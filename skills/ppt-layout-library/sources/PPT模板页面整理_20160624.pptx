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wmf" ContentType="image/x-wmf"/>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charts/chart6.xml" ContentType="application/vnd.openxmlformats-officedocument.drawingml.chart+xml"/>
  <Override PartName="/ppt/charts/style6.xml" ContentType="application/vnd.ms-office.chartstyle+xml"/>
  <Override PartName="/ppt/charts/colors6.xml" ContentType="application/vnd.ms-office.chartcolorstyle+xml"/>
  <Override PartName="/ppt/charts/chart7.xml" ContentType="application/vnd.openxmlformats-officedocument.drawingml.chart+xml"/>
  <Override PartName="/ppt/charts/style7.xml" ContentType="application/vnd.ms-office.chartstyle+xml"/>
  <Override PartName="/ppt/charts/colors7.xml" ContentType="application/vnd.ms-office.chartcolorstyle+xml"/>
  <Override PartName="/ppt/charts/chart8.xml" ContentType="application/vnd.openxmlformats-officedocument.drawingml.chart+xml"/>
  <Override PartName="/ppt/charts/style8.xml" ContentType="application/vnd.ms-office.chartstyle+xml"/>
  <Override PartName="/ppt/charts/colors8.xml" ContentType="application/vnd.ms-office.chartcolorstyle+xml"/>
  <Override PartName="/ppt/charts/chart9.xml" ContentType="application/vnd.openxmlformats-officedocument.drawingml.chart+xml"/>
  <Override PartName="/ppt/charts/style9.xml" ContentType="application/vnd.ms-office.chartstyle+xml"/>
  <Override PartName="/ppt/charts/colors9.xml" ContentType="application/vnd.ms-office.chartcolorstyle+xml"/>
  <Override PartName="/ppt/charts/chart10.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11.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12.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13.xml" ContentType="application/vnd.openxmlformats-officedocument.drawingml.chart+xml"/>
  <Override PartName="/ppt/charts/chart14.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15.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16.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17.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18.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19.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20.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21.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22.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23.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24.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25.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26.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27.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28.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29.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30.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31.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32.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33.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34.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35.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36.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37.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38.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39.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40.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41.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42.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43.xml" ContentType="application/vnd.openxmlformats-officedocument.drawingml.chart+xml"/>
  <Override PartName="/ppt/charts/style42.xml" ContentType="application/vnd.ms-office.chartstyle+xml"/>
  <Override PartName="/ppt/charts/colors42.xml" ContentType="application/vnd.ms-office.chartcolorstyle+xml"/>
  <Override PartName="/ppt/notesSlides/notesSlide5.xml" ContentType="application/vnd.openxmlformats-officedocument.presentationml.notesSlide+xml"/>
  <Override PartName="/ppt/charts/chart44.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45.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46.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47.xml" ContentType="application/vnd.openxmlformats-officedocument.drawingml.chart+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357"/>
  </p:notesMasterIdLst>
  <p:handoutMasterIdLst>
    <p:handoutMasterId r:id="rId358"/>
  </p:handoutMasterIdLst>
  <p:sldIdLst>
    <p:sldId id="930" r:id="rId2"/>
    <p:sldId id="983" r:id="rId3"/>
    <p:sldId id="984" r:id="rId4"/>
    <p:sldId id="544" r:id="rId5"/>
    <p:sldId id="586" r:id="rId6"/>
    <p:sldId id="555" r:id="rId7"/>
    <p:sldId id="547" r:id="rId8"/>
    <p:sldId id="557" r:id="rId9"/>
    <p:sldId id="664" r:id="rId10"/>
    <p:sldId id="665" r:id="rId11"/>
    <p:sldId id="668" r:id="rId12"/>
    <p:sldId id="669" r:id="rId13"/>
    <p:sldId id="670" r:id="rId14"/>
    <p:sldId id="558" r:id="rId15"/>
    <p:sldId id="566" r:id="rId16"/>
    <p:sldId id="527" r:id="rId17"/>
    <p:sldId id="529" r:id="rId18"/>
    <p:sldId id="436" r:id="rId19"/>
    <p:sldId id="459" r:id="rId20"/>
    <p:sldId id="674" r:id="rId21"/>
    <p:sldId id="788" r:id="rId22"/>
    <p:sldId id="790" r:id="rId23"/>
    <p:sldId id="791" r:id="rId24"/>
    <p:sldId id="862" r:id="rId25"/>
    <p:sldId id="863" r:id="rId26"/>
    <p:sldId id="864" r:id="rId27"/>
    <p:sldId id="789" r:id="rId28"/>
    <p:sldId id="676" r:id="rId29"/>
    <p:sldId id="677" r:id="rId30"/>
    <p:sldId id="675" r:id="rId31"/>
    <p:sldId id="534" r:id="rId32"/>
    <p:sldId id="786" r:id="rId33"/>
    <p:sldId id="787" r:id="rId34"/>
    <p:sldId id="672" r:id="rId35"/>
    <p:sldId id="678" r:id="rId36"/>
    <p:sldId id="679" r:id="rId37"/>
    <p:sldId id="680" r:id="rId38"/>
    <p:sldId id="785" r:id="rId39"/>
    <p:sldId id="783" r:id="rId40"/>
    <p:sldId id="784" r:id="rId41"/>
    <p:sldId id="916" r:id="rId42"/>
    <p:sldId id="673" r:id="rId43"/>
    <p:sldId id="773" r:id="rId44"/>
    <p:sldId id="746" r:id="rId45"/>
    <p:sldId id="781" r:id="rId46"/>
    <p:sldId id="485" r:id="rId47"/>
    <p:sldId id="535" r:id="rId48"/>
    <p:sldId id="536" r:id="rId49"/>
    <p:sldId id="681" r:id="rId50"/>
    <p:sldId id="682" r:id="rId51"/>
    <p:sldId id="685" r:id="rId52"/>
    <p:sldId id="686" r:id="rId53"/>
    <p:sldId id="703" r:id="rId54"/>
    <p:sldId id="704" r:id="rId55"/>
    <p:sldId id="705" r:id="rId56"/>
    <p:sldId id="1014" r:id="rId57"/>
    <p:sldId id="1061" r:id="rId58"/>
    <p:sldId id="707" r:id="rId59"/>
    <p:sldId id="708" r:id="rId60"/>
    <p:sldId id="709" r:id="rId61"/>
    <p:sldId id="710" r:id="rId62"/>
    <p:sldId id="711" r:id="rId63"/>
    <p:sldId id="712" r:id="rId64"/>
    <p:sldId id="713" r:id="rId65"/>
    <p:sldId id="714" r:id="rId66"/>
    <p:sldId id="715" r:id="rId67"/>
    <p:sldId id="716" r:id="rId68"/>
    <p:sldId id="717" r:id="rId69"/>
    <p:sldId id="718" r:id="rId70"/>
    <p:sldId id="719" r:id="rId71"/>
    <p:sldId id="722" r:id="rId72"/>
    <p:sldId id="723" r:id="rId73"/>
    <p:sldId id="729" r:id="rId74"/>
    <p:sldId id="731" r:id="rId75"/>
    <p:sldId id="732" r:id="rId76"/>
    <p:sldId id="733" r:id="rId77"/>
    <p:sldId id="734" r:id="rId78"/>
    <p:sldId id="735" r:id="rId79"/>
    <p:sldId id="738" r:id="rId80"/>
    <p:sldId id="810" r:id="rId81"/>
    <p:sldId id="811" r:id="rId82"/>
    <p:sldId id="812" r:id="rId83"/>
    <p:sldId id="813" r:id="rId84"/>
    <p:sldId id="814" r:id="rId85"/>
    <p:sldId id="815" r:id="rId86"/>
    <p:sldId id="816" r:id="rId87"/>
    <p:sldId id="817" r:id="rId88"/>
    <p:sldId id="865" r:id="rId89"/>
    <p:sldId id="866" r:id="rId90"/>
    <p:sldId id="867" r:id="rId91"/>
    <p:sldId id="868" r:id="rId92"/>
    <p:sldId id="871" r:id="rId93"/>
    <p:sldId id="872" r:id="rId94"/>
    <p:sldId id="873" r:id="rId95"/>
    <p:sldId id="875" r:id="rId96"/>
    <p:sldId id="876" r:id="rId97"/>
    <p:sldId id="877" r:id="rId98"/>
    <p:sldId id="878" r:id="rId99"/>
    <p:sldId id="879" r:id="rId100"/>
    <p:sldId id="880" r:id="rId101"/>
    <p:sldId id="881" r:id="rId102"/>
    <p:sldId id="882" r:id="rId103"/>
    <p:sldId id="883" r:id="rId104"/>
    <p:sldId id="884" r:id="rId105"/>
    <p:sldId id="885" r:id="rId106"/>
    <p:sldId id="886" r:id="rId107"/>
    <p:sldId id="887" r:id="rId108"/>
    <p:sldId id="888" r:id="rId109"/>
    <p:sldId id="889" r:id="rId110"/>
    <p:sldId id="1005" r:id="rId111"/>
    <p:sldId id="1010" r:id="rId112"/>
    <p:sldId id="1059" r:id="rId113"/>
    <p:sldId id="1065" r:id="rId114"/>
    <p:sldId id="739" r:id="rId115"/>
    <p:sldId id="683" r:id="rId116"/>
    <p:sldId id="687" r:id="rId117"/>
    <p:sldId id="691" r:id="rId118"/>
    <p:sldId id="692" r:id="rId119"/>
    <p:sldId id="695" r:id="rId120"/>
    <p:sldId id="736" r:id="rId121"/>
    <p:sldId id="730" r:id="rId122"/>
    <p:sldId id="740" r:id="rId123"/>
    <p:sldId id="818" r:id="rId124"/>
    <p:sldId id="819" r:id="rId125"/>
    <p:sldId id="820" r:id="rId126"/>
    <p:sldId id="822" r:id="rId127"/>
    <p:sldId id="824" r:id="rId128"/>
    <p:sldId id="825" r:id="rId129"/>
    <p:sldId id="905" r:id="rId130"/>
    <p:sldId id="906" r:id="rId131"/>
    <p:sldId id="907" r:id="rId132"/>
    <p:sldId id="908" r:id="rId133"/>
    <p:sldId id="909" r:id="rId134"/>
    <p:sldId id="910" r:id="rId135"/>
    <p:sldId id="911" r:id="rId136"/>
    <p:sldId id="1057" r:id="rId137"/>
    <p:sldId id="1069" r:id="rId138"/>
    <p:sldId id="927" r:id="rId139"/>
    <p:sldId id="697" r:id="rId140"/>
    <p:sldId id="698" r:id="rId141"/>
    <p:sldId id="720" r:id="rId142"/>
    <p:sldId id="721" r:id="rId143"/>
    <p:sldId id="724" r:id="rId144"/>
    <p:sldId id="725" r:id="rId145"/>
    <p:sldId id="726" r:id="rId146"/>
    <p:sldId id="727" r:id="rId147"/>
    <p:sldId id="728" r:id="rId148"/>
    <p:sldId id="519" r:id="rId149"/>
    <p:sldId id="821" r:id="rId150"/>
    <p:sldId id="914" r:id="rId151"/>
    <p:sldId id="915" r:id="rId152"/>
    <p:sldId id="1041" r:id="rId153"/>
    <p:sldId id="706" r:id="rId154"/>
    <p:sldId id="796" r:id="rId155"/>
    <p:sldId id="702" r:id="rId156"/>
    <p:sldId id="432" r:id="rId157"/>
    <p:sldId id="928" r:id="rId158"/>
    <p:sldId id="741" r:id="rId159"/>
    <p:sldId id="742" r:id="rId160"/>
    <p:sldId id="743" r:id="rId161"/>
    <p:sldId id="744" r:id="rId162"/>
    <p:sldId id="745" r:id="rId163"/>
    <p:sldId id="445" r:id="rId164"/>
    <p:sldId id="582" r:id="rId165"/>
    <p:sldId id="584" r:id="rId166"/>
    <p:sldId id="828" r:id="rId167"/>
    <p:sldId id="830" r:id="rId168"/>
    <p:sldId id="831" r:id="rId169"/>
    <p:sldId id="832" r:id="rId170"/>
    <p:sldId id="833" r:id="rId171"/>
    <p:sldId id="834" r:id="rId172"/>
    <p:sldId id="837" r:id="rId173"/>
    <p:sldId id="838" r:id="rId174"/>
    <p:sldId id="826" r:id="rId175"/>
    <p:sldId id="890" r:id="rId176"/>
    <p:sldId id="891" r:id="rId177"/>
    <p:sldId id="892" r:id="rId178"/>
    <p:sldId id="894" r:id="rId179"/>
    <p:sldId id="895" r:id="rId180"/>
    <p:sldId id="896" r:id="rId181"/>
    <p:sldId id="491" r:id="rId182"/>
    <p:sldId id="465" r:id="rId183"/>
    <p:sldId id="839" r:id="rId184"/>
    <p:sldId id="840" r:id="rId185"/>
    <p:sldId id="912" r:id="rId186"/>
    <p:sldId id="913" r:id="rId187"/>
    <p:sldId id="925" r:id="rId188"/>
    <p:sldId id="917" r:id="rId189"/>
    <p:sldId id="918" r:id="rId190"/>
    <p:sldId id="747" r:id="rId191"/>
    <p:sldId id="748" r:id="rId192"/>
    <p:sldId id="752" r:id="rId193"/>
    <p:sldId id="753" r:id="rId194"/>
    <p:sldId id="754" r:id="rId195"/>
    <p:sldId id="755" r:id="rId196"/>
    <p:sldId id="757" r:id="rId197"/>
    <p:sldId id="758" r:id="rId198"/>
    <p:sldId id="759" r:id="rId199"/>
    <p:sldId id="842" r:id="rId200"/>
    <p:sldId id="843" r:id="rId201"/>
    <p:sldId id="897" r:id="rId202"/>
    <p:sldId id="898" r:id="rId203"/>
    <p:sldId id="899" r:id="rId204"/>
    <p:sldId id="900" r:id="rId205"/>
    <p:sldId id="901" r:id="rId206"/>
    <p:sldId id="902" r:id="rId207"/>
    <p:sldId id="1079" r:id="rId208"/>
    <p:sldId id="844" r:id="rId209"/>
    <p:sldId id="845" r:id="rId210"/>
    <p:sldId id="749" r:id="rId211"/>
    <p:sldId id="846" r:id="rId212"/>
    <p:sldId id="929" r:id="rId213"/>
    <p:sldId id="750" r:id="rId214"/>
    <p:sldId id="751" r:id="rId215"/>
    <p:sldId id="580" r:id="rId216"/>
    <p:sldId id="761" r:id="rId217"/>
    <p:sldId id="539" r:id="rId218"/>
    <p:sldId id="600" r:id="rId219"/>
    <p:sldId id="903" r:id="rId220"/>
    <p:sldId id="847" r:id="rId221"/>
    <p:sldId id="848" r:id="rId222"/>
    <p:sldId id="849" r:id="rId223"/>
    <p:sldId id="850" r:id="rId224"/>
    <p:sldId id="764" r:id="rId225"/>
    <p:sldId id="765" r:id="rId226"/>
    <p:sldId id="766" r:id="rId227"/>
    <p:sldId id="767" r:id="rId228"/>
    <p:sldId id="768" r:id="rId229"/>
    <p:sldId id="458" r:id="rId230"/>
    <p:sldId id="769" r:id="rId231"/>
    <p:sldId id="770" r:id="rId232"/>
    <p:sldId id="851" r:id="rId233"/>
    <p:sldId id="852" r:id="rId234"/>
    <p:sldId id="853" r:id="rId235"/>
    <p:sldId id="854" r:id="rId236"/>
    <p:sldId id="855" r:id="rId237"/>
    <p:sldId id="904" r:id="rId238"/>
    <p:sldId id="763" r:id="rId239"/>
    <p:sldId id="762" r:id="rId240"/>
    <p:sldId id="522" r:id="rId241"/>
    <p:sldId id="920" r:id="rId242"/>
    <p:sldId id="921" r:id="rId243"/>
    <p:sldId id="565" r:id="rId244"/>
    <p:sldId id="856" r:id="rId245"/>
    <p:sldId id="857" r:id="rId246"/>
    <p:sldId id="985" r:id="rId247"/>
    <p:sldId id="466" r:id="rId248"/>
    <p:sldId id="399" r:id="rId249"/>
    <p:sldId id="499" r:id="rId250"/>
    <p:sldId id="506" r:id="rId251"/>
    <p:sldId id="520" r:id="rId252"/>
    <p:sldId id="468" r:id="rId253"/>
    <p:sldId id="576" r:id="rId254"/>
    <p:sldId id="417" r:id="rId255"/>
    <p:sldId id="500" r:id="rId256"/>
    <p:sldId id="396" r:id="rId257"/>
    <p:sldId id="560" r:id="rId258"/>
    <p:sldId id="577" r:id="rId259"/>
    <p:sldId id="541" r:id="rId260"/>
    <p:sldId id="578" r:id="rId261"/>
    <p:sldId id="358" r:id="rId262"/>
    <p:sldId id="922" r:id="rId263"/>
    <p:sldId id="923" r:id="rId264"/>
    <p:sldId id="924" r:id="rId265"/>
    <p:sldId id="1058" r:id="rId266"/>
    <p:sldId id="986" r:id="rId267"/>
    <p:sldId id="932" r:id="rId268"/>
    <p:sldId id="933" r:id="rId269"/>
    <p:sldId id="934" r:id="rId270"/>
    <p:sldId id="935" r:id="rId271"/>
    <p:sldId id="936" r:id="rId272"/>
    <p:sldId id="937" r:id="rId273"/>
    <p:sldId id="938" r:id="rId274"/>
    <p:sldId id="939" r:id="rId275"/>
    <p:sldId id="940" r:id="rId276"/>
    <p:sldId id="941" r:id="rId277"/>
    <p:sldId id="942" r:id="rId278"/>
    <p:sldId id="943" r:id="rId279"/>
    <p:sldId id="944" r:id="rId280"/>
    <p:sldId id="945" r:id="rId281"/>
    <p:sldId id="946" r:id="rId282"/>
    <p:sldId id="947" r:id="rId283"/>
    <p:sldId id="948" r:id="rId284"/>
    <p:sldId id="949" r:id="rId285"/>
    <p:sldId id="950" r:id="rId286"/>
    <p:sldId id="951" r:id="rId287"/>
    <p:sldId id="952" r:id="rId288"/>
    <p:sldId id="953" r:id="rId289"/>
    <p:sldId id="954" r:id="rId290"/>
    <p:sldId id="955" r:id="rId291"/>
    <p:sldId id="956" r:id="rId292"/>
    <p:sldId id="957" r:id="rId293"/>
    <p:sldId id="958" r:id="rId294"/>
    <p:sldId id="959" r:id="rId295"/>
    <p:sldId id="960" r:id="rId296"/>
    <p:sldId id="961" r:id="rId297"/>
    <p:sldId id="962" r:id="rId298"/>
    <p:sldId id="963" r:id="rId299"/>
    <p:sldId id="964" r:id="rId300"/>
    <p:sldId id="965" r:id="rId301"/>
    <p:sldId id="966" r:id="rId302"/>
    <p:sldId id="967" r:id="rId303"/>
    <p:sldId id="968" r:id="rId304"/>
    <p:sldId id="969" r:id="rId305"/>
    <p:sldId id="970" r:id="rId306"/>
    <p:sldId id="971" r:id="rId307"/>
    <p:sldId id="972" r:id="rId308"/>
    <p:sldId id="973" r:id="rId309"/>
    <p:sldId id="974" r:id="rId310"/>
    <p:sldId id="975" r:id="rId311"/>
    <p:sldId id="976" r:id="rId312"/>
    <p:sldId id="977" r:id="rId313"/>
    <p:sldId id="978" r:id="rId314"/>
    <p:sldId id="979" r:id="rId315"/>
    <p:sldId id="980" r:id="rId316"/>
    <p:sldId id="981" r:id="rId317"/>
    <p:sldId id="987" r:id="rId318"/>
    <p:sldId id="858" r:id="rId319"/>
    <p:sldId id="859" r:id="rId320"/>
    <p:sldId id="860" r:id="rId321"/>
    <p:sldId id="861" r:id="rId322"/>
    <p:sldId id="609" r:id="rId323"/>
    <p:sldId id="611" r:id="rId324"/>
    <p:sldId id="610" r:id="rId325"/>
    <p:sldId id="612" r:id="rId326"/>
    <p:sldId id="613" r:id="rId327"/>
    <p:sldId id="614" r:id="rId328"/>
    <p:sldId id="615" r:id="rId329"/>
    <p:sldId id="616" r:id="rId330"/>
    <p:sldId id="617" r:id="rId331"/>
    <p:sldId id="618" r:id="rId332"/>
    <p:sldId id="619" r:id="rId333"/>
    <p:sldId id="620" r:id="rId334"/>
    <p:sldId id="621" r:id="rId335"/>
    <p:sldId id="622" r:id="rId336"/>
    <p:sldId id="623" r:id="rId337"/>
    <p:sldId id="624" r:id="rId338"/>
    <p:sldId id="625" r:id="rId339"/>
    <p:sldId id="626" r:id="rId340"/>
    <p:sldId id="627" r:id="rId341"/>
    <p:sldId id="628" r:id="rId342"/>
    <p:sldId id="629" r:id="rId343"/>
    <p:sldId id="630" r:id="rId344"/>
    <p:sldId id="631" r:id="rId345"/>
    <p:sldId id="632" r:id="rId346"/>
    <p:sldId id="633" r:id="rId347"/>
    <p:sldId id="634" r:id="rId348"/>
    <p:sldId id="635" r:id="rId349"/>
    <p:sldId id="636" r:id="rId350"/>
    <p:sldId id="637" r:id="rId351"/>
    <p:sldId id="638" r:id="rId352"/>
    <p:sldId id="639" r:id="rId353"/>
    <p:sldId id="640" r:id="rId354"/>
    <p:sldId id="641" r:id="rId355"/>
    <p:sldId id="642" r:id="rId356"/>
  </p:sldIdLst>
  <p:sldSz cx="12192000" cy="6858000"/>
  <p:notesSz cx="6858000" cy="9144000"/>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 uri="{2D200454-40CA-4A62-9FC3-DE9A4176ACB9}">
      <p15:notesGuideLst xmlns:p15="http://schemas.microsoft.com/office/powerpoint/2012/main"/>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仝德志" initials="仝德志" lastIdx="1" clrIdx="0"/>
</p:cmAuthorLst>
</file>

<file path=ppt/presProps.xml><?xml version="1.0" encoding="utf-8"?>
<p:presentationPr xmlns:a="http://schemas.openxmlformats.org/drawingml/2006/main" xmlns:r="http://schemas.openxmlformats.org/officeDocument/2006/relationships" xmlns:p="http://schemas.openxmlformats.org/presentationml/2006/main">
  <p:clrMru>
    <a:srgbClr val="F8841D"/>
    <a:srgbClr val="E7BE22"/>
    <a:srgbClr val="ABABAB"/>
    <a:srgbClr val="9C298C"/>
    <a:srgbClr val="AA7B51"/>
    <a:srgbClr val="01A7D8"/>
    <a:srgbClr val="9BBB40"/>
    <a:srgbClr val="F26D64"/>
    <a:srgbClr val="546E7A"/>
    <a:srgbClr val="777777"/>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22118" autoAdjust="0"/>
    <p:restoredTop sz="95179" autoAdjust="0"/>
  </p:normalViewPr>
  <p:slideViewPr>
    <p:cSldViewPr snapToGrid="0" showGuides="1">
      <p:cViewPr varScale="1">
        <p:scale>
          <a:sx n="92" d="100"/>
          <a:sy n="92" d="100"/>
        </p:scale>
        <p:origin x="66" y="387"/>
      </p:cViewPr>
      <p:guideLst/>
    </p:cSldViewPr>
  </p:slideViewPr>
  <p:outlineViewPr>
    <p:cViewPr>
      <p:scale>
        <a:sx n="33" d="100"/>
        <a:sy n="33" d="100"/>
      </p:scale>
      <p:origin x="0" y="-824"/>
    </p:cViewPr>
  </p:outlineViewPr>
  <p:notesTextViewPr>
    <p:cViewPr>
      <p:scale>
        <a:sx n="1" d="1"/>
        <a:sy n="1" d="1"/>
      </p:scale>
      <p:origin x="0" y="0"/>
    </p:cViewPr>
  </p:notesTextViewPr>
  <p:sorterViewPr>
    <p:cViewPr>
      <p:scale>
        <a:sx n="66" d="100"/>
        <a:sy n="66" d="100"/>
      </p:scale>
      <p:origin x="0" y="-33243"/>
    </p:cViewPr>
  </p:sorterViewPr>
  <p:notesViewPr>
    <p:cSldViewPr snapToGrid="0" showGuides="1">
      <p:cViewPr varScale="1">
        <p:scale>
          <a:sx n="72" d="100"/>
          <a:sy n="72" d="100"/>
        </p:scale>
        <p:origin x="3592" y="216"/>
      </p:cViewPr>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99" Type="http://schemas.openxmlformats.org/officeDocument/2006/relationships/slide" Target="slides/slide298.xml"/><Relationship Id="rId21" Type="http://schemas.openxmlformats.org/officeDocument/2006/relationships/slide" Target="slides/slide20.xml"/><Relationship Id="rId63" Type="http://schemas.openxmlformats.org/officeDocument/2006/relationships/slide" Target="slides/slide62.xml"/><Relationship Id="rId159" Type="http://schemas.openxmlformats.org/officeDocument/2006/relationships/slide" Target="slides/slide158.xml"/><Relationship Id="rId324" Type="http://schemas.openxmlformats.org/officeDocument/2006/relationships/slide" Target="slides/slide323.xml"/><Relationship Id="rId170" Type="http://schemas.openxmlformats.org/officeDocument/2006/relationships/slide" Target="slides/slide169.xml"/><Relationship Id="rId226" Type="http://schemas.openxmlformats.org/officeDocument/2006/relationships/slide" Target="slides/slide225.xml"/><Relationship Id="rId268" Type="http://schemas.openxmlformats.org/officeDocument/2006/relationships/slide" Target="slides/slide267.xml"/><Relationship Id="rId32" Type="http://schemas.openxmlformats.org/officeDocument/2006/relationships/slide" Target="slides/slide31.xml"/><Relationship Id="rId74" Type="http://schemas.openxmlformats.org/officeDocument/2006/relationships/slide" Target="slides/slide73.xml"/><Relationship Id="rId128" Type="http://schemas.openxmlformats.org/officeDocument/2006/relationships/slide" Target="slides/slide127.xml"/><Relationship Id="rId335" Type="http://schemas.openxmlformats.org/officeDocument/2006/relationships/slide" Target="slides/slide334.xml"/><Relationship Id="rId5" Type="http://schemas.openxmlformats.org/officeDocument/2006/relationships/slide" Target="slides/slide4.xml"/><Relationship Id="rId181" Type="http://schemas.openxmlformats.org/officeDocument/2006/relationships/slide" Target="slides/slide180.xml"/><Relationship Id="rId237" Type="http://schemas.openxmlformats.org/officeDocument/2006/relationships/slide" Target="slides/slide236.xml"/><Relationship Id="rId279" Type="http://schemas.openxmlformats.org/officeDocument/2006/relationships/slide" Target="slides/slide278.xml"/><Relationship Id="rId43" Type="http://schemas.openxmlformats.org/officeDocument/2006/relationships/slide" Target="slides/slide42.xml"/><Relationship Id="rId139" Type="http://schemas.openxmlformats.org/officeDocument/2006/relationships/slide" Target="slides/slide138.xml"/><Relationship Id="rId290" Type="http://schemas.openxmlformats.org/officeDocument/2006/relationships/slide" Target="slides/slide289.xml"/><Relationship Id="rId304" Type="http://schemas.openxmlformats.org/officeDocument/2006/relationships/slide" Target="slides/slide303.xml"/><Relationship Id="rId346" Type="http://schemas.openxmlformats.org/officeDocument/2006/relationships/slide" Target="slides/slide345.xml"/><Relationship Id="rId85" Type="http://schemas.openxmlformats.org/officeDocument/2006/relationships/slide" Target="slides/slide84.xml"/><Relationship Id="rId150" Type="http://schemas.openxmlformats.org/officeDocument/2006/relationships/slide" Target="slides/slide149.xml"/><Relationship Id="rId192" Type="http://schemas.openxmlformats.org/officeDocument/2006/relationships/slide" Target="slides/slide191.xml"/><Relationship Id="rId206" Type="http://schemas.openxmlformats.org/officeDocument/2006/relationships/slide" Target="slides/slide205.xml"/><Relationship Id="rId248" Type="http://schemas.openxmlformats.org/officeDocument/2006/relationships/slide" Target="slides/slide247.xml"/><Relationship Id="rId12" Type="http://schemas.openxmlformats.org/officeDocument/2006/relationships/slide" Target="slides/slide11.xml"/><Relationship Id="rId108" Type="http://schemas.openxmlformats.org/officeDocument/2006/relationships/slide" Target="slides/slide107.xml"/><Relationship Id="rId315" Type="http://schemas.openxmlformats.org/officeDocument/2006/relationships/slide" Target="slides/slide314.xml"/><Relationship Id="rId357" Type="http://schemas.openxmlformats.org/officeDocument/2006/relationships/notesMaster" Target="notesMasters/notesMaster1.xml"/><Relationship Id="rId54" Type="http://schemas.openxmlformats.org/officeDocument/2006/relationships/slide" Target="slides/slide53.xml"/><Relationship Id="rId96" Type="http://schemas.openxmlformats.org/officeDocument/2006/relationships/slide" Target="slides/slide95.xml"/><Relationship Id="rId161" Type="http://schemas.openxmlformats.org/officeDocument/2006/relationships/slide" Target="slides/slide160.xml"/><Relationship Id="rId217" Type="http://schemas.openxmlformats.org/officeDocument/2006/relationships/slide" Target="slides/slide216.xml"/><Relationship Id="rId259" Type="http://schemas.openxmlformats.org/officeDocument/2006/relationships/slide" Target="slides/slide258.xml"/><Relationship Id="rId23" Type="http://schemas.openxmlformats.org/officeDocument/2006/relationships/slide" Target="slides/slide22.xml"/><Relationship Id="rId119" Type="http://schemas.openxmlformats.org/officeDocument/2006/relationships/slide" Target="slides/slide118.xml"/><Relationship Id="rId270" Type="http://schemas.openxmlformats.org/officeDocument/2006/relationships/slide" Target="slides/slide269.xml"/><Relationship Id="rId326" Type="http://schemas.openxmlformats.org/officeDocument/2006/relationships/slide" Target="slides/slide325.xml"/><Relationship Id="rId65" Type="http://schemas.openxmlformats.org/officeDocument/2006/relationships/slide" Target="slides/slide64.xml"/><Relationship Id="rId130" Type="http://schemas.openxmlformats.org/officeDocument/2006/relationships/slide" Target="slides/slide129.xml"/><Relationship Id="rId172" Type="http://schemas.openxmlformats.org/officeDocument/2006/relationships/slide" Target="slides/slide171.xml"/><Relationship Id="rId228" Type="http://schemas.openxmlformats.org/officeDocument/2006/relationships/slide" Target="slides/slide227.xml"/><Relationship Id="rId281" Type="http://schemas.openxmlformats.org/officeDocument/2006/relationships/slide" Target="slides/slide280.xml"/><Relationship Id="rId337" Type="http://schemas.openxmlformats.org/officeDocument/2006/relationships/slide" Target="slides/slide336.xml"/><Relationship Id="rId34" Type="http://schemas.openxmlformats.org/officeDocument/2006/relationships/slide" Target="slides/slide33.xml"/><Relationship Id="rId76" Type="http://schemas.openxmlformats.org/officeDocument/2006/relationships/slide" Target="slides/slide75.xml"/><Relationship Id="rId141" Type="http://schemas.openxmlformats.org/officeDocument/2006/relationships/slide" Target="slides/slide140.xml"/><Relationship Id="rId7" Type="http://schemas.openxmlformats.org/officeDocument/2006/relationships/slide" Target="slides/slide6.xml"/><Relationship Id="rId183" Type="http://schemas.openxmlformats.org/officeDocument/2006/relationships/slide" Target="slides/slide182.xml"/><Relationship Id="rId239" Type="http://schemas.openxmlformats.org/officeDocument/2006/relationships/slide" Target="slides/slide238.xml"/><Relationship Id="rId250" Type="http://schemas.openxmlformats.org/officeDocument/2006/relationships/slide" Target="slides/slide249.xml"/><Relationship Id="rId292" Type="http://schemas.openxmlformats.org/officeDocument/2006/relationships/slide" Target="slides/slide291.xml"/><Relationship Id="rId306" Type="http://schemas.openxmlformats.org/officeDocument/2006/relationships/slide" Target="slides/slide305.xml"/><Relationship Id="rId45" Type="http://schemas.openxmlformats.org/officeDocument/2006/relationships/slide" Target="slides/slide44.xml"/><Relationship Id="rId87" Type="http://schemas.openxmlformats.org/officeDocument/2006/relationships/slide" Target="slides/slide86.xml"/><Relationship Id="rId110" Type="http://schemas.openxmlformats.org/officeDocument/2006/relationships/slide" Target="slides/slide109.xml"/><Relationship Id="rId348" Type="http://schemas.openxmlformats.org/officeDocument/2006/relationships/slide" Target="slides/slide347.xml"/><Relationship Id="rId152" Type="http://schemas.openxmlformats.org/officeDocument/2006/relationships/slide" Target="slides/slide151.xml"/><Relationship Id="rId194" Type="http://schemas.openxmlformats.org/officeDocument/2006/relationships/slide" Target="slides/slide193.xml"/><Relationship Id="rId208" Type="http://schemas.openxmlformats.org/officeDocument/2006/relationships/slide" Target="slides/slide207.xml"/><Relationship Id="rId261" Type="http://schemas.openxmlformats.org/officeDocument/2006/relationships/slide" Target="slides/slide260.xml"/><Relationship Id="rId14" Type="http://schemas.openxmlformats.org/officeDocument/2006/relationships/slide" Target="slides/slide13.xml"/><Relationship Id="rId56" Type="http://schemas.openxmlformats.org/officeDocument/2006/relationships/slide" Target="slides/slide55.xml"/><Relationship Id="rId317" Type="http://schemas.openxmlformats.org/officeDocument/2006/relationships/slide" Target="slides/slide316.xml"/><Relationship Id="rId359" Type="http://schemas.openxmlformats.org/officeDocument/2006/relationships/commentAuthors" Target="commentAuthors.xml"/><Relationship Id="rId98" Type="http://schemas.openxmlformats.org/officeDocument/2006/relationships/slide" Target="slides/slide97.xml"/><Relationship Id="rId121" Type="http://schemas.openxmlformats.org/officeDocument/2006/relationships/slide" Target="slides/slide120.xml"/><Relationship Id="rId163" Type="http://schemas.openxmlformats.org/officeDocument/2006/relationships/slide" Target="slides/slide162.xml"/><Relationship Id="rId219" Type="http://schemas.openxmlformats.org/officeDocument/2006/relationships/slide" Target="slides/slide218.xml"/><Relationship Id="rId230" Type="http://schemas.openxmlformats.org/officeDocument/2006/relationships/slide" Target="slides/slide229.xml"/><Relationship Id="rId25" Type="http://schemas.openxmlformats.org/officeDocument/2006/relationships/slide" Target="slides/slide24.xml"/><Relationship Id="rId67" Type="http://schemas.openxmlformats.org/officeDocument/2006/relationships/slide" Target="slides/slide66.xml"/><Relationship Id="rId272" Type="http://schemas.openxmlformats.org/officeDocument/2006/relationships/slide" Target="slides/slide271.xml"/><Relationship Id="rId328" Type="http://schemas.openxmlformats.org/officeDocument/2006/relationships/slide" Target="slides/slide327.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95" Type="http://schemas.openxmlformats.org/officeDocument/2006/relationships/slide" Target="slides/slide194.xml"/><Relationship Id="rId209" Type="http://schemas.openxmlformats.org/officeDocument/2006/relationships/slide" Target="slides/slide208.xml"/><Relationship Id="rId360" Type="http://schemas.openxmlformats.org/officeDocument/2006/relationships/presProps" Target="presProps.xml"/><Relationship Id="rId220" Type="http://schemas.openxmlformats.org/officeDocument/2006/relationships/slide" Target="slides/slide219.xml"/><Relationship Id="rId241" Type="http://schemas.openxmlformats.org/officeDocument/2006/relationships/slide" Target="slides/slide240.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262" Type="http://schemas.openxmlformats.org/officeDocument/2006/relationships/slide" Target="slides/slide261.xml"/><Relationship Id="rId283" Type="http://schemas.openxmlformats.org/officeDocument/2006/relationships/slide" Target="slides/slide282.xml"/><Relationship Id="rId318" Type="http://schemas.openxmlformats.org/officeDocument/2006/relationships/slide" Target="slides/slide317.xml"/><Relationship Id="rId339" Type="http://schemas.openxmlformats.org/officeDocument/2006/relationships/slide" Target="slides/slide338.xml"/><Relationship Id="rId78" Type="http://schemas.openxmlformats.org/officeDocument/2006/relationships/slide" Target="slides/slide77.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64" Type="http://schemas.openxmlformats.org/officeDocument/2006/relationships/slide" Target="slides/slide163.xml"/><Relationship Id="rId185" Type="http://schemas.openxmlformats.org/officeDocument/2006/relationships/slide" Target="slides/slide184.xml"/><Relationship Id="rId350" Type="http://schemas.openxmlformats.org/officeDocument/2006/relationships/slide" Target="slides/slide349.xml"/><Relationship Id="rId9" Type="http://schemas.openxmlformats.org/officeDocument/2006/relationships/slide" Target="slides/slide8.xml"/><Relationship Id="rId210" Type="http://schemas.openxmlformats.org/officeDocument/2006/relationships/slide" Target="slides/slide209.xml"/><Relationship Id="rId26" Type="http://schemas.openxmlformats.org/officeDocument/2006/relationships/slide" Target="slides/slide25.xml"/><Relationship Id="rId231" Type="http://schemas.openxmlformats.org/officeDocument/2006/relationships/slide" Target="slides/slide230.xml"/><Relationship Id="rId252" Type="http://schemas.openxmlformats.org/officeDocument/2006/relationships/slide" Target="slides/slide251.xml"/><Relationship Id="rId273" Type="http://schemas.openxmlformats.org/officeDocument/2006/relationships/slide" Target="slides/slide272.xml"/><Relationship Id="rId294" Type="http://schemas.openxmlformats.org/officeDocument/2006/relationships/slide" Target="slides/slide293.xml"/><Relationship Id="rId308" Type="http://schemas.openxmlformats.org/officeDocument/2006/relationships/slide" Target="slides/slide307.xml"/><Relationship Id="rId329" Type="http://schemas.openxmlformats.org/officeDocument/2006/relationships/slide" Target="slides/slide328.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340" Type="http://schemas.openxmlformats.org/officeDocument/2006/relationships/slide" Target="slides/slide339.xml"/><Relationship Id="rId361" Type="http://schemas.openxmlformats.org/officeDocument/2006/relationships/viewProps" Target="viewProps.xml"/><Relationship Id="rId196" Type="http://schemas.openxmlformats.org/officeDocument/2006/relationships/slide" Target="slides/slide195.xml"/><Relationship Id="rId200" Type="http://schemas.openxmlformats.org/officeDocument/2006/relationships/slide" Target="slides/slide199.xml"/><Relationship Id="rId16" Type="http://schemas.openxmlformats.org/officeDocument/2006/relationships/slide" Target="slides/slide15.xml"/><Relationship Id="rId221" Type="http://schemas.openxmlformats.org/officeDocument/2006/relationships/slide" Target="slides/slide220.xml"/><Relationship Id="rId242" Type="http://schemas.openxmlformats.org/officeDocument/2006/relationships/slide" Target="slides/slide241.xml"/><Relationship Id="rId263" Type="http://schemas.openxmlformats.org/officeDocument/2006/relationships/slide" Target="slides/slide262.xml"/><Relationship Id="rId284" Type="http://schemas.openxmlformats.org/officeDocument/2006/relationships/slide" Target="slides/slide283.xml"/><Relationship Id="rId319" Type="http://schemas.openxmlformats.org/officeDocument/2006/relationships/slide" Target="slides/slide318.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330" Type="http://schemas.openxmlformats.org/officeDocument/2006/relationships/slide" Target="slides/slide329.xml"/><Relationship Id="rId90" Type="http://schemas.openxmlformats.org/officeDocument/2006/relationships/slide" Target="slides/slide89.xml"/><Relationship Id="rId165" Type="http://schemas.openxmlformats.org/officeDocument/2006/relationships/slide" Target="slides/slide164.xml"/><Relationship Id="rId186" Type="http://schemas.openxmlformats.org/officeDocument/2006/relationships/slide" Target="slides/slide185.xml"/><Relationship Id="rId351" Type="http://schemas.openxmlformats.org/officeDocument/2006/relationships/slide" Target="slides/slide350.xml"/><Relationship Id="rId211" Type="http://schemas.openxmlformats.org/officeDocument/2006/relationships/slide" Target="slides/slide210.xml"/><Relationship Id="rId232" Type="http://schemas.openxmlformats.org/officeDocument/2006/relationships/slide" Target="slides/slide231.xml"/><Relationship Id="rId253" Type="http://schemas.openxmlformats.org/officeDocument/2006/relationships/slide" Target="slides/slide252.xml"/><Relationship Id="rId274" Type="http://schemas.openxmlformats.org/officeDocument/2006/relationships/slide" Target="slides/slide273.xml"/><Relationship Id="rId295" Type="http://schemas.openxmlformats.org/officeDocument/2006/relationships/slide" Target="slides/slide294.xml"/><Relationship Id="rId309" Type="http://schemas.openxmlformats.org/officeDocument/2006/relationships/slide" Target="slides/slide308.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320" Type="http://schemas.openxmlformats.org/officeDocument/2006/relationships/slide" Target="slides/slide319.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slide" Target="slides/slide175.xml"/><Relationship Id="rId197" Type="http://schemas.openxmlformats.org/officeDocument/2006/relationships/slide" Target="slides/slide196.xml"/><Relationship Id="rId341" Type="http://schemas.openxmlformats.org/officeDocument/2006/relationships/slide" Target="slides/slide340.xml"/><Relationship Id="rId362" Type="http://schemas.openxmlformats.org/officeDocument/2006/relationships/theme" Target="theme/theme1.xml"/><Relationship Id="rId201" Type="http://schemas.openxmlformats.org/officeDocument/2006/relationships/slide" Target="slides/slide200.xml"/><Relationship Id="rId222" Type="http://schemas.openxmlformats.org/officeDocument/2006/relationships/slide" Target="slides/slide221.xml"/><Relationship Id="rId243" Type="http://schemas.openxmlformats.org/officeDocument/2006/relationships/slide" Target="slides/slide242.xml"/><Relationship Id="rId264" Type="http://schemas.openxmlformats.org/officeDocument/2006/relationships/slide" Target="slides/slide263.xml"/><Relationship Id="rId285" Type="http://schemas.openxmlformats.org/officeDocument/2006/relationships/slide" Target="slides/slide284.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310" Type="http://schemas.openxmlformats.org/officeDocument/2006/relationships/slide" Target="slides/slide309.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87" Type="http://schemas.openxmlformats.org/officeDocument/2006/relationships/slide" Target="slides/slide186.xml"/><Relationship Id="rId331" Type="http://schemas.openxmlformats.org/officeDocument/2006/relationships/slide" Target="slides/slide330.xml"/><Relationship Id="rId352" Type="http://schemas.openxmlformats.org/officeDocument/2006/relationships/slide" Target="slides/slide351.xml"/><Relationship Id="rId1" Type="http://schemas.openxmlformats.org/officeDocument/2006/relationships/slideMaster" Target="slideMasters/slideMaster1.xml"/><Relationship Id="rId212" Type="http://schemas.openxmlformats.org/officeDocument/2006/relationships/slide" Target="slides/slide211.xml"/><Relationship Id="rId233" Type="http://schemas.openxmlformats.org/officeDocument/2006/relationships/slide" Target="slides/slide232.xml"/><Relationship Id="rId254" Type="http://schemas.openxmlformats.org/officeDocument/2006/relationships/slide" Target="slides/slide253.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275" Type="http://schemas.openxmlformats.org/officeDocument/2006/relationships/slide" Target="slides/slide274.xml"/><Relationship Id="rId296" Type="http://schemas.openxmlformats.org/officeDocument/2006/relationships/slide" Target="slides/slide295.xml"/><Relationship Id="rId300" Type="http://schemas.openxmlformats.org/officeDocument/2006/relationships/slide" Target="slides/slide299.xml"/><Relationship Id="rId60" Type="http://schemas.openxmlformats.org/officeDocument/2006/relationships/slide" Target="slides/slide59.xml"/><Relationship Id="rId81" Type="http://schemas.openxmlformats.org/officeDocument/2006/relationships/slide" Target="slides/slide80.xml"/><Relationship Id="rId135" Type="http://schemas.openxmlformats.org/officeDocument/2006/relationships/slide" Target="slides/slide134.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slide" Target="slides/slide197.xml"/><Relationship Id="rId321" Type="http://schemas.openxmlformats.org/officeDocument/2006/relationships/slide" Target="slides/slide320.xml"/><Relationship Id="rId342" Type="http://schemas.openxmlformats.org/officeDocument/2006/relationships/slide" Target="slides/slide341.xml"/><Relationship Id="rId363" Type="http://schemas.openxmlformats.org/officeDocument/2006/relationships/tableStyles" Target="tableStyles.xml"/><Relationship Id="rId202" Type="http://schemas.openxmlformats.org/officeDocument/2006/relationships/slide" Target="slides/slide201.xml"/><Relationship Id="rId223" Type="http://schemas.openxmlformats.org/officeDocument/2006/relationships/slide" Target="slides/slide222.xml"/><Relationship Id="rId244" Type="http://schemas.openxmlformats.org/officeDocument/2006/relationships/slide" Target="slides/slide243.xml"/><Relationship Id="rId18" Type="http://schemas.openxmlformats.org/officeDocument/2006/relationships/slide" Target="slides/slide17.xml"/><Relationship Id="rId39" Type="http://schemas.openxmlformats.org/officeDocument/2006/relationships/slide" Target="slides/slide38.xml"/><Relationship Id="rId265" Type="http://schemas.openxmlformats.org/officeDocument/2006/relationships/slide" Target="slides/slide264.xml"/><Relationship Id="rId286" Type="http://schemas.openxmlformats.org/officeDocument/2006/relationships/slide" Target="slides/slide285.xml"/><Relationship Id="rId50" Type="http://schemas.openxmlformats.org/officeDocument/2006/relationships/slide" Target="slides/slide49.xml"/><Relationship Id="rId104" Type="http://schemas.openxmlformats.org/officeDocument/2006/relationships/slide" Target="slides/slide103.xml"/><Relationship Id="rId125" Type="http://schemas.openxmlformats.org/officeDocument/2006/relationships/slide" Target="slides/slide124.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311" Type="http://schemas.openxmlformats.org/officeDocument/2006/relationships/slide" Target="slides/slide310.xml"/><Relationship Id="rId332" Type="http://schemas.openxmlformats.org/officeDocument/2006/relationships/slide" Target="slides/slide331.xml"/><Relationship Id="rId353" Type="http://schemas.openxmlformats.org/officeDocument/2006/relationships/slide" Target="slides/slide352.xml"/><Relationship Id="rId71" Type="http://schemas.openxmlformats.org/officeDocument/2006/relationships/slide" Target="slides/slide70.xml"/><Relationship Id="rId92" Type="http://schemas.openxmlformats.org/officeDocument/2006/relationships/slide" Target="slides/slide91.xml"/><Relationship Id="rId213" Type="http://schemas.openxmlformats.org/officeDocument/2006/relationships/slide" Target="slides/slide212.xml"/><Relationship Id="rId234" Type="http://schemas.openxmlformats.org/officeDocument/2006/relationships/slide" Target="slides/slide233.xml"/><Relationship Id="rId2" Type="http://schemas.openxmlformats.org/officeDocument/2006/relationships/slide" Target="slides/slide1.xml"/><Relationship Id="rId29" Type="http://schemas.openxmlformats.org/officeDocument/2006/relationships/slide" Target="slides/slide28.xml"/><Relationship Id="rId255" Type="http://schemas.openxmlformats.org/officeDocument/2006/relationships/slide" Target="slides/slide254.xml"/><Relationship Id="rId276" Type="http://schemas.openxmlformats.org/officeDocument/2006/relationships/slide" Target="slides/slide275.xml"/><Relationship Id="rId297" Type="http://schemas.openxmlformats.org/officeDocument/2006/relationships/slide" Target="slides/slide296.xml"/><Relationship Id="rId40" Type="http://schemas.openxmlformats.org/officeDocument/2006/relationships/slide" Target="slides/slide39.xml"/><Relationship Id="rId115" Type="http://schemas.openxmlformats.org/officeDocument/2006/relationships/slide" Target="slides/slide114.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301" Type="http://schemas.openxmlformats.org/officeDocument/2006/relationships/slide" Target="slides/slide300.xml"/><Relationship Id="rId322" Type="http://schemas.openxmlformats.org/officeDocument/2006/relationships/slide" Target="slides/slide321.xml"/><Relationship Id="rId343" Type="http://schemas.openxmlformats.org/officeDocument/2006/relationships/slide" Target="slides/slide342.xml"/><Relationship Id="rId61" Type="http://schemas.openxmlformats.org/officeDocument/2006/relationships/slide" Target="slides/slide60.xml"/><Relationship Id="rId82" Type="http://schemas.openxmlformats.org/officeDocument/2006/relationships/slide" Target="slides/slide81.xml"/><Relationship Id="rId199" Type="http://schemas.openxmlformats.org/officeDocument/2006/relationships/slide" Target="slides/slide198.xml"/><Relationship Id="rId203" Type="http://schemas.openxmlformats.org/officeDocument/2006/relationships/slide" Target="slides/slide202.xml"/><Relationship Id="rId19" Type="http://schemas.openxmlformats.org/officeDocument/2006/relationships/slide" Target="slides/slide18.xml"/><Relationship Id="rId224" Type="http://schemas.openxmlformats.org/officeDocument/2006/relationships/slide" Target="slides/slide223.xml"/><Relationship Id="rId245" Type="http://schemas.openxmlformats.org/officeDocument/2006/relationships/slide" Target="slides/slide244.xml"/><Relationship Id="rId266" Type="http://schemas.openxmlformats.org/officeDocument/2006/relationships/slide" Target="slides/slide265.xml"/><Relationship Id="rId287" Type="http://schemas.openxmlformats.org/officeDocument/2006/relationships/slide" Target="slides/slide286.xml"/><Relationship Id="rId30" Type="http://schemas.openxmlformats.org/officeDocument/2006/relationships/slide" Target="slides/slide2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312" Type="http://schemas.openxmlformats.org/officeDocument/2006/relationships/slide" Target="slides/slide311.xml"/><Relationship Id="rId333" Type="http://schemas.openxmlformats.org/officeDocument/2006/relationships/slide" Target="slides/slide332.xml"/><Relationship Id="rId354" Type="http://schemas.openxmlformats.org/officeDocument/2006/relationships/slide" Target="slides/slide353.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189" Type="http://schemas.openxmlformats.org/officeDocument/2006/relationships/slide" Target="slides/slide188.xml"/><Relationship Id="rId3" Type="http://schemas.openxmlformats.org/officeDocument/2006/relationships/slide" Target="slides/slide2.xml"/><Relationship Id="rId214" Type="http://schemas.openxmlformats.org/officeDocument/2006/relationships/slide" Target="slides/slide213.xml"/><Relationship Id="rId235" Type="http://schemas.openxmlformats.org/officeDocument/2006/relationships/slide" Target="slides/slide234.xml"/><Relationship Id="rId256" Type="http://schemas.openxmlformats.org/officeDocument/2006/relationships/slide" Target="slides/slide255.xml"/><Relationship Id="rId277" Type="http://schemas.openxmlformats.org/officeDocument/2006/relationships/slide" Target="slides/slide276.xml"/><Relationship Id="rId298" Type="http://schemas.openxmlformats.org/officeDocument/2006/relationships/slide" Target="slides/slide297.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302" Type="http://schemas.openxmlformats.org/officeDocument/2006/relationships/slide" Target="slides/slide301.xml"/><Relationship Id="rId323" Type="http://schemas.openxmlformats.org/officeDocument/2006/relationships/slide" Target="slides/slide322.xml"/><Relationship Id="rId344" Type="http://schemas.openxmlformats.org/officeDocument/2006/relationships/slide" Target="slides/slide343.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179" Type="http://schemas.openxmlformats.org/officeDocument/2006/relationships/slide" Target="slides/slide178.xml"/><Relationship Id="rId190" Type="http://schemas.openxmlformats.org/officeDocument/2006/relationships/slide" Target="slides/slide189.xml"/><Relationship Id="rId204" Type="http://schemas.openxmlformats.org/officeDocument/2006/relationships/slide" Target="slides/slide203.xml"/><Relationship Id="rId225" Type="http://schemas.openxmlformats.org/officeDocument/2006/relationships/slide" Target="slides/slide224.xml"/><Relationship Id="rId246" Type="http://schemas.openxmlformats.org/officeDocument/2006/relationships/slide" Target="slides/slide245.xml"/><Relationship Id="rId267" Type="http://schemas.openxmlformats.org/officeDocument/2006/relationships/slide" Target="slides/slide266.xml"/><Relationship Id="rId288" Type="http://schemas.openxmlformats.org/officeDocument/2006/relationships/slide" Target="slides/slide287.xml"/><Relationship Id="rId106" Type="http://schemas.openxmlformats.org/officeDocument/2006/relationships/slide" Target="slides/slide105.xml"/><Relationship Id="rId127" Type="http://schemas.openxmlformats.org/officeDocument/2006/relationships/slide" Target="slides/slide126.xml"/><Relationship Id="rId313" Type="http://schemas.openxmlformats.org/officeDocument/2006/relationships/slide" Target="slides/slide312.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94" Type="http://schemas.openxmlformats.org/officeDocument/2006/relationships/slide" Target="slides/slide93.xml"/><Relationship Id="rId148" Type="http://schemas.openxmlformats.org/officeDocument/2006/relationships/slide" Target="slides/slide147.xml"/><Relationship Id="rId169" Type="http://schemas.openxmlformats.org/officeDocument/2006/relationships/slide" Target="slides/slide168.xml"/><Relationship Id="rId334" Type="http://schemas.openxmlformats.org/officeDocument/2006/relationships/slide" Target="slides/slide333.xml"/><Relationship Id="rId355" Type="http://schemas.openxmlformats.org/officeDocument/2006/relationships/slide" Target="slides/slide354.xml"/><Relationship Id="rId4" Type="http://schemas.openxmlformats.org/officeDocument/2006/relationships/slide" Target="slides/slide3.xml"/><Relationship Id="rId180" Type="http://schemas.openxmlformats.org/officeDocument/2006/relationships/slide" Target="slides/slide179.xml"/><Relationship Id="rId215" Type="http://schemas.openxmlformats.org/officeDocument/2006/relationships/slide" Target="slides/slide214.xml"/><Relationship Id="rId236" Type="http://schemas.openxmlformats.org/officeDocument/2006/relationships/slide" Target="slides/slide235.xml"/><Relationship Id="rId257" Type="http://schemas.openxmlformats.org/officeDocument/2006/relationships/slide" Target="slides/slide256.xml"/><Relationship Id="rId278" Type="http://schemas.openxmlformats.org/officeDocument/2006/relationships/slide" Target="slides/slide277.xml"/><Relationship Id="rId303" Type="http://schemas.openxmlformats.org/officeDocument/2006/relationships/slide" Target="slides/slide302.xml"/><Relationship Id="rId42" Type="http://schemas.openxmlformats.org/officeDocument/2006/relationships/slide" Target="slides/slide41.xml"/><Relationship Id="rId84" Type="http://schemas.openxmlformats.org/officeDocument/2006/relationships/slide" Target="slides/slide83.xml"/><Relationship Id="rId138" Type="http://schemas.openxmlformats.org/officeDocument/2006/relationships/slide" Target="slides/slide137.xml"/><Relationship Id="rId345" Type="http://schemas.openxmlformats.org/officeDocument/2006/relationships/slide" Target="slides/slide344.xml"/><Relationship Id="rId191" Type="http://schemas.openxmlformats.org/officeDocument/2006/relationships/slide" Target="slides/slide190.xml"/><Relationship Id="rId205" Type="http://schemas.openxmlformats.org/officeDocument/2006/relationships/slide" Target="slides/slide204.xml"/><Relationship Id="rId247" Type="http://schemas.openxmlformats.org/officeDocument/2006/relationships/slide" Target="slides/slide246.xml"/><Relationship Id="rId107" Type="http://schemas.openxmlformats.org/officeDocument/2006/relationships/slide" Target="slides/slide106.xml"/><Relationship Id="rId289" Type="http://schemas.openxmlformats.org/officeDocument/2006/relationships/slide" Target="slides/slide288.xml"/><Relationship Id="rId11" Type="http://schemas.openxmlformats.org/officeDocument/2006/relationships/slide" Target="slides/slide10.xml"/><Relationship Id="rId53" Type="http://schemas.openxmlformats.org/officeDocument/2006/relationships/slide" Target="slides/slide52.xml"/><Relationship Id="rId149" Type="http://schemas.openxmlformats.org/officeDocument/2006/relationships/slide" Target="slides/slide148.xml"/><Relationship Id="rId314" Type="http://schemas.openxmlformats.org/officeDocument/2006/relationships/slide" Target="slides/slide313.xml"/><Relationship Id="rId356" Type="http://schemas.openxmlformats.org/officeDocument/2006/relationships/slide" Target="slides/slide355.xml"/><Relationship Id="rId95" Type="http://schemas.openxmlformats.org/officeDocument/2006/relationships/slide" Target="slides/slide94.xml"/><Relationship Id="rId160" Type="http://schemas.openxmlformats.org/officeDocument/2006/relationships/slide" Target="slides/slide159.xml"/><Relationship Id="rId216" Type="http://schemas.openxmlformats.org/officeDocument/2006/relationships/slide" Target="slides/slide215.xml"/><Relationship Id="rId258" Type="http://schemas.openxmlformats.org/officeDocument/2006/relationships/slide" Target="slides/slide257.xml"/><Relationship Id="rId22" Type="http://schemas.openxmlformats.org/officeDocument/2006/relationships/slide" Target="slides/slide21.xml"/><Relationship Id="rId64" Type="http://schemas.openxmlformats.org/officeDocument/2006/relationships/slide" Target="slides/slide63.xml"/><Relationship Id="rId118" Type="http://schemas.openxmlformats.org/officeDocument/2006/relationships/slide" Target="slides/slide117.xml"/><Relationship Id="rId325" Type="http://schemas.openxmlformats.org/officeDocument/2006/relationships/slide" Target="slides/slide324.xml"/><Relationship Id="rId171" Type="http://schemas.openxmlformats.org/officeDocument/2006/relationships/slide" Target="slides/slide170.xml"/><Relationship Id="rId227" Type="http://schemas.openxmlformats.org/officeDocument/2006/relationships/slide" Target="slides/slide226.xml"/><Relationship Id="rId269" Type="http://schemas.openxmlformats.org/officeDocument/2006/relationships/slide" Target="slides/slide268.xml"/><Relationship Id="rId33" Type="http://schemas.openxmlformats.org/officeDocument/2006/relationships/slide" Target="slides/slide32.xml"/><Relationship Id="rId129" Type="http://schemas.openxmlformats.org/officeDocument/2006/relationships/slide" Target="slides/slide128.xml"/><Relationship Id="rId280" Type="http://schemas.openxmlformats.org/officeDocument/2006/relationships/slide" Target="slides/slide279.xml"/><Relationship Id="rId336" Type="http://schemas.openxmlformats.org/officeDocument/2006/relationships/slide" Target="slides/slide335.xml"/><Relationship Id="rId75" Type="http://schemas.openxmlformats.org/officeDocument/2006/relationships/slide" Target="slides/slide74.xml"/><Relationship Id="rId140" Type="http://schemas.openxmlformats.org/officeDocument/2006/relationships/slide" Target="slides/slide139.xml"/><Relationship Id="rId182" Type="http://schemas.openxmlformats.org/officeDocument/2006/relationships/slide" Target="slides/slide181.xml"/><Relationship Id="rId6" Type="http://schemas.openxmlformats.org/officeDocument/2006/relationships/slide" Target="slides/slide5.xml"/><Relationship Id="rId238" Type="http://schemas.openxmlformats.org/officeDocument/2006/relationships/slide" Target="slides/slide237.xml"/><Relationship Id="rId291" Type="http://schemas.openxmlformats.org/officeDocument/2006/relationships/slide" Target="slides/slide290.xml"/><Relationship Id="rId305" Type="http://schemas.openxmlformats.org/officeDocument/2006/relationships/slide" Target="slides/slide304.xml"/><Relationship Id="rId347" Type="http://schemas.openxmlformats.org/officeDocument/2006/relationships/slide" Target="slides/slide346.xml"/><Relationship Id="rId44" Type="http://schemas.openxmlformats.org/officeDocument/2006/relationships/slide" Target="slides/slide43.xml"/><Relationship Id="rId86" Type="http://schemas.openxmlformats.org/officeDocument/2006/relationships/slide" Target="slides/slide85.xml"/><Relationship Id="rId151" Type="http://schemas.openxmlformats.org/officeDocument/2006/relationships/slide" Target="slides/slide150.xml"/><Relationship Id="rId193" Type="http://schemas.openxmlformats.org/officeDocument/2006/relationships/slide" Target="slides/slide192.xml"/><Relationship Id="rId207" Type="http://schemas.openxmlformats.org/officeDocument/2006/relationships/slide" Target="slides/slide206.xml"/><Relationship Id="rId249" Type="http://schemas.openxmlformats.org/officeDocument/2006/relationships/slide" Target="slides/slide248.xml"/><Relationship Id="rId13" Type="http://schemas.openxmlformats.org/officeDocument/2006/relationships/slide" Target="slides/slide12.xml"/><Relationship Id="rId109" Type="http://schemas.openxmlformats.org/officeDocument/2006/relationships/slide" Target="slides/slide108.xml"/><Relationship Id="rId260" Type="http://schemas.openxmlformats.org/officeDocument/2006/relationships/slide" Target="slides/slide259.xml"/><Relationship Id="rId316" Type="http://schemas.openxmlformats.org/officeDocument/2006/relationships/slide" Target="slides/slide315.xml"/><Relationship Id="rId55" Type="http://schemas.openxmlformats.org/officeDocument/2006/relationships/slide" Target="slides/slide54.xml"/><Relationship Id="rId97" Type="http://schemas.openxmlformats.org/officeDocument/2006/relationships/slide" Target="slides/slide96.xml"/><Relationship Id="rId120" Type="http://schemas.openxmlformats.org/officeDocument/2006/relationships/slide" Target="slides/slide119.xml"/><Relationship Id="rId358" Type="http://schemas.openxmlformats.org/officeDocument/2006/relationships/handoutMaster" Target="handoutMasters/handoutMaster1.xml"/><Relationship Id="rId162" Type="http://schemas.openxmlformats.org/officeDocument/2006/relationships/slide" Target="slides/slide161.xml"/><Relationship Id="rId218" Type="http://schemas.openxmlformats.org/officeDocument/2006/relationships/slide" Target="slides/slide217.xml"/><Relationship Id="rId271" Type="http://schemas.openxmlformats.org/officeDocument/2006/relationships/slide" Target="slides/slide270.xml"/><Relationship Id="rId24" Type="http://schemas.openxmlformats.org/officeDocument/2006/relationships/slide" Target="slides/slide23.xml"/><Relationship Id="rId66" Type="http://schemas.openxmlformats.org/officeDocument/2006/relationships/slide" Target="slides/slide65.xml"/><Relationship Id="rId131" Type="http://schemas.openxmlformats.org/officeDocument/2006/relationships/slide" Target="slides/slide130.xml"/><Relationship Id="rId327" Type="http://schemas.openxmlformats.org/officeDocument/2006/relationships/slide" Target="slides/slide326.xml"/><Relationship Id="rId173" Type="http://schemas.openxmlformats.org/officeDocument/2006/relationships/slide" Target="slides/slide172.xml"/><Relationship Id="rId229" Type="http://schemas.openxmlformats.org/officeDocument/2006/relationships/slide" Target="slides/slide228.xml"/><Relationship Id="rId240" Type="http://schemas.openxmlformats.org/officeDocument/2006/relationships/slide" Target="slides/slide239.xml"/><Relationship Id="rId35" Type="http://schemas.openxmlformats.org/officeDocument/2006/relationships/slide" Target="slides/slide34.xml"/><Relationship Id="rId77" Type="http://schemas.openxmlformats.org/officeDocument/2006/relationships/slide" Target="slides/slide76.xml"/><Relationship Id="rId100" Type="http://schemas.openxmlformats.org/officeDocument/2006/relationships/slide" Target="slides/slide99.xml"/><Relationship Id="rId282" Type="http://schemas.openxmlformats.org/officeDocument/2006/relationships/slide" Target="slides/slide281.xml"/><Relationship Id="rId338" Type="http://schemas.openxmlformats.org/officeDocument/2006/relationships/slide" Target="slides/slide337.xml"/><Relationship Id="rId8" Type="http://schemas.openxmlformats.org/officeDocument/2006/relationships/slide" Target="slides/slide7.xml"/><Relationship Id="rId142" Type="http://schemas.openxmlformats.org/officeDocument/2006/relationships/slide" Target="slides/slide141.xml"/><Relationship Id="rId184" Type="http://schemas.openxmlformats.org/officeDocument/2006/relationships/slide" Target="slides/slide183.xml"/><Relationship Id="rId251" Type="http://schemas.openxmlformats.org/officeDocument/2006/relationships/slide" Target="slides/slide250.xml"/><Relationship Id="rId46" Type="http://schemas.openxmlformats.org/officeDocument/2006/relationships/slide" Target="slides/slide45.xml"/><Relationship Id="rId293" Type="http://schemas.openxmlformats.org/officeDocument/2006/relationships/slide" Target="slides/slide292.xml"/><Relationship Id="rId307" Type="http://schemas.openxmlformats.org/officeDocument/2006/relationships/slide" Target="slides/slide306.xml"/><Relationship Id="rId349" Type="http://schemas.openxmlformats.org/officeDocument/2006/relationships/slide" Target="slides/slide348.xml"/></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3.xml"/><Relationship Id="rId1" Type="http://schemas.microsoft.com/office/2011/relationships/chartStyle" Target="style3.xml"/></Relationships>
</file>

<file path=ppt/charts/_rels/chart4.xml.rels><?xml version="1.0" encoding="UTF-8" standalone="yes"?>
<Relationships xmlns="http://schemas.openxmlformats.org/package/2006/relationships"><Relationship Id="rId3" Type="http://schemas.openxmlformats.org/officeDocument/2006/relationships/image" Target="../media/image42.png"/><Relationship Id="rId2" Type="http://schemas.microsoft.com/office/2011/relationships/chartColorStyle" Target="colors4.xml"/><Relationship Id="rId1" Type="http://schemas.microsoft.com/office/2011/relationships/chartStyle" Target="style4.xml"/><Relationship Id="rId5" Type="http://schemas.openxmlformats.org/officeDocument/2006/relationships/package" Target="../embeddings/Microsoft_Excel_Worksheet3.xlsx"/><Relationship Id="rId4" Type="http://schemas.openxmlformats.org/officeDocument/2006/relationships/image" Target="../media/image43.png"/></Relationships>
</file>

<file path=ppt/charts/_rels/chart5.xml.rels><?xml version="1.0" encoding="UTF-8" standalone="yes"?>
<Relationships xmlns="http://schemas.openxmlformats.org/package/2006/relationships"><Relationship Id="rId3" Type="http://schemas.openxmlformats.org/officeDocument/2006/relationships/image" Target="../media/image44.png"/><Relationship Id="rId2" Type="http://schemas.microsoft.com/office/2011/relationships/chartColorStyle" Target="colors5.xml"/><Relationship Id="rId1" Type="http://schemas.microsoft.com/office/2011/relationships/chartStyle" Target="style5.xml"/><Relationship Id="rId5" Type="http://schemas.openxmlformats.org/officeDocument/2006/relationships/package" Target="../embeddings/Microsoft_Excel_Worksheet4.xlsx"/><Relationship Id="rId4" Type="http://schemas.openxmlformats.org/officeDocument/2006/relationships/image" Target="../media/image45.png"/></Relationships>
</file>

<file path=ppt/charts/_rels/chart6.xml.rels><?xml version="1.0" encoding="UTF-8" standalone="yes"?>
<Relationships xmlns="http://schemas.openxmlformats.org/package/2006/relationships"><Relationship Id="rId3" Type="http://schemas.openxmlformats.org/officeDocument/2006/relationships/package" Target="../embeddings/Microsoft_Excel_Worksheet5.xlsx"/><Relationship Id="rId2" Type="http://schemas.microsoft.com/office/2011/relationships/chartColorStyle" Target="colors6.xml"/><Relationship Id="rId1" Type="http://schemas.microsoft.com/office/2011/relationships/chartStyle" Target="style6.xml"/></Relationships>
</file>

<file path=ppt/charts/_rels/chart7.xml.rels><?xml version="1.0" encoding="UTF-8" standalone="yes"?>
<Relationships xmlns="http://schemas.openxmlformats.org/package/2006/relationships"><Relationship Id="rId3" Type="http://schemas.openxmlformats.org/officeDocument/2006/relationships/package" Target="../embeddings/Microsoft_Excel_Worksheet6.xlsx"/><Relationship Id="rId2" Type="http://schemas.microsoft.com/office/2011/relationships/chartColorStyle" Target="colors7.xml"/><Relationship Id="rId1" Type="http://schemas.microsoft.com/office/2011/relationships/chartStyle" Target="style7.xml"/></Relationships>
</file>

<file path=ppt/charts/_rels/chart8.xml.rels><?xml version="1.0" encoding="UTF-8" standalone="yes"?>
<Relationships xmlns="http://schemas.openxmlformats.org/package/2006/relationships"><Relationship Id="rId3" Type="http://schemas.openxmlformats.org/officeDocument/2006/relationships/package" Target="../embeddings/Microsoft_Excel_Worksheet7.xlsx"/><Relationship Id="rId2" Type="http://schemas.microsoft.com/office/2011/relationships/chartColorStyle" Target="colors8.xml"/><Relationship Id="rId1" Type="http://schemas.microsoft.com/office/2011/relationships/chartStyle" Target="style8.xml"/></Relationships>
</file>

<file path=ppt/charts/_rels/chart9.xml.rels><?xml version="1.0" encoding="UTF-8" standalone="yes"?>
<Relationships xmlns="http://schemas.openxmlformats.org/package/2006/relationships"><Relationship Id="rId3" Type="http://schemas.openxmlformats.org/officeDocument/2006/relationships/package" Target="../embeddings/Microsoft_Excel_Worksheet8.xlsx"/><Relationship Id="rId2" Type="http://schemas.microsoft.com/office/2011/relationships/chartColorStyle" Target="colors9.xml"/><Relationship Id="rId1" Type="http://schemas.microsoft.com/office/2011/relationships/chartStyle" Target="style9.xml"/></Relationships>
</file>

<file path=ppt/charts/_rels/chart10.xml.rels><?xml version="1.0" encoding="UTF-8" standalone="yes"?>
<Relationships xmlns="http://schemas.openxmlformats.org/package/2006/relationships"><Relationship Id="rId3" Type="http://schemas.openxmlformats.org/officeDocument/2006/relationships/package" Target="../embeddings/Microsoft_Excel_Worksheet9.xlsx"/><Relationship Id="rId2" Type="http://schemas.microsoft.com/office/2011/relationships/chartColorStyle" Target="colors10.xml"/><Relationship Id="rId1" Type="http://schemas.microsoft.com/office/2011/relationships/chartStyle" Target="style10.xml"/></Relationships>
</file>

<file path=ppt/charts/_rels/chart11.xml.rels><?xml version="1.0" encoding="UTF-8" standalone="yes"?>
<Relationships xmlns="http://schemas.openxmlformats.org/package/2006/relationships"><Relationship Id="rId3" Type="http://schemas.openxmlformats.org/officeDocument/2006/relationships/package" Target="../embeddings/Microsoft_Excel_Worksheet10.xlsx"/><Relationship Id="rId2" Type="http://schemas.microsoft.com/office/2011/relationships/chartColorStyle" Target="colors11.xml"/><Relationship Id="rId1" Type="http://schemas.microsoft.com/office/2011/relationships/chartStyle" Target="style11.xml"/></Relationships>
</file>

<file path=ppt/charts/_rels/chart12.xml.rels><?xml version="1.0" encoding="UTF-8" standalone="yes"?>
<Relationships xmlns="http://schemas.openxmlformats.org/package/2006/relationships"><Relationship Id="rId3" Type="http://schemas.openxmlformats.org/officeDocument/2006/relationships/package" Target="../embeddings/Microsoft_Excel_Worksheet11.xlsx"/><Relationship Id="rId2" Type="http://schemas.microsoft.com/office/2011/relationships/chartColorStyle" Target="colors12.xml"/><Relationship Id="rId1" Type="http://schemas.microsoft.com/office/2011/relationships/chartStyle" Target="style12.xml"/></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3" Type="http://schemas.openxmlformats.org/officeDocument/2006/relationships/package" Target="../embeddings/Microsoft_Excel_Worksheet13.xlsx"/><Relationship Id="rId2" Type="http://schemas.microsoft.com/office/2011/relationships/chartColorStyle" Target="colors13.xml"/><Relationship Id="rId1" Type="http://schemas.microsoft.com/office/2011/relationships/chartStyle" Target="style13.xml"/></Relationships>
</file>

<file path=ppt/charts/_rels/chart15.xml.rels><?xml version="1.0" encoding="UTF-8" standalone="yes"?>
<Relationships xmlns="http://schemas.openxmlformats.org/package/2006/relationships"><Relationship Id="rId3" Type="http://schemas.openxmlformats.org/officeDocument/2006/relationships/package" Target="../embeddings/Microsoft_Excel_Worksheet14.xlsx"/><Relationship Id="rId2" Type="http://schemas.microsoft.com/office/2011/relationships/chartColorStyle" Target="colors14.xml"/><Relationship Id="rId1" Type="http://schemas.microsoft.com/office/2011/relationships/chartStyle" Target="style14.xml"/></Relationships>
</file>

<file path=ppt/charts/_rels/chart16.xml.rels><?xml version="1.0" encoding="UTF-8" standalone="yes"?>
<Relationships xmlns="http://schemas.openxmlformats.org/package/2006/relationships"><Relationship Id="rId3" Type="http://schemas.openxmlformats.org/officeDocument/2006/relationships/package" Target="../embeddings/Microsoft_Excel_Worksheet15.xlsx"/><Relationship Id="rId2" Type="http://schemas.microsoft.com/office/2011/relationships/chartColorStyle" Target="colors15.xml"/><Relationship Id="rId1" Type="http://schemas.microsoft.com/office/2011/relationships/chartStyle" Target="style15.xml"/></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6.xml"/><Relationship Id="rId1" Type="http://schemas.microsoft.com/office/2011/relationships/chartStyle" Target="style16.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17.xml"/><Relationship Id="rId1" Type="http://schemas.microsoft.com/office/2011/relationships/chartStyle" Target="style17.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18.xml"/><Relationship Id="rId1" Type="http://schemas.microsoft.com/office/2011/relationships/chartStyle" Target="style18.xml"/></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19.xml"/><Relationship Id="rId1" Type="http://schemas.microsoft.com/office/2011/relationships/chartStyle" Target="style19.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20.xml"/><Relationship Id="rId1" Type="http://schemas.microsoft.com/office/2011/relationships/chartStyle" Target="style20.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21.xml"/><Relationship Id="rId1" Type="http://schemas.microsoft.com/office/2011/relationships/chartStyle" Target="style21.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22.xml"/><Relationship Id="rId1" Type="http://schemas.microsoft.com/office/2011/relationships/chartStyle" Target="style22.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23.xml"/><Relationship Id="rId1" Type="http://schemas.microsoft.com/office/2011/relationships/chartStyle" Target="style23.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24.xml"/><Relationship Id="rId1" Type="http://schemas.microsoft.com/office/2011/relationships/chartStyle" Target="style24.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25.xml"/><Relationship Id="rId1" Type="http://schemas.microsoft.com/office/2011/relationships/chartStyle" Target="style25.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26.xml"/><Relationship Id="rId1" Type="http://schemas.microsoft.com/office/2011/relationships/chartStyle" Target="style26.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27.xml"/><Relationship Id="rId1" Type="http://schemas.microsoft.com/office/2011/relationships/chartStyle" Target="style27.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28.xml"/><Relationship Id="rId1" Type="http://schemas.microsoft.com/office/2011/relationships/chartStyle" Target="style28.xml"/></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29.xml"/><Relationship Id="rId1" Type="http://schemas.microsoft.com/office/2011/relationships/chartStyle" Target="style29.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30.xml"/><Relationship Id="rId1" Type="http://schemas.microsoft.com/office/2011/relationships/chartStyle" Target="style30.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31.xml"/><Relationship Id="rId1" Type="http://schemas.microsoft.com/office/2011/relationships/chartStyle" Target="style31.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32.xml"/><Relationship Id="rId1" Type="http://schemas.microsoft.com/office/2011/relationships/chartStyle" Target="style32.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33.xml"/><Relationship Id="rId1" Type="http://schemas.microsoft.com/office/2011/relationships/chartStyle" Target="style33.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34.xml"/><Relationship Id="rId1" Type="http://schemas.microsoft.com/office/2011/relationships/chartStyle" Target="style34.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35.xml"/><Relationship Id="rId1" Type="http://schemas.microsoft.com/office/2011/relationships/chartStyle" Target="style35.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36.xml"/><Relationship Id="rId1" Type="http://schemas.microsoft.com/office/2011/relationships/chartStyle" Target="style36.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37.xml"/><Relationship Id="rId1" Type="http://schemas.microsoft.com/office/2011/relationships/chartStyle" Target="style37.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38.xml"/><Relationship Id="rId1" Type="http://schemas.microsoft.com/office/2011/relationships/chartStyle" Target="style38.xml"/></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39.xml"/><Relationship Id="rId1" Type="http://schemas.microsoft.com/office/2011/relationships/chartStyle" Target="style39.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40.xml"/><Relationship Id="rId1" Type="http://schemas.microsoft.com/office/2011/relationships/chartStyle" Target="style40.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41.xml"/><Relationship Id="rId1" Type="http://schemas.microsoft.com/office/2011/relationships/chartStyle" Target="style41.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42.xml"/><Relationship Id="rId1" Type="http://schemas.microsoft.com/office/2011/relationships/chartStyle" Target="style42.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43.xml"/><Relationship Id="rId1" Type="http://schemas.microsoft.com/office/2011/relationships/chartStyle" Target="style43.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44.xml"/><Relationship Id="rId1" Type="http://schemas.microsoft.com/office/2011/relationships/chartStyle" Target="style44.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45.xml"/><Relationship Id="rId1" Type="http://schemas.microsoft.com/office/2011/relationships/chartStyle" Target="style45.xml"/></Relationships>
</file>

<file path=ppt/charts/_rels/chart47.xml.rels><?xml version="1.0" encoding="UTF-8" standalone="yes"?>
<Relationships xmlns="http://schemas.openxmlformats.org/package/2006/relationships"><Relationship Id="rId1" Type="http://schemas.openxmlformats.org/officeDocument/2006/relationships/package" Target="../embeddings/Microsoft_Excel_Worksheet46.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percentStacked"/>
        <c:varyColors val="0"/>
        <c:ser>
          <c:idx val="0"/>
          <c:order val="0"/>
          <c:tx>
            <c:strRef>
              <c:f>Sheet1!$B$1</c:f>
              <c:strCache>
                <c:ptCount val="1"/>
                <c:pt idx="0">
                  <c:v>系列 1</c:v>
                </c:pt>
              </c:strCache>
            </c:strRef>
          </c:tx>
          <c:spPr>
            <a:solidFill>
              <a:srgbClr val="AF9B67"/>
            </a:solidFill>
            <a:ln>
              <a:noFill/>
            </a:ln>
            <a:effectLst/>
          </c:spPr>
          <c:invertIfNegative val="0"/>
          <c:dPt>
            <c:idx val="1"/>
            <c:invertIfNegative val="0"/>
            <c:bubble3D val="0"/>
            <c:spPr>
              <a:solidFill>
                <a:srgbClr val="655049"/>
              </a:solidFill>
              <a:ln>
                <a:noFill/>
              </a:ln>
              <a:effectLst/>
            </c:spPr>
            <c:extLst>
              <c:ext xmlns:c16="http://schemas.microsoft.com/office/drawing/2014/chart" uri="{C3380CC4-5D6E-409C-BE32-E72D297353CC}">
                <c16:uniqueId val="{00000001-D8D4-446E-9CBE-AA99EEA0B319}"/>
              </c:ext>
            </c:extLst>
          </c:dPt>
          <c:dPt>
            <c:idx val="2"/>
            <c:invertIfNegative val="0"/>
            <c:bubble3D val="0"/>
            <c:spPr>
              <a:solidFill>
                <a:srgbClr val="58919A"/>
              </a:solidFill>
              <a:ln>
                <a:noFill/>
              </a:ln>
              <a:effectLst/>
            </c:spPr>
            <c:extLst>
              <c:ext xmlns:c16="http://schemas.microsoft.com/office/drawing/2014/chart" uri="{C3380CC4-5D6E-409C-BE32-E72D297353CC}">
                <c16:uniqueId val="{00000003-D8D4-446E-9CBE-AA99EEA0B319}"/>
              </c:ext>
            </c:extLst>
          </c:dPt>
          <c:dPt>
            <c:idx val="3"/>
            <c:invertIfNegative val="0"/>
            <c:bubble3D val="0"/>
            <c:spPr>
              <a:solidFill>
                <a:srgbClr val="D5331C"/>
              </a:solidFill>
              <a:ln>
                <a:noFill/>
              </a:ln>
              <a:effectLst/>
            </c:spPr>
            <c:extLst>
              <c:ext xmlns:c16="http://schemas.microsoft.com/office/drawing/2014/chart" uri="{C3380CC4-5D6E-409C-BE32-E72D297353CC}">
                <c16:uniqueId val="{00000005-D8D4-446E-9CBE-AA99EEA0B319}"/>
              </c:ext>
            </c:extLst>
          </c:dPt>
          <c:cat>
            <c:strRef>
              <c:f>Sheet1!$A$2:$A$5</c:f>
              <c:strCache>
                <c:ptCount val="4"/>
                <c:pt idx="0">
                  <c:v>类别 1</c:v>
                </c:pt>
                <c:pt idx="1">
                  <c:v>类别 2</c:v>
                </c:pt>
                <c:pt idx="2">
                  <c:v>类别 3</c:v>
                </c:pt>
                <c:pt idx="3">
                  <c:v>类别 4</c:v>
                </c:pt>
              </c:strCache>
            </c:strRef>
          </c:cat>
          <c:val>
            <c:numRef>
              <c:f>Sheet1!$B$2:$B$5</c:f>
              <c:numCache>
                <c:formatCode>0.00%</c:formatCode>
                <c:ptCount val="4"/>
                <c:pt idx="0">
                  <c:v>0.43</c:v>
                </c:pt>
                <c:pt idx="1">
                  <c:v>0.25</c:v>
                </c:pt>
                <c:pt idx="2">
                  <c:v>0.35</c:v>
                </c:pt>
                <c:pt idx="3">
                  <c:v>0.45</c:v>
                </c:pt>
              </c:numCache>
            </c:numRef>
          </c:val>
          <c:extLst>
            <c:ext xmlns:c16="http://schemas.microsoft.com/office/drawing/2014/chart" uri="{C3380CC4-5D6E-409C-BE32-E72D297353CC}">
              <c16:uniqueId val="{00000006-D8D4-446E-9CBE-AA99EEA0B319}"/>
            </c:ext>
          </c:extLst>
        </c:ser>
        <c:ser>
          <c:idx val="1"/>
          <c:order val="1"/>
          <c:tx>
            <c:strRef>
              <c:f>Sheet1!$C$1</c:f>
              <c:strCache>
                <c:ptCount val="1"/>
                <c:pt idx="0">
                  <c:v>系列 2</c:v>
                </c:pt>
              </c:strCache>
            </c:strRef>
          </c:tx>
          <c:spPr>
            <a:solidFill>
              <a:srgbClr val="CCB77F"/>
            </a:solidFill>
            <a:ln>
              <a:noFill/>
            </a:ln>
            <a:effectLst/>
          </c:spPr>
          <c:invertIfNegative val="0"/>
          <c:dPt>
            <c:idx val="1"/>
            <c:invertIfNegative val="0"/>
            <c:bubble3D val="0"/>
            <c:spPr>
              <a:solidFill>
                <a:srgbClr val="7B6057"/>
              </a:solidFill>
              <a:ln>
                <a:noFill/>
              </a:ln>
              <a:effectLst/>
            </c:spPr>
            <c:extLst>
              <c:ext xmlns:c16="http://schemas.microsoft.com/office/drawing/2014/chart" uri="{C3380CC4-5D6E-409C-BE32-E72D297353CC}">
                <c16:uniqueId val="{00000008-D8D4-446E-9CBE-AA99EEA0B319}"/>
              </c:ext>
            </c:extLst>
          </c:dPt>
          <c:dPt>
            <c:idx val="2"/>
            <c:invertIfNegative val="0"/>
            <c:bubble3D val="0"/>
            <c:spPr>
              <a:solidFill>
                <a:srgbClr val="74A7AE"/>
              </a:solidFill>
              <a:ln>
                <a:noFill/>
              </a:ln>
              <a:effectLst/>
            </c:spPr>
            <c:extLst>
              <c:ext xmlns:c16="http://schemas.microsoft.com/office/drawing/2014/chart" uri="{C3380CC4-5D6E-409C-BE32-E72D297353CC}">
                <c16:uniqueId val="{0000000A-D8D4-446E-9CBE-AA99EEA0B319}"/>
              </c:ext>
            </c:extLst>
          </c:dPt>
          <c:dPt>
            <c:idx val="3"/>
            <c:invertIfNegative val="0"/>
            <c:bubble3D val="0"/>
            <c:spPr>
              <a:solidFill>
                <a:srgbClr val="EA502C"/>
              </a:solidFill>
              <a:ln>
                <a:noFill/>
              </a:ln>
              <a:effectLst/>
            </c:spPr>
            <c:extLst>
              <c:ext xmlns:c16="http://schemas.microsoft.com/office/drawing/2014/chart" uri="{C3380CC4-5D6E-409C-BE32-E72D297353CC}">
                <c16:uniqueId val="{0000000C-D8D4-446E-9CBE-AA99EEA0B319}"/>
              </c:ext>
            </c:extLst>
          </c:dPt>
          <c:cat>
            <c:strRef>
              <c:f>Sheet1!$A$2:$A$5</c:f>
              <c:strCache>
                <c:ptCount val="4"/>
                <c:pt idx="0">
                  <c:v>类别 1</c:v>
                </c:pt>
                <c:pt idx="1">
                  <c:v>类别 2</c:v>
                </c:pt>
                <c:pt idx="2">
                  <c:v>类别 3</c:v>
                </c:pt>
                <c:pt idx="3">
                  <c:v>类别 4</c:v>
                </c:pt>
              </c:strCache>
            </c:strRef>
          </c:cat>
          <c:val>
            <c:numRef>
              <c:f>Sheet1!$C$2:$C$5</c:f>
              <c:numCache>
                <c:formatCode>0.00%</c:formatCode>
                <c:ptCount val="4"/>
                <c:pt idx="0">
                  <c:v>0.24</c:v>
                </c:pt>
                <c:pt idx="1">
                  <c:v>0.44</c:v>
                </c:pt>
                <c:pt idx="2">
                  <c:v>0.18</c:v>
                </c:pt>
                <c:pt idx="3">
                  <c:v>0.28000000000000003</c:v>
                </c:pt>
              </c:numCache>
            </c:numRef>
          </c:val>
          <c:extLst>
            <c:ext xmlns:c16="http://schemas.microsoft.com/office/drawing/2014/chart" uri="{C3380CC4-5D6E-409C-BE32-E72D297353CC}">
              <c16:uniqueId val="{0000000D-D8D4-446E-9CBE-AA99EEA0B319}"/>
            </c:ext>
          </c:extLst>
        </c:ser>
        <c:ser>
          <c:idx val="2"/>
          <c:order val="2"/>
          <c:tx>
            <c:strRef>
              <c:f>Sheet1!$D$1</c:f>
              <c:strCache>
                <c:ptCount val="1"/>
                <c:pt idx="0">
                  <c:v>系列 3</c:v>
                </c:pt>
              </c:strCache>
            </c:strRef>
          </c:tx>
          <c:spPr>
            <a:solidFill>
              <a:srgbClr val="D4D6D6"/>
            </a:solidFill>
            <a:ln>
              <a:noFill/>
            </a:ln>
            <a:effectLst/>
          </c:spPr>
          <c:invertIfNegative val="0"/>
          <c:cat>
            <c:strRef>
              <c:f>Sheet1!$A$2:$A$5</c:f>
              <c:strCache>
                <c:ptCount val="4"/>
                <c:pt idx="0">
                  <c:v>类别 1</c:v>
                </c:pt>
                <c:pt idx="1">
                  <c:v>类别 2</c:v>
                </c:pt>
                <c:pt idx="2">
                  <c:v>类别 3</c:v>
                </c:pt>
                <c:pt idx="3">
                  <c:v>类别 4</c:v>
                </c:pt>
              </c:strCache>
            </c:strRef>
          </c:cat>
          <c:val>
            <c:numRef>
              <c:f>Sheet1!$D$2:$D$5</c:f>
              <c:numCache>
                <c:formatCode>General</c:formatCode>
                <c:ptCount val="4"/>
                <c:pt idx="0">
                  <c:v>0.2</c:v>
                </c:pt>
                <c:pt idx="1">
                  <c:v>0.2</c:v>
                </c:pt>
                <c:pt idx="2">
                  <c:v>0.3</c:v>
                </c:pt>
                <c:pt idx="3">
                  <c:v>0.5</c:v>
                </c:pt>
              </c:numCache>
            </c:numRef>
          </c:val>
          <c:extLst>
            <c:ext xmlns:c16="http://schemas.microsoft.com/office/drawing/2014/chart" uri="{C3380CC4-5D6E-409C-BE32-E72D297353CC}">
              <c16:uniqueId val="{0000000E-D8D4-446E-9CBE-AA99EEA0B319}"/>
            </c:ext>
          </c:extLst>
        </c:ser>
        <c:dLbls>
          <c:showLegendKey val="0"/>
          <c:showVal val="0"/>
          <c:showCatName val="0"/>
          <c:showSerName val="0"/>
          <c:showPercent val="0"/>
          <c:showBubbleSize val="0"/>
        </c:dLbls>
        <c:gapWidth val="240"/>
        <c:overlap val="100"/>
        <c:axId val="-1010129120"/>
        <c:axId val="-1010140544"/>
      </c:barChart>
      <c:catAx>
        <c:axId val="-1010129120"/>
        <c:scaling>
          <c:orientation val="minMax"/>
        </c:scaling>
        <c:delete val="1"/>
        <c:axPos val="l"/>
        <c:numFmt formatCode="General" sourceLinked="1"/>
        <c:majorTickMark val="none"/>
        <c:minorTickMark val="none"/>
        <c:tickLblPos val="nextTo"/>
        <c:crossAx val="-1010140544"/>
        <c:crosses val="autoZero"/>
        <c:auto val="1"/>
        <c:lblAlgn val="ctr"/>
        <c:lblOffset val="100"/>
        <c:noMultiLvlLbl val="0"/>
      </c:catAx>
      <c:valAx>
        <c:axId val="-1010140544"/>
        <c:scaling>
          <c:orientation val="minMax"/>
        </c:scaling>
        <c:delete val="1"/>
        <c:axPos val="b"/>
        <c:numFmt formatCode="0%" sourceLinked="1"/>
        <c:majorTickMark val="none"/>
        <c:minorTickMark val="none"/>
        <c:tickLblPos val="nextTo"/>
        <c:crossAx val="-1010129120"/>
        <c:crosses val="autoZero"/>
        <c:crossBetween val="between"/>
      </c:valAx>
      <c:spPr>
        <a:noFill/>
        <a:ln w="25400">
          <a:noFill/>
        </a:ln>
        <a:effectLst/>
      </c:spPr>
    </c:plotArea>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clustered"/>
        <c:varyColors val="0"/>
        <c:ser>
          <c:idx val="0"/>
          <c:order val="0"/>
          <c:tx>
            <c:strRef>
              <c:f>Sheet1!$B$1</c:f>
              <c:strCache>
                <c:ptCount val="1"/>
                <c:pt idx="0">
                  <c:v>系列 1</c:v>
                </c:pt>
              </c:strCache>
            </c:strRef>
          </c:tx>
          <c:spPr>
            <a:solidFill>
              <a:schemeClr val="bg1"/>
            </a:solidFill>
            <a:ln>
              <a:solidFill>
                <a:schemeClr val="bg1">
                  <a:lumMod val="75000"/>
                </a:schemeClr>
              </a:solidFill>
            </a:ln>
            <a:effectLst/>
          </c:spPr>
          <c:invertIfNegative val="0"/>
          <c:cat>
            <c:strRef>
              <c:f>Sheet1!$A$2:$A$5</c:f>
              <c:strCache>
                <c:ptCount val="4"/>
                <c:pt idx="0">
                  <c:v>类别 1</c:v>
                </c:pt>
                <c:pt idx="1">
                  <c:v>类别 2</c:v>
                </c:pt>
                <c:pt idx="2">
                  <c:v>类别 3</c:v>
                </c:pt>
                <c:pt idx="3">
                  <c:v>类别 4</c:v>
                </c:pt>
              </c:strCache>
            </c:strRef>
          </c:cat>
          <c:val>
            <c:numRef>
              <c:f>Sheet1!$B$2:$B$5</c:f>
              <c:numCache>
                <c:formatCode>General</c:formatCode>
                <c:ptCount val="4"/>
                <c:pt idx="0">
                  <c:v>5</c:v>
                </c:pt>
                <c:pt idx="1">
                  <c:v>5</c:v>
                </c:pt>
                <c:pt idx="2">
                  <c:v>5</c:v>
                </c:pt>
                <c:pt idx="3">
                  <c:v>5</c:v>
                </c:pt>
              </c:numCache>
            </c:numRef>
          </c:val>
          <c:extLst>
            <c:ext xmlns:c16="http://schemas.microsoft.com/office/drawing/2014/chart" uri="{C3380CC4-5D6E-409C-BE32-E72D297353CC}">
              <c16:uniqueId val="{00000000-7D89-490F-9F71-844A23C22F30}"/>
            </c:ext>
          </c:extLst>
        </c:ser>
        <c:ser>
          <c:idx val="1"/>
          <c:order val="1"/>
          <c:tx>
            <c:strRef>
              <c:f>Sheet1!$C$1</c:f>
              <c:strCache>
                <c:ptCount val="1"/>
                <c:pt idx="0">
                  <c:v>系列 2</c:v>
                </c:pt>
              </c:strCache>
            </c:strRef>
          </c:tx>
          <c:spPr>
            <a:solidFill>
              <a:srgbClr val="E46573"/>
            </a:solidFill>
            <a:ln>
              <a:noFill/>
            </a:ln>
            <a:effectLst/>
          </c:spPr>
          <c:invertIfNegative val="0"/>
          <c:dPt>
            <c:idx val="0"/>
            <c:invertIfNegative val="0"/>
            <c:bubble3D val="0"/>
            <c:spPr>
              <a:solidFill>
                <a:srgbClr val="F36C00"/>
              </a:solidFill>
              <a:ln>
                <a:noFill/>
              </a:ln>
              <a:effectLst/>
            </c:spPr>
            <c:extLst>
              <c:ext xmlns:c16="http://schemas.microsoft.com/office/drawing/2014/chart" uri="{C3380CC4-5D6E-409C-BE32-E72D297353CC}">
                <c16:uniqueId val="{00000002-7D89-490F-9F71-844A23C22F30}"/>
              </c:ext>
            </c:extLst>
          </c:dPt>
          <c:dPt>
            <c:idx val="1"/>
            <c:invertIfNegative val="0"/>
            <c:bubble3D val="0"/>
            <c:spPr>
              <a:solidFill>
                <a:srgbClr val="03ADAE"/>
              </a:solidFill>
              <a:ln>
                <a:noFill/>
              </a:ln>
              <a:effectLst/>
            </c:spPr>
            <c:extLst>
              <c:ext xmlns:c16="http://schemas.microsoft.com/office/drawing/2014/chart" uri="{C3380CC4-5D6E-409C-BE32-E72D297353CC}">
                <c16:uniqueId val="{00000004-7D89-490F-9F71-844A23C22F30}"/>
              </c:ext>
            </c:extLst>
          </c:dPt>
          <c:dPt>
            <c:idx val="2"/>
            <c:invertIfNegative val="0"/>
            <c:bubble3D val="0"/>
            <c:spPr>
              <a:solidFill>
                <a:srgbClr val="A1B963"/>
              </a:solidFill>
              <a:ln>
                <a:noFill/>
              </a:ln>
              <a:effectLst/>
            </c:spPr>
            <c:extLst>
              <c:ext xmlns:c16="http://schemas.microsoft.com/office/drawing/2014/chart" uri="{C3380CC4-5D6E-409C-BE32-E72D297353CC}">
                <c16:uniqueId val="{00000006-7D89-490F-9F71-844A23C22F30}"/>
              </c:ext>
            </c:extLst>
          </c:dPt>
          <c:cat>
            <c:strRef>
              <c:f>Sheet1!$A$2:$A$5</c:f>
              <c:strCache>
                <c:ptCount val="4"/>
                <c:pt idx="0">
                  <c:v>类别 1</c:v>
                </c:pt>
                <c:pt idx="1">
                  <c:v>类别 2</c:v>
                </c:pt>
                <c:pt idx="2">
                  <c:v>类别 3</c:v>
                </c:pt>
                <c:pt idx="3">
                  <c:v>类别 4</c:v>
                </c:pt>
              </c:strCache>
            </c:strRef>
          </c:cat>
          <c:val>
            <c:numRef>
              <c:f>Sheet1!$C$2:$C$5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7-7D89-490F-9F71-844A23C22F30}"/>
            </c:ext>
          </c:extLst>
        </c:ser>
        <c:dLbls>
          <c:showLegendKey val="0"/>
          <c:showVal val="0"/>
          <c:showCatName val="0"/>
          <c:showSerName val="0"/>
          <c:showPercent val="0"/>
          <c:showBubbleSize val="0"/>
        </c:dLbls>
        <c:gapWidth val="55"/>
        <c:overlap val="100"/>
        <c:axId val="-1010128032"/>
        <c:axId val="-1010156864"/>
      </c:barChart>
      <c:catAx>
        <c:axId val="-1010128032"/>
        <c:scaling>
          <c:orientation val="minMax"/>
        </c:scaling>
        <c:delete val="1"/>
        <c:axPos val="l"/>
        <c:numFmt formatCode="General" sourceLinked="1"/>
        <c:majorTickMark val="out"/>
        <c:minorTickMark val="none"/>
        <c:tickLblPos val="nextTo"/>
        <c:crossAx val="-1010156864"/>
        <c:crosses val="autoZero"/>
        <c:auto val="1"/>
        <c:lblAlgn val="ctr"/>
        <c:lblOffset val="100"/>
        <c:noMultiLvlLbl val="0"/>
      </c:catAx>
      <c:valAx>
        <c:axId val="-1010156864"/>
        <c:scaling>
          <c:orientation val="minMax"/>
          <c:max val="5"/>
        </c:scaling>
        <c:delete val="1"/>
        <c:axPos val="b"/>
        <c:numFmt formatCode="General" sourceLinked="1"/>
        <c:majorTickMark val="out"/>
        <c:minorTickMark val="none"/>
        <c:tickLblPos val="nextTo"/>
        <c:crossAx val="-1010128032"/>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30914787877943E-2"/>
          <c:y val="4.9448108493043597E-2"/>
          <c:w val="0.94438035555564404"/>
          <c:h val="0.89121416131530395"/>
        </c:manualLayout>
      </c:layout>
      <c:barChart>
        <c:barDir val="bar"/>
        <c:grouping val="clustered"/>
        <c:varyColors val="0"/>
        <c:ser>
          <c:idx val="0"/>
          <c:order val="0"/>
          <c:tx>
            <c:strRef>
              <c:f>Sheet1!$B$1</c:f>
              <c:strCache>
                <c:ptCount val="1"/>
                <c:pt idx="0">
                  <c:v>系列 1</c:v>
                </c:pt>
              </c:strCache>
            </c:strRef>
          </c:tx>
          <c:spPr>
            <a:solidFill>
              <a:schemeClr val="accent1"/>
            </a:solidFill>
            <a:ln>
              <a:noFill/>
            </a:ln>
            <a:effectLst/>
          </c:spPr>
          <c:invertIfNegative val="0"/>
          <c:dPt>
            <c:idx val="0"/>
            <c:invertIfNegative val="0"/>
            <c:bubble3D val="0"/>
            <c:spPr>
              <a:solidFill>
                <a:srgbClr val="E5584F"/>
              </a:solidFill>
              <a:ln>
                <a:noFill/>
              </a:ln>
              <a:effectLst/>
            </c:spPr>
            <c:extLst>
              <c:ext xmlns:c16="http://schemas.microsoft.com/office/drawing/2014/chart" uri="{C3380CC4-5D6E-409C-BE32-E72D297353CC}">
                <c16:uniqueId val="{00000001-367C-4632-B8A2-D9900ACFC9BA}"/>
              </c:ext>
            </c:extLst>
          </c:dPt>
          <c:dPt>
            <c:idx val="1"/>
            <c:invertIfNegative val="0"/>
            <c:bubble3D val="0"/>
            <c:spPr>
              <a:solidFill>
                <a:srgbClr val="279FB6"/>
              </a:solidFill>
              <a:ln>
                <a:noFill/>
              </a:ln>
              <a:effectLst/>
            </c:spPr>
            <c:extLst>
              <c:ext xmlns:c16="http://schemas.microsoft.com/office/drawing/2014/chart" uri="{C3380CC4-5D6E-409C-BE32-E72D297353CC}">
                <c16:uniqueId val="{00000003-367C-4632-B8A2-D9900ACFC9BA}"/>
              </c:ext>
            </c:extLst>
          </c:dPt>
          <c:dLbls>
            <c:dLbl>
              <c:idx val="0"/>
              <c:layout>
                <c:manualLayout>
                  <c:x val="-0.42944656064959902"/>
                  <c:y val="-8.1378201605040304E-17"/>
                </c:manualLayout>
              </c:layout>
              <c:dLblPos val="outEnd"/>
              <c:showLegendKey val="0"/>
              <c:showVal val="1"/>
              <c:showCatName val="0"/>
              <c:showSerName val="0"/>
              <c:showPercent val="0"/>
              <c:showBubbleSize val="0"/>
              <c:extLst>
                <c:ext xmlns:c15="http://schemas.microsoft.com/office/drawing/2012/chart" uri="{CE6537A1-D6FC-4f65-9D91-7224C49458BB}">
                  <c15:layout>
                    <c:manualLayout>
                      <c:w val="0.44963426201948697"/>
                      <c:h val="0.29902395709891999"/>
                    </c:manualLayout>
                  </c15:layout>
                </c:ext>
                <c:ext xmlns:c16="http://schemas.microsoft.com/office/drawing/2014/chart" uri="{C3380CC4-5D6E-409C-BE32-E72D297353CC}">
                  <c16:uniqueId val="{00000001-367C-4632-B8A2-D9900ACFC9BA}"/>
                </c:ext>
              </c:extLst>
            </c:dLbl>
            <c:dLbl>
              <c:idx val="1"/>
              <c:layout>
                <c:manualLayout>
                  <c:x val="-0.42205356725169502"/>
                  <c:y val="4.4388622741619596E-3"/>
                </c:manualLayout>
              </c:layout>
              <c:dLblPos val="outEnd"/>
              <c:showLegendKey val="0"/>
              <c:showVal val="1"/>
              <c:showCatName val="0"/>
              <c:showSerName val="0"/>
              <c:showPercent val="0"/>
              <c:showBubbleSize val="0"/>
              <c:extLst>
                <c:ext xmlns:c15="http://schemas.microsoft.com/office/drawing/2012/chart" uri="{CE6537A1-D6FC-4f65-9D91-7224C49458BB}">
                  <c15:layout>
                    <c:manualLayout>
                      <c:w val="0.47296923102955102"/>
                      <c:h val="0.29902395709891999"/>
                    </c:manualLayout>
                  </c15:layout>
                </c:ext>
                <c:ext xmlns:c16="http://schemas.microsoft.com/office/drawing/2014/chart" uri="{C3380CC4-5D6E-409C-BE32-E72D297353CC}">
                  <c16:uniqueId val="{00000003-367C-4632-B8A2-D9900ACFC9BA}"/>
                </c:ext>
              </c:extLst>
            </c:dLbl>
            <c:spPr>
              <a:noFill/>
              <a:ln>
                <a:noFill/>
              </a:ln>
              <a:effectLst/>
            </c:spPr>
            <c:txPr>
              <a:bodyPr rot="0" spcFirstLastPara="1" vertOverflow="ellipsis" vert="horz" wrap="square" lIns="38100" tIns="19050" rIns="38100" bIns="19050" anchor="ctr" anchorCtr="1">
                <a:spAutoFit/>
              </a:bodyPr>
              <a:lstStyle/>
              <a:p>
                <a:pPr>
                  <a:defRPr sz="5400" b="0" i="0" u="none" strike="noStrike" kern="1200" baseline="0">
                    <a:solidFill>
                      <a:schemeClr val="bg1"/>
                    </a:solidFill>
                    <a:latin typeface="Impact" panose="020B0806030902050204" pitchFamily="34" charset="0"/>
                    <a:ea typeface="+mn-ea"/>
                    <a:cs typeface="+mn-cs"/>
                  </a:defRPr>
                </a:pPr>
                <a:endParaRPr lang="zh-CN"/>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类别 1</c:v>
                </c:pt>
                <c:pt idx="1">
                  <c:v>类别 2</c:v>
                </c:pt>
              </c:strCache>
            </c:strRef>
          </c:cat>
          <c:val>
            <c:numRef>
              <c:f>Sheet1!$B$2:$B$3</c:f>
              <c:numCache>
                <c:formatCode>0%</c:formatCode>
                <c:ptCount val="2"/>
                <c:pt idx="0">
                  <c:v>0.6</c:v>
                </c:pt>
                <c:pt idx="1">
                  <c:v>0.4</c:v>
                </c:pt>
              </c:numCache>
            </c:numRef>
          </c:val>
          <c:extLst>
            <c:ext xmlns:c16="http://schemas.microsoft.com/office/drawing/2014/chart" uri="{C3380CC4-5D6E-409C-BE32-E72D297353CC}">
              <c16:uniqueId val="{00000004-367C-4632-B8A2-D9900ACFC9BA}"/>
            </c:ext>
          </c:extLst>
        </c:ser>
        <c:dLbls>
          <c:showLegendKey val="0"/>
          <c:showVal val="0"/>
          <c:showCatName val="0"/>
          <c:showSerName val="0"/>
          <c:showPercent val="0"/>
          <c:showBubbleSize val="0"/>
        </c:dLbls>
        <c:gapWidth val="31"/>
        <c:axId val="-1010136736"/>
        <c:axId val="-1010125312"/>
      </c:barChart>
      <c:catAx>
        <c:axId val="-1010136736"/>
        <c:scaling>
          <c:orientation val="minMax"/>
        </c:scaling>
        <c:delete val="1"/>
        <c:axPos val="l"/>
        <c:numFmt formatCode="General" sourceLinked="1"/>
        <c:majorTickMark val="none"/>
        <c:minorTickMark val="none"/>
        <c:tickLblPos val="nextTo"/>
        <c:crossAx val="-1010125312"/>
        <c:crosses val="autoZero"/>
        <c:auto val="1"/>
        <c:lblAlgn val="ctr"/>
        <c:lblOffset val="100"/>
        <c:noMultiLvlLbl val="0"/>
      </c:catAx>
      <c:valAx>
        <c:axId val="-1010125312"/>
        <c:scaling>
          <c:orientation val="minMax"/>
        </c:scaling>
        <c:delete val="1"/>
        <c:axPos val="b"/>
        <c:numFmt formatCode="0%" sourceLinked="1"/>
        <c:majorTickMark val="none"/>
        <c:minorTickMark val="none"/>
        <c:tickLblPos val="nextTo"/>
        <c:crossAx val="-1010136736"/>
        <c:crosses val="autoZero"/>
        <c:crossBetween val="between"/>
      </c:valAx>
      <c:spPr>
        <a:noFill/>
        <a:ln w="25400">
          <a:noFill/>
        </a:ln>
        <a:effectLst/>
      </c:spPr>
    </c:plotArea>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9.0098702763677402E-2"/>
          <c:y val="2.7718253968254E-2"/>
          <c:w val="0.89020304568527897"/>
          <c:h val="0.82865079365079397"/>
        </c:manualLayout>
      </c:layout>
      <c:barChart>
        <c:barDir val="bar"/>
        <c:grouping val="clustered"/>
        <c:varyColors val="0"/>
        <c:ser>
          <c:idx val="0"/>
          <c:order val="0"/>
          <c:tx>
            <c:strRef>
              <c:f>Sheet1!$B$1</c:f>
              <c:strCache>
                <c:ptCount val="1"/>
                <c:pt idx="0">
                  <c:v>系列 1</c:v>
                </c:pt>
              </c:strCache>
            </c:strRef>
          </c:tx>
          <c:spPr>
            <a:blipFill>
              <a:blip xmlns:r="http://schemas.openxmlformats.org/officeDocument/2006/relationships" r:embed="rId3"/>
              <a:stretch>
                <a:fillRect/>
              </a:stretch>
            </a:blipFill>
            <a:ln>
              <a:noFill/>
            </a:ln>
            <a:effectLst/>
          </c:spPr>
          <c:invertIfNegative val="0"/>
          <c:pictureOptions>
            <c:pictureFormat val="stack"/>
          </c:pictureOptions>
          <c:dPt>
            <c:idx val="2"/>
            <c:invertIfNegative val="0"/>
            <c:bubble3D val="0"/>
            <c:spPr>
              <a:blipFill>
                <a:blip xmlns:r="http://schemas.openxmlformats.org/officeDocument/2006/relationships" r:embed="rId3"/>
                <a:stretch>
                  <a:fillRect/>
                </a:stretch>
              </a:blipFill>
              <a:ln>
                <a:noFill/>
              </a:ln>
              <a:effectLst/>
            </c:spPr>
            <c:pictureOptions>
              <c:pictureFormat val="stack"/>
            </c:pictureOptions>
            <c:extLst>
              <c:ext xmlns:c16="http://schemas.microsoft.com/office/drawing/2014/chart" uri="{C3380CC4-5D6E-409C-BE32-E72D297353CC}">
                <c16:uniqueId val="{00000001-D41D-4514-988B-E881C1ED8EB2}"/>
              </c:ext>
            </c:extLst>
          </c:dPt>
          <c:cat>
            <c:strRef>
              <c:f>Sheet1!$A$2:$A$5</c:f>
              <c:strCache>
                <c:ptCount val="4"/>
                <c:pt idx="0">
                  <c:v>类别 1</c:v>
                </c:pt>
                <c:pt idx="1">
                  <c:v>类别 2</c:v>
                </c:pt>
                <c:pt idx="2">
                  <c:v>类别 3</c:v>
                </c:pt>
                <c:pt idx="3">
                  <c:v>类别 4</c:v>
                </c:pt>
              </c:strCache>
            </c:strRef>
          </c:cat>
          <c:val>
            <c:numRef>
              <c:f>Sheet1!$B$2:$B$5</c:f>
              <c:numCache>
                <c:formatCode>0%</c:formatCode>
                <c:ptCount val="4"/>
                <c:pt idx="0">
                  <c:v>1</c:v>
                </c:pt>
                <c:pt idx="1">
                  <c:v>1</c:v>
                </c:pt>
                <c:pt idx="2">
                  <c:v>1</c:v>
                </c:pt>
                <c:pt idx="3">
                  <c:v>1</c:v>
                </c:pt>
              </c:numCache>
            </c:numRef>
          </c:val>
          <c:extLst>
            <c:ext xmlns:c16="http://schemas.microsoft.com/office/drawing/2014/chart" uri="{C3380CC4-5D6E-409C-BE32-E72D297353CC}">
              <c16:uniqueId val="{00000002-D41D-4514-988B-E881C1ED8EB2}"/>
            </c:ext>
          </c:extLst>
        </c:ser>
        <c:ser>
          <c:idx val="1"/>
          <c:order val="1"/>
          <c:tx>
            <c:strRef>
              <c:f>Sheet1!$C$1</c:f>
              <c:strCache>
                <c:ptCount val="1"/>
                <c:pt idx="0">
                  <c:v>系列 2</c:v>
                </c:pt>
              </c:strCache>
            </c:strRef>
          </c:tx>
          <c:spPr>
            <a:blipFill>
              <a:blip xmlns:r="http://schemas.openxmlformats.org/officeDocument/2006/relationships" r:embed="rId4"/>
              <a:stretch>
                <a:fillRect/>
              </a:stretch>
            </a:blipFill>
            <a:ln>
              <a:noFill/>
            </a:ln>
            <a:effectLst/>
          </c:spPr>
          <c:invertIfNegative val="0"/>
          <c:pictureOptions>
            <c:pictureFormat val="stack"/>
          </c:pictureOptions>
          <c:dLbls>
            <c:spPr>
              <a:noFill/>
              <a:ln>
                <a:noFill/>
              </a:ln>
              <a:effectLst/>
            </c:spPr>
            <c:txPr>
              <a:bodyPr rot="0" spcFirstLastPara="1" vertOverflow="ellipsis" vert="horz" wrap="square" lIns="38100" tIns="19050" rIns="38100" bIns="19050" anchor="ctr" anchorCtr="1">
                <a:spAutoFit/>
              </a:bodyPr>
              <a:lstStyle/>
              <a:p>
                <a:pPr>
                  <a:defRPr sz="2000" b="0" i="0" u="none" strike="noStrike" kern="1200" baseline="0">
                    <a:solidFill>
                      <a:schemeClr val="tx1">
                        <a:lumMod val="65000"/>
                        <a:lumOff val="35000"/>
                      </a:schemeClr>
                    </a:solidFill>
                    <a:latin typeface="Impact" panose="020B0806030902050204" pitchFamily="34" charset="0"/>
                    <a:ea typeface="+mn-ea"/>
                    <a:cs typeface="+mn-cs"/>
                  </a:defRPr>
                </a:pPr>
                <a:endParaRPr lang="zh-CN"/>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类别 1</c:v>
                </c:pt>
                <c:pt idx="1">
                  <c:v>类别 2</c:v>
                </c:pt>
                <c:pt idx="2">
                  <c:v>类别 3</c:v>
                </c:pt>
                <c:pt idx="3">
                  <c:v>类别 4</c:v>
                </c:pt>
              </c:strCache>
            </c:strRef>
          </c:cat>
          <c:val>
            <c:numRef>
              <c:f>Sheet1!$C$2:$C$5</c:f>
              <c:numCache>
                <c:formatCode>0%</c:formatCode>
                <c:ptCount val="4"/>
                <c:pt idx="0">
                  <c:v>0.25</c:v>
                </c:pt>
                <c:pt idx="1">
                  <c:v>0.75</c:v>
                </c:pt>
                <c:pt idx="2">
                  <c:v>0.5</c:v>
                </c:pt>
                <c:pt idx="3">
                  <c:v>0.9</c:v>
                </c:pt>
              </c:numCache>
            </c:numRef>
          </c:val>
          <c:extLst>
            <c:ext xmlns:c16="http://schemas.microsoft.com/office/drawing/2014/chart" uri="{C3380CC4-5D6E-409C-BE32-E72D297353CC}">
              <c16:uniqueId val="{00000003-D41D-4514-988B-E881C1ED8EB2}"/>
            </c:ext>
          </c:extLst>
        </c:ser>
        <c:dLbls>
          <c:showLegendKey val="0"/>
          <c:showVal val="0"/>
          <c:showCatName val="0"/>
          <c:showSerName val="0"/>
          <c:showPercent val="0"/>
          <c:showBubbleSize val="0"/>
        </c:dLbls>
        <c:gapWidth val="77"/>
        <c:overlap val="100"/>
        <c:axId val="-1010134016"/>
        <c:axId val="-1010135648"/>
      </c:barChart>
      <c:catAx>
        <c:axId val="-1010134016"/>
        <c:scaling>
          <c:orientation val="minMax"/>
        </c:scaling>
        <c:delete val="1"/>
        <c:axPos val="l"/>
        <c:numFmt formatCode="General" sourceLinked="1"/>
        <c:majorTickMark val="out"/>
        <c:minorTickMark val="none"/>
        <c:tickLblPos val="nextTo"/>
        <c:crossAx val="-1010135648"/>
        <c:crosses val="autoZero"/>
        <c:auto val="1"/>
        <c:lblAlgn val="ctr"/>
        <c:lblOffset val="100"/>
        <c:noMultiLvlLbl val="0"/>
      </c:catAx>
      <c:valAx>
        <c:axId val="-1010135648"/>
        <c:scaling>
          <c:orientation val="minMax"/>
        </c:scaling>
        <c:delete val="1"/>
        <c:axPos val="b"/>
        <c:numFmt formatCode="0%" sourceLinked="1"/>
        <c:majorTickMark val="out"/>
        <c:minorTickMark val="none"/>
        <c:tickLblPos val="nextTo"/>
        <c:crossAx val="-1010134016"/>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zh-CN"/>
    </a:p>
  </c:txPr>
  <c:externalData r:id="rId5">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3.4375000000000003E-2"/>
          <c:y val="0"/>
          <c:w val="0.96562499999999996"/>
          <c:h val="0.948437503171906"/>
        </c:manualLayout>
      </c:layout>
      <c:barChart>
        <c:barDir val="col"/>
        <c:grouping val="clustered"/>
        <c:varyColors val="0"/>
        <c:ser>
          <c:idx val="0"/>
          <c:order val="0"/>
          <c:tx>
            <c:strRef>
              <c:f>Sheet1!$B$1</c:f>
              <c:strCache>
                <c:ptCount val="1"/>
                <c:pt idx="0">
                  <c:v>系列 1</c:v>
                </c:pt>
              </c:strCache>
            </c:strRef>
          </c:tx>
          <c:spPr>
            <a:blipFill>
              <a:blip xmlns:r="http://schemas.openxmlformats.org/officeDocument/2006/relationships" r:embed="rId3"/>
              <a:stretch>
                <a:fillRect/>
              </a:stretch>
            </a:blipFill>
            <a:ln>
              <a:noFill/>
            </a:ln>
            <a:effectLst/>
          </c:spPr>
          <c:invertIfNegative val="0"/>
          <c:dLbls>
            <c:dLbl>
              <c:idx val="0"/>
              <c:tx>
                <c:rich>
                  <a:bodyPr/>
                  <a:lstStyle/>
                  <a:p>
                    <a:fld id="{FC0D6D73-5354-4166-83BE-9E84A157D0C1}" type="VALUE">
                      <a:rPr lang="is-IS" altLang="zh-CN" sz="6600"/>
                      <a:pPr/>
                      <a:t>[值]</a:t>
                    </a:fld>
                    <a:endParaRPr lang="zh-CN" altLang="en-US"/>
                  </a:p>
                </c:rich>
              </c:tx>
              <c:dLblPos val="ctr"/>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0-F9A4-4221-B04E-62A8D51B8C0E}"/>
                </c:ext>
              </c:extLst>
            </c:dLbl>
            <c:spPr>
              <a:noFill/>
              <a:ln>
                <a:noFill/>
              </a:ln>
              <a:effectLst/>
            </c:spPr>
            <c:txPr>
              <a:bodyPr rot="0" spcFirstLastPara="1" vertOverflow="ellipsis" vert="horz" wrap="square" lIns="38100" tIns="19050" rIns="38100" bIns="19050" anchor="ctr" anchorCtr="1">
                <a:spAutoFit/>
              </a:bodyPr>
              <a:lstStyle/>
              <a:p>
                <a:pPr>
                  <a:defRPr sz="5600" b="0" i="0" u="none" strike="noStrike" kern="1200" baseline="0">
                    <a:solidFill>
                      <a:schemeClr val="bg1"/>
                    </a:solidFill>
                    <a:latin typeface="+mn-lt"/>
                    <a:ea typeface="+mn-ea"/>
                    <a:cs typeface="+mn-cs"/>
                  </a:defRPr>
                </a:pPr>
                <a:endParaRPr lang="zh-CN"/>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类别 1</c:v>
                </c:pt>
              </c:strCache>
            </c:strRef>
          </c:cat>
          <c:val>
            <c:numRef>
              <c:f>Sheet1!$B$2</c:f>
              <c:numCache>
                <c:formatCode>0%</c:formatCode>
                <c:ptCount val="1"/>
                <c:pt idx="0">
                  <c:v>0.78</c:v>
                </c:pt>
              </c:numCache>
            </c:numRef>
          </c:val>
          <c:extLst>
            <c:ext xmlns:c16="http://schemas.microsoft.com/office/drawing/2014/chart" uri="{C3380CC4-5D6E-409C-BE32-E72D297353CC}">
              <c16:uniqueId val="{00000001-F9A4-4221-B04E-62A8D51B8C0E}"/>
            </c:ext>
          </c:extLst>
        </c:ser>
        <c:ser>
          <c:idx val="1"/>
          <c:order val="1"/>
          <c:tx>
            <c:strRef>
              <c:f>Sheet1!$C$1</c:f>
              <c:strCache>
                <c:ptCount val="1"/>
                <c:pt idx="0">
                  <c:v>系列 2</c:v>
                </c:pt>
              </c:strCache>
            </c:strRef>
          </c:tx>
          <c:spPr>
            <a:blipFill>
              <a:blip xmlns:r="http://schemas.openxmlformats.org/officeDocument/2006/relationships" r:embed="rId4"/>
              <a:stretch>
                <a:fillRect/>
              </a:stretch>
            </a:blipFill>
            <a:ln>
              <a:noFill/>
            </a:ln>
            <a:effectLst/>
          </c:spPr>
          <c:invertIfNegative val="0"/>
          <c:dLbls>
            <c:dLbl>
              <c:idx val="0"/>
              <c:spPr>
                <a:noFill/>
                <a:ln>
                  <a:noFill/>
                </a:ln>
                <a:effectLst/>
              </c:spPr>
              <c:txPr>
                <a:bodyPr rot="0" spcFirstLastPara="1" vertOverflow="ellipsis" vert="horz" wrap="square" lIns="38100" tIns="19050" rIns="38100" bIns="19050" anchor="ctr" anchorCtr="1">
                  <a:spAutoFit/>
                </a:bodyPr>
                <a:lstStyle/>
                <a:p>
                  <a:pPr>
                    <a:defRPr sz="5600" b="0" i="0" u="none" strike="noStrike" kern="1200" baseline="0">
                      <a:solidFill>
                        <a:schemeClr val="bg1"/>
                      </a:solidFill>
                      <a:latin typeface="+mn-lt"/>
                      <a:ea typeface="+mn-ea"/>
                      <a:cs typeface="+mn-cs"/>
                    </a:defRPr>
                  </a:pPr>
                  <a:endParaRPr lang="zh-CN"/>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F9A4-4221-B04E-62A8D51B8C0E}"/>
                </c:ext>
              </c:extLst>
            </c:dLbl>
            <c:spPr>
              <a:noFill/>
              <a:ln>
                <a:noFill/>
              </a:ln>
              <a:effectLst/>
            </c:spPr>
            <c:txPr>
              <a:bodyPr rot="0" spcFirstLastPara="1" vertOverflow="ellipsis" vert="horz" wrap="square" lIns="38100" tIns="19050" rIns="38100" bIns="19050" anchor="ctr" anchorCtr="1">
                <a:spAutoFit/>
              </a:bodyPr>
              <a:lstStyle/>
              <a:p>
                <a:pPr>
                  <a:defRPr sz="4800" b="0" i="0" u="none" strike="noStrike" kern="1200" baseline="0">
                    <a:solidFill>
                      <a:schemeClr val="bg1"/>
                    </a:solidFill>
                    <a:latin typeface="+mn-lt"/>
                    <a:ea typeface="+mn-ea"/>
                    <a:cs typeface="+mn-cs"/>
                  </a:defRPr>
                </a:pPr>
                <a:endParaRPr lang="zh-CN"/>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类别 1</c:v>
                </c:pt>
              </c:strCache>
            </c:strRef>
          </c:cat>
          <c:val>
            <c:numRef>
              <c:f>Sheet1!$C$2</c:f>
              <c:numCache>
                <c:formatCode>0%</c:formatCode>
                <c:ptCount val="1"/>
                <c:pt idx="0">
                  <c:v>-0.53</c:v>
                </c:pt>
              </c:numCache>
            </c:numRef>
          </c:val>
          <c:extLst>
            <c:ext xmlns:c16="http://schemas.microsoft.com/office/drawing/2014/chart" uri="{C3380CC4-5D6E-409C-BE32-E72D297353CC}">
              <c16:uniqueId val="{00000003-F9A4-4221-B04E-62A8D51B8C0E}"/>
            </c:ext>
          </c:extLst>
        </c:ser>
        <c:dLbls>
          <c:showLegendKey val="0"/>
          <c:showVal val="0"/>
          <c:showCatName val="0"/>
          <c:showSerName val="0"/>
          <c:showPercent val="0"/>
          <c:showBubbleSize val="0"/>
        </c:dLbls>
        <c:gapWidth val="100"/>
        <c:overlap val="100"/>
        <c:axId val="-1010155232"/>
        <c:axId val="-1010154688"/>
      </c:barChart>
      <c:catAx>
        <c:axId val="-1010155232"/>
        <c:scaling>
          <c:orientation val="minMax"/>
        </c:scaling>
        <c:delete val="1"/>
        <c:axPos val="b"/>
        <c:numFmt formatCode="General" sourceLinked="1"/>
        <c:majorTickMark val="none"/>
        <c:minorTickMark val="none"/>
        <c:tickLblPos val="nextTo"/>
        <c:crossAx val="-1010154688"/>
        <c:crosses val="autoZero"/>
        <c:auto val="1"/>
        <c:lblAlgn val="ctr"/>
        <c:lblOffset val="100"/>
        <c:noMultiLvlLbl val="0"/>
      </c:catAx>
      <c:valAx>
        <c:axId val="-1010154688"/>
        <c:scaling>
          <c:orientation val="minMax"/>
        </c:scaling>
        <c:delete val="1"/>
        <c:axPos val="l"/>
        <c:numFmt formatCode="0%" sourceLinked="1"/>
        <c:majorTickMark val="none"/>
        <c:minorTickMark val="none"/>
        <c:tickLblPos val="nextTo"/>
        <c:crossAx val="-1010155232"/>
        <c:crosses val="autoZero"/>
        <c:crossBetween val="between"/>
      </c:valAx>
      <c:spPr>
        <a:noFill/>
        <a:ln w="25400">
          <a:noFill/>
        </a:ln>
        <a:effectLst/>
      </c:spPr>
    </c:plotArea>
    <c:plotVisOnly val="1"/>
    <c:dispBlanksAs val="gap"/>
    <c:showDLblsOverMax val="0"/>
  </c:chart>
  <c:spPr>
    <a:noFill/>
    <a:ln>
      <a:noFill/>
    </a:ln>
    <a:effectLst/>
  </c:spPr>
  <c:txPr>
    <a:bodyPr/>
    <a:lstStyle/>
    <a:p>
      <a:pPr>
        <a:defRPr/>
      </a:pPr>
      <a:endParaRPr lang="zh-CN"/>
    </a:p>
  </c:txPr>
  <c:externalData r:id="rId5">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系列 1</c:v>
                </c:pt>
              </c:strCache>
            </c:strRef>
          </c:tx>
          <c:spPr>
            <a:solidFill>
              <a:srgbClr val="E84A1F"/>
            </a:solidFill>
            <a:ln>
              <a:noFill/>
            </a:ln>
            <a:effectLst/>
          </c:spPr>
          <c:invertIfNegative val="0"/>
          <c:dPt>
            <c:idx val="1"/>
            <c:invertIfNegative val="0"/>
            <c:bubble3D val="0"/>
            <c:spPr>
              <a:solidFill>
                <a:srgbClr val="4B5754"/>
              </a:solidFill>
              <a:ln>
                <a:noFill/>
              </a:ln>
              <a:effectLst/>
            </c:spPr>
            <c:extLst>
              <c:ext xmlns:c16="http://schemas.microsoft.com/office/drawing/2014/chart" uri="{C3380CC4-5D6E-409C-BE32-E72D297353CC}">
                <c16:uniqueId val="{00000001-0181-4A5D-A2DB-992DDB1C7780}"/>
              </c:ext>
            </c:extLst>
          </c:dPt>
          <c:dPt>
            <c:idx val="2"/>
            <c:invertIfNegative val="0"/>
            <c:bubble3D val="0"/>
            <c:spPr>
              <a:solidFill>
                <a:srgbClr val="F4B400"/>
              </a:solidFill>
              <a:ln>
                <a:noFill/>
              </a:ln>
              <a:effectLst/>
            </c:spPr>
            <c:extLst>
              <c:ext xmlns:c16="http://schemas.microsoft.com/office/drawing/2014/chart" uri="{C3380CC4-5D6E-409C-BE32-E72D297353CC}">
                <c16:uniqueId val="{00000003-0181-4A5D-A2DB-992DDB1C7780}"/>
              </c:ext>
            </c:extLst>
          </c:dPt>
          <c:dPt>
            <c:idx val="3"/>
            <c:invertIfNegative val="0"/>
            <c:bubble3D val="0"/>
            <c:spPr>
              <a:solidFill>
                <a:srgbClr val="369CAB"/>
              </a:solidFill>
              <a:ln>
                <a:noFill/>
              </a:ln>
              <a:effectLst/>
            </c:spPr>
            <c:extLst>
              <c:ext xmlns:c16="http://schemas.microsoft.com/office/drawing/2014/chart" uri="{C3380CC4-5D6E-409C-BE32-E72D297353CC}">
                <c16:uniqueId val="{00000005-0181-4A5D-A2DB-992DDB1C7780}"/>
              </c:ext>
            </c:extLst>
          </c:dPt>
          <c:dLbls>
            <c:spPr>
              <a:solidFill>
                <a:srgbClr val="5B9BD5">
                  <a:lumMod val="40000"/>
                  <a:lumOff val="60000"/>
                </a:srgbClr>
              </a:solidFill>
              <a:ln>
                <a:solidFill>
                  <a:prstClr val="black">
                    <a:lumMod val="25000"/>
                    <a:lumOff val="75000"/>
                  </a:prstClr>
                </a:solidFill>
              </a:ln>
              <a:effectLst/>
            </c:spPr>
            <c:txPr>
              <a:bodyPr rot="0" spcFirstLastPara="1" vertOverflow="clip" horzOverflow="clip" vert="horz" wrap="square" lIns="36576" tIns="18288" rIns="36576" bIns="18288" anchor="ctr" anchorCtr="1">
                <a:spAutoFit/>
              </a:bodyPr>
              <a:lstStyle/>
              <a:p>
                <a:pPr>
                  <a:defRPr sz="1800" b="0" i="0" u="none" strike="noStrike" kern="1200" baseline="0">
                    <a:solidFill>
                      <a:schemeClr val="dk1">
                        <a:lumMod val="65000"/>
                        <a:lumOff val="35000"/>
                      </a:schemeClr>
                    </a:solidFill>
                    <a:latin typeface="+mn-lt"/>
                    <a:ea typeface="+mn-ea"/>
                    <a:cs typeface="+mn-cs"/>
                  </a:defRPr>
                </a:pPr>
                <a:endParaRPr lang="zh-CN"/>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类别 1</c:v>
                </c:pt>
                <c:pt idx="1">
                  <c:v>类别 2</c:v>
                </c:pt>
                <c:pt idx="2">
                  <c:v>类别 3</c:v>
                </c:pt>
                <c:pt idx="3">
                  <c:v>类别 4</c:v>
                </c:pt>
              </c:strCache>
            </c:strRef>
          </c:cat>
          <c:val>
            <c:numRef>
              <c:f>Sheet1!$B$2:$B$5</c:f>
              <c:numCache>
                <c:formatCode>0.00%</c:formatCode>
                <c:ptCount val="4"/>
                <c:pt idx="0">
                  <c:v>0.58399999999999996</c:v>
                </c:pt>
                <c:pt idx="1">
                  <c:v>0.65</c:v>
                </c:pt>
                <c:pt idx="2">
                  <c:v>0.93899999999999995</c:v>
                </c:pt>
                <c:pt idx="3">
                  <c:v>0.77700000000000002</c:v>
                </c:pt>
              </c:numCache>
            </c:numRef>
          </c:val>
          <c:extLst>
            <c:ext xmlns:c16="http://schemas.microsoft.com/office/drawing/2014/chart" uri="{C3380CC4-5D6E-409C-BE32-E72D297353CC}">
              <c16:uniqueId val="{00000006-0181-4A5D-A2DB-992DDB1C7780}"/>
            </c:ext>
          </c:extLst>
        </c:ser>
        <c:dLbls>
          <c:showLegendKey val="0"/>
          <c:showVal val="0"/>
          <c:showCatName val="0"/>
          <c:showSerName val="0"/>
          <c:showPercent val="0"/>
          <c:showBubbleSize val="0"/>
        </c:dLbls>
        <c:gapWidth val="72"/>
        <c:overlap val="-27"/>
        <c:axId val="-958902800"/>
        <c:axId val="-958908240"/>
      </c:barChart>
      <c:catAx>
        <c:axId val="-958902800"/>
        <c:scaling>
          <c:orientation val="minMax"/>
        </c:scaling>
        <c:delete val="1"/>
        <c:axPos val="b"/>
        <c:numFmt formatCode="General" sourceLinked="1"/>
        <c:majorTickMark val="none"/>
        <c:minorTickMark val="none"/>
        <c:tickLblPos val="nextTo"/>
        <c:crossAx val="-958908240"/>
        <c:crosses val="autoZero"/>
        <c:auto val="1"/>
        <c:lblAlgn val="ctr"/>
        <c:lblOffset val="100"/>
        <c:noMultiLvlLbl val="0"/>
      </c:catAx>
      <c:valAx>
        <c:axId val="-958908240"/>
        <c:scaling>
          <c:orientation val="minMax"/>
        </c:scaling>
        <c:delete val="1"/>
        <c:axPos val="l"/>
        <c:numFmt formatCode="0.00%" sourceLinked="1"/>
        <c:majorTickMark val="none"/>
        <c:minorTickMark val="none"/>
        <c:tickLblPos val="nextTo"/>
        <c:crossAx val="-958902800"/>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系列 1</c:v>
                </c:pt>
              </c:strCache>
            </c:strRef>
          </c:tx>
          <c:spPr>
            <a:solidFill>
              <a:srgbClr val="8CA74B"/>
            </a:solidFill>
            <a:ln>
              <a:noFill/>
            </a:ln>
            <a:effectLst/>
          </c:spPr>
          <c:invertIfNegative val="0"/>
          <c:dPt>
            <c:idx val="0"/>
            <c:invertIfNegative val="0"/>
            <c:bubble3D val="0"/>
            <c:spPr>
              <a:solidFill>
                <a:srgbClr val="B96A8E"/>
              </a:solidFill>
              <a:ln>
                <a:noFill/>
              </a:ln>
              <a:effectLst/>
            </c:spPr>
            <c:extLst>
              <c:ext xmlns:c16="http://schemas.microsoft.com/office/drawing/2014/chart" uri="{C3380CC4-5D6E-409C-BE32-E72D297353CC}">
                <c16:uniqueId val="{00000001-569B-4D52-9FFA-0A9F3E367A7D}"/>
              </c:ext>
            </c:extLst>
          </c:dPt>
          <c:dPt>
            <c:idx val="1"/>
            <c:invertIfNegative val="0"/>
            <c:bubble3D val="0"/>
            <c:spPr>
              <a:solidFill>
                <a:srgbClr val="60A6A9"/>
              </a:solidFill>
              <a:ln>
                <a:noFill/>
              </a:ln>
              <a:effectLst/>
            </c:spPr>
            <c:extLst>
              <c:ext xmlns:c16="http://schemas.microsoft.com/office/drawing/2014/chart" uri="{C3380CC4-5D6E-409C-BE32-E72D297353CC}">
                <c16:uniqueId val="{00000003-569B-4D52-9FFA-0A9F3E367A7D}"/>
              </c:ext>
            </c:extLst>
          </c:dPt>
          <c:dPt>
            <c:idx val="2"/>
            <c:invertIfNegative val="0"/>
            <c:bubble3D val="0"/>
            <c:spPr>
              <a:solidFill>
                <a:srgbClr val="8CA74B"/>
              </a:solidFill>
              <a:ln>
                <a:noFill/>
              </a:ln>
              <a:effectLst/>
            </c:spPr>
            <c:extLst>
              <c:ext xmlns:c16="http://schemas.microsoft.com/office/drawing/2014/chart" uri="{C3380CC4-5D6E-409C-BE32-E72D297353CC}">
                <c16:uniqueId val="{00000005-569B-4D52-9FFA-0A9F3E367A7D}"/>
              </c:ext>
            </c:extLst>
          </c:dPt>
          <c:dPt>
            <c:idx val="3"/>
            <c:invertIfNegative val="0"/>
            <c:bubble3D val="0"/>
            <c:spPr>
              <a:solidFill>
                <a:srgbClr val="E3A336"/>
              </a:solidFill>
              <a:ln>
                <a:noFill/>
              </a:ln>
              <a:effectLst/>
            </c:spPr>
            <c:extLst>
              <c:ext xmlns:c16="http://schemas.microsoft.com/office/drawing/2014/chart" uri="{C3380CC4-5D6E-409C-BE32-E72D297353CC}">
                <c16:uniqueId val="{00000007-569B-4D52-9FFA-0A9F3E367A7D}"/>
              </c:ext>
            </c:extLst>
          </c:dPt>
          <c:cat>
            <c:strRef>
              <c:f>Sheet1!$A$2:$A$5</c:f>
              <c:strCache>
                <c:ptCount val="4"/>
                <c:pt idx="0">
                  <c:v>类别 1</c:v>
                </c:pt>
                <c:pt idx="1">
                  <c:v>类别 2</c:v>
                </c:pt>
                <c:pt idx="2">
                  <c:v>类别 3</c:v>
                </c:pt>
                <c:pt idx="3">
                  <c:v>类别 4</c:v>
                </c:pt>
              </c:strCache>
            </c:strRef>
          </c:cat>
          <c:val>
            <c:numRef>
              <c:f>Sheet1!$B$2:$B$5</c:f>
              <c:numCache>
                <c:formatCode>0.00%</c:formatCode>
                <c:ptCount val="4"/>
                <c:pt idx="0">
                  <c:v>0.7</c:v>
                </c:pt>
                <c:pt idx="1">
                  <c:v>0.5</c:v>
                </c:pt>
                <c:pt idx="2">
                  <c:v>0.3</c:v>
                </c:pt>
                <c:pt idx="3">
                  <c:v>0.1</c:v>
                </c:pt>
              </c:numCache>
            </c:numRef>
          </c:val>
          <c:extLst>
            <c:ext xmlns:c16="http://schemas.microsoft.com/office/drawing/2014/chart" uri="{C3380CC4-5D6E-409C-BE32-E72D297353CC}">
              <c16:uniqueId val="{00000008-569B-4D52-9FFA-0A9F3E367A7D}"/>
            </c:ext>
          </c:extLst>
        </c:ser>
        <c:dLbls>
          <c:showLegendKey val="0"/>
          <c:showVal val="0"/>
          <c:showCatName val="0"/>
          <c:showSerName val="0"/>
          <c:showPercent val="0"/>
          <c:showBubbleSize val="0"/>
        </c:dLbls>
        <c:gapWidth val="48"/>
        <c:overlap val="-27"/>
        <c:axId val="-958886480"/>
        <c:axId val="-958896272"/>
      </c:barChart>
      <c:catAx>
        <c:axId val="-958886480"/>
        <c:scaling>
          <c:orientation val="minMax"/>
        </c:scaling>
        <c:delete val="1"/>
        <c:axPos val="b"/>
        <c:numFmt formatCode="General" sourceLinked="1"/>
        <c:majorTickMark val="none"/>
        <c:minorTickMark val="none"/>
        <c:tickLblPos val="nextTo"/>
        <c:crossAx val="-958896272"/>
        <c:crosses val="autoZero"/>
        <c:auto val="1"/>
        <c:lblAlgn val="ctr"/>
        <c:lblOffset val="100"/>
        <c:noMultiLvlLbl val="0"/>
      </c:catAx>
      <c:valAx>
        <c:axId val="-958896272"/>
        <c:scaling>
          <c:orientation val="minMax"/>
        </c:scaling>
        <c:delete val="1"/>
        <c:axPos val="l"/>
        <c:numFmt formatCode="0.00%" sourceLinked="1"/>
        <c:majorTickMark val="none"/>
        <c:minorTickMark val="none"/>
        <c:tickLblPos val="nextTo"/>
        <c:crossAx val="-958886480"/>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系列 1</c:v>
                </c:pt>
              </c:strCache>
            </c:strRef>
          </c:tx>
          <c:spPr>
            <a:noFill/>
            <a:ln w="28575">
              <a:solidFill>
                <a:srgbClr val="EB602A"/>
              </a:solidFill>
            </a:ln>
            <a:effectLst/>
          </c:spPr>
          <c:invertIfNegative val="0"/>
          <c:dPt>
            <c:idx val="1"/>
            <c:invertIfNegative val="0"/>
            <c:bubble3D val="0"/>
            <c:spPr>
              <a:noFill/>
              <a:ln w="28575">
                <a:solidFill>
                  <a:srgbClr val="1F8FB4"/>
                </a:solidFill>
              </a:ln>
              <a:effectLst/>
            </c:spPr>
            <c:extLst>
              <c:ext xmlns:c16="http://schemas.microsoft.com/office/drawing/2014/chart" uri="{C3380CC4-5D6E-409C-BE32-E72D297353CC}">
                <c16:uniqueId val="{00000001-DE39-40F9-BE8F-EF198BA4D358}"/>
              </c:ext>
            </c:extLst>
          </c:dPt>
          <c:dPt>
            <c:idx val="2"/>
            <c:invertIfNegative val="0"/>
            <c:bubble3D val="0"/>
            <c:spPr>
              <a:noFill/>
              <a:ln w="28575">
                <a:solidFill>
                  <a:srgbClr val="EAA728"/>
                </a:solidFill>
              </a:ln>
              <a:effectLst/>
            </c:spPr>
            <c:extLst>
              <c:ext xmlns:c16="http://schemas.microsoft.com/office/drawing/2014/chart" uri="{C3380CC4-5D6E-409C-BE32-E72D297353CC}">
                <c16:uniqueId val="{00000003-DE39-40F9-BE8F-EF198BA4D358}"/>
              </c:ext>
            </c:extLst>
          </c:dPt>
          <c:dPt>
            <c:idx val="3"/>
            <c:invertIfNegative val="0"/>
            <c:bubble3D val="0"/>
            <c:spPr>
              <a:noFill/>
              <a:ln w="28575">
                <a:solidFill>
                  <a:srgbClr val="E0433A"/>
                </a:solidFill>
              </a:ln>
              <a:effectLst/>
            </c:spPr>
            <c:extLst>
              <c:ext xmlns:c16="http://schemas.microsoft.com/office/drawing/2014/chart" uri="{C3380CC4-5D6E-409C-BE32-E72D297353CC}">
                <c16:uniqueId val="{00000005-DE39-40F9-BE8F-EF198BA4D358}"/>
              </c:ext>
            </c:extLst>
          </c:dPt>
          <c:dPt>
            <c:idx val="5"/>
            <c:invertIfNegative val="0"/>
            <c:bubble3D val="0"/>
            <c:spPr>
              <a:noFill/>
              <a:ln w="28575">
                <a:solidFill>
                  <a:srgbClr val="269FA6"/>
                </a:solidFill>
              </a:ln>
              <a:effectLst/>
            </c:spPr>
            <c:extLst>
              <c:ext xmlns:c16="http://schemas.microsoft.com/office/drawing/2014/chart" uri="{C3380CC4-5D6E-409C-BE32-E72D297353CC}">
                <c16:uniqueId val="{00000007-DE39-40F9-BE8F-EF198BA4D358}"/>
              </c:ext>
            </c:extLst>
          </c:dPt>
          <c:dPt>
            <c:idx val="6"/>
            <c:invertIfNegative val="0"/>
            <c:bubble3D val="0"/>
            <c:spPr>
              <a:noFill/>
              <a:ln w="28575">
                <a:solidFill>
                  <a:srgbClr val="EAA728"/>
                </a:solidFill>
              </a:ln>
              <a:effectLst/>
            </c:spPr>
            <c:extLst>
              <c:ext xmlns:c16="http://schemas.microsoft.com/office/drawing/2014/chart" uri="{C3380CC4-5D6E-409C-BE32-E72D297353CC}">
                <c16:uniqueId val="{00000009-DE39-40F9-BE8F-EF198BA4D358}"/>
              </c:ext>
            </c:extLst>
          </c:dPt>
          <c:cat>
            <c:strRef>
              <c:f>Sheet1!$A$2:$A$8</c:f>
              <c:strCache>
                <c:ptCount val="7"/>
                <c:pt idx="0">
                  <c:v>类别 1</c:v>
                </c:pt>
                <c:pt idx="4">
                  <c:v>类别 2</c:v>
                </c:pt>
                <c:pt idx="5">
                  <c:v>类别 3</c:v>
                </c:pt>
                <c:pt idx="6">
                  <c:v>类别 4</c:v>
                </c:pt>
              </c:strCache>
            </c:strRef>
          </c:cat>
          <c:val>
            <c:numRef>
              <c:f>Sheet1!$B$2:$B$8</c:f>
              <c:numCache>
                <c:formatCode>General</c:formatCode>
                <c:ptCount val="7"/>
                <c:pt idx="0">
                  <c:v>5</c:v>
                </c:pt>
                <c:pt idx="1">
                  <c:v>5</c:v>
                </c:pt>
                <c:pt idx="2">
                  <c:v>5</c:v>
                </c:pt>
                <c:pt idx="3">
                  <c:v>5</c:v>
                </c:pt>
                <c:pt idx="4">
                  <c:v>5</c:v>
                </c:pt>
                <c:pt idx="5">
                  <c:v>5</c:v>
                </c:pt>
                <c:pt idx="6">
                  <c:v>5</c:v>
                </c:pt>
              </c:numCache>
            </c:numRef>
          </c:val>
          <c:extLst>
            <c:ext xmlns:c16="http://schemas.microsoft.com/office/drawing/2014/chart" uri="{C3380CC4-5D6E-409C-BE32-E72D297353CC}">
              <c16:uniqueId val="{0000000A-DE39-40F9-BE8F-EF198BA4D358}"/>
            </c:ext>
          </c:extLst>
        </c:ser>
        <c:ser>
          <c:idx val="1"/>
          <c:order val="1"/>
          <c:tx>
            <c:strRef>
              <c:f>Sheet1!$C$1</c:f>
              <c:strCache>
                <c:ptCount val="1"/>
                <c:pt idx="0">
                  <c:v>系列 2</c:v>
                </c:pt>
              </c:strCache>
            </c:strRef>
          </c:tx>
          <c:spPr>
            <a:solidFill>
              <a:srgbClr val="EB602A"/>
            </a:solidFill>
            <a:ln>
              <a:noFill/>
            </a:ln>
            <a:effectLst/>
          </c:spPr>
          <c:invertIfNegative val="0"/>
          <c:dPt>
            <c:idx val="1"/>
            <c:invertIfNegative val="0"/>
            <c:bubble3D val="0"/>
            <c:spPr>
              <a:solidFill>
                <a:srgbClr val="1F8FB4"/>
              </a:solidFill>
              <a:ln>
                <a:noFill/>
              </a:ln>
              <a:effectLst/>
            </c:spPr>
            <c:extLst>
              <c:ext xmlns:c16="http://schemas.microsoft.com/office/drawing/2014/chart" uri="{C3380CC4-5D6E-409C-BE32-E72D297353CC}">
                <c16:uniqueId val="{0000000C-DE39-40F9-BE8F-EF198BA4D358}"/>
              </c:ext>
            </c:extLst>
          </c:dPt>
          <c:dPt>
            <c:idx val="2"/>
            <c:invertIfNegative val="0"/>
            <c:bubble3D val="0"/>
            <c:spPr>
              <a:solidFill>
                <a:srgbClr val="EAA728"/>
              </a:solidFill>
              <a:ln>
                <a:noFill/>
              </a:ln>
              <a:effectLst/>
            </c:spPr>
            <c:extLst>
              <c:ext xmlns:c16="http://schemas.microsoft.com/office/drawing/2014/chart" uri="{C3380CC4-5D6E-409C-BE32-E72D297353CC}">
                <c16:uniqueId val="{0000000E-DE39-40F9-BE8F-EF198BA4D358}"/>
              </c:ext>
            </c:extLst>
          </c:dPt>
          <c:dPt>
            <c:idx val="3"/>
            <c:invertIfNegative val="0"/>
            <c:bubble3D val="0"/>
            <c:spPr>
              <a:solidFill>
                <a:srgbClr val="E0433A"/>
              </a:solidFill>
              <a:ln>
                <a:noFill/>
              </a:ln>
              <a:effectLst/>
            </c:spPr>
            <c:extLst>
              <c:ext xmlns:c16="http://schemas.microsoft.com/office/drawing/2014/chart" uri="{C3380CC4-5D6E-409C-BE32-E72D297353CC}">
                <c16:uniqueId val="{00000010-DE39-40F9-BE8F-EF198BA4D358}"/>
              </c:ext>
            </c:extLst>
          </c:dPt>
          <c:dPt>
            <c:idx val="5"/>
            <c:invertIfNegative val="0"/>
            <c:bubble3D val="0"/>
            <c:spPr>
              <a:solidFill>
                <a:srgbClr val="269FA6"/>
              </a:solidFill>
              <a:ln>
                <a:noFill/>
              </a:ln>
              <a:effectLst/>
            </c:spPr>
            <c:extLst>
              <c:ext xmlns:c16="http://schemas.microsoft.com/office/drawing/2014/chart" uri="{C3380CC4-5D6E-409C-BE32-E72D297353CC}">
                <c16:uniqueId val="{00000012-DE39-40F9-BE8F-EF198BA4D358}"/>
              </c:ext>
            </c:extLst>
          </c:dPt>
          <c:dPt>
            <c:idx val="6"/>
            <c:invertIfNegative val="0"/>
            <c:bubble3D val="0"/>
            <c:spPr>
              <a:solidFill>
                <a:srgbClr val="EAA728"/>
              </a:solidFill>
              <a:ln>
                <a:noFill/>
              </a:ln>
              <a:effectLst/>
            </c:spPr>
            <c:extLst>
              <c:ext xmlns:c16="http://schemas.microsoft.com/office/drawing/2014/chart" uri="{C3380CC4-5D6E-409C-BE32-E72D297353CC}">
                <c16:uniqueId val="{00000014-DE39-40F9-BE8F-EF198BA4D358}"/>
              </c:ext>
            </c:extLst>
          </c:dPt>
          <c:dLbls>
            <c:spPr>
              <a:noFill/>
              <a:ln>
                <a:noFill/>
              </a:ln>
              <a:effectLst/>
            </c:spPr>
            <c:txPr>
              <a:bodyPr rot="0" spcFirstLastPara="1" vertOverflow="ellipsis" vert="horz" wrap="square" lIns="38100" tIns="19050" rIns="38100" bIns="19050" anchor="ctr" anchorCtr="1">
                <a:spAutoFit/>
              </a:bodyPr>
              <a:lstStyle/>
              <a:p>
                <a:pPr>
                  <a:defRPr sz="2800" b="0" i="0" u="none" strike="noStrike" kern="1200" baseline="0">
                    <a:solidFill>
                      <a:schemeClr val="tx1">
                        <a:lumMod val="65000"/>
                        <a:lumOff val="35000"/>
                      </a:schemeClr>
                    </a:solidFill>
                    <a:latin typeface="Impact" panose="020B0806030902050204" pitchFamily="34" charset="0"/>
                    <a:ea typeface="+mn-ea"/>
                    <a:cs typeface="+mn-cs"/>
                  </a:defRPr>
                </a:pPr>
                <a:endParaRPr lang="zh-CN"/>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类别 1</c:v>
                </c:pt>
                <c:pt idx="4">
                  <c:v>类别 2</c:v>
                </c:pt>
                <c:pt idx="5">
                  <c:v>类别 3</c:v>
                </c:pt>
                <c:pt idx="6">
                  <c:v>类别 4</c:v>
                </c:pt>
              </c:strCache>
            </c:strRef>
          </c:cat>
          <c:val>
            <c:numRef>
              <c:f>Sheet1!$C$2:$C$8</c:f>
              <c:numCache>
                <c:formatCode>General</c:formatCode>
                <c:ptCount val="7"/>
                <c:pt idx="0">
                  <c:v>2.4</c:v>
                </c:pt>
                <c:pt idx="1">
                  <c:v>1</c:v>
                </c:pt>
                <c:pt idx="2">
                  <c:v>2.5</c:v>
                </c:pt>
                <c:pt idx="3">
                  <c:v>3.9</c:v>
                </c:pt>
                <c:pt idx="4">
                  <c:v>4.4000000000000004</c:v>
                </c:pt>
                <c:pt idx="5">
                  <c:v>1.8</c:v>
                </c:pt>
                <c:pt idx="6">
                  <c:v>2.8</c:v>
                </c:pt>
              </c:numCache>
            </c:numRef>
          </c:val>
          <c:extLst>
            <c:ext xmlns:c16="http://schemas.microsoft.com/office/drawing/2014/chart" uri="{C3380CC4-5D6E-409C-BE32-E72D297353CC}">
              <c16:uniqueId val="{00000015-DE39-40F9-BE8F-EF198BA4D358}"/>
            </c:ext>
          </c:extLst>
        </c:ser>
        <c:dLbls>
          <c:showLegendKey val="0"/>
          <c:showVal val="0"/>
          <c:showCatName val="0"/>
          <c:showSerName val="0"/>
          <c:showPercent val="0"/>
          <c:showBubbleSize val="0"/>
        </c:dLbls>
        <c:gapWidth val="36"/>
        <c:overlap val="100"/>
        <c:axId val="-958878320"/>
        <c:axId val="-958895728"/>
      </c:barChart>
      <c:catAx>
        <c:axId val="-958878320"/>
        <c:scaling>
          <c:orientation val="minMax"/>
        </c:scaling>
        <c:delete val="1"/>
        <c:axPos val="b"/>
        <c:numFmt formatCode="General" sourceLinked="1"/>
        <c:majorTickMark val="none"/>
        <c:minorTickMark val="none"/>
        <c:tickLblPos val="nextTo"/>
        <c:crossAx val="-958895728"/>
        <c:crosses val="autoZero"/>
        <c:auto val="1"/>
        <c:lblAlgn val="ctr"/>
        <c:lblOffset val="100"/>
        <c:noMultiLvlLbl val="0"/>
      </c:catAx>
      <c:valAx>
        <c:axId val="-958895728"/>
        <c:scaling>
          <c:orientation val="minMax"/>
          <c:max val="5"/>
        </c:scaling>
        <c:delete val="1"/>
        <c:axPos val="l"/>
        <c:numFmt formatCode="General" sourceLinked="1"/>
        <c:majorTickMark val="none"/>
        <c:minorTickMark val="none"/>
        <c:tickLblPos val="nextTo"/>
        <c:crossAx val="-958878320"/>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系列 1</c:v>
                </c:pt>
              </c:strCache>
            </c:strRef>
          </c:tx>
          <c:spPr>
            <a:solidFill>
              <a:srgbClr val="2EA7E0"/>
            </a:solidFill>
            <a:ln>
              <a:noFill/>
            </a:ln>
            <a:effectLst/>
          </c:spPr>
          <c:invertIfNegative val="0"/>
          <c:dPt>
            <c:idx val="0"/>
            <c:invertIfNegative val="0"/>
            <c:bubble3D val="0"/>
            <c:spPr>
              <a:solidFill>
                <a:srgbClr val="2EA7E0"/>
              </a:solidFill>
              <a:ln>
                <a:noFill/>
              </a:ln>
              <a:effectLst/>
            </c:spPr>
            <c:extLst>
              <c:ext xmlns:c16="http://schemas.microsoft.com/office/drawing/2014/chart" uri="{C3380CC4-5D6E-409C-BE32-E72D297353CC}">
                <c16:uniqueId val="{00000001-0043-4969-BCBC-059F6B4DE96E}"/>
              </c:ext>
            </c:extLst>
          </c:dPt>
          <c:dPt>
            <c:idx val="1"/>
            <c:invertIfNegative val="0"/>
            <c:bubble3D val="0"/>
            <c:spPr>
              <a:solidFill>
                <a:srgbClr val="2EA7E0"/>
              </a:solidFill>
              <a:ln>
                <a:noFill/>
              </a:ln>
              <a:effectLst/>
            </c:spPr>
            <c:extLst>
              <c:ext xmlns:c16="http://schemas.microsoft.com/office/drawing/2014/chart" uri="{C3380CC4-5D6E-409C-BE32-E72D297353CC}">
                <c16:uniqueId val="{00000003-0043-4969-BCBC-059F6B4DE96E}"/>
              </c:ext>
            </c:extLst>
          </c:dPt>
          <c:dPt>
            <c:idx val="2"/>
            <c:invertIfNegative val="0"/>
            <c:bubble3D val="0"/>
            <c:spPr>
              <a:solidFill>
                <a:srgbClr val="2EA7E0"/>
              </a:solidFill>
              <a:ln>
                <a:noFill/>
              </a:ln>
              <a:effectLst/>
            </c:spPr>
            <c:extLst>
              <c:ext xmlns:c16="http://schemas.microsoft.com/office/drawing/2014/chart" uri="{C3380CC4-5D6E-409C-BE32-E72D297353CC}">
                <c16:uniqueId val="{00000005-0043-4969-BCBC-059F6B4DE96E}"/>
              </c:ext>
            </c:extLst>
          </c:dPt>
          <c:dPt>
            <c:idx val="3"/>
            <c:invertIfNegative val="0"/>
            <c:bubble3D val="0"/>
            <c:spPr>
              <a:solidFill>
                <a:srgbClr val="2EA7E0"/>
              </a:solidFill>
              <a:ln>
                <a:noFill/>
              </a:ln>
              <a:effectLst/>
            </c:spPr>
            <c:extLst>
              <c:ext xmlns:c16="http://schemas.microsoft.com/office/drawing/2014/chart" uri="{C3380CC4-5D6E-409C-BE32-E72D297353CC}">
                <c16:uniqueId val="{00000007-0043-4969-BCBC-059F6B4DE96E}"/>
              </c:ext>
            </c:extLst>
          </c:dPt>
          <c:cat>
            <c:strRef>
              <c:f>Sheet1!$A$2:$A$5</c:f>
              <c:strCache>
                <c:ptCount val="4"/>
                <c:pt idx="0">
                  <c:v>类别 1</c:v>
                </c:pt>
                <c:pt idx="1">
                  <c:v>类别 2</c:v>
                </c:pt>
                <c:pt idx="2">
                  <c:v>类别 3</c:v>
                </c:pt>
                <c:pt idx="3">
                  <c:v>类别 4</c:v>
                </c:pt>
              </c:strCache>
            </c:strRef>
          </c:cat>
          <c:val>
            <c:numRef>
              <c:f>Sheet1!$B$2:$B$5</c:f>
              <c:numCache>
                <c:formatCode>0.00%</c:formatCode>
                <c:ptCount val="4"/>
                <c:pt idx="0">
                  <c:v>0.75</c:v>
                </c:pt>
                <c:pt idx="1">
                  <c:v>0.25</c:v>
                </c:pt>
                <c:pt idx="2">
                  <c:v>1</c:v>
                </c:pt>
                <c:pt idx="3">
                  <c:v>0.8</c:v>
                </c:pt>
              </c:numCache>
            </c:numRef>
          </c:val>
          <c:extLst>
            <c:ext xmlns:c16="http://schemas.microsoft.com/office/drawing/2014/chart" uri="{C3380CC4-5D6E-409C-BE32-E72D297353CC}">
              <c16:uniqueId val="{00000008-0043-4969-BCBC-059F6B4DE96E}"/>
            </c:ext>
          </c:extLst>
        </c:ser>
        <c:dLbls>
          <c:showLegendKey val="0"/>
          <c:showVal val="0"/>
          <c:showCatName val="0"/>
          <c:showSerName val="0"/>
          <c:showPercent val="0"/>
          <c:showBubbleSize val="0"/>
        </c:dLbls>
        <c:gapWidth val="66"/>
        <c:overlap val="-27"/>
        <c:axId val="-958900624"/>
        <c:axId val="-958905520"/>
      </c:barChart>
      <c:catAx>
        <c:axId val="-958900624"/>
        <c:scaling>
          <c:orientation val="minMax"/>
        </c:scaling>
        <c:delete val="1"/>
        <c:axPos val="b"/>
        <c:numFmt formatCode="General" sourceLinked="1"/>
        <c:majorTickMark val="none"/>
        <c:minorTickMark val="none"/>
        <c:tickLblPos val="nextTo"/>
        <c:crossAx val="-958905520"/>
        <c:crosses val="autoZero"/>
        <c:auto val="1"/>
        <c:lblAlgn val="ctr"/>
        <c:lblOffset val="100"/>
        <c:noMultiLvlLbl val="0"/>
      </c:catAx>
      <c:valAx>
        <c:axId val="-958905520"/>
        <c:scaling>
          <c:orientation val="minMax"/>
        </c:scaling>
        <c:delete val="1"/>
        <c:axPos val="l"/>
        <c:numFmt formatCode="0.00%" sourceLinked="1"/>
        <c:majorTickMark val="none"/>
        <c:minorTickMark val="none"/>
        <c:tickLblPos val="nextTo"/>
        <c:crossAx val="-958900624"/>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5117402007195597E-2"/>
          <c:y val="6.6197227437233497E-2"/>
          <c:w val="0.932817963769488"/>
          <c:h val="0.84164811503229797"/>
        </c:manualLayout>
      </c:layout>
      <c:barChart>
        <c:barDir val="col"/>
        <c:grouping val="clustered"/>
        <c:varyColors val="0"/>
        <c:ser>
          <c:idx val="0"/>
          <c:order val="0"/>
          <c:tx>
            <c:strRef>
              <c:f>Sheet1!$B$1</c:f>
              <c:strCache>
                <c:ptCount val="1"/>
                <c:pt idx="0">
                  <c:v>系列 1</c:v>
                </c:pt>
              </c:strCache>
            </c:strRef>
          </c:tx>
          <c:spPr>
            <a:solidFill>
              <a:srgbClr val="FFFFFF"/>
            </a:solidFill>
            <a:ln>
              <a:noFill/>
            </a:ln>
            <a:effectLst/>
          </c:spPr>
          <c:invertIfNegative val="0"/>
          <c:dPt>
            <c:idx val="0"/>
            <c:invertIfNegative val="0"/>
            <c:bubble3D val="0"/>
            <c:spPr>
              <a:solidFill>
                <a:srgbClr val="309D96">
                  <a:alpha val="21961"/>
                </a:srgbClr>
              </a:solidFill>
              <a:ln>
                <a:noFill/>
              </a:ln>
              <a:effectLst/>
            </c:spPr>
            <c:extLst>
              <c:ext xmlns:c16="http://schemas.microsoft.com/office/drawing/2014/chart" uri="{C3380CC4-5D6E-409C-BE32-E72D297353CC}">
                <c16:uniqueId val="{00000001-9E93-4170-8B11-AADE06F37218}"/>
              </c:ext>
            </c:extLst>
          </c:dPt>
          <c:dPt>
            <c:idx val="1"/>
            <c:invertIfNegative val="0"/>
            <c:bubble3D val="0"/>
            <c:spPr>
              <a:solidFill>
                <a:srgbClr val="BA243B">
                  <a:alpha val="21961"/>
                </a:srgbClr>
              </a:solidFill>
              <a:ln>
                <a:noFill/>
              </a:ln>
              <a:effectLst/>
            </c:spPr>
            <c:extLst>
              <c:ext xmlns:c16="http://schemas.microsoft.com/office/drawing/2014/chart" uri="{C3380CC4-5D6E-409C-BE32-E72D297353CC}">
                <c16:uniqueId val="{00000003-9E93-4170-8B11-AADE06F37218}"/>
              </c:ext>
            </c:extLst>
          </c:dPt>
          <c:dPt>
            <c:idx val="2"/>
            <c:invertIfNegative val="0"/>
            <c:bubble3D val="0"/>
            <c:spPr>
              <a:solidFill>
                <a:srgbClr val="DFB73B">
                  <a:alpha val="21961"/>
                </a:srgbClr>
              </a:solidFill>
              <a:ln>
                <a:noFill/>
              </a:ln>
              <a:effectLst/>
            </c:spPr>
            <c:extLst>
              <c:ext xmlns:c16="http://schemas.microsoft.com/office/drawing/2014/chart" uri="{C3380CC4-5D6E-409C-BE32-E72D297353CC}">
                <c16:uniqueId val="{00000005-9E93-4170-8B11-AADE06F37218}"/>
              </c:ext>
            </c:extLst>
          </c:dPt>
          <c:dPt>
            <c:idx val="3"/>
            <c:invertIfNegative val="0"/>
            <c:bubble3D val="0"/>
            <c:spPr>
              <a:solidFill>
                <a:srgbClr val="A9C14C">
                  <a:alpha val="21961"/>
                </a:srgbClr>
              </a:solidFill>
              <a:ln>
                <a:noFill/>
              </a:ln>
              <a:effectLst/>
            </c:spPr>
            <c:extLst>
              <c:ext xmlns:c16="http://schemas.microsoft.com/office/drawing/2014/chart" uri="{C3380CC4-5D6E-409C-BE32-E72D297353CC}">
                <c16:uniqueId val="{00000007-9E93-4170-8B11-AADE06F37218}"/>
              </c:ext>
            </c:extLst>
          </c:dPt>
          <c:cat>
            <c:strRef>
              <c:f>Sheet1!$A$2:$A$5</c:f>
              <c:strCache>
                <c:ptCount val="4"/>
                <c:pt idx="0">
                  <c:v>类别 1</c:v>
                </c:pt>
                <c:pt idx="1">
                  <c:v>类别 2</c:v>
                </c:pt>
                <c:pt idx="2">
                  <c:v>类别 3</c:v>
                </c:pt>
                <c:pt idx="3">
                  <c:v>类别 4</c:v>
                </c:pt>
              </c:strCache>
            </c:strRef>
          </c:cat>
          <c:val>
            <c:numRef>
              <c:f>Sheet1!$B$2:$B$5</c:f>
              <c:numCache>
                <c:formatCode>General</c:formatCode>
                <c:ptCount val="4"/>
                <c:pt idx="0">
                  <c:v>5</c:v>
                </c:pt>
                <c:pt idx="1">
                  <c:v>5</c:v>
                </c:pt>
                <c:pt idx="2">
                  <c:v>5</c:v>
                </c:pt>
                <c:pt idx="3">
                  <c:v>5</c:v>
                </c:pt>
              </c:numCache>
            </c:numRef>
          </c:val>
          <c:extLst>
            <c:ext xmlns:c16="http://schemas.microsoft.com/office/drawing/2014/chart" uri="{C3380CC4-5D6E-409C-BE32-E72D297353CC}">
              <c16:uniqueId val="{00000008-9E93-4170-8B11-AADE06F37218}"/>
            </c:ext>
          </c:extLst>
        </c:ser>
        <c:ser>
          <c:idx val="1"/>
          <c:order val="1"/>
          <c:tx>
            <c:strRef>
              <c:f>Sheet1!$C$1</c:f>
              <c:strCache>
                <c:ptCount val="1"/>
                <c:pt idx="0">
                  <c:v>系列 2</c:v>
                </c:pt>
              </c:strCache>
            </c:strRef>
          </c:tx>
          <c:spPr>
            <a:solidFill>
              <a:srgbClr val="A9C14C"/>
            </a:solidFill>
            <a:ln>
              <a:noFill/>
            </a:ln>
            <a:effectLst/>
          </c:spPr>
          <c:invertIfNegative val="0"/>
          <c:dPt>
            <c:idx val="0"/>
            <c:invertIfNegative val="0"/>
            <c:bubble3D val="0"/>
            <c:spPr>
              <a:solidFill>
                <a:srgbClr val="309D96"/>
              </a:solidFill>
              <a:ln>
                <a:noFill/>
              </a:ln>
              <a:effectLst/>
            </c:spPr>
            <c:extLst>
              <c:ext xmlns:c16="http://schemas.microsoft.com/office/drawing/2014/chart" uri="{C3380CC4-5D6E-409C-BE32-E72D297353CC}">
                <c16:uniqueId val="{0000000A-9E93-4170-8B11-AADE06F37218}"/>
              </c:ext>
            </c:extLst>
          </c:dPt>
          <c:dPt>
            <c:idx val="1"/>
            <c:invertIfNegative val="0"/>
            <c:bubble3D val="0"/>
            <c:spPr>
              <a:solidFill>
                <a:srgbClr val="BA243B"/>
              </a:solidFill>
              <a:ln>
                <a:noFill/>
              </a:ln>
              <a:effectLst/>
            </c:spPr>
            <c:extLst>
              <c:ext xmlns:c16="http://schemas.microsoft.com/office/drawing/2014/chart" uri="{C3380CC4-5D6E-409C-BE32-E72D297353CC}">
                <c16:uniqueId val="{0000000C-9E93-4170-8B11-AADE06F37218}"/>
              </c:ext>
            </c:extLst>
          </c:dPt>
          <c:dPt>
            <c:idx val="2"/>
            <c:invertIfNegative val="0"/>
            <c:bubble3D val="0"/>
            <c:spPr>
              <a:solidFill>
                <a:srgbClr val="DFB73B"/>
              </a:solidFill>
              <a:ln>
                <a:noFill/>
              </a:ln>
              <a:effectLst/>
            </c:spPr>
            <c:extLst>
              <c:ext xmlns:c16="http://schemas.microsoft.com/office/drawing/2014/chart" uri="{C3380CC4-5D6E-409C-BE32-E72D297353CC}">
                <c16:uniqueId val="{0000000E-9E93-4170-8B11-AADE06F37218}"/>
              </c:ext>
            </c:extLst>
          </c:dPt>
          <c:dLbls>
            <c:spPr>
              <a:noFill/>
              <a:ln>
                <a:noFill/>
              </a:ln>
              <a:effectLst/>
            </c:spPr>
            <c:txPr>
              <a:bodyPr rot="0" spcFirstLastPara="1" vertOverflow="ellipsis" vert="horz" wrap="square" anchor="ctr" anchorCtr="1"/>
              <a:lstStyle/>
              <a:p>
                <a:pPr>
                  <a:defRPr sz="2800" b="0" i="0" u="none" strike="noStrike" kern="1200" baseline="0">
                    <a:solidFill>
                      <a:schemeClr val="bg1"/>
                    </a:solidFill>
                    <a:latin typeface="Impact" panose="020B0806030902050204" pitchFamily="34" charset="0"/>
                    <a:ea typeface="+mn-ea"/>
                    <a:cs typeface="+mn-cs"/>
                  </a:defRPr>
                </a:pPr>
                <a:endParaRPr lang="zh-CN"/>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类别 1</c:v>
                </c:pt>
                <c:pt idx="1">
                  <c:v>类别 2</c:v>
                </c:pt>
                <c:pt idx="2">
                  <c:v>类别 3</c:v>
                </c:pt>
                <c:pt idx="3">
                  <c:v>类别 4</c:v>
                </c:pt>
              </c:strCache>
            </c:strRef>
          </c:cat>
          <c:val>
            <c:numRef>
              <c:f>Sheet1!$C$2:$C$5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F-9E93-4170-8B11-AADE06F37218}"/>
            </c:ext>
          </c:extLst>
        </c:ser>
        <c:dLbls>
          <c:showLegendKey val="0"/>
          <c:showVal val="0"/>
          <c:showCatName val="0"/>
          <c:showSerName val="0"/>
          <c:showPercent val="0"/>
          <c:showBubbleSize val="0"/>
        </c:dLbls>
        <c:gapWidth val="55"/>
        <c:overlap val="100"/>
        <c:axId val="-958894640"/>
        <c:axId val="-958907696"/>
      </c:barChart>
      <c:catAx>
        <c:axId val="-958894640"/>
        <c:scaling>
          <c:orientation val="minMax"/>
        </c:scaling>
        <c:delete val="0"/>
        <c:axPos val="b"/>
        <c:minorGridlines>
          <c:spPr>
            <a:ln>
              <a:solidFill>
                <a:srgbClr val="DCD4CE"/>
              </a:solidFill>
              <a:prstDash val="lgDash"/>
            </a:ln>
            <a:effectLst/>
          </c:spPr>
        </c:minorGridlines>
        <c:numFmt formatCode="General" sourceLinked="1"/>
        <c:majorTickMark val="out"/>
        <c:minorTickMark val="none"/>
        <c:tickLblPos val="nextTo"/>
        <c:spPr>
          <a:noFill/>
          <a:ln w="1587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cap="none" spc="20" normalizeH="0" baseline="0">
                <a:solidFill>
                  <a:schemeClr val="tx1">
                    <a:lumMod val="65000"/>
                    <a:lumOff val="35000"/>
                  </a:schemeClr>
                </a:solidFill>
                <a:latin typeface="+mn-lt"/>
                <a:ea typeface="+mn-ea"/>
                <a:cs typeface="+mn-cs"/>
              </a:defRPr>
            </a:pPr>
            <a:endParaRPr lang="zh-CN"/>
          </a:p>
        </c:txPr>
        <c:crossAx val="-958907696"/>
        <c:crosses val="autoZero"/>
        <c:auto val="1"/>
        <c:lblAlgn val="ctr"/>
        <c:lblOffset val="100"/>
        <c:noMultiLvlLbl val="0"/>
      </c:catAx>
      <c:valAx>
        <c:axId val="-958907696"/>
        <c:scaling>
          <c:orientation val="minMax"/>
          <c:max val="5"/>
        </c:scaling>
        <c:delete val="0"/>
        <c:axPos val="l"/>
        <c:minorGridlines>
          <c:spPr>
            <a:ln>
              <a:solidFill>
                <a:srgbClr val="DCD4CE"/>
              </a:solidFill>
              <a:prstDash val="lgDash"/>
            </a:ln>
            <a:effectLst/>
          </c:spPr>
        </c:minorGridlines>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sz="1800" b="0" i="0" u="none" strike="noStrike" kern="1200" spc="20" baseline="0">
                <a:solidFill>
                  <a:schemeClr val="tx1">
                    <a:lumMod val="65000"/>
                    <a:lumOff val="35000"/>
                  </a:schemeClr>
                </a:solidFill>
                <a:latin typeface="+mn-lt"/>
                <a:ea typeface="+mn-ea"/>
                <a:cs typeface="+mn-cs"/>
              </a:defRPr>
            </a:pPr>
            <a:endParaRPr lang="zh-CN"/>
          </a:p>
        </c:txPr>
        <c:crossAx val="-958894640"/>
        <c:crosses val="autoZero"/>
        <c:crossBetween val="between"/>
        <c:minorUnit val="1"/>
      </c:valAx>
      <c:spPr>
        <a:noFill/>
        <a:ln>
          <a:solidFill>
            <a:srgbClr val="DCD4CE"/>
          </a:solidFill>
          <a:prstDash val="lgDash"/>
        </a:ln>
        <a:effectLst/>
      </c:spPr>
    </c:plotArea>
    <c:plotVisOnly val="1"/>
    <c:dispBlanksAs val="gap"/>
    <c:showDLblsOverMax val="0"/>
  </c:chart>
  <c:spPr>
    <a:noFill/>
    <a:ln>
      <a:noFill/>
    </a:ln>
    <a:effectLst/>
  </c:spPr>
  <c:txPr>
    <a:bodyPr/>
    <a:lstStyle/>
    <a:p>
      <a:pPr>
        <a:defRPr sz="1800"/>
      </a:pPr>
      <a:endParaRPr lang="zh-CN"/>
    </a:p>
  </c:txPr>
  <c:externalData r:id="rId3">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5117402007195597E-2"/>
          <c:y val="6.6197227437233497E-2"/>
          <c:w val="0.932817963769488"/>
          <c:h val="0.84164811503229797"/>
        </c:manualLayout>
      </c:layout>
      <c:barChart>
        <c:barDir val="col"/>
        <c:grouping val="clustered"/>
        <c:varyColors val="0"/>
        <c:ser>
          <c:idx val="0"/>
          <c:order val="0"/>
          <c:tx>
            <c:strRef>
              <c:f>Sheet1!$B$1</c:f>
              <c:strCache>
                <c:ptCount val="1"/>
                <c:pt idx="0">
                  <c:v>系列 1</c:v>
                </c:pt>
              </c:strCache>
            </c:strRef>
          </c:tx>
          <c:spPr>
            <a:solidFill>
              <a:srgbClr val="51515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chemeClr val="bg1"/>
                    </a:solidFill>
                    <a:latin typeface="Impact" panose="020B0806030902050204" pitchFamily="34" charset="0"/>
                    <a:ea typeface="+mn-ea"/>
                    <a:cs typeface="+mn-cs"/>
                  </a:defRPr>
                </a:pPr>
                <a:endParaRPr lang="zh-CN"/>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类别 1</c:v>
                </c:pt>
                <c:pt idx="1">
                  <c:v>类别 2</c:v>
                </c:pt>
                <c:pt idx="2">
                  <c:v>类别 3</c:v>
                </c:pt>
                <c:pt idx="3">
                  <c:v>类别 4</c:v>
                </c:pt>
              </c:strCache>
            </c:strRef>
          </c:cat>
          <c:val>
            <c:numRef>
              <c:f>Sheet1!$B$2:$B$5</c:f>
              <c:numCache>
                <c:formatCode>0%</c:formatCode>
                <c:ptCount val="4"/>
                <c:pt idx="0">
                  <c:v>0.33</c:v>
                </c:pt>
                <c:pt idx="1">
                  <c:v>0.32</c:v>
                </c:pt>
                <c:pt idx="2">
                  <c:v>0.56999999999999995</c:v>
                </c:pt>
                <c:pt idx="3">
                  <c:v>0.78</c:v>
                </c:pt>
              </c:numCache>
            </c:numRef>
          </c:val>
          <c:extLst>
            <c:ext xmlns:c16="http://schemas.microsoft.com/office/drawing/2014/chart" uri="{C3380CC4-5D6E-409C-BE32-E72D297353CC}">
              <c16:uniqueId val="{00000000-C727-4320-8C26-D3A614B0EE27}"/>
            </c:ext>
          </c:extLst>
        </c:ser>
        <c:ser>
          <c:idx val="1"/>
          <c:order val="1"/>
          <c:tx>
            <c:strRef>
              <c:f>Sheet1!$C$1</c:f>
              <c:strCache>
                <c:ptCount val="1"/>
                <c:pt idx="0">
                  <c:v>系列 2</c:v>
                </c:pt>
              </c:strCache>
            </c:strRef>
          </c:tx>
          <c:spPr>
            <a:solidFill>
              <a:srgbClr val="47BA47"/>
            </a:solidFill>
            <a:ln>
              <a:noFill/>
            </a:ln>
            <a:effectLst>
              <a:outerShdw blurRad="292100" dist="76200" dir="13500000" sx="101000" sy="101000" algn="br" rotWithShape="0">
                <a:prstClr val="black">
                  <a:alpha val="19000"/>
                </a:prstClr>
              </a:outerShdw>
            </a:effectLst>
          </c:spPr>
          <c:invertIfNegative val="0"/>
          <c:dPt>
            <c:idx val="0"/>
            <c:invertIfNegative val="0"/>
            <c:bubble3D val="0"/>
            <c:spPr>
              <a:solidFill>
                <a:srgbClr val="47BA47"/>
              </a:solidFill>
              <a:ln>
                <a:noFill/>
              </a:ln>
              <a:effectLst>
                <a:outerShdw blurRad="292100" dist="76200" dir="13500000" sx="101000" sy="101000" algn="br" rotWithShape="0">
                  <a:prstClr val="black">
                    <a:alpha val="19000"/>
                  </a:prstClr>
                </a:outerShdw>
              </a:effectLst>
            </c:spPr>
            <c:extLst>
              <c:ext xmlns:c16="http://schemas.microsoft.com/office/drawing/2014/chart" uri="{C3380CC4-5D6E-409C-BE32-E72D297353CC}">
                <c16:uniqueId val="{00000002-C727-4320-8C26-D3A614B0EE27}"/>
              </c:ext>
            </c:extLst>
          </c:dPt>
          <c:dPt>
            <c:idx val="1"/>
            <c:invertIfNegative val="0"/>
            <c:bubble3D val="0"/>
            <c:spPr>
              <a:solidFill>
                <a:srgbClr val="CECE00"/>
              </a:solidFill>
              <a:ln>
                <a:noFill/>
              </a:ln>
              <a:effectLst>
                <a:outerShdw blurRad="292100" dist="76200" dir="13500000" sx="101000" sy="101000" algn="br" rotWithShape="0">
                  <a:prstClr val="black">
                    <a:alpha val="19000"/>
                  </a:prstClr>
                </a:outerShdw>
              </a:effectLst>
            </c:spPr>
            <c:extLst>
              <c:ext xmlns:c16="http://schemas.microsoft.com/office/drawing/2014/chart" uri="{C3380CC4-5D6E-409C-BE32-E72D297353CC}">
                <c16:uniqueId val="{00000004-C727-4320-8C26-D3A614B0EE27}"/>
              </c:ext>
            </c:extLst>
          </c:dPt>
          <c:dPt>
            <c:idx val="2"/>
            <c:invertIfNegative val="0"/>
            <c:bubble3D val="0"/>
            <c:spPr>
              <a:solidFill>
                <a:srgbClr val="FFAA00"/>
              </a:solidFill>
              <a:ln>
                <a:noFill/>
              </a:ln>
              <a:effectLst>
                <a:outerShdw blurRad="292100" dist="76200" dir="13500000" sx="101000" sy="101000" algn="br" rotWithShape="0">
                  <a:prstClr val="black">
                    <a:alpha val="19000"/>
                  </a:prstClr>
                </a:outerShdw>
              </a:effectLst>
            </c:spPr>
            <c:extLst>
              <c:ext xmlns:c16="http://schemas.microsoft.com/office/drawing/2014/chart" uri="{C3380CC4-5D6E-409C-BE32-E72D297353CC}">
                <c16:uniqueId val="{00000006-C727-4320-8C26-D3A614B0EE27}"/>
              </c:ext>
            </c:extLst>
          </c:dPt>
          <c:dPt>
            <c:idx val="3"/>
            <c:invertIfNegative val="0"/>
            <c:bubble3D val="0"/>
            <c:spPr>
              <a:solidFill>
                <a:srgbClr val="ED5132"/>
              </a:solidFill>
              <a:ln>
                <a:noFill/>
              </a:ln>
              <a:effectLst>
                <a:outerShdw blurRad="292100" dist="76200" dir="13500000" sx="101000" sy="101000" algn="br" rotWithShape="0">
                  <a:prstClr val="black">
                    <a:alpha val="19000"/>
                  </a:prstClr>
                </a:outerShdw>
              </a:effectLst>
            </c:spPr>
            <c:extLst>
              <c:ext xmlns:c16="http://schemas.microsoft.com/office/drawing/2014/chart" uri="{C3380CC4-5D6E-409C-BE32-E72D297353CC}">
                <c16:uniqueId val="{00000008-C727-4320-8C26-D3A614B0EE27}"/>
              </c:ext>
            </c:extLst>
          </c:dPt>
          <c:dLbls>
            <c:spPr>
              <a:noFill/>
              <a:ln>
                <a:noFill/>
              </a:ln>
              <a:effectLst/>
            </c:spPr>
            <c:txPr>
              <a:bodyPr rot="0" spcFirstLastPara="1" vertOverflow="ellipsis" vert="horz" wrap="square" lIns="38100" tIns="19050" rIns="38100" bIns="19050" anchor="ctr" anchorCtr="1">
                <a:spAutoFit/>
              </a:bodyPr>
              <a:lstStyle/>
              <a:p>
                <a:pPr>
                  <a:defRPr sz="2800" b="0" i="0" u="none" strike="noStrike" kern="1200" baseline="0">
                    <a:solidFill>
                      <a:schemeClr val="bg1"/>
                    </a:solidFill>
                    <a:latin typeface="Impact" panose="020B0806030902050204" pitchFamily="34" charset="0"/>
                    <a:ea typeface="+mn-ea"/>
                    <a:cs typeface="+mn-cs"/>
                  </a:defRPr>
                </a:pPr>
                <a:endParaRPr lang="zh-CN"/>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类别 1</c:v>
                </c:pt>
                <c:pt idx="1">
                  <c:v>类别 2</c:v>
                </c:pt>
                <c:pt idx="2">
                  <c:v>类别 3</c:v>
                </c:pt>
                <c:pt idx="3">
                  <c:v>类别 4</c:v>
                </c:pt>
              </c:strCache>
            </c:strRef>
          </c:cat>
          <c:val>
            <c:numRef>
              <c:f>Sheet1!$C$2:$C$5</c:f>
              <c:numCache>
                <c:formatCode>0%</c:formatCode>
                <c:ptCount val="4"/>
                <c:pt idx="0">
                  <c:v>0.42</c:v>
                </c:pt>
                <c:pt idx="1">
                  <c:v>0.55000000000000004</c:v>
                </c:pt>
                <c:pt idx="2">
                  <c:v>0.92</c:v>
                </c:pt>
                <c:pt idx="3">
                  <c:v>0.62</c:v>
                </c:pt>
              </c:numCache>
            </c:numRef>
          </c:val>
          <c:extLst>
            <c:ext xmlns:c16="http://schemas.microsoft.com/office/drawing/2014/chart" uri="{C3380CC4-5D6E-409C-BE32-E72D297353CC}">
              <c16:uniqueId val="{00000009-C727-4320-8C26-D3A614B0EE27}"/>
            </c:ext>
          </c:extLst>
        </c:ser>
        <c:dLbls>
          <c:dLblPos val="outEnd"/>
          <c:showLegendKey val="0"/>
          <c:showVal val="1"/>
          <c:showCatName val="0"/>
          <c:showSerName val="0"/>
          <c:showPercent val="0"/>
          <c:showBubbleSize val="0"/>
        </c:dLbls>
        <c:gapWidth val="55"/>
        <c:overlap val="27"/>
        <c:axId val="-958881040"/>
        <c:axId val="-958899536"/>
      </c:barChart>
      <c:catAx>
        <c:axId val="-958881040"/>
        <c:scaling>
          <c:orientation val="minMax"/>
        </c:scaling>
        <c:delete val="0"/>
        <c:axPos val="b"/>
        <c:numFmt formatCode="General" sourceLinked="1"/>
        <c:majorTickMark val="out"/>
        <c:minorTickMark val="none"/>
        <c:tickLblPos val="nextTo"/>
        <c:spPr>
          <a:noFill/>
          <a:ln w="15875" cap="flat" cmpd="sng" algn="ctr">
            <a:solidFill>
              <a:schemeClr val="tx1">
                <a:lumMod val="25000"/>
                <a:lumOff val="75000"/>
              </a:schemeClr>
            </a:solidFill>
            <a:round/>
          </a:ln>
          <a:effectLst/>
        </c:spPr>
        <c:txPr>
          <a:bodyPr rot="-60000000" spcFirstLastPara="1" vertOverflow="ellipsis" vert="horz" wrap="square" anchor="ctr" anchorCtr="1"/>
          <a:lstStyle/>
          <a:p>
            <a:pPr>
              <a:defRPr sz="1400" b="0" i="0" u="none" strike="noStrike" kern="1200" cap="none" spc="20" normalizeH="0" baseline="0">
                <a:solidFill>
                  <a:schemeClr val="tx1">
                    <a:lumMod val="65000"/>
                    <a:lumOff val="35000"/>
                  </a:schemeClr>
                </a:solidFill>
                <a:latin typeface="+mn-lt"/>
                <a:ea typeface="+mn-ea"/>
                <a:cs typeface="+mn-cs"/>
              </a:defRPr>
            </a:pPr>
            <a:endParaRPr lang="zh-CN"/>
          </a:p>
        </c:txPr>
        <c:crossAx val="-958899536"/>
        <c:crosses val="autoZero"/>
        <c:auto val="1"/>
        <c:lblAlgn val="ctr"/>
        <c:lblOffset val="100"/>
        <c:noMultiLvlLbl val="0"/>
      </c:catAx>
      <c:valAx>
        <c:axId val="-958899536"/>
        <c:scaling>
          <c:orientation val="minMax"/>
        </c:scaling>
        <c:delete val="1"/>
        <c:axPos val="l"/>
        <c:numFmt formatCode="0%" sourceLinked="1"/>
        <c:majorTickMark val="out"/>
        <c:minorTickMark val="none"/>
        <c:tickLblPos val="nextTo"/>
        <c:crossAx val="-958881040"/>
        <c:crosses val="autoZero"/>
        <c:crossBetween val="between"/>
        <c:minorUnit val="1"/>
      </c:valAx>
      <c:spPr>
        <a:noFill/>
        <a:ln w="25400">
          <a:noFill/>
        </a:ln>
        <a:effectLst/>
      </c:spPr>
    </c:plotArea>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30914787877943E-2"/>
          <c:y val="4.9448108493043597E-2"/>
          <c:w val="0.94438035555564404"/>
          <c:h val="0.89121416131530395"/>
        </c:manualLayout>
      </c:layout>
      <c:barChart>
        <c:barDir val="bar"/>
        <c:grouping val="clustered"/>
        <c:varyColors val="0"/>
        <c:ser>
          <c:idx val="0"/>
          <c:order val="0"/>
          <c:tx>
            <c:strRef>
              <c:f>Sheet1!$B$1</c:f>
              <c:strCache>
                <c:ptCount val="1"/>
                <c:pt idx="0">
                  <c:v>系列 1</c:v>
                </c:pt>
              </c:strCache>
            </c:strRef>
          </c:tx>
          <c:spPr>
            <a:solidFill>
              <a:schemeClr val="accent1"/>
            </a:solidFill>
            <a:ln>
              <a:noFill/>
            </a:ln>
            <a:effectLst/>
          </c:spPr>
          <c:invertIfNegative val="0"/>
          <c:dPt>
            <c:idx val="0"/>
            <c:invertIfNegative val="0"/>
            <c:bubble3D val="0"/>
            <c:spPr>
              <a:solidFill>
                <a:srgbClr val="79C4E6"/>
              </a:solidFill>
              <a:ln>
                <a:noFill/>
              </a:ln>
              <a:effectLst/>
            </c:spPr>
            <c:extLst>
              <c:ext xmlns:c16="http://schemas.microsoft.com/office/drawing/2014/chart" uri="{C3380CC4-5D6E-409C-BE32-E72D297353CC}">
                <c16:uniqueId val="{00000001-4E1A-48D3-86C9-8212E7060306}"/>
              </c:ext>
            </c:extLst>
          </c:dPt>
          <c:dPt>
            <c:idx val="1"/>
            <c:invertIfNegative val="0"/>
            <c:bubble3D val="0"/>
            <c:spPr>
              <a:solidFill>
                <a:srgbClr val="E3793D"/>
              </a:solidFill>
              <a:ln>
                <a:noFill/>
              </a:ln>
              <a:effectLst/>
            </c:spPr>
            <c:extLst>
              <c:ext xmlns:c16="http://schemas.microsoft.com/office/drawing/2014/chart" uri="{C3380CC4-5D6E-409C-BE32-E72D297353CC}">
                <c16:uniqueId val="{00000003-4E1A-48D3-86C9-8212E7060306}"/>
              </c:ext>
            </c:extLst>
          </c:dPt>
          <c:dPt>
            <c:idx val="2"/>
            <c:invertIfNegative val="0"/>
            <c:bubble3D val="0"/>
            <c:spPr>
              <a:solidFill>
                <a:srgbClr val="79C4E6"/>
              </a:solidFill>
              <a:ln>
                <a:noFill/>
              </a:ln>
              <a:effectLst/>
            </c:spPr>
            <c:extLst>
              <c:ext xmlns:c16="http://schemas.microsoft.com/office/drawing/2014/chart" uri="{C3380CC4-5D6E-409C-BE32-E72D297353CC}">
                <c16:uniqueId val="{00000005-4E1A-48D3-86C9-8212E7060306}"/>
              </c:ext>
            </c:extLst>
          </c:dPt>
          <c:dPt>
            <c:idx val="3"/>
            <c:invertIfNegative val="0"/>
            <c:bubble3D val="0"/>
            <c:spPr>
              <a:solidFill>
                <a:srgbClr val="E3793D"/>
              </a:solidFill>
              <a:ln>
                <a:noFill/>
              </a:ln>
              <a:effectLst/>
            </c:spPr>
            <c:extLst>
              <c:ext xmlns:c16="http://schemas.microsoft.com/office/drawing/2014/chart" uri="{C3380CC4-5D6E-409C-BE32-E72D297353CC}">
                <c16:uniqueId val="{00000007-4E1A-48D3-86C9-8212E7060306}"/>
              </c:ext>
            </c:extLst>
          </c:dPt>
          <c:dLbls>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chemeClr val="tx1">
                        <a:lumMod val="65000"/>
                        <a:lumOff val="35000"/>
                      </a:schemeClr>
                    </a:solidFill>
                    <a:latin typeface="Impact" panose="020B0806030902050204" pitchFamily="34" charset="0"/>
                    <a:ea typeface="+mn-ea"/>
                    <a:cs typeface="+mn-cs"/>
                  </a:defRPr>
                </a:pPr>
                <a:endParaRPr lang="zh-CN"/>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类别 1</c:v>
                </c:pt>
                <c:pt idx="1">
                  <c:v>类别 2</c:v>
                </c:pt>
                <c:pt idx="2">
                  <c:v>类别 3</c:v>
                </c:pt>
                <c:pt idx="3">
                  <c:v>类别 4</c:v>
                </c:pt>
              </c:strCache>
            </c:strRef>
          </c:cat>
          <c:val>
            <c:numRef>
              <c:f>Sheet1!$B$2:$B$5</c:f>
              <c:numCache>
                <c:formatCode>0%</c:formatCode>
                <c:ptCount val="4"/>
                <c:pt idx="0">
                  <c:v>0.31</c:v>
                </c:pt>
                <c:pt idx="1">
                  <c:v>0.43</c:v>
                </c:pt>
                <c:pt idx="2">
                  <c:v>0.56000000000000005</c:v>
                </c:pt>
                <c:pt idx="3">
                  <c:v>0.67</c:v>
                </c:pt>
              </c:numCache>
            </c:numRef>
          </c:val>
          <c:extLst>
            <c:ext xmlns:c16="http://schemas.microsoft.com/office/drawing/2014/chart" uri="{C3380CC4-5D6E-409C-BE32-E72D297353CC}">
              <c16:uniqueId val="{00000008-4E1A-48D3-86C9-8212E7060306}"/>
            </c:ext>
          </c:extLst>
        </c:ser>
        <c:dLbls>
          <c:showLegendKey val="0"/>
          <c:showVal val="0"/>
          <c:showCatName val="0"/>
          <c:showSerName val="0"/>
          <c:showPercent val="0"/>
          <c:showBubbleSize val="0"/>
        </c:dLbls>
        <c:gapWidth val="60"/>
        <c:axId val="-958885936"/>
        <c:axId val="-958907152"/>
      </c:barChart>
      <c:catAx>
        <c:axId val="-958885936"/>
        <c:scaling>
          <c:orientation val="minMax"/>
        </c:scaling>
        <c:delete val="1"/>
        <c:axPos val="l"/>
        <c:numFmt formatCode="General" sourceLinked="1"/>
        <c:majorTickMark val="none"/>
        <c:minorTickMark val="none"/>
        <c:tickLblPos val="nextTo"/>
        <c:crossAx val="-958907152"/>
        <c:crosses val="autoZero"/>
        <c:auto val="1"/>
        <c:lblAlgn val="ctr"/>
        <c:lblOffset val="100"/>
        <c:noMultiLvlLbl val="0"/>
      </c:catAx>
      <c:valAx>
        <c:axId val="-958907152"/>
        <c:scaling>
          <c:orientation val="minMax"/>
        </c:scaling>
        <c:delete val="1"/>
        <c:axPos val="b"/>
        <c:numFmt formatCode="0%" sourceLinked="1"/>
        <c:majorTickMark val="none"/>
        <c:minorTickMark val="none"/>
        <c:tickLblPos val="nextTo"/>
        <c:crossAx val="-958885936"/>
        <c:crosses val="autoZero"/>
        <c:crossBetween val="between"/>
      </c:valAx>
      <c:spPr>
        <a:noFill/>
        <a:ln w="25400">
          <a:noFill/>
        </a:ln>
        <a:effectLst/>
      </c:spPr>
    </c:plotArea>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0960918620511501"/>
          <c:y val="3.8040435594302202E-2"/>
          <c:w val="0.86222835599668701"/>
          <c:h val="0.82168838538637301"/>
        </c:manualLayout>
      </c:layout>
      <c:barChart>
        <c:barDir val="bar"/>
        <c:grouping val="clustered"/>
        <c:varyColors val="0"/>
        <c:ser>
          <c:idx val="0"/>
          <c:order val="0"/>
          <c:tx>
            <c:strRef>
              <c:f>Sheet1!$B$1</c:f>
              <c:strCache>
                <c:ptCount val="1"/>
                <c:pt idx="0">
                  <c:v>系列 1</c:v>
                </c:pt>
              </c:strCache>
            </c:strRef>
          </c:tx>
          <c:spPr>
            <a:solidFill>
              <a:srgbClr val="548C9D"/>
            </a:solidFill>
          </c:spPr>
          <c:invertIfNegative val="0"/>
          <c:cat>
            <c:numRef>
              <c:f>Sheet1!$A$2:$A$5</c:f>
              <c:numCache>
                <c:formatCode>General</c:formatCode>
                <c:ptCount val="4"/>
                <c:pt idx="0">
                  <c:v>2015</c:v>
                </c:pt>
                <c:pt idx="1">
                  <c:v>2014</c:v>
                </c:pt>
                <c:pt idx="2">
                  <c:v>2013</c:v>
                </c:pt>
                <c:pt idx="3">
                  <c:v>2012</c:v>
                </c:pt>
              </c:numCache>
            </c:num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48D6-47BC-ACE6-8E5CC0CE1179}"/>
            </c:ext>
          </c:extLst>
        </c:ser>
        <c:ser>
          <c:idx val="1"/>
          <c:order val="1"/>
          <c:tx>
            <c:strRef>
              <c:f>Sheet1!$C$1</c:f>
              <c:strCache>
                <c:ptCount val="1"/>
                <c:pt idx="0">
                  <c:v>系列 2</c:v>
                </c:pt>
              </c:strCache>
            </c:strRef>
          </c:tx>
          <c:spPr>
            <a:solidFill>
              <a:srgbClr val="ED7000"/>
            </a:solidFill>
          </c:spPr>
          <c:invertIfNegative val="0"/>
          <c:cat>
            <c:numRef>
              <c:f>Sheet1!$A$2:$A$5</c:f>
              <c:numCache>
                <c:formatCode>General</c:formatCode>
                <c:ptCount val="4"/>
                <c:pt idx="0">
                  <c:v>2015</c:v>
                </c:pt>
                <c:pt idx="1">
                  <c:v>2014</c:v>
                </c:pt>
                <c:pt idx="2">
                  <c:v>2013</c:v>
                </c:pt>
                <c:pt idx="3">
                  <c:v>2012</c:v>
                </c:pt>
              </c:numCache>
            </c:numRef>
          </c:cat>
          <c:val>
            <c:numRef>
              <c:f>Sheet1!$C$2:$C$5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1-48D6-47BC-ACE6-8E5CC0CE1179}"/>
            </c:ext>
          </c:extLst>
        </c:ser>
        <c:dLbls>
          <c:showLegendKey val="0"/>
          <c:showVal val="0"/>
          <c:showCatName val="0"/>
          <c:showSerName val="0"/>
          <c:showPercent val="0"/>
          <c:showBubbleSize val="0"/>
        </c:dLbls>
        <c:gapWidth val="150"/>
        <c:overlap val="-24"/>
        <c:axId val="-958889744"/>
        <c:axId val="-958906608"/>
      </c:barChart>
      <c:catAx>
        <c:axId val="-958889744"/>
        <c:scaling>
          <c:orientation val="minMax"/>
        </c:scaling>
        <c:delete val="0"/>
        <c:axPos val="l"/>
        <c:numFmt formatCode="General" sourceLinked="1"/>
        <c:majorTickMark val="out"/>
        <c:minorTickMark val="none"/>
        <c:tickLblPos val="nextTo"/>
        <c:crossAx val="-958906608"/>
        <c:crosses val="autoZero"/>
        <c:auto val="1"/>
        <c:lblAlgn val="ctr"/>
        <c:lblOffset val="100"/>
        <c:noMultiLvlLbl val="0"/>
      </c:catAx>
      <c:valAx>
        <c:axId val="-958906608"/>
        <c:scaling>
          <c:orientation val="minMax"/>
        </c:scaling>
        <c:delete val="0"/>
        <c:axPos val="b"/>
        <c:numFmt formatCode="General" sourceLinked="1"/>
        <c:majorTickMark val="out"/>
        <c:minorTickMark val="none"/>
        <c:tickLblPos val="nextTo"/>
        <c:crossAx val="-958889744"/>
        <c:crosses val="autoZero"/>
        <c:crossBetween val="between"/>
      </c:valAx>
      <c:spPr>
        <a:noFill/>
        <a:ln w="25400">
          <a:noFill/>
        </a:ln>
      </c:spPr>
    </c:plotArea>
    <c:plotVisOnly val="1"/>
    <c:dispBlanksAs val="gap"/>
    <c:showDLblsOverMax val="0"/>
  </c:chart>
  <c:spPr>
    <a:ln>
      <a:noFill/>
    </a:ln>
  </c:spPr>
  <c:txPr>
    <a:bodyPr/>
    <a:lstStyle/>
    <a:p>
      <a:pPr>
        <a:defRPr sz="1800" b="0">
          <a:solidFill>
            <a:schemeClr val="tx1">
              <a:lumMod val="50000"/>
              <a:lumOff val="50000"/>
            </a:schemeClr>
          </a:solidFill>
          <a:latin typeface="Impact" panose="020B0806030902050204" pitchFamily="34" charset="0"/>
        </a:defRPr>
      </a:pPr>
      <a:endParaRPr lang="zh-CN"/>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30914787877943E-2"/>
          <c:y val="4.9448108493043597E-2"/>
          <c:w val="0.94438035555564404"/>
          <c:h val="0.89121416131530395"/>
        </c:manualLayout>
      </c:layout>
      <c:barChart>
        <c:barDir val="bar"/>
        <c:grouping val="clustered"/>
        <c:varyColors val="0"/>
        <c:ser>
          <c:idx val="0"/>
          <c:order val="0"/>
          <c:tx>
            <c:strRef>
              <c:f>Sheet1!$B$1</c:f>
              <c:strCache>
                <c:ptCount val="1"/>
                <c:pt idx="0">
                  <c:v>系列 1</c:v>
                </c:pt>
              </c:strCache>
            </c:strRef>
          </c:tx>
          <c:spPr>
            <a:pattFill prst="dkVert">
              <a:fgClr>
                <a:srgbClr val="E60A11"/>
              </a:fgClr>
              <a:bgClr>
                <a:srgbClr val="F6F6F6"/>
              </a:bgClr>
            </a:pattFill>
            <a:ln>
              <a:noFill/>
            </a:ln>
            <a:effectLst/>
          </c:spPr>
          <c:invertIfNegative val="0"/>
          <c:dPt>
            <c:idx val="0"/>
            <c:invertIfNegative val="0"/>
            <c:bubble3D val="0"/>
            <c:spPr>
              <a:pattFill prst="dkVert">
                <a:fgClr>
                  <a:srgbClr val="E60A11"/>
                </a:fgClr>
                <a:bgClr>
                  <a:srgbClr val="F6F6F6"/>
                </a:bgClr>
              </a:pattFill>
              <a:ln>
                <a:noFill/>
              </a:ln>
              <a:effectLst/>
            </c:spPr>
            <c:extLst>
              <c:ext xmlns:c16="http://schemas.microsoft.com/office/drawing/2014/chart" uri="{C3380CC4-5D6E-409C-BE32-E72D297353CC}">
                <c16:uniqueId val="{00000001-57AF-4F08-B9E0-5FE0D7AD5210}"/>
              </c:ext>
            </c:extLst>
          </c:dPt>
          <c:dPt>
            <c:idx val="1"/>
            <c:invertIfNegative val="0"/>
            <c:bubble3D val="0"/>
            <c:spPr>
              <a:pattFill prst="dkVert">
                <a:fgClr>
                  <a:srgbClr val="E60A11"/>
                </a:fgClr>
                <a:bgClr>
                  <a:srgbClr val="F6F6F6"/>
                </a:bgClr>
              </a:pattFill>
              <a:ln>
                <a:noFill/>
              </a:ln>
              <a:effectLst/>
            </c:spPr>
            <c:extLst>
              <c:ext xmlns:c16="http://schemas.microsoft.com/office/drawing/2014/chart" uri="{C3380CC4-5D6E-409C-BE32-E72D297353CC}">
                <c16:uniqueId val="{00000003-57AF-4F08-B9E0-5FE0D7AD5210}"/>
              </c:ext>
            </c:extLst>
          </c:dPt>
          <c:dPt>
            <c:idx val="2"/>
            <c:invertIfNegative val="0"/>
            <c:bubble3D val="0"/>
            <c:spPr>
              <a:pattFill prst="dkVert">
                <a:fgClr>
                  <a:srgbClr val="E60A11"/>
                </a:fgClr>
                <a:bgClr>
                  <a:srgbClr val="F6F6F6"/>
                </a:bgClr>
              </a:pattFill>
              <a:ln>
                <a:noFill/>
              </a:ln>
              <a:effectLst/>
            </c:spPr>
            <c:extLst>
              <c:ext xmlns:c16="http://schemas.microsoft.com/office/drawing/2014/chart" uri="{C3380CC4-5D6E-409C-BE32-E72D297353CC}">
                <c16:uniqueId val="{00000005-57AF-4F08-B9E0-5FE0D7AD5210}"/>
              </c:ext>
            </c:extLst>
          </c:dPt>
          <c:dLbls>
            <c:spPr>
              <a:noFill/>
              <a:ln>
                <a:noFill/>
              </a:ln>
              <a:effectLst/>
            </c:spPr>
            <c:txPr>
              <a:bodyPr rot="0" spcFirstLastPara="1" vertOverflow="ellipsis" vert="horz" wrap="square" lIns="38100" tIns="19050" rIns="38100" bIns="19050" anchor="ctr" anchorCtr="1">
                <a:spAutoFit/>
              </a:bodyPr>
              <a:lstStyle/>
              <a:p>
                <a:pPr>
                  <a:defRPr sz="2400" b="0" i="0" u="none" strike="noStrike" kern="1200" baseline="0">
                    <a:solidFill>
                      <a:schemeClr val="tx1">
                        <a:lumMod val="65000"/>
                        <a:lumOff val="35000"/>
                      </a:schemeClr>
                    </a:solidFill>
                    <a:latin typeface="+mn-lt"/>
                    <a:ea typeface="+mn-ea"/>
                    <a:cs typeface="+mn-cs"/>
                  </a:defRPr>
                </a:pPr>
                <a:endParaRPr lang="zh-CN"/>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Sheet1!$A$2:$A$4</c:f>
              <c:strCache>
                <c:ptCount val="3"/>
                <c:pt idx="0">
                  <c:v>类别 1</c:v>
                </c:pt>
                <c:pt idx="1">
                  <c:v>类别 2</c:v>
                </c:pt>
                <c:pt idx="2">
                  <c:v>类别 3</c:v>
                </c:pt>
              </c:strCache>
            </c:strRef>
          </c:cat>
          <c:val>
            <c:numRef>
              <c:f>Sheet1!$B$2:$B$4</c:f>
              <c:numCache>
                <c:formatCode>0_ </c:formatCode>
                <c:ptCount val="3"/>
                <c:pt idx="0">
                  <c:v>38</c:v>
                </c:pt>
                <c:pt idx="1">
                  <c:v>42</c:v>
                </c:pt>
                <c:pt idx="2">
                  <c:v>39</c:v>
                </c:pt>
              </c:numCache>
            </c:numRef>
          </c:val>
          <c:extLst>
            <c:ext xmlns:c16="http://schemas.microsoft.com/office/drawing/2014/chart" uri="{C3380CC4-5D6E-409C-BE32-E72D297353CC}">
              <c16:uniqueId val="{00000006-57AF-4F08-B9E0-5FE0D7AD5210}"/>
            </c:ext>
          </c:extLst>
        </c:ser>
        <c:dLbls>
          <c:showLegendKey val="0"/>
          <c:showVal val="0"/>
          <c:showCatName val="0"/>
          <c:showSerName val="0"/>
          <c:showPercent val="0"/>
          <c:showBubbleSize val="0"/>
        </c:dLbls>
        <c:gapWidth val="252"/>
        <c:axId val="-958884848"/>
        <c:axId val="-958889200"/>
      </c:barChart>
      <c:catAx>
        <c:axId val="-958884848"/>
        <c:scaling>
          <c:orientation val="minMax"/>
        </c:scaling>
        <c:delete val="1"/>
        <c:axPos val="l"/>
        <c:numFmt formatCode="General" sourceLinked="1"/>
        <c:majorTickMark val="out"/>
        <c:minorTickMark val="none"/>
        <c:tickLblPos val="nextTo"/>
        <c:crossAx val="-958889200"/>
        <c:crosses val="autoZero"/>
        <c:auto val="1"/>
        <c:lblAlgn val="ctr"/>
        <c:lblOffset val="100"/>
        <c:noMultiLvlLbl val="0"/>
      </c:catAx>
      <c:valAx>
        <c:axId val="-958889200"/>
        <c:scaling>
          <c:orientation val="minMax"/>
          <c:max val="50"/>
          <c:min val="0"/>
        </c:scaling>
        <c:delete val="1"/>
        <c:axPos val="b"/>
        <c:numFmt formatCode="0_ " sourceLinked="1"/>
        <c:majorTickMark val="out"/>
        <c:minorTickMark val="none"/>
        <c:tickLblPos val="nextTo"/>
        <c:crossAx val="-958884848"/>
        <c:crosses val="autoZero"/>
        <c:crossBetween val="between"/>
      </c:valAx>
      <c:spPr>
        <a:noFill/>
        <a:ln w="25400">
          <a:noFill/>
        </a:ln>
        <a:effectLst/>
      </c:spPr>
    </c:plotArea>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30914787877943E-2"/>
          <c:y val="4.9448108493043597E-2"/>
          <c:w val="0.94438035555564404"/>
          <c:h val="0.89121416131530395"/>
        </c:manualLayout>
      </c:layout>
      <c:barChart>
        <c:barDir val="bar"/>
        <c:grouping val="clustered"/>
        <c:varyColors val="0"/>
        <c:ser>
          <c:idx val="0"/>
          <c:order val="0"/>
          <c:tx>
            <c:strRef>
              <c:f>Sheet1!$B$1</c:f>
              <c:strCache>
                <c:ptCount val="1"/>
                <c:pt idx="0">
                  <c:v>系列 1</c:v>
                </c:pt>
              </c:strCache>
            </c:strRef>
          </c:tx>
          <c:spPr>
            <a:solidFill>
              <a:srgbClr val="608F60"/>
            </a:solidFill>
            <a:ln>
              <a:noFill/>
            </a:ln>
            <a:effectLst/>
          </c:spPr>
          <c:invertIfNegative val="0"/>
          <c:dPt>
            <c:idx val="0"/>
            <c:invertIfNegative val="0"/>
            <c:bubble3D val="0"/>
            <c:spPr>
              <a:solidFill>
                <a:srgbClr val="4E899D"/>
              </a:solidFill>
              <a:ln>
                <a:noFill/>
              </a:ln>
              <a:effectLst/>
            </c:spPr>
            <c:extLst>
              <c:ext xmlns:c16="http://schemas.microsoft.com/office/drawing/2014/chart" uri="{C3380CC4-5D6E-409C-BE32-E72D297353CC}">
                <c16:uniqueId val="{00000001-92C7-4FB8-B399-8654B40C739D}"/>
              </c:ext>
            </c:extLst>
          </c:dPt>
          <c:dPt>
            <c:idx val="1"/>
            <c:invertIfNegative val="0"/>
            <c:bubble3D val="0"/>
            <c:spPr>
              <a:solidFill>
                <a:srgbClr val="E26A69"/>
              </a:solidFill>
              <a:ln>
                <a:noFill/>
              </a:ln>
              <a:effectLst/>
            </c:spPr>
            <c:extLst>
              <c:ext xmlns:c16="http://schemas.microsoft.com/office/drawing/2014/chart" uri="{C3380CC4-5D6E-409C-BE32-E72D297353CC}">
                <c16:uniqueId val="{00000003-92C7-4FB8-B399-8654B40C739D}"/>
              </c:ext>
            </c:extLst>
          </c:dPt>
          <c:dPt>
            <c:idx val="2"/>
            <c:invertIfNegative val="0"/>
            <c:bubble3D val="0"/>
            <c:spPr>
              <a:solidFill>
                <a:srgbClr val="608F60"/>
              </a:solidFill>
              <a:ln>
                <a:noFill/>
              </a:ln>
              <a:effectLst/>
            </c:spPr>
            <c:extLst>
              <c:ext xmlns:c16="http://schemas.microsoft.com/office/drawing/2014/chart" uri="{C3380CC4-5D6E-409C-BE32-E72D297353CC}">
                <c16:uniqueId val="{00000005-92C7-4FB8-B399-8654B40C739D}"/>
              </c:ext>
            </c:extLst>
          </c:dPt>
          <c:cat>
            <c:strRef>
              <c:f>Sheet1!$A$2:$A$4</c:f>
              <c:strCache>
                <c:ptCount val="3"/>
                <c:pt idx="0">
                  <c:v>类别 1</c:v>
                </c:pt>
                <c:pt idx="1">
                  <c:v>类别 2</c:v>
                </c:pt>
                <c:pt idx="2">
                  <c:v>类别 3</c:v>
                </c:pt>
              </c:strCache>
            </c:strRef>
          </c:cat>
          <c:val>
            <c:numRef>
              <c:f>Sheet1!$B$2:$B$4</c:f>
              <c:numCache>
                <c:formatCode>0%</c:formatCode>
                <c:ptCount val="3"/>
                <c:pt idx="0">
                  <c:v>0.31</c:v>
                </c:pt>
                <c:pt idx="1">
                  <c:v>0.43</c:v>
                </c:pt>
                <c:pt idx="2">
                  <c:v>0.56000000000000005</c:v>
                </c:pt>
              </c:numCache>
            </c:numRef>
          </c:val>
          <c:extLst>
            <c:ext xmlns:c16="http://schemas.microsoft.com/office/drawing/2014/chart" uri="{C3380CC4-5D6E-409C-BE32-E72D297353CC}">
              <c16:uniqueId val="{00000006-92C7-4FB8-B399-8654B40C739D}"/>
            </c:ext>
          </c:extLst>
        </c:ser>
        <c:dLbls>
          <c:showLegendKey val="0"/>
          <c:showVal val="0"/>
          <c:showCatName val="0"/>
          <c:showSerName val="0"/>
          <c:showPercent val="0"/>
          <c:showBubbleSize val="0"/>
        </c:dLbls>
        <c:gapWidth val="52"/>
        <c:axId val="-958898448"/>
        <c:axId val="-958897904"/>
      </c:barChart>
      <c:catAx>
        <c:axId val="-958898448"/>
        <c:scaling>
          <c:orientation val="minMax"/>
        </c:scaling>
        <c:delete val="1"/>
        <c:axPos val="l"/>
        <c:numFmt formatCode="General" sourceLinked="1"/>
        <c:majorTickMark val="none"/>
        <c:minorTickMark val="none"/>
        <c:tickLblPos val="nextTo"/>
        <c:crossAx val="-958897904"/>
        <c:crosses val="autoZero"/>
        <c:auto val="1"/>
        <c:lblAlgn val="ctr"/>
        <c:lblOffset val="100"/>
        <c:noMultiLvlLbl val="0"/>
      </c:catAx>
      <c:valAx>
        <c:axId val="-958897904"/>
        <c:scaling>
          <c:orientation val="minMax"/>
        </c:scaling>
        <c:delete val="1"/>
        <c:axPos val="b"/>
        <c:numFmt formatCode="0%" sourceLinked="1"/>
        <c:majorTickMark val="none"/>
        <c:minorTickMark val="none"/>
        <c:tickLblPos val="nextTo"/>
        <c:crossAx val="-958898448"/>
        <c:crosses val="autoZero"/>
        <c:crossBetween val="between"/>
      </c:valAx>
      <c:spPr>
        <a:noFill/>
        <a:ln w="25400">
          <a:noFill/>
        </a:ln>
        <a:effectLst/>
      </c:spPr>
    </c:plotArea>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销售额</c:v>
                </c:pt>
              </c:strCache>
            </c:strRef>
          </c:tx>
          <c:dPt>
            <c:idx val="0"/>
            <c:bubble3D val="0"/>
            <c:spPr>
              <a:solidFill>
                <a:srgbClr val="90C326"/>
              </a:solidFill>
              <a:ln w="19050">
                <a:solidFill>
                  <a:schemeClr val="lt1"/>
                </a:solidFill>
              </a:ln>
              <a:effectLst/>
            </c:spPr>
            <c:extLst>
              <c:ext xmlns:c16="http://schemas.microsoft.com/office/drawing/2014/chart" uri="{C3380CC4-5D6E-409C-BE32-E72D297353CC}">
                <c16:uniqueId val="{00000001-E574-4901-866A-4131D3AB16C2}"/>
              </c:ext>
            </c:extLst>
          </c:dPt>
          <c:dPt>
            <c:idx val="1"/>
            <c:bubble3D val="0"/>
            <c:spPr>
              <a:solidFill>
                <a:srgbClr val="C5C6C6"/>
              </a:solidFill>
              <a:ln w="19050">
                <a:solidFill>
                  <a:schemeClr val="lt1"/>
                </a:solidFill>
              </a:ln>
              <a:effectLst/>
            </c:spPr>
            <c:extLst>
              <c:ext xmlns:c16="http://schemas.microsoft.com/office/drawing/2014/chart" uri="{C3380CC4-5D6E-409C-BE32-E72D297353CC}">
                <c16:uniqueId val="{00000003-E574-4901-866A-4131D3AB16C2}"/>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E574-4901-866A-4131D3AB16C2}"/>
              </c:ext>
            </c:extLst>
          </c:dPt>
          <c:dPt>
            <c:idx val="3"/>
            <c:bubble3D val="0"/>
            <c:spPr>
              <a:solidFill>
                <a:srgbClr val="585A5B"/>
              </a:solidFill>
              <a:ln w="19050">
                <a:solidFill>
                  <a:schemeClr val="lt1"/>
                </a:solidFill>
              </a:ln>
              <a:effectLst/>
            </c:spPr>
            <c:extLst>
              <c:ext xmlns:c16="http://schemas.microsoft.com/office/drawing/2014/chart" uri="{C3380CC4-5D6E-409C-BE32-E72D297353CC}">
                <c16:uniqueId val="{00000007-E574-4901-866A-4131D3AB16C2}"/>
              </c:ext>
            </c:extLst>
          </c:dPt>
          <c:cat>
            <c:strRef>
              <c:f>Sheet1!$A$2:$A$5</c:f>
              <c:strCache>
                <c:ptCount val="4"/>
                <c:pt idx="0">
                  <c:v>第一季度</c:v>
                </c:pt>
                <c:pt idx="1">
                  <c:v>第二季度</c:v>
                </c:pt>
                <c:pt idx="2">
                  <c:v>第三季度</c:v>
                </c:pt>
                <c:pt idx="3">
                  <c:v>第四季度</c:v>
                </c:pt>
              </c:strCache>
            </c:strRef>
          </c:cat>
          <c:val>
            <c:numRef>
              <c:f>Sheet1!$B$2:$B$5</c:f>
              <c:numCache>
                <c:formatCode>0%</c:formatCode>
                <c:ptCount val="4"/>
                <c:pt idx="0">
                  <c:v>0.4</c:v>
                </c:pt>
                <c:pt idx="1">
                  <c:v>0.14000000000000001</c:v>
                </c:pt>
                <c:pt idx="2">
                  <c:v>0.15</c:v>
                </c:pt>
                <c:pt idx="3">
                  <c:v>0.31</c:v>
                </c:pt>
              </c:numCache>
            </c:numRef>
          </c:val>
          <c:extLst>
            <c:ext xmlns:c16="http://schemas.microsoft.com/office/drawing/2014/chart" uri="{C3380CC4-5D6E-409C-BE32-E72D297353CC}">
              <c16:uniqueId val="{00000008-E574-4901-866A-4131D3AB16C2}"/>
            </c:ext>
          </c:extLst>
        </c:ser>
        <c:dLbls>
          <c:showLegendKey val="0"/>
          <c:showVal val="0"/>
          <c:showCatName val="0"/>
          <c:showSerName val="0"/>
          <c:showPercent val="0"/>
          <c:showBubbleSize val="0"/>
          <c:showLeaderLines val="1"/>
        </c:dLbls>
        <c:firstSliceAng val="0"/>
        <c:holeSize val="70"/>
      </c:doughnutChart>
      <c:spPr>
        <a:noFill/>
        <a:ln>
          <a:noFill/>
        </a:ln>
        <a:effectLst/>
      </c:spPr>
    </c:plotArea>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销售额</c:v>
                </c:pt>
              </c:strCache>
            </c:strRef>
          </c:tx>
          <c:dPt>
            <c:idx val="0"/>
            <c:bubble3D val="0"/>
            <c:spPr>
              <a:solidFill>
                <a:srgbClr val="90C326"/>
              </a:solidFill>
              <a:ln w="19050">
                <a:solidFill>
                  <a:schemeClr val="lt1"/>
                </a:solidFill>
              </a:ln>
              <a:effectLst>
                <a:outerShdw blurRad="50800" dist="38100" dir="18900000" algn="bl" rotWithShape="0">
                  <a:prstClr val="black">
                    <a:alpha val="40000"/>
                  </a:prstClr>
                </a:outerShdw>
              </a:effectLst>
            </c:spPr>
            <c:extLst>
              <c:ext xmlns:c16="http://schemas.microsoft.com/office/drawing/2014/chart" uri="{C3380CC4-5D6E-409C-BE32-E72D297353CC}">
                <c16:uniqueId val="{00000001-4A8F-4C9A-B945-D6D64CE33EC2}"/>
              </c:ext>
            </c:extLst>
          </c:dPt>
          <c:dPt>
            <c:idx val="1"/>
            <c:bubble3D val="0"/>
            <c:spPr>
              <a:noFill/>
              <a:ln w="19050">
                <a:noFill/>
              </a:ln>
              <a:effectLst/>
            </c:spPr>
            <c:extLst>
              <c:ext xmlns:c16="http://schemas.microsoft.com/office/drawing/2014/chart" uri="{C3380CC4-5D6E-409C-BE32-E72D297353CC}">
                <c16:uniqueId val="{00000003-4A8F-4C9A-B945-D6D64CE33EC2}"/>
              </c:ext>
            </c:extLst>
          </c:dPt>
          <c:dPt>
            <c:idx val="2"/>
            <c:bubble3D val="0"/>
            <c:spPr>
              <a:noFill/>
              <a:ln w="19050">
                <a:noFill/>
              </a:ln>
              <a:effectLst/>
            </c:spPr>
            <c:extLst>
              <c:ext xmlns:c16="http://schemas.microsoft.com/office/drawing/2014/chart" uri="{C3380CC4-5D6E-409C-BE32-E72D297353CC}">
                <c16:uniqueId val="{00000005-4A8F-4C9A-B945-D6D64CE33EC2}"/>
              </c:ext>
            </c:extLst>
          </c:dPt>
          <c:dPt>
            <c:idx val="3"/>
            <c:bubble3D val="0"/>
            <c:spPr>
              <a:noFill/>
              <a:ln w="19050">
                <a:noFill/>
              </a:ln>
              <a:effectLst/>
            </c:spPr>
            <c:extLst>
              <c:ext xmlns:c16="http://schemas.microsoft.com/office/drawing/2014/chart" uri="{C3380CC4-5D6E-409C-BE32-E72D297353CC}">
                <c16:uniqueId val="{00000007-4A8F-4C9A-B945-D6D64CE33EC2}"/>
              </c:ext>
            </c:extLst>
          </c:dPt>
          <c:cat>
            <c:strRef>
              <c:f>Sheet1!$A$2:$A$5</c:f>
              <c:strCache>
                <c:ptCount val="4"/>
                <c:pt idx="0">
                  <c:v>第一季度</c:v>
                </c:pt>
                <c:pt idx="1">
                  <c:v>第二季度</c:v>
                </c:pt>
                <c:pt idx="2">
                  <c:v>第三季度</c:v>
                </c:pt>
                <c:pt idx="3">
                  <c:v>第四季度</c:v>
                </c:pt>
              </c:strCache>
            </c:strRef>
          </c:cat>
          <c:val>
            <c:numRef>
              <c:f>Sheet1!$B$2:$B$5</c:f>
              <c:numCache>
                <c:formatCode>0%</c:formatCode>
                <c:ptCount val="4"/>
                <c:pt idx="0">
                  <c:v>0.4</c:v>
                </c:pt>
                <c:pt idx="1">
                  <c:v>0.14000000000000001</c:v>
                </c:pt>
                <c:pt idx="2">
                  <c:v>0.15</c:v>
                </c:pt>
                <c:pt idx="3">
                  <c:v>0.31</c:v>
                </c:pt>
              </c:numCache>
            </c:numRef>
          </c:val>
          <c:extLst>
            <c:ext xmlns:c16="http://schemas.microsoft.com/office/drawing/2014/chart" uri="{C3380CC4-5D6E-409C-BE32-E72D297353CC}">
              <c16:uniqueId val="{00000008-4A8F-4C9A-B945-D6D64CE33EC2}"/>
            </c:ext>
          </c:extLst>
        </c:ser>
        <c:dLbls>
          <c:showLegendKey val="0"/>
          <c:showVal val="0"/>
          <c:showCatName val="0"/>
          <c:showSerName val="0"/>
          <c:showPercent val="0"/>
          <c:showBubbleSize val="0"/>
          <c:showLeaderLines val="1"/>
        </c:dLbls>
        <c:firstSliceAng val="0"/>
        <c:holeSize val="60"/>
      </c:doughnutChart>
      <c:spPr>
        <a:noFill/>
        <a:ln>
          <a:noFill/>
        </a:ln>
        <a:effectLst/>
      </c:spPr>
    </c:plotArea>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doughnutChart>
        <c:varyColors val="1"/>
        <c:ser>
          <c:idx val="0"/>
          <c:order val="0"/>
          <c:tx>
            <c:strRef>
              <c:f>Sheet1!$B$1</c:f>
              <c:strCache>
                <c:ptCount val="1"/>
                <c:pt idx="0">
                  <c:v>销售额</c:v>
                </c:pt>
              </c:strCache>
            </c:strRef>
          </c:tx>
          <c:spPr>
            <a:solidFill>
              <a:srgbClr val="D3CEAF"/>
            </a:solidFill>
            <a:ln>
              <a:solidFill>
                <a:schemeClr val="bg1"/>
              </a:solidFill>
            </a:ln>
          </c:spPr>
          <c:dPt>
            <c:idx val="0"/>
            <c:bubble3D val="0"/>
            <c:spPr>
              <a:solidFill>
                <a:srgbClr val="43A8AD"/>
              </a:solidFill>
              <a:ln w="76200">
                <a:solidFill>
                  <a:schemeClr val="bg1"/>
                </a:solidFill>
              </a:ln>
              <a:effectLst/>
            </c:spPr>
            <c:extLst>
              <c:ext xmlns:c16="http://schemas.microsoft.com/office/drawing/2014/chart" uri="{C3380CC4-5D6E-409C-BE32-E72D297353CC}">
                <c16:uniqueId val="{00000001-4707-4A4A-9631-2E2488012A5F}"/>
              </c:ext>
            </c:extLst>
          </c:dPt>
          <c:dPt>
            <c:idx val="1"/>
            <c:bubble3D val="0"/>
            <c:spPr>
              <a:solidFill>
                <a:srgbClr val="D3CEAF"/>
              </a:solidFill>
              <a:ln w="19050">
                <a:solidFill>
                  <a:schemeClr val="bg1"/>
                </a:solidFill>
              </a:ln>
              <a:effectLst/>
            </c:spPr>
            <c:extLst>
              <c:ext xmlns:c16="http://schemas.microsoft.com/office/drawing/2014/chart" uri="{C3380CC4-5D6E-409C-BE32-E72D297353CC}">
                <c16:uniqueId val="{00000003-4707-4A4A-9631-2E2488012A5F}"/>
              </c:ext>
            </c:extLst>
          </c:dPt>
          <c:cat>
            <c:strRef>
              <c:f>Sheet1!$A$2:$A$3</c:f>
              <c:strCache>
                <c:ptCount val="1"/>
                <c:pt idx="0">
                  <c:v>第一季度</c:v>
                </c:pt>
              </c:strCache>
            </c:strRef>
          </c:cat>
          <c:val>
            <c:numRef>
              <c:f>Sheet1!$B$2:$B$3</c:f>
              <c:numCache>
                <c:formatCode>General</c:formatCode>
                <c:ptCount val="2"/>
                <c:pt idx="0">
                  <c:v>10</c:v>
                </c:pt>
                <c:pt idx="1">
                  <c:v>0</c:v>
                </c:pt>
              </c:numCache>
            </c:numRef>
          </c:val>
          <c:extLst>
            <c:ext xmlns:c16="http://schemas.microsoft.com/office/drawing/2014/chart" uri="{C3380CC4-5D6E-409C-BE32-E72D297353CC}">
              <c16:uniqueId val="{00000004-4707-4A4A-9631-2E2488012A5F}"/>
            </c:ext>
          </c:extLst>
        </c:ser>
        <c:ser>
          <c:idx val="1"/>
          <c:order val="1"/>
          <c:tx>
            <c:strRef>
              <c:f>Sheet1!$C$1</c:f>
              <c:strCache>
                <c:ptCount val="1"/>
                <c:pt idx="0">
                  <c:v>列1</c:v>
                </c:pt>
              </c:strCache>
            </c:strRef>
          </c:tx>
          <c:spPr>
            <a:ln w="76200">
              <a:solidFill>
                <a:schemeClr val="bg1"/>
              </a:solidFill>
            </a:ln>
          </c:spPr>
          <c:dPt>
            <c:idx val="0"/>
            <c:bubble3D val="0"/>
            <c:spPr>
              <a:solidFill>
                <a:srgbClr val="D3CEAF"/>
              </a:solidFill>
              <a:ln w="76200">
                <a:solidFill>
                  <a:schemeClr val="bg1"/>
                </a:solidFill>
              </a:ln>
              <a:effectLst/>
            </c:spPr>
            <c:extLst>
              <c:ext xmlns:c16="http://schemas.microsoft.com/office/drawing/2014/chart" uri="{C3380CC4-5D6E-409C-BE32-E72D297353CC}">
                <c16:uniqueId val="{00000006-4707-4A4A-9631-2E2488012A5F}"/>
              </c:ext>
            </c:extLst>
          </c:dPt>
          <c:dPt>
            <c:idx val="1"/>
            <c:bubble3D val="0"/>
            <c:spPr>
              <a:solidFill>
                <a:srgbClr val="5C9B41"/>
              </a:solidFill>
              <a:ln w="76200">
                <a:solidFill>
                  <a:schemeClr val="bg1"/>
                </a:solidFill>
              </a:ln>
              <a:effectLst/>
            </c:spPr>
            <c:extLst>
              <c:ext xmlns:c16="http://schemas.microsoft.com/office/drawing/2014/chart" uri="{C3380CC4-5D6E-409C-BE32-E72D297353CC}">
                <c16:uniqueId val="{00000008-4707-4A4A-9631-2E2488012A5F}"/>
              </c:ext>
            </c:extLst>
          </c:dPt>
          <c:cat>
            <c:strRef>
              <c:f>Sheet1!$A$2:$A$3</c:f>
              <c:strCache>
                <c:ptCount val="1"/>
                <c:pt idx="0">
                  <c:v>第一季度</c:v>
                </c:pt>
              </c:strCache>
            </c:strRef>
          </c:cat>
          <c:val>
            <c:numRef>
              <c:f>Sheet1!$C$2:$C$3</c:f>
              <c:numCache>
                <c:formatCode>General</c:formatCode>
                <c:ptCount val="2"/>
                <c:pt idx="0">
                  <c:v>3</c:v>
                </c:pt>
                <c:pt idx="1">
                  <c:v>7</c:v>
                </c:pt>
              </c:numCache>
            </c:numRef>
          </c:val>
          <c:extLst>
            <c:ext xmlns:c16="http://schemas.microsoft.com/office/drawing/2014/chart" uri="{C3380CC4-5D6E-409C-BE32-E72D297353CC}">
              <c16:uniqueId val="{00000009-4707-4A4A-9631-2E2488012A5F}"/>
            </c:ext>
          </c:extLst>
        </c:ser>
        <c:ser>
          <c:idx val="2"/>
          <c:order val="2"/>
          <c:tx>
            <c:strRef>
              <c:f>Sheet1!$D$1</c:f>
              <c:strCache>
                <c:ptCount val="1"/>
                <c:pt idx="0">
                  <c:v>列12</c:v>
                </c:pt>
              </c:strCache>
            </c:strRef>
          </c:tx>
          <c:spPr>
            <a:ln w="76200">
              <a:solidFill>
                <a:schemeClr val="bg1"/>
              </a:solidFill>
            </a:ln>
          </c:spPr>
          <c:dPt>
            <c:idx val="0"/>
            <c:bubble3D val="0"/>
            <c:spPr>
              <a:solidFill>
                <a:srgbClr val="D3CEAF"/>
              </a:solidFill>
              <a:ln w="76200">
                <a:solidFill>
                  <a:schemeClr val="bg1"/>
                </a:solidFill>
              </a:ln>
              <a:effectLst/>
            </c:spPr>
            <c:extLst>
              <c:ext xmlns:c16="http://schemas.microsoft.com/office/drawing/2014/chart" uri="{C3380CC4-5D6E-409C-BE32-E72D297353CC}">
                <c16:uniqueId val="{0000000B-4707-4A4A-9631-2E2488012A5F}"/>
              </c:ext>
            </c:extLst>
          </c:dPt>
          <c:dPt>
            <c:idx val="1"/>
            <c:bubble3D val="0"/>
            <c:spPr>
              <a:solidFill>
                <a:srgbClr val="E24C27"/>
              </a:solidFill>
              <a:ln w="76200">
                <a:solidFill>
                  <a:schemeClr val="bg1"/>
                </a:solidFill>
              </a:ln>
              <a:effectLst/>
            </c:spPr>
            <c:extLst>
              <c:ext xmlns:c16="http://schemas.microsoft.com/office/drawing/2014/chart" uri="{C3380CC4-5D6E-409C-BE32-E72D297353CC}">
                <c16:uniqueId val="{0000000D-4707-4A4A-9631-2E2488012A5F}"/>
              </c:ext>
            </c:extLst>
          </c:dPt>
          <c:cat>
            <c:strRef>
              <c:f>Sheet1!$A$2:$A$3</c:f>
              <c:strCache>
                <c:ptCount val="1"/>
                <c:pt idx="0">
                  <c:v>第一季度</c:v>
                </c:pt>
              </c:strCache>
            </c:strRef>
          </c:cat>
          <c:val>
            <c:numRef>
              <c:f>Sheet1!$D$2:$D$3</c:f>
              <c:numCache>
                <c:formatCode>General</c:formatCode>
                <c:ptCount val="2"/>
                <c:pt idx="0">
                  <c:v>5</c:v>
                </c:pt>
                <c:pt idx="1">
                  <c:v>5</c:v>
                </c:pt>
              </c:numCache>
            </c:numRef>
          </c:val>
          <c:extLst>
            <c:ext xmlns:c16="http://schemas.microsoft.com/office/drawing/2014/chart" uri="{C3380CC4-5D6E-409C-BE32-E72D297353CC}">
              <c16:uniqueId val="{0000000E-4707-4A4A-9631-2E2488012A5F}"/>
            </c:ext>
          </c:extLst>
        </c:ser>
        <c:ser>
          <c:idx val="3"/>
          <c:order val="3"/>
          <c:tx>
            <c:strRef>
              <c:f>Sheet1!$E$1</c:f>
              <c:strCache>
                <c:ptCount val="1"/>
                <c:pt idx="0">
                  <c:v>列2</c:v>
                </c:pt>
              </c:strCache>
            </c:strRef>
          </c:tx>
          <c:spPr>
            <a:ln w="76200">
              <a:solidFill>
                <a:schemeClr val="bg1"/>
              </a:solidFill>
            </a:ln>
          </c:spPr>
          <c:dPt>
            <c:idx val="0"/>
            <c:bubble3D val="0"/>
            <c:spPr>
              <a:solidFill>
                <a:srgbClr val="D3CEAF"/>
              </a:solidFill>
              <a:ln w="76200">
                <a:solidFill>
                  <a:schemeClr val="bg1"/>
                </a:solidFill>
              </a:ln>
              <a:effectLst/>
            </c:spPr>
            <c:extLst>
              <c:ext xmlns:c16="http://schemas.microsoft.com/office/drawing/2014/chart" uri="{C3380CC4-5D6E-409C-BE32-E72D297353CC}">
                <c16:uniqueId val="{00000010-4707-4A4A-9631-2E2488012A5F}"/>
              </c:ext>
            </c:extLst>
          </c:dPt>
          <c:dPt>
            <c:idx val="1"/>
            <c:bubble3D val="0"/>
            <c:spPr>
              <a:solidFill>
                <a:srgbClr val="F2982B"/>
              </a:solidFill>
              <a:ln w="76200">
                <a:solidFill>
                  <a:schemeClr val="bg1"/>
                </a:solidFill>
              </a:ln>
              <a:effectLst/>
            </c:spPr>
            <c:extLst>
              <c:ext xmlns:c16="http://schemas.microsoft.com/office/drawing/2014/chart" uri="{C3380CC4-5D6E-409C-BE32-E72D297353CC}">
                <c16:uniqueId val="{00000012-4707-4A4A-9631-2E2488012A5F}"/>
              </c:ext>
            </c:extLst>
          </c:dPt>
          <c:cat>
            <c:strRef>
              <c:f>Sheet1!$A$2:$A$3</c:f>
              <c:strCache>
                <c:ptCount val="1"/>
                <c:pt idx="0">
                  <c:v>第一季度</c:v>
                </c:pt>
              </c:strCache>
            </c:strRef>
          </c:cat>
          <c:val>
            <c:numRef>
              <c:f>Sheet1!$E$2:$E$3</c:f>
              <c:numCache>
                <c:formatCode>General</c:formatCode>
                <c:ptCount val="2"/>
                <c:pt idx="0">
                  <c:v>7.5</c:v>
                </c:pt>
                <c:pt idx="1">
                  <c:v>2.5</c:v>
                </c:pt>
              </c:numCache>
            </c:numRef>
          </c:val>
          <c:extLst>
            <c:ext xmlns:c16="http://schemas.microsoft.com/office/drawing/2014/chart" uri="{C3380CC4-5D6E-409C-BE32-E72D297353CC}">
              <c16:uniqueId val="{00000013-4707-4A4A-9631-2E2488012A5F}"/>
            </c:ext>
          </c:extLst>
        </c:ser>
        <c:dLbls>
          <c:showLegendKey val="0"/>
          <c:showVal val="0"/>
          <c:showCatName val="0"/>
          <c:showSerName val="0"/>
          <c:showPercent val="0"/>
          <c:showBubbleSize val="0"/>
          <c:showLeaderLines val="1"/>
        </c:dLbls>
        <c:firstSliceAng val="0"/>
        <c:holeSize val="29"/>
      </c:doughnutChart>
      <c:spPr>
        <a:noFill/>
        <a:ln>
          <a:noFill/>
        </a:ln>
        <a:effectLst/>
      </c:spPr>
    </c:plotArea>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doughnutChart>
        <c:varyColors val="1"/>
        <c:ser>
          <c:idx val="0"/>
          <c:order val="0"/>
          <c:tx>
            <c:strRef>
              <c:f>Sheet1!$B$1</c:f>
              <c:strCache>
                <c:ptCount val="1"/>
                <c:pt idx="0">
                  <c:v>销售额</c:v>
                </c:pt>
              </c:strCache>
            </c:strRef>
          </c:tx>
          <c:spPr>
            <a:solidFill>
              <a:srgbClr val="D3CEAF"/>
            </a:solidFill>
            <a:ln>
              <a:solidFill>
                <a:schemeClr val="bg1"/>
              </a:solidFill>
            </a:ln>
          </c:spPr>
          <c:dPt>
            <c:idx val="0"/>
            <c:bubble3D val="0"/>
            <c:spPr>
              <a:solidFill>
                <a:srgbClr val="43A8AD"/>
              </a:solidFill>
              <a:ln w="76200">
                <a:solidFill>
                  <a:schemeClr val="bg1"/>
                </a:solidFill>
              </a:ln>
              <a:effectLst/>
            </c:spPr>
            <c:extLst>
              <c:ext xmlns:c16="http://schemas.microsoft.com/office/drawing/2014/chart" uri="{C3380CC4-5D6E-409C-BE32-E72D297353CC}">
                <c16:uniqueId val="{00000001-F3F6-49B2-8367-F8A6DE83076F}"/>
              </c:ext>
            </c:extLst>
          </c:dPt>
          <c:dPt>
            <c:idx val="1"/>
            <c:bubble3D val="0"/>
            <c:spPr>
              <a:noFill/>
              <a:ln w="19050">
                <a:noFill/>
              </a:ln>
              <a:effectLst/>
            </c:spPr>
            <c:extLst>
              <c:ext xmlns:c16="http://schemas.microsoft.com/office/drawing/2014/chart" uri="{C3380CC4-5D6E-409C-BE32-E72D297353CC}">
                <c16:uniqueId val="{00000003-F3F6-49B2-8367-F8A6DE83076F}"/>
              </c:ext>
            </c:extLst>
          </c:dPt>
          <c:cat>
            <c:strRef>
              <c:f>Sheet1!$A$2:$A$3</c:f>
              <c:strCache>
                <c:ptCount val="1"/>
                <c:pt idx="0">
                  <c:v>第一季度</c:v>
                </c:pt>
              </c:strCache>
            </c:strRef>
          </c:cat>
          <c:val>
            <c:numRef>
              <c:f>Sheet1!$B$2:$B$3</c:f>
              <c:numCache>
                <c:formatCode>General</c:formatCode>
                <c:ptCount val="2"/>
                <c:pt idx="0">
                  <c:v>4</c:v>
                </c:pt>
                <c:pt idx="1">
                  <c:v>6</c:v>
                </c:pt>
              </c:numCache>
            </c:numRef>
          </c:val>
          <c:extLst>
            <c:ext xmlns:c16="http://schemas.microsoft.com/office/drawing/2014/chart" uri="{C3380CC4-5D6E-409C-BE32-E72D297353CC}">
              <c16:uniqueId val="{00000004-F3F6-49B2-8367-F8A6DE83076F}"/>
            </c:ext>
          </c:extLst>
        </c:ser>
        <c:ser>
          <c:idx val="1"/>
          <c:order val="1"/>
          <c:tx>
            <c:strRef>
              <c:f>Sheet1!$C$1</c:f>
              <c:strCache>
                <c:ptCount val="1"/>
                <c:pt idx="0">
                  <c:v>列1</c:v>
                </c:pt>
              </c:strCache>
            </c:strRef>
          </c:tx>
          <c:spPr>
            <a:ln w="76200">
              <a:solidFill>
                <a:schemeClr val="bg1"/>
              </a:solidFill>
            </a:ln>
          </c:spPr>
          <c:dPt>
            <c:idx val="0"/>
            <c:bubble3D val="0"/>
            <c:spPr>
              <a:solidFill>
                <a:srgbClr val="5C9B41"/>
              </a:solidFill>
              <a:ln w="76200">
                <a:solidFill>
                  <a:schemeClr val="bg1"/>
                </a:solidFill>
              </a:ln>
              <a:effectLst/>
            </c:spPr>
            <c:extLst>
              <c:ext xmlns:c16="http://schemas.microsoft.com/office/drawing/2014/chart" uri="{C3380CC4-5D6E-409C-BE32-E72D297353CC}">
                <c16:uniqueId val="{00000006-F3F6-49B2-8367-F8A6DE83076F}"/>
              </c:ext>
            </c:extLst>
          </c:dPt>
          <c:dPt>
            <c:idx val="1"/>
            <c:bubble3D val="0"/>
            <c:spPr>
              <a:noFill/>
              <a:ln w="76200">
                <a:noFill/>
              </a:ln>
              <a:effectLst/>
            </c:spPr>
            <c:extLst>
              <c:ext xmlns:c16="http://schemas.microsoft.com/office/drawing/2014/chart" uri="{C3380CC4-5D6E-409C-BE32-E72D297353CC}">
                <c16:uniqueId val="{00000008-F3F6-49B2-8367-F8A6DE83076F}"/>
              </c:ext>
            </c:extLst>
          </c:dPt>
          <c:cat>
            <c:strRef>
              <c:f>Sheet1!$A$2:$A$3</c:f>
              <c:strCache>
                <c:ptCount val="1"/>
                <c:pt idx="0">
                  <c:v>第一季度</c:v>
                </c:pt>
              </c:strCache>
            </c:strRef>
          </c:cat>
          <c:val>
            <c:numRef>
              <c:f>Sheet1!$C$2:$C$3</c:f>
              <c:numCache>
                <c:formatCode>General</c:formatCode>
                <c:ptCount val="2"/>
                <c:pt idx="0">
                  <c:v>7</c:v>
                </c:pt>
                <c:pt idx="1">
                  <c:v>3</c:v>
                </c:pt>
              </c:numCache>
            </c:numRef>
          </c:val>
          <c:extLst>
            <c:ext xmlns:c16="http://schemas.microsoft.com/office/drawing/2014/chart" uri="{C3380CC4-5D6E-409C-BE32-E72D297353CC}">
              <c16:uniqueId val="{00000009-F3F6-49B2-8367-F8A6DE83076F}"/>
            </c:ext>
          </c:extLst>
        </c:ser>
        <c:ser>
          <c:idx val="2"/>
          <c:order val="2"/>
          <c:tx>
            <c:strRef>
              <c:f>Sheet1!$D$1</c:f>
              <c:strCache>
                <c:ptCount val="1"/>
                <c:pt idx="0">
                  <c:v>列12</c:v>
                </c:pt>
              </c:strCache>
            </c:strRef>
          </c:tx>
          <c:spPr>
            <a:ln w="76200">
              <a:solidFill>
                <a:schemeClr val="bg1"/>
              </a:solidFill>
            </a:ln>
          </c:spPr>
          <c:dPt>
            <c:idx val="0"/>
            <c:bubble3D val="0"/>
            <c:spPr>
              <a:solidFill>
                <a:srgbClr val="E24C27"/>
              </a:solidFill>
              <a:ln w="76200">
                <a:solidFill>
                  <a:schemeClr val="bg1"/>
                </a:solidFill>
              </a:ln>
              <a:effectLst/>
            </c:spPr>
            <c:extLst>
              <c:ext xmlns:c16="http://schemas.microsoft.com/office/drawing/2014/chart" uri="{C3380CC4-5D6E-409C-BE32-E72D297353CC}">
                <c16:uniqueId val="{0000000B-F3F6-49B2-8367-F8A6DE83076F}"/>
              </c:ext>
            </c:extLst>
          </c:dPt>
          <c:dPt>
            <c:idx val="1"/>
            <c:bubble3D val="0"/>
            <c:spPr>
              <a:noFill/>
              <a:ln w="76200">
                <a:noFill/>
              </a:ln>
              <a:effectLst/>
            </c:spPr>
            <c:extLst>
              <c:ext xmlns:c16="http://schemas.microsoft.com/office/drawing/2014/chart" uri="{C3380CC4-5D6E-409C-BE32-E72D297353CC}">
                <c16:uniqueId val="{0000000D-F3F6-49B2-8367-F8A6DE83076F}"/>
              </c:ext>
            </c:extLst>
          </c:dPt>
          <c:cat>
            <c:strRef>
              <c:f>Sheet1!$A$2:$A$3</c:f>
              <c:strCache>
                <c:ptCount val="1"/>
                <c:pt idx="0">
                  <c:v>第一季度</c:v>
                </c:pt>
              </c:strCache>
            </c:strRef>
          </c:cat>
          <c:val>
            <c:numRef>
              <c:f>Sheet1!$D$2:$D$3</c:f>
              <c:numCache>
                <c:formatCode>General</c:formatCode>
                <c:ptCount val="2"/>
                <c:pt idx="0">
                  <c:v>5</c:v>
                </c:pt>
                <c:pt idx="1">
                  <c:v>5</c:v>
                </c:pt>
              </c:numCache>
            </c:numRef>
          </c:val>
          <c:extLst>
            <c:ext xmlns:c16="http://schemas.microsoft.com/office/drawing/2014/chart" uri="{C3380CC4-5D6E-409C-BE32-E72D297353CC}">
              <c16:uniqueId val="{0000000E-F3F6-49B2-8367-F8A6DE83076F}"/>
            </c:ext>
          </c:extLst>
        </c:ser>
        <c:ser>
          <c:idx val="3"/>
          <c:order val="3"/>
          <c:tx>
            <c:strRef>
              <c:f>Sheet1!$E$1</c:f>
              <c:strCache>
                <c:ptCount val="1"/>
                <c:pt idx="0">
                  <c:v>列2</c:v>
                </c:pt>
              </c:strCache>
            </c:strRef>
          </c:tx>
          <c:spPr>
            <a:ln w="76200">
              <a:solidFill>
                <a:schemeClr val="bg1"/>
              </a:solidFill>
            </a:ln>
          </c:spPr>
          <c:dPt>
            <c:idx val="0"/>
            <c:bubble3D val="0"/>
            <c:spPr>
              <a:solidFill>
                <a:srgbClr val="F2982B"/>
              </a:solidFill>
              <a:ln w="76200">
                <a:solidFill>
                  <a:schemeClr val="bg1"/>
                </a:solidFill>
              </a:ln>
              <a:effectLst/>
            </c:spPr>
            <c:extLst>
              <c:ext xmlns:c16="http://schemas.microsoft.com/office/drawing/2014/chart" uri="{C3380CC4-5D6E-409C-BE32-E72D297353CC}">
                <c16:uniqueId val="{00000010-F3F6-49B2-8367-F8A6DE83076F}"/>
              </c:ext>
            </c:extLst>
          </c:dPt>
          <c:dPt>
            <c:idx val="1"/>
            <c:bubble3D val="0"/>
            <c:spPr>
              <a:noFill/>
              <a:ln w="76200">
                <a:noFill/>
              </a:ln>
              <a:effectLst/>
            </c:spPr>
            <c:extLst>
              <c:ext xmlns:c16="http://schemas.microsoft.com/office/drawing/2014/chart" uri="{C3380CC4-5D6E-409C-BE32-E72D297353CC}">
                <c16:uniqueId val="{00000012-F3F6-49B2-8367-F8A6DE83076F}"/>
              </c:ext>
            </c:extLst>
          </c:dPt>
          <c:cat>
            <c:strRef>
              <c:f>Sheet1!$A$2:$A$3</c:f>
              <c:strCache>
                <c:ptCount val="1"/>
                <c:pt idx="0">
                  <c:v>第一季度</c:v>
                </c:pt>
              </c:strCache>
            </c:strRef>
          </c:cat>
          <c:val>
            <c:numRef>
              <c:f>Sheet1!$E$2:$E$3</c:f>
              <c:numCache>
                <c:formatCode>General</c:formatCode>
                <c:ptCount val="2"/>
                <c:pt idx="0">
                  <c:v>7.5</c:v>
                </c:pt>
                <c:pt idx="1">
                  <c:v>2.5</c:v>
                </c:pt>
              </c:numCache>
            </c:numRef>
          </c:val>
          <c:extLst>
            <c:ext xmlns:c16="http://schemas.microsoft.com/office/drawing/2014/chart" uri="{C3380CC4-5D6E-409C-BE32-E72D297353CC}">
              <c16:uniqueId val="{00000013-F3F6-49B2-8367-F8A6DE83076F}"/>
            </c:ext>
          </c:extLst>
        </c:ser>
        <c:dLbls>
          <c:showLegendKey val="0"/>
          <c:showVal val="0"/>
          <c:showCatName val="0"/>
          <c:showSerName val="0"/>
          <c:showPercent val="0"/>
          <c:showBubbleSize val="0"/>
          <c:showLeaderLines val="1"/>
        </c:dLbls>
        <c:firstSliceAng val="0"/>
        <c:holeSize val="29"/>
      </c:doughnutChart>
      <c:spPr>
        <a:noFill/>
        <a:ln>
          <a:noFill/>
        </a:ln>
        <a:effectLst/>
      </c:spPr>
    </c:plotArea>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销售额</c:v>
                </c:pt>
              </c:strCache>
            </c:strRef>
          </c:tx>
          <c:dPt>
            <c:idx val="0"/>
            <c:bubble3D val="0"/>
            <c:spPr>
              <a:noFill/>
              <a:ln w="19050">
                <a:noFill/>
              </a:ln>
              <a:effectLst/>
            </c:spPr>
            <c:extLst>
              <c:ext xmlns:c16="http://schemas.microsoft.com/office/drawing/2014/chart" uri="{C3380CC4-5D6E-409C-BE32-E72D297353CC}">
                <c16:uniqueId val="{00000001-C9CD-4F7F-82B4-2D95C1B5057E}"/>
              </c:ext>
            </c:extLst>
          </c:dPt>
          <c:dPt>
            <c:idx val="1"/>
            <c:bubble3D val="0"/>
            <c:spPr>
              <a:solidFill>
                <a:srgbClr val="E50B16"/>
              </a:solidFill>
              <a:ln w="38100">
                <a:solidFill>
                  <a:schemeClr val="lt1"/>
                </a:solidFill>
              </a:ln>
              <a:effectLst/>
            </c:spPr>
            <c:extLst>
              <c:ext xmlns:c16="http://schemas.microsoft.com/office/drawing/2014/chart" uri="{C3380CC4-5D6E-409C-BE32-E72D297353CC}">
                <c16:uniqueId val="{00000003-C9CD-4F7F-82B4-2D95C1B5057E}"/>
              </c:ext>
            </c:extLst>
          </c:dPt>
          <c:dPt>
            <c:idx val="2"/>
            <c:bubble3D val="0"/>
            <c:spPr>
              <a:solidFill>
                <a:srgbClr val="97C525"/>
              </a:solidFill>
              <a:ln w="38100">
                <a:solidFill>
                  <a:schemeClr val="lt1"/>
                </a:solidFill>
              </a:ln>
              <a:effectLst/>
            </c:spPr>
            <c:extLst>
              <c:ext xmlns:c16="http://schemas.microsoft.com/office/drawing/2014/chart" uri="{C3380CC4-5D6E-409C-BE32-E72D297353CC}">
                <c16:uniqueId val="{00000005-C9CD-4F7F-82B4-2D95C1B5057E}"/>
              </c:ext>
            </c:extLst>
          </c:dPt>
          <c:dLbls>
            <c:dLbl>
              <c:idx val="0"/>
              <c:delete val="1"/>
              <c:extLst>
                <c:ext xmlns:c15="http://schemas.microsoft.com/office/drawing/2012/chart" uri="{CE6537A1-D6FC-4f65-9D91-7224C49458BB}"/>
                <c:ext xmlns:c16="http://schemas.microsoft.com/office/drawing/2014/chart" uri="{C3380CC4-5D6E-409C-BE32-E72D297353CC}">
                  <c16:uniqueId val="{00000001-C9CD-4F7F-82B4-2D95C1B5057E}"/>
                </c:ext>
              </c:extLst>
            </c:dLbl>
            <c:spPr>
              <a:noFill/>
              <a:ln>
                <a:noFill/>
              </a:ln>
              <a:effectLst/>
            </c:spPr>
            <c:txPr>
              <a:bodyPr rot="0" spcFirstLastPara="1" vertOverflow="ellipsis" vert="horz" wrap="square" lIns="38100" tIns="19050" rIns="38100" bIns="19050" anchor="ctr" anchorCtr="1">
                <a:spAutoFit/>
              </a:bodyPr>
              <a:lstStyle/>
              <a:p>
                <a:pPr>
                  <a:defRPr sz="2800" b="0" i="0" u="none" strike="noStrike" kern="1200" baseline="0">
                    <a:solidFill>
                      <a:schemeClr val="bg1"/>
                    </a:solidFill>
                    <a:latin typeface="Impact" panose="020B0806030902050204" pitchFamily="34" charset="0"/>
                    <a:ea typeface="+mn-ea"/>
                    <a:cs typeface="+mn-cs"/>
                  </a:defRPr>
                </a:pPr>
                <a:endParaRPr lang="zh-CN"/>
              </a:p>
            </c:txPr>
            <c:dLblPos val="bestFit"/>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Sheet1!$A$2:$A$4</c:f>
              <c:strCache>
                <c:ptCount val="3"/>
                <c:pt idx="0">
                  <c:v>第一季度</c:v>
                </c:pt>
                <c:pt idx="1">
                  <c:v>第二季度</c:v>
                </c:pt>
                <c:pt idx="2">
                  <c:v>第三季度</c:v>
                </c:pt>
              </c:strCache>
            </c:strRef>
          </c:cat>
          <c:val>
            <c:numRef>
              <c:f>Sheet1!$B$2:$B$4</c:f>
              <c:numCache>
                <c:formatCode>0%</c:formatCode>
                <c:ptCount val="3"/>
                <c:pt idx="0">
                  <c:v>0.5</c:v>
                </c:pt>
                <c:pt idx="1">
                  <c:v>0.09</c:v>
                </c:pt>
                <c:pt idx="2">
                  <c:v>0.41</c:v>
                </c:pt>
              </c:numCache>
            </c:numRef>
          </c:val>
          <c:extLst>
            <c:ext xmlns:c16="http://schemas.microsoft.com/office/drawing/2014/chart" uri="{C3380CC4-5D6E-409C-BE32-E72D297353CC}">
              <c16:uniqueId val="{00000006-C9CD-4F7F-82B4-2D95C1B5057E}"/>
            </c:ext>
          </c:extLst>
        </c:ser>
        <c:dLbls>
          <c:showLegendKey val="0"/>
          <c:showVal val="0"/>
          <c:showCatName val="0"/>
          <c:showSerName val="0"/>
          <c:showPercent val="0"/>
          <c:showBubbleSize val="0"/>
          <c:showLeaderLines val="1"/>
        </c:dLbls>
        <c:firstSliceAng val="90"/>
      </c:pieChart>
      <c:spPr>
        <a:noFill/>
        <a:ln>
          <a:noFill/>
        </a:ln>
        <a:effectLst/>
      </c:spPr>
    </c:plotArea>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销售额</c:v>
                </c:pt>
              </c:strCache>
            </c:strRef>
          </c:tx>
          <c:dPt>
            <c:idx val="0"/>
            <c:bubble3D val="0"/>
            <c:spPr>
              <a:noFill/>
              <a:ln w="19050">
                <a:noFill/>
              </a:ln>
              <a:effectLst/>
            </c:spPr>
            <c:extLst>
              <c:ext xmlns:c16="http://schemas.microsoft.com/office/drawing/2014/chart" uri="{C3380CC4-5D6E-409C-BE32-E72D297353CC}">
                <c16:uniqueId val="{00000001-E912-403F-A908-5672315C812D}"/>
              </c:ext>
            </c:extLst>
          </c:dPt>
          <c:dPt>
            <c:idx val="1"/>
            <c:bubble3D val="0"/>
            <c:spPr>
              <a:solidFill>
                <a:srgbClr val="E50B16"/>
              </a:solidFill>
              <a:ln w="38100">
                <a:solidFill>
                  <a:schemeClr val="lt1"/>
                </a:solidFill>
              </a:ln>
              <a:effectLst/>
            </c:spPr>
            <c:extLst>
              <c:ext xmlns:c16="http://schemas.microsoft.com/office/drawing/2014/chart" uri="{C3380CC4-5D6E-409C-BE32-E72D297353CC}">
                <c16:uniqueId val="{00000003-E912-403F-A908-5672315C812D}"/>
              </c:ext>
            </c:extLst>
          </c:dPt>
          <c:dPt>
            <c:idx val="2"/>
            <c:bubble3D val="0"/>
            <c:spPr>
              <a:solidFill>
                <a:srgbClr val="97C525"/>
              </a:solidFill>
              <a:ln w="38100">
                <a:solidFill>
                  <a:schemeClr val="lt1"/>
                </a:solidFill>
              </a:ln>
              <a:effectLst/>
            </c:spPr>
            <c:extLst>
              <c:ext xmlns:c16="http://schemas.microsoft.com/office/drawing/2014/chart" uri="{C3380CC4-5D6E-409C-BE32-E72D297353CC}">
                <c16:uniqueId val="{00000005-E912-403F-A908-5672315C812D}"/>
              </c:ext>
            </c:extLst>
          </c:dPt>
          <c:dLbls>
            <c:dLbl>
              <c:idx val="0"/>
              <c:delete val="1"/>
              <c:extLst>
                <c:ext xmlns:c15="http://schemas.microsoft.com/office/drawing/2012/chart" uri="{CE6537A1-D6FC-4f65-9D91-7224C49458BB}"/>
                <c:ext xmlns:c16="http://schemas.microsoft.com/office/drawing/2014/chart" uri="{C3380CC4-5D6E-409C-BE32-E72D297353CC}">
                  <c16:uniqueId val="{00000001-E912-403F-A908-5672315C812D}"/>
                </c:ext>
              </c:extLst>
            </c:dLbl>
            <c:spPr>
              <a:noFill/>
              <a:ln>
                <a:noFill/>
              </a:ln>
              <a:effectLst/>
            </c:spPr>
            <c:txPr>
              <a:bodyPr rot="0" spcFirstLastPara="1" vertOverflow="ellipsis" vert="horz" wrap="square" lIns="38100" tIns="19050" rIns="38100" bIns="19050" anchor="ctr" anchorCtr="1">
                <a:spAutoFit/>
              </a:bodyPr>
              <a:lstStyle/>
              <a:p>
                <a:pPr>
                  <a:defRPr sz="2800" b="0" i="0" u="none" strike="noStrike" kern="1200" baseline="0">
                    <a:solidFill>
                      <a:schemeClr val="bg1"/>
                    </a:solidFill>
                    <a:latin typeface="Impact" panose="020B0806030902050204" pitchFamily="34" charset="0"/>
                    <a:ea typeface="+mn-ea"/>
                    <a:cs typeface="+mn-cs"/>
                  </a:defRPr>
                </a:pPr>
                <a:endParaRPr lang="zh-CN"/>
              </a:p>
            </c:txPr>
            <c:dLblPos val="bestFit"/>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Sheet1!$A$2:$A$4</c:f>
              <c:strCache>
                <c:ptCount val="3"/>
                <c:pt idx="0">
                  <c:v>第一季度</c:v>
                </c:pt>
                <c:pt idx="1">
                  <c:v>第二季度</c:v>
                </c:pt>
                <c:pt idx="2">
                  <c:v>第三季度</c:v>
                </c:pt>
              </c:strCache>
            </c:strRef>
          </c:cat>
          <c:val>
            <c:numRef>
              <c:f>Sheet1!$B$2:$B$4</c:f>
              <c:numCache>
                <c:formatCode>0%</c:formatCode>
                <c:ptCount val="3"/>
                <c:pt idx="0">
                  <c:v>0.5</c:v>
                </c:pt>
                <c:pt idx="1">
                  <c:v>0.15</c:v>
                </c:pt>
                <c:pt idx="2">
                  <c:v>0.35</c:v>
                </c:pt>
              </c:numCache>
            </c:numRef>
          </c:val>
          <c:extLst>
            <c:ext xmlns:c16="http://schemas.microsoft.com/office/drawing/2014/chart" uri="{C3380CC4-5D6E-409C-BE32-E72D297353CC}">
              <c16:uniqueId val="{00000006-E912-403F-A908-5672315C812D}"/>
            </c:ext>
          </c:extLst>
        </c:ser>
        <c:dLbls>
          <c:showLegendKey val="0"/>
          <c:showVal val="0"/>
          <c:showCatName val="0"/>
          <c:showSerName val="0"/>
          <c:showPercent val="0"/>
          <c:showBubbleSize val="0"/>
          <c:showLeaderLines val="1"/>
        </c:dLbls>
        <c:firstSliceAng val="90"/>
      </c:pieChart>
      <c:spPr>
        <a:noFill/>
        <a:ln>
          <a:noFill/>
        </a:ln>
        <a:effectLst/>
      </c:spPr>
    </c:plotArea>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销售额</c:v>
                </c:pt>
              </c:strCache>
            </c:strRef>
          </c:tx>
          <c:dPt>
            <c:idx val="0"/>
            <c:bubble3D val="0"/>
            <c:spPr>
              <a:noFill/>
              <a:ln w="19050">
                <a:noFill/>
              </a:ln>
              <a:effectLst/>
            </c:spPr>
            <c:extLst>
              <c:ext xmlns:c16="http://schemas.microsoft.com/office/drawing/2014/chart" uri="{C3380CC4-5D6E-409C-BE32-E72D297353CC}">
                <c16:uniqueId val="{00000001-A2D6-4AF9-8D86-EC8405A26664}"/>
              </c:ext>
            </c:extLst>
          </c:dPt>
          <c:dPt>
            <c:idx val="1"/>
            <c:bubble3D val="0"/>
            <c:spPr>
              <a:solidFill>
                <a:srgbClr val="E50B16"/>
              </a:solidFill>
              <a:ln w="38100">
                <a:solidFill>
                  <a:schemeClr val="lt1"/>
                </a:solidFill>
              </a:ln>
              <a:effectLst/>
            </c:spPr>
            <c:extLst>
              <c:ext xmlns:c16="http://schemas.microsoft.com/office/drawing/2014/chart" uri="{C3380CC4-5D6E-409C-BE32-E72D297353CC}">
                <c16:uniqueId val="{00000003-A2D6-4AF9-8D86-EC8405A26664}"/>
              </c:ext>
            </c:extLst>
          </c:dPt>
          <c:dPt>
            <c:idx val="2"/>
            <c:bubble3D val="0"/>
            <c:spPr>
              <a:solidFill>
                <a:srgbClr val="97C525"/>
              </a:solidFill>
              <a:ln w="38100">
                <a:solidFill>
                  <a:schemeClr val="lt1"/>
                </a:solidFill>
              </a:ln>
              <a:effectLst/>
            </c:spPr>
            <c:extLst>
              <c:ext xmlns:c16="http://schemas.microsoft.com/office/drawing/2014/chart" uri="{C3380CC4-5D6E-409C-BE32-E72D297353CC}">
                <c16:uniqueId val="{00000005-A2D6-4AF9-8D86-EC8405A26664}"/>
              </c:ext>
            </c:extLst>
          </c:dPt>
          <c:dLbls>
            <c:dLbl>
              <c:idx val="0"/>
              <c:delete val="1"/>
              <c:extLst>
                <c:ext xmlns:c15="http://schemas.microsoft.com/office/drawing/2012/chart" uri="{CE6537A1-D6FC-4f65-9D91-7224C49458BB}"/>
                <c:ext xmlns:c16="http://schemas.microsoft.com/office/drawing/2014/chart" uri="{C3380CC4-5D6E-409C-BE32-E72D297353CC}">
                  <c16:uniqueId val="{00000001-A2D6-4AF9-8D86-EC8405A26664}"/>
                </c:ext>
              </c:extLst>
            </c:dLbl>
            <c:spPr>
              <a:noFill/>
              <a:ln>
                <a:noFill/>
              </a:ln>
              <a:effectLst/>
            </c:spPr>
            <c:txPr>
              <a:bodyPr rot="0" spcFirstLastPara="1" vertOverflow="ellipsis" vert="horz" wrap="square" lIns="38100" tIns="19050" rIns="38100" bIns="19050" anchor="ctr" anchorCtr="1">
                <a:spAutoFit/>
              </a:bodyPr>
              <a:lstStyle/>
              <a:p>
                <a:pPr>
                  <a:defRPr sz="2800" b="0" i="0" u="none" strike="noStrike" kern="1200" baseline="0">
                    <a:solidFill>
                      <a:schemeClr val="bg1"/>
                    </a:solidFill>
                    <a:latin typeface="Impact" panose="020B0806030902050204" pitchFamily="34" charset="0"/>
                    <a:ea typeface="+mn-ea"/>
                    <a:cs typeface="+mn-cs"/>
                  </a:defRPr>
                </a:pPr>
                <a:endParaRPr lang="zh-CN"/>
              </a:p>
            </c:txPr>
            <c:dLblPos val="bestFit"/>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Sheet1!$A$2:$A$4</c:f>
              <c:strCache>
                <c:ptCount val="3"/>
                <c:pt idx="0">
                  <c:v>第一季度</c:v>
                </c:pt>
                <c:pt idx="1">
                  <c:v>第二季度</c:v>
                </c:pt>
                <c:pt idx="2">
                  <c:v>第三季度</c:v>
                </c:pt>
              </c:strCache>
            </c:strRef>
          </c:cat>
          <c:val>
            <c:numRef>
              <c:f>Sheet1!$B$2:$B$4</c:f>
              <c:numCache>
                <c:formatCode>0%</c:formatCode>
                <c:ptCount val="3"/>
                <c:pt idx="0">
                  <c:v>0.5</c:v>
                </c:pt>
                <c:pt idx="1">
                  <c:v>0.36</c:v>
                </c:pt>
                <c:pt idx="2">
                  <c:v>0.14000000000000001</c:v>
                </c:pt>
              </c:numCache>
            </c:numRef>
          </c:val>
          <c:extLst>
            <c:ext xmlns:c16="http://schemas.microsoft.com/office/drawing/2014/chart" uri="{C3380CC4-5D6E-409C-BE32-E72D297353CC}">
              <c16:uniqueId val="{00000006-A2D6-4AF9-8D86-EC8405A26664}"/>
            </c:ext>
          </c:extLst>
        </c:ser>
        <c:dLbls>
          <c:showLegendKey val="0"/>
          <c:showVal val="0"/>
          <c:showCatName val="0"/>
          <c:showSerName val="0"/>
          <c:showPercent val="0"/>
          <c:showBubbleSize val="0"/>
          <c:showLeaderLines val="1"/>
        </c:dLbls>
        <c:firstSliceAng val="90"/>
      </c:pieChart>
      <c:spPr>
        <a:noFill/>
        <a:ln>
          <a:noFill/>
        </a:ln>
        <a:effectLst/>
      </c:spPr>
    </c:plotArea>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2728086782409901"/>
          <c:y val="1.29887263991262E-2"/>
          <c:w val="0.60316615795107698"/>
          <c:h val="0.90474933973974103"/>
        </c:manualLayout>
      </c:layout>
      <c:doughnutChart>
        <c:varyColors val="1"/>
        <c:ser>
          <c:idx val="0"/>
          <c:order val="0"/>
          <c:tx>
            <c:strRef>
              <c:f>Sheet1!$B$1</c:f>
              <c:strCache>
                <c:ptCount val="1"/>
                <c:pt idx="0">
                  <c:v>销售额</c:v>
                </c:pt>
              </c:strCache>
            </c:strRef>
          </c:tx>
          <c:spPr>
            <a:noFill/>
            <a:ln>
              <a:solidFill>
                <a:schemeClr val="bg1">
                  <a:lumMod val="75000"/>
                </a:schemeClr>
              </a:solidFill>
            </a:ln>
          </c:spPr>
          <c:dPt>
            <c:idx val="0"/>
            <c:bubble3D val="0"/>
            <c:spPr>
              <a:noFill/>
              <a:ln w="19050">
                <a:solidFill>
                  <a:schemeClr val="bg1">
                    <a:lumMod val="75000"/>
                  </a:schemeClr>
                </a:solidFill>
              </a:ln>
              <a:effectLst/>
            </c:spPr>
            <c:extLst>
              <c:ext xmlns:c16="http://schemas.microsoft.com/office/drawing/2014/chart" uri="{C3380CC4-5D6E-409C-BE32-E72D297353CC}">
                <c16:uniqueId val="{00000001-55BF-4D22-B200-059983B42FA0}"/>
              </c:ext>
            </c:extLst>
          </c:dPt>
          <c:dPt>
            <c:idx val="1"/>
            <c:bubble3D val="0"/>
            <c:spPr>
              <a:solidFill>
                <a:srgbClr val="ED7000"/>
              </a:solidFill>
              <a:ln w="19050">
                <a:solidFill>
                  <a:schemeClr val="bg1">
                    <a:lumMod val="75000"/>
                  </a:schemeClr>
                </a:solidFill>
              </a:ln>
              <a:effectLst/>
            </c:spPr>
            <c:extLst>
              <c:ext xmlns:c16="http://schemas.microsoft.com/office/drawing/2014/chart" uri="{C3380CC4-5D6E-409C-BE32-E72D297353CC}">
                <c16:uniqueId val="{00000003-55BF-4D22-B200-059983B42FA0}"/>
              </c:ext>
            </c:extLst>
          </c:dPt>
          <c:cat>
            <c:strRef>
              <c:f>Sheet1!$A$2:$A$3</c:f>
              <c:strCache>
                <c:ptCount val="2"/>
                <c:pt idx="0">
                  <c:v>第一季度</c:v>
                </c:pt>
                <c:pt idx="1">
                  <c:v>第二季度</c:v>
                </c:pt>
              </c:strCache>
            </c:strRef>
          </c:cat>
          <c:val>
            <c:numRef>
              <c:f>Sheet1!$B$2:$B$3</c:f>
              <c:numCache>
                <c:formatCode>0%</c:formatCode>
                <c:ptCount val="2"/>
                <c:pt idx="0">
                  <c:v>0.4</c:v>
                </c:pt>
                <c:pt idx="1">
                  <c:v>0.6</c:v>
                </c:pt>
              </c:numCache>
            </c:numRef>
          </c:val>
          <c:extLst>
            <c:ext xmlns:c16="http://schemas.microsoft.com/office/drawing/2014/chart" uri="{C3380CC4-5D6E-409C-BE32-E72D297353CC}">
              <c16:uniqueId val="{00000004-55BF-4D22-B200-059983B42FA0}"/>
            </c:ext>
          </c:extLst>
        </c:ser>
        <c:dLbls>
          <c:showLegendKey val="0"/>
          <c:showVal val="0"/>
          <c:showCatName val="0"/>
          <c:showSerName val="0"/>
          <c:showPercent val="0"/>
          <c:showBubbleSize val="0"/>
          <c:showLeaderLines val="1"/>
        </c:dLbls>
        <c:firstSliceAng val="0"/>
        <c:holeSize val="66"/>
      </c:doughnutChart>
      <c:spPr>
        <a:noFill/>
        <a:ln>
          <a:noFill/>
        </a:ln>
        <a:effectLst/>
      </c:spPr>
    </c:plotArea>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2728086782409901"/>
          <c:y val="1.29887263991262E-2"/>
          <c:w val="0.60316615795107698"/>
          <c:h val="0.90474933973974103"/>
        </c:manualLayout>
      </c:layout>
      <c:doughnutChart>
        <c:varyColors val="1"/>
        <c:ser>
          <c:idx val="0"/>
          <c:order val="0"/>
          <c:tx>
            <c:strRef>
              <c:f>Sheet1!$B$1</c:f>
              <c:strCache>
                <c:ptCount val="1"/>
                <c:pt idx="0">
                  <c:v>销售额</c:v>
                </c:pt>
              </c:strCache>
            </c:strRef>
          </c:tx>
          <c:spPr>
            <a:noFill/>
            <a:ln>
              <a:solidFill>
                <a:schemeClr val="bg1">
                  <a:lumMod val="75000"/>
                </a:schemeClr>
              </a:solidFill>
            </a:ln>
          </c:spPr>
          <c:dPt>
            <c:idx val="0"/>
            <c:bubble3D val="0"/>
            <c:spPr>
              <a:noFill/>
              <a:ln w="19050">
                <a:solidFill>
                  <a:schemeClr val="bg1">
                    <a:lumMod val="75000"/>
                  </a:schemeClr>
                </a:solidFill>
              </a:ln>
              <a:effectLst/>
            </c:spPr>
            <c:extLst>
              <c:ext xmlns:c16="http://schemas.microsoft.com/office/drawing/2014/chart" uri="{C3380CC4-5D6E-409C-BE32-E72D297353CC}">
                <c16:uniqueId val="{00000001-5432-4D33-8171-3A576527498D}"/>
              </c:ext>
            </c:extLst>
          </c:dPt>
          <c:dPt>
            <c:idx val="1"/>
            <c:bubble3D val="0"/>
            <c:spPr>
              <a:solidFill>
                <a:srgbClr val="A8B715"/>
              </a:solidFill>
              <a:ln w="19050">
                <a:solidFill>
                  <a:schemeClr val="bg1">
                    <a:lumMod val="75000"/>
                  </a:schemeClr>
                </a:solidFill>
              </a:ln>
              <a:effectLst/>
            </c:spPr>
            <c:extLst>
              <c:ext xmlns:c16="http://schemas.microsoft.com/office/drawing/2014/chart" uri="{C3380CC4-5D6E-409C-BE32-E72D297353CC}">
                <c16:uniqueId val="{00000003-5432-4D33-8171-3A576527498D}"/>
              </c:ext>
            </c:extLst>
          </c:dPt>
          <c:cat>
            <c:strRef>
              <c:f>Sheet1!$A$2:$A$3</c:f>
              <c:strCache>
                <c:ptCount val="2"/>
                <c:pt idx="0">
                  <c:v>第一季度</c:v>
                </c:pt>
                <c:pt idx="1">
                  <c:v>第二季度</c:v>
                </c:pt>
              </c:strCache>
            </c:strRef>
          </c:cat>
          <c:val>
            <c:numRef>
              <c:f>Sheet1!$B$2:$B$3</c:f>
              <c:numCache>
                <c:formatCode>0%</c:formatCode>
                <c:ptCount val="2"/>
                <c:pt idx="0">
                  <c:v>0.64</c:v>
                </c:pt>
                <c:pt idx="1">
                  <c:v>0.36</c:v>
                </c:pt>
              </c:numCache>
            </c:numRef>
          </c:val>
          <c:extLst>
            <c:ext xmlns:c16="http://schemas.microsoft.com/office/drawing/2014/chart" uri="{C3380CC4-5D6E-409C-BE32-E72D297353CC}">
              <c16:uniqueId val="{00000004-5432-4D33-8171-3A576527498D}"/>
            </c:ext>
          </c:extLst>
        </c:ser>
        <c:dLbls>
          <c:showLegendKey val="0"/>
          <c:showVal val="0"/>
          <c:showCatName val="0"/>
          <c:showSerName val="0"/>
          <c:showPercent val="0"/>
          <c:showBubbleSize val="0"/>
          <c:showLeaderLines val="1"/>
        </c:dLbls>
        <c:firstSliceAng val="0"/>
        <c:holeSize val="66"/>
      </c:doughnutChart>
      <c:spPr>
        <a:noFill/>
        <a:ln>
          <a:noFill/>
        </a:ln>
        <a:effectLst/>
      </c:spPr>
    </c:plotArea>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2728086782409901"/>
          <c:y val="1.29887263991262E-2"/>
          <c:w val="0.60316615795107698"/>
          <c:h val="0.90474933973974103"/>
        </c:manualLayout>
      </c:layout>
      <c:doughnutChart>
        <c:varyColors val="1"/>
        <c:ser>
          <c:idx val="0"/>
          <c:order val="0"/>
          <c:tx>
            <c:strRef>
              <c:f>Sheet1!$B$1</c:f>
              <c:strCache>
                <c:ptCount val="1"/>
                <c:pt idx="0">
                  <c:v>销售额</c:v>
                </c:pt>
              </c:strCache>
            </c:strRef>
          </c:tx>
          <c:spPr>
            <a:noFill/>
            <a:ln>
              <a:solidFill>
                <a:schemeClr val="bg1">
                  <a:lumMod val="75000"/>
                </a:schemeClr>
              </a:solidFill>
            </a:ln>
          </c:spPr>
          <c:dPt>
            <c:idx val="0"/>
            <c:bubble3D val="0"/>
            <c:spPr>
              <a:noFill/>
              <a:ln w="19050">
                <a:solidFill>
                  <a:schemeClr val="bg1">
                    <a:lumMod val="75000"/>
                  </a:schemeClr>
                </a:solidFill>
              </a:ln>
              <a:effectLst/>
            </c:spPr>
            <c:extLst>
              <c:ext xmlns:c16="http://schemas.microsoft.com/office/drawing/2014/chart" uri="{C3380CC4-5D6E-409C-BE32-E72D297353CC}">
                <c16:uniqueId val="{00000001-A097-4AE0-BBB6-2F48F7D5A8B8}"/>
              </c:ext>
            </c:extLst>
          </c:dPt>
          <c:dPt>
            <c:idx val="1"/>
            <c:bubble3D val="0"/>
            <c:spPr>
              <a:solidFill>
                <a:srgbClr val="E83522"/>
              </a:solidFill>
              <a:ln w="19050">
                <a:solidFill>
                  <a:schemeClr val="bg1">
                    <a:lumMod val="75000"/>
                  </a:schemeClr>
                </a:solidFill>
              </a:ln>
              <a:effectLst/>
            </c:spPr>
            <c:extLst>
              <c:ext xmlns:c16="http://schemas.microsoft.com/office/drawing/2014/chart" uri="{C3380CC4-5D6E-409C-BE32-E72D297353CC}">
                <c16:uniqueId val="{00000003-A097-4AE0-BBB6-2F48F7D5A8B8}"/>
              </c:ext>
            </c:extLst>
          </c:dPt>
          <c:cat>
            <c:strRef>
              <c:f>Sheet1!$A$2:$A$3</c:f>
              <c:strCache>
                <c:ptCount val="2"/>
                <c:pt idx="0">
                  <c:v>第一季度</c:v>
                </c:pt>
                <c:pt idx="1">
                  <c:v>第二季度</c:v>
                </c:pt>
              </c:strCache>
            </c:strRef>
          </c:cat>
          <c:val>
            <c:numRef>
              <c:f>Sheet1!$B$2:$B$3</c:f>
              <c:numCache>
                <c:formatCode>0%</c:formatCode>
                <c:ptCount val="2"/>
                <c:pt idx="0">
                  <c:v>0.2</c:v>
                </c:pt>
                <c:pt idx="1">
                  <c:v>0.8</c:v>
                </c:pt>
              </c:numCache>
            </c:numRef>
          </c:val>
          <c:extLst>
            <c:ext xmlns:c16="http://schemas.microsoft.com/office/drawing/2014/chart" uri="{C3380CC4-5D6E-409C-BE32-E72D297353CC}">
              <c16:uniqueId val="{00000004-A097-4AE0-BBB6-2F48F7D5A8B8}"/>
            </c:ext>
          </c:extLst>
        </c:ser>
        <c:dLbls>
          <c:showLegendKey val="0"/>
          <c:showVal val="0"/>
          <c:showCatName val="0"/>
          <c:showSerName val="0"/>
          <c:showPercent val="0"/>
          <c:showBubbleSize val="0"/>
          <c:showLeaderLines val="1"/>
        </c:dLbls>
        <c:firstSliceAng val="0"/>
        <c:holeSize val="66"/>
      </c:doughnutChart>
      <c:spPr>
        <a:noFill/>
        <a:ln>
          <a:noFill/>
        </a:ln>
        <a:effectLst/>
      </c:spPr>
    </c:plotArea>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销售额</c:v>
                </c:pt>
              </c:strCache>
            </c:strRef>
          </c:tx>
          <c:dPt>
            <c:idx val="0"/>
            <c:bubble3D val="0"/>
            <c:spPr>
              <a:solidFill>
                <a:srgbClr val="ED7000"/>
              </a:solidFill>
              <a:ln w="76200">
                <a:solidFill>
                  <a:schemeClr val="bg1"/>
                </a:solidFill>
              </a:ln>
              <a:effectLst>
                <a:outerShdw blurRad="50800" dist="38100" dir="13500000" algn="br" rotWithShape="0">
                  <a:prstClr val="black">
                    <a:alpha val="40000"/>
                  </a:prstClr>
                </a:outerShdw>
              </a:effectLst>
            </c:spPr>
            <c:extLst>
              <c:ext xmlns:c16="http://schemas.microsoft.com/office/drawing/2014/chart" uri="{C3380CC4-5D6E-409C-BE32-E72D297353CC}">
                <c16:uniqueId val="{00000001-B701-47D1-A924-97D67346E059}"/>
              </c:ext>
            </c:extLst>
          </c:dPt>
          <c:dPt>
            <c:idx val="1"/>
            <c:bubble3D val="0"/>
            <c:spPr>
              <a:noFill/>
              <a:ln w="19050">
                <a:noFill/>
              </a:ln>
              <a:effectLst/>
            </c:spPr>
            <c:extLst>
              <c:ext xmlns:c16="http://schemas.microsoft.com/office/drawing/2014/chart" uri="{C3380CC4-5D6E-409C-BE32-E72D297353CC}">
                <c16:uniqueId val="{00000003-B701-47D1-A924-97D67346E059}"/>
              </c:ext>
            </c:extLst>
          </c:dPt>
          <c:dPt>
            <c:idx val="2"/>
            <c:bubble3D val="0"/>
            <c:spPr>
              <a:solidFill>
                <a:srgbClr val="A8B715"/>
              </a:solidFill>
              <a:ln w="76200">
                <a:solidFill>
                  <a:schemeClr val="lt1"/>
                </a:solidFill>
              </a:ln>
              <a:effectLst>
                <a:outerShdw blurRad="50800" dist="38100" dir="13500000" algn="br" rotWithShape="0">
                  <a:prstClr val="black">
                    <a:alpha val="40000"/>
                  </a:prstClr>
                </a:outerShdw>
              </a:effectLst>
            </c:spPr>
            <c:extLst>
              <c:ext xmlns:c16="http://schemas.microsoft.com/office/drawing/2014/chart" uri="{C3380CC4-5D6E-409C-BE32-E72D297353CC}">
                <c16:uniqueId val="{00000005-B701-47D1-A924-97D67346E059}"/>
              </c:ext>
            </c:extLst>
          </c:dPt>
          <c:dPt>
            <c:idx val="3"/>
            <c:bubble3D val="0"/>
            <c:spPr>
              <a:solidFill>
                <a:srgbClr val="E83522"/>
              </a:solidFill>
              <a:ln w="76200">
                <a:solidFill>
                  <a:schemeClr val="lt1"/>
                </a:solidFill>
              </a:ln>
              <a:effectLst>
                <a:outerShdw blurRad="50800" dist="38100" dir="13500000" algn="br" rotWithShape="0">
                  <a:prstClr val="black">
                    <a:alpha val="40000"/>
                  </a:prstClr>
                </a:outerShdw>
              </a:effectLst>
            </c:spPr>
            <c:extLst>
              <c:ext xmlns:c16="http://schemas.microsoft.com/office/drawing/2014/chart" uri="{C3380CC4-5D6E-409C-BE32-E72D297353CC}">
                <c16:uniqueId val="{00000007-B701-47D1-A924-97D67346E059}"/>
              </c:ext>
            </c:extLst>
          </c:dPt>
          <c:cat>
            <c:strRef>
              <c:f>Sheet1!$A$2:$A$5</c:f>
              <c:strCache>
                <c:ptCount val="4"/>
                <c:pt idx="0">
                  <c:v>第一季度</c:v>
                </c:pt>
                <c:pt idx="1">
                  <c:v>第二季度</c:v>
                </c:pt>
                <c:pt idx="2">
                  <c:v>第三季度</c:v>
                </c:pt>
                <c:pt idx="3">
                  <c:v>第四季度</c:v>
                </c:pt>
              </c:strCache>
            </c:strRef>
          </c:cat>
          <c:val>
            <c:numRef>
              <c:f>Sheet1!$B$2:$B$5</c:f>
              <c:numCache>
                <c:formatCode>0%</c:formatCode>
                <c:ptCount val="4"/>
                <c:pt idx="0">
                  <c:v>0.2</c:v>
                </c:pt>
                <c:pt idx="1">
                  <c:v>0.56999999999999995</c:v>
                </c:pt>
                <c:pt idx="2">
                  <c:v>0.15</c:v>
                </c:pt>
                <c:pt idx="3">
                  <c:v>0.08</c:v>
                </c:pt>
              </c:numCache>
            </c:numRef>
          </c:val>
          <c:extLst>
            <c:ext xmlns:c16="http://schemas.microsoft.com/office/drawing/2014/chart" uri="{C3380CC4-5D6E-409C-BE32-E72D297353CC}">
              <c16:uniqueId val="{00000008-B701-47D1-A924-97D67346E059}"/>
            </c:ext>
          </c:extLst>
        </c:ser>
        <c:dLbls>
          <c:showLegendKey val="0"/>
          <c:showVal val="0"/>
          <c:showCatName val="0"/>
          <c:showSerName val="0"/>
          <c:showPercent val="0"/>
          <c:showBubbleSize val="0"/>
          <c:showLeaderLines val="1"/>
        </c:dLbls>
        <c:firstSliceAng val="85"/>
      </c:pieChart>
      <c:spPr>
        <a:noFill/>
        <a:ln>
          <a:noFill/>
        </a:ln>
        <a:effectLst/>
      </c:spPr>
    </c:plotArea>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销售额</c:v>
                </c:pt>
              </c:strCache>
            </c:strRef>
          </c:tx>
          <c:dPt>
            <c:idx val="0"/>
            <c:bubble3D val="0"/>
            <c:spPr>
              <a:noFill/>
              <a:ln w="19050">
                <a:noFill/>
              </a:ln>
              <a:effectLst/>
            </c:spPr>
            <c:extLst>
              <c:ext xmlns:c16="http://schemas.microsoft.com/office/drawing/2014/chart" uri="{C3380CC4-5D6E-409C-BE32-E72D297353CC}">
                <c16:uniqueId val="{00000001-1453-47CA-B4EB-E65BDC334B50}"/>
              </c:ext>
            </c:extLst>
          </c:dPt>
          <c:dPt>
            <c:idx val="1"/>
            <c:bubble3D val="0"/>
            <c:spPr>
              <a:noFill/>
              <a:ln w="19050">
                <a:noFill/>
              </a:ln>
              <a:effectLst/>
            </c:spPr>
            <c:extLst>
              <c:ext xmlns:c16="http://schemas.microsoft.com/office/drawing/2014/chart" uri="{C3380CC4-5D6E-409C-BE32-E72D297353CC}">
                <c16:uniqueId val="{00000003-1453-47CA-B4EB-E65BDC334B50}"/>
              </c:ext>
            </c:extLst>
          </c:dPt>
          <c:dPt>
            <c:idx val="2"/>
            <c:bubble3D val="0"/>
            <c:spPr>
              <a:solidFill>
                <a:srgbClr val="A8B715"/>
              </a:solidFill>
              <a:ln w="76200">
                <a:solidFill>
                  <a:schemeClr val="lt1"/>
                </a:solidFill>
              </a:ln>
              <a:effectLst>
                <a:outerShdw blurRad="50800" dist="38100" dir="13500000" algn="br" rotWithShape="0">
                  <a:prstClr val="black">
                    <a:alpha val="40000"/>
                  </a:prstClr>
                </a:outerShdw>
              </a:effectLst>
            </c:spPr>
            <c:extLst>
              <c:ext xmlns:c16="http://schemas.microsoft.com/office/drawing/2014/chart" uri="{C3380CC4-5D6E-409C-BE32-E72D297353CC}">
                <c16:uniqueId val="{00000005-1453-47CA-B4EB-E65BDC334B50}"/>
              </c:ext>
            </c:extLst>
          </c:dPt>
          <c:dPt>
            <c:idx val="3"/>
            <c:bubble3D val="0"/>
            <c:spPr>
              <a:noFill/>
              <a:ln w="76200">
                <a:noFill/>
              </a:ln>
              <a:effectLst/>
            </c:spPr>
            <c:extLst>
              <c:ext xmlns:c16="http://schemas.microsoft.com/office/drawing/2014/chart" uri="{C3380CC4-5D6E-409C-BE32-E72D297353CC}">
                <c16:uniqueId val="{00000007-1453-47CA-B4EB-E65BDC334B50}"/>
              </c:ext>
            </c:extLst>
          </c:dPt>
          <c:cat>
            <c:strRef>
              <c:f>Sheet1!$A$2:$A$5</c:f>
              <c:strCache>
                <c:ptCount val="4"/>
                <c:pt idx="0">
                  <c:v>第一季度</c:v>
                </c:pt>
                <c:pt idx="1">
                  <c:v>第二季度</c:v>
                </c:pt>
                <c:pt idx="2">
                  <c:v>第三季度</c:v>
                </c:pt>
                <c:pt idx="3">
                  <c:v>第四季度</c:v>
                </c:pt>
              </c:strCache>
            </c:strRef>
          </c:cat>
          <c:val>
            <c:numRef>
              <c:f>Sheet1!$B$2:$B$5</c:f>
              <c:numCache>
                <c:formatCode>0%</c:formatCode>
                <c:ptCount val="4"/>
                <c:pt idx="0">
                  <c:v>0.25</c:v>
                </c:pt>
                <c:pt idx="1">
                  <c:v>0.4</c:v>
                </c:pt>
                <c:pt idx="2">
                  <c:v>0.15</c:v>
                </c:pt>
                <c:pt idx="3">
                  <c:v>0.2</c:v>
                </c:pt>
              </c:numCache>
            </c:numRef>
          </c:val>
          <c:extLst>
            <c:ext xmlns:c16="http://schemas.microsoft.com/office/drawing/2014/chart" uri="{C3380CC4-5D6E-409C-BE32-E72D297353CC}">
              <c16:uniqueId val="{00000008-1453-47CA-B4EB-E65BDC334B50}"/>
            </c:ext>
          </c:extLst>
        </c:ser>
        <c:dLbls>
          <c:showLegendKey val="0"/>
          <c:showVal val="0"/>
          <c:showCatName val="0"/>
          <c:showSerName val="0"/>
          <c:showPercent val="0"/>
          <c:showBubbleSize val="0"/>
          <c:showLeaderLines val="1"/>
        </c:dLbls>
        <c:firstSliceAng val="89"/>
      </c:pieChart>
      <c:spPr>
        <a:noFill/>
        <a:ln>
          <a:noFill/>
        </a:ln>
        <a:effectLst/>
      </c:spPr>
    </c:plotArea>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销售额</c:v>
                </c:pt>
              </c:strCache>
            </c:strRef>
          </c:tx>
          <c:dPt>
            <c:idx val="0"/>
            <c:bubble3D val="0"/>
            <c:spPr>
              <a:noFill/>
              <a:ln w="19050">
                <a:noFill/>
              </a:ln>
              <a:effectLst/>
            </c:spPr>
            <c:extLst>
              <c:ext xmlns:c16="http://schemas.microsoft.com/office/drawing/2014/chart" uri="{C3380CC4-5D6E-409C-BE32-E72D297353CC}">
                <c16:uniqueId val="{00000001-8539-42DA-A7CC-08DE29B62BE5}"/>
              </c:ext>
            </c:extLst>
          </c:dPt>
          <c:dPt>
            <c:idx val="1"/>
            <c:bubble3D val="0"/>
            <c:spPr>
              <a:noFill/>
              <a:ln w="19050">
                <a:noFill/>
              </a:ln>
              <a:effectLst/>
            </c:spPr>
            <c:extLst>
              <c:ext xmlns:c16="http://schemas.microsoft.com/office/drawing/2014/chart" uri="{C3380CC4-5D6E-409C-BE32-E72D297353CC}">
                <c16:uniqueId val="{00000003-8539-42DA-A7CC-08DE29B62BE5}"/>
              </c:ext>
            </c:extLst>
          </c:dPt>
          <c:dPt>
            <c:idx val="2"/>
            <c:bubble3D val="0"/>
            <c:spPr>
              <a:solidFill>
                <a:srgbClr val="ED7000"/>
              </a:solidFill>
              <a:ln w="76200">
                <a:solidFill>
                  <a:schemeClr val="lt1"/>
                </a:solidFill>
              </a:ln>
              <a:effectLst>
                <a:outerShdw blurRad="50800" dist="38100" dir="13500000" algn="br" rotWithShape="0">
                  <a:prstClr val="black">
                    <a:alpha val="40000"/>
                  </a:prstClr>
                </a:outerShdw>
              </a:effectLst>
            </c:spPr>
            <c:extLst>
              <c:ext xmlns:c16="http://schemas.microsoft.com/office/drawing/2014/chart" uri="{C3380CC4-5D6E-409C-BE32-E72D297353CC}">
                <c16:uniqueId val="{00000005-8539-42DA-A7CC-08DE29B62BE5}"/>
              </c:ext>
            </c:extLst>
          </c:dPt>
          <c:dPt>
            <c:idx val="3"/>
            <c:bubble3D val="0"/>
            <c:spPr>
              <a:solidFill>
                <a:srgbClr val="E83522"/>
              </a:solidFill>
              <a:ln w="76200">
                <a:solidFill>
                  <a:schemeClr val="lt1"/>
                </a:solidFill>
              </a:ln>
              <a:effectLst>
                <a:outerShdw blurRad="50800" dist="38100" dir="13500000" algn="br" rotWithShape="0">
                  <a:prstClr val="black">
                    <a:alpha val="40000"/>
                  </a:prstClr>
                </a:outerShdw>
              </a:effectLst>
            </c:spPr>
            <c:extLst>
              <c:ext xmlns:c16="http://schemas.microsoft.com/office/drawing/2014/chart" uri="{C3380CC4-5D6E-409C-BE32-E72D297353CC}">
                <c16:uniqueId val="{00000007-8539-42DA-A7CC-08DE29B62BE5}"/>
              </c:ext>
            </c:extLst>
          </c:dPt>
          <c:cat>
            <c:strRef>
              <c:f>Sheet1!$A$2:$A$5</c:f>
              <c:strCache>
                <c:ptCount val="4"/>
                <c:pt idx="0">
                  <c:v>第一季度</c:v>
                </c:pt>
                <c:pt idx="1">
                  <c:v>第二季度</c:v>
                </c:pt>
                <c:pt idx="2">
                  <c:v>第三季度</c:v>
                </c:pt>
                <c:pt idx="3">
                  <c:v>第四季度</c:v>
                </c:pt>
              </c:strCache>
            </c:strRef>
          </c:cat>
          <c:val>
            <c:numRef>
              <c:f>Sheet1!$B$2:$B$5</c:f>
              <c:numCache>
                <c:formatCode>0%</c:formatCode>
                <c:ptCount val="4"/>
                <c:pt idx="0">
                  <c:v>0.25</c:v>
                </c:pt>
                <c:pt idx="1">
                  <c:v>0.45</c:v>
                </c:pt>
                <c:pt idx="2">
                  <c:v>0.1</c:v>
                </c:pt>
                <c:pt idx="3">
                  <c:v>0.2</c:v>
                </c:pt>
              </c:numCache>
            </c:numRef>
          </c:val>
          <c:extLst>
            <c:ext xmlns:c16="http://schemas.microsoft.com/office/drawing/2014/chart" uri="{C3380CC4-5D6E-409C-BE32-E72D297353CC}">
              <c16:uniqueId val="{00000008-8539-42DA-A7CC-08DE29B62BE5}"/>
            </c:ext>
          </c:extLst>
        </c:ser>
        <c:dLbls>
          <c:showLegendKey val="0"/>
          <c:showVal val="0"/>
          <c:showCatName val="0"/>
          <c:showSerName val="0"/>
          <c:showPercent val="0"/>
          <c:showBubbleSize val="0"/>
          <c:showLeaderLines val="1"/>
        </c:dLbls>
        <c:firstSliceAng val="322"/>
      </c:pieChart>
      <c:spPr>
        <a:noFill/>
        <a:ln>
          <a:noFill/>
        </a:ln>
        <a:effectLst/>
      </c:spPr>
    </c:plotArea>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销售额</c:v>
                </c:pt>
              </c:strCache>
            </c:strRef>
          </c:tx>
          <c:spPr>
            <a:solidFill>
              <a:srgbClr val="008689"/>
            </a:solidFill>
            <a:ln>
              <a:noFill/>
            </a:ln>
          </c:spPr>
          <c:dPt>
            <c:idx val="0"/>
            <c:bubble3D val="0"/>
            <c:spPr>
              <a:solidFill>
                <a:schemeClr val="bg1">
                  <a:lumMod val="75000"/>
                </a:schemeClr>
              </a:solidFill>
              <a:ln w="19050">
                <a:noFill/>
              </a:ln>
              <a:effectLst/>
            </c:spPr>
            <c:extLst>
              <c:ext xmlns:c16="http://schemas.microsoft.com/office/drawing/2014/chart" uri="{C3380CC4-5D6E-409C-BE32-E72D297353CC}">
                <c16:uniqueId val="{00000001-10F2-4AC0-8719-F9F4E169BCD9}"/>
              </c:ext>
            </c:extLst>
          </c:dPt>
          <c:dPt>
            <c:idx val="1"/>
            <c:bubble3D val="0"/>
            <c:spPr>
              <a:solidFill>
                <a:srgbClr val="515151"/>
              </a:solidFill>
              <a:ln w="19050">
                <a:noFill/>
              </a:ln>
              <a:effectLst/>
            </c:spPr>
            <c:extLst>
              <c:ext xmlns:c16="http://schemas.microsoft.com/office/drawing/2014/chart" uri="{C3380CC4-5D6E-409C-BE32-E72D297353CC}">
                <c16:uniqueId val="{00000003-10F2-4AC0-8719-F9F4E169BCD9}"/>
              </c:ext>
            </c:extLst>
          </c:dPt>
          <c:cat>
            <c:strRef>
              <c:f>Sheet1!$A$2:$A$3</c:f>
              <c:strCache>
                <c:ptCount val="2"/>
                <c:pt idx="0">
                  <c:v>第一季度</c:v>
                </c:pt>
                <c:pt idx="1">
                  <c:v>第二季度</c:v>
                </c:pt>
              </c:strCache>
            </c:strRef>
          </c:cat>
          <c:val>
            <c:numRef>
              <c:f>Sheet1!$B$2:$B$3</c:f>
              <c:numCache>
                <c:formatCode>0%</c:formatCode>
                <c:ptCount val="2"/>
                <c:pt idx="0">
                  <c:v>0.72</c:v>
                </c:pt>
                <c:pt idx="1">
                  <c:v>0.28000000000000003</c:v>
                </c:pt>
              </c:numCache>
            </c:numRef>
          </c:val>
          <c:extLst>
            <c:ext xmlns:c16="http://schemas.microsoft.com/office/drawing/2014/chart" uri="{C3380CC4-5D6E-409C-BE32-E72D297353CC}">
              <c16:uniqueId val="{00000004-10F2-4AC0-8719-F9F4E169BCD9}"/>
            </c:ext>
          </c:extLst>
        </c:ser>
        <c:dLbls>
          <c:showLegendKey val="0"/>
          <c:showVal val="0"/>
          <c:showCatName val="0"/>
          <c:showSerName val="0"/>
          <c:showPercent val="0"/>
          <c:showBubbleSize val="0"/>
          <c:showLeaderLines val="1"/>
        </c:dLbls>
        <c:firstSliceAng val="85"/>
        <c:holeSize val="50"/>
      </c:doughnutChart>
      <c:spPr>
        <a:noFill/>
        <a:ln>
          <a:noFill/>
        </a:ln>
        <a:effectLst/>
      </c:spPr>
    </c:plotArea>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销售额</c:v>
                </c:pt>
              </c:strCache>
            </c:strRef>
          </c:tx>
          <c:spPr>
            <a:solidFill>
              <a:srgbClr val="8F3540"/>
            </a:solidFill>
            <a:ln>
              <a:noFill/>
            </a:ln>
          </c:spPr>
          <c:dPt>
            <c:idx val="0"/>
            <c:bubble3D val="0"/>
            <c:spPr>
              <a:solidFill>
                <a:schemeClr val="bg1">
                  <a:lumMod val="75000"/>
                </a:schemeClr>
              </a:solidFill>
              <a:ln w="19050">
                <a:noFill/>
              </a:ln>
              <a:effectLst/>
            </c:spPr>
            <c:extLst>
              <c:ext xmlns:c16="http://schemas.microsoft.com/office/drawing/2014/chart" uri="{C3380CC4-5D6E-409C-BE32-E72D297353CC}">
                <c16:uniqueId val="{00000001-2C97-42A2-92A3-D9F2DA23C3A5}"/>
              </c:ext>
            </c:extLst>
          </c:dPt>
          <c:dPt>
            <c:idx val="1"/>
            <c:bubble3D val="0"/>
            <c:spPr>
              <a:solidFill>
                <a:srgbClr val="8F3540"/>
              </a:solidFill>
              <a:ln w="19050">
                <a:noFill/>
              </a:ln>
              <a:effectLst/>
            </c:spPr>
            <c:extLst>
              <c:ext xmlns:c16="http://schemas.microsoft.com/office/drawing/2014/chart" uri="{C3380CC4-5D6E-409C-BE32-E72D297353CC}">
                <c16:uniqueId val="{00000003-2C97-42A2-92A3-D9F2DA23C3A5}"/>
              </c:ext>
            </c:extLst>
          </c:dPt>
          <c:cat>
            <c:strRef>
              <c:f>Sheet1!$A$2:$A$3</c:f>
              <c:strCache>
                <c:ptCount val="2"/>
                <c:pt idx="0">
                  <c:v>第一季度</c:v>
                </c:pt>
                <c:pt idx="1">
                  <c:v>第二季度</c:v>
                </c:pt>
              </c:strCache>
            </c:strRef>
          </c:cat>
          <c:val>
            <c:numRef>
              <c:f>Sheet1!$B$2:$B$3</c:f>
              <c:numCache>
                <c:formatCode>0%</c:formatCode>
                <c:ptCount val="2"/>
                <c:pt idx="0">
                  <c:v>0.64</c:v>
                </c:pt>
                <c:pt idx="1">
                  <c:v>0.36</c:v>
                </c:pt>
              </c:numCache>
            </c:numRef>
          </c:val>
          <c:extLst>
            <c:ext xmlns:c16="http://schemas.microsoft.com/office/drawing/2014/chart" uri="{C3380CC4-5D6E-409C-BE32-E72D297353CC}">
              <c16:uniqueId val="{00000004-2C97-42A2-92A3-D9F2DA23C3A5}"/>
            </c:ext>
          </c:extLst>
        </c:ser>
        <c:dLbls>
          <c:showLegendKey val="0"/>
          <c:showVal val="0"/>
          <c:showCatName val="0"/>
          <c:showSerName val="0"/>
          <c:showPercent val="0"/>
          <c:showBubbleSize val="0"/>
          <c:showLeaderLines val="1"/>
        </c:dLbls>
        <c:firstSliceAng val="90"/>
        <c:holeSize val="50"/>
      </c:doughnutChart>
      <c:spPr>
        <a:noFill/>
        <a:ln>
          <a:noFill/>
        </a:ln>
        <a:effectLst/>
      </c:spPr>
    </c:plotArea>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销售额</c:v>
                </c:pt>
              </c:strCache>
            </c:strRef>
          </c:tx>
          <c:spPr>
            <a:solidFill>
              <a:srgbClr val="8F3540"/>
            </a:solidFill>
            <a:ln>
              <a:noFill/>
            </a:ln>
          </c:spPr>
          <c:dPt>
            <c:idx val="0"/>
            <c:bubble3D val="0"/>
            <c:spPr>
              <a:solidFill>
                <a:schemeClr val="bg1">
                  <a:lumMod val="75000"/>
                </a:schemeClr>
              </a:solidFill>
              <a:ln w="19050">
                <a:noFill/>
              </a:ln>
              <a:effectLst/>
            </c:spPr>
            <c:extLst>
              <c:ext xmlns:c16="http://schemas.microsoft.com/office/drawing/2014/chart" uri="{C3380CC4-5D6E-409C-BE32-E72D297353CC}">
                <c16:uniqueId val="{00000001-022C-4115-88F2-6278B0F9BEAD}"/>
              </c:ext>
            </c:extLst>
          </c:dPt>
          <c:dPt>
            <c:idx val="1"/>
            <c:bubble3D val="0"/>
            <c:spPr>
              <a:solidFill>
                <a:srgbClr val="FF8900"/>
              </a:solidFill>
              <a:ln w="19050">
                <a:noFill/>
              </a:ln>
              <a:effectLst/>
            </c:spPr>
            <c:extLst>
              <c:ext xmlns:c16="http://schemas.microsoft.com/office/drawing/2014/chart" uri="{C3380CC4-5D6E-409C-BE32-E72D297353CC}">
                <c16:uniqueId val="{00000003-022C-4115-88F2-6278B0F9BEAD}"/>
              </c:ext>
            </c:extLst>
          </c:dPt>
          <c:cat>
            <c:strRef>
              <c:f>Sheet1!$A$2:$A$3</c:f>
              <c:strCache>
                <c:ptCount val="2"/>
                <c:pt idx="0">
                  <c:v>第一季度</c:v>
                </c:pt>
                <c:pt idx="1">
                  <c:v>第二季度</c:v>
                </c:pt>
              </c:strCache>
            </c:strRef>
          </c:cat>
          <c:val>
            <c:numRef>
              <c:f>Sheet1!$B$2:$B$3</c:f>
              <c:numCache>
                <c:formatCode>0%</c:formatCode>
                <c:ptCount val="2"/>
                <c:pt idx="0">
                  <c:v>0.48</c:v>
                </c:pt>
                <c:pt idx="1">
                  <c:v>0.52</c:v>
                </c:pt>
              </c:numCache>
            </c:numRef>
          </c:val>
          <c:extLst>
            <c:ext xmlns:c16="http://schemas.microsoft.com/office/drawing/2014/chart" uri="{C3380CC4-5D6E-409C-BE32-E72D297353CC}">
              <c16:uniqueId val="{00000004-022C-4115-88F2-6278B0F9BEAD}"/>
            </c:ext>
          </c:extLst>
        </c:ser>
        <c:dLbls>
          <c:showLegendKey val="0"/>
          <c:showVal val="0"/>
          <c:showCatName val="0"/>
          <c:showSerName val="0"/>
          <c:showPercent val="0"/>
          <c:showBubbleSize val="0"/>
          <c:showLeaderLines val="1"/>
        </c:dLbls>
        <c:firstSliceAng val="178"/>
        <c:holeSize val="50"/>
      </c:doughnutChart>
      <c:spPr>
        <a:noFill/>
        <a:ln>
          <a:noFill/>
        </a:ln>
        <a:effectLst/>
      </c:spPr>
    </c:plotArea>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销售额</c:v>
                </c:pt>
              </c:strCache>
            </c:strRef>
          </c:tx>
          <c:spPr>
            <a:solidFill>
              <a:srgbClr val="8F3540"/>
            </a:solidFill>
            <a:ln>
              <a:noFill/>
            </a:ln>
          </c:spPr>
          <c:dPt>
            <c:idx val="0"/>
            <c:bubble3D val="0"/>
            <c:spPr>
              <a:solidFill>
                <a:schemeClr val="bg1">
                  <a:lumMod val="75000"/>
                </a:schemeClr>
              </a:solidFill>
              <a:ln w="19050">
                <a:noFill/>
              </a:ln>
              <a:effectLst/>
            </c:spPr>
            <c:extLst>
              <c:ext xmlns:c16="http://schemas.microsoft.com/office/drawing/2014/chart" uri="{C3380CC4-5D6E-409C-BE32-E72D297353CC}">
                <c16:uniqueId val="{00000001-D832-4306-B526-02D771A79035}"/>
              </c:ext>
            </c:extLst>
          </c:dPt>
          <c:dPt>
            <c:idx val="1"/>
            <c:bubble3D val="0"/>
            <c:spPr>
              <a:solidFill>
                <a:srgbClr val="619D09"/>
              </a:solidFill>
              <a:ln w="19050">
                <a:noFill/>
              </a:ln>
              <a:effectLst/>
            </c:spPr>
            <c:extLst>
              <c:ext xmlns:c16="http://schemas.microsoft.com/office/drawing/2014/chart" uri="{C3380CC4-5D6E-409C-BE32-E72D297353CC}">
                <c16:uniqueId val="{00000003-D832-4306-B526-02D771A79035}"/>
              </c:ext>
            </c:extLst>
          </c:dPt>
          <c:cat>
            <c:strRef>
              <c:f>Sheet1!$A$2:$A$3</c:f>
              <c:strCache>
                <c:ptCount val="2"/>
                <c:pt idx="0">
                  <c:v>第一季度</c:v>
                </c:pt>
                <c:pt idx="1">
                  <c:v>第二季度</c:v>
                </c:pt>
              </c:strCache>
            </c:strRef>
          </c:cat>
          <c:val>
            <c:numRef>
              <c:f>Sheet1!$B$2:$B$3</c:f>
              <c:numCache>
                <c:formatCode>0%</c:formatCode>
                <c:ptCount val="2"/>
                <c:pt idx="0">
                  <c:v>0.83</c:v>
                </c:pt>
                <c:pt idx="1">
                  <c:v>0.17</c:v>
                </c:pt>
              </c:numCache>
            </c:numRef>
          </c:val>
          <c:extLst>
            <c:ext xmlns:c16="http://schemas.microsoft.com/office/drawing/2014/chart" uri="{C3380CC4-5D6E-409C-BE32-E72D297353CC}">
              <c16:uniqueId val="{00000004-D832-4306-B526-02D771A79035}"/>
            </c:ext>
          </c:extLst>
        </c:ser>
        <c:dLbls>
          <c:showLegendKey val="0"/>
          <c:showVal val="0"/>
          <c:showCatName val="0"/>
          <c:showSerName val="0"/>
          <c:showPercent val="0"/>
          <c:showBubbleSize val="0"/>
          <c:showLeaderLines val="1"/>
        </c:dLbls>
        <c:firstSliceAng val="60"/>
        <c:holeSize val="50"/>
      </c:doughnutChart>
      <c:spPr>
        <a:noFill/>
        <a:ln>
          <a:noFill/>
        </a:ln>
        <a:effectLst/>
      </c:spPr>
    </c:plotArea>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销售额</c:v>
                </c:pt>
              </c:strCache>
            </c:strRef>
          </c:tx>
          <c:dPt>
            <c:idx val="0"/>
            <c:bubble3D val="0"/>
            <c:spPr>
              <a:noFill/>
              <a:ln w="19050">
                <a:noFill/>
              </a:ln>
              <a:effectLst/>
            </c:spPr>
            <c:extLst>
              <c:ext xmlns:c16="http://schemas.microsoft.com/office/drawing/2014/chart" uri="{C3380CC4-5D6E-409C-BE32-E72D297353CC}">
                <c16:uniqueId val="{00000001-5B7E-48D1-80FA-BC87A4F1A64D}"/>
              </c:ext>
            </c:extLst>
          </c:dPt>
          <c:dPt>
            <c:idx val="1"/>
            <c:bubble3D val="0"/>
            <c:spPr>
              <a:solidFill>
                <a:srgbClr val="90CA40"/>
              </a:solidFill>
              <a:ln w="19050">
                <a:noFill/>
              </a:ln>
              <a:effectLst/>
            </c:spPr>
            <c:extLst>
              <c:ext xmlns:c16="http://schemas.microsoft.com/office/drawing/2014/chart" uri="{C3380CC4-5D6E-409C-BE32-E72D297353CC}">
                <c16:uniqueId val="{00000003-5B7E-48D1-80FA-BC87A4F1A64D}"/>
              </c:ext>
            </c:extLst>
          </c:dPt>
          <c:cat>
            <c:strRef>
              <c:f>Sheet1!$A$2:$A$3</c:f>
              <c:strCache>
                <c:ptCount val="2"/>
                <c:pt idx="0">
                  <c:v>第一季度</c:v>
                </c:pt>
                <c:pt idx="1">
                  <c:v>第二季度</c:v>
                </c:pt>
              </c:strCache>
            </c:strRef>
          </c:cat>
          <c:val>
            <c:numRef>
              <c:f>Sheet1!$B$2:$B$3</c:f>
              <c:numCache>
                <c:formatCode>0%</c:formatCode>
                <c:ptCount val="2"/>
                <c:pt idx="0">
                  <c:v>0.32</c:v>
                </c:pt>
                <c:pt idx="1">
                  <c:v>0.68</c:v>
                </c:pt>
              </c:numCache>
            </c:numRef>
          </c:val>
          <c:extLst>
            <c:ext xmlns:c16="http://schemas.microsoft.com/office/drawing/2014/chart" uri="{C3380CC4-5D6E-409C-BE32-E72D297353CC}">
              <c16:uniqueId val="{00000004-5B7E-48D1-80FA-BC87A4F1A64D}"/>
            </c:ext>
          </c:extLst>
        </c:ser>
        <c:dLbls>
          <c:showLegendKey val="0"/>
          <c:showVal val="0"/>
          <c:showCatName val="0"/>
          <c:showSerName val="0"/>
          <c:showPercent val="0"/>
          <c:showBubbleSize val="0"/>
          <c:showLeaderLines val="1"/>
        </c:dLbls>
        <c:firstSliceAng val="0"/>
        <c:holeSize val="22"/>
      </c:doughnutChart>
      <c:spPr>
        <a:noFill/>
        <a:ln>
          <a:noFill/>
        </a:ln>
        <a:effectLst/>
      </c:spPr>
    </c:plotArea>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销售额</c:v>
                </c:pt>
              </c:strCache>
            </c:strRef>
          </c:tx>
          <c:dPt>
            <c:idx val="0"/>
            <c:bubble3D val="0"/>
            <c:spPr>
              <a:noFill/>
              <a:ln w="19050">
                <a:noFill/>
              </a:ln>
              <a:effectLst/>
            </c:spPr>
            <c:extLst>
              <c:ext xmlns:c16="http://schemas.microsoft.com/office/drawing/2014/chart" uri="{C3380CC4-5D6E-409C-BE32-E72D297353CC}">
                <c16:uniqueId val="{00000001-777B-4014-B58A-BED50E48705A}"/>
              </c:ext>
            </c:extLst>
          </c:dPt>
          <c:dPt>
            <c:idx val="1"/>
            <c:bubble3D val="0"/>
            <c:spPr>
              <a:solidFill>
                <a:srgbClr val="F2825B"/>
              </a:solidFill>
              <a:ln w="19050">
                <a:noFill/>
              </a:ln>
              <a:effectLst/>
            </c:spPr>
            <c:extLst>
              <c:ext xmlns:c16="http://schemas.microsoft.com/office/drawing/2014/chart" uri="{C3380CC4-5D6E-409C-BE32-E72D297353CC}">
                <c16:uniqueId val="{00000003-777B-4014-B58A-BED50E48705A}"/>
              </c:ext>
            </c:extLst>
          </c:dPt>
          <c:cat>
            <c:strRef>
              <c:f>Sheet1!$A$2:$A$3</c:f>
              <c:strCache>
                <c:ptCount val="2"/>
                <c:pt idx="0">
                  <c:v>第一季度</c:v>
                </c:pt>
                <c:pt idx="1">
                  <c:v>第二季度</c:v>
                </c:pt>
              </c:strCache>
            </c:strRef>
          </c:cat>
          <c:val>
            <c:numRef>
              <c:f>Sheet1!$B$2:$B$3</c:f>
              <c:numCache>
                <c:formatCode>0%</c:formatCode>
                <c:ptCount val="2"/>
                <c:pt idx="0">
                  <c:v>0.25</c:v>
                </c:pt>
                <c:pt idx="1">
                  <c:v>0.75</c:v>
                </c:pt>
              </c:numCache>
            </c:numRef>
          </c:val>
          <c:extLst>
            <c:ext xmlns:c16="http://schemas.microsoft.com/office/drawing/2014/chart" uri="{C3380CC4-5D6E-409C-BE32-E72D297353CC}">
              <c16:uniqueId val="{00000004-777B-4014-B58A-BED50E48705A}"/>
            </c:ext>
          </c:extLst>
        </c:ser>
        <c:dLbls>
          <c:showLegendKey val="0"/>
          <c:showVal val="0"/>
          <c:showCatName val="0"/>
          <c:showSerName val="0"/>
          <c:showPercent val="0"/>
          <c:showBubbleSize val="0"/>
          <c:showLeaderLines val="1"/>
        </c:dLbls>
        <c:firstSliceAng val="0"/>
        <c:holeSize val="22"/>
      </c:doughnutChart>
      <c:spPr>
        <a:noFill/>
        <a:ln>
          <a:noFill/>
        </a:ln>
        <a:effectLst/>
      </c:spPr>
    </c:plotArea>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销售额</c:v>
                </c:pt>
              </c:strCache>
            </c:strRef>
          </c:tx>
          <c:dPt>
            <c:idx val="0"/>
            <c:bubble3D val="0"/>
            <c:spPr>
              <a:noFill/>
              <a:ln w="19050">
                <a:noFill/>
              </a:ln>
              <a:effectLst/>
            </c:spPr>
            <c:extLst>
              <c:ext xmlns:c16="http://schemas.microsoft.com/office/drawing/2014/chart" uri="{C3380CC4-5D6E-409C-BE32-E72D297353CC}">
                <c16:uniqueId val="{00000001-43DE-40D2-8CDD-09DD7F82094C}"/>
              </c:ext>
            </c:extLst>
          </c:dPt>
          <c:dPt>
            <c:idx val="1"/>
            <c:bubble3D val="0"/>
            <c:spPr>
              <a:solidFill>
                <a:srgbClr val="2491C2"/>
              </a:solidFill>
              <a:ln w="19050">
                <a:noFill/>
              </a:ln>
              <a:effectLst/>
            </c:spPr>
            <c:extLst>
              <c:ext xmlns:c16="http://schemas.microsoft.com/office/drawing/2014/chart" uri="{C3380CC4-5D6E-409C-BE32-E72D297353CC}">
                <c16:uniqueId val="{00000003-43DE-40D2-8CDD-09DD7F82094C}"/>
              </c:ext>
            </c:extLst>
          </c:dPt>
          <c:cat>
            <c:strRef>
              <c:f>Sheet1!$A$2:$A$3</c:f>
              <c:strCache>
                <c:ptCount val="2"/>
                <c:pt idx="0">
                  <c:v>第一季度</c:v>
                </c:pt>
                <c:pt idx="1">
                  <c:v>第二季度</c:v>
                </c:pt>
              </c:strCache>
            </c:strRef>
          </c:cat>
          <c:val>
            <c:numRef>
              <c:f>Sheet1!$B$2:$B$3</c:f>
              <c:numCache>
                <c:formatCode>0%</c:formatCode>
                <c:ptCount val="2"/>
                <c:pt idx="0">
                  <c:v>0.4</c:v>
                </c:pt>
                <c:pt idx="1">
                  <c:v>0.6</c:v>
                </c:pt>
              </c:numCache>
            </c:numRef>
          </c:val>
          <c:extLst>
            <c:ext xmlns:c16="http://schemas.microsoft.com/office/drawing/2014/chart" uri="{C3380CC4-5D6E-409C-BE32-E72D297353CC}">
              <c16:uniqueId val="{00000004-43DE-40D2-8CDD-09DD7F82094C}"/>
            </c:ext>
          </c:extLst>
        </c:ser>
        <c:dLbls>
          <c:showLegendKey val="0"/>
          <c:showVal val="0"/>
          <c:showCatName val="0"/>
          <c:showSerName val="0"/>
          <c:showPercent val="0"/>
          <c:showBubbleSize val="0"/>
          <c:showLeaderLines val="1"/>
        </c:dLbls>
        <c:firstSliceAng val="0"/>
        <c:holeSize val="22"/>
      </c:doughnutChart>
      <c:spPr>
        <a:noFill/>
        <a:ln>
          <a:noFill/>
        </a:ln>
        <a:effectLst/>
      </c:spPr>
    </c:plotArea>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销售额</c:v>
                </c:pt>
              </c:strCache>
            </c:strRef>
          </c:tx>
          <c:dPt>
            <c:idx val="0"/>
            <c:bubble3D val="0"/>
            <c:spPr>
              <a:solidFill>
                <a:srgbClr val="B63E2C"/>
              </a:solidFill>
              <a:ln w="19050">
                <a:noFill/>
              </a:ln>
              <a:effectLst/>
            </c:spPr>
            <c:extLst>
              <c:ext xmlns:c16="http://schemas.microsoft.com/office/drawing/2014/chart" uri="{C3380CC4-5D6E-409C-BE32-E72D297353CC}">
                <c16:uniqueId val="{00000001-ADAF-49F4-945E-5495D7A4A805}"/>
              </c:ext>
            </c:extLst>
          </c:dPt>
          <c:dPt>
            <c:idx val="1"/>
            <c:bubble3D val="0"/>
            <c:spPr>
              <a:solidFill>
                <a:srgbClr val="DFDCD0"/>
              </a:solidFill>
              <a:ln w="19050">
                <a:noFill/>
              </a:ln>
              <a:effectLst/>
            </c:spPr>
            <c:extLst>
              <c:ext xmlns:c16="http://schemas.microsoft.com/office/drawing/2014/chart" uri="{C3380CC4-5D6E-409C-BE32-E72D297353CC}">
                <c16:uniqueId val="{00000003-ADAF-49F4-945E-5495D7A4A805}"/>
              </c:ext>
            </c:extLst>
          </c:dPt>
          <c:cat>
            <c:strRef>
              <c:f>Sheet1!$A$2:$A$3</c:f>
              <c:strCache>
                <c:ptCount val="2"/>
                <c:pt idx="0">
                  <c:v>第一季度</c:v>
                </c:pt>
                <c:pt idx="1">
                  <c:v>第二季度</c:v>
                </c:pt>
              </c:strCache>
            </c:strRef>
          </c:cat>
          <c:val>
            <c:numRef>
              <c:f>Sheet1!$B$2:$B$3</c:f>
              <c:numCache>
                <c:formatCode>0%</c:formatCode>
                <c:ptCount val="2"/>
                <c:pt idx="0">
                  <c:v>0.68</c:v>
                </c:pt>
                <c:pt idx="1">
                  <c:v>0.32</c:v>
                </c:pt>
              </c:numCache>
            </c:numRef>
          </c:val>
          <c:extLst>
            <c:ext xmlns:c16="http://schemas.microsoft.com/office/drawing/2014/chart" uri="{C3380CC4-5D6E-409C-BE32-E72D297353CC}">
              <c16:uniqueId val="{00000004-ADAF-49F4-945E-5495D7A4A805}"/>
            </c:ext>
          </c:extLst>
        </c:ser>
        <c:dLbls>
          <c:showLegendKey val="0"/>
          <c:showVal val="0"/>
          <c:showCatName val="0"/>
          <c:showSerName val="0"/>
          <c:showPercent val="0"/>
          <c:showBubbleSize val="0"/>
          <c:showLeaderLines val="1"/>
        </c:dLbls>
        <c:firstSliceAng val="0"/>
        <c:holeSize val="35"/>
      </c:doughnutChart>
      <c:spPr>
        <a:noFill/>
        <a:ln>
          <a:noFill/>
        </a:ln>
        <a:effectLst/>
      </c:spPr>
    </c:plotArea>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销售额</c:v>
                </c:pt>
              </c:strCache>
            </c:strRef>
          </c:tx>
          <c:dPt>
            <c:idx val="0"/>
            <c:bubble3D val="0"/>
            <c:spPr>
              <a:solidFill>
                <a:srgbClr val="B63E2C"/>
              </a:solidFill>
              <a:ln w="19050">
                <a:noFill/>
              </a:ln>
              <a:effectLst/>
            </c:spPr>
            <c:extLst>
              <c:ext xmlns:c16="http://schemas.microsoft.com/office/drawing/2014/chart" uri="{C3380CC4-5D6E-409C-BE32-E72D297353CC}">
                <c16:uniqueId val="{00000001-0DB2-4D64-9384-74057DA0CE07}"/>
              </c:ext>
            </c:extLst>
          </c:dPt>
          <c:dPt>
            <c:idx val="1"/>
            <c:bubble3D val="0"/>
            <c:spPr>
              <a:solidFill>
                <a:srgbClr val="DFDCD0"/>
              </a:solidFill>
              <a:ln w="19050">
                <a:noFill/>
              </a:ln>
              <a:effectLst/>
            </c:spPr>
            <c:extLst>
              <c:ext xmlns:c16="http://schemas.microsoft.com/office/drawing/2014/chart" uri="{C3380CC4-5D6E-409C-BE32-E72D297353CC}">
                <c16:uniqueId val="{00000003-0DB2-4D64-9384-74057DA0CE07}"/>
              </c:ext>
            </c:extLst>
          </c:dPt>
          <c:cat>
            <c:strRef>
              <c:f>Sheet1!$A$2:$A$3</c:f>
              <c:strCache>
                <c:ptCount val="2"/>
                <c:pt idx="0">
                  <c:v>第一季度</c:v>
                </c:pt>
                <c:pt idx="1">
                  <c:v>第二季度</c:v>
                </c:pt>
              </c:strCache>
            </c:strRef>
          </c:cat>
          <c:val>
            <c:numRef>
              <c:f>Sheet1!$B$2:$B$3</c:f>
              <c:numCache>
                <c:formatCode>0%</c:formatCode>
                <c:ptCount val="2"/>
                <c:pt idx="0">
                  <c:v>0.8</c:v>
                </c:pt>
                <c:pt idx="1">
                  <c:v>0.2</c:v>
                </c:pt>
              </c:numCache>
            </c:numRef>
          </c:val>
          <c:extLst>
            <c:ext xmlns:c16="http://schemas.microsoft.com/office/drawing/2014/chart" uri="{C3380CC4-5D6E-409C-BE32-E72D297353CC}">
              <c16:uniqueId val="{00000004-0DB2-4D64-9384-74057DA0CE07}"/>
            </c:ext>
          </c:extLst>
        </c:ser>
        <c:dLbls>
          <c:showLegendKey val="0"/>
          <c:showVal val="0"/>
          <c:showCatName val="0"/>
          <c:showSerName val="0"/>
          <c:showPercent val="0"/>
          <c:showBubbleSize val="0"/>
          <c:showLeaderLines val="1"/>
        </c:dLbls>
        <c:firstSliceAng val="0"/>
        <c:holeSize val="35"/>
      </c:doughnutChart>
      <c:spPr>
        <a:noFill/>
        <a:ln>
          <a:noFill/>
        </a:ln>
        <a:effectLst/>
      </c:spPr>
    </c:plotArea>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销售额</c:v>
                </c:pt>
              </c:strCache>
            </c:strRef>
          </c:tx>
          <c:dPt>
            <c:idx val="0"/>
            <c:bubble3D val="0"/>
            <c:spPr>
              <a:solidFill>
                <a:srgbClr val="B63E2C"/>
              </a:solidFill>
              <a:ln w="19050">
                <a:noFill/>
              </a:ln>
              <a:effectLst/>
            </c:spPr>
            <c:extLst>
              <c:ext xmlns:c16="http://schemas.microsoft.com/office/drawing/2014/chart" uri="{C3380CC4-5D6E-409C-BE32-E72D297353CC}">
                <c16:uniqueId val="{00000001-33AE-488E-8924-0D15344A8131}"/>
              </c:ext>
            </c:extLst>
          </c:dPt>
          <c:dPt>
            <c:idx val="1"/>
            <c:bubble3D val="0"/>
            <c:spPr>
              <a:solidFill>
                <a:srgbClr val="DFDCD0"/>
              </a:solidFill>
              <a:ln w="19050">
                <a:noFill/>
              </a:ln>
              <a:effectLst/>
            </c:spPr>
            <c:extLst>
              <c:ext xmlns:c16="http://schemas.microsoft.com/office/drawing/2014/chart" uri="{C3380CC4-5D6E-409C-BE32-E72D297353CC}">
                <c16:uniqueId val="{00000003-33AE-488E-8924-0D15344A8131}"/>
              </c:ext>
            </c:extLst>
          </c:dPt>
          <c:cat>
            <c:strRef>
              <c:f>Sheet1!$A$2:$A$3</c:f>
              <c:strCache>
                <c:ptCount val="2"/>
                <c:pt idx="0">
                  <c:v>第一季度</c:v>
                </c:pt>
                <c:pt idx="1">
                  <c:v>第二季度</c:v>
                </c:pt>
              </c:strCache>
            </c:strRef>
          </c:cat>
          <c:val>
            <c:numRef>
              <c:f>Sheet1!$B$2:$B$3</c:f>
              <c:numCache>
                <c:formatCode>0%</c:formatCode>
                <c:ptCount val="2"/>
                <c:pt idx="0">
                  <c:v>0.38</c:v>
                </c:pt>
                <c:pt idx="1">
                  <c:v>0.62</c:v>
                </c:pt>
              </c:numCache>
            </c:numRef>
          </c:val>
          <c:extLst>
            <c:ext xmlns:c16="http://schemas.microsoft.com/office/drawing/2014/chart" uri="{C3380CC4-5D6E-409C-BE32-E72D297353CC}">
              <c16:uniqueId val="{00000004-33AE-488E-8924-0D15344A8131}"/>
            </c:ext>
          </c:extLst>
        </c:ser>
        <c:dLbls>
          <c:showLegendKey val="0"/>
          <c:showVal val="0"/>
          <c:showCatName val="0"/>
          <c:showSerName val="0"/>
          <c:showPercent val="0"/>
          <c:showBubbleSize val="0"/>
          <c:showLeaderLines val="1"/>
        </c:dLbls>
        <c:firstSliceAng val="0"/>
        <c:holeSize val="35"/>
      </c:doughnutChart>
      <c:spPr>
        <a:noFill/>
        <a:ln>
          <a:noFill/>
        </a:ln>
        <a:effectLst/>
      </c:spPr>
    </c:plotArea>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销售额</c:v>
                </c:pt>
              </c:strCache>
            </c:strRef>
          </c:tx>
          <c:dPt>
            <c:idx val="0"/>
            <c:bubble3D val="0"/>
            <c:spPr>
              <a:solidFill>
                <a:srgbClr val="B63E2C"/>
              </a:solidFill>
              <a:ln w="19050">
                <a:noFill/>
              </a:ln>
              <a:effectLst/>
            </c:spPr>
            <c:extLst>
              <c:ext xmlns:c16="http://schemas.microsoft.com/office/drawing/2014/chart" uri="{C3380CC4-5D6E-409C-BE32-E72D297353CC}">
                <c16:uniqueId val="{00000001-54CF-496B-8605-CA69737A4B14}"/>
              </c:ext>
            </c:extLst>
          </c:dPt>
          <c:dPt>
            <c:idx val="1"/>
            <c:bubble3D val="0"/>
            <c:spPr>
              <a:solidFill>
                <a:srgbClr val="DFDCD0"/>
              </a:solidFill>
              <a:ln w="19050">
                <a:noFill/>
              </a:ln>
              <a:effectLst/>
            </c:spPr>
            <c:extLst>
              <c:ext xmlns:c16="http://schemas.microsoft.com/office/drawing/2014/chart" uri="{C3380CC4-5D6E-409C-BE32-E72D297353CC}">
                <c16:uniqueId val="{00000003-54CF-496B-8605-CA69737A4B14}"/>
              </c:ext>
            </c:extLst>
          </c:dPt>
          <c:cat>
            <c:strRef>
              <c:f>Sheet1!$A$2:$A$3</c:f>
              <c:strCache>
                <c:ptCount val="2"/>
                <c:pt idx="0">
                  <c:v>第一季度</c:v>
                </c:pt>
                <c:pt idx="1">
                  <c:v>第二季度</c:v>
                </c:pt>
              </c:strCache>
            </c:strRef>
          </c:cat>
          <c:val>
            <c:numRef>
              <c:f>Sheet1!$B$2:$B$3</c:f>
              <c:numCache>
                <c:formatCode>0%</c:formatCode>
                <c:ptCount val="2"/>
                <c:pt idx="0">
                  <c:v>0.25</c:v>
                </c:pt>
                <c:pt idx="1">
                  <c:v>0.75</c:v>
                </c:pt>
              </c:numCache>
            </c:numRef>
          </c:val>
          <c:extLst>
            <c:ext xmlns:c16="http://schemas.microsoft.com/office/drawing/2014/chart" uri="{C3380CC4-5D6E-409C-BE32-E72D297353CC}">
              <c16:uniqueId val="{00000004-54CF-496B-8605-CA69737A4B14}"/>
            </c:ext>
          </c:extLst>
        </c:ser>
        <c:dLbls>
          <c:showLegendKey val="0"/>
          <c:showVal val="0"/>
          <c:showCatName val="0"/>
          <c:showSerName val="0"/>
          <c:showPercent val="0"/>
          <c:showBubbleSize val="0"/>
          <c:showLeaderLines val="1"/>
        </c:dLbls>
        <c:firstSliceAng val="0"/>
        <c:holeSize val="35"/>
      </c:doughnutChart>
      <c:spPr>
        <a:noFill/>
        <a:ln>
          <a:noFill/>
        </a:ln>
        <a:effectLst/>
      </c:spPr>
    </c:plotArea>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销售额</c:v>
                </c:pt>
              </c:strCache>
            </c:strRef>
          </c:tx>
          <c:spPr>
            <a:ln w="76200">
              <a:solidFill>
                <a:schemeClr val="bg1"/>
              </a:solidFill>
            </a:ln>
          </c:spPr>
          <c:dPt>
            <c:idx val="0"/>
            <c:bubble3D val="0"/>
            <c:spPr>
              <a:solidFill>
                <a:srgbClr val="608F60"/>
              </a:solidFill>
              <a:ln w="76200">
                <a:solidFill>
                  <a:schemeClr val="bg1"/>
                </a:solidFill>
              </a:ln>
              <a:effectLst/>
            </c:spPr>
            <c:extLst>
              <c:ext xmlns:c16="http://schemas.microsoft.com/office/drawing/2014/chart" uri="{C3380CC4-5D6E-409C-BE32-E72D297353CC}">
                <c16:uniqueId val="{00000001-9B05-4AD1-9A10-BA1E567875DA}"/>
              </c:ext>
            </c:extLst>
          </c:dPt>
          <c:dPt>
            <c:idx val="1"/>
            <c:bubble3D val="0"/>
            <c:spPr>
              <a:solidFill>
                <a:srgbClr val="E26A69"/>
              </a:solidFill>
              <a:ln w="76200">
                <a:solidFill>
                  <a:schemeClr val="bg1"/>
                </a:solidFill>
              </a:ln>
              <a:effectLst/>
            </c:spPr>
            <c:extLst>
              <c:ext xmlns:c16="http://schemas.microsoft.com/office/drawing/2014/chart" uri="{C3380CC4-5D6E-409C-BE32-E72D297353CC}">
                <c16:uniqueId val="{00000003-9B05-4AD1-9A10-BA1E567875DA}"/>
              </c:ext>
            </c:extLst>
          </c:dPt>
          <c:dPt>
            <c:idx val="2"/>
            <c:bubble3D val="0"/>
            <c:spPr>
              <a:solidFill>
                <a:srgbClr val="4E899D"/>
              </a:solidFill>
              <a:ln w="76200">
                <a:solidFill>
                  <a:schemeClr val="bg1"/>
                </a:solidFill>
              </a:ln>
              <a:effectLst/>
            </c:spPr>
            <c:extLst>
              <c:ext xmlns:c16="http://schemas.microsoft.com/office/drawing/2014/chart" uri="{C3380CC4-5D6E-409C-BE32-E72D297353CC}">
                <c16:uniqueId val="{00000005-9B05-4AD1-9A10-BA1E567875DA}"/>
              </c:ext>
            </c:extLst>
          </c:dPt>
          <c:cat>
            <c:strRef>
              <c:f>Sheet1!$A$2:$A$4</c:f>
              <c:strCache>
                <c:ptCount val="3"/>
                <c:pt idx="0">
                  <c:v>第一季度</c:v>
                </c:pt>
                <c:pt idx="1">
                  <c:v>第二季度</c:v>
                </c:pt>
                <c:pt idx="2">
                  <c:v>第三季度</c:v>
                </c:pt>
              </c:strCache>
            </c:strRef>
          </c:cat>
          <c:val>
            <c:numRef>
              <c:f>Sheet1!$B$2:$B$4</c:f>
              <c:numCache>
                <c:formatCode>0%</c:formatCode>
                <c:ptCount val="3"/>
                <c:pt idx="0">
                  <c:v>0.64</c:v>
                </c:pt>
                <c:pt idx="1">
                  <c:v>0.25</c:v>
                </c:pt>
                <c:pt idx="2">
                  <c:v>0.11</c:v>
                </c:pt>
              </c:numCache>
            </c:numRef>
          </c:val>
          <c:extLst>
            <c:ext xmlns:c16="http://schemas.microsoft.com/office/drawing/2014/chart" uri="{C3380CC4-5D6E-409C-BE32-E72D297353CC}">
              <c16:uniqueId val="{00000006-9B05-4AD1-9A10-BA1E567875DA}"/>
            </c:ext>
          </c:extLst>
        </c:ser>
        <c:dLbls>
          <c:showLegendKey val="0"/>
          <c:showVal val="0"/>
          <c:showCatName val="0"/>
          <c:showSerName val="0"/>
          <c:showPercent val="0"/>
          <c:showBubbleSize val="0"/>
          <c:showLeaderLines val="1"/>
        </c:dLbls>
        <c:firstSliceAng val="0"/>
        <c:holeSize val="62"/>
      </c:doughnutChart>
      <c:spPr>
        <a:noFill/>
        <a:ln>
          <a:noFill/>
        </a:ln>
        <a:effectLst/>
      </c:spPr>
    </c:plotArea>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销售额</c:v>
                </c:pt>
              </c:strCache>
            </c:strRef>
          </c:tx>
          <c:spPr>
            <a:ln w="76200">
              <a:solidFill>
                <a:srgbClr val="FFFFFF"/>
              </a:solidFill>
            </a:ln>
          </c:spPr>
          <c:dPt>
            <c:idx val="0"/>
            <c:bubble3D val="0"/>
            <c:spPr>
              <a:solidFill>
                <a:srgbClr val="6A9A3B"/>
              </a:solidFill>
              <a:ln w="76200">
                <a:solidFill>
                  <a:srgbClr val="FFFFFF"/>
                </a:solidFill>
              </a:ln>
              <a:effectLst/>
            </c:spPr>
            <c:extLst>
              <c:ext xmlns:c16="http://schemas.microsoft.com/office/drawing/2014/chart" uri="{C3380CC4-5D6E-409C-BE32-E72D297353CC}">
                <c16:uniqueId val="{00000001-3085-4019-AFFD-21566B1080A0}"/>
              </c:ext>
            </c:extLst>
          </c:dPt>
          <c:dPt>
            <c:idx val="1"/>
            <c:bubble3D val="0"/>
            <c:spPr>
              <a:solidFill>
                <a:srgbClr val="9DA92C"/>
              </a:solidFill>
              <a:ln w="76200">
                <a:solidFill>
                  <a:srgbClr val="FFFFFF"/>
                </a:solidFill>
              </a:ln>
              <a:effectLst/>
            </c:spPr>
            <c:extLst>
              <c:ext xmlns:c16="http://schemas.microsoft.com/office/drawing/2014/chart" uri="{C3380CC4-5D6E-409C-BE32-E72D297353CC}">
                <c16:uniqueId val="{00000003-3085-4019-AFFD-21566B1080A0}"/>
              </c:ext>
            </c:extLst>
          </c:dPt>
          <c:dPt>
            <c:idx val="2"/>
            <c:bubble3D val="0"/>
            <c:spPr>
              <a:solidFill>
                <a:srgbClr val="D02B1A"/>
              </a:solidFill>
              <a:ln w="76200">
                <a:solidFill>
                  <a:srgbClr val="FFFFFF"/>
                </a:solidFill>
              </a:ln>
              <a:effectLst/>
            </c:spPr>
            <c:extLst>
              <c:ext xmlns:c16="http://schemas.microsoft.com/office/drawing/2014/chart" uri="{C3380CC4-5D6E-409C-BE32-E72D297353CC}">
                <c16:uniqueId val="{00000005-3085-4019-AFFD-21566B1080A0}"/>
              </c:ext>
            </c:extLst>
          </c:dPt>
          <c:dPt>
            <c:idx val="3"/>
            <c:bubble3D val="0"/>
            <c:spPr>
              <a:solidFill>
                <a:srgbClr val="EC671B"/>
              </a:solidFill>
              <a:ln w="76200">
                <a:solidFill>
                  <a:srgbClr val="FFFFFF"/>
                </a:solidFill>
              </a:ln>
              <a:effectLst/>
            </c:spPr>
            <c:extLst>
              <c:ext xmlns:c16="http://schemas.microsoft.com/office/drawing/2014/chart" uri="{C3380CC4-5D6E-409C-BE32-E72D297353CC}">
                <c16:uniqueId val="{00000007-3085-4019-AFFD-21566B1080A0}"/>
              </c:ext>
            </c:extLst>
          </c:dPt>
          <c:dPt>
            <c:idx val="4"/>
            <c:bubble3D val="0"/>
            <c:spPr>
              <a:solidFill>
                <a:srgbClr val="F5BD1B"/>
              </a:solidFill>
              <a:ln w="76200">
                <a:solidFill>
                  <a:srgbClr val="FFFFFF"/>
                </a:solidFill>
              </a:ln>
              <a:effectLst/>
            </c:spPr>
            <c:extLst>
              <c:ext xmlns:c16="http://schemas.microsoft.com/office/drawing/2014/chart" uri="{C3380CC4-5D6E-409C-BE32-E72D297353CC}">
                <c16:uniqueId val="{00000009-3085-4019-AFFD-21566B1080A0}"/>
              </c:ext>
            </c:extLst>
          </c:dPt>
          <c:dLbls>
            <c:spPr>
              <a:noFill/>
              <a:ln>
                <a:noFill/>
              </a:ln>
              <a:effectLst/>
            </c:spPr>
            <c:txPr>
              <a:bodyPr rot="0" spcFirstLastPara="1" vertOverflow="ellipsis" vert="horz" wrap="square" lIns="38100" tIns="19050" rIns="38100" bIns="19050" anchor="ctr" anchorCtr="1">
                <a:spAutoFit/>
              </a:bodyPr>
              <a:lstStyle/>
              <a:p>
                <a:pPr>
                  <a:defRPr sz="2000" b="0" i="0" u="none" strike="noStrike" kern="1200" baseline="0">
                    <a:solidFill>
                      <a:schemeClr val="bg1"/>
                    </a:solidFill>
                    <a:latin typeface="Impact" panose="020B0806030902050204" pitchFamily="34" charset="0"/>
                    <a:ea typeface="+mn-ea"/>
                    <a:cs typeface="+mn-cs"/>
                  </a:defRPr>
                </a:pPr>
                <a:endParaRPr lang="zh-CN"/>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Sheet1!$A$2:$A$6</c:f>
              <c:strCache>
                <c:ptCount val="5"/>
                <c:pt idx="0">
                  <c:v>第一季度</c:v>
                </c:pt>
                <c:pt idx="3">
                  <c:v>第二季度</c:v>
                </c:pt>
                <c:pt idx="4">
                  <c:v>第三季度</c:v>
                </c:pt>
              </c:strCache>
            </c:strRef>
          </c:cat>
          <c:val>
            <c:numRef>
              <c:f>Sheet1!$B$2:$B$6</c:f>
              <c:numCache>
                <c:formatCode>0%</c:formatCode>
                <c:ptCount val="5"/>
                <c:pt idx="0">
                  <c:v>0.33</c:v>
                </c:pt>
                <c:pt idx="1">
                  <c:v>0.27</c:v>
                </c:pt>
                <c:pt idx="2">
                  <c:v>0.12</c:v>
                </c:pt>
                <c:pt idx="3">
                  <c:v>0.2</c:v>
                </c:pt>
                <c:pt idx="4">
                  <c:v>0.08</c:v>
                </c:pt>
              </c:numCache>
            </c:numRef>
          </c:val>
          <c:extLst>
            <c:ext xmlns:c16="http://schemas.microsoft.com/office/drawing/2014/chart" uri="{C3380CC4-5D6E-409C-BE32-E72D297353CC}">
              <c16:uniqueId val="{0000000A-3085-4019-AFFD-21566B1080A0}"/>
            </c:ext>
          </c:extLst>
        </c:ser>
        <c:dLbls>
          <c:showLegendKey val="0"/>
          <c:showVal val="0"/>
          <c:showCatName val="0"/>
          <c:showSerName val="0"/>
          <c:showPercent val="0"/>
          <c:showBubbleSize val="0"/>
          <c:showLeaderLines val="1"/>
        </c:dLbls>
        <c:firstSliceAng val="0"/>
        <c:holeSize val="56"/>
      </c:doughnutChart>
      <c:spPr>
        <a:noFill/>
        <a:ln>
          <a:noFill/>
        </a:ln>
        <a:effectLst/>
      </c:spPr>
    </c:plotArea>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销售额</c:v>
                </c:pt>
              </c:strCache>
            </c:strRef>
          </c:tx>
          <c:dPt>
            <c:idx val="0"/>
            <c:bubble3D val="0"/>
            <c:spPr>
              <a:solidFill>
                <a:srgbClr val="4FACC2"/>
              </a:solidFill>
              <a:ln w="19050">
                <a:noFill/>
              </a:ln>
              <a:effectLst/>
            </c:spPr>
            <c:extLst>
              <c:ext xmlns:c16="http://schemas.microsoft.com/office/drawing/2014/chart" uri="{C3380CC4-5D6E-409C-BE32-E72D297353CC}">
                <c16:uniqueId val="{00000001-CC95-4B79-A763-82CB1DFCECCF}"/>
              </c:ext>
            </c:extLst>
          </c:dPt>
          <c:dPt>
            <c:idx val="1"/>
            <c:bubble3D val="0"/>
            <c:spPr>
              <a:solidFill>
                <a:srgbClr val="FF8900"/>
              </a:solidFill>
              <a:ln w="19050">
                <a:noFill/>
              </a:ln>
              <a:effectLst/>
            </c:spPr>
            <c:extLst>
              <c:ext xmlns:c16="http://schemas.microsoft.com/office/drawing/2014/chart" uri="{C3380CC4-5D6E-409C-BE32-E72D297353CC}">
                <c16:uniqueId val="{00000003-CC95-4B79-A763-82CB1DFCECCF}"/>
              </c:ext>
            </c:extLst>
          </c:dPt>
          <c:dPt>
            <c:idx val="2"/>
            <c:bubble3D val="0"/>
            <c:spPr>
              <a:solidFill>
                <a:srgbClr val="8F3540"/>
              </a:solidFill>
              <a:ln w="19050">
                <a:noFill/>
              </a:ln>
              <a:effectLst/>
            </c:spPr>
            <c:extLst>
              <c:ext xmlns:c16="http://schemas.microsoft.com/office/drawing/2014/chart" uri="{C3380CC4-5D6E-409C-BE32-E72D297353CC}">
                <c16:uniqueId val="{00000005-CC95-4B79-A763-82CB1DFCECCF}"/>
              </c:ext>
            </c:extLst>
          </c:dPt>
          <c:cat>
            <c:strRef>
              <c:f>Sheet1!$A$2:$A$4</c:f>
              <c:strCache>
                <c:ptCount val="3"/>
                <c:pt idx="0">
                  <c:v>第一季度</c:v>
                </c:pt>
                <c:pt idx="1">
                  <c:v>第二季度</c:v>
                </c:pt>
                <c:pt idx="2">
                  <c:v>第三季度</c:v>
                </c:pt>
              </c:strCache>
            </c:strRef>
          </c:cat>
          <c:val>
            <c:numRef>
              <c:f>Sheet1!$B$2:$B$4</c:f>
              <c:numCache>
                <c:formatCode>0%</c:formatCode>
                <c:ptCount val="3"/>
                <c:pt idx="0">
                  <c:v>0.68</c:v>
                </c:pt>
                <c:pt idx="1">
                  <c:v>0.2</c:v>
                </c:pt>
                <c:pt idx="2">
                  <c:v>0.12</c:v>
                </c:pt>
              </c:numCache>
            </c:numRef>
          </c:val>
          <c:extLst>
            <c:ext xmlns:c16="http://schemas.microsoft.com/office/drawing/2014/chart" uri="{C3380CC4-5D6E-409C-BE32-E72D297353CC}">
              <c16:uniqueId val="{00000006-CC95-4B79-A763-82CB1DFCECCF}"/>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销售额</c:v>
                </c:pt>
              </c:strCache>
            </c:strRef>
          </c:tx>
          <c:spPr>
            <a:ln>
              <a:noFill/>
            </a:ln>
          </c:spPr>
          <c:dPt>
            <c:idx val="0"/>
            <c:bubble3D val="0"/>
            <c:spPr>
              <a:solidFill>
                <a:srgbClr val="6D9834"/>
              </a:solidFill>
              <a:ln w="19050">
                <a:noFill/>
              </a:ln>
              <a:effectLst/>
            </c:spPr>
            <c:extLst>
              <c:ext xmlns:c16="http://schemas.microsoft.com/office/drawing/2014/chart" uri="{C3380CC4-5D6E-409C-BE32-E72D297353CC}">
                <c16:uniqueId val="{00000001-065D-4B2D-BF8A-64A7CBCF695D}"/>
              </c:ext>
            </c:extLst>
          </c:dPt>
          <c:dPt>
            <c:idx val="1"/>
            <c:bubble3D val="0"/>
            <c:spPr>
              <a:solidFill>
                <a:srgbClr val="747575"/>
              </a:solidFill>
              <a:ln w="19050">
                <a:noFill/>
              </a:ln>
              <a:effectLst/>
            </c:spPr>
            <c:extLst>
              <c:ext xmlns:c16="http://schemas.microsoft.com/office/drawing/2014/chart" uri="{C3380CC4-5D6E-409C-BE32-E72D297353CC}">
                <c16:uniqueId val="{00000003-065D-4B2D-BF8A-64A7CBCF695D}"/>
              </c:ext>
            </c:extLst>
          </c:dPt>
          <c:dPt>
            <c:idx val="2"/>
            <c:bubble3D val="0"/>
            <c:spPr>
              <a:solidFill>
                <a:srgbClr val="34A1C9"/>
              </a:solidFill>
              <a:ln w="19050">
                <a:noFill/>
              </a:ln>
              <a:effectLst/>
            </c:spPr>
            <c:extLst>
              <c:ext xmlns:c16="http://schemas.microsoft.com/office/drawing/2014/chart" uri="{C3380CC4-5D6E-409C-BE32-E72D297353CC}">
                <c16:uniqueId val="{00000005-065D-4B2D-BF8A-64A7CBCF695D}"/>
              </c:ext>
            </c:extLst>
          </c:dPt>
          <c:dPt>
            <c:idx val="3"/>
            <c:bubble3D val="0"/>
            <c:spPr>
              <a:solidFill>
                <a:srgbClr val="DA358D"/>
              </a:solidFill>
              <a:ln w="19050">
                <a:noFill/>
              </a:ln>
              <a:effectLst/>
            </c:spPr>
            <c:extLst>
              <c:ext xmlns:c16="http://schemas.microsoft.com/office/drawing/2014/chart" uri="{C3380CC4-5D6E-409C-BE32-E72D297353CC}">
                <c16:uniqueId val="{00000007-065D-4B2D-BF8A-64A7CBCF695D}"/>
              </c:ext>
            </c:extLst>
          </c:dPt>
          <c:dPt>
            <c:idx val="4"/>
            <c:bubble3D val="0"/>
            <c:spPr>
              <a:solidFill>
                <a:srgbClr val="F0B31E"/>
              </a:solidFill>
              <a:ln w="19050">
                <a:noFill/>
              </a:ln>
              <a:effectLst/>
            </c:spPr>
            <c:extLst>
              <c:ext xmlns:c16="http://schemas.microsoft.com/office/drawing/2014/chart" uri="{C3380CC4-5D6E-409C-BE32-E72D297353CC}">
                <c16:uniqueId val="{00000009-065D-4B2D-BF8A-64A7CBCF695D}"/>
              </c:ext>
            </c:extLst>
          </c:dPt>
          <c:dPt>
            <c:idx val="5"/>
            <c:bubble3D val="0"/>
            <c:spPr>
              <a:solidFill>
                <a:srgbClr val="7E2F80"/>
              </a:solidFill>
              <a:ln w="19050">
                <a:noFill/>
              </a:ln>
              <a:effectLst/>
            </c:spPr>
            <c:extLst>
              <c:ext xmlns:c16="http://schemas.microsoft.com/office/drawing/2014/chart" uri="{C3380CC4-5D6E-409C-BE32-E72D297353CC}">
                <c16:uniqueId val="{0000000B-065D-4B2D-BF8A-64A7CBCF695D}"/>
              </c:ext>
            </c:extLst>
          </c:dPt>
          <c:cat>
            <c:strRef>
              <c:f>Sheet1!$A$2:$A$7</c:f>
              <c:strCache>
                <c:ptCount val="6"/>
                <c:pt idx="0">
                  <c:v>第一季度</c:v>
                </c:pt>
                <c:pt idx="3">
                  <c:v>第二季度</c:v>
                </c:pt>
                <c:pt idx="4">
                  <c:v>第三季度</c:v>
                </c:pt>
                <c:pt idx="5">
                  <c:v>第四季度</c:v>
                </c:pt>
              </c:strCache>
            </c:strRef>
          </c:cat>
          <c:val>
            <c:numRef>
              <c:f>Sheet1!$B$2:$B$7</c:f>
              <c:numCache>
                <c:formatCode>0%</c:formatCode>
                <c:ptCount val="6"/>
                <c:pt idx="0">
                  <c:v>0.25</c:v>
                </c:pt>
                <c:pt idx="1">
                  <c:v>7.0000000000000007E-2</c:v>
                </c:pt>
                <c:pt idx="2">
                  <c:v>0.17</c:v>
                </c:pt>
                <c:pt idx="3">
                  <c:v>0.24</c:v>
                </c:pt>
                <c:pt idx="4">
                  <c:v>0.14000000000000001</c:v>
                </c:pt>
                <c:pt idx="5">
                  <c:v>0.13</c:v>
                </c:pt>
              </c:numCache>
            </c:numRef>
          </c:val>
          <c:extLst>
            <c:ext xmlns:c16="http://schemas.microsoft.com/office/drawing/2014/chart" uri="{C3380CC4-5D6E-409C-BE32-E72D297353CC}">
              <c16:uniqueId val="{0000000C-065D-4B2D-BF8A-64A7CBCF695D}"/>
            </c:ext>
          </c:extLst>
        </c:ser>
        <c:dLbls>
          <c:showLegendKey val="0"/>
          <c:showVal val="0"/>
          <c:showCatName val="0"/>
          <c:showSerName val="0"/>
          <c:showPercent val="0"/>
          <c:showBubbleSize val="0"/>
          <c:showLeaderLines val="1"/>
        </c:dLbls>
        <c:firstSliceAng val="0"/>
        <c:holeSize val="72"/>
      </c:doughnutChart>
      <c:spPr>
        <a:noFill/>
        <a:ln>
          <a:noFill/>
        </a:ln>
        <a:effectLst/>
      </c:spPr>
    </c:plotArea>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系列 1</c:v>
                </c:pt>
              </c:strCache>
            </c:strRef>
          </c:tx>
          <c:spPr>
            <a:ln w="38100" cap="rnd">
              <a:solidFill>
                <a:srgbClr val="8B343F"/>
              </a:solidFill>
              <a:round/>
            </a:ln>
            <a:effectLst/>
          </c:spPr>
          <c:marker>
            <c:symbol val="circle"/>
            <c:size val="5"/>
            <c:spPr>
              <a:solidFill>
                <a:schemeClr val="accent1"/>
              </a:solidFill>
              <a:ln w="101600">
                <a:solidFill>
                  <a:srgbClr val="8B343F"/>
                </a:solidFill>
              </a:ln>
              <a:effectLst/>
            </c:spPr>
          </c:marker>
          <c:cat>
            <c:strRef>
              <c:f>Sheet1!$A$2:$A$5</c:f>
              <c:strCache>
                <c:ptCount val="4"/>
                <c:pt idx="0">
                  <c:v>类别 1</c:v>
                </c:pt>
                <c:pt idx="1">
                  <c:v>类别 2</c:v>
                </c:pt>
                <c:pt idx="2">
                  <c:v>类别 3</c:v>
                </c:pt>
                <c:pt idx="3">
                  <c:v>类别 4</c:v>
                </c:pt>
              </c:strCache>
            </c:strRef>
          </c:cat>
          <c:val>
            <c:numRef>
              <c:f>Sheet1!$B$2:$B$5</c:f>
              <c:numCache>
                <c:formatCode>General</c:formatCode>
                <c:ptCount val="4"/>
                <c:pt idx="0">
                  <c:v>4.3</c:v>
                </c:pt>
                <c:pt idx="1">
                  <c:v>2.5</c:v>
                </c:pt>
                <c:pt idx="2">
                  <c:v>3.5</c:v>
                </c:pt>
                <c:pt idx="3">
                  <c:v>4.5</c:v>
                </c:pt>
              </c:numCache>
            </c:numRef>
          </c:val>
          <c:smooth val="0"/>
          <c:extLst>
            <c:ext xmlns:c16="http://schemas.microsoft.com/office/drawing/2014/chart" uri="{C3380CC4-5D6E-409C-BE32-E72D297353CC}">
              <c16:uniqueId val="{00000000-0B52-4137-8353-034CE32FB1EF}"/>
            </c:ext>
          </c:extLst>
        </c:ser>
        <c:ser>
          <c:idx val="1"/>
          <c:order val="1"/>
          <c:tx>
            <c:strRef>
              <c:f>Sheet1!$C$1</c:f>
              <c:strCache>
                <c:ptCount val="1"/>
                <c:pt idx="0">
                  <c:v>系列 2</c:v>
                </c:pt>
              </c:strCache>
            </c:strRef>
          </c:tx>
          <c:spPr>
            <a:ln w="63500" cap="rnd">
              <a:solidFill>
                <a:srgbClr val="003541"/>
              </a:solidFill>
              <a:round/>
            </a:ln>
            <a:effectLst/>
          </c:spPr>
          <c:marker>
            <c:symbol val="circle"/>
            <c:size val="5"/>
            <c:spPr>
              <a:solidFill>
                <a:schemeClr val="accent2"/>
              </a:solidFill>
              <a:ln w="155575">
                <a:solidFill>
                  <a:srgbClr val="00354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3200" b="0" i="0" u="none" strike="noStrike" kern="1200" baseline="0">
                    <a:solidFill>
                      <a:srgbClr val="003541"/>
                    </a:solidFill>
                    <a:latin typeface="Impact" panose="020B0806030902050204" pitchFamily="34" charset="0"/>
                    <a:ea typeface="+mn-ea"/>
                    <a:cs typeface="+mn-cs"/>
                  </a:defRPr>
                </a:pPr>
                <a:endParaRPr lang="zh-CN"/>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类别 1</c:v>
                </c:pt>
                <c:pt idx="1">
                  <c:v>类别 2</c:v>
                </c:pt>
                <c:pt idx="2">
                  <c:v>类别 3</c:v>
                </c:pt>
                <c:pt idx="3">
                  <c:v>类别 4</c:v>
                </c:pt>
              </c:strCache>
            </c:strRef>
          </c:cat>
          <c:val>
            <c:numRef>
              <c:f>Sheet1!$C$2:$C$5</c:f>
              <c:numCache>
                <c:formatCode>General</c:formatCode>
                <c:ptCount val="4"/>
                <c:pt idx="0">
                  <c:v>2.4</c:v>
                </c:pt>
                <c:pt idx="1">
                  <c:v>4.4000000000000004</c:v>
                </c:pt>
                <c:pt idx="2">
                  <c:v>1.8</c:v>
                </c:pt>
                <c:pt idx="3">
                  <c:v>2.8</c:v>
                </c:pt>
              </c:numCache>
            </c:numRef>
          </c:val>
          <c:smooth val="0"/>
          <c:extLst>
            <c:ext xmlns:c16="http://schemas.microsoft.com/office/drawing/2014/chart" uri="{C3380CC4-5D6E-409C-BE32-E72D297353CC}">
              <c16:uniqueId val="{00000001-0B52-4137-8353-034CE32FB1EF}"/>
            </c:ext>
          </c:extLst>
        </c:ser>
        <c:ser>
          <c:idx val="2"/>
          <c:order val="2"/>
          <c:tx>
            <c:strRef>
              <c:f>Sheet1!$D$1</c:f>
              <c:strCache>
                <c:ptCount val="1"/>
                <c:pt idx="0">
                  <c:v>系列 3</c:v>
                </c:pt>
              </c:strCache>
            </c:strRef>
          </c:tx>
          <c:spPr>
            <a:ln w="38100" cap="rnd">
              <a:solidFill>
                <a:srgbClr val="FF8700"/>
              </a:solidFill>
              <a:round/>
            </a:ln>
            <a:effectLst/>
          </c:spPr>
          <c:marker>
            <c:symbol val="circle"/>
            <c:size val="5"/>
            <c:spPr>
              <a:solidFill>
                <a:schemeClr val="accent3"/>
              </a:solidFill>
              <a:ln w="101600">
                <a:solidFill>
                  <a:srgbClr val="FF8700"/>
                </a:solidFill>
              </a:ln>
              <a:effectLst/>
            </c:spPr>
          </c:marker>
          <c:dLbls>
            <c:dLbl>
              <c:idx val="3"/>
              <c:dLblPos val="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0B52-4137-8353-034CE32FB1EF}"/>
                </c:ext>
              </c:extLst>
            </c:dLbl>
            <c:spPr>
              <a:noFill/>
              <a:ln>
                <a:noFill/>
              </a:ln>
              <a:effectLst/>
            </c:spPr>
            <c:txPr>
              <a:bodyPr rot="0" spcFirstLastPara="1" vertOverflow="ellipsis" vert="horz" wrap="square" lIns="38100" tIns="19050" rIns="38100" bIns="19050" anchor="ctr" anchorCtr="1">
                <a:spAutoFit/>
              </a:bodyPr>
              <a:lstStyle/>
              <a:p>
                <a:pPr>
                  <a:defRPr sz="2800" b="0" i="0" u="none" strike="noStrike" kern="1200" baseline="0">
                    <a:solidFill>
                      <a:srgbClr val="FF8700"/>
                    </a:solidFill>
                    <a:latin typeface="Impact" panose="020B0806030902050204" pitchFamily="34" charset="0"/>
                    <a:ea typeface="+mn-ea"/>
                    <a:cs typeface="+mn-cs"/>
                  </a:defRPr>
                </a:pPr>
                <a:endParaRPr lang="zh-CN"/>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类别 1</c:v>
                </c:pt>
                <c:pt idx="1">
                  <c:v>类别 2</c:v>
                </c:pt>
                <c:pt idx="2">
                  <c:v>类别 3</c:v>
                </c:pt>
                <c:pt idx="3">
                  <c:v>类别 4</c:v>
                </c:pt>
              </c:strCache>
            </c:strRef>
          </c:cat>
          <c:val>
            <c:numRef>
              <c:f>Sheet1!$D$2:$D$5</c:f>
              <c:numCache>
                <c:formatCode>General</c:formatCode>
                <c:ptCount val="4"/>
                <c:pt idx="0">
                  <c:v>2</c:v>
                </c:pt>
                <c:pt idx="1">
                  <c:v>2</c:v>
                </c:pt>
                <c:pt idx="2">
                  <c:v>3</c:v>
                </c:pt>
                <c:pt idx="3">
                  <c:v>5</c:v>
                </c:pt>
              </c:numCache>
            </c:numRef>
          </c:val>
          <c:smooth val="0"/>
          <c:extLst>
            <c:ext xmlns:c16="http://schemas.microsoft.com/office/drawing/2014/chart" uri="{C3380CC4-5D6E-409C-BE32-E72D297353CC}">
              <c16:uniqueId val="{00000003-0B52-4137-8353-034CE32FB1EF}"/>
            </c:ext>
          </c:extLst>
        </c:ser>
        <c:dLbls>
          <c:showLegendKey val="0"/>
          <c:showVal val="0"/>
          <c:showCatName val="0"/>
          <c:showSerName val="0"/>
          <c:showPercent val="0"/>
          <c:showBubbleSize val="0"/>
        </c:dLbls>
        <c:marker val="1"/>
        <c:smooth val="0"/>
        <c:axId val="-958912048"/>
        <c:axId val="-958932176"/>
      </c:lineChart>
      <c:catAx>
        <c:axId val="-958912048"/>
        <c:scaling>
          <c:orientation val="minMax"/>
        </c:scaling>
        <c:delete val="0"/>
        <c:axPos val="b"/>
        <c:majorGridlines>
          <c:spPr>
            <a:ln w="9525" cap="flat" cmpd="sng" algn="ctr">
              <a:solidFill>
                <a:schemeClr val="bg1">
                  <a:lumMod val="75000"/>
                </a:schemeClr>
              </a:solidFill>
              <a:prstDash val="lgDash"/>
              <a:round/>
            </a:ln>
            <a:effectLst/>
          </c:spPr>
        </c:majorGridlines>
        <c:numFmt formatCode="General" sourceLinked="1"/>
        <c:majorTickMark val="out"/>
        <c:minorTickMark val="none"/>
        <c:tickLblPos val="nextTo"/>
        <c:spPr>
          <a:noFill/>
          <a:ln w="9525" cap="flat" cmpd="sng" algn="ctr">
            <a:solidFill>
              <a:schemeClr val="bg1">
                <a:lumMod val="75000"/>
              </a:schemeClr>
            </a:solidFill>
            <a:prstDash val="lgDash"/>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zh-CN"/>
          </a:p>
        </c:txPr>
        <c:crossAx val="-958932176"/>
        <c:crosses val="autoZero"/>
        <c:auto val="1"/>
        <c:lblAlgn val="ctr"/>
        <c:lblOffset val="100"/>
        <c:noMultiLvlLbl val="0"/>
      </c:catAx>
      <c:valAx>
        <c:axId val="-958932176"/>
        <c:scaling>
          <c:orientation val="minMax"/>
        </c:scaling>
        <c:delete val="1"/>
        <c:axPos val="l"/>
        <c:majorGridlines>
          <c:spPr>
            <a:ln w="9525" cap="flat" cmpd="sng" algn="ctr">
              <a:solidFill>
                <a:schemeClr val="bg1">
                  <a:lumMod val="75000"/>
                </a:schemeClr>
              </a:solidFill>
              <a:prstDash val="lgDash"/>
              <a:round/>
            </a:ln>
            <a:effectLst/>
          </c:spPr>
        </c:majorGridlines>
        <c:numFmt formatCode="General" sourceLinked="1"/>
        <c:majorTickMark val="out"/>
        <c:minorTickMark val="none"/>
        <c:tickLblPos val="nextTo"/>
        <c:crossAx val="-958912048"/>
        <c:crosses val="autoZero"/>
        <c:crossBetween val="between"/>
      </c:valAx>
      <c:spPr>
        <a:noFill/>
        <a:ln>
          <a:solidFill>
            <a:schemeClr val="bg1">
              <a:lumMod val="75000"/>
            </a:schemeClr>
          </a:solidFill>
        </a:ln>
        <a:effectLst/>
      </c:spPr>
    </c:plotArea>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系列 1</c:v>
                </c:pt>
              </c:strCache>
            </c:strRef>
          </c:tx>
          <c:spPr>
            <a:ln w="28575" cap="rnd">
              <a:solidFill>
                <a:srgbClr val="0070C0"/>
              </a:solidFill>
              <a:round/>
            </a:ln>
            <a:effectLst/>
          </c:spPr>
          <c:marker>
            <c:symbol val="circle"/>
            <c:size val="22"/>
            <c:spPr>
              <a:solidFill>
                <a:srgbClr val="00B0F0"/>
              </a:solidFill>
              <a:ln w="152400">
                <a:solidFill>
                  <a:srgbClr val="00B0F0"/>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chemeClr val="bg1"/>
                    </a:solidFill>
                    <a:latin typeface="+mn-lt"/>
                    <a:ea typeface="+mn-ea"/>
                    <a:cs typeface="+mn-cs"/>
                  </a:defRPr>
                </a:pPr>
                <a:endParaRPr lang="zh-CN"/>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errBars>
            <c:errDir val="y"/>
            <c:errBarType val="minus"/>
            <c:errValType val="percentage"/>
            <c:noEndCap val="0"/>
            <c:val val="100"/>
            <c:spPr>
              <a:noFill/>
              <a:ln w="57150" cap="flat" cmpd="sng" algn="ctr">
                <a:solidFill>
                  <a:schemeClr val="bg1">
                    <a:lumMod val="75000"/>
                    <a:alpha val="9000"/>
                  </a:schemeClr>
                </a:solidFill>
                <a:round/>
              </a:ln>
              <a:effectLst/>
            </c:spPr>
          </c:errBars>
          <c:cat>
            <c:numRef>
              <c:f>Sheet1!$A$2:$A$11</c:f>
              <c:numCache>
                <c:formatCode>General</c:formatCode>
                <c:ptCount val="10"/>
                <c:pt idx="0">
                  <c:v>2005</c:v>
                </c:pt>
                <c:pt idx="1">
                  <c:v>2006</c:v>
                </c:pt>
                <c:pt idx="2">
                  <c:v>2007</c:v>
                </c:pt>
                <c:pt idx="3">
                  <c:v>2008</c:v>
                </c:pt>
                <c:pt idx="4">
                  <c:v>2009</c:v>
                </c:pt>
                <c:pt idx="5">
                  <c:v>2010</c:v>
                </c:pt>
                <c:pt idx="6">
                  <c:v>2011</c:v>
                </c:pt>
                <c:pt idx="7">
                  <c:v>2012</c:v>
                </c:pt>
                <c:pt idx="8">
                  <c:v>2013</c:v>
                </c:pt>
                <c:pt idx="9">
                  <c:v>2014</c:v>
                </c:pt>
              </c:numCache>
            </c:numRef>
          </c:cat>
          <c:val>
            <c:numRef>
              <c:f>Sheet1!$B$2:$B$11</c:f>
              <c:numCache>
                <c:formatCode>General</c:formatCode>
                <c:ptCount val="10"/>
                <c:pt idx="0">
                  <c:v>4.3</c:v>
                </c:pt>
                <c:pt idx="1">
                  <c:v>2.5</c:v>
                </c:pt>
                <c:pt idx="2">
                  <c:v>3.5</c:v>
                </c:pt>
                <c:pt idx="3">
                  <c:v>4.5</c:v>
                </c:pt>
                <c:pt idx="4">
                  <c:v>2.7</c:v>
                </c:pt>
                <c:pt idx="5">
                  <c:v>3.6</c:v>
                </c:pt>
                <c:pt idx="6">
                  <c:v>5.8</c:v>
                </c:pt>
                <c:pt idx="7">
                  <c:v>4.9000000000000004</c:v>
                </c:pt>
                <c:pt idx="8">
                  <c:v>3.6</c:v>
                </c:pt>
                <c:pt idx="9">
                  <c:v>5.2</c:v>
                </c:pt>
              </c:numCache>
            </c:numRef>
          </c:val>
          <c:smooth val="0"/>
          <c:extLst>
            <c:ext xmlns:c16="http://schemas.microsoft.com/office/drawing/2014/chart" uri="{C3380CC4-5D6E-409C-BE32-E72D297353CC}">
              <c16:uniqueId val="{00000000-7463-4378-A808-17F3454113D6}"/>
            </c:ext>
          </c:extLst>
        </c:ser>
        <c:dLbls>
          <c:showLegendKey val="0"/>
          <c:showVal val="0"/>
          <c:showCatName val="0"/>
          <c:showSerName val="0"/>
          <c:showPercent val="0"/>
          <c:showBubbleSize val="0"/>
        </c:dLbls>
        <c:marker val="1"/>
        <c:smooth val="0"/>
        <c:axId val="-958933808"/>
        <c:axId val="-958931088"/>
      </c:lineChart>
      <c:catAx>
        <c:axId val="-958933808"/>
        <c:scaling>
          <c:orientation val="minMax"/>
        </c:scaling>
        <c:delete val="0"/>
        <c:axPos val="b"/>
        <c:majorGridlines>
          <c:spPr>
            <a:ln w="9525" cap="flat" cmpd="sng" algn="ctr">
              <a:solidFill>
                <a:schemeClr val="tx1">
                  <a:lumMod val="15000"/>
                  <a:lumOff val="85000"/>
                </a:schemeClr>
              </a:solidFill>
              <a:prstDash val="lgDash"/>
              <a:round/>
            </a:ln>
            <a:effectLst/>
          </c:spPr>
        </c:majorGridlines>
        <c:numFmt formatCode="General" sourceLinked="0"/>
        <c:majorTickMark val="none"/>
        <c:minorTickMark val="none"/>
        <c:tickLblPos val="nextTo"/>
        <c:spPr>
          <a:noFill/>
          <a:ln w="28575" cap="flat" cmpd="sng" algn="ctr">
            <a:solidFill>
              <a:srgbClr val="00B0F0"/>
            </a:solidFill>
            <a:round/>
          </a:ln>
          <a:effectLst/>
        </c:spPr>
        <c:txPr>
          <a:bodyPr rot="-60000000" spcFirstLastPara="1" vertOverflow="ellipsis" vert="horz" wrap="square" anchor="ctr" anchorCtr="1"/>
          <a:lstStyle/>
          <a:p>
            <a:pPr>
              <a:defRPr sz="2400" b="0" i="0" u="none" strike="noStrike" kern="1200" baseline="0">
                <a:solidFill>
                  <a:schemeClr val="tx1">
                    <a:lumMod val="65000"/>
                    <a:lumOff val="35000"/>
                  </a:schemeClr>
                </a:solidFill>
                <a:latin typeface="Impact" panose="020B0806030902050204" pitchFamily="34" charset="0"/>
                <a:ea typeface="+mn-ea"/>
                <a:cs typeface="+mn-cs"/>
              </a:defRPr>
            </a:pPr>
            <a:endParaRPr lang="zh-CN"/>
          </a:p>
        </c:txPr>
        <c:crossAx val="-958931088"/>
        <c:crosses val="autoZero"/>
        <c:auto val="1"/>
        <c:lblAlgn val="ctr"/>
        <c:lblOffset val="100"/>
        <c:noMultiLvlLbl val="0"/>
      </c:catAx>
      <c:valAx>
        <c:axId val="-958931088"/>
        <c:scaling>
          <c:orientation val="minMax"/>
        </c:scaling>
        <c:delete val="0"/>
        <c:axPos val="l"/>
        <c:majorGridlines>
          <c:spPr>
            <a:ln w="9525" cap="flat" cmpd="sng" algn="ctr">
              <a:solidFill>
                <a:schemeClr val="tx1">
                  <a:lumMod val="15000"/>
                  <a:lumOff val="85000"/>
                </a:schemeClr>
              </a:solidFill>
              <a:prstDash val="lgDash"/>
              <a:round/>
            </a:ln>
            <a:effectLst/>
          </c:spPr>
        </c:majorGridlines>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lumMod val="65000"/>
                    <a:lumOff val="35000"/>
                  </a:schemeClr>
                </a:solidFill>
                <a:latin typeface="Impact" panose="020B0806030902050204" pitchFamily="34" charset="0"/>
                <a:ea typeface="+mn-ea"/>
                <a:cs typeface="+mn-cs"/>
              </a:defRPr>
            </a:pPr>
            <a:endParaRPr lang="zh-CN"/>
          </a:p>
        </c:txPr>
        <c:crossAx val="-958933808"/>
        <c:crosses val="autoZero"/>
        <c:crossBetween val="midCat"/>
      </c:valAx>
      <c:spPr>
        <a:noFill/>
        <a:ln w="25400">
          <a:noFill/>
        </a:ln>
        <a:effectLst/>
      </c:spPr>
    </c:plotArea>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areaChart>
        <c:grouping val="standard"/>
        <c:varyColors val="0"/>
        <c:ser>
          <c:idx val="0"/>
          <c:order val="0"/>
          <c:tx>
            <c:strRef>
              <c:f>Sheet1!$B$1</c:f>
              <c:strCache>
                <c:ptCount val="1"/>
                <c:pt idx="0">
                  <c:v>产品一</c:v>
                </c:pt>
              </c:strCache>
            </c:strRef>
          </c:tx>
          <c:spPr>
            <a:solidFill>
              <a:srgbClr val="028AE9"/>
            </a:solidFill>
            <a:ln>
              <a:noFill/>
            </a:ln>
            <a:effectLst/>
          </c:spPr>
          <c:cat>
            <c:strRef>
              <c:f>Sheet1!$A$2:$A$8</c:f>
              <c:strCache>
                <c:ptCount val="7"/>
                <c:pt idx="0">
                  <c:v>一月</c:v>
                </c:pt>
                <c:pt idx="1">
                  <c:v>二月</c:v>
                </c:pt>
                <c:pt idx="2">
                  <c:v>三月</c:v>
                </c:pt>
                <c:pt idx="3">
                  <c:v>四月</c:v>
                </c:pt>
                <c:pt idx="4">
                  <c:v>五月</c:v>
                </c:pt>
                <c:pt idx="5">
                  <c:v>六月</c:v>
                </c:pt>
                <c:pt idx="6">
                  <c:v>七月</c:v>
                </c:pt>
              </c:strCache>
            </c:strRef>
          </c:cat>
          <c:val>
            <c:numRef>
              <c:f>Sheet1!$B$2:$B$8</c:f>
              <c:numCache>
                <c:formatCode>General</c:formatCode>
                <c:ptCount val="7"/>
                <c:pt idx="0">
                  <c:v>78</c:v>
                </c:pt>
                <c:pt idx="1">
                  <c:v>80</c:v>
                </c:pt>
                <c:pt idx="2">
                  <c:v>90</c:v>
                </c:pt>
                <c:pt idx="3">
                  <c:v>77</c:v>
                </c:pt>
                <c:pt idx="4">
                  <c:v>63</c:v>
                </c:pt>
                <c:pt idx="5">
                  <c:v>99</c:v>
                </c:pt>
                <c:pt idx="6">
                  <c:v>120</c:v>
                </c:pt>
              </c:numCache>
            </c:numRef>
          </c:val>
          <c:extLst>
            <c:ext xmlns:c16="http://schemas.microsoft.com/office/drawing/2014/chart" uri="{C3380CC4-5D6E-409C-BE32-E72D297353CC}">
              <c16:uniqueId val="{00000000-0047-4794-BE18-CE503F632CAF}"/>
            </c:ext>
          </c:extLst>
        </c:ser>
        <c:ser>
          <c:idx val="1"/>
          <c:order val="1"/>
          <c:tx>
            <c:strRef>
              <c:f>Sheet1!$C$1</c:f>
              <c:strCache>
                <c:ptCount val="1"/>
                <c:pt idx="0">
                  <c:v>产品二</c:v>
                </c:pt>
              </c:strCache>
            </c:strRef>
          </c:tx>
          <c:spPr>
            <a:solidFill>
              <a:srgbClr val="EC7064"/>
            </a:solidFill>
            <a:ln w="76200">
              <a:noFill/>
            </a:ln>
            <a:effectLst>
              <a:outerShdw blurRad="139700" dist="63500" dir="13500000" algn="br" rotWithShape="0">
                <a:prstClr val="black">
                  <a:alpha val="32000"/>
                </a:prstClr>
              </a:outerShdw>
            </a:effectLst>
          </c:spPr>
          <c:cat>
            <c:strRef>
              <c:f>Sheet1!$A$2:$A$8</c:f>
              <c:strCache>
                <c:ptCount val="7"/>
                <c:pt idx="0">
                  <c:v>一月</c:v>
                </c:pt>
                <c:pt idx="1">
                  <c:v>二月</c:v>
                </c:pt>
                <c:pt idx="2">
                  <c:v>三月</c:v>
                </c:pt>
                <c:pt idx="3">
                  <c:v>四月</c:v>
                </c:pt>
                <c:pt idx="4">
                  <c:v>五月</c:v>
                </c:pt>
                <c:pt idx="5">
                  <c:v>六月</c:v>
                </c:pt>
                <c:pt idx="6">
                  <c:v>七月</c:v>
                </c:pt>
              </c:strCache>
            </c:strRef>
          </c:cat>
          <c:val>
            <c:numRef>
              <c:f>Sheet1!$C$2:$C$8</c:f>
              <c:numCache>
                <c:formatCode>General</c:formatCode>
                <c:ptCount val="7"/>
                <c:pt idx="0">
                  <c:v>45</c:v>
                </c:pt>
                <c:pt idx="1">
                  <c:v>55</c:v>
                </c:pt>
                <c:pt idx="2">
                  <c:v>60</c:v>
                </c:pt>
                <c:pt idx="3">
                  <c:v>22</c:v>
                </c:pt>
                <c:pt idx="4">
                  <c:v>34</c:v>
                </c:pt>
                <c:pt idx="5">
                  <c:v>67</c:v>
                </c:pt>
                <c:pt idx="6">
                  <c:v>87</c:v>
                </c:pt>
              </c:numCache>
            </c:numRef>
          </c:val>
          <c:extLst>
            <c:ext xmlns:c16="http://schemas.microsoft.com/office/drawing/2014/chart" uri="{C3380CC4-5D6E-409C-BE32-E72D297353CC}">
              <c16:uniqueId val="{00000001-0047-4794-BE18-CE503F632CAF}"/>
            </c:ext>
          </c:extLst>
        </c:ser>
        <c:dLbls>
          <c:showLegendKey val="0"/>
          <c:showVal val="0"/>
          <c:showCatName val="0"/>
          <c:showSerName val="0"/>
          <c:showPercent val="0"/>
          <c:showBubbleSize val="0"/>
        </c:dLbls>
        <c:axId val="-958930000"/>
        <c:axId val="-958926736"/>
      </c:areaChart>
      <c:lineChart>
        <c:grouping val="standard"/>
        <c:varyColors val="0"/>
        <c:ser>
          <c:idx val="2"/>
          <c:order val="2"/>
          <c:tx>
            <c:strRef>
              <c:f>Sheet1!$D$1</c:f>
              <c:strCache>
                <c:ptCount val="1"/>
                <c:pt idx="0">
                  <c:v>产品一2</c:v>
                </c:pt>
              </c:strCache>
            </c:strRef>
          </c:tx>
          <c:spPr>
            <a:ln w="63500" cap="rnd">
              <a:noFill/>
              <a:round/>
            </a:ln>
            <a:effectLst>
              <a:outerShdw blurRad="139700" dist="63500" dir="13500000" algn="br" rotWithShape="0">
                <a:prstClr val="black">
                  <a:alpha val="32000"/>
                </a:prstClr>
              </a:outerShdw>
            </a:effectLst>
          </c:spPr>
          <c:marker>
            <c:symbol val="circle"/>
            <c:size val="30"/>
            <c:spPr>
              <a:solidFill>
                <a:srgbClr val="028AE9"/>
              </a:solidFill>
              <a:ln w="79375">
                <a:solidFill>
                  <a:schemeClr val="bg1"/>
                </a:solidFill>
              </a:ln>
              <a:effectLst>
                <a:outerShdw blurRad="139700" dist="63500" dir="13500000" algn="br" rotWithShape="0">
                  <a:prstClr val="black">
                    <a:alpha val="32000"/>
                  </a:prstClr>
                </a:outerShdw>
              </a:effectLst>
            </c:spPr>
          </c:marker>
          <c:dLbls>
            <c:spPr>
              <a:noFill/>
              <a:ln>
                <a:noFill/>
              </a:ln>
              <a:effectLst/>
            </c:spPr>
            <c:txPr>
              <a:bodyPr rot="0" spcFirstLastPara="1" vertOverflow="ellipsis" vert="horz" wrap="square" lIns="38100" tIns="19050" rIns="38100" bIns="19050" anchor="ctr" anchorCtr="1">
                <a:spAutoFit/>
              </a:bodyPr>
              <a:lstStyle/>
              <a:p>
                <a:pPr>
                  <a:defRPr sz="3200" b="0" i="0" u="none" strike="noStrike" kern="1200" baseline="0">
                    <a:solidFill>
                      <a:schemeClr val="tx1">
                        <a:lumMod val="65000"/>
                        <a:lumOff val="35000"/>
                      </a:schemeClr>
                    </a:solidFill>
                    <a:latin typeface="Impact" panose="020B0806030902050204" pitchFamily="34" charset="0"/>
                    <a:ea typeface="+mn-ea"/>
                    <a:cs typeface="+mn-cs"/>
                  </a:defRPr>
                </a:pPr>
                <a:endParaRPr lang="zh-CN"/>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一月</c:v>
                </c:pt>
                <c:pt idx="1">
                  <c:v>二月</c:v>
                </c:pt>
                <c:pt idx="2">
                  <c:v>三月</c:v>
                </c:pt>
                <c:pt idx="3">
                  <c:v>四月</c:v>
                </c:pt>
                <c:pt idx="4">
                  <c:v>五月</c:v>
                </c:pt>
                <c:pt idx="5">
                  <c:v>六月</c:v>
                </c:pt>
                <c:pt idx="6">
                  <c:v>七月</c:v>
                </c:pt>
              </c:strCache>
            </c:strRef>
          </c:cat>
          <c:val>
            <c:numRef>
              <c:f>Sheet1!$D$2:$D$8</c:f>
              <c:numCache>
                <c:formatCode>General</c:formatCode>
                <c:ptCount val="7"/>
                <c:pt idx="0">
                  <c:v>78</c:v>
                </c:pt>
                <c:pt idx="1">
                  <c:v>80</c:v>
                </c:pt>
                <c:pt idx="2">
                  <c:v>90</c:v>
                </c:pt>
                <c:pt idx="3">
                  <c:v>77</c:v>
                </c:pt>
                <c:pt idx="4">
                  <c:v>63</c:v>
                </c:pt>
                <c:pt idx="5">
                  <c:v>99</c:v>
                </c:pt>
                <c:pt idx="6">
                  <c:v>120</c:v>
                </c:pt>
              </c:numCache>
            </c:numRef>
          </c:val>
          <c:smooth val="0"/>
          <c:extLst>
            <c:ext xmlns:c16="http://schemas.microsoft.com/office/drawing/2014/chart" uri="{C3380CC4-5D6E-409C-BE32-E72D297353CC}">
              <c16:uniqueId val="{00000002-0047-4794-BE18-CE503F632CAF}"/>
            </c:ext>
          </c:extLst>
        </c:ser>
        <c:ser>
          <c:idx val="3"/>
          <c:order val="3"/>
          <c:tx>
            <c:strRef>
              <c:f>Sheet1!$E$1</c:f>
              <c:strCache>
                <c:ptCount val="1"/>
                <c:pt idx="0">
                  <c:v>产品二-2</c:v>
                </c:pt>
              </c:strCache>
            </c:strRef>
          </c:tx>
          <c:spPr>
            <a:ln w="25400" cap="rnd">
              <a:noFill/>
              <a:round/>
            </a:ln>
            <a:effectLst>
              <a:outerShdw blurRad="139700" dist="63500" dir="13500000" algn="br" rotWithShape="0">
                <a:prstClr val="black">
                  <a:alpha val="32000"/>
                </a:prstClr>
              </a:outerShdw>
            </a:effectLst>
          </c:spPr>
          <c:marker>
            <c:symbol val="circle"/>
            <c:size val="24"/>
            <c:spPr>
              <a:solidFill>
                <a:srgbClr val="EC7064"/>
              </a:solidFill>
              <a:ln w="69850">
                <a:solidFill>
                  <a:schemeClr val="bg1"/>
                </a:solidFill>
              </a:ln>
              <a:effectLst>
                <a:outerShdw blurRad="139700" dist="63500" dir="13500000" algn="br" rotWithShape="0">
                  <a:prstClr val="black">
                    <a:alpha val="32000"/>
                  </a:prstClr>
                </a:outerShdw>
              </a:effectLst>
            </c:spPr>
          </c:marker>
          <c:dLbls>
            <c:dLbl>
              <c:idx val="0"/>
              <c:layout>
                <c:manualLayout>
                  <c:x val="-2.6193903930807299E-3"/>
                  <c:y val="7.4661425097664894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0047-4794-BE18-CE503F632CAF}"/>
                </c:ext>
              </c:extLst>
            </c:dLbl>
            <c:dLbl>
              <c:idx val="6"/>
              <c:layout>
                <c:manualLayout>
                  <c:x val="-5.8006755076773102E-2"/>
                  <c:y val="6.9458095786327501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0047-4794-BE18-CE503F632CAF}"/>
                </c:ext>
              </c:extLst>
            </c:dLbl>
            <c:spPr>
              <a:noFill/>
              <a:ln>
                <a:noFill/>
              </a:ln>
              <a:effectLst/>
            </c:spPr>
            <c:txPr>
              <a:bodyPr rot="0" spcFirstLastPara="1" vertOverflow="ellipsis" vert="horz" wrap="square" lIns="38100" tIns="19050" rIns="38100" bIns="19050" anchor="ctr" anchorCtr="1">
                <a:spAutoFit/>
              </a:bodyPr>
              <a:lstStyle/>
              <a:p>
                <a:pPr>
                  <a:defRPr sz="2000" b="0" i="0" u="none" strike="noStrike" kern="1200" baseline="0">
                    <a:solidFill>
                      <a:schemeClr val="bg1"/>
                    </a:solidFill>
                    <a:latin typeface="Impact" panose="020B0806030902050204" pitchFamily="34" charset="0"/>
                    <a:ea typeface="+mn-ea"/>
                    <a:cs typeface="+mn-cs"/>
                  </a:defRPr>
                </a:pPr>
                <a:endParaRPr lang="zh-CN"/>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一月</c:v>
                </c:pt>
                <c:pt idx="1">
                  <c:v>二月</c:v>
                </c:pt>
                <c:pt idx="2">
                  <c:v>三月</c:v>
                </c:pt>
                <c:pt idx="3">
                  <c:v>四月</c:v>
                </c:pt>
                <c:pt idx="4">
                  <c:v>五月</c:v>
                </c:pt>
                <c:pt idx="5">
                  <c:v>六月</c:v>
                </c:pt>
                <c:pt idx="6">
                  <c:v>七月</c:v>
                </c:pt>
              </c:strCache>
            </c:strRef>
          </c:cat>
          <c:val>
            <c:numRef>
              <c:f>Sheet1!$E$2:$E$8</c:f>
              <c:numCache>
                <c:formatCode>General</c:formatCode>
                <c:ptCount val="7"/>
                <c:pt idx="0">
                  <c:v>45</c:v>
                </c:pt>
                <c:pt idx="1">
                  <c:v>55</c:v>
                </c:pt>
                <c:pt idx="2">
                  <c:v>60</c:v>
                </c:pt>
                <c:pt idx="3">
                  <c:v>22</c:v>
                </c:pt>
                <c:pt idx="4">
                  <c:v>34</c:v>
                </c:pt>
                <c:pt idx="5">
                  <c:v>67</c:v>
                </c:pt>
                <c:pt idx="6">
                  <c:v>87</c:v>
                </c:pt>
              </c:numCache>
            </c:numRef>
          </c:val>
          <c:smooth val="0"/>
          <c:extLst>
            <c:ext xmlns:c16="http://schemas.microsoft.com/office/drawing/2014/chart" uri="{C3380CC4-5D6E-409C-BE32-E72D297353CC}">
              <c16:uniqueId val="{00000005-0047-4794-BE18-CE503F632CAF}"/>
            </c:ext>
          </c:extLst>
        </c:ser>
        <c:dLbls>
          <c:showLegendKey val="0"/>
          <c:showVal val="0"/>
          <c:showCatName val="0"/>
          <c:showSerName val="0"/>
          <c:showPercent val="0"/>
          <c:showBubbleSize val="0"/>
        </c:dLbls>
        <c:marker val="1"/>
        <c:smooth val="0"/>
        <c:axId val="-958930000"/>
        <c:axId val="-958926736"/>
      </c:lineChart>
      <c:catAx>
        <c:axId val="-95893000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lumMod val="65000"/>
                    <a:lumOff val="35000"/>
                  </a:schemeClr>
                </a:solidFill>
                <a:latin typeface="微软雅黑" panose="020B0503020204020204" pitchFamily="34" charset="-122"/>
                <a:ea typeface="微软雅黑" panose="020B0503020204020204" pitchFamily="34" charset="-122"/>
                <a:cs typeface="+mn-cs"/>
              </a:defRPr>
            </a:pPr>
            <a:endParaRPr lang="zh-CN"/>
          </a:p>
        </c:txPr>
        <c:crossAx val="-958926736"/>
        <c:crosses val="autoZero"/>
        <c:auto val="1"/>
        <c:lblAlgn val="ctr"/>
        <c:lblOffset val="100"/>
        <c:noMultiLvlLbl val="0"/>
      </c:catAx>
      <c:valAx>
        <c:axId val="-958926736"/>
        <c:scaling>
          <c:orientation val="minMax"/>
        </c:scaling>
        <c:delete val="1"/>
        <c:axPos val="l"/>
        <c:numFmt formatCode="General" sourceLinked="1"/>
        <c:majorTickMark val="out"/>
        <c:minorTickMark val="none"/>
        <c:tickLblPos val="nextTo"/>
        <c:crossAx val="-958930000"/>
        <c:crosses val="autoZero"/>
        <c:crossBetween val="between"/>
      </c:valAx>
      <c:spPr>
        <a:noFill/>
        <a:ln w="25400">
          <a:noFill/>
        </a:ln>
        <a:effectLst/>
      </c:spPr>
    </c:plotArea>
    <c:plotVisOnly val="1"/>
    <c:dispBlanksAs val="zero"/>
    <c:showDLblsOverMax val="0"/>
  </c:chart>
  <c:spPr>
    <a:noFill/>
    <a:ln>
      <a:noFill/>
    </a:ln>
    <a:effectLst/>
  </c:spPr>
  <c:txPr>
    <a:bodyPr/>
    <a:lstStyle/>
    <a:p>
      <a:pPr>
        <a:defRPr/>
      </a:pPr>
      <a:endParaRPr lang="zh-CN"/>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nchor="ctr" anchorCtr="0"/>
          <a:lstStyle/>
          <a:p>
            <a:pPr>
              <a:defRPr sz="4000"/>
            </a:pPr>
            <a:r>
              <a:rPr lang="en-US" altLang="zh-CN" sz="5400" b="0" dirty="0">
                <a:solidFill>
                  <a:schemeClr val="tx1">
                    <a:lumMod val="65000"/>
                    <a:lumOff val="35000"/>
                  </a:schemeClr>
                </a:solidFill>
                <a:latin typeface="Impact" panose="020B0806030902050204" pitchFamily="34" charset="0"/>
              </a:rPr>
              <a:t>60</a:t>
            </a:r>
          </a:p>
        </c:rich>
      </c:tx>
      <c:layout>
        <c:manualLayout>
          <c:xMode val="edge"/>
          <c:yMode val="edge"/>
          <c:x val="0.43603325742286803"/>
          <c:y val="0.77816470899302304"/>
        </c:manualLayout>
      </c:layout>
      <c:overlay val="1"/>
    </c:title>
    <c:autoTitleDeleted val="0"/>
    <c:plotArea>
      <c:layout/>
      <c:pieChart>
        <c:varyColors val="1"/>
        <c:ser>
          <c:idx val="0"/>
          <c:order val="0"/>
          <c:tx>
            <c:strRef>
              <c:f>Feuil1!$C$3</c:f>
              <c:strCache>
                <c:ptCount val="1"/>
                <c:pt idx="0">
                  <c:v>60</c:v>
                </c:pt>
              </c:strCache>
            </c:strRef>
          </c:tx>
          <c:spPr>
            <a:noFill/>
          </c:spPr>
          <c:dPt>
            <c:idx val="0"/>
            <c:bubble3D val="0"/>
            <c:extLst>
              <c:ext xmlns:c16="http://schemas.microsoft.com/office/drawing/2014/chart" uri="{C3380CC4-5D6E-409C-BE32-E72D297353CC}">
                <c16:uniqueId val="{00000000-52AD-4300-9029-A3F1A5EA0E1E}"/>
              </c:ext>
            </c:extLst>
          </c:dPt>
          <c:dPt>
            <c:idx val="1"/>
            <c:bubble3D val="0"/>
            <c:spPr>
              <a:solidFill>
                <a:schemeClr val="tx1">
                  <a:lumMod val="95000"/>
                  <a:lumOff val="5000"/>
                </a:schemeClr>
              </a:solidFill>
            </c:spPr>
            <c:extLst>
              <c:ext xmlns:c16="http://schemas.microsoft.com/office/drawing/2014/chart" uri="{C3380CC4-5D6E-409C-BE32-E72D297353CC}">
                <c16:uniqueId val="{00000002-52AD-4300-9029-A3F1A5EA0E1E}"/>
              </c:ext>
            </c:extLst>
          </c:dPt>
          <c:dPt>
            <c:idx val="3"/>
            <c:bubble3D val="0"/>
            <c:extLst>
              <c:ext xmlns:c16="http://schemas.microsoft.com/office/drawing/2014/chart" uri="{C3380CC4-5D6E-409C-BE32-E72D297353CC}">
                <c16:uniqueId val="{00000003-52AD-4300-9029-A3F1A5EA0E1E}"/>
              </c:ext>
            </c:extLst>
          </c:dPt>
          <c:cat>
            <c:numRef>
              <c:f>Feuil1!$B$4:$B$9</c:f>
              <c:numCache>
                <c:formatCode>General</c:formatCode>
                <c:ptCount val="6"/>
              </c:numCache>
            </c:numRef>
          </c:cat>
          <c:val>
            <c:numRef>
              <c:f>Feuil1!$C$4:$C$9</c:f>
              <c:numCache>
                <c:formatCode>0.00</c:formatCode>
                <c:ptCount val="6"/>
                <c:pt idx="0">
                  <c:v>45</c:v>
                </c:pt>
                <c:pt idx="1">
                  <c:v>1</c:v>
                </c:pt>
                <c:pt idx="2">
                  <c:v>9</c:v>
                </c:pt>
                <c:pt idx="3">
                  <c:v>10</c:v>
                </c:pt>
                <c:pt idx="4">
                  <c:v>10</c:v>
                </c:pt>
                <c:pt idx="5">
                  <c:v>25</c:v>
                </c:pt>
              </c:numCache>
            </c:numRef>
          </c:val>
          <c:extLst>
            <c:ext xmlns:c16="http://schemas.microsoft.com/office/drawing/2014/chart" uri="{C3380CC4-5D6E-409C-BE32-E72D297353CC}">
              <c16:uniqueId val="{00000004-52AD-4300-9029-A3F1A5EA0E1E}"/>
            </c:ext>
          </c:extLst>
        </c:ser>
        <c:dLbls>
          <c:showLegendKey val="0"/>
          <c:showVal val="0"/>
          <c:showCatName val="0"/>
          <c:showSerName val="0"/>
          <c:showPercent val="0"/>
          <c:showBubbleSize val="0"/>
          <c:showLeaderLines val="1"/>
        </c:dLbls>
        <c:firstSliceAng val="225"/>
      </c:pieChart>
    </c:plotArea>
    <c:plotVisOnly val="1"/>
    <c:dispBlanksAs val="gap"/>
    <c:showDLblsOverMax val="0"/>
  </c:chart>
  <c:txPr>
    <a:bodyPr/>
    <a:lstStyle/>
    <a:p>
      <a:pPr>
        <a:defRPr sz="1800"/>
      </a:pPr>
      <a:endParaRPr lang="zh-CN"/>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15">
  <cs:axisTitle>
    <cs:lnRef idx="0"/>
    <cs:fillRef idx="0"/>
    <cs:effectRef idx="0"/>
    <cs:fontRef idx="minor">
      <a:schemeClr val="tx1">
        <a:lumMod val="65000"/>
        <a:lumOff val="35000"/>
      </a:schemeClr>
    </cs:fontRef>
    <cs:defRPr sz="1197" kern="1200" cap="all"/>
  </cs:axisTitle>
  <cs:categoryAxis>
    <cs:lnRef idx="0"/>
    <cs:fillRef idx="0"/>
    <cs:effectRef idx="0"/>
    <cs:fontRef idx="minor">
      <a:schemeClr val="tx1">
        <a:lumMod val="65000"/>
        <a:lumOff val="35000"/>
      </a:schemeClr>
    </cs:fontRef>
    <cs:spPr>
      <a:ln w="15875" cap="flat" cmpd="sng" algn="ctr">
        <a:solidFill>
          <a:schemeClr val="tx1">
            <a:lumMod val="25000"/>
            <a:lumOff val="75000"/>
          </a:schemeClr>
        </a:solidFill>
        <a:round/>
      </a:ln>
    </cs:spPr>
    <cs:defRPr sz="1197" kern="1200" cap="none" spc="20" normalizeH="0" baseline="0"/>
  </cs:categoryAxis>
  <cs:chartArea mods="allowNoFillOverride allowNoLineOverride">
    <cs:lnRef idx="0"/>
    <cs:fillRef idx="0"/>
    <cs:effectRef idx="0"/>
    <cs:fontRef idx="minor">
      <a:schemeClr val="dk1"/>
    </cs:fontRef>
    <cs:spPr>
      <a:solidFill>
        <a:schemeClr val="lt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bg1"/>
    </cs:fontRef>
    <cs:spPr>
      <a:solidFill>
        <a:schemeClr val="tx1">
          <a:lumMod val="50000"/>
          <a:lumOff val="50000"/>
        </a:schemeClr>
      </a:solidFill>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alpha val="70000"/>
        </a:schemeClr>
      </a:solidFill>
    </cs:spPr>
  </cs:dataPoint>
  <cs:dataPoint3D>
    <cs:lnRef idx="0"/>
    <cs:fillRef idx="0">
      <cs:styleClr val="auto"/>
    </cs:fillRef>
    <cs:effectRef idx="0"/>
    <cs:fontRef idx="minor">
      <a:schemeClr val="dk1"/>
    </cs:fontRef>
    <cs:spPr>
      <a:solidFill>
        <a:schemeClr val="phClr">
          <a:alpha val="70000"/>
        </a:schemeClr>
      </a:solidFill>
    </cs:spPr>
  </cs:dataPoint3D>
  <cs:dataPointLine>
    <cs:lnRef idx="0">
      <cs:styleClr val="auto"/>
    </cs:lnRef>
    <cs:fillRef idx="0"/>
    <cs:effectRef idx="0"/>
    <cs:fontRef idx="minor">
      <a:schemeClr val="dk1"/>
    </cs:fontRef>
    <cs:spPr>
      <a:ln w="28575" cap="rnd">
        <a:solidFill>
          <a:schemeClr val="phClr">
            <a:alpha val="70000"/>
          </a:schemeClr>
        </a:solidFill>
        <a:round/>
      </a:ln>
    </cs:spPr>
  </cs:dataPointLine>
  <cs:dataPointMarker>
    <cs:lnRef idx="0"/>
    <cs:fillRef idx="0">
      <cs:styleClr val="auto"/>
    </cs:fillRef>
    <cs:effectRef idx="0"/>
    <cs:fontRef idx="minor">
      <a:schemeClr val="dk1"/>
    </cs:fontRef>
    <cs:spPr>
      <a:solidFill>
        <a:schemeClr val="phClr">
          <a:alpha val="70000"/>
        </a:schemeClr>
      </a:solidFill>
    </cs:spPr>
  </cs:dataPointMarker>
  <cs:dataPointMarkerLayout symbol="circle"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kern="1200"/>
  </cs:dataTable>
  <cs:downBar>
    <cs:lnRef idx="0"/>
    <cs:fillRef idx="0"/>
    <cs:effectRef idx="0"/>
    <cs:fontRef idx="minor">
      <a:schemeClr val="dk1"/>
    </cs:fontRef>
    <cs:spPr>
      <a:solidFill>
        <a:schemeClr val="dk1">
          <a:lumMod val="75000"/>
          <a:lumOff val="25000"/>
        </a:schemeClr>
      </a:solidFill>
      <a:ln w="9525">
        <a:solidFill>
          <a:schemeClr val="tx1">
            <a:lumMod val="65000"/>
            <a:lumOff val="35000"/>
          </a:schemeClr>
        </a:solidFill>
      </a:ln>
    </cs:spPr>
  </cs:downBar>
  <cs:dropLine>
    <cs:lnRef idx="0"/>
    <cs:fillRef idx="0"/>
    <cs:effectRef idx="0"/>
    <cs:fontRef idx="minor">
      <a:schemeClr val="dk1"/>
    </cs:fontRef>
    <cs:spPr>
      <a:ln w="9525">
        <a:solidFill>
          <a:schemeClr val="tx1">
            <a:lumMod val="35000"/>
            <a:lumOff val="65000"/>
          </a:schemeClr>
        </a:solidFill>
        <a:round/>
      </a:ln>
    </cs:spPr>
  </cs:dropLine>
  <cs:errorBar>
    <cs:lnRef idx="0"/>
    <cs:fillRef idx="0"/>
    <cs:effectRef idx="0"/>
    <cs:fontRef idx="minor">
      <a:schemeClr val="dk1"/>
    </cs:fontRef>
    <cs:spPr>
      <a:ln w="9525">
        <a:solidFill>
          <a:schemeClr val="tx1">
            <a:lumMod val="65000"/>
            <a:lumOff val="35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tx1">
            <a:lumMod val="5000"/>
            <a:lumOff val="95000"/>
          </a:schemeClr>
        </a:solidFill>
        <a:round/>
      </a:ln>
    </cs:spPr>
  </cs:gridlineMajor>
  <cs:gridlineMinor>
    <cs:lnRef idx="0"/>
    <cs:fillRef idx="0"/>
    <cs:effectRef idx="0"/>
    <cs:fontRef idx="minor">
      <a:schemeClr val="dk1"/>
    </cs:fontRef>
    <cs:spPr>
      <a:ln>
        <a:solidFill>
          <a:schemeClr val="tx1">
            <a:lumMod val="5000"/>
            <a:lumOff val="95000"/>
          </a:schemeClr>
        </a:solidFill>
      </a:ln>
    </cs:spPr>
  </cs:gridlineMinor>
  <cs:hiLoLine>
    <cs:lnRef idx="0"/>
    <cs:fillRef idx="0"/>
    <cs:effectRef idx="0"/>
    <cs:fontRef idx="minor">
      <a:schemeClr val="dk1"/>
    </cs:fontRef>
    <cs:spPr>
      <a:ln w="9525">
        <a:solidFill>
          <a:schemeClr val="tx1">
            <a:lumMod val="35000"/>
            <a:lumOff val="65000"/>
          </a:schemeClr>
        </a:solidFill>
        <a:round/>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1197" kern="1200" baseline="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dk1"/>
    </cs:fontRef>
    <cs:spPr>
      <a:ln w="9525">
        <a:solidFill>
          <a:schemeClr val="tx1">
            <a:lumMod val="35000"/>
            <a:lumOff val="65000"/>
          </a:schemeClr>
        </a:solidFill>
        <a:round/>
      </a:ln>
    </cs:spPr>
  </cs:seriesLine>
  <cs:title>
    <cs:lnRef idx="0"/>
    <cs:fillRef idx="0"/>
    <cs:effectRef idx="0"/>
    <cs:fontRef idx="major">
      <a:schemeClr val="tx1">
        <a:lumMod val="65000"/>
        <a:lumOff val="35000"/>
      </a:schemeClr>
    </cs:fontRef>
    <cs:defRPr sz="2128" b="0" i="0" kern="1200" cap="none" spc="50" normalizeH="0" baseline="0"/>
  </cs:title>
  <cs:trendline>
    <cs:lnRef idx="0">
      <cs:styleClr val="auto"/>
    </cs:lnRef>
    <cs:fillRef idx="0"/>
    <cs:effectRef idx="0"/>
    <cs:fontRef idx="minor">
      <a:schemeClr val="dk1"/>
    </cs:fontRef>
    <cs:spPr>
      <a:ln w="15875"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65000"/>
            <a:lumOff val="35000"/>
          </a:schemeClr>
        </a:solidFill>
      </a:ln>
    </cs:spPr>
  </cs:upBar>
  <cs:valueAxis>
    <cs:lnRef idx="0"/>
    <cs:fillRef idx="0"/>
    <cs:effectRef idx="0"/>
    <cs:fontRef idx="minor">
      <a:schemeClr val="tx1">
        <a:lumMod val="65000"/>
        <a:lumOff val="35000"/>
      </a:schemeClr>
    </cs:fontRef>
    <cs:defRPr sz="1197" kern="1200" spc="20" baseline="0"/>
  </cs:valueAxis>
  <cs:wall>
    <cs:lnRef idx="0"/>
    <cs:fillRef idx="0"/>
    <cs:effectRef idx="0"/>
    <cs:fontRef idx="minor">
      <a:schemeClr val="dk1"/>
    </cs:fontRef>
  </cs:wall>
</cs:chartStyle>
</file>

<file path=ppt/charts/style11.xml><?xml version="1.0" encoding="utf-8"?>
<cs:chartStyle xmlns:cs="http://schemas.microsoft.com/office/drawing/2012/chartStyle" xmlns:a="http://schemas.openxmlformats.org/drawingml/2006/main" id="215">
  <cs:axisTitle>
    <cs:lnRef idx="0"/>
    <cs:fillRef idx="0"/>
    <cs:effectRef idx="0"/>
    <cs:fontRef idx="minor">
      <a:schemeClr val="tx1">
        <a:lumMod val="65000"/>
        <a:lumOff val="35000"/>
      </a:schemeClr>
    </cs:fontRef>
    <cs:defRPr sz="1197" kern="1200" cap="all"/>
  </cs:axisTitle>
  <cs:categoryAxis>
    <cs:lnRef idx="0"/>
    <cs:fillRef idx="0"/>
    <cs:effectRef idx="0"/>
    <cs:fontRef idx="minor">
      <a:schemeClr val="tx1">
        <a:lumMod val="65000"/>
        <a:lumOff val="35000"/>
      </a:schemeClr>
    </cs:fontRef>
    <cs:spPr>
      <a:ln w="15875" cap="flat" cmpd="sng" algn="ctr">
        <a:solidFill>
          <a:schemeClr val="tx1">
            <a:lumMod val="25000"/>
            <a:lumOff val="75000"/>
          </a:schemeClr>
        </a:solidFill>
        <a:round/>
      </a:ln>
    </cs:spPr>
    <cs:defRPr sz="1197" kern="1200" cap="none" spc="20" normalizeH="0" baseline="0"/>
  </cs:categoryAxis>
  <cs:chartArea mods="allowNoFillOverride allowNoLineOverride">
    <cs:lnRef idx="0"/>
    <cs:fillRef idx="0"/>
    <cs:effectRef idx="0"/>
    <cs:fontRef idx="minor">
      <a:schemeClr val="dk1"/>
    </cs:fontRef>
    <cs:spPr>
      <a:solidFill>
        <a:schemeClr val="lt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bg1"/>
    </cs:fontRef>
    <cs:spPr>
      <a:solidFill>
        <a:schemeClr val="tx1">
          <a:lumMod val="50000"/>
          <a:lumOff val="50000"/>
        </a:schemeClr>
      </a:solidFill>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alpha val="70000"/>
        </a:schemeClr>
      </a:solidFill>
    </cs:spPr>
  </cs:dataPoint>
  <cs:dataPoint3D>
    <cs:lnRef idx="0"/>
    <cs:fillRef idx="0">
      <cs:styleClr val="auto"/>
    </cs:fillRef>
    <cs:effectRef idx="0"/>
    <cs:fontRef idx="minor">
      <a:schemeClr val="dk1"/>
    </cs:fontRef>
    <cs:spPr>
      <a:solidFill>
        <a:schemeClr val="phClr">
          <a:alpha val="70000"/>
        </a:schemeClr>
      </a:solidFill>
    </cs:spPr>
  </cs:dataPoint3D>
  <cs:dataPointLine>
    <cs:lnRef idx="0">
      <cs:styleClr val="auto"/>
    </cs:lnRef>
    <cs:fillRef idx="0"/>
    <cs:effectRef idx="0"/>
    <cs:fontRef idx="minor">
      <a:schemeClr val="dk1"/>
    </cs:fontRef>
    <cs:spPr>
      <a:ln w="28575" cap="rnd">
        <a:solidFill>
          <a:schemeClr val="phClr">
            <a:alpha val="70000"/>
          </a:schemeClr>
        </a:solidFill>
        <a:round/>
      </a:ln>
    </cs:spPr>
  </cs:dataPointLine>
  <cs:dataPointMarker>
    <cs:lnRef idx="0"/>
    <cs:fillRef idx="0">
      <cs:styleClr val="auto"/>
    </cs:fillRef>
    <cs:effectRef idx="0"/>
    <cs:fontRef idx="minor">
      <a:schemeClr val="dk1"/>
    </cs:fontRef>
    <cs:spPr>
      <a:solidFill>
        <a:schemeClr val="phClr">
          <a:alpha val="70000"/>
        </a:schemeClr>
      </a:solidFill>
    </cs:spPr>
  </cs:dataPointMarker>
  <cs:dataPointMarkerLayout symbol="circle"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kern="1200"/>
  </cs:dataTable>
  <cs:downBar>
    <cs:lnRef idx="0"/>
    <cs:fillRef idx="0"/>
    <cs:effectRef idx="0"/>
    <cs:fontRef idx="minor">
      <a:schemeClr val="dk1"/>
    </cs:fontRef>
    <cs:spPr>
      <a:solidFill>
        <a:schemeClr val="dk1">
          <a:lumMod val="75000"/>
          <a:lumOff val="25000"/>
        </a:schemeClr>
      </a:solidFill>
      <a:ln w="9525">
        <a:solidFill>
          <a:schemeClr val="tx1">
            <a:lumMod val="65000"/>
            <a:lumOff val="35000"/>
          </a:schemeClr>
        </a:solidFill>
      </a:ln>
    </cs:spPr>
  </cs:downBar>
  <cs:dropLine>
    <cs:lnRef idx="0"/>
    <cs:fillRef idx="0"/>
    <cs:effectRef idx="0"/>
    <cs:fontRef idx="minor">
      <a:schemeClr val="dk1"/>
    </cs:fontRef>
    <cs:spPr>
      <a:ln w="9525">
        <a:solidFill>
          <a:schemeClr val="tx1">
            <a:lumMod val="35000"/>
            <a:lumOff val="65000"/>
          </a:schemeClr>
        </a:solidFill>
        <a:round/>
      </a:ln>
    </cs:spPr>
  </cs:dropLine>
  <cs:errorBar>
    <cs:lnRef idx="0"/>
    <cs:fillRef idx="0"/>
    <cs:effectRef idx="0"/>
    <cs:fontRef idx="minor">
      <a:schemeClr val="dk1"/>
    </cs:fontRef>
    <cs:spPr>
      <a:ln w="9525">
        <a:solidFill>
          <a:schemeClr val="tx1">
            <a:lumMod val="65000"/>
            <a:lumOff val="35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tx1">
            <a:lumMod val="5000"/>
            <a:lumOff val="95000"/>
          </a:schemeClr>
        </a:solidFill>
        <a:round/>
      </a:ln>
    </cs:spPr>
  </cs:gridlineMajor>
  <cs:gridlineMinor>
    <cs:lnRef idx="0"/>
    <cs:fillRef idx="0"/>
    <cs:effectRef idx="0"/>
    <cs:fontRef idx="minor">
      <a:schemeClr val="dk1"/>
    </cs:fontRef>
    <cs:spPr>
      <a:ln>
        <a:solidFill>
          <a:schemeClr val="tx1">
            <a:lumMod val="5000"/>
            <a:lumOff val="95000"/>
          </a:schemeClr>
        </a:solidFill>
      </a:ln>
    </cs:spPr>
  </cs:gridlineMinor>
  <cs:hiLoLine>
    <cs:lnRef idx="0"/>
    <cs:fillRef idx="0"/>
    <cs:effectRef idx="0"/>
    <cs:fontRef idx="minor">
      <a:schemeClr val="dk1"/>
    </cs:fontRef>
    <cs:spPr>
      <a:ln w="9525">
        <a:solidFill>
          <a:schemeClr val="tx1">
            <a:lumMod val="35000"/>
            <a:lumOff val="65000"/>
          </a:schemeClr>
        </a:solidFill>
        <a:round/>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1197" kern="1200" baseline="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dk1"/>
    </cs:fontRef>
    <cs:spPr>
      <a:ln w="9525">
        <a:solidFill>
          <a:schemeClr val="tx1">
            <a:lumMod val="35000"/>
            <a:lumOff val="65000"/>
          </a:schemeClr>
        </a:solidFill>
        <a:round/>
      </a:ln>
    </cs:spPr>
  </cs:seriesLine>
  <cs:title>
    <cs:lnRef idx="0"/>
    <cs:fillRef idx="0"/>
    <cs:effectRef idx="0"/>
    <cs:fontRef idx="major">
      <a:schemeClr val="tx1">
        <a:lumMod val="65000"/>
        <a:lumOff val="35000"/>
      </a:schemeClr>
    </cs:fontRef>
    <cs:defRPr sz="2128" b="0" i="0" kern="1200" cap="none" spc="50" normalizeH="0" baseline="0"/>
  </cs:title>
  <cs:trendline>
    <cs:lnRef idx="0">
      <cs:styleClr val="auto"/>
    </cs:lnRef>
    <cs:fillRef idx="0"/>
    <cs:effectRef idx="0"/>
    <cs:fontRef idx="minor">
      <a:schemeClr val="dk1"/>
    </cs:fontRef>
    <cs:spPr>
      <a:ln w="15875"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65000"/>
            <a:lumOff val="35000"/>
          </a:schemeClr>
        </a:solidFill>
      </a:ln>
    </cs:spPr>
  </cs:upBar>
  <cs:valueAxis>
    <cs:lnRef idx="0"/>
    <cs:fillRef idx="0"/>
    <cs:effectRef idx="0"/>
    <cs:fontRef idx="minor">
      <a:schemeClr val="tx1">
        <a:lumMod val="65000"/>
        <a:lumOff val="35000"/>
      </a:schemeClr>
    </cs:fontRef>
    <cs:defRPr sz="1197" kern="1200" spc="20" baseline="0"/>
  </cs:valueAxis>
  <cs:wall>
    <cs:lnRef idx="0"/>
    <cs:fillRef idx="0"/>
    <cs:effectRef idx="0"/>
    <cs:fontRef idx="minor">
      <a:schemeClr val="dk1"/>
    </cs:fontRef>
  </cs:wall>
</cs:chartStyle>
</file>

<file path=ppt/charts/style12.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73DF2116-28E1-4102-9AF6-D89581D48556}" type="datetimeFigureOut">
              <a:rPr lang="zh-CN" altLang="en-US" smtClean="0"/>
              <a:t>2025/8/25</a:t>
            </a:fld>
            <a:endParaRPr lang="zh-CN" altLang="en-US"/>
          </a:p>
        </p:txBody>
      </p:sp>
      <p:sp>
        <p:nvSpPr>
          <p:cNvPr id="4" name="页脚占位符 3"/>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5" name="灯片编号占位符 4"/>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F013E158-3345-484C-B3AA-64FC7A9E4B26}" type="slidenum">
              <a:rPr lang="zh-CN" altLang="en-US" smtClean="0"/>
              <a:t>‹#›</a:t>
            </a:fld>
            <a:endParaRPr lang="zh-CN" altLang="en-US"/>
          </a:p>
        </p:txBody>
      </p:sp>
    </p:spTree>
    <p:extLst>
      <p:ext uri="{BB962C8B-B14F-4D97-AF65-F5344CB8AC3E}">
        <p14:creationId xmlns:p14="http://schemas.microsoft.com/office/powerpoint/2010/main" val="2441379216"/>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67763618-1814-46A1-AE52-70295F11C386}" type="datetimeFigureOut">
              <a:rPr lang="zh-CN" altLang="en-US" smtClean="0"/>
              <a:t>2025/8/25</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A4CB7435-BF1A-4315-8545-5359AA5D568B}" type="slidenum">
              <a:rPr lang="zh-CN" altLang="en-US" smtClean="0"/>
              <a:t>‹#›</a:t>
            </a:fld>
            <a:endParaRPr lang="zh-CN" altLang="en-US"/>
          </a:p>
        </p:txBody>
      </p:sp>
    </p:spTree>
    <p:extLst>
      <p:ext uri="{BB962C8B-B14F-4D97-AF65-F5344CB8AC3E}">
        <p14:creationId xmlns:p14="http://schemas.microsoft.com/office/powerpoint/2010/main" val="1466325701"/>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26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30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a:p>
        </p:txBody>
      </p:sp>
      <p:sp>
        <p:nvSpPr>
          <p:cNvPr id="4" name="幻灯片编号占位符 3"/>
          <p:cNvSpPr>
            <a:spLocks noGrp="1"/>
          </p:cNvSpPr>
          <p:nvPr>
            <p:ph type="sldNum" sz="quarter" idx="10"/>
          </p:nvPr>
        </p:nvSpPr>
        <p:spPr/>
        <p:txBody>
          <a:bodyPr/>
          <a:lstStyle/>
          <a:p>
            <a:fld id="{A4CB7435-BF1A-4315-8545-5359AA5D568B}" type="slidenum">
              <a:rPr lang="zh-CN" altLang="en-US" smtClean="0"/>
              <a:t>17</a:t>
            </a:fld>
            <a:endParaRPr lang="zh-CN" altLang="en-US"/>
          </a:p>
        </p:txBody>
      </p:sp>
    </p:spTree>
    <p:extLst>
      <p:ext uri="{BB962C8B-B14F-4D97-AF65-F5344CB8AC3E}">
        <p14:creationId xmlns:p14="http://schemas.microsoft.com/office/powerpoint/2010/main" val="10266836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452A2EFB-6695-429B-89A6-63679E002AAD}" type="slidenum">
              <a:rPr lang="zh-CN" altLang="en-US" smtClean="0">
                <a:solidFill>
                  <a:prstClr val="black"/>
                </a:solidFill>
              </a:rPr>
              <a:pPr/>
              <a:t>26</a:t>
            </a:fld>
            <a:endParaRPr lang="zh-CN" altLang="en-US">
              <a:solidFill>
                <a:prstClr val="black"/>
              </a:solidFill>
            </a:endParaRPr>
          </a:p>
        </p:txBody>
      </p:sp>
    </p:spTree>
    <p:extLst>
      <p:ext uri="{BB962C8B-B14F-4D97-AF65-F5344CB8AC3E}">
        <p14:creationId xmlns:p14="http://schemas.microsoft.com/office/powerpoint/2010/main" val="2116969294"/>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452A2EFB-6695-429B-89A6-63679E002AAD}" type="slidenum">
              <a:rPr lang="zh-CN" altLang="en-US" smtClean="0">
                <a:solidFill>
                  <a:prstClr val="black"/>
                </a:solidFill>
              </a:rPr>
              <a:pPr/>
              <a:t>89</a:t>
            </a:fld>
            <a:endParaRPr lang="zh-CN" altLang="en-US">
              <a:solidFill>
                <a:prstClr val="black"/>
              </a:solidFill>
            </a:endParaRPr>
          </a:p>
        </p:txBody>
      </p:sp>
    </p:spTree>
    <p:extLst>
      <p:ext uri="{BB962C8B-B14F-4D97-AF65-F5344CB8AC3E}">
        <p14:creationId xmlns:p14="http://schemas.microsoft.com/office/powerpoint/2010/main" val="31796646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452A2EFB-6695-429B-89A6-63679E002AAD}" type="slidenum">
              <a:rPr lang="zh-CN" altLang="en-US" smtClean="0">
                <a:solidFill>
                  <a:prstClr val="black"/>
                </a:solidFill>
              </a:rPr>
              <a:pPr/>
              <a:t>267</a:t>
            </a:fld>
            <a:endParaRPr lang="zh-CN" altLang="en-US">
              <a:solidFill>
                <a:prstClr val="black"/>
              </a:solidFill>
            </a:endParaRPr>
          </a:p>
        </p:txBody>
      </p:sp>
    </p:spTree>
    <p:extLst>
      <p:ext uri="{BB962C8B-B14F-4D97-AF65-F5344CB8AC3E}">
        <p14:creationId xmlns:p14="http://schemas.microsoft.com/office/powerpoint/2010/main" val="1197415635"/>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452A2EFB-6695-429B-89A6-63679E002AAD}" type="slidenum">
              <a:rPr lang="zh-CN" altLang="en-US" smtClean="0">
                <a:solidFill>
                  <a:prstClr val="black"/>
                </a:solidFill>
              </a:rPr>
              <a:pPr/>
              <a:t>300</a:t>
            </a:fld>
            <a:endParaRPr lang="zh-CN" altLang="en-US">
              <a:solidFill>
                <a:prstClr val="black"/>
              </a:solidFill>
            </a:endParaRPr>
          </a:p>
        </p:txBody>
      </p:sp>
    </p:spTree>
    <p:extLst>
      <p:ext uri="{BB962C8B-B14F-4D97-AF65-F5344CB8AC3E}">
        <p14:creationId xmlns:p14="http://schemas.microsoft.com/office/powerpoint/2010/main" val="190670678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userDrawn="1">
  <p:cSld name="标题幻灯片">
    <p:bg>
      <p:bgPr>
        <a:solidFill>
          <a:srgbClr val="333F50"/>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80603512"/>
      </p:ext>
    </p:extLst>
  </p:cSld>
  <p:clrMapOvr>
    <a:masterClrMapping/>
  </p:clrMapOvr>
  <p:transition spd="med">
    <p:newsflash/>
  </p:transition>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preserve="1" userDrawn="1">
  <p:cSld name="标题和内容">
    <p:bg>
      <p:bgPr>
        <a:gradFill>
          <a:gsLst>
            <a:gs pos="47712">
              <a:srgbClr val="F7F7F7"/>
            </a:gs>
            <a:gs pos="0">
              <a:srgbClr val="F2F2F2"/>
            </a:gs>
            <a:gs pos="100000">
              <a:srgbClr val="F0F0F0"/>
            </a:gs>
            <a:gs pos="21000">
              <a:srgbClr val="F6F6F6"/>
            </a:gs>
            <a:gs pos="77000">
              <a:srgbClr val="F5F5F5"/>
            </a:gs>
          </a:gsLst>
          <a:lin ang="0" scaled="0"/>
        </a:gra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26854220"/>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userDrawn="1">
  <p:cSld name="3_节标题">
    <p:bg>
      <p:bgPr>
        <a:solidFill>
          <a:srgbClr val="F0F0F0"/>
        </a:solidFill>
        <a:effectLst/>
      </p:bgPr>
    </p:bg>
    <p:spTree>
      <p:nvGrpSpPr>
        <p:cNvPr id="1" name=""/>
        <p:cNvGrpSpPr/>
        <p:nvPr/>
      </p:nvGrpSpPr>
      <p:grpSpPr>
        <a:xfrm>
          <a:off x="0" y="0"/>
          <a:ext cx="0" cy="0"/>
          <a:chOff x="0" y="0"/>
          <a:chExt cx="0" cy="0"/>
        </a:xfrm>
      </p:grpSpPr>
      <p:grpSp>
        <p:nvGrpSpPr>
          <p:cNvPr id="2" name="组合 1"/>
          <p:cNvGrpSpPr/>
          <p:nvPr userDrawn="1"/>
        </p:nvGrpSpPr>
        <p:grpSpPr>
          <a:xfrm>
            <a:off x="720090" y="1229998"/>
            <a:ext cx="10864851" cy="5410200"/>
            <a:chOff x="1009650" y="720725"/>
            <a:chExt cx="10864851" cy="5410200"/>
          </a:xfrm>
          <a:solidFill>
            <a:srgbClr val="DEDEDE"/>
          </a:solidFill>
        </p:grpSpPr>
        <p:sp>
          <p:nvSpPr>
            <p:cNvPr id="3" name="Freeform 5"/>
            <p:cNvSpPr>
              <a:spLocks/>
            </p:cNvSpPr>
            <p:nvPr/>
          </p:nvSpPr>
          <p:spPr bwMode="auto">
            <a:xfrm>
              <a:off x="7404100" y="4586288"/>
              <a:ext cx="220663" cy="423863"/>
            </a:xfrm>
            <a:custGeom>
              <a:avLst/>
              <a:gdLst>
                <a:gd name="T0" fmla="*/ 47 w 59"/>
                <a:gd name="T1" fmla="*/ 0 h 113"/>
                <a:gd name="T2" fmla="*/ 46 w 59"/>
                <a:gd name="T3" fmla="*/ 9 h 113"/>
                <a:gd name="T4" fmla="*/ 26 w 59"/>
                <a:gd name="T5" fmla="*/ 28 h 113"/>
                <a:gd name="T6" fmla="*/ 7 w 59"/>
                <a:gd name="T7" fmla="*/ 46 h 113"/>
                <a:gd name="T8" fmla="*/ 12 w 59"/>
                <a:gd name="T9" fmla="*/ 61 h 113"/>
                <a:gd name="T10" fmla="*/ 6 w 59"/>
                <a:gd name="T11" fmla="*/ 73 h 113"/>
                <a:gd name="T12" fmla="*/ 0 w 59"/>
                <a:gd name="T13" fmla="*/ 79 h 113"/>
                <a:gd name="T14" fmla="*/ 4 w 59"/>
                <a:gd name="T15" fmla="*/ 91 h 113"/>
                <a:gd name="T16" fmla="*/ 3 w 59"/>
                <a:gd name="T17" fmla="*/ 98 h 113"/>
                <a:gd name="T18" fmla="*/ 16 w 59"/>
                <a:gd name="T19" fmla="*/ 113 h 113"/>
                <a:gd name="T20" fmla="*/ 41 w 59"/>
                <a:gd name="T21" fmla="*/ 81 h 113"/>
                <a:gd name="T22" fmla="*/ 54 w 59"/>
                <a:gd name="T23" fmla="*/ 30 h 113"/>
                <a:gd name="T24" fmla="*/ 59 w 59"/>
                <a:gd name="T25" fmla="*/ 32 h 113"/>
                <a:gd name="T26" fmla="*/ 59 w 59"/>
                <a:gd name="T27" fmla="*/ 27 h 113"/>
                <a:gd name="T28" fmla="*/ 47 w 59"/>
                <a:gd name="T29" fmla="*/ 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9" h="113">
                  <a:moveTo>
                    <a:pt x="47" y="0"/>
                  </a:moveTo>
                  <a:cubicBezTo>
                    <a:pt x="46" y="3"/>
                    <a:pt x="47" y="7"/>
                    <a:pt x="46" y="9"/>
                  </a:cubicBezTo>
                  <a:cubicBezTo>
                    <a:pt x="41" y="13"/>
                    <a:pt x="32" y="24"/>
                    <a:pt x="26" y="28"/>
                  </a:cubicBezTo>
                  <a:cubicBezTo>
                    <a:pt x="18" y="33"/>
                    <a:pt x="7" y="32"/>
                    <a:pt x="7" y="46"/>
                  </a:cubicBezTo>
                  <a:cubicBezTo>
                    <a:pt x="7" y="50"/>
                    <a:pt x="12" y="58"/>
                    <a:pt x="12" y="61"/>
                  </a:cubicBezTo>
                  <a:cubicBezTo>
                    <a:pt x="12" y="61"/>
                    <a:pt x="6" y="73"/>
                    <a:pt x="6" y="73"/>
                  </a:cubicBezTo>
                  <a:cubicBezTo>
                    <a:pt x="5" y="73"/>
                    <a:pt x="0" y="78"/>
                    <a:pt x="0" y="79"/>
                  </a:cubicBezTo>
                  <a:cubicBezTo>
                    <a:pt x="0" y="83"/>
                    <a:pt x="0" y="88"/>
                    <a:pt x="4" y="91"/>
                  </a:cubicBezTo>
                  <a:cubicBezTo>
                    <a:pt x="4" y="92"/>
                    <a:pt x="3" y="94"/>
                    <a:pt x="3" y="98"/>
                  </a:cubicBezTo>
                  <a:cubicBezTo>
                    <a:pt x="3" y="105"/>
                    <a:pt x="9" y="113"/>
                    <a:pt x="16" y="113"/>
                  </a:cubicBezTo>
                  <a:cubicBezTo>
                    <a:pt x="34" y="113"/>
                    <a:pt x="36" y="94"/>
                    <a:pt x="41" y="81"/>
                  </a:cubicBezTo>
                  <a:cubicBezTo>
                    <a:pt x="48" y="65"/>
                    <a:pt x="54" y="51"/>
                    <a:pt x="54" y="30"/>
                  </a:cubicBezTo>
                  <a:cubicBezTo>
                    <a:pt x="55" y="30"/>
                    <a:pt x="58" y="31"/>
                    <a:pt x="59" y="32"/>
                  </a:cubicBezTo>
                  <a:cubicBezTo>
                    <a:pt x="59" y="27"/>
                    <a:pt x="59" y="27"/>
                    <a:pt x="59" y="27"/>
                  </a:cubicBezTo>
                  <a:cubicBezTo>
                    <a:pt x="56" y="20"/>
                    <a:pt x="57" y="1"/>
                    <a:pt x="4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 name="Freeform 6"/>
            <p:cNvSpPr>
              <a:spLocks/>
            </p:cNvSpPr>
            <p:nvPr/>
          </p:nvSpPr>
          <p:spPr bwMode="auto">
            <a:xfrm>
              <a:off x="5578475" y="3008313"/>
              <a:ext cx="2073275" cy="2317750"/>
            </a:xfrm>
            <a:custGeom>
              <a:avLst/>
              <a:gdLst>
                <a:gd name="T0" fmla="*/ 207 w 552"/>
                <a:gd name="T1" fmla="*/ 4 h 617"/>
                <a:gd name="T2" fmla="*/ 186 w 552"/>
                <a:gd name="T3" fmla="*/ 7 h 617"/>
                <a:gd name="T4" fmla="*/ 131 w 552"/>
                <a:gd name="T5" fmla="*/ 17 h 617"/>
                <a:gd name="T6" fmla="*/ 97 w 552"/>
                <a:gd name="T7" fmla="*/ 15 h 617"/>
                <a:gd name="T8" fmla="*/ 91 w 552"/>
                <a:gd name="T9" fmla="*/ 23 h 617"/>
                <a:gd name="T10" fmla="*/ 62 w 552"/>
                <a:gd name="T11" fmla="*/ 72 h 617"/>
                <a:gd name="T12" fmla="*/ 33 w 552"/>
                <a:gd name="T13" fmla="*/ 92 h 617"/>
                <a:gd name="T14" fmla="*/ 6 w 552"/>
                <a:gd name="T15" fmla="*/ 142 h 617"/>
                <a:gd name="T16" fmla="*/ 0 w 552"/>
                <a:gd name="T17" fmla="*/ 199 h 617"/>
                <a:gd name="T18" fmla="*/ 5 w 552"/>
                <a:gd name="T19" fmla="*/ 218 h 617"/>
                <a:gd name="T20" fmla="*/ 8 w 552"/>
                <a:gd name="T21" fmla="*/ 222 h 617"/>
                <a:gd name="T22" fmla="*/ 40 w 552"/>
                <a:gd name="T23" fmla="*/ 258 h 617"/>
                <a:gd name="T24" fmla="*/ 79 w 552"/>
                <a:gd name="T25" fmla="*/ 285 h 617"/>
                <a:gd name="T26" fmla="*/ 123 w 552"/>
                <a:gd name="T27" fmla="*/ 284 h 617"/>
                <a:gd name="T28" fmla="*/ 168 w 552"/>
                <a:gd name="T29" fmla="*/ 269 h 617"/>
                <a:gd name="T30" fmla="*/ 202 w 552"/>
                <a:gd name="T31" fmla="*/ 285 h 617"/>
                <a:gd name="T32" fmla="*/ 217 w 552"/>
                <a:gd name="T33" fmla="*/ 311 h 617"/>
                <a:gd name="T34" fmla="*/ 211 w 552"/>
                <a:gd name="T35" fmla="*/ 327 h 617"/>
                <a:gd name="T36" fmla="*/ 239 w 552"/>
                <a:gd name="T37" fmla="*/ 377 h 617"/>
                <a:gd name="T38" fmla="*/ 250 w 552"/>
                <a:gd name="T39" fmla="*/ 417 h 617"/>
                <a:gd name="T40" fmla="*/ 249 w 552"/>
                <a:gd name="T41" fmla="*/ 499 h 617"/>
                <a:gd name="T42" fmla="*/ 254 w 552"/>
                <a:gd name="T43" fmla="*/ 516 h 617"/>
                <a:gd name="T44" fmla="*/ 287 w 552"/>
                <a:gd name="T45" fmla="*/ 591 h 617"/>
                <a:gd name="T46" fmla="*/ 288 w 552"/>
                <a:gd name="T47" fmla="*/ 613 h 617"/>
                <a:gd name="T48" fmla="*/ 300 w 552"/>
                <a:gd name="T49" fmla="*/ 617 h 617"/>
                <a:gd name="T50" fmla="*/ 338 w 552"/>
                <a:gd name="T51" fmla="*/ 611 h 617"/>
                <a:gd name="T52" fmla="*/ 360 w 552"/>
                <a:gd name="T53" fmla="*/ 604 h 617"/>
                <a:gd name="T54" fmla="*/ 393 w 552"/>
                <a:gd name="T55" fmla="*/ 563 h 617"/>
                <a:gd name="T56" fmla="*/ 400 w 552"/>
                <a:gd name="T57" fmla="*/ 540 h 617"/>
                <a:gd name="T58" fmla="*/ 423 w 552"/>
                <a:gd name="T59" fmla="*/ 524 h 617"/>
                <a:gd name="T60" fmla="*/ 417 w 552"/>
                <a:gd name="T61" fmla="*/ 489 h 617"/>
                <a:gd name="T62" fmla="*/ 466 w 552"/>
                <a:gd name="T63" fmla="*/ 442 h 617"/>
                <a:gd name="T64" fmla="*/ 465 w 552"/>
                <a:gd name="T65" fmla="*/ 418 h 617"/>
                <a:gd name="T66" fmla="*/ 467 w 552"/>
                <a:gd name="T67" fmla="*/ 407 h 617"/>
                <a:gd name="T68" fmla="*/ 454 w 552"/>
                <a:gd name="T69" fmla="*/ 365 h 617"/>
                <a:gd name="T70" fmla="*/ 509 w 552"/>
                <a:gd name="T71" fmla="*/ 304 h 617"/>
                <a:gd name="T72" fmla="*/ 552 w 552"/>
                <a:gd name="T73" fmla="*/ 227 h 617"/>
                <a:gd name="T74" fmla="*/ 519 w 552"/>
                <a:gd name="T75" fmla="*/ 231 h 617"/>
                <a:gd name="T76" fmla="*/ 514 w 552"/>
                <a:gd name="T77" fmla="*/ 231 h 617"/>
                <a:gd name="T78" fmla="*/ 507 w 552"/>
                <a:gd name="T79" fmla="*/ 231 h 617"/>
                <a:gd name="T80" fmla="*/ 487 w 552"/>
                <a:gd name="T81" fmla="*/ 224 h 617"/>
                <a:gd name="T82" fmla="*/ 471 w 552"/>
                <a:gd name="T83" fmla="*/ 200 h 617"/>
                <a:gd name="T84" fmla="*/ 451 w 552"/>
                <a:gd name="T85" fmla="*/ 172 h 617"/>
                <a:gd name="T86" fmla="*/ 438 w 552"/>
                <a:gd name="T87" fmla="*/ 144 h 617"/>
                <a:gd name="T88" fmla="*/ 399 w 552"/>
                <a:gd name="T89" fmla="*/ 74 h 617"/>
                <a:gd name="T90" fmla="*/ 415 w 552"/>
                <a:gd name="T91" fmla="*/ 88 h 617"/>
                <a:gd name="T92" fmla="*/ 421 w 552"/>
                <a:gd name="T93" fmla="*/ 70 h 617"/>
                <a:gd name="T94" fmla="*/ 415 w 552"/>
                <a:gd name="T95" fmla="*/ 57 h 617"/>
                <a:gd name="T96" fmla="*/ 392 w 552"/>
                <a:gd name="T97" fmla="*/ 55 h 617"/>
                <a:gd name="T98" fmla="*/ 340 w 552"/>
                <a:gd name="T99" fmla="*/ 52 h 617"/>
                <a:gd name="T100" fmla="*/ 322 w 552"/>
                <a:gd name="T101" fmla="*/ 43 h 617"/>
                <a:gd name="T102" fmla="*/ 315 w 552"/>
                <a:gd name="T103" fmla="*/ 42 h 617"/>
                <a:gd name="T104" fmla="*/ 299 w 552"/>
                <a:gd name="T105" fmla="*/ 60 h 617"/>
                <a:gd name="T106" fmla="*/ 247 w 552"/>
                <a:gd name="T107" fmla="*/ 41 h 617"/>
                <a:gd name="T108" fmla="*/ 226 w 552"/>
                <a:gd name="T109" fmla="*/ 28 h 617"/>
                <a:gd name="T110" fmla="*/ 226 w 552"/>
                <a:gd name="T111" fmla="*/ 11 h 617"/>
                <a:gd name="T112" fmla="*/ 226 w 552"/>
                <a:gd name="T113" fmla="*/ 5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52" h="617">
                  <a:moveTo>
                    <a:pt x="218" y="0"/>
                  </a:moveTo>
                  <a:cubicBezTo>
                    <a:pt x="213" y="0"/>
                    <a:pt x="212" y="4"/>
                    <a:pt x="207" y="4"/>
                  </a:cubicBezTo>
                  <a:cubicBezTo>
                    <a:pt x="203" y="4"/>
                    <a:pt x="202" y="2"/>
                    <a:pt x="198" y="2"/>
                  </a:cubicBezTo>
                  <a:cubicBezTo>
                    <a:pt x="194" y="2"/>
                    <a:pt x="189" y="7"/>
                    <a:pt x="186" y="7"/>
                  </a:cubicBezTo>
                  <a:cubicBezTo>
                    <a:pt x="184" y="7"/>
                    <a:pt x="180" y="4"/>
                    <a:pt x="176" y="4"/>
                  </a:cubicBezTo>
                  <a:cubicBezTo>
                    <a:pt x="163" y="4"/>
                    <a:pt x="142" y="12"/>
                    <a:pt x="131" y="17"/>
                  </a:cubicBezTo>
                  <a:cubicBezTo>
                    <a:pt x="128" y="19"/>
                    <a:pt x="127" y="22"/>
                    <a:pt x="121" y="22"/>
                  </a:cubicBezTo>
                  <a:cubicBezTo>
                    <a:pt x="111" y="22"/>
                    <a:pt x="104" y="20"/>
                    <a:pt x="97" y="15"/>
                  </a:cubicBezTo>
                  <a:cubicBezTo>
                    <a:pt x="94" y="17"/>
                    <a:pt x="93" y="20"/>
                    <a:pt x="91" y="23"/>
                  </a:cubicBezTo>
                  <a:cubicBezTo>
                    <a:pt x="91" y="23"/>
                    <a:pt x="91" y="23"/>
                    <a:pt x="91" y="23"/>
                  </a:cubicBezTo>
                  <a:cubicBezTo>
                    <a:pt x="84" y="32"/>
                    <a:pt x="75" y="40"/>
                    <a:pt x="67" y="50"/>
                  </a:cubicBezTo>
                  <a:cubicBezTo>
                    <a:pt x="62" y="57"/>
                    <a:pt x="66" y="61"/>
                    <a:pt x="62" y="72"/>
                  </a:cubicBezTo>
                  <a:cubicBezTo>
                    <a:pt x="61" y="76"/>
                    <a:pt x="54" y="82"/>
                    <a:pt x="50" y="85"/>
                  </a:cubicBezTo>
                  <a:cubicBezTo>
                    <a:pt x="44" y="88"/>
                    <a:pt x="37" y="87"/>
                    <a:pt x="33" y="92"/>
                  </a:cubicBezTo>
                  <a:cubicBezTo>
                    <a:pt x="26" y="102"/>
                    <a:pt x="18" y="117"/>
                    <a:pt x="14" y="128"/>
                  </a:cubicBezTo>
                  <a:cubicBezTo>
                    <a:pt x="13" y="133"/>
                    <a:pt x="6" y="136"/>
                    <a:pt x="6" y="142"/>
                  </a:cubicBezTo>
                  <a:cubicBezTo>
                    <a:pt x="6" y="153"/>
                    <a:pt x="12" y="161"/>
                    <a:pt x="12" y="173"/>
                  </a:cubicBezTo>
                  <a:cubicBezTo>
                    <a:pt x="12" y="181"/>
                    <a:pt x="6" y="196"/>
                    <a:pt x="0" y="199"/>
                  </a:cubicBezTo>
                  <a:cubicBezTo>
                    <a:pt x="2" y="203"/>
                    <a:pt x="4" y="204"/>
                    <a:pt x="4" y="208"/>
                  </a:cubicBezTo>
                  <a:cubicBezTo>
                    <a:pt x="4" y="211"/>
                    <a:pt x="5" y="213"/>
                    <a:pt x="5" y="218"/>
                  </a:cubicBezTo>
                  <a:cubicBezTo>
                    <a:pt x="5" y="218"/>
                    <a:pt x="5" y="218"/>
                    <a:pt x="5" y="218"/>
                  </a:cubicBezTo>
                  <a:cubicBezTo>
                    <a:pt x="6" y="219"/>
                    <a:pt x="7" y="220"/>
                    <a:pt x="8" y="222"/>
                  </a:cubicBezTo>
                  <a:cubicBezTo>
                    <a:pt x="8" y="223"/>
                    <a:pt x="23" y="236"/>
                    <a:pt x="25" y="237"/>
                  </a:cubicBezTo>
                  <a:cubicBezTo>
                    <a:pt x="33" y="243"/>
                    <a:pt x="34" y="250"/>
                    <a:pt x="40" y="258"/>
                  </a:cubicBezTo>
                  <a:cubicBezTo>
                    <a:pt x="46" y="267"/>
                    <a:pt x="62" y="277"/>
                    <a:pt x="70" y="283"/>
                  </a:cubicBezTo>
                  <a:cubicBezTo>
                    <a:pt x="71" y="284"/>
                    <a:pt x="75" y="285"/>
                    <a:pt x="79" y="285"/>
                  </a:cubicBezTo>
                  <a:cubicBezTo>
                    <a:pt x="90" y="285"/>
                    <a:pt x="95" y="280"/>
                    <a:pt x="106" y="280"/>
                  </a:cubicBezTo>
                  <a:cubicBezTo>
                    <a:pt x="111" y="280"/>
                    <a:pt x="118" y="284"/>
                    <a:pt x="123" y="284"/>
                  </a:cubicBezTo>
                  <a:cubicBezTo>
                    <a:pt x="127" y="284"/>
                    <a:pt x="128" y="280"/>
                    <a:pt x="133" y="279"/>
                  </a:cubicBezTo>
                  <a:cubicBezTo>
                    <a:pt x="143" y="275"/>
                    <a:pt x="154" y="269"/>
                    <a:pt x="168" y="269"/>
                  </a:cubicBezTo>
                  <a:cubicBezTo>
                    <a:pt x="180" y="269"/>
                    <a:pt x="182" y="285"/>
                    <a:pt x="190" y="285"/>
                  </a:cubicBezTo>
                  <a:cubicBezTo>
                    <a:pt x="193" y="285"/>
                    <a:pt x="197" y="285"/>
                    <a:pt x="202" y="285"/>
                  </a:cubicBezTo>
                  <a:cubicBezTo>
                    <a:pt x="212" y="285"/>
                    <a:pt x="217" y="291"/>
                    <a:pt x="220" y="297"/>
                  </a:cubicBezTo>
                  <a:cubicBezTo>
                    <a:pt x="217" y="299"/>
                    <a:pt x="217" y="308"/>
                    <a:pt x="217" y="311"/>
                  </a:cubicBezTo>
                  <a:cubicBezTo>
                    <a:pt x="217" y="313"/>
                    <a:pt x="216" y="313"/>
                    <a:pt x="217" y="316"/>
                  </a:cubicBezTo>
                  <a:cubicBezTo>
                    <a:pt x="215" y="317"/>
                    <a:pt x="211" y="324"/>
                    <a:pt x="211" y="327"/>
                  </a:cubicBezTo>
                  <a:cubicBezTo>
                    <a:pt x="211" y="340"/>
                    <a:pt x="227" y="350"/>
                    <a:pt x="234" y="360"/>
                  </a:cubicBezTo>
                  <a:cubicBezTo>
                    <a:pt x="238" y="365"/>
                    <a:pt x="237" y="371"/>
                    <a:pt x="239" y="377"/>
                  </a:cubicBezTo>
                  <a:cubicBezTo>
                    <a:pt x="242" y="384"/>
                    <a:pt x="244" y="388"/>
                    <a:pt x="246" y="400"/>
                  </a:cubicBezTo>
                  <a:cubicBezTo>
                    <a:pt x="247" y="407"/>
                    <a:pt x="250" y="410"/>
                    <a:pt x="250" y="417"/>
                  </a:cubicBezTo>
                  <a:cubicBezTo>
                    <a:pt x="250" y="432"/>
                    <a:pt x="232" y="437"/>
                    <a:pt x="232" y="456"/>
                  </a:cubicBezTo>
                  <a:cubicBezTo>
                    <a:pt x="232" y="475"/>
                    <a:pt x="241" y="486"/>
                    <a:pt x="249" y="499"/>
                  </a:cubicBezTo>
                  <a:cubicBezTo>
                    <a:pt x="251" y="503"/>
                    <a:pt x="254" y="505"/>
                    <a:pt x="254" y="509"/>
                  </a:cubicBezTo>
                  <a:cubicBezTo>
                    <a:pt x="254" y="511"/>
                    <a:pt x="254" y="512"/>
                    <a:pt x="254" y="516"/>
                  </a:cubicBezTo>
                  <a:cubicBezTo>
                    <a:pt x="254" y="541"/>
                    <a:pt x="267" y="558"/>
                    <a:pt x="278" y="575"/>
                  </a:cubicBezTo>
                  <a:cubicBezTo>
                    <a:pt x="279" y="578"/>
                    <a:pt x="287" y="586"/>
                    <a:pt x="287" y="591"/>
                  </a:cubicBezTo>
                  <a:cubicBezTo>
                    <a:pt x="287" y="594"/>
                    <a:pt x="286" y="596"/>
                    <a:pt x="283" y="599"/>
                  </a:cubicBezTo>
                  <a:cubicBezTo>
                    <a:pt x="286" y="601"/>
                    <a:pt x="288" y="607"/>
                    <a:pt x="288" y="613"/>
                  </a:cubicBezTo>
                  <a:cubicBezTo>
                    <a:pt x="289" y="613"/>
                    <a:pt x="290" y="612"/>
                    <a:pt x="291" y="611"/>
                  </a:cubicBezTo>
                  <a:cubicBezTo>
                    <a:pt x="293" y="615"/>
                    <a:pt x="296" y="617"/>
                    <a:pt x="300" y="617"/>
                  </a:cubicBezTo>
                  <a:cubicBezTo>
                    <a:pt x="311" y="617"/>
                    <a:pt x="318" y="609"/>
                    <a:pt x="330" y="609"/>
                  </a:cubicBezTo>
                  <a:cubicBezTo>
                    <a:pt x="333" y="609"/>
                    <a:pt x="335" y="611"/>
                    <a:pt x="338" y="611"/>
                  </a:cubicBezTo>
                  <a:cubicBezTo>
                    <a:pt x="341" y="611"/>
                    <a:pt x="343" y="610"/>
                    <a:pt x="347" y="610"/>
                  </a:cubicBezTo>
                  <a:cubicBezTo>
                    <a:pt x="348" y="604"/>
                    <a:pt x="355" y="607"/>
                    <a:pt x="360" y="604"/>
                  </a:cubicBezTo>
                  <a:cubicBezTo>
                    <a:pt x="371" y="599"/>
                    <a:pt x="374" y="591"/>
                    <a:pt x="381" y="582"/>
                  </a:cubicBezTo>
                  <a:cubicBezTo>
                    <a:pt x="386" y="576"/>
                    <a:pt x="387" y="569"/>
                    <a:pt x="393" y="563"/>
                  </a:cubicBezTo>
                  <a:cubicBezTo>
                    <a:pt x="396" y="560"/>
                    <a:pt x="404" y="553"/>
                    <a:pt x="404" y="546"/>
                  </a:cubicBezTo>
                  <a:cubicBezTo>
                    <a:pt x="404" y="543"/>
                    <a:pt x="403" y="541"/>
                    <a:pt x="400" y="540"/>
                  </a:cubicBezTo>
                  <a:cubicBezTo>
                    <a:pt x="403" y="532"/>
                    <a:pt x="407" y="530"/>
                    <a:pt x="414" y="526"/>
                  </a:cubicBezTo>
                  <a:cubicBezTo>
                    <a:pt x="416" y="525"/>
                    <a:pt x="421" y="526"/>
                    <a:pt x="423" y="524"/>
                  </a:cubicBezTo>
                  <a:cubicBezTo>
                    <a:pt x="424" y="522"/>
                    <a:pt x="425" y="512"/>
                    <a:pt x="425" y="508"/>
                  </a:cubicBezTo>
                  <a:cubicBezTo>
                    <a:pt x="425" y="499"/>
                    <a:pt x="417" y="495"/>
                    <a:pt x="417" y="489"/>
                  </a:cubicBezTo>
                  <a:cubicBezTo>
                    <a:pt x="417" y="485"/>
                    <a:pt x="422" y="481"/>
                    <a:pt x="426" y="480"/>
                  </a:cubicBezTo>
                  <a:cubicBezTo>
                    <a:pt x="429" y="461"/>
                    <a:pt x="466" y="464"/>
                    <a:pt x="466" y="442"/>
                  </a:cubicBezTo>
                  <a:cubicBezTo>
                    <a:pt x="466" y="439"/>
                    <a:pt x="466" y="438"/>
                    <a:pt x="464" y="436"/>
                  </a:cubicBezTo>
                  <a:cubicBezTo>
                    <a:pt x="464" y="428"/>
                    <a:pt x="465" y="423"/>
                    <a:pt x="465" y="418"/>
                  </a:cubicBezTo>
                  <a:cubicBezTo>
                    <a:pt x="465" y="411"/>
                    <a:pt x="465" y="411"/>
                    <a:pt x="465" y="411"/>
                  </a:cubicBezTo>
                  <a:cubicBezTo>
                    <a:pt x="465" y="410"/>
                    <a:pt x="467" y="408"/>
                    <a:pt x="467" y="407"/>
                  </a:cubicBezTo>
                  <a:cubicBezTo>
                    <a:pt x="467" y="401"/>
                    <a:pt x="456" y="396"/>
                    <a:pt x="456" y="387"/>
                  </a:cubicBezTo>
                  <a:cubicBezTo>
                    <a:pt x="456" y="378"/>
                    <a:pt x="454" y="374"/>
                    <a:pt x="454" y="365"/>
                  </a:cubicBezTo>
                  <a:cubicBezTo>
                    <a:pt x="454" y="357"/>
                    <a:pt x="461" y="355"/>
                    <a:pt x="463" y="348"/>
                  </a:cubicBezTo>
                  <a:cubicBezTo>
                    <a:pt x="471" y="323"/>
                    <a:pt x="491" y="319"/>
                    <a:pt x="509" y="304"/>
                  </a:cubicBezTo>
                  <a:cubicBezTo>
                    <a:pt x="520" y="295"/>
                    <a:pt x="524" y="285"/>
                    <a:pt x="532" y="274"/>
                  </a:cubicBezTo>
                  <a:cubicBezTo>
                    <a:pt x="539" y="264"/>
                    <a:pt x="552" y="243"/>
                    <a:pt x="552" y="227"/>
                  </a:cubicBezTo>
                  <a:cubicBezTo>
                    <a:pt x="552" y="225"/>
                    <a:pt x="551" y="224"/>
                    <a:pt x="550" y="223"/>
                  </a:cubicBezTo>
                  <a:cubicBezTo>
                    <a:pt x="540" y="225"/>
                    <a:pt x="530" y="229"/>
                    <a:pt x="519" y="231"/>
                  </a:cubicBezTo>
                  <a:cubicBezTo>
                    <a:pt x="518" y="231"/>
                    <a:pt x="518" y="231"/>
                    <a:pt x="517" y="231"/>
                  </a:cubicBezTo>
                  <a:cubicBezTo>
                    <a:pt x="516" y="231"/>
                    <a:pt x="515" y="231"/>
                    <a:pt x="514" y="231"/>
                  </a:cubicBezTo>
                  <a:cubicBezTo>
                    <a:pt x="513" y="231"/>
                    <a:pt x="512" y="231"/>
                    <a:pt x="511" y="231"/>
                  </a:cubicBezTo>
                  <a:cubicBezTo>
                    <a:pt x="510" y="231"/>
                    <a:pt x="509" y="231"/>
                    <a:pt x="507" y="231"/>
                  </a:cubicBezTo>
                  <a:cubicBezTo>
                    <a:pt x="504" y="232"/>
                    <a:pt x="504" y="236"/>
                    <a:pt x="499" y="236"/>
                  </a:cubicBezTo>
                  <a:cubicBezTo>
                    <a:pt x="494" y="236"/>
                    <a:pt x="490" y="227"/>
                    <a:pt x="487" y="224"/>
                  </a:cubicBezTo>
                  <a:cubicBezTo>
                    <a:pt x="490" y="221"/>
                    <a:pt x="487" y="220"/>
                    <a:pt x="487" y="215"/>
                  </a:cubicBezTo>
                  <a:cubicBezTo>
                    <a:pt x="478" y="215"/>
                    <a:pt x="475" y="203"/>
                    <a:pt x="471" y="200"/>
                  </a:cubicBezTo>
                  <a:cubicBezTo>
                    <a:pt x="465" y="196"/>
                    <a:pt x="462" y="196"/>
                    <a:pt x="458" y="191"/>
                  </a:cubicBezTo>
                  <a:cubicBezTo>
                    <a:pt x="453" y="186"/>
                    <a:pt x="456" y="179"/>
                    <a:pt x="451" y="172"/>
                  </a:cubicBezTo>
                  <a:cubicBezTo>
                    <a:pt x="446" y="166"/>
                    <a:pt x="441" y="166"/>
                    <a:pt x="438" y="159"/>
                  </a:cubicBezTo>
                  <a:cubicBezTo>
                    <a:pt x="438" y="144"/>
                    <a:pt x="438" y="144"/>
                    <a:pt x="438" y="144"/>
                  </a:cubicBezTo>
                  <a:cubicBezTo>
                    <a:pt x="434" y="140"/>
                    <a:pt x="425" y="128"/>
                    <a:pt x="426" y="122"/>
                  </a:cubicBezTo>
                  <a:cubicBezTo>
                    <a:pt x="399" y="74"/>
                    <a:pt x="399" y="74"/>
                    <a:pt x="399" y="74"/>
                  </a:cubicBezTo>
                  <a:cubicBezTo>
                    <a:pt x="399" y="69"/>
                    <a:pt x="399" y="69"/>
                    <a:pt x="399" y="69"/>
                  </a:cubicBezTo>
                  <a:cubicBezTo>
                    <a:pt x="404" y="74"/>
                    <a:pt x="409" y="87"/>
                    <a:pt x="415" y="88"/>
                  </a:cubicBezTo>
                  <a:cubicBezTo>
                    <a:pt x="416" y="85"/>
                    <a:pt x="419" y="78"/>
                    <a:pt x="420" y="73"/>
                  </a:cubicBezTo>
                  <a:cubicBezTo>
                    <a:pt x="420" y="72"/>
                    <a:pt x="421" y="71"/>
                    <a:pt x="421" y="70"/>
                  </a:cubicBezTo>
                  <a:cubicBezTo>
                    <a:pt x="416" y="60"/>
                    <a:pt x="416" y="60"/>
                    <a:pt x="416" y="60"/>
                  </a:cubicBezTo>
                  <a:cubicBezTo>
                    <a:pt x="416" y="59"/>
                    <a:pt x="415" y="58"/>
                    <a:pt x="415" y="57"/>
                  </a:cubicBezTo>
                  <a:cubicBezTo>
                    <a:pt x="411" y="58"/>
                    <a:pt x="411" y="59"/>
                    <a:pt x="407" y="59"/>
                  </a:cubicBezTo>
                  <a:cubicBezTo>
                    <a:pt x="401" y="59"/>
                    <a:pt x="398" y="55"/>
                    <a:pt x="392" y="55"/>
                  </a:cubicBezTo>
                  <a:cubicBezTo>
                    <a:pt x="383" y="55"/>
                    <a:pt x="381" y="60"/>
                    <a:pt x="372" y="60"/>
                  </a:cubicBezTo>
                  <a:cubicBezTo>
                    <a:pt x="362" y="60"/>
                    <a:pt x="349" y="55"/>
                    <a:pt x="340" y="52"/>
                  </a:cubicBezTo>
                  <a:cubicBezTo>
                    <a:pt x="335" y="50"/>
                    <a:pt x="329" y="53"/>
                    <a:pt x="326" y="49"/>
                  </a:cubicBezTo>
                  <a:cubicBezTo>
                    <a:pt x="325" y="47"/>
                    <a:pt x="322" y="47"/>
                    <a:pt x="322" y="43"/>
                  </a:cubicBezTo>
                  <a:cubicBezTo>
                    <a:pt x="316" y="43"/>
                    <a:pt x="316" y="43"/>
                    <a:pt x="316" y="43"/>
                  </a:cubicBezTo>
                  <a:cubicBezTo>
                    <a:pt x="315" y="42"/>
                    <a:pt x="315" y="42"/>
                    <a:pt x="315" y="42"/>
                  </a:cubicBezTo>
                  <a:cubicBezTo>
                    <a:pt x="306" y="45"/>
                    <a:pt x="299" y="45"/>
                    <a:pt x="299" y="54"/>
                  </a:cubicBezTo>
                  <a:cubicBezTo>
                    <a:pt x="299" y="56"/>
                    <a:pt x="299" y="58"/>
                    <a:pt x="299" y="60"/>
                  </a:cubicBezTo>
                  <a:cubicBezTo>
                    <a:pt x="299" y="61"/>
                    <a:pt x="296" y="64"/>
                    <a:pt x="293" y="64"/>
                  </a:cubicBezTo>
                  <a:cubicBezTo>
                    <a:pt x="272" y="64"/>
                    <a:pt x="266" y="41"/>
                    <a:pt x="247" y="41"/>
                  </a:cubicBezTo>
                  <a:cubicBezTo>
                    <a:pt x="245" y="41"/>
                    <a:pt x="243" y="41"/>
                    <a:pt x="239" y="41"/>
                  </a:cubicBezTo>
                  <a:cubicBezTo>
                    <a:pt x="234" y="41"/>
                    <a:pt x="226" y="35"/>
                    <a:pt x="226" y="28"/>
                  </a:cubicBezTo>
                  <a:cubicBezTo>
                    <a:pt x="226" y="24"/>
                    <a:pt x="230" y="21"/>
                    <a:pt x="230" y="17"/>
                  </a:cubicBezTo>
                  <a:cubicBezTo>
                    <a:pt x="230" y="14"/>
                    <a:pt x="226" y="13"/>
                    <a:pt x="226" y="11"/>
                  </a:cubicBezTo>
                  <a:cubicBezTo>
                    <a:pt x="226" y="7"/>
                    <a:pt x="230" y="8"/>
                    <a:pt x="231" y="3"/>
                  </a:cubicBezTo>
                  <a:cubicBezTo>
                    <a:pt x="229" y="4"/>
                    <a:pt x="228" y="5"/>
                    <a:pt x="226" y="5"/>
                  </a:cubicBezTo>
                  <a:cubicBezTo>
                    <a:pt x="222" y="5"/>
                    <a:pt x="223" y="0"/>
                    <a:pt x="21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 name="Freeform 7"/>
            <p:cNvSpPr>
              <a:spLocks/>
            </p:cNvSpPr>
            <p:nvPr/>
          </p:nvSpPr>
          <p:spPr bwMode="auto">
            <a:xfrm>
              <a:off x="6889750" y="2843213"/>
              <a:ext cx="1128713" cy="979488"/>
            </a:xfrm>
            <a:custGeom>
              <a:avLst/>
              <a:gdLst>
                <a:gd name="T0" fmla="*/ 40 w 301"/>
                <a:gd name="T1" fmla="*/ 8 h 261"/>
                <a:gd name="T2" fmla="*/ 24 w 301"/>
                <a:gd name="T3" fmla="*/ 10 h 261"/>
                <a:gd name="T4" fmla="*/ 4 w 301"/>
                <a:gd name="T5" fmla="*/ 24 h 261"/>
                <a:gd name="T6" fmla="*/ 0 w 301"/>
                <a:gd name="T7" fmla="*/ 35 h 261"/>
                <a:gd name="T8" fmla="*/ 14 w 301"/>
                <a:gd name="T9" fmla="*/ 51 h 261"/>
                <a:gd name="T10" fmla="*/ 31 w 301"/>
                <a:gd name="T11" fmla="*/ 56 h 261"/>
                <a:gd name="T12" fmla="*/ 69 w 301"/>
                <a:gd name="T13" fmla="*/ 50 h 261"/>
                <a:gd name="T14" fmla="*/ 80 w 301"/>
                <a:gd name="T15" fmla="*/ 52 h 261"/>
                <a:gd name="T16" fmla="*/ 72 w 301"/>
                <a:gd name="T17" fmla="*/ 81 h 261"/>
                <a:gd name="T18" fmla="*/ 67 w 301"/>
                <a:gd name="T19" fmla="*/ 104 h 261"/>
                <a:gd name="T20" fmla="*/ 70 w 301"/>
                <a:gd name="T21" fmla="*/ 126 h 261"/>
                <a:gd name="T22" fmla="*/ 88 w 301"/>
                <a:gd name="T23" fmla="*/ 154 h 261"/>
                <a:gd name="T24" fmla="*/ 99 w 301"/>
                <a:gd name="T25" fmla="*/ 167 h 261"/>
                <a:gd name="T26" fmla="*/ 127 w 301"/>
                <a:gd name="T27" fmla="*/ 219 h 261"/>
                <a:gd name="T28" fmla="*/ 139 w 301"/>
                <a:gd name="T29" fmla="*/ 254 h 261"/>
                <a:gd name="T30" fmla="*/ 150 w 301"/>
                <a:gd name="T31" fmla="*/ 260 h 261"/>
                <a:gd name="T32" fmla="*/ 189 w 301"/>
                <a:gd name="T33" fmla="*/ 244 h 261"/>
                <a:gd name="T34" fmla="*/ 235 w 301"/>
                <a:gd name="T35" fmla="*/ 224 h 261"/>
                <a:gd name="T36" fmla="*/ 256 w 301"/>
                <a:gd name="T37" fmla="*/ 199 h 261"/>
                <a:gd name="T38" fmla="*/ 267 w 301"/>
                <a:gd name="T39" fmla="*/ 174 h 261"/>
                <a:gd name="T40" fmla="*/ 244 w 301"/>
                <a:gd name="T41" fmla="*/ 155 h 261"/>
                <a:gd name="T42" fmla="*/ 201 w 301"/>
                <a:gd name="T43" fmla="*/ 158 h 261"/>
                <a:gd name="T44" fmla="*/ 197 w 301"/>
                <a:gd name="T45" fmla="*/ 151 h 261"/>
                <a:gd name="T46" fmla="*/ 179 w 301"/>
                <a:gd name="T47" fmla="*/ 118 h 261"/>
                <a:gd name="T48" fmla="*/ 203 w 301"/>
                <a:gd name="T49" fmla="*/ 129 h 261"/>
                <a:gd name="T50" fmla="*/ 238 w 301"/>
                <a:gd name="T51" fmla="*/ 142 h 261"/>
                <a:gd name="T52" fmla="*/ 263 w 301"/>
                <a:gd name="T53" fmla="*/ 151 h 261"/>
                <a:gd name="T54" fmla="*/ 289 w 301"/>
                <a:gd name="T55" fmla="*/ 150 h 261"/>
                <a:gd name="T56" fmla="*/ 301 w 301"/>
                <a:gd name="T57" fmla="*/ 139 h 261"/>
                <a:gd name="T58" fmla="*/ 283 w 301"/>
                <a:gd name="T59" fmla="*/ 111 h 261"/>
                <a:gd name="T60" fmla="*/ 283 w 301"/>
                <a:gd name="T61" fmla="*/ 96 h 261"/>
                <a:gd name="T62" fmla="*/ 280 w 301"/>
                <a:gd name="T63" fmla="*/ 77 h 261"/>
                <a:gd name="T64" fmla="*/ 280 w 301"/>
                <a:gd name="T65" fmla="*/ 76 h 261"/>
                <a:gd name="T66" fmla="*/ 280 w 301"/>
                <a:gd name="T67" fmla="*/ 74 h 261"/>
                <a:gd name="T68" fmla="*/ 285 w 301"/>
                <a:gd name="T69" fmla="*/ 51 h 261"/>
                <a:gd name="T70" fmla="*/ 265 w 301"/>
                <a:gd name="T71" fmla="*/ 39 h 261"/>
                <a:gd name="T72" fmla="*/ 231 w 301"/>
                <a:gd name="T73" fmla="*/ 40 h 261"/>
                <a:gd name="T74" fmla="*/ 212 w 301"/>
                <a:gd name="T75" fmla="*/ 51 h 261"/>
                <a:gd name="T76" fmla="*/ 194 w 301"/>
                <a:gd name="T77" fmla="*/ 44 h 261"/>
                <a:gd name="T78" fmla="*/ 190 w 301"/>
                <a:gd name="T79" fmla="*/ 44 h 261"/>
                <a:gd name="T80" fmla="*/ 181 w 301"/>
                <a:gd name="T81" fmla="*/ 28 h 261"/>
                <a:gd name="T82" fmla="*/ 179 w 301"/>
                <a:gd name="T83" fmla="*/ 21 h 261"/>
                <a:gd name="T84" fmla="*/ 150 w 301"/>
                <a:gd name="T85" fmla="*/ 18 h 261"/>
                <a:gd name="T86" fmla="*/ 132 w 301"/>
                <a:gd name="T87" fmla="*/ 2 h 261"/>
                <a:gd name="T88" fmla="*/ 132 w 301"/>
                <a:gd name="T89" fmla="*/ 2 h 261"/>
                <a:gd name="T90" fmla="*/ 132 w 301"/>
                <a:gd name="T91" fmla="*/ 2 h 261"/>
                <a:gd name="T92" fmla="*/ 132 w 301"/>
                <a:gd name="T93" fmla="*/ 2 h 261"/>
                <a:gd name="T94" fmla="*/ 131 w 301"/>
                <a:gd name="T95" fmla="*/ 2 h 261"/>
                <a:gd name="T96" fmla="*/ 130 w 301"/>
                <a:gd name="T97" fmla="*/ 2 h 261"/>
                <a:gd name="T98" fmla="*/ 130 w 301"/>
                <a:gd name="T99" fmla="*/ 2 h 261"/>
                <a:gd name="T100" fmla="*/ 130 w 301"/>
                <a:gd name="T101" fmla="*/ 2 h 261"/>
                <a:gd name="T102" fmla="*/ 130 w 301"/>
                <a:gd name="T103" fmla="*/ 2 h 261"/>
                <a:gd name="T104" fmla="*/ 96 w 301"/>
                <a:gd name="T105" fmla="*/ 1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01" h="261">
                  <a:moveTo>
                    <a:pt x="68" y="0"/>
                  </a:moveTo>
                  <a:cubicBezTo>
                    <a:pt x="63" y="0"/>
                    <a:pt x="55" y="0"/>
                    <a:pt x="51" y="2"/>
                  </a:cubicBezTo>
                  <a:cubicBezTo>
                    <a:pt x="48" y="4"/>
                    <a:pt x="43" y="8"/>
                    <a:pt x="40" y="8"/>
                  </a:cubicBezTo>
                  <a:cubicBezTo>
                    <a:pt x="40" y="8"/>
                    <a:pt x="34" y="8"/>
                    <a:pt x="31" y="8"/>
                  </a:cubicBezTo>
                  <a:cubicBezTo>
                    <a:pt x="30" y="8"/>
                    <a:pt x="29" y="8"/>
                    <a:pt x="27" y="8"/>
                  </a:cubicBezTo>
                  <a:cubicBezTo>
                    <a:pt x="25" y="8"/>
                    <a:pt x="24" y="8"/>
                    <a:pt x="24" y="10"/>
                  </a:cubicBezTo>
                  <a:cubicBezTo>
                    <a:pt x="24" y="12"/>
                    <a:pt x="26" y="11"/>
                    <a:pt x="26" y="13"/>
                  </a:cubicBezTo>
                  <a:cubicBezTo>
                    <a:pt x="21" y="16"/>
                    <a:pt x="1" y="14"/>
                    <a:pt x="1" y="23"/>
                  </a:cubicBezTo>
                  <a:cubicBezTo>
                    <a:pt x="1" y="24"/>
                    <a:pt x="2" y="24"/>
                    <a:pt x="4" y="24"/>
                  </a:cubicBezTo>
                  <a:cubicBezTo>
                    <a:pt x="4" y="24"/>
                    <a:pt x="5" y="24"/>
                    <a:pt x="5" y="24"/>
                  </a:cubicBezTo>
                  <a:cubicBezTo>
                    <a:pt x="5" y="25"/>
                    <a:pt x="5" y="25"/>
                    <a:pt x="5" y="27"/>
                  </a:cubicBezTo>
                  <a:cubicBezTo>
                    <a:pt x="5" y="33"/>
                    <a:pt x="2" y="32"/>
                    <a:pt x="0" y="35"/>
                  </a:cubicBezTo>
                  <a:cubicBezTo>
                    <a:pt x="3" y="37"/>
                    <a:pt x="7" y="37"/>
                    <a:pt x="9" y="41"/>
                  </a:cubicBezTo>
                  <a:cubicBezTo>
                    <a:pt x="6" y="43"/>
                    <a:pt x="15" y="48"/>
                    <a:pt x="16" y="49"/>
                  </a:cubicBezTo>
                  <a:cubicBezTo>
                    <a:pt x="16" y="50"/>
                    <a:pt x="15" y="51"/>
                    <a:pt x="14" y="51"/>
                  </a:cubicBezTo>
                  <a:cubicBezTo>
                    <a:pt x="17" y="51"/>
                    <a:pt x="17" y="51"/>
                    <a:pt x="17" y="51"/>
                  </a:cubicBezTo>
                  <a:cubicBezTo>
                    <a:pt x="18" y="51"/>
                    <a:pt x="19" y="51"/>
                    <a:pt x="19" y="51"/>
                  </a:cubicBezTo>
                  <a:cubicBezTo>
                    <a:pt x="23" y="51"/>
                    <a:pt x="26" y="56"/>
                    <a:pt x="31" y="56"/>
                  </a:cubicBezTo>
                  <a:cubicBezTo>
                    <a:pt x="36" y="56"/>
                    <a:pt x="35" y="50"/>
                    <a:pt x="41" y="50"/>
                  </a:cubicBezTo>
                  <a:cubicBezTo>
                    <a:pt x="47" y="50"/>
                    <a:pt x="49" y="57"/>
                    <a:pt x="55" y="57"/>
                  </a:cubicBezTo>
                  <a:cubicBezTo>
                    <a:pt x="63" y="57"/>
                    <a:pt x="65" y="53"/>
                    <a:pt x="69" y="50"/>
                  </a:cubicBezTo>
                  <a:cubicBezTo>
                    <a:pt x="70" y="51"/>
                    <a:pt x="72" y="52"/>
                    <a:pt x="75" y="52"/>
                  </a:cubicBezTo>
                  <a:cubicBezTo>
                    <a:pt x="77" y="52"/>
                    <a:pt x="78" y="50"/>
                    <a:pt x="80" y="49"/>
                  </a:cubicBezTo>
                  <a:cubicBezTo>
                    <a:pt x="80" y="52"/>
                    <a:pt x="80" y="52"/>
                    <a:pt x="80" y="52"/>
                  </a:cubicBezTo>
                  <a:cubicBezTo>
                    <a:pt x="80" y="53"/>
                    <a:pt x="78" y="53"/>
                    <a:pt x="78" y="55"/>
                  </a:cubicBezTo>
                  <a:cubicBezTo>
                    <a:pt x="78" y="58"/>
                    <a:pt x="80" y="62"/>
                    <a:pt x="80" y="67"/>
                  </a:cubicBezTo>
                  <a:cubicBezTo>
                    <a:pt x="80" y="74"/>
                    <a:pt x="74" y="75"/>
                    <a:pt x="72" y="81"/>
                  </a:cubicBezTo>
                  <a:cubicBezTo>
                    <a:pt x="71" y="87"/>
                    <a:pt x="70" y="90"/>
                    <a:pt x="68" y="96"/>
                  </a:cubicBezTo>
                  <a:cubicBezTo>
                    <a:pt x="67" y="97"/>
                    <a:pt x="65" y="97"/>
                    <a:pt x="65" y="99"/>
                  </a:cubicBezTo>
                  <a:cubicBezTo>
                    <a:pt x="67" y="104"/>
                    <a:pt x="67" y="104"/>
                    <a:pt x="67" y="104"/>
                  </a:cubicBezTo>
                  <a:cubicBezTo>
                    <a:pt x="72" y="114"/>
                    <a:pt x="72" y="114"/>
                    <a:pt x="72" y="114"/>
                  </a:cubicBezTo>
                  <a:cubicBezTo>
                    <a:pt x="72" y="115"/>
                    <a:pt x="71" y="116"/>
                    <a:pt x="71" y="117"/>
                  </a:cubicBezTo>
                  <a:cubicBezTo>
                    <a:pt x="71" y="121"/>
                    <a:pt x="70" y="125"/>
                    <a:pt x="70" y="126"/>
                  </a:cubicBezTo>
                  <a:cubicBezTo>
                    <a:pt x="70" y="127"/>
                    <a:pt x="74" y="132"/>
                    <a:pt x="75" y="133"/>
                  </a:cubicBezTo>
                  <a:cubicBezTo>
                    <a:pt x="78" y="138"/>
                    <a:pt x="81" y="142"/>
                    <a:pt x="84" y="148"/>
                  </a:cubicBezTo>
                  <a:cubicBezTo>
                    <a:pt x="85" y="149"/>
                    <a:pt x="87" y="151"/>
                    <a:pt x="88" y="154"/>
                  </a:cubicBezTo>
                  <a:cubicBezTo>
                    <a:pt x="89" y="156"/>
                    <a:pt x="88" y="160"/>
                    <a:pt x="90" y="162"/>
                  </a:cubicBezTo>
                  <a:cubicBezTo>
                    <a:pt x="91" y="163"/>
                    <a:pt x="94" y="162"/>
                    <a:pt x="95" y="163"/>
                  </a:cubicBezTo>
                  <a:cubicBezTo>
                    <a:pt x="96" y="164"/>
                    <a:pt x="98" y="166"/>
                    <a:pt x="99" y="167"/>
                  </a:cubicBezTo>
                  <a:cubicBezTo>
                    <a:pt x="100" y="173"/>
                    <a:pt x="104" y="174"/>
                    <a:pt x="104" y="180"/>
                  </a:cubicBezTo>
                  <a:cubicBezTo>
                    <a:pt x="104" y="191"/>
                    <a:pt x="106" y="197"/>
                    <a:pt x="116" y="199"/>
                  </a:cubicBezTo>
                  <a:cubicBezTo>
                    <a:pt x="116" y="206"/>
                    <a:pt x="124" y="216"/>
                    <a:pt x="127" y="219"/>
                  </a:cubicBezTo>
                  <a:cubicBezTo>
                    <a:pt x="131" y="223"/>
                    <a:pt x="135" y="225"/>
                    <a:pt x="134" y="231"/>
                  </a:cubicBezTo>
                  <a:cubicBezTo>
                    <a:pt x="133" y="234"/>
                    <a:pt x="131" y="239"/>
                    <a:pt x="134" y="240"/>
                  </a:cubicBezTo>
                  <a:cubicBezTo>
                    <a:pt x="134" y="245"/>
                    <a:pt x="136" y="250"/>
                    <a:pt x="139" y="254"/>
                  </a:cubicBezTo>
                  <a:cubicBezTo>
                    <a:pt x="141" y="257"/>
                    <a:pt x="139" y="257"/>
                    <a:pt x="140" y="257"/>
                  </a:cubicBezTo>
                  <a:cubicBezTo>
                    <a:pt x="140" y="258"/>
                    <a:pt x="148" y="261"/>
                    <a:pt x="149" y="261"/>
                  </a:cubicBezTo>
                  <a:cubicBezTo>
                    <a:pt x="150" y="260"/>
                    <a:pt x="150" y="260"/>
                    <a:pt x="150" y="260"/>
                  </a:cubicBezTo>
                  <a:cubicBezTo>
                    <a:pt x="156" y="260"/>
                    <a:pt x="157" y="258"/>
                    <a:pt x="162" y="254"/>
                  </a:cubicBezTo>
                  <a:cubicBezTo>
                    <a:pt x="171" y="254"/>
                    <a:pt x="171" y="254"/>
                    <a:pt x="171" y="254"/>
                  </a:cubicBezTo>
                  <a:cubicBezTo>
                    <a:pt x="174" y="253"/>
                    <a:pt x="186" y="245"/>
                    <a:pt x="189" y="244"/>
                  </a:cubicBezTo>
                  <a:cubicBezTo>
                    <a:pt x="196" y="242"/>
                    <a:pt x="205" y="240"/>
                    <a:pt x="211" y="237"/>
                  </a:cubicBezTo>
                  <a:cubicBezTo>
                    <a:pt x="211" y="237"/>
                    <a:pt x="210" y="235"/>
                    <a:pt x="210" y="235"/>
                  </a:cubicBezTo>
                  <a:cubicBezTo>
                    <a:pt x="210" y="228"/>
                    <a:pt x="228" y="225"/>
                    <a:pt x="235" y="224"/>
                  </a:cubicBezTo>
                  <a:cubicBezTo>
                    <a:pt x="235" y="220"/>
                    <a:pt x="241" y="215"/>
                    <a:pt x="243" y="215"/>
                  </a:cubicBezTo>
                  <a:cubicBezTo>
                    <a:pt x="248" y="215"/>
                    <a:pt x="247" y="207"/>
                    <a:pt x="251" y="207"/>
                  </a:cubicBezTo>
                  <a:cubicBezTo>
                    <a:pt x="255" y="207"/>
                    <a:pt x="255" y="202"/>
                    <a:pt x="256" y="199"/>
                  </a:cubicBezTo>
                  <a:cubicBezTo>
                    <a:pt x="257" y="196"/>
                    <a:pt x="260" y="194"/>
                    <a:pt x="264" y="194"/>
                  </a:cubicBezTo>
                  <a:cubicBezTo>
                    <a:pt x="264" y="188"/>
                    <a:pt x="272" y="185"/>
                    <a:pt x="272" y="179"/>
                  </a:cubicBezTo>
                  <a:cubicBezTo>
                    <a:pt x="272" y="176"/>
                    <a:pt x="268" y="177"/>
                    <a:pt x="267" y="174"/>
                  </a:cubicBezTo>
                  <a:cubicBezTo>
                    <a:pt x="267" y="175"/>
                    <a:pt x="267" y="175"/>
                    <a:pt x="267" y="175"/>
                  </a:cubicBezTo>
                  <a:cubicBezTo>
                    <a:pt x="265" y="173"/>
                    <a:pt x="265" y="169"/>
                    <a:pt x="261" y="168"/>
                  </a:cubicBezTo>
                  <a:cubicBezTo>
                    <a:pt x="253" y="165"/>
                    <a:pt x="248" y="164"/>
                    <a:pt x="244" y="155"/>
                  </a:cubicBezTo>
                  <a:cubicBezTo>
                    <a:pt x="244" y="145"/>
                    <a:pt x="244" y="145"/>
                    <a:pt x="244" y="145"/>
                  </a:cubicBezTo>
                  <a:cubicBezTo>
                    <a:pt x="234" y="153"/>
                    <a:pt x="232" y="164"/>
                    <a:pt x="213" y="164"/>
                  </a:cubicBezTo>
                  <a:cubicBezTo>
                    <a:pt x="209" y="164"/>
                    <a:pt x="201" y="162"/>
                    <a:pt x="201" y="158"/>
                  </a:cubicBezTo>
                  <a:cubicBezTo>
                    <a:pt x="201" y="155"/>
                    <a:pt x="203" y="153"/>
                    <a:pt x="203" y="149"/>
                  </a:cubicBezTo>
                  <a:cubicBezTo>
                    <a:pt x="203" y="148"/>
                    <a:pt x="203" y="147"/>
                    <a:pt x="203" y="146"/>
                  </a:cubicBezTo>
                  <a:cubicBezTo>
                    <a:pt x="200" y="147"/>
                    <a:pt x="201" y="150"/>
                    <a:pt x="197" y="151"/>
                  </a:cubicBezTo>
                  <a:cubicBezTo>
                    <a:pt x="197" y="149"/>
                    <a:pt x="195" y="148"/>
                    <a:pt x="195" y="145"/>
                  </a:cubicBezTo>
                  <a:cubicBezTo>
                    <a:pt x="189" y="143"/>
                    <a:pt x="181" y="131"/>
                    <a:pt x="179" y="124"/>
                  </a:cubicBezTo>
                  <a:cubicBezTo>
                    <a:pt x="179" y="122"/>
                    <a:pt x="179" y="120"/>
                    <a:pt x="179" y="118"/>
                  </a:cubicBezTo>
                  <a:cubicBezTo>
                    <a:pt x="179" y="114"/>
                    <a:pt x="180" y="109"/>
                    <a:pt x="184" y="109"/>
                  </a:cubicBezTo>
                  <a:cubicBezTo>
                    <a:pt x="192" y="109"/>
                    <a:pt x="199" y="117"/>
                    <a:pt x="202" y="124"/>
                  </a:cubicBezTo>
                  <a:cubicBezTo>
                    <a:pt x="202" y="125"/>
                    <a:pt x="201" y="127"/>
                    <a:pt x="203" y="129"/>
                  </a:cubicBezTo>
                  <a:cubicBezTo>
                    <a:pt x="206" y="132"/>
                    <a:pt x="211" y="130"/>
                    <a:pt x="214" y="134"/>
                  </a:cubicBezTo>
                  <a:cubicBezTo>
                    <a:pt x="217" y="136"/>
                    <a:pt x="219" y="140"/>
                    <a:pt x="224" y="142"/>
                  </a:cubicBezTo>
                  <a:cubicBezTo>
                    <a:pt x="238" y="142"/>
                    <a:pt x="238" y="142"/>
                    <a:pt x="238" y="142"/>
                  </a:cubicBezTo>
                  <a:cubicBezTo>
                    <a:pt x="240" y="140"/>
                    <a:pt x="241" y="137"/>
                    <a:pt x="244" y="137"/>
                  </a:cubicBezTo>
                  <a:cubicBezTo>
                    <a:pt x="250" y="137"/>
                    <a:pt x="250" y="146"/>
                    <a:pt x="253" y="149"/>
                  </a:cubicBezTo>
                  <a:cubicBezTo>
                    <a:pt x="253" y="149"/>
                    <a:pt x="261" y="151"/>
                    <a:pt x="263" y="151"/>
                  </a:cubicBezTo>
                  <a:cubicBezTo>
                    <a:pt x="271" y="151"/>
                    <a:pt x="283" y="155"/>
                    <a:pt x="288" y="155"/>
                  </a:cubicBezTo>
                  <a:cubicBezTo>
                    <a:pt x="290" y="155"/>
                    <a:pt x="290" y="155"/>
                    <a:pt x="290" y="155"/>
                  </a:cubicBezTo>
                  <a:cubicBezTo>
                    <a:pt x="290" y="153"/>
                    <a:pt x="289" y="152"/>
                    <a:pt x="289" y="150"/>
                  </a:cubicBezTo>
                  <a:cubicBezTo>
                    <a:pt x="289" y="150"/>
                    <a:pt x="289" y="150"/>
                    <a:pt x="289" y="150"/>
                  </a:cubicBezTo>
                  <a:cubicBezTo>
                    <a:pt x="289" y="150"/>
                    <a:pt x="289" y="150"/>
                    <a:pt x="289" y="150"/>
                  </a:cubicBezTo>
                  <a:cubicBezTo>
                    <a:pt x="289" y="142"/>
                    <a:pt x="294" y="140"/>
                    <a:pt x="301" y="139"/>
                  </a:cubicBezTo>
                  <a:cubicBezTo>
                    <a:pt x="301" y="126"/>
                    <a:pt x="291" y="125"/>
                    <a:pt x="286" y="116"/>
                  </a:cubicBezTo>
                  <a:cubicBezTo>
                    <a:pt x="286" y="114"/>
                    <a:pt x="283" y="114"/>
                    <a:pt x="283" y="111"/>
                  </a:cubicBezTo>
                  <a:cubicBezTo>
                    <a:pt x="283" y="111"/>
                    <a:pt x="283" y="111"/>
                    <a:pt x="283" y="111"/>
                  </a:cubicBezTo>
                  <a:cubicBezTo>
                    <a:pt x="283" y="111"/>
                    <a:pt x="283" y="111"/>
                    <a:pt x="283" y="111"/>
                  </a:cubicBezTo>
                  <a:cubicBezTo>
                    <a:pt x="283" y="105"/>
                    <a:pt x="289" y="107"/>
                    <a:pt x="289" y="101"/>
                  </a:cubicBezTo>
                  <a:cubicBezTo>
                    <a:pt x="289" y="96"/>
                    <a:pt x="284" y="98"/>
                    <a:pt x="283" y="96"/>
                  </a:cubicBezTo>
                  <a:cubicBezTo>
                    <a:pt x="281" y="93"/>
                    <a:pt x="282" y="91"/>
                    <a:pt x="281" y="89"/>
                  </a:cubicBezTo>
                  <a:cubicBezTo>
                    <a:pt x="281" y="80"/>
                    <a:pt x="281" y="80"/>
                    <a:pt x="281" y="80"/>
                  </a:cubicBezTo>
                  <a:cubicBezTo>
                    <a:pt x="281" y="79"/>
                    <a:pt x="281" y="78"/>
                    <a:pt x="280" y="77"/>
                  </a:cubicBezTo>
                  <a:cubicBezTo>
                    <a:pt x="280" y="77"/>
                    <a:pt x="280" y="77"/>
                    <a:pt x="280" y="77"/>
                  </a:cubicBezTo>
                  <a:cubicBezTo>
                    <a:pt x="280" y="77"/>
                    <a:pt x="280" y="77"/>
                    <a:pt x="280" y="77"/>
                  </a:cubicBezTo>
                  <a:cubicBezTo>
                    <a:pt x="280" y="76"/>
                    <a:pt x="280" y="76"/>
                    <a:pt x="280" y="76"/>
                  </a:cubicBezTo>
                  <a:cubicBezTo>
                    <a:pt x="280" y="75"/>
                    <a:pt x="280" y="74"/>
                    <a:pt x="280" y="74"/>
                  </a:cubicBezTo>
                  <a:cubicBezTo>
                    <a:pt x="280" y="74"/>
                    <a:pt x="280" y="74"/>
                    <a:pt x="280" y="74"/>
                  </a:cubicBezTo>
                  <a:cubicBezTo>
                    <a:pt x="280" y="74"/>
                    <a:pt x="280" y="74"/>
                    <a:pt x="280" y="74"/>
                  </a:cubicBezTo>
                  <a:cubicBezTo>
                    <a:pt x="280" y="73"/>
                    <a:pt x="284" y="63"/>
                    <a:pt x="286" y="62"/>
                  </a:cubicBezTo>
                  <a:cubicBezTo>
                    <a:pt x="286" y="60"/>
                    <a:pt x="286" y="59"/>
                    <a:pt x="286" y="57"/>
                  </a:cubicBezTo>
                  <a:cubicBezTo>
                    <a:pt x="286" y="55"/>
                    <a:pt x="286" y="53"/>
                    <a:pt x="285" y="51"/>
                  </a:cubicBezTo>
                  <a:cubicBezTo>
                    <a:pt x="285" y="51"/>
                    <a:pt x="285" y="51"/>
                    <a:pt x="285" y="51"/>
                  </a:cubicBezTo>
                  <a:cubicBezTo>
                    <a:pt x="285" y="50"/>
                    <a:pt x="283" y="49"/>
                    <a:pt x="283" y="47"/>
                  </a:cubicBezTo>
                  <a:cubicBezTo>
                    <a:pt x="275" y="47"/>
                    <a:pt x="272" y="41"/>
                    <a:pt x="265" y="39"/>
                  </a:cubicBezTo>
                  <a:cubicBezTo>
                    <a:pt x="259" y="37"/>
                    <a:pt x="256" y="37"/>
                    <a:pt x="250" y="33"/>
                  </a:cubicBezTo>
                  <a:cubicBezTo>
                    <a:pt x="245" y="36"/>
                    <a:pt x="242" y="35"/>
                    <a:pt x="237" y="37"/>
                  </a:cubicBezTo>
                  <a:cubicBezTo>
                    <a:pt x="234" y="38"/>
                    <a:pt x="235" y="39"/>
                    <a:pt x="231" y="40"/>
                  </a:cubicBezTo>
                  <a:cubicBezTo>
                    <a:pt x="229" y="41"/>
                    <a:pt x="225" y="41"/>
                    <a:pt x="225" y="44"/>
                  </a:cubicBezTo>
                  <a:cubicBezTo>
                    <a:pt x="225" y="46"/>
                    <a:pt x="225" y="46"/>
                    <a:pt x="225" y="49"/>
                  </a:cubicBezTo>
                  <a:cubicBezTo>
                    <a:pt x="222" y="50"/>
                    <a:pt x="217" y="51"/>
                    <a:pt x="212" y="51"/>
                  </a:cubicBezTo>
                  <a:cubicBezTo>
                    <a:pt x="211" y="51"/>
                    <a:pt x="209" y="51"/>
                    <a:pt x="207" y="51"/>
                  </a:cubicBezTo>
                  <a:cubicBezTo>
                    <a:pt x="204" y="51"/>
                    <a:pt x="200" y="50"/>
                    <a:pt x="199" y="49"/>
                  </a:cubicBezTo>
                  <a:cubicBezTo>
                    <a:pt x="197" y="47"/>
                    <a:pt x="197" y="44"/>
                    <a:pt x="194" y="44"/>
                  </a:cubicBezTo>
                  <a:cubicBezTo>
                    <a:pt x="193" y="44"/>
                    <a:pt x="193" y="44"/>
                    <a:pt x="192" y="44"/>
                  </a:cubicBezTo>
                  <a:cubicBezTo>
                    <a:pt x="192" y="44"/>
                    <a:pt x="191" y="44"/>
                    <a:pt x="191" y="44"/>
                  </a:cubicBezTo>
                  <a:cubicBezTo>
                    <a:pt x="190" y="44"/>
                    <a:pt x="190" y="44"/>
                    <a:pt x="190" y="44"/>
                  </a:cubicBezTo>
                  <a:cubicBezTo>
                    <a:pt x="188" y="44"/>
                    <a:pt x="187" y="43"/>
                    <a:pt x="186" y="42"/>
                  </a:cubicBezTo>
                  <a:cubicBezTo>
                    <a:pt x="184" y="38"/>
                    <a:pt x="187" y="36"/>
                    <a:pt x="184" y="33"/>
                  </a:cubicBezTo>
                  <a:cubicBezTo>
                    <a:pt x="183" y="30"/>
                    <a:pt x="181" y="31"/>
                    <a:pt x="181" y="28"/>
                  </a:cubicBezTo>
                  <a:cubicBezTo>
                    <a:pt x="181" y="27"/>
                    <a:pt x="181" y="27"/>
                    <a:pt x="181" y="27"/>
                  </a:cubicBezTo>
                  <a:cubicBezTo>
                    <a:pt x="181" y="26"/>
                    <a:pt x="181" y="26"/>
                    <a:pt x="181" y="26"/>
                  </a:cubicBezTo>
                  <a:cubicBezTo>
                    <a:pt x="180" y="25"/>
                    <a:pt x="180" y="23"/>
                    <a:pt x="179" y="21"/>
                  </a:cubicBezTo>
                  <a:cubicBezTo>
                    <a:pt x="177" y="21"/>
                    <a:pt x="177" y="21"/>
                    <a:pt x="175" y="22"/>
                  </a:cubicBezTo>
                  <a:cubicBezTo>
                    <a:pt x="170" y="23"/>
                    <a:pt x="171" y="28"/>
                    <a:pt x="164" y="28"/>
                  </a:cubicBezTo>
                  <a:cubicBezTo>
                    <a:pt x="157" y="28"/>
                    <a:pt x="155" y="20"/>
                    <a:pt x="150" y="18"/>
                  </a:cubicBezTo>
                  <a:cubicBezTo>
                    <a:pt x="150" y="18"/>
                    <a:pt x="144" y="15"/>
                    <a:pt x="143" y="14"/>
                  </a:cubicBezTo>
                  <a:cubicBezTo>
                    <a:pt x="141" y="8"/>
                    <a:pt x="141" y="2"/>
                    <a:pt x="132" y="2"/>
                  </a:cubicBezTo>
                  <a:cubicBezTo>
                    <a:pt x="132" y="2"/>
                    <a:pt x="132" y="2"/>
                    <a:pt x="132" y="2"/>
                  </a:cubicBezTo>
                  <a:cubicBezTo>
                    <a:pt x="132" y="2"/>
                    <a:pt x="132" y="2"/>
                    <a:pt x="132" y="2"/>
                  </a:cubicBezTo>
                  <a:cubicBezTo>
                    <a:pt x="132" y="2"/>
                    <a:pt x="132" y="2"/>
                    <a:pt x="132" y="2"/>
                  </a:cubicBezTo>
                  <a:cubicBezTo>
                    <a:pt x="132" y="2"/>
                    <a:pt x="132" y="2"/>
                    <a:pt x="132" y="2"/>
                  </a:cubicBezTo>
                  <a:cubicBezTo>
                    <a:pt x="132" y="2"/>
                    <a:pt x="132" y="2"/>
                    <a:pt x="132" y="2"/>
                  </a:cubicBezTo>
                  <a:cubicBezTo>
                    <a:pt x="132" y="2"/>
                    <a:pt x="132" y="2"/>
                    <a:pt x="132" y="2"/>
                  </a:cubicBezTo>
                  <a:cubicBezTo>
                    <a:pt x="132" y="2"/>
                    <a:pt x="132" y="2"/>
                    <a:pt x="132" y="2"/>
                  </a:cubicBezTo>
                  <a:cubicBezTo>
                    <a:pt x="132" y="2"/>
                    <a:pt x="132" y="2"/>
                    <a:pt x="132" y="2"/>
                  </a:cubicBezTo>
                  <a:cubicBezTo>
                    <a:pt x="132" y="2"/>
                    <a:pt x="132" y="2"/>
                    <a:pt x="132" y="2"/>
                  </a:cubicBezTo>
                  <a:cubicBezTo>
                    <a:pt x="132" y="2"/>
                    <a:pt x="132" y="2"/>
                    <a:pt x="132" y="2"/>
                  </a:cubicBezTo>
                  <a:cubicBezTo>
                    <a:pt x="132" y="2"/>
                    <a:pt x="131" y="2"/>
                    <a:pt x="131" y="2"/>
                  </a:cubicBezTo>
                  <a:cubicBezTo>
                    <a:pt x="131" y="2"/>
                    <a:pt x="131" y="2"/>
                    <a:pt x="131" y="2"/>
                  </a:cubicBezTo>
                  <a:cubicBezTo>
                    <a:pt x="131" y="2"/>
                    <a:pt x="131" y="2"/>
                    <a:pt x="131" y="2"/>
                  </a:cubicBezTo>
                  <a:cubicBezTo>
                    <a:pt x="131" y="2"/>
                    <a:pt x="131" y="2"/>
                    <a:pt x="131" y="2"/>
                  </a:cubicBezTo>
                  <a:cubicBezTo>
                    <a:pt x="131" y="2"/>
                    <a:pt x="131" y="2"/>
                    <a:pt x="131" y="2"/>
                  </a:cubicBezTo>
                  <a:cubicBezTo>
                    <a:pt x="131" y="2"/>
                    <a:pt x="131" y="2"/>
                    <a:pt x="130" y="2"/>
                  </a:cubicBezTo>
                  <a:cubicBezTo>
                    <a:pt x="130" y="2"/>
                    <a:pt x="130" y="2"/>
                    <a:pt x="130" y="2"/>
                  </a:cubicBezTo>
                  <a:cubicBezTo>
                    <a:pt x="130" y="2"/>
                    <a:pt x="130" y="2"/>
                    <a:pt x="130" y="2"/>
                  </a:cubicBezTo>
                  <a:cubicBezTo>
                    <a:pt x="130" y="2"/>
                    <a:pt x="130" y="2"/>
                    <a:pt x="130" y="2"/>
                  </a:cubicBezTo>
                  <a:cubicBezTo>
                    <a:pt x="130" y="2"/>
                    <a:pt x="130" y="2"/>
                    <a:pt x="130" y="2"/>
                  </a:cubicBezTo>
                  <a:cubicBezTo>
                    <a:pt x="130" y="2"/>
                    <a:pt x="130" y="2"/>
                    <a:pt x="130" y="2"/>
                  </a:cubicBezTo>
                  <a:cubicBezTo>
                    <a:pt x="130" y="2"/>
                    <a:pt x="130" y="2"/>
                    <a:pt x="130" y="2"/>
                  </a:cubicBezTo>
                  <a:cubicBezTo>
                    <a:pt x="130" y="2"/>
                    <a:pt x="130" y="2"/>
                    <a:pt x="130" y="2"/>
                  </a:cubicBezTo>
                  <a:cubicBezTo>
                    <a:pt x="130" y="2"/>
                    <a:pt x="130" y="2"/>
                    <a:pt x="130" y="2"/>
                  </a:cubicBezTo>
                  <a:cubicBezTo>
                    <a:pt x="130" y="2"/>
                    <a:pt x="130" y="2"/>
                    <a:pt x="130" y="2"/>
                  </a:cubicBezTo>
                  <a:cubicBezTo>
                    <a:pt x="130" y="2"/>
                    <a:pt x="130" y="2"/>
                    <a:pt x="130" y="2"/>
                  </a:cubicBezTo>
                  <a:cubicBezTo>
                    <a:pt x="123" y="3"/>
                    <a:pt x="119" y="10"/>
                    <a:pt x="112" y="10"/>
                  </a:cubicBezTo>
                  <a:cubicBezTo>
                    <a:pt x="109" y="10"/>
                    <a:pt x="104" y="10"/>
                    <a:pt x="96" y="10"/>
                  </a:cubicBezTo>
                  <a:cubicBezTo>
                    <a:pt x="93" y="10"/>
                    <a:pt x="82" y="8"/>
                    <a:pt x="82" y="4"/>
                  </a:cubicBezTo>
                  <a:cubicBezTo>
                    <a:pt x="75" y="4"/>
                    <a:pt x="75" y="0"/>
                    <a:pt x="6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 name="Freeform 8"/>
            <p:cNvSpPr>
              <a:spLocks/>
            </p:cNvSpPr>
            <p:nvPr/>
          </p:nvSpPr>
          <p:spPr bwMode="auto">
            <a:xfrm>
              <a:off x="8515350" y="3910013"/>
              <a:ext cx="58738" cy="115888"/>
            </a:xfrm>
            <a:custGeom>
              <a:avLst/>
              <a:gdLst>
                <a:gd name="T0" fmla="*/ 4 w 16"/>
                <a:gd name="T1" fmla="*/ 0 h 31"/>
                <a:gd name="T2" fmla="*/ 0 w 16"/>
                <a:gd name="T3" fmla="*/ 23 h 31"/>
                <a:gd name="T4" fmla="*/ 7 w 16"/>
                <a:gd name="T5" fmla="*/ 31 h 31"/>
                <a:gd name="T6" fmla="*/ 16 w 16"/>
                <a:gd name="T7" fmla="*/ 19 h 31"/>
                <a:gd name="T8" fmla="*/ 4 w 16"/>
                <a:gd name="T9" fmla="*/ 0 h 31"/>
              </a:gdLst>
              <a:ahLst/>
              <a:cxnLst>
                <a:cxn ang="0">
                  <a:pos x="T0" y="T1"/>
                </a:cxn>
                <a:cxn ang="0">
                  <a:pos x="T2" y="T3"/>
                </a:cxn>
                <a:cxn ang="0">
                  <a:pos x="T4" y="T5"/>
                </a:cxn>
                <a:cxn ang="0">
                  <a:pos x="T6" y="T7"/>
                </a:cxn>
                <a:cxn ang="0">
                  <a:pos x="T8" y="T9"/>
                </a:cxn>
              </a:cxnLst>
              <a:rect l="0" t="0" r="r" b="b"/>
              <a:pathLst>
                <a:path w="16" h="31">
                  <a:moveTo>
                    <a:pt x="4" y="0"/>
                  </a:moveTo>
                  <a:cubicBezTo>
                    <a:pt x="4" y="9"/>
                    <a:pt x="0" y="15"/>
                    <a:pt x="0" y="23"/>
                  </a:cubicBezTo>
                  <a:cubicBezTo>
                    <a:pt x="0" y="27"/>
                    <a:pt x="3" y="31"/>
                    <a:pt x="7" y="31"/>
                  </a:cubicBezTo>
                  <a:cubicBezTo>
                    <a:pt x="13" y="31"/>
                    <a:pt x="16" y="24"/>
                    <a:pt x="16" y="19"/>
                  </a:cubicBezTo>
                  <a:cubicBezTo>
                    <a:pt x="16" y="10"/>
                    <a:pt x="8" y="7"/>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 name="Freeform 9"/>
            <p:cNvSpPr>
              <a:spLocks/>
            </p:cNvSpPr>
            <p:nvPr/>
          </p:nvSpPr>
          <p:spPr bwMode="auto">
            <a:xfrm>
              <a:off x="7940675" y="2967038"/>
              <a:ext cx="1230313" cy="992188"/>
            </a:xfrm>
            <a:custGeom>
              <a:avLst/>
              <a:gdLst>
                <a:gd name="T0" fmla="*/ 74 w 328"/>
                <a:gd name="T1" fmla="*/ 7 h 264"/>
                <a:gd name="T2" fmla="*/ 74 w 328"/>
                <a:gd name="T3" fmla="*/ 7 h 264"/>
                <a:gd name="T4" fmla="*/ 73 w 328"/>
                <a:gd name="T5" fmla="*/ 6 h 264"/>
                <a:gd name="T6" fmla="*/ 54 w 328"/>
                <a:gd name="T7" fmla="*/ 11 h 264"/>
                <a:gd name="T8" fmla="*/ 50 w 328"/>
                <a:gd name="T9" fmla="*/ 11 h 264"/>
                <a:gd name="T10" fmla="*/ 47 w 328"/>
                <a:gd name="T11" fmla="*/ 9 h 264"/>
                <a:gd name="T12" fmla="*/ 15 w 328"/>
                <a:gd name="T13" fmla="*/ 29 h 264"/>
                <a:gd name="T14" fmla="*/ 0 w 328"/>
                <a:gd name="T15" fmla="*/ 41 h 264"/>
                <a:gd name="T16" fmla="*/ 0 w 328"/>
                <a:gd name="T17" fmla="*/ 44 h 264"/>
                <a:gd name="T18" fmla="*/ 9 w 328"/>
                <a:gd name="T19" fmla="*/ 68 h 264"/>
                <a:gd name="T20" fmla="*/ 6 w 328"/>
                <a:gd name="T21" fmla="*/ 83 h 264"/>
                <a:gd name="T22" fmla="*/ 9 w 328"/>
                <a:gd name="T23" fmla="*/ 117 h 264"/>
                <a:gd name="T24" fmla="*/ 30 w 328"/>
                <a:gd name="T25" fmla="*/ 121 h 264"/>
                <a:gd name="T26" fmla="*/ 53 w 328"/>
                <a:gd name="T27" fmla="*/ 130 h 264"/>
                <a:gd name="T28" fmla="*/ 70 w 328"/>
                <a:gd name="T29" fmla="*/ 146 h 264"/>
                <a:gd name="T30" fmla="*/ 82 w 328"/>
                <a:gd name="T31" fmla="*/ 159 h 264"/>
                <a:gd name="T32" fmla="*/ 97 w 328"/>
                <a:gd name="T33" fmla="*/ 162 h 264"/>
                <a:gd name="T34" fmla="*/ 100 w 328"/>
                <a:gd name="T35" fmla="*/ 190 h 264"/>
                <a:gd name="T36" fmla="*/ 122 w 328"/>
                <a:gd name="T37" fmla="*/ 240 h 264"/>
                <a:gd name="T38" fmla="*/ 136 w 328"/>
                <a:gd name="T39" fmla="*/ 264 h 264"/>
                <a:gd name="T40" fmla="*/ 153 w 328"/>
                <a:gd name="T41" fmla="*/ 244 h 264"/>
                <a:gd name="T42" fmla="*/ 155 w 328"/>
                <a:gd name="T43" fmla="*/ 207 h 264"/>
                <a:gd name="T44" fmla="*/ 207 w 328"/>
                <a:gd name="T45" fmla="*/ 164 h 264"/>
                <a:gd name="T46" fmla="*/ 242 w 328"/>
                <a:gd name="T47" fmla="*/ 140 h 264"/>
                <a:gd name="T48" fmla="*/ 272 w 328"/>
                <a:gd name="T49" fmla="*/ 182 h 264"/>
                <a:gd name="T50" fmla="*/ 292 w 328"/>
                <a:gd name="T51" fmla="*/ 188 h 264"/>
                <a:gd name="T52" fmla="*/ 307 w 328"/>
                <a:gd name="T53" fmla="*/ 236 h 264"/>
                <a:gd name="T54" fmla="*/ 315 w 328"/>
                <a:gd name="T55" fmla="*/ 231 h 264"/>
                <a:gd name="T56" fmla="*/ 304 w 328"/>
                <a:gd name="T57" fmla="*/ 206 h 264"/>
                <a:gd name="T58" fmla="*/ 305 w 328"/>
                <a:gd name="T59" fmla="*/ 186 h 264"/>
                <a:gd name="T60" fmla="*/ 304 w 328"/>
                <a:gd name="T61" fmla="*/ 166 h 264"/>
                <a:gd name="T62" fmla="*/ 314 w 328"/>
                <a:gd name="T63" fmla="*/ 137 h 264"/>
                <a:gd name="T64" fmla="*/ 301 w 328"/>
                <a:gd name="T65" fmla="*/ 127 h 264"/>
                <a:gd name="T66" fmla="*/ 287 w 328"/>
                <a:gd name="T67" fmla="*/ 81 h 264"/>
                <a:gd name="T68" fmla="*/ 283 w 328"/>
                <a:gd name="T69" fmla="*/ 83 h 264"/>
                <a:gd name="T70" fmla="*/ 281 w 328"/>
                <a:gd name="T71" fmla="*/ 83 h 264"/>
                <a:gd name="T72" fmla="*/ 278 w 328"/>
                <a:gd name="T73" fmla="*/ 83 h 264"/>
                <a:gd name="T74" fmla="*/ 276 w 328"/>
                <a:gd name="T75" fmla="*/ 83 h 264"/>
                <a:gd name="T76" fmla="*/ 273 w 328"/>
                <a:gd name="T77" fmla="*/ 84 h 264"/>
                <a:gd name="T78" fmla="*/ 228 w 328"/>
                <a:gd name="T79" fmla="*/ 100 h 264"/>
                <a:gd name="T80" fmla="*/ 195 w 328"/>
                <a:gd name="T81" fmla="*/ 88 h 264"/>
                <a:gd name="T82" fmla="*/ 193 w 328"/>
                <a:gd name="T83" fmla="*/ 88 h 264"/>
                <a:gd name="T84" fmla="*/ 193 w 328"/>
                <a:gd name="T85" fmla="*/ 88 h 264"/>
                <a:gd name="T86" fmla="*/ 192 w 328"/>
                <a:gd name="T87" fmla="*/ 88 h 264"/>
                <a:gd name="T88" fmla="*/ 191 w 328"/>
                <a:gd name="T89" fmla="*/ 87 h 264"/>
                <a:gd name="T90" fmla="*/ 190 w 328"/>
                <a:gd name="T91" fmla="*/ 87 h 264"/>
                <a:gd name="T92" fmla="*/ 152 w 328"/>
                <a:gd name="T93" fmla="*/ 68 h 264"/>
                <a:gd name="T94" fmla="*/ 146 w 328"/>
                <a:gd name="T95" fmla="*/ 54 h 264"/>
                <a:gd name="T96" fmla="*/ 148 w 328"/>
                <a:gd name="T97" fmla="*/ 55 h 264"/>
                <a:gd name="T98" fmla="*/ 148 w 328"/>
                <a:gd name="T99" fmla="*/ 44 h 264"/>
                <a:gd name="T100" fmla="*/ 125 w 328"/>
                <a:gd name="T101" fmla="*/ 21 h 264"/>
                <a:gd name="T102" fmla="*/ 91 w 328"/>
                <a:gd name="T103" fmla="*/ 14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28" h="264">
                  <a:moveTo>
                    <a:pt x="85" y="0"/>
                  </a:moveTo>
                  <a:cubicBezTo>
                    <a:pt x="79" y="0"/>
                    <a:pt x="78" y="6"/>
                    <a:pt x="75" y="6"/>
                  </a:cubicBezTo>
                  <a:cubicBezTo>
                    <a:pt x="75" y="6"/>
                    <a:pt x="75" y="6"/>
                    <a:pt x="74" y="6"/>
                  </a:cubicBezTo>
                  <a:cubicBezTo>
                    <a:pt x="74" y="7"/>
                    <a:pt x="74" y="7"/>
                    <a:pt x="74" y="7"/>
                  </a:cubicBezTo>
                  <a:cubicBezTo>
                    <a:pt x="74" y="7"/>
                    <a:pt x="74" y="7"/>
                    <a:pt x="74" y="7"/>
                  </a:cubicBezTo>
                  <a:cubicBezTo>
                    <a:pt x="74" y="7"/>
                    <a:pt x="74" y="7"/>
                    <a:pt x="74" y="7"/>
                  </a:cubicBezTo>
                  <a:cubicBezTo>
                    <a:pt x="74" y="7"/>
                    <a:pt x="74" y="7"/>
                    <a:pt x="74" y="7"/>
                  </a:cubicBezTo>
                  <a:cubicBezTo>
                    <a:pt x="74" y="7"/>
                    <a:pt x="74" y="7"/>
                    <a:pt x="74" y="7"/>
                  </a:cubicBezTo>
                  <a:cubicBezTo>
                    <a:pt x="74" y="7"/>
                    <a:pt x="74" y="7"/>
                    <a:pt x="73" y="6"/>
                  </a:cubicBezTo>
                  <a:cubicBezTo>
                    <a:pt x="73" y="6"/>
                    <a:pt x="73" y="6"/>
                    <a:pt x="73" y="6"/>
                  </a:cubicBezTo>
                  <a:cubicBezTo>
                    <a:pt x="73" y="6"/>
                    <a:pt x="73" y="6"/>
                    <a:pt x="73" y="6"/>
                  </a:cubicBezTo>
                  <a:cubicBezTo>
                    <a:pt x="73" y="6"/>
                    <a:pt x="73" y="6"/>
                    <a:pt x="73" y="6"/>
                  </a:cubicBezTo>
                  <a:cubicBezTo>
                    <a:pt x="73" y="6"/>
                    <a:pt x="73" y="6"/>
                    <a:pt x="73" y="6"/>
                  </a:cubicBezTo>
                  <a:cubicBezTo>
                    <a:pt x="71" y="10"/>
                    <a:pt x="66" y="14"/>
                    <a:pt x="61" y="14"/>
                  </a:cubicBezTo>
                  <a:cubicBezTo>
                    <a:pt x="59" y="14"/>
                    <a:pt x="58" y="10"/>
                    <a:pt x="56" y="10"/>
                  </a:cubicBezTo>
                  <a:cubicBezTo>
                    <a:pt x="55" y="10"/>
                    <a:pt x="55" y="11"/>
                    <a:pt x="54" y="11"/>
                  </a:cubicBezTo>
                  <a:cubicBezTo>
                    <a:pt x="53" y="11"/>
                    <a:pt x="51" y="11"/>
                    <a:pt x="50" y="11"/>
                  </a:cubicBezTo>
                  <a:cubicBezTo>
                    <a:pt x="50" y="11"/>
                    <a:pt x="50" y="11"/>
                    <a:pt x="50" y="11"/>
                  </a:cubicBezTo>
                  <a:cubicBezTo>
                    <a:pt x="50" y="11"/>
                    <a:pt x="50" y="11"/>
                    <a:pt x="50" y="11"/>
                  </a:cubicBezTo>
                  <a:cubicBezTo>
                    <a:pt x="50" y="11"/>
                    <a:pt x="50" y="11"/>
                    <a:pt x="50" y="11"/>
                  </a:cubicBezTo>
                  <a:cubicBezTo>
                    <a:pt x="50" y="11"/>
                    <a:pt x="50" y="11"/>
                    <a:pt x="50" y="11"/>
                  </a:cubicBezTo>
                  <a:cubicBezTo>
                    <a:pt x="48" y="11"/>
                    <a:pt x="47" y="11"/>
                    <a:pt x="47" y="9"/>
                  </a:cubicBezTo>
                  <a:cubicBezTo>
                    <a:pt x="47" y="9"/>
                    <a:pt x="47" y="9"/>
                    <a:pt x="47" y="9"/>
                  </a:cubicBezTo>
                  <a:cubicBezTo>
                    <a:pt x="47" y="9"/>
                    <a:pt x="47" y="9"/>
                    <a:pt x="47" y="9"/>
                  </a:cubicBezTo>
                  <a:cubicBezTo>
                    <a:pt x="44" y="9"/>
                    <a:pt x="45" y="8"/>
                    <a:pt x="42" y="8"/>
                  </a:cubicBezTo>
                  <a:cubicBezTo>
                    <a:pt x="35" y="8"/>
                    <a:pt x="34" y="16"/>
                    <a:pt x="30" y="20"/>
                  </a:cubicBezTo>
                  <a:cubicBezTo>
                    <a:pt x="27" y="23"/>
                    <a:pt x="24" y="23"/>
                    <a:pt x="22" y="25"/>
                  </a:cubicBezTo>
                  <a:cubicBezTo>
                    <a:pt x="20" y="27"/>
                    <a:pt x="18" y="29"/>
                    <a:pt x="15" y="29"/>
                  </a:cubicBezTo>
                  <a:cubicBezTo>
                    <a:pt x="12" y="29"/>
                    <a:pt x="11" y="27"/>
                    <a:pt x="8" y="27"/>
                  </a:cubicBezTo>
                  <a:cubicBezTo>
                    <a:pt x="7" y="27"/>
                    <a:pt x="7" y="29"/>
                    <a:pt x="6" y="29"/>
                  </a:cubicBezTo>
                  <a:cubicBezTo>
                    <a:pt x="6" y="29"/>
                    <a:pt x="6" y="29"/>
                    <a:pt x="6" y="29"/>
                  </a:cubicBezTo>
                  <a:cubicBezTo>
                    <a:pt x="4" y="30"/>
                    <a:pt x="0" y="40"/>
                    <a:pt x="0" y="41"/>
                  </a:cubicBezTo>
                  <a:cubicBezTo>
                    <a:pt x="0" y="41"/>
                    <a:pt x="0" y="41"/>
                    <a:pt x="0" y="41"/>
                  </a:cubicBezTo>
                  <a:cubicBezTo>
                    <a:pt x="0" y="41"/>
                    <a:pt x="0" y="42"/>
                    <a:pt x="0" y="43"/>
                  </a:cubicBezTo>
                  <a:cubicBezTo>
                    <a:pt x="0" y="43"/>
                    <a:pt x="0" y="43"/>
                    <a:pt x="0" y="44"/>
                  </a:cubicBezTo>
                  <a:cubicBezTo>
                    <a:pt x="0" y="44"/>
                    <a:pt x="0" y="44"/>
                    <a:pt x="0" y="44"/>
                  </a:cubicBezTo>
                  <a:cubicBezTo>
                    <a:pt x="1" y="45"/>
                    <a:pt x="1" y="46"/>
                    <a:pt x="1" y="47"/>
                  </a:cubicBezTo>
                  <a:cubicBezTo>
                    <a:pt x="1" y="56"/>
                    <a:pt x="1" y="56"/>
                    <a:pt x="1" y="56"/>
                  </a:cubicBezTo>
                  <a:cubicBezTo>
                    <a:pt x="2" y="58"/>
                    <a:pt x="1" y="60"/>
                    <a:pt x="3" y="63"/>
                  </a:cubicBezTo>
                  <a:cubicBezTo>
                    <a:pt x="4" y="65"/>
                    <a:pt x="9" y="63"/>
                    <a:pt x="9" y="68"/>
                  </a:cubicBezTo>
                  <a:cubicBezTo>
                    <a:pt x="9" y="68"/>
                    <a:pt x="9" y="68"/>
                    <a:pt x="9" y="68"/>
                  </a:cubicBezTo>
                  <a:cubicBezTo>
                    <a:pt x="9" y="74"/>
                    <a:pt x="3" y="72"/>
                    <a:pt x="3" y="78"/>
                  </a:cubicBezTo>
                  <a:cubicBezTo>
                    <a:pt x="3" y="78"/>
                    <a:pt x="3" y="78"/>
                    <a:pt x="3" y="78"/>
                  </a:cubicBezTo>
                  <a:cubicBezTo>
                    <a:pt x="3" y="81"/>
                    <a:pt x="6" y="81"/>
                    <a:pt x="6" y="83"/>
                  </a:cubicBezTo>
                  <a:cubicBezTo>
                    <a:pt x="11" y="92"/>
                    <a:pt x="21" y="93"/>
                    <a:pt x="21" y="106"/>
                  </a:cubicBezTo>
                  <a:cubicBezTo>
                    <a:pt x="21" y="106"/>
                    <a:pt x="21" y="106"/>
                    <a:pt x="21" y="106"/>
                  </a:cubicBezTo>
                  <a:cubicBezTo>
                    <a:pt x="14" y="107"/>
                    <a:pt x="9" y="109"/>
                    <a:pt x="9" y="117"/>
                  </a:cubicBezTo>
                  <a:cubicBezTo>
                    <a:pt x="9" y="117"/>
                    <a:pt x="9" y="117"/>
                    <a:pt x="9" y="117"/>
                  </a:cubicBezTo>
                  <a:cubicBezTo>
                    <a:pt x="9" y="119"/>
                    <a:pt x="10" y="120"/>
                    <a:pt x="10" y="122"/>
                  </a:cubicBezTo>
                  <a:cubicBezTo>
                    <a:pt x="20" y="121"/>
                    <a:pt x="20" y="121"/>
                    <a:pt x="20" y="121"/>
                  </a:cubicBezTo>
                  <a:cubicBezTo>
                    <a:pt x="20" y="120"/>
                    <a:pt x="21" y="120"/>
                    <a:pt x="22" y="119"/>
                  </a:cubicBezTo>
                  <a:cubicBezTo>
                    <a:pt x="30" y="121"/>
                    <a:pt x="30" y="121"/>
                    <a:pt x="30" y="121"/>
                  </a:cubicBezTo>
                  <a:cubicBezTo>
                    <a:pt x="33" y="121"/>
                    <a:pt x="33" y="119"/>
                    <a:pt x="37" y="119"/>
                  </a:cubicBezTo>
                  <a:cubicBezTo>
                    <a:pt x="39" y="119"/>
                    <a:pt x="40" y="119"/>
                    <a:pt x="42" y="119"/>
                  </a:cubicBezTo>
                  <a:cubicBezTo>
                    <a:pt x="43" y="119"/>
                    <a:pt x="44" y="119"/>
                    <a:pt x="45" y="119"/>
                  </a:cubicBezTo>
                  <a:cubicBezTo>
                    <a:pt x="49" y="120"/>
                    <a:pt x="51" y="127"/>
                    <a:pt x="53" y="130"/>
                  </a:cubicBezTo>
                  <a:cubicBezTo>
                    <a:pt x="56" y="135"/>
                    <a:pt x="64" y="140"/>
                    <a:pt x="70" y="140"/>
                  </a:cubicBezTo>
                  <a:cubicBezTo>
                    <a:pt x="72" y="140"/>
                    <a:pt x="74" y="140"/>
                    <a:pt x="76" y="141"/>
                  </a:cubicBezTo>
                  <a:cubicBezTo>
                    <a:pt x="75" y="142"/>
                    <a:pt x="75" y="145"/>
                    <a:pt x="72" y="145"/>
                  </a:cubicBezTo>
                  <a:cubicBezTo>
                    <a:pt x="72" y="145"/>
                    <a:pt x="71" y="146"/>
                    <a:pt x="70" y="146"/>
                  </a:cubicBezTo>
                  <a:cubicBezTo>
                    <a:pt x="70" y="146"/>
                    <a:pt x="70" y="146"/>
                    <a:pt x="69" y="145"/>
                  </a:cubicBezTo>
                  <a:cubicBezTo>
                    <a:pt x="69" y="145"/>
                    <a:pt x="69" y="145"/>
                    <a:pt x="68" y="145"/>
                  </a:cubicBezTo>
                  <a:cubicBezTo>
                    <a:pt x="67" y="145"/>
                    <a:pt x="66" y="146"/>
                    <a:pt x="65" y="146"/>
                  </a:cubicBezTo>
                  <a:cubicBezTo>
                    <a:pt x="70" y="151"/>
                    <a:pt x="73" y="159"/>
                    <a:pt x="82" y="159"/>
                  </a:cubicBezTo>
                  <a:cubicBezTo>
                    <a:pt x="89" y="159"/>
                    <a:pt x="90" y="150"/>
                    <a:pt x="93" y="146"/>
                  </a:cubicBezTo>
                  <a:cubicBezTo>
                    <a:pt x="95" y="146"/>
                    <a:pt x="95" y="146"/>
                    <a:pt x="95" y="146"/>
                  </a:cubicBezTo>
                  <a:cubicBezTo>
                    <a:pt x="95" y="147"/>
                    <a:pt x="94" y="149"/>
                    <a:pt x="94" y="150"/>
                  </a:cubicBezTo>
                  <a:cubicBezTo>
                    <a:pt x="94" y="154"/>
                    <a:pt x="97" y="157"/>
                    <a:pt x="97" y="162"/>
                  </a:cubicBezTo>
                  <a:cubicBezTo>
                    <a:pt x="97" y="165"/>
                    <a:pt x="95" y="166"/>
                    <a:pt x="95" y="170"/>
                  </a:cubicBezTo>
                  <a:cubicBezTo>
                    <a:pt x="95" y="170"/>
                    <a:pt x="95" y="170"/>
                    <a:pt x="95" y="170"/>
                  </a:cubicBezTo>
                  <a:cubicBezTo>
                    <a:pt x="95" y="170"/>
                    <a:pt x="95" y="173"/>
                    <a:pt x="95" y="174"/>
                  </a:cubicBezTo>
                  <a:cubicBezTo>
                    <a:pt x="95" y="179"/>
                    <a:pt x="99" y="184"/>
                    <a:pt x="100" y="190"/>
                  </a:cubicBezTo>
                  <a:cubicBezTo>
                    <a:pt x="102" y="196"/>
                    <a:pt x="107" y="206"/>
                    <a:pt x="109" y="210"/>
                  </a:cubicBezTo>
                  <a:cubicBezTo>
                    <a:pt x="110" y="214"/>
                    <a:pt x="110" y="215"/>
                    <a:pt x="112" y="219"/>
                  </a:cubicBezTo>
                  <a:cubicBezTo>
                    <a:pt x="115" y="223"/>
                    <a:pt x="113" y="226"/>
                    <a:pt x="115" y="231"/>
                  </a:cubicBezTo>
                  <a:cubicBezTo>
                    <a:pt x="117" y="233"/>
                    <a:pt x="121" y="236"/>
                    <a:pt x="122" y="240"/>
                  </a:cubicBezTo>
                  <a:cubicBezTo>
                    <a:pt x="124" y="246"/>
                    <a:pt x="127" y="252"/>
                    <a:pt x="129" y="258"/>
                  </a:cubicBezTo>
                  <a:cubicBezTo>
                    <a:pt x="129" y="259"/>
                    <a:pt x="130" y="261"/>
                    <a:pt x="132" y="261"/>
                  </a:cubicBezTo>
                  <a:cubicBezTo>
                    <a:pt x="132" y="263"/>
                    <a:pt x="133" y="264"/>
                    <a:pt x="135" y="264"/>
                  </a:cubicBezTo>
                  <a:cubicBezTo>
                    <a:pt x="135" y="264"/>
                    <a:pt x="136" y="264"/>
                    <a:pt x="136" y="264"/>
                  </a:cubicBezTo>
                  <a:cubicBezTo>
                    <a:pt x="138" y="264"/>
                    <a:pt x="138" y="261"/>
                    <a:pt x="140" y="258"/>
                  </a:cubicBezTo>
                  <a:cubicBezTo>
                    <a:pt x="141" y="256"/>
                    <a:pt x="142" y="257"/>
                    <a:pt x="145" y="255"/>
                  </a:cubicBezTo>
                  <a:cubicBezTo>
                    <a:pt x="147" y="254"/>
                    <a:pt x="146" y="246"/>
                    <a:pt x="150" y="245"/>
                  </a:cubicBezTo>
                  <a:cubicBezTo>
                    <a:pt x="151" y="245"/>
                    <a:pt x="153" y="245"/>
                    <a:pt x="153" y="244"/>
                  </a:cubicBezTo>
                  <a:cubicBezTo>
                    <a:pt x="155" y="244"/>
                    <a:pt x="155" y="244"/>
                    <a:pt x="155" y="244"/>
                  </a:cubicBezTo>
                  <a:cubicBezTo>
                    <a:pt x="153" y="237"/>
                    <a:pt x="153" y="237"/>
                    <a:pt x="153" y="237"/>
                  </a:cubicBezTo>
                  <a:cubicBezTo>
                    <a:pt x="153" y="231"/>
                    <a:pt x="157" y="227"/>
                    <a:pt x="157" y="219"/>
                  </a:cubicBezTo>
                  <a:cubicBezTo>
                    <a:pt x="157" y="215"/>
                    <a:pt x="155" y="212"/>
                    <a:pt x="155" y="207"/>
                  </a:cubicBezTo>
                  <a:cubicBezTo>
                    <a:pt x="155" y="201"/>
                    <a:pt x="161" y="200"/>
                    <a:pt x="166" y="198"/>
                  </a:cubicBezTo>
                  <a:cubicBezTo>
                    <a:pt x="168" y="198"/>
                    <a:pt x="171" y="194"/>
                    <a:pt x="173" y="192"/>
                  </a:cubicBezTo>
                  <a:cubicBezTo>
                    <a:pt x="179" y="187"/>
                    <a:pt x="184" y="181"/>
                    <a:pt x="189" y="175"/>
                  </a:cubicBezTo>
                  <a:cubicBezTo>
                    <a:pt x="194" y="171"/>
                    <a:pt x="202" y="169"/>
                    <a:pt x="207" y="164"/>
                  </a:cubicBezTo>
                  <a:cubicBezTo>
                    <a:pt x="210" y="162"/>
                    <a:pt x="210" y="159"/>
                    <a:pt x="211" y="155"/>
                  </a:cubicBezTo>
                  <a:cubicBezTo>
                    <a:pt x="212" y="152"/>
                    <a:pt x="218" y="152"/>
                    <a:pt x="219" y="147"/>
                  </a:cubicBezTo>
                  <a:cubicBezTo>
                    <a:pt x="222" y="149"/>
                    <a:pt x="222" y="150"/>
                    <a:pt x="226" y="150"/>
                  </a:cubicBezTo>
                  <a:cubicBezTo>
                    <a:pt x="234" y="150"/>
                    <a:pt x="242" y="149"/>
                    <a:pt x="242" y="140"/>
                  </a:cubicBezTo>
                  <a:cubicBezTo>
                    <a:pt x="246" y="141"/>
                    <a:pt x="251" y="143"/>
                    <a:pt x="252" y="147"/>
                  </a:cubicBezTo>
                  <a:cubicBezTo>
                    <a:pt x="253" y="150"/>
                    <a:pt x="252" y="155"/>
                    <a:pt x="255" y="158"/>
                  </a:cubicBezTo>
                  <a:cubicBezTo>
                    <a:pt x="257" y="162"/>
                    <a:pt x="260" y="164"/>
                    <a:pt x="264" y="167"/>
                  </a:cubicBezTo>
                  <a:cubicBezTo>
                    <a:pt x="267" y="172"/>
                    <a:pt x="270" y="176"/>
                    <a:pt x="272" y="182"/>
                  </a:cubicBezTo>
                  <a:cubicBezTo>
                    <a:pt x="273" y="184"/>
                    <a:pt x="274" y="184"/>
                    <a:pt x="274" y="186"/>
                  </a:cubicBezTo>
                  <a:cubicBezTo>
                    <a:pt x="274" y="189"/>
                    <a:pt x="273" y="191"/>
                    <a:pt x="273" y="194"/>
                  </a:cubicBezTo>
                  <a:cubicBezTo>
                    <a:pt x="273" y="198"/>
                    <a:pt x="273" y="202"/>
                    <a:pt x="277" y="202"/>
                  </a:cubicBezTo>
                  <a:cubicBezTo>
                    <a:pt x="285" y="202"/>
                    <a:pt x="287" y="193"/>
                    <a:pt x="292" y="188"/>
                  </a:cubicBezTo>
                  <a:cubicBezTo>
                    <a:pt x="294" y="190"/>
                    <a:pt x="293" y="191"/>
                    <a:pt x="295" y="193"/>
                  </a:cubicBezTo>
                  <a:cubicBezTo>
                    <a:pt x="295" y="194"/>
                    <a:pt x="297" y="193"/>
                    <a:pt x="298" y="194"/>
                  </a:cubicBezTo>
                  <a:cubicBezTo>
                    <a:pt x="301" y="199"/>
                    <a:pt x="296" y="207"/>
                    <a:pt x="300" y="207"/>
                  </a:cubicBezTo>
                  <a:cubicBezTo>
                    <a:pt x="300" y="216"/>
                    <a:pt x="307" y="224"/>
                    <a:pt x="307" y="236"/>
                  </a:cubicBezTo>
                  <a:cubicBezTo>
                    <a:pt x="307" y="239"/>
                    <a:pt x="305" y="246"/>
                    <a:pt x="307" y="247"/>
                  </a:cubicBezTo>
                  <a:cubicBezTo>
                    <a:pt x="307" y="247"/>
                    <a:pt x="307" y="247"/>
                    <a:pt x="307" y="247"/>
                  </a:cubicBezTo>
                  <a:cubicBezTo>
                    <a:pt x="310" y="242"/>
                    <a:pt x="311" y="239"/>
                    <a:pt x="313" y="234"/>
                  </a:cubicBezTo>
                  <a:cubicBezTo>
                    <a:pt x="313" y="233"/>
                    <a:pt x="315" y="232"/>
                    <a:pt x="315" y="231"/>
                  </a:cubicBezTo>
                  <a:cubicBezTo>
                    <a:pt x="315" y="228"/>
                    <a:pt x="311" y="215"/>
                    <a:pt x="309" y="213"/>
                  </a:cubicBezTo>
                  <a:cubicBezTo>
                    <a:pt x="307" y="211"/>
                    <a:pt x="304" y="209"/>
                    <a:pt x="304" y="206"/>
                  </a:cubicBezTo>
                  <a:cubicBezTo>
                    <a:pt x="304" y="206"/>
                    <a:pt x="304" y="206"/>
                    <a:pt x="304" y="206"/>
                  </a:cubicBezTo>
                  <a:cubicBezTo>
                    <a:pt x="304" y="206"/>
                    <a:pt x="304" y="206"/>
                    <a:pt x="304" y="206"/>
                  </a:cubicBezTo>
                  <a:cubicBezTo>
                    <a:pt x="304" y="206"/>
                    <a:pt x="305" y="205"/>
                    <a:pt x="305" y="204"/>
                  </a:cubicBezTo>
                  <a:cubicBezTo>
                    <a:pt x="305" y="204"/>
                    <a:pt x="305" y="204"/>
                    <a:pt x="305" y="204"/>
                  </a:cubicBezTo>
                  <a:cubicBezTo>
                    <a:pt x="305" y="204"/>
                    <a:pt x="307" y="200"/>
                    <a:pt x="307" y="198"/>
                  </a:cubicBezTo>
                  <a:cubicBezTo>
                    <a:pt x="307" y="195"/>
                    <a:pt x="307" y="189"/>
                    <a:pt x="305" y="186"/>
                  </a:cubicBezTo>
                  <a:cubicBezTo>
                    <a:pt x="303" y="183"/>
                    <a:pt x="300" y="183"/>
                    <a:pt x="300" y="178"/>
                  </a:cubicBezTo>
                  <a:cubicBezTo>
                    <a:pt x="300" y="178"/>
                    <a:pt x="300" y="178"/>
                    <a:pt x="300" y="178"/>
                  </a:cubicBezTo>
                  <a:cubicBezTo>
                    <a:pt x="300" y="178"/>
                    <a:pt x="300" y="178"/>
                    <a:pt x="300" y="178"/>
                  </a:cubicBezTo>
                  <a:cubicBezTo>
                    <a:pt x="300" y="173"/>
                    <a:pt x="301" y="169"/>
                    <a:pt x="304" y="166"/>
                  </a:cubicBezTo>
                  <a:cubicBezTo>
                    <a:pt x="306" y="165"/>
                    <a:pt x="309" y="165"/>
                    <a:pt x="311" y="164"/>
                  </a:cubicBezTo>
                  <a:cubicBezTo>
                    <a:pt x="318" y="159"/>
                    <a:pt x="322" y="157"/>
                    <a:pt x="328" y="148"/>
                  </a:cubicBezTo>
                  <a:cubicBezTo>
                    <a:pt x="326" y="148"/>
                    <a:pt x="326" y="149"/>
                    <a:pt x="324" y="149"/>
                  </a:cubicBezTo>
                  <a:cubicBezTo>
                    <a:pt x="318" y="149"/>
                    <a:pt x="314" y="143"/>
                    <a:pt x="314" y="137"/>
                  </a:cubicBezTo>
                  <a:cubicBezTo>
                    <a:pt x="311" y="136"/>
                    <a:pt x="311" y="128"/>
                    <a:pt x="309" y="128"/>
                  </a:cubicBezTo>
                  <a:cubicBezTo>
                    <a:pt x="306" y="128"/>
                    <a:pt x="305" y="130"/>
                    <a:pt x="303" y="130"/>
                  </a:cubicBezTo>
                  <a:cubicBezTo>
                    <a:pt x="302" y="130"/>
                    <a:pt x="301" y="128"/>
                    <a:pt x="301" y="127"/>
                  </a:cubicBezTo>
                  <a:cubicBezTo>
                    <a:pt x="301" y="127"/>
                    <a:pt x="301" y="127"/>
                    <a:pt x="301" y="127"/>
                  </a:cubicBezTo>
                  <a:cubicBezTo>
                    <a:pt x="301" y="127"/>
                    <a:pt x="301" y="127"/>
                    <a:pt x="301" y="127"/>
                  </a:cubicBezTo>
                  <a:cubicBezTo>
                    <a:pt x="301" y="116"/>
                    <a:pt x="309" y="116"/>
                    <a:pt x="309" y="105"/>
                  </a:cubicBezTo>
                  <a:cubicBezTo>
                    <a:pt x="309" y="99"/>
                    <a:pt x="305" y="97"/>
                    <a:pt x="302" y="93"/>
                  </a:cubicBezTo>
                  <a:cubicBezTo>
                    <a:pt x="295" y="89"/>
                    <a:pt x="289" y="90"/>
                    <a:pt x="287" y="81"/>
                  </a:cubicBezTo>
                  <a:cubicBezTo>
                    <a:pt x="285" y="81"/>
                    <a:pt x="285" y="81"/>
                    <a:pt x="285" y="81"/>
                  </a:cubicBezTo>
                  <a:cubicBezTo>
                    <a:pt x="283" y="83"/>
                    <a:pt x="283" y="83"/>
                    <a:pt x="283" y="83"/>
                  </a:cubicBezTo>
                  <a:cubicBezTo>
                    <a:pt x="283" y="83"/>
                    <a:pt x="283" y="83"/>
                    <a:pt x="283" y="83"/>
                  </a:cubicBezTo>
                  <a:cubicBezTo>
                    <a:pt x="283" y="83"/>
                    <a:pt x="283" y="83"/>
                    <a:pt x="283" y="83"/>
                  </a:cubicBezTo>
                  <a:cubicBezTo>
                    <a:pt x="283" y="83"/>
                    <a:pt x="283" y="83"/>
                    <a:pt x="282" y="83"/>
                  </a:cubicBezTo>
                  <a:cubicBezTo>
                    <a:pt x="282" y="83"/>
                    <a:pt x="282" y="83"/>
                    <a:pt x="281" y="83"/>
                  </a:cubicBezTo>
                  <a:cubicBezTo>
                    <a:pt x="281" y="83"/>
                    <a:pt x="281" y="83"/>
                    <a:pt x="281" y="83"/>
                  </a:cubicBezTo>
                  <a:cubicBezTo>
                    <a:pt x="281" y="83"/>
                    <a:pt x="281" y="83"/>
                    <a:pt x="281" y="83"/>
                  </a:cubicBezTo>
                  <a:cubicBezTo>
                    <a:pt x="281" y="83"/>
                    <a:pt x="281" y="83"/>
                    <a:pt x="281" y="83"/>
                  </a:cubicBezTo>
                  <a:cubicBezTo>
                    <a:pt x="280" y="83"/>
                    <a:pt x="279" y="83"/>
                    <a:pt x="278" y="83"/>
                  </a:cubicBezTo>
                  <a:cubicBezTo>
                    <a:pt x="278" y="83"/>
                    <a:pt x="278" y="83"/>
                    <a:pt x="278" y="83"/>
                  </a:cubicBezTo>
                  <a:cubicBezTo>
                    <a:pt x="278" y="83"/>
                    <a:pt x="278" y="83"/>
                    <a:pt x="278" y="83"/>
                  </a:cubicBezTo>
                  <a:cubicBezTo>
                    <a:pt x="278" y="83"/>
                    <a:pt x="278" y="83"/>
                    <a:pt x="278" y="83"/>
                  </a:cubicBezTo>
                  <a:cubicBezTo>
                    <a:pt x="278" y="83"/>
                    <a:pt x="278" y="83"/>
                    <a:pt x="278" y="83"/>
                  </a:cubicBezTo>
                  <a:cubicBezTo>
                    <a:pt x="278" y="83"/>
                    <a:pt x="278" y="83"/>
                    <a:pt x="278" y="83"/>
                  </a:cubicBezTo>
                  <a:cubicBezTo>
                    <a:pt x="277" y="83"/>
                    <a:pt x="276" y="83"/>
                    <a:pt x="276" y="83"/>
                  </a:cubicBezTo>
                  <a:cubicBezTo>
                    <a:pt x="276" y="83"/>
                    <a:pt x="275" y="83"/>
                    <a:pt x="275" y="83"/>
                  </a:cubicBezTo>
                  <a:cubicBezTo>
                    <a:pt x="275" y="83"/>
                    <a:pt x="275" y="83"/>
                    <a:pt x="275" y="83"/>
                  </a:cubicBezTo>
                  <a:cubicBezTo>
                    <a:pt x="275" y="83"/>
                    <a:pt x="274" y="83"/>
                    <a:pt x="273" y="83"/>
                  </a:cubicBezTo>
                  <a:cubicBezTo>
                    <a:pt x="273" y="83"/>
                    <a:pt x="273" y="84"/>
                    <a:pt x="273" y="84"/>
                  </a:cubicBezTo>
                  <a:cubicBezTo>
                    <a:pt x="272" y="85"/>
                    <a:pt x="272" y="86"/>
                    <a:pt x="270" y="87"/>
                  </a:cubicBezTo>
                  <a:cubicBezTo>
                    <a:pt x="268" y="88"/>
                    <a:pt x="258" y="96"/>
                    <a:pt x="254" y="96"/>
                  </a:cubicBezTo>
                  <a:cubicBezTo>
                    <a:pt x="250" y="96"/>
                    <a:pt x="247" y="93"/>
                    <a:pt x="241" y="93"/>
                  </a:cubicBezTo>
                  <a:cubicBezTo>
                    <a:pt x="233" y="93"/>
                    <a:pt x="232" y="98"/>
                    <a:pt x="228" y="100"/>
                  </a:cubicBezTo>
                  <a:cubicBezTo>
                    <a:pt x="228" y="98"/>
                    <a:pt x="227" y="93"/>
                    <a:pt x="225" y="93"/>
                  </a:cubicBezTo>
                  <a:cubicBezTo>
                    <a:pt x="224" y="93"/>
                    <a:pt x="223" y="95"/>
                    <a:pt x="220" y="95"/>
                  </a:cubicBezTo>
                  <a:cubicBezTo>
                    <a:pt x="216" y="95"/>
                    <a:pt x="212" y="95"/>
                    <a:pt x="208" y="95"/>
                  </a:cubicBezTo>
                  <a:cubicBezTo>
                    <a:pt x="202" y="95"/>
                    <a:pt x="199" y="91"/>
                    <a:pt x="195" y="88"/>
                  </a:cubicBezTo>
                  <a:cubicBezTo>
                    <a:pt x="195" y="88"/>
                    <a:pt x="195" y="88"/>
                    <a:pt x="194" y="88"/>
                  </a:cubicBezTo>
                  <a:cubicBezTo>
                    <a:pt x="194" y="88"/>
                    <a:pt x="194" y="88"/>
                    <a:pt x="194" y="88"/>
                  </a:cubicBezTo>
                  <a:cubicBezTo>
                    <a:pt x="194" y="88"/>
                    <a:pt x="194" y="88"/>
                    <a:pt x="194" y="88"/>
                  </a:cubicBezTo>
                  <a:cubicBezTo>
                    <a:pt x="194" y="88"/>
                    <a:pt x="194" y="88"/>
                    <a:pt x="193" y="88"/>
                  </a:cubicBezTo>
                  <a:cubicBezTo>
                    <a:pt x="193" y="88"/>
                    <a:pt x="193" y="88"/>
                    <a:pt x="193" y="88"/>
                  </a:cubicBezTo>
                  <a:cubicBezTo>
                    <a:pt x="193" y="88"/>
                    <a:pt x="193" y="88"/>
                    <a:pt x="193" y="88"/>
                  </a:cubicBezTo>
                  <a:cubicBezTo>
                    <a:pt x="193" y="88"/>
                    <a:pt x="193" y="88"/>
                    <a:pt x="193" y="88"/>
                  </a:cubicBezTo>
                  <a:cubicBezTo>
                    <a:pt x="193" y="88"/>
                    <a:pt x="193" y="88"/>
                    <a:pt x="193" y="88"/>
                  </a:cubicBezTo>
                  <a:cubicBezTo>
                    <a:pt x="193" y="88"/>
                    <a:pt x="193" y="88"/>
                    <a:pt x="193" y="88"/>
                  </a:cubicBezTo>
                  <a:cubicBezTo>
                    <a:pt x="193" y="88"/>
                    <a:pt x="193" y="88"/>
                    <a:pt x="193" y="88"/>
                  </a:cubicBezTo>
                  <a:cubicBezTo>
                    <a:pt x="192" y="88"/>
                    <a:pt x="192" y="88"/>
                    <a:pt x="192" y="88"/>
                  </a:cubicBezTo>
                  <a:cubicBezTo>
                    <a:pt x="192" y="88"/>
                    <a:pt x="192" y="88"/>
                    <a:pt x="192" y="88"/>
                  </a:cubicBezTo>
                  <a:cubicBezTo>
                    <a:pt x="192" y="88"/>
                    <a:pt x="192" y="88"/>
                    <a:pt x="192" y="88"/>
                  </a:cubicBezTo>
                  <a:cubicBezTo>
                    <a:pt x="192" y="88"/>
                    <a:pt x="192" y="88"/>
                    <a:pt x="192" y="88"/>
                  </a:cubicBezTo>
                  <a:cubicBezTo>
                    <a:pt x="192" y="88"/>
                    <a:pt x="192" y="88"/>
                    <a:pt x="192" y="88"/>
                  </a:cubicBezTo>
                  <a:cubicBezTo>
                    <a:pt x="191" y="88"/>
                    <a:pt x="191" y="88"/>
                    <a:pt x="191" y="87"/>
                  </a:cubicBezTo>
                  <a:cubicBezTo>
                    <a:pt x="191" y="87"/>
                    <a:pt x="191" y="87"/>
                    <a:pt x="191" y="87"/>
                  </a:cubicBezTo>
                  <a:cubicBezTo>
                    <a:pt x="191" y="87"/>
                    <a:pt x="191" y="87"/>
                    <a:pt x="191" y="87"/>
                  </a:cubicBezTo>
                  <a:cubicBezTo>
                    <a:pt x="191" y="87"/>
                    <a:pt x="191" y="87"/>
                    <a:pt x="190" y="87"/>
                  </a:cubicBezTo>
                  <a:cubicBezTo>
                    <a:pt x="190" y="87"/>
                    <a:pt x="190" y="87"/>
                    <a:pt x="190" y="87"/>
                  </a:cubicBezTo>
                  <a:cubicBezTo>
                    <a:pt x="189" y="85"/>
                    <a:pt x="189" y="83"/>
                    <a:pt x="187" y="82"/>
                  </a:cubicBezTo>
                  <a:cubicBezTo>
                    <a:pt x="183" y="80"/>
                    <a:pt x="180" y="81"/>
                    <a:pt x="177" y="78"/>
                  </a:cubicBezTo>
                  <a:cubicBezTo>
                    <a:pt x="173" y="74"/>
                    <a:pt x="170" y="76"/>
                    <a:pt x="164" y="74"/>
                  </a:cubicBezTo>
                  <a:cubicBezTo>
                    <a:pt x="159" y="73"/>
                    <a:pt x="157" y="70"/>
                    <a:pt x="152" y="68"/>
                  </a:cubicBezTo>
                  <a:cubicBezTo>
                    <a:pt x="151" y="68"/>
                    <a:pt x="148" y="68"/>
                    <a:pt x="148" y="66"/>
                  </a:cubicBezTo>
                  <a:cubicBezTo>
                    <a:pt x="146" y="63"/>
                    <a:pt x="147" y="60"/>
                    <a:pt x="146" y="57"/>
                  </a:cubicBezTo>
                  <a:cubicBezTo>
                    <a:pt x="146" y="54"/>
                    <a:pt x="146" y="54"/>
                    <a:pt x="146" y="54"/>
                  </a:cubicBezTo>
                  <a:cubicBezTo>
                    <a:pt x="146" y="54"/>
                    <a:pt x="146" y="54"/>
                    <a:pt x="146" y="54"/>
                  </a:cubicBezTo>
                  <a:cubicBezTo>
                    <a:pt x="146" y="54"/>
                    <a:pt x="147" y="54"/>
                    <a:pt x="147" y="55"/>
                  </a:cubicBezTo>
                  <a:cubicBezTo>
                    <a:pt x="147" y="55"/>
                    <a:pt x="148" y="55"/>
                    <a:pt x="148" y="55"/>
                  </a:cubicBezTo>
                  <a:cubicBezTo>
                    <a:pt x="148" y="55"/>
                    <a:pt x="148" y="55"/>
                    <a:pt x="148" y="55"/>
                  </a:cubicBezTo>
                  <a:cubicBezTo>
                    <a:pt x="148" y="55"/>
                    <a:pt x="148" y="55"/>
                    <a:pt x="148" y="55"/>
                  </a:cubicBezTo>
                  <a:cubicBezTo>
                    <a:pt x="150" y="55"/>
                    <a:pt x="152" y="54"/>
                    <a:pt x="152" y="51"/>
                  </a:cubicBezTo>
                  <a:cubicBezTo>
                    <a:pt x="152" y="48"/>
                    <a:pt x="148" y="47"/>
                    <a:pt x="148" y="44"/>
                  </a:cubicBezTo>
                  <a:cubicBezTo>
                    <a:pt x="148" y="44"/>
                    <a:pt x="148" y="44"/>
                    <a:pt x="148" y="44"/>
                  </a:cubicBezTo>
                  <a:cubicBezTo>
                    <a:pt x="148" y="44"/>
                    <a:pt x="148" y="44"/>
                    <a:pt x="148" y="44"/>
                  </a:cubicBezTo>
                  <a:cubicBezTo>
                    <a:pt x="148" y="37"/>
                    <a:pt x="159" y="38"/>
                    <a:pt x="159" y="30"/>
                  </a:cubicBezTo>
                  <a:cubicBezTo>
                    <a:pt x="159" y="27"/>
                    <a:pt x="152" y="22"/>
                    <a:pt x="150" y="22"/>
                  </a:cubicBezTo>
                  <a:cubicBezTo>
                    <a:pt x="145" y="22"/>
                    <a:pt x="143" y="27"/>
                    <a:pt x="138" y="27"/>
                  </a:cubicBezTo>
                  <a:cubicBezTo>
                    <a:pt x="132" y="26"/>
                    <a:pt x="129" y="26"/>
                    <a:pt x="125" y="21"/>
                  </a:cubicBezTo>
                  <a:cubicBezTo>
                    <a:pt x="123" y="20"/>
                    <a:pt x="125" y="16"/>
                    <a:pt x="122" y="15"/>
                  </a:cubicBezTo>
                  <a:cubicBezTo>
                    <a:pt x="117" y="14"/>
                    <a:pt x="115" y="15"/>
                    <a:pt x="115" y="10"/>
                  </a:cubicBezTo>
                  <a:cubicBezTo>
                    <a:pt x="111" y="10"/>
                    <a:pt x="109" y="10"/>
                    <a:pt x="105" y="10"/>
                  </a:cubicBezTo>
                  <a:cubicBezTo>
                    <a:pt x="99" y="10"/>
                    <a:pt x="97" y="14"/>
                    <a:pt x="91" y="14"/>
                  </a:cubicBezTo>
                  <a:cubicBezTo>
                    <a:pt x="88" y="14"/>
                    <a:pt x="87" y="11"/>
                    <a:pt x="87" y="8"/>
                  </a:cubicBezTo>
                  <a:cubicBezTo>
                    <a:pt x="87" y="7"/>
                    <a:pt x="87" y="6"/>
                    <a:pt x="87" y="5"/>
                  </a:cubicBezTo>
                  <a:cubicBezTo>
                    <a:pt x="87" y="2"/>
                    <a:pt x="87" y="0"/>
                    <a:pt x="8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 name="Freeform 10"/>
            <p:cNvSpPr>
              <a:spLocks/>
            </p:cNvSpPr>
            <p:nvPr/>
          </p:nvSpPr>
          <p:spPr bwMode="auto">
            <a:xfrm>
              <a:off x="8991600" y="4033838"/>
              <a:ext cx="322263" cy="349250"/>
            </a:xfrm>
            <a:custGeom>
              <a:avLst/>
              <a:gdLst>
                <a:gd name="T0" fmla="*/ 2 w 86"/>
                <a:gd name="T1" fmla="*/ 0 h 93"/>
                <a:gd name="T2" fmla="*/ 0 w 86"/>
                <a:gd name="T3" fmla="*/ 0 h 93"/>
                <a:gd name="T4" fmla="*/ 0 w 86"/>
                <a:gd name="T5" fmla="*/ 2 h 93"/>
                <a:gd name="T6" fmla="*/ 7 w 86"/>
                <a:gd name="T7" fmla="*/ 14 h 93"/>
                <a:gd name="T8" fmla="*/ 14 w 86"/>
                <a:gd name="T9" fmla="*/ 16 h 93"/>
                <a:gd name="T10" fmla="*/ 18 w 86"/>
                <a:gd name="T11" fmla="*/ 25 h 93"/>
                <a:gd name="T12" fmla="*/ 29 w 86"/>
                <a:gd name="T13" fmla="*/ 34 h 93"/>
                <a:gd name="T14" fmla="*/ 33 w 86"/>
                <a:gd name="T15" fmla="*/ 44 h 93"/>
                <a:gd name="T16" fmla="*/ 37 w 86"/>
                <a:gd name="T17" fmla="*/ 46 h 93"/>
                <a:gd name="T18" fmla="*/ 38 w 86"/>
                <a:gd name="T19" fmla="*/ 48 h 93"/>
                <a:gd name="T20" fmla="*/ 43 w 86"/>
                <a:gd name="T21" fmla="*/ 55 h 93"/>
                <a:gd name="T22" fmla="*/ 54 w 86"/>
                <a:gd name="T23" fmla="*/ 73 h 93"/>
                <a:gd name="T24" fmla="*/ 70 w 86"/>
                <a:gd name="T25" fmla="*/ 85 h 93"/>
                <a:gd name="T26" fmla="*/ 77 w 86"/>
                <a:gd name="T27" fmla="*/ 93 h 93"/>
                <a:gd name="T28" fmla="*/ 84 w 86"/>
                <a:gd name="T29" fmla="*/ 89 h 93"/>
                <a:gd name="T30" fmla="*/ 86 w 86"/>
                <a:gd name="T31" fmla="*/ 81 h 93"/>
                <a:gd name="T32" fmla="*/ 86 w 86"/>
                <a:gd name="T33" fmla="*/ 69 h 93"/>
                <a:gd name="T34" fmla="*/ 80 w 86"/>
                <a:gd name="T35" fmla="*/ 63 h 93"/>
                <a:gd name="T36" fmla="*/ 73 w 86"/>
                <a:gd name="T37" fmla="*/ 53 h 93"/>
                <a:gd name="T38" fmla="*/ 68 w 86"/>
                <a:gd name="T39" fmla="*/ 48 h 93"/>
                <a:gd name="T40" fmla="*/ 69 w 86"/>
                <a:gd name="T41" fmla="*/ 45 h 93"/>
                <a:gd name="T42" fmla="*/ 67 w 86"/>
                <a:gd name="T43" fmla="*/ 43 h 93"/>
                <a:gd name="T44" fmla="*/ 64 w 86"/>
                <a:gd name="T45" fmla="*/ 43 h 93"/>
                <a:gd name="T46" fmla="*/ 65 w 86"/>
                <a:gd name="T47" fmla="*/ 41 h 93"/>
                <a:gd name="T48" fmla="*/ 56 w 86"/>
                <a:gd name="T49" fmla="*/ 34 h 93"/>
                <a:gd name="T50" fmla="*/ 39 w 86"/>
                <a:gd name="T51" fmla="*/ 22 h 93"/>
                <a:gd name="T52" fmla="*/ 30 w 86"/>
                <a:gd name="T53" fmla="*/ 15 h 93"/>
                <a:gd name="T54" fmla="*/ 27 w 86"/>
                <a:gd name="T55" fmla="*/ 13 h 93"/>
                <a:gd name="T56" fmla="*/ 17 w 86"/>
                <a:gd name="T57" fmla="*/ 3 h 93"/>
                <a:gd name="T58" fmla="*/ 7 w 86"/>
                <a:gd name="T59" fmla="*/ 3 h 93"/>
                <a:gd name="T60" fmla="*/ 2 w 86"/>
                <a:gd name="T61"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6" h="93">
                  <a:moveTo>
                    <a:pt x="2" y="0"/>
                  </a:moveTo>
                  <a:cubicBezTo>
                    <a:pt x="1" y="0"/>
                    <a:pt x="0" y="0"/>
                    <a:pt x="0" y="0"/>
                  </a:cubicBezTo>
                  <a:cubicBezTo>
                    <a:pt x="0" y="2"/>
                    <a:pt x="0" y="2"/>
                    <a:pt x="0" y="2"/>
                  </a:cubicBezTo>
                  <a:cubicBezTo>
                    <a:pt x="1" y="5"/>
                    <a:pt x="5" y="13"/>
                    <a:pt x="7" y="14"/>
                  </a:cubicBezTo>
                  <a:cubicBezTo>
                    <a:pt x="10" y="14"/>
                    <a:pt x="13" y="14"/>
                    <a:pt x="14" y="16"/>
                  </a:cubicBezTo>
                  <a:cubicBezTo>
                    <a:pt x="16" y="20"/>
                    <a:pt x="17" y="21"/>
                    <a:pt x="18" y="25"/>
                  </a:cubicBezTo>
                  <a:cubicBezTo>
                    <a:pt x="20" y="29"/>
                    <a:pt x="27" y="28"/>
                    <a:pt x="29" y="34"/>
                  </a:cubicBezTo>
                  <a:cubicBezTo>
                    <a:pt x="29" y="36"/>
                    <a:pt x="31" y="43"/>
                    <a:pt x="33" y="44"/>
                  </a:cubicBezTo>
                  <a:cubicBezTo>
                    <a:pt x="34" y="45"/>
                    <a:pt x="37" y="45"/>
                    <a:pt x="37" y="46"/>
                  </a:cubicBezTo>
                  <a:cubicBezTo>
                    <a:pt x="38" y="46"/>
                    <a:pt x="37" y="48"/>
                    <a:pt x="38" y="48"/>
                  </a:cubicBezTo>
                  <a:cubicBezTo>
                    <a:pt x="39" y="48"/>
                    <a:pt x="42" y="54"/>
                    <a:pt x="43" y="55"/>
                  </a:cubicBezTo>
                  <a:cubicBezTo>
                    <a:pt x="46" y="62"/>
                    <a:pt x="48" y="67"/>
                    <a:pt x="54" y="73"/>
                  </a:cubicBezTo>
                  <a:cubicBezTo>
                    <a:pt x="59" y="78"/>
                    <a:pt x="64" y="80"/>
                    <a:pt x="70" y="85"/>
                  </a:cubicBezTo>
                  <a:cubicBezTo>
                    <a:pt x="70" y="86"/>
                    <a:pt x="75" y="93"/>
                    <a:pt x="77" y="93"/>
                  </a:cubicBezTo>
                  <a:cubicBezTo>
                    <a:pt x="79" y="93"/>
                    <a:pt x="84" y="92"/>
                    <a:pt x="84" y="89"/>
                  </a:cubicBezTo>
                  <a:cubicBezTo>
                    <a:pt x="84" y="86"/>
                    <a:pt x="83" y="82"/>
                    <a:pt x="86" y="81"/>
                  </a:cubicBezTo>
                  <a:cubicBezTo>
                    <a:pt x="86" y="75"/>
                    <a:pt x="86" y="73"/>
                    <a:pt x="86" y="69"/>
                  </a:cubicBezTo>
                  <a:cubicBezTo>
                    <a:pt x="86" y="66"/>
                    <a:pt x="82" y="65"/>
                    <a:pt x="80" y="63"/>
                  </a:cubicBezTo>
                  <a:cubicBezTo>
                    <a:pt x="77" y="60"/>
                    <a:pt x="73" y="59"/>
                    <a:pt x="73" y="53"/>
                  </a:cubicBezTo>
                  <a:cubicBezTo>
                    <a:pt x="70" y="53"/>
                    <a:pt x="68" y="52"/>
                    <a:pt x="68" y="48"/>
                  </a:cubicBezTo>
                  <a:cubicBezTo>
                    <a:pt x="69" y="45"/>
                    <a:pt x="69" y="45"/>
                    <a:pt x="69" y="45"/>
                  </a:cubicBezTo>
                  <a:cubicBezTo>
                    <a:pt x="69" y="44"/>
                    <a:pt x="68" y="43"/>
                    <a:pt x="67" y="43"/>
                  </a:cubicBezTo>
                  <a:cubicBezTo>
                    <a:pt x="66" y="43"/>
                    <a:pt x="65" y="43"/>
                    <a:pt x="64" y="43"/>
                  </a:cubicBezTo>
                  <a:cubicBezTo>
                    <a:pt x="65" y="41"/>
                    <a:pt x="65" y="41"/>
                    <a:pt x="65" y="41"/>
                  </a:cubicBezTo>
                  <a:cubicBezTo>
                    <a:pt x="65" y="37"/>
                    <a:pt x="60" y="36"/>
                    <a:pt x="56" y="34"/>
                  </a:cubicBezTo>
                  <a:cubicBezTo>
                    <a:pt x="48" y="32"/>
                    <a:pt x="45" y="28"/>
                    <a:pt x="39" y="22"/>
                  </a:cubicBezTo>
                  <a:cubicBezTo>
                    <a:pt x="36" y="20"/>
                    <a:pt x="34" y="16"/>
                    <a:pt x="30" y="15"/>
                  </a:cubicBezTo>
                  <a:cubicBezTo>
                    <a:pt x="29" y="15"/>
                    <a:pt x="28" y="15"/>
                    <a:pt x="27" y="13"/>
                  </a:cubicBezTo>
                  <a:cubicBezTo>
                    <a:pt x="25" y="9"/>
                    <a:pt x="23" y="5"/>
                    <a:pt x="17" y="3"/>
                  </a:cubicBezTo>
                  <a:cubicBezTo>
                    <a:pt x="7" y="3"/>
                    <a:pt x="7" y="3"/>
                    <a:pt x="7" y="3"/>
                  </a:cubicBezTo>
                  <a:cubicBezTo>
                    <a:pt x="5" y="1"/>
                    <a:pt x="4"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 name="Freeform 11"/>
            <p:cNvSpPr>
              <a:spLocks/>
            </p:cNvSpPr>
            <p:nvPr/>
          </p:nvSpPr>
          <p:spPr bwMode="auto">
            <a:xfrm>
              <a:off x="9407525" y="3989388"/>
              <a:ext cx="307975" cy="341313"/>
            </a:xfrm>
            <a:custGeom>
              <a:avLst/>
              <a:gdLst>
                <a:gd name="T0" fmla="*/ 66 w 82"/>
                <a:gd name="T1" fmla="*/ 0 h 91"/>
                <a:gd name="T2" fmla="*/ 53 w 82"/>
                <a:gd name="T3" fmla="*/ 16 h 91"/>
                <a:gd name="T4" fmla="*/ 42 w 82"/>
                <a:gd name="T5" fmla="*/ 19 h 91"/>
                <a:gd name="T6" fmla="*/ 41 w 82"/>
                <a:gd name="T7" fmla="*/ 21 h 91"/>
                <a:gd name="T8" fmla="*/ 38 w 82"/>
                <a:gd name="T9" fmla="*/ 23 h 91"/>
                <a:gd name="T10" fmla="*/ 36 w 82"/>
                <a:gd name="T11" fmla="*/ 27 h 91"/>
                <a:gd name="T12" fmla="*/ 29 w 82"/>
                <a:gd name="T13" fmla="*/ 33 h 91"/>
                <a:gd name="T14" fmla="*/ 21 w 82"/>
                <a:gd name="T15" fmla="*/ 35 h 91"/>
                <a:gd name="T16" fmla="*/ 10 w 82"/>
                <a:gd name="T17" fmla="*/ 48 h 91"/>
                <a:gd name="T18" fmla="*/ 4 w 82"/>
                <a:gd name="T19" fmla="*/ 48 h 91"/>
                <a:gd name="T20" fmla="*/ 0 w 82"/>
                <a:gd name="T21" fmla="*/ 51 h 91"/>
                <a:gd name="T22" fmla="*/ 4 w 82"/>
                <a:gd name="T23" fmla="*/ 63 h 91"/>
                <a:gd name="T24" fmla="*/ 8 w 82"/>
                <a:gd name="T25" fmla="*/ 65 h 91"/>
                <a:gd name="T26" fmla="*/ 7 w 82"/>
                <a:gd name="T27" fmla="*/ 66 h 91"/>
                <a:gd name="T28" fmla="*/ 17 w 82"/>
                <a:gd name="T29" fmla="*/ 82 h 91"/>
                <a:gd name="T30" fmla="*/ 23 w 82"/>
                <a:gd name="T31" fmla="*/ 80 h 91"/>
                <a:gd name="T32" fmla="*/ 23 w 82"/>
                <a:gd name="T33" fmla="*/ 80 h 91"/>
                <a:gd name="T34" fmla="*/ 24 w 82"/>
                <a:gd name="T35" fmla="*/ 85 h 91"/>
                <a:gd name="T36" fmla="*/ 26 w 82"/>
                <a:gd name="T37" fmla="*/ 86 h 91"/>
                <a:gd name="T38" fmla="*/ 33 w 82"/>
                <a:gd name="T39" fmla="*/ 83 h 91"/>
                <a:gd name="T40" fmla="*/ 46 w 82"/>
                <a:gd name="T41" fmla="*/ 87 h 91"/>
                <a:gd name="T42" fmla="*/ 49 w 82"/>
                <a:gd name="T43" fmla="*/ 91 h 91"/>
                <a:gd name="T44" fmla="*/ 58 w 82"/>
                <a:gd name="T45" fmla="*/ 87 h 91"/>
                <a:gd name="T46" fmla="*/ 61 w 82"/>
                <a:gd name="T47" fmla="*/ 77 h 91"/>
                <a:gd name="T48" fmla="*/ 60 w 82"/>
                <a:gd name="T49" fmla="*/ 73 h 91"/>
                <a:gd name="T50" fmla="*/ 66 w 82"/>
                <a:gd name="T51" fmla="*/ 67 h 91"/>
                <a:gd name="T52" fmla="*/ 70 w 82"/>
                <a:gd name="T53" fmla="*/ 54 h 91"/>
                <a:gd name="T54" fmla="*/ 71 w 82"/>
                <a:gd name="T55" fmla="*/ 51 h 91"/>
                <a:gd name="T56" fmla="*/ 74 w 82"/>
                <a:gd name="T57" fmla="*/ 50 h 91"/>
                <a:gd name="T58" fmla="*/ 78 w 82"/>
                <a:gd name="T59" fmla="*/ 51 h 91"/>
                <a:gd name="T60" fmla="*/ 80 w 82"/>
                <a:gd name="T61" fmla="*/ 48 h 91"/>
                <a:gd name="T62" fmla="*/ 68 w 82"/>
                <a:gd name="T63" fmla="*/ 29 h 91"/>
                <a:gd name="T64" fmla="*/ 70 w 82"/>
                <a:gd name="T65" fmla="*/ 27 h 91"/>
                <a:gd name="T66" fmla="*/ 69 w 82"/>
                <a:gd name="T67" fmla="*/ 25 h 91"/>
                <a:gd name="T68" fmla="*/ 77 w 82"/>
                <a:gd name="T69" fmla="*/ 21 h 91"/>
                <a:gd name="T70" fmla="*/ 76 w 82"/>
                <a:gd name="T71" fmla="*/ 19 h 91"/>
                <a:gd name="T72" fmla="*/ 82 w 82"/>
                <a:gd name="T73" fmla="*/ 16 h 91"/>
                <a:gd name="T74" fmla="*/ 70 w 82"/>
                <a:gd name="T75" fmla="*/ 7 h 91"/>
                <a:gd name="T76" fmla="*/ 66 w 82"/>
                <a:gd name="T7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2" h="91">
                  <a:moveTo>
                    <a:pt x="66" y="0"/>
                  </a:moveTo>
                  <a:cubicBezTo>
                    <a:pt x="61" y="0"/>
                    <a:pt x="55" y="11"/>
                    <a:pt x="53" y="16"/>
                  </a:cubicBezTo>
                  <a:cubicBezTo>
                    <a:pt x="51" y="18"/>
                    <a:pt x="45" y="17"/>
                    <a:pt x="42" y="19"/>
                  </a:cubicBezTo>
                  <a:cubicBezTo>
                    <a:pt x="42" y="20"/>
                    <a:pt x="42" y="21"/>
                    <a:pt x="41" y="21"/>
                  </a:cubicBezTo>
                  <a:cubicBezTo>
                    <a:pt x="39" y="22"/>
                    <a:pt x="40" y="23"/>
                    <a:pt x="38" y="23"/>
                  </a:cubicBezTo>
                  <a:cubicBezTo>
                    <a:pt x="38" y="23"/>
                    <a:pt x="35" y="26"/>
                    <a:pt x="36" y="27"/>
                  </a:cubicBezTo>
                  <a:cubicBezTo>
                    <a:pt x="34" y="29"/>
                    <a:pt x="34" y="32"/>
                    <a:pt x="29" y="33"/>
                  </a:cubicBezTo>
                  <a:cubicBezTo>
                    <a:pt x="26" y="33"/>
                    <a:pt x="23" y="33"/>
                    <a:pt x="21" y="35"/>
                  </a:cubicBezTo>
                  <a:cubicBezTo>
                    <a:pt x="17" y="39"/>
                    <a:pt x="18" y="48"/>
                    <a:pt x="10" y="48"/>
                  </a:cubicBezTo>
                  <a:cubicBezTo>
                    <a:pt x="8" y="48"/>
                    <a:pt x="6" y="48"/>
                    <a:pt x="4" y="48"/>
                  </a:cubicBezTo>
                  <a:cubicBezTo>
                    <a:pt x="2" y="48"/>
                    <a:pt x="0" y="48"/>
                    <a:pt x="0" y="51"/>
                  </a:cubicBezTo>
                  <a:cubicBezTo>
                    <a:pt x="0" y="52"/>
                    <a:pt x="3" y="63"/>
                    <a:pt x="4" y="63"/>
                  </a:cubicBezTo>
                  <a:cubicBezTo>
                    <a:pt x="5" y="63"/>
                    <a:pt x="7" y="63"/>
                    <a:pt x="8" y="65"/>
                  </a:cubicBezTo>
                  <a:cubicBezTo>
                    <a:pt x="7" y="66"/>
                    <a:pt x="7" y="66"/>
                    <a:pt x="7" y="66"/>
                  </a:cubicBezTo>
                  <a:cubicBezTo>
                    <a:pt x="11" y="72"/>
                    <a:pt x="7" y="82"/>
                    <a:pt x="17" y="82"/>
                  </a:cubicBezTo>
                  <a:cubicBezTo>
                    <a:pt x="19" y="82"/>
                    <a:pt x="21" y="80"/>
                    <a:pt x="23" y="80"/>
                  </a:cubicBezTo>
                  <a:cubicBezTo>
                    <a:pt x="23" y="80"/>
                    <a:pt x="23" y="80"/>
                    <a:pt x="23" y="80"/>
                  </a:cubicBezTo>
                  <a:cubicBezTo>
                    <a:pt x="23" y="81"/>
                    <a:pt x="23" y="85"/>
                    <a:pt x="24" y="85"/>
                  </a:cubicBezTo>
                  <a:cubicBezTo>
                    <a:pt x="24" y="85"/>
                    <a:pt x="25" y="86"/>
                    <a:pt x="26" y="86"/>
                  </a:cubicBezTo>
                  <a:cubicBezTo>
                    <a:pt x="29" y="86"/>
                    <a:pt x="31" y="83"/>
                    <a:pt x="33" y="83"/>
                  </a:cubicBezTo>
                  <a:cubicBezTo>
                    <a:pt x="38" y="83"/>
                    <a:pt x="41" y="86"/>
                    <a:pt x="46" y="87"/>
                  </a:cubicBezTo>
                  <a:cubicBezTo>
                    <a:pt x="46" y="89"/>
                    <a:pt x="46" y="91"/>
                    <a:pt x="49" y="91"/>
                  </a:cubicBezTo>
                  <a:cubicBezTo>
                    <a:pt x="53" y="91"/>
                    <a:pt x="53" y="88"/>
                    <a:pt x="58" y="87"/>
                  </a:cubicBezTo>
                  <a:cubicBezTo>
                    <a:pt x="58" y="84"/>
                    <a:pt x="61" y="79"/>
                    <a:pt x="61" y="77"/>
                  </a:cubicBezTo>
                  <a:cubicBezTo>
                    <a:pt x="61" y="76"/>
                    <a:pt x="60" y="75"/>
                    <a:pt x="60" y="73"/>
                  </a:cubicBezTo>
                  <a:cubicBezTo>
                    <a:pt x="60" y="71"/>
                    <a:pt x="63" y="67"/>
                    <a:pt x="66" y="67"/>
                  </a:cubicBezTo>
                  <a:cubicBezTo>
                    <a:pt x="66" y="62"/>
                    <a:pt x="69" y="60"/>
                    <a:pt x="70" y="54"/>
                  </a:cubicBezTo>
                  <a:cubicBezTo>
                    <a:pt x="71" y="51"/>
                    <a:pt x="71" y="51"/>
                    <a:pt x="71" y="51"/>
                  </a:cubicBezTo>
                  <a:cubicBezTo>
                    <a:pt x="72" y="51"/>
                    <a:pt x="73" y="50"/>
                    <a:pt x="74" y="50"/>
                  </a:cubicBezTo>
                  <a:cubicBezTo>
                    <a:pt x="75" y="50"/>
                    <a:pt x="77" y="51"/>
                    <a:pt x="78" y="51"/>
                  </a:cubicBezTo>
                  <a:cubicBezTo>
                    <a:pt x="79" y="51"/>
                    <a:pt x="80" y="50"/>
                    <a:pt x="80" y="48"/>
                  </a:cubicBezTo>
                  <a:cubicBezTo>
                    <a:pt x="75" y="48"/>
                    <a:pt x="68" y="33"/>
                    <a:pt x="68" y="29"/>
                  </a:cubicBezTo>
                  <a:cubicBezTo>
                    <a:pt x="68" y="28"/>
                    <a:pt x="69" y="27"/>
                    <a:pt x="70" y="27"/>
                  </a:cubicBezTo>
                  <a:cubicBezTo>
                    <a:pt x="69" y="26"/>
                    <a:pt x="69" y="25"/>
                    <a:pt x="69" y="25"/>
                  </a:cubicBezTo>
                  <a:cubicBezTo>
                    <a:pt x="69" y="25"/>
                    <a:pt x="76" y="21"/>
                    <a:pt x="77" y="21"/>
                  </a:cubicBezTo>
                  <a:cubicBezTo>
                    <a:pt x="76" y="21"/>
                    <a:pt x="76" y="20"/>
                    <a:pt x="76" y="19"/>
                  </a:cubicBezTo>
                  <a:cubicBezTo>
                    <a:pt x="76" y="17"/>
                    <a:pt x="82" y="18"/>
                    <a:pt x="82" y="16"/>
                  </a:cubicBezTo>
                  <a:cubicBezTo>
                    <a:pt x="82" y="10"/>
                    <a:pt x="70" y="13"/>
                    <a:pt x="70" y="7"/>
                  </a:cubicBezTo>
                  <a:cubicBezTo>
                    <a:pt x="70" y="3"/>
                    <a:pt x="71" y="0"/>
                    <a:pt x="6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 name="Freeform 12"/>
            <p:cNvSpPr>
              <a:spLocks/>
            </p:cNvSpPr>
            <p:nvPr/>
          </p:nvSpPr>
          <p:spPr bwMode="auto">
            <a:xfrm>
              <a:off x="9704388" y="4154488"/>
              <a:ext cx="195263" cy="225425"/>
            </a:xfrm>
            <a:custGeom>
              <a:avLst/>
              <a:gdLst>
                <a:gd name="T0" fmla="*/ 52 w 52"/>
                <a:gd name="T1" fmla="*/ 0 h 60"/>
                <a:gd name="T2" fmla="*/ 50 w 52"/>
                <a:gd name="T3" fmla="*/ 0 h 60"/>
                <a:gd name="T4" fmla="*/ 41 w 52"/>
                <a:gd name="T5" fmla="*/ 6 h 60"/>
                <a:gd name="T6" fmla="*/ 38 w 52"/>
                <a:gd name="T7" fmla="*/ 6 h 60"/>
                <a:gd name="T8" fmla="*/ 19 w 52"/>
                <a:gd name="T9" fmla="*/ 3 h 60"/>
                <a:gd name="T10" fmla="*/ 8 w 52"/>
                <a:gd name="T11" fmla="*/ 19 h 60"/>
                <a:gd name="T12" fmla="*/ 5 w 52"/>
                <a:gd name="T13" fmla="*/ 23 h 60"/>
                <a:gd name="T14" fmla="*/ 0 w 52"/>
                <a:gd name="T15" fmla="*/ 39 h 60"/>
                <a:gd name="T16" fmla="*/ 6 w 52"/>
                <a:gd name="T17" fmla="*/ 43 h 60"/>
                <a:gd name="T18" fmla="*/ 6 w 52"/>
                <a:gd name="T19" fmla="*/ 56 h 60"/>
                <a:gd name="T20" fmla="*/ 10 w 52"/>
                <a:gd name="T21" fmla="*/ 60 h 60"/>
                <a:gd name="T22" fmla="*/ 15 w 52"/>
                <a:gd name="T23" fmla="*/ 49 h 60"/>
                <a:gd name="T24" fmla="*/ 12 w 52"/>
                <a:gd name="T25" fmla="*/ 39 h 60"/>
                <a:gd name="T26" fmla="*/ 16 w 52"/>
                <a:gd name="T27" fmla="*/ 36 h 60"/>
                <a:gd name="T28" fmla="*/ 18 w 52"/>
                <a:gd name="T29" fmla="*/ 36 h 60"/>
                <a:gd name="T30" fmla="*/ 19 w 52"/>
                <a:gd name="T31" fmla="*/ 36 h 60"/>
                <a:gd name="T32" fmla="*/ 17 w 52"/>
                <a:gd name="T33" fmla="*/ 42 h 60"/>
                <a:gd name="T34" fmla="*/ 22 w 52"/>
                <a:gd name="T35" fmla="*/ 50 h 60"/>
                <a:gd name="T36" fmla="*/ 22 w 52"/>
                <a:gd name="T37" fmla="*/ 53 h 60"/>
                <a:gd name="T38" fmla="*/ 26 w 52"/>
                <a:gd name="T39" fmla="*/ 53 h 60"/>
                <a:gd name="T40" fmla="*/ 32 w 52"/>
                <a:gd name="T41" fmla="*/ 47 h 60"/>
                <a:gd name="T42" fmla="*/ 28 w 52"/>
                <a:gd name="T43" fmla="*/ 42 h 60"/>
                <a:gd name="T44" fmla="*/ 29 w 52"/>
                <a:gd name="T45" fmla="*/ 40 h 60"/>
                <a:gd name="T46" fmla="*/ 22 w 52"/>
                <a:gd name="T47" fmla="*/ 28 h 60"/>
                <a:gd name="T48" fmla="*/ 37 w 52"/>
                <a:gd name="T49" fmla="*/ 20 h 60"/>
                <a:gd name="T50" fmla="*/ 37 w 52"/>
                <a:gd name="T51" fmla="*/ 18 h 60"/>
                <a:gd name="T52" fmla="*/ 37 w 52"/>
                <a:gd name="T53" fmla="*/ 18 h 60"/>
                <a:gd name="T54" fmla="*/ 20 w 52"/>
                <a:gd name="T55" fmla="*/ 23 h 60"/>
                <a:gd name="T56" fmla="*/ 21 w 52"/>
                <a:gd name="T57" fmla="*/ 22 h 60"/>
                <a:gd name="T58" fmla="*/ 17 w 52"/>
                <a:gd name="T59" fmla="*/ 25 h 60"/>
                <a:gd name="T60" fmla="*/ 11 w 52"/>
                <a:gd name="T61" fmla="*/ 15 h 60"/>
                <a:gd name="T62" fmla="*/ 17 w 52"/>
                <a:gd name="T63" fmla="*/ 10 h 60"/>
                <a:gd name="T64" fmla="*/ 21 w 52"/>
                <a:gd name="T65" fmla="*/ 10 h 60"/>
                <a:gd name="T66" fmla="*/ 32 w 52"/>
                <a:gd name="T67" fmla="*/ 9 h 60"/>
                <a:gd name="T68" fmla="*/ 42 w 52"/>
                <a:gd name="T69" fmla="*/ 11 h 60"/>
                <a:gd name="T70" fmla="*/ 50 w 52"/>
                <a:gd name="T71" fmla="*/ 2 h 60"/>
                <a:gd name="T72" fmla="*/ 52 w 52"/>
                <a:gd name="T73"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60">
                  <a:moveTo>
                    <a:pt x="52" y="0"/>
                  </a:moveTo>
                  <a:cubicBezTo>
                    <a:pt x="50" y="0"/>
                    <a:pt x="50" y="0"/>
                    <a:pt x="50" y="0"/>
                  </a:cubicBezTo>
                  <a:cubicBezTo>
                    <a:pt x="46" y="2"/>
                    <a:pt x="42" y="5"/>
                    <a:pt x="41" y="6"/>
                  </a:cubicBezTo>
                  <a:cubicBezTo>
                    <a:pt x="38" y="6"/>
                    <a:pt x="38" y="6"/>
                    <a:pt x="38" y="6"/>
                  </a:cubicBezTo>
                  <a:cubicBezTo>
                    <a:pt x="19" y="3"/>
                    <a:pt x="19" y="3"/>
                    <a:pt x="19" y="3"/>
                  </a:cubicBezTo>
                  <a:cubicBezTo>
                    <a:pt x="11" y="3"/>
                    <a:pt x="8" y="12"/>
                    <a:pt x="8" y="19"/>
                  </a:cubicBezTo>
                  <a:cubicBezTo>
                    <a:pt x="8" y="21"/>
                    <a:pt x="5" y="22"/>
                    <a:pt x="5" y="23"/>
                  </a:cubicBezTo>
                  <a:cubicBezTo>
                    <a:pt x="3" y="30"/>
                    <a:pt x="0" y="33"/>
                    <a:pt x="0" y="39"/>
                  </a:cubicBezTo>
                  <a:cubicBezTo>
                    <a:pt x="0" y="42"/>
                    <a:pt x="4" y="42"/>
                    <a:pt x="6" y="43"/>
                  </a:cubicBezTo>
                  <a:cubicBezTo>
                    <a:pt x="6" y="47"/>
                    <a:pt x="6" y="53"/>
                    <a:pt x="6" y="56"/>
                  </a:cubicBezTo>
                  <a:cubicBezTo>
                    <a:pt x="6" y="58"/>
                    <a:pt x="8" y="60"/>
                    <a:pt x="10" y="60"/>
                  </a:cubicBezTo>
                  <a:cubicBezTo>
                    <a:pt x="13" y="60"/>
                    <a:pt x="15" y="50"/>
                    <a:pt x="15" y="49"/>
                  </a:cubicBezTo>
                  <a:cubicBezTo>
                    <a:pt x="15" y="45"/>
                    <a:pt x="12" y="43"/>
                    <a:pt x="12" y="39"/>
                  </a:cubicBezTo>
                  <a:cubicBezTo>
                    <a:pt x="12" y="37"/>
                    <a:pt x="14" y="36"/>
                    <a:pt x="16" y="36"/>
                  </a:cubicBezTo>
                  <a:cubicBezTo>
                    <a:pt x="17" y="36"/>
                    <a:pt x="17" y="36"/>
                    <a:pt x="18" y="36"/>
                  </a:cubicBezTo>
                  <a:cubicBezTo>
                    <a:pt x="18" y="36"/>
                    <a:pt x="18" y="36"/>
                    <a:pt x="19" y="36"/>
                  </a:cubicBezTo>
                  <a:cubicBezTo>
                    <a:pt x="17" y="42"/>
                    <a:pt x="17" y="42"/>
                    <a:pt x="17" y="42"/>
                  </a:cubicBezTo>
                  <a:cubicBezTo>
                    <a:pt x="17" y="45"/>
                    <a:pt x="22" y="47"/>
                    <a:pt x="22" y="50"/>
                  </a:cubicBezTo>
                  <a:cubicBezTo>
                    <a:pt x="22" y="51"/>
                    <a:pt x="22" y="52"/>
                    <a:pt x="22" y="53"/>
                  </a:cubicBezTo>
                  <a:cubicBezTo>
                    <a:pt x="26" y="53"/>
                    <a:pt x="26" y="53"/>
                    <a:pt x="26" y="53"/>
                  </a:cubicBezTo>
                  <a:cubicBezTo>
                    <a:pt x="26" y="50"/>
                    <a:pt x="32" y="50"/>
                    <a:pt x="32" y="47"/>
                  </a:cubicBezTo>
                  <a:cubicBezTo>
                    <a:pt x="31" y="47"/>
                    <a:pt x="28" y="44"/>
                    <a:pt x="28" y="42"/>
                  </a:cubicBezTo>
                  <a:cubicBezTo>
                    <a:pt x="28" y="41"/>
                    <a:pt x="29" y="41"/>
                    <a:pt x="29" y="40"/>
                  </a:cubicBezTo>
                  <a:cubicBezTo>
                    <a:pt x="27" y="39"/>
                    <a:pt x="22" y="29"/>
                    <a:pt x="22" y="28"/>
                  </a:cubicBezTo>
                  <a:cubicBezTo>
                    <a:pt x="30" y="28"/>
                    <a:pt x="31" y="22"/>
                    <a:pt x="37" y="20"/>
                  </a:cubicBezTo>
                  <a:cubicBezTo>
                    <a:pt x="37" y="18"/>
                    <a:pt x="37" y="18"/>
                    <a:pt x="37" y="18"/>
                  </a:cubicBezTo>
                  <a:cubicBezTo>
                    <a:pt x="37" y="18"/>
                    <a:pt x="37" y="18"/>
                    <a:pt x="37" y="18"/>
                  </a:cubicBezTo>
                  <a:cubicBezTo>
                    <a:pt x="34" y="18"/>
                    <a:pt x="21" y="22"/>
                    <a:pt x="20" y="23"/>
                  </a:cubicBezTo>
                  <a:cubicBezTo>
                    <a:pt x="21" y="22"/>
                    <a:pt x="21" y="22"/>
                    <a:pt x="21" y="22"/>
                  </a:cubicBezTo>
                  <a:cubicBezTo>
                    <a:pt x="19" y="23"/>
                    <a:pt x="19" y="25"/>
                    <a:pt x="17" y="25"/>
                  </a:cubicBezTo>
                  <a:cubicBezTo>
                    <a:pt x="13" y="25"/>
                    <a:pt x="11" y="19"/>
                    <a:pt x="11" y="15"/>
                  </a:cubicBezTo>
                  <a:cubicBezTo>
                    <a:pt x="11" y="11"/>
                    <a:pt x="14" y="10"/>
                    <a:pt x="17" y="10"/>
                  </a:cubicBezTo>
                  <a:cubicBezTo>
                    <a:pt x="18" y="10"/>
                    <a:pt x="19" y="10"/>
                    <a:pt x="21" y="10"/>
                  </a:cubicBezTo>
                  <a:cubicBezTo>
                    <a:pt x="26" y="10"/>
                    <a:pt x="28" y="9"/>
                    <a:pt x="32" y="9"/>
                  </a:cubicBezTo>
                  <a:cubicBezTo>
                    <a:pt x="35" y="9"/>
                    <a:pt x="38" y="11"/>
                    <a:pt x="42" y="11"/>
                  </a:cubicBezTo>
                  <a:cubicBezTo>
                    <a:pt x="47" y="11"/>
                    <a:pt x="49" y="6"/>
                    <a:pt x="50" y="2"/>
                  </a:cubicBezTo>
                  <a:cubicBezTo>
                    <a:pt x="51" y="2"/>
                    <a:pt x="51" y="1"/>
                    <a:pt x="5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 name="Freeform 13"/>
            <p:cNvSpPr>
              <a:spLocks/>
            </p:cNvSpPr>
            <p:nvPr/>
          </p:nvSpPr>
          <p:spPr bwMode="auto">
            <a:xfrm>
              <a:off x="9302750" y="4383088"/>
              <a:ext cx="307975" cy="90488"/>
            </a:xfrm>
            <a:custGeom>
              <a:avLst/>
              <a:gdLst>
                <a:gd name="T0" fmla="*/ 14 w 82"/>
                <a:gd name="T1" fmla="*/ 0 h 24"/>
                <a:gd name="T2" fmla="*/ 9 w 82"/>
                <a:gd name="T3" fmla="*/ 2 h 24"/>
                <a:gd name="T4" fmla="*/ 7 w 82"/>
                <a:gd name="T5" fmla="*/ 1 h 24"/>
                <a:gd name="T6" fmla="*/ 0 w 82"/>
                <a:gd name="T7" fmla="*/ 7 h 24"/>
                <a:gd name="T8" fmla="*/ 9 w 82"/>
                <a:gd name="T9" fmla="*/ 13 h 24"/>
                <a:gd name="T10" fmla="*/ 13 w 82"/>
                <a:gd name="T11" fmla="*/ 14 h 24"/>
                <a:gd name="T12" fmla="*/ 15 w 82"/>
                <a:gd name="T13" fmla="*/ 14 h 24"/>
                <a:gd name="T14" fmla="*/ 17 w 82"/>
                <a:gd name="T15" fmla="*/ 14 h 24"/>
                <a:gd name="T16" fmla="*/ 20 w 82"/>
                <a:gd name="T17" fmla="*/ 14 h 24"/>
                <a:gd name="T18" fmla="*/ 36 w 82"/>
                <a:gd name="T19" fmla="*/ 16 h 24"/>
                <a:gd name="T20" fmla="*/ 43 w 82"/>
                <a:gd name="T21" fmla="*/ 20 h 24"/>
                <a:gd name="T22" fmla="*/ 73 w 82"/>
                <a:gd name="T23" fmla="*/ 24 h 24"/>
                <a:gd name="T24" fmla="*/ 73 w 82"/>
                <a:gd name="T25" fmla="*/ 21 h 24"/>
                <a:gd name="T26" fmla="*/ 79 w 82"/>
                <a:gd name="T27" fmla="*/ 23 h 24"/>
                <a:gd name="T28" fmla="*/ 82 w 82"/>
                <a:gd name="T29" fmla="*/ 20 h 24"/>
                <a:gd name="T30" fmla="*/ 78 w 82"/>
                <a:gd name="T31" fmla="*/ 18 h 24"/>
                <a:gd name="T32" fmla="*/ 77 w 82"/>
                <a:gd name="T33" fmla="*/ 17 h 24"/>
                <a:gd name="T34" fmla="*/ 75 w 82"/>
                <a:gd name="T35" fmla="*/ 18 h 24"/>
                <a:gd name="T36" fmla="*/ 73 w 82"/>
                <a:gd name="T37" fmla="*/ 18 h 24"/>
                <a:gd name="T38" fmla="*/ 71 w 82"/>
                <a:gd name="T39" fmla="*/ 17 h 24"/>
                <a:gd name="T40" fmla="*/ 69 w 82"/>
                <a:gd name="T41" fmla="*/ 15 h 24"/>
                <a:gd name="T42" fmla="*/ 57 w 82"/>
                <a:gd name="T43" fmla="*/ 11 h 24"/>
                <a:gd name="T44" fmla="*/ 57 w 82"/>
                <a:gd name="T45" fmla="*/ 11 h 24"/>
                <a:gd name="T46" fmla="*/ 67 w 82"/>
                <a:gd name="T47" fmla="*/ 9 h 24"/>
                <a:gd name="T48" fmla="*/ 65 w 82"/>
                <a:gd name="T49" fmla="*/ 9 h 24"/>
                <a:gd name="T50" fmla="*/ 56 w 82"/>
                <a:gd name="T51" fmla="*/ 10 h 24"/>
                <a:gd name="T52" fmla="*/ 44 w 82"/>
                <a:gd name="T53" fmla="*/ 5 h 24"/>
                <a:gd name="T54" fmla="*/ 35 w 82"/>
                <a:gd name="T55" fmla="*/ 9 h 24"/>
                <a:gd name="T56" fmla="*/ 14 w 82"/>
                <a:gd name="T5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2" h="24">
                  <a:moveTo>
                    <a:pt x="14" y="0"/>
                  </a:moveTo>
                  <a:cubicBezTo>
                    <a:pt x="12" y="0"/>
                    <a:pt x="11" y="2"/>
                    <a:pt x="9" y="2"/>
                  </a:cubicBezTo>
                  <a:cubicBezTo>
                    <a:pt x="8" y="2"/>
                    <a:pt x="8" y="1"/>
                    <a:pt x="7" y="1"/>
                  </a:cubicBezTo>
                  <a:cubicBezTo>
                    <a:pt x="5" y="1"/>
                    <a:pt x="0" y="6"/>
                    <a:pt x="0" y="7"/>
                  </a:cubicBezTo>
                  <a:cubicBezTo>
                    <a:pt x="4" y="7"/>
                    <a:pt x="6" y="10"/>
                    <a:pt x="9" y="13"/>
                  </a:cubicBezTo>
                  <a:cubicBezTo>
                    <a:pt x="10" y="14"/>
                    <a:pt x="11" y="14"/>
                    <a:pt x="13" y="14"/>
                  </a:cubicBezTo>
                  <a:cubicBezTo>
                    <a:pt x="13" y="14"/>
                    <a:pt x="14" y="14"/>
                    <a:pt x="15" y="14"/>
                  </a:cubicBezTo>
                  <a:cubicBezTo>
                    <a:pt x="16" y="14"/>
                    <a:pt x="17" y="14"/>
                    <a:pt x="17" y="14"/>
                  </a:cubicBezTo>
                  <a:cubicBezTo>
                    <a:pt x="18" y="14"/>
                    <a:pt x="19" y="14"/>
                    <a:pt x="20" y="14"/>
                  </a:cubicBezTo>
                  <a:cubicBezTo>
                    <a:pt x="26" y="16"/>
                    <a:pt x="31" y="16"/>
                    <a:pt x="36" y="16"/>
                  </a:cubicBezTo>
                  <a:cubicBezTo>
                    <a:pt x="39" y="16"/>
                    <a:pt x="40" y="20"/>
                    <a:pt x="43" y="20"/>
                  </a:cubicBezTo>
                  <a:cubicBezTo>
                    <a:pt x="54" y="20"/>
                    <a:pt x="64" y="20"/>
                    <a:pt x="73" y="24"/>
                  </a:cubicBezTo>
                  <a:cubicBezTo>
                    <a:pt x="73" y="23"/>
                    <a:pt x="72" y="21"/>
                    <a:pt x="73" y="21"/>
                  </a:cubicBezTo>
                  <a:cubicBezTo>
                    <a:pt x="77" y="21"/>
                    <a:pt x="76" y="23"/>
                    <a:pt x="79" y="23"/>
                  </a:cubicBezTo>
                  <a:cubicBezTo>
                    <a:pt x="80" y="23"/>
                    <a:pt x="82" y="21"/>
                    <a:pt x="82" y="20"/>
                  </a:cubicBezTo>
                  <a:cubicBezTo>
                    <a:pt x="80" y="19"/>
                    <a:pt x="80" y="19"/>
                    <a:pt x="78" y="18"/>
                  </a:cubicBezTo>
                  <a:cubicBezTo>
                    <a:pt x="77" y="18"/>
                    <a:pt x="77" y="17"/>
                    <a:pt x="77" y="17"/>
                  </a:cubicBezTo>
                  <a:cubicBezTo>
                    <a:pt x="76" y="17"/>
                    <a:pt x="75" y="18"/>
                    <a:pt x="75" y="18"/>
                  </a:cubicBezTo>
                  <a:cubicBezTo>
                    <a:pt x="74" y="18"/>
                    <a:pt x="74" y="18"/>
                    <a:pt x="73" y="18"/>
                  </a:cubicBezTo>
                  <a:cubicBezTo>
                    <a:pt x="72" y="18"/>
                    <a:pt x="72" y="18"/>
                    <a:pt x="71" y="17"/>
                  </a:cubicBezTo>
                  <a:cubicBezTo>
                    <a:pt x="70" y="17"/>
                    <a:pt x="70" y="15"/>
                    <a:pt x="69" y="15"/>
                  </a:cubicBezTo>
                  <a:cubicBezTo>
                    <a:pt x="64" y="15"/>
                    <a:pt x="60" y="14"/>
                    <a:pt x="57" y="11"/>
                  </a:cubicBezTo>
                  <a:cubicBezTo>
                    <a:pt x="57" y="11"/>
                    <a:pt x="57" y="11"/>
                    <a:pt x="57" y="11"/>
                  </a:cubicBezTo>
                  <a:cubicBezTo>
                    <a:pt x="60" y="11"/>
                    <a:pt x="67" y="10"/>
                    <a:pt x="67" y="9"/>
                  </a:cubicBezTo>
                  <a:cubicBezTo>
                    <a:pt x="65" y="9"/>
                    <a:pt x="65" y="9"/>
                    <a:pt x="65" y="9"/>
                  </a:cubicBezTo>
                  <a:cubicBezTo>
                    <a:pt x="56" y="10"/>
                    <a:pt x="56" y="10"/>
                    <a:pt x="56" y="10"/>
                  </a:cubicBezTo>
                  <a:cubicBezTo>
                    <a:pt x="51" y="10"/>
                    <a:pt x="49" y="5"/>
                    <a:pt x="44" y="5"/>
                  </a:cubicBezTo>
                  <a:cubicBezTo>
                    <a:pt x="40" y="5"/>
                    <a:pt x="39" y="9"/>
                    <a:pt x="35" y="9"/>
                  </a:cubicBezTo>
                  <a:cubicBezTo>
                    <a:pt x="26" y="9"/>
                    <a:pt x="22"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 name="Freeform 14"/>
            <p:cNvSpPr>
              <a:spLocks/>
            </p:cNvSpPr>
            <p:nvPr/>
          </p:nvSpPr>
          <p:spPr bwMode="auto">
            <a:xfrm>
              <a:off x="9737725" y="4454525"/>
              <a:ext cx="95250" cy="22225"/>
            </a:xfrm>
            <a:custGeom>
              <a:avLst/>
              <a:gdLst>
                <a:gd name="T0" fmla="*/ 25 w 25"/>
                <a:gd name="T1" fmla="*/ 0 h 6"/>
                <a:gd name="T2" fmla="*/ 17 w 25"/>
                <a:gd name="T3" fmla="*/ 3 h 6"/>
                <a:gd name="T4" fmla="*/ 6 w 25"/>
                <a:gd name="T5" fmla="*/ 1 h 6"/>
                <a:gd name="T6" fmla="*/ 4 w 25"/>
                <a:gd name="T7" fmla="*/ 1 h 6"/>
                <a:gd name="T8" fmla="*/ 0 w 25"/>
                <a:gd name="T9" fmla="*/ 3 h 6"/>
                <a:gd name="T10" fmla="*/ 6 w 25"/>
                <a:gd name="T11" fmla="*/ 6 h 6"/>
                <a:gd name="T12" fmla="*/ 7 w 25"/>
                <a:gd name="T13" fmla="*/ 6 h 6"/>
                <a:gd name="T14" fmla="*/ 17 w 25"/>
                <a:gd name="T15" fmla="*/ 6 h 6"/>
                <a:gd name="T16" fmla="*/ 25 w 25"/>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6">
                  <a:moveTo>
                    <a:pt x="25" y="0"/>
                  </a:moveTo>
                  <a:cubicBezTo>
                    <a:pt x="23" y="1"/>
                    <a:pt x="21" y="3"/>
                    <a:pt x="17" y="3"/>
                  </a:cubicBezTo>
                  <a:cubicBezTo>
                    <a:pt x="13" y="3"/>
                    <a:pt x="11" y="1"/>
                    <a:pt x="6" y="1"/>
                  </a:cubicBezTo>
                  <a:cubicBezTo>
                    <a:pt x="5" y="1"/>
                    <a:pt x="5" y="1"/>
                    <a:pt x="4" y="1"/>
                  </a:cubicBezTo>
                  <a:cubicBezTo>
                    <a:pt x="3" y="1"/>
                    <a:pt x="0" y="1"/>
                    <a:pt x="0" y="3"/>
                  </a:cubicBezTo>
                  <a:cubicBezTo>
                    <a:pt x="0" y="6"/>
                    <a:pt x="4" y="6"/>
                    <a:pt x="6" y="6"/>
                  </a:cubicBezTo>
                  <a:cubicBezTo>
                    <a:pt x="6" y="6"/>
                    <a:pt x="6" y="6"/>
                    <a:pt x="7" y="6"/>
                  </a:cubicBezTo>
                  <a:cubicBezTo>
                    <a:pt x="9" y="6"/>
                    <a:pt x="13" y="6"/>
                    <a:pt x="17" y="6"/>
                  </a:cubicBezTo>
                  <a:cubicBezTo>
                    <a:pt x="21" y="5"/>
                    <a:pt x="23" y="4"/>
                    <a:pt x="2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 name="Freeform 15"/>
            <p:cNvSpPr>
              <a:spLocks/>
            </p:cNvSpPr>
            <p:nvPr/>
          </p:nvSpPr>
          <p:spPr bwMode="auto">
            <a:xfrm>
              <a:off x="9648825" y="4457700"/>
              <a:ext cx="63500" cy="23813"/>
            </a:xfrm>
            <a:custGeom>
              <a:avLst/>
              <a:gdLst>
                <a:gd name="T0" fmla="*/ 17 w 17"/>
                <a:gd name="T1" fmla="*/ 0 h 6"/>
                <a:gd name="T2" fmla="*/ 10 w 17"/>
                <a:gd name="T3" fmla="*/ 0 h 6"/>
                <a:gd name="T4" fmla="*/ 10 w 17"/>
                <a:gd name="T5" fmla="*/ 3 h 6"/>
                <a:gd name="T6" fmla="*/ 5 w 17"/>
                <a:gd name="T7" fmla="*/ 2 h 6"/>
                <a:gd name="T8" fmla="*/ 3 w 17"/>
                <a:gd name="T9" fmla="*/ 2 h 6"/>
                <a:gd name="T10" fmla="*/ 0 w 17"/>
                <a:gd name="T11" fmla="*/ 4 h 6"/>
                <a:gd name="T12" fmla="*/ 5 w 17"/>
                <a:gd name="T13" fmla="*/ 6 h 6"/>
                <a:gd name="T14" fmla="*/ 12 w 17"/>
                <a:gd name="T15" fmla="*/ 4 h 6"/>
                <a:gd name="T16" fmla="*/ 15 w 17"/>
                <a:gd name="T17" fmla="*/ 5 h 6"/>
                <a:gd name="T18" fmla="*/ 17 w 17"/>
                <a:gd name="T19" fmla="*/ 5 h 6"/>
                <a:gd name="T20" fmla="*/ 17 w 17"/>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6">
                  <a:moveTo>
                    <a:pt x="17" y="0"/>
                  </a:moveTo>
                  <a:cubicBezTo>
                    <a:pt x="10" y="0"/>
                    <a:pt x="10" y="0"/>
                    <a:pt x="10" y="0"/>
                  </a:cubicBezTo>
                  <a:cubicBezTo>
                    <a:pt x="10" y="1"/>
                    <a:pt x="10" y="2"/>
                    <a:pt x="10" y="3"/>
                  </a:cubicBezTo>
                  <a:cubicBezTo>
                    <a:pt x="9" y="2"/>
                    <a:pt x="7" y="2"/>
                    <a:pt x="5" y="2"/>
                  </a:cubicBezTo>
                  <a:cubicBezTo>
                    <a:pt x="4" y="2"/>
                    <a:pt x="4" y="2"/>
                    <a:pt x="3" y="2"/>
                  </a:cubicBezTo>
                  <a:cubicBezTo>
                    <a:pt x="1" y="2"/>
                    <a:pt x="0" y="2"/>
                    <a:pt x="0" y="4"/>
                  </a:cubicBezTo>
                  <a:cubicBezTo>
                    <a:pt x="0" y="6"/>
                    <a:pt x="3" y="6"/>
                    <a:pt x="5" y="6"/>
                  </a:cubicBezTo>
                  <a:cubicBezTo>
                    <a:pt x="8" y="6"/>
                    <a:pt x="9" y="5"/>
                    <a:pt x="12" y="4"/>
                  </a:cubicBezTo>
                  <a:cubicBezTo>
                    <a:pt x="15" y="5"/>
                    <a:pt x="15" y="5"/>
                    <a:pt x="15" y="5"/>
                  </a:cubicBezTo>
                  <a:cubicBezTo>
                    <a:pt x="17" y="5"/>
                    <a:pt x="17" y="5"/>
                    <a:pt x="17" y="5"/>
                  </a:cubicBezTo>
                  <a:cubicBezTo>
                    <a:pt x="16" y="4"/>
                    <a:pt x="17" y="3"/>
                    <a:pt x="1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 name="Freeform 16"/>
            <p:cNvSpPr>
              <a:spLocks/>
            </p:cNvSpPr>
            <p:nvPr/>
          </p:nvSpPr>
          <p:spPr bwMode="auto">
            <a:xfrm>
              <a:off x="9715500" y="4487863"/>
              <a:ext cx="49213" cy="34925"/>
            </a:xfrm>
            <a:custGeom>
              <a:avLst/>
              <a:gdLst>
                <a:gd name="T0" fmla="*/ 3 w 13"/>
                <a:gd name="T1" fmla="*/ 0 h 9"/>
                <a:gd name="T2" fmla="*/ 0 w 13"/>
                <a:gd name="T3" fmla="*/ 2 h 9"/>
                <a:gd name="T4" fmla="*/ 8 w 13"/>
                <a:gd name="T5" fmla="*/ 5 h 9"/>
                <a:gd name="T6" fmla="*/ 9 w 13"/>
                <a:gd name="T7" fmla="*/ 9 h 9"/>
                <a:gd name="T8" fmla="*/ 10 w 13"/>
                <a:gd name="T9" fmla="*/ 9 h 9"/>
                <a:gd name="T10" fmla="*/ 13 w 13"/>
                <a:gd name="T11" fmla="*/ 7 h 9"/>
                <a:gd name="T12" fmla="*/ 8 w 13"/>
                <a:gd name="T13" fmla="*/ 0 h 9"/>
                <a:gd name="T14" fmla="*/ 6 w 13"/>
                <a:gd name="T15" fmla="*/ 0 h 9"/>
                <a:gd name="T16" fmla="*/ 3 w 13"/>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9">
                  <a:moveTo>
                    <a:pt x="3" y="0"/>
                  </a:moveTo>
                  <a:cubicBezTo>
                    <a:pt x="2" y="0"/>
                    <a:pt x="0" y="1"/>
                    <a:pt x="0" y="2"/>
                  </a:cubicBezTo>
                  <a:cubicBezTo>
                    <a:pt x="0" y="5"/>
                    <a:pt x="5" y="5"/>
                    <a:pt x="8" y="5"/>
                  </a:cubicBezTo>
                  <a:cubicBezTo>
                    <a:pt x="8" y="6"/>
                    <a:pt x="8" y="9"/>
                    <a:pt x="9" y="9"/>
                  </a:cubicBezTo>
                  <a:cubicBezTo>
                    <a:pt x="10" y="9"/>
                    <a:pt x="10" y="9"/>
                    <a:pt x="10" y="9"/>
                  </a:cubicBezTo>
                  <a:cubicBezTo>
                    <a:pt x="11" y="9"/>
                    <a:pt x="13" y="8"/>
                    <a:pt x="13" y="7"/>
                  </a:cubicBezTo>
                  <a:cubicBezTo>
                    <a:pt x="13" y="4"/>
                    <a:pt x="8" y="4"/>
                    <a:pt x="8" y="0"/>
                  </a:cubicBezTo>
                  <a:cubicBezTo>
                    <a:pt x="8" y="0"/>
                    <a:pt x="6" y="0"/>
                    <a:pt x="6" y="0"/>
                  </a:cubicBezTo>
                  <a:cubicBezTo>
                    <a:pt x="5" y="0"/>
                    <a:pt x="4"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 name="Freeform 17"/>
            <p:cNvSpPr>
              <a:spLocks/>
            </p:cNvSpPr>
            <p:nvPr/>
          </p:nvSpPr>
          <p:spPr bwMode="auto">
            <a:xfrm>
              <a:off x="9621838" y="4457700"/>
              <a:ext cx="19050" cy="19050"/>
            </a:xfrm>
            <a:custGeom>
              <a:avLst/>
              <a:gdLst>
                <a:gd name="T0" fmla="*/ 3 w 5"/>
                <a:gd name="T1" fmla="*/ 0 h 5"/>
                <a:gd name="T2" fmla="*/ 0 w 5"/>
                <a:gd name="T3" fmla="*/ 0 h 5"/>
                <a:gd name="T4" fmla="*/ 0 w 5"/>
                <a:gd name="T5" fmla="*/ 3 h 5"/>
                <a:gd name="T6" fmla="*/ 2 w 5"/>
                <a:gd name="T7" fmla="*/ 5 h 5"/>
                <a:gd name="T8" fmla="*/ 5 w 5"/>
                <a:gd name="T9" fmla="*/ 2 h 5"/>
                <a:gd name="T10" fmla="*/ 3 w 5"/>
                <a:gd name="T11" fmla="*/ 0 h 5"/>
              </a:gdLst>
              <a:ahLst/>
              <a:cxnLst>
                <a:cxn ang="0">
                  <a:pos x="T0" y="T1"/>
                </a:cxn>
                <a:cxn ang="0">
                  <a:pos x="T2" y="T3"/>
                </a:cxn>
                <a:cxn ang="0">
                  <a:pos x="T4" y="T5"/>
                </a:cxn>
                <a:cxn ang="0">
                  <a:pos x="T6" y="T7"/>
                </a:cxn>
                <a:cxn ang="0">
                  <a:pos x="T8" y="T9"/>
                </a:cxn>
                <a:cxn ang="0">
                  <a:pos x="T10" y="T11"/>
                </a:cxn>
              </a:cxnLst>
              <a:rect l="0" t="0" r="r" b="b"/>
              <a:pathLst>
                <a:path w="5" h="5">
                  <a:moveTo>
                    <a:pt x="3" y="0"/>
                  </a:moveTo>
                  <a:cubicBezTo>
                    <a:pt x="2" y="0"/>
                    <a:pt x="1" y="0"/>
                    <a:pt x="0" y="0"/>
                  </a:cubicBezTo>
                  <a:cubicBezTo>
                    <a:pt x="0" y="1"/>
                    <a:pt x="0" y="2"/>
                    <a:pt x="0" y="3"/>
                  </a:cubicBezTo>
                  <a:cubicBezTo>
                    <a:pt x="0" y="4"/>
                    <a:pt x="2" y="5"/>
                    <a:pt x="2" y="5"/>
                  </a:cubicBezTo>
                  <a:cubicBezTo>
                    <a:pt x="4" y="5"/>
                    <a:pt x="5" y="4"/>
                    <a:pt x="5" y="2"/>
                  </a:cubicBezTo>
                  <a:cubicBezTo>
                    <a:pt x="4" y="2"/>
                    <a:pt x="4"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 name="Freeform 18"/>
            <p:cNvSpPr>
              <a:spLocks/>
            </p:cNvSpPr>
            <p:nvPr/>
          </p:nvSpPr>
          <p:spPr bwMode="auto">
            <a:xfrm>
              <a:off x="9850438" y="4465638"/>
              <a:ext cx="109538" cy="60325"/>
            </a:xfrm>
            <a:custGeom>
              <a:avLst/>
              <a:gdLst>
                <a:gd name="T0" fmla="*/ 24 w 29"/>
                <a:gd name="T1" fmla="*/ 0 h 16"/>
                <a:gd name="T2" fmla="*/ 11 w 29"/>
                <a:gd name="T3" fmla="*/ 3 h 16"/>
                <a:gd name="T4" fmla="*/ 9 w 29"/>
                <a:gd name="T5" fmla="*/ 5 h 16"/>
                <a:gd name="T6" fmla="*/ 0 w 29"/>
                <a:gd name="T7" fmla="*/ 13 h 16"/>
                <a:gd name="T8" fmla="*/ 2 w 29"/>
                <a:gd name="T9" fmla="*/ 16 h 16"/>
                <a:gd name="T10" fmla="*/ 11 w 29"/>
                <a:gd name="T11" fmla="*/ 11 h 16"/>
                <a:gd name="T12" fmla="*/ 12 w 29"/>
                <a:gd name="T13" fmla="*/ 7 h 16"/>
                <a:gd name="T14" fmla="*/ 29 w 29"/>
                <a:gd name="T15" fmla="*/ 0 h 16"/>
                <a:gd name="T16" fmla="*/ 24 w 29"/>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16">
                  <a:moveTo>
                    <a:pt x="24" y="0"/>
                  </a:moveTo>
                  <a:cubicBezTo>
                    <a:pt x="19" y="0"/>
                    <a:pt x="13" y="1"/>
                    <a:pt x="11" y="3"/>
                  </a:cubicBezTo>
                  <a:cubicBezTo>
                    <a:pt x="10" y="3"/>
                    <a:pt x="10" y="5"/>
                    <a:pt x="9" y="5"/>
                  </a:cubicBezTo>
                  <a:cubicBezTo>
                    <a:pt x="5" y="7"/>
                    <a:pt x="0" y="7"/>
                    <a:pt x="0" y="13"/>
                  </a:cubicBezTo>
                  <a:cubicBezTo>
                    <a:pt x="0" y="14"/>
                    <a:pt x="1" y="16"/>
                    <a:pt x="2" y="16"/>
                  </a:cubicBezTo>
                  <a:cubicBezTo>
                    <a:pt x="5" y="16"/>
                    <a:pt x="10" y="12"/>
                    <a:pt x="11" y="11"/>
                  </a:cubicBezTo>
                  <a:cubicBezTo>
                    <a:pt x="12" y="10"/>
                    <a:pt x="11" y="7"/>
                    <a:pt x="12" y="7"/>
                  </a:cubicBezTo>
                  <a:cubicBezTo>
                    <a:pt x="17" y="7"/>
                    <a:pt x="26" y="5"/>
                    <a:pt x="29" y="0"/>
                  </a:cubicBezTo>
                  <a:cubicBezTo>
                    <a:pt x="28" y="0"/>
                    <a:pt x="26" y="0"/>
                    <a:pt x="2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 name="Freeform 19"/>
            <p:cNvSpPr>
              <a:spLocks/>
            </p:cNvSpPr>
            <p:nvPr/>
          </p:nvSpPr>
          <p:spPr bwMode="auto">
            <a:xfrm>
              <a:off x="10169525" y="4371975"/>
              <a:ext cx="19050" cy="44450"/>
            </a:xfrm>
            <a:custGeom>
              <a:avLst/>
              <a:gdLst>
                <a:gd name="T0" fmla="*/ 4 w 5"/>
                <a:gd name="T1" fmla="*/ 0 h 12"/>
                <a:gd name="T2" fmla="*/ 3 w 5"/>
                <a:gd name="T3" fmla="*/ 5 h 12"/>
                <a:gd name="T4" fmla="*/ 0 w 5"/>
                <a:gd name="T5" fmla="*/ 10 h 12"/>
                <a:gd name="T6" fmla="*/ 2 w 5"/>
                <a:gd name="T7" fmla="*/ 12 h 12"/>
                <a:gd name="T8" fmla="*/ 3 w 5"/>
                <a:gd name="T9" fmla="*/ 6 h 12"/>
                <a:gd name="T10" fmla="*/ 5 w 5"/>
                <a:gd name="T11" fmla="*/ 4 h 12"/>
                <a:gd name="T12" fmla="*/ 4 w 5"/>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5" h="12">
                  <a:moveTo>
                    <a:pt x="4" y="0"/>
                  </a:moveTo>
                  <a:cubicBezTo>
                    <a:pt x="2" y="1"/>
                    <a:pt x="3" y="3"/>
                    <a:pt x="3" y="5"/>
                  </a:cubicBezTo>
                  <a:cubicBezTo>
                    <a:pt x="3" y="7"/>
                    <a:pt x="0" y="7"/>
                    <a:pt x="0" y="10"/>
                  </a:cubicBezTo>
                  <a:cubicBezTo>
                    <a:pt x="0" y="11"/>
                    <a:pt x="1" y="12"/>
                    <a:pt x="2" y="12"/>
                  </a:cubicBezTo>
                  <a:cubicBezTo>
                    <a:pt x="4" y="12"/>
                    <a:pt x="3" y="9"/>
                    <a:pt x="3" y="6"/>
                  </a:cubicBezTo>
                  <a:cubicBezTo>
                    <a:pt x="5" y="6"/>
                    <a:pt x="5" y="5"/>
                    <a:pt x="5" y="4"/>
                  </a:cubicBezTo>
                  <a:cubicBezTo>
                    <a:pt x="5" y="2"/>
                    <a:pt x="5"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 name="Freeform 20"/>
            <p:cNvSpPr>
              <a:spLocks/>
            </p:cNvSpPr>
            <p:nvPr/>
          </p:nvSpPr>
          <p:spPr bwMode="auto">
            <a:xfrm>
              <a:off x="9926638" y="4297363"/>
              <a:ext cx="30163" cy="25400"/>
            </a:xfrm>
            <a:custGeom>
              <a:avLst/>
              <a:gdLst>
                <a:gd name="T0" fmla="*/ 3 w 8"/>
                <a:gd name="T1" fmla="*/ 0 h 7"/>
                <a:gd name="T2" fmla="*/ 0 w 8"/>
                <a:gd name="T3" fmla="*/ 2 h 7"/>
                <a:gd name="T4" fmla="*/ 5 w 8"/>
                <a:gd name="T5" fmla="*/ 7 h 7"/>
                <a:gd name="T6" fmla="*/ 8 w 8"/>
                <a:gd name="T7" fmla="*/ 4 h 7"/>
                <a:gd name="T8" fmla="*/ 3 w 8"/>
                <a:gd name="T9" fmla="*/ 0 h 7"/>
              </a:gdLst>
              <a:ahLst/>
              <a:cxnLst>
                <a:cxn ang="0">
                  <a:pos x="T0" y="T1"/>
                </a:cxn>
                <a:cxn ang="0">
                  <a:pos x="T2" y="T3"/>
                </a:cxn>
                <a:cxn ang="0">
                  <a:pos x="T4" y="T5"/>
                </a:cxn>
                <a:cxn ang="0">
                  <a:pos x="T6" y="T7"/>
                </a:cxn>
                <a:cxn ang="0">
                  <a:pos x="T8" y="T9"/>
                </a:cxn>
              </a:cxnLst>
              <a:rect l="0" t="0" r="r" b="b"/>
              <a:pathLst>
                <a:path w="8" h="7">
                  <a:moveTo>
                    <a:pt x="3" y="0"/>
                  </a:moveTo>
                  <a:cubicBezTo>
                    <a:pt x="1" y="0"/>
                    <a:pt x="0" y="1"/>
                    <a:pt x="0" y="2"/>
                  </a:cubicBezTo>
                  <a:cubicBezTo>
                    <a:pt x="0" y="4"/>
                    <a:pt x="4" y="7"/>
                    <a:pt x="5" y="7"/>
                  </a:cubicBezTo>
                  <a:cubicBezTo>
                    <a:pt x="6" y="7"/>
                    <a:pt x="8" y="4"/>
                    <a:pt x="8" y="4"/>
                  </a:cubicBezTo>
                  <a:cubicBezTo>
                    <a:pt x="8" y="2"/>
                    <a:pt x="5"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 name="Freeform 21"/>
            <p:cNvSpPr>
              <a:spLocks/>
            </p:cNvSpPr>
            <p:nvPr/>
          </p:nvSpPr>
          <p:spPr bwMode="auto">
            <a:xfrm>
              <a:off x="9982200" y="4292600"/>
              <a:ext cx="87313" cy="26988"/>
            </a:xfrm>
            <a:custGeom>
              <a:avLst/>
              <a:gdLst>
                <a:gd name="T0" fmla="*/ 15 w 23"/>
                <a:gd name="T1" fmla="*/ 0 h 7"/>
                <a:gd name="T2" fmla="*/ 2 w 23"/>
                <a:gd name="T3" fmla="*/ 0 h 7"/>
                <a:gd name="T4" fmla="*/ 0 w 23"/>
                <a:gd name="T5" fmla="*/ 3 h 7"/>
                <a:gd name="T6" fmla="*/ 5 w 23"/>
                <a:gd name="T7" fmla="*/ 4 h 7"/>
                <a:gd name="T8" fmla="*/ 12 w 23"/>
                <a:gd name="T9" fmla="*/ 4 h 7"/>
                <a:gd name="T10" fmla="*/ 22 w 23"/>
                <a:gd name="T11" fmla="*/ 7 h 7"/>
                <a:gd name="T12" fmla="*/ 23 w 23"/>
                <a:gd name="T13" fmla="*/ 6 h 7"/>
                <a:gd name="T14" fmla="*/ 20 w 23"/>
                <a:gd name="T15" fmla="*/ 1 h 7"/>
                <a:gd name="T16" fmla="*/ 19 w 23"/>
                <a:gd name="T17" fmla="*/ 2 h 7"/>
                <a:gd name="T18" fmla="*/ 17 w 23"/>
                <a:gd name="T19" fmla="*/ 2 h 7"/>
                <a:gd name="T20" fmla="*/ 15 w 23"/>
                <a:gd name="T2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7">
                  <a:moveTo>
                    <a:pt x="15" y="0"/>
                  </a:moveTo>
                  <a:cubicBezTo>
                    <a:pt x="2" y="0"/>
                    <a:pt x="2" y="0"/>
                    <a:pt x="2" y="0"/>
                  </a:cubicBezTo>
                  <a:cubicBezTo>
                    <a:pt x="1" y="1"/>
                    <a:pt x="0" y="2"/>
                    <a:pt x="0" y="3"/>
                  </a:cubicBezTo>
                  <a:cubicBezTo>
                    <a:pt x="0" y="3"/>
                    <a:pt x="4" y="4"/>
                    <a:pt x="5" y="4"/>
                  </a:cubicBezTo>
                  <a:cubicBezTo>
                    <a:pt x="7" y="4"/>
                    <a:pt x="9" y="4"/>
                    <a:pt x="12" y="4"/>
                  </a:cubicBezTo>
                  <a:cubicBezTo>
                    <a:pt x="16" y="4"/>
                    <a:pt x="18" y="7"/>
                    <a:pt x="22" y="7"/>
                  </a:cubicBezTo>
                  <a:cubicBezTo>
                    <a:pt x="22" y="7"/>
                    <a:pt x="23" y="7"/>
                    <a:pt x="23" y="6"/>
                  </a:cubicBezTo>
                  <a:cubicBezTo>
                    <a:pt x="23" y="4"/>
                    <a:pt x="20" y="4"/>
                    <a:pt x="20" y="1"/>
                  </a:cubicBezTo>
                  <a:cubicBezTo>
                    <a:pt x="19" y="2"/>
                    <a:pt x="19" y="2"/>
                    <a:pt x="19" y="2"/>
                  </a:cubicBezTo>
                  <a:cubicBezTo>
                    <a:pt x="18" y="2"/>
                    <a:pt x="17" y="2"/>
                    <a:pt x="17" y="2"/>
                  </a:cubicBezTo>
                  <a:cubicBezTo>
                    <a:pt x="16" y="2"/>
                    <a:pt x="15" y="1"/>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 name="Freeform 22"/>
            <p:cNvSpPr>
              <a:spLocks/>
            </p:cNvSpPr>
            <p:nvPr/>
          </p:nvSpPr>
          <p:spPr bwMode="auto">
            <a:xfrm>
              <a:off x="9967913" y="4135438"/>
              <a:ext cx="36513" cy="82550"/>
            </a:xfrm>
            <a:custGeom>
              <a:avLst/>
              <a:gdLst>
                <a:gd name="T0" fmla="*/ 3 w 10"/>
                <a:gd name="T1" fmla="*/ 0 h 22"/>
                <a:gd name="T2" fmla="*/ 0 w 10"/>
                <a:gd name="T3" fmla="*/ 5 h 22"/>
                <a:gd name="T4" fmla="*/ 3 w 10"/>
                <a:gd name="T5" fmla="*/ 13 h 22"/>
                <a:gd name="T6" fmla="*/ 3 w 10"/>
                <a:gd name="T7" fmla="*/ 17 h 22"/>
                <a:gd name="T8" fmla="*/ 6 w 10"/>
                <a:gd name="T9" fmla="*/ 22 h 22"/>
                <a:gd name="T10" fmla="*/ 3 w 10"/>
                <a:gd name="T11" fmla="*/ 18 h 22"/>
                <a:gd name="T12" fmla="*/ 3 w 10"/>
                <a:gd name="T13" fmla="*/ 16 h 22"/>
                <a:gd name="T14" fmla="*/ 10 w 10"/>
                <a:gd name="T15" fmla="*/ 15 h 22"/>
                <a:gd name="T16" fmla="*/ 7 w 10"/>
                <a:gd name="T17" fmla="*/ 11 h 22"/>
                <a:gd name="T18" fmla="*/ 10 w 10"/>
                <a:gd name="T19" fmla="*/ 7 h 22"/>
                <a:gd name="T20" fmla="*/ 3 w 10"/>
                <a:gd name="T2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22">
                  <a:moveTo>
                    <a:pt x="3" y="0"/>
                  </a:moveTo>
                  <a:cubicBezTo>
                    <a:pt x="1" y="1"/>
                    <a:pt x="0" y="3"/>
                    <a:pt x="0" y="5"/>
                  </a:cubicBezTo>
                  <a:cubicBezTo>
                    <a:pt x="0" y="9"/>
                    <a:pt x="3" y="10"/>
                    <a:pt x="3" y="13"/>
                  </a:cubicBezTo>
                  <a:cubicBezTo>
                    <a:pt x="3" y="16"/>
                    <a:pt x="3" y="15"/>
                    <a:pt x="3" y="17"/>
                  </a:cubicBezTo>
                  <a:cubicBezTo>
                    <a:pt x="3" y="19"/>
                    <a:pt x="3" y="22"/>
                    <a:pt x="6" y="22"/>
                  </a:cubicBezTo>
                  <a:cubicBezTo>
                    <a:pt x="5" y="21"/>
                    <a:pt x="4" y="19"/>
                    <a:pt x="3" y="18"/>
                  </a:cubicBezTo>
                  <a:cubicBezTo>
                    <a:pt x="3" y="16"/>
                    <a:pt x="3" y="16"/>
                    <a:pt x="3" y="16"/>
                  </a:cubicBezTo>
                  <a:cubicBezTo>
                    <a:pt x="5" y="16"/>
                    <a:pt x="9" y="15"/>
                    <a:pt x="10" y="15"/>
                  </a:cubicBezTo>
                  <a:cubicBezTo>
                    <a:pt x="9" y="13"/>
                    <a:pt x="7" y="12"/>
                    <a:pt x="7" y="11"/>
                  </a:cubicBezTo>
                  <a:cubicBezTo>
                    <a:pt x="7" y="9"/>
                    <a:pt x="10" y="9"/>
                    <a:pt x="10" y="7"/>
                  </a:cubicBezTo>
                  <a:cubicBezTo>
                    <a:pt x="5" y="6"/>
                    <a:pt x="3" y="4"/>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 name="Freeform 23"/>
            <p:cNvSpPr>
              <a:spLocks noEditPoints="1"/>
            </p:cNvSpPr>
            <p:nvPr/>
          </p:nvSpPr>
          <p:spPr bwMode="auto">
            <a:xfrm>
              <a:off x="10612438" y="4330700"/>
              <a:ext cx="120650" cy="71438"/>
            </a:xfrm>
            <a:custGeom>
              <a:avLst/>
              <a:gdLst>
                <a:gd name="T0" fmla="*/ 8 w 32"/>
                <a:gd name="T1" fmla="*/ 17 h 19"/>
                <a:gd name="T2" fmla="*/ 8 w 32"/>
                <a:gd name="T3" fmla="*/ 17 h 19"/>
                <a:gd name="T4" fmla="*/ 8 w 32"/>
                <a:gd name="T5" fmla="*/ 17 h 19"/>
                <a:gd name="T6" fmla="*/ 8 w 32"/>
                <a:gd name="T7" fmla="*/ 17 h 19"/>
                <a:gd name="T8" fmla="*/ 29 w 32"/>
                <a:gd name="T9" fmla="*/ 0 h 19"/>
                <a:gd name="T10" fmla="*/ 23 w 32"/>
                <a:gd name="T11" fmla="*/ 8 h 19"/>
                <a:gd name="T12" fmla="*/ 12 w 32"/>
                <a:gd name="T13" fmla="*/ 11 h 19"/>
                <a:gd name="T14" fmla="*/ 9 w 32"/>
                <a:gd name="T15" fmla="*/ 12 h 19"/>
                <a:gd name="T16" fmla="*/ 9 w 32"/>
                <a:gd name="T17" fmla="*/ 11 h 19"/>
                <a:gd name="T18" fmla="*/ 0 w 32"/>
                <a:gd name="T19" fmla="*/ 11 h 19"/>
                <a:gd name="T20" fmla="*/ 7 w 32"/>
                <a:gd name="T21" fmla="*/ 16 h 19"/>
                <a:gd name="T22" fmla="*/ 8 w 32"/>
                <a:gd name="T23" fmla="*/ 17 h 19"/>
                <a:gd name="T24" fmla="*/ 8 w 32"/>
                <a:gd name="T25" fmla="*/ 16 h 19"/>
                <a:gd name="T26" fmla="*/ 8 w 32"/>
                <a:gd name="T27" fmla="*/ 17 h 19"/>
                <a:gd name="T28" fmla="*/ 12 w 32"/>
                <a:gd name="T29" fmla="*/ 19 h 19"/>
                <a:gd name="T30" fmla="*/ 26 w 32"/>
                <a:gd name="T31" fmla="*/ 14 h 19"/>
                <a:gd name="T32" fmla="*/ 32 w 32"/>
                <a:gd name="T33" fmla="*/ 4 h 19"/>
                <a:gd name="T34" fmla="*/ 29 w 32"/>
                <a:gd name="T3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 h="19">
                  <a:moveTo>
                    <a:pt x="8" y="17"/>
                  </a:moveTo>
                  <a:cubicBezTo>
                    <a:pt x="8" y="17"/>
                    <a:pt x="8" y="17"/>
                    <a:pt x="8" y="17"/>
                  </a:cubicBezTo>
                  <a:cubicBezTo>
                    <a:pt x="8" y="17"/>
                    <a:pt x="8" y="17"/>
                    <a:pt x="8" y="17"/>
                  </a:cubicBezTo>
                  <a:cubicBezTo>
                    <a:pt x="8" y="17"/>
                    <a:pt x="8" y="17"/>
                    <a:pt x="8" y="17"/>
                  </a:cubicBezTo>
                  <a:moveTo>
                    <a:pt x="29" y="0"/>
                  </a:moveTo>
                  <a:cubicBezTo>
                    <a:pt x="25" y="0"/>
                    <a:pt x="27" y="6"/>
                    <a:pt x="23" y="8"/>
                  </a:cubicBezTo>
                  <a:cubicBezTo>
                    <a:pt x="20" y="9"/>
                    <a:pt x="16" y="9"/>
                    <a:pt x="12" y="11"/>
                  </a:cubicBezTo>
                  <a:cubicBezTo>
                    <a:pt x="12" y="11"/>
                    <a:pt x="10" y="12"/>
                    <a:pt x="9" y="12"/>
                  </a:cubicBezTo>
                  <a:cubicBezTo>
                    <a:pt x="9" y="12"/>
                    <a:pt x="9" y="11"/>
                    <a:pt x="9" y="11"/>
                  </a:cubicBezTo>
                  <a:cubicBezTo>
                    <a:pt x="0" y="11"/>
                    <a:pt x="0" y="11"/>
                    <a:pt x="0" y="11"/>
                  </a:cubicBezTo>
                  <a:cubicBezTo>
                    <a:pt x="1" y="15"/>
                    <a:pt x="5" y="14"/>
                    <a:pt x="7" y="16"/>
                  </a:cubicBezTo>
                  <a:cubicBezTo>
                    <a:pt x="7" y="16"/>
                    <a:pt x="8" y="16"/>
                    <a:pt x="8" y="17"/>
                  </a:cubicBezTo>
                  <a:cubicBezTo>
                    <a:pt x="8" y="16"/>
                    <a:pt x="8" y="16"/>
                    <a:pt x="8" y="16"/>
                  </a:cubicBezTo>
                  <a:cubicBezTo>
                    <a:pt x="8" y="17"/>
                    <a:pt x="8" y="17"/>
                    <a:pt x="8" y="17"/>
                  </a:cubicBezTo>
                  <a:cubicBezTo>
                    <a:pt x="9" y="18"/>
                    <a:pt x="11" y="19"/>
                    <a:pt x="12" y="19"/>
                  </a:cubicBezTo>
                  <a:cubicBezTo>
                    <a:pt x="18" y="19"/>
                    <a:pt x="21" y="15"/>
                    <a:pt x="26" y="14"/>
                  </a:cubicBezTo>
                  <a:cubicBezTo>
                    <a:pt x="26" y="9"/>
                    <a:pt x="32" y="10"/>
                    <a:pt x="32" y="4"/>
                  </a:cubicBezTo>
                  <a:cubicBezTo>
                    <a:pt x="32" y="3"/>
                    <a:pt x="31" y="0"/>
                    <a:pt x="2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 name="Freeform 24"/>
            <p:cNvSpPr>
              <a:spLocks/>
            </p:cNvSpPr>
            <p:nvPr/>
          </p:nvSpPr>
          <p:spPr bwMode="auto">
            <a:xfrm>
              <a:off x="10069513" y="4214813"/>
              <a:ext cx="619125" cy="319088"/>
            </a:xfrm>
            <a:custGeom>
              <a:avLst/>
              <a:gdLst>
                <a:gd name="T0" fmla="*/ 4 w 165"/>
                <a:gd name="T1" fmla="*/ 4 h 85"/>
                <a:gd name="T2" fmla="*/ 9 w 165"/>
                <a:gd name="T3" fmla="*/ 13 h 85"/>
                <a:gd name="T4" fmla="*/ 15 w 165"/>
                <a:gd name="T5" fmla="*/ 17 h 85"/>
                <a:gd name="T6" fmla="*/ 25 w 165"/>
                <a:gd name="T7" fmla="*/ 15 h 85"/>
                <a:gd name="T8" fmla="*/ 15 w 165"/>
                <a:gd name="T9" fmla="*/ 24 h 85"/>
                <a:gd name="T10" fmla="*/ 20 w 165"/>
                <a:gd name="T11" fmla="*/ 31 h 85"/>
                <a:gd name="T12" fmla="*/ 24 w 165"/>
                <a:gd name="T13" fmla="*/ 28 h 85"/>
                <a:gd name="T14" fmla="*/ 34 w 165"/>
                <a:gd name="T15" fmla="*/ 34 h 85"/>
                <a:gd name="T16" fmla="*/ 62 w 165"/>
                <a:gd name="T17" fmla="*/ 45 h 85"/>
                <a:gd name="T18" fmla="*/ 58 w 165"/>
                <a:gd name="T19" fmla="*/ 63 h 85"/>
                <a:gd name="T20" fmla="*/ 69 w 165"/>
                <a:gd name="T21" fmla="*/ 65 h 85"/>
                <a:gd name="T22" fmla="*/ 90 w 165"/>
                <a:gd name="T23" fmla="*/ 72 h 85"/>
                <a:gd name="T24" fmla="*/ 102 w 165"/>
                <a:gd name="T25" fmla="*/ 65 h 85"/>
                <a:gd name="T26" fmla="*/ 133 w 165"/>
                <a:gd name="T27" fmla="*/ 72 h 85"/>
                <a:gd name="T28" fmla="*/ 147 w 165"/>
                <a:gd name="T29" fmla="*/ 81 h 85"/>
                <a:gd name="T30" fmla="*/ 159 w 165"/>
                <a:gd name="T31" fmla="*/ 85 h 85"/>
                <a:gd name="T32" fmla="*/ 165 w 165"/>
                <a:gd name="T33" fmla="*/ 80 h 85"/>
                <a:gd name="T34" fmla="*/ 156 w 165"/>
                <a:gd name="T35" fmla="*/ 76 h 85"/>
                <a:gd name="T36" fmla="*/ 155 w 165"/>
                <a:gd name="T37" fmla="*/ 76 h 85"/>
                <a:gd name="T38" fmla="*/ 153 w 165"/>
                <a:gd name="T39" fmla="*/ 75 h 85"/>
                <a:gd name="T40" fmla="*/ 144 w 165"/>
                <a:gd name="T41" fmla="*/ 69 h 85"/>
                <a:gd name="T42" fmla="*/ 134 w 165"/>
                <a:gd name="T43" fmla="*/ 54 h 85"/>
                <a:gd name="T44" fmla="*/ 135 w 165"/>
                <a:gd name="T45" fmla="*/ 45 h 85"/>
                <a:gd name="T46" fmla="*/ 134 w 165"/>
                <a:gd name="T47" fmla="*/ 45 h 85"/>
                <a:gd name="T48" fmla="*/ 115 w 165"/>
                <a:gd name="T49" fmla="*/ 31 h 85"/>
                <a:gd name="T50" fmla="*/ 103 w 165"/>
                <a:gd name="T51" fmla="*/ 24 h 85"/>
                <a:gd name="T52" fmla="*/ 84 w 165"/>
                <a:gd name="T53" fmla="*/ 18 h 85"/>
                <a:gd name="T54" fmla="*/ 82 w 165"/>
                <a:gd name="T55" fmla="*/ 17 h 85"/>
                <a:gd name="T56" fmla="*/ 78 w 165"/>
                <a:gd name="T57" fmla="*/ 15 h 85"/>
                <a:gd name="T58" fmla="*/ 63 w 165"/>
                <a:gd name="T59" fmla="*/ 10 h 85"/>
                <a:gd name="T60" fmla="*/ 50 w 165"/>
                <a:gd name="T61" fmla="*/ 15 h 85"/>
                <a:gd name="T62" fmla="*/ 38 w 165"/>
                <a:gd name="T63" fmla="*/ 24 h 85"/>
                <a:gd name="T64" fmla="*/ 28 w 165"/>
                <a:gd name="T65" fmla="*/ 15 h 85"/>
                <a:gd name="T66" fmla="*/ 15 w 165"/>
                <a:gd name="T67"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5" h="85">
                  <a:moveTo>
                    <a:pt x="15" y="0"/>
                  </a:moveTo>
                  <a:cubicBezTo>
                    <a:pt x="9" y="0"/>
                    <a:pt x="7" y="4"/>
                    <a:pt x="4" y="4"/>
                  </a:cubicBezTo>
                  <a:cubicBezTo>
                    <a:pt x="2" y="4"/>
                    <a:pt x="0" y="5"/>
                    <a:pt x="0" y="7"/>
                  </a:cubicBezTo>
                  <a:cubicBezTo>
                    <a:pt x="0" y="11"/>
                    <a:pt x="7" y="9"/>
                    <a:pt x="9" y="13"/>
                  </a:cubicBezTo>
                  <a:cubicBezTo>
                    <a:pt x="9" y="14"/>
                    <a:pt x="10" y="15"/>
                    <a:pt x="11" y="16"/>
                  </a:cubicBezTo>
                  <a:cubicBezTo>
                    <a:pt x="12" y="16"/>
                    <a:pt x="13" y="17"/>
                    <a:pt x="15" y="17"/>
                  </a:cubicBezTo>
                  <a:cubicBezTo>
                    <a:pt x="18" y="17"/>
                    <a:pt x="20" y="16"/>
                    <a:pt x="23" y="15"/>
                  </a:cubicBezTo>
                  <a:cubicBezTo>
                    <a:pt x="25" y="15"/>
                    <a:pt x="25" y="15"/>
                    <a:pt x="25" y="15"/>
                  </a:cubicBezTo>
                  <a:cubicBezTo>
                    <a:pt x="23" y="19"/>
                    <a:pt x="14" y="18"/>
                    <a:pt x="10" y="20"/>
                  </a:cubicBezTo>
                  <a:cubicBezTo>
                    <a:pt x="11" y="23"/>
                    <a:pt x="14" y="21"/>
                    <a:pt x="15" y="24"/>
                  </a:cubicBezTo>
                  <a:cubicBezTo>
                    <a:pt x="17" y="26"/>
                    <a:pt x="15" y="27"/>
                    <a:pt x="17" y="30"/>
                  </a:cubicBezTo>
                  <a:cubicBezTo>
                    <a:pt x="17" y="31"/>
                    <a:pt x="19" y="31"/>
                    <a:pt x="20" y="31"/>
                  </a:cubicBezTo>
                  <a:cubicBezTo>
                    <a:pt x="22" y="31"/>
                    <a:pt x="23" y="28"/>
                    <a:pt x="24" y="26"/>
                  </a:cubicBezTo>
                  <a:cubicBezTo>
                    <a:pt x="24" y="28"/>
                    <a:pt x="24" y="28"/>
                    <a:pt x="24" y="28"/>
                  </a:cubicBezTo>
                  <a:cubicBezTo>
                    <a:pt x="24" y="28"/>
                    <a:pt x="25" y="28"/>
                    <a:pt x="25" y="28"/>
                  </a:cubicBezTo>
                  <a:cubicBezTo>
                    <a:pt x="29" y="28"/>
                    <a:pt x="31" y="34"/>
                    <a:pt x="34" y="34"/>
                  </a:cubicBezTo>
                  <a:cubicBezTo>
                    <a:pt x="39" y="34"/>
                    <a:pt x="47" y="36"/>
                    <a:pt x="50" y="37"/>
                  </a:cubicBezTo>
                  <a:cubicBezTo>
                    <a:pt x="53" y="38"/>
                    <a:pt x="61" y="42"/>
                    <a:pt x="62" y="45"/>
                  </a:cubicBezTo>
                  <a:cubicBezTo>
                    <a:pt x="63" y="49"/>
                    <a:pt x="62" y="53"/>
                    <a:pt x="65" y="57"/>
                  </a:cubicBezTo>
                  <a:cubicBezTo>
                    <a:pt x="64" y="58"/>
                    <a:pt x="58" y="60"/>
                    <a:pt x="58" y="63"/>
                  </a:cubicBezTo>
                  <a:cubicBezTo>
                    <a:pt x="58" y="65"/>
                    <a:pt x="61" y="65"/>
                    <a:pt x="63" y="65"/>
                  </a:cubicBezTo>
                  <a:cubicBezTo>
                    <a:pt x="69" y="65"/>
                    <a:pt x="69" y="65"/>
                    <a:pt x="69" y="65"/>
                  </a:cubicBezTo>
                  <a:cubicBezTo>
                    <a:pt x="69" y="64"/>
                    <a:pt x="72" y="64"/>
                    <a:pt x="73" y="64"/>
                  </a:cubicBezTo>
                  <a:cubicBezTo>
                    <a:pt x="81" y="64"/>
                    <a:pt x="83" y="72"/>
                    <a:pt x="90" y="72"/>
                  </a:cubicBezTo>
                  <a:cubicBezTo>
                    <a:pt x="93" y="72"/>
                    <a:pt x="94" y="72"/>
                    <a:pt x="101" y="72"/>
                  </a:cubicBezTo>
                  <a:cubicBezTo>
                    <a:pt x="101" y="70"/>
                    <a:pt x="103" y="69"/>
                    <a:pt x="102" y="65"/>
                  </a:cubicBezTo>
                  <a:cubicBezTo>
                    <a:pt x="106" y="64"/>
                    <a:pt x="106" y="58"/>
                    <a:pt x="113" y="58"/>
                  </a:cubicBezTo>
                  <a:cubicBezTo>
                    <a:pt x="122" y="58"/>
                    <a:pt x="127" y="66"/>
                    <a:pt x="133" y="72"/>
                  </a:cubicBezTo>
                  <a:cubicBezTo>
                    <a:pt x="133" y="73"/>
                    <a:pt x="136" y="73"/>
                    <a:pt x="136" y="74"/>
                  </a:cubicBezTo>
                  <a:cubicBezTo>
                    <a:pt x="136" y="77"/>
                    <a:pt x="142" y="81"/>
                    <a:pt x="147" y="81"/>
                  </a:cubicBezTo>
                  <a:cubicBezTo>
                    <a:pt x="154" y="81"/>
                    <a:pt x="154" y="81"/>
                    <a:pt x="154" y="81"/>
                  </a:cubicBezTo>
                  <a:cubicBezTo>
                    <a:pt x="155" y="82"/>
                    <a:pt x="159" y="85"/>
                    <a:pt x="159" y="85"/>
                  </a:cubicBezTo>
                  <a:cubicBezTo>
                    <a:pt x="160" y="85"/>
                    <a:pt x="160" y="85"/>
                    <a:pt x="161" y="85"/>
                  </a:cubicBezTo>
                  <a:cubicBezTo>
                    <a:pt x="161" y="83"/>
                    <a:pt x="163" y="81"/>
                    <a:pt x="165" y="80"/>
                  </a:cubicBezTo>
                  <a:cubicBezTo>
                    <a:pt x="164" y="80"/>
                    <a:pt x="160" y="81"/>
                    <a:pt x="159" y="79"/>
                  </a:cubicBezTo>
                  <a:cubicBezTo>
                    <a:pt x="159" y="78"/>
                    <a:pt x="158" y="76"/>
                    <a:pt x="156" y="76"/>
                  </a:cubicBezTo>
                  <a:cubicBezTo>
                    <a:pt x="156" y="76"/>
                    <a:pt x="156" y="76"/>
                    <a:pt x="156" y="76"/>
                  </a:cubicBezTo>
                  <a:cubicBezTo>
                    <a:pt x="155" y="76"/>
                    <a:pt x="155" y="76"/>
                    <a:pt x="155" y="76"/>
                  </a:cubicBezTo>
                  <a:cubicBezTo>
                    <a:pt x="155" y="76"/>
                    <a:pt x="154" y="76"/>
                    <a:pt x="154" y="76"/>
                  </a:cubicBezTo>
                  <a:cubicBezTo>
                    <a:pt x="153" y="76"/>
                    <a:pt x="153" y="76"/>
                    <a:pt x="153" y="75"/>
                  </a:cubicBezTo>
                  <a:cubicBezTo>
                    <a:pt x="152" y="74"/>
                    <a:pt x="151" y="72"/>
                    <a:pt x="151" y="72"/>
                  </a:cubicBezTo>
                  <a:cubicBezTo>
                    <a:pt x="149" y="72"/>
                    <a:pt x="145" y="71"/>
                    <a:pt x="144" y="69"/>
                  </a:cubicBezTo>
                  <a:cubicBezTo>
                    <a:pt x="142" y="66"/>
                    <a:pt x="143" y="64"/>
                    <a:pt x="140" y="61"/>
                  </a:cubicBezTo>
                  <a:cubicBezTo>
                    <a:pt x="139" y="60"/>
                    <a:pt x="134" y="56"/>
                    <a:pt x="134" y="54"/>
                  </a:cubicBezTo>
                  <a:cubicBezTo>
                    <a:pt x="134" y="52"/>
                    <a:pt x="140" y="53"/>
                    <a:pt x="140" y="50"/>
                  </a:cubicBezTo>
                  <a:cubicBezTo>
                    <a:pt x="140" y="46"/>
                    <a:pt x="138" y="45"/>
                    <a:pt x="135" y="45"/>
                  </a:cubicBezTo>
                  <a:cubicBezTo>
                    <a:pt x="135" y="45"/>
                    <a:pt x="135" y="45"/>
                    <a:pt x="134" y="45"/>
                  </a:cubicBezTo>
                  <a:cubicBezTo>
                    <a:pt x="134" y="45"/>
                    <a:pt x="134" y="45"/>
                    <a:pt x="134" y="45"/>
                  </a:cubicBezTo>
                  <a:cubicBezTo>
                    <a:pt x="133" y="45"/>
                    <a:pt x="132" y="45"/>
                    <a:pt x="131" y="45"/>
                  </a:cubicBezTo>
                  <a:cubicBezTo>
                    <a:pt x="124" y="42"/>
                    <a:pt x="124" y="34"/>
                    <a:pt x="115" y="31"/>
                  </a:cubicBezTo>
                  <a:cubicBezTo>
                    <a:pt x="114" y="31"/>
                    <a:pt x="112" y="31"/>
                    <a:pt x="112" y="28"/>
                  </a:cubicBezTo>
                  <a:cubicBezTo>
                    <a:pt x="108" y="28"/>
                    <a:pt x="106" y="24"/>
                    <a:pt x="103" y="24"/>
                  </a:cubicBezTo>
                  <a:cubicBezTo>
                    <a:pt x="97" y="24"/>
                    <a:pt x="88" y="21"/>
                    <a:pt x="84" y="18"/>
                  </a:cubicBezTo>
                  <a:cubicBezTo>
                    <a:pt x="84" y="18"/>
                    <a:pt x="84" y="18"/>
                    <a:pt x="84" y="18"/>
                  </a:cubicBezTo>
                  <a:cubicBezTo>
                    <a:pt x="84" y="18"/>
                    <a:pt x="83" y="18"/>
                    <a:pt x="83" y="18"/>
                  </a:cubicBezTo>
                  <a:cubicBezTo>
                    <a:pt x="83" y="18"/>
                    <a:pt x="82" y="17"/>
                    <a:pt x="82" y="17"/>
                  </a:cubicBezTo>
                  <a:cubicBezTo>
                    <a:pt x="83" y="18"/>
                    <a:pt x="83" y="18"/>
                    <a:pt x="83" y="18"/>
                  </a:cubicBezTo>
                  <a:cubicBezTo>
                    <a:pt x="81" y="17"/>
                    <a:pt x="79" y="17"/>
                    <a:pt x="78" y="15"/>
                  </a:cubicBezTo>
                  <a:cubicBezTo>
                    <a:pt x="70" y="15"/>
                    <a:pt x="70" y="15"/>
                    <a:pt x="70" y="15"/>
                  </a:cubicBezTo>
                  <a:cubicBezTo>
                    <a:pt x="69" y="15"/>
                    <a:pt x="66" y="11"/>
                    <a:pt x="63" y="10"/>
                  </a:cubicBezTo>
                  <a:cubicBezTo>
                    <a:pt x="62" y="10"/>
                    <a:pt x="60" y="10"/>
                    <a:pt x="60" y="9"/>
                  </a:cubicBezTo>
                  <a:cubicBezTo>
                    <a:pt x="56" y="9"/>
                    <a:pt x="53" y="14"/>
                    <a:pt x="50" y="15"/>
                  </a:cubicBezTo>
                  <a:cubicBezTo>
                    <a:pt x="46" y="16"/>
                    <a:pt x="46" y="17"/>
                    <a:pt x="43" y="19"/>
                  </a:cubicBezTo>
                  <a:cubicBezTo>
                    <a:pt x="43" y="19"/>
                    <a:pt x="40" y="24"/>
                    <a:pt x="38" y="24"/>
                  </a:cubicBezTo>
                  <a:cubicBezTo>
                    <a:pt x="36" y="24"/>
                    <a:pt x="32" y="19"/>
                    <a:pt x="32" y="18"/>
                  </a:cubicBezTo>
                  <a:cubicBezTo>
                    <a:pt x="30" y="18"/>
                    <a:pt x="28" y="17"/>
                    <a:pt x="28" y="15"/>
                  </a:cubicBezTo>
                  <a:cubicBezTo>
                    <a:pt x="28" y="13"/>
                    <a:pt x="28" y="9"/>
                    <a:pt x="28" y="5"/>
                  </a:cubicBezTo>
                  <a:cubicBezTo>
                    <a:pt x="23" y="4"/>
                    <a:pt x="19"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 name="Freeform 25"/>
            <p:cNvSpPr>
              <a:spLocks/>
            </p:cNvSpPr>
            <p:nvPr/>
          </p:nvSpPr>
          <p:spPr bwMode="auto">
            <a:xfrm>
              <a:off x="10694988" y="4281488"/>
              <a:ext cx="65088" cy="60325"/>
            </a:xfrm>
            <a:custGeom>
              <a:avLst/>
              <a:gdLst>
                <a:gd name="T0" fmla="*/ 0 w 17"/>
                <a:gd name="T1" fmla="*/ 0 h 16"/>
                <a:gd name="T2" fmla="*/ 5 w 17"/>
                <a:gd name="T3" fmla="*/ 4 h 16"/>
                <a:gd name="T4" fmla="*/ 12 w 17"/>
                <a:gd name="T5" fmla="*/ 11 h 16"/>
                <a:gd name="T6" fmla="*/ 15 w 17"/>
                <a:gd name="T7" fmla="*/ 16 h 16"/>
                <a:gd name="T8" fmla="*/ 16 w 17"/>
                <a:gd name="T9" fmla="*/ 16 h 16"/>
                <a:gd name="T10" fmla="*/ 17 w 17"/>
                <a:gd name="T11" fmla="*/ 16 h 16"/>
                <a:gd name="T12" fmla="*/ 17 w 17"/>
                <a:gd name="T13" fmla="*/ 14 h 16"/>
                <a:gd name="T14" fmla="*/ 11 w 17"/>
                <a:gd name="T15" fmla="*/ 9 h 16"/>
                <a:gd name="T16" fmla="*/ 0 w 17"/>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6">
                  <a:moveTo>
                    <a:pt x="0" y="0"/>
                  </a:moveTo>
                  <a:cubicBezTo>
                    <a:pt x="1" y="3"/>
                    <a:pt x="3" y="2"/>
                    <a:pt x="5" y="4"/>
                  </a:cubicBezTo>
                  <a:cubicBezTo>
                    <a:pt x="9" y="6"/>
                    <a:pt x="9" y="9"/>
                    <a:pt x="12" y="11"/>
                  </a:cubicBezTo>
                  <a:cubicBezTo>
                    <a:pt x="12" y="14"/>
                    <a:pt x="12" y="16"/>
                    <a:pt x="15" y="16"/>
                  </a:cubicBezTo>
                  <a:cubicBezTo>
                    <a:pt x="15" y="16"/>
                    <a:pt x="15" y="16"/>
                    <a:pt x="16" y="16"/>
                  </a:cubicBezTo>
                  <a:cubicBezTo>
                    <a:pt x="16" y="16"/>
                    <a:pt x="16" y="16"/>
                    <a:pt x="17" y="16"/>
                  </a:cubicBezTo>
                  <a:cubicBezTo>
                    <a:pt x="17" y="16"/>
                    <a:pt x="17" y="15"/>
                    <a:pt x="17" y="14"/>
                  </a:cubicBezTo>
                  <a:cubicBezTo>
                    <a:pt x="17" y="10"/>
                    <a:pt x="14" y="11"/>
                    <a:pt x="11" y="9"/>
                  </a:cubicBezTo>
                  <a:cubicBezTo>
                    <a:pt x="8" y="5"/>
                    <a:pt x="6" y="2"/>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 name="Freeform 26"/>
            <p:cNvSpPr>
              <a:spLocks/>
            </p:cNvSpPr>
            <p:nvPr/>
          </p:nvSpPr>
          <p:spPr bwMode="auto">
            <a:xfrm>
              <a:off x="10804525" y="4371975"/>
              <a:ext cx="33338" cy="38100"/>
            </a:xfrm>
            <a:custGeom>
              <a:avLst/>
              <a:gdLst>
                <a:gd name="T0" fmla="*/ 1 w 9"/>
                <a:gd name="T1" fmla="*/ 0 h 10"/>
                <a:gd name="T2" fmla="*/ 5 w 9"/>
                <a:gd name="T3" fmla="*/ 6 h 10"/>
                <a:gd name="T4" fmla="*/ 5 w 9"/>
                <a:gd name="T5" fmla="*/ 8 h 10"/>
                <a:gd name="T6" fmla="*/ 7 w 9"/>
                <a:gd name="T7" fmla="*/ 10 h 10"/>
                <a:gd name="T8" fmla="*/ 9 w 9"/>
                <a:gd name="T9" fmla="*/ 8 h 10"/>
                <a:gd name="T10" fmla="*/ 1 w 9"/>
                <a:gd name="T11" fmla="*/ 0 h 10"/>
              </a:gdLst>
              <a:ahLst/>
              <a:cxnLst>
                <a:cxn ang="0">
                  <a:pos x="T0" y="T1"/>
                </a:cxn>
                <a:cxn ang="0">
                  <a:pos x="T2" y="T3"/>
                </a:cxn>
                <a:cxn ang="0">
                  <a:pos x="T4" y="T5"/>
                </a:cxn>
                <a:cxn ang="0">
                  <a:pos x="T6" y="T7"/>
                </a:cxn>
                <a:cxn ang="0">
                  <a:pos x="T8" y="T9"/>
                </a:cxn>
                <a:cxn ang="0">
                  <a:pos x="T10" y="T11"/>
                </a:cxn>
              </a:cxnLst>
              <a:rect l="0" t="0" r="r" b="b"/>
              <a:pathLst>
                <a:path w="9" h="10">
                  <a:moveTo>
                    <a:pt x="1" y="0"/>
                  </a:moveTo>
                  <a:cubicBezTo>
                    <a:pt x="0" y="2"/>
                    <a:pt x="1" y="5"/>
                    <a:pt x="5" y="6"/>
                  </a:cubicBezTo>
                  <a:cubicBezTo>
                    <a:pt x="5" y="7"/>
                    <a:pt x="5" y="7"/>
                    <a:pt x="5" y="8"/>
                  </a:cubicBezTo>
                  <a:cubicBezTo>
                    <a:pt x="5" y="9"/>
                    <a:pt x="6" y="10"/>
                    <a:pt x="7" y="10"/>
                  </a:cubicBezTo>
                  <a:cubicBezTo>
                    <a:pt x="7" y="10"/>
                    <a:pt x="9" y="9"/>
                    <a:pt x="9" y="8"/>
                  </a:cubicBezTo>
                  <a:cubicBezTo>
                    <a:pt x="9" y="7"/>
                    <a:pt x="3" y="1"/>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 name="Freeform 27"/>
            <p:cNvSpPr>
              <a:spLocks/>
            </p:cNvSpPr>
            <p:nvPr/>
          </p:nvSpPr>
          <p:spPr bwMode="auto">
            <a:xfrm>
              <a:off x="11014075" y="4514850"/>
              <a:ext cx="15875" cy="22225"/>
            </a:xfrm>
            <a:custGeom>
              <a:avLst/>
              <a:gdLst>
                <a:gd name="T0" fmla="*/ 0 w 4"/>
                <a:gd name="T1" fmla="*/ 0 h 6"/>
                <a:gd name="T2" fmla="*/ 4 w 4"/>
                <a:gd name="T3" fmla="*/ 6 h 6"/>
                <a:gd name="T4" fmla="*/ 4 w 4"/>
                <a:gd name="T5" fmla="*/ 4 h 6"/>
                <a:gd name="T6" fmla="*/ 0 w 4"/>
                <a:gd name="T7" fmla="*/ 0 h 6"/>
              </a:gdLst>
              <a:ahLst/>
              <a:cxnLst>
                <a:cxn ang="0">
                  <a:pos x="T0" y="T1"/>
                </a:cxn>
                <a:cxn ang="0">
                  <a:pos x="T2" y="T3"/>
                </a:cxn>
                <a:cxn ang="0">
                  <a:pos x="T4" y="T5"/>
                </a:cxn>
                <a:cxn ang="0">
                  <a:pos x="T6" y="T7"/>
                </a:cxn>
              </a:cxnLst>
              <a:rect l="0" t="0" r="r" b="b"/>
              <a:pathLst>
                <a:path w="4" h="6">
                  <a:moveTo>
                    <a:pt x="0" y="0"/>
                  </a:moveTo>
                  <a:cubicBezTo>
                    <a:pt x="0" y="1"/>
                    <a:pt x="1" y="6"/>
                    <a:pt x="4" y="6"/>
                  </a:cubicBezTo>
                  <a:cubicBezTo>
                    <a:pt x="4" y="5"/>
                    <a:pt x="4" y="5"/>
                    <a:pt x="4" y="4"/>
                  </a:cubicBezTo>
                  <a:cubicBezTo>
                    <a:pt x="4"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 name="Freeform 28"/>
            <p:cNvSpPr>
              <a:spLocks/>
            </p:cNvSpPr>
            <p:nvPr/>
          </p:nvSpPr>
          <p:spPr bwMode="auto">
            <a:xfrm>
              <a:off x="10966450" y="4495800"/>
              <a:ext cx="36513" cy="19050"/>
            </a:xfrm>
            <a:custGeom>
              <a:avLst/>
              <a:gdLst>
                <a:gd name="T0" fmla="*/ 0 w 10"/>
                <a:gd name="T1" fmla="*/ 0 h 5"/>
                <a:gd name="T2" fmla="*/ 8 w 10"/>
                <a:gd name="T3" fmla="*/ 5 h 5"/>
                <a:gd name="T4" fmla="*/ 10 w 10"/>
                <a:gd name="T5" fmla="*/ 4 h 5"/>
                <a:gd name="T6" fmla="*/ 0 w 10"/>
                <a:gd name="T7" fmla="*/ 0 h 5"/>
              </a:gdLst>
              <a:ahLst/>
              <a:cxnLst>
                <a:cxn ang="0">
                  <a:pos x="T0" y="T1"/>
                </a:cxn>
                <a:cxn ang="0">
                  <a:pos x="T2" y="T3"/>
                </a:cxn>
                <a:cxn ang="0">
                  <a:pos x="T4" y="T5"/>
                </a:cxn>
                <a:cxn ang="0">
                  <a:pos x="T6" y="T7"/>
                </a:cxn>
              </a:cxnLst>
              <a:rect l="0" t="0" r="r" b="b"/>
              <a:pathLst>
                <a:path w="10" h="5">
                  <a:moveTo>
                    <a:pt x="0" y="0"/>
                  </a:moveTo>
                  <a:cubicBezTo>
                    <a:pt x="0" y="4"/>
                    <a:pt x="5" y="5"/>
                    <a:pt x="8" y="5"/>
                  </a:cubicBezTo>
                  <a:cubicBezTo>
                    <a:pt x="10" y="4"/>
                    <a:pt x="10" y="4"/>
                    <a:pt x="10" y="4"/>
                  </a:cubicBezTo>
                  <a:cubicBezTo>
                    <a:pt x="8" y="1"/>
                    <a:pt x="5"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 name="Freeform 29"/>
            <p:cNvSpPr>
              <a:spLocks/>
            </p:cNvSpPr>
            <p:nvPr/>
          </p:nvSpPr>
          <p:spPr bwMode="auto">
            <a:xfrm>
              <a:off x="10972800" y="4454525"/>
              <a:ext cx="30163" cy="33338"/>
            </a:xfrm>
            <a:custGeom>
              <a:avLst/>
              <a:gdLst>
                <a:gd name="T0" fmla="*/ 0 w 8"/>
                <a:gd name="T1" fmla="*/ 0 h 9"/>
                <a:gd name="T2" fmla="*/ 8 w 8"/>
                <a:gd name="T3" fmla="*/ 9 h 9"/>
                <a:gd name="T4" fmla="*/ 0 w 8"/>
                <a:gd name="T5" fmla="*/ 0 h 9"/>
              </a:gdLst>
              <a:ahLst/>
              <a:cxnLst>
                <a:cxn ang="0">
                  <a:pos x="T0" y="T1"/>
                </a:cxn>
                <a:cxn ang="0">
                  <a:pos x="T2" y="T3"/>
                </a:cxn>
                <a:cxn ang="0">
                  <a:pos x="T4" y="T5"/>
                </a:cxn>
              </a:cxnLst>
              <a:rect l="0" t="0" r="r" b="b"/>
              <a:pathLst>
                <a:path w="8" h="9">
                  <a:moveTo>
                    <a:pt x="0" y="0"/>
                  </a:moveTo>
                  <a:cubicBezTo>
                    <a:pt x="0" y="2"/>
                    <a:pt x="5" y="9"/>
                    <a:pt x="8" y="9"/>
                  </a:cubicBezTo>
                  <a:cubicBezTo>
                    <a:pt x="7" y="5"/>
                    <a:pt x="4" y="2"/>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 name="Freeform 30"/>
            <p:cNvSpPr>
              <a:spLocks/>
            </p:cNvSpPr>
            <p:nvPr/>
          </p:nvSpPr>
          <p:spPr bwMode="auto">
            <a:xfrm>
              <a:off x="10906125" y="4427538"/>
              <a:ext cx="41275" cy="26988"/>
            </a:xfrm>
            <a:custGeom>
              <a:avLst/>
              <a:gdLst>
                <a:gd name="T0" fmla="*/ 1 w 11"/>
                <a:gd name="T1" fmla="*/ 0 h 7"/>
                <a:gd name="T2" fmla="*/ 1 w 11"/>
                <a:gd name="T3" fmla="*/ 1 h 7"/>
                <a:gd name="T4" fmla="*/ 0 w 11"/>
                <a:gd name="T5" fmla="*/ 1 h 7"/>
                <a:gd name="T6" fmla="*/ 9 w 11"/>
                <a:gd name="T7" fmla="*/ 7 h 7"/>
                <a:gd name="T8" fmla="*/ 11 w 11"/>
                <a:gd name="T9" fmla="*/ 6 h 7"/>
                <a:gd name="T10" fmla="*/ 1 w 11"/>
                <a:gd name="T11" fmla="*/ 0 h 7"/>
              </a:gdLst>
              <a:ahLst/>
              <a:cxnLst>
                <a:cxn ang="0">
                  <a:pos x="T0" y="T1"/>
                </a:cxn>
                <a:cxn ang="0">
                  <a:pos x="T2" y="T3"/>
                </a:cxn>
                <a:cxn ang="0">
                  <a:pos x="T4" y="T5"/>
                </a:cxn>
                <a:cxn ang="0">
                  <a:pos x="T6" y="T7"/>
                </a:cxn>
                <a:cxn ang="0">
                  <a:pos x="T8" y="T9"/>
                </a:cxn>
                <a:cxn ang="0">
                  <a:pos x="T10" y="T11"/>
                </a:cxn>
              </a:cxnLst>
              <a:rect l="0" t="0" r="r" b="b"/>
              <a:pathLst>
                <a:path w="11" h="7">
                  <a:moveTo>
                    <a:pt x="1" y="0"/>
                  </a:moveTo>
                  <a:cubicBezTo>
                    <a:pt x="1" y="1"/>
                    <a:pt x="1" y="1"/>
                    <a:pt x="1" y="1"/>
                  </a:cubicBezTo>
                  <a:cubicBezTo>
                    <a:pt x="0" y="1"/>
                    <a:pt x="0" y="1"/>
                    <a:pt x="0" y="1"/>
                  </a:cubicBezTo>
                  <a:cubicBezTo>
                    <a:pt x="0" y="4"/>
                    <a:pt x="7" y="7"/>
                    <a:pt x="9" y="7"/>
                  </a:cubicBezTo>
                  <a:cubicBezTo>
                    <a:pt x="10" y="7"/>
                    <a:pt x="11" y="6"/>
                    <a:pt x="11" y="6"/>
                  </a:cubicBezTo>
                  <a:cubicBezTo>
                    <a:pt x="10" y="3"/>
                    <a:pt x="4"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 name="Freeform 31"/>
            <p:cNvSpPr>
              <a:spLocks noEditPoints="1"/>
            </p:cNvSpPr>
            <p:nvPr/>
          </p:nvSpPr>
          <p:spPr bwMode="auto">
            <a:xfrm>
              <a:off x="10860088" y="4402138"/>
              <a:ext cx="23813" cy="14288"/>
            </a:xfrm>
            <a:custGeom>
              <a:avLst/>
              <a:gdLst>
                <a:gd name="T0" fmla="*/ 1 w 6"/>
                <a:gd name="T1" fmla="*/ 1 h 4"/>
                <a:gd name="T2" fmla="*/ 0 w 6"/>
                <a:gd name="T3" fmla="*/ 1 h 4"/>
                <a:gd name="T4" fmla="*/ 4 w 6"/>
                <a:gd name="T5" fmla="*/ 4 h 4"/>
                <a:gd name="T6" fmla="*/ 6 w 6"/>
                <a:gd name="T7" fmla="*/ 4 h 4"/>
                <a:gd name="T8" fmla="*/ 1 w 6"/>
                <a:gd name="T9" fmla="*/ 1 h 4"/>
                <a:gd name="T10" fmla="*/ 0 w 6"/>
                <a:gd name="T11" fmla="*/ 0 h 4"/>
                <a:gd name="T12" fmla="*/ 1 w 6"/>
                <a:gd name="T13" fmla="*/ 1 h 4"/>
                <a:gd name="T14" fmla="*/ 1 w 6"/>
                <a:gd name="T15" fmla="*/ 1 h 4"/>
                <a:gd name="T16" fmla="*/ 0 w 6"/>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4">
                  <a:moveTo>
                    <a:pt x="1" y="1"/>
                  </a:moveTo>
                  <a:cubicBezTo>
                    <a:pt x="0" y="1"/>
                    <a:pt x="0" y="1"/>
                    <a:pt x="0" y="1"/>
                  </a:cubicBezTo>
                  <a:cubicBezTo>
                    <a:pt x="4" y="4"/>
                    <a:pt x="4" y="4"/>
                    <a:pt x="4" y="4"/>
                  </a:cubicBezTo>
                  <a:cubicBezTo>
                    <a:pt x="6" y="4"/>
                    <a:pt x="6" y="4"/>
                    <a:pt x="6" y="4"/>
                  </a:cubicBezTo>
                  <a:cubicBezTo>
                    <a:pt x="5" y="2"/>
                    <a:pt x="3" y="2"/>
                    <a:pt x="1" y="1"/>
                  </a:cubicBezTo>
                  <a:moveTo>
                    <a:pt x="0" y="0"/>
                  </a:moveTo>
                  <a:cubicBezTo>
                    <a:pt x="0" y="0"/>
                    <a:pt x="0" y="1"/>
                    <a:pt x="1" y="1"/>
                  </a:cubicBezTo>
                  <a:cubicBezTo>
                    <a:pt x="1" y="1"/>
                    <a:pt x="1" y="1"/>
                    <a:pt x="1"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 name="Freeform 32"/>
            <p:cNvSpPr>
              <a:spLocks/>
            </p:cNvSpPr>
            <p:nvPr/>
          </p:nvSpPr>
          <p:spPr bwMode="auto">
            <a:xfrm>
              <a:off x="10493375" y="5518150"/>
              <a:ext cx="115888" cy="112713"/>
            </a:xfrm>
            <a:custGeom>
              <a:avLst/>
              <a:gdLst>
                <a:gd name="T0" fmla="*/ 28 w 31"/>
                <a:gd name="T1" fmla="*/ 0 h 30"/>
                <a:gd name="T2" fmla="*/ 15 w 31"/>
                <a:gd name="T3" fmla="*/ 3 h 30"/>
                <a:gd name="T4" fmla="*/ 4 w 31"/>
                <a:gd name="T5" fmla="*/ 1 h 30"/>
                <a:gd name="T6" fmla="*/ 0 w 31"/>
                <a:gd name="T7" fmla="*/ 3 h 30"/>
                <a:gd name="T8" fmla="*/ 18 w 31"/>
                <a:gd name="T9" fmla="*/ 30 h 30"/>
                <a:gd name="T10" fmla="*/ 31 w 31"/>
                <a:gd name="T11" fmla="*/ 9 h 30"/>
                <a:gd name="T12" fmla="*/ 28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28" y="0"/>
                  </a:moveTo>
                  <a:cubicBezTo>
                    <a:pt x="24" y="1"/>
                    <a:pt x="19" y="3"/>
                    <a:pt x="15" y="3"/>
                  </a:cubicBezTo>
                  <a:cubicBezTo>
                    <a:pt x="15" y="3"/>
                    <a:pt x="8" y="1"/>
                    <a:pt x="4" y="1"/>
                  </a:cubicBezTo>
                  <a:cubicBezTo>
                    <a:pt x="1" y="1"/>
                    <a:pt x="0" y="2"/>
                    <a:pt x="0" y="3"/>
                  </a:cubicBezTo>
                  <a:cubicBezTo>
                    <a:pt x="0" y="9"/>
                    <a:pt x="9" y="30"/>
                    <a:pt x="18" y="30"/>
                  </a:cubicBezTo>
                  <a:cubicBezTo>
                    <a:pt x="23" y="30"/>
                    <a:pt x="31" y="15"/>
                    <a:pt x="31" y="9"/>
                  </a:cubicBezTo>
                  <a:cubicBezTo>
                    <a:pt x="31" y="5"/>
                    <a:pt x="29" y="4"/>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 name="Freeform 33"/>
            <p:cNvSpPr>
              <a:spLocks/>
            </p:cNvSpPr>
            <p:nvPr/>
          </p:nvSpPr>
          <p:spPr bwMode="auto">
            <a:xfrm>
              <a:off x="10594975" y="5491163"/>
              <a:ext cx="11113" cy="19050"/>
            </a:xfrm>
            <a:custGeom>
              <a:avLst/>
              <a:gdLst>
                <a:gd name="T0" fmla="*/ 3 w 3"/>
                <a:gd name="T1" fmla="*/ 0 h 5"/>
                <a:gd name="T2" fmla="*/ 2 w 3"/>
                <a:gd name="T3" fmla="*/ 0 h 5"/>
                <a:gd name="T4" fmla="*/ 0 w 3"/>
                <a:gd name="T5" fmla="*/ 0 h 5"/>
                <a:gd name="T6" fmla="*/ 3 w 3"/>
                <a:gd name="T7" fmla="*/ 5 h 5"/>
                <a:gd name="T8" fmla="*/ 3 w 3"/>
                <a:gd name="T9" fmla="*/ 0 h 5"/>
              </a:gdLst>
              <a:ahLst/>
              <a:cxnLst>
                <a:cxn ang="0">
                  <a:pos x="T0" y="T1"/>
                </a:cxn>
                <a:cxn ang="0">
                  <a:pos x="T2" y="T3"/>
                </a:cxn>
                <a:cxn ang="0">
                  <a:pos x="T4" y="T5"/>
                </a:cxn>
                <a:cxn ang="0">
                  <a:pos x="T6" y="T7"/>
                </a:cxn>
                <a:cxn ang="0">
                  <a:pos x="T8" y="T9"/>
                </a:cxn>
              </a:cxnLst>
              <a:rect l="0" t="0" r="r" b="b"/>
              <a:pathLst>
                <a:path w="3" h="5">
                  <a:moveTo>
                    <a:pt x="3" y="0"/>
                  </a:moveTo>
                  <a:cubicBezTo>
                    <a:pt x="3" y="0"/>
                    <a:pt x="2" y="0"/>
                    <a:pt x="2" y="0"/>
                  </a:cubicBezTo>
                  <a:cubicBezTo>
                    <a:pt x="1" y="0"/>
                    <a:pt x="0" y="0"/>
                    <a:pt x="0" y="0"/>
                  </a:cubicBezTo>
                  <a:cubicBezTo>
                    <a:pt x="0" y="2"/>
                    <a:pt x="0" y="4"/>
                    <a:pt x="3" y="5"/>
                  </a:cubicBezTo>
                  <a:cubicBezTo>
                    <a:pt x="3" y="3"/>
                    <a:pt x="3" y="3"/>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 name="Freeform 34"/>
            <p:cNvSpPr>
              <a:spLocks/>
            </p:cNvSpPr>
            <p:nvPr/>
          </p:nvSpPr>
          <p:spPr bwMode="auto">
            <a:xfrm>
              <a:off x="10245725" y="5345113"/>
              <a:ext cx="36513" cy="11113"/>
            </a:xfrm>
            <a:custGeom>
              <a:avLst/>
              <a:gdLst>
                <a:gd name="T0" fmla="*/ 6 w 10"/>
                <a:gd name="T1" fmla="*/ 0 h 3"/>
                <a:gd name="T2" fmla="*/ 0 w 10"/>
                <a:gd name="T3" fmla="*/ 2 h 3"/>
                <a:gd name="T4" fmla="*/ 5 w 10"/>
                <a:gd name="T5" fmla="*/ 3 h 3"/>
                <a:gd name="T6" fmla="*/ 10 w 10"/>
                <a:gd name="T7" fmla="*/ 2 h 3"/>
                <a:gd name="T8" fmla="*/ 6 w 10"/>
                <a:gd name="T9" fmla="*/ 0 h 3"/>
              </a:gdLst>
              <a:ahLst/>
              <a:cxnLst>
                <a:cxn ang="0">
                  <a:pos x="T0" y="T1"/>
                </a:cxn>
                <a:cxn ang="0">
                  <a:pos x="T2" y="T3"/>
                </a:cxn>
                <a:cxn ang="0">
                  <a:pos x="T4" y="T5"/>
                </a:cxn>
                <a:cxn ang="0">
                  <a:pos x="T6" y="T7"/>
                </a:cxn>
                <a:cxn ang="0">
                  <a:pos x="T8" y="T9"/>
                </a:cxn>
              </a:cxnLst>
              <a:rect l="0" t="0" r="r" b="b"/>
              <a:pathLst>
                <a:path w="10" h="3">
                  <a:moveTo>
                    <a:pt x="6" y="0"/>
                  </a:moveTo>
                  <a:cubicBezTo>
                    <a:pt x="4" y="0"/>
                    <a:pt x="3" y="1"/>
                    <a:pt x="0" y="2"/>
                  </a:cubicBezTo>
                  <a:cubicBezTo>
                    <a:pt x="1" y="3"/>
                    <a:pt x="3" y="3"/>
                    <a:pt x="5" y="3"/>
                  </a:cubicBezTo>
                  <a:cubicBezTo>
                    <a:pt x="7" y="3"/>
                    <a:pt x="9" y="3"/>
                    <a:pt x="10" y="2"/>
                  </a:cubicBezTo>
                  <a:cubicBezTo>
                    <a:pt x="8" y="1"/>
                    <a:pt x="7"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 name="Freeform 35"/>
            <p:cNvSpPr>
              <a:spLocks/>
            </p:cNvSpPr>
            <p:nvPr/>
          </p:nvSpPr>
          <p:spPr bwMode="auto">
            <a:xfrm>
              <a:off x="10045700" y="4552950"/>
              <a:ext cx="41275" cy="14288"/>
            </a:xfrm>
            <a:custGeom>
              <a:avLst/>
              <a:gdLst>
                <a:gd name="T0" fmla="*/ 9 w 11"/>
                <a:gd name="T1" fmla="*/ 0 h 4"/>
                <a:gd name="T2" fmla="*/ 0 w 11"/>
                <a:gd name="T3" fmla="*/ 1 h 4"/>
                <a:gd name="T4" fmla="*/ 9 w 11"/>
                <a:gd name="T5" fmla="*/ 4 h 4"/>
                <a:gd name="T6" fmla="*/ 11 w 11"/>
                <a:gd name="T7" fmla="*/ 4 h 4"/>
                <a:gd name="T8" fmla="*/ 11 w 11"/>
                <a:gd name="T9" fmla="*/ 0 h 4"/>
                <a:gd name="T10" fmla="*/ 9 w 11"/>
                <a:gd name="T11" fmla="*/ 0 h 4"/>
              </a:gdLst>
              <a:ahLst/>
              <a:cxnLst>
                <a:cxn ang="0">
                  <a:pos x="T0" y="T1"/>
                </a:cxn>
                <a:cxn ang="0">
                  <a:pos x="T2" y="T3"/>
                </a:cxn>
                <a:cxn ang="0">
                  <a:pos x="T4" y="T5"/>
                </a:cxn>
                <a:cxn ang="0">
                  <a:pos x="T6" y="T7"/>
                </a:cxn>
                <a:cxn ang="0">
                  <a:pos x="T8" y="T9"/>
                </a:cxn>
                <a:cxn ang="0">
                  <a:pos x="T10" y="T11"/>
                </a:cxn>
              </a:cxnLst>
              <a:rect l="0" t="0" r="r" b="b"/>
              <a:pathLst>
                <a:path w="11" h="4">
                  <a:moveTo>
                    <a:pt x="9" y="0"/>
                  </a:moveTo>
                  <a:cubicBezTo>
                    <a:pt x="6" y="0"/>
                    <a:pt x="4" y="0"/>
                    <a:pt x="0" y="1"/>
                  </a:cubicBezTo>
                  <a:cubicBezTo>
                    <a:pt x="1" y="3"/>
                    <a:pt x="5" y="4"/>
                    <a:pt x="9" y="4"/>
                  </a:cubicBezTo>
                  <a:cubicBezTo>
                    <a:pt x="9" y="4"/>
                    <a:pt x="11" y="4"/>
                    <a:pt x="11" y="4"/>
                  </a:cubicBezTo>
                  <a:cubicBezTo>
                    <a:pt x="11" y="0"/>
                    <a:pt x="11" y="0"/>
                    <a:pt x="11" y="0"/>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 name="Freeform 36"/>
            <p:cNvSpPr>
              <a:spLocks/>
            </p:cNvSpPr>
            <p:nvPr/>
          </p:nvSpPr>
          <p:spPr bwMode="auto">
            <a:xfrm>
              <a:off x="9536113" y="4533900"/>
              <a:ext cx="1230313" cy="931863"/>
            </a:xfrm>
            <a:custGeom>
              <a:avLst/>
              <a:gdLst>
                <a:gd name="T0" fmla="*/ 232 w 328"/>
                <a:gd name="T1" fmla="*/ 10 h 248"/>
                <a:gd name="T2" fmla="*/ 220 w 328"/>
                <a:gd name="T3" fmla="*/ 59 h 248"/>
                <a:gd name="T4" fmla="*/ 190 w 328"/>
                <a:gd name="T5" fmla="*/ 44 h 248"/>
                <a:gd name="T6" fmla="*/ 182 w 328"/>
                <a:gd name="T7" fmla="*/ 36 h 248"/>
                <a:gd name="T8" fmla="*/ 192 w 328"/>
                <a:gd name="T9" fmla="*/ 16 h 248"/>
                <a:gd name="T10" fmla="*/ 178 w 328"/>
                <a:gd name="T11" fmla="*/ 13 h 248"/>
                <a:gd name="T12" fmla="*/ 157 w 328"/>
                <a:gd name="T13" fmla="*/ 12 h 248"/>
                <a:gd name="T14" fmla="*/ 136 w 328"/>
                <a:gd name="T15" fmla="*/ 20 h 248"/>
                <a:gd name="T16" fmla="*/ 131 w 328"/>
                <a:gd name="T17" fmla="*/ 37 h 248"/>
                <a:gd name="T18" fmla="*/ 120 w 328"/>
                <a:gd name="T19" fmla="*/ 38 h 248"/>
                <a:gd name="T20" fmla="*/ 97 w 328"/>
                <a:gd name="T21" fmla="*/ 33 h 248"/>
                <a:gd name="T22" fmla="*/ 85 w 328"/>
                <a:gd name="T23" fmla="*/ 46 h 248"/>
                <a:gd name="T24" fmla="*/ 77 w 328"/>
                <a:gd name="T25" fmla="*/ 50 h 248"/>
                <a:gd name="T26" fmla="*/ 74 w 328"/>
                <a:gd name="T27" fmla="*/ 62 h 248"/>
                <a:gd name="T28" fmla="*/ 21 w 328"/>
                <a:gd name="T29" fmla="*/ 86 h 248"/>
                <a:gd name="T30" fmla="*/ 6 w 328"/>
                <a:gd name="T31" fmla="*/ 94 h 248"/>
                <a:gd name="T32" fmla="*/ 2 w 328"/>
                <a:gd name="T33" fmla="*/ 114 h 248"/>
                <a:gd name="T34" fmla="*/ 6 w 328"/>
                <a:gd name="T35" fmla="*/ 132 h 248"/>
                <a:gd name="T36" fmla="*/ 2 w 328"/>
                <a:gd name="T37" fmla="*/ 132 h 248"/>
                <a:gd name="T38" fmla="*/ 15 w 328"/>
                <a:gd name="T39" fmla="*/ 170 h 248"/>
                <a:gd name="T40" fmla="*/ 14 w 328"/>
                <a:gd name="T41" fmla="*/ 201 h 248"/>
                <a:gd name="T42" fmla="*/ 60 w 328"/>
                <a:gd name="T43" fmla="*/ 201 h 248"/>
                <a:gd name="T44" fmla="*/ 68 w 328"/>
                <a:gd name="T45" fmla="*/ 201 h 248"/>
                <a:gd name="T46" fmla="*/ 120 w 328"/>
                <a:gd name="T47" fmla="*/ 185 h 248"/>
                <a:gd name="T48" fmla="*/ 169 w 328"/>
                <a:gd name="T49" fmla="*/ 187 h 248"/>
                <a:gd name="T50" fmla="*/ 182 w 328"/>
                <a:gd name="T51" fmla="*/ 209 h 248"/>
                <a:gd name="T52" fmla="*/ 192 w 328"/>
                <a:gd name="T53" fmla="*/ 210 h 248"/>
                <a:gd name="T54" fmla="*/ 202 w 328"/>
                <a:gd name="T55" fmla="*/ 206 h 248"/>
                <a:gd name="T56" fmla="*/ 205 w 328"/>
                <a:gd name="T57" fmla="*/ 209 h 248"/>
                <a:gd name="T58" fmla="*/ 206 w 328"/>
                <a:gd name="T59" fmla="*/ 215 h 248"/>
                <a:gd name="T60" fmla="*/ 212 w 328"/>
                <a:gd name="T61" fmla="*/ 215 h 248"/>
                <a:gd name="T62" fmla="*/ 246 w 328"/>
                <a:gd name="T63" fmla="*/ 245 h 248"/>
                <a:gd name="T64" fmla="*/ 271 w 328"/>
                <a:gd name="T65" fmla="*/ 248 h 248"/>
                <a:gd name="T66" fmla="*/ 300 w 328"/>
                <a:gd name="T67" fmla="*/ 227 h 248"/>
                <a:gd name="T68" fmla="*/ 321 w 328"/>
                <a:gd name="T69" fmla="*/ 182 h 248"/>
                <a:gd name="T70" fmla="*/ 323 w 328"/>
                <a:gd name="T71" fmla="*/ 168 h 248"/>
                <a:gd name="T72" fmla="*/ 320 w 328"/>
                <a:gd name="T73" fmla="*/ 121 h 248"/>
                <a:gd name="T74" fmla="*/ 304 w 328"/>
                <a:gd name="T75" fmla="*/ 98 h 248"/>
                <a:gd name="T76" fmla="*/ 290 w 328"/>
                <a:gd name="T77" fmla="*/ 82 h 248"/>
                <a:gd name="T78" fmla="*/ 263 w 328"/>
                <a:gd name="T79" fmla="*/ 49 h 248"/>
                <a:gd name="T80" fmla="*/ 249 w 328"/>
                <a:gd name="T81" fmla="*/ 30 h 248"/>
                <a:gd name="T82" fmla="*/ 240 w 328"/>
                <a:gd name="T83" fmla="*/ 0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8" h="248">
                  <a:moveTo>
                    <a:pt x="240" y="0"/>
                  </a:moveTo>
                  <a:cubicBezTo>
                    <a:pt x="235" y="3"/>
                    <a:pt x="236" y="7"/>
                    <a:pt x="232" y="10"/>
                  </a:cubicBezTo>
                  <a:cubicBezTo>
                    <a:pt x="232" y="36"/>
                    <a:pt x="232" y="36"/>
                    <a:pt x="232" y="36"/>
                  </a:cubicBezTo>
                  <a:cubicBezTo>
                    <a:pt x="231" y="42"/>
                    <a:pt x="229" y="59"/>
                    <a:pt x="220" y="59"/>
                  </a:cubicBezTo>
                  <a:cubicBezTo>
                    <a:pt x="215" y="59"/>
                    <a:pt x="213" y="53"/>
                    <a:pt x="209" y="51"/>
                  </a:cubicBezTo>
                  <a:cubicBezTo>
                    <a:pt x="202" y="48"/>
                    <a:pt x="198" y="47"/>
                    <a:pt x="190" y="44"/>
                  </a:cubicBezTo>
                  <a:cubicBezTo>
                    <a:pt x="189" y="44"/>
                    <a:pt x="189" y="40"/>
                    <a:pt x="187" y="39"/>
                  </a:cubicBezTo>
                  <a:cubicBezTo>
                    <a:pt x="186" y="37"/>
                    <a:pt x="182" y="38"/>
                    <a:pt x="182" y="36"/>
                  </a:cubicBezTo>
                  <a:cubicBezTo>
                    <a:pt x="185" y="21"/>
                    <a:pt x="185" y="21"/>
                    <a:pt x="185" y="21"/>
                  </a:cubicBezTo>
                  <a:cubicBezTo>
                    <a:pt x="187" y="20"/>
                    <a:pt x="192" y="19"/>
                    <a:pt x="192" y="16"/>
                  </a:cubicBezTo>
                  <a:cubicBezTo>
                    <a:pt x="192" y="14"/>
                    <a:pt x="188" y="11"/>
                    <a:pt x="186" y="11"/>
                  </a:cubicBezTo>
                  <a:cubicBezTo>
                    <a:pt x="183" y="11"/>
                    <a:pt x="182" y="13"/>
                    <a:pt x="178" y="13"/>
                  </a:cubicBezTo>
                  <a:cubicBezTo>
                    <a:pt x="168" y="13"/>
                    <a:pt x="162" y="9"/>
                    <a:pt x="152" y="5"/>
                  </a:cubicBezTo>
                  <a:cubicBezTo>
                    <a:pt x="153" y="8"/>
                    <a:pt x="156" y="9"/>
                    <a:pt x="157" y="12"/>
                  </a:cubicBezTo>
                  <a:cubicBezTo>
                    <a:pt x="157" y="12"/>
                    <a:pt x="154" y="14"/>
                    <a:pt x="152" y="14"/>
                  </a:cubicBezTo>
                  <a:cubicBezTo>
                    <a:pt x="147" y="14"/>
                    <a:pt x="136" y="16"/>
                    <a:pt x="136" y="20"/>
                  </a:cubicBezTo>
                  <a:cubicBezTo>
                    <a:pt x="136" y="24"/>
                    <a:pt x="132" y="26"/>
                    <a:pt x="132" y="30"/>
                  </a:cubicBezTo>
                  <a:cubicBezTo>
                    <a:pt x="132" y="33"/>
                    <a:pt x="133" y="35"/>
                    <a:pt x="131" y="37"/>
                  </a:cubicBezTo>
                  <a:cubicBezTo>
                    <a:pt x="130" y="37"/>
                    <a:pt x="128" y="35"/>
                    <a:pt x="127" y="35"/>
                  </a:cubicBezTo>
                  <a:cubicBezTo>
                    <a:pt x="124" y="35"/>
                    <a:pt x="122" y="36"/>
                    <a:pt x="120" y="38"/>
                  </a:cubicBezTo>
                  <a:cubicBezTo>
                    <a:pt x="120" y="33"/>
                    <a:pt x="117" y="27"/>
                    <a:pt x="112" y="27"/>
                  </a:cubicBezTo>
                  <a:cubicBezTo>
                    <a:pt x="106" y="27"/>
                    <a:pt x="105" y="33"/>
                    <a:pt x="97" y="33"/>
                  </a:cubicBezTo>
                  <a:cubicBezTo>
                    <a:pt x="96" y="39"/>
                    <a:pt x="91" y="41"/>
                    <a:pt x="91" y="48"/>
                  </a:cubicBezTo>
                  <a:cubicBezTo>
                    <a:pt x="88" y="48"/>
                    <a:pt x="87" y="47"/>
                    <a:pt x="85" y="46"/>
                  </a:cubicBezTo>
                  <a:cubicBezTo>
                    <a:pt x="83" y="49"/>
                    <a:pt x="85" y="54"/>
                    <a:pt x="81" y="56"/>
                  </a:cubicBezTo>
                  <a:cubicBezTo>
                    <a:pt x="80" y="54"/>
                    <a:pt x="79" y="52"/>
                    <a:pt x="77" y="50"/>
                  </a:cubicBezTo>
                  <a:cubicBezTo>
                    <a:pt x="74" y="51"/>
                    <a:pt x="74" y="54"/>
                    <a:pt x="74" y="57"/>
                  </a:cubicBezTo>
                  <a:cubicBezTo>
                    <a:pt x="74" y="59"/>
                    <a:pt x="74" y="60"/>
                    <a:pt x="74" y="62"/>
                  </a:cubicBezTo>
                  <a:cubicBezTo>
                    <a:pt x="74" y="72"/>
                    <a:pt x="50" y="79"/>
                    <a:pt x="40" y="81"/>
                  </a:cubicBezTo>
                  <a:cubicBezTo>
                    <a:pt x="35" y="82"/>
                    <a:pt x="24" y="83"/>
                    <a:pt x="21" y="86"/>
                  </a:cubicBezTo>
                  <a:cubicBezTo>
                    <a:pt x="18" y="89"/>
                    <a:pt x="11" y="96"/>
                    <a:pt x="6" y="97"/>
                  </a:cubicBezTo>
                  <a:cubicBezTo>
                    <a:pt x="6" y="96"/>
                    <a:pt x="6" y="95"/>
                    <a:pt x="6" y="94"/>
                  </a:cubicBezTo>
                  <a:cubicBezTo>
                    <a:pt x="4" y="95"/>
                    <a:pt x="2" y="95"/>
                    <a:pt x="2" y="97"/>
                  </a:cubicBezTo>
                  <a:cubicBezTo>
                    <a:pt x="2" y="105"/>
                    <a:pt x="2" y="105"/>
                    <a:pt x="2" y="114"/>
                  </a:cubicBezTo>
                  <a:cubicBezTo>
                    <a:pt x="2" y="121"/>
                    <a:pt x="6" y="124"/>
                    <a:pt x="6" y="129"/>
                  </a:cubicBezTo>
                  <a:cubicBezTo>
                    <a:pt x="6" y="130"/>
                    <a:pt x="7" y="131"/>
                    <a:pt x="6" y="132"/>
                  </a:cubicBezTo>
                  <a:cubicBezTo>
                    <a:pt x="5" y="132"/>
                    <a:pt x="4" y="130"/>
                    <a:pt x="3" y="129"/>
                  </a:cubicBezTo>
                  <a:cubicBezTo>
                    <a:pt x="2" y="130"/>
                    <a:pt x="2" y="131"/>
                    <a:pt x="2" y="132"/>
                  </a:cubicBezTo>
                  <a:cubicBezTo>
                    <a:pt x="0" y="137"/>
                    <a:pt x="6" y="138"/>
                    <a:pt x="7" y="142"/>
                  </a:cubicBezTo>
                  <a:cubicBezTo>
                    <a:pt x="11" y="153"/>
                    <a:pt x="12" y="157"/>
                    <a:pt x="15" y="170"/>
                  </a:cubicBezTo>
                  <a:cubicBezTo>
                    <a:pt x="17" y="175"/>
                    <a:pt x="21" y="180"/>
                    <a:pt x="21" y="188"/>
                  </a:cubicBezTo>
                  <a:cubicBezTo>
                    <a:pt x="21" y="194"/>
                    <a:pt x="14" y="196"/>
                    <a:pt x="14" y="201"/>
                  </a:cubicBezTo>
                  <a:cubicBezTo>
                    <a:pt x="14" y="205"/>
                    <a:pt x="28" y="211"/>
                    <a:pt x="33" y="211"/>
                  </a:cubicBezTo>
                  <a:cubicBezTo>
                    <a:pt x="46" y="211"/>
                    <a:pt x="50" y="201"/>
                    <a:pt x="60" y="201"/>
                  </a:cubicBezTo>
                  <a:cubicBezTo>
                    <a:pt x="62" y="201"/>
                    <a:pt x="63" y="200"/>
                    <a:pt x="64" y="200"/>
                  </a:cubicBezTo>
                  <a:cubicBezTo>
                    <a:pt x="65" y="200"/>
                    <a:pt x="66" y="200"/>
                    <a:pt x="68" y="201"/>
                  </a:cubicBezTo>
                  <a:cubicBezTo>
                    <a:pt x="74" y="201"/>
                    <a:pt x="79" y="200"/>
                    <a:pt x="85" y="199"/>
                  </a:cubicBezTo>
                  <a:cubicBezTo>
                    <a:pt x="87" y="185"/>
                    <a:pt x="105" y="190"/>
                    <a:pt x="120" y="185"/>
                  </a:cubicBezTo>
                  <a:cubicBezTo>
                    <a:pt x="126" y="183"/>
                    <a:pt x="128" y="178"/>
                    <a:pt x="138" y="178"/>
                  </a:cubicBezTo>
                  <a:cubicBezTo>
                    <a:pt x="147" y="178"/>
                    <a:pt x="164" y="181"/>
                    <a:pt x="169" y="187"/>
                  </a:cubicBezTo>
                  <a:cubicBezTo>
                    <a:pt x="171" y="190"/>
                    <a:pt x="177" y="204"/>
                    <a:pt x="179" y="204"/>
                  </a:cubicBezTo>
                  <a:cubicBezTo>
                    <a:pt x="179" y="204"/>
                    <a:pt x="178" y="209"/>
                    <a:pt x="182" y="209"/>
                  </a:cubicBezTo>
                  <a:cubicBezTo>
                    <a:pt x="188" y="209"/>
                    <a:pt x="195" y="194"/>
                    <a:pt x="200" y="189"/>
                  </a:cubicBezTo>
                  <a:cubicBezTo>
                    <a:pt x="200" y="194"/>
                    <a:pt x="199" y="208"/>
                    <a:pt x="192" y="210"/>
                  </a:cubicBezTo>
                  <a:cubicBezTo>
                    <a:pt x="192" y="211"/>
                    <a:pt x="193" y="213"/>
                    <a:pt x="194" y="213"/>
                  </a:cubicBezTo>
                  <a:cubicBezTo>
                    <a:pt x="199" y="213"/>
                    <a:pt x="199" y="207"/>
                    <a:pt x="202" y="206"/>
                  </a:cubicBezTo>
                  <a:cubicBezTo>
                    <a:pt x="202" y="205"/>
                    <a:pt x="202" y="204"/>
                    <a:pt x="202" y="204"/>
                  </a:cubicBezTo>
                  <a:cubicBezTo>
                    <a:pt x="203" y="205"/>
                    <a:pt x="205" y="206"/>
                    <a:pt x="205" y="209"/>
                  </a:cubicBezTo>
                  <a:cubicBezTo>
                    <a:pt x="205" y="212"/>
                    <a:pt x="204" y="214"/>
                    <a:pt x="203" y="215"/>
                  </a:cubicBezTo>
                  <a:cubicBezTo>
                    <a:pt x="206" y="215"/>
                    <a:pt x="206" y="215"/>
                    <a:pt x="206" y="215"/>
                  </a:cubicBezTo>
                  <a:cubicBezTo>
                    <a:pt x="209" y="215"/>
                    <a:pt x="210" y="215"/>
                    <a:pt x="212" y="213"/>
                  </a:cubicBezTo>
                  <a:cubicBezTo>
                    <a:pt x="212" y="215"/>
                    <a:pt x="212" y="215"/>
                    <a:pt x="212" y="215"/>
                  </a:cubicBezTo>
                  <a:cubicBezTo>
                    <a:pt x="213" y="219"/>
                    <a:pt x="216" y="222"/>
                    <a:pt x="216" y="226"/>
                  </a:cubicBezTo>
                  <a:cubicBezTo>
                    <a:pt x="216" y="238"/>
                    <a:pt x="234" y="245"/>
                    <a:pt x="246" y="245"/>
                  </a:cubicBezTo>
                  <a:cubicBezTo>
                    <a:pt x="253" y="245"/>
                    <a:pt x="250" y="240"/>
                    <a:pt x="257" y="239"/>
                  </a:cubicBezTo>
                  <a:cubicBezTo>
                    <a:pt x="257" y="241"/>
                    <a:pt x="269" y="247"/>
                    <a:pt x="271" y="248"/>
                  </a:cubicBezTo>
                  <a:cubicBezTo>
                    <a:pt x="273" y="234"/>
                    <a:pt x="297" y="240"/>
                    <a:pt x="300" y="227"/>
                  </a:cubicBezTo>
                  <a:cubicBezTo>
                    <a:pt x="300" y="227"/>
                    <a:pt x="300" y="227"/>
                    <a:pt x="300" y="227"/>
                  </a:cubicBezTo>
                  <a:cubicBezTo>
                    <a:pt x="300" y="217"/>
                    <a:pt x="306" y="209"/>
                    <a:pt x="308" y="202"/>
                  </a:cubicBezTo>
                  <a:cubicBezTo>
                    <a:pt x="311" y="193"/>
                    <a:pt x="316" y="190"/>
                    <a:pt x="321" y="182"/>
                  </a:cubicBezTo>
                  <a:cubicBezTo>
                    <a:pt x="323" y="180"/>
                    <a:pt x="322" y="178"/>
                    <a:pt x="323" y="176"/>
                  </a:cubicBezTo>
                  <a:cubicBezTo>
                    <a:pt x="323" y="168"/>
                    <a:pt x="323" y="168"/>
                    <a:pt x="323" y="168"/>
                  </a:cubicBezTo>
                  <a:cubicBezTo>
                    <a:pt x="326" y="166"/>
                    <a:pt x="328" y="157"/>
                    <a:pt x="328" y="151"/>
                  </a:cubicBezTo>
                  <a:cubicBezTo>
                    <a:pt x="328" y="142"/>
                    <a:pt x="325" y="127"/>
                    <a:pt x="320" y="121"/>
                  </a:cubicBezTo>
                  <a:cubicBezTo>
                    <a:pt x="320" y="120"/>
                    <a:pt x="320" y="120"/>
                    <a:pt x="320" y="120"/>
                  </a:cubicBezTo>
                  <a:cubicBezTo>
                    <a:pt x="315" y="114"/>
                    <a:pt x="304" y="110"/>
                    <a:pt x="304" y="98"/>
                  </a:cubicBezTo>
                  <a:cubicBezTo>
                    <a:pt x="301" y="98"/>
                    <a:pt x="296" y="98"/>
                    <a:pt x="295" y="95"/>
                  </a:cubicBezTo>
                  <a:cubicBezTo>
                    <a:pt x="294" y="91"/>
                    <a:pt x="293" y="85"/>
                    <a:pt x="290" y="82"/>
                  </a:cubicBezTo>
                  <a:cubicBezTo>
                    <a:pt x="285" y="77"/>
                    <a:pt x="273" y="74"/>
                    <a:pt x="270" y="68"/>
                  </a:cubicBezTo>
                  <a:cubicBezTo>
                    <a:pt x="268" y="60"/>
                    <a:pt x="266" y="57"/>
                    <a:pt x="263" y="49"/>
                  </a:cubicBezTo>
                  <a:cubicBezTo>
                    <a:pt x="262" y="44"/>
                    <a:pt x="262" y="35"/>
                    <a:pt x="258" y="33"/>
                  </a:cubicBezTo>
                  <a:cubicBezTo>
                    <a:pt x="257" y="33"/>
                    <a:pt x="252" y="31"/>
                    <a:pt x="249" y="30"/>
                  </a:cubicBezTo>
                  <a:cubicBezTo>
                    <a:pt x="246" y="28"/>
                    <a:pt x="247" y="23"/>
                    <a:pt x="246" y="19"/>
                  </a:cubicBezTo>
                  <a:cubicBezTo>
                    <a:pt x="244" y="13"/>
                    <a:pt x="241" y="8"/>
                    <a:pt x="2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 name="Freeform 37"/>
            <p:cNvSpPr>
              <a:spLocks/>
            </p:cNvSpPr>
            <p:nvPr/>
          </p:nvSpPr>
          <p:spPr bwMode="auto">
            <a:xfrm>
              <a:off x="11156950" y="5518150"/>
              <a:ext cx="233363" cy="228600"/>
            </a:xfrm>
            <a:custGeom>
              <a:avLst/>
              <a:gdLst>
                <a:gd name="T0" fmla="*/ 50 w 62"/>
                <a:gd name="T1" fmla="*/ 0 h 61"/>
                <a:gd name="T2" fmla="*/ 43 w 62"/>
                <a:gd name="T3" fmla="*/ 10 h 61"/>
                <a:gd name="T4" fmla="*/ 43 w 62"/>
                <a:gd name="T5" fmla="*/ 11 h 61"/>
                <a:gd name="T6" fmla="*/ 37 w 62"/>
                <a:gd name="T7" fmla="*/ 15 h 61"/>
                <a:gd name="T8" fmla="*/ 37 w 62"/>
                <a:gd name="T9" fmla="*/ 17 h 61"/>
                <a:gd name="T10" fmla="*/ 32 w 62"/>
                <a:gd name="T11" fmla="*/ 24 h 61"/>
                <a:gd name="T12" fmla="*/ 16 w 62"/>
                <a:gd name="T13" fmla="*/ 34 h 61"/>
                <a:gd name="T14" fmla="*/ 11 w 62"/>
                <a:gd name="T15" fmla="*/ 37 h 61"/>
                <a:gd name="T16" fmla="*/ 0 w 62"/>
                <a:gd name="T17" fmla="*/ 53 h 61"/>
                <a:gd name="T18" fmla="*/ 1 w 62"/>
                <a:gd name="T19" fmla="*/ 54 h 61"/>
                <a:gd name="T20" fmla="*/ 14 w 62"/>
                <a:gd name="T21" fmla="*/ 60 h 61"/>
                <a:gd name="T22" fmla="*/ 20 w 62"/>
                <a:gd name="T23" fmla="*/ 61 h 61"/>
                <a:gd name="T24" fmla="*/ 31 w 62"/>
                <a:gd name="T25" fmla="*/ 54 h 61"/>
                <a:gd name="T26" fmla="*/ 40 w 62"/>
                <a:gd name="T27" fmla="*/ 35 h 61"/>
                <a:gd name="T28" fmla="*/ 51 w 62"/>
                <a:gd name="T29" fmla="*/ 33 h 61"/>
                <a:gd name="T30" fmla="*/ 51 w 62"/>
                <a:gd name="T31" fmla="*/ 24 h 61"/>
                <a:gd name="T32" fmla="*/ 62 w 62"/>
                <a:gd name="T33" fmla="*/ 10 h 61"/>
                <a:gd name="T34" fmla="*/ 60 w 62"/>
                <a:gd name="T35" fmla="*/ 6 h 61"/>
                <a:gd name="T36" fmla="*/ 58 w 62"/>
                <a:gd name="T37" fmla="*/ 5 h 61"/>
                <a:gd name="T38" fmla="*/ 53 w 62"/>
                <a:gd name="T39" fmla="*/ 7 h 61"/>
                <a:gd name="T40" fmla="*/ 52 w 62"/>
                <a:gd name="T41" fmla="*/ 3 h 61"/>
                <a:gd name="T42" fmla="*/ 50 w 62"/>
                <a:gd name="T43"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2" h="61">
                  <a:moveTo>
                    <a:pt x="50" y="0"/>
                  </a:moveTo>
                  <a:cubicBezTo>
                    <a:pt x="47" y="1"/>
                    <a:pt x="43" y="5"/>
                    <a:pt x="43" y="10"/>
                  </a:cubicBezTo>
                  <a:cubicBezTo>
                    <a:pt x="43" y="10"/>
                    <a:pt x="43" y="11"/>
                    <a:pt x="43" y="11"/>
                  </a:cubicBezTo>
                  <a:cubicBezTo>
                    <a:pt x="40" y="12"/>
                    <a:pt x="39" y="12"/>
                    <a:pt x="37" y="15"/>
                  </a:cubicBezTo>
                  <a:cubicBezTo>
                    <a:pt x="37" y="15"/>
                    <a:pt x="37" y="17"/>
                    <a:pt x="37" y="17"/>
                  </a:cubicBezTo>
                  <a:cubicBezTo>
                    <a:pt x="37" y="17"/>
                    <a:pt x="33" y="24"/>
                    <a:pt x="32" y="24"/>
                  </a:cubicBezTo>
                  <a:cubicBezTo>
                    <a:pt x="27" y="27"/>
                    <a:pt x="23" y="34"/>
                    <a:pt x="16" y="34"/>
                  </a:cubicBezTo>
                  <a:cubicBezTo>
                    <a:pt x="14" y="34"/>
                    <a:pt x="12" y="35"/>
                    <a:pt x="11" y="37"/>
                  </a:cubicBezTo>
                  <a:cubicBezTo>
                    <a:pt x="8" y="42"/>
                    <a:pt x="0" y="46"/>
                    <a:pt x="0" y="53"/>
                  </a:cubicBezTo>
                  <a:cubicBezTo>
                    <a:pt x="0" y="54"/>
                    <a:pt x="1" y="54"/>
                    <a:pt x="1" y="54"/>
                  </a:cubicBezTo>
                  <a:cubicBezTo>
                    <a:pt x="1" y="56"/>
                    <a:pt x="12" y="60"/>
                    <a:pt x="14" y="60"/>
                  </a:cubicBezTo>
                  <a:cubicBezTo>
                    <a:pt x="16" y="60"/>
                    <a:pt x="19" y="61"/>
                    <a:pt x="20" y="61"/>
                  </a:cubicBezTo>
                  <a:cubicBezTo>
                    <a:pt x="24" y="61"/>
                    <a:pt x="29" y="57"/>
                    <a:pt x="31" y="54"/>
                  </a:cubicBezTo>
                  <a:cubicBezTo>
                    <a:pt x="31" y="54"/>
                    <a:pt x="39" y="38"/>
                    <a:pt x="40" y="35"/>
                  </a:cubicBezTo>
                  <a:cubicBezTo>
                    <a:pt x="42" y="35"/>
                    <a:pt x="49" y="33"/>
                    <a:pt x="51" y="33"/>
                  </a:cubicBezTo>
                  <a:cubicBezTo>
                    <a:pt x="51" y="30"/>
                    <a:pt x="50" y="29"/>
                    <a:pt x="51" y="24"/>
                  </a:cubicBezTo>
                  <a:cubicBezTo>
                    <a:pt x="55" y="24"/>
                    <a:pt x="61" y="14"/>
                    <a:pt x="62" y="10"/>
                  </a:cubicBezTo>
                  <a:cubicBezTo>
                    <a:pt x="60" y="9"/>
                    <a:pt x="60" y="8"/>
                    <a:pt x="60" y="6"/>
                  </a:cubicBezTo>
                  <a:cubicBezTo>
                    <a:pt x="59" y="6"/>
                    <a:pt x="58" y="5"/>
                    <a:pt x="58" y="5"/>
                  </a:cubicBezTo>
                  <a:cubicBezTo>
                    <a:pt x="56" y="5"/>
                    <a:pt x="55" y="7"/>
                    <a:pt x="53" y="7"/>
                  </a:cubicBezTo>
                  <a:cubicBezTo>
                    <a:pt x="51" y="7"/>
                    <a:pt x="52" y="5"/>
                    <a:pt x="52" y="3"/>
                  </a:cubicBezTo>
                  <a:cubicBezTo>
                    <a:pt x="51" y="3"/>
                    <a:pt x="50" y="2"/>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 name="Freeform 38"/>
            <p:cNvSpPr>
              <a:spLocks/>
            </p:cNvSpPr>
            <p:nvPr/>
          </p:nvSpPr>
          <p:spPr bwMode="auto">
            <a:xfrm>
              <a:off x="11345863" y="5300663"/>
              <a:ext cx="176213" cy="250825"/>
            </a:xfrm>
            <a:custGeom>
              <a:avLst/>
              <a:gdLst>
                <a:gd name="T0" fmla="*/ 0 w 47"/>
                <a:gd name="T1" fmla="*/ 0 h 67"/>
                <a:gd name="T2" fmla="*/ 12 w 47"/>
                <a:gd name="T3" fmla="*/ 17 h 67"/>
                <a:gd name="T4" fmla="*/ 12 w 47"/>
                <a:gd name="T5" fmla="*/ 20 h 67"/>
                <a:gd name="T6" fmla="*/ 15 w 47"/>
                <a:gd name="T7" fmla="*/ 25 h 67"/>
                <a:gd name="T8" fmla="*/ 15 w 47"/>
                <a:gd name="T9" fmla="*/ 25 h 67"/>
                <a:gd name="T10" fmla="*/ 16 w 47"/>
                <a:gd name="T11" fmla="*/ 31 h 67"/>
                <a:gd name="T12" fmla="*/ 12 w 47"/>
                <a:gd name="T13" fmla="*/ 42 h 67"/>
                <a:gd name="T14" fmla="*/ 8 w 47"/>
                <a:gd name="T15" fmla="*/ 46 h 67"/>
                <a:gd name="T16" fmla="*/ 19 w 47"/>
                <a:gd name="T17" fmla="*/ 55 h 67"/>
                <a:gd name="T18" fmla="*/ 16 w 47"/>
                <a:gd name="T19" fmla="*/ 63 h 67"/>
                <a:gd name="T20" fmla="*/ 20 w 47"/>
                <a:gd name="T21" fmla="*/ 67 h 67"/>
                <a:gd name="T22" fmla="*/ 30 w 47"/>
                <a:gd name="T23" fmla="*/ 57 h 67"/>
                <a:gd name="T24" fmla="*/ 34 w 47"/>
                <a:gd name="T25" fmla="*/ 51 h 67"/>
                <a:gd name="T26" fmla="*/ 33 w 47"/>
                <a:gd name="T27" fmla="*/ 48 h 67"/>
                <a:gd name="T28" fmla="*/ 39 w 47"/>
                <a:gd name="T29" fmla="*/ 45 h 67"/>
                <a:gd name="T30" fmla="*/ 40 w 47"/>
                <a:gd name="T31" fmla="*/ 44 h 67"/>
                <a:gd name="T32" fmla="*/ 41 w 47"/>
                <a:gd name="T33" fmla="*/ 45 h 67"/>
                <a:gd name="T34" fmla="*/ 47 w 47"/>
                <a:gd name="T35" fmla="*/ 31 h 67"/>
                <a:gd name="T36" fmla="*/ 44 w 47"/>
                <a:gd name="T37" fmla="*/ 29 h 67"/>
                <a:gd name="T38" fmla="*/ 35 w 47"/>
                <a:gd name="T39" fmla="*/ 32 h 67"/>
                <a:gd name="T40" fmla="*/ 24 w 47"/>
                <a:gd name="T41" fmla="*/ 21 h 67"/>
                <a:gd name="T42" fmla="*/ 22 w 47"/>
                <a:gd name="T43" fmla="*/ 21 h 67"/>
                <a:gd name="T44" fmla="*/ 20 w 47"/>
                <a:gd name="T45" fmla="*/ 23 h 67"/>
                <a:gd name="T46" fmla="*/ 18 w 47"/>
                <a:gd name="T47" fmla="*/ 23 h 67"/>
                <a:gd name="T48" fmla="*/ 13 w 47"/>
                <a:gd name="T49" fmla="*/ 14 h 67"/>
                <a:gd name="T50" fmla="*/ 14 w 47"/>
                <a:gd name="T51" fmla="*/ 12 h 67"/>
                <a:gd name="T52" fmla="*/ 11 w 47"/>
                <a:gd name="T53" fmla="*/ 8 h 67"/>
                <a:gd name="T54" fmla="*/ 0 w 47"/>
                <a:gd name="T55"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7" h="67">
                  <a:moveTo>
                    <a:pt x="0" y="0"/>
                  </a:moveTo>
                  <a:cubicBezTo>
                    <a:pt x="2" y="7"/>
                    <a:pt x="6" y="16"/>
                    <a:pt x="12" y="17"/>
                  </a:cubicBezTo>
                  <a:cubicBezTo>
                    <a:pt x="12" y="18"/>
                    <a:pt x="12" y="19"/>
                    <a:pt x="12" y="20"/>
                  </a:cubicBezTo>
                  <a:cubicBezTo>
                    <a:pt x="12" y="22"/>
                    <a:pt x="14" y="23"/>
                    <a:pt x="15" y="25"/>
                  </a:cubicBezTo>
                  <a:cubicBezTo>
                    <a:pt x="15" y="25"/>
                    <a:pt x="15" y="25"/>
                    <a:pt x="15" y="25"/>
                  </a:cubicBezTo>
                  <a:cubicBezTo>
                    <a:pt x="15" y="27"/>
                    <a:pt x="16" y="29"/>
                    <a:pt x="16" y="31"/>
                  </a:cubicBezTo>
                  <a:cubicBezTo>
                    <a:pt x="16" y="35"/>
                    <a:pt x="15" y="39"/>
                    <a:pt x="12" y="42"/>
                  </a:cubicBezTo>
                  <a:cubicBezTo>
                    <a:pt x="11" y="43"/>
                    <a:pt x="8" y="44"/>
                    <a:pt x="8" y="46"/>
                  </a:cubicBezTo>
                  <a:cubicBezTo>
                    <a:pt x="8" y="52"/>
                    <a:pt x="19" y="49"/>
                    <a:pt x="19" y="55"/>
                  </a:cubicBezTo>
                  <a:cubicBezTo>
                    <a:pt x="19" y="58"/>
                    <a:pt x="16" y="60"/>
                    <a:pt x="16" y="63"/>
                  </a:cubicBezTo>
                  <a:cubicBezTo>
                    <a:pt x="16" y="65"/>
                    <a:pt x="17" y="67"/>
                    <a:pt x="20" y="67"/>
                  </a:cubicBezTo>
                  <a:cubicBezTo>
                    <a:pt x="26" y="67"/>
                    <a:pt x="28" y="61"/>
                    <a:pt x="30" y="57"/>
                  </a:cubicBezTo>
                  <a:cubicBezTo>
                    <a:pt x="31" y="56"/>
                    <a:pt x="34" y="53"/>
                    <a:pt x="34" y="51"/>
                  </a:cubicBezTo>
                  <a:cubicBezTo>
                    <a:pt x="34" y="50"/>
                    <a:pt x="33" y="49"/>
                    <a:pt x="33" y="48"/>
                  </a:cubicBezTo>
                  <a:cubicBezTo>
                    <a:pt x="33" y="46"/>
                    <a:pt x="36" y="45"/>
                    <a:pt x="39" y="45"/>
                  </a:cubicBezTo>
                  <a:cubicBezTo>
                    <a:pt x="40" y="44"/>
                    <a:pt x="40" y="44"/>
                    <a:pt x="40" y="44"/>
                  </a:cubicBezTo>
                  <a:cubicBezTo>
                    <a:pt x="41" y="45"/>
                    <a:pt x="41" y="45"/>
                    <a:pt x="41" y="45"/>
                  </a:cubicBezTo>
                  <a:cubicBezTo>
                    <a:pt x="44" y="41"/>
                    <a:pt x="43" y="35"/>
                    <a:pt x="47" y="31"/>
                  </a:cubicBezTo>
                  <a:cubicBezTo>
                    <a:pt x="46" y="30"/>
                    <a:pt x="45" y="29"/>
                    <a:pt x="44" y="29"/>
                  </a:cubicBezTo>
                  <a:cubicBezTo>
                    <a:pt x="40" y="29"/>
                    <a:pt x="40" y="32"/>
                    <a:pt x="35" y="32"/>
                  </a:cubicBezTo>
                  <a:cubicBezTo>
                    <a:pt x="28" y="32"/>
                    <a:pt x="24" y="28"/>
                    <a:pt x="24" y="21"/>
                  </a:cubicBezTo>
                  <a:cubicBezTo>
                    <a:pt x="24" y="21"/>
                    <a:pt x="23" y="21"/>
                    <a:pt x="22" y="21"/>
                  </a:cubicBezTo>
                  <a:cubicBezTo>
                    <a:pt x="21" y="21"/>
                    <a:pt x="20" y="22"/>
                    <a:pt x="20" y="23"/>
                  </a:cubicBezTo>
                  <a:cubicBezTo>
                    <a:pt x="18" y="23"/>
                    <a:pt x="18" y="23"/>
                    <a:pt x="18" y="23"/>
                  </a:cubicBezTo>
                  <a:cubicBezTo>
                    <a:pt x="17" y="22"/>
                    <a:pt x="13" y="16"/>
                    <a:pt x="13" y="14"/>
                  </a:cubicBezTo>
                  <a:cubicBezTo>
                    <a:pt x="13" y="13"/>
                    <a:pt x="14" y="13"/>
                    <a:pt x="14" y="12"/>
                  </a:cubicBezTo>
                  <a:cubicBezTo>
                    <a:pt x="13" y="11"/>
                    <a:pt x="13" y="9"/>
                    <a:pt x="11" y="8"/>
                  </a:cubicBezTo>
                  <a:cubicBezTo>
                    <a:pt x="8" y="5"/>
                    <a:pt x="3" y="5"/>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 name="Freeform 39"/>
            <p:cNvSpPr>
              <a:spLocks/>
            </p:cNvSpPr>
            <p:nvPr/>
          </p:nvSpPr>
          <p:spPr bwMode="auto">
            <a:xfrm>
              <a:off x="11476038" y="4737100"/>
              <a:ext cx="38100" cy="28575"/>
            </a:xfrm>
            <a:custGeom>
              <a:avLst/>
              <a:gdLst>
                <a:gd name="T0" fmla="*/ 7 w 10"/>
                <a:gd name="T1" fmla="*/ 0 h 8"/>
                <a:gd name="T2" fmla="*/ 0 w 10"/>
                <a:gd name="T3" fmla="*/ 6 h 8"/>
                <a:gd name="T4" fmla="*/ 6 w 10"/>
                <a:gd name="T5" fmla="*/ 8 h 8"/>
                <a:gd name="T6" fmla="*/ 8 w 10"/>
                <a:gd name="T7" fmla="*/ 8 h 8"/>
                <a:gd name="T8" fmla="*/ 10 w 10"/>
                <a:gd name="T9" fmla="*/ 6 h 8"/>
                <a:gd name="T10" fmla="*/ 10 w 10"/>
                <a:gd name="T11" fmla="*/ 3 h 8"/>
                <a:gd name="T12" fmla="*/ 7 w 10"/>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0" h="8">
                  <a:moveTo>
                    <a:pt x="7" y="0"/>
                  </a:moveTo>
                  <a:cubicBezTo>
                    <a:pt x="4" y="1"/>
                    <a:pt x="0" y="2"/>
                    <a:pt x="0" y="6"/>
                  </a:cubicBezTo>
                  <a:cubicBezTo>
                    <a:pt x="0" y="7"/>
                    <a:pt x="4" y="8"/>
                    <a:pt x="6" y="8"/>
                  </a:cubicBezTo>
                  <a:cubicBezTo>
                    <a:pt x="7" y="8"/>
                    <a:pt x="8" y="8"/>
                    <a:pt x="8" y="8"/>
                  </a:cubicBezTo>
                  <a:cubicBezTo>
                    <a:pt x="9" y="8"/>
                    <a:pt x="9" y="7"/>
                    <a:pt x="10" y="6"/>
                  </a:cubicBezTo>
                  <a:cubicBezTo>
                    <a:pt x="10" y="3"/>
                    <a:pt x="10" y="3"/>
                    <a:pt x="10" y="3"/>
                  </a:cubicBezTo>
                  <a:cubicBezTo>
                    <a:pt x="9" y="3"/>
                    <a:pt x="8" y="2"/>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 name="Freeform 40"/>
            <p:cNvSpPr>
              <a:spLocks/>
            </p:cNvSpPr>
            <p:nvPr/>
          </p:nvSpPr>
          <p:spPr bwMode="auto">
            <a:xfrm>
              <a:off x="11522075" y="4706938"/>
              <a:ext cx="30163" cy="22225"/>
            </a:xfrm>
            <a:custGeom>
              <a:avLst/>
              <a:gdLst>
                <a:gd name="T0" fmla="*/ 8 w 8"/>
                <a:gd name="T1" fmla="*/ 0 h 6"/>
                <a:gd name="T2" fmla="*/ 0 w 8"/>
                <a:gd name="T3" fmla="*/ 4 h 6"/>
                <a:gd name="T4" fmla="*/ 1 w 8"/>
                <a:gd name="T5" fmla="*/ 6 h 6"/>
                <a:gd name="T6" fmla="*/ 8 w 8"/>
                <a:gd name="T7" fmla="*/ 3 h 6"/>
                <a:gd name="T8" fmla="*/ 8 w 8"/>
                <a:gd name="T9" fmla="*/ 0 h 6"/>
              </a:gdLst>
              <a:ahLst/>
              <a:cxnLst>
                <a:cxn ang="0">
                  <a:pos x="T0" y="T1"/>
                </a:cxn>
                <a:cxn ang="0">
                  <a:pos x="T2" y="T3"/>
                </a:cxn>
                <a:cxn ang="0">
                  <a:pos x="T4" y="T5"/>
                </a:cxn>
                <a:cxn ang="0">
                  <a:pos x="T6" y="T7"/>
                </a:cxn>
                <a:cxn ang="0">
                  <a:pos x="T8" y="T9"/>
                </a:cxn>
              </a:cxnLst>
              <a:rect l="0" t="0" r="r" b="b"/>
              <a:pathLst>
                <a:path w="8" h="6">
                  <a:moveTo>
                    <a:pt x="8" y="0"/>
                  </a:moveTo>
                  <a:cubicBezTo>
                    <a:pt x="7" y="0"/>
                    <a:pt x="0" y="0"/>
                    <a:pt x="0" y="4"/>
                  </a:cubicBezTo>
                  <a:cubicBezTo>
                    <a:pt x="0" y="5"/>
                    <a:pt x="0" y="6"/>
                    <a:pt x="1" y="6"/>
                  </a:cubicBezTo>
                  <a:cubicBezTo>
                    <a:pt x="4" y="6"/>
                    <a:pt x="5" y="4"/>
                    <a:pt x="8" y="3"/>
                  </a:cubicBezTo>
                  <a:cubicBezTo>
                    <a:pt x="8" y="2"/>
                    <a:pt x="8"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 name="Freeform 41"/>
            <p:cNvSpPr>
              <a:spLocks/>
            </p:cNvSpPr>
            <p:nvPr/>
          </p:nvSpPr>
          <p:spPr bwMode="auto">
            <a:xfrm>
              <a:off x="9809163" y="3902075"/>
              <a:ext cx="139700" cy="131763"/>
            </a:xfrm>
            <a:custGeom>
              <a:avLst/>
              <a:gdLst>
                <a:gd name="T0" fmla="*/ 26 w 37"/>
                <a:gd name="T1" fmla="*/ 0 h 35"/>
                <a:gd name="T2" fmla="*/ 26 w 37"/>
                <a:gd name="T3" fmla="*/ 6 h 35"/>
                <a:gd name="T4" fmla="*/ 20 w 37"/>
                <a:gd name="T5" fmla="*/ 10 h 35"/>
                <a:gd name="T6" fmla="*/ 18 w 37"/>
                <a:gd name="T7" fmla="*/ 13 h 35"/>
                <a:gd name="T8" fmla="*/ 16 w 37"/>
                <a:gd name="T9" fmla="*/ 13 h 35"/>
                <a:gd name="T10" fmla="*/ 11 w 37"/>
                <a:gd name="T11" fmla="*/ 9 h 35"/>
                <a:gd name="T12" fmla="*/ 11 w 37"/>
                <a:gd name="T13" fmla="*/ 9 h 35"/>
                <a:gd name="T14" fmla="*/ 7 w 37"/>
                <a:gd name="T15" fmla="*/ 12 h 35"/>
                <a:gd name="T16" fmla="*/ 3 w 37"/>
                <a:gd name="T17" fmla="*/ 15 h 35"/>
                <a:gd name="T18" fmla="*/ 3 w 37"/>
                <a:gd name="T19" fmla="*/ 15 h 35"/>
                <a:gd name="T20" fmla="*/ 1 w 37"/>
                <a:gd name="T21" fmla="*/ 21 h 35"/>
                <a:gd name="T22" fmla="*/ 2 w 37"/>
                <a:gd name="T23" fmla="*/ 23 h 35"/>
                <a:gd name="T24" fmla="*/ 2 w 37"/>
                <a:gd name="T25" fmla="*/ 29 h 35"/>
                <a:gd name="T26" fmla="*/ 2 w 37"/>
                <a:gd name="T27" fmla="*/ 29 h 35"/>
                <a:gd name="T28" fmla="*/ 7 w 37"/>
                <a:gd name="T29" fmla="*/ 19 h 35"/>
                <a:gd name="T30" fmla="*/ 9 w 37"/>
                <a:gd name="T31" fmla="*/ 21 h 35"/>
                <a:gd name="T32" fmla="*/ 10 w 37"/>
                <a:gd name="T33" fmla="*/ 20 h 35"/>
                <a:gd name="T34" fmla="*/ 13 w 37"/>
                <a:gd name="T35" fmla="*/ 21 h 35"/>
                <a:gd name="T36" fmla="*/ 13 w 37"/>
                <a:gd name="T37" fmla="*/ 19 h 35"/>
                <a:gd name="T38" fmla="*/ 17 w 37"/>
                <a:gd name="T39" fmla="*/ 19 h 35"/>
                <a:gd name="T40" fmla="*/ 18 w 37"/>
                <a:gd name="T41" fmla="*/ 21 h 35"/>
                <a:gd name="T42" fmla="*/ 16 w 37"/>
                <a:gd name="T43" fmla="*/ 24 h 35"/>
                <a:gd name="T44" fmla="*/ 23 w 37"/>
                <a:gd name="T45" fmla="*/ 33 h 35"/>
                <a:gd name="T46" fmla="*/ 24 w 37"/>
                <a:gd name="T47" fmla="*/ 33 h 35"/>
                <a:gd name="T48" fmla="*/ 25 w 37"/>
                <a:gd name="T49" fmla="*/ 33 h 35"/>
                <a:gd name="T50" fmla="*/ 27 w 37"/>
                <a:gd name="T51" fmla="*/ 35 h 35"/>
                <a:gd name="T52" fmla="*/ 27 w 37"/>
                <a:gd name="T53" fmla="*/ 35 h 35"/>
                <a:gd name="T54" fmla="*/ 30 w 37"/>
                <a:gd name="T55" fmla="*/ 31 h 35"/>
                <a:gd name="T56" fmla="*/ 27 w 37"/>
                <a:gd name="T57" fmla="*/ 26 h 35"/>
                <a:gd name="T58" fmla="*/ 29 w 37"/>
                <a:gd name="T59" fmla="*/ 23 h 35"/>
                <a:gd name="T60" fmla="*/ 30 w 37"/>
                <a:gd name="T61" fmla="*/ 25 h 35"/>
                <a:gd name="T62" fmla="*/ 30 w 37"/>
                <a:gd name="T63" fmla="*/ 24 h 35"/>
                <a:gd name="T64" fmla="*/ 33 w 37"/>
                <a:gd name="T65" fmla="*/ 30 h 35"/>
                <a:gd name="T66" fmla="*/ 37 w 37"/>
                <a:gd name="T67" fmla="*/ 22 h 35"/>
                <a:gd name="T68" fmla="*/ 31 w 37"/>
                <a:gd name="T69" fmla="*/ 3 h 35"/>
                <a:gd name="T70" fmla="*/ 26 w 37"/>
                <a:gd name="T71"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7" h="35">
                  <a:moveTo>
                    <a:pt x="26" y="0"/>
                  </a:moveTo>
                  <a:cubicBezTo>
                    <a:pt x="26" y="1"/>
                    <a:pt x="26" y="5"/>
                    <a:pt x="26" y="6"/>
                  </a:cubicBezTo>
                  <a:cubicBezTo>
                    <a:pt x="25" y="8"/>
                    <a:pt x="20" y="7"/>
                    <a:pt x="20" y="10"/>
                  </a:cubicBezTo>
                  <a:cubicBezTo>
                    <a:pt x="18" y="10"/>
                    <a:pt x="18" y="12"/>
                    <a:pt x="18" y="13"/>
                  </a:cubicBezTo>
                  <a:cubicBezTo>
                    <a:pt x="17" y="13"/>
                    <a:pt x="17" y="13"/>
                    <a:pt x="16" y="13"/>
                  </a:cubicBezTo>
                  <a:cubicBezTo>
                    <a:pt x="14" y="13"/>
                    <a:pt x="15" y="9"/>
                    <a:pt x="11" y="9"/>
                  </a:cubicBezTo>
                  <a:cubicBezTo>
                    <a:pt x="11" y="9"/>
                    <a:pt x="11" y="9"/>
                    <a:pt x="11" y="9"/>
                  </a:cubicBezTo>
                  <a:cubicBezTo>
                    <a:pt x="9" y="9"/>
                    <a:pt x="8" y="11"/>
                    <a:pt x="7" y="12"/>
                  </a:cubicBezTo>
                  <a:cubicBezTo>
                    <a:pt x="6" y="13"/>
                    <a:pt x="5" y="15"/>
                    <a:pt x="3" y="15"/>
                  </a:cubicBezTo>
                  <a:cubicBezTo>
                    <a:pt x="3" y="15"/>
                    <a:pt x="3" y="15"/>
                    <a:pt x="3" y="15"/>
                  </a:cubicBezTo>
                  <a:cubicBezTo>
                    <a:pt x="2" y="17"/>
                    <a:pt x="1" y="19"/>
                    <a:pt x="1" y="21"/>
                  </a:cubicBezTo>
                  <a:cubicBezTo>
                    <a:pt x="1" y="22"/>
                    <a:pt x="2" y="23"/>
                    <a:pt x="2" y="23"/>
                  </a:cubicBezTo>
                  <a:cubicBezTo>
                    <a:pt x="2" y="25"/>
                    <a:pt x="0" y="29"/>
                    <a:pt x="2" y="29"/>
                  </a:cubicBezTo>
                  <a:cubicBezTo>
                    <a:pt x="2" y="29"/>
                    <a:pt x="2" y="29"/>
                    <a:pt x="2" y="29"/>
                  </a:cubicBezTo>
                  <a:cubicBezTo>
                    <a:pt x="5" y="29"/>
                    <a:pt x="4" y="21"/>
                    <a:pt x="7" y="19"/>
                  </a:cubicBezTo>
                  <a:cubicBezTo>
                    <a:pt x="7" y="19"/>
                    <a:pt x="9" y="21"/>
                    <a:pt x="9" y="21"/>
                  </a:cubicBezTo>
                  <a:cubicBezTo>
                    <a:pt x="10" y="20"/>
                    <a:pt x="10" y="20"/>
                    <a:pt x="10" y="20"/>
                  </a:cubicBezTo>
                  <a:cubicBezTo>
                    <a:pt x="11" y="20"/>
                    <a:pt x="11" y="21"/>
                    <a:pt x="13" y="21"/>
                  </a:cubicBezTo>
                  <a:cubicBezTo>
                    <a:pt x="13" y="20"/>
                    <a:pt x="13" y="19"/>
                    <a:pt x="13" y="19"/>
                  </a:cubicBezTo>
                  <a:cubicBezTo>
                    <a:pt x="17" y="19"/>
                    <a:pt x="17" y="19"/>
                    <a:pt x="17" y="19"/>
                  </a:cubicBezTo>
                  <a:cubicBezTo>
                    <a:pt x="17" y="20"/>
                    <a:pt x="17" y="21"/>
                    <a:pt x="18" y="21"/>
                  </a:cubicBezTo>
                  <a:cubicBezTo>
                    <a:pt x="17" y="22"/>
                    <a:pt x="16" y="23"/>
                    <a:pt x="16" y="24"/>
                  </a:cubicBezTo>
                  <a:cubicBezTo>
                    <a:pt x="16" y="29"/>
                    <a:pt x="19" y="33"/>
                    <a:pt x="23" y="33"/>
                  </a:cubicBezTo>
                  <a:cubicBezTo>
                    <a:pt x="23" y="33"/>
                    <a:pt x="24" y="33"/>
                    <a:pt x="24" y="33"/>
                  </a:cubicBezTo>
                  <a:cubicBezTo>
                    <a:pt x="25" y="33"/>
                    <a:pt x="25" y="33"/>
                    <a:pt x="25" y="33"/>
                  </a:cubicBezTo>
                  <a:cubicBezTo>
                    <a:pt x="25" y="34"/>
                    <a:pt x="26" y="35"/>
                    <a:pt x="27" y="35"/>
                  </a:cubicBezTo>
                  <a:cubicBezTo>
                    <a:pt x="27" y="35"/>
                    <a:pt x="27" y="35"/>
                    <a:pt x="27" y="35"/>
                  </a:cubicBezTo>
                  <a:cubicBezTo>
                    <a:pt x="28" y="35"/>
                    <a:pt x="30" y="33"/>
                    <a:pt x="30" y="31"/>
                  </a:cubicBezTo>
                  <a:cubicBezTo>
                    <a:pt x="30" y="29"/>
                    <a:pt x="26" y="28"/>
                    <a:pt x="27" y="26"/>
                  </a:cubicBezTo>
                  <a:cubicBezTo>
                    <a:pt x="27" y="25"/>
                    <a:pt x="28" y="24"/>
                    <a:pt x="29" y="23"/>
                  </a:cubicBezTo>
                  <a:cubicBezTo>
                    <a:pt x="29" y="23"/>
                    <a:pt x="30" y="24"/>
                    <a:pt x="30" y="25"/>
                  </a:cubicBezTo>
                  <a:cubicBezTo>
                    <a:pt x="30" y="24"/>
                    <a:pt x="30" y="24"/>
                    <a:pt x="30" y="24"/>
                  </a:cubicBezTo>
                  <a:cubicBezTo>
                    <a:pt x="31" y="26"/>
                    <a:pt x="33" y="30"/>
                    <a:pt x="33" y="30"/>
                  </a:cubicBezTo>
                  <a:cubicBezTo>
                    <a:pt x="34" y="26"/>
                    <a:pt x="37" y="24"/>
                    <a:pt x="37" y="22"/>
                  </a:cubicBezTo>
                  <a:cubicBezTo>
                    <a:pt x="37" y="19"/>
                    <a:pt x="33" y="5"/>
                    <a:pt x="31" y="3"/>
                  </a:cubicBezTo>
                  <a:cubicBezTo>
                    <a:pt x="30" y="2"/>
                    <a:pt x="28" y="0"/>
                    <a:pt x="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 name="Freeform 42"/>
            <p:cNvSpPr>
              <a:spLocks/>
            </p:cNvSpPr>
            <p:nvPr/>
          </p:nvSpPr>
          <p:spPr bwMode="auto">
            <a:xfrm>
              <a:off x="9682163" y="3868738"/>
              <a:ext cx="68263" cy="71438"/>
            </a:xfrm>
            <a:custGeom>
              <a:avLst/>
              <a:gdLst>
                <a:gd name="T0" fmla="*/ 16 w 18"/>
                <a:gd name="T1" fmla="*/ 0 h 19"/>
                <a:gd name="T2" fmla="*/ 14 w 18"/>
                <a:gd name="T3" fmla="*/ 4 h 19"/>
                <a:gd name="T4" fmla="*/ 0 w 18"/>
                <a:gd name="T5" fmla="*/ 19 h 19"/>
                <a:gd name="T6" fmla="*/ 2 w 18"/>
                <a:gd name="T7" fmla="*/ 19 h 19"/>
                <a:gd name="T8" fmla="*/ 11 w 18"/>
                <a:gd name="T9" fmla="*/ 9 h 19"/>
                <a:gd name="T10" fmla="*/ 11 w 18"/>
                <a:gd name="T11" fmla="*/ 9 h 19"/>
                <a:gd name="T12" fmla="*/ 15 w 18"/>
                <a:gd name="T13" fmla="*/ 6 h 19"/>
                <a:gd name="T14" fmla="*/ 15 w 18"/>
                <a:gd name="T15" fmla="*/ 6 h 19"/>
                <a:gd name="T16" fmla="*/ 18 w 18"/>
                <a:gd name="T17" fmla="*/ 4 h 19"/>
                <a:gd name="T18" fmla="*/ 16 w 18"/>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19">
                  <a:moveTo>
                    <a:pt x="16" y="0"/>
                  </a:moveTo>
                  <a:cubicBezTo>
                    <a:pt x="15" y="1"/>
                    <a:pt x="15" y="2"/>
                    <a:pt x="14" y="4"/>
                  </a:cubicBezTo>
                  <a:cubicBezTo>
                    <a:pt x="11" y="9"/>
                    <a:pt x="3" y="12"/>
                    <a:pt x="0" y="19"/>
                  </a:cubicBezTo>
                  <a:cubicBezTo>
                    <a:pt x="2" y="19"/>
                    <a:pt x="2" y="19"/>
                    <a:pt x="2" y="19"/>
                  </a:cubicBezTo>
                  <a:cubicBezTo>
                    <a:pt x="5" y="17"/>
                    <a:pt x="10" y="14"/>
                    <a:pt x="11" y="9"/>
                  </a:cubicBezTo>
                  <a:cubicBezTo>
                    <a:pt x="11" y="9"/>
                    <a:pt x="11" y="9"/>
                    <a:pt x="11" y="9"/>
                  </a:cubicBezTo>
                  <a:cubicBezTo>
                    <a:pt x="13" y="9"/>
                    <a:pt x="15" y="8"/>
                    <a:pt x="15" y="6"/>
                  </a:cubicBezTo>
                  <a:cubicBezTo>
                    <a:pt x="15" y="6"/>
                    <a:pt x="15" y="6"/>
                    <a:pt x="15" y="6"/>
                  </a:cubicBezTo>
                  <a:cubicBezTo>
                    <a:pt x="17" y="6"/>
                    <a:pt x="17" y="5"/>
                    <a:pt x="18" y="4"/>
                  </a:cubicBezTo>
                  <a:cubicBezTo>
                    <a:pt x="17" y="3"/>
                    <a:pt x="16" y="3"/>
                    <a:pt x="1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 name="Freeform 43"/>
            <p:cNvSpPr>
              <a:spLocks/>
            </p:cNvSpPr>
            <p:nvPr/>
          </p:nvSpPr>
          <p:spPr bwMode="auto">
            <a:xfrm>
              <a:off x="9731375" y="3635375"/>
              <a:ext cx="130175" cy="187325"/>
            </a:xfrm>
            <a:custGeom>
              <a:avLst/>
              <a:gdLst>
                <a:gd name="T0" fmla="*/ 6 w 35"/>
                <a:gd name="T1" fmla="*/ 0 h 50"/>
                <a:gd name="T2" fmla="*/ 3 w 35"/>
                <a:gd name="T3" fmla="*/ 5 h 50"/>
                <a:gd name="T4" fmla="*/ 5 w 35"/>
                <a:gd name="T5" fmla="*/ 13 h 50"/>
                <a:gd name="T6" fmla="*/ 3 w 35"/>
                <a:gd name="T7" fmla="*/ 20 h 50"/>
                <a:gd name="T8" fmla="*/ 3 w 35"/>
                <a:gd name="T9" fmla="*/ 20 h 50"/>
                <a:gd name="T10" fmla="*/ 1 w 35"/>
                <a:gd name="T11" fmla="*/ 29 h 50"/>
                <a:gd name="T12" fmla="*/ 7 w 35"/>
                <a:gd name="T13" fmla="*/ 34 h 50"/>
                <a:gd name="T14" fmla="*/ 7 w 35"/>
                <a:gd name="T15" fmla="*/ 34 h 50"/>
                <a:gd name="T16" fmla="*/ 9 w 35"/>
                <a:gd name="T17" fmla="*/ 32 h 50"/>
                <a:gd name="T18" fmla="*/ 10 w 35"/>
                <a:gd name="T19" fmla="*/ 32 h 50"/>
                <a:gd name="T20" fmla="*/ 10 w 35"/>
                <a:gd name="T21" fmla="*/ 34 h 50"/>
                <a:gd name="T22" fmla="*/ 9 w 35"/>
                <a:gd name="T23" fmla="*/ 37 h 50"/>
                <a:gd name="T24" fmla="*/ 12 w 35"/>
                <a:gd name="T25" fmla="*/ 41 h 50"/>
                <a:gd name="T26" fmla="*/ 12 w 35"/>
                <a:gd name="T27" fmla="*/ 41 h 50"/>
                <a:gd name="T28" fmla="*/ 15 w 35"/>
                <a:gd name="T29" fmla="*/ 40 h 50"/>
                <a:gd name="T30" fmla="*/ 17 w 35"/>
                <a:gd name="T31" fmla="*/ 39 h 50"/>
                <a:gd name="T32" fmla="*/ 17 w 35"/>
                <a:gd name="T33" fmla="*/ 39 h 50"/>
                <a:gd name="T34" fmla="*/ 24 w 35"/>
                <a:gd name="T35" fmla="*/ 45 h 50"/>
                <a:gd name="T36" fmla="*/ 24 w 35"/>
                <a:gd name="T37" fmla="*/ 40 h 50"/>
                <a:gd name="T38" fmla="*/ 33 w 35"/>
                <a:gd name="T39" fmla="*/ 48 h 50"/>
                <a:gd name="T40" fmla="*/ 34 w 35"/>
                <a:gd name="T41" fmla="*/ 50 h 50"/>
                <a:gd name="T42" fmla="*/ 34 w 35"/>
                <a:gd name="T43" fmla="*/ 50 h 50"/>
                <a:gd name="T44" fmla="*/ 35 w 35"/>
                <a:gd name="T45" fmla="*/ 48 h 50"/>
                <a:gd name="T46" fmla="*/ 35 w 35"/>
                <a:gd name="T47" fmla="*/ 46 h 50"/>
                <a:gd name="T48" fmla="*/ 32 w 35"/>
                <a:gd name="T49" fmla="*/ 43 h 50"/>
                <a:gd name="T50" fmla="*/ 31 w 35"/>
                <a:gd name="T51" fmla="*/ 43 h 50"/>
                <a:gd name="T52" fmla="*/ 30 w 35"/>
                <a:gd name="T53" fmla="*/ 43 h 50"/>
                <a:gd name="T54" fmla="*/ 32 w 35"/>
                <a:gd name="T55" fmla="*/ 40 h 50"/>
                <a:gd name="T56" fmla="*/ 30 w 35"/>
                <a:gd name="T57" fmla="*/ 40 h 50"/>
                <a:gd name="T58" fmla="*/ 30 w 35"/>
                <a:gd name="T59" fmla="*/ 40 h 50"/>
                <a:gd name="T60" fmla="*/ 29 w 35"/>
                <a:gd name="T61" fmla="*/ 41 h 50"/>
                <a:gd name="T62" fmla="*/ 28 w 35"/>
                <a:gd name="T63" fmla="*/ 41 h 50"/>
                <a:gd name="T64" fmla="*/ 28 w 35"/>
                <a:gd name="T65" fmla="*/ 41 h 50"/>
                <a:gd name="T66" fmla="*/ 23 w 35"/>
                <a:gd name="T67" fmla="*/ 36 h 50"/>
                <a:gd name="T68" fmla="*/ 23 w 35"/>
                <a:gd name="T69" fmla="*/ 36 h 50"/>
                <a:gd name="T70" fmla="*/ 20 w 35"/>
                <a:gd name="T71" fmla="*/ 38 h 50"/>
                <a:gd name="T72" fmla="*/ 20 w 35"/>
                <a:gd name="T73" fmla="*/ 39 h 50"/>
                <a:gd name="T74" fmla="*/ 13 w 35"/>
                <a:gd name="T75" fmla="*/ 28 h 50"/>
                <a:gd name="T76" fmla="*/ 18 w 35"/>
                <a:gd name="T77" fmla="*/ 16 h 50"/>
                <a:gd name="T78" fmla="*/ 15 w 35"/>
                <a:gd name="T79" fmla="*/ 5 h 50"/>
                <a:gd name="T80" fmla="*/ 15 w 35"/>
                <a:gd name="T81" fmla="*/ 4 h 50"/>
                <a:gd name="T82" fmla="*/ 14 w 35"/>
                <a:gd name="T83" fmla="*/ 2 h 50"/>
                <a:gd name="T84" fmla="*/ 11 w 35"/>
                <a:gd name="T85" fmla="*/ 5 h 50"/>
                <a:gd name="T86" fmla="*/ 11 w 35"/>
                <a:gd name="T87" fmla="*/ 5 h 50"/>
                <a:gd name="T88" fmla="*/ 6 w 35"/>
                <a:gd name="T89" fmla="*/ 0 h 50"/>
                <a:gd name="T90" fmla="*/ 6 w 35"/>
                <a:gd name="T91"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5" h="50">
                  <a:moveTo>
                    <a:pt x="6" y="0"/>
                  </a:moveTo>
                  <a:cubicBezTo>
                    <a:pt x="4" y="0"/>
                    <a:pt x="3" y="3"/>
                    <a:pt x="3" y="5"/>
                  </a:cubicBezTo>
                  <a:cubicBezTo>
                    <a:pt x="3" y="8"/>
                    <a:pt x="5" y="10"/>
                    <a:pt x="5" y="13"/>
                  </a:cubicBezTo>
                  <a:cubicBezTo>
                    <a:pt x="5" y="15"/>
                    <a:pt x="4" y="19"/>
                    <a:pt x="3" y="20"/>
                  </a:cubicBezTo>
                  <a:cubicBezTo>
                    <a:pt x="3" y="20"/>
                    <a:pt x="3" y="20"/>
                    <a:pt x="3" y="20"/>
                  </a:cubicBezTo>
                  <a:cubicBezTo>
                    <a:pt x="0" y="20"/>
                    <a:pt x="1" y="25"/>
                    <a:pt x="1" y="29"/>
                  </a:cubicBezTo>
                  <a:cubicBezTo>
                    <a:pt x="1" y="31"/>
                    <a:pt x="6" y="34"/>
                    <a:pt x="7" y="34"/>
                  </a:cubicBezTo>
                  <a:cubicBezTo>
                    <a:pt x="7" y="34"/>
                    <a:pt x="7" y="34"/>
                    <a:pt x="7" y="34"/>
                  </a:cubicBezTo>
                  <a:cubicBezTo>
                    <a:pt x="8" y="34"/>
                    <a:pt x="8" y="33"/>
                    <a:pt x="9" y="32"/>
                  </a:cubicBezTo>
                  <a:cubicBezTo>
                    <a:pt x="10" y="32"/>
                    <a:pt x="10" y="32"/>
                    <a:pt x="10" y="32"/>
                  </a:cubicBezTo>
                  <a:cubicBezTo>
                    <a:pt x="10" y="34"/>
                    <a:pt x="10" y="34"/>
                    <a:pt x="10" y="34"/>
                  </a:cubicBezTo>
                  <a:cubicBezTo>
                    <a:pt x="10" y="35"/>
                    <a:pt x="9" y="36"/>
                    <a:pt x="9" y="37"/>
                  </a:cubicBezTo>
                  <a:cubicBezTo>
                    <a:pt x="9" y="38"/>
                    <a:pt x="11" y="41"/>
                    <a:pt x="12" y="41"/>
                  </a:cubicBezTo>
                  <a:cubicBezTo>
                    <a:pt x="12" y="41"/>
                    <a:pt x="12" y="41"/>
                    <a:pt x="12" y="41"/>
                  </a:cubicBezTo>
                  <a:cubicBezTo>
                    <a:pt x="13" y="41"/>
                    <a:pt x="14" y="40"/>
                    <a:pt x="15" y="40"/>
                  </a:cubicBezTo>
                  <a:cubicBezTo>
                    <a:pt x="15" y="40"/>
                    <a:pt x="16" y="39"/>
                    <a:pt x="17" y="39"/>
                  </a:cubicBezTo>
                  <a:cubicBezTo>
                    <a:pt x="17" y="39"/>
                    <a:pt x="17" y="39"/>
                    <a:pt x="17" y="39"/>
                  </a:cubicBezTo>
                  <a:cubicBezTo>
                    <a:pt x="20" y="39"/>
                    <a:pt x="20" y="45"/>
                    <a:pt x="24" y="45"/>
                  </a:cubicBezTo>
                  <a:cubicBezTo>
                    <a:pt x="23" y="43"/>
                    <a:pt x="23" y="42"/>
                    <a:pt x="24" y="40"/>
                  </a:cubicBezTo>
                  <a:cubicBezTo>
                    <a:pt x="25" y="42"/>
                    <a:pt x="32" y="45"/>
                    <a:pt x="33" y="48"/>
                  </a:cubicBezTo>
                  <a:cubicBezTo>
                    <a:pt x="33" y="48"/>
                    <a:pt x="34" y="50"/>
                    <a:pt x="34" y="50"/>
                  </a:cubicBezTo>
                  <a:cubicBezTo>
                    <a:pt x="34" y="50"/>
                    <a:pt x="34" y="50"/>
                    <a:pt x="34" y="50"/>
                  </a:cubicBezTo>
                  <a:cubicBezTo>
                    <a:pt x="35" y="50"/>
                    <a:pt x="35" y="49"/>
                    <a:pt x="35" y="48"/>
                  </a:cubicBezTo>
                  <a:cubicBezTo>
                    <a:pt x="35" y="47"/>
                    <a:pt x="35" y="47"/>
                    <a:pt x="35" y="46"/>
                  </a:cubicBezTo>
                  <a:cubicBezTo>
                    <a:pt x="34" y="46"/>
                    <a:pt x="32" y="45"/>
                    <a:pt x="32" y="43"/>
                  </a:cubicBezTo>
                  <a:cubicBezTo>
                    <a:pt x="32" y="43"/>
                    <a:pt x="31" y="43"/>
                    <a:pt x="31" y="43"/>
                  </a:cubicBezTo>
                  <a:cubicBezTo>
                    <a:pt x="31" y="43"/>
                    <a:pt x="30" y="43"/>
                    <a:pt x="30" y="43"/>
                  </a:cubicBezTo>
                  <a:cubicBezTo>
                    <a:pt x="30" y="42"/>
                    <a:pt x="32" y="42"/>
                    <a:pt x="32" y="40"/>
                  </a:cubicBezTo>
                  <a:cubicBezTo>
                    <a:pt x="31" y="40"/>
                    <a:pt x="31" y="40"/>
                    <a:pt x="30" y="40"/>
                  </a:cubicBezTo>
                  <a:cubicBezTo>
                    <a:pt x="30" y="40"/>
                    <a:pt x="30" y="40"/>
                    <a:pt x="30" y="40"/>
                  </a:cubicBezTo>
                  <a:cubicBezTo>
                    <a:pt x="30" y="40"/>
                    <a:pt x="29" y="40"/>
                    <a:pt x="29" y="41"/>
                  </a:cubicBezTo>
                  <a:cubicBezTo>
                    <a:pt x="29" y="41"/>
                    <a:pt x="28" y="41"/>
                    <a:pt x="28" y="41"/>
                  </a:cubicBezTo>
                  <a:cubicBezTo>
                    <a:pt x="28" y="41"/>
                    <a:pt x="28" y="41"/>
                    <a:pt x="28" y="41"/>
                  </a:cubicBezTo>
                  <a:cubicBezTo>
                    <a:pt x="26" y="41"/>
                    <a:pt x="26" y="36"/>
                    <a:pt x="23" y="36"/>
                  </a:cubicBezTo>
                  <a:cubicBezTo>
                    <a:pt x="23" y="36"/>
                    <a:pt x="23" y="36"/>
                    <a:pt x="23" y="36"/>
                  </a:cubicBezTo>
                  <a:cubicBezTo>
                    <a:pt x="21" y="36"/>
                    <a:pt x="20" y="37"/>
                    <a:pt x="20" y="38"/>
                  </a:cubicBezTo>
                  <a:cubicBezTo>
                    <a:pt x="20" y="39"/>
                    <a:pt x="20" y="39"/>
                    <a:pt x="20" y="39"/>
                  </a:cubicBezTo>
                  <a:cubicBezTo>
                    <a:pt x="17" y="37"/>
                    <a:pt x="13" y="31"/>
                    <a:pt x="13" y="28"/>
                  </a:cubicBezTo>
                  <a:cubicBezTo>
                    <a:pt x="14" y="22"/>
                    <a:pt x="18" y="22"/>
                    <a:pt x="18" y="16"/>
                  </a:cubicBezTo>
                  <a:cubicBezTo>
                    <a:pt x="18" y="12"/>
                    <a:pt x="15" y="9"/>
                    <a:pt x="15" y="5"/>
                  </a:cubicBezTo>
                  <a:cubicBezTo>
                    <a:pt x="15" y="5"/>
                    <a:pt x="15" y="4"/>
                    <a:pt x="15" y="4"/>
                  </a:cubicBezTo>
                  <a:cubicBezTo>
                    <a:pt x="14" y="2"/>
                    <a:pt x="14" y="2"/>
                    <a:pt x="14" y="2"/>
                  </a:cubicBezTo>
                  <a:cubicBezTo>
                    <a:pt x="13" y="3"/>
                    <a:pt x="12" y="5"/>
                    <a:pt x="11" y="5"/>
                  </a:cubicBezTo>
                  <a:cubicBezTo>
                    <a:pt x="11" y="5"/>
                    <a:pt x="11" y="5"/>
                    <a:pt x="11" y="5"/>
                  </a:cubicBezTo>
                  <a:cubicBezTo>
                    <a:pt x="8" y="5"/>
                    <a:pt x="9" y="0"/>
                    <a:pt x="6"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 name="Freeform 44"/>
            <p:cNvSpPr>
              <a:spLocks/>
            </p:cNvSpPr>
            <p:nvPr/>
          </p:nvSpPr>
          <p:spPr bwMode="auto">
            <a:xfrm>
              <a:off x="9869488" y="3822700"/>
              <a:ext cx="41275" cy="76200"/>
            </a:xfrm>
            <a:custGeom>
              <a:avLst/>
              <a:gdLst>
                <a:gd name="T0" fmla="*/ 2 w 11"/>
                <a:gd name="T1" fmla="*/ 0 h 20"/>
                <a:gd name="T2" fmla="*/ 0 w 11"/>
                <a:gd name="T3" fmla="*/ 1 h 20"/>
                <a:gd name="T4" fmla="*/ 6 w 11"/>
                <a:gd name="T5" fmla="*/ 8 h 20"/>
                <a:gd name="T6" fmla="*/ 4 w 11"/>
                <a:gd name="T7" fmla="*/ 10 h 20"/>
                <a:gd name="T8" fmla="*/ 1 w 11"/>
                <a:gd name="T9" fmla="*/ 10 h 20"/>
                <a:gd name="T10" fmla="*/ 1 w 11"/>
                <a:gd name="T11" fmla="*/ 11 h 20"/>
                <a:gd name="T12" fmla="*/ 5 w 11"/>
                <a:gd name="T13" fmla="*/ 15 h 20"/>
                <a:gd name="T14" fmla="*/ 5 w 11"/>
                <a:gd name="T15" fmla="*/ 16 h 20"/>
                <a:gd name="T16" fmla="*/ 6 w 11"/>
                <a:gd name="T17" fmla="*/ 20 h 20"/>
                <a:gd name="T18" fmla="*/ 8 w 11"/>
                <a:gd name="T19" fmla="*/ 20 h 20"/>
                <a:gd name="T20" fmla="*/ 8 w 11"/>
                <a:gd name="T21" fmla="*/ 18 h 20"/>
                <a:gd name="T22" fmla="*/ 6 w 11"/>
                <a:gd name="T23" fmla="*/ 13 h 20"/>
                <a:gd name="T24" fmla="*/ 10 w 11"/>
                <a:gd name="T25" fmla="*/ 13 h 20"/>
                <a:gd name="T26" fmla="*/ 11 w 11"/>
                <a:gd name="T27" fmla="*/ 10 h 20"/>
                <a:gd name="T28" fmla="*/ 9 w 11"/>
                <a:gd name="T29" fmla="*/ 8 h 20"/>
                <a:gd name="T30" fmla="*/ 9 w 11"/>
                <a:gd name="T31" fmla="*/ 4 h 20"/>
                <a:gd name="T32" fmla="*/ 8 w 11"/>
                <a:gd name="T33" fmla="*/ 4 h 20"/>
                <a:gd name="T34" fmla="*/ 8 w 11"/>
                <a:gd name="T35" fmla="*/ 1 h 20"/>
                <a:gd name="T36" fmla="*/ 2 w 11"/>
                <a:gd name="T37" fmla="*/ 0 h 20"/>
                <a:gd name="T38" fmla="*/ 2 w 11"/>
                <a:gd name="T3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 h="20">
                  <a:moveTo>
                    <a:pt x="2" y="0"/>
                  </a:moveTo>
                  <a:cubicBezTo>
                    <a:pt x="1" y="0"/>
                    <a:pt x="0" y="1"/>
                    <a:pt x="0" y="1"/>
                  </a:cubicBezTo>
                  <a:cubicBezTo>
                    <a:pt x="0" y="3"/>
                    <a:pt x="6" y="5"/>
                    <a:pt x="6" y="8"/>
                  </a:cubicBezTo>
                  <a:cubicBezTo>
                    <a:pt x="6" y="9"/>
                    <a:pt x="5" y="10"/>
                    <a:pt x="4" y="10"/>
                  </a:cubicBezTo>
                  <a:cubicBezTo>
                    <a:pt x="4" y="10"/>
                    <a:pt x="2" y="10"/>
                    <a:pt x="1" y="10"/>
                  </a:cubicBezTo>
                  <a:cubicBezTo>
                    <a:pt x="1" y="11"/>
                    <a:pt x="1" y="11"/>
                    <a:pt x="1" y="11"/>
                  </a:cubicBezTo>
                  <a:cubicBezTo>
                    <a:pt x="1" y="12"/>
                    <a:pt x="3" y="15"/>
                    <a:pt x="5" y="15"/>
                  </a:cubicBezTo>
                  <a:cubicBezTo>
                    <a:pt x="5" y="16"/>
                    <a:pt x="5" y="16"/>
                    <a:pt x="5" y="16"/>
                  </a:cubicBezTo>
                  <a:cubicBezTo>
                    <a:pt x="4" y="18"/>
                    <a:pt x="4" y="20"/>
                    <a:pt x="6" y="20"/>
                  </a:cubicBezTo>
                  <a:cubicBezTo>
                    <a:pt x="7" y="20"/>
                    <a:pt x="8" y="20"/>
                    <a:pt x="8" y="20"/>
                  </a:cubicBezTo>
                  <a:cubicBezTo>
                    <a:pt x="8" y="18"/>
                    <a:pt x="8" y="18"/>
                    <a:pt x="8" y="18"/>
                  </a:cubicBezTo>
                  <a:cubicBezTo>
                    <a:pt x="7" y="18"/>
                    <a:pt x="6" y="15"/>
                    <a:pt x="6" y="13"/>
                  </a:cubicBezTo>
                  <a:cubicBezTo>
                    <a:pt x="10" y="13"/>
                    <a:pt x="10" y="13"/>
                    <a:pt x="10" y="13"/>
                  </a:cubicBezTo>
                  <a:cubicBezTo>
                    <a:pt x="10" y="12"/>
                    <a:pt x="11" y="12"/>
                    <a:pt x="11" y="10"/>
                  </a:cubicBezTo>
                  <a:cubicBezTo>
                    <a:pt x="9" y="8"/>
                    <a:pt x="9" y="8"/>
                    <a:pt x="9" y="8"/>
                  </a:cubicBezTo>
                  <a:cubicBezTo>
                    <a:pt x="9" y="8"/>
                    <a:pt x="9" y="5"/>
                    <a:pt x="9" y="4"/>
                  </a:cubicBezTo>
                  <a:cubicBezTo>
                    <a:pt x="9" y="4"/>
                    <a:pt x="8" y="4"/>
                    <a:pt x="8" y="4"/>
                  </a:cubicBezTo>
                  <a:cubicBezTo>
                    <a:pt x="8" y="3"/>
                    <a:pt x="8" y="2"/>
                    <a:pt x="8" y="1"/>
                  </a:cubicBezTo>
                  <a:cubicBezTo>
                    <a:pt x="6" y="1"/>
                    <a:pt x="4" y="0"/>
                    <a:pt x="2"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 name="Freeform 45"/>
            <p:cNvSpPr>
              <a:spLocks noEditPoints="1"/>
            </p:cNvSpPr>
            <p:nvPr/>
          </p:nvSpPr>
          <p:spPr bwMode="auto">
            <a:xfrm>
              <a:off x="9805988" y="3841750"/>
              <a:ext cx="33338" cy="49213"/>
            </a:xfrm>
            <a:custGeom>
              <a:avLst/>
              <a:gdLst>
                <a:gd name="T0" fmla="*/ 2 w 9"/>
                <a:gd name="T1" fmla="*/ 1 h 13"/>
                <a:gd name="T2" fmla="*/ 1 w 9"/>
                <a:gd name="T3" fmla="*/ 1 h 13"/>
                <a:gd name="T4" fmla="*/ 2 w 9"/>
                <a:gd name="T5" fmla="*/ 1 h 13"/>
                <a:gd name="T6" fmla="*/ 1 w 9"/>
                <a:gd name="T7" fmla="*/ 0 h 13"/>
                <a:gd name="T8" fmla="*/ 0 w 9"/>
                <a:gd name="T9" fmla="*/ 2 h 13"/>
                <a:gd name="T10" fmla="*/ 1 w 9"/>
                <a:gd name="T11" fmla="*/ 13 h 13"/>
                <a:gd name="T12" fmla="*/ 9 w 9"/>
                <a:gd name="T13" fmla="*/ 5 h 13"/>
                <a:gd name="T14" fmla="*/ 2 w 9"/>
                <a:gd name="T15" fmla="*/ 1 h 13"/>
                <a:gd name="T16" fmla="*/ 1 w 9"/>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3">
                  <a:moveTo>
                    <a:pt x="2" y="1"/>
                  </a:moveTo>
                  <a:cubicBezTo>
                    <a:pt x="2" y="1"/>
                    <a:pt x="2" y="1"/>
                    <a:pt x="1" y="1"/>
                  </a:cubicBezTo>
                  <a:cubicBezTo>
                    <a:pt x="2" y="1"/>
                    <a:pt x="2" y="1"/>
                    <a:pt x="2" y="1"/>
                  </a:cubicBezTo>
                  <a:moveTo>
                    <a:pt x="1" y="0"/>
                  </a:moveTo>
                  <a:cubicBezTo>
                    <a:pt x="1" y="0"/>
                    <a:pt x="0" y="1"/>
                    <a:pt x="0" y="2"/>
                  </a:cubicBezTo>
                  <a:cubicBezTo>
                    <a:pt x="0" y="4"/>
                    <a:pt x="1" y="9"/>
                    <a:pt x="1" y="13"/>
                  </a:cubicBezTo>
                  <a:cubicBezTo>
                    <a:pt x="3" y="11"/>
                    <a:pt x="9" y="9"/>
                    <a:pt x="9" y="5"/>
                  </a:cubicBezTo>
                  <a:cubicBezTo>
                    <a:pt x="9" y="3"/>
                    <a:pt x="4" y="2"/>
                    <a:pt x="2" y="1"/>
                  </a:cubicBezTo>
                  <a:cubicBezTo>
                    <a:pt x="2" y="1"/>
                    <a:pt x="2"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 name="Freeform 46"/>
            <p:cNvSpPr>
              <a:spLocks/>
            </p:cNvSpPr>
            <p:nvPr/>
          </p:nvSpPr>
          <p:spPr bwMode="auto">
            <a:xfrm>
              <a:off x="9825038" y="3871913"/>
              <a:ext cx="33338" cy="60325"/>
            </a:xfrm>
            <a:custGeom>
              <a:avLst/>
              <a:gdLst>
                <a:gd name="T0" fmla="*/ 6 w 9"/>
                <a:gd name="T1" fmla="*/ 0 h 16"/>
                <a:gd name="T2" fmla="*/ 5 w 9"/>
                <a:gd name="T3" fmla="*/ 0 h 16"/>
                <a:gd name="T4" fmla="*/ 2 w 9"/>
                <a:gd name="T5" fmla="*/ 8 h 16"/>
                <a:gd name="T6" fmla="*/ 2 w 9"/>
                <a:gd name="T7" fmla="*/ 8 h 16"/>
                <a:gd name="T8" fmla="*/ 0 w 9"/>
                <a:gd name="T9" fmla="*/ 9 h 16"/>
                <a:gd name="T10" fmla="*/ 6 w 9"/>
                <a:gd name="T11" fmla="*/ 16 h 16"/>
                <a:gd name="T12" fmla="*/ 7 w 9"/>
                <a:gd name="T13" fmla="*/ 14 h 16"/>
                <a:gd name="T14" fmla="*/ 6 w 9"/>
                <a:gd name="T15" fmla="*/ 11 h 16"/>
                <a:gd name="T16" fmla="*/ 9 w 9"/>
                <a:gd name="T17" fmla="*/ 3 h 16"/>
                <a:gd name="T18" fmla="*/ 6 w 9"/>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6">
                  <a:moveTo>
                    <a:pt x="6" y="0"/>
                  </a:moveTo>
                  <a:cubicBezTo>
                    <a:pt x="6" y="0"/>
                    <a:pt x="6" y="0"/>
                    <a:pt x="5" y="0"/>
                  </a:cubicBezTo>
                  <a:cubicBezTo>
                    <a:pt x="4" y="1"/>
                    <a:pt x="2" y="7"/>
                    <a:pt x="2" y="8"/>
                  </a:cubicBezTo>
                  <a:cubicBezTo>
                    <a:pt x="2" y="8"/>
                    <a:pt x="2" y="8"/>
                    <a:pt x="2" y="8"/>
                  </a:cubicBezTo>
                  <a:cubicBezTo>
                    <a:pt x="2" y="8"/>
                    <a:pt x="0" y="8"/>
                    <a:pt x="0" y="9"/>
                  </a:cubicBezTo>
                  <a:cubicBezTo>
                    <a:pt x="0" y="11"/>
                    <a:pt x="5" y="16"/>
                    <a:pt x="6" y="16"/>
                  </a:cubicBezTo>
                  <a:cubicBezTo>
                    <a:pt x="6" y="16"/>
                    <a:pt x="7" y="15"/>
                    <a:pt x="7" y="14"/>
                  </a:cubicBezTo>
                  <a:cubicBezTo>
                    <a:pt x="7" y="13"/>
                    <a:pt x="6" y="13"/>
                    <a:pt x="6" y="11"/>
                  </a:cubicBezTo>
                  <a:cubicBezTo>
                    <a:pt x="6" y="8"/>
                    <a:pt x="9" y="6"/>
                    <a:pt x="9" y="3"/>
                  </a:cubicBezTo>
                  <a:cubicBezTo>
                    <a:pt x="9" y="2"/>
                    <a:pt x="8"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 name="Freeform 47"/>
            <p:cNvSpPr>
              <a:spLocks/>
            </p:cNvSpPr>
            <p:nvPr/>
          </p:nvSpPr>
          <p:spPr bwMode="auto">
            <a:xfrm>
              <a:off x="9855200" y="3876675"/>
              <a:ext cx="14288" cy="33338"/>
            </a:xfrm>
            <a:custGeom>
              <a:avLst/>
              <a:gdLst>
                <a:gd name="T0" fmla="*/ 2 w 4"/>
                <a:gd name="T1" fmla="*/ 0 h 9"/>
                <a:gd name="T2" fmla="*/ 0 w 4"/>
                <a:gd name="T3" fmla="*/ 9 h 9"/>
                <a:gd name="T4" fmla="*/ 1 w 4"/>
                <a:gd name="T5" fmla="*/ 9 h 9"/>
                <a:gd name="T6" fmla="*/ 4 w 4"/>
                <a:gd name="T7" fmla="*/ 0 h 9"/>
                <a:gd name="T8" fmla="*/ 2 w 4"/>
                <a:gd name="T9" fmla="*/ 0 h 9"/>
              </a:gdLst>
              <a:ahLst/>
              <a:cxnLst>
                <a:cxn ang="0">
                  <a:pos x="T0" y="T1"/>
                </a:cxn>
                <a:cxn ang="0">
                  <a:pos x="T2" y="T3"/>
                </a:cxn>
                <a:cxn ang="0">
                  <a:pos x="T4" y="T5"/>
                </a:cxn>
                <a:cxn ang="0">
                  <a:pos x="T6" y="T7"/>
                </a:cxn>
                <a:cxn ang="0">
                  <a:pos x="T8" y="T9"/>
                </a:cxn>
              </a:cxnLst>
              <a:rect l="0" t="0" r="r" b="b"/>
              <a:pathLst>
                <a:path w="4" h="9">
                  <a:moveTo>
                    <a:pt x="2" y="0"/>
                  </a:moveTo>
                  <a:cubicBezTo>
                    <a:pt x="2" y="4"/>
                    <a:pt x="0" y="6"/>
                    <a:pt x="0" y="9"/>
                  </a:cubicBezTo>
                  <a:cubicBezTo>
                    <a:pt x="1" y="9"/>
                    <a:pt x="1" y="9"/>
                    <a:pt x="1" y="9"/>
                  </a:cubicBezTo>
                  <a:cubicBezTo>
                    <a:pt x="1" y="5"/>
                    <a:pt x="4" y="4"/>
                    <a:pt x="4" y="0"/>
                  </a:cubicBezTo>
                  <a:cubicBezTo>
                    <a:pt x="4"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 name="Freeform 48"/>
            <p:cNvSpPr>
              <a:spLocks/>
            </p:cNvSpPr>
            <p:nvPr/>
          </p:nvSpPr>
          <p:spPr bwMode="auto">
            <a:xfrm>
              <a:off x="9861550" y="3898900"/>
              <a:ext cx="23813" cy="19050"/>
            </a:xfrm>
            <a:custGeom>
              <a:avLst/>
              <a:gdLst>
                <a:gd name="T0" fmla="*/ 2 w 6"/>
                <a:gd name="T1" fmla="*/ 0 h 5"/>
                <a:gd name="T2" fmla="*/ 0 w 6"/>
                <a:gd name="T3" fmla="*/ 4 h 5"/>
                <a:gd name="T4" fmla="*/ 1 w 6"/>
                <a:gd name="T5" fmla="*/ 5 h 5"/>
                <a:gd name="T6" fmla="*/ 2 w 6"/>
                <a:gd name="T7" fmla="*/ 5 h 5"/>
                <a:gd name="T8" fmla="*/ 6 w 6"/>
                <a:gd name="T9" fmla="*/ 0 h 5"/>
                <a:gd name="T10" fmla="*/ 5 w 6"/>
                <a:gd name="T11" fmla="*/ 1 h 5"/>
                <a:gd name="T12" fmla="*/ 2 w 6"/>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6" h="5">
                  <a:moveTo>
                    <a:pt x="2" y="0"/>
                  </a:moveTo>
                  <a:cubicBezTo>
                    <a:pt x="2" y="1"/>
                    <a:pt x="0" y="2"/>
                    <a:pt x="0" y="4"/>
                  </a:cubicBezTo>
                  <a:cubicBezTo>
                    <a:pt x="0" y="4"/>
                    <a:pt x="1" y="5"/>
                    <a:pt x="1" y="5"/>
                  </a:cubicBezTo>
                  <a:cubicBezTo>
                    <a:pt x="2" y="5"/>
                    <a:pt x="2" y="5"/>
                    <a:pt x="2" y="5"/>
                  </a:cubicBezTo>
                  <a:cubicBezTo>
                    <a:pt x="4" y="5"/>
                    <a:pt x="6" y="3"/>
                    <a:pt x="6" y="0"/>
                  </a:cubicBezTo>
                  <a:cubicBezTo>
                    <a:pt x="5" y="0"/>
                    <a:pt x="5" y="1"/>
                    <a:pt x="5" y="1"/>
                  </a:cubicBezTo>
                  <a:cubicBezTo>
                    <a:pt x="4" y="1"/>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 name="Freeform 49"/>
            <p:cNvSpPr>
              <a:spLocks/>
            </p:cNvSpPr>
            <p:nvPr/>
          </p:nvSpPr>
          <p:spPr bwMode="auto">
            <a:xfrm>
              <a:off x="9839325" y="3822700"/>
              <a:ext cx="22225" cy="26988"/>
            </a:xfrm>
            <a:custGeom>
              <a:avLst/>
              <a:gdLst>
                <a:gd name="T0" fmla="*/ 0 w 6"/>
                <a:gd name="T1" fmla="*/ 0 h 7"/>
                <a:gd name="T2" fmla="*/ 0 w 6"/>
                <a:gd name="T3" fmla="*/ 4 h 7"/>
                <a:gd name="T4" fmla="*/ 0 w 6"/>
                <a:gd name="T5" fmla="*/ 4 h 7"/>
                <a:gd name="T6" fmla="*/ 1 w 6"/>
                <a:gd name="T7" fmla="*/ 4 h 7"/>
                <a:gd name="T8" fmla="*/ 2 w 6"/>
                <a:gd name="T9" fmla="*/ 4 h 7"/>
                <a:gd name="T10" fmla="*/ 3 w 6"/>
                <a:gd name="T11" fmla="*/ 4 h 7"/>
                <a:gd name="T12" fmla="*/ 6 w 6"/>
                <a:gd name="T13" fmla="*/ 7 h 7"/>
                <a:gd name="T14" fmla="*/ 6 w 6"/>
                <a:gd name="T15" fmla="*/ 6 h 7"/>
                <a:gd name="T16" fmla="*/ 2 w 6"/>
                <a:gd name="T17" fmla="*/ 0 h 7"/>
                <a:gd name="T18" fmla="*/ 0 w 6"/>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7">
                  <a:moveTo>
                    <a:pt x="0" y="0"/>
                  </a:moveTo>
                  <a:cubicBezTo>
                    <a:pt x="0" y="1"/>
                    <a:pt x="0" y="2"/>
                    <a:pt x="0" y="4"/>
                  </a:cubicBezTo>
                  <a:cubicBezTo>
                    <a:pt x="0" y="4"/>
                    <a:pt x="0" y="4"/>
                    <a:pt x="0" y="4"/>
                  </a:cubicBezTo>
                  <a:cubicBezTo>
                    <a:pt x="0" y="4"/>
                    <a:pt x="1" y="4"/>
                    <a:pt x="1" y="4"/>
                  </a:cubicBezTo>
                  <a:cubicBezTo>
                    <a:pt x="1" y="4"/>
                    <a:pt x="2" y="4"/>
                    <a:pt x="2" y="4"/>
                  </a:cubicBezTo>
                  <a:cubicBezTo>
                    <a:pt x="2" y="4"/>
                    <a:pt x="3" y="4"/>
                    <a:pt x="3" y="4"/>
                  </a:cubicBezTo>
                  <a:cubicBezTo>
                    <a:pt x="3" y="5"/>
                    <a:pt x="5" y="7"/>
                    <a:pt x="6" y="7"/>
                  </a:cubicBezTo>
                  <a:cubicBezTo>
                    <a:pt x="6" y="7"/>
                    <a:pt x="6" y="7"/>
                    <a:pt x="6" y="6"/>
                  </a:cubicBezTo>
                  <a:cubicBezTo>
                    <a:pt x="6" y="3"/>
                    <a:pt x="3" y="2"/>
                    <a:pt x="2"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 name="Freeform 50"/>
            <p:cNvSpPr>
              <a:spLocks/>
            </p:cNvSpPr>
            <p:nvPr/>
          </p:nvSpPr>
          <p:spPr bwMode="auto">
            <a:xfrm>
              <a:off x="9756775" y="3794125"/>
              <a:ext cx="38100" cy="36513"/>
            </a:xfrm>
            <a:custGeom>
              <a:avLst/>
              <a:gdLst>
                <a:gd name="T0" fmla="*/ 0 w 10"/>
                <a:gd name="T1" fmla="*/ 0 h 10"/>
                <a:gd name="T2" fmla="*/ 8 w 10"/>
                <a:gd name="T3" fmla="*/ 10 h 10"/>
                <a:gd name="T4" fmla="*/ 9 w 10"/>
                <a:gd name="T5" fmla="*/ 5 h 10"/>
                <a:gd name="T6" fmla="*/ 3 w 10"/>
                <a:gd name="T7" fmla="*/ 0 h 10"/>
                <a:gd name="T8" fmla="*/ 0 w 10"/>
                <a:gd name="T9" fmla="*/ 0 h 10"/>
              </a:gdLst>
              <a:ahLst/>
              <a:cxnLst>
                <a:cxn ang="0">
                  <a:pos x="T0" y="T1"/>
                </a:cxn>
                <a:cxn ang="0">
                  <a:pos x="T2" y="T3"/>
                </a:cxn>
                <a:cxn ang="0">
                  <a:pos x="T4" y="T5"/>
                </a:cxn>
                <a:cxn ang="0">
                  <a:pos x="T6" y="T7"/>
                </a:cxn>
                <a:cxn ang="0">
                  <a:pos x="T8" y="T9"/>
                </a:cxn>
              </a:cxnLst>
              <a:rect l="0" t="0" r="r" b="b"/>
              <a:pathLst>
                <a:path w="10" h="10">
                  <a:moveTo>
                    <a:pt x="0" y="0"/>
                  </a:moveTo>
                  <a:cubicBezTo>
                    <a:pt x="0" y="0"/>
                    <a:pt x="6" y="10"/>
                    <a:pt x="8" y="10"/>
                  </a:cubicBezTo>
                  <a:cubicBezTo>
                    <a:pt x="9" y="10"/>
                    <a:pt x="10" y="7"/>
                    <a:pt x="9" y="5"/>
                  </a:cubicBezTo>
                  <a:cubicBezTo>
                    <a:pt x="9" y="2"/>
                    <a:pt x="6" y="2"/>
                    <a:pt x="3"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 name="Freeform 51"/>
            <p:cNvSpPr>
              <a:spLocks/>
            </p:cNvSpPr>
            <p:nvPr/>
          </p:nvSpPr>
          <p:spPr bwMode="auto">
            <a:xfrm>
              <a:off x="9794875" y="3800475"/>
              <a:ext cx="11113" cy="0"/>
            </a:xfrm>
            <a:custGeom>
              <a:avLst/>
              <a:gdLst>
                <a:gd name="T0" fmla="*/ 2 w 3"/>
                <a:gd name="T1" fmla="*/ 0 w 3"/>
                <a:gd name="T2" fmla="*/ 1 w 3"/>
                <a:gd name="T3" fmla="*/ 3 w 3"/>
                <a:gd name="T4" fmla="*/ 2 w 3"/>
              </a:gdLst>
              <a:ahLst/>
              <a:cxnLst>
                <a:cxn ang="0">
                  <a:pos x="T0" y="0"/>
                </a:cxn>
                <a:cxn ang="0">
                  <a:pos x="T1" y="0"/>
                </a:cxn>
                <a:cxn ang="0">
                  <a:pos x="T2" y="0"/>
                </a:cxn>
                <a:cxn ang="0">
                  <a:pos x="T3" y="0"/>
                </a:cxn>
                <a:cxn ang="0">
                  <a:pos x="T4" y="0"/>
                </a:cxn>
              </a:cxnLst>
              <a:rect l="0" t="0" r="r" b="b"/>
              <a:pathLst>
                <a:path w="3">
                  <a:moveTo>
                    <a:pt x="2" y="0"/>
                  </a:moveTo>
                  <a:cubicBezTo>
                    <a:pt x="1" y="0"/>
                    <a:pt x="1" y="0"/>
                    <a:pt x="0" y="0"/>
                  </a:cubicBezTo>
                  <a:cubicBezTo>
                    <a:pt x="1" y="0"/>
                    <a:pt x="1" y="0"/>
                    <a:pt x="1" y="0"/>
                  </a:cubicBezTo>
                  <a:cubicBezTo>
                    <a:pt x="2" y="0"/>
                    <a:pt x="3" y="0"/>
                    <a:pt x="3" y="0"/>
                  </a:cubicBezTo>
                  <a:cubicBezTo>
                    <a:pt x="3"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 name="Freeform 52"/>
            <p:cNvSpPr>
              <a:spLocks/>
            </p:cNvSpPr>
            <p:nvPr/>
          </p:nvSpPr>
          <p:spPr bwMode="auto">
            <a:xfrm>
              <a:off x="9742488" y="3413125"/>
              <a:ext cx="66675" cy="95250"/>
            </a:xfrm>
            <a:custGeom>
              <a:avLst/>
              <a:gdLst>
                <a:gd name="T0" fmla="*/ 11 w 18"/>
                <a:gd name="T1" fmla="*/ 0 h 25"/>
                <a:gd name="T2" fmla="*/ 1 w 18"/>
                <a:gd name="T3" fmla="*/ 17 h 25"/>
                <a:gd name="T4" fmla="*/ 5 w 18"/>
                <a:gd name="T5" fmla="*/ 25 h 25"/>
                <a:gd name="T6" fmla="*/ 11 w 18"/>
                <a:gd name="T7" fmla="*/ 0 h 25"/>
              </a:gdLst>
              <a:ahLst/>
              <a:cxnLst>
                <a:cxn ang="0">
                  <a:pos x="T0" y="T1"/>
                </a:cxn>
                <a:cxn ang="0">
                  <a:pos x="T2" y="T3"/>
                </a:cxn>
                <a:cxn ang="0">
                  <a:pos x="T4" y="T5"/>
                </a:cxn>
                <a:cxn ang="0">
                  <a:pos x="T6" y="T7"/>
                </a:cxn>
              </a:cxnLst>
              <a:rect l="0" t="0" r="r" b="b"/>
              <a:pathLst>
                <a:path w="18" h="25">
                  <a:moveTo>
                    <a:pt x="11" y="0"/>
                  </a:moveTo>
                  <a:cubicBezTo>
                    <a:pt x="7" y="0"/>
                    <a:pt x="1" y="11"/>
                    <a:pt x="1" y="17"/>
                  </a:cubicBezTo>
                  <a:cubicBezTo>
                    <a:pt x="1" y="21"/>
                    <a:pt x="0" y="25"/>
                    <a:pt x="5" y="25"/>
                  </a:cubicBezTo>
                  <a:cubicBezTo>
                    <a:pt x="11" y="25"/>
                    <a:pt x="18"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 name="Freeform 53"/>
            <p:cNvSpPr>
              <a:spLocks/>
            </p:cNvSpPr>
            <p:nvPr/>
          </p:nvSpPr>
          <p:spPr bwMode="auto">
            <a:xfrm>
              <a:off x="9388475" y="3579813"/>
              <a:ext cx="79375" cy="63500"/>
            </a:xfrm>
            <a:custGeom>
              <a:avLst/>
              <a:gdLst>
                <a:gd name="T0" fmla="*/ 17 w 21"/>
                <a:gd name="T1" fmla="*/ 0 h 17"/>
                <a:gd name="T2" fmla="*/ 2 w 21"/>
                <a:gd name="T3" fmla="*/ 7 h 17"/>
                <a:gd name="T4" fmla="*/ 2 w 21"/>
                <a:gd name="T5" fmla="*/ 12 h 17"/>
                <a:gd name="T6" fmla="*/ 8 w 21"/>
                <a:gd name="T7" fmla="*/ 17 h 17"/>
                <a:gd name="T8" fmla="*/ 21 w 21"/>
                <a:gd name="T9" fmla="*/ 4 h 17"/>
                <a:gd name="T10" fmla="*/ 17 w 21"/>
                <a:gd name="T11" fmla="*/ 0 h 17"/>
              </a:gdLst>
              <a:ahLst/>
              <a:cxnLst>
                <a:cxn ang="0">
                  <a:pos x="T0" y="T1"/>
                </a:cxn>
                <a:cxn ang="0">
                  <a:pos x="T2" y="T3"/>
                </a:cxn>
                <a:cxn ang="0">
                  <a:pos x="T4" y="T5"/>
                </a:cxn>
                <a:cxn ang="0">
                  <a:pos x="T6" y="T7"/>
                </a:cxn>
                <a:cxn ang="0">
                  <a:pos x="T8" y="T9"/>
                </a:cxn>
                <a:cxn ang="0">
                  <a:pos x="T10" y="T11"/>
                </a:cxn>
              </a:cxnLst>
              <a:rect l="0" t="0" r="r" b="b"/>
              <a:pathLst>
                <a:path w="21" h="17">
                  <a:moveTo>
                    <a:pt x="17" y="0"/>
                  </a:moveTo>
                  <a:cubicBezTo>
                    <a:pt x="14" y="0"/>
                    <a:pt x="4" y="7"/>
                    <a:pt x="2" y="7"/>
                  </a:cubicBezTo>
                  <a:cubicBezTo>
                    <a:pt x="0" y="7"/>
                    <a:pt x="2" y="10"/>
                    <a:pt x="2" y="12"/>
                  </a:cubicBezTo>
                  <a:cubicBezTo>
                    <a:pt x="2" y="15"/>
                    <a:pt x="4" y="17"/>
                    <a:pt x="8" y="17"/>
                  </a:cubicBezTo>
                  <a:cubicBezTo>
                    <a:pt x="12" y="17"/>
                    <a:pt x="21" y="8"/>
                    <a:pt x="21" y="4"/>
                  </a:cubicBezTo>
                  <a:cubicBezTo>
                    <a:pt x="21" y="3"/>
                    <a:pt x="19" y="0"/>
                    <a:pt x="1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 name="Freeform 54"/>
            <p:cNvSpPr>
              <a:spLocks/>
            </p:cNvSpPr>
            <p:nvPr/>
          </p:nvSpPr>
          <p:spPr bwMode="auto">
            <a:xfrm>
              <a:off x="9066213" y="3478213"/>
              <a:ext cx="352425" cy="682625"/>
            </a:xfrm>
            <a:custGeom>
              <a:avLst/>
              <a:gdLst>
                <a:gd name="T0" fmla="*/ 51 w 94"/>
                <a:gd name="T1" fmla="*/ 4 h 182"/>
                <a:gd name="T2" fmla="*/ 41 w 94"/>
                <a:gd name="T3" fmla="*/ 4 h 182"/>
                <a:gd name="T4" fmla="*/ 33 w 94"/>
                <a:gd name="T5" fmla="*/ 6 h 182"/>
                <a:gd name="T6" fmla="*/ 33 w 94"/>
                <a:gd name="T7" fmla="*/ 13 h 182"/>
                <a:gd name="T8" fmla="*/ 32 w 94"/>
                <a:gd name="T9" fmla="*/ 15 h 182"/>
                <a:gd name="T10" fmla="*/ 28 w 94"/>
                <a:gd name="T11" fmla="*/ 12 h 182"/>
                <a:gd name="T12" fmla="*/ 11 w 94"/>
                <a:gd name="T13" fmla="*/ 28 h 182"/>
                <a:gd name="T14" fmla="*/ 0 w 94"/>
                <a:gd name="T15" fmla="*/ 42 h 182"/>
                <a:gd name="T16" fmla="*/ 5 w 94"/>
                <a:gd name="T17" fmla="*/ 50 h 182"/>
                <a:gd name="T18" fmla="*/ 7 w 94"/>
                <a:gd name="T19" fmla="*/ 62 h 182"/>
                <a:gd name="T20" fmla="*/ 5 w 94"/>
                <a:gd name="T21" fmla="*/ 68 h 182"/>
                <a:gd name="T22" fmla="*/ 4 w 94"/>
                <a:gd name="T23" fmla="*/ 70 h 182"/>
                <a:gd name="T24" fmla="*/ 15 w 94"/>
                <a:gd name="T25" fmla="*/ 95 h 182"/>
                <a:gd name="T26" fmla="*/ 13 w 94"/>
                <a:gd name="T27" fmla="*/ 98 h 182"/>
                <a:gd name="T28" fmla="*/ 7 w 94"/>
                <a:gd name="T29" fmla="*/ 111 h 182"/>
                <a:gd name="T30" fmla="*/ 6 w 94"/>
                <a:gd name="T31" fmla="*/ 111 h 182"/>
                <a:gd name="T32" fmla="*/ 5 w 94"/>
                <a:gd name="T33" fmla="*/ 124 h 182"/>
                <a:gd name="T34" fmla="*/ 8 w 94"/>
                <a:gd name="T35" fmla="*/ 124 h 182"/>
                <a:gd name="T36" fmla="*/ 23 w 94"/>
                <a:gd name="T37" fmla="*/ 159 h 182"/>
                <a:gd name="T38" fmla="*/ 48 w 94"/>
                <a:gd name="T39" fmla="*/ 182 h 182"/>
                <a:gd name="T40" fmla="*/ 53 w 94"/>
                <a:gd name="T41" fmla="*/ 180 h 182"/>
                <a:gd name="T42" fmla="*/ 46 w 94"/>
                <a:gd name="T43" fmla="*/ 162 h 182"/>
                <a:gd name="T44" fmla="*/ 22 w 94"/>
                <a:gd name="T45" fmla="*/ 133 h 182"/>
                <a:gd name="T46" fmla="*/ 19 w 94"/>
                <a:gd name="T47" fmla="*/ 124 h 182"/>
                <a:gd name="T48" fmla="*/ 18 w 94"/>
                <a:gd name="T49" fmla="*/ 92 h 182"/>
                <a:gd name="T50" fmla="*/ 18 w 94"/>
                <a:gd name="T51" fmla="*/ 83 h 182"/>
                <a:gd name="T52" fmla="*/ 27 w 94"/>
                <a:gd name="T53" fmla="*/ 91 h 182"/>
                <a:gd name="T54" fmla="*/ 46 w 94"/>
                <a:gd name="T55" fmla="*/ 104 h 182"/>
                <a:gd name="T56" fmla="*/ 58 w 94"/>
                <a:gd name="T57" fmla="*/ 114 h 182"/>
                <a:gd name="T58" fmla="*/ 59 w 94"/>
                <a:gd name="T59" fmla="*/ 124 h 182"/>
                <a:gd name="T60" fmla="*/ 66 w 94"/>
                <a:gd name="T61" fmla="*/ 113 h 182"/>
                <a:gd name="T62" fmla="*/ 73 w 94"/>
                <a:gd name="T63" fmla="*/ 110 h 182"/>
                <a:gd name="T64" fmla="*/ 94 w 94"/>
                <a:gd name="T65" fmla="*/ 86 h 182"/>
                <a:gd name="T66" fmla="*/ 66 w 94"/>
                <a:gd name="T67" fmla="*/ 41 h 182"/>
                <a:gd name="T68" fmla="*/ 83 w 94"/>
                <a:gd name="T69" fmla="*/ 14 h 182"/>
                <a:gd name="T70" fmla="*/ 61 w 94"/>
                <a:gd name="T71"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4" h="182">
                  <a:moveTo>
                    <a:pt x="61" y="0"/>
                  </a:moveTo>
                  <a:cubicBezTo>
                    <a:pt x="57" y="0"/>
                    <a:pt x="55" y="4"/>
                    <a:pt x="51" y="4"/>
                  </a:cubicBezTo>
                  <a:cubicBezTo>
                    <a:pt x="51" y="4"/>
                    <a:pt x="50" y="4"/>
                    <a:pt x="50" y="4"/>
                  </a:cubicBezTo>
                  <a:cubicBezTo>
                    <a:pt x="41" y="4"/>
                    <a:pt x="41" y="4"/>
                    <a:pt x="41" y="4"/>
                  </a:cubicBezTo>
                  <a:cubicBezTo>
                    <a:pt x="41" y="4"/>
                    <a:pt x="41" y="4"/>
                    <a:pt x="40" y="4"/>
                  </a:cubicBezTo>
                  <a:cubicBezTo>
                    <a:pt x="39" y="4"/>
                    <a:pt x="33" y="6"/>
                    <a:pt x="33" y="6"/>
                  </a:cubicBezTo>
                  <a:cubicBezTo>
                    <a:pt x="33" y="8"/>
                    <a:pt x="33" y="10"/>
                    <a:pt x="33" y="13"/>
                  </a:cubicBezTo>
                  <a:cubicBezTo>
                    <a:pt x="33" y="13"/>
                    <a:pt x="33" y="13"/>
                    <a:pt x="33" y="13"/>
                  </a:cubicBezTo>
                  <a:cubicBezTo>
                    <a:pt x="33" y="13"/>
                    <a:pt x="33" y="13"/>
                    <a:pt x="33" y="13"/>
                  </a:cubicBezTo>
                  <a:cubicBezTo>
                    <a:pt x="33" y="14"/>
                    <a:pt x="32" y="15"/>
                    <a:pt x="32" y="15"/>
                  </a:cubicBezTo>
                  <a:cubicBezTo>
                    <a:pt x="31" y="15"/>
                    <a:pt x="30" y="15"/>
                    <a:pt x="30" y="12"/>
                  </a:cubicBezTo>
                  <a:cubicBezTo>
                    <a:pt x="28" y="12"/>
                    <a:pt x="28" y="12"/>
                    <a:pt x="28" y="12"/>
                  </a:cubicBezTo>
                  <a:cubicBezTo>
                    <a:pt x="28" y="12"/>
                    <a:pt x="28" y="12"/>
                    <a:pt x="28" y="12"/>
                  </a:cubicBezTo>
                  <a:cubicBezTo>
                    <a:pt x="22" y="21"/>
                    <a:pt x="18" y="23"/>
                    <a:pt x="11" y="28"/>
                  </a:cubicBezTo>
                  <a:cubicBezTo>
                    <a:pt x="9" y="29"/>
                    <a:pt x="6" y="29"/>
                    <a:pt x="4" y="30"/>
                  </a:cubicBezTo>
                  <a:cubicBezTo>
                    <a:pt x="1" y="33"/>
                    <a:pt x="0" y="37"/>
                    <a:pt x="0" y="42"/>
                  </a:cubicBezTo>
                  <a:cubicBezTo>
                    <a:pt x="0" y="42"/>
                    <a:pt x="0" y="42"/>
                    <a:pt x="0" y="42"/>
                  </a:cubicBezTo>
                  <a:cubicBezTo>
                    <a:pt x="0" y="47"/>
                    <a:pt x="3" y="47"/>
                    <a:pt x="5" y="50"/>
                  </a:cubicBezTo>
                  <a:cubicBezTo>
                    <a:pt x="7" y="53"/>
                    <a:pt x="7" y="59"/>
                    <a:pt x="7" y="62"/>
                  </a:cubicBezTo>
                  <a:cubicBezTo>
                    <a:pt x="7" y="62"/>
                    <a:pt x="7" y="62"/>
                    <a:pt x="7" y="62"/>
                  </a:cubicBezTo>
                  <a:cubicBezTo>
                    <a:pt x="7" y="64"/>
                    <a:pt x="5" y="68"/>
                    <a:pt x="5" y="68"/>
                  </a:cubicBezTo>
                  <a:cubicBezTo>
                    <a:pt x="5" y="68"/>
                    <a:pt x="5" y="68"/>
                    <a:pt x="5" y="68"/>
                  </a:cubicBezTo>
                  <a:cubicBezTo>
                    <a:pt x="5" y="69"/>
                    <a:pt x="4" y="70"/>
                    <a:pt x="4" y="70"/>
                  </a:cubicBezTo>
                  <a:cubicBezTo>
                    <a:pt x="4" y="70"/>
                    <a:pt x="4" y="70"/>
                    <a:pt x="4" y="70"/>
                  </a:cubicBezTo>
                  <a:cubicBezTo>
                    <a:pt x="4" y="73"/>
                    <a:pt x="7" y="75"/>
                    <a:pt x="9" y="77"/>
                  </a:cubicBezTo>
                  <a:cubicBezTo>
                    <a:pt x="11" y="79"/>
                    <a:pt x="15" y="92"/>
                    <a:pt x="15" y="95"/>
                  </a:cubicBezTo>
                  <a:cubicBezTo>
                    <a:pt x="15" y="95"/>
                    <a:pt x="15" y="95"/>
                    <a:pt x="15" y="95"/>
                  </a:cubicBezTo>
                  <a:cubicBezTo>
                    <a:pt x="15" y="96"/>
                    <a:pt x="13" y="97"/>
                    <a:pt x="13" y="98"/>
                  </a:cubicBezTo>
                  <a:cubicBezTo>
                    <a:pt x="11" y="103"/>
                    <a:pt x="10" y="106"/>
                    <a:pt x="7" y="111"/>
                  </a:cubicBezTo>
                  <a:cubicBezTo>
                    <a:pt x="7" y="111"/>
                    <a:pt x="7" y="111"/>
                    <a:pt x="7" y="111"/>
                  </a:cubicBezTo>
                  <a:cubicBezTo>
                    <a:pt x="7" y="111"/>
                    <a:pt x="7" y="111"/>
                    <a:pt x="7" y="111"/>
                  </a:cubicBezTo>
                  <a:cubicBezTo>
                    <a:pt x="6" y="111"/>
                    <a:pt x="6" y="111"/>
                    <a:pt x="6" y="111"/>
                  </a:cubicBezTo>
                  <a:cubicBezTo>
                    <a:pt x="5" y="115"/>
                    <a:pt x="5" y="118"/>
                    <a:pt x="5" y="122"/>
                  </a:cubicBezTo>
                  <a:cubicBezTo>
                    <a:pt x="5" y="122"/>
                    <a:pt x="4" y="124"/>
                    <a:pt x="5" y="124"/>
                  </a:cubicBezTo>
                  <a:cubicBezTo>
                    <a:pt x="5" y="124"/>
                    <a:pt x="6" y="124"/>
                    <a:pt x="6" y="124"/>
                  </a:cubicBezTo>
                  <a:cubicBezTo>
                    <a:pt x="6" y="124"/>
                    <a:pt x="6" y="124"/>
                    <a:pt x="8" y="124"/>
                  </a:cubicBezTo>
                  <a:cubicBezTo>
                    <a:pt x="13" y="124"/>
                    <a:pt x="15" y="134"/>
                    <a:pt x="17" y="138"/>
                  </a:cubicBezTo>
                  <a:cubicBezTo>
                    <a:pt x="20" y="144"/>
                    <a:pt x="20" y="150"/>
                    <a:pt x="23" y="159"/>
                  </a:cubicBezTo>
                  <a:cubicBezTo>
                    <a:pt x="26" y="168"/>
                    <a:pt x="34" y="176"/>
                    <a:pt x="43" y="179"/>
                  </a:cubicBezTo>
                  <a:cubicBezTo>
                    <a:pt x="45" y="180"/>
                    <a:pt x="45" y="182"/>
                    <a:pt x="48" y="182"/>
                  </a:cubicBezTo>
                  <a:cubicBezTo>
                    <a:pt x="49" y="182"/>
                    <a:pt x="49" y="181"/>
                    <a:pt x="50" y="181"/>
                  </a:cubicBezTo>
                  <a:cubicBezTo>
                    <a:pt x="51" y="181"/>
                    <a:pt x="51" y="181"/>
                    <a:pt x="53" y="180"/>
                  </a:cubicBezTo>
                  <a:cubicBezTo>
                    <a:pt x="52" y="177"/>
                    <a:pt x="52" y="176"/>
                    <a:pt x="51" y="172"/>
                  </a:cubicBezTo>
                  <a:cubicBezTo>
                    <a:pt x="50" y="169"/>
                    <a:pt x="46" y="167"/>
                    <a:pt x="46" y="162"/>
                  </a:cubicBezTo>
                  <a:cubicBezTo>
                    <a:pt x="46" y="159"/>
                    <a:pt x="47" y="159"/>
                    <a:pt x="47" y="157"/>
                  </a:cubicBezTo>
                  <a:cubicBezTo>
                    <a:pt x="47" y="142"/>
                    <a:pt x="30" y="141"/>
                    <a:pt x="22" y="133"/>
                  </a:cubicBezTo>
                  <a:cubicBezTo>
                    <a:pt x="20" y="131"/>
                    <a:pt x="20" y="126"/>
                    <a:pt x="19" y="124"/>
                  </a:cubicBezTo>
                  <a:cubicBezTo>
                    <a:pt x="19" y="124"/>
                    <a:pt x="19" y="124"/>
                    <a:pt x="19" y="124"/>
                  </a:cubicBezTo>
                  <a:cubicBezTo>
                    <a:pt x="19" y="116"/>
                    <a:pt x="10" y="119"/>
                    <a:pt x="10" y="110"/>
                  </a:cubicBezTo>
                  <a:cubicBezTo>
                    <a:pt x="10" y="103"/>
                    <a:pt x="18" y="100"/>
                    <a:pt x="18" y="92"/>
                  </a:cubicBezTo>
                  <a:cubicBezTo>
                    <a:pt x="18" y="89"/>
                    <a:pt x="17" y="89"/>
                    <a:pt x="17" y="86"/>
                  </a:cubicBezTo>
                  <a:cubicBezTo>
                    <a:pt x="17" y="85"/>
                    <a:pt x="16" y="83"/>
                    <a:pt x="18" y="83"/>
                  </a:cubicBezTo>
                  <a:cubicBezTo>
                    <a:pt x="22" y="83"/>
                    <a:pt x="25" y="84"/>
                    <a:pt x="26" y="87"/>
                  </a:cubicBezTo>
                  <a:cubicBezTo>
                    <a:pt x="26" y="87"/>
                    <a:pt x="27" y="91"/>
                    <a:pt x="27" y="91"/>
                  </a:cubicBezTo>
                  <a:cubicBezTo>
                    <a:pt x="32" y="92"/>
                    <a:pt x="36" y="92"/>
                    <a:pt x="40" y="96"/>
                  </a:cubicBezTo>
                  <a:cubicBezTo>
                    <a:pt x="43" y="100"/>
                    <a:pt x="40" y="104"/>
                    <a:pt x="46" y="104"/>
                  </a:cubicBezTo>
                  <a:cubicBezTo>
                    <a:pt x="46" y="108"/>
                    <a:pt x="52" y="110"/>
                    <a:pt x="56" y="110"/>
                  </a:cubicBezTo>
                  <a:cubicBezTo>
                    <a:pt x="57" y="111"/>
                    <a:pt x="57" y="113"/>
                    <a:pt x="58" y="114"/>
                  </a:cubicBezTo>
                  <a:cubicBezTo>
                    <a:pt x="57" y="114"/>
                    <a:pt x="57" y="116"/>
                    <a:pt x="57" y="118"/>
                  </a:cubicBezTo>
                  <a:cubicBezTo>
                    <a:pt x="57" y="120"/>
                    <a:pt x="58" y="124"/>
                    <a:pt x="59" y="124"/>
                  </a:cubicBezTo>
                  <a:cubicBezTo>
                    <a:pt x="61" y="124"/>
                    <a:pt x="66" y="119"/>
                    <a:pt x="66" y="116"/>
                  </a:cubicBezTo>
                  <a:cubicBezTo>
                    <a:pt x="66" y="116"/>
                    <a:pt x="66" y="115"/>
                    <a:pt x="66" y="113"/>
                  </a:cubicBezTo>
                  <a:cubicBezTo>
                    <a:pt x="66" y="114"/>
                    <a:pt x="66" y="116"/>
                    <a:pt x="67" y="116"/>
                  </a:cubicBezTo>
                  <a:cubicBezTo>
                    <a:pt x="71" y="116"/>
                    <a:pt x="70" y="111"/>
                    <a:pt x="73" y="110"/>
                  </a:cubicBezTo>
                  <a:cubicBezTo>
                    <a:pt x="81" y="106"/>
                    <a:pt x="82" y="103"/>
                    <a:pt x="91" y="101"/>
                  </a:cubicBezTo>
                  <a:cubicBezTo>
                    <a:pt x="91" y="95"/>
                    <a:pt x="94" y="93"/>
                    <a:pt x="94" y="86"/>
                  </a:cubicBezTo>
                  <a:cubicBezTo>
                    <a:pt x="94" y="77"/>
                    <a:pt x="90" y="64"/>
                    <a:pt x="83" y="60"/>
                  </a:cubicBezTo>
                  <a:cubicBezTo>
                    <a:pt x="76" y="55"/>
                    <a:pt x="73" y="48"/>
                    <a:pt x="66" y="41"/>
                  </a:cubicBezTo>
                  <a:cubicBezTo>
                    <a:pt x="65" y="40"/>
                    <a:pt x="64" y="40"/>
                    <a:pt x="64" y="37"/>
                  </a:cubicBezTo>
                  <a:cubicBezTo>
                    <a:pt x="64" y="25"/>
                    <a:pt x="78" y="23"/>
                    <a:pt x="83" y="14"/>
                  </a:cubicBezTo>
                  <a:cubicBezTo>
                    <a:pt x="79" y="13"/>
                    <a:pt x="73" y="10"/>
                    <a:pt x="73" y="3"/>
                  </a:cubicBezTo>
                  <a:cubicBezTo>
                    <a:pt x="69" y="3"/>
                    <a:pt x="66"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 name="Freeform 55"/>
            <p:cNvSpPr>
              <a:spLocks/>
            </p:cNvSpPr>
            <p:nvPr/>
          </p:nvSpPr>
          <p:spPr bwMode="auto">
            <a:xfrm>
              <a:off x="9294813" y="4248150"/>
              <a:ext cx="49213" cy="44450"/>
            </a:xfrm>
            <a:custGeom>
              <a:avLst/>
              <a:gdLst>
                <a:gd name="T0" fmla="*/ 6 w 13"/>
                <a:gd name="T1" fmla="*/ 0 h 12"/>
                <a:gd name="T2" fmla="*/ 0 w 13"/>
                <a:gd name="T3" fmla="*/ 4 h 12"/>
                <a:gd name="T4" fmla="*/ 5 w 13"/>
                <a:gd name="T5" fmla="*/ 7 h 12"/>
                <a:gd name="T6" fmla="*/ 7 w 13"/>
                <a:gd name="T7" fmla="*/ 11 h 12"/>
                <a:gd name="T8" fmla="*/ 11 w 13"/>
                <a:gd name="T9" fmla="*/ 12 h 12"/>
                <a:gd name="T10" fmla="*/ 13 w 13"/>
                <a:gd name="T11" fmla="*/ 12 h 12"/>
                <a:gd name="T12" fmla="*/ 13 w 13"/>
                <a:gd name="T13" fmla="*/ 10 h 12"/>
                <a:gd name="T14" fmla="*/ 6 w 13"/>
                <a:gd name="T15" fmla="*/ 0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2">
                  <a:moveTo>
                    <a:pt x="6" y="0"/>
                  </a:moveTo>
                  <a:cubicBezTo>
                    <a:pt x="4" y="0"/>
                    <a:pt x="0" y="2"/>
                    <a:pt x="0" y="4"/>
                  </a:cubicBezTo>
                  <a:cubicBezTo>
                    <a:pt x="0" y="6"/>
                    <a:pt x="4" y="4"/>
                    <a:pt x="5" y="7"/>
                  </a:cubicBezTo>
                  <a:cubicBezTo>
                    <a:pt x="6" y="8"/>
                    <a:pt x="7" y="11"/>
                    <a:pt x="7" y="11"/>
                  </a:cubicBezTo>
                  <a:cubicBezTo>
                    <a:pt x="8" y="11"/>
                    <a:pt x="9" y="12"/>
                    <a:pt x="11" y="12"/>
                  </a:cubicBezTo>
                  <a:cubicBezTo>
                    <a:pt x="12" y="12"/>
                    <a:pt x="12" y="12"/>
                    <a:pt x="13" y="12"/>
                  </a:cubicBezTo>
                  <a:cubicBezTo>
                    <a:pt x="13" y="12"/>
                    <a:pt x="13" y="10"/>
                    <a:pt x="13" y="10"/>
                  </a:cubicBezTo>
                  <a:cubicBezTo>
                    <a:pt x="9" y="10"/>
                    <a:pt x="7" y="4"/>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 name="Freeform 56"/>
            <p:cNvSpPr>
              <a:spLocks/>
            </p:cNvSpPr>
            <p:nvPr/>
          </p:nvSpPr>
          <p:spPr bwMode="auto">
            <a:xfrm>
              <a:off x="9371013" y="4281488"/>
              <a:ext cx="17463" cy="19050"/>
            </a:xfrm>
            <a:custGeom>
              <a:avLst/>
              <a:gdLst>
                <a:gd name="T0" fmla="*/ 3 w 5"/>
                <a:gd name="T1" fmla="*/ 0 h 5"/>
                <a:gd name="T2" fmla="*/ 0 w 5"/>
                <a:gd name="T3" fmla="*/ 0 h 5"/>
                <a:gd name="T4" fmla="*/ 0 w 5"/>
                <a:gd name="T5" fmla="*/ 2 h 5"/>
                <a:gd name="T6" fmla="*/ 2 w 5"/>
                <a:gd name="T7" fmla="*/ 5 h 5"/>
                <a:gd name="T8" fmla="*/ 5 w 5"/>
                <a:gd name="T9" fmla="*/ 2 h 5"/>
                <a:gd name="T10" fmla="*/ 3 w 5"/>
                <a:gd name="T11" fmla="*/ 0 h 5"/>
              </a:gdLst>
              <a:ahLst/>
              <a:cxnLst>
                <a:cxn ang="0">
                  <a:pos x="T0" y="T1"/>
                </a:cxn>
                <a:cxn ang="0">
                  <a:pos x="T2" y="T3"/>
                </a:cxn>
                <a:cxn ang="0">
                  <a:pos x="T4" y="T5"/>
                </a:cxn>
                <a:cxn ang="0">
                  <a:pos x="T6" y="T7"/>
                </a:cxn>
                <a:cxn ang="0">
                  <a:pos x="T8" y="T9"/>
                </a:cxn>
                <a:cxn ang="0">
                  <a:pos x="T10" y="T11"/>
                </a:cxn>
              </a:cxnLst>
              <a:rect l="0" t="0" r="r" b="b"/>
              <a:pathLst>
                <a:path w="5" h="5">
                  <a:moveTo>
                    <a:pt x="3" y="0"/>
                  </a:moveTo>
                  <a:cubicBezTo>
                    <a:pt x="2" y="0"/>
                    <a:pt x="1" y="0"/>
                    <a:pt x="0" y="0"/>
                  </a:cubicBezTo>
                  <a:cubicBezTo>
                    <a:pt x="0" y="2"/>
                    <a:pt x="0" y="2"/>
                    <a:pt x="0" y="2"/>
                  </a:cubicBezTo>
                  <a:cubicBezTo>
                    <a:pt x="0" y="3"/>
                    <a:pt x="1" y="5"/>
                    <a:pt x="2" y="5"/>
                  </a:cubicBezTo>
                  <a:cubicBezTo>
                    <a:pt x="4" y="5"/>
                    <a:pt x="5" y="3"/>
                    <a:pt x="5" y="2"/>
                  </a:cubicBezTo>
                  <a:cubicBezTo>
                    <a:pt x="5" y="1"/>
                    <a:pt x="4"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 name="Freeform 57"/>
            <p:cNvSpPr>
              <a:spLocks/>
            </p:cNvSpPr>
            <p:nvPr/>
          </p:nvSpPr>
          <p:spPr bwMode="auto">
            <a:xfrm>
              <a:off x="9099550" y="4237038"/>
              <a:ext cx="19050" cy="30163"/>
            </a:xfrm>
            <a:custGeom>
              <a:avLst/>
              <a:gdLst>
                <a:gd name="T0" fmla="*/ 2 w 5"/>
                <a:gd name="T1" fmla="*/ 0 h 8"/>
                <a:gd name="T2" fmla="*/ 1 w 5"/>
                <a:gd name="T3" fmla="*/ 0 h 8"/>
                <a:gd name="T4" fmla="*/ 1 w 5"/>
                <a:gd name="T5" fmla="*/ 0 h 8"/>
                <a:gd name="T6" fmla="*/ 0 w 5"/>
                <a:gd name="T7" fmla="*/ 0 h 8"/>
                <a:gd name="T8" fmla="*/ 0 w 5"/>
                <a:gd name="T9" fmla="*/ 1 h 8"/>
                <a:gd name="T10" fmla="*/ 5 w 5"/>
                <a:gd name="T11" fmla="*/ 8 h 8"/>
                <a:gd name="T12" fmla="*/ 2 w 5"/>
                <a:gd name="T13" fmla="*/ 1 h 8"/>
                <a:gd name="T14" fmla="*/ 2 w 5"/>
                <a:gd name="T15" fmla="*/ 0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8">
                  <a:moveTo>
                    <a:pt x="2" y="0"/>
                  </a:moveTo>
                  <a:cubicBezTo>
                    <a:pt x="1" y="0"/>
                    <a:pt x="1" y="0"/>
                    <a:pt x="1" y="0"/>
                  </a:cubicBezTo>
                  <a:cubicBezTo>
                    <a:pt x="1" y="0"/>
                    <a:pt x="1" y="0"/>
                    <a:pt x="1" y="0"/>
                  </a:cubicBezTo>
                  <a:cubicBezTo>
                    <a:pt x="0" y="0"/>
                    <a:pt x="0" y="0"/>
                    <a:pt x="0" y="0"/>
                  </a:cubicBezTo>
                  <a:cubicBezTo>
                    <a:pt x="0" y="1"/>
                    <a:pt x="0" y="1"/>
                    <a:pt x="0" y="1"/>
                  </a:cubicBezTo>
                  <a:cubicBezTo>
                    <a:pt x="0" y="3"/>
                    <a:pt x="4" y="7"/>
                    <a:pt x="5" y="8"/>
                  </a:cubicBezTo>
                  <a:cubicBezTo>
                    <a:pt x="5" y="5"/>
                    <a:pt x="4" y="3"/>
                    <a:pt x="2" y="1"/>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 name="Freeform 58"/>
            <p:cNvSpPr>
              <a:spLocks/>
            </p:cNvSpPr>
            <p:nvPr/>
          </p:nvSpPr>
          <p:spPr bwMode="auto">
            <a:xfrm>
              <a:off x="9063038" y="4168775"/>
              <a:ext cx="25400" cy="26988"/>
            </a:xfrm>
            <a:custGeom>
              <a:avLst/>
              <a:gdLst>
                <a:gd name="T0" fmla="*/ 1 w 7"/>
                <a:gd name="T1" fmla="*/ 0 h 7"/>
                <a:gd name="T2" fmla="*/ 0 w 7"/>
                <a:gd name="T3" fmla="*/ 1 h 7"/>
                <a:gd name="T4" fmla="*/ 0 w 7"/>
                <a:gd name="T5" fmla="*/ 1 h 7"/>
                <a:gd name="T6" fmla="*/ 5 w 7"/>
                <a:gd name="T7" fmla="*/ 7 h 7"/>
                <a:gd name="T8" fmla="*/ 1 w 7"/>
                <a:gd name="T9" fmla="*/ 0 h 7"/>
              </a:gdLst>
              <a:ahLst/>
              <a:cxnLst>
                <a:cxn ang="0">
                  <a:pos x="T0" y="T1"/>
                </a:cxn>
                <a:cxn ang="0">
                  <a:pos x="T2" y="T3"/>
                </a:cxn>
                <a:cxn ang="0">
                  <a:pos x="T4" y="T5"/>
                </a:cxn>
                <a:cxn ang="0">
                  <a:pos x="T6" y="T7"/>
                </a:cxn>
                <a:cxn ang="0">
                  <a:pos x="T8" y="T9"/>
                </a:cxn>
              </a:cxnLst>
              <a:rect l="0" t="0" r="r" b="b"/>
              <a:pathLst>
                <a:path w="7" h="7">
                  <a:moveTo>
                    <a:pt x="1" y="0"/>
                  </a:moveTo>
                  <a:cubicBezTo>
                    <a:pt x="0" y="1"/>
                    <a:pt x="0" y="1"/>
                    <a:pt x="0" y="1"/>
                  </a:cubicBezTo>
                  <a:cubicBezTo>
                    <a:pt x="0" y="1"/>
                    <a:pt x="0" y="1"/>
                    <a:pt x="0" y="1"/>
                  </a:cubicBezTo>
                  <a:cubicBezTo>
                    <a:pt x="0" y="3"/>
                    <a:pt x="4" y="7"/>
                    <a:pt x="5" y="7"/>
                  </a:cubicBezTo>
                  <a:cubicBezTo>
                    <a:pt x="7" y="7"/>
                    <a:pt x="3"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 name="Freeform 59"/>
            <p:cNvSpPr>
              <a:spLocks/>
            </p:cNvSpPr>
            <p:nvPr/>
          </p:nvSpPr>
          <p:spPr bwMode="auto">
            <a:xfrm>
              <a:off x="10034588" y="3128963"/>
              <a:ext cx="71438" cy="88900"/>
            </a:xfrm>
            <a:custGeom>
              <a:avLst/>
              <a:gdLst>
                <a:gd name="T0" fmla="*/ 9 w 19"/>
                <a:gd name="T1" fmla="*/ 0 h 24"/>
                <a:gd name="T2" fmla="*/ 0 w 19"/>
                <a:gd name="T3" fmla="*/ 7 h 24"/>
                <a:gd name="T4" fmla="*/ 3 w 19"/>
                <a:gd name="T5" fmla="*/ 10 h 24"/>
                <a:gd name="T6" fmla="*/ 7 w 19"/>
                <a:gd name="T7" fmla="*/ 9 h 24"/>
                <a:gd name="T8" fmla="*/ 7 w 19"/>
                <a:gd name="T9" fmla="*/ 6 h 24"/>
                <a:gd name="T10" fmla="*/ 9 w 19"/>
                <a:gd name="T11" fmla="*/ 10 h 24"/>
                <a:gd name="T12" fmla="*/ 8 w 19"/>
                <a:gd name="T13" fmla="*/ 14 h 24"/>
                <a:gd name="T14" fmla="*/ 5 w 19"/>
                <a:gd name="T15" fmla="*/ 19 h 24"/>
                <a:gd name="T16" fmla="*/ 9 w 19"/>
                <a:gd name="T17" fmla="*/ 23 h 24"/>
                <a:gd name="T18" fmla="*/ 9 w 19"/>
                <a:gd name="T19" fmla="*/ 21 h 24"/>
                <a:gd name="T20" fmla="*/ 10 w 19"/>
                <a:gd name="T21" fmla="*/ 24 h 24"/>
                <a:gd name="T22" fmla="*/ 17 w 19"/>
                <a:gd name="T23" fmla="*/ 10 h 24"/>
                <a:gd name="T24" fmla="*/ 18 w 19"/>
                <a:gd name="T25" fmla="*/ 10 h 24"/>
                <a:gd name="T26" fmla="*/ 19 w 19"/>
                <a:gd name="T27" fmla="*/ 10 h 24"/>
                <a:gd name="T28" fmla="*/ 19 w 19"/>
                <a:gd name="T29" fmla="*/ 7 h 24"/>
                <a:gd name="T30" fmla="*/ 17 w 19"/>
                <a:gd name="T31" fmla="*/ 5 h 24"/>
                <a:gd name="T32" fmla="*/ 16 w 19"/>
                <a:gd name="T33" fmla="*/ 2 h 24"/>
                <a:gd name="T34" fmla="*/ 9 w 19"/>
                <a:gd name="T3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24">
                  <a:moveTo>
                    <a:pt x="9" y="0"/>
                  </a:moveTo>
                  <a:cubicBezTo>
                    <a:pt x="8" y="0"/>
                    <a:pt x="0" y="5"/>
                    <a:pt x="0" y="7"/>
                  </a:cubicBezTo>
                  <a:cubicBezTo>
                    <a:pt x="0" y="8"/>
                    <a:pt x="2" y="10"/>
                    <a:pt x="3" y="10"/>
                  </a:cubicBezTo>
                  <a:cubicBezTo>
                    <a:pt x="4" y="10"/>
                    <a:pt x="5" y="9"/>
                    <a:pt x="7" y="9"/>
                  </a:cubicBezTo>
                  <a:cubicBezTo>
                    <a:pt x="6" y="8"/>
                    <a:pt x="7" y="7"/>
                    <a:pt x="7" y="6"/>
                  </a:cubicBezTo>
                  <a:cubicBezTo>
                    <a:pt x="7" y="8"/>
                    <a:pt x="7" y="9"/>
                    <a:pt x="9" y="10"/>
                  </a:cubicBezTo>
                  <a:cubicBezTo>
                    <a:pt x="8" y="14"/>
                    <a:pt x="8" y="14"/>
                    <a:pt x="8" y="14"/>
                  </a:cubicBezTo>
                  <a:cubicBezTo>
                    <a:pt x="8" y="14"/>
                    <a:pt x="5" y="18"/>
                    <a:pt x="5" y="19"/>
                  </a:cubicBezTo>
                  <a:cubicBezTo>
                    <a:pt x="5" y="20"/>
                    <a:pt x="7" y="23"/>
                    <a:pt x="9" y="23"/>
                  </a:cubicBezTo>
                  <a:cubicBezTo>
                    <a:pt x="9" y="21"/>
                    <a:pt x="9" y="21"/>
                    <a:pt x="9" y="21"/>
                  </a:cubicBezTo>
                  <a:cubicBezTo>
                    <a:pt x="9" y="22"/>
                    <a:pt x="9" y="24"/>
                    <a:pt x="10" y="24"/>
                  </a:cubicBezTo>
                  <a:cubicBezTo>
                    <a:pt x="14" y="24"/>
                    <a:pt x="16" y="15"/>
                    <a:pt x="17" y="10"/>
                  </a:cubicBezTo>
                  <a:cubicBezTo>
                    <a:pt x="17" y="10"/>
                    <a:pt x="17" y="10"/>
                    <a:pt x="18" y="10"/>
                  </a:cubicBezTo>
                  <a:cubicBezTo>
                    <a:pt x="18" y="10"/>
                    <a:pt x="19" y="10"/>
                    <a:pt x="19" y="10"/>
                  </a:cubicBezTo>
                  <a:cubicBezTo>
                    <a:pt x="19" y="9"/>
                    <a:pt x="19" y="8"/>
                    <a:pt x="19" y="7"/>
                  </a:cubicBezTo>
                  <a:cubicBezTo>
                    <a:pt x="17" y="5"/>
                    <a:pt x="17" y="5"/>
                    <a:pt x="17" y="5"/>
                  </a:cubicBezTo>
                  <a:cubicBezTo>
                    <a:pt x="16" y="5"/>
                    <a:pt x="16" y="3"/>
                    <a:pt x="16" y="2"/>
                  </a:cubicBezTo>
                  <a:cubicBezTo>
                    <a:pt x="13" y="2"/>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 name="Freeform 60"/>
            <p:cNvSpPr>
              <a:spLocks/>
            </p:cNvSpPr>
            <p:nvPr/>
          </p:nvSpPr>
          <p:spPr bwMode="auto">
            <a:xfrm>
              <a:off x="10117138" y="3105150"/>
              <a:ext cx="82550" cy="57150"/>
            </a:xfrm>
            <a:custGeom>
              <a:avLst/>
              <a:gdLst>
                <a:gd name="T0" fmla="*/ 16 w 22"/>
                <a:gd name="T1" fmla="*/ 0 h 15"/>
                <a:gd name="T2" fmla="*/ 8 w 22"/>
                <a:gd name="T3" fmla="*/ 4 h 15"/>
                <a:gd name="T4" fmla="*/ 6 w 22"/>
                <a:gd name="T5" fmla="*/ 4 h 15"/>
                <a:gd name="T6" fmla="*/ 0 w 22"/>
                <a:gd name="T7" fmla="*/ 8 h 15"/>
                <a:gd name="T8" fmla="*/ 3 w 22"/>
                <a:gd name="T9" fmla="*/ 11 h 15"/>
                <a:gd name="T10" fmla="*/ 4 w 22"/>
                <a:gd name="T11" fmla="*/ 15 h 15"/>
                <a:gd name="T12" fmla="*/ 11 w 22"/>
                <a:gd name="T13" fmla="*/ 8 h 15"/>
                <a:gd name="T14" fmla="*/ 16 w 22"/>
                <a:gd name="T15" fmla="*/ 10 h 15"/>
                <a:gd name="T16" fmla="*/ 16 w 2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15">
                  <a:moveTo>
                    <a:pt x="16" y="0"/>
                  </a:moveTo>
                  <a:cubicBezTo>
                    <a:pt x="12" y="0"/>
                    <a:pt x="11" y="4"/>
                    <a:pt x="8" y="4"/>
                  </a:cubicBezTo>
                  <a:cubicBezTo>
                    <a:pt x="7" y="4"/>
                    <a:pt x="6" y="4"/>
                    <a:pt x="6" y="4"/>
                  </a:cubicBezTo>
                  <a:cubicBezTo>
                    <a:pt x="0" y="8"/>
                    <a:pt x="0" y="8"/>
                    <a:pt x="0" y="8"/>
                  </a:cubicBezTo>
                  <a:cubicBezTo>
                    <a:pt x="0" y="9"/>
                    <a:pt x="1" y="10"/>
                    <a:pt x="3" y="11"/>
                  </a:cubicBezTo>
                  <a:cubicBezTo>
                    <a:pt x="2" y="12"/>
                    <a:pt x="3" y="15"/>
                    <a:pt x="4" y="15"/>
                  </a:cubicBezTo>
                  <a:cubicBezTo>
                    <a:pt x="8" y="15"/>
                    <a:pt x="9" y="11"/>
                    <a:pt x="11" y="8"/>
                  </a:cubicBezTo>
                  <a:cubicBezTo>
                    <a:pt x="12" y="8"/>
                    <a:pt x="13" y="10"/>
                    <a:pt x="16" y="10"/>
                  </a:cubicBezTo>
                  <a:cubicBezTo>
                    <a:pt x="18" y="10"/>
                    <a:pt x="22" y="0"/>
                    <a:pt x="1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 name="Freeform 61"/>
            <p:cNvSpPr>
              <a:spLocks/>
            </p:cNvSpPr>
            <p:nvPr/>
          </p:nvSpPr>
          <p:spPr bwMode="auto">
            <a:xfrm>
              <a:off x="10075863" y="2862263"/>
              <a:ext cx="338138" cy="277813"/>
            </a:xfrm>
            <a:custGeom>
              <a:avLst/>
              <a:gdLst>
                <a:gd name="T0" fmla="*/ 83 w 90"/>
                <a:gd name="T1" fmla="*/ 0 h 74"/>
                <a:gd name="T2" fmla="*/ 83 w 90"/>
                <a:gd name="T3" fmla="*/ 3 h 74"/>
                <a:gd name="T4" fmla="*/ 84 w 90"/>
                <a:gd name="T5" fmla="*/ 3 h 74"/>
                <a:gd name="T6" fmla="*/ 82 w 90"/>
                <a:gd name="T7" fmla="*/ 4 h 74"/>
                <a:gd name="T8" fmla="*/ 80 w 90"/>
                <a:gd name="T9" fmla="*/ 2 h 74"/>
                <a:gd name="T10" fmla="*/ 74 w 90"/>
                <a:gd name="T11" fmla="*/ 13 h 74"/>
                <a:gd name="T12" fmla="*/ 75 w 90"/>
                <a:gd name="T13" fmla="*/ 16 h 74"/>
                <a:gd name="T14" fmla="*/ 59 w 90"/>
                <a:gd name="T15" fmla="*/ 39 h 74"/>
                <a:gd name="T16" fmla="*/ 51 w 90"/>
                <a:gd name="T17" fmla="*/ 43 h 74"/>
                <a:gd name="T18" fmla="*/ 50 w 90"/>
                <a:gd name="T19" fmla="*/ 42 h 74"/>
                <a:gd name="T20" fmla="*/ 51 w 90"/>
                <a:gd name="T21" fmla="*/ 38 h 74"/>
                <a:gd name="T22" fmla="*/ 46 w 90"/>
                <a:gd name="T23" fmla="*/ 46 h 74"/>
                <a:gd name="T24" fmla="*/ 37 w 90"/>
                <a:gd name="T25" fmla="*/ 54 h 74"/>
                <a:gd name="T26" fmla="*/ 19 w 90"/>
                <a:gd name="T27" fmla="*/ 54 h 74"/>
                <a:gd name="T28" fmla="*/ 3 w 90"/>
                <a:gd name="T29" fmla="*/ 65 h 74"/>
                <a:gd name="T30" fmla="*/ 0 w 90"/>
                <a:gd name="T31" fmla="*/ 67 h 74"/>
                <a:gd name="T32" fmla="*/ 4 w 90"/>
                <a:gd name="T33" fmla="*/ 69 h 74"/>
                <a:gd name="T34" fmla="*/ 19 w 90"/>
                <a:gd name="T35" fmla="*/ 65 h 74"/>
                <a:gd name="T36" fmla="*/ 21 w 90"/>
                <a:gd name="T37" fmla="*/ 64 h 74"/>
                <a:gd name="T38" fmla="*/ 22 w 90"/>
                <a:gd name="T39" fmla="*/ 64 h 74"/>
                <a:gd name="T40" fmla="*/ 23 w 90"/>
                <a:gd name="T41" fmla="*/ 64 h 74"/>
                <a:gd name="T42" fmla="*/ 25 w 90"/>
                <a:gd name="T43" fmla="*/ 64 h 74"/>
                <a:gd name="T44" fmla="*/ 28 w 90"/>
                <a:gd name="T45" fmla="*/ 61 h 74"/>
                <a:gd name="T46" fmla="*/ 36 w 90"/>
                <a:gd name="T47" fmla="*/ 64 h 74"/>
                <a:gd name="T48" fmla="*/ 35 w 90"/>
                <a:gd name="T49" fmla="*/ 69 h 74"/>
                <a:gd name="T50" fmla="*/ 35 w 90"/>
                <a:gd name="T51" fmla="*/ 71 h 74"/>
                <a:gd name="T52" fmla="*/ 39 w 90"/>
                <a:gd name="T53" fmla="*/ 74 h 74"/>
                <a:gd name="T54" fmla="*/ 46 w 90"/>
                <a:gd name="T55" fmla="*/ 67 h 74"/>
                <a:gd name="T56" fmla="*/ 49 w 90"/>
                <a:gd name="T57" fmla="*/ 66 h 74"/>
                <a:gd name="T58" fmla="*/ 46 w 90"/>
                <a:gd name="T59" fmla="*/ 62 h 74"/>
                <a:gd name="T60" fmla="*/ 48 w 90"/>
                <a:gd name="T61" fmla="*/ 59 h 74"/>
                <a:gd name="T62" fmla="*/ 56 w 90"/>
                <a:gd name="T63" fmla="*/ 64 h 74"/>
                <a:gd name="T64" fmla="*/ 62 w 90"/>
                <a:gd name="T65" fmla="*/ 61 h 74"/>
                <a:gd name="T66" fmla="*/ 65 w 90"/>
                <a:gd name="T67" fmla="*/ 61 h 74"/>
                <a:gd name="T68" fmla="*/ 66 w 90"/>
                <a:gd name="T69" fmla="*/ 62 h 74"/>
                <a:gd name="T70" fmla="*/ 74 w 90"/>
                <a:gd name="T71" fmla="*/ 55 h 74"/>
                <a:gd name="T72" fmla="*/ 73 w 90"/>
                <a:gd name="T73" fmla="*/ 60 h 74"/>
                <a:gd name="T74" fmla="*/ 80 w 90"/>
                <a:gd name="T75" fmla="*/ 54 h 74"/>
                <a:gd name="T76" fmla="*/ 79 w 90"/>
                <a:gd name="T77" fmla="*/ 49 h 74"/>
                <a:gd name="T78" fmla="*/ 82 w 90"/>
                <a:gd name="T79" fmla="*/ 41 h 74"/>
                <a:gd name="T80" fmla="*/ 84 w 90"/>
                <a:gd name="T81" fmla="*/ 28 h 74"/>
                <a:gd name="T82" fmla="*/ 85 w 90"/>
                <a:gd name="T83" fmla="*/ 28 h 74"/>
                <a:gd name="T84" fmla="*/ 85 w 90"/>
                <a:gd name="T85" fmla="*/ 28 h 74"/>
                <a:gd name="T86" fmla="*/ 85 w 90"/>
                <a:gd name="T87" fmla="*/ 28 h 74"/>
                <a:gd name="T88" fmla="*/ 87 w 90"/>
                <a:gd name="T89" fmla="*/ 28 h 74"/>
                <a:gd name="T90" fmla="*/ 87 w 90"/>
                <a:gd name="T91" fmla="*/ 26 h 74"/>
                <a:gd name="T92" fmla="*/ 90 w 90"/>
                <a:gd name="T93" fmla="*/ 17 h 74"/>
                <a:gd name="T94" fmla="*/ 87 w 90"/>
                <a:gd name="T95" fmla="*/ 7 h 74"/>
                <a:gd name="T96" fmla="*/ 86 w 90"/>
                <a:gd name="T97" fmla="*/ 1 h 74"/>
                <a:gd name="T98" fmla="*/ 83 w 90"/>
                <a:gd name="T99"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0" h="74">
                  <a:moveTo>
                    <a:pt x="83" y="0"/>
                  </a:moveTo>
                  <a:cubicBezTo>
                    <a:pt x="82" y="0"/>
                    <a:pt x="82" y="3"/>
                    <a:pt x="83" y="3"/>
                  </a:cubicBezTo>
                  <a:cubicBezTo>
                    <a:pt x="84" y="3"/>
                    <a:pt x="84" y="3"/>
                    <a:pt x="84" y="3"/>
                  </a:cubicBezTo>
                  <a:cubicBezTo>
                    <a:pt x="83" y="4"/>
                    <a:pt x="82" y="4"/>
                    <a:pt x="82" y="4"/>
                  </a:cubicBezTo>
                  <a:cubicBezTo>
                    <a:pt x="81" y="4"/>
                    <a:pt x="81" y="2"/>
                    <a:pt x="80" y="2"/>
                  </a:cubicBezTo>
                  <a:cubicBezTo>
                    <a:pt x="77" y="2"/>
                    <a:pt x="74" y="9"/>
                    <a:pt x="74" y="13"/>
                  </a:cubicBezTo>
                  <a:cubicBezTo>
                    <a:pt x="74" y="14"/>
                    <a:pt x="75" y="14"/>
                    <a:pt x="75" y="16"/>
                  </a:cubicBezTo>
                  <a:cubicBezTo>
                    <a:pt x="75" y="25"/>
                    <a:pt x="65" y="37"/>
                    <a:pt x="59" y="39"/>
                  </a:cubicBezTo>
                  <a:cubicBezTo>
                    <a:pt x="56" y="40"/>
                    <a:pt x="55" y="43"/>
                    <a:pt x="51" y="43"/>
                  </a:cubicBezTo>
                  <a:cubicBezTo>
                    <a:pt x="50" y="43"/>
                    <a:pt x="50" y="42"/>
                    <a:pt x="50" y="42"/>
                  </a:cubicBezTo>
                  <a:cubicBezTo>
                    <a:pt x="50" y="40"/>
                    <a:pt x="50" y="39"/>
                    <a:pt x="51" y="38"/>
                  </a:cubicBezTo>
                  <a:cubicBezTo>
                    <a:pt x="50" y="39"/>
                    <a:pt x="46" y="46"/>
                    <a:pt x="46" y="46"/>
                  </a:cubicBezTo>
                  <a:cubicBezTo>
                    <a:pt x="44" y="46"/>
                    <a:pt x="42" y="54"/>
                    <a:pt x="37" y="54"/>
                  </a:cubicBezTo>
                  <a:cubicBezTo>
                    <a:pt x="30" y="54"/>
                    <a:pt x="28" y="54"/>
                    <a:pt x="19" y="54"/>
                  </a:cubicBezTo>
                  <a:cubicBezTo>
                    <a:pt x="12" y="54"/>
                    <a:pt x="9" y="61"/>
                    <a:pt x="3" y="65"/>
                  </a:cubicBezTo>
                  <a:cubicBezTo>
                    <a:pt x="2" y="66"/>
                    <a:pt x="0" y="67"/>
                    <a:pt x="0" y="67"/>
                  </a:cubicBezTo>
                  <a:cubicBezTo>
                    <a:pt x="0" y="69"/>
                    <a:pt x="2" y="69"/>
                    <a:pt x="4" y="69"/>
                  </a:cubicBezTo>
                  <a:cubicBezTo>
                    <a:pt x="10" y="69"/>
                    <a:pt x="15" y="66"/>
                    <a:pt x="19" y="65"/>
                  </a:cubicBezTo>
                  <a:cubicBezTo>
                    <a:pt x="19" y="64"/>
                    <a:pt x="20" y="64"/>
                    <a:pt x="21" y="64"/>
                  </a:cubicBezTo>
                  <a:cubicBezTo>
                    <a:pt x="21" y="64"/>
                    <a:pt x="21" y="64"/>
                    <a:pt x="22" y="64"/>
                  </a:cubicBezTo>
                  <a:cubicBezTo>
                    <a:pt x="22" y="64"/>
                    <a:pt x="22" y="64"/>
                    <a:pt x="23" y="64"/>
                  </a:cubicBezTo>
                  <a:cubicBezTo>
                    <a:pt x="23" y="64"/>
                    <a:pt x="24" y="64"/>
                    <a:pt x="25" y="64"/>
                  </a:cubicBezTo>
                  <a:cubicBezTo>
                    <a:pt x="26" y="63"/>
                    <a:pt x="26" y="61"/>
                    <a:pt x="28" y="61"/>
                  </a:cubicBezTo>
                  <a:cubicBezTo>
                    <a:pt x="31" y="61"/>
                    <a:pt x="33" y="63"/>
                    <a:pt x="36" y="64"/>
                  </a:cubicBezTo>
                  <a:cubicBezTo>
                    <a:pt x="36" y="65"/>
                    <a:pt x="35" y="67"/>
                    <a:pt x="35" y="69"/>
                  </a:cubicBezTo>
                  <a:cubicBezTo>
                    <a:pt x="35" y="70"/>
                    <a:pt x="34" y="71"/>
                    <a:pt x="35" y="71"/>
                  </a:cubicBezTo>
                  <a:cubicBezTo>
                    <a:pt x="37" y="71"/>
                    <a:pt x="37" y="73"/>
                    <a:pt x="39" y="74"/>
                  </a:cubicBezTo>
                  <a:cubicBezTo>
                    <a:pt x="41" y="71"/>
                    <a:pt x="44" y="67"/>
                    <a:pt x="46" y="67"/>
                  </a:cubicBezTo>
                  <a:cubicBezTo>
                    <a:pt x="47" y="67"/>
                    <a:pt x="48" y="67"/>
                    <a:pt x="49" y="66"/>
                  </a:cubicBezTo>
                  <a:cubicBezTo>
                    <a:pt x="49" y="66"/>
                    <a:pt x="46" y="63"/>
                    <a:pt x="46" y="62"/>
                  </a:cubicBezTo>
                  <a:cubicBezTo>
                    <a:pt x="46" y="61"/>
                    <a:pt x="47" y="59"/>
                    <a:pt x="48" y="59"/>
                  </a:cubicBezTo>
                  <a:cubicBezTo>
                    <a:pt x="50" y="59"/>
                    <a:pt x="50" y="64"/>
                    <a:pt x="56" y="64"/>
                  </a:cubicBezTo>
                  <a:cubicBezTo>
                    <a:pt x="58" y="64"/>
                    <a:pt x="60" y="63"/>
                    <a:pt x="62" y="61"/>
                  </a:cubicBezTo>
                  <a:cubicBezTo>
                    <a:pt x="65" y="61"/>
                    <a:pt x="65" y="61"/>
                    <a:pt x="65" y="61"/>
                  </a:cubicBezTo>
                  <a:cubicBezTo>
                    <a:pt x="65" y="61"/>
                    <a:pt x="65" y="62"/>
                    <a:pt x="66" y="62"/>
                  </a:cubicBezTo>
                  <a:cubicBezTo>
                    <a:pt x="67" y="58"/>
                    <a:pt x="70" y="58"/>
                    <a:pt x="74" y="55"/>
                  </a:cubicBezTo>
                  <a:cubicBezTo>
                    <a:pt x="73" y="57"/>
                    <a:pt x="72" y="58"/>
                    <a:pt x="73" y="60"/>
                  </a:cubicBezTo>
                  <a:cubicBezTo>
                    <a:pt x="77" y="59"/>
                    <a:pt x="77" y="56"/>
                    <a:pt x="80" y="54"/>
                  </a:cubicBezTo>
                  <a:cubicBezTo>
                    <a:pt x="80" y="53"/>
                    <a:pt x="79" y="51"/>
                    <a:pt x="79" y="49"/>
                  </a:cubicBezTo>
                  <a:cubicBezTo>
                    <a:pt x="79" y="45"/>
                    <a:pt x="82" y="44"/>
                    <a:pt x="82" y="41"/>
                  </a:cubicBezTo>
                  <a:cubicBezTo>
                    <a:pt x="82" y="38"/>
                    <a:pt x="81" y="29"/>
                    <a:pt x="84" y="28"/>
                  </a:cubicBezTo>
                  <a:cubicBezTo>
                    <a:pt x="84" y="28"/>
                    <a:pt x="84" y="28"/>
                    <a:pt x="85" y="28"/>
                  </a:cubicBezTo>
                  <a:cubicBezTo>
                    <a:pt x="85" y="28"/>
                    <a:pt x="85" y="28"/>
                    <a:pt x="85" y="28"/>
                  </a:cubicBezTo>
                  <a:cubicBezTo>
                    <a:pt x="85" y="28"/>
                    <a:pt x="85" y="28"/>
                    <a:pt x="85" y="28"/>
                  </a:cubicBezTo>
                  <a:cubicBezTo>
                    <a:pt x="86" y="28"/>
                    <a:pt x="86" y="28"/>
                    <a:pt x="87" y="28"/>
                  </a:cubicBezTo>
                  <a:cubicBezTo>
                    <a:pt x="87" y="27"/>
                    <a:pt x="87" y="26"/>
                    <a:pt x="87" y="26"/>
                  </a:cubicBezTo>
                  <a:cubicBezTo>
                    <a:pt x="87" y="22"/>
                    <a:pt x="90" y="22"/>
                    <a:pt x="90" y="17"/>
                  </a:cubicBezTo>
                  <a:cubicBezTo>
                    <a:pt x="90" y="13"/>
                    <a:pt x="87" y="11"/>
                    <a:pt x="87" y="7"/>
                  </a:cubicBezTo>
                  <a:cubicBezTo>
                    <a:pt x="87" y="5"/>
                    <a:pt x="87" y="3"/>
                    <a:pt x="86" y="1"/>
                  </a:cubicBezTo>
                  <a:cubicBezTo>
                    <a:pt x="86" y="1"/>
                    <a:pt x="85"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 name="Freeform 62"/>
            <p:cNvSpPr>
              <a:spLocks/>
            </p:cNvSpPr>
            <p:nvPr/>
          </p:nvSpPr>
          <p:spPr bwMode="auto">
            <a:xfrm>
              <a:off x="10350500" y="2708275"/>
              <a:ext cx="176213" cy="149225"/>
            </a:xfrm>
            <a:custGeom>
              <a:avLst/>
              <a:gdLst>
                <a:gd name="T0" fmla="*/ 17 w 47"/>
                <a:gd name="T1" fmla="*/ 0 h 40"/>
                <a:gd name="T2" fmla="*/ 15 w 47"/>
                <a:gd name="T3" fmla="*/ 4 h 40"/>
                <a:gd name="T4" fmla="*/ 16 w 47"/>
                <a:gd name="T5" fmla="*/ 7 h 40"/>
                <a:gd name="T6" fmla="*/ 10 w 47"/>
                <a:gd name="T7" fmla="*/ 22 h 40"/>
                <a:gd name="T8" fmla="*/ 8 w 47"/>
                <a:gd name="T9" fmla="*/ 22 h 40"/>
                <a:gd name="T10" fmla="*/ 7 w 47"/>
                <a:gd name="T11" fmla="*/ 22 h 40"/>
                <a:gd name="T12" fmla="*/ 7 w 47"/>
                <a:gd name="T13" fmla="*/ 22 h 40"/>
                <a:gd name="T14" fmla="*/ 5 w 47"/>
                <a:gd name="T15" fmla="*/ 21 h 40"/>
                <a:gd name="T16" fmla="*/ 5 w 47"/>
                <a:gd name="T17" fmla="*/ 23 h 40"/>
                <a:gd name="T18" fmla="*/ 0 w 47"/>
                <a:gd name="T19" fmla="*/ 30 h 40"/>
                <a:gd name="T20" fmla="*/ 2 w 47"/>
                <a:gd name="T21" fmla="*/ 33 h 40"/>
                <a:gd name="T22" fmla="*/ 2 w 47"/>
                <a:gd name="T23" fmla="*/ 40 h 40"/>
                <a:gd name="T24" fmla="*/ 3 w 47"/>
                <a:gd name="T25" fmla="*/ 40 h 40"/>
                <a:gd name="T26" fmla="*/ 10 w 47"/>
                <a:gd name="T27" fmla="*/ 35 h 40"/>
                <a:gd name="T28" fmla="*/ 5 w 47"/>
                <a:gd name="T29" fmla="*/ 31 h 40"/>
                <a:gd name="T30" fmla="*/ 7 w 47"/>
                <a:gd name="T31" fmla="*/ 29 h 40"/>
                <a:gd name="T32" fmla="*/ 13 w 47"/>
                <a:gd name="T33" fmla="*/ 29 h 40"/>
                <a:gd name="T34" fmla="*/ 15 w 47"/>
                <a:gd name="T35" fmla="*/ 27 h 40"/>
                <a:gd name="T36" fmla="*/ 27 w 47"/>
                <a:gd name="T37" fmla="*/ 34 h 40"/>
                <a:gd name="T38" fmla="*/ 38 w 47"/>
                <a:gd name="T39" fmla="*/ 24 h 40"/>
                <a:gd name="T40" fmla="*/ 47 w 47"/>
                <a:gd name="T41" fmla="*/ 21 h 40"/>
                <a:gd name="T42" fmla="*/ 43 w 47"/>
                <a:gd name="T43" fmla="*/ 17 h 40"/>
                <a:gd name="T44" fmla="*/ 45 w 47"/>
                <a:gd name="T45" fmla="*/ 14 h 40"/>
                <a:gd name="T46" fmla="*/ 43 w 47"/>
                <a:gd name="T47" fmla="*/ 14 h 40"/>
                <a:gd name="T48" fmla="*/ 39 w 47"/>
                <a:gd name="T49" fmla="*/ 15 h 40"/>
                <a:gd name="T50" fmla="*/ 17 w 47"/>
                <a:gd name="T5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7" h="40">
                  <a:moveTo>
                    <a:pt x="17" y="0"/>
                  </a:moveTo>
                  <a:cubicBezTo>
                    <a:pt x="16" y="1"/>
                    <a:pt x="15" y="2"/>
                    <a:pt x="15" y="4"/>
                  </a:cubicBezTo>
                  <a:cubicBezTo>
                    <a:pt x="15" y="5"/>
                    <a:pt x="16" y="6"/>
                    <a:pt x="16" y="7"/>
                  </a:cubicBezTo>
                  <a:cubicBezTo>
                    <a:pt x="16" y="11"/>
                    <a:pt x="14" y="22"/>
                    <a:pt x="10" y="22"/>
                  </a:cubicBezTo>
                  <a:cubicBezTo>
                    <a:pt x="9" y="22"/>
                    <a:pt x="8" y="22"/>
                    <a:pt x="8" y="22"/>
                  </a:cubicBezTo>
                  <a:cubicBezTo>
                    <a:pt x="7" y="22"/>
                    <a:pt x="7" y="22"/>
                    <a:pt x="7" y="22"/>
                  </a:cubicBezTo>
                  <a:cubicBezTo>
                    <a:pt x="7" y="22"/>
                    <a:pt x="7" y="22"/>
                    <a:pt x="7" y="22"/>
                  </a:cubicBezTo>
                  <a:cubicBezTo>
                    <a:pt x="6" y="22"/>
                    <a:pt x="6" y="21"/>
                    <a:pt x="5" y="21"/>
                  </a:cubicBezTo>
                  <a:cubicBezTo>
                    <a:pt x="5" y="23"/>
                    <a:pt x="5" y="23"/>
                    <a:pt x="5" y="23"/>
                  </a:cubicBezTo>
                  <a:cubicBezTo>
                    <a:pt x="5" y="25"/>
                    <a:pt x="0" y="27"/>
                    <a:pt x="0" y="30"/>
                  </a:cubicBezTo>
                  <a:cubicBezTo>
                    <a:pt x="0" y="31"/>
                    <a:pt x="2" y="32"/>
                    <a:pt x="2" y="33"/>
                  </a:cubicBezTo>
                  <a:cubicBezTo>
                    <a:pt x="2" y="34"/>
                    <a:pt x="2" y="38"/>
                    <a:pt x="2" y="40"/>
                  </a:cubicBezTo>
                  <a:cubicBezTo>
                    <a:pt x="3" y="40"/>
                    <a:pt x="3" y="40"/>
                    <a:pt x="3" y="40"/>
                  </a:cubicBezTo>
                  <a:cubicBezTo>
                    <a:pt x="6" y="37"/>
                    <a:pt x="8" y="38"/>
                    <a:pt x="10" y="35"/>
                  </a:cubicBezTo>
                  <a:cubicBezTo>
                    <a:pt x="9" y="34"/>
                    <a:pt x="5" y="34"/>
                    <a:pt x="5" y="31"/>
                  </a:cubicBezTo>
                  <a:cubicBezTo>
                    <a:pt x="5" y="29"/>
                    <a:pt x="6" y="29"/>
                    <a:pt x="7" y="29"/>
                  </a:cubicBezTo>
                  <a:cubicBezTo>
                    <a:pt x="9" y="29"/>
                    <a:pt x="11" y="29"/>
                    <a:pt x="13" y="29"/>
                  </a:cubicBezTo>
                  <a:cubicBezTo>
                    <a:pt x="13" y="28"/>
                    <a:pt x="14" y="27"/>
                    <a:pt x="15" y="27"/>
                  </a:cubicBezTo>
                  <a:cubicBezTo>
                    <a:pt x="20" y="30"/>
                    <a:pt x="23" y="31"/>
                    <a:pt x="27" y="34"/>
                  </a:cubicBezTo>
                  <a:cubicBezTo>
                    <a:pt x="30" y="30"/>
                    <a:pt x="32" y="24"/>
                    <a:pt x="38" y="24"/>
                  </a:cubicBezTo>
                  <a:cubicBezTo>
                    <a:pt x="42" y="24"/>
                    <a:pt x="44" y="23"/>
                    <a:pt x="47" y="21"/>
                  </a:cubicBezTo>
                  <a:cubicBezTo>
                    <a:pt x="45" y="21"/>
                    <a:pt x="43" y="19"/>
                    <a:pt x="43" y="17"/>
                  </a:cubicBezTo>
                  <a:cubicBezTo>
                    <a:pt x="43" y="16"/>
                    <a:pt x="44" y="15"/>
                    <a:pt x="45" y="14"/>
                  </a:cubicBezTo>
                  <a:cubicBezTo>
                    <a:pt x="44" y="14"/>
                    <a:pt x="44" y="14"/>
                    <a:pt x="43" y="14"/>
                  </a:cubicBezTo>
                  <a:cubicBezTo>
                    <a:pt x="42" y="14"/>
                    <a:pt x="41" y="15"/>
                    <a:pt x="39" y="15"/>
                  </a:cubicBezTo>
                  <a:cubicBezTo>
                    <a:pt x="28" y="15"/>
                    <a:pt x="24" y="5"/>
                    <a:pt x="1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 name="Freeform 63"/>
            <p:cNvSpPr>
              <a:spLocks noEditPoints="1"/>
            </p:cNvSpPr>
            <p:nvPr/>
          </p:nvSpPr>
          <p:spPr bwMode="auto">
            <a:xfrm>
              <a:off x="10518775" y="2744788"/>
              <a:ext cx="30163" cy="26988"/>
            </a:xfrm>
            <a:custGeom>
              <a:avLst/>
              <a:gdLst>
                <a:gd name="T0" fmla="*/ 7 w 8"/>
                <a:gd name="T1" fmla="*/ 0 h 7"/>
                <a:gd name="T2" fmla="*/ 1 w 8"/>
                <a:gd name="T3" fmla="*/ 5 h 7"/>
                <a:gd name="T4" fmla="*/ 1 w 8"/>
                <a:gd name="T5" fmla="*/ 7 h 7"/>
                <a:gd name="T6" fmla="*/ 8 w 8"/>
                <a:gd name="T7" fmla="*/ 1 h 7"/>
                <a:gd name="T8" fmla="*/ 7 w 8"/>
                <a:gd name="T9" fmla="*/ 0 h 7"/>
                <a:gd name="T10" fmla="*/ 7 w 8"/>
                <a:gd name="T11" fmla="*/ 0 h 7"/>
                <a:gd name="T12" fmla="*/ 7 w 8"/>
                <a:gd name="T13" fmla="*/ 0 h 7"/>
                <a:gd name="T14" fmla="*/ 8 w 8"/>
                <a:gd name="T15" fmla="*/ 0 h 7"/>
                <a:gd name="T16" fmla="*/ 7 w 8"/>
                <a:gd name="T1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7">
                  <a:moveTo>
                    <a:pt x="7" y="0"/>
                  </a:moveTo>
                  <a:cubicBezTo>
                    <a:pt x="5" y="1"/>
                    <a:pt x="2" y="3"/>
                    <a:pt x="1" y="5"/>
                  </a:cubicBezTo>
                  <a:cubicBezTo>
                    <a:pt x="1" y="5"/>
                    <a:pt x="0" y="7"/>
                    <a:pt x="1" y="7"/>
                  </a:cubicBezTo>
                  <a:cubicBezTo>
                    <a:pt x="4" y="7"/>
                    <a:pt x="7" y="3"/>
                    <a:pt x="8" y="1"/>
                  </a:cubicBezTo>
                  <a:cubicBezTo>
                    <a:pt x="7" y="0"/>
                    <a:pt x="7" y="0"/>
                    <a:pt x="7" y="0"/>
                  </a:cubicBezTo>
                  <a:moveTo>
                    <a:pt x="7" y="0"/>
                  </a:moveTo>
                  <a:cubicBezTo>
                    <a:pt x="7" y="0"/>
                    <a:pt x="7" y="0"/>
                    <a:pt x="7" y="0"/>
                  </a:cubicBezTo>
                  <a:cubicBezTo>
                    <a:pt x="7" y="0"/>
                    <a:pt x="8" y="0"/>
                    <a:pt x="8"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 name="Freeform 64"/>
            <p:cNvSpPr>
              <a:spLocks/>
            </p:cNvSpPr>
            <p:nvPr/>
          </p:nvSpPr>
          <p:spPr bwMode="auto">
            <a:xfrm>
              <a:off x="10583863" y="2708275"/>
              <a:ext cx="36513" cy="25400"/>
            </a:xfrm>
            <a:custGeom>
              <a:avLst/>
              <a:gdLst>
                <a:gd name="T0" fmla="*/ 10 w 10"/>
                <a:gd name="T1" fmla="*/ 0 h 7"/>
                <a:gd name="T2" fmla="*/ 9 w 10"/>
                <a:gd name="T3" fmla="*/ 0 h 7"/>
                <a:gd name="T4" fmla="*/ 6 w 10"/>
                <a:gd name="T5" fmla="*/ 0 h 7"/>
                <a:gd name="T6" fmla="*/ 0 w 10"/>
                <a:gd name="T7" fmla="*/ 6 h 7"/>
                <a:gd name="T8" fmla="*/ 0 w 10"/>
                <a:gd name="T9" fmla="*/ 7 h 7"/>
                <a:gd name="T10" fmla="*/ 10 w 10"/>
                <a:gd name="T11" fmla="*/ 2 h 7"/>
                <a:gd name="T12" fmla="*/ 10 w 10"/>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0" h="7">
                  <a:moveTo>
                    <a:pt x="10" y="0"/>
                  </a:moveTo>
                  <a:cubicBezTo>
                    <a:pt x="10" y="0"/>
                    <a:pt x="9" y="0"/>
                    <a:pt x="9" y="0"/>
                  </a:cubicBezTo>
                  <a:cubicBezTo>
                    <a:pt x="8" y="0"/>
                    <a:pt x="7" y="0"/>
                    <a:pt x="6" y="0"/>
                  </a:cubicBezTo>
                  <a:cubicBezTo>
                    <a:pt x="2" y="0"/>
                    <a:pt x="0" y="6"/>
                    <a:pt x="0" y="6"/>
                  </a:cubicBezTo>
                  <a:cubicBezTo>
                    <a:pt x="0" y="7"/>
                    <a:pt x="0" y="7"/>
                    <a:pt x="0" y="7"/>
                  </a:cubicBezTo>
                  <a:cubicBezTo>
                    <a:pt x="4" y="7"/>
                    <a:pt x="4" y="2"/>
                    <a:pt x="10" y="2"/>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 name="Freeform 65"/>
            <p:cNvSpPr>
              <a:spLocks/>
            </p:cNvSpPr>
            <p:nvPr/>
          </p:nvSpPr>
          <p:spPr bwMode="auto">
            <a:xfrm>
              <a:off x="10653713" y="2678113"/>
              <a:ext cx="19050" cy="17463"/>
            </a:xfrm>
            <a:custGeom>
              <a:avLst/>
              <a:gdLst>
                <a:gd name="T0" fmla="*/ 5 w 5"/>
                <a:gd name="T1" fmla="*/ 0 h 5"/>
                <a:gd name="T2" fmla="*/ 1 w 5"/>
                <a:gd name="T3" fmla="*/ 1 h 5"/>
                <a:gd name="T4" fmla="*/ 0 w 5"/>
                <a:gd name="T5" fmla="*/ 4 h 5"/>
                <a:gd name="T6" fmla="*/ 0 w 5"/>
                <a:gd name="T7" fmla="*/ 5 h 5"/>
                <a:gd name="T8" fmla="*/ 5 w 5"/>
                <a:gd name="T9" fmla="*/ 0 h 5"/>
              </a:gdLst>
              <a:ahLst/>
              <a:cxnLst>
                <a:cxn ang="0">
                  <a:pos x="T0" y="T1"/>
                </a:cxn>
                <a:cxn ang="0">
                  <a:pos x="T2" y="T3"/>
                </a:cxn>
                <a:cxn ang="0">
                  <a:pos x="T4" y="T5"/>
                </a:cxn>
                <a:cxn ang="0">
                  <a:pos x="T6" y="T7"/>
                </a:cxn>
                <a:cxn ang="0">
                  <a:pos x="T8" y="T9"/>
                </a:cxn>
              </a:cxnLst>
              <a:rect l="0" t="0" r="r" b="b"/>
              <a:pathLst>
                <a:path w="5" h="5">
                  <a:moveTo>
                    <a:pt x="5" y="0"/>
                  </a:moveTo>
                  <a:cubicBezTo>
                    <a:pt x="4" y="0"/>
                    <a:pt x="1" y="0"/>
                    <a:pt x="1" y="1"/>
                  </a:cubicBezTo>
                  <a:cubicBezTo>
                    <a:pt x="0" y="2"/>
                    <a:pt x="1" y="4"/>
                    <a:pt x="0" y="4"/>
                  </a:cubicBezTo>
                  <a:cubicBezTo>
                    <a:pt x="0" y="4"/>
                    <a:pt x="0" y="5"/>
                    <a:pt x="0" y="5"/>
                  </a:cubicBezTo>
                  <a:cubicBezTo>
                    <a:pt x="3" y="5"/>
                    <a:pt x="5" y="1"/>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 name="Freeform 66"/>
            <p:cNvSpPr>
              <a:spLocks/>
            </p:cNvSpPr>
            <p:nvPr/>
          </p:nvSpPr>
          <p:spPr bwMode="auto">
            <a:xfrm>
              <a:off x="10406063" y="2351088"/>
              <a:ext cx="87313" cy="333375"/>
            </a:xfrm>
            <a:custGeom>
              <a:avLst/>
              <a:gdLst>
                <a:gd name="T0" fmla="*/ 9 w 23"/>
                <a:gd name="T1" fmla="*/ 0 h 89"/>
                <a:gd name="T2" fmla="*/ 7 w 23"/>
                <a:gd name="T3" fmla="*/ 0 h 89"/>
                <a:gd name="T4" fmla="*/ 7 w 23"/>
                <a:gd name="T5" fmla="*/ 6 h 89"/>
                <a:gd name="T6" fmla="*/ 6 w 23"/>
                <a:gd name="T7" fmla="*/ 9 h 89"/>
                <a:gd name="T8" fmla="*/ 0 w 23"/>
                <a:gd name="T9" fmla="*/ 24 h 89"/>
                <a:gd name="T10" fmla="*/ 4 w 23"/>
                <a:gd name="T11" fmla="*/ 34 h 89"/>
                <a:gd name="T12" fmla="*/ 4 w 23"/>
                <a:gd name="T13" fmla="*/ 51 h 89"/>
                <a:gd name="T14" fmla="*/ 2 w 23"/>
                <a:gd name="T15" fmla="*/ 60 h 89"/>
                <a:gd name="T16" fmla="*/ 4 w 23"/>
                <a:gd name="T17" fmla="*/ 68 h 89"/>
                <a:gd name="T18" fmla="*/ 3 w 23"/>
                <a:gd name="T19" fmla="*/ 81 h 89"/>
                <a:gd name="T20" fmla="*/ 3 w 23"/>
                <a:gd name="T21" fmla="*/ 89 h 89"/>
                <a:gd name="T22" fmla="*/ 10 w 23"/>
                <a:gd name="T23" fmla="*/ 83 h 89"/>
                <a:gd name="T24" fmla="*/ 13 w 23"/>
                <a:gd name="T25" fmla="*/ 83 h 89"/>
                <a:gd name="T26" fmla="*/ 15 w 23"/>
                <a:gd name="T27" fmla="*/ 85 h 89"/>
                <a:gd name="T28" fmla="*/ 16 w 23"/>
                <a:gd name="T29" fmla="*/ 85 h 89"/>
                <a:gd name="T30" fmla="*/ 16 w 23"/>
                <a:gd name="T31" fmla="*/ 85 h 89"/>
                <a:gd name="T32" fmla="*/ 8 w 23"/>
                <a:gd name="T33" fmla="*/ 71 h 89"/>
                <a:gd name="T34" fmla="*/ 17 w 23"/>
                <a:gd name="T35" fmla="*/ 54 h 89"/>
                <a:gd name="T36" fmla="*/ 23 w 23"/>
                <a:gd name="T37" fmla="*/ 58 h 89"/>
                <a:gd name="T38" fmla="*/ 15 w 23"/>
                <a:gd name="T39" fmla="*/ 38 h 89"/>
                <a:gd name="T40" fmla="*/ 13 w 23"/>
                <a:gd name="T41" fmla="*/ 30 h 89"/>
                <a:gd name="T42" fmla="*/ 13 w 23"/>
                <a:gd name="T43" fmla="*/ 24 h 89"/>
                <a:gd name="T44" fmla="*/ 12 w 23"/>
                <a:gd name="T45" fmla="*/ 13 h 89"/>
                <a:gd name="T46" fmla="*/ 9 w 23"/>
                <a:gd name="T47"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3" h="89">
                  <a:moveTo>
                    <a:pt x="9" y="0"/>
                  </a:moveTo>
                  <a:cubicBezTo>
                    <a:pt x="8" y="0"/>
                    <a:pt x="7" y="0"/>
                    <a:pt x="7" y="0"/>
                  </a:cubicBezTo>
                  <a:cubicBezTo>
                    <a:pt x="7" y="2"/>
                    <a:pt x="7" y="3"/>
                    <a:pt x="7" y="6"/>
                  </a:cubicBezTo>
                  <a:cubicBezTo>
                    <a:pt x="7" y="7"/>
                    <a:pt x="6" y="8"/>
                    <a:pt x="6" y="9"/>
                  </a:cubicBezTo>
                  <a:cubicBezTo>
                    <a:pt x="1" y="10"/>
                    <a:pt x="0" y="18"/>
                    <a:pt x="0" y="24"/>
                  </a:cubicBezTo>
                  <a:cubicBezTo>
                    <a:pt x="0" y="28"/>
                    <a:pt x="4" y="30"/>
                    <a:pt x="4" y="34"/>
                  </a:cubicBezTo>
                  <a:cubicBezTo>
                    <a:pt x="4" y="41"/>
                    <a:pt x="4" y="44"/>
                    <a:pt x="4" y="51"/>
                  </a:cubicBezTo>
                  <a:cubicBezTo>
                    <a:pt x="4" y="54"/>
                    <a:pt x="2" y="56"/>
                    <a:pt x="2" y="60"/>
                  </a:cubicBezTo>
                  <a:cubicBezTo>
                    <a:pt x="2" y="63"/>
                    <a:pt x="4" y="64"/>
                    <a:pt x="4" y="68"/>
                  </a:cubicBezTo>
                  <a:cubicBezTo>
                    <a:pt x="4" y="72"/>
                    <a:pt x="3" y="75"/>
                    <a:pt x="3" y="81"/>
                  </a:cubicBezTo>
                  <a:cubicBezTo>
                    <a:pt x="3" y="82"/>
                    <a:pt x="2" y="89"/>
                    <a:pt x="3" y="89"/>
                  </a:cubicBezTo>
                  <a:cubicBezTo>
                    <a:pt x="6" y="89"/>
                    <a:pt x="6" y="83"/>
                    <a:pt x="10" y="83"/>
                  </a:cubicBezTo>
                  <a:cubicBezTo>
                    <a:pt x="11" y="83"/>
                    <a:pt x="12" y="83"/>
                    <a:pt x="13" y="83"/>
                  </a:cubicBezTo>
                  <a:cubicBezTo>
                    <a:pt x="13" y="84"/>
                    <a:pt x="14" y="85"/>
                    <a:pt x="15" y="85"/>
                  </a:cubicBezTo>
                  <a:cubicBezTo>
                    <a:pt x="15" y="85"/>
                    <a:pt x="16" y="85"/>
                    <a:pt x="16" y="85"/>
                  </a:cubicBezTo>
                  <a:cubicBezTo>
                    <a:pt x="16" y="85"/>
                    <a:pt x="16" y="85"/>
                    <a:pt x="16" y="85"/>
                  </a:cubicBezTo>
                  <a:cubicBezTo>
                    <a:pt x="14" y="80"/>
                    <a:pt x="8" y="77"/>
                    <a:pt x="8" y="71"/>
                  </a:cubicBezTo>
                  <a:cubicBezTo>
                    <a:pt x="8" y="63"/>
                    <a:pt x="9" y="54"/>
                    <a:pt x="17" y="54"/>
                  </a:cubicBezTo>
                  <a:cubicBezTo>
                    <a:pt x="19" y="54"/>
                    <a:pt x="21" y="56"/>
                    <a:pt x="23" y="58"/>
                  </a:cubicBezTo>
                  <a:cubicBezTo>
                    <a:pt x="21" y="51"/>
                    <a:pt x="17" y="45"/>
                    <a:pt x="15" y="38"/>
                  </a:cubicBezTo>
                  <a:cubicBezTo>
                    <a:pt x="14" y="36"/>
                    <a:pt x="12" y="33"/>
                    <a:pt x="13" y="30"/>
                  </a:cubicBezTo>
                  <a:cubicBezTo>
                    <a:pt x="13" y="24"/>
                    <a:pt x="13" y="24"/>
                    <a:pt x="13" y="24"/>
                  </a:cubicBezTo>
                  <a:cubicBezTo>
                    <a:pt x="11" y="20"/>
                    <a:pt x="13" y="17"/>
                    <a:pt x="12" y="13"/>
                  </a:cubicBezTo>
                  <a:cubicBezTo>
                    <a:pt x="11" y="9"/>
                    <a:pt x="9" y="5"/>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 name="Freeform 67"/>
            <p:cNvSpPr>
              <a:spLocks noEditPoints="1"/>
            </p:cNvSpPr>
            <p:nvPr/>
          </p:nvSpPr>
          <p:spPr bwMode="auto">
            <a:xfrm>
              <a:off x="7658100" y="1189038"/>
              <a:ext cx="533400" cy="392113"/>
            </a:xfrm>
            <a:custGeom>
              <a:avLst/>
              <a:gdLst>
                <a:gd name="T0" fmla="*/ 49 w 142"/>
                <a:gd name="T1" fmla="*/ 104 h 104"/>
                <a:gd name="T2" fmla="*/ 49 w 142"/>
                <a:gd name="T3" fmla="*/ 104 h 104"/>
                <a:gd name="T4" fmla="*/ 49 w 142"/>
                <a:gd name="T5" fmla="*/ 104 h 104"/>
                <a:gd name="T6" fmla="*/ 48 w 142"/>
                <a:gd name="T7" fmla="*/ 103 h 104"/>
                <a:gd name="T8" fmla="*/ 48 w 142"/>
                <a:gd name="T9" fmla="*/ 103 h 104"/>
                <a:gd name="T10" fmla="*/ 49 w 142"/>
                <a:gd name="T11" fmla="*/ 104 h 104"/>
                <a:gd name="T12" fmla="*/ 48 w 142"/>
                <a:gd name="T13" fmla="*/ 103 h 104"/>
                <a:gd name="T14" fmla="*/ 46 w 142"/>
                <a:gd name="T15" fmla="*/ 101 h 104"/>
                <a:gd name="T16" fmla="*/ 48 w 142"/>
                <a:gd name="T17" fmla="*/ 103 h 104"/>
                <a:gd name="T18" fmla="*/ 46 w 142"/>
                <a:gd name="T19" fmla="*/ 101 h 104"/>
                <a:gd name="T20" fmla="*/ 130 w 142"/>
                <a:gd name="T21" fmla="*/ 0 h 104"/>
                <a:gd name="T22" fmla="*/ 88 w 142"/>
                <a:gd name="T23" fmla="*/ 16 h 104"/>
                <a:gd name="T24" fmla="*/ 79 w 142"/>
                <a:gd name="T25" fmla="*/ 13 h 104"/>
                <a:gd name="T26" fmla="*/ 70 w 142"/>
                <a:gd name="T27" fmla="*/ 16 h 104"/>
                <a:gd name="T28" fmla="*/ 45 w 142"/>
                <a:gd name="T29" fmla="*/ 30 h 104"/>
                <a:gd name="T30" fmla="*/ 33 w 142"/>
                <a:gd name="T31" fmla="*/ 32 h 104"/>
                <a:gd name="T32" fmla="*/ 30 w 142"/>
                <a:gd name="T33" fmla="*/ 35 h 104"/>
                <a:gd name="T34" fmla="*/ 32 w 142"/>
                <a:gd name="T35" fmla="*/ 40 h 104"/>
                <a:gd name="T36" fmla="*/ 17 w 142"/>
                <a:gd name="T37" fmla="*/ 57 h 104"/>
                <a:gd name="T38" fmla="*/ 22 w 142"/>
                <a:gd name="T39" fmla="*/ 63 h 104"/>
                <a:gd name="T40" fmla="*/ 8 w 142"/>
                <a:gd name="T41" fmla="*/ 71 h 104"/>
                <a:gd name="T42" fmla="*/ 8 w 142"/>
                <a:gd name="T43" fmla="*/ 75 h 104"/>
                <a:gd name="T44" fmla="*/ 0 w 142"/>
                <a:gd name="T45" fmla="*/ 87 h 104"/>
                <a:gd name="T46" fmla="*/ 5 w 142"/>
                <a:gd name="T47" fmla="*/ 92 h 104"/>
                <a:gd name="T48" fmla="*/ 11 w 142"/>
                <a:gd name="T49" fmla="*/ 92 h 104"/>
                <a:gd name="T50" fmla="*/ 13 w 142"/>
                <a:gd name="T51" fmla="*/ 92 h 104"/>
                <a:gd name="T52" fmla="*/ 17 w 142"/>
                <a:gd name="T53" fmla="*/ 102 h 104"/>
                <a:gd name="T54" fmla="*/ 19 w 142"/>
                <a:gd name="T55" fmla="*/ 103 h 104"/>
                <a:gd name="T56" fmla="*/ 25 w 142"/>
                <a:gd name="T57" fmla="*/ 102 h 104"/>
                <a:gd name="T58" fmla="*/ 27 w 142"/>
                <a:gd name="T59" fmla="*/ 104 h 104"/>
                <a:gd name="T60" fmla="*/ 49 w 142"/>
                <a:gd name="T61" fmla="*/ 104 h 104"/>
                <a:gd name="T62" fmla="*/ 48 w 142"/>
                <a:gd name="T63" fmla="*/ 103 h 104"/>
                <a:gd name="T64" fmla="*/ 32 w 142"/>
                <a:gd name="T65" fmla="*/ 84 h 104"/>
                <a:gd name="T66" fmla="*/ 66 w 142"/>
                <a:gd name="T67" fmla="*/ 43 h 104"/>
                <a:gd name="T68" fmla="*/ 80 w 142"/>
                <a:gd name="T69" fmla="*/ 35 h 104"/>
                <a:gd name="T70" fmla="*/ 86 w 142"/>
                <a:gd name="T71" fmla="*/ 29 h 104"/>
                <a:gd name="T72" fmla="*/ 113 w 142"/>
                <a:gd name="T73" fmla="*/ 22 h 104"/>
                <a:gd name="T74" fmla="*/ 142 w 142"/>
                <a:gd name="T75" fmla="*/ 7 h 104"/>
                <a:gd name="T76" fmla="*/ 130 w 142"/>
                <a:gd name="T77"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2" h="104">
                  <a:moveTo>
                    <a:pt x="49" y="104"/>
                  </a:moveTo>
                  <a:cubicBezTo>
                    <a:pt x="49" y="104"/>
                    <a:pt x="49" y="104"/>
                    <a:pt x="49" y="104"/>
                  </a:cubicBezTo>
                  <a:cubicBezTo>
                    <a:pt x="49" y="104"/>
                    <a:pt x="49" y="104"/>
                    <a:pt x="49" y="104"/>
                  </a:cubicBezTo>
                  <a:moveTo>
                    <a:pt x="48" y="103"/>
                  </a:moveTo>
                  <a:cubicBezTo>
                    <a:pt x="48" y="103"/>
                    <a:pt x="48" y="103"/>
                    <a:pt x="48" y="103"/>
                  </a:cubicBezTo>
                  <a:cubicBezTo>
                    <a:pt x="48" y="103"/>
                    <a:pt x="48" y="103"/>
                    <a:pt x="49" y="104"/>
                  </a:cubicBezTo>
                  <a:cubicBezTo>
                    <a:pt x="48" y="103"/>
                    <a:pt x="48" y="103"/>
                    <a:pt x="48" y="103"/>
                  </a:cubicBezTo>
                  <a:moveTo>
                    <a:pt x="46" y="101"/>
                  </a:moveTo>
                  <a:cubicBezTo>
                    <a:pt x="48" y="103"/>
                    <a:pt x="48" y="103"/>
                    <a:pt x="48" y="103"/>
                  </a:cubicBezTo>
                  <a:cubicBezTo>
                    <a:pt x="47" y="102"/>
                    <a:pt x="46" y="101"/>
                    <a:pt x="46" y="101"/>
                  </a:cubicBezTo>
                  <a:moveTo>
                    <a:pt x="130" y="0"/>
                  </a:moveTo>
                  <a:cubicBezTo>
                    <a:pt x="116" y="0"/>
                    <a:pt x="103" y="16"/>
                    <a:pt x="88" y="16"/>
                  </a:cubicBezTo>
                  <a:cubicBezTo>
                    <a:pt x="84" y="16"/>
                    <a:pt x="83" y="13"/>
                    <a:pt x="79" y="13"/>
                  </a:cubicBezTo>
                  <a:cubicBezTo>
                    <a:pt x="74" y="13"/>
                    <a:pt x="74" y="16"/>
                    <a:pt x="70" y="16"/>
                  </a:cubicBezTo>
                  <a:cubicBezTo>
                    <a:pt x="60" y="16"/>
                    <a:pt x="52" y="30"/>
                    <a:pt x="45" y="30"/>
                  </a:cubicBezTo>
                  <a:cubicBezTo>
                    <a:pt x="40" y="30"/>
                    <a:pt x="37" y="32"/>
                    <a:pt x="33" y="32"/>
                  </a:cubicBezTo>
                  <a:cubicBezTo>
                    <a:pt x="31" y="32"/>
                    <a:pt x="30" y="33"/>
                    <a:pt x="30" y="35"/>
                  </a:cubicBezTo>
                  <a:cubicBezTo>
                    <a:pt x="30" y="36"/>
                    <a:pt x="32" y="37"/>
                    <a:pt x="32" y="40"/>
                  </a:cubicBezTo>
                  <a:cubicBezTo>
                    <a:pt x="32" y="48"/>
                    <a:pt x="17" y="52"/>
                    <a:pt x="17" y="57"/>
                  </a:cubicBezTo>
                  <a:cubicBezTo>
                    <a:pt x="17" y="59"/>
                    <a:pt x="21" y="60"/>
                    <a:pt x="22" y="63"/>
                  </a:cubicBezTo>
                  <a:cubicBezTo>
                    <a:pt x="17" y="64"/>
                    <a:pt x="8" y="66"/>
                    <a:pt x="8" y="71"/>
                  </a:cubicBezTo>
                  <a:cubicBezTo>
                    <a:pt x="8" y="74"/>
                    <a:pt x="8" y="75"/>
                    <a:pt x="8" y="75"/>
                  </a:cubicBezTo>
                  <a:cubicBezTo>
                    <a:pt x="8" y="80"/>
                    <a:pt x="0" y="80"/>
                    <a:pt x="0" y="87"/>
                  </a:cubicBezTo>
                  <a:cubicBezTo>
                    <a:pt x="0" y="90"/>
                    <a:pt x="5" y="92"/>
                    <a:pt x="5" y="92"/>
                  </a:cubicBezTo>
                  <a:cubicBezTo>
                    <a:pt x="5" y="92"/>
                    <a:pt x="8" y="92"/>
                    <a:pt x="11" y="92"/>
                  </a:cubicBezTo>
                  <a:cubicBezTo>
                    <a:pt x="12" y="92"/>
                    <a:pt x="13" y="92"/>
                    <a:pt x="13" y="92"/>
                  </a:cubicBezTo>
                  <a:cubicBezTo>
                    <a:pt x="18" y="94"/>
                    <a:pt x="15" y="98"/>
                    <a:pt x="17" y="102"/>
                  </a:cubicBezTo>
                  <a:cubicBezTo>
                    <a:pt x="18" y="103"/>
                    <a:pt x="18" y="103"/>
                    <a:pt x="19" y="103"/>
                  </a:cubicBezTo>
                  <a:cubicBezTo>
                    <a:pt x="21" y="103"/>
                    <a:pt x="23" y="102"/>
                    <a:pt x="25" y="102"/>
                  </a:cubicBezTo>
                  <a:cubicBezTo>
                    <a:pt x="25" y="102"/>
                    <a:pt x="26" y="104"/>
                    <a:pt x="27" y="104"/>
                  </a:cubicBezTo>
                  <a:cubicBezTo>
                    <a:pt x="49" y="104"/>
                    <a:pt x="49" y="104"/>
                    <a:pt x="49" y="104"/>
                  </a:cubicBezTo>
                  <a:cubicBezTo>
                    <a:pt x="49" y="104"/>
                    <a:pt x="48" y="103"/>
                    <a:pt x="48" y="103"/>
                  </a:cubicBezTo>
                  <a:cubicBezTo>
                    <a:pt x="42" y="97"/>
                    <a:pt x="32" y="95"/>
                    <a:pt x="32" y="84"/>
                  </a:cubicBezTo>
                  <a:cubicBezTo>
                    <a:pt x="32" y="66"/>
                    <a:pt x="52" y="47"/>
                    <a:pt x="66" y="43"/>
                  </a:cubicBezTo>
                  <a:cubicBezTo>
                    <a:pt x="72" y="42"/>
                    <a:pt x="73" y="35"/>
                    <a:pt x="80" y="35"/>
                  </a:cubicBezTo>
                  <a:cubicBezTo>
                    <a:pt x="83" y="35"/>
                    <a:pt x="85" y="30"/>
                    <a:pt x="86" y="29"/>
                  </a:cubicBezTo>
                  <a:cubicBezTo>
                    <a:pt x="96" y="24"/>
                    <a:pt x="103" y="27"/>
                    <a:pt x="113" y="22"/>
                  </a:cubicBezTo>
                  <a:cubicBezTo>
                    <a:pt x="120" y="18"/>
                    <a:pt x="142" y="17"/>
                    <a:pt x="142" y="7"/>
                  </a:cubicBezTo>
                  <a:cubicBezTo>
                    <a:pt x="142" y="4"/>
                    <a:pt x="134" y="0"/>
                    <a:pt x="1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 name="Freeform 68"/>
            <p:cNvSpPr>
              <a:spLocks/>
            </p:cNvSpPr>
            <p:nvPr/>
          </p:nvSpPr>
          <p:spPr bwMode="auto">
            <a:xfrm>
              <a:off x="5819775" y="2216150"/>
              <a:ext cx="1174750" cy="841375"/>
            </a:xfrm>
            <a:custGeom>
              <a:avLst/>
              <a:gdLst>
                <a:gd name="T0" fmla="*/ 146 w 313"/>
                <a:gd name="T1" fmla="*/ 35 h 224"/>
                <a:gd name="T2" fmla="*/ 137 w 313"/>
                <a:gd name="T3" fmla="*/ 46 h 224"/>
                <a:gd name="T4" fmla="*/ 132 w 313"/>
                <a:gd name="T5" fmla="*/ 49 h 224"/>
                <a:gd name="T6" fmla="*/ 114 w 313"/>
                <a:gd name="T7" fmla="*/ 58 h 224"/>
                <a:gd name="T8" fmla="*/ 95 w 313"/>
                <a:gd name="T9" fmla="*/ 76 h 224"/>
                <a:gd name="T10" fmla="*/ 74 w 313"/>
                <a:gd name="T11" fmla="*/ 94 h 224"/>
                <a:gd name="T12" fmla="*/ 62 w 313"/>
                <a:gd name="T13" fmla="*/ 93 h 224"/>
                <a:gd name="T14" fmla="*/ 57 w 313"/>
                <a:gd name="T15" fmla="*/ 102 h 224"/>
                <a:gd name="T16" fmla="*/ 39 w 313"/>
                <a:gd name="T17" fmla="*/ 105 h 224"/>
                <a:gd name="T18" fmla="*/ 67 w 313"/>
                <a:gd name="T19" fmla="*/ 125 h 224"/>
                <a:gd name="T20" fmla="*/ 68 w 313"/>
                <a:gd name="T21" fmla="*/ 133 h 224"/>
                <a:gd name="T22" fmla="*/ 58 w 313"/>
                <a:gd name="T23" fmla="*/ 155 h 224"/>
                <a:gd name="T24" fmla="*/ 36 w 313"/>
                <a:gd name="T25" fmla="*/ 154 h 224"/>
                <a:gd name="T26" fmla="*/ 18 w 313"/>
                <a:gd name="T27" fmla="*/ 152 h 224"/>
                <a:gd name="T28" fmla="*/ 6 w 313"/>
                <a:gd name="T29" fmla="*/ 170 h 224"/>
                <a:gd name="T30" fmla="*/ 5 w 313"/>
                <a:gd name="T31" fmla="*/ 202 h 224"/>
                <a:gd name="T32" fmla="*/ 19 w 313"/>
                <a:gd name="T33" fmla="*/ 214 h 224"/>
                <a:gd name="T34" fmla="*/ 54 w 313"/>
                <a:gd name="T35" fmla="*/ 218 h 224"/>
                <a:gd name="T36" fmla="*/ 57 w 313"/>
                <a:gd name="T37" fmla="*/ 218 h 224"/>
                <a:gd name="T38" fmla="*/ 74 w 313"/>
                <a:gd name="T39" fmla="*/ 195 h 224"/>
                <a:gd name="T40" fmla="*/ 100 w 313"/>
                <a:gd name="T41" fmla="*/ 161 h 224"/>
                <a:gd name="T42" fmla="*/ 140 w 313"/>
                <a:gd name="T43" fmla="*/ 149 h 224"/>
                <a:gd name="T44" fmla="*/ 172 w 313"/>
                <a:gd name="T45" fmla="*/ 167 h 224"/>
                <a:gd name="T46" fmla="*/ 201 w 313"/>
                <a:gd name="T47" fmla="*/ 188 h 224"/>
                <a:gd name="T48" fmla="*/ 202 w 313"/>
                <a:gd name="T49" fmla="*/ 206 h 224"/>
                <a:gd name="T50" fmla="*/ 207 w 313"/>
                <a:gd name="T51" fmla="*/ 188 h 224"/>
                <a:gd name="T52" fmla="*/ 211 w 313"/>
                <a:gd name="T53" fmla="*/ 176 h 224"/>
                <a:gd name="T54" fmla="*/ 197 w 313"/>
                <a:gd name="T55" fmla="*/ 169 h 224"/>
                <a:gd name="T56" fmla="*/ 180 w 313"/>
                <a:gd name="T57" fmla="*/ 149 h 224"/>
                <a:gd name="T58" fmla="*/ 173 w 313"/>
                <a:gd name="T59" fmla="*/ 135 h 224"/>
                <a:gd name="T60" fmla="*/ 195 w 313"/>
                <a:gd name="T61" fmla="*/ 138 h 224"/>
                <a:gd name="T62" fmla="*/ 221 w 313"/>
                <a:gd name="T63" fmla="*/ 160 h 224"/>
                <a:gd name="T64" fmla="*/ 239 w 313"/>
                <a:gd name="T65" fmla="*/ 192 h 224"/>
                <a:gd name="T66" fmla="*/ 252 w 313"/>
                <a:gd name="T67" fmla="*/ 204 h 224"/>
                <a:gd name="T68" fmla="*/ 260 w 313"/>
                <a:gd name="T69" fmla="*/ 218 h 224"/>
                <a:gd name="T70" fmla="*/ 259 w 313"/>
                <a:gd name="T71" fmla="*/ 204 h 224"/>
                <a:gd name="T72" fmla="*/ 271 w 313"/>
                <a:gd name="T73" fmla="*/ 206 h 224"/>
                <a:gd name="T74" fmla="*/ 261 w 313"/>
                <a:gd name="T75" fmla="*/ 192 h 224"/>
                <a:gd name="T76" fmla="*/ 267 w 313"/>
                <a:gd name="T77" fmla="*/ 187 h 224"/>
                <a:gd name="T78" fmla="*/ 288 w 313"/>
                <a:gd name="T79" fmla="*/ 183 h 224"/>
                <a:gd name="T80" fmla="*/ 300 w 313"/>
                <a:gd name="T81" fmla="*/ 177 h 224"/>
                <a:gd name="T82" fmla="*/ 307 w 313"/>
                <a:gd name="T83" fmla="*/ 176 h 224"/>
                <a:gd name="T84" fmla="*/ 306 w 313"/>
                <a:gd name="T85" fmla="*/ 144 h 224"/>
                <a:gd name="T86" fmla="*/ 313 w 313"/>
                <a:gd name="T87" fmla="*/ 130 h 224"/>
                <a:gd name="T88" fmla="*/ 303 w 313"/>
                <a:gd name="T89" fmla="*/ 128 h 224"/>
                <a:gd name="T90" fmla="*/ 270 w 313"/>
                <a:gd name="T91" fmla="*/ 106 h 224"/>
                <a:gd name="T92" fmla="*/ 258 w 313"/>
                <a:gd name="T93" fmla="*/ 99 h 224"/>
                <a:gd name="T94" fmla="*/ 269 w 313"/>
                <a:gd name="T95" fmla="*/ 77 h 224"/>
                <a:gd name="T96" fmla="*/ 263 w 313"/>
                <a:gd name="T97" fmla="*/ 62 h 224"/>
                <a:gd name="T98" fmla="*/ 244 w 313"/>
                <a:gd name="T99" fmla="*/ 36 h 224"/>
                <a:gd name="T100" fmla="*/ 244 w 313"/>
                <a:gd name="T101" fmla="*/ 36 h 224"/>
                <a:gd name="T102" fmla="*/ 244 w 313"/>
                <a:gd name="T103" fmla="*/ 36 h 224"/>
                <a:gd name="T104" fmla="*/ 234 w 313"/>
                <a:gd name="T105" fmla="*/ 37 h 224"/>
                <a:gd name="T106" fmla="*/ 215 w 313"/>
                <a:gd name="T107" fmla="*/ 33 h 224"/>
                <a:gd name="T108" fmla="*/ 187 w 313"/>
                <a:gd name="T109" fmla="*/ 44 h 224"/>
                <a:gd name="T110" fmla="*/ 183 w 313"/>
                <a:gd name="T111" fmla="*/ 37 h 224"/>
                <a:gd name="T112" fmla="*/ 155 w 313"/>
                <a:gd name="T113" fmla="*/ 38 h 224"/>
                <a:gd name="T114" fmla="*/ 158 w 313"/>
                <a:gd name="T115" fmla="*/ 20 h 224"/>
                <a:gd name="T116" fmla="*/ 157 w 313"/>
                <a:gd name="T117" fmla="*/ 11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13" h="224">
                  <a:moveTo>
                    <a:pt x="158" y="0"/>
                  </a:moveTo>
                  <a:cubicBezTo>
                    <a:pt x="151" y="6"/>
                    <a:pt x="140" y="6"/>
                    <a:pt x="140" y="18"/>
                  </a:cubicBezTo>
                  <a:cubicBezTo>
                    <a:pt x="140" y="25"/>
                    <a:pt x="145" y="28"/>
                    <a:pt x="146" y="35"/>
                  </a:cubicBezTo>
                  <a:cubicBezTo>
                    <a:pt x="146" y="35"/>
                    <a:pt x="148" y="41"/>
                    <a:pt x="148" y="42"/>
                  </a:cubicBezTo>
                  <a:cubicBezTo>
                    <a:pt x="148" y="45"/>
                    <a:pt x="143" y="47"/>
                    <a:pt x="141" y="47"/>
                  </a:cubicBezTo>
                  <a:cubicBezTo>
                    <a:pt x="140" y="47"/>
                    <a:pt x="138" y="46"/>
                    <a:pt x="137" y="46"/>
                  </a:cubicBezTo>
                  <a:cubicBezTo>
                    <a:pt x="136" y="46"/>
                    <a:pt x="135" y="47"/>
                    <a:pt x="134" y="47"/>
                  </a:cubicBezTo>
                  <a:cubicBezTo>
                    <a:pt x="134" y="48"/>
                    <a:pt x="133" y="50"/>
                    <a:pt x="132" y="50"/>
                  </a:cubicBezTo>
                  <a:cubicBezTo>
                    <a:pt x="132" y="50"/>
                    <a:pt x="132" y="50"/>
                    <a:pt x="132" y="49"/>
                  </a:cubicBezTo>
                  <a:cubicBezTo>
                    <a:pt x="131" y="50"/>
                    <a:pt x="131" y="50"/>
                    <a:pt x="131" y="50"/>
                  </a:cubicBezTo>
                  <a:cubicBezTo>
                    <a:pt x="131" y="50"/>
                    <a:pt x="131" y="49"/>
                    <a:pt x="128" y="49"/>
                  </a:cubicBezTo>
                  <a:cubicBezTo>
                    <a:pt x="122" y="49"/>
                    <a:pt x="118" y="54"/>
                    <a:pt x="114" y="58"/>
                  </a:cubicBezTo>
                  <a:cubicBezTo>
                    <a:pt x="113" y="58"/>
                    <a:pt x="111" y="60"/>
                    <a:pt x="111" y="61"/>
                  </a:cubicBezTo>
                  <a:cubicBezTo>
                    <a:pt x="111" y="64"/>
                    <a:pt x="112" y="68"/>
                    <a:pt x="109" y="70"/>
                  </a:cubicBezTo>
                  <a:cubicBezTo>
                    <a:pt x="108" y="71"/>
                    <a:pt x="97" y="76"/>
                    <a:pt x="95" y="76"/>
                  </a:cubicBezTo>
                  <a:cubicBezTo>
                    <a:pt x="94" y="77"/>
                    <a:pt x="93" y="77"/>
                    <a:pt x="91" y="77"/>
                  </a:cubicBezTo>
                  <a:cubicBezTo>
                    <a:pt x="89" y="84"/>
                    <a:pt x="87" y="90"/>
                    <a:pt x="79" y="90"/>
                  </a:cubicBezTo>
                  <a:cubicBezTo>
                    <a:pt x="78" y="92"/>
                    <a:pt x="76" y="94"/>
                    <a:pt x="74" y="94"/>
                  </a:cubicBezTo>
                  <a:cubicBezTo>
                    <a:pt x="70" y="94"/>
                    <a:pt x="67" y="93"/>
                    <a:pt x="65" y="91"/>
                  </a:cubicBezTo>
                  <a:cubicBezTo>
                    <a:pt x="62" y="91"/>
                    <a:pt x="62" y="91"/>
                    <a:pt x="62" y="91"/>
                  </a:cubicBezTo>
                  <a:cubicBezTo>
                    <a:pt x="62" y="93"/>
                    <a:pt x="62" y="93"/>
                    <a:pt x="62" y="93"/>
                  </a:cubicBezTo>
                  <a:cubicBezTo>
                    <a:pt x="63" y="94"/>
                    <a:pt x="62" y="98"/>
                    <a:pt x="64" y="99"/>
                  </a:cubicBezTo>
                  <a:cubicBezTo>
                    <a:pt x="64" y="101"/>
                    <a:pt x="64" y="101"/>
                    <a:pt x="64" y="101"/>
                  </a:cubicBezTo>
                  <a:cubicBezTo>
                    <a:pt x="63" y="101"/>
                    <a:pt x="60" y="102"/>
                    <a:pt x="57" y="102"/>
                  </a:cubicBezTo>
                  <a:cubicBezTo>
                    <a:pt x="55" y="102"/>
                    <a:pt x="50" y="101"/>
                    <a:pt x="50" y="99"/>
                  </a:cubicBezTo>
                  <a:cubicBezTo>
                    <a:pt x="47" y="100"/>
                    <a:pt x="39" y="102"/>
                    <a:pt x="39" y="104"/>
                  </a:cubicBezTo>
                  <a:cubicBezTo>
                    <a:pt x="39" y="105"/>
                    <a:pt x="39" y="105"/>
                    <a:pt x="39" y="105"/>
                  </a:cubicBezTo>
                  <a:cubicBezTo>
                    <a:pt x="39" y="110"/>
                    <a:pt x="52" y="112"/>
                    <a:pt x="56" y="113"/>
                  </a:cubicBezTo>
                  <a:cubicBezTo>
                    <a:pt x="58" y="114"/>
                    <a:pt x="58" y="115"/>
                    <a:pt x="60" y="115"/>
                  </a:cubicBezTo>
                  <a:cubicBezTo>
                    <a:pt x="60" y="120"/>
                    <a:pt x="61" y="125"/>
                    <a:pt x="67" y="125"/>
                  </a:cubicBezTo>
                  <a:cubicBezTo>
                    <a:pt x="67" y="127"/>
                    <a:pt x="69" y="127"/>
                    <a:pt x="69" y="129"/>
                  </a:cubicBezTo>
                  <a:cubicBezTo>
                    <a:pt x="69" y="130"/>
                    <a:pt x="68" y="132"/>
                    <a:pt x="67" y="134"/>
                  </a:cubicBezTo>
                  <a:cubicBezTo>
                    <a:pt x="68" y="133"/>
                    <a:pt x="68" y="133"/>
                    <a:pt x="68" y="133"/>
                  </a:cubicBezTo>
                  <a:cubicBezTo>
                    <a:pt x="68" y="135"/>
                    <a:pt x="68" y="140"/>
                    <a:pt x="68" y="141"/>
                  </a:cubicBezTo>
                  <a:cubicBezTo>
                    <a:pt x="68" y="146"/>
                    <a:pt x="65" y="148"/>
                    <a:pt x="65" y="154"/>
                  </a:cubicBezTo>
                  <a:cubicBezTo>
                    <a:pt x="64" y="154"/>
                    <a:pt x="60" y="155"/>
                    <a:pt x="58" y="155"/>
                  </a:cubicBezTo>
                  <a:cubicBezTo>
                    <a:pt x="55" y="155"/>
                    <a:pt x="54" y="154"/>
                    <a:pt x="51" y="154"/>
                  </a:cubicBezTo>
                  <a:cubicBezTo>
                    <a:pt x="51" y="154"/>
                    <a:pt x="50" y="154"/>
                    <a:pt x="50" y="154"/>
                  </a:cubicBezTo>
                  <a:cubicBezTo>
                    <a:pt x="36" y="154"/>
                    <a:pt x="36" y="154"/>
                    <a:pt x="36" y="154"/>
                  </a:cubicBezTo>
                  <a:cubicBezTo>
                    <a:pt x="34" y="154"/>
                    <a:pt x="32" y="154"/>
                    <a:pt x="31" y="152"/>
                  </a:cubicBezTo>
                  <a:cubicBezTo>
                    <a:pt x="18" y="152"/>
                    <a:pt x="18" y="152"/>
                    <a:pt x="18" y="152"/>
                  </a:cubicBezTo>
                  <a:cubicBezTo>
                    <a:pt x="18" y="152"/>
                    <a:pt x="18" y="152"/>
                    <a:pt x="18" y="152"/>
                  </a:cubicBezTo>
                  <a:cubicBezTo>
                    <a:pt x="16" y="152"/>
                    <a:pt x="15" y="151"/>
                    <a:pt x="14" y="151"/>
                  </a:cubicBezTo>
                  <a:cubicBezTo>
                    <a:pt x="12" y="151"/>
                    <a:pt x="3" y="157"/>
                    <a:pt x="3" y="159"/>
                  </a:cubicBezTo>
                  <a:cubicBezTo>
                    <a:pt x="3" y="161"/>
                    <a:pt x="6" y="165"/>
                    <a:pt x="6" y="170"/>
                  </a:cubicBezTo>
                  <a:cubicBezTo>
                    <a:pt x="6" y="177"/>
                    <a:pt x="3" y="185"/>
                    <a:pt x="3" y="192"/>
                  </a:cubicBezTo>
                  <a:cubicBezTo>
                    <a:pt x="3" y="194"/>
                    <a:pt x="0" y="194"/>
                    <a:pt x="0" y="198"/>
                  </a:cubicBezTo>
                  <a:cubicBezTo>
                    <a:pt x="0" y="200"/>
                    <a:pt x="2" y="202"/>
                    <a:pt x="5" y="202"/>
                  </a:cubicBezTo>
                  <a:cubicBezTo>
                    <a:pt x="5" y="206"/>
                    <a:pt x="5" y="208"/>
                    <a:pt x="5" y="214"/>
                  </a:cubicBezTo>
                  <a:cubicBezTo>
                    <a:pt x="5" y="214"/>
                    <a:pt x="5" y="216"/>
                    <a:pt x="7" y="216"/>
                  </a:cubicBezTo>
                  <a:cubicBezTo>
                    <a:pt x="11" y="216"/>
                    <a:pt x="14" y="214"/>
                    <a:pt x="19" y="214"/>
                  </a:cubicBezTo>
                  <a:cubicBezTo>
                    <a:pt x="26" y="214"/>
                    <a:pt x="26" y="224"/>
                    <a:pt x="30" y="224"/>
                  </a:cubicBezTo>
                  <a:cubicBezTo>
                    <a:pt x="36" y="224"/>
                    <a:pt x="40" y="219"/>
                    <a:pt x="47" y="219"/>
                  </a:cubicBezTo>
                  <a:cubicBezTo>
                    <a:pt x="48" y="219"/>
                    <a:pt x="51" y="218"/>
                    <a:pt x="54" y="218"/>
                  </a:cubicBezTo>
                  <a:cubicBezTo>
                    <a:pt x="55" y="218"/>
                    <a:pt x="55" y="218"/>
                    <a:pt x="56" y="218"/>
                  </a:cubicBezTo>
                  <a:cubicBezTo>
                    <a:pt x="56" y="218"/>
                    <a:pt x="56" y="218"/>
                    <a:pt x="56" y="218"/>
                  </a:cubicBezTo>
                  <a:cubicBezTo>
                    <a:pt x="56" y="218"/>
                    <a:pt x="57" y="218"/>
                    <a:pt x="57" y="218"/>
                  </a:cubicBezTo>
                  <a:cubicBezTo>
                    <a:pt x="62" y="218"/>
                    <a:pt x="62" y="212"/>
                    <a:pt x="65" y="211"/>
                  </a:cubicBezTo>
                  <a:cubicBezTo>
                    <a:pt x="71" y="208"/>
                    <a:pt x="73" y="204"/>
                    <a:pt x="77" y="199"/>
                  </a:cubicBezTo>
                  <a:cubicBezTo>
                    <a:pt x="75" y="198"/>
                    <a:pt x="74" y="197"/>
                    <a:pt x="74" y="195"/>
                  </a:cubicBezTo>
                  <a:cubicBezTo>
                    <a:pt x="74" y="189"/>
                    <a:pt x="82" y="177"/>
                    <a:pt x="87" y="176"/>
                  </a:cubicBezTo>
                  <a:cubicBezTo>
                    <a:pt x="93" y="175"/>
                    <a:pt x="100" y="173"/>
                    <a:pt x="101" y="167"/>
                  </a:cubicBezTo>
                  <a:cubicBezTo>
                    <a:pt x="100" y="161"/>
                    <a:pt x="100" y="161"/>
                    <a:pt x="100" y="161"/>
                  </a:cubicBezTo>
                  <a:cubicBezTo>
                    <a:pt x="100" y="156"/>
                    <a:pt x="104" y="154"/>
                    <a:pt x="108" y="154"/>
                  </a:cubicBezTo>
                  <a:cubicBezTo>
                    <a:pt x="114" y="154"/>
                    <a:pt x="118" y="157"/>
                    <a:pt x="124" y="157"/>
                  </a:cubicBezTo>
                  <a:cubicBezTo>
                    <a:pt x="131" y="157"/>
                    <a:pt x="134" y="152"/>
                    <a:pt x="140" y="149"/>
                  </a:cubicBezTo>
                  <a:cubicBezTo>
                    <a:pt x="142" y="148"/>
                    <a:pt x="143" y="144"/>
                    <a:pt x="148" y="144"/>
                  </a:cubicBezTo>
                  <a:cubicBezTo>
                    <a:pt x="158" y="144"/>
                    <a:pt x="160" y="156"/>
                    <a:pt x="165" y="162"/>
                  </a:cubicBezTo>
                  <a:cubicBezTo>
                    <a:pt x="166" y="164"/>
                    <a:pt x="170" y="165"/>
                    <a:pt x="172" y="167"/>
                  </a:cubicBezTo>
                  <a:cubicBezTo>
                    <a:pt x="177" y="172"/>
                    <a:pt x="179" y="175"/>
                    <a:pt x="188" y="177"/>
                  </a:cubicBezTo>
                  <a:cubicBezTo>
                    <a:pt x="188" y="179"/>
                    <a:pt x="192" y="180"/>
                    <a:pt x="193" y="180"/>
                  </a:cubicBezTo>
                  <a:cubicBezTo>
                    <a:pt x="193" y="181"/>
                    <a:pt x="200" y="188"/>
                    <a:pt x="201" y="188"/>
                  </a:cubicBezTo>
                  <a:cubicBezTo>
                    <a:pt x="202" y="191"/>
                    <a:pt x="204" y="192"/>
                    <a:pt x="204" y="196"/>
                  </a:cubicBezTo>
                  <a:cubicBezTo>
                    <a:pt x="204" y="200"/>
                    <a:pt x="203" y="204"/>
                    <a:pt x="199" y="204"/>
                  </a:cubicBezTo>
                  <a:cubicBezTo>
                    <a:pt x="199" y="205"/>
                    <a:pt x="200" y="206"/>
                    <a:pt x="202" y="206"/>
                  </a:cubicBezTo>
                  <a:cubicBezTo>
                    <a:pt x="206" y="206"/>
                    <a:pt x="206" y="200"/>
                    <a:pt x="208" y="197"/>
                  </a:cubicBezTo>
                  <a:cubicBezTo>
                    <a:pt x="208" y="197"/>
                    <a:pt x="212" y="197"/>
                    <a:pt x="212" y="196"/>
                  </a:cubicBezTo>
                  <a:cubicBezTo>
                    <a:pt x="212" y="192"/>
                    <a:pt x="207" y="191"/>
                    <a:pt x="207" y="188"/>
                  </a:cubicBezTo>
                  <a:cubicBezTo>
                    <a:pt x="207" y="185"/>
                    <a:pt x="210" y="183"/>
                    <a:pt x="213" y="183"/>
                  </a:cubicBezTo>
                  <a:cubicBezTo>
                    <a:pt x="218" y="183"/>
                    <a:pt x="219" y="187"/>
                    <a:pt x="222" y="187"/>
                  </a:cubicBezTo>
                  <a:cubicBezTo>
                    <a:pt x="223" y="181"/>
                    <a:pt x="216" y="179"/>
                    <a:pt x="211" y="176"/>
                  </a:cubicBezTo>
                  <a:cubicBezTo>
                    <a:pt x="209" y="175"/>
                    <a:pt x="202" y="174"/>
                    <a:pt x="203" y="171"/>
                  </a:cubicBezTo>
                  <a:cubicBezTo>
                    <a:pt x="204" y="170"/>
                    <a:pt x="204" y="169"/>
                    <a:pt x="204" y="168"/>
                  </a:cubicBezTo>
                  <a:cubicBezTo>
                    <a:pt x="201" y="168"/>
                    <a:pt x="199" y="169"/>
                    <a:pt x="197" y="169"/>
                  </a:cubicBezTo>
                  <a:cubicBezTo>
                    <a:pt x="196" y="169"/>
                    <a:pt x="194" y="169"/>
                    <a:pt x="192" y="168"/>
                  </a:cubicBezTo>
                  <a:cubicBezTo>
                    <a:pt x="190" y="167"/>
                    <a:pt x="188" y="162"/>
                    <a:pt x="187" y="158"/>
                  </a:cubicBezTo>
                  <a:cubicBezTo>
                    <a:pt x="186" y="156"/>
                    <a:pt x="184" y="151"/>
                    <a:pt x="180" y="149"/>
                  </a:cubicBezTo>
                  <a:cubicBezTo>
                    <a:pt x="176" y="148"/>
                    <a:pt x="174" y="146"/>
                    <a:pt x="174" y="142"/>
                  </a:cubicBezTo>
                  <a:cubicBezTo>
                    <a:pt x="174" y="140"/>
                    <a:pt x="174" y="139"/>
                    <a:pt x="175" y="137"/>
                  </a:cubicBezTo>
                  <a:cubicBezTo>
                    <a:pt x="174" y="137"/>
                    <a:pt x="173" y="136"/>
                    <a:pt x="173" y="135"/>
                  </a:cubicBezTo>
                  <a:cubicBezTo>
                    <a:pt x="173" y="132"/>
                    <a:pt x="180" y="132"/>
                    <a:pt x="183" y="130"/>
                  </a:cubicBezTo>
                  <a:cubicBezTo>
                    <a:pt x="184" y="132"/>
                    <a:pt x="183" y="138"/>
                    <a:pt x="186" y="138"/>
                  </a:cubicBezTo>
                  <a:cubicBezTo>
                    <a:pt x="189" y="138"/>
                    <a:pt x="192" y="138"/>
                    <a:pt x="195" y="138"/>
                  </a:cubicBezTo>
                  <a:cubicBezTo>
                    <a:pt x="195" y="144"/>
                    <a:pt x="202" y="154"/>
                    <a:pt x="208" y="154"/>
                  </a:cubicBezTo>
                  <a:cubicBezTo>
                    <a:pt x="210" y="154"/>
                    <a:pt x="211" y="154"/>
                    <a:pt x="212" y="154"/>
                  </a:cubicBezTo>
                  <a:cubicBezTo>
                    <a:pt x="212" y="158"/>
                    <a:pt x="217" y="158"/>
                    <a:pt x="221" y="160"/>
                  </a:cubicBezTo>
                  <a:cubicBezTo>
                    <a:pt x="225" y="162"/>
                    <a:pt x="231" y="168"/>
                    <a:pt x="231" y="172"/>
                  </a:cubicBezTo>
                  <a:cubicBezTo>
                    <a:pt x="231" y="175"/>
                    <a:pt x="231" y="176"/>
                    <a:pt x="231" y="180"/>
                  </a:cubicBezTo>
                  <a:cubicBezTo>
                    <a:pt x="231" y="186"/>
                    <a:pt x="236" y="188"/>
                    <a:pt x="239" y="192"/>
                  </a:cubicBezTo>
                  <a:cubicBezTo>
                    <a:pt x="242" y="194"/>
                    <a:pt x="244" y="197"/>
                    <a:pt x="245" y="201"/>
                  </a:cubicBezTo>
                  <a:cubicBezTo>
                    <a:pt x="245" y="201"/>
                    <a:pt x="246" y="204"/>
                    <a:pt x="247" y="204"/>
                  </a:cubicBezTo>
                  <a:cubicBezTo>
                    <a:pt x="248" y="204"/>
                    <a:pt x="250" y="204"/>
                    <a:pt x="252" y="204"/>
                  </a:cubicBezTo>
                  <a:cubicBezTo>
                    <a:pt x="251" y="205"/>
                    <a:pt x="248" y="206"/>
                    <a:pt x="248" y="208"/>
                  </a:cubicBezTo>
                  <a:cubicBezTo>
                    <a:pt x="248" y="213"/>
                    <a:pt x="252" y="218"/>
                    <a:pt x="256" y="218"/>
                  </a:cubicBezTo>
                  <a:cubicBezTo>
                    <a:pt x="257" y="218"/>
                    <a:pt x="259" y="218"/>
                    <a:pt x="260" y="218"/>
                  </a:cubicBezTo>
                  <a:cubicBezTo>
                    <a:pt x="257" y="216"/>
                    <a:pt x="260" y="213"/>
                    <a:pt x="260" y="211"/>
                  </a:cubicBezTo>
                  <a:cubicBezTo>
                    <a:pt x="260" y="209"/>
                    <a:pt x="259" y="208"/>
                    <a:pt x="259" y="206"/>
                  </a:cubicBezTo>
                  <a:cubicBezTo>
                    <a:pt x="259" y="204"/>
                    <a:pt x="259" y="204"/>
                    <a:pt x="259" y="204"/>
                  </a:cubicBezTo>
                  <a:cubicBezTo>
                    <a:pt x="260" y="205"/>
                    <a:pt x="263" y="208"/>
                    <a:pt x="266" y="208"/>
                  </a:cubicBezTo>
                  <a:cubicBezTo>
                    <a:pt x="267" y="208"/>
                    <a:pt x="267" y="208"/>
                    <a:pt x="267" y="208"/>
                  </a:cubicBezTo>
                  <a:cubicBezTo>
                    <a:pt x="267" y="206"/>
                    <a:pt x="270" y="207"/>
                    <a:pt x="271" y="206"/>
                  </a:cubicBezTo>
                  <a:cubicBezTo>
                    <a:pt x="271" y="206"/>
                    <a:pt x="270" y="205"/>
                    <a:pt x="270" y="204"/>
                  </a:cubicBezTo>
                  <a:cubicBezTo>
                    <a:pt x="268" y="204"/>
                    <a:pt x="260" y="197"/>
                    <a:pt x="260" y="196"/>
                  </a:cubicBezTo>
                  <a:cubicBezTo>
                    <a:pt x="260" y="195"/>
                    <a:pt x="261" y="194"/>
                    <a:pt x="261" y="192"/>
                  </a:cubicBezTo>
                  <a:cubicBezTo>
                    <a:pt x="256" y="186"/>
                    <a:pt x="256" y="186"/>
                    <a:pt x="256" y="186"/>
                  </a:cubicBezTo>
                  <a:cubicBezTo>
                    <a:pt x="256" y="185"/>
                    <a:pt x="258" y="183"/>
                    <a:pt x="259" y="183"/>
                  </a:cubicBezTo>
                  <a:cubicBezTo>
                    <a:pt x="262" y="183"/>
                    <a:pt x="262" y="187"/>
                    <a:pt x="267" y="187"/>
                  </a:cubicBezTo>
                  <a:cubicBezTo>
                    <a:pt x="267" y="185"/>
                    <a:pt x="267" y="183"/>
                    <a:pt x="267" y="181"/>
                  </a:cubicBezTo>
                  <a:cubicBezTo>
                    <a:pt x="270" y="180"/>
                    <a:pt x="271" y="177"/>
                    <a:pt x="276" y="177"/>
                  </a:cubicBezTo>
                  <a:cubicBezTo>
                    <a:pt x="281" y="177"/>
                    <a:pt x="284" y="183"/>
                    <a:pt x="288" y="183"/>
                  </a:cubicBezTo>
                  <a:cubicBezTo>
                    <a:pt x="292" y="183"/>
                    <a:pt x="292" y="179"/>
                    <a:pt x="296" y="178"/>
                  </a:cubicBezTo>
                  <a:cubicBezTo>
                    <a:pt x="297" y="177"/>
                    <a:pt x="298" y="177"/>
                    <a:pt x="299" y="177"/>
                  </a:cubicBezTo>
                  <a:cubicBezTo>
                    <a:pt x="299" y="177"/>
                    <a:pt x="300" y="177"/>
                    <a:pt x="300" y="177"/>
                  </a:cubicBezTo>
                  <a:cubicBezTo>
                    <a:pt x="300" y="177"/>
                    <a:pt x="301" y="177"/>
                    <a:pt x="301" y="177"/>
                  </a:cubicBezTo>
                  <a:cubicBezTo>
                    <a:pt x="302" y="177"/>
                    <a:pt x="302" y="177"/>
                    <a:pt x="303" y="177"/>
                  </a:cubicBezTo>
                  <a:cubicBezTo>
                    <a:pt x="305" y="177"/>
                    <a:pt x="306" y="177"/>
                    <a:pt x="307" y="176"/>
                  </a:cubicBezTo>
                  <a:cubicBezTo>
                    <a:pt x="305" y="173"/>
                    <a:pt x="298" y="169"/>
                    <a:pt x="298" y="163"/>
                  </a:cubicBezTo>
                  <a:cubicBezTo>
                    <a:pt x="298" y="159"/>
                    <a:pt x="303" y="154"/>
                    <a:pt x="306" y="151"/>
                  </a:cubicBezTo>
                  <a:cubicBezTo>
                    <a:pt x="306" y="144"/>
                    <a:pt x="306" y="144"/>
                    <a:pt x="306" y="144"/>
                  </a:cubicBezTo>
                  <a:cubicBezTo>
                    <a:pt x="306" y="142"/>
                    <a:pt x="306" y="144"/>
                    <a:pt x="307" y="140"/>
                  </a:cubicBezTo>
                  <a:cubicBezTo>
                    <a:pt x="307" y="137"/>
                    <a:pt x="310" y="135"/>
                    <a:pt x="313" y="135"/>
                  </a:cubicBezTo>
                  <a:cubicBezTo>
                    <a:pt x="313" y="133"/>
                    <a:pt x="313" y="132"/>
                    <a:pt x="313" y="130"/>
                  </a:cubicBezTo>
                  <a:cubicBezTo>
                    <a:pt x="311" y="131"/>
                    <a:pt x="308" y="132"/>
                    <a:pt x="306" y="132"/>
                  </a:cubicBezTo>
                  <a:cubicBezTo>
                    <a:pt x="305" y="130"/>
                    <a:pt x="305" y="130"/>
                    <a:pt x="305" y="130"/>
                  </a:cubicBezTo>
                  <a:cubicBezTo>
                    <a:pt x="304" y="130"/>
                    <a:pt x="303" y="129"/>
                    <a:pt x="303" y="128"/>
                  </a:cubicBezTo>
                  <a:cubicBezTo>
                    <a:pt x="303" y="117"/>
                    <a:pt x="303" y="117"/>
                    <a:pt x="303" y="117"/>
                  </a:cubicBezTo>
                  <a:cubicBezTo>
                    <a:pt x="296" y="117"/>
                    <a:pt x="298" y="102"/>
                    <a:pt x="290" y="102"/>
                  </a:cubicBezTo>
                  <a:cubicBezTo>
                    <a:pt x="283" y="102"/>
                    <a:pt x="279" y="106"/>
                    <a:pt x="270" y="106"/>
                  </a:cubicBezTo>
                  <a:cubicBezTo>
                    <a:pt x="268" y="106"/>
                    <a:pt x="266" y="106"/>
                    <a:pt x="264" y="106"/>
                  </a:cubicBezTo>
                  <a:cubicBezTo>
                    <a:pt x="261" y="106"/>
                    <a:pt x="258" y="105"/>
                    <a:pt x="258" y="99"/>
                  </a:cubicBezTo>
                  <a:cubicBezTo>
                    <a:pt x="258" y="99"/>
                    <a:pt x="258" y="99"/>
                    <a:pt x="258" y="99"/>
                  </a:cubicBezTo>
                  <a:cubicBezTo>
                    <a:pt x="258" y="99"/>
                    <a:pt x="258" y="99"/>
                    <a:pt x="258" y="99"/>
                  </a:cubicBezTo>
                  <a:cubicBezTo>
                    <a:pt x="258" y="93"/>
                    <a:pt x="259" y="88"/>
                    <a:pt x="262" y="83"/>
                  </a:cubicBezTo>
                  <a:cubicBezTo>
                    <a:pt x="263" y="81"/>
                    <a:pt x="269" y="80"/>
                    <a:pt x="269" y="77"/>
                  </a:cubicBezTo>
                  <a:cubicBezTo>
                    <a:pt x="269" y="71"/>
                    <a:pt x="263" y="68"/>
                    <a:pt x="263" y="62"/>
                  </a:cubicBezTo>
                  <a:cubicBezTo>
                    <a:pt x="263" y="62"/>
                    <a:pt x="263" y="62"/>
                    <a:pt x="263" y="62"/>
                  </a:cubicBezTo>
                  <a:cubicBezTo>
                    <a:pt x="263" y="62"/>
                    <a:pt x="263" y="62"/>
                    <a:pt x="263" y="62"/>
                  </a:cubicBezTo>
                  <a:cubicBezTo>
                    <a:pt x="263" y="58"/>
                    <a:pt x="267" y="56"/>
                    <a:pt x="267" y="52"/>
                  </a:cubicBezTo>
                  <a:cubicBezTo>
                    <a:pt x="267" y="46"/>
                    <a:pt x="265" y="35"/>
                    <a:pt x="259" y="35"/>
                  </a:cubicBezTo>
                  <a:cubicBezTo>
                    <a:pt x="253" y="35"/>
                    <a:pt x="249" y="36"/>
                    <a:pt x="244" y="36"/>
                  </a:cubicBezTo>
                  <a:cubicBezTo>
                    <a:pt x="244" y="36"/>
                    <a:pt x="244" y="36"/>
                    <a:pt x="244" y="36"/>
                  </a:cubicBezTo>
                  <a:cubicBezTo>
                    <a:pt x="244" y="36"/>
                    <a:pt x="244" y="36"/>
                    <a:pt x="244" y="36"/>
                  </a:cubicBezTo>
                  <a:cubicBezTo>
                    <a:pt x="244" y="36"/>
                    <a:pt x="244" y="36"/>
                    <a:pt x="244" y="36"/>
                  </a:cubicBezTo>
                  <a:cubicBezTo>
                    <a:pt x="244" y="36"/>
                    <a:pt x="244" y="36"/>
                    <a:pt x="244" y="36"/>
                  </a:cubicBezTo>
                  <a:cubicBezTo>
                    <a:pt x="244" y="36"/>
                    <a:pt x="244" y="36"/>
                    <a:pt x="244" y="36"/>
                  </a:cubicBezTo>
                  <a:cubicBezTo>
                    <a:pt x="244" y="36"/>
                    <a:pt x="244" y="36"/>
                    <a:pt x="244" y="36"/>
                  </a:cubicBezTo>
                  <a:cubicBezTo>
                    <a:pt x="244" y="36"/>
                    <a:pt x="244" y="36"/>
                    <a:pt x="244" y="36"/>
                  </a:cubicBezTo>
                  <a:cubicBezTo>
                    <a:pt x="241" y="36"/>
                    <a:pt x="238" y="36"/>
                    <a:pt x="234" y="37"/>
                  </a:cubicBezTo>
                  <a:cubicBezTo>
                    <a:pt x="234" y="37"/>
                    <a:pt x="234" y="37"/>
                    <a:pt x="234" y="37"/>
                  </a:cubicBezTo>
                  <a:cubicBezTo>
                    <a:pt x="231" y="37"/>
                    <a:pt x="227" y="37"/>
                    <a:pt x="224" y="37"/>
                  </a:cubicBezTo>
                  <a:cubicBezTo>
                    <a:pt x="224" y="37"/>
                    <a:pt x="224" y="35"/>
                    <a:pt x="225" y="34"/>
                  </a:cubicBezTo>
                  <a:cubicBezTo>
                    <a:pt x="223" y="33"/>
                    <a:pt x="219" y="33"/>
                    <a:pt x="215" y="33"/>
                  </a:cubicBezTo>
                  <a:cubicBezTo>
                    <a:pt x="212" y="33"/>
                    <a:pt x="207" y="37"/>
                    <a:pt x="205" y="38"/>
                  </a:cubicBezTo>
                  <a:cubicBezTo>
                    <a:pt x="200" y="40"/>
                    <a:pt x="197" y="39"/>
                    <a:pt x="192" y="42"/>
                  </a:cubicBezTo>
                  <a:cubicBezTo>
                    <a:pt x="190" y="42"/>
                    <a:pt x="190" y="44"/>
                    <a:pt x="187" y="44"/>
                  </a:cubicBezTo>
                  <a:cubicBezTo>
                    <a:pt x="187" y="44"/>
                    <a:pt x="182" y="41"/>
                    <a:pt x="182" y="40"/>
                  </a:cubicBezTo>
                  <a:cubicBezTo>
                    <a:pt x="182" y="39"/>
                    <a:pt x="184" y="39"/>
                    <a:pt x="184" y="37"/>
                  </a:cubicBezTo>
                  <a:cubicBezTo>
                    <a:pt x="183" y="37"/>
                    <a:pt x="183" y="37"/>
                    <a:pt x="183" y="37"/>
                  </a:cubicBezTo>
                  <a:cubicBezTo>
                    <a:pt x="177" y="37"/>
                    <a:pt x="171" y="43"/>
                    <a:pt x="164" y="43"/>
                  </a:cubicBezTo>
                  <a:cubicBezTo>
                    <a:pt x="163" y="43"/>
                    <a:pt x="163" y="41"/>
                    <a:pt x="162" y="39"/>
                  </a:cubicBezTo>
                  <a:cubicBezTo>
                    <a:pt x="160" y="39"/>
                    <a:pt x="158" y="38"/>
                    <a:pt x="155" y="38"/>
                  </a:cubicBezTo>
                  <a:cubicBezTo>
                    <a:pt x="156" y="37"/>
                    <a:pt x="155" y="37"/>
                    <a:pt x="155" y="35"/>
                  </a:cubicBezTo>
                  <a:cubicBezTo>
                    <a:pt x="154" y="35"/>
                    <a:pt x="152" y="33"/>
                    <a:pt x="152" y="30"/>
                  </a:cubicBezTo>
                  <a:cubicBezTo>
                    <a:pt x="152" y="25"/>
                    <a:pt x="156" y="22"/>
                    <a:pt x="158" y="20"/>
                  </a:cubicBezTo>
                  <a:cubicBezTo>
                    <a:pt x="159" y="19"/>
                    <a:pt x="162" y="18"/>
                    <a:pt x="162" y="17"/>
                  </a:cubicBezTo>
                  <a:cubicBezTo>
                    <a:pt x="162" y="16"/>
                    <a:pt x="162" y="15"/>
                    <a:pt x="162" y="14"/>
                  </a:cubicBezTo>
                  <a:cubicBezTo>
                    <a:pt x="160" y="14"/>
                    <a:pt x="157" y="14"/>
                    <a:pt x="157" y="11"/>
                  </a:cubicBezTo>
                  <a:cubicBezTo>
                    <a:pt x="157" y="8"/>
                    <a:pt x="157" y="7"/>
                    <a:pt x="158" y="4"/>
                  </a:cubicBezTo>
                  <a:cubicBezTo>
                    <a:pt x="158" y="0"/>
                    <a:pt x="158" y="0"/>
                    <a:pt x="1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 name="Freeform 69"/>
            <p:cNvSpPr>
              <a:spLocks/>
            </p:cNvSpPr>
            <p:nvPr/>
          </p:nvSpPr>
          <p:spPr bwMode="auto">
            <a:xfrm>
              <a:off x="6254750" y="1554163"/>
              <a:ext cx="792163" cy="766763"/>
            </a:xfrm>
            <a:custGeom>
              <a:avLst/>
              <a:gdLst>
                <a:gd name="T0" fmla="*/ 173 w 211"/>
                <a:gd name="T1" fmla="*/ 8 h 204"/>
                <a:gd name="T2" fmla="*/ 160 w 211"/>
                <a:gd name="T3" fmla="*/ 12 h 204"/>
                <a:gd name="T4" fmla="*/ 165 w 211"/>
                <a:gd name="T5" fmla="*/ 2 h 204"/>
                <a:gd name="T6" fmla="*/ 150 w 211"/>
                <a:gd name="T7" fmla="*/ 6 h 204"/>
                <a:gd name="T8" fmla="*/ 138 w 211"/>
                <a:gd name="T9" fmla="*/ 6 h 204"/>
                <a:gd name="T10" fmla="*/ 129 w 211"/>
                <a:gd name="T11" fmla="*/ 17 h 204"/>
                <a:gd name="T12" fmla="*/ 118 w 211"/>
                <a:gd name="T13" fmla="*/ 20 h 204"/>
                <a:gd name="T14" fmla="*/ 106 w 211"/>
                <a:gd name="T15" fmla="*/ 20 h 204"/>
                <a:gd name="T16" fmla="*/ 106 w 211"/>
                <a:gd name="T17" fmla="*/ 23 h 204"/>
                <a:gd name="T18" fmla="*/ 96 w 211"/>
                <a:gd name="T19" fmla="*/ 27 h 204"/>
                <a:gd name="T20" fmla="*/ 101 w 211"/>
                <a:gd name="T21" fmla="*/ 28 h 204"/>
                <a:gd name="T22" fmla="*/ 86 w 211"/>
                <a:gd name="T23" fmla="*/ 32 h 204"/>
                <a:gd name="T24" fmla="*/ 83 w 211"/>
                <a:gd name="T25" fmla="*/ 31 h 204"/>
                <a:gd name="T26" fmla="*/ 76 w 211"/>
                <a:gd name="T27" fmla="*/ 35 h 204"/>
                <a:gd name="T28" fmla="*/ 75 w 211"/>
                <a:gd name="T29" fmla="*/ 39 h 204"/>
                <a:gd name="T30" fmla="*/ 76 w 211"/>
                <a:gd name="T31" fmla="*/ 52 h 204"/>
                <a:gd name="T32" fmla="*/ 60 w 211"/>
                <a:gd name="T33" fmla="*/ 71 h 204"/>
                <a:gd name="T34" fmla="*/ 29 w 211"/>
                <a:gd name="T35" fmla="*/ 102 h 204"/>
                <a:gd name="T36" fmla="*/ 34 w 211"/>
                <a:gd name="T37" fmla="*/ 104 h 204"/>
                <a:gd name="T38" fmla="*/ 7 w 211"/>
                <a:gd name="T39" fmla="*/ 121 h 204"/>
                <a:gd name="T40" fmla="*/ 5 w 211"/>
                <a:gd name="T41" fmla="*/ 148 h 204"/>
                <a:gd name="T42" fmla="*/ 8 w 211"/>
                <a:gd name="T43" fmla="*/ 154 h 204"/>
                <a:gd name="T44" fmla="*/ 3 w 211"/>
                <a:gd name="T45" fmla="*/ 162 h 204"/>
                <a:gd name="T46" fmla="*/ 43 w 211"/>
                <a:gd name="T47" fmla="*/ 151 h 204"/>
                <a:gd name="T48" fmla="*/ 47 w 211"/>
                <a:gd name="T49" fmla="*/ 162 h 204"/>
                <a:gd name="T50" fmla="*/ 59 w 211"/>
                <a:gd name="T51" fmla="*/ 187 h 204"/>
                <a:gd name="T52" fmla="*/ 65 w 211"/>
                <a:gd name="T53" fmla="*/ 204 h 204"/>
                <a:gd name="T54" fmla="*/ 86 w 211"/>
                <a:gd name="T55" fmla="*/ 194 h 204"/>
                <a:gd name="T56" fmla="*/ 91 w 211"/>
                <a:gd name="T57" fmla="*/ 176 h 204"/>
                <a:gd name="T58" fmla="*/ 110 w 211"/>
                <a:gd name="T59" fmla="*/ 150 h 204"/>
                <a:gd name="T60" fmla="*/ 95 w 211"/>
                <a:gd name="T61" fmla="*/ 134 h 204"/>
                <a:gd name="T62" fmla="*/ 99 w 211"/>
                <a:gd name="T63" fmla="*/ 117 h 204"/>
                <a:gd name="T64" fmla="*/ 130 w 211"/>
                <a:gd name="T65" fmla="*/ 92 h 204"/>
                <a:gd name="T66" fmla="*/ 147 w 211"/>
                <a:gd name="T67" fmla="*/ 74 h 204"/>
                <a:gd name="T68" fmla="*/ 153 w 211"/>
                <a:gd name="T69" fmla="*/ 91 h 204"/>
                <a:gd name="T70" fmla="*/ 128 w 211"/>
                <a:gd name="T71" fmla="*/ 117 h 204"/>
                <a:gd name="T72" fmla="*/ 129 w 211"/>
                <a:gd name="T73" fmla="*/ 134 h 204"/>
                <a:gd name="T74" fmla="*/ 147 w 211"/>
                <a:gd name="T75" fmla="*/ 147 h 204"/>
                <a:gd name="T76" fmla="*/ 169 w 211"/>
                <a:gd name="T77" fmla="*/ 144 h 204"/>
                <a:gd name="T78" fmla="*/ 186 w 211"/>
                <a:gd name="T79" fmla="*/ 138 h 204"/>
                <a:gd name="T80" fmla="*/ 211 w 211"/>
                <a:gd name="T81" fmla="*/ 110 h 204"/>
                <a:gd name="T82" fmla="*/ 202 w 211"/>
                <a:gd name="T83" fmla="*/ 98 h 204"/>
                <a:gd name="T84" fmla="*/ 206 w 211"/>
                <a:gd name="T85" fmla="*/ 94 h 204"/>
                <a:gd name="T86" fmla="*/ 197 w 211"/>
                <a:gd name="T87" fmla="*/ 80 h 204"/>
                <a:gd name="T88" fmla="*/ 200 w 211"/>
                <a:gd name="T89" fmla="*/ 71 h 204"/>
                <a:gd name="T90" fmla="*/ 194 w 211"/>
                <a:gd name="T91" fmla="*/ 57 h 204"/>
                <a:gd name="T92" fmla="*/ 200 w 211"/>
                <a:gd name="T93" fmla="*/ 45 h 204"/>
                <a:gd name="T94" fmla="*/ 190 w 211"/>
                <a:gd name="T95" fmla="*/ 34 h 204"/>
                <a:gd name="T96" fmla="*/ 204 w 211"/>
                <a:gd name="T97" fmla="*/ 19 h 204"/>
                <a:gd name="T98" fmla="*/ 190 w 211"/>
                <a:gd name="T99" fmla="*/ 14 h 204"/>
                <a:gd name="T100" fmla="*/ 191 w 211"/>
                <a:gd name="T101" fmla="*/ 2 h 204"/>
                <a:gd name="T102" fmla="*/ 184 w 211"/>
                <a:gd name="T103"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11" h="204">
                  <a:moveTo>
                    <a:pt x="184" y="0"/>
                  </a:moveTo>
                  <a:cubicBezTo>
                    <a:pt x="179" y="3"/>
                    <a:pt x="177" y="4"/>
                    <a:pt x="173" y="8"/>
                  </a:cubicBezTo>
                  <a:cubicBezTo>
                    <a:pt x="173" y="6"/>
                    <a:pt x="173" y="5"/>
                    <a:pt x="172" y="3"/>
                  </a:cubicBezTo>
                  <a:cubicBezTo>
                    <a:pt x="167" y="5"/>
                    <a:pt x="165" y="12"/>
                    <a:pt x="160" y="12"/>
                  </a:cubicBezTo>
                  <a:cubicBezTo>
                    <a:pt x="160" y="12"/>
                    <a:pt x="160" y="12"/>
                    <a:pt x="159" y="12"/>
                  </a:cubicBezTo>
                  <a:cubicBezTo>
                    <a:pt x="161" y="8"/>
                    <a:pt x="165" y="6"/>
                    <a:pt x="165" y="2"/>
                  </a:cubicBezTo>
                  <a:cubicBezTo>
                    <a:pt x="165" y="2"/>
                    <a:pt x="165" y="1"/>
                    <a:pt x="164" y="1"/>
                  </a:cubicBezTo>
                  <a:cubicBezTo>
                    <a:pt x="161" y="1"/>
                    <a:pt x="154" y="6"/>
                    <a:pt x="150" y="6"/>
                  </a:cubicBezTo>
                  <a:cubicBezTo>
                    <a:pt x="148" y="6"/>
                    <a:pt x="146" y="4"/>
                    <a:pt x="144" y="2"/>
                  </a:cubicBezTo>
                  <a:cubicBezTo>
                    <a:pt x="143" y="3"/>
                    <a:pt x="138" y="4"/>
                    <a:pt x="138" y="6"/>
                  </a:cubicBezTo>
                  <a:cubicBezTo>
                    <a:pt x="138" y="8"/>
                    <a:pt x="140" y="8"/>
                    <a:pt x="143" y="9"/>
                  </a:cubicBezTo>
                  <a:cubicBezTo>
                    <a:pt x="137" y="12"/>
                    <a:pt x="133" y="10"/>
                    <a:pt x="129" y="17"/>
                  </a:cubicBezTo>
                  <a:cubicBezTo>
                    <a:pt x="129" y="12"/>
                    <a:pt x="129" y="12"/>
                    <a:pt x="129" y="12"/>
                  </a:cubicBezTo>
                  <a:cubicBezTo>
                    <a:pt x="123" y="13"/>
                    <a:pt x="122" y="19"/>
                    <a:pt x="118" y="20"/>
                  </a:cubicBezTo>
                  <a:cubicBezTo>
                    <a:pt x="118" y="17"/>
                    <a:pt x="118" y="17"/>
                    <a:pt x="118" y="17"/>
                  </a:cubicBezTo>
                  <a:cubicBezTo>
                    <a:pt x="114" y="17"/>
                    <a:pt x="109" y="17"/>
                    <a:pt x="106" y="20"/>
                  </a:cubicBezTo>
                  <a:cubicBezTo>
                    <a:pt x="107" y="21"/>
                    <a:pt x="107" y="21"/>
                    <a:pt x="108" y="22"/>
                  </a:cubicBezTo>
                  <a:cubicBezTo>
                    <a:pt x="107" y="23"/>
                    <a:pt x="107" y="23"/>
                    <a:pt x="106" y="23"/>
                  </a:cubicBezTo>
                  <a:cubicBezTo>
                    <a:pt x="105" y="23"/>
                    <a:pt x="104" y="23"/>
                    <a:pt x="103" y="23"/>
                  </a:cubicBezTo>
                  <a:cubicBezTo>
                    <a:pt x="100" y="23"/>
                    <a:pt x="98" y="25"/>
                    <a:pt x="96" y="27"/>
                  </a:cubicBezTo>
                  <a:cubicBezTo>
                    <a:pt x="97" y="27"/>
                    <a:pt x="97" y="27"/>
                    <a:pt x="98" y="27"/>
                  </a:cubicBezTo>
                  <a:cubicBezTo>
                    <a:pt x="99" y="27"/>
                    <a:pt x="99" y="28"/>
                    <a:pt x="101" y="28"/>
                  </a:cubicBezTo>
                  <a:cubicBezTo>
                    <a:pt x="100" y="28"/>
                    <a:pt x="97" y="35"/>
                    <a:pt x="96" y="35"/>
                  </a:cubicBezTo>
                  <a:cubicBezTo>
                    <a:pt x="92" y="35"/>
                    <a:pt x="91" y="32"/>
                    <a:pt x="86" y="32"/>
                  </a:cubicBezTo>
                  <a:cubicBezTo>
                    <a:pt x="87" y="30"/>
                    <a:pt x="87" y="29"/>
                    <a:pt x="85" y="27"/>
                  </a:cubicBezTo>
                  <a:cubicBezTo>
                    <a:pt x="85" y="28"/>
                    <a:pt x="84" y="29"/>
                    <a:pt x="83" y="31"/>
                  </a:cubicBezTo>
                  <a:cubicBezTo>
                    <a:pt x="82" y="31"/>
                    <a:pt x="81" y="30"/>
                    <a:pt x="81" y="30"/>
                  </a:cubicBezTo>
                  <a:cubicBezTo>
                    <a:pt x="78" y="30"/>
                    <a:pt x="77" y="32"/>
                    <a:pt x="76" y="35"/>
                  </a:cubicBezTo>
                  <a:cubicBezTo>
                    <a:pt x="76" y="35"/>
                    <a:pt x="79" y="35"/>
                    <a:pt x="81" y="35"/>
                  </a:cubicBezTo>
                  <a:cubicBezTo>
                    <a:pt x="79" y="36"/>
                    <a:pt x="76" y="37"/>
                    <a:pt x="75" y="39"/>
                  </a:cubicBezTo>
                  <a:cubicBezTo>
                    <a:pt x="82" y="39"/>
                    <a:pt x="85" y="36"/>
                    <a:pt x="92" y="34"/>
                  </a:cubicBezTo>
                  <a:cubicBezTo>
                    <a:pt x="90" y="40"/>
                    <a:pt x="82" y="50"/>
                    <a:pt x="76" y="52"/>
                  </a:cubicBezTo>
                  <a:cubicBezTo>
                    <a:pt x="70" y="54"/>
                    <a:pt x="66" y="58"/>
                    <a:pt x="63" y="64"/>
                  </a:cubicBezTo>
                  <a:cubicBezTo>
                    <a:pt x="60" y="71"/>
                    <a:pt x="60" y="71"/>
                    <a:pt x="60" y="71"/>
                  </a:cubicBezTo>
                  <a:cubicBezTo>
                    <a:pt x="58" y="71"/>
                    <a:pt x="58" y="80"/>
                    <a:pt x="55" y="82"/>
                  </a:cubicBezTo>
                  <a:cubicBezTo>
                    <a:pt x="46" y="89"/>
                    <a:pt x="42" y="99"/>
                    <a:pt x="29" y="102"/>
                  </a:cubicBezTo>
                  <a:cubicBezTo>
                    <a:pt x="32" y="103"/>
                    <a:pt x="33" y="103"/>
                    <a:pt x="36" y="104"/>
                  </a:cubicBezTo>
                  <a:cubicBezTo>
                    <a:pt x="35" y="104"/>
                    <a:pt x="34" y="104"/>
                    <a:pt x="34" y="104"/>
                  </a:cubicBezTo>
                  <a:cubicBezTo>
                    <a:pt x="26" y="104"/>
                    <a:pt x="24" y="110"/>
                    <a:pt x="19" y="111"/>
                  </a:cubicBezTo>
                  <a:cubicBezTo>
                    <a:pt x="13" y="113"/>
                    <a:pt x="10" y="116"/>
                    <a:pt x="7" y="121"/>
                  </a:cubicBezTo>
                  <a:cubicBezTo>
                    <a:pt x="5" y="124"/>
                    <a:pt x="0" y="123"/>
                    <a:pt x="0" y="128"/>
                  </a:cubicBezTo>
                  <a:cubicBezTo>
                    <a:pt x="0" y="136"/>
                    <a:pt x="1" y="143"/>
                    <a:pt x="5" y="148"/>
                  </a:cubicBezTo>
                  <a:cubicBezTo>
                    <a:pt x="4" y="150"/>
                    <a:pt x="1" y="153"/>
                    <a:pt x="1" y="155"/>
                  </a:cubicBezTo>
                  <a:cubicBezTo>
                    <a:pt x="4" y="154"/>
                    <a:pt x="4" y="154"/>
                    <a:pt x="8" y="154"/>
                  </a:cubicBezTo>
                  <a:cubicBezTo>
                    <a:pt x="8" y="158"/>
                    <a:pt x="8" y="158"/>
                    <a:pt x="8" y="158"/>
                  </a:cubicBezTo>
                  <a:cubicBezTo>
                    <a:pt x="7" y="159"/>
                    <a:pt x="3" y="160"/>
                    <a:pt x="3" y="162"/>
                  </a:cubicBezTo>
                  <a:cubicBezTo>
                    <a:pt x="3" y="163"/>
                    <a:pt x="14" y="170"/>
                    <a:pt x="16" y="170"/>
                  </a:cubicBezTo>
                  <a:cubicBezTo>
                    <a:pt x="28" y="170"/>
                    <a:pt x="37" y="159"/>
                    <a:pt x="43" y="151"/>
                  </a:cubicBezTo>
                  <a:cubicBezTo>
                    <a:pt x="45" y="154"/>
                    <a:pt x="46" y="156"/>
                    <a:pt x="49" y="158"/>
                  </a:cubicBezTo>
                  <a:cubicBezTo>
                    <a:pt x="48" y="159"/>
                    <a:pt x="47" y="160"/>
                    <a:pt x="47" y="162"/>
                  </a:cubicBezTo>
                  <a:cubicBezTo>
                    <a:pt x="47" y="167"/>
                    <a:pt x="52" y="168"/>
                    <a:pt x="53" y="172"/>
                  </a:cubicBezTo>
                  <a:cubicBezTo>
                    <a:pt x="55" y="178"/>
                    <a:pt x="54" y="182"/>
                    <a:pt x="59" y="187"/>
                  </a:cubicBezTo>
                  <a:cubicBezTo>
                    <a:pt x="59" y="188"/>
                    <a:pt x="59" y="189"/>
                    <a:pt x="59" y="190"/>
                  </a:cubicBezTo>
                  <a:cubicBezTo>
                    <a:pt x="59" y="192"/>
                    <a:pt x="63" y="204"/>
                    <a:pt x="65" y="204"/>
                  </a:cubicBezTo>
                  <a:cubicBezTo>
                    <a:pt x="72" y="204"/>
                    <a:pt x="74" y="194"/>
                    <a:pt x="79" y="194"/>
                  </a:cubicBezTo>
                  <a:cubicBezTo>
                    <a:pt x="81" y="194"/>
                    <a:pt x="82" y="194"/>
                    <a:pt x="86" y="194"/>
                  </a:cubicBezTo>
                  <a:cubicBezTo>
                    <a:pt x="87" y="189"/>
                    <a:pt x="94" y="188"/>
                    <a:pt x="95" y="181"/>
                  </a:cubicBezTo>
                  <a:cubicBezTo>
                    <a:pt x="93" y="180"/>
                    <a:pt x="91" y="179"/>
                    <a:pt x="91" y="176"/>
                  </a:cubicBezTo>
                  <a:cubicBezTo>
                    <a:pt x="91" y="170"/>
                    <a:pt x="93" y="162"/>
                    <a:pt x="99" y="162"/>
                  </a:cubicBezTo>
                  <a:cubicBezTo>
                    <a:pt x="101" y="162"/>
                    <a:pt x="110" y="155"/>
                    <a:pt x="110" y="150"/>
                  </a:cubicBezTo>
                  <a:cubicBezTo>
                    <a:pt x="110" y="145"/>
                    <a:pt x="102" y="140"/>
                    <a:pt x="97" y="139"/>
                  </a:cubicBezTo>
                  <a:cubicBezTo>
                    <a:pt x="97" y="137"/>
                    <a:pt x="96" y="135"/>
                    <a:pt x="95" y="134"/>
                  </a:cubicBezTo>
                  <a:cubicBezTo>
                    <a:pt x="95" y="128"/>
                    <a:pt x="95" y="128"/>
                    <a:pt x="95" y="128"/>
                  </a:cubicBezTo>
                  <a:cubicBezTo>
                    <a:pt x="99" y="126"/>
                    <a:pt x="96" y="121"/>
                    <a:pt x="99" y="117"/>
                  </a:cubicBezTo>
                  <a:cubicBezTo>
                    <a:pt x="101" y="112"/>
                    <a:pt x="106" y="111"/>
                    <a:pt x="111" y="108"/>
                  </a:cubicBezTo>
                  <a:cubicBezTo>
                    <a:pt x="117" y="104"/>
                    <a:pt x="130" y="99"/>
                    <a:pt x="130" y="92"/>
                  </a:cubicBezTo>
                  <a:cubicBezTo>
                    <a:pt x="131" y="90"/>
                    <a:pt x="130" y="89"/>
                    <a:pt x="130" y="85"/>
                  </a:cubicBezTo>
                  <a:cubicBezTo>
                    <a:pt x="130" y="78"/>
                    <a:pt x="138" y="74"/>
                    <a:pt x="147" y="74"/>
                  </a:cubicBezTo>
                  <a:cubicBezTo>
                    <a:pt x="155" y="74"/>
                    <a:pt x="164" y="76"/>
                    <a:pt x="164" y="83"/>
                  </a:cubicBezTo>
                  <a:cubicBezTo>
                    <a:pt x="164" y="87"/>
                    <a:pt x="157" y="89"/>
                    <a:pt x="153" y="91"/>
                  </a:cubicBezTo>
                  <a:cubicBezTo>
                    <a:pt x="146" y="95"/>
                    <a:pt x="139" y="111"/>
                    <a:pt x="128" y="111"/>
                  </a:cubicBezTo>
                  <a:cubicBezTo>
                    <a:pt x="128" y="113"/>
                    <a:pt x="128" y="115"/>
                    <a:pt x="128" y="117"/>
                  </a:cubicBezTo>
                  <a:cubicBezTo>
                    <a:pt x="128" y="120"/>
                    <a:pt x="130" y="126"/>
                    <a:pt x="133" y="128"/>
                  </a:cubicBezTo>
                  <a:cubicBezTo>
                    <a:pt x="132" y="129"/>
                    <a:pt x="129" y="131"/>
                    <a:pt x="129" y="134"/>
                  </a:cubicBezTo>
                  <a:cubicBezTo>
                    <a:pt x="129" y="140"/>
                    <a:pt x="135" y="144"/>
                    <a:pt x="141" y="144"/>
                  </a:cubicBezTo>
                  <a:cubicBezTo>
                    <a:pt x="141" y="147"/>
                    <a:pt x="144" y="147"/>
                    <a:pt x="147" y="147"/>
                  </a:cubicBezTo>
                  <a:cubicBezTo>
                    <a:pt x="152" y="147"/>
                    <a:pt x="159" y="145"/>
                    <a:pt x="165" y="143"/>
                  </a:cubicBezTo>
                  <a:cubicBezTo>
                    <a:pt x="166" y="143"/>
                    <a:pt x="167" y="144"/>
                    <a:pt x="169" y="144"/>
                  </a:cubicBezTo>
                  <a:cubicBezTo>
                    <a:pt x="175" y="144"/>
                    <a:pt x="184" y="142"/>
                    <a:pt x="186" y="138"/>
                  </a:cubicBezTo>
                  <a:cubicBezTo>
                    <a:pt x="186" y="138"/>
                    <a:pt x="186" y="138"/>
                    <a:pt x="186" y="138"/>
                  </a:cubicBezTo>
                  <a:cubicBezTo>
                    <a:pt x="186" y="138"/>
                    <a:pt x="186" y="138"/>
                    <a:pt x="186" y="138"/>
                  </a:cubicBezTo>
                  <a:cubicBezTo>
                    <a:pt x="192" y="130"/>
                    <a:pt x="211" y="119"/>
                    <a:pt x="211" y="110"/>
                  </a:cubicBezTo>
                  <a:cubicBezTo>
                    <a:pt x="211" y="103"/>
                    <a:pt x="205" y="102"/>
                    <a:pt x="202" y="98"/>
                  </a:cubicBezTo>
                  <a:cubicBezTo>
                    <a:pt x="202" y="98"/>
                    <a:pt x="202" y="98"/>
                    <a:pt x="202" y="98"/>
                  </a:cubicBezTo>
                  <a:cubicBezTo>
                    <a:pt x="202" y="98"/>
                    <a:pt x="202" y="98"/>
                    <a:pt x="202" y="98"/>
                  </a:cubicBezTo>
                  <a:cubicBezTo>
                    <a:pt x="203" y="97"/>
                    <a:pt x="206" y="96"/>
                    <a:pt x="206" y="94"/>
                  </a:cubicBezTo>
                  <a:cubicBezTo>
                    <a:pt x="206" y="88"/>
                    <a:pt x="197" y="86"/>
                    <a:pt x="197" y="80"/>
                  </a:cubicBezTo>
                  <a:cubicBezTo>
                    <a:pt x="197" y="80"/>
                    <a:pt x="197" y="80"/>
                    <a:pt x="197" y="80"/>
                  </a:cubicBezTo>
                  <a:cubicBezTo>
                    <a:pt x="197" y="80"/>
                    <a:pt x="197" y="80"/>
                    <a:pt x="197" y="80"/>
                  </a:cubicBezTo>
                  <a:cubicBezTo>
                    <a:pt x="197" y="76"/>
                    <a:pt x="200" y="75"/>
                    <a:pt x="200" y="71"/>
                  </a:cubicBezTo>
                  <a:cubicBezTo>
                    <a:pt x="200" y="66"/>
                    <a:pt x="194" y="62"/>
                    <a:pt x="194" y="57"/>
                  </a:cubicBezTo>
                  <a:cubicBezTo>
                    <a:pt x="194" y="57"/>
                    <a:pt x="194" y="57"/>
                    <a:pt x="194" y="57"/>
                  </a:cubicBezTo>
                  <a:cubicBezTo>
                    <a:pt x="194" y="57"/>
                    <a:pt x="194" y="57"/>
                    <a:pt x="194" y="57"/>
                  </a:cubicBezTo>
                  <a:cubicBezTo>
                    <a:pt x="194" y="52"/>
                    <a:pt x="200" y="50"/>
                    <a:pt x="200" y="45"/>
                  </a:cubicBezTo>
                  <a:cubicBezTo>
                    <a:pt x="200" y="39"/>
                    <a:pt x="190" y="39"/>
                    <a:pt x="190" y="34"/>
                  </a:cubicBezTo>
                  <a:cubicBezTo>
                    <a:pt x="190" y="34"/>
                    <a:pt x="190" y="34"/>
                    <a:pt x="190" y="34"/>
                  </a:cubicBezTo>
                  <a:cubicBezTo>
                    <a:pt x="190" y="34"/>
                    <a:pt x="190" y="34"/>
                    <a:pt x="190" y="34"/>
                  </a:cubicBezTo>
                  <a:cubicBezTo>
                    <a:pt x="190" y="27"/>
                    <a:pt x="200" y="22"/>
                    <a:pt x="204" y="19"/>
                  </a:cubicBezTo>
                  <a:cubicBezTo>
                    <a:pt x="203" y="19"/>
                    <a:pt x="197" y="18"/>
                    <a:pt x="194" y="18"/>
                  </a:cubicBezTo>
                  <a:cubicBezTo>
                    <a:pt x="194" y="16"/>
                    <a:pt x="192" y="16"/>
                    <a:pt x="190" y="14"/>
                  </a:cubicBezTo>
                  <a:cubicBezTo>
                    <a:pt x="196" y="12"/>
                    <a:pt x="198" y="14"/>
                    <a:pt x="201" y="7"/>
                  </a:cubicBezTo>
                  <a:cubicBezTo>
                    <a:pt x="199" y="6"/>
                    <a:pt x="192" y="2"/>
                    <a:pt x="191" y="2"/>
                  </a:cubicBezTo>
                  <a:cubicBezTo>
                    <a:pt x="189" y="2"/>
                    <a:pt x="188" y="4"/>
                    <a:pt x="187" y="7"/>
                  </a:cubicBezTo>
                  <a:cubicBezTo>
                    <a:pt x="184" y="6"/>
                    <a:pt x="184" y="4"/>
                    <a:pt x="1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 name="Freeform 70"/>
            <p:cNvSpPr>
              <a:spLocks/>
            </p:cNvSpPr>
            <p:nvPr/>
          </p:nvSpPr>
          <p:spPr bwMode="auto">
            <a:xfrm>
              <a:off x="6697663" y="1152525"/>
              <a:ext cx="5176838" cy="1922463"/>
            </a:xfrm>
            <a:custGeom>
              <a:avLst/>
              <a:gdLst>
                <a:gd name="T0" fmla="*/ 533 w 1379"/>
                <a:gd name="T1" fmla="*/ 63 h 512"/>
                <a:gd name="T2" fmla="*/ 454 w 1379"/>
                <a:gd name="T3" fmla="*/ 96 h 512"/>
                <a:gd name="T4" fmla="*/ 415 w 1379"/>
                <a:gd name="T5" fmla="*/ 78 h 512"/>
                <a:gd name="T6" fmla="*/ 334 w 1379"/>
                <a:gd name="T7" fmla="*/ 125 h 512"/>
                <a:gd name="T8" fmla="*/ 267 w 1379"/>
                <a:gd name="T9" fmla="*/ 139 h 512"/>
                <a:gd name="T10" fmla="*/ 190 w 1379"/>
                <a:gd name="T11" fmla="*/ 175 h 512"/>
                <a:gd name="T12" fmla="*/ 138 w 1379"/>
                <a:gd name="T13" fmla="*/ 202 h 512"/>
                <a:gd name="T14" fmla="*/ 93 w 1379"/>
                <a:gd name="T15" fmla="*/ 127 h 512"/>
                <a:gd name="T16" fmla="*/ 82 w 1379"/>
                <a:gd name="T17" fmla="*/ 152 h 512"/>
                <a:gd name="T18" fmla="*/ 79 w 1379"/>
                <a:gd name="T19" fmla="*/ 187 h 512"/>
                <a:gd name="T20" fmla="*/ 93 w 1379"/>
                <a:gd name="T21" fmla="*/ 217 h 512"/>
                <a:gd name="T22" fmla="*/ 45 w 1379"/>
                <a:gd name="T23" fmla="*/ 259 h 512"/>
                <a:gd name="T24" fmla="*/ 0 w 1379"/>
                <a:gd name="T25" fmla="*/ 320 h 512"/>
                <a:gd name="T26" fmla="*/ 10 w 1379"/>
                <a:gd name="T27" fmla="*/ 319 h 512"/>
                <a:gd name="T28" fmla="*/ 29 w 1379"/>
                <a:gd name="T29" fmla="*/ 345 h 512"/>
                <a:gd name="T30" fmla="*/ 24 w 1379"/>
                <a:gd name="T31" fmla="*/ 382 h 512"/>
                <a:gd name="T32" fmla="*/ 71 w 1379"/>
                <a:gd name="T33" fmla="*/ 413 h 512"/>
                <a:gd name="T34" fmla="*/ 126 w 1379"/>
                <a:gd name="T35" fmla="*/ 416 h 512"/>
                <a:gd name="T36" fmla="*/ 177 w 1379"/>
                <a:gd name="T37" fmla="*/ 453 h 512"/>
                <a:gd name="T38" fmla="*/ 181 w 1379"/>
                <a:gd name="T39" fmla="*/ 452 h 512"/>
                <a:gd name="T40" fmla="*/ 182 w 1379"/>
                <a:gd name="T41" fmla="*/ 452 h 512"/>
                <a:gd name="T42" fmla="*/ 183 w 1379"/>
                <a:gd name="T43" fmla="*/ 452 h 512"/>
                <a:gd name="T44" fmla="*/ 183 w 1379"/>
                <a:gd name="T45" fmla="*/ 452 h 512"/>
                <a:gd name="T46" fmla="*/ 215 w 1379"/>
                <a:gd name="T47" fmla="*/ 478 h 512"/>
                <a:gd name="T48" fmla="*/ 232 w 1379"/>
                <a:gd name="T49" fmla="*/ 478 h 512"/>
                <a:gd name="T50" fmla="*/ 225 w 1379"/>
                <a:gd name="T51" fmla="*/ 409 h 512"/>
                <a:gd name="T52" fmla="*/ 246 w 1379"/>
                <a:gd name="T53" fmla="*/ 423 h 512"/>
                <a:gd name="T54" fmla="*/ 271 w 1379"/>
                <a:gd name="T55" fmla="*/ 462 h 512"/>
                <a:gd name="T56" fmla="*/ 288 w 1379"/>
                <a:gd name="T57" fmla="*/ 487 h 512"/>
                <a:gd name="T58" fmla="*/ 337 w 1379"/>
                <a:gd name="T59" fmla="*/ 507 h 512"/>
                <a:gd name="T60" fmla="*/ 373 w 1379"/>
                <a:gd name="T61" fmla="*/ 491 h 512"/>
                <a:gd name="T62" fmla="*/ 381 w 1379"/>
                <a:gd name="T63" fmla="*/ 494 h 512"/>
                <a:gd name="T64" fmla="*/ 404 w 1379"/>
                <a:gd name="T65" fmla="*/ 489 h 512"/>
                <a:gd name="T66" fmla="*/ 405 w 1379"/>
                <a:gd name="T67" fmla="*/ 490 h 512"/>
                <a:gd name="T68" fmla="*/ 418 w 1379"/>
                <a:gd name="T69" fmla="*/ 491 h 512"/>
                <a:gd name="T70" fmla="*/ 446 w 1379"/>
                <a:gd name="T71" fmla="*/ 492 h 512"/>
                <a:gd name="T72" fmla="*/ 492 w 1379"/>
                <a:gd name="T73" fmla="*/ 418 h 512"/>
                <a:gd name="T74" fmla="*/ 515 w 1379"/>
                <a:gd name="T75" fmla="*/ 400 h 512"/>
                <a:gd name="T76" fmla="*/ 516 w 1379"/>
                <a:gd name="T77" fmla="*/ 400 h 512"/>
                <a:gd name="T78" fmla="*/ 534 w 1379"/>
                <a:gd name="T79" fmla="*/ 383 h 512"/>
                <a:gd name="T80" fmla="*/ 577 w 1379"/>
                <a:gd name="T81" fmla="*/ 364 h 512"/>
                <a:gd name="T82" fmla="*/ 665 w 1379"/>
                <a:gd name="T83" fmla="*/ 351 h 512"/>
                <a:gd name="T84" fmla="*/ 677 w 1379"/>
                <a:gd name="T85" fmla="*/ 362 h 512"/>
                <a:gd name="T86" fmla="*/ 749 w 1379"/>
                <a:gd name="T87" fmla="*/ 370 h 512"/>
                <a:gd name="T88" fmla="*/ 789 w 1379"/>
                <a:gd name="T89" fmla="*/ 367 h 512"/>
                <a:gd name="T90" fmla="*/ 818 w 1379"/>
                <a:gd name="T91" fmla="*/ 339 h 512"/>
                <a:gd name="T92" fmla="*/ 932 w 1379"/>
                <a:gd name="T93" fmla="*/ 382 h 512"/>
                <a:gd name="T94" fmla="*/ 906 w 1379"/>
                <a:gd name="T95" fmla="*/ 429 h 512"/>
                <a:gd name="T96" fmla="*/ 985 w 1379"/>
                <a:gd name="T97" fmla="*/ 340 h 512"/>
                <a:gd name="T98" fmla="*/ 995 w 1379"/>
                <a:gd name="T99" fmla="*/ 263 h 512"/>
                <a:gd name="T100" fmla="*/ 1139 w 1379"/>
                <a:gd name="T101" fmla="*/ 233 h 512"/>
                <a:gd name="T102" fmla="*/ 1119 w 1379"/>
                <a:gd name="T103" fmla="*/ 277 h 512"/>
                <a:gd name="T104" fmla="*/ 1156 w 1379"/>
                <a:gd name="T105" fmla="*/ 279 h 512"/>
                <a:gd name="T106" fmla="*/ 1307 w 1379"/>
                <a:gd name="T107" fmla="*/ 175 h 512"/>
                <a:gd name="T108" fmla="*/ 1220 w 1379"/>
                <a:gd name="T109" fmla="*/ 125 h 512"/>
                <a:gd name="T110" fmla="*/ 1103 w 1379"/>
                <a:gd name="T111" fmla="*/ 104 h 512"/>
                <a:gd name="T112" fmla="*/ 925 w 1379"/>
                <a:gd name="T113" fmla="*/ 101 h 512"/>
                <a:gd name="T114" fmla="*/ 836 w 1379"/>
                <a:gd name="T115" fmla="*/ 74 h 512"/>
                <a:gd name="T116" fmla="*/ 705 w 1379"/>
                <a:gd name="T117" fmla="*/ 1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79" h="512">
                  <a:moveTo>
                    <a:pt x="684" y="0"/>
                  </a:moveTo>
                  <a:cubicBezTo>
                    <a:pt x="669" y="0"/>
                    <a:pt x="663" y="11"/>
                    <a:pt x="655" y="17"/>
                  </a:cubicBezTo>
                  <a:cubicBezTo>
                    <a:pt x="651" y="20"/>
                    <a:pt x="632" y="28"/>
                    <a:pt x="622" y="28"/>
                  </a:cubicBezTo>
                  <a:cubicBezTo>
                    <a:pt x="618" y="28"/>
                    <a:pt x="615" y="27"/>
                    <a:pt x="616" y="23"/>
                  </a:cubicBezTo>
                  <a:cubicBezTo>
                    <a:pt x="607" y="26"/>
                    <a:pt x="566" y="28"/>
                    <a:pt x="546" y="47"/>
                  </a:cubicBezTo>
                  <a:cubicBezTo>
                    <a:pt x="541" y="51"/>
                    <a:pt x="540" y="63"/>
                    <a:pt x="533" y="63"/>
                  </a:cubicBezTo>
                  <a:cubicBezTo>
                    <a:pt x="531" y="63"/>
                    <a:pt x="526" y="62"/>
                    <a:pt x="520" y="62"/>
                  </a:cubicBezTo>
                  <a:cubicBezTo>
                    <a:pt x="506" y="62"/>
                    <a:pt x="489" y="64"/>
                    <a:pt x="489" y="75"/>
                  </a:cubicBezTo>
                  <a:cubicBezTo>
                    <a:pt x="489" y="79"/>
                    <a:pt x="492" y="82"/>
                    <a:pt x="493" y="87"/>
                  </a:cubicBezTo>
                  <a:cubicBezTo>
                    <a:pt x="491" y="88"/>
                    <a:pt x="489" y="88"/>
                    <a:pt x="487" y="88"/>
                  </a:cubicBezTo>
                  <a:cubicBezTo>
                    <a:pt x="483" y="88"/>
                    <a:pt x="478" y="87"/>
                    <a:pt x="465" y="87"/>
                  </a:cubicBezTo>
                  <a:cubicBezTo>
                    <a:pt x="460" y="93"/>
                    <a:pt x="456" y="96"/>
                    <a:pt x="454" y="96"/>
                  </a:cubicBezTo>
                  <a:cubicBezTo>
                    <a:pt x="448" y="96"/>
                    <a:pt x="448" y="82"/>
                    <a:pt x="445" y="78"/>
                  </a:cubicBezTo>
                  <a:cubicBezTo>
                    <a:pt x="444" y="87"/>
                    <a:pt x="438" y="91"/>
                    <a:pt x="430" y="95"/>
                  </a:cubicBezTo>
                  <a:cubicBezTo>
                    <a:pt x="433" y="103"/>
                    <a:pt x="445" y="111"/>
                    <a:pt x="436" y="121"/>
                  </a:cubicBezTo>
                  <a:cubicBezTo>
                    <a:pt x="430" y="127"/>
                    <a:pt x="448" y="148"/>
                    <a:pt x="438" y="148"/>
                  </a:cubicBezTo>
                  <a:cubicBezTo>
                    <a:pt x="427" y="148"/>
                    <a:pt x="423" y="105"/>
                    <a:pt x="423" y="97"/>
                  </a:cubicBezTo>
                  <a:cubicBezTo>
                    <a:pt x="423" y="87"/>
                    <a:pt x="439" y="83"/>
                    <a:pt x="415" y="78"/>
                  </a:cubicBezTo>
                  <a:cubicBezTo>
                    <a:pt x="414" y="78"/>
                    <a:pt x="413" y="78"/>
                    <a:pt x="413" y="78"/>
                  </a:cubicBezTo>
                  <a:cubicBezTo>
                    <a:pt x="400" y="78"/>
                    <a:pt x="379" y="96"/>
                    <a:pt x="379" y="107"/>
                  </a:cubicBezTo>
                  <a:cubicBezTo>
                    <a:pt x="379" y="120"/>
                    <a:pt x="385" y="128"/>
                    <a:pt x="392" y="135"/>
                  </a:cubicBezTo>
                  <a:cubicBezTo>
                    <a:pt x="397" y="143"/>
                    <a:pt x="397" y="145"/>
                    <a:pt x="394" y="145"/>
                  </a:cubicBezTo>
                  <a:cubicBezTo>
                    <a:pt x="387" y="145"/>
                    <a:pt x="366" y="131"/>
                    <a:pt x="356" y="129"/>
                  </a:cubicBezTo>
                  <a:cubicBezTo>
                    <a:pt x="345" y="126"/>
                    <a:pt x="339" y="125"/>
                    <a:pt x="334" y="125"/>
                  </a:cubicBezTo>
                  <a:cubicBezTo>
                    <a:pt x="323" y="125"/>
                    <a:pt x="330" y="132"/>
                    <a:pt x="330" y="134"/>
                  </a:cubicBezTo>
                  <a:cubicBezTo>
                    <a:pt x="329" y="142"/>
                    <a:pt x="327" y="145"/>
                    <a:pt x="325" y="145"/>
                  </a:cubicBezTo>
                  <a:cubicBezTo>
                    <a:pt x="322" y="145"/>
                    <a:pt x="317" y="138"/>
                    <a:pt x="314" y="138"/>
                  </a:cubicBezTo>
                  <a:cubicBezTo>
                    <a:pt x="307" y="138"/>
                    <a:pt x="294" y="145"/>
                    <a:pt x="283" y="145"/>
                  </a:cubicBezTo>
                  <a:cubicBezTo>
                    <a:pt x="280" y="145"/>
                    <a:pt x="277" y="145"/>
                    <a:pt x="274" y="144"/>
                  </a:cubicBezTo>
                  <a:cubicBezTo>
                    <a:pt x="273" y="141"/>
                    <a:pt x="271" y="139"/>
                    <a:pt x="267" y="139"/>
                  </a:cubicBezTo>
                  <a:cubicBezTo>
                    <a:pt x="253" y="139"/>
                    <a:pt x="223" y="165"/>
                    <a:pt x="214" y="165"/>
                  </a:cubicBezTo>
                  <a:cubicBezTo>
                    <a:pt x="211" y="165"/>
                    <a:pt x="206" y="162"/>
                    <a:pt x="207" y="159"/>
                  </a:cubicBezTo>
                  <a:cubicBezTo>
                    <a:pt x="210" y="152"/>
                    <a:pt x="209" y="140"/>
                    <a:pt x="205" y="140"/>
                  </a:cubicBezTo>
                  <a:cubicBezTo>
                    <a:pt x="202" y="140"/>
                    <a:pt x="198" y="146"/>
                    <a:pt x="193" y="161"/>
                  </a:cubicBezTo>
                  <a:cubicBezTo>
                    <a:pt x="192" y="163"/>
                    <a:pt x="197" y="164"/>
                    <a:pt x="197" y="169"/>
                  </a:cubicBezTo>
                  <a:cubicBezTo>
                    <a:pt x="197" y="174"/>
                    <a:pt x="194" y="175"/>
                    <a:pt x="190" y="175"/>
                  </a:cubicBezTo>
                  <a:cubicBezTo>
                    <a:pt x="188" y="175"/>
                    <a:pt x="186" y="175"/>
                    <a:pt x="185" y="175"/>
                  </a:cubicBezTo>
                  <a:cubicBezTo>
                    <a:pt x="183" y="174"/>
                    <a:pt x="181" y="174"/>
                    <a:pt x="179" y="174"/>
                  </a:cubicBezTo>
                  <a:cubicBezTo>
                    <a:pt x="178" y="174"/>
                    <a:pt x="176" y="174"/>
                    <a:pt x="175" y="175"/>
                  </a:cubicBezTo>
                  <a:cubicBezTo>
                    <a:pt x="168" y="177"/>
                    <a:pt x="169" y="195"/>
                    <a:pt x="153" y="195"/>
                  </a:cubicBezTo>
                  <a:cubicBezTo>
                    <a:pt x="149" y="195"/>
                    <a:pt x="144" y="193"/>
                    <a:pt x="138" y="190"/>
                  </a:cubicBezTo>
                  <a:cubicBezTo>
                    <a:pt x="138" y="202"/>
                    <a:pt x="138" y="202"/>
                    <a:pt x="138" y="202"/>
                  </a:cubicBezTo>
                  <a:cubicBezTo>
                    <a:pt x="121" y="200"/>
                    <a:pt x="123" y="183"/>
                    <a:pt x="118" y="175"/>
                  </a:cubicBezTo>
                  <a:cubicBezTo>
                    <a:pt x="120" y="175"/>
                    <a:pt x="122" y="175"/>
                    <a:pt x="124" y="175"/>
                  </a:cubicBezTo>
                  <a:cubicBezTo>
                    <a:pt x="133" y="175"/>
                    <a:pt x="139" y="175"/>
                    <a:pt x="148" y="178"/>
                  </a:cubicBezTo>
                  <a:cubicBezTo>
                    <a:pt x="150" y="178"/>
                    <a:pt x="151" y="178"/>
                    <a:pt x="153" y="178"/>
                  </a:cubicBezTo>
                  <a:cubicBezTo>
                    <a:pt x="169" y="178"/>
                    <a:pt x="192" y="161"/>
                    <a:pt x="147" y="146"/>
                  </a:cubicBezTo>
                  <a:cubicBezTo>
                    <a:pt x="134" y="142"/>
                    <a:pt x="103" y="127"/>
                    <a:pt x="93" y="127"/>
                  </a:cubicBezTo>
                  <a:cubicBezTo>
                    <a:pt x="93" y="127"/>
                    <a:pt x="93" y="126"/>
                    <a:pt x="90" y="126"/>
                  </a:cubicBezTo>
                  <a:cubicBezTo>
                    <a:pt x="89" y="126"/>
                    <a:pt x="88" y="126"/>
                    <a:pt x="86" y="126"/>
                  </a:cubicBezTo>
                  <a:cubicBezTo>
                    <a:pt x="86" y="126"/>
                    <a:pt x="86" y="126"/>
                    <a:pt x="86" y="126"/>
                  </a:cubicBezTo>
                  <a:cubicBezTo>
                    <a:pt x="82" y="129"/>
                    <a:pt x="72" y="134"/>
                    <a:pt x="72" y="141"/>
                  </a:cubicBezTo>
                  <a:cubicBezTo>
                    <a:pt x="72" y="141"/>
                    <a:pt x="72" y="141"/>
                    <a:pt x="72" y="141"/>
                  </a:cubicBezTo>
                  <a:cubicBezTo>
                    <a:pt x="72" y="146"/>
                    <a:pt x="82" y="146"/>
                    <a:pt x="82" y="152"/>
                  </a:cubicBezTo>
                  <a:cubicBezTo>
                    <a:pt x="82" y="152"/>
                    <a:pt x="82" y="152"/>
                    <a:pt x="82" y="152"/>
                  </a:cubicBezTo>
                  <a:cubicBezTo>
                    <a:pt x="82" y="157"/>
                    <a:pt x="76" y="159"/>
                    <a:pt x="76" y="164"/>
                  </a:cubicBezTo>
                  <a:cubicBezTo>
                    <a:pt x="76" y="164"/>
                    <a:pt x="76" y="164"/>
                    <a:pt x="76" y="164"/>
                  </a:cubicBezTo>
                  <a:cubicBezTo>
                    <a:pt x="76" y="169"/>
                    <a:pt x="82" y="173"/>
                    <a:pt x="82" y="178"/>
                  </a:cubicBezTo>
                  <a:cubicBezTo>
                    <a:pt x="82" y="178"/>
                    <a:pt x="82" y="178"/>
                    <a:pt x="82" y="178"/>
                  </a:cubicBezTo>
                  <a:cubicBezTo>
                    <a:pt x="82" y="182"/>
                    <a:pt x="79" y="183"/>
                    <a:pt x="79" y="187"/>
                  </a:cubicBezTo>
                  <a:cubicBezTo>
                    <a:pt x="79" y="187"/>
                    <a:pt x="79" y="187"/>
                    <a:pt x="79" y="187"/>
                  </a:cubicBezTo>
                  <a:cubicBezTo>
                    <a:pt x="79" y="193"/>
                    <a:pt x="88" y="195"/>
                    <a:pt x="88" y="201"/>
                  </a:cubicBezTo>
                  <a:cubicBezTo>
                    <a:pt x="88" y="201"/>
                    <a:pt x="88" y="201"/>
                    <a:pt x="88" y="201"/>
                  </a:cubicBezTo>
                  <a:cubicBezTo>
                    <a:pt x="88" y="203"/>
                    <a:pt x="85" y="204"/>
                    <a:pt x="84" y="205"/>
                  </a:cubicBezTo>
                  <a:cubicBezTo>
                    <a:pt x="84" y="205"/>
                    <a:pt x="84" y="205"/>
                    <a:pt x="84" y="205"/>
                  </a:cubicBezTo>
                  <a:cubicBezTo>
                    <a:pt x="87" y="209"/>
                    <a:pt x="93" y="210"/>
                    <a:pt x="93" y="217"/>
                  </a:cubicBezTo>
                  <a:cubicBezTo>
                    <a:pt x="93" y="217"/>
                    <a:pt x="93" y="217"/>
                    <a:pt x="93" y="217"/>
                  </a:cubicBezTo>
                  <a:cubicBezTo>
                    <a:pt x="93" y="226"/>
                    <a:pt x="74" y="237"/>
                    <a:pt x="68" y="245"/>
                  </a:cubicBezTo>
                  <a:cubicBezTo>
                    <a:pt x="68" y="245"/>
                    <a:pt x="68" y="245"/>
                    <a:pt x="68" y="245"/>
                  </a:cubicBezTo>
                  <a:cubicBezTo>
                    <a:pt x="70" y="248"/>
                    <a:pt x="73" y="249"/>
                    <a:pt x="75" y="254"/>
                  </a:cubicBezTo>
                  <a:cubicBezTo>
                    <a:pt x="72" y="257"/>
                    <a:pt x="63" y="261"/>
                    <a:pt x="59" y="261"/>
                  </a:cubicBezTo>
                  <a:cubicBezTo>
                    <a:pt x="54" y="261"/>
                    <a:pt x="51" y="259"/>
                    <a:pt x="45" y="259"/>
                  </a:cubicBezTo>
                  <a:cubicBezTo>
                    <a:pt x="39" y="259"/>
                    <a:pt x="25" y="265"/>
                    <a:pt x="29" y="269"/>
                  </a:cubicBezTo>
                  <a:cubicBezTo>
                    <a:pt x="43" y="282"/>
                    <a:pt x="36" y="287"/>
                    <a:pt x="32" y="287"/>
                  </a:cubicBezTo>
                  <a:cubicBezTo>
                    <a:pt x="27" y="287"/>
                    <a:pt x="26" y="280"/>
                    <a:pt x="21" y="280"/>
                  </a:cubicBezTo>
                  <a:cubicBezTo>
                    <a:pt x="16" y="280"/>
                    <a:pt x="10" y="293"/>
                    <a:pt x="10" y="300"/>
                  </a:cubicBezTo>
                  <a:cubicBezTo>
                    <a:pt x="10" y="311"/>
                    <a:pt x="0" y="310"/>
                    <a:pt x="0" y="320"/>
                  </a:cubicBezTo>
                  <a:cubicBezTo>
                    <a:pt x="0" y="320"/>
                    <a:pt x="0" y="320"/>
                    <a:pt x="0" y="320"/>
                  </a:cubicBezTo>
                  <a:cubicBezTo>
                    <a:pt x="4" y="319"/>
                    <a:pt x="7" y="319"/>
                    <a:pt x="10" y="319"/>
                  </a:cubicBezTo>
                  <a:cubicBezTo>
                    <a:pt x="10" y="319"/>
                    <a:pt x="10" y="319"/>
                    <a:pt x="10" y="319"/>
                  </a:cubicBezTo>
                  <a:cubicBezTo>
                    <a:pt x="10" y="319"/>
                    <a:pt x="10" y="319"/>
                    <a:pt x="10" y="319"/>
                  </a:cubicBezTo>
                  <a:cubicBezTo>
                    <a:pt x="10" y="319"/>
                    <a:pt x="10" y="319"/>
                    <a:pt x="10" y="319"/>
                  </a:cubicBezTo>
                  <a:cubicBezTo>
                    <a:pt x="10" y="319"/>
                    <a:pt x="10" y="319"/>
                    <a:pt x="10" y="319"/>
                  </a:cubicBezTo>
                  <a:cubicBezTo>
                    <a:pt x="10" y="319"/>
                    <a:pt x="10" y="319"/>
                    <a:pt x="10" y="319"/>
                  </a:cubicBezTo>
                  <a:cubicBezTo>
                    <a:pt x="10" y="319"/>
                    <a:pt x="10" y="319"/>
                    <a:pt x="10" y="319"/>
                  </a:cubicBezTo>
                  <a:cubicBezTo>
                    <a:pt x="10" y="319"/>
                    <a:pt x="10" y="319"/>
                    <a:pt x="10" y="319"/>
                  </a:cubicBezTo>
                  <a:cubicBezTo>
                    <a:pt x="15" y="319"/>
                    <a:pt x="19" y="318"/>
                    <a:pt x="25" y="318"/>
                  </a:cubicBezTo>
                  <a:cubicBezTo>
                    <a:pt x="31" y="318"/>
                    <a:pt x="33" y="329"/>
                    <a:pt x="33" y="335"/>
                  </a:cubicBezTo>
                  <a:cubicBezTo>
                    <a:pt x="33" y="335"/>
                    <a:pt x="33" y="335"/>
                    <a:pt x="33" y="335"/>
                  </a:cubicBezTo>
                  <a:cubicBezTo>
                    <a:pt x="33" y="339"/>
                    <a:pt x="29" y="341"/>
                    <a:pt x="29" y="345"/>
                  </a:cubicBezTo>
                  <a:cubicBezTo>
                    <a:pt x="29" y="345"/>
                    <a:pt x="29" y="345"/>
                    <a:pt x="29" y="345"/>
                  </a:cubicBezTo>
                  <a:cubicBezTo>
                    <a:pt x="29" y="351"/>
                    <a:pt x="35" y="354"/>
                    <a:pt x="35" y="360"/>
                  </a:cubicBezTo>
                  <a:cubicBezTo>
                    <a:pt x="35" y="360"/>
                    <a:pt x="35" y="360"/>
                    <a:pt x="35" y="360"/>
                  </a:cubicBezTo>
                  <a:cubicBezTo>
                    <a:pt x="35" y="363"/>
                    <a:pt x="29" y="364"/>
                    <a:pt x="28" y="366"/>
                  </a:cubicBezTo>
                  <a:cubicBezTo>
                    <a:pt x="25" y="371"/>
                    <a:pt x="24" y="376"/>
                    <a:pt x="24" y="382"/>
                  </a:cubicBezTo>
                  <a:cubicBezTo>
                    <a:pt x="24" y="382"/>
                    <a:pt x="24" y="382"/>
                    <a:pt x="24" y="382"/>
                  </a:cubicBezTo>
                  <a:cubicBezTo>
                    <a:pt x="24" y="388"/>
                    <a:pt x="27" y="389"/>
                    <a:pt x="30" y="389"/>
                  </a:cubicBezTo>
                  <a:cubicBezTo>
                    <a:pt x="32" y="389"/>
                    <a:pt x="34" y="389"/>
                    <a:pt x="36" y="389"/>
                  </a:cubicBezTo>
                  <a:cubicBezTo>
                    <a:pt x="45" y="389"/>
                    <a:pt x="49" y="385"/>
                    <a:pt x="56" y="385"/>
                  </a:cubicBezTo>
                  <a:cubicBezTo>
                    <a:pt x="64" y="385"/>
                    <a:pt x="62" y="400"/>
                    <a:pt x="69" y="400"/>
                  </a:cubicBezTo>
                  <a:cubicBezTo>
                    <a:pt x="69" y="411"/>
                    <a:pt x="69" y="411"/>
                    <a:pt x="69" y="411"/>
                  </a:cubicBezTo>
                  <a:cubicBezTo>
                    <a:pt x="69" y="412"/>
                    <a:pt x="70" y="413"/>
                    <a:pt x="71" y="413"/>
                  </a:cubicBezTo>
                  <a:cubicBezTo>
                    <a:pt x="72" y="415"/>
                    <a:pt x="72" y="415"/>
                    <a:pt x="72" y="415"/>
                  </a:cubicBezTo>
                  <a:cubicBezTo>
                    <a:pt x="74" y="415"/>
                    <a:pt x="77" y="414"/>
                    <a:pt x="79" y="413"/>
                  </a:cubicBezTo>
                  <a:cubicBezTo>
                    <a:pt x="85" y="412"/>
                    <a:pt x="86" y="404"/>
                    <a:pt x="92" y="404"/>
                  </a:cubicBezTo>
                  <a:cubicBezTo>
                    <a:pt x="97" y="404"/>
                    <a:pt x="110" y="426"/>
                    <a:pt x="114" y="426"/>
                  </a:cubicBezTo>
                  <a:cubicBezTo>
                    <a:pt x="118" y="426"/>
                    <a:pt x="132" y="420"/>
                    <a:pt x="134" y="417"/>
                  </a:cubicBezTo>
                  <a:cubicBezTo>
                    <a:pt x="134" y="417"/>
                    <a:pt x="126" y="416"/>
                    <a:pt x="126" y="416"/>
                  </a:cubicBezTo>
                  <a:cubicBezTo>
                    <a:pt x="125" y="416"/>
                    <a:pt x="121" y="415"/>
                    <a:pt x="121" y="411"/>
                  </a:cubicBezTo>
                  <a:cubicBezTo>
                    <a:pt x="121" y="409"/>
                    <a:pt x="142" y="402"/>
                    <a:pt x="150" y="399"/>
                  </a:cubicBezTo>
                  <a:cubicBezTo>
                    <a:pt x="150" y="399"/>
                    <a:pt x="146" y="403"/>
                    <a:pt x="145" y="404"/>
                  </a:cubicBezTo>
                  <a:cubicBezTo>
                    <a:pt x="145" y="405"/>
                    <a:pt x="153" y="413"/>
                    <a:pt x="136" y="417"/>
                  </a:cubicBezTo>
                  <a:cubicBezTo>
                    <a:pt x="143" y="434"/>
                    <a:pt x="176" y="431"/>
                    <a:pt x="176" y="454"/>
                  </a:cubicBezTo>
                  <a:cubicBezTo>
                    <a:pt x="177" y="453"/>
                    <a:pt x="177" y="453"/>
                    <a:pt x="177" y="453"/>
                  </a:cubicBezTo>
                  <a:cubicBezTo>
                    <a:pt x="178" y="453"/>
                    <a:pt x="180" y="452"/>
                    <a:pt x="181" y="452"/>
                  </a:cubicBezTo>
                  <a:cubicBezTo>
                    <a:pt x="181" y="452"/>
                    <a:pt x="181" y="452"/>
                    <a:pt x="181" y="452"/>
                  </a:cubicBezTo>
                  <a:cubicBezTo>
                    <a:pt x="181" y="452"/>
                    <a:pt x="181" y="452"/>
                    <a:pt x="181" y="452"/>
                  </a:cubicBezTo>
                  <a:cubicBezTo>
                    <a:pt x="181" y="452"/>
                    <a:pt x="181" y="452"/>
                    <a:pt x="181" y="452"/>
                  </a:cubicBezTo>
                  <a:cubicBezTo>
                    <a:pt x="181" y="452"/>
                    <a:pt x="181" y="452"/>
                    <a:pt x="181" y="452"/>
                  </a:cubicBezTo>
                  <a:cubicBezTo>
                    <a:pt x="181" y="452"/>
                    <a:pt x="181" y="452"/>
                    <a:pt x="181" y="452"/>
                  </a:cubicBezTo>
                  <a:cubicBezTo>
                    <a:pt x="181" y="452"/>
                    <a:pt x="181" y="452"/>
                    <a:pt x="181" y="452"/>
                  </a:cubicBezTo>
                  <a:cubicBezTo>
                    <a:pt x="181" y="452"/>
                    <a:pt x="181" y="452"/>
                    <a:pt x="181" y="452"/>
                  </a:cubicBezTo>
                  <a:cubicBezTo>
                    <a:pt x="181" y="452"/>
                    <a:pt x="181" y="452"/>
                    <a:pt x="181" y="452"/>
                  </a:cubicBezTo>
                  <a:cubicBezTo>
                    <a:pt x="181" y="452"/>
                    <a:pt x="181" y="452"/>
                    <a:pt x="181" y="452"/>
                  </a:cubicBezTo>
                  <a:cubicBezTo>
                    <a:pt x="181" y="452"/>
                    <a:pt x="181" y="452"/>
                    <a:pt x="181" y="452"/>
                  </a:cubicBezTo>
                  <a:cubicBezTo>
                    <a:pt x="182" y="452"/>
                    <a:pt x="182" y="452"/>
                    <a:pt x="182" y="452"/>
                  </a:cubicBezTo>
                  <a:cubicBezTo>
                    <a:pt x="182" y="452"/>
                    <a:pt x="182" y="452"/>
                    <a:pt x="182" y="452"/>
                  </a:cubicBezTo>
                  <a:cubicBezTo>
                    <a:pt x="182" y="452"/>
                    <a:pt x="182" y="452"/>
                    <a:pt x="182" y="452"/>
                  </a:cubicBezTo>
                  <a:cubicBezTo>
                    <a:pt x="182" y="452"/>
                    <a:pt x="182" y="452"/>
                    <a:pt x="182" y="452"/>
                  </a:cubicBezTo>
                  <a:cubicBezTo>
                    <a:pt x="182" y="452"/>
                    <a:pt x="182" y="452"/>
                    <a:pt x="182" y="452"/>
                  </a:cubicBezTo>
                  <a:cubicBezTo>
                    <a:pt x="182" y="452"/>
                    <a:pt x="183" y="452"/>
                    <a:pt x="183" y="452"/>
                  </a:cubicBezTo>
                  <a:cubicBezTo>
                    <a:pt x="183" y="452"/>
                    <a:pt x="183" y="452"/>
                    <a:pt x="183" y="452"/>
                  </a:cubicBezTo>
                  <a:cubicBezTo>
                    <a:pt x="183" y="452"/>
                    <a:pt x="183" y="452"/>
                    <a:pt x="183" y="452"/>
                  </a:cubicBezTo>
                  <a:cubicBezTo>
                    <a:pt x="183" y="452"/>
                    <a:pt x="183" y="452"/>
                    <a:pt x="183" y="452"/>
                  </a:cubicBezTo>
                  <a:cubicBezTo>
                    <a:pt x="183" y="452"/>
                    <a:pt x="183" y="452"/>
                    <a:pt x="183" y="452"/>
                  </a:cubicBezTo>
                  <a:cubicBezTo>
                    <a:pt x="183" y="452"/>
                    <a:pt x="183" y="452"/>
                    <a:pt x="183" y="452"/>
                  </a:cubicBezTo>
                  <a:cubicBezTo>
                    <a:pt x="183" y="452"/>
                    <a:pt x="183" y="452"/>
                    <a:pt x="183" y="452"/>
                  </a:cubicBezTo>
                  <a:cubicBezTo>
                    <a:pt x="183" y="452"/>
                    <a:pt x="183" y="452"/>
                    <a:pt x="183" y="452"/>
                  </a:cubicBezTo>
                  <a:cubicBezTo>
                    <a:pt x="183" y="452"/>
                    <a:pt x="183" y="452"/>
                    <a:pt x="183" y="452"/>
                  </a:cubicBezTo>
                  <a:cubicBezTo>
                    <a:pt x="183" y="452"/>
                    <a:pt x="183" y="452"/>
                    <a:pt x="183" y="452"/>
                  </a:cubicBezTo>
                  <a:cubicBezTo>
                    <a:pt x="183" y="452"/>
                    <a:pt x="183" y="452"/>
                    <a:pt x="183" y="452"/>
                  </a:cubicBezTo>
                  <a:cubicBezTo>
                    <a:pt x="192" y="452"/>
                    <a:pt x="192" y="458"/>
                    <a:pt x="194" y="464"/>
                  </a:cubicBezTo>
                  <a:cubicBezTo>
                    <a:pt x="195" y="465"/>
                    <a:pt x="201" y="468"/>
                    <a:pt x="201" y="468"/>
                  </a:cubicBezTo>
                  <a:cubicBezTo>
                    <a:pt x="206" y="470"/>
                    <a:pt x="208" y="478"/>
                    <a:pt x="215" y="478"/>
                  </a:cubicBezTo>
                  <a:cubicBezTo>
                    <a:pt x="222" y="478"/>
                    <a:pt x="221" y="473"/>
                    <a:pt x="226" y="472"/>
                  </a:cubicBezTo>
                  <a:cubicBezTo>
                    <a:pt x="228" y="471"/>
                    <a:pt x="228" y="471"/>
                    <a:pt x="230" y="471"/>
                  </a:cubicBezTo>
                  <a:cubicBezTo>
                    <a:pt x="231" y="473"/>
                    <a:pt x="231" y="475"/>
                    <a:pt x="232" y="476"/>
                  </a:cubicBezTo>
                  <a:cubicBezTo>
                    <a:pt x="232" y="476"/>
                    <a:pt x="232" y="476"/>
                    <a:pt x="232" y="476"/>
                  </a:cubicBezTo>
                  <a:cubicBezTo>
                    <a:pt x="232" y="476"/>
                    <a:pt x="232" y="476"/>
                    <a:pt x="232" y="477"/>
                  </a:cubicBezTo>
                  <a:cubicBezTo>
                    <a:pt x="232" y="477"/>
                    <a:pt x="232" y="477"/>
                    <a:pt x="232" y="478"/>
                  </a:cubicBezTo>
                  <a:cubicBezTo>
                    <a:pt x="236" y="478"/>
                    <a:pt x="236" y="478"/>
                    <a:pt x="236" y="478"/>
                  </a:cubicBezTo>
                  <a:cubicBezTo>
                    <a:pt x="239" y="474"/>
                    <a:pt x="239" y="467"/>
                    <a:pt x="244" y="465"/>
                  </a:cubicBezTo>
                  <a:cubicBezTo>
                    <a:pt x="236" y="460"/>
                    <a:pt x="224" y="443"/>
                    <a:pt x="224" y="434"/>
                  </a:cubicBezTo>
                  <a:cubicBezTo>
                    <a:pt x="224" y="431"/>
                    <a:pt x="218" y="427"/>
                    <a:pt x="218" y="422"/>
                  </a:cubicBezTo>
                  <a:cubicBezTo>
                    <a:pt x="218" y="421"/>
                    <a:pt x="223" y="410"/>
                    <a:pt x="225" y="409"/>
                  </a:cubicBezTo>
                  <a:cubicBezTo>
                    <a:pt x="225" y="409"/>
                    <a:pt x="225" y="409"/>
                    <a:pt x="225" y="409"/>
                  </a:cubicBezTo>
                  <a:cubicBezTo>
                    <a:pt x="228" y="409"/>
                    <a:pt x="235" y="405"/>
                    <a:pt x="236" y="404"/>
                  </a:cubicBezTo>
                  <a:cubicBezTo>
                    <a:pt x="243" y="402"/>
                    <a:pt x="248" y="400"/>
                    <a:pt x="257" y="400"/>
                  </a:cubicBezTo>
                  <a:cubicBezTo>
                    <a:pt x="272" y="400"/>
                    <a:pt x="275" y="407"/>
                    <a:pt x="281" y="415"/>
                  </a:cubicBezTo>
                  <a:cubicBezTo>
                    <a:pt x="279" y="417"/>
                    <a:pt x="277" y="417"/>
                    <a:pt x="276" y="417"/>
                  </a:cubicBezTo>
                  <a:cubicBezTo>
                    <a:pt x="272" y="417"/>
                    <a:pt x="269" y="416"/>
                    <a:pt x="266" y="416"/>
                  </a:cubicBezTo>
                  <a:cubicBezTo>
                    <a:pt x="258" y="416"/>
                    <a:pt x="247" y="423"/>
                    <a:pt x="246" y="423"/>
                  </a:cubicBezTo>
                  <a:cubicBezTo>
                    <a:pt x="246" y="423"/>
                    <a:pt x="246" y="423"/>
                    <a:pt x="246" y="423"/>
                  </a:cubicBezTo>
                  <a:cubicBezTo>
                    <a:pt x="246" y="429"/>
                    <a:pt x="250" y="428"/>
                    <a:pt x="252" y="431"/>
                  </a:cubicBezTo>
                  <a:cubicBezTo>
                    <a:pt x="258" y="441"/>
                    <a:pt x="265" y="444"/>
                    <a:pt x="265" y="456"/>
                  </a:cubicBezTo>
                  <a:cubicBezTo>
                    <a:pt x="268" y="454"/>
                    <a:pt x="273" y="452"/>
                    <a:pt x="275" y="451"/>
                  </a:cubicBezTo>
                  <a:cubicBezTo>
                    <a:pt x="275" y="456"/>
                    <a:pt x="280" y="458"/>
                    <a:pt x="280" y="462"/>
                  </a:cubicBezTo>
                  <a:cubicBezTo>
                    <a:pt x="271" y="462"/>
                    <a:pt x="271" y="462"/>
                    <a:pt x="271" y="462"/>
                  </a:cubicBezTo>
                  <a:cubicBezTo>
                    <a:pt x="269" y="462"/>
                    <a:pt x="266" y="465"/>
                    <a:pt x="266" y="469"/>
                  </a:cubicBezTo>
                  <a:cubicBezTo>
                    <a:pt x="271" y="470"/>
                    <a:pt x="275" y="476"/>
                    <a:pt x="275" y="481"/>
                  </a:cubicBezTo>
                  <a:cubicBezTo>
                    <a:pt x="275" y="484"/>
                    <a:pt x="273" y="485"/>
                    <a:pt x="273" y="488"/>
                  </a:cubicBezTo>
                  <a:cubicBezTo>
                    <a:pt x="273" y="490"/>
                    <a:pt x="276" y="493"/>
                    <a:pt x="276" y="494"/>
                  </a:cubicBezTo>
                  <a:cubicBezTo>
                    <a:pt x="276" y="491"/>
                    <a:pt x="280" y="491"/>
                    <a:pt x="282" y="490"/>
                  </a:cubicBezTo>
                  <a:cubicBezTo>
                    <a:pt x="286" y="489"/>
                    <a:pt x="285" y="488"/>
                    <a:pt x="288" y="487"/>
                  </a:cubicBezTo>
                  <a:cubicBezTo>
                    <a:pt x="293" y="485"/>
                    <a:pt x="296" y="486"/>
                    <a:pt x="301" y="483"/>
                  </a:cubicBezTo>
                  <a:cubicBezTo>
                    <a:pt x="307" y="487"/>
                    <a:pt x="310" y="487"/>
                    <a:pt x="316" y="489"/>
                  </a:cubicBezTo>
                  <a:cubicBezTo>
                    <a:pt x="323" y="491"/>
                    <a:pt x="326" y="497"/>
                    <a:pt x="334" y="497"/>
                  </a:cubicBezTo>
                  <a:cubicBezTo>
                    <a:pt x="334" y="499"/>
                    <a:pt x="336" y="500"/>
                    <a:pt x="336" y="501"/>
                  </a:cubicBezTo>
                  <a:cubicBezTo>
                    <a:pt x="336" y="501"/>
                    <a:pt x="336" y="501"/>
                    <a:pt x="336" y="501"/>
                  </a:cubicBezTo>
                  <a:cubicBezTo>
                    <a:pt x="337" y="503"/>
                    <a:pt x="337" y="505"/>
                    <a:pt x="337" y="507"/>
                  </a:cubicBezTo>
                  <a:cubicBezTo>
                    <a:pt x="337" y="508"/>
                    <a:pt x="337" y="509"/>
                    <a:pt x="338" y="511"/>
                  </a:cubicBezTo>
                  <a:cubicBezTo>
                    <a:pt x="338" y="510"/>
                    <a:pt x="339" y="510"/>
                    <a:pt x="340" y="510"/>
                  </a:cubicBezTo>
                  <a:cubicBezTo>
                    <a:pt x="342" y="510"/>
                    <a:pt x="344" y="512"/>
                    <a:pt x="346" y="512"/>
                  </a:cubicBezTo>
                  <a:cubicBezTo>
                    <a:pt x="349" y="512"/>
                    <a:pt x="351" y="510"/>
                    <a:pt x="353" y="508"/>
                  </a:cubicBezTo>
                  <a:cubicBezTo>
                    <a:pt x="355" y="506"/>
                    <a:pt x="358" y="506"/>
                    <a:pt x="361" y="503"/>
                  </a:cubicBezTo>
                  <a:cubicBezTo>
                    <a:pt x="365" y="499"/>
                    <a:pt x="366" y="491"/>
                    <a:pt x="373" y="491"/>
                  </a:cubicBezTo>
                  <a:cubicBezTo>
                    <a:pt x="376" y="491"/>
                    <a:pt x="375" y="492"/>
                    <a:pt x="378" y="492"/>
                  </a:cubicBezTo>
                  <a:cubicBezTo>
                    <a:pt x="378" y="492"/>
                    <a:pt x="378" y="492"/>
                    <a:pt x="378" y="492"/>
                  </a:cubicBezTo>
                  <a:cubicBezTo>
                    <a:pt x="378" y="492"/>
                    <a:pt x="378" y="492"/>
                    <a:pt x="378" y="492"/>
                  </a:cubicBezTo>
                  <a:cubicBezTo>
                    <a:pt x="378" y="494"/>
                    <a:pt x="379" y="494"/>
                    <a:pt x="381" y="494"/>
                  </a:cubicBezTo>
                  <a:cubicBezTo>
                    <a:pt x="381" y="494"/>
                    <a:pt x="381" y="494"/>
                    <a:pt x="381" y="494"/>
                  </a:cubicBezTo>
                  <a:cubicBezTo>
                    <a:pt x="381" y="494"/>
                    <a:pt x="381" y="494"/>
                    <a:pt x="381" y="494"/>
                  </a:cubicBezTo>
                  <a:cubicBezTo>
                    <a:pt x="381" y="494"/>
                    <a:pt x="381" y="494"/>
                    <a:pt x="381" y="494"/>
                  </a:cubicBezTo>
                  <a:cubicBezTo>
                    <a:pt x="382" y="494"/>
                    <a:pt x="384" y="494"/>
                    <a:pt x="385" y="494"/>
                  </a:cubicBezTo>
                  <a:cubicBezTo>
                    <a:pt x="386" y="494"/>
                    <a:pt x="386" y="493"/>
                    <a:pt x="387" y="493"/>
                  </a:cubicBezTo>
                  <a:cubicBezTo>
                    <a:pt x="389" y="493"/>
                    <a:pt x="390" y="497"/>
                    <a:pt x="392" y="497"/>
                  </a:cubicBezTo>
                  <a:cubicBezTo>
                    <a:pt x="397" y="497"/>
                    <a:pt x="402" y="493"/>
                    <a:pt x="404" y="489"/>
                  </a:cubicBezTo>
                  <a:cubicBezTo>
                    <a:pt x="404" y="489"/>
                    <a:pt x="404" y="489"/>
                    <a:pt x="404" y="489"/>
                  </a:cubicBezTo>
                  <a:cubicBezTo>
                    <a:pt x="404" y="489"/>
                    <a:pt x="404" y="489"/>
                    <a:pt x="404" y="489"/>
                  </a:cubicBezTo>
                  <a:cubicBezTo>
                    <a:pt x="404" y="489"/>
                    <a:pt x="404" y="489"/>
                    <a:pt x="404" y="489"/>
                  </a:cubicBezTo>
                  <a:cubicBezTo>
                    <a:pt x="404" y="489"/>
                    <a:pt x="404" y="489"/>
                    <a:pt x="404" y="489"/>
                  </a:cubicBezTo>
                  <a:cubicBezTo>
                    <a:pt x="405" y="490"/>
                    <a:pt x="405" y="490"/>
                    <a:pt x="405" y="490"/>
                  </a:cubicBezTo>
                  <a:cubicBezTo>
                    <a:pt x="405" y="490"/>
                    <a:pt x="405" y="490"/>
                    <a:pt x="405" y="490"/>
                  </a:cubicBezTo>
                  <a:cubicBezTo>
                    <a:pt x="405" y="490"/>
                    <a:pt x="405" y="490"/>
                    <a:pt x="405" y="490"/>
                  </a:cubicBezTo>
                  <a:cubicBezTo>
                    <a:pt x="405" y="490"/>
                    <a:pt x="405" y="490"/>
                    <a:pt x="405" y="490"/>
                  </a:cubicBezTo>
                  <a:cubicBezTo>
                    <a:pt x="405" y="490"/>
                    <a:pt x="405" y="490"/>
                    <a:pt x="405" y="489"/>
                  </a:cubicBezTo>
                  <a:cubicBezTo>
                    <a:pt x="406" y="489"/>
                    <a:pt x="406" y="489"/>
                    <a:pt x="406" y="489"/>
                  </a:cubicBezTo>
                  <a:cubicBezTo>
                    <a:pt x="409" y="489"/>
                    <a:pt x="410" y="483"/>
                    <a:pt x="416" y="483"/>
                  </a:cubicBezTo>
                  <a:cubicBezTo>
                    <a:pt x="418" y="483"/>
                    <a:pt x="418" y="485"/>
                    <a:pt x="418" y="488"/>
                  </a:cubicBezTo>
                  <a:cubicBezTo>
                    <a:pt x="418" y="489"/>
                    <a:pt x="418" y="490"/>
                    <a:pt x="418" y="491"/>
                  </a:cubicBezTo>
                  <a:cubicBezTo>
                    <a:pt x="418" y="494"/>
                    <a:pt x="419" y="497"/>
                    <a:pt x="422" y="497"/>
                  </a:cubicBezTo>
                  <a:cubicBezTo>
                    <a:pt x="428" y="497"/>
                    <a:pt x="430" y="493"/>
                    <a:pt x="436" y="493"/>
                  </a:cubicBezTo>
                  <a:cubicBezTo>
                    <a:pt x="440" y="493"/>
                    <a:pt x="442" y="493"/>
                    <a:pt x="446" y="493"/>
                  </a:cubicBezTo>
                  <a:cubicBezTo>
                    <a:pt x="446" y="493"/>
                    <a:pt x="446" y="493"/>
                    <a:pt x="446" y="493"/>
                  </a:cubicBezTo>
                  <a:cubicBezTo>
                    <a:pt x="446" y="493"/>
                    <a:pt x="446" y="493"/>
                    <a:pt x="446" y="493"/>
                  </a:cubicBezTo>
                  <a:cubicBezTo>
                    <a:pt x="446" y="492"/>
                    <a:pt x="446" y="492"/>
                    <a:pt x="446" y="492"/>
                  </a:cubicBezTo>
                  <a:cubicBezTo>
                    <a:pt x="445" y="485"/>
                    <a:pt x="443" y="484"/>
                    <a:pt x="436" y="482"/>
                  </a:cubicBezTo>
                  <a:cubicBezTo>
                    <a:pt x="436" y="482"/>
                    <a:pt x="436" y="482"/>
                    <a:pt x="436" y="482"/>
                  </a:cubicBezTo>
                  <a:cubicBezTo>
                    <a:pt x="436" y="482"/>
                    <a:pt x="436" y="482"/>
                    <a:pt x="436" y="482"/>
                  </a:cubicBezTo>
                  <a:cubicBezTo>
                    <a:pt x="437" y="476"/>
                    <a:pt x="443" y="464"/>
                    <a:pt x="448" y="464"/>
                  </a:cubicBezTo>
                  <a:cubicBezTo>
                    <a:pt x="474" y="464"/>
                    <a:pt x="492" y="450"/>
                    <a:pt x="492" y="418"/>
                  </a:cubicBezTo>
                  <a:cubicBezTo>
                    <a:pt x="492" y="418"/>
                    <a:pt x="492" y="418"/>
                    <a:pt x="492" y="418"/>
                  </a:cubicBezTo>
                  <a:cubicBezTo>
                    <a:pt x="492" y="418"/>
                    <a:pt x="492" y="418"/>
                    <a:pt x="492" y="418"/>
                  </a:cubicBezTo>
                  <a:cubicBezTo>
                    <a:pt x="492" y="418"/>
                    <a:pt x="492" y="418"/>
                    <a:pt x="492" y="418"/>
                  </a:cubicBezTo>
                  <a:cubicBezTo>
                    <a:pt x="497" y="417"/>
                    <a:pt x="500" y="415"/>
                    <a:pt x="503" y="412"/>
                  </a:cubicBezTo>
                  <a:cubicBezTo>
                    <a:pt x="503" y="412"/>
                    <a:pt x="503" y="412"/>
                    <a:pt x="503" y="412"/>
                  </a:cubicBezTo>
                  <a:cubicBezTo>
                    <a:pt x="503" y="412"/>
                    <a:pt x="503" y="412"/>
                    <a:pt x="503" y="412"/>
                  </a:cubicBezTo>
                  <a:cubicBezTo>
                    <a:pt x="507" y="406"/>
                    <a:pt x="510" y="400"/>
                    <a:pt x="515" y="400"/>
                  </a:cubicBezTo>
                  <a:cubicBezTo>
                    <a:pt x="515" y="400"/>
                    <a:pt x="515" y="400"/>
                    <a:pt x="515" y="400"/>
                  </a:cubicBezTo>
                  <a:cubicBezTo>
                    <a:pt x="515" y="400"/>
                    <a:pt x="515" y="400"/>
                    <a:pt x="515" y="400"/>
                  </a:cubicBezTo>
                  <a:cubicBezTo>
                    <a:pt x="515" y="400"/>
                    <a:pt x="515" y="400"/>
                    <a:pt x="515" y="400"/>
                  </a:cubicBezTo>
                  <a:cubicBezTo>
                    <a:pt x="515" y="400"/>
                    <a:pt x="515" y="400"/>
                    <a:pt x="515" y="400"/>
                  </a:cubicBezTo>
                  <a:cubicBezTo>
                    <a:pt x="515" y="400"/>
                    <a:pt x="516" y="400"/>
                    <a:pt x="516" y="400"/>
                  </a:cubicBezTo>
                  <a:cubicBezTo>
                    <a:pt x="516" y="400"/>
                    <a:pt x="516" y="400"/>
                    <a:pt x="516" y="400"/>
                  </a:cubicBezTo>
                  <a:cubicBezTo>
                    <a:pt x="516" y="400"/>
                    <a:pt x="516" y="400"/>
                    <a:pt x="516" y="400"/>
                  </a:cubicBezTo>
                  <a:cubicBezTo>
                    <a:pt x="518" y="400"/>
                    <a:pt x="519" y="400"/>
                    <a:pt x="521" y="400"/>
                  </a:cubicBezTo>
                  <a:cubicBezTo>
                    <a:pt x="521" y="400"/>
                    <a:pt x="521" y="400"/>
                    <a:pt x="521" y="400"/>
                  </a:cubicBezTo>
                  <a:cubicBezTo>
                    <a:pt x="521" y="400"/>
                    <a:pt x="521" y="400"/>
                    <a:pt x="521" y="400"/>
                  </a:cubicBezTo>
                  <a:cubicBezTo>
                    <a:pt x="537" y="400"/>
                    <a:pt x="530" y="387"/>
                    <a:pt x="534" y="383"/>
                  </a:cubicBezTo>
                  <a:cubicBezTo>
                    <a:pt x="534" y="383"/>
                    <a:pt x="534" y="383"/>
                    <a:pt x="534" y="383"/>
                  </a:cubicBezTo>
                  <a:cubicBezTo>
                    <a:pt x="534" y="383"/>
                    <a:pt x="534" y="383"/>
                    <a:pt x="534" y="383"/>
                  </a:cubicBezTo>
                  <a:cubicBezTo>
                    <a:pt x="534" y="383"/>
                    <a:pt x="534" y="383"/>
                    <a:pt x="534" y="383"/>
                  </a:cubicBezTo>
                  <a:cubicBezTo>
                    <a:pt x="534" y="383"/>
                    <a:pt x="534" y="383"/>
                    <a:pt x="534" y="383"/>
                  </a:cubicBezTo>
                  <a:cubicBezTo>
                    <a:pt x="534" y="383"/>
                    <a:pt x="534" y="383"/>
                    <a:pt x="534" y="382"/>
                  </a:cubicBezTo>
                  <a:cubicBezTo>
                    <a:pt x="534" y="382"/>
                    <a:pt x="534" y="382"/>
                    <a:pt x="534" y="382"/>
                  </a:cubicBezTo>
                  <a:cubicBezTo>
                    <a:pt x="546" y="373"/>
                    <a:pt x="563" y="372"/>
                    <a:pt x="577" y="364"/>
                  </a:cubicBezTo>
                  <a:cubicBezTo>
                    <a:pt x="579" y="363"/>
                    <a:pt x="584" y="357"/>
                    <a:pt x="588" y="357"/>
                  </a:cubicBezTo>
                  <a:cubicBezTo>
                    <a:pt x="596" y="357"/>
                    <a:pt x="608" y="365"/>
                    <a:pt x="620" y="365"/>
                  </a:cubicBezTo>
                  <a:cubicBezTo>
                    <a:pt x="635" y="365"/>
                    <a:pt x="632" y="344"/>
                    <a:pt x="641" y="344"/>
                  </a:cubicBezTo>
                  <a:cubicBezTo>
                    <a:pt x="646" y="344"/>
                    <a:pt x="664" y="347"/>
                    <a:pt x="665" y="351"/>
                  </a:cubicBezTo>
                  <a:cubicBezTo>
                    <a:pt x="665" y="351"/>
                    <a:pt x="665" y="351"/>
                    <a:pt x="665" y="351"/>
                  </a:cubicBezTo>
                  <a:cubicBezTo>
                    <a:pt x="665" y="351"/>
                    <a:pt x="665" y="351"/>
                    <a:pt x="665" y="351"/>
                  </a:cubicBezTo>
                  <a:cubicBezTo>
                    <a:pt x="665" y="351"/>
                    <a:pt x="665" y="351"/>
                    <a:pt x="665" y="351"/>
                  </a:cubicBezTo>
                  <a:cubicBezTo>
                    <a:pt x="665" y="351"/>
                    <a:pt x="665" y="351"/>
                    <a:pt x="665" y="352"/>
                  </a:cubicBezTo>
                  <a:cubicBezTo>
                    <a:pt x="665" y="352"/>
                    <a:pt x="665" y="352"/>
                    <a:pt x="665" y="352"/>
                  </a:cubicBezTo>
                  <a:cubicBezTo>
                    <a:pt x="668" y="360"/>
                    <a:pt x="673" y="362"/>
                    <a:pt x="677" y="362"/>
                  </a:cubicBezTo>
                  <a:cubicBezTo>
                    <a:pt x="677" y="362"/>
                    <a:pt x="677" y="362"/>
                    <a:pt x="677" y="362"/>
                  </a:cubicBezTo>
                  <a:cubicBezTo>
                    <a:pt x="677" y="362"/>
                    <a:pt x="677" y="362"/>
                    <a:pt x="677" y="362"/>
                  </a:cubicBezTo>
                  <a:cubicBezTo>
                    <a:pt x="680" y="362"/>
                    <a:pt x="683" y="362"/>
                    <a:pt x="685" y="361"/>
                  </a:cubicBezTo>
                  <a:cubicBezTo>
                    <a:pt x="687" y="360"/>
                    <a:pt x="689" y="360"/>
                    <a:pt x="691" y="360"/>
                  </a:cubicBezTo>
                  <a:cubicBezTo>
                    <a:pt x="691" y="360"/>
                    <a:pt x="691" y="360"/>
                    <a:pt x="691" y="360"/>
                  </a:cubicBezTo>
                  <a:cubicBezTo>
                    <a:pt x="708" y="360"/>
                    <a:pt x="713" y="374"/>
                    <a:pt x="732" y="374"/>
                  </a:cubicBezTo>
                  <a:cubicBezTo>
                    <a:pt x="732" y="374"/>
                    <a:pt x="732" y="374"/>
                    <a:pt x="732" y="374"/>
                  </a:cubicBezTo>
                  <a:cubicBezTo>
                    <a:pt x="737" y="374"/>
                    <a:pt x="743" y="372"/>
                    <a:pt x="749" y="370"/>
                  </a:cubicBezTo>
                  <a:cubicBezTo>
                    <a:pt x="758" y="368"/>
                    <a:pt x="767" y="365"/>
                    <a:pt x="776" y="365"/>
                  </a:cubicBezTo>
                  <a:cubicBezTo>
                    <a:pt x="776" y="365"/>
                    <a:pt x="776" y="365"/>
                    <a:pt x="776" y="365"/>
                  </a:cubicBezTo>
                  <a:cubicBezTo>
                    <a:pt x="776" y="365"/>
                    <a:pt x="776" y="365"/>
                    <a:pt x="776" y="365"/>
                  </a:cubicBezTo>
                  <a:cubicBezTo>
                    <a:pt x="776" y="365"/>
                    <a:pt x="776" y="365"/>
                    <a:pt x="776" y="365"/>
                  </a:cubicBezTo>
                  <a:cubicBezTo>
                    <a:pt x="776" y="365"/>
                    <a:pt x="776" y="365"/>
                    <a:pt x="776" y="365"/>
                  </a:cubicBezTo>
                  <a:cubicBezTo>
                    <a:pt x="780" y="365"/>
                    <a:pt x="785" y="365"/>
                    <a:pt x="789" y="367"/>
                  </a:cubicBezTo>
                  <a:cubicBezTo>
                    <a:pt x="789" y="367"/>
                    <a:pt x="789" y="367"/>
                    <a:pt x="789" y="367"/>
                  </a:cubicBezTo>
                  <a:cubicBezTo>
                    <a:pt x="789" y="367"/>
                    <a:pt x="789" y="367"/>
                    <a:pt x="789" y="367"/>
                  </a:cubicBezTo>
                  <a:cubicBezTo>
                    <a:pt x="792" y="368"/>
                    <a:pt x="794" y="368"/>
                    <a:pt x="796" y="368"/>
                  </a:cubicBezTo>
                  <a:cubicBezTo>
                    <a:pt x="796" y="368"/>
                    <a:pt x="796" y="368"/>
                    <a:pt x="796" y="368"/>
                  </a:cubicBezTo>
                  <a:cubicBezTo>
                    <a:pt x="796" y="368"/>
                    <a:pt x="796" y="368"/>
                    <a:pt x="796" y="368"/>
                  </a:cubicBezTo>
                  <a:cubicBezTo>
                    <a:pt x="808" y="368"/>
                    <a:pt x="809" y="350"/>
                    <a:pt x="818" y="339"/>
                  </a:cubicBezTo>
                  <a:cubicBezTo>
                    <a:pt x="822" y="334"/>
                    <a:pt x="828" y="330"/>
                    <a:pt x="839" y="330"/>
                  </a:cubicBezTo>
                  <a:cubicBezTo>
                    <a:pt x="839" y="330"/>
                    <a:pt x="839" y="330"/>
                    <a:pt x="839" y="330"/>
                  </a:cubicBezTo>
                  <a:cubicBezTo>
                    <a:pt x="864" y="330"/>
                    <a:pt x="863" y="350"/>
                    <a:pt x="873" y="365"/>
                  </a:cubicBezTo>
                  <a:cubicBezTo>
                    <a:pt x="876" y="371"/>
                    <a:pt x="889" y="372"/>
                    <a:pt x="894" y="377"/>
                  </a:cubicBezTo>
                  <a:cubicBezTo>
                    <a:pt x="898" y="380"/>
                    <a:pt x="901" y="391"/>
                    <a:pt x="910" y="391"/>
                  </a:cubicBezTo>
                  <a:cubicBezTo>
                    <a:pt x="919" y="391"/>
                    <a:pt x="921" y="382"/>
                    <a:pt x="932" y="382"/>
                  </a:cubicBezTo>
                  <a:cubicBezTo>
                    <a:pt x="932" y="390"/>
                    <a:pt x="932" y="390"/>
                    <a:pt x="932" y="390"/>
                  </a:cubicBezTo>
                  <a:cubicBezTo>
                    <a:pt x="932" y="390"/>
                    <a:pt x="932" y="390"/>
                    <a:pt x="932" y="390"/>
                  </a:cubicBezTo>
                  <a:cubicBezTo>
                    <a:pt x="926" y="396"/>
                    <a:pt x="924" y="411"/>
                    <a:pt x="917" y="415"/>
                  </a:cubicBezTo>
                  <a:cubicBezTo>
                    <a:pt x="911" y="418"/>
                    <a:pt x="902" y="419"/>
                    <a:pt x="902" y="421"/>
                  </a:cubicBezTo>
                  <a:cubicBezTo>
                    <a:pt x="902" y="422"/>
                    <a:pt x="902" y="422"/>
                    <a:pt x="903" y="422"/>
                  </a:cubicBezTo>
                  <a:cubicBezTo>
                    <a:pt x="905" y="424"/>
                    <a:pt x="906" y="427"/>
                    <a:pt x="906" y="429"/>
                  </a:cubicBezTo>
                  <a:cubicBezTo>
                    <a:pt x="906" y="435"/>
                    <a:pt x="901" y="441"/>
                    <a:pt x="901" y="441"/>
                  </a:cubicBezTo>
                  <a:cubicBezTo>
                    <a:pt x="901" y="441"/>
                    <a:pt x="912" y="444"/>
                    <a:pt x="921" y="444"/>
                  </a:cubicBezTo>
                  <a:cubicBezTo>
                    <a:pt x="937" y="444"/>
                    <a:pt x="953" y="409"/>
                    <a:pt x="964" y="398"/>
                  </a:cubicBezTo>
                  <a:cubicBezTo>
                    <a:pt x="969" y="393"/>
                    <a:pt x="975" y="384"/>
                    <a:pt x="977" y="377"/>
                  </a:cubicBezTo>
                  <a:cubicBezTo>
                    <a:pt x="979" y="369"/>
                    <a:pt x="975" y="363"/>
                    <a:pt x="980" y="355"/>
                  </a:cubicBezTo>
                  <a:cubicBezTo>
                    <a:pt x="981" y="352"/>
                    <a:pt x="985" y="346"/>
                    <a:pt x="985" y="340"/>
                  </a:cubicBezTo>
                  <a:cubicBezTo>
                    <a:pt x="985" y="333"/>
                    <a:pt x="975" y="321"/>
                    <a:pt x="969" y="321"/>
                  </a:cubicBezTo>
                  <a:cubicBezTo>
                    <a:pt x="968" y="321"/>
                    <a:pt x="967" y="321"/>
                    <a:pt x="967" y="321"/>
                  </a:cubicBezTo>
                  <a:cubicBezTo>
                    <a:pt x="963" y="324"/>
                    <a:pt x="959" y="326"/>
                    <a:pt x="956" y="326"/>
                  </a:cubicBezTo>
                  <a:cubicBezTo>
                    <a:pt x="946" y="326"/>
                    <a:pt x="941" y="314"/>
                    <a:pt x="941" y="313"/>
                  </a:cubicBezTo>
                  <a:cubicBezTo>
                    <a:pt x="941" y="305"/>
                    <a:pt x="956" y="296"/>
                    <a:pt x="962" y="290"/>
                  </a:cubicBezTo>
                  <a:cubicBezTo>
                    <a:pt x="971" y="281"/>
                    <a:pt x="983" y="266"/>
                    <a:pt x="995" y="263"/>
                  </a:cubicBezTo>
                  <a:cubicBezTo>
                    <a:pt x="1006" y="260"/>
                    <a:pt x="1040" y="257"/>
                    <a:pt x="1049" y="257"/>
                  </a:cubicBezTo>
                  <a:cubicBezTo>
                    <a:pt x="1061" y="257"/>
                    <a:pt x="1066" y="263"/>
                    <a:pt x="1073" y="263"/>
                  </a:cubicBezTo>
                  <a:cubicBezTo>
                    <a:pt x="1077" y="263"/>
                    <a:pt x="1080" y="263"/>
                    <a:pt x="1089" y="263"/>
                  </a:cubicBezTo>
                  <a:cubicBezTo>
                    <a:pt x="1093" y="244"/>
                    <a:pt x="1102" y="233"/>
                    <a:pt x="1122" y="233"/>
                  </a:cubicBezTo>
                  <a:cubicBezTo>
                    <a:pt x="1125" y="233"/>
                    <a:pt x="1127" y="233"/>
                    <a:pt x="1131" y="233"/>
                  </a:cubicBezTo>
                  <a:cubicBezTo>
                    <a:pt x="1133" y="233"/>
                    <a:pt x="1135" y="233"/>
                    <a:pt x="1139" y="233"/>
                  </a:cubicBezTo>
                  <a:cubicBezTo>
                    <a:pt x="1136" y="235"/>
                    <a:pt x="1134" y="244"/>
                    <a:pt x="1139" y="244"/>
                  </a:cubicBezTo>
                  <a:cubicBezTo>
                    <a:pt x="1142" y="244"/>
                    <a:pt x="1150" y="239"/>
                    <a:pt x="1163" y="223"/>
                  </a:cubicBezTo>
                  <a:cubicBezTo>
                    <a:pt x="1163" y="223"/>
                    <a:pt x="1163" y="223"/>
                    <a:pt x="1163" y="223"/>
                  </a:cubicBezTo>
                  <a:cubicBezTo>
                    <a:pt x="1167" y="223"/>
                    <a:pt x="1180" y="229"/>
                    <a:pt x="1159" y="243"/>
                  </a:cubicBezTo>
                  <a:cubicBezTo>
                    <a:pt x="1151" y="248"/>
                    <a:pt x="1144" y="246"/>
                    <a:pt x="1139" y="253"/>
                  </a:cubicBezTo>
                  <a:cubicBezTo>
                    <a:pt x="1133" y="262"/>
                    <a:pt x="1127" y="272"/>
                    <a:pt x="1119" y="277"/>
                  </a:cubicBezTo>
                  <a:cubicBezTo>
                    <a:pt x="1112" y="281"/>
                    <a:pt x="1102" y="288"/>
                    <a:pt x="1102" y="300"/>
                  </a:cubicBezTo>
                  <a:cubicBezTo>
                    <a:pt x="1102" y="311"/>
                    <a:pt x="1105" y="345"/>
                    <a:pt x="1113" y="351"/>
                  </a:cubicBezTo>
                  <a:cubicBezTo>
                    <a:pt x="1119" y="343"/>
                    <a:pt x="1123" y="327"/>
                    <a:pt x="1134" y="324"/>
                  </a:cubicBezTo>
                  <a:cubicBezTo>
                    <a:pt x="1133" y="316"/>
                    <a:pt x="1146" y="314"/>
                    <a:pt x="1146" y="309"/>
                  </a:cubicBezTo>
                  <a:cubicBezTo>
                    <a:pt x="1146" y="299"/>
                    <a:pt x="1156" y="297"/>
                    <a:pt x="1156" y="291"/>
                  </a:cubicBezTo>
                  <a:cubicBezTo>
                    <a:pt x="1156" y="288"/>
                    <a:pt x="1153" y="285"/>
                    <a:pt x="1156" y="279"/>
                  </a:cubicBezTo>
                  <a:cubicBezTo>
                    <a:pt x="1167" y="255"/>
                    <a:pt x="1177" y="249"/>
                    <a:pt x="1186" y="249"/>
                  </a:cubicBezTo>
                  <a:cubicBezTo>
                    <a:pt x="1196" y="249"/>
                    <a:pt x="1204" y="256"/>
                    <a:pt x="1208" y="256"/>
                  </a:cubicBezTo>
                  <a:cubicBezTo>
                    <a:pt x="1234" y="256"/>
                    <a:pt x="1252" y="224"/>
                    <a:pt x="1274" y="223"/>
                  </a:cubicBezTo>
                  <a:cubicBezTo>
                    <a:pt x="1316" y="222"/>
                    <a:pt x="1282" y="206"/>
                    <a:pt x="1282" y="202"/>
                  </a:cubicBezTo>
                  <a:cubicBezTo>
                    <a:pt x="1282" y="190"/>
                    <a:pt x="1299" y="192"/>
                    <a:pt x="1302" y="185"/>
                  </a:cubicBezTo>
                  <a:cubicBezTo>
                    <a:pt x="1304" y="182"/>
                    <a:pt x="1301" y="175"/>
                    <a:pt x="1307" y="175"/>
                  </a:cubicBezTo>
                  <a:cubicBezTo>
                    <a:pt x="1324" y="175"/>
                    <a:pt x="1339" y="199"/>
                    <a:pt x="1352" y="199"/>
                  </a:cubicBezTo>
                  <a:cubicBezTo>
                    <a:pt x="1358" y="199"/>
                    <a:pt x="1359" y="189"/>
                    <a:pt x="1362" y="185"/>
                  </a:cubicBezTo>
                  <a:cubicBezTo>
                    <a:pt x="1367" y="179"/>
                    <a:pt x="1371" y="180"/>
                    <a:pt x="1379" y="177"/>
                  </a:cubicBezTo>
                  <a:cubicBezTo>
                    <a:pt x="1369" y="163"/>
                    <a:pt x="1336" y="156"/>
                    <a:pt x="1319" y="146"/>
                  </a:cubicBezTo>
                  <a:cubicBezTo>
                    <a:pt x="1297" y="133"/>
                    <a:pt x="1267" y="119"/>
                    <a:pt x="1234" y="119"/>
                  </a:cubicBezTo>
                  <a:cubicBezTo>
                    <a:pt x="1225" y="119"/>
                    <a:pt x="1219" y="121"/>
                    <a:pt x="1220" y="125"/>
                  </a:cubicBezTo>
                  <a:cubicBezTo>
                    <a:pt x="1223" y="134"/>
                    <a:pt x="1222" y="137"/>
                    <a:pt x="1220" y="137"/>
                  </a:cubicBezTo>
                  <a:cubicBezTo>
                    <a:pt x="1218" y="137"/>
                    <a:pt x="1214" y="134"/>
                    <a:pt x="1211" y="131"/>
                  </a:cubicBezTo>
                  <a:cubicBezTo>
                    <a:pt x="1207" y="128"/>
                    <a:pt x="1203" y="125"/>
                    <a:pt x="1201" y="125"/>
                  </a:cubicBezTo>
                  <a:cubicBezTo>
                    <a:pt x="1201" y="125"/>
                    <a:pt x="1201" y="125"/>
                    <a:pt x="1201" y="125"/>
                  </a:cubicBezTo>
                  <a:cubicBezTo>
                    <a:pt x="1136" y="124"/>
                    <a:pt x="1136" y="124"/>
                    <a:pt x="1136" y="124"/>
                  </a:cubicBezTo>
                  <a:cubicBezTo>
                    <a:pt x="1132" y="109"/>
                    <a:pt x="1122" y="104"/>
                    <a:pt x="1103" y="104"/>
                  </a:cubicBezTo>
                  <a:cubicBezTo>
                    <a:pt x="1097" y="104"/>
                    <a:pt x="1089" y="105"/>
                    <a:pt x="1082" y="105"/>
                  </a:cubicBezTo>
                  <a:cubicBezTo>
                    <a:pt x="1077" y="105"/>
                    <a:pt x="1073" y="105"/>
                    <a:pt x="1070" y="102"/>
                  </a:cubicBezTo>
                  <a:cubicBezTo>
                    <a:pt x="1065" y="97"/>
                    <a:pt x="1064" y="91"/>
                    <a:pt x="1056" y="88"/>
                  </a:cubicBezTo>
                  <a:cubicBezTo>
                    <a:pt x="1039" y="82"/>
                    <a:pt x="1020" y="78"/>
                    <a:pt x="998" y="78"/>
                  </a:cubicBezTo>
                  <a:cubicBezTo>
                    <a:pt x="976" y="78"/>
                    <a:pt x="973" y="90"/>
                    <a:pt x="971" y="101"/>
                  </a:cubicBezTo>
                  <a:cubicBezTo>
                    <a:pt x="950" y="101"/>
                    <a:pt x="940" y="101"/>
                    <a:pt x="925" y="101"/>
                  </a:cubicBezTo>
                  <a:cubicBezTo>
                    <a:pt x="917" y="101"/>
                    <a:pt x="916" y="94"/>
                    <a:pt x="907" y="94"/>
                  </a:cubicBezTo>
                  <a:cubicBezTo>
                    <a:pt x="906" y="98"/>
                    <a:pt x="904" y="107"/>
                    <a:pt x="900" y="107"/>
                  </a:cubicBezTo>
                  <a:cubicBezTo>
                    <a:pt x="888" y="107"/>
                    <a:pt x="883" y="92"/>
                    <a:pt x="883" y="84"/>
                  </a:cubicBezTo>
                  <a:cubicBezTo>
                    <a:pt x="883" y="82"/>
                    <a:pt x="906" y="67"/>
                    <a:pt x="847" y="63"/>
                  </a:cubicBezTo>
                  <a:cubicBezTo>
                    <a:pt x="847" y="62"/>
                    <a:pt x="846" y="62"/>
                    <a:pt x="845" y="62"/>
                  </a:cubicBezTo>
                  <a:cubicBezTo>
                    <a:pt x="839" y="62"/>
                    <a:pt x="836" y="66"/>
                    <a:pt x="836" y="74"/>
                  </a:cubicBezTo>
                  <a:cubicBezTo>
                    <a:pt x="804" y="74"/>
                    <a:pt x="804" y="74"/>
                    <a:pt x="804" y="74"/>
                  </a:cubicBezTo>
                  <a:cubicBezTo>
                    <a:pt x="795" y="71"/>
                    <a:pt x="746" y="66"/>
                    <a:pt x="740" y="55"/>
                  </a:cubicBezTo>
                  <a:cubicBezTo>
                    <a:pt x="723" y="69"/>
                    <a:pt x="715" y="73"/>
                    <a:pt x="712" y="73"/>
                  </a:cubicBezTo>
                  <a:cubicBezTo>
                    <a:pt x="708" y="73"/>
                    <a:pt x="711" y="67"/>
                    <a:pt x="711" y="67"/>
                  </a:cubicBezTo>
                  <a:cubicBezTo>
                    <a:pt x="719" y="56"/>
                    <a:pt x="805" y="32"/>
                    <a:pt x="735" y="16"/>
                  </a:cubicBezTo>
                  <a:cubicBezTo>
                    <a:pt x="705" y="16"/>
                    <a:pt x="705" y="16"/>
                    <a:pt x="705" y="16"/>
                  </a:cubicBezTo>
                  <a:cubicBezTo>
                    <a:pt x="702" y="8"/>
                    <a:pt x="696" y="0"/>
                    <a:pt x="6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 name="Freeform 71"/>
            <p:cNvSpPr>
              <a:spLocks/>
            </p:cNvSpPr>
            <p:nvPr/>
          </p:nvSpPr>
          <p:spPr bwMode="auto">
            <a:xfrm>
              <a:off x="8334375" y="2392363"/>
              <a:ext cx="1862138" cy="1176338"/>
            </a:xfrm>
            <a:custGeom>
              <a:avLst/>
              <a:gdLst>
                <a:gd name="T0" fmla="*/ 360 w 496"/>
                <a:gd name="T1" fmla="*/ 38 h 313"/>
                <a:gd name="T2" fmla="*/ 353 w 496"/>
                <a:gd name="T3" fmla="*/ 37 h 313"/>
                <a:gd name="T4" fmla="*/ 340 w 496"/>
                <a:gd name="T5" fmla="*/ 35 h 313"/>
                <a:gd name="T6" fmla="*/ 296 w 496"/>
                <a:gd name="T7" fmla="*/ 44 h 313"/>
                <a:gd name="T8" fmla="*/ 249 w 496"/>
                <a:gd name="T9" fmla="*/ 31 h 313"/>
                <a:gd name="T10" fmla="*/ 241 w 496"/>
                <a:gd name="T11" fmla="*/ 32 h 313"/>
                <a:gd name="T12" fmla="*/ 229 w 496"/>
                <a:gd name="T13" fmla="*/ 21 h 313"/>
                <a:gd name="T14" fmla="*/ 184 w 496"/>
                <a:gd name="T15" fmla="*/ 35 h 313"/>
                <a:gd name="T16" fmla="*/ 98 w 496"/>
                <a:gd name="T17" fmla="*/ 52 h 313"/>
                <a:gd name="T18" fmla="*/ 98 w 496"/>
                <a:gd name="T19" fmla="*/ 53 h 313"/>
                <a:gd name="T20" fmla="*/ 85 w 496"/>
                <a:gd name="T21" fmla="*/ 70 h 313"/>
                <a:gd name="T22" fmla="*/ 80 w 496"/>
                <a:gd name="T23" fmla="*/ 70 h 313"/>
                <a:gd name="T24" fmla="*/ 79 w 496"/>
                <a:gd name="T25" fmla="*/ 70 h 313"/>
                <a:gd name="T26" fmla="*/ 56 w 496"/>
                <a:gd name="T27" fmla="*/ 88 h 313"/>
                <a:gd name="T28" fmla="*/ 12 w 496"/>
                <a:gd name="T29" fmla="*/ 134 h 313"/>
                <a:gd name="T30" fmla="*/ 10 w 496"/>
                <a:gd name="T31" fmla="*/ 162 h 313"/>
                <a:gd name="T32" fmla="*/ 20 w 496"/>
                <a:gd name="T33" fmla="*/ 174 h 313"/>
                <a:gd name="T34" fmla="*/ 54 w 496"/>
                <a:gd name="T35" fmla="*/ 183 h 313"/>
                <a:gd name="T36" fmla="*/ 47 w 496"/>
                <a:gd name="T37" fmla="*/ 204 h 313"/>
                <a:gd name="T38" fmla="*/ 43 w 496"/>
                <a:gd name="T39" fmla="*/ 208 h 313"/>
                <a:gd name="T40" fmla="*/ 41 w 496"/>
                <a:gd name="T41" fmla="*/ 210 h 313"/>
                <a:gd name="T42" fmla="*/ 72 w 496"/>
                <a:gd name="T43" fmla="*/ 231 h 313"/>
                <a:gd name="T44" fmla="*/ 86 w 496"/>
                <a:gd name="T45" fmla="*/ 240 h 313"/>
                <a:gd name="T46" fmla="*/ 87 w 496"/>
                <a:gd name="T47" fmla="*/ 241 h 313"/>
                <a:gd name="T48" fmla="*/ 88 w 496"/>
                <a:gd name="T49" fmla="*/ 241 h 313"/>
                <a:gd name="T50" fmla="*/ 88 w 496"/>
                <a:gd name="T51" fmla="*/ 241 h 313"/>
                <a:gd name="T52" fmla="*/ 89 w 496"/>
                <a:gd name="T53" fmla="*/ 241 h 313"/>
                <a:gd name="T54" fmla="*/ 115 w 496"/>
                <a:gd name="T55" fmla="*/ 248 h 313"/>
                <a:gd name="T56" fmla="*/ 149 w 496"/>
                <a:gd name="T57" fmla="*/ 249 h 313"/>
                <a:gd name="T58" fmla="*/ 170 w 496"/>
                <a:gd name="T59" fmla="*/ 236 h 313"/>
                <a:gd name="T60" fmla="*/ 173 w 496"/>
                <a:gd name="T61" fmla="*/ 236 h 313"/>
                <a:gd name="T62" fmla="*/ 173 w 496"/>
                <a:gd name="T63" fmla="*/ 236 h 313"/>
                <a:gd name="T64" fmla="*/ 176 w 496"/>
                <a:gd name="T65" fmla="*/ 236 h 313"/>
                <a:gd name="T66" fmla="*/ 178 w 496"/>
                <a:gd name="T67" fmla="*/ 236 h 313"/>
                <a:gd name="T68" fmla="*/ 204 w 496"/>
                <a:gd name="T69" fmla="*/ 258 h 313"/>
                <a:gd name="T70" fmla="*/ 198 w 496"/>
                <a:gd name="T71" fmla="*/ 283 h 313"/>
                <a:gd name="T72" fmla="*/ 223 w 496"/>
                <a:gd name="T73" fmla="*/ 301 h 313"/>
                <a:gd name="T74" fmla="*/ 228 w 496"/>
                <a:gd name="T75" fmla="*/ 302 h 313"/>
                <a:gd name="T76" fmla="*/ 236 w 496"/>
                <a:gd name="T77" fmla="*/ 293 h 313"/>
                <a:gd name="T78" fmla="*/ 268 w 496"/>
                <a:gd name="T79" fmla="*/ 292 h 313"/>
                <a:gd name="T80" fmla="*/ 297 w 496"/>
                <a:gd name="T81" fmla="*/ 307 h 313"/>
                <a:gd name="T82" fmla="*/ 332 w 496"/>
                <a:gd name="T83" fmla="*/ 295 h 313"/>
                <a:gd name="T84" fmla="*/ 385 w 496"/>
                <a:gd name="T85" fmla="*/ 246 h 313"/>
                <a:gd name="T86" fmla="*/ 378 w 496"/>
                <a:gd name="T87" fmla="*/ 198 h 313"/>
                <a:gd name="T88" fmla="*/ 376 w 496"/>
                <a:gd name="T89" fmla="*/ 178 h 313"/>
                <a:gd name="T90" fmla="*/ 390 w 496"/>
                <a:gd name="T91" fmla="*/ 163 h 313"/>
                <a:gd name="T92" fmla="*/ 372 w 496"/>
                <a:gd name="T93" fmla="*/ 165 h 313"/>
                <a:gd name="T94" fmla="*/ 369 w 496"/>
                <a:gd name="T95" fmla="*/ 145 h 313"/>
                <a:gd name="T96" fmla="*/ 386 w 496"/>
                <a:gd name="T97" fmla="*/ 148 h 313"/>
                <a:gd name="T98" fmla="*/ 415 w 496"/>
                <a:gd name="T99" fmla="*/ 155 h 313"/>
                <a:gd name="T100" fmla="*/ 425 w 496"/>
                <a:gd name="T101" fmla="*/ 168 h 313"/>
                <a:gd name="T102" fmla="*/ 427 w 496"/>
                <a:gd name="T103" fmla="*/ 184 h 313"/>
                <a:gd name="T104" fmla="*/ 436 w 496"/>
                <a:gd name="T105" fmla="*/ 188 h 313"/>
                <a:gd name="T106" fmla="*/ 436 w 496"/>
                <a:gd name="T107" fmla="*/ 140 h 313"/>
                <a:gd name="T108" fmla="*/ 470 w 496"/>
                <a:gd name="T109" fmla="*/ 99 h 313"/>
                <a:gd name="T110" fmla="*/ 496 w 496"/>
                <a:gd name="T111" fmla="*/ 60 h 313"/>
                <a:gd name="T112" fmla="*/ 458 w 496"/>
                <a:gd name="T113" fmla="*/ 47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96" h="313">
                  <a:moveTo>
                    <a:pt x="403" y="0"/>
                  </a:moveTo>
                  <a:cubicBezTo>
                    <a:pt x="403" y="0"/>
                    <a:pt x="403" y="0"/>
                    <a:pt x="403" y="0"/>
                  </a:cubicBezTo>
                  <a:cubicBezTo>
                    <a:pt x="392" y="0"/>
                    <a:pt x="386" y="4"/>
                    <a:pt x="382" y="9"/>
                  </a:cubicBezTo>
                  <a:cubicBezTo>
                    <a:pt x="373" y="20"/>
                    <a:pt x="372" y="38"/>
                    <a:pt x="360" y="38"/>
                  </a:cubicBezTo>
                  <a:cubicBezTo>
                    <a:pt x="360" y="38"/>
                    <a:pt x="360" y="38"/>
                    <a:pt x="360" y="38"/>
                  </a:cubicBezTo>
                  <a:cubicBezTo>
                    <a:pt x="360" y="38"/>
                    <a:pt x="360" y="38"/>
                    <a:pt x="360" y="38"/>
                  </a:cubicBezTo>
                  <a:cubicBezTo>
                    <a:pt x="360" y="38"/>
                    <a:pt x="360" y="38"/>
                    <a:pt x="360" y="38"/>
                  </a:cubicBezTo>
                  <a:cubicBezTo>
                    <a:pt x="358" y="38"/>
                    <a:pt x="356" y="38"/>
                    <a:pt x="353" y="37"/>
                  </a:cubicBezTo>
                  <a:cubicBezTo>
                    <a:pt x="353" y="37"/>
                    <a:pt x="353" y="37"/>
                    <a:pt x="353" y="37"/>
                  </a:cubicBezTo>
                  <a:cubicBezTo>
                    <a:pt x="353" y="37"/>
                    <a:pt x="353" y="37"/>
                    <a:pt x="353" y="37"/>
                  </a:cubicBezTo>
                  <a:cubicBezTo>
                    <a:pt x="349" y="35"/>
                    <a:pt x="344" y="35"/>
                    <a:pt x="340" y="35"/>
                  </a:cubicBezTo>
                  <a:cubicBezTo>
                    <a:pt x="340" y="35"/>
                    <a:pt x="340" y="35"/>
                    <a:pt x="340" y="35"/>
                  </a:cubicBezTo>
                  <a:cubicBezTo>
                    <a:pt x="340" y="35"/>
                    <a:pt x="340" y="35"/>
                    <a:pt x="340" y="35"/>
                  </a:cubicBezTo>
                  <a:cubicBezTo>
                    <a:pt x="340" y="35"/>
                    <a:pt x="340" y="35"/>
                    <a:pt x="340" y="35"/>
                  </a:cubicBezTo>
                  <a:cubicBezTo>
                    <a:pt x="331" y="35"/>
                    <a:pt x="322" y="38"/>
                    <a:pt x="313" y="40"/>
                  </a:cubicBezTo>
                  <a:cubicBezTo>
                    <a:pt x="307" y="42"/>
                    <a:pt x="301" y="44"/>
                    <a:pt x="296" y="44"/>
                  </a:cubicBezTo>
                  <a:cubicBezTo>
                    <a:pt x="296" y="44"/>
                    <a:pt x="296" y="44"/>
                    <a:pt x="296" y="44"/>
                  </a:cubicBezTo>
                  <a:cubicBezTo>
                    <a:pt x="277" y="44"/>
                    <a:pt x="272" y="30"/>
                    <a:pt x="255" y="30"/>
                  </a:cubicBezTo>
                  <a:cubicBezTo>
                    <a:pt x="255" y="30"/>
                    <a:pt x="255" y="30"/>
                    <a:pt x="255" y="30"/>
                  </a:cubicBezTo>
                  <a:cubicBezTo>
                    <a:pt x="253" y="30"/>
                    <a:pt x="251" y="30"/>
                    <a:pt x="249" y="31"/>
                  </a:cubicBezTo>
                  <a:cubicBezTo>
                    <a:pt x="247" y="32"/>
                    <a:pt x="244" y="32"/>
                    <a:pt x="241" y="32"/>
                  </a:cubicBezTo>
                  <a:cubicBezTo>
                    <a:pt x="241" y="32"/>
                    <a:pt x="241" y="32"/>
                    <a:pt x="241" y="32"/>
                  </a:cubicBezTo>
                  <a:cubicBezTo>
                    <a:pt x="241" y="32"/>
                    <a:pt x="241" y="32"/>
                    <a:pt x="241" y="32"/>
                  </a:cubicBezTo>
                  <a:cubicBezTo>
                    <a:pt x="241" y="32"/>
                    <a:pt x="241" y="32"/>
                    <a:pt x="241" y="32"/>
                  </a:cubicBezTo>
                  <a:cubicBezTo>
                    <a:pt x="237" y="32"/>
                    <a:pt x="232" y="30"/>
                    <a:pt x="229" y="22"/>
                  </a:cubicBezTo>
                  <a:cubicBezTo>
                    <a:pt x="229" y="22"/>
                    <a:pt x="229" y="22"/>
                    <a:pt x="229" y="22"/>
                  </a:cubicBezTo>
                  <a:cubicBezTo>
                    <a:pt x="229" y="21"/>
                    <a:pt x="229" y="21"/>
                    <a:pt x="229" y="21"/>
                  </a:cubicBezTo>
                  <a:cubicBezTo>
                    <a:pt x="229" y="21"/>
                    <a:pt x="229" y="21"/>
                    <a:pt x="229" y="21"/>
                  </a:cubicBezTo>
                  <a:cubicBezTo>
                    <a:pt x="229" y="21"/>
                    <a:pt x="229" y="21"/>
                    <a:pt x="229" y="21"/>
                  </a:cubicBezTo>
                  <a:cubicBezTo>
                    <a:pt x="229" y="21"/>
                    <a:pt x="229" y="21"/>
                    <a:pt x="229" y="21"/>
                  </a:cubicBezTo>
                  <a:cubicBezTo>
                    <a:pt x="228" y="17"/>
                    <a:pt x="210" y="14"/>
                    <a:pt x="205" y="14"/>
                  </a:cubicBezTo>
                  <a:cubicBezTo>
                    <a:pt x="196" y="14"/>
                    <a:pt x="199" y="35"/>
                    <a:pt x="184" y="35"/>
                  </a:cubicBezTo>
                  <a:cubicBezTo>
                    <a:pt x="172" y="35"/>
                    <a:pt x="160" y="27"/>
                    <a:pt x="152" y="27"/>
                  </a:cubicBezTo>
                  <a:cubicBezTo>
                    <a:pt x="148" y="27"/>
                    <a:pt x="143" y="33"/>
                    <a:pt x="141" y="34"/>
                  </a:cubicBezTo>
                  <a:cubicBezTo>
                    <a:pt x="127" y="42"/>
                    <a:pt x="110" y="43"/>
                    <a:pt x="98" y="52"/>
                  </a:cubicBezTo>
                  <a:cubicBezTo>
                    <a:pt x="98" y="52"/>
                    <a:pt x="98" y="52"/>
                    <a:pt x="98" y="52"/>
                  </a:cubicBezTo>
                  <a:cubicBezTo>
                    <a:pt x="98" y="53"/>
                    <a:pt x="98" y="53"/>
                    <a:pt x="98" y="53"/>
                  </a:cubicBezTo>
                  <a:cubicBezTo>
                    <a:pt x="98" y="53"/>
                    <a:pt x="98" y="53"/>
                    <a:pt x="98" y="53"/>
                  </a:cubicBezTo>
                  <a:cubicBezTo>
                    <a:pt x="98" y="53"/>
                    <a:pt x="98" y="53"/>
                    <a:pt x="98" y="53"/>
                  </a:cubicBezTo>
                  <a:cubicBezTo>
                    <a:pt x="98" y="53"/>
                    <a:pt x="98" y="53"/>
                    <a:pt x="98" y="53"/>
                  </a:cubicBezTo>
                  <a:cubicBezTo>
                    <a:pt x="98" y="53"/>
                    <a:pt x="98" y="53"/>
                    <a:pt x="98" y="53"/>
                  </a:cubicBezTo>
                  <a:cubicBezTo>
                    <a:pt x="94" y="57"/>
                    <a:pt x="101" y="70"/>
                    <a:pt x="85" y="70"/>
                  </a:cubicBezTo>
                  <a:cubicBezTo>
                    <a:pt x="85" y="70"/>
                    <a:pt x="85" y="70"/>
                    <a:pt x="85" y="70"/>
                  </a:cubicBezTo>
                  <a:cubicBezTo>
                    <a:pt x="85" y="70"/>
                    <a:pt x="85" y="70"/>
                    <a:pt x="85" y="70"/>
                  </a:cubicBezTo>
                  <a:cubicBezTo>
                    <a:pt x="85" y="70"/>
                    <a:pt x="85" y="70"/>
                    <a:pt x="85" y="70"/>
                  </a:cubicBezTo>
                  <a:cubicBezTo>
                    <a:pt x="83" y="70"/>
                    <a:pt x="82" y="70"/>
                    <a:pt x="80" y="70"/>
                  </a:cubicBezTo>
                  <a:cubicBezTo>
                    <a:pt x="80" y="70"/>
                    <a:pt x="80" y="70"/>
                    <a:pt x="80" y="70"/>
                  </a:cubicBezTo>
                  <a:cubicBezTo>
                    <a:pt x="80" y="70"/>
                    <a:pt x="80" y="70"/>
                    <a:pt x="80" y="70"/>
                  </a:cubicBezTo>
                  <a:cubicBezTo>
                    <a:pt x="80" y="70"/>
                    <a:pt x="79" y="70"/>
                    <a:pt x="79" y="70"/>
                  </a:cubicBezTo>
                  <a:cubicBezTo>
                    <a:pt x="79" y="70"/>
                    <a:pt x="79" y="70"/>
                    <a:pt x="79" y="70"/>
                  </a:cubicBezTo>
                  <a:cubicBezTo>
                    <a:pt x="79" y="70"/>
                    <a:pt x="79" y="70"/>
                    <a:pt x="79" y="70"/>
                  </a:cubicBezTo>
                  <a:cubicBezTo>
                    <a:pt x="79" y="70"/>
                    <a:pt x="79" y="70"/>
                    <a:pt x="79" y="70"/>
                  </a:cubicBezTo>
                  <a:cubicBezTo>
                    <a:pt x="74" y="70"/>
                    <a:pt x="71" y="76"/>
                    <a:pt x="67" y="82"/>
                  </a:cubicBezTo>
                  <a:cubicBezTo>
                    <a:pt x="67" y="82"/>
                    <a:pt x="67" y="82"/>
                    <a:pt x="67" y="82"/>
                  </a:cubicBezTo>
                  <a:cubicBezTo>
                    <a:pt x="67" y="82"/>
                    <a:pt x="67" y="82"/>
                    <a:pt x="67" y="82"/>
                  </a:cubicBezTo>
                  <a:cubicBezTo>
                    <a:pt x="64" y="85"/>
                    <a:pt x="61" y="87"/>
                    <a:pt x="56" y="88"/>
                  </a:cubicBezTo>
                  <a:cubicBezTo>
                    <a:pt x="56" y="88"/>
                    <a:pt x="56" y="88"/>
                    <a:pt x="56" y="88"/>
                  </a:cubicBezTo>
                  <a:cubicBezTo>
                    <a:pt x="56" y="88"/>
                    <a:pt x="56" y="88"/>
                    <a:pt x="56" y="88"/>
                  </a:cubicBezTo>
                  <a:cubicBezTo>
                    <a:pt x="56" y="88"/>
                    <a:pt x="56" y="88"/>
                    <a:pt x="56" y="88"/>
                  </a:cubicBezTo>
                  <a:cubicBezTo>
                    <a:pt x="56" y="120"/>
                    <a:pt x="38" y="134"/>
                    <a:pt x="12" y="134"/>
                  </a:cubicBezTo>
                  <a:cubicBezTo>
                    <a:pt x="7" y="134"/>
                    <a:pt x="1" y="146"/>
                    <a:pt x="0" y="152"/>
                  </a:cubicBezTo>
                  <a:cubicBezTo>
                    <a:pt x="0" y="152"/>
                    <a:pt x="0" y="152"/>
                    <a:pt x="0" y="152"/>
                  </a:cubicBezTo>
                  <a:cubicBezTo>
                    <a:pt x="7" y="154"/>
                    <a:pt x="9" y="155"/>
                    <a:pt x="10" y="162"/>
                  </a:cubicBezTo>
                  <a:cubicBezTo>
                    <a:pt x="10" y="162"/>
                    <a:pt x="10" y="162"/>
                    <a:pt x="10" y="162"/>
                  </a:cubicBezTo>
                  <a:cubicBezTo>
                    <a:pt x="10" y="163"/>
                    <a:pt x="10" y="163"/>
                    <a:pt x="10" y="163"/>
                  </a:cubicBezTo>
                  <a:cubicBezTo>
                    <a:pt x="10" y="163"/>
                    <a:pt x="10" y="163"/>
                    <a:pt x="10" y="163"/>
                  </a:cubicBezTo>
                  <a:cubicBezTo>
                    <a:pt x="10" y="168"/>
                    <a:pt x="12" y="167"/>
                    <a:pt x="17" y="168"/>
                  </a:cubicBezTo>
                  <a:cubicBezTo>
                    <a:pt x="20" y="169"/>
                    <a:pt x="18" y="173"/>
                    <a:pt x="20" y="174"/>
                  </a:cubicBezTo>
                  <a:cubicBezTo>
                    <a:pt x="24" y="179"/>
                    <a:pt x="27" y="179"/>
                    <a:pt x="33" y="180"/>
                  </a:cubicBezTo>
                  <a:cubicBezTo>
                    <a:pt x="38" y="180"/>
                    <a:pt x="40" y="175"/>
                    <a:pt x="45" y="175"/>
                  </a:cubicBezTo>
                  <a:cubicBezTo>
                    <a:pt x="47" y="175"/>
                    <a:pt x="54" y="180"/>
                    <a:pt x="54" y="183"/>
                  </a:cubicBezTo>
                  <a:cubicBezTo>
                    <a:pt x="54" y="183"/>
                    <a:pt x="54" y="183"/>
                    <a:pt x="54" y="183"/>
                  </a:cubicBezTo>
                  <a:cubicBezTo>
                    <a:pt x="54" y="191"/>
                    <a:pt x="43" y="190"/>
                    <a:pt x="43" y="197"/>
                  </a:cubicBezTo>
                  <a:cubicBezTo>
                    <a:pt x="43" y="197"/>
                    <a:pt x="43" y="197"/>
                    <a:pt x="43" y="197"/>
                  </a:cubicBezTo>
                  <a:cubicBezTo>
                    <a:pt x="43" y="200"/>
                    <a:pt x="47" y="201"/>
                    <a:pt x="47" y="204"/>
                  </a:cubicBezTo>
                  <a:cubicBezTo>
                    <a:pt x="47" y="204"/>
                    <a:pt x="47" y="204"/>
                    <a:pt x="47" y="204"/>
                  </a:cubicBezTo>
                  <a:cubicBezTo>
                    <a:pt x="47" y="207"/>
                    <a:pt x="45" y="208"/>
                    <a:pt x="43" y="208"/>
                  </a:cubicBezTo>
                  <a:cubicBezTo>
                    <a:pt x="43" y="208"/>
                    <a:pt x="43" y="208"/>
                    <a:pt x="43" y="208"/>
                  </a:cubicBezTo>
                  <a:cubicBezTo>
                    <a:pt x="43" y="208"/>
                    <a:pt x="43" y="208"/>
                    <a:pt x="43" y="208"/>
                  </a:cubicBezTo>
                  <a:cubicBezTo>
                    <a:pt x="43" y="208"/>
                    <a:pt x="43" y="208"/>
                    <a:pt x="43" y="208"/>
                  </a:cubicBezTo>
                  <a:cubicBezTo>
                    <a:pt x="43" y="208"/>
                    <a:pt x="42" y="208"/>
                    <a:pt x="42" y="208"/>
                  </a:cubicBezTo>
                  <a:cubicBezTo>
                    <a:pt x="42" y="207"/>
                    <a:pt x="41" y="207"/>
                    <a:pt x="41" y="207"/>
                  </a:cubicBezTo>
                  <a:cubicBezTo>
                    <a:pt x="41" y="207"/>
                    <a:pt x="41" y="207"/>
                    <a:pt x="41" y="207"/>
                  </a:cubicBezTo>
                  <a:cubicBezTo>
                    <a:pt x="41" y="210"/>
                    <a:pt x="41" y="210"/>
                    <a:pt x="41" y="210"/>
                  </a:cubicBezTo>
                  <a:cubicBezTo>
                    <a:pt x="42" y="213"/>
                    <a:pt x="41" y="216"/>
                    <a:pt x="43" y="219"/>
                  </a:cubicBezTo>
                  <a:cubicBezTo>
                    <a:pt x="43" y="221"/>
                    <a:pt x="46" y="221"/>
                    <a:pt x="47" y="221"/>
                  </a:cubicBezTo>
                  <a:cubicBezTo>
                    <a:pt x="52" y="223"/>
                    <a:pt x="54" y="226"/>
                    <a:pt x="59" y="227"/>
                  </a:cubicBezTo>
                  <a:cubicBezTo>
                    <a:pt x="65" y="229"/>
                    <a:pt x="68" y="227"/>
                    <a:pt x="72" y="231"/>
                  </a:cubicBezTo>
                  <a:cubicBezTo>
                    <a:pt x="75" y="234"/>
                    <a:pt x="78" y="233"/>
                    <a:pt x="82" y="235"/>
                  </a:cubicBezTo>
                  <a:cubicBezTo>
                    <a:pt x="84" y="236"/>
                    <a:pt x="84" y="238"/>
                    <a:pt x="85" y="240"/>
                  </a:cubicBezTo>
                  <a:cubicBezTo>
                    <a:pt x="85" y="240"/>
                    <a:pt x="85" y="240"/>
                    <a:pt x="85" y="240"/>
                  </a:cubicBezTo>
                  <a:cubicBezTo>
                    <a:pt x="86" y="240"/>
                    <a:pt x="86" y="240"/>
                    <a:pt x="86" y="240"/>
                  </a:cubicBezTo>
                  <a:cubicBezTo>
                    <a:pt x="86" y="240"/>
                    <a:pt x="86" y="240"/>
                    <a:pt x="86" y="240"/>
                  </a:cubicBezTo>
                  <a:cubicBezTo>
                    <a:pt x="86" y="240"/>
                    <a:pt x="86" y="240"/>
                    <a:pt x="86" y="240"/>
                  </a:cubicBezTo>
                  <a:cubicBezTo>
                    <a:pt x="86" y="241"/>
                    <a:pt x="86" y="241"/>
                    <a:pt x="87" y="241"/>
                  </a:cubicBezTo>
                  <a:cubicBezTo>
                    <a:pt x="87" y="241"/>
                    <a:pt x="87" y="241"/>
                    <a:pt x="87" y="241"/>
                  </a:cubicBezTo>
                  <a:cubicBezTo>
                    <a:pt x="87" y="241"/>
                    <a:pt x="87" y="241"/>
                    <a:pt x="87" y="241"/>
                  </a:cubicBezTo>
                  <a:cubicBezTo>
                    <a:pt x="87" y="241"/>
                    <a:pt x="87" y="241"/>
                    <a:pt x="87" y="241"/>
                  </a:cubicBezTo>
                  <a:cubicBezTo>
                    <a:pt x="87" y="241"/>
                    <a:pt x="87" y="241"/>
                    <a:pt x="88" y="241"/>
                  </a:cubicBezTo>
                  <a:cubicBezTo>
                    <a:pt x="88" y="241"/>
                    <a:pt x="88" y="241"/>
                    <a:pt x="88" y="241"/>
                  </a:cubicBezTo>
                  <a:cubicBezTo>
                    <a:pt x="88" y="241"/>
                    <a:pt x="88" y="241"/>
                    <a:pt x="88" y="241"/>
                  </a:cubicBezTo>
                  <a:cubicBezTo>
                    <a:pt x="88" y="241"/>
                    <a:pt x="88" y="241"/>
                    <a:pt x="88" y="241"/>
                  </a:cubicBezTo>
                  <a:cubicBezTo>
                    <a:pt x="88" y="241"/>
                    <a:pt x="88" y="241"/>
                    <a:pt x="88" y="241"/>
                  </a:cubicBezTo>
                  <a:cubicBezTo>
                    <a:pt x="88" y="241"/>
                    <a:pt x="88" y="241"/>
                    <a:pt x="88" y="241"/>
                  </a:cubicBezTo>
                  <a:cubicBezTo>
                    <a:pt x="88" y="241"/>
                    <a:pt x="88" y="241"/>
                    <a:pt x="88" y="241"/>
                  </a:cubicBezTo>
                  <a:cubicBezTo>
                    <a:pt x="89" y="241"/>
                    <a:pt x="89" y="241"/>
                    <a:pt x="89" y="241"/>
                  </a:cubicBezTo>
                  <a:cubicBezTo>
                    <a:pt x="89" y="241"/>
                    <a:pt x="89" y="241"/>
                    <a:pt x="89" y="241"/>
                  </a:cubicBezTo>
                  <a:cubicBezTo>
                    <a:pt x="89" y="241"/>
                    <a:pt x="89" y="241"/>
                    <a:pt x="89" y="241"/>
                  </a:cubicBezTo>
                  <a:cubicBezTo>
                    <a:pt x="89" y="241"/>
                    <a:pt x="89" y="241"/>
                    <a:pt x="89" y="241"/>
                  </a:cubicBezTo>
                  <a:cubicBezTo>
                    <a:pt x="90" y="241"/>
                    <a:pt x="90" y="241"/>
                    <a:pt x="90" y="241"/>
                  </a:cubicBezTo>
                  <a:cubicBezTo>
                    <a:pt x="94" y="244"/>
                    <a:pt x="97" y="248"/>
                    <a:pt x="103" y="248"/>
                  </a:cubicBezTo>
                  <a:cubicBezTo>
                    <a:pt x="107" y="248"/>
                    <a:pt x="111" y="248"/>
                    <a:pt x="115" y="248"/>
                  </a:cubicBezTo>
                  <a:cubicBezTo>
                    <a:pt x="118" y="248"/>
                    <a:pt x="119" y="246"/>
                    <a:pt x="120" y="246"/>
                  </a:cubicBezTo>
                  <a:cubicBezTo>
                    <a:pt x="122" y="246"/>
                    <a:pt x="123" y="251"/>
                    <a:pt x="123" y="253"/>
                  </a:cubicBezTo>
                  <a:cubicBezTo>
                    <a:pt x="127" y="251"/>
                    <a:pt x="128" y="246"/>
                    <a:pt x="136" y="246"/>
                  </a:cubicBezTo>
                  <a:cubicBezTo>
                    <a:pt x="142" y="246"/>
                    <a:pt x="145" y="249"/>
                    <a:pt x="149" y="249"/>
                  </a:cubicBezTo>
                  <a:cubicBezTo>
                    <a:pt x="153" y="249"/>
                    <a:pt x="163" y="241"/>
                    <a:pt x="165" y="240"/>
                  </a:cubicBezTo>
                  <a:cubicBezTo>
                    <a:pt x="167" y="239"/>
                    <a:pt x="167" y="238"/>
                    <a:pt x="168" y="237"/>
                  </a:cubicBezTo>
                  <a:cubicBezTo>
                    <a:pt x="168" y="237"/>
                    <a:pt x="168" y="236"/>
                    <a:pt x="168" y="236"/>
                  </a:cubicBezTo>
                  <a:cubicBezTo>
                    <a:pt x="169" y="236"/>
                    <a:pt x="170" y="236"/>
                    <a:pt x="170" y="236"/>
                  </a:cubicBezTo>
                  <a:cubicBezTo>
                    <a:pt x="170" y="236"/>
                    <a:pt x="170" y="236"/>
                    <a:pt x="170" y="236"/>
                  </a:cubicBezTo>
                  <a:cubicBezTo>
                    <a:pt x="170" y="236"/>
                    <a:pt x="170" y="236"/>
                    <a:pt x="170" y="236"/>
                  </a:cubicBezTo>
                  <a:cubicBezTo>
                    <a:pt x="170" y="236"/>
                    <a:pt x="171" y="236"/>
                    <a:pt x="171" y="236"/>
                  </a:cubicBezTo>
                  <a:cubicBezTo>
                    <a:pt x="171" y="236"/>
                    <a:pt x="172" y="236"/>
                    <a:pt x="173" y="236"/>
                  </a:cubicBezTo>
                  <a:cubicBezTo>
                    <a:pt x="173" y="236"/>
                    <a:pt x="173" y="236"/>
                    <a:pt x="173" y="236"/>
                  </a:cubicBezTo>
                  <a:cubicBezTo>
                    <a:pt x="173" y="236"/>
                    <a:pt x="173" y="236"/>
                    <a:pt x="173" y="236"/>
                  </a:cubicBezTo>
                  <a:cubicBezTo>
                    <a:pt x="173" y="236"/>
                    <a:pt x="173" y="236"/>
                    <a:pt x="173" y="236"/>
                  </a:cubicBezTo>
                  <a:cubicBezTo>
                    <a:pt x="173" y="236"/>
                    <a:pt x="173" y="236"/>
                    <a:pt x="173" y="236"/>
                  </a:cubicBezTo>
                  <a:cubicBezTo>
                    <a:pt x="173" y="236"/>
                    <a:pt x="173" y="236"/>
                    <a:pt x="173" y="236"/>
                  </a:cubicBezTo>
                  <a:cubicBezTo>
                    <a:pt x="174" y="236"/>
                    <a:pt x="175" y="236"/>
                    <a:pt x="176" y="236"/>
                  </a:cubicBezTo>
                  <a:cubicBezTo>
                    <a:pt x="176" y="236"/>
                    <a:pt x="176" y="236"/>
                    <a:pt x="176" y="236"/>
                  </a:cubicBezTo>
                  <a:cubicBezTo>
                    <a:pt x="176" y="236"/>
                    <a:pt x="176" y="236"/>
                    <a:pt x="176" y="236"/>
                  </a:cubicBezTo>
                  <a:cubicBezTo>
                    <a:pt x="177" y="236"/>
                    <a:pt x="177" y="236"/>
                    <a:pt x="177" y="236"/>
                  </a:cubicBezTo>
                  <a:cubicBezTo>
                    <a:pt x="178" y="236"/>
                    <a:pt x="178" y="236"/>
                    <a:pt x="178" y="236"/>
                  </a:cubicBezTo>
                  <a:cubicBezTo>
                    <a:pt x="178" y="236"/>
                    <a:pt x="178" y="236"/>
                    <a:pt x="178" y="236"/>
                  </a:cubicBezTo>
                  <a:cubicBezTo>
                    <a:pt x="178" y="236"/>
                    <a:pt x="178" y="236"/>
                    <a:pt x="178" y="236"/>
                  </a:cubicBezTo>
                  <a:cubicBezTo>
                    <a:pt x="180" y="234"/>
                    <a:pt x="180" y="234"/>
                    <a:pt x="180" y="234"/>
                  </a:cubicBezTo>
                  <a:cubicBezTo>
                    <a:pt x="182" y="234"/>
                    <a:pt x="182" y="234"/>
                    <a:pt x="182" y="234"/>
                  </a:cubicBezTo>
                  <a:cubicBezTo>
                    <a:pt x="184" y="243"/>
                    <a:pt x="190" y="242"/>
                    <a:pt x="197" y="246"/>
                  </a:cubicBezTo>
                  <a:cubicBezTo>
                    <a:pt x="200" y="250"/>
                    <a:pt x="204" y="252"/>
                    <a:pt x="204" y="258"/>
                  </a:cubicBezTo>
                  <a:cubicBezTo>
                    <a:pt x="204" y="258"/>
                    <a:pt x="204" y="258"/>
                    <a:pt x="204" y="258"/>
                  </a:cubicBezTo>
                  <a:cubicBezTo>
                    <a:pt x="204" y="269"/>
                    <a:pt x="196" y="269"/>
                    <a:pt x="196" y="280"/>
                  </a:cubicBezTo>
                  <a:cubicBezTo>
                    <a:pt x="196" y="280"/>
                    <a:pt x="196" y="280"/>
                    <a:pt x="196" y="280"/>
                  </a:cubicBezTo>
                  <a:cubicBezTo>
                    <a:pt x="196" y="281"/>
                    <a:pt x="197" y="283"/>
                    <a:pt x="198" y="283"/>
                  </a:cubicBezTo>
                  <a:cubicBezTo>
                    <a:pt x="200" y="283"/>
                    <a:pt x="201" y="281"/>
                    <a:pt x="204" y="281"/>
                  </a:cubicBezTo>
                  <a:cubicBezTo>
                    <a:pt x="206" y="281"/>
                    <a:pt x="206" y="289"/>
                    <a:pt x="209" y="290"/>
                  </a:cubicBezTo>
                  <a:cubicBezTo>
                    <a:pt x="209" y="296"/>
                    <a:pt x="213" y="302"/>
                    <a:pt x="219" y="302"/>
                  </a:cubicBezTo>
                  <a:cubicBezTo>
                    <a:pt x="221" y="302"/>
                    <a:pt x="221" y="301"/>
                    <a:pt x="223" y="301"/>
                  </a:cubicBezTo>
                  <a:cubicBezTo>
                    <a:pt x="225" y="301"/>
                    <a:pt x="225" y="301"/>
                    <a:pt x="225" y="301"/>
                  </a:cubicBezTo>
                  <a:cubicBezTo>
                    <a:pt x="225" y="304"/>
                    <a:pt x="226" y="304"/>
                    <a:pt x="227" y="304"/>
                  </a:cubicBezTo>
                  <a:cubicBezTo>
                    <a:pt x="227" y="304"/>
                    <a:pt x="228" y="303"/>
                    <a:pt x="228" y="302"/>
                  </a:cubicBezTo>
                  <a:cubicBezTo>
                    <a:pt x="228" y="302"/>
                    <a:pt x="228" y="302"/>
                    <a:pt x="228" y="302"/>
                  </a:cubicBezTo>
                  <a:cubicBezTo>
                    <a:pt x="228" y="299"/>
                    <a:pt x="228" y="297"/>
                    <a:pt x="228" y="295"/>
                  </a:cubicBezTo>
                  <a:cubicBezTo>
                    <a:pt x="228" y="295"/>
                    <a:pt x="228" y="295"/>
                    <a:pt x="228" y="295"/>
                  </a:cubicBezTo>
                  <a:cubicBezTo>
                    <a:pt x="228" y="295"/>
                    <a:pt x="234" y="293"/>
                    <a:pt x="235" y="293"/>
                  </a:cubicBezTo>
                  <a:cubicBezTo>
                    <a:pt x="236" y="293"/>
                    <a:pt x="236" y="293"/>
                    <a:pt x="236" y="293"/>
                  </a:cubicBezTo>
                  <a:cubicBezTo>
                    <a:pt x="245" y="293"/>
                    <a:pt x="245" y="293"/>
                    <a:pt x="245" y="293"/>
                  </a:cubicBezTo>
                  <a:cubicBezTo>
                    <a:pt x="245" y="293"/>
                    <a:pt x="246" y="293"/>
                    <a:pt x="246" y="293"/>
                  </a:cubicBezTo>
                  <a:cubicBezTo>
                    <a:pt x="250" y="293"/>
                    <a:pt x="252" y="289"/>
                    <a:pt x="256" y="289"/>
                  </a:cubicBezTo>
                  <a:cubicBezTo>
                    <a:pt x="261" y="289"/>
                    <a:pt x="264" y="292"/>
                    <a:pt x="268" y="292"/>
                  </a:cubicBezTo>
                  <a:cubicBezTo>
                    <a:pt x="268" y="299"/>
                    <a:pt x="274" y="302"/>
                    <a:pt x="278" y="303"/>
                  </a:cubicBezTo>
                  <a:cubicBezTo>
                    <a:pt x="283" y="305"/>
                    <a:pt x="287" y="304"/>
                    <a:pt x="292" y="306"/>
                  </a:cubicBezTo>
                  <a:cubicBezTo>
                    <a:pt x="292" y="308"/>
                    <a:pt x="291" y="313"/>
                    <a:pt x="293" y="313"/>
                  </a:cubicBezTo>
                  <a:cubicBezTo>
                    <a:pt x="297" y="313"/>
                    <a:pt x="295" y="310"/>
                    <a:pt x="297" y="307"/>
                  </a:cubicBezTo>
                  <a:cubicBezTo>
                    <a:pt x="299" y="305"/>
                    <a:pt x="305" y="304"/>
                    <a:pt x="307" y="303"/>
                  </a:cubicBezTo>
                  <a:cubicBezTo>
                    <a:pt x="312" y="301"/>
                    <a:pt x="318" y="302"/>
                    <a:pt x="321" y="299"/>
                  </a:cubicBezTo>
                  <a:cubicBezTo>
                    <a:pt x="321" y="299"/>
                    <a:pt x="324" y="293"/>
                    <a:pt x="325" y="293"/>
                  </a:cubicBezTo>
                  <a:cubicBezTo>
                    <a:pt x="328" y="293"/>
                    <a:pt x="329" y="295"/>
                    <a:pt x="332" y="295"/>
                  </a:cubicBezTo>
                  <a:cubicBezTo>
                    <a:pt x="345" y="295"/>
                    <a:pt x="348" y="287"/>
                    <a:pt x="356" y="283"/>
                  </a:cubicBezTo>
                  <a:cubicBezTo>
                    <a:pt x="358" y="282"/>
                    <a:pt x="360" y="281"/>
                    <a:pt x="360" y="278"/>
                  </a:cubicBezTo>
                  <a:cubicBezTo>
                    <a:pt x="367" y="278"/>
                    <a:pt x="369" y="267"/>
                    <a:pt x="372" y="262"/>
                  </a:cubicBezTo>
                  <a:cubicBezTo>
                    <a:pt x="373" y="258"/>
                    <a:pt x="381" y="247"/>
                    <a:pt x="385" y="246"/>
                  </a:cubicBezTo>
                  <a:cubicBezTo>
                    <a:pt x="385" y="240"/>
                    <a:pt x="390" y="237"/>
                    <a:pt x="390" y="229"/>
                  </a:cubicBezTo>
                  <a:cubicBezTo>
                    <a:pt x="390" y="217"/>
                    <a:pt x="387" y="212"/>
                    <a:pt x="382" y="204"/>
                  </a:cubicBezTo>
                  <a:cubicBezTo>
                    <a:pt x="381" y="203"/>
                    <a:pt x="381" y="200"/>
                    <a:pt x="378" y="198"/>
                  </a:cubicBezTo>
                  <a:cubicBezTo>
                    <a:pt x="378" y="198"/>
                    <a:pt x="378" y="198"/>
                    <a:pt x="378" y="198"/>
                  </a:cubicBezTo>
                  <a:cubicBezTo>
                    <a:pt x="378" y="198"/>
                    <a:pt x="378" y="198"/>
                    <a:pt x="378" y="198"/>
                  </a:cubicBezTo>
                  <a:cubicBezTo>
                    <a:pt x="378" y="198"/>
                    <a:pt x="378" y="193"/>
                    <a:pt x="378" y="192"/>
                  </a:cubicBezTo>
                  <a:cubicBezTo>
                    <a:pt x="375" y="192"/>
                    <a:pt x="370" y="189"/>
                    <a:pt x="370" y="185"/>
                  </a:cubicBezTo>
                  <a:cubicBezTo>
                    <a:pt x="370" y="182"/>
                    <a:pt x="375" y="182"/>
                    <a:pt x="376" y="178"/>
                  </a:cubicBezTo>
                  <a:cubicBezTo>
                    <a:pt x="378" y="171"/>
                    <a:pt x="391" y="171"/>
                    <a:pt x="396" y="165"/>
                  </a:cubicBezTo>
                  <a:cubicBezTo>
                    <a:pt x="395" y="164"/>
                    <a:pt x="394" y="163"/>
                    <a:pt x="393" y="163"/>
                  </a:cubicBezTo>
                  <a:cubicBezTo>
                    <a:pt x="392" y="163"/>
                    <a:pt x="392" y="163"/>
                    <a:pt x="391" y="163"/>
                  </a:cubicBezTo>
                  <a:cubicBezTo>
                    <a:pt x="391" y="163"/>
                    <a:pt x="391" y="163"/>
                    <a:pt x="390" y="163"/>
                  </a:cubicBezTo>
                  <a:cubicBezTo>
                    <a:pt x="389" y="163"/>
                    <a:pt x="387" y="163"/>
                    <a:pt x="386" y="162"/>
                  </a:cubicBezTo>
                  <a:cubicBezTo>
                    <a:pt x="384" y="161"/>
                    <a:pt x="383" y="159"/>
                    <a:pt x="380" y="159"/>
                  </a:cubicBezTo>
                  <a:cubicBezTo>
                    <a:pt x="377" y="159"/>
                    <a:pt x="377" y="165"/>
                    <a:pt x="376" y="165"/>
                  </a:cubicBezTo>
                  <a:cubicBezTo>
                    <a:pt x="374" y="165"/>
                    <a:pt x="373" y="165"/>
                    <a:pt x="372" y="165"/>
                  </a:cubicBezTo>
                  <a:cubicBezTo>
                    <a:pt x="370" y="165"/>
                    <a:pt x="369" y="165"/>
                    <a:pt x="368" y="165"/>
                  </a:cubicBezTo>
                  <a:cubicBezTo>
                    <a:pt x="365" y="162"/>
                    <a:pt x="366" y="159"/>
                    <a:pt x="363" y="157"/>
                  </a:cubicBezTo>
                  <a:cubicBezTo>
                    <a:pt x="361" y="156"/>
                    <a:pt x="357" y="155"/>
                    <a:pt x="357" y="152"/>
                  </a:cubicBezTo>
                  <a:cubicBezTo>
                    <a:pt x="357" y="146"/>
                    <a:pt x="365" y="148"/>
                    <a:pt x="369" y="145"/>
                  </a:cubicBezTo>
                  <a:cubicBezTo>
                    <a:pt x="372" y="143"/>
                    <a:pt x="379" y="138"/>
                    <a:pt x="381" y="135"/>
                  </a:cubicBezTo>
                  <a:cubicBezTo>
                    <a:pt x="382" y="134"/>
                    <a:pt x="383" y="131"/>
                    <a:pt x="386" y="131"/>
                  </a:cubicBezTo>
                  <a:cubicBezTo>
                    <a:pt x="388" y="131"/>
                    <a:pt x="391" y="135"/>
                    <a:pt x="391" y="136"/>
                  </a:cubicBezTo>
                  <a:cubicBezTo>
                    <a:pt x="391" y="141"/>
                    <a:pt x="386" y="143"/>
                    <a:pt x="386" y="148"/>
                  </a:cubicBezTo>
                  <a:cubicBezTo>
                    <a:pt x="394" y="148"/>
                    <a:pt x="400" y="140"/>
                    <a:pt x="409" y="140"/>
                  </a:cubicBezTo>
                  <a:cubicBezTo>
                    <a:pt x="413" y="140"/>
                    <a:pt x="414" y="143"/>
                    <a:pt x="418" y="143"/>
                  </a:cubicBezTo>
                  <a:cubicBezTo>
                    <a:pt x="417" y="145"/>
                    <a:pt x="418" y="145"/>
                    <a:pt x="418" y="149"/>
                  </a:cubicBezTo>
                  <a:cubicBezTo>
                    <a:pt x="418" y="152"/>
                    <a:pt x="415" y="151"/>
                    <a:pt x="415" y="155"/>
                  </a:cubicBezTo>
                  <a:cubicBezTo>
                    <a:pt x="415" y="156"/>
                    <a:pt x="416" y="160"/>
                    <a:pt x="418" y="160"/>
                  </a:cubicBezTo>
                  <a:cubicBezTo>
                    <a:pt x="419" y="160"/>
                    <a:pt x="420" y="158"/>
                    <a:pt x="422" y="158"/>
                  </a:cubicBezTo>
                  <a:cubicBezTo>
                    <a:pt x="425" y="158"/>
                    <a:pt x="430" y="161"/>
                    <a:pt x="430" y="164"/>
                  </a:cubicBezTo>
                  <a:cubicBezTo>
                    <a:pt x="430" y="166"/>
                    <a:pt x="427" y="168"/>
                    <a:pt x="425" y="168"/>
                  </a:cubicBezTo>
                  <a:cubicBezTo>
                    <a:pt x="425" y="171"/>
                    <a:pt x="425" y="171"/>
                    <a:pt x="425" y="171"/>
                  </a:cubicBezTo>
                  <a:cubicBezTo>
                    <a:pt x="426" y="171"/>
                    <a:pt x="426" y="172"/>
                    <a:pt x="428" y="173"/>
                  </a:cubicBezTo>
                  <a:cubicBezTo>
                    <a:pt x="428" y="174"/>
                    <a:pt x="429" y="176"/>
                    <a:pt x="429" y="177"/>
                  </a:cubicBezTo>
                  <a:cubicBezTo>
                    <a:pt x="429" y="178"/>
                    <a:pt x="427" y="182"/>
                    <a:pt x="427" y="184"/>
                  </a:cubicBezTo>
                  <a:cubicBezTo>
                    <a:pt x="427" y="185"/>
                    <a:pt x="427" y="186"/>
                    <a:pt x="428" y="187"/>
                  </a:cubicBezTo>
                  <a:cubicBezTo>
                    <a:pt x="428" y="188"/>
                    <a:pt x="427" y="189"/>
                    <a:pt x="427" y="190"/>
                  </a:cubicBezTo>
                  <a:cubicBezTo>
                    <a:pt x="431" y="190"/>
                    <a:pt x="431" y="190"/>
                    <a:pt x="431" y="190"/>
                  </a:cubicBezTo>
                  <a:cubicBezTo>
                    <a:pt x="433" y="189"/>
                    <a:pt x="433" y="189"/>
                    <a:pt x="436" y="188"/>
                  </a:cubicBezTo>
                  <a:cubicBezTo>
                    <a:pt x="436" y="185"/>
                    <a:pt x="444" y="185"/>
                    <a:pt x="445" y="184"/>
                  </a:cubicBezTo>
                  <a:cubicBezTo>
                    <a:pt x="449" y="183"/>
                    <a:pt x="451" y="180"/>
                    <a:pt x="451" y="174"/>
                  </a:cubicBezTo>
                  <a:cubicBezTo>
                    <a:pt x="451" y="163"/>
                    <a:pt x="447" y="156"/>
                    <a:pt x="440" y="150"/>
                  </a:cubicBezTo>
                  <a:cubicBezTo>
                    <a:pt x="438" y="147"/>
                    <a:pt x="435" y="145"/>
                    <a:pt x="436" y="140"/>
                  </a:cubicBezTo>
                  <a:cubicBezTo>
                    <a:pt x="439" y="140"/>
                    <a:pt x="442" y="138"/>
                    <a:pt x="444" y="136"/>
                  </a:cubicBezTo>
                  <a:cubicBezTo>
                    <a:pt x="446" y="134"/>
                    <a:pt x="451" y="131"/>
                    <a:pt x="452" y="128"/>
                  </a:cubicBezTo>
                  <a:cubicBezTo>
                    <a:pt x="456" y="121"/>
                    <a:pt x="458" y="116"/>
                    <a:pt x="465" y="111"/>
                  </a:cubicBezTo>
                  <a:cubicBezTo>
                    <a:pt x="465" y="111"/>
                    <a:pt x="470" y="105"/>
                    <a:pt x="470" y="99"/>
                  </a:cubicBezTo>
                  <a:cubicBezTo>
                    <a:pt x="470" y="97"/>
                    <a:pt x="469" y="94"/>
                    <a:pt x="467" y="92"/>
                  </a:cubicBezTo>
                  <a:cubicBezTo>
                    <a:pt x="466" y="92"/>
                    <a:pt x="466" y="92"/>
                    <a:pt x="466" y="91"/>
                  </a:cubicBezTo>
                  <a:cubicBezTo>
                    <a:pt x="466" y="89"/>
                    <a:pt x="475" y="88"/>
                    <a:pt x="481" y="85"/>
                  </a:cubicBezTo>
                  <a:cubicBezTo>
                    <a:pt x="488" y="81"/>
                    <a:pt x="490" y="66"/>
                    <a:pt x="496" y="60"/>
                  </a:cubicBezTo>
                  <a:cubicBezTo>
                    <a:pt x="496" y="60"/>
                    <a:pt x="496" y="60"/>
                    <a:pt x="496" y="60"/>
                  </a:cubicBezTo>
                  <a:cubicBezTo>
                    <a:pt x="496" y="52"/>
                    <a:pt x="496" y="52"/>
                    <a:pt x="496" y="52"/>
                  </a:cubicBezTo>
                  <a:cubicBezTo>
                    <a:pt x="485" y="52"/>
                    <a:pt x="483" y="61"/>
                    <a:pt x="474" y="61"/>
                  </a:cubicBezTo>
                  <a:cubicBezTo>
                    <a:pt x="465" y="61"/>
                    <a:pt x="462" y="50"/>
                    <a:pt x="458" y="47"/>
                  </a:cubicBezTo>
                  <a:cubicBezTo>
                    <a:pt x="453" y="42"/>
                    <a:pt x="440" y="41"/>
                    <a:pt x="437" y="35"/>
                  </a:cubicBezTo>
                  <a:cubicBezTo>
                    <a:pt x="427" y="20"/>
                    <a:pt x="428" y="0"/>
                    <a:pt x="40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 name="Freeform 72"/>
            <p:cNvSpPr>
              <a:spLocks/>
            </p:cNvSpPr>
            <p:nvPr/>
          </p:nvSpPr>
          <p:spPr bwMode="auto">
            <a:xfrm>
              <a:off x="11525250" y="1512888"/>
              <a:ext cx="104775" cy="44450"/>
            </a:xfrm>
            <a:custGeom>
              <a:avLst/>
              <a:gdLst>
                <a:gd name="T0" fmla="*/ 13 w 28"/>
                <a:gd name="T1" fmla="*/ 0 h 12"/>
                <a:gd name="T2" fmla="*/ 0 w 28"/>
                <a:gd name="T3" fmla="*/ 9 h 12"/>
                <a:gd name="T4" fmla="*/ 3 w 28"/>
                <a:gd name="T5" fmla="*/ 12 h 12"/>
                <a:gd name="T6" fmla="*/ 28 w 28"/>
                <a:gd name="T7" fmla="*/ 7 h 12"/>
                <a:gd name="T8" fmla="*/ 13 w 28"/>
                <a:gd name="T9" fmla="*/ 0 h 12"/>
              </a:gdLst>
              <a:ahLst/>
              <a:cxnLst>
                <a:cxn ang="0">
                  <a:pos x="T0" y="T1"/>
                </a:cxn>
                <a:cxn ang="0">
                  <a:pos x="T2" y="T3"/>
                </a:cxn>
                <a:cxn ang="0">
                  <a:pos x="T4" y="T5"/>
                </a:cxn>
                <a:cxn ang="0">
                  <a:pos x="T6" y="T7"/>
                </a:cxn>
                <a:cxn ang="0">
                  <a:pos x="T8" y="T9"/>
                </a:cxn>
              </a:cxnLst>
              <a:rect l="0" t="0" r="r" b="b"/>
              <a:pathLst>
                <a:path w="28" h="12">
                  <a:moveTo>
                    <a:pt x="13" y="0"/>
                  </a:moveTo>
                  <a:cubicBezTo>
                    <a:pt x="9" y="0"/>
                    <a:pt x="0" y="5"/>
                    <a:pt x="0" y="9"/>
                  </a:cubicBezTo>
                  <a:cubicBezTo>
                    <a:pt x="0" y="11"/>
                    <a:pt x="1" y="12"/>
                    <a:pt x="3" y="12"/>
                  </a:cubicBezTo>
                  <a:cubicBezTo>
                    <a:pt x="6" y="12"/>
                    <a:pt x="28" y="11"/>
                    <a:pt x="28" y="7"/>
                  </a:cubicBezTo>
                  <a:cubicBezTo>
                    <a:pt x="28" y="3"/>
                    <a:pt x="18"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 name="Freeform 73"/>
            <p:cNvSpPr>
              <a:spLocks/>
            </p:cNvSpPr>
            <p:nvPr/>
          </p:nvSpPr>
          <p:spPr bwMode="auto">
            <a:xfrm>
              <a:off x="11202988" y="1598613"/>
              <a:ext cx="41275" cy="26988"/>
            </a:xfrm>
            <a:custGeom>
              <a:avLst/>
              <a:gdLst>
                <a:gd name="T0" fmla="*/ 9 w 11"/>
                <a:gd name="T1" fmla="*/ 0 h 7"/>
                <a:gd name="T2" fmla="*/ 0 w 11"/>
                <a:gd name="T3" fmla="*/ 0 h 7"/>
                <a:gd name="T4" fmla="*/ 8 w 11"/>
                <a:gd name="T5" fmla="*/ 7 h 7"/>
                <a:gd name="T6" fmla="*/ 11 w 11"/>
                <a:gd name="T7" fmla="*/ 4 h 7"/>
                <a:gd name="T8" fmla="*/ 9 w 11"/>
                <a:gd name="T9" fmla="*/ 0 h 7"/>
              </a:gdLst>
              <a:ahLst/>
              <a:cxnLst>
                <a:cxn ang="0">
                  <a:pos x="T0" y="T1"/>
                </a:cxn>
                <a:cxn ang="0">
                  <a:pos x="T2" y="T3"/>
                </a:cxn>
                <a:cxn ang="0">
                  <a:pos x="T4" y="T5"/>
                </a:cxn>
                <a:cxn ang="0">
                  <a:pos x="T6" y="T7"/>
                </a:cxn>
                <a:cxn ang="0">
                  <a:pos x="T8" y="T9"/>
                </a:cxn>
              </a:cxnLst>
              <a:rect l="0" t="0" r="r" b="b"/>
              <a:pathLst>
                <a:path w="11" h="7">
                  <a:moveTo>
                    <a:pt x="9" y="0"/>
                  </a:moveTo>
                  <a:cubicBezTo>
                    <a:pt x="0" y="0"/>
                    <a:pt x="0" y="0"/>
                    <a:pt x="0" y="0"/>
                  </a:cubicBezTo>
                  <a:cubicBezTo>
                    <a:pt x="2" y="4"/>
                    <a:pt x="4" y="7"/>
                    <a:pt x="8" y="7"/>
                  </a:cubicBezTo>
                  <a:cubicBezTo>
                    <a:pt x="10" y="7"/>
                    <a:pt x="11" y="5"/>
                    <a:pt x="11" y="4"/>
                  </a:cubicBezTo>
                  <a:cubicBezTo>
                    <a:pt x="11" y="2"/>
                    <a:pt x="10" y="2"/>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 name="Freeform 74"/>
            <p:cNvSpPr>
              <a:spLocks/>
            </p:cNvSpPr>
            <p:nvPr/>
          </p:nvSpPr>
          <p:spPr bwMode="auto">
            <a:xfrm>
              <a:off x="10207625" y="1260475"/>
              <a:ext cx="19050" cy="23813"/>
            </a:xfrm>
            <a:custGeom>
              <a:avLst/>
              <a:gdLst>
                <a:gd name="T0" fmla="*/ 3 w 5"/>
                <a:gd name="T1" fmla="*/ 0 h 6"/>
                <a:gd name="T2" fmla="*/ 0 w 5"/>
                <a:gd name="T3" fmla="*/ 4 h 6"/>
                <a:gd name="T4" fmla="*/ 3 w 5"/>
                <a:gd name="T5" fmla="*/ 6 h 6"/>
                <a:gd name="T6" fmla="*/ 5 w 5"/>
                <a:gd name="T7" fmla="*/ 3 h 6"/>
                <a:gd name="T8" fmla="*/ 5 w 5"/>
                <a:gd name="T9" fmla="*/ 3 h 6"/>
                <a:gd name="T10" fmla="*/ 5 w 5"/>
                <a:gd name="T11" fmla="*/ 3 h 6"/>
                <a:gd name="T12" fmla="*/ 5 w 5"/>
                <a:gd name="T13" fmla="*/ 2 h 6"/>
                <a:gd name="T14" fmla="*/ 5 w 5"/>
                <a:gd name="T15" fmla="*/ 2 h 6"/>
                <a:gd name="T16" fmla="*/ 3 w 5"/>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6">
                  <a:moveTo>
                    <a:pt x="3" y="0"/>
                  </a:moveTo>
                  <a:cubicBezTo>
                    <a:pt x="1" y="1"/>
                    <a:pt x="0" y="2"/>
                    <a:pt x="0" y="4"/>
                  </a:cubicBezTo>
                  <a:cubicBezTo>
                    <a:pt x="0" y="6"/>
                    <a:pt x="1" y="6"/>
                    <a:pt x="3" y="6"/>
                  </a:cubicBezTo>
                  <a:cubicBezTo>
                    <a:pt x="5" y="6"/>
                    <a:pt x="5" y="4"/>
                    <a:pt x="5" y="3"/>
                  </a:cubicBezTo>
                  <a:cubicBezTo>
                    <a:pt x="5" y="3"/>
                    <a:pt x="5" y="3"/>
                    <a:pt x="5" y="3"/>
                  </a:cubicBezTo>
                  <a:cubicBezTo>
                    <a:pt x="5" y="3"/>
                    <a:pt x="5" y="3"/>
                    <a:pt x="5" y="3"/>
                  </a:cubicBezTo>
                  <a:cubicBezTo>
                    <a:pt x="5" y="3"/>
                    <a:pt x="5" y="2"/>
                    <a:pt x="5" y="2"/>
                  </a:cubicBezTo>
                  <a:cubicBezTo>
                    <a:pt x="5" y="2"/>
                    <a:pt x="5" y="2"/>
                    <a:pt x="5" y="2"/>
                  </a:cubicBezTo>
                  <a:cubicBezTo>
                    <a:pt x="3"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 name="Freeform 75"/>
            <p:cNvSpPr>
              <a:spLocks noEditPoints="1"/>
            </p:cNvSpPr>
            <p:nvPr/>
          </p:nvSpPr>
          <p:spPr bwMode="auto">
            <a:xfrm>
              <a:off x="9490075" y="1339850"/>
              <a:ext cx="49213" cy="26988"/>
            </a:xfrm>
            <a:custGeom>
              <a:avLst/>
              <a:gdLst>
                <a:gd name="T0" fmla="*/ 13 w 13"/>
                <a:gd name="T1" fmla="*/ 5 h 7"/>
                <a:gd name="T2" fmla="*/ 12 w 13"/>
                <a:gd name="T3" fmla="*/ 6 h 7"/>
                <a:gd name="T4" fmla="*/ 11 w 13"/>
                <a:gd name="T5" fmla="*/ 7 h 7"/>
                <a:gd name="T6" fmla="*/ 13 w 13"/>
                <a:gd name="T7" fmla="*/ 5 h 7"/>
                <a:gd name="T8" fmla="*/ 6 w 13"/>
                <a:gd name="T9" fmla="*/ 0 h 7"/>
                <a:gd name="T10" fmla="*/ 0 w 13"/>
                <a:gd name="T11" fmla="*/ 4 h 7"/>
                <a:gd name="T12" fmla="*/ 6 w 13"/>
                <a:gd name="T13" fmla="*/ 7 h 7"/>
                <a:gd name="T14" fmla="*/ 12 w 13"/>
                <a:gd name="T15" fmla="*/ 6 h 7"/>
                <a:gd name="T16" fmla="*/ 13 w 13"/>
                <a:gd name="T17" fmla="*/ 4 h 7"/>
                <a:gd name="T18" fmla="*/ 6 w 13"/>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7">
                  <a:moveTo>
                    <a:pt x="13" y="5"/>
                  </a:moveTo>
                  <a:cubicBezTo>
                    <a:pt x="13" y="6"/>
                    <a:pt x="13" y="6"/>
                    <a:pt x="12" y="6"/>
                  </a:cubicBezTo>
                  <a:cubicBezTo>
                    <a:pt x="12" y="6"/>
                    <a:pt x="11" y="7"/>
                    <a:pt x="11" y="7"/>
                  </a:cubicBezTo>
                  <a:cubicBezTo>
                    <a:pt x="13" y="5"/>
                    <a:pt x="13" y="5"/>
                    <a:pt x="13" y="5"/>
                  </a:cubicBezTo>
                  <a:moveTo>
                    <a:pt x="6" y="0"/>
                  </a:moveTo>
                  <a:cubicBezTo>
                    <a:pt x="4" y="0"/>
                    <a:pt x="0" y="1"/>
                    <a:pt x="0" y="4"/>
                  </a:cubicBezTo>
                  <a:cubicBezTo>
                    <a:pt x="0" y="7"/>
                    <a:pt x="3" y="7"/>
                    <a:pt x="6" y="7"/>
                  </a:cubicBezTo>
                  <a:cubicBezTo>
                    <a:pt x="9" y="7"/>
                    <a:pt x="11" y="7"/>
                    <a:pt x="12" y="6"/>
                  </a:cubicBezTo>
                  <a:cubicBezTo>
                    <a:pt x="13" y="5"/>
                    <a:pt x="13" y="5"/>
                    <a:pt x="13" y="4"/>
                  </a:cubicBezTo>
                  <a:cubicBezTo>
                    <a:pt x="13" y="1"/>
                    <a:pt x="10"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 name="Freeform 76"/>
            <p:cNvSpPr>
              <a:spLocks/>
            </p:cNvSpPr>
            <p:nvPr/>
          </p:nvSpPr>
          <p:spPr bwMode="auto">
            <a:xfrm>
              <a:off x="9115425" y="1028700"/>
              <a:ext cx="184150" cy="104775"/>
            </a:xfrm>
            <a:custGeom>
              <a:avLst/>
              <a:gdLst>
                <a:gd name="T0" fmla="*/ 29 w 49"/>
                <a:gd name="T1" fmla="*/ 0 h 28"/>
                <a:gd name="T2" fmla="*/ 25 w 49"/>
                <a:gd name="T3" fmla="*/ 0 h 28"/>
                <a:gd name="T4" fmla="*/ 5 w 49"/>
                <a:gd name="T5" fmla="*/ 17 h 28"/>
                <a:gd name="T6" fmla="*/ 0 w 49"/>
                <a:gd name="T7" fmla="*/ 24 h 28"/>
                <a:gd name="T8" fmla="*/ 4 w 49"/>
                <a:gd name="T9" fmla="*/ 28 h 28"/>
                <a:gd name="T10" fmla="*/ 19 w 49"/>
                <a:gd name="T11" fmla="*/ 24 h 28"/>
                <a:gd name="T12" fmla="*/ 29 w 49"/>
                <a:gd name="T13" fmla="*/ 22 h 28"/>
                <a:gd name="T14" fmla="*/ 33 w 49"/>
                <a:gd name="T15" fmla="*/ 22 h 28"/>
                <a:gd name="T16" fmla="*/ 49 w 49"/>
                <a:gd name="T17" fmla="*/ 15 h 28"/>
                <a:gd name="T18" fmla="*/ 33 w 49"/>
                <a:gd name="T19" fmla="*/ 4 h 28"/>
                <a:gd name="T20" fmla="*/ 28 w 49"/>
                <a:gd name="T21" fmla="*/ 6 h 28"/>
                <a:gd name="T22" fmla="*/ 29 w 49"/>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9" h="28">
                  <a:moveTo>
                    <a:pt x="29" y="0"/>
                  </a:moveTo>
                  <a:cubicBezTo>
                    <a:pt x="28" y="0"/>
                    <a:pt x="28" y="0"/>
                    <a:pt x="25" y="0"/>
                  </a:cubicBezTo>
                  <a:cubicBezTo>
                    <a:pt x="14" y="0"/>
                    <a:pt x="11" y="11"/>
                    <a:pt x="5" y="17"/>
                  </a:cubicBezTo>
                  <a:cubicBezTo>
                    <a:pt x="3" y="19"/>
                    <a:pt x="0" y="19"/>
                    <a:pt x="0" y="24"/>
                  </a:cubicBezTo>
                  <a:cubicBezTo>
                    <a:pt x="0" y="26"/>
                    <a:pt x="1" y="28"/>
                    <a:pt x="4" y="28"/>
                  </a:cubicBezTo>
                  <a:cubicBezTo>
                    <a:pt x="19" y="24"/>
                    <a:pt x="19" y="24"/>
                    <a:pt x="19" y="24"/>
                  </a:cubicBezTo>
                  <a:cubicBezTo>
                    <a:pt x="19" y="24"/>
                    <a:pt x="28" y="22"/>
                    <a:pt x="29" y="22"/>
                  </a:cubicBezTo>
                  <a:cubicBezTo>
                    <a:pt x="30" y="22"/>
                    <a:pt x="31" y="22"/>
                    <a:pt x="33" y="22"/>
                  </a:cubicBezTo>
                  <a:cubicBezTo>
                    <a:pt x="39" y="22"/>
                    <a:pt x="49" y="21"/>
                    <a:pt x="49" y="15"/>
                  </a:cubicBezTo>
                  <a:cubicBezTo>
                    <a:pt x="49" y="11"/>
                    <a:pt x="37" y="4"/>
                    <a:pt x="33" y="4"/>
                  </a:cubicBezTo>
                  <a:cubicBezTo>
                    <a:pt x="31" y="4"/>
                    <a:pt x="30" y="6"/>
                    <a:pt x="28" y="6"/>
                  </a:cubicBezTo>
                  <a:cubicBezTo>
                    <a:pt x="31" y="4"/>
                    <a:pt x="29" y="4"/>
                    <a:pt x="2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 name="Freeform 77"/>
            <p:cNvSpPr>
              <a:spLocks/>
            </p:cNvSpPr>
            <p:nvPr/>
          </p:nvSpPr>
          <p:spPr bwMode="auto">
            <a:xfrm>
              <a:off x="8856663" y="979488"/>
              <a:ext cx="71438" cy="38100"/>
            </a:xfrm>
            <a:custGeom>
              <a:avLst/>
              <a:gdLst>
                <a:gd name="T0" fmla="*/ 8 w 19"/>
                <a:gd name="T1" fmla="*/ 0 h 10"/>
                <a:gd name="T2" fmla="*/ 0 w 19"/>
                <a:gd name="T3" fmla="*/ 2 h 10"/>
                <a:gd name="T4" fmla="*/ 6 w 19"/>
                <a:gd name="T5" fmla="*/ 10 h 10"/>
                <a:gd name="T6" fmla="*/ 19 w 19"/>
                <a:gd name="T7" fmla="*/ 4 h 10"/>
                <a:gd name="T8" fmla="*/ 8 w 19"/>
                <a:gd name="T9" fmla="*/ 0 h 10"/>
              </a:gdLst>
              <a:ahLst/>
              <a:cxnLst>
                <a:cxn ang="0">
                  <a:pos x="T0" y="T1"/>
                </a:cxn>
                <a:cxn ang="0">
                  <a:pos x="T2" y="T3"/>
                </a:cxn>
                <a:cxn ang="0">
                  <a:pos x="T4" y="T5"/>
                </a:cxn>
                <a:cxn ang="0">
                  <a:pos x="T6" y="T7"/>
                </a:cxn>
                <a:cxn ang="0">
                  <a:pos x="T8" y="T9"/>
                </a:cxn>
              </a:cxnLst>
              <a:rect l="0" t="0" r="r" b="b"/>
              <a:pathLst>
                <a:path w="19" h="10">
                  <a:moveTo>
                    <a:pt x="8" y="0"/>
                  </a:moveTo>
                  <a:cubicBezTo>
                    <a:pt x="6" y="0"/>
                    <a:pt x="0" y="0"/>
                    <a:pt x="0" y="2"/>
                  </a:cubicBezTo>
                  <a:cubicBezTo>
                    <a:pt x="0" y="5"/>
                    <a:pt x="4" y="10"/>
                    <a:pt x="6" y="10"/>
                  </a:cubicBezTo>
                  <a:cubicBezTo>
                    <a:pt x="9" y="10"/>
                    <a:pt x="18" y="9"/>
                    <a:pt x="19" y="4"/>
                  </a:cubicBezTo>
                  <a:cubicBezTo>
                    <a:pt x="17" y="3"/>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 name="Freeform 78"/>
            <p:cNvSpPr>
              <a:spLocks/>
            </p:cNvSpPr>
            <p:nvPr/>
          </p:nvSpPr>
          <p:spPr bwMode="auto">
            <a:xfrm>
              <a:off x="8878888" y="896938"/>
              <a:ext cx="255588" cy="179388"/>
            </a:xfrm>
            <a:custGeom>
              <a:avLst/>
              <a:gdLst>
                <a:gd name="T0" fmla="*/ 30 w 68"/>
                <a:gd name="T1" fmla="*/ 0 h 48"/>
                <a:gd name="T2" fmla="*/ 0 w 68"/>
                <a:gd name="T3" fmla="*/ 17 h 48"/>
                <a:gd name="T4" fmla="*/ 21 w 68"/>
                <a:gd name="T5" fmla="*/ 23 h 48"/>
                <a:gd name="T6" fmla="*/ 33 w 68"/>
                <a:gd name="T7" fmla="*/ 24 h 48"/>
                <a:gd name="T8" fmla="*/ 12 w 68"/>
                <a:gd name="T9" fmla="*/ 33 h 48"/>
                <a:gd name="T10" fmla="*/ 27 w 68"/>
                <a:gd name="T11" fmla="*/ 43 h 48"/>
                <a:gd name="T12" fmla="*/ 59 w 68"/>
                <a:gd name="T13" fmla="*/ 48 h 48"/>
                <a:gd name="T14" fmla="*/ 64 w 68"/>
                <a:gd name="T15" fmla="*/ 44 h 48"/>
                <a:gd name="T16" fmla="*/ 60 w 68"/>
                <a:gd name="T17" fmla="*/ 40 h 48"/>
                <a:gd name="T18" fmla="*/ 66 w 68"/>
                <a:gd name="T19" fmla="*/ 37 h 48"/>
                <a:gd name="T20" fmla="*/ 68 w 68"/>
                <a:gd name="T21" fmla="*/ 31 h 48"/>
                <a:gd name="T22" fmla="*/ 59 w 68"/>
                <a:gd name="T23" fmla="*/ 25 h 48"/>
                <a:gd name="T24" fmla="*/ 53 w 68"/>
                <a:gd name="T25" fmla="*/ 25 h 48"/>
                <a:gd name="T26" fmla="*/ 44 w 68"/>
                <a:gd name="T27" fmla="*/ 22 h 48"/>
                <a:gd name="T28" fmla="*/ 41 w 68"/>
                <a:gd name="T29" fmla="*/ 22 h 48"/>
                <a:gd name="T30" fmla="*/ 38 w 68"/>
                <a:gd name="T31" fmla="*/ 22 h 48"/>
                <a:gd name="T32" fmla="*/ 44 w 68"/>
                <a:gd name="T33" fmla="*/ 17 h 48"/>
                <a:gd name="T34" fmla="*/ 44 w 68"/>
                <a:gd name="T35" fmla="*/ 12 h 48"/>
                <a:gd name="T36" fmla="*/ 45 w 68"/>
                <a:gd name="T37" fmla="*/ 12 h 48"/>
                <a:gd name="T38" fmla="*/ 47 w 68"/>
                <a:gd name="T39" fmla="*/ 11 h 48"/>
                <a:gd name="T40" fmla="*/ 30 w 68"/>
                <a:gd name="T4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48">
                  <a:moveTo>
                    <a:pt x="30" y="0"/>
                  </a:moveTo>
                  <a:cubicBezTo>
                    <a:pt x="16" y="0"/>
                    <a:pt x="12" y="14"/>
                    <a:pt x="0" y="17"/>
                  </a:cubicBezTo>
                  <a:cubicBezTo>
                    <a:pt x="8" y="21"/>
                    <a:pt x="13" y="23"/>
                    <a:pt x="21" y="23"/>
                  </a:cubicBezTo>
                  <a:cubicBezTo>
                    <a:pt x="23" y="23"/>
                    <a:pt x="30" y="24"/>
                    <a:pt x="33" y="24"/>
                  </a:cubicBezTo>
                  <a:cubicBezTo>
                    <a:pt x="24" y="26"/>
                    <a:pt x="21" y="30"/>
                    <a:pt x="12" y="33"/>
                  </a:cubicBezTo>
                  <a:cubicBezTo>
                    <a:pt x="16" y="35"/>
                    <a:pt x="23" y="43"/>
                    <a:pt x="27" y="43"/>
                  </a:cubicBezTo>
                  <a:cubicBezTo>
                    <a:pt x="37" y="43"/>
                    <a:pt x="46" y="48"/>
                    <a:pt x="59" y="48"/>
                  </a:cubicBezTo>
                  <a:cubicBezTo>
                    <a:pt x="61" y="48"/>
                    <a:pt x="64" y="46"/>
                    <a:pt x="64" y="44"/>
                  </a:cubicBezTo>
                  <a:cubicBezTo>
                    <a:pt x="64" y="42"/>
                    <a:pt x="62" y="41"/>
                    <a:pt x="60" y="40"/>
                  </a:cubicBezTo>
                  <a:cubicBezTo>
                    <a:pt x="62" y="40"/>
                    <a:pt x="66" y="39"/>
                    <a:pt x="66" y="37"/>
                  </a:cubicBezTo>
                  <a:cubicBezTo>
                    <a:pt x="66" y="34"/>
                    <a:pt x="65" y="33"/>
                    <a:pt x="68" y="31"/>
                  </a:cubicBezTo>
                  <a:cubicBezTo>
                    <a:pt x="64" y="27"/>
                    <a:pt x="64" y="25"/>
                    <a:pt x="59" y="25"/>
                  </a:cubicBezTo>
                  <a:cubicBezTo>
                    <a:pt x="57" y="25"/>
                    <a:pt x="55" y="25"/>
                    <a:pt x="53" y="25"/>
                  </a:cubicBezTo>
                  <a:cubicBezTo>
                    <a:pt x="49" y="25"/>
                    <a:pt x="48" y="22"/>
                    <a:pt x="44" y="22"/>
                  </a:cubicBezTo>
                  <a:cubicBezTo>
                    <a:pt x="43" y="22"/>
                    <a:pt x="42" y="22"/>
                    <a:pt x="41" y="22"/>
                  </a:cubicBezTo>
                  <a:cubicBezTo>
                    <a:pt x="40" y="22"/>
                    <a:pt x="39" y="22"/>
                    <a:pt x="38" y="22"/>
                  </a:cubicBezTo>
                  <a:cubicBezTo>
                    <a:pt x="41" y="21"/>
                    <a:pt x="44" y="19"/>
                    <a:pt x="44" y="17"/>
                  </a:cubicBezTo>
                  <a:cubicBezTo>
                    <a:pt x="44" y="16"/>
                    <a:pt x="44" y="15"/>
                    <a:pt x="44" y="12"/>
                  </a:cubicBezTo>
                  <a:cubicBezTo>
                    <a:pt x="44" y="12"/>
                    <a:pt x="44" y="12"/>
                    <a:pt x="45" y="12"/>
                  </a:cubicBezTo>
                  <a:cubicBezTo>
                    <a:pt x="45" y="12"/>
                    <a:pt x="46" y="12"/>
                    <a:pt x="47" y="11"/>
                  </a:cubicBezTo>
                  <a:cubicBezTo>
                    <a:pt x="43" y="8"/>
                    <a:pt x="38"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 name="Freeform 79"/>
            <p:cNvSpPr>
              <a:spLocks/>
            </p:cNvSpPr>
            <p:nvPr/>
          </p:nvSpPr>
          <p:spPr bwMode="auto">
            <a:xfrm>
              <a:off x="8991600" y="1182688"/>
              <a:ext cx="30163" cy="19050"/>
            </a:xfrm>
            <a:custGeom>
              <a:avLst/>
              <a:gdLst>
                <a:gd name="T0" fmla="*/ 8 w 8"/>
                <a:gd name="T1" fmla="*/ 0 h 5"/>
                <a:gd name="T2" fmla="*/ 4 w 8"/>
                <a:gd name="T3" fmla="*/ 0 h 5"/>
                <a:gd name="T4" fmla="*/ 0 w 8"/>
                <a:gd name="T5" fmla="*/ 2 h 5"/>
                <a:gd name="T6" fmla="*/ 2 w 8"/>
                <a:gd name="T7" fmla="*/ 5 h 5"/>
                <a:gd name="T8" fmla="*/ 8 w 8"/>
                <a:gd name="T9" fmla="*/ 0 h 5"/>
              </a:gdLst>
              <a:ahLst/>
              <a:cxnLst>
                <a:cxn ang="0">
                  <a:pos x="T0" y="T1"/>
                </a:cxn>
                <a:cxn ang="0">
                  <a:pos x="T2" y="T3"/>
                </a:cxn>
                <a:cxn ang="0">
                  <a:pos x="T4" y="T5"/>
                </a:cxn>
                <a:cxn ang="0">
                  <a:pos x="T6" y="T7"/>
                </a:cxn>
                <a:cxn ang="0">
                  <a:pos x="T8" y="T9"/>
                </a:cxn>
              </a:cxnLst>
              <a:rect l="0" t="0" r="r" b="b"/>
              <a:pathLst>
                <a:path w="8" h="5">
                  <a:moveTo>
                    <a:pt x="8" y="0"/>
                  </a:moveTo>
                  <a:cubicBezTo>
                    <a:pt x="4" y="0"/>
                    <a:pt x="4" y="0"/>
                    <a:pt x="4" y="0"/>
                  </a:cubicBezTo>
                  <a:cubicBezTo>
                    <a:pt x="3" y="0"/>
                    <a:pt x="1" y="2"/>
                    <a:pt x="0" y="2"/>
                  </a:cubicBezTo>
                  <a:cubicBezTo>
                    <a:pt x="0" y="4"/>
                    <a:pt x="1" y="5"/>
                    <a:pt x="2" y="5"/>
                  </a:cubicBezTo>
                  <a:cubicBezTo>
                    <a:pt x="6" y="5"/>
                    <a:pt x="7" y="4"/>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 name="Freeform 80"/>
            <p:cNvSpPr>
              <a:spLocks/>
            </p:cNvSpPr>
            <p:nvPr/>
          </p:nvSpPr>
          <p:spPr bwMode="auto">
            <a:xfrm>
              <a:off x="8829675" y="904875"/>
              <a:ext cx="41275" cy="6350"/>
            </a:xfrm>
            <a:custGeom>
              <a:avLst/>
              <a:gdLst>
                <a:gd name="T0" fmla="*/ 10 w 11"/>
                <a:gd name="T1" fmla="*/ 0 h 2"/>
                <a:gd name="T2" fmla="*/ 0 w 11"/>
                <a:gd name="T3" fmla="*/ 0 h 2"/>
                <a:gd name="T4" fmla="*/ 6 w 11"/>
                <a:gd name="T5" fmla="*/ 2 h 2"/>
                <a:gd name="T6" fmla="*/ 11 w 11"/>
                <a:gd name="T7" fmla="*/ 2 h 2"/>
                <a:gd name="T8" fmla="*/ 10 w 11"/>
                <a:gd name="T9" fmla="*/ 0 h 2"/>
              </a:gdLst>
              <a:ahLst/>
              <a:cxnLst>
                <a:cxn ang="0">
                  <a:pos x="T0" y="T1"/>
                </a:cxn>
                <a:cxn ang="0">
                  <a:pos x="T2" y="T3"/>
                </a:cxn>
                <a:cxn ang="0">
                  <a:pos x="T4" y="T5"/>
                </a:cxn>
                <a:cxn ang="0">
                  <a:pos x="T6" y="T7"/>
                </a:cxn>
                <a:cxn ang="0">
                  <a:pos x="T8" y="T9"/>
                </a:cxn>
              </a:cxnLst>
              <a:rect l="0" t="0" r="r" b="b"/>
              <a:pathLst>
                <a:path w="11" h="2">
                  <a:moveTo>
                    <a:pt x="10" y="0"/>
                  </a:moveTo>
                  <a:cubicBezTo>
                    <a:pt x="0" y="0"/>
                    <a:pt x="0" y="0"/>
                    <a:pt x="0" y="0"/>
                  </a:cubicBezTo>
                  <a:cubicBezTo>
                    <a:pt x="1" y="2"/>
                    <a:pt x="3" y="2"/>
                    <a:pt x="6" y="2"/>
                  </a:cubicBezTo>
                  <a:cubicBezTo>
                    <a:pt x="8" y="2"/>
                    <a:pt x="9" y="2"/>
                    <a:pt x="11" y="2"/>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 name="Freeform 81"/>
            <p:cNvSpPr>
              <a:spLocks/>
            </p:cNvSpPr>
            <p:nvPr/>
          </p:nvSpPr>
          <p:spPr bwMode="auto">
            <a:xfrm>
              <a:off x="9332913" y="1111250"/>
              <a:ext cx="33338" cy="14288"/>
            </a:xfrm>
            <a:custGeom>
              <a:avLst/>
              <a:gdLst>
                <a:gd name="T0" fmla="*/ 9 w 9"/>
                <a:gd name="T1" fmla="*/ 0 h 4"/>
                <a:gd name="T2" fmla="*/ 7 w 9"/>
                <a:gd name="T3" fmla="*/ 0 h 4"/>
                <a:gd name="T4" fmla="*/ 6 w 9"/>
                <a:gd name="T5" fmla="*/ 0 h 4"/>
                <a:gd name="T6" fmla="*/ 5 w 9"/>
                <a:gd name="T7" fmla="*/ 0 h 4"/>
                <a:gd name="T8" fmla="*/ 0 w 9"/>
                <a:gd name="T9" fmla="*/ 0 h 4"/>
                <a:gd name="T10" fmla="*/ 6 w 9"/>
                <a:gd name="T11" fmla="*/ 4 h 4"/>
                <a:gd name="T12" fmla="*/ 9 w 9"/>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 h="4">
                  <a:moveTo>
                    <a:pt x="9" y="0"/>
                  </a:moveTo>
                  <a:cubicBezTo>
                    <a:pt x="9" y="0"/>
                    <a:pt x="8" y="0"/>
                    <a:pt x="7" y="0"/>
                  </a:cubicBezTo>
                  <a:cubicBezTo>
                    <a:pt x="7" y="0"/>
                    <a:pt x="6" y="0"/>
                    <a:pt x="6" y="0"/>
                  </a:cubicBezTo>
                  <a:cubicBezTo>
                    <a:pt x="6" y="0"/>
                    <a:pt x="5" y="0"/>
                    <a:pt x="5" y="0"/>
                  </a:cubicBezTo>
                  <a:cubicBezTo>
                    <a:pt x="3" y="0"/>
                    <a:pt x="2" y="0"/>
                    <a:pt x="0" y="0"/>
                  </a:cubicBezTo>
                  <a:cubicBezTo>
                    <a:pt x="1" y="2"/>
                    <a:pt x="2" y="4"/>
                    <a:pt x="6" y="4"/>
                  </a:cubicBezTo>
                  <a:cubicBezTo>
                    <a:pt x="8" y="4"/>
                    <a:pt x="9" y="2"/>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 name="Freeform 82"/>
            <p:cNvSpPr>
              <a:spLocks noEditPoints="1"/>
            </p:cNvSpPr>
            <p:nvPr/>
          </p:nvSpPr>
          <p:spPr bwMode="auto">
            <a:xfrm>
              <a:off x="7437438" y="930275"/>
              <a:ext cx="214313" cy="63500"/>
            </a:xfrm>
            <a:custGeom>
              <a:avLst/>
              <a:gdLst>
                <a:gd name="T0" fmla="*/ 49 w 57"/>
                <a:gd name="T1" fmla="*/ 8 h 17"/>
                <a:gd name="T2" fmla="*/ 47 w 57"/>
                <a:gd name="T3" fmla="*/ 9 h 17"/>
                <a:gd name="T4" fmla="*/ 47 w 57"/>
                <a:gd name="T5" fmla="*/ 11 h 17"/>
                <a:gd name="T6" fmla="*/ 49 w 57"/>
                <a:gd name="T7" fmla="*/ 8 h 17"/>
                <a:gd name="T8" fmla="*/ 49 w 57"/>
                <a:gd name="T9" fmla="*/ 0 h 17"/>
                <a:gd name="T10" fmla="*/ 38 w 57"/>
                <a:gd name="T11" fmla="*/ 3 h 17"/>
                <a:gd name="T12" fmla="*/ 22 w 57"/>
                <a:gd name="T13" fmla="*/ 0 h 17"/>
                <a:gd name="T14" fmla="*/ 0 w 57"/>
                <a:gd name="T15" fmla="*/ 5 h 17"/>
                <a:gd name="T16" fmla="*/ 6 w 57"/>
                <a:gd name="T17" fmla="*/ 6 h 17"/>
                <a:gd name="T18" fmla="*/ 19 w 57"/>
                <a:gd name="T19" fmla="*/ 3 h 17"/>
                <a:gd name="T20" fmla="*/ 25 w 57"/>
                <a:gd name="T21" fmla="*/ 5 h 17"/>
                <a:gd name="T22" fmla="*/ 21 w 57"/>
                <a:gd name="T23" fmla="*/ 8 h 17"/>
                <a:gd name="T24" fmla="*/ 26 w 57"/>
                <a:gd name="T25" fmla="*/ 8 h 17"/>
                <a:gd name="T26" fmla="*/ 20 w 57"/>
                <a:gd name="T27" fmla="*/ 11 h 17"/>
                <a:gd name="T28" fmla="*/ 28 w 57"/>
                <a:gd name="T29" fmla="*/ 14 h 17"/>
                <a:gd name="T30" fmla="*/ 28 w 57"/>
                <a:gd name="T31" fmla="*/ 14 h 17"/>
                <a:gd name="T32" fmla="*/ 31 w 57"/>
                <a:gd name="T33" fmla="*/ 17 h 17"/>
                <a:gd name="T34" fmla="*/ 31 w 57"/>
                <a:gd name="T35" fmla="*/ 17 h 17"/>
                <a:gd name="T36" fmla="*/ 37 w 57"/>
                <a:gd name="T37" fmla="*/ 11 h 17"/>
                <a:gd name="T38" fmla="*/ 40 w 57"/>
                <a:gd name="T39" fmla="*/ 10 h 17"/>
                <a:gd name="T40" fmla="*/ 42 w 57"/>
                <a:gd name="T41" fmla="*/ 10 h 17"/>
                <a:gd name="T42" fmla="*/ 44 w 57"/>
                <a:gd name="T43" fmla="*/ 10 h 17"/>
                <a:gd name="T44" fmla="*/ 47 w 57"/>
                <a:gd name="T45" fmla="*/ 9 h 17"/>
                <a:gd name="T46" fmla="*/ 47 w 57"/>
                <a:gd name="T47" fmla="*/ 8 h 17"/>
                <a:gd name="T48" fmla="*/ 48 w 57"/>
                <a:gd name="T49" fmla="*/ 8 h 17"/>
                <a:gd name="T50" fmla="*/ 49 w 57"/>
                <a:gd name="T51" fmla="*/ 8 h 17"/>
                <a:gd name="T52" fmla="*/ 57 w 57"/>
                <a:gd name="T53" fmla="*/ 3 h 17"/>
                <a:gd name="T54" fmla="*/ 49 w 57"/>
                <a:gd name="T5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7" h="17">
                  <a:moveTo>
                    <a:pt x="49" y="8"/>
                  </a:moveTo>
                  <a:cubicBezTo>
                    <a:pt x="48" y="9"/>
                    <a:pt x="47" y="9"/>
                    <a:pt x="47" y="9"/>
                  </a:cubicBezTo>
                  <a:cubicBezTo>
                    <a:pt x="47" y="11"/>
                    <a:pt x="47" y="11"/>
                    <a:pt x="47" y="11"/>
                  </a:cubicBezTo>
                  <a:cubicBezTo>
                    <a:pt x="49" y="8"/>
                    <a:pt x="49" y="8"/>
                    <a:pt x="49" y="8"/>
                  </a:cubicBezTo>
                  <a:moveTo>
                    <a:pt x="49" y="0"/>
                  </a:moveTo>
                  <a:cubicBezTo>
                    <a:pt x="44" y="0"/>
                    <a:pt x="42" y="3"/>
                    <a:pt x="38" y="3"/>
                  </a:cubicBezTo>
                  <a:cubicBezTo>
                    <a:pt x="33" y="3"/>
                    <a:pt x="29" y="0"/>
                    <a:pt x="22" y="0"/>
                  </a:cubicBezTo>
                  <a:cubicBezTo>
                    <a:pt x="16" y="0"/>
                    <a:pt x="2" y="1"/>
                    <a:pt x="0" y="5"/>
                  </a:cubicBezTo>
                  <a:cubicBezTo>
                    <a:pt x="2" y="5"/>
                    <a:pt x="4" y="6"/>
                    <a:pt x="6" y="6"/>
                  </a:cubicBezTo>
                  <a:cubicBezTo>
                    <a:pt x="10" y="6"/>
                    <a:pt x="16" y="3"/>
                    <a:pt x="19" y="3"/>
                  </a:cubicBezTo>
                  <a:cubicBezTo>
                    <a:pt x="21" y="3"/>
                    <a:pt x="23" y="4"/>
                    <a:pt x="25" y="5"/>
                  </a:cubicBezTo>
                  <a:cubicBezTo>
                    <a:pt x="24" y="6"/>
                    <a:pt x="22" y="7"/>
                    <a:pt x="21" y="8"/>
                  </a:cubicBezTo>
                  <a:cubicBezTo>
                    <a:pt x="22" y="8"/>
                    <a:pt x="24" y="8"/>
                    <a:pt x="26" y="8"/>
                  </a:cubicBezTo>
                  <a:cubicBezTo>
                    <a:pt x="24" y="9"/>
                    <a:pt x="22" y="9"/>
                    <a:pt x="20" y="11"/>
                  </a:cubicBezTo>
                  <a:cubicBezTo>
                    <a:pt x="21" y="13"/>
                    <a:pt x="24" y="14"/>
                    <a:pt x="28" y="14"/>
                  </a:cubicBezTo>
                  <a:cubicBezTo>
                    <a:pt x="28" y="14"/>
                    <a:pt x="28" y="14"/>
                    <a:pt x="28" y="14"/>
                  </a:cubicBezTo>
                  <a:cubicBezTo>
                    <a:pt x="29" y="15"/>
                    <a:pt x="30" y="17"/>
                    <a:pt x="31" y="17"/>
                  </a:cubicBezTo>
                  <a:cubicBezTo>
                    <a:pt x="31" y="17"/>
                    <a:pt x="31" y="17"/>
                    <a:pt x="31" y="17"/>
                  </a:cubicBezTo>
                  <a:cubicBezTo>
                    <a:pt x="34" y="17"/>
                    <a:pt x="34" y="12"/>
                    <a:pt x="37" y="11"/>
                  </a:cubicBezTo>
                  <a:cubicBezTo>
                    <a:pt x="38" y="10"/>
                    <a:pt x="39" y="10"/>
                    <a:pt x="40" y="10"/>
                  </a:cubicBezTo>
                  <a:cubicBezTo>
                    <a:pt x="41" y="10"/>
                    <a:pt x="41" y="10"/>
                    <a:pt x="42" y="10"/>
                  </a:cubicBezTo>
                  <a:cubicBezTo>
                    <a:pt x="43" y="10"/>
                    <a:pt x="43" y="10"/>
                    <a:pt x="44" y="10"/>
                  </a:cubicBezTo>
                  <a:cubicBezTo>
                    <a:pt x="45" y="10"/>
                    <a:pt x="46" y="10"/>
                    <a:pt x="47" y="9"/>
                  </a:cubicBezTo>
                  <a:cubicBezTo>
                    <a:pt x="47" y="8"/>
                    <a:pt x="47" y="8"/>
                    <a:pt x="47" y="8"/>
                  </a:cubicBezTo>
                  <a:cubicBezTo>
                    <a:pt x="47" y="8"/>
                    <a:pt x="48" y="8"/>
                    <a:pt x="48" y="8"/>
                  </a:cubicBezTo>
                  <a:cubicBezTo>
                    <a:pt x="49" y="8"/>
                    <a:pt x="49" y="8"/>
                    <a:pt x="49" y="8"/>
                  </a:cubicBezTo>
                  <a:cubicBezTo>
                    <a:pt x="53" y="5"/>
                    <a:pt x="57" y="8"/>
                    <a:pt x="57" y="3"/>
                  </a:cubicBezTo>
                  <a:cubicBezTo>
                    <a:pt x="55" y="2"/>
                    <a:pt x="52" y="0"/>
                    <a:pt x="4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 name="Freeform 83"/>
            <p:cNvSpPr>
              <a:spLocks/>
            </p:cNvSpPr>
            <p:nvPr/>
          </p:nvSpPr>
          <p:spPr bwMode="auto">
            <a:xfrm>
              <a:off x="7996238" y="885825"/>
              <a:ext cx="74613" cy="47625"/>
            </a:xfrm>
            <a:custGeom>
              <a:avLst/>
              <a:gdLst>
                <a:gd name="T0" fmla="*/ 16 w 20"/>
                <a:gd name="T1" fmla="*/ 0 h 13"/>
                <a:gd name="T2" fmla="*/ 0 w 20"/>
                <a:gd name="T3" fmla="*/ 9 h 13"/>
                <a:gd name="T4" fmla="*/ 5 w 20"/>
                <a:gd name="T5" fmla="*/ 13 h 13"/>
                <a:gd name="T6" fmla="*/ 20 w 20"/>
                <a:gd name="T7" fmla="*/ 9 h 13"/>
                <a:gd name="T8" fmla="*/ 16 w 20"/>
                <a:gd name="T9" fmla="*/ 0 h 13"/>
              </a:gdLst>
              <a:ahLst/>
              <a:cxnLst>
                <a:cxn ang="0">
                  <a:pos x="T0" y="T1"/>
                </a:cxn>
                <a:cxn ang="0">
                  <a:pos x="T2" y="T3"/>
                </a:cxn>
                <a:cxn ang="0">
                  <a:pos x="T4" y="T5"/>
                </a:cxn>
                <a:cxn ang="0">
                  <a:pos x="T6" y="T7"/>
                </a:cxn>
                <a:cxn ang="0">
                  <a:pos x="T8" y="T9"/>
                </a:cxn>
              </a:cxnLst>
              <a:rect l="0" t="0" r="r" b="b"/>
              <a:pathLst>
                <a:path w="20" h="13">
                  <a:moveTo>
                    <a:pt x="16" y="0"/>
                  </a:moveTo>
                  <a:cubicBezTo>
                    <a:pt x="12" y="0"/>
                    <a:pt x="0" y="5"/>
                    <a:pt x="0" y="9"/>
                  </a:cubicBezTo>
                  <a:cubicBezTo>
                    <a:pt x="0" y="12"/>
                    <a:pt x="1" y="13"/>
                    <a:pt x="5" y="13"/>
                  </a:cubicBezTo>
                  <a:cubicBezTo>
                    <a:pt x="7" y="13"/>
                    <a:pt x="18" y="11"/>
                    <a:pt x="20" y="9"/>
                  </a:cubicBezTo>
                  <a:cubicBezTo>
                    <a:pt x="16" y="0"/>
                    <a:pt x="16" y="0"/>
                    <a:pt x="1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 name="Freeform 84"/>
            <p:cNvSpPr>
              <a:spLocks/>
            </p:cNvSpPr>
            <p:nvPr/>
          </p:nvSpPr>
          <p:spPr bwMode="auto">
            <a:xfrm>
              <a:off x="7899400" y="919163"/>
              <a:ext cx="77788" cy="44450"/>
            </a:xfrm>
            <a:custGeom>
              <a:avLst/>
              <a:gdLst>
                <a:gd name="T0" fmla="*/ 15 w 21"/>
                <a:gd name="T1" fmla="*/ 0 h 12"/>
                <a:gd name="T2" fmla="*/ 5 w 21"/>
                <a:gd name="T3" fmla="*/ 0 h 12"/>
                <a:gd name="T4" fmla="*/ 5 w 21"/>
                <a:gd name="T5" fmla="*/ 4 h 12"/>
                <a:gd name="T6" fmla="*/ 0 w 21"/>
                <a:gd name="T7" fmla="*/ 11 h 12"/>
                <a:gd name="T8" fmla="*/ 5 w 21"/>
                <a:gd name="T9" fmla="*/ 12 h 12"/>
                <a:gd name="T10" fmla="*/ 15 w 21"/>
                <a:gd name="T11" fmla="*/ 11 h 12"/>
                <a:gd name="T12" fmla="*/ 14 w 21"/>
                <a:gd name="T13" fmla="*/ 8 h 12"/>
                <a:gd name="T14" fmla="*/ 17 w 21"/>
                <a:gd name="T15" fmla="*/ 8 h 12"/>
                <a:gd name="T16" fmla="*/ 21 w 21"/>
                <a:gd name="T17" fmla="*/ 6 h 12"/>
                <a:gd name="T18" fmla="*/ 21 w 21"/>
                <a:gd name="T19" fmla="*/ 2 h 12"/>
                <a:gd name="T20" fmla="*/ 17 w 21"/>
                <a:gd name="T21" fmla="*/ 3 h 12"/>
                <a:gd name="T22" fmla="*/ 12 w 21"/>
                <a:gd name="T23" fmla="*/ 2 h 12"/>
                <a:gd name="T24" fmla="*/ 15 w 21"/>
                <a:gd name="T2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12">
                  <a:moveTo>
                    <a:pt x="15" y="0"/>
                  </a:moveTo>
                  <a:cubicBezTo>
                    <a:pt x="5" y="0"/>
                    <a:pt x="5" y="0"/>
                    <a:pt x="5" y="0"/>
                  </a:cubicBezTo>
                  <a:cubicBezTo>
                    <a:pt x="5" y="0"/>
                    <a:pt x="5" y="1"/>
                    <a:pt x="5" y="4"/>
                  </a:cubicBezTo>
                  <a:cubicBezTo>
                    <a:pt x="2" y="5"/>
                    <a:pt x="0" y="7"/>
                    <a:pt x="0" y="11"/>
                  </a:cubicBezTo>
                  <a:cubicBezTo>
                    <a:pt x="0" y="12"/>
                    <a:pt x="2" y="12"/>
                    <a:pt x="5" y="12"/>
                  </a:cubicBezTo>
                  <a:cubicBezTo>
                    <a:pt x="9" y="12"/>
                    <a:pt x="14" y="12"/>
                    <a:pt x="15" y="11"/>
                  </a:cubicBezTo>
                  <a:cubicBezTo>
                    <a:pt x="14" y="8"/>
                    <a:pt x="14" y="8"/>
                    <a:pt x="14" y="8"/>
                  </a:cubicBezTo>
                  <a:cubicBezTo>
                    <a:pt x="15" y="8"/>
                    <a:pt x="16" y="8"/>
                    <a:pt x="17" y="8"/>
                  </a:cubicBezTo>
                  <a:cubicBezTo>
                    <a:pt x="19" y="8"/>
                    <a:pt x="20" y="8"/>
                    <a:pt x="21" y="6"/>
                  </a:cubicBezTo>
                  <a:cubicBezTo>
                    <a:pt x="21" y="5"/>
                    <a:pt x="21" y="5"/>
                    <a:pt x="21" y="2"/>
                  </a:cubicBezTo>
                  <a:cubicBezTo>
                    <a:pt x="20" y="2"/>
                    <a:pt x="18" y="3"/>
                    <a:pt x="17" y="3"/>
                  </a:cubicBezTo>
                  <a:cubicBezTo>
                    <a:pt x="15" y="3"/>
                    <a:pt x="13" y="2"/>
                    <a:pt x="12" y="2"/>
                  </a:cubicBezTo>
                  <a:cubicBezTo>
                    <a:pt x="12" y="2"/>
                    <a:pt x="14" y="1"/>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 name="Freeform 85"/>
            <p:cNvSpPr>
              <a:spLocks/>
            </p:cNvSpPr>
            <p:nvPr/>
          </p:nvSpPr>
          <p:spPr bwMode="auto">
            <a:xfrm>
              <a:off x="7789863" y="960438"/>
              <a:ext cx="82550" cy="26988"/>
            </a:xfrm>
            <a:custGeom>
              <a:avLst/>
              <a:gdLst>
                <a:gd name="T0" fmla="*/ 14 w 22"/>
                <a:gd name="T1" fmla="*/ 0 h 7"/>
                <a:gd name="T2" fmla="*/ 0 w 22"/>
                <a:gd name="T3" fmla="*/ 5 h 7"/>
                <a:gd name="T4" fmla="*/ 3 w 22"/>
                <a:gd name="T5" fmla="*/ 7 h 7"/>
                <a:gd name="T6" fmla="*/ 7 w 22"/>
                <a:gd name="T7" fmla="*/ 5 h 7"/>
                <a:gd name="T8" fmla="*/ 13 w 22"/>
                <a:gd name="T9" fmla="*/ 7 h 7"/>
                <a:gd name="T10" fmla="*/ 22 w 22"/>
                <a:gd name="T11" fmla="*/ 3 h 7"/>
                <a:gd name="T12" fmla="*/ 14 w 22"/>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22" h="7">
                  <a:moveTo>
                    <a:pt x="14" y="0"/>
                  </a:moveTo>
                  <a:cubicBezTo>
                    <a:pt x="11" y="0"/>
                    <a:pt x="0" y="1"/>
                    <a:pt x="0" y="5"/>
                  </a:cubicBezTo>
                  <a:cubicBezTo>
                    <a:pt x="0" y="7"/>
                    <a:pt x="2" y="7"/>
                    <a:pt x="3" y="7"/>
                  </a:cubicBezTo>
                  <a:cubicBezTo>
                    <a:pt x="6" y="7"/>
                    <a:pt x="7" y="7"/>
                    <a:pt x="7" y="5"/>
                  </a:cubicBezTo>
                  <a:cubicBezTo>
                    <a:pt x="9" y="5"/>
                    <a:pt x="11" y="7"/>
                    <a:pt x="13" y="7"/>
                  </a:cubicBezTo>
                  <a:cubicBezTo>
                    <a:pt x="17" y="7"/>
                    <a:pt x="17" y="3"/>
                    <a:pt x="22" y="3"/>
                  </a:cubicBezTo>
                  <a:cubicBezTo>
                    <a:pt x="21" y="1"/>
                    <a:pt x="18"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 name="Freeform 86"/>
            <p:cNvSpPr>
              <a:spLocks/>
            </p:cNvSpPr>
            <p:nvPr/>
          </p:nvSpPr>
          <p:spPr bwMode="auto">
            <a:xfrm>
              <a:off x="7740650" y="863600"/>
              <a:ext cx="128588" cy="85725"/>
            </a:xfrm>
            <a:custGeom>
              <a:avLst/>
              <a:gdLst>
                <a:gd name="T0" fmla="*/ 33 w 34"/>
                <a:gd name="T1" fmla="*/ 0 h 23"/>
                <a:gd name="T2" fmla="*/ 28 w 34"/>
                <a:gd name="T3" fmla="*/ 5 h 23"/>
                <a:gd name="T4" fmla="*/ 11 w 34"/>
                <a:gd name="T5" fmla="*/ 11 h 23"/>
                <a:gd name="T6" fmla="*/ 11 w 34"/>
                <a:gd name="T7" fmla="*/ 14 h 23"/>
                <a:gd name="T8" fmla="*/ 13 w 34"/>
                <a:gd name="T9" fmla="*/ 13 h 23"/>
                <a:gd name="T10" fmla="*/ 16 w 34"/>
                <a:gd name="T11" fmla="*/ 15 h 23"/>
                <a:gd name="T12" fmla="*/ 4 w 34"/>
                <a:gd name="T13" fmla="*/ 15 h 23"/>
                <a:gd name="T14" fmla="*/ 0 w 34"/>
                <a:gd name="T15" fmla="*/ 18 h 23"/>
                <a:gd name="T16" fmla="*/ 15 w 34"/>
                <a:gd name="T17" fmla="*/ 23 h 23"/>
                <a:gd name="T18" fmla="*/ 26 w 34"/>
                <a:gd name="T19" fmla="*/ 20 h 23"/>
                <a:gd name="T20" fmla="*/ 30 w 34"/>
                <a:gd name="T21" fmla="*/ 20 h 23"/>
                <a:gd name="T22" fmla="*/ 34 w 34"/>
                <a:gd name="T23" fmla="*/ 19 h 23"/>
                <a:gd name="T24" fmla="*/ 18 w 34"/>
                <a:gd name="T25" fmla="*/ 15 h 23"/>
                <a:gd name="T26" fmla="*/ 31 w 34"/>
                <a:gd name="T27" fmla="*/ 7 h 23"/>
                <a:gd name="T28" fmla="*/ 34 w 34"/>
                <a:gd name="T29" fmla="*/ 4 h 23"/>
                <a:gd name="T30" fmla="*/ 33 w 34"/>
                <a:gd name="T3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23">
                  <a:moveTo>
                    <a:pt x="33" y="0"/>
                  </a:moveTo>
                  <a:cubicBezTo>
                    <a:pt x="30" y="0"/>
                    <a:pt x="28" y="2"/>
                    <a:pt x="28" y="5"/>
                  </a:cubicBezTo>
                  <a:cubicBezTo>
                    <a:pt x="20" y="5"/>
                    <a:pt x="20" y="11"/>
                    <a:pt x="11" y="11"/>
                  </a:cubicBezTo>
                  <a:cubicBezTo>
                    <a:pt x="11" y="14"/>
                    <a:pt x="11" y="14"/>
                    <a:pt x="11" y="14"/>
                  </a:cubicBezTo>
                  <a:cubicBezTo>
                    <a:pt x="12" y="14"/>
                    <a:pt x="13" y="13"/>
                    <a:pt x="13" y="13"/>
                  </a:cubicBezTo>
                  <a:cubicBezTo>
                    <a:pt x="14" y="13"/>
                    <a:pt x="14" y="14"/>
                    <a:pt x="16" y="15"/>
                  </a:cubicBezTo>
                  <a:cubicBezTo>
                    <a:pt x="4" y="15"/>
                    <a:pt x="4" y="15"/>
                    <a:pt x="4" y="15"/>
                  </a:cubicBezTo>
                  <a:cubicBezTo>
                    <a:pt x="3" y="16"/>
                    <a:pt x="2" y="17"/>
                    <a:pt x="0" y="18"/>
                  </a:cubicBezTo>
                  <a:cubicBezTo>
                    <a:pt x="1" y="18"/>
                    <a:pt x="13" y="23"/>
                    <a:pt x="15" y="23"/>
                  </a:cubicBezTo>
                  <a:cubicBezTo>
                    <a:pt x="18" y="23"/>
                    <a:pt x="23" y="20"/>
                    <a:pt x="26" y="20"/>
                  </a:cubicBezTo>
                  <a:cubicBezTo>
                    <a:pt x="27" y="20"/>
                    <a:pt x="28" y="20"/>
                    <a:pt x="30" y="20"/>
                  </a:cubicBezTo>
                  <a:cubicBezTo>
                    <a:pt x="31" y="20"/>
                    <a:pt x="33" y="20"/>
                    <a:pt x="34" y="19"/>
                  </a:cubicBezTo>
                  <a:cubicBezTo>
                    <a:pt x="28" y="16"/>
                    <a:pt x="26" y="16"/>
                    <a:pt x="18" y="15"/>
                  </a:cubicBezTo>
                  <a:cubicBezTo>
                    <a:pt x="21" y="12"/>
                    <a:pt x="27" y="10"/>
                    <a:pt x="31" y="7"/>
                  </a:cubicBezTo>
                  <a:cubicBezTo>
                    <a:pt x="31" y="6"/>
                    <a:pt x="33" y="4"/>
                    <a:pt x="34" y="4"/>
                  </a:cubicBezTo>
                  <a:cubicBezTo>
                    <a:pt x="34" y="3"/>
                    <a:pt x="34" y="0"/>
                    <a:pt x="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 name="Freeform 87"/>
            <p:cNvSpPr>
              <a:spLocks/>
            </p:cNvSpPr>
            <p:nvPr/>
          </p:nvSpPr>
          <p:spPr bwMode="auto">
            <a:xfrm>
              <a:off x="6419850" y="990600"/>
              <a:ext cx="423863" cy="236538"/>
            </a:xfrm>
            <a:custGeom>
              <a:avLst/>
              <a:gdLst>
                <a:gd name="T0" fmla="*/ 46 w 113"/>
                <a:gd name="T1" fmla="*/ 0 h 63"/>
                <a:gd name="T2" fmla="*/ 40 w 113"/>
                <a:gd name="T3" fmla="*/ 5 h 63"/>
                <a:gd name="T4" fmla="*/ 44 w 113"/>
                <a:gd name="T5" fmla="*/ 17 h 63"/>
                <a:gd name="T6" fmla="*/ 31 w 113"/>
                <a:gd name="T7" fmla="*/ 5 h 63"/>
                <a:gd name="T8" fmla="*/ 26 w 113"/>
                <a:gd name="T9" fmla="*/ 9 h 63"/>
                <a:gd name="T10" fmla="*/ 27 w 113"/>
                <a:gd name="T11" fmla="*/ 12 h 63"/>
                <a:gd name="T12" fmla="*/ 20 w 113"/>
                <a:gd name="T13" fmla="*/ 9 h 63"/>
                <a:gd name="T14" fmla="*/ 24 w 113"/>
                <a:gd name="T15" fmla="*/ 5 h 63"/>
                <a:gd name="T16" fmla="*/ 10 w 113"/>
                <a:gd name="T17" fmla="*/ 4 h 63"/>
                <a:gd name="T18" fmla="*/ 0 w 113"/>
                <a:gd name="T19" fmla="*/ 10 h 63"/>
                <a:gd name="T20" fmla="*/ 7 w 113"/>
                <a:gd name="T21" fmla="*/ 17 h 63"/>
                <a:gd name="T22" fmla="*/ 9 w 113"/>
                <a:gd name="T23" fmla="*/ 18 h 63"/>
                <a:gd name="T24" fmla="*/ 17 w 113"/>
                <a:gd name="T25" fmla="*/ 28 h 63"/>
                <a:gd name="T26" fmla="*/ 15 w 113"/>
                <a:gd name="T27" fmla="*/ 28 h 63"/>
                <a:gd name="T28" fmla="*/ 24 w 113"/>
                <a:gd name="T29" fmla="*/ 33 h 63"/>
                <a:gd name="T30" fmla="*/ 32 w 113"/>
                <a:gd name="T31" fmla="*/ 25 h 63"/>
                <a:gd name="T32" fmla="*/ 35 w 113"/>
                <a:gd name="T33" fmla="*/ 25 h 63"/>
                <a:gd name="T34" fmla="*/ 39 w 113"/>
                <a:gd name="T35" fmla="*/ 28 h 63"/>
                <a:gd name="T36" fmla="*/ 46 w 113"/>
                <a:gd name="T37" fmla="*/ 28 h 63"/>
                <a:gd name="T38" fmla="*/ 32 w 113"/>
                <a:gd name="T39" fmla="*/ 35 h 63"/>
                <a:gd name="T40" fmla="*/ 24 w 113"/>
                <a:gd name="T41" fmla="*/ 38 h 63"/>
                <a:gd name="T42" fmla="*/ 28 w 113"/>
                <a:gd name="T43" fmla="*/ 42 h 63"/>
                <a:gd name="T44" fmla="*/ 35 w 113"/>
                <a:gd name="T45" fmla="*/ 41 h 63"/>
                <a:gd name="T46" fmla="*/ 47 w 113"/>
                <a:gd name="T47" fmla="*/ 43 h 63"/>
                <a:gd name="T48" fmla="*/ 38 w 113"/>
                <a:gd name="T49" fmla="*/ 45 h 63"/>
                <a:gd name="T50" fmla="*/ 31 w 113"/>
                <a:gd name="T51" fmla="*/ 45 h 63"/>
                <a:gd name="T52" fmla="*/ 28 w 113"/>
                <a:gd name="T53" fmla="*/ 45 h 63"/>
                <a:gd name="T54" fmla="*/ 50 w 113"/>
                <a:gd name="T55" fmla="*/ 63 h 63"/>
                <a:gd name="T56" fmla="*/ 58 w 113"/>
                <a:gd name="T57" fmla="*/ 47 h 63"/>
                <a:gd name="T58" fmla="*/ 62 w 113"/>
                <a:gd name="T59" fmla="*/ 45 h 63"/>
                <a:gd name="T60" fmla="*/ 78 w 113"/>
                <a:gd name="T61" fmla="*/ 25 h 63"/>
                <a:gd name="T62" fmla="*/ 85 w 113"/>
                <a:gd name="T63" fmla="*/ 29 h 63"/>
                <a:gd name="T64" fmla="*/ 81 w 113"/>
                <a:gd name="T65" fmla="*/ 30 h 63"/>
                <a:gd name="T66" fmla="*/ 86 w 113"/>
                <a:gd name="T67" fmla="*/ 38 h 63"/>
                <a:gd name="T68" fmla="*/ 82 w 113"/>
                <a:gd name="T69" fmla="*/ 46 h 63"/>
                <a:gd name="T70" fmla="*/ 95 w 113"/>
                <a:gd name="T71" fmla="*/ 46 h 63"/>
                <a:gd name="T72" fmla="*/ 95 w 113"/>
                <a:gd name="T73" fmla="*/ 51 h 63"/>
                <a:gd name="T74" fmla="*/ 113 w 113"/>
                <a:gd name="T75" fmla="*/ 42 h 63"/>
                <a:gd name="T76" fmla="*/ 102 w 113"/>
                <a:gd name="T77" fmla="*/ 32 h 63"/>
                <a:gd name="T78" fmla="*/ 93 w 113"/>
                <a:gd name="T79" fmla="*/ 32 h 63"/>
                <a:gd name="T80" fmla="*/ 93 w 113"/>
                <a:gd name="T81" fmla="*/ 27 h 63"/>
                <a:gd name="T82" fmla="*/ 90 w 113"/>
                <a:gd name="T83" fmla="*/ 28 h 63"/>
                <a:gd name="T84" fmla="*/ 88 w 113"/>
                <a:gd name="T85" fmla="*/ 27 h 63"/>
                <a:gd name="T86" fmla="*/ 91 w 113"/>
                <a:gd name="T87" fmla="*/ 27 h 63"/>
                <a:gd name="T88" fmla="*/ 68 w 113"/>
                <a:gd name="T89" fmla="*/ 15 h 63"/>
                <a:gd name="T90" fmla="*/ 65 w 113"/>
                <a:gd name="T91" fmla="*/ 15 h 63"/>
                <a:gd name="T92" fmla="*/ 62 w 113"/>
                <a:gd name="T93" fmla="*/ 8 h 63"/>
                <a:gd name="T94" fmla="*/ 57 w 113"/>
                <a:gd name="T95" fmla="*/ 12 h 63"/>
                <a:gd name="T96" fmla="*/ 57 w 113"/>
                <a:gd name="T97" fmla="*/ 6 h 63"/>
                <a:gd name="T98" fmla="*/ 46 w 113"/>
                <a:gd name="T99"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3" h="63">
                  <a:moveTo>
                    <a:pt x="46" y="0"/>
                  </a:moveTo>
                  <a:cubicBezTo>
                    <a:pt x="42" y="0"/>
                    <a:pt x="40" y="0"/>
                    <a:pt x="40" y="5"/>
                  </a:cubicBezTo>
                  <a:cubicBezTo>
                    <a:pt x="40" y="10"/>
                    <a:pt x="42" y="12"/>
                    <a:pt x="44" y="17"/>
                  </a:cubicBezTo>
                  <a:cubicBezTo>
                    <a:pt x="37" y="14"/>
                    <a:pt x="39" y="5"/>
                    <a:pt x="31" y="5"/>
                  </a:cubicBezTo>
                  <a:cubicBezTo>
                    <a:pt x="28" y="5"/>
                    <a:pt x="26" y="7"/>
                    <a:pt x="26" y="9"/>
                  </a:cubicBezTo>
                  <a:cubicBezTo>
                    <a:pt x="26" y="11"/>
                    <a:pt x="26" y="12"/>
                    <a:pt x="27" y="12"/>
                  </a:cubicBezTo>
                  <a:cubicBezTo>
                    <a:pt x="25" y="11"/>
                    <a:pt x="23" y="11"/>
                    <a:pt x="20" y="9"/>
                  </a:cubicBezTo>
                  <a:cubicBezTo>
                    <a:pt x="21" y="7"/>
                    <a:pt x="22" y="7"/>
                    <a:pt x="24" y="5"/>
                  </a:cubicBezTo>
                  <a:cubicBezTo>
                    <a:pt x="17" y="4"/>
                    <a:pt x="14" y="4"/>
                    <a:pt x="10" y="4"/>
                  </a:cubicBezTo>
                  <a:cubicBezTo>
                    <a:pt x="7" y="4"/>
                    <a:pt x="1" y="9"/>
                    <a:pt x="0" y="10"/>
                  </a:cubicBezTo>
                  <a:cubicBezTo>
                    <a:pt x="2" y="12"/>
                    <a:pt x="5" y="17"/>
                    <a:pt x="7" y="17"/>
                  </a:cubicBezTo>
                  <a:cubicBezTo>
                    <a:pt x="8" y="17"/>
                    <a:pt x="8" y="18"/>
                    <a:pt x="9" y="18"/>
                  </a:cubicBezTo>
                  <a:cubicBezTo>
                    <a:pt x="8" y="23"/>
                    <a:pt x="12" y="25"/>
                    <a:pt x="17" y="28"/>
                  </a:cubicBezTo>
                  <a:cubicBezTo>
                    <a:pt x="16" y="28"/>
                    <a:pt x="16" y="28"/>
                    <a:pt x="15" y="28"/>
                  </a:cubicBezTo>
                  <a:cubicBezTo>
                    <a:pt x="16" y="31"/>
                    <a:pt x="19" y="33"/>
                    <a:pt x="24" y="33"/>
                  </a:cubicBezTo>
                  <a:cubicBezTo>
                    <a:pt x="30" y="33"/>
                    <a:pt x="30" y="27"/>
                    <a:pt x="32" y="25"/>
                  </a:cubicBezTo>
                  <a:cubicBezTo>
                    <a:pt x="33" y="25"/>
                    <a:pt x="34" y="25"/>
                    <a:pt x="35" y="25"/>
                  </a:cubicBezTo>
                  <a:cubicBezTo>
                    <a:pt x="36" y="26"/>
                    <a:pt x="38" y="28"/>
                    <a:pt x="39" y="28"/>
                  </a:cubicBezTo>
                  <a:cubicBezTo>
                    <a:pt x="40" y="28"/>
                    <a:pt x="42" y="28"/>
                    <a:pt x="46" y="28"/>
                  </a:cubicBezTo>
                  <a:cubicBezTo>
                    <a:pt x="43" y="30"/>
                    <a:pt x="35" y="34"/>
                    <a:pt x="32" y="35"/>
                  </a:cubicBezTo>
                  <a:cubicBezTo>
                    <a:pt x="30" y="35"/>
                    <a:pt x="24" y="35"/>
                    <a:pt x="24" y="38"/>
                  </a:cubicBezTo>
                  <a:cubicBezTo>
                    <a:pt x="24" y="41"/>
                    <a:pt x="26" y="42"/>
                    <a:pt x="28" y="42"/>
                  </a:cubicBezTo>
                  <a:cubicBezTo>
                    <a:pt x="30" y="42"/>
                    <a:pt x="33" y="41"/>
                    <a:pt x="35" y="41"/>
                  </a:cubicBezTo>
                  <a:cubicBezTo>
                    <a:pt x="37" y="41"/>
                    <a:pt x="46" y="42"/>
                    <a:pt x="47" y="43"/>
                  </a:cubicBezTo>
                  <a:cubicBezTo>
                    <a:pt x="44" y="44"/>
                    <a:pt x="41" y="43"/>
                    <a:pt x="38" y="45"/>
                  </a:cubicBezTo>
                  <a:cubicBezTo>
                    <a:pt x="38" y="45"/>
                    <a:pt x="34" y="45"/>
                    <a:pt x="31" y="45"/>
                  </a:cubicBezTo>
                  <a:cubicBezTo>
                    <a:pt x="30" y="45"/>
                    <a:pt x="28" y="45"/>
                    <a:pt x="28" y="45"/>
                  </a:cubicBezTo>
                  <a:cubicBezTo>
                    <a:pt x="28" y="55"/>
                    <a:pt x="43" y="58"/>
                    <a:pt x="50" y="63"/>
                  </a:cubicBezTo>
                  <a:cubicBezTo>
                    <a:pt x="54" y="59"/>
                    <a:pt x="53" y="51"/>
                    <a:pt x="58" y="47"/>
                  </a:cubicBezTo>
                  <a:cubicBezTo>
                    <a:pt x="59" y="46"/>
                    <a:pt x="62" y="47"/>
                    <a:pt x="62" y="45"/>
                  </a:cubicBezTo>
                  <a:cubicBezTo>
                    <a:pt x="65" y="38"/>
                    <a:pt x="68" y="25"/>
                    <a:pt x="78" y="25"/>
                  </a:cubicBezTo>
                  <a:cubicBezTo>
                    <a:pt x="78" y="25"/>
                    <a:pt x="80" y="29"/>
                    <a:pt x="85" y="29"/>
                  </a:cubicBezTo>
                  <a:cubicBezTo>
                    <a:pt x="83" y="29"/>
                    <a:pt x="82" y="30"/>
                    <a:pt x="81" y="30"/>
                  </a:cubicBezTo>
                  <a:cubicBezTo>
                    <a:pt x="82" y="32"/>
                    <a:pt x="84" y="37"/>
                    <a:pt x="86" y="38"/>
                  </a:cubicBezTo>
                  <a:cubicBezTo>
                    <a:pt x="86" y="42"/>
                    <a:pt x="83" y="41"/>
                    <a:pt x="82" y="46"/>
                  </a:cubicBezTo>
                  <a:cubicBezTo>
                    <a:pt x="86" y="46"/>
                    <a:pt x="92" y="46"/>
                    <a:pt x="95" y="46"/>
                  </a:cubicBezTo>
                  <a:cubicBezTo>
                    <a:pt x="94" y="48"/>
                    <a:pt x="94" y="49"/>
                    <a:pt x="95" y="51"/>
                  </a:cubicBezTo>
                  <a:cubicBezTo>
                    <a:pt x="102" y="49"/>
                    <a:pt x="105" y="44"/>
                    <a:pt x="113" y="42"/>
                  </a:cubicBezTo>
                  <a:cubicBezTo>
                    <a:pt x="110" y="38"/>
                    <a:pt x="102" y="40"/>
                    <a:pt x="102" y="32"/>
                  </a:cubicBezTo>
                  <a:cubicBezTo>
                    <a:pt x="99" y="32"/>
                    <a:pt x="97" y="32"/>
                    <a:pt x="93" y="32"/>
                  </a:cubicBezTo>
                  <a:cubicBezTo>
                    <a:pt x="94" y="30"/>
                    <a:pt x="93" y="29"/>
                    <a:pt x="93" y="27"/>
                  </a:cubicBezTo>
                  <a:cubicBezTo>
                    <a:pt x="92" y="27"/>
                    <a:pt x="91" y="28"/>
                    <a:pt x="90" y="28"/>
                  </a:cubicBezTo>
                  <a:cubicBezTo>
                    <a:pt x="89" y="28"/>
                    <a:pt x="89" y="28"/>
                    <a:pt x="88" y="27"/>
                  </a:cubicBezTo>
                  <a:cubicBezTo>
                    <a:pt x="89" y="27"/>
                    <a:pt x="90" y="27"/>
                    <a:pt x="91" y="27"/>
                  </a:cubicBezTo>
                  <a:cubicBezTo>
                    <a:pt x="88" y="24"/>
                    <a:pt x="73" y="15"/>
                    <a:pt x="68" y="15"/>
                  </a:cubicBezTo>
                  <a:cubicBezTo>
                    <a:pt x="67" y="15"/>
                    <a:pt x="66" y="15"/>
                    <a:pt x="65" y="15"/>
                  </a:cubicBezTo>
                  <a:cubicBezTo>
                    <a:pt x="66" y="12"/>
                    <a:pt x="66" y="8"/>
                    <a:pt x="62" y="8"/>
                  </a:cubicBezTo>
                  <a:cubicBezTo>
                    <a:pt x="59" y="8"/>
                    <a:pt x="59" y="10"/>
                    <a:pt x="57" y="12"/>
                  </a:cubicBezTo>
                  <a:cubicBezTo>
                    <a:pt x="57" y="10"/>
                    <a:pt x="57" y="8"/>
                    <a:pt x="57" y="6"/>
                  </a:cubicBezTo>
                  <a:cubicBezTo>
                    <a:pt x="57" y="3"/>
                    <a:pt x="50" y="0"/>
                    <a:pt x="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 name="Freeform 88"/>
            <p:cNvSpPr>
              <a:spLocks/>
            </p:cNvSpPr>
            <p:nvPr/>
          </p:nvSpPr>
          <p:spPr bwMode="auto">
            <a:xfrm>
              <a:off x="6640513" y="957263"/>
              <a:ext cx="277813" cy="96838"/>
            </a:xfrm>
            <a:custGeom>
              <a:avLst/>
              <a:gdLst>
                <a:gd name="T0" fmla="*/ 43 w 74"/>
                <a:gd name="T1" fmla="*/ 0 h 26"/>
                <a:gd name="T2" fmla="*/ 40 w 74"/>
                <a:gd name="T3" fmla="*/ 0 h 26"/>
                <a:gd name="T4" fmla="*/ 33 w 74"/>
                <a:gd name="T5" fmla="*/ 6 h 26"/>
                <a:gd name="T6" fmla="*/ 21 w 74"/>
                <a:gd name="T7" fmla="*/ 1 h 26"/>
                <a:gd name="T8" fmla="*/ 13 w 74"/>
                <a:gd name="T9" fmla="*/ 1 h 26"/>
                <a:gd name="T10" fmla="*/ 15 w 74"/>
                <a:gd name="T11" fmla="*/ 4 h 26"/>
                <a:gd name="T12" fmla="*/ 10 w 74"/>
                <a:gd name="T13" fmla="*/ 4 h 26"/>
                <a:gd name="T14" fmla="*/ 10 w 74"/>
                <a:gd name="T15" fmla="*/ 5 h 26"/>
                <a:gd name="T16" fmla="*/ 8 w 74"/>
                <a:gd name="T17" fmla="*/ 5 h 26"/>
                <a:gd name="T18" fmla="*/ 4 w 74"/>
                <a:gd name="T19" fmla="*/ 4 h 26"/>
                <a:gd name="T20" fmla="*/ 0 w 74"/>
                <a:gd name="T21" fmla="*/ 4 h 26"/>
                <a:gd name="T22" fmla="*/ 4 w 74"/>
                <a:gd name="T23" fmla="*/ 11 h 26"/>
                <a:gd name="T24" fmla="*/ 7 w 74"/>
                <a:gd name="T25" fmla="*/ 15 h 26"/>
                <a:gd name="T26" fmla="*/ 14 w 74"/>
                <a:gd name="T27" fmla="*/ 14 h 26"/>
                <a:gd name="T28" fmla="*/ 27 w 74"/>
                <a:gd name="T29" fmla="*/ 15 h 26"/>
                <a:gd name="T30" fmla="*/ 20 w 74"/>
                <a:gd name="T31" fmla="*/ 16 h 26"/>
                <a:gd name="T32" fmla="*/ 15 w 74"/>
                <a:gd name="T33" fmla="*/ 17 h 26"/>
                <a:gd name="T34" fmla="*/ 18 w 74"/>
                <a:gd name="T35" fmla="*/ 21 h 26"/>
                <a:gd name="T36" fmla="*/ 34 w 74"/>
                <a:gd name="T37" fmla="*/ 21 h 26"/>
                <a:gd name="T38" fmla="*/ 44 w 74"/>
                <a:gd name="T39" fmla="*/ 26 h 26"/>
                <a:gd name="T40" fmla="*/ 74 w 74"/>
                <a:gd name="T41" fmla="*/ 12 h 26"/>
                <a:gd name="T42" fmla="*/ 61 w 74"/>
                <a:gd name="T43" fmla="*/ 4 h 26"/>
                <a:gd name="T44" fmla="*/ 52 w 74"/>
                <a:gd name="T45" fmla="*/ 4 h 26"/>
                <a:gd name="T46" fmla="*/ 43 w 74"/>
                <a:gd name="T47" fmla="*/ 7 h 26"/>
                <a:gd name="T48" fmla="*/ 43 w 74"/>
                <a:gd name="T49"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4" h="26">
                  <a:moveTo>
                    <a:pt x="43" y="0"/>
                  </a:moveTo>
                  <a:cubicBezTo>
                    <a:pt x="40" y="0"/>
                    <a:pt x="40" y="0"/>
                    <a:pt x="40" y="0"/>
                  </a:cubicBezTo>
                  <a:cubicBezTo>
                    <a:pt x="38" y="1"/>
                    <a:pt x="36" y="6"/>
                    <a:pt x="33" y="6"/>
                  </a:cubicBezTo>
                  <a:cubicBezTo>
                    <a:pt x="31" y="6"/>
                    <a:pt x="23" y="2"/>
                    <a:pt x="21" y="1"/>
                  </a:cubicBezTo>
                  <a:cubicBezTo>
                    <a:pt x="13" y="1"/>
                    <a:pt x="13" y="1"/>
                    <a:pt x="13" y="1"/>
                  </a:cubicBezTo>
                  <a:cubicBezTo>
                    <a:pt x="15" y="4"/>
                    <a:pt x="15" y="4"/>
                    <a:pt x="15" y="4"/>
                  </a:cubicBezTo>
                  <a:cubicBezTo>
                    <a:pt x="10" y="4"/>
                    <a:pt x="10" y="4"/>
                    <a:pt x="10" y="4"/>
                  </a:cubicBezTo>
                  <a:cubicBezTo>
                    <a:pt x="10" y="5"/>
                    <a:pt x="10" y="5"/>
                    <a:pt x="10" y="5"/>
                  </a:cubicBezTo>
                  <a:cubicBezTo>
                    <a:pt x="9" y="5"/>
                    <a:pt x="9" y="5"/>
                    <a:pt x="8" y="5"/>
                  </a:cubicBezTo>
                  <a:cubicBezTo>
                    <a:pt x="7" y="5"/>
                    <a:pt x="5" y="5"/>
                    <a:pt x="4" y="4"/>
                  </a:cubicBezTo>
                  <a:cubicBezTo>
                    <a:pt x="0" y="4"/>
                    <a:pt x="0" y="4"/>
                    <a:pt x="0" y="4"/>
                  </a:cubicBezTo>
                  <a:cubicBezTo>
                    <a:pt x="0" y="7"/>
                    <a:pt x="2" y="9"/>
                    <a:pt x="4" y="11"/>
                  </a:cubicBezTo>
                  <a:cubicBezTo>
                    <a:pt x="4" y="14"/>
                    <a:pt x="5" y="15"/>
                    <a:pt x="7" y="15"/>
                  </a:cubicBezTo>
                  <a:cubicBezTo>
                    <a:pt x="9" y="15"/>
                    <a:pt x="12" y="14"/>
                    <a:pt x="14" y="14"/>
                  </a:cubicBezTo>
                  <a:cubicBezTo>
                    <a:pt x="15" y="14"/>
                    <a:pt x="26" y="15"/>
                    <a:pt x="27" y="15"/>
                  </a:cubicBezTo>
                  <a:cubicBezTo>
                    <a:pt x="26" y="16"/>
                    <a:pt x="23" y="16"/>
                    <a:pt x="20" y="16"/>
                  </a:cubicBezTo>
                  <a:cubicBezTo>
                    <a:pt x="20" y="16"/>
                    <a:pt x="17" y="16"/>
                    <a:pt x="15" y="17"/>
                  </a:cubicBezTo>
                  <a:cubicBezTo>
                    <a:pt x="15" y="19"/>
                    <a:pt x="16" y="20"/>
                    <a:pt x="18" y="21"/>
                  </a:cubicBezTo>
                  <a:cubicBezTo>
                    <a:pt x="34" y="21"/>
                    <a:pt x="34" y="21"/>
                    <a:pt x="34" y="21"/>
                  </a:cubicBezTo>
                  <a:cubicBezTo>
                    <a:pt x="36" y="25"/>
                    <a:pt x="39" y="26"/>
                    <a:pt x="44" y="26"/>
                  </a:cubicBezTo>
                  <a:cubicBezTo>
                    <a:pt x="53" y="26"/>
                    <a:pt x="67" y="16"/>
                    <a:pt x="74" y="12"/>
                  </a:cubicBezTo>
                  <a:cubicBezTo>
                    <a:pt x="72" y="8"/>
                    <a:pt x="67" y="4"/>
                    <a:pt x="61" y="4"/>
                  </a:cubicBezTo>
                  <a:cubicBezTo>
                    <a:pt x="57" y="4"/>
                    <a:pt x="58" y="4"/>
                    <a:pt x="52" y="4"/>
                  </a:cubicBezTo>
                  <a:cubicBezTo>
                    <a:pt x="47" y="4"/>
                    <a:pt x="46" y="7"/>
                    <a:pt x="43" y="7"/>
                  </a:cubicBezTo>
                  <a:cubicBezTo>
                    <a:pt x="42" y="5"/>
                    <a:pt x="43" y="4"/>
                    <a:pt x="4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 name="Freeform 89"/>
            <p:cNvSpPr>
              <a:spLocks noEditPoints="1"/>
            </p:cNvSpPr>
            <p:nvPr/>
          </p:nvSpPr>
          <p:spPr bwMode="auto">
            <a:xfrm>
              <a:off x="6400800" y="1069975"/>
              <a:ext cx="52388" cy="44450"/>
            </a:xfrm>
            <a:custGeom>
              <a:avLst/>
              <a:gdLst>
                <a:gd name="T0" fmla="*/ 5 w 14"/>
                <a:gd name="T1" fmla="*/ 0 h 12"/>
                <a:gd name="T2" fmla="*/ 14 w 14"/>
                <a:gd name="T3" fmla="*/ 12 h 12"/>
                <a:gd name="T4" fmla="*/ 5 w 14"/>
                <a:gd name="T5" fmla="*/ 0 h 12"/>
                <a:gd name="T6" fmla="*/ 5 w 14"/>
                <a:gd name="T7" fmla="*/ 0 h 12"/>
                <a:gd name="T8" fmla="*/ 5 w 14"/>
                <a:gd name="T9" fmla="*/ 0 h 12"/>
                <a:gd name="T10" fmla="*/ 5 w 14"/>
                <a:gd name="T11" fmla="*/ 0 h 12"/>
                <a:gd name="T12" fmla="*/ 5 w 14"/>
                <a:gd name="T13" fmla="*/ 0 h 12"/>
                <a:gd name="T14" fmla="*/ 5 w 14"/>
                <a:gd name="T15" fmla="*/ 0 h 12"/>
                <a:gd name="T16" fmla="*/ 5 w 14"/>
                <a:gd name="T17" fmla="*/ 0 h 12"/>
                <a:gd name="T18" fmla="*/ 5 w 14"/>
                <a:gd name="T19" fmla="*/ 1 h 12"/>
                <a:gd name="T20" fmla="*/ 5 w 14"/>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12">
                  <a:moveTo>
                    <a:pt x="5" y="0"/>
                  </a:moveTo>
                  <a:cubicBezTo>
                    <a:pt x="0" y="3"/>
                    <a:pt x="9" y="11"/>
                    <a:pt x="14" y="12"/>
                  </a:cubicBezTo>
                  <a:cubicBezTo>
                    <a:pt x="12" y="6"/>
                    <a:pt x="9" y="5"/>
                    <a:pt x="5" y="0"/>
                  </a:cubicBezTo>
                  <a:moveTo>
                    <a:pt x="5" y="0"/>
                  </a:moveTo>
                  <a:cubicBezTo>
                    <a:pt x="5" y="0"/>
                    <a:pt x="5" y="0"/>
                    <a:pt x="5" y="0"/>
                  </a:cubicBezTo>
                  <a:cubicBezTo>
                    <a:pt x="5" y="0"/>
                    <a:pt x="5" y="0"/>
                    <a:pt x="5" y="0"/>
                  </a:cubicBezTo>
                  <a:cubicBezTo>
                    <a:pt x="5" y="0"/>
                    <a:pt x="5" y="0"/>
                    <a:pt x="5" y="0"/>
                  </a:cubicBezTo>
                  <a:moveTo>
                    <a:pt x="5" y="0"/>
                  </a:moveTo>
                  <a:cubicBezTo>
                    <a:pt x="5" y="0"/>
                    <a:pt x="5" y="0"/>
                    <a:pt x="5" y="0"/>
                  </a:cubicBezTo>
                  <a:cubicBezTo>
                    <a:pt x="5" y="1"/>
                    <a:pt x="5" y="1"/>
                    <a:pt x="5" y="1"/>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 name="Freeform 90"/>
            <p:cNvSpPr>
              <a:spLocks/>
            </p:cNvSpPr>
            <p:nvPr/>
          </p:nvSpPr>
          <p:spPr bwMode="auto">
            <a:xfrm>
              <a:off x="5795963" y="2324100"/>
              <a:ext cx="136525" cy="158750"/>
            </a:xfrm>
            <a:custGeom>
              <a:avLst/>
              <a:gdLst>
                <a:gd name="T0" fmla="*/ 26 w 36"/>
                <a:gd name="T1" fmla="*/ 0 h 42"/>
                <a:gd name="T2" fmla="*/ 21 w 36"/>
                <a:gd name="T3" fmla="*/ 0 h 42"/>
                <a:gd name="T4" fmla="*/ 13 w 36"/>
                <a:gd name="T5" fmla="*/ 5 h 42"/>
                <a:gd name="T6" fmla="*/ 15 w 36"/>
                <a:gd name="T7" fmla="*/ 9 h 42"/>
                <a:gd name="T8" fmla="*/ 6 w 36"/>
                <a:gd name="T9" fmla="*/ 12 h 42"/>
                <a:gd name="T10" fmla="*/ 6 w 36"/>
                <a:gd name="T11" fmla="*/ 12 h 42"/>
                <a:gd name="T12" fmla="*/ 3 w 36"/>
                <a:gd name="T13" fmla="*/ 15 h 42"/>
                <a:gd name="T14" fmla="*/ 9 w 36"/>
                <a:gd name="T15" fmla="*/ 21 h 42"/>
                <a:gd name="T16" fmla="*/ 0 w 36"/>
                <a:gd name="T17" fmla="*/ 35 h 42"/>
                <a:gd name="T18" fmla="*/ 7 w 36"/>
                <a:gd name="T19" fmla="*/ 42 h 42"/>
                <a:gd name="T20" fmla="*/ 13 w 36"/>
                <a:gd name="T21" fmla="*/ 41 h 42"/>
                <a:gd name="T22" fmla="*/ 23 w 36"/>
                <a:gd name="T23" fmla="*/ 35 h 42"/>
                <a:gd name="T24" fmla="*/ 25 w 36"/>
                <a:gd name="T25" fmla="*/ 35 h 42"/>
                <a:gd name="T26" fmla="*/ 31 w 36"/>
                <a:gd name="T27" fmla="*/ 33 h 42"/>
                <a:gd name="T28" fmla="*/ 31 w 36"/>
                <a:gd name="T29" fmla="*/ 25 h 42"/>
                <a:gd name="T30" fmla="*/ 31 w 36"/>
                <a:gd name="T31" fmla="*/ 16 h 42"/>
                <a:gd name="T32" fmla="*/ 36 w 36"/>
                <a:gd name="T33" fmla="*/ 11 h 42"/>
                <a:gd name="T34" fmla="*/ 26 w 36"/>
                <a:gd name="T35"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42">
                  <a:moveTo>
                    <a:pt x="26" y="0"/>
                  </a:moveTo>
                  <a:cubicBezTo>
                    <a:pt x="25" y="0"/>
                    <a:pt x="23" y="0"/>
                    <a:pt x="21" y="0"/>
                  </a:cubicBezTo>
                  <a:cubicBezTo>
                    <a:pt x="19" y="0"/>
                    <a:pt x="13" y="3"/>
                    <a:pt x="13" y="5"/>
                  </a:cubicBezTo>
                  <a:cubicBezTo>
                    <a:pt x="13" y="6"/>
                    <a:pt x="13" y="7"/>
                    <a:pt x="15" y="9"/>
                  </a:cubicBezTo>
                  <a:cubicBezTo>
                    <a:pt x="13" y="10"/>
                    <a:pt x="8" y="12"/>
                    <a:pt x="6" y="12"/>
                  </a:cubicBezTo>
                  <a:cubicBezTo>
                    <a:pt x="6" y="12"/>
                    <a:pt x="6" y="12"/>
                    <a:pt x="6" y="12"/>
                  </a:cubicBezTo>
                  <a:cubicBezTo>
                    <a:pt x="5" y="12"/>
                    <a:pt x="3" y="12"/>
                    <a:pt x="3" y="15"/>
                  </a:cubicBezTo>
                  <a:cubicBezTo>
                    <a:pt x="3" y="18"/>
                    <a:pt x="6" y="20"/>
                    <a:pt x="9" y="21"/>
                  </a:cubicBezTo>
                  <a:cubicBezTo>
                    <a:pt x="7" y="28"/>
                    <a:pt x="0" y="28"/>
                    <a:pt x="0" y="35"/>
                  </a:cubicBezTo>
                  <a:cubicBezTo>
                    <a:pt x="0" y="39"/>
                    <a:pt x="4" y="42"/>
                    <a:pt x="7" y="42"/>
                  </a:cubicBezTo>
                  <a:cubicBezTo>
                    <a:pt x="9" y="42"/>
                    <a:pt x="11" y="42"/>
                    <a:pt x="13" y="41"/>
                  </a:cubicBezTo>
                  <a:cubicBezTo>
                    <a:pt x="15" y="39"/>
                    <a:pt x="19" y="35"/>
                    <a:pt x="23" y="35"/>
                  </a:cubicBezTo>
                  <a:cubicBezTo>
                    <a:pt x="24" y="35"/>
                    <a:pt x="25" y="35"/>
                    <a:pt x="25" y="35"/>
                  </a:cubicBezTo>
                  <a:cubicBezTo>
                    <a:pt x="27" y="35"/>
                    <a:pt x="29" y="34"/>
                    <a:pt x="31" y="33"/>
                  </a:cubicBezTo>
                  <a:cubicBezTo>
                    <a:pt x="33" y="31"/>
                    <a:pt x="31" y="28"/>
                    <a:pt x="31" y="25"/>
                  </a:cubicBezTo>
                  <a:cubicBezTo>
                    <a:pt x="31" y="25"/>
                    <a:pt x="31" y="18"/>
                    <a:pt x="31" y="16"/>
                  </a:cubicBezTo>
                  <a:cubicBezTo>
                    <a:pt x="31" y="13"/>
                    <a:pt x="36" y="14"/>
                    <a:pt x="36" y="11"/>
                  </a:cubicBezTo>
                  <a:cubicBezTo>
                    <a:pt x="36" y="6"/>
                    <a:pt x="33" y="0"/>
                    <a:pt x="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 name="Freeform 91"/>
            <p:cNvSpPr>
              <a:spLocks/>
            </p:cNvSpPr>
            <p:nvPr/>
          </p:nvSpPr>
          <p:spPr bwMode="auto">
            <a:xfrm>
              <a:off x="5886450" y="2189163"/>
              <a:ext cx="26988" cy="22225"/>
            </a:xfrm>
            <a:custGeom>
              <a:avLst/>
              <a:gdLst>
                <a:gd name="T0" fmla="*/ 7 w 7"/>
                <a:gd name="T1" fmla="*/ 0 h 6"/>
                <a:gd name="T2" fmla="*/ 0 w 7"/>
                <a:gd name="T3" fmla="*/ 3 h 6"/>
                <a:gd name="T4" fmla="*/ 2 w 7"/>
                <a:gd name="T5" fmla="*/ 6 h 6"/>
                <a:gd name="T6" fmla="*/ 7 w 7"/>
                <a:gd name="T7" fmla="*/ 0 h 6"/>
              </a:gdLst>
              <a:ahLst/>
              <a:cxnLst>
                <a:cxn ang="0">
                  <a:pos x="T0" y="T1"/>
                </a:cxn>
                <a:cxn ang="0">
                  <a:pos x="T2" y="T3"/>
                </a:cxn>
                <a:cxn ang="0">
                  <a:pos x="T4" y="T5"/>
                </a:cxn>
                <a:cxn ang="0">
                  <a:pos x="T6" y="T7"/>
                </a:cxn>
              </a:cxnLst>
              <a:rect l="0" t="0" r="r" b="b"/>
              <a:pathLst>
                <a:path w="7" h="6">
                  <a:moveTo>
                    <a:pt x="7" y="0"/>
                  </a:moveTo>
                  <a:cubicBezTo>
                    <a:pt x="5" y="0"/>
                    <a:pt x="0" y="1"/>
                    <a:pt x="0" y="3"/>
                  </a:cubicBezTo>
                  <a:cubicBezTo>
                    <a:pt x="0" y="4"/>
                    <a:pt x="1" y="6"/>
                    <a:pt x="2" y="6"/>
                  </a:cubicBezTo>
                  <a:cubicBezTo>
                    <a:pt x="5" y="6"/>
                    <a:pt x="7" y="3"/>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 name="Freeform 92"/>
            <p:cNvSpPr>
              <a:spLocks/>
            </p:cNvSpPr>
            <p:nvPr/>
          </p:nvSpPr>
          <p:spPr bwMode="auto">
            <a:xfrm>
              <a:off x="5905500" y="2173288"/>
              <a:ext cx="250825" cy="368300"/>
            </a:xfrm>
            <a:custGeom>
              <a:avLst/>
              <a:gdLst>
                <a:gd name="T0" fmla="*/ 15 w 67"/>
                <a:gd name="T1" fmla="*/ 0 h 98"/>
                <a:gd name="T2" fmla="*/ 10 w 67"/>
                <a:gd name="T3" fmla="*/ 9 h 98"/>
                <a:gd name="T4" fmla="*/ 7 w 67"/>
                <a:gd name="T5" fmla="*/ 14 h 98"/>
                <a:gd name="T6" fmla="*/ 4 w 67"/>
                <a:gd name="T7" fmla="*/ 13 h 98"/>
                <a:gd name="T8" fmla="*/ 6 w 67"/>
                <a:gd name="T9" fmla="*/ 18 h 98"/>
                <a:gd name="T10" fmla="*/ 4 w 67"/>
                <a:gd name="T11" fmla="*/ 24 h 98"/>
                <a:gd name="T12" fmla="*/ 8 w 67"/>
                <a:gd name="T13" fmla="*/ 29 h 98"/>
                <a:gd name="T14" fmla="*/ 7 w 67"/>
                <a:gd name="T15" fmla="*/ 36 h 98"/>
                <a:gd name="T16" fmla="*/ 10 w 67"/>
                <a:gd name="T17" fmla="*/ 31 h 98"/>
                <a:gd name="T18" fmla="*/ 14 w 67"/>
                <a:gd name="T19" fmla="*/ 38 h 98"/>
                <a:gd name="T20" fmla="*/ 16 w 67"/>
                <a:gd name="T21" fmla="*/ 46 h 98"/>
                <a:gd name="T22" fmla="*/ 25 w 67"/>
                <a:gd name="T23" fmla="*/ 45 h 98"/>
                <a:gd name="T24" fmla="*/ 29 w 67"/>
                <a:gd name="T25" fmla="*/ 53 h 98"/>
                <a:gd name="T26" fmla="*/ 30 w 67"/>
                <a:gd name="T27" fmla="*/ 57 h 98"/>
                <a:gd name="T28" fmla="*/ 19 w 67"/>
                <a:gd name="T29" fmla="*/ 70 h 98"/>
                <a:gd name="T30" fmla="*/ 13 w 67"/>
                <a:gd name="T31" fmla="*/ 81 h 98"/>
                <a:gd name="T32" fmla="*/ 24 w 67"/>
                <a:gd name="T33" fmla="*/ 83 h 98"/>
                <a:gd name="T34" fmla="*/ 29 w 67"/>
                <a:gd name="T35" fmla="*/ 82 h 98"/>
                <a:gd name="T36" fmla="*/ 10 w 67"/>
                <a:gd name="T37" fmla="*/ 96 h 98"/>
                <a:gd name="T38" fmla="*/ 12 w 67"/>
                <a:gd name="T39" fmla="*/ 98 h 98"/>
                <a:gd name="T40" fmla="*/ 20 w 67"/>
                <a:gd name="T41" fmla="*/ 95 h 98"/>
                <a:gd name="T42" fmla="*/ 29 w 67"/>
                <a:gd name="T43" fmla="*/ 92 h 98"/>
                <a:gd name="T44" fmla="*/ 56 w 67"/>
                <a:gd name="T45" fmla="*/ 90 h 98"/>
                <a:gd name="T46" fmla="*/ 64 w 67"/>
                <a:gd name="T47" fmla="*/ 83 h 98"/>
                <a:gd name="T48" fmla="*/ 67 w 67"/>
                <a:gd name="T49" fmla="*/ 71 h 98"/>
                <a:gd name="T50" fmla="*/ 60 w 67"/>
                <a:gd name="T51" fmla="*/ 66 h 98"/>
                <a:gd name="T52" fmla="*/ 59 w 67"/>
                <a:gd name="T53" fmla="*/ 66 h 98"/>
                <a:gd name="T54" fmla="*/ 55 w 67"/>
                <a:gd name="T55" fmla="*/ 66 h 98"/>
                <a:gd name="T56" fmla="*/ 54 w 67"/>
                <a:gd name="T57" fmla="*/ 58 h 98"/>
                <a:gd name="T58" fmla="*/ 34 w 67"/>
                <a:gd name="T59" fmla="*/ 32 h 98"/>
                <a:gd name="T60" fmla="*/ 31 w 67"/>
                <a:gd name="T61" fmla="*/ 32 h 98"/>
                <a:gd name="T62" fmla="*/ 27 w 67"/>
                <a:gd name="T63" fmla="*/ 32 h 98"/>
                <a:gd name="T64" fmla="*/ 37 w 67"/>
                <a:gd name="T65" fmla="*/ 12 h 98"/>
                <a:gd name="T66" fmla="*/ 19 w 67"/>
                <a:gd name="T67" fmla="*/ 10 h 98"/>
                <a:gd name="T68" fmla="*/ 24 w 67"/>
                <a:gd name="T6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7" h="98">
                  <a:moveTo>
                    <a:pt x="24" y="0"/>
                  </a:moveTo>
                  <a:cubicBezTo>
                    <a:pt x="22" y="0"/>
                    <a:pt x="19" y="0"/>
                    <a:pt x="15" y="0"/>
                  </a:cubicBezTo>
                  <a:cubicBezTo>
                    <a:pt x="14" y="0"/>
                    <a:pt x="11" y="2"/>
                    <a:pt x="11" y="4"/>
                  </a:cubicBezTo>
                  <a:cubicBezTo>
                    <a:pt x="11" y="5"/>
                    <a:pt x="10" y="6"/>
                    <a:pt x="10" y="9"/>
                  </a:cubicBezTo>
                  <a:cubicBezTo>
                    <a:pt x="8" y="9"/>
                    <a:pt x="6" y="10"/>
                    <a:pt x="6" y="12"/>
                  </a:cubicBezTo>
                  <a:cubicBezTo>
                    <a:pt x="6" y="13"/>
                    <a:pt x="7" y="13"/>
                    <a:pt x="7" y="14"/>
                  </a:cubicBezTo>
                  <a:cubicBezTo>
                    <a:pt x="7" y="14"/>
                    <a:pt x="7" y="15"/>
                    <a:pt x="6" y="15"/>
                  </a:cubicBezTo>
                  <a:cubicBezTo>
                    <a:pt x="6" y="15"/>
                    <a:pt x="4" y="15"/>
                    <a:pt x="4" y="13"/>
                  </a:cubicBezTo>
                  <a:cubicBezTo>
                    <a:pt x="0" y="13"/>
                    <a:pt x="0" y="13"/>
                    <a:pt x="0" y="13"/>
                  </a:cubicBezTo>
                  <a:cubicBezTo>
                    <a:pt x="0" y="17"/>
                    <a:pt x="2" y="17"/>
                    <a:pt x="6" y="18"/>
                  </a:cubicBezTo>
                  <a:cubicBezTo>
                    <a:pt x="6" y="21"/>
                    <a:pt x="6" y="21"/>
                    <a:pt x="6" y="21"/>
                  </a:cubicBezTo>
                  <a:cubicBezTo>
                    <a:pt x="6" y="21"/>
                    <a:pt x="4" y="23"/>
                    <a:pt x="4" y="24"/>
                  </a:cubicBezTo>
                  <a:cubicBezTo>
                    <a:pt x="4" y="25"/>
                    <a:pt x="7" y="26"/>
                    <a:pt x="8" y="27"/>
                  </a:cubicBezTo>
                  <a:cubicBezTo>
                    <a:pt x="8" y="29"/>
                    <a:pt x="8" y="29"/>
                    <a:pt x="8" y="29"/>
                  </a:cubicBezTo>
                  <a:cubicBezTo>
                    <a:pt x="8" y="30"/>
                    <a:pt x="7" y="30"/>
                    <a:pt x="7" y="31"/>
                  </a:cubicBezTo>
                  <a:cubicBezTo>
                    <a:pt x="7" y="33"/>
                    <a:pt x="7" y="33"/>
                    <a:pt x="7" y="36"/>
                  </a:cubicBezTo>
                  <a:cubicBezTo>
                    <a:pt x="10" y="36"/>
                    <a:pt x="10" y="36"/>
                    <a:pt x="10" y="36"/>
                  </a:cubicBezTo>
                  <a:cubicBezTo>
                    <a:pt x="9" y="35"/>
                    <a:pt x="8" y="34"/>
                    <a:pt x="10" y="31"/>
                  </a:cubicBezTo>
                  <a:cubicBezTo>
                    <a:pt x="10" y="32"/>
                    <a:pt x="12" y="33"/>
                    <a:pt x="14" y="33"/>
                  </a:cubicBezTo>
                  <a:cubicBezTo>
                    <a:pt x="13" y="35"/>
                    <a:pt x="14" y="36"/>
                    <a:pt x="14" y="38"/>
                  </a:cubicBezTo>
                  <a:cubicBezTo>
                    <a:pt x="14" y="40"/>
                    <a:pt x="11" y="42"/>
                    <a:pt x="11" y="44"/>
                  </a:cubicBezTo>
                  <a:cubicBezTo>
                    <a:pt x="11" y="46"/>
                    <a:pt x="13" y="46"/>
                    <a:pt x="16" y="46"/>
                  </a:cubicBezTo>
                  <a:cubicBezTo>
                    <a:pt x="18" y="46"/>
                    <a:pt x="20" y="45"/>
                    <a:pt x="23" y="45"/>
                  </a:cubicBezTo>
                  <a:cubicBezTo>
                    <a:pt x="23" y="45"/>
                    <a:pt x="24" y="45"/>
                    <a:pt x="25" y="45"/>
                  </a:cubicBezTo>
                  <a:cubicBezTo>
                    <a:pt x="25" y="46"/>
                    <a:pt x="23" y="47"/>
                    <a:pt x="23" y="49"/>
                  </a:cubicBezTo>
                  <a:cubicBezTo>
                    <a:pt x="23" y="52"/>
                    <a:pt x="26" y="53"/>
                    <a:pt x="29" y="53"/>
                  </a:cubicBezTo>
                  <a:cubicBezTo>
                    <a:pt x="29" y="53"/>
                    <a:pt x="30" y="52"/>
                    <a:pt x="30" y="52"/>
                  </a:cubicBezTo>
                  <a:cubicBezTo>
                    <a:pt x="30" y="57"/>
                    <a:pt x="30" y="57"/>
                    <a:pt x="30" y="57"/>
                  </a:cubicBezTo>
                  <a:cubicBezTo>
                    <a:pt x="29" y="60"/>
                    <a:pt x="22" y="62"/>
                    <a:pt x="17" y="62"/>
                  </a:cubicBezTo>
                  <a:cubicBezTo>
                    <a:pt x="17" y="65"/>
                    <a:pt x="19" y="67"/>
                    <a:pt x="19" y="70"/>
                  </a:cubicBezTo>
                  <a:cubicBezTo>
                    <a:pt x="19" y="75"/>
                    <a:pt x="11" y="75"/>
                    <a:pt x="11" y="79"/>
                  </a:cubicBezTo>
                  <a:cubicBezTo>
                    <a:pt x="11" y="80"/>
                    <a:pt x="12" y="81"/>
                    <a:pt x="13" y="81"/>
                  </a:cubicBezTo>
                  <a:cubicBezTo>
                    <a:pt x="14" y="81"/>
                    <a:pt x="14" y="79"/>
                    <a:pt x="16" y="79"/>
                  </a:cubicBezTo>
                  <a:cubicBezTo>
                    <a:pt x="19" y="79"/>
                    <a:pt x="20" y="83"/>
                    <a:pt x="24" y="83"/>
                  </a:cubicBezTo>
                  <a:cubicBezTo>
                    <a:pt x="26" y="83"/>
                    <a:pt x="28" y="81"/>
                    <a:pt x="29" y="80"/>
                  </a:cubicBezTo>
                  <a:cubicBezTo>
                    <a:pt x="29" y="80"/>
                    <a:pt x="29" y="81"/>
                    <a:pt x="29" y="82"/>
                  </a:cubicBezTo>
                  <a:cubicBezTo>
                    <a:pt x="29" y="86"/>
                    <a:pt x="24" y="84"/>
                    <a:pt x="20" y="85"/>
                  </a:cubicBezTo>
                  <a:cubicBezTo>
                    <a:pt x="19" y="86"/>
                    <a:pt x="10" y="95"/>
                    <a:pt x="10" y="96"/>
                  </a:cubicBezTo>
                  <a:cubicBezTo>
                    <a:pt x="10" y="98"/>
                    <a:pt x="10" y="98"/>
                    <a:pt x="10" y="98"/>
                  </a:cubicBezTo>
                  <a:cubicBezTo>
                    <a:pt x="12" y="98"/>
                    <a:pt x="12" y="98"/>
                    <a:pt x="12" y="98"/>
                  </a:cubicBezTo>
                  <a:cubicBezTo>
                    <a:pt x="13" y="97"/>
                    <a:pt x="14" y="95"/>
                    <a:pt x="16" y="95"/>
                  </a:cubicBezTo>
                  <a:cubicBezTo>
                    <a:pt x="20" y="95"/>
                    <a:pt x="20" y="95"/>
                    <a:pt x="20" y="95"/>
                  </a:cubicBezTo>
                  <a:cubicBezTo>
                    <a:pt x="20" y="93"/>
                    <a:pt x="21" y="91"/>
                    <a:pt x="24" y="91"/>
                  </a:cubicBezTo>
                  <a:cubicBezTo>
                    <a:pt x="26" y="91"/>
                    <a:pt x="27" y="92"/>
                    <a:pt x="29" y="92"/>
                  </a:cubicBezTo>
                  <a:cubicBezTo>
                    <a:pt x="34" y="92"/>
                    <a:pt x="41" y="90"/>
                    <a:pt x="44" y="90"/>
                  </a:cubicBezTo>
                  <a:cubicBezTo>
                    <a:pt x="46" y="90"/>
                    <a:pt x="52" y="90"/>
                    <a:pt x="56" y="90"/>
                  </a:cubicBezTo>
                  <a:cubicBezTo>
                    <a:pt x="59" y="90"/>
                    <a:pt x="61" y="88"/>
                    <a:pt x="64" y="85"/>
                  </a:cubicBezTo>
                  <a:cubicBezTo>
                    <a:pt x="64" y="83"/>
                    <a:pt x="64" y="83"/>
                    <a:pt x="64" y="83"/>
                  </a:cubicBezTo>
                  <a:cubicBezTo>
                    <a:pt x="62" y="83"/>
                    <a:pt x="61" y="83"/>
                    <a:pt x="58" y="82"/>
                  </a:cubicBezTo>
                  <a:cubicBezTo>
                    <a:pt x="60" y="79"/>
                    <a:pt x="67" y="76"/>
                    <a:pt x="67" y="71"/>
                  </a:cubicBezTo>
                  <a:cubicBezTo>
                    <a:pt x="67" y="68"/>
                    <a:pt x="64" y="66"/>
                    <a:pt x="61" y="66"/>
                  </a:cubicBezTo>
                  <a:cubicBezTo>
                    <a:pt x="60" y="66"/>
                    <a:pt x="60" y="66"/>
                    <a:pt x="60" y="66"/>
                  </a:cubicBezTo>
                  <a:cubicBezTo>
                    <a:pt x="59" y="66"/>
                    <a:pt x="59" y="66"/>
                    <a:pt x="57" y="67"/>
                  </a:cubicBezTo>
                  <a:cubicBezTo>
                    <a:pt x="59" y="66"/>
                    <a:pt x="59" y="66"/>
                    <a:pt x="59" y="66"/>
                  </a:cubicBezTo>
                  <a:cubicBezTo>
                    <a:pt x="58" y="66"/>
                    <a:pt x="57" y="67"/>
                    <a:pt x="55" y="68"/>
                  </a:cubicBezTo>
                  <a:cubicBezTo>
                    <a:pt x="55" y="66"/>
                    <a:pt x="55" y="66"/>
                    <a:pt x="55" y="66"/>
                  </a:cubicBezTo>
                  <a:cubicBezTo>
                    <a:pt x="56" y="65"/>
                    <a:pt x="57" y="64"/>
                    <a:pt x="57" y="64"/>
                  </a:cubicBezTo>
                  <a:cubicBezTo>
                    <a:pt x="57" y="61"/>
                    <a:pt x="54" y="60"/>
                    <a:pt x="54" y="58"/>
                  </a:cubicBezTo>
                  <a:cubicBezTo>
                    <a:pt x="54" y="51"/>
                    <a:pt x="46" y="49"/>
                    <a:pt x="42" y="44"/>
                  </a:cubicBezTo>
                  <a:cubicBezTo>
                    <a:pt x="38" y="41"/>
                    <a:pt x="39" y="34"/>
                    <a:pt x="34" y="32"/>
                  </a:cubicBezTo>
                  <a:cubicBezTo>
                    <a:pt x="33" y="32"/>
                    <a:pt x="33" y="32"/>
                    <a:pt x="32" y="32"/>
                  </a:cubicBezTo>
                  <a:cubicBezTo>
                    <a:pt x="32" y="32"/>
                    <a:pt x="31" y="32"/>
                    <a:pt x="31" y="32"/>
                  </a:cubicBezTo>
                  <a:cubicBezTo>
                    <a:pt x="30" y="32"/>
                    <a:pt x="30" y="32"/>
                    <a:pt x="29" y="32"/>
                  </a:cubicBezTo>
                  <a:cubicBezTo>
                    <a:pt x="29" y="32"/>
                    <a:pt x="28" y="32"/>
                    <a:pt x="27" y="32"/>
                  </a:cubicBezTo>
                  <a:cubicBezTo>
                    <a:pt x="27" y="31"/>
                    <a:pt x="28" y="30"/>
                    <a:pt x="29" y="30"/>
                  </a:cubicBezTo>
                  <a:cubicBezTo>
                    <a:pt x="29" y="24"/>
                    <a:pt x="38" y="20"/>
                    <a:pt x="37" y="12"/>
                  </a:cubicBezTo>
                  <a:cubicBezTo>
                    <a:pt x="20" y="12"/>
                    <a:pt x="20" y="12"/>
                    <a:pt x="20" y="12"/>
                  </a:cubicBezTo>
                  <a:cubicBezTo>
                    <a:pt x="20" y="11"/>
                    <a:pt x="19" y="11"/>
                    <a:pt x="19" y="10"/>
                  </a:cubicBezTo>
                  <a:cubicBezTo>
                    <a:pt x="20" y="6"/>
                    <a:pt x="27" y="7"/>
                    <a:pt x="27" y="3"/>
                  </a:cubicBezTo>
                  <a:cubicBezTo>
                    <a:pt x="27" y="2"/>
                    <a:pt x="25" y="0"/>
                    <a:pt x="2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1" name="Freeform 93"/>
            <p:cNvSpPr>
              <a:spLocks/>
            </p:cNvSpPr>
            <p:nvPr/>
          </p:nvSpPr>
          <p:spPr bwMode="auto">
            <a:xfrm>
              <a:off x="5957888" y="2362200"/>
              <a:ext cx="11113" cy="14288"/>
            </a:xfrm>
            <a:custGeom>
              <a:avLst/>
              <a:gdLst>
                <a:gd name="T0" fmla="*/ 3 w 3"/>
                <a:gd name="T1" fmla="*/ 0 h 4"/>
                <a:gd name="T2" fmla="*/ 2 w 3"/>
                <a:gd name="T3" fmla="*/ 0 h 4"/>
                <a:gd name="T4" fmla="*/ 0 w 3"/>
                <a:gd name="T5" fmla="*/ 4 h 4"/>
                <a:gd name="T6" fmla="*/ 3 w 3"/>
                <a:gd name="T7" fmla="*/ 4 h 4"/>
                <a:gd name="T8" fmla="*/ 3 w 3"/>
                <a:gd name="T9" fmla="*/ 0 h 4"/>
              </a:gdLst>
              <a:ahLst/>
              <a:cxnLst>
                <a:cxn ang="0">
                  <a:pos x="T0" y="T1"/>
                </a:cxn>
                <a:cxn ang="0">
                  <a:pos x="T2" y="T3"/>
                </a:cxn>
                <a:cxn ang="0">
                  <a:pos x="T4" y="T5"/>
                </a:cxn>
                <a:cxn ang="0">
                  <a:pos x="T6" y="T7"/>
                </a:cxn>
                <a:cxn ang="0">
                  <a:pos x="T8" y="T9"/>
                </a:cxn>
              </a:cxnLst>
              <a:rect l="0" t="0" r="r" b="b"/>
              <a:pathLst>
                <a:path w="3" h="4">
                  <a:moveTo>
                    <a:pt x="3" y="0"/>
                  </a:moveTo>
                  <a:cubicBezTo>
                    <a:pt x="2" y="0"/>
                    <a:pt x="2" y="0"/>
                    <a:pt x="2" y="0"/>
                  </a:cubicBezTo>
                  <a:cubicBezTo>
                    <a:pt x="0" y="1"/>
                    <a:pt x="0" y="2"/>
                    <a:pt x="0" y="4"/>
                  </a:cubicBezTo>
                  <a:cubicBezTo>
                    <a:pt x="1" y="4"/>
                    <a:pt x="2" y="4"/>
                    <a:pt x="3" y="4"/>
                  </a:cubicBezTo>
                  <a:cubicBezTo>
                    <a:pt x="3" y="2"/>
                    <a:pt x="3" y="1"/>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 name="Freeform 94"/>
            <p:cNvSpPr>
              <a:spLocks/>
            </p:cNvSpPr>
            <p:nvPr/>
          </p:nvSpPr>
          <p:spPr bwMode="auto">
            <a:xfrm>
              <a:off x="5380038" y="1798638"/>
              <a:ext cx="311150" cy="142875"/>
            </a:xfrm>
            <a:custGeom>
              <a:avLst/>
              <a:gdLst>
                <a:gd name="T0" fmla="*/ 13 w 83"/>
                <a:gd name="T1" fmla="*/ 0 h 38"/>
                <a:gd name="T2" fmla="*/ 11 w 83"/>
                <a:gd name="T3" fmla="*/ 0 h 38"/>
                <a:gd name="T4" fmla="*/ 6 w 83"/>
                <a:gd name="T5" fmla="*/ 3 h 38"/>
                <a:gd name="T6" fmla="*/ 6 w 83"/>
                <a:gd name="T7" fmla="*/ 6 h 38"/>
                <a:gd name="T8" fmla="*/ 3 w 83"/>
                <a:gd name="T9" fmla="*/ 5 h 38"/>
                <a:gd name="T10" fmla="*/ 0 w 83"/>
                <a:gd name="T11" fmla="*/ 5 h 38"/>
                <a:gd name="T12" fmla="*/ 15 w 83"/>
                <a:gd name="T13" fmla="*/ 11 h 38"/>
                <a:gd name="T14" fmla="*/ 16 w 83"/>
                <a:gd name="T15" fmla="*/ 14 h 38"/>
                <a:gd name="T16" fmla="*/ 1 w 83"/>
                <a:gd name="T17" fmla="*/ 16 h 38"/>
                <a:gd name="T18" fmla="*/ 5 w 83"/>
                <a:gd name="T19" fmla="*/ 18 h 38"/>
                <a:gd name="T20" fmla="*/ 8 w 83"/>
                <a:gd name="T21" fmla="*/ 17 h 38"/>
                <a:gd name="T22" fmla="*/ 11 w 83"/>
                <a:gd name="T23" fmla="*/ 17 h 38"/>
                <a:gd name="T24" fmla="*/ 13 w 83"/>
                <a:gd name="T25" fmla="*/ 17 h 38"/>
                <a:gd name="T26" fmla="*/ 12 w 83"/>
                <a:gd name="T27" fmla="*/ 26 h 38"/>
                <a:gd name="T28" fmla="*/ 9 w 83"/>
                <a:gd name="T29" fmla="*/ 27 h 38"/>
                <a:gd name="T30" fmla="*/ 22 w 83"/>
                <a:gd name="T31" fmla="*/ 32 h 38"/>
                <a:gd name="T32" fmla="*/ 47 w 83"/>
                <a:gd name="T33" fmla="*/ 38 h 38"/>
                <a:gd name="T34" fmla="*/ 69 w 83"/>
                <a:gd name="T35" fmla="*/ 30 h 38"/>
                <a:gd name="T36" fmla="*/ 82 w 83"/>
                <a:gd name="T37" fmla="*/ 20 h 38"/>
                <a:gd name="T38" fmla="*/ 83 w 83"/>
                <a:gd name="T39" fmla="*/ 20 h 38"/>
                <a:gd name="T40" fmla="*/ 72 w 83"/>
                <a:gd name="T41" fmla="*/ 5 h 38"/>
                <a:gd name="T42" fmla="*/ 74 w 83"/>
                <a:gd name="T43" fmla="*/ 3 h 38"/>
                <a:gd name="T44" fmla="*/ 67 w 83"/>
                <a:gd name="T45" fmla="*/ 4 h 38"/>
                <a:gd name="T46" fmla="*/ 62 w 83"/>
                <a:gd name="T47" fmla="*/ 1 h 38"/>
                <a:gd name="T48" fmla="*/ 61 w 83"/>
                <a:gd name="T49" fmla="*/ 1 h 38"/>
                <a:gd name="T50" fmla="*/ 59 w 83"/>
                <a:gd name="T51" fmla="*/ 1 h 38"/>
                <a:gd name="T52" fmla="*/ 58 w 83"/>
                <a:gd name="T53" fmla="*/ 5 h 38"/>
                <a:gd name="T54" fmla="*/ 55 w 83"/>
                <a:gd name="T55" fmla="*/ 4 h 38"/>
                <a:gd name="T56" fmla="*/ 48 w 83"/>
                <a:gd name="T57" fmla="*/ 6 h 38"/>
                <a:gd name="T58" fmla="*/ 39 w 83"/>
                <a:gd name="T59" fmla="*/ 5 h 38"/>
                <a:gd name="T60" fmla="*/ 39 w 83"/>
                <a:gd name="T61" fmla="*/ 8 h 38"/>
                <a:gd name="T62" fmla="*/ 35 w 83"/>
                <a:gd name="T63" fmla="*/ 6 h 38"/>
                <a:gd name="T64" fmla="*/ 28 w 83"/>
                <a:gd name="T65" fmla="*/ 7 h 38"/>
                <a:gd name="T66" fmla="*/ 24 w 83"/>
                <a:gd name="T67" fmla="*/ 5 h 38"/>
                <a:gd name="T68" fmla="*/ 24 w 83"/>
                <a:gd name="T69" fmla="*/ 9 h 38"/>
                <a:gd name="T70" fmla="*/ 19 w 83"/>
                <a:gd name="T71" fmla="*/ 10 h 38"/>
                <a:gd name="T72" fmla="*/ 15 w 83"/>
                <a:gd name="T73" fmla="*/ 5 h 38"/>
                <a:gd name="T74" fmla="*/ 13 w 83"/>
                <a:gd name="T75"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3" h="38">
                  <a:moveTo>
                    <a:pt x="13" y="0"/>
                  </a:moveTo>
                  <a:cubicBezTo>
                    <a:pt x="12" y="0"/>
                    <a:pt x="12" y="0"/>
                    <a:pt x="11" y="0"/>
                  </a:cubicBezTo>
                  <a:cubicBezTo>
                    <a:pt x="9" y="0"/>
                    <a:pt x="8" y="3"/>
                    <a:pt x="6" y="3"/>
                  </a:cubicBezTo>
                  <a:cubicBezTo>
                    <a:pt x="6" y="4"/>
                    <a:pt x="6" y="5"/>
                    <a:pt x="6" y="6"/>
                  </a:cubicBezTo>
                  <a:cubicBezTo>
                    <a:pt x="5" y="5"/>
                    <a:pt x="4" y="5"/>
                    <a:pt x="3" y="5"/>
                  </a:cubicBezTo>
                  <a:cubicBezTo>
                    <a:pt x="2" y="5"/>
                    <a:pt x="1" y="5"/>
                    <a:pt x="0" y="5"/>
                  </a:cubicBezTo>
                  <a:cubicBezTo>
                    <a:pt x="1" y="8"/>
                    <a:pt x="11" y="11"/>
                    <a:pt x="15" y="11"/>
                  </a:cubicBezTo>
                  <a:cubicBezTo>
                    <a:pt x="15" y="12"/>
                    <a:pt x="15" y="13"/>
                    <a:pt x="16" y="14"/>
                  </a:cubicBezTo>
                  <a:cubicBezTo>
                    <a:pt x="13" y="15"/>
                    <a:pt x="5" y="16"/>
                    <a:pt x="1" y="16"/>
                  </a:cubicBezTo>
                  <a:cubicBezTo>
                    <a:pt x="2" y="17"/>
                    <a:pt x="3" y="18"/>
                    <a:pt x="5" y="18"/>
                  </a:cubicBezTo>
                  <a:cubicBezTo>
                    <a:pt x="6" y="18"/>
                    <a:pt x="7" y="17"/>
                    <a:pt x="8" y="17"/>
                  </a:cubicBezTo>
                  <a:cubicBezTo>
                    <a:pt x="9" y="17"/>
                    <a:pt x="10" y="17"/>
                    <a:pt x="11" y="17"/>
                  </a:cubicBezTo>
                  <a:cubicBezTo>
                    <a:pt x="12" y="17"/>
                    <a:pt x="12" y="17"/>
                    <a:pt x="13" y="17"/>
                  </a:cubicBezTo>
                  <a:cubicBezTo>
                    <a:pt x="13" y="20"/>
                    <a:pt x="12" y="22"/>
                    <a:pt x="12" y="26"/>
                  </a:cubicBezTo>
                  <a:cubicBezTo>
                    <a:pt x="11" y="26"/>
                    <a:pt x="10" y="27"/>
                    <a:pt x="9" y="27"/>
                  </a:cubicBezTo>
                  <a:cubicBezTo>
                    <a:pt x="16" y="27"/>
                    <a:pt x="18" y="31"/>
                    <a:pt x="22" y="32"/>
                  </a:cubicBezTo>
                  <a:cubicBezTo>
                    <a:pt x="29" y="35"/>
                    <a:pt x="37" y="38"/>
                    <a:pt x="47" y="38"/>
                  </a:cubicBezTo>
                  <a:cubicBezTo>
                    <a:pt x="57" y="38"/>
                    <a:pt x="62" y="33"/>
                    <a:pt x="69" y="30"/>
                  </a:cubicBezTo>
                  <a:cubicBezTo>
                    <a:pt x="73" y="29"/>
                    <a:pt x="80" y="24"/>
                    <a:pt x="82" y="20"/>
                  </a:cubicBezTo>
                  <a:cubicBezTo>
                    <a:pt x="83" y="20"/>
                    <a:pt x="83" y="20"/>
                    <a:pt x="83" y="20"/>
                  </a:cubicBezTo>
                  <a:cubicBezTo>
                    <a:pt x="83" y="12"/>
                    <a:pt x="72" y="14"/>
                    <a:pt x="72" y="5"/>
                  </a:cubicBezTo>
                  <a:cubicBezTo>
                    <a:pt x="72" y="5"/>
                    <a:pt x="73" y="3"/>
                    <a:pt x="74" y="3"/>
                  </a:cubicBezTo>
                  <a:cubicBezTo>
                    <a:pt x="71" y="3"/>
                    <a:pt x="70" y="4"/>
                    <a:pt x="67" y="4"/>
                  </a:cubicBezTo>
                  <a:cubicBezTo>
                    <a:pt x="64" y="4"/>
                    <a:pt x="62" y="4"/>
                    <a:pt x="62" y="1"/>
                  </a:cubicBezTo>
                  <a:cubicBezTo>
                    <a:pt x="61" y="1"/>
                    <a:pt x="61" y="1"/>
                    <a:pt x="61" y="1"/>
                  </a:cubicBezTo>
                  <a:cubicBezTo>
                    <a:pt x="60" y="1"/>
                    <a:pt x="60" y="1"/>
                    <a:pt x="59" y="1"/>
                  </a:cubicBezTo>
                  <a:cubicBezTo>
                    <a:pt x="58" y="2"/>
                    <a:pt x="58" y="3"/>
                    <a:pt x="58" y="5"/>
                  </a:cubicBezTo>
                  <a:cubicBezTo>
                    <a:pt x="57" y="4"/>
                    <a:pt x="56" y="4"/>
                    <a:pt x="55" y="4"/>
                  </a:cubicBezTo>
                  <a:cubicBezTo>
                    <a:pt x="53" y="4"/>
                    <a:pt x="51" y="6"/>
                    <a:pt x="48" y="6"/>
                  </a:cubicBezTo>
                  <a:cubicBezTo>
                    <a:pt x="45" y="6"/>
                    <a:pt x="43" y="5"/>
                    <a:pt x="39" y="5"/>
                  </a:cubicBezTo>
                  <a:cubicBezTo>
                    <a:pt x="39" y="6"/>
                    <a:pt x="39" y="7"/>
                    <a:pt x="39" y="8"/>
                  </a:cubicBezTo>
                  <a:cubicBezTo>
                    <a:pt x="38" y="7"/>
                    <a:pt x="37" y="6"/>
                    <a:pt x="35" y="6"/>
                  </a:cubicBezTo>
                  <a:cubicBezTo>
                    <a:pt x="28" y="7"/>
                    <a:pt x="28" y="7"/>
                    <a:pt x="28" y="7"/>
                  </a:cubicBezTo>
                  <a:cubicBezTo>
                    <a:pt x="26" y="7"/>
                    <a:pt x="25" y="6"/>
                    <a:pt x="24" y="5"/>
                  </a:cubicBezTo>
                  <a:cubicBezTo>
                    <a:pt x="24" y="6"/>
                    <a:pt x="24" y="7"/>
                    <a:pt x="24" y="9"/>
                  </a:cubicBezTo>
                  <a:cubicBezTo>
                    <a:pt x="23" y="9"/>
                    <a:pt x="21" y="10"/>
                    <a:pt x="19" y="10"/>
                  </a:cubicBezTo>
                  <a:cubicBezTo>
                    <a:pt x="17" y="10"/>
                    <a:pt x="15" y="7"/>
                    <a:pt x="15" y="5"/>
                  </a:cubicBezTo>
                  <a:cubicBezTo>
                    <a:pt x="15" y="3"/>
                    <a:pt x="14" y="2"/>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 name="Freeform 95"/>
            <p:cNvSpPr>
              <a:spLocks/>
            </p:cNvSpPr>
            <p:nvPr/>
          </p:nvSpPr>
          <p:spPr bwMode="auto">
            <a:xfrm>
              <a:off x="3529013" y="3500438"/>
              <a:ext cx="315913" cy="109538"/>
            </a:xfrm>
            <a:custGeom>
              <a:avLst/>
              <a:gdLst>
                <a:gd name="T0" fmla="*/ 23 w 84"/>
                <a:gd name="T1" fmla="*/ 0 h 29"/>
                <a:gd name="T2" fmla="*/ 0 w 84"/>
                <a:gd name="T3" fmla="*/ 12 h 29"/>
                <a:gd name="T4" fmla="*/ 3 w 84"/>
                <a:gd name="T5" fmla="*/ 12 h 29"/>
                <a:gd name="T6" fmla="*/ 18 w 84"/>
                <a:gd name="T7" fmla="*/ 5 h 29"/>
                <a:gd name="T8" fmla="*/ 20 w 84"/>
                <a:gd name="T9" fmla="*/ 5 h 29"/>
                <a:gd name="T10" fmla="*/ 22 w 84"/>
                <a:gd name="T11" fmla="*/ 6 h 29"/>
                <a:gd name="T12" fmla="*/ 23 w 84"/>
                <a:gd name="T13" fmla="*/ 9 h 29"/>
                <a:gd name="T14" fmla="*/ 31 w 84"/>
                <a:gd name="T15" fmla="*/ 9 h 29"/>
                <a:gd name="T16" fmla="*/ 41 w 84"/>
                <a:gd name="T17" fmla="*/ 14 h 29"/>
                <a:gd name="T18" fmla="*/ 45 w 84"/>
                <a:gd name="T19" fmla="*/ 13 h 29"/>
                <a:gd name="T20" fmla="*/ 47 w 84"/>
                <a:gd name="T21" fmla="*/ 14 h 29"/>
                <a:gd name="T22" fmla="*/ 50 w 84"/>
                <a:gd name="T23" fmla="*/ 17 h 29"/>
                <a:gd name="T24" fmla="*/ 60 w 84"/>
                <a:gd name="T25" fmla="*/ 23 h 29"/>
                <a:gd name="T26" fmla="*/ 57 w 84"/>
                <a:gd name="T27" fmla="*/ 25 h 29"/>
                <a:gd name="T28" fmla="*/ 57 w 84"/>
                <a:gd name="T29" fmla="*/ 27 h 29"/>
                <a:gd name="T30" fmla="*/ 74 w 84"/>
                <a:gd name="T31" fmla="*/ 29 h 29"/>
                <a:gd name="T32" fmla="*/ 84 w 84"/>
                <a:gd name="T33" fmla="*/ 25 h 29"/>
                <a:gd name="T34" fmla="*/ 78 w 84"/>
                <a:gd name="T35" fmla="*/ 20 h 29"/>
                <a:gd name="T36" fmla="*/ 74 w 84"/>
                <a:gd name="T37" fmla="*/ 19 h 29"/>
                <a:gd name="T38" fmla="*/ 74 w 84"/>
                <a:gd name="T39" fmla="*/ 17 h 29"/>
                <a:gd name="T40" fmla="*/ 56 w 84"/>
                <a:gd name="T41" fmla="*/ 10 h 29"/>
                <a:gd name="T42" fmla="*/ 51 w 84"/>
                <a:gd name="T43" fmla="*/ 7 h 29"/>
                <a:gd name="T44" fmla="*/ 23 w 84"/>
                <a:gd name="T4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4" h="29">
                  <a:moveTo>
                    <a:pt x="23" y="0"/>
                  </a:moveTo>
                  <a:cubicBezTo>
                    <a:pt x="11" y="0"/>
                    <a:pt x="5" y="5"/>
                    <a:pt x="0" y="12"/>
                  </a:cubicBezTo>
                  <a:cubicBezTo>
                    <a:pt x="3" y="12"/>
                    <a:pt x="3" y="12"/>
                    <a:pt x="3" y="12"/>
                  </a:cubicBezTo>
                  <a:cubicBezTo>
                    <a:pt x="5" y="9"/>
                    <a:pt x="13" y="5"/>
                    <a:pt x="18" y="5"/>
                  </a:cubicBezTo>
                  <a:cubicBezTo>
                    <a:pt x="19" y="5"/>
                    <a:pt x="19" y="5"/>
                    <a:pt x="20" y="5"/>
                  </a:cubicBezTo>
                  <a:cubicBezTo>
                    <a:pt x="21" y="5"/>
                    <a:pt x="22" y="6"/>
                    <a:pt x="22" y="6"/>
                  </a:cubicBezTo>
                  <a:cubicBezTo>
                    <a:pt x="22" y="7"/>
                    <a:pt x="21" y="8"/>
                    <a:pt x="23" y="9"/>
                  </a:cubicBezTo>
                  <a:cubicBezTo>
                    <a:pt x="31" y="9"/>
                    <a:pt x="31" y="9"/>
                    <a:pt x="31" y="9"/>
                  </a:cubicBezTo>
                  <a:cubicBezTo>
                    <a:pt x="35" y="9"/>
                    <a:pt x="37" y="14"/>
                    <a:pt x="41" y="14"/>
                  </a:cubicBezTo>
                  <a:cubicBezTo>
                    <a:pt x="43" y="14"/>
                    <a:pt x="44" y="13"/>
                    <a:pt x="45" y="13"/>
                  </a:cubicBezTo>
                  <a:cubicBezTo>
                    <a:pt x="46" y="13"/>
                    <a:pt x="46" y="14"/>
                    <a:pt x="47" y="14"/>
                  </a:cubicBezTo>
                  <a:cubicBezTo>
                    <a:pt x="48" y="15"/>
                    <a:pt x="48" y="17"/>
                    <a:pt x="50" y="17"/>
                  </a:cubicBezTo>
                  <a:cubicBezTo>
                    <a:pt x="51" y="21"/>
                    <a:pt x="56" y="21"/>
                    <a:pt x="60" y="23"/>
                  </a:cubicBezTo>
                  <a:cubicBezTo>
                    <a:pt x="60" y="24"/>
                    <a:pt x="59" y="25"/>
                    <a:pt x="57" y="25"/>
                  </a:cubicBezTo>
                  <a:cubicBezTo>
                    <a:pt x="57" y="26"/>
                    <a:pt x="57" y="26"/>
                    <a:pt x="57" y="27"/>
                  </a:cubicBezTo>
                  <a:cubicBezTo>
                    <a:pt x="63" y="27"/>
                    <a:pt x="67" y="29"/>
                    <a:pt x="74" y="29"/>
                  </a:cubicBezTo>
                  <a:cubicBezTo>
                    <a:pt x="77" y="29"/>
                    <a:pt x="82" y="29"/>
                    <a:pt x="84" y="25"/>
                  </a:cubicBezTo>
                  <a:cubicBezTo>
                    <a:pt x="82" y="25"/>
                    <a:pt x="81" y="21"/>
                    <a:pt x="78" y="20"/>
                  </a:cubicBezTo>
                  <a:cubicBezTo>
                    <a:pt x="74" y="19"/>
                    <a:pt x="74" y="19"/>
                    <a:pt x="74" y="19"/>
                  </a:cubicBezTo>
                  <a:cubicBezTo>
                    <a:pt x="73" y="19"/>
                    <a:pt x="74" y="18"/>
                    <a:pt x="74" y="17"/>
                  </a:cubicBezTo>
                  <a:cubicBezTo>
                    <a:pt x="67" y="17"/>
                    <a:pt x="60" y="14"/>
                    <a:pt x="56" y="10"/>
                  </a:cubicBezTo>
                  <a:cubicBezTo>
                    <a:pt x="55" y="10"/>
                    <a:pt x="53" y="7"/>
                    <a:pt x="51" y="7"/>
                  </a:cubicBezTo>
                  <a:cubicBezTo>
                    <a:pt x="42" y="7"/>
                    <a:pt x="36" y="0"/>
                    <a:pt x="2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 name="Freeform 96"/>
            <p:cNvSpPr>
              <a:spLocks/>
            </p:cNvSpPr>
            <p:nvPr/>
          </p:nvSpPr>
          <p:spPr bwMode="auto">
            <a:xfrm>
              <a:off x="3575050" y="3541713"/>
              <a:ext cx="14288" cy="14288"/>
            </a:xfrm>
            <a:custGeom>
              <a:avLst/>
              <a:gdLst>
                <a:gd name="T0" fmla="*/ 3 w 4"/>
                <a:gd name="T1" fmla="*/ 0 h 4"/>
                <a:gd name="T2" fmla="*/ 2 w 4"/>
                <a:gd name="T3" fmla="*/ 0 h 4"/>
                <a:gd name="T4" fmla="*/ 2 w 4"/>
                <a:gd name="T5" fmla="*/ 2 h 4"/>
                <a:gd name="T6" fmla="*/ 0 w 4"/>
                <a:gd name="T7" fmla="*/ 4 h 4"/>
                <a:gd name="T8" fmla="*/ 1 w 4"/>
                <a:gd name="T9" fmla="*/ 4 h 4"/>
                <a:gd name="T10" fmla="*/ 4 w 4"/>
                <a:gd name="T11" fmla="*/ 4 h 4"/>
                <a:gd name="T12" fmla="*/ 4 w 4"/>
                <a:gd name="T13" fmla="*/ 0 h 4"/>
                <a:gd name="T14" fmla="*/ 3 w 4"/>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3" y="0"/>
                  </a:moveTo>
                  <a:cubicBezTo>
                    <a:pt x="2" y="0"/>
                    <a:pt x="2" y="0"/>
                    <a:pt x="2" y="0"/>
                  </a:cubicBezTo>
                  <a:cubicBezTo>
                    <a:pt x="2" y="2"/>
                    <a:pt x="2" y="2"/>
                    <a:pt x="2" y="2"/>
                  </a:cubicBezTo>
                  <a:cubicBezTo>
                    <a:pt x="1" y="2"/>
                    <a:pt x="0" y="2"/>
                    <a:pt x="0" y="4"/>
                  </a:cubicBezTo>
                  <a:cubicBezTo>
                    <a:pt x="0" y="4"/>
                    <a:pt x="0" y="4"/>
                    <a:pt x="1" y="4"/>
                  </a:cubicBezTo>
                  <a:cubicBezTo>
                    <a:pt x="2" y="4"/>
                    <a:pt x="3" y="4"/>
                    <a:pt x="4" y="4"/>
                  </a:cubicBezTo>
                  <a:cubicBezTo>
                    <a:pt x="4" y="3"/>
                    <a:pt x="4" y="1"/>
                    <a:pt x="4" y="0"/>
                  </a:cubicBezTo>
                  <a:cubicBezTo>
                    <a:pt x="3"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 name="Freeform 97"/>
            <p:cNvSpPr>
              <a:spLocks/>
            </p:cNvSpPr>
            <p:nvPr/>
          </p:nvSpPr>
          <p:spPr bwMode="auto">
            <a:xfrm>
              <a:off x="3732213" y="3646488"/>
              <a:ext cx="52388" cy="22225"/>
            </a:xfrm>
            <a:custGeom>
              <a:avLst/>
              <a:gdLst>
                <a:gd name="T0" fmla="*/ 3 w 14"/>
                <a:gd name="T1" fmla="*/ 0 h 6"/>
                <a:gd name="T2" fmla="*/ 0 w 14"/>
                <a:gd name="T3" fmla="*/ 2 h 6"/>
                <a:gd name="T4" fmla="*/ 5 w 14"/>
                <a:gd name="T5" fmla="*/ 6 h 6"/>
                <a:gd name="T6" fmla="*/ 14 w 14"/>
                <a:gd name="T7" fmla="*/ 5 h 6"/>
                <a:gd name="T8" fmla="*/ 11 w 14"/>
                <a:gd name="T9" fmla="*/ 2 h 6"/>
                <a:gd name="T10" fmla="*/ 12 w 14"/>
                <a:gd name="T11" fmla="*/ 3 h 6"/>
                <a:gd name="T12" fmla="*/ 3 w 14"/>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14" h="6">
                  <a:moveTo>
                    <a:pt x="3" y="0"/>
                  </a:moveTo>
                  <a:cubicBezTo>
                    <a:pt x="2" y="0"/>
                    <a:pt x="0" y="1"/>
                    <a:pt x="0" y="2"/>
                  </a:cubicBezTo>
                  <a:cubicBezTo>
                    <a:pt x="0" y="4"/>
                    <a:pt x="2" y="6"/>
                    <a:pt x="5" y="6"/>
                  </a:cubicBezTo>
                  <a:cubicBezTo>
                    <a:pt x="8" y="6"/>
                    <a:pt x="11" y="5"/>
                    <a:pt x="14" y="5"/>
                  </a:cubicBezTo>
                  <a:cubicBezTo>
                    <a:pt x="14" y="3"/>
                    <a:pt x="13" y="3"/>
                    <a:pt x="11" y="2"/>
                  </a:cubicBezTo>
                  <a:cubicBezTo>
                    <a:pt x="12" y="3"/>
                    <a:pt x="12" y="3"/>
                    <a:pt x="12" y="3"/>
                  </a:cubicBezTo>
                  <a:cubicBezTo>
                    <a:pt x="10" y="2"/>
                    <a:pt x="6"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 name="Freeform 98"/>
            <p:cNvSpPr>
              <a:spLocks/>
            </p:cNvSpPr>
            <p:nvPr/>
          </p:nvSpPr>
          <p:spPr bwMode="auto">
            <a:xfrm>
              <a:off x="4070350" y="3646488"/>
              <a:ext cx="41275" cy="19050"/>
            </a:xfrm>
            <a:custGeom>
              <a:avLst/>
              <a:gdLst>
                <a:gd name="T0" fmla="*/ 3 w 11"/>
                <a:gd name="T1" fmla="*/ 0 h 5"/>
                <a:gd name="T2" fmla="*/ 0 w 11"/>
                <a:gd name="T3" fmla="*/ 1 h 5"/>
                <a:gd name="T4" fmla="*/ 7 w 11"/>
                <a:gd name="T5" fmla="*/ 5 h 5"/>
                <a:gd name="T6" fmla="*/ 11 w 11"/>
                <a:gd name="T7" fmla="*/ 3 h 5"/>
                <a:gd name="T8" fmla="*/ 3 w 11"/>
                <a:gd name="T9" fmla="*/ 0 h 5"/>
              </a:gdLst>
              <a:ahLst/>
              <a:cxnLst>
                <a:cxn ang="0">
                  <a:pos x="T0" y="T1"/>
                </a:cxn>
                <a:cxn ang="0">
                  <a:pos x="T2" y="T3"/>
                </a:cxn>
                <a:cxn ang="0">
                  <a:pos x="T4" y="T5"/>
                </a:cxn>
                <a:cxn ang="0">
                  <a:pos x="T6" y="T7"/>
                </a:cxn>
                <a:cxn ang="0">
                  <a:pos x="T8" y="T9"/>
                </a:cxn>
              </a:cxnLst>
              <a:rect l="0" t="0" r="r" b="b"/>
              <a:pathLst>
                <a:path w="11" h="5">
                  <a:moveTo>
                    <a:pt x="3" y="0"/>
                  </a:moveTo>
                  <a:cubicBezTo>
                    <a:pt x="2" y="0"/>
                    <a:pt x="0" y="0"/>
                    <a:pt x="0" y="1"/>
                  </a:cubicBezTo>
                  <a:cubicBezTo>
                    <a:pt x="0" y="4"/>
                    <a:pt x="3" y="5"/>
                    <a:pt x="7" y="5"/>
                  </a:cubicBezTo>
                  <a:cubicBezTo>
                    <a:pt x="8" y="5"/>
                    <a:pt x="10" y="5"/>
                    <a:pt x="11" y="3"/>
                  </a:cubicBezTo>
                  <a:cubicBezTo>
                    <a:pt x="10" y="1"/>
                    <a:pt x="4"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 name="Freeform 99"/>
            <p:cNvSpPr>
              <a:spLocks/>
            </p:cNvSpPr>
            <p:nvPr/>
          </p:nvSpPr>
          <p:spPr bwMode="auto">
            <a:xfrm>
              <a:off x="3848100" y="3602038"/>
              <a:ext cx="180975" cy="71438"/>
            </a:xfrm>
            <a:custGeom>
              <a:avLst/>
              <a:gdLst>
                <a:gd name="T0" fmla="*/ 11 w 48"/>
                <a:gd name="T1" fmla="*/ 0 h 19"/>
                <a:gd name="T2" fmla="*/ 9 w 48"/>
                <a:gd name="T3" fmla="*/ 2 h 19"/>
                <a:gd name="T4" fmla="*/ 12 w 48"/>
                <a:gd name="T5" fmla="*/ 5 h 19"/>
                <a:gd name="T6" fmla="*/ 14 w 48"/>
                <a:gd name="T7" fmla="*/ 11 h 19"/>
                <a:gd name="T8" fmla="*/ 10 w 48"/>
                <a:gd name="T9" fmla="*/ 12 h 19"/>
                <a:gd name="T10" fmla="*/ 1 w 48"/>
                <a:gd name="T11" fmla="*/ 11 h 19"/>
                <a:gd name="T12" fmla="*/ 0 w 48"/>
                <a:gd name="T13" fmla="*/ 12 h 19"/>
                <a:gd name="T14" fmla="*/ 3 w 48"/>
                <a:gd name="T15" fmla="*/ 17 h 19"/>
                <a:gd name="T16" fmla="*/ 4 w 48"/>
                <a:gd name="T17" fmla="*/ 15 h 19"/>
                <a:gd name="T18" fmla="*/ 5 w 48"/>
                <a:gd name="T19" fmla="*/ 15 h 19"/>
                <a:gd name="T20" fmla="*/ 7 w 48"/>
                <a:gd name="T21" fmla="*/ 15 h 19"/>
                <a:gd name="T22" fmla="*/ 14 w 48"/>
                <a:gd name="T23" fmla="*/ 14 h 19"/>
                <a:gd name="T24" fmla="*/ 20 w 48"/>
                <a:gd name="T25" fmla="*/ 15 h 19"/>
                <a:gd name="T26" fmla="*/ 23 w 48"/>
                <a:gd name="T27" fmla="*/ 19 h 19"/>
                <a:gd name="T28" fmla="*/ 30 w 48"/>
                <a:gd name="T29" fmla="*/ 14 h 19"/>
                <a:gd name="T30" fmla="*/ 33 w 48"/>
                <a:gd name="T31" fmla="*/ 15 h 19"/>
                <a:gd name="T32" fmla="*/ 38 w 48"/>
                <a:gd name="T33" fmla="*/ 13 h 19"/>
                <a:gd name="T34" fmla="*/ 48 w 48"/>
                <a:gd name="T35" fmla="*/ 13 h 19"/>
                <a:gd name="T36" fmla="*/ 41 w 48"/>
                <a:gd name="T37" fmla="*/ 7 h 19"/>
                <a:gd name="T38" fmla="*/ 42 w 48"/>
                <a:gd name="T39" fmla="*/ 8 h 19"/>
                <a:gd name="T40" fmla="*/ 26 w 48"/>
                <a:gd name="T41" fmla="*/ 1 h 19"/>
                <a:gd name="T42" fmla="*/ 18 w 48"/>
                <a:gd name="T43" fmla="*/ 2 h 19"/>
                <a:gd name="T44" fmla="*/ 11 w 48"/>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8" h="19">
                  <a:moveTo>
                    <a:pt x="11" y="0"/>
                  </a:moveTo>
                  <a:cubicBezTo>
                    <a:pt x="10" y="0"/>
                    <a:pt x="9" y="1"/>
                    <a:pt x="9" y="2"/>
                  </a:cubicBezTo>
                  <a:cubicBezTo>
                    <a:pt x="9" y="4"/>
                    <a:pt x="11" y="5"/>
                    <a:pt x="12" y="5"/>
                  </a:cubicBezTo>
                  <a:cubicBezTo>
                    <a:pt x="12" y="7"/>
                    <a:pt x="13" y="9"/>
                    <a:pt x="14" y="11"/>
                  </a:cubicBezTo>
                  <a:cubicBezTo>
                    <a:pt x="13" y="12"/>
                    <a:pt x="12" y="12"/>
                    <a:pt x="10" y="12"/>
                  </a:cubicBezTo>
                  <a:cubicBezTo>
                    <a:pt x="8" y="12"/>
                    <a:pt x="6" y="11"/>
                    <a:pt x="1" y="11"/>
                  </a:cubicBezTo>
                  <a:cubicBezTo>
                    <a:pt x="1" y="11"/>
                    <a:pt x="1" y="12"/>
                    <a:pt x="0" y="12"/>
                  </a:cubicBezTo>
                  <a:cubicBezTo>
                    <a:pt x="0" y="14"/>
                    <a:pt x="2" y="17"/>
                    <a:pt x="3" y="17"/>
                  </a:cubicBezTo>
                  <a:cubicBezTo>
                    <a:pt x="3" y="16"/>
                    <a:pt x="4" y="15"/>
                    <a:pt x="4" y="15"/>
                  </a:cubicBezTo>
                  <a:cubicBezTo>
                    <a:pt x="4" y="15"/>
                    <a:pt x="5" y="15"/>
                    <a:pt x="5" y="15"/>
                  </a:cubicBezTo>
                  <a:cubicBezTo>
                    <a:pt x="5" y="15"/>
                    <a:pt x="6" y="15"/>
                    <a:pt x="7" y="15"/>
                  </a:cubicBezTo>
                  <a:cubicBezTo>
                    <a:pt x="9" y="15"/>
                    <a:pt x="11" y="14"/>
                    <a:pt x="14" y="14"/>
                  </a:cubicBezTo>
                  <a:cubicBezTo>
                    <a:pt x="16" y="14"/>
                    <a:pt x="19" y="15"/>
                    <a:pt x="20" y="15"/>
                  </a:cubicBezTo>
                  <a:cubicBezTo>
                    <a:pt x="21" y="16"/>
                    <a:pt x="21" y="19"/>
                    <a:pt x="23" y="19"/>
                  </a:cubicBezTo>
                  <a:cubicBezTo>
                    <a:pt x="26" y="19"/>
                    <a:pt x="26" y="14"/>
                    <a:pt x="30" y="14"/>
                  </a:cubicBezTo>
                  <a:cubicBezTo>
                    <a:pt x="31" y="14"/>
                    <a:pt x="31" y="15"/>
                    <a:pt x="33" y="15"/>
                  </a:cubicBezTo>
                  <a:cubicBezTo>
                    <a:pt x="35" y="15"/>
                    <a:pt x="36" y="14"/>
                    <a:pt x="38" y="13"/>
                  </a:cubicBezTo>
                  <a:cubicBezTo>
                    <a:pt x="48" y="13"/>
                    <a:pt x="48" y="13"/>
                    <a:pt x="48" y="13"/>
                  </a:cubicBezTo>
                  <a:cubicBezTo>
                    <a:pt x="46" y="10"/>
                    <a:pt x="44" y="9"/>
                    <a:pt x="41" y="7"/>
                  </a:cubicBezTo>
                  <a:cubicBezTo>
                    <a:pt x="42" y="8"/>
                    <a:pt x="42" y="8"/>
                    <a:pt x="42" y="8"/>
                  </a:cubicBezTo>
                  <a:cubicBezTo>
                    <a:pt x="37" y="6"/>
                    <a:pt x="35" y="1"/>
                    <a:pt x="26" y="1"/>
                  </a:cubicBezTo>
                  <a:cubicBezTo>
                    <a:pt x="23" y="1"/>
                    <a:pt x="21" y="2"/>
                    <a:pt x="18" y="2"/>
                  </a:cubicBezTo>
                  <a:cubicBezTo>
                    <a:pt x="15" y="2"/>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 name="Freeform 100"/>
            <p:cNvSpPr>
              <a:spLocks/>
            </p:cNvSpPr>
            <p:nvPr/>
          </p:nvSpPr>
          <p:spPr bwMode="auto">
            <a:xfrm>
              <a:off x="4235450" y="3890963"/>
              <a:ext cx="22225" cy="26988"/>
            </a:xfrm>
            <a:custGeom>
              <a:avLst/>
              <a:gdLst>
                <a:gd name="T0" fmla="*/ 6 w 6"/>
                <a:gd name="T1" fmla="*/ 0 h 7"/>
                <a:gd name="T2" fmla="*/ 3 w 6"/>
                <a:gd name="T3" fmla="*/ 0 h 7"/>
                <a:gd name="T4" fmla="*/ 0 w 6"/>
                <a:gd name="T5" fmla="*/ 6 h 7"/>
                <a:gd name="T6" fmla="*/ 0 w 6"/>
                <a:gd name="T7" fmla="*/ 7 h 7"/>
                <a:gd name="T8" fmla="*/ 2 w 6"/>
                <a:gd name="T9" fmla="*/ 6 h 7"/>
                <a:gd name="T10" fmla="*/ 6 w 6"/>
                <a:gd name="T11" fmla="*/ 2 h 7"/>
                <a:gd name="T12" fmla="*/ 6 w 6"/>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6" h="7">
                  <a:moveTo>
                    <a:pt x="6" y="0"/>
                  </a:moveTo>
                  <a:cubicBezTo>
                    <a:pt x="5" y="0"/>
                    <a:pt x="4" y="0"/>
                    <a:pt x="3" y="0"/>
                  </a:cubicBezTo>
                  <a:cubicBezTo>
                    <a:pt x="1" y="0"/>
                    <a:pt x="0" y="3"/>
                    <a:pt x="0" y="6"/>
                  </a:cubicBezTo>
                  <a:cubicBezTo>
                    <a:pt x="0" y="6"/>
                    <a:pt x="0" y="7"/>
                    <a:pt x="0" y="7"/>
                  </a:cubicBezTo>
                  <a:cubicBezTo>
                    <a:pt x="1" y="7"/>
                    <a:pt x="2" y="6"/>
                    <a:pt x="2" y="6"/>
                  </a:cubicBezTo>
                  <a:cubicBezTo>
                    <a:pt x="4" y="6"/>
                    <a:pt x="5" y="4"/>
                    <a:pt x="6" y="2"/>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 name="Freeform 101"/>
            <p:cNvSpPr>
              <a:spLocks/>
            </p:cNvSpPr>
            <p:nvPr/>
          </p:nvSpPr>
          <p:spPr bwMode="auto">
            <a:xfrm>
              <a:off x="4565650" y="4214813"/>
              <a:ext cx="74613" cy="55563"/>
            </a:xfrm>
            <a:custGeom>
              <a:avLst/>
              <a:gdLst>
                <a:gd name="T0" fmla="*/ 7 w 20"/>
                <a:gd name="T1" fmla="*/ 0 h 15"/>
                <a:gd name="T2" fmla="*/ 6 w 20"/>
                <a:gd name="T3" fmla="*/ 0 h 15"/>
                <a:gd name="T4" fmla="*/ 0 w 20"/>
                <a:gd name="T5" fmla="*/ 7 h 15"/>
                <a:gd name="T6" fmla="*/ 12 w 20"/>
                <a:gd name="T7" fmla="*/ 15 h 15"/>
                <a:gd name="T8" fmla="*/ 20 w 20"/>
                <a:gd name="T9" fmla="*/ 6 h 15"/>
                <a:gd name="T10" fmla="*/ 18 w 20"/>
                <a:gd name="T11" fmla="*/ 3 h 15"/>
                <a:gd name="T12" fmla="*/ 14 w 20"/>
                <a:gd name="T13" fmla="*/ 5 h 15"/>
                <a:gd name="T14" fmla="*/ 13 w 20"/>
                <a:gd name="T15" fmla="*/ 3 h 15"/>
                <a:gd name="T16" fmla="*/ 7 w 20"/>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15">
                  <a:moveTo>
                    <a:pt x="7" y="0"/>
                  </a:moveTo>
                  <a:cubicBezTo>
                    <a:pt x="6" y="0"/>
                    <a:pt x="6" y="0"/>
                    <a:pt x="6" y="0"/>
                  </a:cubicBezTo>
                  <a:cubicBezTo>
                    <a:pt x="2" y="0"/>
                    <a:pt x="0" y="3"/>
                    <a:pt x="0" y="7"/>
                  </a:cubicBezTo>
                  <a:cubicBezTo>
                    <a:pt x="0" y="10"/>
                    <a:pt x="8" y="15"/>
                    <a:pt x="12" y="15"/>
                  </a:cubicBezTo>
                  <a:cubicBezTo>
                    <a:pt x="15" y="15"/>
                    <a:pt x="20" y="9"/>
                    <a:pt x="20" y="6"/>
                  </a:cubicBezTo>
                  <a:cubicBezTo>
                    <a:pt x="20" y="5"/>
                    <a:pt x="19" y="3"/>
                    <a:pt x="18" y="3"/>
                  </a:cubicBezTo>
                  <a:cubicBezTo>
                    <a:pt x="17" y="3"/>
                    <a:pt x="15" y="5"/>
                    <a:pt x="14" y="5"/>
                  </a:cubicBezTo>
                  <a:cubicBezTo>
                    <a:pt x="14" y="5"/>
                    <a:pt x="13" y="4"/>
                    <a:pt x="13" y="3"/>
                  </a:cubicBezTo>
                  <a:cubicBezTo>
                    <a:pt x="11" y="3"/>
                    <a:pt x="9" y="1"/>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 name="Freeform 102"/>
            <p:cNvSpPr>
              <a:spLocks/>
            </p:cNvSpPr>
            <p:nvPr/>
          </p:nvSpPr>
          <p:spPr bwMode="auto">
            <a:xfrm>
              <a:off x="3856038" y="5589588"/>
              <a:ext cx="25400" cy="63500"/>
            </a:xfrm>
            <a:custGeom>
              <a:avLst/>
              <a:gdLst>
                <a:gd name="T0" fmla="*/ 3 w 7"/>
                <a:gd name="T1" fmla="*/ 0 h 17"/>
                <a:gd name="T2" fmla="*/ 0 w 7"/>
                <a:gd name="T3" fmla="*/ 9 h 17"/>
                <a:gd name="T4" fmla="*/ 0 w 7"/>
                <a:gd name="T5" fmla="*/ 13 h 17"/>
                <a:gd name="T6" fmla="*/ 3 w 7"/>
                <a:gd name="T7" fmla="*/ 17 h 17"/>
                <a:gd name="T8" fmla="*/ 5 w 7"/>
                <a:gd name="T9" fmla="*/ 17 h 17"/>
                <a:gd name="T10" fmla="*/ 5 w 7"/>
                <a:gd name="T11" fmla="*/ 8 h 17"/>
                <a:gd name="T12" fmla="*/ 7 w 7"/>
                <a:gd name="T13" fmla="*/ 5 h 17"/>
                <a:gd name="T14" fmla="*/ 3 w 7"/>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7">
                  <a:moveTo>
                    <a:pt x="3" y="0"/>
                  </a:moveTo>
                  <a:cubicBezTo>
                    <a:pt x="1" y="0"/>
                    <a:pt x="0" y="9"/>
                    <a:pt x="0" y="9"/>
                  </a:cubicBezTo>
                  <a:cubicBezTo>
                    <a:pt x="0" y="9"/>
                    <a:pt x="0" y="11"/>
                    <a:pt x="0" y="13"/>
                  </a:cubicBezTo>
                  <a:cubicBezTo>
                    <a:pt x="0" y="14"/>
                    <a:pt x="1" y="16"/>
                    <a:pt x="3" y="17"/>
                  </a:cubicBezTo>
                  <a:cubicBezTo>
                    <a:pt x="5" y="17"/>
                    <a:pt x="5" y="17"/>
                    <a:pt x="5" y="17"/>
                  </a:cubicBezTo>
                  <a:cubicBezTo>
                    <a:pt x="5" y="8"/>
                    <a:pt x="5" y="8"/>
                    <a:pt x="5" y="8"/>
                  </a:cubicBezTo>
                  <a:cubicBezTo>
                    <a:pt x="6" y="7"/>
                    <a:pt x="7" y="7"/>
                    <a:pt x="7" y="5"/>
                  </a:cubicBezTo>
                  <a:cubicBezTo>
                    <a:pt x="7" y="3"/>
                    <a:pt x="6"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 name="Freeform 103"/>
            <p:cNvSpPr>
              <a:spLocks/>
            </p:cNvSpPr>
            <p:nvPr/>
          </p:nvSpPr>
          <p:spPr bwMode="auto">
            <a:xfrm>
              <a:off x="3633788" y="3841750"/>
              <a:ext cx="1419225" cy="2289175"/>
            </a:xfrm>
            <a:custGeom>
              <a:avLst/>
              <a:gdLst>
                <a:gd name="T0" fmla="*/ 46 w 378"/>
                <a:gd name="T1" fmla="*/ 17 h 609"/>
                <a:gd name="T2" fmla="*/ 37 w 378"/>
                <a:gd name="T3" fmla="*/ 33 h 609"/>
                <a:gd name="T4" fmla="*/ 27 w 378"/>
                <a:gd name="T5" fmla="*/ 39 h 609"/>
                <a:gd name="T6" fmla="*/ 32 w 378"/>
                <a:gd name="T7" fmla="*/ 64 h 609"/>
                <a:gd name="T8" fmla="*/ 32 w 378"/>
                <a:gd name="T9" fmla="*/ 66 h 609"/>
                <a:gd name="T10" fmla="*/ 10 w 378"/>
                <a:gd name="T11" fmla="*/ 95 h 609"/>
                <a:gd name="T12" fmla="*/ 12 w 378"/>
                <a:gd name="T13" fmla="*/ 123 h 609"/>
                <a:gd name="T14" fmla="*/ 12 w 378"/>
                <a:gd name="T15" fmla="*/ 158 h 609"/>
                <a:gd name="T16" fmla="*/ 35 w 378"/>
                <a:gd name="T17" fmla="*/ 201 h 609"/>
                <a:gd name="T18" fmla="*/ 68 w 378"/>
                <a:gd name="T19" fmla="*/ 238 h 609"/>
                <a:gd name="T20" fmla="*/ 90 w 378"/>
                <a:gd name="T21" fmla="*/ 296 h 609"/>
                <a:gd name="T22" fmla="*/ 82 w 378"/>
                <a:gd name="T23" fmla="*/ 348 h 609"/>
                <a:gd name="T24" fmla="*/ 74 w 378"/>
                <a:gd name="T25" fmla="*/ 403 h 609"/>
                <a:gd name="T26" fmla="*/ 68 w 378"/>
                <a:gd name="T27" fmla="*/ 442 h 609"/>
                <a:gd name="T28" fmla="*/ 70 w 378"/>
                <a:gd name="T29" fmla="*/ 463 h 609"/>
                <a:gd name="T30" fmla="*/ 64 w 378"/>
                <a:gd name="T31" fmla="*/ 509 h 609"/>
                <a:gd name="T32" fmla="*/ 53 w 378"/>
                <a:gd name="T33" fmla="*/ 510 h 609"/>
                <a:gd name="T34" fmla="*/ 55 w 378"/>
                <a:gd name="T35" fmla="*/ 556 h 609"/>
                <a:gd name="T36" fmla="*/ 58 w 378"/>
                <a:gd name="T37" fmla="*/ 579 h 609"/>
                <a:gd name="T38" fmla="*/ 83 w 378"/>
                <a:gd name="T39" fmla="*/ 593 h 609"/>
                <a:gd name="T40" fmla="*/ 113 w 378"/>
                <a:gd name="T41" fmla="*/ 608 h 609"/>
                <a:gd name="T42" fmla="*/ 134 w 378"/>
                <a:gd name="T43" fmla="*/ 602 h 609"/>
                <a:gd name="T44" fmla="*/ 105 w 378"/>
                <a:gd name="T45" fmla="*/ 550 h 609"/>
                <a:gd name="T46" fmla="*/ 115 w 378"/>
                <a:gd name="T47" fmla="*/ 507 h 609"/>
                <a:gd name="T48" fmla="*/ 135 w 378"/>
                <a:gd name="T49" fmla="*/ 472 h 609"/>
                <a:gd name="T50" fmla="*/ 139 w 378"/>
                <a:gd name="T51" fmla="*/ 470 h 609"/>
                <a:gd name="T52" fmla="*/ 155 w 378"/>
                <a:gd name="T53" fmla="*/ 455 h 609"/>
                <a:gd name="T54" fmla="*/ 167 w 378"/>
                <a:gd name="T55" fmla="*/ 436 h 609"/>
                <a:gd name="T56" fmla="*/ 200 w 378"/>
                <a:gd name="T57" fmla="*/ 421 h 609"/>
                <a:gd name="T58" fmla="*/ 187 w 378"/>
                <a:gd name="T59" fmla="*/ 394 h 609"/>
                <a:gd name="T60" fmla="*/ 235 w 378"/>
                <a:gd name="T61" fmla="*/ 376 h 609"/>
                <a:gd name="T62" fmla="*/ 266 w 378"/>
                <a:gd name="T63" fmla="*/ 337 h 609"/>
                <a:gd name="T64" fmla="*/ 297 w 378"/>
                <a:gd name="T65" fmla="*/ 294 h 609"/>
                <a:gd name="T66" fmla="*/ 326 w 378"/>
                <a:gd name="T67" fmla="*/ 282 h 609"/>
                <a:gd name="T68" fmla="*/ 342 w 378"/>
                <a:gd name="T69" fmla="*/ 244 h 609"/>
                <a:gd name="T70" fmla="*/ 355 w 378"/>
                <a:gd name="T71" fmla="*/ 199 h 609"/>
                <a:gd name="T72" fmla="*/ 368 w 378"/>
                <a:gd name="T73" fmla="*/ 141 h 609"/>
                <a:gd name="T74" fmla="*/ 345 w 378"/>
                <a:gd name="T75" fmla="*/ 128 h 609"/>
                <a:gd name="T76" fmla="*/ 302 w 378"/>
                <a:gd name="T77" fmla="*/ 123 h 609"/>
                <a:gd name="T78" fmla="*/ 275 w 378"/>
                <a:gd name="T79" fmla="*/ 105 h 609"/>
                <a:gd name="T80" fmla="*/ 252 w 378"/>
                <a:gd name="T81" fmla="*/ 116 h 609"/>
                <a:gd name="T82" fmla="*/ 251 w 378"/>
                <a:gd name="T83" fmla="*/ 83 h 609"/>
                <a:gd name="T84" fmla="*/ 229 w 378"/>
                <a:gd name="T85" fmla="*/ 57 h 609"/>
                <a:gd name="T86" fmla="*/ 186 w 378"/>
                <a:gd name="T87" fmla="*/ 43 h 609"/>
                <a:gd name="T88" fmla="*/ 151 w 378"/>
                <a:gd name="T89" fmla="*/ 16 h 609"/>
                <a:gd name="T90" fmla="*/ 147 w 378"/>
                <a:gd name="T91" fmla="*/ 13 h 609"/>
                <a:gd name="T92" fmla="*/ 110 w 378"/>
                <a:gd name="T93" fmla="*/ 15 h 609"/>
                <a:gd name="T94" fmla="*/ 95 w 378"/>
                <a:gd name="T95" fmla="*/ 8 h 609"/>
                <a:gd name="T96" fmla="*/ 82 w 378"/>
                <a:gd name="T97" fmla="*/ 27 h 609"/>
                <a:gd name="T98" fmla="*/ 80 w 378"/>
                <a:gd name="T99" fmla="*/ 0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78" h="609">
                  <a:moveTo>
                    <a:pt x="80" y="0"/>
                  </a:moveTo>
                  <a:cubicBezTo>
                    <a:pt x="77" y="0"/>
                    <a:pt x="76" y="4"/>
                    <a:pt x="72" y="5"/>
                  </a:cubicBezTo>
                  <a:cubicBezTo>
                    <a:pt x="65" y="7"/>
                    <a:pt x="60" y="9"/>
                    <a:pt x="54" y="11"/>
                  </a:cubicBezTo>
                  <a:cubicBezTo>
                    <a:pt x="50" y="12"/>
                    <a:pt x="47" y="13"/>
                    <a:pt x="46" y="17"/>
                  </a:cubicBezTo>
                  <a:cubicBezTo>
                    <a:pt x="45" y="20"/>
                    <a:pt x="45" y="23"/>
                    <a:pt x="43" y="25"/>
                  </a:cubicBezTo>
                  <a:cubicBezTo>
                    <a:pt x="42" y="26"/>
                    <a:pt x="39" y="27"/>
                    <a:pt x="39" y="29"/>
                  </a:cubicBezTo>
                  <a:cubicBezTo>
                    <a:pt x="38" y="29"/>
                    <a:pt x="37" y="30"/>
                    <a:pt x="37" y="31"/>
                  </a:cubicBezTo>
                  <a:cubicBezTo>
                    <a:pt x="37" y="31"/>
                    <a:pt x="37" y="32"/>
                    <a:pt x="37" y="33"/>
                  </a:cubicBezTo>
                  <a:cubicBezTo>
                    <a:pt x="36" y="33"/>
                    <a:pt x="36" y="33"/>
                    <a:pt x="36" y="33"/>
                  </a:cubicBezTo>
                  <a:cubicBezTo>
                    <a:pt x="35" y="33"/>
                    <a:pt x="35" y="33"/>
                    <a:pt x="34" y="33"/>
                  </a:cubicBezTo>
                  <a:cubicBezTo>
                    <a:pt x="33" y="33"/>
                    <a:pt x="32" y="34"/>
                    <a:pt x="32" y="34"/>
                  </a:cubicBezTo>
                  <a:cubicBezTo>
                    <a:pt x="30" y="36"/>
                    <a:pt x="28" y="38"/>
                    <a:pt x="27" y="39"/>
                  </a:cubicBezTo>
                  <a:cubicBezTo>
                    <a:pt x="27" y="39"/>
                    <a:pt x="27" y="40"/>
                    <a:pt x="27" y="41"/>
                  </a:cubicBezTo>
                  <a:cubicBezTo>
                    <a:pt x="27" y="46"/>
                    <a:pt x="32" y="45"/>
                    <a:pt x="32" y="51"/>
                  </a:cubicBezTo>
                  <a:cubicBezTo>
                    <a:pt x="32" y="54"/>
                    <a:pt x="30" y="55"/>
                    <a:pt x="30" y="58"/>
                  </a:cubicBezTo>
                  <a:cubicBezTo>
                    <a:pt x="30" y="60"/>
                    <a:pt x="32" y="62"/>
                    <a:pt x="32" y="64"/>
                  </a:cubicBezTo>
                  <a:cubicBezTo>
                    <a:pt x="32" y="65"/>
                    <a:pt x="32" y="65"/>
                    <a:pt x="32" y="66"/>
                  </a:cubicBezTo>
                  <a:cubicBezTo>
                    <a:pt x="32" y="66"/>
                    <a:pt x="32" y="66"/>
                    <a:pt x="32" y="66"/>
                  </a:cubicBezTo>
                  <a:cubicBezTo>
                    <a:pt x="32" y="66"/>
                    <a:pt x="32" y="66"/>
                    <a:pt x="32" y="66"/>
                  </a:cubicBezTo>
                  <a:cubicBezTo>
                    <a:pt x="32" y="66"/>
                    <a:pt x="32" y="66"/>
                    <a:pt x="32" y="66"/>
                  </a:cubicBezTo>
                  <a:cubicBezTo>
                    <a:pt x="31" y="68"/>
                    <a:pt x="31" y="68"/>
                    <a:pt x="31" y="68"/>
                  </a:cubicBezTo>
                  <a:cubicBezTo>
                    <a:pt x="31" y="69"/>
                    <a:pt x="32" y="70"/>
                    <a:pt x="34" y="71"/>
                  </a:cubicBezTo>
                  <a:cubicBezTo>
                    <a:pt x="32" y="79"/>
                    <a:pt x="25" y="77"/>
                    <a:pt x="21" y="83"/>
                  </a:cubicBezTo>
                  <a:cubicBezTo>
                    <a:pt x="19" y="87"/>
                    <a:pt x="17" y="95"/>
                    <a:pt x="10" y="95"/>
                  </a:cubicBezTo>
                  <a:cubicBezTo>
                    <a:pt x="11" y="108"/>
                    <a:pt x="4" y="106"/>
                    <a:pt x="4" y="113"/>
                  </a:cubicBezTo>
                  <a:cubicBezTo>
                    <a:pt x="4" y="117"/>
                    <a:pt x="4" y="123"/>
                    <a:pt x="8" y="123"/>
                  </a:cubicBezTo>
                  <a:cubicBezTo>
                    <a:pt x="9" y="123"/>
                    <a:pt x="10" y="122"/>
                    <a:pt x="10" y="122"/>
                  </a:cubicBezTo>
                  <a:cubicBezTo>
                    <a:pt x="11" y="122"/>
                    <a:pt x="11" y="122"/>
                    <a:pt x="12" y="123"/>
                  </a:cubicBezTo>
                  <a:cubicBezTo>
                    <a:pt x="11" y="128"/>
                    <a:pt x="6" y="129"/>
                    <a:pt x="4" y="133"/>
                  </a:cubicBezTo>
                  <a:cubicBezTo>
                    <a:pt x="2" y="134"/>
                    <a:pt x="0" y="138"/>
                    <a:pt x="0" y="141"/>
                  </a:cubicBezTo>
                  <a:cubicBezTo>
                    <a:pt x="0" y="147"/>
                    <a:pt x="4" y="152"/>
                    <a:pt x="8" y="155"/>
                  </a:cubicBezTo>
                  <a:cubicBezTo>
                    <a:pt x="9" y="157"/>
                    <a:pt x="11" y="156"/>
                    <a:pt x="12" y="158"/>
                  </a:cubicBezTo>
                  <a:cubicBezTo>
                    <a:pt x="13" y="160"/>
                    <a:pt x="13" y="164"/>
                    <a:pt x="15" y="166"/>
                  </a:cubicBezTo>
                  <a:cubicBezTo>
                    <a:pt x="16" y="166"/>
                    <a:pt x="18" y="166"/>
                    <a:pt x="19" y="168"/>
                  </a:cubicBezTo>
                  <a:cubicBezTo>
                    <a:pt x="21" y="173"/>
                    <a:pt x="23" y="177"/>
                    <a:pt x="25" y="183"/>
                  </a:cubicBezTo>
                  <a:cubicBezTo>
                    <a:pt x="27" y="190"/>
                    <a:pt x="33" y="195"/>
                    <a:pt x="35" y="201"/>
                  </a:cubicBezTo>
                  <a:cubicBezTo>
                    <a:pt x="36" y="205"/>
                    <a:pt x="41" y="208"/>
                    <a:pt x="41" y="212"/>
                  </a:cubicBezTo>
                  <a:cubicBezTo>
                    <a:pt x="41" y="216"/>
                    <a:pt x="39" y="219"/>
                    <a:pt x="42" y="221"/>
                  </a:cubicBezTo>
                  <a:cubicBezTo>
                    <a:pt x="47" y="226"/>
                    <a:pt x="51" y="230"/>
                    <a:pt x="59" y="233"/>
                  </a:cubicBezTo>
                  <a:cubicBezTo>
                    <a:pt x="63" y="234"/>
                    <a:pt x="64" y="235"/>
                    <a:pt x="68" y="238"/>
                  </a:cubicBezTo>
                  <a:cubicBezTo>
                    <a:pt x="71" y="242"/>
                    <a:pt x="74" y="241"/>
                    <a:pt x="78" y="243"/>
                  </a:cubicBezTo>
                  <a:cubicBezTo>
                    <a:pt x="83" y="246"/>
                    <a:pt x="88" y="250"/>
                    <a:pt x="91" y="257"/>
                  </a:cubicBezTo>
                  <a:cubicBezTo>
                    <a:pt x="91" y="260"/>
                    <a:pt x="93" y="277"/>
                    <a:pt x="93" y="279"/>
                  </a:cubicBezTo>
                  <a:cubicBezTo>
                    <a:pt x="93" y="284"/>
                    <a:pt x="90" y="292"/>
                    <a:pt x="90" y="296"/>
                  </a:cubicBezTo>
                  <a:cubicBezTo>
                    <a:pt x="90" y="299"/>
                    <a:pt x="90" y="299"/>
                    <a:pt x="90" y="308"/>
                  </a:cubicBezTo>
                  <a:cubicBezTo>
                    <a:pt x="90" y="311"/>
                    <a:pt x="88" y="316"/>
                    <a:pt x="88" y="318"/>
                  </a:cubicBezTo>
                  <a:cubicBezTo>
                    <a:pt x="88" y="319"/>
                    <a:pt x="88" y="320"/>
                    <a:pt x="88" y="321"/>
                  </a:cubicBezTo>
                  <a:cubicBezTo>
                    <a:pt x="88" y="330"/>
                    <a:pt x="82" y="337"/>
                    <a:pt x="82" y="348"/>
                  </a:cubicBezTo>
                  <a:cubicBezTo>
                    <a:pt x="82" y="353"/>
                    <a:pt x="79" y="357"/>
                    <a:pt x="80" y="362"/>
                  </a:cubicBezTo>
                  <a:cubicBezTo>
                    <a:pt x="81" y="383"/>
                    <a:pt x="81" y="383"/>
                    <a:pt x="81" y="383"/>
                  </a:cubicBezTo>
                  <a:cubicBezTo>
                    <a:pt x="79" y="390"/>
                    <a:pt x="79" y="395"/>
                    <a:pt x="77" y="401"/>
                  </a:cubicBezTo>
                  <a:cubicBezTo>
                    <a:pt x="77" y="403"/>
                    <a:pt x="75" y="402"/>
                    <a:pt x="74" y="403"/>
                  </a:cubicBezTo>
                  <a:cubicBezTo>
                    <a:pt x="73" y="405"/>
                    <a:pt x="72" y="409"/>
                    <a:pt x="71" y="411"/>
                  </a:cubicBezTo>
                  <a:cubicBezTo>
                    <a:pt x="69" y="415"/>
                    <a:pt x="65" y="422"/>
                    <a:pt x="65" y="428"/>
                  </a:cubicBezTo>
                  <a:cubicBezTo>
                    <a:pt x="65" y="430"/>
                    <a:pt x="65" y="438"/>
                    <a:pt x="66" y="438"/>
                  </a:cubicBezTo>
                  <a:cubicBezTo>
                    <a:pt x="66" y="438"/>
                    <a:pt x="68" y="440"/>
                    <a:pt x="68" y="442"/>
                  </a:cubicBezTo>
                  <a:cubicBezTo>
                    <a:pt x="68" y="442"/>
                    <a:pt x="67" y="443"/>
                    <a:pt x="65" y="443"/>
                  </a:cubicBezTo>
                  <a:cubicBezTo>
                    <a:pt x="64" y="448"/>
                    <a:pt x="62" y="451"/>
                    <a:pt x="62" y="456"/>
                  </a:cubicBezTo>
                  <a:cubicBezTo>
                    <a:pt x="62" y="459"/>
                    <a:pt x="64" y="466"/>
                    <a:pt x="66" y="466"/>
                  </a:cubicBezTo>
                  <a:cubicBezTo>
                    <a:pt x="68" y="466"/>
                    <a:pt x="68" y="463"/>
                    <a:pt x="70" y="463"/>
                  </a:cubicBezTo>
                  <a:cubicBezTo>
                    <a:pt x="71" y="462"/>
                    <a:pt x="71" y="462"/>
                    <a:pt x="71" y="462"/>
                  </a:cubicBezTo>
                  <a:cubicBezTo>
                    <a:pt x="72" y="462"/>
                    <a:pt x="72" y="463"/>
                    <a:pt x="73" y="463"/>
                  </a:cubicBezTo>
                  <a:cubicBezTo>
                    <a:pt x="73" y="467"/>
                    <a:pt x="73" y="467"/>
                    <a:pt x="73" y="467"/>
                  </a:cubicBezTo>
                  <a:cubicBezTo>
                    <a:pt x="64" y="509"/>
                    <a:pt x="64" y="509"/>
                    <a:pt x="64" y="509"/>
                  </a:cubicBezTo>
                  <a:cubicBezTo>
                    <a:pt x="59" y="509"/>
                    <a:pt x="61" y="504"/>
                    <a:pt x="56" y="504"/>
                  </a:cubicBezTo>
                  <a:cubicBezTo>
                    <a:pt x="55" y="504"/>
                    <a:pt x="54" y="505"/>
                    <a:pt x="54" y="507"/>
                  </a:cubicBezTo>
                  <a:cubicBezTo>
                    <a:pt x="53" y="507"/>
                    <a:pt x="53" y="507"/>
                    <a:pt x="53" y="507"/>
                  </a:cubicBezTo>
                  <a:cubicBezTo>
                    <a:pt x="53" y="510"/>
                    <a:pt x="53" y="510"/>
                    <a:pt x="53" y="510"/>
                  </a:cubicBezTo>
                  <a:cubicBezTo>
                    <a:pt x="54" y="513"/>
                    <a:pt x="57" y="517"/>
                    <a:pt x="57" y="520"/>
                  </a:cubicBezTo>
                  <a:cubicBezTo>
                    <a:pt x="57" y="524"/>
                    <a:pt x="51" y="526"/>
                    <a:pt x="51" y="531"/>
                  </a:cubicBezTo>
                  <a:cubicBezTo>
                    <a:pt x="51" y="536"/>
                    <a:pt x="55" y="546"/>
                    <a:pt x="55" y="552"/>
                  </a:cubicBezTo>
                  <a:cubicBezTo>
                    <a:pt x="55" y="554"/>
                    <a:pt x="55" y="554"/>
                    <a:pt x="55" y="556"/>
                  </a:cubicBezTo>
                  <a:cubicBezTo>
                    <a:pt x="55" y="562"/>
                    <a:pt x="63" y="561"/>
                    <a:pt x="63" y="568"/>
                  </a:cubicBezTo>
                  <a:cubicBezTo>
                    <a:pt x="63" y="570"/>
                    <a:pt x="62" y="572"/>
                    <a:pt x="61" y="573"/>
                  </a:cubicBezTo>
                  <a:cubicBezTo>
                    <a:pt x="62" y="574"/>
                    <a:pt x="62" y="574"/>
                    <a:pt x="63" y="574"/>
                  </a:cubicBezTo>
                  <a:cubicBezTo>
                    <a:pt x="63" y="577"/>
                    <a:pt x="58" y="577"/>
                    <a:pt x="58" y="579"/>
                  </a:cubicBezTo>
                  <a:cubicBezTo>
                    <a:pt x="58" y="580"/>
                    <a:pt x="59" y="581"/>
                    <a:pt x="60" y="582"/>
                  </a:cubicBezTo>
                  <a:cubicBezTo>
                    <a:pt x="64" y="586"/>
                    <a:pt x="66" y="590"/>
                    <a:pt x="74" y="590"/>
                  </a:cubicBezTo>
                  <a:cubicBezTo>
                    <a:pt x="74" y="591"/>
                    <a:pt x="75" y="593"/>
                    <a:pt x="77" y="593"/>
                  </a:cubicBezTo>
                  <a:cubicBezTo>
                    <a:pt x="79" y="593"/>
                    <a:pt x="80" y="593"/>
                    <a:pt x="83" y="593"/>
                  </a:cubicBezTo>
                  <a:cubicBezTo>
                    <a:pt x="83" y="599"/>
                    <a:pt x="89" y="599"/>
                    <a:pt x="93" y="600"/>
                  </a:cubicBezTo>
                  <a:cubicBezTo>
                    <a:pt x="98" y="601"/>
                    <a:pt x="95" y="609"/>
                    <a:pt x="102" y="609"/>
                  </a:cubicBezTo>
                  <a:cubicBezTo>
                    <a:pt x="105" y="609"/>
                    <a:pt x="107" y="609"/>
                    <a:pt x="110" y="609"/>
                  </a:cubicBezTo>
                  <a:cubicBezTo>
                    <a:pt x="111" y="609"/>
                    <a:pt x="112" y="608"/>
                    <a:pt x="113" y="608"/>
                  </a:cubicBezTo>
                  <a:cubicBezTo>
                    <a:pt x="114" y="608"/>
                    <a:pt x="114" y="608"/>
                    <a:pt x="116" y="608"/>
                  </a:cubicBezTo>
                  <a:cubicBezTo>
                    <a:pt x="118" y="608"/>
                    <a:pt x="126" y="603"/>
                    <a:pt x="130" y="603"/>
                  </a:cubicBezTo>
                  <a:cubicBezTo>
                    <a:pt x="131" y="603"/>
                    <a:pt x="132" y="603"/>
                    <a:pt x="132" y="603"/>
                  </a:cubicBezTo>
                  <a:cubicBezTo>
                    <a:pt x="133" y="603"/>
                    <a:pt x="134" y="603"/>
                    <a:pt x="134" y="602"/>
                  </a:cubicBezTo>
                  <a:cubicBezTo>
                    <a:pt x="127" y="598"/>
                    <a:pt x="119" y="595"/>
                    <a:pt x="113" y="589"/>
                  </a:cubicBezTo>
                  <a:cubicBezTo>
                    <a:pt x="109" y="585"/>
                    <a:pt x="109" y="572"/>
                    <a:pt x="104" y="570"/>
                  </a:cubicBezTo>
                  <a:cubicBezTo>
                    <a:pt x="103" y="569"/>
                    <a:pt x="100" y="566"/>
                    <a:pt x="100" y="563"/>
                  </a:cubicBezTo>
                  <a:cubicBezTo>
                    <a:pt x="100" y="558"/>
                    <a:pt x="101" y="554"/>
                    <a:pt x="105" y="550"/>
                  </a:cubicBezTo>
                  <a:cubicBezTo>
                    <a:pt x="107" y="548"/>
                    <a:pt x="112" y="549"/>
                    <a:pt x="114" y="545"/>
                  </a:cubicBezTo>
                  <a:cubicBezTo>
                    <a:pt x="116" y="542"/>
                    <a:pt x="115" y="538"/>
                    <a:pt x="117" y="536"/>
                  </a:cubicBezTo>
                  <a:cubicBezTo>
                    <a:pt x="121" y="532"/>
                    <a:pt x="128" y="531"/>
                    <a:pt x="128" y="523"/>
                  </a:cubicBezTo>
                  <a:cubicBezTo>
                    <a:pt x="128" y="514"/>
                    <a:pt x="115" y="518"/>
                    <a:pt x="115" y="507"/>
                  </a:cubicBezTo>
                  <a:cubicBezTo>
                    <a:pt x="115" y="502"/>
                    <a:pt x="119" y="498"/>
                    <a:pt x="124" y="497"/>
                  </a:cubicBezTo>
                  <a:cubicBezTo>
                    <a:pt x="126" y="497"/>
                    <a:pt x="131" y="496"/>
                    <a:pt x="132" y="493"/>
                  </a:cubicBezTo>
                  <a:cubicBezTo>
                    <a:pt x="133" y="486"/>
                    <a:pt x="133" y="481"/>
                    <a:pt x="138" y="476"/>
                  </a:cubicBezTo>
                  <a:cubicBezTo>
                    <a:pt x="137" y="475"/>
                    <a:pt x="135" y="475"/>
                    <a:pt x="135" y="472"/>
                  </a:cubicBezTo>
                  <a:cubicBezTo>
                    <a:pt x="138" y="472"/>
                    <a:pt x="139" y="474"/>
                    <a:pt x="143" y="474"/>
                  </a:cubicBezTo>
                  <a:cubicBezTo>
                    <a:pt x="143" y="474"/>
                    <a:pt x="145" y="472"/>
                    <a:pt x="145" y="471"/>
                  </a:cubicBezTo>
                  <a:cubicBezTo>
                    <a:pt x="145" y="469"/>
                    <a:pt x="144" y="469"/>
                    <a:pt x="143" y="468"/>
                  </a:cubicBezTo>
                  <a:cubicBezTo>
                    <a:pt x="142" y="468"/>
                    <a:pt x="140" y="470"/>
                    <a:pt x="139" y="470"/>
                  </a:cubicBezTo>
                  <a:cubicBezTo>
                    <a:pt x="136" y="470"/>
                    <a:pt x="133" y="462"/>
                    <a:pt x="133" y="458"/>
                  </a:cubicBezTo>
                  <a:cubicBezTo>
                    <a:pt x="133" y="457"/>
                    <a:pt x="134" y="455"/>
                    <a:pt x="136" y="455"/>
                  </a:cubicBezTo>
                  <a:cubicBezTo>
                    <a:pt x="141" y="455"/>
                    <a:pt x="143" y="459"/>
                    <a:pt x="149" y="459"/>
                  </a:cubicBezTo>
                  <a:cubicBezTo>
                    <a:pt x="151" y="459"/>
                    <a:pt x="155" y="457"/>
                    <a:pt x="155" y="455"/>
                  </a:cubicBezTo>
                  <a:cubicBezTo>
                    <a:pt x="155" y="455"/>
                    <a:pt x="155" y="454"/>
                    <a:pt x="155" y="453"/>
                  </a:cubicBezTo>
                  <a:cubicBezTo>
                    <a:pt x="157" y="449"/>
                    <a:pt x="154" y="440"/>
                    <a:pt x="158" y="436"/>
                  </a:cubicBezTo>
                  <a:cubicBezTo>
                    <a:pt x="159" y="436"/>
                    <a:pt x="160" y="435"/>
                    <a:pt x="162" y="435"/>
                  </a:cubicBezTo>
                  <a:cubicBezTo>
                    <a:pt x="163" y="435"/>
                    <a:pt x="165" y="436"/>
                    <a:pt x="167" y="436"/>
                  </a:cubicBezTo>
                  <a:cubicBezTo>
                    <a:pt x="168" y="436"/>
                    <a:pt x="170" y="436"/>
                    <a:pt x="171" y="436"/>
                  </a:cubicBezTo>
                  <a:cubicBezTo>
                    <a:pt x="172" y="436"/>
                    <a:pt x="174" y="436"/>
                    <a:pt x="174" y="436"/>
                  </a:cubicBezTo>
                  <a:cubicBezTo>
                    <a:pt x="181" y="433"/>
                    <a:pt x="187" y="435"/>
                    <a:pt x="192" y="430"/>
                  </a:cubicBezTo>
                  <a:cubicBezTo>
                    <a:pt x="195" y="427"/>
                    <a:pt x="197" y="425"/>
                    <a:pt x="200" y="421"/>
                  </a:cubicBezTo>
                  <a:cubicBezTo>
                    <a:pt x="201" y="419"/>
                    <a:pt x="201" y="417"/>
                    <a:pt x="201" y="414"/>
                  </a:cubicBezTo>
                  <a:cubicBezTo>
                    <a:pt x="201" y="411"/>
                    <a:pt x="196" y="411"/>
                    <a:pt x="196" y="407"/>
                  </a:cubicBezTo>
                  <a:cubicBezTo>
                    <a:pt x="194" y="404"/>
                    <a:pt x="194" y="401"/>
                    <a:pt x="192" y="399"/>
                  </a:cubicBezTo>
                  <a:cubicBezTo>
                    <a:pt x="191" y="398"/>
                    <a:pt x="187" y="396"/>
                    <a:pt x="187" y="394"/>
                  </a:cubicBezTo>
                  <a:cubicBezTo>
                    <a:pt x="187" y="393"/>
                    <a:pt x="188" y="392"/>
                    <a:pt x="189" y="392"/>
                  </a:cubicBezTo>
                  <a:cubicBezTo>
                    <a:pt x="194" y="392"/>
                    <a:pt x="197" y="396"/>
                    <a:pt x="201" y="396"/>
                  </a:cubicBezTo>
                  <a:cubicBezTo>
                    <a:pt x="203" y="396"/>
                    <a:pt x="210" y="399"/>
                    <a:pt x="214" y="399"/>
                  </a:cubicBezTo>
                  <a:cubicBezTo>
                    <a:pt x="227" y="399"/>
                    <a:pt x="229" y="385"/>
                    <a:pt x="235" y="376"/>
                  </a:cubicBezTo>
                  <a:cubicBezTo>
                    <a:pt x="240" y="369"/>
                    <a:pt x="246" y="368"/>
                    <a:pt x="251" y="360"/>
                  </a:cubicBezTo>
                  <a:cubicBezTo>
                    <a:pt x="253" y="356"/>
                    <a:pt x="253" y="354"/>
                    <a:pt x="255" y="351"/>
                  </a:cubicBezTo>
                  <a:cubicBezTo>
                    <a:pt x="255" y="351"/>
                    <a:pt x="255" y="351"/>
                    <a:pt x="255" y="351"/>
                  </a:cubicBezTo>
                  <a:cubicBezTo>
                    <a:pt x="258" y="345"/>
                    <a:pt x="260" y="340"/>
                    <a:pt x="266" y="337"/>
                  </a:cubicBezTo>
                  <a:cubicBezTo>
                    <a:pt x="266" y="324"/>
                    <a:pt x="266" y="324"/>
                    <a:pt x="266" y="324"/>
                  </a:cubicBezTo>
                  <a:cubicBezTo>
                    <a:pt x="266" y="319"/>
                    <a:pt x="266" y="315"/>
                    <a:pt x="269" y="311"/>
                  </a:cubicBezTo>
                  <a:cubicBezTo>
                    <a:pt x="271" y="309"/>
                    <a:pt x="275" y="309"/>
                    <a:pt x="277" y="305"/>
                  </a:cubicBezTo>
                  <a:cubicBezTo>
                    <a:pt x="283" y="297"/>
                    <a:pt x="290" y="301"/>
                    <a:pt x="297" y="294"/>
                  </a:cubicBezTo>
                  <a:cubicBezTo>
                    <a:pt x="297" y="293"/>
                    <a:pt x="298" y="292"/>
                    <a:pt x="299" y="291"/>
                  </a:cubicBezTo>
                  <a:cubicBezTo>
                    <a:pt x="303" y="290"/>
                    <a:pt x="306" y="289"/>
                    <a:pt x="310" y="289"/>
                  </a:cubicBezTo>
                  <a:cubicBezTo>
                    <a:pt x="311" y="289"/>
                    <a:pt x="312" y="289"/>
                    <a:pt x="313" y="289"/>
                  </a:cubicBezTo>
                  <a:cubicBezTo>
                    <a:pt x="318" y="289"/>
                    <a:pt x="324" y="285"/>
                    <a:pt x="326" y="282"/>
                  </a:cubicBezTo>
                  <a:cubicBezTo>
                    <a:pt x="326" y="281"/>
                    <a:pt x="326" y="277"/>
                    <a:pt x="327" y="276"/>
                  </a:cubicBezTo>
                  <a:cubicBezTo>
                    <a:pt x="332" y="270"/>
                    <a:pt x="333" y="267"/>
                    <a:pt x="337" y="261"/>
                  </a:cubicBezTo>
                  <a:cubicBezTo>
                    <a:pt x="338" y="260"/>
                    <a:pt x="339" y="254"/>
                    <a:pt x="339" y="251"/>
                  </a:cubicBezTo>
                  <a:cubicBezTo>
                    <a:pt x="339" y="249"/>
                    <a:pt x="341" y="246"/>
                    <a:pt x="342" y="244"/>
                  </a:cubicBezTo>
                  <a:cubicBezTo>
                    <a:pt x="343" y="244"/>
                    <a:pt x="344" y="242"/>
                    <a:pt x="344" y="241"/>
                  </a:cubicBezTo>
                  <a:cubicBezTo>
                    <a:pt x="344" y="237"/>
                    <a:pt x="346" y="233"/>
                    <a:pt x="346" y="227"/>
                  </a:cubicBezTo>
                  <a:cubicBezTo>
                    <a:pt x="346" y="221"/>
                    <a:pt x="341" y="211"/>
                    <a:pt x="346" y="207"/>
                  </a:cubicBezTo>
                  <a:cubicBezTo>
                    <a:pt x="349" y="204"/>
                    <a:pt x="352" y="204"/>
                    <a:pt x="355" y="199"/>
                  </a:cubicBezTo>
                  <a:cubicBezTo>
                    <a:pt x="356" y="197"/>
                    <a:pt x="357" y="196"/>
                    <a:pt x="359" y="194"/>
                  </a:cubicBezTo>
                  <a:cubicBezTo>
                    <a:pt x="367" y="182"/>
                    <a:pt x="378" y="176"/>
                    <a:pt x="378" y="155"/>
                  </a:cubicBezTo>
                  <a:cubicBezTo>
                    <a:pt x="378" y="149"/>
                    <a:pt x="377" y="143"/>
                    <a:pt x="371" y="142"/>
                  </a:cubicBezTo>
                  <a:cubicBezTo>
                    <a:pt x="370" y="141"/>
                    <a:pt x="369" y="141"/>
                    <a:pt x="368" y="141"/>
                  </a:cubicBezTo>
                  <a:cubicBezTo>
                    <a:pt x="368" y="141"/>
                    <a:pt x="367" y="141"/>
                    <a:pt x="366" y="141"/>
                  </a:cubicBezTo>
                  <a:cubicBezTo>
                    <a:pt x="365" y="142"/>
                    <a:pt x="365" y="142"/>
                    <a:pt x="364" y="142"/>
                  </a:cubicBezTo>
                  <a:cubicBezTo>
                    <a:pt x="363" y="142"/>
                    <a:pt x="362" y="141"/>
                    <a:pt x="361" y="141"/>
                  </a:cubicBezTo>
                  <a:cubicBezTo>
                    <a:pt x="356" y="140"/>
                    <a:pt x="347" y="132"/>
                    <a:pt x="345" y="128"/>
                  </a:cubicBezTo>
                  <a:cubicBezTo>
                    <a:pt x="342" y="126"/>
                    <a:pt x="337" y="124"/>
                    <a:pt x="332" y="123"/>
                  </a:cubicBezTo>
                  <a:cubicBezTo>
                    <a:pt x="321" y="124"/>
                    <a:pt x="321" y="124"/>
                    <a:pt x="321" y="124"/>
                  </a:cubicBezTo>
                  <a:cubicBezTo>
                    <a:pt x="315" y="124"/>
                    <a:pt x="314" y="120"/>
                    <a:pt x="308" y="120"/>
                  </a:cubicBezTo>
                  <a:cubicBezTo>
                    <a:pt x="305" y="120"/>
                    <a:pt x="304" y="122"/>
                    <a:pt x="302" y="123"/>
                  </a:cubicBezTo>
                  <a:cubicBezTo>
                    <a:pt x="300" y="123"/>
                    <a:pt x="300" y="123"/>
                    <a:pt x="300" y="123"/>
                  </a:cubicBezTo>
                  <a:cubicBezTo>
                    <a:pt x="300" y="120"/>
                    <a:pt x="300" y="118"/>
                    <a:pt x="299" y="116"/>
                  </a:cubicBezTo>
                  <a:cubicBezTo>
                    <a:pt x="299" y="114"/>
                    <a:pt x="296" y="114"/>
                    <a:pt x="294" y="113"/>
                  </a:cubicBezTo>
                  <a:cubicBezTo>
                    <a:pt x="290" y="110"/>
                    <a:pt x="280" y="105"/>
                    <a:pt x="275" y="105"/>
                  </a:cubicBezTo>
                  <a:cubicBezTo>
                    <a:pt x="270" y="105"/>
                    <a:pt x="267" y="111"/>
                    <a:pt x="264" y="116"/>
                  </a:cubicBezTo>
                  <a:cubicBezTo>
                    <a:pt x="263" y="117"/>
                    <a:pt x="262" y="119"/>
                    <a:pt x="261" y="119"/>
                  </a:cubicBezTo>
                  <a:cubicBezTo>
                    <a:pt x="260" y="119"/>
                    <a:pt x="259" y="117"/>
                    <a:pt x="259" y="116"/>
                  </a:cubicBezTo>
                  <a:cubicBezTo>
                    <a:pt x="252" y="116"/>
                    <a:pt x="252" y="116"/>
                    <a:pt x="252" y="116"/>
                  </a:cubicBezTo>
                  <a:cubicBezTo>
                    <a:pt x="252" y="113"/>
                    <a:pt x="250" y="111"/>
                    <a:pt x="248" y="109"/>
                  </a:cubicBezTo>
                  <a:cubicBezTo>
                    <a:pt x="246" y="109"/>
                    <a:pt x="244" y="109"/>
                    <a:pt x="244" y="106"/>
                  </a:cubicBezTo>
                  <a:cubicBezTo>
                    <a:pt x="244" y="98"/>
                    <a:pt x="252" y="95"/>
                    <a:pt x="256" y="89"/>
                  </a:cubicBezTo>
                  <a:cubicBezTo>
                    <a:pt x="256" y="86"/>
                    <a:pt x="253" y="86"/>
                    <a:pt x="251" y="83"/>
                  </a:cubicBezTo>
                  <a:cubicBezTo>
                    <a:pt x="250" y="80"/>
                    <a:pt x="246" y="71"/>
                    <a:pt x="246" y="68"/>
                  </a:cubicBezTo>
                  <a:cubicBezTo>
                    <a:pt x="241" y="67"/>
                    <a:pt x="235" y="57"/>
                    <a:pt x="231" y="57"/>
                  </a:cubicBezTo>
                  <a:cubicBezTo>
                    <a:pt x="230" y="57"/>
                    <a:pt x="230" y="57"/>
                    <a:pt x="229" y="57"/>
                  </a:cubicBezTo>
                  <a:cubicBezTo>
                    <a:pt x="229" y="57"/>
                    <a:pt x="229" y="57"/>
                    <a:pt x="229" y="57"/>
                  </a:cubicBezTo>
                  <a:cubicBezTo>
                    <a:pt x="226" y="57"/>
                    <a:pt x="222" y="54"/>
                    <a:pt x="220" y="54"/>
                  </a:cubicBezTo>
                  <a:cubicBezTo>
                    <a:pt x="212" y="54"/>
                    <a:pt x="212" y="54"/>
                    <a:pt x="212" y="54"/>
                  </a:cubicBezTo>
                  <a:cubicBezTo>
                    <a:pt x="205" y="52"/>
                    <a:pt x="193" y="53"/>
                    <a:pt x="191" y="45"/>
                  </a:cubicBezTo>
                  <a:cubicBezTo>
                    <a:pt x="189" y="45"/>
                    <a:pt x="187" y="44"/>
                    <a:pt x="186" y="43"/>
                  </a:cubicBezTo>
                  <a:cubicBezTo>
                    <a:pt x="183" y="36"/>
                    <a:pt x="180" y="37"/>
                    <a:pt x="175" y="32"/>
                  </a:cubicBezTo>
                  <a:cubicBezTo>
                    <a:pt x="167" y="32"/>
                    <a:pt x="167" y="32"/>
                    <a:pt x="167" y="32"/>
                  </a:cubicBezTo>
                  <a:cubicBezTo>
                    <a:pt x="166" y="28"/>
                    <a:pt x="167" y="24"/>
                    <a:pt x="163" y="23"/>
                  </a:cubicBezTo>
                  <a:cubicBezTo>
                    <a:pt x="159" y="21"/>
                    <a:pt x="153" y="20"/>
                    <a:pt x="151" y="16"/>
                  </a:cubicBezTo>
                  <a:cubicBezTo>
                    <a:pt x="151" y="14"/>
                    <a:pt x="151" y="14"/>
                    <a:pt x="151" y="14"/>
                  </a:cubicBezTo>
                  <a:cubicBezTo>
                    <a:pt x="151" y="14"/>
                    <a:pt x="152" y="14"/>
                    <a:pt x="152" y="14"/>
                  </a:cubicBezTo>
                  <a:cubicBezTo>
                    <a:pt x="153" y="14"/>
                    <a:pt x="154" y="14"/>
                    <a:pt x="155" y="13"/>
                  </a:cubicBezTo>
                  <a:cubicBezTo>
                    <a:pt x="155" y="13"/>
                    <a:pt x="150" y="13"/>
                    <a:pt x="147" y="13"/>
                  </a:cubicBezTo>
                  <a:cubicBezTo>
                    <a:pt x="146" y="13"/>
                    <a:pt x="140" y="13"/>
                    <a:pt x="140" y="14"/>
                  </a:cubicBezTo>
                  <a:cubicBezTo>
                    <a:pt x="138" y="17"/>
                    <a:pt x="136" y="17"/>
                    <a:pt x="131" y="18"/>
                  </a:cubicBezTo>
                  <a:cubicBezTo>
                    <a:pt x="129" y="18"/>
                    <a:pt x="126" y="17"/>
                    <a:pt x="126" y="15"/>
                  </a:cubicBezTo>
                  <a:cubicBezTo>
                    <a:pt x="123" y="15"/>
                    <a:pt x="115" y="15"/>
                    <a:pt x="110" y="15"/>
                  </a:cubicBezTo>
                  <a:cubicBezTo>
                    <a:pt x="109" y="15"/>
                    <a:pt x="107" y="13"/>
                    <a:pt x="107" y="10"/>
                  </a:cubicBezTo>
                  <a:cubicBezTo>
                    <a:pt x="103" y="9"/>
                    <a:pt x="96" y="7"/>
                    <a:pt x="95" y="3"/>
                  </a:cubicBezTo>
                  <a:cubicBezTo>
                    <a:pt x="90" y="3"/>
                    <a:pt x="90" y="3"/>
                    <a:pt x="90" y="3"/>
                  </a:cubicBezTo>
                  <a:cubicBezTo>
                    <a:pt x="90" y="6"/>
                    <a:pt x="94" y="5"/>
                    <a:pt x="95" y="8"/>
                  </a:cubicBezTo>
                  <a:cubicBezTo>
                    <a:pt x="89" y="8"/>
                    <a:pt x="89" y="8"/>
                    <a:pt x="89" y="8"/>
                  </a:cubicBezTo>
                  <a:cubicBezTo>
                    <a:pt x="86" y="10"/>
                    <a:pt x="81" y="9"/>
                    <a:pt x="81" y="13"/>
                  </a:cubicBezTo>
                  <a:cubicBezTo>
                    <a:pt x="81" y="17"/>
                    <a:pt x="85" y="19"/>
                    <a:pt x="85" y="22"/>
                  </a:cubicBezTo>
                  <a:cubicBezTo>
                    <a:pt x="85" y="23"/>
                    <a:pt x="83" y="27"/>
                    <a:pt x="82" y="27"/>
                  </a:cubicBezTo>
                  <a:cubicBezTo>
                    <a:pt x="79" y="27"/>
                    <a:pt x="78" y="21"/>
                    <a:pt x="78" y="18"/>
                  </a:cubicBezTo>
                  <a:cubicBezTo>
                    <a:pt x="78" y="16"/>
                    <a:pt x="79" y="11"/>
                    <a:pt x="80" y="7"/>
                  </a:cubicBezTo>
                  <a:cubicBezTo>
                    <a:pt x="81" y="7"/>
                    <a:pt x="83" y="6"/>
                    <a:pt x="83" y="3"/>
                  </a:cubicBezTo>
                  <a:cubicBezTo>
                    <a:pt x="83" y="3"/>
                    <a:pt x="82"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 name="Freeform 104"/>
            <p:cNvSpPr>
              <a:spLocks/>
            </p:cNvSpPr>
            <p:nvPr/>
          </p:nvSpPr>
          <p:spPr bwMode="auto">
            <a:xfrm>
              <a:off x="3721100" y="3440113"/>
              <a:ext cx="19050" cy="22225"/>
            </a:xfrm>
            <a:custGeom>
              <a:avLst/>
              <a:gdLst>
                <a:gd name="T0" fmla="*/ 2 w 5"/>
                <a:gd name="T1" fmla="*/ 0 h 6"/>
                <a:gd name="T2" fmla="*/ 0 w 5"/>
                <a:gd name="T3" fmla="*/ 0 h 6"/>
                <a:gd name="T4" fmla="*/ 3 w 5"/>
                <a:gd name="T5" fmla="*/ 6 h 6"/>
                <a:gd name="T6" fmla="*/ 5 w 5"/>
                <a:gd name="T7" fmla="*/ 4 h 6"/>
                <a:gd name="T8" fmla="*/ 2 w 5"/>
                <a:gd name="T9" fmla="*/ 0 h 6"/>
              </a:gdLst>
              <a:ahLst/>
              <a:cxnLst>
                <a:cxn ang="0">
                  <a:pos x="T0" y="T1"/>
                </a:cxn>
                <a:cxn ang="0">
                  <a:pos x="T2" y="T3"/>
                </a:cxn>
                <a:cxn ang="0">
                  <a:pos x="T4" y="T5"/>
                </a:cxn>
                <a:cxn ang="0">
                  <a:pos x="T6" y="T7"/>
                </a:cxn>
                <a:cxn ang="0">
                  <a:pos x="T8" y="T9"/>
                </a:cxn>
              </a:cxnLst>
              <a:rect l="0" t="0" r="r" b="b"/>
              <a:pathLst>
                <a:path w="5" h="6">
                  <a:moveTo>
                    <a:pt x="2" y="0"/>
                  </a:moveTo>
                  <a:cubicBezTo>
                    <a:pt x="0" y="0"/>
                    <a:pt x="0" y="0"/>
                    <a:pt x="0" y="0"/>
                  </a:cubicBezTo>
                  <a:cubicBezTo>
                    <a:pt x="0" y="2"/>
                    <a:pt x="0" y="6"/>
                    <a:pt x="3" y="6"/>
                  </a:cubicBezTo>
                  <a:cubicBezTo>
                    <a:pt x="4" y="6"/>
                    <a:pt x="5" y="5"/>
                    <a:pt x="5" y="4"/>
                  </a:cubicBezTo>
                  <a:cubicBezTo>
                    <a:pt x="5" y="2"/>
                    <a:pt x="4"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 name="Freeform 105"/>
            <p:cNvSpPr>
              <a:spLocks/>
            </p:cNvSpPr>
            <p:nvPr/>
          </p:nvSpPr>
          <p:spPr bwMode="auto">
            <a:xfrm>
              <a:off x="3705225" y="3379788"/>
              <a:ext cx="30163" cy="7938"/>
            </a:xfrm>
            <a:custGeom>
              <a:avLst/>
              <a:gdLst>
                <a:gd name="T0" fmla="*/ 4 w 8"/>
                <a:gd name="T1" fmla="*/ 0 h 2"/>
                <a:gd name="T2" fmla="*/ 0 w 8"/>
                <a:gd name="T3" fmla="*/ 2 h 2"/>
                <a:gd name="T4" fmla="*/ 5 w 8"/>
                <a:gd name="T5" fmla="*/ 2 h 2"/>
                <a:gd name="T6" fmla="*/ 8 w 8"/>
                <a:gd name="T7" fmla="*/ 2 h 2"/>
                <a:gd name="T8" fmla="*/ 4 w 8"/>
                <a:gd name="T9" fmla="*/ 0 h 2"/>
              </a:gdLst>
              <a:ahLst/>
              <a:cxnLst>
                <a:cxn ang="0">
                  <a:pos x="T0" y="T1"/>
                </a:cxn>
                <a:cxn ang="0">
                  <a:pos x="T2" y="T3"/>
                </a:cxn>
                <a:cxn ang="0">
                  <a:pos x="T4" y="T5"/>
                </a:cxn>
                <a:cxn ang="0">
                  <a:pos x="T6" y="T7"/>
                </a:cxn>
                <a:cxn ang="0">
                  <a:pos x="T8" y="T9"/>
                </a:cxn>
              </a:cxnLst>
              <a:rect l="0" t="0" r="r" b="b"/>
              <a:pathLst>
                <a:path w="8" h="2">
                  <a:moveTo>
                    <a:pt x="4" y="0"/>
                  </a:moveTo>
                  <a:cubicBezTo>
                    <a:pt x="3" y="0"/>
                    <a:pt x="1" y="1"/>
                    <a:pt x="0" y="2"/>
                  </a:cubicBezTo>
                  <a:cubicBezTo>
                    <a:pt x="1" y="2"/>
                    <a:pt x="3" y="2"/>
                    <a:pt x="5" y="2"/>
                  </a:cubicBezTo>
                  <a:cubicBezTo>
                    <a:pt x="6" y="2"/>
                    <a:pt x="7" y="2"/>
                    <a:pt x="8" y="2"/>
                  </a:cubicBezTo>
                  <a:cubicBezTo>
                    <a:pt x="7" y="1"/>
                    <a:pt x="6"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4" name="Freeform 106"/>
            <p:cNvSpPr>
              <a:spLocks/>
            </p:cNvSpPr>
            <p:nvPr/>
          </p:nvSpPr>
          <p:spPr bwMode="auto">
            <a:xfrm>
              <a:off x="3754438" y="3390900"/>
              <a:ext cx="3175" cy="11113"/>
            </a:xfrm>
            <a:custGeom>
              <a:avLst/>
              <a:gdLst>
                <a:gd name="T0" fmla="*/ 0 w 1"/>
                <a:gd name="T1" fmla="*/ 0 h 3"/>
                <a:gd name="T2" fmla="*/ 1 w 1"/>
                <a:gd name="T3" fmla="*/ 3 h 3"/>
                <a:gd name="T4" fmla="*/ 1 w 1"/>
                <a:gd name="T5" fmla="*/ 3 h 3"/>
                <a:gd name="T6" fmla="*/ 0 w 1"/>
                <a:gd name="T7" fmla="*/ 0 h 3"/>
              </a:gdLst>
              <a:ahLst/>
              <a:cxnLst>
                <a:cxn ang="0">
                  <a:pos x="T0" y="T1"/>
                </a:cxn>
                <a:cxn ang="0">
                  <a:pos x="T2" y="T3"/>
                </a:cxn>
                <a:cxn ang="0">
                  <a:pos x="T4" y="T5"/>
                </a:cxn>
                <a:cxn ang="0">
                  <a:pos x="T6" y="T7"/>
                </a:cxn>
              </a:cxnLst>
              <a:rect l="0" t="0" r="r" b="b"/>
              <a:pathLst>
                <a:path w="1" h="3">
                  <a:moveTo>
                    <a:pt x="0" y="0"/>
                  </a:moveTo>
                  <a:cubicBezTo>
                    <a:pt x="0" y="1"/>
                    <a:pt x="0" y="3"/>
                    <a:pt x="1" y="3"/>
                  </a:cubicBezTo>
                  <a:cubicBezTo>
                    <a:pt x="1" y="3"/>
                    <a:pt x="1" y="3"/>
                    <a:pt x="1" y="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5" name="Freeform 107"/>
            <p:cNvSpPr>
              <a:spLocks/>
            </p:cNvSpPr>
            <p:nvPr/>
          </p:nvSpPr>
          <p:spPr bwMode="auto">
            <a:xfrm>
              <a:off x="3863975" y="3552825"/>
              <a:ext cx="17463" cy="15875"/>
            </a:xfrm>
            <a:custGeom>
              <a:avLst/>
              <a:gdLst>
                <a:gd name="T0" fmla="*/ 5 w 5"/>
                <a:gd name="T1" fmla="*/ 0 h 4"/>
                <a:gd name="T2" fmla="*/ 1 w 5"/>
                <a:gd name="T3" fmla="*/ 3 h 4"/>
                <a:gd name="T4" fmla="*/ 0 w 5"/>
                <a:gd name="T5" fmla="*/ 3 h 4"/>
                <a:gd name="T6" fmla="*/ 0 w 5"/>
                <a:gd name="T7" fmla="*/ 4 h 4"/>
                <a:gd name="T8" fmla="*/ 1 w 5"/>
                <a:gd name="T9" fmla="*/ 4 h 4"/>
                <a:gd name="T10" fmla="*/ 5 w 5"/>
                <a:gd name="T11" fmla="*/ 3 h 4"/>
                <a:gd name="T12" fmla="*/ 5 w 5"/>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5" y="0"/>
                  </a:moveTo>
                  <a:cubicBezTo>
                    <a:pt x="4" y="1"/>
                    <a:pt x="3" y="3"/>
                    <a:pt x="1" y="3"/>
                  </a:cubicBezTo>
                  <a:cubicBezTo>
                    <a:pt x="0" y="3"/>
                    <a:pt x="0" y="3"/>
                    <a:pt x="0" y="3"/>
                  </a:cubicBezTo>
                  <a:cubicBezTo>
                    <a:pt x="0" y="3"/>
                    <a:pt x="0" y="4"/>
                    <a:pt x="0" y="4"/>
                  </a:cubicBezTo>
                  <a:cubicBezTo>
                    <a:pt x="1" y="4"/>
                    <a:pt x="1" y="4"/>
                    <a:pt x="1" y="4"/>
                  </a:cubicBezTo>
                  <a:cubicBezTo>
                    <a:pt x="2" y="4"/>
                    <a:pt x="4" y="4"/>
                    <a:pt x="5" y="3"/>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6" name="Freeform 108"/>
            <p:cNvSpPr>
              <a:spLocks/>
            </p:cNvSpPr>
            <p:nvPr/>
          </p:nvSpPr>
          <p:spPr bwMode="auto">
            <a:xfrm>
              <a:off x="2312988" y="2571750"/>
              <a:ext cx="1757363" cy="865188"/>
            </a:xfrm>
            <a:custGeom>
              <a:avLst/>
              <a:gdLst>
                <a:gd name="T0" fmla="*/ 13 w 468"/>
                <a:gd name="T1" fmla="*/ 4 h 230"/>
                <a:gd name="T2" fmla="*/ 17 w 468"/>
                <a:gd name="T3" fmla="*/ 10 h 230"/>
                <a:gd name="T4" fmla="*/ 0 w 468"/>
                <a:gd name="T5" fmla="*/ 15 h 230"/>
                <a:gd name="T6" fmla="*/ 5 w 468"/>
                <a:gd name="T7" fmla="*/ 86 h 230"/>
                <a:gd name="T8" fmla="*/ 30 w 468"/>
                <a:gd name="T9" fmla="*/ 138 h 230"/>
                <a:gd name="T10" fmla="*/ 79 w 468"/>
                <a:gd name="T11" fmla="*/ 163 h 230"/>
                <a:gd name="T12" fmla="*/ 133 w 468"/>
                <a:gd name="T13" fmla="*/ 169 h 230"/>
                <a:gd name="T14" fmla="*/ 172 w 468"/>
                <a:gd name="T15" fmla="*/ 195 h 230"/>
                <a:gd name="T16" fmla="*/ 221 w 468"/>
                <a:gd name="T17" fmla="*/ 221 h 230"/>
                <a:gd name="T18" fmla="*/ 230 w 468"/>
                <a:gd name="T19" fmla="*/ 200 h 230"/>
                <a:gd name="T20" fmla="*/ 235 w 468"/>
                <a:gd name="T21" fmla="*/ 200 h 230"/>
                <a:gd name="T22" fmla="*/ 261 w 468"/>
                <a:gd name="T23" fmla="*/ 191 h 230"/>
                <a:gd name="T24" fmla="*/ 286 w 468"/>
                <a:gd name="T25" fmla="*/ 194 h 230"/>
                <a:gd name="T26" fmla="*/ 281 w 468"/>
                <a:gd name="T27" fmla="*/ 185 h 230"/>
                <a:gd name="T28" fmla="*/ 306 w 468"/>
                <a:gd name="T29" fmla="*/ 183 h 230"/>
                <a:gd name="T30" fmla="*/ 341 w 468"/>
                <a:gd name="T31" fmla="*/ 212 h 230"/>
                <a:gd name="T32" fmla="*/ 361 w 468"/>
                <a:gd name="T33" fmla="*/ 218 h 230"/>
                <a:gd name="T34" fmla="*/ 358 w 468"/>
                <a:gd name="T35" fmla="*/ 206 h 230"/>
                <a:gd name="T36" fmla="*/ 379 w 468"/>
                <a:gd name="T37" fmla="*/ 150 h 230"/>
                <a:gd name="T38" fmla="*/ 395 w 468"/>
                <a:gd name="T39" fmla="*/ 140 h 230"/>
                <a:gd name="T40" fmla="*/ 392 w 468"/>
                <a:gd name="T41" fmla="*/ 136 h 230"/>
                <a:gd name="T42" fmla="*/ 396 w 468"/>
                <a:gd name="T43" fmla="*/ 127 h 230"/>
                <a:gd name="T44" fmla="*/ 394 w 468"/>
                <a:gd name="T45" fmla="*/ 120 h 230"/>
                <a:gd name="T46" fmla="*/ 396 w 468"/>
                <a:gd name="T47" fmla="*/ 115 h 230"/>
                <a:gd name="T48" fmla="*/ 403 w 468"/>
                <a:gd name="T49" fmla="*/ 109 h 230"/>
                <a:gd name="T50" fmla="*/ 404 w 468"/>
                <a:gd name="T51" fmla="*/ 104 h 230"/>
                <a:gd name="T52" fmla="*/ 411 w 468"/>
                <a:gd name="T53" fmla="*/ 86 h 230"/>
                <a:gd name="T54" fmla="*/ 423 w 468"/>
                <a:gd name="T55" fmla="*/ 85 h 230"/>
                <a:gd name="T56" fmla="*/ 436 w 468"/>
                <a:gd name="T57" fmla="*/ 79 h 230"/>
                <a:gd name="T58" fmla="*/ 445 w 468"/>
                <a:gd name="T59" fmla="*/ 76 h 230"/>
                <a:gd name="T60" fmla="*/ 438 w 468"/>
                <a:gd name="T61" fmla="*/ 70 h 230"/>
                <a:gd name="T62" fmla="*/ 459 w 468"/>
                <a:gd name="T63" fmla="*/ 52 h 230"/>
                <a:gd name="T64" fmla="*/ 467 w 468"/>
                <a:gd name="T65" fmla="*/ 45 h 230"/>
                <a:gd name="T66" fmla="*/ 462 w 468"/>
                <a:gd name="T67" fmla="*/ 21 h 230"/>
                <a:gd name="T68" fmla="*/ 462 w 468"/>
                <a:gd name="T69" fmla="*/ 21 h 230"/>
                <a:gd name="T70" fmla="*/ 459 w 468"/>
                <a:gd name="T71" fmla="*/ 19 h 230"/>
                <a:gd name="T72" fmla="*/ 451 w 468"/>
                <a:gd name="T73" fmla="*/ 19 h 230"/>
                <a:gd name="T74" fmla="*/ 428 w 468"/>
                <a:gd name="T75" fmla="*/ 42 h 230"/>
                <a:gd name="T76" fmla="*/ 406 w 468"/>
                <a:gd name="T77" fmla="*/ 43 h 230"/>
                <a:gd name="T78" fmla="*/ 367 w 468"/>
                <a:gd name="T79" fmla="*/ 63 h 230"/>
                <a:gd name="T80" fmla="*/ 365 w 468"/>
                <a:gd name="T81" fmla="*/ 65 h 230"/>
                <a:gd name="T82" fmla="*/ 366 w 468"/>
                <a:gd name="T83" fmla="*/ 70 h 230"/>
                <a:gd name="T84" fmla="*/ 366 w 468"/>
                <a:gd name="T85" fmla="*/ 70 h 230"/>
                <a:gd name="T86" fmla="*/ 362 w 468"/>
                <a:gd name="T87" fmla="*/ 72 h 230"/>
                <a:gd name="T88" fmla="*/ 336 w 468"/>
                <a:gd name="T89" fmla="*/ 73 h 230"/>
                <a:gd name="T90" fmla="*/ 342 w 468"/>
                <a:gd name="T91" fmla="*/ 63 h 230"/>
                <a:gd name="T92" fmla="*/ 336 w 468"/>
                <a:gd name="T93" fmla="*/ 46 h 230"/>
                <a:gd name="T94" fmla="*/ 309 w 468"/>
                <a:gd name="T95" fmla="*/ 57 h 230"/>
                <a:gd name="T96" fmla="*/ 297 w 468"/>
                <a:gd name="T97" fmla="*/ 73 h 230"/>
                <a:gd name="T98" fmla="*/ 316 w 468"/>
                <a:gd name="T99" fmla="*/ 35 h 230"/>
                <a:gd name="T100" fmla="*/ 329 w 468"/>
                <a:gd name="T101" fmla="*/ 32 h 230"/>
                <a:gd name="T102" fmla="*/ 300 w 468"/>
                <a:gd name="T103" fmla="*/ 27 h 230"/>
                <a:gd name="T104" fmla="*/ 284 w 468"/>
                <a:gd name="T105" fmla="*/ 26 h 230"/>
                <a:gd name="T106" fmla="*/ 267 w 468"/>
                <a:gd name="T107" fmla="*/ 29 h 230"/>
                <a:gd name="T108" fmla="*/ 262 w 468"/>
                <a:gd name="T109" fmla="*/ 7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68" h="230">
                  <a:moveTo>
                    <a:pt x="240" y="0"/>
                  </a:moveTo>
                  <a:cubicBezTo>
                    <a:pt x="240" y="4"/>
                    <a:pt x="240" y="4"/>
                    <a:pt x="240" y="4"/>
                  </a:cubicBezTo>
                  <a:cubicBezTo>
                    <a:pt x="13" y="4"/>
                    <a:pt x="13" y="4"/>
                    <a:pt x="13" y="4"/>
                  </a:cubicBezTo>
                  <a:cubicBezTo>
                    <a:pt x="13" y="4"/>
                    <a:pt x="13" y="4"/>
                    <a:pt x="13" y="4"/>
                  </a:cubicBezTo>
                  <a:cubicBezTo>
                    <a:pt x="13" y="4"/>
                    <a:pt x="13" y="4"/>
                    <a:pt x="13" y="4"/>
                  </a:cubicBezTo>
                  <a:cubicBezTo>
                    <a:pt x="14" y="6"/>
                    <a:pt x="17" y="7"/>
                    <a:pt x="17" y="10"/>
                  </a:cubicBezTo>
                  <a:cubicBezTo>
                    <a:pt x="17" y="13"/>
                    <a:pt x="14" y="16"/>
                    <a:pt x="13" y="18"/>
                  </a:cubicBezTo>
                  <a:cubicBezTo>
                    <a:pt x="11" y="15"/>
                    <a:pt x="9" y="13"/>
                    <a:pt x="4" y="13"/>
                  </a:cubicBezTo>
                  <a:cubicBezTo>
                    <a:pt x="3" y="13"/>
                    <a:pt x="0" y="13"/>
                    <a:pt x="0" y="15"/>
                  </a:cubicBezTo>
                  <a:cubicBezTo>
                    <a:pt x="0" y="21"/>
                    <a:pt x="7" y="24"/>
                    <a:pt x="7" y="30"/>
                  </a:cubicBezTo>
                  <a:cubicBezTo>
                    <a:pt x="7" y="39"/>
                    <a:pt x="0" y="55"/>
                    <a:pt x="2" y="62"/>
                  </a:cubicBezTo>
                  <a:cubicBezTo>
                    <a:pt x="5" y="69"/>
                    <a:pt x="2" y="80"/>
                    <a:pt x="5" y="86"/>
                  </a:cubicBezTo>
                  <a:cubicBezTo>
                    <a:pt x="3" y="87"/>
                    <a:pt x="1" y="89"/>
                    <a:pt x="2" y="91"/>
                  </a:cubicBezTo>
                  <a:cubicBezTo>
                    <a:pt x="7" y="100"/>
                    <a:pt x="13" y="112"/>
                    <a:pt x="19" y="113"/>
                  </a:cubicBezTo>
                  <a:cubicBezTo>
                    <a:pt x="18" y="125"/>
                    <a:pt x="26" y="128"/>
                    <a:pt x="30" y="138"/>
                  </a:cubicBezTo>
                  <a:cubicBezTo>
                    <a:pt x="31" y="140"/>
                    <a:pt x="30" y="144"/>
                    <a:pt x="32" y="144"/>
                  </a:cubicBezTo>
                  <a:cubicBezTo>
                    <a:pt x="42" y="148"/>
                    <a:pt x="57" y="154"/>
                    <a:pt x="61" y="163"/>
                  </a:cubicBezTo>
                  <a:cubicBezTo>
                    <a:pt x="79" y="163"/>
                    <a:pt x="79" y="163"/>
                    <a:pt x="79" y="163"/>
                  </a:cubicBezTo>
                  <a:cubicBezTo>
                    <a:pt x="110" y="173"/>
                    <a:pt x="110" y="173"/>
                    <a:pt x="110" y="173"/>
                  </a:cubicBezTo>
                  <a:cubicBezTo>
                    <a:pt x="133" y="173"/>
                    <a:pt x="133" y="173"/>
                    <a:pt x="133" y="173"/>
                  </a:cubicBezTo>
                  <a:cubicBezTo>
                    <a:pt x="133" y="169"/>
                    <a:pt x="133" y="169"/>
                    <a:pt x="133" y="169"/>
                  </a:cubicBezTo>
                  <a:cubicBezTo>
                    <a:pt x="139" y="169"/>
                    <a:pt x="139" y="169"/>
                    <a:pt x="139" y="169"/>
                  </a:cubicBezTo>
                  <a:cubicBezTo>
                    <a:pt x="149" y="172"/>
                    <a:pt x="154" y="173"/>
                    <a:pt x="159" y="181"/>
                  </a:cubicBezTo>
                  <a:cubicBezTo>
                    <a:pt x="161" y="185"/>
                    <a:pt x="166" y="195"/>
                    <a:pt x="172" y="195"/>
                  </a:cubicBezTo>
                  <a:cubicBezTo>
                    <a:pt x="177" y="195"/>
                    <a:pt x="175" y="187"/>
                    <a:pt x="181" y="187"/>
                  </a:cubicBezTo>
                  <a:cubicBezTo>
                    <a:pt x="198" y="187"/>
                    <a:pt x="198" y="208"/>
                    <a:pt x="207" y="217"/>
                  </a:cubicBezTo>
                  <a:cubicBezTo>
                    <a:pt x="209" y="219"/>
                    <a:pt x="216" y="220"/>
                    <a:pt x="221" y="221"/>
                  </a:cubicBezTo>
                  <a:cubicBezTo>
                    <a:pt x="220" y="219"/>
                    <a:pt x="220" y="219"/>
                    <a:pt x="220" y="219"/>
                  </a:cubicBezTo>
                  <a:cubicBezTo>
                    <a:pt x="220" y="219"/>
                    <a:pt x="220" y="219"/>
                    <a:pt x="220" y="218"/>
                  </a:cubicBezTo>
                  <a:cubicBezTo>
                    <a:pt x="220" y="210"/>
                    <a:pt x="224" y="202"/>
                    <a:pt x="230" y="200"/>
                  </a:cubicBezTo>
                  <a:cubicBezTo>
                    <a:pt x="231" y="200"/>
                    <a:pt x="231" y="199"/>
                    <a:pt x="232" y="199"/>
                  </a:cubicBezTo>
                  <a:cubicBezTo>
                    <a:pt x="232" y="199"/>
                    <a:pt x="233" y="200"/>
                    <a:pt x="233" y="200"/>
                  </a:cubicBezTo>
                  <a:cubicBezTo>
                    <a:pt x="234" y="200"/>
                    <a:pt x="234" y="200"/>
                    <a:pt x="235" y="200"/>
                  </a:cubicBezTo>
                  <a:cubicBezTo>
                    <a:pt x="236" y="200"/>
                    <a:pt x="237" y="199"/>
                    <a:pt x="238" y="198"/>
                  </a:cubicBezTo>
                  <a:cubicBezTo>
                    <a:pt x="241" y="195"/>
                    <a:pt x="245" y="188"/>
                    <a:pt x="253" y="188"/>
                  </a:cubicBezTo>
                  <a:cubicBezTo>
                    <a:pt x="256" y="188"/>
                    <a:pt x="258" y="191"/>
                    <a:pt x="261" y="191"/>
                  </a:cubicBezTo>
                  <a:cubicBezTo>
                    <a:pt x="263" y="191"/>
                    <a:pt x="264" y="189"/>
                    <a:pt x="265" y="189"/>
                  </a:cubicBezTo>
                  <a:cubicBezTo>
                    <a:pt x="270" y="189"/>
                    <a:pt x="276" y="195"/>
                    <a:pt x="282" y="195"/>
                  </a:cubicBezTo>
                  <a:cubicBezTo>
                    <a:pt x="283" y="195"/>
                    <a:pt x="285" y="195"/>
                    <a:pt x="286" y="194"/>
                  </a:cubicBezTo>
                  <a:cubicBezTo>
                    <a:pt x="282" y="192"/>
                    <a:pt x="285" y="189"/>
                    <a:pt x="285" y="185"/>
                  </a:cubicBezTo>
                  <a:cubicBezTo>
                    <a:pt x="284" y="186"/>
                    <a:pt x="284" y="186"/>
                    <a:pt x="284" y="186"/>
                  </a:cubicBezTo>
                  <a:cubicBezTo>
                    <a:pt x="283" y="186"/>
                    <a:pt x="283" y="186"/>
                    <a:pt x="281" y="185"/>
                  </a:cubicBezTo>
                  <a:cubicBezTo>
                    <a:pt x="286" y="183"/>
                    <a:pt x="292" y="184"/>
                    <a:pt x="297" y="183"/>
                  </a:cubicBezTo>
                  <a:cubicBezTo>
                    <a:pt x="297" y="184"/>
                    <a:pt x="298" y="185"/>
                    <a:pt x="299" y="185"/>
                  </a:cubicBezTo>
                  <a:cubicBezTo>
                    <a:pt x="301" y="185"/>
                    <a:pt x="302" y="183"/>
                    <a:pt x="306" y="183"/>
                  </a:cubicBezTo>
                  <a:cubicBezTo>
                    <a:pt x="313" y="183"/>
                    <a:pt x="316" y="189"/>
                    <a:pt x="321" y="189"/>
                  </a:cubicBezTo>
                  <a:cubicBezTo>
                    <a:pt x="323" y="189"/>
                    <a:pt x="325" y="186"/>
                    <a:pt x="327" y="186"/>
                  </a:cubicBezTo>
                  <a:cubicBezTo>
                    <a:pt x="340" y="186"/>
                    <a:pt x="336" y="203"/>
                    <a:pt x="341" y="212"/>
                  </a:cubicBezTo>
                  <a:cubicBezTo>
                    <a:pt x="343" y="217"/>
                    <a:pt x="346" y="218"/>
                    <a:pt x="349" y="223"/>
                  </a:cubicBezTo>
                  <a:cubicBezTo>
                    <a:pt x="351" y="225"/>
                    <a:pt x="351" y="230"/>
                    <a:pt x="355" y="230"/>
                  </a:cubicBezTo>
                  <a:cubicBezTo>
                    <a:pt x="360" y="230"/>
                    <a:pt x="361" y="224"/>
                    <a:pt x="361" y="218"/>
                  </a:cubicBezTo>
                  <a:cubicBezTo>
                    <a:pt x="361" y="213"/>
                    <a:pt x="359" y="210"/>
                    <a:pt x="358" y="207"/>
                  </a:cubicBezTo>
                  <a:cubicBezTo>
                    <a:pt x="358" y="205"/>
                    <a:pt x="358" y="205"/>
                    <a:pt x="358" y="205"/>
                  </a:cubicBezTo>
                  <a:cubicBezTo>
                    <a:pt x="358" y="206"/>
                    <a:pt x="358" y="206"/>
                    <a:pt x="358" y="206"/>
                  </a:cubicBezTo>
                  <a:cubicBezTo>
                    <a:pt x="358" y="196"/>
                    <a:pt x="350" y="194"/>
                    <a:pt x="350" y="184"/>
                  </a:cubicBezTo>
                  <a:cubicBezTo>
                    <a:pt x="350" y="164"/>
                    <a:pt x="367" y="158"/>
                    <a:pt x="380" y="151"/>
                  </a:cubicBezTo>
                  <a:cubicBezTo>
                    <a:pt x="379" y="150"/>
                    <a:pt x="379" y="150"/>
                    <a:pt x="379" y="150"/>
                  </a:cubicBezTo>
                  <a:cubicBezTo>
                    <a:pt x="381" y="148"/>
                    <a:pt x="381" y="148"/>
                    <a:pt x="384" y="146"/>
                  </a:cubicBezTo>
                  <a:cubicBezTo>
                    <a:pt x="387" y="146"/>
                    <a:pt x="388" y="144"/>
                    <a:pt x="391" y="143"/>
                  </a:cubicBezTo>
                  <a:cubicBezTo>
                    <a:pt x="393" y="143"/>
                    <a:pt x="394" y="141"/>
                    <a:pt x="395" y="140"/>
                  </a:cubicBezTo>
                  <a:cubicBezTo>
                    <a:pt x="391" y="138"/>
                    <a:pt x="391" y="138"/>
                    <a:pt x="391" y="138"/>
                  </a:cubicBezTo>
                  <a:cubicBezTo>
                    <a:pt x="391" y="136"/>
                    <a:pt x="391" y="136"/>
                    <a:pt x="391" y="136"/>
                  </a:cubicBezTo>
                  <a:cubicBezTo>
                    <a:pt x="392" y="136"/>
                    <a:pt x="392" y="136"/>
                    <a:pt x="392" y="136"/>
                  </a:cubicBezTo>
                  <a:cubicBezTo>
                    <a:pt x="394" y="136"/>
                    <a:pt x="395" y="135"/>
                    <a:pt x="396" y="133"/>
                  </a:cubicBezTo>
                  <a:cubicBezTo>
                    <a:pt x="394" y="132"/>
                    <a:pt x="393" y="132"/>
                    <a:pt x="392" y="130"/>
                  </a:cubicBezTo>
                  <a:cubicBezTo>
                    <a:pt x="393" y="130"/>
                    <a:pt x="396" y="129"/>
                    <a:pt x="396" y="127"/>
                  </a:cubicBezTo>
                  <a:cubicBezTo>
                    <a:pt x="396" y="126"/>
                    <a:pt x="396" y="125"/>
                    <a:pt x="396" y="124"/>
                  </a:cubicBezTo>
                  <a:cubicBezTo>
                    <a:pt x="395" y="124"/>
                    <a:pt x="394" y="124"/>
                    <a:pt x="394" y="124"/>
                  </a:cubicBezTo>
                  <a:cubicBezTo>
                    <a:pt x="392" y="122"/>
                    <a:pt x="394" y="123"/>
                    <a:pt x="394" y="120"/>
                  </a:cubicBezTo>
                  <a:cubicBezTo>
                    <a:pt x="394" y="117"/>
                    <a:pt x="392" y="112"/>
                    <a:pt x="392" y="110"/>
                  </a:cubicBezTo>
                  <a:cubicBezTo>
                    <a:pt x="392" y="110"/>
                    <a:pt x="392" y="107"/>
                    <a:pt x="393" y="106"/>
                  </a:cubicBezTo>
                  <a:cubicBezTo>
                    <a:pt x="393" y="109"/>
                    <a:pt x="396" y="113"/>
                    <a:pt x="396" y="115"/>
                  </a:cubicBezTo>
                  <a:cubicBezTo>
                    <a:pt x="396" y="117"/>
                    <a:pt x="396" y="117"/>
                    <a:pt x="396" y="119"/>
                  </a:cubicBezTo>
                  <a:cubicBezTo>
                    <a:pt x="396" y="119"/>
                    <a:pt x="396" y="120"/>
                    <a:pt x="397" y="120"/>
                  </a:cubicBezTo>
                  <a:cubicBezTo>
                    <a:pt x="398" y="120"/>
                    <a:pt x="403" y="110"/>
                    <a:pt x="403" y="109"/>
                  </a:cubicBezTo>
                  <a:cubicBezTo>
                    <a:pt x="403" y="106"/>
                    <a:pt x="401" y="105"/>
                    <a:pt x="401" y="103"/>
                  </a:cubicBezTo>
                  <a:cubicBezTo>
                    <a:pt x="402" y="102"/>
                    <a:pt x="402" y="102"/>
                    <a:pt x="402" y="102"/>
                  </a:cubicBezTo>
                  <a:cubicBezTo>
                    <a:pt x="403" y="102"/>
                    <a:pt x="403" y="104"/>
                    <a:pt x="404" y="104"/>
                  </a:cubicBezTo>
                  <a:cubicBezTo>
                    <a:pt x="406" y="104"/>
                    <a:pt x="412" y="94"/>
                    <a:pt x="412" y="92"/>
                  </a:cubicBezTo>
                  <a:cubicBezTo>
                    <a:pt x="412" y="92"/>
                    <a:pt x="410" y="90"/>
                    <a:pt x="410" y="88"/>
                  </a:cubicBezTo>
                  <a:cubicBezTo>
                    <a:pt x="410" y="88"/>
                    <a:pt x="410" y="87"/>
                    <a:pt x="411" y="86"/>
                  </a:cubicBezTo>
                  <a:cubicBezTo>
                    <a:pt x="412" y="86"/>
                    <a:pt x="413" y="87"/>
                    <a:pt x="414" y="87"/>
                  </a:cubicBezTo>
                  <a:cubicBezTo>
                    <a:pt x="418" y="87"/>
                    <a:pt x="421" y="87"/>
                    <a:pt x="425" y="85"/>
                  </a:cubicBezTo>
                  <a:cubicBezTo>
                    <a:pt x="424" y="85"/>
                    <a:pt x="423" y="85"/>
                    <a:pt x="423" y="85"/>
                  </a:cubicBezTo>
                  <a:cubicBezTo>
                    <a:pt x="421" y="85"/>
                    <a:pt x="419" y="85"/>
                    <a:pt x="418" y="85"/>
                  </a:cubicBezTo>
                  <a:cubicBezTo>
                    <a:pt x="415" y="85"/>
                    <a:pt x="415" y="85"/>
                    <a:pt x="415" y="85"/>
                  </a:cubicBezTo>
                  <a:cubicBezTo>
                    <a:pt x="420" y="82"/>
                    <a:pt x="430" y="83"/>
                    <a:pt x="436" y="79"/>
                  </a:cubicBezTo>
                  <a:cubicBezTo>
                    <a:pt x="436" y="79"/>
                    <a:pt x="437" y="79"/>
                    <a:pt x="438" y="79"/>
                  </a:cubicBezTo>
                  <a:cubicBezTo>
                    <a:pt x="440" y="79"/>
                    <a:pt x="443" y="79"/>
                    <a:pt x="445" y="78"/>
                  </a:cubicBezTo>
                  <a:cubicBezTo>
                    <a:pt x="445" y="76"/>
                    <a:pt x="445" y="76"/>
                    <a:pt x="445" y="76"/>
                  </a:cubicBezTo>
                  <a:cubicBezTo>
                    <a:pt x="445" y="76"/>
                    <a:pt x="443" y="78"/>
                    <a:pt x="442" y="78"/>
                  </a:cubicBezTo>
                  <a:cubicBezTo>
                    <a:pt x="440" y="78"/>
                    <a:pt x="439" y="74"/>
                    <a:pt x="439" y="73"/>
                  </a:cubicBezTo>
                  <a:cubicBezTo>
                    <a:pt x="438" y="73"/>
                    <a:pt x="438" y="71"/>
                    <a:pt x="438" y="70"/>
                  </a:cubicBezTo>
                  <a:cubicBezTo>
                    <a:pt x="438" y="60"/>
                    <a:pt x="448" y="57"/>
                    <a:pt x="452" y="52"/>
                  </a:cubicBezTo>
                  <a:cubicBezTo>
                    <a:pt x="453" y="52"/>
                    <a:pt x="454" y="51"/>
                    <a:pt x="454" y="51"/>
                  </a:cubicBezTo>
                  <a:cubicBezTo>
                    <a:pt x="456" y="51"/>
                    <a:pt x="457" y="52"/>
                    <a:pt x="459" y="52"/>
                  </a:cubicBezTo>
                  <a:cubicBezTo>
                    <a:pt x="463" y="52"/>
                    <a:pt x="466" y="50"/>
                    <a:pt x="468" y="47"/>
                  </a:cubicBezTo>
                  <a:cubicBezTo>
                    <a:pt x="467" y="47"/>
                    <a:pt x="467" y="46"/>
                    <a:pt x="467" y="45"/>
                  </a:cubicBezTo>
                  <a:cubicBezTo>
                    <a:pt x="467" y="45"/>
                    <a:pt x="467" y="45"/>
                    <a:pt x="467" y="45"/>
                  </a:cubicBezTo>
                  <a:cubicBezTo>
                    <a:pt x="466" y="44"/>
                    <a:pt x="466" y="42"/>
                    <a:pt x="465" y="41"/>
                  </a:cubicBezTo>
                  <a:cubicBezTo>
                    <a:pt x="464" y="34"/>
                    <a:pt x="465" y="27"/>
                    <a:pt x="462" y="21"/>
                  </a:cubicBezTo>
                  <a:cubicBezTo>
                    <a:pt x="462" y="21"/>
                    <a:pt x="462" y="21"/>
                    <a:pt x="462" y="21"/>
                  </a:cubicBezTo>
                  <a:cubicBezTo>
                    <a:pt x="462" y="21"/>
                    <a:pt x="462" y="21"/>
                    <a:pt x="462" y="21"/>
                  </a:cubicBezTo>
                  <a:cubicBezTo>
                    <a:pt x="462" y="21"/>
                    <a:pt x="462" y="21"/>
                    <a:pt x="462" y="21"/>
                  </a:cubicBezTo>
                  <a:cubicBezTo>
                    <a:pt x="462" y="21"/>
                    <a:pt x="462" y="21"/>
                    <a:pt x="462" y="21"/>
                  </a:cubicBezTo>
                  <a:cubicBezTo>
                    <a:pt x="462" y="21"/>
                    <a:pt x="462" y="21"/>
                    <a:pt x="462" y="21"/>
                  </a:cubicBezTo>
                  <a:cubicBezTo>
                    <a:pt x="462" y="21"/>
                    <a:pt x="462" y="21"/>
                    <a:pt x="462" y="21"/>
                  </a:cubicBezTo>
                  <a:cubicBezTo>
                    <a:pt x="461" y="20"/>
                    <a:pt x="460" y="19"/>
                    <a:pt x="459" y="19"/>
                  </a:cubicBezTo>
                  <a:cubicBezTo>
                    <a:pt x="458" y="19"/>
                    <a:pt x="458" y="20"/>
                    <a:pt x="457" y="20"/>
                  </a:cubicBezTo>
                  <a:cubicBezTo>
                    <a:pt x="456" y="20"/>
                    <a:pt x="455" y="20"/>
                    <a:pt x="454" y="20"/>
                  </a:cubicBezTo>
                  <a:cubicBezTo>
                    <a:pt x="453" y="20"/>
                    <a:pt x="452" y="20"/>
                    <a:pt x="451" y="19"/>
                  </a:cubicBezTo>
                  <a:cubicBezTo>
                    <a:pt x="443" y="23"/>
                    <a:pt x="443" y="33"/>
                    <a:pt x="438" y="38"/>
                  </a:cubicBezTo>
                  <a:cubicBezTo>
                    <a:pt x="437" y="39"/>
                    <a:pt x="438" y="41"/>
                    <a:pt x="435" y="41"/>
                  </a:cubicBezTo>
                  <a:cubicBezTo>
                    <a:pt x="433" y="41"/>
                    <a:pt x="431" y="42"/>
                    <a:pt x="428" y="42"/>
                  </a:cubicBezTo>
                  <a:cubicBezTo>
                    <a:pt x="426" y="42"/>
                    <a:pt x="424" y="42"/>
                    <a:pt x="421" y="42"/>
                  </a:cubicBezTo>
                  <a:cubicBezTo>
                    <a:pt x="418" y="42"/>
                    <a:pt x="416" y="42"/>
                    <a:pt x="413" y="42"/>
                  </a:cubicBezTo>
                  <a:cubicBezTo>
                    <a:pt x="410" y="42"/>
                    <a:pt x="407" y="42"/>
                    <a:pt x="406" y="43"/>
                  </a:cubicBezTo>
                  <a:cubicBezTo>
                    <a:pt x="404" y="44"/>
                    <a:pt x="394" y="55"/>
                    <a:pt x="393" y="55"/>
                  </a:cubicBezTo>
                  <a:cubicBezTo>
                    <a:pt x="393" y="62"/>
                    <a:pt x="385" y="63"/>
                    <a:pt x="378" y="63"/>
                  </a:cubicBezTo>
                  <a:cubicBezTo>
                    <a:pt x="374" y="63"/>
                    <a:pt x="370" y="63"/>
                    <a:pt x="367" y="63"/>
                  </a:cubicBezTo>
                  <a:cubicBezTo>
                    <a:pt x="366" y="63"/>
                    <a:pt x="366" y="63"/>
                    <a:pt x="364" y="63"/>
                  </a:cubicBezTo>
                  <a:cubicBezTo>
                    <a:pt x="364" y="63"/>
                    <a:pt x="364" y="64"/>
                    <a:pt x="364" y="65"/>
                  </a:cubicBezTo>
                  <a:cubicBezTo>
                    <a:pt x="364" y="65"/>
                    <a:pt x="365" y="65"/>
                    <a:pt x="365" y="65"/>
                  </a:cubicBezTo>
                  <a:cubicBezTo>
                    <a:pt x="365" y="67"/>
                    <a:pt x="366" y="68"/>
                    <a:pt x="366" y="70"/>
                  </a:cubicBezTo>
                  <a:cubicBezTo>
                    <a:pt x="366" y="70"/>
                    <a:pt x="366" y="70"/>
                    <a:pt x="366" y="70"/>
                  </a:cubicBezTo>
                  <a:cubicBezTo>
                    <a:pt x="366" y="70"/>
                    <a:pt x="366" y="70"/>
                    <a:pt x="366" y="70"/>
                  </a:cubicBezTo>
                  <a:cubicBezTo>
                    <a:pt x="366" y="70"/>
                    <a:pt x="366" y="70"/>
                    <a:pt x="366" y="70"/>
                  </a:cubicBezTo>
                  <a:cubicBezTo>
                    <a:pt x="366" y="70"/>
                    <a:pt x="366" y="70"/>
                    <a:pt x="366" y="70"/>
                  </a:cubicBezTo>
                  <a:cubicBezTo>
                    <a:pt x="366" y="70"/>
                    <a:pt x="366" y="70"/>
                    <a:pt x="366" y="70"/>
                  </a:cubicBezTo>
                  <a:cubicBezTo>
                    <a:pt x="366" y="70"/>
                    <a:pt x="366" y="70"/>
                    <a:pt x="366" y="70"/>
                  </a:cubicBezTo>
                  <a:cubicBezTo>
                    <a:pt x="366" y="70"/>
                    <a:pt x="365" y="71"/>
                    <a:pt x="364" y="71"/>
                  </a:cubicBezTo>
                  <a:cubicBezTo>
                    <a:pt x="363" y="72"/>
                    <a:pt x="362" y="72"/>
                    <a:pt x="362" y="72"/>
                  </a:cubicBezTo>
                  <a:cubicBezTo>
                    <a:pt x="362" y="72"/>
                    <a:pt x="362" y="72"/>
                    <a:pt x="362" y="72"/>
                  </a:cubicBezTo>
                  <a:cubicBezTo>
                    <a:pt x="355" y="76"/>
                    <a:pt x="346" y="80"/>
                    <a:pt x="340" y="80"/>
                  </a:cubicBezTo>
                  <a:cubicBezTo>
                    <a:pt x="337" y="80"/>
                    <a:pt x="336" y="76"/>
                    <a:pt x="336" y="73"/>
                  </a:cubicBezTo>
                  <a:cubicBezTo>
                    <a:pt x="336" y="73"/>
                    <a:pt x="336" y="73"/>
                    <a:pt x="336" y="73"/>
                  </a:cubicBezTo>
                  <a:cubicBezTo>
                    <a:pt x="336" y="73"/>
                    <a:pt x="336" y="73"/>
                    <a:pt x="336" y="73"/>
                  </a:cubicBezTo>
                  <a:cubicBezTo>
                    <a:pt x="336" y="68"/>
                    <a:pt x="339" y="66"/>
                    <a:pt x="342" y="63"/>
                  </a:cubicBezTo>
                  <a:cubicBezTo>
                    <a:pt x="339" y="61"/>
                    <a:pt x="339" y="59"/>
                    <a:pt x="338" y="54"/>
                  </a:cubicBezTo>
                  <a:cubicBezTo>
                    <a:pt x="335" y="55"/>
                    <a:pt x="336" y="56"/>
                    <a:pt x="333" y="56"/>
                  </a:cubicBezTo>
                  <a:cubicBezTo>
                    <a:pt x="333" y="52"/>
                    <a:pt x="336" y="50"/>
                    <a:pt x="336" y="46"/>
                  </a:cubicBezTo>
                  <a:cubicBezTo>
                    <a:pt x="336" y="42"/>
                    <a:pt x="325" y="37"/>
                    <a:pt x="323" y="37"/>
                  </a:cubicBezTo>
                  <a:cubicBezTo>
                    <a:pt x="318" y="37"/>
                    <a:pt x="323" y="44"/>
                    <a:pt x="313" y="45"/>
                  </a:cubicBezTo>
                  <a:cubicBezTo>
                    <a:pt x="309" y="45"/>
                    <a:pt x="309" y="54"/>
                    <a:pt x="309" y="57"/>
                  </a:cubicBezTo>
                  <a:cubicBezTo>
                    <a:pt x="309" y="57"/>
                    <a:pt x="309" y="63"/>
                    <a:pt x="309" y="66"/>
                  </a:cubicBezTo>
                  <a:cubicBezTo>
                    <a:pt x="309" y="70"/>
                    <a:pt x="308" y="78"/>
                    <a:pt x="304" y="78"/>
                  </a:cubicBezTo>
                  <a:cubicBezTo>
                    <a:pt x="301" y="78"/>
                    <a:pt x="297" y="76"/>
                    <a:pt x="297" y="73"/>
                  </a:cubicBezTo>
                  <a:cubicBezTo>
                    <a:pt x="297" y="65"/>
                    <a:pt x="300" y="51"/>
                    <a:pt x="304" y="45"/>
                  </a:cubicBezTo>
                  <a:cubicBezTo>
                    <a:pt x="302" y="45"/>
                    <a:pt x="300" y="47"/>
                    <a:pt x="298" y="49"/>
                  </a:cubicBezTo>
                  <a:cubicBezTo>
                    <a:pt x="298" y="43"/>
                    <a:pt x="309" y="35"/>
                    <a:pt x="316" y="35"/>
                  </a:cubicBezTo>
                  <a:cubicBezTo>
                    <a:pt x="317" y="35"/>
                    <a:pt x="321" y="36"/>
                    <a:pt x="324" y="36"/>
                  </a:cubicBezTo>
                  <a:cubicBezTo>
                    <a:pt x="325" y="36"/>
                    <a:pt x="327" y="35"/>
                    <a:pt x="329" y="35"/>
                  </a:cubicBezTo>
                  <a:cubicBezTo>
                    <a:pt x="329" y="32"/>
                    <a:pt x="329" y="32"/>
                    <a:pt x="329" y="32"/>
                  </a:cubicBezTo>
                  <a:cubicBezTo>
                    <a:pt x="323" y="32"/>
                    <a:pt x="319" y="28"/>
                    <a:pt x="312" y="28"/>
                  </a:cubicBezTo>
                  <a:cubicBezTo>
                    <a:pt x="309" y="28"/>
                    <a:pt x="308" y="31"/>
                    <a:pt x="304" y="31"/>
                  </a:cubicBezTo>
                  <a:cubicBezTo>
                    <a:pt x="302" y="31"/>
                    <a:pt x="300" y="29"/>
                    <a:pt x="300" y="27"/>
                  </a:cubicBezTo>
                  <a:cubicBezTo>
                    <a:pt x="294" y="27"/>
                    <a:pt x="294" y="27"/>
                    <a:pt x="294" y="27"/>
                  </a:cubicBezTo>
                  <a:cubicBezTo>
                    <a:pt x="295" y="25"/>
                    <a:pt x="297" y="24"/>
                    <a:pt x="297" y="20"/>
                  </a:cubicBezTo>
                  <a:cubicBezTo>
                    <a:pt x="293" y="21"/>
                    <a:pt x="288" y="26"/>
                    <a:pt x="284" y="26"/>
                  </a:cubicBezTo>
                  <a:cubicBezTo>
                    <a:pt x="282" y="26"/>
                    <a:pt x="282" y="30"/>
                    <a:pt x="277" y="30"/>
                  </a:cubicBezTo>
                  <a:cubicBezTo>
                    <a:pt x="274" y="30"/>
                    <a:pt x="274" y="30"/>
                    <a:pt x="273" y="27"/>
                  </a:cubicBezTo>
                  <a:cubicBezTo>
                    <a:pt x="271" y="28"/>
                    <a:pt x="269" y="28"/>
                    <a:pt x="267" y="29"/>
                  </a:cubicBezTo>
                  <a:cubicBezTo>
                    <a:pt x="263" y="29"/>
                    <a:pt x="263" y="29"/>
                    <a:pt x="263" y="29"/>
                  </a:cubicBezTo>
                  <a:cubicBezTo>
                    <a:pt x="270" y="21"/>
                    <a:pt x="278" y="18"/>
                    <a:pt x="285" y="13"/>
                  </a:cubicBezTo>
                  <a:cubicBezTo>
                    <a:pt x="275" y="13"/>
                    <a:pt x="267" y="13"/>
                    <a:pt x="262" y="7"/>
                  </a:cubicBezTo>
                  <a:cubicBezTo>
                    <a:pt x="247" y="7"/>
                    <a:pt x="247" y="7"/>
                    <a:pt x="247" y="7"/>
                  </a:cubicBezTo>
                  <a:cubicBezTo>
                    <a:pt x="244" y="5"/>
                    <a:pt x="244" y="3"/>
                    <a:pt x="2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7" name="Freeform 109"/>
            <p:cNvSpPr>
              <a:spLocks noEditPoints="1"/>
            </p:cNvSpPr>
            <p:nvPr/>
          </p:nvSpPr>
          <p:spPr bwMode="auto">
            <a:xfrm>
              <a:off x="1820863" y="1520825"/>
              <a:ext cx="2590800" cy="1336675"/>
            </a:xfrm>
            <a:custGeom>
              <a:avLst/>
              <a:gdLst>
                <a:gd name="T0" fmla="*/ 144 w 690"/>
                <a:gd name="T1" fmla="*/ 284 h 356"/>
                <a:gd name="T2" fmla="*/ 0 w 690"/>
                <a:gd name="T3" fmla="*/ 32 h 356"/>
                <a:gd name="T4" fmla="*/ 357 w 690"/>
                <a:gd name="T5" fmla="*/ 24 h 356"/>
                <a:gd name="T6" fmla="*/ 362 w 690"/>
                <a:gd name="T7" fmla="*/ 64 h 356"/>
                <a:gd name="T8" fmla="*/ 317 w 690"/>
                <a:gd name="T9" fmla="*/ 59 h 356"/>
                <a:gd name="T10" fmla="*/ 263 w 690"/>
                <a:gd name="T11" fmla="*/ 60 h 356"/>
                <a:gd name="T12" fmla="*/ 215 w 690"/>
                <a:gd name="T13" fmla="*/ 59 h 356"/>
                <a:gd name="T14" fmla="*/ 192 w 690"/>
                <a:gd name="T15" fmla="*/ 44 h 356"/>
                <a:gd name="T16" fmla="*/ 118 w 690"/>
                <a:gd name="T17" fmla="*/ 34 h 356"/>
                <a:gd name="T18" fmla="*/ 57 w 690"/>
                <a:gd name="T19" fmla="*/ 36 h 356"/>
                <a:gd name="T20" fmla="*/ 7 w 690"/>
                <a:gd name="T21" fmla="*/ 36 h 356"/>
                <a:gd name="T22" fmla="*/ 0 w 690"/>
                <a:gd name="T23" fmla="*/ 33 h 356"/>
                <a:gd name="T24" fmla="*/ 15 w 690"/>
                <a:gd name="T25" fmla="*/ 160 h 356"/>
                <a:gd name="T26" fmla="*/ 67 w 690"/>
                <a:gd name="T27" fmla="*/ 190 h 356"/>
                <a:gd name="T28" fmla="*/ 87 w 690"/>
                <a:gd name="T29" fmla="*/ 214 h 356"/>
                <a:gd name="T30" fmla="*/ 96 w 690"/>
                <a:gd name="T31" fmla="*/ 247 h 356"/>
                <a:gd name="T32" fmla="*/ 144 w 690"/>
                <a:gd name="T33" fmla="*/ 284 h 356"/>
                <a:gd name="T34" fmla="*/ 416 w 690"/>
                <a:gd name="T35" fmla="*/ 293 h 356"/>
                <a:gd name="T36" fmla="*/ 438 w 690"/>
                <a:gd name="T37" fmla="*/ 288 h 356"/>
                <a:gd name="T38" fmla="*/ 492 w 690"/>
                <a:gd name="T39" fmla="*/ 326 h 356"/>
                <a:gd name="T40" fmla="*/ 467 w 690"/>
                <a:gd name="T41" fmla="*/ 353 h 356"/>
                <a:gd name="T42" fmla="*/ 486 w 690"/>
                <a:gd name="T43" fmla="*/ 351 h 356"/>
                <a:gd name="T44" fmla="*/ 497 w 690"/>
                <a:gd name="T45" fmla="*/ 350 h 356"/>
                <a:gd name="T46" fmla="*/ 497 w 690"/>
                <a:gd name="T47" fmla="*/ 350 h 356"/>
                <a:gd name="T48" fmla="*/ 524 w 690"/>
                <a:gd name="T49" fmla="*/ 335 h 356"/>
                <a:gd name="T50" fmla="*/ 566 w 690"/>
                <a:gd name="T51" fmla="*/ 321 h 356"/>
                <a:gd name="T52" fmla="*/ 590 w 690"/>
                <a:gd name="T53" fmla="*/ 299 h 356"/>
                <a:gd name="T54" fmla="*/ 593 w 690"/>
                <a:gd name="T55" fmla="*/ 301 h 356"/>
                <a:gd name="T56" fmla="*/ 598 w 690"/>
                <a:gd name="T57" fmla="*/ 325 h 356"/>
                <a:gd name="T58" fmla="*/ 607 w 690"/>
                <a:gd name="T59" fmla="*/ 324 h 356"/>
                <a:gd name="T60" fmla="*/ 612 w 690"/>
                <a:gd name="T61" fmla="*/ 340 h 356"/>
                <a:gd name="T62" fmla="*/ 618 w 690"/>
                <a:gd name="T63" fmla="*/ 295 h 356"/>
                <a:gd name="T64" fmla="*/ 582 w 690"/>
                <a:gd name="T65" fmla="*/ 291 h 356"/>
                <a:gd name="T66" fmla="*/ 649 w 690"/>
                <a:gd name="T67" fmla="*/ 270 h 356"/>
                <a:gd name="T68" fmla="*/ 683 w 690"/>
                <a:gd name="T69" fmla="*/ 226 h 356"/>
                <a:gd name="T70" fmla="*/ 671 w 690"/>
                <a:gd name="T71" fmla="*/ 220 h 356"/>
                <a:gd name="T72" fmla="*/ 641 w 690"/>
                <a:gd name="T73" fmla="*/ 187 h 356"/>
                <a:gd name="T74" fmla="*/ 594 w 690"/>
                <a:gd name="T75" fmla="*/ 178 h 356"/>
                <a:gd name="T76" fmla="*/ 535 w 690"/>
                <a:gd name="T77" fmla="*/ 131 h 356"/>
                <a:gd name="T78" fmla="*/ 501 w 690"/>
                <a:gd name="T79" fmla="*/ 171 h 356"/>
                <a:gd name="T80" fmla="*/ 492 w 690"/>
                <a:gd name="T81" fmla="*/ 260 h 356"/>
                <a:gd name="T82" fmla="*/ 414 w 690"/>
                <a:gd name="T83" fmla="*/ 198 h 356"/>
                <a:gd name="T84" fmla="*/ 373 w 690"/>
                <a:gd name="T85" fmla="*/ 164 h 356"/>
                <a:gd name="T86" fmla="*/ 391 w 690"/>
                <a:gd name="T87" fmla="*/ 113 h 356"/>
                <a:gd name="T88" fmla="*/ 413 w 690"/>
                <a:gd name="T89" fmla="*/ 109 h 356"/>
                <a:gd name="T90" fmla="*/ 416 w 690"/>
                <a:gd name="T91" fmla="*/ 85 h 356"/>
                <a:gd name="T92" fmla="*/ 462 w 690"/>
                <a:gd name="T93" fmla="*/ 79 h 356"/>
                <a:gd name="T94" fmla="*/ 475 w 690"/>
                <a:gd name="T95" fmla="*/ 57 h 356"/>
                <a:gd name="T96" fmla="*/ 448 w 690"/>
                <a:gd name="T97" fmla="*/ 36 h 356"/>
                <a:gd name="T98" fmla="*/ 423 w 690"/>
                <a:gd name="T99" fmla="*/ 55 h 356"/>
                <a:gd name="T100" fmla="*/ 403 w 690"/>
                <a:gd name="T101" fmla="*/ 35 h 356"/>
                <a:gd name="T102" fmla="*/ 369 w 690"/>
                <a:gd name="T103" fmla="*/ 0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90" h="356">
                  <a:moveTo>
                    <a:pt x="144" y="284"/>
                  </a:moveTo>
                  <a:cubicBezTo>
                    <a:pt x="144" y="284"/>
                    <a:pt x="144" y="284"/>
                    <a:pt x="144" y="284"/>
                  </a:cubicBezTo>
                  <a:cubicBezTo>
                    <a:pt x="144" y="284"/>
                    <a:pt x="144" y="284"/>
                    <a:pt x="144" y="284"/>
                  </a:cubicBezTo>
                  <a:cubicBezTo>
                    <a:pt x="144" y="284"/>
                    <a:pt x="144" y="284"/>
                    <a:pt x="144" y="284"/>
                  </a:cubicBezTo>
                  <a:cubicBezTo>
                    <a:pt x="144" y="284"/>
                    <a:pt x="144" y="284"/>
                    <a:pt x="144" y="284"/>
                  </a:cubicBezTo>
                  <a:moveTo>
                    <a:pt x="0" y="32"/>
                  </a:moveTo>
                  <a:cubicBezTo>
                    <a:pt x="0" y="33"/>
                    <a:pt x="0" y="33"/>
                    <a:pt x="0" y="33"/>
                  </a:cubicBezTo>
                  <a:cubicBezTo>
                    <a:pt x="0" y="33"/>
                    <a:pt x="0" y="33"/>
                    <a:pt x="0" y="33"/>
                  </a:cubicBezTo>
                  <a:cubicBezTo>
                    <a:pt x="0" y="32"/>
                    <a:pt x="0" y="32"/>
                    <a:pt x="0" y="32"/>
                  </a:cubicBezTo>
                  <a:cubicBezTo>
                    <a:pt x="0" y="32"/>
                    <a:pt x="0" y="32"/>
                    <a:pt x="0" y="32"/>
                  </a:cubicBezTo>
                  <a:moveTo>
                    <a:pt x="369" y="0"/>
                  </a:moveTo>
                  <a:cubicBezTo>
                    <a:pt x="364" y="0"/>
                    <a:pt x="366" y="4"/>
                    <a:pt x="367" y="6"/>
                  </a:cubicBezTo>
                  <a:cubicBezTo>
                    <a:pt x="363" y="7"/>
                    <a:pt x="359" y="6"/>
                    <a:pt x="359" y="11"/>
                  </a:cubicBezTo>
                  <a:cubicBezTo>
                    <a:pt x="359" y="13"/>
                    <a:pt x="361" y="15"/>
                    <a:pt x="361" y="18"/>
                  </a:cubicBezTo>
                  <a:cubicBezTo>
                    <a:pt x="361" y="21"/>
                    <a:pt x="357" y="20"/>
                    <a:pt x="357" y="24"/>
                  </a:cubicBezTo>
                  <a:cubicBezTo>
                    <a:pt x="357" y="34"/>
                    <a:pt x="376" y="28"/>
                    <a:pt x="376" y="38"/>
                  </a:cubicBezTo>
                  <a:cubicBezTo>
                    <a:pt x="376" y="39"/>
                    <a:pt x="374" y="46"/>
                    <a:pt x="374" y="46"/>
                  </a:cubicBezTo>
                  <a:cubicBezTo>
                    <a:pt x="376" y="45"/>
                    <a:pt x="378" y="44"/>
                    <a:pt x="380" y="43"/>
                  </a:cubicBezTo>
                  <a:cubicBezTo>
                    <a:pt x="384" y="55"/>
                    <a:pt x="365" y="49"/>
                    <a:pt x="365" y="63"/>
                  </a:cubicBezTo>
                  <a:cubicBezTo>
                    <a:pt x="364" y="63"/>
                    <a:pt x="363" y="64"/>
                    <a:pt x="362" y="64"/>
                  </a:cubicBezTo>
                  <a:cubicBezTo>
                    <a:pt x="357" y="64"/>
                    <a:pt x="363" y="56"/>
                    <a:pt x="361" y="53"/>
                  </a:cubicBezTo>
                  <a:cubicBezTo>
                    <a:pt x="360" y="52"/>
                    <a:pt x="352" y="50"/>
                    <a:pt x="348" y="50"/>
                  </a:cubicBezTo>
                  <a:cubicBezTo>
                    <a:pt x="343" y="50"/>
                    <a:pt x="341" y="53"/>
                    <a:pt x="341" y="59"/>
                  </a:cubicBezTo>
                  <a:cubicBezTo>
                    <a:pt x="339" y="59"/>
                    <a:pt x="338" y="59"/>
                    <a:pt x="336" y="59"/>
                  </a:cubicBezTo>
                  <a:cubicBezTo>
                    <a:pt x="333" y="59"/>
                    <a:pt x="328" y="59"/>
                    <a:pt x="317" y="59"/>
                  </a:cubicBezTo>
                  <a:cubicBezTo>
                    <a:pt x="301" y="59"/>
                    <a:pt x="283" y="54"/>
                    <a:pt x="280" y="42"/>
                  </a:cubicBezTo>
                  <a:cubicBezTo>
                    <a:pt x="275" y="43"/>
                    <a:pt x="258" y="44"/>
                    <a:pt x="258" y="50"/>
                  </a:cubicBezTo>
                  <a:cubicBezTo>
                    <a:pt x="258" y="52"/>
                    <a:pt x="259" y="53"/>
                    <a:pt x="261" y="53"/>
                  </a:cubicBezTo>
                  <a:cubicBezTo>
                    <a:pt x="266" y="53"/>
                    <a:pt x="273" y="51"/>
                    <a:pt x="277" y="48"/>
                  </a:cubicBezTo>
                  <a:cubicBezTo>
                    <a:pt x="278" y="58"/>
                    <a:pt x="263" y="50"/>
                    <a:pt x="263" y="60"/>
                  </a:cubicBezTo>
                  <a:cubicBezTo>
                    <a:pt x="263" y="62"/>
                    <a:pt x="266" y="68"/>
                    <a:pt x="265" y="68"/>
                  </a:cubicBezTo>
                  <a:cubicBezTo>
                    <a:pt x="259" y="68"/>
                    <a:pt x="258" y="61"/>
                    <a:pt x="253" y="59"/>
                  </a:cubicBezTo>
                  <a:cubicBezTo>
                    <a:pt x="249" y="57"/>
                    <a:pt x="249" y="57"/>
                    <a:pt x="249" y="57"/>
                  </a:cubicBezTo>
                  <a:cubicBezTo>
                    <a:pt x="242" y="57"/>
                    <a:pt x="238" y="57"/>
                    <a:pt x="231" y="57"/>
                  </a:cubicBezTo>
                  <a:cubicBezTo>
                    <a:pt x="225" y="57"/>
                    <a:pt x="221" y="59"/>
                    <a:pt x="215" y="59"/>
                  </a:cubicBezTo>
                  <a:cubicBezTo>
                    <a:pt x="215" y="60"/>
                    <a:pt x="214" y="60"/>
                    <a:pt x="213" y="60"/>
                  </a:cubicBezTo>
                  <a:cubicBezTo>
                    <a:pt x="204" y="60"/>
                    <a:pt x="204" y="56"/>
                    <a:pt x="204" y="55"/>
                  </a:cubicBezTo>
                  <a:cubicBezTo>
                    <a:pt x="204" y="52"/>
                    <a:pt x="213" y="54"/>
                    <a:pt x="214" y="52"/>
                  </a:cubicBezTo>
                  <a:cubicBezTo>
                    <a:pt x="209" y="45"/>
                    <a:pt x="208" y="43"/>
                    <a:pt x="203" y="43"/>
                  </a:cubicBezTo>
                  <a:cubicBezTo>
                    <a:pt x="201" y="43"/>
                    <a:pt x="197" y="43"/>
                    <a:pt x="192" y="44"/>
                  </a:cubicBezTo>
                  <a:cubicBezTo>
                    <a:pt x="191" y="44"/>
                    <a:pt x="190" y="44"/>
                    <a:pt x="189" y="44"/>
                  </a:cubicBezTo>
                  <a:cubicBezTo>
                    <a:pt x="174" y="44"/>
                    <a:pt x="165" y="31"/>
                    <a:pt x="148" y="31"/>
                  </a:cubicBezTo>
                  <a:cubicBezTo>
                    <a:pt x="143" y="31"/>
                    <a:pt x="141" y="35"/>
                    <a:pt x="136" y="35"/>
                  </a:cubicBezTo>
                  <a:cubicBezTo>
                    <a:pt x="133" y="35"/>
                    <a:pt x="130" y="29"/>
                    <a:pt x="129" y="27"/>
                  </a:cubicBezTo>
                  <a:cubicBezTo>
                    <a:pt x="124" y="28"/>
                    <a:pt x="124" y="34"/>
                    <a:pt x="118" y="34"/>
                  </a:cubicBezTo>
                  <a:cubicBezTo>
                    <a:pt x="113" y="34"/>
                    <a:pt x="105" y="22"/>
                    <a:pt x="103" y="22"/>
                  </a:cubicBezTo>
                  <a:cubicBezTo>
                    <a:pt x="98" y="22"/>
                    <a:pt x="100" y="30"/>
                    <a:pt x="94" y="30"/>
                  </a:cubicBezTo>
                  <a:cubicBezTo>
                    <a:pt x="91" y="30"/>
                    <a:pt x="90" y="28"/>
                    <a:pt x="89" y="26"/>
                  </a:cubicBezTo>
                  <a:cubicBezTo>
                    <a:pt x="80" y="28"/>
                    <a:pt x="77" y="29"/>
                    <a:pt x="69" y="32"/>
                  </a:cubicBezTo>
                  <a:cubicBezTo>
                    <a:pt x="66" y="32"/>
                    <a:pt x="61" y="36"/>
                    <a:pt x="57" y="36"/>
                  </a:cubicBezTo>
                  <a:cubicBezTo>
                    <a:pt x="57" y="36"/>
                    <a:pt x="56" y="36"/>
                    <a:pt x="56" y="35"/>
                  </a:cubicBezTo>
                  <a:cubicBezTo>
                    <a:pt x="54" y="33"/>
                    <a:pt x="52" y="33"/>
                    <a:pt x="51" y="33"/>
                  </a:cubicBezTo>
                  <a:cubicBezTo>
                    <a:pt x="49" y="33"/>
                    <a:pt x="49" y="37"/>
                    <a:pt x="47" y="37"/>
                  </a:cubicBezTo>
                  <a:cubicBezTo>
                    <a:pt x="28" y="38"/>
                    <a:pt x="41" y="45"/>
                    <a:pt x="39" y="45"/>
                  </a:cubicBezTo>
                  <a:cubicBezTo>
                    <a:pt x="31" y="45"/>
                    <a:pt x="19" y="43"/>
                    <a:pt x="7" y="36"/>
                  </a:cubicBezTo>
                  <a:cubicBezTo>
                    <a:pt x="7" y="36"/>
                    <a:pt x="3" y="33"/>
                    <a:pt x="3" y="32"/>
                  </a:cubicBezTo>
                  <a:cubicBezTo>
                    <a:pt x="2" y="33"/>
                    <a:pt x="2" y="33"/>
                    <a:pt x="2" y="33"/>
                  </a:cubicBezTo>
                  <a:cubicBezTo>
                    <a:pt x="1" y="33"/>
                    <a:pt x="1" y="33"/>
                    <a:pt x="0" y="32"/>
                  </a:cubicBezTo>
                  <a:cubicBezTo>
                    <a:pt x="0" y="33"/>
                    <a:pt x="0" y="33"/>
                    <a:pt x="0" y="33"/>
                  </a:cubicBezTo>
                  <a:cubicBezTo>
                    <a:pt x="0" y="33"/>
                    <a:pt x="0" y="33"/>
                    <a:pt x="0" y="33"/>
                  </a:cubicBezTo>
                  <a:cubicBezTo>
                    <a:pt x="0" y="156"/>
                    <a:pt x="0" y="156"/>
                    <a:pt x="0" y="156"/>
                  </a:cubicBezTo>
                  <a:cubicBezTo>
                    <a:pt x="1" y="157"/>
                    <a:pt x="3" y="157"/>
                    <a:pt x="5" y="157"/>
                  </a:cubicBezTo>
                  <a:cubicBezTo>
                    <a:pt x="6" y="157"/>
                    <a:pt x="6" y="157"/>
                    <a:pt x="7" y="157"/>
                  </a:cubicBezTo>
                  <a:cubicBezTo>
                    <a:pt x="7" y="157"/>
                    <a:pt x="8" y="157"/>
                    <a:pt x="8" y="157"/>
                  </a:cubicBezTo>
                  <a:cubicBezTo>
                    <a:pt x="11" y="157"/>
                    <a:pt x="14" y="157"/>
                    <a:pt x="15" y="160"/>
                  </a:cubicBezTo>
                  <a:cubicBezTo>
                    <a:pt x="18" y="164"/>
                    <a:pt x="24" y="171"/>
                    <a:pt x="29" y="171"/>
                  </a:cubicBezTo>
                  <a:cubicBezTo>
                    <a:pt x="33" y="171"/>
                    <a:pt x="33" y="165"/>
                    <a:pt x="37" y="164"/>
                  </a:cubicBezTo>
                  <a:cubicBezTo>
                    <a:pt x="39" y="164"/>
                    <a:pt x="41" y="164"/>
                    <a:pt x="43" y="163"/>
                  </a:cubicBezTo>
                  <a:cubicBezTo>
                    <a:pt x="51" y="171"/>
                    <a:pt x="56" y="174"/>
                    <a:pt x="63" y="185"/>
                  </a:cubicBezTo>
                  <a:cubicBezTo>
                    <a:pt x="64" y="187"/>
                    <a:pt x="66" y="187"/>
                    <a:pt x="67" y="190"/>
                  </a:cubicBezTo>
                  <a:cubicBezTo>
                    <a:pt x="68" y="193"/>
                    <a:pt x="69" y="197"/>
                    <a:pt x="72" y="201"/>
                  </a:cubicBezTo>
                  <a:cubicBezTo>
                    <a:pt x="74" y="202"/>
                    <a:pt x="78" y="201"/>
                    <a:pt x="79" y="204"/>
                  </a:cubicBezTo>
                  <a:cubicBezTo>
                    <a:pt x="82" y="206"/>
                    <a:pt x="87" y="208"/>
                    <a:pt x="87" y="214"/>
                  </a:cubicBezTo>
                  <a:cubicBezTo>
                    <a:pt x="87" y="214"/>
                    <a:pt x="87" y="214"/>
                    <a:pt x="87" y="214"/>
                  </a:cubicBezTo>
                  <a:cubicBezTo>
                    <a:pt x="87" y="214"/>
                    <a:pt x="87" y="214"/>
                    <a:pt x="87" y="214"/>
                  </a:cubicBezTo>
                  <a:cubicBezTo>
                    <a:pt x="87" y="217"/>
                    <a:pt x="83" y="217"/>
                    <a:pt x="83" y="219"/>
                  </a:cubicBezTo>
                  <a:cubicBezTo>
                    <a:pt x="83" y="221"/>
                    <a:pt x="84" y="222"/>
                    <a:pt x="84" y="223"/>
                  </a:cubicBezTo>
                  <a:cubicBezTo>
                    <a:pt x="84" y="227"/>
                    <a:pt x="83" y="235"/>
                    <a:pt x="87" y="236"/>
                  </a:cubicBezTo>
                  <a:cubicBezTo>
                    <a:pt x="90" y="236"/>
                    <a:pt x="92" y="236"/>
                    <a:pt x="93" y="238"/>
                  </a:cubicBezTo>
                  <a:cubicBezTo>
                    <a:pt x="96" y="241"/>
                    <a:pt x="93" y="244"/>
                    <a:pt x="96" y="247"/>
                  </a:cubicBezTo>
                  <a:cubicBezTo>
                    <a:pt x="96" y="247"/>
                    <a:pt x="104" y="251"/>
                    <a:pt x="104" y="252"/>
                  </a:cubicBezTo>
                  <a:cubicBezTo>
                    <a:pt x="106" y="259"/>
                    <a:pt x="107" y="266"/>
                    <a:pt x="116" y="266"/>
                  </a:cubicBezTo>
                  <a:cubicBezTo>
                    <a:pt x="118" y="272"/>
                    <a:pt x="128" y="268"/>
                    <a:pt x="130" y="276"/>
                  </a:cubicBezTo>
                  <a:cubicBezTo>
                    <a:pt x="131" y="278"/>
                    <a:pt x="138" y="279"/>
                    <a:pt x="141" y="282"/>
                  </a:cubicBezTo>
                  <a:cubicBezTo>
                    <a:pt x="141" y="282"/>
                    <a:pt x="143" y="283"/>
                    <a:pt x="144" y="284"/>
                  </a:cubicBezTo>
                  <a:cubicBezTo>
                    <a:pt x="371" y="284"/>
                    <a:pt x="371" y="284"/>
                    <a:pt x="371" y="284"/>
                  </a:cubicBezTo>
                  <a:cubicBezTo>
                    <a:pt x="371" y="280"/>
                    <a:pt x="371" y="280"/>
                    <a:pt x="371" y="280"/>
                  </a:cubicBezTo>
                  <a:cubicBezTo>
                    <a:pt x="375" y="283"/>
                    <a:pt x="375" y="285"/>
                    <a:pt x="378" y="287"/>
                  </a:cubicBezTo>
                  <a:cubicBezTo>
                    <a:pt x="393" y="287"/>
                    <a:pt x="393" y="287"/>
                    <a:pt x="393" y="287"/>
                  </a:cubicBezTo>
                  <a:cubicBezTo>
                    <a:pt x="398" y="293"/>
                    <a:pt x="406" y="293"/>
                    <a:pt x="416" y="293"/>
                  </a:cubicBezTo>
                  <a:cubicBezTo>
                    <a:pt x="420" y="292"/>
                    <a:pt x="421" y="293"/>
                    <a:pt x="424" y="292"/>
                  </a:cubicBezTo>
                  <a:cubicBezTo>
                    <a:pt x="427" y="290"/>
                    <a:pt x="425" y="286"/>
                    <a:pt x="428" y="286"/>
                  </a:cubicBezTo>
                  <a:cubicBezTo>
                    <a:pt x="432" y="286"/>
                    <a:pt x="434" y="291"/>
                    <a:pt x="435" y="292"/>
                  </a:cubicBezTo>
                  <a:cubicBezTo>
                    <a:pt x="436" y="291"/>
                    <a:pt x="435" y="288"/>
                    <a:pt x="435" y="288"/>
                  </a:cubicBezTo>
                  <a:cubicBezTo>
                    <a:pt x="436" y="288"/>
                    <a:pt x="437" y="288"/>
                    <a:pt x="438" y="288"/>
                  </a:cubicBezTo>
                  <a:cubicBezTo>
                    <a:pt x="439" y="288"/>
                    <a:pt x="451" y="298"/>
                    <a:pt x="452" y="299"/>
                  </a:cubicBezTo>
                  <a:cubicBezTo>
                    <a:pt x="454" y="302"/>
                    <a:pt x="452" y="305"/>
                    <a:pt x="454" y="307"/>
                  </a:cubicBezTo>
                  <a:cubicBezTo>
                    <a:pt x="461" y="314"/>
                    <a:pt x="469" y="312"/>
                    <a:pt x="477" y="317"/>
                  </a:cubicBezTo>
                  <a:cubicBezTo>
                    <a:pt x="484" y="317"/>
                    <a:pt x="484" y="317"/>
                    <a:pt x="484" y="317"/>
                  </a:cubicBezTo>
                  <a:cubicBezTo>
                    <a:pt x="487" y="319"/>
                    <a:pt x="492" y="322"/>
                    <a:pt x="492" y="326"/>
                  </a:cubicBezTo>
                  <a:cubicBezTo>
                    <a:pt x="492" y="328"/>
                    <a:pt x="491" y="330"/>
                    <a:pt x="489" y="330"/>
                  </a:cubicBezTo>
                  <a:cubicBezTo>
                    <a:pt x="485" y="330"/>
                    <a:pt x="482" y="326"/>
                    <a:pt x="481" y="325"/>
                  </a:cubicBezTo>
                  <a:cubicBezTo>
                    <a:pt x="480" y="329"/>
                    <a:pt x="477" y="343"/>
                    <a:pt x="473" y="343"/>
                  </a:cubicBezTo>
                  <a:cubicBezTo>
                    <a:pt x="473" y="343"/>
                    <a:pt x="473" y="343"/>
                    <a:pt x="473" y="343"/>
                  </a:cubicBezTo>
                  <a:cubicBezTo>
                    <a:pt x="470" y="346"/>
                    <a:pt x="467" y="348"/>
                    <a:pt x="467" y="353"/>
                  </a:cubicBezTo>
                  <a:cubicBezTo>
                    <a:pt x="467" y="353"/>
                    <a:pt x="467" y="353"/>
                    <a:pt x="467" y="353"/>
                  </a:cubicBezTo>
                  <a:cubicBezTo>
                    <a:pt x="468" y="354"/>
                    <a:pt x="469" y="356"/>
                    <a:pt x="471" y="356"/>
                  </a:cubicBezTo>
                  <a:cubicBezTo>
                    <a:pt x="474" y="356"/>
                    <a:pt x="474" y="354"/>
                    <a:pt x="475" y="353"/>
                  </a:cubicBezTo>
                  <a:cubicBezTo>
                    <a:pt x="477" y="351"/>
                    <a:pt x="480" y="351"/>
                    <a:pt x="484" y="351"/>
                  </a:cubicBezTo>
                  <a:cubicBezTo>
                    <a:pt x="484" y="351"/>
                    <a:pt x="485" y="351"/>
                    <a:pt x="486" y="351"/>
                  </a:cubicBezTo>
                  <a:cubicBezTo>
                    <a:pt x="489" y="351"/>
                    <a:pt x="491" y="352"/>
                    <a:pt x="492" y="352"/>
                  </a:cubicBezTo>
                  <a:cubicBezTo>
                    <a:pt x="492" y="352"/>
                    <a:pt x="492" y="352"/>
                    <a:pt x="493" y="352"/>
                  </a:cubicBezTo>
                  <a:cubicBezTo>
                    <a:pt x="493" y="352"/>
                    <a:pt x="493" y="352"/>
                    <a:pt x="493" y="352"/>
                  </a:cubicBezTo>
                  <a:cubicBezTo>
                    <a:pt x="493" y="352"/>
                    <a:pt x="494" y="352"/>
                    <a:pt x="495" y="351"/>
                  </a:cubicBezTo>
                  <a:cubicBezTo>
                    <a:pt x="496" y="351"/>
                    <a:pt x="497" y="350"/>
                    <a:pt x="497" y="350"/>
                  </a:cubicBezTo>
                  <a:cubicBezTo>
                    <a:pt x="497" y="350"/>
                    <a:pt x="497" y="350"/>
                    <a:pt x="497" y="350"/>
                  </a:cubicBezTo>
                  <a:cubicBezTo>
                    <a:pt x="497" y="350"/>
                    <a:pt x="497" y="350"/>
                    <a:pt x="497" y="350"/>
                  </a:cubicBezTo>
                  <a:cubicBezTo>
                    <a:pt x="497" y="350"/>
                    <a:pt x="497" y="350"/>
                    <a:pt x="497" y="350"/>
                  </a:cubicBezTo>
                  <a:cubicBezTo>
                    <a:pt x="497" y="350"/>
                    <a:pt x="497" y="350"/>
                    <a:pt x="497" y="350"/>
                  </a:cubicBezTo>
                  <a:cubicBezTo>
                    <a:pt x="497" y="350"/>
                    <a:pt x="497" y="350"/>
                    <a:pt x="497" y="350"/>
                  </a:cubicBezTo>
                  <a:cubicBezTo>
                    <a:pt x="497" y="348"/>
                    <a:pt x="496" y="347"/>
                    <a:pt x="496" y="345"/>
                  </a:cubicBezTo>
                  <a:cubicBezTo>
                    <a:pt x="496" y="345"/>
                    <a:pt x="495" y="345"/>
                    <a:pt x="495" y="345"/>
                  </a:cubicBezTo>
                  <a:cubicBezTo>
                    <a:pt x="495" y="344"/>
                    <a:pt x="494" y="343"/>
                    <a:pt x="494" y="342"/>
                  </a:cubicBezTo>
                  <a:cubicBezTo>
                    <a:pt x="494" y="341"/>
                    <a:pt x="497" y="341"/>
                    <a:pt x="498" y="340"/>
                  </a:cubicBezTo>
                  <a:cubicBezTo>
                    <a:pt x="504" y="338"/>
                    <a:pt x="517" y="335"/>
                    <a:pt x="524" y="335"/>
                  </a:cubicBezTo>
                  <a:cubicBezTo>
                    <a:pt x="525" y="335"/>
                    <a:pt x="535" y="324"/>
                    <a:pt x="537" y="323"/>
                  </a:cubicBezTo>
                  <a:cubicBezTo>
                    <a:pt x="538" y="322"/>
                    <a:pt x="541" y="322"/>
                    <a:pt x="544" y="322"/>
                  </a:cubicBezTo>
                  <a:cubicBezTo>
                    <a:pt x="547" y="322"/>
                    <a:pt x="549" y="322"/>
                    <a:pt x="552" y="322"/>
                  </a:cubicBezTo>
                  <a:cubicBezTo>
                    <a:pt x="555" y="322"/>
                    <a:pt x="557" y="322"/>
                    <a:pt x="559" y="322"/>
                  </a:cubicBezTo>
                  <a:cubicBezTo>
                    <a:pt x="562" y="322"/>
                    <a:pt x="564" y="321"/>
                    <a:pt x="566" y="321"/>
                  </a:cubicBezTo>
                  <a:cubicBezTo>
                    <a:pt x="569" y="321"/>
                    <a:pt x="568" y="319"/>
                    <a:pt x="569" y="318"/>
                  </a:cubicBezTo>
                  <a:cubicBezTo>
                    <a:pt x="574" y="313"/>
                    <a:pt x="574" y="303"/>
                    <a:pt x="582" y="299"/>
                  </a:cubicBezTo>
                  <a:cubicBezTo>
                    <a:pt x="583" y="300"/>
                    <a:pt x="584" y="300"/>
                    <a:pt x="585" y="300"/>
                  </a:cubicBezTo>
                  <a:cubicBezTo>
                    <a:pt x="586" y="300"/>
                    <a:pt x="587" y="300"/>
                    <a:pt x="588" y="300"/>
                  </a:cubicBezTo>
                  <a:cubicBezTo>
                    <a:pt x="589" y="300"/>
                    <a:pt x="589" y="299"/>
                    <a:pt x="590" y="299"/>
                  </a:cubicBezTo>
                  <a:cubicBezTo>
                    <a:pt x="591" y="299"/>
                    <a:pt x="592" y="300"/>
                    <a:pt x="593" y="301"/>
                  </a:cubicBezTo>
                  <a:cubicBezTo>
                    <a:pt x="593" y="301"/>
                    <a:pt x="593" y="301"/>
                    <a:pt x="593" y="301"/>
                  </a:cubicBezTo>
                  <a:cubicBezTo>
                    <a:pt x="593" y="301"/>
                    <a:pt x="593" y="301"/>
                    <a:pt x="593" y="301"/>
                  </a:cubicBezTo>
                  <a:cubicBezTo>
                    <a:pt x="593" y="301"/>
                    <a:pt x="593" y="301"/>
                    <a:pt x="593" y="301"/>
                  </a:cubicBezTo>
                  <a:cubicBezTo>
                    <a:pt x="593" y="301"/>
                    <a:pt x="593" y="301"/>
                    <a:pt x="593" y="301"/>
                  </a:cubicBezTo>
                  <a:cubicBezTo>
                    <a:pt x="593" y="301"/>
                    <a:pt x="593" y="301"/>
                    <a:pt x="593" y="301"/>
                  </a:cubicBezTo>
                  <a:cubicBezTo>
                    <a:pt x="593" y="301"/>
                    <a:pt x="593" y="301"/>
                    <a:pt x="593" y="301"/>
                  </a:cubicBezTo>
                  <a:cubicBezTo>
                    <a:pt x="596" y="307"/>
                    <a:pt x="595" y="314"/>
                    <a:pt x="596" y="321"/>
                  </a:cubicBezTo>
                  <a:cubicBezTo>
                    <a:pt x="597" y="322"/>
                    <a:pt x="597" y="324"/>
                    <a:pt x="598" y="325"/>
                  </a:cubicBezTo>
                  <a:cubicBezTo>
                    <a:pt x="598" y="325"/>
                    <a:pt x="598" y="325"/>
                    <a:pt x="598" y="325"/>
                  </a:cubicBezTo>
                  <a:cubicBezTo>
                    <a:pt x="597" y="324"/>
                    <a:pt x="597" y="324"/>
                    <a:pt x="597" y="324"/>
                  </a:cubicBezTo>
                  <a:cubicBezTo>
                    <a:pt x="597" y="323"/>
                    <a:pt x="597" y="323"/>
                    <a:pt x="597" y="323"/>
                  </a:cubicBezTo>
                  <a:cubicBezTo>
                    <a:pt x="598" y="324"/>
                    <a:pt x="598" y="324"/>
                    <a:pt x="598" y="324"/>
                  </a:cubicBezTo>
                  <a:cubicBezTo>
                    <a:pt x="599" y="324"/>
                    <a:pt x="600" y="323"/>
                    <a:pt x="600" y="323"/>
                  </a:cubicBezTo>
                  <a:cubicBezTo>
                    <a:pt x="601" y="323"/>
                    <a:pt x="604" y="324"/>
                    <a:pt x="607" y="324"/>
                  </a:cubicBezTo>
                  <a:cubicBezTo>
                    <a:pt x="609" y="324"/>
                    <a:pt x="611" y="324"/>
                    <a:pt x="612" y="323"/>
                  </a:cubicBezTo>
                  <a:cubicBezTo>
                    <a:pt x="614" y="321"/>
                    <a:pt x="614" y="317"/>
                    <a:pt x="619" y="317"/>
                  </a:cubicBezTo>
                  <a:cubicBezTo>
                    <a:pt x="619" y="321"/>
                    <a:pt x="618" y="321"/>
                    <a:pt x="623" y="321"/>
                  </a:cubicBezTo>
                  <a:cubicBezTo>
                    <a:pt x="616" y="322"/>
                    <a:pt x="606" y="327"/>
                    <a:pt x="606" y="333"/>
                  </a:cubicBezTo>
                  <a:cubicBezTo>
                    <a:pt x="606" y="335"/>
                    <a:pt x="610" y="340"/>
                    <a:pt x="612" y="340"/>
                  </a:cubicBezTo>
                  <a:cubicBezTo>
                    <a:pt x="614" y="340"/>
                    <a:pt x="619" y="332"/>
                    <a:pt x="625" y="331"/>
                  </a:cubicBezTo>
                  <a:cubicBezTo>
                    <a:pt x="626" y="330"/>
                    <a:pt x="646" y="323"/>
                    <a:pt x="646" y="321"/>
                  </a:cubicBezTo>
                  <a:cubicBezTo>
                    <a:pt x="646" y="317"/>
                    <a:pt x="638" y="317"/>
                    <a:pt x="637" y="317"/>
                  </a:cubicBezTo>
                  <a:cubicBezTo>
                    <a:pt x="628" y="317"/>
                    <a:pt x="615" y="309"/>
                    <a:pt x="615" y="302"/>
                  </a:cubicBezTo>
                  <a:cubicBezTo>
                    <a:pt x="615" y="300"/>
                    <a:pt x="618" y="298"/>
                    <a:pt x="618" y="295"/>
                  </a:cubicBezTo>
                  <a:cubicBezTo>
                    <a:pt x="617" y="295"/>
                    <a:pt x="614" y="294"/>
                    <a:pt x="611" y="294"/>
                  </a:cubicBezTo>
                  <a:cubicBezTo>
                    <a:pt x="613" y="292"/>
                    <a:pt x="623" y="291"/>
                    <a:pt x="623" y="285"/>
                  </a:cubicBezTo>
                  <a:cubicBezTo>
                    <a:pt x="623" y="281"/>
                    <a:pt x="619" y="281"/>
                    <a:pt x="614" y="281"/>
                  </a:cubicBezTo>
                  <a:cubicBezTo>
                    <a:pt x="612" y="281"/>
                    <a:pt x="610" y="281"/>
                    <a:pt x="608" y="281"/>
                  </a:cubicBezTo>
                  <a:cubicBezTo>
                    <a:pt x="596" y="281"/>
                    <a:pt x="590" y="290"/>
                    <a:pt x="582" y="291"/>
                  </a:cubicBezTo>
                  <a:cubicBezTo>
                    <a:pt x="585" y="283"/>
                    <a:pt x="591" y="286"/>
                    <a:pt x="597" y="279"/>
                  </a:cubicBezTo>
                  <a:cubicBezTo>
                    <a:pt x="601" y="275"/>
                    <a:pt x="599" y="273"/>
                    <a:pt x="605" y="271"/>
                  </a:cubicBezTo>
                  <a:cubicBezTo>
                    <a:pt x="610" y="269"/>
                    <a:pt x="614" y="269"/>
                    <a:pt x="617" y="269"/>
                  </a:cubicBezTo>
                  <a:cubicBezTo>
                    <a:pt x="622" y="269"/>
                    <a:pt x="627" y="269"/>
                    <a:pt x="632" y="269"/>
                  </a:cubicBezTo>
                  <a:cubicBezTo>
                    <a:pt x="639" y="269"/>
                    <a:pt x="644" y="270"/>
                    <a:pt x="649" y="270"/>
                  </a:cubicBezTo>
                  <a:cubicBezTo>
                    <a:pt x="654" y="270"/>
                    <a:pt x="658" y="269"/>
                    <a:pt x="663" y="263"/>
                  </a:cubicBezTo>
                  <a:cubicBezTo>
                    <a:pt x="667" y="258"/>
                    <a:pt x="690" y="257"/>
                    <a:pt x="690" y="248"/>
                  </a:cubicBezTo>
                  <a:cubicBezTo>
                    <a:pt x="690" y="241"/>
                    <a:pt x="688" y="238"/>
                    <a:pt x="685" y="234"/>
                  </a:cubicBezTo>
                  <a:cubicBezTo>
                    <a:pt x="683" y="234"/>
                    <a:pt x="686" y="231"/>
                    <a:pt x="683" y="230"/>
                  </a:cubicBezTo>
                  <a:cubicBezTo>
                    <a:pt x="683" y="226"/>
                    <a:pt x="683" y="226"/>
                    <a:pt x="683" y="226"/>
                  </a:cubicBezTo>
                  <a:cubicBezTo>
                    <a:pt x="676" y="230"/>
                    <a:pt x="663" y="235"/>
                    <a:pt x="656" y="235"/>
                  </a:cubicBezTo>
                  <a:cubicBezTo>
                    <a:pt x="655" y="235"/>
                    <a:pt x="653" y="234"/>
                    <a:pt x="653" y="234"/>
                  </a:cubicBezTo>
                  <a:cubicBezTo>
                    <a:pt x="659" y="230"/>
                    <a:pt x="674" y="228"/>
                    <a:pt x="676" y="223"/>
                  </a:cubicBezTo>
                  <a:cubicBezTo>
                    <a:pt x="676" y="221"/>
                    <a:pt x="674" y="221"/>
                    <a:pt x="674" y="220"/>
                  </a:cubicBezTo>
                  <a:cubicBezTo>
                    <a:pt x="673" y="220"/>
                    <a:pt x="672" y="220"/>
                    <a:pt x="671" y="220"/>
                  </a:cubicBezTo>
                  <a:cubicBezTo>
                    <a:pt x="664" y="220"/>
                    <a:pt x="652" y="216"/>
                    <a:pt x="652" y="208"/>
                  </a:cubicBezTo>
                  <a:cubicBezTo>
                    <a:pt x="652" y="207"/>
                    <a:pt x="652" y="207"/>
                    <a:pt x="652" y="207"/>
                  </a:cubicBezTo>
                  <a:cubicBezTo>
                    <a:pt x="646" y="207"/>
                    <a:pt x="642" y="203"/>
                    <a:pt x="639" y="200"/>
                  </a:cubicBezTo>
                  <a:cubicBezTo>
                    <a:pt x="640" y="199"/>
                    <a:pt x="643" y="198"/>
                    <a:pt x="643" y="195"/>
                  </a:cubicBezTo>
                  <a:cubicBezTo>
                    <a:pt x="643" y="192"/>
                    <a:pt x="640" y="190"/>
                    <a:pt x="641" y="187"/>
                  </a:cubicBezTo>
                  <a:cubicBezTo>
                    <a:pt x="638" y="186"/>
                    <a:pt x="629" y="180"/>
                    <a:pt x="632" y="175"/>
                  </a:cubicBezTo>
                  <a:cubicBezTo>
                    <a:pt x="635" y="169"/>
                    <a:pt x="623" y="167"/>
                    <a:pt x="622" y="159"/>
                  </a:cubicBezTo>
                  <a:cubicBezTo>
                    <a:pt x="621" y="159"/>
                    <a:pt x="618" y="157"/>
                    <a:pt x="617" y="156"/>
                  </a:cubicBezTo>
                  <a:cubicBezTo>
                    <a:pt x="615" y="157"/>
                    <a:pt x="610" y="160"/>
                    <a:pt x="610" y="164"/>
                  </a:cubicBezTo>
                  <a:cubicBezTo>
                    <a:pt x="610" y="168"/>
                    <a:pt x="601" y="178"/>
                    <a:pt x="594" y="178"/>
                  </a:cubicBezTo>
                  <a:cubicBezTo>
                    <a:pt x="589" y="178"/>
                    <a:pt x="588" y="172"/>
                    <a:pt x="585" y="172"/>
                  </a:cubicBezTo>
                  <a:cubicBezTo>
                    <a:pt x="580" y="172"/>
                    <a:pt x="578" y="158"/>
                    <a:pt x="577" y="152"/>
                  </a:cubicBezTo>
                  <a:cubicBezTo>
                    <a:pt x="576" y="144"/>
                    <a:pt x="561" y="150"/>
                    <a:pt x="561" y="139"/>
                  </a:cubicBezTo>
                  <a:cubicBezTo>
                    <a:pt x="553" y="138"/>
                    <a:pt x="551" y="129"/>
                    <a:pt x="543" y="129"/>
                  </a:cubicBezTo>
                  <a:cubicBezTo>
                    <a:pt x="539" y="129"/>
                    <a:pt x="539" y="131"/>
                    <a:pt x="535" y="131"/>
                  </a:cubicBezTo>
                  <a:cubicBezTo>
                    <a:pt x="527" y="131"/>
                    <a:pt x="522" y="127"/>
                    <a:pt x="514" y="127"/>
                  </a:cubicBezTo>
                  <a:cubicBezTo>
                    <a:pt x="509" y="127"/>
                    <a:pt x="505" y="129"/>
                    <a:pt x="505" y="134"/>
                  </a:cubicBezTo>
                  <a:cubicBezTo>
                    <a:pt x="505" y="137"/>
                    <a:pt x="515" y="141"/>
                    <a:pt x="506" y="147"/>
                  </a:cubicBezTo>
                  <a:cubicBezTo>
                    <a:pt x="502" y="149"/>
                    <a:pt x="511" y="155"/>
                    <a:pt x="512" y="159"/>
                  </a:cubicBezTo>
                  <a:cubicBezTo>
                    <a:pt x="513" y="168"/>
                    <a:pt x="505" y="170"/>
                    <a:pt x="501" y="171"/>
                  </a:cubicBezTo>
                  <a:cubicBezTo>
                    <a:pt x="507" y="182"/>
                    <a:pt x="517" y="186"/>
                    <a:pt x="517" y="205"/>
                  </a:cubicBezTo>
                  <a:cubicBezTo>
                    <a:pt x="517" y="210"/>
                    <a:pt x="500" y="223"/>
                    <a:pt x="495" y="224"/>
                  </a:cubicBezTo>
                  <a:cubicBezTo>
                    <a:pt x="504" y="229"/>
                    <a:pt x="500" y="244"/>
                    <a:pt x="504" y="249"/>
                  </a:cubicBezTo>
                  <a:cubicBezTo>
                    <a:pt x="503" y="251"/>
                    <a:pt x="500" y="253"/>
                    <a:pt x="499" y="256"/>
                  </a:cubicBezTo>
                  <a:cubicBezTo>
                    <a:pt x="496" y="256"/>
                    <a:pt x="494" y="260"/>
                    <a:pt x="492" y="260"/>
                  </a:cubicBezTo>
                  <a:cubicBezTo>
                    <a:pt x="492" y="260"/>
                    <a:pt x="491" y="260"/>
                    <a:pt x="491" y="259"/>
                  </a:cubicBezTo>
                  <a:cubicBezTo>
                    <a:pt x="484" y="254"/>
                    <a:pt x="474" y="245"/>
                    <a:pt x="474" y="237"/>
                  </a:cubicBezTo>
                  <a:cubicBezTo>
                    <a:pt x="474" y="228"/>
                    <a:pt x="475" y="220"/>
                    <a:pt x="468" y="215"/>
                  </a:cubicBezTo>
                  <a:cubicBezTo>
                    <a:pt x="449" y="215"/>
                    <a:pt x="449" y="215"/>
                    <a:pt x="449" y="215"/>
                  </a:cubicBezTo>
                  <a:cubicBezTo>
                    <a:pt x="438" y="208"/>
                    <a:pt x="427" y="203"/>
                    <a:pt x="414" y="198"/>
                  </a:cubicBezTo>
                  <a:cubicBezTo>
                    <a:pt x="412" y="197"/>
                    <a:pt x="405" y="193"/>
                    <a:pt x="401" y="193"/>
                  </a:cubicBezTo>
                  <a:cubicBezTo>
                    <a:pt x="397" y="193"/>
                    <a:pt x="395" y="197"/>
                    <a:pt x="391" y="197"/>
                  </a:cubicBezTo>
                  <a:cubicBezTo>
                    <a:pt x="391" y="190"/>
                    <a:pt x="386" y="174"/>
                    <a:pt x="380" y="174"/>
                  </a:cubicBezTo>
                  <a:cubicBezTo>
                    <a:pt x="377" y="174"/>
                    <a:pt x="376" y="176"/>
                    <a:pt x="373" y="177"/>
                  </a:cubicBezTo>
                  <a:cubicBezTo>
                    <a:pt x="374" y="174"/>
                    <a:pt x="373" y="172"/>
                    <a:pt x="373" y="164"/>
                  </a:cubicBezTo>
                  <a:cubicBezTo>
                    <a:pt x="373" y="153"/>
                    <a:pt x="376" y="146"/>
                    <a:pt x="383" y="139"/>
                  </a:cubicBezTo>
                  <a:cubicBezTo>
                    <a:pt x="385" y="137"/>
                    <a:pt x="390" y="126"/>
                    <a:pt x="392" y="125"/>
                  </a:cubicBezTo>
                  <a:cubicBezTo>
                    <a:pt x="397" y="124"/>
                    <a:pt x="405" y="126"/>
                    <a:pt x="405" y="120"/>
                  </a:cubicBezTo>
                  <a:cubicBezTo>
                    <a:pt x="405" y="115"/>
                    <a:pt x="395" y="115"/>
                    <a:pt x="391" y="113"/>
                  </a:cubicBezTo>
                  <a:cubicBezTo>
                    <a:pt x="391" y="113"/>
                    <a:pt x="391" y="113"/>
                    <a:pt x="391" y="113"/>
                  </a:cubicBezTo>
                  <a:cubicBezTo>
                    <a:pt x="391" y="113"/>
                    <a:pt x="391" y="112"/>
                    <a:pt x="391" y="112"/>
                  </a:cubicBezTo>
                  <a:cubicBezTo>
                    <a:pt x="391" y="112"/>
                    <a:pt x="391" y="111"/>
                    <a:pt x="393" y="111"/>
                  </a:cubicBezTo>
                  <a:cubicBezTo>
                    <a:pt x="394" y="111"/>
                    <a:pt x="399" y="112"/>
                    <a:pt x="408" y="115"/>
                  </a:cubicBezTo>
                  <a:cubicBezTo>
                    <a:pt x="408" y="115"/>
                    <a:pt x="409" y="115"/>
                    <a:pt x="409" y="115"/>
                  </a:cubicBezTo>
                  <a:cubicBezTo>
                    <a:pt x="413" y="115"/>
                    <a:pt x="410" y="109"/>
                    <a:pt x="413" y="109"/>
                  </a:cubicBezTo>
                  <a:cubicBezTo>
                    <a:pt x="414" y="109"/>
                    <a:pt x="416" y="109"/>
                    <a:pt x="420" y="109"/>
                  </a:cubicBezTo>
                  <a:cubicBezTo>
                    <a:pt x="427" y="109"/>
                    <a:pt x="430" y="102"/>
                    <a:pt x="435" y="98"/>
                  </a:cubicBezTo>
                  <a:cubicBezTo>
                    <a:pt x="435" y="94"/>
                    <a:pt x="435" y="94"/>
                    <a:pt x="435" y="94"/>
                  </a:cubicBezTo>
                  <a:cubicBezTo>
                    <a:pt x="425" y="92"/>
                    <a:pt x="415" y="93"/>
                    <a:pt x="411" y="85"/>
                  </a:cubicBezTo>
                  <a:cubicBezTo>
                    <a:pt x="411" y="85"/>
                    <a:pt x="414" y="85"/>
                    <a:pt x="416" y="85"/>
                  </a:cubicBezTo>
                  <a:cubicBezTo>
                    <a:pt x="420" y="87"/>
                    <a:pt x="424" y="91"/>
                    <a:pt x="429" y="91"/>
                  </a:cubicBezTo>
                  <a:cubicBezTo>
                    <a:pt x="434" y="91"/>
                    <a:pt x="442" y="85"/>
                    <a:pt x="442" y="82"/>
                  </a:cubicBezTo>
                  <a:cubicBezTo>
                    <a:pt x="442" y="81"/>
                    <a:pt x="438" y="75"/>
                    <a:pt x="440" y="75"/>
                  </a:cubicBezTo>
                  <a:cubicBezTo>
                    <a:pt x="446" y="75"/>
                    <a:pt x="448" y="81"/>
                    <a:pt x="452" y="81"/>
                  </a:cubicBezTo>
                  <a:cubicBezTo>
                    <a:pt x="455" y="81"/>
                    <a:pt x="457" y="79"/>
                    <a:pt x="462" y="79"/>
                  </a:cubicBezTo>
                  <a:cubicBezTo>
                    <a:pt x="461" y="78"/>
                    <a:pt x="461" y="75"/>
                    <a:pt x="463" y="75"/>
                  </a:cubicBezTo>
                  <a:cubicBezTo>
                    <a:pt x="463" y="75"/>
                    <a:pt x="464" y="76"/>
                    <a:pt x="465" y="77"/>
                  </a:cubicBezTo>
                  <a:cubicBezTo>
                    <a:pt x="465" y="78"/>
                    <a:pt x="466" y="78"/>
                    <a:pt x="466" y="78"/>
                  </a:cubicBezTo>
                  <a:cubicBezTo>
                    <a:pt x="470" y="78"/>
                    <a:pt x="482" y="67"/>
                    <a:pt x="482" y="64"/>
                  </a:cubicBezTo>
                  <a:cubicBezTo>
                    <a:pt x="482" y="61"/>
                    <a:pt x="475" y="59"/>
                    <a:pt x="475" y="57"/>
                  </a:cubicBezTo>
                  <a:cubicBezTo>
                    <a:pt x="475" y="55"/>
                    <a:pt x="471" y="50"/>
                    <a:pt x="480" y="46"/>
                  </a:cubicBezTo>
                  <a:cubicBezTo>
                    <a:pt x="481" y="44"/>
                    <a:pt x="480" y="44"/>
                    <a:pt x="480" y="39"/>
                  </a:cubicBezTo>
                  <a:cubicBezTo>
                    <a:pt x="471" y="39"/>
                    <a:pt x="473" y="32"/>
                    <a:pt x="462" y="32"/>
                  </a:cubicBezTo>
                  <a:cubicBezTo>
                    <a:pt x="459" y="32"/>
                    <a:pt x="457" y="30"/>
                    <a:pt x="455" y="30"/>
                  </a:cubicBezTo>
                  <a:cubicBezTo>
                    <a:pt x="451" y="30"/>
                    <a:pt x="448" y="32"/>
                    <a:pt x="448" y="36"/>
                  </a:cubicBezTo>
                  <a:cubicBezTo>
                    <a:pt x="448" y="39"/>
                    <a:pt x="452" y="41"/>
                    <a:pt x="452" y="43"/>
                  </a:cubicBezTo>
                  <a:cubicBezTo>
                    <a:pt x="452" y="46"/>
                    <a:pt x="445" y="46"/>
                    <a:pt x="444" y="49"/>
                  </a:cubicBezTo>
                  <a:cubicBezTo>
                    <a:pt x="442" y="54"/>
                    <a:pt x="442" y="58"/>
                    <a:pt x="438" y="63"/>
                  </a:cubicBezTo>
                  <a:cubicBezTo>
                    <a:pt x="437" y="65"/>
                    <a:pt x="435" y="65"/>
                    <a:pt x="434" y="65"/>
                  </a:cubicBezTo>
                  <a:cubicBezTo>
                    <a:pt x="428" y="65"/>
                    <a:pt x="423" y="57"/>
                    <a:pt x="423" y="55"/>
                  </a:cubicBezTo>
                  <a:cubicBezTo>
                    <a:pt x="423" y="51"/>
                    <a:pt x="428" y="52"/>
                    <a:pt x="428" y="48"/>
                  </a:cubicBezTo>
                  <a:cubicBezTo>
                    <a:pt x="428" y="46"/>
                    <a:pt x="420" y="38"/>
                    <a:pt x="418" y="38"/>
                  </a:cubicBezTo>
                  <a:cubicBezTo>
                    <a:pt x="409" y="38"/>
                    <a:pt x="415" y="50"/>
                    <a:pt x="406" y="50"/>
                  </a:cubicBezTo>
                  <a:cubicBezTo>
                    <a:pt x="406" y="45"/>
                    <a:pt x="406" y="42"/>
                    <a:pt x="400" y="39"/>
                  </a:cubicBezTo>
                  <a:cubicBezTo>
                    <a:pt x="401" y="37"/>
                    <a:pt x="401" y="36"/>
                    <a:pt x="403" y="35"/>
                  </a:cubicBezTo>
                  <a:cubicBezTo>
                    <a:pt x="398" y="32"/>
                    <a:pt x="392" y="35"/>
                    <a:pt x="388" y="31"/>
                  </a:cubicBezTo>
                  <a:cubicBezTo>
                    <a:pt x="390" y="30"/>
                    <a:pt x="396" y="28"/>
                    <a:pt x="396" y="24"/>
                  </a:cubicBezTo>
                  <a:cubicBezTo>
                    <a:pt x="396" y="19"/>
                    <a:pt x="387" y="19"/>
                    <a:pt x="387" y="15"/>
                  </a:cubicBezTo>
                  <a:cubicBezTo>
                    <a:pt x="387" y="6"/>
                    <a:pt x="380" y="0"/>
                    <a:pt x="369" y="0"/>
                  </a:cubicBezTo>
                  <a:cubicBezTo>
                    <a:pt x="369" y="0"/>
                    <a:pt x="369" y="0"/>
                    <a:pt x="36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 name="Freeform 110"/>
            <p:cNvSpPr>
              <a:spLocks noEditPoints="1"/>
            </p:cNvSpPr>
            <p:nvPr/>
          </p:nvSpPr>
          <p:spPr bwMode="auto">
            <a:xfrm>
              <a:off x="1009650" y="1554163"/>
              <a:ext cx="1138238" cy="819150"/>
            </a:xfrm>
            <a:custGeom>
              <a:avLst/>
              <a:gdLst>
                <a:gd name="T0" fmla="*/ 216 w 303"/>
                <a:gd name="T1" fmla="*/ 23 h 218"/>
                <a:gd name="T2" fmla="*/ 216 w 303"/>
                <a:gd name="T3" fmla="*/ 24 h 218"/>
                <a:gd name="T4" fmla="*/ 216 w 303"/>
                <a:gd name="T5" fmla="*/ 23 h 218"/>
                <a:gd name="T6" fmla="*/ 75 w 303"/>
                <a:gd name="T7" fmla="*/ 8 h 218"/>
                <a:gd name="T8" fmla="*/ 70 w 303"/>
                <a:gd name="T9" fmla="*/ 8 h 218"/>
                <a:gd name="T10" fmla="*/ 65 w 303"/>
                <a:gd name="T11" fmla="*/ 9 h 218"/>
                <a:gd name="T12" fmla="*/ 13 w 303"/>
                <a:gd name="T13" fmla="*/ 36 h 218"/>
                <a:gd name="T14" fmla="*/ 24 w 303"/>
                <a:gd name="T15" fmla="*/ 50 h 218"/>
                <a:gd name="T16" fmla="*/ 49 w 303"/>
                <a:gd name="T17" fmla="*/ 75 h 218"/>
                <a:gd name="T18" fmla="*/ 41 w 303"/>
                <a:gd name="T19" fmla="*/ 75 h 218"/>
                <a:gd name="T20" fmla="*/ 31 w 303"/>
                <a:gd name="T21" fmla="*/ 68 h 218"/>
                <a:gd name="T22" fmla="*/ 0 w 303"/>
                <a:gd name="T23" fmla="*/ 81 h 218"/>
                <a:gd name="T24" fmla="*/ 8 w 303"/>
                <a:gd name="T25" fmla="*/ 88 h 218"/>
                <a:gd name="T26" fmla="*/ 26 w 303"/>
                <a:gd name="T27" fmla="*/ 96 h 218"/>
                <a:gd name="T28" fmla="*/ 38 w 303"/>
                <a:gd name="T29" fmla="*/ 98 h 218"/>
                <a:gd name="T30" fmla="*/ 53 w 303"/>
                <a:gd name="T31" fmla="*/ 93 h 218"/>
                <a:gd name="T32" fmla="*/ 55 w 303"/>
                <a:gd name="T33" fmla="*/ 98 h 218"/>
                <a:gd name="T34" fmla="*/ 51 w 303"/>
                <a:gd name="T35" fmla="*/ 98 h 218"/>
                <a:gd name="T36" fmla="*/ 34 w 303"/>
                <a:gd name="T37" fmla="*/ 116 h 218"/>
                <a:gd name="T38" fmla="*/ 24 w 303"/>
                <a:gd name="T39" fmla="*/ 144 h 218"/>
                <a:gd name="T40" fmla="*/ 38 w 303"/>
                <a:gd name="T41" fmla="*/ 158 h 218"/>
                <a:gd name="T42" fmla="*/ 46 w 303"/>
                <a:gd name="T43" fmla="*/ 157 h 218"/>
                <a:gd name="T44" fmla="*/ 49 w 303"/>
                <a:gd name="T45" fmla="*/ 170 h 218"/>
                <a:gd name="T46" fmla="*/ 57 w 303"/>
                <a:gd name="T47" fmla="*/ 168 h 218"/>
                <a:gd name="T48" fmla="*/ 71 w 303"/>
                <a:gd name="T49" fmla="*/ 172 h 218"/>
                <a:gd name="T50" fmla="*/ 81 w 303"/>
                <a:gd name="T51" fmla="*/ 169 h 218"/>
                <a:gd name="T52" fmla="*/ 95 w 303"/>
                <a:gd name="T53" fmla="*/ 165 h 218"/>
                <a:gd name="T54" fmla="*/ 59 w 303"/>
                <a:gd name="T55" fmla="*/ 198 h 218"/>
                <a:gd name="T56" fmla="*/ 36 w 303"/>
                <a:gd name="T57" fmla="*/ 211 h 218"/>
                <a:gd name="T58" fmla="*/ 27 w 303"/>
                <a:gd name="T59" fmla="*/ 218 h 218"/>
                <a:gd name="T60" fmla="*/ 73 w 303"/>
                <a:gd name="T61" fmla="*/ 199 h 218"/>
                <a:gd name="T62" fmla="*/ 99 w 303"/>
                <a:gd name="T63" fmla="*/ 179 h 218"/>
                <a:gd name="T64" fmla="*/ 112 w 303"/>
                <a:gd name="T65" fmla="*/ 163 h 218"/>
                <a:gd name="T66" fmla="*/ 141 w 303"/>
                <a:gd name="T67" fmla="*/ 138 h 218"/>
                <a:gd name="T68" fmla="*/ 128 w 303"/>
                <a:gd name="T69" fmla="*/ 155 h 218"/>
                <a:gd name="T70" fmla="*/ 126 w 303"/>
                <a:gd name="T71" fmla="*/ 160 h 218"/>
                <a:gd name="T72" fmla="*/ 157 w 303"/>
                <a:gd name="T73" fmla="*/ 146 h 218"/>
                <a:gd name="T74" fmla="*/ 166 w 303"/>
                <a:gd name="T75" fmla="*/ 138 h 218"/>
                <a:gd name="T76" fmla="*/ 209 w 303"/>
                <a:gd name="T77" fmla="*/ 152 h 218"/>
                <a:gd name="T78" fmla="*/ 247 w 303"/>
                <a:gd name="T79" fmla="*/ 173 h 218"/>
                <a:gd name="T80" fmla="*/ 260 w 303"/>
                <a:gd name="T81" fmla="*/ 172 h 218"/>
                <a:gd name="T82" fmla="*/ 265 w 303"/>
                <a:gd name="T83" fmla="*/ 174 h 218"/>
                <a:gd name="T84" fmla="*/ 267 w 303"/>
                <a:gd name="T85" fmla="*/ 184 h 218"/>
                <a:gd name="T86" fmla="*/ 275 w 303"/>
                <a:gd name="T87" fmla="*/ 184 h 218"/>
                <a:gd name="T88" fmla="*/ 275 w 303"/>
                <a:gd name="T89" fmla="*/ 194 h 218"/>
                <a:gd name="T90" fmla="*/ 284 w 303"/>
                <a:gd name="T91" fmla="*/ 202 h 218"/>
                <a:gd name="T92" fmla="*/ 299 w 303"/>
                <a:gd name="T93" fmla="*/ 210 h 218"/>
                <a:gd name="T94" fmla="*/ 303 w 303"/>
                <a:gd name="T95" fmla="*/ 205 h 218"/>
                <a:gd name="T96" fmla="*/ 288 w 303"/>
                <a:gd name="T97" fmla="*/ 192 h 218"/>
                <a:gd name="T98" fmla="*/ 279 w 303"/>
                <a:gd name="T99" fmla="*/ 176 h 218"/>
                <a:gd name="T100" fmla="*/ 253 w 303"/>
                <a:gd name="T101" fmla="*/ 155 h 218"/>
                <a:gd name="T102" fmla="*/ 231 w 303"/>
                <a:gd name="T103" fmla="*/ 151 h 218"/>
                <a:gd name="T104" fmla="*/ 223 w 303"/>
                <a:gd name="T105" fmla="*/ 148 h 218"/>
                <a:gd name="T106" fmla="*/ 216 w 303"/>
                <a:gd name="T107" fmla="*/ 147 h 218"/>
                <a:gd name="T108" fmla="*/ 216 w 303"/>
                <a:gd name="T109" fmla="*/ 24 h 218"/>
                <a:gd name="T110" fmla="*/ 184 w 303"/>
                <a:gd name="T111" fmla="*/ 20 h 218"/>
                <a:gd name="T112" fmla="*/ 130 w 303"/>
                <a:gd name="T113" fmla="*/ 13 h 218"/>
                <a:gd name="T114" fmla="*/ 108 w 303"/>
                <a:gd name="T115" fmla="*/ 7 h 218"/>
                <a:gd name="T116" fmla="*/ 95 w 303"/>
                <a:gd name="T117" fmla="*/ 8 h 218"/>
                <a:gd name="T118" fmla="*/ 96 w 303"/>
                <a:gd name="T119" fmla="*/ 4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3" h="218">
                  <a:moveTo>
                    <a:pt x="216" y="23"/>
                  </a:moveTo>
                  <a:cubicBezTo>
                    <a:pt x="216" y="23"/>
                    <a:pt x="216" y="23"/>
                    <a:pt x="216" y="23"/>
                  </a:cubicBezTo>
                  <a:cubicBezTo>
                    <a:pt x="216" y="24"/>
                    <a:pt x="216" y="24"/>
                    <a:pt x="216" y="24"/>
                  </a:cubicBezTo>
                  <a:cubicBezTo>
                    <a:pt x="216" y="24"/>
                    <a:pt x="216" y="24"/>
                    <a:pt x="216" y="24"/>
                  </a:cubicBezTo>
                  <a:cubicBezTo>
                    <a:pt x="216" y="23"/>
                    <a:pt x="216" y="23"/>
                    <a:pt x="216" y="23"/>
                  </a:cubicBezTo>
                  <a:cubicBezTo>
                    <a:pt x="216" y="23"/>
                    <a:pt x="216" y="23"/>
                    <a:pt x="216" y="23"/>
                  </a:cubicBezTo>
                  <a:moveTo>
                    <a:pt x="88" y="0"/>
                  </a:moveTo>
                  <a:cubicBezTo>
                    <a:pt x="83" y="0"/>
                    <a:pt x="80" y="6"/>
                    <a:pt x="75" y="8"/>
                  </a:cubicBezTo>
                  <a:cubicBezTo>
                    <a:pt x="74" y="9"/>
                    <a:pt x="73" y="9"/>
                    <a:pt x="72" y="9"/>
                  </a:cubicBezTo>
                  <a:cubicBezTo>
                    <a:pt x="71" y="9"/>
                    <a:pt x="71" y="9"/>
                    <a:pt x="70" y="8"/>
                  </a:cubicBezTo>
                  <a:cubicBezTo>
                    <a:pt x="69" y="8"/>
                    <a:pt x="68" y="8"/>
                    <a:pt x="68" y="8"/>
                  </a:cubicBezTo>
                  <a:cubicBezTo>
                    <a:pt x="67" y="8"/>
                    <a:pt x="66" y="8"/>
                    <a:pt x="65" y="9"/>
                  </a:cubicBezTo>
                  <a:cubicBezTo>
                    <a:pt x="50" y="14"/>
                    <a:pt x="37" y="24"/>
                    <a:pt x="28" y="36"/>
                  </a:cubicBezTo>
                  <a:cubicBezTo>
                    <a:pt x="13" y="36"/>
                    <a:pt x="13" y="36"/>
                    <a:pt x="13" y="36"/>
                  </a:cubicBezTo>
                  <a:cubicBezTo>
                    <a:pt x="13" y="37"/>
                    <a:pt x="9" y="44"/>
                    <a:pt x="9" y="44"/>
                  </a:cubicBezTo>
                  <a:cubicBezTo>
                    <a:pt x="9" y="46"/>
                    <a:pt x="20" y="48"/>
                    <a:pt x="24" y="50"/>
                  </a:cubicBezTo>
                  <a:cubicBezTo>
                    <a:pt x="26" y="52"/>
                    <a:pt x="30" y="60"/>
                    <a:pt x="32" y="61"/>
                  </a:cubicBezTo>
                  <a:cubicBezTo>
                    <a:pt x="40" y="65"/>
                    <a:pt x="46" y="66"/>
                    <a:pt x="49" y="75"/>
                  </a:cubicBezTo>
                  <a:cubicBezTo>
                    <a:pt x="48" y="75"/>
                    <a:pt x="47" y="75"/>
                    <a:pt x="47" y="75"/>
                  </a:cubicBezTo>
                  <a:cubicBezTo>
                    <a:pt x="45" y="75"/>
                    <a:pt x="44" y="75"/>
                    <a:pt x="41" y="75"/>
                  </a:cubicBezTo>
                  <a:cubicBezTo>
                    <a:pt x="39" y="75"/>
                    <a:pt x="37" y="75"/>
                    <a:pt x="36" y="75"/>
                  </a:cubicBezTo>
                  <a:cubicBezTo>
                    <a:pt x="33" y="75"/>
                    <a:pt x="31" y="74"/>
                    <a:pt x="31" y="68"/>
                  </a:cubicBezTo>
                  <a:cubicBezTo>
                    <a:pt x="26" y="68"/>
                    <a:pt x="26" y="68"/>
                    <a:pt x="26" y="68"/>
                  </a:cubicBezTo>
                  <a:cubicBezTo>
                    <a:pt x="19" y="73"/>
                    <a:pt x="7" y="77"/>
                    <a:pt x="0" y="81"/>
                  </a:cubicBezTo>
                  <a:cubicBezTo>
                    <a:pt x="1" y="84"/>
                    <a:pt x="4" y="85"/>
                    <a:pt x="9" y="85"/>
                  </a:cubicBezTo>
                  <a:cubicBezTo>
                    <a:pt x="8" y="86"/>
                    <a:pt x="8" y="87"/>
                    <a:pt x="8" y="88"/>
                  </a:cubicBezTo>
                  <a:cubicBezTo>
                    <a:pt x="8" y="91"/>
                    <a:pt x="11" y="92"/>
                    <a:pt x="11" y="96"/>
                  </a:cubicBezTo>
                  <a:cubicBezTo>
                    <a:pt x="14" y="96"/>
                    <a:pt x="21" y="96"/>
                    <a:pt x="26" y="96"/>
                  </a:cubicBezTo>
                  <a:cubicBezTo>
                    <a:pt x="27" y="96"/>
                    <a:pt x="28" y="96"/>
                    <a:pt x="28" y="96"/>
                  </a:cubicBezTo>
                  <a:cubicBezTo>
                    <a:pt x="31" y="96"/>
                    <a:pt x="33" y="98"/>
                    <a:pt x="38" y="98"/>
                  </a:cubicBezTo>
                  <a:cubicBezTo>
                    <a:pt x="44" y="98"/>
                    <a:pt x="46" y="93"/>
                    <a:pt x="51" y="93"/>
                  </a:cubicBezTo>
                  <a:cubicBezTo>
                    <a:pt x="52" y="93"/>
                    <a:pt x="52" y="93"/>
                    <a:pt x="53" y="93"/>
                  </a:cubicBezTo>
                  <a:cubicBezTo>
                    <a:pt x="54" y="93"/>
                    <a:pt x="54" y="93"/>
                    <a:pt x="55" y="93"/>
                  </a:cubicBezTo>
                  <a:cubicBezTo>
                    <a:pt x="55" y="98"/>
                    <a:pt x="55" y="98"/>
                    <a:pt x="55" y="98"/>
                  </a:cubicBezTo>
                  <a:cubicBezTo>
                    <a:pt x="54" y="97"/>
                    <a:pt x="54" y="97"/>
                    <a:pt x="53" y="97"/>
                  </a:cubicBezTo>
                  <a:cubicBezTo>
                    <a:pt x="53" y="97"/>
                    <a:pt x="52" y="97"/>
                    <a:pt x="51" y="98"/>
                  </a:cubicBezTo>
                  <a:cubicBezTo>
                    <a:pt x="51" y="99"/>
                    <a:pt x="56" y="103"/>
                    <a:pt x="56" y="105"/>
                  </a:cubicBezTo>
                  <a:cubicBezTo>
                    <a:pt x="56" y="109"/>
                    <a:pt x="36" y="116"/>
                    <a:pt x="34" y="116"/>
                  </a:cubicBezTo>
                  <a:cubicBezTo>
                    <a:pt x="28" y="116"/>
                    <a:pt x="12" y="123"/>
                    <a:pt x="12" y="132"/>
                  </a:cubicBezTo>
                  <a:cubicBezTo>
                    <a:pt x="12" y="136"/>
                    <a:pt x="21" y="138"/>
                    <a:pt x="24" y="144"/>
                  </a:cubicBezTo>
                  <a:cubicBezTo>
                    <a:pt x="22" y="144"/>
                    <a:pt x="21" y="145"/>
                    <a:pt x="19" y="145"/>
                  </a:cubicBezTo>
                  <a:cubicBezTo>
                    <a:pt x="21" y="147"/>
                    <a:pt x="35" y="158"/>
                    <a:pt x="38" y="158"/>
                  </a:cubicBezTo>
                  <a:cubicBezTo>
                    <a:pt x="40" y="158"/>
                    <a:pt x="42" y="153"/>
                    <a:pt x="44" y="153"/>
                  </a:cubicBezTo>
                  <a:cubicBezTo>
                    <a:pt x="47" y="153"/>
                    <a:pt x="46" y="157"/>
                    <a:pt x="46" y="157"/>
                  </a:cubicBezTo>
                  <a:cubicBezTo>
                    <a:pt x="46" y="160"/>
                    <a:pt x="46" y="160"/>
                    <a:pt x="46" y="163"/>
                  </a:cubicBezTo>
                  <a:cubicBezTo>
                    <a:pt x="46" y="165"/>
                    <a:pt x="48" y="170"/>
                    <a:pt x="49" y="170"/>
                  </a:cubicBezTo>
                  <a:cubicBezTo>
                    <a:pt x="50" y="170"/>
                    <a:pt x="52" y="168"/>
                    <a:pt x="54" y="168"/>
                  </a:cubicBezTo>
                  <a:cubicBezTo>
                    <a:pt x="55" y="168"/>
                    <a:pt x="54" y="168"/>
                    <a:pt x="57" y="168"/>
                  </a:cubicBezTo>
                  <a:cubicBezTo>
                    <a:pt x="57" y="167"/>
                    <a:pt x="57" y="165"/>
                    <a:pt x="57" y="164"/>
                  </a:cubicBezTo>
                  <a:cubicBezTo>
                    <a:pt x="62" y="167"/>
                    <a:pt x="64" y="169"/>
                    <a:pt x="71" y="172"/>
                  </a:cubicBezTo>
                  <a:cubicBezTo>
                    <a:pt x="71" y="170"/>
                    <a:pt x="72" y="169"/>
                    <a:pt x="73" y="167"/>
                  </a:cubicBezTo>
                  <a:cubicBezTo>
                    <a:pt x="76" y="167"/>
                    <a:pt x="77" y="169"/>
                    <a:pt x="81" y="169"/>
                  </a:cubicBezTo>
                  <a:cubicBezTo>
                    <a:pt x="85" y="169"/>
                    <a:pt x="87" y="167"/>
                    <a:pt x="91" y="165"/>
                  </a:cubicBezTo>
                  <a:cubicBezTo>
                    <a:pt x="95" y="165"/>
                    <a:pt x="95" y="165"/>
                    <a:pt x="95" y="165"/>
                  </a:cubicBezTo>
                  <a:cubicBezTo>
                    <a:pt x="88" y="169"/>
                    <a:pt x="88" y="178"/>
                    <a:pt x="82" y="182"/>
                  </a:cubicBezTo>
                  <a:cubicBezTo>
                    <a:pt x="75" y="187"/>
                    <a:pt x="64" y="192"/>
                    <a:pt x="59" y="198"/>
                  </a:cubicBezTo>
                  <a:cubicBezTo>
                    <a:pt x="56" y="202"/>
                    <a:pt x="50" y="199"/>
                    <a:pt x="46" y="202"/>
                  </a:cubicBezTo>
                  <a:cubicBezTo>
                    <a:pt x="42" y="204"/>
                    <a:pt x="40" y="209"/>
                    <a:pt x="36" y="211"/>
                  </a:cubicBezTo>
                  <a:cubicBezTo>
                    <a:pt x="32" y="214"/>
                    <a:pt x="26" y="212"/>
                    <a:pt x="23" y="217"/>
                  </a:cubicBezTo>
                  <a:cubicBezTo>
                    <a:pt x="24" y="218"/>
                    <a:pt x="26" y="218"/>
                    <a:pt x="27" y="218"/>
                  </a:cubicBezTo>
                  <a:cubicBezTo>
                    <a:pt x="36" y="218"/>
                    <a:pt x="42" y="209"/>
                    <a:pt x="51" y="207"/>
                  </a:cubicBezTo>
                  <a:cubicBezTo>
                    <a:pt x="59" y="206"/>
                    <a:pt x="69" y="203"/>
                    <a:pt x="73" y="199"/>
                  </a:cubicBezTo>
                  <a:cubicBezTo>
                    <a:pt x="78" y="194"/>
                    <a:pt x="88" y="191"/>
                    <a:pt x="92" y="186"/>
                  </a:cubicBezTo>
                  <a:cubicBezTo>
                    <a:pt x="94" y="183"/>
                    <a:pt x="95" y="180"/>
                    <a:pt x="99" y="179"/>
                  </a:cubicBezTo>
                  <a:cubicBezTo>
                    <a:pt x="106" y="176"/>
                    <a:pt x="112" y="174"/>
                    <a:pt x="112" y="167"/>
                  </a:cubicBezTo>
                  <a:cubicBezTo>
                    <a:pt x="112" y="166"/>
                    <a:pt x="112" y="165"/>
                    <a:pt x="112" y="163"/>
                  </a:cubicBezTo>
                  <a:cubicBezTo>
                    <a:pt x="112" y="154"/>
                    <a:pt x="131" y="138"/>
                    <a:pt x="137" y="138"/>
                  </a:cubicBezTo>
                  <a:cubicBezTo>
                    <a:pt x="139" y="138"/>
                    <a:pt x="138" y="138"/>
                    <a:pt x="141" y="138"/>
                  </a:cubicBezTo>
                  <a:cubicBezTo>
                    <a:pt x="141" y="139"/>
                    <a:pt x="141" y="140"/>
                    <a:pt x="141" y="141"/>
                  </a:cubicBezTo>
                  <a:cubicBezTo>
                    <a:pt x="132" y="143"/>
                    <a:pt x="128" y="148"/>
                    <a:pt x="128" y="155"/>
                  </a:cubicBezTo>
                  <a:cubicBezTo>
                    <a:pt x="128" y="156"/>
                    <a:pt x="127" y="156"/>
                    <a:pt x="128" y="158"/>
                  </a:cubicBezTo>
                  <a:cubicBezTo>
                    <a:pt x="128" y="158"/>
                    <a:pt x="126" y="159"/>
                    <a:pt x="126" y="160"/>
                  </a:cubicBezTo>
                  <a:cubicBezTo>
                    <a:pt x="126" y="161"/>
                    <a:pt x="128" y="162"/>
                    <a:pt x="129" y="162"/>
                  </a:cubicBezTo>
                  <a:cubicBezTo>
                    <a:pt x="135" y="162"/>
                    <a:pt x="154" y="152"/>
                    <a:pt x="157" y="146"/>
                  </a:cubicBezTo>
                  <a:cubicBezTo>
                    <a:pt x="156" y="145"/>
                    <a:pt x="155" y="144"/>
                    <a:pt x="154" y="142"/>
                  </a:cubicBezTo>
                  <a:cubicBezTo>
                    <a:pt x="157" y="141"/>
                    <a:pt x="163" y="140"/>
                    <a:pt x="166" y="138"/>
                  </a:cubicBezTo>
                  <a:cubicBezTo>
                    <a:pt x="171" y="148"/>
                    <a:pt x="183" y="149"/>
                    <a:pt x="193" y="152"/>
                  </a:cubicBezTo>
                  <a:cubicBezTo>
                    <a:pt x="209" y="152"/>
                    <a:pt x="209" y="152"/>
                    <a:pt x="209" y="152"/>
                  </a:cubicBezTo>
                  <a:cubicBezTo>
                    <a:pt x="217" y="157"/>
                    <a:pt x="227" y="157"/>
                    <a:pt x="234" y="162"/>
                  </a:cubicBezTo>
                  <a:cubicBezTo>
                    <a:pt x="238" y="165"/>
                    <a:pt x="242" y="173"/>
                    <a:pt x="247" y="173"/>
                  </a:cubicBezTo>
                  <a:cubicBezTo>
                    <a:pt x="250" y="173"/>
                    <a:pt x="251" y="170"/>
                    <a:pt x="252" y="168"/>
                  </a:cubicBezTo>
                  <a:cubicBezTo>
                    <a:pt x="254" y="170"/>
                    <a:pt x="256" y="172"/>
                    <a:pt x="260" y="172"/>
                  </a:cubicBezTo>
                  <a:cubicBezTo>
                    <a:pt x="261" y="172"/>
                    <a:pt x="261" y="171"/>
                    <a:pt x="261" y="171"/>
                  </a:cubicBezTo>
                  <a:cubicBezTo>
                    <a:pt x="263" y="171"/>
                    <a:pt x="264" y="173"/>
                    <a:pt x="265" y="174"/>
                  </a:cubicBezTo>
                  <a:cubicBezTo>
                    <a:pt x="265" y="176"/>
                    <a:pt x="263" y="177"/>
                    <a:pt x="263" y="180"/>
                  </a:cubicBezTo>
                  <a:cubicBezTo>
                    <a:pt x="263" y="182"/>
                    <a:pt x="266" y="184"/>
                    <a:pt x="267" y="184"/>
                  </a:cubicBezTo>
                  <a:cubicBezTo>
                    <a:pt x="271" y="184"/>
                    <a:pt x="269" y="181"/>
                    <a:pt x="275" y="181"/>
                  </a:cubicBezTo>
                  <a:cubicBezTo>
                    <a:pt x="275" y="181"/>
                    <a:pt x="275" y="182"/>
                    <a:pt x="275" y="184"/>
                  </a:cubicBezTo>
                  <a:cubicBezTo>
                    <a:pt x="275" y="187"/>
                    <a:pt x="270" y="187"/>
                    <a:pt x="270" y="189"/>
                  </a:cubicBezTo>
                  <a:cubicBezTo>
                    <a:pt x="270" y="191"/>
                    <a:pt x="271" y="194"/>
                    <a:pt x="275" y="194"/>
                  </a:cubicBezTo>
                  <a:cubicBezTo>
                    <a:pt x="280" y="194"/>
                    <a:pt x="284" y="194"/>
                    <a:pt x="284" y="198"/>
                  </a:cubicBezTo>
                  <a:cubicBezTo>
                    <a:pt x="284" y="200"/>
                    <a:pt x="284" y="200"/>
                    <a:pt x="284" y="202"/>
                  </a:cubicBezTo>
                  <a:cubicBezTo>
                    <a:pt x="284" y="205"/>
                    <a:pt x="291" y="211"/>
                    <a:pt x="296" y="211"/>
                  </a:cubicBezTo>
                  <a:cubicBezTo>
                    <a:pt x="297" y="211"/>
                    <a:pt x="297" y="210"/>
                    <a:pt x="299" y="210"/>
                  </a:cubicBezTo>
                  <a:cubicBezTo>
                    <a:pt x="299" y="208"/>
                    <a:pt x="303" y="208"/>
                    <a:pt x="303" y="205"/>
                  </a:cubicBezTo>
                  <a:cubicBezTo>
                    <a:pt x="303" y="205"/>
                    <a:pt x="303" y="205"/>
                    <a:pt x="303" y="205"/>
                  </a:cubicBezTo>
                  <a:cubicBezTo>
                    <a:pt x="303" y="199"/>
                    <a:pt x="298" y="197"/>
                    <a:pt x="295" y="195"/>
                  </a:cubicBezTo>
                  <a:cubicBezTo>
                    <a:pt x="294" y="192"/>
                    <a:pt x="290" y="193"/>
                    <a:pt x="288" y="192"/>
                  </a:cubicBezTo>
                  <a:cubicBezTo>
                    <a:pt x="285" y="188"/>
                    <a:pt x="284" y="184"/>
                    <a:pt x="283" y="181"/>
                  </a:cubicBezTo>
                  <a:cubicBezTo>
                    <a:pt x="282" y="178"/>
                    <a:pt x="280" y="178"/>
                    <a:pt x="279" y="176"/>
                  </a:cubicBezTo>
                  <a:cubicBezTo>
                    <a:pt x="272" y="165"/>
                    <a:pt x="267" y="162"/>
                    <a:pt x="259" y="154"/>
                  </a:cubicBezTo>
                  <a:cubicBezTo>
                    <a:pt x="257" y="155"/>
                    <a:pt x="255" y="155"/>
                    <a:pt x="253" y="155"/>
                  </a:cubicBezTo>
                  <a:cubicBezTo>
                    <a:pt x="249" y="156"/>
                    <a:pt x="249" y="162"/>
                    <a:pt x="245" y="162"/>
                  </a:cubicBezTo>
                  <a:cubicBezTo>
                    <a:pt x="240" y="162"/>
                    <a:pt x="234" y="155"/>
                    <a:pt x="231" y="151"/>
                  </a:cubicBezTo>
                  <a:cubicBezTo>
                    <a:pt x="230" y="148"/>
                    <a:pt x="227" y="148"/>
                    <a:pt x="224" y="148"/>
                  </a:cubicBezTo>
                  <a:cubicBezTo>
                    <a:pt x="224" y="148"/>
                    <a:pt x="223" y="148"/>
                    <a:pt x="223" y="148"/>
                  </a:cubicBezTo>
                  <a:cubicBezTo>
                    <a:pt x="222" y="148"/>
                    <a:pt x="222" y="148"/>
                    <a:pt x="221" y="148"/>
                  </a:cubicBezTo>
                  <a:cubicBezTo>
                    <a:pt x="219" y="148"/>
                    <a:pt x="217" y="148"/>
                    <a:pt x="216" y="147"/>
                  </a:cubicBezTo>
                  <a:cubicBezTo>
                    <a:pt x="216" y="24"/>
                    <a:pt x="216" y="24"/>
                    <a:pt x="216" y="24"/>
                  </a:cubicBezTo>
                  <a:cubicBezTo>
                    <a:pt x="216" y="24"/>
                    <a:pt x="216" y="24"/>
                    <a:pt x="216" y="24"/>
                  </a:cubicBezTo>
                  <a:cubicBezTo>
                    <a:pt x="209" y="21"/>
                    <a:pt x="206" y="18"/>
                    <a:pt x="198" y="18"/>
                  </a:cubicBezTo>
                  <a:cubicBezTo>
                    <a:pt x="193" y="18"/>
                    <a:pt x="189" y="20"/>
                    <a:pt x="184" y="20"/>
                  </a:cubicBezTo>
                  <a:cubicBezTo>
                    <a:pt x="176" y="20"/>
                    <a:pt x="158" y="19"/>
                    <a:pt x="152" y="13"/>
                  </a:cubicBezTo>
                  <a:cubicBezTo>
                    <a:pt x="130" y="13"/>
                    <a:pt x="130" y="13"/>
                    <a:pt x="130" y="13"/>
                  </a:cubicBezTo>
                  <a:cubicBezTo>
                    <a:pt x="126" y="11"/>
                    <a:pt x="125" y="10"/>
                    <a:pt x="122" y="7"/>
                  </a:cubicBezTo>
                  <a:cubicBezTo>
                    <a:pt x="108" y="7"/>
                    <a:pt x="108" y="7"/>
                    <a:pt x="108" y="7"/>
                  </a:cubicBezTo>
                  <a:cubicBezTo>
                    <a:pt x="105" y="6"/>
                    <a:pt x="104" y="6"/>
                    <a:pt x="101" y="4"/>
                  </a:cubicBezTo>
                  <a:cubicBezTo>
                    <a:pt x="100" y="6"/>
                    <a:pt x="97" y="8"/>
                    <a:pt x="95" y="8"/>
                  </a:cubicBezTo>
                  <a:cubicBezTo>
                    <a:pt x="95" y="8"/>
                    <a:pt x="94" y="8"/>
                    <a:pt x="94" y="8"/>
                  </a:cubicBezTo>
                  <a:cubicBezTo>
                    <a:pt x="95" y="7"/>
                    <a:pt x="95" y="6"/>
                    <a:pt x="96" y="4"/>
                  </a:cubicBezTo>
                  <a:cubicBezTo>
                    <a:pt x="93" y="3"/>
                    <a:pt x="91" y="0"/>
                    <a:pt x="8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 name="Freeform 111"/>
            <p:cNvSpPr>
              <a:spLocks/>
            </p:cNvSpPr>
            <p:nvPr/>
          </p:nvSpPr>
          <p:spPr bwMode="auto">
            <a:xfrm>
              <a:off x="2035175" y="2286000"/>
              <a:ext cx="52388" cy="68263"/>
            </a:xfrm>
            <a:custGeom>
              <a:avLst/>
              <a:gdLst>
                <a:gd name="T0" fmla="*/ 3 w 14"/>
                <a:gd name="T1" fmla="*/ 0 h 18"/>
                <a:gd name="T2" fmla="*/ 0 w 14"/>
                <a:gd name="T3" fmla="*/ 7 h 18"/>
                <a:gd name="T4" fmla="*/ 2 w 14"/>
                <a:gd name="T5" fmla="*/ 5 h 18"/>
                <a:gd name="T6" fmla="*/ 6 w 14"/>
                <a:gd name="T7" fmla="*/ 7 h 18"/>
                <a:gd name="T8" fmla="*/ 6 w 14"/>
                <a:gd name="T9" fmla="*/ 12 h 18"/>
                <a:gd name="T10" fmla="*/ 11 w 14"/>
                <a:gd name="T11" fmla="*/ 18 h 18"/>
                <a:gd name="T12" fmla="*/ 14 w 14"/>
                <a:gd name="T13" fmla="*/ 16 h 18"/>
                <a:gd name="T14" fmla="*/ 7 w 14"/>
                <a:gd name="T15" fmla="*/ 1 h 18"/>
                <a:gd name="T16" fmla="*/ 3 w 14"/>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8">
                  <a:moveTo>
                    <a:pt x="3" y="0"/>
                  </a:moveTo>
                  <a:cubicBezTo>
                    <a:pt x="0" y="0"/>
                    <a:pt x="0" y="2"/>
                    <a:pt x="0" y="7"/>
                  </a:cubicBezTo>
                  <a:cubicBezTo>
                    <a:pt x="1" y="6"/>
                    <a:pt x="1" y="5"/>
                    <a:pt x="2" y="5"/>
                  </a:cubicBezTo>
                  <a:cubicBezTo>
                    <a:pt x="3" y="5"/>
                    <a:pt x="3" y="6"/>
                    <a:pt x="6" y="7"/>
                  </a:cubicBezTo>
                  <a:cubicBezTo>
                    <a:pt x="5" y="8"/>
                    <a:pt x="6" y="10"/>
                    <a:pt x="6" y="12"/>
                  </a:cubicBezTo>
                  <a:cubicBezTo>
                    <a:pt x="6" y="12"/>
                    <a:pt x="9" y="18"/>
                    <a:pt x="11" y="18"/>
                  </a:cubicBezTo>
                  <a:cubicBezTo>
                    <a:pt x="13" y="18"/>
                    <a:pt x="14" y="18"/>
                    <a:pt x="14" y="16"/>
                  </a:cubicBezTo>
                  <a:cubicBezTo>
                    <a:pt x="14" y="9"/>
                    <a:pt x="6" y="9"/>
                    <a:pt x="7" y="1"/>
                  </a:cubicBezTo>
                  <a:cubicBezTo>
                    <a:pt x="5" y="1"/>
                    <a:pt x="4"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0" name="Freeform 112"/>
            <p:cNvSpPr>
              <a:spLocks/>
            </p:cNvSpPr>
            <p:nvPr/>
          </p:nvSpPr>
          <p:spPr bwMode="auto">
            <a:xfrm>
              <a:off x="1952625" y="2203450"/>
              <a:ext cx="55563" cy="87313"/>
            </a:xfrm>
            <a:custGeom>
              <a:avLst/>
              <a:gdLst>
                <a:gd name="T0" fmla="*/ 10 w 15"/>
                <a:gd name="T1" fmla="*/ 0 h 23"/>
                <a:gd name="T2" fmla="*/ 8 w 15"/>
                <a:gd name="T3" fmla="*/ 1 h 23"/>
                <a:gd name="T4" fmla="*/ 4 w 15"/>
                <a:gd name="T5" fmla="*/ 0 h 23"/>
                <a:gd name="T6" fmla="*/ 0 w 15"/>
                <a:gd name="T7" fmla="*/ 3 h 23"/>
                <a:gd name="T8" fmla="*/ 8 w 15"/>
                <a:gd name="T9" fmla="*/ 11 h 23"/>
                <a:gd name="T10" fmla="*/ 12 w 15"/>
                <a:gd name="T11" fmla="*/ 23 h 23"/>
                <a:gd name="T12" fmla="*/ 13 w 15"/>
                <a:gd name="T13" fmla="*/ 12 h 23"/>
                <a:gd name="T14" fmla="*/ 11 w 15"/>
                <a:gd name="T15" fmla="*/ 12 h 23"/>
                <a:gd name="T16" fmla="*/ 10 w 15"/>
                <a:gd name="T17" fmla="*/ 12 h 23"/>
                <a:gd name="T18" fmla="*/ 10 w 15"/>
                <a:gd name="T1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23">
                  <a:moveTo>
                    <a:pt x="10" y="0"/>
                  </a:moveTo>
                  <a:cubicBezTo>
                    <a:pt x="9" y="1"/>
                    <a:pt x="8" y="1"/>
                    <a:pt x="8" y="1"/>
                  </a:cubicBezTo>
                  <a:cubicBezTo>
                    <a:pt x="7" y="1"/>
                    <a:pt x="7" y="0"/>
                    <a:pt x="4" y="0"/>
                  </a:cubicBezTo>
                  <a:cubicBezTo>
                    <a:pt x="2" y="0"/>
                    <a:pt x="0" y="1"/>
                    <a:pt x="0" y="3"/>
                  </a:cubicBezTo>
                  <a:cubicBezTo>
                    <a:pt x="0" y="7"/>
                    <a:pt x="4" y="11"/>
                    <a:pt x="8" y="11"/>
                  </a:cubicBezTo>
                  <a:cubicBezTo>
                    <a:pt x="8" y="16"/>
                    <a:pt x="9" y="19"/>
                    <a:pt x="12" y="23"/>
                  </a:cubicBezTo>
                  <a:cubicBezTo>
                    <a:pt x="15" y="20"/>
                    <a:pt x="12" y="16"/>
                    <a:pt x="13" y="12"/>
                  </a:cubicBezTo>
                  <a:cubicBezTo>
                    <a:pt x="13" y="12"/>
                    <a:pt x="12" y="12"/>
                    <a:pt x="11" y="12"/>
                  </a:cubicBezTo>
                  <a:cubicBezTo>
                    <a:pt x="10" y="12"/>
                    <a:pt x="10" y="12"/>
                    <a:pt x="10" y="12"/>
                  </a:cubicBezTo>
                  <a:cubicBezTo>
                    <a:pt x="9" y="7"/>
                    <a:pt x="10" y="7"/>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1" name="Freeform 113"/>
            <p:cNvSpPr>
              <a:spLocks/>
            </p:cNvSpPr>
            <p:nvPr/>
          </p:nvSpPr>
          <p:spPr bwMode="auto">
            <a:xfrm>
              <a:off x="2470150" y="1403350"/>
              <a:ext cx="560388" cy="293688"/>
            </a:xfrm>
            <a:custGeom>
              <a:avLst/>
              <a:gdLst>
                <a:gd name="T0" fmla="*/ 109 w 149"/>
                <a:gd name="T1" fmla="*/ 0 h 78"/>
                <a:gd name="T2" fmla="*/ 100 w 149"/>
                <a:gd name="T3" fmla="*/ 5 h 78"/>
                <a:gd name="T4" fmla="*/ 101 w 149"/>
                <a:gd name="T5" fmla="*/ 7 h 78"/>
                <a:gd name="T6" fmla="*/ 98 w 149"/>
                <a:gd name="T7" fmla="*/ 8 h 78"/>
                <a:gd name="T8" fmla="*/ 93 w 149"/>
                <a:gd name="T9" fmla="*/ 7 h 78"/>
                <a:gd name="T10" fmla="*/ 87 w 149"/>
                <a:gd name="T11" fmla="*/ 11 h 78"/>
                <a:gd name="T12" fmla="*/ 94 w 149"/>
                <a:gd name="T13" fmla="*/ 31 h 78"/>
                <a:gd name="T14" fmla="*/ 90 w 149"/>
                <a:gd name="T15" fmla="*/ 33 h 78"/>
                <a:gd name="T16" fmla="*/ 85 w 149"/>
                <a:gd name="T17" fmla="*/ 23 h 78"/>
                <a:gd name="T18" fmla="*/ 76 w 149"/>
                <a:gd name="T19" fmla="*/ 15 h 78"/>
                <a:gd name="T20" fmla="*/ 70 w 149"/>
                <a:gd name="T21" fmla="*/ 15 h 78"/>
                <a:gd name="T22" fmla="*/ 71 w 149"/>
                <a:gd name="T23" fmla="*/ 20 h 78"/>
                <a:gd name="T24" fmla="*/ 63 w 149"/>
                <a:gd name="T25" fmla="*/ 22 h 78"/>
                <a:gd name="T26" fmla="*/ 50 w 149"/>
                <a:gd name="T27" fmla="*/ 13 h 78"/>
                <a:gd name="T28" fmla="*/ 41 w 149"/>
                <a:gd name="T29" fmla="*/ 18 h 78"/>
                <a:gd name="T30" fmla="*/ 36 w 149"/>
                <a:gd name="T31" fmla="*/ 8 h 78"/>
                <a:gd name="T32" fmla="*/ 0 w 149"/>
                <a:gd name="T33" fmla="*/ 32 h 78"/>
                <a:gd name="T34" fmla="*/ 9 w 149"/>
                <a:gd name="T35" fmla="*/ 38 h 78"/>
                <a:gd name="T36" fmla="*/ 14 w 149"/>
                <a:gd name="T37" fmla="*/ 38 h 78"/>
                <a:gd name="T38" fmla="*/ 19 w 149"/>
                <a:gd name="T39" fmla="*/ 38 h 78"/>
                <a:gd name="T40" fmla="*/ 7 w 149"/>
                <a:gd name="T41" fmla="*/ 44 h 78"/>
                <a:gd name="T42" fmla="*/ 18 w 149"/>
                <a:gd name="T43" fmla="*/ 50 h 78"/>
                <a:gd name="T44" fmla="*/ 29 w 149"/>
                <a:gd name="T45" fmla="*/ 50 h 78"/>
                <a:gd name="T46" fmla="*/ 44 w 149"/>
                <a:gd name="T47" fmla="*/ 50 h 78"/>
                <a:gd name="T48" fmla="*/ 51 w 149"/>
                <a:gd name="T49" fmla="*/ 52 h 78"/>
                <a:gd name="T50" fmla="*/ 42 w 149"/>
                <a:gd name="T51" fmla="*/ 53 h 78"/>
                <a:gd name="T52" fmla="*/ 14 w 149"/>
                <a:gd name="T53" fmla="*/ 60 h 78"/>
                <a:gd name="T54" fmla="*/ 28 w 149"/>
                <a:gd name="T55" fmla="*/ 69 h 78"/>
                <a:gd name="T56" fmla="*/ 35 w 149"/>
                <a:gd name="T57" fmla="*/ 69 h 78"/>
                <a:gd name="T58" fmla="*/ 43 w 149"/>
                <a:gd name="T59" fmla="*/ 71 h 78"/>
                <a:gd name="T60" fmla="*/ 48 w 149"/>
                <a:gd name="T61" fmla="*/ 78 h 78"/>
                <a:gd name="T62" fmla="*/ 74 w 149"/>
                <a:gd name="T63" fmla="*/ 78 h 78"/>
                <a:gd name="T64" fmla="*/ 95 w 149"/>
                <a:gd name="T65" fmla="*/ 72 h 78"/>
                <a:gd name="T66" fmla="*/ 102 w 149"/>
                <a:gd name="T67" fmla="*/ 67 h 78"/>
                <a:gd name="T68" fmla="*/ 125 w 149"/>
                <a:gd name="T69" fmla="*/ 76 h 78"/>
                <a:gd name="T70" fmla="*/ 127 w 149"/>
                <a:gd name="T71" fmla="*/ 76 h 78"/>
                <a:gd name="T72" fmla="*/ 141 w 149"/>
                <a:gd name="T73" fmla="*/ 71 h 78"/>
                <a:gd name="T74" fmla="*/ 139 w 149"/>
                <a:gd name="T75" fmla="*/ 67 h 78"/>
                <a:gd name="T76" fmla="*/ 134 w 149"/>
                <a:gd name="T77" fmla="*/ 64 h 78"/>
                <a:gd name="T78" fmla="*/ 138 w 149"/>
                <a:gd name="T79" fmla="*/ 61 h 78"/>
                <a:gd name="T80" fmla="*/ 143 w 149"/>
                <a:gd name="T81" fmla="*/ 62 h 78"/>
                <a:gd name="T82" fmla="*/ 149 w 149"/>
                <a:gd name="T83" fmla="*/ 59 h 78"/>
                <a:gd name="T84" fmla="*/ 120 w 149"/>
                <a:gd name="T85" fmla="*/ 40 h 78"/>
                <a:gd name="T86" fmla="*/ 112 w 149"/>
                <a:gd name="T87" fmla="*/ 15 h 78"/>
                <a:gd name="T88" fmla="*/ 119 w 149"/>
                <a:gd name="T89" fmla="*/ 6 h 78"/>
                <a:gd name="T90" fmla="*/ 109 w 149"/>
                <a:gd name="T91"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9" h="78">
                  <a:moveTo>
                    <a:pt x="109" y="0"/>
                  </a:moveTo>
                  <a:cubicBezTo>
                    <a:pt x="104" y="0"/>
                    <a:pt x="100" y="2"/>
                    <a:pt x="100" y="5"/>
                  </a:cubicBezTo>
                  <a:cubicBezTo>
                    <a:pt x="100" y="5"/>
                    <a:pt x="100" y="7"/>
                    <a:pt x="101" y="7"/>
                  </a:cubicBezTo>
                  <a:cubicBezTo>
                    <a:pt x="99" y="8"/>
                    <a:pt x="98" y="8"/>
                    <a:pt x="98" y="8"/>
                  </a:cubicBezTo>
                  <a:cubicBezTo>
                    <a:pt x="96" y="8"/>
                    <a:pt x="96" y="7"/>
                    <a:pt x="93" y="7"/>
                  </a:cubicBezTo>
                  <a:cubicBezTo>
                    <a:pt x="90" y="7"/>
                    <a:pt x="87" y="9"/>
                    <a:pt x="87" y="11"/>
                  </a:cubicBezTo>
                  <a:cubicBezTo>
                    <a:pt x="87" y="14"/>
                    <a:pt x="92" y="27"/>
                    <a:pt x="94" y="31"/>
                  </a:cubicBezTo>
                  <a:cubicBezTo>
                    <a:pt x="93" y="32"/>
                    <a:pt x="93" y="33"/>
                    <a:pt x="90" y="33"/>
                  </a:cubicBezTo>
                  <a:cubicBezTo>
                    <a:pt x="85" y="33"/>
                    <a:pt x="87" y="26"/>
                    <a:pt x="85" y="23"/>
                  </a:cubicBezTo>
                  <a:cubicBezTo>
                    <a:pt x="84" y="19"/>
                    <a:pt x="80" y="16"/>
                    <a:pt x="76" y="15"/>
                  </a:cubicBezTo>
                  <a:cubicBezTo>
                    <a:pt x="70" y="15"/>
                    <a:pt x="70" y="15"/>
                    <a:pt x="70" y="15"/>
                  </a:cubicBezTo>
                  <a:cubicBezTo>
                    <a:pt x="70" y="16"/>
                    <a:pt x="71" y="17"/>
                    <a:pt x="71" y="20"/>
                  </a:cubicBezTo>
                  <a:cubicBezTo>
                    <a:pt x="68" y="21"/>
                    <a:pt x="66" y="21"/>
                    <a:pt x="63" y="22"/>
                  </a:cubicBezTo>
                  <a:cubicBezTo>
                    <a:pt x="61" y="17"/>
                    <a:pt x="58" y="13"/>
                    <a:pt x="50" y="13"/>
                  </a:cubicBezTo>
                  <a:cubicBezTo>
                    <a:pt x="45" y="13"/>
                    <a:pt x="43" y="17"/>
                    <a:pt x="41" y="18"/>
                  </a:cubicBezTo>
                  <a:cubicBezTo>
                    <a:pt x="40" y="17"/>
                    <a:pt x="40" y="8"/>
                    <a:pt x="36" y="8"/>
                  </a:cubicBezTo>
                  <a:cubicBezTo>
                    <a:pt x="26" y="8"/>
                    <a:pt x="0" y="19"/>
                    <a:pt x="0" y="32"/>
                  </a:cubicBezTo>
                  <a:cubicBezTo>
                    <a:pt x="0" y="34"/>
                    <a:pt x="6" y="38"/>
                    <a:pt x="9" y="38"/>
                  </a:cubicBezTo>
                  <a:cubicBezTo>
                    <a:pt x="11" y="38"/>
                    <a:pt x="12" y="38"/>
                    <a:pt x="14" y="38"/>
                  </a:cubicBezTo>
                  <a:cubicBezTo>
                    <a:pt x="15" y="38"/>
                    <a:pt x="17" y="38"/>
                    <a:pt x="19" y="38"/>
                  </a:cubicBezTo>
                  <a:cubicBezTo>
                    <a:pt x="15" y="40"/>
                    <a:pt x="7" y="38"/>
                    <a:pt x="7" y="44"/>
                  </a:cubicBezTo>
                  <a:cubicBezTo>
                    <a:pt x="7" y="49"/>
                    <a:pt x="13" y="50"/>
                    <a:pt x="18" y="50"/>
                  </a:cubicBezTo>
                  <a:cubicBezTo>
                    <a:pt x="22" y="50"/>
                    <a:pt x="27" y="50"/>
                    <a:pt x="29" y="50"/>
                  </a:cubicBezTo>
                  <a:cubicBezTo>
                    <a:pt x="32" y="50"/>
                    <a:pt x="39" y="50"/>
                    <a:pt x="44" y="50"/>
                  </a:cubicBezTo>
                  <a:cubicBezTo>
                    <a:pt x="47" y="50"/>
                    <a:pt x="49" y="51"/>
                    <a:pt x="51" y="52"/>
                  </a:cubicBezTo>
                  <a:cubicBezTo>
                    <a:pt x="48" y="53"/>
                    <a:pt x="46" y="53"/>
                    <a:pt x="42" y="53"/>
                  </a:cubicBezTo>
                  <a:cubicBezTo>
                    <a:pt x="30" y="53"/>
                    <a:pt x="21" y="54"/>
                    <a:pt x="14" y="60"/>
                  </a:cubicBezTo>
                  <a:cubicBezTo>
                    <a:pt x="16" y="63"/>
                    <a:pt x="21" y="69"/>
                    <a:pt x="28" y="69"/>
                  </a:cubicBezTo>
                  <a:cubicBezTo>
                    <a:pt x="29" y="69"/>
                    <a:pt x="32" y="69"/>
                    <a:pt x="35" y="69"/>
                  </a:cubicBezTo>
                  <a:cubicBezTo>
                    <a:pt x="38" y="69"/>
                    <a:pt x="42" y="70"/>
                    <a:pt x="43" y="71"/>
                  </a:cubicBezTo>
                  <a:cubicBezTo>
                    <a:pt x="47" y="73"/>
                    <a:pt x="44" y="78"/>
                    <a:pt x="48" y="78"/>
                  </a:cubicBezTo>
                  <a:cubicBezTo>
                    <a:pt x="56" y="78"/>
                    <a:pt x="61" y="78"/>
                    <a:pt x="74" y="78"/>
                  </a:cubicBezTo>
                  <a:cubicBezTo>
                    <a:pt x="80" y="74"/>
                    <a:pt x="87" y="76"/>
                    <a:pt x="95" y="72"/>
                  </a:cubicBezTo>
                  <a:cubicBezTo>
                    <a:pt x="99" y="70"/>
                    <a:pt x="97" y="67"/>
                    <a:pt x="102" y="67"/>
                  </a:cubicBezTo>
                  <a:cubicBezTo>
                    <a:pt x="110" y="67"/>
                    <a:pt x="114" y="76"/>
                    <a:pt x="125" y="76"/>
                  </a:cubicBezTo>
                  <a:cubicBezTo>
                    <a:pt x="126" y="76"/>
                    <a:pt x="127" y="76"/>
                    <a:pt x="127" y="76"/>
                  </a:cubicBezTo>
                  <a:cubicBezTo>
                    <a:pt x="134" y="76"/>
                    <a:pt x="139" y="75"/>
                    <a:pt x="141" y="71"/>
                  </a:cubicBezTo>
                  <a:cubicBezTo>
                    <a:pt x="140" y="70"/>
                    <a:pt x="139" y="69"/>
                    <a:pt x="139" y="67"/>
                  </a:cubicBezTo>
                  <a:cubicBezTo>
                    <a:pt x="138" y="67"/>
                    <a:pt x="134" y="67"/>
                    <a:pt x="134" y="64"/>
                  </a:cubicBezTo>
                  <a:cubicBezTo>
                    <a:pt x="134" y="62"/>
                    <a:pt x="136" y="61"/>
                    <a:pt x="138" y="61"/>
                  </a:cubicBezTo>
                  <a:cubicBezTo>
                    <a:pt x="140" y="61"/>
                    <a:pt x="141" y="62"/>
                    <a:pt x="143" y="62"/>
                  </a:cubicBezTo>
                  <a:cubicBezTo>
                    <a:pt x="145" y="62"/>
                    <a:pt x="146" y="61"/>
                    <a:pt x="149" y="59"/>
                  </a:cubicBezTo>
                  <a:cubicBezTo>
                    <a:pt x="144" y="55"/>
                    <a:pt x="120" y="49"/>
                    <a:pt x="120" y="40"/>
                  </a:cubicBezTo>
                  <a:cubicBezTo>
                    <a:pt x="120" y="32"/>
                    <a:pt x="112" y="26"/>
                    <a:pt x="112" y="15"/>
                  </a:cubicBezTo>
                  <a:cubicBezTo>
                    <a:pt x="112" y="13"/>
                    <a:pt x="119" y="10"/>
                    <a:pt x="119" y="6"/>
                  </a:cubicBezTo>
                  <a:cubicBezTo>
                    <a:pt x="119" y="2"/>
                    <a:pt x="114"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2" name="Freeform 114"/>
            <p:cNvSpPr>
              <a:spLocks/>
            </p:cNvSpPr>
            <p:nvPr/>
          </p:nvSpPr>
          <p:spPr bwMode="auto">
            <a:xfrm>
              <a:off x="2263775" y="1358900"/>
              <a:ext cx="315913" cy="203200"/>
            </a:xfrm>
            <a:custGeom>
              <a:avLst/>
              <a:gdLst>
                <a:gd name="T0" fmla="*/ 36 w 84"/>
                <a:gd name="T1" fmla="*/ 0 h 54"/>
                <a:gd name="T2" fmla="*/ 27 w 84"/>
                <a:gd name="T3" fmla="*/ 2 h 54"/>
                <a:gd name="T4" fmla="*/ 16 w 84"/>
                <a:gd name="T5" fmla="*/ 1 h 54"/>
                <a:gd name="T6" fmla="*/ 10 w 84"/>
                <a:gd name="T7" fmla="*/ 2 h 54"/>
                <a:gd name="T8" fmla="*/ 14 w 84"/>
                <a:gd name="T9" fmla="*/ 12 h 54"/>
                <a:gd name="T10" fmla="*/ 0 w 84"/>
                <a:gd name="T11" fmla="*/ 40 h 54"/>
                <a:gd name="T12" fmla="*/ 14 w 84"/>
                <a:gd name="T13" fmla="*/ 46 h 54"/>
                <a:gd name="T14" fmla="*/ 18 w 84"/>
                <a:gd name="T15" fmla="*/ 52 h 54"/>
                <a:gd name="T16" fmla="*/ 22 w 84"/>
                <a:gd name="T17" fmla="*/ 54 h 54"/>
                <a:gd name="T18" fmla="*/ 44 w 84"/>
                <a:gd name="T19" fmla="*/ 45 h 54"/>
                <a:gd name="T20" fmla="*/ 66 w 84"/>
                <a:gd name="T21" fmla="*/ 24 h 54"/>
                <a:gd name="T22" fmla="*/ 84 w 84"/>
                <a:gd name="T23" fmla="*/ 17 h 54"/>
                <a:gd name="T24" fmla="*/ 64 w 84"/>
                <a:gd name="T25" fmla="*/ 5 h 54"/>
                <a:gd name="T26" fmla="*/ 56 w 84"/>
                <a:gd name="T27" fmla="*/ 7 h 54"/>
                <a:gd name="T28" fmla="*/ 54 w 84"/>
                <a:gd name="T29" fmla="*/ 6 h 54"/>
                <a:gd name="T30" fmla="*/ 39 w 84"/>
                <a:gd name="T31" fmla="*/ 0 h 54"/>
                <a:gd name="T32" fmla="*/ 36 w 84"/>
                <a:gd name="T33"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54">
                  <a:moveTo>
                    <a:pt x="36" y="0"/>
                  </a:moveTo>
                  <a:cubicBezTo>
                    <a:pt x="33" y="0"/>
                    <a:pt x="30" y="2"/>
                    <a:pt x="27" y="2"/>
                  </a:cubicBezTo>
                  <a:cubicBezTo>
                    <a:pt x="23" y="2"/>
                    <a:pt x="20" y="1"/>
                    <a:pt x="16" y="1"/>
                  </a:cubicBezTo>
                  <a:cubicBezTo>
                    <a:pt x="14" y="1"/>
                    <a:pt x="13" y="1"/>
                    <a:pt x="10" y="2"/>
                  </a:cubicBezTo>
                  <a:cubicBezTo>
                    <a:pt x="10" y="6"/>
                    <a:pt x="14" y="10"/>
                    <a:pt x="14" y="12"/>
                  </a:cubicBezTo>
                  <a:cubicBezTo>
                    <a:pt x="14" y="23"/>
                    <a:pt x="0" y="31"/>
                    <a:pt x="0" y="40"/>
                  </a:cubicBezTo>
                  <a:cubicBezTo>
                    <a:pt x="0" y="44"/>
                    <a:pt x="12" y="43"/>
                    <a:pt x="14" y="46"/>
                  </a:cubicBezTo>
                  <a:cubicBezTo>
                    <a:pt x="15" y="47"/>
                    <a:pt x="17" y="52"/>
                    <a:pt x="18" y="52"/>
                  </a:cubicBezTo>
                  <a:cubicBezTo>
                    <a:pt x="20" y="52"/>
                    <a:pt x="20" y="54"/>
                    <a:pt x="22" y="54"/>
                  </a:cubicBezTo>
                  <a:cubicBezTo>
                    <a:pt x="25" y="54"/>
                    <a:pt x="44" y="47"/>
                    <a:pt x="44" y="45"/>
                  </a:cubicBezTo>
                  <a:cubicBezTo>
                    <a:pt x="44" y="38"/>
                    <a:pt x="57" y="27"/>
                    <a:pt x="66" y="24"/>
                  </a:cubicBezTo>
                  <a:cubicBezTo>
                    <a:pt x="68" y="23"/>
                    <a:pt x="84" y="21"/>
                    <a:pt x="84" y="17"/>
                  </a:cubicBezTo>
                  <a:cubicBezTo>
                    <a:pt x="84" y="11"/>
                    <a:pt x="70" y="5"/>
                    <a:pt x="64" y="5"/>
                  </a:cubicBezTo>
                  <a:cubicBezTo>
                    <a:pt x="61" y="5"/>
                    <a:pt x="58" y="7"/>
                    <a:pt x="56" y="7"/>
                  </a:cubicBezTo>
                  <a:cubicBezTo>
                    <a:pt x="55" y="7"/>
                    <a:pt x="55" y="7"/>
                    <a:pt x="54" y="6"/>
                  </a:cubicBezTo>
                  <a:cubicBezTo>
                    <a:pt x="48" y="6"/>
                    <a:pt x="45" y="2"/>
                    <a:pt x="39" y="0"/>
                  </a:cubicBezTo>
                  <a:cubicBezTo>
                    <a:pt x="38" y="0"/>
                    <a:pt x="37" y="0"/>
                    <a:pt x="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3" name="Freeform 115"/>
            <p:cNvSpPr>
              <a:spLocks noEditPoints="1"/>
            </p:cNvSpPr>
            <p:nvPr/>
          </p:nvSpPr>
          <p:spPr bwMode="auto">
            <a:xfrm>
              <a:off x="2516188" y="1212850"/>
              <a:ext cx="371475" cy="153988"/>
            </a:xfrm>
            <a:custGeom>
              <a:avLst/>
              <a:gdLst>
                <a:gd name="T0" fmla="*/ 19 w 99"/>
                <a:gd name="T1" fmla="*/ 22 h 41"/>
                <a:gd name="T2" fmla="*/ 17 w 99"/>
                <a:gd name="T3" fmla="*/ 22 h 41"/>
                <a:gd name="T4" fmla="*/ 19 w 99"/>
                <a:gd name="T5" fmla="*/ 22 h 41"/>
                <a:gd name="T6" fmla="*/ 24 w 99"/>
                <a:gd name="T7" fmla="*/ 16 h 41"/>
                <a:gd name="T8" fmla="*/ 20 w 99"/>
                <a:gd name="T9" fmla="*/ 16 h 41"/>
                <a:gd name="T10" fmla="*/ 24 w 99"/>
                <a:gd name="T11" fmla="*/ 16 h 41"/>
                <a:gd name="T12" fmla="*/ 22 w 99"/>
                <a:gd name="T13" fmla="*/ 11 h 41"/>
                <a:gd name="T14" fmla="*/ 23 w 99"/>
                <a:gd name="T15" fmla="*/ 11 h 41"/>
                <a:gd name="T16" fmla="*/ 22 w 99"/>
                <a:gd name="T17" fmla="*/ 11 h 41"/>
                <a:gd name="T18" fmla="*/ 69 w 99"/>
                <a:gd name="T19" fmla="*/ 0 h 41"/>
                <a:gd name="T20" fmla="*/ 58 w 99"/>
                <a:gd name="T21" fmla="*/ 9 h 41"/>
                <a:gd name="T22" fmla="*/ 65 w 99"/>
                <a:gd name="T23" fmla="*/ 13 h 41"/>
                <a:gd name="T24" fmla="*/ 65 w 99"/>
                <a:gd name="T25" fmla="*/ 17 h 41"/>
                <a:gd name="T26" fmla="*/ 63 w 99"/>
                <a:gd name="T27" fmla="*/ 18 h 41"/>
                <a:gd name="T28" fmla="*/ 68 w 99"/>
                <a:gd name="T29" fmla="*/ 19 h 41"/>
                <a:gd name="T30" fmla="*/ 62 w 99"/>
                <a:gd name="T31" fmla="*/ 22 h 41"/>
                <a:gd name="T32" fmla="*/ 35 w 99"/>
                <a:gd name="T33" fmla="*/ 12 h 41"/>
                <a:gd name="T34" fmla="*/ 29 w 99"/>
                <a:gd name="T35" fmla="*/ 12 h 41"/>
                <a:gd name="T36" fmla="*/ 24 w 99"/>
                <a:gd name="T37" fmla="*/ 7 h 41"/>
                <a:gd name="T38" fmla="*/ 18 w 99"/>
                <a:gd name="T39" fmla="*/ 7 h 41"/>
                <a:gd name="T40" fmla="*/ 14 w 99"/>
                <a:gd name="T41" fmla="*/ 7 h 41"/>
                <a:gd name="T42" fmla="*/ 16 w 99"/>
                <a:gd name="T43" fmla="*/ 10 h 41"/>
                <a:gd name="T44" fmla="*/ 16 w 99"/>
                <a:gd name="T45" fmla="*/ 10 h 41"/>
                <a:gd name="T46" fmla="*/ 10 w 99"/>
                <a:gd name="T47" fmla="*/ 13 h 41"/>
                <a:gd name="T48" fmla="*/ 13 w 99"/>
                <a:gd name="T49" fmla="*/ 15 h 41"/>
                <a:gd name="T50" fmla="*/ 11 w 99"/>
                <a:gd name="T51" fmla="*/ 14 h 41"/>
                <a:gd name="T52" fmla="*/ 9 w 99"/>
                <a:gd name="T53" fmla="*/ 14 h 41"/>
                <a:gd name="T54" fmla="*/ 7 w 99"/>
                <a:gd name="T55" fmla="*/ 14 h 41"/>
                <a:gd name="T56" fmla="*/ 7 w 99"/>
                <a:gd name="T57" fmla="*/ 19 h 41"/>
                <a:gd name="T58" fmla="*/ 9 w 99"/>
                <a:gd name="T59" fmla="*/ 20 h 41"/>
                <a:gd name="T60" fmla="*/ 7 w 99"/>
                <a:gd name="T61" fmla="*/ 19 h 41"/>
                <a:gd name="T62" fmla="*/ 0 w 99"/>
                <a:gd name="T63" fmla="*/ 22 h 41"/>
                <a:gd name="T64" fmla="*/ 0 w 99"/>
                <a:gd name="T65" fmla="*/ 27 h 41"/>
                <a:gd name="T66" fmla="*/ 4 w 99"/>
                <a:gd name="T67" fmla="*/ 31 h 41"/>
                <a:gd name="T68" fmla="*/ 14 w 99"/>
                <a:gd name="T69" fmla="*/ 33 h 41"/>
                <a:gd name="T70" fmla="*/ 26 w 99"/>
                <a:gd name="T71" fmla="*/ 31 h 41"/>
                <a:gd name="T72" fmla="*/ 29 w 99"/>
                <a:gd name="T73" fmla="*/ 27 h 41"/>
                <a:gd name="T74" fmla="*/ 34 w 99"/>
                <a:gd name="T75" fmla="*/ 34 h 41"/>
                <a:gd name="T76" fmla="*/ 30 w 99"/>
                <a:gd name="T77" fmla="*/ 34 h 41"/>
                <a:gd name="T78" fmla="*/ 26 w 99"/>
                <a:gd name="T79" fmla="*/ 37 h 41"/>
                <a:gd name="T80" fmla="*/ 34 w 99"/>
                <a:gd name="T81" fmla="*/ 41 h 41"/>
                <a:gd name="T82" fmla="*/ 52 w 99"/>
                <a:gd name="T83" fmla="*/ 37 h 41"/>
                <a:gd name="T84" fmla="*/ 71 w 99"/>
                <a:gd name="T85" fmla="*/ 32 h 41"/>
                <a:gd name="T86" fmla="*/ 73 w 99"/>
                <a:gd name="T87" fmla="*/ 32 h 41"/>
                <a:gd name="T88" fmla="*/ 80 w 99"/>
                <a:gd name="T89" fmla="*/ 33 h 41"/>
                <a:gd name="T90" fmla="*/ 88 w 99"/>
                <a:gd name="T91" fmla="*/ 33 h 41"/>
                <a:gd name="T92" fmla="*/ 90 w 99"/>
                <a:gd name="T93" fmla="*/ 33 h 41"/>
                <a:gd name="T94" fmla="*/ 99 w 99"/>
                <a:gd name="T95" fmla="*/ 19 h 41"/>
                <a:gd name="T96" fmla="*/ 93 w 99"/>
                <a:gd name="T97" fmla="*/ 12 h 41"/>
                <a:gd name="T98" fmla="*/ 85 w 99"/>
                <a:gd name="T99" fmla="*/ 16 h 41"/>
                <a:gd name="T100" fmla="*/ 74 w 99"/>
                <a:gd name="T101" fmla="*/ 5 h 41"/>
                <a:gd name="T102" fmla="*/ 74 w 99"/>
                <a:gd name="T103" fmla="*/ 2 h 41"/>
                <a:gd name="T104" fmla="*/ 69 w 99"/>
                <a:gd name="T105"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9" h="41">
                  <a:moveTo>
                    <a:pt x="19" y="22"/>
                  </a:moveTo>
                  <a:cubicBezTo>
                    <a:pt x="19" y="22"/>
                    <a:pt x="18" y="22"/>
                    <a:pt x="17" y="22"/>
                  </a:cubicBezTo>
                  <a:cubicBezTo>
                    <a:pt x="18" y="22"/>
                    <a:pt x="19" y="22"/>
                    <a:pt x="19" y="22"/>
                  </a:cubicBezTo>
                  <a:moveTo>
                    <a:pt x="24" y="16"/>
                  </a:moveTo>
                  <a:cubicBezTo>
                    <a:pt x="23" y="16"/>
                    <a:pt x="22" y="16"/>
                    <a:pt x="20" y="16"/>
                  </a:cubicBezTo>
                  <a:cubicBezTo>
                    <a:pt x="21" y="16"/>
                    <a:pt x="23" y="16"/>
                    <a:pt x="24" y="16"/>
                  </a:cubicBezTo>
                  <a:moveTo>
                    <a:pt x="22" y="11"/>
                  </a:moveTo>
                  <a:cubicBezTo>
                    <a:pt x="22" y="11"/>
                    <a:pt x="23" y="11"/>
                    <a:pt x="23" y="11"/>
                  </a:cubicBezTo>
                  <a:cubicBezTo>
                    <a:pt x="23" y="11"/>
                    <a:pt x="22" y="11"/>
                    <a:pt x="22" y="11"/>
                  </a:cubicBezTo>
                  <a:moveTo>
                    <a:pt x="69" y="0"/>
                  </a:moveTo>
                  <a:cubicBezTo>
                    <a:pt x="66" y="2"/>
                    <a:pt x="58" y="4"/>
                    <a:pt x="58" y="9"/>
                  </a:cubicBezTo>
                  <a:cubicBezTo>
                    <a:pt x="58" y="11"/>
                    <a:pt x="63" y="13"/>
                    <a:pt x="65" y="13"/>
                  </a:cubicBezTo>
                  <a:cubicBezTo>
                    <a:pt x="65" y="17"/>
                    <a:pt x="65" y="17"/>
                    <a:pt x="65" y="17"/>
                  </a:cubicBezTo>
                  <a:cubicBezTo>
                    <a:pt x="65" y="17"/>
                    <a:pt x="63" y="17"/>
                    <a:pt x="63" y="18"/>
                  </a:cubicBezTo>
                  <a:cubicBezTo>
                    <a:pt x="64" y="18"/>
                    <a:pt x="65" y="19"/>
                    <a:pt x="68" y="19"/>
                  </a:cubicBezTo>
                  <a:cubicBezTo>
                    <a:pt x="67" y="21"/>
                    <a:pt x="66" y="22"/>
                    <a:pt x="62" y="22"/>
                  </a:cubicBezTo>
                  <a:cubicBezTo>
                    <a:pt x="50" y="22"/>
                    <a:pt x="44" y="12"/>
                    <a:pt x="35" y="12"/>
                  </a:cubicBezTo>
                  <a:cubicBezTo>
                    <a:pt x="34" y="12"/>
                    <a:pt x="32" y="12"/>
                    <a:pt x="29" y="12"/>
                  </a:cubicBezTo>
                  <a:cubicBezTo>
                    <a:pt x="28" y="8"/>
                    <a:pt x="25" y="7"/>
                    <a:pt x="24" y="7"/>
                  </a:cubicBezTo>
                  <a:cubicBezTo>
                    <a:pt x="22" y="7"/>
                    <a:pt x="21" y="7"/>
                    <a:pt x="18" y="7"/>
                  </a:cubicBezTo>
                  <a:cubicBezTo>
                    <a:pt x="17" y="7"/>
                    <a:pt x="16" y="7"/>
                    <a:pt x="14" y="7"/>
                  </a:cubicBezTo>
                  <a:cubicBezTo>
                    <a:pt x="14" y="9"/>
                    <a:pt x="15" y="10"/>
                    <a:pt x="16" y="10"/>
                  </a:cubicBezTo>
                  <a:cubicBezTo>
                    <a:pt x="16" y="10"/>
                    <a:pt x="16" y="10"/>
                    <a:pt x="16" y="10"/>
                  </a:cubicBezTo>
                  <a:cubicBezTo>
                    <a:pt x="13" y="10"/>
                    <a:pt x="11" y="12"/>
                    <a:pt x="10" y="13"/>
                  </a:cubicBezTo>
                  <a:cubicBezTo>
                    <a:pt x="11" y="14"/>
                    <a:pt x="12" y="14"/>
                    <a:pt x="13" y="15"/>
                  </a:cubicBezTo>
                  <a:cubicBezTo>
                    <a:pt x="12" y="14"/>
                    <a:pt x="12" y="14"/>
                    <a:pt x="11" y="14"/>
                  </a:cubicBezTo>
                  <a:cubicBezTo>
                    <a:pt x="11" y="14"/>
                    <a:pt x="10" y="14"/>
                    <a:pt x="9" y="14"/>
                  </a:cubicBezTo>
                  <a:cubicBezTo>
                    <a:pt x="8" y="14"/>
                    <a:pt x="7" y="14"/>
                    <a:pt x="7" y="14"/>
                  </a:cubicBezTo>
                  <a:cubicBezTo>
                    <a:pt x="7" y="19"/>
                    <a:pt x="7" y="19"/>
                    <a:pt x="7" y="19"/>
                  </a:cubicBezTo>
                  <a:cubicBezTo>
                    <a:pt x="8" y="19"/>
                    <a:pt x="8" y="19"/>
                    <a:pt x="9" y="20"/>
                  </a:cubicBezTo>
                  <a:cubicBezTo>
                    <a:pt x="9" y="20"/>
                    <a:pt x="8" y="19"/>
                    <a:pt x="7" y="19"/>
                  </a:cubicBezTo>
                  <a:cubicBezTo>
                    <a:pt x="4" y="19"/>
                    <a:pt x="2" y="22"/>
                    <a:pt x="0" y="22"/>
                  </a:cubicBezTo>
                  <a:cubicBezTo>
                    <a:pt x="1" y="24"/>
                    <a:pt x="0" y="24"/>
                    <a:pt x="0" y="27"/>
                  </a:cubicBezTo>
                  <a:cubicBezTo>
                    <a:pt x="0" y="29"/>
                    <a:pt x="1" y="31"/>
                    <a:pt x="4" y="31"/>
                  </a:cubicBezTo>
                  <a:cubicBezTo>
                    <a:pt x="6" y="31"/>
                    <a:pt x="10" y="33"/>
                    <a:pt x="14" y="33"/>
                  </a:cubicBezTo>
                  <a:cubicBezTo>
                    <a:pt x="17" y="33"/>
                    <a:pt x="21" y="31"/>
                    <a:pt x="26" y="31"/>
                  </a:cubicBezTo>
                  <a:cubicBezTo>
                    <a:pt x="26" y="29"/>
                    <a:pt x="27" y="27"/>
                    <a:pt x="29" y="27"/>
                  </a:cubicBezTo>
                  <a:cubicBezTo>
                    <a:pt x="29" y="30"/>
                    <a:pt x="32" y="31"/>
                    <a:pt x="34" y="34"/>
                  </a:cubicBezTo>
                  <a:cubicBezTo>
                    <a:pt x="33" y="34"/>
                    <a:pt x="31" y="34"/>
                    <a:pt x="30" y="34"/>
                  </a:cubicBezTo>
                  <a:cubicBezTo>
                    <a:pt x="28" y="34"/>
                    <a:pt x="26" y="34"/>
                    <a:pt x="26" y="37"/>
                  </a:cubicBezTo>
                  <a:cubicBezTo>
                    <a:pt x="26" y="39"/>
                    <a:pt x="30" y="41"/>
                    <a:pt x="34" y="41"/>
                  </a:cubicBezTo>
                  <a:cubicBezTo>
                    <a:pt x="41" y="41"/>
                    <a:pt x="46" y="39"/>
                    <a:pt x="52" y="37"/>
                  </a:cubicBezTo>
                  <a:cubicBezTo>
                    <a:pt x="53" y="37"/>
                    <a:pt x="71" y="33"/>
                    <a:pt x="71" y="32"/>
                  </a:cubicBezTo>
                  <a:cubicBezTo>
                    <a:pt x="71" y="32"/>
                    <a:pt x="72" y="32"/>
                    <a:pt x="73" y="32"/>
                  </a:cubicBezTo>
                  <a:cubicBezTo>
                    <a:pt x="74" y="32"/>
                    <a:pt x="77" y="32"/>
                    <a:pt x="80" y="33"/>
                  </a:cubicBezTo>
                  <a:cubicBezTo>
                    <a:pt x="83" y="33"/>
                    <a:pt x="87" y="33"/>
                    <a:pt x="88" y="33"/>
                  </a:cubicBezTo>
                  <a:cubicBezTo>
                    <a:pt x="89" y="33"/>
                    <a:pt x="89" y="33"/>
                    <a:pt x="90" y="33"/>
                  </a:cubicBezTo>
                  <a:cubicBezTo>
                    <a:pt x="92" y="32"/>
                    <a:pt x="99" y="23"/>
                    <a:pt x="99" y="19"/>
                  </a:cubicBezTo>
                  <a:cubicBezTo>
                    <a:pt x="99" y="16"/>
                    <a:pt x="96" y="12"/>
                    <a:pt x="93" y="12"/>
                  </a:cubicBezTo>
                  <a:cubicBezTo>
                    <a:pt x="89" y="12"/>
                    <a:pt x="87" y="16"/>
                    <a:pt x="85" y="16"/>
                  </a:cubicBezTo>
                  <a:cubicBezTo>
                    <a:pt x="79" y="16"/>
                    <a:pt x="74" y="10"/>
                    <a:pt x="74" y="5"/>
                  </a:cubicBezTo>
                  <a:cubicBezTo>
                    <a:pt x="74" y="5"/>
                    <a:pt x="74" y="4"/>
                    <a:pt x="74" y="2"/>
                  </a:cubicBezTo>
                  <a:cubicBezTo>
                    <a:pt x="72" y="2"/>
                    <a:pt x="70" y="1"/>
                    <a:pt x="6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4" name="Freeform 116"/>
            <p:cNvSpPr>
              <a:spLocks/>
            </p:cNvSpPr>
            <p:nvPr/>
          </p:nvSpPr>
          <p:spPr bwMode="auto">
            <a:xfrm>
              <a:off x="2459038" y="1265238"/>
              <a:ext cx="52388" cy="36513"/>
            </a:xfrm>
            <a:custGeom>
              <a:avLst/>
              <a:gdLst>
                <a:gd name="T0" fmla="*/ 13 w 14"/>
                <a:gd name="T1" fmla="*/ 0 h 10"/>
                <a:gd name="T2" fmla="*/ 0 w 14"/>
                <a:gd name="T3" fmla="*/ 7 h 10"/>
                <a:gd name="T4" fmla="*/ 5 w 14"/>
                <a:gd name="T5" fmla="*/ 10 h 10"/>
                <a:gd name="T6" fmla="*/ 14 w 14"/>
                <a:gd name="T7" fmla="*/ 0 h 10"/>
                <a:gd name="T8" fmla="*/ 13 w 14"/>
                <a:gd name="T9" fmla="*/ 0 h 10"/>
              </a:gdLst>
              <a:ahLst/>
              <a:cxnLst>
                <a:cxn ang="0">
                  <a:pos x="T0" y="T1"/>
                </a:cxn>
                <a:cxn ang="0">
                  <a:pos x="T2" y="T3"/>
                </a:cxn>
                <a:cxn ang="0">
                  <a:pos x="T4" y="T5"/>
                </a:cxn>
                <a:cxn ang="0">
                  <a:pos x="T6" y="T7"/>
                </a:cxn>
                <a:cxn ang="0">
                  <a:pos x="T8" y="T9"/>
                </a:cxn>
              </a:cxnLst>
              <a:rect l="0" t="0" r="r" b="b"/>
              <a:pathLst>
                <a:path w="14" h="10">
                  <a:moveTo>
                    <a:pt x="13" y="0"/>
                  </a:moveTo>
                  <a:cubicBezTo>
                    <a:pt x="10" y="0"/>
                    <a:pt x="0" y="3"/>
                    <a:pt x="0" y="7"/>
                  </a:cubicBezTo>
                  <a:cubicBezTo>
                    <a:pt x="0" y="9"/>
                    <a:pt x="3" y="10"/>
                    <a:pt x="5" y="10"/>
                  </a:cubicBezTo>
                  <a:cubicBezTo>
                    <a:pt x="9" y="10"/>
                    <a:pt x="13" y="4"/>
                    <a:pt x="14" y="0"/>
                  </a:cubicBezTo>
                  <a:cubicBezTo>
                    <a:pt x="13" y="0"/>
                    <a:pt x="13"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5" name="Freeform 117"/>
            <p:cNvSpPr>
              <a:spLocks/>
            </p:cNvSpPr>
            <p:nvPr/>
          </p:nvSpPr>
          <p:spPr bwMode="auto">
            <a:xfrm>
              <a:off x="2593975" y="1212850"/>
              <a:ext cx="38100" cy="14288"/>
            </a:xfrm>
            <a:custGeom>
              <a:avLst/>
              <a:gdLst>
                <a:gd name="T0" fmla="*/ 10 w 10"/>
                <a:gd name="T1" fmla="*/ 0 h 4"/>
                <a:gd name="T2" fmla="*/ 0 w 10"/>
                <a:gd name="T3" fmla="*/ 0 h 4"/>
                <a:gd name="T4" fmla="*/ 4 w 10"/>
                <a:gd name="T5" fmla="*/ 4 h 4"/>
                <a:gd name="T6" fmla="*/ 10 w 10"/>
                <a:gd name="T7" fmla="*/ 4 h 4"/>
                <a:gd name="T8" fmla="*/ 10 w 10"/>
                <a:gd name="T9" fmla="*/ 0 h 4"/>
              </a:gdLst>
              <a:ahLst/>
              <a:cxnLst>
                <a:cxn ang="0">
                  <a:pos x="T0" y="T1"/>
                </a:cxn>
                <a:cxn ang="0">
                  <a:pos x="T2" y="T3"/>
                </a:cxn>
                <a:cxn ang="0">
                  <a:pos x="T4" y="T5"/>
                </a:cxn>
                <a:cxn ang="0">
                  <a:pos x="T6" y="T7"/>
                </a:cxn>
                <a:cxn ang="0">
                  <a:pos x="T8" y="T9"/>
                </a:cxn>
              </a:cxnLst>
              <a:rect l="0" t="0" r="r" b="b"/>
              <a:pathLst>
                <a:path w="10" h="4">
                  <a:moveTo>
                    <a:pt x="10" y="0"/>
                  </a:moveTo>
                  <a:cubicBezTo>
                    <a:pt x="0" y="0"/>
                    <a:pt x="0" y="0"/>
                    <a:pt x="0" y="0"/>
                  </a:cubicBezTo>
                  <a:cubicBezTo>
                    <a:pt x="0" y="3"/>
                    <a:pt x="3" y="4"/>
                    <a:pt x="4" y="4"/>
                  </a:cubicBezTo>
                  <a:cubicBezTo>
                    <a:pt x="4" y="4"/>
                    <a:pt x="9" y="4"/>
                    <a:pt x="10" y="4"/>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6" name="Freeform 118"/>
            <p:cNvSpPr>
              <a:spLocks/>
            </p:cNvSpPr>
            <p:nvPr/>
          </p:nvSpPr>
          <p:spPr bwMode="auto">
            <a:xfrm>
              <a:off x="2354263" y="1174750"/>
              <a:ext cx="214313" cy="109538"/>
            </a:xfrm>
            <a:custGeom>
              <a:avLst/>
              <a:gdLst>
                <a:gd name="T0" fmla="*/ 52 w 57"/>
                <a:gd name="T1" fmla="*/ 0 h 29"/>
                <a:gd name="T2" fmla="*/ 40 w 57"/>
                <a:gd name="T3" fmla="*/ 2 h 29"/>
                <a:gd name="T4" fmla="*/ 35 w 57"/>
                <a:gd name="T5" fmla="*/ 1 h 29"/>
                <a:gd name="T6" fmla="*/ 20 w 57"/>
                <a:gd name="T7" fmla="*/ 12 h 29"/>
                <a:gd name="T8" fmla="*/ 6 w 57"/>
                <a:gd name="T9" fmla="*/ 17 h 29"/>
                <a:gd name="T10" fmla="*/ 0 w 57"/>
                <a:gd name="T11" fmla="*/ 22 h 29"/>
                <a:gd name="T12" fmla="*/ 3 w 57"/>
                <a:gd name="T13" fmla="*/ 27 h 29"/>
                <a:gd name="T14" fmla="*/ 8 w 57"/>
                <a:gd name="T15" fmla="*/ 24 h 29"/>
                <a:gd name="T16" fmla="*/ 13 w 57"/>
                <a:gd name="T17" fmla="*/ 25 h 29"/>
                <a:gd name="T18" fmla="*/ 15 w 57"/>
                <a:gd name="T19" fmla="*/ 24 h 29"/>
                <a:gd name="T20" fmla="*/ 20 w 57"/>
                <a:gd name="T21" fmla="*/ 29 h 29"/>
                <a:gd name="T22" fmla="*/ 26 w 57"/>
                <a:gd name="T23" fmla="*/ 22 h 29"/>
                <a:gd name="T24" fmla="*/ 27 w 57"/>
                <a:gd name="T25" fmla="*/ 22 h 29"/>
                <a:gd name="T26" fmla="*/ 36 w 57"/>
                <a:gd name="T27" fmla="*/ 14 h 29"/>
                <a:gd name="T28" fmla="*/ 43 w 57"/>
                <a:gd name="T29" fmla="*/ 22 h 29"/>
                <a:gd name="T30" fmla="*/ 55 w 57"/>
                <a:gd name="T31" fmla="*/ 12 h 29"/>
                <a:gd name="T32" fmla="*/ 53 w 57"/>
                <a:gd name="T33" fmla="*/ 7 h 29"/>
                <a:gd name="T34" fmla="*/ 57 w 57"/>
                <a:gd name="T35" fmla="*/ 2 h 29"/>
                <a:gd name="T36" fmla="*/ 52 w 57"/>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7" h="29">
                  <a:moveTo>
                    <a:pt x="52" y="0"/>
                  </a:moveTo>
                  <a:cubicBezTo>
                    <a:pt x="47" y="0"/>
                    <a:pt x="40" y="2"/>
                    <a:pt x="40" y="2"/>
                  </a:cubicBezTo>
                  <a:cubicBezTo>
                    <a:pt x="37" y="1"/>
                    <a:pt x="37" y="1"/>
                    <a:pt x="35" y="1"/>
                  </a:cubicBezTo>
                  <a:cubicBezTo>
                    <a:pt x="27" y="1"/>
                    <a:pt x="25" y="8"/>
                    <a:pt x="20" y="12"/>
                  </a:cubicBezTo>
                  <a:cubicBezTo>
                    <a:pt x="15" y="14"/>
                    <a:pt x="11" y="15"/>
                    <a:pt x="6" y="17"/>
                  </a:cubicBezTo>
                  <a:cubicBezTo>
                    <a:pt x="5" y="18"/>
                    <a:pt x="0" y="22"/>
                    <a:pt x="0" y="22"/>
                  </a:cubicBezTo>
                  <a:cubicBezTo>
                    <a:pt x="0" y="23"/>
                    <a:pt x="2" y="25"/>
                    <a:pt x="3" y="27"/>
                  </a:cubicBezTo>
                  <a:cubicBezTo>
                    <a:pt x="5" y="26"/>
                    <a:pt x="6" y="24"/>
                    <a:pt x="8" y="24"/>
                  </a:cubicBezTo>
                  <a:cubicBezTo>
                    <a:pt x="9" y="24"/>
                    <a:pt x="11" y="25"/>
                    <a:pt x="13" y="25"/>
                  </a:cubicBezTo>
                  <a:cubicBezTo>
                    <a:pt x="13" y="25"/>
                    <a:pt x="14" y="25"/>
                    <a:pt x="15" y="24"/>
                  </a:cubicBezTo>
                  <a:cubicBezTo>
                    <a:pt x="16" y="25"/>
                    <a:pt x="18" y="29"/>
                    <a:pt x="20" y="29"/>
                  </a:cubicBezTo>
                  <a:cubicBezTo>
                    <a:pt x="23" y="29"/>
                    <a:pt x="26" y="25"/>
                    <a:pt x="26" y="22"/>
                  </a:cubicBezTo>
                  <a:cubicBezTo>
                    <a:pt x="27" y="22"/>
                    <a:pt x="27" y="22"/>
                    <a:pt x="27" y="22"/>
                  </a:cubicBezTo>
                  <a:cubicBezTo>
                    <a:pt x="32" y="22"/>
                    <a:pt x="35" y="18"/>
                    <a:pt x="36" y="14"/>
                  </a:cubicBezTo>
                  <a:cubicBezTo>
                    <a:pt x="39" y="15"/>
                    <a:pt x="38" y="22"/>
                    <a:pt x="43" y="22"/>
                  </a:cubicBezTo>
                  <a:cubicBezTo>
                    <a:pt x="55" y="12"/>
                    <a:pt x="55" y="12"/>
                    <a:pt x="55" y="12"/>
                  </a:cubicBezTo>
                  <a:cubicBezTo>
                    <a:pt x="55" y="10"/>
                    <a:pt x="53" y="10"/>
                    <a:pt x="53" y="7"/>
                  </a:cubicBezTo>
                  <a:cubicBezTo>
                    <a:pt x="55" y="6"/>
                    <a:pt x="57" y="4"/>
                    <a:pt x="57" y="2"/>
                  </a:cubicBezTo>
                  <a:cubicBezTo>
                    <a:pt x="57" y="0"/>
                    <a:pt x="55" y="0"/>
                    <a:pt x="5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7" name="Freeform 119"/>
            <p:cNvSpPr>
              <a:spLocks/>
            </p:cNvSpPr>
            <p:nvPr/>
          </p:nvSpPr>
          <p:spPr bwMode="auto">
            <a:xfrm>
              <a:off x="2640013" y="1089025"/>
              <a:ext cx="119063" cy="36513"/>
            </a:xfrm>
            <a:custGeom>
              <a:avLst/>
              <a:gdLst>
                <a:gd name="T0" fmla="*/ 21 w 32"/>
                <a:gd name="T1" fmla="*/ 0 h 10"/>
                <a:gd name="T2" fmla="*/ 0 w 32"/>
                <a:gd name="T3" fmla="*/ 10 h 10"/>
                <a:gd name="T4" fmla="*/ 5 w 32"/>
                <a:gd name="T5" fmla="*/ 8 h 10"/>
                <a:gd name="T6" fmla="*/ 13 w 32"/>
                <a:gd name="T7" fmla="*/ 10 h 10"/>
                <a:gd name="T8" fmla="*/ 25 w 32"/>
                <a:gd name="T9" fmla="*/ 10 h 10"/>
                <a:gd name="T10" fmla="*/ 32 w 32"/>
                <a:gd name="T11" fmla="*/ 7 h 10"/>
                <a:gd name="T12" fmla="*/ 21 w 3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32" h="10">
                  <a:moveTo>
                    <a:pt x="21" y="0"/>
                  </a:moveTo>
                  <a:cubicBezTo>
                    <a:pt x="17" y="0"/>
                    <a:pt x="0" y="6"/>
                    <a:pt x="0" y="10"/>
                  </a:cubicBezTo>
                  <a:cubicBezTo>
                    <a:pt x="2" y="10"/>
                    <a:pt x="3" y="8"/>
                    <a:pt x="5" y="8"/>
                  </a:cubicBezTo>
                  <a:cubicBezTo>
                    <a:pt x="8" y="8"/>
                    <a:pt x="9" y="10"/>
                    <a:pt x="13" y="10"/>
                  </a:cubicBezTo>
                  <a:cubicBezTo>
                    <a:pt x="19" y="10"/>
                    <a:pt x="17" y="10"/>
                    <a:pt x="25" y="10"/>
                  </a:cubicBezTo>
                  <a:cubicBezTo>
                    <a:pt x="28" y="10"/>
                    <a:pt x="30" y="8"/>
                    <a:pt x="32" y="7"/>
                  </a:cubicBezTo>
                  <a:cubicBezTo>
                    <a:pt x="31" y="3"/>
                    <a:pt x="27"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8" name="Freeform 120"/>
            <p:cNvSpPr>
              <a:spLocks/>
            </p:cNvSpPr>
            <p:nvPr/>
          </p:nvSpPr>
          <p:spPr bwMode="auto">
            <a:xfrm>
              <a:off x="2643188" y="1130300"/>
              <a:ext cx="104775" cy="55563"/>
            </a:xfrm>
            <a:custGeom>
              <a:avLst/>
              <a:gdLst>
                <a:gd name="T0" fmla="*/ 23 w 28"/>
                <a:gd name="T1" fmla="*/ 0 h 15"/>
                <a:gd name="T2" fmla="*/ 0 w 28"/>
                <a:gd name="T3" fmla="*/ 7 h 15"/>
                <a:gd name="T4" fmla="*/ 9 w 28"/>
                <a:gd name="T5" fmla="*/ 15 h 15"/>
                <a:gd name="T6" fmla="*/ 24 w 28"/>
                <a:gd name="T7" fmla="*/ 6 h 15"/>
                <a:gd name="T8" fmla="*/ 16 w 28"/>
                <a:gd name="T9" fmla="*/ 6 h 15"/>
                <a:gd name="T10" fmla="*/ 28 w 28"/>
                <a:gd name="T11" fmla="*/ 3 h 15"/>
                <a:gd name="T12" fmla="*/ 23 w 28"/>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28" h="15">
                  <a:moveTo>
                    <a:pt x="23" y="0"/>
                  </a:moveTo>
                  <a:cubicBezTo>
                    <a:pt x="17" y="0"/>
                    <a:pt x="0" y="1"/>
                    <a:pt x="0" y="7"/>
                  </a:cubicBezTo>
                  <a:cubicBezTo>
                    <a:pt x="0" y="10"/>
                    <a:pt x="4" y="15"/>
                    <a:pt x="9" y="15"/>
                  </a:cubicBezTo>
                  <a:cubicBezTo>
                    <a:pt x="15" y="15"/>
                    <a:pt x="24" y="12"/>
                    <a:pt x="24" y="6"/>
                  </a:cubicBezTo>
                  <a:cubicBezTo>
                    <a:pt x="16" y="6"/>
                    <a:pt x="16" y="6"/>
                    <a:pt x="16" y="6"/>
                  </a:cubicBezTo>
                  <a:cubicBezTo>
                    <a:pt x="20" y="6"/>
                    <a:pt x="25" y="6"/>
                    <a:pt x="28" y="3"/>
                  </a:cubicBezTo>
                  <a:cubicBezTo>
                    <a:pt x="27" y="2"/>
                    <a:pt x="26" y="0"/>
                    <a:pt x="2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9" name="Freeform 121"/>
            <p:cNvSpPr>
              <a:spLocks/>
            </p:cNvSpPr>
            <p:nvPr/>
          </p:nvSpPr>
          <p:spPr bwMode="auto">
            <a:xfrm>
              <a:off x="2590800" y="1136650"/>
              <a:ext cx="38100" cy="26988"/>
            </a:xfrm>
            <a:custGeom>
              <a:avLst/>
              <a:gdLst>
                <a:gd name="T0" fmla="*/ 2 w 10"/>
                <a:gd name="T1" fmla="*/ 0 h 7"/>
                <a:gd name="T2" fmla="*/ 0 w 10"/>
                <a:gd name="T3" fmla="*/ 3 h 7"/>
                <a:gd name="T4" fmla="*/ 6 w 10"/>
                <a:gd name="T5" fmla="*/ 7 h 7"/>
                <a:gd name="T6" fmla="*/ 10 w 10"/>
                <a:gd name="T7" fmla="*/ 4 h 7"/>
                <a:gd name="T8" fmla="*/ 2 w 10"/>
                <a:gd name="T9" fmla="*/ 0 h 7"/>
              </a:gdLst>
              <a:ahLst/>
              <a:cxnLst>
                <a:cxn ang="0">
                  <a:pos x="T0" y="T1"/>
                </a:cxn>
                <a:cxn ang="0">
                  <a:pos x="T2" y="T3"/>
                </a:cxn>
                <a:cxn ang="0">
                  <a:pos x="T4" y="T5"/>
                </a:cxn>
                <a:cxn ang="0">
                  <a:pos x="T6" y="T7"/>
                </a:cxn>
                <a:cxn ang="0">
                  <a:pos x="T8" y="T9"/>
                </a:cxn>
              </a:cxnLst>
              <a:rect l="0" t="0" r="r" b="b"/>
              <a:pathLst>
                <a:path w="10" h="7">
                  <a:moveTo>
                    <a:pt x="2" y="0"/>
                  </a:moveTo>
                  <a:cubicBezTo>
                    <a:pt x="1" y="0"/>
                    <a:pt x="0" y="1"/>
                    <a:pt x="0" y="3"/>
                  </a:cubicBezTo>
                  <a:cubicBezTo>
                    <a:pt x="0" y="4"/>
                    <a:pt x="3" y="7"/>
                    <a:pt x="6" y="7"/>
                  </a:cubicBezTo>
                  <a:cubicBezTo>
                    <a:pt x="8" y="7"/>
                    <a:pt x="9" y="6"/>
                    <a:pt x="10" y="4"/>
                  </a:cubicBezTo>
                  <a:cubicBezTo>
                    <a:pt x="8" y="3"/>
                    <a:pt x="5"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 name="Freeform 122"/>
            <p:cNvSpPr>
              <a:spLocks/>
            </p:cNvSpPr>
            <p:nvPr/>
          </p:nvSpPr>
          <p:spPr bwMode="auto">
            <a:xfrm>
              <a:off x="2984500" y="1403350"/>
              <a:ext cx="184150" cy="147638"/>
            </a:xfrm>
            <a:custGeom>
              <a:avLst/>
              <a:gdLst>
                <a:gd name="T0" fmla="*/ 21 w 49"/>
                <a:gd name="T1" fmla="*/ 0 h 39"/>
                <a:gd name="T2" fmla="*/ 10 w 49"/>
                <a:gd name="T3" fmla="*/ 4 h 39"/>
                <a:gd name="T4" fmla="*/ 8 w 49"/>
                <a:gd name="T5" fmla="*/ 6 h 39"/>
                <a:gd name="T6" fmla="*/ 17 w 49"/>
                <a:gd name="T7" fmla="*/ 10 h 39"/>
                <a:gd name="T8" fmla="*/ 17 w 49"/>
                <a:gd name="T9" fmla="*/ 17 h 39"/>
                <a:gd name="T10" fmla="*/ 13 w 49"/>
                <a:gd name="T11" fmla="*/ 17 h 39"/>
                <a:gd name="T12" fmla="*/ 0 w 49"/>
                <a:gd name="T13" fmla="*/ 14 h 39"/>
                <a:gd name="T14" fmla="*/ 0 w 49"/>
                <a:gd name="T15" fmla="*/ 19 h 39"/>
                <a:gd name="T16" fmla="*/ 25 w 49"/>
                <a:gd name="T17" fmla="*/ 34 h 39"/>
                <a:gd name="T18" fmla="*/ 32 w 49"/>
                <a:gd name="T19" fmla="*/ 39 h 39"/>
                <a:gd name="T20" fmla="*/ 37 w 49"/>
                <a:gd name="T21" fmla="*/ 34 h 39"/>
                <a:gd name="T22" fmla="*/ 49 w 49"/>
                <a:gd name="T23" fmla="*/ 20 h 39"/>
                <a:gd name="T24" fmla="*/ 42 w 49"/>
                <a:gd name="T25" fmla="*/ 18 h 39"/>
                <a:gd name="T26" fmla="*/ 43 w 49"/>
                <a:gd name="T27" fmla="*/ 14 h 39"/>
                <a:gd name="T28" fmla="*/ 40 w 49"/>
                <a:gd name="T29" fmla="*/ 12 h 39"/>
                <a:gd name="T30" fmla="*/ 32 w 49"/>
                <a:gd name="T31" fmla="*/ 14 h 39"/>
                <a:gd name="T32" fmla="*/ 41 w 49"/>
                <a:gd name="T33" fmla="*/ 3 h 39"/>
                <a:gd name="T34" fmla="*/ 39 w 49"/>
                <a:gd name="T35" fmla="*/ 0 h 39"/>
                <a:gd name="T36" fmla="*/ 27 w 49"/>
                <a:gd name="T37" fmla="*/ 0 h 39"/>
                <a:gd name="T38" fmla="*/ 21 w 49"/>
                <a:gd name="T39"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39">
                  <a:moveTo>
                    <a:pt x="21" y="0"/>
                  </a:moveTo>
                  <a:cubicBezTo>
                    <a:pt x="17" y="0"/>
                    <a:pt x="13" y="1"/>
                    <a:pt x="10" y="4"/>
                  </a:cubicBezTo>
                  <a:cubicBezTo>
                    <a:pt x="10" y="5"/>
                    <a:pt x="8" y="5"/>
                    <a:pt x="8" y="6"/>
                  </a:cubicBezTo>
                  <a:cubicBezTo>
                    <a:pt x="8" y="10"/>
                    <a:pt x="14" y="9"/>
                    <a:pt x="17" y="10"/>
                  </a:cubicBezTo>
                  <a:cubicBezTo>
                    <a:pt x="17" y="17"/>
                    <a:pt x="17" y="17"/>
                    <a:pt x="17" y="17"/>
                  </a:cubicBezTo>
                  <a:cubicBezTo>
                    <a:pt x="15" y="17"/>
                    <a:pt x="16" y="17"/>
                    <a:pt x="13" y="17"/>
                  </a:cubicBezTo>
                  <a:cubicBezTo>
                    <a:pt x="8" y="17"/>
                    <a:pt x="4" y="14"/>
                    <a:pt x="0" y="14"/>
                  </a:cubicBezTo>
                  <a:cubicBezTo>
                    <a:pt x="0" y="19"/>
                    <a:pt x="0" y="19"/>
                    <a:pt x="0" y="19"/>
                  </a:cubicBezTo>
                  <a:cubicBezTo>
                    <a:pt x="8" y="27"/>
                    <a:pt x="17" y="26"/>
                    <a:pt x="25" y="34"/>
                  </a:cubicBezTo>
                  <a:cubicBezTo>
                    <a:pt x="27" y="36"/>
                    <a:pt x="28" y="39"/>
                    <a:pt x="32" y="39"/>
                  </a:cubicBezTo>
                  <a:cubicBezTo>
                    <a:pt x="34" y="39"/>
                    <a:pt x="35" y="35"/>
                    <a:pt x="37" y="34"/>
                  </a:cubicBezTo>
                  <a:cubicBezTo>
                    <a:pt x="46" y="31"/>
                    <a:pt x="47" y="35"/>
                    <a:pt x="49" y="20"/>
                  </a:cubicBezTo>
                  <a:cubicBezTo>
                    <a:pt x="47" y="19"/>
                    <a:pt x="43" y="19"/>
                    <a:pt x="42" y="18"/>
                  </a:cubicBezTo>
                  <a:cubicBezTo>
                    <a:pt x="42" y="15"/>
                    <a:pt x="43" y="18"/>
                    <a:pt x="43" y="14"/>
                  </a:cubicBezTo>
                  <a:cubicBezTo>
                    <a:pt x="43" y="13"/>
                    <a:pt x="42" y="12"/>
                    <a:pt x="40" y="12"/>
                  </a:cubicBezTo>
                  <a:cubicBezTo>
                    <a:pt x="38" y="12"/>
                    <a:pt x="34" y="14"/>
                    <a:pt x="32" y="14"/>
                  </a:cubicBezTo>
                  <a:cubicBezTo>
                    <a:pt x="34" y="11"/>
                    <a:pt x="41" y="9"/>
                    <a:pt x="41" y="3"/>
                  </a:cubicBezTo>
                  <a:cubicBezTo>
                    <a:pt x="41" y="2"/>
                    <a:pt x="39" y="0"/>
                    <a:pt x="39" y="0"/>
                  </a:cubicBezTo>
                  <a:cubicBezTo>
                    <a:pt x="39" y="0"/>
                    <a:pt x="32" y="0"/>
                    <a:pt x="27" y="0"/>
                  </a:cubicBezTo>
                  <a:cubicBezTo>
                    <a:pt x="25" y="0"/>
                    <a:pt x="23"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1" name="Freeform 123"/>
            <p:cNvSpPr>
              <a:spLocks/>
            </p:cNvSpPr>
            <p:nvPr/>
          </p:nvSpPr>
          <p:spPr bwMode="auto">
            <a:xfrm>
              <a:off x="2921000" y="1227138"/>
              <a:ext cx="203200" cy="101600"/>
            </a:xfrm>
            <a:custGeom>
              <a:avLst/>
              <a:gdLst>
                <a:gd name="T0" fmla="*/ 27 w 54"/>
                <a:gd name="T1" fmla="*/ 0 h 27"/>
                <a:gd name="T2" fmla="*/ 24 w 54"/>
                <a:gd name="T3" fmla="*/ 0 h 27"/>
                <a:gd name="T4" fmla="*/ 34 w 54"/>
                <a:gd name="T5" fmla="*/ 4 h 27"/>
                <a:gd name="T6" fmla="*/ 34 w 54"/>
                <a:gd name="T7" fmla="*/ 10 h 27"/>
                <a:gd name="T8" fmla="*/ 19 w 54"/>
                <a:gd name="T9" fmla="*/ 4 h 27"/>
                <a:gd name="T10" fmla="*/ 19 w 54"/>
                <a:gd name="T11" fmla="*/ 8 h 27"/>
                <a:gd name="T12" fmla="*/ 24 w 54"/>
                <a:gd name="T13" fmla="*/ 12 h 27"/>
                <a:gd name="T14" fmla="*/ 22 w 54"/>
                <a:gd name="T15" fmla="*/ 13 h 27"/>
                <a:gd name="T16" fmla="*/ 3 w 54"/>
                <a:gd name="T17" fmla="*/ 0 h 27"/>
                <a:gd name="T18" fmla="*/ 0 w 54"/>
                <a:gd name="T19" fmla="*/ 0 h 27"/>
                <a:gd name="T20" fmla="*/ 1 w 54"/>
                <a:gd name="T21" fmla="*/ 4 h 27"/>
                <a:gd name="T22" fmla="*/ 0 w 54"/>
                <a:gd name="T23" fmla="*/ 3 h 27"/>
                <a:gd name="T24" fmla="*/ 0 w 54"/>
                <a:gd name="T25" fmla="*/ 8 h 27"/>
                <a:gd name="T26" fmla="*/ 6 w 54"/>
                <a:gd name="T27" fmla="*/ 11 h 27"/>
                <a:gd name="T28" fmla="*/ 7 w 54"/>
                <a:gd name="T29" fmla="*/ 11 h 27"/>
                <a:gd name="T30" fmla="*/ 8 w 54"/>
                <a:gd name="T31" fmla="*/ 14 h 27"/>
                <a:gd name="T32" fmla="*/ 12 w 54"/>
                <a:gd name="T33" fmla="*/ 14 h 27"/>
                <a:gd name="T34" fmla="*/ 16 w 54"/>
                <a:gd name="T35" fmla="*/ 17 h 27"/>
                <a:gd name="T36" fmla="*/ 37 w 54"/>
                <a:gd name="T37" fmla="*/ 15 h 27"/>
                <a:gd name="T38" fmla="*/ 40 w 54"/>
                <a:gd name="T39" fmla="*/ 15 h 27"/>
                <a:gd name="T40" fmla="*/ 33 w 54"/>
                <a:gd name="T41" fmla="*/ 20 h 27"/>
                <a:gd name="T42" fmla="*/ 33 w 54"/>
                <a:gd name="T43" fmla="*/ 23 h 27"/>
                <a:gd name="T44" fmla="*/ 31 w 54"/>
                <a:gd name="T45" fmla="*/ 25 h 27"/>
                <a:gd name="T46" fmla="*/ 35 w 54"/>
                <a:gd name="T47" fmla="*/ 27 h 27"/>
                <a:gd name="T48" fmla="*/ 40 w 54"/>
                <a:gd name="T49" fmla="*/ 27 h 27"/>
                <a:gd name="T50" fmla="*/ 51 w 54"/>
                <a:gd name="T51" fmla="*/ 25 h 27"/>
                <a:gd name="T52" fmla="*/ 54 w 54"/>
                <a:gd name="T53" fmla="*/ 8 h 27"/>
                <a:gd name="T54" fmla="*/ 48 w 54"/>
                <a:gd name="T55" fmla="*/ 0 h 27"/>
                <a:gd name="T56" fmla="*/ 42 w 54"/>
                <a:gd name="T57" fmla="*/ 3 h 27"/>
                <a:gd name="T58" fmla="*/ 29 w 54"/>
                <a:gd name="T59" fmla="*/ 0 h 27"/>
                <a:gd name="T60" fmla="*/ 27 w 54"/>
                <a:gd name="T6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4" h="27">
                  <a:moveTo>
                    <a:pt x="27" y="0"/>
                  </a:moveTo>
                  <a:cubicBezTo>
                    <a:pt x="26" y="0"/>
                    <a:pt x="25" y="0"/>
                    <a:pt x="24" y="0"/>
                  </a:cubicBezTo>
                  <a:cubicBezTo>
                    <a:pt x="25" y="4"/>
                    <a:pt x="29" y="4"/>
                    <a:pt x="34" y="4"/>
                  </a:cubicBezTo>
                  <a:cubicBezTo>
                    <a:pt x="34" y="10"/>
                    <a:pt x="34" y="10"/>
                    <a:pt x="34" y="10"/>
                  </a:cubicBezTo>
                  <a:cubicBezTo>
                    <a:pt x="27" y="10"/>
                    <a:pt x="25" y="4"/>
                    <a:pt x="19" y="4"/>
                  </a:cubicBezTo>
                  <a:cubicBezTo>
                    <a:pt x="19" y="8"/>
                    <a:pt x="19" y="8"/>
                    <a:pt x="19" y="8"/>
                  </a:cubicBezTo>
                  <a:cubicBezTo>
                    <a:pt x="20" y="9"/>
                    <a:pt x="22" y="11"/>
                    <a:pt x="24" y="12"/>
                  </a:cubicBezTo>
                  <a:cubicBezTo>
                    <a:pt x="24" y="13"/>
                    <a:pt x="23" y="13"/>
                    <a:pt x="22" y="13"/>
                  </a:cubicBezTo>
                  <a:cubicBezTo>
                    <a:pt x="15" y="13"/>
                    <a:pt x="11" y="0"/>
                    <a:pt x="3" y="0"/>
                  </a:cubicBezTo>
                  <a:cubicBezTo>
                    <a:pt x="2" y="0"/>
                    <a:pt x="1" y="0"/>
                    <a:pt x="0" y="0"/>
                  </a:cubicBezTo>
                  <a:cubicBezTo>
                    <a:pt x="0" y="2"/>
                    <a:pt x="0" y="3"/>
                    <a:pt x="1" y="4"/>
                  </a:cubicBezTo>
                  <a:cubicBezTo>
                    <a:pt x="0" y="3"/>
                    <a:pt x="0" y="3"/>
                    <a:pt x="0" y="3"/>
                  </a:cubicBezTo>
                  <a:cubicBezTo>
                    <a:pt x="0" y="8"/>
                    <a:pt x="0" y="8"/>
                    <a:pt x="0" y="8"/>
                  </a:cubicBezTo>
                  <a:cubicBezTo>
                    <a:pt x="2" y="10"/>
                    <a:pt x="4" y="11"/>
                    <a:pt x="6" y="11"/>
                  </a:cubicBezTo>
                  <a:cubicBezTo>
                    <a:pt x="6" y="11"/>
                    <a:pt x="7" y="11"/>
                    <a:pt x="7" y="11"/>
                  </a:cubicBezTo>
                  <a:cubicBezTo>
                    <a:pt x="8" y="14"/>
                    <a:pt x="8" y="14"/>
                    <a:pt x="8" y="14"/>
                  </a:cubicBezTo>
                  <a:cubicBezTo>
                    <a:pt x="12" y="14"/>
                    <a:pt x="12" y="14"/>
                    <a:pt x="12" y="14"/>
                  </a:cubicBezTo>
                  <a:cubicBezTo>
                    <a:pt x="12" y="16"/>
                    <a:pt x="14" y="17"/>
                    <a:pt x="16" y="17"/>
                  </a:cubicBezTo>
                  <a:cubicBezTo>
                    <a:pt x="21" y="17"/>
                    <a:pt x="31" y="15"/>
                    <a:pt x="37" y="15"/>
                  </a:cubicBezTo>
                  <a:cubicBezTo>
                    <a:pt x="38" y="15"/>
                    <a:pt x="39" y="15"/>
                    <a:pt x="40" y="15"/>
                  </a:cubicBezTo>
                  <a:cubicBezTo>
                    <a:pt x="38" y="17"/>
                    <a:pt x="33" y="17"/>
                    <a:pt x="33" y="20"/>
                  </a:cubicBezTo>
                  <a:cubicBezTo>
                    <a:pt x="33" y="21"/>
                    <a:pt x="33" y="22"/>
                    <a:pt x="33" y="23"/>
                  </a:cubicBezTo>
                  <a:cubicBezTo>
                    <a:pt x="32" y="23"/>
                    <a:pt x="31" y="24"/>
                    <a:pt x="31" y="25"/>
                  </a:cubicBezTo>
                  <a:cubicBezTo>
                    <a:pt x="31" y="27"/>
                    <a:pt x="33" y="27"/>
                    <a:pt x="35" y="27"/>
                  </a:cubicBezTo>
                  <a:cubicBezTo>
                    <a:pt x="37" y="27"/>
                    <a:pt x="39" y="27"/>
                    <a:pt x="40" y="27"/>
                  </a:cubicBezTo>
                  <a:cubicBezTo>
                    <a:pt x="41" y="27"/>
                    <a:pt x="47" y="27"/>
                    <a:pt x="51" y="25"/>
                  </a:cubicBezTo>
                  <a:cubicBezTo>
                    <a:pt x="50" y="17"/>
                    <a:pt x="54" y="14"/>
                    <a:pt x="54" y="8"/>
                  </a:cubicBezTo>
                  <a:cubicBezTo>
                    <a:pt x="54" y="3"/>
                    <a:pt x="53" y="0"/>
                    <a:pt x="48" y="0"/>
                  </a:cubicBezTo>
                  <a:cubicBezTo>
                    <a:pt x="46" y="0"/>
                    <a:pt x="45" y="3"/>
                    <a:pt x="42" y="3"/>
                  </a:cubicBezTo>
                  <a:cubicBezTo>
                    <a:pt x="37" y="3"/>
                    <a:pt x="34" y="0"/>
                    <a:pt x="29" y="0"/>
                  </a:cubicBezTo>
                  <a:cubicBezTo>
                    <a:pt x="28" y="0"/>
                    <a:pt x="27" y="0"/>
                    <a:pt x="2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 name="Freeform 124"/>
            <p:cNvSpPr>
              <a:spLocks/>
            </p:cNvSpPr>
            <p:nvPr/>
          </p:nvSpPr>
          <p:spPr bwMode="auto">
            <a:xfrm>
              <a:off x="3074988" y="1633538"/>
              <a:ext cx="120650" cy="71438"/>
            </a:xfrm>
            <a:custGeom>
              <a:avLst/>
              <a:gdLst>
                <a:gd name="T0" fmla="*/ 14 w 32"/>
                <a:gd name="T1" fmla="*/ 0 h 19"/>
                <a:gd name="T2" fmla="*/ 6 w 32"/>
                <a:gd name="T3" fmla="*/ 9 h 19"/>
                <a:gd name="T4" fmla="*/ 5 w 32"/>
                <a:gd name="T5" fmla="*/ 9 h 19"/>
                <a:gd name="T6" fmla="*/ 4 w 32"/>
                <a:gd name="T7" fmla="*/ 9 h 19"/>
                <a:gd name="T8" fmla="*/ 3 w 32"/>
                <a:gd name="T9" fmla="*/ 9 h 19"/>
                <a:gd name="T10" fmla="*/ 0 w 32"/>
                <a:gd name="T11" fmla="*/ 10 h 19"/>
                <a:gd name="T12" fmla="*/ 25 w 32"/>
                <a:gd name="T13" fmla="*/ 19 h 19"/>
                <a:gd name="T14" fmla="*/ 32 w 32"/>
                <a:gd name="T15" fmla="*/ 14 h 19"/>
                <a:gd name="T16" fmla="*/ 14 w 32"/>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19">
                  <a:moveTo>
                    <a:pt x="14" y="0"/>
                  </a:moveTo>
                  <a:cubicBezTo>
                    <a:pt x="8" y="0"/>
                    <a:pt x="9" y="8"/>
                    <a:pt x="6" y="9"/>
                  </a:cubicBezTo>
                  <a:cubicBezTo>
                    <a:pt x="6" y="9"/>
                    <a:pt x="6" y="9"/>
                    <a:pt x="5" y="9"/>
                  </a:cubicBezTo>
                  <a:cubicBezTo>
                    <a:pt x="5" y="9"/>
                    <a:pt x="5" y="9"/>
                    <a:pt x="4" y="9"/>
                  </a:cubicBezTo>
                  <a:cubicBezTo>
                    <a:pt x="4" y="9"/>
                    <a:pt x="3" y="9"/>
                    <a:pt x="3" y="9"/>
                  </a:cubicBezTo>
                  <a:cubicBezTo>
                    <a:pt x="1" y="9"/>
                    <a:pt x="0" y="9"/>
                    <a:pt x="0" y="10"/>
                  </a:cubicBezTo>
                  <a:cubicBezTo>
                    <a:pt x="0" y="11"/>
                    <a:pt x="21" y="19"/>
                    <a:pt x="25" y="19"/>
                  </a:cubicBezTo>
                  <a:cubicBezTo>
                    <a:pt x="28" y="19"/>
                    <a:pt x="29" y="16"/>
                    <a:pt x="32" y="14"/>
                  </a:cubicBezTo>
                  <a:cubicBezTo>
                    <a:pt x="30" y="10"/>
                    <a:pt x="18"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3" name="Freeform 125"/>
            <p:cNvSpPr>
              <a:spLocks/>
            </p:cNvSpPr>
            <p:nvPr/>
          </p:nvSpPr>
          <p:spPr bwMode="auto">
            <a:xfrm>
              <a:off x="3187700" y="1381125"/>
              <a:ext cx="157163" cy="128588"/>
            </a:xfrm>
            <a:custGeom>
              <a:avLst/>
              <a:gdLst>
                <a:gd name="T0" fmla="*/ 14 w 42"/>
                <a:gd name="T1" fmla="*/ 0 h 34"/>
                <a:gd name="T2" fmla="*/ 7 w 42"/>
                <a:gd name="T3" fmla="*/ 4 h 34"/>
                <a:gd name="T4" fmla="*/ 7 w 42"/>
                <a:gd name="T5" fmla="*/ 7 h 34"/>
                <a:gd name="T6" fmla="*/ 0 w 42"/>
                <a:gd name="T7" fmla="*/ 7 h 34"/>
                <a:gd name="T8" fmla="*/ 0 w 42"/>
                <a:gd name="T9" fmla="*/ 12 h 34"/>
                <a:gd name="T10" fmla="*/ 5 w 42"/>
                <a:gd name="T11" fmla="*/ 26 h 34"/>
                <a:gd name="T12" fmla="*/ 5 w 42"/>
                <a:gd name="T13" fmla="*/ 34 h 34"/>
                <a:gd name="T14" fmla="*/ 10 w 42"/>
                <a:gd name="T15" fmla="*/ 34 h 34"/>
                <a:gd name="T16" fmla="*/ 17 w 42"/>
                <a:gd name="T17" fmla="*/ 25 h 34"/>
                <a:gd name="T18" fmla="*/ 13 w 42"/>
                <a:gd name="T19" fmla="*/ 25 h 34"/>
                <a:gd name="T20" fmla="*/ 15 w 42"/>
                <a:gd name="T21" fmla="*/ 22 h 34"/>
                <a:gd name="T22" fmla="*/ 21 w 42"/>
                <a:gd name="T23" fmla="*/ 23 h 34"/>
                <a:gd name="T24" fmla="*/ 37 w 42"/>
                <a:gd name="T25" fmla="*/ 11 h 34"/>
                <a:gd name="T26" fmla="*/ 42 w 42"/>
                <a:gd name="T27" fmla="*/ 7 h 34"/>
                <a:gd name="T28" fmla="*/ 42 w 42"/>
                <a:gd name="T29" fmla="*/ 3 h 34"/>
                <a:gd name="T30" fmla="*/ 14 w 42"/>
                <a:gd name="T31"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2" h="34">
                  <a:moveTo>
                    <a:pt x="14" y="0"/>
                  </a:moveTo>
                  <a:cubicBezTo>
                    <a:pt x="9" y="0"/>
                    <a:pt x="7" y="4"/>
                    <a:pt x="7" y="4"/>
                  </a:cubicBezTo>
                  <a:cubicBezTo>
                    <a:pt x="7" y="5"/>
                    <a:pt x="6" y="7"/>
                    <a:pt x="7" y="7"/>
                  </a:cubicBezTo>
                  <a:cubicBezTo>
                    <a:pt x="6" y="7"/>
                    <a:pt x="3" y="7"/>
                    <a:pt x="0" y="7"/>
                  </a:cubicBezTo>
                  <a:cubicBezTo>
                    <a:pt x="0" y="12"/>
                    <a:pt x="0" y="12"/>
                    <a:pt x="0" y="12"/>
                  </a:cubicBezTo>
                  <a:cubicBezTo>
                    <a:pt x="2" y="18"/>
                    <a:pt x="0" y="21"/>
                    <a:pt x="5" y="26"/>
                  </a:cubicBezTo>
                  <a:cubicBezTo>
                    <a:pt x="5" y="27"/>
                    <a:pt x="5" y="31"/>
                    <a:pt x="5" y="34"/>
                  </a:cubicBezTo>
                  <a:cubicBezTo>
                    <a:pt x="10" y="34"/>
                    <a:pt x="10" y="34"/>
                    <a:pt x="10" y="34"/>
                  </a:cubicBezTo>
                  <a:cubicBezTo>
                    <a:pt x="14" y="31"/>
                    <a:pt x="16" y="30"/>
                    <a:pt x="17" y="25"/>
                  </a:cubicBezTo>
                  <a:cubicBezTo>
                    <a:pt x="13" y="25"/>
                    <a:pt x="13" y="25"/>
                    <a:pt x="13" y="25"/>
                  </a:cubicBezTo>
                  <a:cubicBezTo>
                    <a:pt x="14" y="22"/>
                    <a:pt x="14" y="22"/>
                    <a:pt x="15" y="22"/>
                  </a:cubicBezTo>
                  <a:cubicBezTo>
                    <a:pt x="16" y="22"/>
                    <a:pt x="17" y="23"/>
                    <a:pt x="21" y="23"/>
                  </a:cubicBezTo>
                  <a:cubicBezTo>
                    <a:pt x="30" y="23"/>
                    <a:pt x="34" y="17"/>
                    <a:pt x="37" y="11"/>
                  </a:cubicBezTo>
                  <a:cubicBezTo>
                    <a:pt x="37" y="11"/>
                    <a:pt x="42" y="8"/>
                    <a:pt x="42" y="7"/>
                  </a:cubicBezTo>
                  <a:cubicBezTo>
                    <a:pt x="42" y="6"/>
                    <a:pt x="42" y="5"/>
                    <a:pt x="42" y="3"/>
                  </a:cubicBezTo>
                  <a:cubicBezTo>
                    <a:pt x="32" y="3"/>
                    <a:pt x="24"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4" name="Freeform 126"/>
            <p:cNvSpPr>
              <a:spLocks/>
            </p:cNvSpPr>
            <p:nvPr/>
          </p:nvSpPr>
          <p:spPr bwMode="auto">
            <a:xfrm>
              <a:off x="2868613" y="1152525"/>
              <a:ext cx="52388" cy="44450"/>
            </a:xfrm>
            <a:custGeom>
              <a:avLst/>
              <a:gdLst>
                <a:gd name="T0" fmla="*/ 0 w 14"/>
                <a:gd name="T1" fmla="*/ 0 h 12"/>
                <a:gd name="T2" fmla="*/ 10 w 14"/>
                <a:gd name="T3" fmla="*/ 12 h 12"/>
                <a:gd name="T4" fmla="*/ 14 w 14"/>
                <a:gd name="T5" fmla="*/ 8 h 12"/>
                <a:gd name="T6" fmla="*/ 0 w 14"/>
                <a:gd name="T7" fmla="*/ 0 h 12"/>
              </a:gdLst>
              <a:ahLst/>
              <a:cxnLst>
                <a:cxn ang="0">
                  <a:pos x="T0" y="T1"/>
                </a:cxn>
                <a:cxn ang="0">
                  <a:pos x="T2" y="T3"/>
                </a:cxn>
                <a:cxn ang="0">
                  <a:pos x="T4" y="T5"/>
                </a:cxn>
                <a:cxn ang="0">
                  <a:pos x="T6" y="T7"/>
                </a:cxn>
              </a:cxnLst>
              <a:rect l="0" t="0" r="r" b="b"/>
              <a:pathLst>
                <a:path w="14" h="12">
                  <a:moveTo>
                    <a:pt x="0" y="0"/>
                  </a:moveTo>
                  <a:cubicBezTo>
                    <a:pt x="0" y="4"/>
                    <a:pt x="7" y="12"/>
                    <a:pt x="10" y="12"/>
                  </a:cubicBezTo>
                  <a:cubicBezTo>
                    <a:pt x="12" y="12"/>
                    <a:pt x="14" y="10"/>
                    <a:pt x="14" y="8"/>
                  </a:cubicBezTo>
                  <a:cubicBezTo>
                    <a:pt x="8" y="6"/>
                    <a:pt x="7"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5" name="Freeform 127"/>
            <p:cNvSpPr>
              <a:spLocks/>
            </p:cNvSpPr>
            <p:nvPr/>
          </p:nvSpPr>
          <p:spPr bwMode="auto">
            <a:xfrm>
              <a:off x="2898775" y="1298575"/>
              <a:ext cx="36513" cy="30163"/>
            </a:xfrm>
            <a:custGeom>
              <a:avLst/>
              <a:gdLst>
                <a:gd name="T0" fmla="*/ 8 w 10"/>
                <a:gd name="T1" fmla="*/ 0 h 8"/>
                <a:gd name="T2" fmla="*/ 0 w 10"/>
                <a:gd name="T3" fmla="*/ 8 h 8"/>
                <a:gd name="T4" fmla="*/ 2 w 10"/>
                <a:gd name="T5" fmla="*/ 7 h 8"/>
                <a:gd name="T6" fmla="*/ 6 w 10"/>
                <a:gd name="T7" fmla="*/ 8 h 8"/>
                <a:gd name="T8" fmla="*/ 10 w 10"/>
                <a:gd name="T9" fmla="*/ 4 h 8"/>
                <a:gd name="T10" fmla="*/ 8 w 10"/>
                <a:gd name="T11" fmla="*/ 0 h 8"/>
              </a:gdLst>
              <a:ahLst/>
              <a:cxnLst>
                <a:cxn ang="0">
                  <a:pos x="T0" y="T1"/>
                </a:cxn>
                <a:cxn ang="0">
                  <a:pos x="T2" y="T3"/>
                </a:cxn>
                <a:cxn ang="0">
                  <a:pos x="T4" y="T5"/>
                </a:cxn>
                <a:cxn ang="0">
                  <a:pos x="T6" y="T7"/>
                </a:cxn>
                <a:cxn ang="0">
                  <a:pos x="T8" y="T9"/>
                </a:cxn>
                <a:cxn ang="0">
                  <a:pos x="T10" y="T11"/>
                </a:cxn>
              </a:cxnLst>
              <a:rect l="0" t="0" r="r" b="b"/>
              <a:pathLst>
                <a:path w="10" h="8">
                  <a:moveTo>
                    <a:pt x="8" y="0"/>
                  </a:moveTo>
                  <a:cubicBezTo>
                    <a:pt x="4" y="1"/>
                    <a:pt x="2" y="3"/>
                    <a:pt x="0" y="8"/>
                  </a:cubicBezTo>
                  <a:cubicBezTo>
                    <a:pt x="1" y="8"/>
                    <a:pt x="1" y="7"/>
                    <a:pt x="2" y="7"/>
                  </a:cubicBezTo>
                  <a:cubicBezTo>
                    <a:pt x="3" y="7"/>
                    <a:pt x="4" y="8"/>
                    <a:pt x="6" y="8"/>
                  </a:cubicBezTo>
                  <a:cubicBezTo>
                    <a:pt x="8" y="8"/>
                    <a:pt x="10" y="8"/>
                    <a:pt x="10" y="4"/>
                  </a:cubicBezTo>
                  <a:cubicBezTo>
                    <a:pt x="10" y="2"/>
                    <a:pt x="9"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6" name="Freeform 128"/>
            <p:cNvSpPr>
              <a:spLocks/>
            </p:cNvSpPr>
            <p:nvPr/>
          </p:nvSpPr>
          <p:spPr bwMode="auto">
            <a:xfrm>
              <a:off x="2882900" y="1046163"/>
              <a:ext cx="195263" cy="106363"/>
            </a:xfrm>
            <a:custGeom>
              <a:avLst/>
              <a:gdLst>
                <a:gd name="T0" fmla="*/ 9 w 52"/>
                <a:gd name="T1" fmla="*/ 0 h 28"/>
                <a:gd name="T2" fmla="*/ 0 w 52"/>
                <a:gd name="T3" fmla="*/ 2 h 28"/>
                <a:gd name="T4" fmla="*/ 4 w 52"/>
                <a:gd name="T5" fmla="*/ 7 h 28"/>
                <a:gd name="T6" fmla="*/ 2 w 52"/>
                <a:gd name="T7" fmla="*/ 9 h 28"/>
                <a:gd name="T8" fmla="*/ 5 w 52"/>
                <a:gd name="T9" fmla="*/ 10 h 28"/>
                <a:gd name="T10" fmla="*/ 12 w 52"/>
                <a:gd name="T11" fmla="*/ 9 h 28"/>
                <a:gd name="T12" fmla="*/ 12 w 52"/>
                <a:gd name="T13" fmla="*/ 13 h 28"/>
                <a:gd name="T14" fmla="*/ 4 w 52"/>
                <a:gd name="T15" fmla="*/ 16 h 28"/>
                <a:gd name="T16" fmla="*/ 10 w 52"/>
                <a:gd name="T17" fmla="*/ 19 h 28"/>
                <a:gd name="T18" fmla="*/ 12 w 52"/>
                <a:gd name="T19" fmla="*/ 19 h 28"/>
                <a:gd name="T20" fmla="*/ 18 w 52"/>
                <a:gd name="T21" fmla="*/ 18 h 28"/>
                <a:gd name="T22" fmla="*/ 21 w 52"/>
                <a:gd name="T23" fmla="*/ 20 h 28"/>
                <a:gd name="T24" fmla="*/ 23 w 52"/>
                <a:gd name="T25" fmla="*/ 20 h 28"/>
                <a:gd name="T26" fmla="*/ 34 w 52"/>
                <a:gd name="T27" fmla="*/ 21 h 28"/>
                <a:gd name="T28" fmla="*/ 47 w 52"/>
                <a:gd name="T29" fmla="*/ 28 h 28"/>
                <a:gd name="T30" fmla="*/ 52 w 52"/>
                <a:gd name="T31" fmla="*/ 24 h 28"/>
                <a:gd name="T32" fmla="*/ 44 w 52"/>
                <a:gd name="T33" fmla="*/ 17 h 28"/>
                <a:gd name="T34" fmla="*/ 47 w 52"/>
                <a:gd name="T35" fmla="*/ 14 h 28"/>
                <a:gd name="T36" fmla="*/ 38 w 52"/>
                <a:gd name="T37" fmla="*/ 7 h 28"/>
                <a:gd name="T38" fmla="*/ 34 w 52"/>
                <a:gd name="T39" fmla="*/ 9 h 28"/>
                <a:gd name="T40" fmla="*/ 25 w 52"/>
                <a:gd name="T41" fmla="*/ 3 h 28"/>
                <a:gd name="T42" fmla="*/ 20 w 52"/>
                <a:gd name="T43" fmla="*/ 5 h 28"/>
                <a:gd name="T44" fmla="*/ 9 w 52"/>
                <a:gd name="T45"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2" h="28">
                  <a:moveTo>
                    <a:pt x="9" y="0"/>
                  </a:moveTo>
                  <a:cubicBezTo>
                    <a:pt x="5" y="0"/>
                    <a:pt x="3" y="2"/>
                    <a:pt x="0" y="2"/>
                  </a:cubicBezTo>
                  <a:cubicBezTo>
                    <a:pt x="0" y="6"/>
                    <a:pt x="0" y="7"/>
                    <a:pt x="4" y="7"/>
                  </a:cubicBezTo>
                  <a:cubicBezTo>
                    <a:pt x="4" y="8"/>
                    <a:pt x="3" y="9"/>
                    <a:pt x="2" y="9"/>
                  </a:cubicBezTo>
                  <a:cubicBezTo>
                    <a:pt x="3" y="10"/>
                    <a:pt x="4" y="10"/>
                    <a:pt x="5" y="10"/>
                  </a:cubicBezTo>
                  <a:cubicBezTo>
                    <a:pt x="6" y="10"/>
                    <a:pt x="8" y="9"/>
                    <a:pt x="12" y="9"/>
                  </a:cubicBezTo>
                  <a:cubicBezTo>
                    <a:pt x="12" y="10"/>
                    <a:pt x="12" y="12"/>
                    <a:pt x="12" y="13"/>
                  </a:cubicBezTo>
                  <a:cubicBezTo>
                    <a:pt x="9" y="14"/>
                    <a:pt x="6" y="14"/>
                    <a:pt x="4" y="16"/>
                  </a:cubicBezTo>
                  <a:cubicBezTo>
                    <a:pt x="6" y="18"/>
                    <a:pt x="7" y="19"/>
                    <a:pt x="10" y="19"/>
                  </a:cubicBezTo>
                  <a:cubicBezTo>
                    <a:pt x="10" y="19"/>
                    <a:pt x="11" y="19"/>
                    <a:pt x="12" y="19"/>
                  </a:cubicBezTo>
                  <a:cubicBezTo>
                    <a:pt x="14" y="19"/>
                    <a:pt x="16" y="18"/>
                    <a:pt x="18" y="18"/>
                  </a:cubicBezTo>
                  <a:cubicBezTo>
                    <a:pt x="19" y="18"/>
                    <a:pt x="20" y="18"/>
                    <a:pt x="21" y="20"/>
                  </a:cubicBezTo>
                  <a:cubicBezTo>
                    <a:pt x="22" y="20"/>
                    <a:pt x="22" y="20"/>
                    <a:pt x="23" y="20"/>
                  </a:cubicBezTo>
                  <a:cubicBezTo>
                    <a:pt x="27" y="20"/>
                    <a:pt x="30" y="21"/>
                    <a:pt x="34" y="21"/>
                  </a:cubicBezTo>
                  <a:cubicBezTo>
                    <a:pt x="41" y="21"/>
                    <a:pt x="40" y="28"/>
                    <a:pt x="47" y="28"/>
                  </a:cubicBezTo>
                  <a:cubicBezTo>
                    <a:pt x="49" y="28"/>
                    <a:pt x="52" y="27"/>
                    <a:pt x="52" y="24"/>
                  </a:cubicBezTo>
                  <a:cubicBezTo>
                    <a:pt x="52" y="21"/>
                    <a:pt x="47" y="19"/>
                    <a:pt x="44" y="17"/>
                  </a:cubicBezTo>
                  <a:cubicBezTo>
                    <a:pt x="45" y="16"/>
                    <a:pt x="46" y="15"/>
                    <a:pt x="47" y="14"/>
                  </a:cubicBezTo>
                  <a:cubicBezTo>
                    <a:pt x="45" y="12"/>
                    <a:pt x="42" y="7"/>
                    <a:pt x="38" y="7"/>
                  </a:cubicBezTo>
                  <a:cubicBezTo>
                    <a:pt x="36" y="7"/>
                    <a:pt x="35" y="9"/>
                    <a:pt x="34" y="9"/>
                  </a:cubicBezTo>
                  <a:cubicBezTo>
                    <a:pt x="31" y="9"/>
                    <a:pt x="31" y="3"/>
                    <a:pt x="25" y="3"/>
                  </a:cubicBezTo>
                  <a:cubicBezTo>
                    <a:pt x="23" y="3"/>
                    <a:pt x="22" y="5"/>
                    <a:pt x="20" y="5"/>
                  </a:cubicBezTo>
                  <a:cubicBezTo>
                    <a:pt x="16" y="5"/>
                    <a:pt x="15"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7" name="Freeform 129"/>
            <p:cNvSpPr>
              <a:spLocks/>
            </p:cNvSpPr>
            <p:nvPr/>
          </p:nvSpPr>
          <p:spPr bwMode="auto">
            <a:xfrm>
              <a:off x="2959100" y="1136650"/>
              <a:ext cx="55563" cy="15875"/>
            </a:xfrm>
            <a:custGeom>
              <a:avLst/>
              <a:gdLst>
                <a:gd name="T0" fmla="*/ 8 w 15"/>
                <a:gd name="T1" fmla="*/ 0 h 4"/>
                <a:gd name="T2" fmla="*/ 6 w 15"/>
                <a:gd name="T3" fmla="*/ 4 h 4"/>
                <a:gd name="T4" fmla="*/ 15 w 15"/>
                <a:gd name="T5" fmla="*/ 2 h 4"/>
                <a:gd name="T6" fmla="*/ 8 w 15"/>
                <a:gd name="T7" fmla="*/ 0 h 4"/>
              </a:gdLst>
              <a:ahLst/>
              <a:cxnLst>
                <a:cxn ang="0">
                  <a:pos x="T0" y="T1"/>
                </a:cxn>
                <a:cxn ang="0">
                  <a:pos x="T2" y="T3"/>
                </a:cxn>
                <a:cxn ang="0">
                  <a:pos x="T4" y="T5"/>
                </a:cxn>
                <a:cxn ang="0">
                  <a:pos x="T6" y="T7"/>
                </a:cxn>
              </a:cxnLst>
              <a:rect l="0" t="0" r="r" b="b"/>
              <a:pathLst>
                <a:path w="15" h="4">
                  <a:moveTo>
                    <a:pt x="8" y="0"/>
                  </a:moveTo>
                  <a:cubicBezTo>
                    <a:pt x="7" y="0"/>
                    <a:pt x="0" y="4"/>
                    <a:pt x="6" y="4"/>
                  </a:cubicBezTo>
                  <a:cubicBezTo>
                    <a:pt x="10" y="4"/>
                    <a:pt x="13" y="4"/>
                    <a:pt x="15" y="2"/>
                  </a:cubicBezTo>
                  <a:cubicBezTo>
                    <a:pt x="12" y="2"/>
                    <a:pt x="11"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8" name="Freeform 130"/>
            <p:cNvSpPr>
              <a:spLocks/>
            </p:cNvSpPr>
            <p:nvPr/>
          </p:nvSpPr>
          <p:spPr bwMode="auto">
            <a:xfrm>
              <a:off x="3154363" y="1201738"/>
              <a:ext cx="525463" cy="160338"/>
            </a:xfrm>
            <a:custGeom>
              <a:avLst/>
              <a:gdLst>
                <a:gd name="T0" fmla="*/ 9 w 140"/>
                <a:gd name="T1" fmla="*/ 0 h 43"/>
                <a:gd name="T2" fmla="*/ 0 w 140"/>
                <a:gd name="T3" fmla="*/ 4 h 43"/>
                <a:gd name="T4" fmla="*/ 21 w 140"/>
                <a:gd name="T5" fmla="*/ 14 h 43"/>
                <a:gd name="T6" fmla="*/ 26 w 140"/>
                <a:gd name="T7" fmla="*/ 11 h 43"/>
                <a:gd name="T8" fmla="*/ 38 w 140"/>
                <a:gd name="T9" fmla="*/ 26 h 43"/>
                <a:gd name="T10" fmla="*/ 34 w 140"/>
                <a:gd name="T11" fmla="*/ 30 h 43"/>
                <a:gd name="T12" fmla="*/ 55 w 140"/>
                <a:gd name="T13" fmla="*/ 43 h 43"/>
                <a:gd name="T14" fmla="*/ 63 w 140"/>
                <a:gd name="T15" fmla="*/ 38 h 43"/>
                <a:gd name="T16" fmla="*/ 66 w 140"/>
                <a:gd name="T17" fmla="*/ 38 h 43"/>
                <a:gd name="T18" fmla="*/ 75 w 140"/>
                <a:gd name="T19" fmla="*/ 43 h 43"/>
                <a:gd name="T20" fmla="*/ 80 w 140"/>
                <a:gd name="T21" fmla="*/ 42 h 43"/>
                <a:gd name="T22" fmla="*/ 103 w 140"/>
                <a:gd name="T23" fmla="*/ 42 h 43"/>
                <a:gd name="T24" fmla="*/ 110 w 140"/>
                <a:gd name="T25" fmla="*/ 39 h 43"/>
                <a:gd name="T26" fmla="*/ 116 w 140"/>
                <a:gd name="T27" fmla="*/ 43 h 43"/>
                <a:gd name="T28" fmla="*/ 140 w 140"/>
                <a:gd name="T29" fmla="*/ 33 h 43"/>
                <a:gd name="T30" fmla="*/ 138 w 140"/>
                <a:gd name="T31" fmla="*/ 33 h 43"/>
                <a:gd name="T32" fmla="*/ 136 w 140"/>
                <a:gd name="T33" fmla="*/ 33 h 43"/>
                <a:gd name="T34" fmla="*/ 137 w 140"/>
                <a:gd name="T35" fmla="*/ 30 h 43"/>
                <a:gd name="T36" fmla="*/ 140 w 140"/>
                <a:gd name="T37" fmla="*/ 30 h 43"/>
                <a:gd name="T38" fmla="*/ 117 w 140"/>
                <a:gd name="T39" fmla="*/ 22 h 43"/>
                <a:gd name="T40" fmla="*/ 81 w 140"/>
                <a:gd name="T41" fmla="*/ 29 h 43"/>
                <a:gd name="T42" fmla="*/ 62 w 140"/>
                <a:gd name="T43" fmla="*/ 25 h 43"/>
                <a:gd name="T44" fmla="*/ 59 w 140"/>
                <a:gd name="T45" fmla="*/ 26 h 43"/>
                <a:gd name="T46" fmla="*/ 57 w 140"/>
                <a:gd name="T47" fmla="*/ 24 h 43"/>
                <a:gd name="T48" fmla="*/ 59 w 140"/>
                <a:gd name="T49" fmla="*/ 22 h 43"/>
                <a:gd name="T50" fmla="*/ 46 w 140"/>
                <a:gd name="T51" fmla="*/ 16 h 43"/>
                <a:gd name="T52" fmla="*/ 58 w 140"/>
                <a:gd name="T53" fmla="*/ 16 h 43"/>
                <a:gd name="T54" fmla="*/ 44 w 140"/>
                <a:gd name="T55" fmla="*/ 7 h 43"/>
                <a:gd name="T56" fmla="*/ 39 w 140"/>
                <a:gd name="T57" fmla="*/ 7 h 43"/>
                <a:gd name="T58" fmla="*/ 33 w 140"/>
                <a:gd name="T59" fmla="*/ 10 h 43"/>
                <a:gd name="T60" fmla="*/ 9 w 140"/>
                <a:gd name="T61"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0" h="43">
                  <a:moveTo>
                    <a:pt x="9" y="0"/>
                  </a:moveTo>
                  <a:cubicBezTo>
                    <a:pt x="5" y="0"/>
                    <a:pt x="0" y="0"/>
                    <a:pt x="0" y="4"/>
                  </a:cubicBezTo>
                  <a:cubicBezTo>
                    <a:pt x="0" y="7"/>
                    <a:pt x="18" y="14"/>
                    <a:pt x="21" y="14"/>
                  </a:cubicBezTo>
                  <a:cubicBezTo>
                    <a:pt x="23" y="14"/>
                    <a:pt x="25" y="13"/>
                    <a:pt x="26" y="11"/>
                  </a:cubicBezTo>
                  <a:cubicBezTo>
                    <a:pt x="31" y="16"/>
                    <a:pt x="33" y="20"/>
                    <a:pt x="38" y="26"/>
                  </a:cubicBezTo>
                  <a:cubicBezTo>
                    <a:pt x="37" y="26"/>
                    <a:pt x="34" y="28"/>
                    <a:pt x="34" y="30"/>
                  </a:cubicBezTo>
                  <a:cubicBezTo>
                    <a:pt x="34" y="36"/>
                    <a:pt x="49" y="43"/>
                    <a:pt x="55" y="43"/>
                  </a:cubicBezTo>
                  <a:cubicBezTo>
                    <a:pt x="57" y="43"/>
                    <a:pt x="62" y="40"/>
                    <a:pt x="63" y="38"/>
                  </a:cubicBezTo>
                  <a:cubicBezTo>
                    <a:pt x="66" y="38"/>
                    <a:pt x="66" y="38"/>
                    <a:pt x="66" y="38"/>
                  </a:cubicBezTo>
                  <a:cubicBezTo>
                    <a:pt x="66" y="42"/>
                    <a:pt x="70" y="43"/>
                    <a:pt x="75" y="43"/>
                  </a:cubicBezTo>
                  <a:cubicBezTo>
                    <a:pt x="77" y="43"/>
                    <a:pt x="79" y="43"/>
                    <a:pt x="80" y="42"/>
                  </a:cubicBezTo>
                  <a:cubicBezTo>
                    <a:pt x="103" y="42"/>
                    <a:pt x="103" y="42"/>
                    <a:pt x="103" y="42"/>
                  </a:cubicBezTo>
                  <a:cubicBezTo>
                    <a:pt x="106" y="41"/>
                    <a:pt x="106" y="39"/>
                    <a:pt x="110" y="39"/>
                  </a:cubicBezTo>
                  <a:cubicBezTo>
                    <a:pt x="111" y="41"/>
                    <a:pt x="112" y="43"/>
                    <a:pt x="116" y="43"/>
                  </a:cubicBezTo>
                  <a:cubicBezTo>
                    <a:pt x="126" y="43"/>
                    <a:pt x="139" y="43"/>
                    <a:pt x="140" y="33"/>
                  </a:cubicBezTo>
                  <a:cubicBezTo>
                    <a:pt x="140" y="33"/>
                    <a:pt x="139" y="33"/>
                    <a:pt x="138" y="33"/>
                  </a:cubicBezTo>
                  <a:cubicBezTo>
                    <a:pt x="138" y="33"/>
                    <a:pt x="137" y="33"/>
                    <a:pt x="136" y="33"/>
                  </a:cubicBezTo>
                  <a:cubicBezTo>
                    <a:pt x="136" y="32"/>
                    <a:pt x="137" y="31"/>
                    <a:pt x="137" y="30"/>
                  </a:cubicBezTo>
                  <a:cubicBezTo>
                    <a:pt x="138" y="30"/>
                    <a:pt x="139" y="30"/>
                    <a:pt x="140" y="30"/>
                  </a:cubicBezTo>
                  <a:cubicBezTo>
                    <a:pt x="136" y="22"/>
                    <a:pt x="128" y="22"/>
                    <a:pt x="117" y="22"/>
                  </a:cubicBezTo>
                  <a:cubicBezTo>
                    <a:pt x="102" y="22"/>
                    <a:pt x="97" y="29"/>
                    <a:pt x="81" y="29"/>
                  </a:cubicBezTo>
                  <a:cubicBezTo>
                    <a:pt x="74" y="29"/>
                    <a:pt x="68" y="27"/>
                    <a:pt x="62" y="25"/>
                  </a:cubicBezTo>
                  <a:cubicBezTo>
                    <a:pt x="61" y="26"/>
                    <a:pt x="60" y="26"/>
                    <a:pt x="59" y="26"/>
                  </a:cubicBezTo>
                  <a:cubicBezTo>
                    <a:pt x="58" y="26"/>
                    <a:pt x="57" y="26"/>
                    <a:pt x="57" y="24"/>
                  </a:cubicBezTo>
                  <a:cubicBezTo>
                    <a:pt x="57" y="23"/>
                    <a:pt x="58" y="23"/>
                    <a:pt x="59" y="22"/>
                  </a:cubicBezTo>
                  <a:cubicBezTo>
                    <a:pt x="55" y="19"/>
                    <a:pt x="48" y="24"/>
                    <a:pt x="46" y="16"/>
                  </a:cubicBezTo>
                  <a:cubicBezTo>
                    <a:pt x="58" y="16"/>
                    <a:pt x="58" y="16"/>
                    <a:pt x="58" y="16"/>
                  </a:cubicBezTo>
                  <a:cubicBezTo>
                    <a:pt x="55" y="12"/>
                    <a:pt x="42" y="14"/>
                    <a:pt x="44" y="7"/>
                  </a:cubicBezTo>
                  <a:cubicBezTo>
                    <a:pt x="44" y="7"/>
                    <a:pt x="41" y="7"/>
                    <a:pt x="39" y="7"/>
                  </a:cubicBezTo>
                  <a:cubicBezTo>
                    <a:pt x="38" y="9"/>
                    <a:pt x="36" y="10"/>
                    <a:pt x="33" y="10"/>
                  </a:cubicBezTo>
                  <a:cubicBezTo>
                    <a:pt x="24" y="10"/>
                    <a:pt x="2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9" name="Freeform 131"/>
            <p:cNvSpPr>
              <a:spLocks/>
            </p:cNvSpPr>
            <p:nvPr/>
          </p:nvSpPr>
          <p:spPr bwMode="auto">
            <a:xfrm>
              <a:off x="3160713" y="1287463"/>
              <a:ext cx="90488" cy="71438"/>
            </a:xfrm>
            <a:custGeom>
              <a:avLst/>
              <a:gdLst>
                <a:gd name="T0" fmla="*/ 12 w 24"/>
                <a:gd name="T1" fmla="*/ 0 h 19"/>
                <a:gd name="T2" fmla="*/ 4 w 24"/>
                <a:gd name="T3" fmla="*/ 7 h 19"/>
                <a:gd name="T4" fmla="*/ 0 w 24"/>
                <a:gd name="T5" fmla="*/ 11 h 19"/>
                <a:gd name="T6" fmla="*/ 19 w 24"/>
                <a:gd name="T7" fmla="*/ 19 h 19"/>
                <a:gd name="T8" fmla="*/ 24 w 24"/>
                <a:gd name="T9" fmla="*/ 9 h 19"/>
                <a:gd name="T10" fmla="*/ 12 w 24"/>
                <a:gd name="T11" fmla="*/ 0 h 19"/>
              </a:gdLst>
              <a:ahLst/>
              <a:cxnLst>
                <a:cxn ang="0">
                  <a:pos x="T0" y="T1"/>
                </a:cxn>
                <a:cxn ang="0">
                  <a:pos x="T2" y="T3"/>
                </a:cxn>
                <a:cxn ang="0">
                  <a:pos x="T4" y="T5"/>
                </a:cxn>
                <a:cxn ang="0">
                  <a:pos x="T6" y="T7"/>
                </a:cxn>
                <a:cxn ang="0">
                  <a:pos x="T8" y="T9"/>
                </a:cxn>
                <a:cxn ang="0">
                  <a:pos x="T10" y="T11"/>
                </a:cxn>
              </a:cxnLst>
              <a:rect l="0" t="0" r="r" b="b"/>
              <a:pathLst>
                <a:path w="24" h="19">
                  <a:moveTo>
                    <a:pt x="12" y="0"/>
                  </a:moveTo>
                  <a:cubicBezTo>
                    <a:pt x="6" y="0"/>
                    <a:pt x="7" y="7"/>
                    <a:pt x="4" y="7"/>
                  </a:cubicBezTo>
                  <a:cubicBezTo>
                    <a:pt x="3" y="7"/>
                    <a:pt x="0" y="8"/>
                    <a:pt x="0" y="11"/>
                  </a:cubicBezTo>
                  <a:cubicBezTo>
                    <a:pt x="0" y="11"/>
                    <a:pt x="17" y="19"/>
                    <a:pt x="19" y="19"/>
                  </a:cubicBezTo>
                  <a:cubicBezTo>
                    <a:pt x="23" y="19"/>
                    <a:pt x="24" y="14"/>
                    <a:pt x="24" y="9"/>
                  </a:cubicBezTo>
                  <a:cubicBezTo>
                    <a:pt x="24" y="6"/>
                    <a:pt x="17"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0" name="Freeform 132"/>
            <p:cNvSpPr>
              <a:spLocks/>
            </p:cNvSpPr>
            <p:nvPr/>
          </p:nvSpPr>
          <p:spPr bwMode="auto">
            <a:xfrm>
              <a:off x="3171825" y="1152525"/>
              <a:ext cx="82550" cy="25400"/>
            </a:xfrm>
            <a:custGeom>
              <a:avLst/>
              <a:gdLst>
                <a:gd name="T0" fmla="*/ 22 w 22"/>
                <a:gd name="T1" fmla="*/ 0 h 7"/>
                <a:gd name="T2" fmla="*/ 21 w 22"/>
                <a:gd name="T3" fmla="*/ 1 h 7"/>
                <a:gd name="T4" fmla="*/ 18 w 22"/>
                <a:gd name="T5" fmla="*/ 0 h 7"/>
                <a:gd name="T6" fmla="*/ 0 w 22"/>
                <a:gd name="T7" fmla="*/ 4 h 7"/>
                <a:gd name="T8" fmla="*/ 18 w 22"/>
                <a:gd name="T9" fmla="*/ 7 h 7"/>
                <a:gd name="T10" fmla="*/ 22 w 22"/>
                <a:gd name="T11" fmla="*/ 4 h 7"/>
                <a:gd name="T12" fmla="*/ 22 w 22"/>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22" h="7">
                  <a:moveTo>
                    <a:pt x="22" y="0"/>
                  </a:moveTo>
                  <a:cubicBezTo>
                    <a:pt x="21" y="1"/>
                    <a:pt x="21" y="1"/>
                    <a:pt x="21" y="1"/>
                  </a:cubicBezTo>
                  <a:cubicBezTo>
                    <a:pt x="20" y="1"/>
                    <a:pt x="21" y="0"/>
                    <a:pt x="18" y="0"/>
                  </a:cubicBezTo>
                  <a:cubicBezTo>
                    <a:pt x="13" y="0"/>
                    <a:pt x="3" y="1"/>
                    <a:pt x="0" y="4"/>
                  </a:cubicBezTo>
                  <a:cubicBezTo>
                    <a:pt x="0" y="4"/>
                    <a:pt x="16" y="7"/>
                    <a:pt x="18" y="7"/>
                  </a:cubicBezTo>
                  <a:cubicBezTo>
                    <a:pt x="20" y="7"/>
                    <a:pt x="22" y="6"/>
                    <a:pt x="22" y="4"/>
                  </a:cubicBezTo>
                  <a:cubicBezTo>
                    <a:pt x="22" y="4"/>
                    <a:pt x="22" y="2"/>
                    <a:pt x="2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1" name="Freeform 133"/>
            <p:cNvSpPr>
              <a:spLocks/>
            </p:cNvSpPr>
            <p:nvPr/>
          </p:nvSpPr>
          <p:spPr bwMode="auto">
            <a:xfrm>
              <a:off x="3108325" y="1073150"/>
              <a:ext cx="98425" cy="74613"/>
            </a:xfrm>
            <a:custGeom>
              <a:avLst/>
              <a:gdLst>
                <a:gd name="T0" fmla="*/ 6 w 26"/>
                <a:gd name="T1" fmla="*/ 0 h 20"/>
                <a:gd name="T2" fmla="*/ 0 w 26"/>
                <a:gd name="T3" fmla="*/ 4 h 20"/>
                <a:gd name="T4" fmla="*/ 9 w 26"/>
                <a:gd name="T5" fmla="*/ 15 h 20"/>
                <a:gd name="T6" fmla="*/ 6 w 26"/>
                <a:gd name="T7" fmla="*/ 18 h 20"/>
                <a:gd name="T8" fmla="*/ 12 w 26"/>
                <a:gd name="T9" fmla="*/ 20 h 20"/>
                <a:gd name="T10" fmla="*/ 26 w 26"/>
                <a:gd name="T11" fmla="*/ 18 h 20"/>
                <a:gd name="T12" fmla="*/ 26 w 26"/>
                <a:gd name="T13" fmla="*/ 11 h 20"/>
                <a:gd name="T14" fmla="*/ 16 w 26"/>
                <a:gd name="T15" fmla="*/ 4 h 20"/>
                <a:gd name="T16" fmla="*/ 6 w 26"/>
                <a:gd name="T1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0">
                  <a:moveTo>
                    <a:pt x="6" y="0"/>
                  </a:moveTo>
                  <a:cubicBezTo>
                    <a:pt x="4" y="0"/>
                    <a:pt x="0" y="2"/>
                    <a:pt x="0" y="4"/>
                  </a:cubicBezTo>
                  <a:cubicBezTo>
                    <a:pt x="0" y="10"/>
                    <a:pt x="6" y="12"/>
                    <a:pt x="9" y="15"/>
                  </a:cubicBezTo>
                  <a:cubicBezTo>
                    <a:pt x="8" y="16"/>
                    <a:pt x="6" y="17"/>
                    <a:pt x="6" y="18"/>
                  </a:cubicBezTo>
                  <a:cubicBezTo>
                    <a:pt x="6" y="20"/>
                    <a:pt x="8" y="20"/>
                    <a:pt x="12" y="20"/>
                  </a:cubicBezTo>
                  <a:cubicBezTo>
                    <a:pt x="15" y="20"/>
                    <a:pt x="21" y="19"/>
                    <a:pt x="26" y="18"/>
                  </a:cubicBezTo>
                  <a:cubicBezTo>
                    <a:pt x="26" y="15"/>
                    <a:pt x="26" y="13"/>
                    <a:pt x="26" y="11"/>
                  </a:cubicBezTo>
                  <a:cubicBezTo>
                    <a:pt x="26" y="5"/>
                    <a:pt x="16" y="11"/>
                    <a:pt x="16" y="4"/>
                  </a:cubicBezTo>
                  <a:cubicBezTo>
                    <a:pt x="13" y="4"/>
                    <a:pt x="7" y="2"/>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 name="Freeform 134"/>
            <p:cNvSpPr>
              <a:spLocks/>
            </p:cNvSpPr>
            <p:nvPr/>
          </p:nvSpPr>
          <p:spPr bwMode="auto">
            <a:xfrm>
              <a:off x="3071813" y="1001713"/>
              <a:ext cx="36513" cy="22225"/>
            </a:xfrm>
            <a:custGeom>
              <a:avLst/>
              <a:gdLst>
                <a:gd name="T0" fmla="*/ 4 w 10"/>
                <a:gd name="T1" fmla="*/ 0 h 6"/>
                <a:gd name="T2" fmla="*/ 0 w 10"/>
                <a:gd name="T3" fmla="*/ 0 h 6"/>
                <a:gd name="T4" fmla="*/ 5 w 10"/>
                <a:gd name="T5" fmla="*/ 6 h 6"/>
                <a:gd name="T6" fmla="*/ 10 w 10"/>
                <a:gd name="T7" fmla="*/ 6 h 6"/>
                <a:gd name="T8" fmla="*/ 10 w 10"/>
                <a:gd name="T9" fmla="*/ 0 h 6"/>
                <a:gd name="T10" fmla="*/ 4 w 10"/>
                <a:gd name="T11" fmla="*/ 0 h 6"/>
              </a:gdLst>
              <a:ahLst/>
              <a:cxnLst>
                <a:cxn ang="0">
                  <a:pos x="T0" y="T1"/>
                </a:cxn>
                <a:cxn ang="0">
                  <a:pos x="T2" y="T3"/>
                </a:cxn>
                <a:cxn ang="0">
                  <a:pos x="T4" y="T5"/>
                </a:cxn>
                <a:cxn ang="0">
                  <a:pos x="T6" y="T7"/>
                </a:cxn>
                <a:cxn ang="0">
                  <a:pos x="T8" y="T9"/>
                </a:cxn>
                <a:cxn ang="0">
                  <a:pos x="T10" y="T11"/>
                </a:cxn>
              </a:cxnLst>
              <a:rect l="0" t="0" r="r" b="b"/>
              <a:pathLst>
                <a:path w="10" h="6">
                  <a:moveTo>
                    <a:pt x="4" y="0"/>
                  </a:moveTo>
                  <a:cubicBezTo>
                    <a:pt x="2" y="0"/>
                    <a:pt x="1" y="0"/>
                    <a:pt x="0" y="0"/>
                  </a:cubicBezTo>
                  <a:cubicBezTo>
                    <a:pt x="0" y="4"/>
                    <a:pt x="3" y="4"/>
                    <a:pt x="5" y="6"/>
                  </a:cubicBezTo>
                  <a:cubicBezTo>
                    <a:pt x="10" y="6"/>
                    <a:pt x="10" y="6"/>
                    <a:pt x="10" y="6"/>
                  </a:cubicBezTo>
                  <a:cubicBezTo>
                    <a:pt x="10" y="0"/>
                    <a:pt x="10" y="0"/>
                    <a:pt x="10" y="0"/>
                  </a:cubicBezTo>
                  <a:cubicBezTo>
                    <a:pt x="9" y="0"/>
                    <a:pt x="6"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 name="Freeform 135"/>
            <p:cNvSpPr>
              <a:spLocks/>
            </p:cNvSpPr>
            <p:nvPr/>
          </p:nvSpPr>
          <p:spPr bwMode="auto">
            <a:xfrm>
              <a:off x="3176588" y="908050"/>
              <a:ext cx="333375" cy="222250"/>
            </a:xfrm>
            <a:custGeom>
              <a:avLst/>
              <a:gdLst>
                <a:gd name="T0" fmla="*/ 16 w 89"/>
                <a:gd name="T1" fmla="*/ 0 h 59"/>
                <a:gd name="T2" fmla="*/ 25 w 89"/>
                <a:gd name="T3" fmla="*/ 6 h 59"/>
                <a:gd name="T4" fmla="*/ 20 w 89"/>
                <a:gd name="T5" fmla="*/ 6 h 59"/>
                <a:gd name="T6" fmla="*/ 17 w 89"/>
                <a:gd name="T7" fmla="*/ 5 h 59"/>
                <a:gd name="T8" fmla="*/ 9 w 89"/>
                <a:gd name="T9" fmla="*/ 8 h 59"/>
                <a:gd name="T10" fmla="*/ 13 w 89"/>
                <a:gd name="T11" fmla="*/ 13 h 59"/>
                <a:gd name="T12" fmla="*/ 18 w 89"/>
                <a:gd name="T13" fmla="*/ 12 h 59"/>
                <a:gd name="T14" fmla="*/ 21 w 89"/>
                <a:gd name="T15" fmla="*/ 13 h 59"/>
                <a:gd name="T16" fmla="*/ 17 w 89"/>
                <a:gd name="T17" fmla="*/ 16 h 59"/>
                <a:gd name="T18" fmla="*/ 10 w 89"/>
                <a:gd name="T19" fmla="*/ 14 h 59"/>
                <a:gd name="T20" fmla="*/ 9 w 89"/>
                <a:gd name="T21" fmla="*/ 14 h 59"/>
                <a:gd name="T22" fmla="*/ 3 w 89"/>
                <a:gd name="T23" fmla="*/ 17 h 59"/>
                <a:gd name="T24" fmla="*/ 16 w 89"/>
                <a:gd name="T25" fmla="*/ 23 h 59"/>
                <a:gd name="T26" fmla="*/ 13 w 89"/>
                <a:gd name="T27" fmla="*/ 25 h 59"/>
                <a:gd name="T28" fmla="*/ 5 w 89"/>
                <a:gd name="T29" fmla="*/ 22 h 59"/>
                <a:gd name="T30" fmla="*/ 0 w 89"/>
                <a:gd name="T31" fmla="*/ 22 h 59"/>
                <a:gd name="T32" fmla="*/ 17 w 89"/>
                <a:gd name="T33" fmla="*/ 31 h 59"/>
                <a:gd name="T34" fmla="*/ 10 w 89"/>
                <a:gd name="T35" fmla="*/ 35 h 59"/>
                <a:gd name="T36" fmla="*/ 13 w 89"/>
                <a:gd name="T37" fmla="*/ 38 h 59"/>
                <a:gd name="T38" fmla="*/ 19 w 89"/>
                <a:gd name="T39" fmla="*/ 36 h 59"/>
                <a:gd name="T40" fmla="*/ 23 w 89"/>
                <a:gd name="T41" fmla="*/ 39 h 59"/>
                <a:gd name="T42" fmla="*/ 31 w 89"/>
                <a:gd name="T43" fmla="*/ 37 h 59"/>
                <a:gd name="T44" fmla="*/ 43 w 89"/>
                <a:gd name="T45" fmla="*/ 39 h 59"/>
                <a:gd name="T46" fmla="*/ 21 w 89"/>
                <a:gd name="T47" fmla="*/ 45 h 59"/>
                <a:gd name="T48" fmla="*/ 34 w 89"/>
                <a:gd name="T49" fmla="*/ 52 h 59"/>
                <a:gd name="T50" fmla="*/ 30 w 89"/>
                <a:gd name="T51" fmla="*/ 54 h 59"/>
                <a:gd name="T52" fmla="*/ 42 w 89"/>
                <a:gd name="T53" fmla="*/ 59 h 59"/>
                <a:gd name="T54" fmla="*/ 48 w 89"/>
                <a:gd name="T55" fmla="*/ 53 h 59"/>
                <a:gd name="T56" fmla="*/ 58 w 89"/>
                <a:gd name="T57" fmla="*/ 58 h 59"/>
                <a:gd name="T58" fmla="*/ 59 w 89"/>
                <a:gd name="T59" fmla="*/ 58 h 59"/>
                <a:gd name="T60" fmla="*/ 59 w 89"/>
                <a:gd name="T61" fmla="*/ 54 h 59"/>
                <a:gd name="T62" fmla="*/ 64 w 89"/>
                <a:gd name="T63" fmla="*/ 54 h 59"/>
                <a:gd name="T64" fmla="*/ 60 w 89"/>
                <a:gd name="T65" fmla="*/ 48 h 59"/>
                <a:gd name="T66" fmla="*/ 64 w 89"/>
                <a:gd name="T67" fmla="*/ 44 h 59"/>
                <a:gd name="T68" fmla="*/ 68 w 89"/>
                <a:gd name="T69" fmla="*/ 50 h 59"/>
                <a:gd name="T70" fmla="*/ 81 w 89"/>
                <a:gd name="T71" fmla="*/ 41 h 59"/>
                <a:gd name="T72" fmla="*/ 88 w 89"/>
                <a:gd name="T73" fmla="*/ 39 h 59"/>
                <a:gd name="T74" fmla="*/ 88 w 89"/>
                <a:gd name="T75" fmla="*/ 35 h 59"/>
                <a:gd name="T76" fmla="*/ 74 w 89"/>
                <a:gd name="T77" fmla="*/ 31 h 59"/>
                <a:gd name="T78" fmla="*/ 71 w 89"/>
                <a:gd name="T79" fmla="*/ 33 h 59"/>
                <a:gd name="T80" fmla="*/ 70 w 89"/>
                <a:gd name="T81" fmla="*/ 31 h 59"/>
                <a:gd name="T82" fmla="*/ 72 w 89"/>
                <a:gd name="T83" fmla="*/ 27 h 59"/>
                <a:gd name="T84" fmla="*/ 68 w 89"/>
                <a:gd name="T85" fmla="*/ 23 h 59"/>
                <a:gd name="T86" fmla="*/ 64 w 89"/>
                <a:gd name="T87" fmla="*/ 18 h 59"/>
                <a:gd name="T88" fmla="*/ 62 w 89"/>
                <a:gd name="T89" fmla="*/ 18 h 59"/>
                <a:gd name="T90" fmla="*/ 63 w 89"/>
                <a:gd name="T91" fmla="*/ 20 h 59"/>
                <a:gd name="T92" fmla="*/ 63 w 89"/>
                <a:gd name="T93" fmla="*/ 24 h 59"/>
                <a:gd name="T94" fmla="*/ 60 w 89"/>
                <a:gd name="T95" fmla="*/ 24 h 59"/>
                <a:gd name="T96" fmla="*/ 54 w 89"/>
                <a:gd name="T97" fmla="*/ 16 h 59"/>
                <a:gd name="T98" fmla="*/ 51 w 89"/>
                <a:gd name="T99" fmla="*/ 15 h 59"/>
                <a:gd name="T100" fmla="*/ 49 w 89"/>
                <a:gd name="T101" fmla="*/ 15 h 59"/>
                <a:gd name="T102" fmla="*/ 46 w 89"/>
                <a:gd name="T103" fmla="*/ 16 h 59"/>
                <a:gd name="T104" fmla="*/ 43 w 89"/>
                <a:gd name="T105" fmla="*/ 15 h 59"/>
                <a:gd name="T106" fmla="*/ 34 w 89"/>
                <a:gd name="T107" fmla="*/ 3 h 59"/>
                <a:gd name="T108" fmla="*/ 16 w 89"/>
                <a:gd name="T109"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9" h="59">
                  <a:moveTo>
                    <a:pt x="16" y="0"/>
                  </a:moveTo>
                  <a:cubicBezTo>
                    <a:pt x="16" y="4"/>
                    <a:pt x="21" y="4"/>
                    <a:pt x="25" y="6"/>
                  </a:cubicBezTo>
                  <a:cubicBezTo>
                    <a:pt x="20" y="6"/>
                    <a:pt x="20" y="6"/>
                    <a:pt x="20" y="6"/>
                  </a:cubicBezTo>
                  <a:cubicBezTo>
                    <a:pt x="19" y="6"/>
                    <a:pt x="18" y="5"/>
                    <a:pt x="17" y="5"/>
                  </a:cubicBezTo>
                  <a:cubicBezTo>
                    <a:pt x="14" y="5"/>
                    <a:pt x="12" y="7"/>
                    <a:pt x="9" y="8"/>
                  </a:cubicBezTo>
                  <a:cubicBezTo>
                    <a:pt x="9" y="9"/>
                    <a:pt x="12" y="13"/>
                    <a:pt x="13" y="13"/>
                  </a:cubicBezTo>
                  <a:cubicBezTo>
                    <a:pt x="14" y="13"/>
                    <a:pt x="16" y="12"/>
                    <a:pt x="18" y="12"/>
                  </a:cubicBezTo>
                  <a:cubicBezTo>
                    <a:pt x="19" y="12"/>
                    <a:pt x="20" y="12"/>
                    <a:pt x="21" y="13"/>
                  </a:cubicBezTo>
                  <a:cubicBezTo>
                    <a:pt x="20" y="14"/>
                    <a:pt x="19" y="16"/>
                    <a:pt x="17" y="16"/>
                  </a:cubicBezTo>
                  <a:cubicBezTo>
                    <a:pt x="15" y="16"/>
                    <a:pt x="14" y="14"/>
                    <a:pt x="10" y="14"/>
                  </a:cubicBezTo>
                  <a:cubicBezTo>
                    <a:pt x="9" y="14"/>
                    <a:pt x="9" y="14"/>
                    <a:pt x="9" y="14"/>
                  </a:cubicBezTo>
                  <a:cubicBezTo>
                    <a:pt x="6" y="14"/>
                    <a:pt x="3" y="14"/>
                    <a:pt x="3" y="17"/>
                  </a:cubicBezTo>
                  <a:cubicBezTo>
                    <a:pt x="3" y="20"/>
                    <a:pt x="12" y="22"/>
                    <a:pt x="16" y="23"/>
                  </a:cubicBezTo>
                  <a:cubicBezTo>
                    <a:pt x="16" y="23"/>
                    <a:pt x="14" y="25"/>
                    <a:pt x="13" y="25"/>
                  </a:cubicBezTo>
                  <a:cubicBezTo>
                    <a:pt x="11" y="25"/>
                    <a:pt x="6" y="23"/>
                    <a:pt x="5" y="22"/>
                  </a:cubicBezTo>
                  <a:cubicBezTo>
                    <a:pt x="0" y="22"/>
                    <a:pt x="0" y="22"/>
                    <a:pt x="0" y="22"/>
                  </a:cubicBezTo>
                  <a:cubicBezTo>
                    <a:pt x="1" y="31"/>
                    <a:pt x="7" y="31"/>
                    <a:pt x="17" y="31"/>
                  </a:cubicBezTo>
                  <a:cubicBezTo>
                    <a:pt x="15" y="34"/>
                    <a:pt x="13" y="34"/>
                    <a:pt x="10" y="35"/>
                  </a:cubicBezTo>
                  <a:cubicBezTo>
                    <a:pt x="10" y="37"/>
                    <a:pt x="11" y="38"/>
                    <a:pt x="13" y="38"/>
                  </a:cubicBezTo>
                  <a:cubicBezTo>
                    <a:pt x="15" y="38"/>
                    <a:pt x="16" y="37"/>
                    <a:pt x="19" y="36"/>
                  </a:cubicBezTo>
                  <a:cubicBezTo>
                    <a:pt x="19" y="37"/>
                    <a:pt x="20" y="39"/>
                    <a:pt x="23" y="39"/>
                  </a:cubicBezTo>
                  <a:cubicBezTo>
                    <a:pt x="26" y="39"/>
                    <a:pt x="27" y="37"/>
                    <a:pt x="31" y="37"/>
                  </a:cubicBezTo>
                  <a:cubicBezTo>
                    <a:pt x="35" y="37"/>
                    <a:pt x="39" y="38"/>
                    <a:pt x="43" y="39"/>
                  </a:cubicBezTo>
                  <a:cubicBezTo>
                    <a:pt x="39" y="40"/>
                    <a:pt x="21" y="40"/>
                    <a:pt x="21" y="45"/>
                  </a:cubicBezTo>
                  <a:cubicBezTo>
                    <a:pt x="21" y="49"/>
                    <a:pt x="29" y="52"/>
                    <a:pt x="34" y="52"/>
                  </a:cubicBezTo>
                  <a:cubicBezTo>
                    <a:pt x="33" y="53"/>
                    <a:pt x="32" y="54"/>
                    <a:pt x="30" y="54"/>
                  </a:cubicBezTo>
                  <a:cubicBezTo>
                    <a:pt x="31" y="58"/>
                    <a:pt x="37" y="59"/>
                    <a:pt x="42" y="59"/>
                  </a:cubicBezTo>
                  <a:cubicBezTo>
                    <a:pt x="46" y="59"/>
                    <a:pt x="48" y="58"/>
                    <a:pt x="48" y="53"/>
                  </a:cubicBezTo>
                  <a:cubicBezTo>
                    <a:pt x="51" y="54"/>
                    <a:pt x="56" y="58"/>
                    <a:pt x="58" y="58"/>
                  </a:cubicBezTo>
                  <a:cubicBezTo>
                    <a:pt x="59" y="58"/>
                    <a:pt x="59" y="58"/>
                    <a:pt x="59" y="58"/>
                  </a:cubicBezTo>
                  <a:cubicBezTo>
                    <a:pt x="59" y="54"/>
                    <a:pt x="59" y="54"/>
                    <a:pt x="59" y="54"/>
                  </a:cubicBezTo>
                  <a:cubicBezTo>
                    <a:pt x="64" y="54"/>
                    <a:pt x="64" y="54"/>
                    <a:pt x="64" y="54"/>
                  </a:cubicBezTo>
                  <a:cubicBezTo>
                    <a:pt x="63" y="52"/>
                    <a:pt x="62" y="51"/>
                    <a:pt x="60" y="48"/>
                  </a:cubicBezTo>
                  <a:cubicBezTo>
                    <a:pt x="62" y="47"/>
                    <a:pt x="62" y="46"/>
                    <a:pt x="64" y="44"/>
                  </a:cubicBezTo>
                  <a:cubicBezTo>
                    <a:pt x="64" y="47"/>
                    <a:pt x="64" y="50"/>
                    <a:pt x="68" y="50"/>
                  </a:cubicBezTo>
                  <a:cubicBezTo>
                    <a:pt x="72" y="50"/>
                    <a:pt x="76" y="41"/>
                    <a:pt x="81" y="41"/>
                  </a:cubicBezTo>
                  <a:cubicBezTo>
                    <a:pt x="84" y="40"/>
                    <a:pt x="87" y="41"/>
                    <a:pt x="88" y="39"/>
                  </a:cubicBezTo>
                  <a:cubicBezTo>
                    <a:pt x="89" y="38"/>
                    <a:pt x="88" y="37"/>
                    <a:pt x="88" y="35"/>
                  </a:cubicBezTo>
                  <a:cubicBezTo>
                    <a:pt x="85" y="35"/>
                    <a:pt x="77" y="31"/>
                    <a:pt x="74" y="31"/>
                  </a:cubicBezTo>
                  <a:cubicBezTo>
                    <a:pt x="74" y="31"/>
                    <a:pt x="72" y="33"/>
                    <a:pt x="71" y="33"/>
                  </a:cubicBezTo>
                  <a:cubicBezTo>
                    <a:pt x="70" y="33"/>
                    <a:pt x="70" y="32"/>
                    <a:pt x="70" y="31"/>
                  </a:cubicBezTo>
                  <a:cubicBezTo>
                    <a:pt x="70" y="30"/>
                    <a:pt x="72" y="29"/>
                    <a:pt x="72" y="27"/>
                  </a:cubicBezTo>
                  <a:cubicBezTo>
                    <a:pt x="72" y="25"/>
                    <a:pt x="68" y="25"/>
                    <a:pt x="68" y="23"/>
                  </a:cubicBezTo>
                  <a:cubicBezTo>
                    <a:pt x="68" y="19"/>
                    <a:pt x="68" y="18"/>
                    <a:pt x="64" y="18"/>
                  </a:cubicBezTo>
                  <a:cubicBezTo>
                    <a:pt x="64" y="18"/>
                    <a:pt x="62" y="18"/>
                    <a:pt x="62" y="18"/>
                  </a:cubicBezTo>
                  <a:cubicBezTo>
                    <a:pt x="63" y="20"/>
                    <a:pt x="63" y="20"/>
                    <a:pt x="63" y="20"/>
                  </a:cubicBezTo>
                  <a:cubicBezTo>
                    <a:pt x="63" y="24"/>
                    <a:pt x="63" y="24"/>
                    <a:pt x="63" y="24"/>
                  </a:cubicBezTo>
                  <a:cubicBezTo>
                    <a:pt x="60" y="24"/>
                    <a:pt x="60" y="24"/>
                    <a:pt x="60" y="24"/>
                  </a:cubicBezTo>
                  <a:cubicBezTo>
                    <a:pt x="57" y="21"/>
                    <a:pt x="59" y="17"/>
                    <a:pt x="54" y="16"/>
                  </a:cubicBezTo>
                  <a:cubicBezTo>
                    <a:pt x="53" y="15"/>
                    <a:pt x="52" y="15"/>
                    <a:pt x="51" y="15"/>
                  </a:cubicBezTo>
                  <a:cubicBezTo>
                    <a:pt x="51" y="15"/>
                    <a:pt x="50" y="15"/>
                    <a:pt x="49" y="15"/>
                  </a:cubicBezTo>
                  <a:cubicBezTo>
                    <a:pt x="48" y="16"/>
                    <a:pt x="47" y="16"/>
                    <a:pt x="46" y="16"/>
                  </a:cubicBezTo>
                  <a:cubicBezTo>
                    <a:pt x="45" y="16"/>
                    <a:pt x="44" y="16"/>
                    <a:pt x="43" y="15"/>
                  </a:cubicBezTo>
                  <a:cubicBezTo>
                    <a:pt x="39" y="13"/>
                    <a:pt x="40" y="5"/>
                    <a:pt x="34" y="3"/>
                  </a:cubicBezTo>
                  <a:cubicBezTo>
                    <a:pt x="29" y="1"/>
                    <a:pt x="23" y="0"/>
                    <a:pt x="1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 name="Freeform 136"/>
            <p:cNvSpPr>
              <a:spLocks/>
            </p:cNvSpPr>
            <p:nvPr/>
          </p:nvSpPr>
          <p:spPr bwMode="auto">
            <a:xfrm>
              <a:off x="3446463" y="1839913"/>
              <a:ext cx="214313" cy="134938"/>
            </a:xfrm>
            <a:custGeom>
              <a:avLst/>
              <a:gdLst>
                <a:gd name="T0" fmla="*/ 16 w 57"/>
                <a:gd name="T1" fmla="*/ 0 h 36"/>
                <a:gd name="T2" fmla="*/ 7 w 57"/>
                <a:gd name="T3" fmla="*/ 17 h 36"/>
                <a:gd name="T4" fmla="*/ 7 w 57"/>
                <a:gd name="T5" fmla="*/ 21 h 36"/>
                <a:gd name="T6" fmla="*/ 4 w 57"/>
                <a:gd name="T7" fmla="*/ 25 h 36"/>
                <a:gd name="T8" fmla="*/ 0 w 57"/>
                <a:gd name="T9" fmla="*/ 30 h 36"/>
                <a:gd name="T10" fmla="*/ 6 w 57"/>
                <a:gd name="T11" fmla="*/ 30 h 36"/>
                <a:gd name="T12" fmla="*/ 12 w 57"/>
                <a:gd name="T13" fmla="*/ 30 h 36"/>
                <a:gd name="T14" fmla="*/ 14 w 57"/>
                <a:gd name="T15" fmla="*/ 36 h 36"/>
                <a:gd name="T16" fmla="*/ 16 w 57"/>
                <a:gd name="T17" fmla="*/ 34 h 36"/>
                <a:gd name="T18" fmla="*/ 18 w 57"/>
                <a:gd name="T19" fmla="*/ 34 h 36"/>
                <a:gd name="T20" fmla="*/ 29 w 57"/>
                <a:gd name="T21" fmla="*/ 23 h 36"/>
                <a:gd name="T22" fmla="*/ 40 w 57"/>
                <a:gd name="T23" fmla="*/ 30 h 36"/>
                <a:gd name="T24" fmla="*/ 48 w 57"/>
                <a:gd name="T25" fmla="*/ 30 h 36"/>
                <a:gd name="T26" fmla="*/ 57 w 57"/>
                <a:gd name="T27" fmla="*/ 27 h 36"/>
                <a:gd name="T28" fmla="*/ 45 w 57"/>
                <a:gd name="T29" fmla="*/ 22 h 36"/>
                <a:gd name="T30" fmla="*/ 43 w 57"/>
                <a:gd name="T31" fmla="*/ 17 h 36"/>
                <a:gd name="T32" fmla="*/ 23 w 57"/>
                <a:gd name="T33" fmla="*/ 5 h 36"/>
                <a:gd name="T34" fmla="*/ 20 w 57"/>
                <a:gd name="T35" fmla="*/ 7 h 36"/>
                <a:gd name="T36" fmla="*/ 16 w 57"/>
                <a:gd name="T3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7" h="36">
                  <a:moveTo>
                    <a:pt x="16" y="0"/>
                  </a:moveTo>
                  <a:cubicBezTo>
                    <a:pt x="8" y="0"/>
                    <a:pt x="7" y="12"/>
                    <a:pt x="7" y="17"/>
                  </a:cubicBezTo>
                  <a:cubicBezTo>
                    <a:pt x="7" y="19"/>
                    <a:pt x="7" y="18"/>
                    <a:pt x="7" y="21"/>
                  </a:cubicBezTo>
                  <a:cubicBezTo>
                    <a:pt x="7" y="23"/>
                    <a:pt x="5" y="23"/>
                    <a:pt x="4" y="25"/>
                  </a:cubicBezTo>
                  <a:cubicBezTo>
                    <a:pt x="3" y="26"/>
                    <a:pt x="0" y="25"/>
                    <a:pt x="0" y="30"/>
                  </a:cubicBezTo>
                  <a:cubicBezTo>
                    <a:pt x="1" y="30"/>
                    <a:pt x="4" y="30"/>
                    <a:pt x="6" y="30"/>
                  </a:cubicBezTo>
                  <a:cubicBezTo>
                    <a:pt x="8" y="30"/>
                    <a:pt x="10" y="30"/>
                    <a:pt x="12" y="30"/>
                  </a:cubicBezTo>
                  <a:cubicBezTo>
                    <a:pt x="11" y="33"/>
                    <a:pt x="10" y="36"/>
                    <a:pt x="14" y="36"/>
                  </a:cubicBezTo>
                  <a:cubicBezTo>
                    <a:pt x="15" y="36"/>
                    <a:pt x="15" y="35"/>
                    <a:pt x="16" y="34"/>
                  </a:cubicBezTo>
                  <a:cubicBezTo>
                    <a:pt x="16" y="34"/>
                    <a:pt x="17" y="34"/>
                    <a:pt x="18" y="34"/>
                  </a:cubicBezTo>
                  <a:cubicBezTo>
                    <a:pt x="22" y="34"/>
                    <a:pt x="29" y="29"/>
                    <a:pt x="29" y="23"/>
                  </a:cubicBezTo>
                  <a:cubicBezTo>
                    <a:pt x="31" y="24"/>
                    <a:pt x="40" y="30"/>
                    <a:pt x="40" y="30"/>
                  </a:cubicBezTo>
                  <a:cubicBezTo>
                    <a:pt x="43" y="30"/>
                    <a:pt x="44" y="30"/>
                    <a:pt x="48" y="30"/>
                  </a:cubicBezTo>
                  <a:cubicBezTo>
                    <a:pt x="52" y="30"/>
                    <a:pt x="54" y="29"/>
                    <a:pt x="57" y="27"/>
                  </a:cubicBezTo>
                  <a:cubicBezTo>
                    <a:pt x="55" y="24"/>
                    <a:pt x="50" y="25"/>
                    <a:pt x="45" y="22"/>
                  </a:cubicBezTo>
                  <a:cubicBezTo>
                    <a:pt x="44" y="21"/>
                    <a:pt x="44" y="19"/>
                    <a:pt x="43" y="17"/>
                  </a:cubicBezTo>
                  <a:cubicBezTo>
                    <a:pt x="38" y="10"/>
                    <a:pt x="29" y="13"/>
                    <a:pt x="23" y="5"/>
                  </a:cubicBezTo>
                  <a:cubicBezTo>
                    <a:pt x="22" y="6"/>
                    <a:pt x="21" y="6"/>
                    <a:pt x="20" y="7"/>
                  </a:cubicBezTo>
                  <a:cubicBezTo>
                    <a:pt x="19" y="5"/>
                    <a:pt x="17" y="4"/>
                    <a:pt x="1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 name="Freeform 137"/>
            <p:cNvSpPr>
              <a:spLocks/>
            </p:cNvSpPr>
            <p:nvPr/>
          </p:nvSpPr>
          <p:spPr bwMode="auto">
            <a:xfrm>
              <a:off x="3751263" y="1716088"/>
              <a:ext cx="66675" cy="52388"/>
            </a:xfrm>
            <a:custGeom>
              <a:avLst/>
              <a:gdLst>
                <a:gd name="T0" fmla="*/ 9 w 18"/>
                <a:gd name="T1" fmla="*/ 0 h 14"/>
                <a:gd name="T2" fmla="*/ 0 w 18"/>
                <a:gd name="T3" fmla="*/ 8 h 14"/>
                <a:gd name="T4" fmla="*/ 8 w 18"/>
                <a:gd name="T5" fmla="*/ 14 h 14"/>
                <a:gd name="T6" fmla="*/ 18 w 18"/>
                <a:gd name="T7" fmla="*/ 8 h 14"/>
                <a:gd name="T8" fmla="*/ 9 w 18"/>
                <a:gd name="T9" fmla="*/ 0 h 14"/>
              </a:gdLst>
              <a:ahLst/>
              <a:cxnLst>
                <a:cxn ang="0">
                  <a:pos x="T0" y="T1"/>
                </a:cxn>
                <a:cxn ang="0">
                  <a:pos x="T2" y="T3"/>
                </a:cxn>
                <a:cxn ang="0">
                  <a:pos x="T4" y="T5"/>
                </a:cxn>
                <a:cxn ang="0">
                  <a:pos x="T6" y="T7"/>
                </a:cxn>
                <a:cxn ang="0">
                  <a:pos x="T8" y="T9"/>
                </a:cxn>
              </a:cxnLst>
              <a:rect l="0" t="0" r="r" b="b"/>
              <a:pathLst>
                <a:path w="18" h="14">
                  <a:moveTo>
                    <a:pt x="9" y="0"/>
                  </a:moveTo>
                  <a:cubicBezTo>
                    <a:pt x="4" y="0"/>
                    <a:pt x="0" y="2"/>
                    <a:pt x="0" y="8"/>
                  </a:cubicBezTo>
                  <a:cubicBezTo>
                    <a:pt x="0" y="11"/>
                    <a:pt x="3" y="14"/>
                    <a:pt x="8" y="14"/>
                  </a:cubicBezTo>
                  <a:cubicBezTo>
                    <a:pt x="11" y="14"/>
                    <a:pt x="18" y="11"/>
                    <a:pt x="18" y="8"/>
                  </a:cubicBezTo>
                  <a:cubicBezTo>
                    <a:pt x="18" y="3"/>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 name="Freeform 138"/>
            <p:cNvSpPr>
              <a:spLocks/>
            </p:cNvSpPr>
            <p:nvPr/>
          </p:nvSpPr>
          <p:spPr bwMode="auto">
            <a:xfrm>
              <a:off x="3556000" y="1982788"/>
              <a:ext cx="52388" cy="41275"/>
            </a:xfrm>
            <a:custGeom>
              <a:avLst/>
              <a:gdLst>
                <a:gd name="T0" fmla="*/ 10 w 14"/>
                <a:gd name="T1" fmla="*/ 0 h 11"/>
                <a:gd name="T2" fmla="*/ 6 w 14"/>
                <a:gd name="T3" fmla="*/ 0 h 11"/>
                <a:gd name="T4" fmla="*/ 0 w 14"/>
                <a:gd name="T5" fmla="*/ 7 h 11"/>
                <a:gd name="T6" fmla="*/ 0 w 14"/>
                <a:gd name="T7" fmla="*/ 11 h 11"/>
                <a:gd name="T8" fmla="*/ 14 w 14"/>
                <a:gd name="T9" fmla="*/ 1 h 11"/>
                <a:gd name="T10" fmla="*/ 10 w 14"/>
                <a:gd name="T11" fmla="*/ 0 h 11"/>
              </a:gdLst>
              <a:ahLst/>
              <a:cxnLst>
                <a:cxn ang="0">
                  <a:pos x="T0" y="T1"/>
                </a:cxn>
                <a:cxn ang="0">
                  <a:pos x="T2" y="T3"/>
                </a:cxn>
                <a:cxn ang="0">
                  <a:pos x="T4" y="T5"/>
                </a:cxn>
                <a:cxn ang="0">
                  <a:pos x="T6" y="T7"/>
                </a:cxn>
                <a:cxn ang="0">
                  <a:pos x="T8" y="T9"/>
                </a:cxn>
                <a:cxn ang="0">
                  <a:pos x="T10" y="T11"/>
                </a:cxn>
              </a:cxnLst>
              <a:rect l="0" t="0" r="r" b="b"/>
              <a:pathLst>
                <a:path w="14" h="11">
                  <a:moveTo>
                    <a:pt x="10" y="0"/>
                  </a:moveTo>
                  <a:cubicBezTo>
                    <a:pt x="9" y="0"/>
                    <a:pt x="8" y="0"/>
                    <a:pt x="6" y="0"/>
                  </a:cubicBezTo>
                  <a:cubicBezTo>
                    <a:pt x="6" y="2"/>
                    <a:pt x="2" y="4"/>
                    <a:pt x="0" y="7"/>
                  </a:cubicBezTo>
                  <a:cubicBezTo>
                    <a:pt x="0" y="11"/>
                    <a:pt x="0" y="11"/>
                    <a:pt x="0" y="11"/>
                  </a:cubicBezTo>
                  <a:cubicBezTo>
                    <a:pt x="4" y="10"/>
                    <a:pt x="11" y="4"/>
                    <a:pt x="14" y="1"/>
                  </a:cubicBezTo>
                  <a:cubicBezTo>
                    <a:pt x="12" y="0"/>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 name="Freeform 139"/>
            <p:cNvSpPr>
              <a:spLocks/>
            </p:cNvSpPr>
            <p:nvPr/>
          </p:nvSpPr>
          <p:spPr bwMode="auto">
            <a:xfrm>
              <a:off x="3641725" y="1403350"/>
              <a:ext cx="142875" cy="65088"/>
            </a:xfrm>
            <a:custGeom>
              <a:avLst/>
              <a:gdLst>
                <a:gd name="T0" fmla="*/ 4 w 38"/>
                <a:gd name="T1" fmla="*/ 0 h 17"/>
                <a:gd name="T2" fmla="*/ 0 w 38"/>
                <a:gd name="T3" fmla="*/ 5 h 17"/>
                <a:gd name="T4" fmla="*/ 5 w 38"/>
                <a:gd name="T5" fmla="*/ 11 h 17"/>
                <a:gd name="T6" fmla="*/ 14 w 38"/>
                <a:gd name="T7" fmla="*/ 17 h 17"/>
                <a:gd name="T8" fmla="*/ 24 w 38"/>
                <a:gd name="T9" fmla="*/ 14 h 17"/>
                <a:gd name="T10" fmla="*/ 33 w 38"/>
                <a:gd name="T11" fmla="*/ 16 h 17"/>
                <a:gd name="T12" fmla="*/ 38 w 38"/>
                <a:gd name="T13" fmla="*/ 11 h 17"/>
                <a:gd name="T14" fmla="*/ 19 w 38"/>
                <a:gd name="T15" fmla="*/ 3 h 17"/>
                <a:gd name="T16" fmla="*/ 4 w 38"/>
                <a:gd name="T1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17">
                  <a:moveTo>
                    <a:pt x="4" y="0"/>
                  </a:moveTo>
                  <a:cubicBezTo>
                    <a:pt x="2" y="0"/>
                    <a:pt x="0" y="2"/>
                    <a:pt x="0" y="5"/>
                  </a:cubicBezTo>
                  <a:cubicBezTo>
                    <a:pt x="0" y="8"/>
                    <a:pt x="3" y="9"/>
                    <a:pt x="5" y="11"/>
                  </a:cubicBezTo>
                  <a:cubicBezTo>
                    <a:pt x="3" y="15"/>
                    <a:pt x="8" y="17"/>
                    <a:pt x="14" y="17"/>
                  </a:cubicBezTo>
                  <a:cubicBezTo>
                    <a:pt x="19" y="17"/>
                    <a:pt x="21" y="14"/>
                    <a:pt x="24" y="14"/>
                  </a:cubicBezTo>
                  <a:cubicBezTo>
                    <a:pt x="27" y="14"/>
                    <a:pt x="29" y="16"/>
                    <a:pt x="33" y="16"/>
                  </a:cubicBezTo>
                  <a:cubicBezTo>
                    <a:pt x="35" y="16"/>
                    <a:pt x="37" y="14"/>
                    <a:pt x="38" y="11"/>
                  </a:cubicBezTo>
                  <a:cubicBezTo>
                    <a:pt x="33" y="9"/>
                    <a:pt x="26" y="3"/>
                    <a:pt x="19" y="3"/>
                  </a:cubicBezTo>
                  <a:cubicBezTo>
                    <a:pt x="13" y="3"/>
                    <a:pt x="11"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 name="Freeform 140"/>
            <p:cNvSpPr>
              <a:spLocks/>
            </p:cNvSpPr>
            <p:nvPr/>
          </p:nvSpPr>
          <p:spPr bwMode="auto">
            <a:xfrm>
              <a:off x="3652838" y="2012950"/>
              <a:ext cx="33338" cy="30163"/>
            </a:xfrm>
            <a:custGeom>
              <a:avLst/>
              <a:gdLst>
                <a:gd name="T0" fmla="*/ 4 w 9"/>
                <a:gd name="T1" fmla="*/ 0 h 8"/>
                <a:gd name="T2" fmla="*/ 0 w 9"/>
                <a:gd name="T3" fmla="*/ 4 h 8"/>
                <a:gd name="T4" fmla="*/ 4 w 9"/>
                <a:gd name="T5" fmla="*/ 8 h 8"/>
                <a:gd name="T6" fmla="*/ 9 w 9"/>
                <a:gd name="T7" fmla="*/ 2 h 8"/>
                <a:gd name="T8" fmla="*/ 4 w 9"/>
                <a:gd name="T9" fmla="*/ 0 h 8"/>
              </a:gdLst>
              <a:ahLst/>
              <a:cxnLst>
                <a:cxn ang="0">
                  <a:pos x="T0" y="T1"/>
                </a:cxn>
                <a:cxn ang="0">
                  <a:pos x="T2" y="T3"/>
                </a:cxn>
                <a:cxn ang="0">
                  <a:pos x="T4" y="T5"/>
                </a:cxn>
                <a:cxn ang="0">
                  <a:pos x="T6" y="T7"/>
                </a:cxn>
                <a:cxn ang="0">
                  <a:pos x="T8" y="T9"/>
                </a:cxn>
              </a:cxnLst>
              <a:rect l="0" t="0" r="r" b="b"/>
              <a:pathLst>
                <a:path w="9" h="8">
                  <a:moveTo>
                    <a:pt x="4" y="0"/>
                  </a:moveTo>
                  <a:cubicBezTo>
                    <a:pt x="2" y="0"/>
                    <a:pt x="0" y="1"/>
                    <a:pt x="0" y="4"/>
                  </a:cubicBezTo>
                  <a:cubicBezTo>
                    <a:pt x="0" y="4"/>
                    <a:pt x="4" y="8"/>
                    <a:pt x="4" y="8"/>
                  </a:cubicBezTo>
                  <a:cubicBezTo>
                    <a:pt x="7" y="8"/>
                    <a:pt x="8" y="4"/>
                    <a:pt x="9" y="2"/>
                  </a:cubicBezTo>
                  <a:cubicBezTo>
                    <a:pt x="8" y="1"/>
                    <a:pt x="6"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 name="Freeform 141"/>
            <p:cNvSpPr>
              <a:spLocks/>
            </p:cNvSpPr>
            <p:nvPr/>
          </p:nvSpPr>
          <p:spPr bwMode="auto">
            <a:xfrm>
              <a:off x="3829050" y="1719263"/>
              <a:ext cx="34925" cy="19050"/>
            </a:xfrm>
            <a:custGeom>
              <a:avLst/>
              <a:gdLst>
                <a:gd name="T0" fmla="*/ 4 w 9"/>
                <a:gd name="T1" fmla="*/ 0 h 5"/>
                <a:gd name="T2" fmla="*/ 0 w 9"/>
                <a:gd name="T3" fmla="*/ 3 h 5"/>
                <a:gd name="T4" fmla="*/ 4 w 9"/>
                <a:gd name="T5" fmla="*/ 5 h 5"/>
                <a:gd name="T6" fmla="*/ 6 w 9"/>
                <a:gd name="T7" fmla="*/ 5 h 5"/>
                <a:gd name="T8" fmla="*/ 9 w 9"/>
                <a:gd name="T9" fmla="*/ 5 h 5"/>
                <a:gd name="T10" fmla="*/ 4 w 9"/>
                <a:gd name="T11" fmla="*/ 0 h 5"/>
              </a:gdLst>
              <a:ahLst/>
              <a:cxnLst>
                <a:cxn ang="0">
                  <a:pos x="T0" y="T1"/>
                </a:cxn>
                <a:cxn ang="0">
                  <a:pos x="T2" y="T3"/>
                </a:cxn>
                <a:cxn ang="0">
                  <a:pos x="T4" y="T5"/>
                </a:cxn>
                <a:cxn ang="0">
                  <a:pos x="T6" y="T7"/>
                </a:cxn>
                <a:cxn ang="0">
                  <a:pos x="T8" y="T9"/>
                </a:cxn>
                <a:cxn ang="0">
                  <a:pos x="T10" y="T11"/>
                </a:cxn>
              </a:cxnLst>
              <a:rect l="0" t="0" r="r" b="b"/>
              <a:pathLst>
                <a:path w="9" h="5">
                  <a:moveTo>
                    <a:pt x="4" y="0"/>
                  </a:moveTo>
                  <a:cubicBezTo>
                    <a:pt x="3" y="0"/>
                    <a:pt x="0" y="2"/>
                    <a:pt x="0" y="3"/>
                  </a:cubicBezTo>
                  <a:cubicBezTo>
                    <a:pt x="0" y="5"/>
                    <a:pt x="2" y="5"/>
                    <a:pt x="4" y="5"/>
                  </a:cubicBezTo>
                  <a:cubicBezTo>
                    <a:pt x="5" y="5"/>
                    <a:pt x="5" y="5"/>
                    <a:pt x="6" y="5"/>
                  </a:cubicBezTo>
                  <a:cubicBezTo>
                    <a:pt x="7" y="5"/>
                    <a:pt x="7" y="5"/>
                    <a:pt x="9" y="5"/>
                  </a:cubicBezTo>
                  <a:cubicBezTo>
                    <a:pt x="8" y="4"/>
                    <a:pt x="6"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0" name="Freeform 142"/>
            <p:cNvSpPr>
              <a:spLocks/>
            </p:cNvSpPr>
            <p:nvPr/>
          </p:nvSpPr>
          <p:spPr bwMode="auto">
            <a:xfrm>
              <a:off x="3679825" y="1658938"/>
              <a:ext cx="33338" cy="22225"/>
            </a:xfrm>
            <a:custGeom>
              <a:avLst/>
              <a:gdLst>
                <a:gd name="T0" fmla="*/ 9 w 9"/>
                <a:gd name="T1" fmla="*/ 0 h 6"/>
                <a:gd name="T2" fmla="*/ 3 w 9"/>
                <a:gd name="T3" fmla="*/ 6 h 6"/>
                <a:gd name="T4" fmla="*/ 9 w 9"/>
                <a:gd name="T5" fmla="*/ 0 h 6"/>
              </a:gdLst>
              <a:ahLst/>
              <a:cxnLst>
                <a:cxn ang="0">
                  <a:pos x="T0" y="T1"/>
                </a:cxn>
                <a:cxn ang="0">
                  <a:pos x="T2" y="T3"/>
                </a:cxn>
                <a:cxn ang="0">
                  <a:pos x="T4" y="T5"/>
                </a:cxn>
              </a:cxnLst>
              <a:rect l="0" t="0" r="r" b="b"/>
              <a:pathLst>
                <a:path w="9" h="6">
                  <a:moveTo>
                    <a:pt x="9" y="0"/>
                  </a:moveTo>
                  <a:cubicBezTo>
                    <a:pt x="6" y="0"/>
                    <a:pt x="0" y="6"/>
                    <a:pt x="3" y="6"/>
                  </a:cubicBezTo>
                  <a:cubicBezTo>
                    <a:pt x="6" y="6"/>
                    <a:pt x="9" y="3"/>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 name="Freeform 143"/>
            <p:cNvSpPr>
              <a:spLocks/>
            </p:cNvSpPr>
            <p:nvPr/>
          </p:nvSpPr>
          <p:spPr bwMode="auto">
            <a:xfrm>
              <a:off x="3355975" y="1403350"/>
              <a:ext cx="879475" cy="631825"/>
            </a:xfrm>
            <a:custGeom>
              <a:avLst/>
              <a:gdLst>
                <a:gd name="T0" fmla="*/ 8 w 234"/>
                <a:gd name="T1" fmla="*/ 10 h 168"/>
                <a:gd name="T2" fmla="*/ 0 w 234"/>
                <a:gd name="T3" fmla="*/ 31 h 168"/>
                <a:gd name="T4" fmla="*/ 20 w 234"/>
                <a:gd name="T5" fmla="*/ 42 h 168"/>
                <a:gd name="T6" fmla="*/ 11 w 234"/>
                <a:gd name="T7" fmla="*/ 44 h 168"/>
                <a:gd name="T8" fmla="*/ 14 w 234"/>
                <a:gd name="T9" fmla="*/ 53 h 168"/>
                <a:gd name="T10" fmla="*/ 36 w 234"/>
                <a:gd name="T11" fmla="*/ 59 h 168"/>
                <a:gd name="T12" fmla="*/ 79 w 234"/>
                <a:gd name="T13" fmla="*/ 59 h 168"/>
                <a:gd name="T14" fmla="*/ 95 w 234"/>
                <a:gd name="T15" fmla="*/ 54 h 168"/>
                <a:gd name="T16" fmla="*/ 109 w 234"/>
                <a:gd name="T17" fmla="*/ 74 h 168"/>
                <a:gd name="T18" fmla="*/ 120 w 234"/>
                <a:gd name="T19" fmla="*/ 74 h 168"/>
                <a:gd name="T20" fmla="*/ 136 w 234"/>
                <a:gd name="T21" fmla="*/ 108 h 168"/>
                <a:gd name="T22" fmla="*/ 134 w 234"/>
                <a:gd name="T23" fmla="*/ 118 h 168"/>
                <a:gd name="T24" fmla="*/ 109 w 234"/>
                <a:gd name="T25" fmla="*/ 122 h 168"/>
                <a:gd name="T26" fmla="*/ 110 w 234"/>
                <a:gd name="T27" fmla="*/ 138 h 168"/>
                <a:gd name="T28" fmla="*/ 123 w 234"/>
                <a:gd name="T29" fmla="*/ 135 h 168"/>
                <a:gd name="T30" fmla="*/ 151 w 234"/>
                <a:gd name="T31" fmla="*/ 145 h 168"/>
                <a:gd name="T32" fmla="*/ 191 w 234"/>
                <a:gd name="T33" fmla="*/ 165 h 168"/>
                <a:gd name="T34" fmla="*/ 196 w 234"/>
                <a:gd name="T35" fmla="*/ 165 h 168"/>
                <a:gd name="T36" fmla="*/ 180 w 234"/>
                <a:gd name="T37" fmla="*/ 145 h 168"/>
                <a:gd name="T38" fmla="*/ 211 w 234"/>
                <a:gd name="T39" fmla="*/ 145 h 168"/>
                <a:gd name="T40" fmla="*/ 206 w 234"/>
                <a:gd name="T41" fmla="*/ 133 h 168"/>
                <a:gd name="T42" fmla="*/ 199 w 234"/>
                <a:gd name="T43" fmla="*/ 130 h 168"/>
                <a:gd name="T44" fmla="*/ 197 w 234"/>
                <a:gd name="T45" fmla="*/ 130 h 168"/>
                <a:gd name="T46" fmla="*/ 186 w 234"/>
                <a:gd name="T47" fmla="*/ 118 h 168"/>
                <a:gd name="T48" fmla="*/ 183 w 234"/>
                <a:gd name="T49" fmla="*/ 114 h 168"/>
                <a:gd name="T50" fmla="*/ 187 w 234"/>
                <a:gd name="T51" fmla="*/ 114 h 168"/>
                <a:gd name="T52" fmla="*/ 184 w 234"/>
                <a:gd name="T53" fmla="*/ 111 h 168"/>
                <a:gd name="T54" fmla="*/ 187 w 234"/>
                <a:gd name="T55" fmla="*/ 107 h 168"/>
                <a:gd name="T56" fmla="*/ 219 w 234"/>
                <a:gd name="T57" fmla="*/ 118 h 168"/>
                <a:gd name="T58" fmla="*/ 225 w 234"/>
                <a:gd name="T59" fmla="*/ 111 h 168"/>
                <a:gd name="T60" fmla="*/ 226 w 234"/>
                <a:gd name="T61" fmla="*/ 100 h 168"/>
                <a:gd name="T62" fmla="*/ 218 w 234"/>
                <a:gd name="T63" fmla="*/ 96 h 168"/>
                <a:gd name="T64" fmla="*/ 205 w 234"/>
                <a:gd name="T65" fmla="*/ 87 h 168"/>
                <a:gd name="T66" fmla="*/ 183 w 234"/>
                <a:gd name="T67" fmla="*/ 75 h 168"/>
                <a:gd name="T68" fmla="*/ 188 w 234"/>
                <a:gd name="T69" fmla="*/ 66 h 168"/>
                <a:gd name="T70" fmla="*/ 189 w 234"/>
                <a:gd name="T71" fmla="*/ 61 h 168"/>
                <a:gd name="T72" fmla="*/ 177 w 234"/>
                <a:gd name="T73" fmla="*/ 54 h 168"/>
                <a:gd name="T74" fmla="*/ 157 w 234"/>
                <a:gd name="T75" fmla="*/ 42 h 168"/>
                <a:gd name="T76" fmla="*/ 140 w 234"/>
                <a:gd name="T77" fmla="*/ 36 h 168"/>
                <a:gd name="T78" fmla="*/ 101 w 234"/>
                <a:gd name="T79" fmla="*/ 17 h 168"/>
                <a:gd name="T80" fmla="*/ 83 w 234"/>
                <a:gd name="T81" fmla="*/ 22 h 168"/>
                <a:gd name="T82" fmla="*/ 78 w 234"/>
                <a:gd name="T83" fmla="*/ 19 h 168"/>
                <a:gd name="T84" fmla="*/ 36 w 234"/>
                <a:gd name="T85" fmla="*/ 17 h 168"/>
                <a:gd name="T86" fmla="*/ 33 w 234"/>
                <a:gd name="T87" fmla="*/ 30 h 168"/>
                <a:gd name="T88" fmla="*/ 30 w 234"/>
                <a:gd name="T89" fmla="*/ 20 h 168"/>
                <a:gd name="T90" fmla="*/ 40 w 234"/>
                <a:gd name="T91" fmla="*/ 3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34" h="168">
                  <a:moveTo>
                    <a:pt x="31" y="0"/>
                  </a:moveTo>
                  <a:cubicBezTo>
                    <a:pt x="21" y="0"/>
                    <a:pt x="14" y="5"/>
                    <a:pt x="8" y="10"/>
                  </a:cubicBezTo>
                  <a:cubicBezTo>
                    <a:pt x="7" y="11"/>
                    <a:pt x="8" y="17"/>
                    <a:pt x="6" y="18"/>
                  </a:cubicBezTo>
                  <a:cubicBezTo>
                    <a:pt x="2" y="21"/>
                    <a:pt x="0" y="23"/>
                    <a:pt x="0" y="31"/>
                  </a:cubicBezTo>
                  <a:cubicBezTo>
                    <a:pt x="0" y="34"/>
                    <a:pt x="4" y="39"/>
                    <a:pt x="4" y="39"/>
                  </a:cubicBezTo>
                  <a:cubicBezTo>
                    <a:pt x="4" y="39"/>
                    <a:pt x="18" y="40"/>
                    <a:pt x="20" y="42"/>
                  </a:cubicBezTo>
                  <a:cubicBezTo>
                    <a:pt x="20" y="45"/>
                    <a:pt x="20" y="45"/>
                    <a:pt x="20" y="45"/>
                  </a:cubicBezTo>
                  <a:cubicBezTo>
                    <a:pt x="17" y="45"/>
                    <a:pt x="13" y="44"/>
                    <a:pt x="11" y="44"/>
                  </a:cubicBezTo>
                  <a:cubicBezTo>
                    <a:pt x="9" y="44"/>
                    <a:pt x="8" y="44"/>
                    <a:pt x="7" y="44"/>
                  </a:cubicBezTo>
                  <a:cubicBezTo>
                    <a:pt x="8" y="48"/>
                    <a:pt x="12" y="49"/>
                    <a:pt x="14" y="53"/>
                  </a:cubicBezTo>
                  <a:cubicBezTo>
                    <a:pt x="27" y="53"/>
                    <a:pt x="27" y="53"/>
                    <a:pt x="27" y="53"/>
                  </a:cubicBezTo>
                  <a:cubicBezTo>
                    <a:pt x="29" y="55"/>
                    <a:pt x="33" y="59"/>
                    <a:pt x="36" y="59"/>
                  </a:cubicBezTo>
                  <a:cubicBezTo>
                    <a:pt x="44" y="59"/>
                    <a:pt x="57" y="58"/>
                    <a:pt x="67" y="58"/>
                  </a:cubicBezTo>
                  <a:cubicBezTo>
                    <a:pt x="72" y="58"/>
                    <a:pt x="76" y="58"/>
                    <a:pt x="79" y="59"/>
                  </a:cubicBezTo>
                  <a:cubicBezTo>
                    <a:pt x="79" y="61"/>
                    <a:pt x="78" y="65"/>
                    <a:pt x="81" y="65"/>
                  </a:cubicBezTo>
                  <a:cubicBezTo>
                    <a:pt x="86" y="65"/>
                    <a:pt x="91" y="54"/>
                    <a:pt x="95" y="54"/>
                  </a:cubicBezTo>
                  <a:cubicBezTo>
                    <a:pt x="98" y="54"/>
                    <a:pt x="113" y="67"/>
                    <a:pt x="116" y="70"/>
                  </a:cubicBezTo>
                  <a:cubicBezTo>
                    <a:pt x="114" y="70"/>
                    <a:pt x="109" y="71"/>
                    <a:pt x="109" y="74"/>
                  </a:cubicBezTo>
                  <a:cubicBezTo>
                    <a:pt x="109" y="74"/>
                    <a:pt x="110" y="77"/>
                    <a:pt x="111" y="77"/>
                  </a:cubicBezTo>
                  <a:cubicBezTo>
                    <a:pt x="115" y="77"/>
                    <a:pt x="117" y="74"/>
                    <a:pt x="120" y="74"/>
                  </a:cubicBezTo>
                  <a:cubicBezTo>
                    <a:pt x="126" y="74"/>
                    <a:pt x="144" y="88"/>
                    <a:pt x="144" y="95"/>
                  </a:cubicBezTo>
                  <a:cubicBezTo>
                    <a:pt x="144" y="99"/>
                    <a:pt x="138" y="105"/>
                    <a:pt x="136" y="108"/>
                  </a:cubicBezTo>
                  <a:cubicBezTo>
                    <a:pt x="134" y="110"/>
                    <a:pt x="129" y="107"/>
                    <a:pt x="129" y="112"/>
                  </a:cubicBezTo>
                  <a:cubicBezTo>
                    <a:pt x="129" y="114"/>
                    <a:pt x="132" y="117"/>
                    <a:pt x="134" y="118"/>
                  </a:cubicBezTo>
                  <a:cubicBezTo>
                    <a:pt x="130" y="120"/>
                    <a:pt x="124" y="122"/>
                    <a:pt x="121" y="122"/>
                  </a:cubicBezTo>
                  <a:cubicBezTo>
                    <a:pt x="119" y="122"/>
                    <a:pt x="114" y="122"/>
                    <a:pt x="109" y="122"/>
                  </a:cubicBezTo>
                  <a:cubicBezTo>
                    <a:pt x="105" y="122"/>
                    <a:pt x="97" y="127"/>
                    <a:pt x="97" y="130"/>
                  </a:cubicBezTo>
                  <a:cubicBezTo>
                    <a:pt x="97" y="134"/>
                    <a:pt x="107" y="138"/>
                    <a:pt x="110" y="138"/>
                  </a:cubicBezTo>
                  <a:cubicBezTo>
                    <a:pt x="113" y="138"/>
                    <a:pt x="115" y="133"/>
                    <a:pt x="118" y="133"/>
                  </a:cubicBezTo>
                  <a:cubicBezTo>
                    <a:pt x="121" y="133"/>
                    <a:pt x="120" y="135"/>
                    <a:pt x="123" y="135"/>
                  </a:cubicBezTo>
                  <a:cubicBezTo>
                    <a:pt x="126" y="135"/>
                    <a:pt x="127" y="133"/>
                    <a:pt x="129" y="131"/>
                  </a:cubicBezTo>
                  <a:cubicBezTo>
                    <a:pt x="137" y="136"/>
                    <a:pt x="142" y="141"/>
                    <a:pt x="151" y="145"/>
                  </a:cubicBezTo>
                  <a:cubicBezTo>
                    <a:pt x="146" y="155"/>
                    <a:pt x="163" y="154"/>
                    <a:pt x="170" y="158"/>
                  </a:cubicBezTo>
                  <a:cubicBezTo>
                    <a:pt x="177" y="162"/>
                    <a:pt x="183" y="161"/>
                    <a:pt x="191" y="165"/>
                  </a:cubicBezTo>
                  <a:cubicBezTo>
                    <a:pt x="192" y="165"/>
                    <a:pt x="192" y="168"/>
                    <a:pt x="194" y="168"/>
                  </a:cubicBezTo>
                  <a:cubicBezTo>
                    <a:pt x="195" y="168"/>
                    <a:pt x="196" y="167"/>
                    <a:pt x="196" y="165"/>
                  </a:cubicBezTo>
                  <a:cubicBezTo>
                    <a:pt x="196" y="157"/>
                    <a:pt x="181" y="151"/>
                    <a:pt x="176" y="145"/>
                  </a:cubicBezTo>
                  <a:cubicBezTo>
                    <a:pt x="180" y="145"/>
                    <a:pt x="180" y="145"/>
                    <a:pt x="180" y="145"/>
                  </a:cubicBezTo>
                  <a:cubicBezTo>
                    <a:pt x="183" y="149"/>
                    <a:pt x="201" y="156"/>
                    <a:pt x="206" y="156"/>
                  </a:cubicBezTo>
                  <a:cubicBezTo>
                    <a:pt x="208" y="153"/>
                    <a:pt x="211" y="148"/>
                    <a:pt x="211" y="145"/>
                  </a:cubicBezTo>
                  <a:cubicBezTo>
                    <a:pt x="211" y="142"/>
                    <a:pt x="206" y="140"/>
                    <a:pt x="206" y="138"/>
                  </a:cubicBezTo>
                  <a:cubicBezTo>
                    <a:pt x="205" y="137"/>
                    <a:pt x="205" y="137"/>
                    <a:pt x="206" y="133"/>
                  </a:cubicBezTo>
                  <a:cubicBezTo>
                    <a:pt x="204" y="133"/>
                    <a:pt x="204" y="133"/>
                    <a:pt x="201" y="133"/>
                  </a:cubicBezTo>
                  <a:cubicBezTo>
                    <a:pt x="200" y="130"/>
                    <a:pt x="200" y="130"/>
                    <a:pt x="199" y="130"/>
                  </a:cubicBezTo>
                  <a:cubicBezTo>
                    <a:pt x="198" y="130"/>
                    <a:pt x="198" y="130"/>
                    <a:pt x="198" y="130"/>
                  </a:cubicBezTo>
                  <a:cubicBezTo>
                    <a:pt x="197" y="130"/>
                    <a:pt x="197" y="130"/>
                    <a:pt x="197" y="130"/>
                  </a:cubicBezTo>
                  <a:cubicBezTo>
                    <a:pt x="196" y="130"/>
                    <a:pt x="194" y="130"/>
                    <a:pt x="193" y="129"/>
                  </a:cubicBezTo>
                  <a:cubicBezTo>
                    <a:pt x="190" y="128"/>
                    <a:pt x="187" y="122"/>
                    <a:pt x="186" y="118"/>
                  </a:cubicBezTo>
                  <a:cubicBezTo>
                    <a:pt x="183" y="118"/>
                    <a:pt x="183" y="118"/>
                    <a:pt x="183" y="118"/>
                  </a:cubicBezTo>
                  <a:cubicBezTo>
                    <a:pt x="183" y="114"/>
                    <a:pt x="183" y="114"/>
                    <a:pt x="183" y="114"/>
                  </a:cubicBezTo>
                  <a:cubicBezTo>
                    <a:pt x="183" y="114"/>
                    <a:pt x="184" y="115"/>
                    <a:pt x="185" y="115"/>
                  </a:cubicBezTo>
                  <a:cubicBezTo>
                    <a:pt x="185" y="115"/>
                    <a:pt x="186" y="114"/>
                    <a:pt x="187" y="114"/>
                  </a:cubicBezTo>
                  <a:cubicBezTo>
                    <a:pt x="187" y="111"/>
                    <a:pt x="187" y="111"/>
                    <a:pt x="187" y="111"/>
                  </a:cubicBezTo>
                  <a:cubicBezTo>
                    <a:pt x="186" y="111"/>
                    <a:pt x="185" y="111"/>
                    <a:pt x="184" y="111"/>
                  </a:cubicBezTo>
                  <a:cubicBezTo>
                    <a:pt x="184" y="111"/>
                    <a:pt x="183" y="111"/>
                    <a:pt x="181" y="110"/>
                  </a:cubicBezTo>
                  <a:cubicBezTo>
                    <a:pt x="182" y="110"/>
                    <a:pt x="185" y="107"/>
                    <a:pt x="187" y="107"/>
                  </a:cubicBezTo>
                  <a:cubicBezTo>
                    <a:pt x="201" y="107"/>
                    <a:pt x="201" y="126"/>
                    <a:pt x="215" y="126"/>
                  </a:cubicBezTo>
                  <a:cubicBezTo>
                    <a:pt x="219" y="126"/>
                    <a:pt x="219" y="122"/>
                    <a:pt x="219" y="118"/>
                  </a:cubicBezTo>
                  <a:cubicBezTo>
                    <a:pt x="225" y="118"/>
                    <a:pt x="225" y="116"/>
                    <a:pt x="225" y="115"/>
                  </a:cubicBezTo>
                  <a:cubicBezTo>
                    <a:pt x="225" y="114"/>
                    <a:pt x="226" y="114"/>
                    <a:pt x="225" y="111"/>
                  </a:cubicBezTo>
                  <a:cubicBezTo>
                    <a:pt x="229" y="111"/>
                    <a:pt x="234" y="110"/>
                    <a:pt x="234" y="106"/>
                  </a:cubicBezTo>
                  <a:cubicBezTo>
                    <a:pt x="234" y="102"/>
                    <a:pt x="232" y="100"/>
                    <a:pt x="226" y="100"/>
                  </a:cubicBezTo>
                  <a:cubicBezTo>
                    <a:pt x="225" y="100"/>
                    <a:pt x="223" y="100"/>
                    <a:pt x="221" y="98"/>
                  </a:cubicBezTo>
                  <a:cubicBezTo>
                    <a:pt x="220" y="96"/>
                    <a:pt x="219" y="96"/>
                    <a:pt x="218" y="96"/>
                  </a:cubicBezTo>
                  <a:cubicBezTo>
                    <a:pt x="217" y="96"/>
                    <a:pt x="215" y="97"/>
                    <a:pt x="211" y="97"/>
                  </a:cubicBezTo>
                  <a:cubicBezTo>
                    <a:pt x="207" y="97"/>
                    <a:pt x="206" y="92"/>
                    <a:pt x="205" y="87"/>
                  </a:cubicBezTo>
                  <a:cubicBezTo>
                    <a:pt x="199" y="87"/>
                    <a:pt x="191" y="84"/>
                    <a:pt x="191" y="77"/>
                  </a:cubicBezTo>
                  <a:cubicBezTo>
                    <a:pt x="187" y="77"/>
                    <a:pt x="185" y="76"/>
                    <a:pt x="183" y="75"/>
                  </a:cubicBezTo>
                  <a:cubicBezTo>
                    <a:pt x="185" y="71"/>
                    <a:pt x="188" y="71"/>
                    <a:pt x="192" y="68"/>
                  </a:cubicBezTo>
                  <a:cubicBezTo>
                    <a:pt x="191" y="67"/>
                    <a:pt x="189" y="66"/>
                    <a:pt x="188" y="66"/>
                  </a:cubicBezTo>
                  <a:cubicBezTo>
                    <a:pt x="185" y="66"/>
                    <a:pt x="184" y="66"/>
                    <a:pt x="179" y="65"/>
                  </a:cubicBezTo>
                  <a:cubicBezTo>
                    <a:pt x="182" y="62"/>
                    <a:pt x="185" y="62"/>
                    <a:pt x="189" y="61"/>
                  </a:cubicBezTo>
                  <a:cubicBezTo>
                    <a:pt x="188" y="57"/>
                    <a:pt x="185" y="54"/>
                    <a:pt x="181" y="54"/>
                  </a:cubicBezTo>
                  <a:cubicBezTo>
                    <a:pt x="181" y="54"/>
                    <a:pt x="178" y="54"/>
                    <a:pt x="177" y="54"/>
                  </a:cubicBezTo>
                  <a:cubicBezTo>
                    <a:pt x="177" y="50"/>
                    <a:pt x="177" y="50"/>
                    <a:pt x="177" y="50"/>
                  </a:cubicBezTo>
                  <a:cubicBezTo>
                    <a:pt x="169" y="49"/>
                    <a:pt x="164" y="44"/>
                    <a:pt x="157" y="42"/>
                  </a:cubicBezTo>
                  <a:cubicBezTo>
                    <a:pt x="157" y="37"/>
                    <a:pt x="150" y="36"/>
                    <a:pt x="147" y="36"/>
                  </a:cubicBezTo>
                  <a:cubicBezTo>
                    <a:pt x="145" y="36"/>
                    <a:pt x="144" y="36"/>
                    <a:pt x="140" y="36"/>
                  </a:cubicBezTo>
                  <a:cubicBezTo>
                    <a:pt x="131" y="36"/>
                    <a:pt x="129" y="26"/>
                    <a:pt x="122" y="22"/>
                  </a:cubicBezTo>
                  <a:cubicBezTo>
                    <a:pt x="119" y="19"/>
                    <a:pt x="107" y="17"/>
                    <a:pt x="101" y="17"/>
                  </a:cubicBezTo>
                  <a:cubicBezTo>
                    <a:pt x="96" y="17"/>
                    <a:pt x="95" y="25"/>
                    <a:pt x="90" y="25"/>
                  </a:cubicBezTo>
                  <a:cubicBezTo>
                    <a:pt x="87" y="25"/>
                    <a:pt x="86" y="22"/>
                    <a:pt x="83" y="22"/>
                  </a:cubicBezTo>
                  <a:cubicBezTo>
                    <a:pt x="80" y="22"/>
                    <a:pt x="79" y="25"/>
                    <a:pt x="78" y="25"/>
                  </a:cubicBezTo>
                  <a:cubicBezTo>
                    <a:pt x="76" y="25"/>
                    <a:pt x="78" y="20"/>
                    <a:pt x="78" y="19"/>
                  </a:cubicBezTo>
                  <a:cubicBezTo>
                    <a:pt x="78" y="13"/>
                    <a:pt x="74" y="3"/>
                    <a:pt x="66" y="3"/>
                  </a:cubicBezTo>
                  <a:cubicBezTo>
                    <a:pt x="55" y="3"/>
                    <a:pt x="36" y="6"/>
                    <a:pt x="36" y="17"/>
                  </a:cubicBezTo>
                  <a:cubicBezTo>
                    <a:pt x="36" y="20"/>
                    <a:pt x="39" y="22"/>
                    <a:pt x="39" y="25"/>
                  </a:cubicBezTo>
                  <a:cubicBezTo>
                    <a:pt x="39" y="27"/>
                    <a:pt x="35" y="30"/>
                    <a:pt x="33" y="30"/>
                  </a:cubicBezTo>
                  <a:cubicBezTo>
                    <a:pt x="29" y="30"/>
                    <a:pt x="30" y="28"/>
                    <a:pt x="30" y="25"/>
                  </a:cubicBezTo>
                  <a:cubicBezTo>
                    <a:pt x="30" y="25"/>
                    <a:pt x="29" y="22"/>
                    <a:pt x="30" y="20"/>
                  </a:cubicBezTo>
                  <a:cubicBezTo>
                    <a:pt x="29" y="20"/>
                    <a:pt x="28" y="19"/>
                    <a:pt x="28" y="17"/>
                  </a:cubicBezTo>
                  <a:cubicBezTo>
                    <a:pt x="28" y="9"/>
                    <a:pt x="37" y="9"/>
                    <a:pt x="40" y="3"/>
                  </a:cubicBezTo>
                  <a:cubicBezTo>
                    <a:pt x="31" y="0"/>
                    <a:pt x="31" y="0"/>
                    <a:pt x="3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2" name="Freeform 144"/>
            <p:cNvSpPr>
              <a:spLocks/>
            </p:cNvSpPr>
            <p:nvPr/>
          </p:nvSpPr>
          <p:spPr bwMode="auto">
            <a:xfrm>
              <a:off x="3716338" y="1955800"/>
              <a:ext cx="26988" cy="15875"/>
            </a:xfrm>
            <a:custGeom>
              <a:avLst/>
              <a:gdLst>
                <a:gd name="T0" fmla="*/ 3 w 7"/>
                <a:gd name="T1" fmla="*/ 0 h 4"/>
                <a:gd name="T2" fmla="*/ 0 w 7"/>
                <a:gd name="T3" fmla="*/ 2 h 4"/>
                <a:gd name="T4" fmla="*/ 3 w 7"/>
                <a:gd name="T5" fmla="*/ 4 h 4"/>
                <a:gd name="T6" fmla="*/ 7 w 7"/>
                <a:gd name="T7" fmla="*/ 2 h 4"/>
                <a:gd name="T8" fmla="*/ 3 w 7"/>
                <a:gd name="T9" fmla="*/ 0 h 4"/>
              </a:gdLst>
              <a:ahLst/>
              <a:cxnLst>
                <a:cxn ang="0">
                  <a:pos x="T0" y="T1"/>
                </a:cxn>
                <a:cxn ang="0">
                  <a:pos x="T2" y="T3"/>
                </a:cxn>
                <a:cxn ang="0">
                  <a:pos x="T4" y="T5"/>
                </a:cxn>
                <a:cxn ang="0">
                  <a:pos x="T6" y="T7"/>
                </a:cxn>
                <a:cxn ang="0">
                  <a:pos x="T8" y="T9"/>
                </a:cxn>
              </a:cxnLst>
              <a:rect l="0" t="0" r="r" b="b"/>
              <a:pathLst>
                <a:path w="7" h="4">
                  <a:moveTo>
                    <a:pt x="3" y="0"/>
                  </a:moveTo>
                  <a:cubicBezTo>
                    <a:pt x="2" y="0"/>
                    <a:pt x="1" y="0"/>
                    <a:pt x="0" y="2"/>
                  </a:cubicBezTo>
                  <a:cubicBezTo>
                    <a:pt x="1" y="3"/>
                    <a:pt x="2" y="4"/>
                    <a:pt x="3" y="4"/>
                  </a:cubicBezTo>
                  <a:cubicBezTo>
                    <a:pt x="4" y="4"/>
                    <a:pt x="5" y="3"/>
                    <a:pt x="7" y="2"/>
                  </a:cubicBezTo>
                  <a:cubicBezTo>
                    <a:pt x="5" y="1"/>
                    <a:pt x="4"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3" name="Freeform 145"/>
            <p:cNvSpPr>
              <a:spLocks/>
            </p:cNvSpPr>
            <p:nvPr/>
          </p:nvSpPr>
          <p:spPr bwMode="auto">
            <a:xfrm>
              <a:off x="3536950" y="1831975"/>
              <a:ext cx="22225" cy="19050"/>
            </a:xfrm>
            <a:custGeom>
              <a:avLst/>
              <a:gdLst>
                <a:gd name="T0" fmla="*/ 2 w 6"/>
                <a:gd name="T1" fmla="*/ 0 h 5"/>
                <a:gd name="T2" fmla="*/ 1 w 6"/>
                <a:gd name="T3" fmla="*/ 0 h 5"/>
                <a:gd name="T4" fmla="*/ 6 w 6"/>
                <a:gd name="T5" fmla="*/ 5 h 5"/>
                <a:gd name="T6" fmla="*/ 2 w 6"/>
                <a:gd name="T7" fmla="*/ 0 h 5"/>
              </a:gdLst>
              <a:ahLst/>
              <a:cxnLst>
                <a:cxn ang="0">
                  <a:pos x="T0" y="T1"/>
                </a:cxn>
                <a:cxn ang="0">
                  <a:pos x="T2" y="T3"/>
                </a:cxn>
                <a:cxn ang="0">
                  <a:pos x="T4" y="T5"/>
                </a:cxn>
                <a:cxn ang="0">
                  <a:pos x="T6" y="T7"/>
                </a:cxn>
              </a:cxnLst>
              <a:rect l="0" t="0" r="r" b="b"/>
              <a:pathLst>
                <a:path w="6" h="5">
                  <a:moveTo>
                    <a:pt x="2" y="0"/>
                  </a:moveTo>
                  <a:cubicBezTo>
                    <a:pt x="2" y="0"/>
                    <a:pt x="1" y="0"/>
                    <a:pt x="1" y="0"/>
                  </a:cubicBezTo>
                  <a:cubicBezTo>
                    <a:pt x="0" y="2"/>
                    <a:pt x="3" y="4"/>
                    <a:pt x="6" y="5"/>
                  </a:cubicBezTo>
                  <a:cubicBezTo>
                    <a:pt x="5" y="3"/>
                    <a:pt x="4"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4" name="Freeform 146"/>
            <p:cNvSpPr>
              <a:spLocks/>
            </p:cNvSpPr>
            <p:nvPr/>
          </p:nvSpPr>
          <p:spPr bwMode="auto">
            <a:xfrm>
              <a:off x="3303588" y="768350"/>
              <a:ext cx="935038" cy="488950"/>
            </a:xfrm>
            <a:custGeom>
              <a:avLst/>
              <a:gdLst>
                <a:gd name="T0" fmla="*/ 141 w 249"/>
                <a:gd name="T1" fmla="*/ 4 h 130"/>
                <a:gd name="T2" fmla="*/ 127 w 249"/>
                <a:gd name="T3" fmla="*/ 3 h 130"/>
                <a:gd name="T4" fmla="*/ 87 w 249"/>
                <a:gd name="T5" fmla="*/ 7 h 130"/>
                <a:gd name="T6" fmla="*/ 82 w 249"/>
                <a:gd name="T7" fmla="*/ 7 h 130"/>
                <a:gd name="T8" fmla="*/ 48 w 249"/>
                <a:gd name="T9" fmla="*/ 14 h 130"/>
                <a:gd name="T10" fmla="*/ 35 w 249"/>
                <a:gd name="T11" fmla="*/ 22 h 130"/>
                <a:gd name="T12" fmla="*/ 0 w 249"/>
                <a:gd name="T13" fmla="*/ 33 h 130"/>
                <a:gd name="T14" fmla="*/ 10 w 249"/>
                <a:gd name="T15" fmla="*/ 31 h 130"/>
                <a:gd name="T16" fmla="*/ 11 w 249"/>
                <a:gd name="T17" fmla="*/ 36 h 130"/>
                <a:gd name="T18" fmla="*/ 28 w 249"/>
                <a:gd name="T19" fmla="*/ 33 h 130"/>
                <a:gd name="T20" fmla="*/ 16 w 249"/>
                <a:gd name="T21" fmla="*/ 42 h 130"/>
                <a:gd name="T22" fmla="*/ 29 w 249"/>
                <a:gd name="T23" fmla="*/ 42 h 130"/>
                <a:gd name="T24" fmla="*/ 37 w 249"/>
                <a:gd name="T25" fmla="*/ 51 h 130"/>
                <a:gd name="T26" fmla="*/ 47 w 249"/>
                <a:gd name="T27" fmla="*/ 48 h 130"/>
                <a:gd name="T28" fmla="*/ 64 w 249"/>
                <a:gd name="T29" fmla="*/ 51 h 130"/>
                <a:gd name="T30" fmla="*/ 95 w 249"/>
                <a:gd name="T31" fmla="*/ 47 h 130"/>
                <a:gd name="T32" fmla="*/ 86 w 249"/>
                <a:gd name="T33" fmla="*/ 55 h 130"/>
                <a:gd name="T34" fmla="*/ 70 w 249"/>
                <a:gd name="T35" fmla="*/ 58 h 130"/>
                <a:gd name="T36" fmla="*/ 79 w 249"/>
                <a:gd name="T37" fmla="*/ 67 h 130"/>
                <a:gd name="T38" fmla="*/ 55 w 249"/>
                <a:gd name="T39" fmla="*/ 56 h 130"/>
                <a:gd name="T40" fmla="*/ 45 w 249"/>
                <a:gd name="T41" fmla="*/ 56 h 130"/>
                <a:gd name="T42" fmla="*/ 47 w 249"/>
                <a:gd name="T43" fmla="*/ 60 h 130"/>
                <a:gd name="T44" fmla="*/ 40 w 249"/>
                <a:gd name="T45" fmla="*/ 62 h 130"/>
                <a:gd name="T46" fmla="*/ 44 w 249"/>
                <a:gd name="T47" fmla="*/ 84 h 130"/>
                <a:gd name="T48" fmla="*/ 36 w 249"/>
                <a:gd name="T49" fmla="*/ 97 h 130"/>
                <a:gd name="T50" fmla="*/ 43 w 249"/>
                <a:gd name="T51" fmla="*/ 95 h 130"/>
                <a:gd name="T52" fmla="*/ 60 w 249"/>
                <a:gd name="T53" fmla="*/ 109 h 130"/>
                <a:gd name="T54" fmla="*/ 37 w 249"/>
                <a:gd name="T55" fmla="*/ 101 h 130"/>
                <a:gd name="T56" fmla="*/ 30 w 249"/>
                <a:gd name="T57" fmla="*/ 104 h 130"/>
                <a:gd name="T58" fmla="*/ 18 w 249"/>
                <a:gd name="T59" fmla="*/ 124 h 130"/>
                <a:gd name="T60" fmla="*/ 25 w 249"/>
                <a:gd name="T61" fmla="*/ 123 h 130"/>
                <a:gd name="T62" fmla="*/ 60 w 249"/>
                <a:gd name="T63" fmla="*/ 126 h 130"/>
                <a:gd name="T64" fmla="*/ 91 w 249"/>
                <a:gd name="T65" fmla="*/ 130 h 130"/>
                <a:gd name="T66" fmla="*/ 110 w 249"/>
                <a:gd name="T67" fmla="*/ 118 h 130"/>
                <a:gd name="T68" fmla="*/ 102 w 249"/>
                <a:gd name="T69" fmla="*/ 118 h 130"/>
                <a:gd name="T70" fmla="*/ 112 w 249"/>
                <a:gd name="T71" fmla="*/ 100 h 130"/>
                <a:gd name="T72" fmla="*/ 139 w 249"/>
                <a:gd name="T73" fmla="*/ 87 h 130"/>
                <a:gd name="T74" fmla="*/ 135 w 249"/>
                <a:gd name="T75" fmla="*/ 81 h 130"/>
                <a:gd name="T76" fmla="*/ 131 w 249"/>
                <a:gd name="T77" fmla="*/ 75 h 130"/>
                <a:gd name="T78" fmla="*/ 152 w 249"/>
                <a:gd name="T79" fmla="*/ 69 h 130"/>
                <a:gd name="T80" fmla="*/ 160 w 249"/>
                <a:gd name="T81" fmla="*/ 70 h 130"/>
                <a:gd name="T82" fmla="*/ 191 w 249"/>
                <a:gd name="T83" fmla="*/ 47 h 130"/>
                <a:gd name="T84" fmla="*/ 222 w 249"/>
                <a:gd name="T85" fmla="*/ 33 h 130"/>
                <a:gd name="T86" fmla="*/ 208 w 249"/>
                <a:gd name="T87" fmla="*/ 34 h 130"/>
                <a:gd name="T88" fmla="*/ 242 w 249"/>
                <a:gd name="T89" fmla="*/ 21 h 130"/>
                <a:gd name="T90" fmla="*/ 231 w 249"/>
                <a:gd name="T91" fmla="*/ 10 h 130"/>
                <a:gd name="T92" fmla="*/ 221 w 249"/>
                <a:gd name="T93" fmla="*/ 3 h 130"/>
                <a:gd name="T94" fmla="*/ 203 w 249"/>
                <a:gd name="T95" fmla="*/ 6 h 130"/>
                <a:gd name="T96" fmla="*/ 166 w 249"/>
                <a:gd name="T97" fmla="*/ 2 h 130"/>
                <a:gd name="T98" fmla="*/ 150 w 249"/>
                <a:gd name="T9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9" h="130">
                  <a:moveTo>
                    <a:pt x="150" y="0"/>
                  </a:moveTo>
                  <a:cubicBezTo>
                    <a:pt x="146" y="0"/>
                    <a:pt x="145" y="4"/>
                    <a:pt x="141" y="4"/>
                  </a:cubicBezTo>
                  <a:cubicBezTo>
                    <a:pt x="136" y="4"/>
                    <a:pt x="135" y="1"/>
                    <a:pt x="130" y="1"/>
                  </a:cubicBezTo>
                  <a:cubicBezTo>
                    <a:pt x="129" y="1"/>
                    <a:pt x="127" y="2"/>
                    <a:pt x="127" y="3"/>
                  </a:cubicBezTo>
                  <a:cubicBezTo>
                    <a:pt x="112" y="3"/>
                    <a:pt x="109" y="3"/>
                    <a:pt x="94" y="3"/>
                  </a:cubicBezTo>
                  <a:cubicBezTo>
                    <a:pt x="91" y="3"/>
                    <a:pt x="89" y="4"/>
                    <a:pt x="87" y="7"/>
                  </a:cubicBezTo>
                  <a:cubicBezTo>
                    <a:pt x="86" y="8"/>
                    <a:pt x="85" y="8"/>
                    <a:pt x="85" y="8"/>
                  </a:cubicBezTo>
                  <a:cubicBezTo>
                    <a:pt x="85" y="8"/>
                    <a:pt x="85" y="7"/>
                    <a:pt x="82" y="7"/>
                  </a:cubicBezTo>
                  <a:cubicBezTo>
                    <a:pt x="73" y="7"/>
                    <a:pt x="70" y="13"/>
                    <a:pt x="67" y="20"/>
                  </a:cubicBezTo>
                  <a:cubicBezTo>
                    <a:pt x="65" y="19"/>
                    <a:pt x="54" y="14"/>
                    <a:pt x="48" y="14"/>
                  </a:cubicBezTo>
                  <a:cubicBezTo>
                    <a:pt x="42" y="14"/>
                    <a:pt x="46" y="20"/>
                    <a:pt x="37" y="20"/>
                  </a:cubicBezTo>
                  <a:cubicBezTo>
                    <a:pt x="37" y="21"/>
                    <a:pt x="36" y="22"/>
                    <a:pt x="35" y="22"/>
                  </a:cubicBezTo>
                  <a:cubicBezTo>
                    <a:pt x="34" y="22"/>
                    <a:pt x="32" y="22"/>
                    <a:pt x="28" y="22"/>
                  </a:cubicBezTo>
                  <a:cubicBezTo>
                    <a:pt x="20" y="22"/>
                    <a:pt x="2" y="26"/>
                    <a:pt x="0" y="33"/>
                  </a:cubicBezTo>
                  <a:cubicBezTo>
                    <a:pt x="2" y="33"/>
                    <a:pt x="5" y="33"/>
                    <a:pt x="6" y="33"/>
                  </a:cubicBezTo>
                  <a:cubicBezTo>
                    <a:pt x="7" y="32"/>
                    <a:pt x="9" y="31"/>
                    <a:pt x="10" y="31"/>
                  </a:cubicBezTo>
                  <a:cubicBezTo>
                    <a:pt x="19" y="31"/>
                    <a:pt x="19" y="31"/>
                    <a:pt x="19" y="31"/>
                  </a:cubicBezTo>
                  <a:cubicBezTo>
                    <a:pt x="16" y="32"/>
                    <a:pt x="14" y="33"/>
                    <a:pt x="11" y="36"/>
                  </a:cubicBezTo>
                  <a:cubicBezTo>
                    <a:pt x="12" y="36"/>
                    <a:pt x="15" y="38"/>
                    <a:pt x="16" y="38"/>
                  </a:cubicBezTo>
                  <a:cubicBezTo>
                    <a:pt x="22" y="38"/>
                    <a:pt x="22" y="33"/>
                    <a:pt x="28" y="33"/>
                  </a:cubicBezTo>
                  <a:cubicBezTo>
                    <a:pt x="30" y="33"/>
                    <a:pt x="31" y="33"/>
                    <a:pt x="33" y="33"/>
                  </a:cubicBezTo>
                  <a:cubicBezTo>
                    <a:pt x="26" y="36"/>
                    <a:pt x="19" y="35"/>
                    <a:pt x="16" y="42"/>
                  </a:cubicBezTo>
                  <a:cubicBezTo>
                    <a:pt x="16" y="42"/>
                    <a:pt x="18" y="42"/>
                    <a:pt x="19" y="42"/>
                  </a:cubicBezTo>
                  <a:cubicBezTo>
                    <a:pt x="22" y="42"/>
                    <a:pt x="25" y="42"/>
                    <a:pt x="29" y="42"/>
                  </a:cubicBezTo>
                  <a:cubicBezTo>
                    <a:pt x="25" y="42"/>
                    <a:pt x="23" y="44"/>
                    <a:pt x="21" y="45"/>
                  </a:cubicBezTo>
                  <a:cubicBezTo>
                    <a:pt x="23" y="48"/>
                    <a:pt x="31" y="51"/>
                    <a:pt x="37" y="51"/>
                  </a:cubicBezTo>
                  <a:cubicBezTo>
                    <a:pt x="40" y="51"/>
                    <a:pt x="41" y="50"/>
                    <a:pt x="43" y="48"/>
                  </a:cubicBezTo>
                  <a:cubicBezTo>
                    <a:pt x="47" y="48"/>
                    <a:pt x="47" y="48"/>
                    <a:pt x="47" y="48"/>
                  </a:cubicBezTo>
                  <a:cubicBezTo>
                    <a:pt x="45" y="52"/>
                    <a:pt x="53" y="54"/>
                    <a:pt x="58" y="54"/>
                  </a:cubicBezTo>
                  <a:cubicBezTo>
                    <a:pt x="61" y="54"/>
                    <a:pt x="62" y="51"/>
                    <a:pt x="64" y="51"/>
                  </a:cubicBezTo>
                  <a:cubicBezTo>
                    <a:pt x="67" y="51"/>
                    <a:pt x="69" y="54"/>
                    <a:pt x="74" y="54"/>
                  </a:cubicBezTo>
                  <a:cubicBezTo>
                    <a:pt x="83" y="54"/>
                    <a:pt x="90" y="52"/>
                    <a:pt x="95" y="47"/>
                  </a:cubicBezTo>
                  <a:cubicBezTo>
                    <a:pt x="100" y="47"/>
                    <a:pt x="100" y="47"/>
                    <a:pt x="100" y="47"/>
                  </a:cubicBezTo>
                  <a:cubicBezTo>
                    <a:pt x="96" y="51"/>
                    <a:pt x="91" y="53"/>
                    <a:pt x="86" y="55"/>
                  </a:cubicBezTo>
                  <a:cubicBezTo>
                    <a:pt x="72" y="55"/>
                    <a:pt x="72" y="55"/>
                    <a:pt x="72" y="55"/>
                  </a:cubicBezTo>
                  <a:cubicBezTo>
                    <a:pt x="71" y="56"/>
                    <a:pt x="70" y="57"/>
                    <a:pt x="70" y="58"/>
                  </a:cubicBezTo>
                  <a:cubicBezTo>
                    <a:pt x="70" y="60"/>
                    <a:pt x="79" y="65"/>
                    <a:pt x="80" y="67"/>
                  </a:cubicBezTo>
                  <a:cubicBezTo>
                    <a:pt x="80" y="67"/>
                    <a:pt x="79" y="67"/>
                    <a:pt x="79" y="67"/>
                  </a:cubicBezTo>
                  <a:cubicBezTo>
                    <a:pt x="72" y="67"/>
                    <a:pt x="69" y="59"/>
                    <a:pt x="63" y="57"/>
                  </a:cubicBezTo>
                  <a:cubicBezTo>
                    <a:pt x="60" y="56"/>
                    <a:pt x="58" y="56"/>
                    <a:pt x="55" y="56"/>
                  </a:cubicBezTo>
                  <a:cubicBezTo>
                    <a:pt x="52" y="56"/>
                    <a:pt x="49" y="56"/>
                    <a:pt x="47" y="56"/>
                  </a:cubicBezTo>
                  <a:cubicBezTo>
                    <a:pt x="47" y="56"/>
                    <a:pt x="46" y="56"/>
                    <a:pt x="45" y="56"/>
                  </a:cubicBezTo>
                  <a:cubicBezTo>
                    <a:pt x="44" y="56"/>
                    <a:pt x="44" y="56"/>
                    <a:pt x="43" y="56"/>
                  </a:cubicBezTo>
                  <a:cubicBezTo>
                    <a:pt x="44" y="59"/>
                    <a:pt x="44" y="60"/>
                    <a:pt x="47" y="60"/>
                  </a:cubicBezTo>
                  <a:cubicBezTo>
                    <a:pt x="47" y="60"/>
                    <a:pt x="46" y="60"/>
                    <a:pt x="45" y="60"/>
                  </a:cubicBezTo>
                  <a:cubicBezTo>
                    <a:pt x="43" y="60"/>
                    <a:pt x="40" y="60"/>
                    <a:pt x="40" y="62"/>
                  </a:cubicBezTo>
                  <a:cubicBezTo>
                    <a:pt x="40" y="67"/>
                    <a:pt x="60" y="67"/>
                    <a:pt x="60" y="76"/>
                  </a:cubicBezTo>
                  <a:cubicBezTo>
                    <a:pt x="60" y="84"/>
                    <a:pt x="51" y="82"/>
                    <a:pt x="44" y="84"/>
                  </a:cubicBezTo>
                  <a:cubicBezTo>
                    <a:pt x="40" y="85"/>
                    <a:pt x="38" y="89"/>
                    <a:pt x="36" y="93"/>
                  </a:cubicBezTo>
                  <a:cubicBezTo>
                    <a:pt x="36" y="97"/>
                    <a:pt x="36" y="97"/>
                    <a:pt x="36" y="97"/>
                  </a:cubicBezTo>
                  <a:cubicBezTo>
                    <a:pt x="40" y="97"/>
                    <a:pt x="40" y="97"/>
                    <a:pt x="40" y="97"/>
                  </a:cubicBezTo>
                  <a:cubicBezTo>
                    <a:pt x="41" y="96"/>
                    <a:pt x="41" y="96"/>
                    <a:pt x="43" y="95"/>
                  </a:cubicBezTo>
                  <a:cubicBezTo>
                    <a:pt x="47" y="95"/>
                    <a:pt x="47" y="95"/>
                    <a:pt x="47" y="95"/>
                  </a:cubicBezTo>
                  <a:cubicBezTo>
                    <a:pt x="47" y="102"/>
                    <a:pt x="56" y="105"/>
                    <a:pt x="60" y="109"/>
                  </a:cubicBezTo>
                  <a:cubicBezTo>
                    <a:pt x="55" y="109"/>
                    <a:pt x="55" y="109"/>
                    <a:pt x="55" y="109"/>
                  </a:cubicBezTo>
                  <a:cubicBezTo>
                    <a:pt x="49" y="106"/>
                    <a:pt x="46" y="101"/>
                    <a:pt x="37" y="101"/>
                  </a:cubicBezTo>
                  <a:cubicBezTo>
                    <a:pt x="36" y="101"/>
                    <a:pt x="35" y="101"/>
                    <a:pt x="34" y="101"/>
                  </a:cubicBezTo>
                  <a:cubicBezTo>
                    <a:pt x="32" y="101"/>
                    <a:pt x="30" y="101"/>
                    <a:pt x="30" y="104"/>
                  </a:cubicBezTo>
                  <a:cubicBezTo>
                    <a:pt x="30" y="109"/>
                    <a:pt x="36" y="110"/>
                    <a:pt x="39" y="112"/>
                  </a:cubicBezTo>
                  <a:cubicBezTo>
                    <a:pt x="33" y="117"/>
                    <a:pt x="18" y="112"/>
                    <a:pt x="18" y="124"/>
                  </a:cubicBezTo>
                  <a:cubicBezTo>
                    <a:pt x="18" y="125"/>
                    <a:pt x="19" y="126"/>
                    <a:pt x="21" y="126"/>
                  </a:cubicBezTo>
                  <a:cubicBezTo>
                    <a:pt x="23" y="126"/>
                    <a:pt x="24" y="125"/>
                    <a:pt x="25" y="123"/>
                  </a:cubicBezTo>
                  <a:cubicBezTo>
                    <a:pt x="35" y="126"/>
                    <a:pt x="42" y="129"/>
                    <a:pt x="52" y="129"/>
                  </a:cubicBezTo>
                  <a:cubicBezTo>
                    <a:pt x="56" y="129"/>
                    <a:pt x="58" y="126"/>
                    <a:pt x="60" y="126"/>
                  </a:cubicBezTo>
                  <a:cubicBezTo>
                    <a:pt x="67" y="126"/>
                    <a:pt x="73" y="126"/>
                    <a:pt x="82" y="126"/>
                  </a:cubicBezTo>
                  <a:cubicBezTo>
                    <a:pt x="87" y="126"/>
                    <a:pt x="84" y="130"/>
                    <a:pt x="91" y="130"/>
                  </a:cubicBezTo>
                  <a:cubicBezTo>
                    <a:pt x="98" y="130"/>
                    <a:pt x="114" y="125"/>
                    <a:pt x="114" y="120"/>
                  </a:cubicBezTo>
                  <a:cubicBezTo>
                    <a:pt x="114" y="118"/>
                    <a:pt x="111" y="118"/>
                    <a:pt x="110" y="118"/>
                  </a:cubicBezTo>
                  <a:cubicBezTo>
                    <a:pt x="110" y="118"/>
                    <a:pt x="110" y="118"/>
                    <a:pt x="109" y="118"/>
                  </a:cubicBezTo>
                  <a:cubicBezTo>
                    <a:pt x="107" y="118"/>
                    <a:pt x="107" y="118"/>
                    <a:pt x="102" y="118"/>
                  </a:cubicBezTo>
                  <a:cubicBezTo>
                    <a:pt x="102" y="108"/>
                    <a:pt x="114" y="114"/>
                    <a:pt x="114" y="105"/>
                  </a:cubicBezTo>
                  <a:cubicBezTo>
                    <a:pt x="114" y="103"/>
                    <a:pt x="113" y="102"/>
                    <a:pt x="112" y="100"/>
                  </a:cubicBezTo>
                  <a:cubicBezTo>
                    <a:pt x="115" y="100"/>
                    <a:pt x="114" y="100"/>
                    <a:pt x="127" y="100"/>
                  </a:cubicBezTo>
                  <a:cubicBezTo>
                    <a:pt x="131" y="97"/>
                    <a:pt x="133" y="90"/>
                    <a:pt x="139" y="87"/>
                  </a:cubicBezTo>
                  <a:cubicBezTo>
                    <a:pt x="138" y="83"/>
                    <a:pt x="135" y="82"/>
                    <a:pt x="131" y="81"/>
                  </a:cubicBezTo>
                  <a:cubicBezTo>
                    <a:pt x="133" y="81"/>
                    <a:pt x="134" y="81"/>
                    <a:pt x="135" y="81"/>
                  </a:cubicBezTo>
                  <a:cubicBezTo>
                    <a:pt x="138" y="81"/>
                    <a:pt x="140" y="80"/>
                    <a:pt x="139" y="75"/>
                  </a:cubicBezTo>
                  <a:cubicBezTo>
                    <a:pt x="131" y="75"/>
                    <a:pt x="131" y="75"/>
                    <a:pt x="131" y="75"/>
                  </a:cubicBezTo>
                  <a:cubicBezTo>
                    <a:pt x="136" y="72"/>
                    <a:pt x="143" y="71"/>
                    <a:pt x="149" y="69"/>
                  </a:cubicBezTo>
                  <a:cubicBezTo>
                    <a:pt x="150" y="69"/>
                    <a:pt x="151" y="69"/>
                    <a:pt x="152" y="69"/>
                  </a:cubicBezTo>
                  <a:cubicBezTo>
                    <a:pt x="153" y="69"/>
                    <a:pt x="155" y="69"/>
                    <a:pt x="156" y="69"/>
                  </a:cubicBezTo>
                  <a:cubicBezTo>
                    <a:pt x="157" y="69"/>
                    <a:pt x="159" y="70"/>
                    <a:pt x="160" y="70"/>
                  </a:cubicBezTo>
                  <a:cubicBezTo>
                    <a:pt x="161" y="70"/>
                    <a:pt x="163" y="69"/>
                    <a:pt x="164" y="68"/>
                  </a:cubicBezTo>
                  <a:cubicBezTo>
                    <a:pt x="173" y="62"/>
                    <a:pt x="179" y="51"/>
                    <a:pt x="191" y="47"/>
                  </a:cubicBezTo>
                  <a:cubicBezTo>
                    <a:pt x="201" y="44"/>
                    <a:pt x="217" y="40"/>
                    <a:pt x="223" y="33"/>
                  </a:cubicBezTo>
                  <a:cubicBezTo>
                    <a:pt x="223" y="33"/>
                    <a:pt x="222" y="33"/>
                    <a:pt x="222" y="33"/>
                  </a:cubicBezTo>
                  <a:cubicBezTo>
                    <a:pt x="220" y="33"/>
                    <a:pt x="217" y="33"/>
                    <a:pt x="215" y="33"/>
                  </a:cubicBezTo>
                  <a:cubicBezTo>
                    <a:pt x="213" y="34"/>
                    <a:pt x="211" y="34"/>
                    <a:pt x="208" y="34"/>
                  </a:cubicBezTo>
                  <a:cubicBezTo>
                    <a:pt x="205" y="34"/>
                    <a:pt x="203" y="33"/>
                    <a:pt x="202" y="32"/>
                  </a:cubicBezTo>
                  <a:cubicBezTo>
                    <a:pt x="217" y="25"/>
                    <a:pt x="231" y="30"/>
                    <a:pt x="242" y="21"/>
                  </a:cubicBezTo>
                  <a:cubicBezTo>
                    <a:pt x="244" y="20"/>
                    <a:pt x="249" y="21"/>
                    <a:pt x="249" y="17"/>
                  </a:cubicBezTo>
                  <a:cubicBezTo>
                    <a:pt x="249" y="12"/>
                    <a:pt x="234" y="13"/>
                    <a:pt x="231" y="10"/>
                  </a:cubicBezTo>
                  <a:cubicBezTo>
                    <a:pt x="229" y="8"/>
                    <a:pt x="229" y="6"/>
                    <a:pt x="226" y="5"/>
                  </a:cubicBezTo>
                  <a:cubicBezTo>
                    <a:pt x="224" y="5"/>
                    <a:pt x="223" y="4"/>
                    <a:pt x="221" y="3"/>
                  </a:cubicBezTo>
                  <a:cubicBezTo>
                    <a:pt x="199" y="9"/>
                    <a:pt x="199" y="9"/>
                    <a:pt x="199" y="9"/>
                  </a:cubicBezTo>
                  <a:cubicBezTo>
                    <a:pt x="201" y="9"/>
                    <a:pt x="202" y="8"/>
                    <a:pt x="203" y="6"/>
                  </a:cubicBezTo>
                  <a:cubicBezTo>
                    <a:pt x="199" y="2"/>
                    <a:pt x="183" y="1"/>
                    <a:pt x="173" y="1"/>
                  </a:cubicBezTo>
                  <a:cubicBezTo>
                    <a:pt x="170" y="1"/>
                    <a:pt x="168" y="2"/>
                    <a:pt x="166" y="2"/>
                  </a:cubicBezTo>
                  <a:cubicBezTo>
                    <a:pt x="164" y="2"/>
                    <a:pt x="162" y="2"/>
                    <a:pt x="158" y="2"/>
                  </a:cubicBezTo>
                  <a:cubicBezTo>
                    <a:pt x="156" y="2"/>
                    <a:pt x="154" y="0"/>
                    <a:pt x="1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5" name="Freeform 147"/>
            <p:cNvSpPr>
              <a:spLocks/>
            </p:cNvSpPr>
            <p:nvPr/>
          </p:nvSpPr>
          <p:spPr bwMode="auto">
            <a:xfrm>
              <a:off x="3889375" y="720725"/>
              <a:ext cx="1831975" cy="1393825"/>
            </a:xfrm>
            <a:custGeom>
              <a:avLst/>
              <a:gdLst>
                <a:gd name="T0" fmla="*/ 264 w 488"/>
                <a:gd name="T1" fmla="*/ 8 h 371"/>
                <a:gd name="T2" fmla="*/ 253 w 488"/>
                <a:gd name="T3" fmla="*/ 12 h 371"/>
                <a:gd name="T4" fmla="*/ 229 w 488"/>
                <a:gd name="T5" fmla="*/ 10 h 371"/>
                <a:gd name="T6" fmla="*/ 200 w 488"/>
                <a:gd name="T7" fmla="*/ 23 h 371"/>
                <a:gd name="T8" fmla="*/ 177 w 488"/>
                <a:gd name="T9" fmla="*/ 24 h 371"/>
                <a:gd name="T10" fmla="*/ 168 w 488"/>
                <a:gd name="T11" fmla="*/ 34 h 371"/>
                <a:gd name="T12" fmla="*/ 153 w 488"/>
                <a:gd name="T13" fmla="*/ 36 h 371"/>
                <a:gd name="T14" fmla="*/ 93 w 488"/>
                <a:gd name="T15" fmla="*/ 38 h 371"/>
                <a:gd name="T16" fmla="*/ 46 w 488"/>
                <a:gd name="T17" fmla="*/ 66 h 371"/>
                <a:gd name="T18" fmla="*/ 54 w 488"/>
                <a:gd name="T19" fmla="*/ 91 h 371"/>
                <a:gd name="T20" fmla="*/ 37 w 488"/>
                <a:gd name="T21" fmla="*/ 92 h 371"/>
                <a:gd name="T22" fmla="*/ 0 w 488"/>
                <a:gd name="T23" fmla="*/ 107 h 371"/>
                <a:gd name="T24" fmla="*/ 42 w 488"/>
                <a:gd name="T25" fmla="*/ 116 h 371"/>
                <a:gd name="T26" fmla="*/ 33 w 488"/>
                <a:gd name="T27" fmla="*/ 123 h 371"/>
                <a:gd name="T28" fmla="*/ 12 w 488"/>
                <a:gd name="T29" fmla="*/ 131 h 371"/>
                <a:gd name="T30" fmla="*/ 34 w 488"/>
                <a:gd name="T31" fmla="*/ 135 h 371"/>
                <a:gd name="T32" fmla="*/ 49 w 488"/>
                <a:gd name="T33" fmla="*/ 147 h 371"/>
                <a:gd name="T34" fmla="*/ 53 w 488"/>
                <a:gd name="T35" fmla="*/ 143 h 371"/>
                <a:gd name="T36" fmla="*/ 79 w 488"/>
                <a:gd name="T37" fmla="*/ 141 h 371"/>
                <a:gd name="T38" fmla="*/ 146 w 488"/>
                <a:gd name="T39" fmla="*/ 199 h 371"/>
                <a:gd name="T40" fmla="*/ 155 w 488"/>
                <a:gd name="T41" fmla="*/ 212 h 371"/>
                <a:gd name="T42" fmla="*/ 155 w 488"/>
                <a:gd name="T43" fmla="*/ 228 h 371"/>
                <a:gd name="T44" fmla="*/ 181 w 488"/>
                <a:gd name="T45" fmla="*/ 240 h 371"/>
                <a:gd name="T46" fmla="*/ 165 w 488"/>
                <a:gd name="T47" fmla="*/ 260 h 371"/>
                <a:gd name="T48" fmla="*/ 153 w 488"/>
                <a:gd name="T49" fmla="*/ 283 h 371"/>
                <a:gd name="T50" fmla="*/ 156 w 488"/>
                <a:gd name="T51" fmla="*/ 290 h 371"/>
                <a:gd name="T52" fmla="*/ 170 w 488"/>
                <a:gd name="T53" fmla="*/ 316 h 371"/>
                <a:gd name="T54" fmla="*/ 179 w 488"/>
                <a:gd name="T55" fmla="*/ 316 h 371"/>
                <a:gd name="T56" fmla="*/ 193 w 488"/>
                <a:gd name="T57" fmla="*/ 353 h 371"/>
                <a:gd name="T58" fmla="*/ 228 w 488"/>
                <a:gd name="T59" fmla="*/ 370 h 371"/>
                <a:gd name="T60" fmla="*/ 248 w 488"/>
                <a:gd name="T61" fmla="*/ 353 h 371"/>
                <a:gd name="T62" fmla="*/ 258 w 488"/>
                <a:gd name="T63" fmla="*/ 316 h 371"/>
                <a:gd name="T64" fmla="*/ 281 w 488"/>
                <a:gd name="T65" fmla="*/ 297 h 371"/>
                <a:gd name="T66" fmla="*/ 291 w 488"/>
                <a:gd name="T67" fmla="*/ 296 h 371"/>
                <a:gd name="T68" fmla="*/ 329 w 488"/>
                <a:gd name="T69" fmla="*/ 268 h 371"/>
                <a:gd name="T70" fmla="*/ 377 w 488"/>
                <a:gd name="T71" fmla="*/ 256 h 371"/>
                <a:gd name="T72" fmla="*/ 379 w 488"/>
                <a:gd name="T73" fmla="*/ 227 h 371"/>
                <a:gd name="T74" fmla="*/ 384 w 488"/>
                <a:gd name="T75" fmla="*/ 217 h 371"/>
                <a:gd name="T76" fmla="*/ 416 w 488"/>
                <a:gd name="T77" fmla="*/ 227 h 371"/>
                <a:gd name="T78" fmla="*/ 390 w 488"/>
                <a:gd name="T79" fmla="*/ 192 h 371"/>
                <a:gd name="T80" fmla="*/ 411 w 488"/>
                <a:gd name="T81" fmla="*/ 197 h 371"/>
                <a:gd name="T82" fmla="*/ 409 w 488"/>
                <a:gd name="T83" fmla="*/ 190 h 371"/>
                <a:gd name="T84" fmla="*/ 434 w 488"/>
                <a:gd name="T85" fmla="*/ 168 h 371"/>
                <a:gd name="T86" fmla="*/ 432 w 488"/>
                <a:gd name="T87" fmla="*/ 152 h 371"/>
                <a:gd name="T88" fmla="*/ 424 w 488"/>
                <a:gd name="T89" fmla="*/ 131 h 371"/>
                <a:gd name="T90" fmla="*/ 432 w 488"/>
                <a:gd name="T91" fmla="*/ 116 h 371"/>
                <a:gd name="T92" fmla="*/ 420 w 488"/>
                <a:gd name="T93" fmla="*/ 110 h 371"/>
                <a:gd name="T94" fmla="*/ 433 w 488"/>
                <a:gd name="T95" fmla="*/ 85 h 371"/>
                <a:gd name="T96" fmla="*/ 446 w 488"/>
                <a:gd name="T97" fmla="*/ 70 h 371"/>
                <a:gd name="T98" fmla="*/ 453 w 488"/>
                <a:gd name="T99" fmla="*/ 61 h 371"/>
                <a:gd name="T100" fmla="*/ 471 w 488"/>
                <a:gd name="T101" fmla="*/ 33 h 371"/>
                <a:gd name="T102" fmla="*/ 441 w 488"/>
                <a:gd name="T103" fmla="*/ 42 h 371"/>
                <a:gd name="T104" fmla="*/ 416 w 488"/>
                <a:gd name="T105" fmla="*/ 42 h 371"/>
                <a:gd name="T106" fmla="*/ 401 w 488"/>
                <a:gd name="T107" fmla="*/ 32 h 371"/>
                <a:gd name="T108" fmla="*/ 373 w 488"/>
                <a:gd name="T109" fmla="*/ 34 h 371"/>
                <a:gd name="T110" fmla="*/ 321 w 488"/>
                <a:gd name="T111" fmla="*/ 34 h 371"/>
                <a:gd name="T112" fmla="*/ 387 w 488"/>
                <a:gd name="T113" fmla="*/ 17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88" h="371">
                  <a:moveTo>
                    <a:pt x="345" y="0"/>
                  </a:moveTo>
                  <a:cubicBezTo>
                    <a:pt x="330" y="0"/>
                    <a:pt x="319" y="0"/>
                    <a:pt x="303" y="0"/>
                  </a:cubicBezTo>
                  <a:cubicBezTo>
                    <a:pt x="289" y="0"/>
                    <a:pt x="278" y="8"/>
                    <a:pt x="264" y="8"/>
                  </a:cubicBezTo>
                  <a:cubicBezTo>
                    <a:pt x="261" y="8"/>
                    <a:pt x="259" y="8"/>
                    <a:pt x="257" y="8"/>
                  </a:cubicBezTo>
                  <a:cubicBezTo>
                    <a:pt x="255" y="8"/>
                    <a:pt x="254" y="8"/>
                    <a:pt x="253" y="8"/>
                  </a:cubicBezTo>
                  <a:cubicBezTo>
                    <a:pt x="253" y="12"/>
                    <a:pt x="253" y="12"/>
                    <a:pt x="253" y="12"/>
                  </a:cubicBezTo>
                  <a:cubicBezTo>
                    <a:pt x="247" y="12"/>
                    <a:pt x="247" y="12"/>
                    <a:pt x="247" y="12"/>
                  </a:cubicBezTo>
                  <a:cubicBezTo>
                    <a:pt x="242" y="10"/>
                    <a:pt x="238" y="10"/>
                    <a:pt x="233" y="10"/>
                  </a:cubicBezTo>
                  <a:cubicBezTo>
                    <a:pt x="232" y="10"/>
                    <a:pt x="231" y="10"/>
                    <a:pt x="229" y="10"/>
                  </a:cubicBezTo>
                  <a:cubicBezTo>
                    <a:pt x="220" y="10"/>
                    <a:pt x="213" y="12"/>
                    <a:pt x="205" y="15"/>
                  </a:cubicBezTo>
                  <a:cubicBezTo>
                    <a:pt x="207" y="17"/>
                    <a:pt x="209" y="18"/>
                    <a:pt x="211" y="20"/>
                  </a:cubicBezTo>
                  <a:cubicBezTo>
                    <a:pt x="208" y="20"/>
                    <a:pt x="200" y="19"/>
                    <a:pt x="200" y="23"/>
                  </a:cubicBezTo>
                  <a:cubicBezTo>
                    <a:pt x="200" y="28"/>
                    <a:pt x="211" y="32"/>
                    <a:pt x="216" y="34"/>
                  </a:cubicBezTo>
                  <a:cubicBezTo>
                    <a:pt x="203" y="34"/>
                    <a:pt x="203" y="34"/>
                    <a:pt x="203" y="34"/>
                  </a:cubicBezTo>
                  <a:cubicBezTo>
                    <a:pt x="196" y="31"/>
                    <a:pt x="189" y="24"/>
                    <a:pt x="177" y="24"/>
                  </a:cubicBezTo>
                  <a:cubicBezTo>
                    <a:pt x="174" y="24"/>
                    <a:pt x="170" y="25"/>
                    <a:pt x="170" y="28"/>
                  </a:cubicBezTo>
                  <a:cubicBezTo>
                    <a:pt x="170" y="30"/>
                    <a:pt x="172" y="32"/>
                    <a:pt x="172" y="34"/>
                  </a:cubicBezTo>
                  <a:cubicBezTo>
                    <a:pt x="172" y="34"/>
                    <a:pt x="170" y="34"/>
                    <a:pt x="168" y="34"/>
                  </a:cubicBezTo>
                  <a:cubicBezTo>
                    <a:pt x="163" y="32"/>
                    <a:pt x="158" y="33"/>
                    <a:pt x="155" y="27"/>
                  </a:cubicBezTo>
                  <a:cubicBezTo>
                    <a:pt x="152" y="30"/>
                    <a:pt x="152" y="30"/>
                    <a:pt x="152" y="30"/>
                  </a:cubicBezTo>
                  <a:cubicBezTo>
                    <a:pt x="152" y="32"/>
                    <a:pt x="153" y="34"/>
                    <a:pt x="153" y="36"/>
                  </a:cubicBezTo>
                  <a:cubicBezTo>
                    <a:pt x="148" y="36"/>
                    <a:pt x="146" y="27"/>
                    <a:pt x="141" y="27"/>
                  </a:cubicBezTo>
                  <a:cubicBezTo>
                    <a:pt x="134" y="27"/>
                    <a:pt x="128" y="32"/>
                    <a:pt x="120" y="34"/>
                  </a:cubicBezTo>
                  <a:cubicBezTo>
                    <a:pt x="109" y="34"/>
                    <a:pt x="105" y="37"/>
                    <a:pt x="93" y="38"/>
                  </a:cubicBezTo>
                  <a:cubicBezTo>
                    <a:pt x="84" y="39"/>
                    <a:pt x="92" y="52"/>
                    <a:pt x="82" y="52"/>
                  </a:cubicBezTo>
                  <a:cubicBezTo>
                    <a:pt x="79" y="52"/>
                    <a:pt x="77" y="52"/>
                    <a:pt x="75" y="50"/>
                  </a:cubicBezTo>
                  <a:cubicBezTo>
                    <a:pt x="69" y="56"/>
                    <a:pt x="56" y="63"/>
                    <a:pt x="46" y="66"/>
                  </a:cubicBezTo>
                  <a:cubicBezTo>
                    <a:pt x="45" y="66"/>
                    <a:pt x="41" y="67"/>
                    <a:pt x="41" y="70"/>
                  </a:cubicBezTo>
                  <a:cubicBezTo>
                    <a:pt x="41" y="75"/>
                    <a:pt x="57" y="75"/>
                    <a:pt x="62" y="76"/>
                  </a:cubicBezTo>
                  <a:cubicBezTo>
                    <a:pt x="62" y="83"/>
                    <a:pt x="59" y="88"/>
                    <a:pt x="54" y="91"/>
                  </a:cubicBezTo>
                  <a:cubicBezTo>
                    <a:pt x="52" y="92"/>
                    <a:pt x="50" y="92"/>
                    <a:pt x="47" y="92"/>
                  </a:cubicBezTo>
                  <a:cubicBezTo>
                    <a:pt x="45" y="92"/>
                    <a:pt x="44" y="92"/>
                    <a:pt x="42" y="92"/>
                  </a:cubicBezTo>
                  <a:cubicBezTo>
                    <a:pt x="40" y="92"/>
                    <a:pt x="38" y="92"/>
                    <a:pt x="37" y="92"/>
                  </a:cubicBezTo>
                  <a:cubicBezTo>
                    <a:pt x="34" y="92"/>
                    <a:pt x="32" y="92"/>
                    <a:pt x="30" y="93"/>
                  </a:cubicBezTo>
                  <a:cubicBezTo>
                    <a:pt x="25" y="94"/>
                    <a:pt x="22" y="98"/>
                    <a:pt x="17" y="99"/>
                  </a:cubicBezTo>
                  <a:cubicBezTo>
                    <a:pt x="10" y="101"/>
                    <a:pt x="0" y="98"/>
                    <a:pt x="0" y="107"/>
                  </a:cubicBezTo>
                  <a:cubicBezTo>
                    <a:pt x="0" y="112"/>
                    <a:pt x="28" y="119"/>
                    <a:pt x="29" y="119"/>
                  </a:cubicBezTo>
                  <a:cubicBezTo>
                    <a:pt x="33" y="119"/>
                    <a:pt x="34" y="119"/>
                    <a:pt x="39" y="119"/>
                  </a:cubicBezTo>
                  <a:cubicBezTo>
                    <a:pt x="40" y="119"/>
                    <a:pt x="41" y="118"/>
                    <a:pt x="42" y="116"/>
                  </a:cubicBezTo>
                  <a:cubicBezTo>
                    <a:pt x="53" y="116"/>
                    <a:pt x="53" y="116"/>
                    <a:pt x="53" y="116"/>
                  </a:cubicBezTo>
                  <a:cubicBezTo>
                    <a:pt x="52" y="119"/>
                    <a:pt x="52" y="121"/>
                    <a:pt x="49" y="123"/>
                  </a:cubicBezTo>
                  <a:cubicBezTo>
                    <a:pt x="33" y="123"/>
                    <a:pt x="33" y="123"/>
                    <a:pt x="33" y="123"/>
                  </a:cubicBezTo>
                  <a:cubicBezTo>
                    <a:pt x="32" y="125"/>
                    <a:pt x="31" y="125"/>
                    <a:pt x="28" y="125"/>
                  </a:cubicBezTo>
                  <a:cubicBezTo>
                    <a:pt x="26" y="125"/>
                    <a:pt x="24" y="125"/>
                    <a:pt x="21" y="125"/>
                  </a:cubicBezTo>
                  <a:cubicBezTo>
                    <a:pt x="19" y="125"/>
                    <a:pt x="13" y="127"/>
                    <a:pt x="12" y="131"/>
                  </a:cubicBezTo>
                  <a:cubicBezTo>
                    <a:pt x="14" y="131"/>
                    <a:pt x="15" y="131"/>
                    <a:pt x="16" y="131"/>
                  </a:cubicBezTo>
                  <a:cubicBezTo>
                    <a:pt x="18" y="131"/>
                    <a:pt x="18" y="131"/>
                    <a:pt x="22" y="131"/>
                  </a:cubicBezTo>
                  <a:cubicBezTo>
                    <a:pt x="26" y="131"/>
                    <a:pt x="29" y="134"/>
                    <a:pt x="34" y="135"/>
                  </a:cubicBezTo>
                  <a:cubicBezTo>
                    <a:pt x="33" y="138"/>
                    <a:pt x="31" y="138"/>
                    <a:pt x="28" y="140"/>
                  </a:cubicBezTo>
                  <a:cubicBezTo>
                    <a:pt x="31" y="144"/>
                    <a:pt x="41" y="147"/>
                    <a:pt x="46" y="147"/>
                  </a:cubicBezTo>
                  <a:cubicBezTo>
                    <a:pt x="48" y="147"/>
                    <a:pt x="48" y="147"/>
                    <a:pt x="49" y="147"/>
                  </a:cubicBezTo>
                  <a:cubicBezTo>
                    <a:pt x="49" y="147"/>
                    <a:pt x="49" y="147"/>
                    <a:pt x="50" y="146"/>
                  </a:cubicBezTo>
                  <a:cubicBezTo>
                    <a:pt x="49" y="146"/>
                    <a:pt x="48" y="145"/>
                    <a:pt x="47" y="144"/>
                  </a:cubicBezTo>
                  <a:cubicBezTo>
                    <a:pt x="49" y="143"/>
                    <a:pt x="50" y="143"/>
                    <a:pt x="53" y="143"/>
                  </a:cubicBezTo>
                  <a:cubicBezTo>
                    <a:pt x="56" y="143"/>
                    <a:pt x="59" y="145"/>
                    <a:pt x="62" y="145"/>
                  </a:cubicBezTo>
                  <a:cubicBezTo>
                    <a:pt x="65" y="145"/>
                    <a:pt x="67" y="141"/>
                    <a:pt x="71" y="141"/>
                  </a:cubicBezTo>
                  <a:cubicBezTo>
                    <a:pt x="73" y="141"/>
                    <a:pt x="74" y="141"/>
                    <a:pt x="79" y="141"/>
                  </a:cubicBezTo>
                  <a:cubicBezTo>
                    <a:pt x="111" y="141"/>
                    <a:pt x="131" y="166"/>
                    <a:pt x="139" y="190"/>
                  </a:cubicBezTo>
                  <a:cubicBezTo>
                    <a:pt x="139" y="195"/>
                    <a:pt x="139" y="195"/>
                    <a:pt x="139" y="195"/>
                  </a:cubicBezTo>
                  <a:cubicBezTo>
                    <a:pt x="141" y="195"/>
                    <a:pt x="146" y="195"/>
                    <a:pt x="146" y="199"/>
                  </a:cubicBezTo>
                  <a:cubicBezTo>
                    <a:pt x="146" y="206"/>
                    <a:pt x="140" y="205"/>
                    <a:pt x="140" y="212"/>
                  </a:cubicBezTo>
                  <a:cubicBezTo>
                    <a:pt x="140" y="216"/>
                    <a:pt x="142" y="216"/>
                    <a:pt x="147" y="216"/>
                  </a:cubicBezTo>
                  <a:cubicBezTo>
                    <a:pt x="151" y="216"/>
                    <a:pt x="152" y="212"/>
                    <a:pt x="155" y="212"/>
                  </a:cubicBezTo>
                  <a:cubicBezTo>
                    <a:pt x="164" y="212"/>
                    <a:pt x="167" y="225"/>
                    <a:pt x="175" y="228"/>
                  </a:cubicBezTo>
                  <a:cubicBezTo>
                    <a:pt x="175" y="230"/>
                    <a:pt x="175" y="232"/>
                    <a:pt x="172" y="232"/>
                  </a:cubicBezTo>
                  <a:cubicBezTo>
                    <a:pt x="166" y="232"/>
                    <a:pt x="161" y="228"/>
                    <a:pt x="155" y="228"/>
                  </a:cubicBezTo>
                  <a:cubicBezTo>
                    <a:pt x="154" y="228"/>
                    <a:pt x="153" y="227"/>
                    <a:pt x="152" y="227"/>
                  </a:cubicBezTo>
                  <a:cubicBezTo>
                    <a:pt x="152" y="227"/>
                    <a:pt x="151" y="227"/>
                    <a:pt x="150" y="228"/>
                  </a:cubicBezTo>
                  <a:cubicBezTo>
                    <a:pt x="151" y="236"/>
                    <a:pt x="172" y="237"/>
                    <a:pt x="181" y="240"/>
                  </a:cubicBezTo>
                  <a:cubicBezTo>
                    <a:pt x="178" y="248"/>
                    <a:pt x="174" y="251"/>
                    <a:pt x="172" y="259"/>
                  </a:cubicBezTo>
                  <a:cubicBezTo>
                    <a:pt x="171" y="259"/>
                    <a:pt x="170" y="258"/>
                    <a:pt x="169" y="258"/>
                  </a:cubicBezTo>
                  <a:cubicBezTo>
                    <a:pt x="168" y="258"/>
                    <a:pt x="167" y="259"/>
                    <a:pt x="165" y="260"/>
                  </a:cubicBezTo>
                  <a:cubicBezTo>
                    <a:pt x="165" y="261"/>
                    <a:pt x="165" y="261"/>
                    <a:pt x="165" y="261"/>
                  </a:cubicBezTo>
                  <a:cubicBezTo>
                    <a:pt x="159" y="265"/>
                    <a:pt x="157" y="271"/>
                    <a:pt x="153" y="276"/>
                  </a:cubicBezTo>
                  <a:cubicBezTo>
                    <a:pt x="153" y="283"/>
                    <a:pt x="153" y="283"/>
                    <a:pt x="153" y="283"/>
                  </a:cubicBezTo>
                  <a:cubicBezTo>
                    <a:pt x="154" y="282"/>
                    <a:pt x="155" y="282"/>
                    <a:pt x="156" y="282"/>
                  </a:cubicBezTo>
                  <a:cubicBezTo>
                    <a:pt x="157" y="282"/>
                    <a:pt x="158" y="282"/>
                    <a:pt x="159" y="283"/>
                  </a:cubicBezTo>
                  <a:cubicBezTo>
                    <a:pt x="158" y="286"/>
                    <a:pt x="156" y="287"/>
                    <a:pt x="156" y="290"/>
                  </a:cubicBezTo>
                  <a:cubicBezTo>
                    <a:pt x="156" y="298"/>
                    <a:pt x="164" y="301"/>
                    <a:pt x="165" y="306"/>
                  </a:cubicBezTo>
                  <a:cubicBezTo>
                    <a:pt x="166" y="309"/>
                    <a:pt x="167" y="314"/>
                    <a:pt x="168" y="315"/>
                  </a:cubicBezTo>
                  <a:cubicBezTo>
                    <a:pt x="169" y="316"/>
                    <a:pt x="170" y="316"/>
                    <a:pt x="170" y="316"/>
                  </a:cubicBezTo>
                  <a:cubicBezTo>
                    <a:pt x="171" y="316"/>
                    <a:pt x="172" y="316"/>
                    <a:pt x="173" y="315"/>
                  </a:cubicBezTo>
                  <a:cubicBezTo>
                    <a:pt x="174" y="315"/>
                    <a:pt x="175" y="314"/>
                    <a:pt x="176" y="314"/>
                  </a:cubicBezTo>
                  <a:cubicBezTo>
                    <a:pt x="177" y="314"/>
                    <a:pt x="178" y="315"/>
                    <a:pt x="179" y="316"/>
                  </a:cubicBezTo>
                  <a:cubicBezTo>
                    <a:pt x="177" y="318"/>
                    <a:pt x="174" y="318"/>
                    <a:pt x="174" y="322"/>
                  </a:cubicBezTo>
                  <a:cubicBezTo>
                    <a:pt x="174" y="330"/>
                    <a:pt x="185" y="343"/>
                    <a:pt x="191" y="347"/>
                  </a:cubicBezTo>
                  <a:cubicBezTo>
                    <a:pt x="192" y="348"/>
                    <a:pt x="191" y="352"/>
                    <a:pt x="193" y="353"/>
                  </a:cubicBezTo>
                  <a:cubicBezTo>
                    <a:pt x="198" y="356"/>
                    <a:pt x="200" y="354"/>
                    <a:pt x="202" y="361"/>
                  </a:cubicBezTo>
                  <a:cubicBezTo>
                    <a:pt x="206" y="361"/>
                    <a:pt x="210" y="357"/>
                    <a:pt x="214" y="357"/>
                  </a:cubicBezTo>
                  <a:cubicBezTo>
                    <a:pt x="221" y="357"/>
                    <a:pt x="221" y="370"/>
                    <a:pt x="228" y="370"/>
                  </a:cubicBezTo>
                  <a:cubicBezTo>
                    <a:pt x="230" y="370"/>
                    <a:pt x="230" y="368"/>
                    <a:pt x="234" y="368"/>
                  </a:cubicBezTo>
                  <a:cubicBezTo>
                    <a:pt x="234" y="370"/>
                    <a:pt x="235" y="371"/>
                    <a:pt x="237" y="371"/>
                  </a:cubicBezTo>
                  <a:cubicBezTo>
                    <a:pt x="245" y="371"/>
                    <a:pt x="241" y="356"/>
                    <a:pt x="248" y="353"/>
                  </a:cubicBezTo>
                  <a:cubicBezTo>
                    <a:pt x="247" y="350"/>
                    <a:pt x="248" y="342"/>
                    <a:pt x="248" y="337"/>
                  </a:cubicBezTo>
                  <a:cubicBezTo>
                    <a:pt x="248" y="329"/>
                    <a:pt x="261" y="332"/>
                    <a:pt x="261" y="323"/>
                  </a:cubicBezTo>
                  <a:cubicBezTo>
                    <a:pt x="261" y="319"/>
                    <a:pt x="258" y="318"/>
                    <a:pt x="258" y="316"/>
                  </a:cubicBezTo>
                  <a:cubicBezTo>
                    <a:pt x="258" y="315"/>
                    <a:pt x="259" y="314"/>
                    <a:pt x="260" y="313"/>
                  </a:cubicBezTo>
                  <a:cubicBezTo>
                    <a:pt x="260" y="312"/>
                    <a:pt x="259" y="311"/>
                    <a:pt x="259" y="310"/>
                  </a:cubicBezTo>
                  <a:cubicBezTo>
                    <a:pt x="259" y="300"/>
                    <a:pt x="275" y="303"/>
                    <a:pt x="281" y="297"/>
                  </a:cubicBezTo>
                  <a:cubicBezTo>
                    <a:pt x="283" y="294"/>
                    <a:pt x="282" y="292"/>
                    <a:pt x="286" y="290"/>
                  </a:cubicBezTo>
                  <a:cubicBezTo>
                    <a:pt x="286" y="296"/>
                    <a:pt x="286" y="296"/>
                    <a:pt x="286" y="296"/>
                  </a:cubicBezTo>
                  <a:cubicBezTo>
                    <a:pt x="291" y="296"/>
                    <a:pt x="291" y="296"/>
                    <a:pt x="291" y="296"/>
                  </a:cubicBezTo>
                  <a:cubicBezTo>
                    <a:pt x="296" y="291"/>
                    <a:pt x="306" y="293"/>
                    <a:pt x="312" y="287"/>
                  </a:cubicBezTo>
                  <a:cubicBezTo>
                    <a:pt x="316" y="283"/>
                    <a:pt x="316" y="277"/>
                    <a:pt x="322" y="273"/>
                  </a:cubicBezTo>
                  <a:cubicBezTo>
                    <a:pt x="329" y="268"/>
                    <a:pt x="329" y="268"/>
                    <a:pt x="329" y="268"/>
                  </a:cubicBezTo>
                  <a:cubicBezTo>
                    <a:pt x="329" y="265"/>
                    <a:pt x="332" y="265"/>
                    <a:pt x="335" y="263"/>
                  </a:cubicBezTo>
                  <a:cubicBezTo>
                    <a:pt x="348" y="263"/>
                    <a:pt x="348" y="263"/>
                    <a:pt x="348" y="263"/>
                  </a:cubicBezTo>
                  <a:cubicBezTo>
                    <a:pt x="359" y="258"/>
                    <a:pt x="367" y="259"/>
                    <a:pt x="377" y="256"/>
                  </a:cubicBezTo>
                  <a:cubicBezTo>
                    <a:pt x="386" y="253"/>
                    <a:pt x="388" y="245"/>
                    <a:pt x="398" y="242"/>
                  </a:cubicBezTo>
                  <a:cubicBezTo>
                    <a:pt x="403" y="240"/>
                    <a:pt x="406" y="240"/>
                    <a:pt x="410" y="237"/>
                  </a:cubicBezTo>
                  <a:cubicBezTo>
                    <a:pt x="404" y="235"/>
                    <a:pt x="379" y="236"/>
                    <a:pt x="379" y="227"/>
                  </a:cubicBezTo>
                  <a:cubicBezTo>
                    <a:pt x="380" y="227"/>
                    <a:pt x="385" y="226"/>
                    <a:pt x="385" y="224"/>
                  </a:cubicBezTo>
                  <a:cubicBezTo>
                    <a:pt x="385" y="221"/>
                    <a:pt x="382" y="220"/>
                    <a:pt x="382" y="216"/>
                  </a:cubicBezTo>
                  <a:cubicBezTo>
                    <a:pt x="383" y="217"/>
                    <a:pt x="383" y="217"/>
                    <a:pt x="384" y="217"/>
                  </a:cubicBezTo>
                  <a:cubicBezTo>
                    <a:pt x="384" y="217"/>
                    <a:pt x="385" y="216"/>
                    <a:pt x="386" y="216"/>
                  </a:cubicBezTo>
                  <a:cubicBezTo>
                    <a:pt x="398" y="216"/>
                    <a:pt x="395" y="231"/>
                    <a:pt x="409" y="231"/>
                  </a:cubicBezTo>
                  <a:cubicBezTo>
                    <a:pt x="412" y="231"/>
                    <a:pt x="416" y="230"/>
                    <a:pt x="416" y="227"/>
                  </a:cubicBezTo>
                  <a:cubicBezTo>
                    <a:pt x="416" y="211"/>
                    <a:pt x="398" y="206"/>
                    <a:pt x="388" y="196"/>
                  </a:cubicBezTo>
                  <a:cubicBezTo>
                    <a:pt x="388" y="192"/>
                    <a:pt x="388" y="192"/>
                    <a:pt x="388" y="192"/>
                  </a:cubicBezTo>
                  <a:cubicBezTo>
                    <a:pt x="388" y="192"/>
                    <a:pt x="389" y="192"/>
                    <a:pt x="390" y="192"/>
                  </a:cubicBezTo>
                  <a:cubicBezTo>
                    <a:pt x="390" y="192"/>
                    <a:pt x="391" y="192"/>
                    <a:pt x="391" y="192"/>
                  </a:cubicBezTo>
                  <a:cubicBezTo>
                    <a:pt x="393" y="197"/>
                    <a:pt x="402" y="205"/>
                    <a:pt x="407" y="205"/>
                  </a:cubicBezTo>
                  <a:cubicBezTo>
                    <a:pt x="411" y="205"/>
                    <a:pt x="411" y="200"/>
                    <a:pt x="411" y="197"/>
                  </a:cubicBezTo>
                  <a:cubicBezTo>
                    <a:pt x="411" y="189"/>
                    <a:pt x="399" y="191"/>
                    <a:pt x="396" y="184"/>
                  </a:cubicBezTo>
                  <a:cubicBezTo>
                    <a:pt x="400" y="184"/>
                    <a:pt x="400" y="184"/>
                    <a:pt x="400" y="184"/>
                  </a:cubicBezTo>
                  <a:cubicBezTo>
                    <a:pt x="402" y="187"/>
                    <a:pt x="405" y="188"/>
                    <a:pt x="409" y="190"/>
                  </a:cubicBezTo>
                  <a:cubicBezTo>
                    <a:pt x="411" y="184"/>
                    <a:pt x="422" y="188"/>
                    <a:pt x="424" y="179"/>
                  </a:cubicBezTo>
                  <a:cubicBezTo>
                    <a:pt x="423" y="179"/>
                    <a:pt x="421" y="177"/>
                    <a:pt x="421" y="175"/>
                  </a:cubicBezTo>
                  <a:cubicBezTo>
                    <a:pt x="427" y="175"/>
                    <a:pt x="432" y="172"/>
                    <a:pt x="434" y="168"/>
                  </a:cubicBezTo>
                  <a:cubicBezTo>
                    <a:pt x="431" y="166"/>
                    <a:pt x="423" y="167"/>
                    <a:pt x="423" y="162"/>
                  </a:cubicBezTo>
                  <a:cubicBezTo>
                    <a:pt x="423" y="158"/>
                    <a:pt x="427" y="158"/>
                    <a:pt x="432" y="158"/>
                  </a:cubicBezTo>
                  <a:cubicBezTo>
                    <a:pt x="430" y="156"/>
                    <a:pt x="432" y="154"/>
                    <a:pt x="432" y="152"/>
                  </a:cubicBezTo>
                  <a:cubicBezTo>
                    <a:pt x="432" y="148"/>
                    <a:pt x="428" y="146"/>
                    <a:pt x="428" y="140"/>
                  </a:cubicBezTo>
                  <a:cubicBezTo>
                    <a:pt x="424" y="140"/>
                    <a:pt x="419" y="140"/>
                    <a:pt x="419" y="135"/>
                  </a:cubicBezTo>
                  <a:cubicBezTo>
                    <a:pt x="419" y="133"/>
                    <a:pt x="421" y="131"/>
                    <a:pt x="424" y="131"/>
                  </a:cubicBezTo>
                  <a:cubicBezTo>
                    <a:pt x="426" y="131"/>
                    <a:pt x="430" y="131"/>
                    <a:pt x="434" y="131"/>
                  </a:cubicBezTo>
                  <a:cubicBezTo>
                    <a:pt x="439" y="131"/>
                    <a:pt x="444" y="130"/>
                    <a:pt x="444" y="126"/>
                  </a:cubicBezTo>
                  <a:cubicBezTo>
                    <a:pt x="444" y="119"/>
                    <a:pt x="433" y="121"/>
                    <a:pt x="432" y="116"/>
                  </a:cubicBezTo>
                  <a:cubicBezTo>
                    <a:pt x="434" y="116"/>
                    <a:pt x="436" y="115"/>
                    <a:pt x="437" y="115"/>
                  </a:cubicBezTo>
                  <a:cubicBezTo>
                    <a:pt x="434" y="112"/>
                    <a:pt x="430" y="109"/>
                    <a:pt x="426" y="109"/>
                  </a:cubicBezTo>
                  <a:cubicBezTo>
                    <a:pt x="424" y="109"/>
                    <a:pt x="422" y="110"/>
                    <a:pt x="420" y="110"/>
                  </a:cubicBezTo>
                  <a:cubicBezTo>
                    <a:pt x="419" y="110"/>
                    <a:pt x="418" y="110"/>
                    <a:pt x="417" y="109"/>
                  </a:cubicBezTo>
                  <a:cubicBezTo>
                    <a:pt x="419" y="106"/>
                    <a:pt x="419" y="100"/>
                    <a:pt x="422" y="97"/>
                  </a:cubicBezTo>
                  <a:cubicBezTo>
                    <a:pt x="427" y="93"/>
                    <a:pt x="433" y="91"/>
                    <a:pt x="433" y="85"/>
                  </a:cubicBezTo>
                  <a:cubicBezTo>
                    <a:pt x="433" y="84"/>
                    <a:pt x="434" y="84"/>
                    <a:pt x="433" y="81"/>
                  </a:cubicBezTo>
                  <a:cubicBezTo>
                    <a:pt x="439" y="79"/>
                    <a:pt x="446" y="78"/>
                    <a:pt x="446" y="74"/>
                  </a:cubicBezTo>
                  <a:cubicBezTo>
                    <a:pt x="446" y="71"/>
                    <a:pt x="448" y="74"/>
                    <a:pt x="446" y="70"/>
                  </a:cubicBezTo>
                  <a:cubicBezTo>
                    <a:pt x="451" y="69"/>
                    <a:pt x="459" y="69"/>
                    <a:pt x="459" y="61"/>
                  </a:cubicBezTo>
                  <a:cubicBezTo>
                    <a:pt x="458" y="62"/>
                    <a:pt x="457" y="62"/>
                    <a:pt x="456" y="62"/>
                  </a:cubicBezTo>
                  <a:cubicBezTo>
                    <a:pt x="456" y="62"/>
                    <a:pt x="455" y="62"/>
                    <a:pt x="453" y="61"/>
                  </a:cubicBezTo>
                  <a:cubicBezTo>
                    <a:pt x="466" y="61"/>
                    <a:pt x="472" y="53"/>
                    <a:pt x="481" y="50"/>
                  </a:cubicBezTo>
                  <a:cubicBezTo>
                    <a:pt x="483" y="49"/>
                    <a:pt x="488" y="46"/>
                    <a:pt x="488" y="43"/>
                  </a:cubicBezTo>
                  <a:cubicBezTo>
                    <a:pt x="488" y="39"/>
                    <a:pt x="475" y="33"/>
                    <a:pt x="471" y="33"/>
                  </a:cubicBezTo>
                  <a:cubicBezTo>
                    <a:pt x="468" y="33"/>
                    <a:pt x="466" y="33"/>
                    <a:pt x="465" y="37"/>
                  </a:cubicBezTo>
                  <a:cubicBezTo>
                    <a:pt x="452" y="37"/>
                    <a:pt x="452" y="37"/>
                    <a:pt x="452" y="37"/>
                  </a:cubicBezTo>
                  <a:cubicBezTo>
                    <a:pt x="447" y="39"/>
                    <a:pt x="446" y="40"/>
                    <a:pt x="441" y="42"/>
                  </a:cubicBezTo>
                  <a:cubicBezTo>
                    <a:pt x="441" y="42"/>
                    <a:pt x="441" y="42"/>
                    <a:pt x="441" y="42"/>
                  </a:cubicBezTo>
                  <a:cubicBezTo>
                    <a:pt x="439" y="42"/>
                    <a:pt x="435" y="42"/>
                    <a:pt x="435" y="42"/>
                  </a:cubicBezTo>
                  <a:cubicBezTo>
                    <a:pt x="435" y="42"/>
                    <a:pt x="423" y="42"/>
                    <a:pt x="416" y="42"/>
                  </a:cubicBezTo>
                  <a:cubicBezTo>
                    <a:pt x="411" y="45"/>
                    <a:pt x="397" y="64"/>
                    <a:pt x="389" y="66"/>
                  </a:cubicBezTo>
                  <a:cubicBezTo>
                    <a:pt x="390" y="63"/>
                    <a:pt x="409" y="44"/>
                    <a:pt x="409" y="41"/>
                  </a:cubicBezTo>
                  <a:cubicBezTo>
                    <a:pt x="409" y="37"/>
                    <a:pt x="407" y="32"/>
                    <a:pt x="401" y="32"/>
                  </a:cubicBezTo>
                  <a:cubicBezTo>
                    <a:pt x="392" y="32"/>
                    <a:pt x="375" y="49"/>
                    <a:pt x="368" y="49"/>
                  </a:cubicBezTo>
                  <a:cubicBezTo>
                    <a:pt x="366" y="49"/>
                    <a:pt x="378" y="37"/>
                    <a:pt x="379" y="34"/>
                  </a:cubicBezTo>
                  <a:cubicBezTo>
                    <a:pt x="378" y="34"/>
                    <a:pt x="376" y="34"/>
                    <a:pt x="373" y="34"/>
                  </a:cubicBezTo>
                  <a:cubicBezTo>
                    <a:pt x="369" y="34"/>
                    <a:pt x="361" y="34"/>
                    <a:pt x="354" y="35"/>
                  </a:cubicBezTo>
                  <a:cubicBezTo>
                    <a:pt x="346" y="35"/>
                    <a:pt x="338" y="36"/>
                    <a:pt x="332" y="36"/>
                  </a:cubicBezTo>
                  <a:cubicBezTo>
                    <a:pt x="326" y="36"/>
                    <a:pt x="322" y="35"/>
                    <a:pt x="321" y="34"/>
                  </a:cubicBezTo>
                  <a:cubicBezTo>
                    <a:pt x="384" y="31"/>
                    <a:pt x="384" y="31"/>
                    <a:pt x="384" y="31"/>
                  </a:cubicBezTo>
                  <a:cubicBezTo>
                    <a:pt x="391" y="28"/>
                    <a:pt x="411" y="30"/>
                    <a:pt x="412" y="20"/>
                  </a:cubicBezTo>
                  <a:cubicBezTo>
                    <a:pt x="405" y="18"/>
                    <a:pt x="395" y="20"/>
                    <a:pt x="387" y="17"/>
                  </a:cubicBezTo>
                  <a:cubicBezTo>
                    <a:pt x="374" y="11"/>
                    <a:pt x="361"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6" name="Freeform 148"/>
            <p:cNvSpPr>
              <a:spLocks/>
            </p:cNvSpPr>
            <p:nvPr/>
          </p:nvSpPr>
          <p:spPr bwMode="auto">
            <a:xfrm>
              <a:off x="4433888" y="1598613"/>
              <a:ext cx="90488" cy="57150"/>
            </a:xfrm>
            <a:custGeom>
              <a:avLst/>
              <a:gdLst>
                <a:gd name="T0" fmla="*/ 7 w 24"/>
                <a:gd name="T1" fmla="*/ 0 h 15"/>
                <a:gd name="T2" fmla="*/ 0 w 24"/>
                <a:gd name="T3" fmla="*/ 5 h 15"/>
                <a:gd name="T4" fmla="*/ 6 w 24"/>
                <a:gd name="T5" fmla="*/ 15 h 15"/>
                <a:gd name="T6" fmla="*/ 12 w 24"/>
                <a:gd name="T7" fmla="*/ 15 h 15"/>
                <a:gd name="T8" fmla="*/ 24 w 24"/>
                <a:gd name="T9" fmla="*/ 9 h 15"/>
                <a:gd name="T10" fmla="*/ 7 w 24"/>
                <a:gd name="T11" fmla="*/ 0 h 15"/>
              </a:gdLst>
              <a:ahLst/>
              <a:cxnLst>
                <a:cxn ang="0">
                  <a:pos x="T0" y="T1"/>
                </a:cxn>
                <a:cxn ang="0">
                  <a:pos x="T2" y="T3"/>
                </a:cxn>
                <a:cxn ang="0">
                  <a:pos x="T4" y="T5"/>
                </a:cxn>
                <a:cxn ang="0">
                  <a:pos x="T6" y="T7"/>
                </a:cxn>
                <a:cxn ang="0">
                  <a:pos x="T8" y="T9"/>
                </a:cxn>
                <a:cxn ang="0">
                  <a:pos x="T10" y="T11"/>
                </a:cxn>
              </a:cxnLst>
              <a:rect l="0" t="0" r="r" b="b"/>
              <a:pathLst>
                <a:path w="24" h="15">
                  <a:moveTo>
                    <a:pt x="7" y="0"/>
                  </a:moveTo>
                  <a:cubicBezTo>
                    <a:pt x="4" y="0"/>
                    <a:pt x="0" y="1"/>
                    <a:pt x="0" y="5"/>
                  </a:cubicBezTo>
                  <a:cubicBezTo>
                    <a:pt x="0" y="9"/>
                    <a:pt x="4" y="15"/>
                    <a:pt x="6" y="15"/>
                  </a:cubicBezTo>
                  <a:cubicBezTo>
                    <a:pt x="12" y="15"/>
                    <a:pt x="12" y="15"/>
                    <a:pt x="12" y="15"/>
                  </a:cubicBezTo>
                  <a:cubicBezTo>
                    <a:pt x="17" y="15"/>
                    <a:pt x="23" y="14"/>
                    <a:pt x="24" y="9"/>
                  </a:cubicBezTo>
                  <a:cubicBezTo>
                    <a:pt x="16" y="7"/>
                    <a:pt x="14"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 name="Freeform 149"/>
            <p:cNvSpPr>
              <a:spLocks/>
            </p:cNvSpPr>
            <p:nvPr/>
          </p:nvSpPr>
          <p:spPr bwMode="auto">
            <a:xfrm>
              <a:off x="5526088" y="1298575"/>
              <a:ext cx="49213" cy="30163"/>
            </a:xfrm>
            <a:custGeom>
              <a:avLst/>
              <a:gdLst>
                <a:gd name="T0" fmla="*/ 8 w 13"/>
                <a:gd name="T1" fmla="*/ 0 h 8"/>
                <a:gd name="T2" fmla="*/ 3 w 13"/>
                <a:gd name="T3" fmla="*/ 0 h 8"/>
                <a:gd name="T4" fmla="*/ 0 w 13"/>
                <a:gd name="T5" fmla="*/ 4 h 8"/>
                <a:gd name="T6" fmla="*/ 4 w 13"/>
                <a:gd name="T7" fmla="*/ 8 h 8"/>
                <a:gd name="T8" fmla="*/ 13 w 13"/>
                <a:gd name="T9" fmla="*/ 4 h 8"/>
                <a:gd name="T10" fmla="*/ 8 w 13"/>
                <a:gd name="T11" fmla="*/ 4 h 8"/>
                <a:gd name="T12" fmla="*/ 8 w 13"/>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3" h="8">
                  <a:moveTo>
                    <a:pt x="8" y="0"/>
                  </a:moveTo>
                  <a:cubicBezTo>
                    <a:pt x="3" y="0"/>
                    <a:pt x="3" y="0"/>
                    <a:pt x="3" y="0"/>
                  </a:cubicBezTo>
                  <a:cubicBezTo>
                    <a:pt x="2" y="1"/>
                    <a:pt x="0" y="2"/>
                    <a:pt x="0" y="4"/>
                  </a:cubicBezTo>
                  <a:cubicBezTo>
                    <a:pt x="0" y="5"/>
                    <a:pt x="2" y="8"/>
                    <a:pt x="4" y="8"/>
                  </a:cubicBezTo>
                  <a:cubicBezTo>
                    <a:pt x="7" y="8"/>
                    <a:pt x="12" y="4"/>
                    <a:pt x="13" y="4"/>
                  </a:cubicBezTo>
                  <a:cubicBezTo>
                    <a:pt x="8" y="4"/>
                    <a:pt x="8" y="4"/>
                    <a:pt x="8" y="4"/>
                  </a:cubicBezTo>
                  <a:cubicBezTo>
                    <a:pt x="8" y="2"/>
                    <a:pt x="8" y="2"/>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 name="Freeform 150"/>
            <p:cNvSpPr>
              <a:spLocks/>
            </p:cNvSpPr>
            <p:nvPr/>
          </p:nvSpPr>
          <p:spPr bwMode="auto">
            <a:xfrm>
              <a:off x="4302125" y="2482850"/>
              <a:ext cx="200025" cy="195263"/>
            </a:xfrm>
            <a:custGeom>
              <a:avLst/>
              <a:gdLst>
                <a:gd name="T0" fmla="*/ 27 w 53"/>
                <a:gd name="T1" fmla="*/ 0 h 52"/>
                <a:gd name="T2" fmla="*/ 19 w 53"/>
                <a:gd name="T3" fmla="*/ 8 h 52"/>
                <a:gd name="T4" fmla="*/ 3 w 53"/>
                <a:gd name="T5" fmla="*/ 32 h 52"/>
                <a:gd name="T6" fmla="*/ 6 w 53"/>
                <a:gd name="T7" fmla="*/ 33 h 52"/>
                <a:gd name="T8" fmla="*/ 6 w 53"/>
                <a:gd name="T9" fmla="*/ 35 h 52"/>
                <a:gd name="T10" fmla="*/ 0 w 53"/>
                <a:gd name="T11" fmla="*/ 40 h 52"/>
                <a:gd name="T12" fmla="*/ 3 w 53"/>
                <a:gd name="T13" fmla="*/ 43 h 52"/>
                <a:gd name="T14" fmla="*/ 12 w 53"/>
                <a:gd name="T15" fmla="*/ 41 h 52"/>
                <a:gd name="T16" fmla="*/ 21 w 53"/>
                <a:gd name="T17" fmla="*/ 43 h 52"/>
                <a:gd name="T18" fmla="*/ 26 w 53"/>
                <a:gd name="T19" fmla="*/ 42 h 52"/>
                <a:gd name="T20" fmla="*/ 29 w 53"/>
                <a:gd name="T21" fmla="*/ 43 h 52"/>
                <a:gd name="T22" fmla="*/ 34 w 53"/>
                <a:gd name="T23" fmla="*/ 43 h 52"/>
                <a:gd name="T24" fmla="*/ 31 w 53"/>
                <a:gd name="T25" fmla="*/ 48 h 52"/>
                <a:gd name="T26" fmla="*/ 32 w 53"/>
                <a:gd name="T27" fmla="*/ 48 h 52"/>
                <a:gd name="T28" fmla="*/ 33 w 53"/>
                <a:gd name="T29" fmla="*/ 48 h 52"/>
                <a:gd name="T30" fmla="*/ 41 w 53"/>
                <a:gd name="T31" fmla="*/ 40 h 52"/>
                <a:gd name="T32" fmla="*/ 44 w 53"/>
                <a:gd name="T33" fmla="*/ 48 h 52"/>
                <a:gd name="T34" fmla="*/ 46 w 53"/>
                <a:gd name="T35" fmla="*/ 48 h 52"/>
                <a:gd name="T36" fmla="*/ 49 w 53"/>
                <a:gd name="T37" fmla="*/ 52 h 52"/>
                <a:gd name="T38" fmla="*/ 53 w 53"/>
                <a:gd name="T39" fmla="*/ 45 h 52"/>
                <a:gd name="T40" fmla="*/ 51 w 53"/>
                <a:gd name="T41" fmla="*/ 39 h 52"/>
                <a:gd name="T42" fmla="*/ 48 w 53"/>
                <a:gd name="T43" fmla="*/ 40 h 52"/>
                <a:gd name="T44" fmla="*/ 46 w 53"/>
                <a:gd name="T45" fmla="*/ 36 h 52"/>
                <a:gd name="T46" fmla="*/ 49 w 53"/>
                <a:gd name="T47" fmla="*/ 32 h 52"/>
                <a:gd name="T48" fmla="*/ 45 w 53"/>
                <a:gd name="T49" fmla="*/ 32 h 52"/>
                <a:gd name="T50" fmla="*/ 46 w 53"/>
                <a:gd name="T51" fmla="*/ 23 h 52"/>
                <a:gd name="T52" fmla="*/ 42 w 53"/>
                <a:gd name="T53" fmla="*/ 24 h 52"/>
                <a:gd name="T54" fmla="*/ 37 w 53"/>
                <a:gd name="T55" fmla="*/ 23 h 52"/>
                <a:gd name="T56" fmla="*/ 34 w 53"/>
                <a:gd name="T57" fmla="*/ 24 h 52"/>
                <a:gd name="T58" fmla="*/ 34 w 53"/>
                <a:gd name="T59" fmla="*/ 23 h 52"/>
                <a:gd name="T60" fmla="*/ 29 w 53"/>
                <a:gd name="T61" fmla="*/ 23 h 52"/>
                <a:gd name="T62" fmla="*/ 29 w 53"/>
                <a:gd name="T63" fmla="*/ 20 h 52"/>
                <a:gd name="T64" fmla="*/ 30 w 53"/>
                <a:gd name="T65" fmla="*/ 19 h 52"/>
                <a:gd name="T66" fmla="*/ 26 w 53"/>
                <a:gd name="T67" fmla="*/ 17 h 52"/>
                <a:gd name="T68" fmla="*/ 22 w 53"/>
                <a:gd name="T69" fmla="*/ 20 h 52"/>
                <a:gd name="T70" fmla="*/ 22 w 53"/>
                <a:gd name="T71" fmla="*/ 17 h 52"/>
                <a:gd name="T72" fmla="*/ 29 w 53"/>
                <a:gd name="T73" fmla="*/ 3 h 52"/>
                <a:gd name="T74" fmla="*/ 27 w 53"/>
                <a:gd name="T7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3" h="52">
                  <a:moveTo>
                    <a:pt x="27" y="0"/>
                  </a:moveTo>
                  <a:cubicBezTo>
                    <a:pt x="23" y="0"/>
                    <a:pt x="21" y="5"/>
                    <a:pt x="19" y="8"/>
                  </a:cubicBezTo>
                  <a:cubicBezTo>
                    <a:pt x="14" y="15"/>
                    <a:pt x="11" y="28"/>
                    <a:pt x="3" y="32"/>
                  </a:cubicBezTo>
                  <a:cubicBezTo>
                    <a:pt x="4" y="32"/>
                    <a:pt x="5" y="33"/>
                    <a:pt x="6" y="33"/>
                  </a:cubicBezTo>
                  <a:cubicBezTo>
                    <a:pt x="6" y="35"/>
                    <a:pt x="6" y="35"/>
                    <a:pt x="6" y="35"/>
                  </a:cubicBezTo>
                  <a:cubicBezTo>
                    <a:pt x="6" y="35"/>
                    <a:pt x="0" y="39"/>
                    <a:pt x="0" y="40"/>
                  </a:cubicBezTo>
                  <a:cubicBezTo>
                    <a:pt x="0" y="41"/>
                    <a:pt x="2" y="43"/>
                    <a:pt x="3" y="43"/>
                  </a:cubicBezTo>
                  <a:cubicBezTo>
                    <a:pt x="7" y="43"/>
                    <a:pt x="8" y="41"/>
                    <a:pt x="12" y="41"/>
                  </a:cubicBezTo>
                  <a:cubicBezTo>
                    <a:pt x="15" y="41"/>
                    <a:pt x="17" y="43"/>
                    <a:pt x="21" y="43"/>
                  </a:cubicBezTo>
                  <a:cubicBezTo>
                    <a:pt x="23" y="43"/>
                    <a:pt x="24" y="43"/>
                    <a:pt x="26" y="42"/>
                  </a:cubicBezTo>
                  <a:cubicBezTo>
                    <a:pt x="27" y="43"/>
                    <a:pt x="28" y="43"/>
                    <a:pt x="29" y="43"/>
                  </a:cubicBezTo>
                  <a:cubicBezTo>
                    <a:pt x="31" y="43"/>
                    <a:pt x="33" y="43"/>
                    <a:pt x="34" y="43"/>
                  </a:cubicBezTo>
                  <a:cubicBezTo>
                    <a:pt x="33" y="45"/>
                    <a:pt x="31" y="45"/>
                    <a:pt x="31" y="48"/>
                  </a:cubicBezTo>
                  <a:cubicBezTo>
                    <a:pt x="31" y="48"/>
                    <a:pt x="31" y="48"/>
                    <a:pt x="32" y="48"/>
                  </a:cubicBezTo>
                  <a:cubicBezTo>
                    <a:pt x="32" y="48"/>
                    <a:pt x="33" y="48"/>
                    <a:pt x="33" y="48"/>
                  </a:cubicBezTo>
                  <a:cubicBezTo>
                    <a:pt x="36" y="48"/>
                    <a:pt x="39" y="43"/>
                    <a:pt x="41" y="40"/>
                  </a:cubicBezTo>
                  <a:cubicBezTo>
                    <a:pt x="43" y="42"/>
                    <a:pt x="42" y="48"/>
                    <a:pt x="44" y="48"/>
                  </a:cubicBezTo>
                  <a:cubicBezTo>
                    <a:pt x="45" y="48"/>
                    <a:pt x="45" y="48"/>
                    <a:pt x="46" y="48"/>
                  </a:cubicBezTo>
                  <a:cubicBezTo>
                    <a:pt x="46" y="49"/>
                    <a:pt x="47" y="52"/>
                    <a:pt x="49" y="52"/>
                  </a:cubicBezTo>
                  <a:cubicBezTo>
                    <a:pt x="52" y="52"/>
                    <a:pt x="53" y="48"/>
                    <a:pt x="53" y="45"/>
                  </a:cubicBezTo>
                  <a:cubicBezTo>
                    <a:pt x="53" y="42"/>
                    <a:pt x="51" y="42"/>
                    <a:pt x="51" y="39"/>
                  </a:cubicBezTo>
                  <a:cubicBezTo>
                    <a:pt x="50" y="40"/>
                    <a:pt x="51" y="40"/>
                    <a:pt x="48" y="40"/>
                  </a:cubicBezTo>
                  <a:cubicBezTo>
                    <a:pt x="48" y="38"/>
                    <a:pt x="46" y="37"/>
                    <a:pt x="46" y="36"/>
                  </a:cubicBezTo>
                  <a:cubicBezTo>
                    <a:pt x="46" y="35"/>
                    <a:pt x="48" y="34"/>
                    <a:pt x="49" y="32"/>
                  </a:cubicBezTo>
                  <a:cubicBezTo>
                    <a:pt x="47" y="32"/>
                    <a:pt x="46" y="32"/>
                    <a:pt x="45" y="32"/>
                  </a:cubicBezTo>
                  <a:cubicBezTo>
                    <a:pt x="45" y="28"/>
                    <a:pt x="46" y="26"/>
                    <a:pt x="46" y="23"/>
                  </a:cubicBezTo>
                  <a:cubicBezTo>
                    <a:pt x="45" y="23"/>
                    <a:pt x="44" y="24"/>
                    <a:pt x="42" y="24"/>
                  </a:cubicBezTo>
                  <a:cubicBezTo>
                    <a:pt x="41" y="24"/>
                    <a:pt x="39" y="23"/>
                    <a:pt x="37" y="23"/>
                  </a:cubicBezTo>
                  <a:cubicBezTo>
                    <a:pt x="34" y="24"/>
                    <a:pt x="34" y="24"/>
                    <a:pt x="34" y="24"/>
                  </a:cubicBezTo>
                  <a:cubicBezTo>
                    <a:pt x="34" y="23"/>
                    <a:pt x="34" y="23"/>
                    <a:pt x="34" y="23"/>
                  </a:cubicBezTo>
                  <a:cubicBezTo>
                    <a:pt x="29" y="23"/>
                    <a:pt x="29" y="23"/>
                    <a:pt x="29" y="23"/>
                  </a:cubicBezTo>
                  <a:cubicBezTo>
                    <a:pt x="29" y="20"/>
                    <a:pt x="29" y="20"/>
                    <a:pt x="29" y="20"/>
                  </a:cubicBezTo>
                  <a:cubicBezTo>
                    <a:pt x="30" y="19"/>
                    <a:pt x="30" y="19"/>
                    <a:pt x="30" y="19"/>
                  </a:cubicBezTo>
                  <a:cubicBezTo>
                    <a:pt x="29" y="18"/>
                    <a:pt x="28" y="17"/>
                    <a:pt x="26" y="17"/>
                  </a:cubicBezTo>
                  <a:cubicBezTo>
                    <a:pt x="24" y="17"/>
                    <a:pt x="24" y="19"/>
                    <a:pt x="22" y="20"/>
                  </a:cubicBezTo>
                  <a:cubicBezTo>
                    <a:pt x="22" y="17"/>
                    <a:pt x="22" y="17"/>
                    <a:pt x="22" y="17"/>
                  </a:cubicBezTo>
                  <a:cubicBezTo>
                    <a:pt x="23" y="12"/>
                    <a:pt x="29" y="9"/>
                    <a:pt x="29" y="3"/>
                  </a:cubicBezTo>
                  <a:cubicBezTo>
                    <a:pt x="29" y="1"/>
                    <a:pt x="28" y="0"/>
                    <a:pt x="2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9" name="Freeform 151"/>
            <p:cNvSpPr>
              <a:spLocks/>
            </p:cNvSpPr>
            <p:nvPr/>
          </p:nvSpPr>
          <p:spPr bwMode="auto">
            <a:xfrm>
              <a:off x="10263188" y="1238250"/>
              <a:ext cx="236538" cy="90488"/>
            </a:xfrm>
            <a:custGeom>
              <a:avLst/>
              <a:gdLst>
                <a:gd name="T0" fmla="*/ 13 w 63"/>
                <a:gd name="T1" fmla="*/ 0 h 24"/>
                <a:gd name="T2" fmla="*/ 0 w 63"/>
                <a:gd name="T3" fmla="*/ 11 h 24"/>
                <a:gd name="T4" fmla="*/ 15 w 63"/>
                <a:gd name="T5" fmla="*/ 24 h 24"/>
                <a:gd name="T6" fmla="*/ 21 w 63"/>
                <a:gd name="T7" fmla="*/ 20 h 24"/>
                <a:gd name="T8" fmla="*/ 26 w 63"/>
                <a:gd name="T9" fmla="*/ 22 h 24"/>
                <a:gd name="T10" fmla="*/ 32 w 63"/>
                <a:gd name="T11" fmla="*/ 20 h 24"/>
                <a:gd name="T12" fmla="*/ 38 w 63"/>
                <a:gd name="T13" fmla="*/ 18 h 24"/>
                <a:gd name="T14" fmla="*/ 43 w 63"/>
                <a:gd name="T15" fmla="*/ 21 h 24"/>
                <a:gd name="T16" fmla="*/ 50 w 63"/>
                <a:gd name="T17" fmla="*/ 18 h 24"/>
                <a:gd name="T18" fmla="*/ 58 w 63"/>
                <a:gd name="T19" fmla="*/ 18 h 24"/>
                <a:gd name="T20" fmla="*/ 63 w 63"/>
                <a:gd name="T21" fmla="*/ 9 h 24"/>
                <a:gd name="T22" fmla="*/ 35 w 63"/>
                <a:gd name="T23" fmla="*/ 1 h 24"/>
                <a:gd name="T24" fmla="*/ 30 w 63"/>
                <a:gd name="T25" fmla="*/ 9 h 24"/>
                <a:gd name="T26" fmla="*/ 13 w 63"/>
                <a:gd name="T2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3" h="24">
                  <a:moveTo>
                    <a:pt x="13" y="0"/>
                  </a:moveTo>
                  <a:cubicBezTo>
                    <a:pt x="7" y="0"/>
                    <a:pt x="0" y="5"/>
                    <a:pt x="0" y="11"/>
                  </a:cubicBezTo>
                  <a:cubicBezTo>
                    <a:pt x="0" y="18"/>
                    <a:pt x="7" y="24"/>
                    <a:pt x="15" y="24"/>
                  </a:cubicBezTo>
                  <a:cubicBezTo>
                    <a:pt x="17" y="24"/>
                    <a:pt x="19" y="21"/>
                    <a:pt x="21" y="20"/>
                  </a:cubicBezTo>
                  <a:cubicBezTo>
                    <a:pt x="22" y="21"/>
                    <a:pt x="23" y="22"/>
                    <a:pt x="26" y="22"/>
                  </a:cubicBezTo>
                  <a:cubicBezTo>
                    <a:pt x="29" y="22"/>
                    <a:pt x="31" y="20"/>
                    <a:pt x="32" y="20"/>
                  </a:cubicBezTo>
                  <a:cubicBezTo>
                    <a:pt x="35" y="20"/>
                    <a:pt x="36" y="18"/>
                    <a:pt x="38" y="18"/>
                  </a:cubicBezTo>
                  <a:cubicBezTo>
                    <a:pt x="40" y="18"/>
                    <a:pt x="41" y="21"/>
                    <a:pt x="43" y="21"/>
                  </a:cubicBezTo>
                  <a:cubicBezTo>
                    <a:pt x="46" y="21"/>
                    <a:pt x="48" y="18"/>
                    <a:pt x="50" y="18"/>
                  </a:cubicBezTo>
                  <a:cubicBezTo>
                    <a:pt x="58" y="18"/>
                    <a:pt x="58" y="18"/>
                    <a:pt x="58" y="18"/>
                  </a:cubicBezTo>
                  <a:cubicBezTo>
                    <a:pt x="58" y="16"/>
                    <a:pt x="62" y="13"/>
                    <a:pt x="63" y="9"/>
                  </a:cubicBezTo>
                  <a:cubicBezTo>
                    <a:pt x="57" y="7"/>
                    <a:pt x="40" y="1"/>
                    <a:pt x="35" y="1"/>
                  </a:cubicBezTo>
                  <a:cubicBezTo>
                    <a:pt x="32" y="1"/>
                    <a:pt x="30" y="5"/>
                    <a:pt x="30" y="9"/>
                  </a:cubicBezTo>
                  <a:cubicBezTo>
                    <a:pt x="23" y="9"/>
                    <a:pt x="22"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0" name="Freeform 152"/>
            <p:cNvSpPr>
              <a:spLocks noEditPoints="1"/>
            </p:cNvSpPr>
            <p:nvPr/>
          </p:nvSpPr>
          <p:spPr bwMode="auto">
            <a:xfrm>
              <a:off x="2541588" y="3184525"/>
              <a:ext cx="1216025" cy="819150"/>
            </a:xfrm>
            <a:custGeom>
              <a:avLst/>
              <a:gdLst>
                <a:gd name="T0" fmla="*/ 160 w 324"/>
                <a:gd name="T1" fmla="*/ 58 h 218"/>
                <a:gd name="T2" fmla="*/ 159 w 324"/>
                <a:gd name="T3" fmla="*/ 56 h 218"/>
                <a:gd name="T4" fmla="*/ 0 w 324"/>
                <a:gd name="T5" fmla="*/ 0 h 218"/>
                <a:gd name="T6" fmla="*/ 0 w 324"/>
                <a:gd name="T7" fmla="*/ 2 h 218"/>
                <a:gd name="T8" fmla="*/ 25 w 324"/>
                <a:gd name="T9" fmla="*/ 44 h 218"/>
                <a:gd name="T10" fmla="*/ 33 w 324"/>
                <a:gd name="T11" fmla="*/ 54 h 218"/>
                <a:gd name="T12" fmla="*/ 44 w 324"/>
                <a:gd name="T13" fmla="*/ 73 h 218"/>
                <a:gd name="T14" fmla="*/ 62 w 324"/>
                <a:gd name="T15" fmla="*/ 84 h 218"/>
                <a:gd name="T16" fmla="*/ 47 w 324"/>
                <a:gd name="T17" fmla="*/ 61 h 218"/>
                <a:gd name="T18" fmla="*/ 23 w 324"/>
                <a:gd name="T19" fmla="*/ 27 h 218"/>
                <a:gd name="T20" fmla="*/ 31 w 324"/>
                <a:gd name="T21" fmla="*/ 14 h 218"/>
                <a:gd name="T22" fmla="*/ 49 w 324"/>
                <a:gd name="T23" fmla="*/ 44 h 218"/>
                <a:gd name="T24" fmla="*/ 64 w 324"/>
                <a:gd name="T25" fmla="*/ 57 h 218"/>
                <a:gd name="T26" fmla="*/ 95 w 324"/>
                <a:gd name="T27" fmla="*/ 96 h 218"/>
                <a:gd name="T28" fmla="*/ 99 w 324"/>
                <a:gd name="T29" fmla="*/ 117 h 218"/>
                <a:gd name="T30" fmla="*/ 125 w 324"/>
                <a:gd name="T31" fmla="*/ 130 h 218"/>
                <a:gd name="T32" fmla="*/ 138 w 324"/>
                <a:gd name="T33" fmla="*/ 137 h 218"/>
                <a:gd name="T34" fmla="*/ 158 w 324"/>
                <a:gd name="T35" fmla="*/ 146 h 218"/>
                <a:gd name="T36" fmla="*/ 170 w 324"/>
                <a:gd name="T37" fmla="*/ 149 h 218"/>
                <a:gd name="T38" fmla="*/ 189 w 324"/>
                <a:gd name="T39" fmla="*/ 146 h 218"/>
                <a:gd name="T40" fmla="*/ 234 w 324"/>
                <a:gd name="T41" fmla="*/ 169 h 218"/>
                <a:gd name="T42" fmla="*/ 252 w 324"/>
                <a:gd name="T43" fmla="*/ 181 h 218"/>
                <a:gd name="T44" fmla="*/ 261 w 324"/>
                <a:gd name="T45" fmla="*/ 197 h 218"/>
                <a:gd name="T46" fmla="*/ 277 w 324"/>
                <a:gd name="T47" fmla="*/ 208 h 218"/>
                <a:gd name="T48" fmla="*/ 287 w 324"/>
                <a:gd name="T49" fmla="*/ 210 h 218"/>
                <a:gd name="T50" fmla="*/ 299 w 324"/>
                <a:gd name="T51" fmla="*/ 211 h 218"/>
                <a:gd name="T52" fmla="*/ 314 w 324"/>
                <a:gd name="T53" fmla="*/ 212 h 218"/>
                <a:gd name="T54" fmla="*/ 318 w 324"/>
                <a:gd name="T55" fmla="*/ 214 h 218"/>
                <a:gd name="T56" fmla="*/ 308 w 324"/>
                <a:gd name="T57" fmla="*/ 198 h 218"/>
                <a:gd name="T58" fmla="*/ 272 w 324"/>
                <a:gd name="T59" fmla="*/ 186 h 218"/>
                <a:gd name="T60" fmla="*/ 274 w 324"/>
                <a:gd name="T61" fmla="*/ 152 h 218"/>
                <a:gd name="T62" fmla="*/ 230 w 324"/>
                <a:gd name="T63" fmla="*/ 144 h 218"/>
                <a:gd name="T64" fmla="*/ 235 w 324"/>
                <a:gd name="T65" fmla="*/ 124 h 218"/>
                <a:gd name="T66" fmla="*/ 241 w 324"/>
                <a:gd name="T67" fmla="*/ 116 h 218"/>
                <a:gd name="T68" fmla="*/ 239 w 324"/>
                <a:gd name="T69" fmla="*/ 99 h 218"/>
                <a:gd name="T70" fmla="*/ 210 w 324"/>
                <a:gd name="T71" fmla="*/ 120 h 218"/>
                <a:gd name="T72" fmla="*/ 185 w 324"/>
                <a:gd name="T73" fmla="*/ 127 h 218"/>
                <a:gd name="T74" fmla="*/ 161 w 324"/>
                <a:gd name="T75" fmla="*/ 103 h 218"/>
                <a:gd name="T76" fmla="*/ 158 w 324"/>
                <a:gd name="T77" fmla="*/ 75 h 218"/>
                <a:gd name="T78" fmla="*/ 160 w 324"/>
                <a:gd name="T79" fmla="*/ 58 h 218"/>
                <a:gd name="T80" fmla="*/ 111 w 324"/>
                <a:gd name="T81" fmla="*/ 32 h 218"/>
                <a:gd name="T82" fmla="*/ 72 w 324"/>
                <a:gd name="T83" fmla="*/ 6 h 218"/>
                <a:gd name="T84" fmla="*/ 18 w 324"/>
                <a:gd name="T85"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24" h="218">
                  <a:moveTo>
                    <a:pt x="159" y="56"/>
                  </a:moveTo>
                  <a:cubicBezTo>
                    <a:pt x="160" y="58"/>
                    <a:pt x="160" y="58"/>
                    <a:pt x="160" y="58"/>
                  </a:cubicBezTo>
                  <a:cubicBezTo>
                    <a:pt x="160" y="58"/>
                    <a:pt x="160" y="58"/>
                    <a:pt x="160" y="58"/>
                  </a:cubicBezTo>
                  <a:cubicBezTo>
                    <a:pt x="160" y="57"/>
                    <a:pt x="159" y="57"/>
                    <a:pt x="159" y="56"/>
                  </a:cubicBezTo>
                  <a:moveTo>
                    <a:pt x="159" y="55"/>
                  </a:moveTo>
                  <a:cubicBezTo>
                    <a:pt x="159" y="56"/>
                    <a:pt x="159" y="56"/>
                    <a:pt x="159" y="56"/>
                  </a:cubicBezTo>
                  <a:cubicBezTo>
                    <a:pt x="159" y="55"/>
                    <a:pt x="159" y="55"/>
                    <a:pt x="159" y="55"/>
                  </a:cubicBezTo>
                  <a:moveTo>
                    <a:pt x="18" y="0"/>
                  </a:moveTo>
                  <a:cubicBezTo>
                    <a:pt x="0" y="0"/>
                    <a:pt x="0" y="0"/>
                    <a:pt x="0" y="0"/>
                  </a:cubicBezTo>
                  <a:cubicBezTo>
                    <a:pt x="0" y="0"/>
                    <a:pt x="0" y="0"/>
                    <a:pt x="0" y="0"/>
                  </a:cubicBezTo>
                  <a:cubicBezTo>
                    <a:pt x="0" y="0"/>
                    <a:pt x="0" y="0"/>
                    <a:pt x="0" y="0"/>
                  </a:cubicBezTo>
                  <a:cubicBezTo>
                    <a:pt x="0" y="2"/>
                    <a:pt x="0" y="2"/>
                    <a:pt x="0" y="2"/>
                  </a:cubicBezTo>
                  <a:cubicBezTo>
                    <a:pt x="2" y="8"/>
                    <a:pt x="4" y="10"/>
                    <a:pt x="7" y="15"/>
                  </a:cubicBezTo>
                  <a:cubicBezTo>
                    <a:pt x="8" y="19"/>
                    <a:pt x="8" y="27"/>
                    <a:pt x="12" y="29"/>
                  </a:cubicBezTo>
                  <a:cubicBezTo>
                    <a:pt x="17" y="32"/>
                    <a:pt x="21" y="38"/>
                    <a:pt x="25" y="44"/>
                  </a:cubicBezTo>
                  <a:cubicBezTo>
                    <a:pt x="27" y="46"/>
                    <a:pt x="25" y="47"/>
                    <a:pt x="23" y="47"/>
                  </a:cubicBezTo>
                  <a:cubicBezTo>
                    <a:pt x="22" y="47"/>
                    <a:pt x="20" y="47"/>
                    <a:pt x="20" y="47"/>
                  </a:cubicBezTo>
                  <a:cubicBezTo>
                    <a:pt x="23" y="51"/>
                    <a:pt x="29" y="50"/>
                    <a:pt x="33" y="54"/>
                  </a:cubicBezTo>
                  <a:cubicBezTo>
                    <a:pt x="36" y="57"/>
                    <a:pt x="38" y="60"/>
                    <a:pt x="41" y="63"/>
                  </a:cubicBezTo>
                  <a:cubicBezTo>
                    <a:pt x="41" y="70"/>
                    <a:pt x="41" y="70"/>
                    <a:pt x="41" y="70"/>
                  </a:cubicBezTo>
                  <a:cubicBezTo>
                    <a:pt x="42" y="72"/>
                    <a:pt x="42" y="72"/>
                    <a:pt x="44" y="73"/>
                  </a:cubicBezTo>
                  <a:cubicBezTo>
                    <a:pt x="47" y="75"/>
                    <a:pt x="50" y="82"/>
                    <a:pt x="55" y="82"/>
                  </a:cubicBezTo>
                  <a:cubicBezTo>
                    <a:pt x="55" y="83"/>
                    <a:pt x="59" y="88"/>
                    <a:pt x="60" y="88"/>
                  </a:cubicBezTo>
                  <a:cubicBezTo>
                    <a:pt x="60" y="88"/>
                    <a:pt x="62" y="85"/>
                    <a:pt x="62" y="84"/>
                  </a:cubicBezTo>
                  <a:cubicBezTo>
                    <a:pt x="62" y="82"/>
                    <a:pt x="59" y="78"/>
                    <a:pt x="57" y="78"/>
                  </a:cubicBezTo>
                  <a:cubicBezTo>
                    <a:pt x="57" y="78"/>
                    <a:pt x="56" y="78"/>
                    <a:pt x="56" y="79"/>
                  </a:cubicBezTo>
                  <a:cubicBezTo>
                    <a:pt x="51" y="75"/>
                    <a:pt x="49" y="68"/>
                    <a:pt x="47" y="61"/>
                  </a:cubicBezTo>
                  <a:cubicBezTo>
                    <a:pt x="45" y="55"/>
                    <a:pt x="39" y="52"/>
                    <a:pt x="37" y="45"/>
                  </a:cubicBezTo>
                  <a:cubicBezTo>
                    <a:pt x="36" y="41"/>
                    <a:pt x="35" y="38"/>
                    <a:pt x="31" y="34"/>
                  </a:cubicBezTo>
                  <a:cubicBezTo>
                    <a:pt x="28" y="31"/>
                    <a:pt x="25" y="31"/>
                    <a:pt x="23" y="27"/>
                  </a:cubicBezTo>
                  <a:cubicBezTo>
                    <a:pt x="20" y="22"/>
                    <a:pt x="18" y="18"/>
                    <a:pt x="18" y="12"/>
                  </a:cubicBezTo>
                  <a:cubicBezTo>
                    <a:pt x="18" y="11"/>
                    <a:pt x="17" y="10"/>
                    <a:pt x="18" y="8"/>
                  </a:cubicBezTo>
                  <a:cubicBezTo>
                    <a:pt x="22" y="12"/>
                    <a:pt x="26" y="12"/>
                    <a:pt x="31" y="14"/>
                  </a:cubicBezTo>
                  <a:cubicBezTo>
                    <a:pt x="33" y="15"/>
                    <a:pt x="33" y="22"/>
                    <a:pt x="35" y="24"/>
                  </a:cubicBezTo>
                  <a:cubicBezTo>
                    <a:pt x="38" y="27"/>
                    <a:pt x="37" y="31"/>
                    <a:pt x="40" y="34"/>
                  </a:cubicBezTo>
                  <a:cubicBezTo>
                    <a:pt x="43" y="37"/>
                    <a:pt x="46" y="40"/>
                    <a:pt x="49" y="44"/>
                  </a:cubicBezTo>
                  <a:cubicBezTo>
                    <a:pt x="50" y="44"/>
                    <a:pt x="50" y="43"/>
                    <a:pt x="50" y="43"/>
                  </a:cubicBezTo>
                  <a:cubicBezTo>
                    <a:pt x="51" y="43"/>
                    <a:pt x="51" y="44"/>
                    <a:pt x="53" y="44"/>
                  </a:cubicBezTo>
                  <a:cubicBezTo>
                    <a:pt x="53" y="51"/>
                    <a:pt x="61" y="51"/>
                    <a:pt x="64" y="57"/>
                  </a:cubicBezTo>
                  <a:cubicBezTo>
                    <a:pt x="65" y="60"/>
                    <a:pt x="63" y="62"/>
                    <a:pt x="66" y="65"/>
                  </a:cubicBezTo>
                  <a:cubicBezTo>
                    <a:pt x="68" y="68"/>
                    <a:pt x="73" y="69"/>
                    <a:pt x="76" y="72"/>
                  </a:cubicBezTo>
                  <a:cubicBezTo>
                    <a:pt x="82" y="78"/>
                    <a:pt x="92" y="86"/>
                    <a:pt x="95" y="96"/>
                  </a:cubicBezTo>
                  <a:cubicBezTo>
                    <a:pt x="96" y="98"/>
                    <a:pt x="98" y="99"/>
                    <a:pt x="98" y="103"/>
                  </a:cubicBezTo>
                  <a:cubicBezTo>
                    <a:pt x="98" y="106"/>
                    <a:pt x="95" y="108"/>
                    <a:pt x="95" y="111"/>
                  </a:cubicBezTo>
                  <a:cubicBezTo>
                    <a:pt x="95" y="113"/>
                    <a:pt x="97" y="117"/>
                    <a:pt x="99" y="117"/>
                  </a:cubicBezTo>
                  <a:cubicBezTo>
                    <a:pt x="100" y="120"/>
                    <a:pt x="109" y="122"/>
                    <a:pt x="113" y="126"/>
                  </a:cubicBezTo>
                  <a:cubicBezTo>
                    <a:pt x="113" y="126"/>
                    <a:pt x="114" y="127"/>
                    <a:pt x="116" y="128"/>
                  </a:cubicBezTo>
                  <a:cubicBezTo>
                    <a:pt x="119" y="129"/>
                    <a:pt x="121" y="129"/>
                    <a:pt x="125" y="130"/>
                  </a:cubicBezTo>
                  <a:cubicBezTo>
                    <a:pt x="129" y="132"/>
                    <a:pt x="130" y="136"/>
                    <a:pt x="134" y="137"/>
                  </a:cubicBezTo>
                  <a:cubicBezTo>
                    <a:pt x="135" y="137"/>
                    <a:pt x="135" y="137"/>
                    <a:pt x="136" y="137"/>
                  </a:cubicBezTo>
                  <a:cubicBezTo>
                    <a:pt x="136" y="137"/>
                    <a:pt x="137" y="137"/>
                    <a:pt x="138" y="137"/>
                  </a:cubicBezTo>
                  <a:cubicBezTo>
                    <a:pt x="138" y="137"/>
                    <a:pt x="139" y="137"/>
                    <a:pt x="139" y="137"/>
                  </a:cubicBezTo>
                  <a:cubicBezTo>
                    <a:pt x="140" y="137"/>
                    <a:pt x="141" y="137"/>
                    <a:pt x="142" y="138"/>
                  </a:cubicBezTo>
                  <a:cubicBezTo>
                    <a:pt x="145" y="139"/>
                    <a:pt x="155" y="146"/>
                    <a:pt x="158" y="146"/>
                  </a:cubicBezTo>
                  <a:cubicBezTo>
                    <a:pt x="159" y="146"/>
                    <a:pt x="160" y="146"/>
                    <a:pt x="161" y="146"/>
                  </a:cubicBezTo>
                  <a:cubicBezTo>
                    <a:pt x="162" y="146"/>
                    <a:pt x="163" y="146"/>
                    <a:pt x="165" y="146"/>
                  </a:cubicBezTo>
                  <a:cubicBezTo>
                    <a:pt x="166" y="147"/>
                    <a:pt x="168" y="149"/>
                    <a:pt x="170" y="149"/>
                  </a:cubicBezTo>
                  <a:cubicBezTo>
                    <a:pt x="175" y="149"/>
                    <a:pt x="176" y="143"/>
                    <a:pt x="181" y="143"/>
                  </a:cubicBezTo>
                  <a:cubicBezTo>
                    <a:pt x="183" y="143"/>
                    <a:pt x="185" y="144"/>
                    <a:pt x="187" y="146"/>
                  </a:cubicBezTo>
                  <a:cubicBezTo>
                    <a:pt x="189" y="146"/>
                    <a:pt x="189" y="146"/>
                    <a:pt x="189" y="146"/>
                  </a:cubicBezTo>
                  <a:cubicBezTo>
                    <a:pt x="197" y="149"/>
                    <a:pt x="198" y="156"/>
                    <a:pt x="207" y="160"/>
                  </a:cubicBezTo>
                  <a:cubicBezTo>
                    <a:pt x="212" y="163"/>
                    <a:pt x="216" y="161"/>
                    <a:pt x="222" y="164"/>
                  </a:cubicBezTo>
                  <a:cubicBezTo>
                    <a:pt x="225" y="166"/>
                    <a:pt x="228" y="169"/>
                    <a:pt x="234" y="169"/>
                  </a:cubicBezTo>
                  <a:cubicBezTo>
                    <a:pt x="236" y="169"/>
                    <a:pt x="237" y="167"/>
                    <a:pt x="239" y="167"/>
                  </a:cubicBezTo>
                  <a:cubicBezTo>
                    <a:pt x="240" y="167"/>
                    <a:pt x="240" y="167"/>
                    <a:pt x="241" y="167"/>
                  </a:cubicBezTo>
                  <a:cubicBezTo>
                    <a:pt x="243" y="174"/>
                    <a:pt x="247" y="177"/>
                    <a:pt x="252" y="181"/>
                  </a:cubicBezTo>
                  <a:cubicBezTo>
                    <a:pt x="253" y="183"/>
                    <a:pt x="255" y="183"/>
                    <a:pt x="256" y="186"/>
                  </a:cubicBezTo>
                  <a:cubicBezTo>
                    <a:pt x="257" y="190"/>
                    <a:pt x="254" y="194"/>
                    <a:pt x="258" y="197"/>
                  </a:cubicBezTo>
                  <a:cubicBezTo>
                    <a:pt x="261" y="197"/>
                    <a:pt x="261" y="197"/>
                    <a:pt x="261" y="197"/>
                  </a:cubicBezTo>
                  <a:cubicBezTo>
                    <a:pt x="261" y="197"/>
                    <a:pt x="261" y="196"/>
                    <a:pt x="261" y="195"/>
                  </a:cubicBezTo>
                  <a:cubicBezTo>
                    <a:pt x="262" y="195"/>
                    <a:pt x="271" y="201"/>
                    <a:pt x="272" y="202"/>
                  </a:cubicBezTo>
                  <a:cubicBezTo>
                    <a:pt x="273" y="205"/>
                    <a:pt x="273" y="208"/>
                    <a:pt x="277" y="208"/>
                  </a:cubicBezTo>
                  <a:cubicBezTo>
                    <a:pt x="277" y="209"/>
                    <a:pt x="278" y="210"/>
                    <a:pt x="279" y="210"/>
                  </a:cubicBezTo>
                  <a:cubicBezTo>
                    <a:pt x="280" y="210"/>
                    <a:pt x="282" y="209"/>
                    <a:pt x="284" y="209"/>
                  </a:cubicBezTo>
                  <a:cubicBezTo>
                    <a:pt x="285" y="209"/>
                    <a:pt x="286" y="210"/>
                    <a:pt x="287" y="210"/>
                  </a:cubicBezTo>
                  <a:cubicBezTo>
                    <a:pt x="289" y="213"/>
                    <a:pt x="292" y="218"/>
                    <a:pt x="297" y="218"/>
                  </a:cubicBezTo>
                  <a:cubicBezTo>
                    <a:pt x="299" y="218"/>
                    <a:pt x="301" y="217"/>
                    <a:pt x="301" y="214"/>
                  </a:cubicBezTo>
                  <a:cubicBezTo>
                    <a:pt x="301" y="213"/>
                    <a:pt x="299" y="212"/>
                    <a:pt x="299" y="211"/>
                  </a:cubicBezTo>
                  <a:cubicBezTo>
                    <a:pt x="299" y="210"/>
                    <a:pt x="307" y="204"/>
                    <a:pt x="309" y="204"/>
                  </a:cubicBezTo>
                  <a:cubicBezTo>
                    <a:pt x="312" y="204"/>
                    <a:pt x="313" y="208"/>
                    <a:pt x="316" y="209"/>
                  </a:cubicBezTo>
                  <a:cubicBezTo>
                    <a:pt x="315" y="210"/>
                    <a:pt x="314" y="211"/>
                    <a:pt x="314" y="212"/>
                  </a:cubicBezTo>
                  <a:cubicBezTo>
                    <a:pt x="314" y="213"/>
                    <a:pt x="317" y="213"/>
                    <a:pt x="317" y="214"/>
                  </a:cubicBezTo>
                  <a:cubicBezTo>
                    <a:pt x="317" y="214"/>
                    <a:pt x="317" y="214"/>
                    <a:pt x="317" y="214"/>
                  </a:cubicBezTo>
                  <a:cubicBezTo>
                    <a:pt x="318" y="214"/>
                    <a:pt x="318" y="214"/>
                    <a:pt x="318" y="214"/>
                  </a:cubicBezTo>
                  <a:cubicBezTo>
                    <a:pt x="319" y="213"/>
                    <a:pt x="321" y="211"/>
                    <a:pt x="323" y="209"/>
                  </a:cubicBezTo>
                  <a:cubicBezTo>
                    <a:pt x="324" y="208"/>
                    <a:pt x="324" y="207"/>
                    <a:pt x="324" y="207"/>
                  </a:cubicBezTo>
                  <a:cubicBezTo>
                    <a:pt x="320" y="204"/>
                    <a:pt x="316" y="198"/>
                    <a:pt x="308" y="198"/>
                  </a:cubicBezTo>
                  <a:cubicBezTo>
                    <a:pt x="302" y="198"/>
                    <a:pt x="298" y="204"/>
                    <a:pt x="291" y="204"/>
                  </a:cubicBezTo>
                  <a:cubicBezTo>
                    <a:pt x="286" y="204"/>
                    <a:pt x="286" y="198"/>
                    <a:pt x="283" y="197"/>
                  </a:cubicBezTo>
                  <a:cubicBezTo>
                    <a:pt x="278" y="195"/>
                    <a:pt x="272" y="192"/>
                    <a:pt x="272" y="186"/>
                  </a:cubicBezTo>
                  <a:cubicBezTo>
                    <a:pt x="272" y="181"/>
                    <a:pt x="272" y="175"/>
                    <a:pt x="272" y="169"/>
                  </a:cubicBezTo>
                  <a:cubicBezTo>
                    <a:pt x="274" y="166"/>
                    <a:pt x="274" y="159"/>
                    <a:pt x="274" y="156"/>
                  </a:cubicBezTo>
                  <a:cubicBezTo>
                    <a:pt x="274" y="155"/>
                    <a:pt x="274" y="153"/>
                    <a:pt x="274" y="152"/>
                  </a:cubicBezTo>
                  <a:cubicBezTo>
                    <a:pt x="269" y="151"/>
                    <a:pt x="267" y="146"/>
                    <a:pt x="260" y="146"/>
                  </a:cubicBezTo>
                  <a:cubicBezTo>
                    <a:pt x="250" y="146"/>
                    <a:pt x="243" y="148"/>
                    <a:pt x="233" y="148"/>
                  </a:cubicBezTo>
                  <a:cubicBezTo>
                    <a:pt x="232" y="148"/>
                    <a:pt x="230" y="146"/>
                    <a:pt x="230" y="144"/>
                  </a:cubicBezTo>
                  <a:cubicBezTo>
                    <a:pt x="230" y="144"/>
                    <a:pt x="230" y="144"/>
                    <a:pt x="230" y="143"/>
                  </a:cubicBezTo>
                  <a:cubicBezTo>
                    <a:pt x="232" y="141"/>
                    <a:pt x="235" y="140"/>
                    <a:pt x="235" y="137"/>
                  </a:cubicBezTo>
                  <a:cubicBezTo>
                    <a:pt x="235" y="133"/>
                    <a:pt x="235" y="127"/>
                    <a:pt x="235" y="124"/>
                  </a:cubicBezTo>
                  <a:cubicBezTo>
                    <a:pt x="236" y="124"/>
                    <a:pt x="237" y="124"/>
                    <a:pt x="237" y="124"/>
                  </a:cubicBezTo>
                  <a:cubicBezTo>
                    <a:pt x="237" y="124"/>
                    <a:pt x="237" y="125"/>
                    <a:pt x="237" y="126"/>
                  </a:cubicBezTo>
                  <a:cubicBezTo>
                    <a:pt x="239" y="123"/>
                    <a:pt x="241" y="121"/>
                    <a:pt x="241" y="116"/>
                  </a:cubicBezTo>
                  <a:cubicBezTo>
                    <a:pt x="241" y="111"/>
                    <a:pt x="246" y="106"/>
                    <a:pt x="246" y="102"/>
                  </a:cubicBezTo>
                  <a:cubicBezTo>
                    <a:pt x="246" y="101"/>
                    <a:pt x="246" y="100"/>
                    <a:pt x="246" y="99"/>
                  </a:cubicBezTo>
                  <a:cubicBezTo>
                    <a:pt x="244" y="99"/>
                    <a:pt x="240" y="99"/>
                    <a:pt x="239" y="99"/>
                  </a:cubicBezTo>
                  <a:cubicBezTo>
                    <a:pt x="238" y="98"/>
                    <a:pt x="236" y="98"/>
                    <a:pt x="233" y="98"/>
                  </a:cubicBezTo>
                  <a:cubicBezTo>
                    <a:pt x="226" y="98"/>
                    <a:pt x="216" y="101"/>
                    <a:pt x="216" y="109"/>
                  </a:cubicBezTo>
                  <a:cubicBezTo>
                    <a:pt x="216" y="113"/>
                    <a:pt x="212" y="117"/>
                    <a:pt x="210" y="120"/>
                  </a:cubicBezTo>
                  <a:cubicBezTo>
                    <a:pt x="210" y="121"/>
                    <a:pt x="209" y="125"/>
                    <a:pt x="206" y="125"/>
                  </a:cubicBezTo>
                  <a:cubicBezTo>
                    <a:pt x="205" y="125"/>
                    <a:pt x="204" y="123"/>
                    <a:pt x="201" y="123"/>
                  </a:cubicBezTo>
                  <a:cubicBezTo>
                    <a:pt x="195" y="123"/>
                    <a:pt x="191" y="127"/>
                    <a:pt x="185" y="127"/>
                  </a:cubicBezTo>
                  <a:cubicBezTo>
                    <a:pt x="183" y="127"/>
                    <a:pt x="183" y="124"/>
                    <a:pt x="181" y="124"/>
                  </a:cubicBezTo>
                  <a:cubicBezTo>
                    <a:pt x="173" y="121"/>
                    <a:pt x="173" y="117"/>
                    <a:pt x="168" y="111"/>
                  </a:cubicBezTo>
                  <a:cubicBezTo>
                    <a:pt x="166" y="109"/>
                    <a:pt x="162" y="105"/>
                    <a:pt x="161" y="103"/>
                  </a:cubicBezTo>
                  <a:cubicBezTo>
                    <a:pt x="160" y="101"/>
                    <a:pt x="161" y="99"/>
                    <a:pt x="160" y="96"/>
                  </a:cubicBezTo>
                  <a:cubicBezTo>
                    <a:pt x="160" y="95"/>
                    <a:pt x="157" y="93"/>
                    <a:pt x="158" y="91"/>
                  </a:cubicBezTo>
                  <a:cubicBezTo>
                    <a:pt x="158" y="75"/>
                    <a:pt x="158" y="75"/>
                    <a:pt x="158" y="75"/>
                  </a:cubicBezTo>
                  <a:cubicBezTo>
                    <a:pt x="159" y="70"/>
                    <a:pt x="161" y="68"/>
                    <a:pt x="161" y="63"/>
                  </a:cubicBezTo>
                  <a:cubicBezTo>
                    <a:pt x="161" y="62"/>
                    <a:pt x="160" y="60"/>
                    <a:pt x="160" y="59"/>
                  </a:cubicBezTo>
                  <a:cubicBezTo>
                    <a:pt x="160" y="58"/>
                    <a:pt x="160" y="58"/>
                    <a:pt x="160" y="58"/>
                  </a:cubicBezTo>
                  <a:cubicBezTo>
                    <a:pt x="155" y="57"/>
                    <a:pt x="148" y="56"/>
                    <a:pt x="146" y="54"/>
                  </a:cubicBezTo>
                  <a:cubicBezTo>
                    <a:pt x="137" y="45"/>
                    <a:pt x="137" y="24"/>
                    <a:pt x="120" y="24"/>
                  </a:cubicBezTo>
                  <a:cubicBezTo>
                    <a:pt x="114" y="24"/>
                    <a:pt x="116" y="32"/>
                    <a:pt x="111" y="32"/>
                  </a:cubicBezTo>
                  <a:cubicBezTo>
                    <a:pt x="105" y="32"/>
                    <a:pt x="100" y="22"/>
                    <a:pt x="98" y="18"/>
                  </a:cubicBezTo>
                  <a:cubicBezTo>
                    <a:pt x="93" y="10"/>
                    <a:pt x="88" y="9"/>
                    <a:pt x="78" y="6"/>
                  </a:cubicBezTo>
                  <a:cubicBezTo>
                    <a:pt x="72" y="6"/>
                    <a:pt x="72" y="6"/>
                    <a:pt x="72" y="6"/>
                  </a:cubicBezTo>
                  <a:cubicBezTo>
                    <a:pt x="72" y="10"/>
                    <a:pt x="72" y="10"/>
                    <a:pt x="72" y="10"/>
                  </a:cubicBezTo>
                  <a:cubicBezTo>
                    <a:pt x="49" y="10"/>
                    <a:pt x="49" y="10"/>
                    <a:pt x="49" y="10"/>
                  </a:cubicBezTo>
                  <a:cubicBezTo>
                    <a:pt x="18" y="0"/>
                    <a:pt x="18" y="0"/>
                    <a:pt x="1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1" name="Freeform 153"/>
            <p:cNvSpPr>
              <a:spLocks/>
            </p:cNvSpPr>
            <p:nvPr/>
          </p:nvSpPr>
          <p:spPr bwMode="auto">
            <a:xfrm>
              <a:off x="3611563" y="2422525"/>
              <a:ext cx="38100" cy="14288"/>
            </a:xfrm>
            <a:custGeom>
              <a:avLst/>
              <a:gdLst>
                <a:gd name="T0" fmla="*/ 0 w 10"/>
                <a:gd name="T1" fmla="*/ 0 h 4"/>
                <a:gd name="T2" fmla="*/ 0 w 10"/>
                <a:gd name="T3" fmla="*/ 2 h 4"/>
                <a:gd name="T4" fmla="*/ 8 w 10"/>
                <a:gd name="T5" fmla="*/ 4 h 4"/>
                <a:gd name="T6" fmla="*/ 10 w 10"/>
                <a:gd name="T7" fmla="*/ 4 h 4"/>
                <a:gd name="T8" fmla="*/ 0 w 10"/>
                <a:gd name="T9" fmla="*/ 0 h 4"/>
              </a:gdLst>
              <a:ahLst/>
              <a:cxnLst>
                <a:cxn ang="0">
                  <a:pos x="T0" y="T1"/>
                </a:cxn>
                <a:cxn ang="0">
                  <a:pos x="T2" y="T3"/>
                </a:cxn>
                <a:cxn ang="0">
                  <a:pos x="T4" y="T5"/>
                </a:cxn>
                <a:cxn ang="0">
                  <a:pos x="T6" y="T7"/>
                </a:cxn>
                <a:cxn ang="0">
                  <a:pos x="T8" y="T9"/>
                </a:cxn>
              </a:cxnLst>
              <a:rect l="0" t="0" r="r" b="b"/>
              <a:pathLst>
                <a:path w="10" h="4">
                  <a:moveTo>
                    <a:pt x="0" y="0"/>
                  </a:moveTo>
                  <a:cubicBezTo>
                    <a:pt x="0" y="0"/>
                    <a:pt x="0" y="1"/>
                    <a:pt x="0" y="2"/>
                  </a:cubicBezTo>
                  <a:cubicBezTo>
                    <a:pt x="2" y="3"/>
                    <a:pt x="6" y="4"/>
                    <a:pt x="8" y="4"/>
                  </a:cubicBezTo>
                  <a:cubicBezTo>
                    <a:pt x="10" y="4"/>
                    <a:pt x="10" y="4"/>
                    <a:pt x="10" y="4"/>
                  </a:cubicBezTo>
                  <a:cubicBezTo>
                    <a:pt x="10" y="0"/>
                    <a:pt x="5"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2" name="Freeform 154"/>
            <p:cNvSpPr>
              <a:spLocks/>
            </p:cNvSpPr>
            <p:nvPr/>
          </p:nvSpPr>
          <p:spPr bwMode="auto">
            <a:xfrm>
              <a:off x="2200275" y="2524125"/>
              <a:ext cx="142875" cy="88900"/>
            </a:xfrm>
            <a:custGeom>
              <a:avLst/>
              <a:gdLst>
                <a:gd name="T0" fmla="*/ 4 w 38"/>
                <a:gd name="T1" fmla="*/ 0 h 24"/>
                <a:gd name="T2" fmla="*/ 0 w 38"/>
                <a:gd name="T3" fmla="*/ 1 h 24"/>
                <a:gd name="T4" fmla="*/ 1 w 38"/>
                <a:gd name="T5" fmla="*/ 1 h 24"/>
                <a:gd name="T6" fmla="*/ 6 w 38"/>
                <a:gd name="T7" fmla="*/ 2 h 24"/>
                <a:gd name="T8" fmla="*/ 3 w 38"/>
                <a:gd name="T9" fmla="*/ 5 h 24"/>
                <a:gd name="T10" fmla="*/ 18 w 38"/>
                <a:gd name="T11" fmla="*/ 11 h 24"/>
                <a:gd name="T12" fmla="*/ 15 w 38"/>
                <a:gd name="T13" fmla="*/ 14 h 24"/>
                <a:gd name="T14" fmla="*/ 36 w 38"/>
                <a:gd name="T15" fmla="*/ 24 h 24"/>
                <a:gd name="T16" fmla="*/ 38 w 38"/>
                <a:gd name="T17" fmla="*/ 24 h 24"/>
                <a:gd name="T18" fmla="*/ 38 w 38"/>
                <a:gd name="T19" fmla="*/ 22 h 24"/>
                <a:gd name="T20" fmla="*/ 12 w 38"/>
                <a:gd name="T21" fmla="*/ 4 h 24"/>
                <a:gd name="T22" fmla="*/ 4 w 38"/>
                <a:gd name="T2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24">
                  <a:moveTo>
                    <a:pt x="4" y="0"/>
                  </a:moveTo>
                  <a:cubicBezTo>
                    <a:pt x="3" y="0"/>
                    <a:pt x="1" y="0"/>
                    <a:pt x="0" y="1"/>
                  </a:cubicBezTo>
                  <a:cubicBezTo>
                    <a:pt x="1" y="1"/>
                    <a:pt x="1" y="1"/>
                    <a:pt x="1" y="1"/>
                  </a:cubicBezTo>
                  <a:cubicBezTo>
                    <a:pt x="1" y="1"/>
                    <a:pt x="4" y="2"/>
                    <a:pt x="6" y="2"/>
                  </a:cubicBezTo>
                  <a:cubicBezTo>
                    <a:pt x="5" y="3"/>
                    <a:pt x="4" y="4"/>
                    <a:pt x="3" y="5"/>
                  </a:cubicBezTo>
                  <a:cubicBezTo>
                    <a:pt x="4" y="8"/>
                    <a:pt x="12" y="11"/>
                    <a:pt x="18" y="11"/>
                  </a:cubicBezTo>
                  <a:cubicBezTo>
                    <a:pt x="17" y="12"/>
                    <a:pt x="15" y="12"/>
                    <a:pt x="15" y="14"/>
                  </a:cubicBezTo>
                  <a:cubicBezTo>
                    <a:pt x="19" y="17"/>
                    <a:pt x="29" y="24"/>
                    <a:pt x="36" y="24"/>
                  </a:cubicBezTo>
                  <a:cubicBezTo>
                    <a:pt x="37" y="24"/>
                    <a:pt x="37" y="24"/>
                    <a:pt x="38" y="24"/>
                  </a:cubicBezTo>
                  <a:cubicBezTo>
                    <a:pt x="38" y="22"/>
                    <a:pt x="38" y="22"/>
                    <a:pt x="38" y="22"/>
                  </a:cubicBezTo>
                  <a:cubicBezTo>
                    <a:pt x="31" y="14"/>
                    <a:pt x="24" y="8"/>
                    <a:pt x="12" y="4"/>
                  </a:cubicBezTo>
                  <a:cubicBezTo>
                    <a:pt x="10" y="3"/>
                    <a:pt x="7"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3" name="Freeform 155"/>
            <p:cNvSpPr>
              <a:spLocks/>
            </p:cNvSpPr>
            <p:nvPr/>
          </p:nvSpPr>
          <p:spPr bwMode="auto">
            <a:xfrm>
              <a:off x="2057400" y="2387600"/>
              <a:ext cx="52388" cy="71438"/>
            </a:xfrm>
            <a:custGeom>
              <a:avLst/>
              <a:gdLst>
                <a:gd name="T0" fmla="*/ 0 w 14"/>
                <a:gd name="T1" fmla="*/ 0 h 19"/>
                <a:gd name="T2" fmla="*/ 0 w 14"/>
                <a:gd name="T3" fmla="*/ 2 h 19"/>
                <a:gd name="T4" fmla="*/ 3 w 14"/>
                <a:gd name="T5" fmla="*/ 7 h 19"/>
                <a:gd name="T6" fmla="*/ 8 w 14"/>
                <a:gd name="T7" fmla="*/ 11 h 19"/>
                <a:gd name="T8" fmla="*/ 7 w 14"/>
                <a:gd name="T9" fmla="*/ 14 h 19"/>
                <a:gd name="T10" fmla="*/ 11 w 14"/>
                <a:gd name="T11" fmla="*/ 19 h 19"/>
                <a:gd name="T12" fmla="*/ 9 w 14"/>
                <a:gd name="T13" fmla="*/ 14 h 19"/>
                <a:gd name="T14" fmla="*/ 10 w 14"/>
                <a:gd name="T15" fmla="*/ 11 h 19"/>
                <a:gd name="T16" fmla="*/ 9 w 14"/>
                <a:gd name="T17" fmla="*/ 8 h 19"/>
                <a:gd name="T18" fmla="*/ 9 w 14"/>
                <a:gd name="T19" fmla="*/ 1 h 19"/>
                <a:gd name="T20" fmla="*/ 5 w 14"/>
                <a:gd name="T21" fmla="*/ 5 h 19"/>
                <a:gd name="T22" fmla="*/ 7 w 14"/>
                <a:gd name="T23" fmla="*/ 2 h 19"/>
                <a:gd name="T24" fmla="*/ 0 w 14"/>
                <a:gd name="T2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19">
                  <a:moveTo>
                    <a:pt x="0" y="0"/>
                  </a:moveTo>
                  <a:cubicBezTo>
                    <a:pt x="0" y="2"/>
                    <a:pt x="0" y="2"/>
                    <a:pt x="0" y="2"/>
                  </a:cubicBezTo>
                  <a:cubicBezTo>
                    <a:pt x="1" y="4"/>
                    <a:pt x="2" y="7"/>
                    <a:pt x="3" y="7"/>
                  </a:cubicBezTo>
                  <a:cubicBezTo>
                    <a:pt x="5" y="7"/>
                    <a:pt x="6" y="10"/>
                    <a:pt x="8" y="11"/>
                  </a:cubicBezTo>
                  <a:cubicBezTo>
                    <a:pt x="8" y="11"/>
                    <a:pt x="7" y="12"/>
                    <a:pt x="7" y="14"/>
                  </a:cubicBezTo>
                  <a:cubicBezTo>
                    <a:pt x="7" y="16"/>
                    <a:pt x="9" y="19"/>
                    <a:pt x="11" y="19"/>
                  </a:cubicBezTo>
                  <a:cubicBezTo>
                    <a:pt x="14" y="19"/>
                    <a:pt x="9" y="15"/>
                    <a:pt x="9" y="14"/>
                  </a:cubicBezTo>
                  <a:cubicBezTo>
                    <a:pt x="9" y="13"/>
                    <a:pt x="10" y="12"/>
                    <a:pt x="10" y="11"/>
                  </a:cubicBezTo>
                  <a:cubicBezTo>
                    <a:pt x="10" y="10"/>
                    <a:pt x="9" y="9"/>
                    <a:pt x="9" y="8"/>
                  </a:cubicBezTo>
                  <a:cubicBezTo>
                    <a:pt x="9" y="5"/>
                    <a:pt x="9" y="3"/>
                    <a:pt x="9" y="1"/>
                  </a:cubicBezTo>
                  <a:cubicBezTo>
                    <a:pt x="8" y="3"/>
                    <a:pt x="7" y="5"/>
                    <a:pt x="5" y="5"/>
                  </a:cubicBezTo>
                  <a:cubicBezTo>
                    <a:pt x="3" y="5"/>
                    <a:pt x="7" y="2"/>
                    <a:pt x="7" y="2"/>
                  </a:cubicBezTo>
                  <a:cubicBezTo>
                    <a:pt x="4" y="1"/>
                    <a:pt x="3"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4" name="Freeform 156"/>
            <p:cNvSpPr>
              <a:spLocks/>
            </p:cNvSpPr>
            <p:nvPr/>
          </p:nvSpPr>
          <p:spPr bwMode="auto">
            <a:xfrm>
              <a:off x="1404938" y="2227263"/>
              <a:ext cx="63500" cy="41275"/>
            </a:xfrm>
            <a:custGeom>
              <a:avLst/>
              <a:gdLst>
                <a:gd name="T0" fmla="*/ 17 w 17"/>
                <a:gd name="T1" fmla="*/ 0 h 11"/>
                <a:gd name="T2" fmla="*/ 14 w 17"/>
                <a:gd name="T3" fmla="*/ 0 h 11"/>
                <a:gd name="T4" fmla="*/ 0 w 17"/>
                <a:gd name="T5" fmla="*/ 4 h 11"/>
                <a:gd name="T6" fmla="*/ 0 w 17"/>
                <a:gd name="T7" fmla="*/ 7 h 11"/>
                <a:gd name="T8" fmla="*/ 6 w 17"/>
                <a:gd name="T9" fmla="*/ 11 h 11"/>
                <a:gd name="T10" fmla="*/ 17 w 17"/>
                <a:gd name="T11" fmla="*/ 3 h 11"/>
                <a:gd name="T12" fmla="*/ 17 w 17"/>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17" h="11">
                  <a:moveTo>
                    <a:pt x="17" y="0"/>
                  </a:moveTo>
                  <a:cubicBezTo>
                    <a:pt x="16" y="0"/>
                    <a:pt x="16" y="0"/>
                    <a:pt x="14" y="0"/>
                  </a:cubicBezTo>
                  <a:cubicBezTo>
                    <a:pt x="9" y="0"/>
                    <a:pt x="5" y="3"/>
                    <a:pt x="0" y="4"/>
                  </a:cubicBezTo>
                  <a:cubicBezTo>
                    <a:pt x="0" y="7"/>
                    <a:pt x="0" y="7"/>
                    <a:pt x="0" y="7"/>
                  </a:cubicBezTo>
                  <a:cubicBezTo>
                    <a:pt x="2" y="9"/>
                    <a:pt x="4" y="9"/>
                    <a:pt x="6" y="11"/>
                  </a:cubicBezTo>
                  <a:cubicBezTo>
                    <a:pt x="11" y="8"/>
                    <a:pt x="12" y="6"/>
                    <a:pt x="17" y="3"/>
                  </a:cubicBezTo>
                  <a:cubicBezTo>
                    <a:pt x="17" y="0"/>
                    <a:pt x="17" y="0"/>
                    <a:pt x="1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5" name="Freeform 157"/>
            <p:cNvSpPr>
              <a:spLocks/>
            </p:cNvSpPr>
            <p:nvPr/>
          </p:nvSpPr>
          <p:spPr bwMode="auto">
            <a:xfrm>
              <a:off x="6475413" y="2989263"/>
              <a:ext cx="82550" cy="49213"/>
            </a:xfrm>
            <a:custGeom>
              <a:avLst/>
              <a:gdLst>
                <a:gd name="T0" fmla="*/ 21 w 22"/>
                <a:gd name="T1" fmla="*/ 0 h 13"/>
                <a:gd name="T2" fmla="*/ 13 w 22"/>
                <a:gd name="T3" fmla="*/ 2 h 13"/>
                <a:gd name="T4" fmla="*/ 5 w 22"/>
                <a:gd name="T5" fmla="*/ 0 h 13"/>
                <a:gd name="T6" fmla="*/ 0 w 22"/>
                <a:gd name="T7" fmla="*/ 1 h 13"/>
                <a:gd name="T8" fmla="*/ 0 w 22"/>
                <a:gd name="T9" fmla="*/ 3 h 13"/>
                <a:gd name="T10" fmla="*/ 4 w 22"/>
                <a:gd name="T11" fmla="*/ 4 h 13"/>
                <a:gd name="T12" fmla="*/ 17 w 22"/>
                <a:gd name="T13" fmla="*/ 12 h 13"/>
                <a:gd name="T14" fmla="*/ 20 w 22"/>
                <a:gd name="T15" fmla="*/ 13 h 13"/>
                <a:gd name="T16" fmla="*/ 21 w 22"/>
                <a:gd name="T17" fmla="*/ 11 h 13"/>
                <a:gd name="T18" fmla="*/ 20 w 22"/>
                <a:gd name="T19" fmla="*/ 6 h 13"/>
                <a:gd name="T20" fmla="*/ 21 w 22"/>
                <a:gd name="T21" fmla="*/ 3 h 13"/>
                <a:gd name="T22" fmla="*/ 22 w 22"/>
                <a:gd name="T23" fmla="*/ 0 h 13"/>
                <a:gd name="T24" fmla="*/ 21 w 22"/>
                <a:gd name="T2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13">
                  <a:moveTo>
                    <a:pt x="21" y="0"/>
                  </a:moveTo>
                  <a:cubicBezTo>
                    <a:pt x="18" y="0"/>
                    <a:pt x="16" y="2"/>
                    <a:pt x="13" y="2"/>
                  </a:cubicBezTo>
                  <a:cubicBezTo>
                    <a:pt x="10" y="2"/>
                    <a:pt x="8" y="0"/>
                    <a:pt x="5" y="0"/>
                  </a:cubicBezTo>
                  <a:cubicBezTo>
                    <a:pt x="3" y="0"/>
                    <a:pt x="2" y="0"/>
                    <a:pt x="0" y="1"/>
                  </a:cubicBezTo>
                  <a:cubicBezTo>
                    <a:pt x="0" y="3"/>
                    <a:pt x="0" y="3"/>
                    <a:pt x="0" y="3"/>
                  </a:cubicBezTo>
                  <a:cubicBezTo>
                    <a:pt x="1" y="4"/>
                    <a:pt x="3" y="4"/>
                    <a:pt x="4" y="4"/>
                  </a:cubicBezTo>
                  <a:cubicBezTo>
                    <a:pt x="9" y="6"/>
                    <a:pt x="13" y="10"/>
                    <a:pt x="17" y="12"/>
                  </a:cubicBezTo>
                  <a:cubicBezTo>
                    <a:pt x="17" y="12"/>
                    <a:pt x="19" y="13"/>
                    <a:pt x="20" y="13"/>
                  </a:cubicBezTo>
                  <a:cubicBezTo>
                    <a:pt x="20" y="13"/>
                    <a:pt x="21" y="12"/>
                    <a:pt x="21" y="11"/>
                  </a:cubicBezTo>
                  <a:cubicBezTo>
                    <a:pt x="21" y="8"/>
                    <a:pt x="20" y="8"/>
                    <a:pt x="20" y="6"/>
                  </a:cubicBezTo>
                  <a:cubicBezTo>
                    <a:pt x="20" y="5"/>
                    <a:pt x="21" y="3"/>
                    <a:pt x="21" y="3"/>
                  </a:cubicBezTo>
                  <a:cubicBezTo>
                    <a:pt x="22" y="0"/>
                    <a:pt x="22" y="0"/>
                    <a:pt x="22" y="0"/>
                  </a:cubicBezTo>
                  <a:cubicBezTo>
                    <a:pt x="22" y="0"/>
                    <a:pt x="21"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6" name="Freeform 158"/>
            <p:cNvSpPr>
              <a:spLocks/>
            </p:cNvSpPr>
            <p:nvPr/>
          </p:nvSpPr>
          <p:spPr bwMode="auto">
            <a:xfrm>
              <a:off x="6359525" y="2813050"/>
              <a:ext cx="30163" cy="55563"/>
            </a:xfrm>
            <a:custGeom>
              <a:avLst/>
              <a:gdLst>
                <a:gd name="T0" fmla="*/ 7 w 8"/>
                <a:gd name="T1" fmla="*/ 0 h 15"/>
                <a:gd name="T2" fmla="*/ 2 w 8"/>
                <a:gd name="T3" fmla="*/ 3 h 15"/>
                <a:gd name="T4" fmla="*/ 0 w 8"/>
                <a:gd name="T5" fmla="*/ 4 h 15"/>
                <a:gd name="T6" fmla="*/ 5 w 8"/>
                <a:gd name="T7" fmla="*/ 15 h 15"/>
                <a:gd name="T8" fmla="*/ 8 w 8"/>
                <a:gd name="T9" fmla="*/ 4 h 15"/>
                <a:gd name="T10" fmla="*/ 7 w 8"/>
                <a:gd name="T11" fmla="*/ 0 h 15"/>
              </a:gdLst>
              <a:ahLst/>
              <a:cxnLst>
                <a:cxn ang="0">
                  <a:pos x="T0" y="T1"/>
                </a:cxn>
                <a:cxn ang="0">
                  <a:pos x="T2" y="T3"/>
                </a:cxn>
                <a:cxn ang="0">
                  <a:pos x="T4" y="T5"/>
                </a:cxn>
                <a:cxn ang="0">
                  <a:pos x="T6" y="T7"/>
                </a:cxn>
                <a:cxn ang="0">
                  <a:pos x="T8" y="T9"/>
                </a:cxn>
                <a:cxn ang="0">
                  <a:pos x="T10" y="T11"/>
                </a:cxn>
              </a:cxnLst>
              <a:rect l="0" t="0" r="r" b="b"/>
              <a:pathLst>
                <a:path w="8" h="15">
                  <a:moveTo>
                    <a:pt x="7" y="0"/>
                  </a:moveTo>
                  <a:cubicBezTo>
                    <a:pt x="5" y="1"/>
                    <a:pt x="4" y="3"/>
                    <a:pt x="2" y="3"/>
                  </a:cubicBezTo>
                  <a:cubicBezTo>
                    <a:pt x="2" y="3"/>
                    <a:pt x="1" y="4"/>
                    <a:pt x="0" y="4"/>
                  </a:cubicBezTo>
                  <a:cubicBezTo>
                    <a:pt x="2" y="6"/>
                    <a:pt x="3" y="14"/>
                    <a:pt x="5" y="15"/>
                  </a:cubicBezTo>
                  <a:cubicBezTo>
                    <a:pt x="6" y="13"/>
                    <a:pt x="7" y="7"/>
                    <a:pt x="8" y="4"/>
                  </a:cubicBezTo>
                  <a:cubicBezTo>
                    <a:pt x="7" y="3"/>
                    <a:pt x="7" y="2"/>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 name="Freeform 159"/>
            <p:cNvSpPr>
              <a:spLocks/>
            </p:cNvSpPr>
            <p:nvPr/>
          </p:nvSpPr>
          <p:spPr bwMode="auto">
            <a:xfrm>
              <a:off x="6351588" y="2876550"/>
              <a:ext cx="46038" cy="79375"/>
            </a:xfrm>
            <a:custGeom>
              <a:avLst/>
              <a:gdLst>
                <a:gd name="T0" fmla="*/ 6 w 12"/>
                <a:gd name="T1" fmla="*/ 0 h 21"/>
                <a:gd name="T2" fmla="*/ 0 w 12"/>
                <a:gd name="T3" fmla="*/ 4 h 21"/>
                <a:gd name="T4" fmla="*/ 3 w 12"/>
                <a:gd name="T5" fmla="*/ 10 h 21"/>
                <a:gd name="T6" fmla="*/ 1 w 12"/>
                <a:gd name="T7" fmla="*/ 15 h 21"/>
                <a:gd name="T8" fmla="*/ 4 w 12"/>
                <a:gd name="T9" fmla="*/ 21 h 21"/>
                <a:gd name="T10" fmla="*/ 12 w 12"/>
                <a:gd name="T11" fmla="*/ 13 h 21"/>
                <a:gd name="T12" fmla="*/ 10 w 12"/>
                <a:gd name="T13" fmla="*/ 2 h 21"/>
                <a:gd name="T14" fmla="*/ 6 w 12"/>
                <a:gd name="T15" fmla="*/ 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21">
                  <a:moveTo>
                    <a:pt x="6" y="0"/>
                  </a:moveTo>
                  <a:cubicBezTo>
                    <a:pt x="4" y="0"/>
                    <a:pt x="3" y="3"/>
                    <a:pt x="0" y="4"/>
                  </a:cubicBezTo>
                  <a:cubicBezTo>
                    <a:pt x="1" y="6"/>
                    <a:pt x="3" y="7"/>
                    <a:pt x="3" y="10"/>
                  </a:cubicBezTo>
                  <a:cubicBezTo>
                    <a:pt x="3" y="12"/>
                    <a:pt x="2" y="13"/>
                    <a:pt x="1" y="15"/>
                  </a:cubicBezTo>
                  <a:cubicBezTo>
                    <a:pt x="1" y="18"/>
                    <a:pt x="1" y="21"/>
                    <a:pt x="4" y="21"/>
                  </a:cubicBezTo>
                  <a:cubicBezTo>
                    <a:pt x="7" y="21"/>
                    <a:pt x="12" y="17"/>
                    <a:pt x="12" y="13"/>
                  </a:cubicBezTo>
                  <a:cubicBezTo>
                    <a:pt x="12" y="9"/>
                    <a:pt x="12" y="6"/>
                    <a:pt x="10" y="2"/>
                  </a:cubicBezTo>
                  <a:cubicBezTo>
                    <a:pt x="9" y="2"/>
                    <a:pt x="8"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8" name="Freeform 160"/>
            <p:cNvSpPr>
              <a:spLocks/>
            </p:cNvSpPr>
            <p:nvPr/>
          </p:nvSpPr>
          <p:spPr bwMode="auto">
            <a:xfrm>
              <a:off x="6180138" y="2925763"/>
              <a:ext cx="22225" cy="14288"/>
            </a:xfrm>
            <a:custGeom>
              <a:avLst/>
              <a:gdLst>
                <a:gd name="T0" fmla="*/ 5 w 6"/>
                <a:gd name="T1" fmla="*/ 0 h 4"/>
                <a:gd name="T2" fmla="*/ 0 w 6"/>
                <a:gd name="T3" fmla="*/ 2 h 4"/>
                <a:gd name="T4" fmla="*/ 4 w 6"/>
                <a:gd name="T5" fmla="*/ 4 h 4"/>
                <a:gd name="T6" fmla="*/ 6 w 6"/>
                <a:gd name="T7" fmla="*/ 3 h 4"/>
                <a:gd name="T8" fmla="*/ 5 w 6"/>
                <a:gd name="T9" fmla="*/ 0 h 4"/>
              </a:gdLst>
              <a:ahLst/>
              <a:cxnLst>
                <a:cxn ang="0">
                  <a:pos x="T0" y="T1"/>
                </a:cxn>
                <a:cxn ang="0">
                  <a:pos x="T2" y="T3"/>
                </a:cxn>
                <a:cxn ang="0">
                  <a:pos x="T4" y="T5"/>
                </a:cxn>
                <a:cxn ang="0">
                  <a:pos x="T6" y="T7"/>
                </a:cxn>
                <a:cxn ang="0">
                  <a:pos x="T8" y="T9"/>
                </a:cxn>
              </a:cxnLst>
              <a:rect l="0" t="0" r="r" b="b"/>
              <a:pathLst>
                <a:path w="6" h="4">
                  <a:moveTo>
                    <a:pt x="5" y="0"/>
                  </a:moveTo>
                  <a:cubicBezTo>
                    <a:pt x="3" y="0"/>
                    <a:pt x="2" y="1"/>
                    <a:pt x="0" y="2"/>
                  </a:cubicBezTo>
                  <a:cubicBezTo>
                    <a:pt x="1" y="2"/>
                    <a:pt x="3" y="4"/>
                    <a:pt x="4" y="4"/>
                  </a:cubicBezTo>
                  <a:cubicBezTo>
                    <a:pt x="5" y="4"/>
                    <a:pt x="6" y="4"/>
                    <a:pt x="6" y="3"/>
                  </a:cubicBezTo>
                  <a:cubicBezTo>
                    <a:pt x="6" y="2"/>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9" name="Freeform 161"/>
            <p:cNvSpPr>
              <a:spLocks/>
            </p:cNvSpPr>
            <p:nvPr/>
          </p:nvSpPr>
          <p:spPr bwMode="auto">
            <a:xfrm>
              <a:off x="6400800" y="2309813"/>
              <a:ext cx="30163" cy="33338"/>
            </a:xfrm>
            <a:custGeom>
              <a:avLst/>
              <a:gdLst>
                <a:gd name="T0" fmla="*/ 6 w 8"/>
                <a:gd name="T1" fmla="*/ 0 h 9"/>
                <a:gd name="T2" fmla="*/ 0 w 8"/>
                <a:gd name="T3" fmla="*/ 0 h 9"/>
                <a:gd name="T4" fmla="*/ 0 w 8"/>
                <a:gd name="T5" fmla="*/ 3 h 9"/>
                <a:gd name="T6" fmla="*/ 7 w 8"/>
                <a:gd name="T7" fmla="*/ 7 h 9"/>
                <a:gd name="T8" fmla="*/ 7 w 8"/>
                <a:gd name="T9" fmla="*/ 9 h 9"/>
                <a:gd name="T10" fmla="*/ 8 w 8"/>
                <a:gd name="T11" fmla="*/ 6 h 9"/>
                <a:gd name="T12" fmla="*/ 6 w 8"/>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8" h="9">
                  <a:moveTo>
                    <a:pt x="6" y="0"/>
                  </a:moveTo>
                  <a:cubicBezTo>
                    <a:pt x="0" y="0"/>
                    <a:pt x="0" y="0"/>
                    <a:pt x="0" y="0"/>
                  </a:cubicBezTo>
                  <a:cubicBezTo>
                    <a:pt x="0" y="1"/>
                    <a:pt x="0" y="2"/>
                    <a:pt x="0" y="3"/>
                  </a:cubicBezTo>
                  <a:cubicBezTo>
                    <a:pt x="0" y="6"/>
                    <a:pt x="3" y="7"/>
                    <a:pt x="7" y="7"/>
                  </a:cubicBezTo>
                  <a:cubicBezTo>
                    <a:pt x="7" y="8"/>
                    <a:pt x="7" y="8"/>
                    <a:pt x="7" y="9"/>
                  </a:cubicBezTo>
                  <a:cubicBezTo>
                    <a:pt x="7" y="8"/>
                    <a:pt x="8" y="8"/>
                    <a:pt x="8" y="6"/>
                  </a:cubicBezTo>
                  <a:cubicBezTo>
                    <a:pt x="8" y="3"/>
                    <a:pt x="6" y="4"/>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0" name="Freeform 162"/>
            <p:cNvSpPr>
              <a:spLocks/>
            </p:cNvSpPr>
            <p:nvPr/>
          </p:nvSpPr>
          <p:spPr bwMode="auto">
            <a:xfrm>
              <a:off x="6434138" y="2279650"/>
              <a:ext cx="49213" cy="71438"/>
            </a:xfrm>
            <a:custGeom>
              <a:avLst/>
              <a:gdLst>
                <a:gd name="T0" fmla="*/ 6 w 13"/>
                <a:gd name="T1" fmla="*/ 0 h 19"/>
                <a:gd name="T2" fmla="*/ 0 w 13"/>
                <a:gd name="T3" fmla="*/ 9 h 19"/>
                <a:gd name="T4" fmla="*/ 6 w 13"/>
                <a:gd name="T5" fmla="*/ 13 h 19"/>
                <a:gd name="T6" fmla="*/ 2 w 13"/>
                <a:gd name="T7" fmla="*/ 17 h 19"/>
                <a:gd name="T8" fmla="*/ 2 w 13"/>
                <a:gd name="T9" fmla="*/ 16 h 19"/>
                <a:gd name="T10" fmla="*/ 0 w 13"/>
                <a:gd name="T11" fmla="*/ 17 h 19"/>
                <a:gd name="T12" fmla="*/ 4 w 13"/>
                <a:gd name="T13" fmla="*/ 19 h 19"/>
                <a:gd name="T14" fmla="*/ 13 w 13"/>
                <a:gd name="T15" fmla="*/ 7 h 19"/>
                <a:gd name="T16" fmla="*/ 6 w 13"/>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9">
                  <a:moveTo>
                    <a:pt x="6" y="0"/>
                  </a:moveTo>
                  <a:cubicBezTo>
                    <a:pt x="4" y="0"/>
                    <a:pt x="0" y="7"/>
                    <a:pt x="0" y="9"/>
                  </a:cubicBezTo>
                  <a:cubicBezTo>
                    <a:pt x="0" y="10"/>
                    <a:pt x="3" y="12"/>
                    <a:pt x="6" y="13"/>
                  </a:cubicBezTo>
                  <a:cubicBezTo>
                    <a:pt x="6" y="14"/>
                    <a:pt x="4" y="16"/>
                    <a:pt x="2" y="17"/>
                  </a:cubicBezTo>
                  <a:cubicBezTo>
                    <a:pt x="2" y="16"/>
                    <a:pt x="2" y="16"/>
                    <a:pt x="2" y="16"/>
                  </a:cubicBezTo>
                  <a:cubicBezTo>
                    <a:pt x="1" y="16"/>
                    <a:pt x="0" y="16"/>
                    <a:pt x="0" y="17"/>
                  </a:cubicBezTo>
                  <a:cubicBezTo>
                    <a:pt x="0" y="17"/>
                    <a:pt x="2" y="19"/>
                    <a:pt x="4" y="19"/>
                  </a:cubicBezTo>
                  <a:cubicBezTo>
                    <a:pt x="10" y="19"/>
                    <a:pt x="8" y="9"/>
                    <a:pt x="13" y="7"/>
                  </a:cubicBezTo>
                  <a:cubicBezTo>
                    <a:pt x="12" y="3"/>
                    <a:pt x="11"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1" name="Freeform 163"/>
            <p:cNvSpPr>
              <a:spLocks/>
            </p:cNvSpPr>
            <p:nvPr/>
          </p:nvSpPr>
          <p:spPr bwMode="auto">
            <a:xfrm>
              <a:off x="6645275" y="2200275"/>
              <a:ext cx="25400" cy="41275"/>
            </a:xfrm>
            <a:custGeom>
              <a:avLst/>
              <a:gdLst>
                <a:gd name="T0" fmla="*/ 7 w 7"/>
                <a:gd name="T1" fmla="*/ 0 h 11"/>
                <a:gd name="T2" fmla="*/ 1 w 7"/>
                <a:gd name="T3" fmla="*/ 7 h 11"/>
                <a:gd name="T4" fmla="*/ 1 w 7"/>
                <a:gd name="T5" fmla="*/ 11 h 11"/>
                <a:gd name="T6" fmla="*/ 5 w 7"/>
                <a:gd name="T7" fmla="*/ 4 h 11"/>
                <a:gd name="T8" fmla="*/ 7 w 7"/>
                <a:gd name="T9" fmla="*/ 0 h 11"/>
              </a:gdLst>
              <a:ahLst/>
              <a:cxnLst>
                <a:cxn ang="0">
                  <a:pos x="T0" y="T1"/>
                </a:cxn>
                <a:cxn ang="0">
                  <a:pos x="T2" y="T3"/>
                </a:cxn>
                <a:cxn ang="0">
                  <a:pos x="T4" y="T5"/>
                </a:cxn>
                <a:cxn ang="0">
                  <a:pos x="T6" y="T7"/>
                </a:cxn>
                <a:cxn ang="0">
                  <a:pos x="T8" y="T9"/>
                </a:cxn>
              </a:cxnLst>
              <a:rect l="0" t="0" r="r" b="b"/>
              <a:pathLst>
                <a:path w="7" h="11">
                  <a:moveTo>
                    <a:pt x="7" y="0"/>
                  </a:moveTo>
                  <a:cubicBezTo>
                    <a:pt x="2" y="1"/>
                    <a:pt x="1" y="6"/>
                    <a:pt x="1" y="7"/>
                  </a:cubicBezTo>
                  <a:cubicBezTo>
                    <a:pt x="1" y="9"/>
                    <a:pt x="0" y="10"/>
                    <a:pt x="1" y="11"/>
                  </a:cubicBezTo>
                  <a:cubicBezTo>
                    <a:pt x="3" y="8"/>
                    <a:pt x="5" y="7"/>
                    <a:pt x="5" y="4"/>
                  </a:cubicBezTo>
                  <a:cubicBezTo>
                    <a:pt x="5" y="2"/>
                    <a:pt x="7" y="1"/>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2" name="Freeform 164"/>
            <p:cNvSpPr>
              <a:spLocks/>
            </p:cNvSpPr>
            <p:nvPr/>
          </p:nvSpPr>
          <p:spPr bwMode="auto">
            <a:xfrm>
              <a:off x="6757988" y="2147888"/>
              <a:ext cx="36513" cy="49213"/>
            </a:xfrm>
            <a:custGeom>
              <a:avLst/>
              <a:gdLst>
                <a:gd name="T0" fmla="*/ 7 w 10"/>
                <a:gd name="T1" fmla="*/ 0 h 13"/>
                <a:gd name="T2" fmla="*/ 4 w 10"/>
                <a:gd name="T3" fmla="*/ 3 h 13"/>
                <a:gd name="T4" fmla="*/ 6 w 10"/>
                <a:gd name="T5" fmla="*/ 6 h 13"/>
                <a:gd name="T6" fmla="*/ 0 w 10"/>
                <a:gd name="T7" fmla="*/ 9 h 13"/>
                <a:gd name="T8" fmla="*/ 3 w 10"/>
                <a:gd name="T9" fmla="*/ 13 h 13"/>
                <a:gd name="T10" fmla="*/ 8 w 10"/>
                <a:gd name="T11" fmla="*/ 10 h 13"/>
                <a:gd name="T12" fmla="*/ 8 w 10"/>
                <a:gd name="T13" fmla="*/ 7 h 13"/>
                <a:gd name="T14" fmla="*/ 10 w 10"/>
                <a:gd name="T15" fmla="*/ 3 h 13"/>
                <a:gd name="T16" fmla="*/ 7 w 10"/>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3">
                  <a:moveTo>
                    <a:pt x="7" y="0"/>
                  </a:moveTo>
                  <a:cubicBezTo>
                    <a:pt x="7" y="0"/>
                    <a:pt x="4" y="1"/>
                    <a:pt x="4" y="3"/>
                  </a:cubicBezTo>
                  <a:cubicBezTo>
                    <a:pt x="4" y="4"/>
                    <a:pt x="5" y="5"/>
                    <a:pt x="6" y="6"/>
                  </a:cubicBezTo>
                  <a:cubicBezTo>
                    <a:pt x="4" y="7"/>
                    <a:pt x="2" y="8"/>
                    <a:pt x="0" y="9"/>
                  </a:cubicBezTo>
                  <a:cubicBezTo>
                    <a:pt x="0" y="10"/>
                    <a:pt x="0" y="13"/>
                    <a:pt x="3" y="13"/>
                  </a:cubicBezTo>
                  <a:cubicBezTo>
                    <a:pt x="4" y="13"/>
                    <a:pt x="8" y="11"/>
                    <a:pt x="8" y="10"/>
                  </a:cubicBezTo>
                  <a:cubicBezTo>
                    <a:pt x="8" y="9"/>
                    <a:pt x="8" y="8"/>
                    <a:pt x="8" y="7"/>
                  </a:cubicBezTo>
                  <a:cubicBezTo>
                    <a:pt x="8" y="6"/>
                    <a:pt x="10" y="4"/>
                    <a:pt x="10" y="3"/>
                  </a:cubicBezTo>
                  <a:cubicBezTo>
                    <a:pt x="9" y="2"/>
                    <a:pt x="8" y="2"/>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3" name="Freeform 165"/>
            <p:cNvSpPr>
              <a:spLocks/>
            </p:cNvSpPr>
            <p:nvPr/>
          </p:nvSpPr>
          <p:spPr bwMode="auto">
            <a:xfrm>
              <a:off x="6824663" y="3082925"/>
              <a:ext cx="68263" cy="11113"/>
            </a:xfrm>
            <a:custGeom>
              <a:avLst/>
              <a:gdLst>
                <a:gd name="T0" fmla="*/ 5 w 18"/>
                <a:gd name="T1" fmla="*/ 0 h 3"/>
                <a:gd name="T2" fmla="*/ 0 w 18"/>
                <a:gd name="T3" fmla="*/ 0 h 3"/>
                <a:gd name="T4" fmla="*/ 11 w 18"/>
                <a:gd name="T5" fmla="*/ 3 h 3"/>
                <a:gd name="T6" fmla="*/ 14 w 18"/>
                <a:gd name="T7" fmla="*/ 3 h 3"/>
                <a:gd name="T8" fmla="*/ 18 w 18"/>
                <a:gd name="T9" fmla="*/ 2 h 3"/>
                <a:gd name="T10" fmla="*/ 5 w 18"/>
                <a:gd name="T11" fmla="*/ 0 h 3"/>
              </a:gdLst>
              <a:ahLst/>
              <a:cxnLst>
                <a:cxn ang="0">
                  <a:pos x="T0" y="T1"/>
                </a:cxn>
                <a:cxn ang="0">
                  <a:pos x="T2" y="T3"/>
                </a:cxn>
                <a:cxn ang="0">
                  <a:pos x="T4" y="T5"/>
                </a:cxn>
                <a:cxn ang="0">
                  <a:pos x="T6" y="T7"/>
                </a:cxn>
                <a:cxn ang="0">
                  <a:pos x="T8" y="T9"/>
                </a:cxn>
                <a:cxn ang="0">
                  <a:pos x="T10" y="T11"/>
                </a:cxn>
              </a:cxnLst>
              <a:rect l="0" t="0" r="r" b="b"/>
              <a:pathLst>
                <a:path w="18" h="3">
                  <a:moveTo>
                    <a:pt x="5" y="0"/>
                  </a:moveTo>
                  <a:cubicBezTo>
                    <a:pt x="3" y="0"/>
                    <a:pt x="1" y="0"/>
                    <a:pt x="0" y="0"/>
                  </a:cubicBezTo>
                  <a:cubicBezTo>
                    <a:pt x="3" y="2"/>
                    <a:pt x="8" y="3"/>
                    <a:pt x="11" y="3"/>
                  </a:cubicBezTo>
                  <a:cubicBezTo>
                    <a:pt x="12" y="3"/>
                    <a:pt x="13" y="3"/>
                    <a:pt x="14" y="3"/>
                  </a:cubicBezTo>
                  <a:cubicBezTo>
                    <a:pt x="15" y="3"/>
                    <a:pt x="16" y="3"/>
                    <a:pt x="18" y="2"/>
                  </a:cubicBezTo>
                  <a:cubicBezTo>
                    <a:pt x="14" y="1"/>
                    <a:pt x="9"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4" name="Freeform 166"/>
            <p:cNvSpPr>
              <a:spLocks/>
            </p:cNvSpPr>
            <p:nvPr/>
          </p:nvSpPr>
          <p:spPr bwMode="auto">
            <a:xfrm>
              <a:off x="7080250" y="3071813"/>
              <a:ext cx="63500" cy="33338"/>
            </a:xfrm>
            <a:custGeom>
              <a:avLst/>
              <a:gdLst>
                <a:gd name="T0" fmla="*/ 17 w 17"/>
                <a:gd name="T1" fmla="*/ 0 h 9"/>
                <a:gd name="T2" fmla="*/ 0 w 17"/>
                <a:gd name="T3" fmla="*/ 6 h 9"/>
                <a:gd name="T4" fmla="*/ 2 w 17"/>
                <a:gd name="T5" fmla="*/ 7 h 9"/>
                <a:gd name="T6" fmla="*/ 4 w 17"/>
                <a:gd name="T7" fmla="*/ 9 h 9"/>
                <a:gd name="T8" fmla="*/ 13 w 17"/>
                <a:gd name="T9" fmla="*/ 5 h 9"/>
                <a:gd name="T10" fmla="*/ 13 w 17"/>
                <a:gd name="T11" fmla="*/ 3 h 9"/>
                <a:gd name="T12" fmla="*/ 17 w 17"/>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7" h="9">
                  <a:moveTo>
                    <a:pt x="17" y="0"/>
                  </a:moveTo>
                  <a:cubicBezTo>
                    <a:pt x="12" y="1"/>
                    <a:pt x="5" y="4"/>
                    <a:pt x="0" y="6"/>
                  </a:cubicBezTo>
                  <a:cubicBezTo>
                    <a:pt x="0" y="6"/>
                    <a:pt x="1" y="7"/>
                    <a:pt x="2" y="7"/>
                  </a:cubicBezTo>
                  <a:cubicBezTo>
                    <a:pt x="2" y="8"/>
                    <a:pt x="3" y="9"/>
                    <a:pt x="4" y="9"/>
                  </a:cubicBezTo>
                  <a:cubicBezTo>
                    <a:pt x="6" y="9"/>
                    <a:pt x="12" y="7"/>
                    <a:pt x="13" y="5"/>
                  </a:cubicBezTo>
                  <a:cubicBezTo>
                    <a:pt x="13" y="5"/>
                    <a:pt x="12" y="3"/>
                    <a:pt x="13" y="3"/>
                  </a:cubicBezTo>
                  <a:cubicBezTo>
                    <a:pt x="15" y="2"/>
                    <a:pt x="16" y="3"/>
                    <a:pt x="1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5" name="Freeform 167"/>
            <p:cNvSpPr>
              <a:spLocks/>
            </p:cNvSpPr>
            <p:nvPr/>
          </p:nvSpPr>
          <p:spPr bwMode="auto">
            <a:xfrm>
              <a:off x="7715250" y="3827463"/>
              <a:ext cx="30163" cy="11113"/>
            </a:xfrm>
            <a:custGeom>
              <a:avLst/>
              <a:gdLst>
                <a:gd name="T0" fmla="*/ 8 w 8"/>
                <a:gd name="T1" fmla="*/ 0 h 3"/>
                <a:gd name="T2" fmla="*/ 0 w 8"/>
                <a:gd name="T3" fmla="*/ 1 h 3"/>
                <a:gd name="T4" fmla="*/ 3 w 8"/>
                <a:gd name="T5" fmla="*/ 3 h 3"/>
                <a:gd name="T6" fmla="*/ 8 w 8"/>
                <a:gd name="T7" fmla="*/ 0 h 3"/>
              </a:gdLst>
              <a:ahLst/>
              <a:cxnLst>
                <a:cxn ang="0">
                  <a:pos x="T0" y="T1"/>
                </a:cxn>
                <a:cxn ang="0">
                  <a:pos x="T2" y="T3"/>
                </a:cxn>
                <a:cxn ang="0">
                  <a:pos x="T4" y="T5"/>
                </a:cxn>
                <a:cxn ang="0">
                  <a:pos x="T6" y="T7"/>
                </a:cxn>
              </a:cxnLst>
              <a:rect l="0" t="0" r="r" b="b"/>
              <a:pathLst>
                <a:path w="8" h="3">
                  <a:moveTo>
                    <a:pt x="8" y="0"/>
                  </a:moveTo>
                  <a:cubicBezTo>
                    <a:pt x="4" y="0"/>
                    <a:pt x="2" y="0"/>
                    <a:pt x="0" y="1"/>
                  </a:cubicBezTo>
                  <a:cubicBezTo>
                    <a:pt x="0" y="2"/>
                    <a:pt x="2" y="3"/>
                    <a:pt x="3" y="3"/>
                  </a:cubicBezTo>
                  <a:cubicBezTo>
                    <a:pt x="5" y="3"/>
                    <a:pt x="8"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6" name="Freeform 168"/>
            <p:cNvSpPr>
              <a:spLocks/>
            </p:cNvSpPr>
            <p:nvPr/>
          </p:nvSpPr>
          <p:spPr bwMode="auto">
            <a:xfrm>
              <a:off x="7550150" y="1633538"/>
              <a:ext cx="63500" cy="47625"/>
            </a:xfrm>
            <a:custGeom>
              <a:avLst/>
              <a:gdLst>
                <a:gd name="T0" fmla="*/ 7 w 17"/>
                <a:gd name="T1" fmla="*/ 0 h 13"/>
                <a:gd name="T2" fmla="*/ 4 w 17"/>
                <a:gd name="T3" fmla="*/ 3 h 13"/>
                <a:gd name="T4" fmla="*/ 0 w 17"/>
                <a:gd name="T5" fmla="*/ 10 h 13"/>
                <a:gd name="T6" fmla="*/ 5 w 17"/>
                <a:gd name="T7" fmla="*/ 13 h 13"/>
                <a:gd name="T8" fmla="*/ 17 w 17"/>
                <a:gd name="T9" fmla="*/ 8 h 13"/>
                <a:gd name="T10" fmla="*/ 17 w 17"/>
                <a:gd name="T11" fmla="*/ 5 h 13"/>
                <a:gd name="T12" fmla="*/ 7 w 17"/>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17" h="13">
                  <a:moveTo>
                    <a:pt x="7" y="0"/>
                  </a:moveTo>
                  <a:cubicBezTo>
                    <a:pt x="6" y="0"/>
                    <a:pt x="5" y="3"/>
                    <a:pt x="4" y="3"/>
                  </a:cubicBezTo>
                  <a:cubicBezTo>
                    <a:pt x="3" y="3"/>
                    <a:pt x="0" y="9"/>
                    <a:pt x="0" y="10"/>
                  </a:cubicBezTo>
                  <a:cubicBezTo>
                    <a:pt x="0" y="13"/>
                    <a:pt x="2" y="13"/>
                    <a:pt x="5" y="13"/>
                  </a:cubicBezTo>
                  <a:cubicBezTo>
                    <a:pt x="10" y="13"/>
                    <a:pt x="13" y="10"/>
                    <a:pt x="17" y="8"/>
                  </a:cubicBezTo>
                  <a:cubicBezTo>
                    <a:pt x="17" y="5"/>
                    <a:pt x="17" y="5"/>
                    <a:pt x="17" y="5"/>
                  </a:cubicBezTo>
                  <a:cubicBezTo>
                    <a:pt x="13" y="4"/>
                    <a:pt x="11"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 name="Freeform 169"/>
            <p:cNvSpPr>
              <a:spLocks/>
            </p:cNvSpPr>
            <p:nvPr/>
          </p:nvSpPr>
          <p:spPr bwMode="auto">
            <a:xfrm>
              <a:off x="7869238" y="1592263"/>
              <a:ext cx="52388" cy="36513"/>
            </a:xfrm>
            <a:custGeom>
              <a:avLst/>
              <a:gdLst>
                <a:gd name="T0" fmla="*/ 3 w 14"/>
                <a:gd name="T1" fmla="*/ 0 h 10"/>
                <a:gd name="T2" fmla="*/ 0 w 14"/>
                <a:gd name="T3" fmla="*/ 2 h 10"/>
                <a:gd name="T4" fmla="*/ 10 w 14"/>
                <a:gd name="T5" fmla="*/ 10 h 10"/>
                <a:gd name="T6" fmla="*/ 11 w 14"/>
                <a:gd name="T7" fmla="*/ 10 h 10"/>
                <a:gd name="T8" fmla="*/ 14 w 14"/>
                <a:gd name="T9" fmla="*/ 8 h 10"/>
                <a:gd name="T10" fmla="*/ 3 w 14"/>
                <a:gd name="T11" fmla="*/ 0 h 10"/>
              </a:gdLst>
              <a:ahLst/>
              <a:cxnLst>
                <a:cxn ang="0">
                  <a:pos x="T0" y="T1"/>
                </a:cxn>
                <a:cxn ang="0">
                  <a:pos x="T2" y="T3"/>
                </a:cxn>
                <a:cxn ang="0">
                  <a:pos x="T4" y="T5"/>
                </a:cxn>
                <a:cxn ang="0">
                  <a:pos x="T6" y="T7"/>
                </a:cxn>
                <a:cxn ang="0">
                  <a:pos x="T8" y="T9"/>
                </a:cxn>
                <a:cxn ang="0">
                  <a:pos x="T10" y="T11"/>
                </a:cxn>
              </a:cxnLst>
              <a:rect l="0" t="0" r="r" b="b"/>
              <a:pathLst>
                <a:path w="14" h="10">
                  <a:moveTo>
                    <a:pt x="3" y="0"/>
                  </a:moveTo>
                  <a:cubicBezTo>
                    <a:pt x="2" y="0"/>
                    <a:pt x="0" y="1"/>
                    <a:pt x="0" y="2"/>
                  </a:cubicBezTo>
                  <a:cubicBezTo>
                    <a:pt x="0" y="6"/>
                    <a:pt x="7" y="10"/>
                    <a:pt x="10" y="10"/>
                  </a:cubicBezTo>
                  <a:cubicBezTo>
                    <a:pt x="10" y="10"/>
                    <a:pt x="11" y="10"/>
                    <a:pt x="11" y="10"/>
                  </a:cubicBezTo>
                  <a:cubicBezTo>
                    <a:pt x="13" y="10"/>
                    <a:pt x="14" y="9"/>
                    <a:pt x="14" y="8"/>
                  </a:cubicBezTo>
                  <a:cubicBezTo>
                    <a:pt x="14" y="4"/>
                    <a:pt x="7"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 name="Freeform 170"/>
            <p:cNvSpPr>
              <a:spLocks/>
            </p:cNvSpPr>
            <p:nvPr/>
          </p:nvSpPr>
          <p:spPr bwMode="auto">
            <a:xfrm>
              <a:off x="8218488" y="1408113"/>
              <a:ext cx="44450" cy="33338"/>
            </a:xfrm>
            <a:custGeom>
              <a:avLst/>
              <a:gdLst>
                <a:gd name="T0" fmla="*/ 5 w 12"/>
                <a:gd name="T1" fmla="*/ 0 h 9"/>
                <a:gd name="T2" fmla="*/ 1 w 12"/>
                <a:gd name="T3" fmla="*/ 6 h 9"/>
                <a:gd name="T4" fmla="*/ 1 w 12"/>
                <a:gd name="T5" fmla="*/ 9 h 9"/>
                <a:gd name="T6" fmla="*/ 12 w 12"/>
                <a:gd name="T7" fmla="*/ 6 h 9"/>
                <a:gd name="T8" fmla="*/ 5 w 12"/>
                <a:gd name="T9" fmla="*/ 0 h 9"/>
              </a:gdLst>
              <a:ahLst/>
              <a:cxnLst>
                <a:cxn ang="0">
                  <a:pos x="T0" y="T1"/>
                </a:cxn>
                <a:cxn ang="0">
                  <a:pos x="T2" y="T3"/>
                </a:cxn>
                <a:cxn ang="0">
                  <a:pos x="T4" y="T5"/>
                </a:cxn>
                <a:cxn ang="0">
                  <a:pos x="T6" y="T7"/>
                </a:cxn>
                <a:cxn ang="0">
                  <a:pos x="T8" y="T9"/>
                </a:cxn>
              </a:cxnLst>
              <a:rect l="0" t="0" r="r" b="b"/>
              <a:pathLst>
                <a:path w="12" h="9">
                  <a:moveTo>
                    <a:pt x="5" y="0"/>
                  </a:moveTo>
                  <a:cubicBezTo>
                    <a:pt x="2" y="0"/>
                    <a:pt x="1" y="3"/>
                    <a:pt x="1" y="6"/>
                  </a:cubicBezTo>
                  <a:cubicBezTo>
                    <a:pt x="1" y="7"/>
                    <a:pt x="0" y="9"/>
                    <a:pt x="1" y="9"/>
                  </a:cubicBezTo>
                  <a:cubicBezTo>
                    <a:pt x="4" y="9"/>
                    <a:pt x="11" y="7"/>
                    <a:pt x="12" y="6"/>
                  </a:cubicBezTo>
                  <a:cubicBezTo>
                    <a:pt x="9" y="3"/>
                    <a:pt x="8"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 name="Freeform 171"/>
            <p:cNvSpPr>
              <a:spLocks/>
            </p:cNvSpPr>
            <p:nvPr/>
          </p:nvSpPr>
          <p:spPr bwMode="auto">
            <a:xfrm>
              <a:off x="10358438" y="1377950"/>
              <a:ext cx="100013" cy="41275"/>
            </a:xfrm>
            <a:custGeom>
              <a:avLst/>
              <a:gdLst>
                <a:gd name="T0" fmla="*/ 14 w 27"/>
                <a:gd name="T1" fmla="*/ 0 h 11"/>
                <a:gd name="T2" fmla="*/ 0 w 27"/>
                <a:gd name="T3" fmla="*/ 8 h 11"/>
                <a:gd name="T4" fmla="*/ 2 w 27"/>
                <a:gd name="T5" fmla="*/ 7 h 11"/>
                <a:gd name="T6" fmla="*/ 19 w 27"/>
                <a:gd name="T7" fmla="*/ 11 h 11"/>
                <a:gd name="T8" fmla="*/ 27 w 27"/>
                <a:gd name="T9" fmla="*/ 11 h 11"/>
                <a:gd name="T10" fmla="*/ 14 w 27"/>
                <a:gd name="T11" fmla="*/ 0 h 11"/>
              </a:gdLst>
              <a:ahLst/>
              <a:cxnLst>
                <a:cxn ang="0">
                  <a:pos x="T0" y="T1"/>
                </a:cxn>
                <a:cxn ang="0">
                  <a:pos x="T2" y="T3"/>
                </a:cxn>
                <a:cxn ang="0">
                  <a:pos x="T4" y="T5"/>
                </a:cxn>
                <a:cxn ang="0">
                  <a:pos x="T6" y="T7"/>
                </a:cxn>
                <a:cxn ang="0">
                  <a:pos x="T8" y="T9"/>
                </a:cxn>
                <a:cxn ang="0">
                  <a:pos x="T10" y="T11"/>
                </a:cxn>
              </a:cxnLst>
              <a:rect l="0" t="0" r="r" b="b"/>
              <a:pathLst>
                <a:path w="27" h="11">
                  <a:moveTo>
                    <a:pt x="14" y="0"/>
                  </a:moveTo>
                  <a:cubicBezTo>
                    <a:pt x="7" y="0"/>
                    <a:pt x="4" y="4"/>
                    <a:pt x="0" y="8"/>
                  </a:cubicBezTo>
                  <a:cubicBezTo>
                    <a:pt x="2" y="7"/>
                    <a:pt x="2" y="7"/>
                    <a:pt x="2" y="7"/>
                  </a:cubicBezTo>
                  <a:cubicBezTo>
                    <a:pt x="7" y="9"/>
                    <a:pt x="14" y="8"/>
                    <a:pt x="19" y="11"/>
                  </a:cubicBezTo>
                  <a:cubicBezTo>
                    <a:pt x="27" y="11"/>
                    <a:pt x="27" y="11"/>
                    <a:pt x="27" y="11"/>
                  </a:cubicBezTo>
                  <a:cubicBezTo>
                    <a:pt x="27" y="4"/>
                    <a:pt x="21"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 name="Freeform 172"/>
            <p:cNvSpPr>
              <a:spLocks/>
            </p:cNvSpPr>
            <p:nvPr/>
          </p:nvSpPr>
          <p:spPr bwMode="auto">
            <a:xfrm>
              <a:off x="10548938" y="1276350"/>
              <a:ext cx="139700" cy="49213"/>
            </a:xfrm>
            <a:custGeom>
              <a:avLst/>
              <a:gdLst>
                <a:gd name="T0" fmla="*/ 0 w 37"/>
                <a:gd name="T1" fmla="*/ 0 h 13"/>
                <a:gd name="T2" fmla="*/ 3 w 37"/>
                <a:gd name="T3" fmla="*/ 2 h 13"/>
                <a:gd name="T4" fmla="*/ 24 w 37"/>
                <a:gd name="T5" fmla="*/ 13 h 13"/>
                <a:gd name="T6" fmla="*/ 37 w 37"/>
                <a:gd name="T7" fmla="*/ 9 h 13"/>
                <a:gd name="T8" fmla="*/ 34 w 37"/>
                <a:gd name="T9" fmla="*/ 6 h 13"/>
                <a:gd name="T10" fmla="*/ 0 w 37"/>
                <a:gd name="T11" fmla="*/ 0 h 13"/>
              </a:gdLst>
              <a:ahLst/>
              <a:cxnLst>
                <a:cxn ang="0">
                  <a:pos x="T0" y="T1"/>
                </a:cxn>
                <a:cxn ang="0">
                  <a:pos x="T2" y="T3"/>
                </a:cxn>
                <a:cxn ang="0">
                  <a:pos x="T4" y="T5"/>
                </a:cxn>
                <a:cxn ang="0">
                  <a:pos x="T6" y="T7"/>
                </a:cxn>
                <a:cxn ang="0">
                  <a:pos x="T8" y="T9"/>
                </a:cxn>
                <a:cxn ang="0">
                  <a:pos x="T10" y="T11"/>
                </a:cxn>
              </a:cxnLst>
              <a:rect l="0" t="0" r="r" b="b"/>
              <a:pathLst>
                <a:path w="37" h="13">
                  <a:moveTo>
                    <a:pt x="0" y="0"/>
                  </a:moveTo>
                  <a:cubicBezTo>
                    <a:pt x="3" y="2"/>
                    <a:pt x="3" y="2"/>
                    <a:pt x="3" y="2"/>
                  </a:cubicBezTo>
                  <a:cubicBezTo>
                    <a:pt x="3" y="10"/>
                    <a:pt x="17" y="13"/>
                    <a:pt x="24" y="13"/>
                  </a:cubicBezTo>
                  <a:cubicBezTo>
                    <a:pt x="29" y="13"/>
                    <a:pt x="37" y="12"/>
                    <a:pt x="37" y="9"/>
                  </a:cubicBezTo>
                  <a:cubicBezTo>
                    <a:pt x="37" y="7"/>
                    <a:pt x="36" y="6"/>
                    <a:pt x="34" y="6"/>
                  </a:cubicBezTo>
                  <a:cubicBezTo>
                    <a:pt x="33" y="6"/>
                    <a:pt x="3" y="2"/>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1" name="Freeform 173"/>
            <p:cNvSpPr>
              <a:spLocks/>
            </p:cNvSpPr>
            <p:nvPr/>
          </p:nvSpPr>
          <p:spPr bwMode="auto">
            <a:xfrm>
              <a:off x="10358438" y="1350963"/>
              <a:ext cx="25400" cy="26988"/>
            </a:xfrm>
            <a:custGeom>
              <a:avLst/>
              <a:gdLst>
                <a:gd name="T0" fmla="*/ 3 w 7"/>
                <a:gd name="T1" fmla="*/ 0 h 7"/>
                <a:gd name="T2" fmla="*/ 0 w 7"/>
                <a:gd name="T3" fmla="*/ 3 h 7"/>
                <a:gd name="T4" fmla="*/ 3 w 7"/>
                <a:gd name="T5" fmla="*/ 7 h 7"/>
                <a:gd name="T6" fmla="*/ 7 w 7"/>
                <a:gd name="T7" fmla="*/ 3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1" y="0"/>
                    <a:pt x="0" y="1"/>
                    <a:pt x="0" y="3"/>
                  </a:cubicBezTo>
                  <a:cubicBezTo>
                    <a:pt x="0" y="6"/>
                    <a:pt x="0" y="7"/>
                    <a:pt x="3" y="7"/>
                  </a:cubicBezTo>
                  <a:cubicBezTo>
                    <a:pt x="5" y="7"/>
                    <a:pt x="7" y="5"/>
                    <a:pt x="7" y="3"/>
                  </a:cubicBezTo>
                  <a:cubicBezTo>
                    <a:pt x="7" y="1"/>
                    <a:pt x="5"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2" name="Freeform 174"/>
            <p:cNvSpPr>
              <a:spLocks/>
            </p:cNvSpPr>
            <p:nvPr/>
          </p:nvSpPr>
          <p:spPr bwMode="auto">
            <a:xfrm>
              <a:off x="4148138" y="2549525"/>
              <a:ext cx="76200" cy="33338"/>
            </a:xfrm>
            <a:custGeom>
              <a:avLst/>
              <a:gdLst>
                <a:gd name="T0" fmla="*/ 4 w 20"/>
                <a:gd name="T1" fmla="*/ 0 h 9"/>
                <a:gd name="T2" fmla="*/ 0 w 20"/>
                <a:gd name="T3" fmla="*/ 1 h 9"/>
                <a:gd name="T4" fmla="*/ 16 w 20"/>
                <a:gd name="T5" fmla="*/ 9 h 9"/>
                <a:gd name="T6" fmla="*/ 20 w 20"/>
                <a:gd name="T7" fmla="*/ 8 h 9"/>
                <a:gd name="T8" fmla="*/ 4 w 20"/>
                <a:gd name="T9" fmla="*/ 0 h 9"/>
              </a:gdLst>
              <a:ahLst/>
              <a:cxnLst>
                <a:cxn ang="0">
                  <a:pos x="T0" y="T1"/>
                </a:cxn>
                <a:cxn ang="0">
                  <a:pos x="T2" y="T3"/>
                </a:cxn>
                <a:cxn ang="0">
                  <a:pos x="T4" y="T5"/>
                </a:cxn>
                <a:cxn ang="0">
                  <a:pos x="T6" y="T7"/>
                </a:cxn>
                <a:cxn ang="0">
                  <a:pos x="T8" y="T9"/>
                </a:cxn>
              </a:cxnLst>
              <a:rect l="0" t="0" r="r" b="b"/>
              <a:pathLst>
                <a:path w="20" h="9">
                  <a:moveTo>
                    <a:pt x="4" y="0"/>
                  </a:moveTo>
                  <a:cubicBezTo>
                    <a:pt x="3" y="0"/>
                    <a:pt x="1" y="1"/>
                    <a:pt x="0" y="1"/>
                  </a:cubicBezTo>
                  <a:cubicBezTo>
                    <a:pt x="3" y="3"/>
                    <a:pt x="12" y="9"/>
                    <a:pt x="16" y="9"/>
                  </a:cubicBezTo>
                  <a:cubicBezTo>
                    <a:pt x="18" y="9"/>
                    <a:pt x="19" y="9"/>
                    <a:pt x="20" y="8"/>
                  </a:cubicBezTo>
                  <a:cubicBezTo>
                    <a:pt x="15" y="5"/>
                    <a:pt x="10"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3" name="Freeform 175"/>
            <p:cNvSpPr>
              <a:spLocks/>
            </p:cNvSpPr>
            <p:nvPr/>
          </p:nvSpPr>
          <p:spPr bwMode="auto">
            <a:xfrm>
              <a:off x="4152900" y="2670175"/>
              <a:ext cx="60325" cy="33338"/>
            </a:xfrm>
            <a:custGeom>
              <a:avLst/>
              <a:gdLst>
                <a:gd name="T0" fmla="*/ 2 w 16"/>
                <a:gd name="T1" fmla="*/ 0 h 9"/>
                <a:gd name="T2" fmla="*/ 0 w 16"/>
                <a:gd name="T3" fmla="*/ 2 h 9"/>
                <a:gd name="T4" fmla="*/ 13 w 16"/>
                <a:gd name="T5" fmla="*/ 9 h 9"/>
                <a:gd name="T6" fmla="*/ 16 w 16"/>
                <a:gd name="T7" fmla="*/ 6 h 9"/>
                <a:gd name="T8" fmla="*/ 16 w 16"/>
                <a:gd name="T9" fmla="*/ 4 h 9"/>
                <a:gd name="T10" fmla="*/ 8 w 16"/>
                <a:gd name="T11" fmla="*/ 4 h 9"/>
                <a:gd name="T12" fmla="*/ 2 w 16"/>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6" h="9">
                  <a:moveTo>
                    <a:pt x="2" y="0"/>
                  </a:moveTo>
                  <a:cubicBezTo>
                    <a:pt x="1" y="0"/>
                    <a:pt x="0" y="1"/>
                    <a:pt x="0" y="2"/>
                  </a:cubicBezTo>
                  <a:cubicBezTo>
                    <a:pt x="0" y="4"/>
                    <a:pt x="11" y="9"/>
                    <a:pt x="13" y="9"/>
                  </a:cubicBezTo>
                  <a:cubicBezTo>
                    <a:pt x="13" y="9"/>
                    <a:pt x="16" y="7"/>
                    <a:pt x="16" y="6"/>
                  </a:cubicBezTo>
                  <a:cubicBezTo>
                    <a:pt x="16" y="5"/>
                    <a:pt x="16" y="5"/>
                    <a:pt x="16" y="4"/>
                  </a:cubicBezTo>
                  <a:cubicBezTo>
                    <a:pt x="8" y="4"/>
                    <a:pt x="8" y="4"/>
                    <a:pt x="8" y="4"/>
                  </a:cubicBezTo>
                  <a:cubicBezTo>
                    <a:pt x="5" y="4"/>
                    <a:pt x="3" y="2"/>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4" name="Freeform 176"/>
            <p:cNvSpPr>
              <a:spLocks/>
            </p:cNvSpPr>
            <p:nvPr/>
          </p:nvSpPr>
          <p:spPr bwMode="auto">
            <a:xfrm>
              <a:off x="4238625" y="2670175"/>
              <a:ext cx="41275" cy="49213"/>
            </a:xfrm>
            <a:custGeom>
              <a:avLst/>
              <a:gdLst>
                <a:gd name="T0" fmla="*/ 7 w 11"/>
                <a:gd name="T1" fmla="*/ 0 h 13"/>
                <a:gd name="T2" fmla="*/ 0 w 11"/>
                <a:gd name="T3" fmla="*/ 9 h 13"/>
                <a:gd name="T4" fmla="*/ 5 w 11"/>
                <a:gd name="T5" fmla="*/ 13 h 13"/>
                <a:gd name="T6" fmla="*/ 11 w 11"/>
                <a:gd name="T7" fmla="*/ 9 h 13"/>
                <a:gd name="T8" fmla="*/ 11 w 11"/>
                <a:gd name="T9" fmla="*/ 7 h 13"/>
                <a:gd name="T10" fmla="*/ 9 w 11"/>
                <a:gd name="T11" fmla="*/ 3 h 13"/>
                <a:gd name="T12" fmla="*/ 7 w 11"/>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11" h="13">
                  <a:moveTo>
                    <a:pt x="7" y="0"/>
                  </a:moveTo>
                  <a:cubicBezTo>
                    <a:pt x="4" y="1"/>
                    <a:pt x="0" y="8"/>
                    <a:pt x="0" y="9"/>
                  </a:cubicBezTo>
                  <a:cubicBezTo>
                    <a:pt x="0" y="11"/>
                    <a:pt x="2" y="13"/>
                    <a:pt x="5" y="13"/>
                  </a:cubicBezTo>
                  <a:cubicBezTo>
                    <a:pt x="8" y="13"/>
                    <a:pt x="11" y="11"/>
                    <a:pt x="11" y="9"/>
                  </a:cubicBezTo>
                  <a:cubicBezTo>
                    <a:pt x="11" y="8"/>
                    <a:pt x="11" y="7"/>
                    <a:pt x="11" y="7"/>
                  </a:cubicBezTo>
                  <a:cubicBezTo>
                    <a:pt x="5" y="7"/>
                    <a:pt x="9" y="5"/>
                    <a:pt x="9" y="3"/>
                  </a:cubicBezTo>
                  <a:cubicBezTo>
                    <a:pt x="9" y="2"/>
                    <a:pt x="8" y="1"/>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5" name="Freeform 177"/>
            <p:cNvSpPr>
              <a:spLocks/>
            </p:cNvSpPr>
            <p:nvPr/>
          </p:nvSpPr>
          <p:spPr bwMode="auto">
            <a:xfrm>
              <a:off x="1025525" y="2114550"/>
              <a:ext cx="49213" cy="17463"/>
            </a:xfrm>
            <a:custGeom>
              <a:avLst/>
              <a:gdLst>
                <a:gd name="T0" fmla="*/ 7 w 13"/>
                <a:gd name="T1" fmla="*/ 0 h 5"/>
                <a:gd name="T2" fmla="*/ 4 w 13"/>
                <a:gd name="T3" fmla="*/ 2 h 5"/>
                <a:gd name="T4" fmla="*/ 0 w 13"/>
                <a:gd name="T5" fmla="*/ 2 h 5"/>
                <a:gd name="T6" fmla="*/ 3 w 13"/>
                <a:gd name="T7" fmla="*/ 5 h 5"/>
                <a:gd name="T8" fmla="*/ 13 w 13"/>
                <a:gd name="T9" fmla="*/ 5 h 5"/>
                <a:gd name="T10" fmla="*/ 8 w 13"/>
                <a:gd name="T11" fmla="*/ 0 h 5"/>
                <a:gd name="T12" fmla="*/ 7 w 13"/>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3" h="5">
                  <a:moveTo>
                    <a:pt x="7" y="0"/>
                  </a:moveTo>
                  <a:cubicBezTo>
                    <a:pt x="5" y="0"/>
                    <a:pt x="5" y="0"/>
                    <a:pt x="4" y="2"/>
                  </a:cubicBezTo>
                  <a:cubicBezTo>
                    <a:pt x="0" y="2"/>
                    <a:pt x="0" y="2"/>
                    <a:pt x="0" y="2"/>
                  </a:cubicBezTo>
                  <a:cubicBezTo>
                    <a:pt x="0" y="3"/>
                    <a:pt x="2" y="4"/>
                    <a:pt x="3" y="5"/>
                  </a:cubicBezTo>
                  <a:cubicBezTo>
                    <a:pt x="13" y="5"/>
                    <a:pt x="13" y="5"/>
                    <a:pt x="13" y="5"/>
                  </a:cubicBezTo>
                  <a:cubicBezTo>
                    <a:pt x="12" y="2"/>
                    <a:pt x="12" y="0"/>
                    <a:pt x="8" y="0"/>
                  </a:cubicBezTo>
                  <a:cubicBezTo>
                    <a:pt x="8"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6" name="Freeform 178"/>
            <p:cNvSpPr>
              <a:spLocks/>
            </p:cNvSpPr>
            <p:nvPr/>
          </p:nvSpPr>
          <p:spPr bwMode="auto">
            <a:xfrm>
              <a:off x="1377950" y="3624263"/>
              <a:ext cx="26988" cy="22225"/>
            </a:xfrm>
            <a:custGeom>
              <a:avLst/>
              <a:gdLst>
                <a:gd name="T0" fmla="*/ 0 w 7"/>
                <a:gd name="T1" fmla="*/ 0 h 6"/>
                <a:gd name="T2" fmla="*/ 0 w 7"/>
                <a:gd name="T3" fmla="*/ 4 h 6"/>
                <a:gd name="T4" fmla="*/ 2 w 7"/>
                <a:gd name="T5" fmla="*/ 6 h 6"/>
                <a:gd name="T6" fmla="*/ 7 w 7"/>
                <a:gd name="T7" fmla="*/ 5 h 6"/>
                <a:gd name="T8" fmla="*/ 7 w 7"/>
                <a:gd name="T9" fmla="*/ 3 h 6"/>
                <a:gd name="T10" fmla="*/ 0 w 7"/>
                <a:gd name="T11" fmla="*/ 0 h 6"/>
              </a:gdLst>
              <a:ahLst/>
              <a:cxnLst>
                <a:cxn ang="0">
                  <a:pos x="T0" y="T1"/>
                </a:cxn>
                <a:cxn ang="0">
                  <a:pos x="T2" y="T3"/>
                </a:cxn>
                <a:cxn ang="0">
                  <a:pos x="T4" y="T5"/>
                </a:cxn>
                <a:cxn ang="0">
                  <a:pos x="T6" y="T7"/>
                </a:cxn>
                <a:cxn ang="0">
                  <a:pos x="T8" y="T9"/>
                </a:cxn>
                <a:cxn ang="0">
                  <a:pos x="T10" y="T11"/>
                </a:cxn>
              </a:cxnLst>
              <a:rect l="0" t="0" r="r" b="b"/>
              <a:pathLst>
                <a:path w="7" h="6">
                  <a:moveTo>
                    <a:pt x="0" y="0"/>
                  </a:moveTo>
                  <a:cubicBezTo>
                    <a:pt x="0" y="2"/>
                    <a:pt x="0" y="3"/>
                    <a:pt x="0" y="4"/>
                  </a:cubicBezTo>
                  <a:cubicBezTo>
                    <a:pt x="0" y="5"/>
                    <a:pt x="1" y="6"/>
                    <a:pt x="2" y="6"/>
                  </a:cubicBezTo>
                  <a:cubicBezTo>
                    <a:pt x="4" y="6"/>
                    <a:pt x="4" y="5"/>
                    <a:pt x="7" y="5"/>
                  </a:cubicBezTo>
                  <a:cubicBezTo>
                    <a:pt x="7" y="3"/>
                    <a:pt x="7" y="3"/>
                    <a:pt x="7" y="3"/>
                  </a:cubicBezTo>
                  <a:cubicBezTo>
                    <a:pt x="5" y="1"/>
                    <a:pt x="3"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7" name="Freeform 179"/>
            <p:cNvSpPr>
              <a:spLocks/>
            </p:cNvSpPr>
            <p:nvPr/>
          </p:nvSpPr>
          <p:spPr bwMode="auto">
            <a:xfrm>
              <a:off x="1355725" y="3590925"/>
              <a:ext cx="14288" cy="11113"/>
            </a:xfrm>
            <a:custGeom>
              <a:avLst/>
              <a:gdLst>
                <a:gd name="T0" fmla="*/ 0 w 4"/>
                <a:gd name="T1" fmla="*/ 0 h 3"/>
                <a:gd name="T2" fmla="*/ 3 w 4"/>
                <a:gd name="T3" fmla="*/ 3 h 3"/>
                <a:gd name="T4" fmla="*/ 4 w 4"/>
                <a:gd name="T5" fmla="*/ 2 h 3"/>
                <a:gd name="T6" fmla="*/ 0 w 4"/>
                <a:gd name="T7" fmla="*/ 0 h 3"/>
              </a:gdLst>
              <a:ahLst/>
              <a:cxnLst>
                <a:cxn ang="0">
                  <a:pos x="T0" y="T1"/>
                </a:cxn>
                <a:cxn ang="0">
                  <a:pos x="T2" y="T3"/>
                </a:cxn>
                <a:cxn ang="0">
                  <a:pos x="T4" y="T5"/>
                </a:cxn>
                <a:cxn ang="0">
                  <a:pos x="T6" y="T7"/>
                </a:cxn>
              </a:cxnLst>
              <a:rect l="0" t="0" r="r" b="b"/>
              <a:pathLst>
                <a:path w="4" h="3">
                  <a:moveTo>
                    <a:pt x="0" y="0"/>
                  </a:moveTo>
                  <a:cubicBezTo>
                    <a:pt x="1" y="1"/>
                    <a:pt x="2" y="3"/>
                    <a:pt x="3" y="3"/>
                  </a:cubicBezTo>
                  <a:cubicBezTo>
                    <a:pt x="4" y="2"/>
                    <a:pt x="4" y="2"/>
                    <a:pt x="4" y="2"/>
                  </a:cubicBezTo>
                  <a:cubicBezTo>
                    <a:pt x="3" y="1"/>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8" name="Freeform 180"/>
            <p:cNvSpPr>
              <a:spLocks/>
            </p:cNvSpPr>
            <p:nvPr/>
          </p:nvSpPr>
          <p:spPr bwMode="auto">
            <a:xfrm>
              <a:off x="1328738" y="3579813"/>
              <a:ext cx="19050" cy="6350"/>
            </a:xfrm>
            <a:custGeom>
              <a:avLst/>
              <a:gdLst>
                <a:gd name="T0" fmla="*/ 5 w 5"/>
                <a:gd name="T1" fmla="*/ 0 h 2"/>
                <a:gd name="T2" fmla="*/ 0 w 5"/>
                <a:gd name="T3" fmla="*/ 0 h 2"/>
                <a:gd name="T4" fmla="*/ 2 w 5"/>
                <a:gd name="T5" fmla="*/ 2 h 2"/>
                <a:gd name="T6" fmla="*/ 5 w 5"/>
                <a:gd name="T7" fmla="*/ 0 h 2"/>
              </a:gdLst>
              <a:ahLst/>
              <a:cxnLst>
                <a:cxn ang="0">
                  <a:pos x="T0" y="T1"/>
                </a:cxn>
                <a:cxn ang="0">
                  <a:pos x="T2" y="T3"/>
                </a:cxn>
                <a:cxn ang="0">
                  <a:pos x="T4" y="T5"/>
                </a:cxn>
                <a:cxn ang="0">
                  <a:pos x="T6" y="T7"/>
                </a:cxn>
              </a:cxnLst>
              <a:rect l="0" t="0" r="r" b="b"/>
              <a:pathLst>
                <a:path w="5" h="2">
                  <a:moveTo>
                    <a:pt x="5" y="0"/>
                  </a:moveTo>
                  <a:cubicBezTo>
                    <a:pt x="0" y="0"/>
                    <a:pt x="0" y="0"/>
                    <a:pt x="0" y="0"/>
                  </a:cubicBezTo>
                  <a:cubicBezTo>
                    <a:pt x="0" y="1"/>
                    <a:pt x="1" y="2"/>
                    <a:pt x="2" y="2"/>
                  </a:cubicBezTo>
                  <a:cubicBezTo>
                    <a:pt x="3" y="2"/>
                    <a:pt x="5" y="1"/>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9" name="Freeform 181"/>
            <p:cNvSpPr>
              <a:spLocks/>
            </p:cNvSpPr>
            <p:nvPr/>
          </p:nvSpPr>
          <p:spPr bwMode="auto">
            <a:xfrm>
              <a:off x="1306513" y="3563938"/>
              <a:ext cx="15875" cy="11113"/>
            </a:xfrm>
            <a:custGeom>
              <a:avLst/>
              <a:gdLst>
                <a:gd name="T0" fmla="*/ 4 w 4"/>
                <a:gd name="T1" fmla="*/ 0 h 3"/>
                <a:gd name="T2" fmla="*/ 1 w 4"/>
                <a:gd name="T3" fmla="*/ 1 h 3"/>
                <a:gd name="T4" fmla="*/ 2 w 4"/>
                <a:gd name="T5" fmla="*/ 1 h 3"/>
                <a:gd name="T6" fmla="*/ 0 w 4"/>
                <a:gd name="T7" fmla="*/ 1 h 3"/>
                <a:gd name="T8" fmla="*/ 2 w 4"/>
                <a:gd name="T9" fmla="*/ 3 h 3"/>
                <a:gd name="T10" fmla="*/ 4 w 4"/>
                <a:gd name="T11" fmla="*/ 2 h 3"/>
                <a:gd name="T12" fmla="*/ 4 w 4"/>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4" y="0"/>
                  </a:moveTo>
                  <a:cubicBezTo>
                    <a:pt x="3" y="0"/>
                    <a:pt x="2" y="1"/>
                    <a:pt x="1" y="1"/>
                  </a:cubicBezTo>
                  <a:cubicBezTo>
                    <a:pt x="2" y="1"/>
                    <a:pt x="2" y="1"/>
                    <a:pt x="2" y="1"/>
                  </a:cubicBezTo>
                  <a:cubicBezTo>
                    <a:pt x="1" y="1"/>
                    <a:pt x="0" y="1"/>
                    <a:pt x="0" y="1"/>
                  </a:cubicBezTo>
                  <a:cubicBezTo>
                    <a:pt x="0" y="1"/>
                    <a:pt x="1" y="3"/>
                    <a:pt x="2" y="3"/>
                  </a:cubicBezTo>
                  <a:cubicBezTo>
                    <a:pt x="3" y="3"/>
                    <a:pt x="4" y="3"/>
                    <a:pt x="4" y="2"/>
                  </a:cubicBezTo>
                  <a:cubicBezTo>
                    <a:pt x="4" y="2"/>
                    <a:pt x="4" y="1"/>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0" name="Freeform 182"/>
            <p:cNvSpPr>
              <a:spLocks/>
            </p:cNvSpPr>
            <p:nvPr/>
          </p:nvSpPr>
          <p:spPr bwMode="auto">
            <a:xfrm>
              <a:off x="1262063" y="3541713"/>
              <a:ext cx="14288" cy="14288"/>
            </a:xfrm>
            <a:custGeom>
              <a:avLst/>
              <a:gdLst>
                <a:gd name="T0" fmla="*/ 2 w 4"/>
                <a:gd name="T1" fmla="*/ 0 h 4"/>
                <a:gd name="T2" fmla="*/ 0 w 4"/>
                <a:gd name="T3" fmla="*/ 2 h 4"/>
                <a:gd name="T4" fmla="*/ 2 w 4"/>
                <a:gd name="T5" fmla="*/ 4 h 4"/>
                <a:gd name="T6" fmla="*/ 4 w 4"/>
                <a:gd name="T7" fmla="*/ 4 h 4"/>
                <a:gd name="T8" fmla="*/ 4 w 4"/>
                <a:gd name="T9" fmla="*/ 1 h 4"/>
                <a:gd name="T10" fmla="*/ 2 w 4"/>
                <a:gd name="T11" fmla="*/ 0 h 4"/>
              </a:gdLst>
              <a:ahLst/>
              <a:cxnLst>
                <a:cxn ang="0">
                  <a:pos x="T0" y="T1"/>
                </a:cxn>
                <a:cxn ang="0">
                  <a:pos x="T2" y="T3"/>
                </a:cxn>
                <a:cxn ang="0">
                  <a:pos x="T4" y="T5"/>
                </a:cxn>
                <a:cxn ang="0">
                  <a:pos x="T6" y="T7"/>
                </a:cxn>
                <a:cxn ang="0">
                  <a:pos x="T8" y="T9"/>
                </a:cxn>
                <a:cxn ang="0">
                  <a:pos x="T10" y="T11"/>
                </a:cxn>
              </a:cxnLst>
              <a:rect l="0" t="0" r="r" b="b"/>
              <a:pathLst>
                <a:path w="4" h="4">
                  <a:moveTo>
                    <a:pt x="2" y="0"/>
                  </a:moveTo>
                  <a:cubicBezTo>
                    <a:pt x="1" y="1"/>
                    <a:pt x="0" y="1"/>
                    <a:pt x="0" y="2"/>
                  </a:cubicBezTo>
                  <a:cubicBezTo>
                    <a:pt x="0" y="2"/>
                    <a:pt x="1" y="4"/>
                    <a:pt x="2" y="4"/>
                  </a:cubicBezTo>
                  <a:cubicBezTo>
                    <a:pt x="3" y="4"/>
                    <a:pt x="4" y="4"/>
                    <a:pt x="4" y="4"/>
                  </a:cubicBezTo>
                  <a:cubicBezTo>
                    <a:pt x="4" y="3"/>
                    <a:pt x="4" y="2"/>
                    <a:pt x="4" y="1"/>
                  </a:cubicBezTo>
                  <a:cubicBezTo>
                    <a:pt x="3" y="1"/>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Tree>
    <p:extLst>
      <p:ext uri="{BB962C8B-B14F-4D97-AF65-F5344CB8AC3E}">
        <p14:creationId xmlns:p14="http://schemas.microsoft.com/office/powerpoint/2010/main" val="1781052377"/>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4"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gradFill>
          <a:gsLst>
            <a:gs pos="47712">
              <a:srgbClr val="F7F7F7"/>
            </a:gs>
            <a:gs pos="0">
              <a:srgbClr val="F2F2F2"/>
            </a:gs>
            <a:gs pos="100000">
              <a:srgbClr val="F0F0F0"/>
            </a:gs>
            <a:gs pos="21000">
              <a:srgbClr val="F6F6F6"/>
            </a:gs>
            <a:gs pos="77000">
              <a:srgbClr val="F5F5F5"/>
            </a:gs>
          </a:gsLst>
          <a:lin ang="0" scaled="0"/>
        </a:gra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497170352"/>
      </p:ext>
    </p:extLst>
  </p:cSld>
  <p:clrMap bg1="lt1" tx1="dk1" bg2="lt2" tx2="dk2" accent1="accent1" accent2="accent2" accent3="accent3" accent4="accent4" accent5="accent5" accent6="accent6" hlink="hlink" folHlink="folHlink"/>
  <p:sldLayoutIdLst>
    <p:sldLayoutId id="2147483663" r:id="rId1"/>
    <p:sldLayoutId id="2147483650" r:id="rId2"/>
    <p:sldLayoutId id="2147483662" r:id="rId3"/>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3" Type="http://schemas.openxmlformats.org/officeDocument/2006/relationships/image" Target="../media/image6.wmf"/><Relationship Id="rId2" Type="http://schemas.openxmlformats.org/officeDocument/2006/relationships/notesSlide" Target="../notesSlides/notesSlide2.xml"/><Relationship Id="rId1" Type="http://schemas.openxmlformats.org/officeDocument/2006/relationships/slideLayout" Target="../slideLayouts/slideLayout2.xml"/><Relationship Id="rId4" Type="http://schemas.openxmlformats.org/officeDocument/2006/relationships/image" Target="../media/image7.wmf"/></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png"/><Relationship Id="rId1" Type="http://schemas.openxmlformats.org/officeDocument/2006/relationships/slideLayout" Target="../slideLayouts/slideLayout2.xml"/><Relationship Id="rId4" Type="http://schemas.openxmlformats.org/officeDocument/2006/relationships/image" Target="../media/image8.png"/></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3.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16.png"/><Relationship Id="rId1" Type="http://schemas.openxmlformats.org/officeDocument/2006/relationships/slideLayout" Target="../slideLayouts/slideLayout2.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6.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1.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4.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Layout" Target="../slideLayouts/slideLayout2.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8.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Layout" Target="../slideLayouts/slideLayout2.xml"/></Relationships>
</file>

<file path=ppt/slides/_rels/slide119.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Layout" Target="../slideLayouts/slideLayout2.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6.xml.rels><?xml version="1.0" encoding="UTF-8" standalone="yes"?>
<Relationships xmlns="http://schemas.openxmlformats.org/package/2006/relationships"><Relationship Id="rId2" Type="http://schemas.openxmlformats.org/officeDocument/2006/relationships/image" Target="../media/image22.emf"/><Relationship Id="rId1" Type="http://schemas.openxmlformats.org/officeDocument/2006/relationships/slideLayout" Target="../slideLayouts/slideLayout2.xml"/></Relationships>
</file>

<file path=ppt/slides/_rels/slide127.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Layout" Target="../slideLayouts/slideLayout2.xml"/></Relationships>
</file>

<file path=ppt/slides/_rels/slide128.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Layout" Target="../slideLayouts/slideLayout2.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9.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140.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3.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2.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7.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25.png"/><Relationship Id="rId1" Type="http://schemas.openxmlformats.org/officeDocument/2006/relationships/slideLayout" Target="../slideLayouts/slideLayout2.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9.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2.xml"/></Relationships>
</file>

<file path=ppt/slides/_rels/slide170.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Layout" Target="../slideLayouts/slideLayout2.xml"/></Relationships>
</file>

<file path=ppt/slides/_rels/slide171.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image" Target="../media/image28.png"/><Relationship Id="rId1" Type="http://schemas.openxmlformats.org/officeDocument/2006/relationships/slideLayout" Target="../slideLayouts/slideLayout2.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5.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Layout" Target="../slideLayouts/slideLayout2.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9.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Layout" Target="../slideLayouts/slideLayout2.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4.xml.rels><?xml version="1.0" encoding="UTF-8" standalone="yes"?>
<Relationships xmlns="http://schemas.openxmlformats.org/package/2006/relationships"><Relationship Id="rId2" Type="http://schemas.openxmlformats.org/officeDocument/2006/relationships/image" Target="../media/image22.emf"/><Relationship Id="rId1" Type="http://schemas.openxmlformats.org/officeDocument/2006/relationships/slideLayout" Target="../slideLayouts/slideLayout2.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6.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image" Target="../media/image32.png"/><Relationship Id="rId1" Type="http://schemas.openxmlformats.org/officeDocument/2006/relationships/slideLayout" Target="../slideLayouts/slideLayout2.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2.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Layout" Target="../slideLayouts/slideLayout2.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5.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Layout" Target="../slideLayouts/slideLayout2.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9.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36.png"/><Relationship Id="rId1" Type="http://schemas.openxmlformats.org/officeDocument/2006/relationships/slideLayout" Target="../slideLayouts/slideLayout2.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4.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Layout" Target="../slideLayouts/slideLayout2.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4.xml.rels><?xml version="1.0" encoding="UTF-8" standalone="yes"?>
<Relationships xmlns="http://schemas.openxmlformats.org/package/2006/relationships"><Relationship Id="rId2" Type="http://schemas.openxmlformats.org/officeDocument/2006/relationships/image" Target="../media/image39.jpeg"/><Relationship Id="rId1" Type="http://schemas.openxmlformats.org/officeDocument/2006/relationships/slideLayout" Target="../slideLayouts/slideLayout2.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3.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40.png"/><Relationship Id="rId1" Type="http://schemas.openxmlformats.org/officeDocument/2006/relationships/slideLayout" Target="../slideLayouts/slideLayout2.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7.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9.xml.rels><?xml version="1.0" encoding="UTF-8" standalone="yes"?>
<Relationships xmlns="http://schemas.openxmlformats.org/package/2006/relationships"><Relationship Id="rId2" Type="http://schemas.openxmlformats.org/officeDocument/2006/relationships/chart" Target="../charts/chart1.xml"/><Relationship Id="rId1" Type="http://schemas.openxmlformats.org/officeDocument/2006/relationships/slideLayout" Target="../slideLayouts/slideLayout2.xml"/></Relationships>
</file>

<file path=ppt/slides/_rels/slide270.xml.rels><?xml version="1.0" encoding="UTF-8" standalone="yes"?>
<Relationships xmlns="http://schemas.openxmlformats.org/package/2006/relationships"><Relationship Id="rId2" Type="http://schemas.openxmlformats.org/officeDocument/2006/relationships/chart" Target="../charts/chart2.xml"/><Relationship Id="rId1" Type="http://schemas.openxmlformats.org/officeDocument/2006/relationships/slideLayout" Target="../slideLayouts/slideLayout2.xml"/></Relationships>
</file>

<file path=ppt/slides/_rels/slide271.xml.rels><?xml version="1.0" encoding="UTF-8" standalone="yes"?>
<Relationships xmlns="http://schemas.openxmlformats.org/package/2006/relationships"><Relationship Id="rId2" Type="http://schemas.openxmlformats.org/officeDocument/2006/relationships/chart" Target="../charts/chart3.xml"/><Relationship Id="rId1" Type="http://schemas.openxmlformats.org/officeDocument/2006/relationships/slideLayout" Target="../slideLayouts/slideLayout2.xml"/></Relationships>
</file>

<file path=ppt/slides/_rels/slide272.xml.rels><?xml version="1.0" encoding="UTF-8" standalone="yes"?>
<Relationships xmlns="http://schemas.openxmlformats.org/package/2006/relationships"><Relationship Id="rId2" Type="http://schemas.openxmlformats.org/officeDocument/2006/relationships/chart" Target="../charts/chart4.xml"/><Relationship Id="rId1" Type="http://schemas.openxmlformats.org/officeDocument/2006/relationships/slideLayout" Target="../slideLayouts/slideLayout2.xml"/></Relationships>
</file>

<file path=ppt/slides/_rels/slide273.xml.rels><?xml version="1.0" encoding="UTF-8" standalone="yes"?>
<Relationships xmlns="http://schemas.openxmlformats.org/package/2006/relationships"><Relationship Id="rId2" Type="http://schemas.openxmlformats.org/officeDocument/2006/relationships/chart" Target="../charts/chart5.xml"/><Relationship Id="rId1" Type="http://schemas.openxmlformats.org/officeDocument/2006/relationships/slideLayout" Target="../slideLayouts/slideLayout2.xml"/></Relationships>
</file>

<file path=ppt/slides/_rels/slide274.xml.rels><?xml version="1.0" encoding="UTF-8" standalone="yes"?>
<Relationships xmlns="http://schemas.openxmlformats.org/package/2006/relationships"><Relationship Id="rId2" Type="http://schemas.openxmlformats.org/officeDocument/2006/relationships/chart" Target="../charts/chart6.xml"/><Relationship Id="rId1" Type="http://schemas.openxmlformats.org/officeDocument/2006/relationships/slideLayout" Target="../slideLayouts/slideLayout2.xml"/></Relationships>
</file>

<file path=ppt/slides/_rels/slide275.xml.rels><?xml version="1.0" encoding="UTF-8" standalone="yes"?>
<Relationships xmlns="http://schemas.openxmlformats.org/package/2006/relationships"><Relationship Id="rId2" Type="http://schemas.openxmlformats.org/officeDocument/2006/relationships/chart" Target="../charts/chart7.xml"/><Relationship Id="rId1" Type="http://schemas.openxmlformats.org/officeDocument/2006/relationships/slideLayout" Target="../slideLayouts/slideLayout2.xml"/></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7.xml.rels><?xml version="1.0" encoding="UTF-8" standalone="yes"?>
<Relationships xmlns="http://schemas.openxmlformats.org/package/2006/relationships"><Relationship Id="rId2" Type="http://schemas.openxmlformats.org/officeDocument/2006/relationships/chart" Target="../charts/chart8.xml"/><Relationship Id="rId1" Type="http://schemas.openxmlformats.org/officeDocument/2006/relationships/slideLayout" Target="../slideLayouts/slideLayout2.xml"/></Relationships>
</file>

<file path=ppt/slides/_rels/slide278.xml.rels><?xml version="1.0" encoding="UTF-8" standalone="yes"?>
<Relationships xmlns="http://schemas.openxmlformats.org/package/2006/relationships"><Relationship Id="rId2" Type="http://schemas.openxmlformats.org/officeDocument/2006/relationships/chart" Target="../charts/chart9.xml"/><Relationship Id="rId1" Type="http://schemas.openxmlformats.org/officeDocument/2006/relationships/slideLayout" Target="../slideLayouts/slideLayout2.xml"/></Relationships>
</file>

<file path=ppt/slides/_rels/slide279.xml.rels><?xml version="1.0" encoding="UTF-8" standalone="yes"?>
<Relationships xmlns="http://schemas.openxmlformats.org/package/2006/relationships"><Relationship Id="rId2" Type="http://schemas.openxmlformats.org/officeDocument/2006/relationships/chart" Target="../charts/chart10.xml"/><Relationship Id="rId1" Type="http://schemas.openxmlformats.org/officeDocument/2006/relationships/slideLayout" Target="../slideLayouts/slideLayout2.xml"/></Relationships>
</file>

<file path=ppt/slides/_rels/slide280.xml.rels><?xml version="1.0" encoding="UTF-8" standalone="yes"?>
<Relationships xmlns="http://schemas.openxmlformats.org/package/2006/relationships"><Relationship Id="rId2" Type="http://schemas.openxmlformats.org/officeDocument/2006/relationships/chart" Target="../charts/chart11.xml"/><Relationship Id="rId1" Type="http://schemas.openxmlformats.org/officeDocument/2006/relationships/slideLayout" Target="../slideLayouts/slideLayout2.xml"/></Relationships>
</file>

<file path=ppt/slides/_rels/slide281.xml.rels><?xml version="1.0" encoding="UTF-8" standalone="yes"?>
<Relationships xmlns="http://schemas.openxmlformats.org/package/2006/relationships"><Relationship Id="rId2" Type="http://schemas.openxmlformats.org/officeDocument/2006/relationships/chart" Target="../charts/chart12.xml"/><Relationship Id="rId1" Type="http://schemas.openxmlformats.org/officeDocument/2006/relationships/slideLayout" Target="../slideLayouts/slideLayout2.xml"/></Relationships>
</file>

<file path=ppt/slides/_rels/slide282.xml.rels><?xml version="1.0" encoding="UTF-8" standalone="yes"?>
<Relationships xmlns="http://schemas.openxmlformats.org/package/2006/relationships"><Relationship Id="rId2" Type="http://schemas.openxmlformats.org/officeDocument/2006/relationships/chart" Target="../charts/chart13.xml"/><Relationship Id="rId1" Type="http://schemas.openxmlformats.org/officeDocument/2006/relationships/slideLayout" Target="../slideLayouts/slideLayout2.xml"/></Relationships>
</file>

<file path=ppt/slides/_rels/slide283.xml.rels><?xml version="1.0" encoding="UTF-8" standalone="yes"?>
<Relationships xmlns="http://schemas.openxmlformats.org/package/2006/relationships"><Relationship Id="rId2" Type="http://schemas.openxmlformats.org/officeDocument/2006/relationships/chart" Target="../charts/chart14.xml"/><Relationship Id="rId1" Type="http://schemas.openxmlformats.org/officeDocument/2006/relationships/slideLayout" Target="../slideLayouts/slideLayout2.xml"/></Relationships>
</file>

<file path=ppt/slides/_rels/slide284.xml.rels><?xml version="1.0" encoding="UTF-8" standalone="yes"?>
<Relationships xmlns="http://schemas.openxmlformats.org/package/2006/relationships"><Relationship Id="rId2" Type="http://schemas.openxmlformats.org/officeDocument/2006/relationships/chart" Target="../charts/chart15.xml"/><Relationship Id="rId1" Type="http://schemas.openxmlformats.org/officeDocument/2006/relationships/slideLayout" Target="../slideLayouts/slideLayout2.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6.xml.rels><?xml version="1.0" encoding="UTF-8" standalone="yes"?>
<Relationships xmlns="http://schemas.openxmlformats.org/package/2006/relationships"><Relationship Id="rId3" Type="http://schemas.openxmlformats.org/officeDocument/2006/relationships/chart" Target="../charts/chart17.xml"/><Relationship Id="rId2" Type="http://schemas.openxmlformats.org/officeDocument/2006/relationships/chart" Target="../charts/chart16.xml"/><Relationship Id="rId1" Type="http://schemas.openxmlformats.org/officeDocument/2006/relationships/slideLayout" Target="../slideLayouts/slideLayout2.xml"/></Relationships>
</file>

<file path=ppt/slides/_rels/slide287.xml.rels><?xml version="1.0" encoding="UTF-8" standalone="yes"?>
<Relationships xmlns="http://schemas.openxmlformats.org/package/2006/relationships"><Relationship Id="rId2" Type="http://schemas.openxmlformats.org/officeDocument/2006/relationships/chart" Target="../charts/chart18.xml"/><Relationship Id="rId1" Type="http://schemas.openxmlformats.org/officeDocument/2006/relationships/slideLayout" Target="../slideLayouts/slideLayout2.xml"/></Relationships>
</file>

<file path=ppt/slides/_rels/slide288.xml.rels><?xml version="1.0" encoding="UTF-8" standalone="yes"?>
<Relationships xmlns="http://schemas.openxmlformats.org/package/2006/relationships"><Relationship Id="rId2" Type="http://schemas.openxmlformats.org/officeDocument/2006/relationships/chart" Target="../charts/chart19.xml"/><Relationship Id="rId1" Type="http://schemas.openxmlformats.org/officeDocument/2006/relationships/slideLayout" Target="../slideLayouts/slideLayout2.xml"/></Relationships>
</file>

<file path=ppt/slides/_rels/slide289.xml.rels><?xml version="1.0" encoding="UTF-8" standalone="yes"?>
<Relationships xmlns="http://schemas.openxmlformats.org/package/2006/relationships"><Relationship Id="rId3" Type="http://schemas.openxmlformats.org/officeDocument/2006/relationships/chart" Target="../charts/chart21.xml"/><Relationship Id="rId2" Type="http://schemas.openxmlformats.org/officeDocument/2006/relationships/chart" Target="../charts/chart20.xml"/><Relationship Id="rId1" Type="http://schemas.openxmlformats.org/officeDocument/2006/relationships/slideLayout" Target="../slideLayouts/slideLayout2.xml"/><Relationship Id="rId4" Type="http://schemas.openxmlformats.org/officeDocument/2006/relationships/chart" Target="../charts/chart22.xml"/></Relationships>
</file>

<file path=ppt/slides/_rels/slide290.xml.rels><?xml version="1.0" encoding="UTF-8" standalone="yes"?>
<Relationships xmlns="http://schemas.openxmlformats.org/package/2006/relationships"><Relationship Id="rId3" Type="http://schemas.openxmlformats.org/officeDocument/2006/relationships/chart" Target="../charts/chart24.xml"/><Relationship Id="rId2" Type="http://schemas.openxmlformats.org/officeDocument/2006/relationships/chart" Target="../charts/chart23.xml"/><Relationship Id="rId1" Type="http://schemas.openxmlformats.org/officeDocument/2006/relationships/slideLayout" Target="../slideLayouts/slideLayout2.xml"/><Relationship Id="rId4" Type="http://schemas.openxmlformats.org/officeDocument/2006/relationships/chart" Target="../charts/chart25.xml"/></Relationships>
</file>

<file path=ppt/slides/_rels/slide291.xml.rels><?xml version="1.0" encoding="UTF-8" standalone="yes"?>
<Relationships xmlns="http://schemas.openxmlformats.org/package/2006/relationships"><Relationship Id="rId3" Type="http://schemas.openxmlformats.org/officeDocument/2006/relationships/chart" Target="../charts/chart27.xml"/><Relationship Id="rId2" Type="http://schemas.openxmlformats.org/officeDocument/2006/relationships/chart" Target="../charts/chart26.xml"/><Relationship Id="rId1" Type="http://schemas.openxmlformats.org/officeDocument/2006/relationships/slideLayout" Target="../slideLayouts/slideLayout2.xml"/><Relationship Id="rId4" Type="http://schemas.openxmlformats.org/officeDocument/2006/relationships/chart" Target="../charts/chart28.xml"/></Relationships>
</file>

<file path=ppt/slides/_rels/slide292.xml.rels><?xml version="1.0" encoding="UTF-8" standalone="yes"?>
<Relationships xmlns="http://schemas.openxmlformats.org/package/2006/relationships"><Relationship Id="rId3" Type="http://schemas.openxmlformats.org/officeDocument/2006/relationships/chart" Target="../charts/chart30.xml"/><Relationship Id="rId2" Type="http://schemas.openxmlformats.org/officeDocument/2006/relationships/chart" Target="../charts/chart29.xml"/><Relationship Id="rId1" Type="http://schemas.openxmlformats.org/officeDocument/2006/relationships/slideLayout" Target="../slideLayouts/slideLayout2.xml"/><Relationship Id="rId5" Type="http://schemas.openxmlformats.org/officeDocument/2006/relationships/chart" Target="../charts/chart32.xml"/><Relationship Id="rId4" Type="http://schemas.openxmlformats.org/officeDocument/2006/relationships/chart" Target="../charts/chart31.xml"/></Relationships>
</file>

<file path=ppt/slides/_rels/slide293.xml.rels><?xml version="1.0" encoding="UTF-8" standalone="yes"?>
<Relationships xmlns="http://schemas.openxmlformats.org/package/2006/relationships"><Relationship Id="rId3" Type="http://schemas.openxmlformats.org/officeDocument/2006/relationships/chart" Target="../charts/chart33.xml"/><Relationship Id="rId2" Type="http://schemas.openxmlformats.org/officeDocument/2006/relationships/image" Target="../media/image30.png"/><Relationship Id="rId1" Type="http://schemas.openxmlformats.org/officeDocument/2006/relationships/slideLayout" Target="../slideLayouts/slideLayout2.xml"/><Relationship Id="rId5" Type="http://schemas.openxmlformats.org/officeDocument/2006/relationships/chart" Target="../charts/chart35.xml"/><Relationship Id="rId4" Type="http://schemas.openxmlformats.org/officeDocument/2006/relationships/chart" Target="../charts/chart34.xml"/></Relationships>
</file>

<file path=ppt/slides/_rels/slide294.xml.rels><?xml version="1.0" encoding="UTF-8" standalone="yes"?>
<Relationships xmlns="http://schemas.openxmlformats.org/package/2006/relationships"><Relationship Id="rId3" Type="http://schemas.openxmlformats.org/officeDocument/2006/relationships/chart" Target="../charts/chart37.xml"/><Relationship Id="rId2" Type="http://schemas.openxmlformats.org/officeDocument/2006/relationships/chart" Target="../charts/chart36.xml"/><Relationship Id="rId1" Type="http://schemas.openxmlformats.org/officeDocument/2006/relationships/slideLayout" Target="../slideLayouts/slideLayout2.xml"/><Relationship Id="rId5" Type="http://schemas.openxmlformats.org/officeDocument/2006/relationships/chart" Target="../charts/chart39.xml"/><Relationship Id="rId4" Type="http://schemas.openxmlformats.org/officeDocument/2006/relationships/chart" Target="../charts/chart38.xml"/></Relationships>
</file>

<file path=ppt/slides/_rels/slide295.xml.rels><?xml version="1.0" encoding="UTF-8" standalone="yes"?>
<Relationships xmlns="http://schemas.openxmlformats.org/package/2006/relationships"><Relationship Id="rId2" Type="http://schemas.openxmlformats.org/officeDocument/2006/relationships/chart" Target="../charts/chart40.xml"/><Relationship Id="rId1" Type="http://schemas.openxmlformats.org/officeDocument/2006/relationships/slideLayout" Target="../slideLayouts/slideLayout2.xml"/></Relationships>
</file>

<file path=ppt/slides/_rels/slide296.xml.rels><?xml version="1.0" encoding="UTF-8" standalone="yes"?>
<Relationships xmlns="http://schemas.openxmlformats.org/package/2006/relationships"><Relationship Id="rId2" Type="http://schemas.openxmlformats.org/officeDocument/2006/relationships/chart" Target="../charts/chart41.xml"/><Relationship Id="rId1" Type="http://schemas.openxmlformats.org/officeDocument/2006/relationships/slideLayout" Target="../slideLayouts/slideLayout2.xml"/></Relationships>
</file>

<file path=ppt/slides/_rels/slide297.xml.rels><?xml version="1.0" encoding="UTF-8" standalone="yes"?>
<Relationships xmlns="http://schemas.openxmlformats.org/package/2006/relationships"><Relationship Id="rId2" Type="http://schemas.openxmlformats.org/officeDocument/2006/relationships/chart" Target="../charts/chart42.xml"/><Relationship Id="rId1" Type="http://schemas.openxmlformats.org/officeDocument/2006/relationships/slideLayout" Target="../slideLayouts/slideLayout2.xml"/></Relationships>
</file>

<file path=ppt/slides/_rels/slide298.xml.rels><?xml version="1.0" encoding="UTF-8" standalone="yes"?>
<Relationships xmlns="http://schemas.openxmlformats.org/package/2006/relationships"><Relationship Id="rId2" Type="http://schemas.openxmlformats.org/officeDocument/2006/relationships/chart" Target="../charts/chart43.xml"/><Relationship Id="rId1" Type="http://schemas.openxmlformats.org/officeDocument/2006/relationships/slideLayout" Target="../slideLayouts/slideLayout2.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0.xml.rels><?xml version="1.0" encoding="UTF-8" standalone="yes"?>
<Relationships xmlns="http://schemas.openxmlformats.org/package/2006/relationships"><Relationship Id="rId3" Type="http://schemas.openxmlformats.org/officeDocument/2006/relationships/chart" Target="../charts/chart44.xml"/><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301.xml.rels><?xml version="1.0" encoding="UTF-8" standalone="yes"?>
<Relationships xmlns="http://schemas.openxmlformats.org/package/2006/relationships"><Relationship Id="rId2" Type="http://schemas.openxmlformats.org/officeDocument/2006/relationships/chart" Target="../charts/chart45.xml"/><Relationship Id="rId1" Type="http://schemas.openxmlformats.org/officeDocument/2006/relationships/slideLayout" Target="../slideLayouts/slideLayout2.xml"/></Relationships>
</file>

<file path=ppt/slides/_rels/slide302.xml.rels><?xml version="1.0" encoding="UTF-8" standalone="yes"?>
<Relationships xmlns="http://schemas.openxmlformats.org/package/2006/relationships"><Relationship Id="rId2" Type="http://schemas.openxmlformats.org/officeDocument/2006/relationships/chart" Target="../charts/chart46.xml"/><Relationship Id="rId1" Type="http://schemas.openxmlformats.org/officeDocument/2006/relationships/slideLayout" Target="../slideLayouts/slideLayout2.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7.xml.rels><?xml version="1.0" encoding="UTF-8" standalone="yes"?>
<Relationships xmlns="http://schemas.openxmlformats.org/package/2006/relationships"><Relationship Id="rId3" Type="http://schemas.openxmlformats.org/officeDocument/2006/relationships/chart" Target="../charts/chart47.xml"/><Relationship Id="rId2" Type="http://schemas.openxmlformats.org/officeDocument/2006/relationships/image" Target="../media/image46.png"/><Relationship Id="rId1" Type="http://schemas.openxmlformats.org/officeDocument/2006/relationships/slideLayout" Target="../slideLayouts/slideLayout2.xml"/></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0.xml.rels><?xml version="1.0" encoding="UTF-8" standalone="yes"?>
<Relationships xmlns="http://schemas.openxmlformats.org/package/2006/relationships"><Relationship Id="rId2" Type="http://schemas.openxmlformats.org/officeDocument/2006/relationships/image" Target="../media/image47.png"/><Relationship Id="rId1" Type="http://schemas.openxmlformats.org/officeDocument/2006/relationships/slideLayout" Target="../slideLayouts/slideLayout2.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0.xml.rels><?xml version="1.0" encoding="UTF-8" standalone="yes"?>
<Relationships xmlns="http://schemas.openxmlformats.org/package/2006/relationships"><Relationship Id="rId2" Type="http://schemas.openxmlformats.org/officeDocument/2006/relationships/image" Target="NULL"/><Relationship Id="rId1" Type="http://schemas.openxmlformats.org/officeDocument/2006/relationships/slideLayout" Target="../slideLayouts/slideLayout2.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7.xml.rels><?xml version="1.0" encoding="UTF-8" standalone="yes"?>
<Relationships xmlns="http://schemas.openxmlformats.org/package/2006/relationships"><Relationship Id="rId2" Type="http://schemas.openxmlformats.org/officeDocument/2006/relationships/image" Target="NULL"/><Relationship Id="rId1" Type="http://schemas.openxmlformats.org/officeDocument/2006/relationships/slideLayout" Target="../slideLayouts/slideLayout2.xml"/></Relationships>
</file>

<file path=ppt/slides/_rels/slide338.xml.rels><?xml version="1.0" encoding="UTF-8" standalone="yes"?>
<Relationships xmlns="http://schemas.openxmlformats.org/package/2006/relationships"><Relationship Id="rId2" Type="http://schemas.openxmlformats.org/officeDocument/2006/relationships/image" Target="NULL"/><Relationship Id="rId1" Type="http://schemas.openxmlformats.org/officeDocument/2006/relationships/slideLayout" Target="../slideLayouts/slideLayout2.xml"/></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等腰三角形 24"/>
          <p:cNvSpPr/>
          <p:nvPr/>
        </p:nvSpPr>
        <p:spPr>
          <a:xfrm>
            <a:off x="4945033" y="1203015"/>
            <a:ext cx="4104837" cy="2175513"/>
          </a:xfrm>
          <a:prstGeom prst="triangle">
            <a:avLst>
              <a:gd name="adj" fmla="val 0"/>
            </a:avLst>
          </a:prstGeom>
          <a:solidFill>
            <a:srgbClr val="DA4D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等腰三角形 25"/>
          <p:cNvSpPr/>
          <p:nvPr/>
        </p:nvSpPr>
        <p:spPr>
          <a:xfrm>
            <a:off x="4955837" y="1203015"/>
            <a:ext cx="2901079" cy="2175513"/>
          </a:xfrm>
          <a:prstGeom prst="triangle">
            <a:avLst>
              <a:gd name="adj" fmla="val 0"/>
            </a:avLst>
          </a:prstGeom>
          <a:solidFill>
            <a:srgbClr val="E7BE2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 name="等腰三角形 26"/>
          <p:cNvSpPr/>
          <p:nvPr/>
        </p:nvSpPr>
        <p:spPr>
          <a:xfrm>
            <a:off x="4945035" y="1203015"/>
            <a:ext cx="1718929" cy="2175513"/>
          </a:xfrm>
          <a:prstGeom prst="triangle">
            <a:avLst>
              <a:gd name="adj" fmla="val 0"/>
            </a:avLst>
          </a:prstGeom>
          <a:solidFill>
            <a:srgbClr val="4BB56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流程图: 过程 27"/>
          <p:cNvSpPr/>
          <p:nvPr/>
        </p:nvSpPr>
        <p:spPr>
          <a:xfrm rot="20502650">
            <a:off x="2992604" y="1466683"/>
            <a:ext cx="1692000" cy="72000"/>
          </a:xfrm>
          <a:prstGeom prst="flowChartProcess">
            <a:avLst/>
          </a:prstGeom>
          <a:gradFill flip="none" rotWithShape="1">
            <a:gsLst>
              <a:gs pos="0">
                <a:srgbClr val="B7B6B7"/>
              </a:gs>
              <a:gs pos="100000">
                <a:schemeClr val="bg1"/>
              </a:gs>
            </a:gsLst>
            <a:lin ang="18900000" scaled="1"/>
            <a:tileRect/>
          </a:gradFill>
          <a:ln>
            <a:noFill/>
          </a:ln>
          <a:effectLst>
            <a:outerShdw blurRad="254000" dist="50800" dir="2700000" sx="102000" sy="102000" algn="tl" rotWithShape="0">
              <a:prstClr val="black">
                <a:alpha val="32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sz="2800">
              <a:solidFill>
                <a:schemeClr val="tx1">
                  <a:lumMod val="65000"/>
                  <a:lumOff val="35000"/>
                </a:schemeClr>
              </a:solidFill>
              <a:latin typeface="Impact" panose="020B0806030902050204" pitchFamily="34" charset="0"/>
            </a:endParaRPr>
          </a:p>
        </p:txBody>
      </p:sp>
      <p:sp>
        <p:nvSpPr>
          <p:cNvPr id="29" name="流程图: 过程 28"/>
          <p:cNvSpPr/>
          <p:nvPr/>
        </p:nvSpPr>
        <p:spPr>
          <a:xfrm rot="15057890">
            <a:off x="2585500" y="2476287"/>
            <a:ext cx="1476000" cy="90000"/>
          </a:xfrm>
          <a:prstGeom prst="flowChartProcess">
            <a:avLst/>
          </a:prstGeom>
          <a:gradFill flip="none" rotWithShape="1">
            <a:gsLst>
              <a:gs pos="0">
                <a:srgbClr val="B7B6B7"/>
              </a:gs>
              <a:gs pos="100000">
                <a:schemeClr val="bg1"/>
              </a:gs>
            </a:gsLst>
            <a:lin ang="18900000" scaled="1"/>
            <a:tileRect/>
          </a:gradFill>
          <a:ln>
            <a:noFill/>
          </a:ln>
          <a:effectLst>
            <a:outerShdw blurRad="254000" dist="50800" dir="2700000" sx="102000" sy="102000" algn="tl" rotWithShape="0">
              <a:prstClr val="black">
                <a:alpha val="32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sz="2800">
              <a:solidFill>
                <a:schemeClr val="tx1">
                  <a:lumMod val="65000"/>
                  <a:lumOff val="35000"/>
                </a:schemeClr>
              </a:solidFill>
              <a:latin typeface="Impact" panose="020B0806030902050204" pitchFamily="34" charset="0"/>
            </a:endParaRPr>
          </a:p>
        </p:txBody>
      </p:sp>
      <p:sp>
        <p:nvSpPr>
          <p:cNvPr id="30" name="任意多边形 29"/>
          <p:cNvSpPr/>
          <p:nvPr/>
        </p:nvSpPr>
        <p:spPr>
          <a:xfrm>
            <a:off x="3033176" y="3103569"/>
            <a:ext cx="953015" cy="274959"/>
          </a:xfrm>
          <a:custGeom>
            <a:avLst/>
            <a:gdLst>
              <a:gd name="connsiteX0" fmla="*/ 476507 w 953015"/>
              <a:gd name="connsiteY0" fmla="*/ 0 h 274959"/>
              <a:gd name="connsiteX1" fmla="*/ 936533 w 953015"/>
              <a:gd name="connsiteY1" fmla="*/ 244594 h 274959"/>
              <a:gd name="connsiteX2" fmla="*/ 953015 w 953015"/>
              <a:gd name="connsiteY2" fmla="*/ 274959 h 274959"/>
              <a:gd name="connsiteX3" fmla="*/ 0 w 953015"/>
              <a:gd name="connsiteY3" fmla="*/ 274959 h 274959"/>
              <a:gd name="connsiteX4" fmla="*/ 16481 w 953015"/>
              <a:gd name="connsiteY4" fmla="*/ 244594 h 274959"/>
              <a:gd name="connsiteX5" fmla="*/ 476507 w 953015"/>
              <a:gd name="connsiteY5" fmla="*/ 0 h 274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3015" h="274959">
                <a:moveTo>
                  <a:pt x="476507" y="0"/>
                </a:moveTo>
                <a:cubicBezTo>
                  <a:pt x="668002" y="0"/>
                  <a:pt x="836836" y="97023"/>
                  <a:pt x="936533" y="244594"/>
                </a:cubicBezTo>
                <a:lnTo>
                  <a:pt x="953015" y="274959"/>
                </a:lnTo>
                <a:lnTo>
                  <a:pt x="0" y="274959"/>
                </a:lnTo>
                <a:lnTo>
                  <a:pt x="16481" y="244594"/>
                </a:lnTo>
                <a:cubicBezTo>
                  <a:pt x="116178" y="97023"/>
                  <a:pt x="285012" y="0"/>
                  <a:pt x="476507" y="0"/>
                </a:cubicBezTo>
                <a:close/>
              </a:path>
            </a:pathLst>
          </a:custGeom>
          <a:gradFill flip="none" rotWithShape="1">
            <a:gsLst>
              <a:gs pos="100000">
                <a:schemeClr val="bg1"/>
              </a:gs>
              <a:gs pos="0">
                <a:srgbClr val="DEDEE0"/>
              </a:gs>
            </a:gsLst>
            <a:lin ang="18900000" scaled="1"/>
            <a:tileRect/>
          </a:gradFill>
          <a:ln>
            <a:noFill/>
          </a:ln>
          <a:effectLst>
            <a:outerShdw blurRad="127000" dist="38100" dir="8100000" algn="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31" name="椭圆 30"/>
          <p:cNvSpPr/>
          <p:nvPr/>
        </p:nvSpPr>
        <p:spPr>
          <a:xfrm>
            <a:off x="2998211" y="1664046"/>
            <a:ext cx="216859" cy="216859"/>
          </a:xfrm>
          <a:prstGeom prst="ellipse">
            <a:avLst/>
          </a:prstGeom>
          <a:solidFill>
            <a:schemeClr val="bg1"/>
          </a:solidFill>
          <a:ln w="57150">
            <a:solidFill>
              <a:srgbClr val="F8841D"/>
            </a:solid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 name="等腰三角形 31"/>
          <p:cNvSpPr/>
          <p:nvPr/>
        </p:nvSpPr>
        <p:spPr>
          <a:xfrm>
            <a:off x="4278060" y="1203015"/>
            <a:ext cx="1192952" cy="2175513"/>
          </a:xfrm>
          <a:prstGeom prst="triangle">
            <a:avLst>
              <a:gd name="adj" fmla="val 55636"/>
            </a:avLst>
          </a:prstGeom>
          <a:solidFill>
            <a:srgbClr val="3A8FCB"/>
          </a:solidFill>
          <a:ln w="3810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solidFill>
                <a:schemeClr val="tx1"/>
              </a:solidFill>
            </a:endParaRPr>
          </a:p>
        </p:txBody>
      </p:sp>
      <p:sp>
        <p:nvSpPr>
          <p:cNvPr id="33" name="Freeform 6"/>
          <p:cNvSpPr>
            <a:spLocks/>
          </p:cNvSpPr>
          <p:nvPr/>
        </p:nvSpPr>
        <p:spPr bwMode="auto">
          <a:xfrm rot="961747" flipH="1">
            <a:off x="4420710" y="714333"/>
            <a:ext cx="986970" cy="977367"/>
          </a:xfrm>
          <a:custGeom>
            <a:avLst/>
            <a:gdLst>
              <a:gd name="T0" fmla="*/ 925 w 925"/>
              <a:gd name="T1" fmla="*/ 260 h 916"/>
              <a:gd name="T2" fmla="*/ 689 w 925"/>
              <a:gd name="T3" fmla="*/ 0 h 916"/>
              <a:gd name="T4" fmla="*/ 0 w 925"/>
              <a:gd name="T5" fmla="*/ 300 h 916"/>
              <a:gd name="T6" fmla="*/ 558 w 925"/>
              <a:gd name="T7" fmla="*/ 916 h 916"/>
              <a:gd name="T8" fmla="*/ 925 w 925"/>
              <a:gd name="T9" fmla="*/ 260 h 916"/>
            </a:gdLst>
            <a:ahLst/>
            <a:cxnLst>
              <a:cxn ang="0">
                <a:pos x="T0" y="T1"/>
              </a:cxn>
              <a:cxn ang="0">
                <a:pos x="T2" y="T3"/>
              </a:cxn>
              <a:cxn ang="0">
                <a:pos x="T4" y="T5"/>
              </a:cxn>
              <a:cxn ang="0">
                <a:pos x="T6" y="T7"/>
              </a:cxn>
              <a:cxn ang="0">
                <a:pos x="T8" y="T9"/>
              </a:cxn>
            </a:cxnLst>
            <a:rect l="0" t="0" r="r" b="b"/>
            <a:pathLst>
              <a:path w="925" h="916">
                <a:moveTo>
                  <a:pt x="925" y="260"/>
                </a:moveTo>
                <a:lnTo>
                  <a:pt x="689" y="0"/>
                </a:lnTo>
                <a:lnTo>
                  <a:pt x="0" y="300"/>
                </a:lnTo>
                <a:lnTo>
                  <a:pt x="558" y="916"/>
                </a:lnTo>
                <a:lnTo>
                  <a:pt x="925" y="260"/>
                </a:lnTo>
                <a:close/>
              </a:path>
            </a:pathLst>
          </a:custGeom>
          <a:solidFill>
            <a:srgbClr val="F0F0F0"/>
          </a:solidFill>
          <a:ln w="19050" cap="flat">
            <a:gradFill flip="none" rotWithShape="1">
              <a:gsLst>
                <a:gs pos="0">
                  <a:srgbClr val="FFFFFF"/>
                </a:gs>
                <a:gs pos="100000">
                  <a:srgbClr val="F0F0F0"/>
                </a:gs>
              </a:gsLst>
              <a:lin ang="2700000" scaled="1"/>
              <a:tileRect/>
            </a:gradFill>
            <a:prstDash val="solid"/>
            <a:miter lim="800000"/>
            <a:headEnd/>
            <a:tailEnd/>
          </a:ln>
          <a:effectLst>
            <a:outerShdw blurRad="127000" dist="762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35" name="组合 34"/>
          <p:cNvGrpSpPr>
            <a:grpSpLocks noChangeAspect="1"/>
          </p:cNvGrpSpPr>
          <p:nvPr/>
        </p:nvGrpSpPr>
        <p:grpSpPr>
          <a:xfrm>
            <a:off x="6729786" y="2946813"/>
            <a:ext cx="341810" cy="328255"/>
            <a:chOff x="6235701" y="4083050"/>
            <a:chExt cx="560387" cy="538163"/>
          </a:xfrm>
          <a:solidFill>
            <a:schemeClr val="bg1"/>
          </a:solidFill>
        </p:grpSpPr>
        <p:sp>
          <p:nvSpPr>
            <p:cNvPr id="36" name="Freeform 31"/>
            <p:cNvSpPr>
              <a:spLocks/>
            </p:cNvSpPr>
            <p:nvPr/>
          </p:nvSpPr>
          <p:spPr bwMode="auto">
            <a:xfrm>
              <a:off x="6637338" y="4083050"/>
              <a:ext cx="158750" cy="161925"/>
            </a:xfrm>
            <a:custGeom>
              <a:avLst/>
              <a:gdLst>
                <a:gd name="T0" fmla="*/ 33 w 42"/>
                <a:gd name="T1" fmla="*/ 10 h 43"/>
                <a:gd name="T2" fmla="*/ 2 w 42"/>
                <a:gd name="T3" fmla="*/ 6 h 43"/>
                <a:gd name="T4" fmla="*/ 2 w 42"/>
                <a:gd name="T5" fmla="*/ 13 h 43"/>
                <a:gd name="T6" fmla="*/ 29 w 42"/>
                <a:gd name="T7" fmla="*/ 41 h 43"/>
                <a:gd name="T8" fmla="*/ 36 w 42"/>
                <a:gd name="T9" fmla="*/ 40 h 43"/>
                <a:gd name="T10" fmla="*/ 33 w 42"/>
                <a:gd name="T11" fmla="*/ 10 h 43"/>
              </a:gdLst>
              <a:ahLst/>
              <a:cxnLst>
                <a:cxn ang="0">
                  <a:pos x="T0" y="T1"/>
                </a:cxn>
                <a:cxn ang="0">
                  <a:pos x="T2" y="T3"/>
                </a:cxn>
                <a:cxn ang="0">
                  <a:pos x="T4" y="T5"/>
                </a:cxn>
                <a:cxn ang="0">
                  <a:pos x="T6" y="T7"/>
                </a:cxn>
                <a:cxn ang="0">
                  <a:pos x="T8" y="T9"/>
                </a:cxn>
                <a:cxn ang="0">
                  <a:pos x="T10" y="T11"/>
                </a:cxn>
              </a:cxnLst>
              <a:rect l="0" t="0" r="r" b="b"/>
              <a:pathLst>
                <a:path w="42" h="43">
                  <a:moveTo>
                    <a:pt x="33" y="10"/>
                  </a:moveTo>
                  <a:cubicBezTo>
                    <a:pt x="24" y="2"/>
                    <a:pt x="12" y="0"/>
                    <a:pt x="2" y="6"/>
                  </a:cubicBezTo>
                  <a:cubicBezTo>
                    <a:pt x="0" y="8"/>
                    <a:pt x="0" y="11"/>
                    <a:pt x="2" y="13"/>
                  </a:cubicBezTo>
                  <a:cubicBezTo>
                    <a:pt x="29" y="41"/>
                    <a:pt x="29" y="41"/>
                    <a:pt x="29" y="41"/>
                  </a:cubicBezTo>
                  <a:cubicBezTo>
                    <a:pt x="31" y="43"/>
                    <a:pt x="34" y="42"/>
                    <a:pt x="36" y="40"/>
                  </a:cubicBezTo>
                  <a:cubicBezTo>
                    <a:pt x="42" y="31"/>
                    <a:pt x="41" y="18"/>
                    <a:pt x="33" y="10"/>
                  </a:cubicBezTo>
                  <a:close/>
                </a:path>
              </a:pathLst>
            </a:custGeom>
            <a:grp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7" name="Freeform 32"/>
            <p:cNvSpPr>
              <a:spLocks noEditPoints="1"/>
            </p:cNvSpPr>
            <p:nvPr/>
          </p:nvSpPr>
          <p:spPr bwMode="auto">
            <a:xfrm>
              <a:off x="6269038" y="4129088"/>
              <a:ext cx="481013" cy="492125"/>
            </a:xfrm>
            <a:custGeom>
              <a:avLst/>
              <a:gdLst>
                <a:gd name="T0" fmla="*/ 116 w 128"/>
                <a:gd name="T1" fmla="*/ 99 h 131"/>
                <a:gd name="T2" fmla="*/ 128 w 128"/>
                <a:gd name="T3" fmla="*/ 63 h 131"/>
                <a:gd name="T4" fmla="*/ 65 w 128"/>
                <a:gd name="T5" fmla="*/ 0 h 131"/>
                <a:gd name="T6" fmla="*/ 64 w 128"/>
                <a:gd name="T7" fmla="*/ 0 h 131"/>
                <a:gd name="T8" fmla="*/ 2 w 128"/>
                <a:gd name="T9" fmla="*/ 63 h 131"/>
                <a:gd name="T10" fmla="*/ 13 w 128"/>
                <a:gd name="T11" fmla="*/ 97 h 131"/>
                <a:gd name="T12" fmla="*/ 2 w 128"/>
                <a:gd name="T13" fmla="*/ 119 h 131"/>
                <a:gd name="T14" fmla="*/ 6 w 128"/>
                <a:gd name="T15" fmla="*/ 130 h 131"/>
                <a:gd name="T16" fmla="*/ 10 w 128"/>
                <a:gd name="T17" fmla="*/ 131 h 131"/>
                <a:gd name="T18" fmla="*/ 17 w 128"/>
                <a:gd name="T19" fmla="*/ 126 h 131"/>
                <a:gd name="T20" fmla="*/ 25 w 128"/>
                <a:gd name="T21" fmla="*/ 111 h 131"/>
                <a:gd name="T22" fmla="*/ 64 w 128"/>
                <a:gd name="T23" fmla="*/ 125 h 131"/>
                <a:gd name="T24" fmla="*/ 65 w 128"/>
                <a:gd name="T25" fmla="*/ 125 h 131"/>
                <a:gd name="T26" fmla="*/ 103 w 128"/>
                <a:gd name="T27" fmla="*/ 112 h 131"/>
                <a:gd name="T28" fmla="*/ 110 w 128"/>
                <a:gd name="T29" fmla="*/ 126 h 131"/>
                <a:gd name="T30" fmla="*/ 118 w 128"/>
                <a:gd name="T31" fmla="*/ 131 h 131"/>
                <a:gd name="T32" fmla="*/ 122 w 128"/>
                <a:gd name="T33" fmla="*/ 130 h 131"/>
                <a:gd name="T34" fmla="*/ 126 w 128"/>
                <a:gd name="T35" fmla="*/ 119 h 131"/>
                <a:gd name="T36" fmla="*/ 116 w 128"/>
                <a:gd name="T37" fmla="*/ 99 h 131"/>
                <a:gd name="T38" fmla="*/ 65 w 128"/>
                <a:gd name="T39" fmla="*/ 109 h 131"/>
                <a:gd name="T40" fmla="*/ 64 w 128"/>
                <a:gd name="T41" fmla="*/ 109 h 131"/>
                <a:gd name="T42" fmla="*/ 19 w 128"/>
                <a:gd name="T43" fmla="*/ 63 h 131"/>
                <a:gd name="T44" fmla="*/ 64 w 128"/>
                <a:gd name="T45" fmla="*/ 17 h 131"/>
                <a:gd name="T46" fmla="*/ 65 w 128"/>
                <a:gd name="T47" fmla="*/ 17 h 131"/>
                <a:gd name="T48" fmla="*/ 111 w 128"/>
                <a:gd name="T49" fmla="*/ 63 h 131"/>
                <a:gd name="T50" fmla="*/ 65 w 128"/>
                <a:gd name="T51" fmla="*/ 109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8" h="131">
                  <a:moveTo>
                    <a:pt x="116" y="99"/>
                  </a:moveTo>
                  <a:cubicBezTo>
                    <a:pt x="123" y="89"/>
                    <a:pt x="128" y="77"/>
                    <a:pt x="128" y="63"/>
                  </a:cubicBezTo>
                  <a:cubicBezTo>
                    <a:pt x="128" y="28"/>
                    <a:pt x="100" y="0"/>
                    <a:pt x="65" y="0"/>
                  </a:cubicBezTo>
                  <a:cubicBezTo>
                    <a:pt x="65" y="0"/>
                    <a:pt x="65" y="0"/>
                    <a:pt x="64" y="0"/>
                  </a:cubicBezTo>
                  <a:cubicBezTo>
                    <a:pt x="30" y="1"/>
                    <a:pt x="2" y="29"/>
                    <a:pt x="2" y="63"/>
                  </a:cubicBezTo>
                  <a:cubicBezTo>
                    <a:pt x="2" y="76"/>
                    <a:pt x="6" y="88"/>
                    <a:pt x="13" y="97"/>
                  </a:cubicBezTo>
                  <a:cubicBezTo>
                    <a:pt x="2" y="119"/>
                    <a:pt x="2" y="119"/>
                    <a:pt x="2" y="119"/>
                  </a:cubicBezTo>
                  <a:cubicBezTo>
                    <a:pt x="0" y="123"/>
                    <a:pt x="2" y="128"/>
                    <a:pt x="6" y="130"/>
                  </a:cubicBezTo>
                  <a:cubicBezTo>
                    <a:pt x="7" y="131"/>
                    <a:pt x="8" y="131"/>
                    <a:pt x="10" y="131"/>
                  </a:cubicBezTo>
                  <a:cubicBezTo>
                    <a:pt x="13" y="131"/>
                    <a:pt x="16" y="129"/>
                    <a:pt x="17" y="126"/>
                  </a:cubicBezTo>
                  <a:cubicBezTo>
                    <a:pt x="25" y="111"/>
                    <a:pt x="25" y="111"/>
                    <a:pt x="25" y="111"/>
                  </a:cubicBezTo>
                  <a:cubicBezTo>
                    <a:pt x="36" y="120"/>
                    <a:pt x="49" y="125"/>
                    <a:pt x="64" y="125"/>
                  </a:cubicBezTo>
                  <a:cubicBezTo>
                    <a:pt x="65" y="125"/>
                    <a:pt x="65" y="125"/>
                    <a:pt x="65" y="125"/>
                  </a:cubicBezTo>
                  <a:cubicBezTo>
                    <a:pt x="79" y="125"/>
                    <a:pt x="93" y="121"/>
                    <a:pt x="103" y="112"/>
                  </a:cubicBezTo>
                  <a:cubicBezTo>
                    <a:pt x="110" y="126"/>
                    <a:pt x="110" y="126"/>
                    <a:pt x="110" y="126"/>
                  </a:cubicBezTo>
                  <a:cubicBezTo>
                    <a:pt x="112" y="129"/>
                    <a:pt x="115" y="131"/>
                    <a:pt x="118" y="131"/>
                  </a:cubicBezTo>
                  <a:cubicBezTo>
                    <a:pt x="119" y="131"/>
                    <a:pt x="121" y="131"/>
                    <a:pt x="122" y="130"/>
                  </a:cubicBezTo>
                  <a:cubicBezTo>
                    <a:pt x="126" y="128"/>
                    <a:pt x="128" y="123"/>
                    <a:pt x="126" y="119"/>
                  </a:cubicBezTo>
                  <a:lnTo>
                    <a:pt x="116" y="99"/>
                  </a:lnTo>
                  <a:close/>
                  <a:moveTo>
                    <a:pt x="65" y="109"/>
                  </a:moveTo>
                  <a:cubicBezTo>
                    <a:pt x="65" y="109"/>
                    <a:pt x="65" y="109"/>
                    <a:pt x="64" y="109"/>
                  </a:cubicBezTo>
                  <a:cubicBezTo>
                    <a:pt x="39" y="108"/>
                    <a:pt x="19" y="88"/>
                    <a:pt x="19" y="63"/>
                  </a:cubicBezTo>
                  <a:cubicBezTo>
                    <a:pt x="19" y="38"/>
                    <a:pt x="39" y="18"/>
                    <a:pt x="64" y="17"/>
                  </a:cubicBezTo>
                  <a:cubicBezTo>
                    <a:pt x="65" y="17"/>
                    <a:pt x="65" y="17"/>
                    <a:pt x="65" y="17"/>
                  </a:cubicBezTo>
                  <a:cubicBezTo>
                    <a:pt x="90" y="17"/>
                    <a:pt x="111" y="38"/>
                    <a:pt x="111" y="63"/>
                  </a:cubicBezTo>
                  <a:cubicBezTo>
                    <a:pt x="111" y="88"/>
                    <a:pt x="90" y="109"/>
                    <a:pt x="65" y="109"/>
                  </a:cubicBezTo>
                  <a:close/>
                </a:path>
              </a:pathLst>
            </a:custGeom>
            <a:grp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8" name="Freeform 33"/>
            <p:cNvSpPr>
              <a:spLocks/>
            </p:cNvSpPr>
            <p:nvPr/>
          </p:nvSpPr>
          <p:spPr bwMode="auto">
            <a:xfrm>
              <a:off x="6416676" y="4279900"/>
              <a:ext cx="115888" cy="198438"/>
            </a:xfrm>
            <a:custGeom>
              <a:avLst/>
              <a:gdLst>
                <a:gd name="T0" fmla="*/ 26 w 31"/>
                <a:gd name="T1" fmla="*/ 0 h 53"/>
                <a:gd name="T2" fmla="*/ 25 w 31"/>
                <a:gd name="T3" fmla="*/ 0 h 53"/>
                <a:gd name="T4" fmla="*/ 21 w 31"/>
                <a:gd name="T5" fmla="*/ 4 h 53"/>
                <a:gd name="T6" fmla="*/ 21 w 31"/>
                <a:gd name="T7" fmla="*/ 23 h 53"/>
                <a:gd name="T8" fmla="*/ 2 w 31"/>
                <a:gd name="T9" fmla="*/ 45 h 53"/>
                <a:gd name="T10" fmla="*/ 2 w 31"/>
                <a:gd name="T11" fmla="*/ 52 h 53"/>
                <a:gd name="T12" fmla="*/ 5 w 31"/>
                <a:gd name="T13" fmla="*/ 53 h 53"/>
                <a:gd name="T14" fmla="*/ 9 w 31"/>
                <a:gd name="T15" fmla="*/ 52 h 53"/>
                <a:gd name="T16" fmla="*/ 25 w 31"/>
                <a:gd name="T17" fmla="*/ 33 h 53"/>
                <a:gd name="T18" fmla="*/ 29 w 31"/>
                <a:gd name="T19" fmla="*/ 28 h 53"/>
                <a:gd name="T20" fmla="*/ 31 w 31"/>
                <a:gd name="T21" fmla="*/ 25 h 53"/>
                <a:gd name="T22" fmla="*/ 31 w 31"/>
                <a:gd name="T23" fmla="*/ 4 h 53"/>
                <a:gd name="T24" fmla="*/ 26 w 31"/>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53">
                  <a:moveTo>
                    <a:pt x="26" y="0"/>
                  </a:moveTo>
                  <a:cubicBezTo>
                    <a:pt x="26" y="0"/>
                    <a:pt x="26" y="0"/>
                    <a:pt x="25" y="0"/>
                  </a:cubicBezTo>
                  <a:cubicBezTo>
                    <a:pt x="23" y="0"/>
                    <a:pt x="21" y="2"/>
                    <a:pt x="21" y="4"/>
                  </a:cubicBezTo>
                  <a:cubicBezTo>
                    <a:pt x="21" y="23"/>
                    <a:pt x="21" y="23"/>
                    <a:pt x="21" y="23"/>
                  </a:cubicBezTo>
                  <a:cubicBezTo>
                    <a:pt x="2" y="45"/>
                    <a:pt x="2" y="45"/>
                    <a:pt x="2" y="45"/>
                  </a:cubicBezTo>
                  <a:cubicBezTo>
                    <a:pt x="0" y="48"/>
                    <a:pt x="0" y="51"/>
                    <a:pt x="2" y="52"/>
                  </a:cubicBezTo>
                  <a:cubicBezTo>
                    <a:pt x="3" y="53"/>
                    <a:pt x="4" y="53"/>
                    <a:pt x="5" y="53"/>
                  </a:cubicBezTo>
                  <a:cubicBezTo>
                    <a:pt x="7" y="53"/>
                    <a:pt x="8" y="53"/>
                    <a:pt x="9" y="52"/>
                  </a:cubicBezTo>
                  <a:cubicBezTo>
                    <a:pt x="25" y="33"/>
                    <a:pt x="25" y="33"/>
                    <a:pt x="25" y="33"/>
                  </a:cubicBezTo>
                  <a:cubicBezTo>
                    <a:pt x="29" y="28"/>
                    <a:pt x="29" y="28"/>
                    <a:pt x="29" y="28"/>
                  </a:cubicBezTo>
                  <a:cubicBezTo>
                    <a:pt x="30" y="27"/>
                    <a:pt x="31" y="26"/>
                    <a:pt x="31" y="25"/>
                  </a:cubicBezTo>
                  <a:cubicBezTo>
                    <a:pt x="31" y="4"/>
                    <a:pt x="31" y="4"/>
                    <a:pt x="31" y="4"/>
                  </a:cubicBezTo>
                  <a:cubicBezTo>
                    <a:pt x="31" y="2"/>
                    <a:pt x="29" y="0"/>
                    <a:pt x="26" y="0"/>
                  </a:cubicBezTo>
                  <a:close/>
                </a:path>
              </a:pathLst>
            </a:custGeom>
            <a:grp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9" name="Freeform 34"/>
            <p:cNvSpPr>
              <a:spLocks/>
            </p:cNvSpPr>
            <p:nvPr/>
          </p:nvSpPr>
          <p:spPr bwMode="auto">
            <a:xfrm>
              <a:off x="6235701" y="4083050"/>
              <a:ext cx="157163" cy="161925"/>
            </a:xfrm>
            <a:custGeom>
              <a:avLst/>
              <a:gdLst>
                <a:gd name="T0" fmla="*/ 9 w 42"/>
                <a:gd name="T1" fmla="*/ 10 h 43"/>
                <a:gd name="T2" fmla="*/ 6 w 42"/>
                <a:gd name="T3" fmla="*/ 40 h 43"/>
                <a:gd name="T4" fmla="*/ 12 w 42"/>
                <a:gd name="T5" fmla="*/ 41 h 43"/>
                <a:gd name="T6" fmla="*/ 40 w 42"/>
                <a:gd name="T7" fmla="*/ 13 h 43"/>
                <a:gd name="T8" fmla="*/ 39 w 42"/>
                <a:gd name="T9" fmla="*/ 6 h 43"/>
                <a:gd name="T10" fmla="*/ 9 w 42"/>
                <a:gd name="T11" fmla="*/ 10 h 43"/>
              </a:gdLst>
              <a:ahLst/>
              <a:cxnLst>
                <a:cxn ang="0">
                  <a:pos x="T0" y="T1"/>
                </a:cxn>
                <a:cxn ang="0">
                  <a:pos x="T2" y="T3"/>
                </a:cxn>
                <a:cxn ang="0">
                  <a:pos x="T4" y="T5"/>
                </a:cxn>
                <a:cxn ang="0">
                  <a:pos x="T6" y="T7"/>
                </a:cxn>
                <a:cxn ang="0">
                  <a:pos x="T8" y="T9"/>
                </a:cxn>
                <a:cxn ang="0">
                  <a:pos x="T10" y="T11"/>
                </a:cxn>
              </a:cxnLst>
              <a:rect l="0" t="0" r="r" b="b"/>
              <a:pathLst>
                <a:path w="42" h="43">
                  <a:moveTo>
                    <a:pt x="9" y="10"/>
                  </a:moveTo>
                  <a:cubicBezTo>
                    <a:pt x="1" y="18"/>
                    <a:pt x="0" y="31"/>
                    <a:pt x="6" y="40"/>
                  </a:cubicBezTo>
                  <a:cubicBezTo>
                    <a:pt x="7" y="42"/>
                    <a:pt x="10" y="43"/>
                    <a:pt x="12" y="41"/>
                  </a:cubicBezTo>
                  <a:cubicBezTo>
                    <a:pt x="40" y="13"/>
                    <a:pt x="40" y="13"/>
                    <a:pt x="40" y="13"/>
                  </a:cubicBezTo>
                  <a:cubicBezTo>
                    <a:pt x="42" y="11"/>
                    <a:pt x="41" y="8"/>
                    <a:pt x="39" y="6"/>
                  </a:cubicBezTo>
                  <a:cubicBezTo>
                    <a:pt x="30" y="0"/>
                    <a:pt x="17" y="2"/>
                    <a:pt x="9" y="10"/>
                  </a:cubicBezTo>
                  <a:close/>
                </a:path>
              </a:pathLst>
            </a:custGeom>
            <a:grp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sp>
        <p:nvSpPr>
          <p:cNvPr id="40" name="Freeform 7"/>
          <p:cNvSpPr>
            <a:spLocks noEditPoints="1"/>
          </p:cNvSpPr>
          <p:nvPr/>
        </p:nvSpPr>
        <p:spPr bwMode="auto">
          <a:xfrm>
            <a:off x="7877250" y="2902685"/>
            <a:ext cx="213696" cy="402668"/>
          </a:xfrm>
          <a:custGeom>
            <a:avLst/>
            <a:gdLst>
              <a:gd name="T0" fmla="*/ 21 w 51"/>
              <a:gd name="T1" fmla="*/ 72 h 94"/>
              <a:gd name="T2" fmla="*/ 22 w 51"/>
              <a:gd name="T3" fmla="*/ 50 h 94"/>
              <a:gd name="T4" fmla="*/ 7 w 51"/>
              <a:gd name="T5" fmla="*/ 40 h 94"/>
              <a:gd name="T6" fmla="*/ 3 w 51"/>
              <a:gd name="T7" fmla="*/ 26 h 94"/>
              <a:gd name="T8" fmla="*/ 9 w 51"/>
              <a:gd name="T9" fmla="*/ 11 h 94"/>
              <a:gd name="T10" fmla="*/ 23 w 51"/>
              <a:gd name="T11" fmla="*/ 5 h 94"/>
              <a:gd name="T12" fmla="*/ 23 w 51"/>
              <a:gd name="T13" fmla="*/ 0 h 94"/>
              <a:gd name="T14" fmla="*/ 31 w 51"/>
              <a:gd name="T15" fmla="*/ 0 h 94"/>
              <a:gd name="T16" fmla="*/ 31 w 51"/>
              <a:gd name="T17" fmla="*/ 5 h 94"/>
              <a:gd name="T18" fmla="*/ 44 w 51"/>
              <a:gd name="T19" fmla="*/ 11 h 94"/>
              <a:gd name="T20" fmla="*/ 50 w 51"/>
              <a:gd name="T21" fmla="*/ 24 h 94"/>
              <a:gd name="T22" fmla="*/ 37 w 51"/>
              <a:gd name="T23" fmla="*/ 25 h 94"/>
              <a:gd name="T24" fmla="*/ 30 w 51"/>
              <a:gd name="T25" fmla="*/ 17 h 94"/>
              <a:gd name="T26" fmla="*/ 30 w 51"/>
              <a:gd name="T27" fmla="*/ 37 h 94"/>
              <a:gd name="T28" fmla="*/ 47 w 51"/>
              <a:gd name="T29" fmla="*/ 47 h 94"/>
              <a:gd name="T30" fmla="*/ 51 w 51"/>
              <a:gd name="T31" fmla="*/ 61 h 94"/>
              <a:gd name="T32" fmla="*/ 45 w 51"/>
              <a:gd name="T33" fmla="*/ 76 h 94"/>
              <a:gd name="T34" fmla="*/ 29 w 51"/>
              <a:gd name="T35" fmla="*/ 84 h 94"/>
              <a:gd name="T36" fmla="*/ 28 w 51"/>
              <a:gd name="T37" fmla="*/ 94 h 94"/>
              <a:gd name="T38" fmla="*/ 21 w 51"/>
              <a:gd name="T39" fmla="*/ 94 h 94"/>
              <a:gd name="T40" fmla="*/ 21 w 51"/>
              <a:gd name="T41" fmla="*/ 84 h 94"/>
              <a:gd name="T42" fmla="*/ 6 w 51"/>
              <a:gd name="T43" fmla="*/ 77 h 94"/>
              <a:gd name="T44" fmla="*/ 0 w 51"/>
              <a:gd name="T45" fmla="*/ 61 h 94"/>
              <a:gd name="T46" fmla="*/ 14 w 51"/>
              <a:gd name="T47" fmla="*/ 60 h 94"/>
              <a:gd name="T48" fmla="*/ 16 w 51"/>
              <a:gd name="T49" fmla="*/ 67 h 94"/>
              <a:gd name="T50" fmla="*/ 21 w 51"/>
              <a:gd name="T51" fmla="*/ 72 h 94"/>
              <a:gd name="T52" fmla="*/ 23 w 51"/>
              <a:gd name="T53" fmla="*/ 17 h 94"/>
              <a:gd name="T54" fmla="*/ 18 w 51"/>
              <a:gd name="T55" fmla="*/ 20 h 94"/>
              <a:gd name="T56" fmla="*/ 16 w 51"/>
              <a:gd name="T57" fmla="*/ 25 h 94"/>
              <a:gd name="T58" fmla="*/ 17 w 51"/>
              <a:gd name="T59" fmla="*/ 31 h 94"/>
              <a:gd name="T60" fmla="*/ 22 w 51"/>
              <a:gd name="T61" fmla="*/ 35 h 94"/>
              <a:gd name="T62" fmla="*/ 23 w 51"/>
              <a:gd name="T63" fmla="*/ 17 h 94"/>
              <a:gd name="T64" fmla="*/ 29 w 51"/>
              <a:gd name="T65" fmla="*/ 72 h 94"/>
              <a:gd name="T66" fmla="*/ 35 w 51"/>
              <a:gd name="T67" fmla="*/ 69 h 94"/>
              <a:gd name="T68" fmla="*/ 38 w 51"/>
              <a:gd name="T69" fmla="*/ 62 h 94"/>
              <a:gd name="T70" fmla="*/ 36 w 51"/>
              <a:gd name="T71" fmla="*/ 56 h 94"/>
              <a:gd name="T72" fmla="*/ 29 w 51"/>
              <a:gd name="T73" fmla="*/ 52 h 94"/>
              <a:gd name="T74" fmla="*/ 29 w 51"/>
              <a:gd name="T75" fmla="*/ 7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 h="94">
                <a:moveTo>
                  <a:pt x="21" y="72"/>
                </a:moveTo>
                <a:cubicBezTo>
                  <a:pt x="22" y="50"/>
                  <a:pt x="22" y="50"/>
                  <a:pt x="22" y="50"/>
                </a:cubicBezTo>
                <a:cubicBezTo>
                  <a:pt x="15" y="47"/>
                  <a:pt x="10" y="44"/>
                  <a:pt x="7" y="40"/>
                </a:cubicBezTo>
                <a:cubicBezTo>
                  <a:pt x="4" y="36"/>
                  <a:pt x="3" y="31"/>
                  <a:pt x="3" y="26"/>
                </a:cubicBezTo>
                <a:cubicBezTo>
                  <a:pt x="3" y="20"/>
                  <a:pt x="5" y="15"/>
                  <a:pt x="9" y="11"/>
                </a:cubicBezTo>
                <a:cubicBezTo>
                  <a:pt x="12" y="8"/>
                  <a:pt x="17" y="6"/>
                  <a:pt x="23" y="5"/>
                </a:cubicBezTo>
                <a:cubicBezTo>
                  <a:pt x="23" y="0"/>
                  <a:pt x="23" y="0"/>
                  <a:pt x="23" y="0"/>
                </a:cubicBezTo>
                <a:cubicBezTo>
                  <a:pt x="31" y="0"/>
                  <a:pt x="31" y="0"/>
                  <a:pt x="31" y="0"/>
                </a:cubicBezTo>
                <a:cubicBezTo>
                  <a:pt x="31" y="5"/>
                  <a:pt x="31" y="5"/>
                  <a:pt x="31" y="5"/>
                </a:cubicBezTo>
                <a:cubicBezTo>
                  <a:pt x="36" y="6"/>
                  <a:pt x="41" y="8"/>
                  <a:pt x="44" y="11"/>
                </a:cubicBezTo>
                <a:cubicBezTo>
                  <a:pt x="47" y="15"/>
                  <a:pt x="49" y="19"/>
                  <a:pt x="50" y="24"/>
                </a:cubicBezTo>
                <a:cubicBezTo>
                  <a:pt x="37" y="25"/>
                  <a:pt x="37" y="25"/>
                  <a:pt x="37" y="25"/>
                </a:cubicBezTo>
                <a:cubicBezTo>
                  <a:pt x="36" y="21"/>
                  <a:pt x="34" y="18"/>
                  <a:pt x="30" y="17"/>
                </a:cubicBezTo>
                <a:cubicBezTo>
                  <a:pt x="30" y="37"/>
                  <a:pt x="30" y="37"/>
                  <a:pt x="30" y="37"/>
                </a:cubicBezTo>
                <a:cubicBezTo>
                  <a:pt x="38" y="40"/>
                  <a:pt x="44" y="43"/>
                  <a:pt x="47" y="47"/>
                </a:cubicBezTo>
                <a:cubicBezTo>
                  <a:pt x="50" y="50"/>
                  <a:pt x="51" y="55"/>
                  <a:pt x="51" y="61"/>
                </a:cubicBezTo>
                <a:cubicBezTo>
                  <a:pt x="51" y="67"/>
                  <a:pt x="49" y="72"/>
                  <a:pt x="45" y="76"/>
                </a:cubicBezTo>
                <a:cubicBezTo>
                  <a:pt x="41" y="81"/>
                  <a:pt x="36" y="83"/>
                  <a:pt x="29" y="84"/>
                </a:cubicBezTo>
                <a:cubicBezTo>
                  <a:pt x="28" y="94"/>
                  <a:pt x="28" y="94"/>
                  <a:pt x="28" y="94"/>
                </a:cubicBezTo>
                <a:cubicBezTo>
                  <a:pt x="21" y="94"/>
                  <a:pt x="21" y="94"/>
                  <a:pt x="21" y="94"/>
                </a:cubicBezTo>
                <a:cubicBezTo>
                  <a:pt x="21" y="84"/>
                  <a:pt x="21" y="84"/>
                  <a:pt x="21" y="84"/>
                </a:cubicBezTo>
                <a:cubicBezTo>
                  <a:pt x="15" y="83"/>
                  <a:pt x="10" y="81"/>
                  <a:pt x="6" y="77"/>
                </a:cubicBezTo>
                <a:cubicBezTo>
                  <a:pt x="3" y="73"/>
                  <a:pt x="1" y="68"/>
                  <a:pt x="0" y="61"/>
                </a:cubicBezTo>
                <a:cubicBezTo>
                  <a:pt x="14" y="60"/>
                  <a:pt x="14" y="60"/>
                  <a:pt x="14" y="60"/>
                </a:cubicBezTo>
                <a:cubicBezTo>
                  <a:pt x="14" y="62"/>
                  <a:pt x="15" y="65"/>
                  <a:pt x="16" y="67"/>
                </a:cubicBezTo>
                <a:cubicBezTo>
                  <a:pt x="18" y="69"/>
                  <a:pt x="19" y="71"/>
                  <a:pt x="21" y="72"/>
                </a:cubicBezTo>
                <a:close/>
                <a:moveTo>
                  <a:pt x="23" y="17"/>
                </a:moveTo>
                <a:cubicBezTo>
                  <a:pt x="21" y="17"/>
                  <a:pt x="19" y="18"/>
                  <a:pt x="18" y="20"/>
                </a:cubicBezTo>
                <a:cubicBezTo>
                  <a:pt x="16" y="22"/>
                  <a:pt x="16" y="23"/>
                  <a:pt x="16" y="25"/>
                </a:cubicBezTo>
                <a:cubicBezTo>
                  <a:pt x="16" y="27"/>
                  <a:pt x="16" y="29"/>
                  <a:pt x="17" y="31"/>
                </a:cubicBezTo>
                <a:cubicBezTo>
                  <a:pt x="18" y="32"/>
                  <a:pt x="20" y="34"/>
                  <a:pt x="22" y="35"/>
                </a:cubicBezTo>
                <a:lnTo>
                  <a:pt x="23" y="17"/>
                </a:lnTo>
                <a:close/>
                <a:moveTo>
                  <a:pt x="29" y="72"/>
                </a:moveTo>
                <a:cubicBezTo>
                  <a:pt x="32" y="72"/>
                  <a:pt x="34" y="71"/>
                  <a:pt x="35" y="69"/>
                </a:cubicBezTo>
                <a:cubicBezTo>
                  <a:pt x="37" y="67"/>
                  <a:pt x="38" y="65"/>
                  <a:pt x="38" y="62"/>
                </a:cubicBezTo>
                <a:cubicBezTo>
                  <a:pt x="38" y="60"/>
                  <a:pt x="38" y="58"/>
                  <a:pt x="36" y="56"/>
                </a:cubicBezTo>
                <a:cubicBezTo>
                  <a:pt x="35" y="54"/>
                  <a:pt x="33" y="53"/>
                  <a:pt x="29" y="52"/>
                </a:cubicBezTo>
                <a:lnTo>
                  <a:pt x="29" y="7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41" name="그룹 10"/>
          <p:cNvGrpSpPr/>
          <p:nvPr/>
        </p:nvGrpSpPr>
        <p:grpSpPr>
          <a:xfrm>
            <a:off x="5671979" y="2926553"/>
            <a:ext cx="324629" cy="348515"/>
            <a:chOff x="-949325" y="1254125"/>
            <a:chExt cx="949325" cy="1019175"/>
          </a:xfrm>
          <a:solidFill>
            <a:schemeClr val="bg1"/>
          </a:solidFill>
        </p:grpSpPr>
        <p:sp>
          <p:nvSpPr>
            <p:cNvPr id="42" name="Freeform 7"/>
            <p:cNvSpPr>
              <a:spLocks/>
            </p:cNvSpPr>
            <p:nvPr/>
          </p:nvSpPr>
          <p:spPr bwMode="auto">
            <a:xfrm>
              <a:off x="-517525" y="1365250"/>
              <a:ext cx="396875" cy="231775"/>
            </a:xfrm>
            <a:custGeom>
              <a:avLst/>
              <a:gdLst>
                <a:gd name="T0" fmla="*/ 250 w 250"/>
                <a:gd name="T1" fmla="*/ 146 h 146"/>
                <a:gd name="T2" fmla="*/ 250 w 250"/>
                <a:gd name="T3" fmla="*/ 146 h 146"/>
                <a:gd name="T4" fmla="*/ 250 w 250"/>
                <a:gd name="T5" fmla="*/ 134 h 146"/>
                <a:gd name="T6" fmla="*/ 250 w 250"/>
                <a:gd name="T7" fmla="*/ 120 h 146"/>
                <a:gd name="T8" fmla="*/ 250 w 250"/>
                <a:gd name="T9" fmla="*/ 120 h 146"/>
                <a:gd name="T10" fmla="*/ 250 w 250"/>
                <a:gd name="T11" fmla="*/ 108 h 146"/>
                <a:gd name="T12" fmla="*/ 246 w 250"/>
                <a:gd name="T13" fmla="*/ 94 h 146"/>
                <a:gd name="T14" fmla="*/ 242 w 250"/>
                <a:gd name="T15" fmla="*/ 82 h 146"/>
                <a:gd name="T16" fmla="*/ 238 w 250"/>
                <a:gd name="T17" fmla="*/ 72 h 146"/>
                <a:gd name="T18" fmla="*/ 230 w 250"/>
                <a:gd name="T19" fmla="*/ 60 h 146"/>
                <a:gd name="T20" fmla="*/ 224 w 250"/>
                <a:gd name="T21" fmla="*/ 50 h 146"/>
                <a:gd name="T22" fmla="*/ 206 w 250"/>
                <a:gd name="T23" fmla="*/ 32 h 146"/>
                <a:gd name="T24" fmla="*/ 186 w 250"/>
                <a:gd name="T25" fmla="*/ 16 h 146"/>
                <a:gd name="T26" fmla="*/ 176 w 250"/>
                <a:gd name="T27" fmla="*/ 12 h 146"/>
                <a:gd name="T28" fmla="*/ 164 w 250"/>
                <a:gd name="T29" fmla="*/ 6 h 146"/>
                <a:gd name="T30" fmla="*/ 152 w 250"/>
                <a:gd name="T31" fmla="*/ 2 h 146"/>
                <a:gd name="T32" fmla="*/ 138 w 250"/>
                <a:gd name="T33" fmla="*/ 0 h 146"/>
                <a:gd name="T34" fmla="*/ 126 w 250"/>
                <a:gd name="T35" fmla="*/ 0 h 146"/>
                <a:gd name="T36" fmla="*/ 112 w 250"/>
                <a:gd name="T37" fmla="*/ 0 h 146"/>
                <a:gd name="T38" fmla="*/ 112 w 250"/>
                <a:gd name="T39" fmla="*/ 0 h 146"/>
                <a:gd name="T40" fmla="*/ 94 w 250"/>
                <a:gd name="T41" fmla="*/ 2 h 146"/>
                <a:gd name="T42" fmla="*/ 76 w 250"/>
                <a:gd name="T43" fmla="*/ 8 h 146"/>
                <a:gd name="T44" fmla="*/ 58 w 250"/>
                <a:gd name="T45" fmla="*/ 14 h 146"/>
                <a:gd name="T46" fmla="*/ 44 w 250"/>
                <a:gd name="T47" fmla="*/ 24 h 146"/>
                <a:gd name="T48" fmla="*/ 30 w 250"/>
                <a:gd name="T49" fmla="*/ 36 h 146"/>
                <a:gd name="T50" fmla="*/ 18 w 250"/>
                <a:gd name="T51" fmla="*/ 50 h 146"/>
                <a:gd name="T52" fmla="*/ 8 w 250"/>
                <a:gd name="T53" fmla="*/ 64 h 146"/>
                <a:gd name="T54" fmla="*/ 0 w 250"/>
                <a:gd name="T55" fmla="*/ 80 h 146"/>
                <a:gd name="T56" fmla="*/ 0 w 250"/>
                <a:gd name="T57" fmla="*/ 80 h 146"/>
                <a:gd name="T58" fmla="*/ 10 w 250"/>
                <a:gd name="T59" fmla="*/ 72 h 146"/>
                <a:gd name="T60" fmla="*/ 20 w 250"/>
                <a:gd name="T61" fmla="*/ 62 h 146"/>
                <a:gd name="T62" fmla="*/ 32 w 250"/>
                <a:gd name="T63" fmla="*/ 56 h 146"/>
                <a:gd name="T64" fmla="*/ 44 w 250"/>
                <a:gd name="T65" fmla="*/ 48 h 146"/>
                <a:gd name="T66" fmla="*/ 56 w 250"/>
                <a:gd name="T67" fmla="*/ 44 h 146"/>
                <a:gd name="T68" fmla="*/ 70 w 250"/>
                <a:gd name="T69" fmla="*/ 40 h 146"/>
                <a:gd name="T70" fmla="*/ 84 w 250"/>
                <a:gd name="T71" fmla="*/ 36 h 146"/>
                <a:gd name="T72" fmla="*/ 98 w 250"/>
                <a:gd name="T73" fmla="*/ 34 h 146"/>
                <a:gd name="T74" fmla="*/ 98 w 250"/>
                <a:gd name="T75" fmla="*/ 34 h 146"/>
                <a:gd name="T76" fmla="*/ 110 w 250"/>
                <a:gd name="T77" fmla="*/ 34 h 146"/>
                <a:gd name="T78" fmla="*/ 124 w 250"/>
                <a:gd name="T79" fmla="*/ 36 h 146"/>
                <a:gd name="T80" fmla="*/ 150 w 250"/>
                <a:gd name="T81" fmla="*/ 40 h 146"/>
                <a:gd name="T82" fmla="*/ 174 w 250"/>
                <a:gd name="T83" fmla="*/ 50 h 146"/>
                <a:gd name="T84" fmla="*/ 194 w 250"/>
                <a:gd name="T85" fmla="*/ 64 h 146"/>
                <a:gd name="T86" fmla="*/ 214 w 250"/>
                <a:gd name="T87" fmla="*/ 80 h 146"/>
                <a:gd name="T88" fmla="*/ 230 w 250"/>
                <a:gd name="T89" fmla="*/ 100 h 146"/>
                <a:gd name="T90" fmla="*/ 242 w 250"/>
                <a:gd name="T91" fmla="*/ 122 h 146"/>
                <a:gd name="T92" fmla="*/ 250 w 250"/>
                <a:gd name="T93" fmla="*/ 146 h 146"/>
                <a:gd name="T94" fmla="*/ 250 w 250"/>
                <a:gd name="T95"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50" h="146">
                  <a:moveTo>
                    <a:pt x="250" y="146"/>
                  </a:moveTo>
                  <a:lnTo>
                    <a:pt x="250" y="146"/>
                  </a:lnTo>
                  <a:lnTo>
                    <a:pt x="250" y="134"/>
                  </a:lnTo>
                  <a:lnTo>
                    <a:pt x="250" y="120"/>
                  </a:lnTo>
                  <a:lnTo>
                    <a:pt x="250" y="120"/>
                  </a:lnTo>
                  <a:lnTo>
                    <a:pt x="250" y="108"/>
                  </a:lnTo>
                  <a:lnTo>
                    <a:pt x="246" y="94"/>
                  </a:lnTo>
                  <a:lnTo>
                    <a:pt x="242" y="82"/>
                  </a:lnTo>
                  <a:lnTo>
                    <a:pt x="238" y="72"/>
                  </a:lnTo>
                  <a:lnTo>
                    <a:pt x="230" y="60"/>
                  </a:lnTo>
                  <a:lnTo>
                    <a:pt x="224" y="50"/>
                  </a:lnTo>
                  <a:lnTo>
                    <a:pt x="206" y="32"/>
                  </a:lnTo>
                  <a:lnTo>
                    <a:pt x="186" y="16"/>
                  </a:lnTo>
                  <a:lnTo>
                    <a:pt x="176" y="12"/>
                  </a:lnTo>
                  <a:lnTo>
                    <a:pt x="164" y="6"/>
                  </a:lnTo>
                  <a:lnTo>
                    <a:pt x="152" y="2"/>
                  </a:lnTo>
                  <a:lnTo>
                    <a:pt x="138" y="0"/>
                  </a:lnTo>
                  <a:lnTo>
                    <a:pt x="126" y="0"/>
                  </a:lnTo>
                  <a:lnTo>
                    <a:pt x="112" y="0"/>
                  </a:lnTo>
                  <a:lnTo>
                    <a:pt x="112" y="0"/>
                  </a:lnTo>
                  <a:lnTo>
                    <a:pt x="94" y="2"/>
                  </a:lnTo>
                  <a:lnTo>
                    <a:pt x="76" y="8"/>
                  </a:lnTo>
                  <a:lnTo>
                    <a:pt x="58" y="14"/>
                  </a:lnTo>
                  <a:lnTo>
                    <a:pt x="44" y="24"/>
                  </a:lnTo>
                  <a:lnTo>
                    <a:pt x="30" y="36"/>
                  </a:lnTo>
                  <a:lnTo>
                    <a:pt x="18" y="50"/>
                  </a:lnTo>
                  <a:lnTo>
                    <a:pt x="8" y="64"/>
                  </a:lnTo>
                  <a:lnTo>
                    <a:pt x="0" y="80"/>
                  </a:lnTo>
                  <a:lnTo>
                    <a:pt x="0" y="80"/>
                  </a:lnTo>
                  <a:lnTo>
                    <a:pt x="10" y="72"/>
                  </a:lnTo>
                  <a:lnTo>
                    <a:pt x="20" y="62"/>
                  </a:lnTo>
                  <a:lnTo>
                    <a:pt x="32" y="56"/>
                  </a:lnTo>
                  <a:lnTo>
                    <a:pt x="44" y="48"/>
                  </a:lnTo>
                  <a:lnTo>
                    <a:pt x="56" y="44"/>
                  </a:lnTo>
                  <a:lnTo>
                    <a:pt x="70" y="40"/>
                  </a:lnTo>
                  <a:lnTo>
                    <a:pt x="84" y="36"/>
                  </a:lnTo>
                  <a:lnTo>
                    <a:pt x="98" y="34"/>
                  </a:lnTo>
                  <a:lnTo>
                    <a:pt x="98" y="34"/>
                  </a:lnTo>
                  <a:lnTo>
                    <a:pt x="110" y="34"/>
                  </a:lnTo>
                  <a:lnTo>
                    <a:pt x="124" y="36"/>
                  </a:lnTo>
                  <a:lnTo>
                    <a:pt x="150" y="40"/>
                  </a:lnTo>
                  <a:lnTo>
                    <a:pt x="174" y="50"/>
                  </a:lnTo>
                  <a:lnTo>
                    <a:pt x="194" y="64"/>
                  </a:lnTo>
                  <a:lnTo>
                    <a:pt x="214" y="80"/>
                  </a:lnTo>
                  <a:lnTo>
                    <a:pt x="230" y="100"/>
                  </a:lnTo>
                  <a:lnTo>
                    <a:pt x="242" y="122"/>
                  </a:lnTo>
                  <a:lnTo>
                    <a:pt x="250" y="146"/>
                  </a:lnTo>
                  <a:lnTo>
                    <a:pt x="250" y="1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600"/>
            </a:p>
          </p:txBody>
        </p:sp>
        <p:sp>
          <p:nvSpPr>
            <p:cNvPr id="43" name="Freeform 8"/>
            <p:cNvSpPr>
              <a:spLocks noEditPoints="1"/>
            </p:cNvSpPr>
            <p:nvPr/>
          </p:nvSpPr>
          <p:spPr bwMode="auto">
            <a:xfrm>
              <a:off x="-949325" y="1254125"/>
              <a:ext cx="949325" cy="1019175"/>
            </a:xfrm>
            <a:custGeom>
              <a:avLst/>
              <a:gdLst>
                <a:gd name="T0" fmla="*/ 14 w 598"/>
                <a:gd name="T1" fmla="*/ 538 h 642"/>
                <a:gd name="T2" fmla="*/ 0 w 598"/>
                <a:gd name="T3" fmla="*/ 572 h 642"/>
                <a:gd name="T4" fmla="*/ 6 w 598"/>
                <a:gd name="T5" fmla="*/ 606 h 642"/>
                <a:gd name="T6" fmla="*/ 20 w 598"/>
                <a:gd name="T7" fmla="*/ 626 h 642"/>
                <a:gd name="T8" fmla="*/ 54 w 598"/>
                <a:gd name="T9" fmla="*/ 640 h 642"/>
                <a:gd name="T10" fmla="*/ 88 w 598"/>
                <a:gd name="T11" fmla="*/ 636 h 642"/>
                <a:gd name="T12" fmla="*/ 232 w 598"/>
                <a:gd name="T13" fmla="*/ 480 h 642"/>
                <a:gd name="T14" fmla="*/ 242 w 598"/>
                <a:gd name="T15" fmla="*/ 462 h 642"/>
                <a:gd name="T16" fmla="*/ 246 w 598"/>
                <a:gd name="T17" fmla="*/ 434 h 642"/>
                <a:gd name="T18" fmla="*/ 238 w 598"/>
                <a:gd name="T19" fmla="*/ 406 h 642"/>
                <a:gd name="T20" fmla="*/ 284 w 598"/>
                <a:gd name="T21" fmla="*/ 380 h 642"/>
                <a:gd name="T22" fmla="*/ 332 w 598"/>
                <a:gd name="T23" fmla="*/ 402 h 642"/>
                <a:gd name="T24" fmla="*/ 388 w 598"/>
                <a:gd name="T25" fmla="*/ 412 h 642"/>
                <a:gd name="T26" fmla="*/ 428 w 598"/>
                <a:gd name="T27" fmla="*/ 408 h 642"/>
                <a:gd name="T28" fmla="*/ 486 w 598"/>
                <a:gd name="T29" fmla="*/ 390 h 642"/>
                <a:gd name="T30" fmla="*/ 534 w 598"/>
                <a:gd name="T31" fmla="*/ 356 h 642"/>
                <a:gd name="T32" fmla="*/ 570 w 598"/>
                <a:gd name="T33" fmla="*/ 310 h 642"/>
                <a:gd name="T34" fmla="*/ 592 w 598"/>
                <a:gd name="T35" fmla="*/ 254 h 642"/>
                <a:gd name="T36" fmla="*/ 598 w 598"/>
                <a:gd name="T37" fmla="*/ 192 h 642"/>
                <a:gd name="T38" fmla="*/ 590 w 598"/>
                <a:gd name="T39" fmla="*/ 152 h 642"/>
                <a:gd name="T40" fmla="*/ 566 w 598"/>
                <a:gd name="T41" fmla="*/ 96 h 642"/>
                <a:gd name="T42" fmla="*/ 528 w 598"/>
                <a:gd name="T43" fmla="*/ 52 h 642"/>
                <a:gd name="T44" fmla="*/ 478 w 598"/>
                <a:gd name="T45" fmla="*/ 18 h 642"/>
                <a:gd name="T46" fmla="*/ 420 w 598"/>
                <a:gd name="T47" fmla="*/ 2 h 642"/>
                <a:gd name="T48" fmla="*/ 378 w 598"/>
                <a:gd name="T49" fmla="*/ 0 h 642"/>
                <a:gd name="T50" fmla="*/ 318 w 598"/>
                <a:gd name="T51" fmla="*/ 14 h 642"/>
                <a:gd name="T52" fmla="*/ 266 w 598"/>
                <a:gd name="T53" fmla="*/ 44 h 642"/>
                <a:gd name="T54" fmla="*/ 226 w 598"/>
                <a:gd name="T55" fmla="*/ 86 h 642"/>
                <a:gd name="T56" fmla="*/ 198 w 598"/>
                <a:gd name="T57" fmla="*/ 138 h 642"/>
                <a:gd name="T58" fmla="*/ 188 w 598"/>
                <a:gd name="T59" fmla="*/ 198 h 642"/>
                <a:gd name="T60" fmla="*/ 190 w 598"/>
                <a:gd name="T61" fmla="*/ 238 h 642"/>
                <a:gd name="T62" fmla="*/ 204 w 598"/>
                <a:gd name="T63" fmla="*/ 288 h 642"/>
                <a:gd name="T64" fmla="*/ 230 w 598"/>
                <a:gd name="T65" fmla="*/ 332 h 642"/>
                <a:gd name="T66" fmla="*/ 210 w 598"/>
                <a:gd name="T67" fmla="*/ 382 h 642"/>
                <a:gd name="T68" fmla="*/ 180 w 598"/>
                <a:gd name="T69" fmla="*/ 376 h 642"/>
                <a:gd name="T70" fmla="*/ 154 w 598"/>
                <a:gd name="T71" fmla="*/ 384 h 642"/>
                <a:gd name="T72" fmla="*/ 138 w 598"/>
                <a:gd name="T73" fmla="*/ 398 h 642"/>
                <a:gd name="T74" fmla="*/ 224 w 598"/>
                <a:gd name="T75" fmla="*/ 200 h 642"/>
                <a:gd name="T76" fmla="*/ 234 w 598"/>
                <a:gd name="T77" fmla="*/ 150 h 642"/>
                <a:gd name="T78" fmla="*/ 256 w 598"/>
                <a:gd name="T79" fmla="*/ 108 h 642"/>
                <a:gd name="T80" fmla="*/ 290 w 598"/>
                <a:gd name="T81" fmla="*/ 72 h 642"/>
                <a:gd name="T82" fmla="*/ 332 w 598"/>
                <a:gd name="T83" fmla="*/ 48 h 642"/>
                <a:gd name="T84" fmla="*/ 382 w 598"/>
                <a:gd name="T85" fmla="*/ 38 h 642"/>
                <a:gd name="T86" fmla="*/ 416 w 598"/>
                <a:gd name="T87" fmla="*/ 40 h 642"/>
                <a:gd name="T88" fmla="*/ 462 w 598"/>
                <a:gd name="T89" fmla="*/ 52 h 642"/>
                <a:gd name="T90" fmla="*/ 504 w 598"/>
                <a:gd name="T91" fmla="*/ 80 h 642"/>
                <a:gd name="T92" fmla="*/ 534 w 598"/>
                <a:gd name="T93" fmla="*/ 116 h 642"/>
                <a:gd name="T94" fmla="*/ 554 w 598"/>
                <a:gd name="T95" fmla="*/ 160 h 642"/>
                <a:gd name="T96" fmla="*/ 560 w 598"/>
                <a:gd name="T97" fmla="*/ 194 h 642"/>
                <a:gd name="T98" fmla="*/ 556 w 598"/>
                <a:gd name="T99" fmla="*/ 246 h 642"/>
                <a:gd name="T100" fmla="*/ 538 w 598"/>
                <a:gd name="T101" fmla="*/ 290 h 642"/>
                <a:gd name="T102" fmla="*/ 508 w 598"/>
                <a:gd name="T103" fmla="*/ 328 h 642"/>
                <a:gd name="T104" fmla="*/ 468 w 598"/>
                <a:gd name="T105" fmla="*/ 356 h 642"/>
                <a:gd name="T106" fmla="*/ 420 w 598"/>
                <a:gd name="T107" fmla="*/ 372 h 642"/>
                <a:gd name="T108" fmla="*/ 386 w 598"/>
                <a:gd name="T109" fmla="*/ 374 h 642"/>
                <a:gd name="T110" fmla="*/ 338 w 598"/>
                <a:gd name="T111" fmla="*/ 364 h 642"/>
                <a:gd name="T112" fmla="*/ 294 w 598"/>
                <a:gd name="T113" fmla="*/ 342 h 642"/>
                <a:gd name="T114" fmla="*/ 260 w 598"/>
                <a:gd name="T115" fmla="*/ 308 h 642"/>
                <a:gd name="T116" fmla="*/ 236 w 598"/>
                <a:gd name="T117" fmla="*/ 266 h 642"/>
                <a:gd name="T118" fmla="*/ 224 w 598"/>
                <a:gd name="T119" fmla="*/ 216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98" h="642">
                  <a:moveTo>
                    <a:pt x="138" y="398"/>
                  </a:moveTo>
                  <a:lnTo>
                    <a:pt x="14" y="538"/>
                  </a:lnTo>
                  <a:lnTo>
                    <a:pt x="14" y="538"/>
                  </a:lnTo>
                  <a:lnTo>
                    <a:pt x="8" y="548"/>
                  </a:lnTo>
                  <a:lnTo>
                    <a:pt x="2" y="560"/>
                  </a:lnTo>
                  <a:lnTo>
                    <a:pt x="0" y="572"/>
                  </a:lnTo>
                  <a:lnTo>
                    <a:pt x="0" y="584"/>
                  </a:lnTo>
                  <a:lnTo>
                    <a:pt x="2" y="594"/>
                  </a:lnTo>
                  <a:lnTo>
                    <a:pt x="6" y="606"/>
                  </a:lnTo>
                  <a:lnTo>
                    <a:pt x="12" y="616"/>
                  </a:lnTo>
                  <a:lnTo>
                    <a:pt x="20" y="626"/>
                  </a:lnTo>
                  <a:lnTo>
                    <a:pt x="20" y="626"/>
                  </a:lnTo>
                  <a:lnTo>
                    <a:pt x="30" y="634"/>
                  </a:lnTo>
                  <a:lnTo>
                    <a:pt x="42" y="638"/>
                  </a:lnTo>
                  <a:lnTo>
                    <a:pt x="54" y="640"/>
                  </a:lnTo>
                  <a:lnTo>
                    <a:pt x="66" y="642"/>
                  </a:lnTo>
                  <a:lnTo>
                    <a:pt x="78" y="640"/>
                  </a:lnTo>
                  <a:lnTo>
                    <a:pt x="88" y="636"/>
                  </a:lnTo>
                  <a:lnTo>
                    <a:pt x="100" y="628"/>
                  </a:lnTo>
                  <a:lnTo>
                    <a:pt x="108" y="620"/>
                  </a:lnTo>
                  <a:lnTo>
                    <a:pt x="232" y="480"/>
                  </a:lnTo>
                  <a:lnTo>
                    <a:pt x="232" y="480"/>
                  </a:lnTo>
                  <a:lnTo>
                    <a:pt x="238" y="472"/>
                  </a:lnTo>
                  <a:lnTo>
                    <a:pt x="242" y="462"/>
                  </a:lnTo>
                  <a:lnTo>
                    <a:pt x="246" y="452"/>
                  </a:lnTo>
                  <a:lnTo>
                    <a:pt x="246" y="444"/>
                  </a:lnTo>
                  <a:lnTo>
                    <a:pt x="246" y="434"/>
                  </a:lnTo>
                  <a:lnTo>
                    <a:pt x="244" y="424"/>
                  </a:lnTo>
                  <a:lnTo>
                    <a:pt x="242" y="414"/>
                  </a:lnTo>
                  <a:lnTo>
                    <a:pt x="238" y="406"/>
                  </a:lnTo>
                  <a:lnTo>
                    <a:pt x="270" y="370"/>
                  </a:lnTo>
                  <a:lnTo>
                    <a:pt x="270" y="370"/>
                  </a:lnTo>
                  <a:lnTo>
                    <a:pt x="284" y="380"/>
                  </a:lnTo>
                  <a:lnTo>
                    <a:pt x="300" y="388"/>
                  </a:lnTo>
                  <a:lnTo>
                    <a:pt x="316" y="396"/>
                  </a:lnTo>
                  <a:lnTo>
                    <a:pt x="332" y="402"/>
                  </a:lnTo>
                  <a:lnTo>
                    <a:pt x="350" y="408"/>
                  </a:lnTo>
                  <a:lnTo>
                    <a:pt x="368" y="410"/>
                  </a:lnTo>
                  <a:lnTo>
                    <a:pt x="388" y="412"/>
                  </a:lnTo>
                  <a:lnTo>
                    <a:pt x="406" y="410"/>
                  </a:lnTo>
                  <a:lnTo>
                    <a:pt x="406" y="410"/>
                  </a:lnTo>
                  <a:lnTo>
                    <a:pt x="428" y="408"/>
                  </a:lnTo>
                  <a:lnTo>
                    <a:pt x="448" y="404"/>
                  </a:lnTo>
                  <a:lnTo>
                    <a:pt x="466" y="398"/>
                  </a:lnTo>
                  <a:lnTo>
                    <a:pt x="486" y="390"/>
                  </a:lnTo>
                  <a:lnTo>
                    <a:pt x="502" y="380"/>
                  </a:lnTo>
                  <a:lnTo>
                    <a:pt x="518" y="368"/>
                  </a:lnTo>
                  <a:lnTo>
                    <a:pt x="534" y="356"/>
                  </a:lnTo>
                  <a:lnTo>
                    <a:pt x="548" y="342"/>
                  </a:lnTo>
                  <a:lnTo>
                    <a:pt x="560" y="326"/>
                  </a:lnTo>
                  <a:lnTo>
                    <a:pt x="570" y="310"/>
                  </a:lnTo>
                  <a:lnTo>
                    <a:pt x="580" y="292"/>
                  </a:lnTo>
                  <a:lnTo>
                    <a:pt x="586" y="274"/>
                  </a:lnTo>
                  <a:lnTo>
                    <a:pt x="592" y="254"/>
                  </a:lnTo>
                  <a:lnTo>
                    <a:pt x="596" y="234"/>
                  </a:lnTo>
                  <a:lnTo>
                    <a:pt x="598" y="214"/>
                  </a:lnTo>
                  <a:lnTo>
                    <a:pt x="598" y="192"/>
                  </a:lnTo>
                  <a:lnTo>
                    <a:pt x="598" y="192"/>
                  </a:lnTo>
                  <a:lnTo>
                    <a:pt x="596" y="172"/>
                  </a:lnTo>
                  <a:lnTo>
                    <a:pt x="590" y="152"/>
                  </a:lnTo>
                  <a:lnTo>
                    <a:pt x="584" y="132"/>
                  </a:lnTo>
                  <a:lnTo>
                    <a:pt x="576" y="114"/>
                  </a:lnTo>
                  <a:lnTo>
                    <a:pt x="566" y="96"/>
                  </a:lnTo>
                  <a:lnTo>
                    <a:pt x="556" y="80"/>
                  </a:lnTo>
                  <a:lnTo>
                    <a:pt x="542" y="64"/>
                  </a:lnTo>
                  <a:lnTo>
                    <a:pt x="528" y="52"/>
                  </a:lnTo>
                  <a:lnTo>
                    <a:pt x="512" y="38"/>
                  </a:lnTo>
                  <a:lnTo>
                    <a:pt x="496" y="28"/>
                  </a:lnTo>
                  <a:lnTo>
                    <a:pt x="478" y="18"/>
                  </a:lnTo>
                  <a:lnTo>
                    <a:pt x="460" y="12"/>
                  </a:lnTo>
                  <a:lnTo>
                    <a:pt x="440" y="6"/>
                  </a:lnTo>
                  <a:lnTo>
                    <a:pt x="420" y="2"/>
                  </a:lnTo>
                  <a:lnTo>
                    <a:pt x="400" y="0"/>
                  </a:lnTo>
                  <a:lnTo>
                    <a:pt x="378" y="0"/>
                  </a:lnTo>
                  <a:lnTo>
                    <a:pt x="378" y="0"/>
                  </a:lnTo>
                  <a:lnTo>
                    <a:pt x="358" y="4"/>
                  </a:lnTo>
                  <a:lnTo>
                    <a:pt x="338" y="8"/>
                  </a:lnTo>
                  <a:lnTo>
                    <a:pt x="318" y="14"/>
                  </a:lnTo>
                  <a:lnTo>
                    <a:pt x="300" y="22"/>
                  </a:lnTo>
                  <a:lnTo>
                    <a:pt x="282" y="32"/>
                  </a:lnTo>
                  <a:lnTo>
                    <a:pt x="266" y="44"/>
                  </a:lnTo>
                  <a:lnTo>
                    <a:pt x="252" y="56"/>
                  </a:lnTo>
                  <a:lnTo>
                    <a:pt x="238" y="70"/>
                  </a:lnTo>
                  <a:lnTo>
                    <a:pt x="226" y="86"/>
                  </a:lnTo>
                  <a:lnTo>
                    <a:pt x="214" y="102"/>
                  </a:lnTo>
                  <a:lnTo>
                    <a:pt x="206" y="120"/>
                  </a:lnTo>
                  <a:lnTo>
                    <a:pt x="198" y="138"/>
                  </a:lnTo>
                  <a:lnTo>
                    <a:pt x="192" y="158"/>
                  </a:lnTo>
                  <a:lnTo>
                    <a:pt x="188" y="178"/>
                  </a:lnTo>
                  <a:lnTo>
                    <a:pt x="188" y="198"/>
                  </a:lnTo>
                  <a:lnTo>
                    <a:pt x="188" y="220"/>
                  </a:lnTo>
                  <a:lnTo>
                    <a:pt x="188" y="220"/>
                  </a:lnTo>
                  <a:lnTo>
                    <a:pt x="190" y="238"/>
                  </a:lnTo>
                  <a:lnTo>
                    <a:pt x="192" y="254"/>
                  </a:lnTo>
                  <a:lnTo>
                    <a:pt x="198" y="272"/>
                  </a:lnTo>
                  <a:lnTo>
                    <a:pt x="204" y="288"/>
                  </a:lnTo>
                  <a:lnTo>
                    <a:pt x="212" y="304"/>
                  </a:lnTo>
                  <a:lnTo>
                    <a:pt x="220" y="318"/>
                  </a:lnTo>
                  <a:lnTo>
                    <a:pt x="230" y="332"/>
                  </a:lnTo>
                  <a:lnTo>
                    <a:pt x="242" y="344"/>
                  </a:lnTo>
                  <a:lnTo>
                    <a:pt x="210" y="382"/>
                  </a:lnTo>
                  <a:lnTo>
                    <a:pt x="210" y="382"/>
                  </a:lnTo>
                  <a:lnTo>
                    <a:pt x="200" y="378"/>
                  </a:lnTo>
                  <a:lnTo>
                    <a:pt x="190" y="376"/>
                  </a:lnTo>
                  <a:lnTo>
                    <a:pt x="180" y="376"/>
                  </a:lnTo>
                  <a:lnTo>
                    <a:pt x="172" y="378"/>
                  </a:lnTo>
                  <a:lnTo>
                    <a:pt x="162" y="380"/>
                  </a:lnTo>
                  <a:lnTo>
                    <a:pt x="154" y="384"/>
                  </a:lnTo>
                  <a:lnTo>
                    <a:pt x="144" y="390"/>
                  </a:lnTo>
                  <a:lnTo>
                    <a:pt x="138" y="398"/>
                  </a:lnTo>
                  <a:lnTo>
                    <a:pt x="138" y="398"/>
                  </a:lnTo>
                  <a:close/>
                  <a:moveTo>
                    <a:pt x="224" y="216"/>
                  </a:moveTo>
                  <a:lnTo>
                    <a:pt x="224" y="216"/>
                  </a:lnTo>
                  <a:lnTo>
                    <a:pt x="224" y="200"/>
                  </a:lnTo>
                  <a:lnTo>
                    <a:pt x="226" y="182"/>
                  </a:lnTo>
                  <a:lnTo>
                    <a:pt x="228" y="166"/>
                  </a:lnTo>
                  <a:lnTo>
                    <a:pt x="234" y="150"/>
                  </a:lnTo>
                  <a:lnTo>
                    <a:pt x="240" y="136"/>
                  </a:lnTo>
                  <a:lnTo>
                    <a:pt x="248" y="122"/>
                  </a:lnTo>
                  <a:lnTo>
                    <a:pt x="256" y="108"/>
                  </a:lnTo>
                  <a:lnTo>
                    <a:pt x="266" y="94"/>
                  </a:lnTo>
                  <a:lnTo>
                    <a:pt x="278" y="84"/>
                  </a:lnTo>
                  <a:lnTo>
                    <a:pt x="290" y="72"/>
                  </a:lnTo>
                  <a:lnTo>
                    <a:pt x="302" y="64"/>
                  </a:lnTo>
                  <a:lnTo>
                    <a:pt x="316" y="56"/>
                  </a:lnTo>
                  <a:lnTo>
                    <a:pt x="332" y="48"/>
                  </a:lnTo>
                  <a:lnTo>
                    <a:pt x="348" y="44"/>
                  </a:lnTo>
                  <a:lnTo>
                    <a:pt x="364" y="40"/>
                  </a:lnTo>
                  <a:lnTo>
                    <a:pt x="382" y="38"/>
                  </a:lnTo>
                  <a:lnTo>
                    <a:pt x="382" y="38"/>
                  </a:lnTo>
                  <a:lnTo>
                    <a:pt x="398" y="38"/>
                  </a:lnTo>
                  <a:lnTo>
                    <a:pt x="416" y="40"/>
                  </a:lnTo>
                  <a:lnTo>
                    <a:pt x="432" y="42"/>
                  </a:lnTo>
                  <a:lnTo>
                    <a:pt x="448" y="46"/>
                  </a:lnTo>
                  <a:lnTo>
                    <a:pt x="462" y="52"/>
                  </a:lnTo>
                  <a:lnTo>
                    <a:pt x="478" y="60"/>
                  </a:lnTo>
                  <a:lnTo>
                    <a:pt x="490" y="70"/>
                  </a:lnTo>
                  <a:lnTo>
                    <a:pt x="504" y="80"/>
                  </a:lnTo>
                  <a:lnTo>
                    <a:pt x="516" y="90"/>
                  </a:lnTo>
                  <a:lnTo>
                    <a:pt x="526" y="102"/>
                  </a:lnTo>
                  <a:lnTo>
                    <a:pt x="534" y="116"/>
                  </a:lnTo>
                  <a:lnTo>
                    <a:pt x="542" y="130"/>
                  </a:lnTo>
                  <a:lnTo>
                    <a:pt x="550" y="146"/>
                  </a:lnTo>
                  <a:lnTo>
                    <a:pt x="554" y="160"/>
                  </a:lnTo>
                  <a:lnTo>
                    <a:pt x="558" y="178"/>
                  </a:lnTo>
                  <a:lnTo>
                    <a:pt x="560" y="194"/>
                  </a:lnTo>
                  <a:lnTo>
                    <a:pt x="560" y="194"/>
                  </a:lnTo>
                  <a:lnTo>
                    <a:pt x="560" y="212"/>
                  </a:lnTo>
                  <a:lnTo>
                    <a:pt x="560" y="228"/>
                  </a:lnTo>
                  <a:lnTo>
                    <a:pt x="556" y="246"/>
                  </a:lnTo>
                  <a:lnTo>
                    <a:pt x="552" y="260"/>
                  </a:lnTo>
                  <a:lnTo>
                    <a:pt x="546" y="276"/>
                  </a:lnTo>
                  <a:lnTo>
                    <a:pt x="538" y="290"/>
                  </a:lnTo>
                  <a:lnTo>
                    <a:pt x="530" y="304"/>
                  </a:lnTo>
                  <a:lnTo>
                    <a:pt x="520" y="316"/>
                  </a:lnTo>
                  <a:lnTo>
                    <a:pt x="508" y="328"/>
                  </a:lnTo>
                  <a:lnTo>
                    <a:pt x="496" y="338"/>
                  </a:lnTo>
                  <a:lnTo>
                    <a:pt x="482" y="348"/>
                  </a:lnTo>
                  <a:lnTo>
                    <a:pt x="468" y="356"/>
                  </a:lnTo>
                  <a:lnTo>
                    <a:pt x="454" y="362"/>
                  </a:lnTo>
                  <a:lnTo>
                    <a:pt x="438" y="368"/>
                  </a:lnTo>
                  <a:lnTo>
                    <a:pt x="420" y="372"/>
                  </a:lnTo>
                  <a:lnTo>
                    <a:pt x="404" y="374"/>
                  </a:lnTo>
                  <a:lnTo>
                    <a:pt x="404" y="374"/>
                  </a:lnTo>
                  <a:lnTo>
                    <a:pt x="386" y="374"/>
                  </a:lnTo>
                  <a:lnTo>
                    <a:pt x="370" y="372"/>
                  </a:lnTo>
                  <a:lnTo>
                    <a:pt x="354" y="370"/>
                  </a:lnTo>
                  <a:lnTo>
                    <a:pt x="338" y="364"/>
                  </a:lnTo>
                  <a:lnTo>
                    <a:pt x="322" y="358"/>
                  </a:lnTo>
                  <a:lnTo>
                    <a:pt x="308" y="352"/>
                  </a:lnTo>
                  <a:lnTo>
                    <a:pt x="294" y="342"/>
                  </a:lnTo>
                  <a:lnTo>
                    <a:pt x="282" y="332"/>
                  </a:lnTo>
                  <a:lnTo>
                    <a:pt x="270" y="322"/>
                  </a:lnTo>
                  <a:lnTo>
                    <a:pt x="260" y="308"/>
                  </a:lnTo>
                  <a:lnTo>
                    <a:pt x="250" y="296"/>
                  </a:lnTo>
                  <a:lnTo>
                    <a:pt x="242" y="282"/>
                  </a:lnTo>
                  <a:lnTo>
                    <a:pt x="236" y="266"/>
                  </a:lnTo>
                  <a:lnTo>
                    <a:pt x="230" y="250"/>
                  </a:lnTo>
                  <a:lnTo>
                    <a:pt x="226" y="234"/>
                  </a:lnTo>
                  <a:lnTo>
                    <a:pt x="224" y="216"/>
                  </a:lnTo>
                  <a:lnTo>
                    <a:pt x="224" y="2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600"/>
            </a:p>
          </p:txBody>
        </p:sp>
      </p:grpSp>
      <p:sp>
        <p:nvSpPr>
          <p:cNvPr id="44" name="Freeform 11"/>
          <p:cNvSpPr>
            <a:spLocks noEditPoints="1"/>
          </p:cNvSpPr>
          <p:nvPr/>
        </p:nvSpPr>
        <p:spPr bwMode="auto">
          <a:xfrm>
            <a:off x="4728385" y="2926897"/>
            <a:ext cx="292301" cy="353344"/>
          </a:xfrm>
          <a:custGeom>
            <a:avLst/>
            <a:gdLst>
              <a:gd name="T0" fmla="*/ 186 w 498"/>
              <a:gd name="T1" fmla="*/ 490 h 602"/>
              <a:gd name="T2" fmla="*/ 412 w 498"/>
              <a:gd name="T3" fmla="*/ 138 h 602"/>
              <a:gd name="T4" fmla="*/ 422 w 498"/>
              <a:gd name="T5" fmla="*/ 150 h 602"/>
              <a:gd name="T6" fmla="*/ 440 w 498"/>
              <a:gd name="T7" fmla="*/ 180 h 602"/>
              <a:gd name="T8" fmla="*/ 192 w 498"/>
              <a:gd name="T9" fmla="*/ 516 h 602"/>
              <a:gd name="T10" fmla="*/ 102 w 498"/>
              <a:gd name="T11" fmla="*/ 550 h 602"/>
              <a:gd name="T12" fmla="*/ 62 w 498"/>
              <a:gd name="T13" fmla="*/ 568 h 602"/>
              <a:gd name="T14" fmla="*/ 42 w 498"/>
              <a:gd name="T15" fmla="*/ 572 h 602"/>
              <a:gd name="T16" fmla="*/ 38 w 498"/>
              <a:gd name="T17" fmla="*/ 570 h 602"/>
              <a:gd name="T18" fmla="*/ 32 w 498"/>
              <a:gd name="T19" fmla="*/ 560 h 602"/>
              <a:gd name="T20" fmla="*/ 30 w 498"/>
              <a:gd name="T21" fmla="*/ 536 h 602"/>
              <a:gd name="T22" fmla="*/ 32 w 498"/>
              <a:gd name="T23" fmla="*/ 502 h 602"/>
              <a:gd name="T24" fmla="*/ 34 w 498"/>
              <a:gd name="T25" fmla="*/ 502 h 602"/>
              <a:gd name="T26" fmla="*/ 34 w 498"/>
              <a:gd name="T27" fmla="*/ 500 h 602"/>
              <a:gd name="T28" fmla="*/ 48 w 498"/>
              <a:gd name="T29" fmla="*/ 500 h 602"/>
              <a:gd name="T30" fmla="*/ 56 w 498"/>
              <a:gd name="T31" fmla="*/ 504 h 602"/>
              <a:gd name="T32" fmla="*/ 76 w 498"/>
              <a:gd name="T33" fmla="*/ 516 h 602"/>
              <a:gd name="T34" fmla="*/ 90 w 498"/>
              <a:gd name="T35" fmla="*/ 530 h 602"/>
              <a:gd name="T36" fmla="*/ 100 w 498"/>
              <a:gd name="T37" fmla="*/ 540 h 602"/>
              <a:gd name="T38" fmla="*/ 102 w 498"/>
              <a:gd name="T39" fmla="*/ 550 h 602"/>
              <a:gd name="T40" fmla="*/ 288 w 498"/>
              <a:gd name="T41" fmla="*/ 72 h 602"/>
              <a:gd name="T42" fmla="*/ 308 w 498"/>
              <a:gd name="T43" fmla="*/ 76 h 602"/>
              <a:gd name="T44" fmla="*/ 334 w 498"/>
              <a:gd name="T45" fmla="*/ 86 h 602"/>
              <a:gd name="T46" fmla="*/ 70 w 498"/>
              <a:gd name="T47" fmla="*/ 396 h 602"/>
              <a:gd name="T48" fmla="*/ 288 w 498"/>
              <a:gd name="T49" fmla="*/ 72 h 602"/>
              <a:gd name="T50" fmla="*/ 130 w 498"/>
              <a:gd name="T51" fmla="*/ 480 h 602"/>
              <a:gd name="T52" fmla="*/ 130 w 498"/>
              <a:gd name="T53" fmla="*/ 444 h 602"/>
              <a:gd name="T54" fmla="*/ 130 w 498"/>
              <a:gd name="T55" fmla="*/ 442 h 602"/>
              <a:gd name="T56" fmla="*/ 118 w 498"/>
              <a:gd name="T57" fmla="*/ 442 h 602"/>
              <a:gd name="T58" fmla="*/ 356 w 498"/>
              <a:gd name="T59" fmla="*/ 96 h 602"/>
              <a:gd name="T60" fmla="*/ 378 w 498"/>
              <a:gd name="T61" fmla="*/ 108 h 602"/>
              <a:gd name="T62" fmla="*/ 396 w 498"/>
              <a:gd name="T63" fmla="*/ 122 h 602"/>
              <a:gd name="T64" fmla="*/ 130 w 498"/>
              <a:gd name="T65" fmla="*/ 480 h 602"/>
              <a:gd name="T66" fmla="*/ 432 w 498"/>
              <a:gd name="T67" fmla="*/ 38 h 602"/>
              <a:gd name="T68" fmla="*/ 388 w 498"/>
              <a:gd name="T69" fmla="*/ 14 h 602"/>
              <a:gd name="T70" fmla="*/ 350 w 498"/>
              <a:gd name="T71" fmla="*/ 2 h 602"/>
              <a:gd name="T72" fmla="*/ 322 w 498"/>
              <a:gd name="T73" fmla="*/ 0 h 602"/>
              <a:gd name="T74" fmla="*/ 308 w 498"/>
              <a:gd name="T75" fmla="*/ 4 h 602"/>
              <a:gd name="T76" fmla="*/ 260 w 498"/>
              <a:gd name="T77" fmla="*/ 70 h 602"/>
              <a:gd name="T78" fmla="*/ 8 w 498"/>
              <a:gd name="T79" fmla="*/ 408 h 602"/>
              <a:gd name="T80" fmla="*/ 2 w 498"/>
              <a:gd name="T81" fmla="*/ 450 h 602"/>
              <a:gd name="T82" fmla="*/ 0 w 498"/>
              <a:gd name="T83" fmla="*/ 516 h 602"/>
              <a:gd name="T84" fmla="*/ 0 w 498"/>
              <a:gd name="T85" fmla="*/ 538 h 602"/>
              <a:gd name="T86" fmla="*/ 6 w 498"/>
              <a:gd name="T87" fmla="*/ 578 h 602"/>
              <a:gd name="T88" fmla="*/ 12 w 498"/>
              <a:gd name="T89" fmla="*/ 598 h 602"/>
              <a:gd name="T90" fmla="*/ 14 w 498"/>
              <a:gd name="T91" fmla="*/ 602 h 602"/>
              <a:gd name="T92" fmla="*/ 24 w 498"/>
              <a:gd name="T93" fmla="*/ 602 h 602"/>
              <a:gd name="T94" fmla="*/ 62 w 498"/>
              <a:gd name="T95" fmla="*/ 596 h 602"/>
              <a:gd name="T96" fmla="*/ 448 w 498"/>
              <a:gd name="T97" fmla="*/ 210 h 602"/>
              <a:gd name="T98" fmla="*/ 478 w 498"/>
              <a:gd name="T99" fmla="*/ 168 h 602"/>
              <a:gd name="T100" fmla="*/ 496 w 498"/>
              <a:gd name="T101" fmla="*/ 144 h 602"/>
              <a:gd name="T102" fmla="*/ 498 w 498"/>
              <a:gd name="T103" fmla="*/ 128 h 602"/>
              <a:gd name="T104" fmla="*/ 488 w 498"/>
              <a:gd name="T105" fmla="*/ 100 h 602"/>
              <a:gd name="T106" fmla="*/ 466 w 498"/>
              <a:gd name="T107" fmla="*/ 68 h 602"/>
              <a:gd name="T108" fmla="*/ 432 w 498"/>
              <a:gd name="T109" fmla="*/ 38 h 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98" h="602">
                <a:moveTo>
                  <a:pt x="192" y="516"/>
                </a:moveTo>
                <a:lnTo>
                  <a:pt x="186" y="490"/>
                </a:lnTo>
                <a:lnTo>
                  <a:pt x="144" y="500"/>
                </a:lnTo>
                <a:lnTo>
                  <a:pt x="412" y="138"/>
                </a:lnTo>
                <a:lnTo>
                  <a:pt x="412" y="138"/>
                </a:lnTo>
                <a:lnTo>
                  <a:pt x="422" y="150"/>
                </a:lnTo>
                <a:lnTo>
                  <a:pt x="428" y="160"/>
                </a:lnTo>
                <a:lnTo>
                  <a:pt x="440" y="180"/>
                </a:lnTo>
                <a:lnTo>
                  <a:pt x="192" y="516"/>
                </a:lnTo>
                <a:lnTo>
                  <a:pt x="192" y="516"/>
                </a:lnTo>
                <a:close/>
                <a:moveTo>
                  <a:pt x="102" y="550"/>
                </a:moveTo>
                <a:lnTo>
                  <a:pt x="102" y="550"/>
                </a:lnTo>
                <a:lnTo>
                  <a:pt x="80" y="560"/>
                </a:lnTo>
                <a:lnTo>
                  <a:pt x="62" y="568"/>
                </a:lnTo>
                <a:lnTo>
                  <a:pt x="52" y="570"/>
                </a:lnTo>
                <a:lnTo>
                  <a:pt x="42" y="572"/>
                </a:lnTo>
                <a:lnTo>
                  <a:pt x="42" y="572"/>
                </a:lnTo>
                <a:lnTo>
                  <a:pt x="38" y="570"/>
                </a:lnTo>
                <a:lnTo>
                  <a:pt x="36" y="568"/>
                </a:lnTo>
                <a:lnTo>
                  <a:pt x="32" y="560"/>
                </a:lnTo>
                <a:lnTo>
                  <a:pt x="32" y="550"/>
                </a:lnTo>
                <a:lnTo>
                  <a:pt x="30" y="536"/>
                </a:lnTo>
                <a:lnTo>
                  <a:pt x="32" y="512"/>
                </a:lnTo>
                <a:lnTo>
                  <a:pt x="32" y="502"/>
                </a:lnTo>
                <a:lnTo>
                  <a:pt x="34" y="502"/>
                </a:lnTo>
                <a:lnTo>
                  <a:pt x="34" y="502"/>
                </a:lnTo>
                <a:lnTo>
                  <a:pt x="34" y="500"/>
                </a:lnTo>
                <a:lnTo>
                  <a:pt x="34" y="500"/>
                </a:lnTo>
                <a:lnTo>
                  <a:pt x="40" y="500"/>
                </a:lnTo>
                <a:lnTo>
                  <a:pt x="48" y="500"/>
                </a:lnTo>
                <a:lnTo>
                  <a:pt x="56" y="504"/>
                </a:lnTo>
                <a:lnTo>
                  <a:pt x="56" y="504"/>
                </a:lnTo>
                <a:lnTo>
                  <a:pt x="66" y="508"/>
                </a:lnTo>
                <a:lnTo>
                  <a:pt x="76" y="516"/>
                </a:lnTo>
                <a:lnTo>
                  <a:pt x="76" y="516"/>
                </a:lnTo>
                <a:lnTo>
                  <a:pt x="90" y="530"/>
                </a:lnTo>
                <a:lnTo>
                  <a:pt x="100" y="540"/>
                </a:lnTo>
                <a:lnTo>
                  <a:pt x="100" y="540"/>
                </a:lnTo>
                <a:lnTo>
                  <a:pt x="102" y="546"/>
                </a:lnTo>
                <a:lnTo>
                  <a:pt x="102" y="550"/>
                </a:lnTo>
                <a:lnTo>
                  <a:pt x="102" y="550"/>
                </a:lnTo>
                <a:close/>
                <a:moveTo>
                  <a:pt x="288" y="72"/>
                </a:moveTo>
                <a:lnTo>
                  <a:pt x="288" y="72"/>
                </a:lnTo>
                <a:lnTo>
                  <a:pt x="308" y="76"/>
                </a:lnTo>
                <a:lnTo>
                  <a:pt x="334" y="84"/>
                </a:lnTo>
                <a:lnTo>
                  <a:pt x="334" y="86"/>
                </a:lnTo>
                <a:lnTo>
                  <a:pt x="70" y="444"/>
                </a:lnTo>
                <a:lnTo>
                  <a:pt x="70" y="396"/>
                </a:lnTo>
                <a:lnTo>
                  <a:pt x="46" y="398"/>
                </a:lnTo>
                <a:lnTo>
                  <a:pt x="288" y="72"/>
                </a:lnTo>
                <a:lnTo>
                  <a:pt x="288" y="72"/>
                </a:lnTo>
                <a:close/>
                <a:moveTo>
                  <a:pt x="130" y="480"/>
                </a:moveTo>
                <a:lnTo>
                  <a:pt x="130" y="480"/>
                </a:lnTo>
                <a:lnTo>
                  <a:pt x="130" y="444"/>
                </a:lnTo>
                <a:lnTo>
                  <a:pt x="130" y="444"/>
                </a:lnTo>
                <a:lnTo>
                  <a:pt x="130" y="442"/>
                </a:lnTo>
                <a:lnTo>
                  <a:pt x="126" y="442"/>
                </a:lnTo>
                <a:lnTo>
                  <a:pt x="118" y="442"/>
                </a:lnTo>
                <a:lnTo>
                  <a:pt x="92" y="452"/>
                </a:lnTo>
                <a:lnTo>
                  <a:pt x="356" y="96"/>
                </a:lnTo>
                <a:lnTo>
                  <a:pt x="356" y="96"/>
                </a:lnTo>
                <a:lnTo>
                  <a:pt x="378" y="108"/>
                </a:lnTo>
                <a:lnTo>
                  <a:pt x="378" y="108"/>
                </a:lnTo>
                <a:lnTo>
                  <a:pt x="396" y="122"/>
                </a:lnTo>
                <a:lnTo>
                  <a:pt x="130" y="480"/>
                </a:lnTo>
                <a:lnTo>
                  <a:pt x="130" y="480"/>
                </a:lnTo>
                <a:close/>
                <a:moveTo>
                  <a:pt x="432" y="38"/>
                </a:moveTo>
                <a:lnTo>
                  <a:pt x="432" y="38"/>
                </a:lnTo>
                <a:lnTo>
                  <a:pt x="410" y="24"/>
                </a:lnTo>
                <a:lnTo>
                  <a:pt x="388" y="14"/>
                </a:lnTo>
                <a:lnTo>
                  <a:pt x="368" y="6"/>
                </a:lnTo>
                <a:lnTo>
                  <a:pt x="350" y="2"/>
                </a:lnTo>
                <a:lnTo>
                  <a:pt x="334" y="0"/>
                </a:lnTo>
                <a:lnTo>
                  <a:pt x="322" y="0"/>
                </a:lnTo>
                <a:lnTo>
                  <a:pt x="314" y="0"/>
                </a:lnTo>
                <a:lnTo>
                  <a:pt x="308" y="4"/>
                </a:lnTo>
                <a:lnTo>
                  <a:pt x="290" y="28"/>
                </a:lnTo>
                <a:lnTo>
                  <a:pt x="260" y="70"/>
                </a:lnTo>
                <a:lnTo>
                  <a:pt x="16" y="398"/>
                </a:lnTo>
                <a:lnTo>
                  <a:pt x="8" y="408"/>
                </a:lnTo>
                <a:lnTo>
                  <a:pt x="8" y="408"/>
                </a:lnTo>
                <a:lnTo>
                  <a:pt x="2" y="450"/>
                </a:lnTo>
                <a:lnTo>
                  <a:pt x="0" y="492"/>
                </a:lnTo>
                <a:lnTo>
                  <a:pt x="0" y="516"/>
                </a:lnTo>
                <a:lnTo>
                  <a:pt x="0" y="538"/>
                </a:lnTo>
                <a:lnTo>
                  <a:pt x="0" y="538"/>
                </a:lnTo>
                <a:lnTo>
                  <a:pt x="2" y="560"/>
                </a:lnTo>
                <a:lnTo>
                  <a:pt x="6" y="578"/>
                </a:lnTo>
                <a:lnTo>
                  <a:pt x="10" y="594"/>
                </a:lnTo>
                <a:lnTo>
                  <a:pt x="12" y="598"/>
                </a:lnTo>
                <a:lnTo>
                  <a:pt x="14" y="602"/>
                </a:lnTo>
                <a:lnTo>
                  <a:pt x="14" y="602"/>
                </a:lnTo>
                <a:lnTo>
                  <a:pt x="18" y="602"/>
                </a:lnTo>
                <a:lnTo>
                  <a:pt x="24" y="602"/>
                </a:lnTo>
                <a:lnTo>
                  <a:pt x="40" y="600"/>
                </a:lnTo>
                <a:lnTo>
                  <a:pt x="62" y="596"/>
                </a:lnTo>
                <a:lnTo>
                  <a:pt x="196" y="548"/>
                </a:lnTo>
                <a:lnTo>
                  <a:pt x="448" y="210"/>
                </a:lnTo>
                <a:lnTo>
                  <a:pt x="452" y="204"/>
                </a:lnTo>
                <a:lnTo>
                  <a:pt x="478" y="168"/>
                </a:lnTo>
                <a:lnTo>
                  <a:pt x="496" y="144"/>
                </a:lnTo>
                <a:lnTo>
                  <a:pt x="496" y="144"/>
                </a:lnTo>
                <a:lnTo>
                  <a:pt x="498" y="138"/>
                </a:lnTo>
                <a:lnTo>
                  <a:pt x="498" y="128"/>
                </a:lnTo>
                <a:lnTo>
                  <a:pt x="494" y="114"/>
                </a:lnTo>
                <a:lnTo>
                  <a:pt x="488" y="100"/>
                </a:lnTo>
                <a:lnTo>
                  <a:pt x="478" y="84"/>
                </a:lnTo>
                <a:lnTo>
                  <a:pt x="466" y="68"/>
                </a:lnTo>
                <a:lnTo>
                  <a:pt x="450" y="52"/>
                </a:lnTo>
                <a:lnTo>
                  <a:pt x="432" y="38"/>
                </a:lnTo>
                <a:lnTo>
                  <a:pt x="432"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ko-KR" altLang="en-US" sz="1600"/>
          </a:p>
        </p:txBody>
      </p:sp>
      <p:sp>
        <p:nvSpPr>
          <p:cNvPr id="45" name="文本框 44"/>
          <p:cNvSpPr txBox="1"/>
          <p:nvPr/>
        </p:nvSpPr>
        <p:spPr>
          <a:xfrm>
            <a:off x="1791777" y="3899742"/>
            <a:ext cx="8608447" cy="1446550"/>
          </a:xfrm>
          <a:prstGeom prst="rect">
            <a:avLst/>
          </a:prstGeom>
          <a:noFill/>
        </p:spPr>
        <p:txBody>
          <a:bodyPr wrap="none" rtlCol="0" anchor="ctr">
            <a:spAutoFit/>
          </a:bodyPr>
          <a:lstStyle>
            <a:defPPr>
              <a:defRPr lang="zh-CN"/>
            </a:defPPr>
            <a:lvl1pPr>
              <a:defRPr sz="3600" b="1">
                <a:solidFill>
                  <a:schemeClr val="bg1"/>
                </a:solidFill>
                <a:effectLst>
                  <a:outerShdw blurRad="266700" algn="ctr" rotWithShape="0">
                    <a:schemeClr val="bg1">
                      <a:alpha val="55000"/>
                    </a:schemeClr>
                  </a:outerShdw>
                </a:effectLst>
                <a:latin typeface="Impact" panose="020B0806030902050204" pitchFamily="34" charset="0"/>
              </a:defRPr>
            </a:lvl1pPr>
          </a:lstStyle>
          <a:p>
            <a:pPr algn="ctr"/>
            <a:r>
              <a:rPr lang="en-US" altLang="zh-CN" sz="8800" dirty="0">
                <a:effectLst>
                  <a:outerShdw blurRad="152400" dist="101600" dir="2700000" algn="tl">
                    <a:srgbClr val="000000">
                      <a:alpha val="32000"/>
                    </a:srgbClr>
                  </a:outerShdw>
                </a:effectLst>
              </a:rPr>
              <a:t>PPT</a:t>
            </a:r>
            <a:r>
              <a:rPr lang="zh-CN" altLang="en-US" sz="8800" dirty="0">
                <a:effectLst>
                  <a:outerShdw blurRad="152400" dist="101600" dir="2700000" algn="tl">
                    <a:srgbClr val="000000">
                      <a:alpha val="32000"/>
                    </a:srgbClr>
                  </a:outerShdw>
                </a:effectLst>
              </a:rPr>
              <a:t>模板页面整理</a:t>
            </a:r>
          </a:p>
        </p:txBody>
      </p:sp>
      <p:sp>
        <p:nvSpPr>
          <p:cNvPr id="46" name="文本框 45"/>
          <p:cNvSpPr txBox="1"/>
          <p:nvPr/>
        </p:nvSpPr>
        <p:spPr>
          <a:xfrm>
            <a:off x="4926449" y="5709909"/>
            <a:ext cx="2337884" cy="523220"/>
          </a:xfrm>
          <a:prstGeom prst="rect">
            <a:avLst/>
          </a:prstGeom>
          <a:noFill/>
        </p:spPr>
        <p:txBody>
          <a:bodyPr wrap="square" rtlCol="0" anchor="ctr">
            <a:spAutoFit/>
          </a:bodyPr>
          <a:lstStyle>
            <a:defPPr>
              <a:defRPr lang="zh-CN"/>
            </a:defPPr>
            <a:lvl1pPr>
              <a:defRPr sz="11500" b="1">
                <a:solidFill>
                  <a:schemeClr val="bg1"/>
                </a:solidFill>
                <a:effectLst>
                  <a:outerShdw blurRad="266700" algn="ctr" rotWithShape="0">
                    <a:schemeClr val="bg1">
                      <a:alpha val="55000"/>
                    </a:schemeClr>
                  </a:outerShdw>
                </a:effectLst>
                <a:latin typeface="Impact" panose="020B0806030902050204" pitchFamily="34" charset="0"/>
              </a:defRPr>
            </a:lvl1pPr>
          </a:lstStyle>
          <a:p>
            <a:pPr algn="ctr"/>
            <a:r>
              <a:rPr lang="en-US" altLang="zh-CN" sz="2800" b="0"/>
              <a:t>2016.06.24</a:t>
            </a:r>
            <a:endParaRPr lang="zh-CN" altLang="en-US" sz="2800" b="0" dirty="0"/>
          </a:p>
        </p:txBody>
      </p:sp>
      <p:grpSp>
        <p:nvGrpSpPr>
          <p:cNvPr id="47" name="组合 46"/>
          <p:cNvGrpSpPr/>
          <p:nvPr/>
        </p:nvGrpSpPr>
        <p:grpSpPr>
          <a:xfrm>
            <a:off x="4728385" y="5868836"/>
            <a:ext cx="2735230" cy="266326"/>
            <a:chOff x="4728385" y="5528210"/>
            <a:chExt cx="2735230" cy="266326"/>
          </a:xfrm>
          <a:solidFill>
            <a:srgbClr val="F8841D"/>
          </a:solidFill>
        </p:grpSpPr>
        <p:sp>
          <p:nvSpPr>
            <p:cNvPr id="48" name="Freeform 99"/>
            <p:cNvSpPr>
              <a:spLocks/>
            </p:cNvSpPr>
            <p:nvPr/>
          </p:nvSpPr>
          <p:spPr bwMode="auto">
            <a:xfrm>
              <a:off x="7264333" y="5548754"/>
              <a:ext cx="199282" cy="245782"/>
            </a:xfrm>
            <a:custGeom>
              <a:avLst/>
              <a:gdLst>
                <a:gd name="T0" fmla="*/ 0 w 38"/>
                <a:gd name="T1" fmla="*/ 5 h 47"/>
                <a:gd name="T2" fmla="*/ 6 w 38"/>
                <a:gd name="T3" fmla="*/ 2 h 47"/>
                <a:gd name="T4" fmla="*/ 36 w 38"/>
                <a:gd name="T5" fmla="*/ 20 h 47"/>
                <a:gd name="T6" fmla="*/ 36 w 38"/>
                <a:gd name="T7" fmla="*/ 27 h 47"/>
                <a:gd name="T8" fmla="*/ 6 w 38"/>
                <a:gd name="T9" fmla="*/ 45 h 47"/>
                <a:gd name="T10" fmla="*/ 0 w 38"/>
                <a:gd name="T11" fmla="*/ 42 h 47"/>
                <a:gd name="T12" fmla="*/ 0 w 38"/>
                <a:gd name="T13" fmla="*/ 5 h 47"/>
              </a:gdLst>
              <a:ahLst/>
              <a:cxnLst>
                <a:cxn ang="0">
                  <a:pos x="T0" y="T1"/>
                </a:cxn>
                <a:cxn ang="0">
                  <a:pos x="T2" y="T3"/>
                </a:cxn>
                <a:cxn ang="0">
                  <a:pos x="T4" y="T5"/>
                </a:cxn>
                <a:cxn ang="0">
                  <a:pos x="T6" y="T7"/>
                </a:cxn>
                <a:cxn ang="0">
                  <a:pos x="T8" y="T9"/>
                </a:cxn>
                <a:cxn ang="0">
                  <a:pos x="T10" y="T11"/>
                </a:cxn>
                <a:cxn ang="0">
                  <a:pos x="T12" y="T13"/>
                </a:cxn>
              </a:cxnLst>
              <a:rect l="0" t="0" r="r" b="b"/>
              <a:pathLst>
                <a:path w="38" h="47">
                  <a:moveTo>
                    <a:pt x="0" y="5"/>
                  </a:moveTo>
                  <a:cubicBezTo>
                    <a:pt x="0" y="1"/>
                    <a:pt x="3" y="0"/>
                    <a:pt x="6" y="2"/>
                  </a:cubicBezTo>
                  <a:cubicBezTo>
                    <a:pt x="36" y="20"/>
                    <a:pt x="36" y="20"/>
                    <a:pt x="36" y="20"/>
                  </a:cubicBezTo>
                  <a:cubicBezTo>
                    <a:pt x="38" y="22"/>
                    <a:pt x="38" y="25"/>
                    <a:pt x="36" y="27"/>
                  </a:cubicBezTo>
                  <a:cubicBezTo>
                    <a:pt x="6" y="45"/>
                    <a:pt x="6" y="45"/>
                    <a:pt x="6" y="45"/>
                  </a:cubicBezTo>
                  <a:cubicBezTo>
                    <a:pt x="3" y="47"/>
                    <a:pt x="0" y="45"/>
                    <a:pt x="0" y="42"/>
                  </a:cubicBezTo>
                  <a:lnTo>
                    <a:pt x="0" y="5"/>
                  </a:lnTo>
                  <a:close/>
                </a:path>
              </a:pathLst>
            </a:custGeom>
            <a:grpFill/>
            <a:ln>
              <a:noFill/>
            </a:ln>
          </p:spPr>
          <p:txBody>
            <a:bodyPr vert="horz" wrap="square" lIns="91440" tIns="45720" rIns="91440" bIns="45720" numCol="1" anchor="t" anchorCtr="0" compatLnSpc="1">
              <a:prstTxWarp prst="textNoShape">
                <a:avLst/>
              </a:prstTxWarp>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9" name="Freeform 99"/>
            <p:cNvSpPr>
              <a:spLocks/>
            </p:cNvSpPr>
            <p:nvPr/>
          </p:nvSpPr>
          <p:spPr bwMode="auto">
            <a:xfrm flipH="1">
              <a:off x="4728385" y="5528210"/>
              <a:ext cx="199282" cy="245782"/>
            </a:xfrm>
            <a:custGeom>
              <a:avLst/>
              <a:gdLst>
                <a:gd name="T0" fmla="*/ 0 w 38"/>
                <a:gd name="T1" fmla="*/ 5 h 47"/>
                <a:gd name="T2" fmla="*/ 6 w 38"/>
                <a:gd name="T3" fmla="*/ 2 h 47"/>
                <a:gd name="T4" fmla="*/ 36 w 38"/>
                <a:gd name="T5" fmla="*/ 20 h 47"/>
                <a:gd name="T6" fmla="*/ 36 w 38"/>
                <a:gd name="T7" fmla="*/ 27 h 47"/>
                <a:gd name="T8" fmla="*/ 6 w 38"/>
                <a:gd name="T9" fmla="*/ 45 h 47"/>
                <a:gd name="T10" fmla="*/ 0 w 38"/>
                <a:gd name="T11" fmla="*/ 42 h 47"/>
                <a:gd name="T12" fmla="*/ 0 w 38"/>
                <a:gd name="T13" fmla="*/ 5 h 47"/>
              </a:gdLst>
              <a:ahLst/>
              <a:cxnLst>
                <a:cxn ang="0">
                  <a:pos x="T0" y="T1"/>
                </a:cxn>
                <a:cxn ang="0">
                  <a:pos x="T2" y="T3"/>
                </a:cxn>
                <a:cxn ang="0">
                  <a:pos x="T4" y="T5"/>
                </a:cxn>
                <a:cxn ang="0">
                  <a:pos x="T6" y="T7"/>
                </a:cxn>
                <a:cxn ang="0">
                  <a:pos x="T8" y="T9"/>
                </a:cxn>
                <a:cxn ang="0">
                  <a:pos x="T10" y="T11"/>
                </a:cxn>
                <a:cxn ang="0">
                  <a:pos x="T12" y="T13"/>
                </a:cxn>
              </a:cxnLst>
              <a:rect l="0" t="0" r="r" b="b"/>
              <a:pathLst>
                <a:path w="38" h="47">
                  <a:moveTo>
                    <a:pt x="0" y="5"/>
                  </a:moveTo>
                  <a:cubicBezTo>
                    <a:pt x="0" y="1"/>
                    <a:pt x="3" y="0"/>
                    <a:pt x="6" y="2"/>
                  </a:cubicBezTo>
                  <a:cubicBezTo>
                    <a:pt x="36" y="20"/>
                    <a:pt x="36" y="20"/>
                    <a:pt x="36" y="20"/>
                  </a:cubicBezTo>
                  <a:cubicBezTo>
                    <a:pt x="38" y="22"/>
                    <a:pt x="38" y="25"/>
                    <a:pt x="36" y="27"/>
                  </a:cubicBezTo>
                  <a:cubicBezTo>
                    <a:pt x="6" y="45"/>
                    <a:pt x="6" y="45"/>
                    <a:pt x="6" y="45"/>
                  </a:cubicBezTo>
                  <a:cubicBezTo>
                    <a:pt x="3" y="47"/>
                    <a:pt x="0" y="45"/>
                    <a:pt x="0" y="42"/>
                  </a:cubicBezTo>
                  <a:lnTo>
                    <a:pt x="0" y="5"/>
                  </a:lnTo>
                  <a:close/>
                </a:path>
              </a:pathLst>
            </a:custGeom>
            <a:grpFill/>
            <a:ln>
              <a:noFill/>
            </a:ln>
          </p:spPr>
          <p:txBody>
            <a:bodyPr vert="horz" wrap="square" lIns="91440" tIns="45720" rIns="91440" bIns="45720" numCol="1" anchor="t" anchorCtr="0" compatLnSpc="1">
              <a:prstTxWarp prst="textNoShape">
                <a:avLst/>
              </a:prstTxWarp>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2" name="矩形 1"/>
          <p:cNvSpPr/>
          <p:nvPr/>
        </p:nvSpPr>
        <p:spPr>
          <a:xfrm>
            <a:off x="948000" y="3376336"/>
            <a:ext cx="10296000" cy="32400"/>
          </a:xfrm>
          <a:prstGeom prst="rect">
            <a:avLst/>
          </a:prstGeom>
          <a:gradFill>
            <a:gsLst>
              <a:gs pos="77000">
                <a:srgbClr val="F8841D"/>
              </a:gs>
              <a:gs pos="26000">
                <a:srgbClr val="F8841D"/>
              </a:gs>
              <a:gs pos="0">
                <a:srgbClr val="F8841D">
                  <a:alpha val="0"/>
                </a:srgbClr>
              </a:gs>
              <a:gs pos="100000">
                <a:srgbClr val="F8841D">
                  <a:alpha val="0"/>
                </a:srgb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83051279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349061" y="1317568"/>
            <a:ext cx="9499345" cy="7398466"/>
          </a:xfrm>
          <a:prstGeom prst="rect">
            <a:avLst/>
          </a:prstGeom>
          <a:effectLst>
            <a:outerShdw blurRad="254000" dist="190500" dir="2700000" sx="102000" sy="102000" algn="tl" rotWithShape="0">
              <a:prstClr val="black">
                <a:alpha val="28000"/>
              </a:prstClr>
            </a:outerShdw>
          </a:effectLst>
        </p:spPr>
      </p:pic>
      <p:sp>
        <p:nvSpPr>
          <p:cNvPr id="6" name="文本框 5"/>
          <p:cNvSpPr txBox="1"/>
          <p:nvPr/>
        </p:nvSpPr>
        <p:spPr>
          <a:xfrm>
            <a:off x="4903075" y="1923393"/>
            <a:ext cx="2472152" cy="523220"/>
          </a:xfrm>
          <a:prstGeom prst="rect">
            <a:avLst/>
          </a:prstGeom>
          <a:noFill/>
        </p:spPr>
        <p:txBody>
          <a:bodyPr wrap="none" rtlCol="0">
            <a:spAutoFit/>
          </a:bodyPr>
          <a:lstStyle/>
          <a:p>
            <a:r>
              <a:rPr lang="zh-CN" altLang="en-US" sz="1800" dirty="0">
                <a:solidFill>
                  <a:schemeClr val="bg1"/>
                </a:solidFill>
              </a:rPr>
              <a:t>第一章   </a:t>
            </a:r>
            <a:r>
              <a:rPr lang="zh-CN" altLang="en-US" sz="2800" dirty="0">
                <a:solidFill>
                  <a:schemeClr val="bg1"/>
                </a:solidFill>
              </a:rPr>
              <a:t>关系图表</a:t>
            </a:r>
          </a:p>
        </p:txBody>
      </p:sp>
      <p:sp>
        <p:nvSpPr>
          <p:cNvPr id="7" name="文本框 6"/>
          <p:cNvSpPr txBox="1"/>
          <p:nvPr/>
        </p:nvSpPr>
        <p:spPr>
          <a:xfrm>
            <a:off x="4903075" y="2603282"/>
            <a:ext cx="2113079" cy="523220"/>
          </a:xfrm>
          <a:prstGeom prst="rect">
            <a:avLst/>
          </a:prstGeom>
          <a:noFill/>
        </p:spPr>
        <p:txBody>
          <a:bodyPr wrap="none" rtlCol="0">
            <a:spAutoFit/>
          </a:bodyPr>
          <a:lstStyle/>
          <a:p>
            <a:r>
              <a:rPr lang="zh-CN" altLang="en-US" sz="1800" dirty="0">
                <a:solidFill>
                  <a:srgbClr val="859B7B"/>
                </a:solidFill>
              </a:rPr>
              <a:t>第二章   </a:t>
            </a:r>
            <a:r>
              <a:rPr lang="zh-CN" altLang="en-US" sz="2800" dirty="0">
                <a:solidFill>
                  <a:srgbClr val="859B7B"/>
                </a:solidFill>
              </a:rPr>
              <a:t>时间线</a:t>
            </a:r>
          </a:p>
        </p:txBody>
      </p:sp>
      <p:sp>
        <p:nvSpPr>
          <p:cNvPr id="8" name="文本框 7"/>
          <p:cNvSpPr txBox="1"/>
          <p:nvPr/>
        </p:nvSpPr>
        <p:spPr>
          <a:xfrm>
            <a:off x="4903075" y="3283171"/>
            <a:ext cx="2472152" cy="523220"/>
          </a:xfrm>
          <a:prstGeom prst="rect">
            <a:avLst/>
          </a:prstGeom>
          <a:noFill/>
        </p:spPr>
        <p:txBody>
          <a:bodyPr wrap="none" rtlCol="0">
            <a:spAutoFit/>
          </a:bodyPr>
          <a:lstStyle/>
          <a:p>
            <a:r>
              <a:rPr lang="zh-CN" altLang="en-US" sz="1800" dirty="0">
                <a:solidFill>
                  <a:schemeClr val="bg1"/>
                </a:solidFill>
              </a:rPr>
              <a:t>第三章   </a:t>
            </a:r>
            <a:r>
              <a:rPr lang="zh-CN" altLang="en-US" sz="2800" dirty="0">
                <a:solidFill>
                  <a:schemeClr val="bg1"/>
                </a:solidFill>
              </a:rPr>
              <a:t>信息图表</a:t>
            </a:r>
          </a:p>
        </p:txBody>
      </p:sp>
      <p:sp>
        <p:nvSpPr>
          <p:cNvPr id="9" name="文本框 8"/>
          <p:cNvSpPr txBox="1"/>
          <p:nvPr/>
        </p:nvSpPr>
        <p:spPr>
          <a:xfrm>
            <a:off x="4903075" y="3963060"/>
            <a:ext cx="1754006" cy="523220"/>
          </a:xfrm>
          <a:prstGeom prst="rect">
            <a:avLst/>
          </a:prstGeom>
          <a:noFill/>
        </p:spPr>
        <p:txBody>
          <a:bodyPr wrap="none" rtlCol="0">
            <a:spAutoFit/>
          </a:bodyPr>
          <a:lstStyle/>
          <a:p>
            <a:r>
              <a:rPr lang="zh-CN" altLang="en-US" sz="1800" dirty="0">
                <a:solidFill>
                  <a:schemeClr val="bg1"/>
                </a:solidFill>
              </a:rPr>
              <a:t>第四章   </a:t>
            </a:r>
            <a:r>
              <a:rPr lang="zh-CN" altLang="en-US" sz="2800" dirty="0">
                <a:solidFill>
                  <a:schemeClr val="bg1"/>
                </a:solidFill>
              </a:rPr>
              <a:t>图标</a:t>
            </a:r>
          </a:p>
        </p:txBody>
      </p:sp>
      <p:sp>
        <p:nvSpPr>
          <p:cNvPr id="10" name="矩形 39"/>
          <p:cNvSpPr/>
          <p:nvPr/>
        </p:nvSpPr>
        <p:spPr>
          <a:xfrm>
            <a:off x="0" y="203088"/>
            <a:ext cx="902811" cy="547073"/>
          </a:xfrm>
          <a:prstGeom prst="rect">
            <a:avLst/>
          </a:prstGeom>
          <a:noFill/>
        </p:spPr>
        <p:txBody>
          <a:bodyPr wrap="none" rtlCol="0">
            <a:spAutoFit/>
          </a:bodyPr>
          <a:lstStyle/>
          <a:p>
            <a:pPr marR="0" lvl="0" indent="0" fontAlgn="auto">
              <a:lnSpc>
                <a:spcPct val="112000"/>
              </a:lnSpc>
              <a:spcBef>
                <a:spcPts val="0"/>
              </a:spcBef>
              <a:spcAft>
                <a:spcPts val="0"/>
              </a:spcAft>
              <a:buClrTx/>
              <a:buSzTx/>
              <a:buFontTx/>
              <a:buNone/>
              <a:tabLst/>
              <a:defRPr/>
            </a:pPr>
            <a:r>
              <a:rPr lang="zh-CN" altLang="en-US" sz="2800" b="1" dirty="0">
                <a:solidFill>
                  <a:schemeClr val="tx1">
                    <a:lumMod val="65000"/>
                    <a:lumOff val="35000"/>
                  </a:schemeClr>
                </a:solidFill>
              </a:rPr>
              <a:t>目录</a:t>
            </a:r>
            <a:endParaRPr lang="en-US" altLang="zh-CN" sz="2800" b="1" dirty="0">
              <a:solidFill>
                <a:schemeClr val="tx1">
                  <a:lumMod val="65000"/>
                  <a:lumOff val="35000"/>
                </a:schemeClr>
              </a:solidFill>
            </a:endParaRPr>
          </a:p>
        </p:txBody>
      </p:sp>
    </p:spTree>
    <p:extLst>
      <p:ext uri="{BB962C8B-B14F-4D97-AF65-F5344CB8AC3E}">
        <p14:creationId xmlns:p14="http://schemas.microsoft.com/office/powerpoint/2010/main" val="1512636130"/>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组合 16"/>
          <p:cNvGrpSpPr/>
          <p:nvPr/>
        </p:nvGrpSpPr>
        <p:grpSpPr>
          <a:xfrm>
            <a:off x="1284049" y="1778530"/>
            <a:ext cx="2673351" cy="6878638"/>
            <a:chOff x="-420688" y="1854200"/>
            <a:chExt cx="2673351" cy="6878638"/>
          </a:xfrm>
          <a:effectLst>
            <a:outerShdw blurRad="254000" dist="190500" dir="2700000" sx="102000" sy="102000" algn="tl" rotWithShape="0">
              <a:prstClr val="black">
                <a:alpha val="28000"/>
              </a:prstClr>
            </a:outerShdw>
          </a:effectLst>
        </p:grpSpPr>
        <p:sp>
          <p:nvSpPr>
            <p:cNvPr id="6" name="AutoShape 3"/>
            <p:cNvSpPr>
              <a:spLocks noChangeAspect="1" noChangeArrowheads="1" noTextEdit="1"/>
            </p:cNvSpPr>
            <p:nvPr userDrawn="1"/>
          </p:nvSpPr>
          <p:spPr bwMode="auto">
            <a:xfrm>
              <a:off x="-385763" y="1854200"/>
              <a:ext cx="2622551" cy="6861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5"/>
            <p:cNvSpPr>
              <a:spLocks/>
            </p:cNvSpPr>
            <p:nvPr userDrawn="1"/>
          </p:nvSpPr>
          <p:spPr bwMode="auto">
            <a:xfrm>
              <a:off x="214312" y="2141538"/>
              <a:ext cx="633413" cy="542925"/>
            </a:xfrm>
            <a:custGeom>
              <a:avLst/>
              <a:gdLst>
                <a:gd name="T0" fmla="*/ 19 w 37"/>
                <a:gd name="T1" fmla="*/ 0 h 32"/>
                <a:gd name="T2" fmla="*/ 0 w 37"/>
                <a:gd name="T3" fmla="*/ 18 h 32"/>
                <a:gd name="T4" fmla="*/ 7 w 37"/>
                <a:gd name="T5" fmla="*/ 32 h 32"/>
                <a:gd name="T6" fmla="*/ 7 w 37"/>
                <a:gd name="T7" fmla="*/ 24 h 32"/>
                <a:gd name="T8" fmla="*/ 5 w 37"/>
                <a:gd name="T9" fmla="*/ 18 h 32"/>
                <a:gd name="T10" fmla="*/ 19 w 37"/>
                <a:gd name="T11" fmla="*/ 5 h 32"/>
                <a:gd name="T12" fmla="*/ 32 w 37"/>
                <a:gd name="T13" fmla="*/ 18 h 32"/>
                <a:gd name="T14" fmla="*/ 31 w 37"/>
                <a:gd name="T15" fmla="*/ 25 h 32"/>
                <a:gd name="T16" fmla="*/ 31 w 37"/>
                <a:gd name="T17" fmla="*/ 32 h 32"/>
                <a:gd name="T18" fmla="*/ 37 w 37"/>
                <a:gd name="T19" fmla="*/ 18 h 32"/>
                <a:gd name="T20" fmla="*/ 19 w 37"/>
                <a:gd name="T21"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 h="32">
                  <a:moveTo>
                    <a:pt x="19" y="0"/>
                  </a:moveTo>
                  <a:cubicBezTo>
                    <a:pt x="9" y="0"/>
                    <a:pt x="0" y="8"/>
                    <a:pt x="0" y="18"/>
                  </a:cubicBezTo>
                  <a:cubicBezTo>
                    <a:pt x="0" y="24"/>
                    <a:pt x="3" y="29"/>
                    <a:pt x="7" y="32"/>
                  </a:cubicBezTo>
                  <a:cubicBezTo>
                    <a:pt x="7" y="24"/>
                    <a:pt x="7" y="24"/>
                    <a:pt x="7" y="24"/>
                  </a:cubicBezTo>
                  <a:cubicBezTo>
                    <a:pt x="6" y="22"/>
                    <a:pt x="5" y="20"/>
                    <a:pt x="5" y="18"/>
                  </a:cubicBezTo>
                  <a:cubicBezTo>
                    <a:pt x="5" y="11"/>
                    <a:pt x="11" y="5"/>
                    <a:pt x="19" y="5"/>
                  </a:cubicBezTo>
                  <a:cubicBezTo>
                    <a:pt x="26" y="5"/>
                    <a:pt x="32" y="11"/>
                    <a:pt x="32" y="18"/>
                  </a:cubicBezTo>
                  <a:cubicBezTo>
                    <a:pt x="32" y="21"/>
                    <a:pt x="32" y="23"/>
                    <a:pt x="31" y="25"/>
                  </a:cubicBezTo>
                  <a:cubicBezTo>
                    <a:pt x="31" y="32"/>
                    <a:pt x="31" y="32"/>
                    <a:pt x="31" y="32"/>
                  </a:cubicBezTo>
                  <a:cubicBezTo>
                    <a:pt x="35" y="29"/>
                    <a:pt x="37" y="24"/>
                    <a:pt x="37" y="18"/>
                  </a:cubicBezTo>
                  <a:cubicBezTo>
                    <a:pt x="37" y="8"/>
                    <a:pt x="29" y="0"/>
                    <a:pt x="19"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6"/>
            <p:cNvSpPr>
              <a:spLocks/>
            </p:cNvSpPr>
            <p:nvPr userDrawn="1"/>
          </p:nvSpPr>
          <p:spPr bwMode="auto">
            <a:xfrm>
              <a:off x="-60325" y="1870075"/>
              <a:ext cx="1182688" cy="1135063"/>
            </a:xfrm>
            <a:custGeom>
              <a:avLst/>
              <a:gdLst>
                <a:gd name="T0" fmla="*/ 35 w 69"/>
                <a:gd name="T1" fmla="*/ 0 h 67"/>
                <a:gd name="T2" fmla="*/ 0 w 69"/>
                <a:gd name="T3" fmla="*/ 34 h 67"/>
                <a:gd name="T4" fmla="*/ 23 w 69"/>
                <a:gd name="T5" fmla="*/ 66 h 67"/>
                <a:gd name="T6" fmla="*/ 23 w 69"/>
                <a:gd name="T7" fmla="*/ 61 h 67"/>
                <a:gd name="T8" fmla="*/ 5 w 69"/>
                <a:gd name="T9" fmla="*/ 34 h 67"/>
                <a:gd name="T10" fmla="*/ 35 w 69"/>
                <a:gd name="T11" fmla="*/ 5 h 67"/>
                <a:gd name="T12" fmla="*/ 64 w 69"/>
                <a:gd name="T13" fmla="*/ 34 h 67"/>
                <a:gd name="T14" fmla="*/ 47 w 69"/>
                <a:gd name="T15" fmla="*/ 61 h 67"/>
                <a:gd name="T16" fmla="*/ 47 w 69"/>
                <a:gd name="T17" fmla="*/ 67 h 67"/>
                <a:gd name="T18" fmla="*/ 69 w 69"/>
                <a:gd name="T19" fmla="*/ 34 h 67"/>
                <a:gd name="T20" fmla="*/ 35 w 69"/>
                <a:gd name="T21"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67">
                  <a:moveTo>
                    <a:pt x="35" y="0"/>
                  </a:moveTo>
                  <a:cubicBezTo>
                    <a:pt x="16" y="0"/>
                    <a:pt x="0" y="15"/>
                    <a:pt x="0" y="34"/>
                  </a:cubicBezTo>
                  <a:cubicBezTo>
                    <a:pt x="0" y="49"/>
                    <a:pt x="10" y="61"/>
                    <a:pt x="23" y="66"/>
                  </a:cubicBezTo>
                  <a:cubicBezTo>
                    <a:pt x="23" y="61"/>
                    <a:pt x="23" y="61"/>
                    <a:pt x="23" y="61"/>
                  </a:cubicBezTo>
                  <a:cubicBezTo>
                    <a:pt x="12" y="56"/>
                    <a:pt x="5" y="46"/>
                    <a:pt x="5" y="34"/>
                  </a:cubicBezTo>
                  <a:cubicBezTo>
                    <a:pt x="5" y="18"/>
                    <a:pt x="19" y="5"/>
                    <a:pt x="35" y="5"/>
                  </a:cubicBezTo>
                  <a:cubicBezTo>
                    <a:pt x="51" y="5"/>
                    <a:pt x="64" y="18"/>
                    <a:pt x="64" y="34"/>
                  </a:cubicBezTo>
                  <a:cubicBezTo>
                    <a:pt x="64" y="46"/>
                    <a:pt x="57" y="57"/>
                    <a:pt x="47" y="61"/>
                  </a:cubicBezTo>
                  <a:cubicBezTo>
                    <a:pt x="47" y="67"/>
                    <a:pt x="47" y="67"/>
                    <a:pt x="47" y="67"/>
                  </a:cubicBezTo>
                  <a:cubicBezTo>
                    <a:pt x="60" y="62"/>
                    <a:pt x="69" y="49"/>
                    <a:pt x="69" y="34"/>
                  </a:cubicBezTo>
                  <a:cubicBezTo>
                    <a:pt x="69" y="15"/>
                    <a:pt x="54" y="0"/>
                    <a:pt x="35"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7"/>
            <p:cNvSpPr>
              <a:spLocks/>
            </p:cNvSpPr>
            <p:nvPr userDrawn="1"/>
          </p:nvSpPr>
          <p:spPr bwMode="auto">
            <a:xfrm>
              <a:off x="-420688" y="2243138"/>
              <a:ext cx="2468563" cy="3778250"/>
            </a:xfrm>
            <a:custGeom>
              <a:avLst/>
              <a:gdLst>
                <a:gd name="T0" fmla="*/ 139 w 144"/>
                <a:gd name="T1" fmla="*/ 95 h 223"/>
                <a:gd name="T2" fmla="*/ 138 w 144"/>
                <a:gd name="T3" fmla="*/ 87 h 223"/>
                <a:gd name="T4" fmla="*/ 126 w 144"/>
                <a:gd name="T5" fmla="*/ 77 h 223"/>
                <a:gd name="T6" fmla="*/ 115 w 144"/>
                <a:gd name="T7" fmla="*/ 87 h 223"/>
                <a:gd name="T8" fmla="*/ 115 w 144"/>
                <a:gd name="T9" fmla="*/ 79 h 223"/>
                <a:gd name="T10" fmla="*/ 103 w 144"/>
                <a:gd name="T11" fmla="*/ 70 h 223"/>
                <a:gd name="T12" fmla="*/ 91 w 144"/>
                <a:gd name="T13" fmla="*/ 79 h 223"/>
                <a:gd name="T14" fmla="*/ 91 w 144"/>
                <a:gd name="T15" fmla="*/ 72 h 223"/>
                <a:gd name="T16" fmla="*/ 79 w 144"/>
                <a:gd name="T17" fmla="*/ 63 h 223"/>
                <a:gd name="T18" fmla="*/ 67 w 144"/>
                <a:gd name="T19" fmla="*/ 70 h 223"/>
                <a:gd name="T20" fmla="*/ 67 w 144"/>
                <a:gd name="T21" fmla="*/ 9 h 223"/>
                <a:gd name="T22" fmla="*/ 56 w 144"/>
                <a:gd name="T23" fmla="*/ 0 h 223"/>
                <a:gd name="T24" fmla="*/ 44 w 144"/>
                <a:gd name="T25" fmla="*/ 9 h 223"/>
                <a:gd name="T26" fmla="*/ 44 w 144"/>
                <a:gd name="T27" fmla="*/ 129 h 223"/>
                <a:gd name="T28" fmla="*/ 44 w 144"/>
                <a:gd name="T29" fmla="*/ 130 h 223"/>
                <a:gd name="T30" fmla="*/ 44 w 144"/>
                <a:gd name="T31" fmla="*/ 133 h 223"/>
                <a:gd name="T32" fmla="*/ 44 w 144"/>
                <a:gd name="T33" fmla="*/ 136 h 223"/>
                <a:gd name="T34" fmla="*/ 24 w 144"/>
                <a:gd name="T35" fmla="*/ 96 h 223"/>
                <a:gd name="T36" fmla="*/ 9 w 144"/>
                <a:gd name="T37" fmla="*/ 93 h 223"/>
                <a:gd name="T38" fmla="*/ 3 w 144"/>
                <a:gd name="T39" fmla="*/ 107 h 223"/>
                <a:gd name="T40" fmla="*/ 31 w 144"/>
                <a:gd name="T41" fmla="*/ 175 h 223"/>
                <a:gd name="T42" fmla="*/ 52 w 144"/>
                <a:gd name="T43" fmla="*/ 202 h 223"/>
                <a:gd name="T44" fmla="*/ 58 w 144"/>
                <a:gd name="T45" fmla="*/ 216 h 223"/>
                <a:gd name="T46" fmla="*/ 133 w 144"/>
                <a:gd name="T47" fmla="*/ 215 h 223"/>
                <a:gd name="T48" fmla="*/ 141 w 144"/>
                <a:gd name="T49" fmla="*/ 188 h 223"/>
                <a:gd name="T50" fmla="*/ 143 w 144"/>
                <a:gd name="T51" fmla="*/ 146 h 223"/>
                <a:gd name="T52" fmla="*/ 139 w 144"/>
                <a:gd name="T53" fmla="*/ 95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4" h="223">
                  <a:moveTo>
                    <a:pt x="139" y="95"/>
                  </a:moveTo>
                  <a:cubicBezTo>
                    <a:pt x="138" y="87"/>
                    <a:pt x="138" y="87"/>
                    <a:pt x="138" y="87"/>
                  </a:cubicBezTo>
                  <a:cubicBezTo>
                    <a:pt x="138" y="82"/>
                    <a:pt x="133" y="77"/>
                    <a:pt x="126" y="77"/>
                  </a:cubicBezTo>
                  <a:cubicBezTo>
                    <a:pt x="120" y="77"/>
                    <a:pt x="115" y="82"/>
                    <a:pt x="115" y="87"/>
                  </a:cubicBezTo>
                  <a:cubicBezTo>
                    <a:pt x="115" y="79"/>
                    <a:pt x="115" y="79"/>
                    <a:pt x="115" y="79"/>
                  </a:cubicBezTo>
                  <a:cubicBezTo>
                    <a:pt x="115" y="74"/>
                    <a:pt x="109" y="70"/>
                    <a:pt x="103" y="70"/>
                  </a:cubicBezTo>
                  <a:cubicBezTo>
                    <a:pt x="96" y="70"/>
                    <a:pt x="91" y="74"/>
                    <a:pt x="91" y="79"/>
                  </a:cubicBezTo>
                  <a:cubicBezTo>
                    <a:pt x="91" y="72"/>
                    <a:pt x="91" y="72"/>
                    <a:pt x="91" y="72"/>
                  </a:cubicBezTo>
                  <a:cubicBezTo>
                    <a:pt x="91" y="67"/>
                    <a:pt x="86" y="63"/>
                    <a:pt x="79" y="63"/>
                  </a:cubicBezTo>
                  <a:cubicBezTo>
                    <a:pt x="73" y="63"/>
                    <a:pt x="68" y="66"/>
                    <a:pt x="67" y="70"/>
                  </a:cubicBezTo>
                  <a:cubicBezTo>
                    <a:pt x="67" y="9"/>
                    <a:pt x="67" y="9"/>
                    <a:pt x="67" y="9"/>
                  </a:cubicBezTo>
                  <a:cubicBezTo>
                    <a:pt x="67" y="4"/>
                    <a:pt x="62" y="0"/>
                    <a:pt x="56" y="0"/>
                  </a:cubicBezTo>
                  <a:cubicBezTo>
                    <a:pt x="49" y="0"/>
                    <a:pt x="44" y="4"/>
                    <a:pt x="44" y="9"/>
                  </a:cubicBezTo>
                  <a:cubicBezTo>
                    <a:pt x="44" y="129"/>
                    <a:pt x="44" y="129"/>
                    <a:pt x="44" y="129"/>
                  </a:cubicBezTo>
                  <a:cubicBezTo>
                    <a:pt x="44" y="130"/>
                    <a:pt x="44" y="130"/>
                    <a:pt x="44" y="130"/>
                  </a:cubicBezTo>
                  <a:cubicBezTo>
                    <a:pt x="44" y="131"/>
                    <a:pt x="44" y="132"/>
                    <a:pt x="44" y="133"/>
                  </a:cubicBezTo>
                  <a:cubicBezTo>
                    <a:pt x="44" y="136"/>
                    <a:pt x="44" y="136"/>
                    <a:pt x="44" y="136"/>
                  </a:cubicBezTo>
                  <a:cubicBezTo>
                    <a:pt x="24" y="96"/>
                    <a:pt x="24" y="96"/>
                    <a:pt x="24" y="96"/>
                  </a:cubicBezTo>
                  <a:cubicBezTo>
                    <a:pt x="22" y="92"/>
                    <a:pt x="15" y="90"/>
                    <a:pt x="9" y="93"/>
                  </a:cubicBezTo>
                  <a:cubicBezTo>
                    <a:pt x="3" y="96"/>
                    <a:pt x="0" y="102"/>
                    <a:pt x="3" y="107"/>
                  </a:cubicBezTo>
                  <a:cubicBezTo>
                    <a:pt x="31" y="175"/>
                    <a:pt x="31" y="175"/>
                    <a:pt x="31" y="175"/>
                  </a:cubicBezTo>
                  <a:cubicBezTo>
                    <a:pt x="34" y="180"/>
                    <a:pt x="44" y="187"/>
                    <a:pt x="52" y="202"/>
                  </a:cubicBezTo>
                  <a:cubicBezTo>
                    <a:pt x="56" y="211"/>
                    <a:pt x="58" y="216"/>
                    <a:pt x="58" y="216"/>
                  </a:cubicBezTo>
                  <a:cubicBezTo>
                    <a:pt x="58" y="216"/>
                    <a:pt x="73" y="223"/>
                    <a:pt x="133" y="215"/>
                  </a:cubicBezTo>
                  <a:cubicBezTo>
                    <a:pt x="133" y="215"/>
                    <a:pt x="138" y="204"/>
                    <a:pt x="141" y="188"/>
                  </a:cubicBezTo>
                  <a:cubicBezTo>
                    <a:pt x="141" y="188"/>
                    <a:pt x="144" y="159"/>
                    <a:pt x="143" y="146"/>
                  </a:cubicBezTo>
                  <a:cubicBezTo>
                    <a:pt x="142" y="126"/>
                    <a:pt x="140" y="112"/>
                    <a:pt x="139" y="95"/>
                  </a:cubicBezTo>
                </a:path>
              </a:pathLst>
            </a:custGeom>
            <a:solidFill>
              <a:srgbClr val="FFB57D"/>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 name="Freeform 8"/>
            <p:cNvSpPr>
              <a:spLocks noEditPoints="1"/>
            </p:cNvSpPr>
            <p:nvPr userDrawn="1"/>
          </p:nvSpPr>
          <p:spPr bwMode="auto">
            <a:xfrm>
              <a:off x="-420688" y="2243138"/>
              <a:ext cx="2468563" cy="3709988"/>
            </a:xfrm>
            <a:custGeom>
              <a:avLst/>
              <a:gdLst>
                <a:gd name="T0" fmla="*/ 83 w 144"/>
                <a:gd name="T1" fmla="*/ 219 h 219"/>
                <a:gd name="T2" fmla="*/ 58 w 144"/>
                <a:gd name="T3" fmla="*/ 216 h 219"/>
                <a:gd name="T4" fmla="*/ 51 w 144"/>
                <a:gd name="T5" fmla="*/ 202 h 219"/>
                <a:gd name="T6" fmla="*/ 31 w 144"/>
                <a:gd name="T7" fmla="*/ 175 h 219"/>
                <a:gd name="T8" fmla="*/ 9 w 144"/>
                <a:gd name="T9" fmla="*/ 93 h 219"/>
                <a:gd name="T10" fmla="*/ 24 w 144"/>
                <a:gd name="T11" fmla="*/ 96 h 219"/>
                <a:gd name="T12" fmla="*/ 43 w 144"/>
                <a:gd name="T13" fmla="*/ 133 h 219"/>
                <a:gd name="T14" fmla="*/ 44 w 144"/>
                <a:gd name="T15" fmla="*/ 129 h 219"/>
                <a:gd name="T16" fmla="*/ 56 w 144"/>
                <a:gd name="T17" fmla="*/ 0 h 219"/>
                <a:gd name="T18" fmla="*/ 68 w 144"/>
                <a:gd name="T19" fmla="*/ 69 h 219"/>
                <a:gd name="T20" fmla="*/ 91 w 144"/>
                <a:gd name="T21" fmla="*/ 72 h 219"/>
                <a:gd name="T22" fmla="*/ 103 w 144"/>
                <a:gd name="T23" fmla="*/ 70 h 219"/>
                <a:gd name="T24" fmla="*/ 115 w 144"/>
                <a:gd name="T25" fmla="*/ 84 h 219"/>
                <a:gd name="T26" fmla="*/ 139 w 144"/>
                <a:gd name="T27" fmla="*/ 87 h 219"/>
                <a:gd name="T28" fmla="*/ 141 w 144"/>
                <a:gd name="T29" fmla="*/ 121 h 219"/>
                <a:gd name="T30" fmla="*/ 141 w 144"/>
                <a:gd name="T31" fmla="*/ 188 h 219"/>
                <a:gd name="T32" fmla="*/ 133 w 144"/>
                <a:gd name="T33" fmla="*/ 215 h 219"/>
                <a:gd name="T34" fmla="*/ 83 w 144"/>
                <a:gd name="T35" fmla="*/ 219 h 219"/>
                <a:gd name="T36" fmla="*/ 83 w 144"/>
                <a:gd name="T37" fmla="*/ 219 h 219"/>
                <a:gd name="T38" fmla="*/ 133 w 144"/>
                <a:gd name="T39" fmla="*/ 214 h 219"/>
                <a:gd name="T40" fmla="*/ 143 w 144"/>
                <a:gd name="T41" fmla="*/ 146 h 219"/>
                <a:gd name="T42" fmla="*/ 139 w 144"/>
                <a:gd name="T43" fmla="*/ 95 h 219"/>
                <a:gd name="T44" fmla="*/ 126 w 144"/>
                <a:gd name="T45" fmla="*/ 78 h 219"/>
                <a:gd name="T46" fmla="*/ 114 w 144"/>
                <a:gd name="T47" fmla="*/ 87 h 219"/>
                <a:gd name="T48" fmla="*/ 103 w 144"/>
                <a:gd name="T49" fmla="*/ 70 h 219"/>
                <a:gd name="T50" fmla="*/ 91 w 144"/>
                <a:gd name="T51" fmla="*/ 79 h 219"/>
                <a:gd name="T52" fmla="*/ 79 w 144"/>
                <a:gd name="T53" fmla="*/ 63 h 219"/>
                <a:gd name="T54" fmla="*/ 67 w 144"/>
                <a:gd name="T55" fmla="*/ 72 h 219"/>
                <a:gd name="T56" fmla="*/ 56 w 144"/>
                <a:gd name="T57" fmla="*/ 0 h 219"/>
                <a:gd name="T58" fmla="*/ 44 w 144"/>
                <a:gd name="T59" fmla="*/ 129 h 219"/>
                <a:gd name="T60" fmla="*/ 44 w 144"/>
                <a:gd name="T61" fmla="*/ 133 h 219"/>
                <a:gd name="T62" fmla="*/ 24 w 144"/>
                <a:gd name="T63" fmla="*/ 96 h 219"/>
                <a:gd name="T64" fmla="*/ 9 w 144"/>
                <a:gd name="T65" fmla="*/ 94 h 219"/>
                <a:gd name="T66" fmla="*/ 31 w 144"/>
                <a:gd name="T67" fmla="*/ 175 h 219"/>
                <a:gd name="T68" fmla="*/ 52 w 144"/>
                <a:gd name="T69" fmla="*/ 202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4" h="219">
                  <a:moveTo>
                    <a:pt x="83" y="219"/>
                  </a:moveTo>
                  <a:cubicBezTo>
                    <a:pt x="83" y="219"/>
                    <a:pt x="83" y="219"/>
                    <a:pt x="83" y="219"/>
                  </a:cubicBezTo>
                  <a:cubicBezTo>
                    <a:pt x="64" y="219"/>
                    <a:pt x="58" y="216"/>
                    <a:pt x="58" y="216"/>
                  </a:cubicBezTo>
                  <a:cubicBezTo>
                    <a:pt x="58" y="216"/>
                    <a:pt x="58" y="216"/>
                    <a:pt x="58" y="216"/>
                  </a:cubicBezTo>
                  <a:cubicBezTo>
                    <a:pt x="58" y="216"/>
                    <a:pt x="58" y="216"/>
                    <a:pt x="58" y="216"/>
                  </a:cubicBezTo>
                  <a:cubicBezTo>
                    <a:pt x="58" y="216"/>
                    <a:pt x="56" y="211"/>
                    <a:pt x="51" y="202"/>
                  </a:cubicBezTo>
                  <a:cubicBezTo>
                    <a:pt x="46" y="192"/>
                    <a:pt x="41" y="186"/>
                    <a:pt x="36" y="182"/>
                  </a:cubicBezTo>
                  <a:cubicBezTo>
                    <a:pt x="34" y="179"/>
                    <a:pt x="32" y="177"/>
                    <a:pt x="31" y="175"/>
                  </a:cubicBezTo>
                  <a:cubicBezTo>
                    <a:pt x="2" y="107"/>
                    <a:pt x="2" y="107"/>
                    <a:pt x="2" y="107"/>
                  </a:cubicBezTo>
                  <a:cubicBezTo>
                    <a:pt x="0" y="102"/>
                    <a:pt x="3" y="96"/>
                    <a:pt x="9" y="93"/>
                  </a:cubicBezTo>
                  <a:cubicBezTo>
                    <a:pt x="11" y="92"/>
                    <a:pt x="14" y="92"/>
                    <a:pt x="16" y="92"/>
                  </a:cubicBezTo>
                  <a:cubicBezTo>
                    <a:pt x="20" y="92"/>
                    <a:pt x="23" y="93"/>
                    <a:pt x="24" y="96"/>
                  </a:cubicBezTo>
                  <a:cubicBezTo>
                    <a:pt x="43" y="135"/>
                    <a:pt x="43" y="135"/>
                    <a:pt x="43" y="135"/>
                  </a:cubicBezTo>
                  <a:cubicBezTo>
                    <a:pt x="43" y="133"/>
                    <a:pt x="43" y="133"/>
                    <a:pt x="43" y="133"/>
                  </a:cubicBezTo>
                  <a:cubicBezTo>
                    <a:pt x="43" y="132"/>
                    <a:pt x="43" y="131"/>
                    <a:pt x="44" y="130"/>
                  </a:cubicBezTo>
                  <a:cubicBezTo>
                    <a:pt x="44" y="129"/>
                    <a:pt x="44" y="129"/>
                    <a:pt x="44" y="129"/>
                  </a:cubicBezTo>
                  <a:cubicBezTo>
                    <a:pt x="44" y="9"/>
                    <a:pt x="44" y="9"/>
                    <a:pt x="44" y="9"/>
                  </a:cubicBezTo>
                  <a:cubicBezTo>
                    <a:pt x="44" y="4"/>
                    <a:pt x="49" y="0"/>
                    <a:pt x="56" y="0"/>
                  </a:cubicBezTo>
                  <a:cubicBezTo>
                    <a:pt x="62" y="0"/>
                    <a:pt x="68" y="4"/>
                    <a:pt x="68" y="9"/>
                  </a:cubicBezTo>
                  <a:cubicBezTo>
                    <a:pt x="68" y="69"/>
                    <a:pt x="68" y="69"/>
                    <a:pt x="68" y="69"/>
                  </a:cubicBezTo>
                  <a:cubicBezTo>
                    <a:pt x="69" y="65"/>
                    <a:pt x="74" y="63"/>
                    <a:pt x="79" y="63"/>
                  </a:cubicBezTo>
                  <a:cubicBezTo>
                    <a:pt x="86" y="63"/>
                    <a:pt x="91" y="67"/>
                    <a:pt x="91" y="72"/>
                  </a:cubicBezTo>
                  <a:cubicBezTo>
                    <a:pt x="91" y="76"/>
                    <a:pt x="91" y="76"/>
                    <a:pt x="91" y="76"/>
                  </a:cubicBezTo>
                  <a:cubicBezTo>
                    <a:pt x="93" y="72"/>
                    <a:pt x="97" y="70"/>
                    <a:pt x="103" y="70"/>
                  </a:cubicBezTo>
                  <a:cubicBezTo>
                    <a:pt x="109" y="70"/>
                    <a:pt x="115" y="74"/>
                    <a:pt x="115" y="79"/>
                  </a:cubicBezTo>
                  <a:cubicBezTo>
                    <a:pt x="115" y="84"/>
                    <a:pt x="115" y="84"/>
                    <a:pt x="115" y="84"/>
                  </a:cubicBezTo>
                  <a:cubicBezTo>
                    <a:pt x="116" y="80"/>
                    <a:pt x="121" y="77"/>
                    <a:pt x="126" y="77"/>
                  </a:cubicBezTo>
                  <a:cubicBezTo>
                    <a:pt x="133" y="77"/>
                    <a:pt x="139" y="81"/>
                    <a:pt x="139" y="87"/>
                  </a:cubicBezTo>
                  <a:cubicBezTo>
                    <a:pt x="139" y="95"/>
                    <a:pt x="139" y="95"/>
                    <a:pt x="139" y="95"/>
                  </a:cubicBezTo>
                  <a:cubicBezTo>
                    <a:pt x="140" y="104"/>
                    <a:pt x="140" y="112"/>
                    <a:pt x="141" y="121"/>
                  </a:cubicBezTo>
                  <a:cubicBezTo>
                    <a:pt x="142" y="129"/>
                    <a:pt x="143" y="137"/>
                    <a:pt x="143" y="146"/>
                  </a:cubicBezTo>
                  <a:cubicBezTo>
                    <a:pt x="144" y="159"/>
                    <a:pt x="141" y="187"/>
                    <a:pt x="141" y="188"/>
                  </a:cubicBezTo>
                  <a:cubicBezTo>
                    <a:pt x="138" y="204"/>
                    <a:pt x="133" y="215"/>
                    <a:pt x="133" y="215"/>
                  </a:cubicBezTo>
                  <a:cubicBezTo>
                    <a:pt x="133" y="215"/>
                    <a:pt x="133" y="215"/>
                    <a:pt x="133" y="215"/>
                  </a:cubicBezTo>
                  <a:cubicBezTo>
                    <a:pt x="133" y="215"/>
                    <a:pt x="133" y="215"/>
                    <a:pt x="133" y="215"/>
                  </a:cubicBezTo>
                  <a:cubicBezTo>
                    <a:pt x="114" y="218"/>
                    <a:pt x="97" y="219"/>
                    <a:pt x="83" y="219"/>
                  </a:cubicBezTo>
                  <a:moveTo>
                    <a:pt x="58" y="216"/>
                  </a:moveTo>
                  <a:cubicBezTo>
                    <a:pt x="59" y="216"/>
                    <a:pt x="65" y="219"/>
                    <a:pt x="83" y="219"/>
                  </a:cubicBezTo>
                  <a:cubicBezTo>
                    <a:pt x="83" y="219"/>
                    <a:pt x="83" y="219"/>
                    <a:pt x="83" y="219"/>
                  </a:cubicBezTo>
                  <a:cubicBezTo>
                    <a:pt x="97" y="219"/>
                    <a:pt x="113" y="217"/>
                    <a:pt x="133" y="214"/>
                  </a:cubicBezTo>
                  <a:cubicBezTo>
                    <a:pt x="133" y="213"/>
                    <a:pt x="138" y="203"/>
                    <a:pt x="141" y="188"/>
                  </a:cubicBezTo>
                  <a:cubicBezTo>
                    <a:pt x="141" y="187"/>
                    <a:pt x="143" y="159"/>
                    <a:pt x="143" y="146"/>
                  </a:cubicBezTo>
                  <a:cubicBezTo>
                    <a:pt x="142" y="137"/>
                    <a:pt x="141" y="129"/>
                    <a:pt x="141" y="121"/>
                  </a:cubicBezTo>
                  <a:cubicBezTo>
                    <a:pt x="140" y="112"/>
                    <a:pt x="139" y="104"/>
                    <a:pt x="139" y="95"/>
                  </a:cubicBezTo>
                  <a:cubicBezTo>
                    <a:pt x="138" y="87"/>
                    <a:pt x="138" y="87"/>
                    <a:pt x="138" y="87"/>
                  </a:cubicBezTo>
                  <a:cubicBezTo>
                    <a:pt x="138" y="82"/>
                    <a:pt x="133" y="78"/>
                    <a:pt x="126" y="78"/>
                  </a:cubicBezTo>
                  <a:cubicBezTo>
                    <a:pt x="120" y="78"/>
                    <a:pt x="115" y="82"/>
                    <a:pt x="115" y="87"/>
                  </a:cubicBezTo>
                  <a:cubicBezTo>
                    <a:pt x="114" y="87"/>
                    <a:pt x="114" y="87"/>
                    <a:pt x="114" y="87"/>
                  </a:cubicBezTo>
                  <a:cubicBezTo>
                    <a:pt x="114" y="79"/>
                    <a:pt x="114" y="79"/>
                    <a:pt x="114" y="79"/>
                  </a:cubicBezTo>
                  <a:cubicBezTo>
                    <a:pt x="114" y="74"/>
                    <a:pt x="109" y="70"/>
                    <a:pt x="103" y="70"/>
                  </a:cubicBezTo>
                  <a:cubicBezTo>
                    <a:pt x="96" y="70"/>
                    <a:pt x="91" y="74"/>
                    <a:pt x="91" y="79"/>
                  </a:cubicBezTo>
                  <a:cubicBezTo>
                    <a:pt x="91" y="79"/>
                    <a:pt x="91" y="79"/>
                    <a:pt x="91" y="79"/>
                  </a:cubicBezTo>
                  <a:cubicBezTo>
                    <a:pt x="91" y="72"/>
                    <a:pt x="91" y="72"/>
                    <a:pt x="91" y="72"/>
                  </a:cubicBezTo>
                  <a:cubicBezTo>
                    <a:pt x="91" y="67"/>
                    <a:pt x="85" y="63"/>
                    <a:pt x="79" y="63"/>
                  </a:cubicBezTo>
                  <a:cubicBezTo>
                    <a:pt x="73" y="63"/>
                    <a:pt x="69" y="66"/>
                    <a:pt x="68" y="70"/>
                  </a:cubicBezTo>
                  <a:cubicBezTo>
                    <a:pt x="67" y="72"/>
                    <a:pt x="67" y="72"/>
                    <a:pt x="67" y="72"/>
                  </a:cubicBezTo>
                  <a:cubicBezTo>
                    <a:pt x="67" y="9"/>
                    <a:pt x="67" y="9"/>
                    <a:pt x="67" y="9"/>
                  </a:cubicBezTo>
                  <a:cubicBezTo>
                    <a:pt x="67" y="4"/>
                    <a:pt x="62" y="0"/>
                    <a:pt x="56" y="0"/>
                  </a:cubicBezTo>
                  <a:cubicBezTo>
                    <a:pt x="49" y="0"/>
                    <a:pt x="44" y="4"/>
                    <a:pt x="44" y="9"/>
                  </a:cubicBezTo>
                  <a:cubicBezTo>
                    <a:pt x="44" y="129"/>
                    <a:pt x="44" y="129"/>
                    <a:pt x="44" y="129"/>
                  </a:cubicBezTo>
                  <a:cubicBezTo>
                    <a:pt x="44" y="129"/>
                    <a:pt x="44" y="129"/>
                    <a:pt x="44" y="130"/>
                  </a:cubicBezTo>
                  <a:cubicBezTo>
                    <a:pt x="44" y="131"/>
                    <a:pt x="44" y="132"/>
                    <a:pt x="44" y="133"/>
                  </a:cubicBezTo>
                  <a:cubicBezTo>
                    <a:pt x="44" y="137"/>
                    <a:pt x="44" y="137"/>
                    <a:pt x="44" y="137"/>
                  </a:cubicBezTo>
                  <a:cubicBezTo>
                    <a:pt x="24" y="96"/>
                    <a:pt x="24" y="96"/>
                    <a:pt x="24" y="96"/>
                  </a:cubicBezTo>
                  <a:cubicBezTo>
                    <a:pt x="22" y="94"/>
                    <a:pt x="19" y="92"/>
                    <a:pt x="16" y="92"/>
                  </a:cubicBezTo>
                  <a:cubicBezTo>
                    <a:pt x="14" y="92"/>
                    <a:pt x="11" y="93"/>
                    <a:pt x="9" y="94"/>
                  </a:cubicBezTo>
                  <a:cubicBezTo>
                    <a:pt x="4" y="96"/>
                    <a:pt x="1" y="102"/>
                    <a:pt x="3" y="107"/>
                  </a:cubicBezTo>
                  <a:cubicBezTo>
                    <a:pt x="31" y="175"/>
                    <a:pt x="31" y="175"/>
                    <a:pt x="31" y="175"/>
                  </a:cubicBezTo>
                  <a:cubicBezTo>
                    <a:pt x="32" y="177"/>
                    <a:pt x="34" y="179"/>
                    <a:pt x="37" y="181"/>
                  </a:cubicBezTo>
                  <a:cubicBezTo>
                    <a:pt x="41" y="186"/>
                    <a:pt x="47" y="192"/>
                    <a:pt x="52" y="202"/>
                  </a:cubicBezTo>
                  <a:cubicBezTo>
                    <a:pt x="56" y="210"/>
                    <a:pt x="58" y="215"/>
                    <a:pt x="58" y="216"/>
                  </a:cubicBezTo>
                </a:path>
              </a:pathLst>
            </a:custGeom>
            <a:solidFill>
              <a:srgbClr val="FFB57D"/>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 name="Freeform 9"/>
            <p:cNvSpPr>
              <a:spLocks/>
            </p:cNvSpPr>
            <p:nvPr userDrawn="1"/>
          </p:nvSpPr>
          <p:spPr bwMode="auto">
            <a:xfrm>
              <a:off x="368300" y="2293938"/>
              <a:ext cx="325438" cy="322263"/>
            </a:xfrm>
            <a:custGeom>
              <a:avLst/>
              <a:gdLst>
                <a:gd name="T0" fmla="*/ 12 w 19"/>
                <a:gd name="T1" fmla="*/ 0 h 19"/>
                <a:gd name="T2" fmla="*/ 12 w 19"/>
                <a:gd name="T3" fmla="*/ 0 h 19"/>
                <a:gd name="T4" fmla="*/ 6 w 19"/>
                <a:gd name="T5" fmla="*/ 0 h 19"/>
                <a:gd name="T6" fmla="*/ 0 w 19"/>
                <a:gd name="T7" fmla="*/ 6 h 19"/>
                <a:gd name="T8" fmla="*/ 0 w 19"/>
                <a:gd name="T9" fmla="*/ 13 h 19"/>
                <a:gd name="T10" fmla="*/ 6 w 19"/>
                <a:gd name="T11" fmla="*/ 19 h 19"/>
                <a:gd name="T12" fmla="*/ 7 w 19"/>
                <a:gd name="T13" fmla="*/ 19 h 19"/>
                <a:gd name="T14" fmla="*/ 13 w 19"/>
                <a:gd name="T15" fmla="*/ 19 h 19"/>
                <a:gd name="T16" fmla="*/ 19 w 19"/>
                <a:gd name="T17" fmla="*/ 13 h 19"/>
                <a:gd name="T18" fmla="*/ 19 w 19"/>
                <a:gd name="T19" fmla="*/ 6 h 19"/>
                <a:gd name="T20" fmla="*/ 12 w 19"/>
                <a:gd name="T2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9">
                  <a:moveTo>
                    <a:pt x="12" y="0"/>
                  </a:moveTo>
                  <a:cubicBezTo>
                    <a:pt x="12" y="0"/>
                    <a:pt x="12" y="0"/>
                    <a:pt x="12" y="0"/>
                  </a:cubicBezTo>
                  <a:cubicBezTo>
                    <a:pt x="6" y="0"/>
                    <a:pt x="6" y="0"/>
                    <a:pt x="6" y="0"/>
                  </a:cubicBezTo>
                  <a:cubicBezTo>
                    <a:pt x="3" y="0"/>
                    <a:pt x="0" y="3"/>
                    <a:pt x="0" y="6"/>
                  </a:cubicBezTo>
                  <a:cubicBezTo>
                    <a:pt x="0" y="13"/>
                    <a:pt x="0" y="13"/>
                    <a:pt x="0" y="13"/>
                  </a:cubicBezTo>
                  <a:cubicBezTo>
                    <a:pt x="0" y="17"/>
                    <a:pt x="3" y="19"/>
                    <a:pt x="6" y="19"/>
                  </a:cubicBezTo>
                  <a:cubicBezTo>
                    <a:pt x="7" y="19"/>
                    <a:pt x="7" y="19"/>
                    <a:pt x="7" y="19"/>
                  </a:cubicBezTo>
                  <a:cubicBezTo>
                    <a:pt x="13" y="19"/>
                    <a:pt x="13" y="19"/>
                    <a:pt x="13" y="19"/>
                  </a:cubicBezTo>
                  <a:cubicBezTo>
                    <a:pt x="16" y="19"/>
                    <a:pt x="19" y="16"/>
                    <a:pt x="19" y="13"/>
                  </a:cubicBezTo>
                  <a:cubicBezTo>
                    <a:pt x="19" y="6"/>
                    <a:pt x="19" y="6"/>
                    <a:pt x="19" y="6"/>
                  </a:cubicBezTo>
                  <a:cubicBezTo>
                    <a:pt x="19" y="2"/>
                    <a:pt x="16" y="0"/>
                    <a:pt x="12" y="0"/>
                  </a:cubicBezTo>
                </a:path>
              </a:pathLst>
            </a:custGeom>
            <a:solidFill>
              <a:srgbClr val="FFD8BD"/>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 name="Freeform 10"/>
            <p:cNvSpPr>
              <a:spLocks/>
            </p:cNvSpPr>
            <p:nvPr userDrawn="1"/>
          </p:nvSpPr>
          <p:spPr bwMode="auto">
            <a:xfrm>
              <a:off x="-352425" y="3835400"/>
              <a:ext cx="377825" cy="373063"/>
            </a:xfrm>
            <a:custGeom>
              <a:avLst/>
              <a:gdLst>
                <a:gd name="T0" fmla="*/ 12 w 22"/>
                <a:gd name="T1" fmla="*/ 0 h 22"/>
                <a:gd name="T2" fmla="*/ 10 w 22"/>
                <a:gd name="T3" fmla="*/ 1 h 22"/>
                <a:gd name="T4" fmla="*/ 4 w 22"/>
                <a:gd name="T5" fmla="*/ 3 h 22"/>
                <a:gd name="T6" fmla="*/ 1 w 22"/>
                <a:gd name="T7" fmla="*/ 12 h 22"/>
                <a:gd name="T8" fmla="*/ 4 w 22"/>
                <a:gd name="T9" fmla="*/ 18 h 22"/>
                <a:gd name="T10" fmla="*/ 10 w 22"/>
                <a:gd name="T11" fmla="*/ 22 h 22"/>
                <a:gd name="T12" fmla="*/ 12 w 22"/>
                <a:gd name="T13" fmla="*/ 21 h 22"/>
                <a:gd name="T14" fmla="*/ 18 w 22"/>
                <a:gd name="T15" fmla="*/ 18 h 22"/>
                <a:gd name="T16" fmla="*/ 21 w 22"/>
                <a:gd name="T17" fmla="*/ 10 h 22"/>
                <a:gd name="T18" fmla="*/ 18 w 22"/>
                <a:gd name="T19" fmla="*/ 4 h 22"/>
                <a:gd name="T20" fmla="*/ 12 w 22"/>
                <a:gd name="T2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22">
                  <a:moveTo>
                    <a:pt x="12" y="0"/>
                  </a:moveTo>
                  <a:cubicBezTo>
                    <a:pt x="11" y="0"/>
                    <a:pt x="10" y="0"/>
                    <a:pt x="10" y="1"/>
                  </a:cubicBezTo>
                  <a:cubicBezTo>
                    <a:pt x="4" y="3"/>
                    <a:pt x="4" y="3"/>
                    <a:pt x="4" y="3"/>
                  </a:cubicBezTo>
                  <a:cubicBezTo>
                    <a:pt x="1" y="5"/>
                    <a:pt x="0" y="9"/>
                    <a:pt x="1" y="12"/>
                  </a:cubicBezTo>
                  <a:cubicBezTo>
                    <a:pt x="4" y="18"/>
                    <a:pt x="4" y="18"/>
                    <a:pt x="4" y="18"/>
                  </a:cubicBezTo>
                  <a:cubicBezTo>
                    <a:pt x="5" y="20"/>
                    <a:pt x="8" y="22"/>
                    <a:pt x="10" y="22"/>
                  </a:cubicBezTo>
                  <a:cubicBezTo>
                    <a:pt x="11" y="22"/>
                    <a:pt x="12" y="21"/>
                    <a:pt x="12" y="21"/>
                  </a:cubicBezTo>
                  <a:cubicBezTo>
                    <a:pt x="18" y="18"/>
                    <a:pt x="18" y="18"/>
                    <a:pt x="18" y="18"/>
                  </a:cubicBezTo>
                  <a:cubicBezTo>
                    <a:pt x="21" y="17"/>
                    <a:pt x="22" y="13"/>
                    <a:pt x="21" y="10"/>
                  </a:cubicBezTo>
                  <a:cubicBezTo>
                    <a:pt x="18" y="4"/>
                    <a:pt x="18" y="4"/>
                    <a:pt x="18" y="4"/>
                  </a:cubicBezTo>
                  <a:cubicBezTo>
                    <a:pt x="17" y="2"/>
                    <a:pt x="15" y="0"/>
                    <a:pt x="12" y="0"/>
                  </a:cubicBezTo>
                </a:path>
              </a:pathLst>
            </a:custGeom>
            <a:solidFill>
              <a:srgbClr val="FFD8BD"/>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 name="Rectangle 11"/>
            <p:cNvSpPr>
              <a:spLocks noChangeArrowheads="1"/>
            </p:cNvSpPr>
            <p:nvPr userDrawn="1"/>
          </p:nvSpPr>
          <p:spPr bwMode="auto">
            <a:xfrm>
              <a:off x="300037" y="5784850"/>
              <a:ext cx="1798638" cy="423863"/>
            </a:xfrm>
            <a:prstGeom prst="rect">
              <a:avLst/>
            </a:prstGeom>
            <a:solidFill>
              <a:srgbClr val="FFFFFF"/>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 name="Rectangle 12"/>
            <p:cNvSpPr>
              <a:spLocks noChangeArrowheads="1"/>
            </p:cNvSpPr>
            <p:nvPr userDrawn="1"/>
          </p:nvSpPr>
          <p:spPr bwMode="auto">
            <a:xfrm>
              <a:off x="179387" y="5970588"/>
              <a:ext cx="2073276" cy="2762250"/>
            </a:xfrm>
            <a:prstGeom prst="rect">
              <a:avLst/>
            </a:prstGeom>
            <a:solidFill>
              <a:srgbClr val="515A66"/>
            </a:solidFill>
            <a:ln>
              <a:noFill/>
            </a:ln>
          </p:spPr>
          <p:txBody>
            <a:bodyPr vert="horz" wrap="square" lIns="91440" tIns="45720" rIns="91440" bIns="45720" numCol="1" anchor="t" anchorCtr="0" compatLnSpc="1">
              <a:prstTxWarp prst="textNoShape">
                <a:avLst/>
              </a:prstTxWarp>
            </a:bodyPr>
            <a:lstStyle/>
            <a:p>
              <a:endParaRPr lang="zh-CN" altLang="en-US"/>
            </a:p>
          </p:txBody>
        </p:sp>
      </p:grpSp>
      <p:sp>
        <p:nvSpPr>
          <p:cNvPr id="15" name="文本框 14"/>
          <p:cNvSpPr txBox="1"/>
          <p:nvPr/>
        </p:nvSpPr>
        <p:spPr>
          <a:xfrm>
            <a:off x="4717312" y="2705725"/>
            <a:ext cx="4698722" cy="1446550"/>
          </a:xfrm>
          <a:prstGeom prst="rect">
            <a:avLst/>
          </a:prstGeom>
          <a:noFill/>
        </p:spPr>
        <p:txBody>
          <a:bodyPr wrap="none" rtlCol="0" anchor="ctr">
            <a:spAutoFit/>
          </a:bodyPr>
          <a:lstStyle>
            <a:defPPr>
              <a:defRPr lang="zh-CN"/>
            </a:defPPr>
            <a:lvl1pPr>
              <a:defRPr sz="3600" b="1">
                <a:solidFill>
                  <a:schemeClr val="bg1"/>
                </a:solidFill>
                <a:effectLst>
                  <a:outerShdw blurRad="266700" algn="ctr" rotWithShape="0">
                    <a:schemeClr val="bg1">
                      <a:alpha val="55000"/>
                    </a:schemeClr>
                  </a:outerShdw>
                </a:effectLst>
                <a:latin typeface="Impact" panose="020B0806030902050204" pitchFamily="34" charset="0"/>
              </a:defRPr>
            </a:lvl1pPr>
          </a:lstStyle>
          <a:p>
            <a:pPr algn="ctr"/>
            <a:r>
              <a:rPr lang="zh-CN" altLang="en-US" sz="8800" dirty="0">
                <a:solidFill>
                  <a:schemeClr val="tx1">
                    <a:lumMod val="65000"/>
                    <a:lumOff val="35000"/>
                  </a:schemeClr>
                </a:solidFill>
                <a:effectLst>
                  <a:outerShdw blurRad="152400" dist="101600" dir="2700000" algn="tl">
                    <a:srgbClr val="000000">
                      <a:alpha val="32000"/>
                    </a:srgbClr>
                  </a:outerShdw>
                </a:effectLst>
              </a:rPr>
              <a:t>关系图表</a:t>
            </a:r>
          </a:p>
        </p:txBody>
      </p:sp>
    </p:spTree>
    <p:extLst>
      <p:ext uri="{BB962C8B-B14F-4D97-AF65-F5344CB8AC3E}">
        <p14:creationId xmlns:p14="http://schemas.microsoft.com/office/powerpoint/2010/main" val="2095138107"/>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66"/>
          <p:cNvSpPr>
            <a:spLocks/>
          </p:cNvSpPr>
          <p:nvPr/>
        </p:nvSpPr>
        <p:spPr bwMode="auto">
          <a:xfrm>
            <a:off x="6268557" y="1394673"/>
            <a:ext cx="4238154" cy="2911378"/>
          </a:xfrm>
          <a:custGeom>
            <a:avLst/>
            <a:gdLst>
              <a:gd name="T0" fmla="*/ 209 w 215"/>
              <a:gd name="T1" fmla="*/ 82 h 147"/>
              <a:gd name="T2" fmla="*/ 209 w 215"/>
              <a:gd name="T3" fmla="*/ 65 h 147"/>
              <a:gd name="T4" fmla="*/ 132 w 215"/>
              <a:gd name="T5" fmla="*/ 0 h 147"/>
              <a:gd name="T6" fmla="*/ 132 w 215"/>
              <a:gd name="T7" fmla="*/ 23 h 147"/>
              <a:gd name="T8" fmla="*/ 0 w 215"/>
              <a:gd name="T9" fmla="*/ 23 h 147"/>
              <a:gd name="T10" fmla="*/ 0 w 215"/>
              <a:gd name="T11" fmla="*/ 124 h 147"/>
              <a:gd name="T12" fmla="*/ 132 w 215"/>
              <a:gd name="T13" fmla="*/ 124 h 147"/>
              <a:gd name="T14" fmla="*/ 132 w 215"/>
              <a:gd name="T15" fmla="*/ 147 h 147"/>
              <a:gd name="T16" fmla="*/ 209 w 215"/>
              <a:gd name="T17" fmla="*/ 8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5" h="147">
                <a:moveTo>
                  <a:pt x="209" y="82"/>
                </a:moveTo>
                <a:cubicBezTo>
                  <a:pt x="215" y="77"/>
                  <a:pt x="215" y="69"/>
                  <a:pt x="209" y="65"/>
                </a:cubicBezTo>
                <a:cubicBezTo>
                  <a:pt x="132" y="0"/>
                  <a:pt x="132" y="0"/>
                  <a:pt x="132" y="0"/>
                </a:cubicBezTo>
                <a:cubicBezTo>
                  <a:pt x="132" y="23"/>
                  <a:pt x="132" y="23"/>
                  <a:pt x="132" y="23"/>
                </a:cubicBezTo>
                <a:cubicBezTo>
                  <a:pt x="0" y="23"/>
                  <a:pt x="0" y="23"/>
                  <a:pt x="0" y="23"/>
                </a:cubicBezTo>
                <a:cubicBezTo>
                  <a:pt x="0" y="124"/>
                  <a:pt x="0" y="124"/>
                  <a:pt x="0" y="124"/>
                </a:cubicBezTo>
                <a:cubicBezTo>
                  <a:pt x="132" y="124"/>
                  <a:pt x="132" y="124"/>
                  <a:pt x="132" y="124"/>
                </a:cubicBezTo>
                <a:cubicBezTo>
                  <a:pt x="132" y="147"/>
                  <a:pt x="132" y="147"/>
                  <a:pt x="132" y="147"/>
                </a:cubicBezTo>
                <a:lnTo>
                  <a:pt x="209" y="82"/>
                </a:ln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 name="Freeform 67"/>
          <p:cNvSpPr>
            <a:spLocks/>
          </p:cNvSpPr>
          <p:nvPr/>
        </p:nvSpPr>
        <p:spPr bwMode="auto">
          <a:xfrm>
            <a:off x="6268557" y="1849485"/>
            <a:ext cx="1137194" cy="3534650"/>
          </a:xfrm>
          <a:custGeom>
            <a:avLst/>
            <a:gdLst>
              <a:gd name="T0" fmla="*/ 0 w 524"/>
              <a:gd name="T1" fmla="*/ 0 h 1469"/>
              <a:gd name="T2" fmla="*/ 524 w 524"/>
              <a:gd name="T3" fmla="*/ 554 h 1469"/>
              <a:gd name="T4" fmla="*/ 524 w 524"/>
              <a:gd name="T5" fmla="*/ 1469 h 1469"/>
              <a:gd name="T6" fmla="*/ 0 w 524"/>
              <a:gd name="T7" fmla="*/ 1053 h 1469"/>
              <a:gd name="T8" fmla="*/ 0 w 524"/>
              <a:gd name="T9" fmla="*/ 0 h 1469"/>
            </a:gdLst>
            <a:ahLst/>
            <a:cxnLst>
              <a:cxn ang="0">
                <a:pos x="T0" y="T1"/>
              </a:cxn>
              <a:cxn ang="0">
                <a:pos x="T2" y="T3"/>
              </a:cxn>
              <a:cxn ang="0">
                <a:pos x="T4" y="T5"/>
              </a:cxn>
              <a:cxn ang="0">
                <a:pos x="T6" y="T7"/>
              </a:cxn>
              <a:cxn ang="0">
                <a:pos x="T8" y="T9"/>
              </a:cxn>
            </a:cxnLst>
            <a:rect l="0" t="0" r="r" b="b"/>
            <a:pathLst>
              <a:path w="524" h="1469">
                <a:moveTo>
                  <a:pt x="0" y="0"/>
                </a:moveTo>
                <a:lnTo>
                  <a:pt x="524" y="554"/>
                </a:lnTo>
                <a:lnTo>
                  <a:pt x="524" y="1469"/>
                </a:lnTo>
                <a:lnTo>
                  <a:pt x="0" y="1053"/>
                </a:lnTo>
                <a:lnTo>
                  <a:pt x="0" y="0"/>
                </a:ln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Freeform 68"/>
          <p:cNvSpPr>
            <a:spLocks/>
          </p:cNvSpPr>
          <p:nvPr/>
        </p:nvSpPr>
        <p:spPr bwMode="auto">
          <a:xfrm>
            <a:off x="1785780" y="2590060"/>
            <a:ext cx="5619973" cy="3838384"/>
          </a:xfrm>
          <a:custGeom>
            <a:avLst/>
            <a:gdLst>
              <a:gd name="T0" fmla="*/ 7 w 285"/>
              <a:gd name="T1" fmla="*/ 85 h 194"/>
              <a:gd name="T2" fmla="*/ 7 w 285"/>
              <a:gd name="T3" fmla="*/ 108 h 194"/>
              <a:gd name="T4" fmla="*/ 109 w 285"/>
              <a:gd name="T5" fmla="*/ 194 h 194"/>
              <a:gd name="T6" fmla="*/ 109 w 285"/>
              <a:gd name="T7" fmla="*/ 164 h 194"/>
              <a:gd name="T8" fmla="*/ 285 w 285"/>
              <a:gd name="T9" fmla="*/ 164 h 194"/>
              <a:gd name="T10" fmla="*/ 285 w 285"/>
              <a:gd name="T11" fmla="*/ 30 h 194"/>
              <a:gd name="T12" fmla="*/ 109 w 285"/>
              <a:gd name="T13" fmla="*/ 30 h 194"/>
              <a:gd name="T14" fmla="*/ 109 w 285"/>
              <a:gd name="T15" fmla="*/ 0 h 194"/>
              <a:gd name="T16" fmla="*/ 7 w 285"/>
              <a:gd name="T17" fmla="*/ 8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5" h="194">
                <a:moveTo>
                  <a:pt x="7" y="85"/>
                </a:moveTo>
                <a:cubicBezTo>
                  <a:pt x="0" y="92"/>
                  <a:pt x="0" y="102"/>
                  <a:pt x="7" y="108"/>
                </a:cubicBezTo>
                <a:cubicBezTo>
                  <a:pt x="109" y="194"/>
                  <a:pt x="109" y="194"/>
                  <a:pt x="109" y="194"/>
                </a:cubicBezTo>
                <a:cubicBezTo>
                  <a:pt x="109" y="164"/>
                  <a:pt x="109" y="164"/>
                  <a:pt x="109" y="164"/>
                </a:cubicBezTo>
                <a:cubicBezTo>
                  <a:pt x="285" y="164"/>
                  <a:pt x="285" y="164"/>
                  <a:pt x="285" y="164"/>
                </a:cubicBezTo>
                <a:cubicBezTo>
                  <a:pt x="285" y="30"/>
                  <a:pt x="285" y="30"/>
                  <a:pt x="285" y="30"/>
                </a:cubicBezTo>
                <a:cubicBezTo>
                  <a:pt x="109" y="30"/>
                  <a:pt x="109" y="30"/>
                  <a:pt x="109" y="30"/>
                </a:cubicBezTo>
                <a:cubicBezTo>
                  <a:pt x="109" y="0"/>
                  <a:pt x="109" y="0"/>
                  <a:pt x="109" y="0"/>
                </a:cubicBezTo>
                <a:lnTo>
                  <a:pt x="7" y="85"/>
                </a:ln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8" name="组合 7"/>
          <p:cNvGrpSpPr/>
          <p:nvPr/>
        </p:nvGrpSpPr>
        <p:grpSpPr>
          <a:xfrm flipH="1">
            <a:off x="4717061" y="2100417"/>
            <a:ext cx="796925" cy="1108075"/>
            <a:chOff x="2797176" y="801688"/>
            <a:chExt cx="796925" cy="1108075"/>
          </a:xfrm>
        </p:grpSpPr>
        <p:sp>
          <p:nvSpPr>
            <p:cNvPr id="9" name="Freeform 171"/>
            <p:cNvSpPr>
              <a:spLocks noEditPoints="1"/>
            </p:cNvSpPr>
            <p:nvPr/>
          </p:nvSpPr>
          <p:spPr bwMode="auto">
            <a:xfrm>
              <a:off x="3055938" y="801688"/>
              <a:ext cx="538163" cy="1108075"/>
            </a:xfrm>
            <a:custGeom>
              <a:avLst/>
              <a:gdLst>
                <a:gd name="T0" fmla="*/ 115 w 143"/>
                <a:gd name="T1" fmla="*/ 274 h 295"/>
                <a:gd name="T2" fmla="*/ 74 w 143"/>
                <a:gd name="T3" fmla="*/ 113 h 295"/>
                <a:gd name="T4" fmla="*/ 84 w 143"/>
                <a:gd name="T5" fmla="*/ 125 h 295"/>
                <a:gd name="T6" fmla="*/ 85 w 143"/>
                <a:gd name="T7" fmla="*/ 125 h 295"/>
                <a:gd name="T8" fmla="*/ 87 w 143"/>
                <a:gd name="T9" fmla="*/ 125 h 295"/>
                <a:gd name="T10" fmla="*/ 89 w 143"/>
                <a:gd name="T11" fmla="*/ 125 h 295"/>
                <a:gd name="T12" fmla="*/ 92 w 143"/>
                <a:gd name="T13" fmla="*/ 125 h 295"/>
                <a:gd name="T14" fmla="*/ 101 w 143"/>
                <a:gd name="T15" fmla="*/ 139 h 295"/>
                <a:gd name="T16" fmla="*/ 107 w 143"/>
                <a:gd name="T17" fmla="*/ 138 h 295"/>
                <a:gd name="T18" fmla="*/ 111 w 143"/>
                <a:gd name="T19" fmla="*/ 145 h 295"/>
                <a:gd name="T20" fmla="*/ 99 w 143"/>
                <a:gd name="T21" fmla="*/ 122 h 295"/>
                <a:gd name="T22" fmla="*/ 100 w 143"/>
                <a:gd name="T23" fmla="*/ 121 h 295"/>
                <a:gd name="T24" fmla="*/ 61 w 143"/>
                <a:gd name="T25" fmla="*/ 47 h 295"/>
                <a:gd name="T26" fmla="*/ 62 w 143"/>
                <a:gd name="T27" fmla="*/ 36 h 295"/>
                <a:gd name="T28" fmla="*/ 67 w 143"/>
                <a:gd name="T29" fmla="*/ 22 h 295"/>
                <a:gd name="T30" fmla="*/ 68 w 143"/>
                <a:gd name="T31" fmla="*/ 12 h 295"/>
                <a:gd name="T32" fmla="*/ 68 w 143"/>
                <a:gd name="T33" fmla="*/ 9 h 295"/>
                <a:gd name="T34" fmla="*/ 67 w 143"/>
                <a:gd name="T35" fmla="*/ 8 h 295"/>
                <a:gd name="T36" fmla="*/ 66 w 143"/>
                <a:gd name="T37" fmla="*/ 6 h 295"/>
                <a:gd name="T38" fmla="*/ 64 w 143"/>
                <a:gd name="T39" fmla="*/ 5 h 295"/>
                <a:gd name="T40" fmla="*/ 62 w 143"/>
                <a:gd name="T41" fmla="*/ 5 h 295"/>
                <a:gd name="T42" fmla="*/ 42 w 143"/>
                <a:gd name="T43" fmla="*/ 7 h 295"/>
                <a:gd name="T44" fmla="*/ 40 w 143"/>
                <a:gd name="T45" fmla="*/ 8 h 295"/>
                <a:gd name="T46" fmla="*/ 39 w 143"/>
                <a:gd name="T47" fmla="*/ 11 h 295"/>
                <a:gd name="T48" fmla="*/ 39 w 143"/>
                <a:gd name="T49" fmla="*/ 13 h 295"/>
                <a:gd name="T50" fmla="*/ 39 w 143"/>
                <a:gd name="T51" fmla="*/ 15 h 295"/>
                <a:gd name="T52" fmla="*/ 40 w 143"/>
                <a:gd name="T53" fmla="*/ 18 h 295"/>
                <a:gd name="T54" fmla="*/ 41 w 143"/>
                <a:gd name="T55" fmla="*/ 21 h 295"/>
                <a:gd name="T56" fmla="*/ 43 w 143"/>
                <a:gd name="T57" fmla="*/ 32 h 295"/>
                <a:gd name="T58" fmla="*/ 28 w 143"/>
                <a:gd name="T59" fmla="*/ 55 h 295"/>
                <a:gd name="T60" fmla="*/ 25 w 143"/>
                <a:gd name="T61" fmla="*/ 62 h 295"/>
                <a:gd name="T62" fmla="*/ 23 w 143"/>
                <a:gd name="T63" fmla="*/ 67 h 295"/>
                <a:gd name="T64" fmla="*/ 22 w 143"/>
                <a:gd name="T65" fmla="*/ 72 h 295"/>
                <a:gd name="T66" fmla="*/ 16 w 143"/>
                <a:gd name="T67" fmla="*/ 89 h 295"/>
                <a:gd name="T68" fmla="*/ 30 w 143"/>
                <a:gd name="T69" fmla="*/ 138 h 295"/>
                <a:gd name="T70" fmla="*/ 29 w 143"/>
                <a:gd name="T71" fmla="*/ 139 h 295"/>
                <a:gd name="T72" fmla="*/ 26 w 143"/>
                <a:gd name="T73" fmla="*/ 147 h 295"/>
                <a:gd name="T74" fmla="*/ 24 w 143"/>
                <a:gd name="T75" fmla="*/ 149 h 295"/>
                <a:gd name="T76" fmla="*/ 28 w 143"/>
                <a:gd name="T77" fmla="*/ 153 h 295"/>
                <a:gd name="T78" fmla="*/ 31 w 143"/>
                <a:gd name="T79" fmla="*/ 155 h 295"/>
                <a:gd name="T80" fmla="*/ 32 w 143"/>
                <a:gd name="T81" fmla="*/ 155 h 295"/>
                <a:gd name="T82" fmla="*/ 32 w 143"/>
                <a:gd name="T83" fmla="*/ 155 h 295"/>
                <a:gd name="T84" fmla="*/ 33 w 143"/>
                <a:gd name="T85" fmla="*/ 155 h 295"/>
                <a:gd name="T86" fmla="*/ 0 w 143"/>
                <a:gd name="T87" fmla="*/ 291 h 295"/>
                <a:gd name="T88" fmla="*/ 25 w 143"/>
                <a:gd name="T89" fmla="*/ 295 h 295"/>
                <a:gd name="T90" fmla="*/ 28 w 143"/>
                <a:gd name="T91" fmla="*/ 295 h 295"/>
                <a:gd name="T92" fmla="*/ 31 w 143"/>
                <a:gd name="T93" fmla="*/ 295 h 295"/>
                <a:gd name="T94" fmla="*/ 34 w 143"/>
                <a:gd name="T95" fmla="*/ 295 h 295"/>
                <a:gd name="T96" fmla="*/ 38 w 143"/>
                <a:gd name="T97" fmla="*/ 294 h 295"/>
                <a:gd name="T98" fmla="*/ 40 w 143"/>
                <a:gd name="T99" fmla="*/ 294 h 295"/>
                <a:gd name="T100" fmla="*/ 43 w 143"/>
                <a:gd name="T101" fmla="*/ 293 h 295"/>
                <a:gd name="T102" fmla="*/ 44 w 143"/>
                <a:gd name="T103" fmla="*/ 292 h 295"/>
                <a:gd name="T104" fmla="*/ 43 w 143"/>
                <a:gd name="T105" fmla="*/ 290 h 295"/>
                <a:gd name="T106" fmla="*/ 96 w 143"/>
                <a:gd name="T107" fmla="*/ 273 h 295"/>
                <a:gd name="T108" fmla="*/ 100 w 143"/>
                <a:gd name="T109" fmla="*/ 290 h 295"/>
                <a:gd name="T110" fmla="*/ 143 w 143"/>
                <a:gd name="T111" fmla="*/ 281 h 295"/>
                <a:gd name="T112" fmla="*/ 67 w 143"/>
                <a:gd name="T113" fmla="*/ 19 h 295"/>
                <a:gd name="T114" fmla="*/ 66 w 143"/>
                <a:gd name="T115" fmla="*/ 22 h 295"/>
                <a:gd name="T116" fmla="*/ 66 w 143"/>
                <a:gd name="T117" fmla="*/ 22 h 295"/>
                <a:gd name="T118" fmla="*/ 42 w 143"/>
                <a:gd name="T119" fmla="*/ 18 h 295"/>
                <a:gd name="T120" fmla="*/ 41 w 143"/>
                <a:gd name="T121" fmla="*/ 33 h 295"/>
                <a:gd name="T122" fmla="*/ 33 w 143"/>
                <a:gd name="T123" fmla="*/ 91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3" h="295">
                  <a:moveTo>
                    <a:pt x="143" y="281"/>
                  </a:moveTo>
                  <a:cubicBezTo>
                    <a:pt x="143" y="277"/>
                    <a:pt x="129" y="282"/>
                    <a:pt x="118" y="278"/>
                  </a:cubicBezTo>
                  <a:cubicBezTo>
                    <a:pt x="118" y="278"/>
                    <a:pt x="118" y="278"/>
                    <a:pt x="118" y="278"/>
                  </a:cubicBezTo>
                  <a:cubicBezTo>
                    <a:pt x="118" y="278"/>
                    <a:pt x="118" y="278"/>
                    <a:pt x="118" y="278"/>
                  </a:cubicBezTo>
                  <a:cubicBezTo>
                    <a:pt x="118" y="278"/>
                    <a:pt x="118" y="278"/>
                    <a:pt x="118" y="278"/>
                  </a:cubicBezTo>
                  <a:cubicBezTo>
                    <a:pt x="118" y="278"/>
                    <a:pt x="118" y="278"/>
                    <a:pt x="118" y="278"/>
                  </a:cubicBezTo>
                  <a:cubicBezTo>
                    <a:pt x="117" y="277"/>
                    <a:pt x="115" y="274"/>
                    <a:pt x="115" y="274"/>
                  </a:cubicBezTo>
                  <a:cubicBezTo>
                    <a:pt x="115" y="274"/>
                    <a:pt x="98" y="220"/>
                    <a:pt x="95" y="211"/>
                  </a:cubicBezTo>
                  <a:cubicBezTo>
                    <a:pt x="93" y="206"/>
                    <a:pt x="83" y="178"/>
                    <a:pt x="77" y="159"/>
                  </a:cubicBezTo>
                  <a:cubicBezTo>
                    <a:pt x="78" y="159"/>
                    <a:pt x="78" y="159"/>
                    <a:pt x="78" y="159"/>
                  </a:cubicBezTo>
                  <a:cubicBezTo>
                    <a:pt x="78" y="159"/>
                    <a:pt x="78" y="158"/>
                    <a:pt x="78" y="156"/>
                  </a:cubicBezTo>
                  <a:cubicBezTo>
                    <a:pt x="84" y="155"/>
                    <a:pt x="91" y="153"/>
                    <a:pt x="91" y="153"/>
                  </a:cubicBezTo>
                  <a:cubicBezTo>
                    <a:pt x="91" y="153"/>
                    <a:pt x="80" y="143"/>
                    <a:pt x="76" y="120"/>
                  </a:cubicBezTo>
                  <a:cubicBezTo>
                    <a:pt x="75" y="118"/>
                    <a:pt x="75" y="116"/>
                    <a:pt x="74" y="113"/>
                  </a:cubicBezTo>
                  <a:cubicBezTo>
                    <a:pt x="83" y="125"/>
                    <a:pt x="83" y="125"/>
                    <a:pt x="83" y="125"/>
                  </a:cubicBezTo>
                  <a:cubicBezTo>
                    <a:pt x="83" y="125"/>
                    <a:pt x="83" y="125"/>
                    <a:pt x="83" y="125"/>
                  </a:cubicBezTo>
                  <a:cubicBezTo>
                    <a:pt x="83" y="125"/>
                    <a:pt x="83" y="125"/>
                    <a:pt x="83" y="125"/>
                  </a:cubicBezTo>
                  <a:cubicBezTo>
                    <a:pt x="83" y="125"/>
                    <a:pt x="83" y="125"/>
                    <a:pt x="83" y="125"/>
                  </a:cubicBezTo>
                  <a:cubicBezTo>
                    <a:pt x="83" y="125"/>
                    <a:pt x="83" y="125"/>
                    <a:pt x="83" y="125"/>
                  </a:cubicBezTo>
                  <a:cubicBezTo>
                    <a:pt x="83" y="125"/>
                    <a:pt x="83" y="125"/>
                    <a:pt x="83" y="125"/>
                  </a:cubicBezTo>
                  <a:cubicBezTo>
                    <a:pt x="83" y="125"/>
                    <a:pt x="84" y="125"/>
                    <a:pt x="84" y="125"/>
                  </a:cubicBezTo>
                  <a:cubicBezTo>
                    <a:pt x="84" y="125"/>
                    <a:pt x="84" y="125"/>
                    <a:pt x="84" y="125"/>
                  </a:cubicBezTo>
                  <a:cubicBezTo>
                    <a:pt x="84" y="125"/>
                    <a:pt x="84" y="125"/>
                    <a:pt x="84" y="125"/>
                  </a:cubicBezTo>
                  <a:cubicBezTo>
                    <a:pt x="84" y="125"/>
                    <a:pt x="84" y="125"/>
                    <a:pt x="84" y="125"/>
                  </a:cubicBezTo>
                  <a:cubicBezTo>
                    <a:pt x="84" y="125"/>
                    <a:pt x="84" y="125"/>
                    <a:pt x="84" y="125"/>
                  </a:cubicBezTo>
                  <a:cubicBezTo>
                    <a:pt x="84" y="125"/>
                    <a:pt x="84" y="125"/>
                    <a:pt x="85" y="125"/>
                  </a:cubicBezTo>
                  <a:cubicBezTo>
                    <a:pt x="85" y="125"/>
                    <a:pt x="85" y="125"/>
                    <a:pt x="85" y="125"/>
                  </a:cubicBezTo>
                  <a:cubicBezTo>
                    <a:pt x="85" y="125"/>
                    <a:pt x="85" y="125"/>
                    <a:pt x="85" y="125"/>
                  </a:cubicBezTo>
                  <a:cubicBezTo>
                    <a:pt x="85" y="125"/>
                    <a:pt x="85" y="125"/>
                    <a:pt x="85" y="125"/>
                  </a:cubicBezTo>
                  <a:cubicBezTo>
                    <a:pt x="85" y="125"/>
                    <a:pt x="85" y="125"/>
                    <a:pt x="86" y="125"/>
                  </a:cubicBezTo>
                  <a:cubicBezTo>
                    <a:pt x="86" y="125"/>
                    <a:pt x="86" y="125"/>
                    <a:pt x="86" y="125"/>
                  </a:cubicBezTo>
                  <a:cubicBezTo>
                    <a:pt x="86" y="125"/>
                    <a:pt x="86" y="125"/>
                    <a:pt x="86" y="125"/>
                  </a:cubicBezTo>
                  <a:cubicBezTo>
                    <a:pt x="86" y="125"/>
                    <a:pt x="86" y="125"/>
                    <a:pt x="86" y="125"/>
                  </a:cubicBezTo>
                  <a:cubicBezTo>
                    <a:pt x="86" y="125"/>
                    <a:pt x="86" y="125"/>
                    <a:pt x="87" y="125"/>
                  </a:cubicBezTo>
                  <a:cubicBezTo>
                    <a:pt x="87" y="125"/>
                    <a:pt x="87" y="125"/>
                    <a:pt x="87" y="125"/>
                  </a:cubicBezTo>
                  <a:cubicBezTo>
                    <a:pt x="87" y="125"/>
                    <a:pt x="87" y="125"/>
                    <a:pt x="87" y="125"/>
                  </a:cubicBezTo>
                  <a:cubicBezTo>
                    <a:pt x="87" y="125"/>
                    <a:pt x="87" y="125"/>
                    <a:pt x="87" y="125"/>
                  </a:cubicBezTo>
                  <a:cubicBezTo>
                    <a:pt x="88" y="125"/>
                    <a:pt x="88" y="125"/>
                    <a:pt x="88" y="125"/>
                  </a:cubicBezTo>
                  <a:cubicBezTo>
                    <a:pt x="88" y="125"/>
                    <a:pt x="88" y="125"/>
                    <a:pt x="88" y="125"/>
                  </a:cubicBezTo>
                  <a:cubicBezTo>
                    <a:pt x="88" y="125"/>
                    <a:pt x="88" y="125"/>
                    <a:pt x="88" y="125"/>
                  </a:cubicBezTo>
                  <a:cubicBezTo>
                    <a:pt x="89" y="125"/>
                    <a:pt x="89" y="125"/>
                    <a:pt x="89" y="125"/>
                  </a:cubicBezTo>
                  <a:cubicBezTo>
                    <a:pt x="89" y="125"/>
                    <a:pt x="89" y="125"/>
                    <a:pt x="89" y="125"/>
                  </a:cubicBezTo>
                  <a:cubicBezTo>
                    <a:pt x="89" y="125"/>
                    <a:pt x="89" y="125"/>
                    <a:pt x="89" y="125"/>
                  </a:cubicBezTo>
                  <a:cubicBezTo>
                    <a:pt x="89" y="125"/>
                    <a:pt x="90" y="125"/>
                    <a:pt x="90" y="125"/>
                  </a:cubicBezTo>
                  <a:cubicBezTo>
                    <a:pt x="90" y="125"/>
                    <a:pt x="90" y="125"/>
                    <a:pt x="90" y="125"/>
                  </a:cubicBezTo>
                  <a:cubicBezTo>
                    <a:pt x="90" y="125"/>
                    <a:pt x="90" y="125"/>
                    <a:pt x="90" y="125"/>
                  </a:cubicBezTo>
                  <a:cubicBezTo>
                    <a:pt x="91" y="125"/>
                    <a:pt x="91" y="125"/>
                    <a:pt x="91" y="125"/>
                  </a:cubicBezTo>
                  <a:cubicBezTo>
                    <a:pt x="91" y="124"/>
                    <a:pt x="91" y="124"/>
                    <a:pt x="91" y="124"/>
                  </a:cubicBezTo>
                  <a:cubicBezTo>
                    <a:pt x="92" y="125"/>
                    <a:pt x="92" y="125"/>
                    <a:pt x="92" y="125"/>
                  </a:cubicBezTo>
                  <a:cubicBezTo>
                    <a:pt x="93" y="125"/>
                    <a:pt x="93" y="125"/>
                    <a:pt x="93" y="125"/>
                  </a:cubicBezTo>
                  <a:cubicBezTo>
                    <a:pt x="93" y="126"/>
                    <a:pt x="93" y="126"/>
                    <a:pt x="93" y="126"/>
                  </a:cubicBezTo>
                  <a:cubicBezTo>
                    <a:pt x="93" y="126"/>
                    <a:pt x="94" y="129"/>
                    <a:pt x="95" y="130"/>
                  </a:cubicBezTo>
                  <a:cubicBezTo>
                    <a:pt x="95" y="132"/>
                    <a:pt x="101" y="139"/>
                    <a:pt x="101" y="139"/>
                  </a:cubicBezTo>
                  <a:cubicBezTo>
                    <a:pt x="101" y="139"/>
                    <a:pt x="101" y="139"/>
                    <a:pt x="101" y="139"/>
                  </a:cubicBezTo>
                  <a:cubicBezTo>
                    <a:pt x="101" y="139"/>
                    <a:pt x="101" y="139"/>
                    <a:pt x="101" y="139"/>
                  </a:cubicBezTo>
                  <a:cubicBezTo>
                    <a:pt x="101" y="139"/>
                    <a:pt x="101" y="139"/>
                    <a:pt x="101" y="139"/>
                  </a:cubicBezTo>
                  <a:cubicBezTo>
                    <a:pt x="101" y="139"/>
                    <a:pt x="101" y="139"/>
                    <a:pt x="101" y="139"/>
                  </a:cubicBezTo>
                  <a:cubicBezTo>
                    <a:pt x="101" y="139"/>
                    <a:pt x="101" y="139"/>
                    <a:pt x="101" y="139"/>
                  </a:cubicBezTo>
                  <a:cubicBezTo>
                    <a:pt x="102" y="138"/>
                    <a:pt x="103" y="137"/>
                    <a:pt x="100" y="134"/>
                  </a:cubicBezTo>
                  <a:cubicBezTo>
                    <a:pt x="99" y="132"/>
                    <a:pt x="99" y="131"/>
                    <a:pt x="99" y="131"/>
                  </a:cubicBezTo>
                  <a:cubicBezTo>
                    <a:pt x="99" y="131"/>
                    <a:pt x="100" y="131"/>
                    <a:pt x="101" y="131"/>
                  </a:cubicBezTo>
                  <a:cubicBezTo>
                    <a:pt x="103" y="133"/>
                    <a:pt x="105" y="135"/>
                    <a:pt x="105" y="136"/>
                  </a:cubicBezTo>
                  <a:cubicBezTo>
                    <a:pt x="105" y="136"/>
                    <a:pt x="106" y="137"/>
                    <a:pt x="107" y="138"/>
                  </a:cubicBezTo>
                  <a:cubicBezTo>
                    <a:pt x="107" y="139"/>
                    <a:pt x="106" y="144"/>
                    <a:pt x="108" y="145"/>
                  </a:cubicBezTo>
                  <a:cubicBezTo>
                    <a:pt x="108" y="144"/>
                    <a:pt x="108" y="144"/>
                    <a:pt x="108" y="144"/>
                  </a:cubicBezTo>
                  <a:cubicBezTo>
                    <a:pt x="108" y="144"/>
                    <a:pt x="109" y="145"/>
                    <a:pt x="110" y="146"/>
                  </a:cubicBezTo>
                  <a:cubicBezTo>
                    <a:pt x="110" y="145"/>
                    <a:pt x="110" y="145"/>
                    <a:pt x="110" y="145"/>
                  </a:cubicBezTo>
                  <a:cubicBezTo>
                    <a:pt x="110" y="145"/>
                    <a:pt x="110" y="145"/>
                    <a:pt x="110" y="145"/>
                  </a:cubicBezTo>
                  <a:cubicBezTo>
                    <a:pt x="110" y="145"/>
                    <a:pt x="110" y="145"/>
                    <a:pt x="110" y="145"/>
                  </a:cubicBezTo>
                  <a:cubicBezTo>
                    <a:pt x="110" y="145"/>
                    <a:pt x="111" y="145"/>
                    <a:pt x="111" y="145"/>
                  </a:cubicBezTo>
                  <a:cubicBezTo>
                    <a:pt x="111" y="145"/>
                    <a:pt x="110" y="140"/>
                    <a:pt x="110" y="139"/>
                  </a:cubicBezTo>
                  <a:cubicBezTo>
                    <a:pt x="110" y="139"/>
                    <a:pt x="109" y="135"/>
                    <a:pt x="109" y="135"/>
                  </a:cubicBezTo>
                  <a:cubicBezTo>
                    <a:pt x="109" y="134"/>
                    <a:pt x="108" y="133"/>
                    <a:pt x="108" y="133"/>
                  </a:cubicBezTo>
                  <a:cubicBezTo>
                    <a:pt x="108" y="131"/>
                    <a:pt x="100" y="125"/>
                    <a:pt x="99" y="124"/>
                  </a:cubicBezTo>
                  <a:cubicBezTo>
                    <a:pt x="99" y="124"/>
                    <a:pt x="99" y="124"/>
                    <a:pt x="99" y="124"/>
                  </a:cubicBezTo>
                  <a:cubicBezTo>
                    <a:pt x="100" y="123"/>
                    <a:pt x="100" y="123"/>
                    <a:pt x="100" y="123"/>
                  </a:cubicBezTo>
                  <a:cubicBezTo>
                    <a:pt x="99" y="122"/>
                    <a:pt x="99" y="122"/>
                    <a:pt x="99" y="122"/>
                  </a:cubicBezTo>
                  <a:cubicBezTo>
                    <a:pt x="99" y="122"/>
                    <a:pt x="99" y="122"/>
                    <a:pt x="99" y="122"/>
                  </a:cubicBezTo>
                  <a:cubicBezTo>
                    <a:pt x="99" y="122"/>
                    <a:pt x="99" y="122"/>
                    <a:pt x="99" y="122"/>
                  </a:cubicBezTo>
                  <a:cubicBezTo>
                    <a:pt x="99" y="122"/>
                    <a:pt x="99" y="122"/>
                    <a:pt x="99" y="122"/>
                  </a:cubicBezTo>
                  <a:cubicBezTo>
                    <a:pt x="99" y="121"/>
                    <a:pt x="99" y="121"/>
                    <a:pt x="100" y="121"/>
                  </a:cubicBezTo>
                  <a:cubicBezTo>
                    <a:pt x="99" y="121"/>
                    <a:pt x="99" y="121"/>
                    <a:pt x="99" y="121"/>
                  </a:cubicBezTo>
                  <a:cubicBezTo>
                    <a:pt x="100" y="121"/>
                    <a:pt x="100" y="121"/>
                    <a:pt x="100" y="121"/>
                  </a:cubicBezTo>
                  <a:cubicBezTo>
                    <a:pt x="100" y="121"/>
                    <a:pt x="100" y="121"/>
                    <a:pt x="100" y="121"/>
                  </a:cubicBezTo>
                  <a:cubicBezTo>
                    <a:pt x="100" y="121"/>
                    <a:pt x="100" y="121"/>
                    <a:pt x="100" y="121"/>
                  </a:cubicBezTo>
                  <a:cubicBezTo>
                    <a:pt x="72" y="83"/>
                    <a:pt x="72" y="83"/>
                    <a:pt x="72" y="83"/>
                  </a:cubicBezTo>
                  <a:cubicBezTo>
                    <a:pt x="61" y="48"/>
                    <a:pt x="61" y="48"/>
                    <a:pt x="61" y="48"/>
                  </a:cubicBezTo>
                  <a:cubicBezTo>
                    <a:pt x="61" y="48"/>
                    <a:pt x="61" y="48"/>
                    <a:pt x="61" y="48"/>
                  </a:cubicBezTo>
                  <a:cubicBezTo>
                    <a:pt x="61" y="48"/>
                    <a:pt x="61" y="48"/>
                    <a:pt x="61" y="48"/>
                  </a:cubicBezTo>
                  <a:cubicBezTo>
                    <a:pt x="61" y="47"/>
                    <a:pt x="61" y="47"/>
                    <a:pt x="61" y="47"/>
                  </a:cubicBezTo>
                  <a:cubicBezTo>
                    <a:pt x="61" y="47"/>
                    <a:pt x="61" y="47"/>
                    <a:pt x="61" y="47"/>
                  </a:cubicBezTo>
                  <a:cubicBezTo>
                    <a:pt x="61" y="47"/>
                    <a:pt x="62" y="46"/>
                    <a:pt x="62" y="46"/>
                  </a:cubicBezTo>
                  <a:cubicBezTo>
                    <a:pt x="62" y="44"/>
                    <a:pt x="59" y="42"/>
                    <a:pt x="57" y="41"/>
                  </a:cubicBezTo>
                  <a:cubicBezTo>
                    <a:pt x="58" y="38"/>
                    <a:pt x="58" y="38"/>
                    <a:pt x="58" y="38"/>
                  </a:cubicBezTo>
                  <a:cubicBezTo>
                    <a:pt x="60" y="38"/>
                    <a:pt x="61" y="37"/>
                    <a:pt x="62" y="36"/>
                  </a:cubicBezTo>
                  <a:cubicBezTo>
                    <a:pt x="62" y="36"/>
                    <a:pt x="62" y="36"/>
                    <a:pt x="62" y="36"/>
                  </a:cubicBezTo>
                  <a:cubicBezTo>
                    <a:pt x="62" y="36"/>
                    <a:pt x="62" y="36"/>
                    <a:pt x="62" y="36"/>
                  </a:cubicBezTo>
                  <a:cubicBezTo>
                    <a:pt x="62" y="36"/>
                    <a:pt x="62" y="36"/>
                    <a:pt x="62" y="36"/>
                  </a:cubicBezTo>
                  <a:cubicBezTo>
                    <a:pt x="62" y="36"/>
                    <a:pt x="62" y="36"/>
                    <a:pt x="62" y="36"/>
                  </a:cubicBezTo>
                  <a:cubicBezTo>
                    <a:pt x="62" y="36"/>
                    <a:pt x="62" y="36"/>
                    <a:pt x="62" y="36"/>
                  </a:cubicBezTo>
                  <a:cubicBezTo>
                    <a:pt x="62" y="36"/>
                    <a:pt x="62" y="36"/>
                    <a:pt x="62" y="35"/>
                  </a:cubicBezTo>
                  <a:cubicBezTo>
                    <a:pt x="62" y="35"/>
                    <a:pt x="64" y="29"/>
                    <a:pt x="65" y="27"/>
                  </a:cubicBezTo>
                  <a:cubicBezTo>
                    <a:pt x="66" y="26"/>
                    <a:pt x="66" y="24"/>
                    <a:pt x="66" y="22"/>
                  </a:cubicBezTo>
                  <a:cubicBezTo>
                    <a:pt x="66" y="22"/>
                    <a:pt x="67" y="22"/>
                    <a:pt x="67" y="22"/>
                  </a:cubicBezTo>
                  <a:cubicBezTo>
                    <a:pt x="67" y="22"/>
                    <a:pt x="67" y="22"/>
                    <a:pt x="67" y="22"/>
                  </a:cubicBezTo>
                  <a:cubicBezTo>
                    <a:pt x="68" y="20"/>
                    <a:pt x="68" y="20"/>
                    <a:pt x="68" y="20"/>
                  </a:cubicBezTo>
                  <a:cubicBezTo>
                    <a:pt x="68" y="20"/>
                    <a:pt x="68" y="20"/>
                    <a:pt x="68" y="20"/>
                  </a:cubicBezTo>
                  <a:cubicBezTo>
                    <a:pt x="68" y="19"/>
                    <a:pt x="68" y="19"/>
                    <a:pt x="67" y="19"/>
                  </a:cubicBezTo>
                  <a:cubicBezTo>
                    <a:pt x="67" y="19"/>
                    <a:pt x="67" y="19"/>
                    <a:pt x="67" y="19"/>
                  </a:cubicBezTo>
                  <a:cubicBezTo>
                    <a:pt x="67" y="18"/>
                    <a:pt x="67" y="18"/>
                    <a:pt x="67" y="18"/>
                  </a:cubicBezTo>
                  <a:cubicBezTo>
                    <a:pt x="67" y="18"/>
                    <a:pt x="67" y="15"/>
                    <a:pt x="67" y="14"/>
                  </a:cubicBezTo>
                  <a:cubicBezTo>
                    <a:pt x="67" y="13"/>
                    <a:pt x="68" y="13"/>
                    <a:pt x="68" y="12"/>
                  </a:cubicBezTo>
                  <a:cubicBezTo>
                    <a:pt x="68" y="12"/>
                    <a:pt x="68" y="11"/>
                    <a:pt x="68" y="10"/>
                  </a:cubicBezTo>
                  <a:cubicBezTo>
                    <a:pt x="68" y="10"/>
                    <a:pt x="68" y="10"/>
                    <a:pt x="68" y="10"/>
                  </a:cubicBezTo>
                  <a:cubicBezTo>
                    <a:pt x="68" y="10"/>
                    <a:pt x="68" y="10"/>
                    <a:pt x="68" y="10"/>
                  </a:cubicBezTo>
                  <a:cubicBezTo>
                    <a:pt x="68" y="10"/>
                    <a:pt x="68" y="10"/>
                    <a:pt x="68" y="10"/>
                  </a:cubicBezTo>
                  <a:cubicBezTo>
                    <a:pt x="68" y="10"/>
                    <a:pt x="68" y="10"/>
                    <a:pt x="68" y="10"/>
                  </a:cubicBezTo>
                  <a:cubicBezTo>
                    <a:pt x="68" y="9"/>
                    <a:pt x="68" y="9"/>
                    <a:pt x="68" y="9"/>
                  </a:cubicBezTo>
                  <a:cubicBezTo>
                    <a:pt x="68" y="9"/>
                    <a:pt x="68" y="9"/>
                    <a:pt x="68" y="9"/>
                  </a:cubicBezTo>
                  <a:cubicBezTo>
                    <a:pt x="68" y="9"/>
                    <a:pt x="68" y="9"/>
                    <a:pt x="67" y="9"/>
                  </a:cubicBezTo>
                  <a:cubicBezTo>
                    <a:pt x="67" y="9"/>
                    <a:pt x="67" y="9"/>
                    <a:pt x="67" y="9"/>
                  </a:cubicBezTo>
                  <a:cubicBezTo>
                    <a:pt x="67" y="9"/>
                    <a:pt x="67" y="9"/>
                    <a:pt x="67" y="9"/>
                  </a:cubicBezTo>
                  <a:cubicBezTo>
                    <a:pt x="67" y="8"/>
                    <a:pt x="67" y="8"/>
                    <a:pt x="67" y="8"/>
                  </a:cubicBezTo>
                  <a:cubicBezTo>
                    <a:pt x="67" y="8"/>
                    <a:pt x="67" y="8"/>
                    <a:pt x="67" y="8"/>
                  </a:cubicBezTo>
                  <a:cubicBezTo>
                    <a:pt x="67" y="8"/>
                    <a:pt x="67" y="8"/>
                    <a:pt x="67" y="8"/>
                  </a:cubicBezTo>
                  <a:cubicBezTo>
                    <a:pt x="67" y="8"/>
                    <a:pt x="67" y="8"/>
                    <a:pt x="67" y="8"/>
                  </a:cubicBezTo>
                  <a:cubicBezTo>
                    <a:pt x="67" y="8"/>
                    <a:pt x="67" y="8"/>
                    <a:pt x="67" y="8"/>
                  </a:cubicBezTo>
                  <a:cubicBezTo>
                    <a:pt x="67" y="8"/>
                    <a:pt x="67" y="8"/>
                    <a:pt x="67" y="8"/>
                  </a:cubicBezTo>
                  <a:cubicBezTo>
                    <a:pt x="67" y="7"/>
                    <a:pt x="67" y="6"/>
                    <a:pt x="67" y="6"/>
                  </a:cubicBezTo>
                  <a:cubicBezTo>
                    <a:pt x="67" y="6"/>
                    <a:pt x="67" y="6"/>
                    <a:pt x="66" y="6"/>
                  </a:cubicBezTo>
                  <a:cubicBezTo>
                    <a:pt x="66" y="6"/>
                    <a:pt x="66" y="6"/>
                    <a:pt x="66" y="6"/>
                  </a:cubicBezTo>
                  <a:cubicBezTo>
                    <a:pt x="66" y="6"/>
                    <a:pt x="66" y="6"/>
                    <a:pt x="66" y="6"/>
                  </a:cubicBezTo>
                  <a:cubicBezTo>
                    <a:pt x="66" y="6"/>
                    <a:pt x="66" y="6"/>
                    <a:pt x="66" y="6"/>
                  </a:cubicBezTo>
                  <a:cubicBezTo>
                    <a:pt x="66" y="5"/>
                    <a:pt x="66" y="5"/>
                    <a:pt x="66" y="5"/>
                  </a:cubicBezTo>
                  <a:cubicBezTo>
                    <a:pt x="66" y="5"/>
                    <a:pt x="66" y="5"/>
                    <a:pt x="65" y="5"/>
                  </a:cubicBezTo>
                  <a:cubicBezTo>
                    <a:pt x="65" y="5"/>
                    <a:pt x="65" y="5"/>
                    <a:pt x="65" y="5"/>
                  </a:cubicBezTo>
                  <a:cubicBezTo>
                    <a:pt x="65" y="5"/>
                    <a:pt x="65" y="5"/>
                    <a:pt x="65" y="5"/>
                  </a:cubicBezTo>
                  <a:cubicBezTo>
                    <a:pt x="65" y="5"/>
                    <a:pt x="65" y="5"/>
                    <a:pt x="65" y="5"/>
                  </a:cubicBezTo>
                  <a:cubicBezTo>
                    <a:pt x="65" y="5"/>
                    <a:pt x="65" y="5"/>
                    <a:pt x="65" y="5"/>
                  </a:cubicBezTo>
                  <a:cubicBezTo>
                    <a:pt x="64" y="5"/>
                    <a:pt x="64" y="5"/>
                    <a:pt x="64" y="5"/>
                  </a:cubicBezTo>
                  <a:cubicBezTo>
                    <a:pt x="64" y="5"/>
                    <a:pt x="64" y="5"/>
                    <a:pt x="64" y="5"/>
                  </a:cubicBezTo>
                  <a:cubicBezTo>
                    <a:pt x="64" y="5"/>
                    <a:pt x="64" y="5"/>
                    <a:pt x="64" y="5"/>
                  </a:cubicBezTo>
                  <a:cubicBezTo>
                    <a:pt x="63" y="5"/>
                    <a:pt x="63" y="5"/>
                    <a:pt x="63" y="5"/>
                  </a:cubicBezTo>
                  <a:cubicBezTo>
                    <a:pt x="63" y="5"/>
                    <a:pt x="63" y="5"/>
                    <a:pt x="63" y="5"/>
                  </a:cubicBezTo>
                  <a:cubicBezTo>
                    <a:pt x="63" y="5"/>
                    <a:pt x="63" y="5"/>
                    <a:pt x="63" y="5"/>
                  </a:cubicBezTo>
                  <a:cubicBezTo>
                    <a:pt x="63" y="5"/>
                    <a:pt x="62" y="5"/>
                    <a:pt x="62" y="5"/>
                  </a:cubicBezTo>
                  <a:cubicBezTo>
                    <a:pt x="62" y="5"/>
                    <a:pt x="62" y="5"/>
                    <a:pt x="62" y="5"/>
                  </a:cubicBezTo>
                  <a:cubicBezTo>
                    <a:pt x="62" y="5"/>
                    <a:pt x="62" y="5"/>
                    <a:pt x="62" y="5"/>
                  </a:cubicBezTo>
                  <a:cubicBezTo>
                    <a:pt x="61" y="4"/>
                    <a:pt x="61" y="4"/>
                    <a:pt x="61" y="4"/>
                  </a:cubicBezTo>
                  <a:cubicBezTo>
                    <a:pt x="61" y="4"/>
                    <a:pt x="61" y="4"/>
                    <a:pt x="61" y="4"/>
                  </a:cubicBezTo>
                  <a:cubicBezTo>
                    <a:pt x="61" y="4"/>
                    <a:pt x="61" y="4"/>
                    <a:pt x="61" y="4"/>
                  </a:cubicBezTo>
                  <a:cubicBezTo>
                    <a:pt x="60" y="4"/>
                    <a:pt x="60" y="4"/>
                    <a:pt x="60" y="4"/>
                  </a:cubicBezTo>
                  <a:cubicBezTo>
                    <a:pt x="55" y="2"/>
                    <a:pt x="45" y="0"/>
                    <a:pt x="42" y="6"/>
                  </a:cubicBezTo>
                  <a:cubicBezTo>
                    <a:pt x="42" y="6"/>
                    <a:pt x="42" y="7"/>
                    <a:pt x="42" y="7"/>
                  </a:cubicBezTo>
                  <a:cubicBezTo>
                    <a:pt x="41" y="7"/>
                    <a:pt x="41" y="7"/>
                    <a:pt x="41" y="7"/>
                  </a:cubicBezTo>
                  <a:cubicBezTo>
                    <a:pt x="41" y="7"/>
                    <a:pt x="41" y="7"/>
                    <a:pt x="41" y="7"/>
                  </a:cubicBezTo>
                  <a:cubicBezTo>
                    <a:pt x="41" y="7"/>
                    <a:pt x="41" y="7"/>
                    <a:pt x="41" y="7"/>
                  </a:cubicBezTo>
                  <a:cubicBezTo>
                    <a:pt x="41" y="7"/>
                    <a:pt x="41" y="8"/>
                    <a:pt x="41" y="8"/>
                  </a:cubicBezTo>
                  <a:cubicBezTo>
                    <a:pt x="41" y="8"/>
                    <a:pt x="41" y="8"/>
                    <a:pt x="41" y="8"/>
                  </a:cubicBezTo>
                  <a:cubicBezTo>
                    <a:pt x="41" y="8"/>
                    <a:pt x="40" y="8"/>
                    <a:pt x="40" y="8"/>
                  </a:cubicBezTo>
                  <a:cubicBezTo>
                    <a:pt x="40" y="8"/>
                    <a:pt x="40" y="8"/>
                    <a:pt x="40" y="8"/>
                  </a:cubicBezTo>
                  <a:cubicBezTo>
                    <a:pt x="40" y="8"/>
                    <a:pt x="40" y="9"/>
                    <a:pt x="40" y="9"/>
                  </a:cubicBezTo>
                  <a:cubicBezTo>
                    <a:pt x="40" y="9"/>
                    <a:pt x="40" y="9"/>
                    <a:pt x="40" y="9"/>
                  </a:cubicBezTo>
                  <a:cubicBezTo>
                    <a:pt x="40" y="9"/>
                    <a:pt x="40" y="9"/>
                    <a:pt x="40" y="9"/>
                  </a:cubicBezTo>
                  <a:cubicBezTo>
                    <a:pt x="40" y="9"/>
                    <a:pt x="40" y="9"/>
                    <a:pt x="40" y="9"/>
                  </a:cubicBezTo>
                  <a:cubicBezTo>
                    <a:pt x="40" y="10"/>
                    <a:pt x="40" y="10"/>
                    <a:pt x="40" y="10"/>
                  </a:cubicBezTo>
                  <a:cubicBezTo>
                    <a:pt x="40" y="10"/>
                    <a:pt x="40" y="10"/>
                    <a:pt x="40" y="10"/>
                  </a:cubicBezTo>
                  <a:cubicBezTo>
                    <a:pt x="40" y="10"/>
                    <a:pt x="40" y="10"/>
                    <a:pt x="39" y="11"/>
                  </a:cubicBezTo>
                  <a:cubicBezTo>
                    <a:pt x="39" y="11"/>
                    <a:pt x="39" y="11"/>
                    <a:pt x="39" y="11"/>
                  </a:cubicBezTo>
                  <a:cubicBezTo>
                    <a:pt x="39" y="11"/>
                    <a:pt x="39" y="11"/>
                    <a:pt x="39" y="11"/>
                  </a:cubicBezTo>
                  <a:cubicBezTo>
                    <a:pt x="39" y="11"/>
                    <a:pt x="39" y="11"/>
                    <a:pt x="39" y="11"/>
                  </a:cubicBezTo>
                  <a:cubicBezTo>
                    <a:pt x="39" y="12"/>
                    <a:pt x="39" y="12"/>
                    <a:pt x="39" y="12"/>
                  </a:cubicBezTo>
                  <a:cubicBezTo>
                    <a:pt x="39" y="12"/>
                    <a:pt x="39" y="12"/>
                    <a:pt x="39" y="12"/>
                  </a:cubicBezTo>
                  <a:cubicBezTo>
                    <a:pt x="39" y="12"/>
                    <a:pt x="39" y="12"/>
                    <a:pt x="39" y="12"/>
                  </a:cubicBezTo>
                  <a:cubicBezTo>
                    <a:pt x="39" y="13"/>
                    <a:pt x="39" y="13"/>
                    <a:pt x="39" y="13"/>
                  </a:cubicBezTo>
                  <a:cubicBezTo>
                    <a:pt x="39" y="13"/>
                    <a:pt x="39" y="13"/>
                    <a:pt x="39" y="13"/>
                  </a:cubicBezTo>
                  <a:cubicBezTo>
                    <a:pt x="39" y="13"/>
                    <a:pt x="39" y="13"/>
                    <a:pt x="39" y="13"/>
                  </a:cubicBezTo>
                  <a:cubicBezTo>
                    <a:pt x="39" y="13"/>
                    <a:pt x="39" y="14"/>
                    <a:pt x="39" y="14"/>
                  </a:cubicBezTo>
                  <a:cubicBezTo>
                    <a:pt x="39" y="14"/>
                    <a:pt x="39" y="14"/>
                    <a:pt x="39" y="14"/>
                  </a:cubicBezTo>
                  <a:cubicBezTo>
                    <a:pt x="39" y="14"/>
                    <a:pt x="39" y="14"/>
                    <a:pt x="39" y="14"/>
                  </a:cubicBezTo>
                  <a:cubicBezTo>
                    <a:pt x="39" y="14"/>
                    <a:pt x="39" y="14"/>
                    <a:pt x="39" y="15"/>
                  </a:cubicBezTo>
                  <a:cubicBezTo>
                    <a:pt x="39" y="15"/>
                    <a:pt x="39" y="15"/>
                    <a:pt x="39" y="15"/>
                  </a:cubicBezTo>
                  <a:cubicBezTo>
                    <a:pt x="39" y="15"/>
                    <a:pt x="39" y="15"/>
                    <a:pt x="39" y="15"/>
                  </a:cubicBezTo>
                  <a:cubicBezTo>
                    <a:pt x="39" y="16"/>
                    <a:pt x="39" y="16"/>
                    <a:pt x="39" y="17"/>
                  </a:cubicBezTo>
                  <a:cubicBezTo>
                    <a:pt x="39" y="17"/>
                    <a:pt x="39" y="17"/>
                    <a:pt x="39" y="17"/>
                  </a:cubicBezTo>
                  <a:cubicBezTo>
                    <a:pt x="39" y="17"/>
                    <a:pt x="40" y="17"/>
                    <a:pt x="40" y="18"/>
                  </a:cubicBezTo>
                  <a:cubicBezTo>
                    <a:pt x="40" y="18"/>
                    <a:pt x="40" y="18"/>
                    <a:pt x="40" y="18"/>
                  </a:cubicBezTo>
                  <a:cubicBezTo>
                    <a:pt x="40" y="18"/>
                    <a:pt x="40" y="18"/>
                    <a:pt x="40" y="18"/>
                  </a:cubicBezTo>
                  <a:cubicBezTo>
                    <a:pt x="40" y="18"/>
                    <a:pt x="40" y="18"/>
                    <a:pt x="40" y="18"/>
                  </a:cubicBezTo>
                  <a:cubicBezTo>
                    <a:pt x="40" y="18"/>
                    <a:pt x="40" y="18"/>
                    <a:pt x="40" y="19"/>
                  </a:cubicBezTo>
                  <a:cubicBezTo>
                    <a:pt x="40" y="19"/>
                    <a:pt x="40" y="19"/>
                    <a:pt x="40" y="19"/>
                  </a:cubicBezTo>
                  <a:cubicBezTo>
                    <a:pt x="40" y="20"/>
                    <a:pt x="40" y="21"/>
                    <a:pt x="41" y="21"/>
                  </a:cubicBezTo>
                  <a:cubicBezTo>
                    <a:pt x="41" y="21"/>
                    <a:pt x="41" y="21"/>
                    <a:pt x="41" y="21"/>
                  </a:cubicBezTo>
                  <a:cubicBezTo>
                    <a:pt x="41" y="21"/>
                    <a:pt x="41" y="21"/>
                    <a:pt x="41" y="21"/>
                  </a:cubicBezTo>
                  <a:cubicBezTo>
                    <a:pt x="41" y="21"/>
                    <a:pt x="41" y="22"/>
                    <a:pt x="41" y="22"/>
                  </a:cubicBezTo>
                  <a:cubicBezTo>
                    <a:pt x="41" y="22"/>
                    <a:pt x="41" y="21"/>
                    <a:pt x="41" y="21"/>
                  </a:cubicBezTo>
                  <a:cubicBezTo>
                    <a:pt x="41" y="22"/>
                    <a:pt x="41" y="22"/>
                    <a:pt x="41" y="22"/>
                  </a:cubicBezTo>
                  <a:cubicBezTo>
                    <a:pt x="41" y="23"/>
                    <a:pt x="42" y="24"/>
                    <a:pt x="42" y="25"/>
                  </a:cubicBezTo>
                  <a:cubicBezTo>
                    <a:pt x="42" y="25"/>
                    <a:pt x="42" y="25"/>
                    <a:pt x="42" y="25"/>
                  </a:cubicBezTo>
                  <a:cubicBezTo>
                    <a:pt x="42" y="26"/>
                    <a:pt x="43" y="26"/>
                    <a:pt x="43" y="26"/>
                  </a:cubicBezTo>
                  <a:cubicBezTo>
                    <a:pt x="43" y="28"/>
                    <a:pt x="43" y="32"/>
                    <a:pt x="43" y="32"/>
                  </a:cubicBezTo>
                  <a:cubicBezTo>
                    <a:pt x="43" y="32"/>
                    <a:pt x="43" y="32"/>
                    <a:pt x="43" y="32"/>
                  </a:cubicBezTo>
                  <a:cubicBezTo>
                    <a:pt x="43" y="32"/>
                    <a:pt x="43" y="32"/>
                    <a:pt x="43" y="32"/>
                  </a:cubicBezTo>
                  <a:cubicBezTo>
                    <a:pt x="43" y="32"/>
                    <a:pt x="43" y="32"/>
                    <a:pt x="43" y="32"/>
                  </a:cubicBezTo>
                  <a:cubicBezTo>
                    <a:pt x="42" y="32"/>
                    <a:pt x="42" y="32"/>
                    <a:pt x="41" y="33"/>
                  </a:cubicBezTo>
                  <a:cubicBezTo>
                    <a:pt x="39" y="35"/>
                    <a:pt x="39" y="36"/>
                    <a:pt x="39" y="36"/>
                  </a:cubicBezTo>
                  <a:cubicBezTo>
                    <a:pt x="39" y="37"/>
                    <a:pt x="39" y="37"/>
                    <a:pt x="39" y="37"/>
                  </a:cubicBezTo>
                  <a:cubicBezTo>
                    <a:pt x="39" y="37"/>
                    <a:pt x="39" y="37"/>
                    <a:pt x="39" y="38"/>
                  </a:cubicBezTo>
                  <a:cubicBezTo>
                    <a:pt x="37" y="42"/>
                    <a:pt x="33" y="45"/>
                    <a:pt x="33" y="45"/>
                  </a:cubicBezTo>
                  <a:cubicBezTo>
                    <a:pt x="30" y="48"/>
                    <a:pt x="29" y="51"/>
                    <a:pt x="28" y="55"/>
                  </a:cubicBezTo>
                  <a:cubicBezTo>
                    <a:pt x="27" y="56"/>
                    <a:pt x="27" y="57"/>
                    <a:pt x="26" y="58"/>
                  </a:cubicBezTo>
                  <a:cubicBezTo>
                    <a:pt x="26" y="58"/>
                    <a:pt x="26" y="58"/>
                    <a:pt x="26" y="58"/>
                  </a:cubicBezTo>
                  <a:cubicBezTo>
                    <a:pt x="26" y="59"/>
                    <a:pt x="26" y="59"/>
                    <a:pt x="26" y="60"/>
                  </a:cubicBezTo>
                  <a:cubicBezTo>
                    <a:pt x="26" y="60"/>
                    <a:pt x="26" y="60"/>
                    <a:pt x="26" y="60"/>
                  </a:cubicBezTo>
                  <a:cubicBezTo>
                    <a:pt x="26" y="60"/>
                    <a:pt x="26" y="61"/>
                    <a:pt x="25" y="61"/>
                  </a:cubicBezTo>
                  <a:cubicBezTo>
                    <a:pt x="25" y="61"/>
                    <a:pt x="25" y="61"/>
                    <a:pt x="25" y="61"/>
                  </a:cubicBezTo>
                  <a:cubicBezTo>
                    <a:pt x="25" y="62"/>
                    <a:pt x="25" y="62"/>
                    <a:pt x="25" y="62"/>
                  </a:cubicBezTo>
                  <a:cubicBezTo>
                    <a:pt x="25" y="62"/>
                    <a:pt x="25" y="63"/>
                    <a:pt x="25" y="63"/>
                  </a:cubicBezTo>
                  <a:cubicBezTo>
                    <a:pt x="25" y="63"/>
                    <a:pt x="25" y="63"/>
                    <a:pt x="25" y="64"/>
                  </a:cubicBezTo>
                  <a:cubicBezTo>
                    <a:pt x="24" y="64"/>
                    <a:pt x="24" y="64"/>
                    <a:pt x="24" y="64"/>
                  </a:cubicBezTo>
                  <a:cubicBezTo>
                    <a:pt x="24" y="65"/>
                    <a:pt x="24" y="65"/>
                    <a:pt x="24" y="65"/>
                  </a:cubicBezTo>
                  <a:cubicBezTo>
                    <a:pt x="24" y="65"/>
                    <a:pt x="24" y="66"/>
                    <a:pt x="24" y="66"/>
                  </a:cubicBezTo>
                  <a:cubicBezTo>
                    <a:pt x="24" y="66"/>
                    <a:pt x="24" y="66"/>
                    <a:pt x="24" y="67"/>
                  </a:cubicBezTo>
                  <a:cubicBezTo>
                    <a:pt x="23" y="67"/>
                    <a:pt x="23" y="67"/>
                    <a:pt x="23" y="67"/>
                  </a:cubicBezTo>
                  <a:cubicBezTo>
                    <a:pt x="23" y="68"/>
                    <a:pt x="23" y="68"/>
                    <a:pt x="23" y="68"/>
                  </a:cubicBezTo>
                  <a:cubicBezTo>
                    <a:pt x="23" y="68"/>
                    <a:pt x="23" y="68"/>
                    <a:pt x="23" y="69"/>
                  </a:cubicBezTo>
                  <a:cubicBezTo>
                    <a:pt x="23" y="69"/>
                    <a:pt x="23" y="69"/>
                    <a:pt x="23" y="69"/>
                  </a:cubicBezTo>
                  <a:cubicBezTo>
                    <a:pt x="22" y="70"/>
                    <a:pt x="22" y="70"/>
                    <a:pt x="22" y="70"/>
                  </a:cubicBezTo>
                  <a:cubicBezTo>
                    <a:pt x="22" y="70"/>
                    <a:pt x="22" y="71"/>
                    <a:pt x="22" y="71"/>
                  </a:cubicBezTo>
                  <a:cubicBezTo>
                    <a:pt x="22" y="71"/>
                    <a:pt x="22" y="71"/>
                    <a:pt x="22" y="72"/>
                  </a:cubicBezTo>
                  <a:cubicBezTo>
                    <a:pt x="22" y="72"/>
                    <a:pt x="22" y="72"/>
                    <a:pt x="22" y="72"/>
                  </a:cubicBezTo>
                  <a:cubicBezTo>
                    <a:pt x="20" y="76"/>
                    <a:pt x="19" y="79"/>
                    <a:pt x="18" y="82"/>
                  </a:cubicBezTo>
                  <a:cubicBezTo>
                    <a:pt x="18" y="82"/>
                    <a:pt x="18" y="82"/>
                    <a:pt x="18" y="82"/>
                  </a:cubicBezTo>
                  <a:cubicBezTo>
                    <a:pt x="18" y="83"/>
                    <a:pt x="18" y="84"/>
                    <a:pt x="17" y="84"/>
                  </a:cubicBezTo>
                  <a:cubicBezTo>
                    <a:pt x="17" y="84"/>
                    <a:pt x="17" y="84"/>
                    <a:pt x="17" y="84"/>
                  </a:cubicBezTo>
                  <a:cubicBezTo>
                    <a:pt x="17" y="85"/>
                    <a:pt x="17" y="86"/>
                    <a:pt x="16" y="87"/>
                  </a:cubicBezTo>
                  <a:cubicBezTo>
                    <a:pt x="16" y="87"/>
                    <a:pt x="16" y="87"/>
                    <a:pt x="16" y="87"/>
                  </a:cubicBezTo>
                  <a:cubicBezTo>
                    <a:pt x="16" y="88"/>
                    <a:pt x="16" y="89"/>
                    <a:pt x="16" y="89"/>
                  </a:cubicBezTo>
                  <a:cubicBezTo>
                    <a:pt x="22" y="134"/>
                    <a:pt x="22" y="134"/>
                    <a:pt x="22" y="134"/>
                  </a:cubicBezTo>
                  <a:cubicBezTo>
                    <a:pt x="22" y="134"/>
                    <a:pt x="24" y="135"/>
                    <a:pt x="28" y="136"/>
                  </a:cubicBezTo>
                  <a:cubicBezTo>
                    <a:pt x="28" y="137"/>
                    <a:pt x="28" y="137"/>
                    <a:pt x="28" y="137"/>
                  </a:cubicBezTo>
                  <a:cubicBezTo>
                    <a:pt x="30" y="137"/>
                    <a:pt x="30" y="137"/>
                    <a:pt x="30" y="137"/>
                  </a:cubicBezTo>
                  <a:cubicBezTo>
                    <a:pt x="30" y="137"/>
                    <a:pt x="30" y="137"/>
                    <a:pt x="30" y="137"/>
                  </a:cubicBezTo>
                  <a:cubicBezTo>
                    <a:pt x="30" y="137"/>
                    <a:pt x="30" y="137"/>
                    <a:pt x="30" y="138"/>
                  </a:cubicBezTo>
                  <a:cubicBezTo>
                    <a:pt x="30" y="138"/>
                    <a:pt x="30" y="138"/>
                    <a:pt x="30" y="138"/>
                  </a:cubicBezTo>
                  <a:cubicBezTo>
                    <a:pt x="30" y="138"/>
                    <a:pt x="30" y="138"/>
                    <a:pt x="30" y="138"/>
                  </a:cubicBezTo>
                  <a:cubicBezTo>
                    <a:pt x="30" y="138"/>
                    <a:pt x="30" y="138"/>
                    <a:pt x="30" y="138"/>
                  </a:cubicBezTo>
                  <a:cubicBezTo>
                    <a:pt x="30" y="138"/>
                    <a:pt x="30" y="138"/>
                    <a:pt x="30" y="138"/>
                  </a:cubicBezTo>
                  <a:cubicBezTo>
                    <a:pt x="30" y="138"/>
                    <a:pt x="30" y="138"/>
                    <a:pt x="30" y="138"/>
                  </a:cubicBezTo>
                  <a:cubicBezTo>
                    <a:pt x="30" y="138"/>
                    <a:pt x="30" y="138"/>
                    <a:pt x="30" y="138"/>
                  </a:cubicBezTo>
                  <a:cubicBezTo>
                    <a:pt x="30" y="138"/>
                    <a:pt x="29" y="139"/>
                    <a:pt x="29" y="139"/>
                  </a:cubicBezTo>
                  <a:cubicBezTo>
                    <a:pt x="29" y="139"/>
                    <a:pt x="29" y="139"/>
                    <a:pt x="29" y="139"/>
                  </a:cubicBezTo>
                  <a:cubicBezTo>
                    <a:pt x="29" y="139"/>
                    <a:pt x="29" y="139"/>
                    <a:pt x="29" y="139"/>
                  </a:cubicBezTo>
                  <a:cubicBezTo>
                    <a:pt x="29" y="139"/>
                    <a:pt x="29" y="139"/>
                    <a:pt x="29" y="139"/>
                  </a:cubicBezTo>
                  <a:cubicBezTo>
                    <a:pt x="29" y="139"/>
                    <a:pt x="29" y="139"/>
                    <a:pt x="29" y="139"/>
                  </a:cubicBezTo>
                  <a:cubicBezTo>
                    <a:pt x="28" y="141"/>
                    <a:pt x="28" y="144"/>
                    <a:pt x="28" y="145"/>
                  </a:cubicBezTo>
                  <a:cubicBezTo>
                    <a:pt x="28" y="145"/>
                    <a:pt x="28" y="145"/>
                    <a:pt x="27" y="146"/>
                  </a:cubicBezTo>
                  <a:cubicBezTo>
                    <a:pt x="27" y="146"/>
                    <a:pt x="27" y="146"/>
                    <a:pt x="27" y="146"/>
                  </a:cubicBezTo>
                  <a:cubicBezTo>
                    <a:pt x="27" y="146"/>
                    <a:pt x="27" y="147"/>
                    <a:pt x="26" y="147"/>
                  </a:cubicBezTo>
                  <a:cubicBezTo>
                    <a:pt x="26" y="147"/>
                    <a:pt x="26" y="147"/>
                    <a:pt x="26" y="147"/>
                  </a:cubicBezTo>
                  <a:cubicBezTo>
                    <a:pt x="26" y="147"/>
                    <a:pt x="26" y="148"/>
                    <a:pt x="26" y="148"/>
                  </a:cubicBezTo>
                  <a:cubicBezTo>
                    <a:pt x="25" y="148"/>
                    <a:pt x="25" y="148"/>
                    <a:pt x="25" y="148"/>
                  </a:cubicBezTo>
                  <a:cubicBezTo>
                    <a:pt x="25" y="148"/>
                    <a:pt x="25" y="148"/>
                    <a:pt x="25" y="148"/>
                  </a:cubicBezTo>
                  <a:cubicBezTo>
                    <a:pt x="25" y="148"/>
                    <a:pt x="25" y="148"/>
                    <a:pt x="25" y="149"/>
                  </a:cubicBezTo>
                  <a:cubicBezTo>
                    <a:pt x="25" y="149"/>
                    <a:pt x="25" y="149"/>
                    <a:pt x="25" y="149"/>
                  </a:cubicBezTo>
                  <a:cubicBezTo>
                    <a:pt x="25" y="149"/>
                    <a:pt x="25" y="149"/>
                    <a:pt x="24" y="149"/>
                  </a:cubicBezTo>
                  <a:cubicBezTo>
                    <a:pt x="24" y="149"/>
                    <a:pt x="24" y="149"/>
                    <a:pt x="24" y="149"/>
                  </a:cubicBezTo>
                  <a:cubicBezTo>
                    <a:pt x="24" y="149"/>
                    <a:pt x="24" y="149"/>
                    <a:pt x="24" y="150"/>
                  </a:cubicBezTo>
                  <a:cubicBezTo>
                    <a:pt x="24" y="151"/>
                    <a:pt x="25" y="151"/>
                    <a:pt x="25" y="151"/>
                  </a:cubicBezTo>
                  <a:cubicBezTo>
                    <a:pt x="25" y="151"/>
                    <a:pt x="26" y="150"/>
                    <a:pt x="26" y="152"/>
                  </a:cubicBezTo>
                  <a:cubicBezTo>
                    <a:pt x="26" y="153"/>
                    <a:pt x="28" y="153"/>
                    <a:pt x="28" y="153"/>
                  </a:cubicBezTo>
                  <a:cubicBezTo>
                    <a:pt x="28" y="153"/>
                    <a:pt x="28" y="152"/>
                    <a:pt x="29" y="153"/>
                  </a:cubicBezTo>
                  <a:cubicBezTo>
                    <a:pt x="29" y="153"/>
                    <a:pt x="29" y="153"/>
                    <a:pt x="28" y="153"/>
                  </a:cubicBezTo>
                  <a:cubicBezTo>
                    <a:pt x="28" y="153"/>
                    <a:pt x="29" y="153"/>
                    <a:pt x="29" y="153"/>
                  </a:cubicBezTo>
                  <a:cubicBezTo>
                    <a:pt x="29" y="153"/>
                    <a:pt x="29" y="153"/>
                    <a:pt x="29" y="153"/>
                  </a:cubicBezTo>
                  <a:cubicBezTo>
                    <a:pt x="29" y="154"/>
                    <a:pt x="30" y="155"/>
                    <a:pt x="30" y="154"/>
                  </a:cubicBezTo>
                  <a:cubicBezTo>
                    <a:pt x="31" y="154"/>
                    <a:pt x="31" y="155"/>
                    <a:pt x="31" y="155"/>
                  </a:cubicBezTo>
                  <a:cubicBezTo>
                    <a:pt x="31" y="155"/>
                    <a:pt x="31" y="155"/>
                    <a:pt x="31" y="155"/>
                  </a:cubicBezTo>
                  <a:cubicBezTo>
                    <a:pt x="31" y="155"/>
                    <a:pt x="31" y="155"/>
                    <a:pt x="31" y="155"/>
                  </a:cubicBezTo>
                  <a:cubicBezTo>
                    <a:pt x="31" y="155"/>
                    <a:pt x="31" y="155"/>
                    <a:pt x="31" y="155"/>
                  </a:cubicBezTo>
                  <a:cubicBezTo>
                    <a:pt x="31" y="155"/>
                    <a:pt x="31" y="155"/>
                    <a:pt x="31" y="155"/>
                  </a:cubicBezTo>
                  <a:cubicBezTo>
                    <a:pt x="32" y="155"/>
                    <a:pt x="32" y="155"/>
                    <a:pt x="32" y="155"/>
                  </a:cubicBezTo>
                  <a:cubicBezTo>
                    <a:pt x="32" y="155"/>
                    <a:pt x="32" y="155"/>
                    <a:pt x="32" y="155"/>
                  </a:cubicBezTo>
                  <a:cubicBezTo>
                    <a:pt x="32" y="155"/>
                    <a:pt x="32" y="155"/>
                    <a:pt x="32" y="155"/>
                  </a:cubicBezTo>
                  <a:cubicBezTo>
                    <a:pt x="32" y="155"/>
                    <a:pt x="32" y="155"/>
                    <a:pt x="32" y="155"/>
                  </a:cubicBezTo>
                  <a:cubicBezTo>
                    <a:pt x="32" y="155"/>
                    <a:pt x="32" y="155"/>
                    <a:pt x="32" y="155"/>
                  </a:cubicBezTo>
                  <a:cubicBezTo>
                    <a:pt x="32" y="155"/>
                    <a:pt x="32" y="155"/>
                    <a:pt x="32" y="155"/>
                  </a:cubicBezTo>
                  <a:cubicBezTo>
                    <a:pt x="32" y="155"/>
                    <a:pt x="32" y="155"/>
                    <a:pt x="32" y="155"/>
                  </a:cubicBezTo>
                  <a:cubicBezTo>
                    <a:pt x="32" y="155"/>
                    <a:pt x="32" y="155"/>
                    <a:pt x="32" y="155"/>
                  </a:cubicBezTo>
                  <a:cubicBezTo>
                    <a:pt x="32" y="155"/>
                    <a:pt x="32" y="155"/>
                    <a:pt x="32" y="155"/>
                  </a:cubicBezTo>
                  <a:cubicBezTo>
                    <a:pt x="32" y="155"/>
                    <a:pt x="32" y="155"/>
                    <a:pt x="32" y="155"/>
                  </a:cubicBezTo>
                  <a:cubicBezTo>
                    <a:pt x="32" y="155"/>
                    <a:pt x="32" y="155"/>
                    <a:pt x="32" y="155"/>
                  </a:cubicBezTo>
                  <a:cubicBezTo>
                    <a:pt x="32" y="155"/>
                    <a:pt x="32" y="155"/>
                    <a:pt x="32" y="155"/>
                  </a:cubicBezTo>
                  <a:cubicBezTo>
                    <a:pt x="32" y="155"/>
                    <a:pt x="32" y="155"/>
                    <a:pt x="32" y="155"/>
                  </a:cubicBezTo>
                  <a:cubicBezTo>
                    <a:pt x="32" y="155"/>
                    <a:pt x="32" y="155"/>
                    <a:pt x="32" y="155"/>
                  </a:cubicBezTo>
                  <a:cubicBezTo>
                    <a:pt x="32" y="155"/>
                    <a:pt x="33" y="155"/>
                    <a:pt x="33" y="155"/>
                  </a:cubicBezTo>
                  <a:cubicBezTo>
                    <a:pt x="33" y="155"/>
                    <a:pt x="33" y="155"/>
                    <a:pt x="33" y="155"/>
                  </a:cubicBezTo>
                  <a:cubicBezTo>
                    <a:pt x="33" y="155"/>
                    <a:pt x="33" y="155"/>
                    <a:pt x="33" y="155"/>
                  </a:cubicBezTo>
                  <a:cubicBezTo>
                    <a:pt x="33" y="155"/>
                    <a:pt x="33" y="155"/>
                    <a:pt x="33" y="155"/>
                  </a:cubicBezTo>
                  <a:cubicBezTo>
                    <a:pt x="33" y="155"/>
                    <a:pt x="33" y="155"/>
                    <a:pt x="33" y="155"/>
                  </a:cubicBezTo>
                  <a:cubicBezTo>
                    <a:pt x="33" y="155"/>
                    <a:pt x="33" y="155"/>
                    <a:pt x="33" y="155"/>
                  </a:cubicBezTo>
                  <a:cubicBezTo>
                    <a:pt x="33" y="155"/>
                    <a:pt x="33" y="155"/>
                    <a:pt x="33" y="155"/>
                  </a:cubicBezTo>
                  <a:cubicBezTo>
                    <a:pt x="33" y="155"/>
                    <a:pt x="33" y="155"/>
                    <a:pt x="34" y="154"/>
                  </a:cubicBezTo>
                  <a:cubicBezTo>
                    <a:pt x="35" y="154"/>
                    <a:pt x="36" y="154"/>
                    <a:pt x="37" y="155"/>
                  </a:cubicBezTo>
                  <a:cubicBezTo>
                    <a:pt x="33" y="172"/>
                    <a:pt x="26" y="196"/>
                    <a:pt x="25" y="200"/>
                  </a:cubicBezTo>
                  <a:cubicBezTo>
                    <a:pt x="23" y="207"/>
                    <a:pt x="4" y="276"/>
                    <a:pt x="3" y="282"/>
                  </a:cubicBezTo>
                  <a:cubicBezTo>
                    <a:pt x="3" y="284"/>
                    <a:pt x="1" y="289"/>
                    <a:pt x="0" y="291"/>
                  </a:cubicBezTo>
                  <a:cubicBezTo>
                    <a:pt x="0" y="291"/>
                    <a:pt x="0" y="291"/>
                    <a:pt x="0" y="291"/>
                  </a:cubicBezTo>
                  <a:cubicBezTo>
                    <a:pt x="0" y="291"/>
                    <a:pt x="0" y="291"/>
                    <a:pt x="0" y="291"/>
                  </a:cubicBezTo>
                  <a:cubicBezTo>
                    <a:pt x="0" y="291"/>
                    <a:pt x="0" y="291"/>
                    <a:pt x="0" y="291"/>
                  </a:cubicBezTo>
                  <a:cubicBezTo>
                    <a:pt x="0" y="291"/>
                    <a:pt x="0" y="291"/>
                    <a:pt x="0" y="291"/>
                  </a:cubicBezTo>
                  <a:cubicBezTo>
                    <a:pt x="0" y="291"/>
                    <a:pt x="0" y="292"/>
                    <a:pt x="0" y="292"/>
                  </a:cubicBezTo>
                  <a:cubicBezTo>
                    <a:pt x="1" y="294"/>
                    <a:pt x="11" y="294"/>
                    <a:pt x="13" y="294"/>
                  </a:cubicBezTo>
                  <a:cubicBezTo>
                    <a:pt x="15" y="293"/>
                    <a:pt x="15" y="292"/>
                    <a:pt x="24" y="295"/>
                  </a:cubicBezTo>
                  <a:cubicBezTo>
                    <a:pt x="24" y="295"/>
                    <a:pt x="25" y="295"/>
                    <a:pt x="25" y="295"/>
                  </a:cubicBezTo>
                  <a:cubicBezTo>
                    <a:pt x="25" y="295"/>
                    <a:pt x="25" y="295"/>
                    <a:pt x="25" y="295"/>
                  </a:cubicBezTo>
                  <a:cubicBezTo>
                    <a:pt x="25" y="295"/>
                    <a:pt x="25" y="295"/>
                    <a:pt x="26" y="295"/>
                  </a:cubicBezTo>
                  <a:cubicBezTo>
                    <a:pt x="26" y="295"/>
                    <a:pt x="26" y="295"/>
                    <a:pt x="26" y="295"/>
                  </a:cubicBezTo>
                  <a:cubicBezTo>
                    <a:pt x="26" y="295"/>
                    <a:pt x="26" y="295"/>
                    <a:pt x="26" y="295"/>
                  </a:cubicBezTo>
                  <a:cubicBezTo>
                    <a:pt x="27" y="295"/>
                    <a:pt x="27" y="295"/>
                    <a:pt x="27" y="295"/>
                  </a:cubicBezTo>
                  <a:cubicBezTo>
                    <a:pt x="27" y="295"/>
                    <a:pt x="27" y="295"/>
                    <a:pt x="27" y="295"/>
                  </a:cubicBezTo>
                  <a:cubicBezTo>
                    <a:pt x="27" y="295"/>
                    <a:pt x="28" y="295"/>
                    <a:pt x="28" y="295"/>
                  </a:cubicBezTo>
                  <a:cubicBezTo>
                    <a:pt x="28" y="295"/>
                    <a:pt x="28" y="295"/>
                    <a:pt x="28" y="295"/>
                  </a:cubicBezTo>
                  <a:cubicBezTo>
                    <a:pt x="28" y="295"/>
                    <a:pt x="28" y="295"/>
                    <a:pt x="29" y="295"/>
                  </a:cubicBezTo>
                  <a:cubicBezTo>
                    <a:pt x="29" y="295"/>
                    <a:pt x="29" y="295"/>
                    <a:pt x="29" y="295"/>
                  </a:cubicBezTo>
                  <a:cubicBezTo>
                    <a:pt x="29" y="295"/>
                    <a:pt x="29" y="295"/>
                    <a:pt x="29" y="295"/>
                  </a:cubicBezTo>
                  <a:cubicBezTo>
                    <a:pt x="30" y="295"/>
                    <a:pt x="30" y="295"/>
                    <a:pt x="30" y="295"/>
                  </a:cubicBezTo>
                  <a:cubicBezTo>
                    <a:pt x="30" y="295"/>
                    <a:pt x="31" y="295"/>
                    <a:pt x="31" y="295"/>
                  </a:cubicBezTo>
                  <a:cubicBezTo>
                    <a:pt x="31" y="295"/>
                    <a:pt x="31" y="295"/>
                    <a:pt x="31" y="295"/>
                  </a:cubicBezTo>
                  <a:cubicBezTo>
                    <a:pt x="31" y="295"/>
                    <a:pt x="32" y="295"/>
                    <a:pt x="32" y="295"/>
                  </a:cubicBezTo>
                  <a:cubicBezTo>
                    <a:pt x="32" y="295"/>
                    <a:pt x="32" y="295"/>
                    <a:pt x="32" y="295"/>
                  </a:cubicBezTo>
                  <a:cubicBezTo>
                    <a:pt x="32" y="295"/>
                    <a:pt x="33" y="295"/>
                    <a:pt x="33" y="295"/>
                  </a:cubicBezTo>
                  <a:cubicBezTo>
                    <a:pt x="33" y="295"/>
                    <a:pt x="33" y="295"/>
                    <a:pt x="33" y="295"/>
                  </a:cubicBezTo>
                  <a:cubicBezTo>
                    <a:pt x="33" y="295"/>
                    <a:pt x="33" y="295"/>
                    <a:pt x="34" y="295"/>
                  </a:cubicBezTo>
                  <a:cubicBezTo>
                    <a:pt x="34" y="295"/>
                    <a:pt x="34" y="295"/>
                    <a:pt x="34" y="295"/>
                  </a:cubicBezTo>
                  <a:cubicBezTo>
                    <a:pt x="34" y="295"/>
                    <a:pt x="34" y="295"/>
                    <a:pt x="34" y="295"/>
                  </a:cubicBezTo>
                  <a:cubicBezTo>
                    <a:pt x="35" y="295"/>
                    <a:pt x="35" y="295"/>
                    <a:pt x="35" y="295"/>
                  </a:cubicBezTo>
                  <a:cubicBezTo>
                    <a:pt x="35" y="295"/>
                    <a:pt x="35" y="295"/>
                    <a:pt x="35" y="295"/>
                  </a:cubicBezTo>
                  <a:cubicBezTo>
                    <a:pt x="36" y="295"/>
                    <a:pt x="36" y="295"/>
                    <a:pt x="36" y="295"/>
                  </a:cubicBezTo>
                  <a:cubicBezTo>
                    <a:pt x="36" y="295"/>
                    <a:pt x="36" y="295"/>
                    <a:pt x="36" y="295"/>
                  </a:cubicBezTo>
                  <a:cubicBezTo>
                    <a:pt x="37" y="295"/>
                    <a:pt x="37" y="294"/>
                    <a:pt x="37" y="294"/>
                  </a:cubicBezTo>
                  <a:cubicBezTo>
                    <a:pt x="37" y="294"/>
                    <a:pt x="37" y="294"/>
                    <a:pt x="37" y="294"/>
                  </a:cubicBezTo>
                  <a:cubicBezTo>
                    <a:pt x="38" y="294"/>
                    <a:pt x="38" y="294"/>
                    <a:pt x="38" y="294"/>
                  </a:cubicBezTo>
                  <a:cubicBezTo>
                    <a:pt x="38" y="294"/>
                    <a:pt x="38" y="294"/>
                    <a:pt x="38" y="294"/>
                  </a:cubicBezTo>
                  <a:cubicBezTo>
                    <a:pt x="38" y="294"/>
                    <a:pt x="39" y="294"/>
                    <a:pt x="39" y="294"/>
                  </a:cubicBezTo>
                  <a:cubicBezTo>
                    <a:pt x="39" y="294"/>
                    <a:pt x="39" y="294"/>
                    <a:pt x="39" y="294"/>
                  </a:cubicBezTo>
                  <a:cubicBezTo>
                    <a:pt x="39" y="294"/>
                    <a:pt x="39" y="294"/>
                    <a:pt x="40" y="294"/>
                  </a:cubicBezTo>
                  <a:cubicBezTo>
                    <a:pt x="40" y="294"/>
                    <a:pt x="40" y="294"/>
                    <a:pt x="40" y="294"/>
                  </a:cubicBezTo>
                  <a:cubicBezTo>
                    <a:pt x="40" y="294"/>
                    <a:pt x="40" y="294"/>
                    <a:pt x="40" y="294"/>
                  </a:cubicBezTo>
                  <a:cubicBezTo>
                    <a:pt x="40" y="294"/>
                    <a:pt x="40" y="294"/>
                    <a:pt x="40" y="294"/>
                  </a:cubicBezTo>
                  <a:cubicBezTo>
                    <a:pt x="41" y="293"/>
                    <a:pt x="41" y="293"/>
                    <a:pt x="41" y="293"/>
                  </a:cubicBezTo>
                  <a:cubicBezTo>
                    <a:pt x="41" y="293"/>
                    <a:pt x="41" y="293"/>
                    <a:pt x="41" y="293"/>
                  </a:cubicBezTo>
                  <a:cubicBezTo>
                    <a:pt x="41" y="293"/>
                    <a:pt x="42" y="293"/>
                    <a:pt x="42" y="293"/>
                  </a:cubicBezTo>
                  <a:cubicBezTo>
                    <a:pt x="42" y="293"/>
                    <a:pt x="42" y="293"/>
                    <a:pt x="42" y="293"/>
                  </a:cubicBezTo>
                  <a:cubicBezTo>
                    <a:pt x="42" y="293"/>
                    <a:pt x="42" y="293"/>
                    <a:pt x="42" y="293"/>
                  </a:cubicBezTo>
                  <a:cubicBezTo>
                    <a:pt x="42" y="293"/>
                    <a:pt x="42" y="293"/>
                    <a:pt x="43" y="293"/>
                  </a:cubicBezTo>
                  <a:cubicBezTo>
                    <a:pt x="43" y="293"/>
                    <a:pt x="43" y="293"/>
                    <a:pt x="43" y="293"/>
                  </a:cubicBezTo>
                  <a:cubicBezTo>
                    <a:pt x="43" y="293"/>
                    <a:pt x="43" y="292"/>
                    <a:pt x="43" y="292"/>
                  </a:cubicBezTo>
                  <a:cubicBezTo>
                    <a:pt x="43" y="292"/>
                    <a:pt x="43" y="292"/>
                    <a:pt x="43" y="292"/>
                  </a:cubicBezTo>
                  <a:cubicBezTo>
                    <a:pt x="43" y="292"/>
                    <a:pt x="43" y="292"/>
                    <a:pt x="43" y="292"/>
                  </a:cubicBezTo>
                  <a:cubicBezTo>
                    <a:pt x="44" y="292"/>
                    <a:pt x="44" y="292"/>
                    <a:pt x="44" y="292"/>
                  </a:cubicBezTo>
                  <a:cubicBezTo>
                    <a:pt x="44" y="292"/>
                    <a:pt x="44" y="292"/>
                    <a:pt x="44" y="292"/>
                  </a:cubicBezTo>
                  <a:cubicBezTo>
                    <a:pt x="44" y="292"/>
                    <a:pt x="44" y="292"/>
                    <a:pt x="44" y="292"/>
                  </a:cubicBezTo>
                  <a:cubicBezTo>
                    <a:pt x="44" y="292"/>
                    <a:pt x="44" y="292"/>
                    <a:pt x="44" y="292"/>
                  </a:cubicBezTo>
                  <a:cubicBezTo>
                    <a:pt x="44" y="291"/>
                    <a:pt x="44" y="291"/>
                    <a:pt x="44" y="291"/>
                  </a:cubicBezTo>
                  <a:cubicBezTo>
                    <a:pt x="44" y="291"/>
                    <a:pt x="44" y="291"/>
                    <a:pt x="44" y="291"/>
                  </a:cubicBezTo>
                  <a:cubicBezTo>
                    <a:pt x="44" y="291"/>
                    <a:pt x="44" y="291"/>
                    <a:pt x="44" y="291"/>
                  </a:cubicBezTo>
                  <a:cubicBezTo>
                    <a:pt x="44" y="291"/>
                    <a:pt x="44" y="291"/>
                    <a:pt x="44" y="291"/>
                  </a:cubicBezTo>
                  <a:cubicBezTo>
                    <a:pt x="44" y="291"/>
                    <a:pt x="44" y="291"/>
                    <a:pt x="44" y="291"/>
                  </a:cubicBezTo>
                  <a:cubicBezTo>
                    <a:pt x="44" y="291"/>
                    <a:pt x="44" y="291"/>
                    <a:pt x="44" y="291"/>
                  </a:cubicBezTo>
                  <a:cubicBezTo>
                    <a:pt x="44" y="290"/>
                    <a:pt x="44" y="290"/>
                    <a:pt x="43" y="290"/>
                  </a:cubicBezTo>
                  <a:cubicBezTo>
                    <a:pt x="39" y="287"/>
                    <a:pt x="26" y="288"/>
                    <a:pt x="22" y="284"/>
                  </a:cubicBezTo>
                  <a:cubicBezTo>
                    <a:pt x="21" y="278"/>
                    <a:pt x="21" y="278"/>
                    <a:pt x="21" y="278"/>
                  </a:cubicBezTo>
                  <a:cubicBezTo>
                    <a:pt x="21" y="278"/>
                    <a:pt x="23" y="273"/>
                    <a:pt x="23" y="272"/>
                  </a:cubicBezTo>
                  <a:cubicBezTo>
                    <a:pt x="23" y="271"/>
                    <a:pt x="47" y="209"/>
                    <a:pt x="47" y="209"/>
                  </a:cubicBezTo>
                  <a:cubicBezTo>
                    <a:pt x="47" y="209"/>
                    <a:pt x="52" y="196"/>
                    <a:pt x="59" y="181"/>
                  </a:cubicBezTo>
                  <a:cubicBezTo>
                    <a:pt x="63" y="192"/>
                    <a:pt x="67" y="202"/>
                    <a:pt x="68" y="203"/>
                  </a:cubicBezTo>
                  <a:cubicBezTo>
                    <a:pt x="70" y="206"/>
                    <a:pt x="96" y="272"/>
                    <a:pt x="96" y="273"/>
                  </a:cubicBezTo>
                  <a:cubicBezTo>
                    <a:pt x="96" y="274"/>
                    <a:pt x="96" y="280"/>
                    <a:pt x="96" y="280"/>
                  </a:cubicBezTo>
                  <a:cubicBezTo>
                    <a:pt x="100" y="284"/>
                    <a:pt x="100" y="284"/>
                    <a:pt x="100" y="284"/>
                  </a:cubicBezTo>
                  <a:cubicBezTo>
                    <a:pt x="100" y="284"/>
                    <a:pt x="100" y="284"/>
                    <a:pt x="100" y="285"/>
                  </a:cubicBezTo>
                  <a:cubicBezTo>
                    <a:pt x="100" y="285"/>
                    <a:pt x="99" y="288"/>
                    <a:pt x="100" y="290"/>
                  </a:cubicBezTo>
                  <a:cubicBezTo>
                    <a:pt x="100" y="290"/>
                    <a:pt x="100" y="290"/>
                    <a:pt x="100" y="290"/>
                  </a:cubicBezTo>
                  <a:cubicBezTo>
                    <a:pt x="100" y="290"/>
                    <a:pt x="100" y="290"/>
                    <a:pt x="100" y="290"/>
                  </a:cubicBezTo>
                  <a:cubicBezTo>
                    <a:pt x="100" y="290"/>
                    <a:pt x="100" y="290"/>
                    <a:pt x="100" y="290"/>
                  </a:cubicBezTo>
                  <a:cubicBezTo>
                    <a:pt x="100" y="291"/>
                    <a:pt x="100" y="291"/>
                    <a:pt x="100" y="291"/>
                  </a:cubicBezTo>
                  <a:cubicBezTo>
                    <a:pt x="100" y="291"/>
                    <a:pt x="100" y="291"/>
                    <a:pt x="100" y="291"/>
                  </a:cubicBezTo>
                  <a:cubicBezTo>
                    <a:pt x="100" y="291"/>
                    <a:pt x="101" y="291"/>
                    <a:pt x="101" y="291"/>
                  </a:cubicBezTo>
                  <a:cubicBezTo>
                    <a:pt x="102" y="292"/>
                    <a:pt x="112" y="290"/>
                    <a:pt x="114" y="289"/>
                  </a:cubicBezTo>
                  <a:cubicBezTo>
                    <a:pt x="117" y="288"/>
                    <a:pt x="123" y="288"/>
                    <a:pt x="125" y="288"/>
                  </a:cubicBezTo>
                  <a:cubicBezTo>
                    <a:pt x="128" y="288"/>
                    <a:pt x="143" y="286"/>
                    <a:pt x="143" y="281"/>
                  </a:cubicBezTo>
                  <a:cubicBezTo>
                    <a:pt x="143" y="281"/>
                    <a:pt x="143" y="281"/>
                    <a:pt x="143" y="281"/>
                  </a:cubicBezTo>
                  <a:cubicBezTo>
                    <a:pt x="143" y="281"/>
                    <a:pt x="143" y="281"/>
                    <a:pt x="143" y="281"/>
                  </a:cubicBezTo>
                  <a:cubicBezTo>
                    <a:pt x="143" y="281"/>
                    <a:pt x="143" y="281"/>
                    <a:pt x="143" y="281"/>
                  </a:cubicBezTo>
                  <a:close/>
                  <a:moveTo>
                    <a:pt x="67" y="19"/>
                  </a:moveTo>
                  <a:cubicBezTo>
                    <a:pt x="67" y="19"/>
                    <a:pt x="68" y="19"/>
                    <a:pt x="68" y="19"/>
                  </a:cubicBezTo>
                  <a:cubicBezTo>
                    <a:pt x="67" y="19"/>
                    <a:pt x="67" y="19"/>
                    <a:pt x="67" y="19"/>
                  </a:cubicBezTo>
                  <a:cubicBezTo>
                    <a:pt x="67" y="19"/>
                    <a:pt x="67" y="19"/>
                    <a:pt x="67" y="19"/>
                  </a:cubicBezTo>
                  <a:cubicBezTo>
                    <a:pt x="67" y="19"/>
                    <a:pt x="67" y="19"/>
                    <a:pt x="67" y="19"/>
                  </a:cubicBezTo>
                  <a:close/>
                  <a:moveTo>
                    <a:pt x="66" y="20"/>
                  </a:moveTo>
                  <a:cubicBezTo>
                    <a:pt x="66" y="20"/>
                    <a:pt x="66" y="20"/>
                    <a:pt x="66" y="20"/>
                  </a:cubicBezTo>
                  <a:cubicBezTo>
                    <a:pt x="66" y="20"/>
                    <a:pt x="66" y="20"/>
                    <a:pt x="66" y="20"/>
                  </a:cubicBezTo>
                  <a:cubicBezTo>
                    <a:pt x="66" y="20"/>
                    <a:pt x="66" y="20"/>
                    <a:pt x="66" y="20"/>
                  </a:cubicBezTo>
                  <a:cubicBezTo>
                    <a:pt x="67" y="20"/>
                    <a:pt x="67" y="20"/>
                    <a:pt x="67" y="20"/>
                  </a:cubicBezTo>
                  <a:cubicBezTo>
                    <a:pt x="67" y="20"/>
                    <a:pt x="67" y="21"/>
                    <a:pt x="67" y="21"/>
                  </a:cubicBezTo>
                  <a:cubicBezTo>
                    <a:pt x="67" y="22"/>
                    <a:pt x="66" y="22"/>
                    <a:pt x="66" y="22"/>
                  </a:cubicBezTo>
                  <a:cubicBezTo>
                    <a:pt x="66" y="21"/>
                    <a:pt x="66" y="20"/>
                    <a:pt x="66" y="20"/>
                  </a:cubicBezTo>
                  <a:close/>
                  <a:moveTo>
                    <a:pt x="66" y="22"/>
                  </a:moveTo>
                  <a:cubicBezTo>
                    <a:pt x="66" y="22"/>
                    <a:pt x="67" y="22"/>
                    <a:pt x="67" y="22"/>
                  </a:cubicBezTo>
                  <a:cubicBezTo>
                    <a:pt x="67" y="21"/>
                    <a:pt x="67" y="20"/>
                    <a:pt x="68" y="20"/>
                  </a:cubicBezTo>
                  <a:cubicBezTo>
                    <a:pt x="68" y="20"/>
                    <a:pt x="68" y="20"/>
                    <a:pt x="68" y="20"/>
                  </a:cubicBezTo>
                  <a:cubicBezTo>
                    <a:pt x="67" y="22"/>
                    <a:pt x="67" y="22"/>
                    <a:pt x="67" y="22"/>
                  </a:cubicBezTo>
                  <a:cubicBezTo>
                    <a:pt x="67" y="22"/>
                    <a:pt x="66" y="22"/>
                    <a:pt x="66" y="22"/>
                  </a:cubicBezTo>
                  <a:cubicBezTo>
                    <a:pt x="66" y="22"/>
                    <a:pt x="66" y="22"/>
                    <a:pt x="66" y="22"/>
                  </a:cubicBezTo>
                  <a:close/>
                  <a:moveTo>
                    <a:pt x="41" y="18"/>
                  </a:moveTo>
                  <a:cubicBezTo>
                    <a:pt x="41" y="18"/>
                    <a:pt x="42" y="18"/>
                    <a:pt x="42" y="18"/>
                  </a:cubicBezTo>
                  <a:cubicBezTo>
                    <a:pt x="42" y="18"/>
                    <a:pt x="41" y="18"/>
                    <a:pt x="41" y="18"/>
                  </a:cubicBezTo>
                  <a:close/>
                  <a:moveTo>
                    <a:pt x="42" y="18"/>
                  </a:moveTo>
                  <a:cubicBezTo>
                    <a:pt x="42" y="18"/>
                    <a:pt x="42" y="18"/>
                    <a:pt x="42" y="18"/>
                  </a:cubicBezTo>
                  <a:cubicBezTo>
                    <a:pt x="42" y="18"/>
                    <a:pt x="42" y="18"/>
                    <a:pt x="42" y="18"/>
                  </a:cubicBezTo>
                  <a:cubicBezTo>
                    <a:pt x="42" y="18"/>
                    <a:pt x="42" y="18"/>
                    <a:pt x="42" y="18"/>
                  </a:cubicBezTo>
                  <a:close/>
                  <a:moveTo>
                    <a:pt x="45" y="22"/>
                  </a:moveTo>
                  <a:cubicBezTo>
                    <a:pt x="45" y="22"/>
                    <a:pt x="45" y="22"/>
                    <a:pt x="45" y="22"/>
                  </a:cubicBezTo>
                  <a:cubicBezTo>
                    <a:pt x="45" y="22"/>
                    <a:pt x="45" y="22"/>
                    <a:pt x="45" y="22"/>
                  </a:cubicBezTo>
                  <a:close/>
                  <a:moveTo>
                    <a:pt x="41" y="33"/>
                  </a:moveTo>
                  <a:cubicBezTo>
                    <a:pt x="41" y="33"/>
                    <a:pt x="41" y="33"/>
                    <a:pt x="41" y="33"/>
                  </a:cubicBezTo>
                  <a:cubicBezTo>
                    <a:pt x="41" y="33"/>
                    <a:pt x="41" y="33"/>
                    <a:pt x="41" y="33"/>
                  </a:cubicBezTo>
                  <a:cubicBezTo>
                    <a:pt x="41" y="33"/>
                    <a:pt x="41" y="33"/>
                    <a:pt x="41" y="33"/>
                  </a:cubicBezTo>
                  <a:close/>
                  <a:moveTo>
                    <a:pt x="33" y="91"/>
                  </a:moveTo>
                  <a:cubicBezTo>
                    <a:pt x="34" y="88"/>
                    <a:pt x="34" y="88"/>
                    <a:pt x="34" y="88"/>
                  </a:cubicBezTo>
                  <a:cubicBezTo>
                    <a:pt x="35" y="91"/>
                    <a:pt x="37" y="94"/>
                    <a:pt x="38" y="98"/>
                  </a:cubicBezTo>
                  <a:cubicBezTo>
                    <a:pt x="38" y="98"/>
                    <a:pt x="38" y="99"/>
                    <a:pt x="38" y="100"/>
                  </a:cubicBezTo>
                  <a:cubicBezTo>
                    <a:pt x="38" y="100"/>
                    <a:pt x="40" y="107"/>
                    <a:pt x="38" y="122"/>
                  </a:cubicBezTo>
                  <a:lnTo>
                    <a:pt x="33" y="91"/>
                  </a:ln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172"/>
            <p:cNvSpPr>
              <a:spLocks/>
            </p:cNvSpPr>
            <p:nvPr/>
          </p:nvSpPr>
          <p:spPr bwMode="auto">
            <a:xfrm>
              <a:off x="2936876" y="1338263"/>
              <a:ext cx="266700" cy="549275"/>
            </a:xfrm>
            <a:custGeom>
              <a:avLst/>
              <a:gdLst>
                <a:gd name="T0" fmla="*/ 4 w 168"/>
                <a:gd name="T1" fmla="*/ 346 h 346"/>
                <a:gd name="T2" fmla="*/ 0 w 168"/>
                <a:gd name="T3" fmla="*/ 344 h 346"/>
                <a:gd name="T4" fmla="*/ 165 w 168"/>
                <a:gd name="T5" fmla="*/ 0 h 346"/>
                <a:gd name="T6" fmla="*/ 168 w 168"/>
                <a:gd name="T7" fmla="*/ 3 h 346"/>
                <a:gd name="T8" fmla="*/ 4 w 168"/>
                <a:gd name="T9" fmla="*/ 346 h 346"/>
              </a:gdLst>
              <a:ahLst/>
              <a:cxnLst>
                <a:cxn ang="0">
                  <a:pos x="T0" y="T1"/>
                </a:cxn>
                <a:cxn ang="0">
                  <a:pos x="T2" y="T3"/>
                </a:cxn>
                <a:cxn ang="0">
                  <a:pos x="T4" y="T5"/>
                </a:cxn>
                <a:cxn ang="0">
                  <a:pos x="T6" y="T7"/>
                </a:cxn>
                <a:cxn ang="0">
                  <a:pos x="T8" y="T9"/>
                </a:cxn>
              </a:cxnLst>
              <a:rect l="0" t="0" r="r" b="b"/>
              <a:pathLst>
                <a:path w="168" h="346">
                  <a:moveTo>
                    <a:pt x="4" y="346"/>
                  </a:moveTo>
                  <a:lnTo>
                    <a:pt x="0" y="344"/>
                  </a:lnTo>
                  <a:lnTo>
                    <a:pt x="165" y="0"/>
                  </a:lnTo>
                  <a:lnTo>
                    <a:pt x="168" y="3"/>
                  </a:lnTo>
                  <a:lnTo>
                    <a:pt x="4" y="346"/>
                  </a:ln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73"/>
            <p:cNvSpPr>
              <a:spLocks/>
            </p:cNvSpPr>
            <p:nvPr/>
          </p:nvSpPr>
          <p:spPr bwMode="auto">
            <a:xfrm>
              <a:off x="2921001" y="1338263"/>
              <a:ext cx="266700" cy="549275"/>
            </a:xfrm>
            <a:custGeom>
              <a:avLst/>
              <a:gdLst>
                <a:gd name="T0" fmla="*/ 2 w 168"/>
                <a:gd name="T1" fmla="*/ 346 h 346"/>
                <a:gd name="T2" fmla="*/ 0 w 168"/>
                <a:gd name="T3" fmla="*/ 344 h 346"/>
                <a:gd name="T4" fmla="*/ 163 w 168"/>
                <a:gd name="T5" fmla="*/ 0 h 346"/>
                <a:gd name="T6" fmla="*/ 168 w 168"/>
                <a:gd name="T7" fmla="*/ 3 h 346"/>
                <a:gd name="T8" fmla="*/ 2 w 168"/>
                <a:gd name="T9" fmla="*/ 346 h 346"/>
              </a:gdLst>
              <a:ahLst/>
              <a:cxnLst>
                <a:cxn ang="0">
                  <a:pos x="T0" y="T1"/>
                </a:cxn>
                <a:cxn ang="0">
                  <a:pos x="T2" y="T3"/>
                </a:cxn>
                <a:cxn ang="0">
                  <a:pos x="T4" y="T5"/>
                </a:cxn>
                <a:cxn ang="0">
                  <a:pos x="T6" y="T7"/>
                </a:cxn>
                <a:cxn ang="0">
                  <a:pos x="T8" y="T9"/>
                </a:cxn>
              </a:cxnLst>
              <a:rect l="0" t="0" r="r" b="b"/>
              <a:pathLst>
                <a:path w="168" h="346">
                  <a:moveTo>
                    <a:pt x="2" y="346"/>
                  </a:moveTo>
                  <a:lnTo>
                    <a:pt x="0" y="344"/>
                  </a:lnTo>
                  <a:lnTo>
                    <a:pt x="163" y="0"/>
                  </a:lnTo>
                  <a:lnTo>
                    <a:pt x="168" y="3"/>
                  </a:lnTo>
                  <a:lnTo>
                    <a:pt x="2" y="346"/>
                  </a:ln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174"/>
            <p:cNvSpPr>
              <a:spLocks/>
            </p:cNvSpPr>
            <p:nvPr/>
          </p:nvSpPr>
          <p:spPr bwMode="auto">
            <a:xfrm>
              <a:off x="2797176" y="1549400"/>
              <a:ext cx="274638" cy="346075"/>
            </a:xfrm>
            <a:custGeom>
              <a:avLst/>
              <a:gdLst>
                <a:gd name="T0" fmla="*/ 41 w 73"/>
                <a:gd name="T1" fmla="*/ 89 h 92"/>
                <a:gd name="T2" fmla="*/ 36 w 73"/>
                <a:gd name="T3" fmla="*/ 91 h 92"/>
                <a:gd name="T4" fmla="*/ 5 w 73"/>
                <a:gd name="T5" fmla="*/ 77 h 92"/>
                <a:gd name="T6" fmla="*/ 5 w 73"/>
                <a:gd name="T7" fmla="*/ 64 h 92"/>
                <a:gd name="T8" fmla="*/ 20 w 73"/>
                <a:gd name="T9" fmla="*/ 29 h 92"/>
                <a:gd name="T10" fmla="*/ 23 w 73"/>
                <a:gd name="T11" fmla="*/ 20 h 92"/>
                <a:gd name="T12" fmla="*/ 28 w 73"/>
                <a:gd name="T13" fmla="*/ 9 h 92"/>
                <a:gd name="T14" fmla="*/ 32 w 73"/>
                <a:gd name="T15" fmla="*/ 3 h 92"/>
                <a:gd name="T16" fmla="*/ 37 w 73"/>
                <a:gd name="T17" fmla="*/ 1 h 92"/>
                <a:gd name="T18" fmla="*/ 58 w 73"/>
                <a:gd name="T19" fmla="*/ 0 h 92"/>
                <a:gd name="T20" fmla="*/ 68 w 73"/>
                <a:gd name="T21" fmla="*/ 5 h 92"/>
                <a:gd name="T22" fmla="*/ 71 w 73"/>
                <a:gd name="T23" fmla="*/ 17 h 92"/>
                <a:gd name="T24" fmla="*/ 72 w 73"/>
                <a:gd name="T25" fmla="*/ 21 h 92"/>
                <a:gd name="T26" fmla="*/ 41 w 73"/>
                <a:gd name="T27" fmla="*/ 89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3" h="92">
                  <a:moveTo>
                    <a:pt x="41" y="89"/>
                  </a:moveTo>
                  <a:cubicBezTo>
                    <a:pt x="40" y="91"/>
                    <a:pt x="38" y="92"/>
                    <a:pt x="36" y="91"/>
                  </a:cubicBezTo>
                  <a:cubicBezTo>
                    <a:pt x="5" y="77"/>
                    <a:pt x="5" y="77"/>
                    <a:pt x="5" y="77"/>
                  </a:cubicBezTo>
                  <a:cubicBezTo>
                    <a:pt x="0" y="74"/>
                    <a:pt x="4" y="66"/>
                    <a:pt x="5" y="64"/>
                  </a:cubicBezTo>
                  <a:cubicBezTo>
                    <a:pt x="20" y="29"/>
                    <a:pt x="20" y="29"/>
                    <a:pt x="20" y="29"/>
                  </a:cubicBezTo>
                  <a:cubicBezTo>
                    <a:pt x="23" y="20"/>
                    <a:pt x="23" y="20"/>
                    <a:pt x="23" y="20"/>
                  </a:cubicBezTo>
                  <a:cubicBezTo>
                    <a:pt x="28" y="9"/>
                    <a:pt x="28" y="9"/>
                    <a:pt x="28" y="9"/>
                  </a:cubicBezTo>
                  <a:cubicBezTo>
                    <a:pt x="32" y="3"/>
                    <a:pt x="32" y="3"/>
                    <a:pt x="32" y="3"/>
                  </a:cubicBezTo>
                  <a:cubicBezTo>
                    <a:pt x="33" y="1"/>
                    <a:pt x="35" y="0"/>
                    <a:pt x="37" y="1"/>
                  </a:cubicBezTo>
                  <a:cubicBezTo>
                    <a:pt x="58" y="0"/>
                    <a:pt x="58" y="0"/>
                    <a:pt x="58" y="0"/>
                  </a:cubicBezTo>
                  <a:cubicBezTo>
                    <a:pt x="68" y="5"/>
                    <a:pt x="68" y="5"/>
                    <a:pt x="68" y="5"/>
                  </a:cubicBezTo>
                  <a:cubicBezTo>
                    <a:pt x="71" y="17"/>
                    <a:pt x="71" y="17"/>
                    <a:pt x="71" y="17"/>
                  </a:cubicBezTo>
                  <a:cubicBezTo>
                    <a:pt x="72" y="17"/>
                    <a:pt x="73" y="19"/>
                    <a:pt x="72" y="21"/>
                  </a:cubicBezTo>
                  <a:lnTo>
                    <a:pt x="41" y="89"/>
                  </a:ln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Oval 175"/>
            <p:cNvSpPr>
              <a:spLocks noChangeArrowheads="1"/>
            </p:cNvSpPr>
            <p:nvPr/>
          </p:nvSpPr>
          <p:spPr bwMode="auto">
            <a:xfrm>
              <a:off x="2909888" y="1865313"/>
              <a:ext cx="30163" cy="36512"/>
            </a:xfrm>
            <a:prstGeom prst="ellipse">
              <a:avLst/>
            </a:pr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7" name="组合 16"/>
          <p:cNvGrpSpPr/>
          <p:nvPr/>
        </p:nvGrpSpPr>
        <p:grpSpPr>
          <a:xfrm>
            <a:off x="7073163" y="688969"/>
            <a:ext cx="525463" cy="1195387"/>
            <a:chOff x="5703888" y="1962150"/>
            <a:chExt cx="525463" cy="1195387"/>
          </a:xfrm>
        </p:grpSpPr>
        <p:sp>
          <p:nvSpPr>
            <p:cNvPr id="18" name="Freeform 178"/>
            <p:cNvSpPr>
              <a:spLocks noEditPoints="1"/>
            </p:cNvSpPr>
            <p:nvPr/>
          </p:nvSpPr>
          <p:spPr bwMode="auto">
            <a:xfrm>
              <a:off x="5703888" y="1962150"/>
              <a:ext cx="390525" cy="1195387"/>
            </a:xfrm>
            <a:custGeom>
              <a:avLst/>
              <a:gdLst>
                <a:gd name="T0" fmla="*/ 92 w 104"/>
                <a:gd name="T1" fmla="*/ 139 h 318"/>
                <a:gd name="T2" fmla="*/ 76 w 104"/>
                <a:gd name="T3" fmla="*/ 59 h 318"/>
                <a:gd name="T4" fmla="*/ 74 w 104"/>
                <a:gd name="T5" fmla="*/ 58 h 318"/>
                <a:gd name="T6" fmla="*/ 72 w 104"/>
                <a:gd name="T7" fmla="*/ 58 h 318"/>
                <a:gd name="T8" fmla="*/ 61 w 104"/>
                <a:gd name="T9" fmla="*/ 55 h 318"/>
                <a:gd name="T10" fmla="*/ 60 w 104"/>
                <a:gd name="T11" fmla="*/ 52 h 318"/>
                <a:gd name="T12" fmla="*/ 59 w 104"/>
                <a:gd name="T13" fmla="*/ 50 h 318"/>
                <a:gd name="T14" fmla="*/ 61 w 104"/>
                <a:gd name="T15" fmla="*/ 3 h 318"/>
                <a:gd name="T16" fmla="*/ 43 w 104"/>
                <a:gd name="T17" fmla="*/ 44 h 318"/>
                <a:gd name="T18" fmla="*/ 44 w 104"/>
                <a:gd name="T19" fmla="*/ 51 h 318"/>
                <a:gd name="T20" fmla="*/ 42 w 104"/>
                <a:gd name="T21" fmla="*/ 55 h 318"/>
                <a:gd name="T22" fmla="*/ 26 w 104"/>
                <a:gd name="T23" fmla="*/ 131 h 318"/>
                <a:gd name="T24" fmla="*/ 30 w 104"/>
                <a:gd name="T25" fmla="*/ 133 h 318"/>
                <a:gd name="T26" fmla="*/ 30 w 104"/>
                <a:gd name="T27" fmla="*/ 133 h 318"/>
                <a:gd name="T28" fmla="*/ 31 w 104"/>
                <a:gd name="T29" fmla="*/ 133 h 318"/>
                <a:gd name="T30" fmla="*/ 33 w 104"/>
                <a:gd name="T31" fmla="*/ 132 h 318"/>
                <a:gd name="T32" fmla="*/ 34 w 104"/>
                <a:gd name="T33" fmla="*/ 131 h 318"/>
                <a:gd name="T34" fmla="*/ 34 w 104"/>
                <a:gd name="T35" fmla="*/ 130 h 318"/>
                <a:gd name="T36" fmla="*/ 36 w 104"/>
                <a:gd name="T37" fmla="*/ 168 h 318"/>
                <a:gd name="T38" fmla="*/ 36 w 104"/>
                <a:gd name="T39" fmla="*/ 172 h 318"/>
                <a:gd name="T40" fmla="*/ 38 w 104"/>
                <a:gd name="T41" fmla="*/ 176 h 318"/>
                <a:gd name="T42" fmla="*/ 39 w 104"/>
                <a:gd name="T43" fmla="*/ 181 h 318"/>
                <a:gd name="T44" fmla="*/ 40 w 104"/>
                <a:gd name="T45" fmla="*/ 184 h 318"/>
                <a:gd name="T46" fmla="*/ 44 w 104"/>
                <a:gd name="T47" fmla="*/ 245 h 318"/>
                <a:gd name="T48" fmla="*/ 44 w 104"/>
                <a:gd name="T49" fmla="*/ 246 h 318"/>
                <a:gd name="T50" fmla="*/ 44 w 104"/>
                <a:gd name="T51" fmla="*/ 292 h 318"/>
                <a:gd name="T52" fmla="*/ 51 w 104"/>
                <a:gd name="T53" fmla="*/ 304 h 318"/>
                <a:gd name="T54" fmla="*/ 59 w 104"/>
                <a:gd name="T55" fmla="*/ 315 h 318"/>
                <a:gd name="T56" fmla="*/ 65 w 104"/>
                <a:gd name="T57" fmla="*/ 261 h 318"/>
                <a:gd name="T58" fmla="*/ 75 w 104"/>
                <a:gd name="T59" fmla="*/ 183 h 318"/>
                <a:gd name="T60" fmla="*/ 81 w 104"/>
                <a:gd name="T61" fmla="*/ 163 h 318"/>
                <a:gd name="T62" fmla="*/ 78 w 104"/>
                <a:gd name="T63" fmla="*/ 127 h 318"/>
                <a:gd name="T64" fmla="*/ 77 w 104"/>
                <a:gd name="T65" fmla="*/ 116 h 318"/>
                <a:gd name="T66" fmla="*/ 85 w 104"/>
                <a:gd name="T67" fmla="*/ 142 h 318"/>
                <a:gd name="T68" fmla="*/ 96 w 104"/>
                <a:gd name="T69" fmla="*/ 153 h 318"/>
                <a:gd name="T70" fmla="*/ 93 w 104"/>
                <a:gd name="T71" fmla="*/ 158 h 318"/>
                <a:gd name="T72" fmla="*/ 97 w 104"/>
                <a:gd name="T73" fmla="*/ 158 h 318"/>
                <a:gd name="T74" fmla="*/ 97 w 104"/>
                <a:gd name="T75" fmla="*/ 159 h 318"/>
                <a:gd name="T76" fmla="*/ 97 w 104"/>
                <a:gd name="T77" fmla="*/ 159 h 318"/>
                <a:gd name="T78" fmla="*/ 103 w 104"/>
                <a:gd name="T79" fmla="*/ 146 h 318"/>
                <a:gd name="T80" fmla="*/ 56 w 104"/>
                <a:gd name="T81" fmla="*/ 261 h 318"/>
                <a:gd name="T82" fmla="*/ 56 w 104"/>
                <a:gd name="T83" fmla="*/ 267 h 318"/>
                <a:gd name="T84" fmla="*/ 56 w 104"/>
                <a:gd name="T85" fmla="*/ 269 h 318"/>
                <a:gd name="T86" fmla="*/ 55 w 104"/>
                <a:gd name="T87" fmla="*/ 273 h 318"/>
                <a:gd name="T88" fmla="*/ 55 w 104"/>
                <a:gd name="T89" fmla="*/ 268 h 318"/>
                <a:gd name="T90" fmla="*/ 55 w 104"/>
                <a:gd name="T91" fmla="*/ 251 h 318"/>
                <a:gd name="T92" fmla="*/ 55 w 104"/>
                <a:gd name="T93" fmla="*/ 245 h 318"/>
                <a:gd name="T94" fmla="*/ 55 w 104"/>
                <a:gd name="T95" fmla="*/ 239 h 318"/>
                <a:gd name="T96" fmla="*/ 56 w 104"/>
                <a:gd name="T97" fmla="*/ 176 h 318"/>
                <a:gd name="T98" fmla="*/ 57 w 104"/>
                <a:gd name="T99" fmla="*/ 168 h 318"/>
                <a:gd name="T100" fmla="*/ 59 w 104"/>
                <a:gd name="T101" fmla="*/ 173 h 318"/>
                <a:gd name="T102" fmla="*/ 59 w 104"/>
                <a:gd name="T103" fmla="*/ 200 h 318"/>
                <a:gd name="T104" fmla="*/ 12 w 104"/>
                <a:gd name="T105" fmla="*/ 99 h 318"/>
                <a:gd name="T106" fmla="*/ 32 w 104"/>
                <a:gd name="T107" fmla="*/ 124 h 318"/>
                <a:gd name="T108" fmla="*/ 31 w 104"/>
                <a:gd name="T109" fmla="*/ 125 h 318"/>
                <a:gd name="T110" fmla="*/ 31 w 104"/>
                <a:gd name="T111" fmla="*/ 126 h 318"/>
                <a:gd name="T112" fmla="*/ 30 w 104"/>
                <a:gd name="T113" fmla="*/ 127 h 318"/>
                <a:gd name="T114" fmla="*/ 29 w 104"/>
                <a:gd name="T115" fmla="*/ 128 h 318"/>
                <a:gd name="T116" fmla="*/ 96 w 104"/>
                <a:gd name="T117" fmla="*/ 149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4" h="318">
                  <a:moveTo>
                    <a:pt x="103" y="146"/>
                  </a:moveTo>
                  <a:cubicBezTo>
                    <a:pt x="103" y="146"/>
                    <a:pt x="103" y="146"/>
                    <a:pt x="103" y="146"/>
                  </a:cubicBezTo>
                  <a:cubicBezTo>
                    <a:pt x="103" y="146"/>
                    <a:pt x="103" y="146"/>
                    <a:pt x="103" y="146"/>
                  </a:cubicBezTo>
                  <a:cubicBezTo>
                    <a:pt x="103" y="146"/>
                    <a:pt x="103" y="146"/>
                    <a:pt x="103" y="146"/>
                  </a:cubicBezTo>
                  <a:cubicBezTo>
                    <a:pt x="103" y="146"/>
                    <a:pt x="103" y="146"/>
                    <a:pt x="103" y="145"/>
                  </a:cubicBezTo>
                  <a:cubicBezTo>
                    <a:pt x="102" y="145"/>
                    <a:pt x="98" y="143"/>
                    <a:pt x="95" y="141"/>
                  </a:cubicBezTo>
                  <a:cubicBezTo>
                    <a:pt x="94" y="141"/>
                    <a:pt x="93" y="140"/>
                    <a:pt x="92" y="139"/>
                  </a:cubicBezTo>
                  <a:cubicBezTo>
                    <a:pt x="92" y="139"/>
                    <a:pt x="93" y="139"/>
                    <a:pt x="93" y="139"/>
                  </a:cubicBezTo>
                  <a:cubicBezTo>
                    <a:pt x="93" y="139"/>
                    <a:pt x="87" y="109"/>
                    <a:pt x="84" y="98"/>
                  </a:cubicBezTo>
                  <a:cubicBezTo>
                    <a:pt x="82" y="87"/>
                    <a:pt x="81" y="65"/>
                    <a:pt x="76" y="59"/>
                  </a:cubicBezTo>
                  <a:cubicBezTo>
                    <a:pt x="76" y="59"/>
                    <a:pt x="76" y="59"/>
                    <a:pt x="76" y="59"/>
                  </a:cubicBezTo>
                  <a:cubicBezTo>
                    <a:pt x="76" y="59"/>
                    <a:pt x="76" y="59"/>
                    <a:pt x="76" y="59"/>
                  </a:cubicBezTo>
                  <a:cubicBezTo>
                    <a:pt x="76" y="59"/>
                    <a:pt x="76" y="59"/>
                    <a:pt x="76" y="59"/>
                  </a:cubicBezTo>
                  <a:cubicBezTo>
                    <a:pt x="76" y="59"/>
                    <a:pt x="76" y="59"/>
                    <a:pt x="76" y="59"/>
                  </a:cubicBezTo>
                  <a:cubicBezTo>
                    <a:pt x="76" y="59"/>
                    <a:pt x="76" y="59"/>
                    <a:pt x="76" y="59"/>
                  </a:cubicBezTo>
                  <a:cubicBezTo>
                    <a:pt x="76" y="59"/>
                    <a:pt x="76" y="59"/>
                    <a:pt x="76" y="59"/>
                  </a:cubicBezTo>
                  <a:cubicBezTo>
                    <a:pt x="76" y="59"/>
                    <a:pt x="75" y="59"/>
                    <a:pt x="75" y="59"/>
                  </a:cubicBezTo>
                  <a:cubicBezTo>
                    <a:pt x="75" y="59"/>
                    <a:pt x="75" y="59"/>
                    <a:pt x="75" y="59"/>
                  </a:cubicBezTo>
                  <a:cubicBezTo>
                    <a:pt x="75" y="59"/>
                    <a:pt x="75" y="59"/>
                    <a:pt x="75" y="59"/>
                  </a:cubicBezTo>
                  <a:cubicBezTo>
                    <a:pt x="75" y="59"/>
                    <a:pt x="75" y="59"/>
                    <a:pt x="75" y="59"/>
                  </a:cubicBezTo>
                  <a:cubicBezTo>
                    <a:pt x="75" y="59"/>
                    <a:pt x="74" y="58"/>
                    <a:pt x="74" y="58"/>
                  </a:cubicBezTo>
                  <a:cubicBezTo>
                    <a:pt x="74" y="58"/>
                    <a:pt x="74" y="58"/>
                    <a:pt x="74" y="58"/>
                  </a:cubicBezTo>
                  <a:cubicBezTo>
                    <a:pt x="74" y="58"/>
                    <a:pt x="74" y="58"/>
                    <a:pt x="74" y="58"/>
                  </a:cubicBezTo>
                  <a:cubicBezTo>
                    <a:pt x="74" y="58"/>
                    <a:pt x="74" y="58"/>
                    <a:pt x="74" y="58"/>
                  </a:cubicBezTo>
                  <a:cubicBezTo>
                    <a:pt x="74" y="58"/>
                    <a:pt x="74" y="58"/>
                    <a:pt x="74" y="58"/>
                  </a:cubicBezTo>
                  <a:cubicBezTo>
                    <a:pt x="74" y="58"/>
                    <a:pt x="73" y="58"/>
                    <a:pt x="73" y="58"/>
                  </a:cubicBezTo>
                  <a:cubicBezTo>
                    <a:pt x="73" y="58"/>
                    <a:pt x="73" y="58"/>
                    <a:pt x="73" y="58"/>
                  </a:cubicBezTo>
                  <a:cubicBezTo>
                    <a:pt x="73" y="58"/>
                    <a:pt x="73" y="58"/>
                    <a:pt x="72" y="58"/>
                  </a:cubicBezTo>
                  <a:cubicBezTo>
                    <a:pt x="72" y="58"/>
                    <a:pt x="72" y="58"/>
                    <a:pt x="72" y="58"/>
                  </a:cubicBezTo>
                  <a:cubicBezTo>
                    <a:pt x="71" y="58"/>
                    <a:pt x="70" y="58"/>
                    <a:pt x="69" y="57"/>
                  </a:cubicBezTo>
                  <a:cubicBezTo>
                    <a:pt x="69" y="57"/>
                    <a:pt x="69" y="57"/>
                    <a:pt x="69" y="57"/>
                  </a:cubicBezTo>
                  <a:cubicBezTo>
                    <a:pt x="69" y="57"/>
                    <a:pt x="69" y="57"/>
                    <a:pt x="68" y="57"/>
                  </a:cubicBezTo>
                  <a:cubicBezTo>
                    <a:pt x="68" y="57"/>
                    <a:pt x="68" y="57"/>
                    <a:pt x="68" y="57"/>
                  </a:cubicBezTo>
                  <a:cubicBezTo>
                    <a:pt x="67" y="57"/>
                    <a:pt x="65" y="57"/>
                    <a:pt x="63" y="57"/>
                  </a:cubicBezTo>
                  <a:cubicBezTo>
                    <a:pt x="62" y="56"/>
                    <a:pt x="62" y="56"/>
                    <a:pt x="61" y="55"/>
                  </a:cubicBezTo>
                  <a:cubicBezTo>
                    <a:pt x="61" y="56"/>
                    <a:pt x="61" y="56"/>
                    <a:pt x="61" y="56"/>
                  </a:cubicBezTo>
                  <a:cubicBezTo>
                    <a:pt x="61" y="55"/>
                    <a:pt x="60" y="54"/>
                    <a:pt x="60" y="53"/>
                  </a:cubicBezTo>
                  <a:cubicBezTo>
                    <a:pt x="60" y="53"/>
                    <a:pt x="60" y="53"/>
                    <a:pt x="60" y="53"/>
                  </a:cubicBezTo>
                  <a:cubicBezTo>
                    <a:pt x="60" y="53"/>
                    <a:pt x="60" y="53"/>
                    <a:pt x="60" y="53"/>
                  </a:cubicBezTo>
                  <a:cubicBezTo>
                    <a:pt x="60" y="53"/>
                    <a:pt x="60" y="53"/>
                    <a:pt x="60" y="52"/>
                  </a:cubicBezTo>
                  <a:cubicBezTo>
                    <a:pt x="60" y="52"/>
                    <a:pt x="60" y="52"/>
                    <a:pt x="60" y="52"/>
                  </a:cubicBezTo>
                  <a:cubicBezTo>
                    <a:pt x="60" y="52"/>
                    <a:pt x="60" y="52"/>
                    <a:pt x="60" y="52"/>
                  </a:cubicBezTo>
                  <a:cubicBezTo>
                    <a:pt x="60" y="52"/>
                    <a:pt x="60" y="52"/>
                    <a:pt x="60" y="52"/>
                  </a:cubicBezTo>
                  <a:cubicBezTo>
                    <a:pt x="60" y="51"/>
                    <a:pt x="60" y="51"/>
                    <a:pt x="60" y="51"/>
                  </a:cubicBezTo>
                  <a:cubicBezTo>
                    <a:pt x="60" y="51"/>
                    <a:pt x="60" y="51"/>
                    <a:pt x="60" y="51"/>
                  </a:cubicBezTo>
                  <a:cubicBezTo>
                    <a:pt x="60" y="51"/>
                    <a:pt x="60" y="51"/>
                    <a:pt x="60" y="50"/>
                  </a:cubicBezTo>
                  <a:cubicBezTo>
                    <a:pt x="60" y="50"/>
                    <a:pt x="60" y="50"/>
                    <a:pt x="60" y="50"/>
                  </a:cubicBezTo>
                  <a:cubicBezTo>
                    <a:pt x="60" y="50"/>
                    <a:pt x="60" y="50"/>
                    <a:pt x="59" y="50"/>
                  </a:cubicBezTo>
                  <a:cubicBezTo>
                    <a:pt x="59" y="50"/>
                    <a:pt x="59" y="50"/>
                    <a:pt x="59" y="50"/>
                  </a:cubicBezTo>
                  <a:cubicBezTo>
                    <a:pt x="59" y="48"/>
                    <a:pt x="58" y="47"/>
                    <a:pt x="58" y="47"/>
                  </a:cubicBezTo>
                  <a:cubicBezTo>
                    <a:pt x="58" y="47"/>
                    <a:pt x="58" y="47"/>
                    <a:pt x="58" y="47"/>
                  </a:cubicBezTo>
                  <a:cubicBezTo>
                    <a:pt x="58" y="46"/>
                    <a:pt x="58" y="46"/>
                    <a:pt x="58" y="45"/>
                  </a:cubicBezTo>
                  <a:cubicBezTo>
                    <a:pt x="60" y="45"/>
                    <a:pt x="61" y="46"/>
                    <a:pt x="63" y="46"/>
                  </a:cubicBezTo>
                  <a:cubicBezTo>
                    <a:pt x="63" y="38"/>
                    <a:pt x="71" y="38"/>
                    <a:pt x="72" y="25"/>
                  </a:cubicBezTo>
                  <a:cubicBezTo>
                    <a:pt x="72" y="12"/>
                    <a:pt x="59" y="0"/>
                    <a:pt x="51" y="4"/>
                  </a:cubicBezTo>
                  <a:cubicBezTo>
                    <a:pt x="55" y="1"/>
                    <a:pt x="61" y="3"/>
                    <a:pt x="61" y="3"/>
                  </a:cubicBezTo>
                  <a:cubicBezTo>
                    <a:pt x="54" y="0"/>
                    <a:pt x="51" y="3"/>
                    <a:pt x="49" y="5"/>
                  </a:cubicBezTo>
                  <a:cubicBezTo>
                    <a:pt x="49" y="5"/>
                    <a:pt x="49" y="5"/>
                    <a:pt x="49" y="5"/>
                  </a:cubicBezTo>
                  <a:cubicBezTo>
                    <a:pt x="47" y="4"/>
                    <a:pt x="43" y="3"/>
                    <a:pt x="39" y="6"/>
                  </a:cubicBezTo>
                  <a:cubicBezTo>
                    <a:pt x="39" y="6"/>
                    <a:pt x="43" y="3"/>
                    <a:pt x="48" y="5"/>
                  </a:cubicBezTo>
                  <a:cubicBezTo>
                    <a:pt x="45" y="5"/>
                    <a:pt x="40" y="6"/>
                    <a:pt x="36" y="12"/>
                  </a:cubicBezTo>
                  <a:cubicBezTo>
                    <a:pt x="29" y="24"/>
                    <a:pt x="35" y="39"/>
                    <a:pt x="40" y="47"/>
                  </a:cubicBezTo>
                  <a:cubicBezTo>
                    <a:pt x="40" y="47"/>
                    <a:pt x="40" y="43"/>
                    <a:pt x="43" y="44"/>
                  </a:cubicBezTo>
                  <a:cubicBezTo>
                    <a:pt x="43" y="45"/>
                    <a:pt x="44" y="47"/>
                    <a:pt x="45" y="48"/>
                  </a:cubicBezTo>
                  <a:cubicBezTo>
                    <a:pt x="45" y="49"/>
                    <a:pt x="44" y="49"/>
                    <a:pt x="44" y="49"/>
                  </a:cubicBezTo>
                  <a:cubicBezTo>
                    <a:pt x="44" y="49"/>
                    <a:pt x="44" y="49"/>
                    <a:pt x="44" y="49"/>
                  </a:cubicBezTo>
                  <a:cubicBezTo>
                    <a:pt x="44" y="50"/>
                    <a:pt x="44" y="50"/>
                    <a:pt x="44" y="50"/>
                  </a:cubicBezTo>
                  <a:cubicBezTo>
                    <a:pt x="44" y="50"/>
                    <a:pt x="44" y="50"/>
                    <a:pt x="44" y="50"/>
                  </a:cubicBezTo>
                  <a:cubicBezTo>
                    <a:pt x="44" y="50"/>
                    <a:pt x="44" y="50"/>
                    <a:pt x="44" y="50"/>
                  </a:cubicBezTo>
                  <a:cubicBezTo>
                    <a:pt x="44" y="51"/>
                    <a:pt x="44" y="51"/>
                    <a:pt x="44" y="51"/>
                  </a:cubicBezTo>
                  <a:cubicBezTo>
                    <a:pt x="44" y="51"/>
                    <a:pt x="44" y="51"/>
                    <a:pt x="44" y="51"/>
                  </a:cubicBezTo>
                  <a:cubicBezTo>
                    <a:pt x="44" y="51"/>
                    <a:pt x="44" y="51"/>
                    <a:pt x="44" y="51"/>
                  </a:cubicBezTo>
                  <a:cubicBezTo>
                    <a:pt x="44" y="52"/>
                    <a:pt x="44" y="52"/>
                    <a:pt x="44" y="52"/>
                  </a:cubicBezTo>
                  <a:cubicBezTo>
                    <a:pt x="44" y="52"/>
                    <a:pt x="44" y="52"/>
                    <a:pt x="44" y="52"/>
                  </a:cubicBezTo>
                  <a:cubicBezTo>
                    <a:pt x="44" y="52"/>
                    <a:pt x="44" y="52"/>
                    <a:pt x="44" y="53"/>
                  </a:cubicBezTo>
                  <a:cubicBezTo>
                    <a:pt x="44" y="53"/>
                    <a:pt x="44" y="53"/>
                    <a:pt x="44" y="53"/>
                  </a:cubicBezTo>
                  <a:cubicBezTo>
                    <a:pt x="43" y="53"/>
                    <a:pt x="43" y="54"/>
                    <a:pt x="42" y="55"/>
                  </a:cubicBezTo>
                  <a:cubicBezTo>
                    <a:pt x="42" y="55"/>
                    <a:pt x="41" y="55"/>
                    <a:pt x="41" y="56"/>
                  </a:cubicBezTo>
                  <a:cubicBezTo>
                    <a:pt x="41" y="56"/>
                    <a:pt x="41" y="56"/>
                    <a:pt x="41" y="56"/>
                  </a:cubicBezTo>
                  <a:cubicBezTo>
                    <a:pt x="41" y="56"/>
                    <a:pt x="30" y="56"/>
                    <a:pt x="29" y="57"/>
                  </a:cubicBezTo>
                  <a:cubicBezTo>
                    <a:pt x="29" y="57"/>
                    <a:pt x="25" y="59"/>
                    <a:pt x="13" y="78"/>
                  </a:cubicBezTo>
                  <a:cubicBezTo>
                    <a:pt x="13" y="78"/>
                    <a:pt x="0" y="96"/>
                    <a:pt x="0" y="99"/>
                  </a:cubicBezTo>
                  <a:cubicBezTo>
                    <a:pt x="0" y="99"/>
                    <a:pt x="6" y="116"/>
                    <a:pt x="23" y="132"/>
                  </a:cubicBezTo>
                  <a:cubicBezTo>
                    <a:pt x="23" y="132"/>
                    <a:pt x="24" y="132"/>
                    <a:pt x="26" y="131"/>
                  </a:cubicBezTo>
                  <a:cubicBezTo>
                    <a:pt x="26" y="131"/>
                    <a:pt x="26" y="131"/>
                    <a:pt x="26" y="131"/>
                  </a:cubicBezTo>
                  <a:cubicBezTo>
                    <a:pt x="26" y="131"/>
                    <a:pt x="26" y="131"/>
                    <a:pt x="26" y="131"/>
                  </a:cubicBezTo>
                  <a:cubicBezTo>
                    <a:pt x="26" y="131"/>
                    <a:pt x="26" y="131"/>
                    <a:pt x="26" y="131"/>
                  </a:cubicBezTo>
                  <a:cubicBezTo>
                    <a:pt x="27" y="132"/>
                    <a:pt x="28" y="132"/>
                    <a:pt x="28" y="132"/>
                  </a:cubicBezTo>
                  <a:cubicBezTo>
                    <a:pt x="28" y="132"/>
                    <a:pt x="28" y="132"/>
                    <a:pt x="28" y="132"/>
                  </a:cubicBezTo>
                  <a:cubicBezTo>
                    <a:pt x="28" y="132"/>
                    <a:pt x="28" y="133"/>
                    <a:pt x="28" y="133"/>
                  </a:cubicBezTo>
                  <a:cubicBezTo>
                    <a:pt x="29" y="133"/>
                    <a:pt x="29" y="133"/>
                    <a:pt x="30" y="133"/>
                  </a:cubicBezTo>
                  <a:cubicBezTo>
                    <a:pt x="30" y="133"/>
                    <a:pt x="30" y="133"/>
                    <a:pt x="30" y="133"/>
                  </a:cubicBezTo>
                  <a:cubicBezTo>
                    <a:pt x="30" y="133"/>
                    <a:pt x="30" y="133"/>
                    <a:pt x="30" y="133"/>
                  </a:cubicBezTo>
                  <a:cubicBezTo>
                    <a:pt x="30" y="133"/>
                    <a:pt x="30" y="133"/>
                    <a:pt x="30" y="133"/>
                  </a:cubicBezTo>
                  <a:cubicBezTo>
                    <a:pt x="30" y="133"/>
                    <a:pt x="30" y="133"/>
                    <a:pt x="30" y="133"/>
                  </a:cubicBezTo>
                  <a:cubicBezTo>
                    <a:pt x="30" y="133"/>
                    <a:pt x="30" y="133"/>
                    <a:pt x="30" y="133"/>
                  </a:cubicBezTo>
                  <a:cubicBezTo>
                    <a:pt x="30" y="133"/>
                    <a:pt x="30" y="133"/>
                    <a:pt x="30" y="133"/>
                  </a:cubicBezTo>
                  <a:cubicBezTo>
                    <a:pt x="30" y="133"/>
                    <a:pt x="30" y="133"/>
                    <a:pt x="30" y="133"/>
                  </a:cubicBezTo>
                  <a:cubicBezTo>
                    <a:pt x="30" y="133"/>
                    <a:pt x="30" y="133"/>
                    <a:pt x="30" y="133"/>
                  </a:cubicBezTo>
                  <a:cubicBezTo>
                    <a:pt x="30" y="133"/>
                    <a:pt x="30" y="133"/>
                    <a:pt x="30" y="133"/>
                  </a:cubicBezTo>
                  <a:cubicBezTo>
                    <a:pt x="30" y="133"/>
                    <a:pt x="30" y="133"/>
                    <a:pt x="31" y="133"/>
                  </a:cubicBezTo>
                  <a:cubicBezTo>
                    <a:pt x="31" y="133"/>
                    <a:pt x="31" y="133"/>
                    <a:pt x="31" y="133"/>
                  </a:cubicBezTo>
                  <a:cubicBezTo>
                    <a:pt x="31" y="133"/>
                    <a:pt x="31" y="133"/>
                    <a:pt x="31" y="133"/>
                  </a:cubicBezTo>
                  <a:cubicBezTo>
                    <a:pt x="31" y="133"/>
                    <a:pt x="31" y="133"/>
                    <a:pt x="31" y="133"/>
                  </a:cubicBezTo>
                  <a:cubicBezTo>
                    <a:pt x="31" y="133"/>
                    <a:pt x="31" y="133"/>
                    <a:pt x="31" y="133"/>
                  </a:cubicBezTo>
                  <a:cubicBezTo>
                    <a:pt x="31" y="133"/>
                    <a:pt x="31" y="133"/>
                    <a:pt x="31" y="133"/>
                  </a:cubicBezTo>
                  <a:cubicBezTo>
                    <a:pt x="32" y="133"/>
                    <a:pt x="32" y="133"/>
                    <a:pt x="32" y="133"/>
                  </a:cubicBezTo>
                  <a:cubicBezTo>
                    <a:pt x="32" y="133"/>
                    <a:pt x="32" y="133"/>
                    <a:pt x="32" y="133"/>
                  </a:cubicBezTo>
                  <a:cubicBezTo>
                    <a:pt x="32" y="133"/>
                    <a:pt x="32" y="133"/>
                    <a:pt x="32" y="133"/>
                  </a:cubicBezTo>
                  <a:cubicBezTo>
                    <a:pt x="32" y="133"/>
                    <a:pt x="32" y="133"/>
                    <a:pt x="32" y="132"/>
                  </a:cubicBezTo>
                  <a:cubicBezTo>
                    <a:pt x="32" y="132"/>
                    <a:pt x="33" y="132"/>
                    <a:pt x="33" y="132"/>
                  </a:cubicBezTo>
                  <a:cubicBezTo>
                    <a:pt x="33" y="132"/>
                    <a:pt x="33" y="132"/>
                    <a:pt x="33" y="132"/>
                  </a:cubicBezTo>
                  <a:cubicBezTo>
                    <a:pt x="33" y="132"/>
                    <a:pt x="33" y="132"/>
                    <a:pt x="33" y="132"/>
                  </a:cubicBezTo>
                  <a:cubicBezTo>
                    <a:pt x="33" y="132"/>
                    <a:pt x="33" y="132"/>
                    <a:pt x="33" y="132"/>
                  </a:cubicBezTo>
                  <a:cubicBezTo>
                    <a:pt x="33" y="132"/>
                    <a:pt x="33" y="132"/>
                    <a:pt x="33" y="132"/>
                  </a:cubicBezTo>
                  <a:cubicBezTo>
                    <a:pt x="33" y="132"/>
                    <a:pt x="33" y="132"/>
                    <a:pt x="33" y="132"/>
                  </a:cubicBezTo>
                  <a:cubicBezTo>
                    <a:pt x="33" y="132"/>
                    <a:pt x="33" y="132"/>
                    <a:pt x="33" y="132"/>
                  </a:cubicBezTo>
                  <a:cubicBezTo>
                    <a:pt x="33" y="131"/>
                    <a:pt x="33" y="131"/>
                    <a:pt x="34" y="131"/>
                  </a:cubicBezTo>
                  <a:cubicBezTo>
                    <a:pt x="34" y="131"/>
                    <a:pt x="34" y="131"/>
                    <a:pt x="34" y="131"/>
                  </a:cubicBezTo>
                  <a:cubicBezTo>
                    <a:pt x="34" y="131"/>
                    <a:pt x="34" y="131"/>
                    <a:pt x="34" y="131"/>
                  </a:cubicBezTo>
                  <a:cubicBezTo>
                    <a:pt x="34" y="131"/>
                    <a:pt x="34" y="131"/>
                    <a:pt x="34" y="131"/>
                  </a:cubicBezTo>
                  <a:cubicBezTo>
                    <a:pt x="34" y="131"/>
                    <a:pt x="34" y="131"/>
                    <a:pt x="34" y="131"/>
                  </a:cubicBezTo>
                  <a:cubicBezTo>
                    <a:pt x="34" y="131"/>
                    <a:pt x="34" y="131"/>
                    <a:pt x="34" y="130"/>
                  </a:cubicBezTo>
                  <a:cubicBezTo>
                    <a:pt x="34" y="130"/>
                    <a:pt x="34" y="130"/>
                    <a:pt x="34" y="130"/>
                  </a:cubicBezTo>
                  <a:cubicBezTo>
                    <a:pt x="34" y="130"/>
                    <a:pt x="34" y="130"/>
                    <a:pt x="34" y="130"/>
                  </a:cubicBezTo>
                  <a:cubicBezTo>
                    <a:pt x="34" y="130"/>
                    <a:pt x="34" y="130"/>
                    <a:pt x="34" y="130"/>
                  </a:cubicBezTo>
                  <a:cubicBezTo>
                    <a:pt x="32" y="140"/>
                    <a:pt x="30" y="152"/>
                    <a:pt x="31" y="163"/>
                  </a:cubicBezTo>
                  <a:cubicBezTo>
                    <a:pt x="32" y="163"/>
                    <a:pt x="33" y="163"/>
                    <a:pt x="35" y="163"/>
                  </a:cubicBezTo>
                  <a:cubicBezTo>
                    <a:pt x="35" y="163"/>
                    <a:pt x="35" y="164"/>
                    <a:pt x="35" y="164"/>
                  </a:cubicBezTo>
                  <a:cubicBezTo>
                    <a:pt x="35" y="164"/>
                    <a:pt x="35" y="164"/>
                    <a:pt x="35" y="164"/>
                  </a:cubicBezTo>
                  <a:cubicBezTo>
                    <a:pt x="35" y="165"/>
                    <a:pt x="35" y="165"/>
                    <a:pt x="35" y="166"/>
                  </a:cubicBezTo>
                  <a:cubicBezTo>
                    <a:pt x="35" y="166"/>
                    <a:pt x="35" y="167"/>
                    <a:pt x="35" y="167"/>
                  </a:cubicBezTo>
                  <a:cubicBezTo>
                    <a:pt x="35" y="167"/>
                    <a:pt x="36" y="168"/>
                    <a:pt x="36" y="168"/>
                  </a:cubicBezTo>
                  <a:cubicBezTo>
                    <a:pt x="36" y="168"/>
                    <a:pt x="36" y="169"/>
                    <a:pt x="36" y="169"/>
                  </a:cubicBezTo>
                  <a:cubicBezTo>
                    <a:pt x="36" y="169"/>
                    <a:pt x="36" y="169"/>
                    <a:pt x="36" y="169"/>
                  </a:cubicBezTo>
                  <a:cubicBezTo>
                    <a:pt x="36" y="169"/>
                    <a:pt x="36" y="169"/>
                    <a:pt x="36" y="169"/>
                  </a:cubicBezTo>
                  <a:cubicBezTo>
                    <a:pt x="36" y="170"/>
                    <a:pt x="36" y="170"/>
                    <a:pt x="36" y="170"/>
                  </a:cubicBezTo>
                  <a:cubicBezTo>
                    <a:pt x="36" y="170"/>
                    <a:pt x="36" y="171"/>
                    <a:pt x="36" y="171"/>
                  </a:cubicBezTo>
                  <a:cubicBezTo>
                    <a:pt x="36" y="171"/>
                    <a:pt x="36" y="171"/>
                    <a:pt x="36" y="171"/>
                  </a:cubicBezTo>
                  <a:cubicBezTo>
                    <a:pt x="36" y="171"/>
                    <a:pt x="36" y="171"/>
                    <a:pt x="36" y="172"/>
                  </a:cubicBezTo>
                  <a:cubicBezTo>
                    <a:pt x="37" y="172"/>
                    <a:pt x="37" y="172"/>
                    <a:pt x="37" y="172"/>
                  </a:cubicBezTo>
                  <a:cubicBezTo>
                    <a:pt x="37" y="173"/>
                    <a:pt x="37" y="173"/>
                    <a:pt x="37" y="173"/>
                  </a:cubicBezTo>
                  <a:cubicBezTo>
                    <a:pt x="37" y="174"/>
                    <a:pt x="37" y="174"/>
                    <a:pt x="37" y="174"/>
                  </a:cubicBezTo>
                  <a:cubicBezTo>
                    <a:pt x="37" y="174"/>
                    <a:pt x="37" y="174"/>
                    <a:pt x="37" y="175"/>
                  </a:cubicBezTo>
                  <a:cubicBezTo>
                    <a:pt x="37" y="175"/>
                    <a:pt x="37" y="175"/>
                    <a:pt x="37" y="175"/>
                  </a:cubicBezTo>
                  <a:cubicBezTo>
                    <a:pt x="37" y="175"/>
                    <a:pt x="37" y="175"/>
                    <a:pt x="38" y="176"/>
                  </a:cubicBezTo>
                  <a:cubicBezTo>
                    <a:pt x="38" y="176"/>
                    <a:pt x="38" y="176"/>
                    <a:pt x="38" y="176"/>
                  </a:cubicBezTo>
                  <a:cubicBezTo>
                    <a:pt x="38" y="176"/>
                    <a:pt x="38" y="177"/>
                    <a:pt x="38" y="177"/>
                  </a:cubicBezTo>
                  <a:cubicBezTo>
                    <a:pt x="38" y="177"/>
                    <a:pt x="38" y="178"/>
                    <a:pt x="38" y="178"/>
                  </a:cubicBezTo>
                  <a:cubicBezTo>
                    <a:pt x="38" y="178"/>
                    <a:pt x="38" y="178"/>
                    <a:pt x="38" y="179"/>
                  </a:cubicBezTo>
                  <a:cubicBezTo>
                    <a:pt x="38" y="179"/>
                    <a:pt x="38" y="179"/>
                    <a:pt x="38" y="179"/>
                  </a:cubicBezTo>
                  <a:cubicBezTo>
                    <a:pt x="38" y="179"/>
                    <a:pt x="39" y="179"/>
                    <a:pt x="39" y="180"/>
                  </a:cubicBezTo>
                  <a:cubicBezTo>
                    <a:pt x="39" y="180"/>
                    <a:pt x="39" y="180"/>
                    <a:pt x="39" y="180"/>
                  </a:cubicBezTo>
                  <a:cubicBezTo>
                    <a:pt x="39" y="180"/>
                    <a:pt x="39" y="180"/>
                    <a:pt x="39" y="181"/>
                  </a:cubicBezTo>
                  <a:cubicBezTo>
                    <a:pt x="39" y="181"/>
                    <a:pt x="39" y="182"/>
                    <a:pt x="39" y="183"/>
                  </a:cubicBezTo>
                  <a:cubicBezTo>
                    <a:pt x="39" y="183"/>
                    <a:pt x="39" y="183"/>
                    <a:pt x="39" y="183"/>
                  </a:cubicBezTo>
                  <a:cubicBezTo>
                    <a:pt x="40" y="183"/>
                    <a:pt x="40" y="183"/>
                    <a:pt x="40" y="183"/>
                  </a:cubicBezTo>
                  <a:cubicBezTo>
                    <a:pt x="40" y="183"/>
                    <a:pt x="40" y="183"/>
                    <a:pt x="40" y="183"/>
                  </a:cubicBezTo>
                  <a:cubicBezTo>
                    <a:pt x="40" y="183"/>
                    <a:pt x="40" y="184"/>
                    <a:pt x="40" y="184"/>
                  </a:cubicBezTo>
                  <a:cubicBezTo>
                    <a:pt x="40" y="184"/>
                    <a:pt x="40" y="184"/>
                    <a:pt x="40" y="184"/>
                  </a:cubicBezTo>
                  <a:cubicBezTo>
                    <a:pt x="40" y="184"/>
                    <a:pt x="40" y="184"/>
                    <a:pt x="40" y="184"/>
                  </a:cubicBezTo>
                  <a:cubicBezTo>
                    <a:pt x="40" y="187"/>
                    <a:pt x="41" y="194"/>
                    <a:pt x="40" y="205"/>
                  </a:cubicBezTo>
                  <a:cubicBezTo>
                    <a:pt x="39" y="216"/>
                    <a:pt x="42" y="237"/>
                    <a:pt x="44" y="244"/>
                  </a:cubicBezTo>
                  <a:cubicBezTo>
                    <a:pt x="44" y="245"/>
                    <a:pt x="44" y="245"/>
                    <a:pt x="44" y="245"/>
                  </a:cubicBezTo>
                  <a:cubicBezTo>
                    <a:pt x="44" y="245"/>
                    <a:pt x="44" y="245"/>
                    <a:pt x="44" y="245"/>
                  </a:cubicBezTo>
                  <a:cubicBezTo>
                    <a:pt x="44" y="245"/>
                    <a:pt x="44" y="245"/>
                    <a:pt x="44" y="245"/>
                  </a:cubicBezTo>
                  <a:cubicBezTo>
                    <a:pt x="44" y="245"/>
                    <a:pt x="44" y="245"/>
                    <a:pt x="44" y="245"/>
                  </a:cubicBezTo>
                  <a:cubicBezTo>
                    <a:pt x="44" y="245"/>
                    <a:pt x="44" y="245"/>
                    <a:pt x="44" y="245"/>
                  </a:cubicBezTo>
                  <a:cubicBezTo>
                    <a:pt x="44" y="245"/>
                    <a:pt x="44" y="245"/>
                    <a:pt x="44" y="245"/>
                  </a:cubicBezTo>
                  <a:cubicBezTo>
                    <a:pt x="44" y="245"/>
                    <a:pt x="44" y="245"/>
                    <a:pt x="44" y="245"/>
                  </a:cubicBezTo>
                  <a:cubicBezTo>
                    <a:pt x="44" y="246"/>
                    <a:pt x="44" y="246"/>
                    <a:pt x="44" y="246"/>
                  </a:cubicBezTo>
                  <a:cubicBezTo>
                    <a:pt x="44" y="246"/>
                    <a:pt x="44" y="246"/>
                    <a:pt x="44" y="246"/>
                  </a:cubicBezTo>
                  <a:cubicBezTo>
                    <a:pt x="44" y="246"/>
                    <a:pt x="44" y="246"/>
                    <a:pt x="44" y="246"/>
                  </a:cubicBezTo>
                  <a:cubicBezTo>
                    <a:pt x="44" y="246"/>
                    <a:pt x="44" y="246"/>
                    <a:pt x="44" y="246"/>
                  </a:cubicBezTo>
                  <a:cubicBezTo>
                    <a:pt x="44" y="246"/>
                    <a:pt x="44" y="246"/>
                    <a:pt x="44" y="246"/>
                  </a:cubicBezTo>
                  <a:cubicBezTo>
                    <a:pt x="44" y="246"/>
                    <a:pt x="44" y="246"/>
                    <a:pt x="44" y="246"/>
                  </a:cubicBezTo>
                  <a:cubicBezTo>
                    <a:pt x="44" y="246"/>
                    <a:pt x="44" y="246"/>
                    <a:pt x="44" y="246"/>
                  </a:cubicBezTo>
                  <a:cubicBezTo>
                    <a:pt x="44" y="246"/>
                    <a:pt x="44" y="246"/>
                    <a:pt x="44" y="246"/>
                  </a:cubicBezTo>
                  <a:cubicBezTo>
                    <a:pt x="44" y="247"/>
                    <a:pt x="44" y="247"/>
                    <a:pt x="44" y="247"/>
                  </a:cubicBezTo>
                  <a:cubicBezTo>
                    <a:pt x="45" y="251"/>
                    <a:pt x="50" y="269"/>
                    <a:pt x="49" y="279"/>
                  </a:cubicBezTo>
                  <a:cubicBezTo>
                    <a:pt x="48" y="286"/>
                    <a:pt x="46" y="290"/>
                    <a:pt x="44" y="292"/>
                  </a:cubicBezTo>
                  <a:cubicBezTo>
                    <a:pt x="44" y="292"/>
                    <a:pt x="44" y="292"/>
                    <a:pt x="44" y="292"/>
                  </a:cubicBezTo>
                  <a:cubicBezTo>
                    <a:pt x="39" y="298"/>
                    <a:pt x="41" y="301"/>
                    <a:pt x="42" y="305"/>
                  </a:cubicBezTo>
                  <a:cubicBezTo>
                    <a:pt x="43" y="307"/>
                    <a:pt x="44" y="307"/>
                    <a:pt x="45" y="307"/>
                  </a:cubicBezTo>
                  <a:cubicBezTo>
                    <a:pt x="45" y="307"/>
                    <a:pt x="45" y="307"/>
                    <a:pt x="45" y="307"/>
                  </a:cubicBezTo>
                  <a:cubicBezTo>
                    <a:pt x="45" y="307"/>
                    <a:pt x="45" y="307"/>
                    <a:pt x="45" y="307"/>
                  </a:cubicBezTo>
                  <a:cubicBezTo>
                    <a:pt x="48" y="306"/>
                    <a:pt x="50" y="303"/>
                    <a:pt x="51" y="301"/>
                  </a:cubicBezTo>
                  <a:cubicBezTo>
                    <a:pt x="51" y="301"/>
                    <a:pt x="51" y="301"/>
                    <a:pt x="51" y="300"/>
                  </a:cubicBezTo>
                  <a:cubicBezTo>
                    <a:pt x="51" y="302"/>
                    <a:pt x="51" y="303"/>
                    <a:pt x="51" y="304"/>
                  </a:cubicBezTo>
                  <a:cubicBezTo>
                    <a:pt x="51" y="304"/>
                    <a:pt x="48" y="310"/>
                    <a:pt x="52" y="315"/>
                  </a:cubicBezTo>
                  <a:cubicBezTo>
                    <a:pt x="52" y="315"/>
                    <a:pt x="52" y="315"/>
                    <a:pt x="52" y="315"/>
                  </a:cubicBezTo>
                  <a:cubicBezTo>
                    <a:pt x="52" y="315"/>
                    <a:pt x="52" y="315"/>
                    <a:pt x="52" y="315"/>
                  </a:cubicBezTo>
                  <a:cubicBezTo>
                    <a:pt x="52" y="315"/>
                    <a:pt x="52" y="315"/>
                    <a:pt x="53" y="316"/>
                  </a:cubicBezTo>
                  <a:cubicBezTo>
                    <a:pt x="53" y="316"/>
                    <a:pt x="53" y="316"/>
                    <a:pt x="53" y="316"/>
                  </a:cubicBezTo>
                  <a:cubicBezTo>
                    <a:pt x="53" y="316"/>
                    <a:pt x="53" y="316"/>
                    <a:pt x="53" y="316"/>
                  </a:cubicBezTo>
                  <a:cubicBezTo>
                    <a:pt x="53" y="316"/>
                    <a:pt x="55" y="318"/>
                    <a:pt x="59" y="315"/>
                  </a:cubicBezTo>
                  <a:cubicBezTo>
                    <a:pt x="62" y="311"/>
                    <a:pt x="65" y="310"/>
                    <a:pt x="62" y="298"/>
                  </a:cubicBezTo>
                  <a:cubicBezTo>
                    <a:pt x="62" y="298"/>
                    <a:pt x="62" y="298"/>
                    <a:pt x="62" y="298"/>
                  </a:cubicBezTo>
                  <a:cubicBezTo>
                    <a:pt x="62" y="298"/>
                    <a:pt x="62" y="298"/>
                    <a:pt x="62" y="298"/>
                  </a:cubicBezTo>
                  <a:cubicBezTo>
                    <a:pt x="62" y="299"/>
                    <a:pt x="62" y="299"/>
                    <a:pt x="62" y="299"/>
                  </a:cubicBezTo>
                  <a:cubicBezTo>
                    <a:pt x="62" y="296"/>
                    <a:pt x="61" y="293"/>
                    <a:pt x="61" y="291"/>
                  </a:cubicBezTo>
                  <a:cubicBezTo>
                    <a:pt x="61" y="286"/>
                    <a:pt x="61" y="273"/>
                    <a:pt x="64" y="265"/>
                  </a:cubicBezTo>
                  <a:cubicBezTo>
                    <a:pt x="64" y="264"/>
                    <a:pt x="64" y="262"/>
                    <a:pt x="65" y="261"/>
                  </a:cubicBezTo>
                  <a:cubicBezTo>
                    <a:pt x="65" y="261"/>
                    <a:pt x="65" y="261"/>
                    <a:pt x="65" y="261"/>
                  </a:cubicBezTo>
                  <a:cubicBezTo>
                    <a:pt x="65" y="261"/>
                    <a:pt x="65" y="261"/>
                    <a:pt x="65" y="261"/>
                  </a:cubicBezTo>
                  <a:cubicBezTo>
                    <a:pt x="68" y="250"/>
                    <a:pt x="73" y="227"/>
                    <a:pt x="74" y="223"/>
                  </a:cubicBezTo>
                  <a:cubicBezTo>
                    <a:pt x="74" y="218"/>
                    <a:pt x="73" y="204"/>
                    <a:pt x="74" y="194"/>
                  </a:cubicBezTo>
                  <a:cubicBezTo>
                    <a:pt x="74" y="192"/>
                    <a:pt x="74" y="188"/>
                    <a:pt x="75" y="184"/>
                  </a:cubicBezTo>
                  <a:cubicBezTo>
                    <a:pt x="75" y="184"/>
                    <a:pt x="75" y="184"/>
                    <a:pt x="75" y="183"/>
                  </a:cubicBezTo>
                  <a:cubicBezTo>
                    <a:pt x="75" y="183"/>
                    <a:pt x="75" y="183"/>
                    <a:pt x="75" y="183"/>
                  </a:cubicBezTo>
                  <a:cubicBezTo>
                    <a:pt x="75" y="182"/>
                    <a:pt x="75" y="182"/>
                    <a:pt x="76" y="182"/>
                  </a:cubicBezTo>
                  <a:cubicBezTo>
                    <a:pt x="76" y="181"/>
                    <a:pt x="76" y="181"/>
                    <a:pt x="76" y="181"/>
                  </a:cubicBezTo>
                  <a:cubicBezTo>
                    <a:pt x="76" y="181"/>
                    <a:pt x="76" y="181"/>
                    <a:pt x="76" y="180"/>
                  </a:cubicBezTo>
                  <a:cubicBezTo>
                    <a:pt x="76" y="180"/>
                    <a:pt x="76" y="180"/>
                    <a:pt x="76" y="180"/>
                  </a:cubicBezTo>
                  <a:cubicBezTo>
                    <a:pt x="76" y="179"/>
                    <a:pt x="76" y="179"/>
                    <a:pt x="76" y="179"/>
                  </a:cubicBezTo>
                  <a:cubicBezTo>
                    <a:pt x="77" y="174"/>
                    <a:pt x="79" y="168"/>
                    <a:pt x="80" y="163"/>
                  </a:cubicBezTo>
                  <a:cubicBezTo>
                    <a:pt x="80" y="163"/>
                    <a:pt x="81" y="163"/>
                    <a:pt x="81" y="163"/>
                  </a:cubicBezTo>
                  <a:cubicBezTo>
                    <a:pt x="82" y="160"/>
                    <a:pt x="83" y="157"/>
                    <a:pt x="83" y="156"/>
                  </a:cubicBezTo>
                  <a:cubicBezTo>
                    <a:pt x="84" y="148"/>
                    <a:pt x="82" y="140"/>
                    <a:pt x="80" y="134"/>
                  </a:cubicBezTo>
                  <a:cubicBezTo>
                    <a:pt x="80" y="133"/>
                    <a:pt x="80" y="132"/>
                    <a:pt x="79" y="131"/>
                  </a:cubicBezTo>
                  <a:cubicBezTo>
                    <a:pt x="79" y="130"/>
                    <a:pt x="79" y="130"/>
                    <a:pt x="79" y="129"/>
                  </a:cubicBezTo>
                  <a:cubicBezTo>
                    <a:pt x="78" y="129"/>
                    <a:pt x="78" y="129"/>
                    <a:pt x="78" y="128"/>
                  </a:cubicBezTo>
                  <a:cubicBezTo>
                    <a:pt x="78" y="128"/>
                    <a:pt x="78" y="128"/>
                    <a:pt x="78" y="127"/>
                  </a:cubicBezTo>
                  <a:cubicBezTo>
                    <a:pt x="78" y="127"/>
                    <a:pt x="78" y="127"/>
                    <a:pt x="78" y="127"/>
                  </a:cubicBezTo>
                  <a:cubicBezTo>
                    <a:pt x="78" y="127"/>
                    <a:pt x="72" y="115"/>
                    <a:pt x="72" y="109"/>
                  </a:cubicBezTo>
                  <a:cubicBezTo>
                    <a:pt x="71" y="104"/>
                    <a:pt x="72" y="97"/>
                    <a:pt x="73" y="93"/>
                  </a:cubicBezTo>
                  <a:cubicBezTo>
                    <a:pt x="73" y="93"/>
                    <a:pt x="73" y="93"/>
                    <a:pt x="73" y="93"/>
                  </a:cubicBezTo>
                  <a:cubicBezTo>
                    <a:pt x="73" y="92"/>
                    <a:pt x="73" y="92"/>
                    <a:pt x="73" y="92"/>
                  </a:cubicBezTo>
                  <a:cubicBezTo>
                    <a:pt x="73" y="92"/>
                    <a:pt x="73" y="92"/>
                    <a:pt x="73" y="92"/>
                  </a:cubicBezTo>
                  <a:cubicBezTo>
                    <a:pt x="73" y="94"/>
                    <a:pt x="76" y="110"/>
                    <a:pt x="77" y="115"/>
                  </a:cubicBezTo>
                  <a:cubicBezTo>
                    <a:pt x="77" y="115"/>
                    <a:pt x="77" y="115"/>
                    <a:pt x="77" y="116"/>
                  </a:cubicBezTo>
                  <a:cubicBezTo>
                    <a:pt x="77" y="116"/>
                    <a:pt x="77" y="116"/>
                    <a:pt x="77" y="116"/>
                  </a:cubicBezTo>
                  <a:cubicBezTo>
                    <a:pt x="77" y="116"/>
                    <a:pt x="77" y="116"/>
                    <a:pt x="77" y="116"/>
                  </a:cubicBezTo>
                  <a:cubicBezTo>
                    <a:pt x="77" y="116"/>
                    <a:pt x="77" y="116"/>
                    <a:pt x="77" y="116"/>
                  </a:cubicBezTo>
                  <a:cubicBezTo>
                    <a:pt x="78" y="121"/>
                    <a:pt x="78" y="123"/>
                    <a:pt x="85" y="141"/>
                  </a:cubicBezTo>
                  <a:cubicBezTo>
                    <a:pt x="85" y="141"/>
                    <a:pt x="85" y="141"/>
                    <a:pt x="85" y="141"/>
                  </a:cubicBezTo>
                  <a:cubicBezTo>
                    <a:pt x="85" y="141"/>
                    <a:pt x="85" y="142"/>
                    <a:pt x="85" y="142"/>
                  </a:cubicBezTo>
                  <a:cubicBezTo>
                    <a:pt x="85" y="142"/>
                    <a:pt x="85" y="142"/>
                    <a:pt x="85" y="142"/>
                  </a:cubicBezTo>
                  <a:cubicBezTo>
                    <a:pt x="85" y="142"/>
                    <a:pt x="85" y="142"/>
                    <a:pt x="85" y="142"/>
                  </a:cubicBezTo>
                  <a:cubicBezTo>
                    <a:pt x="85" y="142"/>
                    <a:pt x="85" y="142"/>
                    <a:pt x="85" y="142"/>
                  </a:cubicBezTo>
                  <a:cubicBezTo>
                    <a:pt x="86" y="142"/>
                    <a:pt x="86" y="141"/>
                    <a:pt x="87" y="141"/>
                  </a:cubicBezTo>
                  <a:cubicBezTo>
                    <a:pt x="87" y="141"/>
                    <a:pt x="87" y="141"/>
                    <a:pt x="87" y="141"/>
                  </a:cubicBezTo>
                  <a:cubicBezTo>
                    <a:pt x="87" y="141"/>
                    <a:pt x="87" y="141"/>
                    <a:pt x="87" y="141"/>
                  </a:cubicBezTo>
                  <a:cubicBezTo>
                    <a:pt x="88" y="145"/>
                    <a:pt x="90" y="149"/>
                    <a:pt x="93" y="150"/>
                  </a:cubicBezTo>
                  <a:cubicBezTo>
                    <a:pt x="96" y="152"/>
                    <a:pt x="96" y="153"/>
                    <a:pt x="96" y="153"/>
                  </a:cubicBezTo>
                  <a:cubicBezTo>
                    <a:pt x="96" y="153"/>
                    <a:pt x="96" y="153"/>
                    <a:pt x="96" y="153"/>
                  </a:cubicBezTo>
                  <a:cubicBezTo>
                    <a:pt x="96" y="153"/>
                    <a:pt x="96" y="153"/>
                    <a:pt x="96" y="153"/>
                  </a:cubicBezTo>
                  <a:cubicBezTo>
                    <a:pt x="94" y="154"/>
                    <a:pt x="93" y="155"/>
                    <a:pt x="93" y="155"/>
                  </a:cubicBezTo>
                  <a:cubicBezTo>
                    <a:pt x="96" y="155"/>
                    <a:pt x="96" y="155"/>
                    <a:pt x="96" y="155"/>
                  </a:cubicBezTo>
                  <a:cubicBezTo>
                    <a:pt x="96" y="155"/>
                    <a:pt x="96" y="155"/>
                    <a:pt x="96" y="155"/>
                  </a:cubicBezTo>
                  <a:cubicBezTo>
                    <a:pt x="96" y="155"/>
                    <a:pt x="96" y="155"/>
                    <a:pt x="96" y="155"/>
                  </a:cubicBezTo>
                  <a:cubicBezTo>
                    <a:pt x="93" y="157"/>
                    <a:pt x="93" y="158"/>
                    <a:pt x="93" y="158"/>
                  </a:cubicBezTo>
                  <a:cubicBezTo>
                    <a:pt x="94" y="158"/>
                    <a:pt x="94" y="158"/>
                    <a:pt x="94" y="158"/>
                  </a:cubicBezTo>
                  <a:cubicBezTo>
                    <a:pt x="95" y="158"/>
                    <a:pt x="95" y="158"/>
                    <a:pt x="95" y="158"/>
                  </a:cubicBezTo>
                  <a:cubicBezTo>
                    <a:pt x="95" y="158"/>
                    <a:pt x="95" y="158"/>
                    <a:pt x="95" y="158"/>
                  </a:cubicBezTo>
                  <a:cubicBezTo>
                    <a:pt x="98" y="158"/>
                    <a:pt x="98" y="158"/>
                    <a:pt x="98" y="158"/>
                  </a:cubicBezTo>
                  <a:cubicBezTo>
                    <a:pt x="98" y="158"/>
                    <a:pt x="98" y="158"/>
                    <a:pt x="98" y="158"/>
                  </a:cubicBezTo>
                  <a:cubicBezTo>
                    <a:pt x="98" y="158"/>
                    <a:pt x="98" y="158"/>
                    <a:pt x="98" y="158"/>
                  </a:cubicBezTo>
                  <a:cubicBezTo>
                    <a:pt x="98" y="158"/>
                    <a:pt x="97" y="158"/>
                    <a:pt x="97" y="158"/>
                  </a:cubicBezTo>
                  <a:cubicBezTo>
                    <a:pt x="97" y="158"/>
                    <a:pt x="97" y="158"/>
                    <a:pt x="97" y="158"/>
                  </a:cubicBezTo>
                  <a:cubicBezTo>
                    <a:pt x="97" y="158"/>
                    <a:pt x="97" y="158"/>
                    <a:pt x="97" y="158"/>
                  </a:cubicBezTo>
                  <a:cubicBezTo>
                    <a:pt x="97" y="158"/>
                    <a:pt x="97" y="158"/>
                    <a:pt x="97" y="158"/>
                  </a:cubicBezTo>
                  <a:cubicBezTo>
                    <a:pt x="97" y="158"/>
                    <a:pt x="97" y="158"/>
                    <a:pt x="97" y="158"/>
                  </a:cubicBezTo>
                  <a:cubicBezTo>
                    <a:pt x="97" y="158"/>
                    <a:pt x="97" y="158"/>
                    <a:pt x="97" y="158"/>
                  </a:cubicBezTo>
                  <a:cubicBezTo>
                    <a:pt x="97" y="158"/>
                    <a:pt x="97" y="158"/>
                    <a:pt x="97" y="158"/>
                  </a:cubicBezTo>
                  <a:cubicBezTo>
                    <a:pt x="97" y="158"/>
                    <a:pt x="97" y="158"/>
                    <a:pt x="97" y="159"/>
                  </a:cubicBezTo>
                  <a:cubicBezTo>
                    <a:pt x="97" y="159"/>
                    <a:pt x="97" y="159"/>
                    <a:pt x="97" y="159"/>
                  </a:cubicBezTo>
                  <a:cubicBezTo>
                    <a:pt x="97" y="159"/>
                    <a:pt x="97" y="159"/>
                    <a:pt x="97" y="159"/>
                  </a:cubicBezTo>
                  <a:cubicBezTo>
                    <a:pt x="97" y="159"/>
                    <a:pt x="97" y="159"/>
                    <a:pt x="97" y="159"/>
                  </a:cubicBezTo>
                  <a:cubicBezTo>
                    <a:pt x="97" y="159"/>
                    <a:pt x="97" y="159"/>
                    <a:pt x="97" y="159"/>
                  </a:cubicBezTo>
                  <a:cubicBezTo>
                    <a:pt x="97" y="159"/>
                    <a:pt x="97" y="159"/>
                    <a:pt x="97" y="159"/>
                  </a:cubicBezTo>
                  <a:cubicBezTo>
                    <a:pt x="97" y="159"/>
                    <a:pt x="97" y="159"/>
                    <a:pt x="97" y="159"/>
                  </a:cubicBezTo>
                  <a:cubicBezTo>
                    <a:pt x="97" y="159"/>
                    <a:pt x="97" y="159"/>
                    <a:pt x="97" y="159"/>
                  </a:cubicBezTo>
                  <a:cubicBezTo>
                    <a:pt x="97" y="159"/>
                    <a:pt x="97" y="159"/>
                    <a:pt x="97" y="159"/>
                  </a:cubicBezTo>
                  <a:cubicBezTo>
                    <a:pt x="97" y="159"/>
                    <a:pt x="97" y="159"/>
                    <a:pt x="97" y="159"/>
                  </a:cubicBezTo>
                  <a:cubicBezTo>
                    <a:pt x="97" y="160"/>
                    <a:pt x="97" y="160"/>
                    <a:pt x="97" y="160"/>
                  </a:cubicBezTo>
                  <a:cubicBezTo>
                    <a:pt x="97" y="160"/>
                    <a:pt x="97" y="160"/>
                    <a:pt x="97" y="160"/>
                  </a:cubicBezTo>
                  <a:cubicBezTo>
                    <a:pt x="97" y="160"/>
                    <a:pt x="97" y="160"/>
                    <a:pt x="97" y="160"/>
                  </a:cubicBezTo>
                  <a:cubicBezTo>
                    <a:pt x="99" y="160"/>
                    <a:pt x="103" y="156"/>
                    <a:pt x="104" y="155"/>
                  </a:cubicBezTo>
                  <a:cubicBezTo>
                    <a:pt x="104" y="154"/>
                    <a:pt x="103" y="148"/>
                    <a:pt x="103" y="146"/>
                  </a:cubicBezTo>
                  <a:close/>
                  <a:moveTo>
                    <a:pt x="57" y="245"/>
                  </a:moveTo>
                  <a:cubicBezTo>
                    <a:pt x="57" y="251"/>
                    <a:pt x="56" y="257"/>
                    <a:pt x="56" y="261"/>
                  </a:cubicBezTo>
                  <a:cubicBezTo>
                    <a:pt x="56" y="261"/>
                    <a:pt x="56" y="261"/>
                    <a:pt x="56" y="261"/>
                  </a:cubicBezTo>
                  <a:cubicBezTo>
                    <a:pt x="56" y="261"/>
                    <a:pt x="56" y="260"/>
                    <a:pt x="56" y="260"/>
                  </a:cubicBezTo>
                  <a:cubicBezTo>
                    <a:pt x="56" y="260"/>
                    <a:pt x="56" y="260"/>
                    <a:pt x="56" y="260"/>
                  </a:cubicBezTo>
                  <a:cubicBezTo>
                    <a:pt x="56" y="260"/>
                    <a:pt x="56" y="261"/>
                    <a:pt x="56" y="261"/>
                  </a:cubicBezTo>
                  <a:cubicBezTo>
                    <a:pt x="56" y="261"/>
                    <a:pt x="56" y="261"/>
                    <a:pt x="56" y="261"/>
                  </a:cubicBezTo>
                  <a:cubicBezTo>
                    <a:pt x="56" y="261"/>
                    <a:pt x="56" y="261"/>
                    <a:pt x="56" y="261"/>
                  </a:cubicBezTo>
                  <a:cubicBezTo>
                    <a:pt x="56" y="264"/>
                    <a:pt x="56" y="266"/>
                    <a:pt x="56" y="267"/>
                  </a:cubicBezTo>
                  <a:cubicBezTo>
                    <a:pt x="56" y="267"/>
                    <a:pt x="56" y="267"/>
                    <a:pt x="56" y="267"/>
                  </a:cubicBezTo>
                  <a:cubicBezTo>
                    <a:pt x="56" y="267"/>
                    <a:pt x="56" y="267"/>
                    <a:pt x="56" y="267"/>
                  </a:cubicBezTo>
                  <a:cubicBezTo>
                    <a:pt x="56" y="267"/>
                    <a:pt x="56" y="267"/>
                    <a:pt x="56" y="267"/>
                  </a:cubicBezTo>
                  <a:cubicBezTo>
                    <a:pt x="56" y="267"/>
                    <a:pt x="56" y="267"/>
                    <a:pt x="56" y="267"/>
                  </a:cubicBezTo>
                  <a:cubicBezTo>
                    <a:pt x="56" y="267"/>
                    <a:pt x="56" y="267"/>
                    <a:pt x="56" y="267"/>
                  </a:cubicBezTo>
                  <a:cubicBezTo>
                    <a:pt x="56" y="267"/>
                    <a:pt x="56" y="267"/>
                    <a:pt x="56" y="267"/>
                  </a:cubicBezTo>
                  <a:cubicBezTo>
                    <a:pt x="56" y="267"/>
                    <a:pt x="56" y="267"/>
                    <a:pt x="56" y="267"/>
                  </a:cubicBezTo>
                  <a:cubicBezTo>
                    <a:pt x="56" y="267"/>
                    <a:pt x="56" y="267"/>
                    <a:pt x="56" y="267"/>
                  </a:cubicBezTo>
                  <a:cubicBezTo>
                    <a:pt x="56" y="267"/>
                    <a:pt x="56" y="267"/>
                    <a:pt x="56" y="267"/>
                  </a:cubicBezTo>
                  <a:cubicBezTo>
                    <a:pt x="56" y="267"/>
                    <a:pt x="56" y="267"/>
                    <a:pt x="56" y="267"/>
                  </a:cubicBezTo>
                  <a:cubicBezTo>
                    <a:pt x="56" y="267"/>
                    <a:pt x="56" y="268"/>
                    <a:pt x="56" y="268"/>
                  </a:cubicBezTo>
                  <a:cubicBezTo>
                    <a:pt x="56" y="268"/>
                    <a:pt x="56" y="268"/>
                    <a:pt x="56" y="269"/>
                  </a:cubicBezTo>
                  <a:cubicBezTo>
                    <a:pt x="55" y="270"/>
                    <a:pt x="55" y="273"/>
                    <a:pt x="55" y="276"/>
                  </a:cubicBezTo>
                  <a:cubicBezTo>
                    <a:pt x="55" y="276"/>
                    <a:pt x="55" y="276"/>
                    <a:pt x="55" y="276"/>
                  </a:cubicBezTo>
                  <a:cubicBezTo>
                    <a:pt x="55" y="275"/>
                    <a:pt x="55" y="275"/>
                    <a:pt x="55" y="275"/>
                  </a:cubicBezTo>
                  <a:cubicBezTo>
                    <a:pt x="55" y="274"/>
                    <a:pt x="55" y="274"/>
                    <a:pt x="55" y="274"/>
                  </a:cubicBezTo>
                  <a:cubicBezTo>
                    <a:pt x="55" y="274"/>
                    <a:pt x="55" y="274"/>
                    <a:pt x="55" y="274"/>
                  </a:cubicBezTo>
                  <a:cubicBezTo>
                    <a:pt x="55" y="274"/>
                    <a:pt x="55" y="274"/>
                    <a:pt x="55" y="274"/>
                  </a:cubicBezTo>
                  <a:cubicBezTo>
                    <a:pt x="55" y="273"/>
                    <a:pt x="55" y="273"/>
                    <a:pt x="55" y="273"/>
                  </a:cubicBezTo>
                  <a:cubicBezTo>
                    <a:pt x="55" y="272"/>
                    <a:pt x="55" y="272"/>
                    <a:pt x="55" y="272"/>
                  </a:cubicBezTo>
                  <a:cubicBezTo>
                    <a:pt x="55" y="272"/>
                    <a:pt x="55" y="271"/>
                    <a:pt x="55" y="271"/>
                  </a:cubicBezTo>
                  <a:cubicBezTo>
                    <a:pt x="55" y="271"/>
                    <a:pt x="55" y="271"/>
                    <a:pt x="55" y="271"/>
                  </a:cubicBezTo>
                  <a:cubicBezTo>
                    <a:pt x="55" y="271"/>
                    <a:pt x="55" y="270"/>
                    <a:pt x="55" y="270"/>
                  </a:cubicBezTo>
                  <a:cubicBezTo>
                    <a:pt x="55" y="270"/>
                    <a:pt x="55" y="270"/>
                    <a:pt x="55" y="270"/>
                  </a:cubicBezTo>
                  <a:cubicBezTo>
                    <a:pt x="55" y="270"/>
                    <a:pt x="55" y="269"/>
                    <a:pt x="55" y="268"/>
                  </a:cubicBezTo>
                  <a:cubicBezTo>
                    <a:pt x="55" y="268"/>
                    <a:pt x="55" y="268"/>
                    <a:pt x="55" y="268"/>
                  </a:cubicBezTo>
                  <a:cubicBezTo>
                    <a:pt x="55" y="268"/>
                    <a:pt x="55" y="268"/>
                    <a:pt x="55" y="267"/>
                  </a:cubicBezTo>
                  <a:cubicBezTo>
                    <a:pt x="55" y="265"/>
                    <a:pt x="55" y="263"/>
                    <a:pt x="55" y="261"/>
                  </a:cubicBezTo>
                  <a:cubicBezTo>
                    <a:pt x="55" y="261"/>
                    <a:pt x="55" y="261"/>
                    <a:pt x="55" y="261"/>
                  </a:cubicBezTo>
                  <a:cubicBezTo>
                    <a:pt x="55" y="261"/>
                    <a:pt x="55" y="261"/>
                    <a:pt x="55" y="261"/>
                  </a:cubicBezTo>
                  <a:cubicBezTo>
                    <a:pt x="55" y="259"/>
                    <a:pt x="55" y="257"/>
                    <a:pt x="55" y="255"/>
                  </a:cubicBezTo>
                  <a:cubicBezTo>
                    <a:pt x="55" y="254"/>
                    <a:pt x="55" y="252"/>
                    <a:pt x="55" y="251"/>
                  </a:cubicBezTo>
                  <a:cubicBezTo>
                    <a:pt x="55" y="251"/>
                    <a:pt x="55" y="251"/>
                    <a:pt x="55" y="251"/>
                  </a:cubicBezTo>
                  <a:cubicBezTo>
                    <a:pt x="55" y="251"/>
                    <a:pt x="55" y="250"/>
                    <a:pt x="55" y="250"/>
                  </a:cubicBezTo>
                  <a:cubicBezTo>
                    <a:pt x="55" y="250"/>
                    <a:pt x="55" y="250"/>
                    <a:pt x="55" y="250"/>
                  </a:cubicBezTo>
                  <a:cubicBezTo>
                    <a:pt x="55" y="250"/>
                    <a:pt x="55" y="250"/>
                    <a:pt x="55" y="250"/>
                  </a:cubicBezTo>
                  <a:cubicBezTo>
                    <a:pt x="55" y="249"/>
                    <a:pt x="55" y="248"/>
                    <a:pt x="55" y="248"/>
                  </a:cubicBezTo>
                  <a:cubicBezTo>
                    <a:pt x="55" y="248"/>
                    <a:pt x="55" y="248"/>
                    <a:pt x="55" y="248"/>
                  </a:cubicBezTo>
                  <a:cubicBezTo>
                    <a:pt x="55" y="247"/>
                    <a:pt x="55" y="247"/>
                    <a:pt x="55" y="247"/>
                  </a:cubicBezTo>
                  <a:cubicBezTo>
                    <a:pt x="55" y="246"/>
                    <a:pt x="55" y="245"/>
                    <a:pt x="55" y="245"/>
                  </a:cubicBezTo>
                  <a:cubicBezTo>
                    <a:pt x="55" y="244"/>
                    <a:pt x="55" y="243"/>
                    <a:pt x="55" y="242"/>
                  </a:cubicBezTo>
                  <a:cubicBezTo>
                    <a:pt x="55" y="242"/>
                    <a:pt x="55" y="242"/>
                    <a:pt x="55" y="242"/>
                  </a:cubicBezTo>
                  <a:cubicBezTo>
                    <a:pt x="55" y="242"/>
                    <a:pt x="55" y="242"/>
                    <a:pt x="55" y="241"/>
                  </a:cubicBezTo>
                  <a:cubicBezTo>
                    <a:pt x="55" y="241"/>
                    <a:pt x="55" y="241"/>
                    <a:pt x="55" y="241"/>
                  </a:cubicBezTo>
                  <a:cubicBezTo>
                    <a:pt x="55" y="241"/>
                    <a:pt x="55" y="241"/>
                    <a:pt x="55" y="241"/>
                  </a:cubicBezTo>
                  <a:cubicBezTo>
                    <a:pt x="55" y="240"/>
                    <a:pt x="55" y="240"/>
                    <a:pt x="55" y="239"/>
                  </a:cubicBezTo>
                  <a:cubicBezTo>
                    <a:pt x="55" y="239"/>
                    <a:pt x="55" y="239"/>
                    <a:pt x="55" y="239"/>
                  </a:cubicBezTo>
                  <a:cubicBezTo>
                    <a:pt x="55" y="239"/>
                    <a:pt x="55" y="239"/>
                    <a:pt x="55" y="239"/>
                  </a:cubicBezTo>
                  <a:cubicBezTo>
                    <a:pt x="55" y="238"/>
                    <a:pt x="55" y="238"/>
                    <a:pt x="55" y="238"/>
                  </a:cubicBezTo>
                  <a:cubicBezTo>
                    <a:pt x="55" y="238"/>
                    <a:pt x="55" y="238"/>
                    <a:pt x="55" y="238"/>
                  </a:cubicBezTo>
                  <a:cubicBezTo>
                    <a:pt x="55" y="230"/>
                    <a:pt x="55" y="223"/>
                    <a:pt x="55" y="221"/>
                  </a:cubicBezTo>
                  <a:cubicBezTo>
                    <a:pt x="55" y="216"/>
                    <a:pt x="56" y="193"/>
                    <a:pt x="56" y="183"/>
                  </a:cubicBezTo>
                  <a:cubicBezTo>
                    <a:pt x="56" y="181"/>
                    <a:pt x="56" y="179"/>
                    <a:pt x="56" y="177"/>
                  </a:cubicBezTo>
                  <a:cubicBezTo>
                    <a:pt x="56" y="177"/>
                    <a:pt x="56" y="176"/>
                    <a:pt x="56" y="176"/>
                  </a:cubicBezTo>
                  <a:cubicBezTo>
                    <a:pt x="56" y="176"/>
                    <a:pt x="56" y="176"/>
                    <a:pt x="56" y="175"/>
                  </a:cubicBezTo>
                  <a:cubicBezTo>
                    <a:pt x="57" y="174"/>
                    <a:pt x="57" y="173"/>
                    <a:pt x="57" y="172"/>
                  </a:cubicBezTo>
                  <a:cubicBezTo>
                    <a:pt x="57" y="172"/>
                    <a:pt x="57" y="172"/>
                    <a:pt x="57" y="172"/>
                  </a:cubicBezTo>
                  <a:cubicBezTo>
                    <a:pt x="57" y="171"/>
                    <a:pt x="57" y="171"/>
                    <a:pt x="57" y="170"/>
                  </a:cubicBezTo>
                  <a:cubicBezTo>
                    <a:pt x="57" y="170"/>
                    <a:pt x="57" y="170"/>
                    <a:pt x="57" y="170"/>
                  </a:cubicBezTo>
                  <a:cubicBezTo>
                    <a:pt x="57" y="169"/>
                    <a:pt x="57" y="169"/>
                    <a:pt x="57" y="168"/>
                  </a:cubicBezTo>
                  <a:cubicBezTo>
                    <a:pt x="57" y="168"/>
                    <a:pt x="57" y="168"/>
                    <a:pt x="57" y="168"/>
                  </a:cubicBezTo>
                  <a:cubicBezTo>
                    <a:pt x="57" y="167"/>
                    <a:pt x="57" y="166"/>
                    <a:pt x="57" y="166"/>
                  </a:cubicBezTo>
                  <a:cubicBezTo>
                    <a:pt x="57" y="166"/>
                    <a:pt x="57" y="166"/>
                    <a:pt x="57" y="166"/>
                  </a:cubicBezTo>
                  <a:cubicBezTo>
                    <a:pt x="57" y="165"/>
                    <a:pt x="57" y="165"/>
                    <a:pt x="57" y="165"/>
                  </a:cubicBezTo>
                  <a:cubicBezTo>
                    <a:pt x="58" y="165"/>
                    <a:pt x="58" y="165"/>
                    <a:pt x="59" y="165"/>
                  </a:cubicBezTo>
                  <a:cubicBezTo>
                    <a:pt x="59" y="167"/>
                    <a:pt x="59" y="169"/>
                    <a:pt x="59" y="171"/>
                  </a:cubicBezTo>
                  <a:cubicBezTo>
                    <a:pt x="59" y="171"/>
                    <a:pt x="59" y="172"/>
                    <a:pt x="59" y="172"/>
                  </a:cubicBezTo>
                  <a:cubicBezTo>
                    <a:pt x="59" y="172"/>
                    <a:pt x="59" y="173"/>
                    <a:pt x="59" y="173"/>
                  </a:cubicBezTo>
                  <a:cubicBezTo>
                    <a:pt x="59" y="173"/>
                    <a:pt x="59" y="173"/>
                    <a:pt x="59" y="173"/>
                  </a:cubicBezTo>
                  <a:cubicBezTo>
                    <a:pt x="59" y="181"/>
                    <a:pt x="59" y="190"/>
                    <a:pt x="59" y="195"/>
                  </a:cubicBezTo>
                  <a:cubicBezTo>
                    <a:pt x="59" y="195"/>
                    <a:pt x="59" y="195"/>
                    <a:pt x="59" y="195"/>
                  </a:cubicBezTo>
                  <a:cubicBezTo>
                    <a:pt x="59" y="195"/>
                    <a:pt x="59" y="196"/>
                    <a:pt x="59" y="196"/>
                  </a:cubicBezTo>
                  <a:cubicBezTo>
                    <a:pt x="59" y="196"/>
                    <a:pt x="59" y="196"/>
                    <a:pt x="59" y="196"/>
                  </a:cubicBezTo>
                  <a:cubicBezTo>
                    <a:pt x="59" y="196"/>
                    <a:pt x="59" y="196"/>
                    <a:pt x="59" y="196"/>
                  </a:cubicBezTo>
                  <a:cubicBezTo>
                    <a:pt x="59" y="198"/>
                    <a:pt x="59" y="200"/>
                    <a:pt x="59" y="200"/>
                  </a:cubicBezTo>
                  <a:cubicBezTo>
                    <a:pt x="59" y="200"/>
                    <a:pt x="59" y="200"/>
                    <a:pt x="59" y="200"/>
                  </a:cubicBezTo>
                  <a:cubicBezTo>
                    <a:pt x="59" y="203"/>
                    <a:pt x="60" y="211"/>
                    <a:pt x="59" y="218"/>
                  </a:cubicBezTo>
                  <a:cubicBezTo>
                    <a:pt x="59" y="221"/>
                    <a:pt x="58" y="234"/>
                    <a:pt x="57" y="245"/>
                  </a:cubicBezTo>
                  <a:close/>
                  <a:moveTo>
                    <a:pt x="29" y="128"/>
                  </a:moveTo>
                  <a:cubicBezTo>
                    <a:pt x="29" y="128"/>
                    <a:pt x="29" y="128"/>
                    <a:pt x="29" y="128"/>
                  </a:cubicBezTo>
                  <a:cubicBezTo>
                    <a:pt x="29" y="128"/>
                    <a:pt x="29" y="128"/>
                    <a:pt x="29" y="128"/>
                  </a:cubicBezTo>
                  <a:cubicBezTo>
                    <a:pt x="29" y="128"/>
                    <a:pt x="22" y="118"/>
                    <a:pt x="12" y="99"/>
                  </a:cubicBezTo>
                  <a:cubicBezTo>
                    <a:pt x="12" y="99"/>
                    <a:pt x="26" y="81"/>
                    <a:pt x="27" y="80"/>
                  </a:cubicBezTo>
                  <a:cubicBezTo>
                    <a:pt x="27" y="80"/>
                    <a:pt x="30" y="91"/>
                    <a:pt x="37" y="110"/>
                  </a:cubicBezTo>
                  <a:cubicBezTo>
                    <a:pt x="37" y="110"/>
                    <a:pt x="38" y="113"/>
                    <a:pt x="37" y="118"/>
                  </a:cubicBezTo>
                  <a:cubicBezTo>
                    <a:pt x="36" y="118"/>
                    <a:pt x="36" y="118"/>
                    <a:pt x="35" y="118"/>
                  </a:cubicBezTo>
                  <a:cubicBezTo>
                    <a:pt x="34" y="119"/>
                    <a:pt x="32" y="124"/>
                    <a:pt x="32" y="124"/>
                  </a:cubicBezTo>
                  <a:cubicBezTo>
                    <a:pt x="32" y="124"/>
                    <a:pt x="32" y="124"/>
                    <a:pt x="32" y="124"/>
                  </a:cubicBezTo>
                  <a:cubicBezTo>
                    <a:pt x="32" y="124"/>
                    <a:pt x="32" y="124"/>
                    <a:pt x="32" y="124"/>
                  </a:cubicBezTo>
                  <a:cubicBezTo>
                    <a:pt x="32" y="124"/>
                    <a:pt x="32" y="124"/>
                    <a:pt x="32" y="124"/>
                  </a:cubicBezTo>
                  <a:cubicBezTo>
                    <a:pt x="32" y="125"/>
                    <a:pt x="32" y="125"/>
                    <a:pt x="32" y="125"/>
                  </a:cubicBezTo>
                  <a:cubicBezTo>
                    <a:pt x="32" y="125"/>
                    <a:pt x="32" y="125"/>
                    <a:pt x="32" y="125"/>
                  </a:cubicBezTo>
                  <a:cubicBezTo>
                    <a:pt x="32" y="125"/>
                    <a:pt x="32" y="125"/>
                    <a:pt x="32" y="125"/>
                  </a:cubicBezTo>
                  <a:cubicBezTo>
                    <a:pt x="32" y="125"/>
                    <a:pt x="32" y="125"/>
                    <a:pt x="32" y="125"/>
                  </a:cubicBezTo>
                  <a:cubicBezTo>
                    <a:pt x="32" y="125"/>
                    <a:pt x="31" y="125"/>
                    <a:pt x="31" y="125"/>
                  </a:cubicBezTo>
                  <a:cubicBezTo>
                    <a:pt x="31" y="125"/>
                    <a:pt x="31" y="125"/>
                    <a:pt x="31" y="125"/>
                  </a:cubicBezTo>
                  <a:cubicBezTo>
                    <a:pt x="31" y="125"/>
                    <a:pt x="31" y="125"/>
                    <a:pt x="31" y="125"/>
                  </a:cubicBezTo>
                  <a:cubicBezTo>
                    <a:pt x="31" y="125"/>
                    <a:pt x="31" y="125"/>
                    <a:pt x="31" y="125"/>
                  </a:cubicBezTo>
                  <a:cubicBezTo>
                    <a:pt x="31" y="125"/>
                    <a:pt x="31" y="125"/>
                    <a:pt x="31" y="125"/>
                  </a:cubicBezTo>
                  <a:cubicBezTo>
                    <a:pt x="31" y="125"/>
                    <a:pt x="31" y="125"/>
                    <a:pt x="31" y="125"/>
                  </a:cubicBezTo>
                  <a:cubicBezTo>
                    <a:pt x="31" y="125"/>
                    <a:pt x="31" y="126"/>
                    <a:pt x="31" y="126"/>
                  </a:cubicBezTo>
                  <a:cubicBezTo>
                    <a:pt x="31" y="126"/>
                    <a:pt x="31" y="126"/>
                    <a:pt x="31" y="126"/>
                  </a:cubicBezTo>
                  <a:cubicBezTo>
                    <a:pt x="31" y="126"/>
                    <a:pt x="31" y="126"/>
                    <a:pt x="31" y="126"/>
                  </a:cubicBezTo>
                  <a:cubicBezTo>
                    <a:pt x="31" y="126"/>
                    <a:pt x="31" y="126"/>
                    <a:pt x="31" y="126"/>
                  </a:cubicBezTo>
                  <a:cubicBezTo>
                    <a:pt x="31" y="126"/>
                    <a:pt x="31" y="126"/>
                    <a:pt x="31" y="126"/>
                  </a:cubicBezTo>
                  <a:cubicBezTo>
                    <a:pt x="31" y="126"/>
                    <a:pt x="31" y="126"/>
                    <a:pt x="31" y="127"/>
                  </a:cubicBezTo>
                  <a:cubicBezTo>
                    <a:pt x="31" y="127"/>
                    <a:pt x="31" y="127"/>
                    <a:pt x="31" y="127"/>
                  </a:cubicBezTo>
                  <a:cubicBezTo>
                    <a:pt x="30" y="127"/>
                    <a:pt x="30" y="127"/>
                    <a:pt x="30" y="127"/>
                  </a:cubicBezTo>
                  <a:cubicBezTo>
                    <a:pt x="30" y="127"/>
                    <a:pt x="30" y="127"/>
                    <a:pt x="30" y="127"/>
                  </a:cubicBezTo>
                  <a:cubicBezTo>
                    <a:pt x="30" y="127"/>
                    <a:pt x="30" y="127"/>
                    <a:pt x="30" y="127"/>
                  </a:cubicBezTo>
                  <a:cubicBezTo>
                    <a:pt x="30" y="127"/>
                    <a:pt x="30" y="127"/>
                    <a:pt x="30" y="127"/>
                  </a:cubicBezTo>
                  <a:cubicBezTo>
                    <a:pt x="30" y="127"/>
                    <a:pt x="30" y="127"/>
                    <a:pt x="30" y="128"/>
                  </a:cubicBezTo>
                  <a:cubicBezTo>
                    <a:pt x="30" y="128"/>
                    <a:pt x="30" y="128"/>
                    <a:pt x="30" y="128"/>
                  </a:cubicBezTo>
                  <a:cubicBezTo>
                    <a:pt x="30" y="128"/>
                    <a:pt x="30" y="128"/>
                    <a:pt x="30" y="128"/>
                  </a:cubicBezTo>
                  <a:cubicBezTo>
                    <a:pt x="29" y="128"/>
                    <a:pt x="29" y="128"/>
                    <a:pt x="29" y="128"/>
                  </a:cubicBezTo>
                  <a:cubicBezTo>
                    <a:pt x="29" y="128"/>
                    <a:pt x="29" y="128"/>
                    <a:pt x="29" y="128"/>
                  </a:cubicBezTo>
                  <a:cubicBezTo>
                    <a:pt x="29" y="128"/>
                    <a:pt x="29" y="128"/>
                    <a:pt x="29" y="128"/>
                  </a:cubicBezTo>
                  <a:cubicBezTo>
                    <a:pt x="29" y="128"/>
                    <a:pt x="29" y="128"/>
                    <a:pt x="29" y="128"/>
                  </a:cubicBezTo>
                  <a:cubicBezTo>
                    <a:pt x="29" y="128"/>
                    <a:pt x="29" y="128"/>
                    <a:pt x="29" y="128"/>
                  </a:cubicBezTo>
                  <a:close/>
                  <a:moveTo>
                    <a:pt x="96" y="149"/>
                  </a:moveTo>
                  <a:cubicBezTo>
                    <a:pt x="96" y="148"/>
                    <a:pt x="99" y="148"/>
                    <a:pt x="99" y="148"/>
                  </a:cubicBezTo>
                  <a:cubicBezTo>
                    <a:pt x="99" y="148"/>
                    <a:pt x="101" y="149"/>
                    <a:pt x="101" y="150"/>
                  </a:cubicBezTo>
                  <a:cubicBezTo>
                    <a:pt x="101" y="152"/>
                    <a:pt x="99" y="153"/>
                    <a:pt x="99" y="153"/>
                  </a:cubicBezTo>
                  <a:cubicBezTo>
                    <a:pt x="99" y="152"/>
                    <a:pt x="96" y="149"/>
                    <a:pt x="96" y="149"/>
                  </a:cubicBez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79"/>
            <p:cNvSpPr>
              <a:spLocks/>
            </p:cNvSpPr>
            <p:nvPr/>
          </p:nvSpPr>
          <p:spPr bwMode="auto">
            <a:xfrm>
              <a:off x="6056313" y="2525713"/>
              <a:ext cx="38100" cy="587375"/>
            </a:xfrm>
            <a:custGeom>
              <a:avLst/>
              <a:gdLst>
                <a:gd name="T0" fmla="*/ 19 w 24"/>
                <a:gd name="T1" fmla="*/ 370 h 370"/>
                <a:gd name="T2" fmla="*/ 24 w 24"/>
                <a:gd name="T3" fmla="*/ 370 h 370"/>
                <a:gd name="T4" fmla="*/ 3 w 24"/>
                <a:gd name="T5" fmla="*/ 0 h 370"/>
                <a:gd name="T6" fmla="*/ 0 w 24"/>
                <a:gd name="T7" fmla="*/ 3 h 370"/>
                <a:gd name="T8" fmla="*/ 19 w 24"/>
                <a:gd name="T9" fmla="*/ 370 h 370"/>
              </a:gdLst>
              <a:ahLst/>
              <a:cxnLst>
                <a:cxn ang="0">
                  <a:pos x="T0" y="T1"/>
                </a:cxn>
                <a:cxn ang="0">
                  <a:pos x="T2" y="T3"/>
                </a:cxn>
                <a:cxn ang="0">
                  <a:pos x="T4" y="T5"/>
                </a:cxn>
                <a:cxn ang="0">
                  <a:pos x="T6" y="T7"/>
                </a:cxn>
                <a:cxn ang="0">
                  <a:pos x="T8" y="T9"/>
                </a:cxn>
              </a:cxnLst>
              <a:rect l="0" t="0" r="r" b="b"/>
              <a:pathLst>
                <a:path w="24" h="370">
                  <a:moveTo>
                    <a:pt x="19" y="370"/>
                  </a:moveTo>
                  <a:lnTo>
                    <a:pt x="24" y="370"/>
                  </a:lnTo>
                  <a:lnTo>
                    <a:pt x="3" y="0"/>
                  </a:lnTo>
                  <a:lnTo>
                    <a:pt x="0" y="3"/>
                  </a:lnTo>
                  <a:lnTo>
                    <a:pt x="19" y="370"/>
                  </a:ln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180"/>
            <p:cNvSpPr>
              <a:spLocks/>
            </p:cNvSpPr>
            <p:nvPr/>
          </p:nvSpPr>
          <p:spPr bwMode="auto">
            <a:xfrm>
              <a:off x="6064251" y="2533650"/>
              <a:ext cx="41275" cy="585787"/>
            </a:xfrm>
            <a:custGeom>
              <a:avLst/>
              <a:gdLst>
                <a:gd name="T0" fmla="*/ 21 w 26"/>
                <a:gd name="T1" fmla="*/ 369 h 369"/>
                <a:gd name="T2" fmla="*/ 26 w 26"/>
                <a:gd name="T3" fmla="*/ 367 h 369"/>
                <a:gd name="T4" fmla="*/ 5 w 26"/>
                <a:gd name="T5" fmla="*/ 0 h 369"/>
                <a:gd name="T6" fmla="*/ 0 w 26"/>
                <a:gd name="T7" fmla="*/ 0 h 369"/>
                <a:gd name="T8" fmla="*/ 21 w 26"/>
                <a:gd name="T9" fmla="*/ 369 h 369"/>
              </a:gdLst>
              <a:ahLst/>
              <a:cxnLst>
                <a:cxn ang="0">
                  <a:pos x="T0" y="T1"/>
                </a:cxn>
                <a:cxn ang="0">
                  <a:pos x="T2" y="T3"/>
                </a:cxn>
                <a:cxn ang="0">
                  <a:pos x="T4" y="T5"/>
                </a:cxn>
                <a:cxn ang="0">
                  <a:pos x="T6" y="T7"/>
                </a:cxn>
                <a:cxn ang="0">
                  <a:pos x="T8" y="T9"/>
                </a:cxn>
              </a:cxnLst>
              <a:rect l="0" t="0" r="r" b="b"/>
              <a:pathLst>
                <a:path w="26" h="369">
                  <a:moveTo>
                    <a:pt x="21" y="369"/>
                  </a:moveTo>
                  <a:lnTo>
                    <a:pt x="26" y="367"/>
                  </a:lnTo>
                  <a:lnTo>
                    <a:pt x="5" y="0"/>
                  </a:lnTo>
                  <a:lnTo>
                    <a:pt x="0" y="0"/>
                  </a:lnTo>
                  <a:lnTo>
                    <a:pt x="21" y="369"/>
                  </a:ln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181"/>
            <p:cNvSpPr>
              <a:spLocks/>
            </p:cNvSpPr>
            <p:nvPr/>
          </p:nvSpPr>
          <p:spPr bwMode="auto">
            <a:xfrm>
              <a:off x="6072188" y="2797175"/>
              <a:ext cx="157163" cy="311150"/>
            </a:xfrm>
            <a:custGeom>
              <a:avLst/>
              <a:gdLst>
                <a:gd name="T0" fmla="*/ 4 w 42"/>
                <a:gd name="T1" fmla="*/ 80 h 83"/>
                <a:gd name="T2" fmla="*/ 7 w 42"/>
                <a:gd name="T3" fmla="*/ 83 h 83"/>
                <a:gd name="T4" fmla="*/ 37 w 42"/>
                <a:gd name="T5" fmla="*/ 81 h 83"/>
                <a:gd name="T6" fmla="*/ 40 w 42"/>
                <a:gd name="T7" fmla="*/ 71 h 83"/>
                <a:gd name="T8" fmla="*/ 37 w 42"/>
                <a:gd name="T9" fmla="*/ 33 h 83"/>
                <a:gd name="T10" fmla="*/ 40 w 42"/>
                <a:gd name="T11" fmla="*/ 28 h 83"/>
                <a:gd name="T12" fmla="*/ 40 w 42"/>
                <a:gd name="T13" fmla="*/ 18 h 83"/>
                <a:gd name="T14" fmla="*/ 39 w 42"/>
                <a:gd name="T15" fmla="*/ 11 h 83"/>
                <a:gd name="T16" fmla="*/ 27 w 42"/>
                <a:gd name="T17" fmla="*/ 4 h 83"/>
                <a:gd name="T18" fmla="*/ 16 w 42"/>
                <a:gd name="T19" fmla="*/ 1 h 83"/>
                <a:gd name="T20" fmla="*/ 1 w 42"/>
                <a:gd name="T21" fmla="*/ 3 h 83"/>
                <a:gd name="T22" fmla="*/ 2 w 42"/>
                <a:gd name="T23" fmla="*/ 10 h 83"/>
                <a:gd name="T24" fmla="*/ 0 w 42"/>
                <a:gd name="T25" fmla="*/ 14 h 83"/>
                <a:gd name="T26" fmla="*/ 4 w 42"/>
                <a:gd name="T27" fmla="*/ 8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83">
                  <a:moveTo>
                    <a:pt x="4" y="80"/>
                  </a:moveTo>
                  <a:cubicBezTo>
                    <a:pt x="4" y="82"/>
                    <a:pt x="6" y="83"/>
                    <a:pt x="7" y="83"/>
                  </a:cubicBezTo>
                  <a:cubicBezTo>
                    <a:pt x="37" y="81"/>
                    <a:pt x="37" y="81"/>
                    <a:pt x="37" y="81"/>
                  </a:cubicBezTo>
                  <a:cubicBezTo>
                    <a:pt x="42" y="81"/>
                    <a:pt x="42" y="72"/>
                    <a:pt x="40" y="71"/>
                  </a:cubicBezTo>
                  <a:cubicBezTo>
                    <a:pt x="37" y="33"/>
                    <a:pt x="37" y="33"/>
                    <a:pt x="37" y="33"/>
                  </a:cubicBezTo>
                  <a:cubicBezTo>
                    <a:pt x="37" y="33"/>
                    <a:pt x="40" y="29"/>
                    <a:pt x="40" y="28"/>
                  </a:cubicBezTo>
                  <a:cubicBezTo>
                    <a:pt x="41" y="25"/>
                    <a:pt x="40" y="18"/>
                    <a:pt x="40" y="18"/>
                  </a:cubicBezTo>
                  <a:cubicBezTo>
                    <a:pt x="39" y="11"/>
                    <a:pt x="39" y="11"/>
                    <a:pt x="39" y="11"/>
                  </a:cubicBezTo>
                  <a:cubicBezTo>
                    <a:pt x="38" y="9"/>
                    <a:pt x="28" y="4"/>
                    <a:pt x="27" y="4"/>
                  </a:cubicBezTo>
                  <a:cubicBezTo>
                    <a:pt x="27" y="4"/>
                    <a:pt x="22" y="2"/>
                    <a:pt x="16" y="1"/>
                  </a:cubicBezTo>
                  <a:cubicBezTo>
                    <a:pt x="7" y="0"/>
                    <a:pt x="1" y="3"/>
                    <a:pt x="1" y="3"/>
                  </a:cubicBezTo>
                  <a:cubicBezTo>
                    <a:pt x="2" y="10"/>
                    <a:pt x="2" y="10"/>
                    <a:pt x="2" y="10"/>
                  </a:cubicBezTo>
                  <a:cubicBezTo>
                    <a:pt x="1" y="10"/>
                    <a:pt x="0" y="12"/>
                    <a:pt x="0" y="14"/>
                  </a:cubicBezTo>
                  <a:lnTo>
                    <a:pt x="4" y="80"/>
                  </a:ln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182"/>
            <p:cNvSpPr>
              <a:spLocks/>
            </p:cNvSpPr>
            <p:nvPr/>
          </p:nvSpPr>
          <p:spPr bwMode="auto">
            <a:xfrm>
              <a:off x="6086476" y="3094038"/>
              <a:ext cx="41275" cy="44450"/>
            </a:xfrm>
            <a:custGeom>
              <a:avLst/>
              <a:gdLst>
                <a:gd name="T0" fmla="*/ 1 w 11"/>
                <a:gd name="T1" fmla="*/ 4 h 12"/>
                <a:gd name="T2" fmla="*/ 3 w 11"/>
                <a:gd name="T3" fmla="*/ 11 h 12"/>
                <a:gd name="T4" fmla="*/ 10 w 11"/>
                <a:gd name="T5" fmla="*/ 8 h 12"/>
                <a:gd name="T6" fmla="*/ 7 w 11"/>
                <a:gd name="T7" fmla="*/ 1 h 12"/>
                <a:gd name="T8" fmla="*/ 1 w 11"/>
                <a:gd name="T9" fmla="*/ 4 h 12"/>
              </a:gdLst>
              <a:ahLst/>
              <a:cxnLst>
                <a:cxn ang="0">
                  <a:pos x="T0" y="T1"/>
                </a:cxn>
                <a:cxn ang="0">
                  <a:pos x="T2" y="T3"/>
                </a:cxn>
                <a:cxn ang="0">
                  <a:pos x="T4" y="T5"/>
                </a:cxn>
                <a:cxn ang="0">
                  <a:pos x="T6" y="T7"/>
                </a:cxn>
                <a:cxn ang="0">
                  <a:pos x="T8" y="T9"/>
                </a:cxn>
              </a:cxnLst>
              <a:rect l="0" t="0" r="r" b="b"/>
              <a:pathLst>
                <a:path w="11" h="12">
                  <a:moveTo>
                    <a:pt x="1" y="4"/>
                  </a:moveTo>
                  <a:cubicBezTo>
                    <a:pt x="0" y="7"/>
                    <a:pt x="1" y="10"/>
                    <a:pt x="3" y="11"/>
                  </a:cubicBezTo>
                  <a:cubicBezTo>
                    <a:pt x="6" y="12"/>
                    <a:pt x="9" y="10"/>
                    <a:pt x="10" y="8"/>
                  </a:cubicBezTo>
                  <a:cubicBezTo>
                    <a:pt x="11" y="5"/>
                    <a:pt x="9" y="2"/>
                    <a:pt x="7" y="1"/>
                  </a:cubicBezTo>
                  <a:cubicBezTo>
                    <a:pt x="5" y="0"/>
                    <a:pt x="2" y="2"/>
                    <a:pt x="1" y="4"/>
                  </a:cubicBez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Oval 183"/>
            <p:cNvSpPr>
              <a:spLocks noChangeArrowheads="1"/>
            </p:cNvSpPr>
            <p:nvPr/>
          </p:nvSpPr>
          <p:spPr bwMode="auto">
            <a:xfrm>
              <a:off x="6049963" y="2514600"/>
              <a:ext cx="36513" cy="34925"/>
            </a:xfrm>
            <a:prstGeom prst="ellipse">
              <a:avLst/>
            </a:pr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7"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二项对比</a:t>
            </a:r>
            <a:endParaRPr lang="zh-CN" altLang="zh-CN" sz="2800" b="1" dirty="0">
              <a:solidFill>
                <a:schemeClr val="tx1">
                  <a:lumMod val="65000"/>
                  <a:lumOff val="35000"/>
                </a:schemeClr>
              </a:solidFill>
            </a:endParaRPr>
          </a:p>
        </p:txBody>
      </p:sp>
      <p:sp>
        <p:nvSpPr>
          <p:cNvPr id="29" name="文本框 28"/>
          <p:cNvSpPr txBox="1"/>
          <p:nvPr/>
        </p:nvSpPr>
        <p:spPr>
          <a:xfrm>
            <a:off x="10221266" y="2370858"/>
            <a:ext cx="1836000" cy="830997"/>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ctr">
              <a:lnSpc>
                <a:spcPct val="120000"/>
              </a:lnSpc>
            </a:pPr>
            <a:r>
              <a:rPr lang="zh-CN" altLang="en-US" sz="1600" dirty="0">
                <a:solidFill>
                  <a:schemeClr val="tx1">
                    <a:lumMod val="65000"/>
                    <a:lumOff val="35000"/>
                  </a:schemeClr>
                </a:solidFill>
              </a:rPr>
              <a:t>添加内容</a:t>
            </a:r>
          </a:p>
        </p:txBody>
      </p:sp>
      <p:sp>
        <p:nvSpPr>
          <p:cNvPr id="30" name="文本框 29"/>
          <p:cNvSpPr txBox="1"/>
          <p:nvPr/>
        </p:nvSpPr>
        <p:spPr>
          <a:xfrm>
            <a:off x="204944" y="4035610"/>
            <a:ext cx="1836000" cy="830997"/>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ctr">
              <a:lnSpc>
                <a:spcPct val="120000"/>
              </a:lnSpc>
            </a:pPr>
            <a:r>
              <a:rPr lang="zh-CN" altLang="en-US" sz="1600" dirty="0">
                <a:solidFill>
                  <a:schemeClr val="tx1">
                    <a:lumMod val="65000"/>
                    <a:lumOff val="35000"/>
                  </a:schemeClr>
                </a:solidFill>
              </a:rPr>
              <a:t>添加内容</a:t>
            </a:r>
          </a:p>
        </p:txBody>
      </p:sp>
      <p:sp>
        <p:nvSpPr>
          <p:cNvPr id="31" name="矩形 30"/>
          <p:cNvSpPr/>
          <p:nvPr/>
        </p:nvSpPr>
        <p:spPr>
          <a:xfrm>
            <a:off x="2819398" y="3599126"/>
            <a:ext cx="4333487" cy="1292662"/>
          </a:xfrm>
          <a:prstGeom prst="rect">
            <a:avLst/>
          </a:prstGeom>
          <a:noFill/>
        </p:spPr>
        <p:txBody>
          <a:bodyPr wrap="square">
            <a:spAutoFit/>
          </a:bodyPr>
          <a:lstStyle/>
          <a:p>
            <a:pPr>
              <a:lnSpc>
                <a:spcPct val="130000"/>
              </a:lnSpc>
            </a:pPr>
            <a:r>
              <a:rPr lang="zh-CN" altLang="en-US" sz="2000" dirty="0">
                <a:solidFill>
                  <a:schemeClr val="bg1"/>
                </a:solidFill>
              </a:rPr>
              <a:t>添加内容添加内容添加内容添加内容添加内容添加内容添加内容添加内容添加内容添加内容添加内容</a:t>
            </a:r>
          </a:p>
        </p:txBody>
      </p:sp>
      <p:sp>
        <p:nvSpPr>
          <p:cNvPr id="32" name="矩形 31"/>
          <p:cNvSpPr/>
          <p:nvPr/>
        </p:nvSpPr>
        <p:spPr>
          <a:xfrm>
            <a:off x="7433526" y="2132007"/>
            <a:ext cx="2413271" cy="1152367"/>
          </a:xfrm>
          <a:prstGeom prst="rect">
            <a:avLst/>
          </a:prstGeom>
          <a:noFill/>
        </p:spPr>
        <p:txBody>
          <a:bodyPr wrap="square">
            <a:spAutoFit/>
          </a:bodyPr>
          <a:lstStyle/>
          <a:p>
            <a:pPr>
              <a:lnSpc>
                <a:spcPct val="123000"/>
              </a:lnSpc>
            </a:pPr>
            <a:r>
              <a:rPr lang="zh-CN" altLang="en-US" sz="1400" dirty="0">
                <a:solidFill>
                  <a:schemeClr val="bg1"/>
                </a:solidFill>
              </a:rPr>
              <a:t>添加内容添加内容添加内容添加内容添加内容添加内容添加内容添加内容添加内容添加内容添加内容</a:t>
            </a:r>
          </a:p>
        </p:txBody>
      </p:sp>
    </p:spTree>
    <p:extLst>
      <p:ext uri="{BB962C8B-B14F-4D97-AF65-F5344CB8AC3E}">
        <p14:creationId xmlns:p14="http://schemas.microsoft.com/office/powerpoint/2010/main" val="3610608944"/>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Rectangle 16"/>
          <p:cNvSpPr>
            <a:spLocks noChangeArrowheads="1"/>
          </p:cNvSpPr>
          <p:nvPr/>
        </p:nvSpPr>
        <p:spPr bwMode="auto">
          <a:xfrm>
            <a:off x="5768798" y="0"/>
            <a:ext cx="250903" cy="3411932"/>
          </a:xfrm>
          <a:prstGeom prst="rect">
            <a:avLst/>
          </a:pr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Rectangle 17"/>
          <p:cNvSpPr>
            <a:spLocks noChangeArrowheads="1"/>
          </p:cNvSpPr>
          <p:nvPr/>
        </p:nvSpPr>
        <p:spPr bwMode="auto">
          <a:xfrm>
            <a:off x="5768798" y="2212038"/>
            <a:ext cx="250903" cy="1199895"/>
          </a:xfrm>
          <a:prstGeom prst="rect">
            <a:avLst/>
          </a:prstGeom>
          <a:gradFill>
            <a:gsLst>
              <a:gs pos="33000">
                <a:srgbClr val="000000">
                  <a:alpha val="0"/>
                </a:srgbClr>
              </a:gs>
              <a:gs pos="62000">
                <a:srgbClr val="000000">
                  <a:alpha val="20000"/>
                </a:srgbClr>
              </a:gs>
              <a:gs pos="95000">
                <a:srgbClr val="000000">
                  <a:alpha val="54000"/>
                </a:srgbClr>
              </a:gs>
            </a:gsLst>
            <a:lin ang="2400000" scaled="0"/>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 name="Freeform 18"/>
          <p:cNvSpPr>
            <a:spLocks noEditPoints="1"/>
          </p:cNvSpPr>
          <p:nvPr/>
        </p:nvSpPr>
        <p:spPr bwMode="auto">
          <a:xfrm>
            <a:off x="5768798" y="2693361"/>
            <a:ext cx="1445676" cy="1445676"/>
          </a:xfrm>
          <a:custGeom>
            <a:avLst/>
            <a:gdLst>
              <a:gd name="T0" fmla="*/ 179 w 358"/>
              <a:gd name="T1" fmla="*/ 0 h 358"/>
              <a:gd name="T2" fmla="*/ 358 w 358"/>
              <a:gd name="T3" fmla="*/ 179 h 358"/>
              <a:gd name="T4" fmla="*/ 179 w 358"/>
              <a:gd name="T5" fmla="*/ 358 h 358"/>
              <a:gd name="T6" fmla="*/ 0 w 358"/>
              <a:gd name="T7" fmla="*/ 179 h 358"/>
              <a:gd name="T8" fmla="*/ 179 w 358"/>
              <a:gd name="T9" fmla="*/ 0 h 358"/>
              <a:gd name="T10" fmla="*/ 179 w 358"/>
              <a:gd name="T11" fmla="*/ 296 h 358"/>
              <a:gd name="T12" fmla="*/ 296 w 358"/>
              <a:gd name="T13" fmla="*/ 179 h 358"/>
              <a:gd name="T14" fmla="*/ 179 w 358"/>
              <a:gd name="T15" fmla="*/ 62 h 358"/>
              <a:gd name="T16" fmla="*/ 62 w 358"/>
              <a:gd name="T17" fmla="*/ 179 h 358"/>
              <a:gd name="T18" fmla="*/ 179 w 358"/>
              <a:gd name="T19" fmla="*/ 296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8" h="358">
                <a:moveTo>
                  <a:pt x="179" y="0"/>
                </a:moveTo>
                <a:cubicBezTo>
                  <a:pt x="278" y="0"/>
                  <a:pt x="358" y="80"/>
                  <a:pt x="358" y="179"/>
                </a:cubicBezTo>
                <a:cubicBezTo>
                  <a:pt x="358" y="278"/>
                  <a:pt x="278" y="358"/>
                  <a:pt x="179" y="358"/>
                </a:cubicBezTo>
                <a:cubicBezTo>
                  <a:pt x="80" y="358"/>
                  <a:pt x="0" y="278"/>
                  <a:pt x="0" y="179"/>
                </a:cubicBezTo>
                <a:cubicBezTo>
                  <a:pt x="0" y="80"/>
                  <a:pt x="80" y="0"/>
                  <a:pt x="179" y="0"/>
                </a:cubicBezTo>
                <a:close/>
                <a:moveTo>
                  <a:pt x="179" y="296"/>
                </a:moveTo>
                <a:cubicBezTo>
                  <a:pt x="244" y="296"/>
                  <a:pt x="296" y="244"/>
                  <a:pt x="296" y="179"/>
                </a:cubicBezTo>
                <a:cubicBezTo>
                  <a:pt x="296" y="114"/>
                  <a:pt x="244" y="62"/>
                  <a:pt x="179" y="62"/>
                </a:cubicBezTo>
                <a:cubicBezTo>
                  <a:pt x="114" y="62"/>
                  <a:pt x="62" y="114"/>
                  <a:pt x="62" y="179"/>
                </a:cubicBezTo>
                <a:cubicBezTo>
                  <a:pt x="62" y="244"/>
                  <a:pt x="114" y="296"/>
                  <a:pt x="179" y="296"/>
                </a:cubicBez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19"/>
          <p:cNvSpPr>
            <a:spLocks/>
          </p:cNvSpPr>
          <p:nvPr/>
        </p:nvSpPr>
        <p:spPr bwMode="auto">
          <a:xfrm>
            <a:off x="6504437" y="3101290"/>
            <a:ext cx="710037" cy="1037746"/>
          </a:xfrm>
          <a:custGeom>
            <a:avLst/>
            <a:gdLst>
              <a:gd name="T0" fmla="*/ 176 w 176"/>
              <a:gd name="T1" fmla="*/ 78 h 257"/>
              <a:gd name="T2" fmla="*/ 158 w 176"/>
              <a:gd name="T3" fmla="*/ 0 h 257"/>
              <a:gd name="T4" fmla="*/ 84 w 176"/>
              <a:gd name="T5" fmla="*/ 0 h 257"/>
              <a:gd name="T6" fmla="*/ 114 w 176"/>
              <a:gd name="T7" fmla="*/ 78 h 257"/>
              <a:gd name="T8" fmla="*/ 0 w 176"/>
              <a:gd name="T9" fmla="*/ 195 h 257"/>
              <a:gd name="T10" fmla="*/ 0 w 176"/>
              <a:gd name="T11" fmla="*/ 257 h 257"/>
              <a:gd name="T12" fmla="*/ 176 w 176"/>
              <a:gd name="T13" fmla="*/ 78 h 257"/>
            </a:gdLst>
            <a:ahLst/>
            <a:cxnLst>
              <a:cxn ang="0">
                <a:pos x="T0" y="T1"/>
              </a:cxn>
              <a:cxn ang="0">
                <a:pos x="T2" y="T3"/>
              </a:cxn>
              <a:cxn ang="0">
                <a:pos x="T4" y="T5"/>
              </a:cxn>
              <a:cxn ang="0">
                <a:pos x="T6" y="T7"/>
              </a:cxn>
              <a:cxn ang="0">
                <a:pos x="T8" y="T9"/>
              </a:cxn>
              <a:cxn ang="0">
                <a:pos x="T10" y="T11"/>
              </a:cxn>
              <a:cxn ang="0">
                <a:pos x="T12" y="T13"/>
              </a:cxn>
            </a:cxnLst>
            <a:rect l="0" t="0" r="r" b="b"/>
            <a:pathLst>
              <a:path w="176" h="257">
                <a:moveTo>
                  <a:pt x="176" y="78"/>
                </a:moveTo>
                <a:cubicBezTo>
                  <a:pt x="176" y="50"/>
                  <a:pt x="170" y="23"/>
                  <a:pt x="158" y="0"/>
                </a:cubicBezTo>
                <a:cubicBezTo>
                  <a:pt x="84" y="0"/>
                  <a:pt x="84" y="0"/>
                  <a:pt x="84" y="0"/>
                </a:cubicBezTo>
                <a:cubicBezTo>
                  <a:pt x="103" y="20"/>
                  <a:pt x="114" y="48"/>
                  <a:pt x="114" y="78"/>
                </a:cubicBezTo>
                <a:cubicBezTo>
                  <a:pt x="114" y="141"/>
                  <a:pt x="63" y="193"/>
                  <a:pt x="0" y="195"/>
                </a:cubicBezTo>
                <a:cubicBezTo>
                  <a:pt x="0" y="257"/>
                  <a:pt x="0" y="257"/>
                  <a:pt x="0" y="257"/>
                </a:cubicBezTo>
                <a:cubicBezTo>
                  <a:pt x="97" y="255"/>
                  <a:pt x="176" y="176"/>
                  <a:pt x="176" y="78"/>
                </a:cubicBezTo>
                <a:close/>
              </a:path>
            </a:pathLst>
          </a:custGeom>
          <a:gradFill>
            <a:gsLst>
              <a:gs pos="58000">
                <a:srgbClr val="000000">
                  <a:alpha val="0"/>
                </a:srgbClr>
              </a:gs>
              <a:gs pos="80000">
                <a:srgbClr val="000000">
                  <a:alpha val="20000"/>
                </a:srgbClr>
              </a:gs>
              <a:gs pos="95000">
                <a:srgbClr val="000000">
                  <a:alpha val="54000"/>
                </a:srgbClr>
              </a:gs>
            </a:gsLst>
            <a:lin ang="5400000" scaled="0"/>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1" name="Rectangle 20"/>
          <p:cNvSpPr>
            <a:spLocks noChangeArrowheads="1"/>
          </p:cNvSpPr>
          <p:nvPr/>
        </p:nvSpPr>
        <p:spPr bwMode="auto">
          <a:xfrm>
            <a:off x="6492489" y="3888134"/>
            <a:ext cx="3715746" cy="250903"/>
          </a:xfrm>
          <a:prstGeom prst="rect">
            <a:avLst/>
          </a:pr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21"/>
          <p:cNvSpPr>
            <a:spLocks/>
          </p:cNvSpPr>
          <p:nvPr/>
        </p:nvSpPr>
        <p:spPr bwMode="auto">
          <a:xfrm>
            <a:off x="10095584" y="3784018"/>
            <a:ext cx="404517" cy="464255"/>
          </a:xfrm>
          <a:custGeom>
            <a:avLst/>
            <a:gdLst>
              <a:gd name="T0" fmla="*/ 0 w 100"/>
              <a:gd name="T1" fmla="*/ 2 h 115"/>
              <a:gd name="T2" fmla="*/ 3 w 100"/>
              <a:gd name="T3" fmla="*/ 0 h 115"/>
              <a:gd name="T4" fmla="*/ 98 w 100"/>
              <a:gd name="T5" fmla="*/ 56 h 115"/>
              <a:gd name="T6" fmla="*/ 98 w 100"/>
              <a:gd name="T7" fmla="*/ 59 h 115"/>
              <a:gd name="T8" fmla="*/ 3 w 100"/>
              <a:gd name="T9" fmla="*/ 114 h 115"/>
              <a:gd name="T10" fmla="*/ 0 w 100"/>
              <a:gd name="T11" fmla="*/ 112 h 115"/>
              <a:gd name="T12" fmla="*/ 0 w 100"/>
              <a:gd name="T13" fmla="*/ 2 h 115"/>
            </a:gdLst>
            <a:ahLst/>
            <a:cxnLst>
              <a:cxn ang="0">
                <a:pos x="T0" y="T1"/>
              </a:cxn>
              <a:cxn ang="0">
                <a:pos x="T2" y="T3"/>
              </a:cxn>
              <a:cxn ang="0">
                <a:pos x="T4" y="T5"/>
              </a:cxn>
              <a:cxn ang="0">
                <a:pos x="T6" y="T7"/>
              </a:cxn>
              <a:cxn ang="0">
                <a:pos x="T8" y="T9"/>
              </a:cxn>
              <a:cxn ang="0">
                <a:pos x="T10" y="T11"/>
              </a:cxn>
              <a:cxn ang="0">
                <a:pos x="T12" y="T13"/>
              </a:cxn>
            </a:cxnLst>
            <a:rect l="0" t="0" r="r" b="b"/>
            <a:pathLst>
              <a:path w="100" h="115">
                <a:moveTo>
                  <a:pt x="0" y="2"/>
                </a:moveTo>
                <a:cubicBezTo>
                  <a:pt x="0" y="0"/>
                  <a:pt x="1" y="0"/>
                  <a:pt x="3" y="0"/>
                </a:cubicBezTo>
                <a:cubicBezTo>
                  <a:pt x="98" y="56"/>
                  <a:pt x="98" y="56"/>
                  <a:pt x="98" y="56"/>
                </a:cubicBezTo>
                <a:cubicBezTo>
                  <a:pt x="100" y="56"/>
                  <a:pt x="100" y="58"/>
                  <a:pt x="98" y="59"/>
                </a:cubicBezTo>
                <a:cubicBezTo>
                  <a:pt x="3" y="114"/>
                  <a:pt x="3" y="114"/>
                  <a:pt x="3" y="114"/>
                </a:cubicBezTo>
                <a:cubicBezTo>
                  <a:pt x="1" y="115"/>
                  <a:pt x="0" y="114"/>
                  <a:pt x="0" y="112"/>
                </a:cubicBezTo>
                <a:lnTo>
                  <a:pt x="0" y="2"/>
                </a:ln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Rectangle 22"/>
          <p:cNvSpPr>
            <a:spLocks noChangeArrowheads="1"/>
          </p:cNvSpPr>
          <p:nvPr/>
        </p:nvSpPr>
        <p:spPr bwMode="auto">
          <a:xfrm>
            <a:off x="5768798" y="5185317"/>
            <a:ext cx="250903" cy="1672683"/>
          </a:xfrm>
          <a:prstGeom prst="rect">
            <a:avLst/>
          </a:pr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Rectangle 23"/>
          <p:cNvSpPr>
            <a:spLocks noChangeArrowheads="1"/>
          </p:cNvSpPr>
          <p:nvPr/>
        </p:nvSpPr>
        <p:spPr bwMode="auto">
          <a:xfrm>
            <a:off x="5768798" y="5185317"/>
            <a:ext cx="250903" cy="1005317"/>
          </a:xfrm>
          <a:prstGeom prst="rect">
            <a:avLst/>
          </a:prstGeom>
          <a:gradFill>
            <a:gsLst>
              <a:gs pos="33000">
                <a:srgbClr val="000000">
                  <a:alpha val="0"/>
                </a:srgbClr>
              </a:gs>
              <a:gs pos="62000">
                <a:srgbClr val="000000">
                  <a:alpha val="20000"/>
                </a:srgbClr>
              </a:gs>
              <a:gs pos="95000">
                <a:srgbClr val="000000">
                  <a:alpha val="54000"/>
                </a:srgbClr>
              </a:gs>
            </a:gsLst>
            <a:lin ang="19200000" scaled="0"/>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5" name="Freeform 24"/>
          <p:cNvSpPr>
            <a:spLocks noEditPoints="1"/>
          </p:cNvSpPr>
          <p:nvPr/>
        </p:nvSpPr>
        <p:spPr bwMode="auto">
          <a:xfrm>
            <a:off x="5768798" y="4458212"/>
            <a:ext cx="1445676" cy="1450796"/>
          </a:xfrm>
          <a:custGeom>
            <a:avLst/>
            <a:gdLst>
              <a:gd name="T0" fmla="*/ 0 w 358"/>
              <a:gd name="T1" fmla="*/ 180 h 359"/>
              <a:gd name="T2" fmla="*/ 179 w 358"/>
              <a:gd name="T3" fmla="*/ 0 h 359"/>
              <a:gd name="T4" fmla="*/ 358 w 358"/>
              <a:gd name="T5" fmla="*/ 180 h 359"/>
              <a:gd name="T6" fmla="*/ 179 w 358"/>
              <a:gd name="T7" fmla="*/ 359 h 359"/>
              <a:gd name="T8" fmla="*/ 0 w 358"/>
              <a:gd name="T9" fmla="*/ 180 h 359"/>
              <a:gd name="T10" fmla="*/ 62 w 358"/>
              <a:gd name="T11" fmla="*/ 180 h 359"/>
              <a:gd name="T12" fmla="*/ 179 w 358"/>
              <a:gd name="T13" fmla="*/ 297 h 359"/>
              <a:gd name="T14" fmla="*/ 296 w 358"/>
              <a:gd name="T15" fmla="*/ 180 h 359"/>
              <a:gd name="T16" fmla="*/ 179 w 358"/>
              <a:gd name="T17" fmla="*/ 62 h 359"/>
              <a:gd name="T18" fmla="*/ 62 w 358"/>
              <a:gd name="T19" fmla="*/ 180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8" h="359">
                <a:moveTo>
                  <a:pt x="0" y="180"/>
                </a:moveTo>
                <a:cubicBezTo>
                  <a:pt x="0" y="81"/>
                  <a:pt x="80" y="0"/>
                  <a:pt x="179" y="0"/>
                </a:cubicBezTo>
                <a:cubicBezTo>
                  <a:pt x="278" y="0"/>
                  <a:pt x="358" y="81"/>
                  <a:pt x="358" y="180"/>
                </a:cubicBezTo>
                <a:cubicBezTo>
                  <a:pt x="358" y="278"/>
                  <a:pt x="278" y="359"/>
                  <a:pt x="179" y="359"/>
                </a:cubicBezTo>
                <a:cubicBezTo>
                  <a:pt x="80" y="359"/>
                  <a:pt x="0" y="278"/>
                  <a:pt x="0" y="180"/>
                </a:cubicBezTo>
                <a:close/>
                <a:moveTo>
                  <a:pt x="62" y="180"/>
                </a:moveTo>
                <a:cubicBezTo>
                  <a:pt x="62" y="244"/>
                  <a:pt x="114" y="297"/>
                  <a:pt x="179" y="297"/>
                </a:cubicBezTo>
                <a:cubicBezTo>
                  <a:pt x="244" y="297"/>
                  <a:pt x="296" y="244"/>
                  <a:pt x="296" y="180"/>
                </a:cubicBezTo>
                <a:cubicBezTo>
                  <a:pt x="296" y="115"/>
                  <a:pt x="244" y="62"/>
                  <a:pt x="179" y="62"/>
                </a:cubicBezTo>
                <a:cubicBezTo>
                  <a:pt x="114" y="62"/>
                  <a:pt x="62" y="115"/>
                  <a:pt x="62" y="180"/>
                </a:cubicBez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25"/>
          <p:cNvSpPr>
            <a:spLocks/>
          </p:cNvSpPr>
          <p:nvPr/>
        </p:nvSpPr>
        <p:spPr bwMode="auto">
          <a:xfrm>
            <a:off x="6504437" y="4458212"/>
            <a:ext cx="710037" cy="1037746"/>
          </a:xfrm>
          <a:custGeom>
            <a:avLst/>
            <a:gdLst>
              <a:gd name="T0" fmla="*/ 158 w 176"/>
              <a:gd name="T1" fmla="*/ 257 h 257"/>
              <a:gd name="T2" fmla="*/ 176 w 176"/>
              <a:gd name="T3" fmla="*/ 180 h 257"/>
              <a:gd name="T4" fmla="*/ 0 w 176"/>
              <a:gd name="T5" fmla="*/ 0 h 257"/>
              <a:gd name="T6" fmla="*/ 0 w 176"/>
              <a:gd name="T7" fmla="*/ 62 h 257"/>
              <a:gd name="T8" fmla="*/ 114 w 176"/>
              <a:gd name="T9" fmla="*/ 180 h 257"/>
              <a:gd name="T10" fmla="*/ 84 w 176"/>
              <a:gd name="T11" fmla="*/ 257 h 257"/>
              <a:gd name="T12" fmla="*/ 158 w 176"/>
              <a:gd name="T13" fmla="*/ 257 h 257"/>
            </a:gdLst>
            <a:ahLst/>
            <a:cxnLst>
              <a:cxn ang="0">
                <a:pos x="T0" y="T1"/>
              </a:cxn>
              <a:cxn ang="0">
                <a:pos x="T2" y="T3"/>
              </a:cxn>
              <a:cxn ang="0">
                <a:pos x="T4" y="T5"/>
              </a:cxn>
              <a:cxn ang="0">
                <a:pos x="T6" y="T7"/>
              </a:cxn>
              <a:cxn ang="0">
                <a:pos x="T8" y="T9"/>
              </a:cxn>
              <a:cxn ang="0">
                <a:pos x="T10" y="T11"/>
              </a:cxn>
              <a:cxn ang="0">
                <a:pos x="T12" y="T13"/>
              </a:cxn>
            </a:cxnLst>
            <a:rect l="0" t="0" r="r" b="b"/>
            <a:pathLst>
              <a:path w="176" h="257">
                <a:moveTo>
                  <a:pt x="158" y="257"/>
                </a:moveTo>
                <a:cubicBezTo>
                  <a:pt x="170" y="234"/>
                  <a:pt x="176" y="207"/>
                  <a:pt x="176" y="180"/>
                </a:cubicBezTo>
                <a:cubicBezTo>
                  <a:pt x="176" y="82"/>
                  <a:pt x="97" y="2"/>
                  <a:pt x="0" y="0"/>
                </a:cubicBezTo>
                <a:cubicBezTo>
                  <a:pt x="0" y="62"/>
                  <a:pt x="0" y="62"/>
                  <a:pt x="0" y="62"/>
                </a:cubicBezTo>
                <a:cubicBezTo>
                  <a:pt x="63" y="64"/>
                  <a:pt x="114" y="116"/>
                  <a:pt x="114" y="180"/>
                </a:cubicBezTo>
                <a:cubicBezTo>
                  <a:pt x="114" y="209"/>
                  <a:pt x="103" y="237"/>
                  <a:pt x="84" y="257"/>
                </a:cubicBezTo>
                <a:lnTo>
                  <a:pt x="158" y="257"/>
                </a:lnTo>
                <a:close/>
              </a:path>
            </a:pathLst>
          </a:custGeom>
          <a:gradFill>
            <a:gsLst>
              <a:gs pos="58000">
                <a:srgbClr val="000000">
                  <a:alpha val="0"/>
                </a:srgbClr>
              </a:gs>
              <a:gs pos="80000">
                <a:srgbClr val="000000">
                  <a:alpha val="20000"/>
                </a:srgbClr>
              </a:gs>
              <a:gs pos="95000">
                <a:srgbClr val="000000">
                  <a:alpha val="54000"/>
                </a:srgbClr>
              </a:gs>
            </a:gsLst>
            <a:lin ang="16200000" scaled="0"/>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7" name="Rectangle 26"/>
          <p:cNvSpPr>
            <a:spLocks noChangeArrowheads="1"/>
          </p:cNvSpPr>
          <p:nvPr/>
        </p:nvSpPr>
        <p:spPr bwMode="auto">
          <a:xfrm>
            <a:off x="6492489" y="4458212"/>
            <a:ext cx="4613533" cy="250903"/>
          </a:xfrm>
          <a:prstGeom prst="rect">
            <a:avLst/>
          </a:pr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27"/>
          <p:cNvSpPr>
            <a:spLocks/>
          </p:cNvSpPr>
          <p:nvPr/>
        </p:nvSpPr>
        <p:spPr bwMode="auto">
          <a:xfrm>
            <a:off x="10988251" y="4354096"/>
            <a:ext cx="404517" cy="464255"/>
          </a:xfrm>
          <a:custGeom>
            <a:avLst/>
            <a:gdLst>
              <a:gd name="T0" fmla="*/ 0 w 100"/>
              <a:gd name="T1" fmla="*/ 112 h 115"/>
              <a:gd name="T2" fmla="*/ 3 w 100"/>
              <a:gd name="T3" fmla="*/ 114 h 115"/>
              <a:gd name="T4" fmla="*/ 99 w 100"/>
              <a:gd name="T5" fmla="*/ 59 h 115"/>
              <a:gd name="T6" fmla="*/ 99 w 100"/>
              <a:gd name="T7" fmla="*/ 56 h 115"/>
              <a:gd name="T8" fmla="*/ 3 w 100"/>
              <a:gd name="T9" fmla="*/ 1 h 115"/>
              <a:gd name="T10" fmla="*/ 0 w 100"/>
              <a:gd name="T11" fmla="*/ 2 h 115"/>
              <a:gd name="T12" fmla="*/ 0 w 100"/>
              <a:gd name="T13" fmla="*/ 112 h 115"/>
            </a:gdLst>
            <a:ahLst/>
            <a:cxnLst>
              <a:cxn ang="0">
                <a:pos x="T0" y="T1"/>
              </a:cxn>
              <a:cxn ang="0">
                <a:pos x="T2" y="T3"/>
              </a:cxn>
              <a:cxn ang="0">
                <a:pos x="T4" y="T5"/>
              </a:cxn>
              <a:cxn ang="0">
                <a:pos x="T6" y="T7"/>
              </a:cxn>
              <a:cxn ang="0">
                <a:pos x="T8" y="T9"/>
              </a:cxn>
              <a:cxn ang="0">
                <a:pos x="T10" y="T11"/>
              </a:cxn>
              <a:cxn ang="0">
                <a:pos x="T12" y="T13"/>
              </a:cxn>
            </a:cxnLst>
            <a:rect l="0" t="0" r="r" b="b"/>
            <a:pathLst>
              <a:path w="100" h="115">
                <a:moveTo>
                  <a:pt x="0" y="112"/>
                </a:moveTo>
                <a:cubicBezTo>
                  <a:pt x="0" y="114"/>
                  <a:pt x="2" y="115"/>
                  <a:pt x="3" y="114"/>
                </a:cubicBezTo>
                <a:cubicBezTo>
                  <a:pt x="99" y="59"/>
                  <a:pt x="99" y="59"/>
                  <a:pt x="99" y="59"/>
                </a:cubicBezTo>
                <a:cubicBezTo>
                  <a:pt x="100" y="58"/>
                  <a:pt x="100" y="57"/>
                  <a:pt x="99" y="56"/>
                </a:cubicBezTo>
                <a:cubicBezTo>
                  <a:pt x="3" y="1"/>
                  <a:pt x="3" y="1"/>
                  <a:pt x="3" y="1"/>
                </a:cubicBezTo>
                <a:cubicBezTo>
                  <a:pt x="2" y="0"/>
                  <a:pt x="0" y="0"/>
                  <a:pt x="0" y="2"/>
                </a:cubicBezTo>
                <a:lnTo>
                  <a:pt x="0" y="112"/>
                </a:ln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46"/>
          <p:cNvSpPr>
            <a:spLocks noEditPoints="1"/>
          </p:cNvSpPr>
          <p:nvPr/>
        </p:nvSpPr>
        <p:spPr bwMode="auto">
          <a:xfrm>
            <a:off x="6236969" y="4952962"/>
            <a:ext cx="509333" cy="461298"/>
          </a:xfrm>
          <a:custGeom>
            <a:avLst/>
            <a:gdLst>
              <a:gd name="T0" fmla="*/ 237 w 260"/>
              <a:gd name="T1" fmla="*/ 95 h 235"/>
              <a:gd name="T2" fmla="*/ 24 w 260"/>
              <a:gd name="T3" fmla="*/ 95 h 235"/>
              <a:gd name="T4" fmla="*/ 0 w 260"/>
              <a:gd name="T5" fmla="*/ 72 h 235"/>
              <a:gd name="T6" fmla="*/ 260 w 260"/>
              <a:gd name="T7" fmla="*/ 72 h 235"/>
              <a:gd name="T8" fmla="*/ 237 w 260"/>
              <a:gd name="T9" fmla="*/ 95 h 235"/>
              <a:gd name="T10" fmla="*/ 225 w 260"/>
              <a:gd name="T11" fmla="*/ 107 h 235"/>
              <a:gd name="T12" fmla="*/ 201 w 260"/>
              <a:gd name="T13" fmla="*/ 131 h 235"/>
              <a:gd name="T14" fmla="*/ 59 w 260"/>
              <a:gd name="T15" fmla="*/ 131 h 235"/>
              <a:gd name="T16" fmla="*/ 35 w 260"/>
              <a:gd name="T17" fmla="*/ 107 h 235"/>
              <a:gd name="T18" fmla="*/ 225 w 260"/>
              <a:gd name="T19" fmla="*/ 107 h 235"/>
              <a:gd name="T20" fmla="*/ 189 w 260"/>
              <a:gd name="T21" fmla="*/ 143 h 235"/>
              <a:gd name="T22" fmla="*/ 166 w 260"/>
              <a:gd name="T23" fmla="*/ 166 h 235"/>
              <a:gd name="T24" fmla="*/ 95 w 260"/>
              <a:gd name="T25" fmla="*/ 166 h 235"/>
              <a:gd name="T26" fmla="*/ 71 w 260"/>
              <a:gd name="T27" fmla="*/ 143 h 235"/>
              <a:gd name="T28" fmla="*/ 189 w 260"/>
              <a:gd name="T29" fmla="*/ 143 h 235"/>
              <a:gd name="T30" fmla="*/ 130 w 260"/>
              <a:gd name="T31" fmla="*/ 168 h 235"/>
              <a:gd name="T32" fmla="*/ 164 w 260"/>
              <a:gd name="T33" fmla="*/ 202 h 235"/>
              <a:gd name="T34" fmla="*/ 130 w 260"/>
              <a:gd name="T35" fmla="*/ 235 h 235"/>
              <a:gd name="T36" fmla="*/ 97 w 260"/>
              <a:gd name="T37" fmla="*/ 202 h 235"/>
              <a:gd name="T38" fmla="*/ 130 w 260"/>
              <a:gd name="T39" fmla="*/ 168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0" h="235">
                <a:moveTo>
                  <a:pt x="237" y="95"/>
                </a:moveTo>
                <a:cubicBezTo>
                  <a:pt x="178" y="36"/>
                  <a:pt x="82" y="36"/>
                  <a:pt x="24" y="95"/>
                </a:cubicBezTo>
                <a:cubicBezTo>
                  <a:pt x="0" y="72"/>
                  <a:pt x="0" y="72"/>
                  <a:pt x="0" y="72"/>
                </a:cubicBezTo>
                <a:cubicBezTo>
                  <a:pt x="72" y="0"/>
                  <a:pt x="188" y="0"/>
                  <a:pt x="260" y="72"/>
                </a:cubicBezTo>
                <a:lnTo>
                  <a:pt x="237" y="95"/>
                </a:lnTo>
                <a:close/>
                <a:moveTo>
                  <a:pt x="225" y="107"/>
                </a:moveTo>
                <a:cubicBezTo>
                  <a:pt x="201" y="131"/>
                  <a:pt x="201" y="131"/>
                  <a:pt x="201" y="131"/>
                </a:cubicBezTo>
                <a:cubicBezTo>
                  <a:pt x="162" y="91"/>
                  <a:pt x="98" y="91"/>
                  <a:pt x="59" y="131"/>
                </a:cubicBezTo>
                <a:cubicBezTo>
                  <a:pt x="35" y="107"/>
                  <a:pt x="35" y="107"/>
                  <a:pt x="35" y="107"/>
                </a:cubicBezTo>
                <a:cubicBezTo>
                  <a:pt x="88" y="55"/>
                  <a:pt x="173" y="55"/>
                  <a:pt x="225" y="107"/>
                </a:cubicBezTo>
                <a:close/>
                <a:moveTo>
                  <a:pt x="189" y="143"/>
                </a:moveTo>
                <a:cubicBezTo>
                  <a:pt x="166" y="166"/>
                  <a:pt x="166" y="166"/>
                  <a:pt x="166" y="166"/>
                </a:cubicBezTo>
                <a:cubicBezTo>
                  <a:pt x="146" y="147"/>
                  <a:pt x="114" y="147"/>
                  <a:pt x="95" y="166"/>
                </a:cubicBezTo>
                <a:cubicBezTo>
                  <a:pt x="71" y="143"/>
                  <a:pt x="71" y="143"/>
                  <a:pt x="71" y="143"/>
                </a:cubicBezTo>
                <a:cubicBezTo>
                  <a:pt x="104" y="110"/>
                  <a:pt x="157" y="110"/>
                  <a:pt x="189" y="143"/>
                </a:cubicBezTo>
                <a:close/>
                <a:moveTo>
                  <a:pt x="130" y="168"/>
                </a:moveTo>
                <a:cubicBezTo>
                  <a:pt x="149" y="168"/>
                  <a:pt x="164" y="183"/>
                  <a:pt x="164" y="202"/>
                </a:cubicBezTo>
                <a:cubicBezTo>
                  <a:pt x="164" y="220"/>
                  <a:pt x="149" y="235"/>
                  <a:pt x="130" y="235"/>
                </a:cubicBezTo>
                <a:cubicBezTo>
                  <a:pt x="112" y="235"/>
                  <a:pt x="97" y="220"/>
                  <a:pt x="97" y="202"/>
                </a:cubicBezTo>
                <a:cubicBezTo>
                  <a:pt x="97" y="183"/>
                  <a:pt x="112" y="168"/>
                  <a:pt x="130" y="168"/>
                </a:cubicBez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33" name="组合 32"/>
          <p:cNvGrpSpPr/>
          <p:nvPr/>
        </p:nvGrpSpPr>
        <p:grpSpPr>
          <a:xfrm>
            <a:off x="6252345" y="3219994"/>
            <a:ext cx="478582" cy="479905"/>
            <a:chOff x="6028561" y="-1589065"/>
            <a:chExt cx="407345" cy="408471"/>
          </a:xfrm>
          <a:solidFill>
            <a:schemeClr val="tx1">
              <a:lumMod val="65000"/>
              <a:lumOff val="35000"/>
            </a:schemeClr>
          </a:solidFill>
        </p:grpSpPr>
        <p:sp>
          <p:nvSpPr>
            <p:cNvPr id="34" name="Freeform 14"/>
            <p:cNvSpPr>
              <a:spLocks/>
            </p:cNvSpPr>
            <p:nvPr/>
          </p:nvSpPr>
          <p:spPr bwMode="auto">
            <a:xfrm>
              <a:off x="6129835" y="-1460785"/>
              <a:ext cx="306071" cy="280191"/>
            </a:xfrm>
            <a:custGeom>
              <a:avLst/>
              <a:gdLst>
                <a:gd name="T0" fmla="*/ 96 w 115"/>
                <a:gd name="T1" fmla="*/ 0 h 105"/>
                <a:gd name="T2" fmla="*/ 86 w 115"/>
                <a:gd name="T3" fmla="*/ 0 h 105"/>
                <a:gd name="T4" fmla="*/ 86 w 115"/>
                <a:gd name="T5" fmla="*/ 10 h 105"/>
                <a:gd name="T6" fmla="*/ 57 w 115"/>
                <a:gd name="T7" fmla="*/ 38 h 105"/>
                <a:gd name="T8" fmla="*/ 14 w 115"/>
                <a:gd name="T9" fmla="*/ 38 h 105"/>
                <a:gd name="T10" fmla="*/ 0 w 115"/>
                <a:gd name="T11" fmla="*/ 52 h 105"/>
                <a:gd name="T12" fmla="*/ 0 w 115"/>
                <a:gd name="T13" fmla="*/ 57 h 105"/>
                <a:gd name="T14" fmla="*/ 19 w 115"/>
                <a:gd name="T15" fmla="*/ 76 h 105"/>
                <a:gd name="T16" fmla="*/ 67 w 115"/>
                <a:gd name="T17" fmla="*/ 76 h 105"/>
                <a:gd name="T18" fmla="*/ 96 w 115"/>
                <a:gd name="T19" fmla="*/ 105 h 105"/>
                <a:gd name="T20" fmla="*/ 96 w 115"/>
                <a:gd name="T21" fmla="*/ 76 h 105"/>
                <a:gd name="T22" fmla="*/ 115 w 115"/>
                <a:gd name="T23" fmla="*/ 57 h 105"/>
                <a:gd name="T24" fmla="*/ 115 w 115"/>
                <a:gd name="T25" fmla="*/ 19 h 105"/>
                <a:gd name="T26" fmla="*/ 96 w 115"/>
                <a:gd name="T27"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5" h="105">
                  <a:moveTo>
                    <a:pt x="96" y="0"/>
                  </a:moveTo>
                  <a:cubicBezTo>
                    <a:pt x="86" y="0"/>
                    <a:pt x="86" y="0"/>
                    <a:pt x="86" y="0"/>
                  </a:cubicBezTo>
                  <a:cubicBezTo>
                    <a:pt x="86" y="10"/>
                    <a:pt x="86" y="10"/>
                    <a:pt x="86" y="10"/>
                  </a:cubicBezTo>
                  <a:cubicBezTo>
                    <a:pt x="86" y="24"/>
                    <a:pt x="72" y="38"/>
                    <a:pt x="57" y="38"/>
                  </a:cubicBezTo>
                  <a:cubicBezTo>
                    <a:pt x="14" y="38"/>
                    <a:pt x="14" y="38"/>
                    <a:pt x="14" y="38"/>
                  </a:cubicBezTo>
                  <a:cubicBezTo>
                    <a:pt x="0" y="52"/>
                    <a:pt x="0" y="52"/>
                    <a:pt x="0" y="52"/>
                  </a:cubicBezTo>
                  <a:cubicBezTo>
                    <a:pt x="0" y="57"/>
                    <a:pt x="0" y="57"/>
                    <a:pt x="0" y="57"/>
                  </a:cubicBezTo>
                  <a:cubicBezTo>
                    <a:pt x="0" y="67"/>
                    <a:pt x="10" y="76"/>
                    <a:pt x="19" y="76"/>
                  </a:cubicBezTo>
                  <a:cubicBezTo>
                    <a:pt x="67" y="76"/>
                    <a:pt x="67" y="76"/>
                    <a:pt x="67" y="76"/>
                  </a:cubicBezTo>
                  <a:cubicBezTo>
                    <a:pt x="96" y="105"/>
                    <a:pt x="96" y="105"/>
                    <a:pt x="96" y="105"/>
                  </a:cubicBezTo>
                  <a:cubicBezTo>
                    <a:pt x="96" y="76"/>
                    <a:pt x="96" y="76"/>
                    <a:pt x="96" y="76"/>
                  </a:cubicBezTo>
                  <a:cubicBezTo>
                    <a:pt x="105" y="76"/>
                    <a:pt x="115" y="67"/>
                    <a:pt x="115" y="57"/>
                  </a:cubicBezTo>
                  <a:cubicBezTo>
                    <a:pt x="115" y="19"/>
                    <a:pt x="115" y="19"/>
                    <a:pt x="115" y="19"/>
                  </a:cubicBezTo>
                  <a:cubicBezTo>
                    <a:pt x="115" y="10"/>
                    <a:pt x="105" y="0"/>
                    <a:pt x="96" y="0"/>
                  </a:cubicBez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15"/>
            <p:cNvSpPr>
              <a:spLocks/>
            </p:cNvSpPr>
            <p:nvPr/>
          </p:nvSpPr>
          <p:spPr bwMode="auto">
            <a:xfrm>
              <a:off x="6028561" y="-1589065"/>
              <a:ext cx="303820" cy="280191"/>
            </a:xfrm>
            <a:custGeom>
              <a:avLst/>
              <a:gdLst>
                <a:gd name="T0" fmla="*/ 48 w 114"/>
                <a:gd name="T1" fmla="*/ 77 h 105"/>
                <a:gd name="T2" fmla="*/ 95 w 114"/>
                <a:gd name="T3" fmla="*/ 77 h 105"/>
                <a:gd name="T4" fmla="*/ 114 w 114"/>
                <a:gd name="T5" fmla="*/ 58 h 105"/>
                <a:gd name="T6" fmla="*/ 114 w 114"/>
                <a:gd name="T7" fmla="*/ 20 h 105"/>
                <a:gd name="T8" fmla="*/ 95 w 114"/>
                <a:gd name="T9" fmla="*/ 0 h 105"/>
                <a:gd name="T10" fmla="*/ 19 w 114"/>
                <a:gd name="T11" fmla="*/ 0 h 105"/>
                <a:gd name="T12" fmla="*/ 0 w 114"/>
                <a:gd name="T13" fmla="*/ 20 h 105"/>
                <a:gd name="T14" fmla="*/ 0 w 114"/>
                <a:gd name="T15" fmla="*/ 58 h 105"/>
                <a:gd name="T16" fmla="*/ 19 w 114"/>
                <a:gd name="T17" fmla="*/ 77 h 105"/>
                <a:gd name="T18" fmla="*/ 19 w 114"/>
                <a:gd name="T19" fmla="*/ 105 h 105"/>
                <a:gd name="T20" fmla="*/ 48 w 114"/>
                <a:gd name="T21" fmla="*/ 7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4" h="105">
                  <a:moveTo>
                    <a:pt x="48" y="77"/>
                  </a:moveTo>
                  <a:cubicBezTo>
                    <a:pt x="95" y="77"/>
                    <a:pt x="95" y="77"/>
                    <a:pt x="95" y="77"/>
                  </a:cubicBezTo>
                  <a:cubicBezTo>
                    <a:pt x="105" y="77"/>
                    <a:pt x="114" y="67"/>
                    <a:pt x="114" y="58"/>
                  </a:cubicBezTo>
                  <a:cubicBezTo>
                    <a:pt x="114" y="20"/>
                    <a:pt x="114" y="20"/>
                    <a:pt x="114" y="20"/>
                  </a:cubicBezTo>
                  <a:cubicBezTo>
                    <a:pt x="114" y="10"/>
                    <a:pt x="105" y="0"/>
                    <a:pt x="95" y="0"/>
                  </a:cubicBezTo>
                  <a:cubicBezTo>
                    <a:pt x="19" y="0"/>
                    <a:pt x="19" y="0"/>
                    <a:pt x="19" y="0"/>
                  </a:cubicBezTo>
                  <a:cubicBezTo>
                    <a:pt x="10" y="0"/>
                    <a:pt x="0" y="10"/>
                    <a:pt x="0" y="20"/>
                  </a:cubicBezTo>
                  <a:cubicBezTo>
                    <a:pt x="0" y="58"/>
                    <a:pt x="0" y="58"/>
                    <a:pt x="0" y="58"/>
                  </a:cubicBezTo>
                  <a:cubicBezTo>
                    <a:pt x="0" y="67"/>
                    <a:pt x="10" y="77"/>
                    <a:pt x="19" y="77"/>
                  </a:cubicBezTo>
                  <a:cubicBezTo>
                    <a:pt x="19" y="105"/>
                    <a:pt x="19" y="105"/>
                    <a:pt x="19" y="105"/>
                  </a:cubicBezTo>
                  <a:lnTo>
                    <a:pt x="48" y="77"/>
                  </a:ln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36" name="文本框 35"/>
          <p:cNvSpPr txBox="1"/>
          <p:nvPr/>
        </p:nvSpPr>
        <p:spPr>
          <a:xfrm>
            <a:off x="7351717" y="2996433"/>
            <a:ext cx="2856518" cy="830997"/>
          </a:xfrm>
          <a:prstGeom prst="rect">
            <a:avLst/>
          </a:prstGeom>
          <a:noFill/>
        </p:spPr>
        <p:txBody>
          <a:bodyPr wrap="square" rtlCol="0">
            <a:spAutoFit/>
          </a:bodyPr>
          <a:lstStyle/>
          <a:p>
            <a:pPr>
              <a:lnSpc>
                <a:spcPct val="120000"/>
              </a:lnSpc>
            </a:pPr>
            <a:r>
              <a:rPr lang="zh-CN" altLang="en-US" sz="2400" b="1" dirty="0">
                <a:solidFill>
                  <a:srgbClr val="5EC6D3"/>
                </a:solidFill>
              </a:rPr>
              <a:t>添加标题</a:t>
            </a:r>
            <a:endParaRPr lang="en-US" altLang="zh-CN" sz="2400" b="1" dirty="0">
              <a:solidFill>
                <a:srgbClr val="5EC6D3"/>
              </a:solidFill>
            </a:endParaRPr>
          </a:p>
          <a:p>
            <a:pPr>
              <a:lnSpc>
                <a:spcPct val="120000"/>
              </a:lnSpc>
            </a:pPr>
            <a:r>
              <a:rPr lang="zh-CN" altLang="en-US" sz="1600" dirty="0">
                <a:solidFill>
                  <a:schemeClr val="tx1">
                    <a:lumMod val="65000"/>
                    <a:lumOff val="35000"/>
                  </a:schemeClr>
                </a:solidFill>
              </a:rPr>
              <a:t>添加内容添加内容</a:t>
            </a:r>
          </a:p>
        </p:txBody>
      </p:sp>
      <p:sp>
        <p:nvSpPr>
          <p:cNvPr id="37" name="文本框 36"/>
          <p:cNvSpPr txBox="1"/>
          <p:nvPr/>
        </p:nvSpPr>
        <p:spPr>
          <a:xfrm>
            <a:off x="7351717" y="4817222"/>
            <a:ext cx="2856518" cy="830997"/>
          </a:xfrm>
          <a:prstGeom prst="rect">
            <a:avLst/>
          </a:prstGeom>
          <a:noFill/>
        </p:spPr>
        <p:txBody>
          <a:bodyPr wrap="square" rtlCol="0">
            <a:spAutoFit/>
          </a:bodyPr>
          <a:lstStyle/>
          <a:p>
            <a:pPr>
              <a:lnSpc>
                <a:spcPct val="120000"/>
              </a:lnSpc>
            </a:pPr>
            <a:r>
              <a:rPr lang="zh-CN" altLang="en-US" sz="2400" b="1" dirty="0">
                <a:solidFill>
                  <a:srgbClr val="F8841D"/>
                </a:solidFill>
              </a:rPr>
              <a:t>添加标题</a:t>
            </a:r>
            <a:endParaRPr lang="en-US" altLang="zh-CN" sz="2400" b="1" dirty="0">
              <a:solidFill>
                <a:srgbClr val="F8841D"/>
              </a:solidFill>
            </a:endParaRPr>
          </a:p>
          <a:p>
            <a:pPr>
              <a:lnSpc>
                <a:spcPct val="120000"/>
              </a:lnSpc>
            </a:pPr>
            <a:r>
              <a:rPr lang="zh-CN" altLang="en-US" sz="1600" dirty="0">
                <a:solidFill>
                  <a:schemeClr val="tx1">
                    <a:lumMod val="65000"/>
                    <a:lumOff val="35000"/>
                  </a:schemeClr>
                </a:solidFill>
              </a:rPr>
              <a:t>添加内容添加内容</a:t>
            </a:r>
          </a:p>
        </p:txBody>
      </p:sp>
      <p:sp>
        <p:nvSpPr>
          <p:cNvPr id="38"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二项对比</a:t>
            </a:r>
            <a:endParaRPr lang="zh-CN" altLang="zh-CN" sz="2800" b="1" dirty="0">
              <a:solidFill>
                <a:schemeClr val="tx1">
                  <a:lumMod val="65000"/>
                  <a:lumOff val="35000"/>
                </a:schemeClr>
              </a:solidFill>
            </a:endParaRPr>
          </a:p>
        </p:txBody>
      </p:sp>
      <p:sp>
        <p:nvSpPr>
          <p:cNvPr id="40" name="矩形 39"/>
          <p:cNvSpPr/>
          <p:nvPr/>
        </p:nvSpPr>
        <p:spPr>
          <a:xfrm>
            <a:off x="434078" y="5047022"/>
            <a:ext cx="3650999" cy="1052596"/>
          </a:xfrm>
          <a:prstGeom prst="rect">
            <a:avLst/>
          </a:prstGeom>
          <a:noFill/>
        </p:spPr>
        <p:txBody>
          <a:bodyPr wrap="square">
            <a:spAutoFit/>
          </a:bodyPr>
          <a:lstStyle/>
          <a:p>
            <a:pPr>
              <a:lnSpc>
                <a:spcPct val="130000"/>
              </a:lnSpc>
            </a:pPr>
            <a:r>
              <a:rPr lang="zh-CN" altLang="en-US" sz="1600" dirty="0">
                <a:solidFill>
                  <a:schemeClr val="tx1">
                    <a:lumMod val="65000"/>
                    <a:lumOff val="35000"/>
                  </a:schemeClr>
                </a:solidFill>
              </a:rPr>
              <a:t>添加内容添加内容添加内容添加内容添加内容添加内容添加内容添加内容添加内容添加内容添加内容</a:t>
            </a:r>
          </a:p>
        </p:txBody>
      </p:sp>
      <p:sp>
        <p:nvSpPr>
          <p:cNvPr id="41" name="文本框 40"/>
          <p:cNvSpPr txBox="1"/>
          <p:nvPr/>
        </p:nvSpPr>
        <p:spPr>
          <a:xfrm>
            <a:off x="434078" y="4091509"/>
            <a:ext cx="3913366" cy="535531"/>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42" name="Rectangle 58"/>
          <p:cNvSpPr/>
          <p:nvPr/>
        </p:nvSpPr>
        <p:spPr>
          <a:xfrm>
            <a:off x="434078" y="4511777"/>
            <a:ext cx="4963915" cy="368371"/>
          </a:xfrm>
          <a:prstGeom prst="rect">
            <a:avLst/>
          </a:prstGeom>
        </p:spPr>
        <p:txBody>
          <a:bodyPr wrap="square">
            <a:spAutoFit/>
          </a:bodyPr>
          <a:lstStyle/>
          <a:p>
            <a:pPr>
              <a:lnSpc>
                <a:spcPct val="123000"/>
              </a:lnSpc>
              <a:spcBef>
                <a:spcPts val="600"/>
              </a:spcBef>
            </a:pPr>
            <a:r>
              <a:rPr lang="zh-CN" altLang="en-US" sz="1600" dirty="0">
                <a:solidFill>
                  <a:schemeClr val="tx1">
                    <a:lumMod val="65000"/>
                    <a:lumOff val="35000"/>
                  </a:schemeClr>
                </a:solidFill>
                <a:latin typeface="+mn-ea"/>
              </a:rPr>
              <a:t>单击此处添加副标题</a:t>
            </a:r>
          </a:p>
        </p:txBody>
      </p:sp>
    </p:spTree>
    <p:extLst>
      <p:ext uri="{BB962C8B-B14F-4D97-AF65-F5344CB8AC3E}">
        <p14:creationId xmlns:p14="http://schemas.microsoft.com/office/powerpoint/2010/main" val="2865953887"/>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
          <p:cNvGrpSpPr/>
          <p:nvPr/>
        </p:nvGrpSpPr>
        <p:grpSpPr>
          <a:xfrm>
            <a:off x="3403587" y="2088526"/>
            <a:ext cx="5384826" cy="3995520"/>
            <a:chOff x="212411" y="1354148"/>
            <a:chExt cx="5883589" cy="4365603"/>
          </a:xfrm>
        </p:grpSpPr>
        <p:sp>
          <p:nvSpPr>
            <p:cNvPr id="6" name="Freeform 5"/>
            <p:cNvSpPr>
              <a:spLocks/>
            </p:cNvSpPr>
            <p:nvPr/>
          </p:nvSpPr>
          <p:spPr bwMode="auto">
            <a:xfrm>
              <a:off x="1733741" y="1354148"/>
              <a:ext cx="4362259" cy="2181130"/>
            </a:xfrm>
            <a:custGeom>
              <a:avLst/>
              <a:gdLst>
                <a:gd name="T0" fmla="*/ 1655 w 1655"/>
                <a:gd name="T1" fmla="*/ 827 h 827"/>
                <a:gd name="T2" fmla="*/ 1164 w 1655"/>
                <a:gd name="T3" fmla="*/ 827 h 827"/>
                <a:gd name="T4" fmla="*/ 828 w 1655"/>
                <a:gd name="T5" fmla="*/ 492 h 827"/>
                <a:gd name="T6" fmla="*/ 492 w 1655"/>
                <a:gd name="T7" fmla="*/ 827 h 827"/>
                <a:gd name="T8" fmla="*/ 0 w 1655"/>
                <a:gd name="T9" fmla="*/ 827 h 827"/>
                <a:gd name="T10" fmla="*/ 828 w 1655"/>
                <a:gd name="T11" fmla="*/ 0 h 827"/>
                <a:gd name="T12" fmla="*/ 1655 w 1655"/>
                <a:gd name="T13" fmla="*/ 827 h 827"/>
              </a:gdLst>
              <a:ahLst/>
              <a:cxnLst>
                <a:cxn ang="0">
                  <a:pos x="T0" y="T1"/>
                </a:cxn>
                <a:cxn ang="0">
                  <a:pos x="T2" y="T3"/>
                </a:cxn>
                <a:cxn ang="0">
                  <a:pos x="T4" y="T5"/>
                </a:cxn>
                <a:cxn ang="0">
                  <a:pos x="T6" y="T7"/>
                </a:cxn>
                <a:cxn ang="0">
                  <a:pos x="T8" y="T9"/>
                </a:cxn>
                <a:cxn ang="0">
                  <a:pos x="T10" y="T11"/>
                </a:cxn>
                <a:cxn ang="0">
                  <a:pos x="T12" y="T13"/>
                </a:cxn>
              </a:cxnLst>
              <a:rect l="0" t="0" r="r" b="b"/>
              <a:pathLst>
                <a:path w="1655" h="827">
                  <a:moveTo>
                    <a:pt x="1655" y="827"/>
                  </a:moveTo>
                  <a:cubicBezTo>
                    <a:pt x="1164" y="827"/>
                    <a:pt x="1164" y="827"/>
                    <a:pt x="1164" y="827"/>
                  </a:cubicBezTo>
                  <a:cubicBezTo>
                    <a:pt x="1164" y="642"/>
                    <a:pt x="1013" y="492"/>
                    <a:pt x="828" y="492"/>
                  </a:cubicBezTo>
                  <a:cubicBezTo>
                    <a:pt x="642" y="492"/>
                    <a:pt x="492" y="642"/>
                    <a:pt x="492" y="827"/>
                  </a:cubicBezTo>
                  <a:cubicBezTo>
                    <a:pt x="0" y="827"/>
                    <a:pt x="0" y="827"/>
                    <a:pt x="0" y="827"/>
                  </a:cubicBezTo>
                  <a:cubicBezTo>
                    <a:pt x="0" y="370"/>
                    <a:pt x="371" y="0"/>
                    <a:pt x="828" y="0"/>
                  </a:cubicBezTo>
                  <a:cubicBezTo>
                    <a:pt x="1285" y="0"/>
                    <a:pt x="1655" y="370"/>
                    <a:pt x="1655" y="827"/>
                  </a:cubicBez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6"/>
            <p:cNvSpPr>
              <a:spLocks/>
            </p:cNvSpPr>
            <p:nvPr/>
          </p:nvSpPr>
          <p:spPr bwMode="auto">
            <a:xfrm>
              <a:off x="212411" y="3535278"/>
              <a:ext cx="4362259" cy="2184473"/>
            </a:xfrm>
            <a:custGeom>
              <a:avLst/>
              <a:gdLst>
                <a:gd name="T0" fmla="*/ 828 w 1655"/>
                <a:gd name="T1" fmla="*/ 336 h 828"/>
                <a:gd name="T2" fmla="*/ 1164 w 1655"/>
                <a:gd name="T3" fmla="*/ 0 h 828"/>
                <a:gd name="T4" fmla="*/ 1655 w 1655"/>
                <a:gd name="T5" fmla="*/ 0 h 828"/>
                <a:gd name="T6" fmla="*/ 828 w 1655"/>
                <a:gd name="T7" fmla="*/ 828 h 828"/>
                <a:gd name="T8" fmla="*/ 0 w 1655"/>
                <a:gd name="T9" fmla="*/ 0 h 828"/>
                <a:gd name="T10" fmla="*/ 492 w 1655"/>
                <a:gd name="T11" fmla="*/ 0 h 828"/>
                <a:gd name="T12" fmla="*/ 828 w 1655"/>
                <a:gd name="T13" fmla="*/ 336 h 828"/>
              </a:gdLst>
              <a:ahLst/>
              <a:cxnLst>
                <a:cxn ang="0">
                  <a:pos x="T0" y="T1"/>
                </a:cxn>
                <a:cxn ang="0">
                  <a:pos x="T2" y="T3"/>
                </a:cxn>
                <a:cxn ang="0">
                  <a:pos x="T4" y="T5"/>
                </a:cxn>
                <a:cxn ang="0">
                  <a:pos x="T6" y="T7"/>
                </a:cxn>
                <a:cxn ang="0">
                  <a:pos x="T8" y="T9"/>
                </a:cxn>
                <a:cxn ang="0">
                  <a:pos x="T10" y="T11"/>
                </a:cxn>
                <a:cxn ang="0">
                  <a:pos x="T12" y="T13"/>
                </a:cxn>
              </a:cxnLst>
              <a:rect l="0" t="0" r="r" b="b"/>
              <a:pathLst>
                <a:path w="1655" h="828">
                  <a:moveTo>
                    <a:pt x="828" y="336"/>
                  </a:moveTo>
                  <a:cubicBezTo>
                    <a:pt x="1013" y="336"/>
                    <a:pt x="1164" y="186"/>
                    <a:pt x="1164" y="0"/>
                  </a:cubicBezTo>
                  <a:cubicBezTo>
                    <a:pt x="1655" y="0"/>
                    <a:pt x="1655" y="0"/>
                    <a:pt x="1655" y="0"/>
                  </a:cubicBezTo>
                  <a:cubicBezTo>
                    <a:pt x="1655" y="457"/>
                    <a:pt x="1285" y="828"/>
                    <a:pt x="828" y="828"/>
                  </a:cubicBezTo>
                  <a:cubicBezTo>
                    <a:pt x="371" y="828"/>
                    <a:pt x="0" y="457"/>
                    <a:pt x="0" y="0"/>
                  </a:cubicBezTo>
                  <a:cubicBezTo>
                    <a:pt x="492" y="0"/>
                    <a:pt x="492" y="0"/>
                    <a:pt x="492" y="0"/>
                  </a:cubicBezTo>
                  <a:cubicBezTo>
                    <a:pt x="492" y="186"/>
                    <a:pt x="642" y="336"/>
                    <a:pt x="828" y="336"/>
                  </a:cubicBez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7"/>
            <p:cNvSpPr>
              <a:spLocks/>
            </p:cNvSpPr>
            <p:nvPr/>
          </p:nvSpPr>
          <p:spPr bwMode="auto">
            <a:xfrm>
              <a:off x="1733741" y="3525247"/>
              <a:ext cx="4362259" cy="2194504"/>
            </a:xfrm>
            <a:custGeom>
              <a:avLst/>
              <a:gdLst>
                <a:gd name="T0" fmla="*/ 828 w 1655"/>
                <a:gd name="T1" fmla="*/ 340 h 832"/>
                <a:gd name="T2" fmla="*/ 1164 w 1655"/>
                <a:gd name="T3" fmla="*/ 0 h 832"/>
                <a:gd name="T4" fmla="*/ 1655 w 1655"/>
                <a:gd name="T5" fmla="*/ 0 h 832"/>
                <a:gd name="T6" fmla="*/ 828 w 1655"/>
                <a:gd name="T7" fmla="*/ 832 h 832"/>
                <a:gd name="T8" fmla="*/ 0 w 1655"/>
                <a:gd name="T9" fmla="*/ 0 h 832"/>
                <a:gd name="T10" fmla="*/ 492 w 1655"/>
                <a:gd name="T11" fmla="*/ 0 h 832"/>
                <a:gd name="T12" fmla="*/ 828 w 1655"/>
                <a:gd name="T13" fmla="*/ 340 h 832"/>
              </a:gdLst>
              <a:ahLst/>
              <a:cxnLst>
                <a:cxn ang="0">
                  <a:pos x="T0" y="T1"/>
                </a:cxn>
                <a:cxn ang="0">
                  <a:pos x="T2" y="T3"/>
                </a:cxn>
                <a:cxn ang="0">
                  <a:pos x="T4" y="T5"/>
                </a:cxn>
                <a:cxn ang="0">
                  <a:pos x="T6" y="T7"/>
                </a:cxn>
                <a:cxn ang="0">
                  <a:pos x="T8" y="T9"/>
                </a:cxn>
                <a:cxn ang="0">
                  <a:pos x="T10" y="T11"/>
                </a:cxn>
                <a:cxn ang="0">
                  <a:pos x="T12" y="T13"/>
                </a:cxn>
              </a:cxnLst>
              <a:rect l="0" t="0" r="r" b="b"/>
              <a:pathLst>
                <a:path w="1655" h="832">
                  <a:moveTo>
                    <a:pt x="828" y="340"/>
                  </a:moveTo>
                  <a:cubicBezTo>
                    <a:pt x="1013" y="340"/>
                    <a:pt x="1164" y="186"/>
                    <a:pt x="1164" y="0"/>
                  </a:cubicBezTo>
                  <a:cubicBezTo>
                    <a:pt x="1655" y="0"/>
                    <a:pt x="1655" y="0"/>
                    <a:pt x="1655" y="0"/>
                  </a:cubicBezTo>
                  <a:cubicBezTo>
                    <a:pt x="1655" y="457"/>
                    <a:pt x="1285" y="832"/>
                    <a:pt x="828" y="832"/>
                  </a:cubicBezTo>
                  <a:cubicBezTo>
                    <a:pt x="371" y="832"/>
                    <a:pt x="0" y="457"/>
                    <a:pt x="0" y="0"/>
                  </a:cubicBezTo>
                  <a:cubicBezTo>
                    <a:pt x="492" y="0"/>
                    <a:pt x="492" y="0"/>
                    <a:pt x="492" y="0"/>
                  </a:cubicBezTo>
                  <a:cubicBezTo>
                    <a:pt x="492" y="186"/>
                    <a:pt x="642" y="340"/>
                    <a:pt x="828" y="340"/>
                  </a:cubicBez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8"/>
            <p:cNvSpPr>
              <a:spLocks/>
            </p:cNvSpPr>
            <p:nvPr/>
          </p:nvSpPr>
          <p:spPr bwMode="auto">
            <a:xfrm>
              <a:off x="212411" y="1354148"/>
              <a:ext cx="4362259" cy="2191160"/>
            </a:xfrm>
            <a:custGeom>
              <a:avLst/>
              <a:gdLst>
                <a:gd name="T0" fmla="*/ 1655 w 1655"/>
                <a:gd name="T1" fmla="*/ 831 h 831"/>
                <a:gd name="T2" fmla="*/ 1164 w 1655"/>
                <a:gd name="T3" fmla="*/ 831 h 831"/>
                <a:gd name="T4" fmla="*/ 828 w 1655"/>
                <a:gd name="T5" fmla="*/ 492 h 831"/>
                <a:gd name="T6" fmla="*/ 492 w 1655"/>
                <a:gd name="T7" fmla="*/ 831 h 831"/>
                <a:gd name="T8" fmla="*/ 0 w 1655"/>
                <a:gd name="T9" fmla="*/ 831 h 831"/>
                <a:gd name="T10" fmla="*/ 828 w 1655"/>
                <a:gd name="T11" fmla="*/ 0 h 831"/>
                <a:gd name="T12" fmla="*/ 1655 w 1655"/>
                <a:gd name="T13" fmla="*/ 831 h 831"/>
              </a:gdLst>
              <a:ahLst/>
              <a:cxnLst>
                <a:cxn ang="0">
                  <a:pos x="T0" y="T1"/>
                </a:cxn>
                <a:cxn ang="0">
                  <a:pos x="T2" y="T3"/>
                </a:cxn>
                <a:cxn ang="0">
                  <a:pos x="T4" y="T5"/>
                </a:cxn>
                <a:cxn ang="0">
                  <a:pos x="T6" y="T7"/>
                </a:cxn>
                <a:cxn ang="0">
                  <a:pos x="T8" y="T9"/>
                </a:cxn>
                <a:cxn ang="0">
                  <a:pos x="T10" y="T11"/>
                </a:cxn>
                <a:cxn ang="0">
                  <a:pos x="T12" y="T13"/>
                </a:cxn>
              </a:cxnLst>
              <a:rect l="0" t="0" r="r" b="b"/>
              <a:pathLst>
                <a:path w="1655" h="831">
                  <a:moveTo>
                    <a:pt x="1655" y="831"/>
                  </a:moveTo>
                  <a:cubicBezTo>
                    <a:pt x="1164" y="831"/>
                    <a:pt x="1164" y="831"/>
                    <a:pt x="1164" y="831"/>
                  </a:cubicBezTo>
                  <a:cubicBezTo>
                    <a:pt x="1164" y="646"/>
                    <a:pt x="1013" y="492"/>
                    <a:pt x="828" y="492"/>
                  </a:cubicBezTo>
                  <a:cubicBezTo>
                    <a:pt x="642" y="492"/>
                    <a:pt x="492" y="646"/>
                    <a:pt x="492" y="831"/>
                  </a:cubicBezTo>
                  <a:cubicBezTo>
                    <a:pt x="0" y="831"/>
                    <a:pt x="0" y="831"/>
                    <a:pt x="0" y="831"/>
                  </a:cubicBezTo>
                  <a:cubicBezTo>
                    <a:pt x="0" y="374"/>
                    <a:pt x="371" y="0"/>
                    <a:pt x="828" y="0"/>
                  </a:cubicBezTo>
                  <a:cubicBezTo>
                    <a:pt x="1285" y="0"/>
                    <a:pt x="1655" y="374"/>
                    <a:pt x="1655" y="831"/>
                  </a:cubicBez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3" name="文本框 12"/>
          <p:cNvSpPr txBox="1"/>
          <p:nvPr/>
        </p:nvSpPr>
        <p:spPr>
          <a:xfrm>
            <a:off x="4975264" y="3515370"/>
            <a:ext cx="769762" cy="1138773"/>
          </a:xfrm>
          <a:prstGeom prst="rect">
            <a:avLst/>
          </a:prstGeom>
          <a:noFill/>
        </p:spPr>
        <p:txBody>
          <a:bodyPr wrap="none" rtlCol="0">
            <a:spAutoFit/>
          </a:bodyPr>
          <a:lstStyle/>
          <a:p>
            <a:pPr algn="ctr"/>
            <a:r>
              <a:rPr lang="en-US" altLang="zh-CN" sz="2000" dirty="0">
                <a:solidFill>
                  <a:schemeClr val="bg1"/>
                </a:solidFill>
                <a:latin typeface="Agency FB" panose="020B0503020202020204" pitchFamily="34" charset="0"/>
              </a:rPr>
              <a:t>OPTION</a:t>
            </a:r>
          </a:p>
          <a:p>
            <a:pPr algn="ctr"/>
            <a:r>
              <a:rPr lang="en-US" altLang="zh-CN" sz="4800" dirty="0">
                <a:solidFill>
                  <a:schemeClr val="bg1"/>
                </a:solidFill>
                <a:latin typeface="Impact" panose="020B0806030902050204" pitchFamily="34" charset="0"/>
              </a:rPr>
              <a:t>01</a:t>
            </a:r>
            <a:endParaRPr lang="zh-CN" altLang="en-US" sz="4800" dirty="0">
              <a:solidFill>
                <a:schemeClr val="bg1"/>
              </a:solidFill>
              <a:latin typeface="Impact" panose="020B0806030902050204" pitchFamily="34" charset="0"/>
            </a:endParaRPr>
          </a:p>
        </p:txBody>
      </p:sp>
      <p:sp>
        <p:nvSpPr>
          <p:cNvPr id="14" name="文本框 13"/>
          <p:cNvSpPr txBox="1"/>
          <p:nvPr/>
        </p:nvSpPr>
        <p:spPr>
          <a:xfrm>
            <a:off x="6392375" y="3515370"/>
            <a:ext cx="824265" cy="1138773"/>
          </a:xfrm>
          <a:prstGeom prst="rect">
            <a:avLst/>
          </a:prstGeom>
          <a:noFill/>
        </p:spPr>
        <p:txBody>
          <a:bodyPr wrap="none" rtlCol="0">
            <a:spAutoFit/>
          </a:bodyPr>
          <a:lstStyle/>
          <a:p>
            <a:pPr algn="ctr"/>
            <a:r>
              <a:rPr lang="en-US" altLang="zh-CN" sz="2000" dirty="0">
                <a:solidFill>
                  <a:schemeClr val="bg1"/>
                </a:solidFill>
                <a:latin typeface="Agency FB" panose="020B0503020202020204" pitchFamily="34" charset="0"/>
              </a:rPr>
              <a:t>OPTION</a:t>
            </a:r>
          </a:p>
          <a:p>
            <a:pPr algn="ctr"/>
            <a:r>
              <a:rPr lang="en-US" altLang="zh-CN" sz="4800" dirty="0">
                <a:solidFill>
                  <a:schemeClr val="bg1"/>
                </a:solidFill>
                <a:latin typeface="Impact" panose="020B0806030902050204" pitchFamily="34" charset="0"/>
              </a:rPr>
              <a:t>02</a:t>
            </a:r>
            <a:endParaRPr lang="zh-CN" altLang="en-US" sz="4800" dirty="0">
              <a:solidFill>
                <a:schemeClr val="bg1"/>
              </a:solidFill>
              <a:latin typeface="Impact" panose="020B0806030902050204" pitchFamily="34" charset="0"/>
            </a:endParaRPr>
          </a:p>
        </p:txBody>
      </p:sp>
      <p:sp>
        <p:nvSpPr>
          <p:cNvPr id="16" name="矩形 15"/>
          <p:cNvSpPr/>
          <p:nvPr/>
        </p:nvSpPr>
        <p:spPr>
          <a:xfrm>
            <a:off x="9111986" y="3713074"/>
            <a:ext cx="2196000" cy="1052596"/>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a:t>
            </a:r>
          </a:p>
        </p:txBody>
      </p:sp>
      <p:sp>
        <p:nvSpPr>
          <p:cNvPr id="17" name="矩形 16"/>
          <p:cNvSpPr/>
          <p:nvPr/>
        </p:nvSpPr>
        <p:spPr>
          <a:xfrm>
            <a:off x="9111986" y="3266798"/>
            <a:ext cx="2196000" cy="332148"/>
          </a:xfrm>
          <a:prstGeom prst="rect">
            <a:avLst/>
          </a:prstGeom>
          <a:solidFill>
            <a:srgbClr val="546E7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latin typeface="Impact" panose="020B0806030902050204" pitchFamily="34" charset="0"/>
              </a:rPr>
              <a:t>单击添加标题</a:t>
            </a:r>
          </a:p>
        </p:txBody>
      </p:sp>
      <p:sp>
        <p:nvSpPr>
          <p:cNvPr id="18" name="矩形 17"/>
          <p:cNvSpPr/>
          <p:nvPr/>
        </p:nvSpPr>
        <p:spPr>
          <a:xfrm>
            <a:off x="757200" y="3713074"/>
            <a:ext cx="2196000" cy="1052596"/>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a:t>
            </a:r>
          </a:p>
        </p:txBody>
      </p:sp>
      <p:sp>
        <p:nvSpPr>
          <p:cNvPr id="19" name="矩形 18"/>
          <p:cNvSpPr/>
          <p:nvPr/>
        </p:nvSpPr>
        <p:spPr>
          <a:xfrm>
            <a:off x="757200" y="3266798"/>
            <a:ext cx="2196000" cy="332148"/>
          </a:xfrm>
          <a:prstGeom prst="rect">
            <a:avLst/>
          </a:prstGeom>
          <a:solidFill>
            <a:srgbClr val="5EC6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latin typeface="Impact" panose="020B0806030902050204" pitchFamily="34" charset="0"/>
              </a:rPr>
              <a:t>单击添加标题</a:t>
            </a:r>
          </a:p>
        </p:txBody>
      </p:sp>
      <p:sp>
        <p:nvSpPr>
          <p:cNvPr id="20" name="矩形 39"/>
          <p:cNvSpPr/>
          <p:nvPr/>
        </p:nvSpPr>
        <p:spPr>
          <a:xfrm>
            <a:off x="0" y="203088"/>
            <a:ext cx="2492990" cy="523220"/>
          </a:xfrm>
          <a:prstGeom prst="rect">
            <a:avLst/>
          </a:prstGeom>
          <a:noFill/>
        </p:spPr>
        <p:txBody>
          <a:bodyPr wrap="none" rtlCol="0">
            <a:spAutoFit/>
          </a:bodyPr>
          <a:lstStyle/>
          <a:p>
            <a:r>
              <a:rPr lang="zh-CN" altLang="en-US" sz="2800" b="1" dirty="0">
                <a:solidFill>
                  <a:schemeClr val="tx1">
                    <a:lumMod val="65000"/>
                    <a:lumOff val="35000"/>
                  </a:schemeClr>
                </a:solidFill>
              </a:rPr>
              <a:t>二项对比</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关系</a:t>
            </a:r>
            <a:endParaRPr lang="zh-CN" altLang="zh-CN" sz="2800" b="1" dirty="0">
              <a:solidFill>
                <a:schemeClr val="tx1">
                  <a:lumMod val="65000"/>
                  <a:lumOff val="35000"/>
                </a:schemeClr>
              </a:solidFill>
            </a:endParaRPr>
          </a:p>
        </p:txBody>
      </p:sp>
      <p:sp>
        <p:nvSpPr>
          <p:cNvPr id="24" name="文本框 23"/>
          <p:cNvSpPr txBox="1"/>
          <p:nvPr/>
        </p:nvSpPr>
        <p:spPr>
          <a:xfrm>
            <a:off x="4481818" y="2334497"/>
            <a:ext cx="1836000" cy="830997"/>
          </a:xfrm>
          <a:prstGeom prst="rect">
            <a:avLst/>
          </a:prstGeom>
          <a:noFill/>
        </p:spPr>
        <p:txBody>
          <a:bodyPr wrap="square" rtlCol="0">
            <a:spAutoFit/>
          </a:bodyPr>
          <a:lstStyle/>
          <a:p>
            <a:pPr algn="ctr">
              <a:lnSpc>
                <a:spcPct val="120000"/>
              </a:lnSpc>
            </a:pPr>
            <a:r>
              <a:rPr lang="zh-CN" altLang="en-US" sz="2400" b="1" dirty="0">
                <a:solidFill>
                  <a:schemeClr val="bg1"/>
                </a:solidFill>
              </a:rPr>
              <a:t>添加标题</a:t>
            </a:r>
            <a:endParaRPr lang="en-US" altLang="zh-CN" sz="2400" b="1" dirty="0">
              <a:solidFill>
                <a:schemeClr val="bg1"/>
              </a:solidFill>
            </a:endParaRPr>
          </a:p>
          <a:p>
            <a:pPr algn="ctr">
              <a:lnSpc>
                <a:spcPct val="120000"/>
              </a:lnSpc>
            </a:pPr>
            <a:r>
              <a:rPr lang="zh-CN" altLang="en-US" sz="1600" dirty="0">
                <a:solidFill>
                  <a:schemeClr val="bg1"/>
                </a:solidFill>
              </a:rPr>
              <a:t>添加内容</a:t>
            </a:r>
          </a:p>
        </p:txBody>
      </p:sp>
      <p:sp>
        <p:nvSpPr>
          <p:cNvPr id="25" name="文本框 24"/>
          <p:cNvSpPr txBox="1"/>
          <p:nvPr/>
        </p:nvSpPr>
        <p:spPr>
          <a:xfrm>
            <a:off x="5996727" y="5079811"/>
            <a:ext cx="1836000" cy="830997"/>
          </a:xfrm>
          <a:prstGeom prst="rect">
            <a:avLst/>
          </a:prstGeom>
          <a:noFill/>
        </p:spPr>
        <p:txBody>
          <a:bodyPr wrap="square" rtlCol="0">
            <a:spAutoFit/>
          </a:bodyPr>
          <a:lstStyle/>
          <a:p>
            <a:pPr algn="ctr">
              <a:lnSpc>
                <a:spcPct val="120000"/>
              </a:lnSpc>
            </a:pPr>
            <a:r>
              <a:rPr lang="zh-CN" altLang="en-US" sz="2400" b="1" dirty="0">
                <a:solidFill>
                  <a:schemeClr val="bg1"/>
                </a:solidFill>
              </a:rPr>
              <a:t>添加标题</a:t>
            </a:r>
            <a:endParaRPr lang="en-US" altLang="zh-CN" sz="2400" b="1" dirty="0">
              <a:solidFill>
                <a:schemeClr val="bg1"/>
              </a:solidFill>
            </a:endParaRPr>
          </a:p>
          <a:p>
            <a:pPr algn="ctr">
              <a:lnSpc>
                <a:spcPct val="120000"/>
              </a:lnSpc>
            </a:pPr>
            <a:r>
              <a:rPr lang="zh-CN" altLang="en-US" sz="1600" dirty="0">
                <a:solidFill>
                  <a:schemeClr val="bg1"/>
                </a:solidFill>
              </a:rPr>
              <a:t>添加内容</a:t>
            </a:r>
          </a:p>
        </p:txBody>
      </p:sp>
      <p:sp>
        <p:nvSpPr>
          <p:cNvPr id="26" name="Freeform 46"/>
          <p:cNvSpPr>
            <a:spLocks noEditPoints="1"/>
          </p:cNvSpPr>
          <p:nvPr/>
        </p:nvSpPr>
        <p:spPr bwMode="auto">
          <a:xfrm>
            <a:off x="3745192" y="3903864"/>
            <a:ext cx="509333" cy="461298"/>
          </a:xfrm>
          <a:custGeom>
            <a:avLst/>
            <a:gdLst>
              <a:gd name="T0" fmla="*/ 237 w 260"/>
              <a:gd name="T1" fmla="*/ 95 h 235"/>
              <a:gd name="T2" fmla="*/ 24 w 260"/>
              <a:gd name="T3" fmla="*/ 95 h 235"/>
              <a:gd name="T4" fmla="*/ 0 w 260"/>
              <a:gd name="T5" fmla="*/ 72 h 235"/>
              <a:gd name="T6" fmla="*/ 260 w 260"/>
              <a:gd name="T7" fmla="*/ 72 h 235"/>
              <a:gd name="T8" fmla="*/ 237 w 260"/>
              <a:gd name="T9" fmla="*/ 95 h 235"/>
              <a:gd name="T10" fmla="*/ 225 w 260"/>
              <a:gd name="T11" fmla="*/ 107 h 235"/>
              <a:gd name="T12" fmla="*/ 201 w 260"/>
              <a:gd name="T13" fmla="*/ 131 h 235"/>
              <a:gd name="T14" fmla="*/ 59 w 260"/>
              <a:gd name="T15" fmla="*/ 131 h 235"/>
              <a:gd name="T16" fmla="*/ 35 w 260"/>
              <a:gd name="T17" fmla="*/ 107 h 235"/>
              <a:gd name="T18" fmla="*/ 225 w 260"/>
              <a:gd name="T19" fmla="*/ 107 h 235"/>
              <a:gd name="T20" fmla="*/ 189 w 260"/>
              <a:gd name="T21" fmla="*/ 143 h 235"/>
              <a:gd name="T22" fmla="*/ 166 w 260"/>
              <a:gd name="T23" fmla="*/ 166 h 235"/>
              <a:gd name="T24" fmla="*/ 95 w 260"/>
              <a:gd name="T25" fmla="*/ 166 h 235"/>
              <a:gd name="T26" fmla="*/ 71 w 260"/>
              <a:gd name="T27" fmla="*/ 143 h 235"/>
              <a:gd name="T28" fmla="*/ 189 w 260"/>
              <a:gd name="T29" fmla="*/ 143 h 235"/>
              <a:gd name="T30" fmla="*/ 130 w 260"/>
              <a:gd name="T31" fmla="*/ 168 h 235"/>
              <a:gd name="T32" fmla="*/ 164 w 260"/>
              <a:gd name="T33" fmla="*/ 202 h 235"/>
              <a:gd name="T34" fmla="*/ 130 w 260"/>
              <a:gd name="T35" fmla="*/ 235 h 235"/>
              <a:gd name="T36" fmla="*/ 97 w 260"/>
              <a:gd name="T37" fmla="*/ 202 h 235"/>
              <a:gd name="T38" fmla="*/ 130 w 260"/>
              <a:gd name="T39" fmla="*/ 168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0" h="235">
                <a:moveTo>
                  <a:pt x="237" y="95"/>
                </a:moveTo>
                <a:cubicBezTo>
                  <a:pt x="178" y="36"/>
                  <a:pt x="82" y="36"/>
                  <a:pt x="24" y="95"/>
                </a:cubicBezTo>
                <a:cubicBezTo>
                  <a:pt x="0" y="72"/>
                  <a:pt x="0" y="72"/>
                  <a:pt x="0" y="72"/>
                </a:cubicBezTo>
                <a:cubicBezTo>
                  <a:pt x="72" y="0"/>
                  <a:pt x="188" y="0"/>
                  <a:pt x="260" y="72"/>
                </a:cubicBezTo>
                <a:lnTo>
                  <a:pt x="237" y="95"/>
                </a:lnTo>
                <a:close/>
                <a:moveTo>
                  <a:pt x="225" y="107"/>
                </a:moveTo>
                <a:cubicBezTo>
                  <a:pt x="201" y="131"/>
                  <a:pt x="201" y="131"/>
                  <a:pt x="201" y="131"/>
                </a:cubicBezTo>
                <a:cubicBezTo>
                  <a:pt x="162" y="91"/>
                  <a:pt x="98" y="91"/>
                  <a:pt x="59" y="131"/>
                </a:cubicBezTo>
                <a:cubicBezTo>
                  <a:pt x="35" y="107"/>
                  <a:pt x="35" y="107"/>
                  <a:pt x="35" y="107"/>
                </a:cubicBezTo>
                <a:cubicBezTo>
                  <a:pt x="88" y="55"/>
                  <a:pt x="173" y="55"/>
                  <a:pt x="225" y="107"/>
                </a:cubicBezTo>
                <a:close/>
                <a:moveTo>
                  <a:pt x="189" y="143"/>
                </a:moveTo>
                <a:cubicBezTo>
                  <a:pt x="166" y="166"/>
                  <a:pt x="166" y="166"/>
                  <a:pt x="166" y="166"/>
                </a:cubicBezTo>
                <a:cubicBezTo>
                  <a:pt x="146" y="147"/>
                  <a:pt x="114" y="147"/>
                  <a:pt x="95" y="166"/>
                </a:cubicBezTo>
                <a:cubicBezTo>
                  <a:pt x="71" y="143"/>
                  <a:pt x="71" y="143"/>
                  <a:pt x="71" y="143"/>
                </a:cubicBezTo>
                <a:cubicBezTo>
                  <a:pt x="104" y="110"/>
                  <a:pt x="157" y="110"/>
                  <a:pt x="189" y="143"/>
                </a:cubicBezTo>
                <a:close/>
                <a:moveTo>
                  <a:pt x="130" y="168"/>
                </a:moveTo>
                <a:cubicBezTo>
                  <a:pt x="149" y="168"/>
                  <a:pt x="164" y="183"/>
                  <a:pt x="164" y="202"/>
                </a:cubicBezTo>
                <a:cubicBezTo>
                  <a:pt x="164" y="220"/>
                  <a:pt x="149" y="235"/>
                  <a:pt x="130" y="235"/>
                </a:cubicBezTo>
                <a:cubicBezTo>
                  <a:pt x="112" y="235"/>
                  <a:pt x="97" y="220"/>
                  <a:pt x="97" y="202"/>
                </a:cubicBezTo>
                <a:cubicBezTo>
                  <a:pt x="97" y="183"/>
                  <a:pt x="112" y="168"/>
                  <a:pt x="130" y="168"/>
                </a:cubicBez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27" name="组合 26"/>
          <p:cNvGrpSpPr/>
          <p:nvPr/>
        </p:nvGrpSpPr>
        <p:grpSpPr>
          <a:xfrm>
            <a:off x="7919010" y="3713074"/>
            <a:ext cx="478582" cy="479905"/>
            <a:chOff x="6028561" y="-1589065"/>
            <a:chExt cx="407345" cy="408471"/>
          </a:xfrm>
        </p:grpSpPr>
        <p:sp>
          <p:nvSpPr>
            <p:cNvPr id="28" name="Freeform 14"/>
            <p:cNvSpPr>
              <a:spLocks/>
            </p:cNvSpPr>
            <p:nvPr/>
          </p:nvSpPr>
          <p:spPr bwMode="auto">
            <a:xfrm>
              <a:off x="6129835" y="-1460785"/>
              <a:ext cx="306071" cy="280191"/>
            </a:xfrm>
            <a:custGeom>
              <a:avLst/>
              <a:gdLst>
                <a:gd name="T0" fmla="*/ 96 w 115"/>
                <a:gd name="T1" fmla="*/ 0 h 105"/>
                <a:gd name="T2" fmla="*/ 86 w 115"/>
                <a:gd name="T3" fmla="*/ 0 h 105"/>
                <a:gd name="T4" fmla="*/ 86 w 115"/>
                <a:gd name="T5" fmla="*/ 10 h 105"/>
                <a:gd name="T6" fmla="*/ 57 w 115"/>
                <a:gd name="T7" fmla="*/ 38 h 105"/>
                <a:gd name="T8" fmla="*/ 14 w 115"/>
                <a:gd name="T9" fmla="*/ 38 h 105"/>
                <a:gd name="T10" fmla="*/ 0 w 115"/>
                <a:gd name="T11" fmla="*/ 52 h 105"/>
                <a:gd name="T12" fmla="*/ 0 w 115"/>
                <a:gd name="T13" fmla="*/ 57 h 105"/>
                <a:gd name="T14" fmla="*/ 19 w 115"/>
                <a:gd name="T15" fmla="*/ 76 h 105"/>
                <a:gd name="T16" fmla="*/ 67 w 115"/>
                <a:gd name="T17" fmla="*/ 76 h 105"/>
                <a:gd name="T18" fmla="*/ 96 w 115"/>
                <a:gd name="T19" fmla="*/ 105 h 105"/>
                <a:gd name="T20" fmla="*/ 96 w 115"/>
                <a:gd name="T21" fmla="*/ 76 h 105"/>
                <a:gd name="T22" fmla="*/ 115 w 115"/>
                <a:gd name="T23" fmla="*/ 57 h 105"/>
                <a:gd name="T24" fmla="*/ 115 w 115"/>
                <a:gd name="T25" fmla="*/ 19 h 105"/>
                <a:gd name="T26" fmla="*/ 96 w 115"/>
                <a:gd name="T27"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5" h="105">
                  <a:moveTo>
                    <a:pt x="96" y="0"/>
                  </a:moveTo>
                  <a:cubicBezTo>
                    <a:pt x="86" y="0"/>
                    <a:pt x="86" y="0"/>
                    <a:pt x="86" y="0"/>
                  </a:cubicBezTo>
                  <a:cubicBezTo>
                    <a:pt x="86" y="10"/>
                    <a:pt x="86" y="10"/>
                    <a:pt x="86" y="10"/>
                  </a:cubicBezTo>
                  <a:cubicBezTo>
                    <a:pt x="86" y="24"/>
                    <a:pt x="72" y="38"/>
                    <a:pt x="57" y="38"/>
                  </a:cubicBezTo>
                  <a:cubicBezTo>
                    <a:pt x="14" y="38"/>
                    <a:pt x="14" y="38"/>
                    <a:pt x="14" y="38"/>
                  </a:cubicBezTo>
                  <a:cubicBezTo>
                    <a:pt x="0" y="52"/>
                    <a:pt x="0" y="52"/>
                    <a:pt x="0" y="52"/>
                  </a:cubicBezTo>
                  <a:cubicBezTo>
                    <a:pt x="0" y="57"/>
                    <a:pt x="0" y="57"/>
                    <a:pt x="0" y="57"/>
                  </a:cubicBezTo>
                  <a:cubicBezTo>
                    <a:pt x="0" y="67"/>
                    <a:pt x="10" y="76"/>
                    <a:pt x="19" y="76"/>
                  </a:cubicBezTo>
                  <a:cubicBezTo>
                    <a:pt x="67" y="76"/>
                    <a:pt x="67" y="76"/>
                    <a:pt x="67" y="76"/>
                  </a:cubicBezTo>
                  <a:cubicBezTo>
                    <a:pt x="96" y="105"/>
                    <a:pt x="96" y="105"/>
                    <a:pt x="96" y="105"/>
                  </a:cubicBezTo>
                  <a:cubicBezTo>
                    <a:pt x="96" y="76"/>
                    <a:pt x="96" y="76"/>
                    <a:pt x="96" y="76"/>
                  </a:cubicBezTo>
                  <a:cubicBezTo>
                    <a:pt x="105" y="76"/>
                    <a:pt x="115" y="67"/>
                    <a:pt x="115" y="57"/>
                  </a:cubicBezTo>
                  <a:cubicBezTo>
                    <a:pt x="115" y="19"/>
                    <a:pt x="115" y="19"/>
                    <a:pt x="115" y="19"/>
                  </a:cubicBezTo>
                  <a:cubicBezTo>
                    <a:pt x="115" y="10"/>
                    <a:pt x="105" y="0"/>
                    <a:pt x="96" y="0"/>
                  </a:cubicBez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15"/>
            <p:cNvSpPr>
              <a:spLocks/>
            </p:cNvSpPr>
            <p:nvPr/>
          </p:nvSpPr>
          <p:spPr bwMode="auto">
            <a:xfrm>
              <a:off x="6028561" y="-1589065"/>
              <a:ext cx="303820" cy="280191"/>
            </a:xfrm>
            <a:custGeom>
              <a:avLst/>
              <a:gdLst>
                <a:gd name="T0" fmla="*/ 48 w 114"/>
                <a:gd name="T1" fmla="*/ 77 h 105"/>
                <a:gd name="T2" fmla="*/ 95 w 114"/>
                <a:gd name="T3" fmla="*/ 77 h 105"/>
                <a:gd name="T4" fmla="*/ 114 w 114"/>
                <a:gd name="T5" fmla="*/ 58 h 105"/>
                <a:gd name="T6" fmla="*/ 114 w 114"/>
                <a:gd name="T7" fmla="*/ 20 h 105"/>
                <a:gd name="T8" fmla="*/ 95 w 114"/>
                <a:gd name="T9" fmla="*/ 0 h 105"/>
                <a:gd name="T10" fmla="*/ 19 w 114"/>
                <a:gd name="T11" fmla="*/ 0 h 105"/>
                <a:gd name="T12" fmla="*/ 0 w 114"/>
                <a:gd name="T13" fmla="*/ 20 h 105"/>
                <a:gd name="T14" fmla="*/ 0 w 114"/>
                <a:gd name="T15" fmla="*/ 58 h 105"/>
                <a:gd name="T16" fmla="*/ 19 w 114"/>
                <a:gd name="T17" fmla="*/ 77 h 105"/>
                <a:gd name="T18" fmla="*/ 19 w 114"/>
                <a:gd name="T19" fmla="*/ 105 h 105"/>
                <a:gd name="T20" fmla="*/ 48 w 114"/>
                <a:gd name="T21" fmla="*/ 7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4" h="105">
                  <a:moveTo>
                    <a:pt x="48" y="77"/>
                  </a:moveTo>
                  <a:cubicBezTo>
                    <a:pt x="95" y="77"/>
                    <a:pt x="95" y="77"/>
                    <a:pt x="95" y="77"/>
                  </a:cubicBezTo>
                  <a:cubicBezTo>
                    <a:pt x="105" y="77"/>
                    <a:pt x="114" y="67"/>
                    <a:pt x="114" y="58"/>
                  </a:cubicBezTo>
                  <a:cubicBezTo>
                    <a:pt x="114" y="20"/>
                    <a:pt x="114" y="20"/>
                    <a:pt x="114" y="20"/>
                  </a:cubicBezTo>
                  <a:cubicBezTo>
                    <a:pt x="114" y="10"/>
                    <a:pt x="105" y="0"/>
                    <a:pt x="95" y="0"/>
                  </a:cubicBezTo>
                  <a:cubicBezTo>
                    <a:pt x="19" y="0"/>
                    <a:pt x="19" y="0"/>
                    <a:pt x="19" y="0"/>
                  </a:cubicBezTo>
                  <a:cubicBezTo>
                    <a:pt x="10" y="0"/>
                    <a:pt x="0" y="10"/>
                    <a:pt x="0" y="20"/>
                  </a:cubicBezTo>
                  <a:cubicBezTo>
                    <a:pt x="0" y="58"/>
                    <a:pt x="0" y="58"/>
                    <a:pt x="0" y="58"/>
                  </a:cubicBezTo>
                  <a:cubicBezTo>
                    <a:pt x="0" y="67"/>
                    <a:pt x="10" y="77"/>
                    <a:pt x="19" y="77"/>
                  </a:cubicBezTo>
                  <a:cubicBezTo>
                    <a:pt x="19" y="105"/>
                    <a:pt x="19" y="105"/>
                    <a:pt x="19" y="105"/>
                  </a:cubicBezTo>
                  <a:lnTo>
                    <a:pt x="48" y="77"/>
                  </a:ln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30" name="文本框 29"/>
          <p:cNvSpPr txBox="1"/>
          <p:nvPr/>
        </p:nvSpPr>
        <p:spPr>
          <a:xfrm>
            <a:off x="4139317" y="1058393"/>
            <a:ext cx="3913366"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31" name="Rectangle 58"/>
          <p:cNvSpPr/>
          <p:nvPr/>
        </p:nvSpPr>
        <p:spPr>
          <a:xfrm>
            <a:off x="3614043" y="1478661"/>
            <a:ext cx="4963915"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单击此处添加副标题</a:t>
            </a:r>
          </a:p>
        </p:txBody>
      </p:sp>
    </p:spTree>
    <p:extLst>
      <p:ext uri="{BB962C8B-B14F-4D97-AF65-F5344CB8AC3E}">
        <p14:creationId xmlns:p14="http://schemas.microsoft.com/office/powerpoint/2010/main" val="1809514998"/>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
          <p:cNvGrpSpPr/>
          <p:nvPr/>
        </p:nvGrpSpPr>
        <p:grpSpPr>
          <a:xfrm>
            <a:off x="3641703" y="2626393"/>
            <a:ext cx="4908595" cy="3007229"/>
            <a:chOff x="3552825" y="1635125"/>
            <a:chExt cx="2184400" cy="1338263"/>
          </a:xfrm>
        </p:grpSpPr>
        <p:sp>
          <p:nvSpPr>
            <p:cNvPr id="23" name="Freeform 23"/>
            <p:cNvSpPr>
              <a:spLocks/>
            </p:cNvSpPr>
            <p:nvPr/>
          </p:nvSpPr>
          <p:spPr bwMode="auto">
            <a:xfrm>
              <a:off x="3568700" y="1676400"/>
              <a:ext cx="2168525" cy="1296988"/>
            </a:xfrm>
            <a:custGeom>
              <a:avLst/>
              <a:gdLst>
                <a:gd name="T0" fmla="*/ 1366 w 1366"/>
                <a:gd name="T1" fmla="*/ 634 h 817"/>
                <a:gd name="T2" fmla="*/ 1116 w 1366"/>
                <a:gd name="T3" fmla="*/ 450 h 817"/>
                <a:gd name="T4" fmla="*/ 1116 w 1366"/>
                <a:gd name="T5" fmla="*/ 553 h 817"/>
                <a:gd name="T6" fmla="*/ 634 w 1366"/>
                <a:gd name="T7" fmla="*/ 553 h 817"/>
                <a:gd name="T8" fmla="*/ 774 w 1366"/>
                <a:gd name="T9" fmla="*/ 410 h 817"/>
                <a:gd name="T10" fmla="*/ 774 w 1366"/>
                <a:gd name="T11" fmla="*/ 410 h 817"/>
                <a:gd name="T12" fmla="*/ 912 w 1366"/>
                <a:gd name="T13" fmla="*/ 269 h 817"/>
                <a:gd name="T14" fmla="*/ 1085 w 1366"/>
                <a:gd name="T15" fmla="*/ 95 h 817"/>
                <a:gd name="T16" fmla="*/ 912 w 1366"/>
                <a:gd name="T17" fmla="*/ 95 h 817"/>
                <a:gd name="T18" fmla="*/ 252 w 1366"/>
                <a:gd name="T19" fmla="*/ 95 h 817"/>
                <a:gd name="T20" fmla="*/ 252 w 1366"/>
                <a:gd name="T21" fmla="*/ 0 h 817"/>
                <a:gd name="T22" fmla="*/ 0 w 1366"/>
                <a:gd name="T23" fmla="*/ 183 h 817"/>
                <a:gd name="T24" fmla="*/ 252 w 1366"/>
                <a:gd name="T25" fmla="*/ 367 h 817"/>
                <a:gd name="T26" fmla="*/ 252 w 1366"/>
                <a:gd name="T27" fmla="*/ 267 h 817"/>
                <a:gd name="T28" fmla="*/ 739 w 1366"/>
                <a:gd name="T29" fmla="*/ 267 h 817"/>
                <a:gd name="T30" fmla="*/ 601 w 1366"/>
                <a:gd name="T31" fmla="*/ 410 h 817"/>
                <a:gd name="T32" fmla="*/ 601 w 1366"/>
                <a:gd name="T33" fmla="*/ 410 h 817"/>
                <a:gd name="T34" fmla="*/ 461 w 1366"/>
                <a:gd name="T35" fmla="*/ 548 h 817"/>
                <a:gd name="T36" fmla="*/ 287 w 1366"/>
                <a:gd name="T37" fmla="*/ 724 h 817"/>
                <a:gd name="T38" fmla="*/ 461 w 1366"/>
                <a:gd name="T39" fmla="*/ 724 h 817"/>
                <a:gd name="T40" fmla="*/ 1116 w 1366"/>
                <a:gd name="T41" fmla="*/ 724 h 817"/>
                <a:gd name="T42" fmla="*/ 1116 w 1366"/>
                <a:gd name="T43" fmla="*/ 817 h 817"/>
                <a:gd name="T44" fmla="*/ 1366 w 1366"/>
                <a:gd name="T45" fmla="*/ 634 h 8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66" h="817">
                  <a:moveTo>
                    <a:pt x="1366" y="634"/>
                  </a:moveTo>
                  <a:lnTo>
                    <a:pt x="1116" y="450"/>
                  </a:lnTo>
                  <a:lnTo>
                    <a:pt x="1116" y="553"/>
                  </a:lnTo>
                  <a:lnTo>
                    <a:pt x="634" y="553"/>
                  </a:lnTo>
                  <a:lnTo>
                    <a:pt x="774" y="410"/>
                  </a:lnTo>
                  <a:lnTo>
                    <a:pt x="774" y="410"/>
                  </a:lnTo>
                  <a:lnTo>
                    <a:pt x="912" y="269"/>
                  </a:lnTo>
                  <a:lnTo>
                    <a:pt x="1085" y="95"/>
                  </a:lnTo>
                  <a:lnTo>
                    <a:pt x="912" y="95"/>
                  </a:lnTo>
                  <a:lnTo>
                    <a:pt x="252" y="95"/>
                  </a:lnTo>
                  <a:lnTo>
                    <a:pt x="252" y="0"/>
                  </a:lnTo>
                  <a:lnTo>
                    <a:pt x="0" y="183"/>
                  </a:lnTo>
                  <a:lnTo>
                    <a:pt x="252" y="367"/>
                  </a:lnTo>
                  <a:lnTo>
                    <a:pt x="252" y="267"/>
                  </a:lnTo>
                  <a:lnTo>
                    <a:pt x="739" y="267"/>
                  </a:lnTo>
                  <a:lnTo>
                    <a:pt x="601" y="410"/>
                  </a:lnTo>
                  <a:lnTo>
                    <a:pt x="601" y="410"/>
                  </a:lnTo>
                  <a:lnTo>
                    <a:pt x="461" y="548"/>
                  </a:lnTo>
                  <a:lnTo>
                    <a:pt x="287" y="724"/>
                  </a:lnTo>
                  <a:lnTo>
                    <a:pt x="461" y="724"/>
                  </a:lnTo>
                  <a:lnTo>
                    <a:pt x="1116" y="724"/>
                  </a:lnTo>
                  <a:lnTo>
                    <a:pt x="1116" y="817"/>
                  </a:lnTo>
                  <a:lnTo>
                    <a:pt x="1366" y="634"/>
                  </a:lnTo>
                  <a:close/>
                </a:path>
              </a:pathLst>
            </a:custGeom>
            <a:solidFill>
              <a:srgbClr val="B4B3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4"/>
            <p:cNvSpPr>
              <a:spLocks/>
            </p:cNvSpPr>
            <p:nvPr/>
          </p:nvSpPr>
          <p:spPr bwMode="auto">
            <a:xfrm>
              <a:off x="4494213" y="1782763"/>
              <a:ext cx="769938" cy="498475"/>
            </a:xfrm>
            <a:custGeom>
              <a:avLst/>
              <a:gdLst>
                <a:gd name="T0" fmla="*/ 485 w 485"/>
                <a:gd name="T1" fmla="*/ 0 h 314"/>
                <a:gd name="T2" fmla="*/ 311 w 485"/>
                <a:gd name="T3" fmla="*/ 0 h 314"/>
                <a:gd name="T4" fmla="*/ 0 w 485"/>
                <a:gd name="T5" fmla="*/ 314 h 314"/>
                <a:gd name="T6" fmla="*/ 174 w 485"/>
                <a:gd name="T7" fmla="*/ 314 h 314"/>
                <a:gd name="T8" fmla="*/ 485 w 485"/>
                <a:gd name="T9" fmla="*/ 0 h 314"/>
              </a:gdLst>
              <a:ahLst/>
              <a:cxnLst>
                <a:cxn ang="0">
                  <a:pos x="T0" y="T1"/>
                </a:cxn>
                <a:cxn ang="0">
                  <a:pos x="T2" y="T3"/>
                </a:cxn>
                <a:cxn ang="0">
                  <a:pos x="T4" y="T5"/>
                </a:cxn>
                <a:cxn ang="0">
                  <a:pos x="T6" y="T7"/>
                </a:cxn>
                <a:cxn ang="0">
                  <a:pos x="T8" y="T9"/>
                </a:cxn>
              </a:cxnLst>
              <a:rect l="0" t="0" r="r" b="b"/>
              <a:pathLst>
                <a:path w="485" h="314">
                  <a:moveTo>
                    <a:pt x="485" y="0"/>
                  </a:moveTo>
                  <a:lnTo>
                    <a:pt x="311" y="0"/>
                  </a:lnTo>
                  <a:lnTo>
                    <a:pt x="0" y="314"/>
                  </a:lnTo>
                  <a:lnTo>
                    <a:pt x="174" y="314"/>
                  </a:lnTo>
                  <a:lnTo>
                    <a:pt x="485" y="0"/>
                  </a:ln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5"/>
            <p:cNvSpPr>
              <a:spLocks/>
            </p:cNvSpPr>
            <p:nvPr/>
          </p:nvSpPr>
          <p:spPr bwMode="auto">
            <a:xfrm>
              <a:off x="3951288" y="1782763"/>
              <a:ext cx="1312863" cy="287338"/>
            </a:xfrm>
            <a:custGeom>
              <a:avLst/>
              <a:gdLst>
                <a:gd name="T0" fmla="*/ 644 w 827"/>
                <a:gd name="T1" fmla="*/ 181 h 181"/>
                <a:gd name="T2" fmla="*/ 0 w 827"/>
                <a:gd name="T3" fmla="*/ 181 h 181"/>
                <a:gd name="T4" fmla="*/ 0 w 827"/>
                <a:gd name="T5" fmla="*/ 0 h 181"/>
                <a:gd name="T6" fmla="*/ 827 w 827"/>
                <a:gd name="T7" fmla="*/ 0 h 181"/>
                <a:gd name="T8" fmla="*/ 644 w 827"/>
                <a:gd name="T9" fmla="*/ 181 h 181"/>
              </a:gdLst>
              <a:ahLst/>
              <a:cxnLst>
                <a:cxn ang="0">
                  <a:pos x="T0" y="T1"/>
                </a:cxn>
                <a:cxn ang="0">
                  <a:pos x="T2" y="T3"/>
                </a:cxn>
                <a:cxn ang="0">
                  <a:pos x="T4" y="T5"/>
                </a:cxn>
                <a:cxn ang="0">
                  <a:pos x="T6" y="T7"/>
                </a:cxn>
                <a:cxn ang="0">
                  <a:pos x="T8" y="T9"/>
                </a:cxn>
              </a:cxnLst>
              <a:rect l="0" t="0" r="r" b="b"/>
              <a:pathLst>
                <a:path w="827" h="181">
                  <a:moveTo>
                    <a:pt x="644" y="181"/>
                  </a:moveTo>
                  <a:lnTo>
                    <a:pt x="0" y="181"/>
                  </a:lnTo>
                  <a:lnTo>
                    <a:pt x="0" y="0"/>
                  </a:lnTo>
                  <a:lnTo>
                    <a:pt x="827" y="0"/>
                  </a:lnTo>
                  <a:lnTo>
                    <a:pt x="644" y="181"/>
                  </a:ln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6"/>
            <p:cNvSpPr>
              <a:spLocks/>
            </p:cNvSpPr>
            <p:nvPr/>
          </p:nvSpPr>
          <p:spPr bwMode="auto">
            <a:xfrm>
              <a:off x="3552825" y="1635125"/>
              <a:ext cx="398463" cy="582613"/>
            </a:xfrm>
            <a:custGeom>
              <a:avLst/>
              <a:gdLst>
                <a:gd name="T0" fmla="*/ 251 w 251"/>
                <a:gd name="T1" fmla="*/ 367 h 367"/>
                <a:gd name="T2" fmla="*/ 0 w 251"/>
                <a:gd name="T3" fmla="*/ 183 h 367"/>
                <a:gd name="T4" fmla="*/ 251 w 251"/>
                <a:gd name="T5" fmla="*/ 0 h 367"/>
                <a:gd name="T6" fmla="*/ 251 w 251"/>
                <a:gd name="T7" fmla="*/ 367 h 367"/>
              </a:gdLst>
              <a:ahLst/>
              <a:cxnLst>
                <a:cxn ang="0">
                  <a:pos x="T0" y="T1"/>
                </a:cxn>
                <a:cxn ang="0">
                  <a:pos x="T2" y="T3"/>
                </a:cxn>
                <a:cxn ang="0">
                  <a:pos x="T4" y="T5"/>
                </a:cxn>
                <a:cxn ang="0">
                  <a:pos x="T6" y="T7"/>
                </a:cxn>
              </a:cxnLst>
              <a:rect l="0" t="0" r="r" b="b"/>
              <a:pathLst>
                <a:path w="251" h="367">
                  <a:moveTo>
                    <a:pt x="251" y="367"/>
                  </a:moveTo>
                  <a:lnTo>
                    <a:pt x="0" y="183"/>
                  </a:lnTo>
                  <a:lnTo>
                    <a:pt x="251" y="0"/>
                  </a:lnTo>
                  <a:lnTo>
                    <a:pt x="251" y="367"/>
                  </a:ln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7"/>
            <p:cNvSpPr>
              <a:spLocks/>
            </p:cNvSpPr>
            <p:nvPr/>
          </p:nvSpPr>
          <p:spPr bwMode="auto">
            <a:xfrm>
              <a:off x="3997325" y="2281238"/>
              <a:ext cx="773113" cy="500063"/>
            </a:xfrm>
            <a:custGeom>
              <a:avLst/>
              <a:gdLst>
                <a:gd name="T0" fmla="*/ 0 w 487"/>
                <a:gd name="T1" fmla="*/ 315 h 315"/>
                <a:gd name="T2" fmla="*/ 173 w 487"/>
                <a:gd name="T3" fmla="*/ 315 h 315"/>
                <a:gd name="T4" fmla="*/ 487 w 487"/>
                <a:gd name="T5" fmla="*/ 0 h 315"/>
                <a:gd name="T6" fmla="*/ 313 w 487"/>
                <a:gd name="T7" fmla="*/ 0 h 315"/>
                <a:gd name="T8" fmla="*/ 0 w 487"/>
                <a:gd name="T9" fmla="*/ 315 h 315"/>
              </a:gdLst>
              <a:ahLst/>
              <a:cxnLst>
                <a:cxn ang="0">
                  <a:pos x="T0" y="T1"/>
                </a:cxn>
                <a:cxn ang="0">
                  <a:pos x="T2" y="T3"/>
                </a:cxn>
                <a:cxn ang="0">
                  <a:pos x="T4" y="T5"/>
                </a:cxn>
                <a:cxn ang="0">
                  <a:pos x="T6" y="T7"/>
                </a:cxn>
                <a:cxn ang="0">
                  <a:pos x="T8" y="T9"/>
                </a:cxn>
              </a:cxnLst>
              <a:rect l="0" t="0" r="r" b="b"/>
              <a:pathLst>
                <a:path w="487" h="315">
                  <a:moveTo>
                    <a:pt x="0" y="315"/>
                  </a:moveTo>
                  <a:lnTo>
                    <a:pt x="173" y="315"/>
                  </a:lnTo>
                  <a:lnTo>
                    <a:pt x="487" y="0"/>
                  </a:lnTo>
                  <a:lnTo>
                    <a:pt x="313" y="0"/>
                  </a:lnTo>
                  <a:lnTo>
                    <a:pt x="0" y="315"/>
                  </a:ln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8"/>
            <p:cNvSpPr>
              <a:spLocks/>
            </p:cNvSpPr>
            <p:nvPr/>
          </p:nvSpPr>
          <p:spPr bwMode="auto">
            <a:xfrm>
              <a:off x="3997325" y="2508250"/>
              <a:ext cx="1327150" cy="273050"/>
            </a:xfrm>
            <a:custGeom>
              <a:avLst/>
              <a:gdLst>
                <a:gd name="T0" fmla="*/ 173 w 836"/>
                <a:gd name="T1" fmla="*/ 0 h 172"/>
                <a:gd name="T2" fmla="*/ 836 w 836"/>
                <a:gd name="T3" fmla="*/ 0 h 172"/>
                <a:gd name="T4" fmla="*/ 836 w 836"/>
                <a:gd name="T5" fmla="*/ 172 h 172"/>
                <a:gd name="T6" fmla="*/ 0 w 836"/>
                <a:gd name="T7" fmla="*/ 172 h 172"/>
                <a:gd name="T8" fmla="*/ 173 w 836"/>
                <a:gd name="T9" fmla="*/ 0 h 172"/>
              </a:gdLst>
              <a:ahLst/>
              <a:cxnLst>
                <a:cxn ang="0">
                  <a:pos x="T0" y="T1"/>
                </a:cxn>
                <a:cxn ang="0">
                  <a:pos x="T2" y="T3"/>
                </a:cxn>
                <a:cxn ang="0">
                  <a:pos x="T4" y="T5"/>
                </a:cxn>
                <a:cxn ang="0">
                  <a:pos x="T6" y="T7"/>
                </a:cxn>
                <a:cxn ang="0">
                  <a:pos x="T8" y="T9"/>
                </a:cxn>
              </a:cxnLst>
              <a:rect l="0" t="0" r="r" b="b"/>
              <a:pathLst>
                <a:path w="836" h="172">
                  <a:moveTo>
                    <a:pt x="173" y="0"/>
                  </a:moveTo>
                  <a:lnTo>
                    <a:pt x="836" y="0"/>
                  </a:lnTo>
                  <a:lnTo>
                    <a:pt x="836" y="172"/>
                  </a:lnTo>
                  <a:lnTo>
                    <a:pt x="0" y="172"/>
                  </a:lnTo>
                  <a:lnTo>
                    <a:pt x="173" y="0"/>
                  </a:ln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19"/>
            <p:cNvSpPr>
              <a:spLocks/>
            </p:cNvSpPr>
            <p:nvPr/>
          </p:nvSpPr>
          <p:spPr bwMode="auto">
            <a:xfrm>
              <a:off x="5324475" y="2349500"/>
              <a:ext cx="400050" cy="582613"/>
            </a:xfrm>
            <a:custGeom>
              <a:avLst/>
              <a:gdLst>
                <a:gd name="T0" fmla="*/ 0 w 252"/>
                <a:gd name="T1" fmla="*/ 0 h 367"/>
                <a:gd name="T2" fmla="*/ 252 w 252"/>
                <a:gd name="T3" fmla="*/ 183 h 367"/>
                <a:gd name="T4" fmla="*/ 0 w 252"/>
                <a:gd name="T5" fmla="*/ 367 h 367"/>
                <a:gd name="T6" fmla="*/ 0 w 252"/>
                <a:gd name="T7" fmla="*/ 0 h 367"/>
              </a:gdLst>
              <a:ahLst/>
              <a:cxnLst>
                <a:cxn ang="0">
                  <a:pos x="T0" y="T1"/>
                </a:cxn>
                <a:cxn ang="0">
                  <a:pos x="T2" y="T3"/>
                </a:cxn>
                <a:cxn ang="0">
                  <a:pos x="T4" y="T5"/>
                </a:cxn>
                <a:cxn ang="0">
                  <a:pos x="T6" y="T7"/>
                </a:cxn>
              </a:cxnLst>
              <a:rect l="0" t="0" r="r" b="b"/>
              <a:pathLst>
                <a:path w="252" h="367">
                  <a:moveTo>
                    <a:pt x="0" y="0"/>
                  </a:moveTo>
                  <a:lnTo>
                    <a:pt x="252" y="183"/>
                  </a:lnTo>
                  <a:lnTo>
                    <a:pt x="0" y="367"/>
                  </a:lnTo>
                  <a:lnTo>
                    <a:pt x="0" y="0"/>
                  </a:ln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 name="组合 4"/>
          <p:cNvGrpSpPr/>
          <p:nvPr/>
        </p:nvGrpSpPr>
        <p:grpSpPr>
          <a:xfrm>
            <a:off x="2978355" y="2188715"/>
            <a:ext cx="630188" cy="630188"/>
            <a:chOff x="2900928" y="1865963"/>
            <a:chExt cx="630188" cy="630188"/>
          </a:xfrm>
        </p:grpSpPr>
        <p:sp>
          <p:nvSpPr>
            <p:cNvPr id="14" name="圆角矩形 13"/>
            <p:cNvSpPr/>
            <p:nvPr/>
          </p:nvSpPr>
          <p:spPr>
            <a:xfrm>
              <a:off x="2900928" y="1865963"/>
              <a:ext cx="630188" cy="630188"/>
            </a:xfrm>
            <a:prstGeom prst="roundRect">
              <a:avLst/>
            </a:prstGeom>
            <a:solidFill>
              <a:srgbClr val="546E7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latin typeface="Impact" panose="020B0806030902050204" pitchFamily="34" charset="0"/>
              </a:endParaRPr>
            </a:p>
          </p:txBody>
        </p:sp>
        <p:grpSp>
          <p:nvGrpSpPr>
            <p:cNvPr id="25" name="组合 24"/>
            <p:cNvGrpSpPr/>
            <p:nvPr/>
          </p:nvGrpSpPr>
          <p:grpSpPr>
            <a:xfrm>
              <a:off x="3020648" y="1982255"/>
              <a:ext cx="399618" cy="383770"/>
              <a:chOff x="6235701" y="4083050"/>
              <a:chExt cx="560387" cy="538163"/>
            </a:xfrm>
            <a:solidFill>
              <a:schemeClr val="bg1"/>
            </a:solidFill>
          </p:grpSpPr>
          <p:sp>
            <p:nvSpPr>
              <p:cNvPr id="26" name="Freeform 31"/>
              <p:cNvSpPr>
                <a:spLocks/>
              </p:cNvSpPr>
              <p:nvPr/>
            </p:nvSpPr>
            <p:spPr bwMode="auto">
              <a:xfrm>
                <a:off x="6637338" y="4083050"/>
                <a:ext cx="158750" cy="161925"/>
              </a:xfrm>
              <a:custGeom>
                <a:avLst/>
                <a:gdLst>
                  <a:gd name="T0" fmla="*/ 33 w 42"/>
                  <a:gd name="T1" fmla="*/ 10 h 43"/>
                  <a:gd name="T2" fmla="*/ 2 w 42"/>
                  <a:gd name="T3" fmla="*/ 6 h 43"/>
                  <a:gd name="T4" fmla="*/ 2 w 42"/>
                  <a:gd name="T5" fmla="*/ 13 h 43"/>
                  <a:gd name="T6" fmla="*/ 29 w 42"/>
                  <a:gd name="T7" fmla="*/ 41 h 43"/>
                  <a:gd name="T8" fmla="*/ 36 w 42"/>
                  <a:gd name="T9" fmla="*/ 40 h 43"/>
                  <a:gd name="T10" fmla="*/ 33 w 42"/>
                  <a:gd name="T11" fmla="*/ 10 h 43"/>
                </a:gdLst>
                <a:ahLst/>
                <a:cxnLst>
                  <a:cxn ang="0">
                    <a:pos x="T0" y="T1"/>
                  </a:cxn>
                  <a:cxn ang="0">
                    <a:pos x="T2" y="T3"/>
                  </a:cxn>
                  <a:cxn ang="0">
                    <a:pos x="T4" y="T5"/>
                  </a:cxn>
                  <a:cxn ang="0">
                    <a:pos x="T6" y="T7"/>
                  </a:cxn>
                  <a:cxn ang="0">
                    <a:pos x="T8" y="T9"/>
                  </a:cxn>
                  <a:cxn ang="0">
                    <a:pos x="T10" y="T11"/>
                  </a:cxn>
                </a:cxnLst>
                <a:rect l="0" t="0" r="r" b="b"/>
                <a:pathLst>
                  <a:path w="42" h="43">
                    <a:moveTo>
                      <a:pt x="33" y="10"/>
                    </a:moveTo>
                    <a:cubicBezTo>
                      <a:pt x="24" y="2"/>
                      <a:pt x="12" y="0"/>
                      <a:pt x="2" y="6"/>
                    </a:cubicBezTo>
                    <a:cubicBezTo>
                      <a:pt x="0" y="8"/>
                      <a:pt x="0" y="11"/>
                      <a:pt x="2" y="13"/>
                    </a:cubicBezTo>
                    <a:cubicBezTo>
                      <a:pt x="29" y="41"/>
                      <a:pt x="29" y="41"/>
                      <a:pt x="29" y="41"/>
                    </a:cubicBezTo>
                    <a:cubicBezTo>
                      <a:pt x="31" y="43"/>
                      <a:pt x="34" y="42"/>
                      <a:pt x="36" y="40"/>
                    </a:cubicBezTo>
                    <a:cubicBezTo>
                      <a:pt x="42" y="31"/>
                      <a:pt x="41" y="18"/>
                      <a:pt x="33" y="10"/>
                    </a:cubicBezTo>
                    <a:close/>
                  </a:path>
                </a:pathLst>
              </a:custGeom>
              <a:grp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7" name="Freeform 32"/>
              <p:cNvSpPr>
                <a:spLocks noEditPoints="1"/>
              </p:cNvSpPr>
              <p:nvPr/>
            </p:nvSpPr>
            <p:spPr bwMode="auto">
              <a:xfrm>
                <a:off x="6269038" y="4129088"/>
                <a:ext cx="481013" cy="492125"/>
              </a:xfrm>
              <a:custGeom>
                <a:avLst/>
                <a:gdLst>
                  <a:gd name="T0" fmla="*/ 116 w 128"/>
                  <a:gd name="T1" fmla="*/ 99 h 131"/>
                  <a:gd name="T2" fmla="*/ 128 w 128"/>
                  <a:gd name="T3" fmla="*/ 63 h 131"/>
                  <a:gd name="T4" fmla="*/ 65 w 128"/>
                  <a:gd name="T5" fmla="*/ 0 h 131"/>
                  <a:gd name="T6" fmla="*/ 64 w 128"/>
                  <a:gd name="T7" fmla="*/ 0 h 131"/>
                  <a:gd name="T8" fmla="*/ 2 w 128"/>
                  <a:gd name="T9" fmla="*/ 63 h 131"/>
                  <a:gd name="T10" fmla="*/ 13 w 128"/>
                  <a:gd name="T11" fmla="*/ 97 h 131"/>
                  <a:gd name="T12" fmla="*/ 2 w 128"/>
                  <a:gd name="T13" fmla="*/ 119 h 131"/>
                  <a:gd name="T14" fmla="*/ 6 w 128"/>
                  <a:gd name="T15" fmla="*/ 130 h 131"/>
                  <a:gd name="T16" fmla="*/ 10 w 128"/>
                  <a:gd name="T17" fmla="*/ 131 h 131"/>
                  <a:gd name="T18" fmla="*/ 17 w 128"/>
                  <a:gd name="T19" fmla="*/ 126 h 131"/>
                  <a:gd name="T20" fmla="*/ 25 w 128"/>
                  <a:gd name="T21" fmla="*/ 111 h 131"/>
                  <a:gd name="T22" fmla="*/ 64 w 128"/>
                  <a:gd name="T23" fmla="*/ 125 h 131"/>
                  <a:gd name="T24" fmla="*/ 65 w 128"/>
                  <a:gd name="T25" fmla="*/ 125 h 131"/>
                  <a:gd name="T26" fmla="*/ 103 w 128"/>
                  <a:gd name="T27" fmla="*/ 112 h 131"/>
                  <a:gd name="T28" fmla="*/ 110 w 128"/>
                  <a:gd name="T29" fmla="*/ 126 h 131"/>
                  <a:gd name="T30" fmla="*/ 118 w 128"/>
                  <a:gd name="T31" fmla="*/ 131 h 131"/>
                  <a:gd name="T32" fmla="*/ 122 w 128"/>
                  <a:gd name="T33" fmla="*/ 130 h 131"/>
                  <a:gd name="T34" fmla="*/ 126 w 128"/>
                  <a:gd name="T35" fmla="*/ 119 h 131"/>
                  <a:gd name="T36" fmla="*/ 116 w 128"/>
                  <a:gd name="T37" fmla="*/ 99 h 131"/>
                  <a:gd name="T38" fmla="*/ 65 w 128"/>
                  <a:gd name="T39" fmla="*/ 109 h 131"/>
                  <a:gd name="T40" fmla="*/ 64 w 128"/>
                  <a:gd name="T41" fmla="*/ 109 h 131"/>
                  <a:gd name="T42" fmla="*/ 19 w 128"/>
                  <a:gd name="T43" fmla="*/ 63 h 131"/>
                  <a:gd name="T44" fmla="*/ 64 w 128"/>
                  <a:gd name="T45" fmla="*/ 17 h 131"/>
                  <a:gd name="T46" fmla="*/ 65 w 128"/>
                  <a:gd name="T47" fmla="*/ 17 h 131"/>
                  <a:gd name="T48" fmla="*/ 111 w 128"/>
                  <a:gd name="T49" fmla="*/ 63 h 131"/>
                  <a:gd name="T50" fmla="*/ 65 w 128"/>
                  <a:gd name="T51" fmla="*/ 109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8" h="131">
                    <a:moveTo>
                      <a:pt x="116" y="99"/>
                    </a:moveTo>
                    <a:cubicBezTo>
                      <a:pt x="123" y="89"/>
                      <a:pt x="128" y="77"/>
                      <a:pt x="128" y="63"/>
                    </a:cubicBezTo>
                    <a:cubicBezTo>
                      <a:pt x="128" y="28"/>
                      <a:pt x="100" y="0"/>
                      <a:pt x="65" y="0"/>
                    </a:cubicBezTo>
                    <a:cubicBezTo>
                      <a:pt x="65" y="0"/>
                      <a:pt x="65" y="0"/>
                      <a:pt x="64" y="0"/>
                    </a:cubicBezTo>
                    <a:cubicBezTo>
                      <a:pt x="30" y="1"/>
                      <a:pt x="2" y="29"/>
                      <a:pt x="2" y="63"/>
                    </a:cubicBezTo>
                    <a:cubicBezTo>
                      <a:pt x="2" y="76"/>
                      <a:pt x="6" y="88"/>
                      <a:pt x="13" y="97"/>
                    </a:cubicBezTo>
                    <a:cubicBezTo>
                      <a:pt x="2" y="119"/>
                      <a:pt x="2" y="119"/>
                      <a:pt x="2" y="119"/>
                    </a:cubicBezTo>
                    <a:cubicBezTo>
                      <a:pt x="0" y="123"/>
                      <a:pt x="2" y="128"/>
                      <a:pt x="6" y="130"/>
                    </a:cubicBezTo>
                    <a:cubicBezTo>
                      <a:pt x="7" y="131"/>
                      <a:pt x="8" y="131"/>
                      <a:pt x="10" y="131"/>
                    </a:cubicBezTo>
                    <a:cubicBezTo>
                      <a:pt x="13" y="131"/>
                      <a:pt x="16" y="129"/>
                      <a:pt x="17" y="126"/>
                    </a:cubicBezTo>
                    <a:cubicBezTo>
                      <a:pt x="25" y="111"/>
                      <a:pt x="25" y="111"/>
                      <a:pt x="25" y="111"/>
                    </a:cubicBezTo>
                    <a:cubicBezTo>
                      <a:pt x="36" y="120"/>
                      <a:pt x="49" y="125"/>
                      <a:pt x="64" y="125"/>
                    </a:cubicBezTo>
                    <a:cubicBezTo>
                      <a:pt x="65" y="125"/>
                      <a:pt x="65" y="125"/>
                      <a:pt x="65" y="125"/>
                    </a:cubicBezTo>
                    <a:cubicBezTo>
                      <a:pt x="79" y="125"/>
                      <a:pt x="93" y="121"/>
                      <a:pt x="103" y="112"/>
                    </a:cubicBezTo>
                    <a:cubicBezTo>
                      <a:pt x="110" y="126"/>
                      <a:pt x="110" y="126"/>
                      <a:pt x="110" y="126"/>
                    </a:cubicBezTo>
                    <a:cubicBezTo>
                      <a:pt x="112" y="129"/>
                      <a:pt x="115" y="131"/>
                      <a:pt x="118" y="131"/>
                    </a:cubicBezTo>
                    <a:cubicBezTo>
                      <a:pt x="119" y="131"/>
                      <a:pt x="121" y="131"/>
                      <a:pt x="122" y="130"/>
                    </a:cubicBezTo>
                    <a:cubicBezTo>
                      <a:pt x="126" y="128"/>
                      <a:pt x="128" y="123"/>
                      <a:pt x="126" y="119"/>
                    </a:cubicBezTo>
                    <a:lnTo>
                      <a:pt x="116" y="99"/>
                    </a:lnTo>
                    <a:close/>
                    <a:moveTo>
                      <a:pt x="65" y="109"/>
                    </a:moveTo>
                    <a:cubicBezTo>
                      <a:pt x="65" y="109"/>
                      <a:pt x="65" y="109"/>
                      <a:pt x="64" y="109"/>
                    </a:cubicBezTo>
                    <a:cubicBezTo>
                      <a:pt x="39" y="108"/>
                      <a:pt x="19" y="88"/>
                      <a:pt x="19" y="63"/>
                    </a:cubicBezTo>
                    <a:cubicBezTo>
                      <a:pt x="19" y="38"/>
                      <a:pt x="39" y="18"/>
                      <a:pt x="64" y="17"/>
                    </a:cubicBezTo>
                    <a:cubicBezTo>
                      <a:pt x="65" y="17"/>
                      <a:pt x="65" y="17"/>
                      <a:pt x="65" y="17"/>
                    </a:cubicBezTo>
                    <a:cubicBezTo>
                      <a:pt x="90" y="17"/>
                      <a:pt x="111" y="38"/>
                      <a:pt x="111" y="63"/>
                    </a:cubicBezTo>
                    <a:cubicBezTo>
                      <a:pt x="111" y="88"/>
                      <a:pt x="90" y="109"/>
                      <a:pt x="65" y="109"/>
                    </a:cubicBezTo>
                    <a:close/>
                  </a:path>
                </a:pathLst>
              </a:custGeom>
              <a:grp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8" name="Freeform 33"/>
              <p:cNvSpPr>
                <a:spLocks/>
              </p:cNvSpPr>
              <p:nvPr/>
            </p:nvSpPr>
            <p:spPr bwMode="auto">
              <a:xfrm>
                <a:off x="6416676" y="4279900"/>
                <a:ext cx="115888" cy="198438"/>
              </a:xfrm>
              <a:custGeom>
                <a:avLst/>
                <a:gdLst>
                  <a:gd name="T0" fmla="*/ 26 w 31"/>
                  <a:gd name="T1" fmla="*/ 0 h 53"/>
                  <a:gd name="T2" fmla="*/ 25 w 31"/>
                  <a:gd name="T3" fmla="*/ 0 h 53"/>
                  <a:gd name="T4" fmla="*/ 21 w 31"/>
                  <a:gd name="T5" fmla="*/ 4 h 53"/>
                  <a:gd name="T6" fmla="*/ 21 w 31"/>
                  <a:gd name="T7" fmla="*/ 23 h 53"/>
                  <a:gd name="T8" fmla="*/ 2 w 31"/>
                  <a:gd name="T9" fmla="*/ 45 h 53"/>
                  <a:gd name="T10" fmla="*/ 2 w 31"/>
                  <a:gd name="T11" fmla="*/ 52 h 53"/>
                  <a:gd name="T12" fmla="*/ 5 w 31"/>
                  <a:gd name="T13" fmla="*/ 53 h 53"/>
                  <a:gd name="T14" fmla="*/ 9 w 31"/>
                  <a:gd name="T15" fmla="*/ 52 h 53"/>
                  <a:gd name="T16" fmla="*/ 25 w 31"/>
                  <a:gd name="T17" fmla="*/ 33 h 53"/>
                  <a:gd name="T18" fmla="*/ 29 w 31"/>
                  <a:gd name="T19" fmla="*/ 28 h 53"/>
                  <a:gd name="T20" fmla="*/ 31 w 31"/>
                  <a:gd name="T21" fmla="*/ 25 h 53"/>
                  <a:gd name="T22" fmla="*/ 31 w 31"/>
                  <a:gd name="T23" fmla="*/ 4 h 53"/>
                  <a:gd name="T24" fmla="*/ 26 w 31"/>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53">
                    <a:moveTo>
                      <a:pt x="26" y="0"/>
                    </a:moveTo>
                    <a:cubicBezTo>
                      <a:pt x="26" y="0"/>
                      <a:pt x="26" y="0"/>
                      <a:pt x="25" y="0"/>
                    </a:cubicBezTo>
                    <a:cubicBezTo>
                      <a:pt x="23" y="0"/>
                      <a:pt x="21" y="2"/>
                      <a:pt x="21" y="4"/>
                    </a:cubicBezTo>
                    <a:cubicBezTo>
                      <a:pt x="21" y="23"/>
                      <a:pt x="21" y="23"/>
                      <a:pt x="21" y="23"/>
                    </a:cubicBezTo>
                    <a:cubicBezTo>
                      <a:pt x="2" y="45"/>
                      <a:pt x="2" y="45"/>
                      <a:pt x="2" y="45"/>
                    </a:cubicBezTo>
                    <a:cubicBezTo>
                      <a:pt x="0" y="48"/>
                      <a:pt x="0" y="51"/>
                      <a:pt x="2" y="52"/>
                    </a:cubicBezTo>
                    <a:cubicBezTo>
                      <a:pt x="3" y="53"/>
                      <a:pt x="4" y="53"/>
                      <a:pt x="5" y="53"/>
                    </a:cubicBezTo>
                    <a:cubicBezTo>
                      <a:pt x="7" y="53"/>
                      <a:pt x="8" y="53"/>
                      <a:pt x="9" y="52"/>
                    </a:cubicBezTo>
                    <a:cubicBezTo>
                      <a:pt x="25" y="33"/>
                      <a:pt x="25" y="33"/>
                      <a:pt x="25" y="33"/>
                    </a:cubicBezTo>
                    <a:cubicBezTo>
                      <a:pt x="29" y="28"/>
                      <a:pt x="29" y="28"/>
                      <a:pt x="29" y="28"/>
                    </a:cubicBezTo>
                    <a:cubicBezTo>
                      <a:pt x="30" y="27"/>
                      <a:pt x="31" y="26"/>
                      <a:pt x="31" y="25"/>
                    </a:cubicBezTo>
                    <a:cubicBezTo>
                      <a:pt x="31" y="4"/>
                      <a:pt x="31" y="4"/>
                      <a:pt x="31" y="4"/>
                    </a:cubicBezTo>
                    <a:cubicBezTo>
                      <a:pt x="31" y="2"/>
                      <a:pt x="29" y="0"/>
                      <a:pt x="26" y="0"/>
                    </a:cubicBezTo>
                    <a:close/>
                  </a:path>
                </a:pathLst>
              </a:custGeom>
              <a:grp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9" name="Freeform 34"/>
              <p:cNvSpPr>
                <a:spLocks/>
              </p:cNvSpPr>
              <p:nvPr/>
            </p:nvSpPr>
            <p:spPr bwMode="auto">
              <a:xfrm>
                <a:off x="6235701" y="4083050"/>
                <a:ext cx="157163" cy="161925"/>
              </a:xfrm>
              <a:custGeom>
                <a:avLst/>
                <a:gdLst>
                  <a:gd name="T0" fmla="*/ 9 w 42"/>
                  <a:gd name="T1" fmla="*/ 10 h 43"/>
                  <a:gd name="T2" fmla="*/ 6 w 42"/>
                  <a:gd name="T3" fmla="*/ 40 h 43"/>
                  <a:gd name="T4" fmla="*/ 12 w 42"/>
                  <a:gd name="T5" fmla="*/ 41 h 43"/>
                  <a:gd name="T6" fmla="*/ 40 w 42"/>
                  <a:gd name="T7" fmla="*/ 13 h 43"/>
                  <a:gd name="T8" fmla="*/ 39 w 42"/>
                  <a:gd name="T9" fmla="*/ 6 h 43"/>
                  <a:gd name="T10" fmla="*/ 9 w 42"/>
                  <a:gd name="T11" fmla="*/ 10 h 43"/>
                </a:gdLst>
                <a:ahLst/>
                <a:cxnLst>
                  <a:cxn ang="0">
                    <a:pos x="T0" y="T1"/>
                  </a:cxn>
                  <a:cxn ang="0">
                    <a:pos x="T2" y="T3"/>
                  </a:cxn>
                  <a:cxn ang="0">
                    <a:pos x="T4" y="T5"/>
                  </a:cxn>
                  <a:cxn ang="0">
                    <a:pos x="T6" y="T7"/>
                  </a:cxn>
                  <a:cxn ang="0">
                    <a:pos x="T8" y="T9"/>
                  </a:cxn>
                  <a:cxn ang="0">
                    <a:pos x="T10" y="T11"/>
                  </a:cxn>
                </a:cxnLst>
                <a:rect l="0" t="0" r="r" b="b"/>
                <a:pathLst>
                  <a:path w="42" h="43">
                    <a:moveTo>
                      <a:pt x="9" y="10"/>
                    </a:moveTo>
                    <a:cubicBezTo>
                      <a:pt x="1" y="18"/>
                      <a:pt x="0" y="31"/>
                      <a:pt x="6" y="40"/>
                    </a:cubicBezTo>
                    <a:cubicBezTo>
                      <a:pt x="7" y="42"/>
                      <a:pt x="10" y="43"/>
                      <a:pt x="12" y="41"/>
                    </a:cubicBezTo>
                    <a:cubicBezTo>
                      <a:pt x="40" y="13"/>
                      <a:pt x="40" y="13"/>
                      <a:pt x="40" y="13"/>
                    </a:cubicBezTo>
                    <a:cubicBezTo>
                      <a:pt x="42" y="11"/>
                      <a:pt x="41" y="8"/>
                      <a:pt x="39" y="6"/>
                    </a:cubicBezTo>
                    <a:cubicBezTo>
                      <a:pt x="30" y="0"/>
                      <a:pt x="17" y="2"/>
                      <a:pt x="9" y="10"/>
                    </a:cubicBezTo>
                    <a:close/>
                  </a:path>
                </a:pathLst>
              </a:custGeom>
              <a:grp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6" name="组合 5"/>
          <p:cNvGrpSpPr/>
          <p:nvPr/>
        </p:nvGrpSpPr>
        <p:grpSpPr>
          <a:xfrm>
            <a:off x="2978355" y="3803502"/>
            <a:ext cx="630188" cy="630188"/>
            <a:chOff x="3862329" y="2866072"/>
            <a:chExt cx="630188" cy="630188"/>
          </a:xfrm>
        </p:grpSpPr>
        <p:sp>
          <p:nvSpPr>
            <p:cNvPr id="21" name="圆角矩形 20"/>
            <p:cNvSpPr/>
            <p:nvPr/>
          </p:nvSpPr>
          <p:spPr>
            <a:xfrm>
              <a:off x="3862329" y="2866072"/>
              <a:ext cx="630188" cy="630188"/>
            </a:xfrm>
            <a:prstGeom prst="roundRect">
              <a:avLst/>
            </a:prstGeom>
            <a:solidFill>
              <a:srgbClr val="546E7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latin typeface="Impact" panose="020B0806030902050204" pitchFamily="34" charset="0"/>
              </a:endParaRPr>
            </a:p>
          </p:txBody>
        </p:sp>
        <p:grpSp>
          <p:nvGrpSpPr>
            <p:cNvPr id="30" name="组合 29"/>
            <p:cNvGrpSpPr/>
            <p:nvPr/>
          </p:nvGrpSpPr>
          <p:grpSpPr>
            <a:xfrm>
              <a:off x="3936795" y="2991977"/>
              <a:ext cx="505808" cy="351714"/>
              <a:chOff x="6972301" y="3038475"/>
              <a:chExt cx="682625" cy="474663"/>
            </a:xfrm>
            <a:solidFill>
              <a:schemeClr val="bg1"/>
            </a:solidFill>
          </p:grpSpPr>
          <p:sp>
            <p:nvSpPr>
              <p:cNvPr id="31" name="Freeform 45"/>
              <p:cNvSpPr>
                <a:spLocks noEditPoints="1"/>
              </p:cNvSpPr>
              <p:nvPr/>
            </p:nvSpPr>
            <p:spPr bwMode="auto">
              <a:xfrm>
                <a:off x="7035801" y="3038475"/>
                <a:ext cx="555625" cy="392113"/>
              </a:xfrm>
              <a:custGeom>
                <a:avLst/>
                <a:gdLst>
                  <a:gd name="T0" fmla="*/ 140 w 148"/>
                  <a:gd name="T1" fmla="*/ 104 h 104"/>
                  <a:gd name="T2" fmla="*/ 8 w 148"/>
                  <a:gd name="T3" fmla="*/ 104 h 104"/>
                  <a:gd name="T4" fmla="*/ 0 w 148"/>
                  <a:gd name="T5" fmla="*/ 96 h 104"/>
                  <a:gd name="T6" fmla="*/ 0 w 148"/>
                  <a:gd name="T7" fmla="*/ 8 h 104"/>
                  <a:gd name="T8" fmla="*/ 8 w 148"/>
                  <a:gd name="T9" fmla="*/ 0 h 104"/>
                  <a:gd name="T10" fmla="*/ 140 w 148"/>
                  <a:gd name="T11" fmla="*/ 0 h 104"/>
                  <a:gd name="T12" fmla="*/ 148 w 148"/>
                  <a:gd name="T13" fmla="*/ 8 h 104"/>
                  <a:gd name="T14" fmla="*/ 148 w 148"/>
                  <a:gd name="T15" fmla="*/ 96 h 104"/>
                  <a:gd name="T16" fmla="*/ 140 w 148"/>
                  <a:gd name="T17" fmla="*/ 104 h 104"/>
                  <a:gd name="T18" fmla="*/ 8 w 148"/>
                  <a:gd name="T19" fmla="*/ 7 h 104"/>
                  <a:gd name="T20" fmla="*/ 7 w 148"/>
                  <a:gd name="T21" fmla="*/ 8 h 104"/>
                  <a:gd name="T22" fmla="*/ 7 w 148"/>
                  <a:gd name="T23" fmla="*/ 96 h 104"/>
                  <a:gd name="T24" fmla="*/ 8 w 148"/>
                  <a:gd name="T25" fmla="*/ 97 h 104"/>
                  <a:gd name="T26" fmla="*/ 140 w 148"/>
                  <a:gd name="T27" fmla="*/ 97 h 104"/>
                  <a:gd name="T28" fmla="*/ 141 w 148"/>
                  <a:gd name="T29" fmla="*/ 96 h 104"/>
                  <a:gd name="T30" fmla="*/ 141 w 148"/>
                  <a:gd name="T31" fmla="*/ 8 h 104"/>
                  <a:gd name="T32" fmla="*/ 140 w 148"/>
                  <a:gd name="T33" fmla="*/ 7 h 104"/>
                  <a:gd name="T34" fmla="*/ 8 w 148"/>
                  <a:gd name="T35" fmla="*/ 7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8" h="104">
                    <a:moveTo>
                      <a:pt x="140" y="104"/>
                    </a:moveTo>
                    <a:cubicBezTo>
                      <a:pt x="8" y="104"/>
                      <a:pt x="8" y="104"/>
                      <a:pt x="8" y="104"/>
                    </a:cubicBezTo>
                    <a:cubicBezTo>
                      <a:pt x="4" y="104"/>
                      <a:pt x="0" y="101"/>
                      <a:pt x="0" y="96"/>
                    </a:cubicBezTo>
                    <a:cubicBezTo>
                      <a:pt x="0" y="8"/>
                      <a:pt x="0" y="8"/>
                      <a:pt x="0" y="8"/>
                    </a:cubicBezTo>
                    <a:cubicBezTo>
                      <a:pt x="0" y="4"/>
                      <a:pt x="4" y="0"/>
                      <a:pt x="8" y="0"/>
                    </a:cubicBezTo>
                    <a:cubicBezTo>
                      <a:pt x="140" y="0"/>
                      <a:pt x="140" y="0"/>
                      <a:pt x="140" y="0"/>
                    </a:cubicBezTo>
                    <a:cubicBezTo>
                      <a:pt x="144" y="0"/>
                      <a:pt x="148" y="4"/>
                      <a:pt x="148" y="8"/>
                    </a:cubicBezTo>
                    <a:cubicBezTo>
                      <a:pt x="148" y="96"/>
                      <a:pt x="148" y="96"/>
                      <a:pt x="148" y="96"/>
                    </a:cubicBezTo>
                    <a:cubicBezTo>
                      <a:pt x="148" y="101"/>
                      <a:pt x="144" y="104"/>
                      <a:pt x="140" y="104"/>
                    </a:cubicBezTo>
                    <a:close/>
                    <a:moveTo>
                      <a:pt x="8" y="7"/>
                    </a:moveTo>
                    <a:cubicBezTo>
                      <a:pt x="7" y="7"/>
                      <a:pt x="7" y="8"/>
                      <a:pt x="7" y="8"/>
                    </a:cubicBezTo>
                    <a:cubicBezTo>
                      <a:pt x="7" y="96"/>
                      <a:pt x="7" y="96"/>
                      <a:pt x="7" y="96"/>
                    </a:cubicBezTo>
                    <a:cubicBezTo>
                      <a:pt x="7" y="97"/>
                      <a:pt x="7" y="97"/>
                      <a:pt x="8" y="97"/>
                    </a:cubicBezTo>
                    <a:cubicBezTo>
                      <a:pt x="140" y="97"/>
                      <a:pt x="140" y="97"/>
                      <a:pt x="140" y="97"/>
                    </a:cubicBezTo>
                    <a:cubicBezTo>
                      <a:pt x="140" y="97"/>
                      <a:pt x="141" y="97"/>
                      <a:pt x="141" y="96"/>
                    </a:cubicBezTo>
                    <a:cubicBezTo>
                      <a:pt x="141" y="8"/>
                      <a:pt x="141" y="8"/>
                      <a:pt x="141" y="8"/>
                    </a:cubicBezTo>
                    <a:cubicBezTo>
                      <a:pt x="141" y="8"/>
                      <a:pt x="140" y="7"/>
                      <a:pt x="140" y="7"/>
                    </a:cubicBezTo>
                    <a:lnTo>
                      <a:pt x="8" y="7"/>
                    </a:lnTo>
                    <a:close/>
                  </a:path>
                </a:pathLst>
              </a:custGeom>
              <a:grp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2" name="Freeform 46"/>
              <p:cNvSpPr>
                <a:spLocks/>
              </p:cNvSpPr>
              <p:nvPr/>
            </p:nvSpPr>
            <p:spPr bwMode="auto">
              <a:xfrm>
                <a:off x="6972301" y="3460750"/>
                <a:ext cx="682625" cy="52388"/>
              </a:xfrm>
              <a:custGeom>
                <a:avLst/>
                <a:gdLst>
                  <a:gd name="T0" fmla="*/ 175 w 182"/>
                  <a:gd name="T1" fmla="*/ 14 h 14"/>
                  <a:gd name="T2" fmla="*/ 7 w 182"/>
                  <a:gd name="T3" fmla="*/ 14 h 14"/>
                  <a:gd name="T4" fmla="*/ 0 w 182"/>
                  <a:gd name="T5" fmla="*/ 7 h 14"/>
                  <a:gd name="T6" fmla="*/ 0 w 182"/>
                  <a:gd name="T7" fmla="*/ 7 h 14"/>
                  <a:gd name="T8" fmla="*/ 7 w 182"/>
                  <a:gd name="T9" fmla="*/ 0 h 14"/>
                  <a:gd name="T10" fmla="*/ 175 w 182"/>
                  <a:gd name="T11" fmla="*/ 0 h 14"/>
                  <a:gd name="T12" fmla="*/ 182 w 182"/>
                  <a:gd name="T13" fmla="*/ 7 h 14"/>
                  <a:gd name="T14" fmla="*/ 182 w 182"/>
                  <a:gd name="T15" fmla="*/ 7 h 14"/>
                  <a:gd name="T16" fmla="*/ 175 w 182"/>
                  <a:gd name="T17"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2" h="14">
                    <a:moveTo>
                      <a:pt x="175" y="14"/>
                    </a:moveTo>
                    <a:cubicBezTo>
                      <a:pt x="7" y="14"/>
                      <a:pt x="7" y="14"/>
                      <a:pt x="7" y="14"/>
                    </a:cubicBezTo>
                    <a:cubicBezTo>
                      <a:pt x="3" y="14"/>
                      <a:pt x="0" y="11"/>
                      <a:pt x="0" y="7"/>
                    </a:cubicBezTo>
                    <a:cubicBezTo>
                      <a:pt x="0" y="7"/>
                      <a:pt x="0" y="7"/>
                      <a:pt x="0" y="7"/>
                    </a:cubicBezTo>
                    <a:cubicBezTo>
                      <a:pt x="0" y="3"/>
                      <a:pt x="3" y="0"/>
                      <a:pt x="7" y="0"/>
                    </a:cubicBezTo>
                    <a:cubicBezTo>
                      <a:pt x="175" y="0"/>
                      <a:pt x="175" y="0"/>
                      <a:pt x="175" y="0"/>
                    </a:cubicBezTo>
                    <a:cubicBezTo>
                      <a:pt x="179" y="0"/>
                      <a:pt x="182" y="3"/>
                      <a:pt x="182" y="7"/>
                    </a:cubicBezTo>
                    <a:cubicBezTo>
                      <a:pt x="182" y="7"/>
                      <a:pt x="182" y="7"/>
                      <a:pt x="182" y="7"/>
                    </a:cubicBezTo>
                    <a:cubicBezTo>
                      <a:pt x="182" y="11"/>
                      <a:pt x="179" y="14"/>
                      <a:pt x="175" y="14"/>
                    </a:cubicBezTo>
                    <a:close/>
                  </a:path>
                </a:pathLst>
              </a:custGeom>
              <a:grp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3" name="Freeform 47"/>
              <p:cNvSpPr>
                <a:spLocks noEditPoints="1"/>
              </p:cNvSpPr>
              <p:nvPr/>
            </p:nvSpPr>
            <p:spPr bwMode="auto">
              <a:xfrm>
                <a:off x="7046913" y="3054350"/>
                <a:ext cx="530225" cy="55563"/>
              </a:xfrm>
              <a:custGeom>
                <a:avLst/>
                <a:gdLst>
                  <a:gd name="T0" fmla="*/ 137 w 141"/>
                  <a:gd name="T1" fmla="*/ 0 h 15"/>
                  <a:gd name="T2" fmla="*/ 5 w 141"/>
                  <a:gd name="T3" fmla="*/ 0 h 15"/>
                  <a:gd name="T4" fmla="*/ 0 w 141"/>
                  <a:gd name="T5" fmla="*/ 4 h 15"/>
                  <a:gd name="T6" fmla="*/ 0 w 141"/>
                  <a:gd name="T7" fmla="*/ 15 h 15"/>
                  <a:gd name="T8" fmla="*/ 141 w 141"/>
                  <a:gd name="T9" fmla="*/ 15 h 15"/>
                  <a:gd name="T10" fmla="*/ 141 w 141"/>
                  <a:gd name="T11" fmla="*/ 4 h 15"/>
                  <a:gd name="T12" fmla="*/ 137 w 141"/>
                  <a:gd name="T13" fmla="*/ 0 h 15"/>
                  <a:gd name="T14" fmla="*/ 71 w 141"/>
                  <a:gd name="T15" fmla="*/ 11 h 15"/>
                  <a:gd name="T16" fmla="*/ 67 w 141"/>
                  <a:gd name="T17" fmla="*/ 8 h 15"/>
                  <a:gd name="T18" fmla="*/ 71 w 141"/>
                  <a:gd name="T19" fmla="*/ 4 h 15"/>
                  <a:gd name="T20" fmla="*/ 75 w 141"/>
                  <a:gd name="T21" fmla="*/ 8 h 15"/>
                  <a:gd name="T22" fmla="*/ 71 w 141"/>
                  <a:gd name="T23"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1" h="15">
                    <a:moveTo>
                      <a:pt x="137" y="0"/>
                    </a:moveTo>
                    <a:cubicBezTo>
                      <a:pt x="5" y="0"/>
                      <a:pt x="5" y="0"/>
                      <a:pt x="5" y="0"/>
                    </a:cubicBezTo>
                    <a:cubicBezTo>
                      <a:pt x="2" y="0"/>
                      <a:pt x="0" y="2"/>
                      <a:pt x="0" y="4"/>
                    </a:cubicBezTo>
                    <a:cubicBezTo>
                      <a:pt x="0" y="15"/>
                      <a:pt x="0" y="15"/>
                      <a:pt x="0" y="15"/>
                    </a:cubicBezTo>
                    <a:cubicBezTo>
                      <a:pt x="141" y="15"/>
                      <a:pt x="141" y="15"/>
                      <a:pt x="141" y="15"/>
                    </a:cubicBezTo>
                    <a:cubicBezTo>
                      <a:pt x="141" y="4"/>
                      <a:pt x="141" y="4"/>
                      <a:pt x="141" y="4"/>
                    </a:cubicBezTo>
                    <a:cubicBezTo>
                      <a:pt x="141" y="2"/>
                      <a:pt x="139" y="0"/>
                      <a:pt x="137" y="0"/>
                    </a:cubicBezTo>
                    <a:close/>
                    <a:moveTo>
                      <a:pt x="71" y="11"/>
                    </a:moveTo>
                    <a:cubicBezTo>
                      <a:pt x="69" y="11"/>
                      <a:pt x="67" y="10"/>
                      <a:pt x="67" y="8"/>
                    </a:cubicBezTo>
                    <a:cubicBezTo>
                      <a:pt x="67" y="6"/>
                      <a:pt x="69" y="4"/>
                      <a:pt x="71" y="4"/>
                    </a:cubicBezTo>
                    <a:cubicBezTo>
                      <a:pt x="73" y="4"/>
                      <a:pt x="75" y="6"/>
                      <a:pt x="75" y="8"/>
                    </a:cubicBezTo>
                    <a:cubicBezTo>
                      <a:pt x="75" y="10"/>
                      <a:pt x="73" y="11"/>
                      <a:pt x="71" y="11"/>
                    </a:cubicBezTo>
                    <a:close/>
                  </a:path>
                </a:pathLst>
              </a:custGeom>
              <a:grp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4" name="Freeform 48"/>
              <p:cNvSpPr>
                <a:spLocks/>
              </p:cNvSpPr>
              <p:nvPr/>
            </p:nvSpPr>
            <p:spPr bwMode="auto">
              <a:xfrm>
                <a:off x="7423151" y="3246438"/>
                <a:ext cx="47625" cy="63500"/>
              </a:xfrm>
              <a:custGeom>
                <a:avLst/>
                <a:gdLst>
                  <a:gd name="T0" fmla="*/ 9 w 13"/>
                  <a:gd name="T1" fmla="*/ 17 h 17"/>
                  <a:gd name="T2" fmla="*/ 7 w 13"/>
                  <a:gd name="T3" fmla="*/ 15 h 17"/>
                  <a:gd name="T4" fmla="*/ 1 w 13"/>
                  <a:gd name="T5" fmla="*/ 5 h 17"/>
                  <a:gd name="T6" fmla="*/ 2 w 13"/>
                  <a:gd name="T7" fmla="*/ 1 h 17"/>
                  <a:gd name="T8" fmla="*/ 6 w 13"/>
                  <a:gd name="T9" fmla="*/ 2 h 17"/>
                  <a:gd name="T10" fmla="*/ 12 w 13"/>
                  <a:gd name="T11" fmla="*/ 13 h 17"/>
                  <a:gd name="T12" fmla="*/ 11 w 13"/>
                  <a:gd name="T13" fmla="*/ 16 h 17"/>
                  <a:gd name="T14" fmla="*/ 9 w 13"/>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7">
                    <a:moveTo>
                      <a:pt x="9" y="17"/>
                    </a:moveTo>
                    <a:cubicBezTo>
                      <a:pt x="9" y="17"/>
                      <a:pt x="8" y="16"/>
                      <a:pt x="7" y="15"/>
                    </a:cubicBezTo>
                    <a:cubicBezTo>
                      <a:pt x="1" y="5"/>
                      <a:pt x="1" y="5"/>
                      <a:pt x="1" y="5"/>
                    </a:cubicBezTo>
                    <a:cubicBezTo>
                      <a:pt x="0" y="4"/>
                      <a:pt x="0" y="2"/>
                      <a:pt x="2" y="1"/>
                    </a:cubicBezTo>
                    <a:cubicBezTo>
                      <a:pt x="3" y="0"/>
                      <a:pt x="5" y="1"/>
                      <a:pt x="6" y="2"/>
                    </a:cubicBezTo>
                    <a:cubicBezTo>
                      <a:pt x="12" y="13"/>
                      <a:pt x="12" y="13"/>
                      <a:pt x="12" y="13"/>
                    </a:cubicBezTo>
                    <a:cubicBezTo>
                      <a:pt x="13" y="14"/>
                      <a:pt x="12" y="16"/>
                      <a:pt x="11" y="16"/>
                    </a:cubicBezTo>
                    <a:cubicBezTo>
                      <a:pt x="10" y="17"/>
                      <a:pt x="10" y="17"/>
                      <a:pt x="9" y="17"/>
                    </a:cubicBezTo>
                    <a:close/>
                  </a:path>
                </a:pathLst>
              </a:custGeom>
              <a:grp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5" name="Freeform 49"/>
              <p:cNvSpPr>
                <a:spLocks/>
              </p:cNvSpPr>
              <p:nvPr/>
            </p:nvSpPr>
            <p:spPr bwMode="auto">
              <a:xfrm>
                <a:off x="7392988" y="3194050"/>
                <a:ext cx="82550" cy="100013"/>
              </a:xfrm>
              <a:custGeom>
                <a:avLst/>
                <a:gdLst>
                  <a:gd name="T0" fmla="*/ 5 w 22"/>
                  <a:gd name="T1" fmla="*/ 25 h 27"/>
                  <a:gd name="T2" fmla="*/ 0 w 22"/>
                  <a:gd name="T3" fmla="*/ 2 h 27"/>
                  <a:gd name="T4" fmla="*/ 3 w 22"/>
                  <a:gd name="T5" fmla="*/ 1 h 27"/>
                  <a:gd name="T6" fmla="*/ 21 w 22"/>
                  <a:gd name="T7" fmla="*/ 15 h 27"/>
                  <a:gd name="T8" fmla="*/ 20 w 22"/>
                  <a:gd name="T9" fmla="*/ 18 h 27"/>
                  <a:gd name="T10" fmla="*/ 13 w 22"/>
                  <a:gd name="T11" fmla="*/ 18 h 27"/>
                  <a:gd name="T12" fmla="*/ 11 w 22"/>
                  <a:gd name="T13" fmla="*/ 19 h 27"/>
                  <a:gd name="T14" fmla="*/ 8 w 22"/>
                  <a:gd name="T15" fmla="*/ 25 h 27"/>
                  <a:gd name="T16" fmla="*/ 5 w 22"/>
                  <a:gd name="T17" fmla="*/ 2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27">
                    <a:moveTo>
                      <a:pt x="5" y="25"/>
                    </a:moveTo>
                    <a:cubicBezTo>
                      <a:pt x="0" y="2"/>
                      <a:pt x="0" y="2"/>
                      <a:pt x="0" y="2"/>
                    </a:cubicBezTo>
                    <a:cubicBezTo>
                      <a:pt x="0" y="1"/>
                      <a:pt x="2" y="0"/>
                      <a:pt x="3" y="1"/>
                    </a:cubicBezTo>
                    <a:cubicBezTo>
                      <a:pt x="21" y="15"/>
                      <a:pt x="21" y="15"/>
                      <a:pt x="21" y="15"/>
                    </a:cubicBezTo>
                    <a:cubicBezTo>
                      <a:pt x="22" y="16"/>
                      <a:pt x="21" y="18"/>
                      <a:pt x="20" y="18"/>
                    </a:cubicBezTo>
                    <a:cubicBezTo>
                      <a:pt x="13" y="18"/>
                      <a:pt x="13" y="18"/>
                      <a:pt x="13" y="18"/>
                    </a:cubicBezTo>
                    <a:cubicBezTo>
                      <a:pt x="12" y="18"/>
                      <a:pt x="11" y="18"/>
                      <a:pt x="11" y="19"/>
                    </a:cubicBezTo>
                    <a:cubicBezTo>
                      <a:pt x="8" y="25"/>
                      <a:pt x="8" y="25"/>
                      <a:pt x="8" y="25"/>
                    </a:cubicBezTo>
                    <a:cubicBezTo>
                      <a:pt x="7" y="27"/>
                      <a:pt x="5" y="27"/>
                      <a:pt x="5" y="25"/>
                    </a:cubicBezTo>
                    <a:close/>
                  </a:path>
                </a:pathLst>
              </a:custGeom>
              <a:grp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7" name="组合 6"/>
          <p:cNvGrpSpPr/>
          <p:nvPr/>
        </p:nvGrpSpPr>
        <p:grpSpPr>
          <a:xfrm>
            <a:off x="2978355" y="5418289"/>
            <a:ext cx="630188" cy="630188"/>
            <a:chOff x="4707507" y="3923153"/>
            <a:chExt cx="630188" cy="630188"/>
          </a:xfrm>
        </p:grpSpPr>
        <p:sp>
          <p:nvSpPr>
            <p:cNvPr id="22" name="圆角矩形 21"/>
            <p:cNvSpPr/>
            <p:nvPr/>
          </p:nvSpPr>
          <p:spPr>
            <a:xfrm>
              <a:off x="4707507" y="3923153"/>
              <a:ext cx="630188" cy="630188"/>
            </a:xfrm>
            <a:prstGeom prst="roundRect">
              <a:avLst/>
            </a:prstGeom>
            <a:solidFill>
              <a:srgbClr val="546E7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latin typeface="Impact" panose="020B0806030902050204" pitchFamily="34" charset="0"/>
              </a:endParaRPr>
            </a:p>
          </p:txBody>
        </p:sp>
        <p:sp>
          <p:nvSpPr>
            <p:cNvPr id="36" name="Freeform 7"/>
            <p:cNvSpPr>
              <a:spLocks noEditPoints="1"/>
            </p:cNvSpPr>
            <p:nvPr/>
          </p:nvSpPr>
          <p:spPr bwMode="auto">
            <a:xfrm>
              <a:off x="4907386" y="4010545"/>
              <a:ext cx="239813" cy="451880"/>
            </a:xfrm>
            <a:custGeom>
              <a:avLst/>
              <a:gdLst>
                <a:gd name="T0" fmla="*/ 21 w 51"/>
                <a:gd name="T1" fmla="*/ 72 h 94"/>
                <a:gd name="T2" fmla="*/ 22 w 51"/>
                <a:gd name="T3" fmla="*/ 50 h 94"/>
                <a:gd name="T4" fmla="*/ 7 w 51"/>
                <a:gd name="T5" fmla="*/ 40 h 94"/>
                <a:gd name="T6" fmla="*/ 3 w 51"/>
                <a:gd name="T7" fmla="*/ 26 h 94"/>
                <a:gd name="T8" fmla="*/ 9 w 51"/>
                <a:gd name="T9" fmla="*/ 11 h 94"/>
                <a:gd name="T10" fmla="*/ 23 w 51"/>
                <a:gd name="T11" fmla="*/ 5 h 94"/>
                <a:gd name="T12" fmla="*/ 23 w 51"/>
                <a:gd name="T13" fmla="*/ 0 h 94"/>
                <a:gd name="T14" fmla="*/ 31 w 51"/>
                <a:gd name="T15" fmla="*/ 0 h 94"/>
                <a:gd name="T16" fmla="*/ 31 w 51"/>
                <a:gd name="T17" fmla="*/ 5 h 94"/>
                <a:gd name="T18" fmla="*/ 44 w 51"/>
                <a:gd name="T19" fmla="*/ 11 h 94"/>
                <a:gd name="T20" fmla="*/ 50 w 51"/>
                <a:gd name="T21" fmla="*/ 24 h 94"/>
                <a:gd name="T22" fmla="*/ 37 w 51"/>
                <a:gd name="T23" fmla="*/ 25 h 94"/>
                <a:gd name="T24" fmla="*/ 30 w 51"/>
                <a:gd name="T25" fmla="*/ 17 h 94"/>
                <a:gd name="T26" fmla="*/ 30 w 51"/>
                <a:gd name="T27" fmla="*/ 37 h 94"/>
                <a:gd name="T28" fmla="*/ 47 w 51"/>
                <a:gd name="T29" fmla="*/ 47 h 94"/>
                <a:gd name="T30" fmla="*/ 51 w 51"/>
                <a:gd name="T31" fmla="*/ 61 h 94"/>
                <a:gd name="T32" fmla="*/ 45 w 51"/>
                <a:gd name="T33" fmla="*/ 76 h 94"/>
                <a:gd name="T34" fmla="*/ 29 w 51"/>
                <a:gd name="T35" fmla="*/ 84 h 94"/>
                <a:gd name="T36" fmla="*/ 28 w 51"/>
                <a:gd name="T37" fmla="*/ 94 h 94"/>
                <a:gd name="T38" fmla="*/ 21 w 51"/>
                <a:gd name="T39" fmla="*/ 94 h 94"/>
                <a:gd name="T40" fmla="*/ 21 w 51"/>
                <a:gd name="T41" fmla="*/ 84 h 94"/>
                <a:gd name="T42" fmla="*/ 6 w 51"/>
                <a:gd name="T43" fmla="*/ 77 h 94"/>
                <a:gd name="T44" fmla="*/ 0 w 51"/>
                <a:gd name="T45" fmla="*/ 61 h 94"/>
                <a:gd name="T46" fmla="*/ 14 w 51"/>
                <a:gd name="T47" fmla="*/ 60 h 94"/>
                <a:gd name="T48" fmla="*/ 16 w 51"/>
                <a:gd name="T49" fmla="*/ 67 h 94"/>
                <a:gd name="T50" fmla="*/ 21 w 51"/>
                <a:gd name="T51" fmla="*/ 72 h 94"/>
                <a:gd name="T52" fmla="*/ 23 w 51"/>
                <a:gd name="T53" fmla="*/ 17 h 94"/>
                <a:gd name="T54" fmla="*/ 18 w 51"/>
                <a:gd name="T55" fmla="*/ 20 h 94"/>
                <a:gd name="T56" fmla="*/ 16 w 51"/>
                <a:gd name="T57" fmla="*/ 25 h 94"/>
                <a:gd name="T58" fmla="*/ 17 w 51"/>
                <a:gd name="T59" fmla="*/ 31 h 94"/>
                <a:gd name="T60" fmla="*/ 22 w 51"/>
                <a:gd name="T61" fmla="*/ 35 h 94"/>
                <a:gd name="T62" fmla="*/ 23 w 51"/>
                <a:gd name="T63" fmla="*/ 17 h 94"/>
                <a:gd name="T64" fmla="*/ 29 w 51"/>
                <a:gd name="T65" fmla="*/ 72 h 94"/>
                <a:gd name="T66" fmla="*/ 35 w 51"/>
                <a:gd name="T67" fmla="*/ 69 h 94"/>
                <a:gd name="T68" fmla="*/ 38 w 51"/>
                <a:gd name="T69" fmla="*/ 62 h 94"/>
                <a:gd name="T70" fmla="*/ 36 w 51"/>
                <a:gd name="T71" fmla="*/ 56 h 94"/>
                <a:gd name="T72" fmla="*/ 29 w 51"/>
                <a:gd name="T73" fmla="*/ 52 h 94"/>
                <a:gd name="T74" fmla="*/ 29 w 51"/>
                <a:gd name="T75" fmla="*/ 7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 h="94">
                  <a:moveTo>
                    <a:pt x="21" y="72"/>
                  </a:moveTo>
                  <a:cubicBezTo>
                    <a:pt x="22" y="50"/>
                    <a:pt x="22" y="50"/>
                    <a:pt x="22" y="50"/>
                  </a:cubicBezTo>
                  <a:cubicBezTo>
                    <a:pt x="15" y="47"/>
                    <a:pt x="10" y="44"/>
                    <a:pt x="7" y="40"/>
                  </a:cubicBezTo>
                  <a:cubicBezTo>
                    <a:pt x="4" y="36"/>
                    <a:pt x="3" y="31"/>
                    <a:pt x="3" y="26"/>
                  </a:cubicBezTo>
                  <a:cubicBezTo>
                    <a:pt x="3" y="20"/>
                    <a:pt x="5" y="15"/>
                    <a:pt x="9" y="11"/>
                  </a:cubicBezTo>
                  <a:cubicBezTo>
                    <a:pt x="12" y="8"/>
                    <a:pt x="17" y="6"/>
                    <a:pt x="23" y="5"/>
                  </a:cubicBezTo>
                  <a:cubicBezTo>
                    <a:pt x="23" y="0"/>
                    <a:pt x="23" y="0"/>
                    <a:pt x="23" y="0"/>
                  </a:cubicBezTo>
                  <a:cubicBezTo>
                    <a:pt x="31" y="0"/>
                    <a:pt x="31" y="0"/>
                    <a:pt x="31" y="0"/>
                  </a:cubicBezTo>
                  <a:cubicBezTo>
                    <a:pt x="31" y="5"/>
                    <a:pt x="31" y="5"/>
                    <a:pt x="31" y="5"/>
                  </a:cubicBezTo>
                  <a:cubicBezTo>
                    <a:pt x="36" y="6"/>
                    <a:pt x="41" y="8"/>
                    <a:pt x="44" y="11"/>
                  </a:cubicBezTo>
                  <a:cubicBezTo>
                    <a:pt x="47" y="15"/>
                    <a:pt x="49" y="19"/>
                    <a:pt x="50" y="24"/>
                  </a:cubicBezTo>
                  <a:cubicBezTo>
                    <a:pt x="37" y="25"/>
                    <a:pt x="37" y="25"/>
                    <a:pt x="37" y="25"/>
                  </a:cubicBezTo>
                  <a:cubicBezTo>
                    <a:pt x="36" y="21"/>
                    <a:pt x="34" y="18"/>
                    <a:pt x="30" y="17"/>
                  </a:cubicBezTo>
                  <a:cubicBezTo>
                    <a:pt x="30" y="37"/>
                    <a:pt x="30" y="37"/>
                    <a:pt x="30" y="37"/>
                  </a:cubicBezTo>
                  <a:cubicBezTo>
                    <a:pt x="38" y="40"/>
                    <a:pt x="44" y="43"/>
                    <a:pt x="47" y="47"/>
                  </a:cubicBezTo>
                  <a:cubicBezTo>
                    <a:pt x="50" y="50"/>
                    <a:pt x="51" y="55"/>
                    <a:pt x="51" y="61"/>
                  </a:cubicBezTo>
                  <a:cubicBezTo>
                    <a:pt x="51" y="67"/>
                    <a:pt x="49" y="72"/>
                    <a:pt x="45" y="76"/>
                  </a:cubicBezTo>
                  <a:cubicBezTo>
                    <a:pt x="41" y="81"/>
                    <a:pt x="36" y="83"/>
                    <a:pt x="29" y="84"/>
                  </a:cubicBezTo>
                  <a:cubicBezTo>
                    <a:pt x="28" y="94"/>
                    <a:pt x="28" y="94"/>
                    <a:pt x="28" y="94"/>
                  </a:cubicBezTo>
                  <a:cubicBezTo>
                    <a:pt x="21" y="94"/>
                    <a:pt x="21" y="94"/>
                    <a:pt x="21" y="94"/>
                  </a:cubicBezTo>
                  <a:cubicBezTo>
                    <a:pt x="21" y="84"/>
                    <a:pt x="21" y="84"/>
                    <a:pt x="21" y="84"/>
                  </a:cubicBezTo>
                  <a:cubicBezTo>
                    <a:pt x="15" y="83"/>
                    <a:pt x="10" y="81"/>
                    <a:pt x="6" y="77"/>
                  </a:cubicBezTo>
                  <a:cubicBezTo>
                    <a:pt x="3" y="73"/>
                    <a:pt x="1" y="68"/>
                    <a:pt x="0" y="61"/>
                  </a:cubicBezTo>
                  <a:cubicBezTo>
                    <a:pt x="14" y="60"/>
                    <a:pt x="14" y="60"/>
                    <a:pt x="14" y="60"/>
                  </a:cubicBezTo>
                  <a:cubicBezTo>
                    <a:pt x="14" y="62"/>
                    <a:pt x="15" y="65"/>
                    <a:pt x="16" y="67"/>
                  </a:cubicBezTo>
                  <a:cubicBezTo>
                    <a:pt x="18" y="69"/>
                    <a:pt x="19" y="71"/>
                    <a:pt x="21" y="72"/>
                  </a:cubicBezTo>
                  <a:close/>
                  <a:moveTo>
                    <a:pt x="23" y="17"/>
                  </a:moveTo>
                  <a:cubicBezTo>
                    <a:pt x="21" y="17"/>
                    <a:pt x="19" y="18"/>
                    <a:pt x="18" y="20"/>
                  </a:cubicBezTo>
                  <a:cubicBezTo>
                    <a:pt x="16" y="22"/>
                    <a:pt x="16" y="23"/>
                    <a:pt x="16" y="25"/>
                  </a:cubicBezTo>
                  <a:cubicBezTo>
                    <a:pt x="16" y="27"/>
                    <a:pt x="16" y="29"/>
                    <a:pt x="17" y="31"/>
                  </a:cubicBezTo>
                  <a:cubicBezTo>
                    <a:pt x="18" y="32"/>
                    <a:pt x="20" y="34"/>
                    <a:pt x="22" y="35"/>
                  </a:cubicBezTo>
                  <a:lnTo>
                    <a:pt x="23" y="17"/>
                  </a:lnTo>
                  <a:close/>
                  <a:moveTo>
                    <a:pt x="29" y="72"/>
                  </a:moveTo>
                  <a:cubicBezTo>
                    <a:pt x="32" y="72"/>
                    <a:pt x="34" y="71"/>
                    <a:pt x="35" y="69"/>
                  </a:cubicBezTo>
                  <a:cubicBezTo>
                    <a:pt x="37" y="67"/>
                    <a:pt x="38" y="65"/>
                    <a:pt x="38" y="62"/>
                  </a:cubicBezTo>
                  <a:cubicBezTo>
                    <a:pt x="38" y="60"/>
                    <a:pt x="38" y="58"/>
                    <a:pt x="36" y="56"/>
                  </a:cubicBezTo>
                  <a:cubicBezTo>
                    <a:pt x="35" y="54"/>
                    <a:pt x="33" y="53"/>
                    <a:pt x="29" y="52"/>
                  </a:cubicBezTo>
                  <a:lnTo>
                    <a:pt x="29" y="7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grpSp>
      <p:sp>
        <p:nvSpPr>
          <p:cNvPr id="37"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二项对比</a:t>
            </a:r>
            <a:endParaRPr lang="zh-CN" altLang="zh-CN" sz="2800" b="1" dirty="0">
              <a:solidFill>
                <a:schemeClr val="tx1">
                  <a:lumMod val="65000"/>
                  <a:lumOff val="35000"/>
                </a:schemeClr>
              </a:solidFill>
            </a:endParaRPr>
          </a:p>
        </p:txBody>
      </p:sp>
      <p:sp>
        <p:nvSpPr>
          <p:cNvPr id="39" name="文本框 38"/>
          <p:cNvSpPr txBox="1"/>
          <p:nvPr/>
        </p:nvSpPr>
        <p:spPr>
          <a:xfrm>
            <a:off x="4139317" y="1058393"/>
            <a:ext cx="3913366"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40" name="Rectangle 58"/>
          <p:cNvSpPr/>
          <p:nvPr/>
        </p:nvSpPr>
        <p:spPr>
          <a:xfrm>
            <a:off x="3614043" y="1478661"/>
            <a:ext cx="4963915"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单击此处添加副标题</a:t>
            </a:r>
          </a:p>
        </p:txBody>
      </p:sp>
      <p:sp>
        <p:nvSpPr>
          <p:cNvPr id="49" name="圆角矩形 48"/>
          <p:cNvSpPr/>
          <p:nvPr/>
        </p:nvSpPr>
        <p:spPr>
          <a:xfrm>
            <a:off x="8451635" y="3803502"/>
            <a:ext cx="630188" cy="630188"/>
          </a:xfrm>
          <a:prstGeom prst="roundRect">
            <a:avLst/>
          </a:prstGeom>
          <a:solidFill>
            <a:srgbClr val="F8841D"/>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latin typeface="Impact" panose="020B0806030902050204" pitchFamily="34" charset="0"/>
            </a:endParaRPr>
          </a:p>
        </p:txBody>
      </p:sp>
      <p:sp>
        <p:nvSpPr>
          <p:cNvPr id="57" name="圆角矩形 56"/>
          <p:cNvSpPr/>
          <p:nvPr/>
        </p:nvSpPr>
        <p:spPr>
          <a:xfrm>
            <a:off x="8451635" y="5418289"/>
            <a:ext cx="630188" cy="630188"/>
          </a:xfrm>
          <a:prstGeom prst="roundRect">
            <a:avLst/>
          </a:prstGeom>
          <a:solidFill>
            <a:srgbClr val="F8841D"/>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latin typeface="Impact" panose="020B0806030902050204" pitchFamily="34" charset="0"/>
            </a:endParaRPr>
          </a:p>
        </p:txBody>
      </p:sp>
      <p:sp>
        <p:nvSpPr>
          <p:cNvPr id="9" name="文本框 8"/>
          <p:cNvSpPr txBox="1"/>
          <p:nvPr/>
        </p:nvSpPr>
        <p:spPr>
          <a:xfrm>
            <a:off x="4546521" y="3040368"/>
            <a:ext cx="1210588" cy="400110"/>
          </a:xfrm>
          <a:prstGeom prst="rect">
            <a:avLst/>
          </a:prstGeom>
          <a:noFill/>
        </p:spPr>
        <p:txBody>
          <a:bodyPr wrap="none" rtlCol="0">
            <a:spAutoFit/>
          </a:bodyPr>
          <a:lstStyle/>
          <a:p>
            <a:r>
              <a:rPr lang="zh-CN" altLang="en-US" sz="2000" b="1" dirty="0">
                <a:solidFill>
                  <a:schemeClr val="bg1"/>
                </a:solidFill>
              </a:rPr>
              <a:t>正向观点</a:t>
            </a:r>
          </a:p>
        </p:txBody>
      </p:sp>
      <p:sp>
        <p:nvSpPr>
          <p:cNvPr id="59" name="文本框 58"/>
          <p:cNvSpPr txBox="1"/>
          <p:nvPr/>
        </p:nvSpPr>
        <p:spPr>
          <a:xfrm>
            <a:off x="6535897" y="4686219"/>
            <a:ext cx="1210588" cy="400110"/>
          </a:xfrm>
          <a:prstGeom prst="rect">
            <a:avLst/>
          </a:prstGeom>
          <a:noFill/>
        </p:spPr>
        <p:txBody>
          <a:bodyPr wrap="none" rtlCol="0">
            <a:spAutoFit/>
          </a:bodyPr>
          <a:lstStyle/>
          <a:p>
            <a:r>
              <a:rPr lang="zh-CN" altLang="en-US" sz="2000" b="1" dirty="0">
                <a:solidFill>
                  <a:schemeClr val="bg1"/>
                </a:solidFill>
              </a:rPr>
              <a:t>反向观点</a:t>
            </a:r>
          </a:p>
        </p:txBody>
      </p:sp>
      <p:sp>
        <p:nvSpPr>
          <p:cNvPr id="66" name="文本框 65"/>
          <p:cNvSpPr txBox="1"/>
          <p:nvPr/>
        </p:nvSpPr>
        <p:spPr>
          <a:xfrm>
            <a:off x="9201543" y="2090675"/>
            <a:ext cx="2856518" cy="830997"/>
          </a:xfrm>
          <a:prstGeom prst="rect">
            <a:avLst/>
          </a:prstGeom>
          <a:noFill/>
        </p:spPr>
        <p:txBody>
          <a:bodyPr wrap="square" rtlCol="0">
            <a:spAutoFit/>
          </a:bodyPr>
          <a:lstStyle/>
          <a:p>
            <a:pPr>
              <a:lnSpc>
                <a:spcPct val="120000"/>
              </a:lnSpc>
            </a:pPr>
            <a:r>
              <a:rPr lang="zh-CN" altLang="en-US" sz="2400" b="1" dirty="0">
                <a:solidFill>
                  <a:srgbClr val="F8841D"/>
                </a:solidFill>
              </a:rPr>
              <a:t>添加标题</a:t>
            </a:r>
            <a:endParaRPr lang="en-US" altLang="zh-CN" sz="2400" b="1" dirty="0">
              <a:solidFill>
                <a:srgbClr val="F8841D"/>
              </a:solidFill>
            </a:endParaRPr>
          </a:p>
          <a:p>
            <a:pPr>
              <a:lnSpc>
                <a:spcPct val="120000"/>
              </a:lnSpc>
            </a:pPr>
            <a:r>
              <a:rPr lang="zh-CN" altLang="en-US" sz="1600" dirty="0">
                <a:solidFill>
                  <a:schemeClr val="tx1">
                    <a:lumMod val="65000"/>
                    <a:lumOff val="35000"/>
                  </a:schemeClr>
                </a:solidFill>
              </a:rPr>
              <a:t>添加内容添加内容</a:t>
            </a:r>
          </a:p>
        </p:txBody>
      </p:sp>
      <p:sp>
        <p:nvSpPr>
          <p:cNvPr id="67" name="文本框 66"/>
          <p:cNvSpPr txBox="1"/>
          <p:nvPr/>
        </p:nvSpPr>
        <p:spPr>
          <a:xfrm>
            <a:off x="10987" y="2090675"/>
            <a:ext cx="2856518" cy="830997"/>
          </a:xfrm>
          <a:prstGeom prst="rect">
            <a:avLst/>
          </a:prstGeom>
          <a:noFill/>
        </p:spPr>
        <p:txBody>
          <a:bodyPr wrap="square" rtlCol="0">
            <a:spAutoFit/>
          </a:bodyPr>
          <a:lstStyle/>
          <a:p>
            <a:pPr algn="r">
              <a:lnSpc>
                <a:spcPct val="120000"/>
              </a:lnSpc>
            </a:pPr>
            <a:r>
              <a:rPr lang="zh-CN" altLang="en-US" sz="2400" b="1" dirty="0">
                <a:solidFill>
                  <a:srgbClr val="546E7A"/>
                </a:solidFill>
              </a:rPr>
              <a:t>添加标题</a:t>
            </a:r>
            <a:endParaRPr lang="en-US" altLang="zh-CN" sz="2400" b="1" dirty="0">
              <a:solidFill>
                <a:srgbClr val="546E7A"/>
              </a:solidFill>
            </a:endParaRPr>
          </a:p>
          <a:p>
            <a:pPr algn="r">
              <a:lnSpc>
                <a:spcPct val="120000"/>
              </a:lnSpc>
            </a:pPr>
            <a:r>
              <a:rPr lang="zh-CN" altLang="en-US" sz="1600" dirty="0">
                <a:solidFill>
                  <a:schemeClr val="tx1">
                    <a:lumMod val="65000"/>
                    <a:lumOff val="35000"/>
                  </a:schemeClr>
                </a:solidFill>
              </a:rPr>
              <a:t>添加内容添加内容</a:t>
            </a:r>
          </a:p>
        </p:txBody>
      </p:sp>
      <p:sp>
        <p:nvSpPr>
          <p:cNvPr id="68" name="文本框 67"/>
          <p:cNvSpPr txBox="1"/>
          <p:nvPr/>
        </p:nvSpPr>
        <p:spPr>
          <a:xfrm>
            <a:off x="9201543" y="3715056"/>
            <a:ext cx="2856518" cy="830997"/>
          </a:xfrm>
          <a:prstGeom prst="rect">
            <a:avLst/>
          </a:prstGeom>
          <a:noFill/>
        </p:spPr>
        <p:txBody>
          <a:bodyPr wrap="square" rtlCol="0">
            <a:spAutoFit/>
          </a:bodyPr>
          <a:lstStyle/>
          <a:p>
            <a:pPr>
              <a:lnSpc>
                <a:spcPct val="120000"/>
              </a:lnSpc>
            </a:pPr>
            <a:r>
              <a:rPr lang="zh-CN" altLang="en-US" sz="2400" b="1" dirty="0">
                <a:solidFill>
                  <a:srgbClr val="F8841D"/>
                </a:solidFill>
              </a:rPr>
              <a:t>添加标题</a:t>
            </a:r>
            <a:endParaRPr lang="en-US" altLang="zh-CN" sz="2400" b="1" dirty="0">
              <a:solidFill>
                <a:srgbClr val="F8841D"/>
              </a:solidFill>
            </a:endParaRPr>
          </a:p>
          <a:p>
            <a:pPr>
              <a:lnSpc>
                <a:spcPct val="120000"/>
              </a:lnSpc>
            </a:pPr>
            <a:r>
              <a:rPr lang="zh-CN" altLang="en-US" sz="1600" dirty="0">
                <a:solidFill>
                  <a:schemeClr val="tx1">
                    <a:lumMod val="65000"/>
                    <a:lumOff val="35000"/>
                  </a:schemeClr>
                </a:solidFill>
              </a:rPr>
              <a:t>添加内容添加内容</a:t>
            </a:r>
          </a:p>
        </p:txBody>
      </p:sp>
      <p:sp>
        <p:nvSpPr>
          <p:cNvPr id="69" name="文本框 68"/>
          <p:cNvSpPr txBox="1"/>
          <p:nvPr/>
        </p:nvSpPr>
        <p:spPr>
          <a:xfrm>
            <a:off x="10987" y="3715056"/>
            <a:ext cx="2856518" cy="830997"/>
          </a:xfrm>
          <a:prstGeom prst="rect">
            <a:avLst/>
          </a:prstGeom>
          <a:noFill/>
        </p:spPr>
        <p:txBody>
          <a:bodyPr wrap="square" rtlCol="0">
            <a:spAutoFit/>
          </a:bodyPr>
          <a:lstStyle/>
          <a:p>
            <a:pPr algn="r">
              <a:lnSpc>
                <a:spcPct val="120000"/>
              </a:lnSpc>
            </a:pPr>
            <a:r>
              <a:rPr lang="zh-CN" altLang="en-US" sz="2400" b="1" dirty="0">
                <a:solidFill>
                  <a:srgbClr val="546E7A"/>
                </a:solidFill>
              </a:rPr>
              <a:t>添加标题</a:t>
            </a:r>
            <a:endParaRPr lang="en-US" altLang="zh-CN" sz="2400" b="1" dirty="0">
              <a:solidFill>
                <a:srgbClr val="546E7A"/>
              </a:solidFill>
            </a:endParaRPr>
          </a:p>
          <a:p>
            <a:pPr algn="r">
              <a:lnSpc>
                <a:spcPct val="120000"/>
              </a:lnSpc>
            </a:pPr>
            <a:r>
              <a:rPr lang="zh-CN" altLang="en-US" sz="1600" dirty="0">
                <a:solidFill>
                  <a:schemeClr val="tx1">
                    <a:lumMod val="65000"/>
                    <a:lumOff val="35000"/>
                  </a:schemeClr>
                </a:solidFill>
              </a:rPr>
              <a:t>添加内容添加内容</a:t>
            </a:r>
          </a:p>
        </p:txBody>
      </p:sp>
      <p:sp>
        <p:nvSpPr>
          <p:cNvPr id="70" name="文本框 69"/>
          <p:cNvSpPr txBox="1"/>
          <p:nvPr/>
        </p:nvSpPr>
        <p:spPr>
          <a:xfrm>
            <a:off x="9201543" y="5380704"/>
            <a:ext cx="2856518" cy="830997"/>
          </a:xfrm>
          <a:prstGeom prst="rect">
            <a:avLst/>
          </a:prstGeom>
          <a:noFill/>
        </p:spPr>
        <p:txBody>
          <a:bodyPr wrap="square" rtlCol="0">
            <a:spAutoFit/>
          </a:bodyPr>
          <a:lstStyle/>
          <a:p>
            <a:pPr>
              <a:lnSpc>
                <a:spcPct val="120000"/>
              </a:lnSpc>
            </a:pPr>
            <a:r>
              <a:rPr lang="zh-CN" altLang="en-US" sz="2400" b="1" dirty="0">
                <a:solidFill>
                  <a:srgbClr val="F8841D"/>
                </a:solidFill>
              </a:rPr>
              <a:t>添加标题</a:t>
            </a:r>
            <a:endParaRPr lang="en-US" altLang="zh-CN" sz="2400" b="1" dirty="0">
              <a:solidFill>
                <a:srgbClr val="F8841D"/>
              </a:solidFill>
            </a:endParaRPr>
          </a:p>
          <a:p>
            <a:pPr>
              <a:lnSpc>
                <a:spcPct val="120000"/>
              </a:lnSpc>
            </a:pPr>
            <a:r>
              <a:rPr lang="zh-CN" altLang="en-US" sz="1600" dirty="0">
                <a:solidFill>
                  <a:schemeClr val="tx1">
                    <a:lumMod val="65000"/>
                    <a:lumOff val="35000"/>
                  </a:schemeClr>
                </a:solidFill>
              </a:rPr>
              <a:t>添加内容添加内容</a:t>
            </a:r>
          </a:p>
        </p:txBody>
      </p:sp>
      <p:sp>
        <p:nvSpPr>
          <p:cNvPr id="71" name="文本框 70"/>
          <p:cNvSpPr txBox="1"/>
          <p:nvPr/>
        </p:nvSpPr>
        <p:spPr>
          <a:xfrm>
            <a:off x="10987" y="5380704"/>
            <a:ext cx="2856518" cy="830997"/>
          </a:xfrm>
          <a:prstGeom prst="rect">
            <a:avLst/>
          </a:prstGeom>
          <a:noFill/>
        </p:spPr>
        <p:txBody>
          <a:bodyPr wrap="square" rtlCol="0">
            <a:spAutoFit/>
          </a:bodyPr>
          <a:lstStyle/>
          <a:p>
            <a:pPr algn="r">
              <a:lnSpc>
                <a:spcPct val="120000"/>
              </a:lnSpc>
            </a:pPr>
            <a:r>
              <a:rPr lang="zh-CN" altLang="en-US" sz="2400" b="1" dirty="0">
                <a:solidFill>
                  <a:srgbClr val="546E7A"/>
                </a:solidFill>
              </a:rPr>
              <a:t>添加标题</a:t>
            </a:r>
            <a:endParaRPr lang="en-US" altLang="zh-CN" sz="2400" b="1" dirty="0">
              <a:solidFill>
                <a:srgbClr val="546E7A"/>
              </a:solidFill>
            </a:endParaRPr>
          </a:p>
          <a:p>
            <a:pPr algn="r">
              <a:lnSpc>
                <a:spcPct val="120000"/>
              </a:lnSpc>
            </a:pPr>
            <a:r>
              <a:rPr lang="zh-CN" altLang="en-US" sz="1600" dirty="0">
                <a:solidFill>
                  <a:schemeClr val="tx1">
                    <a:lumMod val="65000"/>
                    <a:lumOff val="35000"/>
                  </a:schemeClr>
                </a:solidFill>
              </a:rPr>
              <a:t>添加内容添加内容</a:t>
            </a:r>
          </a:p>
        </p:txBody>
      </p:sp>
      <p:sp>
        <p:nvSpPr>
          <p:cNvPr id="74" name="圆角矩形 73"/>
          <p:cNvSpPr/>
          <p:nvPr/>
        </p:nvSpPr>
        <p:spPr>
          <a:xfrm>
            <a:off x="8451635" y="2188715"/>
            <a:ext cx="630188" cy="630188"/>
          </a:xfrm>
          <a:prstGeom prst="roundRect">
            <a:avLst/>
          </a:prstGeom>
          <a:solidFill>
            <a:srgbClr val="F8841D"/>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latin typeface="Impact" panose="020B0806030902050204" pitchFamily="34" charset="0"/>
            </a:endParaRPr>
          </a:p>
        </p:txBody>
      </p:sp>
      <p:sp>
        <p:nvSpPr>
          <p:cNvPr id="76" name="Freeform 46"/>
          <p:cNvSpPr>
            <a:spLocks noEditPoints="1"/>
          </p:cNvSpPr>
          <p:nvPr/>
        </p:nvSpPr>
        <p:spPr bwMode="auto">
          <a:xfrm>
            <a:off x="8539360" y="5540873"/>
            <a:ext cx="454738" cy="411852"/>
          </a:xfrm>
          <a:custGeom>
            <a:avLst/>
            <a:gdLst>
              <a:gd name="T0" fmla="*/ 237 w 260"/>
              <a:gd name="T1" fmla="*/ 95 h 235"/>
              <a:gd name="T2" fmla="*/ 24 w 260"/>
              <a:gd name="T3" fmla="*/ 95 h 235"/>
              <a:gd name="T4" fmla="*/ 0 w 260"/>
              <a:gd name="T5" fmla="*/ 72 h 235"/>
              <a:gd name="T6" fmla="*/ 260 w 260"/>
              <a:gd name="T7" fmla="*/ 72 h 235"/>
              <a:gd name="T8" fmla="*/ 237 w 260"/>
              <a:gd name="T9" fmla="*/ 95 h 235"/>
              <a:gd name="T10" fmla="*/ 225 w 260"/>
              <a:gd name="T11" fmla="*/ 107 h 235"/>
              <a:gd name="T12" fmla="*/ 201 w 260"/>
              <a:gd name="T13" fmla="*/ 131 h 235"/>
              <a:gd name="T14" fmla="*/ 59 w 260"/>
              <a:gd name="T15" fmla="*/ 131 h 235"/>
              <a:gd name="T16" fmla="*/ 35 w 260"/>
              <a:gd name="T17" fmla="*/ 107 h 235"/>
              <a:gd name="T18" fmla="*/ 225 w 260"/>
              <a:gd name="T19" fmla="*/ 107 h 235"/>
              <a:gd name="T20" fmla="*/ 189 w 260"/>
              <a:gd name="T21" fmla="*/ 143 h 235"/>
              <a:gd name="T22" fmla="*/ 166 w 260"/>
              <a:gd name="T23" fmla="*/ 166 h 235"/>
              <a:gd name="T24" fmla="*/ 95 w 260"/>
              <a:gd name="T25" fmla="*/ 166 h 235"/>
              <a:gd name="T26" fmla="*/ 71 w 260"/>
              <a:gd name="T27" fmla="*/ 143 h 235"/>
              <a:gd name="T28" fmla="*/ 189 w 260"/>
              <a:gd name="T29" fmla="*/ 143 h 235"/>
              <a:gd name="T30" fmla="*/ 130 w 260"/>
              <a:gd name="T31" fmla="*/ 168 h 235"/>
              <a:gd name="T32" fmla="*/ 164 w 260"/>
              <a:gd name="T33" fmla="*/ 202 h 235"/>
              <a:gd name="T34" fmla="*/ 130 w 260"/>
              <a:gd name="T35" fmla="*/ 235 h 235"/>
              <a:gd name="T36" fmla="*/ 97 w 260"/>
              <a:gd name="T37" fmla="*/ 202 h 235"/>
              <a:gd name="T38" fmla="*/ 130 w 260"/>
              <a:gd name="T39" fmla="*/ 168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0" h="235">
                <a:moveTo>
                  <a:pt x="237" y="95"/>
                </a:moveTo>
                <a:cubicBezTo>
                  <a:pt x="178" y="36"/>
                  <a:pt x="82" y="36"/>
                  <a:pt x="24" y="95"/>
                </a:cubicBezTo>
                <a:cubicBezTo>
                  <a:pt x="0" y="72"/>
                  <a:pt x="0" y="72"/>
                  <a:pt x="0" y="72"/>
                </a:cubicBezTo>
                <a:cubicBezTo>
                  <a:pt x="72" y="0"/>
                  <a:pt x="188" y="0"/>
                  <a:pt x="260" y="72"/>
                </a:cubicBezTo>
                <a:lnTo>
                  <a:pt x="237" y="95"/>
                </a:lnTo>
                <a:close/>
                <a:moveTo>
                  <a:pt x="225" y="107"/>
                </a:moveTo>
                <a:cubicBezTo>
                  <a:pt x="201" y="131"/>
                  <a:pt x="201" y="131"/>
                  <a:pt x="201" y="131"/>
                </a:cubicBezTo>
                <a:cubicBezTo>
                  <a:pt x="162" y="91"/>
                  <a:pt x="98" y="91"/>
                  <a:pt x="59" y="131"/>
                </a:cubicBezTo>
                <a:cubicBezTo>
                  <a:pt x="35" y="107"/>
                  <a:pt x="35" y="107"/>
                  <a:pt x="35" y="107"/>
                </a:cubicBezTo>
                <a:cubicBezTo>
                  <a:pt x="88" y="55"/>
                  <a:pt x="173" y="55"/>
                  <a:pt x="225" y="107"/>
                </a:cubicBezTo>
                <a:close/>
                <a:moveTo>
                  <a:pt x="189" y="143"/>
                </a:moveTo>
                <a:cubicBezTo>
                  <a:pt x="166" y="166"/>
                  <a:pt x="166" y="166"/>
                  <a:pt x="166" y="166"/>
                </a:cubicBezTo>
                <a:cubicBezTo>
                  <a:pt x="146" y="147"/>
                  <a:pt x="114" y="147"/>
                  <a:pt x="95" y="166"/>
                </a:cubicBezTo>
                <a:cubicBezTo>
                  <a:pt x="71" y="143"/>
                  <a:pt x="71" y="143"/>
                  <a:pt x="71" y="143"/>
                </a:cubicBezTo>
                <a:cubicBezTo>
                  <a:pt x="104" y="110"/>
                  <a:pt x="157" y="110"/>
                  <a:pt x="189" y="143"/>
                </a:cubicBezTo>
                <a:close/>
                <a:moveTo>
                  <a:pt x="130" y="168"/>
                </a:moveTo>
                <a:cubicBezTo>
                  <a:pt x="149" y="168"/>
                  <a:pt x="164" y="183"/>
                  <a:pt x="164" y="202"/>
                </a:cubicBezTo>
                <a:cubicBezTo>
                  <a:pt x="164" y="220"/>
                  <a:pt x="149" y="235"/>
                  <a:pt x="130" y="235"/>
                </a:cubicBezTo>
                <a:cubicBezTo>
                  <a:pt x="112" y="235"/>
                  <a:pt x="97" y="220"/>
                  <a:pt x="97" y="202"/>
                </a:cubicBezTo>
                <a:cubicBezTo>
                  <a:pt x="97" y="183"/>
                  <a:pt x="112" y="168"/>
                  <a:pt x="130" y="168"/>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77" name="组合 76"/>
          <p:cNvGrpSpPr/>
          <p:nvPr/>
        </p:nvGrpSpPr>
        <p:grpSpPr>
          <a:xfrm>
            <a:off x="8567687" y="3922926"/>
            <a:ext cx="403402" cy="404517"/>
            <a:chOff x="6028561" y="-1589065"/>
            <a:chExt cx="407345" cy="408471"/>
          </a:xfrm>
          <a:solidFill>
            <a:schemeClr val="bg1"/>
          </a:solidFill>
        </p:grpSpPr>
        <p:sp>
          <p:nvSpPr>
            <p:cNvPr id="78" name="Freeform 14"/>
            <p:cNvSpPr>
              <a:spLocks/>
            </p:cNvSpPr>
            <p:nvPr/>
          </p:nvSpPr>
          <p:spPr bwMode="auto">
            <a:xfrm>
              <a:off x="6129835" y="-1460785"/>
              <a:ext cx="306071" cy="280191"/>
            </a:xfrm>
            <a:custGeom>
              <a:avLst/>
              <a:gdLst>
                <a:gd name="T0" fmla="*/ 96 w 115"/>
                <a:gd name="T1" fmla="*/ 0 h 105"/>
                <a:gd name="T2" fmla="*/ 86 w 115"/>
                <a:gd name="T3" fmla="*/ 0 h 105"/>
                <a:gd name="T4" fmla="*/ 86 w 115"/>
                <a:gd name="T5" fmla="*/ 10 h 105"/>
                <a:gd name="T6" fmla="*/ 57 w 115"/>
                <a:gd name="T7" fmla="*/ 38 h 105"/>
                <a:gd name="T8" fmla="*/ 14 w 115"/>
                <a:gd name="T9" fmla="*/ 38 h 105"/>
                <a:gd name="T10" fmla="*/ 0 w 115"/>
                <a:gd name="T11" fmla="*/ 52 h 105"/>
                <a:gd name="T12" fmla="*/ 0 w 115"/>
                <a:gd name="T13" fmla="*/ 57 h 105"/>
                <a:gd name="T14" fmla="*/ 19 w 115"/>
                <a:gd name="T15" fmla="*/ 76 h 105"/>
                <a:gd name="T16" fmla="*/ 67 w 115"/>
                <a:gd name="T17" fmla="*/ 76 h 105"/>
                <a:gd name="T18" fmla="*/ 96 w 115"/>
                <a:gd name="T19" fmla="*/ 105 h 105"/>
                <a:gd name="T20" fmla="*/ 96 w 115"/>
                <a:gd name="T21" fmla="*/ 76 h 105"/>
                <a:gd name="T22" fmla="*/ 115 w 115"/>
                <a:gd name="T23" fmla="*/ 57 h 105"/>
                <a:gd name="T24" fmla="*/ 115 w 115"/>
                <a:gd name="T25" fmla="*/ 19 h 105"/>
                <a:gd name="T26" fmla="*/ 96 w 115"/>
                <a:gd name="T27"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5" h="105">
                  <a:moveTo>
                    <a:pt x="96" y="0"/>
                  </a:moveTo>
                  <a:cubicBezTo>
                    <a:pt x="86" y="0"/>
                    <a:pt x="86" y="0"/>
                    <a:pt x="86" y="0"/>
                  </a:cubicBezTo>
                  <a:cubicBezTo>
                    <a:pt x="86" y="10"/>
                    <a:pt x="86" y="10"/>
                    <a:pt x="86" y="10"/>
                  </a:cubicBezTo>
                  <a:cubicBezTo>
                    <a:pt x="86" y="24"/>
                    <a:pt x="72" y="38"/>
                    <a:pt x="57" y="38"/>
                  </a:cubicBezTo>
                  <a:cubicBezTo>
                    <a:pt x="14" y="38"/>
                    <a:pt x="14" y="38"/>
                    <a:pt x="14" y="38"/>
                  </a:cubicBezTo>
                  <a:cubicBezTo>
                    <a:pt x="0" y="52"/>
                    <a:pt x="0" y="52"/>
                    <a:pt x="0" y="52"/>
                  </a:cubicBezTo>
                  <a:cubicBezTo>
                    <a:pt x="0" y="57"/>
                    <a:pt x="0" y="57"/>
                    <a:pt x="0" y="57"/>
                  </a:cubicBezTo>
                  <a:cubicBezTo>
                    <a:pt x="0" y="67"/>
                    <a:pt x="10" y="76"/>
                    <a:pt x="19" y="76"/>
                  </a:cubicBezTo>
                  <a:cubicBezTo>
                    <a:pt x="67" y="76"/>
                    <a:pt x="67" y="76"/>
                    <a:pt x="67" y="76"/>
                  </a:cubicBezTo>
                  <a:cubicBezTo>
                    <a:pt x="96" y="105"/>
                    <a:pt x="96" y="105"/>
                    <a:pt x="96" y="105"/>
                  </a:cubicBezTo>
                  <a:cubicBezTo>
                    <a:pt x="96" y="76"/>
                    <a:pt x="96" y="76"/>
                    <a:pt x="96" y="76"/>
                  </a:cubicBezTo>
                  <a:cubicBezTo>
                    <a:pt x="105" y="76"/>
                    <a:pt x="115" y="67"/>
                    <a:pt x="115" y="57"/>
                  </a:cubicBezTo>
                  <a:cubicBezTo>
                    <a:pt x="115" y="19"/>
                    <a:pt x="115" y="19"/>
                    <a:pt x="115" y="19"/>
                  </a:cubicBezTo>
                  <a:cubicBezTo>
                    <a:pt x="115" y="10"/>
                    <a:pt x="105" y="0"/>
                    <a:pt x="9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15"/>
            <p:cNvSpPr>
              <a:spLocks/>
            </p:cNvSpPr>
            <p:nvPr/>
          </p:nvSpPr>
          <p:spPr bwMode="auto">
            <a:xfrm>
              <a:off x="6028561" y="-1589065"/>
              <a:ext cx="303820" cy="280191"/>
            </a:xfrm>
            <a:custGeom>
              <a:avLst/>
              <a:gdLst>
                <a:gd name="T0" fmla="*/ 48 w 114"/>
                <a:gd name="T1" fmla="*/ 77 h 105"/>
                <a:gd name="T2" fmla="*/ 95 w 114"/>
                <a:gd name="T3" fmla="*/ 77 h 105"/>
                <a:gd name="T4" fmla="*/ 114 w 114"/>
                <a:gd name="T5" fmla="*/ 58 h 105"/>
                <a:gd name="T6" fmla="*/ 114 w 114"/>
                <a:gd name="T7" fmla="*/ 20 h 105"/>
                <a:gd name="T8" fmla="*/ 95 w 114"/>
                <a:gd name="T9" fmla="*/ 0 h 105"/>
                <a:gd name="T10" fmla="*/ 19 w 114"/>
                <a:gd name="T11" fmla="*/ 0 h 105"/>
                <a:gd name="T12" fmla="*/ 0 w 114"/>
                <a:gd name="T13" fmla="*/ 20 h 105"/>
                <a:gd name="T14" fmla="*/ 0 w 114"/>
                <a:gd name="T15" fmla="*/ 58 h 105"/>
                <a:gd name="T16" fmla="*/ 19 w 114"/>
                <a:gd name="T17" fmla="*/ 77 h 105"/>
                <a:gd name="T18" fmla="*/ 19 w 114"/>
                <a:gd name="T19" fmla="*/ 105 h 105"/>
                <a:gd name="T20" fmla="*/ 48 w 114"/>
                <a:gd name="T21" fmla="*/ 7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4" h="105">
                  <a:moveTo>
                    <a:pt x="48" y="77"/>
                  </a:moveTo>
                  <a:cubicBezTo>
                    <a:pt x="95" y="77"/>
                    <a:pt x="95" y="77"/>
                    <a:pt x="95" y="77"/>
                  </a:cubicBezTo>
                  <a:cubicBezTo>
                    <a:pt x="105" y="77"/>
                    <a:pt x="114" y="67"/>
                    <a:pt x="114" y="58"/>
                  </a:cubicBezTo>
                  <a:cubicBezTo>
                    <a:pt x="114" y="20"/>
                    <a:pt x="114" y="20"/>
                    <a:pt x="114" y="20"/>
                  </a:cubicBezTo>
                  <a:cubicBezTo>
                    <a:pt x="114" y="10"/>
                    <a:pt x="105" y="0"/>
                    <a:pt x="95" y="0"/>
                  </a:cubicBezTo>
                  <a:cubicBezTo>
                    <a:pt x="19" y="0"/>
                    <a:pt x="19" y="0"/>
                    <a:pt x="19" y="0"/>
                  </a:cubicBezTo>
                  <a:cubicBezTo>
                    <a:pt x="10" y="0"/>
                    <a:pt x="0" y="10"/>
                    <a:pt x="0" y="20"/>
                  </a:cubicBezTo>
                  <a:cubicBezTo>
                    <a:pt x="0" y="58"/>
                    <a:pt x="0" y="58"/>
                    <a:pt x="0" y="58"/>
                  </a:cubicBezTo>
                  <a:cubicBezTo>
                    <a:pt x="0" y="67"/>
                    <a:pt x="10" y="77"/>
                    <a:pt x="19" y="77"/>
                  </a:cubicBezTo>
                  <a:cubicBezTo>
                    <a:pt x="19" y="105"/>
                    <a:pt x="19" y="105"/>
                    <a:pt x="19" y="105"/>
                  </a:cubicBezTo>
                  <a:lnTo>
                    <a:pt x="48" y="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80" name="Freeform 36"/>
          <p:cNvSpPr>
            <a:spLocks noEditPoints="1"/>
          </p:cNvSpPr>
          <p:nvPr/>
        </p:nvSpPr>
        <p:spPr bwMode="auto">
          <a:xfrm>
            <a:off x="8586683" y="2305007"/>
            <a:ext cx="370000" cy="370601"/>
          </a:xfrm>
          <a:custGeom>
            <a:avLst/>
            <a:gdLst>
              <a:gd name="T0" fmla="*/ 220 w 260"/>
              <a:gd name="T1" fmla="*/ 0 h 260"/>
              <a:gd name="T2" fmla="*/ 41 w 260"/>
              <a:gd name="T3" fmla="*/ 0 h 260"/>
              <a:gd name="T4" fmla="*/ 0 w 260"/>
              <a:gd name="T5" fmla="*/ 41 h 260"/>
              <a:gd name="T6" fmla="*/ 0 w 260"/>
              <a:gd name="T7" fmla="*/ 219 h 260"/>
              <a:gd name="T8" fmla="*/ 41 w 260"/>
              <a:gd name="T9" fmla="*/ 260 h 260"/>
              <a:gd name="T10" fmla="*/ 220 w 260"/>
              <a:gd name="T11" fmla="*/ 260 h 260"/>
              <a:gd name="T12" fmla="*/ 260 w 260"/>
              <a:gd name="T13" fmla="*/ 219 h 260"/>
              <a:gd name="T14" fmla="*/ 260 w 260"/>
              <a:gd name="T15" fmla="*/ 41 h 260"/>
              <a:gd name="T16" fmla="*/ 220 w 260"/>
              <a:gd name="T17" fmla="*/ 0 h 260"/>
              <a:gd name="T18" fmla="*/ 66 w 260"/>
              <a:gd name="T19" fmla="*/ 219 h 260"/>
              <a:gd name="T20" fmla="*/ 34 w 260"/>
              <a:gd name="T21" fmla="*/ 188 h 260"/>
              <a:gd name="T22" fmla="*/ 66 w 260"/>
              <a:gd name="T23" fmla="*/ 156 h 260"/>
              <a:gd name="T24" fmla="*/ 97 w 260"/>
              <a:gd name="T25" fmla="*/ 188 h 260"/>
              <a:gd name="T26" fmla="*/ 66 w 260"/>
              <a:gd name="T27" fmla="*/ 219 h 260"/>
              <a:gd name="T28" fmla="*/ 168 w 260"/>
              <a:gd name="T29" fmla="*/ 218 h 260"/>
              <a:gd name="T30" fmla="*/ 167 w 260"/>
              <a:gd name="T31" fmla="*/ 230 h 260"/>
              <a:gd name="T32" fmla="*/ 130 w 260"/>
              <a:gd name="T33" fmla="*/ 229 h 260"/>
              <a:gd name="T34" fmla="*/ 130 w 260"/>
              <a:gd name="T35" fmla="*/ 217 h 260"/>
              <a:gd name="T36" fmla="*/ 114 w 260"/>
              <a:gd name="T37" fmla="*/ 144 h 260"/>
              <a:gd name="T38" fmla="*/ 35 w 260"/>
              <a:gd name="T39" fmla="*/ 124 h 260"/>
              <a:gd name="T40" fmla="*/ 20 w 260"/>
              <a:gd name="T41" fmla="*/ 124 h 260"/>
              <a:gd name="T42" fmla="*/ 20 w 260"/>
              <a:gd name="T43" fmla="*/ 87 h 260"/>
              <a:gd name="T44" fmla="*/ 35 w 260"/>
              <a:gd name="T45" fmla="*/ 87 h 260"/>
              <a:gd name="T46" fmla="*/ 52 w 260"/>
              <a:gd name="T47" fmla="*/ 87 h 260"/>
              <a:gd name="T48" fmla="*/ 141 w 260"/>
              <a:gd name="T49" fmla="*/ 117 h 260"/>
              <a:gd name="T50" fmla="*/ 168 w 260"/>
              <a:gd name="T51" fmla="*/ 218 h 260"/>
              <a:gd name="T52" fmla="*/ 224 w 260"/>
              <a:gd name="T53" fmla="*/ 209 h 260"/>
              <a:gd name="T54" fmla="*/ 224 w 260"/>
              <a:gd name="T55" fmla="*/ 220 h 260"/>
              <a:gd name="T56" fmla="*/ 185 w 260"/>
              <a:gd name="T57" fmla="*/ 218 h 260"/>
              <a:gd name="T58" fmla="*/ 186 w 260"/>
              <a:gd name="T59" fmla="*/ 208 h 260"/>
              <a:gd name="T60" fmla="*/ 162 w 260"/>
              <a:gd name="T61" fmla="*/ 101 h 260"/>
              <a:gd name="T62" fmla="*/ 47 w 260"/>
              <a:gd name="T63" fmla="*/ 72 h 260"/>
              <a:gd name="T64" fmla="*/ 33 w 260"/>
              <a:gd name="T65" fmla="*/ 72 h 260"/>
              <a:gd name="T66" fmla="*/ 33 w 260"/>
              <a:gd name="T67" fmla="*/ 34 h 260"/>
              <a:gd name="T68" fmla="*/ 47 w 260"/>
              <a:gd name="T69" fmla="*/ 34 h 260"/>
              <a:gd name="T70" fmla="*/ 70 w 260"/>
              <a:gd name="T71" fmla="*/ 34 h 260"/>
              <a:gd name="T72" fmla="*/ 189 w 260"/>
              <a:gd name="T73" fmla="*/ 74 h 260"/>
              <a:gd name="T74" fmla="*/ 224 w 260"/>
              <a:gd name="T75" fmla="*/ 209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60" h="260">
                <a:moveTo>
                  <a:pt x="220" y="0"/>
                </a:moveTo>
                <a:cubicBezTo>
                  <a:pt x="41" y="0"/>
                  <a:pt x="41" y="0"/>
                  <a:pt x="41" y="0"/>
                </a:cubicBezTo>
                <a:cubicBezTo>
                  <a:pt x="18" y="0"/>
                  <a:pt x="0" y="18"/>
                  <a:pt x="0" y="41"/>
                </a:cubicBezTo>
                <a:cubicBezTo>
                  <a:pt x="0" y="219"/>
                  <a:pt x="0" y="219"/>
                  <a:pt x="0" y="219"/>
                </a:cubicBezTo>
                <a:cubicBezTo>
                  <a:pt x="0" y="242"/>
                  <a:pt x="18" y="260"/>
                  <a:pt x="41" y="260"/>
                </a:cubicBezTo>
                <a:cubicBezTo>
                  <a:pt x="220" y="260"/>
                  <a:pt x="220" y="260"/>
                  <a:pt x="220" y="260"/>
                </a:cubicBezTo>
                <a:cubicBezTo>
                  <a:pt x="242" y="260"/>
                  <a:pt x="260" y="242"/>
                  <a:pt x="260" y="219"/>
                </a:cubicBezTo>
                <a:cubicBezTo>
                  <a:pt x="260" y="41"/>
                  <a:pt x="260" y="41"/>
                  <a:pt x="260" y="41"/>
                </a:cubicBezTo>
                <a:cubicBezTo>
                  <a:pt x="260" y="18"/>
                  <a:pt x="242" y="0"/>
                  <a:pt x="220" y="0"/>
                </a:cubicBezTo>
                <a:close/>
                <a:moveTo>
                  <a:pt x="66" y="219"/>
                </a:moveTo>
                <a:cubicBezTo>
                  <a:pt x="48" y="219"/>
                  <a:pt x="34" y="205"/>
                  <a:pt x="34" y="188"/>
                </a:cubicBezTo>
                <a:cubicBezTo>
                  <a:pt x="34" y="170"/>
                  <a:pt x="48" y="156"/>
                  <a:pt x="66" y="156"/>
                </a:cubicBezTo>
                <a:cubicBezTo>
                  <a:pt x="83" y="156"/>
                  <a:pt x="97" y="170"/>
                  <a:pt x="97" y="188"/>
                </a:cubicBezTo>
                <a:cubicBezTo>
                  <a:pt x="97" y="205"/>
                  <a:pt x="83" y="219"/>
                  <a:pt x="66" y="219"/>
                </a:cubicBezTo>
                <a:close/>
                <a:moveTo>
                  <a:pt x="168" y="218"/>
                </a:moveTo>
                <a:cubicBezTo>
                  <a:pt x="167" y="230"/>
                  <a:pt x="167" y="230"/>
                  <a:pt x="167" y="230"/>
                </a:cubicBezTo>
                <a:cubicBezTo>
                  <a:pt x="130" y="229"/>
                  <a:pt x="130" y="229"/>
                  <a:pt x="130" y="229"/>
                </a:cubicBezTo>
                <a:cubicBezTo>
                  <a:pt x="130" y="217"/>
                  <a:pt x="130" y="217"/>
                  <a:pt x="130" y="217"/>
                </a:cubicBezTo>
                <a:cubicBezTo>
                  <a:pt x="131" y="178"/>
                  <a:pt x="127" y="156"/>
                  <a:pt x="114" y="144"/>
                </a:cubicBezTo>
                <a:cubicBezTo>
                  <a:pt x="101" y="130"/>
                  <a:pt x="77" y="124"/>
                  <a:pt x="35" y="124"/>
                </a:cubicBezTo>
                <a:cubicBezTo>
                  <a:pt x="20" y="124"/>
                  <a:pt x="20" y="124"/>
                  <a:pt x="20" y="124"/>
                </a:cubicBezTo>
                <a:cubicBezTo>
                  <a:pt x="20" y="87"/>
                  <a:pt x="20" y="87"/>
                  <a:pt x="20" y="87"/>
                </a:cubicBezTo>
                <a:cubicBezTo>
                  <a:pt x="35" y="87"/>
                  <a:pt x="35" y="87"/>
                  <a:pt x="35" y="87"/>
                </a:cubicBezTo>
                <a:cubicBezTo>
                  <a:pt x="41" y="87"/>
                  <a:pt x="47" y="87"/>
                  <a:pt x="52" y="87"/>
                </a:cubicBezTo>
                <a:cubicBezTo>
                  <a:pt x="95" y="89"/>
                  <a:pt x="123" y="99"/>
                  <a:pt x="141" y="117"/>
                </a:cubicBezTo>
                <a:cubicBezTo>
                  <a:pt x="161" y="138"/>
                  <a:pt x="169" y="168"/>
                  <a:pt x="168" y="218"/>
                </a:cubicBezTo>
                <a:close/>
                <a:moveTo>
                  <a:pt x="224" y="209"/>
                </a:moveTo>
                <a:cubicBezTo>
                  <a:pt x="224" y="220"/>
                  <a:pt x="224" y="220"/>
                  <a:pt x="224" y="220"/>
                </a:cubicBezTo>
                <a:cubicBezTo>
                  <a:pt x="185" y="218"/>
                  <a:pt x="185" y="218"/>
                  <a:pt x="185" y="218"/>
                </a:cubicBezTo>
                <a:cubicBezTo>
                  <a:pt x="186" y="208"/>
                  <a:pt x="186" y="208"/>
                  <a:pt x="186" y="208"/>
                </a:cubicBezTo>
                <a:cubicBezTo>
                  <a:pt x="187" y="152"/>
                  <a:pt x="180" y="120"/>
                  <a:pt x="162" y="101"/>
                </a:cubicBezTo>
                <a:cubicBezTo>
                  <a:pt x="142" y="81"/>
                  <a:pt x="106" y="72"/>
                  <a:pt x="47" y="72"/>
                </a:cubicBezTo>
                <a:cubicBezTo>
                  <a:pt x="33" y="72"/>
                  <a:pt x="33" y="72"/>
                  <a:pt x="33" y="72"/>
                </a:cubicBezTo>
                <a:cubicBezTo>
                  <a:pt x="33" y="34"/>
                  <a:pt x="33" y="34"/>
                  <a:pt x="33" y="34"/>
                </a:cubicBezTo>
                <a:cubicBezTo>
                  <a:pt x="47" y="34"/>
                  <a:pt x="47" y="34"/>
                  <a:pt x="47" y="34"/>
                </a:cubicBezTo>
                <a:cubicBezTo>
                  <a:pt x="55" y="34"/>
                  <a:pt x="63" y="34"/>
                  <a:pt x="70" y="34"/>
                </a:cubicBezTo>
                <a:cubicBezTo>
                  <a:pt x="127" y="37"/>
                  <a:pt x="165" y="50"/>
                  <a:pt x="189" y="74"/>
                </a:cubicBezTo>
                <a:cubicBezTo>
                  <a:pt x="216" y="102"/>
                  <a:pt x="226" y="142"/>
                  <a:pt x="224" y="209"/>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Tree>
    <p:extLst>
      <p:ext uri="{BB962C8B-B14F-4D97-AF65-F5344CB8AC3E}">
        <p14:creationId xmlns:p14="http://schemas.microsoft.com/office/powerpoint/2010/main" val="228152554"/>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3763963" y="1702520"/>
            <a:ext cx="4664074" cy="4567614"/>
            <a:chOff x="3763963" y="1702520"/>
            <a:chExt cx="4664074" cy="4567614"/>
          </a:xfrm>
        </p:grpSpPr>
        <p:sp>
          <p:nvSpPr>
            <p:cNvPr id="5" name="Freeform 5"/>
            <p:cNvSpPr>
              <a:spLocks/>
            </p:cNvSpPr>
            <p:nvPr/>
          </p:nvSpPr>
          <p:spPr bwMode="auto">
            <a:xfrm>
              <a:off x="5382609" y="5269478"/>
              <a:ext cx="1426783" cy="662511"/>
            </a:xfrm>
            <a:custGeom>
              <a:avLst/>
              <a:gdLst>
                <a:gd name="T0" fmla="*/ 285 w 3884"/>
                <a:gd name="T1" fmla="*/ 0 h 1802"/>
                <a:gd name="T2" fmla="*/ 570 w 3884"/>
                <a:gd name="T3" fmla="*/ 285 h 1802"/>
                <a:gd name="T4" fmla="*/ 925 w 3884"/>
                <a:gd name="T5" fmla="*/ 1005 h 1802"/>
                <a:gd name="T6" fmla="*/ 1942 w 3884"/>
                <a:gd name="T7" fmla="*/ 1232 h 1802"/>
                <a:gd name="T8" fmla="*/ 2959 w 3884"/>
                <a:gd name="T9" fmla="*/ 1005 h 1802"/>
                <a:gd name="T10" fmla="*/ 3314 w 3884"/>
                <a:gd name="T11" fmla="*/ 285 h 1802"/>
                <a:gd name="T12" fmla="*/ 3599 w 3884"/>
                <a:gd name="T13" fmla="*/ 0 h 1802"/>
                <a:gd name="T14" fmla="*/ 3884 w 3884"/>
                <a:gd name="T15" fmla="*/ 285 h 1802"/>
                <a:gd name="T16" fmla="*/ 3721 w 3884"/>
                <a:gd name="T17" fmla="*/ 997 h 1802"/>
                <a:gd name="T18" fmla="*/ 3268 w 3884"/>
                <a:gd name="T19" fmla="*/ 1484 h 1802"/>
                <a:gd name="T20" fmla="*/ 1942 w 3884"/>
                <a:gd name="T21" fmla="*/ 1802 h 1802"/>
                <a:gd name="T22" fmla="*/ 616 w 3884"/>
                <a:gd name="T23" fmla="*/ 1484 h 1802"/>
                <a:gd name="T24" fmla="*/ 163 w 3884"/>
                <a:gd name="T25" fmla="*/ 997 h 1802"/>
                <a:gd name="T26" fmla="*/ 0 w 3884"/>
                <a:gd name="T27" fmla="*/ 285 h 1802"/>
                <a:gd name="T28" fmla="*/ 285 w 3884"/>
                <a:gd name="T29" fmla="*/ 0 h 18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884" h="1802">
                  <a:moveTo>
                    <a:pt x="285" y="0"/>
                  </a:moveTo>
                  <a:cubicBezTo>
                    <a:pt x="442" y="0"/>
                    <a:pt x="570" y="128"/>
                    <a:pt x="570" y="285"/>
                  </a:cubicBezTo>
                  <a:cubicBezTo>
                    <a:pt x="570" y="615"/>
                    <a:pt x="686" y="851"/>
                    <a:pt x="925" y="1005"/>
                  </a:cubicBezTo>
                  <a:cubicBezTo>
                    <a:pt x="1155" y="1153"/>
                    <a:pt x="1507" y="1232"/>
                    <a:pt x="1942" y="1232"/>
                  </a:cubicBezTo>
                  <a:cubicBezTo>
                    <a:pt x="2377" y="1232"/>
                    <a:pt x="2729" y="1153"/>
                    <a:pt x="2959" y="1005"/>
                  </a:cubicBezTo>
                  <a:cubicBezTo>
                    <a:pt x="3198" y="850"/>
                    <a:pt x="3314" y="615"/>
                    <a:pt x="3314" y="285"/>
                  </a:cubicBezTo>
                  <a:cubicBezTo>
                    <a:pt x="3314" y="128"/>
                    <a:pt x="3442" y="0"/>
                    <a:pt x="3599" y="0"/>
                  </a:cubicBezTo>
                  <a:cubicBezTo>
                    <a:pt x="3757" y="0"/>
                    <a:pt x="3884" y="128"/>
                    <a:pt x="3884" y="285"/>
                  </a:cubicBezTo>
                  <a:cubicBezTo>
                    <a:pt x="3884" y="553"/>
                    <a:pt x="3829" y="792"/>
                    <a:pt x="3721" y="997"/>
                  </a:cubicBezTo>
                  <a:cubicBezTo>
                    <a:pt x="3617" y="1193"/>
                    <a:pt x="3465" y="1357"/>
                    <a:pt x="3268" y="1484"/>
                  </a:cubicBezTo>
                  <a:cubicBezTo>
                    <a:pt x="2941" y="1695"/>
                    <a:pt x="2495" y="1802"/>
                    <a:pt x="1942" y="1802"/>
                  </a:cubicBezTo>
                  <a:cubicBezTo>
                    <a:pt x="1389" y="1802"/>
                    <a:pt x="943" y="1695"/>
                    <a:pt x="616" y="1484"/>
                  </a:cubicBezTo>
                  <a:cubicBezTo>
                    <a:pt x="419" y="1357"/>
                    <a:pt x="267" y="1193"/>
                    <a:pt x="163" y="997"/>
                  </a:cubicBezTo>
                  <a:cubicBezTo>
                    <a:pt x="55" y="792"/>
                    <a:pt x="0" y="553"/>
                    <a:pt x="0" y="285"/>
                  </a:cubicBezTo>
                  <a:cubicBezTo>
                    <a:pt x="0" y="128"/>
                    <a:pt x="127" y="0"/>
                    <a:pt x="285" y="0"/>
                  </a:cubicBez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Oval 6"/>
            <p:cNvSpPr>
              <a:spLocks noChangeArrowheads="1"/>
            </p:cNvSpPr>
            <p:nvPr/>
          </p:nvSpPr>
          <p:spPr bwMode="auto">
            <a:xfrm>
              <a:off x="5757855" y="5593843"/>
              <a:ext cx="676291" cy="676291"/>
            </a:xfrm>
            <a:prstGeom prst="ellipse">
              <a:avLst/>
            </a:pr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7"/>
            <p:cNvSpPr>
              <a:spLocks/>
            </p:cNvSpPr>
            <p:nvPr/>
          </p:nvSpPr>
          <p:spPr bwMode="auto">
            <a:xfrm>
              <a:off x="4038508" y="1836082"/>
              <a:ext cx="2396698" cy="3127050"/>
            </a:xfrm>
            <a:custGeom>
              <a:avLst/>
              <a:gdLst>
                <a:gd name="T0" fmla="*/ 6525 w 6525"/>
                <a:gd name="T1" fmla="*/ 8508 h 8508"/>
                <a:gd name="T2" fmla="*/ 6385 w 6525"/>
                <a:gd name="T3" fmla="*/ 7303 h 8508"/>
                <a:gd name="T4" fmla="*/ 6110 w 6525"/>
                <a:gd name="T5" fmla="*/ 6122 h 8508"/>
                <a:gd name="T6" fmla="*/ 5692 w 6525"/>
                <a:gd name="T7" fmla="*/ 4985 h 8508"/>
                <a:gd name="T8" fmla="*/ 5132 w 6525"/>
                <a:gd name="T9" fmla="*/ 3919 h 8508"/>
                <a:gd name="T10" fmla="*/ 4440 w 6525"/>
                <a:gd name="T11" fmla="*/ 2946 h 8508"/>
                <a:gd name="T12" fmla="*/ 3633 w 6525"/>
                <a:gd name="T13" fmla="*/ 2083 h 8508"/>
                <a:gd name="T14" fmla="*/ 2059 w 6525"/>
                <a:gd name="T15" fmla="*/ 887 h 8508"/>
                <a:gd name="T16" fmla="*/ 2534 w 6525"/>
                <a:gd name="T17" fmla="*/ 0 h 8508"/>
                <a:gd name="T18" fmla="*/ 0 w 6525"/>
                <a:gd name="T19" fmla="*/ 81 h 8508"/>
                <a:gd name="T20" fmla="*/ 1337 w 6525"/>
                <a:gd name="T21" fmla="*/ 2235 h 8508"/>
                <a:gd name="T22" fmla="*/ 1793 w 6525"/>
                <a:gd name="T23" fmla="*/ 1384 h 8508"/>
                <a:gd name="T24" fmla="*/ 3035 w 6525"/>
                <a:gd name="T25" fmla="*/ 2640 h 8508"/>
                <a:gd name="T26" fmla="*/ 3648 w 6525"/>
                <a:gd name="T27" fmla="*/ 3512 h 8508"/>
                <a:gd name="T28" fmla="*/ 4135 w 6525"/>
                <a:gd name="T29" fmla="*/ 4446 h 8508"/>
                <a:gd name="T30" fmla="*/ 4488 w 6525"/>
                <a:gd name="T31" fmla="*/ 5428 h 8508"/>
                <a:gd name="T32" fmla="*/ 4707 w 6525"/>
                <a:gd name="T33" fmla="*/ 6442 h 8508"/>
                <a:gd name="T34" fmla="*/ 4776 w 6525"/>
                <a:gd name="T35" fmla="*/ 8508 h 8508"/>
                <a:gd name="T36" fmla="*/ 6525 w 6525"/>
                <a:gd name="T37" fmla="*/ 8508 h 8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525" h="8508">
                  <a:moveTo>
                    <a:pt x="6525" y="8508"/>
                  </a:moveTo>
                  <a:cubicBezTo>
                    <a:pt x="6499" y="8105"/>
                    <a:pt x="6453" y="7702"/>
                    <a:pt x="6385" y="7303"/>
                  </a:cubicBezTo>
                  <a:cubicBezTo>
                    <a:pt x="6316" y="6905"/>
                    <a:pt x="6225" y="6509"/>
                    <a:pt x="6110" y="6122"/>
                  </a:cubicBezTo>
                  <a:cubicBezTo>
                    <a:pt x="5995" y="5734"/>
                    <a:pt x="5856" y="5354"/>
                    <a:pt x="5692" y="4985"/>
                  </a:cubicBezTo>
                  <a:cubicBezTo>
                    <a:pt x="5529" y="4617"/>
                    <a:pt x="5342" y="4260"/>
                    <a:pt x="5132" y="3919"/>
                  </a:cubicBezTo>
                  <a:cubicBezTo>
                    <a:pt x="4923" y="3578"/>
                    <a:pt x="4691" y="3253"/>
                    <a:pt x="4440" y="2946"/>
                  </a:cubicBezTo>
                  <a:cubicBezTo>
                    <a:pt x="4189" y="2639"/>
                    <a:pt x="3919" y="2351"/>
                    <a:pt x="3633" y="2083"/>
                  </a:cubicBezTo>
                  <a:cubicBezTo>
                    <a:pt x="3148" y="1627"/>
                    <a:pt x="2618" y="1228"/>
                    <a:pt x="2059" y="887"/>
                  </a:cubicBezTo>
                  <a:cubicBezTo>
                    <a:pt x="2534" y="0"/>
                    <a:pt x="2534" y="0"/>
                    <a:pt x="2534" y="0"/>
                  </a:cubicBezTo>
                  <a:cubicBezTo>
                    <a:pt x="0" y="81"/>
                    <a:pt x="0" y="81"/>
                    <a:pt x="0" y="81"/>
                  </a:cubicBezTo>
                  <a:cubicBezTo>
                    <a:pt x="1337" y="2235"/>
                    <a:pt x="1337" y="2235"/>
                    <a:pt x="1337" y="2235"/>
                  </a:cubicBezTo>
                  <a:cubicBezTo>
                    <a:pt x="1793" y="1384"/>
                    <a:pt x="1793" y="1384"/>
                    <a:pt x="1793" y="1384"/>
                  </a:cubicBezTo>
                  <a:cubicBezTo>
                    <a:pt x="2251" y="1764"/>
                    <a:pt x="2668" y="2185"/>
                    <a:pt x="3035" y="2640"/>
                  </a:cubicBezTo>
                  <a:cubicBezTo>
                    <a:pt x="3259" y="2919"/>
                    <a:pt x="3465" y="3210"/>
                    <a:pt x="3648" y="3512"/>
                  </a:cubicBezTo>
                  <a:cubicBezTo>
                    <a:pt x="3832" y="3814"/>
                    <a:pt x="3995" y="4126"/>
                    <a:pt x="4135" y="4446"/>
                  </a:cubicBezTo>
                  <a:cubicBezTo>
                    <a:pt x="4275" y="4767"/>
                    <a:pt x="4393" y="5095"/>
                    <a:pt x="4488" y="5428"/>
                  </a:cubicBezTo>
                  <a:cubicBezTo>
                    <a:pt x="4583" y="5762"/>
                    <a:pt x="4656" y="6101"/>
                    <a:pt x="4707" y="6442"/>
                  </a:cubicBezTo>
                  <a:cubicBezTo>
                    <a:pt x="4810" y="7125"/>
                    <a:pt x="4828" y="7818"/>
                    <a:pt x="4776" y="8508"/>
                  </a:cubicBezTo>
                  <a:lnTo>
                    <a:pt x="6525" y="8508"/>
                  </a:lnTo>
                  <a:close/>
                </a:path>
              </a:pathLst>
            </a:custGeom>
            <a:solidFill>
              <a:srgbClr val="5957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8"/>
            <p:cNvSpPr>
              <a:spLocks/>
            </p:cNvSpPr>
            <p:nvPr/>
          </p:nvSpPr>
          <p:spPr bwMode="auto">
            <a:xfrm>
              <a:off x="5792835" y="1702520"/>
              <a:ext cx="2635202" cy="3260613"/>
            </a:xfrm>
            <a:custGeom>
              <a:avLst/>
              <a:gdLst>
                <a:gd name="T0" fmla="*/ 7171 w 7171"/>
                <a:gd name="T1" fmla="*/ 105 h 8872"/>
                <a:gd name="T2" fmla="*/ 4638 w 7171"/>
                <a:gd name="T3" fmla="*/ 0 h 8872"/>
                <a:gd name="T4" fmla="*/ 5102 w 7171"/>
                <a:gd name="T5" fmla="*/ 886 h 8872"/>
                <a:gd name="T6" fmla="*/ 4350 w 7171"/>
                <a:gd name="T7" fmla="*/ 1353 h 8872"/>
                <a:gd name="T8" fmla="*/ 3356 w 7171"/>
                <a:gd name="T9" fmla="*/ 2109 h 8872"/>
                <a:gd name="T10" fmla="*/ 2447 w 7171"/>
                <a:gd name="T11" fmla="*/ 2986 h 8872"/>
                <a:gd name="T12" fmla="*/ 1650 w 7171"/>
                <a:gd name="T13" fmla="*/ 3984 h 8872"/>
                <a:gd name="T14" fmla="*/ 989 w 7171"/>
                <a:gd name="T15" fmla="*/ 5095 h 8872"/>
                <a:gd name="T16" fmla="*/ 489 w 7171"/>
                <a:gd name="T17" fmla="*/ 6299 h 8872"/>
                <a:gd name="T18" fmla="*/ 159 w 7171"/>
                <a:gd name="T19" fmla="*/ 7568 h 8872"/>
                <a:gd name="T20" fmla="*/ 0 w 7171"/>
                <a:gd name="T21" fmla="*/ 8872 h 8872"/>
                <a:gd name="T22" fmla="*/ 1749 w 7171"/>
                <a:gd name="T23" fmla="*/ 8872 h 8872"/>
                <a:gd name="T24" fmla="*/ 1739 w 7171"/>
                <a:gd name="T25" fmla="*/ 7769 h 8872"/>
                <a:gd name="T26" fmla="*/ 1874 w 7171"/>
                <a:gd name="T27" fmla="*/ 6672 h 8872"/>
                <a:gd name="T28" fmla="*/ 2164 w 7171"/>
                <a:gd name="T29" fmla="*/ 5598 h 8872"/>
                <a:gd name="T30" fmla="*/ 2608 w 7171"/>
                <a:gd name="T31" fmla="*/ 4566 h 8872"/>
                <a:gd name="T32" fmla="*/ 3198 w 7171"/>
                <a:gd name="T33" fmla="*/ 3591 h 8872"/>
                <a:gd name="T34" fmla="*/ 3917 w 7171"/>
                <a:gd name="T35" fmla="*/ 2689 h 8872"/>
                <a:gd name="T36" fmla="*/ 4747 w 7171"/>
                <a:gd name="T37" fmla="*/ 1867 h 8872"/>
                <a:gd name="T38" fmla="*/ 5354 w 7171"/>
                <a:gd name="T39" fmla="*/ 1368 h 8872"/>
                <a:gd name="T40" fmla="*/ 5813 w 7171"/>
                <a:gd name="T41" fmla="*/ 2246 h 8872"/>
                <a:gd name="T42" fmla="*/ 7171 w 7171"/>
                <a:gd name="T43" fmla="*/ 105 h 8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171" h="8872">
                  <a:moveTo>
                    <a:pt x="7171" y="105"/>
                  </a:moveTo>
                  <a:cubicBezTo>
                    <a:pt x="4638" y="0"/>
                    <a:pt x="4638" y="0"/>
                    <a:pt x="4638" y="0"/>
                  </a:cubicBezTo>
                  <a:cubicBezTo>
                    <a:pt x="5102" y="886"/>
                    <a:pt x="5102" y="886"/>
                    <a:pt x="5102" y="886"/>
                  </a:cubicBezTo>
                  <a:cubicBezTo>
                    <a:pt x="4846" y="1032"/>
                    <a:pt x="4595" y="1188"/>
                    <a:pt x="4350" y="1353"/>
                  </a:cubicBezTo>
                  <a:cubicBezTo>
                    <a:pt x="4007" y="1586"/>
                    <a:pt x="3674" y="1837"/>
                    <a:pt x="3356" y="2109"/>
                  </a:cubicBezTo>
                  <a:cubicBezTo>
                    <a:pt x="3037" y="2381"/>
                    <a:pt x="2733" y="2674"/>
                    <a:pt x="2447" y="2986"/>
                  </a:cubicBezTo>
                  <a:cubicBezTo>
                    <a:pt x="2162" y="3299"/>
                    <a:pt x="1894" y="3632"/>
                    <a:pt x="1650" y="3984"/>
                  </a:cubicBezTo>
                  <a:cubicBezTo>
                    <a:pt x="1405" y="4336"/>
                    <a:pt x="1184" y="4707"/>
                    <a:pt x="989" y="5095"/>
                  </a:cubicBezTo>
                  <a:cubicBezTo>
                    <a:pt x="795" y="5482"/>
                    <a:pt x="627" y="5885"/>
                    <a:pt x="489" y="6299"/>
                  </a:cubicBezTo>
                  <a:cubicBezTo>
                    <a:pt x="350" y="6713"/>
                    <a:pt x="240" y="7138"/>
                    <a:pt x="159" y="7568"/>
                  </a:cubicBezTo>
                  <a:cubicBezTo>
                    <a:pt x="78" y="7999"/>
                    <a:pt x="26" y="8435"/>
                    <a:pt x="0" y="8872"/>
                  </a:cubicBezTo>
                  <a:cubicBezTo>
                    <a:pt x="1749" y="8872"/>
                    <a:pt x="1749" y="8872"/>
                    <a:pt x="1749" y="8872"/>
                  </a:cubicBezTo>
                  <a:cubicBezTo>
                    <a:pt x="1723" y="8505"/>
                    <a:pt x="1719" y="8136"/>
                    <a:pt x="1739" y="7769"/>
                  </a:cubicBezTo>
                  <a:cubicBezTo>
                    <a:pt x="1759" y="7401"/>
                    <a:pt x="1804" y="7035"/>
                    <a:pt x="1874" y="6672"/>
                  </a:cubicBezTo>
                  <a:cubicBezTo>
                    <a:pt x="1945" y="6309"/>
                    <a:pt x="2041" y="5950"/>
                    <a:pt x="2164" y="5598"/>
                  </a:cubicBezTo>
                  <a:cubicBezTo>
                    <a:pt x="2286" y="5246"/>
                    <a:pt x="2435" y="4901"/>
                    <a:pt x="2608" y="4566"/>
                  </a:cubicBezTo>
                  <a:cubicBezTo>
                    <a:pt x="2781" y="4230"/>
                    <a:pt x="2978" y="3905"/>
                    <a:pt x="3198" y="3591"/>
                  </a:cubicBezTo>
                  <a:cubicBezTo>
                    <a:pt x="3417" y="3278"/>
                    <a:pt x="3658" y="2976"/>
                    <a:pt x="3917" y="2689"/>
                  </a:cubicBezTo>
                  <a:cubicBezTo>
                    <a:pt x="4176" y="2401"/>
                    <a:pt x="4454" y="2127"/>
                    <a:pt x="4747" y="1867"/>
                  </a:cubicBezTo>
                  <a:cubicBezTo>
                    <a:pt x="4943" y="1694"/>
                    <a:pt x="5145" y="1528"/>
                    <a:pt x="5354" y="1368"/>
                  </a:cubicBezTo>
                  <a:cubicBezTo>
                    <a:pt x="5813" y="2246"/>
                    <a:pt x="5813" y="2246"/>
                    <a:pt x="5813" y="2246"/>
                  </a:cubicBezTo>
                  <a:lnTo>
                    <a:pt x="7171" y="105"/>
                  </a:lnTo>
                  <a:close/>
                </a:path>
              </a:pathLst>
            </a:custGeom>
            <a:solidFill>
              <a:srgbClr val="5957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9"/>
            <p:cNvSpPr>
              <a:spLocks/>
            </p:cNvSpPr>
            <p:nvPr/>
          </p:nvSpPr>
          <p:spPr bwMode="auto">
            <a:xfrm>
              <a:off x="6065260" y="4888931"/>
              <a:ext cx="59361" cy="75262"/>
            </a:xfrm>
            <a:custGeom>
              <a:avLst/>
              <a:gdLst>
                <a:gd name="T0" fmla="*/ 0 w 160"/>
                <a:gd name="T1" fmla="*/ 205 h 205"/>
                <a:gd name="T2" fmla="*/ 0 w 160"/>
                <a:gd name="T3" fmla="*/ 191 h 205"/>
                <a:gd name="T4" fmla="*/ 0 w 160"/>
                <a:gd name="T5" fmla="*/ 178 h 205"/>
                <a:gd name="T6" fmla="*/ 0 w 160"/>
                <a:gd name="T7" fmla="*/ 153 h 205"/>
                <a:gd name="T8" fmla="*/ 0 w 160"/>
                <a:gd name="T9" fmla="*/ 101 h 205"/>
                <a:gd name="T10" fmla="*/ 2 w 160"/>
                <a:gd name="T11" fmla="*/ 0 h 205"/>
                <a:gd name="T12" fmla="*/ 160 w 160"/>
                <a:gd name="T13" fmla="*/ 4 h 205"/>
                <a:gd name="T14" fmla="*/ 159 w 160"/>
                <a:gd name="T15" fmla="*/ 102 h 205"/>
                <a:gd name="T16" fmla="*/ 159 w 160"/>
                <a:gd name="T17" fmla="*/ 151 h 205"/>
                <a:gd name="T18" fmla="*/ 160 w 160"/>
                <a:gd name="T19" fmla="*/ 175 h 205"/>
                <a:gd name="T20" fmla="*/ 160 w 160"/>
                <a:gd name="T21" fmla="*/ 187 h 205"/>
                <a:gd name="T22" fmla="*/ 160 w 160"/>
                <a:gd name="T23" fmla="*/ 199 h 205"/>
                <a:gd name="T24" fmla="*/ 0 w 160"/>
                <a:gd name="T25"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0" h="205">
                  <a:moveTo>
                    <a:pt x="0" y="205"/>
                  </a:moveTo>
                  <a:cubicBezTo>
                    <a:pt x="0" y="191"/>
                    <a:pt x="0" y="191"/>
                    <a:pt x="0" y="191"/>
                  </a:cubicBezTo>
                  <a:cubicBezTo>
                    <a:pt x="0" y="178"/>
                    <a:pt x="0" y="178"/>
                    <a:pt x="0" y="178"/>
                  </a:cubicBezTo>
                  <a:cubicBezTo>
                    <a:pt x="0" y="153"/>
                    <a:pt x="0" y="153"/>
                    <a:pt x="0" y="153"/>
                  </a:cubicBezTo>
                  <a:cubicBezTo>
                    <a:pt x="0" y="135"/>
                    <a:pt x="0" y="118"/>
                    <a:pt x="0" y="101"/>
                  </a:cubicBezTo>
                  <a:cubicBezTo>
                    <a:pt x="0" y="67"/>
                    <a:pt x="1" y="34"/>
                    <a:pt x="2" y="0"/>
                  </a:cubicBezTo>
                  <a:cubicBezTo>
                    <a:pt x="160" y="4"/>
                    <a:pt x="160" y="4"/>
                    <a:pt x="160" y="4"/>
                  </a:cubicBezTo>
                  <a:cubicBezTo>
                    <a:pt x="159" y="37"/>
                    <a:pt x="159" y="70"/>
                    <a:pt x="159" y="102"/>
                  </a:cubicBezTo>
                  <a:cubicBezTo>
                    <a:pt x="159" y="119"/>
                    <a:pt x="159" y="135"/>
                    <a:pt x="159" y="151"/>
                  </a:cubicBezTo>
                  <a:cubicBezTo>
                    <a:pt x="160" y="175"/>
                    <a:pt x="160" y="175"/>
                    <a:pt x="160" y="175"/>
                  </a:cubicBezTo>
                  <a:cubicBezTo>
                    <a:pt x="160" y="187"/>
                    <a:pt x="160" y="187"/>
                    <a:pt x="160" y="187"/>
                  </a:cubicBezTo>
                  <a:cubicBezTo>
                    <a:pt x="160" y="199"/>
                    <a:pt x="160" y="199"/>
                    <a:pt x="160" y="199"/>
                  </a:cubicBezTo>
                  <a:lnTo>
                    <a:pt x="0" y="20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10"/>
            <p:cNvSpPr>
              <a:spLocks/>
            </p:cNvSpPr>
            <p:nvPr/>
          </p:nvSpPr>
          <p:spPr bwMode="auto">
            <a:xfrm>
              <a:off x="6073740" y="4623927"/>
              <a:ext cx="68901" cy="150522"/>
            </a:xfrm>
            <a:custGeom>
              <a:avLst/>
              <a:gdLst>
                <a:gd name="T0" fmla="*/ 0 w 189"/>
                <a:gd name="T1" fmla="*/ 400 h 411"/>
                <a:gd name="T2" fmla="*/ 9 w 189"/>
                <a:gd name="T3" fmla="*/ 300 h 411"/>
                <a:gd name="T4" fmla="*/ 19 w 189"/>
                <a:gd name="T5" fmla="*/ 199 h 411"/>
                <a:gd name="T6" fmla="*/ 43 w 189"/>
                <a:gd name="T7" fmla="*/ 0 h 411"/>
                <a:gd name="T8" fmla="*/ 189 w 189"/>
                <a:gd name="T9" fmla="*/ 18 h 411"/>
                <a:gd name="T10" fmla="*/ 169 w 189"/>
                <a:gd name="T11" fmla="*/ 214 h 411"/>
                <a:gd name="T12" fmla="*/ 160 w 189"/>
                <a:gd name="T13" fmla="*/ 313 h 411"/>
                <a:gd name="T14" fmla="*/ 153 w 189"/>
                <a:gd name="T15" fmla="*/ 411 h 411"/>
                <a:gd name="T16" fmla="*/ 0 w 189"/>
                <a:gd name="T17" fmla="*/ 40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9" h="411">
                  <a:moveTo>
                    <a:pt x="0" y="400"/>
                  </a:moveTo>
                  <a:cubicBezTo>
                    <a:pt x="3" y="366"/>
                    <a:pt x="6" y="333"/>
                    <a:pt x="9" y="300"/>
                  </a:cubicBezTo>
                  <a:cubicBezTo>
                    <a:pt x="12" y="266"/>
                    <a:pt x="16" y="233"/>
                    <a:pt x="19" y="199"/>
                  </a:cubicBezTo>
                  <a:cubicBezTo>
                    <a:pt x="27" y="133"/>
                    <a:pt x="35" y="66"/>
                    <a:pt x="43" y="0"/>
                  </a:cubicBezTo>
                  <a:cubicBezTo>
                    <a:pt x="189" y="18"/>
                    <a:pt x="189" y="18"/>
                    <a:pt x="189" y="18"/>
                  </a:cubicBezTo>
                  <a:cubicBezTo>
                    <a:pt x="182" y="83"/>
                    <a:pt x="175" y="149"/>
                    <a:pt x="169" y="214"/>
                  </a:cubicBezTo>
                  <a:cubicBezTo>
                    <a:pt x="166" y="247"/>
                    <a:pt x="163" y="280"/>
                    <a:pt x="160" y="313"/>
                  </a:cubicBezTo>
                  <a:cubicBezTo>
                    <a:pt x="157" y="346"/>
                    <a:pt x="155" y="378"/>
                    <a:pt x="153" y="411"/>
                  </a:cubicBezTo>
                  <a:lnTo>
                    <a:pt x="0" y="40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1"/>
            <p:cNvSpPr>
              <a:spLocks/>
            </p:cNvSpPr>
            <p:nvPr/>
          </p:nvSpPr>
          <p:spPr bwMode="auto">
            <a:xfrm>
              <a:off x="6106600" y="4361043"/>
              <a:ext cx="77382" cy="153703"/>
            </a:xfrm>
            <a:custGeom>
              <a:avLst/>
              <a:gdLst>
                <a:gd name="T0" fmla="*/ 0 w 210"/>
                <a:gd name="T1" fmla="*/ 395 h 418"/>
                <a:gd name="T2" fmla="*/ 36 w 210"/>
                <a:gd name="T3" fmla="*/ 197 h 418"/>
                <a:gd name="T4" fmla="*/ 75 w 210"/>
                <a:gd name="T5" fmla="*/ 0 h 418"/>
                <a:gd name="T6" fmla="*/ 210 w 210"/>
                <a:gd name="T7" fmla="*/ 28 h 418"/>
                <a:gd name="T8" fmla="*/ 173 w 210"/>
                <a:gd name="T9" fmla="*/ 222 h 418"/>
                <a:gd name="T10" fmla="*/ 141 w 210"/>
                <a:gd name="T11" fmla="*/ 418 h 418"/>
                <a:gd name="T12" fmla="*/ 0 w 210"/>
                <a:gd name="T13" fmla="*/ 395 h 418"/>
              </a:gdLst>
              <a:ahLst/>
              <a:cxnLst>
                <a:cxn ang="0">
                  <a:pos x="T0" y="T1"/>
                </a:cxn>
                <a:cxn ang="0">
                  <a:pos x="T2" y="T3"/>
                </a:cxn>
                <a:cxn ang="0">
                  <a:pos x="T4" y="T5"/>
                </a:cxn>
                <a:cxn ang="0">
                  <a:pos x="T6" y="T7"/>
                </a:cxn>
                <a:cxn ang="0">
                  <a:pos x="T8" y="T9"/>
                </a:cxn>
                <a:cxn ang="0">
                  <a:pos x="T10" y="T11"/>
                </a:cxn>
                <a:cxn ang="0">
                  <a:pos x="T12" y="T13"/>
                </a:cxn>
              </a:cxnLst>
              <a:rect l="0" t="0" r="r" b="b"/>
              <a:pathLst>
                <a:path w="210" h="418">
                  <a:moveTo>
                    <a:pt x="0" y="395"/>
                  </a:moveTo>
                  <a:cubicBezTo>
                    <a:pt x="11" y="329"/>
                    <a:pt x="23" y="263"/>
                    <a:pt x="36" y="197"/>
                  </a:cubicBezTo>
                  <a:cubicBezTo>
                    <a:pt x="48" y="131"/>
                    <a:pt x="61" y="66"/>
                    <a:pt x="75" y="0"/>
                  </a:cubicBezTo>
                  <a:cubicBezTo>
                    <a:pt x="210" y="28"/>
                    <a:pt x="210" y="28"/>
                    <a:pt x="210" y="28"/>
                  </a:cubicBezTo>
                  <a:cubicBezTo>
                    <a:pt x="197" y="93"/>
                    <a:pt x="185" y="157"/>
                    <a:pt x="173" y="222"/>
                  </a:cubicBezTo>
                  <a:cubicBezTo>
                    <a:pt x="162" y="287"/>
                    <a:pt x="151" y="352"/>
                    <a:pt x="141" y="418"/>
                  </a:cubicBezTo>
                  <a:lnTo>
                    <a:pt x="0" y="39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12"/>
            <p:cNvSpPr>
              <a:spLocks/>
            </p:cNvSpPr>
            <p:nvPr/>
          </p:nvSpPr>
          <p:spPr bwMode="auto">
            <a:xfrm>
              <a:off x="6160661" y="4104519"/>
              <a:ext cx="83742" cy="153703"/>
            </a:xfrm>
            <a:custGeom>
              <a:avLst/>
              <a:gdLst>
                <a:gd name="T0" fmla="*/ 0 w 227"/>
                <a:gd name="T1" fmla="*/ 387 h 419"/>
                <a:gd name="T2" fmla="*/ 13 w 227"/>
                <a:gd name="T3" fmla="*/ 339 h 419"/>
                <a:gd name="T4" fmla="*/ 25 w 227"/>
                <a:gd name="T5" fmla="*/ 290 h 419"/>
                <a:gd name="T6" fmla="*/ 51 w 227"/>
                <a:gd name="T7" fmla="*/ 193 h 419"/>
                <a:gd name="T8" fmla="*/ 105 w 227"/>
                <a:gd name="T9" fmla="*/ 0 h 419"/>
                <a:gd name="T10" fmla="*/ 227 w 227"/>
                <a:gd name="T11" fmla="*/ 35 h 419"/>
                <a:gd name="T12" fmla="*/ 176 w 227"/>
                <a:gd name="T13" fmla="*/ 226 h 419"/>
                <a:gd name="T14" fmla="*/ 152 w 227"/>
                <a:gd name="T15" fmla="*/ 322 h 419"/>
                <a:gd name="T16" fmla="*/ 141 w 227"/>
                <a:gd name="T17" fmla="*/ 370 h 419"/>
                <a:gd name="T18" fmla="*/ 129 w 227"/>
                <a:gd name="T19" fmla="*/ 419 h 419"/>
                <a:gd name="T20" fmla="*/ 0 w 227"/>
                <a:gd name="T21" fmla="*/ 387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7" h="419">
                  <a:moveTo>
                    <a:pt x="0" y="387"/>
                  </a:moveTo>
                  <a:cubicBezTo>
                    <a:pt x="13" y="339"/>
                    <a:pt x="13" y="339"/>
                    <a:pt x="13" y="339"/>
                  </a:cubicBezTo>
                  <a:cubicBezTo>
                    <a:pt x="25" y="290"/>
                    <a:pt x="25" y="290"/>
                    <a:pt x="25" y="290"/>
                  </a:cubicBezTo>
                  <a:cubicBezTo>
                    <a:pt x="33" y="258"/>
                    <a:pt x="42" y="225"/>
                    <a:pt x="51" y="193"/>
                  </a:cubicBezTo>
                  <a:cubicBezTo>
                    <a:pt x="68" y="129"/>
                    <a:pt x="86" y="64"/>
                    <a:pt x="105" y="0"/>
                  </a:cubicBezTo>
                  <a:cubicBezTo>
                    <a:pt x="227" y="35"/>
                    <a:pt x="227" y="35"/>
                    <a:pt x="227" y="35"/>
                  </a:cubicBezTo>
                  <a:cubicBezTo>
                    <a:pt x="210" y="98"/>
                    <a:pt x="193" y="162"/>
                    <a:pt x="176" y="226"/>
                  </a:cubicBezTo>
                  <a:cubicBezTo>
                    <a:pt x="168" y="258"/>
                    <a:pt x="160" y="290"/>
                    <a:pt x="152" y="322"/>
                  </a:cubicBezTo>
                  <a:cubicBezTo>
                    <a:pt x="141" y="370"/>
                    <a:pt x="141" y="370"/>
                    <a:pt x="141" y="370"/>
                  </a:cubicBezTo>
                  <a:cubicBezTo>
                    <a:pt x="129" y="419"/>
                    <a:pt x="129" y="419"/>
                    <a:pt x="129" y="419"/>
                  </a:cubicBezTo>
                  <a:lnTo>
                    <a:pt x="0" y="38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3"/>
            <p:cNvSpPr>
              <a:spLocks/>
            </p:cNvSpPr>
            <p:nvPr/>
          </p:nvSpPr>
          <p:spPr bwMode="auto">
            <a:xfrm>
              <a:off x="6233802" y="3852235"/>
              <a:ext cx="90102" cy="152642"/>
            </a:xfrm>
            <a:custGeom>
              <a:avLst/>
              <a:gdLst>
                <a:gd name="T0" fmla="*/ 0 w 243"/>
                <a:gd name="T1" fmla="*/ 378 h 416"/>
                <a:gd name="T2" fmla="*/ 16 w 243"/>
                <a:gd name="T3" fmla="*/ 331 h 416"/>
                <a:gd name="T4" fmla="*/ 32 w 243"/>
                <a:gd name="T5" fmla="*/ 283 h 416"/>
                <a:gd name="T6" fmla="*/ 65 w 243"/>
                <a:gd name="T7" fmla="*/ 189 h 416"/>
                <a:gd name="T8" fmla="*/ 133 w 243"/>
                <a:gd name="T9" fmla="*/ 0 h 416"/>
                <a:gd name="T10" fmla="*/ 243 w 243"/>
                <a:gd name="T11" fmla="*/ 40 h 416"/>
                <a:gd name="T12" fmla="*/ 178 w 243"/>
                <a:gd name="T13" fmla="*/ 228 h 416"/>
                <a:gd name="T14" fmla="*/ 147 w 243"/>
                <a:gd name="T15" fmla="*/ 322 h 416"/>
                <a:gd name="T16" fmla="*/ 132 w 243"/>
                <a:gd name="T17" fmla="*/ 369 h 416"/>
                <a:gd name="T18" fmla="*/ 117 w 243"/>
                <a:gd name="T19" fmla="*/ 416 h 416"/>
                <a:gd name="T20" fmla="*/ 0 w 243"/>
                <a:gd name="T21" fmla="*/ 378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3" h="416">
                  <a:moveTo>
                    <a:pt x="0" y="378"/>
                  </a:moveTo>
                  <a:cubicBezTo>
                    <a:pt x="16" y="331"/>
                    <a:pt x="16" y="331"/>
                    <a:pt x="16" y="331"/>
                  </a:cubicBezTo>
                  <a:cubicBezTo>
                    <a:pt x="32" y="283"/>
                    <a:pt x="32" y="283"/>
                    <a:pt x="32" y="283"/>
                  </a:cubicBezTo>
                  <a:cubicBezTo>
                    <a:pt x="43" y="252"/>
                    <a:pt x="54" y="220"/>
                    <a:pt x="65" y="189"/>
                  </a:cubicBezTo>
                  <a:cubicBezTo>
                    <a:pt x="87" y="125"/>
                    <a:pt x="110" y="63"/>
                    <a:pt x="133" y="0"/>
                  </a:cubicBezTo>
                  <a:cubicBezTo>
                    <a:pt x="243" y="40"/>
                    <a:pt x="243" y="40"/>
                    <a:pt x="243" y="40"/>
                  </a:cubicBezTo>
                  <a:cubicBezTo>
                    <a:pt x="221" y="103"/>
                    <a:pt x="199" y="165"/>
                    <a:pt x="178" y="228"/>
                  </a:cubicBezTo>
                  <a:cubicBezTo>
                    <a:pt x="168" y="259"/>
                    <a:pt x="157" y="290"/>
                    <a:pt x="147" y="322"/>
                  </a:cubicBezTo>
                  <a:cubicBezTo>
                    <a:pt x="132" y="369"/>
                    <a:pt x="132" y="369"/>
                    <a:pt x="132" y="369"/>
                  </a:cubicBezTo>
                  <a:cubicBezTo>
                    <a:pt x="117" y="416"/>
                    <a:pt x="117" y="416"/>
                    <a:pt x="117" y="416"/>
                  </a:cubicBezTo>
                  <a:lnTo>
                    <a:pt x="0" y="37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4"/>
            <p:cNvSpPr>
              <a:spLocks/>
            </p:cNvSpPr>
            <p:nvPr/>
          </p:nvSpPr>
          <p:spPr bwMode="auto">
            <a:xfrm>
              <a:off x="6327084" y="3607371"/>
              <a:ext cx="94342" cy="150522"/>
            </a:xfrm>
            <a:custGeom>
              <a:avLst/>
              <a:gdLst>
                <a:gd name="T0" fmla="*/ 0 w 258"/>
                <a:gd name="T1" fmla="*/ 368 h 410"/>
                <a:gd name="T2" fmla="*/ 19 w 258"/>
                <a:gd name="T3" fmla="*/ 321 h 410"/>
                <a:gd name="T4" fmla="*/ 39 w 258"/>
                <a:gd name="T5" fmla="*/ 275 h 410"/>
                <a:gd name="T6" fmla="*/ 78 w 258"/>
                <a:gd name="T7" fmla="*/ 183 h 410"/>
                <a:gd name="T8" fmla="*/ 161 w 258"/>
                <a:gd name="T9" fmla="*/ 0 h 410"/>
                <a:gd name="T10" fmla="*/ 258 w 258"/>
                <a:gd name="T11" fmla="*/ 45 h 410"/>
                <a:gd name="T12" fmla="*/ 179 w 258"/>
                <a:gd name="T13" fmla="*/ 227 h 410"/>
                <a:gd name="T14" fmla="*/ 141 w 258"/>
                <a:gd name="T15" fmla="*/ 318 h 410"/>
                <a:gd name="T16" fmla="*/ 123 w 258"/>
                <a:gd name="T17" fmla="*/ 364 h 410"/>
                <a:gd name="T18" fmla="*/ 104 w 258"/>
                <a:gd name="T19" fmla="*/ 410 h 410"/>
                <a:gd name="T20" fmla="*/ 0 w 258"/>
                <a:gd name="T21" fmla="*/ 368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8" h="410">
                  <a:moveTo>
                    <a:pt x="0" y="368"/>
                  </a:moveTo>
                  <a:cubicBezTo>
                    <a:pt x="19" y="321"/>
                    <a:pt x="19" y="321"/>
                    <a:pt x="19" y="321"/>
                  </a:cubicBezTo>
                  <a:cubicBezTo>
                    <a:pt x="39" y="275"/>
                    <a:pt x="39" y="275"/>
                    <a:pt x="39" y="275"/>
                  </a:cubicBezTo>
                  <a:cubicBezTo>
                    <a:pt x="52" y="244"/>
                    <a:pt x="65" y="214"/>
                    <a:pt x="78" y="183"/>
                  </a:cubicBezTo>
                  <a:cubicBezTo>
                    <a:pt x="105" y="122"/>
                    <a:pt x="133" y="61"/>
                    <a:pt x="161" y="0"/>
                  </a:cubicBezTo>
                  <a:cubicBezTo>
                    <a:pt x="258" y="45"/>
                    <a:pt x="258" y="45"/>
                    <a:pt x="258" y="45"/>
                  </a:cubicBezTo>
                  <a:cubicBezTo>
                    <a:pt x="231" y="105"/>
                    <a:pt x="205" y="166"/>
                    <a:pt x="179" y="227"/>
                  </a:cubicBezTo>
                  <a:cubicBezTo>
                    <a:pt x="167" y="257"/>
                    <a:pt x="154" y="288"/>
                    <a:pt x="141" y="318"/>
                  </a:cubicBezTo>
                  <a:cubicBezTo>
                    <a:pt x="123" y="364"/>
                    <a:pt x="123" y="364"/>
                    <a:pt x="123" y="364"/>
                  </a:cubicBezTo>
                  <a:cubicBezTo>
                    <a:pt x="104" y="410"/>
                    <a:pt x="104" y="410"/>
                    <a:pt x="104" y="410"/>
                  </a:cubicBezTo>
                  <a:lnTo>
                    <a:pt x="0" y="36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5"/>
            <p:cNvSpPr>
              <a:spLocks/>
            </p:cNvSpPr>
            <p:nvPr/>
          </p:nvSpPr>
          <p:spPr bwMode="auto">
            <a:xfrm>
              <a:off x="6437325" y="3372047"/>
              <a:ext cx="99642" cy="146282"/>
            </a:xfrm>
            <a:custGeom>
              <a:avLst/>
              <a:gdLst>
                <a:gd name="T0" fmla="*/ 0 w 273"/>
                <a:gd name="T1" fmla="*/ 354 h 400"/>
                <a:gd name="T2" fmla="*/ 22 w 273"/>
                <a:gd name="T3" fmla="*/ 309 h 400"/>
                <a:gd name="T4" fmla="*/ 45 w 273"/>
                <a:gd name="T5" fmla="*/ 265 h 400"/>
                <a:gd name="T6" fmla="*/ 92 w 273"/>
                <a:gd name="T7" fmla="*/ 176 h 400"/>
                <a:gd name="T8" fmla="*/ 188 w 273"/>
                <a:gd name="T9" fmla="*/ 0 h 400"/>
                <a:gd name="T10" fmla="*/ 273 w 273"/>
                <a:gd name="T11" fmla="*/ 47 h 400"/>
                <a:gd name="T12" fmla="*/ 180 w 273"/>
                <a:gd name="T13" fmla="*/ 222 h 400"/>
                <a:gd name="T14" fmla="*/ 136 w 273"/>
                <a:gd name="T15" fmla="*/ 311 h 400"/>
                <a:gd name="T16" fmla="*/ 113 w 273"/>
                <a:gd name="T17" fmla="*/ 355 h 400"/>
                <a:gd name="T18" fmla="*/ 92 w 273"/>
                <a:gd name="T19" fmla="*/ 400 h 400"/>
                <a:gd name="T20" fmla="*/ 0 w 273"/>
                <a:gd name="T21" fmla="*/ 354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3" h="400">
                  <a:moveTo>
                    <a:pt x="0" y="354"/>
                  </a:moveTo>
                  <a:cubicBezTo>
                    <a:pt x="22" y="309"/>
                    <a:pt x="22" y="309"/>
                    <a:pt x="22" y="309"/>
                  </a:cubicBezTo>
                  <a:cubicBezTo>
                    <a:pt x="45" y="265"/>
                    <a:pt x="45" y="265"/>
                    <a:pt x="45" y="265"/>
                  </a:cubicBezTo>
                  <a:cubicBezTo>
                    <a:pt x="61" y="235"/>
                    <a:pt x="76" y="205"/>
                    <a:pt x="92" y="176"/>
                  </a:cubicBezTo>
                  <a:cubicBezTo>
                    <a:pt x="123" y="117"/>
                    <a:pt x="155" y="58"/>
                    <a:pt x="188" y="0"/>
                  </a:cubicBezTo>
                  <a:cubicBezTo>
                    <a:pt x="273" y="47"/>
                    <a:pt x="273" y="47"/>
                    <a:pt x="273" y="47"/>
                  </a:cubicBezTo>
                  <a:cubicBezTo>
                    <a:pt x="242" y="105"/>
                    <a:pt x="211" y="163"/>
                    <a:pt x="180" y="222"/>
                  </a:cubicBezTo>
                  <a:cubicBezTo>
                    <a:pt x="165" y="252"/>
                    <a:pt x="150" y="281"/>
                    <a:pt x="136" y="311"/>
                  </a:cubicBezTo>
                  <a:cubicBezTo>
                    <a:pt x="113" y="355"/>
                    <a:pt x="113" y="355"/>
                    <a:pt x="113" y="355"/>
                  </a:cubicBezTo>
                  <a:cubicBezTo>
                    <a:pt x="92" y="400"/>
                    <a:pt x="92" y="400"/>
                    <a:pt x="92" y="400"/>
                  </a:cubicBezTo>
                  <a:lnTo>
                    <a:pt x="0" y="35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6"/>
            <p:cNvSpPr>
              <a:spLocks/>
            </p:cNvSpPr>
            <p:nvPr/>
          </p:nvSpPr>
          <p:spPr bwMode="auto">
            <a:xfrm>
              <a:off x="6565588" y="3145204"/>
              <a:ext cx="106002" cy="142042"/>
            </a:xfrm>
            <a:custGeom>
              <a:avLst/>
              <a:gdLst>
                <a:gd name="T0" fmla="*/ 0 w 288"/>
                <a:gd name="T1" fmla="*/ 338 h 386"/>
                <a:gd name="T2" fmla="*/ 26 w 288"/>
                <a:gd name="T3" fmla="*/ 295 h 386"/>
                <a:gd name="T4" fmla="*/ 52 w 288"/>
                <a:gd name="T5" fmla="*/ 253 h 386"/>
                <a:gd name="T6" fmla="*/ 106 w 288"/>
                <a:gd name="T7" fmla="*/ 168 h 386"/>
                <a:gd name="T8" fmla="*/ 215 w 288"/>
                <a:gd name="T9" fmla="*/ 0 h 386"/>
                <a:gd name="T10" fmla="*/ 288 w 288"/>
                <a:gd name="T11" fmla="*/ 48 h 386"/>
                <a:gd name="T12" fmla="*/ 182 w 288"/>
                <a:gd name="T13" fmla="*/ 216 h 386"/>
                <a:gd name="T14" fmla="*/ 130 w 288"/>
                <a:gd name="T15" fmla="*/ 300 h 386"/>
                <a:gd name="T16" fmla="*/ 105 w 288"/>
                <a:gd name="T17" fmla="*/ 343 h 386"/>
                <a:gd name="T18" fmla="*/ 80 w 288"/>
                <a:gd name="T19" fmla="*/ 386 h 386"/>
                <a:gd name="T20" fmla="*/ 0 w 288"/>
                <a:gd name="T21" fmla="*/ 338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8" h="386">
                  <a:moveTo>
                    <a:pt x="0" y="338"/>
                  </a:moveTo>
                  <a:cubicBezTo>
                    <a:pt x="26" y="295"/>
                    <a:pt x="26" y="295"/>
                    <a:pt x="26" y="295"/>
                  </a:cubicBezTo>
                  <a:cubicBezTo>
                    <a:pt x="52" y="253"/>
                    <a:pt x="52" y="253"/>
                    <a:pt x="52" y="253"/>
                  </a:cubicBezTo>
                  <a:cubicBezTo>
                    <a:pt x="70" y="224"/>
                    <a:pt x="88" y="196"/>
                    <a:pt x="106" y="168"/>
                  </a:cubicBezTo>
                  <a:cubicBezTo>
                    <a:pt x="141" y="111"/>
                    <a:pt x="178" y="55"/>
                    <a:pt x="215" y="0"/>
                  </a:cubicBezTo>
                  <a:cubicBezTo>
                    <a:pt x="288" y="48"/>
                    <a:pt x="288" y="48"/>
                    <a:pt x="288" y="48"/>
                  </a:cubicBezTo>
                  <a:cubicBezTo>
                    <a:pt x="252" y="103"/>
                    <a:pt x="217" y="159"/>
                    <a:pt x="182" y="216"/>
                  </a:cubicBezTo>
                  <a:cubicBezTo>
                    <a:pt x="165" y="244"/>
                    <a:pt x="147" y="272"/>
                    <a:pt x="130" y="300"/>
                  </a:cubicBezTo>
                  <a:cubicBezTo>
                    <a:pt x="105" y="343"/>
                    <a:pt x="105" y="343"/>
                    <a:pt x="105" y="343"/>
                  </a:cubicBezTo>
                  <a:cubicBezTo>
                    <a:pt x="80" y="386"/>
                    <a:pt x="80" y="386"/>
                    <a:pt x="80" y="386"/>
                  </a:cubicBezTo>
                  <a:lnTo>
                    <a:pt x="0" y="3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7"/>
            <p:cNvSpPr>
              <a:spLocks/>
            </p:cNvSpPr>
            <p:nvPr/>
          </p:nvSpPr>
          <p:spPr bwMode="auto">
            <a:xfrm>
              <a:off x="6710810" y="2931080"/>
              <a:ext cx="111302" cy="135682"/>
            </a:xfrm>
            <a:custGeom>
              <a:avLst/>
              <a:gdLst>
                <a:gd name="T0" fmla="*/ 0 w 301"/>
                <a:gd name="T1" fmla="*/ 320 h 368"/>
                <a:gd name="T2" fmla="*/ 29 w 301"/>
                <a:gd name="T3" fmla="*/ 280 h 368"/>
                <a:gd name="T4" fmla="*/ 58 w 301"/>
                <a:gd name="T5" fmla="*/ 239 h 368"/>
                <a:gd name="T6" fmla="*/ 118 w 301"/>
                <a:gd name="T7" fmla="*/ 159 h 368"/>
                <a:gd name="T8" fmla="*/ 240 w 301"/>
                <a:gd name="T9" fmla="*/ 0 h 368"/>
                <a:gd name="T10" fmla="*/ 301 w 301"/>
                <a:gd name="T11" fmla="*/ 47 h 368"/>
                <a:gd name="T12" fmla="*/ 182 w 301"/>
                <a:gd name="T13" fmla="*/ 206 h 368"/>
                <a:gd name="T14" fmla="*/ 124 w 301"/>
                <a:gd name="T15" fmla="*/ 287 h 368"/>
                <a:gd name="T16" fmla="*/ 96 w 301"/>
                <a:gd name="T17" fmla="*/ 327 h 368"/>
                <a:gd name="T18" fmla="*/ 67 w 301"/>
                <a:gd name="T19" fmla="*/ 368 h 368"/>
                <a:gd name="T20" fmla="*/ 0 w 301"/>
                <a:gd name="T21" fmla="*/ 320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1" h="368">
                  <a:moveTo>
                    <a:pt x="0" y="320"/>
                  </a:moveTo>
                  <a:cubicBezTo>
                    <a:pt x="29" y="280"/>
                    <a:pt x="29" y="280"/>
                    <a:pt x="29" y="280"/>
                  </a:cubicBezTo>
                  <a:cubicBezTo>
                    <a:pt x="58" y="239"/>
                    <a:pt x="58" y="239"/>
                    <a:pt x="58" y="239"/>
                  </a:cubicBezTo>
                  <a:cubicBezTo>
                    <a:pt x="78" y="212"/>
                    <a:pt x="98" y="185"/>
                    <a:pt x="118" y="159"/>
                  </a:cubicBezTo>
                  <a:cubicBezTo>
                    <a:pt x="158" y="105"/>
                    <a:pt x="199" y="52"/>
                    <a:pt x="240" y="0"/>
                  </a:cubicBezTo>
                  <a:cubicBezTo>
                    <a:pt x="301" y="47"/>
                    <a:pt x="301" y="47"/>
                    <a:pt x="301" y="47"/>
                  </a:cubicBezTo>
                  <a:cubicBezTo>
                    <a:pt x="261" y="100"/>
                    <a:pt x="221" y="153"/>
                    <a:pt x="182" y="206"/>
                  </a:cubicBezTo>
                  <a:cubicBezTo>
                    <a:pt x="163" y="233"/>
                    <a:pt x="144" y="260"/>
                    <a:pt x="124" y="287"/>
                  </a:cubicBezTo>
                  <a:cubicBezTo>
                    <a:pt x="96" y="327"/>
                    <a:pt x="96" y="327"/>
                    <a:pt x="96" y="327"/>
                  </a:cubicBezTo>
                  <a:cubicBezTo>
                    <a:pt x="67" y="368"/>
                    <a:pt x="67" y="368"/>
                    <a:pt x="67" y="368"/>
                  </a:cubicBezTo>
                  <a:lnTo>
                    <a:pt x="0" y="32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8"/>
            <p:cNvSpPr>
              <a:spLocks/>
            </p:cNvSpPr>
            <p:nvPr/>
          </p:nvSpPr>
          <p:spPr bwMode="auto">
            <a:xfrm>
              <a:off x="6872993" y="2728617"/>
              <a:ext cx="115542" cy="128262"/>
            </a:xfrm>
            <a:custGeom>
              <a:avLst/>
              <a:gdLst>
                <a:gd name="T0" fmla="*/ 0 w 314"/>
                <a:gd name="T1" fmla="*/ 301 h 347"/>
                <a:gd name="T2" fmla="*/ 65 w 314"/>
                <a:gd name="T3" fmla="*/ 225 h 347"/>
                <a:gd name="T4" fmla="*/ 130 w 314"/>
                <a:gd name="T5" fmla="*/ 149 h 347"/>
                <a:gd name="T6" fmla="*/ 264 w 314"/>
                <a:gd name="T7" fmla="*/ 0 h 347"/>
                <a:gd name="T8" fmla="*/ 314 w 314"/>
                <a:gd name="T9" fmla="*/ 45 h 347"/>
                <a:gd name="T10" fmla="*/ 183 w 314"/>
                <a:gd name="T11" fmla="*/ 195 h 347"/>
                <a:gd name="T12" fmla="*/ 119 w 314"/>
                <a:gd name="T13" fmla="*/ 271 h 347"/>
                <a:gd name="T14" fmla="*/ 56 w 314"/>
                <a:gd name="T15" fmla="*/ 347 h 347"/>
                <a:gd name="T16" fmla="*/ 0 w 314"/>
                <a:gd name="T17" fmla="*/ 301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4" h="347">
                  <a:moveTo>
                    <a:pt x="0" y="301"/>
                  </a:moveTo>
                  <a:cubicBezTo>
                    <a:pt x="22" y="276"/>
                    <a:pt x="43" y="250"/>
                    <a:pt x="65" y="225"/>
                  </a:cubicBezTo>
                  <a:cubicBezTo>
                    <a:pt x="87" y="199"/>
                    <a:pt x="108" y="174"/>
                    <a:pt x="130" y="149"/>
                  </a:cubicBezTo>
                  <a:cubicBezTo>
                    <a:pt x="174" y="99"/>
                    <a:pt x="219" y="49"/>
                    <a:pt x="264" y="0"/>
                  </a:cubicBezTo>
                  <a:cubicBezTo>
                    <a:pt x="314" y="45"/>
                    <a:pt x="314" y="45"/>
                    <a:pt x="314" y="45"/>
                  </a:cubicBezTo>
                  <a:cubicBezTo>
                    <a:pt x="270" y="94"/>
                    <a:pt x="226" y="144"/>
                    <a:pt x="183" y="195"/>
                  </a:cubicBezTo>
                  <a:cubicBezTo>
                    <a:pt x="162" y="220"/>
                    <a:pt x="141" y="245"/>
                    <a:pt x="119" y="271"/>
                  </a:cubicBezTo>
                  <a:cubicBezTo>
                    <a:pt x="98" y="296"/>
                    <a:pt x="77" y="322"/>
                    <a:pt x="56" y="347"/>
                  </a:cubicBezTo>
                  <a:lnTo>
                    <a:pt x="0" y="30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9"/>
            <p:cNvSpPr>
              <a:spLocks/>
            </p:cNvSpPr>
            <p:nvPr/>
          </p:nvSpPr>
          <p:spPr bwMode="auto">
            <a:xfrm>
              <a:off x="7051075" y="2539934"/>
              <a:ext cx="118722" cy="119782"/>
            </a:xfrm>
            <a:custGeom>
              <a:avLst/>
              <a:gdLst>
                <a:gd name="T0" fmla="*/ 0 w 325"/>
                <a:gd name="T1" fmla="*/ 280 h 324"/>
                <a:gd name="T2" fmla="*/ 71 w 325"/>
                <a:gd name="T3" fmla="*/ 209 h 324"/>
                <a:gd name="T4" fmla="*/ 142 w 325"/>
                <a:gd name="T5" fmla="*/ 139 h 324"/>
                <a:gd name="T6" fmla="*/ 286 w 325"/>
                <a:gd name="T7" fmla="*/ 0 h 324"/>
                <a:gd name="T8" fmla="*/ 325 w 325"/>
                <a:gd name="T9" fmla="*/ 41 h 324"/>
                <a:gd name="T10" fmla="*/ 184 w 325"/>
                <a:gd name="T11" fmla="*/ 181 h 324"/>
                <a:gd name="T12" fmla="*/ 114 w 325"/>
                <a:gd name="T13" fmla="*/ 252 h 324"/>
                <a:gd name="T14" fmla="*/ 46 w 325"/>
                <a:gd name="T15" fmla="*/ 324 h 324"/>
                <a:gd name="T16" fmla="*/ 0 w 325"/>
                <a:gd name="T17" fmla="*/ 280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5" h="324">
                  <a:moveTo>
                    <a:pt x="0" y="280"/>
                  </a:moveTo>
                  <a:cubicBezTo>
                    <a:pt x="24" y="257"/>
                    <a:pt x="47" y="233"/>
                    <a:pt x="71" y="209"/>
                  </a:cubicBezTo>
                  <a:cubicBezTo>
                    <a:pt x="94" y="185"/>
                    <a:pt x="118" y="162"/>
                    <a:pt x="142" y="139"/>
                  </a:cubicBezTo>
                  <a:cubicBezTo>
                    <a:pt x="189" y="92"/>
                    <a:pt x="237" y="46"/>
                    <a:pt x="286" y="0"/>
                  </a:cubicBezTo>
                  <a:cubicBezTo>
                    <a:pt x="325" y="41"/>
                    <a:pt x="325" y="41"/>
                    <a:pt x="325" y="41"/>
                  </a:cubicBezTo>
                  <a:cubicBezTo>
                    <a:pt x="278" y="87"/>
                    <a:pt x="231" y="134"/>
                    <a:pt x="184" y="181"/>
                  </a:cubicBezTo>
                  <a:cubicBezTo>
                    <a:pt x="161" y="205"/>
                    <a:pt x="137" y="228"/>
                    <a:pt x="114" y="252"/>
                  </a:cubicBezTo>
                  <a:cubicBezTo>
                    <a:pt x="91" y="276"/>
                    <a:pt x="69" y="300"/>
                    <a:pt x="46" y="324"/>
                  </a:cubicBezTo>
                  <a:lnTo>
                    <a:pt x="0" y="28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20"/>
            <p:cNvSpPr>
              <a:spLocks/>
            </p:cNvSpPr>
            <p:nvPr/>
          </p:nvSpPr>
          <p:spPr bwMode="auto">
            <a:xfrm>
              <a:off x="7242938" y="2366091"/>
              <a:ext cx="122962" cy="109182"/>
            </a:xfrm>
            <a:custGeom>
              <a:avLst/>
              <a:gdLst>
                <a:gd name="T0" fmla="*/ 0 w 335"/>
                <a:gd name="T1" fmla="*/ 258 h 298"/>
                <a:gd name="T2" fmla="*/ 75 w 335"/>
                <a:gd name="T3" fmla="*/ 193 h 298"/>
                <a:gd name="T4" fmla="*/ 151 w 335"/>
                <a:gd name="T5" fmla="*/ 128 h 298"/>
                <a:gd name="T6" fmla="*/ 305 w 335"/>
                <a:gd name="T7" fmla="*/ 0 h 298"/>
                <a:gd name="T8" fmla="*/ 335 w 335"/>
                <a:gd name="T9" fmla="*/ 36 h 298"/>
                <a:gd name="T10" fmla="*/ 184 w 335"/>
                <a:gd name="T11" fmla="*/ 166 h 298"/>
                <a:gd name="T12" fmla="*/ 109 w 335"/>
                <a:gd name="T13" fmla="*/ 231 h 298"/>
                <a:gd name="T14" fmla="*/ 35 w 335"/>
                <a:gd name="T15" fmla="*/ 298 h 298"/>
                <a:gd name="T16" fmla="*/ 0 w 335"/>
                <a:gd name="T17" fmla="*/ 258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5" h="298">
                  <a:moveTo>
                    <a:pt x="0" y="258"/>
                  </a:moveTo>
                  <a:cubicBezTo>
                    <a:pt x="25" y="236"/>
                    <a:pt x="50" y="214"/>
                    <a:pt x="75" y="193"/>
                  </a:cubicBezTo>
                  <a:cubicBezTo>
                    <a:pt x="100" y="171"/>
                    <a:pt x="126" y="149"/>
                    <a:pt x="151" y="128"/>
                  </a:cubicBezTo>
                  <a:cubicBezTo>
                    <a:pt x="202" y="85"/>
                    <a:pt x="253" y="42"/>
                    <a:pt x="305" y="0"/>
                  </a:cubicBezTo>
                  <a:cubicBezTo>
                    <a:pt x="335" y="36"/>
                    <a:pt x="335" y="36"/>
                    <a:pt x="335" y="36"/>
                  </a:cubicBezTo>
                  <a:cubicBezTo>
                    <a:pt x="284" y="79"/>
                    <a:pt x="233" y="122"/>
                    <a:pt x="184" y="166"/>
                  </a:cubicBezTo>
                  <a:cubicBezTo>
                    <a:pt x="159" y="187"/>
                    <a:pt x="134" y="209"/>
                    <a:pt x="109" y="231"/>
                  </a:cubicBezTo>
                  <a:cubicBezTo>
                    <a:pt x="84" y="253"/>
                    <a:pt x="60" y="275"/>
                    <a:pt x="35" y="298"/>
                  </a:cubicBezTo>
                  <a:lnTo>
                    <a:pt x="0" y="25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21"/>
            <p:cNvSpPr>
              <a:spLocks/>
            </p:cNvSpPr>
            <p:nvPr/>
          </p:nvSpPr>
          <p:spPr bwMode="auto">
            <a:xfrm>
              <a:off x="7446461" y="2207088"/>
              <a:ext cx="126142" cy="98582"/>
            </a:xfrm>
            <a:custGeom>
              <a:avLst/>
              <a:gdLst>
                <a:gd name="T0" fmla="*/ 0 w 343"/>
                <a:gd name="T1" fmla="*/ 236 h 270"/>
                <a:gd name="T2" fmla="*/ 79 w 343"/>
                <a:gd name="T3" fmla="*/ 176 h 270"/>
                <a:gd name="T4" fmla="*/ 159 w 343"/>
                <a:gd name="T5" fmla="*/ 116 h 270"/>
                <a:gd name="T6" fmla="*/ 321 w 343"/>
                <a:gd name="T7" fmla="*/ 0 h 270"/>
                <a:gd name="T8" fmla="*/ 343 w 343"/>
                <a:gd name="T9" fmla="*/ 30 h 270"/>
                <a:gd name="T10" fmla="*/ 183 w 343"/>
                <a:gd name="T11" fmla="*/ 148 h 270"/>
                <a:gd name="T12" fmla="*/ 104 w 343"/>
                <a:gd name="T13" fmla="*/ 209 h 270"/>
                <a:gd name="T14" fmla="*/ 26 w 343"/>
                <a:gd name="T15" fmla="*/ 270 h 270"/>
                <a:gd name="T16" fmla="*/ 0 w 343"/>
                <a:gd name="T17" fmla="*/ 236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3" h="270">
                  <a:moveTo>
                    <a:pt x="0" y="236"/>
                  </a:moveTo>
                  <a:cubicBezTo>
                    <a:pt x="26" y="216"/>
                    <a:pt x="53" y="196"/>
                    <a:pt x="79" y="176"/>
                  </a:cubicBezTo>
                  <a:cubicBezTo>
                    <a:pt x="106" y="156"/>
                    <a:pt x="133" y="136"/>
                    <a:pt x="159" y="116"/>
                  </a:cubicBezTo>
                  <a:cubicBezTo>
                    <a:pt x="213" y="77"/>
                    <a:pt x="267" y="38"/>
                    <a:pt x="321" y="0"/>
                  </a:cubicBezTo>
                  <a:cubicBezTo>
                    <a:pt x="343" y="30"/>
                    <a:pt x="343" y="30"/>
                    <a:pt x="343" y="30"/>
                  </a:cubicBezTo>
                  <a:cubicBezTo>
                    <a:pt x="289" y="69"/>
                    <a:pt x="236" y="108"/>
                    <a:pt x="183" y="148"/>
                  </a:cubicBezTo>
                  <a:cubicBezTo>
                    <a:pt x="157" y="168"/>
                    <a:pt x="130" y="188"/>
                    <a:pt x="104" y="209"/>
                  </a:cubicBezTo>
                  <a:cubicBezTo>
                    <a:pt x="78" y="229"/>
                    <a:pt x="52" y="249"/>
                    <a:pt x="26" y="270"/>
                  </a:cubicBezTo>
                  <a:lnTo>
                    <a:pt x="0" y="23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22"/>
            <p:cNvSpPr>
              <a:spLocks/>
            </p:cNvSpPr>
            <p:nvPr/>
          </p:nvSpPr>
          <p:spPr bwMode="auto">
            <a:xfrm>
              <a:off x="7661645" y="2061866"/>
              <a:ext cx="129322" cy="89041"/>
            </a:xfrm>
            <a:custGeom>
              <a:avLst/>
              <a:gdLst>
                <a:gd name="T0" fmla="*/ 0 w 351"/>
                <a:gd name="T1" fmla="*/ 214 h 242"/>
                <a:gd name="T2" fmla="*/ 84 w 351"/>
                <a:gd name="T3" fmla="*/ 160 h 242"/>
                <a:gd name="T4" fmla="*/ 168 w 351"/>
                <a:gd name="T5" fmla="*/ 106 h 242"/>
                <a:gd name="T6" fmla="*/ 337 w 351"/>
                <a:gd name="T7" fmla="*/ 0 h 242"/>
                <a:gd name="T8" fmla="*/ 351 w 351"/>
                <a:gd name="T9" fmla="*/ 23 h 242"/>
                <a:gd name="T10" fmla="*/ 184 w 351"/>
                <a:gd name="T11" fmla="*/ 131 h 242"/>
                <a:gd name="T12" fmla="*/ 101 w 351"/>
                <a:gd name="T13" fmla="*/ 186 h 242"/>
                <a:gd name="T14" fmla="*/ 18 w 351"/>
                <a:gd name="T15" fmla="*/ 242 h 242"/>
                <a:gd name="T16" fmla="*/ 0 w 351"/>
                <a:gd name="T17" fmla="*/ 214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1" h="242">
                  <a:moveTo>
                    <a:pt x="0" y="214"/>
                  </a:moveTo>
                  <a:cubicBezTo>
                    <a:pt x="28" y="196"/>
                    <a:pt x="56" y="178"/>
                    <a:pt x="84" y="160"/>
                  </a:cubicBezTo>
                  <a:cubicBezTo>
                    <a:pt x="112" y="142"/>
                    <a:pt x="140" y="124"/>
                    <a:pt x="168" y="106"/>
                  </a:cubicBezTo>
                  <a:cubicBezTo>
                    <a:pt x="224" y="70"/>
                    <a:pt x="280" y="35"/>
                    <a:pt x="337" y="0"/>
                  </a:cubicBezTo>
                  <a:cubicBezTo>
                    <a:pt x="351" y="23"/>
                    <a:pt x="351" y="23"/>
                    <a:pt x="351" y="23"/>
                  </a:cubicBezTo>
                  <a:cubicBezTo>
                    <a:pt x="295" y="59"/>
                    <a:pt x="239" y="95"/>
                    <a:pt x="184" y="131"/>
                  </a:cubicBezTo>
                  <a:cubicBezTo>
                    <a:pt x="156" y="149"/>
                    <a:pt x="129" y="167"/>
                    <a:pt x="101" y="186"/>
                  </a:cubicBezTo>
                  <a:cubicBezTo>
                    <a:pt x="73" y="204"/>
                    <a:pt x="46" y="223"/>
                    <a:pt x="18" y="242"/>
                  </a:cubicBezTo>
                  <a:lnTo>
                    <a:pt x="0" y="21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23"/>
            <p:cNvSpPr>
              <a:spLocks/>
            </p:cNvSpPr>
            <p:nvPr/>
          </p:nvSpPr>
          <p:spPr bwMode="auto">
            <a:xfrm>
              <a:off x="7886369" y="1931484"/>
              <a:ext cx="131442" cy="77382"/>
            </a:xfrm>
            <a:custGeom>
              <a:avLst/>
              <a:gdLst>
                <a:gd name="T0" fmla="*/ 0 w 357"/>
                <a:gd name="T1" fmla="*/ 193 h 212"/>
                <a:gd name="T2" fmla="*/ 349 w 357"/>
                <a:gd name="T3" fmla="*/ 0 h 212"/>
                <a:gd name="T4" fmla="*/ 357 w 357"/>
                <a:gd name="T5" fmla="*/ 15 h 212"/>
                <a:gd name="T6" fmla="*/ 11 w 357"/>
                <a:gd name="T7" fmla="*/ 212 h 212"/>
                <a:gd name="T8" fmla="*/ 0 w 357"/>
                <a:gd name="T9" fmla="*/ 193 h 212"/>
              </a:gdLst>
              <a:ahLst/>
              <a:cxnLst>
                <a:cxn ang="0">
                  <a:pos x="T0" y="T1"/>
                </a:cxn>
                <a:cxn ang="0">
                  <a:pos x="T2" y="T3"/>
                </a:cxn>
                <a:cxn ang="0">
                  <a:pos x="T4" y="T5"/>
                </a:cxn>
                <a:cxn ang="0">
                  <a:pos x="T6" y="T7"/>
                </a:cxn>
                <a:cxn ang="0">
                  <a:pos x="T8" y="T9"/>
                </a:cxn>
              </a:cxnLst>
              <a:rect l="0" t="0" r="r" b="b"/>
              <a:pathLst>
                <a:path w="357" h="212">
                  <a:moveTo>
                    <a:pt x="0" y="193"/>
                  </a:moveTo>
                  <a:cubicBezTo>
                    <a:pt x="115" y="126"/>
                    <a:pt x="232" y="62"/>
                    <a:pt x="349" y="0"/>
                  </a:cubicBezTo>
                  <a:cubicBezTo>
                    <a:pt x="357" y="15"/>
                    <a:pt x="357" y="15"/>
                    <a:pt x="357" y="15"/>
                  </a:cubicBezTo>
                  <a:cubicBezTo>
                    <a:pt x="241" y="79"/>
                    <a:pt x="125" y="145"/>
                    <a:pt x="11" y="212"/>
                  </a:cubicBezTo>
                  <a:lnTo>
                    <a:pt x="0" y="19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4"/>
            <p:cNvSpPr>
              <a:spLocks/>
            </p:cNvSpPr>
            <p:nvPr/>
          </p:nvSpPr>
          <p:spPr bwMode="auto">
            <a:xfrm>
              <a:off x="8119572" y="1814882"/>
              <a:ext cx="133562" cy="66781"/>
            </a:xfrm>
            <a:custGeom>
              <a:avLst/>
              <a:gdLst>
                <a:gd name="T0" fmla="*/ 0 w 363"/>
                <a:gd name="T1" fmla="*/ 172 h 183"/>
                <a:gd name="T2" fmla="*/ 360 w 363"/>
                <a:gd name="T3" fmla="*/ 0 h 183"/>
                <a:gd name="T4" fmla="*/ 363 w 363"/>
                <a:gd name="T5" fmla="*/ 7 h 183"/>
                <a:gd name="T6" fmla="*/ 6 w 363"/>
                <a:gd name="T7" fmla="*/ 183 h 183"/>
                <a:gd name="T8" fmla="*/ 0 w 363"/>
                <a:gd name="T9" fmla="*/ 172 h 183"/>
              </a:gdLst>
              <a:ahLst/>
              <a:cxnLst>
                <a:cxn ang="0">
                  <a:pos x="T0" y="T1"/>
                </a:cxn>
                <a:cxn ang="0">
                  <a:pos x="T2" y="T3"/>
                </a:cxn>
                <a:cxn ang="0">
                  <a:pos x="T4" y="T5"/>
                </a:cxn>
                <a:cxn ang="0">
                  <a:pos x="T6" y="T7"/>
                </a:cxn>
                <a:cxn ang="0">
                  <a:pos x="T8" y="T9"/>
                </a:cxn>
              </a:cxnLst>
              <a:rect l="0" t="0" r="r" b="b"/>
              <a:pathLst>
                <a:path w="363" h="183">
                  <a:moveTo>
                    <a:pt x="0" y="172"/>
                  </a:moveTo>
                  <a:cubicBezTo>
                    <a:pt x="119" y="113"/>
                    <a:pt x="239" y="56"/>
                    <a:pt x="360" y="0"/>
                  </a:cubicBezTo>
                  <a:cubicBezTo>
                    <a:pt x="363" y="7"/>
                    <a:pt x="363" y="7"/>
                    <a:pt x="363" y="7"/>
                  </a:cubicBezTo>
                  <a:cubicBezTo>
                    <a:pt x="243" y="64"/>
                    <a:pt x="124" y="122"/>
                    <a:pt x="6" y="183"/>
                  </a:cubicBezTo>
                  <a:lnTo>
                    <a:pt x="0" y="17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25"/>
            <p:cNvSpPr>
              <a:spLocks/>
            </p:cNvSpPr>
            <p:nvPr/>
          </p:nvSpPr>
          <p:spPr bwMode="auto">
            <a:xfrm>
              <a:off x="8359136" y="1738561"/>
              <a:ext cx="67841" cy="29680"/>
            </a:xfrm>
            <a:custGeom>
              <a:avLst/>
              <a:gdLst>
                <a:gd name="T0" fmla="*/ 0 w 185"/>
                <a:gd name="T1" fmla="*/ 77 h 80"/>
                <a:gd name="T2" fmla="*/ 185 w 185"/>
                <a:gd name="T3" fmla="*/ 0 h 80"/>
                <a:gd name="T4" fmla="*/ 2 w 185"/>
                <a:gd name="T5" fmla="*/ 80 h 80"/>
                <a:gd name="T6" fmla="*/ 0 w 185"/>
                <a:gd name="T7" fmla="*/ 77 h 80"/>
              </a:gdLst>
              <a:ahLst/>
              <a:cxnLst>
                <a:cxn ang="0">
                  <a:pos x="T0" y="T1"/>
                </a:cxn>
                <a:cxn ang="0">
                  <a:pos x="T2" y="T3"/>
                </a:cxn>
                <a:cxn ang="0">
                  <a:pos x="T4" y="T5"/>
                </a:cxn>
                <a:cxn ang="0">
                  <a:pos x="T6" y="T7"/>
                </a:cxn>
              </a:cxnLst>
              <a:rect l="0" t="0" r="r" b="b"/>
              <a:pathLst>
                <a:path w="185" h="80">
                  <a:moveTo>
                    <a:pt x="0" y="77"/>
                  </a:moveTo>
                  <a:cubicBezTo>
                    <a:pt x="62" y="51"/>
                    <a:pt x="123" y="25"/>
                    <a:pt x="185" y="0"/>
                  </a:cubicBezTo>
                  <a:cubicBezTo>
                    <a:pt x="124" y="26"/>
                    <a:pt x="62" y="53"/>
                    <a:pt x="2" y="80"/>
                  </a:cubicBezTo>
                  <a:lnTo>
                    <a:pt x="0" y="7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26"/>
            <p:cNvSpPr>
              <a:spLocks/>
            </p:cNvSpPr>
            <p:nvPr/>
          </p:nvSpPr>
          <p:spPr bwMode="auto">
            <a:xfrm>
              <a:off x="6066320" y="4887872"/>
              <a:ext cx="62541" cy="78441"/>
            </a:xfrm>
            <a:custGeom>
              <a:avLst/>
              <a:gdLst>
                <a:gd name="T0" fmla="*/ 0 w 172"/>
                <a:gd name="T1" fmla="*/ 194 h 212"/>
                <a:gd name="T2" fmla="*/ 1 w 172"/>
                <a:gd name="T3" fmla="*/ 182 h 212"/>
                <a:gd name="T4" fmla="*/ 2 w 172"/>
                <a:gd name="T5" fmla="*/ 170 h 212"/>
                <a:gd name="T6" fmla="*/ 5 w 172"/>
                <a:gd name="T7" fmla="*/ 146 h 212"/>
                <a:gd name="T8" fmla="*/ 9 w 172"/>
                <a:gd name="T9" fmla="*/ 98 h 212"/>
                <a:gd name="T10" fmla="*/ 15 w 172"/>
                <a:gd name="T11" fmla="*/ 0 h 212"/>
                <a:gd name="T12" fmla="*/ 172 w 172"/>
                <a:gd name="T13" fmla="*/ 7 h 212"/>
                <a:gd name="T14" fmla="*/ 167 w 172"/>
                <a:gd name="T15" fmla="*/ 109 h 212"/>
                <a:gd name="T16" fmla="*/ 164 w 172"/>
                <a:gd name="T17" fmla="*/ 160 h 212"/>
                <a:gd name="T18" fmla="*/ 161 w 172"/>
                <a:gd name="T19" fmla="*/ 186 h 212"/>
                <a:gd name="T20" fmla="*/ 160 w 172"/>
                <a:gd name="T21" fmla="*/ 199 h 212"/>
                <a:gd name="T22" fmla="*/ 159 w 172"/>
                <a:gd name="T23" fmla="*/ 212 h 212"/>
                <a:gd name="T24" fmla="*/ 0 w 172"/>
                <a:gd name="T25" fmla="*/ 194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2" h="212">
                  <a:moveTo>
                    <a:pt x="0" y="194"/>
                  </a:moveTo>
                  <a:cubicBezTo>
                    <a:pt x="1" y="182"/>
                    <a:pt x="1" y="182"/>
                    <a:pt x="1" y="182"/>
                  </a:cubicBezTo>
                  <a:cubicBezTo>
                    <a:pt x="2" y="170"/>
                    <a:pt x="2" y="170"/>
                    <a:pt x="2" y="170"/>
                  </a:cubicBezTo>
                  <a:cubicBezTo>
                    <a:pt x="5" y="146"/>
                    <a:pt x="5" y="146"/>
                    <a:pt x="5" y="146"/>
                  </a:cubicBezTo>
                  <a:cubicBezTo>
                    <a:pt x="6" y="130"/>
                    <a:pt x="8" y="114"/>
                    <a:pt x="9" y="98"/>
                  </a:cubicBezTo>
                  <a:cubicBezTo>
                    <a:pt x="11" y="65"/>
                    <a:pt x="13" y="32"/>
                    <a:pt x="15" y="0"/>
                  </a:cubicBezTo>
                  <a:cubicBezTo>
                    <a:pt x="172" y="7"/>
                    <a:pt x="172" y="7"/>
                    <a:pt x="172" y="7"/>
                  </a:cubicBezTo>
                  <a:cubicBezTo>
                    <a:pt x="171" y="41"/>
                    <a:pt x="169" y="75"/>
                    <a:pt x="167" y="109"/>
                  </a:cubicBezTo>
                  <a:cubicBezTo>
                    <a:pt x="166" y="126"/>
                    <a:pt x="165" y="143"/>
                    <a:pt x="164" y="160"/>
                  </a:cubicBezTo>
                  <a:cubicBezTo>
                    <a:pt x="161" y="186"/>
                    <a:pt x="161" y="186"/>
                    <a:pt x="161" y="186"/>
                  </a:cubicBezTo>
                  <a:cubicBezTo>
                    <a:pt x="160" y="199"/>
                    <a:pt x="160" y="199"/>
                    <a:pt x="160" y="199"/>
                  </a:cubicBezTo>
                  <a:cubicBezTo>
                    <a:pt x="159" y="212"/>
                    <a:pt x="159" y="212"/>
                    <a:pt x="159" y="212"/>
                  </a:cubicBezTo>
                  <a:lnTo>
                    <a:pt x="0" y="19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27"/>
            <p:cNvSpPr>
              <a:spLocks/>
            </p:cNvSpPr>
            <p:nvPr/>
          </p:nvSpPr>
          <p:spPr bwMode="auto">
            <a:xfrm>
              <a:off x="6070560" y="4620747"/>
              <a:ext cx="60421" cy="150522"/>
            </a:xfrm>
            <a:custGeom>
              <a:avLst/>
              <a:gdLst>
                <a:gd name="T0" fmla="*/ 11 w 163"/>
                <a:gd name="T1" fmla="*/ 409 h 409"/>
                <a:gd name="T2" fmla="*/ 10 w 163"/>
                <a:gd name="T3" fmla="*/ 309 h 409"/>
                <a:gd name="T4" fmla="*/ 8 w 163"/>
                <a:gd name="T5" fmla="*/ 209 h 409"/>
                <a:gd name="T6" fmla="*/ 0 w 163"/>
                <a:gd name="T7" fmla="*/ 9 h 409"/>
                <a:gd name="T8" fmla="*/ 147 w 163"/>
                <a:gd name="T9" fmla="*/ 0 h 409"/>
                <a:gd name="T10" fmla="*/ 158 w 163"/>
                <a:gd name="T11" fmla="*/ 204 h 409"/>
                <a:gd name="T12" fmla="*/ 161 w 163"/>
                <a:gd name="T13" fmla="*/ 306 h 409"/>
                <a:gd name="T14" fmla="*/ 163 w 163"/>
                <a:gd name="T15" fmla="*/ 408 h 409"/>
                <a:gd name="T16" fmla="*/ 11 w 163"/>
                <a:gd name="T17" fmla="*/ 409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409">
                  <a:moveTo>
                    <a:pt x="11" y="409"/>
                  </a:moveTo>
                  <a:cubicBezTo>
                    <a:pt x="11" y="376"/>
                    <a:pt x="10" y="343"/>
                    <a:pt x="10" y="309"/>
                  </a:cubicBezTo>
                  <a:cubicBezTo>
                    <a:pt x="10" y="276"/>
                    <a:pt x="9" y="243"/>
                    <a:pt x="8" y="209"/>
                  </a:cubicBezTo>
                  <a:cubicBezTo>
                    <a:pt x="6" y="143"/>
                    <a:pt x="3" y="76"/>
                    <a:pt x="0" y="9"/>
                  </a:cubicBezTo>
                  <a:cubicBezTo>
                    <a:pt x="147" y="0"/>
                    <a:pt x="147" y="0"/>
                    <a:pt x="147" y="0"/>
                  </a:cubicBezTo>
                  <a:cubicBezTo>
                    <a:pt x="151" y="68"/>
                    <a:pt x="155" y="136"/>
                    <a:pt x="158" y="204"/>
                  </a:cubicBezTo>
                  <a:cubicBezTo>
                    <a:pt x="159" y="238"/>
                    <a:pt x="160" y="272"/>
                    <a:pt x="161" y="306"/>
                  </a:cubicBezTo>
                  <a:cubicBezTo>
                    <a:pt x="162" y="340"/>
                    <a:pt x="163" y="374"/>
                    <a:pt x="163" y="408"/>
                  </a:cubicBezTo>
                  <a:lnTo>
                    <a:pt x="11" y="40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28"/>
            <p:cNvSpPr>
              <a:spLocks/>
            </p:cNvSpPr>
            <p:nvPr/>
          </p:nvSpPr>
          <p:spPr bwMode="auto">
            <a:xfrm>
              <a:off x="6045119" y="4352563"/>
              <a:ext cx="68901" cy="153703"/>
            </a:xfrm>
            <a:custGeom>
              <a:avLst/>
              <a:gdLst>
                <a:gd name="T0" fmla="*/ 46 w 189"/>
                <a:gd name="T1" fmla="*/ 418 h 418"/>
                <a:gd name="T2" fmla="*/ 37 w 189"/>
                <a:gd name="T3" fmla="*/ 319 h 418"/>
                <a:gd name="T4" fmla="*/ 25 w 189"/>
                <a:gd name="T5" fmla="*/ 219 h 418"/>
                <a:gd name="T6" fmla="*/ 0 w 189"/>
                <a:gd name="T7" fmla="*/ 20 h 418"/>
                <a:gd name="T8" fmla="*/ 135 w 189"/>
                <a:gd name="T9" fmla="*/ 0 h 418"/>
                <a:gd name="T10" fmla="*/ 164 w 189"/>
                <a:gd name="T11" fmla="*/ 201 h 418"/>
                <a:gd name="T12" fmla="*/ 177 w 189"/>
                <a:gd name="T13" fmla="*/ 303 h 418"/>
                <a:gd name="T14" fmla="*/ 189 w 189"/>
                <a:gd name="T15" fmla="*/ 404 h 418"/>
                <a:gd name="T16" fmla="*/ 46 w 189"/>
                <a:gd name="T17" fmla="*/ 418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9" h="418">
                  <a:moveTo>
                    <a:pt x="46" y="418"/>
                  </a:moveTo>
                  <a:cubicBezTo>
                    <a:pt x="43" y="385"/>
                    <a:pt x="40" y="352"/>
                    <a:pt x="37" y="319"/>
                  </a:cubicBezTo>
                  <a:cubicBezTo>
                    <a:pt x="33" y="285"/>
                    <a:pt x="29" y="252"/>
                    <a:pt x="25" y="219"/>
                  </a:cubicBezTo>
                  <a:cubicBezTo>
                    <a:pt x="18" y="152"/>
                    <a:pt x="9" y="86"/>
                    <a:pt x="0" y="20"/>
                  </a:cubicBezTo>
                  <a:cubicBezTo>
                    <a:pt x="135" y="0"/>
                    <a:pt x="135" y="0"/>
                    <a:pt x="135" y="0"/>
                  </a:cubicBezTo>
                  <a:cubicBezTo>
                    <a:pt x="146" y="67"/>
                    <a:pt x="155" y="134"/>
                    <a:pt x="164" y="201"/>
                  </a:cubicBezTo>
                  <a:cubicBezTo>
                    <a:pt x="169" y="235"/>
                    <a:pt x="173" y="269"/>
                    <a:pt x="177" y="303"/>
                  </a:cubicBezTo>
                  <a:cubicBezTo>
                    <a:pt x="181" y="336"/>
                    <a:pt x="185" y="370"/>
                    <a:pt x="189" y="404"/>
                  </a:cubicBezTo>
                  <a:lnTo>
                    <a:pt x="46" y="4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29"/>
            <p:cNvSpPr>
              <a:spLocks/>
            </p:cNvSpPr>
            <p:nvPr/>
          </p:nvSpPr>
          <p:spPr bwMode="auto">
            <a:xfrm>
              <a:off x="5996358" y="4087558"/>
              <a:ext cx="77382" cy="155823"/>
            </a:xfrm>
            <a:custGeom>
              <a:avLst/>
              <a:gdLst>
                <a:gd name="T0" fmla="*/ 80 w 211"/>
                <a:gd name="T1" fmla="*/ 423 h 423"/>
                <a:gd name="T2" fmla="*/ 71 w 211"/>
                <a:gd name="T3" fmla="*/ 374 h 423"/>
                <a:gd name="T4" fmla="*/ 62 w 211"/>
                <a:gd name="T5" fmla="*/ 324 h 423"/>
                <a:gd name="T6" fmla="*/ 42 w 211"/>
                <a:gd name="T7" fmla="*/ 226 h 423"/>
                <a:gd name="T8" fmla="*/ 0 w 211"/>
                <a:gd name="T9" fmla="*/ 30 h 423"/>
                <a:gd name="T10" fmla="*/ 123 w 211"/>
                <a:gd name="T11" fmla="*/ 0 h 423"/>
                <a:gd name="T12" fmla="*/ 169 w 211"/>
                <a:gd name="T13" fmla="*/ 199 h 423"/>
                <a:gd name="T14" fmla="*/ 191 w 211"/>
                <a:gd name="T15" fmla="*/ 299 h 423"/>
                <a:gd name="T16" fmla="*/ 201 w 211"/>
                <a:gd name="T17" fmla="*/ 348 h 423"/>
                <a:gd name="T18" fmla="*/ 211 w 211"/>
                <a:gd name="T19" fmla="*/ 398 h 423"/>
                <a:gd name="T20" fmla="*/ 80 w 211"/>
                <a:gd name="T21" fmla="*/ 423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1" h="423">
                  <a:moveTo>
                    <a:pt x="80" y="423"/>
                  </a:moveTo>
                  <a:cubicBezTo>
                    <a:pt x="71" y="374"/>
                    <a:pt x="71" y="374"/>
                    <a:pt x="71" y="374"/>
                  </a:cubicBezTo>
                  <a:cubicBezTo>
                    <a:pt x="62" y="324"/>
                    <a:pt x="62" y="324"/>
                    <a:pt x="62" y="324"/>
                  </a:cubicBezTo>
                  <a:cubicBezTo>
                    <a:pt x="56" y="292"/>
                    <a:pt x="49" y="259"/>
                    <a:pt x="42" y="226"/>
                  </a:cubicBezTo>
                  <a:cubicBezTo>
                    <a:pt x="29" y="160"/>
                    <a:pt x="15" y="95"/>
                    <a:pt x="0" y="30"/>
                  </a:cubicBezTo>
                  <a:cubicBezTo>
                    <a:pt x="123" y="0"/>
                    <a:pt x="123" y="0"/>
                    <a:pt x="123" y="0"/>
                  </a:cubicBezTo>
                  <a:cubicBezTo>
                    <a:pt x="139" y="66"/>
                    <a:pt x="155" y="133"/>
                    <a:pt x="169" y="199"/>
                  </a:cubicBezTo>
                  <a:cubicBezTo>
                    <a:pt x="177" y="232"/>
                    <a:pt x="184" y="265"/>
                    <a:pt x="191" y="299"/>
                  </a:cubicBezTo>
                  <a:cubicBezTo>
                    <a:pt x="201" y="348"/>
                    <a:pt x="201" y="348"/>
                    <a:pt x="201" y="348"/>
                  </a:cubicBezTo>
                  <a:cubicBezTo>
                    <a:pt x="211" y="398"/>
                    <a:pt x="211" y="398"/>
                    <a:pt x="211" y="398"/>
                  </a:cubicBezTo>
                  <a:lnTo>
                    <a:pt x="80" y="4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30"/>
            <p:cNvSpPr>
              <a:spLocks/>
            </p:cNvSpPr>
            <p:nvPr/>
          </p:nvSpPr>
          <p:spPr bwMode="auto">
            <a:xfrm>
              <a:off x="5925338" y="3828914"/>
              <a:ext cx="85862" cy="155823"/>
            </a:xfrm>
            <a:custGeom>
              <a:avLst/>
              <a:gdLst>
                <a:gd name="T0" fmla="*/ 115 w 233"/>
                <a:gd name="T1" fmla="*/ 422 h 422"/>
                <a:gd name="T2" fmla="*/ 101 w 233"/>
                <a:gd name="T3" fmla="*/ 374 h 422"/>
                <a:gd name="T4" fmla="*/ 88 w 233"/>
                <a:gd name="T5" fmla="*/ 325 h 422"/>
                <a:gd name="T6" fmla="*/ 60 w 233"/>
                <a:gd name="T7" fmla="*/ 229 h 422"/>
                <a:gd name="T8" fmla="*/ 0 w 233"/>
                <a:gd name="T9" fmla="*/ 37 h 422"/>
                <a:gd name="T10" fmla="*/ 112 w 233"/>
                <a:gd name="T11" fmla="*/ 0 h 422"/>
                <a:gd name="T12" fmla="*/ 175 w 233"/>
                <a:gd name="T13" fmla="*/ 194 h 422"/>
                <a:gd name="T14" fmla="*/ 204 w 233"/>
                <a:gd name="T15" fmla="*/ 292 h 422"/>
                <a:gd name="T16" fmla="*/ 219 w 233"/>
                <a:gd name="T17" fmla="*/ 340 h 422"/>
                <a:gd name="T18" fmla="*/ 233 w 233"/>
                <a:gd name="T19" fmla="*/ 389 h 422"/>
                <a:gd name="T20" fmla="*/ 115 w 233"/>
                <a:gd name="T21" fmla="*/ 422 h 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3" h="422">
                  <a:moveTo>
                    <a:pt x="115" y="422"/>
                  </a:moveTo>
                  <a:cubicBezTo>
                    <a:pt x="101" y="374"/>
                    <a:pt x="101" y="374"/>
                    <a:pt x="101" y="374"/>
                  </a:cubicBezTo>
                  <a:cubicBezTo>
                    <a:pt x="88" y="325"/>
                    <a:pt x="88" y="325"/>
                    <a:pt x="88" y="325"/>
                  </a:cubicBezTo>
                  <a:cubicBezTo>
                    <a:pt x="79" y="293"/>
                    <a:pt x="69" y="261"/>
                    <a:pt x="60" y="229"/>
                  </a:cubicBezTo>
                  <a:cubicBezTo>
                    <a:pt x="41" y="165"/>
                    <a:pt x="21" y="101"/>
                    <a:pt x="0" y="37"/>
                  </a:cubicBezTo>
                  <a:cubicBezTo>
                    <a:pt x="112" y="0"/>
                    <a:pt x="112" y="0"/>
                    <a:pt x="112" y="0"/>
                  </a:cubicBezTo>
                  <a:cubicBezTo>
                    <a:pt x="134" y="65"/>
                    <a:pt x="154" y="129"/>
                    <a:pt x="175" y="194"/>
                  </a:cubicBezTo>
                  <a:cubicBezTo>
                    <a:pt x="185" y="226"/>
                    <a:pt x="195" y="259"/>
                    <a:pt x="204" y="292"/>
                  </a:cubicBezTo>
                  <a:cubicBezTo>
                    <a:pt x="219" y="340"/>
                    <a:pt x="219" y="340"/>
                    <a:pt x="219" y="340"/>
                  </a:cubicBezTo>
                  <a:cubicBezTo>
                    <a:pt x="233" y="389"/>
                    <a:pt x="233" y="389"/>
                    <a:pt x="233" y="389"/>
                  </a:cubicBezTo>
                  <a:lnTo>
                    <a:pt x="115" y="42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31"/>
            <p:cNvSpPr>
              <a:spLocks/>
            </p:cNvSpPr>
            <p:nvPr/>
          </p:nvSpPr>
          <p:spPr bwMode="auto">
            <a:xfrm>
              <a:off x="5833116" y="3578750"/>
              <a:ext cx="93281" cy="152642"/>
            </a:xfrm>
            <a:custGeom>
              <a:avLst/>
              <a:gdLst>
                <a:gd name="T0" fmla="*/ 147 w 253"/>
                <a:gd name="T1" fmla="*/ 416 h 416"/>
                <a:gd name="T2" fmla="*/ 130 w 253"/>
                <a:gd name="T3" fmla="*/ 369 h 416"/>
                <a:gd name="T4" fmla="*/ 112 w 253"/>
                <a:gd name="T5" fmla="*/ 322 h 416"/>
                <a:gd name="T6" fmla="*/ 76 w 253"/>
                <a:gd name="T7" fmla="*/ 228 h 416"/>
                <a:gd name="T8" fmla="*/ 0 w 253"/>
                <a:gd name="T9" fmla="*/ 42 h 416"/>
                <a:gd name="T10" fmla="*/ 99 w 253"/>
                <a:gd name="T11" fmla="*/ 0 h 416"/>
                <a:gd name="T12" fmla="*/ 178 w 253"/>
                <a:gd name="T13" fmla="*/ 187 h 416"/>
                <a:gd name="T14" fmla="*/ 216 w 253"/>
                <a:gd name="T15" fmla="*/ 282 h 416"/>
                <a:gd name="T16" fmla="*/ 234 w 253"/>
                <a:gd name="T17" fmla="*/ 329 h 416"/>
                <a:gd name="T18" fmla="*/ 253 w 253"/>
                <a:gd name="T19" fmla="*/ 377 h 416"/>
                <a:gd name="T20" fmla="*/ 147 w 253"/>
                <a:gd name="T21" fmla="*/ 416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3" h="416">
                  <a:moveTo>
                    <a:pt x="147" y="416"/>
                  </a:moveTo>
                  <a:cubicBezTo>
                    <a:pt x="130" y="369"/>
                    <a:pt x="130" y="369"/>
                    <a:pt x="130" y="369"/>
                  </a:cubicBezTo>
                  <a:cubicBezTo>
                    <a:pt x="112" y="322"/>
                    <a:pt x="112" y="322"/>
                    <a:pt x="112" y="322"/>
                  </a:cubicBezTo>
                  <a:cubicBezTo>
                    <a:pt x="100" y="291"/>
                    <a:pt x="88" y="259"/>
                    <a:pt x="76" y="228"/>
                  </a:cubicBezTo>
                  <a:cubicBezTo>
                    <a:pt x="51" y="166"/>
                    <a:pt x="26" y="104"/>
                    <a:pt x="0" y="42"/>
                  </a:cubicBezTo>
                  <a:cubicBezTo>
                    <a:pt x="99" y="0"/>
                    <a:pt x="99" y="0"/>
                    <a:pt x="99" y="0"/>
                  </a:cubicBezTo>
                  <a:cubicBezTo>
                    <a:pt x="126" y="62"/>
                    <a:pt x="152" y="125"/>
                    <a:pt x="178" y="187"/>
                  </a:cubicBezTo>
                  <a:cubicBezTo>
                    <a:pt x="191" y="219"/>
                    <a:pt x="203" y="250"/>
                    <a:pt x="216" y="282"/>
                  </a:cubicBezTo>
                  <a:cubicBezTo>
                    <a:pt x="234" y="329"/>
                    <a:pt x="234" y="329"/>
                    <a:pt x="234" y="329"/>
                  </a:cubicBezTo>
                  <a:cubicBezTo>
                    <a:pt x="253" y="377"/>
                    <a:pt x="253" y="377"/>
                    <a:pt x="253" y="377"/>
                  </a:cubicBezTo>
                  <a:lnTo>
                    <a:pt x="147" y="41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32"/>
            <p:cNvSpPr>
              <a:spLocks/>
            </p:cNvSpPr>
            <p:nvPr/>
          </p:nvSpPr>
          <p:spPr bwMode="auto">
            <a:xfrm>
              <a:off x="5719694" y="3336007"/>
              <a:ext cx="99642" cy="149463"/>
            </a:xfrm>
            <a:custGeom>
              <a:avLst/>
              <a:gdLst>
                <a:gd name="T0" fmla="*/ 179 w 272"/>
                <a:gd name="T1" fmla="*/ 406 h 406"/>
                <a:gd name="T2" fmla="*/ 158 w 272"/>
                <a:gd name="T3" fmla="*/ 361 h 406"/>
                <a:gd name="T4" fmla="*/ 136 w 272"/>
                <a:gd name="T5" fmla="*/ 316 h 406"/>
                <a:gd name="T6" fmla="*/ 92 w 272"/>
                <a:gd name="T7" fmla="*/ 225 h 406"/>
                <a:gd name="T8" fmla="*/ 0 w 272"/>
                <a:gd name="T9" fmla="*/ 47 h 406"/>
                <a:gd name="T10" fmla="*/ 86 w 272"/>
                <a:gd name="T11" fmla="*/ 0 h 406"/>
                <a:gd name="T12" fmla="*/ 181 w 272"/>
                <a:gd name="T13" fmla="*/ 180 h 406"/>
                <a:gd name="T14" fmla="*/ 227 w 272"/>
                <a:gd name="T15" fmla="*/ 271 h 406"/>
                <a:gd name="T16" fmla="*/ 250 w 272"/>
                <a:gd name="T17" fmla="*/ 316 h 406"/>
                <a:gd name="T18" fmla="*/ 272 w 272"/>
                <a:gd name="T19" fmla="*/ 362 h 406"/>
                <a:gd name="T20" fmla="*/ 179 w 272"/>
                <a:gd name="T21" fmla="*/ 406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2" h="406">
                  <a:moveTo>
                    <a:pt x="179" y="406"/>
                  </a:moveTo>
                  <a:cubicBezTo>
                    <a:pt x="158" y="361"/>
                    <a:pt x="158" y="361"/>
                    <a:pt x="158" y="361"/>
                  </a:cubicBezTo>
                  <a:cubicBezTo>
                    <a:pt x="136" y="316"/>
                    <a:pt x="136" y="316"/>
                    <a:pt x="136" y="316"/>
                  </a:cubicBezTo>
                  <a:cubicBezTo>
                    <a:pt x="122" y="285"/>
                    <a:pt x="107" y="255"/>
                    <a:pt x="92" y="225"/>
                  </a:cubicBezTo>
                  <a:cubicBezTo>
                    <a:pt x="62" y="165"/>
                    <a:pt x="31" y="106"/>
                    <a:pt x="0" y="47"/>
                  </a:cubicBezTo>
                  <a:cubicBezTo>
                    <a:pt x="86" y="0"/>
                    <a:pt x="86" y="0"/>
                    <a:pt x="86" y="0"/>
                  </a:cubicBezTo>
                  <a:cubicBezTo>
                    <a:pt x="118" y="60"/>
                    <a:pt x="150" y="120"/>
                    <a:pt x="181" y="180"/>
                  </a:cubicBezTo>
                  <a:cubicBezTo>
                    <a:pt x="197" y="210"/>
                    <a:pt x="212" y="241"/>
                    <a:pt x="227" y="271"/>
                  </a:cubicBezTo>
                  <a:cubicBezTo>
                    <a:pt x="250" y="316"/>
                    <a:pt x="250" y="316"/>
                    <a:pt x="250" y="316"/>
                  </a:cubicBezTo>
                  <a:cubicBezTo>
                    <a:pt x="272" y="362"/>
                    <a:pt x="272" y="362"/>
                    <a:pt x="272" y="362"/>
                  </a:cubicBezTo>
                  <a:lnTo>
                    <a:pt x="179" y="40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33"/>
            <p:cNvSpPr>
              <a:spLocks/>
            </p:cNvSpPr>
            <p:nvPr/>
          </p:nvSpPr>
          <p:spPr bwMode="auto">
            <a:xfrm>
              <a:off x="5585072" y="3105983"/>
              <a:ext cx="106002" cy="144162"/>
            </a:xfrm>
            <a:custGeom>
              <a:avLst/>
              <a:gdLst>
                <a:gd name="T0" fmla="*/ 210 w 290"/>
                <a:gd name="T1" fmla="*/ 391 h 391"/>
                <a:gd name="T2" fmla="*/ 185 w 290"/>
                <a:gd name="T3" fmla="*/ 348 h 391"/>
                <a:gd name="T4" fmla="*/ 159 w 290"/>
                <a:gd name="T5" fmla="*/ 305 h 391"/>
                <a:gd name="T6" fmla="*/ 107 w 290"/>
                <a:gd name="T7" fmla="*/ 218 h 391"/>
                <a:gd name="T8" fmla="*/ 0 w 290"/>
                <a:gd name="T9" fmla="*/ 48 h 391"/>
                <a:gd name="T10" fmla="*/ 72 w 290"/>
                <a:gd name="T11" fmla="*/ 0 h 391"/>
                <a:gd name="T12" fmla="*/ 183 w 290"/>
                <a:gd name="T13" fmla="*/ 171 h 391"/>
                <a:gd name="T14" fmla="*/ 237 w 290"/>
                <a:gd name="T15" fmla="*/ 257 h 391"/>
                <a:gd name="T16" fmla="*/ 264 w 290"/>
                <a:gd name="T17" fmla="*/ 300 h 391"/>
                <a:gd name="T18" fmla="*/ 290 w 290"/>
                <a:gd name="T19" fmla="*/ 344 h 391"/>
                <a:gd name="T20" fmla="*/ 210 w 290"/>
                <a:gd name="T21" fmla="*/ 391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0" h="391">
                  <a:moveTo>
                    <a:pt x="210" y="391"/>
                  </a:moveTo>
                  <a:cubicBezTo>
                    <a:pt x="185" y="348"/>
                    <a:pt x="185" y="348"/>
                    <a:pt x="185" y="348"/>
                  </a:cubicBezTo>
                  <a:cubicBezTo>
                    <a:pt x="159" y="305"/>
                    <a:pt x="159" y="305"/>
                    <a:pt x="159" y="305"/>
                  </a:cubicBezTo>
                  <a:cubicBezTo>
                    <a:pt x="142" y="276"/>
                    <a:pt x="124" y="247"/>
                    <a:pt x="107" y="218"/>
                  </a:cubicBezTo>
                  <a:cubicBezTo>
                    <a:pt x="72" y="161"/>
                    <a:pt x="36" y="105"/>
                    <a:pt x="0" y="48"/>
                  </a:cubicBezTo>
                  <a:cubicBezTo>
                    <a:pt x="72" y="0"/>
                    <a:pt x="72" y="0"/>
                    <a:pt x="72" y="0"/>
                  </a:cubicBezTo>
                  <a:cubicBezTo>
                    <a:pt x="110" y="57"/>
                    <a:pt x="147" y="114"/>
                    <a:pt x="183" y="171"/>
                  </a:cubicBezTo>
                  <a:cubicBezTo>
                    <a:pt x="201" y="199"/>
                    <a:pt x="219" y="228"/>
                    <a:pt x="237" y="257"/>
                  </a:cubicBezTo>
                  <a:cubicBezTo>
                    <a:pt x="264" y="300"/>
                    <a:pt x="264" y="300"/>
                    <a:pt x="264" y="300"/>
                  </a:cubicBezTo>
                  <a:cubicBezTo>
                    <a:pt x="290" y="344"/>
                    <a:pt x="290" y="344"/>
                    <a:pt x="290" y="344"/>
                  </a:cubicBezTo>
                  <a:lnTo>
                    <a:pt x="210" y="39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34"/>
            <p:cNvSpPr>
              <a:spLocks/>
            </p:cNvSpPr>
            <p:nvPr/>
          </p:nvSpPr>
          <p:spPr bwMode="auto">
            <a:xfrm>
              <a:off x="5430309" y="2889739"/>
              <a:ext cx="112362" cy="136743"/>
            </a:xfrm>
            <a:custGeom>
              <a:avLst/>
              <a:gdLst>
                <a:gd name="T0" fmla="*/ 240 w 307"/>
                <a:gd name="T1" fmla="*/ 371 h 371"/>
                <a:gd name="T2" fmla="*/ 211 w 307"/>
                <a:gd name="T3" fmla="*/ 330 h 371"/>
                <a:gd name="T4" fmla="*/ 182 w 307"/>
                <a:gd name="T5" fmla="*/ 289 h 371"/>
                <a:gd name="T6" fmla="*/ 122 w 307"/>
                <a:gd name="T7" fmla="*/ 208 h 371"/>
                <a:gd name="T8" fmla="*/ 0 w 307"/>
                <a:gd name="T9" fmla="*/ 48 h 371"/>
                <a:gd name="T10" fmla="*/ 61 w 307"/>
                <a:gd name="T11" fmla="*/ 0 h 371"/>
                <a:gd name="T12" fmla="*/ 186 w 307"/>
                <a:gd name="T13" fmla="*/ 160 h 371"/>
                <a:gd name="T14" fmla="*/ 247 w 307"/>
                <a:gd name="T15" fmla="*/ 241 h 371"/>
                <a:gd name="T16" fmla="*/ 278 w 307"/>
                <a:gd name="T17" fmla="*/ 282 h 371"/>
                <a:gd name="T18" fmla="*/ 307 w 307"/>
                <a:gd name="T19" fmla="*/ 322 h 371"/>
                <a:gd name="T20" fmla="*/ 240 w 307"/>
                <a:gd name="T21" fmla="*/ 371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7" h="371">
                  <a:moveTo>
                    <a:pt x="240" y="371"/>
                  </a:moveTo>
                  <a:cubicBezTo>
                    <a:pt x="211" y="330"/>
                    <a:pt x="211" y="330"/>
                    <a:pt x="211" y="330"/>
                  </a:cubicBezTo>
                  <a:cubicBezTo>
                    <a:pt x="182" y="289"/>
                    <a:pt x="182" y="289"/>
                    <a:pt x="182" y="289"/>
                  </a:cubicBezTo>
                  <a:cubicBezTo>
                    <a:pt x="162" y="262"/>
                    <a:pt x="142" y="235"/>
                    <a:pt x="122" y="208"/>
                  </a:cubicBezTo>
                  <a:cubicBezTo>
                    <a:pt x="82" y="154"/>
                    <a:pt x="42" y="100"/>
                    <a:pt x="0" y="48"/>
                  </a:cubicBezTo>
                  <a:cubicBezTo>
                    <a:pt x="61" y="0"/>
                    <a:pt x="61" y="0"/>
                    <a:pt x="61" y="0"/>
                  </a:cubicBezTo>
                  <a:cubicBezTo>
                    <a:pt x="103" y="52"/>
                    <a:pt x="145" y="106"/>
                    <a:pt x="186" y="160"/>
                  </a:cubicBezTo>
                  <a:cubicBezTo>
                    <a:pt x="207" y="186"/>
                    <a:pt x="227" y="214"/>
                    <a:pt x="247" y="241"/>
                  </a:cubicBezTo>
                  <a:cubicBezTo>
                    <a:pt x="278" y="282"/>
                    <a:pt x="278" y="282"/>
                    <a:pt x="278" y="282"/>
                  </a:cubicBezTo>
                  <a:cubicBezTo>
                    <a:pt x="307" y="322"/>
                    <a:pt x="307" y="322"/>
                    <a:pt x="307" y="322"/>
                  </a:cubicBezTo>
                  <a:lnTo>
                    <a:pt x="240" y="37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35"/>
            <p:cNvSpPr>
              <a:spLocks/>
            </p:cNvSpPr>
            <p:nvPr/>
          </p:nvSpPr>
          <p:spPr bwMode="auto">
            <a:xfrm>
              <a:off x="5257527" y="2687276"/>
              <a:ext cx="118722" cy="128262"/>
            </a:xfrm>
            <a:custGeom>
              <a:avLst/>
              <a:gdLst>
                <a:gd name="T0" fmla="*/ 267 w 322"/>
                <a:gd name="T1" fmla="*/ 347 h 347"/>
                <a:gd name="T2" fmla="*/ 235 w 322"/>
                <a:gd name="T3" fmla="*/ 309 h 347"/>
                <a:gd name="T4" fmla="*/ 202 w 322"/>
                <a:gd name="T5" fmla="*/ 271 h 347"/>
                <a:gd name="T6" fmla="*/ 135 w 322"/>
                <a:gd name="T7" fmla="*/ 195 h 347"/>
                <a:gd name="T8" fmla="*/ 0 w 322"/>
                <a:gd name="T9" fmla="*/ 46 h 347"/>
                <a:gd name="T10" fmla="*/ 49 w 322"/>
                <a:gd name="T11" fmla="*/ 0 h 347"/>
                <a:gd name="T12" fmla="*/ 187 w 322"/>
                <a:gd name="T13" fmla="*/ 148 h 347"/>
                <a:gd name="T14" fmla="*/ 255 w 322"/>
                <a:gd name="T15" fmla="*/ 224 h 347"/>
                <a:gd name="T16" fmla="*/ 289 w 322"/>
                <a:gd name="T17" fmla="*/ 262 h 347"/>
                <a:gd name="T18" fmla="*/ 322 w 322"/>
                <a:gd name="T19" fmla="*/ 300 h 347"/>
                <a:gd name="T20" fmla="*/ 267 w 322"/>
                <a:gd name="T21" fmla="*/ 347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2" h="347">
                  <a:moveTo>
                    <a:pt x="267" y="347"/>
                  </a:moveTo>
                  <a:cubicBezTo>
                    <a:pt x="235" y="309"/>
                    <a:pt x="235" y="309"/>
                    <a:pt x="235" y="309"/>
                  </a:cubicBezTo>
                  <a:cubicBezTo>
                    <a:pt x="202" y="271"/>
                    <a:pt x="202" y="271"/>
                    <a:pt x="202" y="271"/>
                  </a:cubicBezTo>
                  <a:cubicBezTo>
                    <a:pt x="180" y="245"/>
                    <a:pt x="158" y="220"/>
                    <a:pt x="135" y="195"/>
                  </a:cubicBezTo>
                  <a:cubicBezTo>
                    <a:pt x="91" y="145"/>
                    <a:pt x="46" y="95"/>
                    <a:pt x="0" y="46"/>
                  </a:cubicBezTo>
                  <a:cubicBezTo>
                    <a:pt x="49" y="0"/>
                    <a:pt x="49" y="0"/>
                    <a:pt x="49" y="0"/>
                  </a:cubicBezTo>
                  <a:cubicBezTo>
                    <a:pt x="96" y="49"/>
                    <a:pt x="142" y="98"/>
                    <a:pt x="187" y="148"/>
                  </a:cubicBezTo>
                  <a:cubicBezTo>
                    <a:pt x="210" y="173"/>
                    <a:pt x="233" y="198"/>
                    <a:pt x="255" y="224"/>
                  </a:cubicBezTo>
                  <a:cubicBezTo>
                    <a:pt x="289" y="262"/>
                    <a:pt x="289" y="262"/>
                    <a:pt x="289" y="262"/>
                  </a:cubicBezTo>
                  <a:cubicBezTo>
                    <a:pt x="322" y="300"/>
                    <a:pt x="322" y="300"/>
                    <a:pt x="322" y="300"/>
                  </a:cubicBezTo>
                  <a:lnTo>
                    <a:pt x="267" y="34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36"/>
            <p:cNvSpPr>
              <a:spLocks/>
            </p:cNvSpPr>
            <p:nvPr/>
          </p:nvSpPr>
          <p:spPr bwMode="auto">
            <a:xfrm>
              <a:off x="5068844" y="2501773"/>
              <a:ext cx="122962" cy="117662"/>
            </a:xfrm>
            <a:custGeom>
              <a:avLst/>
              <a:gdLst>
                <a:gd name="T0" fmla="*/ 291 w 335"/>
                <a:gd name="T1" fmla="*/ 321 h 321"/>
                <a:gd name="T2" fmla="*/ 220 w 335"/>
                <a:gd name="T3" fmla="*/ 250 h 321"/>
                <a:gd name="T4" fmla="*/ 147 w 335"/>
                <a:gd name="T5" fmla="*/ 180 h 321"/>
                <a:gd name="T6" fmla="*/ 0 w 335"/>
                <a:gd name="T7" fmla="*/ 42 h 321"/>
                <a:gd name="T8" fmla="*/ 38 w 335"/>
                <a:gd name="T9" fmla="*/ 0 h 321"/>
                <a:gd name="T10" fmla="*/ 188 w 335"/>
                <a:gd name="T11" fmla="*/ 136 h 321"/>
                <a:gd name="T12" fmla="*/ 262 w 335"/>
                <a:gd name="T13" fmla="*/ 206 h 321"/>
                <a:gd name="T14" fmla="*/ 335 w 335"/>
                <a:gd name="T15" fmla="*/ 276 h 321"/>
                <a:gd name="T16" fmla="*/ 291 w 335"/>
                <a:gd name="T17" fmla="*/ 321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5" h="321">
                  <a:moveTo>
                    <a:pt x="291" y="321"/>
                  </a:moveTo>
                  <a:cubicBezTo>
                    <a:pt x="267" y="297"/>
                    <a:pt x="244" y="273"/>
                    <a:pt x="220" y="250"/>
                  </a:cubicBezTo>
                  <a:cubicBezTo>
                    <a:pt x="196" y="226"/>
                    <a:pt x="171" y="203"/>
                    <a:pt x="147" y="180"/>
                  </a:cubicBezTo>
                  <a:cubicBezTo>
                    <a:pt x="99" y="133"/>
                    <a:pt x="49" y="88"/>
                    <a:pt x="0" y="42"/>
                  </a:cubicBezTo>
                  <a:cubicBezTo>
                    <a:pt x="38" y="0"/>
                    <a:pt x="38" y="0"/>
                    <a:pt x="38" y="0"/>
                  </a:cubicBezTo>
                  <a:cubicBezTo>
                    <a:pt x="89" y="45"/>
                    <a:pt x="139" y="90"/>
                    <a:pt x="188" y="136"/>
                  </a:cubicBezTo>
                  <a:cubicBezTo>
                    <a:pt x="213" y="159"/>
                    <a:pt x="238" y="182"/>
                    <a:pt x="262" y="206"/>
                  </a:cubicBezTo>
                  <a:cubicBezTo>
                    <a:pt x="287" y="229"/>
                    <a:pt x="311" y="253"/>
                    <a:pt x="335" y="276"/>
                  </a:cubicBezTo>
                  <a:lnTo>
                    <a:pt x="291" y="3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37"/>
            <p:cNvSpPr>
              <a:spLocks/>
            </p:cNvSpPr>
            <p:nvPr/>
          </p:nvSpPr>
          <p:spPr bwMode="auto">
            <a:xfrm>
              <a:off x="4864260" y="2331110"/>
              <a:ext cx="127202" cy="107062"/>
            </a:xfrm>
            <a:custGeom>
              <a:avLst/>
              <a:gdLst>
                <a:gd name="T0" fmla="*/ 313 w 347"/>
                <a:gd name="T1" fmla="*/ 292 h 292"/>
                <a:gd name="T2" fmla="*/ 236 w 347"/>
                <a:gd name="T3" fmla="*/ 227 h 292"/>
                <a:gd name="T4" fmla="*/ 158 w 347"/>
                <a:gd name="T5" fmla="*/ 163 h 292"/>
                <a:gd name="T6" fmla="*/ 0 w 347"/>
                <a:gd name="T7" fmla="*/ 37 h 292"/>
                <a:gd name="T8" fmla="*/ 29 w 347"/>
                <a:gd name="T9" fmla="*/ 0 h 292"/>
                <a:gd name="T10" fmla="*/ 189 w 347"/>
                <a:gd name="T11" fmla="*/ 124 h 292"/>
                <a:gd name="T12" fmla="*/ 268 w 347"/>
                <a:gd name="T13" fmla="*/ 187 h 292"/>
                <a:gd name="T14" fmla="*/ 347 w 347"/>
                <a:gd name="T15" fmla="*/ 251 h 292"/>
                <a:gd name="T16" fmla="*/ 313 w 347"/>
                <a:gd name="T17" fmla="*/ 292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7" h="292">
                  <a:moveTo>
                    <a:pt x="313" y="292"/>
                  </a:moveTo>
                  <a:cubicBezTo>
                    <a:pt x="287" y="270"/>
                    <a:pt x="262" y="248"/>
                    <a:pt x="236" y="227"/>
                  </a:cubicBezTo>
                  <a:cubicBezTo>
                    <a:pt x="210" y="205"/>
                    <a:pt x="184" y="184"/>
                    <a:pt x="158" y="163"/>
                  </a:cubicBezTo>
                  <a:cubicBezTo>
                    <a:pt x="106" y="120"/>
                    <a:pt x="53" y="78"/>
                    <a:pt x="0" y="37"/>
                  </a:cubicBezTo>
                  <a:cubicBezTo>
                    <a:pt x="29" y="0"/>
                    <a:pt x="29" y="0"/>
                    <a:pt x="29" y="0"/>
                  </a:cubicBezTo>
                  <a:cubicBezTo>
                    <a:pt x="83" y="41"/>
                    <a:pt x="136" y="82"/>
                    <a:pt x="189" y="124"/>
                  </a:cubicBezTo>
                  <a:cubicBezTo>
                    <a:pt x="216" y="145"/>
                    <a:pt x="242" y="166"/>
                    <a:pt x="268" y="187"/>
                  </a:cubicBezTo>
                  <a:cubicBezTo>
                    <a:pt x="295" y="208"/>
                    <a:pt x="321" y="230"/>
                    <a:pt x="347" y="251"/>
                  </a:cubicBezTo>
                  <a:lnTo>
                    <a:pt x="313" y="29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38"/>
            <p:cNvSpPr>
              <a:spLocks/>
            </p:cNvSpPr>
            <p:nvPr/>
          </p:nvSpPr>
          <p:spPr bwMode="auto">
            <a:xfrm>
              <a:off x="4648017" y="2177408"/>
              <a:ext cx="130382" cy="96462"/>
            </a:xfrm>
            <a:custGeom>
              <a:avLst/>
              <a:gdLst>
                <a:gd name="T0" fmla="*/ 331 w 356"/>
                <a:gd name="T1" fmla="*/ 262 h 262"/>
                <a:gd name="T2" fmla="*/ 249 w 356"/>
                <a:gd name="T3" fmla="*/ 203 h 262"/>
                <a:gd name="T4" fmla="*/ 167 w 356"/>
                <a:gd name="T5" fmla="*/ 145 h 262"/>
                <a:gd name="T6" fmla="*/ 0 w 356"/>
                <a:gd name="T7" fmla="*/ 31 h 262"/>
                <a:gd name="T8" fmla="*/ 20 w 356"/>
                <a:gd name="T9" fmla="*/ 0 h 262"/>
                <a:gd name="T10" fmla="*/ 189 w 356"/>
                <a:gd name="T11" fmla="*/ 112 h 262"/>
                <a:gd name="T12" fmla="*/ 273 w 356"/>
                <a:gd name="T13" fmla="*/ 169 h 262"/>
                <a:gd name="T14" fmla="*/ 356 w 356"/>
                <a:gd name="T15" fmla="*/ 227 h 262"/>
                <a:gd name="T16" fmla="*/ 331 w 356"/>
                <a:gd name="T17" fmla="*/ 262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6" h="262">
                  <a:moveTo>
                    <a:pt x="331" y="262"/>
                  </a:moveTo>
                  <a:cubicBezTo>
                    <a:pt x="304" y="242"/>
                    <a:pt x="277" y="222"/>
                    <a:pt x="249" y="203"/>
                  </a:cubicBezTo>
                  <a:cubicBezTo>
                    <a:pt x="222" y="183"/>
                    <a:pt x="194" y="164"/>
                    <a:pt x="167" y="145"/>
                  </a:cubicBezTo>
                  <a:cubicBezTo>
                    <a:pt x="112" y="106"/>
                    <a:pt x="56" y="68"/>
                    <a:pt x="0" y="31"/>
                  </a:cubicBezTo>
                  <a:cubicBezTo>
                    <a:pt x="20" y="0"/>
                    <a:pt x="20" y="0"/>
                    <a:pt x="20" y="0"/>
                  </a:cubicBezTo>
                  <a:cubicBezTo>
                    <a:pt x="77" y="37"/>
                    <a:pt x="133" y="74"/>
                    <a:pt x="189" y="112"/>
                  </a:cubicBezTo>
                  <a:cubicBezTo>
                    <a:pt x="217" y="131"/>
                    <a:pt x="245" y="150"/>
                    <a:pt x="273" y="169"/>
                  </a:cubicBezTo>
                  <a:cubicBezTo>
                    <a:pt x="301" y="188"/>
                    <a:pt x="329" y="208"/>
                    <a:pt x="356" y="227"/>
                  </a:cubicBezTo>
                  <a:lnTo>
                    <a:pt x="331" y="26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39"/>
            <p:cNvSpPr>
              <a:spLocks/>
            </p:cNvSpPr>
            <p:nvPr/>
          </p:nvSpPr>
          <p:spPr bwMode="auto">
            <a:xfrm>
              <a:off x="4421173" y="2039605"/>
              <a:ext cx="133562" cy="84801"/>
            </a:xfrm>
            <a:custGeom>
              <a:avLst/>
              <a:gdLst>
                <a:gd name="T0" fmla="*/ 347 w 364"/>
                <a:gd name="T1" fmla="*/ 232 h 232"/>
                <a:gd name="T2" fmla="*/ 261 w 364"/>
                <a:gd name="T3" fmla="*/ 178 h 232"/>
                <a:gd name="T4" fmla="*/ 174 w 364"/>
                <a:gd name="T5" fmla="*/ 126 h 232"/>
                <a:gd name="T6" fmla="*/ 0 w 364"/>
                <a:gd name="T7" fmla="*/ 24 h 232"/>
                <a:gd name="T8" fmla="*/ 14 w 364"/>
                <a:gd name="T9" fmla="*/ 0 h 232"/>
                <a:gd name="T10" fmla="*/ 190 w 364"/>
                <a:gd name="T11" fmla="*/ 100 h 232"/>
                <a:gd name="T12" fmla="*/ 277 w 364"/>
                <a:gd name="T13" fmla="*/ 152 h 232"/>
                <a:gd name="T14" fmla="*/ 364 w 364"/>
                <a:gd name="T15" fmla="*/ 204 h 232"/>
                <a:gd name="T16" fmla="*/ 347 w 364"/>
                <a:gd name="T17" fmla="*/ 232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4" h="232">
                  <a:moveTo>
                    <a:pt x="347" y="232"/>
                  </a:moveTo>
                  <a:cubicBezTo>
                    <a:pt x="318" y="214"/>
                    <a:pt x="290" y="196"/>
                    <a:pt x="261" y="178"/>
                  </a:cubicBezTo>
                  <a:cubicBezTo>
                    <a:pt x="232" y="161"/>
                    <a:pt x="203" y="143"/>
                    <a:pt x="174" y="126"/>
                  </a:cubicBezTo>
                  <a:cubicBezTo>
                    <a:pt x="117" y="92"/>
                    <a:pt x="59" y="58"/>
                    <a:pt x="0" y="24"/>
                  </a:cubicBezTo>
                  <a:cubicBezTo>
                    <a:pt x="14" y="0"/>
                    <a:pt x="14" y="0"/>
                    <a:pt x="14" y="0"/>
                  </a:cubicBezTo>
                  <a:cubicBezTo>
                    <a:pt x="73" y="33"/>
                    <a:pt x="131" y="66"/>
                    <a:pt x="190" y="100"/>
                  </a:cubicBezTo>
                  <a:cubicBezTo>
                    <a:pt x="219" y="117"/>
                    <a:pt x="248" y="134"/>
                    <a:pt x="277" y="152"/>
                  </a:cubicBezTo>
                  <a:cubicBezTo>
                    <a:pt x="306" y="169"/>
                    <a:pt x="335" y="186"/>
                    <a:pt x="364" y="204"/>
                  </a:cubicBezTo>
                  <a:lnTo>
                    <a:pt x="347" y="23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40"/>
            <p:cNvSpPr>
              <a:spLocks/>
            </p:cNvSpPr>
            <p:nvPr/>
          </p:nvSpPr>
          <p:spPr bwMode="auto">
            <a:xfrm>
              <a:off x="4184790" y="1916643"/>
              <a:ext cx="135682" cy="73142"/>
            </a:xfrm>
            <a:custGeom>
              <a:avLst/>
              <a:gdLst>
                <a:gd name="T0" fmla="*/ 360 w 370"/>
                <a:gd name="T1" fmla="*/ 201 h 201"/>
                <a:gd name="T2" fmla="*/ 0 w 370"/>
                <a:gd name="T3" fmla="*/ 16 h 201"/>
                <a:gd name="T4" fmla="*/ 8 w 370"/>
                <a:gd name="T5" fmla="*/ 0 h 201"/>
                <a:gd name="T6" fmla="*/ 370 w 370"/>
                <a:gd name="T7" fmla="*/ 181 h 201"/>
                <a:gd name="T8" fmla="*/ 360 w 370"/>
                <a:gd name="T9" fmla="*/ 201 h 201"/>
              </a:gdLst>
              <a:ahLst/>
              <a:cxnLst>
                <a:cxn ang="0">
                  <a:pos x="T0" y="T1"/>
                </a:cxn>
                <a:cxn ang="0">
                  <a:pos x="T2" y="T3"/>
                </a:cxn>
                <a:cxn ang="0">
                  <a:pos x="T4" y="T5"/>
                </a:cxn>
                <a:cxn ang="0">
                  <a:pos x="T6" y="T7"/>
                </a:cxn>
                <a:cxn ang="0">
                  <a:pos x="T8" y="T9"/>
                </a:cxn>
              </a:cxnLst>
              <a:rect l="0" t="0" r="r" b="b"/>
              <a:pathLst>
                <a:path w="370" h="201">
                  <a:moveTo>
                    <a:pt x="360" y="201"/>
                  </a:moveTo>
                  <a:cubicBezTo>
                    <a:pt x="241" y="137"/>
                    <a:pt x="121" y="76"/>
                    <a:pt x="0" y="16"/>
                  </a:cubicBezTo>
                  <a:cubicBezTo>
                    <a:pt x="8" y="0"/>
                    <a:pt x="8" y="0"/>
                    <a:pt x="8" y="0"/>
                  </a:cubicBezTo>
                  <a:cubicBezTo>
                    <a:pt x="130" y="58"/>
                    <a:pt x="250" y="119"/>
                    <a:pt x="370" y="181"/>
                  </a:cubicBezTo>
                  <a:lnTo>
                    <a:pt x="360" y="20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41"/>
            <p:cNvSpPr>
              <a:spLocks/>
            </p:cNvSpPr>
            <p:nvPr/>
          </p:nvSpPr>
          <p:spPr bwMode="auto">
            <a:xfrm>
              <a:off x="3942046" y="1808522"/>
              <a:ext cx="137802" cy="62541"/>
            </a:xfrm>
            <a:custGeom>
              <a:avLst/>
              <a:gdLst>
                <a:gd name="T0" fmla="*/ 370 w 375"/>
                <a:gd name="T1" fmla="*/ 170 h 170"/>
                <a:gd name="T2" fmla="*/ 0 w 375"/>
                <a:gd name="T3" fmla="*/ 6 h 170"/>
                <a:gd name="T4" fmla="*/ 3 w 375"/>
                <a:gd name="T5" fmla="*/ 0 h 170"/>
                <a:gd name="T6" fmla="*/ 375 w 375"/>
                <a:gd name="T7" fmla="*/ 159 h 170"/>
                <a:gd name="T8" fmla="*/ 370 w 375"/>
                <a:gd name="T9" fmla="*/ 170 h 170"/>
              </a:gdLst>
              <a:ahLst/>
              <a:cxnLst>
                <a:cxn ang="0">
                  <a:pos x="T0" y="T1"/>
                </a:cxn>
                <a:cxn ang="0">
                  <a:pos x="T2" y="T3"/>
                </a:cxn>
                <a:cxn ang="0">
                  <a:pos x="T4" y="T5"/>
                </a:cxn>
                <a:cxn ang="0">
                  <a:pos x="T6" y="T7"/>
                </a:cxn>
                <a:cxn ang="0">
                  <a:pos x="T8" y="T9"/>
                </a:cxn>
              </a:cxnLst>
              <a:rect l="0" t="0" r="r" b="b"/>
              <a:pathLst>
                <a:path w="375" h="170">
                  <a:moveTo>
                    <a:pt x="370" y="170"/>
                  </a:moveTo>
                  <a:cubicBezTo>
                    <a:pt x="247" y="114"/>
                    <a:pt x="124" y="59"/>
                    <a:pt x="0" y="6"/>
                  </a:cubicBezTo>
                  <a:cubicBezTo>
                    <a:pt x="3" y="0"/>
                    <a:pt x="3" y="0"/>
                    <a:pt x="3" y="0"/>
                  </a:cubicBezTo>
                  <a:cubicBezTo>
                    <a:pt x="127" y="51"/>
                    <a:pt x="252" y="104"/>
                    <a:pt x="375" y="159"/>
                  </a:cubicBezTo>
                  <a:lnTo>
                    <a:pt x="370" y="17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42"/>
            <p:cNvSpPr>
              <a:spLocks/>
            </p:cNvSpPr>
            <p:nvPr/>
          </p:nvSpPr>
          <p:spPr bwMode="auto">
            <a:xfrm>
              <a:off x="3763963" y="1738561"/>
              <a:ext cx="67841" cy="26501"/>
            </a:xfrm>
            <a:custGeom>
              <a:avLst/>
              <a:gdLst>
                <a:gd name="T0" fmla="*/ 186 w 187"/>
                <a:gd name="T1" fmla="*/ 72 h 72"/>
                <a:gd name="T2" fmla="*/ 0 w 187"/>
                <a:gd name="T3" fmla="*/ 0 h 72"/>
                <a:gd name="T4" fmla="*/ 187 w 187"/>
                <a:gd name="T5" fmla="*/ 70 h 72"/>
                <a:gd name="T6" fmla="*/ 186 w 187"/>
                <a:gd name="T7" fmla="*/ 72 h 72"/>
              </a:gdLst>
              <a:ahLst/>
              <a:cxnLst>
                <a:cxn ang="0">
                  <a:pos x="T0" y="T1"/>
                </a:cxn>
                <a:cxn ang="0">
                  <a:pos x="T2" y="T3"/>
                </a:cxn>
                <a:cxn ang="0">
                  <a:pos x="T4" y="T5"/>
                </a:cxn>
                <a:cxn ang="0">
                  <a:pos x="T6" y="T7"/>
                </a:cxn>
              </a:cxnLst>
              <a:rect l="0" t="0" r="r" b="b"/>
              <a:pathLst>
                <a:path w="187" h="72">
                  <a:moveTo>
                    <a:pt x="186" y="72"/>
                  </a:moveTo>
                  <a:cubicBezTo>
                    <a:pt x="124" y="48"/>
                    <a:pt x="62" y="24"/>
                    <a:pt x="0" y="0"/>
                  </a:cubicBezTo>
                  <a:cubicBezTo>
                    <a:pt x="62" y="23"/>
                    <a:pt x="125" y="46"/>
                    <a:pt x="187" y="70"/>
                  </a:cubicBezTo>
                  <a:lnTo>
                    <a:pt x="186" y="7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Oval 43"/>
            <p:cNvSpPr>
              <a:spLocks noChangeArrowheads="1"/>
            </p:cNvSpPr>
            <p:nvPr/>
          </p:nvSpPr>
          <p:spPr bwMode="auto">
            <a:xfrm>
              <a:off x="6028159" y="2762536"/>
              <a:ext cx="180000" cy="180000"/>
            </a:xfrm>
            <a:prstGeom prst="ellipse">
              <a:avLst/>
            </a:pr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44"/>
            <p:cNvSpPr>
              <a:spLocks/>
            </p:cNvSpPr>
            <p:nvPr/>
          </p:nvSpPr>
          <p:spPr bwMode="auto">
            <a:xfrm>
              <a:off x="5720754" y="1714181"/>
              <a:ext cx="749432" cy="986876"/>
            </a:xfrm>
            <a:custGeom>
              <a:avLst/>
              <a:gdLst>
                <a:gd name="T0" fmla="*/ 1020 w 2040"/>
                <a:gd name="T1" fmla="*/ 2685 h 2685"/>
                <a:gd name="T2" fmla="*/ 837 w 2040"/>
                <a:gd name="T3" fmla="*/ 2516 h 2685"/>
                <a:gd name="T4" fmla="*/ 1317 w 2040"/>
                <a:gd name="T5" fmla="*/ 1593 h 2685"/>
                <a:gd name="T6" fmla="*/ 1404 w 2040"/>
                <a:gd name="T7" fmla="*/ 1518 h 2685"/>
                <a:gd name="T8" fmla="*/ 1672 w 2040"/>
                <a:gd name="T9" fmla="*/ 1020 h 2685"/>
                <a:gd name="T10" fmla="*/ 1020 w 2040"/>
                <a:gd name="T11" fmla="*/ 368 h 2685"/>
                <a:gd name="T12" fmla="*/ 368 w 2040"/>
                <a:gd name="T13" fmla="*/ 1020 h 2685"/>
                <a:gd name="T14" fmla="*/ 184 w 2040"/>
                <a:gd name="T15" fmla="*/ 1203 h 2685"/>
                <a:gd name="T16" fmla="*/ 0 w 2040"/>
                <a:gd name="T17" fmla="*/ 1020 h 2685"/>
                <a:gd name="T18" fmla="*/ 1020 w 2040"/>
                <a:gd name="T19" fmla="*/ 0 h 2685"/>
                <a:gd name="T20" fmla="*/ 2040 w 2040"/>
                <a:gd name="T21" fmla="*/ 1020 h 2685"/>
                <a:gd name="T22" fmla="*/ 1647 w 2040"/>
                <a:gd name="T23" fmla="*/ 1794 h 2685"/>
                <a:gd name="T24" fmla="*/ 1553 w 2040"/>
                <a:gd name="T25" fmla="*/ 1874 h 2685"/>
                <a:gd name="T26" fmla="*/ 1203 w 2040"/>
                <a:gd name="T27" fmla="*/ 2486 h 2685"/>
                <a:gd name="T28" fmla="*/ 1035 w 2040"/>
                <a:gd name="T29" fmla="*/ 2684 h 2685"/>
                <a:gd name="T30" fmla="*/ 1020 w 2040"/>
                <a:gd name="T31" fmla="*/ 2685 h 2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40" h="2685">
                  <a:moveTo>
                    <a:pt x="1020" y="2685"/>
                  </a:moveTo>
                  <a:cubicBezTo>
                    <a:pt x="925" y="2685"/>
                    <a:pt x="845" y="2612"/>
                    <a:pt x="837" y="2516"/>
                  </a:cubicBezTo>
                  <a:cubicBezTo>
                    <a:pt x="797" y="2030"/>
                    <a:pt x="1085" y="1788"/>
                    <a:pt x="1317" y="1593"/>
                  </a:cubicBezTo>
                  <a:cubicBezTo>
                    <a:pt x="1347" y="1567"/>
                    <a:pt x="1376" y="1543"/>
                    <a:pt x="1404" y="1518"/>
                  </a:cubicBezTo>
                  <a:cubicBezTo>
                    <a:pt x="1577" y="1365"/>
                    <a:pt x="1672" y="1188"/>
                    <a:pt x="1672" y="1020"/>
                  </a:cubicBezTo>
                  <a:cubicBezTo>
                    <a:pt x="1672" y="660"/>
                    <a:pt x="1380" y="368"/>
                    <a:pt x="1020" y="368"/>
                  </a:cubicBezTo>
                  <a:cubicBezTo>
                    <a:pt x="660" y="368"/>
                    <a:pt x="368" y="660"/>
                    <a:pt x="368" y="1020"/>
                  </a:cubicBezTo>
                  <a:cubicBezTo>
                    <a:pt x="368" y="1121"/>
                    <a:pt x="286" y="1203"/>
                    <a:pt x="184" y="1203"/>
                  </a:cubicBezTo>
                  <a:cubicBezTo>
                    <a:pt x="83" y="1203"/>
                    <a:pt x="0" y="1121"/>
                    <a:pt x="0" y="1020"/>
                  </a:cubicBezTo>
                  <a:cubicBezTo>
                    <a:pt x="0" y="458"/>
                    <a:pt x="458" y="0"/>
                    <a:pt x="1020" y="0"/>
                  </a:cubicBezTo>
                  <a:cubicBezTo>
                    <a:pt x="1582" y="0"/>
                    <a:pt x="2040" y="458"/>
                    <a:pt x="2040" y="1020"/>
                  </a:cubicBezTo>
                  <a:cubicBezTo>
                    <a:pt x="2040" y="1295"/>
                    <a:pt x="1900" y="1570"/>
                    <a:pt x="1647" y="1794"/>
                  </a:cubicBezTo>
                  <a:cubicBezTo>
                    <a:pt x="1616" y="1821"/>
                    <a:pt x="1584" y="1848"/>
                    <a:pt x="1553" y="1874"/>
                  </a:cubicBezTo>
                  <a:cubicBezTo>
                    <a:pt x="1321" y="2069"/>
                    <a:pt x="1180" y="2204"/>
                    <a:pt x="1203" y="2486"/>
                  </a:cubicBezTo>
                  <a:cubicBezTo>
                    <a:pt x="1211" y="2587"/>
                    <a:pt x="1136" y="2676"/>
                    <a:pt x="1035" y="2684"/>
                  </a:cubicBezTo>
                  <a:cubicBezTo>
                    <a:pt x="1030" y="2684"/>
                    <a:pt x="1025" y="2685"/>
                    <a:pt x="1020" y="2685"/>
                  </a:cubicBez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48" name="矩形 47"/>
          <p:cNvSpPr/>
          <p:nvPr/>
        </p:nvSpPr>
        <p:spPr>
          <a:xfrm>
            <a:off x="8367019" y="3342691"/>
            <a:ext cx="2880000" cy="732508"/>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a:t>
            </a:r>
          </a:p>
        </p:txBody>
      </p:sp>
      <p:sp>
        <p:nvSpPr>
          <p:cNvPr id="49" name="矩形 48"/>
          <p:cNvSpPr/>
          <p:nvPr/>
        </p:nvSpPr>
        <p:spPr>
          <a:xfrm>
            <a:off x="8367019" y="2896415"/>
            <a:ext cx="2880000" cy="332148"/>
          </a:xfrm>
          <a:prstGeom prst="rect">
            <a:avLst/>
          </a:prstGeom>
          <a:solidFill>
            <a:srgbClr val="F8841D"/>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latin typeface="Impact" panose="020B0806030902050204" pitchFamily="34" charset="0"/>
              </a:rPr>
              <a:t>单击添加标题</a:t>
            </a:r>
          </a:p>
        </p:txBody>
      </p:sp>
      <p:sp>
        <p:nvSpPr>
          <p:cNvPr id="50" name="矩形 49"/>
          <p:cNvSpPr/>
          <p:nvPr/>
        </p:nvSpPr>
        <p:spPr>
          <a:xfrm>
            <a:off x="944981" y="3342691"/>
            <a:ext cx="2880000" cy="732508"/>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a:t>
            </a:r>
          </a:p>
        </p:txBody>
      </p:sp>
      <p:sp>
        <p:nvSpPr>
          <p:cNvPr id="51" name="矩形 50"/>
          <p:cNvSpPr/>
          <p:nvPr/>
        </p:nvSpPr>
        <p:spPr>
          <a:xfrm>
            <a:off x="944981" y="2896415"/>
            <a:ext cx="2880000" cy="332148"/>
          </a:xfrm>
          <a:prstGeom prst="rect">
            <a:avLst/>
          </a:prstGeom>
          <a:solidFill>
            <a:srgbClr val="5EC6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latin typeface="Impact" panose="020B0806030902050204" pitchFamily="34" charset="0"/>
              </a:rPr>
              <a:t>单击添加标题</a:t>
            </a:r>
          </a:p>
        </p:txBody>
      </p:sp>
      <p:sp>
        <p:nvSpPr>
          <p:cNvPr id="52"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二项对比</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2111249377"/>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0" name="组合 39"/>
          <p:cNvGrpSpPr/>
          <p:nvPr/>
        </p:nvGrpSpPr>
        <p:grpSpPr>
          <a:xfrm>
            <a:off x="3574279" y="1177088"/>
            <a:ext cx="5043442" cy="5190649"/>
            <a:chOff x="1498601" y="-20638"/>
            <a:chExt cx="6254750" cy="6437312"/>
          </a:xfrm>
        </p:grpSpPr>
        <p:grpSp>
          <p:nvGrpSpPr>
            <p:cNvPr id="14" name="组合 13"/>
            <p:cNvGrpSpPr/>
            <p:nvPr/>
          </p:nvGrpSpPr>
          <p:grpSpPr>
            <a:xfrm>
              <a:off x="3876676" y="-20638"/>
              <a:ext cx="1514475" cy="6437312"/>
              <a:chOff x="2338388" y="115888"/>
              <a:chExt cx="1514475" cy="6437312"/>
            </a:xfrm>
          </p:grpSpPr>
          <p:sp>
            <p:nvSpPr>
              <p:cNvPr id="15" name="Freeform 233"/>
              <p:cNvSpPr>
                <a:spLocks/>
              </p:cNvSpPr>
              <p:nvPr/>
            </p:nvSpPr>
            <p:spPr bwMode="auto">
              <a:xfrm>
                <a:off x="2338388" y="193675"/>
                <a:ext cx="717550" cy="6359525"/>
              </a:xfrm>
              <a:custGeom>
                <a:avLst/>
                <a:gdLst>
                  <a:gd name="T0" fmla="*/ 107 w 190"/>
                  <a:gd name="T1" fmla="*/ 199 h 1693"/>
                  <a:gd name="T2" fmla="*/ 107 w 190"/>
                  <a:gd name="T3" fmla="*/ 0 h 1693"/>
                  <a:gd name="T4" fmla="*/ 0 w 190"/>
                  <a:gd name="T5" fmla="*/ 234 h 1693"/>
                  <a:gd name="T6" fmla="*/ 107 w 190"/>
                  <a:gd name="T7" fmla="*/ 343 h 1693"/>
                  <a:gd name="T8" fmla="*/ 107 w 190"/>
                  <a:gd name="T9" fmla="*/ 1350 h 1693"/>
                  <a:gd name="T10" fmla="*/ 0 w 190"/>
                  <a:gd name="T11" fmla="*/ 1459 h 1693"/>
                  <a:gd name="T12" fmla="*/ 107 w 190"/>
                  <a:gd name="T13" fmla="*/ 1693 h 1693"/>
                  <a:gd name="T14" fmla="*/ 107 w 190"/>
                  <a:gd name="T15" fmla="*/ 1494 h 1693"/>
                  <a:gd name="T16" fmla="*/ 190 w 190"/>
                  <a:gd name="T17" fmla="*/ 1446 h 1693"/>
                  <a:gd name="T18" fmla="*/ 190 w 190"/>
                  <a:gd name="T19" fmla="*/ 248 h 1693"/>
                  <a:gd name="T20" fmla="*/ 107 w 190"/>
                  <a:gd name="T21" fmla="*/ 199 h 1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0" h="1693">
                    <a:moveTo>
                      <a:pt x="107" y="199"/>
                    </a:moveTo>
                    <a:cubicBezTo>
                      <a:pt x="107" y="0"/>
                      <a:pt x="107" y="0"/>
                      <a:pt x="107" y="0"/>
                    </a:cubicBezTo>
                    <a:cubicBezTo>
                      <a:pt x="44" y="54"/>
                      <a:pt x="0" y="158"/>
                      <a:pt x="0" y="234"/>
                    </a:cubicBezTo>
                    <a:cubicBezTo>
                      <a:pt x="0" y="311"/>
                      <a:pt x="44" y="335"/>
                      <a:pt x="107" y="343"/>
                    </a:cubicBezTo>
                    <a:cubicBezTo>
                      <a:pt x="107" y="1350"/>
                      <a:pt x="107" y="1350"/>
                      <a:pt x="107" y="1350"/>
                    </a:cubicBezTo>
                    <a:cubicBezTo>
                      <a:pt x="44" y="1358"/>
                      <a:pt x="0" y="1383"/>
                      <a:pt x="0" y="1459"/>
                    </a:cubicBezTo>
                    <a:cubicBezTo>
                      <a:pt x="0" y="1536"/>
                      <a:pt x="44" y="1639"/>
                      <a:pt x="107" y="1693"/>
                    </a:cubicBezTo>
                    <a:cubicBezTo>
                      <a:pt x="107" y="1494"/>
                      <a:pt x="107" y="1494"/>
                      <a:pt x="107" y="1494"/>
                    </a:cubicBezTo>
                    <a:cubicBezTo>
                      <a:pt x="107" y="1467"/>
                      <a:pt x="144" y="1446"/>
                      <a:pt x="190" y="1446"/>
                    </a:cubicBezTo>
                    <a:cubicBezTo>
                      <a:pt x="190" y="248"/>
                      <a:pt x="190" y="248"/>
                      <a:pt x="190" y="248"/>
                    </a:cubicBezTo>
                    <a:cubicBezTo>
                      <a:pt x="144" y="248"/>
                      <a:pt x="107" y="226"/>
                      <a:pt x="107" y="199"/>
                    </a:cubicBezTo>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234"/>
              <p:cNvSpPr>
                <a:spLocks/>
              </p:cNvSpPr>
              <p:nvPr/>
            </p:nvSpPr>
            <p:spPr bwMode="auto">
              <a:xfrm>
                <a:off x="3055938" y="198438"/>
                <a:ext cx="714375" cy="6354762"/>
              </a:xfrm>
              <a:custGeom>
                <a:avLst/>
                <a:gdLst>
                  <a:gd name="T0" fmla="*/ 0 w 189"/>
                  <a:gd name="T1" fmla="*/ 1445 h 1692"/>
                  <a:gd name="T2" fmla="*/ 82 w 189"/>
                  <a:gd name="T3" fmla="*/ 1493 h 1692"/>
                  <a:gd name="T4" fmla="*/ 82 w 189"/>
                  <a:gd name="T5" fmla="*/ 1692 h 1692"/>
                  <a:gd name="T6" fmla="*/ 189 w 189"/>
                  <a:gd name="T7" fmla="*/ 1458 h 1692"/>
                  <a:gd name="T8" fmla="*/ 83 w 189"/>
                  <a:gd name="T9" fmla="*/ 1349 h 1692"/>
                  <a:gd name="T10" fmla="*/ 82 w 189"/>
                  <a:gd name="T11" fmla="*/ 342 h 1692"/>
                  <a:gd name="T12" fmla="*/ 189 w 189"/>
                  <a:gd name="T13" fmla="*/ 233 h 1692"/>
                  <a:gd name="T14" fmla="*/ 82 w 189"/>
                  <a:gd name="T15" fmla="*/ 0 h 1692"/>
                  <a:gd name="T16" fmla="*/ 82 w 189"/>
                  <a:gd name="T17" fmla="*/ 198 h 1692"/>
                  <a:gd name="T18" fmla="*/ 0 w 189"/>
                  <a:gd name="T19" fmla="*/ 247 h 1692"/>
                  <a:gd name="T20" fmla="*/ 0 w 189"/>
                  <a:gd name="T21" fmla="*/ 1445 h 1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9" h="1692">
                    <a:moveTo>
                      <a:pt x="0" y="1445"/>
                    </a:moveTo>
                    <a:cubicBezTo>
                      <a:pt x="45" y="1445"/>
                      <a:pt x="82" y="1467"/>
                      <a:pt x="82" y="1493"/>
                    </a:cubicBezTo>
                    <a:cubicBezTo>
                      <a:pt x="82" y="1692"/>
                      <a:pt x="82" y="1692"/>
                      <a:pt x="82" y="1692"/>
                    </a:cubicBezTo>
                    <a:cubicBezTo>
                      <a:pt x="145" y="1638"/>
                      <a:pt x="189" y="1535"/>
                      <a:pt x="189" y="1458"/>
                    </a:cubicBezTo>
                    <a:cubicBezTo>
                      <a:pt x="189" y="1382"/>
                      <a:pt x="145" y="1357"/>
                      <a:pt x="83" y="1349"/>
                    </a:cubicBezTo>
                    <a:cubicBezTo>
                      <a:pt x="82" y="342"/>
                      <a:pt x="82" y="342"/>
                      <a:pt x="82" y="342"/>
                    </a:cubicBezTo>
                    <a:cubicBezTo>
                      <a:pt x="145" y="334"/>
                      <a:pt x="189" y="310"/>
                      <a:pt x="189" y="233"/>
                    </a:cubicBezTo>
                    <a:cubicBezTo>
                      <a:pt x="189" y="157"/>
                      <a:pt x="145" y="53"/>
                      <a:pt x="82" y="0"/>
                    </a:cubicBezTo>
                    <a:cubicBezTo>
                      <a:pt x="82" y="198"/>
                      <a:pt x="82" y="198"/>
                      <a:pt x="82" y="198"/>
                    </a:cubicBezTo>
                    <a:cubicBezTo>
                      <a:pt x="82" y="225"/>
                      <a:pt x="45" y="247"/>
                      <a:pt x="0" y="247"/>
                    </a:cubicBezTo>
                    <a:cubicBezTo>
                      <a:pt x="0" y="1445"/>
                      <a:pt x="0" y="1445"/>
                      <a:pt x="0" y="1445"/>
                    </a:cubicBezTo>
                  </a:path>
                </a:pathLst>
              </a:custGeom>
              <a:solidFill>
                <a:srgbClr val="C7C9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235"/>
              <p:cNvSpPr>
                <a:spLocks/>
              </p:cNvSpPr>
              <p:nvPr/>
            </p:nvSpPr>
            <p:spPr bwMode="auto">
              <a:xfrm>
                <a:off x="2741613" y="5678488"/>
                <a:ext cx="92075" cy="874712"/>
              </a:xfrm>
              <a:custGeom>
                <a:avLst/>
                <a:gdLst>
                  <a:gd name="T0" fmla="*/ 0 w 24"/>
                  <a:gd name="T1" fmla="*/ 34 h 233"/>
                  <a:gd name="T2" fmla="*/ 24 w 24"/>
                  <a:gd name="T3" fmla="*/ 0 h 233"/>
                  <a:gd name="T4" fmla="*/ 21 w 24"/>
                  <a:gd name="T5" fmla="*/ 13 h 233"/>
                  <a:gd name="T6" fmla="*/ 21 w 24"/>
                  <a:gd name="T7" fmla="*/ 212 h 233"/>
                  <a:gd name="T8" fmla="*/ 0 w 24"/>
                  <a:gd name="T9" fmla="*/ 233 h 233"/>
                  <a:gd name="T10" fmla="*/ 0 w 24"/>
                  <a:gd name="T11" fmla="*/ 34 h 233"/>
                </a:gdLst>
                <a:ahLst/>
                <a:cxnLst>
                  <a:cxn ang="0">
                    <a:pos x="T0" y="T1"/>
                  </a:cxn>
                  <a:cxn ang="0">
                    <a:pos x="T2" y="T3"/>
                  </a:cxn>
                  <a:cxn ang="0">
                    <a:pos x="T4" y="T5"/>
                  </a:cxn>
                  <a:cxn ang="0">
                    <a:pos x="T6" y="T7"/>
                  </a:cxn>
                  <a:cxn ang="0">
                    <a:pos x="T8" y="T9"/>
                  </a:cxn>
                  <a:cxn ang="0">
                    <a:pos x="T10" y="T11"/>
                  </a:cxn>
                </a:cxnLst>
                <a:rect l="0" t="0" r="r" b="b"/>
                <a:pathLst>
                  <a:path w="24" h="233">
                    <a:moveTo>
                      <a:pt x="0" y="34"/>
                    </a:moveTo>
                    <a:cubicBezTo>
                      <a:pt x="0" y="21"/>
                      <a:pt x="9" y="8"/>
                      <a:pt x="24" y="0"/>
                    </a:cubicBezTo>
                    <a:cubicBezTo>
                      <a:pt x="22" y="4"/>
                      <a:pt x="21" y="8"/>
                      <a:pt x="21" y="13"/>
                    </a:cubicBezTo>
                    <a:cubicBezTo>
                      <a:pt x="21" y="212"/>
                      <a:pt x="21" y="212"/>
                      <a:pt x="21" y="212"/>
                    </a:cubicBezTo>
                    <a:cubicBezTo>
                      <a:pt x="0" y="233"/>
                      <a:pt x="0" y="233"/>
                      <a:pt x="0" y="233"/>
                    </a:cubicBezTo>
                    <a:lnTo>
                      <a:pt x="0" y="34"/>
                    </a:lnTo>
                    <a:close/>
                  </a:path>
                </a:pathLst>
              </a:custGeom>
              <a:solidFill>
                <a:srgbClr val="7C7D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236"/>
              <p:cNvSpPr>
                <a:spLocks/>
              </p:cNvSpPr>
              <p:nvPr/>
            </p:nvSpPr>
            <p:spPr bwMode="auto">
              <a:xfrm>
                <a:off x="2481263" y="5200650"/>
                <a:ext cx="260350" cy="150812"/>
              </a:xfrm>
              <a:custGeom>
                <a:avLst/>
                <a:gdLst>
                  <a:gd name="T0" fmla="*/ 69 w 69"/>
                  <a:gd name="T1" fmla="*/ 0 h 40"/>
                  <a:gd name="T2" fmla="*/ 69 w 69"/>
                  <a:gd name="T3" fmla="*/ 17 h 40"/>
                  <a:gd name="T4" fmla="*/ 0 w 69"/>
                  <a:gd name="T5" fmla="*/ 40 h 40"/>
                  <a:gd name="T6" fmla="*/ 69 w 69"/>
                  <a:gd name="T7" fmla="*/ 0 h 40"/>
                </a:gdLst>
                <a:ahLst/>
                <a:cxnLst>
                  <a:cxn ang="0">
                    <a:pos x="T0" y="T1"/>
                  </a:cxn>
                  <a:cxn ang="0">
                    <a:pos x="T2" y="T3"/>
                  </a:cxn>
                  <a:cxn ang="0">
                    <a:pos x="T4" y="T5"/>
                  </a:cxn>
                  <a:cxn ang="0">
                    <a:pos x="T6" y="T7"/>
                  </a:cxn>
                </a:cxnLst>
                <a:rect l="0" t="0" r="r" b="b"/>
                <a:pathLst>
                  <a:path w="69" h="40">
                    <a:moveTo>
                      <a:pt x="69" y="0"/>
                    </a:moveTo>
                    <a:cubicBezTo>
                      <a:pt x="69" y="17"/>
                      <a:pt x="69" y="17"/>
                      <a:pt x="69" y="17"/>
                    </a:cubicBezTo>
                    <a:cubicBezTo>
                      <a:pt x="42" y="21"/>
                      <a:pt x="18" y="27"/>
                      <a:pt x="0" y="40"/>
                    </a:cubicBezTo>
                    <a:cubicBezTo>
                      <a:pt x="15" y="18"/>
                      <a:pt x="39" y="6"/>
                      <a:pt x="69" y="0"/>
                    </a:cubicBezTo>
                  </a:path>
                </a:pathLst>
              </a:custGeom>
              <a:solidFill>
                <a:srgbClr val="ADAF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237"/>
              <p:cNvSpPr>
                <a:spLocks/>
              </p:cNvSpPr>
              <p:nvPr/>
            </p:nvSpPr>
            <p:spPr bwMode="auto">
              <a:xfrm>
                <a:off x="2738438" y="141288"/>
                <a:ext cx="615950" cy="984250"/>
              </a:xfrm>
              <a:custGeom>
                <a:avLst/>
                <a:gdLst>
                  <a:gd name="T0" fmla="*/ 84 w 163"/>
                  <a:gd name="T1" fmla="*/ 262 h 262"/>
                  <a:gd name="T2" fmla="*/ 1 w 163"/>
                  <a:gd name="T3" fmla="*/ 213 h 262"/>
                  <a:gd name="T4" fmla="*/ 1 w 163"/>
                  <a:gd name="T5" fmla="*/ 14 h 262"/>
                  <a:gd name="T6" fmla="*/ 1 w 163"/>
                  <a:gd name="T7" fmla="*/ 14 h 262"/>
                  <a:gd name="T8" fmla="*/ 22 w 163"/>
                  <a:gd name="T9" fmla="*/ 0 h 262"/>
                  <a:gd name="T10" fmla="*/ 22 w 163"/>
                  <a:gd name="T11" fmla="*/ 192 h 262"/>
                  <a:gd name="T12" fmla="*/ 105 w 163"/>
                  <a:gd name="T13" fmla="*/ 240 h 262"/>
                  <a:gd name="T14" fmla="*/ 163 w 163"/>
                  <a:gd name="T15" fmla="*/ 226 h 262"/>
                  <a:gd name="T16" fmla="*/ 84 w 163"/>
                  <a:gd name="T17" fmla="*/ 262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262">
                    <a:moveTo>
                      <a:pt x="84" y="262"/>
                    </a:moveTo>
                    <a:cubicBezTo>
                      <a:pt x="38" y="262"/>
                      <a:pt x="1" y="240"/>
                      <a:pt x="1" y="213"/>
                    </a:cubicBezTo>
                    <a:cubicBezTo>
                      <a:pt x="1" y="14"/>
                      <a:pt x="1" y="14"/>
                      <a:pt x="1" y="14"/>
                    </a:cubicBezTo>
                    <a:cubicBezTo>
                      <a:pt x="0" y="15"/>
                      <a:pt x="1" y="14"/>
                      <a:pt x="1" y="14"/>
                    </a:cubicBezTo>
                    <a:cubicBezTo>
                      <a:pt x="3" y="12"/>
                      <a:pt x="22" y="0"/>
                      <a:pt x="22" y="0"/>
                    </a:cubicBezTo>
                    <a:cubicBezTo>
                      <a:pt x="22" y="192"/>
                      <a:pt x="22" y="192"/>
                      <a:pt x="22" y="192"/>
                    </a:cubicBezTo>
                    <a:cubicBezTo>
                      <a:pt x="22" y="219"/>
                      <a:pt x="59" y="240"/>
                      <a:pt x="105" y="240"/>
                    </a:cubicBezTo>
                    <a:cubicBezTo>
                      <a:pt x="128" y="240"/>
                      <a:pt x="148" y="235"/>
                      <a:pt x="163" y="226"/>
                    </a:cubicBezTo>
                    <a:cubicBezTo>
                      <a:pt x="154" y="247"/>
                      <a:pt x="122" y="262"/>
                      <a:pt x="84" y="262"/>
                    </a:cubicBezTo>
                    <a:close/>
                  </a:path>
                </a:pathLst>
              </a:custGeom>
              <a:solidFill>
                <a:srgbClr val="7C7D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238"/>
              <p:cNvSpPr>
                <a:spLocks/>
              </p:cNvSpPr>
              <p:nvPr/>
            </p:nvSpPr>
            <p:spPr bwMode="auto">
              <a:xfrm>
                <a:off x="3362326" y="115888"/>
                <a:ext cx="487363" cy="1201737"/>
              </a:xfrm>
              <a:custGeom>
                <a:avLst/>
                <a:gdLst>
                  <a:gd name="T0" fmla="*/ 91 w 129"/>
                  <a:gd name="T1" fmla="*/ 320 h 320"/>
                  <a:gd name="T2" fmla="*/ 97 w 129"/>
                  <a:gd name="T3" fmla="*/ 309 h 320"/>
                  <a:gd name="T4" fmla="*/ 98 w 129"/>
                  <a:gd name="T5" fmla="*/ 306 h 320"/>
                  <a:gd name="T6" fmla="*/ 103 w 129"/>
                  <a:gd name="T7" fmla="*/ 292 h 320"/>
                  <a:gd name="T8" fmla="*/ 103 w 129"/>
                  <a:gd name="T9" fmla="*/ 292 h 320"/>
                  <a:gd name="T10" fmla="*/ 106 w 129"/>
                  <a:gd name="T11" fmla="*/ 277 h 320"/>
                  <a:gd name="T12" fmla="*/ 106 w 129"/>
                  <a:gd name="T13" fmla="*/ 273 h 320"/>
                  <a:gd name="T14" fmla="*/ 107 w 129"/>
                  <a:gd name="T15" fmla="*/ 255 h 320"/>
                  <a:gd name="T16" fmla="*/ 0 w 129"/>
                  <a:gd name="T17" fmla="*/ 22 h 320"/>
                  <a:gd name="T18" fmla="*/ 22 w 129"/>
                  <a:gd name="T19" fmla="*/ 0 h 320"/>
                  <a:gd name="T20" fmla="*/ 129 w 129"/>
                  <a:gd name="T21" fmla="*/ 234 h 320"/>
                  <a:gd name="T22" fmla="*/ 91 w 129"/>
                  <a:gd name="T23" fmla="*/ 320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9" h="320">
                    <a:moveTo>
                      <a:pt x="91" y="320"/>
                    </a:moveTo>
                    <a:cubicBezTo>
                      <a:pt x="93" y="317"/>
                      <a:pt x="95" y="313"/>
                      <a:pt x="97" y="309"/>
                    </a:cubicBezTo>
                    <a:cubicBezTo>
                      <a:pt x="97" y="308"/>
                      <a:pt x="98" y="307"/>
                      <a:pt x="98" y="306"/>
                    </a:cubicBezTo>
                    <a:cubicBezTo>
                      <a:pt x="100" y="302"/>
                      <a:pt x="102" y="297"/>
                      <a:pt x="103" y="292"/>
                    </a:cubicBezTo>
                    <a:cubicBezTo>
                      <a:pt x="103" y="292"/>
                      <a:pt x="103" y="292"/>
                      <a:pt x="103" y="292"/>
                    </a:cubicBezTo>
                    <a:cubicBezTo>
                      <a:pt x="104" y="288"/>
                      <a:pt x="105" y="282"/>
                      <a:pt x="106" y="277"/>
                    </a:cubicBezTo>
                    <a:cubicBezTo>
                      <a:pt x="106" y="276"/>
                      <a:pt x="106" y="274"/>
                      <a:pt x="106" y="273"/>
                    </a:cubicBezTo>
                    <a:cubicBezTo>
                      <a:pt x="107" y="267"/>
                      <a:pt x="107" y="261"/>
                      <a:pt x="107" y="255"/>
                    </a:cubicBezTo>
                    <a:cubicBezTo>
                      <a:pt x="107" y="179"/>
                      <a:pt x="63" y="75"/>
                      <a:pt x="0" y="22"/>
                    </a:cubicBezTo>
                    <a:cubicBezTo>
                      <a:pt x="22" y="0"/>
                      <a:pt x="22" y="0"/>
                      <a:pt x="22" y="0"/>
                    </a:cubicBezTo>
                    <a:cubicBezTo>
                      <a:pt x="85" y="54"/>
                      <a:pt x="129" y="157"/>
                      <a:pt x="129" y="234"/>
                    </a:cubicBezTo>
                    <a:cubicBezTo>
                      <a:pt x="129" y="277"/>
                      <a:pt x="114" y="304"/>
                      <a:pt x="91" y="320"/>
                    </a:cubicBezTo>
                    <a:close/>
                  </a:path>
                </a:pathLst>
              </a:custGeom>
              <a:solidFill>
                <a:srgbClr val="7072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239"/>
              <p:cNvSpPr>
                <a:spLocks/>
              </p:cNvSpPr>
              <p:nvPr/>
            </p:nvSpPr>
            <p:spPr bwMode="auto">
              <a:xfrm>
                <a:off x="2741613" y="4678363"/>
                <a:ext cx="314325" cy="585787"/>
              </a:xfrm>
              <a:custGeom>
                <a:avLst/>
                <a:gdLst>
                  <a:gd name="T0" fmla="*/ 0 w 83"/>
                  <a:gd name="T1" fmla="*/ 0 h 156"/>
                  <a:gd name="T2" fmla="*/ 0 w 83"/>
                  <a:gd name="T3" fmla="*/ 139 h 156"/>
                  <a:gd name="T4" fmla="*/ 0 w 83"/>
                  <a:gd name="T5" fmla="*/ 139 h 156"/>
                  <a:gd name="T6" fmla="*/ 0 w 83"/>
                  <a:gd name="T7" fmla="*/ 156 h 156"/>
                  <a:gd name="T8" fmla="*/ 83 w 83"/>
                  <a:gd name="T9" fmla="*/ 150 h 156"/>
                  <a:gd name="T10" fmla="*/ 83 w 83"/>
                  <a:gd name="T11" fmla="*/ 150 h 156"/>
                  <a:gd name="T12" fmla="*/ 0 w 83"/>
                  <a:gd name="T13" fmla="*/ 0 h 156"/>
                </a:gdLst>
                <a:ahLst/>
                <a:cxnLst>
                  <a:cxn ang="0">
                    <a:pos x="T0" y="T1"/>
                  </a:cxn>
                  <a:cxn ang="0">
                    <a:pos x="T2" y="T3"/>
                  </a:cxn>
                  <a:cxn ang="0">
                    <a:pos x="T4" y="T5"/>
                  </a:cxn>
                  <a:cxn ang="0">
                    <a:pos x="T6" y="T7"/>
                  </a:cxn>
                  <a:cxn ang="0">
                    <a:pos x="T8" y="T9"/>
                  </a:cxn>
                  <a:cxn ang="0">
                    <a:pos x="T10" y="T11"/>
                  </a:cxn>
                  <a:cxn ang="0">
                    <a:pos x="T12" y="T13"/>
                  </a:cxn>
                </a:cxnLst>
                <a:rect l="0" t="0" r="r" b="b"/>
                <a:pathLst>
                  <a:path w="83" h="156">
                    <a:moveTo>
                      <a:pt x="0" y="0"/>
                    </a:moveTo>
                    <a:cubicBezTo>
                      <a:pt x="0" y="69"/>
                      <a:pt x="0" y="115"/>
                      <a:pt x="0" y="139"/>
                    </a:cubicBezTo>
                    <a:cubicBezTo>
                      <a:pt x="0" y="139"/>
                      <a:pt x="0" y="139"/>
                      <a:pt x="0" y="139"/>
                    </a:cubicBezTo>
                    <a:cubicBezTo>
                      <a:pt x="0" y="156"/>
                      <a:pt x="0" y="156"/>
                      <a:pt x="0" y="156"/>
                    </a:cubicBezTo>
                    <a:cubicBezTo>
                      <a:pt x="34" y="152"/>
                      <a:pt x="60" y="150"/>
                      <a:pt x="83" y="150"/>
                    </a:cubicBezTo>
                    <a:cubicBezTo>
                      <a:pt x="83" y="150"/>
                      <a:pt x="83" y="150"/>
                      <a:pt x="83" y="150"/>
                    </a:cubicBezTo>
                    <a:cubicBezTo>
                      <a:pt x="48" y="149"/>
                      <a:pt x="0" y="64"/>
                      <a:pt x="0" y="0"/>
                    </a:cubicBezTo>
                  </a:path>
                </a:pathLst>
              </a:custGeom>
              <a:solidFill>
                <a:srgbClr val="BB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240"/>
              <p:cNvSpPr>
                <a:spLocks/>
              </p:cNvSpPr>
              <p:nvPr/>
            </p:nvSpPr>
            <p:spPr bwMode="auto">
              <a:xfrm>
                <a:off x="3055938" y="524192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B2B2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241"/>
              <p:cNvSpPr>
                <a:spLocks/>
              </p:cNvSpPr>
              <p:nvPr/>
            </p:nvSpPr>
            <p:spPr bwMode="auto">
              <a:xfrm>
                <a:off x="2741613" y="5200650"/>
                <a:ext cx="0" cy="63500"/>
              </a:xfrm>
              <a:custGeom>
                <a:avLst/>
                <a:gdLst>
                  <a:gd name="T0" fmla="*/ 0 h 17"/>
                  <a:gd name="T1" fmla="*/ 0 h 17"/>
                  <a:gd name="T2" fmla="*/ 17 h 17"/>
                  <a:gd name="T3" fmla="*/ 17 h 17"/>
                  <a:gd name="T4" fmla="*/ 0 h 17"/>
                </a:gdLst>
                <a:ahLst/>
                <a:cxnLst>
                  <a:cxn ang="0">
                    <a:pos x="0" y="T0"/>
                  </a:cxn>
                  <a:cxn ang="0">
                    <a:pos x="0" y="T1"/>
                  </a:cxn>
                  <a:cxn ang="0">
                    <a:pos x="0" y="T2"/>
                  </a:cxn>
                  <a:cxn ang="0">
                    <a:pos x="0" y="T3"/>
                  </a:cxn>
                  <a:cxn ang="0">
                    <a:pos x="0" y="T4"/>
                  </a:cxn>
                </a:cxnLst>
                <a:rect l="0" t="0" r="r" b="b"/>
                <a:pathLst>
                  <a:path h="17">
                    <a:moveTo>
                      <a:pt x="0" y="0"/>
                    </a:moveTo>
                    <a:cubicBezTo>
                      <a:pt x="0" y="0"/>
                      <a:pt x="0" y="0"/>
                      <a:pt x="0" y="0"/>
                    </a:cubicBezTo>
                    <a:cubicBezTo>
                      <a:pt x="0" y="11"/>
                      <a:pt x="0" y="17"/>
                      <a:pt x="0" y="17"/>
                    </a:cubicBezTo>
                    <a:cubicBezTo>
                      <a:pt x="0" y="17"/>
                      <a:pt x="0" y="17"/>
                      <a:pt x="0" y="17"/>
                    </a:cubicBezTo>
                    <a:cubicBezTo>
                      <a:pt x="0" y="0"/>
                      <a:pt x="0" y="0"/>
                      <a:pt x="0" y="0"/>
                    </a:cubicBezTo>
                  </a:path>
                </a:pathLst>
              </a:custGeom>
              <a:solidFill>
                <a:srgbClr val="9B9B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42"/>
              <p:cNvSpPr>
                <a:spLocks/>
              </p:cNvSpPr>
              <p:nvPr/>
            </p:nvSpPr>
            <p:spPr bwMode="auto">
              <a:xfrm>
                <a:off x="3055938" y="4683125"/>
                <a:ext cx="314325" cy="581025"/>
              </a:xfrm>
              <a:custGeom>
                <a:avLst/>
                <a:gdLst>
                  <a:gd name="T0" fmla="*/ 83 w 83"/>
                  <a:gd name="T1" fmla="*/ 0 h 155"/>
                  <a:gd name="T2" fmla="*/ 0 w 83"/>
                  <a:gd name="T3" fmla="*/ 148 h 155"/>
                  <a:gd name="T4" fmla="*/ 0 w 83"/>
                  <a:gd name="T5" fmla="*/ 148 h 155"/>
                  <a:gd name="T6" fmla="*/ 83 w 83"/>
                  <a:gd name="T7" fmla="*/ 155 h 155"/>
                  <a:gd name="T8" fmla="*/ 83 w 83"/>
                  <a:gd name="T9" fmla="*/ 155 h 155"/>
                  <a:gd name="T10" fmla="*/ 83 w 83"/>
                  <a:gd name="T11" fmla="*/ 55 h 155"/>
                  <a:gd name="T12" fmla="*/ 83 w 83"/>
                  <a:gd name="T13" fmla="*/ 20 h 155"/>
                  <a:gd name="T14" fmla="*/ 83 w 83"/>
                  <a:gd name="T15" fmla="*/ 0 h 1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155">
                    <a:moveTo>
                      <a:pt x="83" y="0"/>
                    </a:moveTo>
                    <a:cubicBezTo>
                      <a:pt x="82" y="64"/>
                      <a:pt x="34" y="148"/>
                      <a:pt x="0" y="148"/>
                    </a:cubicBezTo>
                    <a:cubicBezTo>
                      <a:pt x="0" y="148"/>
                      <a:pt x="0" y="148"/>
                      <a:pt x="0" y="148"/>
                    </a:cubicBezTo>
                    <a:cubicBezTo>
                      <a:pt x="22" y="148"/>
                      <a:pt x="48" y="151"/>
                      <a:pt x="83" y="155"/>
                    </a:cubicBezTo>
                    <a:cubicBezTo>
                      <a:pt x="83" y="155"/>
                      <a:pt x="83" y="155"/>
                      <a:pt x="83" y="155"/>
                    </a:cubicBezTo>
                    <a:cubicBezTo>
                      <a:pt x="83" y="155"/>
                      <a:pt x="83" y="121"/>
                      <a:pt x="83" y="55"/>
                    </a:cubicBezTo>
                    <a:cubicBezTo>
                      <a:pt x="83" y="44"/>
                      <a:pt x="83" y="32"/>
                      <a:pt x="83" y="20"/>
                    </a:cubicBezTo>
                    <a:cubicBezTo>
                      <a:pt x="83" y="0"/>
                      <a:pt x="83" y="0"/>
                      <a:pt x="83" y="0"/>
                    </a:cubicBezTo>
                  </a:path>
                </a:pathLst>
              </a:custGeom>
              <a:solidFill>
                <a:srgbClr val="7973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243"/>
              <p:cNvSpPr>
                <a:spLocks/>
              </p:cNvSpPr>
              <p:nvPr/>
            </p:nvSpPr>
            <p:spPr bwMode="auto">
              <a:xfrm>
                <a:off x="2741613" y="1482725"/>
                <a:ext cx="314325" cy="585787"/>
              </a:xfrm>
              <a:custGeom>
                <a:avLst/>
                <a:gdLst>
                  <a:gd name="T0" fmla="*/ 0 w 83"/>
                  <a:gd name="T1" fmla="*/ 0 h 156"/>
                  <a:gd name="T2" fmla="*/ 0 w 83"/>
                  <a:gd name="T3" fmla="*/ 156 h 156"/>
                  <a:gd name="T4" fmla="*/ 83 w 83"/>
                  <a:gd name="T5" fmla="*/ 7 h 156"/>
                  <a:gd name="T6" fmla="*/ 83 w 83"/>
                  <a:gd name="T7" fmla="*/ 7 h 156"/>
                  <a:gd name="T8" fmla="*/ 82 w 83"/>
                  <a:gd name="T9" fmla="*/ 7 h 156"/>
                  <a:gd name="T10" fmla="*/ 0 w 83"/>
                  <a:gd name="T11" fmla="*/ 0 h 156"/>
                </a:gdLst>
                <a:ahLst/>
                <a:cxnLst>
                  <a:cxn ang="0">
                    <a:pos x="T0" y="T1"/>
                  </a:cxn>
                  <a:cxn ang="0">
                    <a:pos x="T2" y="T3"/>
                  </a:cxn>
                  <a:cxn ang="0">
                    <a:pos x="T4" y="T5"/>
                  </a:cxn>
                  <a:cxn ang="0">
                    <a:pos x="T6" y="T7"/>
                  </a:cxn>
                  <a:cxn ang="0">
                    <a:pos x="T8" y="T9"/>
                  </a:cxn>
                  <a:cxn ang="0">
                    <a:pos x="T10" y="T11"/>
                  </a:cxn>
                </a:cxnLst>
                <a:rect l="0" t="0" r="r" b="b"/>
                <a:pathLst>
                  <a:path w="83" h="156">
                    <a:moveTo>
                      <a:pt x="0" y="0"/>
                    </a:moveTo>
                    <a:cubicBezTo>
                      <a:pt x="0" y="0"/>
                      <a:pt x="0" y="53"/>
                      <a:pt x="0" y="156"/>
                    </a:cubicBezTo>
                    <a:cubicBezTo>
                      <a:pt x="0" y="92"/>
                      <a:pt x="48" y="7"/>
                      <a:pt x="83" y="7"/>
                    </a:cubicBezTo>
                    <a:cubicBezTo>
                      <a:pt x="83" y="7"/>
                      <a:pt x="83" y="7"/>
                      <a:pt x="83" y="7"/>
                    </a:cubicBezTo>
                    <a:cubicBezTo>
                      <a:pt x="82" y="7"/>
                      <a:pt x="82" y="7"/>
                      <a:pt x="82" y="7"/>
                    </a:cubicBezTo>
                    <a:cubicBezTo>
                      <a:pt x="60" y="7"/>
                      <a:pt x="34" y="5"/>
                      <a:pt x="0" y="0"/>
                    </a:cubicBezTo>
                  </a:path>
                </a:pathLst>
              </a:custGeom>
              <a:solidFill>
                <a:srgbClr val="BB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244"/>
              <p:cNvSpPr>
                <a:spLocks/>
              </p:cNvSpPr>
              <p:nvPr/>
            </p:nvSpPr>
            <p:spPr bwMode="auto">
              <a:xfrm>
                <a:off x="3055938" y="150812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B2B2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245"/>
              <p:cNvSpPr>
                <a:spLocks/>
              </p:cNvSpPr>
              <p:nvPr/>
            </p:nvSpPr>
            <p:spPr bwMode="auto">
              <a:xfrm>
                <a:off x="3055938" y="1482725"/>
                <a:ext cx="309563" cy="563562"/>
              </a:xfrm>
              <a:custGeom>
                <a:avLst/>
                <a:gdLst>
                  <a:gd name="T0" fmla="*/ 82 w 82"/>
                  <a:gd name="T1" fmla="*/ 0 h 150"/>
                  <a:gd name="T2" fmla="*/ 0 w 82"/>
                  <a:gd name="T3" fmla="*/ 7 h 150"/>
                  <a:gd name="T4" fmla="*/ 82 w 82"/>
                  <a:gd name="T5" fmla="*/ 150 h 150"/>
                  <a:gd name="T6" fmla="*/ 82 w 82"/>
                  <a:gd name="T7" fmla="*/ 0 h 150"/>
                </a:gdLst>
                <a:ahLst/>
                <a:cxnLst>
                  <a:cxn ang="0">
                    <a:pos x="T0" y="T1"/>
                  </a:cxn>
                  <a:cxn ang="0">
                    <a:pos x="T2" y="T3"/>
                  </a:cxn>
                  <a:cxn ang="0">
                    <a:pos x="T4" y="T5"/>
                  </a:cxn>
                  <a:cxn ang="0">
                    <a:pos x="T6" y="T7"/>
                  </a:cxn>
                </a:cxnLst>
                <a:rect l="0" t="0" r="r" b="b"/>
                <a:pathLst>
                  <a:path w="82" h="150">
                    <a:moveTo>
                      <a:pt x="82" y="0"/>
                    </a:moveTo>
                    <a:cubicBezTo>
                      <a:pt x="48" y="5"/>
                      <a:pt x="22" y="7"/>
                      <a:pt x="0" y="7"/>
                    </a:cubicBezTo>
                    <a:cubicBezTo>
                      <a:pt x="33" y="7"/>
                      <a:pt x="79" y="87"/>
                      <a:pt x="82" y="150"/>
                    </a:cubicBezTo>
                    <a:cubicBezTo>
                      <a:pt x="82" y="136"/>
                      <a:pt x="82" y="4"/>
                      <a:pt x="82" y="0"/>
                    </a:cubicBezTo>
                  </a:path>
                </a:pathLst>
              </a:custGeom>
              <a:solidFill>
                <a:srgbClr val="7973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246"/>
              <p:cNvSpPr>
                <a:spLocks/>
              </p:cNvSpPr>
              <p:nvPr/>
            </p:nvSpPr>
            <p:spPr bwMode="auto">
              <a:xfrm>
                <a:off x="3275013" y="5264150"/>
                <a:ext cx="495300" cy="1289050"/>
              </a:xfrm>
              <a:custGeom>
                <a:avLst/>
                <a:gdLst>
                  <a:gd name="T0" fmla="*/ 25 w 131"/>
                  <a:gd name="T1" fmla="*/ 0 h 343"/>
                  <a:gd name="T2" fmla="*/ 25 w 131"/>
                  <a:gd name="T3" fmla="*/ 0 h 343"/>
                  <a:gd name="T4" fmla="*/ 25 w 131"/>
                  <a:gd name="T5" fmla="*/ 0 h 343"/>
                  <a:gd name="T6" fmla="*/ 25 w 131"/>
                  <a:gd name="T7" fmla="*/ 0 h 343"/>
                  <a:gd name="T8" fmla="*/ 0 w 131"/>
                  <a:gd name="T9" fmla="*/ 0 h 343"/>
                  <a:gd name="T10" fmla="*/ 0 w 131"/>
                  <a:gd name="T11" fmla="*/ 1 h 343"/>
                  <a:gd name="T12" fmla="*/ 114 w 131"/>
                  <a:gd name="T13" fmla="*/ 102 h 343"/>
                  <a:gd name="T14" fmla="*/ 24 w 131"/>
                  <a:gd name="T15" fmla="*/ 343 h 343"/>
                  <a:gd name="T16" fmla="*/ 24 w 131"/>
                  <a:gd name="T17" fmla="*/ 343 h 343"/>
                  <a:gd name="T18" fmla="*/ 108 w 131"/>
                  <a:gd name="T19" fmla="*/ 219 h 343"/>
                  <a:gd name="T20" fmla="*/ 131 w 131"/>
                  <a:gd name="T21" fmla="*/ 110 h 343"/>
                  <a:gd name="T22" fmla="*/ 131 w 131"/>
                  <a:gd name="T23" fmla="*/ 109 h 343"/>
                  <a:gd name="T24" fmla="*/ 131 w 131"/>
                  <a:gd name="T25" fmla="*/ 109 h 343"/>
                  <a:gd name="T26" fmla="*/ 25 w 131"/>
                  <a:gd name="T27" fmla="*/ 0 h 343"/>
                  <a:gd name="T28" fmla="*/ 25 w 131"/>
                  <a:gd name="T29" fmla="*/ 0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1" h="343">
                    <a:moveTo>
                      <a:pt x="25" y="0"/>
                    </a:moveTo>
                    <a:cubicBezTo>
                      <a:pt x="25" y="0"/>
                      <a:pt x="25" y="0"/>
                      <a:pt x="25" y="0"/>
                    </a:cubicBezTo>
                    <a:cubicBezTo>
                      <a:pt x="25" y="0"/>
                      <a:pt x="25" y="0"/>
                      <a:pt x="25" y="0"/>
                    </a:cubicBezTo>
                    <a:cubicBezTo>
                      <a:pt x="25" y="0"/>
                      <a:pt x="25" y="0"/>
                      <a:pt x="25" y="0"/>
                    </a:cubicBezTo>
                    <a:cubicBezTo>
                      <a:pt x="0" y="0"/>
                      <a:pt x="0" y="0"/>
                      <a:pt x="0" y="0"/>
                    </a:cubicBezTo>
                    <a:cubicBezTo>
                      <a:pt x="0" y="1"/>
                      <a:pt x="0" y="1"/>
                      <a:pt x="0" y="1"/>
                    </a:cubicBezTo>
                    <a:cubicBezTo>
                      <a:pt x="64" y="5"/>
                      <a:pt x="109" y="26"/>
                      <a:pt x="114" y="102"/>
                    </a:cubicBezTo>
                    <a:cubicBezTo>
                      <a:pt x="120" y="179"/>
                      <a:pt x="83" y="285"/>
                      <a:pt x="24" y="343"/>
                    </a:cubicBezTo>
                    <a:cubicBezTo>
                      <a:pt x="24" y="343"/>
                      <a:pt x="24" y="343"/>
                      <a:pt x="24" y="343"/>
                    </a:cubicBezTo>
                    <a:cubicBezTo>
                      <a:pt x="60" y="313"/>
                      <a:pt x="89" y="267"/>
                      <a:pt x="108" y="219"/>
                    </a:cubicBezTo>
                    <a:cubicBezTo>
                      <a:pt x="123" y="182"/>
                      <a:pt x="131" y="143"/>
                      <a:pt x="131" y="110"/>
                    </a:cubicBezTo>
                    <a:cubicBezTo>
                      <a:pt x="131" y="110"/>
                      <a:pt x="131" y="109"/>
                      <a:pt x="131" y="109"/>
                    </a:cubicBezTo>
                    <a:cubicBezTo>
                      <a:pt x="131" y="109"/>
                      <a:pt x="131" y="109"/>
                      <a:pt x="131" y="109"/>
                    </a:cubicBezTo>
                    <a:cubicBezTo>
                      <a:pt x="131" y="33"/>
                      <a:pt x="87" y="8"/>
                      <a:pt x="25" y="0"/>
                    </a:cubicBezTo>
                    <a:cubicBezTo>
                      <a:pt x="25" y="0"/>
                      <a:pt x="25" y="0"/>
                      <a:pt x="25" y="0"/>
                    </a:cubicBezTo>
                  </a:path>
                </a:pathLst>
              </a:custGeom>
              <a:solidFill>
                <a:srgbClr val="9E9C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247"/>
              <p:cNvSpPr>
                <a:spLocks/>
              </p:cNvSpPr>
              <p:nvPr/>
            </p:nvSpPr>
            <p:spPr bwMode="auto">
              <a:xfrm>
                <a:off x="2368551" y="5365750"/>
                <a:ext cx="415925" cy="1085850"/>
              </a:xfrm>
              <a:custGeom>
                <a:avLst/>
                <a:gdLst>
                  <a:gd name="T0" fmla="*/ 89 w 110"/>
                  <a:gd name="T1" fmla="*/ 0 h 289"/>
                  <a:gd name="T2" fmla="*/ 0 w 110"/>
                  <a:gd name="T3" fmla="*/ 92 h 289"/>
                  <a:gd name="T4" fmla="*/ 90 w 110"/>
                  <a:gd name="T5" fmla="*/ 289 h 289"/>
                  <a:gd name="T6" fmla="*/ 14 w 110"/>
                  <a:gd name="T7" fmla="*/ 86 h 289"/>
                  <a:gd name="T8" fmla="*/ 110 w 110"/>
                  <a:gd name="T9" fmla="*/ 1 h 289"/>
                  <a:gd name="T10" fmla="*/ 110 w 110"/>
                  <a:gd name="T11" fmla="*/ 0 h 289"/>
                  <a:gd name="T12" fmla="*/ 89 w 110"/>
                  <a:gd name="T13" fmla="*/ 0 h 289"/>
                </a:gdLst>
                <a:ahLst/>
                <a:cxnLst>
                  <a:cxn ang="0">
                    <a:pos x="T0" y="T1"/>
                  </a:cxn>
                  <a:cxn ang="0">
                    <a:pos x="T2" y="T3"/>
                  </a:cxn>
                  <a:cxn ang="0">
                    <a:pos x="T4" y="T5"/>
                  </a:cxn>
                  <a:cxn ang="0">
                    <a:pos x="T6" y="T7"/>
                  </a:cxn>
                  <a:cxn ang="0">
                    <a:pos x="T8" y="T9"/>
                  </a:cxn>
                  <a:cxn ang="0">
                    <a:pos x="T10" y="T11"/>
                  </a:cxn>
                  <a:cxn ang="0">
                    <a:pos x="T12" y="T13"/>
                  </a:cxn>
                </a:cxnLst>
                <a:rect l="0" t="0" r="r" b="b"/>
                <a:pathLst>
                  <a:path w="110" h="289">
                    <a:moveTo>
                      <a:pt x="89" y="0"/>
                    </a:moveTo>
                    <a:cubicBezTo>
                      <a:pt x="37" y="7"/>
                      <a:pt x="0" y="28"/>
                      <a:pt x="0" y="92"/>
                    </a:cubicBezTo>
                    <a:cubicBezTo>
                      <a:pt x="0" y="157"/>
                      <a:pt x="37" y="244"/>
                      <a:pt x="90" y="289"/>
                    </a:cubicBezTo>
                    <a:cubicBezTo>
                      <a:pt x="40" y="240"/>
                      <a:pt x="9" y="151"/>
                      <a:pt x="14" y="86"/>
                    </a:cubicBezTo>
                    <a:cubicBezTo>
                      <a:pt x="18" y="22"/>
                      <a:pt x="57" y="4"/>
                      <a:pt x="110" y="1"/>
                    </a:cubicBezTo>
                    <a:cubicBezTo>
                      <a:pt x="110" y="0"/>
                      <a:pt x="110" y="0"/>
                      <a:pt x="110" y="0"/>
                    </a:cubicBezTo>
                    <a:cubicBezTo>
                      <a:pt x="89" y="0"/>
                      <a:pt x="89" y="0"/>
                      <a:pt x="89" y="0"/>
                    </a:cubicBezTo>
                  </a:path>
                </a:pathLst>
              </a:custGeom>
              <a:solidFill>
                <a:srgbClr val="DFE0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248"/>
              <p:cNvSpPr>
                <a:spLocks/>
              </p:cNvSpPr>
              <p:nvPr/>
            </p:nvSpPr>
            <p:spPr bwMode="auto">
              <a:xfrm>
                <a:off x="3316288" y="336550"/>
                <a:ext cx="415925" cy="1082675"/>
              </a:xfrm>
              <a:custGeom>
                <a:avLst/>
                <a:gdLst>
                  <a:gd name="T0" fmla="*/ 20 w 110"/>
                  <a:gd name="T1" fmla="*/ 0 h 288"/>
                  <a:gd name="T2" fmla="*/ 96 w 110"/>
                  <a:gd name="T3" fmla="*/ 202 h 288"/>
                  <a:gd name="T4" fmla="*/ 0 w 110"/>
                  <a:gd name="T5" fmla="*/ 287 h 288"/>
                  <a:gd name="T6" fmla="*/ 0 w 110"/>
                  <a:gd name="T7" fmla="*/ 288 h 288"/>
                  <a:gd name="T8" fmla="*/ 20 w 110"/>
                  <a:gd name="T9" fmla="*/ 288 h 288"/>
                  <a:gd name="T10" fmla="*/ 110 w 110"/>
                  <a:gd name="T11" fmla="*/ 196 h 288"/>
                  <a:gd name="T12" fmla="*/ 20 w 110"/>
                  <a:gd name="T13" fmla="*/ 0 h 288"/>
                </a:gdLst>
                <a:ahLst/>
                <a:cxnLst>
                  <a:cxn ang="0">
                    <a:pos x="T0" y="T1"/>
                  </a:cxn>
                  <a:cxn ang="0">
                    <a:pos x="T2" y="T3"/>
                  </a:cxn>
                  <a:cxn ang="0">
                    <a:pos x="T4" y="T5"/>
                  </a:cxn>
                  <a:cxn ang="0">
                    <a:pos x="T6" y="T7"/>
                  </a:cxn>
                  <a:cxn ang="0">
                    <a:pos x="T8" y="T9"/>
                  </a:cxn>
                  <a:cxn ang="0">
                    <a:pos x="T10" y="T11"/>
                  </a:cxn>
                  <a:cxn ang="0">
                    <a:pos x="T12" y="T13"/>
                  </a:cxn>
                </a:cxnLst>
                <a:rect l="0" t="0" r="r" b="b"/>
                <a:pathLst>
                  <a:path w="110" h="288">
                    <a:moveTo>
                      <a:pt x="20" y="0"/>
                    </a:moveTo>
                    <a:cubicBezTo>
                      <a:pt x="70" y="48"/>
                      <a:pt x="100" y="138"/>
                      <a:pt x="96" y="202"/>
                    </a:cubicBezTo>
                    <a:cubicBezTo>
                      <a:pt x="91" y="266"/>
                      <a:pt x="53" y="284"/>
                      <a:pt x="0" y="287"/>
                    </a:cubicBezTo>
                    <a:cubicBezTo>
                      <a:pt x="0" y="288"/>
                      <a:pt x="0" y="288"/>
                      <a:pt x="0" y="288"/>
                    </a:cubicBezTo>
                    <a:cubicBezTo>
                      <a:pt x="20" y="288"/>
                      <a:pt x="20" y="288"/>
                      <a:pt x="20" y="288"/>
                    </a:cubicBezTo>
                    <a:cubicBezTo>
                      <a:pt x="73" y="281"/>
                      <a:pt x="110" y="260"/>
                      <a:pt x="110" y="196"/>
                    </a:cubicBezTo>
                    <a:cubicBezTo>
                      <a:pt x="110" y="132"/>
                      <a:pt x="73" y="45"/>
                      <a:pt x="20" y="0"/>
                    </a:cubicBezTo>
                  </a:path>
                </a:pathLst>
              </a:custGeom>
              <a:solidFill>
                <a:srgbClr val="D8D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249"/>
              <p:cNvSpPr>
                <a:spLocks/>
              </p:cNvSpPr>
              <p:nvPr/>
            </p:nvSpPr>
            <p:spPr bwMode="auto">
              <a:xfrm>
                <a:off x="3365501" y="1471613"/>
                <a:ext cx="84138" cy="3792537"/>
              </a:xfrm>
              <a:custGeom>
                <a:avLst/>
                <a:gdLst>
                  <a:gd name="T0" fmla="*/ 0 w 22"/>
                  <a:gd name="T1" fmla="*/ 3 h 1010"/>
                  <a:gd name="T2" fmla="*/ 22 w 22"/>
                  <a:gd name="T3" fmla="*/ 0 h 1010"/>
                  <a:gd name="T4" fmla="*/ 22 w 22"/>
                  <a:gd name="T5" fmla="*/ 989 h 1010"/>
                  <a:gd name="T6" fmla="*/ 1 w 22"/>
                  <a:gd name="T7" fmla="*/ 1010 h 1010"/>
                  <a:gd name="T8" fmla="*/ 0 w 22"/>
                  <a:gd name="T9" fmla="*/ 3 h 1010"/>
                </a:gdLst>
                <a:ahLst/>
                <a:cxnLst>
                  <a:cxn ang="0">
                    <a:pos x="T0" y="T1"/>
                  </a:cxn>
                  <a:cxn ang="0">
                    <a:pos x="T2" y="T3"/>
                  </a:cxn>
                  <a:cxn ang="0">
                    <a:pos x="T4" y="T5"/>
                  </a:cxn>
                  <a:cxn ang="0">
                    <a:pos x="T6" y="T7"/>
                  </a:cxn>
                  <a:cxn ang="0">
                    <a:pos x="T8" y="T9"/>
                  </a:cxn>
                </a:cxnLst>
                <a:rect l="0" t="0" r="r" b="b"/>
                <a:pathLst>
                  <a:path w="22" h="1010">
                    <a:moveTo>
                      <a:pt x="0" y="3"/>
                    </a:moveTo>
                    <a:cubicBezTo>
                      <a:pt x="8" y="2"/>
                      <a:pt x="15" y="1"/>
                      <a:pt x="22" y="0"/>
                    </a:cubicBezTo>
                    <a:cubicBezTo>
                      <a:pt x="22" y="989"/>
                      <a:pt x="22" y="989"/>
                      <a:pt x="22" y="989"/>
                    </a:cubicBezTo>
                    <a:cubicBezTo>
                      <a:pt x="1" y="1010"/>
                      <a:pt x="1" y="1010"/>
                      <a:pt x="1" y="1010"/>
                    </a:cubicBezTo>
                    <a:cubicBezTo>
                      <a:pt x="0" y="3"/>
                      <a:pt x="0" y="3"/>
                      <a:pt x="0" y="3"/>
                    </a:cubicBezTo>
                  </a:path>
                </a:pathLst>
              </a:custGeom>
              <a:solidFill>
                <a:srgbClr val="7072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250"/>
              <p:cNvSpPr>
                <a:spLocks/>
              </p:cNvSpPr>
              <p:nvPr/>
            </p:nvSpPr>
            <p:spPr bwMode="auto">
              <a:xfrm>
                <a:off x="3370263" y="5186363"/>
                <a:ext cx="482600" cy="1276350"/>
              </a:xfrm>
              <a:custGeom>
                <a:avLst/>
                <a:gdLst>
                  <a:gd name="T0" fmla="*/ 128 w 128"/>
                  <a:gd name="T1" fmla="*/ 109 h 340"/>
                  <a:gd name="T2" fmla="*/ 23 w 128"/>
                  <a:gd name="T3" fmla="*/ 340 h 340"/>
                  <a:gd name="T4" fmla="*/ 106 w 128"/>
                  <a:gd name="T5" fmla="*/ 130 h 340"/>
                  <a:gd name="T6" fmla="*/ 0 w 128"/>
                  <a:gd name="T7" fmla="*/ 21 h 340"/>
                  <a:gd name="T8" fmla="*/ 21 w 128"/>
                  <a:gd name="T9" fmla="*/ 0 h 340"/>
                  <a:gd name="T10" fmla="*/ 128 w 128"/>
                  <a:gd name="T11" fmla="*/ 109 h 340"/>
                </a:gdLst>
                <a:ahLst/>
                <a:cxnLst>
                  <a:cxn ang="0">
                    <a:pos x="T0" y="T1"/>
                  </a:cxn>
                  <a:cxn ang="0">
                    <a:pos x="T2" y="T3"/>
                  </a:cxn>
                  <a:cxn ang="0">
                    <a:pos x="T4" y="T5"/>
                  </a:cxn>
                  <a:cxn ang="0">
                    <a:pos x="T6" y="T7"/>
                  </a:cxn>
                  <a:cxn ang="0">
                    <a:pos x="T8" y="T9"/>
                  </a:cxn>
                  <a:cxn ang="0">
                    <a:pos x="T10" y="T11"/>
                  </a:cxn>
                </a:cxnLst>
                <a:rect l="0" t="0" r="r" b="b"/>
                <a:pathLst>
                  <a:path w="128" h="340">
                    <a:moveTo>
                      <a:pt x="128" y="109"/>
                    </a:moveTo>
                    <a:cubicBezTo>
                      <a:pt x="128" y="184"/>
                      <a:pt x="85" y="286"/>
                      <a:pt x="23" y="340"/>
                    </a:cubicBezTo>
                    <a:cubicBezTo>
                      <a:pt x="73" y="283"/>
                      <a:pt x="106" y="197"/>
                      <a:pt x="106" y="130"/>
                    </a:cubicBezTo>
                    <a:cubicBezTo>
                      <a:pt x="106" y="54"/>
                      <a:pt x="62" y="29"/>
                      <a:pt x="0" y="21"/>
                    </a:cubicBezTo>
                    <a:cubicBezTo>
                      <a:pt x="21" y="0"/>
                      <a:pt x="21" y="0"/>
                      <a:pt x="21" y="0"/>
                    </a:cubicBezTo>
                    <a:cubicBezTo>
                      <a:pt x="84" y="8"/>
                      <a:pt x="128" y="33"/>
                      <a:pt x="128" y="109"/>
                    </a:cubicBezTo>
                  </a:path>
                </a:pathLst>
              </a:custGeom>
              <a:solidFill>
                <a:srgbClr val="7072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251"/>
              <p:cNvSpPr>
                <a:spLocks/>
              </p:cNvSpPr>
              <p:nvPr/>
            </p:nvSpPr>
            <p:spPr bwMode="auto">
              <a:xfrm>
                <a:off x="3370263" y="4768850"/>
                <a:ext cx="0" cy="495300"/>
              </a:xfrm>
              <a:custGeom>
                <a:avLst/>
                <a:gdLst>
                  <a:gd name="T0" fmla="*/ 0 h 132"/>
                  <a:gd name="T1" fmla="*/ 32 h 132"/>
                  <a:gd name="T2" fmla="*/ 132 h 132"/>
                  <a:gd name="T3" fmla="*/ 0 h 132"/>
                </a:gdLst>
                <a:ahLst/>
                <a:cxnLst>
                  <a:cxn ang="0">
                    <a:pos x="0" y="T0"/>
                  </a:cxn>
                  <a:cxn ang="0">
                    <a:pos x="0" y="T1"/>
                  </a:cxn>
                  <a:cxn ang="0">
                    <a:pos x="0" y="T2"/>
                  </a:cxn>
                  <a:cxn ang="0">
                    <a:pos x="0" y="T3"/>
                  </a:cxn>
                </a:cxnLst>
                <a:rect l="0" t="0" r="r" b="b"/>
                <a:pathLst>
                  <a:path h="132">
                    <a:moveTo>
                      <a:pt x="0" y="0"/>
                    </a:moveTo>
                    <a:cubicBezTo>
                      <a:pt x="0" y="11"/>
                      <a:pt x="0" y="22"/>
                      <a:pt x="0" y="32"/>
                    </a:cubicBezTo>
                    <a:cubicBezTo>
                      <a:pt x="0" y="86"/>
                      <a:pt x="0" y="132"/>
                      <a:pt x="0" y="132"/>
                    </a:cubicBezTo>
                    <a:cubicBezTo>
                      <a:pt x="0" y="0"/>
                      <a:pt x="0" y="0"/>
                      <a:pt x="0" y="0"/>
                    </a:cubicBezTo>
                  </a:path>
                </a:pathLst>
              </a:custGeom>
              <a:solidFill>
                <a:srgbClr val="6761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252"/>
              <p:cNvSpPr>
                <a:spLocks/>
              </p:cNvSpPr>
              <p:nvPr/>
            </p:nvSpPr>
            <p:spPr bwMode="auto">
              <a:xfrm>
                <a:off x="3370263" y="4757738"/>
                <a:ext cx="0" cy="131762"/>
              </a:xfrm>
              <a:custGeom>
                <a:avLst/>
                <a:gdLst>
                  <a:gd name="T0" fmla="*/ 0 h 35"/>
                  <a:gd name="T1" fmla="*/ 35 h 35"/>
                  <a:gd name="T2" fmla="*/ 3 h 35"/>
                  <a:gd name="T3" fmla="*/ 0 h 35"/>
                </a:gdLst>
                <a:ahLst/>
                <a:cxnLst>
                  <a:cxn ang="0">
                    <a:pos x="0" y="T0"/>
                  </a:cxn>
                  <a:cxn ang="0">
                    <a:pos x="0" y="T1"/>
                  </a:cxn>
                  <a:cxn ang="0">
                    <a:pos x="0" y="T2"/>
                  </a:cxn>
                  <a:cxn ang="0">
                    <a:pos x="0" y="T3"/>
                  </a:cxn>
                </a:cxnLst>
                <a:rect l="0" t="0" r="r" b="b"/>
                <a:pathLst>
                  <a:path h="35">
                    <a:moveTo>
                      <a:pt x="0" y="0"/>
                    </a:moveTo>
                    <a:cubicBezTo>
                      <a:pt x="0" y="12"/>
                      <a:pt x="0" y="24"/>
                      <a:pt x="0" y="35"/>
                    </a:cubicBezTo>
                    <a:cubicBezTo>
                      <a:pt x="0" y="25"/>
                      <a:pt x="0" y="14"/>
                      <a:pt x="0" y="3"/>
                    </a:cubicBezTo>
                    <a:cubicBezTo>
                      <a:pt x="0" y="0"/>
                      <a:pt x="0" y="0"/>
                      <a:pt x="0" y="0"/>
                    </a:cubicBezTo>
                  </a:path>
                </a:pathLst>
              </a:custGeom>
              <a:solidFill>
                <a:srgbClr val="3F3A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253"/>
              <p:cNvSpPr>
                <a:spLocks/>
              </p:cNvSpPr>
              <p:nvPr/>
            </p:nvSpPr>
            <p:spPr bwMode="auto">
              <a:xfrm>
                <a:off x="3370263" y="4678363"/>
                <a:ext cx="79375" cy="585787"/>
              </a:xfrm>
              <a:custGeom>
                <a:avLst/>
                <a:gdLst>
                  <a:gd name="T0" fmla="*/ 0 w 21"/>
                  <a:gd name="T1" fmla="*/ 0 h 156"/>
                  <a:gd name="T2" fmla="*/ 0 w 21"/>
                  <a:gd name="T3" fmla="*/ 21 h 156"/>
                  <a:gd name="T4" fmla="*/ 0 w 21"/>
                  <a:gd name="T5" fmla="*/ 156 h 156"/>
                  <a:gd name="T6" fmla="*/ 0 w 21"/>
                  <a:gd name="T7" fmla="*/ 156 h 156"/>
                  <a:gd name="T8" fmla="*/ 21 w 21"/>
                  <a:gd name="T9" fmla="*/ 135 h 156"/>
                  <a:gd name="T10" fmla="*/ 21 w 21"/>
                  <a:gd name="T11" fmla="*/ 74 h 156"/>
                  <a:gd name="T12" fmla="*/ 13 w 21"/>
                  <a:gd name="T13" fmla="*/ 114 h 156"/>
                  <a:gd name="T14" fmla="*/ 11 w 21"/>
                  <a:gd name="T15" fmla="*/ 113 h 156"/>
                  <a:gd name="T16" fmla="*/ 0 w 21"/>
                  <a:gd name="T17"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56">
                    <a:moveTo>
                      <a:pt x="0" y="0"/>
                    </a:moveTo>
                    <a:cubicBezTo>
                      <a:pt x="0" y="7"/>
                      <a:pt x="0" y="14"/>
                      <a:pt x="0" y="21"/>
                    </a:cubicBezTo>
                    <a:cubicBezTo>
                      <a:pt x="0" y="156"/>
                      <a:pt x="0" y="156"/>
                      <a:pt x="0" y="156"/>
                    </a:cubicBezTo>
                    <a:cubicBezTo>
                      <a:pt x="0" y="156"/>
                      <a:pt x="0" y="156"/>
                      <a:pt x="0" y="156"/>
                    </a:cubicBezTo>
                    <a:cubicBezTo>
                      <a:pt x="21" y="135"/>
                      <a:pt x="21" y="135"/>
                      <a:pt x="21" y="135"/>
                    </a:cubicBezTo>
                    <a:cubicBezTo>
                      <a:pt x="21" y="74"/>
                      <a:pt x="21" y="74"/>
                      <a:pt x="21" y="74"/>
                    </a:cubicBezTo>
                    <a:cubicBezTo>
                      <a:pt x="21" y="92"/>
                      <a:pt x="17" y="114"/>
                      <a:pt x="13" y="114"/>
                    </a:cubicBezTo>
                    <a:cubicBezTo>
                      <a:pt x="12" y="114"/>
                      <a:pt x="12" y="113"/>
                      <a:pt x="11" y="113"/>
                    </a:cubicBezTo>
                    <a:cubicBezTo>
                      <a:pt x="6" y="108"/>
                      <a:pt x="0" y="48"/>
                      <a:pt x="0" y="0"/>
                    </a:cubicBezTo>
                  </a:path>
                </a:pathLst>
              </a:custGeom>
              <a:solidFill>
                <a:srgbClr val="3D3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254"/>
              <p:cNvSpPr>
                <a:spLocks/>
              </p:cNvSpPr>
              <p:nvPr/>
            </p:nvSpPr>
            <p:spPr bwMode="auto">
              <a:xfrm>
                <a:off x="3449638" y="1471613"/>
                <a:ext cx="0" cy="115887"/>
              </a:xfrm>
              <a:custGeom>
                <a:avLst/>
                <a:gdLst>
                  <a:gd name="T0" fmla="*/ 0 h 31"/>
                  <a:gd name="T1" fmla="*/ 0 h 31"/>
                  <a:gd name="T2" fmla="*/ 31 h 31"/>
                  <a:gd name="T3" fmla="*/ 31 h 31"/>
                  <a:gd name="T4" fmla="*/ 31 h 31"/>
                  <a:gd name="T5" fmla="*/ 0 h 31"/>
                </a:gdLst>
                <a:ahLst/>
                <a:cxnLst>
                  <a:cxn ang="0">
                    <a:pos x="0" y="T0"/>
                  </a:cxn>
                  <a:cxn ang="0">
                    <a:pos x="0" y="T1"/>
                  </a:cxn>
                  <a:cxn ang="0">
                    <a:pos x="0" y="T2"/>
                  </a:cxn>
                  <a:cxn ang="0">
                    <a:pos x="0" y="T3"/>
                  </a:cxn>
                  <a:cxn ang="0">
                    <a:pos x="0" y="T4"/>
                  </a:cxn>
                  <a:cxn ang="0">
                    <a:pos x="0" y="T5"/>
                  </a:cxn>
                </a:cxnLst>
                <a:rect l="0" t="0" r="r" b="b"/>
                <a:pathLst>
                  <a:path h="31">
                    <a:moveTo>
                      <a:pt x="0" y="0"/>
                    </a:moveTo>
                    <a:cubicBezTo>
                      <a:pt x="0" y="0"/>
                      <a:pt x="0" y="0"/>
                      <a:pt x="0" y="0"/>
                    </a:cubicBezTo>
                    <a:cubicBezTo>
                      <a:pt x="0" y="31"/>
                      <a:pt x="0" y="31"/>
                      <a:pt x="0" y="31"/>
                    </a:cubicBezTo>
                    <a:cubicBezTo>
                      <a:pt x="0" y="31"/>
                      <a:pt x="0" y="31"/>
                      <a:pt x="0" y="31"/>
                    </a:cubicBezTo>
                    <a:cubicBezTo>
                      <a:pt x="0" y="31"/>
                      <a:pt x="0" y="31"/>
                      <a:pt x="0" y="31"/>
                    </a:cubicBezTo>
                    <a:cubicBezTo>
                      <a:pt x="0" y="31"/>
                      <a:pt x="0" y="1"/>
                      <a:pt x="0" y="0"/>
                    </a:cubicBezTo>
                  </a:path>
                </a:pathLst>
              </a:custGeom>
              <a:solidFill>
                <a:srgbClr val="8278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255"/>
              <p:cNvSpPr>
                <a:spLocks noEditPoints="1"/>
              </p:cNvSpPr>
              <p:nvPr/>
            </p:nvSpPr>
            <p:spPr bwMode="auto">
              <a:xfrm>
                <a:off x="3365501" y="1471613"/>
                <a:ext cx="84138" cy="577850"/>
              </a:xfrm>
              <a:custGeom>
                <a:avLst/>
                <a:gdLst>
                  <a:gd name="T0" fmla="*/ 0 w 22"/>
                  <a:gd name="T1" fmla="*/ 153 h 154"/>
                  <a:gd name="T2" fmla="*/ 0 w 22"/>
                  <a:gd name="T3" fmla="*/ 154 h 154"/>
                  <a:gd name="T4" fmla="*/ 0 w 22"/>
                  <a:gd name="T5" fmla="*/ 153 h 154"/>
                  <a:gd name="T6" fmla="*/ 0 w 22"/>
                  <a:gd name="T7" fmla="*/ 153 h 154"/>
                  <a:gd name="T8" fmla="*/ 22 w 22"/>
                  <a:gd name="T9" fmla="*/ 0 h 154"/>
                  <a:gd name="T10" fmla="*/ 22 w 22"/>
                  <a:gd name="T11" fmla="*/ 0 h 154"/>
                  <a:gd name="T12" fmla="*/ 22 w 22"/>
                  <a:gd name="T13" fmla="*/ 0 h 154"/>
                  <a:gd name="T14" fmla="*/ 22 w 22"/>
                  <a:gd name="T15" fmla="*/ 0 h 154"/>
                  <a:gd name="T16" fmla="*/ 22 w 22"/>
                  <a:gd name="T17" fmla="*/ 0 h 154"/>
                  <a:gd name="T18" fmla="*/ 0 w 22"/>
                  <a:gd name="T19" fmla="*/ 3 h 154"/>
                  <a:gd name="T20" fmla="*/ 0 w 22"/>
                  <a:gd name="T21" fmla="*/ 3 h 154"/>
                  <a:gd name="T22" fmla="*/ 0 w 22"/>
                  <a:gd name="T23" fmla="*/ 3 h 154"/>
                  <a:gd name="T24" fmla="*/ 0 w 22"/>
                  <a:gd name="T25" fmla="*/ 3 h 154"/>
                  <a:gd name="T26" fmla="*/ 0 w 22"/>
                  <a:gd name="T27" fmla="*/ 3 h 154"/>
                  <a:gd name="T28" fmla="*/ 22 w 22"/>
                  <a:gd name="T29" fmla="*/ 0 h 154"/>
                  <a:gd name="T30" fmla="*/ 22 w 22"/>
                  <a:gd name="T31" fmla="*/ 0 h 154"/>
                  <a:gd name="T32" fmla="*/ 22 w 22"/>
                  <a:gd name="T33"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154">
                    <a:moveTo>
                      <a:pt x="0" y="153"/>
                    </a:moveTo>
                    <a:cubicBezTo>
                      <a:pt x="0" y="153"/>
                      <a:pt x="0" y="154"/>
                      <a:pt x="0" y="154"/>
                    </a:cubicBezTo>
                    <a:cubicBezTo>
                      <a:pt x="0" y="153"/>
                      <a:pt x="0" y="153"/>
                      <a:pt x="0" y="153"/>
                    </a:cubicBezTo>
                    <a:cubicBezTo>
                      <a:pt x="0" y="153"/>
                      <a:pt x="0" y="153"/>
                      <a:pt x="0" y="153"/>
                    </a:cubicBezTo>
                    <a:moveTo>
                      <a:pt x="22" y="0"/>
                    </a:moveTo>
                    <a:cubicBezTo>
                      <a:pt x="22" y="0"/>
                      <a:pt x="22" y="0"/>
                      <a:pt x="22" y="0"/>
                    </a:cubicBezTo>
                    <a:cubicBezTo>
                      <a:pt x="22" y="0"/>
                      <a:pt x="22" y="0"/>
                      <a:pt x="22" y="0"/>
                    </a:cubicBezTo>
                    <a:cubicBezTo>
                      <a:pt x="22" y="0"/>
                      <a:pt x="22" y="0"/>
                      <a:pt x="22" y="0"/>
                    </a:cubicBezTo>
                    <a:moveTo>
                      <a:pt x="22" y="0"/>
                    </a:move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8" y="2"/>
                      <a:pt x="15" y="1"/>
                      <a:pt x="22" y="0"/>
                    </a:cubicBezTo>
                    <a:cubicBezTo>
                      <a:pt x="22" y="0"/>
                      <a:pt x="22" y="0"/>
                      <a:pt x="22" y="0"/>
                    </a:cubicBezTo>
                    <a:cubicBezTo>
                      <a:pt x="22" y="0"/>
                      <a:pt x="22" y="0"/>
                      <a:pt x="22" y="0"/>
                    </a:cubicBezTo>
                  </a:path>
                </a:pathLst>
              </a:custGeom>
              <a:solidFill>
                <a:srgbClr val="6761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256"/>
              <p:cNvSpPr>
                <a:spLocks/>
              </p:cNvSpPr>
              <p:nvPr/>
            </p:nvSpPr>
            <p:spPr bwMode="auto">
              <a:xfrm>
                <a:off x="3365501" y="1482725"/>
                <a:ext cx="0" cy="563562"/>
              </a:xfrm>
              <a:custGeom>
                <a:avLst/>
                <a:gdLst>
                  <a:gd name="T0" fmla="*/ 0 h 150"/>
                  <a:gd name="T1" fmla="*/ 0 h 150"/>
                  <a:gd name="T2" fmla="*/ 150 h 150"/>
                  <a:gd name="T3" fmla="*/ 150 h 150"/>
                  <a:gd name="T4" fmla="*/ 0 h 150"/>
                </a:gdLst>
                <a:ahLst/>
                <a:cxnLst>
                  <a:cxn ang="0">
                    <a:pos x="0" y="T0"/>
                  </a:cxn>
                  <a:cxn ang="0">
                    <a:pos x="0" y="T1"/>
                  </a:cxn>
                  <a:cxn ang="0">
                    <a:pos x="0" y="T2"/>
                  </a:cxn>
                  <a:cxn ang="0">
                    <a:pos x="0" y="T3"/>
                  </a:cxn>
                  <a:cxn ang="0">
                    <a:pos x="0" y="T4"/>
                  </a:cxn>
                </a:cxnLst>
                <a:rect l="0" t="0" r="r" b="b"/>
                <a:pathLst>
                  <a:path h="150">
                    <a:moveTo>
                      <a:pt x="0" y="0"/>
                    </a:moveTo>
                    <a:cubicBezTo>
                      <a:pt x="0" y="0"/>
                      <a:pt x="0" y="0"/>
                      <a:pt x="0" y="0"/>
                    </a:cubicBezTo>
                    <a:cubicBezTo>
                      <a:pt x="0" y="4"/>
                      <a:pt x="0" y="136"/>
                      <a:pt x="0" y="150"/>
                    </a:cubicBezTo>
                    <a:cubicBezTo>
                      <a:pt x="0" y="150"/>
                      <a:pt x="0" y="150"/>
                      <a:pt x="0" y="150"/>
                    </a:cubicBezTo>
                    <a:cubicBezTo>
                      <a:pt x="0" y="0"/>
                      <a:pt x="0" y="0"/>
                      <a:pt x="0" y="0"/>
                    </a:cubicBezTo>
                  </a:path>
                </a:pathLst>
              </a:custGeom>
              <a:solidFill>
                <a:srgbClr val="3F3A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257"/>
              <p:cNvSpPr>
                <a:spLocks/>
              </p:cNvSpPr>
              <p:nvPr/>
            </p:nvSpPr>
            <p:spPr bwMode="auto">
              <a:xfrm>
                <a:off x="3365501" y="1471613"/>
                <a:ext cx="84138" cy="577850"/>
              </a:xfrm>
              <a:custGeom>
                <a:avLst/>
                <a:gdLst>
                  <a:gd name="T0" fmla="*/ 22 w 22"/>
                  <a:gd name="T1" fmla="*/ 0 h 154"/>
                  <a:gd name="T2" fmla="*/ 0 w 22"/>
                  <a:gd name="T3" fmla="*/ 3 h 154"/>
                  <a:gd name="T4" fmla="*/ 0 w 22"/>
                  <a:gd name="T5" fmla="*/ 3 h 154"/>
                  <a:gd name="T6" fmla="*/ 0 w 22"/>
                  <a:gd name="T7" fmla="*/ 154 h 154"/>
                  <a:gd name="T8" fmla="*/ 0 w 22"/>
                  <a:gd name="T9" fmla="*/ 154 h 154"/>
                  <a:gd name="T10" fmla="*/ 0 w 22"/>
                  <a:gd name="T11" fmla="*/ 154 h 154"/>
                  <a:gd name="T12" fmla="*/ 22 w 22"/>
                  <a:gd name="T13" fmla="*/ 31 h 154"/>
                  <a:gd name="T14" fmla="*/ 22 w 22"/>
                  <a:gd name="T15" fmla="*/ 0 h 154"/>
                  <a:gd name="T16" fmla="*/ 22 w 22"/>
                  <a:gd name="T17" fmla="*/ 0 h 154"/>
                  <a:gd name="T18" fmla="*/ 22 w 22"/>
                  <a:gd name="T19" fmla="*/ 0 h 154"/>
                  <a:gd name="T20" fmla="*/ 22 w 22"/>
                  <a:gd name="T21"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154">
                    <a:moveTo>
                      <a:pt x="22" y="0"/>
                    </a:moveTo>
                    <a:cubicBezTo>
                      <a:pt x="15" y="1"/>
                      <a:pt x="8" y="2"/>
                      <a:pt x="0" y="3"/>
                    </a:cubicBezTo>
                    <a:cubicBezTo>
                      <a:pt x="0" y="3"/>
                      <a:pt x="0" y="3"/>
                      <a:pt x="0" y="3"/>
                    </a:cubicBezTo>
                    <a:cubicBezTo>
                      <a:pt x="0" y="154"/>
                      <a:pt x="0" y="154"/>
                      <a:pt x="0" y="154"/>
                    </a:cubicBezTo>
                    <a:cubicBezTo>
                      <a:pt x="0" y="154"/>
                      <a:pt x="0" y="154"/>
                      <a:pt x="0" y="154"/>
                    </a:cubicBezTo>
                    <a:cubicBezTo>
                      <a:pt x="0" y="154"/>
                      <a:pt x="0" y="154"/>
                      <a:pt x="0" y="154"/>
                    </a:cubicBezTo>
                    <a:cubicBezTo>
                      <a:pt x="0" y="63"/>
                      <a:pt x="12" y="31"/>
                      <a:pt x="22" y="31"/>
                    </a:cubicBezTo>
                    <a:cubicBezTo>
                      <a:pt x="22" y="0"/>
                      <a:pt x="22" y="0"/>
                      <a:pt x="22" y="0"/>
                    </a:cubicBezTo>
                    <a:cubicBezTo>
                      <a:pt x="22" y="0"/>
                      <a:pt x="22" y="0"/>
                      <a:pt x="22" y="0"/>
                    </a:cubicBezTo>
                    <a:cubicBezTo>
                      <a:pt x="22" y="0"/>
                      <a:pt x="22" y="0"/>
                      <a:pt x="22" y="0"/>
                    </a:cubicBezTo>
                    <a:cubicBezTo>
                      <a:pt x="22" y="0"/>
                      <a:pt x="22" y="0"/>
                      <a:pt x="22" y="0"/>
                    </a:cubicBezTo>
                  </a:path>
                </a:pathLst>
              </a:custGeom>
              <a:solidFill>
                <a:srgbClr val="3D3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3" name="Freeform 21"/>
            <p:cNvSpPr>
              <a:spLocks/>
            </p:cNvSpPr>
            <p:nvPr/>
          </p:nvSpPr>
          <p:spPr bwMode="auto">
            <a:xfrm>
              <a:off x="1498601" y="1585912"/>
              <a:ext cx="2776538" cy="1022350"/>
            </a:xfrm>
            <a:custGeom>
              <a:avLst/>
              <a:gdLst>
                <a:gd name="T0" fmla="*/ 322 w 1749"/>
                <a:gd name="T1" fmla="*/ 95 h 644"/>
                <a:gd name="T2" fmla="*/ 322 w 1749"/>
                <a:gd name="T3" fmla="*/ 0 h 644"/>
                <a:gd name="T4" fmla="*/ 0 w 1749"/>
                <a:gd name="T5" fmla="*/ 322 h 644"/>
                <a:gd name="T6" fmla="*/ 322 w 1749"/>
                <a:gd name="T7" fmla="*/ 644 h 644"/>
                <a:gd name="T8" fmla="*/ 322 w 1749"/>
                <a:gd name="T9" fmla="*/ 545 h 644"/>
                <a:gd name="T10" fmla="*/ 1749 w 1749"/>
                <a:gd name="T11" fmla="*/ 545 h 644"/>
                <a:gd name="T12" fmla="*/ 1749 w 1749"/>
                <a:gd name="T13" fmla="*/ 95 h 644"/>
                <a:gd name="T14" fmla="*/ 322 w 1749"/>
                <a:gd name="T15" fmla="*/ 95 h 6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9" h="644">
                  <a:moveTo>
                    <a:pt x="322" y="95"/>
                  </a:moveTo>
                  <a:lnTo>
                    <a:pt x="322" y="0"/>
                  </a:lnTo>
                  <a:lnTo>
                    <a:pt x="0" y="322"/>
                  </a:lnTo>
                  <a:lnTo>
                    <a:pt x="322" y="644"/>
                  </a:lnTo>
                  <a:lnTo>
                    <a:pt x="322" y="545"/>
                  </a:lnTo>
                  <a:lnTo>
                    <a:pt x="1749" y="545"/>
                  </a:lnTo>
                  <a:lnTo>
                    <a:pt x="1749" y="95"/>
                  </a:lnTo>
                  <a:lnTo>
                    <a:pt x="322" y="95"/>
                  </a:lnTo>
                  <a:close/>
                </a:path>
              </a:pathLst>
            </a:custGeom>
            <a:solidFill>
              <a:srgbClr val="8EC222"/>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 name="Rectangle 25"/>
            <p:cNvSpPr>
              <a:spLocks noChangeArrowheads="1"/>
            </p:cNvSpPr>
            <p:nvPr/>
          </p:nvSpPr>
          <p:spPr bwMode="auto">
            <a:xfrm>
              <a:off x="3343276" y="1736725"/>
              <a:ext cx="931863" cy="714375"/>
            </a:xfrm>
            <a:prstGeom prst="rect">
              <a:avLst/>
            </a:prstGeom>
            <a:gradFill>
              <a:gsLst>
                <a:gs pos="0">
                  <a:srgbClr val="000000">
                    <a:alpha val="0"/>
                  </a:srgbClr>
                </a:gs>
                <a:gs pos="62000">
                  <a:srgbClr val="000000">
                    <a:alpha val="20000"/>
                  </a:srgbClr>
                </a:gs>
                <a:gs pos="100000">
                  <a:srgbClr val="000000">
                    <a:alpha val="40000"/>
                  </a:srgbClr>
                </a:gs>
              </a:gsLst>
              <a:lin ang="0" scaled="0"/>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 name="Freeform 17"/>
            <p:cNvSpPr>
              <a:spLocks/>
            </p:cNvSpPr>
            <p:nvPr/>
          </p:nvSpPr>
          <p:spPr bwMode="auto">
            <a:xfrm>
              <a:off x="4976813" y="3810000"/>
              <a:ext cx="2776538" cy="1022350"/>
            </a:xfrm>
            <a:custGeom>
              <a:avLst/>
              <a:gdLst>
                <a:gd name="T0" fmla="*/ 1427 w 1749"/>
                <a:gd name="T1" fmla="*/ 549 h 644"/>
                <a:gd name="T2" fmla="*/ 1427 w 1749"/>
                <a:gd name="T3" fmla="*/ 644 h 644"/>
                <a:gd name="T4" fmla="*/ 1749 w 1749"/>
                <a:gd name="T5" fmla="*/ 322 h 644"/>
                <a:gd name="T6" fmla="*/ 1427 w 1749"/>
                <a:gd name="T7" fmla="*/ 0 h 644"/>
                <a:gd name="T8" fmla="*/ 1427 w 1749"/>
                <a:gd name="T9" fmla="*/ 100 h 644"/>
                <a:gd name="T10" fmla="*/ 0 w 1749"/>
                <a:gd name="T11" fmla="*/ 100 h 644"/>
                <a:gd name="T12" fmla="*/ 0 w 1749"/>
                <a:gd name="T13" fmla="*/ 549 h 644"/>
                <a:gd name="T14" fmla="*/ 1427 w 1749"/>
                <a:gd name="T15" fmla="*/ 549 h 6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9" h="644">
                  <a:moveTo>
                    <a:pt x="1427" y="549"/>
                  </a:moveTo>
                  <a:lnTo>
                    <a:pt x="1427" y="644"/>
                  </a:lnTo>
                  <a:lnTo>
                    <a:pt x="1749" y="322"/>
                  </a:lnTo>
                  <a:lnTo>
                    <a:pt x="1427" y="0"/>
                  </a:lnTo>
                  <a:lnTo>
                    <a:pt x="1427" y="100"/>
                  </a:lnTo>
                  <a:lnTo>
                    <a:pt x="0" y="100"/>
                  </a:lnTo>
                  <a:lnTo>
                    <a:pt x="0" y="549"/>
                  </a:lnTo>
                  <a:lnTo>
                    <a:pt x="1427" y="549"/>
                  </a:lnTo>
                  <a:close/>
                </a:path>
              </a:pathLst>
            </a:custGeom>
            <a:solidFill>
              <a:srgbClr val="E83227"/>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 name="Rectangle 29"/>
            <p:cNvSpPr>
              <a:spLocks noChangeArrowheads="1"/>
            </p:cNvSpPr>
            <p:nvPr/>
          </p:nvSpPr>
          <p:spPr bwMode="auto">
            <a:xfrm>
              <a:off x="4976813" y="3968750"/>
              <a:ext cx="931863" cy="712788"/>
            </a:xfrm>
            <a:prstGeom prst="rect">
              <a:avLst/>
            </a:prstGeom>
            <a:gradFill>
              <a:gsLst>
                <a:gs pos="0">
                  <a:srgbClr val="000000">
                    <a:alpha val="0"/>
                  </a:srgbClr>
                </a:gs>
                <a:gs pos="62000">
                  <a:srgbClr val="000000">
                    <a:alpha val="20000"/>
                  </a:srgbClr>
                </a:gs>
                <a:gs pos="100000">
                  <a:srgbClr val="000000">
                    <a:alpha val="40000"/>
                  </a:srgbClr>
                </a:gs>
              </a:gsLst>
              <a:lin ang="10800000" scaled="0"/>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 name="Freeform 74"/>
            <p:cNvSpPr>
              <a:spLocks/>
            </p:cNvSpPr>
            <p:nvPr/>
          </p:nvSpPr>
          <p:spPr bwMode="auto">
            <a:xfrm>
              <a:off x="4086226" y="1912937"/>
              <a:ext cx="1082675" cy="1450975"/>
            </a:xfrm>
            <a:custGeom>
              <a:avLst/>
              <a:gdLst>
                <a:gd name="T0" fmla="*/ 237 w 288"/>
                <a:gd name="T1" fmla="*/ 52 h 386"/>
                <a:gd name="T2" fmla="*/ 51 w 288"/>
                <a:gd name="T3" fmla="*/ 129 h 386"/>
                <a:gd name="T4" fmla="*/ 0 w 288"/>
                <a:gd name="T5" fmla="*/ 180 h 386"/>
                <a:gd name="T6" fmla="*/ 0 w 288"/>
                <a:gd name="T7" fmla="*/ 386 h 386"/>
                <a:gd name="T8" fmla="*/ 51 w 288"/>
                <a:gd name="T9" fmla="*/ 334 h 386"/>
                <a:gd name="T10" fmla="*/ 237 w 288"/>
                <a:gd name="T11" fmla="*/ 257 h 386"/>
                <a:gd name="T12" fmla="*/ 288 w 288"/>
                <a:gd name="T13" fmla="*/ 206 h 386"/>
                <a:gd name="T14" fmla="*/ 288 w 288"/>
                <a:gd name="T15" fmla="*/ 0 h 386"/>
                <a:gd name="T16" fmla="*/ 237 w 288"/>
                <a:gd name="T17" fmla="*/ 52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8" h="386">
                  <a:moveTo>
                    <a:pt x="237" y="52"/>
                  </a:moveTo>
                  <a:cubicBezTo>
                    <a:pt x="51" y="129"/>
                    <a:pt x="51" y="129"/>
                    <a:pt x="51" y="129"/>
                  </a:cubicBezTo>
                  <a:cubicBezTo>
                    <a:pt x="0" y="152"/>
                    <a:pt x="0" y="152"/>
                    <a:pt x="0" y="180"/>
                  </a:cubicBezTo>
                  <a:cubicBezTo>
                    <a:pt x="0" y="386"/>
                    <a:pt x="0" y="386"/>
                    <a:pt x="0" y="386"/>
                  </a:cubicBezTo>
                  <a:cubicBezTo>
                    <a:pt x="0" y="357"/>
                    <a:pt x="0" y="357"/>
                    <a:pt x="51" y="334"/>
                  </a:cubicBezTo>
                  <a:cubicBezTo>
                    <a:pt x="237" y="257"/>
                    <a:pt x="237" y="257"/>
                    <a:pt x="237" y="257"/>
                  </a:cubicBezTo>
                  <a:cubicBezTo>
                    <a:pt x="288" y="234"/>
                    <a:pt x="288" y="234"/>
                    <a:pt x="288" y="206"/>
                  </a:cubicBezTo>
                  <a:cubicBezTo>
                    <a:pt x="288" y="0"/>
                    <a:pt x="288" y="0"/>
                    <a:pt x="288" y="0"/>
                  </a:cubicBezTo>
                  <a:cubicBezTo>
                    <a:pt x="288" y="29"/>
                    <a:pt x="288" y="29"/>
                    <a:pt x="237" y="52"/>
                  </a:cubicBezTo>
                </a:path>
              </a:pathLst>
            </a:custGeom>
            <a:solidFill>
              <a:srgbClr val="8EC222"/>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 name="Freeform 118"/>
            <p:cNvSpPr>
              <a:spLocks/>
            </p:cNvSpPr>
            <p:nvPr/>
          </p:nvSpPr>
          <p:spPr bwMode="auto">
            <a:xfrm>
              <a:off x="4086226" y="3059112"/>
              <a:ext cx="1082675" cy="1446213"/>
            </a:xfrm>
            <a:custGeom>
              <a:avLst/>
              <a:gdLst>
                <a:gd name="T0" fmla="*/ 237 w 288"/>
                <a:gd name="T1" fmla="*/ 51 h 385"/>
                <a:gd name="T2" fmla="*/ 51 w 288"/>
                <a:gd name="T3" fmla="*/ 128 h 385"/>
                <a:gd name="T4" fmla="*/ 0 w 288"/>
                <a:gd name="T5" fmla="*/ 180 h 385"/>
                <a:gd name="T6" fmla="*/ 0 w 288"/>
                <a:gd name="T7" fmla="*/ 385 h 385"/>
                <a:gd name="T8" fmla="*/ 51 w 288"/>
                <a:gd name="T9" fmla="*/ 334 h 385"/>
                <a:gd name="T10" fmla="*/ 237 w 288"/>
                <a:gd name="T11" fmla="*/ 257 h 385"/>
                <a:gd name="T12" fmla="*/ 288 w 288"/>
                <a:gd name="T13" fmla="*/ 205 h 385"/>
                <a:gd name="T14" fmla="*/ 288 w 288"/>
                <a:gd name="T15" fmla="*/ 0 h 385"/>
                <a:gd name="T16" fmla="*/ 237 w 288"/>
                <a:gd name="T17" fmla="*/ 51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8" h="385">
                  <a:moveTo>
                    <a:pt x="237" y="51"/>
                  </a:moveTo>
                  <a:cubicBezTo>
                    <a:pt x="51" y="128"/>
                    <a:pt x="51" y="128"/>
                    <a:pt x="51" y="128"/>
                  </a:cubicBezTo>
                  <a:cubicBezTo>
                    <a:pt x="0" y="151"/>
                    <a:pt x="0" y="151"/>
                    <a:pt x="0" y="180"/>
                  </a:cubicBezTo>
                  <a:cubicBezTo>
                    <a:pt x="0" y="385"/>
                    <a:pt x="0" y="385"/>
                    <a:pt x="0" y="385"/>
                  </a:cubicBezTo>
                  <a:cubicBezTo>
                    <a:pt x="0" y="357"/>
                    <a:pt x="0" y="357"/>
                    <a:pt x="51" y="334"/>
                  </a:cubicBezTo>
                  <a:cubicBezTo>
                    <a:pt x="237" y="257"/>
                    <a:pt x="237" y="257"/>
                    <a:pt x="237" y="257"/>
                  </a:cubicBezTo>
                  <a:cubicBezTo>
                    <a:pt x="288" y="234"/>
                    <a:pt x="288" y="234"/>
                    <a:pt x="288" y="205"/>
                  </a:cubicBezTo>
                  <a:cubicBezTo>
                    <a:pt x="288" y="0"/>
                    <a:pt x="288" y="0"/>
                    <a:pt x="288" y="0"/>
                  </a:cubicBezTo>
                  <a:cubicBezTo>
                    <a:pt x="288" y="28"/>
                    <a:pt x="288" y="28"/>
                    <a:pt x="237" y="51"/>
                  </a:cubicBezTo>
                </a:path>
              </a:pathLst>
            </a:custGeom>
            <a:solidFill>
              <a:srgbClr val="E83227"/>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 name="Freeform 72"/>
            <p:cNvSpPr>
              <a:spLocks/>
            </p:cNvSpPr>
            <p:nvPr/>
          </p:nvSpPr>
          <p:spPr bwMode="auto">
            <a:xfrm>
              <a:off x="4083051" y="1912937"/>
              <a:ext cx="1082675" cy="1450975"/>
            </a:xfrm>
            <a:custGeom>
              <a:avLst/>
              <a:gdLst>
                <a:gd name="T0" fmla="*/ 237 w 288"/>
                <a:gd name="T1" fmla="*/ 52 h 386"/>
                <a:gd name="T2" fmla="*/ 51 w 288"/>
                <a:gd name="T3" fmla="*/ 129 h 386"/>
                <a:gd name="T4" fmla="*/ 0 w 288"/>
                <a:gd name="T5" fmla="*/ 180 h 386"/>
                <a:gd name="T6" fmla="*/ 0 w 288"/>
                <a:gd name="T7" fmla="*/ 386 h 386"/>
                <a:gd name="T8" fmla="*/ 51 w 288"/>
                <a:gd name="T9" fmla="*/ 334 h 386"/>
                <a:gd name="T10" fmla="*/ 237 w 288"/>
                <a:gd name="T11" fmla="*/ 257 h 386"/>
                <a:gd name="T12" fmla="*/ 288 w 288"/>
                <a:gd name="T13" fmla="*/ 206 h 386"/>
                <a:gd name="T14" fmla="*/ 288 w 288"/>
                <a:gd name="T15" fmla="*/ 0 h 386"/>
                <a:gd name="T16" fmla="*/ 237 w 288"/>
                <a:gd name="T17" fmla="*/ 52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8" h="386">
                  <a:moveTo>
                    <a:pt x="237" y="52"/>
                  </a:moveTo>
                  <a:cubicBezTo>
                    <a:pt x="51" y="129"/>
                    <a:pt x="51" y="129"/>
                    <a:pt x="51" y="129"/>
                  </a:cubicBezTo>
                  <a:cubicBezTo>
                    <a:pt x="0" y="152"/>
                    <a:pt x="0" y="152"/>
                    <a:pt x="0" y="180"/>
                  </a:cubicBezTo>
                  <a:cubicBezTo>
                    <a:pt x="0" y="386"/>
                    <a:pt x="0" y="386"/>
                    <a:pt x="0" y="386"/>
                  </a:cubicBezTo>
                  <a:cubicBezTo>
                    <a:pt x="0" y="357"/>
                    <a:pt x="0" y="357"/>
                    <a:pt x="51" y="334"/>
                  </a:cubicBezTo>
                  <a:cubicBezTo>
                    <a:pt x="237" y="257"/>
                    <a:pt x="237" y="257"/>
                    <a:pt x="237" y="257"/>
                  </a:cubicBezTo>
                  <a:cubicBezTo>
                    <a:pt x="288" y="234"/>
                    <a:pt x="288" y="234"/>
                    <a:pt x="288" y="206"/>
                  </a:cubicBezTo>
                  <a:cubicBezTo>
                    <a:pt x="288" y="0"/>
                    <a:pt x="288" y="0"/>
                    <a:pt x="288" y="0"/>
                  </a:cubicBezTo>
                  <a:cubicBezTo>
                    <a:pt x="288" y="29"/>
                    <a:pt x="288" y="29"/>
                    <a:pt x="237" y="52"/>
                  </a:cubicBezTo>
                </a:path>
              </a:pathLst>
            </a:custGeom>
            <a:gradFill>
              <a:gsLst>
                <a:gs pos="0">
                  <a:schemeClr val="bg1">
                    <a:alpha val="10000"/>
                  </a:schemeClr>
                </a:gs>
                <a:gs pos="75000">
                  <a:srgbClr val="FFFFFF">
                    <a:alpha val="25000"/>
                  </a:srgbClr>
                </a:gs>
                <a:gs pos="25000">
                  <a:srgbClr val="FFFFFF">
                    <a:alpha val="25000"/>
                  </a:srgbClr>
                </a:gs>
                <a:gs pos="50000">
                  <a:srgbClr val="FFFFFF">
                    <a:alpha val="50000"/>
                  </a:srgbClr>
                </a:gs>
                <a:gs pos="100000">
                  <a:schemeClr val="bg1">
                    <a:alpha val="10000"/>
                  </a:schemeClr>
                </a:gs>
              </a:gsLst>
              <a:lin ang="0" scaled="0"/>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 name="Freeform 76"/>
            <p:cNvSpPr>
              <a:spLocks/>
            </p:cNvSpPr>
            <p:nvPr/>
          </p:nvSpPr>
          <p:spPr bwMode="auto">
            <a:xfrm>
              <a:off x="4083051" y="3059112"/>
              <a:ext cx="1082675" cy="1446213"/>
            </a:xfrm>
            <a:custGeom>
              <a:avLst/>
              <a:gdLst>
                <a:gd name="T0" fmla="*/ 237 w 288"/>
                <a:gd name="T1" fmla="*/ 51 h 385"/>
                <a:gd name="T2" fmla="*/ 51 w 288"/>
                <a:gd name="T3" fmla="*/ 128 h 385"/>
                <a:gd name="T4" fmla="*/ 0 w 288"/>
                <a:gd name="T5" fmla="*/ 180 h 385"/>
                <a:gd name="T6" fmla="*/ 0 w 288"/>
                <a:gd name="T7" fmla="*/ 385 h 385"/>
                <a:gd name="T8" fmla="*/ 51 w 288"/>
                <a:gd name="T9" fmla="*/ 334 h 385"/>
                <a:gd name="T10" fmla="*/ 237 w 288"/>
                <a:gd name="T11" fmla="*/ 257 h 385"/>
                <a:gd name="T12" fmla="*/ 288 w 288"/>
                <a:gd name="T13" fmla="*/ 205 h 385"/>
                <a:gd name="T14" fmla="*/ 288 w 288"/>
                <a:gd name="T15" fmla="*/ 0 h 385"/>
                <a:gd name="T16" fmla="*/ 237 w 288"/>
                <a:gd name="T17" fmla="*/ 51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8" h="385">
                  <a:moveTo>
                    <a:pt x="237" y="51"/>
                  </a:moveTo>
                  <a:cubicBezTo>
                    <a:pt x="51" y="128"/>
                    <a:pt x="51" y="128"/>
                    <a:pt x="51" y="128"/>
                  </a:cubicBezTo>
                  <a:cubicBezTo>
                    <a:pt x="0" y="151"/>
                    <a:pt x="0" y="151"/>
                    <a:pt x="0" y="180"/>
                  </a:cubicBezTo>
                  <a:cubicBezTo>
                    <a:pt x="0" y="385"/>
                    <a:pt x="0" y="385"/>
                    <a:pt x="0" y="385"/>
                  </a:cubicBezTo>
                  <a:cubicBezTo>
                    <a:pt x="0" y="357"/>
                    <a:pt x="0" y="357"/>
                    <a:pt x="51" y="334"/>
                  </a:cubicBezTo>
                  <a:cubicBezTo>
                    <a:pt x="237" y="257"/>
                    <a:pt x="237" y="257"/>
                    <a:pt x="237" y="257"/>
                  </a:cubicBezTo>
                  <a:cubicBezTo>
                    <a:pt x="288" y="234"/>
                    <a:pt x="288" y="234"/>
                    <a:pt x="288" y="205"/>
                  </a:cubicBezTo>
                  <a:cubicBezTo>
                    <a:pt x="288" y="0"/>
                    <a:pt x="288" y="0"/>
                    <a:pt x="288" y="0"/>
                  </a:cubicBezTo>
                  <a:cubicBezTo>
                    <a:pt x="288" y="28"/>
                    <a:pt x="288" y="28"/>
                    <a:pt x="237" y="51"/>
                  </a:cubicBezTo>
                </a:path>
              </a:pathLst>
            </a:custGeom>
            <a:gradFill>
              <a:gsLst>
                <a:gs pos="0">
                  <a:schemeClr val="bg1">
                    <a:alpha val="10000"/>
                  </a:schemeClr>
                </a:gs>
                <a:gs pos="75000">
                  <a:srgbClr val="FFFFFF">
                    <a:alpha val="25000"/>
                  </a:srgbClr>
                </a:gs>
                <a:gs pos="25000">
                  <a:srgbClr val="FFFFFF">
                    <a:alpha val="25000"/>
                  </a:srgbClr>
                </a:gs>
                <a:gs pos="50000">
                  <a:srgbClr val="FFFFFF">
                    <a:alpha val="50000"/>
                  </a:srgbClr>
                </a:gs>
                <a:gs pos="100000">
                  <a:schemeClr val="bg1">
                    <a:alpha val="10000"/>
                  </a:schemeClr>
                </a:gs>
              </a:gsLst>
              <a:lin ang="0" scaled="0"/>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 name="Freeform 7"/>
            <p:cNvSpPr>
              <a:spLocks/>
            </p:cNvSpPr>
            <p:nvPr/>
          </p:nvSpPr>
          <p:spPr bwMode="auto">
            <a:xfrm>
              <a:off x="4976813" y="2878137"/>
              <a:ext cx="192088" cy="373063"/>
            </a:xfrm>
            <a:custGeom>
              <a:avLst/>
              <a:gdLst>
                <a:gd name="T0" fmla="*/ 0 w 51"/>
                <a:gd name="T1" fmla="*/ 0 h 99"/>
                <a:gd name="T2" fmla="*/ 0 w 51"/>
                <a:gd name="T3" fmla="*/ 99 h 99"/>
                <a:gd name="T4" fmla="*/ 0 w 51"/>
                <a:gd name="T5" fmla="*/ 99 h 99"/>
                <a:gd name="T6" fmla="*/ 51 w 51"/>
                <a:gd name="T7" fmla="*/ 61 h 99"/>
                <a:gd name="T8" fmla="*/ 51 w 51"/>
                <a:gd name="T9" fmla="*/ 48 h 99"/>
                <a:gd name="T10" fmla="*/ 0 w 51"/>
                <a:gd name="T11" fmla="*/ 0 h 99"/>
              </a:gdLst>
              <a:ahLst/>
              <a:cxnLst>
                <a:cxn ang="0">
                  <a:pos x="T0" y="T1"/>
                </a:cxn>
                <a:cxn ang="0">
                  <a:pos x="T2" y="T3"/>
                </a:cxn>
                <a:cxn ang="0">
                  <a:pos x="T4" y="T5"/>
                </a:cxn>
                <a:cxn ang="0">
                  <a:pos x="T6" y="T7"/>
                </a:cxn>
                <a:cxn ang="0">
                  <a:pos x="T8" y="T9"/>
                </a:cxn>
                <a:cxn ang="0">
                  <a:pos x="T10" y="T11"/>
                </a:cxn>
              </a:cxnLst>
              <a:rect l="0" t="0" r="r" b="b"/>
              <a:pathLst>
                <a:path w="51" h="99">
                  <a:moveTo>
                    <a:pt x="0" y="0"/>
                  </a:moveTo>
                  <a:cubicBezTo>
                    <a:pt x="0" y="99"/>
                    <a:pt x="0" y="99"/>
                    <a:pt x="0" y="99"/>
                  </a:cubicBezTo>
                  <a:cubicBezTo>
                    <a:pt x="0" y="99"/>
                    <a:pt x="0" y="99"/>
                    <a:pt x="0" y="99"/>
                  </a:cubicBezTo>
                  <a:cubicBezTo>
                    <a:pt x="42" y="81"/>
                    <a:pt x="50" y="77"/>
                    <a:pt x="51" y="61"/>
                  </a:cubicBezTo>
                  <a:cubicBezTo>
                    <a:pt x="51" y="57"/>
                    <a:pt x="51" y="53"/>
                    <a:pt x="51" y="48"/>
                  </a:cubicBezTo>
                  <a:cubicBezTo>
                    <a:pt x="51" y="26"/>
                    <a:pt x="29" y="6"/>
                    <a:pt x="0" y="0"/>
                  </a:cubicBezTo>
                </a:path>
              </a:pathLst>
            </a:custGeom>
            <a:solidFill>
              <a:srgbClr val="E83227"/>
            </a:solidFill>
            <a:ln>
              <a:noFill/>
            </a:ln>
            <a:effectLst>
              <a:innerShdw blurRad="63500" dist="50800">
                <a:prstClr val="black">
                  <a:alpha val="50000"/>
                </a:prstClr>
              </a:innerShdw>
            </a:effec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3"/>
            <p:cNvSpPr>
              <a:spLocks/>
            </p:cNvSpPr>
            <p:nvPr/>
          </p:nvSpPr>
          <p:spPr bwMode="auto">
            <a:xfrm>
              <a:off x="4976813" y="1736725"/>
              <a:ext cx="192088" cy="371475"/>
            </a:xfrm>
            <a:custGeom>
              <a:avLst/>
              <a:gdLst>
                <a:gd name="T0" fmla="*/ 0 w 51"/>
                <a:gd name="T1" fmla="*/ 0 h 99"/>
                <a:gd name="T2" fmla="*/ 0 w 51"/>
                <a:gd name="T3" fmla="*/ 99 h 99"/>
                <a:gd name="T4" fmla="*/ 0 w 51"/>
                <a:gd name="T5" fmla="*/ 99 h 99"/>
                <a:gd name="T6" fmla="*/ 51 w 51"/>
                <a:gd name="T7" fmla="*/ 61 h 99"/>
                <a:gd name="T8" fmla="*/ 51 w 51"/>
                <a:gd name="T9" fmla="*/ 47 h 99"/>
                <a:gd name="T10" fmla="*/ 0 w 51"/>
                <a:gd name="T11" fmla="*/ 0 h 99"/>
              </a:gdLst>
              <a:ahLst/>
              <a:cxnLst>
                <a:cxn ang="0">
                  <a:pos x="T0" y="T1"/>
                </a:cxn>
                <a:cxn ang="0">
                  <a:pos x="T2" y="T3"/>
                </a:cxn>
                <a:cxn ang="0">
                  <a:pos x="T4" y="T5"/>
                </a:cxn>
                <a:cxn ang="0">
                  <a:pos x="T6" y="T7"/>
                </a:cxn>
                <a:cxn ang="0">
                  <a:pos x="T8" y="T9"/>
                </a:cxn>
                <a:cxn ang="0">
                  <a:pos x="T10" y="T11"/>
                </a:cxn>
              </a:cxnLst>
              <a:rect l="0" t="0" r="r" b="b"/>
              <a:pathLst>
                <a:path w="51" h="99">
                  <a:moveTo>
                    <a:pt x="0" y="0"/>
                  </a:moveTo>
                  <a:cubicBezTo>
                    <a:pt x="0" y="99"/>
                    <a:pt x="0" y="99"/>
                    <a:pt x="0" y="99"/>
                  </a:cubicBezTo>
                  <a:cubicBezTo>
                    <a:pt x="0" y="99"/>
                    <a:pt x="0" y="99"/>
                    <a:pt x="0" y="99"/>
                  </a:cubicBezTo>
                  <a:cubicBezTo>
                    <a:pt x="42" y="80"/>
                    <a:pt x="50" y="77"/>
                    <a:pt x="51" y="61"/>
                  </a:cubicBezTo>
                  <a:cubicBezTo>
                    <a:pt x="51" y="57"/>
                    <a:pt x="51" y="52"/>
                    <a:pt x="51" y="47"/>
                  </a:cubicBezTo>
                  <a:cubicBezTo>
                    <a:pt x="51" y="26"/>
                    <a:pt x="29" y="6"/>
                    <a:pt x="0" y="0"/>
                  </a:cubicBezTo>
                </a:path>
              </a:pathLst>
            </a:custGeom>
            <a:solidFill>
              <a:srgbClr val="8EC222"/>
            </a:solidFill>
            <a:ln>
              <a:noFill/>
            </a:ln>
            <a:effectLst>
              <a:innerShdw blurRad="63500" dist="50800">
                <a:prstClr val="black">
                  <a:alpha val="50000"/>
                </a:prstClr>
              </a:innerShdw>
            </a:effec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82"/>
            <p:cNvSpPr>
              <a:spLocks/>
            </p:cNvSpPr>
            <p:nvPr/>
          </p:nvSpPr>
          <p:spPr bwMode="auto">
            <a:xfrm>
              <a:off x="4086226" y="3171825"/>
              <a:ext cx="188913" cy="368300"/>
            </a:xfrm>
            <a:custGeom>
              <a:avLst/>
              <a:gdLst>
                <a:gd name="T0" fmla="*/ 0 w 50"/>
                <a:gd name="T1" fmla="*/ 38 h 98"/>
                <a:gd name="T2" fmla="*/ 0 w 50"/>
                <a:gd name="T3" fmla="*/ 50 h 98"/>
                <a:gd name="T4" fmla="*/ 0 w 50"/>
                <a:gd name="T5" fmla="*/ 50 h 98"/>
                <a:gd name="T6" fmla="*/ 50 w 50"/>
                <a:gd name="T7" fmla="*/ 98 h 98"/>
                <a:gd name="T8" fmla="*/ 50 w 50"/>
                <a:gd name="T9" fmla="*/ 0 h 98"/>
                <a:gd name="T10" fmla="*/ 0 w 50"/>
                <a:gd name="T11" fmla="*/ 38 h 98"/>
              </a:gdLst>
              <a:ahLst/>
              <a:cxnLst>
                <a:cxn ang="0">
                  <a:pos x="T0" y="T1"/>
                </a:cxn>
                <a:cxn ang="0">
                  <a:pos x="T2" y="T3"/>
                </a:cxn>
                <a:cxn ang="0">
                  <a:pos x="T4" y="T5"/>
                </a:cxn>
                <a:cxn ang="0">
                  <a:pos x="T6" y="T7"/>
                </a:cxn>
                <a:cxn ang="0">
                  <a:pos x="T8" y="T9"/>
                </a:cxn>
                <a:cxn ang="0">
                  <a:pos x="T10" y="T11"/>
                </a:cxn>
              </a:cxnLst>
              <a:rect l="0" t="0" r="r" b="b"/>
              <a:pathLst>
                <a:path w="50" h="98">
                  <a:moveTo>
                    <a:pt x="0" y="38"/>
                  </a:moveTo>
                  <a:cubicBezTo>
                    <a:pt x="0" y="42"/>
                    <a:pt x="0" y="46"/>
                    <a:pt x="0" y="50"/>
                  </a:cubicBezTo>
                  <a:cubicBezTo>
                    <a:pt x="0" y="50"/>
                    <a:pt x="0" y="50"/>
                    <a:pt x="0" y="50"/>
                  </a:cubicBezTo>
                  <a:cubicBezTo>
                    <a:pt x="0" y="72"/>
                    <a:pt x="21" y="91"/>
                    <a:pt x="50" y="98"/>
                  </a:cubicBezTo>
                  <a:cubicBezTo>
                    <a:pt x="50" y="0"/>
                    <a:pt x="50" y="0"/>
                    <a:pt x="50" y="0"/>
                  </a:cubicBezTo>
                  <a:cubicBezTo>
                    <a:pt x="9" y="18"/>
                    <a:pt x="1" y="22"/>
                    <a:pt x="0" y="38"/>
                  </a:cubicBezTo>
                </a:path>
              </a:pathLst>
            </a:custGeom>
            <a:solidFill>
              <a:srgbClr val="8EC222"/>
            </a:solidFill>
            <a:ln>
              <a:noFill/>
            </a:ln>
            <a:effectLst>
              <a:innerShdw blurRad="63500" dist="50800" dir="10800000">
                <a:prstClr val="black">
                  <a:alpha val="50000"/>
                </a:prstClr>
              </a:innerShdw>
            </a:effec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84"/>
            <p:cNvSpPr>
              <a:spLocks/>
            </p:cNvSpPr>
            <p:nvPr/>
          </p:nvSpPr>
          <p:spPr bwMode="auto">
            <a:xfrm>
              <a:off x="4086226" y="4313237"/>
              <a:ext cx="188913" cy="368300"/>
            </a:xfrm>
            <a:custGeom>
              <a:avLst/>
              <a:gdLst>
                <a:gd name="T0" fmla="*/ 0 w 50"/>
                <a:gd name="T1" fmla="*/ 39 h 98"/>
                <a:gd name="T2" fmla="*/ 0 w 50"/>
                <a:gd name="T3" fmla="*/ 51 h 98"/>
                <a:gd name="T4" fmla="*/ 0 w 50"/>
                <a:gd name="T5" fmla="*/ 51 h 98"/>
                <a:gd name="T6" fmla="*/ 50 w 50"/>
                <a:gd name="T7" fmla="*/ 98 h 98"/>
                <a:gd name="T8" fmla="*/ 50 w 50"/>
                <a:gd name="T9" fmla="*/ 0 h 98"/>
                <a:gd name="T10" fmla="*/ 0 w 50"/>
                <a:gd name="T11" fmla="*/ 39 h 98"/>
              </a:gdLst>
              <a:ahLst/>
              <a:cxnLst>
                <a:cxn ang="0">
                  <a:pos x="T0" y="T1"/>
                </a:cxn>
                <a:cxn ang="0">
                  <a:pos x="T2" y="T3"/>
                </a:cxn>
                <a:cxn ang="0">
                  <a:pos x="T4" y="T5"/>
                </a:cxn>
                <a:cxn ang="0">
                  <a:pos x="T6" y="T7"/>
                </a:cxn>
                <a:cxn ang="0">
                  <a:pos x="T8" y="T9"/>
                </a:cxn>
                <a:cxn ang="0">
                  <a:pos x="T10" y="T11"/>
                </a:cxn>
              </a:cxnLst>
              <a:rect l="0" t="0" r="r" b="b"/>
              <a:pathLst>
                <a:path w="50" h="98">
                  <a:moveTo>
                    <a:pt x="0" y="39"/>
                  </a:moveTo>
                  <a:cubicBezTo>
                    <a:pt x="0" y="42"/>
                    <a:pt x="0" y="46"/>
                    <a:pt x="0" y="51"/>
                  </a:cubicBezTo>
                  <a:cubicBezTo>
                    <a:pt x="0" y="51"/>
                    <a:pt x="0" y="51"/>
                    <a:pt x="0" y="51"/>
                  </a:cubicBezTo>
                  <a:cubicBezTo>
                    <a:pt x="0" y="72"/>
                    <a:pt x="21" y="92"/>
                    <a:pt x="50" y="98"/>
                  </a:cubicBezTo>
                  <a:cubicBezTo>
                    <a:pt x="50" y="0"/>
                    <a:pt x="50" y="0"/>
                    <a:pt x="50" y="0"/>
                  </a:cubicBezTo>
                  <a:cubicBezTo>
                    <a:pt x="9" y="19"/>
                    <a:pt x="1" y="22"/>
                    <a:pt x="0" y="39"/>
                  </a:cubicBezTo>
                </a:path>
              </a:pathLst>
            </a:custGeom>
            <a:solidFill>
              <a:srgbClr val="E83227"/>
            </a:solidFill>
            <a:ln>
              <a:noFill/>
            </a:ln>
            <a:effectLst>
              <a:innerShdw blurRad="63500" dist="50800" dir="10800000">
                <a:prstClr val="black">
                  <a:alpha val="50000"/>
                </a:prstClr>
              </a:innerShdw>
            </a:effectLst>
          </p:spPr>
          <p:txBody>
            <a:bodyPr vert="horz" wrap="square" lIns="91440" tIns="45720" rIns="91440" bIns="45720" numCol="1" anchor="t" anchorCtr="0" compatLnSpc="1">
              <a:prstTxWarp prst="textNoShape">
                <a:avLst/>
              </a:prstTxWarp>
            </a:bodyPr>
            <a:lstStyle/>
            <a:p>
              <a:endParaRPr lang="zh-CN" altLang="en-US"/>
            </a:p>
          </p:txBody>
        </p:sp>
      </p:grpSp>
      <p:sp>
        <p:nvSpPr>
          <p:cNvPr id="42"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二项对比</a:t>
            </a:r>
            <a:endParaRPr lang="zh-CN" altLang="zh-CN" sz="2800" b="1" dirty="0">
              <a:solidFill>
                <a:schemeClr val="tx1">
                  <a:lumMod val="65000"/>
                  <a:lumOff val="35000"/>
                </a:schemeClr>
              </a:solidFill>
            </a:endParaRPr>
          </a:p>
        </p:txBody>
      </p:sp>
      <p:grpSp>
        <p:nvGrpSpPr>
          <p:cNvPr id="44" name="组合 43"/>
          <p:cNvGrpSpPr/>
          <p:nvPr/>
        </p:nvGrpSpPr>
        <p:grpSpPr>
          <a:xfrm>
            <a:off x="7694008" y="4514508"/>
            <a:ext cx="359994" cy="368773"/>
            <a:chOff x="4267973" y="5745986"/>
            <a:chExt cx="611330" cy="626239"/>
          </a:xfrm>
          <a:solidFill>
            <a:schemeClr val="bg1"/>
          </a:solidFill>
        </p:grpSpPr>
        <p:sp>
          <p:nvSpPr>
            <p:cNvPr id="45" name="Freeform 116"/>
            <p:cNvSpPr>
              <a:spLocks/>
            </p:cNvSpPr>
            <p:nvPr/>
          </p:nvSpPr>
          <p:spPr bwMode="auto">
            <a:xfrm>
              <a:off x="4479703" y="5850360"/>
              <a:ext cx="399600" cy="468187"/>
            </a:xfrm>
            <a:custGeom>
              <a:avLst/>
              <a:gdLst>
                <a:gd name="T0" fmla="*/ 70 w 97"/>
                <a:gd name="T1" fmla="*/ 0 h 113"/>
                <a:gd name="T2" fmla="*/ 27 w 97"/>
                <a:gd name="T3" fmla="*/ 0 h 113"/>
                <a:gd name="T4" fmla="*/ 0 w 97"/>
                <a:gd name="T5" fmla="*/ 26 h 113"/>
                <a:gd name="T6" fmla="*/ 0 w 97"/>
                <a:gd name="T7" fmla="*/ 48 h 113"/>
                <a:gd name="T8" fmla="*/ 27 w 97"/>
                <a:gd name="T9" fmla="*/ 74 h 113"/>
                <a:gd name="T10" fmla="*/ 61 w 97"/>
                <a:gd name="T11" fmla="*/ 74 h 113"/>
                <a:gd name="T12" fmla="*/ 82 w 97"/>
                <a:gd name="T13" fmla="*/ 113 h 113"/>
                <a:gd name="T14" fmla="*/ 75 w 97"/>
                <a:gd name="T15" fmla="*/ 74 h 113"/>
                <a:gd name="T16" fmla="*/ 97 w 97"/>
                <a:gd name="T17" fmla="*/ 48 h 113"/>
                <a:gd name="T18" fmla="*/ 97 w 97"/>
                <a:gd name="T19" fmla="*/ 26 h 113"/>
                <a:gd name="T20" fmla="*/ 70 w 97"/>
                <a:gd name="T21" fmla="*/ 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7" h="113">
                  <a:moveTo>
                    <a:pt x="70" y="0"/>
                  </a:moveTo>
                  <a:cubicBezTo>
                    <a:pt x="27" y="0"/>
                    <a:pt x="27" y="0"/>
                    <a:pt x="27" y="0"/>
                  </a:cubicBezTo>
                  <a:cubicBezTo>
                    <a:pt x="12" y="0"/>
                    <a:pt x="0" y="12"/>
                    <a:pt x="0" y="26"/>
                  </a:cubicBezTo>
                  <a:cubicBezTo>
                    <a:pt x="0" y="48"/>
                    <a:pt x="0" y="48"/>
                    <a:pt x="0" y="48"/>
                  </a:cubicBezTo>
                  <a:cubicBezTo>
                    <a:pt x="0" y="62"/>
                    <a:pt x="12" y="74"/>
                    <a:pt x="27" y="74"/>
                  </a:cubicBezTo>
                  <a:cubicBezTo>
                    <a:pt x="61" y="74"/>
                    <a:pt x="61" y="74"/>
                    <a:pt x="61" y="74"/>
                  </a:cubicBezTo>
                  <a:cubicBezTo>
                    <a:pt x="62" y="83"/>
                    <a:pt x="66" y="109"/>
                    <a:pt x="82" y="113"/>
                  </a:cubicBezTo>
                  <a:cubicBezTo>
                    <a:pt x="82" y="113"/>
                    <a:pt x="73" y="87"/>
                    <a:pt x="75" y="74"/>
                  </a:cubicBezTo>
                  <a:cubicBezTo>
                    <a:pt x="87" y="72"/>
                    <a:pt x="97" y="61"/>
                    <a:pt x="97" y="48"/>
                  </a:cubicBezTo>
                  <a:cubicBezTo>
                    <a:pt x="97" y="26"/>
                    <a:pt x="97" y="26"/>
                    <a:pt x="97" y="26"/>
                  </a:cubicBezTo>
                  <a:cubicBezTo>
                    <a:pt x="97" y="12"/>
                    <a:pt x="85" y="0"/>
                    <a:pt x="70" y="0"/>
                  </a:cubicBezTo>
                  <a:close/>
                </a:path>
              </a:pathLst>
            </a:custGeom>
            <a:grp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46" name="Freeform 117"/>
            <p:cNvSpPr>
              <a:spLocks/>
            </p:cNvSpPr>
            <p:nvPr/>
          </p:nvSpPr>
          <p:spPr bwMode="auto">
            <a:xfrm>
              <a:off x="4267973" y="5745986"/>
              <a:ext cx="530812" cy="626239"/>
            </a:xfrm>
            <a:custGeom>
              <a:avLst/>
              <a:gdLst>
                <a:gd name="T0" fmla="*/ 47 w 128"/>
                <a:gd name="T1" fmla="*/ 73 h 151"/>
                <a:gd name="T2" fmla="*/ 47 w 128"/>
                <a:gd name="T3" fmla="*/ 50 h 151"/>
                <a:gd name="T4" fmla="*/ 76 w 128"/>
                <a:gd name="T5" fmla="*/ 21 h 151"/>
                <a:gd name="T6" fmla="*/ 124 w 128"/>
                <a:gd name="T7" fmla="*/ 21 h 151"/>
                <a:gd name="T8" fmla="*/ 128 w 128"/>
                <a:gd name="T9" fmla="*/ 21 h 151"/>
                <a:gd name="T10" fmla="*/ 102 w 128"/>
                <a:gd name="T11" fmla="*/ 0 h 151"/>
                <a:gd name="T12" fmla="*/ 26 w 128"/>
                <a:gd name="T13" fmla="*/ 0 h 151"/>
                <a:gd name="T14" fmla="*/ 0 w 128"/>
                <a:gd name="T15" fmla="*/ 27 h 151"/>
                <a:gd name="T16" fmla="*/ 0 w 128"/>
                <a:gd name="T17" fmla="*/ 73 h 151"/>
                <a:gd name="T18" fmla="*/ 26 w 128"/>
                <a:gd name="T19" fmla="*/ 100 h 151"/>
                <a:gd name="T20" fmla="*/ 38 w 128"/>
                <a:gd name="T21" fmla="*/ 100 h 151"/>
                <a:gd name="T22" fmla="*/ 14 w 128"/>
                <a:gd name="T23" fmla="*/ 145 h 151"/>
                <a:gd name="T24" fmla="*/ 65 w 128"/>
                <a:gd name="T25" fmla="*/ 100 h 151"/>
                <a:gd name="T26" fmla="*/ 47 w 128"/>
                <a:gd name="T27" fmla="*/ 73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151">
                  <a:moveTo>
                    <a:pt x="47" y="73"/>
                  </a:moveTo>
                  <a:cubicBezTo>
                    <a:pt x="47" y="50"/>
                    <a:pt x="47" y="50"/>
                    <a:pt x="47" y="50"/>
                  </a:cubicBezTo>
                  <a:cubicBezTo>
                    <a:pt x="47" y="34"/>
                    <a:pt x="60" y="21"/>
                    <a:pt x="76" y="21"/>
                  </a:cubicBezTo>
                  <a:cubicBezTo>
                    <a:pt x="124" y="21"/>
                    <a:pt x="124" y="21"/>
                    <a:pt x="124" y="21"/>
                  </a:cubicBezTo>
                  <a:cubicBezTo>
                    <a:pt x="125" y="21"/>
                    <a:pt x="126" y="21"/>
                    <a:pt x="128" y="21"/>
                  </a:cubicBezTo>
                  <a:cubicBezTo>
                    <a:pt x="125" y="9"/>
                    <a:pt x="114" y="0"/>
                    <a:pt x="102" y="0"/>
                  </a:cubicBezTo>
                  <a:cubicBezTo>
                    <a:pt x="26" y="0"/>
                    <a:pt x="26" y="0"/>
                    <a:pt x="26" y="0"/>
                  </a:cubicBezTo>
                  <a:cubicBezTo>
                    <a:pt x="12" y="0"/>
                    <a:pt x="0" y="12"/>
                    <a:pt x="0" y="27"/>
                  </a:cubicBezTo>
                  <a:cubicBezTo>
                    <a:pt x="0" y="73"/>
                    <a:pt x="0" y="73"/>
                    <a:pt x="0" y="73"/>
                  </a:cubicBezTo>
                  <a:cubicBezTo>
                    <a:pt x="0" y="88"/>
                    <a:pt x="12" y="100"/>
                    <a:pt x="26" y="100"/>
                  </a:cubicBezTo>
                  <a:cubicBezTo>
                    <a:pt x="38" y="100"/>
                    <a:pt x="38" y="100"/>
                    <a:pt x="38" y="100"/>
                  </a:cubicBezTo>
                  <a:cubicBezTo>
                    <a:pt x="38" y="112"/>
                    <a:pt x="34" y="140"/>
                    <a:pt x="14" y="145"/>
                  </a:cubicBezTo>
                  <a:cubicBezTo>
                    <a:pt x="14" y="145"/>
                    <a:pt x="52" y="151"/>
                    <a:pt x="65" y="100"/>
                  </a:cubicBezTo>
                  <a:cubicBezTo>
                    <a:pt x="54" y="96"/>
                    <a:pt x="47" y="85"/>
                    <a:pt x="47" y="73"/>
                  </a:cubicBezTo>
                  <a:close/>
                </a:path>
              </a:pathLst>
            </a:custGeom>
            <a:grp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50" name="组合 49"/>
          <p:cNvGrpSpPr/>
          <p:nvPr/>
        </p:nvGrpSpPr>
        <p:grpSpPr>
          <a:xfrm>
            <a:off x="3967148" y="2694359"/>
            <a:ext cx="377265" cy="375542"/>
            <a:chOff x="488950" y="192088"/>
            <a:chExt cx="695325" cy="692150"/>
          </a:xfrm>
          <a:solidFill>
            <a:schemeClr val="bg1"/>
          </a:solidFill>
        </p:grpSpPr>
        <p:sp>
          <p:nvSpPr>
            <p:cNvPr id="47" name="Freeform 55"/>
            <p:cNvSpPr>
              <a:spLocks noEditPoints="1"/>
            </p:cNvSpPr>
            <p:nvPr/>
          </p:nvSpPr>
          <p:spPr bwMode="auto">
            <a:xfrm>
              <a:off x="488950" y="192088"/>
              <a:ext cx="409575" cy="415925"/>
            </a:xfrm>
            <a:custGeom>
              <a:avLst/>
              <a:gdLst>
                <a:gd name="T0" fmla="*/ 12 w 109"/>
                <a:gd name="T1" fmla="*/ 67 h 110"/>
                <a:gd name="T2" fmla="*/ 16 w 109"/>
                <a:gd name="T3" fmla="*/ 76 h 110"/>
                <a:gd name="T4" fmla="*/ 11 w 109"/>
                <a:gd name="T5" fmla="*/ 82 h 110"/>
                <a:gd name="T6" fmla="*/ 11 w 109"/>
                <a:gd name="T7" fmla="*/ 89 h 110"/>
                <a:gd name="T8" fmla="*/ 20 w 109"/>
                <a:gd name="T9" fmla="*/ 98 h 110"/>
                <a:gd name="T10" fmla="*/ 26 w 109"/>
                <a:gd name="T11" fmla="*/ 98 h 110"/>
                <a:gd name="T12" fmla="*/ 32 w 109"/>
                <a:gd name="T13" fmla="*/ 93 h 110"/>
                <a:gd name="T14" fmla="*/ 42 w 109"/>
                <a:gd name="T15" fmla="*/ 97 h 110"/>
                <a:gd name="T16" fmla="*/ 43 w 109"/>
                <a:gd name="T17" fmla="*/ 105 h 110"/>
                <a:gd name="T18" fmla="*/ 48 w 109"/>
                <a:gd name="T19" fmla="*/ 110 h 110"/>
                <a:gd name="T20" fmla="*/ 60 w 109"/>
                <a:gd name="T21" fmla="*/ 110 h 110"/>
                <a:gd name="T22" fmla="*/ 65 w 109"/>
                <a:gd name="T23" fmla="*/ 105 h 110"/>
                <a:gd name="T24" fmla="*/ 66 w 109"/>
                <a:gd name="T25" fmla="*/ 98 h 110"/>
                <a:gd name="T26" fmla="*/ 77 w 109"/>
                <a:gd name="T27" fmla="*/ 93 h 110"/>
                <a:gd name="T28" fmla="*/ 83 w 109"/>
                <a:gd name="T29" fmla="*/ 98 h 110"/>
                <a:gd name="T30" fmla="*/ 89 w 109"/>
                <a:gd name="T31" fmla="*/ 98 h 110"/>
                <a:gd name="T32" fmla="*/ 98 w 109"/>
                <a:gd name="T33" fmla="*/ 89 h 110"/>
                <a:gd name="T34" fmla="*/ 98 w 109"/>
                <a:gd name="T35" fmla="*/ 83 h 110"/>
                <a:gd name="T36" fmla="*/ 93 w 109"/>
                <a:gd name="T37" fmla="*/ 77 h 110"/>
                <a:gd name="T38" fmla="*/ 98 w 109"/>
                <a:gd name="T39" fmla="*/ 66 h 110"/>
                <a:gd name="T40" fmla="*/ 105 w 109"/>
                <a:gd name="T41" fmla="*/ 65 h 110"/>
                <a:gd name="T42" fmla="*/ 109 w 109"/>
                <a:gd name="T43" fmla="*/ 60 h 110"/>
                <a:gd name="T44" fmla="*/ 109 w 109"/>
                <a:gd name="T45" fmla="*/ 49 h 110"/>
                <a:gd name="T46" fmla="*/ 105 w 109"/>
                <a:gd name="T47" fmla="*/ 44 h 110"/>
                <a:gd name="T48" fmla="*/ 98 w 109"/>
                <a:gd name="T49" fmla="*/ 43 h 110"/>
                <a:gd name="T50" fmla="*/ 94 w 109"/>
                <a:gd name="T51" fmla="*/ 32 h 110"/>
                <a:gd name="T52" fmla="*/ 98 w 109"/>
                <a:gd name="T53" fmla="*/ 27 h 110"/>
                <a:gd name="T54" fmla="*/ 98 w 109"/>
                <a:gd name="T55" fmla="*/ 20 h 110"/>
                <a:gd name="T56" fmla="*/ 89 w 109"/>
                <a:gd name="T57" fmla="*/ 12 h 110"/>
                <a:gd name="T58" fmla="*/ 83 w 109"/>
                <a:gd name="T59" fmla="*/ 12 h 110"/>
                <a:gd name="T60" fmla="*/ 77 w 109"/>
                <a:gd name="T61" fmla="*/ 16 h 110"/>
                <a:gd name="T62" fmla="*/ 66 w 109"/>
                <a:gd name="T63" fmla="*/ 11 h 110"/>
                <a:gd name="T64" fmla="*/ 66 w 109"/>
                <a:gd name="T65" fmla="*/ 4 h 110"/>
                <a:gd name="T66" fmla="*/ 61 w 109"/>
                <a:gd name="T67" fmla="*/ 0 h 110"/>
                <a:gd name="T68" fmla="*/ 49 w 109"/>
                <a:gd name="T69" fmla="*/ 0 h 110"/>
                <a:gd name="T70" fmla="*/ 44 w 109"/>
                <a:gd name="T71" fmla="*/ 4 h 110"/>
                <a:gd name="T72" fmla="*/ 43 w 109"/>
                <a:gd name="T73" fmla="*/ 11 h 110"/>
                <a:gd name="T74" fmla="*/ 32 w 109"/>
                <a:gd name="T75" fmla="*/ 16 h 110"/>
                <a:gd name="T76" fmla="*/ 26 w 109"/>
                <a:gd name="T77" fmla="*/ 12 h 110"/>
                <a:gd name="T78" fmla="*/ 20 w 109"/>
                <a:gd name="T79" fmla="*/ 12 h 110"/>
                <a:gd name="T80" fmla="*/ 11 w 109"/>
                <a:gd name="T81" fmla="*/ 20 h 110"/>
                <a:gd name="T82" fmla="*/ 11 w 109"/>
                <a:gd name="T83" fmla="*/ 27 h 110"/>
                <a:gd name="T84" fmla="*/ 16 w 109"/>
                <a:gd name="T85" fmla="*/ 33 h 110"/>
                <a:gd name="T86" fmla="*/ 11 w 109"/>
                <a:gd name="T87" fmla="*/ 43 h 110"/>
                <a:gd name="T88" fmla="*/ 4 w 109"/>
                <a:gd name="T89" fmla="*/ 44 h 110"/>
                <a:gd name="T90" fmla="*/ 0 w 109"/>
                <a:gd name="T91" fmla="*/ 49 h 110"/>
                <a:gd name="T92" fmla="*/ 0 w 109"/>
                <a:gd name="T93" fmla="*/ 61 h 110"/>
                <a:gd name="T94" fmla="*/ 4 w 109"/>
                <a:gd name="T95" fmla="*/ 66 h 110"/>
                <a:gd name="T96" fmla="*/ 12 w 109"/>
                <a:gd name="T97" fmla="*/ 67 h 110"/>
                <a:gd name="T98" fmla="*/ 55 w 109"/>
                <a:gd name="T99" fmla="*/ 35 h 110"/>
                <a:gd name="T100" fmla="*/ 74 w 109"/>
                <a:gd name="T101" fmla="*/ 54 h 110"/>
                <a:gd name="T102" fmla="*/ 55 w 109"/>
                <a:gd name="T103" fmla="*/ 74 h 110"/>
                <a:gd name="T104" fmla="*/ 35 w 109"/>
                <a:gd name="T105" fmla="*/ 54 h 110"/>
                <a:gd name="T106" fmla="*/ 55 w 109"/>
                <a:gd name="T107" fmla="*/ 3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9" h="110">
                  <a:moveTo>
                    <a:pt x="12" y="67"/>
                  </a:moveTo>
                  <a:cubicBezTo>
                    <a:pt x="13" y="70"/>
                    <a:pt x="14" y="73"/>
                    <a:pt x="16" y="76"/>
                  </a:cubicBezTo>
                  <a:cubicBezTo>
                    <a:pt x="11" y="82"/>
                    <a:pt x="11" y="82"/>
                    <a:pt x="11" y="82"/>
                  </a:cubicBezTo>
                  <a:cubicBezTo>
                    <a:pt x="9" y="84"/>
                    <a:pt x="10" y="87"/>
                    <a:pt x="11" y="89"/>
                  </a:cubicBezTo>
                  <a:cubicBezTo>
                    <a:pt x="20" y="98"/>
                    <a:pt x="20" y="98"/>
                    <a:pt x="20" y="98"/>
                  </a:cubicBezTo>
                  <a:cubicBezTo>
                    <a:pt x="22" y="99"/>
                    <a:pt x="24" y="99"/>
                    <a:pt x="26" y="98"/>
                  </a:cubicBezTo>
                  <a:cubicBezTo>
                    <a:pt x="32" y="93"/>
                    <a:pt x="32" y="93"/>
                    <a:pt x="32" y="93"/>
                  </a:cubicBezTo>
                  <a:cubicBezTo>
                    <a:pt x="36" y="95"/>
                    <a:pt x="39" y="96"/>
                    <a:pt x="42" y="97"/>
                  </a:cubicBezTo>
                  <a:cubicBezTo>
                    <a:pt x="43" y="105"/>
                    <a:pt x="43" y="105"/>
                    <a:pt x="43" y="105"/>
                  </a:cubicBezTo>
                  <a:cubicBezTo>
                    <a:pt x="44" y="108"/>
                    <a:pt x="46" y="110"/>
                    <a:pt x="48" y="110"/>
                  </a:cubicBezTo>
                  <a:cubicBezTo>
                    <a:pt x="60" y="110"/>
                    <a:pt x="60" y="110"/>
                    <a:pt x="60" y="110"/>
                  </a:cubicBezTo>
                  <a:cubicBezTo>
                    <a:pt x="63" y="110"/>
                    <a:pt x="65" y="108"/>
                    <a:pt x="65" y="105"/>
                  </a:cubicBezTo>
                  <a:cubicBezTo>
                    <a:pt x="66" y="98"/>
                    <a:pt x="66" y="98"/>
                    <a:pt x="66" y="98"/>
                  </a:cubicBezTo>
                  <a:cubicBezTo>
                    <a:pt x="70" y="97"/>
                    <a:pt x="73" y="95"/>
                    <a:pt x="77" y="93"/>
                  </a:cubicBezTo>
                  <a:cubicBezTo>
                    <a:pt x="83" y="98"/>
                    <a:pt x="83" y="98"/>
                    <a:pt x="83" y="98"/>
                  </a:cubicBezTo>
                  <a:cubicBezTo>
                    <a:pt x="85" y="100"/>
                    <a:pt x="87" y="99"/>
                    <a:pt x="89" y="98"/>
                  </a:cubicBezTo>
                  <a:cubicBezTo>
                    <a:pt x="98" y="89"/>
                    <a:pt x="98" y="89"/>
                    <a:pt x="98" y="89"/>
                  </a:cubicBezTo>
                  <a:cubicBezTo>
                    <a:pt x="99" y="87"/>
                    <a:pt x="100" y="85"/>
                    <a:pt x="98" y="83"/>
                  </a:cubicBezTo>
                  <a:cubicBezTo>
                    <a:pt x="93" y="77"/>
                    <a:pt x="93" y="77"/>
                    <a:pt x="93" y="77"/>
                  </a:cubicBezTo>
                  <a:cubicBezTo>
                    <a:pt x="95" y="73"/>
                    <a:pt x="97" y="70"/>
                    <a:pt x="98" y="66"/>
                  </a:cubicBezTo>
                  <a:cubicBezTo>
                    <a:pt x="105" y="65"/>
                    <a:pt x="105" y="65"/>
                    <a:pt x="105" y="65"/>
                  </a:cubicBezTo>
                  <a:cubicBezTo>
                    <a:pt x="107" y="65"/>
                    <a:pt x="109" y="63"/>
                    <a:pt x="109" y="60"/>
                  </a:cubicBezTo>
                  <a:cubicBezTo>
                    <a:pt x="109" y="49"/>
                    <a:pt x="109" y="49"/>
                    <a:pt x="109" y="49"/>
                  </a:cubicBezTo>
                  <a:cubicBezTo>
                    <a:pt x="109" y="46"/>
                    <a:pt x="107" y="44"/>
                    <a:pt x="105" y="44"/>
                  </a:cubicBezTo>
                  <a:cubicBezTo>
                    <a:pt x="98" y="43"/>
                    <a:pt x="98" y="43"/>
                    <a:pt x="98" y="43"/>
                  </a:cubicBezTo>
                  <a:cubicBezTo>
                    <a:pt x="97" y="39"/>
                    <a:pt x="95" y="36"/>
                    <a:pt x="94" y="32"/>
                  </a:cubicBezTo>
                  <a:cubicBezTo>
                    <a:pt x="98" y="27"/>
                    <a:pt x="98" y="27"/>
                    <a:pt x="98" y="27"/>
                  </a:cubicBezTo>
                  <a:cubicBezTo>
                    <a:pt x="100" y="25"/>
                    <a:pt x="99" y="22"/>
                    <a:pt x="98" y="20"/>
                  </a:cubicBezTo>
                  <a:cubicBezTo>
                    <a:pt x="89" y="12"/>
                    <a:pt x="89" y="12"/>
                    <a:pt x="89" y="12"/>
                  </a:cubicBezTo>
                  <a:cubicBezTo>
                    <a:pt x="87" y="10"/>
                    <a:pt x="85" y="10"/>
                    <a:pt x="83" y="12"/>
                  </a:cubicBezTo>
                  <a:cubicBezTo>
                    <a:pt x="77" y="16"/>
                    <a:pt x="77" y="16"/>
                    <a:pt x="77" y="16"/>
                  </a:cubicBezTo>
                  <a:cubicBezTo>
                    <a:pt x="74" y="14"/>
                    <a:pt x="70" y="12"/>
                    <a:pt x="66" y="11"/>
                  </a:cubicBezTo>
                  <a:cubicBezTo>
                    <a:pt x="66" y="4"/>
                    <a:pt x="66" y="4"/>
                    <a:pt x="66" y="4"/>
                  </a:cubicBezTo>
                  <a:cubicBezTo>
                    <a:pt x="65" y="2"/>
                    <a:pt x="63" y="0"/>
                    <a:pt x="61" y="0"/>
                  </a:cubicBezTo>
                  <a:cubicBezTo>
                    <a:pt x="49" y="0"/>
                    <a:pt x="49" y="0"/>
                    <a:pt x="49" y="0"/>
                  </a:cubicBezTo>
                  <a:cubicBezTo>
                    <a:pt x="46" y="0"/>
                    <a:pt x="44" y="2"/>
                    <a:pt x="44" y="4"/>
                  </a:cubicBezTo>
                  <a:cubicBezTo>
                    <a:pt x="43" y="11"/>
                    <a:pt x="43" y="11"/>
                    <a:pt x="43" y="11"/>
                  </a:cubicBezTo>
                  <a:cubicBezTo>
                    <a:pt x="39" y="12"/>
                    <a:pt x="35" y="14"/>
                    <a:pt x="32" y="16"/>
                  </a:cubicBezTo>
                  <a:cubicBezTo>
                    <a:pt x="26" y="12"/>
                    <a:pt x="26" y="12"/>
                    <a:pt x="26" y="12"/>
                  </a:cubicBezTo>
                  <a:cubicBezTo>
                    <a:pt x="24" y="10"/>
                    <a:pt x="22" y="10"/>
                    <a:pt x="20" y="12"/>
                  </a:cubicBezTo>
                  <a:cubicBezTo>
                    <a:pt x="11" y="20"/>
                    <a:pt x="11" y="20"/>
                    <a:pt x="11" y="20"/>
                  </a:cubicBezTo>
                  <a:cubicBezTo>
                    <a:pt x="10" y="22"/>
                    <a:pt x="9" y="25"/>
                    <a:pt x="11" y="27"/>
                  </a:cubicBezTo>
                  <a:cubicBezTo>
                    <a:pt x="16" y="33"/>
                    <a:pt x="16" y="33"/>
                    <a:pt x="16" y="33"/>
                  </a:cubicBezTo>
                  <a:cubicBezTo>
                    <a:pt x="14" y="36"/>
                    <a:pt x="12" y="40"/>
                    <a:pt x="11" y="43"/>
                  </a:cubicBezTo>
                  <a:cubicBezTo>
                    <a:pt x="4" y="44"/>
                    <a:pt x="4" y="44"/>
                    <a:pt x="4" y="44"/>
                  </a:cubicBezTo>
                  <a:cubicBezTo>
                    <a:pt x="2" y="44"/>
                    <a:pt x="0" y="47"/>
                    <a:pt x="0" y="49"/>
                  </a:cubicBezTo>
                  <a:cubicBezTo>
                    <a:pt x="0" y="61"/>
                    <a:pt x="0" y="61"/>
                    <a:pt x="0" y="61"/>
                  </a:cubicBezTo>
                  <a:cubicBezTo>
                    <a:pt x="0" y="63"/>
                    <a:pt x="2" y="66"/>
                    <a:pt x="4" y="66"/>
                  </a:cubicBezTo>
                  <a:lnTo>
                    <a:pt x="12" y="67"/>
                  </a:lnTo>
                  <a:close/>
                  <a:moveTo>
                    <a:pt x="55" y="35"/>
                  </a:moveTo>
                  <a:cubicBezTo>
                    <a:pt x="66" y="35"/>
                    <a:pt x="74" y="44"/>
                    <a:pt x="74" y="54"/>
                  </a:cubicBezTo>
                  <a:cubicBezTo>
                    <a:pt x="74" y="65"/>
                    <a:pt x="66" y="74"/>
                    <a:pt x="55" y="74"/>
                  </a:cubicBezTo>
                  <a:cubicBezTo>
                    <a:pt x="44" y="74"/>
                    <a:pt x="35" y="65"/>
                    <a:pt x="35" y="54"/>
                  </a:cubicBezTo>
                  <a:cubicBezTo>
                    <a:pt x="35" y="44"/>
                    <a:pt x="44" y="35"/>
                    <a:pt x="55"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56"/>
            <p:cNvSpPr>
              <a:spLocks noEditPoints="1"/>
            </p:cNvSpPr>
            <p:nvPr/>
          </p:nvSpPr>
          <p:spPr bwMode="auto">
            <a:xfrm>
              <a:off x="841375" y="404813"/>
              <a:ext cx="342900" cy="342900"/>
            </a:xfrm>
            <a:custGeom>
              <a:avLst/>
              <a:gdLst>
                <a:gd name="T0" fmla="*/ 78 w 91"/>
                <a:gd name="T1" fmla="*/ 14 h 91"/>
                <a:gd name="T2" fmla="*/ 72 w 91"/>
                <a:gd name="T3" fmla="*/ 8 h 91"/>
                <a:gd name="T4" fmla="*/ 65 w 91"/>
                <a:gd name="T5" fmla="*/ 9 h 91"/>
                <a:gd name="T6" fmla="*/ 62 w 91"/>
                <a:gd name="T7" fmla="*/ 12 h 91"/>
                <a:gd name="T8" fmla="*/ 52 w 91"/>
                <a:gd name="T9" fmla="*/ 9 h 91"/>
                <a:gd name="T10" fmla="*/ 51 w 91"/>
                <a:gd name="T11" fmla="*/ 4 h 91"/>
                <a:gd name="T12" fmla="*/ 46 w 91"/>
                <a:gd name="T13" fmla="*/ 0 h 91"/>
                <a:gd name="T14" fmla="*/ 38 w 91"/>
                <a:gd name="T15" fmla="*/ 1 h 91"/>
                <a:gd name="T16" fmla="*/ 33 w 91"/>
                <a:gd name="T17" fmla="*/ 6 h 91"/>
                <a:gd name="T18" fmla="*/ 33 w 91"/>
                <a:gd name="T19" fmla="*/ 10 h 91"/>
                <a:gd name="T20" fmla="*/ 24 w 91"/>
                <a:gd name="T21" fmla="*/ 15 h 91"/>
                <a:gd name="T22" fmla="*/ 20 w 91"/>
                <a:gd name="T23" fmla="*/ 12 h 91"/>
                <a:gd name="T24" fmla="*/ 14 w 91"/>
                <a:gd name="T25" fmla="*/ 13 h 91"/>
                <a:gd name="T26" fmla="*/ 9 w 91"/>
                <a:gd name="T27" fmla="*/ 20 h 91"/>
                <a:gd name="T28" fmla="*/ 9 w 91"/>
                <a:gd name="T29" fmla="*/ 26 h 91"/>
                <a:gd name="T30" fmla="*/ 12 w 91"/>
                <a:gd name="T31" fmla="*/ 30 h 91"/>
                <a:gd name="T32" fmla="*/ 10 w 91"/>
                <a:gd name="T33" fmla="*/ 39 h 91"/>
                <a:gd name="T34" fmla="*/ 4 w 91"/>
                <a:gd name="T35" fmla="*/ 40 h 91"/>
                <a:gd name="T36" fmla="*/ 0 w 91"/>
                <a:gd name="T37" fmla="*/ 45 h 91"/>
                <a:gd name="T38" fmla="*/ 1 w 91"/>
                <a:gd name="T39" fmla="*/ 53 h 91"/>
                <a:gd name="T40" fmla="*/ 6 w 91"/>
                <a:gd name="T41" fmla="*/ 58 h 91"/>
                <a:gd name="T42" fmla="*/ 12 w 91"/>
                <a:gd name="T43" fmla="*/ 58 h 91"/>
                <a:gd name="T44" fmla="*/ 16 w 91"/>
                <a:gd name="T45" fmla="*/ 66 h 91"/>
                <a:gd name="T46" fmla="*/ 12 w 91"/>
                <a:gd name="T47" fmla="*/ 70 h 91"/>
                <a:gd name="T48" fmla="*/ 13 w 91"/>
                <a:gd name="T49" fmla="*/ 77 h 91"/>
                <a:gd name="T50" fmla="*/ 20 w 91"/>
                <a:gd name="T51" fmla="*/ 82 h 91"/>
                <a:gd name="T52" fmla="*/ 26 w 91"/>
                <a:gd name="T53" fmla="*/ 82 h 91"/>
                <a:gd name="T54" fmla="*/ 30 w 91"/>
                <a:gd name="T55" fmla="*/ 78 h 91"/>
                <a:gd name="T56" fmla="*/ 39 w 91"/>
                <a:gd name="T57" fmla="*/ 81 h 91"/>
                <a:gd name="T58" fmla="*/ 40 w 91"/>
                <a:gd name="T59" fmla="*/ 86 h 91"/>
                <a:gd name="T60" fmla="*/ 45 w 91"/>
                <a:gd name="T61" fmla="*/ 90 h 91"/>
                <a:gd name="T62" fmla="*/ 53 w 91"/>
                <a:gd name="T63" fmla="*/ 90 h 91"/>
                <a:gd name="T64" fmla="*/ 58 w 91"/>
                <a:gd name="T65" fmla="*/ 85 h 91"/>
                <a:gd name="T66" fmla="*/ 58 w 91"/>
                <a:gd name="T67" fmla="*/ 79 h 91"/>
                <a:gd name="T68" fmla="*/ 66 w 91"/>
                <a:gd name="T69" fmla="*/ 75 h 91"/>
                <a:gd name="T70" fmla="*/ 71 w 91"/>
                <a:gd name="T71" fmla="*/ 78 h 91"/>
                <a:gd name="T72" fmla="*/ 77 w 91"/>
                <a:gd name="T73" fmla="*/ 77 h 91"/>
                <a:gd name="T74" fmla="*/ 83 w 91"/>
                <a:gd name="T75" fmla="*/ 71 h 91"/>
                <a:gd name="T76" fmla="*/ 82 w 91"/>
                <a:gd name="T77" fmla="*/ 64 h 91"/>
                <a:gd name="T78" fmla="*/ 79 w 91"/>
                <a:gd name="T79" fmla="*/ 61 h 91"/>
                <a:gd name="T80" fmla="*/ 82 w 91"/>
                <a:gd name="T81" fmla="*/ 52 h 91"/>
                <a:gd name="T82" fmla="*/ 87 w 91"/>
                <a:gd name="T83" fmla="*/ 51 h 91"/>
                <a:gd name="T84" fmla="*/ 91 w 91"/>
                <a:gd name="T85" fmla="*/ 45 h 91"/>
                <a:gd name="T86" fmla="*/ 90 w 91"/>
                <a:gd name="T87" fmla="*/ 37 h 91"/>
                <a:gd name="T88" fmla="*/ 85 w 91"/>
                <a:gd name="T89" fmla="*/ 33 h 91"/>
                <a:gd name="T90" fmla="*/ 80 w 91"/>
                <a:gd name="T91" fmla="*/ 33 h 91"/>
                <a:gd name="T92" fmla="*/ 76 w 91"/>
                <a:gd name="T93" fmla="*/ 24 h 91"/>
                <a:gd name="T94" fmla="*/ 79 w 91"/>
                <a:gd name="T95" fmla="*/ 20 h 91"/>
                <a:gd name="T96" fmla="*/ 78 w 91"/>
                <a:gd name="T97" fmla="*/ 14 h 91"/>
                <a:gd name="T98" fmla="*/ 47 w 91"/>
                <a:gd name="T99" fmla="*/ 61 h 91"/>
                <a:gd name="T100" fmla="*/ 30 w 91"/>
                <a:gd name="T101" fmla="*/ 46 h 91"/>
                <a:gd name="T102" fmla="*/ 44 w 91"/>
                <a:gd name="T103" fmla="*/ 29 h 91"/>
                <a:gd name="T104" fmla="*/ 62 w 91"/>
                <a:gd name="T105" fmla="*/ 44 h 91"/>
                <a:gd name="T106" fmla="*/ 47 w 91"/>
                <a:gd name="T107" fmla="*/ 6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1" h="91">
                  <a:moveTo>
                    <a:pt x="78" y="14"/>
                  </a:moveTo>
                  <a:cubicBezTo>
                    <a:pt x="72" y="8"/>
                    <a:pt x="72" y="8"/>
                    <a:pt x="72" y="8"/>
                  </a:cubicBezTo>
                  <a:cubicBezTo>
                    <a:pt x="70" y="7"/>
                    <a:pt x="67" y="7"/>
                    <a:pt x="65" y="9"/>
                  </a:cubicBezTo>
                  <a:cubicBezTo>
                    <a:pt x="62" y="12"/>
                    <a:pt x="62" y="12"/>
                    <a:pt x="62" y="12"/>
                  </a:cubicBezTo>
                  <a:cubicBezTo>
                    <a:pt x="59" y="10"/>
                    <a:pt x="56" y="9"/>
                    <a:pt x="52" y="9"/>
                  </a:cubicBezTo>
                  <a:cubicBezTo>
                    <a:pt x="51" y="4"/>
                    <a:pt x="51" y="4"/>
                    <a:pt x="51" y="4"/>
                  </a:cubicBezTo>
                  <a:cubicBezTo>
                    <a:pt x="51" y="2"/>
                    <a:pt x="49" y="0"/>
                    <a:pt x="46" y="0"/>
                  </a:cubicBezTo>
                  <a:cubicBezTo>
                    <a:pt x="38" y="1"/>
                    <a:pt x="38" y="1"/>
                    <a:pt x="38" y="1"/>
                  </a:cubicBezTo>
                  <a:cubicBezTo>
                    <a:pt x="35" y="1"/>
                    <a:pt x="33" y="3"/>
                    <a:pt x="33" y="6"/>
                  </a:cubicBezTo>
                  <a:cubicBezTo>
                    <a:pt x="33" y="10"/>
                    <a:pt x="33" y="10"/>
                    <a:pt x="33" y="10"/>
                  </a:cubicBezTo>
                  <a:cubicBezTo>
                    <a:pt x="30" y="12"/>
                    <a:pt x="27" y="13"/>
                    <a:pt x="24" y="15"/>
                  </a:cubicBezTo>
                  <a:cubicBezTo>
                    <a:pt x="20" y="12"/>
                    <a:pt x="20" y="12"/>
                    <a:pt x="20" y="12"/>
                  </a:cubicBezTo>
                  <a:cubicBezTo>
                    <a:pt x="18" y="11"/>
                    <a:pt x="15" y="11"/>
                    <a:pt x="14" y="13"/>
                  </a:cubicBezTo>
                  <a:cubicBezTo>
                    <a:pt x="9" y="20"/>
                    <a:pt x="9" y="20"/>
                    <a:pt x="9" y="20"/>
                  </a:cubicBezTo>
                  <a:cubicBezTo>
                    <a:pt x="7" y="21"/>
                    <a:pt x="7" y="24"/>
                    <a:pt x="9" y="26"/>
                  </a:cubicBezTo>
                  <a:cubicBezTo>
                    <a:pt x="12" y="30"/>
                    <a:pt x="12" y="30"/>
                    <a:pt x="12" y="30"/>
                  </a:cubicBezTo>
                  <a:cubicBezTo>
                    <a:pt x="11" y="33"/>
                    <a:pt x="10" y="36"/>
                    <a:pt x="10" y="39"/>
                  </a:cubicBezTo>
                  <a:cubicBezTo>
                    <a:pt x="4" y="40"/>
                    <a:pt x="4" y="40"/>
                    <a:pt x="4" y="40"/>
                  </a:cubicBezTo>
                  <a:cubicBezTo>
                    <a:pt x="2" y="40"/>
                    <a:pt x="0" y="43"/>
                    <a:pt x="0" y="45"/>
                  </a:cubicBezTo>
                  <a:cubicBezTo>
                    <a:pt x="1" y="53"/>
                    <a:pt x="1" y="53"/>
                    <a:pt x="1" y="53"/>
                  </a:cubicBezTo>
                  <a:cubicBezTo>
                    <a:pt x="1" y="56"/>
                    <a:pt x="3" y="58"/>
                    <a:pt x="6" y="58"/>
                  </a:cubicBezTo>
                  <a:cubicBezTo>
                    <a:pt x="12" y="58"/>
                    <a:pt x="12" y="58"/>
                    <a:pt x="12" y="58"/>
                  </a:cubicBezTo>
                  <a:cubicBezTo>
                    <a:pt x="13" y="61"/>
                    <a:pt x="14" y="63"/>
                    <a:pt x="16" y="66"/>
                  </a:cubicBezTo>
                  <a:cubicBezTo>
                    <a:pt x="12" y="70"/>
                    <a:pt x="12" y="70"/>
                    <a:pt x="12" y="70"/>
                  </a:cubicBezTo>
                  <a:cubicBezTo>
                    <a:pt x="11" y="72"/>
                    <a:pt x="11" y="75"/>
                    <a:pt x="13" y="77"/>
                  </a:cubicBezTo>
                  <a:cubicBezTo>
                    <a:pt x="20" y="82"/>
                    <a:pt x="20" y="82"/>
                    <a:pt x="20" y="82"/>
                  </a:cubicBezTo>
                  <a:cubicBezTo>
                    <a:pt x="21" y="84"/>
                    <a:pt x="24" y="84"/>
                    <a:pt x="26" y="82"/>
                  </a:cubicBezTo>
                  <a:cubicBezTo>
                    <a:pt x="30" y="78"/>
                    <a:pt x="30" y="78"/>
                    <a:pt x="30" y="78"/>
                  </a:cubicBezTo>
                  <a:cubicBezTo>
                    <a:pt x="33" y="79"/>
                    <a:pt x="36" y="80"/>
                    <a:pt x="39" y="81"/>
                  </a:cubicBezTo>
                  <a:cubicBezTo>
                    <a:pt x="40" y="86"/>
                    <a:pt x="40" y="86"/>
                    <a:pt x="40" y="86"/>
                  </a:cubicBezTo>
                  <a:cubicBezTo>
                    <a:pt x="40" y="89"/>
                    <a:pt x="43" y="91"/>
                    <a:pt x="45" y="90"/>
                  </a:cubicBezTo>
                  <a:cubicBezTo>
                    <a:pt x="53" y="90"/>
                    <a:pt x="53" y="90"/>
                    <a:pt x="53" y="90"/>
                  </a:cubicBezTo>
                  <a:cubicBezTo>
                    <a:pt x="56" y="89"/>
                    <a:pt x="58" y="87"/>
                    <a:pt x="58" y="85"/>
                  </a:cubicBezTo>
                  <a:cubicBezTo>
                    <a:pt x="58" y="79"/>
                    <a:pt x="58" y="79"/>
                    <a:pt x="58" y="79"/>
                  </a:cubicBezTo>
                  <a:cubicBezTo>
                    <a:pt x="61" y="78"/>
                    <a:pt x="64" y="77"/>
                    <a:pt x="66" y="75"/>
                  </a:cubicBezTo>
                  <a:cubicBezTo>
                    <a:pt x="71" y="78"/>
                    <a:pt x="71" y="78"/>
                    <a:pt x="71" y="78"/>
                  </a:cubicBezTo>
                  <a:cubicBezTo>
                    <a:pt x="73" y="80"/>
                    <a:pt x="76" y="79"/>
                    <a:pt x="77" y="77"/>
                  </a:cubicBezTo>
                  <a:cubicBezTo>
                    <a:pt x="83" y="71"/>
                    <a:pt x="83" y="71"/>
                    <a:pt x="83" y="71"/>
                  </a:cubicBezTo>
                  <a:cubicBezTo>
                    <a:pt x="84" y="69"/>
                    <a:pt x="84" y="66"/>
                    <a:pt x="82" y="64"/>
                  </a:cubicBezTo>
                  <a:cubicBezTo>
                    <a:pt x="79" y="61"/>
                    <a:pt x="79" y="61"/>
                    <a:pt x="79" y="61"/>
                  </a:cubicBezTo>
                  <a:cubicBezTo>
                    <a:pt x="80" y="58"/>
                    <a:pt x="81" y="55"/>
                    <a:pt x="82" y="52"/>
                  </a:cubicBezTo>
                  <a:cubicBezTo>
                    <a:pt x="87" y="51"/>
                    <a:pt x="87" y="51"/>
                    <a:pt x="87" y="51"/>
                  </a:cubicBezTo>
                  <a:cubicBezTo>
                    <a:pt x="89" y="50"/>
                    <a:pt x="91" y="48"/>
                    <a:pt x="91" y="45"/>
                  </a:cubicBezTo>
                  <a:cubicBezTo>
                    <a:pt x="90" y="37"/>
                    <a:pt x="90" y="37"/>
                    <a:pt x="90" y="37"/>
                  </a:cubicBezTo>
                  <a:cubicBezTo>
                    <a:pt x="90" y="35"/>
                    <a:pt x="88" y="33"/>
                    <a:pt x="85" y="33"/>
                  </a:cubicBezTo>
                  <a:cubicBezTo>
                    <a:pt x="80" y="33"/>
                    <a:pt x="80" y="33"/>
                    <a:pt x="80" y="33"/>
                  </a:cubicBezTo>
                  <a:cubicBezTo>
                    <a:pt x="79" y="30"/>
                    <a:pt x="78" y="27"/>
                    <a:pt x="76" y="24"/>
                  </a:cubicBezTo>
                  <a:cubicBezTo>
                    <a:pt x="79" y="20"/>
                    <a:pt x="79" y="20"/>
                    <a:pt x="79" y="20"/>
                  </a:cubicBezTo>
                  <a:cubicBezTo>
                    <a:pt x="80" y="18"/>
                    <a:pt x="80" y="15"/>
                    <a:pt x="78" y="14"/>
                  </a:cubicBezTo>
                  <a:close/>
                  <a:moveTo>
                    <a:pt x="47" y="61"/>
                  </a:moveTo>
                  <a:cubicBezTo>
                    <a:pt x="38" y="62"/>
                    <a:pt x="30" y="55"/>
                    <a:pt x="30" y="46"/>
                  </a:cubicBezTo>
                  <a:cubicBezTo>
                    <a:pt x="29" y="37"/>
                    <a:pt x="36" y="30"/>
                    <a:pt x="44" y="29"/>
                  </a:cubicBezTo>
                  <a:cubicBezTo>
                    <a:pt x="53" y="28"/>
                    <a:pt x="61" y="35"/>
                    <a:pt x="62" y="44"/>
                  </a:cubicBezTo>
                  <a:cubicBezTo>
                    <a:pt x="62" y="52"/>
                    <a:pt x="56" y="60"/>
                    <a:pt x="47"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57"/>
            <p:cNvSpPr>
              <a:spLocks noEditPoints="1"/>
            </p:cNvSpPr>
            <p:nvPr/>
          </p:nvSpPr>
          <p:spPr bwMode="auto">
            <a:xfrm>
              <a:off x="623888" y="608013"/>
              <a:ext cx="274637" cy="276225"/>
            </a:xfrm>
            <a:custGeom>
              <a:avLst/>
              <a:gdLst>
                <a:gd name="T0" fmla="*/ 4 w 73"/>
                <a:gd name="T1" fmla="*/ 29 h 73"/>
                <a:gd name="T2" fmla="*/ 0 w 73"/>
                <a:gd name="T3" fmla="*/ 34 h 73"/>
                <a:gd name="T4" fmla="*/ 0 w 73"/>
                <a:gd name="T5" fmla="*/ 39 h 73"/>
                <a:gd name="T6" fmla="*/ 4 w 73"/>
                <a:gd name="T7" fmla="*/ 44 h 73"/>
                <a:gd name="T8" fmla="*/ 8 w 73"/>
                <a:gd name="T9" fmla="*/ 44 h 73"/>
                <a:gd name="T10" fmla="*/ 10 w 73"/>
                <a:gd name="T11" fmla="*/ 51 h 73"/>
                <a:gd name="T12" fmla="*/ 8 w 73"/>
                <a:gd name="T13" fmla="*/ 53 h 73"/>
                <a:gd name="T14" fmla="*/ 8 w 73"/>
                <a:gd name="T15" fmla="*/ 60 h 73"/>
                <a:gd name="T16" fmla="*/ 12 w 73"/>
                <a:gd name="T17" fmla="*/ 64 h 73"/>
                <a:gd name="T18" fmla="*/ 18 w 73"/>
                <a:gd name="T19" fmla="*/ 64 h 73"/>
                <a:gd name="T20" fmla="*/ 21 w 73"/>
                <a:gd name="T21" fmla="*/ 62 h 73"/>
                <a:gd name="T22" fmla="*/ 28 w 73"/>
                <a:gd name="T23" fmla="*/ 65 h 73"/>
                <a:gd name="T24" fmla="*/ 28 w 73"/>
                <a:gd name="T25" fmla="*/ 69 h 73"/>
                <a:gd name="T26" fmla="*/ 33 w 73"/>
                <a:gd name="T27" fmla="*/ 73 h 73"/>
                <a:gd name="T28" fmla="*/ 38 w 73"/>
                <a:gd name="T29" fmla="*/ 73 h 73"/>
                <a:gd name="T30" fmla="*/ 43 w 73"/>
                <a:gd name="T31" fmla="*/ 69 h 73"/>
                <a:gd name="T32" fmla="*/ 44 w 73"/>
                <a:gd name="T33" fmla="*/ 65 h 73"/>
                <a:gd name="T34" fmla="*/ 51 w 73"/>
                <a:gd name="T35" fmla="*/ 62 h 73"/>
                <a:gd name="T36" fmla="*/ 54 w 73"/>
                <a:gd name="T37" fmla="*/ 65 h 73"/>
                <a:gd name="T38" fmla="*/ 60 w 73"/>
                <a:gd name="T39" fmla="*/ 64 h 73"/>
                <a:gd name="T40" fmla="*/ 64 w 73"/>
                <a:gd name="T41" fmla="*/ 61 h 73"/>
                <a:gd name="T42" fmla="*/ 64 w 73"/>
                <a:gd name="T43" fmla="*/ 54 h 73"/>
                <a:gd name="T44" fmla="*/ 62 w 73"/>
                <a:gd name="T45" fmla="*/ 51 h 73"/>
                <a:gd name="T46" fmla="*/ 65 w 73"/>
                <a:gd name="T47" fmla="*/ 44 h 73"/>
                <a:gd name="T48" fmla="*/ 68 w 73"/>
                <a:gd name="T49" fmla="*/ 44 h 73"/>
                <a:gd name="T50" fmla="*/ 73 w 73"/>
                <a:gd name="T51" fmla="*/ 39 h 73"/>
                <a:gd name="T52" fmla="*/ 73 w 73"/>
                <a:gd name="T53" fmla="*/ 34 h 73"/>
                <a:gd name="T54" fmla="*/ 69 w 73"/>
                <a:gd name="T55" fmla="*/ 29 h 73"/>
                <a:gd name="T56" fmla="*/ 65 w 73"/>
                <a:gd name="T57" fmla="*/ 29 h 73"/>
                <a:gd name="T58" fmla="*/ 63 w 73"/>
                <a:gd name="T59" fmla="*/ 22 h 73"/>
                <a:gd name="T60" fmla="*/ 65 w 73"/>
                <a:gd name="T61" fmla="*/ 19 h 73"/>
                <a:gd name="T62" fmla="*/ 64 w 73"/>
                <a:gd name="T63" fmla="*/ 13 h 73"/>
                <a:gd name="T64" fmla="*/ 61 w 73"/>
                <a:gd name="T65" fmla="*/ 9 h 73"/>
                <a:gd name="T66" fmla="*/ 54 w 73"/>
                <a:gd name="T67" fmla="*/ 9 h 73"/>
                <a:gd name="T68" fmla="*/ 52 w 73"/>
                <a:gd name="T69" fmla="*/ 11 h 73"/>
                <a:gd name="T70" fmla="*/ 45 w 73"/>
                <a:gd name="T71" fmla="*/ 8 h 73"/>
                <a:gd name="T72" fmla="*/ 44 w 73"/>
                <a:gd name="T73" fmla="*/ 4 h 73"/>
                <a:gd name="T74" fmla="*/ 40 w 73"/>
                <a:gd name="T75" fmla="*/ 0 h 73"/>
                <a:gd name="T76" fmla="*/ 35 w 73"/>
                <a:gd name="T77" fmla="*/ 0 h 73"/>
                <a:gd name="T78" fmla="*/ 30 w 73"/>
                <a:gd name="T79" fmla="*/ 4 h 73"/>
                <a:gd name="T80" fmla="*/ 29 w 73"/>
                <a:gd name="T81" fmla="*/ 7 h 73"/>
                <a:gd name="T82" fmla="*/ 22 w 73"/>
                <a:gd name="T83" fmla="*/ 10 h 73"/>
                <a:gd name="T84" fmla="*/ 19 w 73"/>
                <a:gd name="T85" fmla="*/ 8 h 73"/>
                <a:gd name="T86" fmla="*/ 13 w 73"/>
                <a:gd name="T87" fmla="*/ 9 h 73"/>
                <a:gd name="T88" fmla="*/ 9 w 73"/>
                <a:gd name="T89" fmla="*/ 12 h 73"/>
                <a:gd name="T90" fmla="*/ 9 w 73"/>
                <a:gd name="T91" fmla="*/ 19 h 73"/>
                <a:gd name="T92" fmla="*/ 11 w 73"/>
                <a:gd name="T93" fmla="*/ 21 h 73"/>
                <a:gd name="T94" fmla="*/ 8 w 73"/>
                <a:gd name="T95" fmla="*/ 28 h 73"/>
                <a:gd name="T96" fmla="*/ 4 w 73"/>
                <a:gd name="T97" fmla="*/ 29 h 73"/>
                <a:gd name="T98" fmla="*/ 37 w 73"/>
                <a:gd name="T99" fmla="*/ 23 h 73"/>
                <a:gd name="T100" fmla="*/ 50 w 73"/>
                <a:gd name="T101" fmla="*/ 36 h 73"/>
                <a:gd name="T102" fmla="*/ 36 w 73"/>
                <a:gd name="T103" fmla="*/ 49 h 73"/>
                <a:gd name="T104" fmla="*/ 24 w 73"/>
                <a:gd name="T105" fmla="*/ 36 h 73"/>
                <a:gd name="T106" fmla="*/ 37 w 73"/>
                <a:gd name="T107" fmla="*/ 2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3" h="73">
                  <a:moveTo>
                    <a:pt x="4" y="29"/>
                  </a:moveTo>
                  <a:cubicBezTo>
                    <a:pt x="2" y="29"/>
                    <a:pt x="0" y="31"/>
                    <a:pt x="0" y="34"/>
                  </a:cubicBezTo>
                  <a:cubicBezTo>
                    <a:pt x="0" y="39"/>
                    <a:pt x="0" y="39"/>
                    <a:pt x="0" y="39"/>
                  </a:cubicBezTo>
                  <a:cubicBezTo>
                    <a:pt x="0" y="41"/>
                    <a:pt x="2" y="43"/>
                    <a:pt x="4" y="44"/>
                  </a:cubicBezTo>
                  <a:cubicBezTo>
                    <a:pt x="8" y="44"/>
                    <a:pt x="8" y="44"/>
                    <a:pt x="8" y="44"/>
                  </a:cubicBezTo>
                  <a:cubicBezTo>
                    <a:pt x="8" y="46"/>
                    <a:pt x="9" y="49"/>
                    <a:pt x="10" y="51"/>
                  </a:cubicBezTo>
                  <a:cubicBezTo>
                    <a:pt x="8" y="53"/>
                    <a:pt x="8" y="53"/>
                    <a:pt x="8" y="53"/>
                  </a:cubicBezTo>
                  <a:cubicBezTo>
                    <a:pt x="7" y="55"/>
                    <a:pt x="7" y="58"/>
                    <a:pt x="8" y="60"/>
                  </a:cubicBezTo>
                  <a:cubicBezTo>
                    <a:pt x="12" y="64"/>
                    <a:pt x="12" y="64"/>
                    <a:pt x="12" y="64"/>
                  </a:cubicBezTo>
                  <a:cubicBezTo>
                    <a:pt x="14" y="65"/>
                    <a:pt x="16" y="66"/>
                    <a:pt x="18" y="64"/>
                  </a:cubicBezTo>
                  <a:cubicBezTo>
                    <a:pt x="21" y="62"/>
                    <a:pt x="21" y="62"/>
                    <a:pt x="21" y="62"/>
                  </a:cubicBezTo>
                  <a:cubicBezTo>
                    <a:pt x="24" y="63"/>
                    <a:pt x="26" y="64"/>
                    <a:pt x="28" y="65"/>
                  </a:cubicBezTo>
                  <a:cubicBezTo>
                    <a:pt x="28" y="69"/>
                    <a:pt x="28" y="69"/>
                    <a:pt x="28" y="69"/>
                  </a:cubicBezTo>
                  <a:cubicBezTo>
                    <a:pt x="29" y="71"/>
                    <a:pt x="31" y="73"/>
                    <a:pt x="33" y="73"/>
                  </a:cubicBezTo>
                  <a:cubicBezTo>
                    <a:pt x="38" y="73"/>
                    <a:pt x="38" y="73"/>
                    <a:pt x="38" y="73"/>
                  </a:cubicBezTo>
                  <a:cubicBezTo>
                    <a:pt x="41" y="73"/>
                    <a:pt x="43" y="71"/>
                    <a:pt x="43" y="69"/>
                  </a:cubicBezTo>
                  <a:cubicBezTo>
                    <a:pt x="44" y="65"/>
                    <a:pt x="44" y="65"/>
                    <a:pt x="44" y="65"/>
                  </a:cubicBezTo>
                  <a:cubicBezTo>
                    <a:pt x="46" y="64"/>
                    <a:pt x="49" y="64"/>
                    <a:pt x="51" y="62"/>
                  </a:cubicBezTo>
                  <a:cubicBezTo>
                    <a:pt x="54" y="65"/>
                    <a:pt x="54" y="65"/>
                    <a:pt x="54" y="65"/>
                  </a:cubicBezTo>
                  <a:cubicBezTo>
                    <a:pt x="56" y="66"/>
                    <a:pt x="58" y="66"/>
                    <a:pt x="60" y="64"/>
                  </a:cubicBezTo>
                  <a:cubicBezTo>
                    <a:pt x="64" y="61"/>
                    <a:pt x="64" y="61"/>
                    <a:pt x="64" y="61"/>
                  </a:cubicBezTo>
                  <a:cubicBezTo>
                    <a:pt x="66" y="59"/>
                    <a:pt x="66" y="56"/>
                    <a:pt x="64" y="54"/>
                  </a:cubicBezTo>
                  <a:cubicBezTo>
                    <a:pt x="62" y="51"/>
                    <a:pt x="62" y="51"/>
                    <a:pt x="62" y="51"/>
                  </a:cubicBezTo>
                  <a:cubicBezTo>
                    <a:pt x="64" y="49"/>
                    <a:pt x="65" y="47"/>
                    <a:pt x="65" y="44"/>
                  </a:cubicBezTo>
                  <a:cubicBezTo>
                    <a:pt x="68" y="44"/>
                    <a:pt x="68" y="44"/>
                    <a:pt x="68" y="44"/>
                  </a:cubicBezTo>
                  <a:cubicBezTo>
                    <a:pt x="71" y="44"/>
                    <a:pt x="73" y="42"/>
                    <a:pt x="73" y="39"/>
                  </a:cubicBezTo>
                  <a:cubicBezTo>
                    <a:pt x="73" y="34"/>
                    <a:pt x="73" y="34"/>
                    <a:pt x="73" y="34"/>
                  </a:cubicBezTo>
                  <a:cubicBezTo>
                    <a:pt x="73" y="32"/>
                    <a:pt x="71" y="30"/>
                    <a:pt x="69" y="29"/>
                  </a:cubicBezTo>
                  <a:cubicBezTo>
                    <a:pt x="65" y="29"/>
                    <a:pt x="65" y="29"/>
                    <a:pt x="65" y="29"/>
                  </a:cubicBezTo>
                  <a:cubicBezTo>
                    <a:pt x="65" y="26"/>
                    <a:pt x="64" y="24"/>
                    <a:pt x="63" y="22"/>
                  </a:cubicBezTo>
                  <a:cubicBezTo>
                    <a:pt x="65" y="19"/>
                    <a:pt x="65" y="19"/>
                    <a:pt x="65" y="19"/>
                  </a:cubicBezTo>
                  <a:cubicBezTo>
                    <a:pt x="66" y="17"/>
                    <a:pt x="66" y="15"/>
                    <a:pt x="64" y="13"/>
                  </a:cubicBezTo>
                  <a:cubicBezTo>
                    <a:pt x="61" y="9"/>
                    <a:pt x="61" y="9"/>
                    <a:pt x="61" y="9"/>
                  </a:cubicBezTo>
                  <a:cubicBezTo>
                    <a:pt x="59" y="7"/>
                    <a:pt x="56" y="7"/>
                    <a:pt x="54" y="9"/>
                  </a:cubicBezTo>
                  <a:cubicBezTo>
                    <a:pt x="52" y="11"/>
                    <a:pt x="52" y="11"/>
                    <a:pt x="52" y="11"/>
                  </a:cubicBezTo>
                  <a:cubicBezTo>
                    <a:pt x="50" y="9"/>
                    <a:pt x="47" y="8"/>
                    <a:pt x="45" y="8"/>
                  </a:cubicBezTo>
                  <a:cubicBezTo>
                    <a:pt x="44" y="4"/>
                    <a:pt x="44" y="4"/>
                    <a:pt x="44" y="4"/>
                  </a:cubicBezTo>
                  <a:cubicBezTo>
                    <a:pt x="44" y="2"/>
                    <a:pt x="42" y="0"/>
                    <a:pt x="40" y="0"/>
                  </a:cubicBezTo>
                  <a:cubicBezTo>
                    <a:pt x="35" y="0"/>
                    <a:pt x="35" y="0"/>
                    <a:pt x="35" y="0"/>
                  </a:cubicBezTo>
                  <a:cubicBezTo>
                    <a:pt x="32" y="0"/>
                    <a:pt x="30" y="2"/>
                    <a:pt x="30" y="4"/>
                  </a:cubicBezTo>
                  <a:cubicBezTo>
                    <a:pt x="29" y="7"/>
                    <a:pt x="29" y="7"/>
                    <a:pt x="29" y="7"/>
                  </a:cubicBezTo>
                  <a:cubicBezTo>
                    <a:pt x="27" y="8"/>
                    <a:pt x="24" y="9"/>
                    <a:pt x="22" y="10"/>
                  </a:cubicBezTo>
                  <a:cubicBezTo>
                    <a:pt x="19" y="8"/>
                    <a:pt x="19" y="8"/>
                    <a:pt x="19" y="8"/>
                  </a:cubicBezTo>
                  <a:cubicBezTo>
                    <a:pt x="17" y="7"/>
                    <a:pt x="14" y="7"/>
                    <a:pt x="13" y="9"/>
                  </a:cubicBezTo>
                  <a:cubicBezTo>
                    <a:pt x="9" y="12"/>
                    <a:pt x="9" y="12"/>
                    <a:pt x="9" y="12"/>
                  </a:cubicBezTo>
                  <a:cubicBezTo>
                    <a:pt x="7" y="14"/>
                    <a:pt x="7" y="17"/>
                    <a:pt x="9" y="19"/>
                  </a:cubicBezTo>
                  <a:cubicBezTo>
                    <a:pt x="11" y="21"/>
                    <a:pt x="11" y="21"/>
                    <a:pt x="11" y="21"/>
                  </a:cubicBezTo>
                  <a:cubicBezTo>
                    <a:pt x="9" y="24"/>
                    <a:pt x="8" y="26"/>
                    <a:pt x="8" y="28"/>
                  </a:cubicBezTo>
                  <a:lnTo>
                    <a:pt x="4" y="29"/>
                  </a:lnTo>
                  <a:close/>
                  <a:moveTo>
                    <a:pt x="37" y="23"/>
                  </a:moveTo>
                  <a:cubicBezTo>
                    <a:pt x="44" y="23"/>
                    <a:pt x="50" y="29"/>
                    <a:pt x="50" y="36"/>
                  </a:cubicBezTo>
                  <a:cubicBezTo>
                    <a:pt x="50" y="44"/>
                    <a:pt x="44" y="49"/>
                    <a:pt x="36" y="49"/>
                  </a:cubicBezTo>
                  <a:cubicBezTo>
                    <a:pt x="29" y="49"/>
                    <a:pt x="23" y="43"/>
                    <a:pt x="24" y="36"/>
                  </a:cubicBezTo>
                  <a:cubicBezTo>
                    <a:pt x="24" y="29"/>
                    <a:pt x="30" y="23"/>
                    <a:pt x="37"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51" name="文本框 50"/>
          <p:cNvSpPr txBox="1"/>
          <p:nvPr/>
        </p:nvSpPr>
        <p:spPr>
          <a:xfrm>
            <a:off x="675111" y="2467645"/>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52" name="文本框 51"/>
          <p:cNvSpPr txBox="1"/>
          <p:nvPr/>
        </p:nvSpPr>
        <p:spPr>
          <a:xfrm>
            <a:off x="8617721" y="4248130"/>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53" name="矩形 52"/>
          <p:cNvSpPr/>
          <p:nvPr/>
        </p:nvSpPr>
        <p:spPr>
          <a:xfrm>
            <a:off x="1073273" y="3496698"/>
            <a:ext cx="2879982" cy="1372683"/>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添加内容添加内容添加内容添加内容添加内容添加内容添加内容添加内容添加内容添加内容添加内容</a:t>
            </a:r>
          </a:p>
        </p:txBody>
      </p:sp>
      <p:sp>
        <p:nvSpPr>
          <p:cNvPr id="54" name="矩形 53"/>
          <p:cNvSpPr/>
          <p:nvPr/>
        </p:nvSpPr>
        <p:spPr>
          <a:xfrm>
            <a:off x="8594257" y="2323758"/>
            <a:ext cx="2879982" cy="1372683"/>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添加内容添加内容添加内容添加内容添加内容添加内容添加内容添加内容添加内容添加内容添加内容</a:t>
            </a:r>
          </a:p>
        </p:txBody>
      </p:sp>
      <p:sp>
        <p:nvSpPr>
          <p:cNvPr id="55" name="椭圆 54"/>
          <p:cNvSpPr/>
          <p:nvPr/>
        </p:nvSpPr>
        <p:spPr>
          <a:xfrm>
            <a:off x="4785519" y="6397179"/>
            <a:ext cx="2620963" cy="323850"/>
          </a:xfrm>
          <a:prstGeom prst="ellipse">
            <a:avLst/>
          </a:prstGeom>
          <a:gradFill flip="none" rotWithShape="1">
            <a:gsLst>
              <a:gs pos="0">
                <a:schemeClr val="tx1">
                  <a:lumMod val="95000"/>
                  <a:lumOff val="5000"/>
                  <a:alpha val="50000"/>
                </a:schemeClr>
              </a:gs>
              <a:gs pos="90000">
                <a:schemeClr val="tx1">
                  <a:alpha val="0"/>
                  <a:lumMod val="0"/>
                  <a:lumOff val="100000"/>
                </a:schemeClr>
              </a:gs>
            </a:gsLst>
            <a:path path="shape">
              <a:fillToRect l="50000" t="50000" r="50000" b="50000"/>
            </a:path>
            <a:tileRect/>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1503180681"/>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Line 11"/>
          <p:cNvSpPr>
            <a:spLocks noChangeShapeType="1"/>
          </p:cNvSpPr>
          <p:nvPr/>
        </p:nvSpPr>
        <p:spPr bwMode="auto">
          <a:xfrm rot="10800000">
            <a:off x="7813963" y="4323419"/>
            <a:ext cx="3660275" cy="0"/>
          </a:xfrm>
          <a:prstGeom prst="line">
            <a:avLst/>
          </a:prstGeom>
          <a:noFill/>
          <a:ln w="19050" cap="rnd">
            <a:solidFill>
              <a:schemeClr val="bg1">
                <a:lumMod val="65000"/>
              </a:schemeClr>
            </a:solidFill>
            <a:prstDash val="solid"/>
            <a:round/>
            <a:headEnd type="stealth" w="lg" len="lg"/>
            <a:tailEnd type="oval"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kern="0">
              <a:solidFill>
                <a:sysClr val="windowText" lastClr="000000"/>
              </a:solidFill>
            </a:endParaRPr>
          </a:p>
        </p:txBody>
      </p:sp>
      <p:sp>
        <p:nvSpPr>
          <p:cNvPr id="14" name="Line 15"/>
          <p:cNvSpPr>
            <a:spLocks noChangeShapeType="1"/>
          </p:cNvSpPr>
          <p:nvPr/>
        </p:nvSpPr>
        <p:spPr bwMode="auto">
          <a:xfrm>
            <a:off x="881149" y="4321831"/>
            <a:ext cx="3424844" cy="0"/>
          </a:xfrm>
          <a:prstGeom prst="line">
            <a:avLst/>
          </a:prstGeom>
          <a:noFill/>
          <a:ln w="19050" cap="rnd">
            <a:solidFill>
              <a:schemeClr val="bg1">
                <a:lumMod val="65000"/>
              </a:schemeClr>
            </a:solidFill>
            <a:prstDash val="solid"/>
            <a:round/>
            <a:headEnd type="stealth" w="lg" len="lg"/>
            <a:tailEnd type="oval"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0" name="矩形 19"/>
          <p:cNvSpPr/>
          <p:nvPr/>
        </p:nvSpPr>
        <p:spPr>
          <a:xfrm>
            <a:off x="1073273" y="4579640"/>
            <a:ext cx="2879982" cy="1372683"/>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添加内容添加内容添加内容添加内容添加内容添加内容添加内容添加内容添加内容添加内容添加内容</a:t>
            </a:r>
          </a:p>
        </p:txBody>
      </p:sp>
      <p:sp>
        <p:nvSpPr>
          <p:cNvPr id="21" name="矩形 20"/>
          <p:cNvSpPr/>
          <p:nvPr/>
        </p:nvSpPr>
        <p:spPr>
          <a:xfrm>
            <a:off x="8594257" y="4579640"/>
            <a:ext cx="2879982" cy="1372683"/>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添加内容添加内容添加内容添加内容添加内容添加内容添加内容添加内容添加内容添加内容添加内容</a:t>
            </a:r>
          </a:p>
        </p:txBody>
      </p:sp>
      <p:sp>
        <p:nvSpPr>
          <p:cNvPr id="22"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二项循环</a:t>
            </a:r>
            <a:endParaRPr lang="zh-CN" altLang="zh-CN" sz="2800" b="1" dirty="0">
              <a:solidFill>
                <a:schemeClr val="tx1">
                  <a:lumMod val="65000"/>
                  <a:lumOff val="35000"/>
                </a:schemeClr>
              </a:solidFill>
            </a:endParaRPr>
          </a:p>
        </p:txBody>
      </p:sp>
      <p:sp>
        <p:nvSpPr>
          <p:cNvPr id="24" name="文本框 23"/>
          <p:cNvSpPr txBox="1"/>
          <p:nvPr/>
        </p:nvSpPr>
        <p:spPr>
          <a:xfrm>
            <a:off x="4139317" y="1058393"/>
            <a:ext cx="3913366"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25" name="Rectangle 58"/>
          <p:cNvSpPr/>
          <p:nvPr/>
        </p:nvSpPr>
        <p:spPr>
          <a:xfrm>
            <a:off x="3614043" y="1478661"/>
            <a:ext cx="4963915"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单击此处添加副标题</a:t>
            </a:r>
          </a:p>
        </p:txBody>
      </p:sp>
      <p:sp>
        <p:nvSpPr>
          <p:cNvPr id="26" name="圆角矩形 25"/>
          <p:cNvSpPr/>
          <p:nvPr/>
        </p:nvSpPr>
        <p:spPr>
          <a:xfrm>
            <a:off x="1149079" y="3721845"/>
            <a:ext cx="2163948" cy="437365"/>
          </a:xfrm>
          <a:prstGeom prst="roundRect">
            <a:avLst/>
          </a:pr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r>
              <a:rPr lang="zh-CN" altLang="en-US" b="1" kern="0" dirty="0">
                <a:solidFill>
                  <a:srgbClr val="FFFFFF"/>
                </a:solidFill>
              </a:rPr>
              <a:t>单击添加标题</a:t>
            </a:r>
          </a:p>
        </p:txBody>
      </p:sp>
      <p:sp>
        <p:nvSpPr>
          <p:cNvPr id="27" name="圆角矩形 26"/>
          <p:cNvSpPr/>
          <p:nvPr/>
        </p:nvSpPr>
        <p:spPr>
          <a:xfrm>
            <a:off x="8655232" y="3721845"/>
            <a:ext cx="2163948" cy="437365"/>
          </a:xfrm>
          <a:prstGeom prst="roundRect">
            <a:avLst/>
          </a:pr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r>
              <a:rPr lang="zh-CN" altLang="en-US" b="1" kern="0" dirty="0">
                <a:solidFill>
                  <a:srgbClr val="FFFFFF"/>
                </a:solidFill>
              </a:rPr>
              <a:t>单击添加标题</a:t>
            </a:r>
          </a:p>
        </p:txBody>
      </p:sp>
      <p:sp>
        <p:nvSpPr>
          <p:cNvPr id="19" name="椭圆 18"/>
          <p:cNvSpPr/>
          <p:nvPr/>
        </p:nvSpPr>
        <p:spPr>
          <a:xfrm>
            <a:off x="4946284" y="3180602"/>
            <a:ext cx="2299432" cy="2299430"/>
          </a:xfrm>
          <a:prstGeom prst="ellipse">
            <a:avLst/>
          </a:prstGeom>
          <a:solidFill>
            <a:schemeClr val="bg1">
              <a:lumMod val="75000"/>
            </a:schemeClr>
          </a:solidFill>
          <a:ln>
            <a:noFill/>
          </a:ln>
          <a:effectLst>
            <a:innerShdw blurRad="190500" dist="50800" dir="13500000">
              <a:prstClr val="black">
                <a:alpha val="42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3" name="组合 16"/>
          <p:cNvGrpSpPr/>
          <p:nvPr/>
        </p:nvGrpSpPr>
        <p:grpSpPr>
          <a:xfrm>
            <a:off x="4074016" y="1982902"/>
            <a:ext cx="4043968" cy="4715960"/>
            <a:chOff x="4486275" y="1789834"/>
            <a:chExt cx="3209925" cy="3743325"/>
          </a:xfrm>
        </p:grpSpPr>
        <p:sp>
          <p:nvSpPr>
            <p:cNvPr id="28" name="Freeform 7"/>
            <p:cNvSpPr>
              <a:spLocks/>
            </p:cNvSpPr>
            <p:nvPr/>
          </p:nvSpPr>
          <p:spPr bwMode="auto">
            <a:xfrm rot="5400000">
              <a:off x="3859237" y="2416872"/>
              <a:ext cx="3395220" cy="2141143"/>
            </a:xfrm>
            <a:custGeom>
              <a:avLst/>
              <a:gdLst>
                <a:gd name="T0" fmla="*/ 224 w 2848"/>
                <a:gd name="T1" fmla="*/ 484 h 1795"/>
                <a:gd name="T2" fmla="*/ 231 w 2848"/>
                <a:gd name="T3" fmla="*/ 587 h 1795"/>
                <a:gd name="T4" fmla="*/ 246 w 2848"/>
                <a:gd name="T5" fmla="*/ 687 h 1795"/>
                <a:gd name="T6" fmla="*/ 267 w 2848"/>
                <a:gd name="T7" fmla="*/ 785 h 1795"/>
                <a:gd name="T8" fmla="*/ 295 w 2848"/>
                <a:gd name="T9" fmla="*/ 881 h 1795"/>
                <a:gd name="T10" fmla="*/ 329 w 2848"/>
                <a:gd name="T11" fmla="*/ 973 h 1795"/>
                <a:gd name="T12" fmla="*/ 371 w 2848"/>
                <a:gd name="T13" fmla="*/ 1062 h 1795"/>
                <a:gd name="T14" fmla="*/ 419 w 2848"/>
                <a:gd name="T15" fmla="*/ 1147 h 1795"/>
                <a:gd name="T16" fmla="*/ 472 w 2848"/>
                <a:gd name="T17" fmla="*/ 1228 h 1795"/>
                <a:gd name="T18" fmla="*/ 531 w 2848"/>
                <a:gd name="T19" fmla="*/ 1305 h 1795"/>
                <a:gd name="T20" fmla="*/ 595 w 2848"/>
                <a:gd name="T21" fmla="*/ 1377 h 1795"/>
                <a:gd name="T22" fmla="*/ 665 w 2848"/>
                <a:gd name="T23" fmla="*/ 1445 h 1795"/>
                <a:gd name="T24" fmla="*/ 739 w 2848"/>
                <a:gd name="T25" fmla="*/ 1508 h 1795"/>
                <a:gd name="T26" fmla="*/ 817 w 2848"/>
                <a:gd name="T27" fmla="*/ 1565 h 1795"/>
                <a:gd name="T28" fmla="*/ 900 w 2848"/>
                <a:gd name="T29" fmla="*/ 1617 h 1795"/>
                <a:gd name="T30" fmla="*/ 986 w 2848"/>
                <a:gd name="T31" fmla="*/ 1662 h 1795"/>
                <a:gd name="T32" fmla="*/ 1076 w 2848"/>
                <a:gd name="T33" fmla="*/ 1702 h 1795"/>
                <a:gd name="T34" fmla="*/ 1169 w 2848"/>
                <a:gd name="T35" fmla="*/ 1734 h 1795"/>
                <a:gd name="T36" fmla="*/ 1266 w 2848"/>
                <a:gd name="T37" fmla="*/ 1761 h 1795"/>
                <a:gd name="T38" fmla="*/ 1365 w 2848"/>
                <a:gd name="T39" fmla="*/ 1780 h 1795"/>
                <a:gd name="T40" fmla="*/ 1467 w 2848"/>
                <a:gd name="T41" fmla="*/ 1790 h 1795"/>
                <a:gd name="T42" fmla="*/ 1569 w 2848"/>
                <a:gd name="T43" fmla="*/ 1795 h 1795"/>
                <a:gd name="T44" fmla="*/ 1680 w 2848"/>
                <a:gd name="T45" fmla="*/ 1790 h 1795"/>
                <a:gd name="T46" fmla="*/ 1842 w 2848"/>
                <a:gd name="T47" fmla="*/ 1767 h 1795"/>
                <a:gd name="T48" fmla="*/ 1997 w 2848"/>
                <a:gd name="T49" fmla="*/ 1725 h 1795"/>
                <a:gd name="T50" fmla="*/ 2143 w 2848"/>
                <a:gd name="T51" fmla="*/ 1666 h 1795"/>
                <a:gd name="T52" fmla="*/ 2281 w 2848"/>
                <a:gd name="T53" fmla="*/ 1592 h 1795"/>
                <a:gd name="T54" fmla="*/ 2408 w 2848"/>
                <a:gd name="T55" fmla="*/ 1501 h 1795"/>
                <a:gd name="T56" fmla="*/ 2525 w 2848"/>
                <a:gd name="T57" fmla="*/ 1397 h 1795"/>
                <a:gd name="T58" fmla="*/ 2627 w 2848"/>
                <a:gd name="T59" fmla="*/ 1280 h 1795"/>
                <a:gd name="T60" fmla="*/ 2716 w 2848"/>
                <a:gd name="T61" fmla="*/ 1153 h 1795"/>
                <a:gd name="T62" fmla="*/ 2790 w 2848"/>
                <a:gd name="T63" fmla="*/ 1015 h 1795"/>
                <a:gd name="T64" fmla="*/ 2848 w 2848"/>
                <a:gd name="T65" fmla="*/ 867 h 1795"/>
                <a:gd name="T66" fmla="*/ 2721 w 2848"/>
                <a:gd name="T67" fmla="*/ 994 h 1795"/>
                <a:gd name="T68" fmla="*/ 2691 w 2848"/>
                <a:gd name="T69" fmla="*/ 1003 h 1795"/>
                <a:gd name="T70" fmla="*/ 2671 w 2848"/>
                <a:gd name="T71" fmla="*/ 999 h 1795"/>
                <a:gd name="T72" fmla="*/ 2415 w 2848"/>
                <a:gd name="T73" fmla="*/ 749 h 1795"/>
                <a:gd name="T74" fmla="*/ 2390 w 2848"/>
                <a:gd name="T75" fmla="*/ 813 h 1795"/>
                <a:gd name="T76" fmla="*/ 2343 w 2848"/>
                <a:gd name="T77" fmla="*/ 905 h 1795"/>
                <a:gd name="T78" fmla="*/ 2286 w 2848"/>
                <a:gd name="T79" fmla="*/ 990 h 1795"/>
                <a:gd name="T80" fmla="*/ 2220 w 2848"/>
                <a:gd name="T81" fmla="*/ 1066 h 1795"/>
                <a:gd name="T82" fmla="*/ 2146 w 2848"/>
                <a:gd name="T83" fmla="*/ 1136 h 1795"/>
                <a:gd name="T84" fmla="*/ 2064 w 2848"/>
                <a:gd name="T85" fmla="*/ 1198 h 1795"/>
                <a:gd name="T86" fmla="*/ 1976 w 2848"/>
                <a:gd name="T87" fmla="*/ 1249 h 1795"/>
                <a:gd name="T88" fmla="*/ 1882 w 2848"/>
                <a:gd name="T89" fmla="*/ 1291 h 1795"/>
                <a:gd name="T90" fmla="*/ 1782 w 2848"/>
                <a:gd name="T91" fmla="*/ 1320 h 1795"/>
                <a:gd name="T92" fmla="*/ 1678 w 2848"/>
                <a:gd name="T93" fmla="*/ 1339 h 1795"/>
                <a:gd name="T94" fmla="*/ 1569 w 2848"/>
                <a:gd name="T95" fmla="*/ 1346 h 1795"/>
                <a:gd name="T96" fmla="*/ 1478 w 2848"/>
                <a:gd name="T97" fmla="*/ 1342 h 1795"/>
                <a:gd name="T98" fmla="*/ 1345 w 2848"/>
                <a:gd name="T99" fmla="*/ 1318 h 1795"/>
                <a:gd name="T100" fmla="*/ 1221 w 2848"/>
                <a:gd name="T101" fmla="*/ 1275 h 1795"/>
                <a:gd name="T102" fmla="*/ 1104 w 2848"/>
                <a:gd name="T103" fmla="*/ 1216 h 1795"/>
                <a:gd name="T104" fmla="*/ 999 w 2848"/>
                <a:gd name="T105" fmla="*/ 1141 h 1795"/>
                <a:gd name="T106" fmla="*/ 906 w 2848"/>
                <a:gd name="T107" fmla="*/ 1052 h 1795"/>
                <a:gd name="T108" fmla="*/ 825 w 2848"/>
                <a:gd name="T109" fmla="*/ 951 h 1795"/>
                <a:gd name="T110" fmla="*/ 760 w 2848"/>
                <a:gd name="T111" fmla="*/ 839 h 1795"/>
                <a:gd name="T112" fmla="*/ 713 w 2848"/>
                <a:gd name="T113" fmla="*/ 716 h 1795"/>
                <a:gd name="T114" fmla="*/ 683 w 2848"/>
                <a:gd name="T115" fmla="*/ 586 h 1795"/>
                <a:gd name="T116" fmla="*/ 673 w 2848"/>
                <a:gd name="T117" fmla="*/ 449 h 1795"/>
                <a:gd name="T118" fmla="*/ 0 w 2848"/>
                <a:gd name="T119" fmla="*/ 449 h 17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48" h="1795">
                  <a:moveTo>
                    <a:pt x="224" y="449"/>
                  </a:moveTo>
                  <a:lnTo>
                    <a:pt x="224" y="449"/>
                  </a:lnTo>
                  <a:lnTo>
                    <a:pt x="224" y="484"/>
                  </a:lnTo>
                  <a:lnTo>
                    <a:pt x="226" y="519"/>
                  </a:lnTo>
                  <a:lnTo>
                    <a:pt x="228" y="553"/>
                  </a:lnTo>
                  <a:lnTo>
                    <a:pt x="231" y="587"/>
                  </a:lnTo>
                  <a:lnTo>
                    <a:pt x="235" y="620"/>
                  </a:lnTo>
                  <a:lnTo>
                    <a:pt x="240" y="654"/>
                  </a:lnTo>
                  <a:lnTo>
                    <a:pt x="246" y="687"/>
                  </a:lnTo>
                  <a:lnTo>
                    <a:pt x="252" y="720"/>
                  </a:lnTo>
                  <a:lnTo>
                    <a:pt x="259" y="754"/>
                  </a:lnTo>
                  <a:lnTo>
                    <a:pt x="267" y="785"/>
                  </a:lnTo>
                  <a:lnTo>
                    <a:pt x="275" y="817"/>
                  </a:lnTo>
                  <a:lnTo>
                    <a:pt x="285" y="849"/>
                  </a:lnTo>
                  <a:lnTo>
                    <a:pt x="295" y="881"/>
                  </a:lnTo>
                  <a:lnTo>
                    <a:pt x="306" y="912"/>
                  </a:lnTo>
                  <a:lnTo>
                    <a:pt x="318" y="942"/>
                  </a:lnTo>
                  <a:lnTo>
                    <a:pt x="329" y="973"/>
                  </a:lnTo>
                  <a:lnTo>
                    <a:pt x="342" y="1003"/>
                  </a:lnTo>
                  <a:lnTo>
                    <a:pt x="357" y="1032"/>
                  </a:lnTo>
                  <a:lnTo>
                    <a:pt x="371" y="1062"/>
                  </a:lnTo>
                  <a:lnTo>
                    <a:pt x="386" y="1090"/>
                  </a:lnTo>
                  <a:lnTo>
                    <a:pt x="403" y="1118"/>
                  </a:lnTo>
                  <a:lnTo>
                    <a:pt x="419" y="1147"/>
                  </a:lnTo>
                  <a:lnTo>
                    <a:pt x="436" y="1174"/>
                  </a:lnTo>
                  <a:lnTo>
                    <a:pt x="453" y="1201"/>
                  </a:lnTo>
                  <a:lnTo>
                    <a:pt x="472" y="1228"/>
                  </a:lnTo>
                  <a:lnTo>
                    <a:pt x="491" y="1254"/>
                  </a:lnTo>
                  <a:lnTo>
                    <a:pt x="511" y="1280"/>
                  </a:lnTo>
                  <a:lnTo>
                    <a:pt x="531" y="1305"/>
                  </a:lnTo>
                  <a:lnTo>
                    <a:pt x="553" y="1330"/>
                  </a:lnTo>
                  <a:lnTo>
                    <a:pt x="574" y="1353"/>
                  </a:lnTo>
                  <a:lnTo>
                    <a:pt x="595" y="1377"/>
                  </a:lnTo>
                  <a:lnTo>
                    <a:pt x="618" y="1401"/>
                  </a:lnTo>
                  <a:lnTo>
                    <a:pt x="641" y="1423"/>
                  </a:lnTo>
                  <a:lnTo>
                    <a:pt x="665" y="1445"/>
                  </a:lnTo>
                  <a:lnTo>
                    <a:pt x="690" y="1467"/>
                  </a:lnTo>
                  <a:lnTo>
                    <a:pt x="713" y="1487"/>
                  </a:lnTo>
                  <a:lnTo>
                    <a:pt x="739" y="1508"/>
                  </a:lnTo>
                  <a:lnTo>
                    <a:pt x="764" y="1527"/>
                  </a:lnTo>
                  <a:lnTo>
                    <a:pt x="791" y="1546"/>
                  </a:lnTo>
                  <a:lnTo>
                    <a:pt x="817" y="1565"/>
                  </a:lnTo>
                  <a:lnTo>
                    <a:pt x="844" y="1582"/>
                  </a:lnTo>
                  <a:lnTo>
                    <a:pt x="872" y="1600"/>
                  </a:lnTo>
                  <a:lnTo>
                    <a:pt x="900" y="1617"/>
                  </a:lnTo>
                  <a:lnTo>
                    <a:pt x="928" y="1632"/>
                  </a:lnTo>
                  <a:lnTo>
                    <a:pt x="957" y="1647"/>
                  </a:lnTo>
                  <a:lnTo>
                    <a:pt x="986" y="1662"/>
                  </a:lnTo>
                  <a:lnTo>
                    <a:pt x="1016" y="1676"/>
                  </a:lnTo>
                  <a:lnTo>
                    <a:pt x="1046" y="1689"/>
                  </a:lnTo>
                  <a:lnTo>
                    <a:pt x="1076" y="1702"/>
                  </a:lnTo>
                  <a:lnTo>
                    <a:pt x="1106" y="1714"/>
                  </a:lnTo>
                  <a:lnTo>
                    <a:pt x="1138" y="1724"/>
                  </a:lnTo>
                  <a:lnTo>
                    <a:pt x="1169" y="1734"/>
                  </a:lnTo>
                  <a:lnTo>
                    <a:pt x="1201" y="1743"/>
                  </a:lnTo>
                  <a:lnTo>
                    <a:pt x="1233" y="1752"/>
                  </a:lnTo>
                  <a:lnTo>
                    <a:pt x="1266" y="1761"/>
                  </a:lnTo>
                  <a:lnTo>
                    <a:pt x="1299" y="1768"/>
                  </a:lnTo>
                  <a:lnTo>
                    <a:pt x="1332" y="1774"/>
                  </a:lnTo>
                  <a:lnTo>
                    <a:pt x="1365" y="1780"/>
                  </a:lnTo>
                  <a:lnTo>
                    <a:pt x="1398" y="1784"/>
                  </a:lnTo>
                  <a:lnTo>
                    <a:pt x="1432" y="1788"/>
                  </a:lnTo>
                  <a:lnTo>
                    <a:pt x="1467" y="1790"/>
                  </a:lnTo>
                  <a:lnTo>
                    <a:pt x="1501" y="1793"/>
                  </a:lnTo>
                  <a:lnTo>
                    <a:pt x="1535" y="1794"/>
                  </a:lnTo>
                  <a:lnTo>
                    <a:pt x="1569" y="1795"/>
                  </a:lnTo>
                  <a:lnTo>
                    <a:pt x="1569" y="1795"/>
                  </a:lnTo>
                  <a:lnTo>
                    <a:pt x="1625" y="1794"/>
                  </a:lnTo>
                  <a:lnTo>
                    <a:pt x="1680" y="1790"/>
                  </a:lnTo>
                  <a:lnTo>
                    <a:pt x="1735" y="1784"/>
                  </a:lnTo>
                  <a:lnTo>
                    <a:pt x="1789" y="1777"/>
                  </a:lnTo>
                  <a:lnTo>
                    <a:pt x="1842" y="1767"/>
                  </a:lnTo>
                  <a:lnTo>
                    <a:pt x="1894" y="1755"/>
                  </a:lnTo>
                  <a:lnTo>
                    <a:pt x="1946" y="1742"/>
                  </a:lnTo>
                  <a:lnTo>
                    <a:pt x="1997" y="1725"/>
                  </a:lnTo>
                  <a:lnTo>
                    <a:pt x="2046" y="1708"/>
                  </a:lnTo>
                  <a:lnTo>
                    <a:pt x="2096" y="1688"/>
                  </a:lnTo>
                  <a:lnTo>
                    <a:pt x="2143" y="1666"/>
                  </a:lnTo>
                  <a:lnTo>
                    <a:pt x="2191" y="1643"/>
                  </a:lnTo>
                  <a:lnTo>
                    <a:pt x="2237" y="1618"/>
                  </a:lnTo>
                  <a:lnTo>
                    <a:pt x="2281" y="1592"/>
                  </a:lnTo>
                  <a:lnTo>
                    <a:pt x="2325" y="1562"/>
                  </a:lnTo>
                  <a:lnTo>
                    <a:pt x="2368" y="1533"/>
                  </a:lnTo>
                  <a:lnTo>
                    <a:pt x="2408" y="1501"/>
                  </a:lnTo>
                  <a:lnTo>
                    <a:pt x="2448" y="1468"/>
                  </a:lnTo>
                  <a:lnTo>
                    <a:pt x="2487" y="1434"/>
                  </a:lnTo>
                  <a:lnTo>
                    <a:pt x="2525" y="1397"/>
                  </a:lnTo>
                  <a:lnTo>
                    <a:pt x="2560" y="1359"/>
                  </a:lnTo>
                  <a:lnTo>
                    <a:pt x="2594" y="1322"/>
                  </a:lnTo>
                  <a:lnTo>
                    <a:pt x="2627" y="1280"/>
                  </a:lnTo>
                  <a:lnTo>
                    <a:pt x="2658" y="1239"/>
                  </a:lnTo>
                  <a:lnTo>
                    <a:pt x="2689" y="1196"/>
                  </a:lnTo>
                  <a:lnTo>
                    <a:pt x="2716" y="1153"/>
                  </a:lnTo>
                  <a:lnTo>
                    <a:pt x="2743" y="1108"/>
                  </a:lnTo>
                  <a:lnTo>
                    <a:pt x="2768" y="1062"/>
                  </a:lnTo>
                  <a:lnTo>
                    <a:pt x="2790" y="1015"/>
                  </a:lnTo>
                  <a:lnTo>
                    <a:pt x="2812" y="966"/>
                  </a:lnTo>
                  <a:lnTo>
                    <a:pt x="2832" y="918"/>
                  </a:lnTo>
                  <a:lnTo>
                    <a:pt x="2848" y="867"/>
                  </a:lnTo>
                  <a:lnTo>
                    <a:pt x="2728" y="987"/>
                  </a:lnTo>
                  <a:lnTo>
                    <a:pt x="2728" y="987"/>
                  </a:lnTo>
                  <a:lnTo>
                    <a:pt x="2721" y="994"/>
                  </a:lnTo>
                  <a:lnTo>
                    <a:pt x="2711" y="999"/>
                  </a:lnTo>
                  <a:lnTo>
                    <a:pt x="2702" y="1002"/>
                  </a:lnTo>
                  <a:lnTo>
                    <a:pt x="2691" y="1003"/>
                  </a:lnTo>
                  <a:lnTo>
                    <a:pt x="2691" y="1003"/>
                  </a:lnTo>
                  <a:lnTo>
                    <a:pt x="2681" y="1002"/>
                  </a:lnTo>
                  <a:lnTo>
                    <a:pt x="2671" y="999"/>
                  </a:lnTo>
                  <a:lnTo>
                    <a:pt x="2662" y="994"/>
                  </a:lnTo>
                  <a:lnTo>
                    <a:pt x="2653" y="987"/>
                  </a:lnTo>
                  <a:lnTo>
                    <a:pt x="2415" y="749"/>
                  </a:lnTo>
                  <a:lnTo>
                    <a:pt x="2415" y="749"/>
                  </a:lnTo>
                  <a:lnTo>
                    <a:pt x="2403" y="782"/>
                  </a:lnTo>
                  <a:lnTo>
                    <a:pt x="2390" y="813"/>
                  </a:lnTo>
                  <a:lnTo>
                    <a:pt x="2375" y="844"/>
                  </a:lnTo>
                  <a:lnTo>
                    <a:pt x="2359" y="875"/>
                  </a:lnTo>
                  <a:lnTo>
                    <a:pt x="2343" y="905"/>
                  </a:lnTo>
                  <a:lnTo>
                    <a:pt x="2325" y="933"/>
                  </a:lnTo>
                  <a:lnTo>
                    <a:pt x="2306" y="961"/>
                  </a:lnTo>
                  <a:lnTo>
                    <a:pt x="2286" y="990"/>
                  </a:lnTo>
                  <a:lnTo>
                    <a:pt x="2265" y="1016"/>
                  </a:lnTo>
                  <a:lnTo>
                    <a:pt x="2243" y="1042"/>
                  </a:lnTo>
                  <a:lnTo>
                    <a:pt x="2220" y="1066"/>
                  </a:lnTo>
                  <a:lnTo>
                    <a:pt x="2196" y="1091"/>
                  </a:lnTo>
                  <a:lnTo>
                    <a:pt x="2172" y="1114"/>
                  </a:lnTo>
                  <a:lnTo>
                    <a:pt x="2146" y="1136"/>
                  </a:lnTo>
                  <a:lnTo>
                    <a:pt x="2120" y="1157"/>
                  </a:lnTo>
                  <a:lnTo>
                    <a:pt x="2093" y="1179"/>
                  </a:lnTo>
                  <a:lnTo>
                    <a:pt x="2064" y="1198"/>
                  </a:lnTo>
                  <a:lnTo>
                    <a:pt x="2036" y="1215"/>
                  </a:lnTo>
                  <a:lnTo>
                    <a:pt x="2006" y="1233"/>
                  </a:lnTo>
                  <a:lnTo>
                    <a:pt x="1976" y="1249"/>
                  </a:lnTo>
                  <a:lnTo>
                    <a:pt x="1945" y="1264"/>
                  </a:lnTo>
                  <a:lnTo>
                    <a:pt x="1914" y="1278"/>
                  </a:lnTo>
                  <a:lnTo>
                    <a:pt x="1882" y="1291"/>
                  </a:lnTo>
                  <a:lnTo>
                    <a:pt x="1849" y="1301"/>
                  </a:lnTo>
                  <a:lnTo>
                    <a:pt x="1816" y="1312"/>
                  </a:lnTo>
                  <a:lnTo>
                    <a:pt x="1782" y="1320"/>
                  </a:lnTo>
                  <a:lnTo>
                    <a:pt x="1748" y="1329"/>
                  </a:lnTo>
                  <a:lnTo>
                    <a:pt x="1713" y="1334"/>
                  </a:lnTo>
                  <a:lnTo>
                    <a:pt x="1678" y="1339"/>
                  </a:lnTo>
                  <a:lnTo>
                    <a:pt x="1643" y="1343"/>
                  </a:lnTo>
                  <a:lnTo>
                    <a:pt x="1606" y="1345"/>
                  </a:lnTo>
                  <a:lnTo>
                    <a:pt x="1569" y="1346"/>
                  </a:lnTo>
                  <a:lnTo>
                    <a:pt x="1569" y="1346"/>
                  </a:lnTo>
                  <a:lnTo>
                    <a:pt x="1523" y="1345"/>
                  </a:lnTo>
                  <a:lnTo>
                    <a:pt x="1478" y="1342"/>
                  </a:lnTo>
                  <a:lnTo>
                    <a:pt x="1434" y="1336"/>
                  </a:lnTo>
                  <a:lnTo>
                    <a:pt x="1389" y="1327"/>
                  </a:lnTo>
                  <a:lnTo>
                    <a:pt x="1345" y="1318"/>
                  </a:lnTo>
                  <a:lnTo>
                    <a:pt x="1303" y="1306"/>
                  </a:lnTo>
                  <a:lnTo>
                    <a:pt x="1261" y="1292"/>
                  </a:lnTo>
                  <a:lnTo>
                    <a:pt x="1221" y="1275"/>
                  </a:lnTo>
                  <a:lnTo>
                    <a:pt x="1181" y="1258"/>
                  </a:lnTo>
                  <a:lnTo>
                    <a:pt x="1142" y="1238"/>
                  </a:lnTo>
                  <a:lnTo>
                    <a:pt x="1104" y="1216"/>
                  </a:lnTo>
                  <a:lnTo>
                    <a:pt x="1069" y="1193"/>
                  </a:lnTo>
                  <a:lnTo>
                    <a:pt x="1033" y="1168"/>
                  </a:lnTo>
                  <a:lnTo>
                    <a:pt x="999" y="1141"/>
                  </a:lnTo>
                  <a:lnTo>
                    <a:pt x="966" y="1114"/>
                  </a:lnTo>
                  <a:lnTo>
                    <a:pt x="935" y="1083"/>
                  </a:lnTo>
                  <a:lnTo>
                    <a:pt x="906" y="1052"/>
                  </a:lnTo>
                  <a:lnTo>
                    <a:pt x="877" y="1019"/>
                  </a:lnTo>
                  <a:lnTo>
                    <a:pt x="850" y="986"/>
                  </a:lnTo>
                  <a:lnTo>
                    <a:pt x="825" y="951"/>
                  </a:lnTo>
                  <a:lnTo>
                    <a:pt x="803" y="914"/>
                  </a:lnTo>
                  <a:lnTo>
                    <a:pt x="781" y="876"/>
                  </a:lnTo>
                  <a:lnTo>
                    <a:pt x="760" y="839"/>
                  </a:lnTo>
                  <a:lnTo>
                    <a:pt x="743" y="798"/>
                  </a:lnTo>
                  <a:lnTo>
                    <a:pt x="727" y="757"/>
                  </a:lnTo>
                  <a:lnTo>
                    <a:pt x="713" y="716"/>
                  </a:lnTo>
                  <a:lnTo>
                    <a:pt x="700" y="673"/>
                  </a:lnTo>
                  <a:lnTo>
                    <a:pt x="691" y="630"/>
                  </a:lnTo>
                  <a:lnTo>
                    <a:pt x="683" y="586"/>
                  </a:lnTo>
                  <a:lnTo>
                    <a:pt x="677" y="541"/>
                  </a:lnTo>
                  <a:lnTo>
                    <a:pt x="674" y="495"/>
                  </a:lnTo>
                  <a:lnTo>
                    <a:pt x="673" y="449"/>
                  </a:lnTo>
                  <a:lnTo>
                    <a:pt x="897" y="449"/>
                  </a:lnTo>
                  <a:lnTo>
                    <a:pt x="449" y="0"/>
                  </a:lnTo>
                  <a:lnTo>
                    <a:pt x="0" y="449"/>
                  </a:lnTo>
                  <a:lnTo>
                    <a:pt x="224" y="449"/>
                  </a:lnTo>
                  <a:close/>
                </a:path>
              </a:pathLst>
            </a:custGeom>
            <a:gradFill>
              <a:gsLst>
                <a:gs pos="0">
                  <a:srgbClr val="E0E200"/>
                </a:gs>
                <a:gs pos="84000">
                  <a:srgbClr val="94C11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9" name="Freeform 8"/>
            <p:cNvSpPr>
              <a:spLocks/>
            </p:cNvSpPr>
            <p:nvPr/>
          </p:nvSpPr>
          <p:spPr bwMode="auto">
            <a:xfrm rot="5400000">
              <a:off x="4928019" y="2764978"/>
              <a:ext cx="3396412" cy="2139950"/>
            </a:xfrm>
            <a:custGeom>
              <a:avLst/>
              <a:gdLst>
                <a:gd name="T0" fmla="*/ 2623 w 2849"/>
                <a:gd name="T1" fmla="*/ 1311 h 1794"/>
                <a:gd name="T2" fmla="*/ 2618 w 2849"/>
                <a:gd name="T3" fmla="*/ 1208 h 1794"/>
                <a:gd name="T4" fmla="*/ 2603 w 2849"/>
                <a:gd name="T5" fmla="*/ 1106 h 1794"/>
                <a:gd name="T6" fmla="*/ 2582 w 2849"/>
                <a:gd name="T7" fmla="*/ 1008 h 1794"/>
                <a:gd name="T8" fmla="*/ 2554 w 2849"/>
                <a:gd name="T9" fmla="*/ 914 h 1794"/>
                <a:gd name="T10" fmla="*/ 2518 w 2849"/>
                <a:gd name="T11" fmla="*/ 822 h 1794"/>
                <a:gd name="T12" fmla="*/ 2477 w 2849"/>
                <a:gd name="T13" fmla="*/ 732 h 1794"/>
                <a:gd name="T14" fmla="*/ 2430 w 2849"/>
                <a:gd name="T15" fmla="*/ 647 h 1794"/>
                <a:gd name="T16" fmla="*/ 2377 w 2849"/>
                <a:gd name="T17" fmla="*/ 567 h 1794"/>
                <a:gd name="T18" fmla="*/ 2318 w 2849"/>
                <a:gd name="T19" fmla="*/ 489 h 1794"/>
                <a:gd name="T20" fmla="*/ 2253 w 2849"/>
                <a:gd name="T21" fmla="*/ 417 h 1794"/>
                <a:gd name="T22" fmla="*/ 2183 w 2849"/>
                <a:gd name="T23" fmla="*/ 350 h 1794"/>
                <a:gd name="T24" fmla="*/ 2110 w 2849"/>
                <a:gd name="T25" fmla="*/ 287 h 1794"/>
                <a:gd name="T26" fmla="*/ 2031 w 2849"/>
                <a:gd name="T27" fmla="*/ 229 h 1794"/>
                <a:gd name="T28" fmla="*/ 1948 w 2849"/>
                <a:gd name="T29" fmla="*/ 178 h 1794"/>
                <a:gd name="T30" fmla="*/ 1862 w 2849"/>
                <a:gd name="T31" fmla="*/ 132 h 1794"/>
                <a:gd name="T32" fmla="*/ 1772 w 2849"/>
                <a:gd name="T33" fmla="*/ 93 h 1794"/>
                <a:gd name="T34" fmla="*/ 1679 w 2849"/>
                <a:gd name="T35" fmla="*/ 60 h 1794"/>
                <a:gd name="T36" fmla="*/ 1583 w 2849"/>
                <a:gd name="T37" fmla="*/ 34 h 1794"/>
                <a:gd name="T38" fmla="*/ 1484 w 2849"/>
                <a:gd name="T39" fmla="*/ 15 h 1794"/>
                <a:gd name="T40" fmla="*/ 1382 w 2849"/>
                <a:gd name="T41" fmla="*/ 4 h 1794"/>
                <a:gd name="T42" fmla="*/ 1278 w 2849"/>
                <a:gd name="T43" fmla="*/ 0 h 1794"/>
                <a:gd name="T44" fmla="*/ 1167 w 2849"/>
                <a:gd name="T45" fmla="*/ 4 h 1794"/>
                <a:gd name="T46" fmla="*/ 1007 w 2849"/>
                <a:gd name="T47" fmla="*/ 27 h 1794"/>
                <a:gd name="T48" fmla="*/ 852 w 2849"/>
                <a:gd name="T49" fmla="*/ 68 h 1794"/>
                <a:gd name="T50" fmla="*/ 704 w 2849"/>
                <a:gd name="T51" fmla="*/ 128 h 1794"/>
                <a:gd name="T52" fmla="*/ 568 w 2849"/>
                <a:gd name="T53" fmla="*/ 203 h 1794"/>
                <a:gd name="T54" fmla="*/ 440 w 2849"/>
                <a:gd name="T55" fmla="*/ 293 h 1794"/>
                <a:gd name="T56" fmla="*/ 324 w 2849"/>
                <a:gd name="T57" fmla="*/ 397 h 1794"/>
                <a:gd name="T58" fmla="*/ 222 w 2849"/>
                <a:gd name="T59" fmla="*/ 514 h 1794"/>
                <a:gd name="T60" fmla="*/ 132 w 2849"/>
                <a:gd name="T61" fmla="*/ 641 h 1794"/>
                <a:gd name="T62" fmla="*/ 57 w 2849"/>
                <a:gd name="T63" fmla="*/ 779 h 1794"/>
                <a:gd name="T64" fmla="*/ 0 w 2849"/>
                <a:gd name="T65" fmla="*/ 927 h 1794"/>
                <a:gd name="T66" fmla="*/ 128 w 2849"/>
                <a:gd name="T67" fmla="*/ 801 h 1794"/>
                <a:gd name="T68" fmla="*/ 158 w 2849"/>
                <a:gd name="T69" fmla="*/ 791 h 1794"/>
                <a:gd name="T70" fmla="*/ 178 w 2849"/>
                <a:gd name="T71" fmla="*/ 795 h 1794"/>
                <a:gd name="T72" fmla="*/ 433 w 2849"/>
                <a:gd name="T73" fmla="*/ 1045 h 1794"/>
                <a:gd name="T74" fmla="*/ 459 w 2849"/>
                <a:gd name="T75" fmla="*/ 981 h 1794"/>
                <a:gd name="T76" fmla="*/ 506 w 2849"/>
                <a:gd name="T77" fmla="*/ 890 h 1794"/>
                <a:gd name="T78" fmla="*/ 563 w 2849"/>
                <a:gd name="T79" fmla="*/ 805 h 1794"/>
                <a:gd name="T80" fmla="*/ 628 w 2849"/>
                <a:gd name="T81" fmla="*/ 727 h 1794"/>
                <a:gd name="T82" fmla="*/ 702 w 2849"/>
                <a:gd name="T83" fmla="*/ 658 h 1794"/>
                <a:gd name="T84" fmla="*/ 784 w 2849"/>
                <a:gd name="T85" fmla="*/ 596 h 1794"/>
                <a:gd name="T86" fmla="*/ 872 w 2849"/>
                <a:gd name="T87" fmla="*/ 546 h 1794"/>
                <a:gd name="T88" fmla="*/ 967 w 2849"/>
                <a:gd name="T89" fmla="*/ 504 h 1794"/>
                <a:gd name="T90" fmla="*/ 1066 w 2849"/>
                <a:gd name="T91" fmla="*/ 473 h 1794"/>
                <a:gd name="T92" fmla="*/ 1171 w 2849"/>
                <a:gd name="T93" fmla="*/ 455 h 1794"/>
                <a:gd name="T94" fmla="*/ 1278 w 2849"/>
                <a:gd name="T95" fmla="*/ 448 h 1794"/>
                <a:gd name="T96" fmla="*/ 1371 w 2849"/>
                <a:gd name="T97" fmla="*/ 452 h 1794"/>
                <a:gd name="T98" fmla="*/ 1503 w 2849"/>
                <a:gd name="T99" fmla="*/ 476 h 1794"/>
                <a:gd name="T100" fmla="*/ 1628 w 2849"/>
                <a:gd name="T101" fmla="*/ 518 h 1794"/>
                <a:gd name="T102" fmla="*/ 1744 w 2849"/>
                <a:gd name="T103" fmla="*/ 577 h 1794"/>
                <a:gd name="T104" fmla="*/ 1850 w 2849"/>
                <a:gd name="T105" fmla="*/ 653 h 1794"/>
                <a:gd name="T106" fmla="*/ 1943 w 2849"/>
                <a:gd name="T107" fmla="*/ 742 h 1794"/>
                <a:gd name="T108" fmla="*/ 2022 w 2849"/>
                <a:gd name="T109" fmla="*/ 843 h 1794"/>
                <a:gd name="T110" fmla="*/ 2087 w 2849"/>
                <a:gd name="T111" fmla="*/ 956 h 1794"/>
                <a:gd name="T112" fmla="*/ 2136 w 2849"/>
                <a:gd name="T113" fmla="*/ 1078 h 1794"/>
                <a:gd name="T114" fmla="*/ 2165 w 2849"/>
                <a:gd name="T115" fmla="*/ 1208 h 1794"/>
                <a:gd name="T116" fmla="*/ 2176 w 2849"/>
                <a:gd name="T117" fmla="*/ 1345 h 1794"/>
                <a:gd name="T118" fmla="*/ 2849 w 2849"/>
                <a:gd name="T119" fmla="*/ 1345 h 1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49" h="1794">
                  <a:moveTo>
                    <a:pt x="2625" y="1345"/>
                  </a:moveTo>
                  <a:lnTo>
                    <a:pt x="2625" y="1345"/>
                  </a:lnTo>
                  <a:lnTo>
                    <a:pt x="2623" y="1311"/>
                  </a:lnTo>
                  <a:lnTo>
                    <a:pt x="2622" y="1276"/>
                  </a:lnTo>
                  <a:lnTo>
                    <a:pt x="2620" y="1242"/>
                  </a:lnTo>
                  <a:lnTo>
                    <a:pt x="2618" y="1208"/>
                  </a:lnTo>
                  <a:lnTo>
                    <a:pt x="2614" y="1174"/>
                  </a:lnTo>
                  <a:lnTo>
                    <a:pt x="2609" y="1141"/>
                  </a:lnTo>
                  <a:lnTo>
                    <a:pt x="2603" y="1106"/>
                  </a:lnTo>
                  <a:lnTo>
                    <a:pt x="2597" y="1075"/>
                  </a:lnTo>
                  <a:lnTo>
                    <a:pt x="2590" y="1041"/>
                  </a:lnTo>
                  <a:lnTo>
                    <a:pt x="2582" y="1008"/>
                  </a:lnTo>
                  <a:lnTo>
                    <a:pt x="2574" y="977"/>
                  </a:lnTo>
                  <a:lnTo>
                    <a:pt x="2564" y="945"/>
                  </a:lnTo>
                  <a:lnTo>
                    <a:pt x="2554" y="914"/>
                  </a:lnTo>
                  <a:lnTo>
                    <a:pt x="2543" y="882"/>
                  </a:lnTo>
                  <a:lnTo>
                    <a:pt x="2531" y="851"/>
                  </a:lnTo>
                  <a:lnTo>
                    <a:pt x="2518" y="822"/>
                  </a:lnTo>
                  <a:lnTo>
                    <a:pt x="2505" y="791"/>
                  </a:lnTo>
                  <a:lnTo>
                    <a:pt x="2491" y="762"/>
                  </a:lnTo>
                  <a:lnTo>
                    <a:pt x="2477" y="732"/>
                  </a:lnTo>
                  <a:lnTo>
                    <a:pt x="2462" y="704"/>
                  </a:lnTo>
                  <a:lnTo>
                    <a:pt x="2446" y="675"/>
                  </a:lnTo>
                  <a:lnTo>
                    <a:pt x="2430" y="647"/>
                  </a:lnTo>
                  <a:lnTo>
                    <a:pt x="2412" y="620"/>
                  </a:lnTo>
                  <a:lnTo>
                    <a:pt x="2394" y="593"/>
                  </a:lnTo>
                  <a:lnTo>
                    <a:pt x="2377" y="567"/>
                  </a:lnTo>
                  <a:lnTo>
                    <a:pt x="2357" y="540"/>
                  </a:lnTo>
                  <a:lnTo>
                    <a:pt x="2338" y="515"/>
                  </a:lnTo>
                  <a:lnTo>
                    <a:pt x="2318" y="489"/>
                  </a:lnTo>
                  <a:lnTo>
                    <a:pt x="2296" y="464"/>
                  </a:lnTo>
                  <a:lnTo>
                    <a:pt x="2275" y="440"/>
                  </a:lnTo>
                  <a:lnTo>
                    <a:pt x="2253" y="417"/>
                  </a:lnTo>
                  <a:lnTo>
                    <a:pt x="2230" y="393"/>
                  </a:lnTo>
                  <a:lnTo>
                    <a:pt x="2207" y="371"/>
                  </a:lnTo>
                  <a:lnTo>
                    <a:pt x="2183" y="350"/>
                  </a:lnTo>
                  <a:lnTo>
                    <a:pt x="2159" y="328"/>
                  </a:lnTo>
                  <a:lnTo>
                    <a:pt x="2135" y="307"/>
                  </a:lnTo>
                  <a:lnTo>
                    <a:pt x="2110" y="287"/>
                  </a:lnTo>
                  <a:lnTo>
                    <a:pt x="2084" y="267"/>
                  </a:lnTo>
                  <a:lnTo>
                    <a:pt x="2058" y="248"/>
                  </a:lnTo>
                  <a:lnTo>
                    <a:pt x="2031" y="229"/>
                  </a:lnTo>
                  <a:lnTo>
                    <a:pt x="2003" y="211"/>
                  </a:lnTo>
                  <a:lnTo>
                    <a:pt x="1976" y="195"/>
                  </a:lnTo>
                  <a:lnTo>
                    <a:pt x="1948" y="178"/>
                  </a:lnTo>
                  <a:lnTo>
                    <a:pt x="1920" y="162"/>
                  </a:lnTo>
                  <a:lnTo>
                    <a:pt x="1891" y="146"/>
                  </a:lnTo>
                  <a:lnTo>
                    <a:pt x="1862" y="132"/>
                  </a:lnTo>
                  <a:lnTo>
                    <a:pt x="1832" y="118"/>
                  </a:lnTo>
                  <a:lnTo>
                    <a:pt x="1803" y="105"/>
                  </a:lnTo>
                  <a:lnTo>
                    <a:pt x="1772" y="93"/>
                  </a:lnTo>
                  <a:lnTo>
                    <a:pt x="1741" y="81"/>
                  </a:lnTo>
                  <a:lnTo>
                    <a:pt x="1711" y="71"/>
                  </a:lnTo>
                  <a:lnTo>
                    <a:pt x="1679" y="60"/>
                  </a:lnTo>
                  <a:lnTo>
                    <a:pt x="1647" y="51"/>
                  </a:lnTo>
                  <a:lnTo>
                    <a:pt x="1615" y="43"/>
                  </a:lnTo>
                  <a:lnTo>
                    <a:pt x="1583" y="34"/>
                  </a:lnTo>
                  <a:lnTo>
                    <a:pt x="1550" y="27"/>
                  </a:lnTo>
                  <a:lnTo>
                    <a:pt x="1517" y="20"/>
                  </a:lnTo>
                  <a:lnTo>
                    <a:pt x="1484" y="15"/>
                  </a:lnTo>
                  <a:lnTo>
                    <a:pt x="1450" y="11"/>
                  </a:lnTo>
                  <a:lnTo>
                    <a:pt x="1417" y="7"/>
                  </a:lnTo>
                  <a:lnTo>
                    <a:pt x="1382" y="4"/>
                  </a:lnTo>
                  <a:lnTo>
                    <a:pt x="1348" y="1"/>
                  </a:lnTo>
                  <a:lnTo>
                    <a:pt x="1314" y="0"/>
                  </a:lnTo>
                  <a:lnTo>
                    <a:pt x="1278" y="0"/>
                  </a:lnTo>
                  <a:lnTo>
                    <a:pt x="1278" y="0"/>
                  </a:lnTo>
                  <a:lnTo>
                    <a:pt x="1223" y="1"/>
                  </a:lnTo>
                  <a:lnTo>
                    <a:pt x="1167" y="4"/>
                  </a:lnTo>
                  <a:lnTo>
                    <a:pt x="1113" y="9"/>
                  </a:lnTo>
                  <a:lnTo>
                    <a:pt x="1060" y="18"/>
                  </a:lnTo>
                  <a:lnTo>
                    <a:pt x="1007" y="27"/>
                  </a:lnTo>
                  <a:lnTo>
                    <a:pt x="954" y="39"/>
                  </a:lnTo>
                  <a:lnTo>
                    <a:pt x="903" y="53"/>
                  </a:lnTo>
                  <a:lnTo>
                    <a:pt x="852" y="68"/>
                  </a:lnTo>
                  <a:lnTo>
                    <a:pt x="801" y="86"/>
                  </a:lnTo>
                  <a:lnTo>
                    <a:pt x="753" y="106"/>
                  </a:lnTo>
                  <a:lnTo>
                    <a:pt x="704" y="128"/>
                  </a:lnTo>
                  <a:lnTo>
                    <a:pt x="658" y="151"/>
                  </a:lnTo>
                  <a:lnTo>
                    <a:pt x="612" y="176"/>
                  </a:lnTo>
                  <a:lnTo>
                    <a:pt x="568" y="203"/>
                  </a:lnTo>
                  <a:lnTo>
                    <a:pt x="524" y="231"/>
                  </a:lnTo>
                  <a:lnTo>
                    <a:pt x="481" y="261"/>
                  </a:lnTo>
                  <a:lnTo>
                    <a:pt x="440" y="293"/>
                  </a:lnTo>
                  <a:lnTo>
                    <a:pt x="400" y="326"/>
                  </a:lnTo>
                  <a:lnTo>
                    <a:pt x="362" y="361"/>
                  </a:lnTo>
                  <a:lnTo>
                    <a:pt x="324" y="397"/>
                  </a:lnTo>
                  <a:lnTo>
                    <a:pt x="289" y="435"/>
                  </a:lnTo>
                  <a:lnTo>
                    <a:pt x="255" y="473"/>
                  </a:lnTo>
                  <a:lnTo>
                    <a:pt x="222" y="514"/>
                  </a:lnTo>
                  <a:lnTo>
                    <a:pt x="190" y="555"/>
                  </a:lnTo>
                  <a:lnTo>
                    <a:pt x="160" y="597"/>
                  </a:lnTo>
                  <a:lnTo>
                    <a:pt x="132" y="641"/>
                  </a:lnTo>
                  <a:lnTo>
                    <a:pt x="106" y="686"/>
                  </a:lnTo>
                  <a:lnTo>
                    <a:pt x="81" y="732"/>
                  </a:lnTo>
                  <a:lnTo>
                    <a:pt x="57" y="779"/>
                  </a:lnTo>
                  <a:lnTo>
                    <a:pt x="36" y="828"/>
                  </a:lnTo>
                  <a:lnTo>
                    <a:pt x="17" y="877"/>
                  </a:lnTo>
                  <a:lnTo>
                    <a:pt x="0" y="927"/>
                  </a:lnTo>
                  <a:lnTo>
                    <a:pt x="120" y="806"/>
                  </a:lnTo>
                  <a:lnTo>
                    <a:pt x="120" y="806"/>
                  </a:lnTo>
                  <a:lnTo>
                    <a:pt x="128" y="801"/>
                  </a:lnTo>
                  <a:lnTo>
                    <a:pt x="138" y="795"/>
                  </a:lnTo>
                  <a:lnTo>
                    <a:pt x="147" y="792"/>
                  </a:lnTo>
                  <a:lnTo>
                    <a:pt x="158" y="791"/>
                  </a:lnTo>
                  <a:lnTo>
                    <a:pt x="158" y="791"/>
                  </a:lnTo>
                  <a:lnTo>
                    <a:pt x="167" y="792"/>
                  </a:lnTo>
                  <a:lnTo>
                    <a:pt x="178" y="795"/>
                  </a:lnTo>
                  <a:lnTo>
                    <a:pt x="186" y="801"/>
                  </a:lnTo>
                  <a:lnTo>
                    <a:pt x="194" y="806"/>
                  </a:lnTo>
                  <a:lnTo>
                    <a:pt x="433" y="1045"/>
                  </a:lnTo>
                  <a:lnTo>
                    <a:pt x="433" y="1045"/>
                  </a:lnTo>
                  <a:lnTo>
                    <a:pt x="446" y="1013"/>
                  </a:lnTo>
                  <a:lnTo>
                    <a:pt x="459" y="981"/>
                  </a:lnTo>
                  <a:lnTo>
                    <a:pt x="473" y="951"/>
                  </a:lnTo>
                  <a:lnTo>
                    <a:pt x="488" y="920"/>
                  </a:lnTo>
                  <a:lnTo>
                    <a:pt x="506" y="890"/>
                  </a:lnTo>
                  <a:lnTo>
                    <a:pt x="524" y="861"/>
                  </a:lnTo>
                  <a:lnTo>
                    <a:pt x="543" y="832"/>
                  </a:lnTo>
                  <a:lnTo>
                    <a:pt x="563" y="805"/>
                  </a:lnTo>
                  <a:lnTo>
                    <a:pt x="584" y="778"/>
                  </a:lnTo>
                  <a:lnTo>
                    <a:pt x="605" y="752"/>
                  </a:lnTo>
                  <a:lnTo>
                    <a:pt x="628" y="727"/>
                  </a:lnTo>
                  <a:lnTo>
                    <a:pt x="653" y="704"/>
                  </a:lnTo>
                  <a:lnTo>
                    <a:pt x="677" y="680"/>
                  </a:lnTo>
                  <a:lnTo>
                    <a:pt x="702" y="658"/>
                  </a:lnTo>
                  <a:lnTo>
                    <a:pt x="729" y="636"/>
                  </a:lnTo>
                  <a:lnTo>
                    <a:pt x="756" y="616"/>
                  </a:lnTo>
                  <a:lnTo>
                    <a:pt x="784" y="596"/>
                  </a:lnTo>
                  <a:lnTo>
                    <a:pt x="813" y="579"/>
                  </a:lnTo>
                  <a:lnTo>
                    <a:pt x="843" y="561"/>
                  </a:lnTo>
                  <a:lnTo>
                    <a:pt x="872" y="546"/>
                  </a:lnTo>
                  <a:lnTo>
                    <a:pt x="903" y="530"/>
                  </a:lnTo>
                  <a:lnTo>
                    <a:pt x="935" y="516"/>
                  </a:lnTo>
                  <a:lnTo>
                    <a:pt x="967" y="504"/>
                  </a:lnTo>
                  <a:lnTo>
                    <a:pt x="1000" y="492"/>
                  </a:lnTo>
                  <a:lnTo>
                    <a:pt x="1033" y="482"/>
                  </a:lnTo>
                  <a:lnTo>
                    <a:pt x="1066" y="473"/>
                  </a:lnTo>
                  <a:lnTo>
                    <a:pt x="1100" y="465"/>
                  </a:lnTo>
                  <a:lnTo>
                    <a:pt x="1136" y="459"/>
                  </a:lnTo>
                  <a:lnTo>
                    <a:pt x="1171" y="455"/>
                  </a:lnTo>
                  <a:lnTo>
                    <a:pt x="1206" y="451"/>
                  </a:lnTo>
                  <a:lnTo>
                    <a:pt x="1242" y="449"/>
                  </a:lnTo>
                  <a:lnTo>
                    <a:pt x="1278" y="448"/>
                  </a:lnTo>
                  <a:lnTo>
                    <a:pt x="1278" y="448"/>
                  </a:lnTo>
                  <a:lnTo>
                    <a:pt x="1324" y="449"/>
                  </a:lnTo>
                  <a:lnTo>
                    <a:pt x="1371" y="452"/>
                  </a:lnTo>
                  <a:lnTo>
                    <a:pt x="1415" y="458"/>
                  </a:lnTo>
                  <a:lnTo>
                    <a:pt x="1459" y="466"/>
                  </a:lnTo>
                  <a:lnTo>
                    <a:pt x="1503" y="476"/>
                  </a:lnTo>
                  <a:lnTo>
                    <a:pt x="1545" y="489"/>
                  </a:lnTo>
                  <a:lnTo>
                    <a:pt x="1587" y="503"/>
                  </a:lnTo>
                  <a:lnTo>
                    <a:pt x="1628" y="518"/>
                  </a:lnTo>
                  <a:lnTo>
                    <a:pt x="1668" y="536"/>
                  </a:lnTo>
                  <a:lnTo>
                    <a:pt x="1706" y="556"/>
                  </a:lnTo>
                  <a:lnTo>
                    <a:pt x="1744" y="577"/>
                  </a:lnTo>
                  <a:lnTo>
                    <a:pt x="1780" y="601"/>
                  </a:lnTo>
                  <a:lnTo>
                    <a:pt x="1816" y="626"/>
                  </a:lnTo>
                  <a:lnTo>
                    <a:pt x="1850" y="653"/>
                  </a:lnTo>
                  <a:lnTo>
                    <a:pt x="1882" y="681"/>
                  </a:lnTo>
                  <a:lnTo>
                    <a:pt x="1913" y="711"/>
                  </a:lnTo>
                  <a:lnTo>
                    <a:pt x="1943" y="742"/>
                  </a:lnTo>
                  <a:lnTo>
                    <a:pt x="1970" y="775"/>
                  </a:lnTo>
                  <a:lnTo>
                    <a:pt x="1998" y="809"/>
                  </a:lnTo>
                  <a:lnTo>
                    <a:pt x="2022" y="843"/>
                  </a:lnTo>
                  <a:lnTo>
                    <a:pt x="2046" y="880"/>
                  </a:lnTo>
                  <a:lnTo>
                    <a:pt x="2067" y="917"/>
                  </a:lnTo>
                  <a:lnTo>
                    <a:pt x="2087" y="956"/>
                  </a:lnTo>
                  <a:lnTo>
                    <a:pt x="2105" y="995"/>
                  </a:lnTo>
                  <a:lnTo>
                    <a:pt x="2122" y="1037"/>
                  </a:lnTo>
                  <a:lnTo>
                    <a:pt x="2136" y="1078"/>
                  </a:lnTo>
                  <a:lnTo>
                    <a:pt x="2148" y="1121"/>
                  </a:lnTo>
                  <a:lnTo>
                    <a:pt x="2158" y="1164"/>
                  </a:lnTo>
                  <a:lnTo>
                    <a:pt x="2165" y="1208"/>
                  </a:lnTo>
                  <a:lnTo>
                    <a:pt x="2171" y="1254"/>
                  </a:lnTo>
                  <a:lnTo>
                    <a:pt x="2175" y="1299"/>
                  </a:lnTo>
                  <a:lnTo>
                    <a:pt x="2176" y="1345"/>
                  </a:lnTo>
                  <a:lnTo>
                    <a:pt x="1952" y="1345"/>
                  </a:lnTo>
                  <a:lnTo>
                    <a:pt x="2400" y="1794"/>
                  </a:lnTo>
                  <a:lnTo>
                    <a:pt x="2849" y="1345"/>
                  </a:lnTo>
                  <a:lnTo>
                    <a:pt x="2625" y="1345"/>
                  </a:lnTo>
                  <a:close/>
                </a:path>
              </a:pathLst>
            </a:custGeom>
            <a:gradFill>
              <a:gsLst>
                <a:gs pos="0">
                  <a:srgbClr val="F28F00"/>
                </a:gs>
                <a:gs pos="98000">
                  <a:srgbClr val="E60C12"/>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pic>
        <p:nvPicPr>
          <p:cNvPr id="30" name="Picture 4" descr="circuler_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gray">
          <a:xfrm>
            <a:off x="5207000" y="3440769"/>
            <a:ext cx="1809750" cy="1779097"/>
          </a:xfrm>
          <a:prstGeom prst="rect">
            <a:avLst/>
          </a:prstGeom>
          <a:noFill/>
          <a:extLst>
            <a:ext uri="{909E8E84-426E-40DD-AFC4-6F175D3DCCD1}">
              <a14:hiddenFill xmlns:a14="http://schemas.microsoft.com/office/drawing/2010/main">
                <a:solidFill>
                  <a:srgbClr val="FFFFFF"/>
                </a:solidFill>
              </a14:hiddenFill>
            </a:ext>
          </a:extLst>
        </p:spPr>
      </p:pic>
      <p:sp>
        <p:nvSpPr>
          <p:cNvPr id="31" name="Oval 5"/>
          <p:cNvSpPr>
            <a:spLocks noChangeArrowheads="1"/>
          </p:cNvSpPr>
          <p:nvPr/>
        </p:nvSpPr>
        <p:spPr bwMode="gray">
          <a:xfrm>
            <a:off x="5197204" y="3438142"/>
            <a:ext cx="1797592" cy="1784350"/>
          </a:xfrm>
          <a:prstGeom prst="ellipse">
            <a:avLst/>
          </a:prstGeom>
          <a:gradFill flip="none" rotWithShape="1">
            <a:gsLst>
              <a:gs pos="100000">
                <a:srgbClr val="FFFFFF"/>
              </a:gs>
              <a:gs pos="0">
                <a:srgbClr val="D9DEDF"/>
              </a:gs>
            </a:gsLst>
            <a:lin ang="2700000" scaled="0"/>
            <a:tileRect/>
          </a:gradFill>
          <a:ln w="57150">
            <a:gradFill flip="none" rotWithShape="1">
              <a:gsLst>
                <a:gs pos="0">
                  <a:srgbClr val="FFFFFF"/>
                </a:gs>
                <a:gs pos="100000">
                  <a:srgbClr val="D9D9DA"/>
                </a:gs>
              </a:gsLst>
              <a:lin ang="2700000" scaled="0"/>
              <a:tileRect/>
            </a:gradFill>
          </a:ln>
          <a:effectLst>
            <a:outerShdw blurRad="279400" dist="76200" dir="2700000" sx="101000" sy="101000" algn="tl"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lt1"/>
              </a:solidFill>
            </a:endParaRPr>
          </a:p>
        </p:txBody>
      </p:sp>
    </p:spTree>
    <p:extLst>
      <p:ext uri="{BB962C8B-B14F-4D97-AF65-F5344CB8AC3E}">
        <p14:creationId xmlns:p14="http://schemas.microsoft.com/office/powerpoint/2010/main" val="960082259"/>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16"/>
          <p:cNvSpPr>
            <a:spLocks/>
          </p:cNvSpPr>
          <p:nvPr/>
        </p:nvSpPr>
        <p:spPr bwMode="auto">
          <a:xfrm>
            <a:off x="4529296" y="2509996"/>
            <a:ext cx="3052607" cy="3054138"/>
          </a:xfrm>
          <a:custGeom>
            <a:avLst/>
            <a:gdLst>
              <a:gd name="T0" fmla="*/ 1325 w 1988"/>
              <a:gd name="T1" fmla="*/ 1191 h 1989"/>
              <a:gd name="T2" fmla="*/ 1098 w 1988"/>
              <a:gd name="T3" fmla="*/ 1133 h 1989"/>
              <a:gd name="T4" fmla="*/ 961 w 1988"/>
              <a:gd name="T5" fmla="*/ 1069 h 1989"/>
              <a:gd name="T6" fmla="*/ 841 w 1988"/>
              <a:gd name="T7" fmla="*/ 991 h 1989"/>
              <a:gd name="T8" fmla="*/ 735 w 1988"/>
              <a:gd name="T9" fmla="*/ 897 h 1989"/>
              <a:gd name="T10" fmla="*/ 643 w 1988"/>
              <a:gd name="T11" fmla="*/ 788 h 1989"/>
              <a:gd name="T12" fmla="*/ 585 w 1988"/>
              <a:gd name="T13" fmla="*/ 698 h 1989"/>
              <a:gd name="T14" fmla="*/ 556 w 1988"/>
              <a:gd name="T15" fmla="*/ 639 h 1989"/>
              <a:gd name="T16" fmla="*/ 529 w 1988"/>
              <a:gd name="T17" fmla="*/ 527 h 1989"/>
              <a:gd name="T18" fmla="*/ 526 w 1988"/>
              <a:gd name="T19" fmla="*/ 444 h 1989"/>
              <a:gd name="T20" fmla="*/ 539 w 1988"/>
              <a:gd name="T21" fmla="*/ 351 h 1989"/>
              <a:gd name="T22" fmla="*/ 571 w 1988"/>
              <a:gd name="T23" fmla="*/ 267 h 1989"/>
              <a:gd name="T24" fmla="*/ 617 w 1988"/>
              <a:gd name="T25" fmla="*/ 188 h 1989"/>
              <a:gd name="T26" fmla="*/ 678 w 1988"/>
              <a:gd name="T27" fmla="*/ 123 h 1989"/>
              <a:gd name="T28" fmla="*/ 750 w 1988"/>
              <a:gd name="T29" fmla="*/ 68 h 1989"/>
              <a:gd name="T30" fmla="*/ 831 w 1988"/>
              <a:gd name="T31" fmla="*/ 28 h 1989"/>
              <a:gd name="T32" fmla="*/ 921 w 1988"/>
              <a:gd name="T33" fmla="*/ 6 h 1989"/>
              <a:gd name="T34" fmla="*/ 991 w 1988"/>
              <a:gd name="T35" fmla="*/ 0 h 1989"/>
              <a:gd name="T36" fmla="*/ 846 w 1988"/>
              <a:gd name="T37" fmla="*/ 11 h 1989"/>
              <a:gd name="T38" fmla="*/ 707 w 1988"/>
              <a:gd name="T39" fmla="*/ 43 h 1989"/>
              <a:gd name="T40" fmla="*/ 575 w 1988"/>
              <a:gd name="T41" fmla="*/ 92 h 1989"/>
              <a:gd name="T42" fmla="*/ 454 w 1988"/>
              <a:gd name="T43" fmla="*/ 160 h 1989"/>
              <a:gd name="T44" fmla="*/ 310 w 1988"/>
              <a:gd name="T45" fmla="*/ 273 h 1989"/>
              <a:gd name="T46" fmla="*/ 155 w 1988"/>
              <a:gd name="T47" fmla="*/ 460 h 1989"/>
              <a:gd name="T48" fmla="*/ 72 w 1988"/>
              <a:gd name="T49" fmla="*/ 623 h 1989"/>
              <a:gd name="T50" fmla="*/ 32 w 1988"/>
              <a:gd name="T51" fmla="*/ 742 h 1989"/>
              <a:gd name="T52" fmla="*/ 8 w 1988"/>
              <a:gd name="T53" fmla="*/ 866 h 1989"/>
              <a:gd name="T54" fmla="*/ 0 w 1988"/>
              <a:gd name="T55" fmla="*/ 994 h 1989"/>
              <a:gd name="T56" fmla="*/ 4 w 1988"/>
              <a:gd name="T57" fmla="*/ 1089 h 1989"/>
              <a:gd name="T58" fmla="*/ 40 w 1988"/>
              <a:gd name="T59" fmla="*/ 1279 h 1989"/>
              <a:gd name="T60" fmla="*/ 112 w 1988"/>
              <a:gd name="T61" fmla="*/ 1453 h 1989"/>
              <a:gd name="T62" fmla="*/ 212 w 1988"/>
              <a:gd name="T63" fmla="*/ 1610 h 1989"/>
              <a:gd name="T64" fmla="*/ 340 w 1988"/>
              <a:gd name="T65" fmla="*/ 1744 h 1989"/>
              <a:gd name="T66" fmla="*/ 491 w 1988"/>
              <a:gd name="T67" fmla="*/ 1853 h 1989"/>
              <a:gd name="T68" fmla="*/ 660 w 1988"/>
              <a:gd name="T69" fmla="*/ 1933 h 1989"/>
              <a:gd name="T70" fmla="*/ 847 w 1988"/>
              <a:gd name="T71" fmla="*/ 1979 h 1989"/>
              <a:gd name="T72" fmla="*/ 994 w 1988"/>
              <a:gd name="T73" fmla="*/ 1989 h 1989"/>
              <a:gd name="T74" fmla="*/ 1190 w 1988"/>
              <a:gd name="T75" fmla="*/ 1970 h 1989"/>
              <a:gd name="T76" fmla="*/ 1372 w 1988"/>
              <a:gd name="T77" fmla="*/ 1915 h 1989"/>
              <a:gd name="T78" fmla="*/ 1538 w 1988"/>
              <a:gd name="T79" fmla="*/ 1827 h 1989"/>
              <a:gd name="T80" fmla="*/ 1684 w 1988"/>
              <a:gd name="T81" fmla="*/ 1712 h 1989"/>
              <a:gd name="T82" fmla="*/ 1804 w 1988"/>
              <a:gd name="T83" fmla="*/ 1571 h 1989"/>
              <a:gd name="T84" fmla="*/ 1898 w 1988"/>
              <a:gd name="T85" fmla="*/ 1410 h 1989"/>
              <a:gd name="T86" fmla="*/ 1960 w 1988"/>
              <a:gd name="T87" fmla="*/ 1231 h 1989"/>
              <a:gd name="T88" fmla="*/ 1988 w 1988"/>
              <a:gd name="T89" fmla="*/ 1037 h 1989"/>
              <a:gd name="T90" fmla="*/ 1896 w 1988"/>
              <a:gd name="T91" fmla="*/ 1090 h 1989"/>
              <a:gd name="T92" fmla="*/ 1767 w 1988"/>
              <a:gd name="T93" fmla="*/ 1145 h 1989"/>
              <a:gd name="T94" fmla="*/ 1629 w 1988"/>
              <a:gd name="T95" fmla="*/ 1181 h 1989"/>
              <a:gd name="T96" fmla="*/ 1484 w 1988"/>
              <a:gd name="T97" fmla="*/ 1197 h 19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88" h="1989">
                <a:moveTo>
                  <a:pt x="1447" y="1197"/>
                </a:moveTo>
                <a:lnTo>
                  <a:pt x="1447" y="1197"/>
                </a:lnTo>
                <a:lnTo>
                  <a:pt x="1386" y="1196"/>
                </a:lnTo>
                <a:lnTo>
                  <a:pt x="1325" y="1191"/>
                </a:lnTo>
                <a:lnTo>
                  <a:pt x="1268" y="1181"/>
                </a:lnTo>
                <a:lnTo>
                  <a:pt x="1209" y="1169"/>
                </a:lnTo>
                <a:lnTo>
                  <a:pt x="1153" y="1153"/>
                </a:lnTo>
                <a:lnTo>
                  <a:pt x="1098" y="1133"/>
                </a:lnTo>
                <a:lnTo>
                  <a:pt x="1044" y="1113"/>
                </a:lnTo>
                <a:lnTo>
                  <a:pt x="993" y="1087"/>
                </a:lnTo>
                <a:lnTo>
                  <a:pt x="993" y="1087"/>
                </a:lnTo>
                <a:lnTo>
                  <a:pt x="961" y="1069"/>
                </a:lnTo>
                <a:lnTo>
                  <a:pt x="929" y="1052"/>
                </a:lnTo>
                <a:lnTo>
                  <a:pt x="900" y="1033"/>
                </a:lnTo>
                <a:lnTo>
                  <a:pt x="870" y="1012"/>
                </a:lnTo>
                <a:lnTo>
                  <a:pt x="841" y="991"/>
                </a:lnTo>
                <a:lnTo>
                  <a:pt x="814" y="969"/>
                </a:lnTo>
                <a:lnTo>
                  <a:pt x="786" y="946"/>
                </a:lnTo>
                <a:lnTo>
                  <a:pt x="761" y="922"/>
                </a:lnTo>
                <a:lnTo>
                  <a:pt x="735" y="897"/>
                </a:lnTo>
                <a:lnTo>
                  <a:pt x="710" y="871"/>
                </a:lnTo>
                <a:lnTo>
                  <a:pt x="687" y="844"/>
                </a:lnTo>
                <a:lnTo>
                  <a:pt x="665" y="817"/>
                </a:lnTo>
                <a:lnTo>
                  <a:pt x="643" y="788"/>
                </a:lnTo>
                <a:lnTo>
                  <a:pt x="622" y="759"/>
                </a:lnTo>
                <a:lnTo>
                  <a:pt x="603" y="729"/>
                </a:lnTo>
                <a:lnTo>
                  <a:pt x="585" y="698"/>
                </a:lnTo>
                <a:lnTo>
                  <a:pt x="585" y="698"/>
                </a:lnTo>
                <a:lnTo>
                  <a:pt x="580" y="690"/>
                </a:lnTo>
                <a:lnTo>
                  <a:pt x="580" y="690"/>
                </a:lnTo>
                <a:lnTo>
                  <a:pt x="567" y="665"/>
                </a:lnTo>
                <a:lnTo>
                  <a:pt x="556" y="639"/>
                </a:lnTo>
                <a:lnTo>
                  <a:pt x="547" y="612"/>
                </a:lnTo>
                <a:lnTo>
                  <a:pt x="539" y="585"/>
                </a:lnTo>
                <a:lnTo>
                  <a:pt x="532" y="556"/>
                </a:lnTo>
                <a:lnTo>
                  <a:pt x="529" y="527"/>
                </a:lnTo>
                <a:lnTo>
                  <a:pt x="526" y="499"/>
                </a:lnTo>
                <a:lnTo>
                  <a:pt x="524" y="468"/>
                </a:lnTo>
                <a:lnTo>
                  <a:pt x="524" y="468"/>
                </a:lnTo>
                <a:lnTo>
                  <a:pt x="526" y="444"/>
                </a:lnTo>
                <a:lnTo>
                  <a:pt x="527" y="420"/>
                </a:lnTo>
                <a:lnTo>
                  <a:pt x="531" y="398"/>
                </a:lnTo>
                <a:lnTo>
                  <a:pt x="534" y="374"/>
                </a:lnTo>
                <a:lnTo>
                  <a:pt x="539" y="351"/>
                </a:lnTo>
                <a:lnTo>
                  <a:pt x="545" y="329"/>
                </a:lnTo>
                <a:lnTo>
                  <a:pt x="553" y="308"/>
                </a:lnTo>
                <a:lnTo>
                  <a:pt x="561" y="288"/>
                </a:lnTo>
                <a:lnTo>
                  <a:pt x="571" y="267"/>
                </a:lnTo>
                <a:lnTo>
                  <a:pt x="580" y="246"/>
                </a:lnTo>
                <a:lnTo>
                  <a:pt x="591" y="227"/>
                </a:lnTo>
                <a:lnTo>
                  <a:pt x="604" y="208"/>
                </a:lnTo>
                <a:lnTo>
                  <a:pt x="617" y="188"/>
                </a:lnTo>
                <a:lnTo>
                  <a:pt x="631" y="171"/>
                </a:lnTo>
                <a:lnTo>
                  <a:pt x="646" y="155"/>
                </a:lnTo>
                <a:lnTo>
                  <a:pt x="662" y="139"/>
                </a:lnTo>
                <a:lnTo>
                  <a:pt x="678" y="123"/>
                </a:lnTo>
                <a:lnTo>
                  <a:pt x="694" y="108"/>
                </a:lnTo>
                <a:lnTo>
                  <a:pt x="711" y="94"/>
                </a:lnTo>
                <a:lnTo>
                  <a:pt x="731" y="81"/>
                </a:lnTo>
                <a:lnTo>
                  <a:pt x="750" y="68"/>
                </a:lnTo>
                <a:lnTo>
                  <a:pt x="769" y="57"/>
                </a:lnTo>
                <a:lnTo>
                  <a:pt x="790" y="48"/>
                </a:lnTo>
                <a:lnTo>
                  <a:pt x="810" y="38"/>
                </a:lnTo>
                <a:lnTo>
                  <a:pt x="831" y="28"/>
                </a:lnTo>
                <a:lnTo>
                  <a:pt x="852" y="22"/>
                </a:lnTo>
                <a:lnTo>
                  <a:pt x="874" y="16"/>
                </a:lnTo>
                <a:lnTo>
                  <a:pt x="897" y="11"/>
                </a:lnTo>
                <a:lnTo>
                  <a:pt x="921" y="6"/>
                </a:lnTo>
                <a:lnTo>
                  <a:pt x="943" y="3"/>
                </a:lnTo>
                <a:lnTo>
                  <a:pt x="967" y="1"/>
                </a:lnTo>
                <a:lnTo>
                  <a:pt x="991" y="0"/>
                </a:lnTo>
                <a:lnTo>
                  <a:pt x="991" y="0"/>
                </a:lnTo>
                <a:lnTo>
                  <a:pt x="954" y="1"/>
                </a:lnTo>
                <a:lnTo>
                  <a:pt x="918" y="3"/>
                </a:lnTo>
                <a:lnTo>
                  <a:pt x="881" y="6"/>
                </a:lnTo>
                <a:lnTo>
                  <a:pt x="846" y="11"/>
                </a:lnTo>
                <a:lnTo>
                  <a:pt x="810" y="17"/>
                </a:lnTo>
                <a:lnTo>
                  <a:pt x="775" y="25"/>
                </a:lnTo>
                <a:lnTo>
                  <a:pt x="740" y="33"/>
                </a:lnTo>
                <a:lnTo>
                  <a:pt x="707" y="43"/>
                </a:lnTo>
                <a:lnTo>
                  <a:pt x="673" y="54"/>
                </a:lnTo>
                <a:lnTo>
                  <a:pt x="639" y="65"/>
                </a:lnTo>
                <a:lnTo>
                  <a:pt x="607" y="78"/>
                </a:lnTo>
                <a:lnTo>
                  <a:pt x="575" y="92"/>
                </a:lnTo>
                <a:lnTo>
                  <a:pt x="543" y="108"/>
                </a:lnTo>
                <a:lnTo>
                  <a:pt x="513" y="124"/>
                </a:lnTo>
                <a:lnTo>
                  <a:pt x="483" y="142"/>
                </a:lnTo>
                <a:lnTo>
                  <a:pt x="454" y="160"/>
                </a:lnTo>
                <a:lnTo>
                  <a:pt x="454" y="160"/>
                </a:lnTo>
                <a:lnTo>
                  <a:pt x="404" y="195"/>
                </a:lnTo>
                <a:lnTo>
                  <a:pt x="356" y="233"/>
                </a:lnTo>
                <a:lnTo>
                  <a:pt x="310" y="273"/>
                </a:lnTo>
                <a:lnTo>
                  <a:pt x="267" y="316"/>
                </a:lnTo>
                <a:lnTo>
                  <a:pt x="227" y="361"/>
                </a:lnTo>
                <a:lnTo>
                  <a:pt x="190" y="409"/>
                </a:lnTo>
                <a:lnTo>
                  <a:pt x="155" y="460"/>
                </a:lnTo>
                <a:lnTo>
                  <a:pt x="124" y="513"/>
                </a:lnTo>
                <a:lnTo>
                  <a:pt x="96" y="567"/>
                </a:lnTo>
                <a:lnTo>
                  <a:pt x="83" y="595"/>
                </a:lnTo>
                <a:lnTo>
                  <a:pt x="72" y="623"/>
                </a:lnTo>
                <a:lnTo>
                  <a:pt x="60" y="652"/>
                </a:lnTo>
                <a:lnTo>
                  <a:pt x="49" y="682"/>
                </a:lnTo>
                <a:lnTo>
                  <a:pt x="40" y="711"/>
                </a:lnTo>
                <a:lnTo>
                  <a:pt x="32" y="742"/>
                </a:lnTo>
                <a:lnTo>
                  <a:pt x="24" y="772"/>
                </a:lnTo>
                <a:lnTo>
                  <a:pt x="17" y="802"/>
                </a:lnTo>
                <a:lnTo>
                  <a:pt x="12" y="834"/>
                </a:lnTo>
                <a:lnTo>
                  <a:pt x="8" y="866"/>
                </a:lnTo>
                <a:lnTo>
                  <a:pt x="4" y="898"/>
                </a:lnTo>
                <a:lnTo>
                  <a:pt x="1" y="930"/>
                </a:lnTo>
                <a:lnTo>
                  <a:pt x="0" y="962"/>
                </a:lnTo>
                <a:lnTo>
                  <a:pt x="0" y="994"/>
                </a:lnTo>
                <a:lnTo>
                  <a:pt x="0" y="994"/>
                </a:lnTo>
                <a:lnTo>
                  <a:pt x="0" y="1041"/>
                </a:lnTo>
                <a:lnTo>
                  <a:pt x="0" y="1041"/>
                </a:lnTo>
                <a:lnTo>
                  <a:pt x="4" y="1089"/>
                </a:lnTo>
                <a:lnTo>
                  <a:pt x="9" y="1138"/>
                </a:lnTo>
                <a:lnTo>
                  <a:pt x="17" y="1186"/>
                </a:lnTo>
                <a:lnTo>
                  <a:pt x="28" y="1232"/>
                </a:lnTo>
                <a:lnTo>
                  <a:pt x="40" y="1279"/>
                </a:lnTo>
                <a:lnTo>
                  <a:pt x="56" y="1324"/>
                </a:lnTo>
                <a:lnTo>
                  <a:pt x="72" y="1368"/>
                </a:lnTo>
                <a:lnTo>
                  <a:pt x="91" y="1412"/>
                </a:lnTo>
                <a:lnTo>
                  <a:pt x="112" y="1453"/>
                </a:lnTo>
                <a:lnTo>
                  <a:pt x="134" y="1495"/>
                </a:lnTo>
                <a:lnTo>
                  <a:pt x="158" y="1535"/>
                </a:lnTo>
                <a:lnTo>
                  <a:pt x="184" y="1573"/>
                </a:lnTo>
                <a:lnTo>
                  <a:pt x="212" y="1610"/>
                </a:lnTo>
                <a:lnTo>
                  <a:pt x="241" y="1645"/>
                </a:lnTo>
                <a:lnTo>
                  <a:pt x="273" y="1680"/>
                </a:lnTo>
                <a:lnTo>
                  <a:pt x="305" y="1712"/>
                </a:lnTo>
                <a:lnTo>
                  <a:pt x="340" y="1744"/>
                </a:lnTo>
                <a:lnTo>
                  <a:pt x="375" y="1775"/>
                </a:lnTo>
                <a:lnTo>
                  <a:pt x="412" y="1802"/>
                </a:lnTo>
                <a:lnTo>
                  <a:pt x="451" y="1829"/>
                </a:lnTo>
                <a:lnTo>
                  <a:pt x="491" y="1853"/>
                </a:lnTo>
                <a:lnTo>
                  <a:pt x="532" y="1875"/>
                </a:lnTo>
                <a:lnTo>
                  <a:pt x="574" y="1896"/>
                </a:lnTo>
                <a:lnTo>
                  <a:pt x="617" y="1915"/>
                </a:lnTo>
                <a:lnTo>
                  <a:pt x="660" y="1933"/>
                </a:lnTo>
                <a:lnTo>
                  <a:pt x="707" y="1947"/>
                </a:lnTo>
                <a:lnTo>
                  <a:pt x="751" y="1960"/>
                </a:lnTo>
                <a:lnTo>
                  <a:pt x="799" y="1971"/>
                </a:lnTo>
                <a:lnTo>
                  <a:pt x="847" y="1979"/>
                </a:lnTo>
                <a:lnTo>
                  <a:pt x="895" y="1984"/>
                </a:lnTo>
                <a:lnTo>
                  <a:pt x="945" y="1989"/>
                </a:lnTo>
                <a:lnTo>
                  <a:pt x="994" y="1989"/>
                </a:lnTo>
                <a:lnTo>
                  <a:pt x="994" y="1989"/>
                </a:lnTo>
                <a:lnTo>
                  <a:pt x="1044" y="1989"/>
                </a:lnTo>
                <a:lnTo>
                  <a:pt x="1094" y="1984"/>
                </a:lnTo>
                <a:lnTo>
                  <a:pt x="1142" y="1979"/>
                </a:lnTo>
                <a:lnTo>
                  <a:pt x="1190" y="1970"/>
                </a:lnTo>
                <a:lnTo>
                  <a:pt x="1236" y="1960"/>
                </a:lnTo>
                <a:lnTo>
                  <a:pt x="1282" y="1947"/>
                </a:lnTo>
                <a:lnTo>
                  <a:pt x="1327" y="1933"/>
                </a:lnTo>
                <a:lnTo>
                  <a:pt x="1372" y="1915"/>
                </a:lnTo>
                <a:lnTo>
                  <a:pt x="1415" y="1896"/>
                </a:lnTo>
                <a:lnTo>
                  <a:pt x="1457" y="1875"/>
                </a:lnTo>
                <a:lnTo>
                  <a:pt x="1498" y="1853"/>
                </a:lnTo>
                <a:lnTo>
                  <a:pt x="1538" y="1827"/>
                </a:lnTo>
                <a:lnTo>
                  <a:pt x="1577" y="1802"/>
                </a:lnTo>
                <a:lnTo>
                  <a:pt x="1613" y="1773"/>
                </a:lnTo>
                <a:lnTo>
                  <a:pt x="1649" y="1744"/>
                </a:lnTo>
                <a:lnTo>
                  <a:pt x="1684" y="1712"/>
                </a:lnTo>
                <a:lnTo>
                  <a:pt x="1716" y="1679"/>
                </a:lnTo>
                <a:lnTo>
                  <a:pt x="1748" y="1645"/>
                </a:lnTo>
                <a:lnTo>
                  <a:pt x="1776" y="1608"/>
                </a:lnTo>
                <a:lnTo>
                  <a:pt x="1804" y="1571"/>
                </a:lnTo>
                <a:lnTo>
                  <a:pt x="1831" y="1533"/>
                </a:lnTo>
                <a:lnTo>
                  <a:pt x="1855" y="1493"/>
                </a:lnTo>
                <a:lnTo>
                  <a:pt x="1877" y="1452"/>
                </a:lnTo>
                <a:lnTo>
                  <a:pt x="1898" y="1410"/>
                </a:lnTo>
                <a:lnTo>
                  <a:pt x="1917" y="1367"/>
                </a:lnTo>
                <a:lnTo>
                  <a:pt x="1933" y="1322"/>
                </a:lnTo>
                <a:lnTo>
                  <a:pt x="1948" y="1277"/>
                </a:lnTo>
                <a:lnTo>
                  <a:pt x="1960" y="1231"/>
                </a:lnTo>
                <a:lnTo>
                  <a:pt x="1970" y="1183"/>
                </a:lnTo>
                <a:lnTo>
                  <a:pt x="1978" y="1135"/>
                </a:lnTo>
                <a:lnTo>
                  <a:pt x="1984" y="1087"/>
                </a:lnTo>
                <a:lnTo>
                  <a:pt x="1988" y="1037"/>
                </a:lnTo>
                <a:lnTo>
                  <a:pt x="1988" y="1037"/>
                </a:lnTo>
                <a:lnTo>
                  <a:pt x="1959" y="1057"/>
                </a:lnTo>
                <a:lnTo>
                  <a:pt x="1928" y="1074"/>
                </a:lnTo>
                <a:lnTo>
                  <a:pt x="1896" y="1090"/>
                </a:lnTo>
                <a:lnTo>
                  <a:pt x="1866" y="1105"/>
                </a:lnTo>
                <a:lnTo>
                  <a:pt x="1834" y="1119"/>
                </a:lnTo>
                <a:lnTo>
                  <a:pt x="1800" y="1133"/>
                </a:lnTo>
                <a:lnTo>
                  <a:pt x="1767" y="1145"/>
                </a:lnTo>
                <a:lnTo>
                  <a:pt x="1733" y="1156"/>
                </a:lnTo>
                <a:lnTo>
                  <a:pt x="1700" y="1165"/>
                </a:lnTo>
                <a:lnTo>
                  <a:pt x="1665" y="1173"/>
                </a:lnTo>
                <a:lnTo>
                  <a:pt x="1629" y="1181"/>
                </a:lnTo>
                <a:lnTo>
                  <a:pt x="1594" y="1186"/>
                </a:lnTo>
                <a:lnTo>
                  <a:pt x="1557" y="1191"/>
                </a:lnTo>
                <a:lnTo>
                  <a:pt x="1522" y="1194"/>
                </a:lnTo>
                <a:lnTo>
                  <a:pt x="1484" y="1197"/>
                </a:lnTo>
                <a:lnTo>
                  <a:pt x="1447" y="1197"/>
                </a:lnTo>
                <a:lnTo>
                  <a:pt x="1447" y="1197"/>
                </a:lnTo>
                <a:close/>
              </a:path>
            </a:pathLst>
          </a:custGeom>
          <a:gradFill>
            <a:gsLst>
              <a:gs pos="0">
                <a:srgbClr val="F28F00"/>
              </a:gs>
              <a:gs pos="98000">
                <a:srgbClr val="E60C12"/>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lt1"/>
              </a:solidFill>
            </a:endParaRPr>
          </a:p>
        </p:txBody>
      </p:sp>
      <p:sp>
        <p:nvSpPr>
          <p:cNvPr id="3" name="Freeform 17"/>
          <p:cNvSpPr>
            <a:spLocks/>
          </p:cNvSpPr>
          <p:nvPr/>
        </p:nvSpPr>
        <p:spPr bwMode="auto">
          <a:xfrm>
            <a:off x="5459819" y="1293868"/>
            <a:ext cx="2819208" cy="3054138"/>
          </a:xfrm>
          <a:custGeom>
            <a:avLst/>
            <a:gdLst>
              <a:gd name="T0" fmla="*/ 719 w 1836"/>
              <a:gd name="T1" fmla="*/ 8 h 1989"/>
              <a:gd name="T2" fmla="*/ 492 w 1836"/>
              <a:gd name="T3" fmla="*/ 64 h 1989"/>
              <a:gd name="T4" fmla="*/ 414 w 1836"/>
              <a:gd name="T5" fmla="*/ 127 h 1989"/>
              <a:gd name="T6" fmla="*/ 523 w 1836"/>
              <a:gd name="T7" fmla="*/ 195 h 1989"/>
              <a:gd name="T8" fmla="*/ 622 w 1836"/>
              <a:gd name="T9" fmla="*/ 278 h 1989"/>
              <a:gd name="T10" fmla="*/ 708 w 1836"/>
              <a:gd name="T11" fmla="*/ 374 h 1989"/>
              <a:gd name="T12" fmla="*/ 782 w 1836"/>
              <a:gd name="T13" fmla="*/ 480 h 1989"/>
              <a:gd name="T14" fmla="*/ 843 w 1836"/>
              <a:gd name="T15" fmla="*/ 595 h 1989"/>
              <a:gd name="T16" fmla="*/ 886 w 1836"/>
              <a:gd name="T17" fmla="*/ 718 h 1989"/>
              <a:gd name="T18" fmla="*/ 915 w 1836"/>
              <a:gd name="T19" fmla="*/ 848 h 1989"/>
              <a:gd name="T20" fmla="*/ 924 w 1836"/>
              <a:gd name="T21" fmla="*/ 950 h 1989"/>
              <a:gd name="T22" fmla="*/ 919 w 1836"/>
              <a:gd name="T23" fmla="*/ 1115 h 1989"/>
              <a:gd name="T24" fmla="*/ 865 w 1836"/>
              <a:gd name="T25" fmla="*/ 1339 h 1989"/>
              <a:gd name="T26" fmla="*/ 807 w 1836"/>
              <a:gd name="T27" fmla="*/ 1468 h 1989"/>
              <a:gd name="T28" fmla="*/ 763 w 1836"/>
              <a:gd name="T29" fmla="*/ 1540 h 1989"/>
              <a:gd name="T30" fmla="*/ 691 w 1836"/>
              <a:gd name="T31" fmla="*/ 1618 h 1989"/>
              <a:gd name="T32" fmla="*/ 601 w 1836"/>
              <a:gd name="T33" fmla="*/ 1678 h 1989"/>
              <a:gd name="T34" fmla="*/ 499 w 1836"/>
              <a:gd name="T35" fmla="*/ 1716 h 1989"/>
              <a:gd name="T36" fmla="*/ 387 w 1836"/>
              <a:gd name="T37" fmla="*/ 1729 h 1989"/>
              <a:gd name="T38" fmla="*/ 299 w 1836"/>
              <a:gd name="T39" fmla="*/ 1721 h 1989"/>
              <a:gd name="T40" fmla="*/ 190 w 1836"/>
              <a:gd name="T41" fmla="*/ 1686 h 1989"/>
              <a:gd name="T42" fmla="*/ 94 w 1836"/>
              <a:gd name="T43" fmla="*/ 1626 h 1989"/>
              <a:gd name="T44" fmla="*/ 16 w 1836"/>
              <a:gd name="T45" fmla="*/ 1545 h 1989"/>
              <a:gd name="T46" fmla="*/ 37 w 1836"/>
              <a:gd name="T47" fmla="*/ 1578 h 1989"/>
              <a:gd name="T48" fmla="*/ 121 w 1836"/>
              <a:gd name="T49" fmla="*/ 1681 h 1989"/>
              <a:gd name="T50" fmla="*/ 219 w 1836"/>
              <a:gd name="T51" fmla="*/ 1770 h 1989"/>
              <a:gd name="T52" fmla="*/ 328 w 1836"/>
              <a:gd name="T53" fmla="*/ 1847 h 1989"/>
              <a:gd name="T54" fmla="*/ 438 w 1836"/>
              <a:gd name="T55" fmla="*/ 1905 h 1989"/>
              <a:gd name="T56" fmla="*/ 662 w 1836"/>
              <a:gd name="T57" fmla="*/ 1973 h 1989"/>
              <a:gd name="T58" fmla="*/ 841 w 1836"/>
              <a:gd name="T59" fmla="*/ 1989 h 1989"/>
              <a:gd name="T60" fmla="*/ 988 w 1836"/>
              <a:gd name="T61" fmla="*/ 1978 h 1989"/>
              <a:gd name="T62" fmla="*/ 1127 w 1836"/>
              <a:gd name="T63" fmla="*/ 1948 h 1989"/>
              <a:gd name="T64" fmla="*/ 1260 w 1836"/>
              <a:gd name="T65" fmla="*/ 1897 h 1989"/>
              <a:gd name="T66" fmla="*/ 1382 w 1836"/>
              <a:gd name="T67" fmla="*/ 1829 h 1989"/>
              <a:gd name="T68" fmla="*/ 1526 w 1836"/>
              <a:gd name="T69" fmla="*/ 1717 h 1989"/>
              <a:gd name="T70" fmla="*/ 1681 w 1836"/>
              <a:gd name="T71" fmla="*/ 1530 h 1989"/>
              <a:gd name="T72" fmla="*/ 1764 w 1836"/>
              <a:gd name="T73" fmla="*/ 1366 h 1989"/>
              <a:gd name="T74" fmla="*/ 1804 w 1836"/>
              <a:gd name="T75" fmla="*/ 1247 h 1989"/>
              <a:gd name="T76" fmla="*/ 1828 w 1836"/>
              <a:gd name="T77" fmla="*/ 1124 h 1989"/>
              <a:gd name="T78" fmla="*/ 1836 w 1836"/>
              <a:gd name="T79" fmla="*/ 995 h 1989"/>
              <a:gd name="T80" fmla="*/ 1825 w 1836"/>
              <a:gd name="T81" fmla="*/ 843 h 1989"/>
              <a:gd name="T82" fmla="*/ 1777 w 1836"/>
              <a:gd name="T83" fmla="*/ 653 h 1989"/>
              <a:gd name="T84" fmla="*/ 1692 w 1836"/>
              <a:gd name="T85" fmla="*/ 480 h 1989"/>
              <a:gd name="T86" fmla="*/ 1578 w 1836"/>
              <a:gd name="T87" fmla="*/ 326 h 1989"/>
              <a:gd name="T88" fmla="*/ 1436 w 1836"/>
              <a:gd name="T89" fmla="*/ 198 h 1989"/>
              <a:gd name="T90" fmla="*/ 1273 w 1836"/>
              <a:gd name="T91" fmla="*/ 98 h 1989"/>
              <a:gd name="T92" fmla="*/ 1091 w 1836"/>
              <a:gd name="T93" fmla="*/ 32 h 1989"/>
              <a:gd name="T94" fmla="*/ 892 w 1836"/>
              <a:gd name="T95" fmla="*/ 2 h 19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36" h="1989">
                <a:moveTo>
                  <a:pt x="841" y="0"/>
                </a:moveTo>
                <a:lnTo>
                  <a:pt x="841" y="0"/>
                </a:lnTo>
                <a:lnTo>
                  <a:pt x="780" y="2"/>
                </a:lnTo>
                <a:lnTo>
                  <a:pt x="719" y="8"/>
                </a:lnTo>
                <a:lnTo>
                  <a:pt x="662" y="16"/>
                </a:lnTo>
                <a:lnTo>
                  <a:pt x="603" y="29"/>
                </a:lnTo>
                <a:lnTo>
                  <a:pt x="547" y="45"/>
                </a:lnTo>
                <a:lnTo>
                  <a:pt x="492" y="64"/>
                </a:lnTo>
                <a:lnTo>
                  <a:pt x="438" y="85"/>
                </a:lnTo>
                <a:lnTo>
                  <a:pt x="387" y="111"/>
                </a:lnTo>
                <a:lnTo>
                  <a:pt x="387" y="111"/>
                </a:lnTo>
                <a:lnTo>
                  <a:pt x="414" y="127"/>
                </a:lnTo>
                <a:lnTo>
                  <a:pt x="443" y="143"/>
                </a:lnTo>
                <a:lnTo>
                  <a:pt x="470" y="158"/>
                </a:lnTo>
                <a:lnTo>
                  <a:pt x="497" y="178"/>
                </a:lnTo>
                <a:lnTo>
                  <a:pt x="523" y="195"/>
                </a:lnTo>
                <a:lnTo>
                  <a:pt x="548" y="216"/>
                </a:lnTo>
                <a:lnTo>
                  <a:pt x="574" y="235"/>
                </a:lnTo>
                <a:lnTo>
                  <a:pt x="598" y="258"/>
                </a:lnTo>
                <a:lnTo>
                  <a:pt x="622" y="278"/>
                </a:lnTo>
                <a:lnTo>
                  <a:pt x="644" y="302"/>
                </a:lnTo>
                <a:lnTo>
                  <a:pt x="667" y="325"/>
                </a:lnTo>
                <a:lnTo>
                  <a:pt x="687" y="349"/>
                </a:lnTo>
                <a:lnTo>
                  <a:pt x="708" y="374"/>
                </a:lnTo>
                <a:lnTo>
                  <a:pt x="727" y="400"/>
                </a:lnTo>
                <a:lnTo>
                  <a:pt x="747" y="426"/>
                </a:lnTo>
                <a:lnTo>
                  <a:pt x="764" y="453"/>
                </a:lnTo>
                <a:lnTo>
                  <a:pt x="782" y="480"/>
                </a:lnTo>
                <a:lnTo>
                  <a:pt x="798" y="507"/>
                </a:lnTo>
                <a:lnTo>
                  <a:pt x="814" y="536"/>
                </a:lnTo>
                <a:lnTo>
                  <a:pt x="828" y="565"/>
                </a:lnTo>
                <a:lnTo>
                  <a:pt x="843" y="595"/>
                </a:lnTo>
                <a:lnTo>
                  <a:pt x="854" y="625"/>
                </a:lnTo>
                <a:lnTo>
                  <a:pt x="867" y="656"/>
                </a:lnTo>
                <a:lnTo>
                  <a:pt x="876" y="686"/>
                </a:lnTo>
                <a:lnTo>
                  <a:pt x="886" y="718"/>
                </a:lnTo>
                <a:lnTo>
                  <a:pt x="895" y="750"/>
                </a:lnTo>
                <a:lnTo>
                  <a:pt x="903" y="782"/>
                </a:lnTo>
                <a:lnTo>
                  <a:pt x="910" y="816"/>
                </a:lnTo>
                <a:lnTo>
                  <a:pt x="915" y="848"/>
                </a:lnTo>
                <a:lnTo>
                  <a:pt x="919" y="881"/>
                </a:lnTo>
                <a:lnTo>
                  <a:pt x="923" y="915"/>
                </a:lnTo>
                <a:lnTo>
                  <a:pt x="924" y="950"/>
                </a:lnTo>
                <a:lnTo>
                  <a:pt x="924" y="950"/>
                </a:lnTo>
                <a:lnTo>
                  <a:pt x="926" y="995"/>
                </a:lnTo>
                <a:lnTo>
                  <a:pt x="926" y="995"/>
                </a:lnTo>
                <a:lnTo>
                  <a:pt x="924" y="1056"/>
                </a:lnTo>
                <a:lnTo>
                  <a:pt x="919" y="1115"/>
                </a:lnTo>
                <a:lnTo>
                  <a:pt x="910" y="1172"/>
                </a:lnTo>
                <a:lnTo>
                  <a:pt x="899" y="1228"/>
                </a:lnTo>
                <a:lnTo>
                  <a:pt x="883" y="1284"/>
                </a:lnTo>
                <a:lnTo>
                  <a:pt x="865" y="1339"/>
                </a:lnTo>
                <a:lnTo>
                  <a:pt x="843" y="1391"/>
                </a:lnTo>
                <a:lnTo>
                  <a:pt x="819" y="1442"/>
                </a:lnTo>
                <a:lnTo>
                  <a:pt x="819" y="1442"/>
                </a:lnTo>
                <a:lnTo>
                  <a:pt x="807" y="1468"/>
                </a:lnTo>
                <a:lnTo>
                  <a:pt x="795" y="1494"/>
                </a:lnTo>
                <a:lnTo>
                  <a:pt x="779" y="1518"/>
                </a:lnTo>
                <a:lnTo>
                  <a:pt x="763" y="1540"/>
                </a:lnTo>
                <a:lnTo>
                  <a:pt x="763" y="1540"/>
                </a:lnTo>
                <a:lnTo>
                  <a:pt x="747" y="1561"/>
                </a:lnTo>
                <a:lnTo>
                  <a:pt x="729" y="1582"/>
                </a:lnTo>
                <a:lnTo>
                  <a:pt x="710" y="1599"/>
                </a:lnTo>
                <a:lnTo>
                  <a:pt x="691" y="1618"/>
                </a:lnTo>
                <a:lnTo>
                  <a:pt x="670" y="1634"/>
                </a:lnTo>
                <a:lnTo>
                  <a:pt x="647" y="1650"/>
                </a:lnTo>
                <a:lnTo>
                  <a:pt x="625" y="1665"/>
                </a:lnTo>
                <a:lnTo>
                  <a:pt x="601" y="1678"/>
                </a:lnTo>
                <a:lnTo>
                  <a:pt x="577" y="1689"/>
                </a:lnTo>
                <a:lnTo>
                  <a:pt x="552" y="1700"/>
                </a:lnTo>
                <a:lnTo>
                  <a:pt x="526" y="1708"/>
                </a:lnTo>
                <a:lnTo>
                  <a:pt x="499" y="1716"/>
                </a:lnTo>
                <a:lnTo>
                  <a:pt x="472" y="1722"/>
                </a:lnTo>
                <a:lnTo>
                  <a:pt x="444" y="1725"/>
                </a:lnTo>
                <a:lnTo>
                  <a:pt x="416" y="1729"/>
                </a:lnTo>
                <a:lnTo>
                  <a:pt x="387" y="1729"/>
                </a:lnTo>
                <a:lnTo>
                  <a:pt x="387" y="1729"/>
                </a:lnTo>
                <a:lnTo>
                  <a:pt x="356" y="1729"/>
                </a:lnTo>
                <a:lnTo>
                  <a:pt x="328" y="1725"/>
                </a:lnTo>
                <a:lnTo>
                  <a:pt x="299" y="1721"/>
                </a:lnTo>
                <a:lnTo>
                  <a:pt x="270" y="1714"/>
                </a:lnTo>
                <a:lnTo>
                  <a:pt x="243" y="1706"/>
                </a:lnTo>
                <a:lnTo>
                  <a:pt x="216" y="1697"/>
                </a:lnTo>
                <a:lnTo>
                  <a:pt x="190" y="1686"/>
                </a:lnTo>
                <a:lnTo>
                  <a:pt x="164" y="1673"/>
                </a:lnTo>
                <a:lnTo>
                  <a:pt x="139" y="1658"/>
                </a:lnTo>
                <a:lnTo>
                  <a:pt x="117" y="1642"/>
                </a:lnTo>
                <a:lnTo>
                  <a:pt x="94" y="1626"/>
                </a:lnTo>
                <a:lnTo>
                  <a:pt x="72" y="1607"/>
                </a:lnTo>
                <a:lnTo>
                  <a:pt x="53" y="1588"/>
                </a:lnTo>
                <a:lnTo>
                  <a:pt x="33" y="1567"/>
                </a:lnTo>
                <a:lnTo>
                  <a:pt x="16" y="1545"/>
                </a:lnTo>
                <a:lnTo>
                  <a:pt x="0" y="1522"/>
                </a:lnTo>
                <a:lnTo>
                  <a:pt x="0" y="1522"/>
                </a:lnTo>
                <a:lnTo>
                  <a:pt x="17" y="1551"/>
                </a:lnTo>
                <a:lnTo>
                  <a:pt x="37" y="1578"/>
                </a:lnTo>
                <a:lnTo>
                  <a:pt x="56" y="1604"/>
                </a:lnTo>
                <a:lnTo>
                  <a:pt x="77" y="1630"/>
                </a:lnTo>
                <a:lnTo>
                  <a:pt x="99" y="1655"/>
                </a:lnTo>
                <a:lnTo>
                  <a:pt x="121" y="1681"/>
                </a:lnTo>
                <a:lnTo>
                  <a:pt x="144" y="1703"/>
                </a:lnTo>
                <a:lnTo>
                  <a:pt x="168" y="1727"/>
                </a:lnTo>
                <a:lnTo>
                  <a:pt x="193" y="1749"/>
                </a:lnTo>
                <a:lnTo>
                  <a:pt x="219" y="1770"/>
                </a:lnTo>
                <a:lnTo>
                  <a:pt x="244" y="1791"/>
                </a:lnTo>
                <a:lnTo>
                  <a:pt x="272" y="1810"/>
                </a:lnTo>
                <a:lnTo>
                  <a:pt x="299" y="1829"/>
                </a:lnTo>
                <a:lnTo>
                  <a:pt x="328" y="1847"/>
                </a:lnTo>
                <a:lnTo>
                  <a:pt x="356" y="1863"/>
                </a:lnTo>
                <a:lnTo>
                  <a:pt x="387" y="1879"/>
                </a:lnTo>
                <a:lnTo>
                  <a:pt x="387" y="1879"/>
                </a:lnTo>
                <a:lnTo>
                  <a:pt x="438" y="1905"/>
                </a:lnTo>
                <a:lnTo>
                  <a:pt x="492" y="1925"/>
                </a:lnTo>
                <a:lnTo>
                  <a:pt x="547" y="1945"/>
                </a:lnTo>
                <a:lnTo>
                  <a:pt x="603" y="1961"/>
                </a:lnTo>
                <a:lnTo>
                  <a:pt x="662" y="1973"/>
                </a:lnTo>
                <a:lnTo>
                  <a:pt x="719" y="1983"/>
                </a:lnTo>
                <a:lnTo>
                  <a:pt x="780" y="1988"/>
                </a:lnTo>
                <a:lnTo>
                  <a:pt x="841" y="1989"/>
                </a:lnTo>
                <a:lnTo>
                  <a:pt x="841" y="1989"/>
                </a:lnTo>
                <a:lnTo>
                  <a:pt x="878" y="1989"/>
                </a:lnTo>
                <a:lnTo>
                  <a:pt x="916" y="1986"/>
                </a:lnTo>
                <a:lnTo>
                  <a:pt x="951" y="1983"/>
                </a:lnTo>
                <a:lnTo>
                  <a:pt x="988" y="1978"/>
                </a:lnTo>
                <a:lnTo>
                  <a:pt x="1023" y="1973"/>
                </a:lnTo>
                <a:lnTo>
                  <a:pt x="1059" y="1965"/>
                </a:lnTo>
                <a:lnTo>
                  <a:pt x="1094" y="1957"/>
                </a:lnTo>
                <a:lnTo>
                  <a:pt x="1127" y="1948"/>
                </a:lnTo>
                <a:lnTo>
                  <a:pt x="1161" y="1937"/>
                </a:lnTo>
                <a:lnTo>
                  <a:pt x="1194" y="1925"/>
                </a:lnTo>
                <a:lnTo>
                  <a:pt x="1228" y="1911"/>
                </a:lnTo>
                <a:lnTo>
                  <a:pt x="1260" y="1897"/>
                </a:lnTo>
                <a:lnTo>
                  <a:pt x="1290" y="1882"/>
                </a:lnTo>
                <a:lnTo>
                  <a:pt x="1322" y="1866"/>
                </a:lnTo>
                <a:lnTo>
                  <a:pt x="1353" y="1849"/>
                </a:lnTo>
                <a:lnTo>
                  <a:pt x="1382" y="1829"/>
                </a:lnTo>
                <a:lnTo>
                  <a:pt x="1382" y="1829"/>
                </a:lnTo>
                <a:lnTo>
                  <a:pt x="1431" y="1796"/>
                </a:lnTo>
                <a:lnTo>
                  <a:pt x="1479" y="1757"/>
                </a:lnTo>
                <a:lnTo>
                  <a:pt x="1526" y="1717"/>
                </a:lnTo>
                <a:lnTo>
                  <a:pt x="1569" y="1674"/>
                </a:lnTo>
                <a:lnTo>
                  <a:pt x="1609" y="1628"/>
                </a:lnTo>
                <a:lnTo>
                  <a:pt x="1645" y="1580"/>
                </a:lnTo>
                <a:lnTo>
                  <a:pt x="1681" y="1530"/>
                </a:lnTo>
                <a:lnTo>
                  <a:pt x="1711" y="1478"/>
                </a:lnTo>
                <a:lnTo>
                  <a:pt x="1740" y="1423"/>
                </a:lnTo>
                <a:lnTo>
                  <a:pt x="1753" y="1394"/>
                </a:lnTo>
                <a:lnTo>
                  <a:pt x="1764" y="1366"/>
                </a:lnTo>
                <a:lnTo>
                  <a:pt x="1775" y="1337"/>
                </a:lnTo>
                <a:lnTo>
                  <a:pt x="1786" y="1308"/>
                </a:lnTo>
                <a:lnTo>
                  <a:pt x="1796" y="1278"/>
                </a:lnTo>
                <a:lnTo>
                  <a:pt x="1804" y="1247"/>
                </a:lnTo>
                <a:lnTo>
                  <a:pt x="1812" y="1217"/>
                </a:lnTo>
                <a:lnTo>
                  <a:pt x="1818" y="1187"/>
                </a:lnTo>
                <a:lnTo>
                  <a:pt x="1823" y="1156"/>
                </a:lnTo>
                <a:lnTo>
                  <a:pt x="1828" y="1124"/>
                </a:lnTo>
                <a:lnTo>
                  <a:pt x="1831" y="1092"/>
                </a:lnTo>
                <a:lnTo>
                  <a:pt x="1834" y="1060"/>
                </a:lnTo>
                <a:lnTo>
                  <a:pt x="1836" y="1028"/>
                </a:lnTo>
                <a:lnTo>
                  <a:pt x="1836" y="995"/>
                </a:lnTo>
                <a:lnTo>
                  <a:pt x="1836" y="995"/>
                </a:lnTo>
                <a:lnTo>
                  <a:pt x="1834" y="944"/>
                </a:lnTo>
                <a:lnTo>
                  <a:pt x="1831" y="892"/>
                </a:lnTo>
                <a:lnTo>
                  <a:pt x="1825" y="843"/>
                </a:lnTo>
                <a:lnTo>
                  <a:pt x="1817" y="795"/>
                </a:lnTo>
                <a:lnTo>
                  <a:pt x="1805" y="747"/>
                </a:lnTo>
                <a:lnTo>
                  <a:pt x="1791" y="699"/>
                </a:lnTo>
                <a:lnTo>
                  <a:pt x="1777" y="653"/>
                </a:lnTo>
                <a:lnTo>
                  <a:pt x="1757" y="608"/>
                </a:lnTo>
                <a:lnTo>
                  <a:pt x="1738" y="563"/>
                </a:lnTo>
                <a:lnTo>
                  <a:pt x="1716" y="521"/>
                </a:lnTo>
                <a:lnTo>
                  <a:pt x="1692" y="480"/>
                </a:lnTo>
                <a:lnTo>
                  <a:pt x="1666" y="438"/>
                </a:lnTo>
                <a:lnTo>
                  <a:pt x="1639" y="400"/>
                </a:lnTo>
                <a:lnTo>
                  <a:pt x="1609" y="362"/>
                </a:lnTo>
                <a:lnTo>
                  <a:pt x="1578" y="326"/>
                </a:lnTo>
                <a:lnTo>
                  <a:pt x="1545" y="291"/>
                </a:lnTo>
                <a:lnTo>
                  <a:pt x="1510" y="259"/>
                </a:lnTo>
                <a:lnTo>
                  <a:pt x="1474" y="227"/>
                </a:lnTo>
                <a:lnTo>
                  <a:pt x="1436" y="198"/>
                </a:lnTo>
                <a:lnTo>
                  <a:pt x="1398" y="170"/>
                </a:lnTo>
                <a:lnTo>
                  <a:pt x="1358" y="144"/>
                </a:lnTo>
                <a:lnTo>
                  <a:pt x="1316" y="120"/>
                </a:lnTo>
                <a:lnTo>
                  <a:pt x="1273" y="98"/>
                </a:lnTo>
                <a:lnTo>
                  <a:pt x="1228" y="79"/>
                </a:lnTo>
                <a:lnTo>
                  <a:pt x="1183" y="61"/>
                </a:lnTo>
                <a:lnTo>
                  <a:pt x="1137" y="45"/>
                </a:lnTo>
                <a:lnTo>
                  <a:pt x="1091" y="32"/>
                </a:lnTo>
                <a:lnTo>
                  <a:pt x="1043" y="21"/>
                </a:lnTo>
                <a:lnTo>
                  <a:pt x="993" y="11"/>
                </a:lnTo>
                <a:lnTo>
                  <a:pt x="943" y="5"/>
                </a:lnTo>
                <a:lnTo>
                  <a:pt x="892" y="2"/>
                </a:lnTo>
                <a:lnTo>
                  <a:pt x="841" y="0"/>
                </a:lnTo>
                <a:lnTo>
                  <a:pt x="841" y="0"/>
                </a:lnTo>
                <a:close/>
              </a:path>
            </a:pathLst>
          </a:custGeom>
          <a:gradFill>
            <a:gsLst>
              <a:gs pos="0">
                <a:srgbClr val="E0E200"/>
              </a:gs>
              <a:gs pos="84000">
                <a:srgbClr val="94C11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lt1"/>
              </a:solidFill>
            </a:endParaRPr>
          </a:p>
        </p:txBody>
      </p:sp>
      <p:sp>
        <p:nvSpPr>
          <p:cNvPr id="4" name="Freeform 19"/>
          <p:cNvSpPr>
            <a:spLocks/>
          </p:cNvSpPr>
          <p:nvPr/>
        </p:nvSpPr>
        <p:spPr bwMode="auto">
          <a:xfrm>
            <a:off x="3826029" y="1293868"/>
            <a:ext cx="3055678" cy="2814598"/>
          </a:xfrm>
          <a:custGeom>
            <a:avLst/>
            <a:gdLst>
              <a:gd name="T0" fmla="*/ 1988 w 1990"/>
              <a:gd name="T1" fmla="*/ 950 h 1833"/>
              <a:gd name="T2" fmla="*/ 1974 w 1990"/>
              <a:gd name="T3" fmla="*/ 816 h 1833"/>
              <a:gd name="T4" fmla="*/ 1940 w 1990"/>
              <a:gd name="T5" fmla="*/ 686 h 1833"/>
              <a:gd name="T6" fmla="*/ 1892 w 1990"/>
              <a:gd name="T7" fmla="*/ 565 h 1833"/>
              <a:gd name="T8" fmla="*/ 1828 w 1990"/>
              <a:gd name="T9" fmla="*/ 453 h 1833"/>
              <a:gd name="T10" fmla="*/ 1751 w 1990"/>
              <a:gd name="T11" fmla="*/ 349 h 1833"/>
              <a:gd name="T12" fmla="*/ 1662 w 1990"/>
              <a:gd name="T13" fmla="*/ 258 h 1833"/>
              <a:gd name="T14" fmla="*/ 1561 w 1990"/>
              <a:gd name="T15" fmla="*/ 178 h 1833"/>
              <a:gd name="T16" fmla="*/ 1451 w 1990"/>
              <a:gd name="T17" fmla="*/ 111 h 1833"/>
              <a:gd name="T18" fmla="*/ 1289 w 1990"/>
              <a:gd name="T19" fmla="*/ 45 h 1833"/>
              <a:gd name="T20" fmla="*/ 1056 w 1990"/>
              <a:gd name="T21" fmla="*/ 2 h 1833"/>
              <a:gd name="T22" fmla="*/ 893 w 1990"/>
              <a:gd name="T23" fmla="*/ 5 h 1833"/>
              <a:gd name="T24" fmla="*/ 699 w 1990"/>
              <a:gd name="T25" fmla="*/ 45 h 1833"/>
              <a:gd name="T26" fmla="*/ 520 w 1990"/>
              <a:gd name="T27" fmla="*/ 120 h 1833"/>
              <a:gd name="T28" fmla="*/ 362 w 1990"/>
              <a:gd name="T29" fmla="*/ 227 h 1833"/>
              <a:gd name="T30" fmla="*/ 227 w 1990"/>
              <a:gd name="T31" fmla="*/ 362 h 1833"/>
              <a:gd name="T32" fmla="*/ 120 w 1990"/>
              <a:gd name="T33" fmla="*/ 521 h 1833"/>
              <a:gd name="T34" fmla="*/ 45 w 1990"/>
              <a:gd name="T35" fmla="*/ 699 h 1833"/>
              <a:gd name="T36" fmla="*/ 5 w 1990"/>
              <a:gd name="T37" fmla="*/ 892 h 1833"/>
              <a:gd name="T38" fmla="*/ 0 w 1990"/>
              <a:gd name="T39" fmla="*/ 1028 h 1833"/>
              <a:gd name="T40" fmla="*/ 13 w 1990"/>
              <a:gd name="T41" fmla="*/ 1156 h 1833"/>
              <a:gd name="T42" fmla="*/ 42 w 1990"/>
              <a:gd name="T43" fmla="*/ 1279 h 1833"/>
              <a:gd name="T44" fmla="*/ 85 w 1990"/>
              <a:gd name="T45" fmla="*/ 1396 h 1833"/>
              <a:gd name="T46" fmla="*/ 157 w 1990"/>
              <a:gd name="T47" fmla="*/ 1532 h 1833"/>
              <a:gd name="T48" fmla="*/ 314 w 1990"/>
              <a:gd name="T49" fmla="*/ 1719 h 1833"/>
              <a:gd name="T50" fmla="*/ 458 w 1990"/>
              <a:gd name="T51" fmla="*/ 1833 h 1833"/>
              <a:gd name="T52" fmla="*/ 459 w 1990"/>
              <a:gd name="T53" fmla="*/ 1722 h 1833"/>
              <a:gd name="T54" fmla="*/ 475 w 1990"/>
              <a:gd name="T55" fmla="*/ 1594 h 1833"/>
              <a:gd name="T56" fmla="*/ 507 w 1990"/>
              <a:gd name="T57" fmla="*/ 1474 h 1833"/>
              <a:gd name="T58" fmla="*/ 554 w 1990"/>
              <a:gd name="T59" fmla="*/ 1359 h 1833"/>
              <a:gd name="T60" fmla="*/ 685 w 1990"/>
              <a:gd name="T61" fmla="*/ 1153 h 1833"/>
              <a:gd name="T62" fmla="*/ 862 w 1990"/>
              <a:gd name="T63" fmla="*/ 987 h 1833"/>
              <a:gd name="T64" fmla="*/ 971 w 1990"/>
              <a:gd name="T65" fmla="*/ 916 h 1833"/>
              <a:gd name="T66" fmla="*/ 1097 w 1990"/>
              <a:gd name="T67" fmla="*/ 857 h 1833"/>
              <a:gd name="T68" fmla="*/ 1233 w 1990"/>
              <a:gd name="T69" fmla="*/ 817 h 1833"/>
              <a:gd name="T70" fmla="*/ 1376 w 1990"/>
              <a:gd name="T71" fmla="*/ 795 h 1833"/>
              <a:gd name="T72" fmla="*/ 1451 w 1990"/>
              <a:gd name="T73" fmla="*/ 792 h 1833"/>
              <a:gd name="T74" fmla="*/ 1476 w 1990"/>
              <a:gd name="T75" fmla="*/ 793 h 1833"/>
              <a:gd name="T76" fmla="*/ 1569 w 1990"/>
              <a:gd name="T77" fmla="*/ 808 h 1833"/>
              <a:gd name="T78" fmla="*/ 1654 w 1990"/>
              <a:gd name="T79" fmla="*/ 838 h 1833"/>
              <a:gd name="T80" fmla="*/ 1732 w 1990"/>
              <a:gd name="T81" fmla="*/ 886 h 1833"/>
              <a:gd name="T82" fmla="*/ 1798 w 1990"/>
              <a:gd name="T83" fmla="*/ 945 h 1833"/>
              <a:gd name="T84" fmla="*/ 1852 w 1990"/>
              <a:gd name="T85" fmla="*/ 1019 h 1833"/>
              <a:gd name="T86" fmla="*/ 1891 w 1990"/>
              <a:gd name="T87" fmla="*/ 1100 h 1833"/>
              <a:gd name="T88" fmla="*/ 1915 w 1990"/>
              <a:gd name="T89" fmla="*/ 1190 h 1833"/>
              <a:gd name="T90" fmla="*/ 1919 w 1990"/>
              <a:gd name="T91" fmla="*/ 1260 h 1833"/>
              <a:gd name="T92" fmla="*/ 1910 w 1990"/>
              <a:gd name="T93" fmla="*/ 1355 h 1833"/>
              <a:gd name="T94" fmla="*/ 1883 w 1990"/>
              <a:gd name="T95" fmla="*/ 1442 h 1833"/>
              <a:gd name="T96" fmla="*/ 1947 w 1990"/>
              <a:gd name="T97" fmla="*/ 1284 h 1833"/>
              <a:gd name="T98" fmla="*/ 1988 w 1990"/>
              <a:gd name="T99" fmla="*/ 1056 h 18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990" h="1833">
                <a:moveTo>
                  <a:pt x="1990" y="995"/>
                </a:moveTo>
                <a:lnTo>
                  <a:pt x="1990" y="995"/>
                </a:lnTo>
                <a:lnTo>
                  <a:pt x="1988" y="950"/>
                </a:lnTo>
                <a:lnTo>
                  <a:pt x="1988" y="950"/>
                </a:lnTo>
                <a:lnTo>
                  <a:pt x="1987" y="915"/>
                </a:lnTo>
                <a:lnTo>
                  <a:pt x="1983" y="881"/>
                </a:lnTo>
                <a:lnTo>
                  <a:pt x="1979" y="848"/>
                </a:lnTo>
                <a:lnTo>
                  <a:pt x="1974" y="816"/>
                </a:lnTo>
                <a:lnTo>
                  <a:pt x="1967" y="782"/>
                </a:lnTo>
                <a:lnTo>
                  <a:pt x="1959" y="750"/>
                </a:lnTo>
                <a:lnTo>
                  <a:pt x="1950" y="718"/>
                </a:lnTo>
                <a:lnTo>
                  <a:pt x="1940" y="686"/>
                </a:lnTo>
                <a:lnTo>
                  <a:pt x="1931" y="656"/>
                </a:lnTo>
                <a:lnTo>
                  <a:pt x="1918" y="625"/>
                </a:lnTo>
                <a:lnTo>
                  <a:pt x="1907" y="595"/>
                </a:lnTo>
                <a:lnTo>
                  <a:pt x="1892" y="565"/>
                </a:lnTo>
                <a:lnTo>
                  <a:pt x="1878" y="536"/>
                </a:lnTo>
                <a:lnTo>
                  <a:pt x="1862" y="507"/>
                </a:lnTo>
                <a:lnTo>
                  <a:pt x="1846" y="480"/>
                </a:lnTo>
                <a:lnTo>
                  <a:pt x="1828" y="453"/>
                </a:lnTo>
                <a:lnTo>
                  <a:pt x="1811" y="426"/>
                </a:lnTo>
                <a:lnTo>
                  <a:pt x="1791" y="400"/>
                </a:lnTo>
                <a:lnTo>
                  <a:pt x="1772" y="374"/>
                </a:lnTo>
                <a:lnTo>
                  <a:pt x="1751" y="349"/>
                </a:lnTo>
                <a:lnTo>
                  <a:pt x="1731" y="325"/>
                </a:lnTo>
                <a:lnTo>
                  <a:pt x="1708" y="302"/>
                </a:lnTo>
                <a:lnTo>
                  <a:pt x="1686" y="278"/>
                </a:lnTo>
                <a:lnTo>
                  <a:pt x="1662" y="258"/>
                </a:lnTo>
                <a:lnTo>
                  <a:pt x="1638" y="235"/>
                </a:lnTo>
                <a:lnTo>
                  <a:pt x="1612" y="216"/>
                </a:lnTo>
                <a:lnTo>
                  <a:pt x="1587" y="195"/>
                </a:lnTo>
                <a:lnTo>
                  <a:pt x="1561" y="178"/>
                </a:lnTo>
                <a:lnTo>
                  <a:pt x="1534" y="158"/>
                </a:lnTo>
                <a:lnTo>
                  <a:pt x="1507" y="143"/>
                </a:lnTo>
                <a:lnTo>
                  <a:pt x="1478" y="127"/>
                </a:lnTo>
                <a:lnTo>
                  <a:pt x="1451" y="111"/>
                </a:lnTo>
                <a:lnTo>
                  <a:pt x="1451" y="111"/>
                </a:lnTo>
                <a:lnTo>
                  <a:pt x="1398" y="85"/>
                </a:lnTo>
                <a:lnTo>
                  <a:pt x="1345" y="64"/>
                </a:lnTo>
                <a:lnTo>
                  <a:pt x="1289" y="45"/>
                </a:lnTo>
                <a:lnTo>
                  <a:pt x="1233" y="29"/>
                </a:lnTo>
                <a:lnTo>
                  <a:pt x="1176" y="16"/>
                </a:lnTo>
                <a:lnTo>
                  <a:pt x="1117" y="8"/>
                </a:lnTo>
                <a:lnTo>
                  <a:pt x="1056" y="2"/>
                </a:lnTo>
                <a:lnTo>
                  <a:pt x="995" y="0"/>
                </a:lnTo>
                <a:lnTo>
                  <a:pt x="995" y="0"/>
                </a:lnTo>
                <a:lnTo>
                  <a:pt x="944" y="2"/>
                </a:lnTo>
                <a:lnTo>
                  <a:pt x="893" y="5"/>
                </a:lnTo>
                <a:lnTo>
                  <a:pt x="843" y="11"/>
                </a:lnTo>
                <a:lnTo>
                  <a:pt x="795" y="21"/>
                </a:lnTo>
                <a:lnTo>
                  <a:pt x="745" y="32"/>
                </a:lnTo>
                <a:lnTo>
                  <a:pt x="699" y="45"/>
                </a:lnTo>
                <a:lnTo>
                  <a:pt x="653" y="61"/>
                </a:lnTo>
                <a:lnTo>
                  <a:pt x="608" y="79"/>
                </a:lnTo>
                <a:lnTo>
                  <a:pt x="563" y="98"/>
                </a:lnTo>
                <a:lnTo>
                  <a:pt x="520" y="120"/>
                </a:lnTo>
                <a:lnTo>
                  <a:pt x="478" y="144"/>
                </a:lnTo>
                <a:lnTo>
                  <a:pt x="438" y="170"/>
                </a:lnTo>
                <a:lnTo>
                  <a:pt x="400" y="198"/>
                </a:lnTo>
                <a:lnTo>
                  <a:pt x="362" y="227"/>
                </a:lnTo>
                <a:lnTo>
                  <a:pt x="326" y="259"/>
                </a:lnTo>
                <a:lnTo>
                  <a:pt x="291" y="291"/>
                </a:lnTo>
                <a:lnTo>
                  <a:pt x="259" y="326"/>
                </a:lnTo>
                <a:lnTo>
                  <a:pt x="227" y="362"/>
                </a:lnTo>
                <a:lnTo>
                  <a:pt x="197" y="400"/>
                </a:lnTo>
                <a:lnTo>
                  <a:pt x="170" y="438"/>
                </a:lnTo>
                <a:lnTo>
                  <a:pt x="144" y="480"/>
                </a:lnTo>
                <a:lnTo>
                  <a:pt x="120" y="521"/>
                </a:lnTo>
                <a:lnTo>
                  <a:pt x="98" y="563"/>
                </a:lnTo>
                <a:lnTo>
                  <a:pt x="79" y="608"/>
                </a:lnTo>
                <a:lnTo>
                  <a:pt x="61" y="653"/>
                </a:lnTo>
                <a:lnTo>
                  <a:pt x="45" y="699"/>
                </a:lnTo>
                <a:lnTo>
                  <a:pt x="32" y="747"/>
                </a:lnTo>
                <a:lnTo>
                  <a:pt x="21" y="795"/>
                </a:lnTo>
                <a:lnTo>
                  <a:pt x="11" y="843"/>
                </a:lnTo>
                <a:lnTo>
                  <a:pt x="5" y="892"/>
                </a:lnTo>
                <a:lnTo>
                  <a:pt x="2" y="944"/>
                </a:lnTo>
                <a:lnTo>
                  <a:pt x="0" y="995"/>
                </a:lnTo>
                <a:lnTo>
                  <a:pt x="0" y="995"/>
                </a:lnTo>
                <a:lnTo>
                  <a:pt x="0" y="1028"/>
                </a:lnTo>
                <a:lnTo>
                  <a:pt x="2" y="1060"/>
                </a:lnTo>
                <a:lnTo>
                  <a:pt x="5" y="1092"/>
                </a:lnTo>
                <a:lnTo>
                  <a:pt x="8" y="1124"/>
                </a:lnTo>
                <a:lnTo>
                  <a:pt x="13" y="1156"/>
                </a:lnTo>
                <a:lnTo>
                  <a:pt x="19" y="1188"/>
                </a:lnTo>
                <a:lnTo>
                  <a:pt x="26" y="1219"/>
                </a:lnTo>
                <a:lnTo>
                  <a:pt x="32" y="1249"/>
                </a:lnTo>
                <a:lnTo>
                  <a:pt x="42" y="1279"/>
                </a:lnTo>
                <a:lnTo>
                  <a:pt x="51" y="1310"/>
                </a:lnTo>
                <a:lnTo>
                  <a:pt x="61" y="1339"/>
                </a:lnTo>
                <a:lnTo>
                  <a:pt x="72" y="1367"/>
                </a:lnTo>
                <a:lnTo>
                  <a:pt x="85" y="1396"/>
                </a:lnTo>
                <a:lnTo>
                  <a:pt x="98" y="1425"/>
                </a:lnTo>
                <a:lnTo>
                  <a:pt x="111" y="1452"/>
                </a:lnTo>
                <a:lnTo>
                  <a:pt x="127" y="1479"/>
                </a:lnTo>
                <a:lnTo>
                  <a:pt x="157" y="1532"/>
                </a:lnTo>
                <a:lnTo>
                  <a:pt x="192" y="1582"/>
                </a:lnTo>
                <a:lnTo>
                  <a:pt x="231" y="1631"/>
                </a:lnTo>
                <a:lnTo>
                  <a:pt x="270" y="1676"/>
                </a:lnTo>
                <a:lnTo>
                  <a:pt x="314" y="1719"/>
                </a:lnTo>
                <a:lnTo>
                  <a:pt x="360" y="1759"/>
                </a:lnTo>
                <a:lnTo>
                  <a:pt x="408" y="1797"/>
                </a:lnTo>
                <a:lnTo>
                  <a:pt x="458" y="1833"/>
                </a:lnTo>
                <a:lnTo>
                  <a:pt x="458" y="1833"/>
                </a:lnTo>
                <a:lnTo>
                  <a:pt x="458" y="1786"/>
                </a:lnTo>
                <a:lnTo>
                  <a:pt x="458" y="1786"/>
                </a:lnTo>
                <a:lnTo>
                  <a:pt x="458" y="1754"/>
                </a:lnTo>
                <a:lnTo>
                  <a:pt x="459" y="1722"/>
                </a:lnTo>
                <a:lnTo>
                  <a:pt x="462" y="1690"/>
                </a:lnTo>
                <a:lnTo>
                  <a:pt x="466" y="1658"/>
                </a:lnTo>
                <a:lnTo>
                  <a:pt x="470" y="1626"/>
                </a:lnTo>
                <a:lnTo>
                  <a:pt x="475" y="1594"/>
                </a:lnTo>
                <a:lnTo>
                  <a:pt x="482" y="1564"/>
                </a:lnTo>
                <a:lnTo>
                  <a:pt x="490" y="1534"/>
                </a:lnTo>
                <a:lnTo>
                  <a:pt x="498" y="1503"/>
                </a:lnTo>
                <a:lnTo>
                  <a:pt x="507" y="1474"/>
                </a:lnTo>
                <a:lnTo>
                  <a:pt x="518" y="1444"/>
                </a:lnTo>
                <a:lnTo>
                  <a:pt x="530" y="1415"/>
                </a:lnTo>
                <a:lnTo>
                  <a:pt x="541" y="1387"/>
                </a:lnTo>
                <a:lnTo>
                  <a:pt x="554" y="1359"/>
                </a:lnTo>
                <a:lnTo>
                  <a:pt x="582" y="1305"/>
                </a:lnTo>
                <a:lnTo>
                  <a:pt x="613" y="1252"/>
                </a:lnTo>
                <a:lnTo>
                  <a:pt x="648" y="1201"/>
                </a:lnTo>
                <a:lnTo>
                  <a:pt x="685" y="1153"/>
                </a:lnTo>
                <a:lnTo>
                  <a:pt x="725" y="1108"/>
                </a:lnTo>
                <a:lnTo>
                  <a:pt x="768" y="1065"/>
                </a:lnTo>
                <a:lnTo>
                  <a:pt x="814" y="1025"/>
                </a:lnTo>
                <a:lnTo>
                  <a:pt x="862" y="987"/>
                </a:lnTo>
                <a:lnTo>
                  <a:pt x="912" y="952"/>
                </a:lnTo>
                <a:lnTo>
                  <a:pt x="912" y="952"/>
                </a:lnTo>
                <a:lnTo>
                  <a:pt x="941" y="934"/>
                </a:lnTo>
                <a:lnTo>
                  <a:pt x="971" y="916"/>
                </a:lnTo>
                <a:lnTo>
                  <a:pt x="1001" y="900"/>
                </a:lnTo>
                <a:lnTo>
                  <a:pt x="1033" y="884"/>
                </a:lnTo>
                <a:lnTo>
                  <a:pt x="1065" y="870"/>
                </a:lnTo>
                <a:lnTo>
                  <a:pt x="1097" y="857"/>
                </a:lnTo>
                <a:lnTo>
                  <a:pt x="1131" y="846"/>
                </a:lnTo>
                <a:lnTo>
                  <a:pt x="1165" y="835"/>
                </a:lnTo>
                <a:lnTo>
                  <a:pt x="1198" y="825"/>
                </a:lnTo>
                <a:lnTo>
                  <a:pt x="1233" y="817"/>
                </a:lnTo>
                <a:lnTo>
                  <a:pt x="1268" y="809"/>
                </a:lnTo>
                <a:lnTo>
                  <a:pt x="1304" y="803"/>
                </a:lnTo>
                <a:lnTo>
                  <a:pt x="1339" y="798"/>
                </a:lnTo>
                <a:lnTo>
                  <a:pt x="1376" y="795"/>
                </a:lnTo>
                <a:lnTo>
                  <a:pt x="1412" y="793"/>
                </a:lnTo>
                <a:lnTo>
                  <a:pt x="1449" y="792"/>
                </a:lnTo>
                <a:lnTo>
                  <a:pt x="1449" y="792"/>
                </a:lnTo>
                <a:lnTo>
                  <a:pt x="1451" y="792"/>
                </a:lnTo>
                <a:lnTo>
                  <a:pt x="1451" y="792"/>
                </a:lnTo>
                <a:lnTo>
                  <a:pt x="1452" y="792"/>
                </a:lnTo>
                <a:lnTo>
                  <a:pt x="1452" y="792"/>
                </a:lnTo>
                <a:lnTo>
                  <a:pt x="1476" y="793"/>
                </a:lnTo>
                <a:lnTo>
                  <a:pt x="1500" y="795"/>
                </a:lnTo>
                <a:lnTo>
                  <a:pt x="1523" y="798"/>
                </a:lnTo>
                <a:lnTo>
                  <a:pt x="1547" y="801"/>
                </a:lnTo>
                <a:lnTo>
                  <a:pt x="1569" y="808"/>
                </a:lnTo>
                <a:lnTo>
                  <a:pt x="1592" y="814"/>
                </a:lnTo>
                <a:lnTo>
                  <a:pt x="1612" y="820"/>
                </a:lnTo>
                <a:lnTo>
                  <a:pt x="1635" y="830"/>
                </a:lnTo>
                <a:lnTo>
                  <a:pt x="1654" y="838"/>
                </a:lnTo>
                <a:lnTo>
                  <a:pt x="1675" y="849"/>
                </a:lnTo>
                <a:lnTo>
                  <a:pt x="1694" y="860"/>
                </a:lnTo>
                <a:lnTo>
                  <a:pt x="1713" y="873"/>
                </a:lnTo>
                <a:lnTo>
                  <a:pt x="1732" y="886"/>
                </a:lnTo>
                <a:lnTo>
                  <a:pt x="1750" y="899"/>
                </a:lnTo>
                <a:lnTo>
                  <a:pt x="1766" y="915"/>
                </a:lnTo>
                <a:lnTo>
                  <a:pt x="1783" y="929"/>
                </a:lnTo>
                <a:lnTo>
                  <a:pt x="1798" y="945"/>
                </a:lnTo>
                <a:lnTo>
                  <a:pt x="1812" y="963"/>
                </a:lnTo>
                <a:lnTo>
                  <a:pt x="1827" y="980"/>
                </a:lnTo>
                <a:lnTo>
                  <a:pt x="1839" y="1000"/>
                </a:lnTo>
                <a:lnTo>
                  <a:pt x="1852" y="1019"/>
                </a:lnTo>
                <a:lnTo>
                  <a:pt x="1863" y="1038"/>
                </a:lnTo>
                <a:lnTo>
                  <a:pt x="1873" y="1057"/>
                </a:lnTo>
                <a:lnTo>
                  <a:pt x="1883" y="1078"/>
                </a:lnTo>
                <a:lnTo>
                  <a:pt x="1891" y="1100"/>
                </a:lnTo>
                <a:lnTo>
                  <a:pt x="1899" y="1121"/>
                </a:lnTo>
                <a:lnTo>
                  <a:pt x="1905" y="1143"/>
                </a:lnTo>
                <a:lnTo>
                  <a:pt x="1910" y="1166"/>
                </a:lnTo>
                <a:lnTo>
                  <a:pt x="1915" y="1190"/>
                </a:lnTo>
                <a:lnTo>
                  <a:pt x="1918" y="1212"/>
                </a:lnTo>
                <a:lnTo>
                  <a:pt x="1919" y="1236"/>
                </a:lnTo>
                <a:lnTo>
                  <a:pt x="1919" y="1260"/>
                </a:lnTo>
                <a:lnTo>
                  <a:pt x="1919" y="1260"/>
                </a:lnTo>
                <a:lnTo>
                  <a:pt x="1919" y="1284"/>
                </a:lnTo>
                <a:lnTo>
                  <a:pt x="1918" y="1308"/>
                </a:lnTo>
                <a:lnTo>
                  <a:pt x="1915" y="1332"/>
                </a:lnTo>
                <a:lnTo>
                  <a:pt x="1910" y="1355"/>
                </a:lnTo>
                <a:lnTo>
                  <a:pt x="1905" y="1377"/>
                </a:lnTo>
                <a:lnTo>
                  <a:pt x="1899" y="1399"/>
                </a:lnTo>
                <a:lnTo>
                  <a:pt x="1892" y="1422"/>
                </a:lnTo>
                <a:lnTo>
                  <a:pt x="1883" y="1442"/>
                </a:lnTo>
                <a:lnTo>
                  <a:pt x="1883" y="1442"/>
                </a:lnTo>
                <a:lnTo>
                  <a:pt x="1907" y="1391"/>
                </a:lnTo>
                <a:lnTo>
                  <a:pt x="1929" y="1339"/>
                </a:lnTo>
                <a:lnTo>
                  <a:pt x="1947" y="1284"/>
                </a:lnTo>
                <a:lnTo>
                  <a:pt x="1963" y="1228"/>
                </a:lnTo>
                <a:lnTo>
                  <a:pt x="1974" y="1172"/>
                </a:lnTo>
                <a:lnTo>
                  <a:pt x="1983" y="1115"/>
                </a:lnTo>
                <a:lnTo>
                  <a:pt x="1988" y="1056"/>
                </a:lnTo>
                <a:lnTo>
                  <a:pt x="1990" y="995"/>
                </a:lnTo>
                <a:lnTo>
                  <a:pt x="1990" y="995"/>
                </a:lnTo>
                <a:close/>
              </a:path>
            </a:pathLst>
          </a:custGeom>
          <a:gradFill>
            <a:gsLst>
              <a:gs pos="0">
                <a:srgbClr val="9F73B0"/>
              </a:gs>
              <a:gs pos="100000">
                <a:srgbClr val="253C9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lt1"/>
              </a:solidFill>
            </a:endParaRPr>
          </a:p>
        </p:txBody>
      </p:sp>
      <p:sp>
        <p:nvSpPr>
          <p:cNvPr id="5" name="Freeform 23"/>
          <p:cNvSpPr>
            <a:spLocks/>
          </p:cNvSpPr>
          <p:nvPr/>
        </p:nvSpPr>
        <p:spPr bwMode="auto">
          <a:xfrm>
            <a:off x="5333906" y="2509996"/>
            <a:ext cx="1438779" cy="1438777"/>
          </a:xfrm>
          <a:custGeom>
            <a:avLst/>
            <a:gdLst>
              <a:gd name="T0" fmla="*/ 470 w 937"/>
              <a:gd name="T1" fmla="*/ 0 h 937"/>
              <a:gd name="T2" fmla="*/ 467 w 937"/>
              <a:gd name="T3" fmla="*/ 0 h 937"/>
              <a:gd name="T4" fmla="*/ 419 w 937"/>
              <a:gd name="T5" fmla="*/ 3 h 937"/>
              <a:gd name="T6" fmla="*/ 373 w 937"/>
              <a:gd name="T7" fmla="*/ 11 h 937"/>
              <a:gd name="T8" fmla="*/ 328 w 937"/>
              <a:gd name="T9" fmla="*/ 22 h 937"/>
              <a:gd name="T10" fmla="*/ 286 w 937"/>
              <a:gd name="T11" fmla="*/ 38 h 937"/>
              <a:gd name="T12" fmla="*/ 245 w 937"/>
              <a:gd name="T13" fmla="*/ 57 h 937"/>
              <a:gd name="T14" fmla="*/ 207 w 937"/>
              <a:gd name="T15" fmla="*/ 81 h 937"/>
              <a:gd name="T16" fmla="*/ 170 w 937"/>
              <a:gd name="T17" fmla="*/ 108 h 937"/>
              <a:gd name="T18" fmla="*/ 138 w 937"/>
              <a:gd name="T19" fmla="*/ 139 h 937"/>
              <a:gd name="T20" fmla="*/ 107 w 937"/>
              <a:gd name="T21" fmla="*/ 171 h 937"/>
              <a:gd name="T22" fmla="*/ 80 w 937"/>
              <a:gd name="T23" fmla="*/ 208 h 937"/>
              <a:gd name="T24" fmla="*/ 56 w 937"/>
              <a:gd name="T25" fmla="*/ 246 h 937"/>
              <a:gd name="T26" fmla="*/ 37 w 937"/>
              <a:gd name="T27" fmla="*/ 288 h 937"/>
              <a:gd name="T28" fmla="*/ 21 w 937"/>
              <a:gd name="T29" fmla="*/ 329 h 937"/>
              <a:gd name="T30" fmla="*/ 10 w 937"/>
              <a:gd name="T31" fmla="*/ 374 h 937"/>
              <a:gd name="T32" fmla="*/ 3 w 937"/>
              <a:gd name="T33" fmla="*/ 420 h 937"/>
              <a:gd name="T34" fmla="*/ 0 w 937"/>
              <a:gd name="T35" fmla="*/ 468 h 937"/>
              <a:gd name="T36" fmla="*/ 2 w 937"/>
              <a:gd name="T37" fmla="*/ 499 h 937"/>
              <a:gd name="T38" fmla="*/ 8 w 937"/>
              <a:gd name="T39" fmla="*/ 556 h 937"/>
              <a:gd name="T40" fmla="*/ 23 w 937"/>
              <a:gd name="T41" fmla="*/ 612 h 937"/>
              <a:gd name="T42" fmla="*/ 43 w 937"/>
              <a:gd name="T43" fmla="*/ 665 h 937"/>
              <a:gd name="T44" fmla="*/ 56 w 937"/>
              <a:gd name="T45" fmla="*/ 690 h 937"/>
              <a:gd name="T46" fmla="*/ 61 w 937"/>
              <a:gd name="T47" fmla="*/ 698 h 937"/>
              <a:gd name="T48" fmla="*/ 95 w 937"/>
              <a:gd name="T49" fmla="*/ 750 h 937"/>
              <a:gd name="T50" fmla="*/ 133 w 937"/>
              <a:gd name="T51" fmla="*/ 796 h 937"/>
              <a:gd name="T52" fmla="*/ 179 w 937"/>
              <a:gd name="T53" fmla="*/ 836 h 937"/>
              <a:gd name="T54" fmla="*/ 229 w 937"/>
              <a:gd name="T55" fmla="*/ 871 h 937"/>
              <a:gd name="T56" fmla="*/ 283 w 937"/>
              <a:gd name="T57" fmla="*/ 900 h 937"/>
              <a:gd name="T58" fmla="*/ 342 w 937"/>
              <a:gd name="T59" fmla="*/ 921 h 937"/>
              <a:gd name="T60" fmla="*/ 405 w 937"/>
              <a:gd name="T61" fmla="*/ 933 h 937"/>
              <a:gd name="T62" fmla="*/ 469 w 937"/>
              <a:gd name="T63" fmla="*/ 937 h 937"/>
              <a:gd name="T64" fmla="*/ 498 w 937"/>
              <a:gd name="T65" fmla="*/ 937 h 937"/>
              <a:gd name="T66" fmla="*/ 554 w 937"/>
              <a:gd name="T67" fmla="*/ 930 h 937"/>
              <a:gd name="T68" fmla="*/ 608 w 937"/>
              <a:gd name="T69" fmla="*/ 916 h 937"/>
              <a:gd name="T70" fmla="*/ 659 w 937"/>
              <a:gd name="T71" fmla="*/ 897 h 937"/>
              <a:gd name="T72" fmla="*/ 707 w 937"/>
              <a:gd name="T73" fmla="*/ 873 h 937"/>
              <a:gd name="T74" fmla="*/ 752 w 937"/>
              <a:gd name="T75" fmla="*/ 842 h 937"/>
              <a:gd name="T76" fmla="*/ 792 w 937"/>
              <a:gd name="T77" fmla="*/ 807 h 937"/>
              <a:gd name="T78" fmla="*/ 829 w 937"/>
              <a:gd name="T79" fmla="*/ 769 h 937"/>
              <a:gd name="T80" fmla="*/ 845 w 937"/>
              <a:gd name="T81" fmla="*/ 748 h 937"/>
              <a:gd name="T82" fmla="*/ 901 w 937"/>
              <a:gd name="T83" fmla="*/ 650 h 937"/>
              <a:gd name="T84" fmla="*/ 910 w 937"/>
              <a:gd name="T85" fmla="*/ 630 h 937"/>
              <a:gd name="T86" fmla="*/ 923 w 937"/>
              <a:gd name="T87" fmla="*/ 585 h 937"/>
              <a:gd name="T88" fmla="*/ 933 w 937"/>
              <a:gd name="T89" fmla="*/ 540 h 937"/>
              <a:gd name="T90" fmla="*/ 937 w 937"/>
              <a:gd name="T91" fmla="*/ 492 h 937"/>
              <a:gd name="T92" fmla="*/ 937 w 937"/>
              <a:gd name="T93" fmla="*/ 468 h 937"/>
              <a:gd name="T94" fmla="*/ 936 w 937"/>
              <a:gd name="T95" fmla="*/ 420 h 937"/>
              <a:gd name="T96" fmla="*/ 928 w 937"/>
              <a:gd name="T97" fmla="*/ 374 h 937"/>
              <a:gd name="T98" fmla="*/ 917 w 937"/>
              <a:gd name="T99" fmla="*/ 329 h 937"/>
              <a:gd name="T100" fmla="*/ 901 w 937"/>
              <a:gd name="T101" fmla="*/ 286 h 937"/>
              <a:gd name="T102" fmla="*/ 881 w 937"/>
              <a:gd name="T103" fmla="*/ 246 h 937"/>
              <a:gd name="T104" fmla="*/ 857 w 937"/>
              <a:gd name="T105" fmla="*/ 208 h 937"/>
              <a:gd name="T106" fmla="*/ 830 w 937"/>
              <a:gd name="T107" fmla="*/ 171 h 937"/>
              <a:gd name="T108" fmla="*/ 801 w 937"/>
              <a:gd name="T109" fmla="*/ 137 h 937"/>
              <a:gd name="T110" fmla="*/ 768 w 937"/>
              <a:gd name="T111" fmla="*/ 107 h 937"/>
              <a:gd name="T112" fmla="*/ 731 w 937"/>
              <a:gd name="T113" fmla="*/ 81 h 937"/>
              <a:gd name="T114" fmla="*/ 693 w 937"/>
              <a:gd name="T115" fmla="*/ 57 h 937"/>
              <a:gd name="T116" fmla="*/ 653 w 937"/>
              <a:gd name="T117" fmla="*/ 38 h 937"/>
              <a:gd name="T118" fmla="*/ 610 w 937"/>
              <a:gd name="T119" fmla="*/ 22 h 937"/>
              <a:gd name="T120" fmla="*/ 565 w 937"/>
              <a:gd name="T121" fmla="*/ 9 h 937"/>
              <a:gd name="T122" fmla="*/ 518 w 937"/>
              <a:gd name="T123" fmla="*/ 3 h 937"/>
              <a:gd name="T124" fmla="*/ 470 w 937"/>
              <a:gd name="T125" fmla="*/ 0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37" h="937">
                <a:moveTo>
                  <a:pt x="470" y="0"/>
                </a:moveTo>
                <a:lnTo>
                  <a:pt x="470" y="0"/>
                </a:lnTo>
                <a:lnTo>
                  <a:pt x="467" y="0"/>
                </a:lnTo>
                <a:lnTo>
                  <a:pt x="467" y="0"/>
                </a:lnTo>
                <a:lnTo>
                  <a:pt x="443" y="1"/>
                </a:lnTo>
                <a:lnTo>
                  <a:pt x="419" y="3"/>
                </a:lnTo>
                <a:lnTo>
                  <a:pt x="397" y="6"/>
                </a:lnTo>
                <a:lnTo>
                  <a:pt x="373" y="11"/>
                </a:lnTo>
                <a:lnTo>
                  <a:pt x="350" y="16"/>
                </a:lnTo>
                <a:lnTo>
                  <a:pt x="328" y="22"/>
                </a:lnTo>
                <a:lnTo>
                  <a:pt x="307" y="28"/>
                </a:lnTo>
                <a:lnTo>
                  <a:pt x="286" y="38"/>
                </a:lnTo>
                <a:lnTo>
                  <a:pt x="266" y="48"/>
                </a:lnTo>
                <a:lnTo>
                  <a:pt x="245" y="57"/>
                </a:lnTo>
                <a:lnTo>
                  <a:pt x="226" y="68"/>
                </a:lnTo>
                <a:lnTo>
                  <a:pt x="207" y="81"/>
                </a:lnTo>
                <a:lnTo>
                  <a:pt x="187" y="94"/>
                </a:lnTo>
                <a:lnTo>
                  <a:pt x="170" y="108"/>
                </a:lnTo>
                <a:lnTo>
                  <a:pt x="154" y="123"/>
                </a:lnTo>
                <a:lnTo>
                  <a:pt x="138" y="139"/>
                </a:lnTo>
                <a:lnTo>
                  <a:pt x="122" y="155"/>
                </a:lnTo>
                <a:lnTo>
                  <a:pt x="107" y="171"/>
                </a:lnTo>
                <a:lnTo>
                  <a:pt x="93" y="188"/>
                </a:lnTo>
                <a:lnTo>
                  <a:pt x="80" y="208"/>
                </a:lnTo>
                <a:lnTo>
                  <a:pt x="67" y="227"/>
                </a:lnTo>
                <a:lnTo>
                  <a:pt x="56" y="246"/>
                </a:lnTo>
                <a:lnTo>
                  <a:pt x="47" y="267"/>
                </a:lnTo>
                <a:lnTo>
                  <a:pt x="37" y="288"/>
                </a:lnTo>
                <a:lnTo>
                  <a:pt x="29" y="308"/>
                </a:lnTo>
                <a:lnTo>
                  <a:pt x="21" y="329"/>
                </a:lnTo>
                <a:lnTo>
                  <a:pt x="15" y="351"/>
                </a:lnTo>
                <a:lnTo>
                  <a:pt x="10" y="374"/>
                </a:lnTo>
                <a:lnTo>
                  <a:pt x="7" y="398"/>
                </a:lnTo>
                <a:lnTo>
                  <a:pt x="3" y="420"/>
                </a:lnTo>
                <a:lnTo>
                  <a:pt x="2" y="444"/>
                </a:lnTo>
                <a:lnTo>
                  <a:pt x="0" y="468"/>
                </a:lnTo>
                <a:lnTo>
                  <a:pt x="0" y="468"/>
                </a:lnTo>
                <a:lnTo>
                  <a:pt x="2" y="499"/>
                </a:lnTo>
                <a:lnTo>
                  <a:pt x="5" y="527"/>
                </a:lnTo>
                <a:lnTo>
                  <a:pt x="8" y="556"/>
                </a:lnTo>
                <a:lnTo>
                  <a:pt x="15" y="585"/>
                </a:lnTo>
                <a:lnTo>
                  <a:pt x="23" y="612"/>
                </a:lnTo>
                <a:lnTo>
                  <a:pt x="32" y="639"/>
                </a:lnTo>
                <a:lnTo>
                  <a:pt x="43" y="665"/>
                </a:lnTo>
                <a:lnTo>
                  <a:pt x="56" y="690"/>
                </a:lnTo>
                <a:lnTo>
                  <a:pt x="56" y="690"/>
                </a:lnTo>
                <a:lnTo>
                  <a:pt x="61" y="698"/>
                </a:lnTo>
                <a:lnTo>
                  <a:pt x="61" y="698"/>
                </a:lnTo>
                <a:lnTo>
                  <a:pt x="77" y="724"/>
                </a:lnTo>
                <a:lnTo>
                  <a:pt x="95" y="750"/>
                </a:lnTo>
                <a:lnTo>
                  <a:pt x="114" y="774"/>
                </a:lnTo>
                <a:lnTo>
                  <a:pt x="133" y="796"/>
                </a:lnTo>
                <a:lnTo>
                  <a:pt x="155" y="817"/>
                </a:lnTo>
                <a:lnTo>
                  <a:pt x="179" y="836"/>
                </a:lnTo>
                <a:lnTo>
                  <a:pt x="203" y="855"/>
                </a:lnTo>
                <a:lnTo>
                  <a:pt x="229" y="871"/>
                </a:lnTo>
                <a:lnTo>
                  <a:pt x="256" y="886"/>
                </a:lnTo>
                <a:lnTo>
                  <a:pt x="283" y="900"/>
                </a:lnTo>
                <a:lnTo>
                  <a:pt x="312" y="911"/>
                </a:lnTo>
                <a:lnTo>
                  <a:pt x="342" y="921"/>
                </a:lnTo>
                <a:lnTo>
                  <a:pt x="373" y="927"/>
                </a:lnTo>
                <a:lnTo>
                  <a:pt x="405" y="933"/>
                </a:lnTo>
                <a:lnTo>
                  <a:pt x="437" y="937"/>
                </a:lnTo>
                <a:lnTo>
                  <a:pt x="469" y="937"/>
                </a:lnTo>
                <a:lnTo>
                  <a:pt x="469" y="937"/>
                </a:lnTo>
                <a:lnTo>
                  <a:pt x="498" y="937"/>
                </a:lnTo>
                <a:lnTo>
                  <a:pt x="526" y="933"/>
                </a:lnTo>
                <a:lnTo>
                  <a:pt x="554" y="930"/>
                </a:lnTo>
                <a:lnTo>
                  <a:pt x="581" y="924"/>
                </a:lnTo>
                <a:lnTo>
                  <a:pt x="608" y="916"/>
                </a:lnTo>
                <a:lnTo>
                  <a:pt x="634" y="908"/>
                </a:lnTo>
                <a:lnTo>
                  <a:pt x="659" y="897"/>
                </a:lnTo>
                <a:lnTo>
                  <a:pt x="683" y="886"/>
                </a:lnTo>
                <a:lnTo>
                  <a:pt x="707" y="873"/>
                </a:lnTo>
                <a:lnTo>
                  <a:pt x="729" y="858"/>
                </a:lnTo>
                <a:lnTo>
                  <a:pt x="752" y="842"/>
                </a:lnTo>
                <a:lnTo>
                  <a:pt x="773" y="826"/>
                </a:lnTo>
                <a:lnTo>
                  <a:pt x="792" y="807"/>
                </a:lnTo>
                <a:lnTo>
                  <a:pt x="811" y="790"/>
                </a:lnTo>
                <a:lnTo>
                  <a:pt x="829" y="769"/>
                </a:lnTo>
                <a:lnTo>
                  <a:pt x="845" y="748"/>
                </a:lnTo>
                <a:lnTo>
                  <a:pt x="845" y="748"/>
                </a:lnTo>
                <a:lnTo>
                  <a:pt x="875" y="700"/>
                </a:lnTo>
                <a:lnTo>
                  <a:pt x="901" y="650"/>
                </a:lnTo>
                <a:lnTo>
                  <a:pt x="901" y="650"/>
                </a:lnTo>
                <a:lnTo>
                  <a:pt x="910" y="630"/>
                </a:lnTo>
                <a:lnTo>
                  <a:pt x="917" y="607"/>
                </a:lnTo>
                <a:lnTo>
                  <a:pt x="923" y="585"/>
                </a:lnTo>
                <a:lnTo>
                  <a:pt x="928" y="563"/>
                </a:lnTo>
                <a:lnTo>
                  <a:pt x="933" y="540"/>
                </a:lnTo>
                <a:lnTo>
                  <a:pt x="936" y="516"/>
                </a:lnTo>
                <a:lnTo>
                  <a:pt x="937" y="492"/>
                </a:lnTo>
                <a:lnTo>
                  <a:pt x="937" y="468"/>
                </a:lnTo>
                <a:lnTo>
                  <a:pt x="937" y="468"/>
                </a:lnTo>
                <a:lnTo>
                  <a:pt x="937" y="444"/>
                </a:lnTo>
                <a:lnTo>
                  <a:pt x="936" y="420"/>
                </a:lnTo>
                <a:lnTo>
                  <a:pt x="933" y="398"/>
                </a:lnTo>
                <a:lnTo>
                  <a:pt x="928" y="374"/>
                </a:lnTo>
                <a:lnTo>
                  <a:pt x="923" y="351"/>
                </a:lnTo>
                <a:lnTo>
                  <a:pt x="917" y="329"/>
                </a:lnTo>
                <a:lnTo>
                  <a:pt x="909" y="308"/>
                </a:lnTo>
                <a:lnTo>
                  <a:pt x="901" y="286"/>
                </a:lnTo>
                <a:lnTo>
                  <a:pt x="891" y="265"/>
                </a:lnTo>
                <a:lnTo>
                  <a:pt x="881" y="246"/>
                </a:lnTo>
                <a:lnTo>
                  <a:pt x="870" y="227"/>
                </a:lnTo>
                <a:lnTo>
                  <a:pt x="857" y="208"/>
                </a:lnTo>
                <a:lnTo>
                  <a:pt x="845" y="188"/>
                </a:lnTo>
                <a:lnTo>
                  <a:pt x="830" y="171"/>
                </a:lnTo>
                <a:lnTo>
                  <a:pt x="816" y="153"/>
                </a:lnTo>
                <a:lnTo>
                  <a:pt x="801" y="137"/>
                </a:lnTo>
                <a:lnTo>
                  <a:pt x="784" y="123"/>
                </a:lnTo>
                <a:lnTo>
                  <a:pt x="768" y="107"/>
                </a:lnTo>
                <a:lnTo>
                  <a:pt x="750" y="94"/>
                </a:lnTo>
                <a:lnTo>
                  <a:pt x="731" y="81"/>
                </a:lnTo>
                <a:lnTo>
                  <a:pt x="712" y="68"/>
                </a:lnTo>
                <a:lnTo>
                  <a:pt x="693" y="57"/>
                </a:lnTo>
                <a:lnTo>
                  <a:pt x="672" y="46"/>
                </a:lnTo>
                <a:lnTo>
                  <a:pt x="653" y="38"/>
                </a:lnTo>
                <a:lnTo>
                  <a:pt x="630" y="28"/>
                </a:lnTo>
                <a:lnTo>
                  <a:pt x="610" y="22"/>
                </a:lnTo>
                <a:lnTo>
                  <a:pt x="587" y="16"/>
                </a:lnTo>
                <a:lnTo>
                  <a:pt x="565" y="9"/>
                </a:lnTo>
                <a:lnTo>
                  <a:pt x="541" y="6"/>
                </a:lnTo>
                <a:lnTo>
                  <a:pt x="518" y="3"/>
                </a:lnTo>
                <a:lnTo>
                  <a:pt x="494" y="1"/>
                </a:lnTo>
                <a:lnTo>
                  <a:pt x="470" y="0"/>
                </a:lnTo>
                <a:lnTo>
                  <a:pt x="470" y="0"/>
                </a:lnTo>
                <a:close/>
              </a:path>
            </a:pathLst>
          </a:custGeom>
          <a:gradFill flip="none" rotWithShape="1">
            <a:gsLst>
              <a:gs pos="100000">
                <a:srgbClr val="FFFFFF"/>
              </a:gs>
              <a:gs pos="0">
                <a:srgbClr val="D9DEDF"/>
              </a:gs>
            </a:gsLst>
            <a:lin ang="2700000" scaled="0"/>
            <a:tileRect/>
          </a:gradFill>
          <a:ln w="57150">
            <a:gradFill flip="none" rotWithShape="1">
              <a:gsLst>
                <a:gs pos="0">
                  <a:srgbClr val="FFFFFF"/>
                </a:gs>
                <a:gs pos="100000">
                  <a:srgbClr val="D9D9DA"/>
                </a:gs>
              </a:gsLst>
              <a:lin ang="2700000" scaled="0"/>
              <a:tileRect/>
            </a:gradFill>
          </a:ln>
          <a:effectLst>
            <a:outerShdw blurRad="279400" dist="76200" dir="2700000" sx="101000" sy="101000" algn="tl"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lt1"/>
              </a:solidFill>
            </a:endParaRPr>
          </a:p>
        </p:txBody>
      </p:sp>
      <p:grpSp>
        <p:nvGrpSpPr>
          <p:cNvPr id="6" name="그룹 9"/>
          <p:cNvGrpSpPr/>
          <p:nvPr/>
        </p:nvGrpSpPr>
        <p:grpSpPr>
          <a:xfrm>
            <a:off x="5750847" y="2927703"/>
            <a:ext cx="603360" cy="603359"/>
            <a:chOff x="-1095375" y="2711450"/>
            <a:chExt cx="1003300" cy="1003300"/>
          </a:xfrm>
          <a:solidFill>
            <a:schemeClr val="bg1">
              <a:lumMod val="50000"/>
            </a:schemeClr>
          </a:solidFill>
        </p:grpSpPr>
        <p:sp>
          <p:nvSpPr>
            <p:cNvPr id="7" name="Freeform 5"/>
            <p:cNvSpPr>
              <a:spLocks/>
            </p:cNvSpPr>
            <p:nvPr/>
          </p:nvSpPr>
          <p:spPr bwMode="auto">
            <a:xfrm>
              <a:off x="-669925" y="3225800"/>
              <a:ext cx="282575" cy="336550"/>
            </a:xfrm>
            <a:custGeom>
              <a:avLst/>
              <a:gdLst>
                <a:gd name="T0" fmla="*/ 20 w 178"/>
                <a:gd name="T1" fmla="*/ 92 h 212"/>
                <a:gd name="T2" fmla="*/ 30 w 178"/>
                <a:gd name="T3" fmla="*/ 104 h 212"/>
                <a:gd name="T4" fmla="*/ 36 w 178"/>
                <a:gd name="T5" fmla="*/ 106 h 212"/>
                <a:gd name="T6" fmla="*/ 48 w 178"/>
                <a:gd name="T7" fmla="*/ 102 h 212"/>
                <a:gd name="T8" fmla="*/ 64 w 178"/>
                <a:gd name="T9" fmla="*/ 96 h 212"/>
                <a:gd name="T10" fmla="*/ 70 w 178"/>
                <a:gd name="T11" fmla="*/ 98 h 212"/>
                <a:gd name="T12" fmla="*/ 80 w 178"/>
                <a:gd name="T13" fmla="*/ 108 h 212"/>
                <a:gd name="T14" fmla="*/ 82 w 178"/>
                <a:gd name="T15" fmla="*/ 114 h 212"/>
                <a:gd name="T16" fmla="*/ 84 w 178"/>
                <a:gd name="T17" fmla="*/ 140 h 212"/>
                <a:gd name="T18" fmla="*/ 84 w 178"/>
                <a:gd name="T19" fmla="*/ 166 h 212"/>
                <a:gd name="T20" fmla="*/ 88 w 178"/>
                <a:gd name="T21" fmla="*/ 190 h 212"/>
                <a:gd name="T22" fmla="*/ 102 w 178"/>
                <a:gd name="T23" fmla="*/ 202 h 212"/>
                <a:gd name="T24" fmla="*/ 118 w 178"/>
                <a:gd name="T25" fmla="*/ 212 h 212"/>
                <a:gd name="T26" fmla="*/ 124 w 178"/>
                <a:gd name="T27" fmla="*/ 210 h 212"/>
                <a:gd name="T28" fmla="*/ 140 w 178"/>
                <a:gd name="T29" fmla="*/ 194 h 212"/>
                <a:gd name="T30" fmla="*/ 144 w 178"/>
                <a:gd name="T31" fmla="*/ 188 h 212"/>
                <a:gd name="T32" fmla="*/ 152 w 178"/>
                <a:gd name="T33" fmla="*/ 168 h 212"/>
                <a:gd name="T34" fmla="*/ 154 w 178"/>
                <a:gd name="T35" fmla="*/ 128 h 212"/>
                <a:gd name="T36" fmla="*/ 154 w 178"/>
                <a:gd name="T37" fmla="*/ 124 h 212"/>
                <a:gd name="T38" fmla="*/ 168 w 178"/>
                <a:gd name="T39" fmla="*/ 108 h 212"/>
                <a:gd name="T40" fmla="*/ 172 w 178"/>
                <a:gd name="T41" fmla="*/ 102 h 212"/>
                <a:gd name="T42" fmla="*/ 178 w 178"/>
                <a:gd name="T43" fmla="*/ 88 h 212"/>
                <a:gd name="T44" fmla="*/ 178 w 178"/>
                <a:gd name="T45" fmla="*/ 82 h 212"/>
                <a:gd name="T46" fmla="*/ 172 w 178"/>
                <a:gd name="T47" fmla="*/ 80 h 212"/>
                <a:gd name="T48" fmla="*/ 160 w 178"/>
                <a:gd name="T49" fmla="*/ 80 h 212"/>
                <a:gd name="T50" fmla="*/ 156 w 178"/>
                <a:gd name="T51" fmla="*/ 76 h 212"/>
                <a:gd name="T52" fmla="*/ 148 w 178"/>
                <a:gd name="T53" fmla="*/ 54 h 212"/>
                <a:gd name="T54" fmla="*/ 144 w 178"/>
                <a:gd name="T55" fmla="*/ 46 h 212"/>
                <a:gd name="T56" fmla="*/ 136 w 178"/>
                <a:gd name="T57" fmla="*/ 32 h 212"/>
                <a:gd name="T58" fmla="*/ 128 w 178"/>
                <a:gd name="T59" fmla="*/ 28 h 212"/>
                <a:gd name="T60" fmla="*/ 116 w 178"/>
                <a:gd name="T61" fmla="*/ 26 h 212"/>
                <a:gd name="T62" fmla="*/ 104 w 178"/>
                <a:gd name="T63" fmla="*/ 24 h 212"/>
                <a:gd name="T64" fmla="*/ 88 w 178"/>
                <a:gd name="T65" fmla="*/ 14 h 212"/>
                <a:gd name="T66" fmla="*/ 72 w 178"/>
                <a:gd name="T67" fmla="*/ 6 h 212"/>
                <a:gd name="T68" fmla="*/ 48 w 178"/>
                <a:gd name="T69" fmla="*/ 4 h 212"/>
                <a:gd name="T70" fmla="*/ 40 w 178"/>
                <a:gd name="T71" fmla="*/ 2 h 212"/>
                <a:gd name="T72" fmla="*/ 34 w 178"/>
                <a:gd name="T73" fmla="*/ 0 h 212"/>
                <a:gd name="T74" fmla="*/ 18 w 178"/>
                <a:gd name="T75" fmla="*/ 8 h 212"/>
                <a:gd name="T76" fmla="*/ 4 w 178"/>
                <a:gd name="T77" fmla="*/ 34 h 212"/>
                <a:gd name="T78" fmla="*/ 2 w 178"/>
                <a:gd name="T79" fmla="*/ 40 h 212"/>
                <a:gd name="T80" fmla="*/ 0 w 178"/>
                <a:gd name="T81" fmla="*/ 60 h 212"/>
                <a:gd name="T82" fmla="*/ 2 w 178"/>
                <a:gd name="T83" fmla="*/ 68 h 212"/>
                <a:gd name="T84" fmla="*/ 12 w 178"/>
                <a:gd name="T85" fmla="*/ 84 h 212"/>
                <a:gd name="T86" fmla="*/ 20 w 178"/>
                <a:gd name="T87" fmla="*/ 9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8" h="212">
                  <a:moveTo>
                    <a:pt x="20" y="92"/>
                  </a:moveTo>
                  <a:lnTo>
                    <a:pt x="20" y="92"/>
                  </a:lnTo>
                  <a:lnTo>
                    <a:pt x="26" y="100"/>
                  </a:lnTo>
                  <a:lnTo>
                    <a:pt x="30" y="104"/>
                  </a:lnTo>
                  <a:lnTo>
                    <a:pt x="36" y="106"/>
                  </a:lnTo>
                  <a:lnTo>
                    <a:pt x="36" y="106"/>
                  </a:lnTo>
                  <a:lnTo>
                    <a:pt x="40" y="104"/>
                  </a:lnTo>
                  <a:lnTo>
                    <a:pt x="48" y="102"/>
                  </a:lnTo>
                  <a:lnTo>
                    <a:pt x="56" y="98"/>
                  </a:lnTo>
                  <a:lnTo>
                    <a:pt x="64" y="96"/>
                  </a:lnTo>
                  <a:lnTo>
                    <a:pt x="64" y="96"/>
                  </a:lnTo>
                  <a:lnTo>
                    <a:pt x="70" y="98"/>
                  </a:lnTo>
                  <a:lnTo>
                    <a:pt x="74" y="100"/>
                  </a:lnTo>
                  <a:lnTo>
                    <a:pt x="80" y="108"/>
                  </a:lnTo>
                  <a:lnTo>
                    <a:pt x="80" y="108"/>
                  </a:lnTo>
                  <a:lnTo>
                    <a:pt x="82" y="114"/>
                  </a:lnTo>
                  <a:lnTo>
                    <a:pt x="84" y="122"/>
                  </a:lnTo>
                  <a:lnTo>
                    <a:pt x="84" y="140"/>
                  </a:lnTo>
                  <a:lnTo>
                    <a:pt x="84" y="140"/>
                  </a:lnTo>
                  <a:lnTo>
                    <a:pt x="84" y="166"/>
                  </a:lnTo>
                  <a:lnTo>
                    <a:pt x="86" y="180"/>
                  </a:lnTo>
                  <a:lnTo>
                    <a:pt x="88" y="190"/>
                  </a:lnTo>
                  <a:lnTo>
                    <a:pt x="88" y="190"/>
                  </a:lnTo>
                  <a:lnTo>
                    <a:pt x="102" y="202"/>
                  </a:lnTo>
                  <a:lnTo>
                    <a:pt x="110" y="208"/>
                  </a:lnTo>
                  <a:lnTo>
                    <a:pt x="118" y="212"/>
                  </a:lnTo>
                  <a:lnTo>
                    <a:pt x="118" y="212"/>
                  </a:lnTo>
                  <a:lnTo>
                    <a:pt x="124" y="210"/>
                  </a:lnTo>
                  <a:lnTo>
                    <a:pt x="128" y="204"/>
                  </a:lnTo>
                  <a:lnTo>
                    <a:pt x="140" y="194"/>
                  </a:lnTo>
                  <a:lnTo>
                    <a:pt x="140" y="194"/>
                  </a:lnTo>
                  <a:lnTo>
                    <a:pt x="144" y="188"/>
                  </a:lnTo>
                  <a:lnTo>
                    <a:pt x="148" y="178"/>
                  </a:lnTo>
                  <a:lnTo>
                    <a:pt x="152" y="168"/>
                  </a:lnTo>
                  <a:lnTo>
                    <a:pt x="154" y="160"/>
                  </a:lnTo>
                  <a:lnTo>
                    <a:pt x="154" y="128"/>
                  </a:lnTo>
                  <a:lnTo>
                    <a:pt x="154" y="128"/>
                  </a:lnTo>
                  <a:lnTo>
                    <a:pt x="154" y="124"/>
                  </a:lnTo>
                  <a:lnTo>
                    <a:pt x="158" y="118"/>
                  </a:lnTo>
                  <a:lnTo>
                    <a:pt x="168" y="108"/>
                  </a:lnTo>
                  <a:lnTo>
                    <a:pt x="168" y="108"/>
                  </a:lnTo>
                  <a:lnTo>
                    <a:pt x="172" y="102"/>
                  </a:lnTo>
                  <a:lnTo>
                    <a:pt x="176" y="96"/>
                  </a:lnTo>
                  <a:lnTo>
                    <a:pt x="178" y="88"/>
                  </a:lnTo>
                  <a:lnTo>
                    <a:pt x="178" y="82"/>
                  </a:lnTo>
                  <a:lnTo>
                    <a:pt x="178" y="82"/>
                  </a:lnTo>
                  <a:lnTo>
                    <a:pt x="176" y="80"/>
                  </a:lnTo>
                  <a:lnTo>
                    <a:pt x="172" y="80"/>
                  </a:lnTo>
                  <a:lnTo>
                    <a:pt x="166" y="80"/>
                  </a:lnTo>
                  <a:lnTo>
                    <a:pt x="160" y="80"/>
                  </a:lnTo>
                  <a:lnTo>
                    <a:pt x="160" y="80"/>
                  </a:lnTo>
                  <a:lnTo>
                    <a:pt x="156" y="76"/>
                  </a:lnTo>
                  <a:lnTo>
                    <a:pt x="152" y="70"/>
                  </a:lnTo>
                  <a:lnTo>
                    <a:pt x="148" y="54"/>
                  </a:lnTo>
                  <a:lnTo>
                    <a:pt x="148" y="54"/>
                  </a:lnTo>
                  <a:lnTo>
                    <a:pt x="144" y="46"/>
                  </a:lnTo>
                  <a:lnTo>
                    <a:pt x="140" y="40"/>
                  </a:lnTo>
                  <a:lnTo>
                    <a:pt x="136" y="32"/>
                  </a:lnTo>
                  <a:lnTo>
                    <a:pt x="128" y="28"/>
                  </a:lnTo>
                  <a:lnTo>
                    <a:pt x="128" y="28"/>
                  </a:lnTo>
                  <a:lnTo>
                    <a:pt x="122" y="26"/>
                  </a:lnTo>
                  <a:lnTo>
                    <a:pt x="116" y="26"/>
                  </a:lnTo>
                  <a:lnTo>
                    <a:pt x="110" y="26"/>
                  </a:lnTo>
                  <a:lnTo>
                    <a:pt x="104" y="24"/>
                  </a:lnTo>
                  <a:lnTo>
                    <a:pt x="104" y="24"/>
                  </a:lnTo>
                  <a:lnTo>
                    <a:pt x="88" y="14"/>
                  </a:lnTo>
                  <a:lnTo>
                    <a:pt x="72" y="6"/>
                  </a:lnTo>
                  <a:lnTo>
                    <a:pt x="72" y="6"/>
                  </a:lnTo>
                  <a:lnTo>
                    <a:pt x="56" y="4"/>
                  </a:lnTo>
                  <a:lnTo>
                    <a:pt x="48" y="4"/>
                  </a:lnTo>
                  <a:lnTo>
                    <a:pt x="40" y="2"/>
                  </a:lnTo>
                  <a:lnTo>
                    <a:pt x="40" y="2"/>
                  </a:lnTo>
                  <a:lnTo>
                    <a:pt x="38" y="0"/>
                  </a:lnTo>
                  <a:lnTo>
                    <a:pt x="34" y="0"/>
                  </a:lnTo>
                  <a:lnTo>
                    <a:pt x="26" y="4"/>
                  </a:lnTo>
                  <a:lnTo>
                    <a:pt x="18" y="8"/>
                  </a:lnTo>
                  <a:lnTo>
                    <a:pt x="18" y="8"/>
                  </a:lnTo>
                  <a:lnTo>
                    <a:pt x="4" y="34"/>
                  </a:lnTo>
                  <a:lnTo>
                    <a:pt x="4" y="34"/>
                  </a:lnTo>
                  <a:lnTo>
                    <a:pt x="2" y="40"/>
                  </a:lnTo>
                  <a:lnTo>
                    <a:pt x="0" y="50"/>
                  </a:lnTo>
                  <a:lnTo>
                    <a:pt x="0" y="60"/>
                  </a:lnTo>
                  <a:lnTo>
                    <a:pt x="2" y="68"/>
                  </a:lnTo>
                  <a:lnTo>
                    <a:pt x="2" y="68"/>
                  </a:lnTo>
                  <a:lnTo>
                    <a:pt x="4" y="76"/>
                  </a:lnTo>
                  <a:lnTo>
                    <a:pt x="12" y="84"/>
                  </a:lnTo>
                  <a:lnTo>
                    <a:pt x="20" y="92"/>
                  </a:lnTo>
                  <a:lnTo>
                    <a:pt x="20" y="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600"/>
            </a:p>
          </p:txBody>
        </p:sp>
        <p:sp>
          <p:nvSpPr>
            <p:cNvPr id="8" name="Freeform 6"/>
            <p:cNvSpPr>
              <a:spLocks noEditPoints="1"/>
            </p:cNvSpPr>
            <p:nvPr/>
          </p:nvSpPr>
          <p:spPr bwMode="auto">
            <a:xfrm>
              <a:off x="-1095375" y="2711450"/>
              <a:ext cx="1003300" cy="1003300"/>
            </a:xfrm>
            <a:custGeom>
              <a:avLst/>
              <a:gdLst>
                <a:gd name="T0" fmla="*/ 466 w 632"/>
                <a:gd name="T1" fmla="*/ 592 h 632"/>
                <a:gd name="T2" fmla="*/ 606 w 632"/>
                <a:gd name="T3" fmla="*/ 438 h 632"/>
                <a:gd name="T4" fmla="*/ 626 w 632"/>
                <a:gd name="T5" fmla="*/ 252 h 632"/>
                <a:gd name="T6" fmla="*/ 516 w 632"/>
                <a:gd name="T7" fmla="*/ 72 h 632"/>
                <a:gd name="T8" fmla="*/ 316 w 632"/>
                <a:gd name="T9" fmla="*/ 0 h 632"/>
                <a:gd name="T10" fmla="*/ 138 w 632"/>
                <a:gd name="T11" fmla="*/ 54 h 632"/>
                <a:gd name="T12" fmla="*/ 14 w 632"/>
                <a:gd name="T13" fmla="*/ 222 h 632"/>
                <a:gd name="T14" fmla="*/ 14 w 632"/>
                <a:gd name="T15" fmla="*/ 410 h 632"/>
                <a:gd name="T16" fmla="*/ 138 w 632"/>
                <a:gd name="T17" fmla="*/ 578 h 632"/>
                <a:gd name="T18" fmla="*/ 316 w 632"/>
                <a:gd name="T19" fmla="*/ 632 h 632"/>
                <a:gd name="T20" fmla="*/ 124 w 632"/>
                <a:gd name="T21" fmla="*/ 330 h 632"/>
                <a:gd name="T22" fmla="*/ 112 w 632"/>
                <a:gd name="T23" fmla="*/ 286 h 632"/>
                <a:gd name="T24" fmla="*/ 152 w 632"/>
                <a:gd name="T25" fmla="*/ 262 h 632"/>
                <a:gd name="T26" fmla="*/ 136 w 632"/>
                <a:gd name="T27" fmla="*/ 234 h 632"/>
                <a:gd name="T28" fmla="*/ 100 w 632"/>
                <a:gd name="T29" fmla="*/ 258 h 632"/>
                <a:gd name="T30" fmla="*/ 68 w 632"/>
                <a:gd name="T31" fmla="*/ 246 h 632"/>
                <a:gd name="T32" fmla="*/ 96 w 632"/>
                <a:gd name="T33" fmla="*/ 216 h 632"/>
                <a:gd name="T34" fmla="*/ 102 w 632"/>
                <a:gd name="T35" fmla="*/ 192 h 632"/>
                <a:gd name="T36" fmla="*/ 78 w 632"/>
                <a:gd name="T37" fmla="*/ 184 h 632"/>
                <a:gd name="T38" fmla="*/ 94 w 632"/>
                <a:gd name="T39" fmla="*/ 162 h 632"/>
                <a:gd name="T40" fmla="*/ 132 w 632"/>
                <a:gd name="T41" fmla="*/ 164 h 632"/>
                <a:gd name="T42" fmla="*/ 172 w 632"/>
                <a:gd name="T43" fmla="*/ 196 h 632"/>
                <a:gd name="T44" fmla="*/ 210 w 632"/>
                <a:gd name="T45" fmla="*/ 204 h 632"/>
                <a:gd name="T46" fmla="*/ 232 w 632"/>
                <a:gd name="T47" fmla="*/ 182 h 632"/>
                <a:gd name="T48" fmla="*/ 214 w 632"/>
                <a:gd name="T49" fmla="*/ 140 h 632"/>
                <a:gd name="T50" fmla="*/ 184 w 632"/>
                <a:gd name="T51" fmla="*/ 108 h 632"/>
                <a:gd name="T52" fmla="*/ 154 w 632"/>
                <a:gd name="T53" fmla="*/ 124 h 632"/>
                <a:gd name="T54" fmla="*/ 134 w 632"/>
                <a:gd name="T55" fmla="*/ 102 h 632"/>
                <a:gd name="T56" fmla="*/ 232 w 632"/>
                <a:gd name="T57" fmla="*/ 34 h 632"/>
                <a:gd name="T58" fmla="*/ 402 w 632"/>
                <a:gd name="T59" fmla="*/ 34 h 632"/>
                <a:gd name="T60" fmla="*/ 538 w 632"/>
                <a:gd name="T61" fmla="*/ 126 h 632"/>
                <a:gd name="T62" fmla="*/ 462 w 632"/>
                <a:gd name="T63" fmla="*/ 182 h 632"/>
                <a:gd name="T64" fmla="*/ 412 w 632"/>
                <a:gd name="T65" fmla="*/ 176 h 632"/>
                <a:gd name="T66" fmla="*/ 374 w 632"/>
                <a:gd name="T67" fmla="*/ 198 h 632"/>
                <a:gd name="T68" fmla="*/ 354 w 632"/>
                <a:gd name="T69" fmla="*/ 198 h 632"/>
                <a:gd name="T70" fmla="*/ 342 w 632"/>
                <a:gd name="T71" fmla="*/ 222 h 632"/>
                <a:gd name="T72" fmla="*/ 368 w 632"/>
                <a:gd name="T73" fmla="*/ 218 h 632"/>
                <a:gd name="T74" fmla="*/ 388 w 632"/>
                <a:gd name="T75" fmla="*/ 232 h 632"/>
                <a:gd name="T76" fmla="*/ 348 w 632"/>
                <a:gd name="T77" fmla="*/ 258 h 632"/>
                <a:gd name="T78" fmla="*/ 310 w 632"/>
                <a:gd name="T79" fmla="*/ 262 h 632"/>
                <a:gd name="T80" fmla="*/ 306 w 632"/>
                <a:gd name="T81" fmla="*/ 296 h 632"/>
                <a:gd name="T82" fmla="*/ 302 w 632"/>
                <a:gd name="T83" fmla="*/ 306 h 632"/>
                <a:gd name="T84" fmla="*/ 364 w 632"/>
                <a:gd name="T85" fmla="*/ 290 h 632"/>
                <a:gd name="T86" fmla="*/ 394 w 632"/>
                <a:gd name="T87" fmla="*/ 290 h 632"/>
                <a:gd name="T88" fmla="*/ 420 w 632"/>
                <a:gd name="T89" fmla="*/ 282 h 632"/>
                <a:gd name="T90" fmla="*/ 412 w 632"/>
                <a:gd name="T91" fmla="*/ 314 h 632"/>
                <a:gd name="T92" fmla="*/ 444 w 632"/>
                <a:gd name="T93" fmla="*/ 350 h 632"/>
                <a:gd name="T94" fmla="*/ 460 w 632"/>
                <a:gd name="T95" fmla="*/ 328 h 632"/>
                <a:gd name="T96" fmla="*/ 492 w 632"/>
                <a:gd name="T97" fmla="*/ 346 h 632"/>
                <a:gd name="T98" fmla="*/ 520 w 632"/>
                <a:gd name="T99" fmla="*/ 372 h 632"/>
                <a:gd name="T100" fmla="*/ 548 w 632"/>
                <a:gd name="T101" fmla="*/ 372 h 632"/>
                <a:gd name="T102" fmla="*/ 580 w 632"/>
                <a:gd name="T103" fmla="*/ 372 h 632"/>
                <a:gd name="T104" fmla="*/ 558 w 632"/>
                <a:gd name="T105" fmla="*/ 476 h 632"/>
                <a:gd name="T106" fmla="*/ 454 w 632"/>
                <a:gd name="T107" fmla="*/ 572 h 632"/>
                <a:gd name="T108" fmla="*/ 278 w 632"/>
                <a:gd name="T109" fmla="*/ 604 h 632"/>
                <a:gd name="T110" fmla="*/ 190 w 632"/>
                <a:gd name="T111" fmla="*/ 536 h 632"/>
                <a:gd name="T112" fmla="*/ 172 w 632"/>
                <a:gd name="T113" fmla="*/ 440 h 632"/>
                <a:gd name="T114" fmla="*/ 130 w 632"/>
                <a:gd name="T115" fmla="*/ 432 h 632"/>
                <a:gd name="T116" fmla="*/ 94 w 632"/>
                <a:gd name="T117" fmla="*/ 402 h 632"/>
                <a:gd name="T118" fmla="*/ 56 w 632"/>
                <a:gd name="T119" fmla="*/ 372 h 632"/>
                <a:gd name="T120" fmla="*/ 66 w 632"/>
                <a:gd name="T121" fmla="*/ 470 h 632"/>
                <a:gd name="T122" fmla="*/ 70 w 632"/>
                <a:gd name="T123" fmla="*/ 422 h 632"/>
                <a:gd name="T124" fmla="*/ 86 w 632"/>
                <a:gd name="T125" fmla="*/ 462 h 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32" h="632">
                  <a:moveTo>
                    <a:pt x="316" y="632"/>
                  </a:moveTo>
                  <a:lnTo>
                    <a:pt x="316" y="632"/>
                  </a:lnTo>
                  <a:lnTo>
                    <a:pt x="348" y="630"/>
                  </a:lnTo>
                  <a:lnTo>
                    <a:pt x="380" y="624"/>
                  </a:lnTo>
                  <a:lnTo>
                    <a:pt x="410" y="616"/>
                  </a:lnTo>
                  <a:lnTo>
                    <a:pt x="438" y="606"/>
                  </a:lnTo>
                  <a:lnTo>
                    <a:pt x="466" y="592"/>
                  </a:lnTo>
                  <a:lnTo>
                    <a:pt x="492" y="578"/>
                  </a:lnTo>
                  <a:lnTo>
                    <a:pt x="516" y="558"/>
                  </a:lnTo>
                  <a:lnTo>
                    <a:pt x="538" y="538"/>
                  </a:lnTo>
                  <a:lnTo>
                    <a:pt x="560" y="516"/>
                  </a:lnTo>
                  <a:lnTo>
                    <a:pt x="578" y="492"/>
                  </a:lnTo>
                  <a:lnTo>
                    <a:pt x="594" y="466"/>
                  </a:lnTo>
                  <a:lnTo>
                    <a:pt x="606" y="438"/>
                  </a:lnTo>
                  <a:lnTo>
                    <a:pt x="618" y="410"/>
                  </a:lnTo>
                  <a:lnTo>
                    <a:pt x="626" y="378"/>
                  </a:lnTo>
                  <a:lnTo>
                    <a:pt x="630" y="348"/>
                  </a:lnTo>
                  <a:lnTo>
                    <a:pt x="632" y="316"/>
                  </a:lnTo>
                  <a:lnTo>
                    <a:pt x="632" y="316"/>
                  </a:lnTo>
                  <a:lnTo>
                    <a:pt x="630" y="282"/>
                  </a:lnTo>
                  <a:lnTo>
                    <a:pt x="626" y="252"/>
                  </a:lnTo>
                  <a:lnTo>
                    <a:pt x="618" y="222"/>
                  </a:lnTo>
                  <a:lnTo>
                    <a:pt x="606" y="192"/>
                  </a:lnTo>
                  <a:lnTo>
                    <a:pt x="594" y="164"/>
                  </a:lnTo>
                  <a:lnTo>
                    <a:pt x="578" y="138"/>
                  </a:lnTo>
                  <a:lnTo>
                    <a:pt x="560" y="114"/>
                  </a:lnTo>
                  <a:lnTo>
                    <a:pt x="538" y="92"/>
                  </a:lnTo>
                  <a:lnTo>
                    <a:pt x="516" y="72"/>
                  </a:lnTo>
                  <a:lnTo>
                    <a:pt x="492" y="54"/>
                  </a:lnTo>
                  <a:lnTo>
                    <a:pt x="466" y="38"/>
                  </a:lnTo>
                  <a:lnTo>
                    <a:pt x="438" y="24"/>
                  </a:lnTo>
                  <a:lnTo>
                    <a:pt x="410" y="14"/>
                  </a:lnTo>
                  <a:lnTo>
                    <a:pt x="380" y="6"/>
                  </a:lnTo>
                  <a:lnTo>
                    <a:pt x="348" y="0"/>
                  </a:lnTo>
                  <a:lnTo>
                    <a:pt x="316" y="0"/>
                  </a:lnTo>
                  <a:lnTo>
                    <a:pt x="316" y="0"/>
                  </a:lnTo>
                  <a:lnTo>
                    <a:pt x="284" y="0"/>
                  </a:lnTo>
                  <a:lnTo>
                    <a:pt x="252" y="6"/>
                  </a:lnTo>
                  <a:lnTo>
                    <a:pt x="222" y="14"/>
                  </a:lnTo>
                  <a:lnTo>
                    <a:pt x="192" y="24"/>
                  </a:lnTo>
                  <a:lnTo>
                    <a:pt x="164" y="38"/>
                  </a:lnTo>
                  <a:lnTo>
                    <a:pt x="138" y="54"/>
                  </a:lnTo>
                  <a:lnTo>
                    <a:pt x="114" y="72"/>
                  </a:lnTo>
                  <a:lnTo>
                    <a:pt x="92" y="92"/>
                  </a:lnTo>
                  <a:lnTo>
                    <a:pt x="72" y="114"/>
                  </a:lnTo>
                  <a:lnTo>
                    <a:pt x="54" y="138"/>
                  </a:lnTo>
                  <a:lnTo>
                    <a:pt x="38" y="164"/>
                  </a:lnTo>
                  <a:lnTo>
                    <a:pt x="24" y="192"/>
                  </a:lnTo>
                  <a:lnTo>
                    <a:pt x="14" y="222"/>
                  </a:lnTo>
                  <a:lnTo>
                    <a:pt x="6" y="252"/>
                  </a:lnTo>
                  <a:lnTo>
                    <a:pt x="2" y="282"/>
                  </a:lnTo>
                  <a:lnTo>
                    <a:pt x="0" y="316"/>
                  </a:lnTo>
                  <a:lnTo>
                    <a:pt x="0" y="316"/>
                  </a:lnTo>
                  <a:lnTo>
                    <a:pt x="2" y="348"/>
                  </a:lnTo>
                  <a:lnTo>
                    <a:pt x="6" y="378"/>
                  </a:lnTo>
                  <a:lnTo>
                    <a:pt x="14" y="410"/>
                  </a:lnTo>
                  <a:lnTo>
                    <a:pt x="24" y="438"/>
                  </a:lnTo>
                  <a:lnTo>
                    <a:pt x="38" y="466"/>
                  </a:lnTo>
                  <a:lnTo>
                    <a:pt x="54" y="492"/>
                  </a:lnTo>
                  <a:lnTo>
                    <a:pt x="72" y="516"/>
                  </a:lnTo>
                  <a:lnTo>
                    <a:pt x="92" y="538"/>
                  </a:lnTo>
                  <a:lnTo>
                    <a:pt x="114" y="558"/>
                  </a:lnTo>
                  <a:lnTo>
                    <a:pt x="138" y="578"/>
                  </a:lnTo>
                  <a:lnTo>
                    <a:pt x="164" y="592"/>
                  </a:lnTo>
                  <a:lnTo>
                    <a:pt x="192" y="606"/>
                  </a:lnTo>
                  <a:lnTo>
                    <a:pt x="222" y="616"/>
                  </a:lnTo>
                  <a:lnTo>
                    <a:pt x="252" y="624"/>
                  </a:lnTo>
                  <a:lnTo>
                    <a:pt x="284" y="630"/>
                  </a:lnTo>
                  <a:lnTo>
                    <a:pt x="316" y="632"/>
                  </a:lnTo>
                  <a:lnTo>
                    <a:pt x="316" y="632"/>
                  </a:lnTo>
                  <a:close/>
                  <a:moveTo>
                    <a:pt x="64" y="358"/>
                  </a:moveTo>
                  <a:lnTo>
                    <a:pt x="64" y="358"/>
                  </a:lnTo>
                  <a:lnTo>
                    <a:pt x="80" y="354"/>
                  </a:lnTo>
                  <a:lnTo>
                    <a:pt x="112" y="340"/>
                  </a:lnTo>
                  <a:lnTo>
                    <a:pt x="112" y="340"/>
                  </a:lnTo>
                  <a:lnTo>
                    <a:pt x="122" y="334"/>
                  </a:lnTo>
                  <a:lnTo>
                    <a:pt x="124" y="330"/>
                  </a:lnTo>
                  <a:lnTo>
                    <a:pt x="124" y="324"/>
                  </a:lnTo>
                  <a:lnTo>
                    <a:pt x="122" y="320"/>
                  </a:lnTo>
                  <a:lnTo>
                    <a:pt x="114" y="308"/>
                  </a:lnTo>
                  <a:lnTo>
                    <a:pt x="112" y="302"/>
                  </a:lnTo>
                  <a:lnTo>
                    <a:pt x="110" y="294"/>
                  </a:lnTo>
                  <a:lnTo>
                    <a:pt x="110" y="294"/>
                  </a:lnTo>
                  <a:lnTo>
                    <a:pt x="112" y="286"/>
                  </a:lnTo>
                  <a:lnTo>
                    <a:pt x="116" y="282"/>
                  </a:lnTo>
                  <a:lnTo>
                    <a:pt x="122" y="278"/>
                  </a:lnTo>
                  <a:lnTo>
                    <a:pt x="128" y="274"/>
                  </a:lnTo>
                  <a:lnTo>
                    <a:pt x="142" y="268"/>
                  </a:lnTo>
                  <a:lnTo>
                    <a:pt x="148" y="266"/>
                  </a:lnTo>
                  <a:lnTo>
                    <a:pt x="152" y="262"/>
                  </a:lnTo>
                  <a:lnTo>
                    <a:pt x="152" y="262"/>
                  </a:lnTo>
                  <a:lnTo>
                    <a:pt x="156" y="258"/>
                  </a:lnTo>
                  <a:lnTo>
                    <a:pt x="156" y="252"/>
                  </a:lnTo>
                  <a:lnTo>
                    <a:pt x="154" y="250"/>
                  </a:lnTo>
                  <a:lnTo>
                    <a:pt x="152" y="246"/>
                  </a:lnTo>
                  <a:lnTo>
                    <a:pt x="144" y="240"/>
                  </a:lnTo>
                  <a:lnTo>
                    <a:pt x="136" y="234"/>
                  </a:lnTo>
                  <a:lnTo>
                    <a:pt x="136" y="234"/>
                  </a:lnTo>
                  <a:lnTo>
                    <a:pt x="132" y="232"/>
                  </a:lnTo>
                  <a:lnTo>
                    <a:pt x="128" y="232"/>
                  </a:lnTo>
                  <a:lnTo>
                    <a:pt x="120" y="234"/>
                  </a:lnTo>
                  <a:lnTo>
                    <a:pt x="112" y="238"/>
                  </a:lnTo>
                  <a:lnTo>
                    <a:pt x="106" y="246"/>
                  </a:lnTo>
                  <a:lnTo>
                    <a:pt x="106" y="246"/>
                  </a:lnTo>
                  <a:lnTo>
                    <a:pt x="100" y="258"/>
                  </a:lnTo>
                  <a:lnTo>
                    <a:pt x="96" y="262"/>
                  </a:lnTo>
                  <a:lnTo>
                    <a:pt x="88" y="262"/>
                  </a:lnTo>
                  <a:lnTo>
                    <a:pt x="88" y="262"/>
                  </a:lnTo>
                  <a:lnTo>
                    <a:pt x="82" y="260"/>
                  </a:lnTo>
                  <a:lnTo>
                    <a:pt x="76" y="258"/>
                  </a:lnTo>
                  <a:lnTo>
                    <a:pt x="72" y="252"/>
                  </a:lnTo>
                  <a:lnTo>
                    <a:pt x="68" y="246"/>
                  </a:lnTo>
                  <a:lnTo>
                    <a:pt x="68" y="246"/>
                  </a:lnTo>
                  <a:lnTo>
                    <a:pt x="66" y="242"/>
                  </a:lnTo>
                  <a:lnTo>
                    <a:pt x="66" y="238"/>
                  </a:lnTo>
                  <a:lnTo>
                    <a:pt x="68" y="236"/>
                  </a:lnTo>
                  <a:lnTo>
                    <a:pt x="72" y="232"/>
                  </a:lnTo>
                  <a:lnTo>
                    <a:pt x="96" y="216"/>
                  </a:lnTo>
                  <a:lnTo>
                    <a:pt x="96" y="216"/>
                  </a:lnTo>
                  <a:lnTo>
                    <a:pt x="108" y="208"/>
                  </a:lnTo>
                  <a:lnTo>
                    <a:pt x="110" y="204"/>
                  </a:lnTo>
                  <a:lnTo>
                    <a:pt x="110" y="202"/>
                  </a:lnTo>
                  <a:lnTo>
                    <a:pt x="106" y="198"/>
                  </a:lnTo>
                  <a:lnTo>
                    <a:pt x="104" y="194"/>
                  </a:lnTo>
                  <a:lnTo>
                    <a:pt x="104" y="194"/>
                  </a:lnTo>
                  <a:lnTo>
                    <a:pt x="102" y="192"/>
                  </a:lnTo>
                  <a:lnTo>
                    <a:pt x="98" y="190"/>
                  </a:lnTo>
                  <a:lnTo>
                    <a:pt x="90" y="188"/>
                  </a:lnTo>
                  <a:lnTo>
                    <a:pt x="82" y="186"/>
                  </a:lnTo>
                  <a:lnTo>
                    <a:pt x="82" y="186"/>
                  </a:lnTo>
                  <a:lnTo>
                    <a:pt x="82" y="186"/>
                  </a:lnTo>
                  <a:lnTo>
                    <a:pt x="82" y="186"/>
                  </a:lnTo>
                  <a:lnTo>
                    <a:pt x="78" y="184"/>
                  </a:lnTo>
                  <a:lnTo>
                    <a:pt x="76" y="182"/>
                  </a:lnTo>
                  <a:lnTo>
                    <a:pt x="76" y="176"/>
                  </a:lnTo>
                  <a:lnTo>
                    <a:pt x="78" y="170"/>
                  </a:lnTo>
                  <a:lnTo>
                    <a:pt x="84" y="164"/>
                  </a:lnTo>
                  <a:lnTo>
                    <a:pt x="84" y="164"/>
                  </a:lnTo>
                  <a:lnTo>
                    <a:pt x="90" y="162"/>
                  </a:lnTo>
                  <a:lnTo>
                    <a:pt x="94" y="162"/>
                  </a:lnTo>
                  <a:lnTo>
                    <a:pt x="100" y="162"/>
                  </a:lnTo>
                  <a:lnTo>
                    <a:pt x="106" y="164"/>
                  </a:lnTo>
                  <a:lnTo>
                    <a:pt x="106" y="164"/>
                  </a:lnTo>
                  <a:lnTo>
                    <a:pt x="110" y="166"/>
                  </a:lnTo>
                  <a:lnTo>
                    <a:pt x="114" y="168"/>
                  </a:lnTo>
                  <a:lnTo>
                    <a:pt x="120" y="168"/>
                  </a:lnTo>
                  <a:lnTo>
                    <a:pt x="132" y="164"/>
                  </a:lnTo>
                  <a:lnTo>
                    <a:pt x="132" y="164"/>
                  </a:lnTo>
                  <a:lnTo>
                    <a:pt x="144" y="162"/>
                  </a:lnTo>
                  <a:lnTo>
                    <a:pt x="150" y="162"/>
                  </a:lnTo>
                  <a:lnTo>
                    <a:pt x="154" y="166"/>
                  </a:lnTo>
                  <a:lnTo>
                    <a:pt x="158" y="172"/>
                  </a:lnTo>
                  <a:lnTo>
                    <a:pt x="158" y="172"/>
                  </a:lnTo>
                  <a:lnTo>
                    <a:pt x="172" y="196"/>
                  </a:lnTo>
                  <a:lnTo>
                    <a:pt x="172" y="196"/>
                  </a:lnTo>
                  <a:lnTo>
                    <a:pt x="180" y="206"/>
                  </a:lnTo>
                  <a:lnTo>
                    <a:pt x="180" y="206"/>
                  </a:lnTo>
                  <a:lnTo>
                    <a:pt x="184" y="210"/>
                  </a:lnTo>
                  <a:lnTo>
                    <a:pt x="188" y="210"/>
                  </a:lnTo>
                  <a:lnTo>
                    <a:pt x="198" y="210"/>
                  </a:lnTo>
                  <a:lnTo>
                    <a:pt x="210" y="204"/>
                  </a:lnTo>
                  <a:lnTo>
                    <a:pt x="220" y="198"/>
                  </a:lnTo>
                  <a:lnTo>
                    <a:pt x="220" y="198"/>
                  </a:lnTo>
                  <a:lnTo>
                    <a:pt x="222" y="198"/>
                  </a:lnTo>
                  <a:lnTo>
                    <a:pt x="222" y="198"/>
                  </a:lnTo>
                  <a:lnTo>
                    <a:pt x="226" y="194"/>
                  </a:lnTo>
                  <a:lnTo>
                    <a:pt x="228" y="190"/>
                  </a:lnTo>
                  <a:lnTo>
                    <a:pt x="232" y="182"/>
                  </a:lnTo>
                  <a:lnTo>
                    <a:pt x="232" y="162"/>
                  </a:lnTo>
                  <a:lnTo>
                    <a:pt x="232" y="162"/>
                  </a:lnTo>
                  <a:lnTo>
                    <a:pt x="230" y="154"/>
                  </a:lnTo>
                  <a:lnTo>
                    <a:pt x="226" y="150"/>
                  </a:lnTo>
                  <a:lnTo>
                    <a:pt x="218" y="146"/>
                  </a:lnTo>
                  <a:lnTo>
                    <a:pt x="218" y="146"/>
                  </a:lnTo>
                  <a:lnTo>
                    <a:pt x="214" y="140"/>
                  </a:lnTo>
                  <a:lnTo>
                    <a:pt x="212" y="132"/>
                  </a:lnTo>
                  <a:lnTo>
                    <a:pt x="208" y="124"/>
                  </a:lnTo>
                  <a:lnTo>
                    <a:pt x="204" y="116"/>
                  </a:lnTo>
                  <a:lnTo>
                    <a:pt x="204" y="116"/>
                  </a:lnTo>
                  <a:lnTo>
                    <a:pt x="198" y="110"/>
                  </a:lnTo>
                  <a:lnTo>
                    <a:pt x="192" y="108"/>
                  </a:lnTo>
                  <a:lnTo>
                    <a:pt x="184" y="108"/>
                  </a:lnTo>
                  <a:lnTo>
                    <a:pt x="178" y="110"/>
                  </a:lnTo>
                  <a:lnTo>
                    <a:pt x="178" y="110"/>
                  </a:lnTo>
                  <a:lnTo>
                    <a:pt x="170" y="114"/>
                  </a:lnTo>
                  <a:lnTo>
                    <a:pt x="164" y="118"/>
                  </a:lnTo>
                  <a:lnTo>
                    <a:pt x="158" y="122"/>
                  </a:lnTo>
                  <a:lnTo>
                    <a:pt x="154" y="124"/>
                  </a:lnTo>
                  <a:lnTo>
                    <a:pt x="154" y="124"/>
                  </a:lnTo>
                  <a:lnTo>
                    <a:pt x="152" y="120"/>
                  </a:lnTo>
                  <a:lnTo>
                    <a:pt x="150" y="116"/>
                  </a:lnTo>
                  <a:lnTo>
                    <a:pt x="150" y="110"/>
                  </a:lnTo>
                  <a:lnTo>
                    <a:pt x="146" y="104"/>
                  </a:lnTo>
                  <a:lnTo>
                    <a:pt x="146" y="104"/>
                  </a:lnTo>
                  <a:lnTo>
                    <a:pt x="140" y="104"/>
                  </a:lnTo>
                  <a:lnTo>
                    <a:pt x="134" y="102"/>
                  </a:lnTo>
                  <a:lnTo>
                    <a:pt x="116" y="100"/>
                  </a:lnTo>
                  <a:lnTo>
                    <a:pt x="116" y="100"/>
                  </a:lnTo>
                  <a:lnTo>
                    <a:pt x="136" y="82"/>
                  </a:lnTo>
                  <a:lnTo>
                    <a:pt x="158" y="66"/>
                  </a:lnTo>
                  <a:lnTo>
                    <a:pt x="182" y="54"/>
                  </a:lnTo>
                  <a:lnTo>
                    <a:pt x="206" y="42"/>
                  </a:lnTo>
                  <a:lnTo>
                    <a:pt x="232" y="34"/>
                  </a:lnTo>
                  <a:lnTo>
                    <a:pt x="258" y="26"/>
                  </a:lnTo>
                  <a:lnTo>
                    <a:pt x="286" y="22"/>
                  </a:lnTo>
                  <a:lnTo>
                    <a:pt x="314" y="22"/>
                  </a:lnTo>
                  <a:lnTo>
                    <a:pt x="314" y="22"/>
                  </a:lnTo>
                  <a:lnTo>
                    <a:pt x="344" y="22"/>
                  </a:lnTo>
                  <a:lnTo>
                    <a:pt x="374" y="28"/>
                  </a:lnTo>
                  <a:lnTo>
                    <a:pt x="402" y="34"/>
                  </a:lnTo>
                  <a:lnTo>
                    <a:pt x="428" y="44"/>
                  </a:lnTo>
                  <a:lnTo>
                    <a:pt x="454" y="56"/>
                  </a:lnTo>
                  <a:lnTo>
                    <a:pt x="478" y="72"/>
                  </a:lnTo>
                  <a:lnTo>
                    <a:pt x="500" y="88"/>
                  </a:lnTo>
                  <a:lnTo>
                    <a:pt x="522" y="106"/>
                  </a:lnTo>
                  <a:lnTo>
                    <a:pt x="522" y="106"/>
                  </a:lnTo>
                  <a:lnTo>
                    <a:pt x="538" y="126"/>
                  </a:lnTo>
                  <a:lnTo>
                    <a:pt x="554" y="146"/>
                  </a:lnTo>
                  <a:lnTo>
                    <a:pt x="554" y="146"/>
                  </a:lnTo>
                  <a:lnTo>
                    <a:pt x="502" y="164"/>
                  </a:lnTo>
                  <a:lnTo>
                    <a:pt x="480" y="172"/>
                  </a:lnTo>
                  <a:lnTo>
                    <a:pt x="468" y="178"/>
                  </a:lnTo>
                  <a:lnTo>
                    <a:pt x="468" y="178"/>
                  </a:lnTo>
                  <a:lnTo>
                    <a:pt x="462" y="182"/>
                  </a:lnTo>
                  <a:lnTo>
                    <a:pt x="454" y="186"/>
                  </a:lnTo>
                  <a:lnTo>
                    <a:pt x="444" y="186"/>
                  </a:lnTo>
                  <a:lnTo>
                    <a:pt x="436" y="184"/>
                  </a:lnTo>
                  <a:lnTo>
                    <a:pt x="436" y="184"/>
                  </a:lnTo>
                  <a:lnTo>
                    <a:pt x="424" y="178"/>
                  </a:lnTo>
                  <a:lnTo>
                    <a:pt x="418" y="176"/>
                  </a:lnTo>
                  <a:lnTo>
                    <a:pt x="412" y="176"/>
                  </a:lnTo>
                  <a:lnTo>
                    <a:pt x="412" y="176"/>
                  </a:lnTo>
                  <a:lnTo>
                    <a:pt x="402" y="178"/>
                  </a:lnTo>
                  <a:lnTo>
                    <a:pt x="398" y="180"/>
                  </a:lnTo>
                  <a:lnTo>
                    <a:pt x="392" y="184"/>
                  </a:lnTo>
                  <a:lnTo>
                    <a:pt x="392" y="184"/>
                  </a:lnTo>
                  <a:lnTo>
                    <a:pt x="384" y="192"/>
                  </a:lnTo>
                  <a:lnTo>
                    <a:pt x="374" y="198"/>
                  </a:lnTo>
                  <a:lnTo>
                    <a:pt x="374" y="198"/>
                  </a:lnTo>
                  <a:lnTo>
                    <a:pt x="368" y="200"/>
                  </a:lnTo>
                  <a:lnTo>
                    <a:pt x="362" y="200"/>
                  </a:lnTo>
                  <a:lnTo>
                    <a:pt x="362" y="200"/>
                  </a:lnTo>
                  <a:lnTo>
                    <a:pt x="358" y="198"/>
                  </a:lnTo>
                  <a:lnTo>
                    <a:pt x="358" y="198"/>
                  </a:lnTo>
                  <a:lnTo>
                    <a:pt x="354" y="198"/>
                  </a:lnTo>
                  <a:lnTo>
                    <a:pt x="350" y="200"/>
                  </a:lnTo>
                  <a:lnTo>
                    <a:pt x="350" y="200"/>
                  </a:lnTo>
                  <a:lnTo>
                    <a:pt x="344" y="202"/>
                  </a:lnTo>
                  <a:lnTo>
                    <a:pt x="344" y="202"/>
                  </a:lnTo>
                  <a:lnTo>
                    <a:pt x="340" y="208"/>
                  </a:lnTo>
                  <a:lnTo>
                    <a:pt x="340" y="212"/>
                  </a:lnTo>
                  <a:lnTo>
                    <a:pt x="342" y="222"/>
                  </a:lnTo>
                  <a:lnTo>
                    <a:pt x="346" y="228"/>
                  </a:lnTo>
                  <a:lnTo>
                    <a:pt x="350" y="230"/>
                  </a:lnTo>
                  <a:lnTo>
                    <a:pt x="352" y="232"/>
                  </a:lnTo>
                  <a:lnTo>
                    <a:pt x="352" y="232"/>
                  </a:lnTo>
                  <a:lnTo>
                    <a:pt x="358" y="228"/>
                  </a:lnTo>
                  <a:lnTo>
                    <a:pt x="364" y="224"/>
                  </a:lnTo>
                  <a:lnTo>
                    <a:pt x="368" y="218"/>
                  </a:lnTo>
                  <a:lnTo>
                    <a:pt x="374" y="216"/>
                  </a:lnTo>
                  <a:lnTo>
                    <a:pt x="374" y="216"/>
                  </a:lnTo>
                  <a:lnTo>
                    <a:pt x="378" y="218"/>
                  </a:lnTo>
                  <a:lnTo>
                    <a:pt x="382" y="220"/>
                  </a:lnTo>
                  <a:lnTo>
                    <a:pt x="390" y="228"/>
                  </a:lnTo>
                  <a:lnTo>
                    <a:pt x="390" y="228"/>
                  </a:lnTo>
                  <a:lnTo>
                    <a:pt x="388" y="232"/>
                  </a:lnTo>
                  <a:lnTo>
                    <a:pt x="386" y="240"/>
                  </a:lnTo>
                  <a:lnTo>
                    <a:pt x="382" y="248"/>
                  </a:lnTo>
                  <a:lnTo>
                    <a:pt x="376" y="250"/>
                  </a:lnTo>
                  <a:lnTo>
                    <a:pt x="376" y="250"/>
                  </a:lnTo>
                  <a:lnTo>
                    <a:pt x="362" y="254"/>
                  </a:lnTo>
                  <a:lnTo>
                    <a:pt x="348" y="258"/>
                  </a:lnTo>
                  <a:lnTo>
                    <a:pt x="348" y="258"/>
                  </a:lnTo>
                  <a:lnTo>
                    <a:pt x="332" y="254"/>
                  </a:lnTo>
                  <a:lnTo>
                    <a:pt x="324" y="254"/>
                  </a:lnTo>
                  <a:lnTo>
                    <a:pt x="320" y="254"/>
                  </a:lnTo>
                  <a:lnTo>
                    <a:pt x="318" y="256"/>
                  </a:lnTo>
                  <a:lnTo>
                    <a:pt x="318" y="256"/>
                  </a:lnTo>
                  <a:lnTo>
                    <a:pt x="314" y="258"/>
                  </a:lnTo>
                  <a:lnTo>
                    <a:pt x="310" y="262"/>
                  </a:lnTo>
                  <a:lnTo>
                    <a:pt x="308" y="266"/>
                  </a:lnTo>
                  <a:lnTo>
                    <a:pt x="310" y="272"/>
                  </a:lnTo>
                  <a:lnTo>
                    <a:pt x="310" y="272"/>
                  </a:lnTo>
                  <a:lnTo>
                    <a:pt x="312" y="282"/>
                  </a:lnTo>
                  <a:lnTo>
                    <a:pt x="310" y="288"/>
                  </a:lnTo>
                  <a:lnTo>
                    <a:pt x="308" y="294"/>
                  </a:lnTo>
                  <a:lnTo>
                    <a:pt x="306" y="296"/>
                  </a:lnTo>
                  <a:lnTo>
                    <a:pt x="306" y="296"/>
                  </a:lnTo>
                  <a:lnTo>
                    <a:pt x="292" y="300"/>
                  </a:lnTo>
                  <a:lnTo>
                    <a:pt x="290" y="302"/>
                  </a:lnTo>
                  <a:lnTo>
                    <a:pt x="290" y="304"/>
                  </a:lnTo>
                  <a:lnTo>
                    <a:pt x="294" y="304"/>
                  </a:lnTo>
                  <a:lnTo>
                    <a:pt x="302" y="306"/>
                  </a:lnTo>
                  <a:lnTo>
                    <a:pt x="302" y="306"/>
                  </a:lnTo>
                  <a:lnTo>
                    <a:pt x="320" y="304"/>
                  </a:lnTo>
                  <a:lnTo>
                    <a:pt x="332" y="302"/>
                  </a:lnTo>
                  <a:lnTo>
                    <a:pt x="340" y="298"/>
                  </a:lnTo>
                  <a:lnTo>
                    <a:pt x="346" y="296"/>
                  </a:lnTo>
                  <a:lnTo>
                    <a:pt x="346" y="296"/>
                  </a:lnTo>
                  <a:lnTo>
                    <a:pt x="358" y="292"/>
                  </a:lnTo>
                  <a:lnTo>
                    <a:pt x="364" y="290"/>
                  </a:lnTo>
                  <a:lnTo>
                    <a:pt x="370" y="290"/>
                  </a:lnTo>
                  <a:lnTo>
                    <a:pt x="370" y="290"/>
                  </a:lnTo>
                  <a:lnTo>
                    <a:pt x="376" y="292"/>
                  </a:lnTo>
                  <a:lnTo>
                    <a:pt x="382" y="290"/>
                  </a:lnTo>
                  <a:lnTo>
                    <a:pt x="388" y="290"/>
                  </a:lnTo>
                  <a:lnTo>
                    <a:pt x="394" y="290"/>
                  </a:lnTo>
                  <a:lnTo>
                    <a:pt x="394" y="290"/>
                  </a:lnTo>
                  <a:lnTo>
                    <a:pt x="396" y="290"/>
                  </a:lnTo>
                  <a:lnTo>
                    <a:pt x="400" y="288"/>
                  </a:lnTo>
                  <a:lnTo>
                    <a:pt x="406" y="284"/>
                  </a:lnTo>
                  <a:lnTo>
                    <a:pt x="414" y="280"/>
                  </a:lnTo>
                  <a:lnTo>
                    <a:pt x="416" y="280"/>
                  </a:lnTo>
                  <a:lnTo>
                    <a:pt x="420" y="282"/>
                  </a:lnTo>
                  <a:lnTo>
                    <a:pt x="420" y="282"/>
                  </a:lnTo>
                  <a:lnTo>
                    <a:pt x="422" y="288"/>
                  </a:lnTo>
                  <a:lnTo>
                    <a:pt x="424" y="294"/>
                  </a:lnTo>
                  <a:lnTo>
                    <a:pt x="422" y="304"/>
                  </a:lnTo>
                  <a:lnTo>
                    <a:pt x="422" y="304"/>
                  </a:lnTo>
                  <a:lnTo>
                    <a:pt x="420" y="308"/>
                  </a:lnTo>
                  <a:lnTo>
                    <a:pt x="416" y="312"/>
                  </a:lnTo>
                  <a:lnTo>
                    <a:pt x="412" y="314"/>
                  </a:lnTo>
                  <a:lnTo>
                    <a:pt x="412" y="318"/>
                  </a:lnTo>
                  <a:lnTo>
                    <a:pt x="412" y="318"/>
                  </a:lnTo>
                  <a:lnTo>
                    <a:pt x="418" y="330"/>
                  </a:lnTo>
                  <a:lnTo>
                    <a:pt x="428" y="340"/>
                  </a:lnTo>
                  <a:lnTo>
                    <a:pt x="428" y="340"/>
                  </a:lnTo>
                  <a:lnTo>
                    <a:pt x="440" y="348"/>
                  </a:lnTo>
                  <a:lnTo>
                    <a:pt x="444" y="350"/>
                  </a:lnTo>
                  <a:lnTo>
                    <a:pt x="448" y="348"/>
                  </a:lnTo>
                  <a:lnTo>
                    <a:pt x="448" y="348"/>
                  </a:lnTo>
                  <a:lnTo>
                    <a:pt x="450" y="342"/>
                  </a:lnTo>
                  <a:lnTo>
                    <a:pt x="452" y="338"/>
                  </a:lnTo>
                  <a:lnTo>
                    <a:pt x="456" y="330"/>
                  </a:lnTo>
                  <a:lnTo>
                    <a:pt x="456" y="330"/>
                  </a:lnTo>
                  <a:lnTo>
                    <a:pt x="460" y="328"/>
                  </a:lnTo>
                  <a:lnTo>
                    <a:pt x="470" y="330"/>
                  </a:lnTo>
                  <a:lnTo>
                    <a:pt x="480" y="332"/>
                  </a:lnTo>
                  <a:lnTo>
                    <a:pt x="482" y="334"/>
                  </a:lnTo>
                  <a:lnTo>
                    <a:pt x="484" y="336"/>
                  </a:lnTo>
                  <a:lnTo>
                    <a:pt x="484" y="336"/>
                  </a:lnTo>
                  <a:lnTo>
                    <a:pt x="486" y="340"/>
                  </a:lnTo>
                  <a:lnTo>
                    <a:pt x="492" y="346"/>
                  </a:lnTo>
                  <a:lnTo>
                    <a:pt x="500" y="354"/>
                  </a:lnTo>
                  <a:lnTo>
                    <a:pt x="500" y="354"/>
                  </a:lnTo>
                  <a:lnTo>
                    <a:pt x="512" y="360"/>
                  </a:lnTo>
                  <a:lnTo>
                    <a:pt x="512" y="360"/>
                  </a:lnTo>
                  <a:lnTo>
                    <a:pt x="514" y="362"/>
                  </a:lnTo>
                  <a:lnTo>
                    <a:pt x="520" y="372"/>
                  </a:lnTo>
                  <a:lnTo>
                    <a:pt x="520" y="372"/>
                  </a:lnTo>
                  <a:lnTo>
                    <a:pt x="524" y="378"/>
                  </a:lnTo>
                  <a:lnTo>
                    <a:pt x="530" y="380"/>
                  </a:lnTo>
                  <a:lnTo>
                    <a:pt x="534" y="380"/>
                  </a:lnTo>
                  <a:lnTo>
                    <a:pt x="540" y="380"/>
                  </a:lnTo>
                  <a:lnTo>
                    <a:pt x="540" y="380"/>
                  </a:lnTo>
                  <a:lnTo>
                    <a:pt x="544" y="376"/>
                  </a:lnTo>
                  <a:lnTo>
                    <a:pt x="548" y="372"/>
                  </a:lnTo>
                  <a:lnTo>
                    <a:pt x="554" y="368"/>
                  </a:lnTo>
                  <a:lnTo>
                    <a:pt x="560" y="366"/>
                  </a:lnTo>
                  <a:lnTo>
                    <a:pt x="560" y="366"/>
                  </a:lnTo>
                  <a:lnTo>
                    <a:pt x="570" y="366"/>
                  </a:lnTo>
                  <a:lnTo>
                    <a:pt x="574" y="368"/>
                  </a:lnTo>
                  <a:lnTo>
                    <a:pt x="580" y="372"/>
                  </a:lnTo>
                  <a:lnTo>
                    <a:pt x="580" y="372"/>
                  </a:lnTo>
                  <a:lnTo>
                    <a:pt x="598" y="388"/>
                  </a:lnTo>
                  <a:lnTo>
                    <a:pt x="598" y="388"/>
                  </a:lnTo>
                  <a:lnTo>
                    <a:pt x="592" y="406"/>
                  </a:lnTo>
                  <a:lnTo>
                    <a:pt x="586" y="424"/>
                  </a:lnTo>
                  <a:lnTo>
                    <a:pt x="578" y="442"/>
                  </a:lnTo>
                  <a:lnTo>
                    <a:pt x="568" y="460"/>
                  </a:lnTo>
                  <a:lnTo>
                    <a:pt x="558" y="476"/>
                  </a:lnTo>
                  <a:lnTo>
                    <a:pt x="546" y="492"/>
                  </a:lnTo>
                  <a:lnTo>
                    <a:pt x="534" y="508"/>
                  </a:lnTo>
                  <a:lnTo>
                    <a:pt x="522" y="522"/>
                  </a:lnTo>
                  <a:lnTo>
                    <a:pt x="522" y="522"/>
                  </a:lnTo>
                  <a:lnTo>
                    <a:pt x="500" y="540"/>
                  </a:lnTo>
                  <a:lnTo>
                    <a:pt x="478" y="556"/>
                  </a:lnTo>
                  <a:lnTo>
                    <a:pt x="454" y="572"/>
                  </a:lnTo>
                  <a:lnTo>
                    <a:pt x="428" y="584"/>
                  </a:lnTo>
                  <a:lnTo>
                    <a:pt x="402" y="594"/>
                  </a:lnTo>
                  <a:lnTo>
                    <a:pt x="374" y="602"/>
                  </a:lnTo>
                  <a:lnTo>
                    <a:pt x="344" y="606"/>
                  </a:lnTo>
                  <a:lnTo>
                    <a:pt x="314" y="608"/>
                  </a:lnTo>
                  <a:lnTo>
                    <a:pt x="314" y="608"/>
                  </a:lnTo>
                  <a:lnTo>
                    <a:pt x="278" y="604"/>
                  </a:lnTo>
                  <a:lnTo>
                    <a:pt x="244" y="598"/>
                  </a:lnTo>
                  <a:lnTo>
                    <a:pt x="212" y="588"/>
                  </a:lnTo>
                  <a:lnTo>
                    <a:pt x="182" y="574"/>
                  </a:lnTo>
                  <a:lnTo>
                    <a:pt x="182" y="574"/>
                  </a:lnTo>
                  <a:lnTo>
                    <a:pt x="184" y="564"/>
                  </a:lnTo>
                  <a:lnTo>
                    <a:pt x="188" y="552"/>
                  </a:lnTo>
                  <a:lnTo>
                    <a:pt x="190" y="536"/>
                  </a:lnTo>
                  <a:lnTo>
                    <a:pt x="190" y="536"/>
                  </a:lnTo>
                  <a:lnTo>
                    <a:pt x="192" y="500"/>
                  </a:lnTo>
                  <a:lnTo>
                    <a:pt x="194" y="476"/>
                  </a:lnTo>
                  <a:lnTo>
                    <a:pt x="194" y="462"/>
                  </a:lnTo>
                  <a:lnTo>
                    <a:pt x="194" y="462"/>
                  </a:lnTo>
                  <a:lnTo>
                    <a:pt x="182" y="448"/>
                  </a:lnTo>
                  <a:lnTo>
                    <a:pt x="172" y="440"/>
                  </a:lnTo>
                  <a:lnTo>
                    <a:pt x="162" y="434"/>
                  </a:lnTo>
                  <a:lnTo>
                    <a:pt x="162" y="434"/>
                  </a:lnTo>
                  <a:lnTo>
                    <a:pt x="154" y="432"/>
                  </a:lnTo>
                  <a:lnTo>
                    <a:pt x="144" y="432"/>
                  </a:lnTo>
                  <a:lnTo>
                    <a:pt x="136" y="434"/>
                  </a:lnTo>
                  <a:lnTo>
                    <a:pt x="130" y="432"/>
                  </a:lnTo>
                  <a:lnTo>
                    <a:pt x="130" y="432"/>
                  </a:lnTo>
                  <a:lnTo>
                    <a:pt x="122" y="428"/>
                  </a:lnTo>
                  <a:lnTo>
                    <a:pt x="118" y="420"/>
                  </a:lnTo>
                  <a:lnTo>
                    <a:pt x="112" y="414"/>
                  </a:lnTo>
                  <a:lnTo>
                    <a:pt x="108" y="408"/>
                  </a:lnTo>
                  <a:lnTo>
                    <a:pt x="108" y="408"/>
                  </a:lnTo>
                  <a:lnTo>
                    <a:pt x="102" y="404"/>
                  </a:lnTo>
                  <a:lnTo>
                    <a:pt x="94" y="402"/>
                  </a:lnTo>
                  <a:lnTo>
                    <a:pt x="78" y="400"/>
                  </a:lnTo>
                  <a:lnTo>
                    <a:pt x="78" y="400"/>
                  </a:lnTo>
                  <a:lnTo>
                    <a:pt x="72" y="396"/>
                  </a:lnTo>
                  <a:lnTo>
                    <a:pt x="66" y="390"/>
                  </a:lnTo>
                  <a:lnTo>
                    <a:pt x="58" y="378"/>
                  </a:lnTo>
                  <a:lnTo>
                    <a:pt x="58" y="378"/>
                  </a:lnTo>
                  <a:lnTo>
                    <a:pt x="56" y="372"/>
                  </a:lnTo>
                  <a:lnTo>
                    <a:pt x="58" y="366"/>
                  </a:lnTo>
                  <a:lnTo>
                    <a:pt x="60" y="360"/>
                  </a:lnTo>
                  <a:lnTo>
                    <a:pt x="64" y="358"/>
                  </a:lnTo>
                  <a:lnTo>
                    <a:pt x="64" y="358"/>
                  </a:lnTo>
                  <a:close/>
                  <a:moveTo>
                    <a:pt x="78" y="488"/>
                  </a:moveTo>
                  <a:lnTo>
                    <a:pt x="78" y="488"/>
                  </a:lnTo>
                  <a:lnTo>
                    <a:pt x="66" y="470"/>
                  </a:lnTo>
                  <a:lnTo>
                    <a:pt x="56" y="452"/>
                  </a:lnTo>
                  <a:lnTo>
                    <a:pt x="48" y="434"/>
                  </a:lnTo>
                  <a:lnTo>
                    <a:pt x="40" y="414"/>
                  </a:lnTo>
                  <a:lnTo>
                    <a:pt x="40" y="414"/>
                  </a:lnTo>
                  <a:lnTo>
                    <a:pt x="62" y="418"/>
                  </a:lnTo>
                  <a:lnTo>
                    <a:pt x="62" y="418"/>
                  </a:lnTo>
                  <a:lnTo>
                    <a:pt x="70" y="422"/>
                  </a:lnTo>
                  <a:lnTo>
                    <a:pt x="76" y="430"/>
                  </a:lnTo>
                  <a:lnTo>
                    <a:pt x="82" y="436"/>
                  </a:lnTo>
                  <a:lnTo>
                    <a:pt x="88" y="440"/>
                  </a:lnTo>
                  <a:lnTo>
                    <a:pt x="88" y="440"/>
                  </a:lnTo>
                  <a:lnTo>
                    <a:pt x="88" y="442"/>
                  </a:lnTo>
                  <a:lnTo>
                    <a:pt x="88" y="448"/>
                  </a:lnTo>
                  <a:lnTo>
                    <a:pt x="86" y="462"/>
                  </a:lnTo>
                  <a:lnTo>
                    <a:pt x="82" y="478"/>
                  </a:lnTo>
                  <a:lnTo>
                    <a:pt x="78" y="488"/>
                  </a:lnTo>
                  <a:lnTo>
                    <a:pt x="78" y="4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600"/>
            </a:p>
          </p:txBody>
        </p:sp>
      </p:grpSp>
      <p:grpSp>
        <p:nvGrpSpPr>
          <p:cNvPr id="9" name="그룹 10"/>
          <p:cNvGrpSpPr/>
          <p:nvPr/>
        </p:nvGrpSpPr>
        <p:grpSpPr>
          <a:xfrm>
            <a:off x="5804540" y="1768119"/>
            <a:ext cx="495974" cy="532467"/>
            <a:chOff x="-949325" y="1254125"/>
            <a:chExt cx="949325" cy="1019175"/>
          </a:xfrm>
          <a:solidFill>
            <a:schemeClr val="bg1"/>
          </a:solidFill>
        </p:grpSpPr>
        <p:sp>
          <p:nvSpPr>
            <p:cNvPr id="10" name="Freeform 7"/>
            <p:cNvSpPr>
              <a:spLocks/>
            </p:cNvSpPr>
            <p:nvPr/>
          </p:nvSpPr>
          <p:spPr bwMode="auto">
            <a:xfrm>
              <a:off x="-517525" y="1365250"/>
              <a:ext cx="396875" cy="231775"/>
            </a:xfrm>
            <a:custGeom>
              <a:avLst/>
              <a:gdLst>
                <a:gd name="T0" fmla="*/ 250 w 250"/>
                <a:gd name="T1" fmla="*/ 146 h 146"/>
                <a:gd name="T2" fmla="*/ 250 w 250"/>
                <a:gd name="T3" fmla="*/ 146 h 146"/>
                <a:gd name="T4" fmla="*/ 250 w 250"/>
                <a:gd name="T5" fmla="*/ 134 h 146"/>
                <a:gd name="T6" fmla="*/ 250 w 250"/>
                <a:gd name="T7" fmla="*/ 120 h 146"/>
                <a:gd name="T8" fmla="*/ 250 w 250"/>
                <a:gd name="T9" fmla="*/ 120 h 146"/>
                <a:gd name="T10" fmla="*/ 250 w 250"/>
                <a:gd name="T11" fmla="*/ 108 h 146"/>
                <a:gd name="T12" fmla="*/ 246 w 250"/>
                <a:gd name="T13" fmla="*/ 94 h 146"/>
                <a:gd name="T14" fmla="*/ 242 w 250"/>
                <a:gd name="T15" fmla="*/ 82 h 146"/>
                <a:gd name="T16" fmla="*/ 238 w 250"/>
                <a:gd name="T17" fmla="*/ 72 h 146"/>
                <a:gd name="T18" fmla="*/ 230 w 250"/>
                <a:gd name="T19" fmla="*/ 60 h 146"/>
                <a:gd name="T20" fmla="*/ 224 w 250"/>
                <a:gd name="T21" fmla="*/ 50 h 146"/>
                <a:gd name="T22" fmla="*/ 206 w 250"/>
                <a:gd name="T23" fmla="*/ 32 h 146"/>
                <a:gd name="T24" fmla="*/ 186 w 250"/>
                <a:gd name="T25" fmla="*/ 16 h 146"/>
                <a:gd name="T26" fmla="*/ 176 w 250"/>
                <a:gd name="T27" fmla="*/ 12 h 146"/>
                <a:gd name="T28" fmla="*/ 164 w 250"/>
                <a:gd name="T29" fmla="*/ 6 h 146"/>
                <a:gd name="T30" fmla="*/ 152 w 250"/>
                <a:gd name="T31" fmla="*/ 2 h 146"/>
                <a:gd name="T32" fmla="*/ 138 w 250"/>
                <a:gd name="T33" fmla="*/ 0 h 146"/>
                <a:gd name="T34" fmla="*/ 126 w 250"/>
                <a:gd name="T35" fmla="*/ 0 h 146"/>
                <a:gd name="T36" fmla="*/ 112 w 250"/>
                <a:gd name="T37" fmla="*/ 0 h 146"/>
                <a:gd name="T38" fmla="*/ 112 w 250"/>
                <a:gd name="T39" fmla="*/ 0 h 146"/>
                <a:gd name="T40" fmla="*/ 94 w 250"/>
                <a:gd name="T41" fmla="*/ 2 h 146"/>
                <a:gd name="T42" fmla="*/ 76 w 250"/>
                <a:gd name="T43" fmla="*/ 8 h 146"/>
                <a:gd name="T44" fmla="*/ 58 w 250"/>
                <a:gd name="T45" fmla="*/ 14 h 146"/>
                <a:gd name="T46" fmla="*/ 44 w 250"/>
                <a:gd name="T47" fmla="*/ 24 h 146"/>
                <a:gd name="T48" fmla="*/ 30 w 250"/>
                <a:gd name="T49" fmla="*/ 36 h 146"/>
                <a:gd name="T50" fmla="*/ 18 w 250"/>
                <a:gd name="T51" fmla="*/ 50 h 146"/>
                <a:gd name="T52" fmla="*/ 8 w 250"/>
                <a:gd name="T53" fmla="*/ 64 h 146"/>
                <a:gd name="T54" fmla="*/ 0 w 250"/>
                <a:gd name="T55" fmla="*/ 80 h 146"/>
                <a:gd name="T56" fmla="*/ 0 w 250"/>
                <a:gd name="T57" fmla="*/ 80 h 146"/>
                <a:gd name="T58" fmla="*/ 10 w 250"/>
                <a:gd name="T59" fmla="*/ 72 h 146"/>
                <a:gd name="T60" fmla="*/ 20 w 250"/>
                <a:gd name="T61" fmla="*/ 62 h 146"/>
                <a:gd name="T62" fmla="*/ 32 w 250"/>
                <a:gd name="T63" fmla="*/ 56 h 146"/>
                <a:gd name="T64" fmla="*/ 44 w 250"/>
                <a:gd name="T65" fmla="*/ 48 h 146"/>
                <a:gd name="T66" fmla="*/ 56 w 250"/>
                <a:gd name="T67" fmla="*/ 44 h 146"/>
                <a:gd name="T68" fmla="*/ 70 w 250"/>
                <a:gd name="T69" fmla="*/ 40 h 146"/>
                <a:gd name="T70" fmla="*/ 84 w 250"/>
                <a:gd name="T71" fmla="*/ 36 h 146"/>
                <a:gd name="T72" fmla="*/ 98 w 250"/>
                <a:gd name="T73" fmla="*/ 34 h 146"/>
                <a:gd name="T74" fmla="*/ 98 w 250"/>
                <a:gd name="T75" fmla="*/ 34 h 146"/>
                <a:gd name="T76" fmla="*/ 110 w 250"/>
                <a:gd name="T77" fmla="*/ 34 h 146"/>
                <a:gd name="T78" fmla="*/ 124 w 250"/>
                <a:gd name="T79" fmla="*/ 36 h 146"/>
                <a:gd name="T80" fmla="*/ 150 w 250"/>
                <a:gd name="T81" fmla="*/ 40 h 146"/>
                <a:gd name="T82" fmla="*/ 174 w 250"/>
                <a:gd name="T83" fmla="*/ 50 h 146"/>
                <a:gd name="T84" fmla="*/ 194 w 250"/>
                <a:gd name="T85" fmla="*/ 64 h 146"/>
                <a:gd name="T86" fmla="*/ 214 w 250"/>
                <a:gd name="T87" fmla="*/ 80 h 146"/>
                <a:gd name="T88" fmla="*/ 230 w 250"/>
                <a:gd name="T89" fmla="*/ 100 h 146"/>
                <a:gd name="T90" fmla="*/ 242 w 250"/>
                <a:gd name="T91" fmla="*/ 122 h 146"/>
                <a:gd name="T92" fmla="*/ 250 w 250"/>
                <a:gd name="T93" fmla="*/ 146 h 146"/>
                <a:gd name="T94" fmla="*/ 250 w 250"/>
                <a:gd name="T95"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50" h="146">
                  <a:moveTo>
                    <a:pt x="250" y="146"/>
                  </a:moveTo>
                  <a:lnTo>
                    <a:pt x="250" y="146"/>
                  </a:lnTo>
                  <a:lnTo>
                    <a:pt x="250" y="134"/>
                  </a:lnTo>
                  <a:lnTo>
                    <a:pt x="250" y="120"/>
                  </a:lnTo>
                  <a:lnTo>
                    <a:pt x="250" y="120"/>
                  </a:lnTo>
                  <a:lnTo>
                    <a:pt x="250" y="108"/>
                  </a:lnTo>
                  <a:lnTo>
                    <a:pt x="246" y="94"/>
                  </a:lnTo>
                  <a:lnTo>
                    <a:pt x="242" y="82"/>
                  </a:lnTo>
                  <a:lnTo>
                    <a:pt x="238" y="72"/>
                  </a:lnTo>
                  <a:lnTo>
                    <a:pt x="230" y="60"/>
                  </a:lnTo>
                  <a:lnTo>
                    <a:pt x="224" y="50"/>
                  </a:lnTo>
                  <a:lnTo>
                    <a:pt x="206" y="32"/>
                  </a:lnTo>
                  <a:lnTo>
                    <a:pt x="186" y="16"/>
                  </a:lnTo>
                  <a:lnTo>
                    <a:pt x="176" y="12"/>
                  </a:lnTo>
                  <a:lnTo>
                    <a:pt x="164" y="6"/>
                  </a:lnTo>
                  <a:lnTo>
                    <a:pt x="152" y="2"/>
                  </a:lnTo>
                  <a:lnTo>
                    <a:pt x="138" y="0"/>
                  </a:lnTo>
                  <a:lnTo>
                    <a:pt x="126" y="0"/>
                  </a:lnTo>
                  <a:lnTo>
                    <a:pt x="112" y="0"/>
                  </a:lnTo>
                  <a:lnTo>
                    <a:pt x="112" y="0"/>
                  </a:lnTo>
                  <a:lnTo>
                    <a:pt x="94" y="2"/>
                  </a:lnTo>
                  <a:lnTo>
                    <a:pt x="76" y="8"/>
                  </a:lnTo>
                  <a:lnTo>
                    <a:pt x="58" y="14"/>
                  </a:lnTo>
                  <a:lnTo>
                    <a:pt x="44" y="24"/>
                  </a:lnTo>
                  <a:lnTo>
                    <a:pt x="30" y="36"/>
                  </a:lnTo>
                  <a:lnTo>
                    <a:pt x="18" y="50"/>
                  </a:lnTo>
                  <a:lnTo>
                    <a:pt x="8" y="64"/>
                  </a:lnTo>
                  <a:lnTo>
                    <a:pt x="0" y="80"/>
                  </a:lnTo>
                  <a:lnTo>
                    <a:pt x="0" y="80"/>
                  </a:lnTo>
                  <a:lnTo>
                    <a:pt x="10" y="72"/>
                  </a:lnTo>
                  <a:lnTo>
                    <a:pt x="20" y="62"/>
                  </a:lnTo>
                  <a:lnTo>
                    <a:pt x="32" y="56"/>
                  </a:lnTo>
                  <a:lnTo>
                    <a:pt x="44" y="48"/>
                  </a:lnTo>
                  <a:lnTo>
                    <a:pt x="56" y="44"/>
                  </a:lnTo>
                  <a:lnTo>
                    <a:pt x="70" y="40"/>
                  </a:lnTo>
                  <a:lnTo>
                    <a:pt x="84" y="36"/>
                  </a:lnTo>
                  <a:lnTo>
                    <a:pt x="98" y="34"/>
                  </a:lnTo>
                  <a:lnTo>
                    <a:pt x="98" y="34"/>
                  </a:lnTo>
                  <a:lnTo>
                    <a:pt x="110" y="34"/>
                  </a:lnTo>
                  <a:lnTo>
                    <a:pt x="124" y="36"/>
                  </a:lnTo>
                  <a:lnTo>
                    <a:pt x="150" y="40"/>
                  </a:lnTo>
                  <a:lnTo>
                    <a:pt x="174" y="50"/>
                  </a:lnTo>
                  <a:lnTo>
                    <a:pt x="194" y="64"/>
                  </a:lnTo>
                  <a:lnTo>
                    <a:pt x="214" y="80"/>
                  </a:lnTo>
                  <a:lnTo>
                    <a:pt x="230" y="100"/>
                  </a:lnTo>
                  <a:lnTo>
                    <a:pt x="242" y="122"/>
                  </a:lnTo>
                  <a:lnTo>
                    <a:pt x="250" y="146"/>
                  </a:lnTo>
                  <a:lnTo>
                    <a:pt x="250" y="1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600"/>
            </a:p>
          </p:txBody>
        </p:sp>
        <p:sp>
          <p:nvSpPr>
            <p:cNvPr id="11" name="Freeform 8"/>
            <p:cNvSpPr>
              <a:spLocks noEditPoints="1"/>
            </p:cNvSpPr>
            <p:nvPr/>
          </p:nvSpPr>
          <p:spPr bwMode="auto">
            <a:xfrm>
              <a:off x="-949325" y="1254125"/>
              <a:ext cx="949325" cy="1019175"/>
            </a:xfrm>
            <a:custGeom>
              <a:avLst/>
              <a:gdLst>
                <a:gd name="T0" fmla="*/ 14 w 598"/>
                <a:gd name="T1" fmla="*/ 538 h 642"/>
                <a:gd name="T2" fmla="*/ 0 w 598"/>
                <a:gd name="T3" fmla="*/ 572 h 642"/>
                <a:gd name="T4" fmla="*/ 6 w 598"/>
                <a:gd name="T5" fmla="*/ 606 h 642"/>
                <a:gd name="T6" fmla="*/ 20 w 598"/>
                <a:gd name="T7" fmla="*/ 626 h 642"/>
                <a:gd name="T8" fmla="*/ 54 w 598"/>
                <a:gd name="T9" fmla="*/ 640 h 642"/>
                <a:gd name="T10" fmla="*/ 88 w 598"/>
                <a:gd name="T11" fmla="*/ 636 h 642"/>
                <a:gd name="T12" fmla="*/ 232 w 598"/>
                <a:gd name="T13" fmla="*/ 480 h 642"/>
                <a:gd name="T14" fmla="*/ 242 w 598"/>
                <a:gd name="T15" fmla="*/ 462 h 642"/>
                <a:gd name="T16" fmla="*/ 246 w 598"/>
                <a:gd name="T17" fmla="*/ 434 h 642"/>
                <a:gd name="T18" fmla="*/ 238 w 598"/>
                <a:gd name="T19" fmla="*/ 406 h 642"/>
                <a:gd name="T20" fmla="*/ 284 w 598"/>
                <a:gd name="T21" fmla="*/ 380 h 642"/>
                <a:gd name="T22" fmla="*/ 332 w 598"/>
                <a:gd name="T23" fmla="*/ 402 h 642"/>
                <a:gd name="T24" fmla="*/ 388 w 598"/>
                <a:gd name="T25" fmla="*/ 412 h 642"/>
                <a:gd name="T26" fmla="*/ 428 w 598"/>
                <a:gd name="T27" fmla="*/ 408 h 642"/>
                <a:gd name="T28" fmla="*/ 486 w 598"/>
                <a:gd name="T29" fmla="*/ 390 h 642"/>
                <a:gd name="T30" fmla="*/ 534 w 598"/>
                <a:gd name="T31" fmla="*/ 356 h 642"/>
                <a:gd name="T32" fmla="*/ 570 w 598"/>
                <a:gd name="T33" fmla="*/ 310 h 642"/>
                <a:gd name="T34" fmla="*/ 592 w 598"/>
                <a:gd name="T35" fmla="*/ 254 h 642"/>
                <a:gd name="T36" fmla="*/ 598 w 598"/>
                <a:gd name="T37" fmla="*/ 192 h 642"/>
                <a:gd name="T38" fmla="*/ 590 w 598"/>
                <a:gd name="T39" fmla="*/ 152 h 642"/>
                <a:gd name="T40" fmla="*/ 566 w 598"/>
                <a:gd name="T41" fmla="*/ 96 h 642"/>
                <a:gd name="T42" fmla="*/ 528 w 598"/>
                <a:gd name="T43" fmla="*/ 52 h 642"/>
                <a:gd name="T44" fmla="*/ 478 w 598"/>
                <a:gd name="T45" fmla="*/ 18 h 642"/>
                <a:gd name="T46" fmla="*/ 420 w 598"/>
                <a:gd name="T47" fmla="*/ 2 h 642"/>
                <a:gd name="T48" fmla="*/ 378 w 598"/>
                <a:gd name="T49" fmla="*/ 0 h 642"/>
                <a:gd name="T50" fmla="*/ 318 w 598"/>
                <a:gd name="T51" fmla="*/ 14 h 642"/>
                <a:gd name="T52" fmla="*/ 266 w 598"/>
                <a:gd name="T53" fmla="*/ 44 h 642"/>
                <a:gd name="T54" fmla="*/ 226 w 598"/>
                <a:gd name="T55" fmla="*/ 86 h 642"/>
                <a:gd name="T56" fmla="*/ 198 w 598"/>
                <a:gd name="T57" fmla="*/ 138 h 642"/>
                <a:gd name="T58" fmla="*/ 188 w 598"/>
                <a:gd name="T59" fmla="*/ 198 h 642"/>
                <a:gd name="T60" fmla="*/ 190 w 598"/>
                <a:gd name="T61" fmla="*/ 238 h 642"/>
                <a:gd name="T62" fmla="*/ 204 w 598"/>
                <a:gd name="T63" fmla="*/ 288 h 642"/>
                <a:gd name="T64" fmla="*/ 230 w 598"/>
                <a:gd name="T65" fmla="*/ 332 h 642"/>
                <a:gd name="T66" fmla="*/ 210 w 598"/>
                <a:gd name="T67" fmla="*/ 382 h 642"/>
                <a:gd name="T68" fmla="*/ 180 w 598"/>
                <a:gd name="T69" fmla="*/ 376 h 642"/>
                <a:gd name="T70" fmla="*/ 154 w 598"/>
                <a:gd name="T71" fmla="*/ 384 h 642"/>
                <a:gd name="T72" fmla="*/ 138 w 598"/>
                <a:gd name="T73" fmla="*/ 398 h 642"/>
                <a:gd name="T74" fmla="*/ 224 w 598"/>
                <a:gd name="T75" fmla="*/ 200 h 642"/>
                <a:gd name="T76" fmla="*/ 234 w 598"/>
                <a:gd name="T77" fmla="*/ 150 h 642"/>
                <a:gd name="T78" fmla="*/ 256 w 598"/>
                <a:gd name="T79" fmla="*/ 108 h 642"/>
                <a:gd name="T80" fmla="*/ 290 w 598"/>
                <a:gd name="T81" fmla="*/ 72 h 642"/>
                <a:gd name="T82" fmla="*/ 332 w 598"/>
                <a:gd name="T83" fmla="*/ 48 h 642"/>
                <a:gd name="T84" fmla="*/ 382 w 598"/>
                <a:gd name="T85" fmla="*/ 38 h 642"/>
                <a:gd name="T86" fmla="*/ 416 w 598"/>
                <a:gd name="T87" fmla="*/ 40 h 642"/>
                <a:gd name="T88" fmla="*/ 462 w 598"/>
                <a:gd name="T89" fmla="*/ 52 h 642"/>
                <a:gd name="T90" fmla="*/ 504 w 598"/>
                <a:gd name="T91" fmla="*/ 80 h 642"/>
                <a:gd name="T92" fmla="*/ 534 w 598"/>
                <a:gd name="T93" fmla="*/ 116 h 642"/>
                <a:gd name="T94" fmla="*/ 554 w 598"/>
                <a:gd name="T95" fmla="*/ 160 h 642"/>
                <a:gd name="T96" fmla="*/ 560 w 598"/>
                <a:gd name="T97" fmla="*/ 194 h 642"/>
                <a:gd name="T98" fmla="*/ 556 w 598"/>
                <a:gd name="T99" fmla="*/ 246 h 642"/>
                <a:gd name="T100" fmla="*/ 538 w 598"/>
                <a:gd name="T101" fmla="*/ 290 h 642"/>
                <a:gd name="T102" fmla="*/ 508 w 598"/>
                <a:gd name="T103" fmla="*/ 328 h 642"/>
                <a:gd name="T104" fmla="*/ 468 w 598"/>
                <a:gd name="T105" fmla="*/ 356 h 642"/>
                <a:gd name="T106" fmla="*/ 420 w 598"/>
                <a:gd name="T107" fmla="*/ 372 h 642"/>
                <a:gd name="T108" fmla="*/ 386 w 598"/>
                <a:gd name="T109" fmla="*/ 374 h 642"/>
                <a:gd name="T110" fmla="*/ 338 w 598"/>
                <a:gd name="T111" fmla="*/ 364 h 642"/>
                <a:gd name="T112" fmla="*/ 294 w 598"/>
                <a:gd name="T113" fmla="*/ 342 h 642"/>
                <a:gd name="T114" fmla="*/ 260 w 598"/>
                <a:gd name="T115" fmla="*/ 308 h 642"/>
                <a:gd name="T116" fmla="*/ 236 w 598"/>
                <a:gd name="T117" fmla="*/ 266 h 642"/>
                <a:gd name="T118" fmla="*/ 224 w 598"/>
                <a:gd name="T119" fmla="*/ 216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98" h="642">
                  <a:moveTo>
                    <a:pt x="138" y="398"/>
                  </a:moveTo>
                  <a:lnTo>
                    <a:pt x="14" y="538"/>
                  </a:lnTo>
                  <a:lnTo>
                    <a:pt x="14" y="538"/>
                  </a:lnTo>
                  <a:lnTo>
                    <a:pt x="8" y="548"/>
                  </a:lnTo>
                  <a:lnTo>
                    <a:pt x="2" y="560"/>
                  </a:lnTo>
                  <a:lnTo>
                    <a:pt x="0" y="572"/>
                  </a:lnTo>
                  <a:lnTo>
                    <a:pt x="0" y="584"/>
                  </a:lnTo>
                  <a:lnTo>
                    <a:pt x="2" y="594"/>
                  </a:lnTo>
                  <a:lnTo>
                    <a:pt x="6" y="606"/>
                  </a:lnTo>
                  <a:lnTo>
                    <a:pt x="12" y="616"/>
                  </a:lnTo>
                  <a:lnTo>
                    <a:pt x="20" y="626"/>
                  </a:lnTo>
                  <a:lnTo>
                    <a:pt x="20" y="626"/>
                  </a:lnTo>
                  <a:lnTo>
                    <a:pt x="30" y="634"/>
                  </a:lnTo>
                  <a:lnTo>
                    <a:pt x="42" y="638"/>
                  </a:lnTo>
                  <a:lnTo>
                    <a:pt x="54" y="640"/>
                  </a:lnTo>
                  <a:lnTo>
                    <a:pt x="66" y="642"/>
                  </a:lnTo>
                  <a:lnTo>
                    <a:pt x="78" y="640"/>
                  </a:lnTo>
                  <a:lnTo>
                    <a:pt x="88" y="636"/>
                  </a:lnTo>
                  <a:lnTo>
                    <a:pt x="100" y="628"/>
                  </a:lnTo>
                  <a:lnTo>
                    <a:pt x="108" y="620"/>
                  </a:lnTo>
                  <a:lnTo>
                    <a:pt x="232" y="480"/>
                  </a:lnTo>
                  <a:lnTo>
                    <a:pt x="232" y="480"/>
                  </a:lnTo>
                  <a:lnTo>
                    <a:pt x="238" y="472"/>
                  </a:lnTo>
                  <a:lnTo>
                    <a:pt x="242" y="462"/>
                  </a:lnTo>
                  <a:lnTo>
                    <a:pt x="246" y="452"/>
                  </a:lnTo>
                  <a:lnTo>
                    <a:pt x="246" y="444"/>
                  </a:lnTo>
                  <a:lnTo>
                    <a:pt x="246" y="434"/>
                  </a:lnTo>
                  <a:lnTo>
                    <a:pt x="244" y="424"/>
                  </a:lnTo>
                  <a:lnTo>
                    <a:pt x="242" y="414"/>
                  </a:lnTo>
                  <a:lnTo>
                    <a:pt x="238" y="406"/>
                  </a:lnTo>
                  <a:lnTo>
                    <a:pt x="270" y="370"/>
                  </a:lnTo>
                  <a:lnTo>
                    <a:pt x="270" y="370"/>
                  </a:lnTo>
                  <a:lnTo>
                    <a:pt x="284" y="380"/>
                  </a:lnTo>
                  <a:lnTo>
                    <a:pt x="300" y="388"/>
                  </a:lnTo>
                  <a:lnTo>
                    <a:pt x="316" y="396"/>
                  </a:lnTo>
                  <a:lnTo>
                    <a:pt x="332" y="402"/>
                  </a:lnTo>
                  <a:lnTo>
                    <a:pt x="350" y="408"/>
                  </a:lnTo>
                  <a:lnTo>
                    <a:pt x="368" y="410"/>
                  </a:lnTo>
                  <a:lnTo>
                    <a:pt x="388" y="412"/>
                  </a:lnTo>
                  <a:lnTo>
                    <a:pt x="406" y="410"/>
                  </a:lnTo>
                  <a:lnTo>
                    <a:pt x="406" y="410"/>
                  </a:lnTo>
                  <a:lnTo>
                    <a:pt x="428" y="408"/>
                  </a:lnTo>
                  <a:lnTo>
                    <a:pt x="448" y="404"/>
                  </a:lnTo>
                  <a:lnTo>
                    <a:pt x="466" y="398"/>
                  </a:lnTo>
                  <a:lnTo>
                    <a:pt x="486" y="390"/>
                  </a:lnTo>
                  <a:lnTo>
                    <a:pt x="502" y="380"/>
                  </a:lnTo>
                  <a:lnTo>
                    <a:pt x="518" y="368"/>
                  </a:lnTo>
                  <a:lnTo>
                    <a:pt x="534" y="356"/>
                  </a:lnTo>
                  <a:lnTo>
                    <a:pt x="548" y="342"/>
                  </a:lnTo>
                  <a:lnTo>
                    <a:pt x="560" y="326"/>
                  </a:lnTo>
                  <a:lnTo>
                    <a:pt x="570" y="310"/>
                  </a:lnTo>
                  <a:lnTo>
                    <a:pt x="580" y="292"/>
                  </a:lnTo>
                  <a:lnTo>
                    <a:pt x="586" y="274"/>
                  </a:lnTo>
                  <a:lnTo>
                    <a:pt x="592" y="254"/>
                  </a:lnTo>
                  <a:lnTo>
                    <a:pt x="596" y="234"/>
                  </a:lnTo>
                  <a:lnTo>
                    <a:pt x="598" y="214"/>
                  </a:lnTo>
                  <a:lnTo>
                    <a:pt x="598" y="192"/>
                  </a:lnTo>
                  <a:lnTo>
                    <a:pt x="598" y="192"/>
                  </a:lnTo>
                  <a:lnTo>
                    <a:pt x="596" y="172"/>
                  </a:lnTo>
                  <a:lnTo>
                    <a:pt x="590" y="152"/>
                  </a:lnTo>
                  <a:lnTo>
                    <a:pt x="584" y="132"/>
                  </a:lnTo>
                  <a:lnTo>
                    <a:pt x="576" y="114"/>
                  </a:lnTo>
                  <a:lnTo>
                    <a:pt x="566" y="96"/>
                  </a:lnTo>
                  <a:lnTo>
                    <a:pt x="556" y="80"/>
                  </a:lnTo>
                  <a:lnTo>
                    <a:pt x="542" y="64"/>
                  </a:lnTo>
                  <a:lnTo>
                    <a:pt x="528" y="52"/>
                  </a:lnTo>
                  <a:lnTo>
                    <a:pt x="512" y="38"/>
                  </a:lnTo>
                  <a:lnTo>
                    <a:pt x="496" y="28"/>
                  </a:lnTo>
                  <a:lnTo>
                    <a:pt x="478" y="18"/>
                  </a:lnTo>
                  <a:lnTo>
                    <a:pt x="460" y="12"/>
                  </a:lnTo>
                  <a:lnTo>
                    <a:pt x="440" y="6"/>
                  </a:lnTo>
                  <a:lnTo>
                    <a:pt x="420" y="2"/>
                  </a:lnTo>
                  <a:lnTo>
                    <a:pt x="400" y="0"/>
                  </a:lnTo>
                  <a:lnTo>
                    <a:pt x="378" y="0"/>
                  </a:lnTo>
                  <a:lnTo>
                    <a:pt x="378" y="0"/>
                  </a:lnTo>
                  <a:lnTo>
                    <a:pt x="358" y="4"/>
                  </a:lnTo>
                  <a:lnTo>
                    <a:pt x="338" y="8"/>
                  </a:lnTo>
                  <a:lnTo>
                    <a:pt x="318" y="14"/>
                  </a:lnTo>
                  <a:lnTo>
                    <a:pt x="300" y="22"/>
                  </a:lnTo>
                  <a:lnTo>
                    <a:pt x="282" y="32"/>
                  </a:lnTo>
                  <a:lnTo>
                    <a:pt x="266" y="44"/>
                  </a:lnTo>
                  <a:lnTo>
                    <a:pt x="252" y="56"/>
                  </a:lnTo>
                  <a:lnTo>
                    <a:pt x="238" y="70"/>
                  </a:lnTo>
                  <a:lnTo>
                    <a:pt x="226" y="86"/>
                  </a:lnTo>
                  <a:lnTo>
                    <a:pt x="214" y="102"/>
                  </a:lnTo>
                  <a:lnTo>
                    <a:pt x="206" y="120"/>
                  </a:lnTo>
                  <a:lnTo>
                    <a:pt x="198" y="138"/>
                  </a:lnTo>
                  <a:lnTo>
                    <a:pt x="192" y="158"/>
                  </a:lnTo>
                  <a:lnTo>
                    <a:pt x="188" y="178"/>
                  </a:lnTo>
                  <a:lnTo>
                    <a:pt x="188" y="198"/>
                  </a:lnTo>
                  <a:lnTo>
                    <a:pt x="188" y="220"/>
                  </a:lnTo>
                  <a:lnTo>
                    <a:pt x="188" y="220"/>
                  </a:lnTo>
                  <a:lnTo>
                    <a:pt x="190" y="238"/>
                  </a:lnTo>
                  <a:lnTo>
                    <a:pt x="192" y="254"/>
                  </a:lnTo>
                  <a:lnTo>
                    <a:pt x="198" y="272"/>
                  </a:lnTo>
                  <a:lnTo>
                    <a:pt x="204" y="288"/>
                  </a:lnTo>
                  <a:lnTo>
                    <a:pt x="212" y="304"/>
                  </a:lnTo>
                  <a:lnTo>
                    <a:pt x="220" y="318"/>
                  </a:lnTo>
                  <a:lnTo>
                    <a:pt x="230" y="332"/>
                  </a:lnTo>
                  <a:lnTo>
                    <a:pt x="242" y="344"/>
                  </a:lnTo>
                  <a:lnTo>
                    <a:pt x="210" y="382"/>
                  </a:lnTo>
                  <a:lnTo>
                    <a:pt x="210" y="382"/>
                  </a:lnTo>
                  <a:lnTo>
                    <a:pt x="200" y="378"/>
                  </a:lnTo>
                  <a:lnTo>
                    <a:pt x="190" y="376"/>
                  </a:lnTo>
                  <a:lnTo>
                    <a:pt x="180" y="376"/>
                  </a:lnTo>
                  <a:lnTo>
                    <a:pt x="172" y="378"/>
                  </a:lnTo>
                  <a:lnTo>
                    <a:pt x="162" y="380"/>
                  </a:lnTo>
                  <a:lnTo>
                    <a:pt x="154" y="384"/>
                  </a:lnTo>
                  <a:lnTo>
                    <a:pt x="144" y="390"/>
                  </a:lnTo>
                  <a:lnTo>
                    <a:pt x="138" y="398"/>
                  </a:lnTo>
                  <a:lnTo>
                    <a:pt x="138" y="398"/>
                  </a:lnTo>
                  <a:close/>
                  <a:moveTo>
                    <a:pt x="224" y="216"/>
                  </a:moveTo>
                  <a:lnTo>
                    <a:pt x="224" y="216"/>
                  </a:lnTo>
                  <a:lnTo>
                    <a:pt x="224" y="200"/>
                  </a:lnTo>
                  <a:lnTo>
                    <a:pt x="226" y="182"/>
                  </a:lnTo>
                  <a:lnTo>
                    <a:pt x="228" y="166"/>
                  </a:lnTo>
                  <a:lnTo>
                    <a:pt x="234" y="150"/>
                  </a:lnTo>
                  <a:lnTo>
                    <a:pt x="240" y="136"/>
                  </a:lnTo>
                  <a:lnTo>
                    <a:pt x="248" y="122"/>
                  </a:lnTo>
                  <a:lnTo>
                    <a:pt x="256" y="108"/>
                  </a:lnTo>
                  <a:lnTo>
                    <a:pt x="266" y="94"/>
                  </a:lnTo>
                  <a:lnTo>
                    <a:pt x="278" y="84"/>
                  </a:lnTo>
                  <a:lnTo>
                    <a:pt x="290" y="72"/>
                  </a:lnTo>
                  <a:lnTo>
                    <a:pt x="302" y="64"/>
                  </a:lnTo>
                  <a:lnTo>
                    <a:pt x="316" y="56"/>
                  </a:lnTo>
                  <a:lnTo>
                    <a:pt x="332" y="48"/>
                  </a:lnTo>
                  <a:lnTo>
                    <a:pt x="348" y="44"/>
                  </a:lnTo>
                  <a:lnTo>
                    <a:pt x="364" y="40"/>
                  </a:lnTo>
                  <a:lnTo>
                    <a:pt x="382" y="38"/>
                  </a:lnTo>
                  <a:lnTo>
                    <a:pt x="382" y="38"/>
                  </a:lnTo>
                  <a:lnTo>
                    <a:pt x="398" y="38"/>
                  </a:lnTo>
                  <a:lnTo>
                    <a:pt x="416" y="40"/>
                  </a:lnTo>
                  <a:lnTo>
                    <a:pt x="432" y="42"/>
                  </a:lnTo>
                  <a:lnTo>
                    <a:pt x="448" y="46"/>
                  </a:lnTo>
                  <a:lnTo>
                    <a:pt x="462" y="52"/>
                  </a:lnTo>
                  <a:lnTo>
                    <a:pt x="478" y="60"/>
                  </a:lnTo>
                  <a:lnTo>
                    <a:pt x="490" y="70"/>
                  </a:lnTo>
                  <a:lnTo>
                    <a:pt x="504" y="80"/>
                  </a:lnTo>
                  <a:lnTo>
                    <a:pt x="516" y="90"/>
                  </a:lnTo>
                  <a:lnTo>
                    <a:pt x="526" y="102"/>
                  </a:lnTo>
                  <a:lnTo>
                    <a:pt x="534" y="116"/>
                  </a:lnTo>
                  <a:lnTo>
                    <a:pt x="542" y="130"/>
                  </a:lnTo>
                  <a:lnTo>
                    <a:pt x="550" y="146"/>
                  </a:lnTo>
                  <a:lnTo>
                    <a:pt x="554" y="160"/>
                  </a:lnTo>
                  <a:lnTo>
                    <a:pt x="558" y="178"/>
                  </a:lnTo>
                  <a:lnTo>
                    <a:pt x="560" y="194"/>
                  </a:lnTo>
                  <a:lnTo>
                    <a:pt x="560" y="194"/>
                  </a:lnTo>
                  <a:lnTo>
                    <a:pt x="560" y="212"/>
                  </a:lnTo>
                  <a:lnTo>
                    <a:pt x="560" y="228"/>
                  </a:lnTo>
                  <a:lnTo>
                    <a:pt x="556" y="246"/>
                  </a:lnTo>
                  <a:lnTo>
                    <a:pt x="552" y="260"/>
                  </a:lnTo>
                  <a:lnTo>
                    <a:pt x="546" y="276"/>
                  </a:lnTo>
                  <a:lnTo>
                    <a:pt x="538" y="290"/>
                  </a:lnTo>
                  <a:lnTo>
                    <a:pt x="530" y="304"/>
                  </a:lnTo>
                  <a:lnTo>
                    <a:pt x="520" y="316"/>
                  </a:lnTo>
                  <a:lnTo>
                    <a:pt x="508" y="328"/>
                  </a:lnTo>
                  <a:lnTo>
                    <a:pt x="496" y="338"/>
                  </a:lnTo>
                  <a:lnTo>
                    <a:pt x="482" y="348"/>
                  </a:lnTo>
                  <a:lnTo>
                    <a:pt x="468" y="356"/>
                  </a:lnTo>
                  <a:lnTo>
                    <a:pt x="454" y="362"/>
                  </a:lnTo>
                  <a:lnTo>
                    <a:pt x="438" y="368"/>
                  </a:lnTo>
                  <a:lnTo>
                    <a:pt x="420" y="372"/>
                  </a:lnTo>
                  <a:lnTo>
                    <a:pt x="404" y="374"/>
                  </a:lnTo>
                  <a:lnTo>
                    <a:pt x="404" y="374"/>
                  </a:lnTo>
                  <a:lnTo>
                    <a:pt x="386" y="374"/>
                  </a:lnTo>
                  <a:lnTo>
                    <a:pt x="370" y="372"/>
                  </a:lnTo>
                  <a:lnTo>
                    <a:pt x="354" y="370"/>
                  </a:lnTo>
                  <a:lnTo>
                    <a:pt x="338" y="364"/>
                  </a:lnTo>
                  <a:lnTo>
                    <a:pt x="322" y="358"/>
                  </a:lnTo>
                  <a:lnTo>
                    <a:pt x="308" y="352"/>
                  </a:lnTo>
                  <a:lnTo>
                    <a:pt x="294" y="342"/>
                  </a:lnTo>
                  <a:lnTo>
                    <a:pt x="282" y="332"/>
                  </a:lnTo>
                  <a:lnTo>
                    <a:pt x="270" y="322"/>
                  </a:lnTo>
                  <a:lnTo>
                    <a:pt x="260" y="308"/>
                  </a:lnTo>
                  <a:lnTo>
                    <a:pt x="250" y="296"/>
                  </a:lnTo>
                  <a:lnTo>
                    <a:pt x="242" y="282"/>
                  </a:lnTo>
                  <a:lnTo>
                    <a:pt x="236" y="266"/>
                  </a:lnTo>
                  <a:lnTo>
                    <a:pt x="230" y="250"/>
                  </a:lnTo>
                  <a:lnTo>
                    <a:pt x="226" y="234"/>
                  </a:lnTo>
                  <a:lnTo>
                    <a:pt x="224" y="216"/>
                  </a:lnTo>
                  <a:lnTo>
                    <a:pt x="224" y="2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600"/>
            </a:p>
          </p:txBody>
        </p:sp>
      </p:grpSp>
      <p:grpSp>
        <p:nvGrpSpPr>
          <p:cNvPr id="12" name="그룹 11"/>
          <p:cNvGrpSpPr/>
          <p:nvPr/>
        </p:nvGrpSpPr>
        <p:grpSpPr>
          <a:xfrm>
            <a:off x="6869424" y="3553581"/>
            <a:ext cx="536092" cy="493926"/>
            <a:chOff x="-2473325" y="1273175"/>
            <a:chExt cx="1130300" cy="1041400"/>
          </a:xfrm>
          <a:solidFill>
            <a:schemeClr val="bg1"/>
          </a:solidFill>
        </p:grpSpPr>
        <p:sp>
          <p:nvSpPr>
            <p:cNvPr id="13" name="Freeform 9"/>
            <p:cNvSpPr>
              <a:spLocks noEditPoints="1"/>
            </p:cNvSpPr>
            <p:nvPr/>
          </p:nvSpPr>
          <p:spPr bwMode="auto">
            <a:xfrm>
              <a:off x="-2473325" y="1273175"/>
              <a:ext cx="1130300" cy="1041400"/>
            </a:xfrm>
            <a:custGeom>
              <a:avLst/>
              <a:gdLst>
                <a:gd name="T0" fmla="*/ 476 w 712"/>
                <a:gd name="T1" fmla="*/ 582 h 656"/>
                <a:gd name="T2" fmla="*/ 416 w 712"/>
                <a:gd name="T3" fmla="*/ 456 h 656"/>
                <a:gd name="T4" fmla="*/ 546 w 712"/>
                <a:gd name="T5" fmla="*/ 500 h 656"/>
                <a:gd name="T6" fmla="*/ 538 w 712"/>
                <a:gd name="T7" fmla="*/ 580 h 656"/>
                <a:gd name="T8" fmla="*/ 428 w 712"/>
                <a:gd name="T9" fmla="*/ 424 h 656"/>
                <a:gd name="T10" fmla="*/ 670 w 712"/>
                <a:gd name="T11" fmla="*/ 244 h 656"/>
                <a:gd name="T12" fmla="*/ 616 w 712"/>
                <a:gd name="T13" fmla="*/ 328 h 656"/>
                <a:gd name="T14" fmla="*/ 468 w 712"/>
                <a:gd name="T15" fmla="*/ 296 h 656"/>
                <a:gd name="T16" fmla="*/ 610 w 712"/>
                <a:gd name="T17" fmla="*/ 206 h 656"/>
                <a:gd name="T18" fmla="*/ 392 w 712"/>
                <a:gd name="T19" fmla="*/ 436 h 656"/>
                <a:gd name="T20" fmla="*/ 262 w 712"/>
                <a:gd name="T21" fmla="*/ 406 h 656"/>
                <a:gd name="T22" fmla="*/ 258 w 712"/>
                <a:gd name="T23" fmla="*/ 244 h 656"/>
                <a:gd name="T24" fmla="*/ 418 w 712"/>
                <a:gd name="T25" fmla="*/ 270 h 656"/>
                <a:gd name="T26" fmla="*/ 406 w 712"/>
                <a:gd name="T27" fmla="*/ 396 h 656"/>
                <a:gd name="T28" fmla="*/ 376 w 712"/>
                <a:gd name="T29" fmla="*/ 468 h 656"/>
                <a:gd name="T30" fmla="*/ 232 w 712"/>
                <a:gd name="T31" fmla="*/ 590 h 656"/>
                <a:gd name="T32" fmla="*/ 208 w 712"/>
                <a:gd name="T33" fmla="*/ 498 h 656"/>
                <a:gd name="T34" fmla="*/ 314 w 712"/>
                <a:gd name="T35" fmla="*/ 562 h 656"/>
                <a:gd name="T36" fmla="*/ 248 w 712"/>
                <a:gd name="T37" fmla="*/ 602 h 656"/>
                <a:gd name="T38" fmla="*/ 240 w 712"/>
                <a:gd name="T39" fmla="*/ 464 h 656"/>
                <a:gd name="T40" fmla="*/ 304 w 712"/>
                <a:gd name="T41" fmla="*/ 152 h 656"/>
                <a:gd name="T42" fmla="*/ 288 w 712"/>
                <a:gd name="T43" fmla="*/ 178 h 656"/>
                <a:gd name="T44" fmla="*/ 438 w 712"/>
                <a:gd name="T45" fmla="*/ 76 h 656"/>
                <a:gd name="T46" fmla="*/ 412 w 712"/>
                <a:gd name="T47" fmla="*/ 172 h 656"/>
                <a:gd name="T48" fmla="*/ 346 w 712"/>
                <a:gd name="T49" fmla="*/ 94 h 656"/>
                <a:gd name="T50" fmla="*/ 418 w 712"/>
                <a:gd name="T51" fmla="*/ 54 h 656"/>
                <a:gd name="T52" fmla="*/ 452 w 712"/>
                <a:gd name="T53" fmla="*/ 198 h 656"/>
                <a:gd name="T54" fmla="*/ 42 w 712"/>
                <a:gd name="T55" fmla="*/ 414 h 656"/>
                <a:gd name="T56" fmla="*/ 150 w 712"/>
                <a:gd name="T57" fmla="*/ 298 h 656"/>
                <a:gd name="T58" fmla="*/ 180 w 712"/>
                <a:gd name="T59" fmla="*/ 468 h 656"/>
                <a:gd name="T60" fmla="*/ 48 w 712"/>
                <a:gd name="T61" fmla="*/ 436 h 656"/>
                <a:gd name="T62" fmla="*/ 226 w 712"/>
                <a:gd name="T63" fmla="*/ 258 h 656"/>
                <a:gd name="T64" fmla="*/ 126 w 712"/>
                <a:gd name="T65" fmla="*/ 76 h 656"/>
                <a:gd name="T66" fmla="*/ 232 w 712"/>
                <a:gd name="T67" fmla="*/ 100 h 656"/>
                <a:gd name="T68" fmla="*/ 200 w 712"/>
                <a:gd name="T69" fmla="*/ 236 h 656"/>
                <a:gd name="T70" fmla="*/ 114 w 712"/>
                <a:gd name="T71" fmla="*/ 118 h 656"/>
                <a:gd name="T72" fmla="*/ 710 w 712"/>
                <a:gd name="T73" fmla="*/ 232 h 656"/>
                <a:gd name="T74" fmla="*/ 638 w 712"/>
                <a:gd name="T75" fmla="*/ 176 h 656"/>
                <a:gd name="T76" fmla="*/ 486 w 712"/>
                <a:gd name="T77" fmla="*/ 104 h 656"/>
                <a:gd name="T78" fmla="*/ 434 w 712"/>
                <a:gd name="T79" fmla="*/ 2 h 656"/>
                <a:gd name="T80" fmla="*/ 350 w 712"/>
                <a:gd name="T81" fmla="*/ 38 h 656"/>
                <a:gd name="T82" fmla="*/ 206 w 712"/>
                <a:gd name="T83" fmla="*/ 50 h 656"/>
                <a:gd name="T84" fmla="*/ 106 w 712"/>
                <a:gd name="T85" fmla="*/ 36 h 656"/>
                <a:gd name="T86" fmla="*/ 78 w 712"/>
                <a:gd name="T87" fmla="*/ 88 h 656"/>
                <a:gd name="T88" fmla="*/ 134 w 712"/>
                <a:gd name="T89" fmla="*/ 272 h 656"/>
                <a:gd name="T90" fmla="*/ 0 w 712"/>
                <a:gd name="T91" fmla="*/ 412 h 656"/>
                <a:gd name="T92" fmla="*/ 14 w 712"/>
                <a:gd name="T93" fmla="*/ 460 h 656"/>
                <a:gd name="T94" fmla="*/ 178 w 712"/>
                <a:gd name="T95" fmla="*/ 500 h 656"/>
                <a:gd name="T96" fmla="*/ 206 w 712"/>
                <a:gd name="T97" fmla="*/ 636 h 656"/>
                <a:gd name="T98" fmla="*/ 278 w 712"/>
                <a:gd name="T99" fmla="*/ 646 h 656"/>
                <a:gd name="T100" fmla="*/ 398 w 712"/>
                <a:gd name="T101" fmla="*/ 572 h 656"/>
                <a:gd name="T102" fmla="*/ 550 w 712"/>
                <a:gd name="T103" fmla="*/ 624 h 656"/>
                <a:gd name="T104" fmla="*/ 584 w 712"/>
                <a:gd name="T105" fmla="*/ 584 h 656"/>
                <a:gd name="T106" fmla="*/ 538 w 712"/>
                <a:gd name="T107" fmla="*/ 408 h 656"/>
                <a:gd name="T108" fmla="*/ 706 w 712"/>
                <a:gd name="T109" fmla="*/ 272 h 6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2" h="656">
                  <a:moveTo>
                    <a:pt x="538" y="580"/>
                  </a:moveTo>
                  <a:lnTo>
                    <a:pt x="538" y="580"/>
                  </a:lnTo>
                  <a:lnTo>
                    <a:pt x="532" y="584"/>
                  </a:lnTo>
                  <a:lnTo>
                    <a:pt x="526" y="586"/>
                  </a:lnTo>
                  <a:lnTo>
                    <a:pt x="512" y="588"/>
                  </a:lnTo>
                  <a:lnTo>
                    <a:pt x="496" y="588"/>
                  </a:lnTo>
                  <a:lnTo>
                    <a:pt x="476" y="582"/>
                  </a:lnTo>
                  <a:lnTo>
                    <a:pt x="456" y="572"/>
                  </a:lnTo>
                  <a:lnTo>
                    <a:pt x="432" y="560"/>
                  </a:lnTo>
                  <a:lnTo>
                    <a:pt x="408" y="544"/>
                  </a:lnTo>
                  <a:lnTo>
                    <a:pt x="382" y="526"/>
                  </a:lnTo>
                  <a:lnTo>
                    <a:pt x="382" y="526"/>
                  </a:lnTo>
                  <a:lnTo>
                    <a:pt x="398" y="492"/>
                  </a:lnTo>
                  <a:lnTo>
                    <a:pt x="416" y="456"/>
                  </a:lnTo>
                  <a:lnTo>
                    <a:pt x="416" y="456"/>
                  </a:lnTo>
                  <a:lnTo>
                    <a:pt x="468" y="438"/>
                  </a:lnTo>
                  <a:lnTo>
                    <a:pt x="516" y="418"/>
                  </a:lnTo>
                  <a:lnTo>
                    <a:pt x="516" y="418"/>
                  </a:lnTo>
                  <a:lnTo>
                    <a:pt x="530" y="448"/>
                  </a:lnTo>
                  <a:lnTo>
                    <a:pt x="540" y="474"/>
                  </a:lnTo>
                  <a:lnTo>
                    <a:pt x="546" y="500"/>
                  </a:lnTo>
                  <a:lnTo>
                    <a:pt x="550" y="522"/>
                  </a:lnTo>
                  <a:lnTo>
                    <a:pt x="552" y="542"/>
                  </a:lnTo>
                  <a:lnTo>
                    <a:pt x="550" y="558"/>
                  </a:lnTo>
                  <a:lnTo>
                    <a:pt x="546" y="572"/>
                  </a:lnTo>
                  <a:lnTo>
                    <a:pt x="542" y="576"/>
                  </a:lnTo>
                  <a:lnTo>
                    <a:pt x="538" y="580"/>
                  </a:lnTo>
                  <a:lnTo>
                    <a:pt x="538" y="580"/>
                  </a:lnTo>
                  <a:close/>
                  <a:moveTo>
                    <a:pt x="460" y="324"/>
                  </a:moveTo>
                  <a:lnTo>
                    <a:pt x="460" y="324"/>
                  </a:lnTo>
                  <a:lnTo>
                    <a:pt x="484" y="360"/>
                  </a:lnTo>
                  <a:lnTo>
                    <a:pt x="504" y="394"/>
                  </a:lnTo>
                  <a:lnTo>
                    <a:pt x="504" y="394"/>
                  </a:lnTo>
                  <a:lnTo>
                    <a:pt x="468" y="410"/>
                  </a:lnTo>
                  <a:lnTo>
                    <a:pt x="428" y="424"/>
                  </a:lnTo>
                  <a:lnTo>
                    <a:pt x="428" y="424"/>
                  </a:lnTo>
                  <a:lnTo>
                    <a:pt x="450" y="364"/>
                  </a:lnTo>
                  <a:lnTo>
                    <a:pt x="450" y="364"/>
                  </a:lnTo>
                  <a:lnTo>
                    <a:pt x="460" y="324"/>
                  </a:lnTo>
                  <a:lnTo>
                    <a:pt x="460" y="324"/>
                  </a:lnTo>
                  <a:close/>
                  <a:moveTo>
                    <a:pt x="670" y="244"/>
                  </a:moveTo>
                  <a:lnTo>
                    <a:pt x="670" y="244"/>
                  </a:lnTo>
                  <a:lnTo>
                    <a:pt x="670" y="250"/>
                  </a:lnTo>
                  <a:lnTo>
                    <a:pt x="670" y="258"/>
                  </a:lnTo>
                  <a:lnTo>
                    <a:pt x="668" y="266"/>
                  </a:lnTo>
                  <a:lnTo>
                    <a:pt x="664" y="274"/>
                  </a:lnTo>
                  <a:lnTo>
                    <a:pt x="654" y="292"/>
                  </a:lnTo>
                  <a:lnTo>
                    <a:pt x="638" y="310"/>
                  </a:lnTo>
                  <a:lnTo>
                    <a:pt x="616" y="328"/>
                  </a:lnTo>
                  <a:lnTo>
                    <a:pt x="590" y="348"/>
                  </a:lnTo>
                  <a:lnTo>
                    <a:pt x="560" y="366"/>
                  </a:lnTo>
                  <a:lnTo>
                    <a:pt x="524" y="384"/>
                  </a:lnTo>
                  <a:lnTo>
                    <a:pt x="524" y="384"/>
                  </a:lnTo>
                  <a:lnTo>
                    <a:pt x="498" y="340"/>
                  </a:lnTo>
                  <a:lnTo>
                    <a:pt x="468" y="296"/>
                  </a:lnTo>
                  <a:lnTo>
                    <a:pt x="468" y="296"/>
                  </a:lnTo>
                  <a:lnTo>
                    <a:pt x="478" y="244"/>
                  </a:lnTo>
                  <a:lnTo>
                    <a:pt x="484" y="196"/>
                  </a:lnTo>
                  <a:lnTo>
                    <a:pt x="484" y="196"/>
                  </a:lnTo>
                  <a:lnTo>
                    <a:pt x="520" y="194"/>
                  </a:lnTo>
                  <a:lnTo>
                    <a:pt x="554" y="196"/>
                  </a:lnTo>
                  <a:lnTo>
                    <a:pt x="584" y="200"/>
                  </a:lnTo>
                  <a:lnTo>
                    <a:pt x="610" y="206"/>
                  </a:lnTo>
                  <a:lnTo>
                    <a:pt x="632" y="212"/>
                  </a:lnTo>
                  <a:lnTo>
                    <a:pt x="650" y="222"/>
                  </a:lnTo>
                  <a:lnTo>
                    <a:pt x="662" y="232"/>
                  </a:lnTo>
                  <a:lnTo>
                    <a:pt x="666" y="238"/>
                  </a:lnTo>
                  <a:lnTo>
                    <a:pt x="670" y="244"/>
                  </a:lnTo>
                  <a:lnTo>
                    <a:pt x="670" y="244"/>
                  </a:lnTo>
                  <a:close/>
                  <a:moveTo>
                    <a:pt x="392" y="436"/>
                  </a:moveTo>
                  <a:lnTo>
                    <a:pt x="392" y="436"/>
                  </a:lnTo>
                  <a:lnTo>
                    <a:pt x="348" y="446"/>
                  </a:lnTo>
                  <a:lnTo>
                    <a:pt x="306" y="456"/>
                  </a:lnTo>
                  <a:lnTo>
                    <a:pt x="306" y="456"/>
                  </a:lnTo>
                  <a:lnTo>
                    <a:pt x="284" y="432"/>
                  </a:lnTo>
                  <a:lnTo>
                    <a:pt x="262" y="406"/>
                  </a:lnTo>
                  <a:lnTo>
                    <a:pt x="262" y="406"/>
                  </a:lnTo>
                  <a:lnTo>
                    <a:pt x="224" y="356"/>
                  </a:lnTo>
                  <a:lnTo>
                    <a:pt x="224" y="356"/>
                  </a:lnTo>
                  <a:lnTo>
                    <a:pt x="230" y="328"/>
                  </a:lnTo>
                  <a:lnTo>
                    <a:pt x="238" y="298"/>
                  </a:lnTo>
                  <a:lnTo>
                    <a:pt x="238" y="298"/>
                  </a:lnTo>
                  <a:lnTo>
                    <a:pt x="258" y="244"/>
                  </a:lnTo>
                  <a:lnTo>
                    <a:pt x="258" y="244"/>
                  </a:lnTo>
                  <a:lnTo>
                    <a:pt x="288" y="234"/>
                  </a:lnTo>
                  <a:lnTo>
                    <a:pt x="318" y="224"/>
                  </a:lnTo>
                  <a:lnTo>
                    <a:pt x="318" y="224"/>
                  </a:lnTo>
                  <a:lnTo>
                    <a:pt x="368" y="212"/>
                  </a:lnTo>
                  <a:lnTo>
                    <a:pt x="368" y="212"/>
                  </a:lnTo>
                  <a:lnTo>
                    <a:pt x="394" y="240"/>
                  </a:lnTo>
                  <a:lnTo>
                    <a:pt x="418" y="270"/>
                  </a:lnTo>
                  <a:lnTo>
                    <a:pt x="418" y="270"/>
                  </a:lnTo>
                  <a:lnTo>
                    <a:pt x="438" y="292"/>
                  </a:lnTo>
                  <a:lnTo>
                    <a:pt x="438" y="292"/>
                  </a:lnTo>
                  <a:lnTo>
                    <a:pt x="430" y="324"/>
                  </a:lnTo>
                  <a:lnTo>
                    <a:pt x="420" y="356"/>
                  </a:lnTo>
                  <a:lnTo>
                    <a:pt x="420" y="356"/>
                  </a:lnTo>
                  <a:lnTo>
                    <a:pt x="406" y="396"/>
                  </a:lnTo>
                  <a:lnTo>
                    <a:pt x="392" y="436"/>
                  </a:lnTo>
                  <a:lnTo>
                    <a:pt x="392" y="436"/>
                  </a:lnTo>
                  <a:close/>
                  <a:moveTo>
                    <a:pt x="356" y="504"/>
                  </a:moveTo>
                  <a:lnTo>
                    <a:pt x="356" y="504"/>
                  </a:lnTo>
                  <a:lnTo>
                    <a:pt x="330" y="480"/>
                  </a:lnTo>
                  <a:lnTo>
                    <a:pt x="330" y="480"/>
                  </a:lnTo>
                  <a:lnTo>
                    <a:pt x="376" y="468"/>
                  </a:lnTo>
                  <a:lnTo>
                    <a:pt x="376" y="468"/>
                  </a:lnTo>
                  <a:lnTo>
                    <a:pt x="356" y="504"/>
                  </a:lnTo>
                  <a:lnTo>
                    <a:pt x="356" y="504"/>
                  </a:lnTo>
                  <a:close/>
                  <a:moveTo>
                    <a:pt x="248" y="602"/>
                  </a:moveTo>
                  <a:lnTo>
                    <a:pt x="248" y="602"/>
                  </a:lnTo>
                  <a:lnTo>
                    <a:pt x="240" y="598"/>
                  </a:lnTo>
                  <a:lnTo>
                    <a:pt x="232" y="590"/>
                  </a:lnTo>
                  <a:lnTo>
                    <a:pt x="226" y="580"/>
                  </a:lnTo>
                  <a:lnTo>
                    <a:pt x="220" y="568"/>
                  </a:lnTo>
                  <a:lnTo>
                    <a:pt x="216" y="554"/>
                  </a:lnTo>
                  <a:lnTo>
                    <a:pt x="212" y="538"/>
                  </a:lnTo>
                  <a:lnTo>
                    <a:pt x="210" y="518"/>
                  </a:lnTo>
                  <a:lnTo>
                    <a:pt x="208" y="498"/>
                  </a:lnTo>
                  <a:lnTo>
                    <a:pt x="208" y="498"/>
                  </a:lnTo>
                  <a:lnTo>
                    <a:pt x="252" y="494"/>
                  </a:lnTo>
                  <a:lnTo>
                    <a:pt x="296" y="486"/>
                  </a:lnTo>
                  <a:lnTo>
                    <a:pt x="296" y="486"/>
                  </a:lnTo>
                  <a:lnTo>
                    <a:pt x="340" y="528"/>
                  </a:lnTo>
                  <a:lnTo>
                    <a:pt x="340" y="528"/>
                  </a:lnTo>
                  <a:lnTo>
                    <a:pt x="328" y="546"/>
                  </a:lnTo>
                  <a:lnTo>
                    <a:pt x="314" y="562"/>
                  </a:lnTo>
                  <a:lnTo>
                    <a:pt x="302" y="576"/>
                  </a:lnTo>
                  <a:lnTo>
                    <a:pt x="290" y="588"/>
                  </a:lnTo>
                  <a:lnTo>
                    <a:pt x="278" y="596"/>
                  </a:lnTo>
                  <a:lnTo>
                    <a:pt x="266" y="600"/>
                  </a:lnTo>
                  <a:lnTo>
                    <a:pt x="256" y="602"/>
                  </a:lnTo>
                  <a:lnTo>
                    <a:pt x="248" y="602"/>
                  </a:lnTo>
                  <a:lnTo>
                    <a:pt x="248" y="602"/>
                  </a:lnTo>
                  <a:close/>
                  <a:moveTo>
                    <a:pt x="216" y="396"/>
                  </a:moveTo>
                  <a:lnTo>
                    <a:pt x="216" y="396"/>
                  </a:lnTo>
                  <a:lnTo>
                    <a:pt x="230" y="412"/>
                  </a:lnTo>
                  <a:lnTo>
                    <a:pt x="230" y="412"/>
                  </a:lnTo>
                  <a:lnTo>
                    <a:pt x="272" y="460"/>
                  </a:lnTo>
                  <a:lnTo>
                    <a:pt x="272" y="460"/>
                  </a:lnTo>
                  <a:lnTo>
                    <a:pt x="240" y="464"/>
                  </a:lnTo>
                  <a:lnTo>
                    <a:pt x="208" y="468"/>
                  </a:lnTo>
                  <a:lnTo>
                    <a:pt x="208" y="468"/>
                  </a:lnTo>
                  <a:lnTo>
                    <a:pt x="212" y="432"/>
                  </a:lnTo>
                  <a:lnTo>
                    <a:pt x="216" y="396"/>
                  </a:lnTo>
                  <a:lnTo>
                    <a:pt x="216" y="396"/>
                  </a:lnTo>
                  <a:close/>
                  <a:moveTo>
                    <a:pt x="304" y="152"/>
                  </a:moveTo>
                  <a:lnTo>
                    <a:pt x="304" y="152"/>
                  </a:lnTo>
                  <a:lnTo>
                    <a:pt x="342" y="186"/>
                  </a:lnTo>
                  <a:lnTo>
                    <a:pt x="342" y="186"/>
                  </a:lnTo>
                  <a:lnTo>
                    <a:pt x="314" y="194"/>
                  </a:lnTo>
                  <a:lnTo>
                    <a:pt x="314" y="194"/>
                  </a:lnTo>
                  <a:lnTo>
                    <a:pt x="274" y="206"/>
                  </a:lnTo>
                  <a:lnTo>
                    <a:pt x="274" y="206"/>
                  </a:lnTo>
                  <a:lnTo>
                    <a:pt x="288" y="178"/>
                  </a:lnTo>
                  <a:lnTo>
                    <a:pt x="304" y="152"/>
                  </a:lnTo>
                  <a:lnTo>
                    <a:pt x="304" y="152"/>
                  </a:lnTo>
                  <a:close/>
                  <a:moveTo>
                    <a:pt x="418" y="54"/>
                  </a:moveTo>
                  <a:lnTo>
                    <a:pt x="418" y="54"/>
                  </a:lnTo>
                  <a:lnTo>
                    <a:pt x="426" y="58"/>
                  </a:lnTo>
                  <a:lnTo>
                    <a:pt x="432" y="66"/>
                  </a:lnTo>
                  <a:lnTo>
                    <a:pt x="438" y="76"/>
                  </a:lnTo>
                  <a:lnTo>
                    <a:pt x="444" y="90"/>
                  </a:lnTo>
                  <a:lnTo>
                    <a:pt x="448" y="106"/>
                  </a:lnTo>
                  <a:lnTo>
                    <a:pt x="450" y="124"/>
                  </a:lnTo>
                  <a:lnTo>
                    <a:pt x="452" y="144"/>
                  </a:lnTo>
                  <a:lnTo>
                    <a:pt x="452" y="166"/>
                  </a:lnTo>
                  <a:lnTo>
                    <a:pt x="452" y="166"/>
                  </a:lnTo>
                  <a:lnTo>
                    <a:pt x="412" y="172"/>
                  </a:lnTo>
                  <a:lnTo>
                    <a:pt x="370" y="180"/>
                  </a:lnTo>
                  <a:lnTo>
                    <a:pt x="370" y="180"/>
                  </a:lnTo>
                  <a:lnTo>
                    <a:pt x="344" y="154"/>
                  </a:lnTo>
                  <a:lnTo>
                    <a:pt x="318" y="130"/>
                  </a:lnTo>
                  <a:lnTo>
                    <a:pt x="318" y="130"/>
                  </a:lnTo>
                  <a:lnTo>
                    <a:pt x="332" y="110"/>
                  </a:lnTo>
                  <a:lnTo>
                    <a:pt x="346" y="94"/>
                  </a:lnTo>
                  <a:lnTo>
                    <a:pt x="360" y="80"/>
                  </a:lnTo>
                  <a:lnTo>
                    <a:pt x="372" y="70"/>
                  </a:lnTo>
                  <a:lnTo>
                    <a:pt x="386" y="60"/>
                  </a:lnTo>
                  <a:lnTo>
                    <a:pt x="396" y="56"/>
                  </a:lnTo>
                  <a:lnTo>
                    <a:pt x="408" y="54"/>
                  </a:lnTo>
                  <a:lnTo>
                    <a:pt x="418" y="54"/>
                  </a:lnTo>
                  <a:lnTo>
                    <a:pt x="418" y="54"/>
                  </a:lnTo>
                  <a:close/>
                  <a:moveTo>
                    <a:pt x="444" y="264"/>
                  </a:moveTo>
                  <a:lnTo>
                    <a:pt x="444" y="264"/>
                  </a:lnTo>
                  <a:lnTo>
                    <a:pt x="426" y="244"/>
                  </a:lnTo>
                  <a:lnTo>
                    <a:pt x="426" y="244"/>
                  </a:lnTo>
                  <a:lnTo>
                    <a:pt x="396" y="206"/>
                  </a:lnTo>
                  <a:lnTo>
                    <a:pt x="396" y="206"/>
                  </a:lnTo>
                  <a:lnTo>
                    <a:pt x="452" y="198"/>
                  </a:lnTo>
                  <a:lnTo>
                    <a:pt x="452" y="198"/>
                  </a:lnTo>
                  <a:lnTo>
                    <a:pt x="448" y="230"/>
                  </a:lnTo>
                  <a:lnTo>
                    <a:pt x="444" y="264"/>
                  </a:lnTo>
                  <a:lnTo>
                    <a:pt x="444" y="264"/>
                  </a:lnTo>
                  <a:close/>
                  <a:moveTo>
                    <a:pt x="44" y="428"/>
                  </a:moveTo>
                  <a:lnTo>
                    <a:pt x="44" y="428"/>
                  </a:lnTo>
                  <a:lnTo>
                    <a:pt x="42" y="414"/>
                  </a:lnTo>
                  <a:lnTo>
                    <a:pt x="46" y="400"/>
                  </a:lnTo>
                  <a:lnTo>
                    <a:pt x="54" y="386"/>
                  </a:lnTo>
                  <a:lnTo>
                    <a:pt x="66" y="370"/>
                  </a:lnTo>
                  <a:lnTo>
                    <a:pt x="80" y="352"/>
                  </a:lnTo>
                  <a:lnTo>
                    <a:pt x="100" y="334"/>
                  </a:lnTo>
                  <a:lnTo>
                    <a:pt x="124" y="316"/>
                  </a:lnTo>
                  <a:lnTo>
                    <a:pt x="150" y="298"/>
                  </a:lnTo>
                  <a:lnTo>
                    <a:pt x="150" y="298"/>
                  </a:lnTo>
                  <a:lnTo>
                    <a:pt x="170" y="334"/>
                  </a:lnTo>
                  <a:lnTo>
                    <a:pt x="194" y="368"/>
                  </a:lnTo>
                  <a:lnTo>
                    <a:pt x="194" y="368"/>
                  </a:lnTo>
                  <a:lnTo>
                    <a:pt x="186" y="420"/>
                  </a:lnTo>
                  <a:lnTo>
                    <a:pt x="180" y="468"/>
                  </a:lnTo>
                  <a:lnTo>
                    <a:pt x="180" y="468"/>
                  </a:lnTo>
                  <a:lnTo>
                    <a:pt x="152" y="468"/>
                  </a:lnTo>
                  <a:lnTo>
                    <a:pt x="128" y="466"/>
                  </a:lnTo>
                  <a:lnTo>
                    <a:pt x="106" y="462"/>
                  </a:lnTo>
                  <a:lnTo>
                    <a:pt x="86" y="458"/>
                  </a:lnTo>
                  <a:lnTo>
                    <a:pt x="70" y="452"/>
                  </a:lnTo>
                  <a:lnTo>
                    <a:pt x="58" y="446"/>
                  </a:lnTo>
                  <a:lnTo>
                    <a:pt x="48" y="436"/>
                  </a:lnTo>
                  <a:lnTo>
                    <a:pt x="44" y="428"/>
                  </a:lnTo>
                  <a:lnTo>
                    <a:pt x="44" y="428"/>
                  </a:lnTo>
                  <a:close/>
                  <a:moveTo>
                    <a:pt x="204" y="328"/>
                  </a:moveTo>
                  <a:lnTo>
                    <a:pt x="204" y="328"/>
                  </a:lnTo>
                  <a:lnTo>
                    <a:pt x="176" y="282"/>
                  </a:lnTo>
                  <a:lnTo>
                    <a:pt x="176" y="282"/>
                  </a:lnTo>
                  <a:lnTo>
                    <a:pt x="226" y="258"/>
                  </a:lnTo>
                  <a:lnTo>
                    <a:pt x="226" y="258"/>
                  </a:lnTo>
                  <a:lnTo>
                    <a:pt x="214" y="292"/>
                  </a:lnTo>
                  <a:lnTo>
                    <a:pt x="214" y="292"/>
                  </a:lnTo>
                  <a:lnTo>
                    <a:pt x="204" y="328"/>
                  </a:lnTo>
                  <a:lnTo>
                    <a:pt x="204" y="328"/>
                  </a:lnTo>
                  <a:close/>
                  <a:moveTo>
                    <a:pt x="126" y="76"/>
                  </a:moveTo>
                  <a:lnTo>
                    <a:pt x="126" y="76"/>
                  </a:lnTo>
                  <a:lnTo>
                    <a:pt x="132" y="72"/>
                  </a:lnTo>
                  <a:lnTo>
                    <a:pt x="138" y="70"/>
                  </a:lnTo>
                  <a:lnTo>
                    <a:pt x="150" y="68"/>
                  </a:lnTo>
                  <a:lnTo>
                    <a:pt x="168" y="70"/>
                  </a:lnTo>
                  <a:lnTo>
                    <a:pt x="186" y="76"/>
                  </a:lnTo>
                  <a:lnTo>
                    <a:pt x="208" y="86"/>
                  </a:lnTo>
                  <a:lnTo>
                    <a:pt x="232" y="100"/>
                  </a:lnTo>
                  <a:lnTo>
                    <a:pt x="256" y="114"/>
                  </a:lnTo>
                  <a:lnTo>
                    <a:pt x="282" y="134"/>
                  </a:lnTo>
                  <a:lnTo>
                    <a:pt x="282" y="134"/>
                  </a:lnTo>
                  <a:lnTo>
                    <a:pt x="260" y="174"/>
                  </a:lnTo>
                  <a:lnTo>
                    <a:pt x="240" y="218"/>
                  </a:lnTo>
                  <a:lnTo>
                    <a:pt x="240" y="218"/>
                  </a:lnTo>
                  <a:lnTo>
                    <a:pt x="200" y="236"/>
                  </a:lnTo>
                  <a:lnTo>
                    <a:pt x="162" y="256"/>
                  </a:lnTo>
                  <a:lnTo>
                    <a:pt x="162" y="256"/>
                  </a:lnTo>
                  <a:lnTo>
                    <a:pt x="146" y="224"/>
                  </a:lnTo>
                  <a:lnTo>
                    <a:pt x="134" y="194"/>
                  </a:lnTo>
                  <a:lnTo>
                    <a:pt x="124" y="166"/>
                  </a:lnTo>
                  <a:lnTo>
                    <a:pt x="118" y="140"/>
                  </a:lnTo>
                  <a:lnTo>
                    <a:pt x="114" y="118"/>
                  </a:lnTo>
                  <a:lnTo>
                    <a:pt x="114" y="100"/>
                  </a:lnTo>
                  <a:lnTo>
                    <a:pt x="118" y="86"/>
                  </a:lnTo>
                  <a:lnTo>
                    <a:pt x="122" y="80"/>
                  </a:lnTo>
                  <a:lnTo>
                    <a:pt x="126" y="76"/>
                  </a:lnTo>
                  <a:lnTo>
                    <a:pt x="126" y="76"/>
                  </a:lnTo>
                  <a:close/>
                  <a:moveTo>
                    <a:pt x="710" y="232"/>
                  </a:moveTo>
                  <a:lnTo>
                    <a:pt x="710" y="232"/>
                  </a:lnTo>
                  <a:lnTo>
                    <a:pt x="708" y="222"/>
                  </a:lnTo>
                  <a:lnTo>
                    <a:pt x="702" y="214"/>
                  </a:lnTo>
                  <a:lnTo>
                    <a:pt x="696" y="206"/>
                  </a:lnTo>
                  <a:lnTo>
                    <a:pt x="686" y="200"/>
                  </a:lnTo>
                  <a:lnTo>
                    <a:pt x="676" y="192"/>
                  </a:lnTo>
                  <a:lnTo>
                    <a:pt x="666" y="186"/>
                  </a:lnTo>
                  <a:lnTo>
                    <a:pt x="638" y="176"/>
                  </a:lnTo>
                  <a:lnTo>
                    <a:pt x="606" y="168"/>
                  </a:lnTo>
                  <a:lnTo>
                    <a:pt x="570" y="164"/>
                  </a:lnTo>
                  <a:lnTo>
                    <a:pt x="530" y="162"/>
                  </a:lnTo>
                  <a:lnTo>
                    <a:pt x="486" y="162"/>
                  </a:lnTo>
                  <a:lnTo>
                    <a:pt x="486" y="162"/>
                  </a:lnTo>
                  <a:lnTo>
                    <a:pt x="486" y="132"/>
                  </a:lnTo>
                  <a:lnTo>
                    <a:pt x="486" y="104"/>
                  </a:lnTo>
                  <a:lnTo>
                    <a:pt x="482" y="78"/>
                  </a:lnTo>
                  <a:lnTo>
                    <a:pt x="476" y="54"/>
                  </a:lnTo>
                  <a:lnTo>
                    <a:pt x="468" y="36"/>
                  </a:lnTo>
                  <a:lnTo>
                    <a:pt x="458" y="20"/>
                  </a:lnTo>
                  <a:lnTo>
                    <a:pt x="446" y="10"/>
                  </a:lnTo>
                  <a:lnTo>
                    <a:pt x="440" y="6"/>
                  </a:lnTo>
                  <a:lnTo>
                    <a:pt x="434" y="2"/>
                  </a:lnTo>
                  <a:lnTo>
                    <a:pt x="434" y="2"/>
                  </a:lnTo>
                  <a:lnTo>
                    <a:pt x="426" y="0"/>
                  </a:lnTo>
                  <a:lnTo>
                    <a:pt x="418" y="0"/>
                  </a:lnTo>
                  <a:lnTo>
                    <a:pt x="402" y="4"/>
                  </a:lnTo>
                  <a:lnTo>
                    <a:pt x="384" y="10"/>
                  </a:lnTo>
                  <a:lnTo>
                    <a:pt x="368" y="22"/>
                  </a:lnTo>
                  <a:lnTo>
                    <a:pt x="350" y="38"/>
                  </a:lnTo>
                  <a:lnTo>
                    <a:pt x="332" y="58"/>
                  </a:lnTo>
                  <a:lnTo>
                    <a:pt x="314" y="82"/>
                  </a:lnTo>
                  <a:lnTo>
                    <a:pt x="296" y="110"/>
                  </a:lnTo>
                  <a:lnTo>
                    <a:pt x="296" y="110"/>
                  </a:lnTo>
                  <a:lnTo>
                    <a:pt x="264" y="86"/>
                  </a:lnTo>
                  <a:lnTo>
                    <a:pt x="234" y="64"/>
                  </a:lnTo>
                  <a:lnTo>
                    <a:pt x="206" y="50"/>
                  </a:lnTo>
                  <a:lnTo>
                    <a:pt x="180" y="38"/>
                  </a:lnTo>
                  <a:lnTo>
                    <a:pt x="156" y="32"/>
                  </a:lnTo>
                  <a:lnTo>
                    <a:pt x="144" y="30"/>
                  </a:lnTo>
                  <a:lnTo>
                    <a:pt x="134" y="30"/>
                  </a:lnTo>
                  <a:lnTo>
                    <a:pt x="124" y="30"/>
                  </a:lnTo>
                  <a:lnTo>
                    <a:pt x="114" y="32"/>
                  </a:lnTo>
                  <a:lnTo>
                    <a:pt x="106" y="36"/>
                  </a:lnTo>
                  <a:lnTo>
                    <a:pt x="98" y="42"/>
                  </a:lnTo>
                  <a:lnTo>
                    <a:pt x="98" y="42"/>
                  </a:lnTo>
                  <a:lnTo>
                    <a:pt x="92" y="48"/>
                  </a:lnTo>
                  <a:lnTo>
                    <a:pt x="86" y="56"/>
                  </a:lnTo>
                  <a:lnTo>
                    <a:pt x="82" y="66"/>
                  </a:lnTo>
                  <a:lnTo>
                    <a:pt x="80" y="76"/>
                  </a:lnTo>
                  <a:lnTo>
                    <a:pt x="78" y="88"/>
                  </a:lnTo>
                  <a:lnTo>
                    <a:pt x="78" y="100"/>
                  </a:lnTo>
                  <a:lnTo>
                    <a:pt x="80" y="128"/>
                  </a:lnTo>
                  <a:lnTo>
                    <a:pt x="86" y="160"/>
                  </a:lnTo>
                  <a:lnTo>
                    <a:pt x="98" y="196"/>
                  </a:lnTo>
                  <a:lnTo>
                    <a:pt x="114" y="232"/>
                  </a:lnTo>
                  <a:lnTo>
                    <a:pt x="134" y="272"/>
                  </a:lnTo>
                  <a:lnTo>
                    <a:pt x="134" y="272"/>
                  </a:lnTo>
                  <a:lnTo>
                    <a:pt x="100" y="294"/>
                  </a:lnTo>
                  <a:lnTo>
                    <a:pt x="72" y="316"/>
                  </a:lnTo>
                  <a:lnTo>
                    <a:pt x="48" y="338"/>
                  </a:lnTo>
                  <a:lnTo>
                    <a:pt x="28" y="360"/>
                  </a:lnTo>
                  <a:lnTo>
                    <a:pt x="12" y="380"/>
                  </a:lnTo>
                  <a:lnTo>
                    <a:pt x="4" y="402"/>
                  </a:lnTo>
                  <a:lnTo>
                    <a:pt x="0" y="412"/>
                  </a:lnTo>
                  <a:lnTo>
                    <a:pt x="0" y="422"/>
                  </a:lnTo>
                  <a:lnTo>
                    <a:pt x="0" y="430"/>
                  </a:lnTo>
                  <a:lnTo>
                    <a:pt x="2" y="440"/>
                  </a:lnTo>
                  <a:lnTo>
                    <a:pt x="2" y="440"/>
                  </a:lnTo>
                  <a:lnTo>
                    <a:pt x="4" y="448"/>
                  </a:lnTo>
                  <a:lnTo>
                    <a:pt x="8" y="454"/>
                  </a:lnTo>
                  <a:lnTo>
                    <a:pt x="14" y="460"/>
                  </a:lnTo>
                  <a:lnTo>
                    <a:pt x="20" y="468"/>
                  </a:lnTo>
                  <a:lnTo>
                    <a:pt x="38" y="478"/>
                  </a:lnTo>
                  <a:lnTo>
                    <a:pt x="58" y="486"/>
                  </a:lnTo>
                  <a:lnTo>
                    <a:pt x="84" y="492"/>
                  </a:lnTo>
                  <a:lnTo>
                    <a:pt x="112" y="498"/>
                  </a:lnTo>
                  <a:lnTo>
                    <a:pt x="144" y="500"/>
                  </a:lnTo>
                  <a:lnTo>
                    <a:pt x="178" y="500"/>
                  </a:lnTo>
                  <a:lnTo>
                    <a:pt x="178" y="500"/>
                  </a:lnTo>
                  <a:lnTo>
                    <a:pt x="178" y="530"/>
                  </a:lnTo>
                  <a:lnTo>
                    <a:pt x="180" y="558"/>
                  </a:lnTo>
                  <a:lnTo>
                    <a:pt x="184" y="582"/>
                  </a:lnTo>
                  <a:lnTo>
                    <a:pt x="190" y="604"/>
                  </a:lnTo>
                  <a:lnTo>
                    <a:pt x="198" y="622"/>
                  </a:lnTo>
                  <a:lnTo>
                    <a:pt x="206" y="636"/>
                  </a:lnTo>
                  <a:lnTo>
                    <a:pt x="218" y="648"/>
                  </a:lnTo>
                  <a:lnTo>
                    <a:pt x="232" y="654"/>
                  </a:lnTo>
                  <a:lnTo>
                    <a:pt x="232" y="654"/>
                  </a:lnTo>
                  <a:lnTo>
                    <a:pt x="238" y="656"/>
                  </a:lnTo>
                  <a:lnTo>
                    <a:pt x="246" y="656"/>
                  </a:lnTo>
                  <a:lnTo>
                    <a:pt x="262" y="652"/>
                  </a:lnTo>
                  <a:lnTo>
                    <a:pt x="278" y="646"/>
                  </a:lnTo>
                  <a:lnTo>
                    <a:pt x="296" y="634"/>
                  </a:lnTo>
                  <a:lnTo>
                    <a:pt x="314" y="618"/>
                  </a:lnTo>
                  <a:lnTo>
                    <a:pt x="332" y="598"/>
                  </a:lnTo>
                  <a:lnTo>
                    <a:pt x="350" y="576"/>
                  </a:lnTo>
                  <a:lnTo>
                    <a:pt x="368" y="550"/>
                  </a:lnTo>
                  <a:lnTo>
                    <a:pt x="368" y="550"/>
                  </a:lnTo>
                  <a:lnTo>
                    <a:pt x="398" y="572"/>
                  </a:lnTo>
                  <a:lnTo>
                    <a:pt x="428" y="592"/>
                  </a:lnTo>
                  <a:lnTo>
                    <a:pt x="458" y="608"/>
                  </a:lnTo>
                  <a:lnTo>
                    <a:pt x="484" y="618"/>
                  </a:lnTo>
                  <a:lnTo>
                    <a:pt x="508" y="624"/>
                  </a:lnTo>
                  <a:lnTo>
                    <a:pt x="530" y="626"/>
                  </a:lnTo>
                  <a:lnTo>
                    <a:pt x="540" y="626"/>
                  </a:lnTo>
                  <a:lnTo>
                    <a:pt x="550" y="624"/>
                  </a:lnTo>
                  <a:lnTo>
                    <a:pt x="558" y="620"/>
                  </a:lnTo>
                  <a:lnTo>
                    <a:pt x="566" y="614"/>
                  </a:lnTo>
                  <a:lnTo>
                    <a:pt x="566" y="614"/>
                  </a:lnTo>
                  <a:lnTo>
                    <a:pt x="572" y="608"/>
                  </a:lnTo>
                  <a:lnTo>
                    <a:pt x="578" y="602"/>
                  </a:lnTo>
                  <a:lnTo>
                    <a:pt x="580" y="592"/>
                  </a:lnTo>
                  <a:lnTo>
                    <a:pt x="584" y="584"/>
                  </a:lnTo>
                  <a:lnTo>
                    <a:pt x="586" y="562"/>
                  </a:lnTo>
                  <a:lnTo>
                    <a:pt x="584" y="536"/>
                  </a:lnTo>
                  <a:lnTo>
                    <a:pt x="578" y="508"/>
                  </a:lnTo>
                  <a:lnTo>
                    <a:pt x="568" y="476"/>
                  </a:lnTo>
                  <a:lnTo>
                    <a:pt x="554" y="444"/>
                  </a:lnTo>
                  <a:lnTo>
                    <a:pt x="538" y="408"/>
                  </a:lnTo>
                  <a:lnTo>
                    <a:pt x="538" y="408"/>
                  </a:lnTo>
                  <a:lnTo>
                    <a:pt x="580" y="386"/>
                  </a:lnTo>
                  <a:lnTo>
                    <a:pt x="616" y="364"/>
                  </a:lnTo>
                  <a:lnTo>
                    <a:pt x="648" y="342"/>
                  </a:lnTo>
                  <a:lnTo>
                    <a:pt x="674" y="318"/>
                  </a:lnTo>
                  <a:lnTo>
                    <a:pt x="694" y="296"/>
                  </a:lnTo>
                  <a:lnTo>
                    <a:pt x="700" y="284"/>
                  </a:lnTo>
                  <a:lnTo>
                    <a:pt x="706" y="272"/>
                  </a:lnTo>
                  <a:lnTo>
                    <a:pt x="710" y="262"/>
                  </a:lnTo>
                  <a:lnTo>
                    <a:pt x="712" y="252"/>
                  </a:lnTo>
                  <a:lnTo>
                    <a:pt x="712" y="242"/>
                  </a:lnTo>
                  <a:lnTo>
                    <a:pt x="710" y="232"/>
                  </a:lnTo>
                  <a:lnTo>
                    <a:pt x="710" y="2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600"/>
            </a:p>
          </p:txBody>
        </p:sp>
        <p:sp>
          <p:nvSpPr>
            <p:cNvPr id="14" name="Freeform 10"/>
            <p:cNvSpPr>
              <a:spLocks/>
            </p:cNvSpPr>
            <p:nvPr/>
          </p:nvSpPr>
          <p:spPr bwMode="auto">
            <a:xfrm>
              <a:off x="-2019300" y="1730375"/>
              <a:ext cx="152400" cy="152400"/>
            </a:xfrm>
            <a:custGeom>
              <a:avLst/>
              <a:gdLst>
                <a:gd name="T0" fmla="*/ 62 w 96"/>
                <a:gd name="T1" fmla="*/ 2 h 96"/>
                <a:gd name="T2" fmla="*/ 62 w 96"/>
                <a:gd name="T3" fmla="*/ 2 h 96"/>
                <a:gd name="T4" fmla="*/ 52 w 96"/>
                <a:gd name="T5" fmla="*/ 0 h 96"/>
                <a:gd name="T6" fmla="*/ 44 w 96"/>
                <a:gd name="T7" fmla="*/ 0 h 96"/>
                <a:gd name="T8" fmla="*/ 34 w 96"/>
                <a:gd name="T9" fmla="*/ 2 h 96"/>
                <a:gd name="T10" fmla="*/ 26 w 96"/>
                <a:gd name="T11" fmla="*/ 6 h 96"/>
                <a:gd name="T12" fmla="*/ 18 w 96"/>
                <a:gd name="T13" fmla="*/ 10 h 96"/>
                <a:gd name="T14" fmla="*/ 12 w 96"/>
                <a:gd name="T15" fmla="*/ 16 h 96"/>
                <a:gd name="T16" fmla="*/ 6 w 96"/>
                <a:gd name="T17" fmla="*/ 24 h 96"/>
                <a:gd name="T18" fmla="*/ 2 w 96"/>
                <a:gd name="T19" fmla="*/ 34 h 96"/>
                <a:gd name="T20" fmla="*/ 2 w 96"/>
                <a:gd name="T21" fmla="*/ 34 h 96"/>
                <a:gd name="T22" fmla="*/ 0 w 96"/>
                <a:gd name="T23" fmla="*/ 42 h 96"/>
                <a:gd name="T24" fmla="*/ 0 w 96"/>
                <a:gd name="T25" fmla="*/ 52 h 96"/>
                <a:gd name="T26" fmla="*/ 2 w 96"/>
                <a:gd name="T27" fmla="*/ 62 h 96"/>
                <a:gd name="T28" fmla="*/ 6 w 96"/>
                <a:gd name="T29" fmla="*/ 70 h 96"/>
                <a:gd name="T30" fmla="*/ 10 w 96"/>
                <a:gd name="T31" fmla="*/ 78 h 96"/>
                <a:gd name="T32" fmla="*/ 18 w 96"/>
                <a:gd name="T33" fmla="*/ 84 h 96"/>
                <a:gd name="T34" fmla="*/ 24 w 96"/>
                <a:gd name="T35" fmla="*/ 90 h 96"/>
                <a:gd name="T36" fmla="*/ 34 w 96"/>
                <a:gd name="T37" fmla="*/ 94 h 96"/>
                <a:gd name="T38" fmla="*/ 34 w 96"/>
                <a:gd name="T39" fmla="*/ 94 h 96"/>
                <a:gd name="T40" fmla="*/ 44 w 96"/>
                <a:gd name="T41" fmla="*/ 96 h 96"/>
                <a:gd name="T42" fmla="*/ 52 w 96"/>
                <a:gd name="T43" fmla="*/ 96 h 96"/>
                <a:gd name="T44" fmla="*/ 62 w 96"/>
                <a:gd name="T45" fmla="*/ 94 h 96"/>
                <a:gd name="T46" fmla="*/ 70 w 96"/>
                <a:gd name="T47" fmla="*/ 90 h 96"/>
                <a:gd name="T48" fmla="*/ 78 w 96"/>
                <a:gd name="T49" fmla="*/ 84 h 96"/>
                <a:gd name="T50" fmla="*/ 84 w 96"/>
                <a:gd name="T51" fmla="*/ 78 h 96"/>
                <a:gd name="T52" fmla="*/ 90 w 96"/>
                <a:gd name="T53" fmla="*/ 70 h 96"/>
                <a:gd name="T54" fmla="*/ 94 w 96"/>
                <a:gd name="T55" fmla="*/ 62 h 96"/>
                <a:gd name="T56" fmla="*/ 94 w 96"/>
                <a:gd name="T57" fmla="*/ 62 h 96"/>
                <a:gd name="T58" fmla="*/ 96 w 96"/>
                <a:gd name="T59" fmla="*/ 52 h 96"/>
                <a:gd name="T60" fmla="*/ 96 w 96"/>
                <a:gd name="T61" fmla="*/ 42 h 96"/>
                <a:gd name="T62" fmla="*/ 94 w 96"/>
                <a:gd name="T63" fmla="*/ 34 h 96"/>
                <a:gd name="T64" fmla="*/ 90 w 96"/>
                <a:gd name="T65" fmla="*/ 26 h 96"/>
                <a:gd name="T66" fmla="*/ 86 w 96"/>
                <a:gd name="T67" fmla="*/ 18 h 96"/>
                <a:gd name="T68" fmla="*/ 78 w 96"/>
                <a:gd name="T69" fmla="*/ 12 h 96"/>
                <a:gd name="T70" fmla="*/ 72 w 96"/>
                <a:gd name="T71" fmla="*/ 6 h 96"/>
                <a:gd name="T72" fmla="*/ 62 w 96"/>
                <a:gd name="T73" fmla="*/ 2 h 96"/>
                <a:gd name="T74" fmla="*/ 62 w 96"/>
                <a:gd name="T75" fmla="*/ 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6" h="96">
                  <a:moveTo>
                    <a:pt x="62" y="2"/>
                  </a:moveTo>
                  <a:lnTo>
                    <a:pt x="62" y="2"/>
                  </a:lnTo>
                  <a:lnTo>
                    <a:pt x="52" y="0"/>
                  </a:lnTo>
                  <a:lnTo>
                    <a:pt x="44" y="0"/>
                  </a:lnTo>
                  <a:lnTo>
                    <a:pt x="34" y="2"/>
                  </a:lnTo>
                  <a:lnTo>
                    <a:pt x="26" y="6"/>
                  </a:lnTo>
                  <a:lnTo>
                    <a:pt x="18" y="10"/>
                  </a:lnTo>
                  <a:lnTo>
                    <a:pt x="12" y="16"/>
                  </a:lnTo>
                  <a:lnTo>
                    <a:pt x="6" y="24"/>
                  </a:lnTo>
                  <a:lnTo>
                    <a:pt x="2" y="34"/>
                  </a:lnTo>
                  <a:lnTo>
                    <a:pt x="2" y="34"/>
                  </a:lnTo>
                  <a:lnTo>
                    <a:pt x="0" y="42"/>
                  </a:lnTo>
                  <a:lnTo>
                    <a:pt x="0" y="52"/>
                  </a:lnTo>
                  <a:lnTo>
                    <a:pt x="2" y="62"/>
                  </a:lnTo>
                  <a:lnTo>
                    <a:pt x="6" y="70"/>
                  </a:lnTo>
                  <a:lnTo>
                    <a:pt x="10" y="78"/>
                  </a:lnTo>
                  <a:lnTo>
                    <a:pt x="18" y="84"/>
                  </a:lnTo>
                  <a:lnTo>
                    <a:pt x="24" y="90"/>
                  </a:lnTo>
                  <a:lnTo>
                    <a:pt x="34" y="94"/>
                  </a:lnTo>
                  <a:lnTo>
                    <a:pt x="34" y="94"/>
                  </a:lnTo>
                  <a:lnTo>
                    <a:pt x="44" y="96"/>
                  </a:lnTo>
                  <a:lnTo>
                    <a:pt x="52" y="96"/>
                  </a:lnTo>
                  <a:lnTo>
                    <a:pt x="62" y="94"/>
                  </a:lnTo>
                  <a:lnTo>
                    <a:pt x="70" y="90"/>
                  </a:lnTo>
                  <a:lnTo>
                    <a:pt x="78" y="84"/>
                  </a:lnTo>
                  <a:lnTo>
                    <a:pt x="84" y="78"/>
                  </a:lnTo>
                  <a:lnTo>
                    <a:pt x="90" y="70"/>
                  </a:lnTo>
                  <a:lnTo>
                    <a:pt x="94" y="62"/>
                  </a:lnTo>
                  <a:lnTo>
                    <a:pt x="94" y="62"/>
                  </a:lnTo>
                  <a:lnTo>
                    <a:pt x="96" y="52"/>
                  </a:lnTo>
                  <a:lnTo>
                    <a:pt x="96" y="42"/>
                  </a:lnTo>
                  <a:lnTo>
                    <a:pt x="94" y="34"/>
                  </a:lnTo>
                  <a:lnTo>
                    <a:pt x="90" y="26"/>
                  </a:lnTo>
                  <a:lnTo>
                    <a:pt x="86" y="18"/>
                  </a:lnTo>
                  <a:lnTo>
                    <a:pt x="78" y="12"/>
                  </a:lnTo>
                  <a:lnTo>
                    <a:pt x="72" y="6"/>
                  </a:lnTo>
                  <a:lnTo>
                    <a:pt x="62" y="2"/>
                  </a:lnTo>
                  <a:lnTo>
                    <a:pt x="6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600"/>
            </a:p>
          </p:txBody>
        </p:sp>
      </p:grpSp>
      <p:sp>
        <p:nvSpPr>
          <p:cNvPr id="15" name="Freeform 11"/>
          <p:cNvSpPr>
            <a:spLocks noEditPoints="1"/>
          </p:cNvSpPr>
          <p:nvPr/>
        </p:nvSpPr>
        <p:spPr bwMode="auto">
          <a:xfrm>
            <a:off x="4812655" y="3479848"/>
            <a:ext cx="413035" cy="499291"/>
          </a:xfrm>
          <a:custGeom>
            <a:avLst/>
            <a:gdLst>
              <a:gd name="T0" fmla="*/ 186 w 498"/>
              <a:gd name="T1" fmla="*/ 490 h 602"/>
              <a:gd name="T2" fmla="*/ 412 w 498"/>
              <a:gd name="T3" fmla="*/ 138 h 602"/>
              <a:gd name="T4" fmla="*/ 422 w 498"/>
              <a:gd name="T5" fmla="*/ 150 h 602"/>
              <a:gd name="T6" fmla="*/ 440 w 498"/>
              <a:gd name="T7" fmla="*/ 180 h 602"/>
              <a:gd name="T8" fmla="*/ 192 w 498"/>
              <a:gd name="T9" fmla="*/ 516 h 602"/>
              <a:gd name="T10" fmla="*/ 102 w 498"/>
              <a:gd name="T11" fmla="*/ 550 h 602"/>
              <a:gd name="T12" fmla="*/ 62 w 498"/>
              <a:gd name="T13" fmla="*/ 568 h 602"/>
              <a:gd name="T14" fmla="*/ 42 w 498"/>
              <a:gd name="T15" fmla="*/ 572 h 602"/>
              <a:gd name="T16" fmla="*/ 38 w 498"/>
              <a:gd name="T17" fmla="*/ 570 h 602"/>
              <a:gd name="T18" fmla="*/ 32 w 498"/>
              <a:gd name="T19" fmla="*/ 560 h 602"/>
              <a:gd name="T20" fmla="*/ 30 w 498"/>
              <a:gd name="T21" fmla="*/ 536 h 602"/>
              <a:gd name="T22" fmla="*/ 32 w 498"/>
              <a:gd name="T23" fmla="*/ 502 h 602"/>
              <a:gd name="T24" fmla="*/ 34 w 498"/>
              <a:gd name="T25" fmla="*/ 502 h 602"/>
              <a:gd name="T26" fmla="*/ 34 w 498"/>
              <a:gd name="T27" fmla="*/ 500 h 602"/>
              <a:gd name="T28" fmla="*/ 48 w 498"/>
              <a:gd name="T29" fmla="*/ 500 h 602"/>
              <a:gd name="T30" fmla="*/ 56 w 498"/>
              <a:gd name="T31" fmla="*/ 504 h 602"/>
              <a:gd name="T32" fmla="*/ 76 w 498"/>
              <a:gd name="T33" fmla="*/ 516 h 602"/>
              <a:gd name="T34" fmla="*/ 90 w 498"/>
              <a:gd name="T35" fmla="*/ 530 h 602"/>
              <a:gd name="T36" fmla="*/ 100 w 498"/>
              <a:gd name="T37" fmla="*/ 540 h 602"/>
              <a:gd name="T38" fmla="*/ 102 w 498"/>
              <a:gd name="T39" fmla="*/ 550 h 602"/>
              <a:gd name="T40" fmla="*/ 288 w 498"/>
              <a:gd name="T41" fmla="*/ 72 h 602"/>
              <a:gd name="T42" fmla="*/ 308 w 498"/>
              <a:gd name="T43" fmla="*/ 76 h 602"/>
              <a:gd name="T44" fmla="*/ 334 w 498"/>
              <a:gd name="T45" fmla="*/ 86 h 602"/>
              <a:gd name="T46" fmla="*/ 70 w 498"/>
              <a:gd name="T47" fmla="*/ 396 h 602"/>
              <a:gd name="T48" fmla="*/ 288 w 498"/>
              <a:gd name="T49" fmla="*/ 72 h 602"/>
              <a:gd name="T50" fmla="*/ 130 w 498"/>
              <a:gd name="T51" fmla="*/ 480 h 602"/>
              <a:gd name="T52" fmla="*/ 130 w 498"/>
              <a:gd name="T53" fmla="*/ 444 h 602"/>
              <a:gd name="T54" fmla="*/ 130 w 498"/>
              <a:gd name="T55" fmla="*/ 442 h 602"/>
              <a:gd name="T56" fmla="*/ 118 w 498"/>
              <a:gd name="T57" fmla="*/ 442 h 602"/>
              <a:gd name="T58" fmla="*/ 356 w 498"/>
              <a:gd name="T59" fmla="*/ 96 h 602"/>
              <a:gd name="T60" fmla="*/ 378 w 498"/>
              <a:gd name="T61" fmla="*/ 108 h 602"/>
              <a:gd name="T62" fmla="*/ 396 w 498"/>
              <a:gd name="T63" fmla="*/ 122 h 602"/>
              <a:gd name="T64" fmla="*/ 130 w 498"/>
              <a:gd name="T65" fmla="*/ 480 h 602"/>
              <a:gd name="T66" fmla="*/ 432 w 498"/>
              <a:gd name="T67" fmla="*/ 38 h 602"/>
              <a:gd name="T68" fmla="*/ 388 w 498"/>
              <a:gd name="T69" fmla="*/ 14 h 602"/>
              <a:gd name="T70" fmla="*/ 350 w 498"/>
              <a:gd name="T71" fmla="*/ 2 h 602"/>
              <a:gd name="T72" fmla="*/ 322 w 498"/>
              <a:gd name="T73" fmla="*/ 0 h 602"/>
              <a:gd name="T74" fmla="*/ 308 w 498"/>
              <a:gd name="T75" fmla="*/ 4 h 602"/>
              <a:gd name="T76" fmla="*/ 260 w 498"/>
              <a:gd name="T77" fmla="*/ 70 h 602"/>
              <a:gd name="T78" fmla="*/ 8 w 498"/>
              <a:gd name="T79" fmla="*/ 408 h 602"/>
              <a:gd name="T80" fmla="*/ 2 w 498"/>
              <a:gd name="T81" fmla="*/ 450 h 602"/>
              <a:gd name="T82" fmla="*/ 0 w 498"/>
              <a:gd name="T83" fmla="*/ 516 h 602"/>
              <a:gd name="T84" fmla="*/ 0 w 498"/>
              <a:gd name="T85" fmla="*/ 538 h 602"/>
              <a:gd name="T86" fmla="*/ 6 w 498"/>
              <a:gd name="T87" fmla="*/ 578 h 602"/>
              <a:gd name="T88" fmla="*/ 12 w 498"/>
              <a:gd name="T89" fmla="*/ 598 h 602"/>
              <a:gd name="T90" fmla="*/ 14 w 498"/>
              <a:gd name="T91" fmla="*/ 602 h 602"/>
              <a:gd name="T92" fmla="*/ 24 w 498"/>
              <a:gd name="T93" fmla="*/ 602 h 602"/>
              <a:gd name="T94" fmla="*/ 62 w 498"/>
              <a:gd name="T95" fmla="*/ 596 h 602"/>
              <a:gd name="T96" fmla="*/ 448 w 498"/>
              <a:gd name="T97" fmla="*/ 210 h 602"/>
              <a:gd name="T98" fmla="*/ 478 w 498"/>
              <a:gd name="T99" fmla="*/ 168 h 602"/>
              <a:gd name="T100" fmla="*/ 496 w 498"/>
              <a:gd name="T101" fmla="*/ 144 h 602"/>
              <a:gd name="T102" fmla="*/ 498 w 498"/>
              <a:gd name="T103" fmla="*/ 128 h 602"/>
              <a:gd name="T104" fmla="*/ 488 w 498"/>
              <a:gd name="T105" fmla="*/ 100 h 602"/>
              <a:gd name="T106" fmla="*/ 466 w 498"/>
              <a:gd name="T107" fmla="*/ 68 h 602"/>
              <a:gd name="T108" fmla="*/ 432 w 498"/>
              <a:gd name="T109" fmla="*/ 38 h 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98" h="602">
                <a:moveTo>
                  <a:pt x="192" y="516"/>
                </a:moveTo>
                <a:lnTo>
                  <a:pt x="186" y="490"/>
                </a:lnTo>
                <a:lnTo>
                  <a:pt x="144" y="500"/>
                </a:lnTo>
                <a:lnTo>
                  <a:pt x="412" y="138"/>
                </a:lnTo>
                <a:lnTo>
                  <a:pt x="412" y="138"/>
                </a:lnTo>
                <a:lnTo>
                  <a:pt x="422" y="150"/>
                </a:lnTo>
                <a:lnTo>
                  <a:pt x="428" y="160"/>
                </a:lnTo>
                <a:lnTo>
                  <a:pt x="440" y="180"/>
                </a:lnTo>
                <a:lnTo>
                  <a:pt x="192" y="516"/>
                </a:lnTo>
                <a:lnTo>
                  <a:pt x="192" y="516"/>
                </a:lnTo>
                <a:close/>
                <a:moveTo>
                  <a:pt x="102" y="550"/>
                </a:moveTo>
                <a:lnTo>
                  <a:pt x="102" y="550"/>
                </a:lnTo>
                <a:lnTo>
                  <a:pt x="80" y="560"/>
                </a:lnTo>
                <a:lnTo>
                  <a:pt x="62" y="568"/>
                </a:lnTo>
                <a:lnTo>
                  <a:pt x="52" y="570"/>
                </a:lnTo>
                <a:lnTo>
                  <a:pt x="42" y="572"/>
                </a:lnTo>
                <a:lnTo>
                  <a:pt x="42" y="572"/>
                </a:lnTo>
                <a:lnTo>
                  <a:pt x="38" y="570"/>
                </a:lnTo>
                <a:lnTo>
                  <a:pt x="36" y="568"/>
                </a:lnTo>
                <a:lnTo>
                  <a:pt x="32" y="560"/>
                </a:lnTo>
                <a:lnTo>
                  <a:pt x="32" y="550"/>
                </a:lnTo>
                <a:lnTo>
                  <a:pt x="30" y="536"/>
                </a:lnTo>
                <a:lnTo>
                  <a:pt x="32" y="512"/>
                </a:lnTo>
                <a:lnTo>
                  <a:pt x="32" y="502"/>
                </a:lnTo>
                <a:lnTo>
                  <a:pt x="34" y="502"/>
                </a:lnTo>
                <a:lnTo>
                  <a:pt x="34" y="502"/>
                </a:lnTo>
                <a:lnTo>
                  <a:pt x="34" y="500"/>
                </a:lnTo>
                <a:lnTo>
                  <a:pt x="34" y="500"/>
                </a:lnTo>
                <a:lnTo>
                  <a:pt x="40" y="500"/>
                </a:lnTo>
                <a:lnTo>
                  <a:pt x="48" y="500"/>
                </a:lnTo>
                <a:lnTo>
                  <a:pt x="56" y="504"/>
                </a:lnTo>
                <a:lnTo>
                  <a:pt x="56" y="504"/>
                </a:lnTo>
                <a:lnTo>
                  <a:pt x="66" y="508"/>
                </a:lnTo>
                <a:lnTo>
                  <a:pt x="76" y="516"/>
                </a:lnTo>
                <a:lnTo>
                  <a:pt x="76" y="516"/>
                </a:lnTo>
                <a:lnTo>
                  <a:pt x="90" y="530"/>
                </a:lnTo>
                <a:lnTo>
                  <a:pt x="100" y="540"/>
                </a:lnTo>
                <a:lnTo>
                  <a:pt x="100" y="540"/>
                </a:lnTo>
                <a:lnTo>
                  <a:pt x="102" y="546"/>
                </a:lnTo>
                <a:lnTo>
                  <a:pt x="102" y="550"/>
                </a:lnTo>
                <a:lnTo>
                  <a:pt x="102" y="550"/>
                </a:lnTo>
                <a:close/>
                <a:moveTo>
                  <a:pt x="288" y="72"/>
                </a:moveTo>
                <a:lnTo>
                  <a:pt x="288" y="72"/>
                </a:lnTo>
                <a:lnTo>
                  <a:pt x="308" y="76"/>
                </a:lnTo>
                <a:lnTo>
                  <a:pt x="334" y="84"/>
                </a:lnTo>
                <a:lnTo>
                  <a:pt x="334" y="86"/>
                </a:lnTo>
                <a:lnTo>
                  <a:pt x="70" y="444"/>
                </a:lnTo>
                <a:lnTo>
                  <a:pt x="70" y="396"/>
                </a:lnTo>
                <a:lnTo>
                  <a:pt x="46" y="398"/>
                </a:lnTo>
                <a:lnTo>
                  <a:pt x="288" y="72"/>
                </a:lnTo>
                <a:lnTo>
                  <a:pt x="288" y="72"/>
                </a:lnTo>
                <a:close/>
                <a:moveTo>
                  <a:pt x="130" y="480"/>
                </a:moveTo>
                <a:lnTo>
                  <a:pt x="130" y="480"/>
                </a:lnTo>
                <a:lnTo>
                  <a:pt x="130" y="444"/>
                </a:lnTo>
                <a:lnTo>
                  <a:pt x="130" y="444"/>
                </a:lnTo>
                <a:lnTo>
                  <a:pt x="130" y="442"/>
                </a:lnTo>
                <a:lnTo>
                  <a:pt x="126" y="442"/>
                </a:lnTo>
                <a:lnTo>
                  <a:pt x="118" y="442"/>
                </a:lnTo>
                <a:lnTo>
                  <a:pt x="92" y="452"/>
                </a:lnTo>
                <a:lnTo>
                  <a:pt x="356" y="96"/>
                </a:lnTo>
                <a:lnTo>
                  <a:pt x="356" y="96"/>
                </a:lnTo>
                <a:lnTo>
                  <a:pt x="378" y="108"/>
                </a:lnTo>
                <a:lnTo>
                  <a:pt x="378" y="108"/>
                </a:lnTo>
                <a:lnTo>
                  <a:pt x="396" y="122"/>
                </a:lnTo>
                <a:lnTo>
                  <a:pt x="130" y="480"/>
                </a:lnTo>
                <a:lnTo>
                  <a:pt x="130" y="480"/>
                </a:lnTo>
                <a:close/>
                <a:moveTo>
                  <a:pt x="432" y="38"/>
                </a:moveTo>
                <a:lnTo>
                  <a:pt x="432" y="38"/>
                </a:lnTo>
                <a:lnTo>
                  <a:pt x="410" y="24"/>
                </a:lnTo>
                <a:lnTo>
                  <a:pt x="388" y="14"/>
                </a:lnTo>
                <a:lnTo>
                  <a:pt x="368" y="6"/>
                </a:lnTo>
                <a:lnTo>
                  <a:pt x="350" y="2"/>
                </a:lnTo>
                <a:lnTo>
                  <a:pt x="334" y="0"/>
                </a:lnTo>
                <a:lnTo>
                  <a:pt x="322" y="0"/>
                </a:lnTo>
                <a:lnTo>
                  <a:pt x="314" y="0"/>
                </a:lnTo>
                <a:lnTo>
                  <a:pt x="308" y="4"/>
                </a:lnTo>
                <a:lnTo>
                  <a:pt x="290" y="28"/>
                </a:lnTo>
                <a:lnTo>
                  <a:pt x="260" y="70"/>
                </a:lnTo>
                <a:lnTo>
                  <a:pt x="16" y="398"/>
                </a:lnTo>
                <a:lnTo>
                  <a:pt x="8" y="408"/>
                </a:lnTo>
                <a:lnTo>
                  <a:pt x="8" y="408"/>
                </a:lnTo>
                <a:lnTo>
                  <a:pt x="2" y="450"/>
                </a:lnTo>
                <a:lnTo>
                  <a:pt x="0" y="492"/>
                </a:lnTo>
                <a:lnTo>
                  <a:pt x="0" y="516"/>
                </a:lnTo>
                <a:lnTo>
                  <a:pt x="0" y="538"/>
                </a:lnTo>
                <a:lnTo>
                  <a:pt x="0" y="538"/>
                </a:lnTo>
                <a:lnTo>
                  <a:pt x="2" y="560"/>
                </a:lnTo>
                <a:lnTo>
                  <a:pt x="6" y="578"/>
                </a:lnTo>
                <a:lnTo>
                  <a:pt x="10" y="594"/>
                </a:lnTo>
                <a:lnTo>
                  <a:pt x="12" y="598"/>
                </a:lnTo>
                <a:lnTo>
                  <a:pt x="14" y="602"/>
                </a:lnTo>
                <a:lnTo>
                  <a:pt x="14" y="602"/>
                </a:lnTo>
                <a:lnTo>
                  <a:pt x="18" y="602"/>
                </a:lnTo>
                <a:lnTo>
                  <a:pt x="24" y="602"/>
                </a:lnTo>
                <a:lnTo>
                  <a:pt x="40" y="600"/>
                </a:lnTo>
                <a:lnTo>
                  <a:pt x="62" y="596"/>
                </a:lnTo>
                <a:lnTo>
                  <a:pt x="196" y="548"/>
                </a:lnTo>
                <a:lnTo>
                  <a:pt x="448" y="210"/>
                </a:lnTo>
                <a:lnTo>
                  <a:pt x="452" y="204"/>
                </a:lnTo>
                <a:lnTo>
                  <a:pt x="478" y="168"/>
                </a:lnTo>
                <a:lnTo>
                  <a:pt x="496" y="144"/>
                </a:lnTo>
                <a:lnTo>
                  <a:pt x="496" y="144"/>
                </a:lnTo>
                <a:lnTo>
                  <a:pt x="498" y="138"/>
                </a:lnTo>
                <a:lnTo>
                  <a:pt x="498" y="128"/>
                </a:lnTo>
                <a:lnTo>
                  <a:pt x="494" y="114"/>
                </a:lnTo>
                <a:lnTo>
                  <a:pt x="488" y="100"/>
                </a:lnTo>
                <a:lnTo>
                  <a:pt x="478" y="84"/>
                </a:lnTo>
                <a:lnTo>
                  <a:pt x="466" y="68"/>
                </a:lnTo>
                <a:lnTo>
                  <a:pt x="450" y="52"/>
                </a:lnTo>
                <a:lnTo>
                  <a:pt x="432" y="38"/>
                </a:lnTo>
                <a:lnTo>
                  <a:pt x="432"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ko-KR" altLang="en-US" sz="1600"/>
          </a:p>
        </p:txBody>
      </p:sp>
      <p:sp>
        <p:nvSpPr>
          <p:cNvPr id="17" name="文本框 16"/>
          <p:cNvSpPr txBox="1"/>
          <p:nvPr/>
        </p:nvSpPr>
        <p:spPr>
          <a:xfrm>
            <a:off x="8478934" y="2530191"/>
            <a:ext cx="2856518" cy="504241"/>
          </a:xfrm>
          <a:prstGeom prst="rect">
            <a:avLst/>
          </a:prstGeom>
          <a:noFill/>
        </p:spPr>
        <p:txBody>
          <a:bodyPr wrap="square" rtlCol="0">
            <a:spAutoFit/>
          </a:bodyPr>
          <a:lstStyle/>
          <a:p>
            <a:pPr>
              <a:lnSpc>
                <a:spcPct val="120000"/>
              </a:lnSpc>
            </a:pPr>
            <a:r>
              <a:rPr lang="zh-CN" altLang="en-US" sz="2400" b="1" dirty="0">
                <a:solidFill>
                  <a:srgbClr val="B6D00C"/>
                </a:solidFill>
              </a:rPr>
              <a:t>添加标题</a:t>
            </a:r>
            <a:endParaRPr lang="en-US" altLang="zh-CN" sz="2400" b="1" dirty="0">
              <a:solidFill>
                <a:srgbClr val="B6D00C"/>
              </a:solidFill>
            </a:endParaRPr>
          </a:p>
        </p:txBody>
      </p:sp>
      <p:sp>
        <p:nvSpPr>
          <p:cNvPr id="18" name="文本框 17"/>
          <p:cNvSpPr txBox="1"/>
          <p:nvPr/>
        </p:nvSpPr>
        <p:spPr>
          <a:xfrm>
            <a:off x="862324" y="2545998"/>
            <a:ext cx="2856518" cy="504241"/>
          </a:xfrm>
          <a:prstGeom prst="rect">
            <a:avLst/>
          </a:prstGeom>
          <a:noFill/>
        </p:spPr>
        <p:txBody>
          <a:bodyPr wrap="square" rtlCol="0">
            <a:spAutoFit/>
          </a:bodyPr>
          <a:lstStyle/>
          <a:p>
            <a:pPr algn="r">
              <a:lnSpc>
                <a:spcPct val="120000"/>
              </a:lnSpc>
            </a:pPr>
            <a:r>
              <a:rPr lang="zh-CN" altLang="en-US" sz="2400" b="1" dirty="0">
                <a:solidFill>
                  <a:srgbClr val="916DAD"/>
                </a:solidFill>
              </a:rPr>
              <a:t>添加标题</a:t>
            </a:r>
            <a:endParaRPr lang="en-US" altLang="zh-CN" sz="2400" b="1" dirty="0">
              <a:solidFill>
                <a:srgbClr val="916DAD"/>
              </a:solidFill>
            </a:endParaRPr>
          </a:p>
        </p:txBody>
      </p:sp>
      <p:sp>
        <p:nvSpPr>
          <p:cNvPr id="20" name="Rectangle 58"/>
          <p:cNvSpPr/>
          <p:nvPr/>
        </p:nvSpPr>
        <p:spPr>
          <a:xfrm>
            <a:off x="801068" y="3062181"/>
            <a:ext cx="2917774" cy="698012"/>
          </a:xfrm>
          <a:prstGeom prst="rect">
            <a:avLst/>
          </a:prstGeom>
        </p:spPr>
        <p:txBody>
          <a:bodyPr wrap="square">
            <a:spAutoFit/>
          </a:bodyPr>
          <a:lstStyle/>
          <a:p>
            <a:pPr algn="just">
              <a:lnSpc>
                <a:spcPct val="123000"/>
              </a:lnSpc>
              <a:spcBef>
                <a:spcPts val="600"/>
              </a:spcBef>
            </a:pPr>
            <a:r>
              <a:rPr lang="zh-CN" altLang="en-US" sz="1600" dirty="0">
                <a:solidFill>
                  <a:schemeClr val="tx1">
                    <a:lumMod val="65000"/>
                    <a:lumOff val="35000"/>
                  </a:schemeClr>
                </a:solidFill>
                <a:latin typeface="+mn-ea"/>
              </a:rPr>
              <a:t>添加内容添加内容添加内容添加内容添加内容</a:t>
            </a:r>
          </a:p>
        </p:txBody>
      </p:sp>
      <p:sp>
        <p:nvSpPr>
          <p:cNvPr id="21" name="Rectangle 58"/>
          <p:cNvSpPr/>
          <p:nvPr/>
        </p:nvSpPr>
        <p:spPr>
          <a:xfrm>
            <a:off x="8478934" y="3062181"/>
            <a:ext cx="3009020" cy="698012"/>
          </a:xfrm>
          <a:prstGeom prst="rect">
            <a:avLst/>
          </a:prstGeom>
        </p:spPr>
        <p:txBody>
          <a:bodyPr wrap="square">
            <a:spAutoFit/>
          </a:bodyPr>
          <a:lstStyle/>
          <a:p>
            <a:pPr algn="just">
              <a:lnSpc>
                <a:spcPct val="123000"/>
              </a:lnSpc>
              <a:spcBef>
                <a:spcPts val="600"/>
              </a:spcBef>
            </a:pPr>
            <a:r>
              <a:rPr lang="zh-CN" altLang="en-US" sz="1600" dirty="0">
                <a:solidFill>
                  <a:schemeClr val="tx1">
                    <a:lumMod val="65000"/>
                    <a:lumOff val="35000"/>
                  </a:schemeClr>
                </a:solidFill>
                <a:latin typeface="+mn-ea"/>
              </a:rPr>
              <a:t>添加内容添加内容添加内容添加内容添加内容</a:t>
            </a:r>
          </a:p>
        </p:txBody>
      </p:sp>
      <p:sp>
        <p:nvSpPr>
          <p:cNvPr id="22" name="Rectangle 58"/>
          <p:cNvSpPr/>
          <p:nvPr/>
        </p:nvSpPr>
        <p:spPr>
          <a:xfrm>
            <a:off x="3770456" y="6161662"/>
            <a:ext cx="4651088" cy="395173"/>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添加内容添加内容添加内容添加内容添加内容</a:t>
            </a:r>
          </a:p>
        </p:txBody>
      </p:sp>
      <p:sp>
        <p:nvSpPr>
          <p:cNvPr id="23" name="文本框 22"/>
          <p:cNvSpPr txBox="1"/>
          <p:nvPr/>
        </p:nvSpPr>
        <p:spPr>
          <a:xfrm>
            <a:off x="4667741" y="5669617"/>
            <a:ext cx="2856518" cy="504241"/>
          </a:xfrm>
          <a:prstGeom prst="rect">
            <a:avLst/>
          </a:prstGeom>
          <a:noFill/>
        </p:spPr>
        <p:txBody>
          <a:bodyPr wrap="square" rtlCol="0">
            <a:spAutoFit/>
          </a:bodyPr>
          <a:lstStyle/>
          <a:p>
            <a:pPr algn="ctr">
              <a:lnSpc>
                <a:spcPct val="120000"/>
              </a:lnSpc>
            </a:pPr>
            <a:r>
              <a:rPr lang="zh-CN" altLang="en-US" sz="2400" b="1" dirty="0">
                <a:solidFill>
                  <a:srgbClr val="E92A0E"/>
                </a:solidFill>
              </a:rPr>
              <a:t>添加标题</a:t>
            </a:r>
            <a:endParaRPr lang="en-US" altLang="zh-CN" sz="2400" b="1" dirty="0">
              <a:solidFill>
                <a:srgbClr val="E92A0E"/>
              </a:solidFill>
            </a:endParaRPr>
          </a:p>
        </p:txBody>
      </p:sp>
      <p:grpSp>
        <p:nvGrpSpPr>
          <p:cNvPr id="30" name="组合 29"/>
          <p:cNvGrpSpPr/>
          <p:nvPr/>
        </p:nvGrpSpPr>
        <p:grpSpPr>
          <a:xfrm>
            <a:off x="3975366" y="1790131"/>
            <a:ext cx="1669461" cy="788639"/>
            <a:chOff x="3975366" y="1790131"/>
            <a:chExt cx="1669461" cy="788639"/>
          </a:xfrm>
        </p:grpSpPr>
        <p:sp>
          <p:nvSpPr>
            <p:cNvPr id="25" name="文本框 24"/>
            <p:cNvSpPr txBox="1"/>
            <p:nvPr/>
          </p:nvSpPr>
          <p:spPr>
            <a:xfrm>
              <a:off x="3975366" y="1790131"/>
              <a:ext cx="1669461" cy="504241"/>
            </a:xfrm>
            <a:prstGeom prst="rect">
              <a:avLst/>
            </a:prstGeom>
            <a:noFill/>
          </p:spPr>
          <p:txBody>
            <a:bodyPr wrap="square" rtlCol="0">
              <a:spAutoFit/>
            </a:bodyPr>
            <a:lstStyle/>
            <a:p>
              <a:pPr algn="ctr">
                <a:lnSpc>
                  <a:spcPct val="120000"/>
                </a:lnSpc>
              </a:pPr>
              <a:r>
                <a:rPr lang="zh-CN" altLang="en-US" sz="2400" b="1" dirty="0">
                  <a:solidFill>
                    <a:schemeClr val="bg1"/>
                  </a:solidFill>
                </a:rPr>
                <a:t>添加标题</a:t>
              </a:r>
              <a:endParaRPr lang="en-US" altLang="zh-CN" sz="2400" b="1" dirty="0">
                <a:solidFill>
                  <a:schemeClr val="bg1"/>
                </a:solidFill>
              </a:endParaRPr>
            </a:p>
          </p:txBody>
        </p:sp>
        <p:sp>
          <p:nvSpPr>
            <p:cNvPr id="26" name="Rectangle 58"/>
            <p:cNvSpPr/>
            <p:nvPr/>
          </p:nvSpPr>
          <p:spPr>
            <a:xfrm>
              <a:off x="4088031" y="2210399"/>
              <a:ext cx="1458887" cy="368371"/>
            </a:xfrm>
            <a:prstGeom prst="rect">
              <a:avLst/>
            </a:prstGeom>
          </p:spPr>
          <p:txBody>
            <a:bodyPr wrap="square">
              <a:spAutoFit/>
            </a:bodyPr>
            <a:lstStyle/>
            <a:p>
              <a:pPr algn="ctr">
                <a:lnSpc>
                  <a:spcPct val="123000"/>
                </a:lnSpc>
                <a:spcBef>
                  <a:spcPts val="600"/>
                </a:spcBef>
              </a:pPr>
              <a:r>
                <a:rPr lang="zh-CN" altLang="en-US" sz="1600" dirty="0">
                  <a:solidFill>
                    <a:schemeClr val="bg1"/>
                  </a:solidFill>
                  <a:latin typeface="+mn-ea"/>
                </a:rPr>
                <a:t>添加内容</a:t>
              </a:r>
            </a:p>
          </p:txBody>
        </p:sp>
      </p:grpSp>
      <p:grpSp>
        <p:nvGrpSpPr>
          <p:cNvPr id="31" name="组合 30"/>
          <p:cNvGrpSpPr/>
          <p:nvPr/>
        </p:nvGrpSpPr>
        <p:grpSpPr>
          <a:xfrm>
            <a:off x="5256938" y="4538214"/>
            <a:ext cx="1669461" cy="788639"/>
            <a:chOff x="3975366" y="1790131"/>
            <a:chExt cx="1669461" cy="788639"/>
          </a:xfrm>
        </p:grpSpPr>
        <p:sp>
          <p:nvSpPr>
            <p:cNvPr id="32" name="文本框 31"/>
            <p:cNvSpPr txBox="1"/>
            <p:nvPr/>
          </p:nvSpPr>
          <p:spPr>
            <a:xfrm>
              <a:off x="3975366" y="1790131"/>
              <a:ext cx="1669461" cy="504241"/>
            </a:xfrm>
            <a:prstGeom prst="rect">
              <a:avLst/>
            </a:prstGeom>
            <a:noFill/>
          </p:spPr>
          <p:txBody>
            <a:bodyPr wrap="square" rtlCol="0">
              <a:spAutoFit/>
            </a:bodyPr>
            <a:lstStyle/>
            <a:p>
              <a:pPr algn="ctr">
                <a:lnSpc>
                  <a:spcPct val="120000"/>
                </a:lnSpc>
              </a:pPr>
              <a:r>
                <a:rPr lang="zh-CN" altLang="en-US" sz="2400" b="1" dirty="0">
                  <a:solidFill>
                    <a:schemeClr val="bg1"/>
                  </a:solidFill>
                </a:rPr>
                <a:t>添加标题</a:t>
              </a:r>
              <a:endParaRPr lang="en-US" altLang="zh-CN" sz="2400" b="1" dirty="0">
                <a:solidFill>
                  <a:schemeClr val="bg1"/>
                </a:solidFill>
              </a:endParaRPr>
            </a:p>
          </p:txBody>
        </p:sp>
        <p:sp>
          <p:nvSpPr>
            <p:cNvPr id="33" name="Rectangle 58"/>
            <p:cNvSpPr/>
            <p:nvPr/>
          </p:nvSpPr>
          <p:spPr>
            <a:xfrm>
              <a:off x="4088031" y="2210399"/>
              <a:ext cx="1458887" cy="368371"/>
            </a:xfrm>
            <a:prstGeom prst="rect">
              <a:avLst/>
            </a:prstGeom>
          </p:spPr>
          <p:txBody>
            <a:bodyPr wrap="square">
              <a:spAutoFit/>
            </a:bodyPr>
            <a:lstStyle/>
            <a:p>
              <a:pPr algn="ctr">
                <a:lnSpc>
                  <a:spcPct val="123000"/>
                </a:lnSpc>
                <a:spcBef>
                  <a:spcPts val="600"/>
                </a:spcBef>
              </a:pPr>
              <a:r>
                <a:rPr lang="zh-CN" altLang="en-US" sz="1600" dirty="0">
                  <a:solidFill>
                    <a:schemeClr val="bg1"/>
                  </a:solidFill>
                  <a:latin typeface="+mn-ea"/>
                </a:rPr>
                <a:t>添加内容</a:t>
              </a:r>
            </a:p>
          </p:txBody>
        </p:sp>
      </p:grpSp>
      <p:grpSp>
        <p:nvGrpSpPr>
          <p:cNvPr id="34" name="组合 33"/>
          <p:cNvGrpSpPr/>
          <p:nvPr/>
        </p:nvGrpSpPr>
        <p:grpSpPr>
          <a:xfrm>
            <a:off x="6696699" y="2414920"/>
            <a:ext cx="1669461" cy="788639"/>
            <a:chOff x="3975366" y="1790131"/>
            <a:chExt cx="1669461" cy="788639"/>
          </a:xfrm>
        </p:grpSpPr>
        <p:sp>
          <p:nvSpPr>
            <p:cNvPr id="35" name="文本框 34"/>
            <p:cNvSpPr txBox="1"/>
            <p:nvPr/>
          </p:nvSpPr>
          <p:spPr>
            <a:xfrm>
              <a:off x="3975366" y="1790131"/>
              <a:ext cx="1669461" cy="504241"/>
            </a:xfrm>
            <a:prstGeom prst="rect">
              <a:avLst/>
            </a:prstGeom>
            <a:noFill/>
          </p:spPr>
          <p:txBody>
            <a:bodyPr wrap="square" rtlCol="0">
              <a:spAutoFit/>
            </a:bodyPr>
            <a:lstStyle/>
            <a:p>
              <a:pPr algn="ctr">
                <a:lnSpc>
                  <a:spcPct val="120000"/>
                </a:lnSpc>
              </a:pPr>
              <a:r>
                <a:rPr lang="zh-CN" altLang="en-US" sz="2400" b="1" dirty="0">
                  <a:solidFill>
                    <a:schemeClr val="bg1"/>
                  </a:solidFill>
                </a:rPr>
                <a:t>添加标题</a:t>
              </a:r>
              <a:endParaRPr lang="en-US" altLang="zh-CN" sz="2400" b="1" dirty="0">
                <a:solidFill>
                  <a:schemeClr val="bg1"/>
                </a:solidFill>
              </a:endParaRPr>
            </a:p>
          </p:txBody>
        </p:sp>
        <p:sp>
          <p:nvSpPr>
            <p:cNvPr id="36" name="Rectangle 58"/>
            <p:cNvSpPr/>
            <p:nvPr/>
          </p:nvSpPr>
          <p:spPr>
            <a:xfrm>
              <a:off x="4088031" y="2210399"/>
              <a:ext cx="1458887" cy="368371"/>
            </a:xfrm>
            <a:prstGeom prst="rect">
              <a:avLst/>
            </a:prstGeom>
          </p:spPr>
          <p:txBody>
            <a:bodyPr wrap="square">
              <a:spAutoFit/>
            </a:bodyPr>
            <a:lstStyle/>
            <a:p>
              <a:pPr algn="ctr">
                <a:lnSpc>
                  <a:spcPct val="123000"/>
                </a:lnSpc>
                <a:spcBef>
                  <a:spcPts val="600"/>
                </a:spcBef>
              </a:pPr>
              <a:r>
                <a:rPr lang="zh-CN" altLang="en-US" sz="1600" dirty="0">
                  <a:solidFill>
                    <a:schemeClr val="bg1"/>
                  </a:solidFill>
                  <a:latin typeface="+mn-ea"/>
                </a:rPr>
                <a:t>添加内容</a:t>
              </a:r>
            </a:p>
          </p:txBody>
        </p:sp>
      </p:grpSp>
      <p:sp>
        <p:nvSpPr>
          <p:cNvPr id="37" name="矩形 39"/>
          <p:cNvSpPr/>
          <p:nvPr/>
        </p:nvSpPr>
        <p:spPr>
          <a:xfrm>
            <a:off x="0" y="203088"/>
            <a:ext cx="2492990" cy="523220"/>
          </a:xfrm>
          <a:prstGeom prst="rect">
            <a:avLst/>
          </a:prstGeom>
          <a:noFill/>
        </p:spPr>
        <p:txBody>
          <a:bodyPr wrap="none" rtlCol="0">
            <a:spAutoFit/>
          </a:bodyPr>
          <a:lstStyle/>
          <a:p>
            <a:r>
              <a:rPr lang="zh-CN" altLang="en-US" sz="2800" b="1" dirty="0">
                <a:solidFill>
                  <a:schemeClr val="tx1">
                    <a:lumMod val="65000"/>
                    <a:lumOff val="35000"/>
                  </a:schemeClr>
                </a:solidFill>
              </a:rPr>
              <a:t>三项循环</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839505114"/>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Oval 22"/>
          <p:cNvSpPr>
            <a:spLocks noChangeArrowheads="1"/>
          </p:cNvSpPr>
          <p:nvPr/>
        </p:nvSpPr>
        <p:spPr bwMode="auto">
          <a:xfrm>
            <a:off x="4910097" y="1735845"/>
            <a:ext cx="2316772" cy="2317659"/>
          </a:xfrm>
          <a:prstGeom prst="ellipse">
            <a:avLst/>
          </a:prstGeom>
          <a:gradFill>
            <a:gsLst>
              <a:gs pos="0">
                <a:srgbClr val="E0E200"/>
              </a:gs>
              <a:gs pos="84000">
                <a:srgbClr val="94C11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5" name="Oval 23"/>
          <p:cNvSpPr>
            <a:spLocks noChangeArrowheads="1"/>
          </p:cNvSpPr>
          <p:nvPr/>
        </p:nvSpPr>
        <p:spPr bwMode="auto">
          <a:xfrm>
            <a:off x="3760588" y="3730399"/>
            <a:ext cx="2316772" cy="2315884"/>
          </a:xfrm>
          <a:prstGeom prst="ellipse">
            <a:avLst/>
          </a:prstGeom>
          <a:gradFill>
            <a:gsLst>
              <a:gs pos="0">
                <a:srgbClr val="9F73B0"/>
              </a:gs>
              <a:gs pos="100000">
                <a:srgbClr val="253C9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6" name="Oval 24"/>
          <p:cNvSpPr>
            <a:spLocks noChangeArrowheads="1"/>
          </p:cNvSpPr>
          <p:nvPr/>
        </p:nvSpPr>
        <p:spPr bwMode="auto">
          <a:xfrm>
            <a:off x="6060494" y="3730399"/>
            <a:ext cx="2316772" cy="2315884"/>
          </a:xfrm>
          <a:prstGeom prst="ellipse">
            <a:avLst/>
          </a:prstGeom>
          <a:gradFill>
            <a:gsLst>
              <a:gs pos="0">
                <a:srgbClr val="F28F00"/>
              </a:gs>
              <a:gs pos="98000">
                <a:srgbClr val="E60C12"/>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7" name="Oval 25"/>
          <p:cNvSpPr>
            <a:spLocks noChangeArrowheads="1"/>
          </p:cNvSpPr>
          <p:nvPr/>
        </p:nvSpPr>
        <p:spPr bwMode="auto">
          <a:xfrm>
            <a:off x="4910097" y="3064660"/>
            <a:ext cx="2316772" cy="2317659"/>
          </a:xfrm>
          <a:prstGeom prst="ellipse">
            <a:avLst/>
          </a:prstGeom>
          <a:gradFill flip="none" rotWithShape="1">
            <a:gsLst>
              <a:gs pos="100000">
                <a:srgbClr val="FFFFFF"/>
              </a:gs>
              <a:gs pos="0">
                <a:srgbClr val="D9DEDF"/>
              </a:gs>
            </a:gsLst>
            <a:lin ang="2700000" scaled="0"/>
            <a:tileRect/>
          </a:gradFill>
          <a:ln w="57150">
            <a:gradFill flip="none" rotWithShape="1">
              <a:gsLst>
                <a:gs pos="0">
                  <a:srgbClr val="FFFFFF"/>
                </a:gs>
                <a:gs pos="100000">
                  <a:srgbClr val="D9D9DA"/>
                </a:gs>
              </a:gsLst>
              <a:lin ang="2700000" scaled="0"/>
              <a:tileRect/>
            </a:gradFill>
          </a:ln>
          <a:effectLst>
            <a:outerShdw blurRad="279400" dist="76200" dir="2700000" sx="101000" sy="101000" algn="tl"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8" name="Freeform 26"/>
          <p:cNvSpPr>
            <a:spLocks/>
          </p:cNvSpPr>
          <p:nvPr/>
        </p:nvSpPr>
        <p:spPr bwMode="auto">
          <a:xfrm>
            <a:off x="6811448" y="1934679"/>
            <a:ext cx="1767315" cy="479332"/>
          </a:xfrm>
          <a:custGeom>
            <a:avLst/>
            <a:gdLst>
              <a:gd name="T0" fmla="*/ 219 w 842"/>
              <a:gd name="T1" fmla="*/ 2 h 228"/>
              <a:gd name="T2" fmla="*/ 42 w 842"/>
              <a:gd name="T3" fmla="*/ 181 h 228"/>
              <a:gd name="T4" fmla="*/ 26 w 842"/>
              <a:gd name="T5" fmla="*/ 176 h 228"/>
              <a:gd name="T6" fmla="*/ 0 w 842"/>
              <a:gd name="T7" fmla="*/ 202 h 228"/>
              <a:gd name="T8" fmla="*/ 26 w 842"/>
              <a:gd name="T9" fmla="*/ 228 h 228"/>
              <a:gd name="T10" fmla="*/ 52 w 842"/>
              <a:gd name="T11" fmla="*/ 202 h 228"/>
              <a:gd name="T12" fmla="*/ 45 w 842"/>
              <a:gd name="T13" fmla="*/ 184 h 228"/>
              <a:gd name="T14" fmla="*/ 222 w 842"/>
              <a:gd name="T15" fmla="*/ 4 h 228"/>
              <a:gd name="T16" fmla="*/ 842 w 842"/>
              <a:gd name="T17" fmla="*/ 4 h 228"/>
              <a:gd name="T18" fmla="*/ 842 w 842"/>
              <a:gd name="T19" fmla="*/ 0 h 228"/>
              <a:gd name="T20" fmla="*/ 219 w 842"/>
              <a:gd name="T21" fmla="*/ 2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42" h="228">
                <a:moveTo>
                  <a:pt x="219" y="2"/>
                </a:moveTo>
                <a:cubicBezTo>
                  <a:pt x="42" y="181"/>
                  <a:pt x="42" y="181"/>
                  <a:pt x="42" y="181"/>
                </a:cubicBezTo>
                <a:cubicBezTo>
                  <a:pt x="37" y="178"/>
                  <a:pt x="32" y="176"/>
                  <a:pt x="26" y="176"/>
                </a:cubicBezTo>
                <a:cubicBezTo>
                  <a:pt x="12" y="176"/>
                  <a:pt x="0" y="187"/>
                  <a:pt x="0" y="202"/>
                </a:cubicBezTo>
                <a:cubicBezTo>
                  <a:pt x="0" y="216"/>
                  <a:pt x="12" y="228"/>
                  <a:pt x="26" y="228"/>
                </a:cubicBezTo>
                <a:cubicBezTo>
                  <a:pt x="40" y="228"/>
                  <a:pt x="52" y="216"/>
                  <a:pt x="52" y="202"/>
                </a:cubicBezTo>
                <a:cubicBezTo>
                  <a:pt x="52" y="195"/>
                  <a:pt x="49" y="189"/>
                  <a:pt x="45" y="184"/>
                </a:cubicBezTo>
                <a:cubicBezTo>
                  <a:pt x="222" y="4"/>
                  <a:pt x="222" y="4"/>
                  <a:pt x="222" y="4"/>
                </a:cubicBezTo>
                <a:cubicBezTo>
                  <a:pt x="842" y="4"/>
                  <a:pt x="842" y="4"/>
                  <a:pt x="842" y="4"/>
                </a:cubicBezTo>
                <a:cubicBezTo>
                  <a:pt x="842" y="0"/>
                  <a:pt x="842" y="0"/>
                  <a:pt x="842" y="0"/>
                </a:cubicBezTo>
                <a:lnTo>
                  <a:pt x="219" y="2"/>
                </a:lnTo>
                <a:close/>
              </a:path>
            </a:pathLst>
          </a:custGeom>
          <a:solidFill>
            <a:srgbClr val="FFFFFF"/>
          </a:solidFill>
          <a:ln w="15875" cap="flat">
            <a:solidFill>
              <a:schemeClr val="tx1">
                <a:lumMod val="65000"/>
                <a:lumOff val="3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 name="Freeform 27"/>
          <p:cNvSpPr>
            <a:spLocks/>
          </p:cNvSpPr>
          <p:nvPr/>
        </p:nvSpPr>
        <p:spPr bwMode="auto">
          <a:xfrm>
            <a:off x="7705757" y="5527895"/>
            <a:ext cx="1746012" cy="476669"/>
          </a:xfrm>
          <a:custGeom>
            <a:avLst/>
            <a:gdLst>
              <a:gd name="T0" fmla="*/ 195 w 832"/>
              <a:gd name="T1" fmla="*/ 223 h 227"/>
              <a:gd name="T2" fmla="*/ 45 w 832"/>
              <a:gd name="T3" fmla="*/ 44 h 227"/>
              <a:gd name="T4" fmla="*/ 43 w 832"/>
              <a:gd name="T5" fmla="*/ 45 h 227"/>
              <a:gd name="T6" fmla="*/ 52 w 832"/>
              <a:gd name="T7" fmla="*/ 26 h 227"/>
              <a:gd name="T8" fmla="*/ 26 w 832"/>
              <a:gd name="T9" fmla="*/ 0 h 227"/>
              <a:gd name="T10" fmla="*/ 0 w 832"/>
              <a:gd name="T11" fmla="*/ 26 h 227"/>
              <a:gd name="T12" fmla="*/ 26 w 832"/>
              <a:gd name="T13" fmla="*/ 52 h 227"/>
              <a:gd name="T14" fmla="*/ 41 w 832"/>
              <a:gd name="T15" fmla="*/ 46 h 227"/>
              <a:gd name="T16" fmla="*/ 193 w 832"/>
              <a:gd name="T17" fmla="*/ 227 h 227"/>
              <a:gd name="T18" fmla="*/ 832 w 832"/>
              <a:gd name="T19" fmla="*/ 227 h 227"/>
              <a:gd name="T20" fmla="*/ 832 w 832"/>
              <a:gd name="T21" fmla="*/ 223 h 227"/>
              <a:gd name="T22" fmla="*/ 195 w 832"/>
              <a:gd name="T23" fmla="*/ 223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2" h="227">
                <a:moveTo>
                  <a:pt x="195" y="223"/>
                </a:moveTo>
                <a:cubicBezTo>
                  <a:pt x="45" y="44"/>
                  <a:pt x="45" y="44"/>
                  <a:pt x="45" y="44"/>
                </a:cubicBezTo>
                <a:cubicBezTo>
                  <a:pt x="43" y="45"/>
                  <a:pt x="43" y="45"/>
                  <a:pt x="43" y="45"/>
                </a:cubicBezTo>
                <a:cubicBezTo>
                  <a:pt x="48" y="40"/>
                  <a:pt x="52" y="33"/>
                  <a:pt x="52" y="26"/>
                </a:cubicBezTo>
                <a:cubicBezTo>
                  <a:pt x="52" y="12"/>
                  <a:pt x="40" y="0"/>
                  <a:pt x="26" y="0"/>
                </a:cubicBezTo>
                <a:cubicBezTo>
                  <a:pt x="11" y="0"/>
                  <a:pt x="0" y="12"/>
                  <a:pt x="0" y="26"/>
                </a:cubicBezTo>
                <a:cubicBezTo>
                  <a:pt x="0" y="40"/>
                  <a:pt x="11" y="52"/>
                  <a:pt x="26" y="52"/>
                </a:cubicBezTo>
                <a:cubicBezTo>
                  <a:pt x="32" y="52"/>
                  <a:pt x="37" y="50"/>
                  <a:pt x="41" y="46"/>
                </a:cubicBezTo>
                <a:cubicBezTo>
                  <a:pt x="193" y="227"/>
                  <a:pt x="193" y="227"/>
                  <a:pt x="193" y="227"/>
                </a:cubicBezTo>
                <a:cubicBezTo>
                  <a:pt x="832" y="227"/>
                  <a:pt x="832" y="227"/>
                  <a:pt x="832" y="227"/>
                </a:cubicBezTo>
                <a:cubicBezTo>
                  <a:pt x="832" y="223"/>
                  <a:pt x="832" y="223"/>
                  <a:pt x="832" y="223"/>
                </a:cubicBezTo>
                <a:lnTo>
                  <a:pt x="195" y="223"/>
                </a:lnTo>
                <a:close/>
              </a:path>
            </a:pathLst>
          </a:custGeom>
          <a:solidFill>
            <a:schemeClr val="bg1"/>
          </a:solidFill>
          <a:ln w="15875" cap="flat">
            <a:solidFill>
              <a:schemeClr val="tx1">
                <a:lumMod val="65000"/>
                <a:lumOff val="3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0" name="Freeform 28"/>
          <p:cNvSpPr>
            <a:spLocks/>
          </p:cNvSpPr>
          <p:nvPr/>
        </p:nvSpPr>
        <p:spPr bwMode="auto">
          <a:xfrm>
            <a:off x="2444200" y="5527895"/>
            <a:ext cx="2029173" cy="476669"/>
          </a:xfrm>
          <a:custGeom>
            <a:avLst/>
            <a:gdLst>
              <a:gd name="T0" fmla="*/ 941 w 967"/>
              <a:gd name="T1" fmla="*/ 0 h 227"/>
              <a:gd name="T2" fmla="*/ 915 w 967"/>
              <a:gd name="T3" fmla="*/ 26 h 227"/>
              <a:gd name="T4" fmla="*/ 923 w 967"/>
              <a:gd name="T5" fmla="*/ 44 h 227"/>
              <a:gd name="T6" fmla="*/ 745 w 967"/>
              <a:gd name="T7" fmla="*/ 224 h 227"/>
              <a:gd name="T8" fmla="*/ 0 w 967"/>
              <a:gd name="T9" fmla="*/ 224 h 227"/>
              <a:gd name="T10" fmla="*/ 0 w 967"/>
              <a:gd name="T11" fmla="*/ 227 h 227"/>
              <a:gd name="T12" fmla="*/ 747 w 967"/>
              <a:gd name="T13" fmla="*/ 227 h 227"/>
              <a:gd name="T14" fmla="*/ 925 w 967"/>
              <a:gd name="T15" fmla="*/ 47 h 227"/>
              <a:gd name="T16" fmla="*/ 941 w 967"/>
              <a:gd name="T17" fmla="*/ 52 h 227"/>
              <a:gd name="T18" fmla="*/ 967 w 967"/>
              <a:gd name="T19" fmla="*/ 26 h 227"/>
              <a:gd name="T20" fmla="*/ 941 w 967"/>
              <a:gd name="T21" fmla="*/ 0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67" h="227">
                <a:moveTo>
                  <a:pt x="941" y="0"/>
                </a:moveTo>
                <a:cubicBezTo>
                  <a:pt x="927" y="0"/>
                  <a:pt x="915" y="12"/>
                  <a:pt x="915" y="26"/>
                </a:cubicBezTo>
                <a:cubicBezTo>
                  <a:pt x="915" y="33"/>
                  <a:pt x="918" y="40"/>
                  <a:pt x="923" y="44"/>
                </a:cubicBezTo>
                <a:cubicBezTo>
                  <a:pt x="745" y="224"/>
                  <a:pt x="745" y="224"/>
                  <a:pt x="745" y="224"/>
                </a:cubicBezTo>
                <a:cubicBezTo>
                  <a:pt x="0" y="224"/>
                  <a:pt x="0" y="224"/>
                  <a:pt x="0" y="224"/>
                </a:cubicBezTo>
                <a:cubicBezTo>
                  <a:pt x="0" y="227"/>
                  <a:pt x="0" y="227"/>
                  <a:pt x="0" y="227"/>
                </a:cubicBezTo>
                <a:cubicBezTo>
                  <a:pt x="747" y="227"/>
                  <a:pt x="747" y="227"/>
                  <a:pt x="747" y="227"/>
                </a:cubicBezTo>
                <a:cubicBezTo>
                  <a:pt x="925" y="47"/>
                  <a:pt x="925" y="47"/>
                  <a:pt x="925" y="47"/>
                </a:cubicBezTo>
                <a:cubicBezTo>
                  <a:pt x="930" y="50"/>
                  <a:pt x="935" y="52"/>
                  <a:pt x="941" y="52"/>
                </a:cubicBezTo>
                <a:cubicBezTo>
                  <a:pt x="955" y="52"/>
                  <a:pt x="967" y="41"/>
                  <a:pt x="967" y="26"/>
                </a:cubicBezTo>
                <a:cubicBezTo>
                  <a:pt x="967" y="12"/>
                  <a:pt x="955" y="0"/>
                  <a:pt x="941" y="0"/>
                </a:cubicBezTo>
                <a:close/>
              </a:path>
            </a:pathLst>
          </a:custGeom>
          <a:solidFill>
            <a:srgbClr val="FFFFFF"/>
          </a:solidFill>
          <a:ln w="15875" cap="flat">
            <a:solidFill>
              <a:schemeClr val="tx1">
                <a:lumMod val="65000"/>
                <a:lumOff val="3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1" name="Freeform 29"/>
          <p:cNvSpPr>
            <a:spLocks/>
          </p:cNvSpPr>
          <p:nvPr/>
        </p:nvSpPr>
        <p:spPr bwMode="auto">
          <a:xfrm>
            <a:off x="5128459" y="3907042"/>
            <a:ext cx="824629" cy="1276444"/>
          </a:xfrm>
          <a:custGeom>
            <a:avLst/>
            <a:gdLst>
              <a:gd name="T0" fmla="*/ 29 w 393"/>
              <a:gd name="T1" fmla="*/ 159 h 608"/>
              <a:gd name="T2" fmla="*/ 54 w 393"/>
              <a:gd name="T3" fmla="*/ 15 h 608"/>
              <a:gd name="T4" fmla="*/ 28 w 393"/>
              <a:gd name="T5" fmla="*/ 0 h 608"/>
              <a:gd name="T6" fmla="*/ 0 w 393"/>
              <a:gd name="T7" fmla="*/ 159 h 608"/>
              <a:gd name="T8" fmla="*/ 393 w 393"/>
              <a:gd name="T9" fmla="*/ 608 h 608"/>
              <a:gd name="T10" fmla="*/ 393 w 393"/>
              <a:gd name="T11" fmla="*/ 578 h 608"/>
              <a:gd name="T12" fmla="*/ 29 w 393"/>
              <a:gd name="T13" fmla="*/ 159 h 608"/>
            </a:gdLst>
            <a:ahLst/>
            <a:cxnLst>
              <a:cxn ang="0">
                <a:pos x="T0" y="T1"/>
              </a:cxn>
              <a:cxn ang="0">
                <a:pos x="T2" y="T3"/>
              </a:cxn>
              <a:cxn ang="0">
                <a:pos x="T4" y="T5"/>
              </a:cxn>
              <a:cxn ang="0">
                <a:pos x="T6" y="T7"/>
              </a:cxn>
              <a:cxn ang="0">
                <a:pos x="T8" y="T9"/>
              </a:cxn>
              <a:cxn ang="0">
                <a:pos x="T10" y="T11"/>
              </a:cxn>
              <a:cxn ang="0">
                <a:pos x="T12" y="T13"/>
              </a:cxn>
            </a:cxnLst>
            <a:rect l="0" t="0" r="r" b="b"/>
            <a:pathLst>
              <a:path w="393" h="608">
                <a:moveTo>
                  <a:pt x="29" y="159"/>
                </a:moveTo>
                <a:cubicBezTo>
                  <a:pt x="29" y="109"/>
                  <a:pt x="38" y="60"/>
                  <a:pt x="54" y="15"/>
                </a:cubicBezTo>
                <a:cubicBezTo>
                  <a:pt x="28" y="0"/>
                  <a:pt x="28" y="0"/>
                  <a:pt x="28" y="0"/>
                </a:cubicBezTo>
                <a:cubicBezTo>
                  <a:pt x="10" y="50"/>
                  <a:pt x="0" y="103"/>
                  <a:pt x="0" y="159"/>
                </a:cubicBezTo>
                <a:cubicBezTo>
                  <a:pt x="0" y="389"/>
                  <a:pt x="171" y="579"/>
                  <a:pt x="393" y="608"/>
                </a:cubicBezTo>
                <a:cubicBezTo>
                  <a:pt x="393" y="578"/>
                  <a:pt x="393" y="578"/>
                  <a:pt x="393" y="578"/>
                </a:cubicBezTo>
                <a:cubicBezTo>
                  <a:pt x="188" y="549"/>
                  <a:pt x="29" y="372"/>
                  <a:pt x="29" y="159"/>
                </a:cubicBezTo>
                <a:close/>
              </a:path>
            </a:pathLst>
          </a:custGeom>
          <a:gradFill>
            <a:gsLst>
              <a:gs pos="0">
                <a:srgbClr val="9F73B0"/>
              </a:gs>
              <a:gs pos="100000">
                <a:srgbClr val="253C9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2" name="Freeform 30"/>
          <p:cNvSpPr>
            <a:spLocks/>
          </p:cNvSpPr>
          <p:nvPr/>
        </p:nvSpPr>
        <p:spPr bwMode="auto">
          <a:xfrm>
            <a:off x="5305102" y="3289236"/>
            <a:ext cx="1546290" cy="430511"/>
          </a:xfrm>
          <a:custGeom>
            <a:avLst/>
            <a:gdLst>
              <a:gd name="T0" fmla="*/ 368 w 737"/>
              <a:gd name="T1" fmla="*/ 30 h 205"/>
              <a:gd name="T2" fmla="*/ 711 w 737"/>
              <a:gd name="T3" fmla="*/ 205 h 205"/>
              <a:gd name="T4" fmla="*/ 737 w 737"/>
              <a:gd name="T5" fmla="*/ 190 h 205"/>
              <a:gd name="T6" fmla="*/ 368 w 737"/>
              <a:gd name="T7" fmla="*/ 0 h 205"/>
              <a:gd name="T8" fmla="*/ 0 w 737"/>
              <a:gd name="T9" fmla="*/ 190 h 205"/>
              <a:gd name="T10" fmla="*/ 26 w 737"/>
              <a:gd name="T11" fmla="*/ 205 h 205"/>
              <a:gd name="T12" fmla="*/ 368 w 737"/>
              <a:gd name="T13" fmla="*/ 30 h 205"/>
            </a:gdLst>
            <a:ahLst/>
            <a:cxnLst>
              <a:cxn ang="0">
                <a:pos x="T0" y="T1"/>
              </a:cxn>
              <a:cxn ang="0">
                <a:pos x="T2" y="T3"/>
              </a:cxn>
              <a:cxn ang="0">
                <a:pos x="T4" y="T5"/>
              </a:cxn>
              <a:cxn ang="0">
                <a:pos x="T6" y="T7"/>
              </a:cxn>
              <a:cxn ang="0">
                <a:pos x="T8" y="T9"/>
              </a:cxn>
              <a:cxn ang="0">
                <a:pos x="T10" y="T11"/>
              </a:cxn>
              <a:cxn ang="0">
                <a:pos x="T12" y="T13"/>
              </a:cxn>
            </a:cxnLst>
            <a:rect l="0" t="0" r="r" b="b"/>
            <a:pathLst>
              <a:path w="737" h="205">
                <a:moveTo>
                  <a:pt x="368" y="30"/>
                </a:moveTo>
                <a:cubicBezTo>
                  <a:pt x="509" y="30"/>
                  <a:pt x="634" y="99"/>
                  <a:pt x="711" y="205"/>
                </a:cubicBezTo>
                <a:cubicBezTo>
                  <a:pt x="737" y="190"/>
                  <a:pt x="737" y="190"/>
                  <a:pt x="737" y="190"/>
                </a:cubicBezTo>
                <a:cubicBezTo>
                  <a:pt x="655" y="75"/>
                  <a:pt x="520" y="0"/>
                  <a:pt x="368" y="0"/>
                </a:cubicBezTo>
                <a:cubicBezTo>
                  <a:pt x="217" y="0"/>
                  <a:pt x="82" y="75"/>
                  <a:pt x="0" y="190"/>
                </a:cubicBezTo>
                <a:cubicBezTo>
                  <a:pt x="26" y="205"/>
                  <a:pt x="26" y="205"/>
                  <a:pt x="26" y="205"/>
                </a:cubicBezTo>
                <a:cubicBezTo>
                  <a:pt x="103" y="99"/>
                  <a:pt x="228" y="30"/>
                  <a:pt x="368" y="30"/>
                </a:cubicBezTo>
                <a:close/>
              </a:path>
            </a:pathLst>
          </a:custGeom>
          <a:gradFill>
            <a:gsLst>
              <a:gs pos="0">
                <a:srgbClr val="E0E200"/>
              </a:gs>
              <a:gs pos="84000">
                <a:srgbClr val="94C11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3" name="Freeform 31"/>
          <p:cNvSpPr>
            <a:spLocks/>
          </p:cNvSpPr>
          <p:nvPr/>
        </p:nvSpPr>
        <p:spPr bwMode="auto">
          <a:xfrm>
            <a:off x="6203406" y="3907042"/>
            <a:ext cx="824629" cy="1276444"/>
          </a:xfrm>
          <a:custGeom>
            <a:avLst/>
            <a:gdLst>
              <a:gd name="T0" fmla="*/ 338 w 393"/>
              <a:gd name="T1" fmla="*/ 15 h 608"/>
              <a:gd name="T2" fmla="*/ 364 w 393"/>
              <a:gd name="T3" fmla="*/ 159 h 608"/>
              <a:gd name="T4" fmla="*/ 0 w 393"/>
              <a:gd name="T5" fmla="*/ 578 h 608"/>
              <a:gd name="T6" fmla="*/ 0 w 393"/>
              <a:gd name="T7" fmla="*/ 608 h 608"/>
              <a:gd name="T8" fmla="*/ 393 w 393"/>
              <a:gd name="T9" fmla="*/ 159 h 608"/>
              <a:gd name="T10" fmla="*/ 364 w 393"/>
              <a:gd name="T11" fmla="*/ 0 h 608"/>
              <a:gd name="T12" fmla="*/ 338 w 393"/>
              <a:gd name="T13" fmla="*/ 15 h 608"/>
            </a:gdLst>
            <a:ahLst/>
            <a:cxnLst>
              <a:cxn ang="0">
                <a:pos x="T0" y="T1"/>
              </a:cxn>
              <a:cxn ang="0">
                <a:pos x="T2" y="T3"/>
              </a:cxn>
              <a:cxn ang="0">
                <a:pos x="T4" y="T5"/>
              </a:cxn>
              <a:cxn ang="0">
                <a:pos x="T6" y="T7"/>
              </a:cxn>
              <a:cxn ang="0">
                <a:pos x="T8" y="T9"/>
              </a:cxn>
              <a:cxn ang="0">
                <a:pos x="T10" y="T11"/>
              </a:cxn>
              <a:cxn ang="0">
                <a:pos x="T12" y="T13"/>
              </a:cxn>
            </a:cxnLst>
            <a:rect l="0" t="0" r="r" b="b"/>
            <a:pathLst>
              <a:path w="393" h="608">
                <a:moveTo>
                  <a:pt x="338" y="15"/>
                </a:moveTo>
                <a:cubicBezTo>
                  <a:pt x="355" y="60"/>
                  <a:pt x="364" y="109"/>
                  <a:pt x="364" y="159"/>
                </a:cubicBezTo>
                <a:cubicBezTo>
                  <a:pt x="364" y="372"/>
                  <a:pt x="205" y="549"/>
                  <a:pt x="0" y="578"/>
                </a:cubicBezTo>
                <a:cubicBezTo>
                  <a:pt x="0" y="608"/>
                  <a:pt x="0" y="608"/>
                  <a:pt x="0" y="608"/>
                </a:cubicBezTo>
                <a:cubicBezTo>
                  <a:pt x="222" y="579"/>
                  <a:pt x="393" y="389"/>
                  <a:pt x="393" y="159"/>
                </a:cubicBezTo>
                <a:cubicBezTo>
                  <a:pt x="393" y="103"/>
                  <a:pt x="383" y="50"/>
                  <a:pt x="364" y="0"/>
                </a:cubicBezTo>
                <a:lnTo>
                  <a:pt x="338" y="15"/>
                </a:lnTo>
                <a:close/>
              </a:path>
            </a:pathLst>
          </a:custGeom>
          <a:gradFill>
            <a:gsLst>
              <a:gs pos="0">
                <a:srgbClr val="F28F00"/>
              </a:gs>
              <a:gs pos="98000">
                <a:srgbClr val="E60C12"/>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5" name="文本框 14"/>
          <p:cNvSpPr txBox="1"/>
          <p:nvPr/>
        </p:nvSpPr>
        <p:spPr>
          <a:xfrm>
            <a:off x="7218880" y="1153757"/>
            <a:ext cx="2856518" cy="830997"/>
          </a:xfrm>
          <a:prstGeom prst="rect">
            <a:avLst/>
          </a:prstGeom>
          <a:noFill/>
        </p:spPr>
        <p:txBody>
          <a:bodyPr wrap="square" rtlCol="0">
            <a:spAutoFit/>
          </a:bodyPr>
          <a:lstStyle/>
          <a:p>
            <a:pPr>
              <a:lnSpc>
                <a:spcPct val="120000"/>
              </a:lnSpc>
            </a:pPr>
            <a:r>
              <a:rPr lang="zh-CN" altLang="en-US" sz="2400" b="1" dirty="0">
                <a:solidFill>
                  <a:srgbClr val="9FC628"/>
                </a:solidFill>
              </a:rPr>
              <a:t>添加标题</a:t>
            </a:r>
            <a:endParaRPr lang="en-US" altLang="zh-CN" sz="2400" b="1" dirty="0">
              <a:solidFill>
                <a:srgbClr val="9FC628"/>
              </a:solidFill>
            </a:endParaRPr>
          </a:p>
          <a:p>
            <a:pPr>
              <a:lnSpc>
                <a:spcPct val="120000"/>
              </a:lnSpc>
            </a:pPr>
            <a:r>
              <a:rPr lang="zh-CN" altLang="en-US" sz="1600" dirty="0">
                <a:solidFill>
                  <a:schemeClr val="tx1">
                    <a:lumMod val="65000"/>
                    <a:lumOff val="35000"/>
                  </a:schemeClr>
                </a:solidFill>
              </a:rPr>
              <a:t>添加内容添加内容</a:t>
            </a:r>
          </a:p>
        </p:txBody>
      </p:sp>
      <p:sp>
        <p:nvSpPr>
          <p:cNvPr id="14" name="文本框 13"/>
          <p:cNvSpPr txBox="1"/>
          <p:nvPr/>
        </p:nvSpPr>
        <p:spPr>
          <a:xfrm>
            <a:off x="8289830" y="5158667"/>
            <a:ext cx="2856518" cy="830997"/>
          </a:xfrm>
          <a:prstGeom prst="rect">
            <a:avLst/>
          </a:prstGeom>
          <a:noFill/>
        </p:spPr>
        <p:txBody>
          <a:bodyPr wrap="square" rtlCol="0">
            <a:spAutoFit/>
          </a:bodyPr>
          <a:lstStyle/>
          <a:p>
            <a:pPr>
              <a:lnSpc>
                <a:spcPct val="120000"/>
              </a:lnSpc>
            </a:pPr>
            <a:r>
              <a:rPr lang="zh-CN" altLang="en-US" sz="2400" b="1" dirty="0">
                <a:solidFill>
                  <a:srgbClr val="EB430A"/>
                </a:solidFill>
              </a:rPr>
              <a:t>添加标题</a:t>
            </a:r>
            <a:endParaRPr lang="en-US" altLang="zh-CN" sz="2400" b="1" dirty="0">
              <a:solidFill>
                <a:srgbClr val="EB430A"/>
              </a:solidFill>
            </a:endParaRPr>
          </a:p>
          <a:p>
            <a:pPr>
              <a:lnSpc>
                <a:spcPct val="120000"/>
              </a:lnSpc>
            </a:pPr>
            <a:r>
              <a:rPr lang="zh-CN" altLang="en-US" sz="1600" dirty="0">
                <a:solidFill>
                  <a:schemeClr val="tx1">
                    <a:lumMod val="65000"/>
                    <a:lumOff val="35000"/>
                  </a:schemeClr>
                </a:solidFill>
              </a:rPr>
              <a:t>添加内容添加内容</a:t>
            </a:r>
          </a:p>
        </p:txBody>
      </p:sp>
      <p:sp>
        <p:nvSpPr>
          <p:cNvPr id="16" name="文本框 15"/>
          <p:cNvSpPr txBox="1"/>
          <p:nvPr/>
        </p:nvSpPr>
        <p:spPr>
          <a:xfrm>
            <a:off x="962238" y="5158667"/>
            <a:ext cx="2856518" cy="830997"/>
          </a:xfrm>
          <a:prstGeom prst="rect">
            <a:avLst/>
          </a:prstGeom>
          <a:noFill/>
        </p:spPr>
        <p:txBody>
          <a:bodyPr wrap="square" rtlCol="0">
            <a:spAutoFit/>
          </a:bodyPr>
          <a:lstStyle/>
          <a:p>
            <a:pPr algn="r">
              <a:lnSpc>
                <a:spcPct val="120000"/>
              </a:lnSpc>
            </a:pPr>
            <a:r>
              <a:rPr lang="zh-CN" altLang="en-US" sz="2400" b="1" dirty="0">
                <a:solidFill>
                  <a:srgbClr val="6D5DA5"/>
                </a:solidFill>
              </a:rPr>
              <a:t>添加标题</a:t>
            </a:r>
            <a:endParaRPr lang="en-US" altLang="zh-CN" sz="2400" b="1" dirty="0">
              <a:solidFill>
                <a:srgbClr val="6D5DA5"/>
              </a:solidFill>
            </a:endParaRPr>
          </a:p>
          <a:p>
            <a:pPr algn="r">
              <a:lnSpc>
                <a:spcPct val="120000"/>
              </a:lnSpc>
            </a:pPr>
            <a:r>
              <a:rPr lang="zh-CN" altLang="en-US" sz="1600" dirty="0">
                <a:solidFill>
                  <a:schemeClr val="tx1">
                    <a:lumMod val="65000"/>
                    <a:lumOff val="35000"/>
                  </a:schemeClr>
                </a:solidFill>
              </a:rPr>
              <a:t>添加内容添加内容</a:t>
            </a:r>
          </a:p>
        </p:txBody>
      </p:sp>
      <p:grpSp>
        <p:nvGrpSpPr>
          <p:cNvPr id="18" name="그룹 10"/>
          <p:cNvGrpSpPr/>
          <p:nvPr/>
        </p:nvGrpSpPr>
        <p:grpSpPr>
          <a:xfrm>
            <a:off x="7168701" y="4744314"/>
            <a:ext cx="601450" cy="645704"/>
            <a:chOff x="-949325" y="1254125"/>
            <a:chExt cx="949325" cy="1019175"/>
          </a:xfrm>
          <a:solidFill>
            <a:schemeClr val="bg1"/>
          </a:solidFill>
        </p:grpSpPr>
        <p:sp>
          <p:nvSpPr>
            <p:cNvPr id="19" name="Freeform 7"/>
            <p:cNvSpPr>
              <a:spLocks/>
            </p:cNvSpPr>
            <p:nvPr/>
          </p:nvSpPr>
          <p:spPr bwMode="auto">
            <a:xfrm>
              <a:off x="-517525" y="1365250"/>
              <a:ext cx="396875" cy="231775"/>
            </a:xfrm>
            <a:custGeom>
              <a:avLst/>
              <a:gdLst>
                <a:gd name="T0" fmla="*/ 250 w 250"/>
                <a:gd name="T1" fmla="*/ 146 h 146"/>
                <a:gd name="T2" fmla="*/ 250 w 250"/>
                <a:gd name="T3" fmla="*/ 146 h 146"/>
                <a:gd name="T4" fmla="*/ 250 w 250"/>
                <a:gd name="T5" fmla="*/ 134 h 146"/>
                <a:gd name="T6" fmla="*/ 250 w 250"/>
                <a:gd name="T7" fmla="*/ 120 h 146"/>
                <a:gd name="T8" fmla="*/ 250 w 250"/>
                <a:gd name="T9" fmla="*/ 120 h 146"/>
                <a:gd name="T10" fmla="*/ 250 w 250"/>
                <a:gd name="T11" fmla="*/ 108 h 146"/>
                <a:gd name="T12" fmla="*/ 246 w 250"/>
                <a:gd name="T13" fmla="*/ 94 h 146"/>
                <a:gd name="T14" fmla="*/ 242 w 250"/>
                <a:gd name="T15" fmla="*/ 82 h 146"/>
                <a:gd name="T16" fmla="*/ 238 w 250"/>
                <a:gd name="T17" fmla="*/ 72 h 146"/>
                <a:gd name="T18" fmla="*/ 230 w 250"/>
                <a:gd name="T19" fmla="*/ 60 h 146"/>
                <a:gd name="T20" fmla="*/ 224 w 250"/>
                <a:gd name="T21" fmla="*/ 50 h 146"/>
                <a:gd name="T22" fmla="*/ 206 w 250"/>
                <a:gd name="T23" fmla="*/ 32 h 146"/>
                <a:gd name="T24" fmla="*/ 186 w 250"/>
                <a:gd name="T25" fmla="*/ 16 h 146"/>
                <a:gd name="T26" fmla="*/ 176 w 250"/>
                <a:gd name="T27" fmla="*/ 12 h 146"/>
                <a:gd name="T28" fmla="*/ 164 w 250"/>
                <a:gd name="T29" fmla="*/ 6 h 146"/>
                <a:gd name="T30" fmla="*/ 152 w 250"/>
                <a:gd name="T31" fmla="*/ 2 h 146"/>
                <a:gd name="T32" fmla="*/ 138 w 250"/>
                <a:gd name="T33" fmla="*/ 0 h 146"/>
                <a:gd name="T34" fmla="*/ 126 w 250"/>
                <a:gd name="T35" fmla="*/ 0 h 146"/>
                <a:gd name="T36" fmla="*/ 112 w 250"/>
                <a:gd name="T37" fmla="*/ 0 h 146"/>
                <a:gd name="T38" fmla="*/ 112 w 250"/>
                <a:gd name="T39" fmla="*/ 0 h 146"/>
                <a:gd name="T40" fmla="*/ 94 w 250"/>
                <a:gd name="T41" fmla="*/ 2 h 146"/>
                <a:gd name="T42" fmla="*/ 76 w 250"/>
                <a:gd name="T43" fmla="*/ 8 h 146"/>
                <a:gd name="T44" fmla="*/ 58 w 250"/>
                <a:gd name="T45" fmla="*/ 14 h 146"/>
                <a:gd name="T46" fmla="*/ 44 w 250"/>
                <a:gd name="T47" fmla="*/ 24 h 146"/>
                <a:gd name="T48" fmla="*/ 30 w 250"/>
                <a:gd name="T49" fmla="*/ 36 h 146"/>
                <a:gd name="T50" fmla="*/ 18 w 250"/>
                <a:gd name="T51" fmla="*/ 50 h 146"/>
                <a:gd name="T52" fmla="*/ 8 w 250"/>
                <a:gd name="T53" fmla="*/ 64 h 146"/>
                <a:gd name="T54" fmla="*/ 0 w 250"/>
                <a:gd name="T55" fmla="*/ 80 h 146"/>
                <a:gd name="T56" fmla="*/ 0 w 250"/>
                <a:gd name="T57" fmla="*/ 80 h 146"/>
                <a:gd name="T58" fmla="*/ 10 w 250"/>
                <a:gd name="T59" fmla="*/ 72 h 146"/>
                <a:gd name="T60" fmla="*/ 20 w 250"/>
                <a:gd name="T61" fmla="*/ 62 h 146"/>
                <a:gd name="T62" fmla="*/ 32 w 250"/>
                <a:gd name="T63" fmla="*/ 56 h 146"/>
                <a:gd name="T64" fmla="*/ 44 w 250"/>
                <a:gd name="T65" fmla="*/ 48 h 146"/>
                <a:gd name="T66" fmla="*/ 56 w 250"/>
                <a:gd name="T67" fmla="*/ 44 h 146"/>
                <a:gd name="T68" fmla="*/ 70 w 250"/>
                <a:gd name="T69" fmla="*/ 40 h 146"/>
                <a:gd name="T70" fmla="*/ 84 w 250"/>
                <a:gd name="T71" fmla="*/ 36 h 146"/>
                <a:gd name="T72" fmla="*/ 98 w 250"/>
                <a:gd name="T73" fmla="*/ 34 h 146"/>
                <a:gd name="T74" fmla="*/ 98 w 250"/>
                <a:gd name="T75" fmla="*/ 34 h 146"/>
                <a:gd name="T76" fmla="*/ 110 w 250"/>
                <a:gd name="T77" fmla="*/ 34 h 146"/>
                <a:gd name="T78" fmla="*/ 124 w 250"/>
                <a:gd name="T79" fmla="*/ 36 h 146"/>
                <a:gd name="T80" fmla="*/ 150 w 250"/>
                <a:gd name="T81" fmla="*/ 40 h 146"/>
                <a:gd name="T82" fmla="*/ 174 w 250"/>
                <a:gd name="T83" fmla="*/ 50 h 146"/>
                <a:gd name="T84" fmla="*/ 194 w 250"/>
                <a:gd name="T85" fmla="*/ 64 h 146"/>
                <a:gd name="T86" fmla="*/ 214 w 250"/>
                <a:gd name="T87" fmla="*/ 80 h 146"/>
                <a:gd name="T88" fmla="*/ 230 w 250"/>
                <a:gd name="T89" fmla="*/ 100 h 146"/>
                <a:gd name="T90" fmla="*/ 242 w 250"/>
                <a:gd name="T91" fmla="*/ 122 h 146"/>
                <a:gd name="T92" fmla="*/ 250 w 250"/>
                <a:gd name="T93" fmla="*/ 146 h 146"/>
                <a:gd name="T94" fmla="*/ 250 w 250"/>
                <a:gd name="T95"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50" h="146">
                  <a:moveTo>
                    <a:pt x="250" y="146"/>
                  </a:moveTo>
                  <a:lnTo>
                    <a:pt x="250" y="146"/>
                  </a:lnTo>
                  <a:lnTo>
                    <a:pt x="250" y="134"/>
                  </a:lnTo>
                  <a:lnTo>
                    <a:pt x="250" y="120"/>
                  </a:lnTo>
                  <a:lnTo>
                    <a:pt x="250" y="120"/>
                  </a:lnTo>
                  <a:lnTo>
                    <a:pt x="250" y="108"/>
                  </a:lnTo>
                  <a:lnTo>
                    <a:pt x="246" y="94"/>
                  </a:lnTo>
                  <a:lnTo>
                    <a:pt x="242" y="82"/>
                  </a:lnTo>
                  <a:lnTo>
                    <a:pt x="238" y="72"/>
                  </a:lnTo>
                  <a:lnTo>
                    <a:pt x="230" y="60"/>
                  </a:lnTo>
                  <a:lnTo>
                    <a:pt x="224" y="50"/>
                  </a:lnTo>
                  <a:lnTo>
                    <a:pt x="206" y="32"/>
                  </a:lnTo>
                  <a:lnTo>
                    <a:pt x="186" y="16"/>
                  </a:lnTo>
                  <a:lnTo>
                    <a:pt x="176" y="12"/>
                  </a:lnTo>
                  <a:lnTo>
                    <a:pt x="164" y="6"/>
                  </a:lnTo>
                  <a:lnTo>
                    <a:pt x="152" y="2"/>
                  </a:lnTo>
                  <a:lnTo>
                    <a:pt x="138" y="0"/>
                  </a:lnTo>
                  <a:lnTo>
                    <a:pt x="126" y="0"/>
                  </a:lnTo>
                  <a:lnTo>
                    <a:pt x="112" y="0"/>
                  </a:lnTo>
                  <a:lnTo>
                    <a:pt x="112" y="0"/>
                  </a:lnTo>
                  <a:lnTo>
                    <a:pt x="94" y="2"/>
                  </a:lnTo>
                  <a:lnTo>
                    <a:pt x="76" y="8"/>
                  </a:lnTo>
                  <a:lnTo>
                    <a:pt x="58" y="14"/>
                  </a:lnTo>
                  <a:lnTo>
                    <a:pt x="44" y="24"/>
                  </a:lnTo>
                  <a:lnTo>
                    <a:pt x="30" y="36"/>
                  </a:lnTo>
                  <a:lnTo>
                    <a:pt x="18" y="50"/>
                  </a:lnTo>
                  <a:lnTo>
                    <a:pt x="8" y="64"/>
                  </a:lnTo>
                  <a:lnTo>
                    <a:pt x="0" y="80"/>
                  </a:lnTo>
                  <a:lnTo>
                    <a:pt x="0" y="80"/>
                  </a:lnTo>
                  <a:lnTo>
                    <a:pt x="10" y="72"/>
                  </a:lnTo>
                  <a:lnTo>
                    <a:pt x="20" y="62"/>
                  </a:lnTo>
                  <a:lnTo>
                    <a:pt x="32" y="56"/>
                  </a:lnTo>
                  <a:lnTo>
                    <a:pt x="44" y="48"/>
                  </a:lnTo>
                  <a:lnTo>
                    <a:pt x="56" y="44"/>
                  </a:lnTo>
                  <a:lnTo>
                    <a:pt x="70" y="40"/>
                  </a:lnTo>
                  <a:lnTo>
                    <a:pt x="84" y="36"/>
                  </a:lnTo>
                  <a:lnTo>
                    <a:pt x="98" y="34"/>
                  </a:lnTo>
                  <a:lnTo>
                    <a:pt x="98" y="34"/>
                  </a:lnTo>
                  <a:lnTo>
                    <a:pt x="110" y="34"/>
                  </a:lnTo>
                  <a:lnTo>
                    <a:pt x="124" y="36"/>
                  </a:lnTo>
                  <a:lnTo>
                    <a:pt x="150" y="40"/>
                  </a:lnTo>
                  <a:lnTo>
                    <a:pt x="174" y="50"/>
                  </a:lnTo>
                  <a:lnTo>
                    <a:pt x="194" y="64"/>
                  </a:lnTo>
                  <a:lnTo>
                    <a:pt x="214" y="80"/>
                  </a:lnTo>
                  <a:lnTo>
                    <a:pt x="230" y="100"/>
                  </a:lnTo>
                  <a:lnTo>
                    <a:pt x="242" y="122"/>
                  </a:lnTo>
                  <a:lnTo>
                    <a:pt x="250" y="146"/>
                  </a:lnTo>
                  <a:lnTo>
                    <a:pt x="250" y="1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600"/>
            </a:p>
          </p:txBody>
        </p:sp>
        <p:sp>
          <p:nvSpPr>
            <p:cNvPr id="20" name="Freeform 8"/>
            <p:cNvSpPr>
              <a:spLocks noEditPoints="1"/>
            </p:cNvSpPr>
            <p:nvPr/>
          </p:nvSpPr>
          <p:spPr bwMode="auto">
            <a:xfrm>
              <a:off x="-949325" y="1254125"/>
              <a:ext cx="949325" cy="1019175"/>
            </a:xfrm>
            <a:custGeom>
              <a:avLst/>
              <a:gdLst>
                <a:gd name="T0" fmla="*/ 14 w 598"/>
                <a:gd name="T1" fmla="*/ 538 h 642"/>
                <a:gd name="T2" fmla="*/ 0 w 598"/>
                <a:gd name="T3" fmla="*/ 572 h 642"/>
                <a:gd name="T4" fmla="*/ 6 w 598"/>
                <a:gd name="T5" fmla="*/ 606 h 642"/>
                <a:gd name="T6" fmla="*/ 20 w 598"/>
                <a:gd name="T7" fmla="*/ 626 h 642"/>
                <a:gd name="T8" fmla="*/ 54 w 598"/>
                <a:gd name="T9" fmla="*/ 640 h 642"/>
                <a:gd name="T10" fmla="*/ 88 w 598"/>
                <a:gd name="T11" fmla="*/ 636 h 642"/>
                <a:gd name="T12" fmla="*/ 232 w 598"/>
                <a:gd name="T13" fmla="*/ 480 h 642"/>
                <a:gd name="T14" fmla="*/ 242 w 598"/>
                <a:gd name="T15" fmla="*/ 462 h 642"/>
                <a:gd name="T16" fmla="*/ 246 w 598"/>
                <a:gd name="T17" fmla="*/ 434 h 642"/>
                <a:gd name="T18" fmla="*/ 238 w 598"/>
                <a:gd name="T19" fmla="*/ 406 h 642"/>
                <a:gd name="T20" fmla="*/ 284 w 598"/>
                <a:gd name="T21" fmla="*/ 380 h 642"/>
                <a:gd name="T22" fmla="*/ 332 w 598"/>
                <a:gd name="T23" fmla="*/ 402 h 642"/>
                <a:gd name="T24" fmla="*/ 388 w 598"/>
                <a:gd name="T25" fmla="*/ 412 h 642"/>
                <a:gd name="T26" fmla="*/ 428 w 598"/>
                <a:gd name="T27" fmla="*/ 408 h 642"/>
                <a:gd name="T28" fmla="*/ 486 w 598"/>
                <a:gd name="T29" fmla="*/ 390 h 642"/>
                <a:gd name="T30" fmla="*/ 534 w 598"/>
                <a:gd name="T31" fmla="*/ 356 h 642"/>
                <a:gd name="T32" fmla="*/ 570 w 598"/>
                <a:gd name="T33" fmla="*/ 310 h 642"/>
                <a:gd name="T34" fmla="*/ 592 w 598"/>
                <a:gd name="T35" fmla="*/ 254 h 642"/>
                <a:gd name="T36" fmla="*/ 598 w 598"/>
                <a:gd name="T37" fmla="*/ 192 h 642"/>
                <a:gd name="T38" fmla="*/ 590 w 598"/>
                <a:gd name="T39" fmla="*/ 152 h 642"/>
                <a:gd name="T40" fmla="*/ 566 w 598"/>
                <a:gd name="T41" fmla="*/ 96 h 642"/>
                <a:gd name="T42" fmla="*/ 528 w 598"/>
                <a:gd name="T43" fmla="*/ 52 h 642"/>
                <a:gd name="T44" fmla="*/ 478 w 598"/>
                <a:gd name="T45" fmla="*/ 18 h 642"/>
                <a:gd name="T46" fmla="*/ 420 w 598"/>
                <a:gd name="T47" fmla="*/ 2 h 642"/>
                <a:gd name="T48" fmla="*/ 378 w 598"/>
                <a:gd name="T49" fmla="*/ 0 h 642"/>
                <a:gd name="T50" fmla="*/ 318 w 598"/>
                <a:gd name="T51" fmla="*/ 14 h 642"/>
                <a:gd name="T52" fmla="*/ 266 w 598"/>
                <a:gd name="T53" fmla="*/ 44 h 642"/>
                <a:gd name="T54" fmla="*/ 226 w 598"/>
                <a:gd name="T55" fmla="*/ 86 h 642"/>
                <a:gd name="T56" fmla="*/ 198 w 598"/>
                <a:gd name="T57" fmla="*/ 138 h 642"/>
                <a:gd name="T58" fmla="*/ 188 w 598"/>
                <a:gd name="T59" fmla="*/ 198 h 642"/>
                <a:gd name="T60" fmla="*/ 190 w 598"/>
                <a:gd name="T61" fmla="*/ 238 h 642"/>
                <a:gd name="T62" fmla="*/ 204 w 598"/>
                <a:gd name="T63" fmla="*/ 288 h 642"/>
                <a:gd name="T64" fmla="*/ 230 w 598"/>
                <a:gd name="T65" fmla="*/ 332 h 642"/>
                <a:gd name="T66" fmla="*/ 210 w 598"/>
                <a:gd name="T67" fmla="*/ 382 h 642"/>
                <a:gd name="T68" fmla="*/ 180 w 598"/>
                <a:gd name="T69" fmla="*/ 376 h 642"/>
                <a:gd name="T70" fmla="*/ 154 w 598"/>
                <a:gd name="T71" fmla="*/ 384 h 642"/>
                <a:gd name="T72" fmla="*/ 138 w 598"/>
                <a:gd name="T73" fmla="*/ 398 h 642"/>
                <a:gd name="T74" fmla="*/ 224 w 598"/>
                <a:gd name="T75" fmla="*/ 200 h 642"/>
                <a:gd name="T76" fmla="*/ 234 w 598"/>
                <a:gd name="T77" fmla="*/ 150 h 642"/>
                <a:gd name="T78" fmla="*/ 256 w 598"/>
                <a:gd name="T79" fmla="*/ 108 h 642"/>
                <a:gd name="T80" fmla="*/ 290 w 598"/>
                <a:gd name="T81" fmla="*/ 72 h 642"/>
                <a:gd name="T82" fmla="*/ 332 w 598"/>
                <a:gd name="T83" fmla="*/ 48 h 642"/>
                <a:gd name="T84" fmla="*/ 382 w 598"/>
                <a:gd name="T85" fmla="*/ 38 h 642"/>
                <a:gd name="T86" fmla="*/ 416 w 598"/>
                <a:gd name="T87" fmla="*/ 40 h 642"/>
                <a:gd name="T88" fmla="*/ 462 w 598"/>
                <a:gd name="T89" fmla="*/ 52 h 642"/>
                <a:gd name="T90" fmla="*/ 504 w 598"/>
                <a:gd name="T91" fmla="*/ 80 h 642"/>
                <a:gd name="T92" fmla="*/ 534 w 598"/>
                <a:gd name="T93" fmla="*/ 116 h 642"/>
                <a:gd name="T94" fmla="*/ 554 w 598"/>
                <a:gd name="T95" fmla="*/ 160 h 642"/>
                <a:gd name="T96" fmla="*/ 560 w 598"/>
                <a:gd name="T97" fmla="*/ 194 h 642"/>
                <a:gd name="T98" fmla="*/ 556 w 598"/>
                <a:gd name="T99" fmla="*/ 246 h 642"/>
                <a:gd name="T100" fmla="*/ 538 w 598"/>
                <a:gd name="T101" fmla="*/ 290 h 642"/>
                <a:gd name="T102" fmla="*/ 508 w 598"/>
                <a:gd name="T103" fmla="*/ 328 h 642"/>
                <a:gd name="T104" fmla="*/ 468 w 598"/>
                <a:gd name="T105" fmla="*/ 356 h 642"/>
                <a:gd name="T106" fmla="*/ 420 w 598"/>
                <a:gd name="T107" fmla="*/ 372 h 642"/>
                <a:gd name="T108" fmla="*/ 386 w 598"/>
                <a:gd name="T109" fmla="*/ 374 h 642"/>
                <a:gd name="T110" fmla="*/ 338 w 598"/>
                <a:gd name="T111" fmla="*/ 364 h 642"/>
                <a:gd name="T112" fmla="*/ 294 w 598"/>
                <a:gd name="T113" fmla="*/ 342 h 642"/>
                <a:gd name="T114" fmla="*/ 260 w 598"/>
                <a:gd name="T115" fmla="*/ 308 h 642"/>
                <a:gd name="T116" fmla="*/ 236 w 598"/>
                <a:gd name="T117" fmla="*/ 266 h 642"/>
                <a:gd name="T118" fmla="*/ 224 w 598"/>
                <a:gd name="T119" fmla="*/ 216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98" h="642">
                  <a:moveTo>
                    <a:pt x="138" y="398"/>
                  </a:moveTo>
                  <a:lnTo>
                    <a:pt x="14" y="538"/>
                  </a:lnTo>
                  <a:lnTo>
                    <a:pt x="14" y="538"/>
                  </a:lnTo>
                  <a:lnTo>
                    <a:pt x="8" y="548"/>
                  </a:lnTo>
                  <a:lnTo>
                    <a:pt x="2" y="560"/>
                  </a:lnTo>
                  <a:lnTo>
                    <a:pt x="0" y="572"/>
                  </a:lnTo>
                  <a:lnTo>
                    <a:pt x="0" y="584"/>
                  </a:lnTo>
                  <a:lnTo>
                    <a:pt x="2" y="594"/>
                  </a:lnTo>
                  <a:lnTo>
                    <a:pt x="6" y="606"/>
                  </a:lnTo>
                  <a:lnTo>
                    <a:pt x="12" y="616"/>
                  </a:lnTo>
                  <a:lnTo>
                    <a:pt x="20" y="626"/>
                  </a:lnTo>
                  <a:lnTo>
                    <a:pt x="20" y="626"/>
                  </a:lnTo>
                  <a:lnTo>
                    <a:pt x="30" y="634"/>
                  </a:lnTo>
                  <a:lnTo>
                    <a:pt x="42" y="638"/>
                  </a:lnTo>
                  <a:lnTo>
                    <a:pt x="54" y="640"/>
                  </a:lnTo>
                  <a:lnTo>
                    <a:pt x="66" y="642"/>
                  </a:lnTo>
                  <a:lnTo>
                    <a:pt x="78" y="640"/>
                  </a:lnTo>
                  <a:lnTo>
                    <a:pt x="88" y="636"/>
                  </a:lnTo>
                  <a:lnTo>
                    <a:pt x="100" y="628"/>
                  </a:lnTo>
                  <a:lnTo>
                    <a:pt x="108" y="620"/>
                  </a:lnTo>
                  <a:lnTo>
                    <a:pt x="232" y="480"/>
                  </a:lnTo>
                  <a:lnTo>
                    <a:pt x="232" y="480"/>
                  </a:lnTo>
                  <a:lnTo>
                    <a:pt x="238" y="472"/>
                  </a:lnTo>
                  <a:lnTo>
                    <a:pt x="242" y="462"/>
                  </a:lnTo>
                  <a:lnTo>
                    <a:pt x="246" y="452"/>
                  </a:lnTo>
                  <a:lnTo>
                    <a:pt x="246" y="444"/>
                  </a:lnTo>
                  <a:lnTo>
                    <a:pt x="246" y="434"/>
                  </a:lnTo>
                  <a:lnTo>
                    <a:pt x="244" y="424"/>
                  </a:lnTo>
                  <a:lnTo>
                    <a:pt x="242" y="414"/>
                  </a:lnTo>
                  <a:lnTo>
                    <a:pt x="238" y="406"/>
                  </a:lnTo>
                  <a:lnTo>
                    <a:pt x="270" y="370"/>
                  </a:lnTo>
                  <a:lnTo>
                    <a:pt x="270" y="370"/>
                  </a:lnTo>
                  <a:lnTo>
                    <a:pt x="284" y="380"/>
                  </a:lnTo>
                  <a:lnTo>
                    <a:pt x="300" y="388"/>
                  </a:lnTo>
                  <a:lnTo>
                    <a:pt x="316" y="396"/>
                  </a:lnTo>
                  <a:lnTo>
                    <a:pt x="332" y="402"/>
                  </a:lnTo>
                  <a:lnTo>
                    <a:pt x="350" y="408"/>
                  </a:lnTo>
                  <a:lnTo>
                    <a:pt x="368" y="410"/>
                  </a:lnTo>
                  <a:lnTo>
                    <a:pt x="388" y="412"/>
                  </a:lnTo>
                  <a:lnTo>
                    <a:pt x="406" y="410"/>
                  </a:lnTo>
                  <a:lnTo>
                    <a:pt x="406" y="410"/>
                  </a:lnTo>
                  <a:lnTo>
                    <a:pt x="428" y="408"/>
                  </a:lnTo>
                  <a:lnTo>
                    <a:pt x="448" y="404"/>
                  </a:lnTo>
                  <a:lnTo>
                    <a:pt x="466" y="398"/>
                  </a:lnTo>
                  <a:lnTo>
                    <a:pt x="486" y="390"/>
                  </a:lnTo>
                  <a:lnTo>
                    <a:pt x="502" y="380"/>
                  </a:lnTo>
                  <a:lnTo>
                    <a:pt x="518" y="368"/>
                  </a:lnTo>
                  <a:lnTo>
                    <a:pt x="534" y="356"/>
                  </a:lnTo>
                  <a:lnTo>
                    <a:pt x="548" y="342"/>
                  </a:lnTo>
                  <a:lnTo>
                    <a:pt x="560" y="326"/>
                  </a:lnTo>
                  <a:lnTo>
                    <a:pt x="570" y="310"/>
                  </a:lnTo>
                  <a:lnTo>
                    <a:pt x="580" y="292"/>
                  </a:lnTo>
                  <a:lnTo>
                    <a:pt x="586" y="274"/>
                  </a:lnTo>
                  <a:lnTo>
                    <a:pt x="592" y="254"/>
                  </a:lnTo>
                  <a:lnTo>
                    <a:pt x="596" y="234"/>
                  </a:lnTo>
                  <a:lnTo>
                    <a:pt x="598" y="214"/>
                  </a:lnTo>
                  <a:lnTo>
                    <a:pt x="598" y="192"/>
                  </a:lnTo>
                  <a:lnTo>
                    <a:pt x="598" y="192"/>
                  </a:lnTo>
                  <a:lnTo>
                    <a:pt x="596" y="172"/>
                  </a:lnTo>
                  <a:lnTo>
                    <a:pt x="590" y="152"/>
                  </a:lnTo>
                  <a:lnTo>
                    <a:pt x="584" y="132"/>
                  </a:lnTo>
                  <a:lnTo>
                    <a:pt x="576" y="114"/>
                  </a:lnTo>
                  <a:lnTo>
                    <a:pt x="566" y="96"/>
                  </a:lnTo>
                  <a:lnTo>
                    <a:pt x="556" y="80"/>
                  </a:lnTo>
                  <a:lnTo>
                    <a:pt x="542" y="64"/>
                  </a:lnTo>
                  <a:lnTo>
                    <a:pt x="528" y="52"/>
                  </a:lnTo>
                  <a:lnTo>
                    <a:pt x="512" y="38"/>
                  </a:lnTo>
                  <a:lnTo>
                    <a:pt x="496" y="28"/>
                  </a:lnTo>
                  <a:lnTo>
                    <a:pt x="478" y="18"/>
                  </a:lnTo>
                  <a:lnTo>
                    <a:pt x="460" y="12"/>
                  </a:lnTo>
                  <a:lnTo>
                    <a:pt x="440" y="6"/>
                  </a:lnTo>
                  <a:lnTo>
                    <a:pt x="420" y="2"/>
                  </a:lnTo>
                  <a:lnTo>
                    <a:pt x="400" y="0"/>
                  </a:lnTo>
                  <a:lnTo>
                    <a:pt x="378" y="0"/>
                  </a:lnTo>
                  <a:lnTo>
                    <a:pt x="378" y="0"/>
                  </a:lnTo>
                  <a:lnTo>
                    <a:pt x="358" y="4"/>
                  </a:lnTo>
                  <a:lnTo>
                    <a:pt x="338" y="8"/>
                  </a:lnTo>
                  <a:lnTo>
                    <a:pt x="318" y="14"/>
                  </a:lnTo>
                  <a:lnTo>
                    <a:pt x="300" y="22"/>
                  </a:lnTo>
                  <a:lnTo>
                    <a:pt x="282" y="32"/>
                  </a:lnTo>
                  <a:lnTo>
                    <a:pt x="266" y="44"/>
                  </a:lnTo>
                  <a:lnTo>
                    <a:pt x="252" y="56"/>
                  </a:lnTo>
                  <a:lnTo>
                    <a:pt x="238" y="70"/>
                  </a:lnTo>
                  <a:lnTo>
                    <a:pt x="226" y="86"/>
                  </a:lnTo>
                  <a:lnTo>
                    <a:pt x="214" y="102"/>
                  </a:lnTo>
                  <a:lnTo>
                    <a:pt x="206" y="120"/>
                  </a:lnTo>
                  <a:lnTo>
                    <a:pt x="198" y="138"/>
                  </a:lnTo>
                  <a:lnTo>
                    <a:pt x="192" y="158"/>
                  </a:lnTo>
                  <a:lnTo>
                    <a:pt x="188" y="178"/>
                  </a:lnTo>
                  <a:lnTo>
                    <a:pt x="188" y="198"/>
                  </a:lnTo>
                  <a:lnTo>
                    <a:pt x="188" y="220"/>
                  </a:lnTo>
                  <a:lnTo>
                    <a:pt x="188" y="220"/>
                  </a:lnTo>
                  <a:lnTo>
                    <a:pt x="190" y="238"/>
                  </a:lnTo>
                  <a:lnTo>
                    <a:pt x="192" y="254"/>
                  </a:lnTo>
                  <a:lnTo>
                    <a:pt x="198" y="272"/>
                  </a:lnTo>
                  <a:lnTo>
                    <a:pt x="204" y="288"/>
                  </a:lnTo>
                  <a:lnTo>
                    <a:pt x="212" y="304"/>
                  </a:lnTo>
                  <a:lnTo>
                    <a:pt x="220" y="318"/>
                  </a:lnTo>
                  <a:lnTo>
                    <a:pt x="230" y="332"/>
                  </a:lnTo>
                  <a:lnTo>
                    <a:pt x="242" y="344"/>
                  </a:lnTo>
                  <a:lnTo>
                    <a:pt x="210" y="382"/>
                  </a:lnTo>
                  <a:lnTo>
                    <a:pt x="210" y="382"/>
                  </a:lnTo>
                  <a:lnTo>
                    <a:pt x="200" y="378"/>
                  </a:lnTo>
                  <a:lnTo>
                    <a:pt x="190" y="376"/>
                  </a:lnTo>
                  <a:lnTo>
                    <a:pt x="180" y="376"/>
                  </a:lnTo>
                  <a:lnTo>
                    <a:pt x="172" y="378"/>
                  </a:lnTo>
                  <a:lnTo>
                    <a:pt x="162" y="380"/>
                  </a:lnTo>
                  <a:lnTo>
                    <a:pt x="154" y="384"/>
                  </a:lnTo>
                  <a:lnTo>
                    <a:pt x="144" y="390"/>
                  </a:lnTo>
                  <a:lnTo>
                    <a:pt x="138" y="398"/>
                  </a:lnTo>
                  <a:lnTo>
                    <a:pt x="138" y="398"/>
                  </a:lnTo>
                  <a:close/>
                  <a:moveTo>
                    <a:pt x="224" y="216"/>
                  </a:moveTo>
                  <a:lnTo>
                    <a:pt x="224" y="216"/>
                  </a:lnTo>
                  <a:lnTo>
                    <a:pt x="224" y="200"/>
                  </a:lnTo>
                  <a:lnTo>
                    <a:pt x="226" y="182"/>
                  </a:lnTo>
                  <a:lnTo>
                    <a:pt x="228" y="166"/>
                  </a:lnTo>
                  <a:lnTo>
                    <a:pt x="234" y="150"/>
                  </a:lnTo>
                  <a:lnTo>
                    <a:pt x="240" y="136"/>
                  </a:lnTo>
                  <a:lnTo>
                    <a:pt x="248" y="122"/>
                  </a:lnTo>
                  <a:lnTo>
                    <a:pt x="256" y="108"/>
                  </a:lnTo>
                  <a:lnTo>
                    <a:pt x="266" y="94"/>
                  </a:lnTo>
                  <a:lnTo>
                    <a:pt x="278" y="84"/>
                  </a:lnTo>
                  <a:lnTo>
                    <a:pt x="290" y="72"/>
                  </a:lnTo>
                  <a:lnTo>
                    <a:pt x="302" y="64"/>
                  </a:lnTo>
                  <a:lnTo>
                    <a:pt x="316" y="56"/>
                  </a:lnTo>
                  <a:lnTo>
                    <a:pt x="332" y="48"/>
                  </a:lnTo>
                  <a:lnTo>
                    <a:pt x="348" y="44"/>
                  </a:lnTo>
                  <a:lnTo>
                    <a:pt x="364" y="40"/>
                  </a:lnTo>
                  <a:lnTo>
                    <a:pt x="382" y="38"/>
                  </a:lnTo>
                  <a:lnTo>
                    <a:pt x="382" y="38"/>
                  </a:lnTo>
                  <a:lnTo>
                    <a:pt x="398" y="38"/>
                  </a:lnTo>
                  <a:lnTo>
                    <a:pt x="416" y="40"/>
                  </a:lnTo>
                  <a:lnTo>
                    <a:pt x="432" y="42"/>
                  </a:lnTo>
                  <a:lnTo>
                    <a:pt x="448" y="46"/>
                  </a:lnTo>
                  <a:lnTo>
                    <a:pt x="462" y="52"/>
                  </a:lnTo>
                  <a:lnTo>
                    <a:pt x="478" y="60"/>
                  </a:lnTo>
                  <a:lnTo>
                    <a:pt x="490" y="70"/>
                  </a:lnTo>
                  <a:lnTo>
                    <a:pt x="504" y="80"/>
                  </a:lnTo>
                  <a:lnTo>
                    <a:pt x="516" y="90"/>
                  </a:lnTo>
                  <a:lnTo>
                    <a:pt x="526" y="102"/>
                  </a:lnTo>
                  <a:lnTo>
                    <a:pt x="534" y="116"/>
                  </a:lnTo>
                  <a:lnTo>
                    <a:pt x="542" y="130"/>
                  </a:lnTo>
                  <a:lnTo>
                    <a:pt x="550" y="146"/>
                  </a:lnTo>
                  <a:lnTo>
                    <a:pt x="554" y="160"/>
                  </a:lnTo>
                  <a:lnTo>
                    <a:pt x="558" y="178"/>
                  </a:lnTo>
                  <a:lnTo>
                    <a:pt x="560" y="194"/>
                  </a:lnTo>
                  <a:lnTo>
                    <a:pt x="560" y="194"/>
                  </a:lnTo>
                  <a:lnTo>
                    <a:pt x="560" y="212"/>
                  </a:lnTo>
                  <a:lnTo>
                    <a:pt x="560" y="228"/>
                  </a:lnTo>
                  <a:lnTo>
                    <a:pt x="556" y="246"/>
                  </a:lnTo>
                  <a:lnTo>
                    <a:pt x="552" y="260"/>
                  </a:lnTo>
                  <a:lnTo>
                    <a:pt x="546" y="276"/>
                  </a:lnTo>
                  <a:lnTo>
                    <a:pt x="538" y="290"/>
                  </a:lnTo>
                  <a:lnTo>
                    <a:pt x="530" y="304"/>
                  </a:lnTo>
                  <a:lnTo>
                    <a:pt x="520" y="316"/>
                  </a:lnTo>
                  <a:lnTo>
                    <a:pt x="508" y="328"/>
                  </a:lnTo>
                  <a:lnTo>
                    <a:pt x="496" y="338"/>
                  </a:lnTo>
                  <a:lnTo>
                    <a:pt x="482" y="348"/>
                  </a:lnTo>
                  <a:lnTo>
                    <a:pt x="468" y="356"/>
                  </a:lnTo>
                  <a:lnTo>
                    <a:pt x="454" y="362"/>
                  </a:lnTo>
                  <a:lnTo>
                    <a:pt x="438" y="368"/>
                  </a:lnTo>
                  <a:lnTo>
                    <a:pt x="420" y="372"/>
                  </a:lnTo>
                  <a:lnTo>
                    <a:pt x="404" y="374"/>
                  </a:lnTo>
                  <a:lnTo>
                    <a:pt x="404" y="374"/>
                  </a:lnTo>
                  <a:lnTo>
                    <a:pt x="386" y="374"/>
                  </a:lnTo>
                  <a:lnTo>
                    <a:pt x="370" y="372"/>
                  </a:lnTo>
                  <a:lnTo>
                    <a:pt x="354" y="370"/>
                  </a:lnTo>
                  <a:lnTo>
                    <a:pt x="338" y="364"/>
                  </a:lnTo>
                  <a:lnTo>
                    <a:pt x="322" y="358"/>
                  </a:lnTo>
                  <a:lnTo>
                    <a:pt x="308" y="352"/>
                  </a:lnTo>
                  <a:lnTo>
                    <a:pt x="294" y="342"/>
                  </a:lnTo>
                  <a:lnTo>
                    <a:pt x="282" y="332"/>
                  </a:lnTo>
                  <a:lnTo>
                    <a:pt x="270" y="322"/>
                  </a:lnTo>
                  <a:lnTo>
                    <a:pt x="260" y="308"/>
                  </a:lnTo>
                  <a:lnTo>
                    <a:pt x="250" y="296"/>
                  </a:lnTo>
                  <a:lnTo>
                    <a:pt x="242" y="282"/>
                  </a:lnTo>
                  <a:lnTo>
                    <a:pt x="236" y="266"/>
                  </a:lnTo>
                  <a:lnTo>
                    <a:pt x="230" y="250"/>
                  </a:lnTo>
                  <a:lnTo>
                    <a:pt x="226" y="234"/>
                  </a:lnTo>
                  <a:lnTo>
                    <a:pt x="224" y="216"/>
                  </a:lnTo>
                  <a:lnTo>
                    <a:pt x="224" y="2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600"/>
            </a:p>
          </p:txBody>
        </p:sp>
      </p:grpSp>
      <p:grpSp>
        <p:nvGrpSpPr>
          <p:cNvPr id="21" name="그룹 11"/>
          <p:cNvGrpSpPr/>
          <p:nvPr/>
        </p:nvGrpSpPr>
        <p:grpSpPr>
          <a:xfrm>
            <a:off x="4133951" y="4744314"/>
            <a:ext cx="650100" cy="598967"/>
            <a:chOff x="-2473325" y="1273175"/>
            <a:chExt cx="1130300" cy="1041400"/>
          </a:xfrm>
          <a:solidFill>
            <a:schemeClr val="bg1"/>
          </a:solidFill>
        </p:grpSpPr>
        <p:sp>
          <p:nvSpPr>
            <p:cNvPr id="22" name="Freeform 9"/>
            <p:cNvSpPr>
              <a:spLocks noEditPoints="1"/>
            </p:cNvSpPr>
            <p:nvPr/>
          </p:nvSpPr>
          <p:spPr bwMode="auto">
            <a:xfrm>
              <a:off x="-2473325" y="1273175"/>
              <a:ext cx="1130300" cy="1041400"/>
            </a:xfrm>
            <a:custGeom>
              <a:avLst/>
              <a:gdLst>
                <a:gd name="T0" fmla="*/ 476 w 712"/>
                <a:gd name="T1" fmla="*/ 582 h 656"/>
                <a:gd name="T2" fmla="*/ 416 w 712"/>
                <a:gd name="T3" fmla="*/ 456 h 656"/>
                <a:gd name="T4" fmla="*/ 546 w 712"/>
                <a:gd name="T5" fmla="*/ 500 h 656"/>
                <a:gd name="T6" fmla="*/ 538 w 712"/>
                <a:gd name="T7" fmla="*/ 580 h 656"/>
                <a:gd name="T8" fmla="*/ 428 w 712"/>
                <a:gd name="T9" fmla="*/ 424 h 656"/>
                <a:gd name="T10" fmla="*/ 670 w 712"/>
                <a:gd name="T11" fmla="*/ 244 h 656"/>
                <a:gd name="T12" fmla="*/ 616 w 712"/>
                <a:gd name="T13" fmla="*/ 328 h 656"/>
                <a:gd name="T14" fmla="*/ 468 w 712"/>
                <a:gd name="T15" fmla="*/ 296 h 656"/>
                <a:gd name="T16" fmla="*/ 610 w 712"/>
                <a:gd name="T17" fmla="*/ 206 h 656"/>
                <a:gd name="T18" fmla="*/ 392 w 712"/>
                <a:gd name="T19" fmla="*/ 436 h 656"/>
                <a:gd name="T20" fmla="*/ 262 w 712"/>
                <a:gd name="T21" fmla="*/ 406 h 656"/>
                <a:gd name="T22" fmla="*/ 258 w 712"/>
                <a:gd name="T23" fmla="*/ 244 h 656"/>
                <a:gd name="T24" fmla="*/ 418 w 712"/>
                <a:gd name="T25" fmla="*/ 270 h 656"/>
                <a:gd name="T26" fmla="*/ 406 w 712"/>
                <a:gd name="T27" fmla="*/ 396 h 656"/>
                <a:gd name="T28" fmla="*/ 376 w 712"/>
                <a:gd name="T29" fmla="*/ 468 h 656"/>
                <a:gd name="T30" fmla="*/ 232 w 712"/>
                <a:gd name="T31" fmla="*/ 590 h 656"/>
                <a:gd name="T32" fmla="*/ 208 w 712"/>
                <a:gd name="T33" fmla="*/ 498 h 656"/>
                <a:gd name="T34" fmla="*/ 314 w 712"/>
                <a:gd name="T35" fmla="*/ 562 h 656"/>
                <a:gd name="T36" fmla="*/ 248 w 712"/>
                <a:gd name="T37" fmla="*/ 602 h 656"/>
                <a:gd name="T38" fmla="*/ 240 w 712"/>
                <a:gd name="T39" fmla="*/ 464 h 656"/>
                <a:gd name="T40" fmla="*/ 304 w 712"/>
                <a:gd name="T41" fmla="*/ 152 h 656"/>
                <a:gd name="T42" fmla="*/ 288 w 712"/>
                <a:gd name="T43" fmla="*/ 178 h 656"/>
                <a:gd name="T44" fmla="*/ 438 w 712"/>
                <a:gd name="T45" fmla="*/ 76 h 656"/>
                <a:gd name="T46" fmla="*/ 412 w 712"/>
                <a:gd name="T47" fmla="*/ 172 h 656"/>
                <a:gd name="T48" fmla="*/ 346 w 712"/>
                <a:gd name="T49" fmla="*/ 94 h 656"/>
                <a:gd name="T50" fmla="*/ 418 w 712"/>
                <a:gd name="T51" fmla="*/ 54 h 656"/>
                <a:gd name="T52" fmla="*/ 452 w 712"/>
                <a:gd name="T53" fmla="*/ 198 h 656"/>
                <a:gd name="T54" fmla="*/ 42 w 712"/>
                <a:gd name="T55" fmla="*/ 414 h 656"/>
                <a:gd name="T56" fmla="*/ 150 w 712"/>
                <a:gd name="T57" fmla="*/ 298 h 656"/>
                <a:gd name="T58" fmla="*/ 180 w 712"/>
                <a:gd name="T59" fmla="*/ 468 h 656"/>
                <a:gd name="T60" fmla="*/ 48 w 712"/>
                <a:gd name="T61" fmla="*/ 436 h 656"/>
                <a:gd name="T62" fmla="*/ 226 w 712"/>
                <a:gd name="T63" fmla="*/ 258 h 656"/>
                <a:gd name="T64" fmla="*/ 126 w 712"/>
                <a:gd name="T65" fmla="*/ 76 h 656"/>
                <a:gd name="T66" fmla="*/ 232 w 712"/>
                <a:gd name="T67" fmla="*/ 100 h 656"/>
                <a:gd name="T68" fmla="*/ 200 w 712"/>
                <a:gd name="T69" fmla="*/ 236 h 656"/>
                <a:gd name="T70" fmla="*/ 114 w 712"/>
                <a:gd name="T71" fmla="*/ 118 h 656"/>
                <a:gd name="T72" fmla="*/ 710 w 712"/>
                <a:gd name="T73" fmla="*/ 232 h 656"/>
                <a:gd name="T74" fmla="*/ 638 w 712"/>
                <a:gd name="T75" fmla="*/ 176 h 656"/>
                <a:gd name="T76" fmla="*/ 486 w 712"/>
                <a:gd name="T77" fmla="*/ 104 h 656"/>
                <a:gd name="T78" fmla="*/ 434 w 712"/>
                <a:gd name="T79" fmla="*/ 2 h 656"/>
                <a:gd name="T80" fmla="*/ 350 w 712"/>
                <a:gd name="T81" fmla="*/ 38 h 656"/>
                <a:gd name="T82" fmla="*/ 206 w 712"/>
                <a:gd name="T83" fmla="*/ 50 h 656"/>
                <a:gd name="T84" fmla="*/ 106 w 712"/>
                <a:gd name="T85" fmla="*/ 36 h 656"/>
                <a:gd name="T86" fmla="*/ 78 w 712"/>
                <a:gd name="T87" fmla="*/ 88 h 656"/>
                <a:gd name="T88" fmla="*/ 134 w 712"/>
                <a:gd name="T89" fmla="*/ 272 h 656"/>
                <a:gd name="T90" fmla="*/ 0 w 712"/>
                <a:gd name="T91" fmla="*/ 412 h 656"/>
                <a:gd name="T92" fmla="*/ 14 w 712"/>
                <a:gd name="T93" fmla="*/ 460 h 656"/>
                <a:gd name="T94" fmla="*/ 178 w 712"/>
                <a:gd name="T95" fmla="*/ 500 h 656"/>
                <a:gd name="T96" fmla="*/ 206 w 712"/>
                <a:gd name="T97" fmla="*/ 636 h 656"/>
                <a:gd name="T98" fmla="*/ 278 w 712"/>
                <a:gd name="T99" fmla="*/ 646 h 656"/>
                <a:gd name="T100" fmla="*/ 398 w 712"/>
                <a:gd name="T101" fmla="*/ 572 h 656"/>
                <a:gd name="T102" fmla="*/ 550 w 712"/>
                <a:gd name="T103" fmla="*/ 624 h 656"/>
                <a:gd name="T104" fmla="*/ 584 w 712"/>
                <a:gd name="T105" fmla="*/ 584 h 656"/>
                <a:gd name="T106" fmla="*/ 538 w 712"/>
                <a:gd name="T107" fmla="*/ 408 h 656"/>
                <a:gd name="T108" fmla="*/ 706 w 712"/>
                <a:gd name="T109" fmla="*/ 272 h 6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2" h="656">
                  <a:moveTo>
                    <a:pt x="538" y="580"/>
                  </a:moveTo>
                  <a:lnTo>
                    <a:pt x="538" y="580"/>
                  </a:lnTo>
                  <a:lnTo>
                    <a:pt x="532" y="584"/>
                  </a:lnTo>
                  <a:lnTo>
                    <a:pt x="526" y="586"/>
                  </a:lnTo>
                  <a:lnTo>
                    <a:pt x="512" y="588"/>
                  </a:lnTo>
                  <a:lnTo>
                    <a:pt x="496" y="588"/>
                  </a:lnTo>
                  <a:lnTo>
                    <a:pt x="476" y="582"/>
                  </a:lnTo>
                  <a:lnTo>
                    <a:pt x="456" y="572"/>
                  </a:lnTo>
                  <a:lnTo>
                    <a:pt x="432" y="560"/>
                  </a:lnTo>
                  <a:lnTo>
                    <a:pt x="408" y="544"/>
                  </a:lnTo>
                  <a:lnTo>
                    <a:pt x="382" y="526"/>
                  </a:lnTo>
                  <a:lnTo>
                    <a:pt x="382" y="526"/>
                  </a:lnTo>
                  <a:lnTo>
                    <a:pt x="398" y="492"/>
                  </a:lnTo>
                  <a:lnTo>
                    <a:pt x="416" y="456"/>
                  </a:lnTo>
                  <a:lnTo>
                    <a:pt x="416" y="456"/>
                  </a:lnTo>
                  <a:lnTo>
                    <a:pt x="468" y="438"/>
                  </a:lnTo>
                  <a:lnTo>
                    <a:pt x="516" y="418"/>
                  </a:lnTo>
                  <a:lnTo>
                    <a:pt x="516" y="418"/>
                  </a:lnTo>
                  <a:lnTo>
                    <a:pt x="530" y="448"/>
                  </a:lnTo>
                  <a:lnTo>
                    <a:pt x="540" y="474"/>
                  </a:lnTo>
                  <a:lnTo>
                    <a:pt x="546" y="500"/>
                  </a:lnTo>
                  <a:lnTo>
                    <a:pt x="550" y="522"/>
                  </a:lnTo>
                  <a:lnTo>
                    <a:pt x="552" y="542"/>
                  </a:lnTo>
                  <a:lnTo>
                    <a:pt x="550" y="558"/>
                  </a:lnTo>
                  <a:lnTo>
                    <a:pt x="546" y="572"/>
                  </a:lnTo>
                  <a:lnTo>
                    <a:pt x="542" y="576"/>
                  </a:lnTo>
                  <a:lnTo>
                    <a:pt x="538" y="580"/>
                  </a:lnTo>
                  <a:lnTo>
                    <a:pt x="538" y="580"/>
                  </a:lnTo>
                  <a:close/>
                  <a:moveTo>
                    <a:pt x="460" y="324"/>
                  </a:moveTo>
                  <a:lnTo>
                    <a:pt x="460" y="324"/>
                  </a:lnTo>
                  <a:lnTo>
                    <a:pt x="484" y="360"/>
                  </a:lnTo>
                  <a:lnTo>
                    <a:pt x="504" y="394"/>
                  </a:lnTo>
                  <a:lnTo>
                    <a:pt x="504" y="394"/>
                  </a:lnTo>
                  <a:lnTo>
                    <a:pt x="468" y="410"/>
                  </a:lnTo>
                  <a:lnTo>
                    <a:pt x="428" y="424"/>
                  </a:lnTo>
                  <a:lnTo>
                    <a:pt x="428" y="424"/>
                  </a:lnTo>
                  <a:lnTo>
                    <a:pt x="450" y="364"/>
                  </a:lnTo>
                  <a:lnTo>
                    <a:pt x="450" y="364"/>
                  </a:lnTo>
                  <a:lnTo>
                    <a:pt x="460" y="324"/>
                  </a:lnTo>
                  <a:lnTo>
                    <a:pt x="460" y="324"/>
                  </a:lnTo>
                  <a:close/>
                  <a:moveTo>
                    <a:pt x="670" y="244"/>
                  </a:moveTo>
                  <a:lnTo>
                    <a:pt x="670" y="244"/>
                  </a:lnTo>
                  <a:lnTo>
                    <a:pt x="670" y="250"/>
                  </a:lnTo>
                  <a:lnTo>
                    <a:pt x="670" y="258"/>
                  </a:lnTo>
                  <a:lnTo>
                    <a:pt x="668" y="266"/>
                  </a:lnTo>
                  <a:lnTo>
                    <a:pt x="664" y="274"/>
                  </a:lnTo>
                  <a:lnTo>
                    <a:pt x="654" y="292"/>
                  </a:lnTo>
                  <a:lnTo>
                    <a:pt x="638" y="310"/>
                  </a:lnTo>
                  <a:lnTo>
                    <a:pt x="616" y="328"/>
                  </a:lnTo>
                  <a:lnTo>
                    <a:pt x="590" y="348"/>
                  </a:lnTo>
                  <a:lnTo>
                    <a:pt x="560" y="366"/>
                  </a:lnTo>
                  <a:lnTo>
                    <a:pt x="524" y="384"/>
                  </a:lnTo>
                  <a:lnTo>
                    <a:pt x="524" y="384"/>
                  </a:lnTo>
                  <a:lnTo>
                    <a:pt x="498" y="340"/>
                  </a:lnTo>
                  <a:lnTo>
                    <a:pt x="468" y="296"/>
                  </a:lnTo>
                  <a:lnTo>
                    <a:pt x="468" y="296"/>
                  </a:lnTo>
                  <a:lnTo>
                    <a:pt x="478" y="244"/>
                  </a:lnTo>
                  <a:lnTo>
                    <a:pt x="484" y="196"/>
                  </a:lnTo>
                  <a:lnTo>
                    <a:pt x="484" y="196"/>
                  </a:lnTo>
                  <a:lnTo>
                    <a:pt x="520" y="194"/>
                  </a:lnTo>
                  <a:lnTo>
                    <a:pt x="554" y="196"/>
                  </a:lnTo>
                  <a:lnTo>
                    <a:pt x="584" y="200"/>
                  </a:lnTo>
                  <a:lnTo>
                    <a:pt x="610" y="206"/>
                  </a:lnTo>
                  <a:lnTo>
                    <a:pt x="632" y="212"/>
                  </a:lnTo>
                  <a:lnTo>
                    <a:pt x="650" y="222"/>
                  </a:lnTo>
                  <a:lnTo>
                    <a:pt x="662" y="232"/>
                  </a:lnTo>
                  <a:lnTo>
                    <a:pt x="666" y="238"/>
                  </a:lnTo>
                  <a:lnTo>
                    <a:pt x="670" y="244"/>
                  </a:lnTo>
                  <a:lnTo>
                    <a:pt x="670" y="244"/>
                  </a:lnTo>
                  <a:close/>
                  <a:moveTo>
                    <a:pt x="392" y="436"/>
                  </a:moveTo>
                  <a:lnTo>
                    <a:pt x="392" y="436"/>
                  </a:lnTo>
                  <a:lnTo>
                    <a:pt x="348" y="446"/>
                  </a:lnTo>
                  <a:lnTo>
                    <a:pt x="306" y="456"/>
                  </a:lnTo>
                  <a:lnTo>
                    <a:pt x="306" y="456"/>
                  </a:lnTo>
                  <a:lnTo>
                    <a:pt x="284" y="432"/>
                  </a:lnTo>
                  <a:lnTo>
                    <a:pt x="262" y="406"/>
                  </a:lnTo>
                  <a:lnTo>
                    <a:pt x="262" y="406"/>
                  </a:lnTo>
                  <a:lnTo>
                    <a:pt x="224" y="356"/>
                  </a:lnTo>
                  <a:lnTo>
                    <a:pt x="224" y="356"/>
                  </a:lnTo>
                  <a:lnTo>
                    <a:pt x="230" y="328"/>
                  </a:lnTo>
                  <a:lnTo>
                    <a:pt x="238" y="298"/>
                  </a:lnTo>
                  <a:lnTo>
                    <a:pt x="238" y="298"/>
                  </a:lnTo>
                  <a:lnTo>
                    <a:pt x="258" y="244"/>
                  </a:lnTo>
                  <a:lnTo>
                    <a:pt x="258" y="244"/>
                  </a:lnTo>
                  <a:lnTo>
                    <a:pt x="288" y="234"/>
                  </a:lnTo>
                  <a:lnTo>
                    <a:pt x="318" y="224"/>
                  </a:lnTo>
                  <a:lnTo>
                    <a:pt x="318" y="224"/>
                  </a:lnTo>
                  <a:lnTo>
                    <a:pt x="368" y="212"/>
                  </a:lnTo>
                  <a:lnTo>
                    <a:pt x="368" y="212"/>
                  </a:lnTo>
                  <a:lnTo>
                    <a:pt x="394" y="240"/>
                  </a:lnTo>
                  <a:lnTo>
                    <a:pt x="418" y="270"/>
                  </a:lnTo>
                  <a:lnTo>
                    <a:pt x="418" y="270"/>
                  </a:lnTo>
                  <a:lnTo>
                    <a:pt x="438" y="292"/>
                  </a:lnTo>
                  <a:lnTo>
                    <a:pt x="438" y="292"/>
                  </a:lnTo>
                  <a:lnTo>
                    <a:pt x="430" y="324"/>
                  </a:lnTo>
                  <a:lnTo>
                    <a:pt x="420" y="356"/>
                  </a:lnTo>
                  <a:lnTo>
                    <a:pt x="420" y="356"/>
                  </a:lnTo>
                  <a:lnTo>
                    <a:pt x="406" y="396"/>
                  </a:lnTo>
                  <a:lnTo>
                    <a:pt x="392" y="436"/>
                  </a:lnTo>
                  <a:lnTo>
                    <a:pt x="392" y="436"/>
                  </a:lnTo>
                  <a:close/>
                  <a:moveTo>
                    <a:pt x="356" y="504"/>
                  </a:moveTo>
                  <a:lnTo>
                    <a:pt x="356" y="504"/>
                  </a:lnTo>
                  <a:lnTo>
                    <a:pt x="330" y="480"/>
                  </a:lnTo>
                  <a:lnTo>
                    <a:pt x="330" y="480"/>
                  </a:lnTo>
                  <a:lnTo>
                    <a:pt x="376" y="468"/>
                  </a:lnTo>
                  <a:lnTo>
                    <a:pt x="376" y="468"/>
                  </a:lnTo>
                  <a:lnTo>
                    <a:pt x="356" y="504"/>
                  </a:lnTo>
                  <a:lnTo>
                    <a:pt x="356" y="504"/>
                  </a:lnTo>
                  <a:close/>
                  <a:moveTo>
                    <a:pt x="248" y="602"/>
                  </a:moveTo>
                  <a:lnTo>
                    <a:pt x="248" y="602"/>
                  </a:lnTo>
                  <a:lnTo>
                    <a:pt x="240" y="598"/>
                  </a:lnTo>
                  <a:lnTo>
                    <a:pt x="232" y="590"/>
                  </a:lnTo>
                  <a:lnTo>
                    <a:pt x="226" y="580"/>
                  </a:lnTo>
                  <a:lnTo>
                    <a:pt x="220" y="568"/>
                  </a:lnTo>
                  <a:lnTo>
                    <a:pt x="216" y="554"/>
                  </a:lnTo>
                  <a:lnTo>
                    <a:pt x="212" y="538"/>
                  </a:lnTo>
                  <a:lnTo>
                    <a:pt x="210" y="518"/>
                  </a:lnTo>
                  <a:lnTo>
                    <a:pt x="208" y="498"/>
                  </a:lnTo>
                  <a:lnTo>
                    <a:pt x="208" y="498"/>
                  </a:lnTo>
                  <a:lnTo>
                    <a:pt x="252" y="494"/>
                  </a:lnTo>
                  <a:lnTo>
                    <a:pt x="296" y="486"/>
                  </a:lnTo>
                  <a:lnTo>
                    <a:pt x="296" y="486"/>
                  </a:lnTo>
                  <a:lnTo>
                    <a:pt x="340" y="528"/>
                  </a:lnTo>
                  <a:lnTo>
                    <a:pt x="340" y="528"/>
                  </a:lnTo>
                  <a:lnTo>
                    <a:pt x="328" y="546"/>
                  </a:lnTo>
                  <a:lnTo>
                    <a:pt x="314" y="562"/>
                  </a:lnTo>
                  <a:lnTo>
                    <a:pt x="302" y="576"/>
                  </a:lnTo>
                  <a:lnTo>
                    <a:pt x="290" y="588"/>
                  </a:lnTo>
                  <a:lnTo>
                    <a:pt x="278" y="596"/>
                  </a:lnTo>
                  <a:lnTo>
                    <a:pt x="266" y="600"/>
                  </a:lnTo>
                  <a:lnTo>
                    <a:pt x="256" y="602"/>
                  </a:lnTo>
                  <a:lnTo>
                    <a:pt x="248" y="602"/>
                  </a:lnTo>
                  <a:lnTo>
                    <a:pt x="248" y="602"/>
                  </a:lnTo>
                  <a:close/>
                  <a:moveTo>
                    <a:pt x="216" y="396"/>
                  </a:moveTo>
                  <a:lnTo>
                    <a:pt x="216" y="396"/>
                  </a:lnTo>
                  <a:lnTo>
                    <a:pt x="230" y="412"/>
                  </a:lnTo>
                  <a:lnTo>
                    <a:pt x="230" y="412"/>
                  </a:lnTo>
                  <a:lnTo>
                    <a:pt x="272" y="460"/>
                  </a:lnTo>
                  <a:lnTo>
                    <a:pt x="272" y="460"/>
                  </a:lnTo>
                  <a:lnTo>
                    <a:pt x="240" y="464"/>
                  </a:lnTo>
                  <a:lnTo>
                    <a:pt x="208" y="468"/>
                  </a:lnTo>
                  <a:lnTo>
                    <a:pt x="208" y="468"/>
                  </a:lnTo>
                  <a:lnTo>
                    <a:pt x="212" y="432"/>
                  </a:lnTo>
                  <a:lnTo>
                    <a:pt x="216" y="396"/>
                  </a:lnTo>
                  <a:lnTo>
                    <a:pt x="216" y="396"/>
                  </a:lnTo>
                  <a:close/>
                  <a:moveTo>
                    <a:pt x="304" y="152"/>
                  </a:moveTo>
                  <a:lnTo>
                    <a:pt x="304" y="152"/>
                  </a:lnTo>
                  <a:lnTo>
                    <a:pt x="342" y="186"/>
                  </a:lnTo>
                  <a:lnTo>
                    <a:pt x="342" y="186"/>
                  </a:lnTo>
                  <a:lnTo>
                    <a:pt x="314" y="194"/>
                  </a:lnTo>
                  <a:lnTo>
                    <a:pt x="314" y="194"/>
                  </a:lnTo>
                  <a:lnTo>
                    <a:pt x="274" y="206"/>
                  </a:lnTo>
                  <a:lnTo>
                    <a:pt x="274" y="206"/>
                  </a:lnTo>
                  <a:lnTo>
                    <a:pt x="288" y="178"/>
                  </a:lnTo>
                  <a:lnTo>
                    <a:pt x="304" y="152"/>
                  </a:lnTo>
                  <a:lnTo>
                    <a:pt x="304" y="152"/>
                  </a:lnTo>
                  <a:close/>
                  <a:moveTo>
                    <a:pt x="418" y="54"/>
                  </a:moveTo>
                  <a:lnTo>
                    <a:pt x="418" y="54"/>
                  </a:lnTo>
                  <a:lnTo>
                    <a:pt x="426" y="58"/>
                  </a:lnTo>
                  <a:lnTo>
                    <a:pt x="432" y="66"/>
                  </a:lnTo>
                  <a:lnTo>
                    <a:pt x="438" y="76"/>
                  </a:lnTo>
                  <a:lnTo>
                    <a:pt x="444" y="90"/>
                  </a:lnTo>
                  <a:lnTo>
                    <a:pt x="448" y="106"/>
                  </a:lnTo>
                  <a:lnTo>
                    <a:pt x="450" y="124"/>
                  </a:lnTo>
                  <a:lnTo>
                    <a:pt x="452" y="144"/>
                  </a:lnTo>
                  <a:lnTo>
                    <a:pt x="452" y="166"/>
                  </a:lnTo>
                  <a:lnTo>
                    <a:pt x="452" y="166"/>
                  </a:lnTo>
                  <a:lnTo>
                    <a:pt x="412" y="172"/>
                  </a:lnTo>
                  <a:lnTo>
                    <a:pt x="370" y="180"/>
                  </a:lnTo>
                  <a:lnTo>
                    <a:pt x="370" y="180"/>
                  </a:lnTo>
                  <a:lnTo>
                    <a:pt x="344" y="154"/>
                  </a:lnTo>
                  <a:lnTo>
                    <a:pt x="318" y="130"/>
                  </a:lnTo>
                  <a:lnTo>
                    <a:pt x="318" y="130"/>
                  </a:lnTo>
                  <a:lnTo>
                    <a:pt x="332" y="110"/>
                  </a:lnTo>
                  <a:lnTo>
                    <a:pt x="346" y="94"/>
                  </a:lnTo>
                  <a:lnTo>
                    <a:pt x="360" y="80"/>
                  </a:lnTo>
                  <a:lnTo>
                    <a:pt x="372" y="70"/>
                  </a:lnTo>
                  <a:lnTo>
                    <a:pt x="386" y="60"/>
                  </a:lnTo>
                  <a:lnTo>
                    <a:pt x="396" y="56"/>
                  </a:lnTo>
                  <a:lnTo>
                    <a:pt x="408" y="54"/>
                  </a:lnTo>
                  <a:lnTo>
                    <a:pt x="418" y="54"/>
                  </a:lnTo>
                  <a:lnTo>
                    <a:pt x="418" y="54"/>
                  </a:lnTo>
                  <a:close/>
                  <a:moveTo>
                    <a:pt x="444" y="264"/>
                  </a:moveTo>
                  <a:lnTo>
                    <a:pt x="444" y="264"/>
                  </a:lnTo>
                  <a:lnTo>
                    <a:pt x="426" y="244"/>
                  </a:lnTo>
                  <a:lnTo>
                    <a:pt x="426" y="244"/>
                  </a:lnTo>
                  <a:lnTo>
                    <a:pt x="396" y="206"/>
                  </a:lnTo>
                  <a:lnTo>
                    <a:pt x="396" y="206"/>
                  </a:lnTo>
                  <a:lnTo>
                    <a:pt x="452" y="198"/>
                  </a:lnTo>
                  <a:lnTo>
                    <a:pt x="452" y="198"/>
                  </a:lnTo>
                  <a:lnTo>
                    <a:pt x="448" y="230"/>
                  </a:lnTo>
                  <a:lnTo>
                    <a:pt x="444" y="264"/>
                  </a:lnTo>
                  <a:lnTo>
                    <a:pt x="444" y="264"/>
                  </a:lnTo>
                  <a:close/>
                  <a:moveTo>
                    <a:pt x="44" y="428"/>
                  </a:moveTo>
                  <a:lnTo>
                    <a:pt x="44" y="428"/>
                  </a:lnTo>
                  <a:lnTo>
                    <a:pt x="42" y="414"/>
                  </a:lnTo>
                  <a:lnTo>
                    <a:pt x="46" y="400"/>
                  </a:lnTo>
                  <a:lnTo>
                    <a:pt x="54" y="386"/>
                  </a:lnTo>
                  <a:lnTo>
                    <a:pt x="66" y="370"/>
                  </a:lnTo>
                  <a:lnTo>
                    <a:pt x="80" y="352"/>
                  </a:lnTo>
                  <a:lnTo>
                    <a:pt x="100" y="334"/>
                  </a:lnTo>
                  <a:lnTo>
                    <a:pt x="124" y="316"/>
                  </a:lnTo>
                  <a:lnTo>
                    <a:pt x="150" y="298"/>
                  </a:lnTo>
                  <a:lnTo>
                    <a:pt x="150" y="298"/>
                  </a:lnTo>
                  <a:lnTo>
                    <a:pt x="170" y="334"/>
                  </a:lnTo>
                  <a:lnTo>
                    <a:pt x="194" y="368"/>
                  </a:lnTo>
                  <a:lnTo>
                    <a:pt x="194" y="368"/>
                  </a:lnTo>
                  <a:lnTo>
                    <a:pt x="186" y="420"/>
                  </a:lnTo>
                  <a:lnTo>
                    <a:pt x="180" y="468"/>
                  </a:lnTo>
                  <a:lnTo>
                    <a:pt x="180" y="468"/>
                  </a:lnTo>
                  <a:lnTo>
                    <a:pt x="152" y="468"/>
                  </a:lnTo>
                  <a:lnTo>
                    <a:pt x="128" y="466"/>
                  </a:lnTo>
                  <a:lnTo>
                    <a:pt x="106" y="462"/>
                  </a:lnTo>
                  <a:lnTo>
                    <a:pt x="86" y="458"/>
                  </a:lnTo>
                  <a:lnTo>
                    <a:pt x="70" y="452"/>
                  </a:lnTo>
                  <a:lnTo>
                    <a:pt x="58" y="446"/>
                  </a:lnTo>
                  <a:lnTo>
                    <a:pt x="48" y="436"/>
                  </a:lnTo>
                  <a:lnTo>
                    <a:pt x="44" y="428"/>
                  </a:lnTo>
                  <a:lnTo>
                    <a:pt x="44" y="428"/>
                  </a:lnTo>
                  <a:close/>
                  <a:moveTo>
                    <a:pt x="204" y="328"/>
                  </a:moveTo>
                  <a:lnTo>
                    <a:pt x="204" y="328"/>
                  </a:lnTo>
                  <a:lnTo>
                    <a:pt x="176" y="282"/>
                  </a:lnTo>
                  <a:lnTo>
                    <a:pt x="176" y="282"/>
                  </a:lnTo>
                  <a:lnTo>
                    <a:pt x="226" y="258"/>
                  </a:lnTo>
                  <a:lnTo>
                    <a:pt x="226" y="258"/>
                  </a:lnTo>
                  <a:lnTo>
                    <a:pt x="214" y="292"/>
                  </a:lnTo>
                  <a:lnTo>
                    <a:pt x="214" y="292"/>
                  </a:lnTo>
                  <a:lnTo>
                    <a:pt x="204" y="328"/>
                  </a:lnTo>
                  <a:lnTo>
                    <a:pt x="204" y="328"/>
                  </a:lnTo>
                  <a:close/>
                  <a:moveTo>
                    <a:pt x="126" y="76"/>
                  </a:moveTo>
                  <a:lnTo>
                    <a:pt x="126" y="76"/>
                  </a:lnTo>
                  <a:lnTo>
                    <a:pt x="132" y="72"/>
                  </a:lnTo>
                  <a:lnTo>
                    <a:pt x="138" y="70"/>
                  </a:lnTo>
                  <a:lnTo>
                    <a:pt x="150" y="68"/>
                  </a:lnTo>
                  <a:lnTo>
                    <a:pt x="168" y="70"/>
                  </a:lnTo>
                  <a:lnTo>
                    <a:pt x="186" y="76"/>
                  </a:lnTo>
                  <a:lnTo>
                    <a:pt x="208" y="86"/>
                  </a:lnTo>
                  <a:lnTo>
                    <a:pt x="232" y="100"/>
                  </a:lnTo>
                  <a:lnTo>
                    <a:pt x="256" y="114"/>
                  </a:lnTo>
                  <a:lnTo>
                    <a:pt x="282" y="134"/>
                  </a:lnTo>
                  <a:lnTo>
                    <a:pt x="282" y="134"/>
                  </a:lnTo>
                  <a:lnTo>
                    <a:pt x="260" y="174"/>
                  </a:lnTo>
                  <a:lnTo>
                    <a:pt x="240" y="218"/>
                  </a:lnTo>
                  <a:lnTo>
                    <a:pt x="240" y="218"/>
                  </a:lnTo>
                  <a:lnTo>
                    <a:pt x="200" y="236"/>
                  </a:lnTo>
                  <a:lnTo>
                    <a:pt x="162" y="256"/>
                  </a:lnTo>
                  <a:lnTo>
                    <a:pt x="162" y="256"/>
                  </a:lnTo>
                  <a:lnTo>
                    <a:pt x="146" y="224"/>
                  </a:lnTo>
                  <a:lnTo>
                    <a:pt x="134" y="194"/>
                  </a:lnTo>
                  <a:lnTo>
                    <a:pt x="124" y="166"/>
                  </a:lnTo>
                  <a:lnTo>
                    <a:pt x="118" y="140"/>
                  </a:lnTo>
                  <a:lnTo>
                    <a:pt x="114" y="118"/>
                  </a:lnTo>
                  <a:lnTo>
                    <a:pt x="114" y="100"/>
                  </a:lnTo>
                  <a:lnTo>
                    <a:pt x="118" y="86"/>
                  </a:lnTo>
                  <a:lnTo>
                    <a:pt x="122" y="80"/>
                  </a:lnTo>
                  <a:lnTo>
                    <a:pt x="126" y="76"/>
                  </a:lnTo>
                  <a:lnTo>
                    <a:pt x="126" y="76"/>
                  </a:lnTo>
                  <a:close/>
                  <a:moveTo>
                    <a:pt x="710" y="232"/>
                  </a:moveTo>
                  <a:lnTo>
                    <a:pt x="710" y="232"/>
                  </a:lnTo>
                  <a:lnTo>
                    <a:pt x="708" y="222"/>
                  </a:lnTo>
                  <a:lnTo>
                    <a:pt x="702" y="214"/>
                  </a:lnTo>
                  <a:lnTo>
                    <a:pt x="696" y="206"/>
                  </a:lnTo>
                  <a:lnTo>
                    <a:pt x="686" y="200"/>
                  </a:lnTo>
                  <a:lnTo>
                    <a:pt x="676" y="192"/>
                  </a:lnTo>
                  <a:lnTo>
                    <a:pt x="666" y="186"/>
                  </a:lnTo>
                  <a:lnTo>
                    <a:pt x="638" y="176"/>
                  </a:lnTo>
                  <a:lnTo>
                    <a:pt x="606" y="168"/>
                  </a:lnTo>
                  <a:lnTo>
                    <a:pt x="570" y="164"/>
                  </a:lnTo>
                  <a:lnTo>
                    <a:pt x="530" y="162"/>
                  </a:lnTo>
                  <a:lnTo>
                    <a:pt x="486" y="162"/>
                  </a:lnTo>
                  <a:lnTo>
                    <a:pt x="486" y="162"/>
                  </a:lnTo>
                  <a:lnTo>
                    <a:pt x="486" y="132"/>
                  </a:lnTo>
                  <a:lnTo>
                    <a:pt x="486" y="104"/>
                  </a:lnTo>
                  <a:lnTo>
                    <a:pt x="482" y="78"/>
                  </a:lnTo>
                  <a:lnTo>
                    <a:pt x="476" y="54"/>
                  </a:lnTo>
                  <a:lnTo>
                    <a:pt x="468" y="36"/>
                  </a:lnTo>
                  <a:lnTo>
                    <a:pt x="458" y="20"/>
                  </a:lnTo>
                  <a:lnTo>
                    <a:pt x="446" y="10"/>
                  </a:lnTo>
                  <a:lnTo>
                    <a:pt x="440" y="6"/>
                  </a:lnTo>
                  <a:lnTo>
                    <a:pt x="434" y="2"/>
                  </a:lnTo>
                  <a:lnTo>
                    <a:pt x="434" y="2"/>
                  </a:lnTo>
                  <a:lnTo>
                    <a:pt x="426" y="0"/>
                  </a:lnTo>
                  <a:lnTo>
                    <a:pt x="418" y="0"/>
                  </a:lnTo>
                  <a:lnTo>
                    <a:pt x="402" y="4"/>
                  </a:lnTo>
                  <a:lnTo>
                    <a:pt x="384" y="10"/>
                  </a:lnTo>
                  <a:lnTo>
                    <a:pt x="368" y="22"/>
                  </a:lnTo>
                  <a:lnTo>
                    <a:pt x="350" y="38"/>
                  </a:lnTo>
                  <a:lnTo>
                    <a:pt x="332" y="58"/>
                  </a:lnTo>
                  <a:lnTo>
                    <a:pt x="314" y="82"/>
                  </a:lnTo>
                  <a:lnTo>
                    <a:pt x="296" y="110"/>
                  </a:lnTo>
                  <a:lnTo>
                    <a:pt x="296" y="110"/>
                  </a:lnTo>
                  <a:lnTo>
                    <a:pt x="264" y="86"/>
                  </a:lnTo>
                  <a:lnTo>
                    <a:pt x="234" y="64"/>
                  </a:lnTo>
                  <a:lnTo>
                    <a:pt x="206" y="50"/>
                  </a:lnTo>
                  <a:lnTo>
                    <a:pt x="180" y="38"/>
                  </a:lnTo>
                  <a:lnTo>
                    <a:pt x="156" y="32"/>
                  </a:lnTo>
                  <a:lnTo>
                    <a:pt x="144" y="30"/>
                  </a:lnTo>
                  <a:lnTo>
                    <a:pt x="134" y="30"/>
                  </a:lnTo>
                  <a:lnTo>
                    <a:pt x="124" y="30"/>
                  </a:lnTo>
                  <a:lnTo>
                    <a:pt x="114" y="32"/>
                  </a:lnTo>
                  <a:lnTo>
                    <a:pt x="106" y="36"/>
                  </a:lnTo>
                  <a:lnTo>
                    <a:pt x="98" y="42"/>
                  </a:lnTo>
                  <a:lnTo>
                    <a:pt x="98" y="42"/>
                  </a:lnTo>
                  <a:lnTo>
                    <a:pt x="92" y="48"/>
                  </a:lnTo>
                  <a:lnTo>
                    <a:pt x="86" y="56"/>
                  </a:lnTo>
                  <a:lnTo>
                    <a:pt x="82" y="66"/>
                  </a:lnTo>
                  <a:lnTo>
                    <a:pt x="80" y="76"/>
                  </a:lnTo>
                  <a:lnTo>
                    <a:pt x="78" y="88"/>
                  </a:lnTo>
                  <a:lnTo>
                    <a:pt x="78" y="100"/>
                  </a:lnTo>
                  <a:lnTo>
                    <a:pt x="80" y="128"/>
                  </a:lnTo>
                  <a:lnTo>
                    <a:pt x="86" y="160"/>
                  </a:lnTo>
                  <a:lnTo>
                    <a:pt x="98" y="196"/>
                  </a:lnTo>
                  <a:lnTo>
                    <a:pt x="114" y="232"/>
                  </a:lnTo>
                  <a:lnTo>
                    <a:pt x="134" y="272"/>
                  </a:lnTo>
                  <a:lnTo>
                    <a:pt x="134" y="272"/>
                  </a:lnTo>
                  <a:lnTo>
                    <a:pt x="100" y="294"/>
                  </a:lnTo>
                  <a:lnTo>
                    <a:pt x="72" y="316"/>
                  </a:lnTo>
                  <a:lnTo>
                    <a:pt x="48" y="338"/>
                  </a:lnTo>
                  <a:lnTo>
                    <a:pt x="28" y="360"/>
                  </a:lnTo>
                  <a:lnTo>
                    <a:pt x="12" y="380"/>
                  </a:lnTo>
                  <a:lnTo>
                    <a:pt x="4" y="402"/>
                  </a:lnTo>
                  <a:lnTo>
                    <a:pt x="0" y="412"/>
                  </a:lnTo>
                  <a:lnTo>
                    <a:pt x="0" y="422"/>
                  </a:lnTo>
                  <a:lnTo>
                    <a:pt x="0" y="430"/>
                  </a:lnTo>
                  <a:lnTo>
                    <a:pt x="2" y="440"/>
                  </a:lnTo>
                  <a:lnTo>
                    <a:pt x="2" y="440"/>
                  </a:lnTo>
                  <a:lnTo>
                    <a:pt x="4" y="448"/>
                  </a:lnTo>
                  <a:lnTo>
                    <a:pt x="8" y="454"/>
                  </a:lnTo>
                  <a:lnTo>
                    <a:pt x="14" y="460"/>
                  </a:lnTo>
                  <a:lnTo>
                    <a:pt x="20" y="468"/>
                  </a:lnTo>
                  <a:lnTo>
                    <a:pt x="38" y="478"/>
                  </a:lnTo>
                  <a:lnTo>
                    <a:pt x="58" y="486"/>
                  </a:lnTo>
                  <a:lnTo>
                    <a:pt x="84" y="492"/>
                  </a:lnTo>
                  <a:lnTo>
                    <a:pt x="112" y="498"/>
                  </a:lnTo>
                  <a:lnTo>
                    <a:pt x="144" y="500"/>
                  </a:lnTo>
                  <a:lnTo>
                    <a:pt x="178" y="500"/>
                  </a:lnTo>
                  <a:lnTo>
                    <a:pt x="178" y="500"/>
                  </a:lnTo>
                  <a:lnTo>
                    <a:pt x="178" y="530"/>
                  </a:lnTo>
                  <a:lnTo>
                    <a:pt x="180" y="558"/>
                  </a:lnTo>
                  <a:lnTo>
                    <a:pt x="184" y="582"/>
                  </a:lnTo>
                  <a:lnTo>
                    <a:pt x="190" y="604"/>
                  </a:lnTo>
                  <a:lnTo>
                    <a:pt x="198" y="622"/>
                  </a:lnTo>
                  <a:lnTo>
                    <a:pt x="206" y="636"/>
                  </a:lnTo>
                  <a:lnTo>
                    <a:pt x="218" y="648"/>
                  </a:lnTo>
                  <a:lnTo>
                    <a:pt x="232" y="654"/>
                  </a:lnTo>
                  <a:lnTo>
                    <a:pt x="232" y="654"/>
                  </a:lnTo>
                  <a:lnTo>
                    <a:pt x="238" y="656"/>
                  </a:lnTo>
                  <a:lnTo>
                    <a:pt x="246" y="656"/>
                  </a:lnTo>
                  <a:lnTo>
                    <a:pt x="262" y="652"/>
                  </a:lnTo>
                  <a:lnTo>
                    <a:pt x="278" y="646"/>
                  </a:lnTo>
                  <a:lnTo>
                    <a:pt x="296" y="634"/>
                  </a:lnTo>
                  <a:lnTo>
                    <a:pt x="314" y="618"/>
                  </a:lnTo>
                  <a:lnTo>
                    <a:pt x="332" y="598"/>
                  </a:lnTo>
                  <a:lnTo>
                    <a:pt x="350" y="576"/>
                  </a:lnTo>
                  <a:lnTo>
                    <a:pt x="368" y="550"/>
                  </a:lnTo>
                  <a:lnTo>
                    <a:pt x="368" y="550"/>
                  </a:lnTo>
                  <a:lnTo>
                    <a:pt x="398" y="572"/>
                  </a:lnTo>
                  <a:lnTo>
                    <a:pt x="428" y="592"/>
                  </a:lnTo>
                  <a:lnTo>
                    <a:pt x="458" y="608"/>
                  </a:lnTo>
                  <a:lnTo>
                    <a:pt x="484" y="618"/>
                  </a:lnTo>
                  <a:lnTo>
                    <a:pt x="508" y="624"/>
                  </a:lnTo>
                  <a:lnTo>
                    <a:pt x="530" y="626"/>
                  </a:lnTo>
                  <a:lnTo>
                    <a:pt x="540" y="626"/>
                  </a:lnTo>
                  <a:lnTo>
                    <a:pt x="550" y="624"/>
                  </a:lnTo>
                  <a:lnTo>
                    <a:pt x="558" y="620"/>
                  </a:lnTo>
                  <a:lnTo>
                    <a:pt x="566" y="614"/>
                  </a:lnTo>
                  <a:lnTo>
                    <a:pt x="566" y="614"/>
                  </a:lnTo>
                  <a:lnTo>
                    <a:pt x="572" y="608"/>
                  </a:lnTo>
                  <a:lnTo>
                    <a:pt x="578" y="602"/>
                  </a:lnTo>
                  <a:lnTo>
                    <a:pt x="580" y="592"/>
                  </a:lnTo>
                  <a:lnTo>
                    <a:pt x="584" y="584"/>
                  </a:lnTo>
                  <a:lnTo>
                    <a:pt x="586" y="562"/>
                  </a:lnTo>
                  <a:lnTo>
                    <a:pt x="584" y="536"/>
                  </a:lnTo>
                  <a:lnTo>
                    <a:pt x="578" y="508"/>
                  </a:lnTo>
                  <a:lnTo>
                    <a:pt x="568" y="476"/>
                  </a:lnTo>
                  <a:lnTo>
                    <a:pt x="554" y="444"/>
                  </a:lnTo>
                  <a:lnTo>
                    <a:pt x="538" y="408"/>
                  </a:lnTo>
                  <a:lnTo>
                    <a:pt x="538" y="408"/>
                  </a:lnTo>
                  <a:lnTo>
                    <a:pt x="580" y="386"/>
                  </a:lnTo>
                  <a:lnTo>
                    <a:pt x="616" y="364"/>
                  </a:lnTo>
                  <a:lnTo>
                    <a:pt x="648" y="342"/>
                  </a:lnTo>
                  <a:lnTo>
                    <a:pt x="674" y="318"/>
                  </a:lnTo>
                  <a:lnTo>
                    <a:pt x="694" y="296"/>
                  </a:lnTo>
                  <a:lnTo>
                    <a:pt x="700" y="284"/>
                  </a:lnTo>
                  <a:lnTo>
                    <a:pt x="706" y="272"/>
                  </a:lnTo>
                  <a:lnTo>
                    <a:pt x="710" y="262"/>
                  </a:lnTo>
                  <a:lnTo>
                    <a:pt x="712" y="252"/>
                  </a:lnTo>
                  <a:lnTo>
                    <a:pt x="712" y="242"/>
                  </a:lnTo>
                  <a:lnTo>
                    <a:pt x="710" y="232"/>
                  </a:lnTo>
                  <a:lnTo>
                    <a:pt x="710" y="2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600"/>
            </a:p>
          </p:txBody>
        </p:sp>
        <p:sp>
          <p:nvSpPr>
            <p:cNvPr id="23" name="Freeform 10"/>
            <p:cNvSpPr>
              <a:spLocks/>
            </p:cNvSpPr>
            <p:nvPr/>
          </p:nvSpPr>
          <p:spPr bwMode="auto">
            <a:xfrm>
              <a:off x="-2019300" y="1730375"/>
              <a:ext cx="152400" cy="152400"/>
            </a:xfrm>
            <a:custGeom>
              <a:avLst/>
              <a:gdLst>
                <a:gd name="T0" fmla="*/ 62 w 96"/>
                <a:gd name="T1" fmla="*/ 2 h 96"/>
                <a:gd name="T2" fmla="*/ 62 w 96"/>
                <a:gd name="T3" fmla="*/ 2 h 96"/>
                <a:gd name="T4" fmla="*/ 52 w 96"/>
                <a:gd name="T5" fmla="*/ 0 h 96"/>
                <a:gd name="T6" fmla="*/ 44 w 96"/>
                <a:gd name="T7" fmla="*/ 0 h 96"/>
                <a:gd name="T8" fmla="*/ 34 w 96"/>
                <a:gd name="T9" fmla="*/ 2 h 96"/>
                <a:gd name="T10" fmla="*/ 26 w 96"/>
                <a:gd name="T11" fmla="*/ 6 h 96"/>
                <a:gd name="T12" fmla="*/ 18 w 96"/>
                <a:gd name="T13" fmla="*/ 10 h 96"/>
                <a:gd name="T14" fmla="*/ 12 w 96"/>
                <a:gd name="T15" fmla="*/ 16 h 96"/>
                <a:gd name="T16" fmla="*/ 6 w 96"/>
                <a:gd name="T17" fmla="*/ 24 h 96"/>
                <a:gd name="T18" fmla="*/ 2 w 96"/>
                <a:gd name="T19" fmla="*/ 34 h 96"/>
                <a:gd name="T20" fmla="*/ 2 w 96"/>
                <a:gd name="T21" fmla="*/ 34 h 96"/>
                <a:gd name="T22" fmla="*/ 0 w 96"/>
                <a:gd name="T23" fmla="*/ 42 h 96"/>
                <a:gd name="T24" fmla="*/ 0 w 96"/>
                <a:gd name="T25" fmla="*/ 52 h 96"/>
                <a:gd name="T26" fmla="*/ 2 w 96"/>
                <a:gd name="T27" fmla="*/ 62 h 96"/>
                <a:gd name="T28" fmla="*/ 6 w 96"/>
                <a:gd name="T29" fmla="*/ 70 h 96"/>
                <a:gd name="T30" fmla="*/ 10 w 96"/>
                <a:gd name="T31" fmla="*/ 78 h 96"/>
                <a:gd name="T32" fmla="*/ 18 w 96"/>
                <a:gd name="T33" fmla="*/ 84 h 96"/>
                <a:gd name="T34" fmla="*/ 24 w 96"/>
                <a:gd name="T35" fmla="*/ 90 h 96"/>
                <a:gd name="T36" fmla="*/ 34 w 96"/>
                <a:gd name="T37" fmla="*/ 94 h 96"/>
                <a:gd name="T38" fmla="*/ 34 w 96"/>
                <a:gd name="T39" fmla="*/ 94 h 96"/>
                <a:gd name="T40" fmla="*/ 44 w 96"/>
                <a:gd name="T41" fmla="*/ 96 h 96"/>
                <a:gd name="T42" fmla="*/ 52 w 96"/>
                <a:gd name="T43" fmla="*/ 96 h 96"/>
                <a:gd name="T44" fmla="*/ 62 w 96"/>
                <a:gd name="T45" fmla="*/ 94 h 96"/>
                <a:gd name="T46" fmla="*/ 70 w 96"/>
                <a:gd name="T47" fmla="*/ 90 h 96"/>
                <a:gd name="T48" fmla="*/ 78 w 96"/>
                <a:gd name="T49" fmla="*/ 84 h 96"/>
                <a:gd name="T50" fmla="*/ 84 w 96"/>
                <a:gd name="T51" fmla="*/ 78 h 96"/>
                <a:gd name="T52" fmla="*/ 90 w 96"/>
                <a:gd name="T53" fmla="*/ 70 h 96"/>
                <a:gd name="T54" fmla="*/ 94 w 96"/>
                <a:gd name="T55" fmla="*/ 62 h 96"/>
                <a:gd name="T56" fmla="*/ 94 w 96"/>
                <a:gd name="T57" fmla="*/ 62 h 96"/>
                <a:gd name="T58" fmla="*/ 96 w 96"/>
                <a:gd name="T59" fmla="*/ 52 h 96"/>
                <a:gd name="T60" fmla="*/ 96 w 96"/>
                <a:gd name="T61" fmla="*/ 42 h 96"/>
                <a:gd name="T62" fmla="*/ 94 w 96"/>
                <a:gd name="T63" fmla="*/ 34 h 96"/>
                <a:gd name="T64" fmla="*/ 90 w 96"/>
                <a:gd name="T65" fmla="*/ 26 h 96"/>
                <a:gd name="T66" fmla="*/ 86 w 96"/>
                <a:gd name="T67" fmla="*/ 18 h 96"/>
                <a:gd name="T68" fmla="*/ 78 w 96"/>
                <a:gd name="T69" fmla="*/ 12 h 96"/>
                <a:gd name="T70" fmla="*/ 72 w 96"/>
                <a:gd name="T71" fmla="*/ 6 h 96"/>
                <a:gd name="T72" fmla="*/ 62 w 96"/>
                <a:gd name="T73" fmla="*/ 2 h 96"/>
                <a:gd name="T74" fmla="*/ 62 w 96"/>
                <a:gd name="T75" fmla="*/ 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6" h="96">
                  <a:moveTo>
                    <a:pt x="62" y="2"/>
                  </a:moveTo>
                  <a:lnTo>
                    <a:pt x="62" y="2"/>
                  </a:lnTo>
                  <a:lnTo>
                    <a:pt x="52" y="0"/>
                  </a:lnTo>
                  <a:lnTo>
                    <a:pt x="44" y="0"/>
                  </a:lnTo>
                  <a:lnTo>
                    <a:pt x="34" y="2"/>
                  </a:lnTo>
                  <a:lnTo>
                    <a:pt x="26" y="6"/>
                  </a:lnTo>
                  <a:lnTo>
                    <a:pt x="18" y="10"/>
                  </a:lnTo>
                  <a:lnTo>
                    <a:pt x="12" y="16"/>
                  </a:lnTo>
                  <a:lnTo>
                    <a:pt x="6" y="24"/>
                  </a:lnTo>
                  <a:lnTo>
                    <a:pt x="2" y="34"/>
                  </a:lnTo>
                  <a:lnTo>
                    <a:pt x="2" y="34"/>
                  </a:lnTo>
                  <a:lnTo>
                    <a:pt x="0" y="42"/>
                  </a:lnTo>
                  <a:lnTo>
                    <a:pt x="0" y="52"/>
                  </a:lnTo>
                  <a:lnTo>
                    <a:pt x="2" y="62"/>
                  </a:lnTo>
                  <a:lnTo>
                    <a:pt x="6" y="70"/>
                  </a:lnTo>
                  <a:lnTo>
                    <a:pt x="10" y="78"/>
                  </a:lnTo>
                  <a:lnTo>
                    <a:pt x="18" y="84"/>
                  </a:lnTo>
                  <a:lnTo>
                    <a:pt x="24" y="90"/>
                  </a:lnTo>
                  <a:lnTo>
                    <a:pt x="34" y="94"/>
                  </a:lnTo>
                  <a:lnTo>
                    <a:pt x="34" y="94"/>
                  </a:lnTo>
                  <a:lnTo>
                    <a:pt x="44" y="96"/>
                  </a:lnTo>
                  <a:lnTo>
                    <a:pt x="52" y="96"/>
                  </a:lnTo>
                  <a:lnTo>
                    <a:pt x="62" y="94"/>
                  </a:lnTo>
                  <a:lnTo>
                    <a:pt x="70" y="90"/>
                  </a:lnTo>
                  <a:lnTo>
                    <a:pt x="78" y="84"/>
                  </a:lnTo>
                  <a:lnTo>
                    <a:pt x="84" y="78"/>
                  </a:lnTo>
                  <a:lnTo>
                    <a:pt x="90" y="70"/>
                  </a:lnTo>
                  <a:lnTo>
                    <a:pt x="94" y="62"/>
                  </a:lnTo>
                  <a:lnTo>
                    <a:pt x="94" y="62"/>
                  </a:lnTo>
                  <a:lnTo>
                    <a:pt x="96" y="52"/>
                  </a:lnTo>
                  <a:lnTo>
                    <a:pt x="96" y="42"/>
                  </a:lnTo>
                  <a:lnTo>
                    <a:pt x="94" y="34"/>
                  </a:lnTo>
                  <a:lnTo>
                    <a:pt x="90" y="26"/>
                  </a:lnTo>
                  <a:lnTo>
                    <a:pt x="86" y="18"/>
                  </a:lnTo>
                  <a:lnTo>
                    <a:pt x="78" y="12"/>
                  </a:lnTo>
                  <a:lnTo>
                    <a:pt x="72" y="6"/>
                  </a:lnTo>
                  <a:lnTo>
                    <a:pt x="62" y="2"/>
                  </a:lnTo>
                  <a:lnTo>
                    <a:pt x="6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600"/>
            </a:p>
          </p:txBody>
        </p:sp>
      </p:grpSp>
      <p:sp>
        <p:nvSpPr>
          <p:cNvPr id="24" name="Freeform 11"/>
          <p:cNvSpPr>
            <a:spLocks noEditPoints="1"/>
          </p:cNvSpPr>
          <p:nvPr/>
        </p:nvSpPr>
        <p:spPr bwMode="auto">
          <a:xfrm>
            <a:off x="5818046" y="2226907"/>
            <a:ext cx="500873" cy="605473"/>
          </a:xfrm>
          <a:custGeom>
            <a:avLst/>
            <a:gdLst>
              <a:gd name="T0" fmla="*/ 186 w 498"/>
              <a:gd name="T1" fmla="*/ 490 h 602"/>
              <a:gd name="T2" fmla="*/ 412 w 498"/>
              <a:gd name="T3" fmla="*/ 138 h 602"/>
              <a:gd name="T4" fmla="*/ 422 w 498"/>
              <a:gd name="T5" fmla="*/ 150 h 602"/>
              <a:gd name="T6" fmla="*/ 440 w 498"/>
              <a:gd name="T7" fmla="*/ 180 h 602"/>
              <a:gd name="T8" fmla="*/ 192 w 498"/>
              <a:gd name="T9" fmla="*/ 516 h 602"/>
              <a:gd name="T10" fmla="*/ 102 w 498"/>
              <a:gd name="T11" fmla="*/ 550 h 602"/>
              <a:gd name="T12" fmla="*/ 62 w 498"/>
              <a:gd name="T13" fmla="*/ 568 h 602"/>
              <a:gd name="T14" fmla="*/ 42 w 498"/>
              <a:gd name="T15" fmla="*/ 572 h 602"/>
              <a:gd name="T16" fmla="*/ 38 w 498"/>
              <a:gd name="T17" fmla="*/ 570 h 602"/>
              <a:gd name="T18" fmla="*/ 32 w 498"/>
              <a:gd name="T19" fmla="*/ 560 h 602"/>
              <a:gd name="T20" fmla="*/ 30 w 498"/>
              <a:gd name="T21" fmla="*/ 536 h 602"/>
              <a:gd name="T22" fmla="*/ 32 w 498"/>
              <a:gd name="T23" fmla="*/ 502 h 602"/>
              <a:gd name="T24" fmla="*/ 34 w 498"/>
              <a:gd name="T25" fmla="*/ 502 h 602"/>
              <a:gd name="T26" fmla="*/ 34 w 498"/>
              <a:gd name="T27" fmla="*/ 500 h 602"/>
              <a:gd name="T28" fmla="*/ 48 w 498"/>
              <a:gd name="T29" fmla="*/ 500 h 602"/>
              <a:gd name="T30" fmla="*/ 56 w 498"/>
              <a:gd name="T31" fmla="*/ 504 h 602"/>
              <a:gd name="T32" fmla="*/ 76 w 498"/>
              <a:gd name="T33" fmla="*/ 516 h 602"/>
              <a:gd name="T34" fmla="*/ 90 w 498"/>
              <a:gd name="T35" fmla="*/ 530 h 602"/>
              <a:gd name="T36" fmla="*/ 100 w 498"/>
              <a:gd name="T37" fmla="*/ 540 h 602"/>
              <a:gd name="T38" fmla="*/ 102 w 498"/>
              <a:gd name="T39" fmla="*/ 550 h 602"/>
              <a:gd name="T40" fmla="*/ 288 w 498"/>
              <a:gd name="T41" fmla="*/ 72 h 602"/>
              <a:gd name="T42" fmla="*/ 308 w 498"/>
              <a:gd name="T43" fmla="*/ 76 h 602"/>
              <a:gd name="T44" fmla="*/ 334 w 498"/>
              <a:gd name="T45" fmla="*/ 86 h 602"/>
              <a:gd name="T46" fmla="*/ 70 w 498"/>
              <a:gd name="T47" fmla="*/ 396 h 602"/>
              <a:gd name="T48" fmla="*/ 288 w 498"/>
              <a:gd name="T49" fmla="*/ 72 h 602"/>
              <a:gd name="T50" fmla="*/ 130 w 498"/>
              <a:gd name="T51" fmla="*/ 480 h 602"/>
              <a:gd name="T52" fmla="*/ 130 w 498"/>
              <a:gd name="T53" fmla="*/ 444 h 602"/>
              <a:gd name="T54" fmla="*/ 130 w 498"/>
              <a:gd name="T55" fmla="*/ 442 h 602"/>
              <a:gd name="T56" fmla="*/ 118 w 498"/>
              <a:gd name="T57" fmla="*/ 442 h 602"/>
              <a:gd name="T58" fmla="*/ 356 w 498"/>
              <a:gd name="T59" fmla="*/ 96 h 602"/>
              <a:gd name="T60" fmla="*/ 378 w 498"/>
              <a:gd name="T61" fmla="*/ 108 h 602"/>
              <a:gd name="T62" fmla="*/ 396 w 498"/>
              <a:gd name="T63" fmla="*/ 122 h 602"/>
              <a:gd name="T64" fmla="*/ 130 w 498"/>
              <a:gd name="T65" fmla="*/ 480 h 602"/>
              <a:gd name="T66" fmla="*/ 432 w 498"/>
              <a:gd name="T67" fmla="*/ 38 h 602"/>
              <a:gd name="T68" fmla="*/ 388 w 498"/>
              <a:gd name="T69" fmla="*/ 14 h 602"/>
              <a:gd name="T70" fmla="*/ 350 w 498"/>
              <a:gd name="T71" fmla="*/ 2 h 602"/>
              <a:gd name="T72" fmla="*/ 322 w 498"/>
              <a:gd name="T73" fmla="*/ 0 h 602"/>
              <a:gd name="T74" fmla="*/ 308 w 498"/>
              <a:gd name="T75" fmla="*/ 4 h 602"/>
              <a:gd name="T76" fmla="*/ 260 w 498"/>
              <a:gd name="T77" fmla="*/ 70 h 602"/>
              <a:gd name="T78" fmla="*/ 8 w 498"/>
              <a:gd name="T79" fmla="*/ 408 h 602"/>
              <a:gd name="T80" fmla="*/ 2 w 498"/>
              <a:gd name="T81" fmla="*/ 450 h 602"/>
              <a:gd name="T82" fmla="*/ 0 w 498"/>
              <a:gd name="T83" fmla="*/ 516 h 602"/>
              <a:gd name="T84" fmla="*/ 0 w 498"/>
              <a:gd name="T85" fmla="*/ 538 h 602"/>
              <a:gd name="T86" fmla="*/ 6 w 498"/>
              <a:gd name="T87" fmla="*/ 578 h 602"/>
              <a:gd name="T88" fmla="*/ 12 w 498"/>
              <a:gd name="T89" fmla="*/ 598 h 602"/>
              <a:gd name="T90" fmla="*/ 14 w 498"/>
              <a:gd name="T91" fmla="*/ 602 h 602"/>
              <a:gd name="T92" fmla="*/ 24 w 498"/>
              <a:gd name="T93" fmla="*/ 602 h 602"/>
              <a:gd name="T94" fmla="*/ 62 w 498"/>
              <a:gd name="T95" fmla="*/ 596 h 602"/>
              <a:gd name="T96" fmla="*/ 448 w 498"/>
              <a:gd name="T97" fmla="*/ 210 h 602"/>
              <a:gd name="T98" fmla="*/ 478 w 498"/>
              <a:gd name="T99" fmla="*/ 168 h 602"/>
              <a:gd name="T100" fmla="*/ 496 w 498"/>
              <a:gd name="T101" fmla="*/ 144 h 602"/>
              <a:gd name="T102" fmla="*/ 498 w 498"/>
              <a:gd name="T103" fmla="*/ 128 h 602"/>
              <a:gd name="T104" fmla="*/ 488 w 498"/>
              <a:gd name="T105" fmla="*/ 100 h 602"/>
              <a:gd name="T106" fmla="*/ 466 w 498"/>
              <a:gd name="T107" fmla="*/ 68 h 602"/>
              <a:gd name="T108" fmla="*/ 432 w 498"/>
              <a:gd name="T109" fmla="*/ 38 h 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98" h="602">
                <a:moveTo>
                  <a:pt x="192" y="516"/>
                </a:moveTo>
                <a:lnTo>
                  <a:pt x="186" y="490"/>
                </a:lnTo>
                <a:lnTo>
                  <a:pt x="144" y="500"/>
                </a:lnTo>
                <a:lnTo>
                  <a:pt x="412" y="138"/>
                </a:lnTo>
                <a:lnTo>
                  <a:pt x="412" y="138"/>
                </a:lnTo>
                <a:lnTo>
                  <a:pt x="422" y="150"/>
                </a:lnTo>
                <a:lnTo>
                  <a:pt x="428" y="160"/>
                </a:lnTo>
                <a:lnTo>
                  <a:pt x="440" y="180"/>
                </a:lnTo>
                <a:lnTo>
                  <a:pt x="192" y="516"/>
                </a:lnTo>
                <a:lnTo>
                  <a:pt x="192" y="516"/>
                </a:lnTo>
                <a:close/>
                <a:moveTo>
                  <a:pt x="102" y="550"/>
                </a:moveTo>
                <a:lnTo>
                  <a:pt x="102" y="550"/>
                </a:lnTo>
                <a:lnTo>
                  <a:pt x="80" y="560"/>
                </a:lnTo>
                <a:lnTo>
                  <a:pt x="62" y="568"/>
                </a:lnTo>
                <a:lnTo>
                  <a:pt x="52" y="570"/>
                </a:lnTo>
                <a:lnTo>
                  <a:pt x="42" y="572"/>
                </a:lnTo>
                <a:lnTo>
                  <a:pt x="42" y="572"/>
                </a:lnTo>
                <a:lnTo>
                  <a:pt x="38" y="570"/>
                </a:lnTo>
                <a:lnTo>
                  <a:pt x="36" y="568"/>
                </a:lnTo>
                <a:lnTo>
                  <a:pt x="32" y="560"/>
                </a:lnTo>
                <a:lnTo>
                  <a:pt x="32" y="550"/>
                </a:lnTo>
                <a:lnTo>
                  <a:pt x="30" y="536"/>
                </a:lnTo>
                <a:lnTo>
                  <a:pt x="32" y="512"/>
                </a:lnTo>
                <a:lnTo>
                  <a:pt x="32" y="502"/>
                </a:lnTo>
                <a:lnTo>
                  <a:pt x="34" y="502"/>
                </a:lnTo>
                <a:lnTo>
                  <a:pt x="34" y="502"/>
                </a:lnTo>
                <a:lnTo>
                  <a:pt x="34" y="500"/>
                </a:lnTo>
                <a:lnTo>
                  <a:pt x="34" y="500"/>
                </a:lnTo>
                <a:lnTo>
                  <a:pt x="40" y="500"/>
                </a:lnTo>
                <a:lnTo>
                  <a:pt x="48" y="500"/>
                </a:lnTo>
                <a:lnTo>
                  <a:pt x="56" y="504"/>
                </a:lnTo>
                <a:lnTo>
                  <a:pt x="56" y="504"/>
                </a:lnTo>
                <a:lnTo>
                  <a:pt x="66" y="508"/>
                </a:lnTo>
                <a:lnTo>
                  <a:pt x="76" y="516"/>
                </a:lnTo>
                <a:lnTo>
                  <a:pt x="76" y="516"/>
                </a:lnTo>
                <a:lnTo>
                  <a:pt x="90" y="530"/>
                </a:lnTo>
                <a:lnTo>
                  <a:pt x="100" y="540"/>
                </a:lnTo>
                <a:lnTo>
                  <a:pt x="100" y="540"/>
                </a:lnTo>
                <a:lnTo>
                  <a:pt x="102" y="546"/>
                </a:lnTo>
                <a:lnTo>
                  <a:pt x="102" y="550"/>
                </a:lnTo>
                <a:lnTo>
                  <a:pt x="102" y="550"/>
                </a:lnTo>
                <a:close/>
                <a:moveTo>
                  <a:pt x="288" y="72"/>
                </a:moveTo>
                <a:lnTo>
                  <a:pt x="288" y="72"/>
                </a:lnTo>
                <a:lnTo>
                  <a:pt x="308" y="76"/>
                </a:lnTo>
                <a:lnTo>
                  <a:pt x="334" y="84"/>
                </a:lnTo>
                <a:lnTo>
                  <a:pt x="334" y="86"/>
                </a:lnTo>
                <a:lnTo>
                  <a:pt x="70" y="444"/>
                </a:lnTo>
                <a:lnTo>
                  <a:pt x="70" y="396"/>
                </a:lnTo>
                <a:lnTo>
                  <a:pt x="46" y="398"/>
                </a:lnTo>
                <a:lnTo>
                  <a:pt x="288" y="72"/>
                </a:lnTo>
                <a:lnTo>
                  <a:pt x="288" y="72"/>
                </a:lnTo>
                <a:close/>
                <a:moveTo>
                  <a:pt x="130" y="480"/>
                </a:moveTo>
                <a:lnTo>
                  <a:pt x="130" y="480"/>
                </a:lnTo>
                <a:lnTo>
                  <a:pt x="130" y="444"/>
                </a:lnTo>
                <a:lnTo>
                  <a:pt x="130" y="444"/>
                </a:lnTo>
                <a:lnTo>
                  <a:pt x="130" y="442"/>
                </a:lnTo>
                <a:lnTo>
                  <a:pt x="126" y="442"/>
                </a:lnTo>
                <a:lnTo>
                  <a:pt x="118" y="442"/>
                </a:lnTo>
                <a:lnTo>
                  <a:pt x="92" y="452"/>
                </a:lnTo>
                <a:lnTo>
                  <a:pt x="356" y="96"/>
                </a:lnTo>
                <a:lnTo>
                  <a:pt x="356" y="96"/>
                </a:lnTo>
                <a:lnTo>
                  <a:pt x="378" y="108"/>
                </a:lnTo>
                <a:lnTo>
                  <a:pt x="378" y="108"/>
                </a:lnTo>
                <a:lnTo>
                  <a:pt x="396" y="122"/>
                </a:lnTo>
                <a:lnTo>
                  <a:pt x="130" y="480"/>
                </a:lnTo>
                <a:lnTo>
                  <a:pt x="130" y="480"/>
                </a:lnTo>
                <a:close/>
                <a:moveTo>
                  <a:pt x="432" y="38"/>
                </a:moveTo>
                <a:lnTo>
                  <a:pt x="432" y="38"/>
                </a:lnTo>
                <a:lnTo>
                  <a:pt x="410" y="24"/>
                </a:lnTo>
                <a:lnTo>
                  <a:pt x="388" y="14"/>
                </a:lnTo>
                <a:lnTo>
                  <a:pt x="368" y="6"/>
                </a:lnTo>
                <a:lnTo>
                  <a:pt x="350" y="2"/>
                </a:lnTo>
                <a:lnTo>
                  <a:pt x="334" y="0"/>
                </a:lnTo>
                <a:lnTo>
                  <a:pt x="322" y="0"/>
                </a:lnTo>
                <a:lnTo>
                  <a:pt x="314" y="0"/>
                </a:lnTo>
                <a:lnTo>
                  <a:pt x="308" y="4"/>
                </a:lnTo>
                <a:lnTo>
                  <a:pt x="290" y="28"/>
                </a:lnTo>
                <a:lnTo>
                  <a:pt x="260" y="70"/>
                </a:lnTo>
                <a:lnTo>
                  <a:pt x="16" y="398"/>
                </a:lnTo>
                <a:lnTo>
                  <a:pt x="8" y="408"/>
                </a:lnTo>
                <a:lnTo>
                  <a:pt x="8" y="408"/>
                </a:lnTo>
                <a:lnTo>
                  <a:pt x="2" y="450"/>
                </a:lnTo>
                <a:lnTo>
                  <a:pt x="0" y="492"/>
                </a:lnTo>
                <a:lnTo>
                  <a:pt x="0" y="516"/>
                </a:lnTo>
                <a:lnTo>
                  <a:pt x="0" y="538"/>
                </a:lnTo>
                <a:lnTo>
                  <a:pt x="0" y="538"/>
                </a:lnTo>
                <a:lnTo>
                  <a:pt x="2" y="560"/>
                </a:lnTo>
                <a:lnTo>
                  <a:pt x="6" y="578"/>
                </a:lnTo>
                <a:lnTo>
                  <a:pt x="10" y="594"/>
                </a:lnTo>
                <a:lnTo>
                  <a:pt x="12" y="598"/>
                </a:lnTo>
                <a:lnTo>
                  <a:pt x="14" y="602"/>
                </a:lnTo>
                <a:lnTo>
                  <a:pt x="14" y="602"/>
                </a:lnTo>
                <a:lnTo>
                  <a:pt x="18" y="602"/>
                </a:lnTo>
                <a:lnTo>
                  <a:pt x="24" y="602"/>
                </a:lnTo>
                <a:lnTo>
                  <a:pt x="40" y="600"/>
                </a:lnTo>
                <a:lnTo>
                  <a:pt x="62" y="596"/>
                </a:lnTo>
                <a:lnTo>
                  <a:pt x="196" y="548"/>
                </a:lnTo>
                <a:lnTo>
                  <a:pt x="448" y="210"/>
                </a:lnTo>
                <a:lnTo>
                  <a:pt x="452" y="204"/>
                </a:lnTo>
                <a:lnTo>
                  <a:pt x="478" y="168"/>
                </a:lnTo>
                <a:lnTo>
                  <a:pt x="496" y="144"/>
                </a:lnTo>
                <a:lnTo>
                  <a:pt x="496" y="144"/>
                </a:lnTo>
                <a:lnTo>
                  <a:pt x="498" y="138"/>
                </a:lnTo>
                <a:lnTo>
                  <a:pt x="498" y="128"/>
                </a:lnTo>
                <a:lnTo>
                  <a:pt x="494" y="114"/>
                </a:lnTo>
                <a:lnTo>
                  <a:pt x="488" y="100"/>
                </a:lnTo>
                <a:lnTo>
                  <a:pt x="478" y="84"/>
                </a:lnTo>
                <a:lnTo>
                  <a:pt x="466" y="68"/>
                </a:lnTo>
                <a:lnTo>
                  <a:pt x="450" y="52"/>
                </a:lnTo>
                <a:lnTo>
                  <a:pt x="432" y="38"/>
                </a:lnTo>
                <a:lnTo>
                  <a:pt x="432"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ko-KR" altLang="en-US" sz="1600"/>
          </a:p>
        </p:txBody>
      </p:sp>
      <p:sp>
        <p:nvSpPr>
          <p:cNvPr id="26" name="文本框 25"/>
          <p:cNvSpPr txBox="1"/>
          <p:nvPr/>
        </p:nvSpPr>
        <p:spPr>
          <a:xfrm>
            <a:off x="5257901" y="3813137"/>
            <a:ext cx="1669461"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p:txBody>
      </p:sp>
      <p:sp>
        <p:nvSpPr>
          <p:cNvPr id="27" name="Rectangle 58"/>
          <p:cNvSpPr/>
          <p:nvPr/>
        </p:nvSpPr>
        <p:spPr>
          <a:xfrm>
            <a:off x="5370566" y="4233405"/>
            <a:ext cx="1458887"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添加内容</a:t>
            </a:r>
          </a:p>
        </p:txBody>
      </p:sp>
      <p:sp>
        <p:nvSpPr>
          <p:cNvPr id="28"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三项并列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387868786"/>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val 5"/>
          <p:cNvSpPr>
            <a:spLocks noChangeArrowheads="1"/>
          </p:cNvSpPr>
          <p:nvPr/>
        </p:nvSpPr>
        <p:spPr bwMode="auto">
          <a:xfrm>
            <a:off x="6097494" y="3881287"/>
            <a:ext cx="3096382" cy="2201250"/>
          </a:xfrm>
          <a:custGeom>
            <a:avLst/>
            <a:gdLst>
              <a:gd name="connsiteX0" fmla="*/ 0 w 3059112"/>
              <a:gd name="connsiteY0" fmla="*/ 1087438 h 2174875"/>
              <a:gd name="connsiteX1" fmla="*/ 1529556 w 3059112"/>
              <a:gd name="connsiteY1" fmla="*/ 0 h 2174875"/>
              <a:gd name="connsiteX2" fmla="*/ 3059112 w 3059112"/>
              <a:gd name="connsiteY2" fmla="*/ 1087438 h 2174875"/>
              <a:gd name="connsiteX3" fmla="*/ 1529556 w 3059112"/>
              <a:gd name="connsiteY3" fmla="*/ 2174876 h 2174875"/>
              <a:gd name="connsiteX4" fmla="*/ 0 w 3059112"/>
              <a:gd name="connsiteY4" fmla="*/ 1087438 h 2174875"/>
              <a:gd name="connsiteX0" fmla="*/ 170 w 3059282"/>
              <a:gd name="connsiteY0" fmla="*/ 1087438 h 2174876"/>
              <a:gd name="connsiteX1" fmla="*/ 1529726 w 3059282"/>
              <a:gd name="connsiteY1" fmla="*/ 0 h 2174876"/>
              <a:gd name="connsiteX2" fmla="*/ 3059282 w 3059282"/>
              <a:gd name="connsiteY2" fmla="*/ 1087438 h 2174876"/>
              <a:gd name="connsiteX3" fmla="*/ 1529726 w 3059282"/>
              <a:gd name="connsiteY3" fmla="*/ 2174876 h 2174876"/>
              <a:gd name="connsiteX4" fmla="*/ 170 w 3059282"/>
              <a:gd name="connsiteY4" fmla="*/ 1087438 h 2174876"/>
              <a:gd name="connsiteX0" fmla="*/ 170 w 3059282"/>
              <a:gd name="connsiteY0" fmla="*/ 1087438 h 2174876"/>
              <a:gd name="connsiteX1" fmla="*/ 1529726 w 3059282"/>
              <a:gd name="connsiteY1" fmla="*/ 0 h 2174876"/>
              <a:gd name="connsiteX2" fmla="*/ 3059282 w 3059282"/>
              <a:gd name="connsiteY2" fmla="*/ 1087438 h 2174876"/>
              <a:gd name="connsiteX3" fmla="*/ 1529726 w 3059282"/>
              <a:gd name="connsiteY3" fmla="*/ 2174876 h 2174876"/>
              <a:gd name="connsiteX4" fmla="*/ 170 w 3059282"/>
              <a:gd name="connsiteY4" fmla="*/ 1087438 h 2174876"/>
              <a:gd name="connsiteX0" fmla="*/ 170 w 3059282"/>
              <a:gd name="connsiteY0" fmla="*/ 1087438 h 2174876"/>
              <a:gd name="connsiteX1" fmla="*/ 1529726 w 3059282"/>
              <a:gd name="connsiteY1" fmla="*/ 0 h 2174876"/>
              <a:gd name="connsiteX2" fmla="*/ 3059282 w 3059282"/>
              <a:gd name="connsiteY2" fmla="*/ 1087438 h 2174876"/>
              <a:gd name="connsiteX3" fmla="*/ 1529726 w 3059282"/>
              <a:gd name="connsiteY3" fmla="*/ 2174876 h 2174876"/>
              <a:gd name="connsiteX4" fmla="*/ 170 w 3059282"/>
              <a:gd name="connsiteY4" fmla="*/ 1087438 h 21748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9282" h="2174876">
                <a:moveTo>
                  <a:pt x="170" y="1087438"/>
                </a:moveTo>
                <a:cubicBezTo>
                  <a:pt x="12870" y="1102813"/>
                  <a:pt x="684976" y="0"/>
                  <a:pt x="1529726" y="0"/>
                </a:cubicBezTo>
                <a:cubicBezTo>
                  <a:pt x="2374476" y="0"/>
                  <a:pt x="3059282" y="1090113"/>
                  <a:pt x="3059282" y="1087438"/>
                </a:cubicBezTo>
                <a:cubicBezTo>
                  <a:pt x="3059282" y="1084763"/>
                  <a:pt x="2374476" y="2174876"/>
                  <a:pt x="1529726" y="2174876"/>
                </a:cubicBezTo>
                <a:cubicBezTo>
                  <a:pt x="684976" y="2174876"/>
                  <a:pt x="-12530" y="1072063"/>
                  <a:pt x="170" y="1087438"/>
                </a:cubicBezTo>
                <a:close/>
              </a:path>
            </a:pathLst>
          </a:custGeom>
          <a:gradFill>
            <a:gsLst>
              <a:gs pos="0">
                <a:srgbClr val="F28F00"/>
              </a:gs>
              <a:gs pos="98000">
                <a:srgbClr val="E60C12"/>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3" name="Oval 5"/>
          <p:cNvSpPr>
            <a:spLocks noChangeArrowheads="1"/>
          </p:cNvSpPr>
          <p:nvPr/>
        </p:nvSpPr>
        <p:spPr bwMode="auto">
          <a:xfrm>
            <a:off x="2998124" y="3881287"/>
            <a:ext cx="3096382" cy="2201250"/>
          </a:xfrm>
          <a:custGeom>
            <a:avLst/>
            <a:gdLst>
              <a:gd name="connsiteX0" fmla="*/ 0 w 3059112"/>
              <a:gd name="connsiteY0" fmla="*/ 1087438 h 2174875"/>
              <a:gd name="connsiteX1" fmla="*/ 1529556 w 3059112"/>
              <a:gd name="connsiteY1" fmla="*/ 0 h 2174875"/>
              <a:gd name="connsiteX2" fmla="*/ 3059112 w 3059112"/>
              <a:gd name="connsiteY2" fmla="*/ 1087438 h 2174875"/>
              <a:gd name="connsiteX3" fmla="*/ 1529556 w 3059112"/>
              <a:gd name="connsiteY3" fmla="*/ 2174876 h 2174875"/>
              <a:gd name="connsiteX4" fmla="*/ 0 w 3059112"/>
              <a:gd name="connsiteY4" fmla="*/ 1087438 h 2174875"/>
              <a:gd name="connsiteX0" fmla="*/ 170 w 3059282"/>
              <a:gd name="connsiteY0" fmla="*/ 1087438 h 2174876"/>
              <a:gd name="connsiteX1" fmla="*/ 1529726 w 3059282"/>
              <a:gd name="connsiteY1" fmla="*/ 0 h 2174876"/>
              <a:gd name="connsiteX2" fmla="*/ 3059282 w 3059282"/>
              <a:gd name="connsiteY2" fmla="*/ 1087438 h 2174876"/>
              <a:gd name="connsiteX3" fmla="*/ 1529726 w 3059282"/>
              <a:gd name="connsiteY3" fmla="*/ 2174876 h 2174876"/>
              <a:gd name="connsiteX4" fmla="*/ 170 w 3059282"/>
              <a:gd name="connsiteY4" fmla="*/ 1087438 h 2174876"/>
              <a:gd name="connsiteX0" fmla="*/ 170 w 3059282"/>
              <a:gd name="connsiteY0" fmla="*/ 1087438 h 2174876"/>
              <a:gd name="connsiteX1" fmla="*/ 1529726 w 3059282"/>
              <a:gd name="connsiteY1" fmla="*/ 0 h 2174876"/>
              <a:gd name="connsiteX2" fmla="*/ 3059282 w 3059282"/>
              <a:gd name="connsiteY2" fmla="*/ 1087438 h 2174876"/>
              <a:gd name="connsiteX3" fmla="*/ 1529726 w 3059282"/>
              <a:gd name="connsiteY3" fmla="*/ 2174876 h 2174876"/>
              <a:gd name="connsiteX4" fmla="*/ 170 w 3059282"/>
              <a:gd name="connsiteY4" fmla="*/ 1087438 h 2174876"/>
              <a:gd name="connsiteX0" fmla="*/ 170 w 3059282"/>
              <a:gd name="connsiteY0" fmla="*/ 1087438 h 2174876"/>
              <a:gd name="connsiteX1" fmla="*/ 1529726 w 3059282"/>
              <a:gd name="connsiteY1" fmla="*/ 0 h 2174876"/>
              <a:gd name="connsiteX2" fmla="*/ 3059282 w 3059282"/>
              <a:gd name="connsiteY2" fmla="*/ 1087438 h 2174876"/>
              <a:gd name="connsiteX3" fmla="*/ 1529726 w 3059282"/>
              <a:gd name="connsiteY3" fmla="*/ 2174876 h 2174876"/>
              <a:gd name="connsiteX4" fmla="*/ 170 w 3059282"/>
              <a:gd name="connsiteY4" fmla="*/ 1087438 h 21748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9282" h="2174876">
                <a:moveTo>
                  <a:pt x="170" y="1087438"/>
                </a:moveTo>
                <a:cubicBezTo>
                  <a:pt x="12870" y="1102813"/>
                  <a:pt x="684976" y="0"/>
                  <a:pt x="1529726" y="0"/>
                </a:cubicBezTo>
                <a:cubicBezTo>
                  <a:pt x="2374476" y="0"/>
                  <a:pt x="3059282" y="1090113"/>
                  <a:pt x="3059282" y="1087438"/>
                </a:cubicBezTo>
                <a:cubicBezTo>
                  <a:pt x="3059282" y="1084763"/>
                  <a:pt x="2374476" y="2174876"/>
                  <a:pt x="1529726" y="2174876"/>
                </a:cubicBezTo>
                <a:cubicBezTo>
                  <a:pt x="684976" y="2174876"/>
                  <a:pt x="-12530" y="1072063"/>
                  <a:pt x="170" y="1087438"/>
                </a:cubicBezTo>
                <a:close/>
              </a:path>
            </a:pathLst>
          </a:custGeom>
          <a:gradFill>
            <a:gsLst>
              <a:gs pos="0">
                <a:srgbClr val="9F73B0"/>
              </a:gs>
              <a:gs pos="100000">
                <a:srgbClr val="253C9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4" name="Oval 5"/>
          <p:cNvSpPr>
            <a:spLocks noChangeArrowheads="1"/>
          </p:cNvSpPr>
          <p:nvPr/>
        </p:nvSpPr>
        <p:spPr bwMode="auto">
          <a:xfrm rot="5400000">
            <a:off x="4546315" y="2054709"/>
            <a:ext cx="3096382" cy="2201250"/>
          </a:xfrm>
          <a:custGeom>
            <a:avLst/>
            <a:gdLst>
              <a:gd name="connsiteX0" fmla="*/ 0 w 3059112"/>
              <a:gd name="connsiteY0" fmla="*/ 1087438 h 2174875"/>
              <a:gd name="connsiteX1" fmla="*/ 1529556 w 3059112"/>
              <a:gd name="connsiteY1" fmla="*/ 0 h 2174875"/>
              <a:gd name="connsiteX2" fmla="*/ 3059112 w 3059112"/>
              <a:gd name="connsiteY2" fmla="*/ 1087438 h 2174875"/>
              <a:gd name="connsiteX3" fmla="*/ 1529556 w 3059112"/>
              <a:gd name="connsiteY3" fmla="*/ 2174876 h 2174875"/>
              <a:gd name="connsiteX4" fmla="*/ 0 w 3059112"/>
              <a:gd name="connsiteY4" fmla="*/ 1087438 h 2174875"/>
              <a:gd name="connsiteX0" fmla="*/ 170 w 3059282"/>
              <a:gd name="connsiteY0" fmla="*/ 1087438 h 2174876"/>
              <a:gd name="connsiteX1" fmla="*/ 1529726 w 3059282"/>
              <a:gd name="connsiteY1" fmla="*/ 0 h 2174876"/>
              <a:gd name="connsiteX2" fmla="*/ 3059282 w 3059282"/>
              <a:gd name="connsiteY2" fmla="*/ 1087438 h 2174876"/>
              <a:gd name="connsiteX3" fmla="*/ 1529726 w 3059282"/>
              <a:gd name="connsiteY3" fmla="*/ 2174876 h 2174876"/>
              <a:gd name="connsiteX4" fmla="*/ 170 w 3059282"/>
              <a:gd name="connsiteY4" fmla="*/ 1087438 h 2174876"/>
              <a:gd name="connsiteX0" fmla="*/ 170 w 3059282"/>
              <a:gd name="connsiteY0" fmla="*/ 1087438 h 2174876"/>
              <a:gd name="connsiteX1" fmla="*/ 1529726 w 3059282"/>
              <a:gd name="connsiteY1" fmla="*/ 0 h 2174876"/>
              <a:gd name="connsiteX2" fmla="*/ 3059282 w 3059282"/>
              <a:gd name="connsiteY2" fmla="*/ 1087438 h 2174876"/>
              <a:gd name="connsiteX3" fmla="*/ 1529726 w 3059282"/>
              <a:gd name="connsiteY3" fmla="*/ 2174876 h 2174876"/>
              <a:gd name="connsiteX4" fmla="*/ 170 w 3059282"/>
              <a:gd name="connsiteY4" fmla="*/ 1087438 h 2174876"/>
              <a:gd name="connsiteX0" fmla="*/ 170 w 3059282"/>
              <a:gd name="connsiteY0" fmla="*/ 1087438 h 2174876"/>
              <a:gd name="connsiteX1" fmla="*/ 1529726 w 3059282"/>
              <a:gd name="connsiteY1" fmla="*/ 0 h 2174876"/>
              <a:gd name="connsiteX2" fmla="*/ 3059282 w 3059282"/>
              <a:gd name="connsiteY2" fmla="*/ 1087438 h 2174876"/>
              <a:gd name="connsiteX3" fmla="*/ 1529726 w 3059282"/>
              <a:gd name="connsiteY3" fmla="*/ 2174876 h 2174876"/>
              <a:gd name="connsiteX4" fmla="*/ 170 w 3059282"/>
              <a:gd name="connsiteY4" fmla="*/ 1087438 h 21748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9282" h="2174876">
                <a:moveTo>
                  <a:pt x="170" y="1087438"/>
                </a:moveTo>
                <a:cubicBezTo>
                  <a:pt x="12870" y="1102813"/>
                  <a:pt x="684976" y="0"/>
                  <a:pt x="1529726" y="0"/>
                </a:cubicBezTo>
                <a:cubicBezTo>
                  <a:pt x="2374476" y="0"/>
                  <a:pt x="3059282" y="1090113"/>
                  <a:pt x="3059282" y="1087438"/>
                </a:cubicBezTo>
                <a:cubicBezTo>
                  <a:pt x="3059282" y="1084763"/>
                  <a:pt x="2374476" y="2174876"/>
                  <a:pt x="1529726" y="2174876"/>
                </a:cubicBezTo>
                <a:cubicBezTo>
                  <a:pt x="684976" y="2174876"/>
                  <a:pt x="-12530" y="1072063"/>
                  <a:pt x="170" y="1087438"/>
                </a:cubicBezTo>
                <a:close/>
              </a:path>
            </a:pathLst>
          </a:custGeom>
          <a:gradFill>
            <a:gsLst>
              <a:gs pos="0">
                <a:srgbClr val="E0E200"/>
              </a:gs>
              <a:gs pos="84000">
                <a:srgbClr val="94C11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5" name="椭圆 4"/>
          <p:cNvSpPr/>
          <p:nvPr/>
        </p:nvSpPr>
        <p:spPr>
          <a:xfrm>
            <a:off x="5426387" y="4289541"/>
            <a:ext cx="1384744" cy="1384744"/>
          </a:xfrm>
          <a:prstGeom prst="ellipse">
            <a:avLst/>
          </a:prstGeom>
          <a:gradFill flip="none" rotWithShape="1">
            <a:gsLst>
              <a:gs pos="100000">
                <a:srgbClr val="FFFFFF"/>
              </a:gs>
              <a:gs pos="0">
                <a:srgbClr val="D9DEDF"/>
              </a:gs>
            </a:gsLst>
            <a:lin ang="2700000" scaled="0"/>
            <a:tileRect/>
          </a:gradFill>
          <a:ln w="57150">
            <a:gradFill flip="none" rotWithShape="1">
              <a:gsLst>
                <a:gs pos="0">
                  <a:srgbClr val="FFFFFF"/>
                </a:gs>
                <a:gs pos="100000">
                  <a:srgbClr val="D9D9DA"/>
                </a:gs>
              </a:gsLst>
              <a:lin ang="2700000" scaled="0"/>
              <a:tileRect/>
            </a:gradFill>
          </a:ln>
          <a:effectLst>
            <a:outerShdw blurRad="279400" dist="76200" dir="2700000" sx="101000" sy="101000" algn="tl"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矩形 12"/>
          <p:cNvSpPr/>
          <p:nvPr/>
        </p:nvSpPr>
        <p:spPr>
          <a:xfrm>
            <a:off x="719930" y="4719963"/>
            <a:ext cx="2262752" cy="732508"/>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a:t>
            </a:r>
          </a:p>
        </p:txBody>
      </p:sp>
      <p:sp>
        <p:nvSpPr>
          <p:cNvPr id="14" name="矩形 13"/>
          <p:cNvSpPr/>
          <p:nvPr/>
        </p:nvSpPr>
        <p:spPr>
          <a:xfrm>
            <a:off x="719930" y="4289541"/>
            <a:ext cx="1956768" cy="332148"/>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latin typeface="Impact" panose="020B0806030902050204" pitchFamily="34" charset="0"/>
              </a:rPr>
              <a:t>单击添加标题</a:t>
            </a:r>
          </a:p>
        </p:txBody>
      </p:sp>
      <p:sp>
        <p:nvSpPr>
          <p:cNvPr id="15" name="矩形 14"/>
          <p:cNvSpPr/>
          <p:nvPr/>
        </p:nvSpPr>
        <p:spPr>
          <a:xfrm>
            <a:off x="9239394" y="4719963"/>
            <a:ext cx="2262752" cy="732508"/>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a:t>
            </a:r>
          </a:p>
        </p:txBody>
      </p:sp>
      <p:sp>
        <p:nvSpPr>
          <p:cNvPr id="16" name="矩形 15"/>
          <p:cNvSpPr/>
          <p:nvPr/>
        </p:nvSpPr>
        <p:spPr>
          <a:xfrm>
            <a:off x="9239394" y="4289541"/>
            <a:ext cx="1956768" cy="332148"/>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latin typeface="Impact" panose="020B0806030902050204" pitchFamily="34" charset="0"/>
              </a:rPr>
              <a:t>单击添加标题</a:t>
            </a:r>
          </a:p>
        </p:txBody>
      </p:sp>
      <p:sp>
        <p:nvSpPr>
          <p:cNvPr id="17" name="矩形 16"/>
          <p:cNvSpPr/>
          <p:nvPr/>
        </p:nvSpPr>
        <p:spPr>
          <a:xfrm>
            <a:off x="7427220" y="2267054"/>
            <a:ext cx="2262752" cy="732508"/>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a:t>
            </a:r>
          </a:p>
        </p:txBody>
      </p:sp>
      <p:sp>
        <p:nvSpPr>
          <p:cNvPr id="18" name="矩形 17"/>
          <p:cNvSpPr/>
          <p:nvPr/>
        </p:nvSpPr>
        <p:spPr>
          <a:xfrm>
            <a:off x="7427220" y="1836632"/>
            <a:ext cx="1956768" cy="332148"/>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latin typeface="Impact" panose="020B0806030902050204" pitchFamily="34" charset="0"/>
              </a:rPr>
              <a:t>单击添加标题</a:t>
            </a:r>
          </a:p>
        </p:txBody>
      </p:sp>
      <p:grpSp>
        <p:nvGrpSpPr>
          <p:cNvPr id="19" name="组合 18"/>
          <p:cNvGrpSpPr/>
          <p:nvPr/>
        </p:nvGrpSpPr>
        <p:grpSpPr>
          <a:xfrm>
            <a:off x="5658250" y="4653977"/>
            <a:ext cx="875500" cy="739054"/>
            <a:chOff x="575175" y="3025198"/>
            <a:chExt cx="875500" cy="739054"/>
          </a:xfrm>
          <a:solidFill>
            <a:schemeClr val="tx1">
              <a:lumMod val="50000"/>
              <a:lumOff val="50000"/>
            </a:schemeClr>
          </a:solidFill>
        </p:grpSpPr>
        <p:sp>
          <p:nvSpPr>
            <p:cNvPr id="20" name="Freeform 54"/>
            <p:cNvSpPr>
              <a:spLocks noEditPoints="1"/>
            </p:cNvSpPr>
            <p:nvPr/>
          </p:nvSpPr>
          <p:spPr bwMode="auto">
            <a:xfrm>
              <a:off x="575175" y="3226375"/>
              <a:ext cx="537877" cy="537877"/>
            </a:xfrm>
            <a:custGeom>
              <a:avLst/>
              <a:gdLst>
                <a:gd name="T0" fmla="*/ 56 w 112"/>
                <a:gd name="T1" fmla="*/ 8 h 112"/>
                <a:gd name="T2" fmla="*/ 61 w 112"/>
                <a:gd name="T3" fmla="*/ 8 h 112"/>
                <a:gd name="T4" fmla="*/ 64 w 112"/>
                <a:gd name="T5" fmla="*/ 0 h 112"/>
                <a:gd name="T6" fmla="*/ 81 w 112"/>
                <a:gd name="T7" fmla="*/ 5 h 112"/>
                <a:gd name="T8" fmla="*/ 78 w 112"/>
                <a:gd name="T9" fmla="*/ 13 h 112"/>
                <a:gd name="T10" fmla="*/ 94 w 112"/>
                <a:gd name="T11" fmla="*/ 26 h 112"/>
                <a:gd name="T12" fmla="*/ 101 w 112"/>
                <a:gd name="T13" fmla="*/ 22 h 112"/>
                <a:gd name="T14" fmla="*/ 109 w 112"/>
                <a:gd name="T15" fmla="*/ 37 h 112"/>
                <a:gd name="T16" fmla="*/ 102 w 112"/>
                <a:gd name="T17" fmla="*/ 41 h 112"/>
                <a:gd name="T18" fmla="*/ 104 w 112"/>
                <a:gd name="T19" fmla="*/ 61 h 112"/>
                <a:gd name="T20" fmla="*/ 112 w 112"/>
                <a:gd name="T21" fmla="*/ 64 h 112"/>
                <a:gd name="T22" fmla="*/ 107 w 112"/>
                <a:gd name="T23" fmla="*/ 81 h 112"/>
                <a:gd name="T24" fmla="*/ 99 w 112"/>
                <a:gd name="T25" fmla="*/ 78 h 112"/>
                <a:gd name="T26" fmla="*/ 86 w 112"/>
                <a:gd name="T27" fmla="*/ 94 h 112"/>
                <a:gd name="T28" fmla="*/ 90 w 112"/>
                <a:gd name="T29" fmla="*/ 101 h 112"/>
                <a:gd name="T30" fmla="*/ 74 w 112"/>
                <a:gd name="T31" fmla="*/ 110 h 112"/>
                <a:gd name="T32" fmla="*/ 70 w 112"/>
                <a:gd name="T33" fmla="*/ 102 h 112"/>
                <a:gd name="T34" fmla="*/ 56 w 112"/>
                <a:gd name="T35" fmla="*/ 105 h 112"/>
                <a:gd name="T36" fmla="*/ 56 w 112"/>
                <a:gd name="T37" fmla="*/ 92 h 112"/>
                <a:gd name="T38" fmla="*/ 90 w 112"/>
                <a:gd name="T39" fmla="*/ 66 h 112"/>
                <a:gd name="T40" fmla="*/ 66 w 112"/>
                <a:gd name="T41" fmla="*/ 22 h 112"/>
                <a:gd name="T42" fmla="*/ 56 w 112"/>
                <a:gd name="T43" fmla="*/ 20 h 112"/>
                <a:gd name="T44" fmla="*/ 56 w 112"/>
                <a:gd name="T45" fmla="*/ 8 h 112"/>
                <a:gd name="T46" fmla="*/ 25 w 112"/>
                <a:gd name="T47" fmla="*/ 18 h 112"/>
                <a:gd name="T48" fmla="*/ 22 w 112"/>
                <a:gd name="T49" fmla="*/ 11 h 112"/>
                <a:gd name="T50" fmla="*/ 37 w 112"/>
                <a:gd name="T51" fmla="*/ 2 h 112"/>
                <a:gd name="T52" fmla="*/ 41 w 112"/>
                <a:gd name="T53" fmla="*/ 10 h 112"/>
                <a:gd name="T54" fmla="*/ 56 w 112"/>
                <a:gd name="T55" fmla="*/ 8 h 112"/>
                <a:gd name="T56" fmla="*/ 56 w 112"/>
                <a:gd name="T57" fmla="*/ 20 h 112"/>
                <a:gd name="T58" fmla="*/ 21 w 112"/>
                <a:gd name="T59" fmla="*/ 46 h 112"/>
                <a:gd name="T60" fmla="*/ 45 w 112"/>
                <a:gd name="T61" fmla="*/ 90 h 112"/>
                <a:gd name="T62" fmla="*/ 56 w 112"/>
                <a:gd name="T63" fmla="*/ 92 h 112"/>
                <a:gd name="T64" fmla="*/ 56 w 112"/>
                <a:gd name="T65" fmla="*/ 105 h 112"/>
                <a:gd name="T66" fmla="*/ 50 w 112"/>
                <a:gd name="T67" fmla="*/ 104 h 112"/>
                <a:gd name="T68" fmla="*/ 48 w 112"/>
                <a:gd name="T69" fmla="*/ 112 h 112"/>
                <a:gd name="T70" fmla="*/ 31 w 112"/>
                <a:gd name="T71" fmla="*/ 107 h 112"/>
                <a:gd name="T72" fmla="*/ 33 w 112"/>
                <a:gd name="T73" fmla="*/ 99 h 112"/>
                <a:gd name="T74" fmla="*/ 18 w 112"/>
                <a:gd name="T75" fmla="*/ 86 h 112"/>
                <a:gd name="T76" fmla="*/ 10 w 112"/>
                <a:gd name="T77" fmla="*/ 90 h 112"/>
                <a:gd name="T78" fmla="*/ 2 w 112"/>
                <a:gd name="T79" fmla="*/ 75 h 112"/>
                <a:gd name="T80" fmla="*/ 10 w 112"/>
                <a:gd name="T81" fmla="*/ 71 h 112"/>
                <a:gd name="T82" fmla="*/ 8 w 112"/>
                <a:gd name="T83" fmla="*/ 51 h 112"/>
                <a:gd name="T84" fmla="*/ 0 w 112"/>
                <a:gd name="T85" fmla="*/ 48 h 112"/>
                <a:gd name="T86" fmla="*/ 5 w 112"/>
                <a:gd name="T87" fmla="*/ 31 h 112"/>
                <a:gd name="T88" fmla="*/ 13 w 112"/>
                <a:gd name="T89" fmla="*/ 34 h 112"/>
                <a:gd name="T90" fmla="*/ 25 w 112"/>
                <a:gd name="T91" fmla="*/ 1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2" h="112">
                  <a:moveTo>
                    <a:pt x="56" y="8"/>
                  </a:moveTo>
                  <a:cubicBezTo>
                    <a:pt x="58" y="8"/>
                    <a:pt x="59" y="8"/>
                    <a:pt x="61" y="8"/>
                  </a:cubicBezTo>
                  <a:cubicBezTo>
                    <a:pt x="64" y="0"/>
                    <a:pt x="64" y="0"/>
                    <a:pt x="64" y="0"/>
                  </a:cubicBezTo>
                  <a:cubicBezTo>
                    <a:pt x="81" y="5"/>
                    <a:pt x="81" y="5"/>
                    <a:pt x="81" y="5"/>
                  </a:cubicBezTo>
                  <a:cubicBezTo>
                    <a:pt x="78" y="13"/>
                    <a:pt x="78" y="13"/>
                    <a:pt x="78" y="13"/>
                  </a:cubicBezTo>
                  <a:cubicBezTo>
                    <a:pt x="84" y="16"/>
                    <a:pt x="89" y="21"/>
                    <a:pt x="94" y="26"/>
                  </a:cubicBezTo>
                  <a:cubicBezTo>
                    <a:pt x="101" y="22"/>
                    <a:pt x="101" y="22"/>
                    <a:pt x="101" y="22"/>
                  </a:cubicBezTo>
                  <a:cubicBezTo>
                    <a:pt x="109" y="37"/>
                    <a:pt x="109" y="37"/>
                    <a:pt x="109" y="37"/>
                  </a:cubicBezTo>
                  <a:cubicBezTo>
                    <a:pt x="102" y="41"/>
                    <a:pt x="102" y="41"/>
                    <a:pt x="102" y="41"/>
                  </a:cubicBezTo>
                  <a:cubicBezTo>
                    <a:pt x="104" y="48"/>
                    <a:pt x="105" y="55"/>
                    <a:pt x="104" y="61"/>
                  </a:cubicBezTo>
                  <a:cubicBezTo>
                    <a:pt x="112" y="64"/>
                    <a:pt x="112" y="64"/>
                    <a:pt x="112" y="64"/>
                  </a:cubicBezTo>
                  <a:cubicBezTo>
                    <a:pt x="107" y="81"/>
                    <a:pt x="107" y="81"/>
                    <a:pt x="107" y="81"/>
                  </a:cubicBezTo>
                  <a:cubicBezTo>
                    <a:pt x="99" y="78"/>
                    <a:pt x="99" y="78"/>
                    <a:pt x="99" y="78"/>
                  </a:cubicBezTo>
                  <a:cubicBezTo>
                    <a:pt x="96" y="85"/>
                    <a:pt x="91" y="90"/>
                    <a:pt x="86" y="94"/>
                  </a:cubicBezTo>
                  <a:cubicBezTo>
                    <a:pt x="90" y="101"/>
                    <a:pt x="90" y="101"/>
                    <a:pt x="90" y="101"/>
                  </a:cubicBezTo>
                  <a:cubicBezTo>
                    <a:pt x="74" y="110"/>
                    <a:pt x="74" y="110"/>
                    <a:pt x="74" y="110"/>
                  </a:cubicBezTo>
                  <a:cubicBezTo>
                    <a:pt x="70" y="102"/>
                    <a:pt x="70" y="102"/>
                    <a:pt x="70" y="102"/>
                  </a:cubicBezTo>
                  <a:cubicBezTo>
                    <a:pt x="66" y="104"/>
                    <a:pt x="61" y="105"/>
                    <a:pt x="56" y="105"/>
                  </a:cubicBezTo>
                  <a:cubicBezTo>
                    <a:pt x="56" y="92"/>
                    <a:pt x="56" y="92"/>
                    <a:pt x="56" y="92"/>
                  </a:cubicBezTo>
                  <a:cubicBezTo>
                    <a:pt x="71" y="92"/>
                    <a:pt x="85" y="82"/>
                    <a:pt x="90" y="66"/>
                  </a:cubicBezTo>
                  <a:cubicBezTo>
                    <a:pt x="96" y="48"/>
                    <a:pt x="85" y="28"/>
                    <a:pt x="66" y="22"/>
                  </a:cubicBezTo>
                  <a:cubicBezTo>
                    <a:pt x="63" y="21"/>
                    <a:pt x="59" y="20"/>
                    <a:pt x="56" y="20"/>
                  </a:cubicBezTo>
                  <a:lnTo>
                    <a:pt x="56" y="8"/>
                  </a:lnTo>
                  <a:close/>
                  <a:moveTo>
                    <a:pt x="25" y="18"/>
                  </a:moveTo>
                  <a:cubicBezTo>
                    <a:pt x="22" y="11"/>
                    <a:pt x="22" y="11"/>
                    <a:pt x="22" y="11"/>
                  </a:cubicBezTo>
                  <a:cubicBezTo>
                    <a:pt x="37" y="2"/>
                    <a:pt x="37" y="2"/>
                    <a:pt x="37" y="2"/>
                  </a:cubicBezTo>
                  <a:cubicBezTo>
                    <a:pt x="41" y="10"/>
                    <a:pt x="41" y="10"/>
                    <a:pt x="41" y="10"/>
                  </a:cubicBezTo>
                  <a:cubicBezTo>
                    <a:pt x="46" y="8"/>
                    <a:pt x="51" y="8"/>
                    <a:pt x="56" y="8"/>
                  </a:cubicBezTo>
                  <a:cubicBezTo>
                    <a:pt x="56" y="20"/>
                    <a:pt x="56" y="20"/>
                    <a:pt x="56" y="20"/>
                  </a:cubicBezTo>
                  <a:cubicBezTo>
                    <a:pt x="40" y="20"/>
                    <a:pt x="26" y="30"/>
                    <a:pt x="21" y="46"/>
                  </a:cubicBezTo>
                  <a:cubicBezTo>
                    <a:pt x="16" y="65"/>
                    <a:pt x="26" y="85"/>
                    <a:pt x="45" y="90"/>
                  </a:cubicBezTo>
                  <a:cubicBezTo>
                    <a:pt x="49" y="91"/>
                    <a:pt x="52" y="92"/>
                    <a:pt x="56" y="92"/>
                  </a:cubicBezTo>
                  <a:cubicBezTo>
                    <a:pt x="56" y="105"/>
                    <a:pt x="56" y="105"/>
                    <a:pt x="56" y="105"/>
                  </a:cubicBezTo>
                  <a:cubicBezTo>
                    <a:pt x="54" y="105"/>
                    <a:pt x="52" y="104"/>
                    <a:pt x="50" y="104"/>
                  </a:cubicBezTo>
                  <a:cubicBezTo>
                    <a:pt x="48" y="112"/>
                    <a:pt x="48" y="112"/>
                    <a:pt x="48" y="112"/>
                  </a:cubicBezTo>
                  <a:cubicBezTo>
                    <a:pt x="31" y="107"/>
                    <a:pt x="31" y="107"/>
                    <a:pt x="31" y="107"/>
                  </a:cubicBezTo>
                  <a:cubicBezTo>
                    <a:pt x="33" y="99"/>
                    <a:pt x="33" y="99"/>
                    <a:pt x="33" y="99"/>
                  </a:cubicBezTo>
                  <a:cubicBezTo>
                    <a:pt x="27" y="96"/>
                    <a:pt x="22" y="92"/>
                    <a:pt x="18" y="86"/>
                  </a:cubicBezTo>
                  <a:cubicBezTo>
                    <a:pt x="10" y="90"/>
                    <a:pt x="10" y="90"/>
                    <a:pt x="10" y="90"/>
                  </a:cubicBezTo>
                  <a:cubicBezTo>
                    <a:pt x="2" y="75"/>
                    <a:pt x="2" y="75"/>
                    <a:pt x="2" y="75"/>
                  </a:cubicBezTo>
                  <a:cubicBezTo>
                    <a:pt x="10" y="71"/>
                    <a:pt x="10" y="71"/>
                    <a:pt x="10" y="71"/>
                  </a:cubicBezTo>
                  <a:cubicBezTo>
                    <a:pt x="7" y="64"/>
                    <a:pt x="7" y="58"/>
                    <a:pt x="8" y="51"/>
                  </a:cubicBezTo>
                  <a:cubicBezTo>
                    <a:pt x="0" y="48"/>
                    <a:pt x="0" y="48"/>
                    <a:pt x="0" y="48"/>
                  </a:cubicBezTo>
                  <a:cubicBezTo>
                    <a:pt x="5" y="31"/>
                    <a:pt x="5" y="31"/>
                    <a:pt x="5" y="31"/>
                  </a:cubicBezTo>
                  <a:cubicBezTo>
                    <a:pt x="13" y="34"/>
                    <a:pt x="13" y="34"/>
                    <a:pt x="13" y="34"/>
                  </a:cubicBezTo>
                  <a:cubicBezTo>
                    <a:pt x="16" y="28"/>
                    <a:pt x="20" y="22"/>
                    <a:pt x="25"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54"/>
            <p:cNvSpPr>
              <a:spLocks noEditPoints="1"/>
            </p:cNvSpPr>
            <p:nvPr/>
          </p:nvSpPr>
          <p:spPr bwMode="auto">
            <a:xfrm>
              <a:off x="1000079" y="3025198"/>
              <a:ext cx="314902" cy="314902"/>
            </a:xfrm>
            <a:custGeom>
              <a:avLst/>
              <a:gdLst>
                <a:gd name="T0" fmla="*/ 56 w 112"/>
                <a:gd name="T1" fmla="*/ 8 h 112"/>
                <a:gd name="T2" fmla="*/ 61 w 112"/>
                <a:gd name="T3" fmla="*/ 8 h 112"/>
                <a:gd name="T4" fmla="*/ 64 w 112"/>
                <a:gd name="T5" fmla="*/ 0 h 112"/>
                <a:gd name="T6" fmla="*/ 81 w 112"/>
                <a:gd name="T7" fmla="*/ 5 h 112"/>
                <a:gd name="T8" fmla="*/ 78 w 112"/>
                <a:gd name="T9" fmla="*/ 13 h 112"/>
                <a:gd name="T10" fmla="*/ 94 w 112"/>
                <a:gd name="T11" fmla="*/ 26 h 112"/>
                <a:gd name="T12" fmla="*/ 101 w 112"/>
                <a:gd name="T13" fmla="*/ 22 h 112"/>
                <a:gd name="T14" fmla="*/ 109 w 112"/>
                <a:gd name="T15" fmla="*/ 37 h 112"/>
                <a:gd name="T16" fmla="*/ 102 w 112"/>
                <a:gd name="T17" fmla="*/ 41 h 112"/>
                <a:gd name="T18" fmla="*/ 104 w 112"/>
                <a:gd name="T19" fmla="*/ 61 h 112"/>
                <a:gd name="T20" fmla="*/ 112 w 112"/>
                <a:gd name="T21" fmla="*/ 64 h 112"/>
                <a:gd name="T22" fmla="*/ 107 w 112"/>
                <a:gd name="T23" fmla="*/ 81 h 112"/>
                <a:gd name="T24" fmla="*/ 99 w 112"/>
                <a:gd name="T25" fmla="*/ 78 h 112"/>
                <a:gd name="T26" fmla="*/ 86 w 112"/>
                <a:gd name="T27" fmla="*/ 94 h 112"/>
                <a:gd name="T28" fmla="*/ 90 w 112"/>
                <a:gd name="T29" fmla="*/ 101 h 112"/>
                <a:gd name="T30" fmla="*/ 74 w 112"/>
                <a:gd name="T31" fmla="*/ 110 h 112"/>
                <a:gd name="T32" fmla="*/ 70 w 112"/>
                <a:gd name="T33" fmla="*/ 102 h 112"/>
                <a:gd name="T34" fmla="*/ 56 w 112"/>
                <a:gd name="T35" fmla="*/ 105 h 112"/>
                <a:gd name="T36" fmla="*/ 56 w 112"/>
                <a:gd name="T37" fmla="*/ 92 h 112"/>
                <a:gd name="T38" fmla="*/ 90 w 112"/>
                <a:gd name="T39" fmla="*/ 66 h 112"/>
                <a:gd name="T40" fmla="*/ 66 w 112"/>
                <a:gd name="T41" fmla="*/ 22 h 112"/>
                <a:gd name="T42" fmla="*/ 56 w 112"/>
                <a:gd name="T43" fmla="*/ 20 h 112"/>
                <a:gd name="T44" fmla="*/ 56 w 112"/>
                <a:gd name="T45" fmla="*/ 8 h 112"/>
                <a:gd name="T46" fmla="*/ 25 w 112"/>
                <a:gd name="T47" fmla="*/ 18 h 112"/>
                <a:gd name="T48" fmla="*/ 22 w 112"/>
                <a:gd name="T49" fmla="*/ 11 h 112"/>
                <a:gd name="T50" fmla="*/ 37 w 112"/>
                <a:gd name="T51" fmla="*/ 2 h 112"/>
                <a:gd name="T52" fmla="*/ 41 w 112"/>
                <a:gd name="T53" fmla="*/ 10 h 112"/>
                <a:gd name="T54" fmla="*/ 56 w 112"/>
                <a:gd name="T55" fmla="*/ 8 h 112"/>
                <a:gd name="T56" fmla="*/ 56 w 112"/>
                <a:gd name="T57" fmla="*/ 20 h 112"/>
                <a:gd name="T58" fmla="*/ 21 w 112"/>
                <a:gd name="T59" fmla="*/ 46 h 112"/>
                <a:gd name="T60" fmla="*/ 45 w 112"/>
                <a:gd name="T61" fmla="*/ 90 h 112"/>
                <a:gd name="T62" fmla="*/ 56 w 112"/>
                <a:gd name="T63" fmla="*/ 92 h 112"/>
                <a:gd name="T64" fmla="*/ 56 w 112"/>
                <a:gd name="T65" fmla="*/ 105 h 112"/>
                <a:gd name="T66" fmla="*/ 50 w 112"/>
                <a:gd name="T67" fmla="*/ 104 h 112"/>
                <a:gd name="T68" fmla="*/ 48 w 112"/>
                <a:gd name="T69" fmla="*/ 112 h 112"/>
                <a:gd name="T70" fmla="*/ 31 w 112"/>
                <a:gd name="T71" fmla="*/ 107 h 112"/>
                <a:gd name="T72" fmla="*/ 33 w 112"/>
                <a:gd name="T73" fmla="*/ 99 h 112"/>
                <a:gd name="T74" fmla="*/ 18 w 112"/>
                <a:gd name="T75" fmla="*/ 86 h 112"/>
                <a:gd name="T76" fmla="*/ 10 w 112"/>
                <a:gd name="T77" fmla="*/ 90 h 112"/>
                <a:gd name="T78" fmla="*/ 2 w 112"/>
                <a:gd name="T79" fmla="*/ 75 h 112"/>
                <a:gd name="T80" fmla="*/ 10 w 112"/>
                <a:gd name="T81" fmla="*/ 71 h 112"/>
                <a:gd name="T82" fmla="*/ 8 w 112"/>
                <a:gd name="T83" fmla="*/ 51 h 112"/>
                <a:gd name="T84" fmla="*/ 0 w 112"/>
                <a:gd name="T85" fmla="*/ 48 h 112"/>
                <a:gd name="T86" fmla="*/ 5 w 112"/>
                <a:gd name="T87" fmla="*/ 31 h 112"/>
                <a:gd name="T88" fmla="*/ 13 w 112"/>
                <a:gd name="T89" fmla="*/ 34 h 112"/>
                <a:gd name="T90" fmla="*/ 25 w 112"/>
                <a:gd name="T91" fmla="*/ 1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2" h="112">
                  <a:moveTo>
                    <a:pt x="56" y="8"/>
                  </a:moveTo>
                  <a:cubicBezTo>
                    <a:pt x="58" y="8"/>
                    <a:pt x="59" y="8"/>
                    <a:pt x="61" y="8"/>
                  </a:cubicBezTo>
                  <a:cubicBezTo>
                    <a:pt x="64" y="0"/>
                    <a:pt x="64" y="0"/>
                    <a:pt x="64" y="0"/>
                  </a:cubicBezTo>
                  <a:cubicBezTo>
                    <a:pt x="81" y="5"/>
                    <a:pt x="81" y="5"/>
                    <a:pt x="81" y="5"/>
                  </a:cubicBezTo>
                  <a:cubicBezTo>
                    <a:pt x="78" y="13"/>
                    <a:pt x="78" y="13"/>
                    <a:pt x="78" y="13"/>
                  </a:cubicBezTo>
                  <a:cubicBezTo>
                    <a:pt x="84" y="16"/>
                    <a:pt x="89" y="21"/>
                    <a:pt x="94" y="26"/>
                  </a:cubicBezTo>
                  <a:cubicBezTo>
                    <a:pt x="101" y="22"/>
                    <a:pt x="101" y="22"/>
                    <a:pt x="101" y="22"/>
                  </a:cubicBezTo>
                  <a:cubicBezTo>
                    <a:pt x="109" y="37"/>
                    <a:pt x="109" y="37"/>
                    <a:pt x="109" y="37"/>
                  </a:cubicBezTo>
                  <a:cubicBezTo>
                    <a:pt x="102" y="41"/>
                    <a:pt x="102" y="41"/>
                    <a:pt x="102" y="41"/>
                  </a:cubicBezTo>
                  <a:cubicBezTo>
                    <a:pt x="104" y="48"/>
                    <a:pt x="105" y="55"/>
                    <a:pt x="104" y="61"/>
                  </a:cubicBezTo>
                  <a:cubicBezTo>
                    <a:pt x="112" y="64"/>
                    <a:pt x="112" y="64"/>
                    <a:pt x="112" y="64"/>
                  </a:cubicBezTo>
                  <a:cubicBezTo>
                    <a:pt x="107" y="81"/>
                    <a:pt x="107" y="81"/>
                    <a:pt x="107" y="81"/>
                  </a:cubicBezTo>
                  <a:cubicBezTo>
                    <a:pt x="99" y="78"/>
                    <a:pt x="99" y="78"/>
                    <a:pt x="99" y="78"/>
                  </a:cubicBezTo>
                  <a:cubicBezTo>
                    <a:pt x="96" y="85"/>
                    <a:pt x="91" y="90"/>
                    <a:pt x="86" y="94"/>
                  </a:cubicBezTo>
                  <a:cubicBezTo>
                    <a:pt x="90" y="101"/>
                    <a:pt x="90" y="101"/>
                    <a:pt x="90" y="101"/>
                  </a:cubicBezTo>
                  <a:cubicBezTo>
                    <a:pt x="74" y="110"/>
                    <a:pt x="74" y="110"/>
                    <a:pt x="74" y="110"/>
                  </a:cubicBezTo>
                  <a:cubicBezTo>
                    <a:pt x="70" y="102"/>
                    <a:pt x="70" y="102"/>
                    <a:pt x="70" y="102"/>
                  </a:cubicBezTo>
                  <a:cubicBezTo>
                    <a:pt x="66" y="104"/>
                    <a:pt x="61" y="105"/>
                    <a:pt x="56" y="105"/>
                  </a:cubicBezTo>
                  <a:cubicBezTo>
                    <a:pt x="56" y="92"/>
                    <a:pt x="56" y="92"/>
                    <a:pt x="56" y="92"/>
                  </a:cubicBezTo>
                  <a:cubicBezTo>
                    <a:pt x="71" y="92"/>
                    <a:pt x="85" y="82"/>
                    <a:pt x="90" y="66"/>
                  </a:cubicBezTo>
                  <a:cubicBezTo>
                    <a:pt x="96" y="48"/>
                    <a:pt x="85" y="28"/>
                    <a:pt x="66" y="22"/>
                  </a:cubicBezTo>
                  <a:cubicBezTo>
                    <a:pt x="63" y="21"/>
                    <a:pt x="59" y="20"/>
                    <a:pt x="56" y="20"/>
                  </a:cubicBezTo>
                  <a:lnTo>
                    <a:pt x="56" y="8"/>
                  </a:lnTo>
                  <a:close/>
                  <a:moveTo>
                    <a:pt x="25" y="18"/>
                  </a:moveTo>
                  <a:cubicBezTo>
                    <a:pt x="22" y="11"/>
                    <a:pt x="22" y="11"/>
                    <a:pt x="22" y="11"/>
                  </a:cubicBezTo>
                  <a:cubicBezTo>
                    <a:pt x="37" y="2"/>
                    <a:pt x="37" y="2"/>
                    <a:pt x="37" y="2"/>
                  </a:cubicBezTo>
                  <a:cubicBezTo>
                    <a:pt x="41" y="10"/>
                    <a:pt x="41" y="10"/>
                    <a:pt x="41" y="10"/>
                  </a:cubicBezTo>
                  <a:cubicBezTo>
                    <a:pt x="46" y="8"/>
                    <a:pt x="51" y="8"/>
                    <a:pt x="56" y="8"/>
                  </a:cubicBezTo>
                  <a:cubicBezTo>
                    <a:pt x="56" y="20"/>
                    <a:pt x="56" y="20"/>
                    <a:pt x="56" y="20"/>
                  </a:cubicBezTo>
                  <a:cubicBezTo>
                    <a:pt x="40" y="20"/>
                    <a:pt x="26" y="30"/>
                    <a:pt x="21" y="46"/>
                  </a:cubicBezTo>
                  <a:cubicBezTo>
                    <a:pt x="16" y="65"/>
                    <a:pt x="26" y="85"/>
                    <a:pt x="45" y="90"/>
                  </a:cubicBezTo>
                  <a:cubicBezTo>
                    <a:pt x="49" y="91"/>
                    <a:pt x="52" y="92"/>
                    <a:pt x="56" y="92"/>
                  </a:cubicBezTo>
                  <a:cubicBezTo>
                    <a:pt x="56" y="105"/>
                    <a:pt x="56" y="105"/>
                    <a:pt x="56" y="105"/>
                  </a:cubicBezTo>
                  <a:cubicBezTo>
                    <a:pt x="54" y="105"/>
                    <a:pt x="52" y="104"/>
                    <a:pt x="50" y="104"/>
                  </a:cubicBezTo>
                  <a:cubicBezTo>
                    <a:pt x="48" y="112"/>
                    <a:pt x="48" y="112"/>
                    <a:pt x="48" y="112"/>
                  </a:cubicBezTo>
                  <a:cubicBezTo>
                    <a:pt x="31" y="107"/>
                    <a:pt x="31" y="107"/>
                    <a:pt x="31" y="107"/>
                  </a:cubicBezTo>
                  <a:cubicBezTo>
                    <a:pt x="33" y="99"/>
                    <a:pt x="33" y="99"/>
                    <a:pt x="33" y="99"/>
                  </a:cubicBezTo>
                  <a:cubicBezTo>
                    <a:pt x="27" y="96"/>
                    <a:pt x="22" y="92"/>
                    <a:pt x="18" y="86"/>
                  </a:cubicBezTo>
                  <a:cubicBezTo>
                    <a:pt x="10" y="90"/>
                    <a:pt x="10" y="90"/>
                    <a:pt x="10" y="90"/>
                  </a:cubicBezTo>
                  <a:cubicBezTo>
                    <a:pt x="2" y="75"/>
                    <a:pt x="2" y="75"/>
                    <a:pt x="2" y="75"/>
                  </a:cubicBezTo>
                  <a:cubicBezTo>
                    <a:pt x="10" y="71"/>
                    <a:pt x="10" y="71"/>
                    <a:pt x="10" y="71"/>
                  </a:cubicBezTo>
                  <a:cubicBezTo>
                    <a:pt x="7" y="64"/>
                    <a:pt x="7" y="58"/>
                    <a:pt x="8" y="51"/>
                  </a:cubicBezTo>
                  <a:cubicBezTo>
                    <a:pt x="0" y="48"/>
                    <a:pt x="0" y="48"/>
                    <a:pt x="0" y="48"/>
                  </a:cubicBezTo>
                  <a:cubicBezTo>
                    <a:pt x="5" y="31"/>
                    <a:pt x="5" y="31"/>
                    <a:pt x="5" y="31"/>
                  </a:cubicBezTo>
                  <a:cubicBezTo>
                    <a:pt x="13" y="34"/>
                    <a:pt x="13" y="34"/>
                    <a:pt x="13" y="34"/>
                  </a:cubicBezTo>
                  <a:cubicBezTo>
                    <a:pt x="16" y="28"/>
                    <a:pt x="20" y="22"/>
                    <a:pt x="25"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54"/>
            <p:cNvSpPr>
              <a:spLocks noEditPoints="1"/>
            </p:cNvSpPr>
            <p:nvPr/>
          </p:nvSpPr>
          <p:spPr bwMode="auto">
            <a:xfrm>
              <a:off x="1094396" y="3340100"/>
              <a:ext cx="356279" cy="356279"/>
            </a:xfrm>
            <a:custGeom>
              <a:avLst/>
              <a:gdLst>
                <a:gd name="T0" fmla="*/ 56 w 112"/>
                <a:gd name="T1" fmla="*/ 8 h 112"/>
                <a:gd name="T2" fmla="*/ 61 w 112"/>
                <a:gd name="T3" fmla="*/ 8 h 112"/>
                <a:gd name="T4" fmla="*/ 64 w 112"/>
                <a:gd name="T5" fmla="*/ 0 h 112"/>
                <a:gd name="T6" fmla="*/ 81 w 112"/>
                <a:gd name="T7" fmla="*/ 5 h 112"/>
                <a:gd name="T8" fmla="*/ 78 w 112"/>
                <a:gd name="T9" fmla="*/ 13 h 112"/>
                <a:gd name="T10" fmla="*/ 94 w 112"/>
                <a:gd name="T11" fmla="*/ 26 h 112"/>
                <a:gd name="T12" fmla="*/ 101 w 112"/>
                <a:gd name="T13" fmla="*/ 22 h 112"/>
                <a:gd name="T14" fmla="*/ 109 w 112"/>
                <a:gd name="T15" fmla="*/ 37 h 112"/>
                <a:gd name="T16" fmla="*/ 102 w 112"/>
                <a:gd name="T17" fmla="*/ 41 h 112"/>
                <a:gd name="T18" fmla="*/ 104 w 112"/>
                <a:gd name="T19" fmla="*/ 61 h 112"/>
                <a:gd name="T20" fmla="*/ 112 w 112"/>
                <a:gd name="T21" fmla="*/ 64 h 112"/>
                <a:gd name="T22" fmla="*/ 107 w 112"/>
                <a:gd name="T23" fmla="*/ 81 h 112"/>
                <a:gd name="T24" fmla="*/ 99 w 112"/>
                <a:gd name="T25" fmla="*/ 78 h 112"/>
                <a:gd name="T26" fmla="*/ 86 w 112"/>
                <a:gd name="T27" fmla="*/ 94 h 112"/>
                <a:gd name="T28" fmla="*/ 90 w 112"/>
                <a:gd name="T29" fmla="*/ 101 h 112"/>
                <a:gd name="T30" fmla="*/ 74 w 112"/>
                <a:gd name="T31" fmla="*/ 110 h 112"/>
                <a:gd name="T32" fmla="*/ 70 w 112"/>
                <a:gd name="T33" fmla="*/ 102 h 112"/>
                <a:gd name="T34" fmla="*/ 56 w 112"/>
                <a:gd name="T35" fmla="*/ 105 h 112"/>
                <a:gd name="T36" fmla="*/ 56 w 112"/>
                <a:gd name="T37" fmla="*/ 92 h 112"/>
                <a:gd name="T38" fmla="*/ 90 w 112"/>
                <a:gd name="T39" fmla="*/ 66 h 112"/>
                <a:gd name="T40" fmla="*/ 66 w 112"/>
                <a:gd name="T41" fmla="*/ 22 h 112"/>
                <a:gd name="T42" fmla="*/ 56 w 112"/>
                <a:gd name="T43" fmla="*/ 20 h 112"/>
                <a:gd name="T44" fmla="*/ 56 w 112"/>
                <a:gd name="T45" fmla="*/ 8 h 112"/>
                <a:gd name="T46" fmla="*/ 25 w 112"/>
                <a:gd name="T47" fmla="*/ 18 h 112"/>
                <a:gd name="T48" fmla="*/ 22 w 112"/>
                <a:gd name="T49" fmla="*/ 11 h 112"/>
                <a:gd name="T50" fmla="*/ 37 w 112"/>
                <a:gd name="T51" fmla="*/ 2 h 112"/>
                <a:gd name="T52" fmla="*/ 41 w 112"/>
                <a:gd name="T53" fmla="*/ 10 h 112"/>
                <a:gd name="T54" fmla="*/ 56 w 112"/>
                <a:gd name="T55" fmla="*/ 8 h 112"/>
                <a:gd name="T56" fmla="*/ 56 w 112"/>
                <a:gd name="T57" fmla="*/ 20 h 112"/>
                <a:gd name="T58" fmla="*/ 21 w 112"/>
                <a:gd name="T59" fmla="*/ 46 h 112"/>
                <a:gd name="T60" fmla="*/ 45 w 112"/>
                <a:gd name="T61" fmla="*/ 90 h 112"/>
                <a:gd name="T62" fmla="*/ 56 w 112"/>
                <a:gd name="T63" fmla="*/ 92 h 112"/>
                <a:gd name="T64" fmla="*/ 56 w 112"/>
                <a:gd name="T65" fmla="*/ 105 h 112"/>
                <a:gd name="T66" fmla="*/ 50 w 112"/>
                <a:gd name="T67" fmla="*/ 104 h 112"/>
                <a:gd name="T68" fmla="*/ 48 w 112"/>
                <a:gd name="T69" fmla="*/ 112 h 112"/>
                <a:gd name="T70" fmla="*/ 31 w 112"/>
                <a:gd name="T71" fmla="*/ 107 h 112"/>
                <a:gd name="T72" fmla="*/ 33 w 112"/>
                <a:gd name="T73" fmla="*/ 99 h 112"/>
                <a:gd name="T74" fmla="*/ 18 w 112"/>
                <a:gd name="T75" fmla="*/ 86 h 112"/>
                <a:gd name="T76" fmla="*/ 10 w 112"/>
                <a:gd name="T77" fmla="*/ 90 h 112"/>
                <a:gd name="T78" fmla="*/ 2 w 112"/>
                <a:gd name="T79" fmla="*/ 75 h 112"/>
                <a:gd name="T80" fmla="*/ 10 w 112"/>
                <a:gd name="T81" fmla="*/ 71 h 112"/>
                <a:gd name="T82" fmla="*/ 8 w 112"/>
                <a:gd name="T83" fmla="*/ 51 h 112"/>
                <a:gd name="T84" fmla="*/ 0 w 112"/>
                <a:gd name="T85" fmla="*/ 48 h 112"/>
                <a:gd name="T86" fmla="*/ 5 w 112"/>
                <a:gd name="T87" fmla="*/ 31 h 112"/>
                <a:gd name="T88" fmla="*/ 13 w 112"/>
                <a:gd name="T89" fmla="*/ 34 h 112"/>
                <a:gd name="T90" fmla="*/ 25 w 112"/>
                <a:gd name="T91" fmla="*/ 1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2" h="112">
                  <a:moveTo>
                    <a:pt x="56" y="8"/>
                  </a:moveTo>
                  <a:cubicBezTo>
                    <a:pt x="58" y="8"/>
                    <a:pt x="59" y="8"/>
                    <a:pt x="61" y="8"/>
                  </a:cubicBezTo>
                  <a:cubicBezTo>
                    <a:pt x="64" y="0"/>
                    <a:pt x="64" y="0"/>
                    <a:pt x="64" y="0"/>
                  </a:cubicBezTo>
                  <a:cubicBezTo>
                    <a:pt x="81" y="5"/>
                    <a:pt x="81" y="5"/>
                    <a:pt x="81" y="5"/>
                  </a:cubicBezTo>
                  <a:cubicBezTo>
                    <a:pt x="78" y="13"/>
                    <a:pt x="78" y="13"/>
                    <a:pt x="78" y="13"/>
                  </a:cubicBezTo>
                  <a:cubicBezTo>
                    <a:pt x="84" y="16"/>
                    <a:pt x="89" y="21"/>
                    <a:pt x="94" y="26"/>
                  </a:cubicBezTo>
                  <a:cubicBezTo>
                    <a:pt x="101" y="22"/>
                    <a:pt x="101" y="22"/>
                    <a:pt x="101" y="22"/>
                  </a:cubicBezTo>
                  <a:cubicBezTo>
                    <a:pt x="109" y="37"/>
                    <a:pt x="109" y="37"/>
                    <a:pt x="109" y="37"/>
                  </a:cubicBezTo>
                  <a:cubicBezTo>
                    <a:pt x="102" y="41"/>
                    <a:pt x="102" y="41"/>
                    <a:pt x="102" y="41"/>
                  </a:cubicBezTo>
                  <a:cubicBezTo>
                    <a:pt x="104" y="48"/>
                    <a:pt x="105" y="55"/>
                    <a:pt x="104" y="61"/>
                  </a:cubicBezTo>
                  <a:cubicBezTo>
                    <a:pt x="112" y="64"/>
                    <a:pt x="112" y="64"/>
                    <a:pt x="112" y="64"/>
                  </a:cubicBezTo>
                  <a:cubicBezTo>
                    <a:pt x="107" y="81"/>
                    <a:pt x="107" y="81"/>
                    <a:pt x="107" y="81"/>
                  </a:cubicBezTo>
                  <a:cubicBezTo>
                    <a:pt x="99" y="78"/>
                    <a:pt x="99" y="78"/>
                    <a:pt x="99" y="78"/>
                  </a:cubicBezTo>
                  <a:cubicBezTo>
                    <a:pt x="96" y="85"/>
                    <a:pt x="91" y="90"/>
                    <a:pt x="86" y="94"/>
                  </a:cubicBezTo>
                  <a:cubicBezTo>
                    <a:pt x="90" y="101"/>
                    <a:pt x="90" y="101"/>
                    <a:pt x="90" y="101"/>
                  </a:cubicBezTo>
                  <a:cubicBezTo>
                    <a:pt x="74" y="110"/>
                    <a:pt x="74" y="110"/>
                    <a:pt x="74" y="110"/>
                  </a:cubicBezTo>
                  <a:cubicBezTo>
                    <a:pt x="70" y="102"/>
                    <a:pt x="70" y="102"/>
                    <a:pt x="70" y="102"/>
                  </a:cubicBezTo>
                  <a:cubicBezTo>
                    <a:pt x="66" y="104"/>
                    <a:pt x="61" y="105"/>
                    <a:pt x="56" y="105"/>
                  </a:cubicBezTo>
                  <a:cubicBezTo>
                    <a:pt x="56" y="92"/>
                    <a:pt x="56" y="92"/>
                    <a:pt x="56" y="92"/>
                  </a:cubicBezTo>
                  <a:cubicBezTo>
                    <a:pt x="71" y="92"/>
                    <a:pt x="85" y="82"/>
                    <a:pt x="90" y="66"/>
                  </a:cubicBezTo>
                  <a:cubicBezTo>
                    <a:pt x="96" y="48"/>
                    <a:pt x="85" y="28"/>
                    <a:pt x="66" y="22"/>
                  </a:cubicBezTo>
                  <a:cubicBezTo>
                    <a:pt x="63" y="21"/>
                    <a:pt x="59" y="20"/>
                    <a:pt x="56" y="20"/>
                  </a:cubicBezTo>
                  <a:lnTo>
                    <a:pt x="56" y="8"/>
                  </a:lnTo>
                  <a:close/>
                  <a:moveTo>
                    <a:pt x="25" y="18"/>
                  </a:moveTo>
                  <a:cubicBezTo>
                    <a:pt x="22" y="11"/>
                    <a:pt x="22" y="11"/>
                    <a:pt x="22" y="11"/>
                  </a:cubicBezTo>
                  <a:cubicBezTo>
                    <a:pt x="37" y="2"/>
                    <a:pt x="37" y="2"/>
                    <a:pt x="37" y="2"/>
                  </a:cubicBezTo>
                  <a:cubicBezTo>
                    <a:pt x="41" y="10"/>
                    <a:pt x="41" y="10"/>
                    <a:pt x="41" y="10"/>
                  </a:cubicBezTo>
                  <a:cubicBezTo>
                    <a:pt x="46" y="8"/>
                    <a:pt x="51" y="8"/>
                    <a:pt x="56" y="8"/>
                  </a:cubicBezTo>
                  <a:cubicBezTo>
                    <a:pt x="56" y="20"/>
                    <a:pt x="56" y="20"/>
                    <a:pt x="56" y="20"/>
                  </a:cubicBezTo>
                  <a:cubicBezTo>
                    <a:pt x="40" y="20"/>
                    <a:pt x="26" y="30"/>
                    <a:pt x="21" y="46"/>
                  </a:cubicBezTo>
                  <a:cubicBezTo>
                    <a:pt x="16" y="65"/>
                    <a:pt x="26" y="85"/>
                    <a:pt x="45" y="90"/>
                  </a:cubicBezTo>
                  <a:cubicBezTo>
                    <a:pt x="49" y="91"/>
                    <a:pt x="52" y="92"/>
                    <a:pt x="56" y="92"/>
                  </a:cubicBezTo>
                  <a:cubicBezTo>
                    <a:pt x="56" y="105"/>
                    <a:pt x="56" y="105"/>
                    <a:pt x="56" y="105"/>
                  </a:cubicBezTo>
                  <a:cubicBezTo>
                    <a:pt x="54" y="105"/>
                    <a:pt x="52" y="104"/>
                    <a:pt x="50" y="104"/>
                  </a:cubicBezTo>
                  <a:cubicBezTo>
                    <a:pt x="48" y="112"/>
                    <a:pt x="48" y="112"/>
                    <a:pt x="48" y="112"/>
                  </a:cubicBezTo>
                  <a:cubicBezTo>
                    <a:pt x="31" y="107"/>
                    <a:pt x="31" y="107"/>
                    <a:pt x="31" y="107"/>
                  </a:cubicBezTo>
                  <a:cubicBezTo>
                    <a:pt x="33" y="99"/>
                    <a:pt x="33" y="99"/>
                    <a:pt x="33" y="99"/>
                  </a:cubicBezTo>
                  <a:cubicBezTo>
                    <a:pt x="27" y="96"/>
                    <a:pt x="22" y="92"/>
                    <a:pt x="18" y="86"/>
                  </a:cubicBezTo>
                  <a:cubicBezTo>
                    <a:pt x="10" y="90"/>
                    <a:pt x="10" y="90"/>
                    <a:pt x="10" y="90"/>
                  </a:cubicBezTo>
                  <a:cubicBezTo>
                    <a:pt x="2" y="75"/>
                    <a:pt x="2" y="75"/>
                    <a:pt x="2" y="75"/>
                  </a:cubicBezTo>
                  <a:cubicBezTo>
                    <a:pt x="10" y="71"/>
                    <a:pt x="10" y="71"/>
                    <a:pt x="10" y="71"/>
                  </a:cubicBezTo>
                  <a:cubicBezTo>
                    <a:pt x="7" y="64"/>
                    <a:pt x="7" y="58"/>
                    <a:pt x="8" y="51"/>
                  </a:cubicBezTo>
                  <a:cubicBezTo>
                    <a:pt x="0" y="48"/>
                    <a:pt x="0" y="48"/>
                    <a:pt x="0" y="48"/>
                  </a:cubicBezTo>
                  <a:cubicBezTo>
                    <a:pt x="5" y="31"/>
                    <a:pt x="5" y="31"/>
                    <a:pt x="5" y="31"/>
                  </a:cubicBezTo>
                  <a:cubicBezTo>
                    <a:pt x="13" y="34"/>
                    <a:pt x="13" y="34"/>
                    <a:pt x="13" y="34"/>
                  </a:cubicBezTo>
                  <a:cubicBezTo>
                    <a:pt x="16" y="28"/>
                    <a:pt x="20" y="22"/>
                    <a:pt x="25"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3" name="文本框 22"/>
          <p:cNvSpPr txBox="1"/>
          <p:nvPr/>
        </p:nvSpPr>
        <p:spPr>
          <a:xfrm>
            <a:off x="3444679" y="4562034"/>
            <a:ext cx="1836000" cy="830997"/>
          </a:xfrm>
          <a:prstGeom prst="rect">
            <a:avLst/>
          </a:prstGeom>
          <a:noFill/>
        </p:spPr>
        <p:txBody>
          <a:bodyPr wrap="square" rtlCol="0">
            <a:spAutoFit/>
          </a:bodyPr>
          <a:lstStyle/>
          <a:p>
            <a:pPr algn="ctr">
              <a:lnSpc>
                <a:spcPct val="120000"/>
              </a:lnSpc>
            </a:pPr>
            <a:r>
              <a:rPr lang="zh-CN" altLang="en-US" sz="2400" b="1" dirty="0">
                <a:solidFill>
                  <a:schemeClr val="bg1"/>
                </a:solidFill>
              </a:rPr>
              <a:t>添加标题</a:t>
            </a:r>
            <a:endParaRPr lang="en-US" altLang="zh-CN" sz="2400" b="1" dirty="0">
              <a:solidFill>
                <a:schemeClr val="bg1"/>
              </a:solidFill>
            </a:endParaRPr>
          </a:p>
          <a:p>
            <a:pPr algn="ctr">
              <a:lnSpc>
                <a:spcPct val="120000"/>
              </a:lnSpc>
            </a:pPr>
            <a:r>
              <a:rPr lang="zh-CN" altLang="en-US" sz="1600" dirty="0">
                <a:solidFill>
                  <a:schemeClr val="bg1"/>
                </a:solidFill>
              </a:rPr>
              <a:t>添加内容</a:t>
            </a:r>
          </a:p>
        </p:txBody>
      </p:sp>
      <p:sp>
        <p:nvSpPr>
          <p:cNvPr id="24" name="文本框 23"/>
          <p:cNvSpPr txBox="1"/>
          <p:nvPr/>
        </p:nvSpPr>
        <p:spPr>
          <a:xfrm>
            <a:off x="6933898" y="4562034"/>
            <a:ext cx="1836000" cy="830997"/>
          </a:xfrm>
          <a:prstGeom prst="rect">
            <a:avLst/>
          </a:prstGeom>
          <a:noFill/>
        </p:spPr>
        <p:txBody>
          <a:bodyPr wrap="square" rtlCol="0">
            <a:spAutoFit/>
          </a:bodyPr>
          <a:lstStyle/>
          <a:p>
            <a:pPr algn="ctr">
              <a:lnSpc>
                <a:spcPct val="120000"/>
              </a:lnSpc>
            </a:pPr>
            <a:r>
              <a:rPr lang="zh-CN" altLang="en-US" sz="2400" b="1" dirty="0">
                <a:solidFill>
                  <a:schemeClr val="bg1"/>
                </a:solidFill>
              </a:rPr>
              <a:t>添加标题</a:t>
            </a:r>
            <a:endParaRPr lang="en-US" altLang="zh-CN" sz="2400" b="1" dirty="0">
              <a:solidFill>
                <a:schemeClr val="bg1"/>
              </a:solidFill>
            </a:endParaRPr>
          </a:p>
          <a:p>
            <a:pPr algn="ctr">
              <a:lnSpc>
                <a:spcPct val="120000"/>
              </a:lnSpc>
            </a:pPr>
            <a:r>
              <a:rPr lang="zh-CN" altLang="en-US" sz="1600" dirty="0">
                <a:solidFill>
                  <a:schemeClr val="bg1"/>
                </a:solidFill>
              </a:rPr>
              <a:t>添加内容</a:t>
            </a:r>
          </a:p>
        </p:txBody>
      </p:sp>
      <p:sp>
        <p:nvSpPr>
          <p:cNvPr id="25" name="文本框 24"/>
          <p:cNvSpPr txBox="1"/>
          <p:nvPr/>
        </p:nvSpPr>
        <p:spPr>
          <a:xfrm>
            <a:off x="5228515" y="2660130"/>
            <a:ext cx="1836000" cy="830997"/>
          </a:xfrm>
          <a:prstGeom prst="rect">
            <a:avLst/>
          </a:prstGeom>
          <a:noFill/>
        </p:spPr>
        <p:txBody>
          <a:bodyPr wrap="square" rtlCol="0">
            <a:spAutoFit/>
          </a:bodyPr>
          <a:lstStyle/>
          <a:p>
            <a:pPr algn="ctr">
              <a:lnSpc>
                <a:spcPct val="120000"/>
              </a:lnSpc>
            </a:pPr>
            <a:r>
              <a:rPr lang="zh-CN" altLang="en-US" sz="2400" b="1" dirty="0">
                <a:solidFill>
                  <a:schemeClr val="bg1"/>
                </a:solidFill>
              </a:rPr>
              <a:t>添加标题</a:t>
            </a:r>
            <a:endParaRPr lang="en-US" altLang="zh-CN" sz="2400" b="1" dirty="0">
              <a:solidFill>
                <a:schemeClr val="bg1"/>
              </a:solidFill>
            </a:endParaRPr>
          </a:p>
          <a:p>
            <a:pPr algn="ctr">
              <a:lnSpc>
                <a:spcPct val="120000"/>
              </a:lnSpc>
            </a:pPr>
            <a:r>
              <a:rPr lang="zh-CN" altLang="en-US" sz="1600" dirty="0">
                <a:solidFill>
                  <a:schemeClr val="bg1"/>
                </a:solidFill>
              </a:rPr>
              <a:t>添加内容</a:t>
            </a:r>
          </a:p>
        </p:txBody>
      </p:sp>
      <p:sp>
        <p:nvSpPr>
          <p:cNvPr id="26"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三项并列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2090796235"/>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4"/>
          <p:cNvGrpSpPr>
            <a:grpSpLocks noChangeAspect="1"/>
          </p:cNvGrpSpPr>
          <p:nvPr/>
        </p:nvGrpSpPr>
        <p:grpSpPr bwMode="auto">
          <a:xfrm>
            <a:off x="3336698" y="1238747"/>
            <a:ext cx="5518604" cy="5331420"/>
            <a:chOff x="-2" y="0"/>
            <a:chExt cx="4098" cy="3959"/>
          </a:xfrm>
        </p:grpSpPr>
        <p:sp>
          <p:nvSpPr>
            <p:cNvPr id="5" name="AutoShape 3"/>
            <p:cNvSpPr>
              <a:spLocks noChangeAspect="1" noChangeArrowheads="1" noTextEdit="1"/>
            </p:cNvSpPr>
            <p:nvPr/>
          </p:nvSpPr>
          <p:spPr bwMode="auto">
            <a:xfrm>
              <a:off x="0" y="0"/>
              <a:ext cx="4089" cy="3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Freeform 5"/>
            <p:cNvSpPr>
              <a:spLocks/>
            </p:cNvSpPr>
            <p:nvPr/>
          </p:nvSpPr>
          <p:spPr bwMode="auto">
            <a:xfrm>
              <a:off x="3794" y="2571"/>
              <a:ext cx="302" cy="321"/>
            </a:xfrm>
            <a:custGeom>
              <a:avLst/>
              <a:gdLst>
                <a:gd name="T0" fmla="*/ 111 w 169"/>
                <a:gd name="T1" fmla="*/ 166 h 180"/>
                <a:gd name="T2" fmla="*/ 156 w 169"/>
                <a:gd name="T3" fmla="*/ 167 h 180"/>
                <a:gd name="T4" fmla="*/ 156 w 169"/>
                <a:gd name="T5" fmla="*/ 167 h 180"/>
                <a:gd name="T6" fmla="*/ 154 w 169"/>
                <a:gd name="T7" fmla="*/ 110 h 180"/>
                <a:gd name="T8" fmla="*/ 60 w 169"/>
                <a:gd name="T9" fmla="*/ 15 h 180"/>
                <a:gd name="T10" fmla="*/ 14 w 169"/>
                <a:gd name="T11" fmla="*/ 12 h 180"/>
                <a:gd name="T12" fmla="*/ 14 w 169"/>
                <a:gd name="T13" fmla="*/ 12 h 180"/>
                <a:gd name="T14" fmla="*/ 12 w 169"/>
                <a:gd name="T15" fmla="*/ 58 h 180"/>
                <a:gd name="T16" fmla="*/ 111 w 169"/>
                <a:gd name="T17" fmla="*/ 166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9" h="180">
                  <a:moveTo>
                    <a:pt x="111" y="166"/>
                  </a:moveTo>
                  <a:cubicBezTo>
                    <a:pt x="123" y="180"/>
                    <a:pt x="142" y="179"/>
                    <a:pt x="156" y="167"/>
                  </a:cubicBezTo>
                  <a:cubicBezTo>
                    <a:pt x="156" y="167"/>
                    <a:pt x="156" y="167"/>
                    <a:pt x="156" y="167"/>
                  </a:cubicBezTo>
                  <a:cubicBezTo>
                    <a:pt x="169" y="155"/>
                    <a:pt x="166" y="123"/>
                    <a:pt x="154" y="110"/>
                  </a:cubicBezTo>
                  <a:cubicBezTo>
                    <a:pt x="60" y="15"/>
                    <a:pt x="60" y="15"/>
                    <a:pt x="60" y="15"/>
                  </a:cubicBezTo>
                  <a:cubicBezTo>
                    <a:pt x="48" y="1"/>
                    <a:pt x="28" y="0"/>
                    <a:pt x="14" y="12"/>
                  </a:cubicBezTo>
                  <a:cubicBezTo>
                    <a:pt x="14" y="12"/>
                    <a:pt x="14" y="12"/>
                    <a:pt x="14" y="12"/>
                  </a:cubicBezTo>
                  <a:cubicBezTo>
                    <a:pt x="1" y="24"/>
                    <a:pt x="0" y="45"/>
                    <a:pt x="12" y="58"/>
                  </a:cubicBezTo>
                  <a:lnTo>
                    <a:pt x="111" y="166"/>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6"/>
            <p:cNvSpPr>
              <a:spLocks/>
            </p:cNvSpPr>
            <p:nvPr/>
          </p:nvSpPr>
          <p:spPr bwMode="auto">
            <a:xfrm>
              <a:off x="3735" y="2808"/>
              <a:ext cx="336" cy="213"/>
            </a:xfrm>
            <a:custGeom>
              <a:avLst/>
              <a:gdLst>
                <a:gd name="T0" fmla="*/ 129 w 188"/>
                <a:gd name="T1" fmla="*/ 0 h 119"/>
                <a:gd name="T2" fmla="*/ 17 w 188"/>
                <a:gd name="T3" fmla="*/ 62 h 119"/>
                <a:gd name="T4" fmla="*/ 12 w 188"/>
                <a:gd name="T5" fmla="*/ 96 h 119"/>
                <a:gd name="T6" fmla="*/ 12 w 188"/>
                <a:gd name="T7" fmla="*/ 96 h 119"/>
                <a:gd name="T8" fmla="*/ 56 w 188"/>
                <a:gd name="T9" fmla="*/ 111 h 119"/>
                <a:gd name="T10" fmla="*/ 188 w 188"/>
                <a:gd name="T11" fmla="*/ 35 h 119"/>
              </a:gdLst>
              <a:ahLst/>
              <a:cxnLst>
                <a:cxn ang="0">
                  <a:pos x="T0" y="T1"/>
                </a:cxn>
                <a:cxn ang="0">
                  <a:pos x="T2" y="T3"/>
                </a:cxn>
                <a:cxn ang="0">
                  <a:pos x="T4" y="T5"/>
                </a:cxn>
                <a:cxn ang="0">
                  <a:pos x="T6" y="T7"/>
                </a:cxn>
                <a:cxn ang="0">
                  <a:pos x="T8" y="T9"/>
                </a:cxn>
                <a:cxn ang="0">
                  <a:pos x="T10" y="T11"/>
                </a:cxn>
              </a:cxnLst>
              <a:rect l="0" t="0" r="r" b="b"/>
              <a:pathLst>
                <a:path w="188" h="119">
                  <a:moveTo>
                    <a:pt x="129" y="0"/>
                  </a:moveTo>
                  <a:cubicBezTo>
                    <a:pt x="17" y="62"/>
                    <a:pt x="17" y="62"/>
                    <a:pt x="17" y="62"/>
                  </a:cubicBezTo>
                  <a:cubicBezTo>
                    <a:pt x="0" y="70"/>
                    <a:pt x="3" y="80"/>
                    <a:pt x="12" y="96"/>
                  </a:cubicBezTo>
                  <a:cubicBezTo>
                    <a:pt x="12" y="96"/>
                    <a:pt x="12" y="96"/>
                    <a:pt x="12" y="96"/>
                  </a:cubicBezTo>
                  <a:cubicBezTo>
                    <a:pt x="20" y="113"/>
                    <a:pt x="40" y="119"/>
                    <a:pt x="56" y="111"/>
                  </a:cubicBezTo>
                  <a:cubicBezTo>
                    <a:pt x="188" y="35"/>
                    <a:pt x="188" y="35"/>
                    <a:pt x="188" y="35"/>
                  </a:cubicBezTo>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7"/>
            <p:cNvSpPr>
              <a:spLocks/>
            </p:cNvSpPr>
            <p:nvPr/>
          </p:nvSpPr>
          <p:spPr bwMode="auto">
            <a:xfrm>
              <a:off x="339" y="2428"/>
              <a:ext cx="226" cy="363"/>
            </a:xfrm>
            <a:custGeom>
              <a:avLst/>
              <a:gdLst>
                <a:gd name="T0" fmla="*/ 7 w 126"/>
                <a:gd name="T1" fmla="*/ 157 h 203"/>
                <a:gd name="T2" fmla="*/ 23 w 126"/>
                <a:gd name="T3" fmla="*/ 197 h 203"/>
                <a:gd name="T4" fmla="*/ 23 w 126"/>
                <a:gd name="T5" fmla="*/ 197 h 203"/>
                <a:gd name="T6" fmla="*/ 62 w 126"/>
                <a:gd name="T7" fmla="*/ 181 h 203"/>
                <a:gd name="T8" fmla="*/ 119 w 126"/>
                <a:gd name="T9" fmla="*/ 46 h 203"/>
                <a:gd name="T10" fmla="*/ 103 w 126"/>
                <a:gd name="T11" fmla="*/ 6 h 203"/>
                <a:gd name="T12" fmla="*/ 103 w 126"/>
                <a:gd name="T13" fmla="*/ 6 h 203"/>
                <a:gd name="T14" fmla="*/ 64 w 126"/>
                <a:gd name="T15" fmla="*/ 22 h 203"/>
                <a:gd name="T16" fmla="*/ 7 w 126"/>
                <a:gd name="T17" fmla="*/ 157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 h="203">
                  <a:moveTo>
                    <a:pt x="7" y="157"/>
                  </a:moveTo>
                  <a:cubicBezTo>
                    <a:pt x="0" y="172"/>
                    <a:pt x="7" y="190"/>
                    <a:pt x="23" y="197"/>
                  </a:cubicBezTo>
                  <a:cubicBezTo>
                    <a:pt x="23" y="197"/>
                    <a:pt x="23" y="197"/>
                    <a:pt x="23" y="197"/>
                  </a:cubicBezTo>
                  <a:cubicBezTo>
                    <a:pt x="38" y="203"/>
                    <a:pt x="56" y="196"/>
                    <a:pt x="62" y="181"/>
                  </a:cubicBezTo>
                  <a:cubicBezTo>
                    <a:pt x="119" y="46"/>
                    <a:pt x="119" y="46"/>
                    <a:pt x="119" y="46"/>
                  </a:cubicBezTo>
                  <a:cubicBezTo>
                    <a:pt x="126" y="31"/>
                    <a:pt x="119" y="13"/>
                    <a:pt x="103" y="6"/>
                  </a:cubicBezTo>
                  <a:cubicBezTo>
                    <a:pt x="103" y="6"/>
                    <a:pt x="103" y="6"/>
                    <a:pt x="103" y="6"/>
                  </a:cubicBezTo>
                  <a:cubicBezTo>
                    <a:pt x="88" y="0"/>
                    <a:pt x="70" y="7"/>
                    <a:pt x="64" y="22"/>
                  </a:cubicBezTo>
                  <a:lnTo>
                    <a:pt x="7" y="157"/>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8"/>
            <p:cNvSpPr>
              <a:spLocks/>
            </p:cNvSpPr>
            <p:nvPr/>
          </p:nvSpPr>
          <p:spPr bwMode="auto">
            <a:xfrm>
              <a:off x="161" y="2674"/>
              <a:ext cx="296" cy="261"/>
            </a:xfrm>
            <a:custGeom>
              <a:avLst/>
              <a:gdLst>
                <a:gd name="T0" fmla="*/ 15 w 166"/>
                <a:gd name="T1" fmla="*/ 88 h 146"/>
                <a:gd name="T2" fmla="*/ 10 w 166"/>
                <a:gd name="T3" fmla="*/ 131 h 146"/>
                <a:gd name="T4" fmla="*/ 10 w 166"/>
                <a:gd name="T5" fmla="*/ 131 h 146"/>
                <a:gd name="T6" fmla="*/ 52 w 166"/>
                <a:gd name="T7" fmla="*/ 136 h 146"/>
                <a:gd name="T8" fmla="*/ 151 w 166"/>
                <a:gd name="T9" fmla="*/ 58 h 146"/>
                <a:gd name="T10" fmla="*/ 156 w 166"/>
                <a:gd name="T11" fmla="*/ 16 h 146"/>
                <a:gd name="T12" fmla="*/ 156 w 166"/>
                <a:gd name="T13" fmla="*/ 16 h 146"/>
                <a:gd name="T14" fmla="*/ 114 w 166"/>
                <a:gd name="T15" fmla="*/ 10 h 146"/>
                <a:gd name="T16" fmla="*/ 15 w 166"/>
                <a:gd name="T17" fmla="*/ 88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6" h="146">
                  <a:moveTo>
                    <a:pt x="15" y="88"/>
                  </a:moveTo>
                  <a:cubicBezTo>
                    <a:pt x="2" y="99"/>
                    <a:pt x="0" y="118"/>
                    <a:pt x="10" y="131"/>
                  </a:cubicBezTo>
                  <a:cubicBezTo>
                    <a:pt x="10" y="131"/>
                    <a:pt x="10" y="131"/>
                    <a:pt x="10" y="131"/>
                  </a:cubicBezTo>
                  <a:cubicBezTo>
                    <a:pt x="20" y="144"/>
                    <a:pt x="39" y="146"/>
                    <a:pt x="52" y="136"/>
                  </a:cubicBezTo>
                  <a:cubicBezTo>
                    <a:pt x="151" y="58"/>
                    <a:pt x="151" y="58"/>
                    <a:pt x="151" y="58"/>
                  </a:cubicBezTo>
                  <a:cubicBezTo>
                    <a:pt x="164" y="48"/>
                    <a:pt x="166" y="29"/>
                    <a:pt x="156" y="16"/>
                  </a:cubicBezTo>
                  <a:cubicBezTo>
                    <a:pt x="156" y="16"/>
                    <a:pt x="156" y="16"/>
                    <a:pt x="156" y="16"/>
                  </a:cubicBezTo>
                  <a:cubicBezTo>
                    <a:pt x="146" y="2"/>
                    <a:pt x="127" y="0"/>
                    <a:pt x="114" y="10"/>
                  </a:cubicBezTo>
                  <a:lnTo>
                    <a:pt x="15" y="88"/>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Oval 10"/>
            <p:cNvSpPr>
              <a:spLocks noChangeArrowheads="1"/>
            </p:cNvSpPr>
            <p:nvPr/>
          </p:nvSpPr>
          <p:spPr bwMode="auto">
            <a:xfrm>
              <a:off x="1492" y="547"/>
              <a:ext cx="1089" cy="1091"/>
            </a:xfrm>
            <a:prstGeom prst="ellipse">
              <a:avLst/>
            </a:pr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Oval 11"/>
            <p:cNvSpPr>
              <a:spLocks noChangeArrowheads="1"/>
            </p:cNvSpPr>
            <p:nvPr/>
          </p:nvSpPr>
          <p:spPr bwMode="auto">
            <a:xfrm>
              <a:off x="182" y="1565"/>
              <a:ext cx="1092" cy="1090"/>
            </a:xfrm>
            <a:prstGeom prst="ellipse">
              <a:avLst/>
            </a:prstGeom>
            <a:solidFill>
              <a:srgbClr val="9BBB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Oval 12"/>
            <p:cNvSpPr>
              <a:spLocks noChangeArrowheads="1"/>
            </p:cNvSpPr>
            <p:nvPr/>
          </p:nvSpPr>
          <p:spPr bwMode="auto">
            <a:xfrm>
              <a:off x="2756" y="1933"/>
              <a:ext cx="1092" cy="1092"/>
            </a:xfrm>
            <a:prstGeom prst="ellipse">
              <a:avLst/>
            </a:pr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3"/>
            <p:cNvSpPr>
              <a:spLocks/>
            </p:cNvSpPr>
            <p:nvPr/>
          </p:nvSpPr>
          <p:spPr bwMode="auto">
            <a:xfrm>
              <a:off x="155" y="3116"/>
              <a:ext cx="202" cy="489"/>
            </a:xfrm>
            <a:custGeom>
              <a:avLst/>
              <a:gdLst>
                <a:gd name="T0" fmla="*/ 4 w 113"/>
                <a:gd name="T1" fmla="*/ 225 h 274"/>
                <a:gd name="T2" fmla="*/ 37 w 113"/>
                <a:gd name="T3" fmla="*/ 270 h 274"/>
                <a:gd name="T4" fmla="*/ 37 w 113"/>
                <a:gd name="T5" fmla="*/ 270 h 274"/>
                <a:gd name="T6" fmla="*/ 82 w 113"/>
                <a:gd name="T7" fmla="*/ 237 h 274"/>
                <a:gd name="T8" fmla="*/ 110 w 113"/>
                <a:gd name="T9" fmla="*/ 48 h 274"/>
                <a:gd name="T10" fmla="*/ 77 w 113"/>
                <a:gd name="T11" fmla="*/ 3 h 274"/>
                <a:gd name="T12" fmla="*/ 77 w 113"/>
                <a:gd name="T13" fmla="*/ 3 h 274"/>
                <a:gd name="T14" fmla="*/ 32 w 113"/>
                <a:gd name="T15" fmla="*/ 37 h 274"/>
                <a:gd name="T16" fmla="*/ 4 w 113"/>
                <a:gd name="T17" fmla="*/ 225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274">
                  <a:moveTo>
                    <a:pt x="4" y="225"/>
                  </a:moveTo>
                  <a:cubicBezTo>
                    <a:pt x="0" y="247"/>
                    <a:pt x="15" y="267"/>
                    <a:pt x="37" y="270"/>
                  </a:cubicBezTo>
                  <a:cubicBezTo>
                    <a:pt x="37" y="270"/>
                    <a:pt x="37" y="270"/>
                    <a:pt x="37" y="270"/>
                  </a:cubicBezTo>
                  <a:cubicBezTo>
                    <a:pt x="58" y="274"/>
                    <a:pt x="79" y="259"/>
                    <a:pt x="82" y="237"/>
                  </a:cubicBezTo>
                  <a:cubicBezTo>
                    <a:pt x="110" y="48"/>
                    <a:pt x="110" y="48"/>
                    <a:pt x="110" y="48"/>
                  </a:cubicBezTo>
                  <a:cubicBezTo>
                    <a:pt x="113" y="27"/>
                    <a:pt x="98" y="7"/>
                    <a:pt x="77" y="3"/>
                  </a:cubicBezTo>
                  <a:cubicBezTo>
                    <a:pt x="77" y="3"/>
                    <a:pt x="77" y="3"/>
                    <a:pt x="77" y="3"/>
                  </a:cubicBezTo>
                  <a:cubicBezTo>
                    <a:pt x="55" y="0"/>
                    <a:pt x="35" y="15"/>
                    <a:pt x="32" y="37"/>
                  </a:cubicBezTo>
                  <a:lnTo>
                    <a:pt x="4" y="225"/>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4"/>
            <p:cNvSpPr>
              <a:spLocks/>
            </p:cNvSpPr>
            <p:nvPr/>
          </p:nvSpPr>
          <p:spPr bwMode="auto">
            <a:xfrm>
              <a:off x="45" y="3462"/>
              <a:ext cx="260" cy="436"/>
            </a:xfrm>
            <a:custGeom>
              <a:avLst/>
              <a:gdLst>
                <a:gd name="T0" fmla="*/ 8 w 146"/>
                <a:gd name="T1" fmla="*/ 185 h 244"/>
                <a:gd name="T2" fmla="*/ 31 w 146"/>
                <a:gd name="T3" fmla="*/ 236 h 244"/>
                <a:gd name="T4" fmla="*/ 31 w 146"/>
                <a:gd name="T5" fmla="*/ 236 h 244"/>
                <a:gd name="T6" fmla="*/ 82 w 146"/>
                <a:gd name="T7" fmla="*/ 213 h 244"/>
                <a:gd name="T8" fmla="*/ 139 w 146"/>
                <a:gd name="T9" fmla="*/ 59 h 244"/>
                <a:gd name="T10" fmla="*/ 116 w 146"/>
                <a:gd name="T11" fmla="*/ 8 h 244"/>
                <a:gd name="T12" fmla="*/ 116 w 146"/>
                <a:gd name="T13" fmla="*/ 8 h 244"/>
                <a:gd name="T14" fmla="*/ 65 w 146"/>
                <a:gd name="T15" fmla="*/ 31 h 244"/>
                <a:gd name="T16" fmla="*/ 8 w 146"/>
                <a:gd name="T17" fmla="*/ 185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6" h="244">
                  <a:moveTo>
                    <a:pt x="8" y="185"/>
                  </a:moveTo>
                  <a:cubicBezTo>
                    <a:pt x="0" y="205"/>
                    <a:pt x="10" y="228"/>
                    <a:pt x="31" y="236"/>
                  </a:cubicBezTo>
                  <a:cubicBezTo>
                    <a:pt x="31" y="236"/>
                    <a:pt x="31" y="236"/>
                    <a:pt x="31" y="236"/>
                  </a:cubicBezTo>
                  <a:cubicBezTo>
                    <a:pt x="51" y="244"/>
                    <a:pt x="74" y="233"/>
                    <a:pt x="82" y="213"/>
                  </a:cubicBezTo>
                  <a:cubicBezTo>
                    <a:pt x="139" y="59"/>
                    <a:pt x="139" y="59"/>
                    <a:pt x="139" y="59"/>
                  </a:cubicBezTo>
                  <a:cubicBezTo>
                    <a:pt x="146" y="39"/>
                    <a:pt x="136" y="16"/>
                    <a:pt x="116" y="8"/>
                  </a:cubicBezTo>
                  <a:cubicBezTo>
                    <a:pt x="116" y="8"/>
                    <a:pt x="116" y="8"/>
                    <a:pt x="116" y="8"/>
                  </a:cubicBezTo>
                  <a:cubicBezTo>
                    <a:pt x="96" y="0"/>
                    <a:pt x="73" y="11"/>
                    <a:pt x="65" y="31"/>
                  </a:cubicBezTo>
                  <a:lnTo>
                    <a:pt x="8" y="185"/>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5"/>
            <p:cNvSpPr>
              <a:spLocks/>
            </p:cNvSpPr>
            <p:nvPr/>
          </p:nvSpPr>
          <p:spPr bwMode="auto">
            <a:xfrm>
              <a:off x="154" y="2810"/>
              <a:ext cx="300" cy="581"/>
            </a:xfrm>
            <a:custGeom>
              <a:avLst/>
              <a:gdLst>
                <a:gd name="T0" fmla="*/ 22 w 168"/>
                <a:gd name="T1" fmla="*/ 301 h 325"/>
                <a:gd name="T2" fmla="*/ 60 w 168"/>
                <a:gd name="T3" fmla="*/ 312 h 325"/>
                <a:gd name="T4" fmla="*/ 126 w 168"/>
                <a:gd name="T5" fmla="*/ 308 h 325"/>
                <a:gd name="T6" fmla="*/ 166 w 168"/>
                <a:gd name="T7" fmla="*/ 263 h 325"/>
                <a:gd name="T8" fmla="*/ 153 w 168"/>
                <a:gd name="T9" fmla="*/ 41 h 325"/>
                <a:gd name="T10" fmla="*/ 107 w 168"/>
                <a:gd name="T11" fmla="*/ 1 h 325"/>
                <a:gd name="T12" fmla="*/ 42 w 168"/>
                <a:gd name="T13" fmla="*/ 5 h 325"/>
                <a:gd name="T14" fmla="*/ 1 w 168"/>
                <a:gd name="T15" fmla="*/ 50 h 325"/>
                <a:gd name="T16" fmla="*/ 22 w 168"/>
                <a:gd name="T17" fmla="*/ 301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 h="325">
                  <a:moveTo>
                    <a:pt x="22" y="301"/>
                  </a:moveTo>
                  <a:cubicBezTo>
                    <a:pt x="24" y="325"/>
                    <a:pt x="37" y="314"/>
                    <a:pt x="60" y="312"/>
                  </a:cubicBezTo>
                  <a:cubicBezTo>
                    <a:pt x="126" y="308"/>
                    <a:pt x="126" y="308"/>
                    <a:pt x="126" y="308"/>
                  </a:cubicBezTo>
                  <a:cubicBezTo>
                    <a:pt x="150" y="307"/>
                    <a:pt x="168" y="286"/>
                    <a:pt x="166" y="263"/>
                  </a:cubicBezTo>
                  <a:cubicBezTo>
                    <a:pt x="153" y="41"/>
                    <a:pt x="153" y="41"/>
                    <a:pt x="153" y="41"/>
                  </a:cubicBezTo>
                  <a:cubicBezTo>
                    <a:pt x="151" y="18"/>
                    <a:pt x="131" y="0"/>
                    <a:pt x="107" y="1"/>
                  </a:cubicBezTo>
                  <a:cubicBezTo>
                    <a:pt x="42" y="5"/>
                    <a:pt x="42" y="5"/>
                    <a:pt x="42" y="5"/>
                  </a:cubicBezTo>
                  <a:cubicBezTo>
                    <a:pt x="18" y="6"/>
                    <a:pt x="0" y="27"/>
                    <a:pt x="1" y="50"/>
                  </a:cubicBezTo>
                  <a:lnTo>
                    <a:pt x="22" y="301"/>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6"/>
            <p:cNvSpPr>
              <a:spLocks/>
            </p:cNvSpPr>
            <p:nvPr/>
          </p:nvSpPr>
          <p:spPr bwMode="auto">
            <a:xfrm>
              <a:off x="275" y="3132"/>
              <a:ext cx="245" cy="486"/>
            </a:xfrm>
            <a:custGeom>
              <a:avLst/>
              <a:gdLst>
                <a:gd name="T0" fmla="*/ 55 w 137"/>
                <a:gd name="T1" fmla="*/ 238 h 272"/>
                <a:gd name="T2" fmla="*/ 103 w 137"/>
                <a:gd name="T3" fmla="*/ 266 h 272"/>
                <a:gd name="T4" fmla="*/ 103 w 137"/>
                <a:gd name="T5" fmla="*/ 266 h 272"/>
                <a:gd name="T6" fmla="*/ 131 w 137"/>
                <a:gd name="T7" fmla="*/ 218 h 272"/>
                <a:gd name="T8" fmla="*/ 82 w 137"/>
                <a:gd name="T9" fmla="*/ 33 h 272"/>
                <a:gd name="T10" fmla="*/ 33 w 137"/>
                <a:gd name="T11" fmla="*/ 5 h 272"/>
                <a:gd name="T12" fmla="*/ 33 w 137"/>
                <a:gd name="T13" fmla="*/ 5 h 272"/>
                <a:gd name="T14" fmla="*/ 5 w 137"/>
                <a:gd name="T15" fmla="*/ 54 h 272"/>
                <a:gd name="T16" fmla="*/ 55 w 137"/>
                <a:gd name="T17" fmla="*/ 238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7" h="272">
                  <a:moveTo>
                    <a:pt x="55" y="238"/>
                  </a:moveTo>
                  <a:cubicBezTo>
                    <a:pt x="60" y="259"/>
                    <a:pt x="82" y="272"/>
                    <a:pt x="103" y="266"/>
                  </a:cubicBezTo>
                  <a:cubicBezTo>
                    <a:pt x="103" y="266"/>
                    <a:pt x="103" y="266"/>
                    <a:pt x="103" y="266"/>
                  </a:cubicBezTo>
                  <a:cubicBezTo>
                    <a:pt x="124" y="261"/>
                    <a:pt x="137" y="239"/>
                    <a:pt x="131" y="218"/>
                  </a:cubicBezTo>
                  <a:cubicBezTo>
                    <a:pt x="82" y="33"/>
                    <a:pt x="82" y="33"/>
                    <a:pt x="82" y="33"/>
                  </a:cubicBezTo>
                  <a:cubicBezTo>
                    <a:pt x="76" y="12"/>
                    <a:pt x="55" y="0"/>
                    <a:pt x="33" y="5"/>
                  </a:cubicBezTo>
                  <a:cubicBezTo>
                    <a:pt x="33" y="5"/>
                    <a:pt x="33" y="5"/>
                    <a:pt x="33" y="5"/>
                  </a:cubicBezTo>
                  <a:cubicBezTo>
                    <a:pt x="12" y="11"/>
                    <a:pt x="0" y="33"/>
                    <a:pt x="5" y="54"/>
                  </a:cubicBezTo>
                  <a:lnTo>
                    <a:pt x="55" y="238"/>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7"/>
            <p:cNvSpPr>
              <a:spLocks/>
            </p:cNvSpPr>
            <p:nvPr/>
          </p:nvSpPr>
          <p:spPr bwMode="auto">
            <a:xfrm>
              <a:off x="375" y="3487"/>
              <a:ext cx="147" cy="434"/>
            </a:xfrm>
            <a:custGeom>
              <a:avLst/>
              <a:gdLst>
                <a:gd name="T0" fmla="*/ 3 w 82"/>
                <a:gd name="T1" fmla="*/ 204 h 243"/>
                <a:gd name="T2" fmla="*/ 43 w 82"/>
                <a:gd name="T3" fmla="*/ 243 h 243"/>
                <a:gd name="T4" fmla="*/ 43 w 82"/>
                <a:gd name="T5" fmla="*/ 243 h 243"/>
                <a:gd name="T6" fmla="*/ 82 w 82"/>
                <a:gd name="T7" fmla="*/ 203 h 243"/>
                <a:gd name="T8" fmla="*/ 79 w 82"/>
                <a:gd name="T9" fmla="*/ 39 h 243"/>
                <a:gd name="T10" fmla="*/ 39 w 82"/>
                <a:gd name="T11" fmla="*/ 0 h 243"/>
                <a:gd name="T12" fmla="*/ 39 w 82"/>
                <a:gd name="T13" fmla="*/ 0 h 243"/>
                <a:gd name="T14" fmla="*/ 0 w 82"/>
                <a:gd name="T15" fmla="*/ 40 h 243"/>
                <a:gd name="T16" fmla="*/ 3 w 82"/>
                <a:gd name="T17" fmla="*/ 20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 h="243">
                  <a:moveTo>
                    <a:pt x="3" y="204"/>
                  </a:moveTo>
                  <a:cubicBezTo>
                    <a:pt x="3" y="226"/>
                    <a:pt x="21" y="243"/>
                    <a:pt x="43" y="243"/>
                  </a:cubicBezTo>
                  <a:cubicBezTo>
                    <a:pt x="43" y="243"/>
                    <a:pt x="43" y="243"/>
                    <a:pt x="43" y="243"/>
                  </a:cubicBezTo>
                  <a:cubicBezTo>
                    <a:pt x="65" y="243"/>
                    <a:pt x="82" y="225"/>
                    <a:pt x="82" y="203"/>
                  </a:cubicBezTo>
                  <a:cubicBezTo>
                    <a:pt x="79" y="39"/>
                    <a:pt x="79" y="39"/>
                    <a:pt x="79" y="39"/>
                  </a:cubicBezTo>
                  <a:cubicBezTo>
                    <a:pt x="79" y="18"/>
                    <a:pt x="61" y="0"/>
                    <a:pt x="39" y="0"/>
                  </a:cubicBezTo>
                  <a:cubicBezTo>
                    <a:pt x="39" y="0"/>
                    <a:pt x="39" y="0"/>
                    <a:pt x="39" y="0"/>
                  </a:cubicBezTo>
                  <a:cubicBezTo>
                    <a:pt x="17" y="0"/>
                    <a:pt x="0" y="18"/>
                    <a:pt x="0" y="40"/>
                  </a:cubicBezTo>
                  <a:lnTo>
                    <a:pt x="3" y="204"/>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8"/>
            <p:cNvSpPr>
              <a:spLocks/>
            </p:cNvSpPr>
            <p:nvPr/>
          </p:nvSpPr>
          <p:spPr bwMode="auto">
            <a:xfrm>
              <a:off x="-2" y="2521"/>
              <a:ext cx="274" cy="273"/>
            </a:xfrm>
            <a:custGeom>
              <a:avLst/>
              <a:gdLst>
                <a:gd name="T0" fmla="*/ 3 w 153"/>
                <a:gd name="T1" fmla="*/ 80 h 153"/>
                <a:gd name="T2" fmla="*/ 81 w 153"/>
                <a:gd name="T3" fmla="*/ 151 h 153"/>
                <a:gd name="T4" fmla="*/ 151 w 153"/>
                <a:gd name="T5" fmla="*/ 73 h 153"/>
                <a:gd name="T6" fmla="*/ 73 w 153"/>
                <a:gd name="T7" fmla="*/ 2 h 153"/>
                <a:gd name="T8" fmla="*/ 3 w 153"/>
                <a:gd name="T9" fmla="*/ 80 h 153"/>
              </a:gdLst>
              <a:ahLst/>
              <a:cxnLst>
                <a:cxn ang="0">
                  <a:pos x="T0" y="T1"/>
                </a:cxn>
                <a:cxn ang="0">
                  <a:pos x="T2" y="T3"/>
                </a:cxn>
                <a:cxn ang="0">
                  <a:pos x="T4" y="T5"/>
                </a:cxn>
                <a:cxn ang="0">
                  <a:pos x="T6" y="T7"/>
                </a:cxn>
                <a:cxn ang="0">
                  <a:pos x="T8" y="T9"/>
                </a:cxn>
              </a:cxnLst>
              <a:rect l="0" t="0" r="r" b="b"/>
              <a:pathLst>
                <a:path w="153" h="153">
                  <a:moveTo>
                    <a:pt x="3" y="80"/>
                  </a:moveTo>
                  <a:cubicBezTo>
                    <a:pt x="5" y="121"/>
                    <a:pt x="40" y="153"/>
                    <a:pt x="81" y="151"/>
                  </a:cubicBezTo>
                  <a:cubicBezTo>
                    <a:pt x="122" y="149"/>
                    <a:pt x="153" y="114"/>
                    <a:pt x="151" y="73"/>
                  </a:cubicBezTo>
                  <a:cubicBezTo>
                    <a:pt x="149" y="31"/>
                    <a:pt x="114" y="0"/>
                    <a:pt x="73" y="2"/>
                  </a:cubicBezTo>
                  <a:cubicBezTo>
                    <a:pt x="32" y="4"/>
                    <a:pt x="0" y="39"/>
                    <a:pt x="3" y="80"/>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19"/>
            <p:cNvSpPr>
              <a:spLocks/>
            </p:cNvSpPr>
            <p:nvPr/>
          </p:nvSpPr>
          <p:spPr bwMode="auto">
            <a:xfrm>
              <a:off x="500" y="2514"/>
              <a:ext cx="311" cy="346"/>
            </a:xfrm>
            <a:custGeom>
              <a:avLst/>
              <a:gdLst>
                <a:gd name="T0" fmla="*/ 11 w 174"/>
                <a:gd name="T1" fmla="*/ 138 h 194"/>
                <a:gd name="T2" fmla="*/ 18 w 174"/>
                <a:gd name="T3" fmla="*/ 183 h 194"/>
                <a:gd name="T4" fmla="*/ 18 w 174"/>
                <a:gd name="T5" fmla="*/ 183 h 194"/>
                <a:gd name="T6" fmla="*/ 74 w 174"/>
                <a:gd name="T7" fmla="*/ 173 h 194"/>
                <a:gd name="T8" fmla="*/ 163 w 174"/>
                <a:gd name="T9" fmla="*/ 57 h 194"/>
                <a:gd name="T10" fmla="*/ 158 w 174"/>
                <a:gd name="T11" fmla="*/ 12 h 194"/>
                <a:gd name="T12" fmla="*/ 158 w 174"/>
                <a:gd name="T13" fmla="*/ 12 h 194"/>
                <a:gd name="T14" fmla="*/ 112 w 174"/>
                <a:gd name="T15" fmla="*/ 16 h 194"/>
                <a:gd name="T16" fmla="*/ 11 w 174"/>
                <a:gd name="T17" fmla="*/ 138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4" h="194">
                  <a:moveTo>
                    <a:pt x="11" y="138"/>
                  </a:moveTo>
                  <a:cubicBezTo>
                    <a:pt x="0" y="152"/>
                    <a:pt x="4" y="172"/>
                    <a:pt x="18" y="183"/>
                  </a:cubicBezTo>
                  <a:cubicBezTo>
                    <a:pt x="18" y="183"/>
                    <a:pt x="18" y="183"/>
                    <a:pt x="18" y="183"/>
                  </a:cubicBezTo>
                  <a:cubicBezTo>
                    <a:pt x="32" y="194"/>
                    <a:pt x="63" y="186"/>
                    <a:pt x="74" y="173"/>
                  </a:cubicBezTo>
                  <a:cubicBezTo>
                    <a:pt x="163" y="57"/>
                    <a:pt x="163" y="57"/>
                    <a:pt x="163" y="57"/>
                  </a:cubicBezTo>
                  <a:cubicBezTo>
                    <a:pt x="174" y="43"/>
                    <a:pt x="172" y="23"/>
                    <a:pt x="158" y="12"/>
                  </a:cubicBezTo>
                  <a:cubicBezTo>
                    <a:pt x="158" y="12"/>
                    <a:pt x="158" y="12"/>
                    <a:pt x="158" y="12"/>
                  </a:cubicBezTo>
                  <a:cubicBezTo>
                    <a:pt x="144" y="0"/>
                    <a:pt x="124" y="2"/>
                    <a:pt x="112" y="16"/>
                  </a:cubicBezTo>
                  <a:lnTo>
                    <a:pt x="11" y="138"/>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20"/>
            <p:cNvSpPr>
              <a:spLocks/>
            </p:cNvSpPr>
            <p:nvPr/>
          </p:nvSpPr>
          <p:spPr bwMode="auto">
            <a:xfrm>
              <a:off x="259" y="2760"/>
              <a:ext cx="354" cy="213"/>
            </a:xfrm>
            <a:custGeom>
              <a:avLst/>
              <a:gdLst>
                <a:gd name="T0" fmla="*/ 146 w 198"/>
                <a:gd name="T1" fmla="*/ 0 h 119"/>
                <a:gd name="T2" fmla="*/ 26 w 198"/>
                <a:gd name="T3" fmla="*/ 50 h 119"/>
                <a:gd name="T4" fmla="*/ 7 w 198"/>
                <a:gd name="T5" fmla="*/ 94 h 119"/>
                <a:gd name="T6" fmla="*/ 7 w 198"/>
                <a:gd name="T7" fmla="*/ 94 h 119"/>
                <a:gd name="T8" fmla="*/ 50 w 198"/>
                <a:gd name="T9" fmla="*/ 112 h 119"/>
                <a:gd name="T10" fmla="*/ 198 w 198"/>
                <a:gd name="T11" fmla="*/ 43 h 119"/>
              </a:gdLst>
              <a:ahLst/>
              <a:cxnLst>
                <a:cxn ang="0">
                  <a:pos x="T0" y="T1"/>
                </a:cxn>
                <a:cxn ang="0">
                  <a:pos x="T2" y="T3"/>
                </a:cxn>
                <a:cxn ang="0">
                  <a:pos x="T4" y="T5"/>
                </a:cxn>
                <a:cxn ang="0">
                  <a:pos x="T6" y="T7"/>
                </a:cxn>
                <a:cxn ang="0">
                  <a:pos x="T8" y="T9"/>
                </a:cxn>
                <a:cxn ang="0">
                  <a:pos x="T10" y="T11"/>
                </a:cxn>
              </a:cxnLst>
              <a:rect l="0" t="0" r="r" b="b"/>
              <a:pathLst>
                <a:path w="198" h="119">
                  <a:moveTo>
                    <a:pt x="146" y="0"/>
                  </a:moveTo>
                  <a:cubicBezTo>
                    <a:pt x="26" y="50"/>
                    <a:pt x="26" y="50"/>
                    <a:pt x="26" y="50"/>
                  </a:cubicBezTo>
                  <a:cubicBezTo>
                    <a:pt x="8" y="57"/>
                    <a:pt x="0" y="77"/>
                    <a:pt x="7" y="94"/>
                  </a:cubicBezTo>
                  <a:cubicBezTo>
                    <a:pt x="7" y="94"/>
                    <a:pt x="7" y="94"/>
                    <a:pt x="7" y="94"/>
                  </a:cubicBezTo>
                  <a:cubicBezTo>
                    <a:pt x="14" y="111"/>
                    <a:pt x="33" y="119"/>
                    <a:pt x="50" y="112"/>
                  </a:cubicBezTo>
                  <a:cubicBezTo>
                    <a:pt x="198" y="43"/>
                    <a:pt x="198" y="43"/>
                    <a:pt x="198" y="43"/>
                  </a:cubicBezTo>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21"/>
            <p:cNvSpPr>
              <a:spLocks/>
            </p:cNvSpPr>
            <p:nvPr/>
          </p:nvSpPr>
          <p:spPr bwMode="auto">
            <a:xfrm>
              <a:off x="3667" y="2816"/>
              <a:ext cx="317" cy="612"/>
            </a:xfrm>
            <a:custGeom>
              <a:avLst/>
              <a:gdLst>
                <a:gd name="T0" fmla="*/ 161 w 177"/>
                <a:gd name="T1" fmla="*/ 0 h 343"/>
                <a:gd name="T2" fmla="*/ 159 w 177"/>
                <a:gd name="T3" fmla="*/ 66 h 343"/>
                <a:gd name="T4" fmla="*/ 141 w 177"/>
                <a:gd name="T5" fmla="*/ 319 h 343"/>
                <a:gd name="T6" fmla="*/ 107 w 177"/>
                <a:gd name="T7" fmla="*/ 328 h 343"/>
                <a:gd name="T8" fmla="*/ 42 w 177"/>
                <a:gd name="T9" fmla="*/ 324 h 343"/>
                <a:gd name="T10" fmla="*/ 2 w 177"/>
                <a:gd name="T11" fmla="*/ 291 h 343"/>
                <a:gd name="T12" fmla="*/ 2 w 177"/>
                <a:gd name="T13" fmla="*/ 86 h 343"/>
                <a:gd name="T14" fmla="*/ 161 w 177"/>
                <a:gd name="T15" fmla="*/ 0 h 3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7" h="343">
                  <a:moveTo>
                    <a:pt x="161" y="0"/>
                  </a:moveTo>
                  <a:cubicBezTo>
                    <a:pt x="177" y="27"/>
                    <a:pt x="161" y="43"/>
                    <a:pt x="159" y="66"/>
                  </a:cubicBezTo>
                  <a:cubicBezTo>
                    <a:pt x="141" y="319"/>
                    <a:pt x="141" y="319"/>
                    <a:pt x="141" y="319"/>
                  </a:cubicBezTo>
                  <a:cubicBezTo>
                    <a:pt x="140" y="343"/>
                    <a:pt x="131" y="330"/>
                    <a:pt x="107" y="328"/>
                  </a:cubicBezTo>
                  <a:cubicBezTo>
                    <a:pt x="42" y="324"/>
                    <a:pt x="42" y="324"/>
                    <a:pt x="42" y="324"/>
                  </a:cubicBezTo>
                  <a:cubicBezTo>
                    <a:pt x="18" y="323"/>
                    <a:pt x="0" y="315"/>
                    <a:pt x="2" y="291"/>
                  </a:cubicBezTo>
                  <a:cubicBezTo>
                    <a:pt x="2" y="86"/>
                    <a:pt x="2" y="86"/>
                    <a:pt x="2" y="86"/>
                  </a:cubicBezTo>
                  <a:lnTo>
                    <a:pt x="161"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22"/>
            <p:cNvSpPr>
              <a:spLocks/>
            </p:cNvSpPr>
            <p:nvPr/>
          </p:nvSpPr>
          <p:spPr bwMode="auto">
            <a:xfrm>
              <a:off x="3601" y="3166"/>
              <a:ext cx="245" cy="486"/>
            </a:xfrm>
            <a:custGeom>
              <a:avLst/>
              <a:gdLst>
                <a:gd name="T0" fmla="*/ 82 w 137"/>
                <a:gd name="T1" fmla="*/ 238 h 272"/>
                <a:gd name="T2" fmla="*/ 34 w 137"/>
                <a:gd name="T3" fmla="*/ 266 h 272"/>
                <a:gd name="T4" fmla="*/ 34 w 137"/>
                <a:gd name="T5" fmla="*/ 266 h 272"/>
                <a:gd name="T6" fmla="*/ 6 w 137"/>
                <a:gd name="T7" fmla="*/ 218 h 272"/>
                <a:gd name="T8" fmla="*/ 55 w 137"/>
                <a:gd name="T9" fmla="*/ 33 h 272"/>
                <a:gd name="T10" fmla="*/ 103 w 137"/>
                <a:gd name="T11" fmla="*/ 5 h 272"/>
                <a:gd name="T12" fmla="*/ 103 w 137"/>
                <a:gd name="T13" fmla="*/ 5 h 272"/>
                <a:gd name="T14" fmla="*/ 131 w 137"/>
                <a:gd name="T15" fmla="*/ 54 h 272"/>
                <a:gd name="T16" fmla="*/ 82 w 137"/>
                <a:gd name="T17" fmla="*/ 238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7" h="272">
                  <a:moveTo>
                    <a:pt x="82" y="238"/>
                  </a:moveTo>
                  <a:cubicBezTo>
                    <a:pt x="76" y="259"/>
                    <a:pt x="55" y="272"/>
                    <a:pt x="34" y="266"/>
                  </a:cubicBezTo>
                  <a:cubicBezTo>
                    <a:pt x="34" y="266"/>
                    <a:pt x="34" y="266"/>
                    <a:pt x="34" y="266"/>
                  </a:cubicBezTo>
                  <a:cubicBezTo>
                    <a:pt x="13" y="261"/>
                    <a:pt x="0" y="239"/>
                    <a:pt x="6" y="218"/>
                  </a:cubicBezTo>
                  <a:cubicBezTo>
                    <a:pt x="55" y="33"/>
                    <a:pt x="55" y="33"/>
                    <a:pt x="55" y="33"/>
                  </a:cubicBezTo>
                  <a:cubicBezTo>
                    <a:pt x="60" y="12"/>
                    <a:pt x="82" y="0"/>
                    <a:pt x="103" y="5"/>
                  </a:cubicBezTo>
                  <a:cubicBezTo>
                    <a:pt x="103" y="5"/>
                    <a:pt x="103" y="5"/>
                    <a:pt x="103" y="5"/>
                  </a:cubicBezTo>
                  <a:cubicBezTo>
                    <a:pt x="124" y="11"/>
                    <a:pt x="137" y="33"/>
                    <a:pt x="131" y="54"/>
                  </a:cubicBezTo>
                  <a:lnTo>
                    <a:pt x="82" y="238"/>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3"/>
            <p:cNvSpPr>
              <a:spLocks/>
            </p:cNvSpPr>
            <p:nvPr/>
          </p:nvSpPr>
          <p:spPr bwMode="auto">
            <a:xfrm>
              <a:off x="3535" y="3519"/>
              <a:ext cx="216" cy="440"/>
            </a:xfrm>
            <a:custGeom>
              <a:avLst/>
              <a:gdLst>
                <a:gd name="T0" fmla="*/ 82 w 121"/>
                <a:gd name="T1" fmla="*/ 211 h 246"/>
                <a:gd name="T2" fmla="*/ 36 w 121"/>
                <a:gd name="T3" fmla="*/ 242 h 246"/>
                <a:gd name="T4" fmla="*/ 36 w 121"/>
                <a:gd name="T5" fmla="*/ 242 h 246"/>
                <a:gd name="T6" fmla="*/ 5 w 121"/>
                <a:gd name="T7" fmla="*/ 195 h 246"/>
                <a:gd name="T8" fmla="*/ 39 w 121"/>
                <a:gd name="T9" fmla="*/ 35 h 246"/>
                <a:gd name="T10" fmla="*/ 86 w 121"/>
                <a:gd name="T11" fmla="*/ 4 h 246"/>
                <a:gd name="T12" fmla="*/ 86 w 121"/>
                <a:gd name="T13" fmla="*/ 4 h 246"/>
                <a:gd name="T14" fmla="*/ 116 w 121"/>
                <a:gd name="T15" fmla="*/ 50 h 246"/>
                <a:gd name="T16" fmla="*/ 82 w 121"/>
                <a:gd name="T17" fmla="*/ 211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246">
                  <a:moveTo>
                    <a:pt x="82" y="211"/>
                  </a:moveTo>
                  <a:cubicBezTo>
                    <a:pt x="78" y="232"/>
                    <a:pt x="57" y="246"/>
                    <a:pt x="36" y="242"/>
                  </a:cubicBezTo>
                  <a:cubicBezTo>
                    <a:pt x="36" y="242"/>
                    <a:pt x="36" y="242"/>
                    <a:pt x="36" y="242"/>
                  </a:cubicBezTo>
                  <a:cubicBezTo>
                    <a:pt x="14" y="237"/>
                    <a:pt x="0" y="216"/>
                    <a:pt x="5" y="195"/>
                  </a:cubicBezTo>
                  <a:cubicBezTo>
                    <a:pt x="39" y="35"/>
                    <a:pt x="39" y="35"/>
                    <a:pt x="39" y="35"/>
                  </a:cubicBezTo>
                  <a:cubicBezTo>
                    <a:pt x="43" y="13"/>
                    <a:pt x="64" y="0"/>
                    <a:pt x="86" y="4"/>
                  </a:cubicBezTo>
                  <a:cubicBezTo>
                    <a:pt x="86" y="4"/>
                    <a:pt x="86" y="4"/>
                    <a:pt x="86" y="4"/>
                  </a:cubicBezTo>
                  <a:cubicBezTo>
                    <a:pt x="107" y="8"/>
                    <a:pt x="121" y="29"/>
                    <a:pt x="116" y="50"/>
                  </a:cubicBezTo>
                  <a:lnTo>
                    <a:pt x="82" y="211"/>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24"/>
            <p:cNvSpPr>
              <a:spLocks/>
            </p:cNvSpPr>
            <p:nvPr/>
          </p:nvSpPr>
          <p:spPr bwMode="auto">
            <a:xfrm>
              <a:off x="3751" y="3150"/>
              <a:ext cx="195" cy="487"/>
            </a:xfrm>
            <a:custGeom>
              <a:avLst/>
              <a:gdLst>
                <a:gd name="T0" fmla="*/ 106 w 109"/>
                <a:gd name="T1" fmla="*/ 226 h 273"/>
                <a:gd name="T2" fmla="*/ 72 w 109"/>
                <a:gd name="T3" fmla="*/ 270 h 273"/>
                <a:gd name="T4" fmla="*/ 72 w 109"/>
                <a:gd name="T5" fmla="*/ 270 h 273"/>
                <a:gd name="T6" fmla="*/ 28 w 109"/>
                <a:gd name="T7" fmla="*/ 236 h 273"/>
                <a:gd name="T8" fmla="*/ 3 w 109"/>
                <a:gd name="T9" fmla="*/ 47 h 273"/>
                <a:gd name="T10" fmla="*/ 37 w 109"/>
                <a:gd name="T11" fmla="*/ 2 h 273"/>
                <a:gd name="T12" fmla="*/ 37 w 109"/>
                <a:gd name="T13" fmla="*/ 2 h 273"/>
                <a:gd name="T14" fmla="*/ 81 w 109"/>
                <a:gd name="T15" fmla="*/ 36 h 273"/>
                <a:gd name="T16" fmla="*/ 106 w 109"/>
                <a:gd name="T17" fmla="*/ 226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 h="273">
                  <a:moveTo>
                    <a:pt x="106" y="226"/>
                  </a:moveTo>
                  <a:cubicBezTo>
                    <a:pt x="109" y="247"/>
                    <a:pt x="94" y="267"/>
                    <a:pt x="72" y="270"/>
                  </a:cubicBezTo>
                  <a:cubicBezTo>
                    <a:pt x="72" y="270"/>
                    <a:pt x="72" y="270"/>
                    <a:pt x="72" y="270"/>
                  </a:cubicBezTo>
                  <a:cubicBezTo>
                    <a:pt x="51" y="273"/>
                    <a:pt x="31" y="258"/>
                    <a:pt x="28" y="236"/>
                  </a:cubicBezTo>
                  <a:cubicBezTo>
                    <a:pt x="3" y="47"/>
                    <a:pt x="3" y="47"/>
                    <a:pt x="3" y="47"/>
                  </a:cubicBezTo>
                  <a:cubicBezTo>
                    <a:pt x="0" y="25"/>
                    <a:pt x="16" y="5"/>
                    <a:pt x="37" y="2"/>
                  </a:cubicBezTo>
                  <a:cubicBezTo>
                    <a:pt x="37" y="2"/>
                    <a:pt x="37" y="2"/>
                    <a:pt x="37" y="2"/>
                  </a:cubicBezTo>
                  <a:cubicBezTo>
                    <a:pt x="59" y="0"/>
                    <a:pt x="79" y="15"/>
                    <a:pt x="81" y="36"/>
                  </a:cubicBezTo>
                  <a:lnTo>
                    <a:pt x="106" y="226"/>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25"/>
            <p:cNvSpPr>
              <a:spLocks/>
            </p:cNvSpPr>
            <p:nvPr/>
          </p:nvSpPr>
          <p:spPr bwMode="auto">
            <a:xfrm>
              <a:off x="3798" y="3509"/>
              <a:ext cx="207" cy="441"/>
            </a:xfrm>
            <a:custGeom>
              <a:avLst/>
              <a:gdLst>
                <a:gd name="T0" fmla="*/ 112 w 116"/>
                <a:gd name="T1" fmla="*/ 196 h 247"/>
                <a:gd name="T2" fmla="*/ 80 w 116"/>
                <a:gd name="T3" fmla="*/ 243 h 247"/>
                <a:gd name="T4" fmla="*/ 80 w 116"/>
                <a:gd name="T5" fmla="*/ 243 h 247"/>
                <a:gd name="T6" fmla="*/ 34 w 116"/>
                <a:gd name="T7" fmla="*/ 211 h 247"/>
                <a:gd name="T8" fmla="*/ 4 w 116"/>
                <a:gd name="T9" fmla="*/ 50 h 247"/>
                <a:gd name="T10" fmla="*/ 36 w 116"/>
                <a:gd name="T11" fmla="*/ 4 h 247"/>
                <a:gd name="T12" fmla="*/ 36 w 116"/>
                <a:gd name="T13" fmla="*/ 4 h 247"/>
                <a:gd name="T14" fmla="*/ 82 w 116"/>
                <a:gd name="T15" fmla="*/ 35 h 247"/>
                <a:gd name="T16" fmla="*/ 112 w 116"/>
                <a:gd name="T17" fmla="*/ 196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247">
                  <a:moveTo>
                    <a:pt x="112" y="196"/>
                  </a:moveTo>
                  <a:cubicBezTo>
                    <a:pt x="116" y="218"/>
                    <a:pt x="102" y="238"/>
                    <a:pt x="80" y="243"/>
                  </a:cubicBezTo>
                  <a:cubicBezTo>
                    <a:pt x="80" y="243"/>
                    <a:pt x="80" y="243"/>
                    <a:pt x="80" y="243"/>
                  </a:cubicBezTo>
                  <a:cubicBezTo>
                    <a:pt x="59" y="247"/>
                    <a:pt x="38" y="233"/>
                    <a:pt x="34" y="211"/>
                  </a:cubicBezTo>
                  <a:cubicBezTo>
                    <a:pt x="4" y="50"/>
                    <a:pt x="4" y="50"/>
                    <a:pt x="4" y="50"/>
                  </a:cubicBezTo>
                  <a:cubicBezTo>
                    <a:pt x="0" y="29"/>
                    <a:pt x="14" y="8"/>
                    <a:pt x="36" y="4"/>
                  </a:cubicBezTo>
                  <a:cubicBezTo>
                    <a:pt x="36" y="4"/>
                    <a:pt x="36" y="4"/>
                    <a:pt x="36" y="4"/>
                  </a:cubicBezTo>
                  <a:cubicBezTo>
                    <a:pt x="57" y="0"/>
                    <a:pt x="78" y="14"/>
                    <a:pt x="82" y="35"/>
                  </a:cubicBezTo>
                  <a:lnTo>
                    <a:pt x="112" y="196"/>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26"/>
            <p:cNvSpPr>
              <a:spLocks/>
            </p:cNvSpPr>
            <p:nvPr/>
          </p:nvSpPr>
          <p:spPr bwMode="auto">
            <a:xfrm>
              <a:off x="3589" y="2617"/>
              <a:ext cx="273" cy="274"/>
            </a:xfrm>
            <a:custGeom>
              <a:avLst/>
              <a:gdLst>
                <a:gd name="T0" fmla="*/ 151 w 153"/>
                <a:gd name="T1" fmla="*/ 81 h 153"/>
                <a:gd name="T2" fmla="*/ 73 w 153"/>
                <a:gd name="T3" fmla="*/ 151 h 153"/>
                <a:gd name="T4" fmla="*/ 3 w 153"/>
                <a:gd name="T5" fmla="*/ 73 h 153"/>
                <a:gd name="T6" fmla="*/ 81 w 153"/>
                <a:gd name="T7" fmla="*/ 3 h 153"/>
                <a:gd name="T8" fmla="*/ 151 w 153"/>
                <a:gd name="T9" fmla="*/ 81 h 153"/>
              </a:gdLst>
              <a:ahLst/>
              <a:cxnLst>
                <a:cxn ang="0">
                  <a:pos x="T0" y="T1"/>
                </a:cxn>
                <a:cxn ang="0">
                  <a:pos x="T2" y="T3"/>
                </a:cxn>
                <a:cxn ang="0">
                  <a:pos x="T4" y="T5"/>
                </a:cxn>
                <a:cxn ang="0">
                  <a:pos x="T6" y="T7"/>
                </a:cxn>
                <a:cxn ang="0">
                  <a:pos x="T8" y="T9"/>
                </a:cxn>
              </a:cxnLst>
              <a:rect l="0" t="0" r="r" b="b"/>
              <a:pathLst>
                <a:path w="153" h="153">
                  <a:moveTo>
                    <a:pt x="151" y="81"/>
                  </a:moveTo>
                  <a:cubicBezTo>
                    <a:pt x="149" y="122"/>
                    <a:pt x="114" y="153"/>
                    <a:pt x="73" y="151"/>
                  </a:cubicBezTo>
                  <a:cubicBezTo>
                    <a:pt x="32" y="149"/>
                    <a:pt x="0" y="114"/>
                    <a:pt x="3" y="73"/>
                  </a:cubicBezTo>
                  <a:cubicBezTo>
                    <a:pt x="5" y="32"/>
                    <a:pt x="40" y="0"/>
                    <a:pt x="81" y="3"/>
                  </a:cubicBezTo>
                  <a:cubicBezTo>
                    <a:pt x="122" y="5"/>
                    <a:pt x="153" y="40"/>
                    <a:pt x="151" y="81"/>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27"/>
            <p:cNvSpPr>
              <a:spLocks/>
            </p:cNvSpPr>
            <p:nvPr/>
          </p:nvSpPr>
          <p:spPr bwMode="auto">
            <a:xfrm>
              <a:off x="3292" y="2878"/>
              <a:ext cx="336" cy="295"/>
            </a:xfrm>
            <a:custGeom>
              <a:avLst/>
              <a:gdLst>
                <a:gd name="T0" fmla="*/ 173 w 188"/>
                <a:gd name="T1" fmla="*/ 98 h 165"/>
                <a:gd name="T2" fmla="*/ 178 w 188"/>
                <a:gd name="T3" fmla="*/ 143 h 165"/>
                <a:gd name="T4" fmla="*/ 178 w 188"/>
                <a:gd name="T5" fmla="*/ 143 h 165"/>
                <a:gd name="T6" fmla="*/ 121 w 188"/>
                <a:gd name="T7" fmla="*/ 147 h 165"/>
                <a:gd name="T8" fmla="*/ 17 w 188"/>
                <a:gd name="T9" fmla="*/ 63 h 165"/>
                <a:gd name="T10" fmla="*/ 10 w 188"/>
                <a:gd name="T11" fmla="*/ 17 h 165"/>
                <a:gd name="T12" fmla="*/ 10 w 188"/>
                <a:gd name="T13" fmla="*/ 17 h 165"/>
                <a:gd name="T14" fmla="*/ 55 w 188"/>
                <a:gd name="T15" fmla="*/ 10 h 165"/>
                <a:gd name="T16" fmla="*/ 173 w 188"/>
                <a:gd name="T17" fmla="*/ 98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 h="165">
                  <a:moveTo>
                    <a:pt x="173" y="98"/>
                  </a:moveTo>
                  <a:cubicBezTo>
                    <a:pt x="188" y="108"/>
                    <a:pt x="188" y="128"/>
                    <a:pt x="178" y="143"/>
                  </a:cubicBezTo>
                  <a:cubicBezTo>
                    <a:pt x="178" y="143"/>
                    <a:pt x="178" y="143"/>
                    <a:pt x="178" y="143"/>
                  </a:cubicBezTo>
                  <a:cubicBezTo>
                    <a:pt x="167" y="157"/>
                    <a:pt x="141" y="165"/>
                    <a:pt x="121" y="147"/>
                  </a:cubicBezTo>
                  <a:cubicBezTo>
                    <a:pt x="17" y="63"/>
                    <a:pt x="17" y="63"/>
                    <a:pt x="17" y="63"/>
                  </a:cubicBezTo>
                  <a:cubicBezTo>
                    <a:pt x="3" y="52"/>
                    <a:pt x="0" y="32"/>
                    <a:pt x="10" y="17"/>
                  </a:cubicBezTo>
                  <a:cubicBezTo>
                    <a:pt x="10" y="17"/>
                    <a:pt x="10" y="17"/>
                    <a:pt x="10" y="17"/>
                  </a:cubicBezTo>
                  <a:cubicBezTo>
                    <a:pt x="21" y="3"/>
                    <a:pt x="41" y="0"/>
                    <a:pt x="55" y="10"/>
                  </a:cubicBezTo>
                  <a:lnTo>
                    <a:pt x="173" y="98"/>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28"/>
            <p:cNvSpPr>
              <a:spLocks/>
            </p:cNvSpPr>
            <p:nvPr/>
          </p:nvSpPr>
          <p:spPr bwMode="auto">
            <a:xfrm>
              <a:off x="3537" y="2862"/>
              <a:ext cx="384" cy="291"/>
            </a:xfrm>
            <a:custGeom>
              <a:avLst/>
              <a:gdLst>
                <a:gd name="T0" fmla="*/ 0 w 215"/>
                <a:gd name="T1" fmla="*/ 97 h 163"/>
                <a:gd name="T2" fmla="*/ 156 w 215"/>
                <a:gd name="T3" fmla="*/ 17 h 163"/>
                <a:gd name="T4" fmla="*/ 201 w 215"/>
                <a:gd name="T5" fmla="*/ 13 h 163"/>
                <a:gd name="T6" fmla="*/ 201 w 215"/>
                <a:gd name="T7" fmla="*/ 13 h 163"/>
                <a:gd name="T8" fmla="*/ 202 w 215"/>
                <a:gd name="T9" fmla="*/ 60 h 163"/>
                <a:gd name="T10" fmla="*/ 27 w 215"/>
                <a:gd name="T11" fmla="*/ 163 h 163"/>
              </a:gdLst>
              <a:ahLst/>
              <a:cxnLst>
                <a:cxn ang="0">
                  <a:pos x="T0" y="T1"/>
                </a:cxn>
                <a:cxn ang="0">
                  <a:pos x="T2" y="T3"/>
                </a:cxn>
                <a:cxn ang="0">
                  <a:pos x="T4" y="T5"/>
                </a:cxn>
                <a:cxn ang="0">
                  <a:pos x="T6" y="T7"/>
                </a:cxn>
                <a:cxn ang="0">
                  <a:pos x="T8" y="T9"/>
                </a:cxn>
                <a:cxn ang="0">
                  <a:pos x="T10" y="T11"/>
                </a:cxn>
              </a:cxnLst>
              <a:rect l="0" t="0" r="r" b="b"/>
              <a:pathLst>
                <a:path w="215" h="163">
                  <a:moveTo>
                    <a:pt x="0" y="97"/>
                  </a:moveTo>
                  <a:cubicBezTo>
                    <a:pt x="0" y="97"/>
                    <a:pt x="121" y="36"/>
                    <a:pt x="156" y="17"/>
                  </a:cubicBezTo>
                  <a:cubicBezTo>
                    <a:pt x="179" y="4"/>
                    <a:pt x="187" y="0"/>
                    <a:pt x="201" y="13"/>
                  </a:cubicBezTo>
                  <a:cubicBezTo>
                    <a:pt x="201" y="13"/>
                    <a:pt x="201" y="13"/>
                    <a:pt x="201" y="13"/>
                  </a:cubicBezTo>
                  <a:cubicBezTo>
                    <a:pt x="214" y="26"/>
                    <a:pt x="215" y="47"/>
                    <a:pt x="202" y="60"/>
                  </a:cubicBezTo>
                  <a:cubicBezTo>
                    <a:pt x="27" y="163"/>
                    <a:pt x="27" y="163"/>
                    <a:pt x="27" y="163"/>
                  </a:cubicBezTo>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29"/>
            <p:cNvSpPr>
              <a:spLocks/>
            </p:cNvSpPr>
            <p:nvPr/>
          </p:nvSpPr>
          <p:spPr bwMode="auto">
            <a:xfrm>
              <a:off x="2026" y="2362"/>
              <a:ext cx="273" cy="538"/>
            </a:xfrm>
            <a:custGeom>
              <a:avLst/>
              <a:gdLst>
                <a:gd name="T0" fmla="*/ 147 w 153"/>
                <a:gd name="T1" fmla="*/ 241 h 301"/>
                <a:gd name="T2" fmla="*/ 116 w 153"/>
                <a:gd name="T3" fmla="*/ 294 h 301"/>
                <a:gd name="T4" fmla="*/ 116 w 153"/>
                <a:gd name="T5" fmla="*/ 294 h 301"/>
                <a:gd name="T6" fmla="*/ 63 w 153"/>
                <a:gd name="T7" fmla="*/ 264 h 301"/>
                <a:gd name="T8" fmla="*/ 7 w 153"/>
                <a:gd name="T9" fmla="*/ 60 h 301"/>
                <a:gd name="T10" fmla="*/ 37 w 153"/>
                <a:gd name="T11" fmla="*/ 6 h 301"/>
                <a:gd name="T12" fmla="*/ 37 w 153"/>
                <a:gd name="T13" fmla="*/ 6 h 301"/>
                <a:gd name="T14" fmla="*/ 91 w 153"/>
                <a:gd name="T15" fmla="*/ 37 h 301"/>
                <a:gd name="T16" fmla="*/ 147 w 153"/>
                <a:gd name="T17" fmla="*/ 241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3" h="301">
                  <a:moveTo>
                    <a:pt x="147" y="241"/>
                  </a:moveTo>
                  <a:cubicBezTo>
                    <a:pt x="153" y="264"/>
                    <a:pt x="140" y="288"/>
                    <a:pt x="116" y="294"/>
                  </a:cubicBezTo>
                  <a:cubicBezTo>
                    <a:pt x="116" y="294"/>
                    <a:pt x="116" y="294"/>
                    <a:pt x="116" y="294"/>
                  </a:cubicBezTo>
                  <a:cubicBezTo>
                    <a:pt x="93" y="301"/>
                    <a:pt x="69" y="287"/>
                    <a:pt x="63" y="264"/>
                  </a:cubicBezTo>
                  <a:cubicBezTo>
                    <a:pt x="7" y="60"/>
                    <a:pt x="7" y="60"/>
                    <a:pt x="7" y="60"/>
                  </a:cubicBezTo>
                  <a:cubicBezTo>
                    <a:pt x="0" y="37"/>
                    <a:pt x="14" y="13"/>
                    <a:pt x="37" y="6"/>
                  </a:cubicBezTo>
                  <a:cubicBezTo>
                    <a:pt x="37" y="6"/>
                    <a:pt x="37" y="6"/>
                    <a:pt x="37" y="6"/>
                  </a:cubicBezTo>
                  <a:cubicBezTo>
                    <a:pt x="61" y="0"/>
                    <a:pt x="85" y="13"/>
                    <a:pt x="91" y="37"/>
                  </a:cubicBezTo>
                  <a:lnTo>
                    <a:pt x="147" y="241"/>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30"/>
            <p:cNvSpPr>
              <a:spLocks/>
            </p:cNvSpPr>
            <p:nvPr/>
          </p:nvSpPr>
          <p:spPr bwMode="auto">
            <a:xfrm>
              <a:off x="2140" y="2749"/>
              <a:ext cx="339" cy="460"/>
            </a:xfrm>
            <a:custGeom>
              <a:avLst/>
              <a:gdLst>
                <a:gd name="T0" fmla="*/ 178 w 190"/>
                <a:gd name="T1" fmla="*/ 185 h 257"/>
                <a:gd name="T2" fmla="*/ 163 w 190"/>
                <a:gd name="T3" fmla="*/ 244 h 257"/>
                <a:gd name="T4" fmla="*/ 163 w 190"/>
                <a:gd name="T5" fmla="*/ 244 h 257"/>
                <a:gd name="T6" fmla="*/ 103 w 190"/>
                <a:gd name="T7" fmla="*/ 229 h 257"/>
                <a:gd name="T8" fmla="*/ 12 w 190"/>
                <a:gd name="T9" fmla="*/ 72 h 257"/>
                <a:gd name="T10" fmla="*/ 27 w 190"/>
                <a:gd name="T11" fmla="*/ 12 h 257"/>
                <a:gd name="T12" fmla="*/ 27 w 190"/>
                <a:gd name="T13" fmla="*/ 12 h 257"/>
                <a:gd name="T14" fmla="*/ 87 w 190"/>
                <a:gd name="T15" fmla="*/ 27 h 257"/>
                <a:gd name="T16" fmla="*/ 178 w 190"/>
                <a:gd name="T17" fmla="*/ 18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0" h="257">
                  <a:moveTo>
                    <a:pt x="178" y="185"/>
                  </a:moveTo>
                  <a:cubicBezTo>
                    <a:pt x="190" y="205"/>
                    <a:pt x="184" y="232"/>
                    <a:pt x="163" y="244"/>
                  </a:cubicBezTo>
                  <a:cubicBezTo>
                    <a:pt x="163" y="244"/>
                    <a:pt x="163" y="244"/>
                    <a:pt x="163" y="244"/>
                  </a:cubicBezTo>
                  <a:cubicBezTo>
                    <a:pt x="142" y="257"/>
                    <a:pt x="115" y="250"/>
                    <a:pt x="103" y="229"/>
                  </a:cubicBezTo>
                  <a:cubicBezTo>
                    <a:pt x="12" y="72"/>
                    <a:pt x="12" y="72"/>
                    <a:pt x="12" y="72"/>
                  </a:cubicBezTo>
                  <a:cubicBezTo>
                    <a:pt x="0" y="51"/>
                    <a:pt x="6" y="24"/>
                    <a:pt x="27" y="12"/>
                  </a:cubicBezTo>
                  <a:cubicBezTo>
                    <a:pt x="27" y="12"/>
                    <a:pt x="27" y="12"/>
                    <a:pt x="27" y="12"/>
                  </a:cubicBezTo>
                  <a:cubicBezTo>
                    <a:pt x="48" y="0"/>
                    <a:pt x="75" y="7"/>
                    <a:pt x="87" y="27"/>
                  </a:cubicBezTo>
                  <a:lnTo>
                    <a:pt x="178" y="185"/>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31"/>
            <p:cNvSpPr>
              <a:spLocks/>
            </p:cNvSpPr>
            <p:nvPr/>
          </p:nvSpPr>
          <p:spPr bwMode="auto">
            <a:xfrm>
              <a:off x="1924" y="2017"/>
              <a:ext cx="382" cy="636"/>
            </a:xfrm>
            <a:custGeom>
              <a:avLst/>
              <a:gdLst>
                <a:gd name="T0" fmla="*/ 165 w 214"/>
                <a:gd name="T1" fmla="*/ 314 h 356"/>
                <a:gd name="T2" fmla="*/ 111 w 214"/>
                <a:gd name="T3" fmla="*/ 352 h 356"/>
                <a:gd name="T4" fmla="*/ 39 w 214"/>
                <a:gd name="T5" fmla="*/ 339 h 356"/>
                <a:gd name="T6" fmla="*/ 5 w 214"/>
                <a:gd name="T7" fmla="*/ 295 h 356"/>
                <a:gd name="T8" fmla="*/ 45 w 214"/>
                <a:gd name="T9" fmla="*/ 43 h 356"/>
                <a:gd name="T10" fmla="*/ 100 w 214"/>
                <a:gd name="T11" fmla="*/ 5 h 356"/>
                <a:gd name="T12" fmla="*/ 172 w 214"/>
                <a:gd name="T13" fmla="*/ 18 h 356"/>
                <a:gd name="T14" fmla="*/ 210 w 214"/>
                <a:gd name="T15" fmla="*/ 73 h 356"/>
                <a:gd name="T16" fmla="*/ 165 w 214"/>
                <a:gd name="T17" fmla="*/ 314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4" h="356">
                  <a:moveTo>
                    <a:pt x="165" y="314"/>
                  </a:moveTo>
                  <a:cubicBezTo>
                    <a:pt x="161" y="339"/>
                    <a:pt x="136" y="356"/>
                    <a:pt x="111" y="352"/>
                  </a:cubicBezTo>
                  <a:cubicBezTo>
                    <a:pt x="39" y="339"/>
                    <a:pt x="39" y="339"/>
                    <a:pt x="39" y="339"/>
                  </a:cubicBezTo>
                  <a:cubicBezTo>
                    <a:pt x="14" y="334"/>
                    <a:pt x="0" y="321"/>
                    <a:pt x="5" y="295"/>
                  </a:cubicBezTo>
                  <a:cubicBezTo>
                    <a:pt x="45" y="43"/>
                    <a:pt x="45" y="43"/>
                    <a:pt x="45" y="43"/>
                  </a:cubicBezTo>
                  <a:cubicBezTo>
                    <a:pt x="50" y="17"/>
                    <a:pt x="75" y="0"/>
                    <a:pt x="100" y="5"/>
                  </a:cubicBezTo>
                  <a:cubicBezTo>
                    <a:pt x="172" y="18"/>
                    <a:pt x="172" y="18"/>
                    <a:pt x="172" y="18"/>
                  </a:cubicBezTo>
                  <a:cubicBezTo>
                    <a:pt x="197" y="23"/>
                    <a:pt x="214" y="47"/>
                    <a:pt x="210" y="73"/>
                  </a:cubicBezTo>
                  <a:lnTo>
                    <a:pt x="165" y="314"/>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32"/>
            <p:cNvSpPr>
              <a:spLocks/>
            </p:cNvSpPr>
            <p:nvPr/>
          </p:nvSpPr>
          <p:spPr bwMode="auto">
            <a:xfrm>
              <a:off x="1883" y="2367"/>
              <a:ext cx="228" cy="541"/>
            </a:xfrm>
            <a:custGeom>
              <a:avLst/>
              <a:gdLst>
                <a:gd name="T0" fmla="*/ 90 w 128"/>
                <a:gd name="T1" fmla="*/ 263 h 303"/>
                <a:gd name="T2" fmla="*/ 40 w 128"/>
                <a:gd name="T3" fmla="*/ 299 h 303"/>
                <a:gd name="T4" fmla="*/ 40 w 128"/>
                <a:gd name="T5" fmla="*/ 299 h 303"/>
                <a:gd name="T6" fmla="*/ 4 w 128"/>
                <a:gd name="T7" fmla="*/ 249 h 303"/>
                <a:gd name="T8" fmla="*/ 37 w 128"/>
                <a:gd name="T9" fmla="*/ 40 h 303"/>
                <a:gd name="T10" fmla="*/ 88 w 128"/>
                <a:gd name="T11" fmla="*/ 4 h 303"/>
                <a:gd name="T12" fmla="*/ 88 w 128"/>
                <a:gd name="T13" fmla="*/ 4 h 303"/>
                <a:gd name="T14" fmla="*/ 124 w 128"/>
                <a:gd name="T15" fmla="*/ 54 h 303"/>
                <a:gd name="T16" fmla="*/ 90 w 128"/>
                <a:gd name="T17" fmla="*/ 263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303">
                  <a:moveTo>
                    <a:pt x="90" y="263"/>
                  </a:moveTo>
                  <a:cubicBezTo>
                    <a:pt x="86" y="287"/>
                    <a:pt x="64" y="303"/>
                    <a:pt x="40" y="299"/>
                  </a:cubicBezTo>
                  <a:cubicBezTo>
                    <a:pt x="40" y="299"/>
                    <a:pt x="40" y="299"/>
                    <a:pt x="40" y="299"/>
                  </a:cubicBezTo>
                  <a:cubicBezTo>
                    <a:pt x="16" y="295"/>
                    <a:pt x="0" y="273"/>
                    <a:pt x="4" y="249"/>
                  </a:cubicBezTo>
                  <a:cubicBezTo>
                    <a:pt x="37" y="40"/>
                    <a:pt x="37" y="40"/>
                    <a:pt x="37" y="40"/>
                  </a:cubicBezTo>
                  <a:cubicBezTo>
                    <a:pt x="41" y="17"/>
                    <a:pt x="64" y="0"/>
                    <a:pt x="88" y="4"/>
                  </a:cubicBezTo>
                  <a:cubicBezTo>
                    <a:pt x="88" y="4"/>
                    <a:pt x="88" y="4"/>
                    <a:pt x="88" y="4"/>
                  </a:cubicBezTo>
                  <a:cubicBezTo>
                    <a:pt x="111" y="8"/>
                    <a:pt x="128" y="31"/>
                    <a:pt x="124" y="54"/>
                  </a:cubicBezTo>
                  <a:lnTo>
                    <a:pt x="90" y="263"/>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33"/>
            <p:cNvSpPr>
              <a:spLocks/>
            </p:cNvSpPr>
            <p:nvPr/>
          </p:nvSpPr>
          <p:spPr bwMode="auto">
            <a:xfrm>
              <a:off x="1883" y="2773"/>
              <a:ext cx="196" cy="487"/>
            </a:xfrm>
            <a:custGeom>
              <a:avLst/>
              <a:gdLst>
                <a:gd name="T0" fmla="*/ 107 w 110"/>
                <a:gd name="T1" fmla="*/ 222 h 273"/>
                <a:gd name="T2" fmla="*/ 68 w 110"/>
                <a:gd name="T3" fmla="*/ 270 h 273"/>
                <a:gd name="T4" fmla="*/ 68 w 110"/>
                <a:gd name="T5" fmla="*/ 270 h 273"/>
                <a:gd name="T6" fmla="*/ 20 w 110"/>
                <a:gd name="T7" fmla="*/ 231 h 273"/>
                <a:gd name="T8" fmla="*/ 2 w 110"/>
                <a:gd name="T9" fmla="*/ 51 h 273"/>
                <a:gd name="T10" fmla="*/ 41 w 110"/>
                <a:gd name="T11" fmla="*/ 2 h 273"/>
                <a:gd name="T12" fmla="*/ 41 w 110"/>
                <a:gd name="T13" fmla="*/ 2 h 273"/>
                <a:gd name="T14" fmla="*/ 89 w 110"/>
                <a:gd name="T15" fmla="*/ 41 h 273"/>
                <a:gd name="T16" fmla="*/ 107 w 110"/>
                <a:gd name="T17" fmla="*/ 222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 h="273">
                  <a:moveTo>
                    <a:pt x="107" y="222"/>
                  </a:moveTo>
                  <a:cubicBezTo>
                    <a:pt x="110" y="246"/>
                    <a:pt x="92" y="267"/>
                    <a:pt x="68" y="270"/>
                  </a:cubicBezTo>
                  <a:cubicBezTo>
                    <a:pt x="68" y="270"/>
                    <a:pt x="68" y="270"/>
                    <a:pt x="68" y="270"/>
                  </a:cubicBezTo>
                  <a:cubicBezTo>
                    <a:pt x="44" y="273"/>
                    <a:pt x="23" y="255"/>
                    <a:pt x="20" y="231"/>
                  </a:cubicBezTo>
                  <a:cubicBezTo>
                    <a:pt x="2" y="51"/>
                    <a:pt x="2" y="51"/>
                    <a:pt x="2" y="51"/>
                  </a:cubicBezTo>
                  <a:cubicBezTo>
                    <a:pt x="0" y="27"/>
                    <a:pt x="17" y="5"/>
                    <a:pt x="41" y="2"/>
                  </a:cubicBezTo>
                  <a:cubicBezTo>
                    <a:pt x="41" y="2"/>
                    <a:pt x="41" y="2"/>
                    <a:pt x="41" y="2"/>
                  </a:cubicBezTo>
                  <a:cubicBezTo>
                    <a:pt x="65" y="0"/>
                    <a:pt x="86" y="17"/>
                    <a:pt x="89" y="41"/>
                  </a:cubicBezTo>
                  <a:lnTo>
                    <a:pt x="107" y="222"/>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34"/>
            <p:cNvSpPr>
              <a:spLocks/>
            </p:cNvSpPr>
            <p:nvPr/>
          </p:nvSpPr>
          <p:spPr bwMode="auto">
            <a:xfrm>
              <a:off x="1810" y="1501"/>
              <a:ext cx="148" cy="412"/>
            </a:xfrm>
            <a:custGeom>
              <a:avLst/>
              <a:gdLst>
                <a:gd name="T0" fmla="*/ 82 w 83"/>
                <a:gd name="T1" fmla="*/ 193 h 231"/>
                <a:gd name="T2" fmla="*/ 51 w 83"/>
                <a:gd name="T3" fmla="*/ 230 h 231"/>
                <a:gd name="T4" fmla="*/ 51 w 83"/>
                <a:gd name="T5" fmla="*/ 230 h 231"/>
                <a:gd name="T6" fmla="*/ 15 w 83"/>
                <a:gd name="T7" fmla="*/ 199 h 231"/>
                <a:gd name="T8" fmla="*/ 1 w 83"/>
                <a:gd name="T9" fmla="*/ 38 h 231"/>
                <a:gd name="T10" fmla="*/ 32 w 83"/>
                <a:gd name="T11" fmla="*/ 2 h 231"/>
                <a:gd name="T12" fmla="*/ 32 w 83"/>
                <a:gd name="T13" fmla="*/ 2 h 231"/>
                <a:gd name="T14" fmla="*/ 68 w 83"/>
                <a:gd name="T15" fmla="*/ 32 h 231"/>
                <a:gd name="T16" fmla="*/ 82 w 83"/>
                <a:gd name="T17" fmla="*/ 193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231">
                  <a:moveTo>
                    <a:pt x="82" y="193"/>
                  </a:moveTo>
                  <a:cubicBezTo>
                    <a:pt x="83" y="212"/>
                    <a:pt x="70" y="228"/>
                    <a:pt x="51" y="230"/>
                  </a:cubicBezTo>
                  <a:cubicBezTo>
                    <a:pt x="51" y="230"/>
                    <a:pt x="51" y="230"/>
                    <a:pt x="51" y="230"/>
                  </a:cubicBezTo>
                  <a:cubicBezTo>
                    <a:pt x="33" y="231"/>
                    <a:pt x="17" y="218"/>
                    <a:pt x="15" y="199"/>
                  </a:cubicBezTo>
                  <a:cubicBezTo>
                    <a:pt x="1" y="38"/>
                    <a:pt x="1" y="38"/>
                    <a:pt x="1" y="38"/>
                  </a:cubicBezTo>
                  <a:cubicBezTo>
                    <a:pt x="0" y="19"/>
                    <a:pt x="13" y="3"/>
                    <a:pt x="32" y="2"/>
                  </a:cubicBezTo>
                  <a:cubicBezTo>
                    <a:pt x="32" y="2"/>
                    <a:pt x="32" y="2"/>
                    <a:pt x="32" y="2"/>
                  </a:cubicBezTo>
                  <a:cubicBezTo>
                    <a:pt x="50" y="0"/>
                    <a:pt x="66" y="14"/>
                    <a:pt x="68" y="32"/>
                  </a:cubicBezTo>
                  <a:lnTo>
                    <a:pt x="82" y="193"/>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35"/>
            <p:cNvSpPr>
              <a:spLocks/>
            </p:cNvSpPr>
            <p:nvPr/>
          </p:nvSpPr>
          <p:spPr bwMode="auto">
            <a:xfrm>
              <a:off x="1831" y="1790"/>
              <a:ext cx="327" cy="406"/>
            </a:xfrm>
            <a:custGeom>
              <a:avLst/>
              <a:gdLst>
                <a:gd name="T0" fmla="*/ 172 w 183"/>
                <a:gd name="T1" fmla="*/ 170 h 227"/>
                <a:gd name="T2" fmla="*/ 163 w 183"/>
                <a:gd name="T3" fmla="*/ 216 h 227"/>
                <a:gd name="T4" fmla="*/ 163 w 183"/>
                <a:gd name="T5" fmla="*/ 216 h 227"/>
                <a:gd name="T6" fmla="*/ 117 w 183"/>
                <a:gd name="T7" fmla="*/ 207 h 227"/>
                <a:gd name="T8" fmla="*/ 10 w 183"/>
                <a:gd name="T9" fmla="*/ 57 h 227"/>
                <a:gd name="T10" fmla="*/ 19 w 183"/>
                <a:gd name="T11" fmla="*/ 11 h 227"/>
                <a:gd name="T12" fmla="*/ 19 w 183"/>
                <a:gd name="T13" fmla="*/ 11 h 227"/>
                <a:gd name="T14" fmla="*/ 66 w 183"/>
                <a:gd name="T15" fmla="*/ 20 h 227"/>
                <a:gd name="T16" fmla="*/ 172 w 183"/>
                <a:gd name="T17" fmla="*/ 170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3" h="227">
                  <a:moveTo>
                    <a:pt x="172" y="170"/>
                  </a:moveTo>
                  <a:cubicBezTo>
                    <a:pt x="183" y="185"/>
                    <a:pt x="179" y="206"/>
                    <a:pt x="163" y="216"/>
                  </a:cubicBezTo>
                  <a:cubicBezTo>
                    <a:pt x="163" y="216"/>
                    <a:pt x="163" y="216"/>
                    <a:pt x="163" y="216"/>
                  </a:cubicBezTo>
                  <a:cubicBezTo>
                    <a:pt x="148" y="227"/>
                    <a:pt x="127" y="222"/>
                    <a:pt x="117" y="207"/>
                  </a:cubicBezTo>
                  <a:cubicBezTo>
                    <a:pt x="10" y="57"/>
                    <a:pt x="10" y="57"/>
                    <a:pt x="10" y="57"/>
                  </a:cubicBezTo>
                  <a:cubicBezTo>
                    <a:pt x="0" y="42"/>
                    <a:pt x="4" y="21"/>
                    <a:pt x="19" y="11"/>
                  </a:cubicBezTo>
                  <a:cubicBezTo>
                    <a:pt x="19" y="11"/>
                    <a:pt x="19" y="11"/>
                    <a:pt x="19" y="11"/>
                  </a:cubicBezTo>
                  <a:cubicBezTo>
                    <a:pt x="34" y="0"/>
                    <a:pt x="55" y="4"/>
                    <a:pt x="66" y="20"/>
                  </a:cubicBezTo>
                  <a:lnTo>
                    <a:pt x="172" y="17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36"/>
            <p:cNvSpPr>
              <a:spLocks/>
            </p:cNvSpPr>
            <p:nvPr/>
          </p:nvSpPr>
          <p:spPr bwMode="auto">
            <a:xfrm>
              <a:off x="2154" y="2042"/>
              <a:ext cx="397" cy="264"/>
            </a:xfrm>
            <a:custGeom>
              <a:avLst/>
              <a:gdLst>
                <a:gd name="T0" fmla="*/ 199 w 222"/>
                <a:gd name="T1" fmla="*/ 80 h 148"/>
                <a:gd name="T2" fmla="*/ 214 w 222"/>
                <a:gd name="T3" fmla="*/ 125 h 148"/>
                <a:gd name="T4" fmla="*/ 214 w 222"/>
                <a:gd name="T5" fmla="*/ 125 h 148"/>
                <a:gd name="T6" fmla="*/ 169 w 222"/>
                <a:gd name="T7" fmla="*/ 140 h 148"/>
                <a:gd name="T8" fmla="*/ 24 w 222"/>
                <a:gd name="T9" fmla="*/ 69 h 148"/>
                <a:gd name="T10" fmla="*/ 9 w 222"/>
                <a:gd name="T11" fmla="*/ 24 h 148"/>
                <a:gd name="T12" fmla="*/ 9 w 222"/>
                <a:gd name="T13" fmla="*/ 24 h 148"/>
                <a:gd name="T14" fmla="*/ 54 w 222"/>
                <a:gd name="T15" fmla="*/ 9 h 148"/>
                <a:gd name="T16" fmla="*/ 199 w 222"/>
                <a:gd name="T17" fmla="*/ 8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2" h="148">
                  <a:moveTo>
                    <a:pt x="199" y="80"/>
                  </a:moveTo>
                  <a:cubicBezTo>
                    <a:pt x="215" y="88"/>
                    <a:pt x="222" y="108"/>
                    <a:pt x="214" y="125"/>
                  </a:cubicBezTo>
                  <a:cubicBezTo>
                    <a:pt x="214" y="125"/>
                    <a:pt x="214" y="125"/>
                    <a:pt x="214" y="125"/>
                  </a:cubicBezTo>
                  <a:cubicBezTo>
                    <a:pt x="206" y="142"/>
                    <a:pt x="186" y="148"/>
                    <a:pt x="169" y="140"/>
                  </a:cubicBezTo>
                  <a:cubicBezTo>
                    <a:pt x="24" y="69"/>
                    <a:pt x="24" y="69"/>
                    <a:pt x="24" y="69"/>
                  </a:cubicBezTo>
                  <a:cubicBezTo>
                    <a:pt x="7" y="60"/>
                    <a:pt x="0" y="40"/>
                    <a:pt x="9" y="24"/>
                  </a:cubicBezTo>
                  <a:cubicBezTo>
                    <a:pt x="9" y="24"/>
                    <a:pt x="9" y="24"/>
                    <a:pt x="9" y="24"/>
                  </a:cubicBezTo>
                  <a:cubicBezTo>
                    <a:pt x="17" y="7"/>
                    <a:pt x="37" y="0"/>
                    <a:pt x="54" y="9"/>
                  </a:cubicBezTo>
                  <a:lnTo>
                    <a:pt x="199" y="8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37"/>
            <p:cNvSpPr>
              <a:spLocks/>
            </p:cNvSpPr>
            <p:nvPr/>
          </p:nvSpPr>
          <p:spPr bwMode="auto">
            <a:xfrm>
              <a:off x="2429" y="2155"/>
              <a:ext cx="451" cy="148"/>
            </a:xfrm>
            <a:custGeom>
              <a:avLst/>
              <a:gdLst>
                <a:gd name="T0" fmla="*/ 216 w 252"/>
                <a:gd name="T1" fmla="*/ 1 h 83"/>
                <a:gd name="T2" fmla="*/ 251 w 252"/>
                <a:gd name="T3" fmla="*/ 33 h 83"/>
                <a:gd name="T4" fmla="*/ 251 w 252"/>
                <a:gd name="T5" fmla="*/ 33 h 83"/>
                <a:gd name="T6" fmla="*/ 219 w 252"/>
                <a:gd name="T7" fmla="*/ 68 h 83"/>
                <a:gd name="T8" fmla="*/ 36 w 252"/>
                <a:gd name="T9" fmla="*/ 82 h 83"/>
                <a:gd name="T10" fmla="*/ 1 w 252"/>
                <a:gd name="T11" fmla="*/ 50 h 83"/>
                <a:gd name="T12" fmla="*/ 1 w 252"/>
                <a:gd name="T13" fmla="*/ 50 h 83"/>
                <a:gd name="T14" fmla="*/ 33 w 252"/>
                <a:gd name="T15" fmla="*/ 15 h 83"/>
                <a:gd name="T16" fmla="*/ 216 w 252"/>
                <a:gd name="T17" fmla="*/ 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83">
                  <a:moveTo>
                    <a:pt x="216" y="1"/>
                  </a:moveTo>
                  <a:cubicBezTo>
                    <a:pt x="235" y="0"/>
                    <a:pt x="250" y="15"/>
                    <a:pt x="251" y="33"/>
                  </a:cubicBezTo>
                  <a:cubicBezTo>
                    <a:pt x="251" y="33"/>
                    <a:pt x="251" y="33"/>
                    <a:pt x="251" y="33"/>
                  </a:cubicBezTo>
                  <a:cubicBezTo>
                    <a:pt x="252" y="52"/>
                    <a:pt x="238" y="67"/>
                    <a:pt x="219" y="68"/>
                  </a:cubicBezTo>
                  <a:cubicBezTo>
                    <a:pt x="36" y="82"/>
                    <a:pt x="36" y="82"/>
                    <a:pt x="36" y="82"/>
                  </a:cubicBezTo>
                  <a:cubicBezTo>
                    <a:pt x="17" y="83"/>
                    <a:pt x="2" y="69"/>
                    <a:pt x="1" y="50"/>
                  </a:cubicBezTo>
                  <a:cubicBezTo>
                    <a:pt x="1" y="50"/>
                    <a:pt x="1" y="50"/>
                    <a:pt x="1" y="50"/>
                  </a:cubicBezTo>
                  <a:cubicBezTo>
                    <a:pt x="0" y="32"/>
                    <a:pt x="14" y="16"/>
                    <a:pt x="33" y="15"/>
                  </a:cubicBezTo>
                  <a:lnTo>
                    <a:pt x="216" y="1"/>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38"/>
            <p:cNvSpPr>
              <a:spLocks/>
            </p:cNvSpPr>
            <p:nvPr/>
          </p:nvSpPr>
          <p:spPr bwMode="auto">
            <a:xfrm>
              <a:off x="2063" y="1708"/>
              <a:ext cx="302" cy="302"/>
            </a:xfrm>
            <a:custGeom>
              <a:avLst/>
              <a:gdLst>
                <a:gd name="T0" fmla="*/ 167 w 169"/>
                <a:gd name="T1" fmla="*/ 81 h 169"/>
                <a:gd name="T2" fmla="*/ 89 w 169"/>
                <a:gd name="T3" fmla="*/ 167 h 169"/>
                <a:gd name="T4" fmla="*/ 2 w 169"/>
                <a:gd name="T5" fmla="*/ 89 h 169"/>
                <a:gd name="T6" fmla="*/ 80 w 169"/>
                <a:gd name="T7" fmla="*/ 2 h 169"/>
                <a:gd name="T8" fmla="*/ 167 w 169"/>
                <a:gd name="T9" fmla="*/ 81 h 169"/>
              </a:gdLst>
              <a:ahLst/>
              <a:cxnLst>
                <a:cxn ang="0">
                  <a:pos x="T0" y="T1"/>
                </a:cxn>
                <a:cxn ang="0">
                  <a:pos x="T2" y="T3"/>
                </a:cxn>
                <a:cxn ang="0">
                  <a:pos x="T4" y="T5"/>
                </a:cxn>
                <a:cxn ang="0">
                  <a:pos x="T6" y="T7"/>
                </a:cxn>
                <a:cxn ang="0">
                  <a:pos x="T8" y="T9"/>
                </a:cxn>
              </a:cxnLst>
              <a:rect l="0" t="0" r="r" b="b"/>
              <a:pathLst>
                <a:path w="169" h="169">
                  <a:moveTo>
                    <a:pt x="167" y="81"/>
                  </a:moveTo>
                  <a:cubicBezTo>
                    <a:pt x="169" y="126"/>
                    <a:pt x="134" y="165"/>
                    <a:pt x="89" y="167"/>
                  </a:cubicBezTo>
                  <a:cubicBezTo>
                    <a:pt x="43" y="169"/>
                    <a:pt x="4" y="134"/>
                    <a:pt x="2" y="89"/>
                  </a:cubicBezTo>
                  <a:cubicBezTo>
                    <a:pt x="0" y="43"/>
                    <a:pt x="35" y="5"/>
                    <a:pt x="80" y="2"/>
                  </a:cubicBezTo>
                  <a:cubicBezTo>
                    <a:pt x="126" y="0"/>
                    <a:pt x="165" y="35"/>
                    <a:pt x="167" y="81"/>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39"/>
            <p:cNvSpPr>
              <a:spLocks/>
            </p:cNvSpPr>
            <p:nvPr/>
          </p:nvSpPr>
          <p:spPr bwMode="auto">
            <a:xfrm>
              <a:off x="1440" y="3314"/>
              <a:ext cx="186" cy="538"/>
            </a:xfrm>
            <a:custGeom>
              <a:avLst/>
              <a:gdLst>
                <a:gd name="T0" fmla="*/ 15 w 104"/>
                <a:gd name="T1" fmla="*/ 259 h 301"/>
                <a:gd name="T2" fmla="*/ 62 w 104"/>
                <a:gd name="T3" fmla="*/ 299 h 301"/>
                <a:gd name="T4" fmla="*/ 62 w 104"/>
                <a:gd name="T5" fmla="*/ 299 h 301"/>
                <a:gd name="T6" fmla="*/ 103 w 104"/>
                <a:gd name="T7" fmla="*/ 253 h 301"/>
                <a:gd name="T8" fmla="*/ 89 w 104"/>
                <a:gd name="T9" fmla="*/ 42 h 301"/>
                <a:gd name="T10" fmla="*/ 43 w 104"/>
                <a:gd name="T11" fmla="*/ 1 h 301"/>
                <a:gd name="T12" fmla="*/ 43 w 104"/>
                <a:gd name="T13" fmla="*/ 1 h 301"/>
                <a:gd name="T14" fmla="*/ 2 w 104"/>
                <a:gd name="T15" fmla="*/ 48 h 301"/>
                <a:gd name="T16" fmla="*/ 15 w 104"/>
                <a:gd name="T17" fmla="*/ 259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301">
                  <a:moveTo>
                    <a:pt x="15" y="259"/>
                  </a:moveTo>
                  <a:cubicBezTo>
                    <a:pt x="17" y="283"/>
                    <a:pt x="38" y="301"/>
                    <a:pt x="62" y="299"/>
                  </a:cubicBezTo>
                  <a:cubicBezTo>
                    <a:pt x="62" y="299"/>
                    <a:pt x="62" y="299"/>
                    <a:pt x="62" y="299"/>
                  </a:cubicBezTo>
                  <a:cubicBezTo>
                    <a:pt x="86" y="298"/>
                    <a:pt x="104" y="277"/>
                    <a:pt x="103" y="253"/>
                  </a:cubicBezTo>
                  <a:cubicBezTo>
                    <a:pt x="89" y="42"/>
                    <a:pt x="89" y="42"/>
                    <a:pt x="89" y="42"/>
                  </a:cubicBezTo>
                  <a:cubicBezTo>
                    <a:pt x="88" y="18"/>
                    <a:pt x="67" y="0"/>
                    <a:pt x="43" y="1"/>
                  </a:cubicBezTo>
                  <a:cubicBezTo>
                    <a:pt x="43" y="1"/>
                    <a:pt x="43" y="1"/>
                    <a:pt x="43" y="1"/>
                  </a:cubicBezTo>
                  <a:cubicBezTo>
                    <a:pt x="19" y="3"/>
                    <a:pt x="0" y="24"/>
                    <a:pt x="2" y="48"/>
                  </a:cubicBezTo>
                  <a:lnTo>
                    <a:pt x="15" y="259"/>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40"/>
            <p:cNvSpPr>
              <a:spLocks/>
            </p:cNvSpPr>
            <p:nvPr/>
          </p:nvSpPr>
          <p:spPr bwMode="auto">
            <a:xfrm>
              <a:off x="1141" y="3693"/>
              <a:ext cx="488" cy="220"/>
            </a:xfrm>
            <a:custGeom>
              <a:avLst/>
              <a:gdLst>
                <a:gd name="T0" fmla="*/ 40 w 273"/>
                <a:gd name="T1" fmla="*/ 33 h 123"/>
                <a:gd name="T2" fmla="*/ 4 w 273"/>
                <a:gd name="T3" fmla="*/ 83 h 123"/>
                <a:gd name="T4" fmla="*/ 4 w 273"/>
                <a:gd name="T5" fmla="*/ 83 h 123"/>
                <a:gd name="T6" fmla="*/ 53 w 273"/>
                <a:gd name="T7" fmla="*/ 119 h 123"/>
                <a:gd name="T8" fmla="*/ 233 w 273"/>
                <a:gd name="T9" fmla="*/ 90 h 123"/>
                <a:gd name="T10" fmla="*/ 269 w 273"/>
                <a:gd name="T11" fmla="*/ 40 h 123"/>
                <a:gd name="T12" fmla="*/ 269 w 273"/>
                <a:gd name="T13" fmla="*/ 40 h 123"/>
                <a:gd name="T14" fmla="*/ 219 w 273"/>
                <a:gd name="T15" fmla="*/ 4 h 123"/>
                <a:gd name="T16" fmla="*/ 40 w 273"/>
                <a:gd name="T17" fmla="*/ 3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3" h="123">
                  <a:moveTo>
                    <a:pt x="40" y="33"/>
                  </a:moveTo>
                  <a:cubicBezTo>
                    <a:pt x="16" y="37"/>
                    <a:pt x="0" y="59"/>
                    <a:pt x="4" y="83"/>
                  </a:cubicBezTo>
                  <a:cubicBezTo>
                    <a:pt x="4" y="83"/>
                    <a:pt x="4" y="83"/>
                    <a:pt x="4" y="83"/>
                  </a:cubicBezTo>
                  <a:cubicBezTo>
                    <a:pt x="7" y="107"/>
                    <a:pt x="30" y="123"/>
                    <a:pt x="53" y="119"/>
                  </a:cubicBezTo>
                  <a:cubicBezTo>
                    <a:pt x="233" y="90"/>
                    <a:pt x="233" y="90"/>
                    <a:pt x="233" y="90"/>
                  </a:cubicBezTo>
                  <a:cubicBezTo>
                    <a:pt x="257" y="86"/>
                    <a:pt x="273" y="64"/>
                    <a:pt x="269" y="40"/>
                  </a:cubicBezTo>
                  <a:cubicBezTo>
                    <a:pt x="269" y="40"/>
                    <a:pt x="269" y="40"/>
                    <a:pt x="269" y="40"/>
                  </a:cubicBezTo>
                  <a:cubicBezTo>
                    <a:pt x="266" y="16"/>
                    <a:pt x="243" y="0"/>
                    <a:pt x="219" y="4"/>
                  </a:cubicBezTo>
                  <a:lnTo>
                    <a:pt x="40" y="33"/>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41"/>
            <p:cNvSpPr>
              <a:spLocks/>
            </p:cNvSpPr>
            <p:nvPr/>
          </p:nvSpPr>
          <p:spPr bwMode="auto">
            <a:xfrm>
              <a:off x="1367" y="3017"/>
              <a:ext cx="341" cy="597"/>
            </a:xfrm>
            <a:custGeom>
              <a:avLst/>
              <a:gdLst>
                <a:gd name="T0" fmla="*/ 48 w 191"/>
                <a:gd name="T1" fmla="*/ 301 h 334"/>
                <a:gd name="T2" fmla="*/ 86 w 191"/>
                <a:gd name="T3" fmla="*/ 328 h 334"/>
                <a:gd name="T4" fmla="*/ 152 w 191"/>
                <a:gd name="T5" fmla="*/ 312 h 334"/>
                <a:gd name="T6" fmla="*/ 185 w 191"/>
                <a:gd name="T7" fmla="*/ 259 h 334"/>
                <a:gd name="T8" fmla="*/ 132 w 191"/>
                <a:gd name="T9" fmla="*/ 36 h 334"/>
                <a:gd name="T10" fmla="*/ 86 w 191"/>
                <a:gd name="T11" fmla="*/ 0 h 334"/>
                <a:gd name="T12" fmla="*/ 39 w 191"/>
                <a:gd name="T13" fmla="*/ 10 h 334"/>
                <a:gd name="T14" fmla="*/ 6 w 191"/>
                <a:gd name="T15" fmla="*/ 63 h 334"/>
                <a:gd name="T16" fmla="*/ 48 w 191"/>
                <a:gd name="T17" fmla="*/ 301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1" h="334">
                  <a:moveTo>
                    <a:pt x="48" y="301"/>
                  </a:moveTo>
                  <a:cubicBezTo>
                    <a:pt x="54" y="324"/>
                    <a:pt x="62" y="334"/>
                    <a:pt x="86" y="328"/>
                  </a:cubicBezTo>
                  <a:cubicBezTo>
                    <a:pt x="152" y="312"/>
                    <a:pt x="152" y="312"/>
                    <a:pt x="152" y="312"/>
                  </a:cubicBezTo>
                  <a:cubicBezTo>
                    <a:pt x="176" y="307"/>
                    <a:pt x="191" y="283"/>
                    <a:pt x="185" y="259"/>
                  </a:cubicBezTo>
                  <a:cubicBezTo>
                    <a:pt x="132" y="36"/>
                    <a:pt x="132" y="36"/>
                    <a:pt x="132" y="36"/>
                  </a:cubicBezTo>
                  <a:cubicBezTo>
                    <a:pt x="127" y="12"/>
                    <a:pt x="112" y="1"/>
                    <a:pt x="86" y="0"/>
                  </a:cubicBezTo>
                  <a:cubicBezTo>
                    <a:pt x="71" y="0"/>
                    <a:pt x="56" y="4"/>
                    <a:pt x="39" y="10"/>
                  </a:cubicBezTo>
                  <a:cubicBezTo>
                    <a:pt x="16" y="19"/>
                    <a:pt x="0" y="40"/>
                    <a:pt x="6" y="63"/>
                  </a:cubicBezTo>
                  <a:lnTo>
                    <a:pt x="48" y="301"/>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42"/>
            <p:cNvSpPr>
              <a:spLocks/>
            </p:cNvSpPr>
            <p:nvPr/>
          </p:nvSpPr>
          <p:spPr bwMode="auto">
            <a:xfrm>
              <a:off x="1447" y="3402"/>
              <a:ext cx="523" cy="225"/>
            </a:xfrm>
            <a:custGeom>
              <a:avLst/>
              <a:gdLst>
                <a:gd name="T0" fmla="*/ 253 w 293"/>
                <a:gd name="T1" fmla="*/ 90 h 126"/>
                <a:gd name="T2" fmla="*/ 289 w 293"/>
                <a:gd name="T3" fmla="*/ 40 h 126"/>
                <a:gd name="T4" fmla="*/ 289 w 293"/>
                <a:gd name="T5" fmla="*/ 40 h 126"/>
                <a:gd name="T6" fmla="*/ 239 w 293"/>
                <a:gd name="T7" fmla="*/ 4 h 126"/>
                <a:gd name="T8" fmla="*/ 40 w 293"/>
                <a:gd name="T9" fmla="*/ 36 h 126"/>
                <a:gd name="T10" fmla="*/ 3 w 293"/>
                <a:gd name="T11" fmla="*/ 86 h 126"/>
                <a:gd name="T12" fmla="*/ 3 w 293"/>
                <a:gd name="T13" fmla="*/ 86 h 126"/>
                <a:gd name="T14" fmla="*/ 53 w 293"/>
                <a:gd name="T15" fmla="*/ 122 h 126"/>
                <a:gd name="T16" fmla="*/ 253 w 293"/>
                <a:gd name="T17" fmla="*/ 9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3" h="126">
                  <a:moveTo>
                    <a:pt x="253" y="90"/>
                  </a:moveTo>
                  <a:cubicBezTo>
                    <a:pt x="276" y="86"/>
                    <a:pt x="293" y="64"/>
                    <a:pt x="289" y="40"/>
                  </a:cubicBezTo>
                  <a:cubicBezTo>
                    <a:pt x="289" y="40"/>
                    <a:pt x="289" y="40"/>
                    <a:pt x="289" y="40"/>
                  </a:cubicBezTo>
                  <a:cubicBezTo>
                    <a:pt x="285" y="16"/>
                    <a:pt x="263" y="0"/>
                    <a:pt x="239" y="4"/>
                  </a:cubicBezTo>
                  <a:cubicBezTo>
                    <a:pt x="40" y="36"/>
                    <a:pt x="40" y="36"/>
                    <a:pt x="40" y="36"/>
                  </a:cubicBezTo>
                  <a:cubicBezTo>
                    <a:pt x="16" y="40"/>
                    <a:pt x="0" y="62"/>
                    <a:pt x="3" y="86"/>
                  </a:cubicBezTo>
                  <a:cubicBezTo>
                    <a:pt x="3" y="86"/>
                    <a:pt x="3" y="86"/>
                    <a:pt x="3" y="86"/>
                  </a:cubicBezTo>
                  <a:cubicBezTo>
                    <a:pt x="7" y="110"/>
                    <a:pt x="29" y="126"/>
                    <a:pt x="53" y="122"/>
                  </a:cubicBezTo>
                  <a:lnTo>
                    <a:pt x="253" y="9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43"/>
            <p:cNvSpPr>
              <a:spLocks/>
            </p:cNvSpPr>
            <p:nvPr/>
          </p:nvSpPr>
          <p:spPr bwMode="auto">
            <a:xfrm>
              <a:off x="1810" y="3407"/>
              <a:ext cx="160" cy="480"/>
            </a:xfrm>
            <a:custGeom>
              <a:avLst/>
              <a:gdLst>
                <a:gd name="T0" fmla="*/ 2 w 90"/>
                <a:gd name="T1" fmla="*/ 225 h 269"/>
                <a:gd name="T2" fmla="*/ 46 w 90"/>
                <a:gd name="T3" fmla="*/ 269 h 269"/>
                <a:gd name="T4" fmla="*/ 46 w 90"/>
                <a:gd name="T5" fmla="*/ 269 h 269"/>
                <a:gd name="T6" fmla="*/ 90 w 90"/>
                <a:gd name="T7" fmla="*/ 225 h 269"/>
                <a:gd name="T8" fmla="*/ 87 w 90"/>
                <a:gd name="T9" fmla="*/ 43 h 269"/>
                <a:gd name="T10" fmla="*/ 44 w 90"/>
                <a:gd name="T11" fmla="*/ 0 h 269"/>
                <a:gd name="T12" fmla="*/ 44 w 90"/>
                <a:gd name="T13" fmla="*/ 0 h 269"/>
                <a:gd name="T14" fmla="*/ 0 w 90"/>
                <a:gd name="T15" fmla="*/ 43 h 269"/>
                <a:gd name="T16" fmla="*/ 2 w 90"/>
                <a:gd name="T17" fmla="*/ 225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 h="269">
                  <a:moveTo>
                    <a:pt x="2" y="225"/>
                  </a:moveTo>
                  <a:cubicBezTo>
                    <a:pt x="2" y="249"/>
                    <a:pt x="22" y="269"/>
                    <a:pt x="46" y="269"/>
                  </a:cubicBezTo>
                  <a:cubicBezTo>
                    <a:pt x="46" y="269"/>
                    <a:pt x="46" y="269"/>
                    <a:pt x="46" y="269"/>
                  </a:cubicBezTo>
                  <a:cubicBezTo>
                    <a:pt x="70" y="269"/>
                    <a:pt x="90" y="249"/>
                    <a:pt x="90" y="225"/>
                  </a:cubicBezTo>
                  <a:cubicBezTo>
                    <a:pt x="87" y="43"/>
                    <a:pt x="87" y="43"/>
                    <a:pt x="87" y="43"/>
                  </a:cubicBezTo>
                  <a:cubicBezTo>
                    <a:pt x="87" y="19"/>
                    <a:pt x="68" y="0"/>
                    <a:pt x="44" y="0"/>
                  </a:cubicBezTo>
                  <a:cubicBezTo>
                    <a:pt x="44" y="0"/>
                    <a:pt x="44" y="0"/>
                    <a:pt x="44" y="0"/>
                  </a:cubicBezTo>
                  <a:cubicBezTo>
                    <a:pt x="20" y="0"/>
                    <a:pt x="0" y="19"/>
                    <a:pt x="0" y="43"/>
                  </a:cubicBezTo>
                  <a:lnTo>
                    <a:pt x="2" y="225"/>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44"/>
            <p:cNvSpPr>
              <a:spLocks/>
            </p:cNvSpPr>
            <p:nvPr/>
          </p:nvSpPr>
          <p:spPr bwMode="auto">
            <a:xfrm>
              <a:off x="1663" y="3187"/>
              <a:ext cx="415" cy="195"/>
            </a:xfrm>
            <a:custGeom>
              <a:avLst/>
              <a:gdLst>
                <a:gd name="T0" fmla="*/ 53 w 232"/>
                <a:gd name="T1" fmla="*/ 4 h 109"/>
                <a:gd name="T2" fmla="*/ 4 w 232"/>
                <a:gd name="T3" fmla="*/ 29 h 109"/>
                <a:gd name="T4" fmla="*/ 4 w 232"/>
                <a:gd name="T5" fmla="*/ 29 h 109"/>
                <a:gd name="T6" fmla="*/ 40 w 232"/>
                <a:gd name="T7" fmla="*/ 76 h 109"/>
                <a:gd name="T8" fmla="*/ 188 w 232"/>
                <a:gd name="T9" fmla="*/ 105 h 109"/>
                <a:gd name="T10" fmla="*/ 228 w 232"/>
                <a:gd name="T11" fmla="*/ 79 h 109"/>
                <a:gd name="T12" fmla="*/ 228 w 232"/>
                <a:gd name="T13" fmla="*/ 79 h 109"/>
                <a:gd name="T14" fmla="*/ 202 w 232"/>
                <a:gd name="T15" fmla="*/ 39 h 109"/>
                <a:gd name="T16" fmla="*/ 53 w 232"/>
                <a:gd name="T17" fmla="*/ 4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2" h="109">
                  <a:moveTo>
                    <a:pt x="53" y="4"/>
                  </a:moveTo>
                  <a:cubicBezTo>
                    <a:pt x="35" y="0"/>
                    <a:pt x="9" y="11"/>
                    <a:pt x="4" y="29"/>
                  </a:cubicBezTo>
                  <a:cubicBezTo>
                    <a:pt x="4" y="29"/>
                    <a:pt x="4" y="29"/>
                    <a:pt x="4" y="29"/>
                  </a:cubicBezTo>
                  <a:cubicBezTo>
                    <a:pt x="0" y="47"/>
                    <a:pt x="22" y="72"/>
                    <a:pt x="40" y="76"/>
                  </a:cubicBezTo>
                  <a:cubicBezTo>
                    <a:pt x="188" y="105"/>
                    <a:pt x="188" y="105"/>
                    <a:pt x="188" y="105"/>
                  </a:cubicBezTo>
                  <a:cubicBezTo>
                    <a:pt x="206" y="109"/>
                    <a:pt x="224" y="98"/>
                    <a:pt x="228" y="79"/>
                  </a:cubicBezTo>
                  <a:cubicBezTo>
                    <a:pt x="228" y="79"/>
                    <a:pt x="228" y="79"/>
                    <a:pt x="228" y="79"/>
                  </a:cubicBezTo>
                  <a:cubicBezTo>
                    <a:pt x="232" y="61"/>
                    <a:pt x="220" y="44"/>
                    <a:pt x="202" y="39"/>
                  </a:cubicBezTo>
                  <a:lnTo>
                    <a:pt x="53" y="4"/>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45"/>
            <p:cNvSpPr>
              <a:spLocks/>
            </p:cNvSpPr>
            <p:nvPr/>
          </p:nvSpPr>
          <p:spPr bwMode="auto">
            <a:xfrm>
              <a:off x="1468" y="3017"/>
              <a:ext cx="283" cy="290"/>
            </a:xfrm>
            <a:custGeom>
              <a:avLst/>
              <a:gdLst>
                <a:gd name="T0" fmla="*/ 158 w 158"/>
                <a:gd name="T1" fmla="*/ 99 h 162"/>
                <a:gd name="T2" fmla="*/ 60 w 158"/>
                <a:gd name="T3" fmla="*/ 13 h 162"/>
                <a:gd name="T4" fmla="*/ 13 w 158"/>
                <a:gd name="T5" fmla="*/ 15 h 162"/>
                <a:gd name="T6" fmla="*/ 13 w 158"/>
                <a:gd name="T7" fmla="*/ 15 h 162"/>
                <a:gd name="T8" fmla="*/ 15 w 158"/>
                <a:gd name="T9" fmla="*/ 62 h 162"/>
                <a:gd name="T10" fmla="*/ 132 w 158"/>
                <a:gd name="T11" fmla="*/ 162 h 162"/>
              </a:gdLst>
              <a:ahLst/>
              <a:cxnLst>
                <a:cxn ang="0">
                  <a:pos x="T0" y="T1"/>
                </a:cxn>
                <a:cxn ang="0">
                  <a:pos x="T2" y="T3"/>
                </a:cxn>
                <a:cxn ang="0">
                  <a:pos x="T4" y="T5"/>
                </a:cxn>
                <a:cxn ang="0">
                  <a:pos x="T6" y="T7"/>
                </a:cxn>
                <a:cxn ang="0">
                  <a:pos x="T8" y="T9"/>
                </a:cxn>
                <a:cxn ang="0">
                  <a:pos x="T10" y="T11"/>
                </a:cxn>
              </a:cxnLst>
              <a:rect l="0" t="0" r="r" b="b"/>
              <a:pathLst>
                <a:path w="158" h="162">
                  <a:moveTo>
                    <a:pt x="158" y="99"/>
                  </a:moveTo>
                  <a:cubicBezTo>
                    <a:pt x="60" y="13"/>
                    <a:pt x="60" y="13"/>
                    <a:pt x="60" y="13"/>
                  </a:cubicBezTo>
                  <a:cubicBezTo>
                    <a:pt x="46" y="0"/>
                    <a:pt x="25" y="1"/>
                    <a:pt x="13" y="15"/>
                  </a:cubicBezTo>
                  <a:cubicBezTo>
                    <a:pt x="13" y="15"/>
                    <a:pt x="13" y="15"/>
                    <a:pt x="13" y="15"/>
                  </a:cubicBezTo>
                  <a:cubicBezTo>
                    <a:pt x="0" y="29"/>
                    <a:pt x="2" y="50"/>
                    <a:pt x="15" y="62"/>
                  </a:cubicBezTo>
                  <a:cubicBezTo>
                    <a:pt x="132" y="162"/>
                    <a:pt x="132" y="162"/>
                    <a:pt x="132" y="162"/>
                  </a:cubicBezTo>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Oval 46"/>
            <p:cNvSpPr>
              <a:spLocks noChangeArrowheads="1"/>
            </p:cNvSpPr>
            <p:nvPr/>
          </p:nvSpPr>
          <p:spPr bwMode="auto">
            <a:xfrm>
              <a:off x="1376" y="2721"/>
              <a:ext cx="278" cy="279"/>
            </a:xfrm>
            <a:prstGeom prst="ellipse">
              <a:avLst/>
            </a:pr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48"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三项并列</a:t>
            </a:r>
            <a:endParaRPr lang="zh-CN" altLang="zh-CN" sz="2800" b="1" dirty="0">
              <a:solidFill>
                <a:schemeClr val="tx1">
                  <a:lumMod val="65000"/>
                  <a:lumOff val="35000"/>
                </a:schemeClr>
              </a:solidFill>
            </a:endParaRPr>
          </a:p>
        </p:txBody>
      </p:sp>
      <p:sp>
        <p:nvSpPr>
          <p:cNvPr id="63" name="文本框 62"/>
          <p:cNvSpPr txBox="1"/>
          <p:nvPr/>
        </p:nvSpPr>
        <p:spPr>
          <a:xfrm>
            <a:off x="3399991" y="3681176"/>
            <a:ext cx="1836000" cy="720197"/>
          </a:xfrm>
          <a:prstGeom prst="rect">
            <a:avLst/>
          </a:prstGeom>
          <a:noFill/>
        </p:spPr>
        <p:txBody>
          <a:bodyPr wrap="square" rtlCol="0">
            <a:spAutoFit/>
          </a:bodyPr>
          <a:lstStyle/>
          <a:p>
            <a:pPr algn="ctr">
              <a:lnSpc>
                <a:spcPct val="120000"/>
              </a:lnSpc>
            </a:pPr>
            <a:r>
              <a:rPr lang="zh-CN" altLang="en-US" sz="2000" b="1" dirty="0">
                <a:solidFill>
                  <a:schemeClr val="bg1"/>
                </a:solidFill>
              </a:rPr>
              <a:t>添加标题</a:t>
            </a:r>
            <a:endParaRPr lang="en-US" altLang="zh-CN" sz="2000" b="1" dirty="0">
              <a:solidFill>
                <a:schemeClr val="bg1"/>
              </a:solidFill>
            </a:endParaRPr>
          </a:p>
          <a:p>
            <a:pPr algn="ctr">
              <a:lnSpc>
                <a:spcPct val="120000"/>
              </a:lnSpc>
            </a:pPr>
            <a:r>
              <a:rPr lang="zh-CN" altLang="en-US" sz="1400" dirty="0">
                <a:solidFill>
                  <a:schemeClr val="bg1"/>
                </a:solidFill>
              </a:rPr>
              <a:t>添加内容</a:t>
            </a:r>
          </a:p>
        </p:txBody>
      </p:sp>
      <p:sp>
        <p:nvSpPr>
          <p:cNvPr id="64" name="文本框 63"/>
          <p:cNvSpPr txBox="1"/>
          <p:nvPr/>
        </p:nvSpPr>
        <p:spPr>
          <a:xfrm>
            <a:off x="5163860" y="2289162"/>
            <a:ext cx="1836000" cy="720197"/>
          </a:xfrm>
          <a:prstGeom prst="rect">
            <a:avLst/>
          </a:prstGeom>
          <a:noFill/>
        </p:spPr>
        <p:txBody>
          <a:bodyPr wrap="square" rtlCol="0">
            <a:spAutoFit/>
          </a:bodyPr>
          <a:lstStyle/>
          <a:p>
            <a:pPr algn="ctr">
              <a:lnSpc>
                <a:spcPct val="120000"/>
              </a:lnSpc>
            </a:pPr>
            <a:r>
              <a:rPr lang="zh-CN" altLang="en-US" sz="2000" b="1" dirty="0">
                <a:solidFill>
                  <a:schemeClr val="bg1"/>
                </a:solidFill>
              </a:rPr>
              <a:t>添加标题</a:t>
            </a:r>
            <a:endParaRPr lang="en-US" altLang="zh-CN" sz="2000" b="1" dirty="0">
              <a:solidFill>
                <a:schemeClr val="bg1"/>
              </a:solidFill>
            </a:endParaRPr>
          </a:p>
          <a:p>
            <a:pPr algn="ctr">
              <a:lnSpc>
                <a:spcPct val="120000"/>
              </a:lnSpc>
            </a:pPr>
            <a:r>
              <a:rPr lang="zh-CN" altLang="en-US" sz="1400" dirty="0">
                <a:solidFill>
                  <a:schemeClr val="bg1"/>
                </a:solidFill>
              </a:rPr>
              <a:t>添加内容</a:t>
            </a:r>
          </a:p>
        </p:txBody>
      </p:sp>
      <p:sp>
        <p:nvSpPr>
          <p:cNvPr id="65" name="文本框 64"/>
          <p:cNvSpPr txBox="1"/>
          <p:nvPr/>
        </p:nvSpPr>
        <p:spPr>
          <a:xfrm>
            <a:off x="6876556" y="4156547"/>
            <a:ext cx="1836000" cy="720197"/>
          </a:xfrm>
          <a:prstGeom prst="rect">
            <a:avLst/>
          </a:prstGeom>
          <a:noFill/>
        </p:spPr>
        <p:txBody>
          <a:bodyPr wrap="square" rtlCol="0">
            <a:spAutoFit/>
          </a:bodyPr>
          <a:lstStyle/>
          <a:p>
            <a:pPr algn="ctr">
              <a:lnSpc>
                <a:spcPct val="120000"/>
              </a:lnSpc>
            </a:pPr>
            <a:r>
              <a:rPr lang="zh-CN" altLang="en-US" sz="2000" b="1" dirty="0">
                <a:solidFill>
                  <a:schemeClr val="bg1"/>
                </a:solidFill>
              </a:rPr>
              <a:t>添加标题</a:t>
            </a:r>
            <a:endParaRPr lang="en-US" altLang="zh-CN" sz="2000" b="1" dirty="0">
              <a:solidFill>
                <a:schemeClr val="bg1"/>
              </a:solidFill>
            </a:endParaRPr>
          </a:p>
          <a:p>
            <a:pPr algn="ctr">
              <a:lnSpc>
                <a:spcPct val="120000"/>
              </a:lnSpc>
            </a:pPr>
            <a:r>
              <a:rPr lang="zh-CN" altLang="en-US" sz="1400" dirty="0">
                <a:solidFill>
                  <a:schemeClr val="bg1"/>
                </a:solidFill>
              </a:rPr>
              <a:t>添加内容</a:t>
            </a:r>
          </a:p>
        </p:txBody>
      </p:sp>
      <p:sp>
        <p:nvSpPr>
          <p:cNvPr id="66" name="矩形 65"/>
          <p:cNvSpPr/>
          <p:nvPr/>
        </p:nvSpPr>
        <p:spPr>
          <a:xfrm>
            <a:off x="8849492" y="3970261"/>
            <a:ext cx="2880000" cy="732508"/>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a:t>
            </a:r>
          </a:p>
        </p:txBody>
      </p:sp>
      <p:sp>
        <p:nvSpPr>
          <p:cNvPr id="67" name="矩形 66"/>
          <p:cNvSpPr/>
          <p:nvPr/>
        </p:nvSpPr>
        <p:spPr>
          <a:xfrm>
            <a:off x="567826" y="3669710"/>
            <a:ext cx="2880000" cy="732508"/>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a:t>
            </a:r>
          </a:p>
        </p:txBody>
      </p:sp>
      <p:sp>
        <p:nvSpPr>
          <p:cNvPr id="68" name="矩形 67"/>
          <p:cNvSpPr/>
          <p:nvPr/>
        </p:nvSpPr>
        <p:spPr>
          <a:xfrm>
            <a:off x="6950705" y="2155598"/>
            <a:ext cx="2880000" cy="732508"/>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a:t>
            </a:r>
          </a:p>
        </p:txBody>
      </p:sp>
      <p:sp>
        <p:nvSpPr>
          <p:cNvPr id="69" name="文本框 68"/>
          <p:cNvSpPr txBox="1"/>
          <p:nvPr/>
        </p:nvSpPr>
        <p:spPr>
          <a:xfrm>
            <a:off x="4139317" y="1058393"/>
            <a:ext cx="3913366"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70" name="Rectangle 58"/>
          <p:cNvSpPr/>
          <p:nvPr/>
        </p:nvSpPr>
        <p:spPr>
          <a:xfrm>
            <a:off x="3614043" y="1478661"/>
            <a:ext cx="4963915"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单击此处添加副标题</a:t>
            </a:r>
          </a:p>
        </p:txBody>
      </p:sp>
    </p:spTree>
    <p:extLst>
      <p:ext uri="{BB962C8B-B14F-4D97-AF65-F5344CB8AC3E}">
        <p14:creationId xmlns:p14="http://schemas.microsoft.com/office/powerpoint/2010/main" val="2356344600"/>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1" name="组合 40"/>
          <p:cNvGrpSpPr/>
          <p:nvPr/>
        </p:nvGrpSpPr>
        <p:grpSpPr>
          <a:xfrm>
            <a:off x="5301806" y="3343377"/>
            <a:ext cx="6397254" cy="1596528"/>
            <a:chOff x="5383258" y="4416336"/>
            <a:chExt cx="5470525" cy="1365250"/>
          </a:xfrm>
        </p:grpSpPr>
        <p:sp>
          <p:nvSpPr>
            <p:cNvPr id="5" name="Freeform 5"/>
            <p:cNvSpPr>
              <a:spLocks/>
            </p:cNvSpPr>
            <p:nvPr/>
          </p:nvSpPr>
          <p:spPr bwMode="auto">
            <a:xfrm>
              <a:off x="9626646" y="4416336"/>
              <a:ext cx="115888" cy="238125"/>
            </a:xfrm>
            <a:custGeom>
              <a:avLst/>
              <a:gdLst>
                <a:gd name="T0" fmla="*/ 35 w 73"/>
                <a:gd name="T1" fmla="*/ 150 h 150"/>
                <a:gd name="T2" fmla="*/ 73 w 73"/>
                <a:gd name="T3" fmla="*/ 150 h 150"/>
                <a:gd name="T4" fmla="*/ 73 w 73"/>
                <a:gd name="T5" fmla="*/ 72 h 150"/>
                <a:gd name="T6" fmla="*/ 2 w 73"/>
                <a:gd name="T7" fmla="*/ 0 h 150"/>
                <a:gd name="T8" fmla="*/ 0 w 73"/>
                <a:gd name="T9" fmla="*/ 55 h 150"/>
                <a:gd name="T10" fmla="*/ 35 w 73"/>
                <a:gd name="T11" fmla="*/ 88 h 150"/>
                <a:gd name="T12" fmla="*/ 35 w 73"/>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73" h="150">
                  <a:moveTo>
                    <a:pt x="35" y="150"/>
                  </a:moveTo>
                  <a:lnTo>
                    <a:pt x="73" y="150"/>
                  </a:lnTo>
                  <a:lnTo>
                    <a:pt x="73" y="72"/>
                  </a:lnTo>
                  <a:lnTo>
                    <a:pt x="2" y="0"/>
                  </a:lnTo>
                  <a:lnTo>
                    <a:pt x="0" y="55"/>
                  </a:lnTo>
                  <a:lnTo>
                    <a:pt x="35" y="88"/>
                  </a:lnTo>
                  <a:lnTo>
                    <a:pt x="35" y="150"/>
                  </a:lnTo>
                  <a:close/>
                </a:path>
              </a:pathLst>
            </a:custGeom>
            <a:solidFill>
              <a:srgbClr val="7C7C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Freeform 6"/>
            <p:cNvSpPr>
              <a:spLocks noEditPoints="1"/>
            </p:cNvSpPr>
            <p:nvPr/>
          </p:nvSpPr>
          <p:spPr bwMode="auto">
            <a:xfrm>
              <a:off x="8380458" y="4610011"/>
              <a:ext cx="2473325" cy="930275"/>
            </a:xfrm>
            <a:custGeom>
              <a:avLst/>
              <a:gdLst>
                <a:gd name="T0" fmla="*/ 0 w 659"/>
                <a:gd name="T1" fmla="*/ 247 h 247"/>
                <a:gd name="T2" fmla="*/ 29 w 659"/>
                <a:gd name="T3" fmla="*/ 247 h 247"/>
                <a:gd name="T4" fmla="*/ 62 w 659"/>
                <a:gd name="T5" fmla="*/ 209 h 247"/>
                <a:gd name="T6" fmla="*/ 265 w 659"/>
                <a:gd name="T7" fmla="*/ 209 h 247"/>
                <a:gd name="T8" fmla="*/ 294 w 659"/>
                <a:gd name="T9" fmla="*/ 247 h 247"/>
                <a:gd name="T10" fmla="*/ 501 w 659"/>
                <a:gd name="T11" fmla="*/ 247 h 247"/>
                <a:gd name="T12" fmla="*/ 563 w 659"/>
                <a:gd name="T13" fmla="*/ 195 h 247"/>
                <a:gd name="T14" fmla="*/ 625 w 659"/>
                <a:gd name="T15" fmla="*/ 247 h 247"/>
                <a:gd name="T16" fmla="*/ 659 w 659"/>
                <a:gd name="T17" fmla="*/ 247 h 247"/>
                <a:gd name="T18" fmla="*/ 659 w 659"/>
                <a:gd name="T19" fmla="*/ 186 h 247"/>
                <a:gd name="T20" fmla="*/ 647 w 659"/>
                <a:gd name="T21" fmla="*/ 186 h 247"/>
                <a:gd name="T22" fmla="*/ 647 w 659"/>
                <a:gd name="T23" fmla="*/ 124 h 247"/>
                <a:gd name="T24" fmla="*/ 627 w 659"/>
                <a:gd name="T25" fmla="*/ 104 h 247"/>
                <a:gd name="T26" fmla="*/ 529 w 659"/>
                <a:gd name="T27" fmla="*/ 98 h 247"/>
                <a:gd name="T28" fmla="*/ 515 w 659"/>
                <a:gd name="T29" fmla="*/ 43 h 247"/>
                <a:gd name="T30" fmla="*/ 490 w 659"/>
                <a:gd name="T31" fmla="*/ 22 h 247"/>
                <a:gd name="T32" fmla="*/ 380 w 659"/>
                <a:gd name="T33" fmla="*/ 5 h 247"/>
                <a:gd name="T34" fmla="*/ 372 w 659"/>
                <a:gd name="T35" fmla="*/ 9 h 247"/>
                <a:gd name="T36" fmla="*/ 372 w 659"/>
                <a:gd name="T37" fmla="*/ 3 h 247"/>
                <a:gd name="T38" fmla="*/ 339 w 659"/>
                <a:gd name="T39" fmla="*/ 3 h 247"/>
                <a:gd name="T40" fmla="*/ 339 w 659"/>
                <a:gd name="T41" fmla="*/ 186 h 247"/>
                <a:gd name="T42" fmla="*/ 329 w 659"/>
                <a:gd name="T43" fmla="*/ 186 h 247"/>
                <a:gd name="T44" fmla="*/ 329 w 659"/>
                <a:gd name="T45" fmla="*/ 26 h 247"/>
                <a:gd name="T46" fmla="*/ 312 w 659"/>
                <a:gd name="T47" fmla="*/ 26 h 247"/>
                <a:gd name="T48" fmla="*/ 312 w 659"/>
                <a:gd name="T49" fmla="*/ 16 h 247"/>
                <a:gd name="T50" fmla="*/ 245 w 659"/>
                <a:gd name="T51" fmla="*/ 0 h 247"/>
                <a:gd name="T52" fmla="*/ 245 w 659"/>
                <a:gd name="T53" fmla="*/ 26 h 247"/>
                <a:gd name="T54" fmla="*/ 213 w 659"/>
                <a:gd name="T55" fmla="*/ 26 h 247"/>
                <a:gd name="T56" fmla="*/ 213 w 659"/>
                <a:gd name="T57" fmla="*/ 186 h 247"/>
                <a:gd name="T58" fmla="*/ 51 w 659"/>
                <a:gd name="T59" fmla="*/ 186 h 247"/>
                <a:gd name="T60" fmla="*/ 0 w 659"/>
                <a:gd name="T61" fmla="*/ 247 h 247"/>
                <a:gd name="T62" fmla="*/ 416 w 659"/>
                <a:gd name="T63" fmla="*/ 37 h 247"/>
                <a:gd name="T64" fmla="*/ 488 w 659"/>
                <a:gd name="T65" fmla="*/ 37 h 247"/>
                <a:gd name="T66" fmla="*/ 498 w 659"/>
                <a:gd name="T67" fmla="*/ 44 h 247"/>
                <a:gd name="T68" fmla="*/ 513 w 659"/>
                <a:gd name="T69" fmla="*/ 97 h 247"/>
                <a:gd name="T70" fmla="*/ 416 w 659"/>
                <a:gd name="T71" fmla="*/ 97 h 247"/>
                <a:gd name="T72" fmla="*/ 416 w 659"/>
                <a:gd name="T73" fmla="*/ 37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59" h="247">
                  <a:moveTo>
                    <a:pt x="0" y="247"/>
                  </a:moveTo>
                  <a:cubicBezTo>
                    <a:pt x="29" y="247"/>
                    <a:pt x="29" y="247"/>
                    <a:pt x="29" y="247"/>
                  </a:cubicBezTo>
                  <a:cubicBezTo>
                    <a:pt x="62" y="209"/>
                    <a:pt x="62" y="209"/>
                    <a:pt x="62" y="209"/>
                  </a:cubicBezTo>
                  <a:cubicBezTo>
                    <a:pt x="265" y="209"/>
                    <a:pt x="265" y="209"/>
                    <a:pt x="265" y="209"/>
                  </a:cubicBezTo>
                  <a:cubicBezTo>
                    <a:pt x="294" y="247"/>
                    <a:pt x="294" y="247"/>
                    <a:pt x="294" y="247"/>
                  </a:cubicBezTo>
                  <a:cubicBezTo>
                    <a:pt x="501" y="247"/>
                    <a:pt x="501" y="247"/>
                    <a:pt x="501" y="247"/>
                  </a:cubicBezTo>
                  <a:cubicBezTo>
                    <a:pt x="506" y="217"/>
                    <a:pt x="532" y="195"/>
                    <a:pt x="563" y="195"/>
                  </a:cubicBezTo>
                  <a:cubicBezTo>
                    <a:pt x="594" y="195"/>
                    <a:pt x="620" y="217"/>
                    <a:pt x="625" y="247"/>
                  </a:cubicBezTo>
                  <a:cubicBezTo>
                    <a:pt x="659" y="247"/>
                    <a:pt x="659" y="247"/>
                    <a:pt x="659" y="247"/>
                  </a:cubicBezTo>
                  <a:cubicBezTo>
                    <a:pt x="659" y="186"/>
                    <a:pt x="659" y="186"/>
                    <a:pt x="659" y="186"/>
                  </a:cubicBezTo>
                  <a:cubicBezTo>
                    <a:pt x="647" y="186"/>
                    <a:pt x="647" y="186"/>
                    <a:pt x="647" y="186"/>
                  </a:cubicBezTo>
                  <a:cubicBezTo>
                    <a:pt x="647" y="124"/>
                    <a:pt x="647" y="124"/>
                    <a:pt x="647" y="124"/>
                  </a:cubicBezTo>
                  <a:cubicBezTo>
                    <a:pt x="647" y="113"/>
                    <a:pt x="638" y="104"/>
                    <a:pt x="627" y="104"/>
                  </a:cubicBezTo>
                  <a:cubicBezTo>
                    <a:pt x="529" y="98"/>
                    <a:pt x="529" y="98"/>
                    <a:pt x="529" y="98"/>
                  </a:cubicBezTo>
                  <a:cubicBezTo>
                    <a:pt x="515" y="43"/>
                    <a:pt x="515" y="43"/>
                    <a:pt x="515" y="43"/>
                  </a:cubicBezTo>
                  <a:cubicBezTo>
                    <a:pt x="511" y="32"/>
                    <a:pt x="505" y="26"/>
                    <a:pt x="490" y="22"/>
                  </a:cubicBezTo>
                  <a:cubicBezTo>
                    <a:pt x="380" y="5"/>
                    <a:pt x="380" y="5"/>
                    <a:pt x="380" y="5"/>
                  </a:cubicBezTo>
                  <a:cubicBezTo>
                    <a:pt x="376" y="5"/>
                    <a:pt x="374" y="7"/>
                    <a:pt x="372" y="9"/>
                  </a:cubicBezTo>
                  <a:cubicBezTo>
                    <a:pt x="372" y="3"/>
                    <a:pt x="372" y="3"/>
                    <a:pt x="372" y="3"/>
                  </a:cubicBezTo>
                  <a:cubicBezTo>
                    <a:pt x="339" y="3"/>
                    <a:pt x="339" y="3"/>
                    <a:pt x="339" y="3"/>
                  </a:cubicBezTo>
                  <a:cubicBezTo>
                    <a:pt x="339" y="186"/>
                    <a:pt x="339" y="186"/>
                    <a:pt x="339" y="186"/>
                  </a:cubicBezTo>
                  <a:cubicBezTo>
                    <a:pt x="329" y="186"/>
                    <a:pt x="329" y="186"/>
                    <a:pt x="329" y="186"/>
                  </a:cubicBezTo>
                  <a:cubicBezTo>
                    <a:pt x="329" y="26"/>
                    <a:pt x="329" y="26"/>
                    <a:pt x="329" y="26"/>
                  </a:cubicBezTo>
                  <a:cubicBezTo>
                    <a:pt x="312" y="26"/>
                    <a:pt x="312" y="26"/>
                    <a:pt x="312" y="26"/>
                  </a:cubicBezTo>
                  <a:cubicBezTo>
                    <a:pt x="312" y="16"/>
                    <a:pt x="312" y="16"/>
                    <a:pt x="312" y="16"/>
                  </a:cubicBezTo>
                  <a:cubicBezTo>
                    <a:pt x="245" y="0"/>
                    <a:pt x="245" y="0"/>
                    <a:pt x="245" y="0"/>
                  </a:cubicBezTo>
                  <a:cubicBezTo>
                    <a:pt x="245" y="26"/>
                    <a:pt x="245" y="26"/>
                    <a:pt x="245" y="26"/>
                  </a:cubicBezTo>
                  <a:cubicBezTo>
                    <a:pt x="213" y="26"/>
                    <a:pt x="213" y="26"/>
                    <a:pt x="213" y="26"/>
                  </a:cubicBezTo>
                  <a:cubicBezTo>
                    <a:pt x="213" y="186"/>
                    <a:pt x="213" y="186"/>
                    <a:pt x="213" y="186"/>
                  </a:cubicBezTo>
                  <a:cubicBezTo>
                    <a:pt x="51" y="186"/>
                    <a:pt x="51" y="186"/>
                    <a:pt x="51" y="186"/>
                  </a:cubicBezTo>
                  <a:lnTo>
                    <a:pt x="0" y="247"/>
                  </a:lnTo>
                  <a:close/>
                  <a:moveTo>
                    <a:pt x="416" y="37"/>
                  </a:moveTo>
                  <a:cubicBezTo>
                    <a:pt x="488" y="37"/>
                    <a:pt x="488" y="37"/>
                    <a:pt x="488" y="37"/>
                  </a:cubicBezTo>
                  <a:cubicBezTo>
                    <a:pt x="493" y="37"/>
                    <a:pt x="497" y="40"/>
                    <a:pt x="498" y="44"/>
                  </a:cubicBezTo>
                  <a:cubicBezTo>
                    <a:pt x="513" y="97"/>
                    <a:pt x="513" y="97"/>
                    <a:pt x="513" y="97"/>
                  </a:cubicBezTo>
                  <a:cubicBezTo>
                    <a:pt x="416" y="97"/>
                    <a:pt x="416" y="97"/>
                    <a:pt x="416" y="97"/>
                  </a:cubicBezTo>
                  <a:lnTo>
                    <a:pt x="416" y="37"/>
                  </a:lnTo>
                  <a:close/>
                </a:path>
              </a:pathLst>
            </a:custGeom>
            <a:solidFill>
              <a:srgbClr val="7C7C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7"/>
            <p:cNvSpPr>
              <a:spLocks noEditPoints="1"/>
            </p:cNvSpPr>
            <p:nvPr/>
          </p:nvSpPr>
          <p:spPr bwMode="auto">
            <a:xfrm>
              <a:off x="10291808" y="5375186"/>
              <a:ext cx="404813" cy="406400"/>
            </a:xfrm>
            <a:custGeom>
              <a:avLst/>
              <a:gdLst>
                <a:gd name="T0" fmla="*/ 0 w 108"/>
                <a:gd name="T1" fmla="*/ 54 h 108"/>
                <a:gd name="T2" fmla="*/ 54 w 108"/>
                <a:gd name="T3" fmla="*/ 108 h 108"/>
                <a:gd name="T4" fmla="*/ 108 w 108"/>
                <a:gd name="T5" fmla="*/ 54 h 108"/>
                <a:gd name="T6" fmla="*/ 54 w 108"/>
                <a:gd name="T7" fmla="*/ 0 h 108"/>
                <a:gd name="T8" fmla="*/ 0 w 108"/>
                <a:gd name="T9" fmla="*/ 54 h 108"/>
                <a:gd name="T10" fmla="*/ 22 w 108"/>
                <a:gd name="T11" fmla="*/ 54 h 108"/>
                <a:gd name="T12" fmla="*/ 54 w 108"/>
                <a:gd name="T13" fmla="*/ 22 h 108"/>
                <a:gd name="T14" fmla="*/ 86 w 108"/>
                <a:gd name="T15" fmla="*/ 54 h 108"/>
                <a:gd name="T16" fmla="*/ 54 w 108"/>
                <a:gd name="T17" fmla="*/ 87 h 108"/>
                <a:gd name="T18" fmla="*/ 22 w 108"/>
                <a:gd name="T19" fmla="*/ 54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108">
                  <a:moveTo>
                    <a:pt x="0" y="54"/>
                  </a:moveTo>
                  <a:cubicBezTo>
                    <a:pt x="0" y="84"/>
                    <a:pt x="24" y="108"/>
                    <a:pt x="54" y="108"/>
                  </a:cubicBezTo>
                  <a:cubicBezTo>
                    <a:pt x="84" y="108"/>
                    <a:pt x="108" y="84"/>
                    <a:pt x="108" y="54"/>
                  </a:cubicBezTo>
                  <a:cubicBezTo>
                    <a:pt x="108" y="25"/>
                    <a:pt x="84" y="0"/>
                    <a:pt x="54" y="0"/>
                  </a:cubicBezTo>
                  <a:cubicBezTo>
                    <a:pt x="24" y="0"/>
                    <a:pt x="0" y="25"/>
                    <a:pt x="0" y="54"/>
                  </a:cubicBezTo>
                  <a:close/>
                  <a:moveTo>
                    <a:pt x="22" y="54"/>
                  </a:moveTo>
                  <a:cubicBezTo>
                    <a:pt x="22" y="37"/>
                    <a:pt x="36" y="22"/>
                    <a:pt x="54" y="22"/>
                  </a:cubicBezTo>
                  <a:cubicBezTo>
                    <a:pt x="72" y="22"/>
                    <a:pt x="86" y="37"/>
                    <a:pt x="86" y="54"/>
                  </a:cubicBezTo>
                  <a:cubicBezTo>
                    <a:pt x="86" y="72"/>
                    <a:pt x="72" y="87"/>
                    <a:pt x="54" y="87"/>
                  </a:cubicBezTo>
                  <a:cubicBezTo>
                    <a:pt x="36" y="87"/>
                    <a:pt x="22" y="72"/>
                    <a:pt x="22" y="54"/>
                  </a:cubicBezTo>
                  <a:close/>
                </a:path>
              </a:pathLst>
            </a:custGeom>
            <a:solidFill>
              <a:srgbClr val="7C7C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Oval 8"/>
            <p:cNvSpPr>
              <a:spLocks noChangeArrowheads="1"/>
            </p:cNvSpPr>
            <p:nvPr/>
          </p:nvSpPr>
          <p:spPr bwMode="auto">
            <a:xfrm>
              <a:off x="10429921" y="5514886"/>
              <a:ext cx="128588" cy="131763"/>
            </a:xfrm>
            <a:prstGeom prst="ellipse">
              <a:avLst/>
            </a:prstGeom>
            <a:solidFill>
              <a:srgbClr val="7C7C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9"/>
            <p:cNvSpPr>
              <a:spLocks noEditPoints="1"/>
            </p:cNvSpPr>
            <p:nvPr/>
          </p:nvSpPr>
          <p:spPr bwMode="auto">
            <a:xfrm>
              <a:off x="9007521" y="5375186"/>
              <a:ext cx="401638" cy="406400"/>
            </a:xfrm>
            <a:custGeom>
              <a:avLst/>
              <a:gdLst>
                <a:gd name="T0" fmla="*/ 0 w 107"/>
                <a:gd name="T1" fmla="*/ 54 h 108"/>
                <a:gd name="T2" fmla="*/ 53 w 107"/>
                <a:gd name="T3" fmla="*/ 108 h 108"/>
                <a:gd name="T4" fmla="*/ 107 w 107"/>
                <a:gd name="T5" fmla="*/ 54 h 108"/>
                <a:gd name="T6" fmla="*/ 53 w 107"/>
                <a:gd name="T7" fmla="*/ 0 h 108"/>
                <a:gd name="T8" fmla="*/ 0 w 107"/>
                <a:gd name="T9" fmla="*/ 54 h 108"/>
                <a:gd name="T10" fmla="*/ 21 w 107"/>
                <a:gd name="T11" fmla="*/ 54 h 108"/>
                <a:gd name="T12" fmla="*/ 53 w 107"/>
                <a:gd name="T13" fmla="*/ 22 h 108"/>
                <a:gd name="T14" fmla="*/ 86 w 107"/>
                <a:gd name="T15" fmla="*/ 54 h 108"/>
                <a:gd name="T16" fmla="*/ 53 w 107"/>
                <a:gd name="T17" fmla="*/ 87 h 108"/>
                <a:gd name="T18" fmla="*/ 21 w 107"/>
                <a:gd name="T19" fmla="*/ 54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7" h="108">
                  <a:moveTo>
                    <a:pt x="0" y="54"/>
                  </a:moveTo>
                  <a:cubicBezTo>
                    <a:pt x="0" y="84"/>
                    <a:pt x="24" y="108"/>
                    <a:pt x="53" y="108"/>
                  </a:cubicBezTo>
                  <a:cubicBezTo>
                    <a:pt x="83" y="108"/>
                    <a:pt x="107" y="84"/>
                    <a:pt x="107" y="54"/>
                  </a:cubicBezTo>
                  <a:cubicBezTo>
                    <a:pt x="107" y="25"/>
                    <a:pt x="83" y="0"/>
                    <a:pt x="53" y="0"/>
                  </a:cubicBezTo>
                  <a:cubicBezTo>
                    <a:pt x="24" y="0"/>
                    <a:pt x="0" y="25"/>
                    <a:pt x="0" y="54"/>
                  </a:cubicBezTo>
                  <a:close/>
                  <a:moveTo>
                    <a:pt x="21" y="54"/>
                  </a:moveTo>
                  <a:cubicBezTo>
                    <a:pt x="21" y="37"/>
                    <a:pt x="36" y="22"/>
                    <a:pt x="53" y="22"/>
                  </a:cubicBezTo>
                  <a:cubicBezTo>
                    <a:pt x="71" y="22"/>
                    <a:pt x="86" y="37"/>
                    <a:pt x="86" y="54"/>
                  </a:cubicBezTo>
                  <a:cubicBezTo>
                    <a:pt x="86" y="72"/>
                    <a:pt x="71" y="87"/>
                    <a:pt x="53" y="87"/>
                  </a:cubicBezTo>
                  <a:cubicBezTo>
                    <a:pt x="36" y="87"/>
                    <a:pt x="21" y="72"/>
                    <a:pt x="21" y="54"/>
                  </a:cubicBezTo>
                  <a:close/>
                </a:path>
              </a:pathLst>
            </a:custGeom>
            <a:solidFill>
              <a:srgbClr val="7C7C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Oval 10"/>
            <p:cNvSpPr>
              <a:spLocks noChangeArrowheads="1"/>
            </p:cNvSpPr>
            <p:nvPr/>
          </p:nvSpPr>
          <p:spPr bwMode="auto">
            <a:xfrm>
              <a:off x="9142458" y="5514886"/>
              <a:ext cx="131763" cy="131763"/>
            </a:xfrm>
            <a:prstGeom prst="ellipse">
              <a:avLst/>
            </a:prstGeom>
            <a:solidFill>
              <a:srgbClr val="7C7C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1"/>
            <p:cNvSpPr>
              <a:spLocks noEditPoints="1"/>
            </p:cNvSpPr>
            <p:nvPr/>
          </p:nvSpPr>
          <p:spPr bwMode="auto">
            <a:xfrm>
              <a:off x="8567783" y="5375186"/>
              <a:ext cx="404813" cy="406400"/>
            </a:xfrm>
            <a:custGeom>
              <a:avLst/>
              <a:gdLst>
                <a:gd name="T0" fmla="*/ 0 w 108"/>
                <a:gd name="T1" fmla="*/ 54 h 108"/>
                <a:gd name="T2" fmla="*/ 54 w 108"/>
                <a:gd name="T3" fmla="*/ 108 h 108"/>
                <a:gd name="T4" fmla="*/ 108 w 108"/>
                <a:gd name="T5" fmla="*/ 54 h 108"/>
                <a:gd name="T6" fmla="*/ 54 w 108"/>
                <a:gd name="T7" fmla="*/ 0 h 108"/>
                <a:gd name="T8" fmla="*/ 0 w 108"/>
                <a:gd name="T9" fmla="*/ 54 h 108"/>
                <a:gd name="T10" fmla="*/ 22 w 108"/>
                <a:gd name="T11" fmla="*/ 54 h 108"/>
                <a:gd name="T12" fmla="*/ 54 w 108"/>
                <a:gd name="T13" fmla="*/ 22 h 108"/>
                <a:gd name="T14" fmla="*/ 86 w 108"/>
                <a:gd name="T15" fmla="*/ 54 h 108"/>
                <a:gd name="T16" fmla="*/ 54 w 108"/>
                <a:gd name="T17" fmla="*/ 87 h 108"/>
                <a:gd name="T18" fmla="*/ 22 w 108"/>
                <a:gd name="T19" fmla="*/ 54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108">
                  <a:moveTo>
                    <a:pt x="0" y="54"/>
                  </a:moveTo>
                  <a:cubicBezTo>
                    <a:pt x="0" y="84"/>
                    <a:pt x="24" y="108"/>
                    <a:pt x="54" y="108"/>
                  </a:cubicBezTo>
                  <a:cubicBezTo>
                    <a:pt x="84" y="108"/>
                    <a:pt x="108" y="84"/>
                    <a:pt x="108" y="54"/>
                  </a:cubicBezTo>
                  <a:cubicBezTo>
                    <a:pt x="108" y="25"/>
                    <a:pt x="84" y="0"/>
                    <a:pt x="54" y="0"/>
                  </a:cubicBezTo>
                  <a:cubicBezTo>
                    <a:pt x="24" y="0"/>
                    <a:pt x="0" y="25"/>
                    <a:pt x="0" y="54"/>
                  </a:cubicBezTo>
                  <a:close/>
                  <a:moveTo>
                    <a:pt x="22" y="54"/>
                  </a:moveTo>
                  <a:cubicBezTo>
                    <a:pt x="22" y="37"/>
                    <a:pt x="36" y="22"/>
                    <a:pt x="54" y="22"/>
                  </a:cubicBezTo>
                  <a:cubicBezTo>
                    <a:pt x="72" y="22"/>
                    <a:pt x="86" y="37"/>
                    <a:pt x="86" y="54"/>
                  </a:cubicBezTo>
                  <a:cubicBezTo>
                    <a:pt x="86" y="72"/>
                    <a:pt x="72" y="87"/>
                    <a:pt x="54" y="87"/>
                  </a:cubicBezTo>
                  <a:cubicBezTo>
                    <a:pt x="36" y="87"/>
                    <a:pt x="22" y="72"/>
                    <a:pt x="22" y="54"/>
                  </a:cubicBezTo>
                  <a:close/>
                </a:path>
              </a:pathLst>
            </a:custGeom>
            <a:solidFill>
              <a:srgbClr val="7C7C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Oval 12"/>
            <p:cNvSpPr>
              <a:spLocks noChangeArrowheads="1"/>
            </p:cNvSpPr>
            <p:nvPr/>
          </p:nvSpPr>
          <p:spPr bwMode="auto">
            <a:xfrm>
              <a:off x="8705896" y="5514886"/>
              <a:ext cx="128588" cy="131763"/>
            </a:xfrm>
            <a:prstGeom prst="ellipse">
              <a:avLst/>
            </a:prstGeom>
            <a:solidFill>
              <a:srgbClr val="7C7C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3"/>
            <p:cNvSpPr>
              <a:spLocks noEditPoints="1"/>
            </p:cNvSpPr>
            <p:nvPr/>
          </p:nvSpPr>
          <p:spPr bwMode="auto">
            <a:xfrm>
              <a:off x="6037308" y="5375186"/>
              <a:ext cx="404813" cy="406400"/>
            </a:xfrm>
            <a:custGeom>
              <a:avLst/>
              <a:gdLst>
                <a:gd name="T0" fmla="*/ 0 w 108"/>
                <a:gd name="T1" fmla="*/ 54 h 108"/>
                <a:gd name="T2" fmla="*/ 54 w 108"/>
                <a:gd name="T3" fmla="*/ 108 h 108"/>
                <a:gd name="T4" fmla="*/ 108 w 108"/>
                <a:gd name="T5" fmla="*/ 54 h 108"/>
                <a:gd name="T6" fmla="*/ 54 w 108"/>
                <a:gd name="T7" fmla="*/ 0 h 108"/>
                <a:gd name="T8" fmla="*/ 0 w 108"/>
                <a:gd name="T9" fmla="*/ 54 h 108"/>
                <a:gd name="T10" fmla="*/ 22 w 108"/>
                <a:gd name="T11" fmla="*/ 54 h 108"/>
                <a:gd name="T12" fmla="*/ 54 w 108"/>
                <a:gd name="T13" fmla="*/ 22 h 108"/>
                <a:gd name="T14" fmla="*/ 86 w 108"/>
                <a:gd name="T15" fmla="*/ 54 h 108"/>
                <a:gd name="T16" fmla="*/ 54 w 108"/>
                <a:gd name="T17" fmla="*/ 87 h 108"/>
                <a:gd name="T18" fmla="*/ 22 w 108"/>
                <a:gd name="T19" fmla="*/ 54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108">
                  <a:moveTo>
                    <a:pt x="0" y="54"/>
                  </a:moveTo>
                  <a:cubicBezTo>
                    <a:pt x="0" y="84"/>
                    <a:pt x="25" y="108"/>
                    <a:pt x="54" y="108"/>
                  </a:cubicBezTo>
                  <a:cubicBezTo>
                    <a:pt x="84" y="108"/>
                    <a:pt x="108" y="84"/>
                    <a:pt x="108" y="54"/>
                  </a:cubicBezTo>
                  <a:cubicBezTo>
                    <a:pt x="108" y="25"/>
                    <a:pt x="84" y="0"/>
                    <a:pt x="54" y="0"/>
                  </a:cubicBezTo>
                  <a:cubicBezTo>
                    <a:pt x="25" y="0"/>
                    <a:pt x="0" y="25"/>
                    <a:pt x="0" y="54"/>
                  </a:cubicBezTo>
                  <a:close/>
                  <a:moveTo>
                    <a:pt x="22" y="54"/>
                  </a:moveTo>
                  <a:cubicBezTo>
                    <a:pt x="22" y="37"/>
                    <a:pt x="37" y="22"/>
                    <a:pt x="54" y="22"/>
                  </a:cubicBezTo>
                  <a:cubicBezTo>
                    <a:pt x="72" y="22"/>
                    <a:pt x="86" y="37"/>
                    <a:pt x="86" y="54"/>
                  </a:cubicBezTo>
                  <a:cubicBezTo>
                    <a:pt x="86" y="72"/>
                    <a:pt x="72" y="87"/>
                    <a:pt x="54" y="87"/>
                  </a:cubicBezTo>
                  <a:cubicBezTo>
                    <a:pt x="37" y="87"/>
                    <a:pt x="22" y="72"/>
                    <a:pt x="22" y="54"/>
                  </a:cubicBezTo>
                  <a:close/>
                </a:path>
              </a:pathLst>
            </a:custGeom>
            <a:solidFill>
              <a:srgbClr val="7C7C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Oval 14"/>
            <p:cNvSpPr>
              <a:spLocks noChangeArrowheads="1"/>
            </p:cNvSpPr>
            <p:nvPr/>
          </p:nvSpPr>
          <p:spPr bwMode="auto">
            <a:xfrm>
              <a:off x="6175421" y="5514886"/>
              <a:ext cx="131763" cy="131763"/>
            </a:xfrm>
            <a:prstGeom prst="ellipse">
              <a:avLst/>
            </a:prstGeom>
            <a:solidFill>
              <a:srgbClr val="7C7C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5"/>
            <p:cNvSpPr>
              <a:spLocks noEditPoints="1"/>
            </p:cNvSpPr>
            <p:nvPr/>
          </p:nvSpPr>
          <p:spPr bwMode="auto">
            <a:xfrm>
              <a:off x="5600746" y="5375186"/>
              <a:ext cx="406400" cy="406400"/>
            </a:xfrm>
            <a:custGeom>
              <a:avLst/>
              <a:gdLst>
                <a:gd name="T0" fmla="*/ 0 w 108"/>
                <a:gd name="T1" fmla="*/ 54 h 108"/>
                <a:gd name="T2" fmla="*/ 54 w 108"/>
                <a:gd name="T3" fmla="*/ 108 h 108"/>
                <a:gd name="T4" fmla="*/ 108 w 108"/>
                <a:gd name="T5" fmla="*/ 54 h 108"/>
                <a:gd name="T6" fmla="*/ 54 w 108"/>
                <a:gd name="T7" fmla="*/ 0 h 108"/>
                <a:gd name="T8" fmla="*/ 0 w 108"/>
                <a:gd name="T9" fmla="*/ 54 h 108"/>
                <a:gd name="T10" fmla="*/ 22 w 108"/>
                <a:gd name="T11" fmla="*/ 54 h 108"/>
                <a:gd name="T12" fmla="*/ 54 w 108"/>
                <a:gd name="T13" fmla="*/ 22 h 108"/>
                <a:gd name="T14" fmla="*/ 86 w 108"/>
                <a:gd name="T15" fmla="*/ 54 h 108"/>
                <a:gd name="T16" fmla="*/ 54 w 108"/>
                <a:gd name="T17" fmla="*/ 87 h 108"/>
                <a:gd name="T18" fmla="*/ 22 w 108"/>
                <a:gd name="T19" fmla="*/ 54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108">
                  <a:moveTo>
                    <a:pt x="0" y="54"/>
                  </a:moveTo>
                  <a:cubicBezTo>
                    <a:pt x="0" y="84"/>
                    <a:pt x="24" y="108"/>
                    <a:pt x="54" y="108"/>
                  </a:cubicBezTo>
                  <a:cubicBezTo>
                    <a:pt x="84" y="108"/>
                    <a:pt x="108" y="84"/>
                    <a:pt x="108" y="54"/>
                  </a:cubicBezTo>
                  <a:cubicBezTo>
                    <a:pt x="108" y="25"/>
                    <a:pt x="84" y="0"/>
                    <a:pt x="54" y="0"/>
                  </a:cubicBezTo>
                  <a:cubicBezTo>
                    <a:pt x="24" y="0"/>
                    <a:pt x="0" y="25"/>
                    <a:pt x="0" y="54"/>
                  </a:cubicBezTo>
                  <a:close/>
                  <a:moveTo>
                    <a:pt x="22" y="54"/>
                  </a:moveTo>
                  <a:cubicBezTo>
                    <a:pt x="22" y="37"/>
                    <a:pt x="36" y="22"/>
                    <a:pt x="54" y="22"/>
                  </a:cubicBezTo>
                  <a:cubicBezTo>
                    <a:pt x="71" y="22"/>
                    <a:pt x="86" y="37"/>
                    <a:pt x="86" y="54"/>
                  </a:cubicBezTo>
                  <a:cubicBezTo>
                    <a:pt x="86" y="72"/>
                    <a:pt x="71" y="87"/>
                    <a:pt x="54" y="87"/>
                  </a:cubicBezTo>
                  <a:cubicBezTo>
                    <a:pt x="36" y="87"/>
                    <a:pt x="22" y="72"/>
                    <a:pt x="22" y="54"/>
                  </a:cubicBezTo>
                  <a:close/>
                </a:path>
              </a:pathLst>
            </a:custGeom>
            <a:solidFill>
              <a:srgbClr val="7C7C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Oval 16"/>
            <p:cNvSpPr>
              <a:spLocks noChangeArrowheads="1"/>
            </p:cNvSpPr>
            <p:nvPr/>
          </p:nvSpPr>
          <p:spPr bwMode="auto">
            <a:xfrm>
              <a:off x="5740446" y="5514886"/>
              <a:ext cx="127000" cy="131763"/>
            </a:xfrm>
            <a:prstGeom prst="ellipse">
              <a:avLst/>
            </a:prstGeom>
            <a:solidFill>
              <a:srgbClr val="7C7C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7"/>
            <p:cNvSpPr>
              <a:spLocks/>
            </p:cNvSpPr>
            <p:nvPr/>
          </p:nvSpPr>
          <p:spPr bwMode="auto">
            <a:xfrm>
              <a:off x="5440408" y="5235486"/>
              <a:ext cx="3702050" cy="298450"/>
            </a:xfrm>
            <a:custGeom>
              <a:avLst/>
              <a:gdLst>
                <a:gd name="T0" fmla="*/ 2332 w 2332"/>
                <a:gd name="T1" fmla="*/ 0 h 188"/>
                <a:gd name="T2" fmla="*/ 2332 w 2332"/>
                <a:gd name="T3" fmla="*/ 28 h 188"/>
                <a:gd name="T4" fmla="*/ 1949 w 2332"/>
                <a:gd name="T5" fmla="*/ 28 h 188"/>
                <a:gd name="T6" fmla="*/ 1816 w 2332"/>
                <a:gd name="T7" fmla="*/ 188 h 188"/>
                <a:gd name="T8" fmla="*/ 671 w 2332"/>
                <a:gd name="T9" fmla="*/ 188 h 188"/>
                <a:gd name="T10" fmla="*/ 607 w 2332"/>
                <a:gd name="T11" fmla="*/ 102 h 188"/>
                <a:gd name="T12" fmla="*/ 127 w 2332"/>
                <a:gd name="T13" fmla="*/ 102 h 188"/>
                <a:gd name="T14" fmla="*/ 52 w 2332"/>
                <a:gd name="T15" fmla="*/ 188 h 188"/>
                <a:gd name="T16" fmla="*/ 0 w 2332"/>
                <a:gd name="T17" fmla="*/ 188 h 188"/>
                <a:gd name="T18" fmla="*/ 0 w 2332"/>
                <a:gd name="T19" fmla="*/ 0 h 188"/>
                <a:gd name="T20" fmla="*/ 2332 w 2332"/>
                <a:gd name="T2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32" h="188">
                  <a:moveTo>
                    <a:pt x="2332" y="0"/>
                  </a:moveTo>
                  <a:lnTo>
                    <a:pt x="2332" y="28"/>
                  </a:lnTo>
                  <a:lnTo>
                    <a:pt x="1949" y="28"/>
                  </a:lnTo>
                  <a:lnTo>
                    <a:pt x="1816" y="188"/>
                  </a:lnTo>
                  <a:lnTo>
                    <a:pt x="671" y="188"/>
                  </a:lnTo>
                  <a:lnTo>
                    <a:pt x="607" y="102"/>
                  </a:lnTo>
                  <a:lnTo>
                    <a:pt x="127" y="102"/>
                  </a:lnTo>
                  <a:lnTo>
                    <a:pt x="52" y="188"/>
                  </a:lnTo>
                  <a:lnTo>
                    <a:pt x="0" y="188"/>
                  </a:lnTo>
                  <a:lnTo>
                    <a:pt x="0" y="0"/>
                  </a:lnTo>
                  <a:lnTo>
                    <a:pt x="2332" y="0"/>
                  </a:lnTo>
                  <a:close/>
                </a:path>
              </a:pathLst>
            </a:custGeom>
            <a:solidFill>
              <a:srgbClr val="7C7C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Rectangle 18"/>
            <p:cNvSpPr>
              <a:spLocks noChangeArrowheads="1"/>
            </p:cNvSpPr>
            <p:nvPr/>
          </p:nvSpPr>
          <p:spPr bwMode="auto">
            <a:xfrm>
              <a:off x="5383258" y="5235486"/>
              <a:ext cx="98425" cy="173038"/>
            </a:xfrm>
            <a:prstGeom prst="rect">
              <a:avLst/>
            </a:prstGeom>
            <a:solidFill>
              <a:srgbClr val="7C7C7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0" name="组合 39"/>
          <p:cNvGrpSpPr/>
          <p:nvPr/>
        </p:nvGrpSpPr>
        <p:grpSpPr>
          <a:xfrm>
            <a:off x="3470508" y="2736326"/>
            <a:ext cx="1041457" cy="1269797"/>
            <a:chOff x="3884658" y="3897224"/>
            <a:chExt cx="890588" cy="1085850"/>
          </a:xfrm>
        </p:grpSpPr>
        <p:sp>
          <p:nvSpPr>
            <p:cNvPr id="19" name="Freeform 19"/>
            <p:cNvSpPr>
              <a:spLocks/>
            </p:cNvSpPr>
            <p:nvPr/>
          </p:nvSpPr>
          <p:spPr bwMode="auto">
            <a:xfrm>
              <a:off x="3884658" y="4303624"/>
              <a:ext cx="890588" cy="679450"/>
            </a:xfrm>
            <a:custGeom>
              <a:avLst/>
              <a:gdLst>
                <a:gd name="T0" fmla="*/ 82 w 237"/>
                <a:gd name="T1" fmla="*/ 0 h 180"/>
                <a:gd name="T2" fmla="*/ 146 w 237"/>
                <a:gd name="T3" fmla="*/ 0 h 180"/>
                <a:gd name="T4" fmla="*/ 222 w 237"/>
                <a:gd name="T5" fmla="*/ 0 h 180"/>
                <a:gd name="T6" fmla="*/ 237 w 237"/>
                <a:gd name="T7" fmla="*/ 0 h 180"/>
                <a:gd name="T8" fmla="*/ 237 w 237"/>
                <a:gd name="T9" fmla="*/ 72 h 180"/>
                <a:gd name="T10" fmla="*/ 146 w 237"/>
                <a:gd name="T11" fmla="*/ 72 h 180"/>
                <a:gd name="T12" fmla="*/ 146 w 237"/>
                <a:gd name="T13" fmla="*/ 72 h 180"/>
                <a:gd name="T14" fmla="*/ 82 w 237"/>
                <a:gd name="T15" fmla="*/ 72 h 180"/>
                <a:gd name="T16" fmla="*/ 70 w 237"/>
                <a:gd name="T17" fmla="*/ 90 h 180"/>
                <a:gd name="T18" fmla="*/ 82 w 237"/>
                <a:gd name="T19" fmla="*/ 109 h 180"/>
                <a:gd name="T20" fmla="*/ 235 w 237"/>
                <a:gd name="T21" fmla="*/ 109 h 180"/>
                <a:gd name="T22" fmla="*/ 235 w 237"/>
                <a:gd name="T23" fmla="*/ 180 h 180"/>
                <a:gd name="T24" fmla="*/ 82 w 237"/>
                <a:gd name="T25" fmla="*/ 180 h 180"/>
                <a:gd name="T26" fmla="*/ 0 w 237"/>
                <a:gd name="T27" fmla="*/ 90 h 180"/>
                <a:gd name="T28" fmla="*/ 82 w 237"/>
                <a:gd name="T29"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7" h="180">
                  <a:moveTo>
                    <a:pt x="82" y="0"/>
                  </a:moveTo>
                  <a:cubicBezTo>
                    <a:pt x="146" y="0"/>
                    <a:pt x="146" y="0"/>
                    <a:pt x="146" y="0"/>
                  </a:cubicBezTo>
                  <a:cubicBezTo>
                    <a:pt x="222" y="0"/>
                    <a:pt x="222" y="0"/>
                    <a:pt x="222" y="0"/>
                  </a:cubicBezTo>
                  <a:cubicBezTo>
                    <a:pt x="237" y="0"/>
                    <a:pt x="237" y="0"/>
                    <a:pt x="237" y="0"/>
                  </a:cubicBezTo>
                  <a:cubicBezTo>
                    <a:pt x="237" y="72"/>
                    <a:pt x="237" y="72"/>
                    <a:pt x="237" y="72"/>
                  </a:cubicBezTo>
                  <a:cubicBezTo>
                    <a:pt x="146" y="72"/>
                    <a:pt x="146" y="72"/>
                    <a:pt x="146" y="72"/>
                  </a:cubicBezTo>
                  <a:cubicBezTo>
                    <a:pt x="146" y="72"/>
                    <a:pt x="146" y="72"/>
                    <a:pt x="146" y="72"/>
                  </a:cubicBezTo>
                  <a:cubicBezTo>
                    <a:pt x="82" y="72"/>
                    <a:pt x="82" y="72"/>
                    <a:pt x="82" y="72"/>
                  </a:cubicBezTo>
                  <a:cubicBezTo>
                    <a:pt x="77" y="72"/>
                    <a:pt x="70" y="80"/>
                    <a:pt x="70" y="90"/>
                  </a:cubicBezTo>
                  <a:cubicBezTo>
                    <a:pt x="70" y="101"/>
                    <a:pt x="77" y="109"/>
                    <a:pt x="82" y="109"/>
                  </a:cubicBezTo>
                  <a:cubicBezTo>
                    <a:pt x="235" y="109"/>
                    <a:pt x="235" y="109"/>
                    <a:pt x="235" y="109"/>
                  </a:cubicBezTo>
                  <a:cubicBezTo>
                    <a:pt x="235" y="180"/>
                    <a:pt x="235" y="180"/>
                    <a:pt x="235" y="180"/>
                  </a:cubicBezTo>
                  <a:cubicBezTo>
                    <a:pt x="82" y="180"/>
                    <a:pt x="82" y="180"/>
                    <a:pt x="82" y="180"/>
                  </a:cubicBezTo>
                  <a:cubicBezTo>
                    <a:pt x="37" y="180"/>
                    <a:pt x="0" y="140"/>
                    <a:pt x="0" y="90"/>
                  </a:cubicBezTo>
                  <a:cubicBezTo>
                    <a:pt x="0" y="41"/>
                    <a:pt x="37" y="0"/>
                    <a:pt x="82" y="0"/>
                  </a:cubicBezTo>
                </a:path>
              </a:pathLst>
            </a:custGeom>
            <a:solidFill>
              <a:srgbClr val="C185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20"/>
            <p:cNvSpPr>
              <a:spLocks/>
            </p:cNvSpPr>
            <p:nvPr/>
          </p:nvSpPr>
          <p:spPr bwMode="auto">
            <a:xfrm>
              <a:off x="4486321" y="4714786"/>
              <a:ext cx="280988" cy="268288"/>
            </a:xfrm>
            <a:custGeom>
              <a:avLst/>
              <a:gdLst>
                <a:gd name="T0" fmla="*/ 177 w 177"/>
                <a:gd name="T1" fmla="*/ 0 h 169"/>
                <a:gd name="T2" fmla="*/ 0 w 177"/>
                <a:gd name="T3" fmla="*/ 0 h 169"/>
                <a:gd name="T4" fmla="*/ 177 w 177"/>
                <a:gd name="T5" fmla="*/ 0 h 169"/>
                <a:gd name="T6" fmla="*/ 177 w 177"/>
                <a:gd name="T7" fmla="*/ 169 h 169"/>
                <a:gd name="T8" fmla="*/ 177 w 177"/>
                <a:gd name="T9" fmla="*/ 169 h 169"/>
                <a:gd name="T10" fmla="*/ 177 w 177"/>
                <a:gd name="T11" fmla="*/ 0 h 169"/>
              </a:gdLst>
              <a:ahLst/>
              <a:cxnLst>
                <a:cxn ang="0">
                  <a:pos x="T0" y="T1"/>
                </a:cxn>
                <a:cxn ang="0">
                  <a:pos x="T2" y="T3"/>
                </a:cxn>
                <a:cxn ang="0">
                  <a:pos x="T4" y="T5"/>
                </a:cxn>
                <a:cxn ang="0">
                  <a:pos x="T6" y="T7"/>
                </a:cxn>
                <a:cxn ang="0">
                  <a:pos x="T8" y="T9"/>
                </a:cxn>
                <a:cxn ang="0">
                  <a:pos x="T10" y="T11"/>
                </a:cxn>
              </a:cxnLst>
              <a:rect l="0" t="0" r="r" b="b"/>
              <a:pathLst>
                <a:path w="177" h="169">
                  <a:moveTo>
                    <a:pt x="177" y="0"/>
                  </a:moveTo>
                  <a:lnTo>
                    <a:pt x="0" y="0"/>
                  </a:lnTo>
                  <a:lnTo>
                    <a:pt x="177" y="0"/>
                  </a:lnTo>
                  <a:lnTo>
                    <a:pt x="177" y="169"/>
                  </a:lnTo>
                  <a:lnTo>
                    <a:pt x="177" y="169"/>
                  </a:lnTo>
                  <a:lnTo>
                    <a:pt x="177" y="0"/>
                  </a:lnTo>
                  <a:close/>
                </a:path>
              </a:pathLst>
            </a:custGeom>
            <a:solidFill>
              <a:srgbClr val="C5D2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21"/>
            <p:cNvSpPr>
              <a:spLocks/>
            </p:cNvSpPr>
            <p:nvPr/>
          </p:nvSpPr>
          <p:spPr bwMode="auto">
            <a:xfrm>
              <a:off x="4486321" y="4714786"/>
              <a:ext cx="280988" cy="268288"/>
            </a:xfrm>
            <a:custGeom>
              <a:avLst/>
              <a:gdLst>
                <a:gd name="T0" fmla="*/ 177 w 177"/>
                <a:gd name="T1" fmla="*/ 0 h 169"/>
                <a:gd name="T2" fmla="*/ 0 w 177"/>
                <a:gd name="T3" fmla="*/ 0 h 169"/>
                <a:gd name="T4" fmla="*/ 177 w 177"/>
                <a:gd name="T5" fmla="*/ 0 h 169"/>
                <a:gd name="T6" fmla="*/ 177 w 177"/>
                <a:gd name="T7" fmla="*/ 169 h 169"/>
                <a:gd name="T8" fmla="*/ 177 w 177"/>
                <a:gd name="T9" fmla="*/ 169 h 169"/>
                <a:gd name="T10" fmla="*/ 177 w 177"/>
                <a:gd name="T11" fmla="*/ 0 h 169"/>
              </a:gdLst>
              <a:ahLst/>
              <a:cxnLst>
                <a:cxn ang="0">
                  <a:pos x="T0" y="T1"/>
                </a:cxn>
                <a:cxn ang="0">
                  <a:pos x="T2" y="T3"/>
                </a:cxn>
                <a:cxn ang="0">
                  <a:pos x="T4" y="T5"/>
                </a:cxn>
                <a:cxn ang="0">
                  <a:pos x="T6" y="T7"/>
                </a:cxn>
                <a:cxn ang="0">
                  <a:pos x="T8" y="T9"/>
                </a:cxn>
                <a:cxn ang="0">
                  <a:pos x="T10" y="T11"/>
                </a:cxn>
              </a:cxnLst>
              <a:rect l="0" t="0" r="r" b="b"/>
              <a:pathLst>
                <a:path w="177" h="169">
                  <a:moveTo>
                    <a:pt x="177" y="0"/>
                  </a:moveTo>
                  <a:lnTo>
                    <a:pt x="0" y="0"/>
                  </a:lnTo>
                  <a:lnTo>
                    <a:pt x="177" y="0"/>
                  </a:lnTo>
                  <a:lnTo>
                    <a:pt x="177" y="169"/>
                  </a:lnTo>
                  <a:lnTo>
                    <a:pt x="177" y="169"/>
                  </a:lnTo>
                  <a:lnTo>
                    <a:pt x="17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22"/>
            <p:cNvSpPr>
              <a:spLocks/>
            </p:cNvSpPr>
            <p:nvPr/>
          </p:nvSpPr>
          <p:spPr bwMode="auto">
            <a:xfrm>
              <a:off x="4486321" y="4714786"/>
              <a:ext cx="280988" cy="268288"/>
            </a:xfrm>
            <a:custGeom>
              <a:avLst/>
              <a:gdLst>
                <a:gd name="T0" fmla="*/ 177 w 177"/>
                <a:gd name="T1" fmla="*/ 0 h 169"/>
                <a:gd name="T2" fmla="*/ 0 w 177"/>
                <a:gd name="T3" fmla="*/ 0 h 169"/>
                <a:gd name="T4" fmla="*/ 177 w 177"/>
                <a:gd name="T5" fmla="*/ 169 h 169"/>
                <a:gd name="T6" fmla="*/ 177 w 177"/>
                <a:gd name="T7" fmla="*/ 0 h 169"/>
              </a:gdLst>
              <a:ahLst/>
              <a:cxnLst>
                <a:cxn ang="0">
                  <a:pos x="T0" y="T1"/>
                </a:cxn>
                <a:cxn ang="0">
                  <a:pos x="T2" y="T3"/>
                </a:cxn>
                <a:cxn ang="0">
                  <a:pos x="T4" y="T5"/>
                </a:cxn>
                <a:cxn ang="0">
                  <a:pos x="T6" y="T7"/>
                </a:cxn>
              </a:cxnLst>
              <a:rect l="0" t="0" r="r" b="b"/>
              <a:pathLst>
                <a:path w="177" h="169">
                  <a:moveTo>
                    <a:pt x="177" y="0"/>
                  </a:moveTo>
                  <a:lnTo>
                    <a:pt x="0" y="0"/>
                  </a:lnTo>
                  <a:lnTo>
                    <a:pt x="177" y="169"/>
                  </a:lnTo>
                  <a:lnTo>
                    <a:pt x="177" y="0"/>
                  </a:lnTo>
                  <a:close/>
                </a:path>
              </a:pathLst>
            </a:custGeom>
            <a:solidFill>
              <a:srgbClr val="9B70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23"/>
            <p:cNvSpPr>
              <a:spLocks/>
            </p:cNvSpPr>
            <p:nvPr/>
          </p:nvSpPr>
          <p:spPr bwMode="auto">
            <a:xfrm>
              <a:off x="4486321" y="4714786"/>
              <a:ext cx="280988" cy="268288"/>
            </a:xfrm>
            <a:custGeom>
              <a:avLst/>
              <a:gdLst>
                <a:gd name="T0" fmla="*/ 177 w 177"/>
                <a:gd name="T1" fmla="*/ 0 h 169"/>
                <a:gd name="T2" fmla="*/ 0 w 177"/>
                <a:gd name="T3" fmla="*/ 0 h 169"/>
                <a:gd name="T4" fmla="*/ 177 w 177"/>
                <a:gd name="T5" fmla="*/ 169 h 169"/>
                <a:gd name="T6" fmla="*/ 177 w 177"/>
                <a:gd name="T7" fmla="*/ 0 h 169"/>
              </a:gdLst>
              <a:ahLst/>
              <a:cxnLst>
                <a:cxn ang="0">
                  <a:pos x="T0" y="T1"/>
                </a:cxn>
                <a:cxn ang="0">
                  <a:pos x="T2" y="T3"/>
                </a:cxn>
                <a:cxn ang="0">
                  <a:pos x="T4" y="T5"/>
                </a:cxn>
                <a:cxn ang="0">
                  <a:pos x="T6" y="T7"/>
                </a:cxn>
              </a:cxnLst>
              <a:rect l="0" t="0" r="r" b="b"/>
              <a:pathLst>
                <a:path w="177" h="169">
                  <a:moveTo>
                    <a:pt x="177" y="0"/>
                  </a:moveTo>
                  <a:lnTo>
                    <a:pt x="0" y="0"/>
                  </a:lnTo>
                  <a:lnTo>
                    <a:pt x="177" y="169"/>
                  </a:lnTo>
                  <a:lnTo>
                    <a:pt x="17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4"/>
            <p:cNvSpPr>
              <a:spLocks/>
            </p:cNvSpPr>
            <p:nvPr/>
          </p:nvSpPr>
          <p:spPr bwMode="auto">
            <a:xfrm>
              <a:off x="3941808" y="3897224"/>
              <a:ext cx="830263" cy="384175"/>
            </a:xfrm>
            <a:custGeom>
              <a:avLst/>
              <a:gdLst>
                <a:gd name="T0" fmla="*/ 150 w 221"/>
                <a:gd name="T1" fmla="*/ 102 h 102"/>
                <a:gd name="T2" fmla="*/ 111 w 221"/>
                <a:gd name="T3" fmla="*/ 70 h 102"/>
                <a:gd name="T4" fmla="*/ 0 w 221"/>
                <a:gd name="T5" fmla="*/ 70 h 102"/>
                <a:gd name="T6" fmla="*/ 0 w 221"/>
                <a:gd name="T7" fmla="*/ 0 h 102"/>
                <a:gd name="T8" fmla="*/ 111 w 221"/>
                <a:gd name="T9" fmla="*/ 0 h 102"/>
                <a:gd name="T10" fmla="*/ 221 w 221"/>
                <a:gd name="T11" fmla="*/ 102 h 102"/>
                <a:gd name="T12" fmla="*/ 150 w 221"/>
                <a:gd name="T13" fmla="*/ 102 h 102"/>
              </a:gdLst>
              <a:ahLst/>
              <a:cxnLst>
                <a:cxn ang="0">
                  <a:pos x="T0" y="T1"/>
                </a:cxn>
                <a:cxn ang="0">
                  <a:pos x="T2" y="T3"/>
                </a:cxn>
                <a:cxn ang="0">
                  <a:pos x="T4" y="T5"/>
                </a:cxn>
                <a:cxn ang="0">
                  <a:pos x="T6" y="T7"/>
                </a:cxn>
                <a:cxn ang="0">
                  <a:pos x="T8" y="T9"/>
                </a:cxn>
                <a:cxn ang="0">
                  <a:pos x="T10" y="T11"/>
                </a:cxn>
                <a:cxn ang="0">
                  <a:pos x="T12" y="T13"/>
                </a:cxn>
              </a:cxnLst>
              <a:rect l="0" t="0" r="r" b="b"/>
              <a:pathLst>
                <a:path w="221" h="102">
                  <a:moveTo>
                    <a:pt x="150" y="102"/>
                  </a:moveTo>
                  <a:cubicBezTo>
                    <a:pt x="149" y="84"/>
                    <a:pt x="132" y="70"/>
                    <a:pt x="111" y="70"/>
                  </a:cubicBezTo>
                  <a:cubicBezTo>
                    <a:pt x="0" y="70"/>
                    <a:pt x="0" y="70"/>
                    <a:pt x="0" y="70"/>
                  </a:cubicBezTo>
                  <a:cubicBezTo>
                    <a:pt x="0" y="0"/>
                    <a:pt x="0" y="0"/>
                    <a:pt x="0" y="0"/>
                  </a:cubicBezTo>
                  <a:cubicBezTo>
                    <a:pt x="111" y="0"/>
                    <a:pt x="111" y="0"/>
                    <a:pt x="111" y="0"/>
                  </a:cubicBezTo>
                  <a:cubicBezTo>
                    <a:pt x="171" y="0"/>
                    <a:pt x="220" y="45"/>
                    <a:pt x="221" y="102"/>
                  </a:cubicBezTo>
                  <a:lnTo>
                    <a:pt x="150" y="102"/>
                  </a:lnTo>
                  <a:close/>
                </a:path>
              </a:pathLst>
            </a:custGeom>
            <a:solidFill>
              <a:srgbClr val="7A5C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6" name="Rectangle 26"/>
          <p:cNvSpPr>
            <a:spLocks noChangeArrowheads="1"/>
          </p:cNvSpPr>
          <p:nvPr/>
        </p:nvSpPr>
        <p:spPr bwMode="auto">
          <a:xfrm>
            <a:off x="1038586" y="2714049"/>
            <a:ext cx="315593" cy="1295787"/>
          </a:xfrm>
          <a:prstGeom prst="rect">
            <a:avLst/>
          </a:prstGeom>
          <a:solidFill>
            <a:srgbClr val="70C7D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4" name="组合 3"/>
          <p:cNvGrpSpPr/>
          <p:nvPr/>
        </p:nvGrpSpPr>
        <p:grpSpPr>
          <a:xfrm>
            <a:off x="6680274" y="2701053"/>
            <a:ext cx="948636" cy="1308782"/>
            <a:chOff x="6629446" y="3867061"/>
            <a:chExt cx="811213" cy="1119188"/>
          </a:xfrm>
        </p:grpSpPr>
        <p:sp>
          <p:nvSpPr>
            <p:cNvPr id="32" name="Freeform 32"/>
            <p:cNvSpPr>
              <a:spLocks/>
            </p:cNvSpPr>
            <p:nvPr/>
          </p:nvSpPr>
          <p:spPr bwMode="auto">
            <a:xfrm>
              <a:off x="6629446" y="3867061"/>
              <a:ext cx="811213" cy="700088"/>
            </a:xfrm>
            <a:custGeom>
              <a:avLst/>
              <a:gdLst>
                <a:gd name="T0" fmla="*/ 131 w 216"/>
                <a:gd name="T1" fmla="*/ 186 h 186"/>
                <a:gd name="T2" fmla="*/ 0 w 216"/>
                <a:gd name="T3" fmla="*/ 186 h 186"/>
                <a:gd name="T4" fmla="*/ 0 w 216"/>
                <a:gd name="T5" fmla="*/ 112 h 186"/>
                <a:gd name="T6" fmla="*/ 131 w 216"/>
                <a:gd name="T7" fmla="*/ 112 h 186"/>
                <a:gd name="T8" fmla="*/ 143 w 216"/>
                <a:gd name="T9" fmla="*/ 93 h 186"/>
                <a:gd name="T10" fmla="*/ 131 w 216"/>
                <a:gd name="T11" fmla="*/ 74 h 186"/>
                <a:gd name="T12" fmla="*/ 0 w 216"/>
                <a:gd name="T13" fmla="*/ 74 h 186"/>
                <a:gd name="T14" fmla="*/ 0 w 216"/>
                <a:gd name="T15" fmla="*/ 0 h 186"/>
                <a:gd name="T16" fmla="*/ 131 w 216"/>
                <a:gd name="T17" fmla="*/ 0 h 186"/>
                <a:gd name="T18" fmla="*/ 216 w 216"/>
                <a:gd name="T19" fmla="*/ 93 h 186"/>
                <a:gd name="T20" fmla="*/ 131 w 216"/>
                <a:gd name="T21" fmla="*/ 18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6" h="186">
                  <a:moveTo>
                    <a:pt x="131" y="186"/>
                  </a:moveTo>
                  <a:cubicBezTo>
                    <a:pt x="0" y="186"/>
                    <a:pt x="0" y="186"/>
                    <a:pt x="0" y="186"/>
                  </a:cubicBezTo>
                  <a:cubicBezTo>
                    <a:pt x="0" y="112"/>
                    <a:pt x="0" y="112"/>
                    <a:pt x="0" y="112"/>
                  </a:cubicBezTo>
                  <a:cubicBezTo>
                    <a:pt x="131" y="112"/>
                    <a:pt x="131" y="112"/>
                    <a:pt x="131" y="112"/>
                  </a:cubicBezTo>
                  <a:cubicBezTo>
                    <a:pt x="137" y="112"/>
                    <a:pt x="143" y="104"/>
                    <a:pt x="143" y="93"/>
                  </a:cubicBezTo>
                  <a:cubicBezTo>
                    <a:pt x="143" y="82"/>
                    <a:pt x="137" y="74"/>
                    <a:pt x="131" y="74"/>
                  </a:cubicBezTo>
                  <a:cubicBezTo>
                    <a:pt x="0" y="74"/>
                    <a:pt x="0" y="74"/>
                    <a:pt x="0" y="74"/>
                  </a:cubicBezTo>
                  <a:cubicBezTo>
                    <a:pt x="0" y="0"/>
                    <a:pt x="0" y="0"/>
                    <a:pt x="0" y="0"/>
                  </a:cubicBezTo>
                  <a:cubicBezTo>
                    <a:pt x="131" y="0"/>
                    <a:pt x="131" y="0"/>
                    <a:pt x="131" y="0"/>
                  </a:cubicBezTo>
                  <a:cubicBezTo>
                    <a:pt x="178" y="0"/>
                    <a:pt x="216" y="42"/>
                    <a:pt x="216" y="93"/>
                  </a:cubicBezTo>
                  <a:cubicBezTo>
                    <a:pt x="216" y="144"/>
                    <a:pt x="178" y="186"/>
                    <a:pt x="131" y="186"/>
                  </a:cubicBezTo>
                </a:path>
              </a:pathLst>
            </a:custGeom>
            <a:solidFill>
              <a:srgbClr val="FDD4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33"/>
            <p:cNvSpPr>
              <a:spLocks/>
            </p:cNvSpPr>
            <p:nvPr/>
          </p:nvSpPr>
          <p:spPr bwMode="auto">
            <a:xfrm>
              <a:off x="6629446" y="4289336"/>
              <a:ext cx="811213" cy="696913"/>
            </a:xfrm>
            <a:custGeom>
              <a:avLst/>
              <a:gdLst>
                <a:gd name="T0" fmla="*/ 131 w 216"/>
                <a:gd name="T1" fmla="*/ 185 h 185"/>
                <a:gd name="T2" fmla="*/ 0 w 216"/>
                <a:gd name="T3" fmla="*/ 185 h 185"/>
                <a:gd name="T4" fmla="*/ 0 w 216"/>
                <a:gd name="T5" fmla="*/ 112 h 185"/>
                <a:gd name="T6" fmla="*/ 131 w 216"/>
                <a:gd name="T7" fmla="*/ 112 h 185"/>
                <a:gd name="T8" fmla="*/ 143 w 216"/>
                <a:gd name="T9" fmla="*/ 93 h 185"/>
                <a:gd name="T10" fmla="*/ 131 w 216"/>
                <a:gd name="T11" fmla="*/ 74 h 185"/>
                <a:gd name="T12" fmla="*/ 0 w 216"/>
                <a:gd name="T13" fmla="*/ 74 h 185"/>
                <a:gd name="T14" fmla="*/ 0 w 216"/>
                <a:gd name="T15" fmla="*/ 0 h 185"/>
                <a:gd name="T16" fmla="*/ 131 w 216"/>
                <a:gd name="T17" fmla="*/ 0 h 185"/>
                <a:gd name="T18" fmla="*/ 216 w 216"/>
                <a:gd name="T19" fmla="*/ 93 h 185"/>
                <a:gd name="T20" fmla="*/ 131 w 216"/>
                <a:gd name="T21" fmla="*/ 1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6" h="185">
                  <a:moveTo>
                    <a:pt x="131" y="185"/>
                  </a:moveTo>
                  <a:cubicBezTo>
                    <a:pt x="0" y="185"/>
                    <a:pt x="0" y="185"/>
                    <a:pt x="0" y="185"/>
                  </a:cubicBezTo>
                  <a:cubicBezTo>
                    <a:pt x="0" y="112"/>
                    <a:pt x="0" y="112"/>
                    <a:pt x="0" y="112"/>
                  </a:cubicBezTo>
                  <a:cubicBezTo>
                    <a:pt x="131" y="112"/>
                    <a:pt x="131" y="112"/>
                    <a:pt x="131" y="112"/>
                  </a:cubicBezTo>
                  <a:cubicBezTo>
                    <a:pt x="137" y="112"/>
                    <a:pt x="143" y="104"/>
                    <a:pt x="143" y="93"/>
                  </a:cubicBezTo>
                  <a:cubicBezTo>
                    <a:pt x="143" y="82"/>
                    <a:pt x="137" y="74"/>
                    <a:pt x="131" y="74"/>
                  </a:cubicBezTo>
                  <a:cubicBezTo>
                    <a:pt x="0" y="74"/>
                    <a:pt x="0" y="74"/>
                    <a:pt x="0" y="74"/>
                  </a:cubicBezTo>
                  <a:cubicBezTo>
                    <a:pt x="0" y="0"/>
                    <a:pt x="0" y="0"/>
                    <a:pt x="0" y="0"/>
                  </a:cubicBezTo>
                  <a:cubicBezTo>
                    <a:pt x="131" y="0"/>
                    <a:pt x="131" y="0"/>
                    <a:pt x="131" y="0"/>
                  </a:cubicBezTo>
                  <a:cubicBezTo>
                    <a:pt x="178" y="0"/>
                    <a:pt x="216" y="42"/>
                    <a:pt x="216" y="93"/>
                  </a:cubicBezTo>
                  <a:cubicBezTo>
                    <a:pt x="216" y="144"/>
                    <a:pt x="178" y="185"/>
                    <a:pt x="131" y="185"/>
                  </a:cubicBezTo>
                  <a:close/>
                </a:path>
              </a:pathLst>
            </a:custGeom>
            <a:solidFill>
              <a:srgbClr val="FABD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34"/>
            <p:cNvSpPr>
              <a:spLocks/>
            </p:cNvSpPr>
            <p:nvPr/>
          </p:nvSpPr>
          <p:spPr bwMode="auto">
            <a:xfrm>
              <a:off x="6629446" y="3867061"/>
              <a:ext cx="307975" cy="277813"/>
            </a:xfrm>
            <a:custGeom>
              <a:avLst/>
              <a:gdLst>
                <a:gd name="T0" fmla="*/ 0 w 194"/>
                <a:gd name="T1" fmla="*/ 0 h 175"/>
                <a:gd name="T2" fmla="*/ 0 w 194"/>
                <a:gd name="T3" fmla="*/ 0 h 175"/>
                <a:gd name="T4" fmla="*/ 0 w 194"/>
                <a:gd name="T5" fmla="*/ 175 h 175"/>
                <a:gd name="T6" fmla="*/ 194 w 194"/>
                <a:gd name="T7" fmla="*/ 175 h 175"/>
                <a:gd name="T8" fmla="*/ 0 w 194"/>
                <a:gd name="T9" fmla="*/ 0 h 175"/>
              </a:gdLst>
              <a:ahLst/>
              <a:cxnLst>
                <a:cxn ang="0">
                  <a:pos x="T0" y="T1"/>
                </a:cxn>
                <a:cxn ang="0">
                  <a:pos x="T2" y="T3"/>
                </a:cxn>
                <a:cxn ang="0">
                  <a:pos x="T4" y="T5"/>
                </a:cxn>
                <a:cxn ang="0">
                  <a:pos x="T6" y="T7"/>
                </a:cxn>
                <a:cxn ang="0">
                  <a:pos x="T8" y="T9"/>
                </a:cxn>
              </a:cxnLst>
              <a:rect l="0" t="0" r="r" b="b"/>
              <a:pathLst>
                <a:path w="194" h="175">
                  <a:moveTo>
                    <a:pt x="0" y="0"/>
                  </a:moveTo>
                  <a:lnTo>
                    <a:pt x="0" y="0"/>
                  </a:lnTo>
                  <a:lnTo>
                    <a:pt x="0" y="175"/>
                  </a:lnTo>
                  <a:lnTo>
                    <a:pt x="194" y="175"/>
                  </a:lnTo>
                  <a:lnTo>
                    <a:pt x="0" y="0"/>
                  </a:lnTo>
                  <a:close/>
                </a:path>
              </a:pathLst>
            </a:custGeom>
            <a:solidFill>
              <a:srgbClr val="FAC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35"/>
            <p:cNvSpPr>
              <a:spLocks/>
            </p:cNvSpPr>
            <p:nvPr/>
          </p:nvSpPr>
          <p:spPr bwMode="auto">
            <a:xfrm>
              <a:off x="6629446" y="3867061"/>
              <a:ext cx="307975" cy="277813"/>
            </a:xfrm>
            <a:custGeom>
              <a:avLst/>
              <a:gdLst>
                <a:gd name="T0" fmla="*/ 0 w 194"/>
                <a:gd name="T1" fmla="*/ 0 h 175"/>
                <a:gd name="T2" fmla="*/ 0 w 194"/>
                <a:gd name="T3" fmla="*/ 0 h 175"/>
                <a:gd name="T4" fmla="*/ 0 w 194"/>
                <a:gd name="T5" fmla="*/ 175 h 175"/>
                <a:gd name="T6" fmla="*/ 194 w 194"/>
                <a:gd name="T7" fmla="*/ 175 h 175"/>
                <a:gd name="T8" fmla="*/ 0 w 194"/>
                <a:gd name="T9" fmla="*/ 0 h 175"/>
              </a:gdLst>
              <a:ahLst/>
              <a:cxnLst>
                <a:cxn ang="0">
                  <a:pos x="T0" y="T1"/>
                </a:cxn>
                <a:cxn ang="0">
                  <a:pos x="T2" y="T3"/>
                </a:cxn>
                <a:cxn ang="0">
                  <a:pos x="T4" y="T5"/>
                </a:cxn>
                <a:cxn ang="0">
                  <a:pos x="T6" y="T7"/>
                </a:cxn>
                <a:cxn ang="0">
                  <a:pos x="T8" y="T9"/>
                </a:cxn>
              </a:cxnLst>
              <a:rect l="0" t="0" r="r" b="b"/>
              <a:pathLst>
                <a:path w="194" h="175">
                  <a:moveTo>
                    <a:pt x="0" y="0"/>
                  </a:moveTo>
                  <a:lnTo>
                    <a:pt x="0" y="0"/>
                  </a:lnTo>
                  <a:lnTo>
                    <a:pt x="0" y="175"/>
                  </a:lnTo>
                  <a:lnTo>
                    <a:pt x="194" y="175"/>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 name="文本框 1"/>
          <p:cNvSpPr txBox="1"/>
          <p:nvPr/>
        </p:nvSpPr>
        <p:spPr>
          <a:xfrm>
            <a:off x="929736" y="4200547"/>
            <a:ext cx="4339650" cy="646331"/>
          </a:xfrm>
          <a:prstGeom prst="rect">
            <a:avLst/>
          </a:prstGeom>
          <a:noFill/>
        </p:spPr>
        <p:txBody>
          <a:bodyPr wrap="none" rtlCol="0">
            <a:spAutoFit/>
          </a:bodyPr>
          <a:lstStyle/>
          <a:p>
            <a:pPr algn="just"/>
            <a:r>
              <a:rPr lang="zh-CN" altLang="en-US" sz="3600" b="1" dirty="0">
                <a:solidFill>
                  <a:srgbClr val="7C7C7D"/>
                </a:solidFill>
              </a:rPr>
              <a:t>单击此处，添加标题</a:t>
            </a:r>
          </a:p>
        </p:txBody>
      </p:sp>
      <p:sp>
        <p:nvSpPr>
          <p:cNvPr id="43" name="文本框 42"/>
          <p:cNvSpPr txBox="1"/>
          <p:nvPr/>
        </p:nvSpPr>
        <p:spPr>
          <a:xfrm>
            <a:off x="2180493" y="4752646"/>
            <a:ext cx="3015500" cy="338554"/>
          </a:xfrm>
          <a:prstGeom prst="rect">
            <a:avLst/>
          </a:prstGeom>
          <a:noFill/>
        </p:spPr>
        <p:txBody>
          <a:bodyPr wrap="square" rtlCol="0">
            <a:spAutoFit/>
          </a:bodyPr>
          <a:lstStyle/>
          <a:p>
            <a:pPr algn="ctr"/>
            <a:r>
              <a:rPr lang="zh-CN" altLang="en-US" sz="1600" dirty="0">
                <a:solidFill>
                  <a:srgbClr val="70C7D1"/>
                </a:solidFill>
              </a:rPr>
              <a:t>添加内容添加内容添加内容</a:t>
            </a:r>
          </a:p>
        </p:txBody>
      </p:sp>
      <p:sp>
        <p:nvSpPr>
          <p:cNvPr id="50" name="Freeform 46"/>
          <p:cNvSpPr>
            <a:spLocks noEditPoints="1"/>
          </p:cNvSpPr>
          <p:nvPr/>
        </p:nvSpPr>
        <p:spPr bwMode="auto">
          <a:xfrm>
            <a:off x="4586777" y="2719660"/>
            <a:ext cx="509333" cy="461298"/>
          </a:xfrm>
          <a:custGeom>
            <a:avLst/>
            <a:gdLst>
              <a:gd name="T0" fmla="*/ 237 w 260"/>
              <a:gd name="T1" fmla="*/ 95 h 235"/>
              <a:gd name="T2" fmla="*/ 24 w 260"/>
              <a:gd name="T3" fmla="*/ 95 h 235"/>
              <a:gd name="T4" fmla="*/ 0 w 260"/>
              <a:gd name="T5" fmla="*/ 72 h 235"/>
              <a:gd name="T6" fmla="*/ 260 w 260"/>
              <a:gd name="T7" fmla="*/ 72 h 235"/>
              <a:gd name="T8" fmla="*/ 237 w 260"/>
              <a:gd name="T9" fmla="*/ 95 h 235"/>
              <a:gd name="T10" fmla="*/ 225 w 260"/>
              <a:gd name="T11" fmla="*/ 107 h 235"/>
              <a:gd name="T12" fmla="*/ 201 w 260"/>
              <a:gd name="T13" fmla="*/ 131 h 235"/>
              <a:gd name="T14" fmla="*/ 59 w 260"/>
              <a:gd name="T15" fmla="*/ 131 h 235"/>
              <a:gd name="T16" fmla="*/ 35 w 260"/>
              <a:gd name="T17" fmla="*/ 107 h 235"/>
              <a:gd name="T18" fmla="*/ 225 w 260"/>
              <a:gd name="T19" fmla="*/ 107 h 235"/>
              <a:gd name="T20" fmla="*/ 189 w 260"/>
              <a:gd name="T21" fmla="*/ 143 h 235"/>
              <a:gd name="T22" fmla="*/ 166 w 260"/>
              <a:gd name="T23" fmla="*/ 166 h 235"/>
              <a:gd name="T24" fmla="*/ 95 w 260"/>
              <a:gd name="T25" fmla="*/ 166 h 235"/>
              <a:gd name="T26" fmla="*/ 71 w 260"/>
              <a:gd name="T27" fmla="*/ 143 h 235"/>
              <a:gd name="T28" fmla="*/ 189 w 260"/>
              <a:gd name="T29" fmla="*/ 143 h 235"/>
              <a:gd name="T30" fmla="*/ 130 w 260"/>
              <a:gd name="T31" fmla="*/ 168 h 235"/>
              <a:gd name="T32" fmla="*/ 164 w 260"/>
              <a:gd name="T33" fmla="*/ 202 h 235"/>
              <a:gd name="T34" fmla="*/ 130 w 260"/>
              <a:gd name="T35" fmla="*/ 235 h 235"/>
              <a:gd name="T36" fmla="*/ 97 w 260"/>
              <a:gd name="T37" fmla="*/ 202 h 235"/>
              <a:gd name="T38" fmla="*/ 130 w 260"/>
              <a:gd name="T39" fmla="*/ 168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0" h="235">
                <a:moveTo>
                  <a:pt x="237" y="95"/>
                </a:moveTo>
                <a:cubicBezTo>
                  <a:pt x="178" y="36"/>
                  <a:pt x="82" y="36"/>
                  <a:pt x="24" y="95"/>
                </a:cubicBezTo>
                <a:cubicBezTo>
                  <a:pt x="0" y="72"/>
                  <a:pt x="0" y="72"/>
                  <a:pt x="0" y="72"/>
                </a:cubicBezTo>
                <a:cubicBezTo>
                  <a:pt x="72" y="0"/>
                  <a:pt x="188" y="0"/>
                  <a:pt x="260" y="72"/>
                </a:cubicBezTo>
                <a:lnTo>
                  <a:pt x="237" y="95"/>
                </a:lnTo>
                <a:close/>
                <a:moveTo>
                  <a:pt x="225" y="107"/>
                </a:moveTo>
                <a:cubicBezTo>
                  <a:pt x="201" y="131"/>
                  <a:pt x="201" y="131"/>
                  <a:pt x="201" y="131"/>
                </a:cubicBezTo>
                <a:cubicBezTo>
                  <a:pt x="162" y="91"/>
                  <a:pt x="98" y="91"/>
                  <a:pt x="59" y="131"/>
                </a:cubicBezTo>
                <a:cubicBezTo>
                  <a:pt x="35" y="107"/>
                  <a:pt x="35" y="107"/>
                  <a:pt x="35" y="107"/>
                </a:cubicBezTo>
                <a:cubicBezTo>
                  <a:pt x="88" y="55"/>
                  <a:pt x="173" y="55"/>
                  <a:pt x="225" y="107"/>
                </a:cubicBezTo>
                <a:close/>
                <a:moveTo>
                  <a:pt x="189" y="143"/>
                </a:moveTo>
                <a:cubicBezTo>
                  <a:pt x="166" y="166"/>
                  <a:pt x="166" y="166"/>
                  <a:pt x="166" y="166"/>
                </a:cubicBezTo>
                <a:cubicBezTo>
                  <a:pt x="146" y="147"/>
                  <a:pt x="114" y="147"/>
                  <a:pt x="95" y="166"/>
                </a:cubicBezTo>
                <a:cubicBezTo>
                  <a:pt x="71" y="143"/>
                  <a:pt x="71" y="143"/>
                  <a:pt x="71" y="143"/>
                </a:cubicBezTo>
                <a:cubicBezTo>
                  <a:pt x="104" y="110"/>
                  <a:pt x="157" y="110"/>
                  <a:pt x="189" y="143"/>
                </a:cubicBezTo>
                <a:close/>
                <a:moveTo>
                  <a:pt x="130" y="168"/>
                </a:moveTo>
                <a:cubicBezTo>
                  <a:pt x="149" y="168"/>
                  <a:pt x="164" y="183"/>
                  <a:pt x="164" y="202"/>
                </a:cubicBezTo>
                <a:cubicBezTo>
                  <a:pt x="164" y="220"/>
                  <a:pt x="149" y="235"/>
                  <a:pt x="130" y="235"/>
                </a:cubicBezTo>
                <a:cubicBezTo>
                  <a:pt x="112" y="235"/>
                  <a:pt x="97" y="220"/>
                  <a:pt x="97" y="202"/>
                </a:cubicBezTo>
                <a:cubicBezTo>
                  <a:pt x="97" y="183"/>
                  <a:pt x="112" y="168"/>
                  <a:pt x="130" y="168"/>
                </a:cubicBezTo>
                <a:close/>
              </a:path>
            </a:pathLst>
          </a:custGeom>
          <a:solidFill>
            <a:srgbClr val="7A5CA5"/>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51" name="组合 50"/>
          <p:cNvGrpSpPr/>
          <p:nvPr/>
        </p:nvGrpSpPr>
        <p:grpSpPr>
          <a:xfrm>
            <a:off x="1487527" y="2701053"/>
            <a:ext cx="478582" cy="479905"/>
            <a:chOff x="6028561" y="-1589065"/>
            <a:chExt cx="407345" cy="408471"/>
          </a:xfrm>
        </p:grpSpPr>
        <p:sp>
          <p:nvSpPr>
            <p:cNvPr id="52" name="Freeform 14"/>
            <p:cNvSpPr>
              <a:spLocks/>
            </p:cNvSpPr>
            <p:nvPr/>
          </p:nvSpPr>
          <p:spPr bwMode="auto">
            <a:xfrm>
              <a:off x="6129835" y="-1460785"/>
              <a:ext cx="306071" cy="280191"/>
            </a:xfrm>
            <a:custGeom>
              <a:avLst/>
              <a:gdLst>
                <a:gd name="T0" fmla="*/ 96 w 115"/>
                <a:gd name="T1" fmla="*/ 0 h 105"/>
                <a:gd name="T2" fmla="*/ 86 w 115"/>
                <a:gd name="T3" fmla="*/ 0 h 105"/>
                <a:gd name="T4" fmla="*/ 86 w 115"/>
                <a:gd name="T5" fmla="*/ 10 h 105"/>
                <a:gd name="T6" fmla="*/ 57 w 115"/>
                <a:gd name="T7" fmla="*/ 38 h 105"/>
                <a:gd name="T8" fmla="*/ 14 w 115"/>
                <a:gd name="T9" fmla="*/ 38 h 105"/>
                <a:gd name="T10" fmla="*/ 0 w 115"/>
                <a:gd name="T11" fmla="*/ 52 h 105"/>
                <a:gd name="T12" fmla="*/ 0 w 115"/>
                <a:gd name="T13" fmla="*/ 57 h 105"/>
                <a:gd name="T14" fmla="*/ 19 w 115"/>
                <a:gd name="T15" fmla="*/ 76 h 105"/>
                <a:gd name="T16" fmla="*/ 67 w 115"/>
                <a:gd name="T17" fmla="*/ 76 h 105"/>
                <a:gd name="T18" fmla="*/ 96 w 115"/>
                <a:gd name="T19" fmla="*/ 105 h 105"/>
                <a:gd name="T20" fmla="*/ 96 w 115"/>
                <a:gd name="T21" fmla="*/ 76 h 105"/>
                <a:gd name="T22" fmla="*/ 115 w 115"/>
                <a:gd name="T23" fmla="*/ 57 h 105"/>
                <a:gd name="T24" fmla="*/ 115 w 115"/>
                <a:gd name="T25" fmla="*/ 19 h 105"/>
                <a:gd name="T26" fmla="*/ 96 w 115"/>
                <a:gd name="T27"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5" h="105">
                  <a:moveTo>
                    <a:pt x="96" y="0"/>
                  </a:moveTo>
                  <a:cubicBezTo>
                    <a:pt x="86" y="0"/>
                    <a:pt x="86" y="0"/>
                    <a:pt x="86" y="0"/>
                  </a:cubicBezTo>
                  <a:cubicBezTo>
                    <a:pt x="86" y="10"/>
                    <a:pt x="86" y="10"/>
                    <a:pt x="86" y="10"/>
                  </a:cubicBezTo>
                  <a:cubicBezTo>
                    <a:pt x="86" y="24"/>
                    <a:pt x="72" y="38"/>
                    <a:pt x="57" y="38"/>
                  </a:cubicBezTo>
                  <a:cubicBezTo>
                    <a:pt x="14" y="38"/>
                    <a:pt x="14" y="38"/>
                    <a:pt x="14" y="38"/>
                  </a:cubicBezTo>
                  <a:cubicBezTo>
                    <a:pt x="0" y="52"/>
                    <a:pt x="0" y="52"/>
                    <a:pt x="0" y="52"/>
                  </a:cubicBezTo>
                  <a:cubicBezTo>
                    <a:pt x="0" y="57"/>
                    <a:pt x="0" y="57"/>
                    <a:pt x="0" y="57"/>
                  </a:cubicBezTo>
                  <a:cubicBezTo>
                    <a:pt x="0" y="67"/>
                    <a:pt x="10" y="76"/>
                    <a:pt x="19" y="76"/>
                  </a:cubicBezTo>
                  <a:cubicBezTo>
                    <a:pt x="67" y="76"/>
                    <a:pt x="67" y="76"/>
                    <a:pt x="67" y="76"/>
                  </a:cubicBezTo>
                  <a:cubicBezTo>
                    <a:pt x="96" y="105"/>
                    <a:pt x="96" y="105"/>
                    <a:pt x="96" y="105"/>
                  </a:cubicBezTo>
                  <a:cubicBezTo>
                    <a:pt x="96" y="76"/>
                    <a:pt x="96" y="76"/>
                    <a:pt x="96" y="76"/>
                  </a:cubicBezTo>
                  <a:cubicBezTo>
                    <a:pt x="105" y="76"/>
                    <a:pt x="115" y="67"/>
                    <a:pt x="115" y="57"/>
                  </a:cubicBezTo>
                  <a:cubicBezTo>
                    <a:pt x="115" y="19"/>
                    <a:pt x="115" y="19"/>
                    <a:pt x="115" y="19"/>
                  </a:cubicBezTo>
                  <a:cubicBezTo>
                    <a:pt x="115" y="10"/>
                    <a:pt x="105" y="0"/>
                    <a:pt x="96" y="0"/>
                  </a:cubicBez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15"/>
            <p:cNvSpPr>
              <a:spLocks/>
            </p:cNvSpPr>
            <p:nvPr/>
          </p:nvSpPr>
          <p:spPr bwMode="auto">
            <a:xfrm>
              <a:off x="6028561" y="-1589065"/>
              <a:ext cx="303820" cy="280191"/>
            </a:xfrm>
            <a:custGeom>
              <a:avLst/>
              <a:gdLst>
                <a:gd name="T0" fmla="*/ 48 w 114"/>
                <a:gd name="T1" fmla="*/ 77 h 105"/>
                <a:gd name="T2" fmla="*/ 95 w 114"/>
                <a:gd name="T3" fmla="*/ 77 h 105"/>
                <a:gd name="T4" fmla="*/ 114 w 114"/>
                <a:gd name="T5" fmla="*/ 58 h 105"/>
                <a:gd name="T6" fmla="*/ 114 w 114"/>
                <a:gd name="T7" fmla="*/ 20 h 105"/>
                <a:gd name="T8" fmla="*/ 95 w 114"/>
                <a:gd name="T9" fmla="*/ 0 h 105"/>
                <a:gd name="T10" fmla="*/ 19 w 114"/>
                <a:gd name="T11" fmla="*/ 0 h 105"/>
                <a:gd name="T12" fmla="*/ 0 w 114"/>
                <a:gd name="T13" fmla="*/ 20 h 105"/>
                <a:gd name="T14" fmla="*/ 0 w 114"/>
                <a:gd name="T15" fmla="*/ 58 h 105"/>
                <a:gd name="T16" fmla="*/ 19 w 114"/>
                <a:gd name="T17" fmla="*/ 77 h 105"/>
                <a:gd name="T18" fmla="*/ 19 w 114"/>
                <a:gd name="T19" fmla="*/ 105 h 105"/>
                <a:gd name="T20" fmla="*/ 48 w 114"/>
                <a:gd name="T21" fmla="*/ 7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4" h="105">
                  <a:moveTo>
                    <a:pt x="48" y="77"/>
                  </a:moveTo>
                  <a:cubicBezTo>
                    <a:pt x="95" y="77"/>
                    <a:pt x="95" y="77"/>
                    <a:pt x="95" y="77"/>
                  </a:cubicBezTo>
                  <a:cubicBezTo>
                    <a:pt x="105" y="77"/>
                    <a:pt x="114" y="67"/>
                    <a:pt x="114" y="58"/>
                  </a:cubicBezTo>
                  <a:cubicBezTo>
                    <a:pt x="114" y="20"/>
                    <a:pt x="114" y="20"/>
                    <a:pt x="114" y="20"/>
                  </a:cubicBezTo>
                  <a:cubicBezTo>
                    <a:pt x="114" y="10"/>
                    <a:pt x="105" y="0"/>
                    <a:pt x="95" y="0"/>
                  </a:cubicBezTo>
                  <a:cubicBezTo>
                    <a:pt x="19" y="0"/>
                    <a:pt x="19" y="0"/>
                    <a:pt x="19" y="0"/>
                  </a:cubicBezTo>
                  <a:cubicBezTo>
                    <a:pt x="10" y="0"/>
                    <a:pt x="0" y="10"/>
                    <a:pt x="0" y="20"/>
                  </a:cubicBezTo>
                  <a:cubicBezTo>
                    <a:pt x="0" y="58"/>
                    <a:pt x="0" y="58"/>
                    <a:pt x="0" y="58"/>
                  </a:cubicBezTo>
                  <a:cubicBezTo>
                    <a:pt x="0" y="67"/>
                    <a:pt x="10" y="77"/>
                    <a:pt x="19" y="77"/>
                  </a:cubicBezTo>
                  <a:cubicBezTo>
                    <a:pt x="19" y="105"/>
                    <a:pt x="19" y="105"/>
                    <a:pt x="19" y="105"/>
                  </a:cubicBezTo>
                  <a:lnTo>
                    <a:pt x="48" y="77"/>
                  </a:ln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54" name="Freeform 36"/>
          <p:cNvSpPr>
            <a:spLocks noEditPoints="1"/>
          </p:cNvSpPr>
          <p:nvPr/>
        </p:nvSpPr>
        <p:spPr bwMode="auto">
          <a:xfrm>
            <a:off x="7707435" y="2678255"/>
            <a:ext cx="431439" cy="432140"/>
          </a:xfrm>
          <a:custGeom>
            <a:avLst/>
            <a:gdLst>
              <a:gd name="T0" fmla="*/ 220 w 260"/>
              <a:gd name="T1" fmla="*/ 0 h 260"/>
              <a:gd name="T2" fmla="*/ 41 w 260"/>
              <a:gd name="T3" fmla="*/ 0 h 260"/>
              <a:gd name="T4" fmla="*/ 0 w 260"/>
              <a:gd name="T5" fmla="*/ 41 h 260"/>
              <a:gd name="T6" fmla="*/ 0 w 260"/>
              <a:gd name="T7" fmla="*/ 219 h 260"/>
              <a:gd name="T8" fmla="*/ 41 w 260"/>
              <a:gd name="T9" fmla="*/ 260 h 260"/>
              <a:gd name="T10" fmla="*/ 220 w 260"/>
              <a:gd name="T11" fmla="*/ 260 h 260"/>
              <a:gd name="T12" fmla="*/ 260 w 260"/>
              <a:gd name="T13" fmla="*/ 219 h 260"/>
              <a:gd name="T14" fmla="*/ 260 w 260"/>
              <a:gd name="T15" fmla="*/ 41 h 260"/>
              <a:gd name="T16" fmla="*/ 220 w 260"/>
              <a:gd name="T17" fmla="*/ 0 h 260"/>
              <a:gd name="T18" fmla="*/ 66 w 260"/>
              <a:gd name="T19" fmla="*/ 219 h 260"/>
              <a:gd name="T20" fmla="*/ 34 w 260"/>
              <a:gd name="T21" fmla="*/ 188 h 260"/>
              <a:gd name="T22" fmla="*/ 66 w 260"/>
              <a:gd name="T23" fmla="*/ 156 h 260"/>
              <a:gd name="T24" fmla="*/ 97 w 260"/>
              <a:gd name="T25" fmla="*/ 188 h 260"/>
              <a:gd name="T26" fmla="*/ 66 w 260"/>
              <a:gd name="T27" fmla="*/ 219 h 260"/>
              <a:gd name="T28" fmla="*/ 168 w 260"/>
              <a:gd name="T29" fmla="*/ 218 h 260"/>
              <a:gd name="T30" fmla="*/ 167 w 260"/>
              <a:gd name="T31" fmla="*/ 230 h 260"/>
              <a:gd name="T32" fmla="*/ 130 w 260"/>
              <a:gd name="T33" fmla="*/ 229 h 260"/>
              <a:gd name="T34" fmla="*/ 130 w 260"/>
              <a:gd name="T35" fmla="*/ 217 h 260"/>
              <a:gd name="T36" fmla="*/ 114 w 260"/>
              <a:gd name="T37" fmla="*/ 144 h 260"/>
              <a:gd name="T38" fmla="*/ 35 w 260"/>
              <a:gd name="T39" fmla="*/ 124 h 260"/>
              <a:gd name="T40" fmla="*/ 20 w 260"/>
              <a:gd name="T41" fmla="*/ 124 h 260"/>
              <a:gd name="T42" fmla="*/ 20 w 260"/>
              <a:gd name="T43" fmla="*/ 87 h 260"/>
              <a:gd name="T44" fmla="*/ 35 w 260"/>
              <a:gd name="T45" fmla="*/ 87 h 260"/>
              <a:gd name="T46" fmla="*/ 52 w 260"/>
              <a:gd name="T47" fmla="*/ 87 h 260"/>
              <a:gd name="T48" fmla="*/ 141 w 260"/>
              <a:gd name="T49" fmla="*/ 117 h 260"/>
              <a:gd name="T50" fmla="*/ 168 w 260"/>
              <a:gd name="T51" fmla="*/ 218 h 260"/>
              <a:gd name="T52" fmla="*/ 224 w 260"/>
              <a:gd name="T53" fmla="*/ 209 h 260"/>
              <a:gd name="T54" fmla="*/ 224 w 260"/>
              <a:gd name="T55" fmla="*/ 220 h 260"/>
              <a:gd name="T56" fmla="*/ 185 w 260"/>
              <a:gd name="T57" fmla="*/ 218 h 260"/>
              <a:gd name="T58" fmla="*/ 186 w 260"/>
              <a:gd name="T59" fmla="*/ 208 h 260"/>
              <a:gd name="T60" fmla="*/ 162 w 260"/>
              <a:gd name="T61" fmla="*/ 101 h 260"/>
              <a:gd name="T62" fmla="*/ 47 w 260"/>
              <a:gd name="T63" fmla="*/ 72 h 260"/>
              <a:gd name="T64" fmla="*/ 33 w 260"/>
              <a:gd name="T65" fmla="*/ 72 h 260"/>
              <a:gd name="T66" fmla="*/ 33 w 260"/>
              <a:gd name="T67" fmla="*/ 34 h 260"/>
              <a:gd name="T68" fmla="*/ 47 w 260"/>
              <a:gd name="T69" fmla="*/ 34 h 260"/>
              <a:gd name="T70" fmla="*/ 70 w 260"/>
              <a:gd name="T71" fmla="*/ 34 h 260"/>
              <a:gd name="T72" fmla="*/ 189 w 260"/>
              <a:gd name="T73" fmla="*/ 74 h 260"/>
              <a:gd name="T74" fmla="*/ 224 w 260"/>
              <a:gd name="T75" fmla="*/ 209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60" h="260">
                <a:moveTo>
                  <a:pt x="220" y="0"/>
                </a:moveTo>
                <a:cubicBezTo>
                  <a:pt x="41" y="0"/>
                  <a:pt x="41" y="0"/>
                  <a:pt x="41" y="0"/>
                </a:cubicBezTo>
                <a:cubicBezTo>
                  <a:pt x="18" y="0"/>
                  <a:pt x="0" y="18"/>
                  <a:pt x="0" y="41"/>
                </a:cubicBezTo>
                <a:cubicBezTo>
                  <a:pt x="0" y="219"/>
                  <a:pt x="0" y="219"/>
                  <a:pt x="0" y="219"/>
                </a:cubicBezTo>
                <a:cubicBezTo>
                  <a:pt x="0" y="242"/>
                  <a:pt x="18" y="260"/>
                  <a:pt x="41" y="260"/>
                </a:cubicBezTo>
                <a:cubicBezTo>
                  <a:pt x="220" y="260"/>
                  <a:pt x="220" y="260"/>
                  <a:pt x="220" y="260"/>
                </a:cubicBezTo>
                <a:cubicBezTo>
                  <a:pt x="242" y="260"/>
                  <a:pt x="260" y="242"/>
                  <a:pt x="260" y="219"/>
                </a:cubicBezTo>
                <a:cubicBezTo>
                  <a:pt x="260" y="41"/>
                  <a:pt x="260" y="41"/>
                  <a:pt x="260" y="41"/>
                </a:cubicBezTo>
                <a:cubicBezTo>
                  <a:pt x="260" y="18"/>
                  <a:pt x="242" y="0"/>
                  <a:pt x="220" y="0"/>
                </a:cubicBezTo>
                <a:close/>
                <a:moveTo>
                  <a:pt x="66" y="219"/>
                </a:moveTo>
                <a:cubicBezTo>
                  <a:pt x="48" y="219"/>
                  <a:pt x="34" y="205"/>
                  <a:pt x="34" y="188"/>
                </a:cubicBezTo>
                <a:cubicBezTo>
                  <a:pt x="34" y="170"/>
                  <a:pt x="48" y="156"/>
                  <a:pt x="66" y="156"/>
                </a:cubicBezTo>
                <a:cubicBezTo>
                  <a:pt x="83" y="156"/>
                  <a:pt x="97" y="170"/>
                  <a:pt x="97" y="188"/>
                </a:cubicBezTo>
                <a:cubicBezTo>
                  <a:pt x="97" y="205"/>
                  <a:pt x="83" y="219"/>
                  <a:pt x="66" y="219"/>
                </a:cubicBezTo>
                <a:close/>
                <a:moveTo>
                  <a:pt x="168" y="218"/>
                </a:moveTo>
                <a:cubicBezTo>
                  <a:pt x="167" y="230"/>
                  <a:pt x="167" y="230"/>
                  <a:pt x="167" y="230"/>
                </a:cubicBezTo>
                <a:cubicBezTo>
                  <a:pt x="130" y="229"/>
                  <a:pt x="130" y="229"/>
                  <a:pt x="130" y="229"/>
                </a:cubicBezTo>
                <a:cubicBezTo>
                  <a:pt x="130" y="217"/>
                  <a:pt x="130" y="217"/>
                  <a:pt x="130" y="217"/>
                </a:cubicBezTo>
                <a:cubicBezTo>
                  <a:pt x="131" y="178"/>
                  <a:pt x="127" y="156"/>
                  <a:pt x="114" y="144"/>
                </a:cubicBezTo>
                <a:cubicBezTo>
                  <a:pt x="101" y="130"/>
                  <a:pt x="77" y="124"/>
                  <a:pt x="35" y="124"/>
                </a:cubicBezTo>
                <a:cubicBezTo>
                  <a:pt x="20" y="124"/>
                  <a:pt x="20" y="124"/>
                  <a:pt x="20" y="124"/>
                </a:cubicBezTo>
                <a:cubicBezTo>
                  <a:pt x="20" y="87"/>
                  <a:pt x="20" y="87"/>
                  <a:pt x="20" y="87"/>
                </a:cubicBezTo>
                <a:cubicBezTo>
                  <a:pt x="35" y="87"/>
                  <a:pt x="35" y="87"/>
                  <a:pt x="35" y="87"/>
                </a:cubicBezTo>
                <a:cubicBezTo>
                  <a:pt x="41" y="87"/>
                  <a:pt x="47" y="87"/>
                  <a:pt x="52" y="87"/>
                </a:cubicBezTo>
                <a:cubicBezTo>
                  <a:pt x="95" y="89"/>
                  <a:pt x="123" y="99"/>
                  <a:pt x="141" y="117"/>
                </a:cubicBezTo>
                <a:cubicBezTo>
                  <a:pt x="161" y="138"/>
                  <a:pt x="169" y="168"/>
                  <a:pt x="168" y="218"/>
                </a:cubicBezTo>
                <a:close/>
                <a:moveTo>
                  <a:pt x="224" y="209"/>
                </a:moveTo>
                <a:cubicBezTo>
                  <a:pt x="224" y="220"/>
                  <a:pt x="224" y="220"/>
                  <a:pt x="224" y="220"/>
                </a:cubicBezTo>
                <a:cubicBezTo>
                  <a:pt x="185" y="218"/>
                  <a:pt x="185" y="218"/>
                  <a:pt x="185" y="218"/>
                </a:cubicBezTo>
                <a:cubicBezTo>
                  <a:pt x="186" y="208"/>
                  <a:pt x="186" y="208"/>
                  <a:pt x="186" y="208"/>
                </a:cubicBezTo>
                <a:cubicBezTo>
                  <a:pt x="187" y="152"/>
                  <a:pt x="180" y="120"/>
                  <a:pt x="162" y="101"/>
                </a:cubicBezTo>
                <a:cubicBezTo>
                  <a:pt x="142" y="81"/>
                  <a:pt x="106" y="72"/>
                  <a:pt x="47" y="72"/>
                </a:cubicBezTo>
                <a:cubicBezTo>
                  <a:pt x="33" y="72"/>
                  <a:pt x="33" y="72"/>
                  <a:pt x="33" y="72"/>
                </a:cubicBezTo>
                <a:cubicBezTo>
                  <a:pt x="33" y="34"/>
                  <a:pt x="33" y="34"/>
                  <a:pt x="33" y="34"/>
                </a:cubicBezTo>
                <a:cubicBezTo>
                  <a:pt x="47" y="34"/>
                  <a:pt x="47" y="34"/>
                  <a:pt x="47" y="34"/>
                </a:cubicBezTo>
                <a:cubicBezTo>
                  <a:pt x="55" y="34"/>
                  <a:pt x="63" y="34"/>
                  <a:pt x="70" y="34"/>
                </a:cubicBezTo>
                <a:cubicBezTo>
                  <a:pt x="127" y="37"/>
                  <a:pt x="165" y="50"/>
                  <a:pt x="189" y="74"/>
                </a:cubicBezTo>
                <a:cubicBezTo>
                  <a:pt x="216" y="102"/>
                  <a:pt x="226" y="142"/>
                  <a:pt x="224" y="209"/>
                </a:cubicBezTo>
                <a:close/>
              </a:path>
            </a:pathLst>
          </a:custGeom>
          <a:solidFill>
            <a:srgbClr val="FABD02"/>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5" name="文本框 54"/>
          <p:cNvSpPr txBox="1"/>
          <p:nvPr/>
        </p:nvSpPr>
        <p:spPr>
          <a:xfrm>
            <a:off x="1335878" y="3341374"/>
            <a:ext cx="2856518" cy="720197"/>
          </a:xfrm>
          <a:prstGeom prst="rect">
            <a:avLst/>
          </a:prstGeom>
          <a:noFill/>
        </p:spPr>
        <p:txBody>
          <a:bodyPr wrap="square" rtlCol="0">
            <a:spAutoFit/>
          </a:bodyPr>
          <a:lstStyle/>
          <a:p>
            <a:pPr>
              <a:lnSpc>
                <a:spcPct val="120000"/>
              </a:lnSpc>
            </a:pPr>
            <a:r>
              <a:rPr lang="zh-CN" altLang="en-US" sz="2000" b="1" dirty="0">
                <a:solidFill>
                  <a:srgbClr val="5EC6D3"/>
                </a:solidFill>
              </a:rPr>
              <a:t>添加标题</a:t>
            </a:r>
            <a:endParaRPr lang="en-US" altLang="zh-CN" sz="2000" b="1" dirty="0">
              <a:solidFill>
                <a:srgbClr val="5EC6D3"/>
              </a:solidFill>
            </a:endParaRPr>
          </a:p>
          <a:p>
            <a:pPr>
              <a:lnSpc>
                <a:spcPct val="120000"/>
              </a:lnSpc>
            </a:pPr>
            <a:r>
              <a:rPr lang="zh-CN" altLang="en-US" sz="1400" dirty="0">
                <a:solidFill>
                  <a:schemeClr val="tx1">
                    <a:lumMod val="65000"/>
                    <a:lumOff val="35000"/>
                  </a:schemeClr>
                </a:solidFill>
              </a:rPr>
              <a:t>添加内容添加内容</a:t>
            </a:r>
          </a:p>
        </p:txBody>
      </p:sp>
      <p:sp>
        <p:nvSpPr>
          <p:cNvPr id="56" name="文本框 55"/>
          <p:cNvSpPr txBox="1"/>
          <p:nvPr/>
        </p:nvSpPr>
        <p:spPr>
          <a:xfrm>
            <a:off x="4468635" y="3341374"/>
            <a:ext cx="2856518" cy="720197"/>
          </a:xfrm>
          <a:prstGeom prst="rect">
            <a:avLst/>
          </a:prstGeom>
          <a:noFill/>
        </p:spPr>
        <p:txBody>
          <a:bodyPr wrap="square" rtlCol="0">
            <a:spAutoFit/>
          </a:bodyPr>
          <a:lstStyle/>
          <a:p>
            <a:pPr>
              <a:lnSpc>
                <a:spcPct val="120000"/>
              </a:lnSpc>
            </a:pPr>
            <a:r>
              <a:rPr lang="zh-CN" altLang="en-US" sz="2000" b="1" dirty="0">
                <a:solidFill>
                  <a:srgbClr val="7A5CA5"/>
                </a:solidFill>
              </a:rPr>
              <a:t>添加标题</a:t>
            </a:r>
            <a:endParaRPr lang="en-US" altLang="zh-CN" sz="2000" b="1" dirty="0">
              <a:solidFill>
                <a:srgbClr val="7A5CA5"/>
              </a:solidFill>
            </a:endParaRPr>
          </a:p>
          <a:p>
            <a:pPr>
              <a:lnSpc>
                <a:spcPct val="120000"/>
              </a:lnSpc>
            </a:pPr>
            <a:r>
              <a:rPr lang="zh-CN" altLang="en-US" sz="1400" dirty="0">
                <a:solidFill>
                  <a:schemeClr val="tx1">
                    <a:lumMod val="65000"/>
                    <a:lumOff val="35000"/>
                  </a:schemeClr>
                </a:solidFill>
              </a:rPr>
              <a:t>添加内容添加内容</a:t>
            </a:r>
          </a:p>
        </p:txBody>
      </p:sp>
      <p:sp>
        <p:nvSpPr>
          <p:cNvPr id="57" name="文本框 56"/>
          <p:cNvSpPr txBox="1"/>
          <p:nvPr/>
        </p:nvSpPr>
        <p:spPr>
          <a:xfrm>
            <a:off x="7601393" y="3341374"/>
            <a:ext cx="2856518" cy="720197"/>
          </a:xfrm>
          <a:prstGeom prst="rect">
            <a:avLst/>
          </a:prstGeom>
          <a:noFill/>
        </p:spPr>
        <p:txBody>
          <a:bodyPr wrap="square" rtlCol="0">
            <a:spAutoFit/>
          </a:bodyPr>
          <a:lstStyle/>
          <a:p>
            <a:pPr>
              <a:lnSpc>
                <a:spcPct val="120000"/>
              </a:lnSpc>
            </a:pPr>
            <a:r>
              <a:rPr lang="zh-CN" altLang="en-US" sz="2000" b="1" dirty="0">
                <a:solidFill>
                  <a:srgbClr val="FABD02"/>
                </a:solidFill>
              </a:rPr>
              <a:t>添加标题</a:t>
            </a:r>
            <a:endParaRPr lang="en-US" altLang="zh-CN" sz="2000" b="1" dirty="0">
              <a:solidFill>
                <a:srgbClr val="FABD02"/>
              </a:solidFill>
            </a:endParaRPr>
          </a:p>
          <a:p>
            <a:pPr>
              <a:lnSpc>
                <a:spcPct val="120000"/>
              </a:lnSpc>
            </a:pPr>
            <a:r>
              <a:rPr lang="zh-CN" altLang="en-US" sz="1400" dirty="0">
                <a:solidFill>
                  <a:schemeClr val="tx1">
                    <a:lumMod val="65000"/>
                    <a:lumOff val="35000"/>
                  </a:schemeClr>
                </a:solidFill>
              </a:rPr>
              <a:t>添加内容添加内容</a:t>
            </a:r>
          </a:p>
        </p:txBody>
      </p:sp>
      <p:sp>
        <p:nvSpPr>
          <p:cNvPr id="58" name="文本框 57"/>
          <p:cNvSpPr txBox="1"/>
          <p:nvPr/>
        </p:nvSpPr>
        <p:spPr>
          <a:xfrm>
            <a:off x="4139317" y="1058393"/>
            <a:ext cx="3913366"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59" name="Rectangle 58"/>
          <p:cNvSpPr/>
          <p:nvPr/>
        </p:nvSpPr>
        <p:spPr>
          <a:xfrm>
            <a:off x="3614043" y="1478661"/>
            <a:ext cx="4963915"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单击此处添加副标题</a:t>
            </a:r>
          </a:p>
        </p:txBody>
      </p:sp>
      <p:sp>
        <p:nvSpPr>
          <p:cNvPr id="60" name="矩形 59"/>
          <p:cNvSpPr/>
          <p:nvPr/>
        </p:nvSpPr>
        <p:spPr>
          <a:xfrm>
            <a:off x="1120462" y="5552526"/>
            <a:ext cx="9982915" cy="412421"/>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添加内容添加内容添加内容添加内容添加内容添加内容添加内容添加内容添加内容添加内容添加内容</a:t>
            </a:r>
          </a:p>
        </p:txBody>
      </p:sp>
      <p:cxnSp>
        <p:nvCxnSpPr>
          <p:cNvPr id="62" name="直接连接符 61"/>
          <p:cNvCxnSpPr/>
          <p:nvPr/>
        </p:nvCxnSpPr>
        <p:spPr>
          <a:xfrm>
            <a:off x="709448" y="5407572"/>
            <a:ext cx="10989612" cy="0"/>
          </a:xfrm>
          <a:prstGeom prst="line">
            <a:avLst/>
          </a:prstGeom>
          <a:ln w="28575">
            <a:solidFill>
              <a:srgbClr val="5EC6D3"/>
            </a:solidFill>
            <a:prstDash val="dash"/>
          </a:ln>
        </p:spPr>
        <p:style>
          <a:lnRef idx="1">
            <a:schemeClr val="accent1"/>
          </a:lnRef>
          <a:fillRef idx="0">
            <a:schemeClr val="accent1"/>
          </a:fillRef>
          <a:effectRef idx="0">
            <a:schemeClr val="accent1"/>
          </a:effectRef>
          <a:fontRef idx="minor">
            <a:schemeClr val="tx1"/>
          </a:fontRef>
        </p:style>
      </p:cxnSp>
      <p:sp>
        <p:nvSpPr>
          <p:cNvPr id="63"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三项并列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636969878"/>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组合 4"/>
          <p:cNvGrpSpPr/>
          <p:nvPr/>
        </p:nvGrpSpPr>
        <p:grpSpPr>
          <a:xfrm>
            <a:off x="2367190" y="2156987"/>
            <a:ext cx="4273551" cy="1741487"/>
            <a:chOff x="585788" y="1616075"/>
            <a:chExt cx="4273551" cy="1741487"/>
          </a:xfrm>
        </p:grpSpPr>
        <p:sp>
          <p:nvSpPr>
            <p:cNvPr id="176" name="Freeform 169"/>
            <p:cNvSpPr>
              <a:spLocks/>
            </p:cNvSpPr>
            <p:nvPr/>
          </p:nvSpPr>
          <p:spPr bwMode="auto">
            <a:xfrm>
              <a:off x="3867151" y="1616075"/>
              <a:ext cx="992188" cy="1741487"/>
            </a:xfrm>
            <a:custGeom>
              <a:avLst/>
              <a:gdLst>
                <a:gd name="T0" fmla="*/ 0 w 625"/>
                <a:gd name="T1" fmla="*/ 0 h 1097"/>
                <a:gd name="T2" fmla="*/ 625 w 625"/>
                <a:gd name="T3" fmla="*/ 547 h 1097"/>
                <a:gd name="T4" fmla="*/ 0 w 625"/>
                <a:gd name="T5" fmla="*/ 1097 h 1097"/>
                <a:gd name="T6" fmla="*/ 0 w 625"/>
                <a:gd name="T7" fmla="*/ 0 h 1097"/>
              </a:gdLst>
              <a:ahLst/>
              <a:cxnLst>
                <a:cxn ang="0">
                  <a:pos x="T0" y="T1"/>
                </a:cxn>
                <a:cxn ang="0">
                  <a:pos x="T2" y="T3"/>
                </a:cxn>
                <a:cxn ang="0">
                  <a:pos x="T4" y="T5"/>
                </a:cxn>
                <a:cxn ang="0">
                  <a:pos x="T6" y="T7"/>
                </a:cxn>
              </a:cxnLst>
              <a:rect l="0" t="0" r="r" b="b"/>
              <a:pathLst>
                <a:path w="625" h="1097">
                  <a:moveTo>
                    <a:pt x="0" y="0"/>
                  </a:moveTo>
                  <a:lnTo>
                    <a:pt x="625" y="547"/>
                  </a:lnTo>
                  <a:lnTo>
                    <a:pt x="0" y="1097"/>
                  </a:lnTo>
                  <a:lnTo>
                    <a:pt x="0" y="0"/>
                  </a:ln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Rectangle 170"/>
            <p:cNvSpPr>
              <a:spLocks noChangeArrowheads="1"/>
            </p:cNvSpPr>
            <p:nvPr/>
          </p:nvSpPr>
          <p:spPr bwMode="auto">
            <a:xfrm>
              <a:off x="585788" y="1846263"/>
              <a:ext cx="3371850" cy="1281112"/>
            </a:xfrm>
            <a:prstGeom prst="rect">
              <a:avLst/>
            </a:pr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 name="组合 2"/>
          <p:cNvGrpSpPr/>
          <p:nvPr/>
        </p:nvGrpSpPr>
        <p:grpSpPr>
          <a:xfrm>
            <a:off x="4578578" y="1276340"/>
            <a:ext cx="796925" cy="1108075"/>
            <a:chOff x="2797176" y="801688"/>
            <a:chExt cx="796925" cy="1108075"/>
          </a:xfrm>
        </p:grpSpPr>
        <p:sp>
          <p:nvSpPr>
            <p:cNvPr id="178" name="Freeform 171"/>
            <p:cNvSpPr>
              <a:spLocks noEditPoints="1"/>
            </p:cNvSpPr>
            <p:nvPr/>
          </p:nvSpPr>
          <p:spPr bwMode="auto">
            <a:xfrm>
              <a:off x="3055938" y="801688"/>
              <a:ext cx="538163" cy="1108075"/>
            </a:xfrm>
            <a:custGeom>
              <a:avLst/>
              <a:gdLst>
                <a:gd name="T0" fmla="*/ 115 w 143"/>
                <a:gd name="T1" fmla="*/ 274 h 295"/>
                <a:gd name="T2" fmla="*/ 74 w 143"/>
                <a:gd name="T3" fmla="*/ 113 h 295"/>
                <a:gd name="T4" fmla="*/ 84 w 143"/>
                <a:gd name="T5" fmla="*/ 125 h 295"/>
                <a:gd name="T6" fmla="*/ 85 w 143"/>
                <a:gd name="T7" fmla="*/ 125 h 295"/>
                <a:gd name="T8" fmla="*/ 87 w 143"/>
                <a:gd name="T9" fmla="*/ 125 h 295"/>
                <a:gd name="T10" fmla="*/ 89 w 143"/>
                <a:gd name="T11" fmla="*/ 125 h 295"/>
                <a:gd name="T12" fmla="*/ 92 w 143"/>
                <a:gd name="T13" fmla="*/ 125 h 295"/>
                <a:gd name="T14" fmla="*/ 101 w 143"/>
                <a:gd name="T15" fmla="*/ 139 h 295"/>
                <a:gd name="T16" fmla="*/ 107 w 143"/>
                <a:gd name="T17" fmla="*/ 138 h 295"/>
                <a:gd name="T18" fmla="*/ 111 w 143"/>
                <a:gd name="T19" fmla="*/ 145 h 295"/>
                <a:gd name="T20" fmla="*/ 99 w 143"/>
                <a:gd name="T21" fmla="*/ 122 h 295"/>
                <a:gd name="T22" fmla="*/ 100 w 143"/>
                <a:gd name="T23" fmla="*/ 121 h 295"/>
                <a:gd name="T24" fmla="*/ 61 w 143"/>
                <a:gd name="T25" fmla="*/ 47 h 295"/>
                <a:gd name="T26" fmla="*/ 62 w 143"/>
                <a:gd name="T27" fmla="*/ 36 h 295"/>
                <a:gd name="T28" fmla="*/ 67 w 143"/>
                <a:gd name="T29" fmla="*/ 22 h 295"/>
                <a:gd name="T30" fmla="*/ 68 w 143"/>
                <a:gd name="T31" fmla="*/ 12 h 295"/>
                <a:gd name="T32" fmla="*/ 68 w 143"/>
                <a:gd name="T33" fmla="*/ 9 h 295"/>
                <a:gd name="T34" fmla="*/ 67 w 143"/>
                <a:gd name="T35" fmla="*/ 8 h 295"/>
                <a:gd name="T36" fmla="*/ 66 w 143"/>
                <a:gd name="T37" fmla="*/ 6 h 295"/>
                <a:gd name="T38" fmla="*/ 64 w 143"/>
                <a:gd name="T39" fmla="*/ 5 h 295"/>
                <a:gd name="T40" fmla="*/ 62 w 143"/>
                <a:gd name="T41" fmla="*/ 5 h 295"/>
                <a:gd name="T42" fmla="*/ 42 w 143"/>
                <a:gd name="T43" fmla="*/ 7 h 295"/>
                <a:gd name="T44" fmla="*/ 40 w 143"/>
                <a:gd name="T45" fmla="*/ 8 h 295"/>
                <a:gd name="T46" fmla="*/ 39 w 143"/>
                <a:gd name="T47" fmla="*/ 11 h 295"/>
                <a:gd name="T48" fmla="*/ 39 w 143"/>
                <a:gd name="T49" fmla="*/ 13 h 295"/>
                <a:gd name="T50" fmla="*/ 39 w 143"/>
                <a:gd name="T51" fmla="*/ 15 h 295"/>
                <a:gd name="T52" fmla="*/ 40 w 143"/>
                <a:gd name="T53" fmla="*/ 18 h 295"/>
                <a:gd name="T54" fmla="*/ 41 w 143"/>
                <a:gd name="T55" fmla="*/ 21 h 295"/>
                <a:gd name="T56" fmla="*/ 43 w 143"/>
                <a:gd name="T57" fmla="*/ 32 h 295"/>
                <a:gd name="T58" fmla="*/ 28 w 143"/>
                <a:gd name="T59" fmla="*/ 55 h 295"/>
                <a:gd name="T60" fmla="*/ 25 w 143"/>
                <a:gd name="T61" fmla="*/ 62 h 295"/>
                <a:gd name="T62" fmla="*/ 23 w 143"/>
                <a:gd name="T63" fmla="*/ 67 h 295"/>
                <a:gd name="T64" fmla="*/ 22 w 143"/>
                <a:gd name="T65" fmla="*/ 72 h 295"/>
                <a:gd name="T66" fmla="*/ 16 w 143"/>
                <a:gd name="T67" fmla="*/ 89 h 295"/>
                <a:gd name="T68" fmla="*/ 30 w 143"/>
                <a:gd name="T69" fmla="*/ 138 h 295"/>
                <a:gd name="T70" fmla="*/ 29 w 143"/>
                <a:gd name="T71" fmla="*/ 139 h 295"/>
                <a:gd name="T72" fmla="*/ 26 w 143"/>
                <a:gd name="T73" fmla="*/ 147 h 295"/>
                <a:gd name="T74" fmla="*/ 24 w 143"/>
                <a:gd name="T75" fmla="*/ 149 h 295"/>
                <a:gd name="T76" fmla="*/ 28 w 143"/>
                <a:gd name="T77" fmla="*/ 153 h 295"/>
                <a:gd name="T78" fmla="*/ 31 w 143"/>
                <a:gd name="T79" fmla="*/ 155 h 295"/>
                <a:gd name="T80" fmla="*/ 32 w 143"/>
                <a:gd name="T81" fmla="*/ 155 h 295"/>
                <a:gd name="T82" fmla="*/ 32 w 143"/>
                <a:gd name="T83" fmla="*/ 155 h 295"/>
                <a:gd name="T84" fmla="*/ 33 w 143"/>
                <a:gd name="T85" fmla="*/ 155 h 295"/>
                <a:gd name="T86" fmla="*/ 0 w 143"/>
                <a:gd name="T87" fmla="*/ 291 h 295"/>
                <a:gd name="T88" fmla="*/ 25 w 143"/>
                <a:gd name="T89" fmla="*/ 295 h 295"/>
                <a:gd name="T90" fmla="*/ 28 w 143"/>
                <a:gd name="T91" fmla="*/ 295 h 295"/>
                <a:gd name="T92" fmla="*/ 31 w 143"/>
                <a:gd name="T93" fmla="*/ 295 h 295"/>
                <a:gd name="T94" fmla="*/ 34 w 143"/>
                <a:gd name="T95" fmla="*/ 295 h 295"/>
                <a:gd name="T96" fmla="*/ 38 w 143"/>
                <a:gd name="T97" fmla="*/ 294 h 295"/>
                <a:gd name="T98" fmla="*/ 40 w 143"/>
                <a:gd name="T99" fmla="*/ 294 h 295"/>
                <a:gd name="T100" fmla="*/ 43 w 143"/>
                <a:gd name="T101" fmla="*/ 293 h 295"/>
                <a:gd name="T102" fmla="*/ 44 w 143"/>
                <a:gd name="T103" fmla="*/ 292 h 295"/>
                <a:gd name="T104" fmla="*/ 43 w 143"/>
                <a:gd name="T105" fmla="*/ 290 h 295"/>
                <a:gd name="T106" fmla="*/ 96 w 143"/>
                <a:gd name="T107" fmla="*/ 273 h 295"/>
                <a:gd name="T108" fmla="*/ 100 w 143"/>
                <a:gd name="T109" fmla="*/ 290 h 295"/>
                <a:gd name="T110" fmla="*/ 143 w 143"/>
                <a:gd name="T111" fmla="*/ 281 h 295"/>
                <a:gd name="T112" fmla="*/ 67 w 143"/>
                <a:gd name="T113" fmla="*/ 19 h 295"/>
                <a:gd name="T114" fmla="*/ 66 w 143"/>
                <a:gd name="T115" fmla="*/ 22 h 295"/>
                <a:gd name="T116" fmla="*/ 66 w 143"/>
                <a:gd name="T117" fmla="*/ 22 h 295"/>
                <a:gd name="T118" fmla="*/ 42 w 143"/>
                <a:gd name="T119" fmla="*/ 18 h 295"/>
                <a:gd name="T120" fmla="*/ 41 w 143"/>
                <a:gd name="T121" fmla="*/ 33 h 295"/>
                <a:gd name="T122" fmla="*/ 33 w 143"/>
                <a:gd name="T123" fmla="*/ 91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3" h="295">
                  <a:moveTo>
                    <a:pt x="143" y="281"/>
                  </a:moveTo>
                  <a:cubicBezTo>
                    <a:pt x="143" y="277"/>
                    <a:pt x="129" y="282"/>
                    <a:pt x="118" y="278"/>
                  </a:cubicBezTo>
                  <a:cubicBezTo>
                    <a:pt x="118" y="278"/>
                    <a:pt x="118" y="278"/>
                    <a:pt x="118" y="278"/>
                  </a:cubicBezTo>
                  <a:cubicBezTo>
                    <a:pt x="118" y="278"/>
                    <a:pt x="118" y="278"/>
                    <a:pt x="118" y="278"/>
                  </a:cubicBezTo>
                  <a:cubicBezTo>
                    <a:pt x="118" y="278"/>
                    <a:pt x="118" y="278"/>
                    <a:pt x="118" y="278"/>
                  </a:cubicBezTo>
                  <a:cubicBezTo>
                    <a:pt x="118" y="278"/>
                    <a:pt x="118" y="278"/>
                    <a:pt x="118" y="278"/>
                  </a:cubicBezTo>
                  <a:cubicBezTo>
                    <a:pt x="117" y="277"/>
                    <a:pt x="115" y="274"/>
                    <a:pt x="115" y="274"/>
                  </a:cubicBezTo>
                  <a:cubicBezTo>
                    <a:pt x="115" y="274"/>
                    <a:pt x="98" y="220"/>
                    <a:pt x="95" y="211"/>
                  </a:cubicBezTo>
                  <a:cubicBezTo>
                    <a:pt x="93" y="206"/>
                    <a:pt x="83" y="178"/>
                    <a:pt x="77" y="159"/>
                  </a:cubicBezTo>
                  <a:cubicBezTo>
                    <a:pt x="78" y="159"/>
                    <a:pt x="78" y="159"/>
                    <a:pt x="78" y="159"/>
                  </a:cubicBezTo>
                  <a:cubicBezTo>
                    <a:pt x="78" y="159"/>
                    <a:pt x="78" y="158"/>
                    <a:pt x="78" y="156"/>
                  </a:cubicBezTo>
                  <a:cubicBezTo>
                    <a:pt x="84" y="155"/>
                    <a:pt x="91" y="153"/>
                    <a:pt x="91" y="153"/>
                  </a:cubicBezTo>
                  <a:cubicBezTo>
                    <a:pt x="91" y="153"/>
                    <a:pt x="80" y="143"/>
                    <a:pt x="76" y="120"/>
                  </a:cubicBezTo>
                  <a:cubicBezTo>
                    <a:pt x="75" y="118"/>
                    <a:pt x="75" y="116"/>
                    <a:pt x="74" y="113"/>
                  </a:cubicBezTo>
                  <a:cubicBezTo>
                    <a:pt x="83" y="125"/>
                    <a:pt x="83" y="125"/>
                    <a:pt x="83" y="125"/>
                  </a:cubicBezTo>
                  <a:cubicBezTo>
                    <a:pt x="83" y="125"/>
                    <a:pt x="83" y="125"/>
                    <a:pt x="83" y="125"/>
                  </a:cubicBezTo>
                  <a:cubicBezTo>
                    <a:pt x="83" y="125"/>
                    <a:pt x="83" y="125"/>
                    <a:pt x="83" y="125"/>
                  </a:cubicBezTo>
                  <a:cubicBezTo>
                    <a:pt x="83" y="125"/>
                    <a:pt x="83" y="125"/>
                    <a:pt x="83" y="125"/>
                  </a:cubicBezTo>
                  <a:cubicBezTo>
                    <a:pt x="83" y="125"/>
                    <a:pt x="83" y="125"/>
                    <a:pt x="83" y="125"/>
                  </a:cubicBezTo>
                  <a:cubicBezTo>
                    <a:pt x="83" y="125"/>
                    <a:pt x="83" y="125"/>
                    <a:pt x="83" y="125"/>
                  </a:cubicBezTo>
                  <a:cubicBezTo>
                    <a:pt x="83" y="125"/>
                    <a:pt x="84" y="125"/>
                    <a:pt x="84" y="125"/>
                  </a:cubicBezTo>
                  <a:cubicBezTo>
                    <a:pt x="84" y="125"/>
                    <a:pt x="84" y="125"/>
                    <a:pt x="84" y="125"/>
                  </a:cubicBezTo>
                  <a:cubicBezTo>
                    <a:pt x="84" y="125"/>
                    <a:pt x="84" y="125"/>
                    <a:pt x="84" y="125"/>
                  </a:cubicBezTo>
                  <a:cubicBezTo>
                    <a:pt x="84" y="125"/>
                    <a:pt x="84" y="125"/>
                    <a:pt x="84" y="125"/>
                  </a:cubicBezTo>
                  <a:cubicBezTo>
                    <a:pt x="84" y="125"/>
                    <a:pt x="84" y="125"/>
                    <a:pt x="84" y="125"/>
                  </a:cubicBezTo>
                  <a:cubicBezTo>
                    <a:pt x="84" y="125"/>
                    <a:pt x="84" y="125"/>
                    <a:pt x="85" y="125"/>
                  </a:cubicBezTo>
                  <a:cubicBezTo>
                    <a:pt x="85" y="125"/>
                    <a:pt x="85" y="125"/>
                    <a:pt x="85" y="125"/>
                  </a:cubicBezTo>
                  <a:cubicBezTo>
                    <a:pt x="85" y="125"/>
                    <a:pt x="85" y="125"/>
                    <a:pt x="85" y="125"/>
                  </a:cubicBezTo>
                  <a:cubicBezTo>
                    <a:pt x="85" y="125"/>
                    <a:pt x="85" y="125"/>
                    <a:pt x="85" y="125"/>
                  </a:cubicBezTo>
                  <a:cubicBezTo>
                    <a:pt x="85" y="125"/>
                    <a:pt x="85" y="125"/>
                    <a:pt x="86" y="125"/>
                  </a:cubicBezTo>
                  <a:cubicBezTo>
                    <a:pt x="86" y="125"/>
                    <a:pt x="86" y="125"/>
                    <a:pt x="86" y="125"/>
                  </a:cubicBezTo>
                  <a:cubicBezTo>
                    <a:pt x="86" y="125"/>
                    <a:pt x="86" y="125"/>
                    <a:pt x="86" y="125"/>
                  </a:cubicBezTo>
                  <a:cubicBezTo>
                    <a:pt x="86" y="125"/>
                    <a:pt x="86" y="125"/>
                    <a:pt x="86" y="125"/>
                  </a:cubicBezTo>
                  <a:cubicBezTo>
                    <a:pt x="86" y="125"/>
                    <a:pt x="86" y="125"/>
                    <a:pt x="87" y="125"/>
                  </a:cubicBezTo>
                  <a:cubicBezTo>
                    <a:pt x="87" y="125"/>
                    <a:pt x="87" y="125"/>
                    <a:pt x="87" y="125"/>
                  </a:cubicBezTo>
                  <a:cubicBezTo>
                    <a:pt x="87" y="125"/>
                    <a:pt x="87" y="125"/>
                    <a:pt x="87" y="125"/>
                  </a:cubicBezTo>
                  <a:cubicBezTo>
                    <a:pt x="87" y="125"/>
                    <a:pt x="87" y="125"/>
                    <a:pt x="87" y="125"/>
                  </a:cubicBezTo>
                  <a:cubicBezTo>
                    <a:pt x="88" y="125"/>
                    <a:pt x="88" y="125"/>
                    <a:pt x="88" y="125"/>
                  </a:cubicBezTo>
                  <a:cubicBezTo>
                    <a:pt x="88" y="125"/>
                    <a:pt x="88" y="125"/>
                    <a:pt x="88" y="125"/>
                  </a:cubicBezTo>
                  <a:cubicBezTo>
                    <a:pt x="88" y="125"/>
                    <a:pt x="88" y="125"/>
                    <a:pt x="88" y="125"/>
                  </a:cubicBezTo>
                  <a:cubicBezTo>
                    <a:pt x="89" y="125"/>
                    <a:pt x="89" y="125"/>
                    <a:pt x="89" y="125"/>
                  </a:cubicBezTo>
                  <a:cubicBezTo>
                    <a:pt x="89" y="125"/>
                    <a:pt x="89" y="125"/>
                    <a:pt x="89" y="125"/>
                  </a:cubicBezTo>
                  <a:cubicBezTo>
                    <a:pt x="89" y="125"/>
                    <a:pt x="89" y="125"/>
                    <a:pt x="89" y="125"/>
                  </a:cubicBezTo>
                  <a:cubicBezTo>
                    <a:pt x="89" y="125"/>
                    <a:pt x="90" y="125"/>
                    <a:pt x="90" y="125"/>
                  </a:cubicBezTo>
                  <a:cubicBezTo>
                    <a:pt x="90" y="125"/>
                    <a:pt x="90" y="125"/>
                    <a:pt x="90" y="125"/>
                  </a:cubicBezTo>
                  <a:cubicBezTo>
                    <a:pt x="90" y="125"/>
                    <a:pt x="90" y="125"/>
                    <a:pt x="90" y="125"/>
                  </a:cubicBezTo>
                  <a:cubicBezTo>
                    <a:pt x="91" y="125"/>
                    <a:pt x="91" y="125"/>
                    <a:pt x="91" y="125"/>
                  </a:cubicBezTo>
                  <a:cubicBezTo>
                    <a:pt x="91" y="124"/>
                    <a:pt x="91" y="124"/>
                    <a:pt x="91" y="124"/>
                  </a:cubicBezTo>
                  <a:cubicBezTo>
                    <a:pt x="92" y="125"/>
                    <a:pt x="92" y="125"/>
                    <a:pt x="92" y="125"/>
                  </a:cubicBezTo>
                  <a:cubicBezTo>
                    <a:pt x="93" y="125"/>
                    <a:pt x="93" y="125"/>
                    <a:pt x="93" y="125"/>
                  </a:cubicBezTo>
                  <a:cubicBezTo>
                    <a:pt x="93" y="126"/>
                    <a:pt x="93" y="126"/>
                    <a:pt x="93" y="126"/>
                  </a:cubicBezTo>
                  <a:cubicBezTo>
                    <a:pt x="93" y="126"/>
                    <a:pt x="94" y="129"/>
                    <a:pt x="95" y="130"/>
                  </a:cubicBezTo>
                  <a:cubicBezTo>
                    <a:pt x="95" y="132"/>
                    <a:pt x="101" y="139"/>
                    <a:pt x="101" y="139"/>
                  </a:cubicBezTo>
                  <a:cubicBezTo>
                    <a:pt x="101" y="139"/>
                    <a:pt x="101" y="139"/>
                    <a:pt x="101" y="139"/>
                  </a:cubicBezTo>
                  <a:cubicBezTo>
                    <a:pt x="101" y="139"/>
                    <a:pt x="101" y="139"/>
                    <a:pt x="101" y="139"/>
                  </a:cubicBezTo>
                  <a:cubicBezTo>
                    <a:pt x="101" y="139"/>
                    <a:pt x="101" y="139"/>
                    <a:pt x="101" y="139"/>
                  </a:cubicBezTo>
                  <a:cubicBezTo>
                    <a:pt x="101" y="139"/>
                    <a:pt x="101" y="139"/>
                    <a:pt x="101" y="139"/>
                  </a:cubicBezTo>
                  <a:cubicBezTo>
                    <a:pt x="101" y="139"/>
                    <a:pt x="101" y="139"/>
                    <a:pt x="101" y="139"/>
                  </a:cubicBezTo>
                  <a:cubicBezTo>
                    <a:pt x="102" y="138"/>
                    <a:pt x="103" y="137"/>
                    <a:pt x="100" y="134"/>
                  </a:cubicBezTo>
                  <a:cubicBezTo>
                    <a:pt x="99" y="132"/>
                    <a:pt x="99" y="131"/>
                    <a:pt x="99" y="131"/>
                  </a:cubicBezTo>
                  <a:cubicBezTo>
                    <a:pt x="99" y="131"/>
                    <a:pt x="100" y="131"/>
                    <a:pt x="101" y="131"/>
                  </a:cubicBezTo>
                  <a:cubicBezTo>
                    <a:pt x="103" y="133"/>
                    <a:pt x="105" y="135"/>
                    <a:pt x="105" y="136"/>
                  </a:cubicBezTo>
                  <a:cubicBezTo>
                    <a:pt x="105" y="136"/>
                    <a:pt x="106" y="137"/>
                    <a:pt x="107" y="138"/>
                  </a:cubicBezTo>
                  <a:cubicBezTo>
                    <a:pt x="107" y="139"/>
                    <a:pt x="106" y="144"/>
                    <a:pt x="108" y="145"/>
                  </a:cubicBezTo>
                  <a:cubicBezTo>
                    <a:pt x="108" y="144"/>
                    <a:pt x="108" y="144"/>
                    <a:pt x="108" y="144"/>
                  </a:cubicBezTo>
                  <a:cubicBezTo>
                    <a:pt x="108" y="144"/>
                    <a:pt x="109" y="145"/>
                    <a:pt x="110" y="146"/>
                  </a:cubicBezTo>
                  <a:cubicBezTo>
                    <a:pt x="110" y="145"/>
                    <a:pt x="110" y="145"/>
                    <a:pt x="110" y="145"/>
                  </a:cubicBezTo>
                  <a:cubicBezTo>
                    <a:pt x="110" y="145"/>
                    <a:pt x="110" y="145"/>
                    <a:pt x="110" y="145"/>
                  </a:cubicBezTo>
                  <a:cubicBezTo>
                    <a:pt x="110" y="145"/>
                    <a:pt x="110" y="145"/>
                    <a:pt x="110" y="145"/>
                  </a:cubicBezTo>
                  <a:cubicBezTo>
                    <a:pt x="110" y="145"/>
                    <a:pt x="111" y="145"/>
                    <a:pt x="111" y="145"/>
                  </a:cubicBezTo>
                  <a:cubicBezTo>
                    <a:pt x="111" y="145"/>
                    <a:pt x="110" y="140"/>
                    <a:pt x="110" y="139"/>
                  </a:cubicBezTo>
                  <a:cubicBezTo>
                    <a:pt x="110" y="139"/>
                    <a:pt x="109" y="135"/>
                    <a:pt x="109" y="135"/>
                  </a:cubicBezTo>
                  <a:cubicBezTo>
                    <a:pt x="109" y="134"/>
                    <a:pt x="108" y="133"/>
                    <a:pt x="108" y="133"/>
                  </a:cubicBezTo>
                  <a:cubicBezTo>
                    <a:pt x="108" y="131"/>
                    <a:pt x="100" y="125"/>
                    <a:pt x="99" y="124"/>
                  </a:cubicBezTo>
                  <a:cubicBezTo>
                    <a:pt x="99" y="124"/>
                    <a:pt x="99" y="124"/>
                    <a:pt x="99" y="124"/>
                  </a:cubicBezTo>
                  <a:cubicBezTo>
                    <a:pt x="100" y="123"/>
                    <a:pt x="100" y="123"/>
                    <a:pt x="100" y="123"/>
                  </a:cubicBezTo>
                  <a:cubicBezTo>
                    <a:pt x="99" y="122"/>
                    <a:pt x="99" y="122"/>
                    <a:pt x="99" y="122"/>
                  </a:cubicBezTo>
                  <a:cubicBezTo>
                    <a:pt x="99" y="122"/>
                    <a:pt x="99" y="122"/>
                    <a:pt x="99" y="122"/>
                  </a:cubicBezTo>
                  <a:cubicBezTo>
                    <a:pt x="99" y="122"/>
                    <a:pt x="99" y="122"/>
                    <a:pt x="99" y="122"/>
                  </a:cubicBezTo>
                  <a:cubicBezTo>
                    <a:pt x="99" y="122"/>
                    <a:pt x="99" y="122"/>
                    <a:pt x="99" y="122"/>
                  </a:cubicBezTo>
                  <a:cubicBezTo>
                    <a:pt x="99" y="121"/>
                    <a:pt x="99" y="121"/>
                    <a:pt x="100" y="121"/>
                  </a:cubicBezTo>
                  <a:cubicBezTo>
                    <a:pt x="99" y="121"/>
                    <a:pt x="99" y="121"/>
                    <a:pt x="99" y="121"/>
                  </a:cubicBezTo>
                  <a:cubicBezTo>
                    <a:pt x="100" y="121"/>
                    <a:pt x="100" y="121"/>
                    <a:pt x="100" y="121"/>
                  </a:cubicBezTo>
                  <a:cubicBezTo>
                    <a:pt x="100" y="121"/>
                    <a:pt x="100" y="121"/>
                    <a:pt x="100" y="121"/>
                  </a:cubicBezTo>
                  <a:cubicBezTo>
                    <a:pt x="100" y="121"/>
                    <a:pt x="100" y="121"/>
                    <a:pt x="100" y="121"/>
                  </a:cubicBezTo>
                  <a:cubicBezTo>
                    <a:pt x="72" y="83"/>
                    <a:pt x="72" y="83"/>
                    <a:pt x="72" y="83"/>
                  </a:cubicBezTo>
                  <a:cubicBezTo>
                    <a:pt x="61" y="48"/>
                    <a:pt x="61" y="48"/>
                    <a:pt x="61" y="48"/>
                  </a:cubicBezTo>
                  <a:cubicBezTo>
                    <a:pt x="61" y="48"/>
                    <a:pt x="61" y="48"/>
                    <a:pt x="61" y="48"/>
                  </a:cubicBezTo>
                  <a:cubicBezTo>
                    <a:pt x="61" y="48"/>
                    <a:pt x="61" y="48"/>
                    <a:pt x="61" y="48"/>
                  </a:cubicBezTo>
                  <a:cubicBezTo>
                    <a:pt x="61" y="47"/>
                    <a:pt x="61" y="47"/>
                    <a:pt x="61" y="47"/>
                  </a:cubicBezTo>
                  <a:cubicBezTo>
                    <a:pt x="61" y="47"/>
                    <a:pt x="61" y="47"/>
                    <a:pt x="61" y="47"/>
                  </a:cubicBezTo>
                  <a:cubicBezTo>
                    <a:pt x="61" y="47"/>
                    <a:pt x="62" y="46"/>
                    <a:pt x="62" y="46"/>
                  </a:cubicBezTo>
                  <a:cubicBezTo>
                    <a:pt x="62" y="44"/>
                    <a:pt x="59" y="42"/>
                    <a:pt x="57" y="41"/>
                  </a:cubicBezTo>
                  <a:cubicBezTo>
                    <a:pt x="58" y="38"/>
                    <a:pt x="58" y="38"/>
                    <a:pt x="58" y="38"/>
                  </a:cubicBezTo>
                  <a:cubicBezTo>
                    <a:pt x="60" y="38"/>
                    <a:pt x="61" y="37"/>
                    <a:pt x="62" y="36"/>
                  </a:cubicBezTo>
                  <a:cubicBezTo>
                    <a:pt x="62" y="36"/>
                    <a:pt x="62" y="36"/>
                    <a:pt x="62" y="36"/>
                  </a:cubicBezTo>
                  <a:cubicBezTo>
                    <a:pt x="62" y="36"/>
                    <a:pt x="62" y="36"/>
                    <a:pt x="62" y="36"/>
                  </a:cubicBezTo>
                  <a:cubicBezTo>
                    <a:pt x="62" y="36"/>
                    <a:pt x="62" y="36"/>
                    <a:pt x="62" y="36"/>
                  </a:cubicBezTo>
                  <a:cubicBezTo>
                    <a:pt x="62" y="36"/>
                    <a:pt x="62" y="36"/>
                    <a:pt x="62" y="36"/>
                  </a:cubicBezTo>
                  <a:cubicBezTo>
                    <a:pt x="62" y="36"/>
                    <a:pt x="62" y="36"/>
                    <a:pt x="62" y="36"/>
                  </a:cubicBezTo>
                  <a:cubicBezTo>
                    <a:pt x="62" y="36"/>
                    <a:pt x="62" y="36"/>
                    <a:pt x="62" y="35"/>
                  </a:cubicBezTo>
                  <a:cubicBezTo>
                    <a:pt x="62" y="35"/>
                    <a:pt x="64" y="29"/>
                    <a:pt x="65" y="27"/>
                  </a:cubicBezTo>
                  <a:cubicBezTo>
                    <a:pt x="66" y="26"/>
                    <a:pt x="66" y="24"/>
                    <a:pt x="66" y="22"/>
                  </a:cubicBezTo>
                  <a:cubicBezTo>
                    <a:pt x="66" y="22"/>
                    <a:pt x="67" y="22"/>
                    <a:pt x="67" y="22"/>
                  </a:cubicBezTo>
                  <a:cubicBezTo>
                    <a:pt x="67" y="22"/>
                    <a:pt x="67" y="22"/>
                    <a:pt x="67" y="22"/>
                  </a:cubicBezTo>
                  <a:cubicBezTo>
                    <a:pt x="68" y="20"/>
                    <a:pt x="68" y="20"/>
                    <a:pt x="68" y="20"/>
                  </a:cubicBezTo>
                  <a:cubicBezTo>
                    <a:pt x="68" y="20"/>
                    <a:pt x="68" y="20"/>
                    <a:pt x="68" y="20"/>
                  </a:cubicBezTo>
                  <a:cubicBezTo>
                    <a:pt x="68" y="19"/>
                    <a:pt x="68" y="19"/>
                    <a:pt x="67" y="19"/>
                  </a:cubicBezTo>
                  <a:cubicBezTo>
                    <a:pt x="67" y="19"/>
                    <a:pt x="67" y="19"/>
                    <a:pt x="67" y="19"/>
                  </a:cubicBezTo>
                  <a:cubicBezTo>
                    <a:pt x="67" y="18"/>
                    <a:pt x="67" y="18"/>
                    <a:pt x="67" y="18"/>
                  </a:cubicBezTo>
                  <a:cubicBezTo>
                    <a:pt x="67" y="18"/>
                    <a:pt x="67" y="15"/>
                    <a:pt x="67" y="14"/>
                  </a:cubicBezTo>
                  <a:cubicBezTo>
                    <a:pt x="67" y="13"/>
                    <a:pt x="68" y="13"/>
                    <a:pt x="68" y="12"/>
                  </a:cubicBezTo>
                  <a:cubicBezTo>
                    <a:pt x="68" y="12"/>
                    <a:pt x="68" y="11"/>
                    <a:pt x="68" y="10"/>
                  </a:cubicBezTo>
                  <a:cubicBezTo>
                    <a:pt x="68" y="10"/>
                    <a:pt x="68" y="10"/>
                    <a:pt x="68" y="10"/>
                  </a:cubicBezTo>
                  <a:cubicBezTo>
                    <a:pt x="68" y="10"/>
                    <a:pt x="68" y="10"/>
                    <a:pt x="68" y="10"/>
                  </a:cubicBezTo>
                  <a:cubicBezTo>
                    <a:pt x="68" y="10"/>
                    <a:pt x="68" y="10"/>
                    <a:pt x="68" y="10"/>
                  </a:cubicBezTo>
                  <a:cubicBezTo>
                    <a:pt x="68" y="10"/>
                    <a:pt x="68" y="10"/>
                    <a:pt x="68" y="10"/>
                  </a:cubicBezTo>
                  <a:cubicBezTo>
                    <a:pt x="68" y="9"/>
                    <a:pt x="68" y="9"/>
                    <a:pt x="68" y="9"/>
                  </a:cubicBezTo>
                  <a:cubicBezTo>
                    <a:pt x="68" y="9"/>
                    <a:pt x="68" y="9"/>
                    <a:pt x="68" y="9"/>
                  </a:cubicBezTo>
                  <a:cubicBezTo>
                    <a:pt x="68" y="9"/>
                    <a:pt x="68" y="9"/>
                    <a:pt x="67" y="9"/>
                  </a:cubicBezTo>
                  <a:cubicBezTo>
                    <a:pt x="67" y="9"/>
                    <a:pt x="67" y="9"/>
                    <a:pt x="67" y="9"/>
                  </a:cubicBezTo>
                  <a:cubicBezTo>
                    <a:pt x="67" y="9"/>
                    <a:pt x="67" y="9"/>
                    <a:pt x="67" y="9"/>
                  </a:cubicBezTo>
                  <a:cubicBezTo>
                    <a:pt x="67" y="8"/>
                    <a:pt x="67" y="8"/>
                    <a:pt x="67" y="8"/>
                  </a:cubicBezTo>
                  <a:cubicBezTo>
                    <a:pt x="67" y="8"/>
                    <a:pt x="67" y="8"/>
                    <a:pt x="67" y="8"/>
                  </a:cubicBezTo>
                  <a:cubicBezTo>
                    <a:pt x="67" y="8"/>
                    <a:pt x="67" y="8"/>
                    <a:pt x="67" y="8"/>
                  </a:cubicBezTo>
                  <a:cubicBezTo>
                    <a:pt x="67" y="8"/>
                    <a:pt x="67" y="8"/>
                    <a:pt x="67" y="8"/>
                  </a:cubicBezTo>
                  <a:cubicBezTo>
                    <a:pt x="67" y="8"/>
                    <a:pt x="67" y="8"/>
                    <a:pt x="67" y="8"/>
                  </a:cubicBezTo>
                  <a:cubicBezTo>
                    <a:pt x="67" y="8"/>
                    <a:pt x="67" y="8"/>
                    <a:pt x="67" y="8"/>
                  </a:cubicBezTo>
                  <a:cubicBezTo>
                    <a:pt x="67" y="7"/>
                    <a:pt x="67" y="6"/>
                    <a:pt x="67" y="6"/>
                  </a:cubicBezTo>
                  <a:cubicBezTo>
                    <a:pt x="67" y="6"/>
                    <a:pt x="67" y="6"/>
                    <a:pt x="66" y="6"/>
                  </a:cubicBezTo>
                  <a:cubicBezTo>
                    <a:pt x="66" y="6"/>
                    <a:pt x="66" y="6"/>
                    <a:pt x="66" y="6"/>
                  </a:cubicBezTo>
                  <a:cubicBezTo>
                    <a:pt x="66" y="6"/>
                    <a:pt x="66" y="6"/>
                    <a:pt x="66" y="6"/>
                  </a:cubicBezTo>
                  <a:cubicBezTo>
                    <a:pt x="66" y="6"/>
                    <a:pt x="66" y="6"/>
                    <a:pt x="66" y="6"/>
                  </a:cubicBezTo>
                  <a:cubicBezTo>
                    <a:pt x="66" y="5"/>
                    <a:pt x="66" y="5"/>
                    <a:pt x="66" y="5"/>
                  </a:cubicBezTo>
                  <a:cubicBezTo>
                    <a:pt x="66" y="5"/>
                    <a:pt x="66" y="5"/>
                    <a:pt x="65" y="5"/>
                  </a:cubicBezTo>
                  <a:cubicBezTo>
                    <a:pt x="65" y="5"/>
                    <a:pt x="65" y="5"/>
                    <a:pt x="65" y="5"/>
                  </a:cubicBezTo>
                  <a:cubicBezTo>
                    <a:pt x="65" y="5"/>
                    <a:pt x="65" y="5"/>
                    <a:pt x="65" y="5"/>
                  </a:cubicBezTo>
                  <a:cubicBezTo>
                    <a:pt x="65" y="5"/>
                    <a:pt x="65" y="5"/>
                    <a:pt x="65" y="5"/>
                  </a:cubicBezTo>
                  <a:cubicBezTo>
                    <a:pt x="65" y="5"/>
                    <a:pt x="65" y="5"/>
                    <a:pt x="65" y="5"/>
                  </a:cubicBezTo>
                  <a:cubicBezTo>
                    <a:pt x="64" y="5"/>
                    <a:pt x="64" y="5"/>
                    <a:pt x="64" y="5"/>
                  </a:cubicBezTo>
                  <a:cubicBezTo>
                    <a:pt x="64" y="5"/>
                    <a:pt x="64" y="5"/>
                    <a:pt x="64" y="5"/>
                  </a:cubicBezTo>
                  <a:cubicBezTo>
                    <a:pt x="64" y="5"/>
                    <a:pt x="64" y="5"/>
                    <a:pt x="64" y="5"/>
                  </a:cubicBezTo>
                  <a:cubicBezTo>
                    <a:pt x="63" y="5"/>
                    <a:pt x="63" y="5"/>
                    <a:pt x="63" y="5"/>
                  </a:cubicBezTo>
                  <a:cubicBezTo>
                    <a:pt x="63" y="5"/>
                    <a:pt x="63" y="5"/>
                    <a:pt x="63" y="5"/>
                  </a:cubicBezTo>
                  <a:cubicBezTo>
                    <a:pt x="63" y="5"/>
                    <a:pt x="63" y="5"/>
                    <a:pt x="63" y="5"/>
                  </a:cubicBezTo>
                  <a:cubicBezTo>
                    <a:pt x="63" y="5"/>
                    <a:pt x="62" y="5"/>
                    <a:pt x="62" y="5"/>
                  </a:cubicBezTo>
                  <a:cubicBezTo>
                    <a:pt x="62" y="5"/>
                    <a:pt x="62" y="5"/>
                    <a:pt x="62" y="5"/>
                  </a:cubicBezTo>
                  <a:cubicBezTo>
                    <a:pt x="62" y="5"/>
                    <a:pt x="62" y="5"/>
                    <a:pt x="62" y="5"/>
                  </a:cubicBezTo>
                  <a:cubicBezTo>
                    <a:pt x="61" y="4"/>
                    <a:pt x="61" y="4"/>
                    <a:pt x="61" y="4"/>
                  </a:cubicBezTo>
                  <a:cubicBezTo>
                    <a:pt x="61" y="4"/>
                    <a:pt x="61" y="4"/>
                    <a:pt x="61" y="4"/>
                  </a:cubicBezTo>
                  <a:cubicBezTo>
                    <a:pt x="61" y="4"/>
                    <a:pt x="61" y="4"/>
                    <a:pt x="61" y="4"/>
                  </a:cubicBezTo>
                  <a:cubicBezTo>
                    <a:pt x="60" y="4"/>
                    <a:pt x="60" y="4"/>
                    <a:pt x="60" y="4"/>
                  </a:cubicBezTo>
                  <a:cubicBezTo>
                    <a:pt x="55" y="2"/>
                    <a:pt x="45" y="0"/>
                    <a:pt x="42" y="6"/>
                  </a:cubicBezTo>
                  <a:cubicBezTo>
                    <a:pt x="42" y="6"/>
                    <a:pt x="42" y="7"/>
                    <a:pt x="42" y="7"/>
                  </a:cubicBezTo>
                  <a:cubicBezTo>
                    <a:pt x="41" y="7"/>
                    <a:pt x="41" y="7"/>
                    <a:pt x="41" y="7"/>
                  </a:cubicBezTo>
                  <a:cubicBezTo>
                    <a:pt x="41" y="7"/>
                    <a:pt x="41" y="7"/>
                    <a:pt x="41" y="7"/>
                  </a:cubicBezTo>
                  <a:cubicBezTo>
                    <a:pt x="41" y="7"/>
                    <a:pt x="41" y="7"/>
                    <a:pt x="41" y="7"/>
                  </a:cubicBezTo>
                  <a:cubicBezTo>
                    <a:pt x="41" y="7"/>
                    <a:pt x="41" y="8"/>
                    <a:pt x="41" y="8"/>
                  </a:cubicBezTo>
                  <a:cubicBezTo>
                    <a:pt x="41" y="8"/>
                    <a:pt x="41" y="8"/>
                    <a:pt x="41" y="8"/>
                  </a:cubicBezTo>
                  <a:cubicBezTo>
                    <a:pt x="41" y="8"/>
                    <a:pt x="40" y="8"/>
                    <a:pt x="40" y="8"/>
                  </a:cubicBezTo>
                  <a:cubicBezTo>
                    <a:pt x="40" y="8"/>
                    <a:pt x="40" y="8"/>
                    <a:pt x="40" y="8"/>
                  </a:cubicBezTo>
                  <a:cubicBezTo>
                    <a:pt x="40" y="8"/>
                    <a:pt x="40" y="9"/>
                    <a:pt x="40" y="9"/>
                  </a:cubicBezTo>
                  <a:cubicBezTo>
                    <a:pt x="40" y="9"/>
                    <a:pt x="40" y="9"/>
                    <a:pt x="40" y="9"/>
                  </a:cubicBezTo>
                  <a:cubicBezTo>
                    <a:pt x="40" y="9"/>
                    <a:pt x="40" y="9"/>
                    <a:pt x="40" y="9"/>
                  </a:cubicBezTo>
                  <a:cubicBezTo>
                    <a:pt x="40" y="9"/>
                    <a:pt x="40" y="9"/>
                    <a:pt x="40" y="9"/>
                  </a:cubicBezTo>
                  <a:cubicBezTo>
                    <a:pt x="40" y="10"/>
                    <a:pt x="40" y="10"/>
                    <a:pt x="40" y="10"/>
                  </a:cubicBezTo>
                  <a:cubicBezTo>
                    <a:pt x="40" y="10"/>
                    <a:pt x="40" y="10"/>
                    <a:pt x="40" y="10"/>
                  </a:cubicBezTo>
                  <a:cubicBezTo>
                    <a:pt x="40" y="10"/>
                    <a:pt x="40" y="10"/>
                    <a:pt x="39" y="11"/>
                  </a:cubicBezTo>
                  <a:cubicBezTo>
                    <a:pt x="39" y="11"/>
                    <a:pt x="39" y="11"/>
                    <a:pt x="39" y="11"/>
                  </a:cubicBezTo>
                  <a:cubicBezTo>
                    <a:pt x="39" y="11"/>
                    <a:pt x="39" y="11"/>
                    <a:pt x="39" y="11"/>
                  </a:cubicBezTo>
                  <a:cubicBezTo>
                    <a:pt x="39" y="11"/>
                    <a:pt x="39" y="11"/>
                    <a:pt x="39" y="11"/>
                  </a:cubicBezTo>
                  <a:cubicBezTo>
                    <a:pt x="39" y="12"/>
                    <a:pt x="39" y="12"/>
                    <a:pt x="39" y="12"/>
                  </a:cubicBezTo>
                  <a:cubicBezTo>
                    <a:pt x="39" y="12"/>
                    <a:pt x="39" y="12"/>
                    <a:pt x="39" y="12"/>
                  </a:cubicBezTo>
                  <a:cubicBezTo>
                    <a:pt x="39" y="12"/>
                    <a:pt x="39" y="12"/>
                    <a:pt x="39" y="12"/>
                  </a:cubicBezTo>
                  <a:cubicBezTo>
                    <a:pt x="39" y="13"/>
                    <a:pt x="39" y="13"/>
                    <a:pt x="39" y="13"/>
                  </a:cubicBezTo>
                  <a:cubicBezTo>
                    <a:pt x="39" y="13"/>
                    <a:pt x="39" y="13"/>
                    <a:pt x="39" y="13"/>
                  </a:cubicBezTo>
                  <a:cubicBezTo>
                    <a:pt x="39" y="13"/>
                    <a:pt x="39" y="13"/>
                    <a:pt x="39" y="13"/>
                  </a:cubicBezTo>
                  <a:cubicBezTo>
                    <a:pt x="39" y="13"/>
                    <a:pt x="39" y="14"/>
                    <a:pt x="39" y="14"/>
                  </a:cubicBezTo>
                  <a:cubicBezTo>
                    <a:pt x="39" y="14"/>
                    <a:pt x="39" y="14"/>
                    <a:pt x="39" y="14"/>
                  </a:cubicBezTo>
                  <a:cubicBezTo>
                    <a:pt x="39" y="14"/>
                    <a:pt x="39" y="14"/>
                    <a:pt x="39" y="14"/>
                  </a:cubicBezTo>
                  <a:cubicBezTo>
                    <a:pt x="39" y="14"/>
                    <a:pt x="39" y="14"/>
                    <a:pt x="39" y="15"/>
                  </a:cubicBezTo>
                  <a:cubicBezTo>
                    <a:pt x="39" y="15"/>
                    <a:pt x="39" y="15"/>
                    <a:pt x="39" y="15"/>
                  </a:cubicBezTo>
                  <a:cubicBezTo>
                    <a:pt x="39" y="15"/>
                    <a:pt x="39" y="15"/>
                    <a:pt x="39" y="15"/>
                  </a:cubicBezTo>
                  <a:cubicBezTo>
                    <a:pt x="39" y="16"/>
                    <a:pt x="39" y="16"/>
                    <a:pt x="39" y="17"/>
                  </a:cubicBezTo>
                  <a:cubicBezTo>
                    <a:pt x="39" y="17"/>
                    <a:pt x="39" y="17"/>
                    <a:pt x="39" y="17"/>
                  </a:cubicBezTo>
                  <a:cubicBezTo>
                    <a:pt x="39" y="17"/>
                    <a:pt x="40" y="17"/>
                    <a:pt x="40" y="18"/>
                  </a:cubicBezTo>
                  <a:cubicBezTo>
                    <a:pt x="40" y="18"/>
                    <a:pt x="40" y="18"/>
                    <a:pt x="40" y="18"/>
                  </a:cubicBezTo>
                  <a:cubicBezTo>
                    <a:pt x="40" y="18"/>
                    <a:pt x="40" y="18"/>
                    <a:pt x="40" y="18"/>
                  </a:cubicBezTo>
                  <a:cubicBezTo>
                    <a:pt x="40" y="18"/>
                    <a:pt x="40" y="18"/>
                    <a:pt x="40" y="18"/>
                  </a:cubicBezTo>
                  <a:cubicBezTo>
                    <a:pt x="40" y="18"/>
                    <a:pt x="40" y="18"/>
                    <a:pt x="40" y="19"/>
                  </a:cubicBezTo>
                  <a:cubicBezTo>
                    <a:pt x="40" y="19"/>
                    <a:pt x="40" y="19"/>
                    <a:pt x="40" y="19"/>
                  </a:cubicBezTo>
                  <a:cubicBezTo>
                    <a:pt x="40" y="20"/>
                    <a:pt x="40" y="21"/>
                    <a:pt x="41" y="21"/>
                  </a:cubicBezTo>
                  <a:cubicBezTo>
                    <a:pt x="41" y="21"/>
                    <a:pt x="41" y="21"/>
                    <a:pt x="41" y="21"/>
                  </a:cubicBezTo>
                  <a:cubicBezTo>
                    <a:pt x="41" y="21"/>
                    <a:pt x="41" y="21"/>
                    <a:pt x="41" y="21"/>
                  </a:cubicBezTo>
                  <a:cubicBezTo>
                    <a:pt x="41" y="21"/>
                    <a:pt x="41" y="22"/>
                    <a:pt x="41" y="22"/>
                  </a:cubicBezTo>
                  <a:cubicBezTo>
                    <a:pt x="41" y="22"/>
                    <a:pt x="41" y="21"/>
                    <a:pt x="41" y="21"/>
                  </a:cubicBezTo>
                  <a:cubicBezTo>
                    <a:pt x="41" y="22"/>
                    <a:pt x="41" y="22"/>
                    <a:pt x="41" y="22"/>
                  </a:cubicBezTo>
                  <a:cubicBezTo>
                    <a:pt x="41" y="23"/>
                    <a:pt x="42" y="24"/>
                    <a:pt x="42" y="25"/>
                  </a:cubicBezTo>
                  <a:cubicBezTo>
                    <a:pt x="42" y="25"/>
                    <a:pt x="42" y="25"/>
                    <a:pt x="42" y="25"/>
                  </a:cubicBezTo>
                  <a:cubicBezTo>
                    <a:pt x="42" y="26"/>
                    <a:pt x="43" y="26"/>
                    <a:pt x="43" y="26"/>
                  </a:cubicBezTo>
                  <a:cubicBezTo>
                    <a:pt x="43" y="28"/>
                    <a:pt x="43" y="32"/>
                    <a:pt x="43" y="32"/>
                  </a:cubicBezTo>
                  <a:cubicBezTo>
                    <a:pt x="43" y="32"/>
                    <a:pt x="43" y="32"/>
                    <a:pt x="43" y="32"/>
                  </a:cubicBezTo>
                  <a:cubicBezTo>
                    <a:pt x="43" y="32"/>
                    <a:pt x="43" y="32"/>
                    <a:pt x="43" y="32"/>
                  </a:cubicBezTo>
                  <a:cubicBezTo>
                    <a:pt x="43" y="32"/>
                    <a:pt x="43" y="32"/>
                    <a:pt x="43" y="32"/>
                  </a:cubicBezTo>
                  <a:cubicBezTo>
                    <a:pt x="42" y="32"/>
                    <a:pt x="42" y="32"/>
                    <a:pt x="41" y="33"/>
                  </a:cubicBezTo>
                  <a:cubicBezTo>
                    <a:pt x="39" y="35"/>
                    <a:pt x="39" y="36"/>
                    <a:pt x="39" y="36"/>
                  </a:cubicBezTo>
                  <a:cubicBezTo>
                    <a:pt x="39" y="37"/>
                    <a:pt x="39" y="37"/>
                    <a:pt x="39" y="37"/>
                  </a:cubicBezTo>
                  <a:cubicBezTo>
                    <a:pt x="39" y="37"/>
                    <a:pt x="39" y="37"/>
                    <a:pt x="39" y="38"/>
                  </a:cubicBezTo>
                  <a:cubicBezTo>
                    <a:pt x="37" y="42"/>
                    <a:pt x="33" y="45"/>
                    <a:pt x="33" y="45"/>
                  </a:cubicBezTo>
                  <a:cubicBezTo>
                    <a:pt x="30" y="48"/>
                    <a:pt x="29" y="51"/>
                    <a:pt x="28" y="55"/>
                  </a:cubicBezTo>
                  <a:cubicBezTo>
                    <a:pt x="27" y="56"/>
                    <a:pt x="27" y="57"/>
                    <a:pt x="26" y="58"/>
                  </a:cubicBezTo>
                  <a:cubicBezTo>
                    <a:pt x="26" y="58"/>
                    <a:pt x="26" y="58"/>
                    <a:pt x="26" y="58"/>
                  </a:cubicBezTo>
                  <a:cubicBezTo>
                    <a:pt x="26" y="59"/>
                    <a:pt x="26" y="59"/>
                    <a:pt x="26" y="60"/>
                  </a:cubicBezTo>
                  <a:cubicBezTo>
                    <a:pt x="26" y="60"/>
                    <a:pt x="26" y="60"/>
                    <a:pt x="26" y="60"/>
                  </a:cubicBezTo>
                  <a:cubicBezTo>
                    <a:pt x="26" y="60"/>
                    <a:pt x="26" y="61"/>
                    <a:pt x="25" y="61"/>
                  </a:cubicBezTo>
                  <a:cubicBezTo>
                    <a:pt x="25" y="61"/>
                    <a:pt x="25" y="61"/>
                    <a:pt x="25" y="61"/>
                  </a:cubicBezTo>
                  <a:cubicBezTo>
                    <a:pt x="25" y="62"/>
                    <a:pt x="25" y="62"/>
                    <a:pt x="25" y="62"/>
                  </a:cubicBezTo>
                  <a:cubicBezTo>
                    <a:pt x="25" y="62"/>
                    <a:pt x="25" y="63"/>
                    <a:pt x="25" y="63"/>
                  </a:cubicBezTo>
                  <a:cubicBezTo>
                    <a:pt x="25" y="63"/>
                    <a:pt x="25" y="63"/>
                    <a:pt x="25" y="64"/>
                  </a:cubicBezTo>
                  <a:cubicBezTo>
                    <a:pt x="24" y="64"/>
                    <a:pt x="24" y="64"/>
                    <a:pt x="24" y="64"/>
                  </a:cubicBezTo>
                  <a:cubicBezTo>
                    <a:pt x="24" y="65"/>
                    <a:pt x="24" y="65"/>
                    <a:pt x="24" y="65"/>
                  </a:cubicBezTo>
                  <a:cubicBezTo>
                    <a:pt x="24" y="65"/>
                    <a:pt x="24" y="66"/>
                    <a:pt x="24" y="66"/>
                  </a:cubicBezTo>
                  <a:cubicBezTo>
                    <a:pt x="24" y="66"/>
                    <a:pt x="24" y="66"/>
                    <a:pt x="24" y="67"/>
                  </a:cubicBezTo>
                  <a:cubicBezTo>
                    <a:pt x="23" y="67"/>
                    <a:pt x="23" y="67"/>
                    <a:pt x="23" y="67"/>
                  </a:cubicBezTo>
                  <a:cubicBezTo>
                    <a:pt x="23" y="68"/>
                    <a:pt x="23" y="68"/>
                    <a:pt x="23" y="68"/>
                  </a:cubicBezTo>
                  <a:cubicBezTo>
                    <a:pt x="23" y="68"/>
                    <a:pt x="23" y="68"/>
                    <a:pt x="23" y="69"/>
                  </a:cubicBezTo>
                  <a:cubicBezTo>
                    <a:pt x="23" y="69"/>
                    <a:pt x="23" y="69"/>
                    <a:pt x="23" y="69"/>
                  </a:cubicBezTo>
                  <a:cubicBezTo>
                    <a:pt x="22" y="70"/>
                    <a:pt x="22" y="70"/>
                    <a:pt x="22" y="70"/>
                  </a:cubicBezTo>
                  <a:cubicBezTo>
                    <a:pt x="22" y="70"/>
                    <a:pt x="22" y="71"/>
                    <a:pt x="22" y="71"/>
                  </a:cubicBezTo>
                  <a:cubicBezTo>
                    <a:pt x="22" y="71"/>
                    <a:pt x="22" y="71"/>
                    <a:pt x="22" y="72"/>
                  </a:cubicBezTo>
                  <a:cubicBezTo>
                    <a:pt x="22" y="72"/>
                    <a:pt x="22" y="72"/>
                    <a:pt x="22" y="72"/>
                  </a:cubicBezTo>
                  <a:cubicBezTo>
                    <a:pt x="20" y="76"/>
                    <a:pt x="19" y="79"/>
                    <a:pt x="18" y="82"/>
                  </a:cubicBezTo>
                  <a:cubicBezTo>
                    <a:pt x="18" y="82"/>
                    <a:pt x="18" y="82"/>
                    <a:pt x="18" y="82"/>
                  </a:cubicBezTo>
                  <a:cubicBezTo>
                    <a:pt x="18" y="83"/>
                    <a:pt x="18" y="84"/>
                    <a:pt x="17" y="84"/>
                  </a:cubicBezTo>
                  <a:cubicBezTo>
                    <a:pt x="17" y="84"/>
                    <a:pt x="17" y="84"/>
                    <a:pt x="17" y="84"/>
                  </a:cubicBezTo>
                  <a:cubicBezTo>
                    <a:pt x="17" y="85"/>
                    <a:pt x="17" y="86"/>
                    <a:pt x="16" y="87"/>
                  </a:cubicBezTo>
                  <a:cubicBezTo>
                    <a:pt x="16" y="87"/>
                    <a:pt x="16" y="87"/>
                    <a:pt x="16" y="87"/>
                  </a:cubicBezTo>
                  <a:cubicBezTo>
                    <a:pt x="16" y="88"/>
                    <a:pt x="16" y="89"/>
                    <a:pt x="16" y="89"/>
                  </a:cubicBezTo>
                  <a:cubicBezTo>
                    <a:pt x="22" y="134"/>
                    <a:pt x="22" y="134"/>
                    <a:pt x="22" y="134"/>
                  </a:cubicBezTo>
                  <a:cubicBezTo>
                    <a:pt x="22" y="134"/>
                    <a:pt x="24" y="135"/>
                    <a:pt x="28" y="136"/>
                  </a:cubicBezTo>
                  <a:cubicBezTo>
                    <a:pt x="28" y="137"/>
                    <a:pt x="28" y="137"/>
                    <a:pt x="28" y="137"/>
                  </a:cubicBezTo>
                  <a:cubicBezTo>
                    <a:pt x="30" y="137"/>
                    <a:pt x="30" y="137"/>
                    <a:pt x="30" y="137"/>
                  </a:cubicBezTo>
                  <a:cubicBezTo>
                    <a:pt x="30" y="137"/>
                    <a:pt x="30" y="137"/>
                    <a:pt x="30" y="137"/>
                  </a:cubicBezTo>
                  <a:cubicBezTo>
                    <a:pt x="30" y="137"/>
                    <a:pt x="30" y="137"/>
                    <a:pt x="30" y="138"/>
                  </a:cubicBezTo>
                  <a:cubicBezTo>
                    <a:pt x="30" y="138"/>
                    <a:pt x="30" y="138"/>
                    <a:pt x="30" y="138"/>
                  </a:cubicBezTo>
                  <a:cubicBezTo>
                    <a:pt x="30" y="138"/>
                    <a:pt x="30" y="138"/>
                    <a:pt x="30" y="138"/>
                  </a:cubicBezTo>
                  <a:cubicBezTo>
                    <a:pt x="30" y="138"/>
                    <a:pt x="30" y="138"/>
                    <a:pt x="30" y="138"/>
                  </a:cubicBezTo>
                  <a:cubicBezTo>
                    <a:pt x="30" y="138"/>
                    <a:pt x="30" y="138"/>
                    <a:pt x="30" y="138"/>
                  </a:cubicBezTo>
                  <a:cubicBezTo>
                    <a:pt x="30" y="138"/>
                    <a:pt x="30" y="138"/>
                    <a:pt x="30" y="138"/>
                  </a:cubicBezTo>
                  <a:cubicBezTo>
                    <a:pt x="30" y="138"/>
                    <a:pt x="30" y="138"/>
                    <a:pt x="30" y="138"/>
                  </a:cubicBezTo>
                  <a:cubicBezTo>
                    <a:pt x="30" y="138"/>
                    <a:pt x="29" y="139"/>
                    <a:pt x="29" y="139"/>
                  </a:cubicBezTo>
                  <a:cubicBezTo>
                    <a:pt x="29" y="139"/>
                    <a:pt x="29" y="139"/>
                    <a:pt x="29" y="139"/>
                  </a:cubicBezTo>
                  <a:cubicBezTo>
                    <a:pt x="29" y="139"/>
                    <a:pt x="29" y="139"/>
                    <a:pt x="29" y="139"/>
                  </a:cubicBezTo>
                  <a:cubicBezTo>
                    <a:pt x="29" y="139"/>
                    <a:pt x="29" y="139"/>
                    <a:pt x="29" y="139"/>
                  </a:cubicBezTo>
                  <a:cubicBezTo>
                    <a:pt x="29" y="139"/>
                    <a:pt x="29" y="139"/>
                    <a:pt x="29" y="139"/>
                  </a:cubicBezTo>
                  <a:cubicBezTo>
                    <a:pt x="28" y="141"/>
                    <a:pt x="28" y="144"/>
                    <a:pt x="28" y="145"/>
                  </a:cubicBezTo>
                  <a:cubicBezTo>
                    <a:pt x="28" y="145"/>
                    <a:pt x="28" y="145"/>
                    <a:pt x="27" y="146"/>
                  </a:cubicBezTo>
                  <a:cubicBezTo>
                    <a:pt x="27" y="146"/>
                    <a:pt x="27" y="146"/>
                    <a:pt x="27" y="146"/>
                  </a:cubicBezTo>
                  <a:cubicBezTo>
                    <a:pt x="27" y="146"/>
                    <a:pt x="27" y="147"/>
                    <a:pt x="26" y="147"/>
                  </a:cubicBezTo>
                  <a:cubicBezTo>
                    <a:pt x="26" y="147"/>
                    <a:pt x="26" y="147"/>
                    <a:pt x="26" y="147"/>
                  </a:cubicBezTo>
                  <a:cubicBezTo>
                    <a:pt x="26" y="147"/>
                    <a:pt x="26" y="148"/>
                    <a:pt x="26" y="148"/>
                  </a:cubicBezTo>
                  <a:cubicBezTo>
                    <a:pt x="25" y="148"/>
                    <a:pt x="25" y="148"/>
                    <a:pt x="25" y="148"/>
                  </a:cubicBezTo>
                  <a:cubicBezTo>
                    <a:pt x="25" y="148"/>
                    <a:pt x="25" y="148"/>
                    <a:pt x="25" y="148"/>
                  </a:cubicBezTo>
                  <a:cubicBezTo>
                    <a:pt x="25" y="148"/>
                    <a:pt x="25" y="148"/>
                    <a:pt x="25" y="149"/>
                  </a:cubicBezTo>
                  <a:cubicBezTo>
                    <a:pt x="25" y="149"/>
                    <a:pt x="25" y="149"/>
                    <a:pt x="25" y="149"/>
                  </a:cubicBezTo>
                  <a:cubicBezTo>
                    <a:pt x="25" y="149"/>
                    <a:pt x="25" y="149"/>
                    <a:pt x="24" y="149"/>
                  </a:cubicBezTo>
                  <a:cubicBezTo>
                    <a:pt x="24" y="149"/>
                    <a:pt x="24" y="149"/>
                    <a:pt x="24" y="149"/>
                  </a:cubicBezTo>
                  <a:cubicBezTo>
                    <a:pt x="24" y="149"/>
                    <a:pt x="24" y="149"/>
                    <a:pt x="24" y="150"/>
                  </a:cubicBezTo>
                  <a:cubicBezTo>
                    <a:pt x="24" y="151"/>
                    <a:pt x="25" y="151"/>
                    <a:pt x="25" y="151"/>
                  </a:cubicBezTo>
                  <a:cubicBezTo>
                    <a:pt x="25" y="151"/>
                    <a:pt x="26" y="150"/>
                    <a:pt x="26" y="152"/>
                  </a:cubicBezTo>
                  <a:cubicBezTo>
                    <a:pt x="26" y="153"/>
                    <a:pt x="28" y="153"/>
                    <a:pt x="28" y="153"/>
                  </a:cubicBezTo>
                  <a:cubicBezTo>
                    <a:pt x="28" y="153"/>
                    <a:pt x="28" y="152"/>
                    <a:pt x="29" y="153"/>
                  </a:cubicBezTo>
                  <a:cubicBezTo>
                    <a:pt x="29" y="153"/>
                    <a:pt x="29" y="153"/>
                    <a:pt x="28" y="153"/>
                  </a:cubicBezTo>
                  <a:cubicBezTo>
                    <a:pt x="28" y="153"/>
                    <a:pt x="29" y="153"/>
                    <a:pt x="29" y="153"/>
                  </a:cubicBezTo>
                  <a:cubicBezTo>
                    <a:pt x="29" y="153"/>
                    <a:pt x="29" y="153"/>
                    <a:pt x="29" y="153"/>
                  </a:cubicBezTo>
                  <a:cubicBezTo>
                    <a:pt x="29" y="154"/>
                    <a:pt x="30" y="155"/>
                    <a:pt x="30" y="154"/>
                  </a:cubicBezTo>
                  <a:cubicBezTo>
                    <a:pt x="31" y="154"/>
                    <a:pt x="31" y="155"/>
                    <a:pt x="31" y="155"/>
                  </a:cubicBezTo>
                  <a:cubicBezTo>
                    <a:pt x="31" y="155"/>
                    <a:pt x="31" y="155"/>
                    <a:pt x="31" y="155"/>
                  </a:cubicBezTo>
                  <a:cubicBezTo>
                    <a:pt x="31" y="155"/>
                    <a:pt x="31" y="155"/>
                    <a:pt x="31" y="155"/>
                  </a:cubicBezTo>
                  <a:cubicBezTo>
                    <a:pt x="31" y="155"/>
                    <a:pt x="31" y="155"/>
                    <a:pt x="31" y="155"/>
                  </a:cubicBezTo>
                  <a:cubicBezTo>
                    <a:pt x="31" y="155"/>
                    <a:pt x="31" y="155"/>
                    <a:pt x="31" y="155"/>
                  </a:cubicBezTo>
                  <a:cubicBezTo>
                    <a:pt x="32" y="155"/>
                    <a:pt x="32" y="155"/>
                    <a:pt x="32" y="155"/>
                  </a:cubicBezTo>
                  <a:cubicBezTo>
                    <a:pt x="32" y="155"/>
                    <a:pt x="32" y="155"/>
                    <a:pt x="32" y="155"/>
                  </a:cubicBezTo>
                  <a:cubicBezTo>
                    <a:pt x="32" y="155"/>
                    <a:pt x="32" y="155"/>
                    <a:pt x="32" y="155"/>
                  </a:cubicBezTo>
                  <a:cubicBezTo>
                    <a:pt x="32" y="155"/>
                    <a:pt x="32" y="155"/>
                    <a:pt x="32" y="155"/>
                  </a:cubicBezTo>
                  <a:cubicBezTo>
                    <a:pt x="32" y="155"/>
                    <a:pt x="32" y="155"/>
                    <a:pt x="32" y="155"/>
                  </a:cubicBezTo>
                  <a:cubicBezTo>
                    <a:pt x="32" y="155"/>
                    <a:pt x="32" y="155"/>
                    <a:pt x="32" y="155"/>
                  </a:cubicBezTo>
                  <a:cubicBezTo>
                    <a:pt x="32" y="155"/>
                    <a:pt x="32" y="155"/>
                    <a:pt x="32" y="155"/>
                  </a:cubicBezTo>
                  <a:cubicBezTo>
                    <a:pt x="32" y="155"/>
                    <a:pt x="32" y="155"/>
                    <a:pt x="32" y="155"/>
                  </a:cubicBezTo>
                  <a:cubicBezTo>
                    <a:pt x="32" y="155"/>
                    <a:pt x="32" y="155"/>
                    <a:pt x="32" y="155"/>
                  </a:cubicBezTo>
                  <a:cubicBezTo>
                    <a:pt x="32" y="155"/>
                    <a:pt x="32" y="155"/>
                    <a:pt x="32" y="155"/>
                  </a:cubicBezTo>
                  <a:cubicBezTo>
                    <a:pt x="32" y="155"/>
                    <a:pt x="32" y="155"/>
                    <a:pt x="32" y="155"/>
                  </a:cubicBezTo>
                  <a:cubicBezTo>
                    <a:pt x="32" y="155"/>
                    <a:pt x="32" y="155"/>
                    <a:pt x="32" y="155"/>
                  </a:cubicBezTo>
                  <a:cubicBezTo>
                    <a:pt x="32" y="155"/>
                    <a:pt x="32" y="155"/>
                    <a:pt x="32" y="155"/>
                  </a:cubicBezTo>
                  <a:cubicBezTo>
                    <a:pt x="32" y="155"/>
                    <a:pt x="32" y="155"/>
                    <a:pt x="32" y="155"/>
                  </a:cubicBezTo>
                  <a:cubicBezTo>
                    <a:pt x="32" y="155"/>
                    <a:pt x="33" y="155"/>
                    <a:pt x="33" y="155"/>
                  </a:cubicBezTo>
                  <a:cubicBezTo>
                    <a:pt x="33" y="155"/>
                    <a:pt x="33" y="155"/>
                    <a:pt x="33" y="155"/>
                  </a:cubicBezTo>
                  <a:cubicBezTo>
                    <a:pt x="33" y="155"/>
                    <a:pt x="33" y="155"/>
                    <a:pt x="33" y="155"/>
                  </a:cubicBezTo>
                  <a:cubicBezTo>
                    <a:pt x="33" y="155"/>
                    <a:pt x="33" y="155"/>
                    <a:pt x="33" y="155"/>
                  </a:cubicBezTo>
                  <a:cubicBezTo>
                    <a:pt x="33" y="155"/>
                    <a:pt x="33" y="155"/>
                    <a:pt x="33" y="155"/>
                  </a:cubicBezTo>
                  <a:cubicBezTo>
                    <a:pt x="33" y="155"/>
                    <a:pt x="33" y="155"/>
                    <a:pt x="33" y="155"/>
                  </a:cubicBezTo>
                  <a:cubicBezTo>
                    <a:pt x="33" y="155"/>
                    <a:pt x="33" y="155"/>
                    <a:pt x="33" y="155"/>
                  </a:cubicBezTo>
                  <a:cubicBezTo>
                    <a:pt x="33" y="155"/>
                    <a:pt x="33" y="155"/>
                    <a:pt x="34" y="154"/>
                  </a:cubicBezTo>
                  <a:cubicBezTo>
                    <a:pt x="35" y="154"/>
                    <a:pt x="36" y="154"/>
                    <a:pt x="37" y="155"/>
                  </a:cubicBezTo>
                  <a:cubicBezTo>
                    <a:pt x="33" y="172"/>
                    <a:pt x="26" y="196"/>
                    <a:pt x="25" y="200"/>
                  </a:cubicBezTo>
                  <a:cubicBezTo>
                    <a:pt x="23" y="207"/>
                    <a:pt x="4" y="276"/>
                    <a:pt x="3" y="282"/>
                  </a:cubicBezTo>
                  <a:cubicBezTo>
                    <a:pt x="3" y="284"/>
                    <a:pt x="1" y="289"/>
                    <a:pt x="0" y="291"/>
                  </a:cubicBezTo>
                  <a:cubicBezTo>
                    <a:pt x="0" y="291"/>
                    <a:pt x="0" y="291"/>
                    <a:pt x="0" y="291"/>
                  </a:cubicBezTo>
                  <a:cubicBezTo>
                    <a:pt x="0" y="291"/>
                    <a:pt x="0" y="291"/>
                    <a:pt x="0" y="291"/>
                  </a:cubicBezTo>
                  <a:cubicBezTo>
                    <a:pt x="0" y="291"/>
                    <a:pt x="0" y="291"/>
                    <a:pt x="0" y="291"/>
                  </a:cubicBezTo>
                  <a:cubicBezTo>
                    <a:pt x="0" y="291"/>
                    <a:pt x="0" y="291"/>
                    <a:pt x="0" y="291"/>
                  </a:cubicBezTo>
                  <a:cubicBezTo>
                    <a:pt x="0" y="291"/>
                    <a:pt x="0" y="292"/>
                    <a:pt x="0" y="292"/>
                  </a:cubicBezTo>
                  <a:cubicBezTo>
                    <a:pt x="1" y="294"/>
                    <a:pt x="11" y="294"/>
                    <a:pt x="13" y="294"/>
                  </a:cubicBezTo>
                  <a:cubicBezTo>
                    <a:pt x="15" y="293"/>
                    <a:pt x="15" y="292"/>
                    <a:pt x="24" y="295"/>
                  </a:cubicBezTo>
                  <a:cubicBezTo>
                    <a:pt x="24" y="295"/>
                    <a:pt x="25" y="295"/>
                    <a:pt x="25" y="295"/>
                  </a:cubicBezTo>
                  <a:cubicBezTo>
                    <a:pt x="25" y="295"/>
                    <a:pt x="25" y="295"/>
                    <a:pt x="25" y="295"/>
                  </a:cubicBezTo>
                  <a:cubicBezTo>
                    <a:pt x="25" y="295"/>
                    <a:pt x="25" y="295"/>
                    <a:pt x="26" y="295"/>
                  </a:cubicBezTo>
                  <a:cubicBezTo>
                    <a:pt x="26" y="295"/>
                    <a:pt x="26" y="295"/>
                    <a:pt x="26" y="295"/>
                  </a:cubicBezTo>
                  <a:cubicBezTo>
                    <a:pt x="26" y="295"/>
                    <a:pt x="26" y="295"/>
                    <a:pt x="26" y="295"/>
                  </a:cubicBezTo>
                  <a:cubicBezTo>
                    <a:pt x="27" y="295"/>
                    <a:pt x="27" y="295"/>
                    <a:pt x="27" y="295"/>
                  </a:cubicBezTo>
                  <a:cubicBezTo>
                    <a:pt x="27" y="295"/>
                    <a:pt x="27" y="295"/>
                    <a:pt x="27" y="295"/>
                  </a:cubicBezTo>
                  <a:cubicBezTo>
                    <a:pt x="27" y="295"/>
                    <a:pt x="28" y="295"/>
                    <a:pt x="28" y="295"/>
                  </a:cubicBezTo>
                  <a:cubicBezTo>
                    <a:pt x="28" y="295"/>
                    <a:pt x="28" y="295"/>
                    <a:pt x="28" y="295"/>
                  </a:cubicBezTo>
                  <a:cubicBezTo>
                    <a:pt x="28" y="295"/>
                    <a:pt x="28" y="295"/>
                    <a:pt x="29" y="295"/>
                  </a:cubicBezTo>
                  <a:cubicBezTo>
                    <a:pt x="29" y="295"/>
                    <a:pt x="29" y="295"/>
                    <a:pt x="29" y="295"/>
                  </a:cubicBezTo>
                  <a:cubicBezTo>
                    <a:pt x="29" y="295"/>
                    <a:pt x="29" y="295"/>
                    <a:pt x="29" y="295"/>
                  </a:cubicBezTo>
                  <a:cubicBezTo>
                    <a:pt x="30" y="295"/>
                    <a:pt x="30" y="295"/>
                    <a:pt x="30" y="295"/>
                  </a:cubicBezTo>
                  <a:cubicBezTo>
                    <a:pt x="30" y="295"/>
                    <a:pt x="31" y="295"/>
                    <a:pt x="31" y="295"/>
                  </a:cubicBezTo>
                  <a:cubicBezTo>
                    <a:pt x="31" y="295"/>
                    <a:pt x="31" y="295"/>
                    <a:pt x="31" y="295"/>
                  </a:cubicBezTo>
                  <a:cubicBezTo>
                    <a:pt x="31" y="295"/>
                    <a:pt x="32" y="295"/>
                    <a:pt x="32" y="295"/>
                  </a:cubicBezTo>
                  <a:cubicBezTo>
                    <a:pt x="32" y="295"/>
                    <a:pt x="32" y="295"/>
                    <a:pt x="32" y="295"/>
                  </a:cubicBezTo>
                  <a:cubicBezTo>
                    <a:pt x="32" y="295"/>
                    <a:pt x="33" y="295"/>
                    <a:pt x="33" y="295"/>
                  </a:cubicBezTo>
                  <a:cubicBezTo>
                    <a:pt x="33" y="295"/>
                    <a:pt x="33" y="295"/>
                    <a:pt x="33" y="295"/>
                  </a:cubicBezTo>
                  <a:cubicBezTo>
                    <a:pt x="33" y="295"/>
                    <a:pt x="33" y="295"/>
                    <a:pt x="34" y="295"/>
                  </a:cubicBezTo>
                  <a:cubicBezTo>
                    <a:pt x="34" y="295"/>
                    <a:pt x="34" y="295"/>
                    <a:pt x="34" y="295"/>
                  </a:cubicBezTo>
                  <a:cubicBezTo>
                    <a:pt x="34" y="295"/>
                    <a:pt x="34" y="295"/>
                    <a:pt x="34" y="295"/>
                  </a:cubicBezTo>
                  <a:cubicBezTo>
                    <a:pt x="35" y="295"/>
                    <a:pt x="35" y="295"/>
                    <a:pt x="35" y="295"/>
                  </a:cubicBezTo>
                  <a:cubicBezTo>
                    <a:pt x="35" y="295"/>
                    <a:pt x="35" y="295"/>
                    <a:pt x="35" y="295"/>
                  </a:cubicBezTo>
                  <a:cubicBezTo>
                    <a:pt x="36" y="295"/>
                    <a:pt x="36" y="295"/>
                    <a:pt x="36" y="295"/>
                  </a:cubicBezTo>
                  <a:cubicBezTo>
                    <a:pt x="36" y="295"/>
                    <a:pt x="36" y="295"/>
                    <a:pt x="36" y="295"/>
                  </a:cubicBezTo>
                  <a:cubicBezTo>
                    <a:pt x="37" y="295"/>
                    <a:pt x="37" y="294"/>
                    <a:pt x="37" y="294"/>
                  </a:cubicBezTo>
                  <a:cubicBezTo>
                    <a:pt x="37" y="294"/>
                    <a:pt x="37" y="294"/>
                    <a:pt x="37" y="294"/>
                  </a:cubicBezTo>
                  <a:cubicBezTo>
                    <a:pt x="38" y="294"/>
                    <a:pt x="38" y="294"/>
                    <a:pt x="38" y="294"/>
                  </a:cubicBezTo>
                  <a:cubicBezTo>
                    <a:pt x="38" y="294"/>
                    <a:pt x="38" y="294"/>
                    <a:pt x="38" y="294"/>
                  </a:cubicBezTo>
                  <a:cubicBezTo>
                    <a:pt x="38" y="294"/>
                    <a:pt x="39" y="294"/>
                    <a:pt x="39" y="294"/>
                  </a:cubicBezTo>
                  <a:cubicBezTo>
                    <a:pt x="39" y="294"/>
                    <a:pt x="39" y="294"/>
                    <a:pt x="39" y="294"/>
                  </a:cubicBezTo>
                  <a:cubicBezTo>
                    <a:pt x="39" y="294"/>
                    <a:pt x="39" y="294"/>
                    <a:pt x="40" y="294"/>
                  </a:cubicBezTo>
                  <a:cubicBezTo>
                    <a:pt x="40" y="294"/>
                    <a:pt x="40" y="294"/>
                    <a:pt x="40" y="294"/>
                  </a:cubicBezTo>
                  <a:cubicBezTo>
                    <a:pt x="40" y="294"/>
                    <a:pt x="40" y="294"/>
                    <a:pt x="40" y="294"/>
                  </a:cubicBezTo>
                  <a:cubicBezTo>
                    <a:pt x="40" y="294"/>
                    <a:pt x="40" y="294"/>
                    <a:pt x="40" y="294"/>
                  </a:cubicBezTo>
                  <a:cubicBezTo>
                    <a:pt x="41" y="293"/>
                    <a:pt x="41" y="293"/>
                    <a:pt x="41" y="293"/>
                  </a:cubicBezTo>
                  <a:cubicBezTo>
                    <a:pt x="41" y="293"/>
                    <a:pt x="41" y="293"/>
                    <a:pt x="41" y="293"/>
                  </a:cubicBezTo>
                  <a:cubicBezTo>
                    <a:pt x="41" y="293"/>
                    <a:pt x="42" y="293"/>
                    <a:pt x="42" y="293"/>
                  </a:cubicBezTo>
                  <a:cubicBezTo>
                    <a:pt x="42" y="293"/>
                    <a:pt x="42" y="293"/>
                    <a:pt x="42" y="293"/>
                  </a:cubicBezTo>
                  <a:cubicBezTo>
                    <a:pt x="42" y="293"/>
                    <a:pt x="42" y="293"/>
                    <a:pt x="42" y="293"/>
                  </a:cubicBezTo>
                  <a:cubicBezTo>
                    <a:pt x="42" y="293"/>
                    <a:pt x="42" y="293"/>
                    <a:pt x="43" y="293"/>
                  </a:cubicBezTo>
                  <a:cubicBezTo>
                    <a:pt x="43" y="293"/>
                    <a:pt x="43" y="293"/>
                    <a:pt x="43" y="293"/>
                  </a:cubicBezTo>
                  <a:cubicBezTo>
                    <a:pt x="43" y="293"/>
                    <a:pt x="43" y="292"/>
                    <a:pt x="43" y="292"/>
                  </a:cubicBezTo>
                  <a:cubicBezTo>
                    <a:pt x="43" y="292"/>
                    <a:pt x="43" y="292"/>
                    <a:pt x="43" y="292"/>
                  </a:cubicBezTo>
                  <a:cubicBezTo>
                    <a:pt x="43" y="292"/>
                    <a:pt x="43" y="292"/>
                    <a:pt x="43" y="292"/>
                  </a:cubicBezTo>
                  <a:cubicBezTo>
                    <a:pt x="44" y="292"/>
                    <a:pt x="44" y="292"/>
                    <a:pt x="44" y="292"/>
                  </a:cubicBezTo>
                  <a:cubicBezTo>
                    <a:pt x="44" y="292"/>
                    <a:pt x="44" y="292"/>
                    <a:pt x="44" y="292"/>
                  </a:cubicBezTo>
                  <a:cubicBezTo>
                    <a:pt x="44" y="292"/>
                    <a:pt x="44" y="292"/>
                    <a:pt x="44" y="292"/>
                  </a:cubicBezTo>
                  <a:cubicBezTo>
                    <a:pt x="44" y="292"/>
                    <a:pt x="44" y="292"/>
                    <a:pt x="44" y="292"/>
                  </a:cubicBezTo>
                  <a:cubicBezTo>
                    <a:pt x="44" y="291"/>
                    <a:pt x="44" y="291"/>
                    <a:pt x="44" y="291"/>
                  </a:cubicBezTo>
                  <a:cubicBezTo>
                    <a:pt x="44" y="291"/>
                    <a:pt x="44" y="291"/>
                    <a:pt x="44" y="291"/>
                  </a:cubicBezTo>
                  <a:cubicBezTo>
                    <a:pt x="44" y="291"/>
                    <a:pt x="44" y="291"/>
                    <a:pt x="44" y="291"/>
                  </a:cubicBezTo>
                  <a:cubicBezTo>
                    <a:pt x="44" y="291"/>
                    <a:pt x="44" y="291"/>
                    <a:pt x="44" y="291"/>
                  </a:cubicBezTo>
                  <a:cubicBezTo>
                    <a:pt x="44" y="291"/>
                    <a:pt x="44" y="291"/>
                    <a:pt x="44" y="291"/>
                  </a:cubicBezTo>
                  <a:cubicBezTo>
                    <a:pt x="44" y="291"/>
                    <a:pt x="44" y="291"/>
                    <a:pt x="44" y="291"/>
                  </a:cubicBezTo>
                  <a:cubicBezTo>
                    <a:pt x="44" y="290"/>
                    <a:pt x="44" y="290"/>
                    <a:pt x="43" y="290"/>
                  </a:cubicBezTo>
                  <a:cubicBezTo>
                    <a:pt x="39" y="287"/>
                    <a:pt x="26" y="288"/>
                    <a:pt x="22" y="284"/>
                  </a:cubicBezTo>
                  <a:cubicBezTo>
                    <a:pt x="21" y="278"/>
                    <a:pt x="21" y="278"/>
                    <a:pt x="21" y="278"/>
                  </a:cubicBezTo>
                  <a:cubicBezTo>
                    <a:pt x="21" y="278"/>
                    <a:pt x="23" y="273"/>
                    <a:pt x="23" y="272"/>
                  </a:cubicBezTo>
                  <a:cubicBezTo>
                    <a:pt x="23" y="271"/>
                    <a:pt x="47" y="209"/>
                    <a:pt x="47" y="209"/>
                  </a:cubicBezTo>
                  <a:cubicBezTo>
                    <a:pt x="47" y="209"/>
                    <a:pt x="52" y="196"/>
                    <a:pt x="59" y="181"/>
                  </a:cubicBezTo>
                  <a:cubicBezTo>
                    <a:pt x="63" y="192"/>
                    <a:pt x="67" y="202"/>
                    <a:pt x="68" y="203"/>
                  </a:cubicBezTo>
                  <a:cubicBezTo>
                    <a:pt x="70" y="206"/>
                    <a:pt x="96" y="272"/>
                    <a:pt x="96" y="273"/>
                  </a:cubicBezTo>
                  <a:cubicBezTo>
                    <a:pt x="96" y="274"/>
                    <a:pt x="96" y="280"/>
                    <a:pt x="96" y="280"/>
                  </a:cubicBezTo>
                  <a:cubicBezTo>
                    <a:pt x="100" y="284"/>
                    <a:pt x="100" y="284"/>
                    <a:pt x="100" y="284"/>
                  </a:cubicBezTo>
                  <a:cubicBezTo>
                    <a:pt x="100" y="284"/>
                    <a:pt x="100" y="284"/>
                    <a:pt x="100" y="285"/>
                  </a:cubicBezTo>
                  <a:cubicBezTo>
                    <a:pt x="100" y="285"/>
                    <a:pt x="99" y="288"/>
                    <a:pt x="100" y="290"/>
                  </a:cubicBezTo>
                  <a:cubicBezTo>
                    <a:pt x="100" y="290"/>
                    <a:pt x="100" y="290"/>
                    <a:pt x="100" y="290"/>
                  </a:cubicBezTo>
                  <a:cubicBezTo>
                    <a:pt x="100" y="290"/>
                    <a:pt x="100" y="290"/>
                    <a:pt x="100" y="290"/>
                  </a:cubicBezTo>
                  <a:cubicBezTo>
                    <a:pt x="100" y="290"/>
                    <a:pt x="100" y="290"/>
                    <a:pt x="100" y="290"/>
                  </a:cubicBezTo>
                  <a:cubicBezTo>
                    <a:pt x="100" y="291"/>
                    <a:pt x="100" y="291"/>
                    <a:pt x="100" y="291"/>
                  </a:cubicBezTo>
                  <a:cubicBezTo>
                    <a:pt x="100" y="291"/>
                    <a:pt x="100" y="291"/>
                    <a:pt x="100" y="291"/>
                  </a:cubicBezTo>
                  <a:cubicBezTo>
                    <a:pt x="100" y="291"/>
                    <a:pt x="101" y="291"/>
                    <a:pt x="101" y="291"/>
                  </a:cubicBezTo>
                  <a:cubicBezTo>
                    <a:pt x="102" y="292"/>
                    <a:pt x="112" y="290"/>
                    <a:pt x="114" y="289"/>
                  </a:cubicBezTo>
                  <a:cubicBezTo>
                    <a:pt x="117" y="288"/>
                    <a:pt x="123" y="288"/>
                    <a:pt x="125" y="288"/>
                  </a:cubicBezTo>
                  <a:cubicBezTo>
                    <a:pt x="128" y="288"/>
                    <a:pt x="143" y="286"/>
                    <a:pt x="143" y="281"/>
                  </a:cubicBezTo>
                  <a:cubicBezTo>
                    <a:pt x="143" y="281"/>
                    <a:pt x="143" y="281"/>
                    <a:pt x="143" y="281"/>
                  </a:cubicBezTo>
                  <a:cubicBezTo>
                    <a:pt x="143" y="281"/>
                    <a:pt x="143" y="281"/>
                    <a:pt x="143" y="281"/>
                  </a:cubicBezTo>
                  <a:cubicBezTo>
                    <a:pt x="143" y="281"/>
                    <a:pt x="143" y="281"/>
                    <a:pt x="143" y="281"/>
                  </a:cubicBezTo>
                  <a:close/>
                  <a:moveTo>
                    <a:pt x="67" y="19"/>
                  </a:moveTo>
                  <a:cubicBezTo>
                    <a:pt x="67" y="19"/>
                    <a:pt x="68" y="19"/>
                    <a:pt x="68" y="19"/>
                  </a:cubicBezTo>
                  <a:cubicBezTo>
                    <a:pt x="67" y="19"/>
                    <a:pt x="67" y="19"/>
                    <a:pt x="67" y="19"/>
                  </a:cubicBezTo>
                  <a:cubicBezTo>
                    <a:pt x="67" y="19"/>
                    <a:pt x="67" y="19"/>
                    <a:pt x="67" y="19"/>
                  </a:cubicBezTo>
                  <a:cubicBezTo>
                    <a:pt x="67" y="19"/>
                    <a:pt x="67" y="19"/>
                    <a:pt x="67" y="19"/>
                  </a:cubicBezTo>
                  <a:close/>
                  <a:moveTo>
                    <a:pt x="66" y="20"/>
                  </a:moveTo>
                  <a:cubicBezTo>
                    <a:pt x="66" y="20"/>
                    <a:pt x="66" y="20"/>
                    <a:pt x="66" y="20"/>
                  </a:cubicBezTo>
                  <a:cubicBezTo>
                    <a:pt x="66" y="20"/>
                    <a:pt x="66" y="20"/>
                    <a:pt x="66" y="20"/>
                  </a:cubicBezTo>
                  <a:cubicBezTo>
                    <a:pt x="66" y="20"/>
                    <a:pt x="66" y="20"/>
                    <a:pt x="66" y="20"/>
                  </a:cubicBezTo>
                  <a:cubicBezTo>
                    <a:pt x="67" y="20"/>
                    <a:pt x="67" y="20"/>
                    <a:pt x="67" y="20"/>
                  </a:cubicBezTo>
                  <a:cubicBezTo>
                    <a:pt x="67" y="20"/>
                    <a:pt x="67" y="21"/>
                    <a:pt x="67" y="21"/>
                  </a:cubicBezTo>
                  <a:cubicBezTo>
                    <a:pt x="67" y="22"/>
                    <a:pt x="66" y="22"/>
                    <a:pt x="66" y="22"/>
                  </a:cubicBezTo>
                  <a:cubicBezTo>
                    <a:pt x="66" y="21"/>
                    <a:pt x="66" y="20"/>
                    <a:pt x="66" y="20"/>
                  </a:cubicBezTo>
                  <a:close/>
                  <a:moveTo>
                    <a:pt x="66" y="22"/>
                  </a:moveTo>
                  <a:cubicBezTo>
                    <a:pt x="66" y="22"/>
                    <a:pt x="67" y="22"/>
                    <a:pt x="67" y="22"/>
                  </a:cubicBezTo>
                  <a:cubicBezTo>
                    <a:pt x="67" y="21"/>
                    <a:pt x="67" y="20"/>
                    <a:pt x="68" y="20"/>
                  </a:cubicBezTo>
                  <a:cubicBezTo>
                    <a:pt x="68" y="20"/>
                    <a:pt x="68" y="20"/>
                    <a:pt x="68" y="20"/>
                  </a:cubicBezTo>
                  <a:cubicBezTo>
                    <a:pt x="67" y="22"/>
                    <a:pt x="67" y="22"/>
                    <a:pt x="67" y="22"/>
                  </a:cubicBezTo>
                  <a:cubicBezTo>
                    <a:pt x="67" y="22"/>
                    <a:pt x="66" y="22"/>
                    <a:pt x="66" y="22"/>
                  </a:cubicBezTo>
                  <a:cubicBezTo>
                    <a:pt x="66" y="22"/>
                    <a:pt x="66" y="22"/>
                    <a:pt x="66" y="22"/>
                  </a:cubicBezTo>
                  <a:close/>
                  <a:moveTo>
                    <a:pt x="41" y="18"/>
                  </a:moveTo>
                  <a:cubicBezTo>
                    <a:pt x="41" y="18"/>
                    <a:pt x="42" y="18"/>
                    <a:pt x="42" y="18"/>
                  </a:cubicBezTo>
                  <a:cubicBezTo>
                    <a:pt x="42" y="18"/>
                    <a:pt x="41" y="18"/>
                    <a:pt x="41" y="18"/>
                  </a:cubicBezTo>
                  <a:close/>
                  <a:moveTo>
                    <a:pt x="42" y="18"/>
                  </a:moveTo>
                  <a:cubicBezTo>
                    <a:pt x="42" y="18"/>
                    <a:pt x="42" y="18"/>
                    <a:pt x="42" y="18"/>
                  </a:cubicBezTo>
                  <a:cubicBezTo>
                    <a:pt x="42" y="18"/>
                    <a:pt x="42" y="18"/>
                    <a:pt x="42" y="18"/>
                  </a:cubicBezTo>
                  <a:cubicBezTo>
                    <a:pt x="42" y="18"/>
                    <a:pt x="42" y="18"/>
                    <a:pt x="42" y="18"/>
                  </a:cubicBezTo>
                  <a:close/>
                  <a:moveTo>
                    <a:pt x="45" y="22"/>
                  </a:moveTo>
                  <a:cubicBezTo>
                    <a:pt x="45" y="22"/>
                    <a:pt x="45" y="22"/>
                    <a:pt x="45" y="22"/>
                  </a:cubicBezTo>
                  <a:cubicBezTo>
                    <a:pt x="45" y="22"/>
                    <a:pt x="45" y="22"/>
                    <a:pt x="45" y="22"/>
                  </a:cubicBezTo>
                  <a:close/>
                  <a:moveTo>
                    <a:pt x="41" y="33"/>
                  </a:moveTo>
                  <a:cubicBezTo>
                    <a:pt x="41" y="33"/>
                    <a:pt x="41" y="33"/>
                    <a:pt x="41" y="33"/>
                  </a:cubicBezTo>
                  <a:cubicBezTo>
                    <a:pt x="41" y="33"/>
                    <a:pt x="41" y="33"/>
                    <a:pt x="41" y="33"/>
                  </a:cubicBezTo>
                  <a:cubicBezTo>
                    <a:pt x="41" y="33"/>
                    <a:pt x="41" y="33"/>
                    <a:pt x="41" y="33"/>
                  </a:cubicBezTo>
                  <a:close/>
                  <a:moveTo>
                    <a:pt x="33" y="91"/>
                  </a:moveTo>
                  <a:cubicBezTo>
                    <a:pt x="34" y="88"/>
                    <a:pt x="34" y="88"/>
                    <a:pt x="34" y="88"/>
                  </a:cubicBezTo>
                  <a:cubicBezTo>
                    <a:pt x="35" y="91"/>
                    <a:pt x="37" y="94"/>
                    <a:pt x="38" y="98"/>
                  </a:cubicBezTo>
                  <a:cubicBezTo>
                    <a:pt x="38" y="98"/>
                    <a:pt x="38" y="99"/>
                    <a:pt x="38" y="100"/>
                  </a:cubicBezTo>
                  <a:cubicBezTo>
                    <a:pt x="38" y="100"/>
                    <a:pt x="40" y="107"/>
                    <a:pt x="38" y="122"/>
                  </a:cubicBezTo>
                  <a:lnTo>
                    <a:pt x="33" y="91"/>
                  </a:ln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172"/>
            <p:cNvSpPr>
              <a:spLocks/>
            </p:cNvSpPr>
            <p:nvPr/>
          </p:nvSpPr>
          <p:spPr bwMode="auto">
            <a:xfrm>
              <a:off x="2936876" y="1338263"/>
              <a:ext cx="266700" cy="549275"/>
            </a:xfrm>
            <a:custGeom>
              <a:avLst/>
              <a:gdLst>
                <a:gd name="T0" fmla="*/ 4 w 168"/>
                <a:gd name="T1" fmla="*/ 346 h 346"/>
                <a:gd name="T2" fmla="*/ 0 w 168"/>
                <a:gd name="T3" fmla="*/ 344 h 346"/>
                <a:gd name="T4" fmla="*/ 165 w 168"/>
                <a:gd name="T5" fmla="*/ 0 h 346"/>
                <a:gd name="T6" fmla="*/ 168 w 168"/>
                <a:gd name="T7" fmla="*/ 3 h 346"/>
                <a:gd name="T8" fmla="*/ 4 w 168"/>
                <a:gd name="T9" fmla="*/ 346 h 346"/>
              </a:gdLst>
              <a:ahLst/>
              <a:cxnLst>
                <a:cxn ang="0">
                  <a:pos x="T0" y="T1"/>
                </a:cxn>
                <a:cxn ang="0">
                  <a:pos x="T2" y="T3"/>
                </a:cxn>
                <a:cxn ang="0">
                  <a:pos x="T4" y="T5"/>
                </a:cxn>
                <a:cxn ang="0">
                  <a:pos x="T6" y="T7"/>
                </a:cxn>
                <a:cxn ang="0">
                  <a:pos x="T8" y="T9"/>
                </a:cxn>
              </a:cxnLst>
              <a:rect l="0" t="0" r="r" b="b"/>
              <a:pathLst>
                <a:path w="168" h="346">
                  <a:moveTo>
                    <a:pt x="4" y="346"/>
                  </a:moveTo>
                  <a:lnTo>
                    <a:pt x="0" y="344"/>
                  </a:lnTo>
                  <a:lnTo>
                    <a:pt x="165" y="0"/>
                  </a:lnTo>
                  <a:lnTo>
                    <a:pt x="168" y="3"/>
                  </a:lnTo>
                  <a:lnTo>
                    <a:pt x="4" y="346"/>
                  </a:ln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173"/>
            <p:cNvSpPr>
              <a:spLocks/>
            </p:cNvSpPr>
            <p:nvPr/>
          </p:nvSpPr>
          <p:spPr bwMode="auto">
            <a:xfrm>
              <a:off x="2921001" y="1338263"/>
              <a:ext cx="266700" cy="549275"/>
            </a:xfrm>
            <a:custGeom>
              <a:avLst/>
              <a:gdLst>
                <a:gd name="T0" fmla="*/ 2 w 168"/>
                <a:gd name="T1" fmla="*/ 346 h 346"/>
                <a:gd name="T2" fmla="*/ 0 w 168"/>
                <a:gd name="T3" fmla="*/ 344 h 346"/>
                <a:gd name="T4" fmla="*/ 163 w 168"/>
                <a:gd name="T5" fmla="*/ 0 h 346"/>
                <a:gd name="T6" fmla="*/ 168 w 168"/>
                <a:gd name="T7" fmla="*/ 3 h 346"/>
                <a:gd name="T8" fmla="*/ 2 w 168"/>
                <a:gd name="T9" fmla="*/ 346 h 346"/>
              </a:gdLst>
              <a:ahLst/>
              <a:cxnLst>
                <a:cxn ang="0">
                  <a:pos x="T0" y="T1"/>
                </a:cxn>
                <a:cxn ang="0">
                  <a:pos x="T2" y="T3"/>
                </a:cxn>
                <a:cxn ang="0">
                  <a:pos x="T4" y="T5"/>
                </a:cxn>
                <a:cxn ang="0">
                  <a:pos x="T6" y="T7"/>
                </a:cxn>
                <a:cxn ang="0">
                  <a:pos x="T8" y="T9"/>
                </a:cxn>
              </a:cxnLst>
              <a:rect l="0" t="0" r="r" b="b"/>
              <a:pathLst>
                <a:path w="168" h="346">
                  <a:moveTo>
                    <a:pt x="2" y="346"/>
                  </a:moveTo>
                  <a:lnTo>
                    <a:pt x="0" y="344"/>
                  </a:lnTo>
                  <a:lnTo>
                    <a:pt x="163" y="0"/>
                  </a:lnTo>
                  <a:lnTo>
                    <a:pt x="168" y="3"/>
                  </a:lnTo>
                  <a:lnTo>
                    <a:pt x="2" y="346"/>
                  </a:ln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174"/>
            <p:cNvSpPr>
              <a:spLocks/>
            </p:cNvSpPr>
            <p:nvPr/>
          </p:nvSpPr>
          <p:spPr bwMode="auto">
            <a:xfrm>
              <a:off x="2797176" y="1549400"/>
              <a:ext cx="274638" cy="346075"/>
            </a:xfrm>
            <a:custGeom>
              <a:avLst/>
              <a:gdLst>
                <a:gd name="T0" fmla="*/ 41 w 73"/>
                <a:gd name="T1" fmla="*/ 89 h 92"/>
                <a:gd name="T2" fmla="*/ 36 w 73"/>
                <a:gd name="T3" fmla="*/ 91 h 92"/>
                <a:gd name="T4" fmla="*/ 5 w 73"/>
                <a:gd name="T5" fmla="*/ 77 h 92"/>
                <a:gd name="T6" fmla="*/ 5 w 73"/>
                <a:gd name="T7" fmla="*/ 64 h 92"/>
                <a:gd name="T8" fmla="*/ 20 w 73"/>
                <a:gd name="T9" fmla="*/ 29 h 92"/>
                <a:gd name="T10" fmla="*/ 23 w 73"/>
                <a:gd name="T11" fmla="*/ 20 h 92"/>
                <a:gd name="T12" fmla="*/ 28 w 73"/>
                <a:gd name="T13" fmla="*/ 9 h 92"/>
                <a:gd name="T14" fmla="*/ 32 w 73"/>
                <a:gd name="T15" fmla="*/ 3 h 92"/>
                <a:gd name="T16" fmla="*/ 37 w 73"/>
                <a:gd name="T17" fmla="*/ 1 h 92"/>
                <a:gd name="T18" fmla="*/ 58 w 73"/>
                <a:gd name="T19" fmla="*/ 0 h 92"/>
                <a:gd name="T20" fmla="*/ 68 w 73"/>
                <a:gd name="T21" fmla="*/ 5 h 92"/>
                <a:gd name="T22" fmla="*/ 71 w 73"/>
                <a:gd name="T23" fmla="*/ 17 h 92"/>
                <a:gd name="T24" fmla="*/ 72 w 73"/>
                <a:gd name="T25" fmla="*/ 21 h 92"/>
                <a:gd name="T26" fmla="*/ 41 w 73"/>
                <a:gd name="T27" fmla="*/ 89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3" h="92">
                  <a:moveTo>
                    <a:pt x="41" y="89"/>
                  </a:moveTo>
                  <a:cubicBezTo>
                    <a:pt x="40" y="91"/>
                    <a:pt x="38" y="92"/>
                    <a:pt x="36" y="91"/>
                  </a:cubicBezTo>
                  <a:cubicBezTo>
                    <a:pt x="5" y="77"/>
                    <a:pt x="5" y="77"/>
                    <a:pt x="5" y="77"/>
                  </a:cubicBezTo>
                  <a:cubicBezTo>
                    <a:pt x="0" y="74"/>
                    <a:pt x="4" y="66"/>
                    <a:pt x="5" y="64"/>
                  </a:cubicBezTo>
                  <a:cubicBezTo>
                    <a:pt x="20" y="29"/>
                    <a:pt x="20" y="29"/>
                    <a:pt x="20" y="29"/>
                  </a:cubicBezTo>
                  <a:cubicBezTo>
                    <a:pt x="23" y="20"/>
                    <a:pt x="23" y="20"/>
                    <a:pt x="23" y="20"/>
                  </a:cubicBezTo>
                  <a:cubicBezTo>
                    <a:pt x="28" y="9"/>
                    <a:pt x="28" y="9"/>
                    <a:pt x="28" y="9"/>
                  </a:cubicBezTo>
                  <a:cubicBezTo>
                    <a:pt x="32" y="3"/>
                    <a:pt x="32" y="3"/>
                    <a:pt x="32" y="3"/>
                  </a:cubicBezTo>
                  <a:cubicBezTo>
                    <a:pt x="33" y="1"/>
                    <a:pt x="35" y="0"/>
                    <a:pt x="37" y="1"/>
                  </a:cubicBezTo>
                  <a:cubicBezTo>
                    <a:pt x="58" y="0"/>
                    <a:pt x="58" y="0"/>
                    <a:pt x="58" y="0"/>
                  </a:cubicBezTo>
                  <a:cubicBezTo>
                    <a:pt x="68" y="5"/>
                    <a:pt x="68" y="5"/>
                    <a:pt x="68" y="5"/>
                  </a:cubicBezTo>
                  <a:cubicBezTo>
                    <a:pt x="71" y="17"/>
                    <a:pt x="71" y="17"/>
                    <a:pt x="71" y="17"/>
                  </a:cubicBezTo>
                  <a:cubicBezTo>
                    <a:pt x="72" y="17"/>
                    <a:pt x="73" y="19"/>
                    <a:pt x="72" y="21"/>
                  </a:cubicBezTo>
                  <a:lnTo>
                    <a:pt x="41" y="89"/>
                  </a:ln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Oval 175"/>
            <p:cNvSpPr>
              <a:spLocks noChangeArrowheads="1"/>
            </p:cNvSpPr>
            <p:nvPr/>
          </p:nvSpPr>
          <p:spPr bwMode="auto">
            <a:xfrm>
              <a:off x="2909888" y="1865313"/>
              <a:ext cx="30163" cy="36512"/>
            </a:xfrm>
            <a:prstGeom prst="ellipse">
              <a:avLst/>
            </a:pr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 name="组合 5"/>
          <p:cNvGrpSpPr/>
          <p:nvPr/>
        </p:nvGrpSpPr>
        <p:grpSpPr>
          <a:xfrm>
            <a:off x="5991453" y="3409525"/>
            <a:ext cx="4268787" cy="1739900"/>
            <a:chOff x="4210051" y="2868613"/>
            <a:chExt cx="4268787" cy="1739900"/>
          </a:xfrm>
        </p:grpSpPr>
        <p:sp>
          <p:nvSpPr>
            <p:cNvPr id="183" name="Freeform 176"/>
            <p:cNvSpPr>
              <a:spLocks/>
            </p:cNvSpPr>
            <p:nvPr/>
          </p:nvSpPr>
          <p:spPr bwMode="auto">
            <a:xfrm>
              <a:off x="4210051" y="2868613"/>
              <a:ext cx="990600" cy="1739900"/>
            </a:xfrm>
            <a:custGeom>
              <a:avLst/>
              <a:gdLst>
                <a:gd name="T0" fmla="*/ 624 w 624"/>
                <a:gd name="T1" fmla="*/ 0 h 1096"/>
                <a:gd name="T2" fmla="*/ 0 w 624"/>
                <a:gd name="T3" fmla="*/ 549 h 1096"/>
                <a:gd name="T4" fmla="*/ 624 w 624"/>
                <a:gd name="T5" fmla="*/ 1096 h 1096"/>
                <a:gd name="T6" fmla="*/ 624 w 624"/>
                <a:gd name="T7" fmla="*/ 0 h 1096"/>
              </a:gdLst>
              <a:ahLst/>
              <a:cxnLst>
                <a:cxn ang="0">
                  <a:pos x="T0" y="T1"/>
                </a:cxn>
                <a:cxn ang="0">
                  <a:pos x="T2" y="T3"/>
                </a:cxn>
                <a:cxn ang="0">
                  <a:pos x="T4" y="T5"/>
                </a:cxn>
                <a:cxn ang="0">
                  <a:pos x="T6" y="T7"/>
                </a:cxn>
              </a:cxnLst>
              <a:rect l="0" t="0" r="r" b="b"/>
              <a:pathLst>
                <a:path w="624" h="1096">
                  <a:moveTo>
                    <a:pt x="624" y="0"/>
                  </a:moveTo>
                  <a:lnTo>
                    <a:pt x="0" y="549"/>
                  </a:lnTo>
                  <a:lnTo>
                    <a:pt x="624" y="1096"/>
                  </a:lnTo>
                  <a:lnTo>
                    <a:pt x="624" y="0"/>
                  </a:ln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Rectangle 177"/>
            <p:cNvSpPr>
              <a:spLocks noChangeArrowheads="1"/>
            </p:cNvSpPr>
            <p:nvPr/>
          </p:nvSpPr>
          <p:spPr bwMode="auto">
            <a:xfrm>
              <a:off x="5110163" y="3097213"/>
              <a:ext cx="3368675" cy="1282700"/>
            </a:xfrm>
            <a:prstGeom prst="rect">
              <a:avLst/>
            </a:pr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 name="组合 1"/>
          <p:cNvGrpSpPr/>
          <p:nvPr/>
        </p:nvGrpSpPr>
        <p:grpSpPr>
          <a:xfrm>
            <a:off x="7485290" y="2476558"/>
            <a:ext cx="525463" cy="1195387"/>
            <a:chOff x="5703888" y="1962150"/>
            <a:chExt cx="525463" cy="1195387"/>
          </a:xfrm>
        </p:grpSpPr>
        <p:sp>
          <p:nvSpPr>
            <p:cNvPr id="185" name="Freeform 178"/>
            <p:cNvSpPr>
              <a:spLocks noEditPoints="1"/>
            </p:cNvSpPr>
            <p:nvPr/>
          </p:nvSpPr>
          <p:spPr bwMode="auto">
            <a:xfrm>
              <a:off x="5703888" y="1962150"/>
              <a:ext cx="390525" cy="1195387"/>
            </a:xfrm>
            <a:custGeom>
              <a:avLst/>
              <a:gdLst>
                <a:gd name="T0" fmla="*/ 92 w 104"/>
                <a:gd name="T1" fmla="*/ 139 h 318"/>
                <a:gd name="T2" fmla="*/ 76 w 104"/>
                <a:gd name="T3" fmla="*/ 59 h 318"/>
                <a:gd name="T4" fmla="*/ 74 w 104"/>
                <a:gd name="T5" fmla="*/ 58 h 318"/>
                <a:gd name="T6" fmla="*/ 72 w 104"/>
                <a:gd name="T7" fmla="*/ 58 h 318"/>
                <a:gd name="T8" fmla="*/ 61 w 104"/>
                <a:gd name="T9" fmla="*/ 55 h 318"/>
                <a:gd name="T10" fmla="*/ 60 w 104"/>
                <a:gd name="T11" fmla="*/ 52 h 318"/>
                <a:gd name="T12" fmla="*/ 59 w 104"/>
                <a:gd name="T13" fmla="*/ 50 h 318"/>
                <a:gd name="T14" fmla="*/ 61 w 104"/>
                <a:gd name="T15" fmla="*/ 3 h 318"/>
                <a:gd name="T16" fmla="*/ 43 w 104"/>
                <a:gd name="T17" fmla="*/ 44 h 318"/>
                <a:gd name="T18" fmla="*/ 44 w 104"/>
                <a:gd name="T19" fmla="*/ 51 h 318"/>
                <a:gd name="T20" fmla="*/ 42 w 104"/>
                <a:gd name="T21" fmla="*/ 55 h 318"/>
                <a:gd name="T22" fmla="*/ 26 w 104"/>
                <a:gd name="T23" fmla="*/ 131 h 318"/>
                <a:gd name="T24" fmla="*/ 30 w 104"/>
                <a:gd name="T25" fmla="*/ 133 h 318"/>
                <a:gd name="T26" fmla="*/ 30 w 104"/>
                <a:gd name="T27" fmla="*/ 133 h 318"/>
                <a:gd name="T28" fmla="*/ 31 w 104"/>
                <a:gd name="T29" fmla="*/ 133 h 318"/>
                <a:gd name="T30" fmla="*/ 33 w 104"/>
                <a:gd name="T31" fmla="*/ 132 h 318"/>
                <a:gd name="T32" fmla="*/ 34 w 104"/>
                <a:gd name="T33" fmla="*/ 131 h 318"/>
                <a:gd name="T34" fmla="*/ 34 w 104"/>
                <a:gd name="T35" fmla="*/ 130 h 318"/>
                <a:gd name="T36" fmla="*/ 36 w 104"/>
                <a:gd name="T37" fmla="*/ 168 h 318"/>
                <a:gd name="T38" fmla="*/ 36 w 104"/>
                <a:gd name="T39" fmla="*/ 172 h 318"/>
                <a:gd name="T40" fmla="*/ 38 w 104"/>
                <a:gd name="T41" fmla="*/ 176 h 318"/>
                <a:gd name="T42" fmla="*/ 39 w 104"/>
                <a:gd name="T43" fmla="*/ 181 h 318"/>
                <a:gd name="T44" fmla="*/ 40 w 104"/>
                <a:gd name="T45" fmla="*/ 184 h 318"/>
                <a:gd name="T46" fmla="*/ 44 w 104"/>
                <a:gd name="T47" fmla="*/ 245 h 318"/>
                <a:gd name="T48" fmla="*/ 44 w 104"/>
                <a:gd name="T49" fmla="*/ 246 h 318"/>
                <a:gd name="T50" fmla="*/ 44 w 104"/>
                <a:gd name="T51" fmla="*/ 292 h 318"/>
                <a:gd name="T52" fmla="*/ 51 w 104"/>
                <a:gd name="T53" fmla="*/ 304 h 318"/>
                <a:gd name="T54" fmla="*/ 59 w 104"/>
                <a:gd name="T55" fmla="*/ 315 h 318"/>
                <a:gd name="T56" fmla="*/ 65 w 104"/>
                <a:gd name="T57" fmla="*/ 261 h 318"/>
                <a:gd name="T58" fmla="*/ 75 w 104"/>
                <a:gd name="T59" fmla="*/ 183 h 318"/>
                <a:gd name="T60" fmla="*/ 81 w 104"/>
                <a:gd name="T61" fmla="*/ 163 h 318"/>
                <a:gd name="T62" fmla="*/ 78 w 104"/>
                <a:gd name="T63" fmla="*/ 127 h 318"/>
                <a:gd name="T64" fmla="*/ 77 w 104"/>
                <a:gd name="T65" fmla="*/ 116 h 318"/>
                <a:gd name="T66" fmla="*/ 85 w 104"/>
                <a:gd name="T67" fmla="*/ 142 h 318"/>
                <a:gd name="T68" fmla="*/ 96 w 104"/>
                <a:gd name="T69" fmla="*/ 153 h 318"/>
                <a:gd name="T70" fmla="*/ 93 w 104"/>
                <a:gd name="T71" fmla="*/ 158 h 318"/>
                <a:gd name="T72" fmla="*/ 97 w 104"/>
                <a:gd name="T73" fmla="*/ 158 h 318"/>
                <a:gd name="T74" fmla="*/ 97 w 104"/>
                <a:gd name="T75" fmla="*/ 159 h 318"/>
                <a:gd name="T76" fmla="*/ 97 w 104"/>
                <a:gd name="T77" fmla="*/ 159 h 318"/>
                <a:gd name="T78" fmla="*/ 103 w 104"/>
                <a:gd name="T79" fmla="*/ 146 h 318"/>
                <a:gd name="T80" fmla="*/ 56 w 104"/>
                <a:gd name="T81" fmla="*/ 261 h 318"/>
                <a:gd name="T82" fmla="*/ 56 w 104"/>
                <a:gd name="T83" fmla="*/ 267 h 318"/>
                <a:gd name="T84" fmla="*/ 56 w 104"/>
                <a:gd name="T85" fmla="*/ 269 h 318"/>
                <a:gd name="T86" fmla="*/ 55 w 104"/>
                <a:gd name="T87" fmla="*/ 273 h 318"/>
                <a:gd name="T88" fmla="*/ 55 w 104"/>
                <a:gd name="T89" fmla="*/ 268 h 318"/>
                <a:gd name="T90" fmla="*/ 55 w 104"/>
                <a:gd name="T91" fmla="*/ 251 h 318"/>
                <a:gd name="T92" fmla="*/ 55 w 104"/>
                <a:gd name="T93" fmla="*/ 245 h 318"/>
                <a:gd name="T94" fmla="*/ 55 w 104"/>
                <a:gd name="T95" fmla="*/ 239 h 318"/>
                <a:gd name="T96" fmla="*/ 56 w 104"/>
                <a:gd name="T97" fmla="*/ 176 h 318"/>
                <a:gd name="T98" fmla="*/ 57 w 104"/>
                <a:gd name="T99" fmla="*/ 168 h 318"/>
                <a:gd name="T100" fmla="*/ 59 w 104"/>
                <a:gd name="T101" fmla="*/ 173 h 318"/>
                <a:gd name="T102" fmla="*/ 59 w 104"/>
                <a:gd name="T103" fmla="*/ 200 h 318"/>
                <a:gd name="T104" fmla="*/ 12 w 104"/>
                <a:gd name="T105" fmla="*/ 99 h 318"/>
                <a:gd name="T106" fmla="*/ 32 w 104"/>
                <a:gd name="T107" fmla="*/ 124 h 318"/>
                <a:gd name="T108" fmla="*/ 31 w 104"/>
                <a:gd name="T109" fmla="*/ 125 h 318"/>
                <a:gd name="T110" fmla="*/ 31 w 104"/>
                <a:gd name="T111" fmla="*/ 126 h 318"/>
                <a:gd name="T112" fmla="*/ 30 w 104"/>
                <a:gd name="T113" fmla="*/ 127 h 318"/>
                <a:gd name="T114" fmla="*/ 29 w 104"/>
                <a:gd name="T115" fmla="*/ 128 h 318"/>
                <a:gd name="T116" fmla="*/ 96 w 104"/>
                <a:gd name="T117" fmla="*/ 149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4" h="318">
                  <a:moveTo>
                    <a:pt x="103" y="146"/>
                  </a:moveTo>
                  <a:cubicBezTo>
                    <a:pt x="103" y="146"/>
                    <a:pt x="103" y="146"/>
                    <a:pt x="103" y="146"/>
                  </a:cubicBezTo>
                  <a:cubicBezTo>
                    <a:pt x="103" y="146"/>
                    <a:pt x="103" y="146"/>
                    <a:pt x="103" y="146"/>
                  </a:cubicBezTo>
                  <a:cubicBezTo>
                    <a:pt x="103" y="146"/>
                    <a:pt x="103" y="146"/>
                    <a:pt x="103" y="146"/>
                  </a:cubicBezTo>
                  <a:cubicBezTo>
                    <a:pt x="103" y="146"/>
                    <a:pt x="103" y="146"/>
                    <a:pt x="103" y="145"/>
                  </a:cubicBezTo>
                  <a:cubicBezTo>
                    <a:pt x="102" y="145"/>
                    <a:pt x="98" y="143"/>
                    <a:pt x="95" y="141"/>
                  </a:cubicBezTo>
                  <a:cubicBezTo>
                    <a:pt x="94" y="141"/>
                    <a:pt x="93" y="140"/>
                    <a:pt x="92" y="139"/>
                  </a:cubicBezTo>
                  <a:cubicBezTo>
                    <a:pt x="92" y="139"/>
                    <a:pt x="93" y="139"/>
                    <a:pt x="93" y="139"/>
                  </a:cubicBezTo>
                  <a:cubicBezTo>
                    <a:pt x="93" y="139"/>
                    <a:pt x="87" y="109"/>
                    <a:pt x="84" y="98"/>
                  </a:cubicBezTo>
                  <a:cubicBezTo>
                    <a:pt x="82" y="87"/>
                    <a:pt x="81" y="65"/>
                    <a:pt x="76" y="59"/>
                  </a:cubicBezTo>
                  <a:cubicBezTo>
                    <a:pt x="76" y="59"/>
                    <a:pt x="76" y="59"/>
                    <a:pt x="76" y="59"/>
                  </a:cubicBezTo>
                  <a:cubicBezTo>
                    <a:pt x="76" y="59"/>
                    <a:pt x="76" y="59"/>
                    <a:pt x="76" y="59"/>
                  </a:cubicBezTo>
                  <a:cubicBezTo>
                    <a:pt x="76" y="59"/>
                    <a:pt x="76" y="59"/>
                    <a:pt x="76" y="59"/>
                  </a:cubicBezTo>
                  <a:cubicBezTo>
                    <a:pt x="76" y="59"/>
                    <a:pt x="76" y="59"/>
                    <a:pt x="76" y="59"/>
                  </a:cubicBezTo>
                  <a:cubicBezTo>
                    <a:pt x="76" y="59"/>
                    <a:pt x="76" y="59"/>
                    <a:pt x="76" y="59"/>
                  </a:cubicBezTo>
                  <a:cubicBezTo>
                    <a:pt x="76" y="59"/>
                    <a:pt x="76" y="59"/>
                    <a:pt x="76" y="59"/>
                  </a:cubicBezTo>
                  <a:cubicBezTo>
                    <a:pt x="76" y="59"/>
                    <a:pt x="75" y="59"/>
                    <a:pt x="75" y="59"/>
                  </a:cubicBezTo>
                  <a:cubicBezTo>
                    <a:pt x="75" y="59"/>
                    <a:pt x="75" y="59"/>
                    <a:pt x="75" y="59"/>
                  </a:cubicBezTo>
                  <a:cubicBezTo>
                    <a:pt x="75" y="59"/>
                    <a:pt x="75" y="59"/>
                    <a:pt x="75" y="59"/>
                  </a:cubicBezTo>
                  <a:cubicBezTo>
                    <a:pt x="75" y="59"/>
                    <a:pt x="75" y="59"/>
                    <a:pt x="75" y="59"/>
                  </a:cubicBezTo>
                  <a:cubicBezTo>
                    <a:pt x="75" y="59"/>
                    <a:pt x="74" y="58"/>
                    <a:pt x="74" y="58"/>
                  </a:cubicBezTo>
                  <a:cubicBezTo>
                    <a:pt x="74" y="58"/>
                    <a:pt x="74" y="58"/>
                    <a:pt x="74" y="58"/>
                  </a:cubicBezTo>
                  <a:cubicBezTo>
                    <a:pt x="74" y="58"/>
                    <a:pt x="74" y="58"/>
                    <a:pt x="74" y="58"/>
                  </a:cubicBezTo>
                  <a:cubicBezTo>
                    <a:pt x="74" y="58"/>
                    <a:pt x="74" y="58"/>
                    <a:pt x="74" y="58"/>
                  </a:cubicBezTo>
                  <a:cubicBezTo>
                    <a:pt x="74" y="58"/>
                    <a:pt x="74" y="58"/>
                    <a:pt x="74" y="58"/>
                  </a:cubicBezTo>
                  <a:cubicBezTo>
                    <a:pt x="74" y="58"/>
                    <a:pt x="73" y="58"/>
                    <a:pt x="73" y="58"/>
                  </a:cubicBezTo>
                  <a:cubicBezTo>
                    <a:pt x="73" y="58"/>
                    <a:pt x="73" y="58"/>
                    <a:pt x="73" y="58"/>
                  </a:cubicBezTo>
                  <a:cubicBezTo>
                    <a:pt x="73" y="58"/>
                    <a:pt x="73" y="58"/>
                    <a:pt x="72" y="58"/>
                  </a:cubicBezTo>
                  <a:cubicBezTo>
                    <a:pt x="72" y="58"/>
                    <a:pt x="72" y="58"/>
                    <a:pt x="72" y="58"/>
                  </a:cubicBezTo>
                  <a:cubicBezTo>
                    <a:pt x="71" y="58"/>
                    <a:pt x="70" y="58"/>
                    <a:pt x="69" y="57"/>
                  </a:cubicBezTo>
                  <a:cubicBezTo>
                    <a:pt x="69" y="57"/>
                    <a:pt x="69" y="57"/>
                    <a:pt x="69" y="57"/>
                  </a:cubicBezTo>
                  <a:cubicBezTo>
                    <a:pt x="69" y="57"/>
                    <a:pt x="69" y="57"/>
                    <a:pt x="68" y="57"/>
                  </a:cubicBezTo>
                  <a:cubicBezTo>
                    <a:pt x="68" y="57"/>
                    <a:pt x="68" y="57"/>
                    <a:pt x="68" y="57"/>
                  </a:cubicBezTo>
                  <a:cubicBezTo>
                    <a:pt x="67" y="57"/>
                    <a:pt x="65" y="57"/>
                    <a:pt x="63" y="57"/>
                  </a:cubicBezTo>
                  <a:cubicBezTo>
                    <a:pt x="62" y="56"/>
                    <a:pt x="62" y="56"/>
                    <a:pt x="61" y="55"/>
                  </a:cubicBezTo>
                  <a:cubicBezTo>
                    <a:pt x="61" y="56"/>
                    <a:pt x="61" y="56"/>
                    <a:pt x="61" y="56"/>
                  </a:cubicBezTo>
                  <a:cubicBezTo>
                    <a:pt x="61" y="55"/>
                    <a:pt x="60" y="54"/>
                    <a:pt x="60" y="53"/>
                  </a:cubicBezTo>
                  <a:cubicBezTo>
                    <a:pt x="60" y="53"/>
                    <a:pt x="60" y="53"/>
                    <a:pt x="60" y="53"/>
                  </a:cubicBezTo>
                  <a:cubicBezTo>
                    <a:pt x="60" y="53"/>
                    <a:pt x="60" y="53"/>
                    <a:pt x="60" y="53"/>
                  </a:cubicBezTo>
                  <a:cubicBezTo>
                    <a:pt x="60" y="53"/>
                    <a:pt x="60" y="53"/>
                    <a:pt x="60" y="52"/>
                  </a:cubicBezTo>
                  <a:cubicBezTo>
                    <a:pt x="60" y="52"/>
                    <a:pt x="60" y="52"/>
                    <a:pt x="60" y="52"/>
                  </a:cubicBezTo>
                  <a:cubicBezTo>
                    <a:pt x="60" y="52"/>
                    <a:pt x="60" y="52"/>
                    <a:pt x="60" y="52"/>
                  </a:cubicBezTo>
                  <a:cubicBezTo>
                    <a:pt x="60" y="52"/>
                    <a:pt x="60" y="52"/>
                    <a:pt x="60" y="52"/>
                  </a:cubicBezTo>
                  <a:cubicBezTo>
                    <a:pt x="60" y="51"/>
                    <a:pt x="60" y="51"/>
                    <a:pt x="60" y="51"/>
                  </a:cubicBezTo>
                  <a:cubicBezTo>
                    <a:pt x="60" y="51"/>
                    <a:pt x="60" y="51"/>
                    <a:pt x="60" y="51"/>
                  </a:cubicBezTo>
                  <a:cubicBezTo>
                    <a:pt x="60" y="51"/>
                    <a:pt x="60" y="51"/>
                    <a:pt x="60" y="50"/>
                  </a:cubicBezTo>
                  <a:cubicBezTo>
                    <a:pt x="60" y="50"/>
                    <a:pt x="60" y="50"/>
                    <a:pt x="60" y="50"/>
                  </a:cubicBezTo>
                  <a:cubicBezTo>
                    <a:pt x="60" y="50"/>
                    <a:pt x="60" y="50"/>
                    <a:pt x="59" y="50"/>
                  </a:cubicBezTo>
                  <a:cubicBezTo>
                    <a:pt x="59" y="50"/>
                    <a:pt x="59" y="50"/>
                    <a:pt x="59" y="50"/>
                  </a:cubicBezTo>
                  <a:cubicBezTo>
                    <a:pt x="59" y="48"/>
                    <a:pt x="58" y="47"/>
                    <a:pt x="58" y="47"/>
                  </a:cubicBezTo>
                  <a:cubicBezTo>
                    <a:pt x="58" y="47"/>
                    <a:pt x="58" y="47"/>
                    <a:pt x="58" y="47"/>
                  </a:cubicBezTo>
                  <a:cubicBezTo>
                    <a:pt x="58" y="46"/>
                    <a:pt x="58" y="46"/>
                    <a:pt x="58" y="45"/>
                  </a:cubicBezTo>
                  <a:cubicBezTo>
                    <a:pt x="60" y="45"/>
                    <a:pt x="61" y="46"/>
                    <a:pt x="63" y="46"/>
                  </a:cubicBezTo>
                  <a:cubicBezTo>
                    <a:pt x="63" y="38"/>
                    <a:pt x="71" y="38"/>
                    <a:pt x="72" y="25"/>
                  </a:cubicBezTo>
                  <a:cubicBezTo>
                    <a:pt x="72" y="12"/>
                    <a:pt x="59" y="0"/>
                    <a:pt x="51" y="4"/>
                  </a:cubicBezTo>
                  <a:cubicBezTo>
                    <a:pt x="55" y="1"/>
                    <a:pt x="61" y="3"/>
                    <a:pt x="61" y="3"/>
                  </a:cubicBezTo>
                  <a:cubicBezTo>
                    <a:pt x="54" y="0"/>
                    <a:pt x="51" y="3"/>
                    <a:pt x="49" y="5"/>
                  </a:cubicBezTo>
                  <a:cubicBezTo>
                    <a:pt x="49" y="5"/>
                    <a:pt x="49" y="5"/>
                    <a:pt x="49" y="5"/>
                  </a:cubicBezTo>
                  <a:cubicBezTo>
                    <a:pt x="47" y="4"/>
                    <a:pt x="43" y="3"/>
                    <a:pt x="39" y="6"/>
                  </a:cubicBezTo>
                  <a:cubicBezTo>
                    <a:pt x="39" y="6"/>
                    <a:pt x="43" y="3"/>
                    <a:pt x="48" y="5"/>
                  </a:cubicBezTo>
                  <a:cubicBezTo>
                    <a:pt x="45" y="5"/>
                    <a:pt x="40" y="6"/>
                    <a:pt x="36" y="12"/>
                  </a:cubicBezTo>
                  <a:cubicBezTo>
                    <a:pt x="29" y="24"/>
                    <a:pt x="35" y="39"/>
                    <a:pt x="40" y="47"/>
                  </a:cubicBezTo>
                  <a:cubicBezTo>
                    <a:pt x="40" y="47"/>
                    <a:pt x="40" y="43"/>
                    <a:pt x="43" y="44"/>
                  </a:cubicBezTo>
                  <a:cubicBezTo>
                    <a:pt x="43" y="45"/>
                    <a:pt x="44" y="47"/>
                    <a:pt x="45" y="48"/>
                  </a:cubicBezTo>
                  <a:cubicBezTo>
                    <a:pt x="45" y="49"/>
                    <a:pt x="44" y="49"/>
                    <a:pt x="44" y="49"/>
                  </a:cubicBezTo>
                  <a:cubicBezTo>
                    <a:pt x="44" y="49"/>
                    <a:pt x="44" y="49"/>
                    <a:pt x="44" y="49"/>
                  </a:cubicBezTo>
                  <a:cubicBezTo>
                    <a:pt x="44" y="50"/>
                    <a:pt x="44" y="50"/>
                    <a:pt x="44" y="50"/>
                  </a:cubicBezTo>
                  <a:cubicBezTo>
                    <a:pt x="44" y="50"/>
                    <a:pt x="44" y="50"/>
                    <a:pt x="44" y="50"/>
                  </a:cubicBezTo>
                  <a:cubicBezTo>
                    <a:pt x="44" y="50"/>
                    <a:pt x="44" y="50"/>
                    <a:pt x="44" y="50"/>
                  </a:cubicBezTo>
                  <a:cubicBezTo>
                    <a:pt x="44" y="51"/>
                    <a:pt x="44" y="51"/>
                    <a:pt x="44" y="51"/>
                  </a:cubicBezTo>
                  <a:cubicBezTo>
                    <a:pt x="44" y="51"/>
                    <a:pt x="44" y="51"/>
                    <a:pt x="44" y="51"/>
                  </a:cubicBezTo>
                  <a:cubicBezTo>
                    <a:pt x="44" y="51"/>
                    <a:pt x="44" y="51"/>
                    <a:pt x="44" y="51"/>
                  </a:cubicBezTo>
                  <a:cubicBezTo>
                    <a:pt x="44" y="52"/>
                    <a:pt x="44" y="52"/>
                    <a:pt x="44" y="52"/>
                  </a:cubicBezTo>
                  <a:cubicBezTo>
                    <a:pt x="44" y="52"/>
                    <a:pt x="44" y="52"/>
                    <a:pt x="44" y="52"/>
                  </a:cubicBezTo>
                  <a:cubicBezTo>
                    <a:pt x="44" y="52"/>
                    <a:pt x="44" y="52"/>
                    <a:pt x="44" y="53"/>
                  </a:cubicBezTo>
                  <a:cubicBezTo>
                    <a:pt x="44" y="53"/>
                    <a:pt x="44" y="53"/>
                    <a:pt x="44" y="53"/>
                  </a:cubicBezTo>
                  <a:cubicBezTo>
                    <a:pt x="43" y="53"/>
                    <a:pt x="43" y="54"/>
                    <a:pt x="42" y="55"/>
                  </a:cubicBezTo>
                  <a:cubicBezTo>
                    <a:pt x="42" y="55"/>
                    <a:pt x="41" y="55"/>
                    <a:pt x="41" y="56"/>
                  </a:cubicBezTo>
                  <a:cubicBezTo>
                    <a:pt x="41" y="56"/>
                    <a:pt x="41" y="56"/>
                    <a:pt x="41" y="56"/>
                  </a:cubicBezTo>
                  <a:cubicBezTo>
                    <a:pt x="41" y="56"/>
                    <a:pt x="30" y="56"/>
                    <a:pt x="29" y="57"/>
                  </a:cubicBezTo>
                  <a:cubicBezTo>
                    <a:pt x="29" y="57"/>
                    <a:pt x="25" y="59"/>
                    <a:pt x="13" y="78"/>
                  </a:cubicBezTo>
                  <a:cubicBezTo>
                    <a:pt x="13" y="78"/>
                    <a:pt x="0" y="96"/>
                    <a:pt x="0" y="99"/>
                  </a:cubicBezTo>
                  <a:cubicBezTo>
                    <a:pt x="0" y="99"/>
                    <a:pt x="6" y="116"/>
                    <a:pt x="23" y="132"/>
                  </a:cubicBezTo>
                  <a:cubicBezTo>
                    <a:pt x="23" y="132"/>
                    <a:pt x="24" y="132"/>
                    <a:pt x="26" y="131"/>
                  </a:cubicBezTo>
                  <a:cubicBezTo>
                    <a:pt x="26" y="131"/>
                    <a:pt x="26" y="131"/>
                    <a:pt x="26" y="131"/>
                  </a:cubicBezTo>
                  <a:cubicBezTo>
                    <a:pt x="26" y="131"/>
                    <a:pt x="26" y="131"/>
                    <a:pt x="26" y="131"/>
                  </a:cubicBezTo>
                  <a:cubicBezTo>
                    <a:pt x="26" y="131"/>
                    <a:pt x="26" y="131"/>
                    <a:pt x="26" y="131"/>
                  </a:cubicBezTo>
                  <a:cubicBezTo>
                    <a:pt x="27" y="132"/>
                    <a:pt x="28" y="132"/>
                    <a:pt x="28" y="132"/>
                  </a:cubicBezTo>
                  <a:cubicBezTo>
                    <a:pt x="28" y="132"/>
                    <a:pt x="28" y="132"/>
                    <a:pt x="28" y="132"/>
                  </a:cubicBezTo>
                  <a:cubicBezTo>
                    <a:pt x="28" y="132"/>
                    <a:pt x="28" y="133"/>
                    <a:pt x="28" y="133"/>
                  </a:cubicBezTo>
                  <a:cubicBezTo>
                    <a:pt x="29" y="133"/>
                    <a:pt x="29" y="133"/>
                    <a:pt x="30" y="133"/>
                  </a:cubicBezTo>
                  <a:cubicBezTo>
                    <a:pt x="30" y="133"/>
                    <a:pt x="30" y="133"/>
                    <a:pt x="30" y="133"/>
                  </a:cubicBezTo>
                  <a:cubicBezTo>
                    <a:pt x="30" y="133"/>
                    <a:pt x="30" y="133"/>
                    <a:pt x="30" y="133"/>
                  </a:cubicBezTo>
                  <a:cubicBezTo>
                    <a:pt x="30" y="133"/>
                    <a:pt x="30" y="133"/>
                    <a:pt x="30" y="133"/>
                  </a:cubicBezTo>
                  <a:cubicBezTo>
                    <a:pt x="30" y="133"/>
                    <a:pt x="30" y="133"/>
                    <a:pt x="30" y="133"/>
                  </a:cubicBezTo>
                  <a:cubicBezTo>
                    <a:pt x="30" y="133"/>
                    <a:pt x="30" y="133"/>
                    <a:pt x="30" y="133"/>
                  </a:cubicBezTo>
                  <a:cubicBezTo>
                    <a:pt x="30" y="133"/>
                    <a:pt x="30" y="133"/>
                    <a:pt x="30" y="133"/>
                  </a:cubicBezTo>
                  <a:cubicBezTo>
                    <a:pt x="30" y="133"/>
                    <a:pt x="30" y="133"/>
                    <a:pt x="30" y="133"/>
                  </a:cubicBezTo>
                  <a:cubicBezTo>
                    <a:pt x="30" y="133"/>
                    <a:pt x="30" y="133"/>
                    <a:pt x="30" y="133"/>
                  </a:cubicBezTo>
                  <a:cubicBezTo>
                    <a:pt x="30" y="133"/>
                    <a:pt x="30" y="133"/>
                    <a:pt x="30" y="133"/>
                  </a:cubicBezTo>
                  <a:cubicBezTo>
                    <a:pt x="30" y="133"/>
                    <a:pt x="30" y="133"/>
                    <a:pt x="31" y="133"/>
                  </a:cubicBezTo>
                  <a:cubicBezTo>
                    <a:pt x="31" y="133"/>
                    <a:pt x="31" y="133"/>
                    <a:pt x="31" y="133"/>
                  </a:cubicBezTo>
                  <a:cubicBezTo>
                    <a:pt x="31" y="133"/>
                    <a:pt x="31" y="133"/>
                    <a:pt x="31" y="133"/>
                  </a:cubicBezTo>
                  <a:cubicBezTo>
                    <a:pt x="31" y="133"/>
                    <a:pt x="31" y="133"/>
                    <a:pt x="31" y="133"/>
                  </a:cubicBezTo>
                  <a:cubicBezTo>
                    <a:pt x="31" y="133"/>
                    <a:pt x="31" y="133"/>
                    <a:pt x="31" y="133"/>
                  </a:cubicBezTo>
                  <a:cubicBezTo>
                    <a:pt x="31" y="133"/>
                    <a:pt x="31" y="133"/>
                    <a:pt x="31" y="133"/>
                  </a:cubicBezTo>
                  <a:cubicBezTo>
                    <a:pt x="32" y="133"/>
                    <a:pt x="32" y="133"/>
                    <a:pt x="32" y="133"/>
                  </a:cubicBezTo>
                  <a:cubicBezTo>
                    <a:pt x="32" y="133"/>
                    <a:pt x="32" y="133"/>
                    <a:pt x="32" y="133"/>
                  </a:cubicBezTo>
                  <a:cubicBezTo>
                    <a:pt x="32" y="133"/>
                    <a:pt x="32" y="133"/>
                    <a:pt x="32" y="133"/>
                  </a:cubicBezTo>
                  <a:cubicBezTo>
                    <a:pt x="32" y="133"/>
                    <a:pt x="32" y="133"/>
                    <a:pt x="32" y="132"/>
                  </a:cubicBezTo>
                  <a:cubicBezTo>
                    <a:pt x="32" y="132"/>
                    <a:pt x="33" y="132"/>
                    <a:pt x="33" y="132"/>
                  </a:cubicBezTo>
                  <a:cubicBezTo>
                    <a:pt x="33" y="132"/>
                    <a:pt x="33" y="132"/>
                    <a:pt x="33" y="132"/>
                  </a:cubicBezTo>
                  <a:cubicBezTo>
                    <a:pt x="33" y="132"/>
                    <a:pt x="33" y="132"/>
                    <a:pt x="33" y="132"/>
                  </a:cubicBezTo>
                  <a:cubicBezTo>
                    <a:pt x="33" y="132"/>
                    <a:pt x="33" y="132"/>
                    <a:pt x="33" y="132"/>
                  </a:cubicBezTo>
                  <a:cubicBezTo>
                    <a:pt x="33" y="132"/>
                    <a:pt x="33" y="132"/>
                    <a:pt x="33" y="132"/>
                  </a:cubicBezTo>
                  <a:cubicBezTo>
                    <a:pt x="33" y="132"/>
                    <a:pt x="33" y="132"/>
                    <a:pt x="33" y="132"/>
                  </a:cubicBezTo>
                  <a:cubicBezTo>
                    <a:pt x="33" y="132"/>
                    <a:pt x="33" y="132"/>
                    <a:pt x="33" y="132"/>
                  </a:cubicBezTo>
                  <a:cubicBezTo>
                    <a:pt x="33" y="131"/>
                    <a:pt x="33" y="131"/>
                    <a:pt x="34" y="131"/>
                  </a:cubicBezTo>
                  <a:cubicBezTo>
                    <a:pt x="34" y="131"/>
                    <a:pt x="34" y="131"/>
                    <a:pt x="34" y="131"/>
                  </a:cubicBezTo>
                  <a:cubicBezTo>
                    <a:pt x="34" y="131"/>
                    <a:pt x="34" y="131"/>
                    <a:pt x="34" y="131"/>
                  </a:cubicBezTo>
                  <a:cubicBezTo>
                    <a:pt x="34" y="131"/>
                    <a:pt x="34" y="131"/>
                    <a:pt x="34" y="131"/>
                  </a:cubicBezTo>
                  <a:cubicBezTo>
                    <a:pt x="34" y="131"/>
                    <a:pt x="34" y="131"/>
                    <a:pt x="34" y="131"/>
                  </a:cubicBezTo>
                  <a:cubicBezTo>
                    <a:pt x="34" y="131"/>
                    <a:pt x="34" y="131"/>
                    <a:pt x="34" y="130"/>
                  </a:cubicBezTo>
                  <a:cubicBezTo>
                    <a:pt x="34" y="130"/>
                    <a:pt x="34" y="130"/>
                    <a:pt x="34" y="130"/>
                  </a:cubicBezTo>
                  <a:cubicBezTo>
                    <a:pt x="34" y="130"/>
                    <a:pt x="34" y="130"/>
                    <a:pt x="34" y="130"/>
                  </a:cubicBezTo>
                  <a:cubicBezTo>
                    <a:pt x="34" y="130"/>
                    <a:pt x="34" y="130"/>
                    <a:pt x="34" y="130"/>
                  </a:cubicBezTo>
                  <a:cubicBezTo>
                    <a:pt x="32" y="140"/>
                    <a:pt x="30" y="152"/>
                    <a:pt x="31" y="163"/>
                  </a:cubicBezTo>
                  <a:cubicBezTo>
                    <a:pt x="32" y="163"/>
                    <a:pt x="33" y="163"/>
                    <a:pt x="35" y="163"/>
                  </a:cubicBezTo>
                  <a:cubicBezTo>
                    <a:pt x="35" y="163"/>
                    <a:pt x="35" y="164"/>
                    <a:pt x="35" y="164"/>
                  </a:cubicBezTo>
                  <a:cubicBezTo>
                    <a:pt x="35" y="164"/>
                    <a:pt x="35" y="164"/>
                    <a:pt x="35" y="164"/>
                  </a:cubicBezTo>
                  <a:cubicBezTo>
                    <a:pt x="35" y="165"/>
                    <a:pt x="35" y="165"/>
                    <a:pt x="35" y="166"/>
                  </a:cubicBezTo>
                  <a:cubicBezTo>
                    <a:pt x="35" y="166"/>
                    <a:pt x="35" y="167"/>
                    <a:pt x="35" y="167"/>
                  </a:cubicBezTo>
                  <a:cubicBezTo>
                    <a:pt x="35" y="167"/>
                    <a:pt x="36" y="168"/>
                    <a:pt x="36" y="168"/>
                  </a:cubicBezTo>
                  <a:cubicBezTo>
                    <a:pt x="36" y="168"/>
                    <a:pt x="36" y="169"/>
                    <a:pt x="36" y="169"/>
                  </a:cubicBezTo>
                  <a:cubicBezTo>
                    <a:pt x="36" y="169"/>
                    <a:pt x="36" y="169"/>
                    <a:pt x="36" y="169"/>
                  </a:cubicBezTo>
                  <a:cubicBezTo>
                    <a:pt x="36" y="169"/>
                    <a:pt x="36" y="169"/>
                    <a:pt x="36" y="169"/>
                  </a:cubicBezTo>
                  <a:cubicBezTo>
                    <a:pt x="36" y="170"/>
                    <a:pt x="36" y="170"/>
                    <a:pt x="36" y="170"/>
                  </a:cubicBezTo>
                  <a:cubicBezTo>
                    <a:pt x="36" y="170"/>
                    <a:pt x="36" y="171"/>
                    <a:pt x="36" y="171"/>
                  </a:cubicBezTo>
                  <a:cubicBezTo>
                    <a:pt x="36" y="171"/>
                    <a:pt x="36" y="171"/>
                    <a:pt x="36" y="171"/>
                  </a:cubicBezTo>
                  <a:cubicBezTo>
                    <a:pt x="36" y="171"/>
                    <a:pt x="36" y="171"/>
                    <a:pt x="36" y="172"/>
                  </a:cubicBezTo>
                  <a:cubicBezTo>
                    <a:pt x="37" y="172"/>
                    <a:pt x="37" y="172"/>
                    <a:pt x="37" y="172"/>
                  </a:cubicBezTo>
                  <a:cubicBezTo>
                    <a:pt x="37" y="173"/>
                    <a:pt x="37" y="173"/>
                    <a:pt x="37" y="173"/>
                  </a:cubicBezTo>
                  <a:cubicBezTo>
                    <a:pt x="37" y="174"/>
                    <a:pt x="37" y="174"/>
                    <a:pt x="37" y="174"/>
                  </a:cubicBezTo>
                  <a:cubicBezTo>
                    <a:pt x="37" y="174"/>
                    <a:pt x="37" y="174"/>
                    <a:pt x="37" y="175"/>
                  </a:cubicBezTo>
                  <a:cubicBezTo>
                    <a:pt x="37" y="175"/>
                    <a:pt x="37" y="175"/>
                    <a:pt x="37" y="175"/>
                  </a:cubicBezTo>
                  <a:cubicBezTo>
                    <a:pt x="37" y="175"/>
                    <a:pt x="37" y="175"/>
                    <a:pt x="38" y="176"/>
                  </a:cubicBezTo>
                  <a:cubicBezTo>
                    <a:pt x="38" y="176"/>
                    <a:pt x="38" y="176"/>
                    <a:pt x="38" y="176"/>
                  </a:cubicBezTo>
                  <a:cubicBezTo>
                    <a:pt x="38" y="176"/>
                    <a:pt x="38" y="177"/>
                    <a:pt x="38" y="177"/>
                  </a:cubicBezTo>
                  <a:cubicBezTo>
                    <a:pt x="38" y="177"/>
                    <a:pt x="38" y="178"/>
                    <a:pt x="38" y="178"/>
                  </a:cubicBezTo>
                  <a:cubicBezTo>
                    <a:pt x="38" y="178"/>
                    <a:pt x="38" y="178"/>
                    <a:pt x="38" y="179"/>
                  </a:cubicBezTo>
                  <a:cubicBezTo>
                    <a:pt x="38" y="179"/>
                    <a:pt x="38" y="179"/>
                    <a:pt x="38" y="179"/>
                  </a:cubicBezTo>
                  <a:cubicBezTo>
                    <a:pt x="38" y="179"/>
                    <a:pt x="39" y="179"/>
                    <a:pt x="39" y="180"/>
                  </a:cubicBezTo>
                  <a:cubicBezTo>
                    <a:pt x="39" y="180"/>
                    <a:pt x="39" y="180"/>
                    <a:pt x="39" y="180"/>
                  </a:cubicBezTo>
                  <a:cubicBezTo>
                    <a:pt x="39" y="180"/>
                    <a:pt x="39" y="180"/>
                    <a:pt x="39" y="181"/>
                  </a:cubicBezTo>
                  <a:cubicBezTo>
                    <a:pt x="39" y="181"/>
                    <a:pt x="39" y="182"/>
                    <a:pt x="39" y="183"/>
                  </a:cubicBezTo>
                  <a:cubicBezTo>
                    <a:pt x="39" y="183"/>
                    <a:pt x="39" y="183"/>
                    <a:pt x="39" y="183"/>
                  </a:cubicBezTo>
                  <a:cubicBezTo>
                    <a:pt x="40" y="183"/>
                    <a:pt x="40" y="183"/>
                    <a:pt x="40" y="183"/>
                  </a:cubicBezTo>
                  <a:cubicBezTo>
                    <a:pt x="40" y="183"/>
                    <a:pt x="40" y="183"/>
                    <a:pt x="40" y="183"/>
                  </a:cubicBezTo>
                  <a:cubicBezTo>
                    <a:pt x="40" y="183"/>
                    <a:pt x="40" y="184"/>
                    <a:pt x="40" y="184"/>
                  </a:cubicBezTo>
                  <a:cubicBezTo>
                    <a:pt x="40" y="184"/>
                    <a:pt x="40" y="184"/>
                    <a:pt x="40" y="184"/>
                  </a:cubicBezTo>
                  <a:cubicBezTo>
                    <a:pt x="40" y="184"/>
                    <a:pt x="40" y="184"/>
                    <a:pt x="40" y="184"/>
                  </a:cubicBezTo>
                  <a:cubicBezTo>
                    <a:pt x="40" y="187"/>
                    <a:pt x="41" y="194"/>
                    <a:pt x="40" y="205"/>
                  </a:cubicBezTo>
                  <a:cubicBezTo>
                    <a:pt x="39" y="216"/>
                    <a:pt x="42" y="237"/>
                    <a:pt x="44" y="244"/>
                  </a:cubicBezTo>
                  <a:cubicBezTo>
                    <a:pt x="44" y="245"/>
                    <a:pt x="44" y="245"/>
                    <a:pt x="44" y="245"/>
                  </a:cubicBezTo>
                  <a:cubicBezTo>
                    <a:pt x="44" y="245"/>
                    <a:pt x="44" y="245"/>
                    <a:pt x="44" y="245"/>
                  </a:cubicBezTo>
                  <a:cubicBezTo>
                    <a:pt x="44" y="245"/>
                    <a:pt x="44" y="245"/>
                    <a:pt x="44" y="245"/>
                  </a:cubicBezTo>
                  <a:cubicBezTo>
                    <a:pt x="44" y="245"/>
                    <a:pt x="44" y="245"/>
                    <a:pt x="44" y="245"/>
                  </a:cubicBezTo>
                  <a:cubicBezTo>
                    <a:pt x="44" y="245"/>
                    <a:pt x="44" y="245"/>
                    <a:pt x="44" y="245"/>
                  </a:cubicBezTo>
                  <a:cubicBezTo>
                    <a:pt x="44" y="245"/>
                    <a:pt x="44" y="245"/>
                    <a:pt x="44" y="245"/>
                  </a:cubicBezTo>
                  <a:cubicBezTo>
                    <a:pt x="44" y="245"/>
                    <a:pt x="44" y="245"/>
                    <a:pt x="44" y="245"/>
                  </a:cubicBezTo>
                  <a:cubicBezTo>
                    <a:pt x="44" y="246"/>
                    <a:pt x="44" y="246"/>
                    <a:pt x="44" y="246"/>
                  </a:cubicBezTo>
                  <a:cubicBezTo>
                    <a:pt x="44" y="246"/>
                    <a:pt x="44" y="246"/>
                    <a:pt x="44" y="246"/>
                  </a:cubicBezTo>
                  <a:cubicBezTo>
                    <a:pt x="44" y="246"/>
                    <a:pt x="44" y="246"/>
                    <a:pt x="44" y="246"/>
                  </a:cubicBezTo>
                  <a:cubicBezTo>
                    <a:pt x="44" y="246"/>
                    <a:pt x="44" y="246"/>
                    <a:pt x="44" y="246"/>
                  </a:cubicBezTo>
                  <a:cubicBezTo>
                    <a:pt x="44" y="246"/>
                    <a:pt x="44" y="246"/>
                    <a:pt x="44" y="246"/>
                  </a:cubicBezTo>
                  <a:cubicBezTo>
                    <a:pt x="44" y="246"/>
                    <a:pt x="44" y="246"/>
                    <a:pt x="44" y="246"/>
                  </a:cubicBezTo>
                  <a:cubicBezTo>
                    <a:pt x="44" y="246"/>
                    <a:pt x="44" y="246"/>
                    <a:pt x="44" y="246"/>
                  </a:cubicBezTo>
                  <a:cubicBezTo>
                    <a:pt x="44" y="246"/>
                    <a:pt x="44" y="246"/>
                    <a:pt x="44" y="246"/>
                  </a:cubicBezTo>
                  <a:cubicBezTo>
                    <a:pt x="44" y="247"/>
                    <a:pt x="44" y="247"/>
                    <a:pt x="44" y="247"/>
                  </a:cubicBezTo>
                  <a:cubicBezTo>
                    <a:pt x="45" y="251"/>
                    <a:pt x="50" y="269"/>
                    <a:pt x="49" y="279"/>
                  </a:cubicBezTo>
                  <a:cubicBezTo>
                    <a:pt x="48" y="286"/>
                    <a:pt x="46" y="290"/>
                    <a:pt x="44" y="292"/>
                  </a:cubicBezTo>
                  <a:cubicBezTo>
                    <a:pt x="44" y="292"/>
                    <a:pt x="44" y="292"/>
                    <a:pt x="44" y="292"/>
                  </a:cubicBezTo>
                  <a:cubicBezTo>
                    <a:pt x="39" y="298"/>
                    <a:pt x="41" y="301"/>
                    <a:pt x="42" y="305"/>
                  </a:cubicBezTo>
                  <a:cubicBezTo>
                    <a:pt x="43" y="307"/>
                    <a:pt x="44" y="307"/>
                    <a:pt x="45" y="307"/>
                  </a:cubicBezTo>
                  <a:cubicBezTo>
                    <a:pt x="45" y="307"/>
                    <a:pt x="45" y="307"/>
                    <a:pt x="45" y="307"/>
                  </a:cubicBezTo>
                  <a:cubicBezTo>
                    <a:pt x="45" y="307"/>
                    <a:pt x="45" y="307"/>
                    <a:pt x="45" y="307"/>
                  </a:cubicBezTo>
                  <a:cubicBezTo>
                    <a:pt x="48" y="306"/>
                    <a:pt x="50" y="303"/>
                    <a:pt x="51" y="301"/>
                  </a:cubicBezTo>
                  <a:cubicBezTo>
                    <a:pt x="51" y="301"/>
                    <a:pt x="51" y="301"/>
                    <a:pt x="51" y="300"/>
                  </a:cubicBezTo>
                  <a:cubicBezTo>
                    <a:pt x="51" y="302"/>
                    <a:pt x="51" y="303"/>
                    <a:pt x="51" y="304"/>
                  </a:cubicBezTo>
                  <a:cubicBezTo>
                    <a:pt x="51" y="304"/>
                    <a:pt x="48" y="310"/>
                    <a:pt x="52" y="315"/>
                  </a:cubicBezTo>
                  <a:cubicBezTo>
                    <a:pt x="52" y="315"/>
                    <a:pt x="52" y="315"/>
                    <a:pt x="52" y="315"/>
                  </a:cubicBezTo>
                  <a:cubicBezTo>
                    <a:pt x="52" y="315"/>
                    <a:pt x="52" y="315"/>
                    <a:pt x="52" y="315"/>
                  </a:cubicBezTo>
                  <a:cubicBezTo>
                    <a:pt x="52" y="315"/>
                    <a:pt x="52" y="315"/>
                    <a:pt x="53" y="316"/>
                  </a:cubicBezTo>
                  <a:cubicBezTo>
                    <a:pt x="53" y="316"/>
                    <a:pt x="53" y="316"/>
                    <a:pt x="53" y="316"/>
                  </a:cubicBezTo>
                  <a:cubicBezTo>
                    <a:pt x="53" y="316"/>
                    <a:pt x="53" y="316"/>
                    <a:pt x="53" y="316"/>
                  </a:cubicBezTo>
                  <a:cubicBezTo>
                    <a:pt x="53" y="316"/>
                    <a:pt x="55" y="318"/>
                    <a:pt x="59" y="315"/>
                  </a:cubicBezTo>
                  <a:cubicBezTo>
                    <a:pt x="62" y="311"/>
                    <a:pt x="65" y="310"/>
                    <a:pt x="62" y="298"/>
                  </a:cubicBezTo>
                  <a:cubicBezTo>
                    <a:pt x="62" y="298"/>
                    <a:pt x="62" y="298"/>
                    <a:pt x="62" y="298"/>
                  </a:cubicBezTo>
                  <a:cubicBezTo>
                    <a:pt x="62" y="298"/>
                    <a:pt x="62" y="298"/>
                    <a:pt x="62" y="298"/>
                  </a:cubicBezTo>
                  <a:cubicBezTo>
                    <a:pt x="62" y="299"/>
                    <a:pt x="62" y="299"/>
                    <a:pt x="62" y="299"/>
                  </a:cubicBezTo>
                  <a:cubicBezTo>
                    <a:pt x="62" y="296"/>
                    <a:pt x="61" y="293"/>
                    <a:pt x="61" y="291"/>
                  </a:cubicBezTo>
                  <a:cubicBezTo>
                    <a:pt x="61" y="286"/>
                    <a:pt x="61" y="273"/>
                    <a:pt x="64" y="265"/>
                  </a:cubicBezTo>
                  <a:cubicBezTo>
                    <a:pt x="64" y="264"/>
                    <a:pt x="64" y="262"/>
                    <a:pt x="65" y="261"/>
                  </a:cubicBezTo>
                  <a:cubicBezTo>
                    <a:pt x="65" y="261"/>
                    <a:pt x="65" y="261"/>
                    <a:pt x="65" y="261"/>
                  </a:cubicBezTo>
                  <a:cubicBezTo>
                    <a:pt x="65" y="261"/>
                    <a:pt x="65" y="261"/>
                    <a:pt x="65" y="261"/>
                  </a:cubicBezTo>
                  <a:cubicBezTo>
                    <a:pt x="68" y="250"/>
                    <a:pt x="73" y="227"/>
                    <a:pt x="74" y="223"/>
                  </a:cubicBezTo>
                  <a:cubicBezTo>
                    <a:pt x="74" y="218"/>
                    <a:pt x="73" y="204"/>
                    <a:pt x="74" y="194"/>
                  </a:cubicBezTo>
                  <a:cubicBezTo>
                    <a:pt x="74" y="192"/>
                    <a:pt x="74" y="188"/>
                    <a:pt x="75" y="184"/>
                  </a:cubicBezTo>
                  <a:cubicBezTo>
                    <a:pt x="75" y="184"/>
                    <a:pt x="75" y="184"/>
                    <a:pt x="75" y="183"/>
                  </a:cubicBezTo>
                  <a:cubicBezTo>
                    <a:pt x="75" y="183"/>
                    <a:pt x="75" y="183"/>
                    <a:pt x="75" y="183"/>
                  </a:cubicBezTo>
                  <a:cubicBezTo>
                    <a:pt x="75" y="182"/>
                    <a:pt x="75" y="182"/>
                    <a:pt x="76" y="182"/>
                  </a:cubicBezTo>
                  <a:cubicBezTo>
                    <a:pt x="76" y="181"/>
                    <a:pt x="76" y="181"/>
                    <a:pt x="76" y="181"/>
                  </a:cubicBezTo>
                  <a:cubicBezTo>
                    <a:pt x="76" y="181"/>
                    <a:pt x="76" y="181"/>
                    <a:pt x="76" y="180"/>
                  </a:cubicBezTo>
                  <a:cubicBezTo>
                    <a:pt x="76" y="180"/>
                    <a:pt x="76" y="180"/>
                    <a:pt x="76" y="180"/>
                  </a:cubicBezTo>
                  <a:cubicBezTo>
                    <a:pt x="76" y="179"/>
                    <a:pt x="76" y="179"/>
                    <a:pt x="76" y="179"/>
                  </a:cubicBezTo>
                  <a:cubicBezTo>
                    <a:pt x="77" y="174"/>
                    <a:pt x="79" y="168"/>
                    <a:pt x="80" y="163"/>
                  </a:cubicBezTo>
                  <a:cubicBezTo>
                    <a:pt x="80" y="163"/>
                    <a:pt x="81" y="163"/>
                    <a:pt x="81" y="163"/>
                  </a:cubicBezTo>
                  <a:cubicBezTo>
                    <a:pt x="82" y="160"/>
                    <a:pt x="83" y="157"/>
                    <a:pt x="83" y="156"/>
                  </a:cubicBezTo>
                  <a:cubicBezTo>
                    <a:pt x="84" y="148"/>
                    <a:pt x="82" y="140"/>
                    <a:pt x="80" y="134"/>
                  </a:cubicBezTo>
                  <a:cubicBezTo>
                    <a:pt x="80" y="133"/>
                    <a:pt x="80" y="132"/>
                    <a:pt x="79" y="131"/>
                  </a:cubicBezTo>
                  <a:cubicBezTo>
                    <a:pt x="79" y="130"/>
                    <a:pt x="79" y="130"/>
                    <a:pt x="79" y="129"/>
                  </a:cubicBezTo>
                  <a:cubicBezTo>
                    <a:pt x="78" y="129"/>
                    <a:pt x="78" y="129"/>
                    <a:pt x="78" y="128"/>
                  </a:cubicBezTo>
                  <a:cubicBezTo>
                    <a:pt x="78" y="128"/>
                    <a:pt x="78" y="128"/>
                    <a:pt x="78" y="127"/>
                  </a:cubicBezTo>
                  <a:cubicBezTo>
                    <a:pt x="78" y="127"/>
                    <a:pt x="78" y="127"/>
                    <a:pt x="78" y="127"/>
                  </a:cubicBezTo>
                  <a:cubicBezTo>
                    <a:pt x="78" y="127"/>
                    <a:pt x="72" y="115"/>
                    <a:pt x="72" y="109"/>
                  </a:cubicBezTo>
                  <a:cubicBezTo>
                    <a:pt x="71" y="104"/>
                    <a:pt x="72" y="97"/>
                    <a:pt x="73" y="93"/>
                  </a:cubicBezTo>
                  <a:cubicBezTo>
                    <a:pt x="73" y="93"/>
                    <a:pt x="73" y="93"/>
                    <a:pt x="73" y="93"/>
                  </a:cubicBezTo>
                  <a:cubicBezTo>
                    <a:pt x="73" y="92"/>
                    <a:pt x="73" y="92"/>
                    <a:pt x="73" y="92"/>
                  </a:cubicBezTo>
                  <a:cubicBezTo>
                    <a:pt x="73" y="92"/>
                    <a:pt x="73" y="92"/>
                    <a:pt x="73" y="92"/>
                  </a:cubicBezTo>
                  <a:cubicBezTo>
                    <a:pt x="73" y="94"/>
                    <a:pt x="76" y="110"/>
                    <a:pt x="77" y="115"/>
                  </a:cubicBezTo>
                  <a:cubicBezTo>
                    <a:pt x="77" y="115"/>
                    <a:pt x="77" y="115"/>
                    <a:pt x="77" y="116"/>
                  </a:cubicBezTo>
                  <a:cubicBezTo>
                    <a:pt x="77" y="116"/>
                    <a:pt x="77" y="116"/>
                    <a:pt x="77" y="116"/>
                  </a:cubicBezTo>
                  <a:cubicBezTo>
                    <a:pt x="77" y="116"/>
                    <a:pt x="77" y="116"/>
                    <a:pt x="77" y="116"/>
                  </a:cubicBezTo>
                  <a:cubicBezTo>
                    <a:pt x="77" y="116"/>
                    <a:pt x="77" y="116"/>
                    <a:pt x="77" y="116"/>
                  </a:cubicBezTo>
                  <a:cubicBezTo>
                    <a:pt x="78" y="121"/>
                    <a:pt x="78" y="123"/>
                    <a:pt x="85" y="141"/>
                  </a:cubicBezTo>
                  <a:cubicBezTo>
                    <a:pt x="85" y="141"/>
                    <a:pt x="85" y="141"/>
                    <a:pt x="85" y="141"/>
                  </a:cubicBezTo>
                  <a:cubicBezTo>
                    <a:pt x="85" y="141"/>
                    <a:pt x="85" y="142"/>
                    <a:pt x="85" y="142"/>
                  </a:cubicBezTo>
                  <a:cubicBezTo>
                    <a:pt x="85" y="142"/>
                    <a:pt x="85" y="142"/>
                    <a:pt x="85" y="142"/>
                  </a:cubicBezTo>
                  <a:cubicBezTo>
                    <a:pt x="85" y="142"/>
                    <a:pt x="85" y="142"/>
                    <a:pt x="85" y="142"/>
                  </a:cubicBezTo>
                  <a:cubicBezTo>
                    <a:pt x="85" y="142"/>
                    <a:pt x="85" y="142"/>
                    <a:pt x="85" y="142"/>
                  </a:cubicBezTo>
                  <a:cubicBezTo>
                    <a:pt x="86" y="142"/>
                    <a:pt x="86" y="141"/>
                    <a:pt x="87" y="141"/>
                  </a:cubicBezTo>
                  <a:cubicBezTo>
                    <a:pt x="87" y="141"/>
                    <a:pt x="87" y="141"/>
                    <a:pt x="87" y="141"/>
                  </a:cubicBezTo>
                  <a:cubicBezTo>
                    <a:pt x="87" y="141"/>
                    <a:pt x="87" y="141"/>
                    <a:pt x="87" y="141"/>
                  </a:cubicBezTo>
                  <a:cubicBezTo>
                    <a:pt x="88" y="145"/>
                    <a:pt x="90" y="149"/>
                    <a:pt x="93" y="150"/>
                  </a:cubicBezTo>
                  <a:cubicBezTo>
                    <a:pt x="96" y="152"/>
                    <a:pt x="96" y="153"/>
                    <a:pt x="96" y="153"/>
                  </a:cubicBezTo>
                  <a:cubicBezTo>
                    <a:pt x="96" y="153"/>
                    <a:pt x="96" y="153"/>
                    <a:pt x="96" y="153"/>
                  </a:cubicBezTo>
                  <a:cubicBezTo>
                    <a:pt x="96" y="153"/>
                    <a:pt x="96" y="153"/>
                    <a:pt x="96" y="153"/>
                  </a:cubicBezTo>
                  <a:cubicBezTo>
                    <a:pt x="94" y="154"/>
                    <a:pt x="93" y="155"/>
                    <a:pt x="93" y="155"/>
                  </a:cubicBezTo>
                  <a:cubicBezTo>
                    <a:pt x="96" y="155"/>
                    <a:pt x="96" y="155"/>
                    <a:pt x="96" y="155"/>
                  </a:cubicBezTo>
                  <a:cubicBezTo>
                    <a:pt x="96" y="155"/>
                    <a:pt x="96" y="155"/>
                    <a:pt x="96" y="155"/>
                  </a:cubicBezTo>
                  <a:cubicBezTo>
                    <a:pt x="96" y="155"/>
                    <a:pt x="96" y="155"/>
                    <a:pt x="96" y="155"/>
                  </a:cubicBezTo>
                  <a:cubicBezTo>
                    <a:pt x="93" y="157"/>
                    <a:pt x="93" y="158"/>
                    <a:pt x="93" y="158"/>
                  </a:cubicBezTo>
                  <a:cubicBezTo>
                    <a:pt x="94" y="158"/>
                    <a:pt x="94" y="158"/>
                    <a:pt x="94" y="158"/>
                  </a:cubicBezTo>
                  <a:cubicBezTo>
                    <a:pt x="95" y="158"/>
                    <a:pt x="95" y="158"/>
                    <a:pt x="95" y="158"/>
                  </a:cubicBezTo>
                  <a:cubicBezTo>
                    <a:pt x="95" y="158"/>
                    <a:pt x="95" y="158"/>
                    <a:pt x="95" y="158"/>
                  </a:cubicBezTo>
                  <a:cubicBezTo>
                    <a:pt x="98" y="158"/>
                    <a:pt x="98" y="158"/>
                    <a:pt x="98" y="158"/>
                  </a:cubicBezTo>
                  <a:cubicBezTo>
                    <a:pt x="98" y="158"/>
                    <a:pt x="98" y="158"/>
                    <a:pt x="98" y="158"/>
                  </a:cubicBezTo>
                  <a:cubicBezTo>
                    <a:pt x="98" y="158"/>
                    <a:pt x="98" y="158"/>
                    <a:pt x="98" y="158"/>
                  </a:cubicBezTo>
                  <a:cubicBezTo>
                    <a:pt x="98" y="158"/>
                    <a:pt x="97" y="158"/>
                    <a:pt x="97" y="158"/>
                  </a:cubicBezTo>
                  <a:cubicBezTo>
                    <a:pt x="97" y="158"/>
                    <a:pt x="97" y="158"/>
                    <a:pt x="97" y="158"/>
                  </a:cubicBezTo>
                  <a:cubicBezTo>
                    <a:pt x="97" y="158"/>
                    <a:pt x="97" y="158"/>
                    <a:pt x="97" y="158"/>
                  </a:cubicBezTo>
                  <a:cubicBezTo>
                    <a:pt x="97" y="158"/>
                    <a:pt x="97" y="158"/>
                    <a:pt x="97" y="158"/>
                  </a:cubicBezTo>
                  <a:cubicBezTo>
                    <a:pt x="97" y="158"/>
                    <a:pt x="97" y="158"/>
                    <a:pt x="97" y="158"/>
                  </a:cubicBezTo>
                  <a:cubicBezTo>
                    <a:pt x="97" y="158"/>
                    <a:pt x="97" y="158"/>
                    <a:pt x="97" y="158"/>
                  </a:cubicBezTo>
                  <a:cubicBezTo>
                    <a:pt x="97" y="158"/>
                    <a:pt x="97" y="158"/>
                    <a:pt x="97" y="158"/>
                  </a:cubicBezTo>
                  <a:cubicBezTo>
                    <a:pt x="97" y="158"/>
                    <a:pt x="97" y="158"/>
                    <a:pt x="97" y="159"/>
                  </a:cubicBezTo>
                  <a:cubicBezTo>
                    <a:pt x="97" y="159"/>
                    <a:pt x="97" y="159"/>
                    <a:pt x="97" y="159"/>
                  </a:cubicBezTo>
                  <a:cubicBezTo>
                    <a:pt x="97" y="159"/>
                    <a:pt x="97" y="159"/>
                    <a:pt x="97" y="159"/>
                  </a:cubicBezTo>
                  <a:cubicBezTo>
                    <a:pt x="97" y="159"/>
                    <a:pt x="97" y="159"/>
                    <a:pt x="97" y="159"/>
                  </a:cubicBezTo>
                  <a:cubicBezTo>
                    <a:pt x="97" y="159"/>
                    <a:pt x="97" y="159"/>
                    <a:pt x="97" y="159"/>
                  </a:cubicBezTo>
                  <a:cubicBezTo>
                    <a:pt x="97" y="159"/>
                    <a:pt x="97" y="159"/>
                    <a:pt x="97" y="159"/>
                  </a:cubicBezTo>
                  <a:cubicBezTo>
                    <a:pt x="97" y="159"/>
                    <a:pt x="97" y="159"/>
                    <a:pt x="97" y="159"/>
                  </a:cubicBezTo>
                  <a:cubicBezTo>
                    <a:pt x="97" y="159"/>
                    <a:pt x="97" y="159"/>
                    <a:pt x="97" y="159"/>
                  </a:cubicBezTo>
                  <a:cubicBezTo>
                    <a:pt x="97" y="159"/>
                    <a:pt x="97" y="159"/>
                    <a:pt x="97" y="159"/>
                  </a:cubicBezTo>
                  <a:cubicBezTo>
                    <a:pt x="97" y="159"/>
                    <a:pt x="97" y="159"/>
                    <a:pt x="97" y="159"/>
                  </a:cubicBezTo>
                  <a:cubicBezTo>
                    <a:pt x="97" y="160"/>
                    <a:pt x="97" y="160"/>
                    <a:pt x="97" y="160"/>
                  </a:cubicBezTo>
                  <a:cubicBezTo>
                    <a:pt x="97" y="160"/>
                    <a:pt x="97" y="160"/>
                    <a:pt x="97" y="160"/>
                  </a:cubicBezTo>
                  <a:cubicBezTo>
                    <a:pt x="97" y="160"/>
                    <a:pt x="97" y="160"/>
                    <a:pt x="97" y="160"/>
                  </a:cubicBezTo>
                  <a:cubicBezTo>
                    <a:pt x="99" y="160"/>
                    <a:pt x="103" y="156"/>
                    <a:pt x="104" y="155"/>
                  </a:cubicBezTo>
                  <a:cubicBezTo>
                    <a:pt x="104" y="154"/>
                    <a:pt x="103" y="148"/>
                    <a:pt x="103" y="146"/>
                  </a:cubicBezTo>
                  <a:close/>
                  <a:moveTo>
                    <a:pt x="57" y="245"/>
                  </a:moveTo>
                  <a:cubicBezTo>
                    <a:pt x="57" y="251"/>
                    <a:pt x="56" y="257"/>
                    <a:pt x="56" y="261"/>
                  </a:cubicBezTo>
                  <a:cubicBezTo>
                    <a:pt x="56" y="261"/>
                    <a:pt x="56" y="261"/>
                    <a:pt x="56" y="261"/>
                  </a:cubicBezTo>
                  <a:cubicBezTo>
                    <a:pt x="56" y="261"/>
                    <a:pt x="56" y="260"/>
                    <a:pt x="56" y="260"/>
                  </a:cubicBezTo>
                  <a:cubicBezTo>
                    <a:pt x="56" y="260"/>
                    <a:pt x="56" y="260"/>
                    <a:pt x="56" y="260"/>
                  </a:cubicBezTo>
                  <a:cubicBezTo>
                    <a:pt x="56" y="260"/>
                    <a:pt x="56" y="261"/>
                    <a:pt x="56" y="261"/>
                  </a:cubicBezTo>
                  <a:cubicBezTo>
                    <a:pt x="56" y="261"/>
                    <a:pt x="56" y="261"/>
                    <a:pt x="56" y="261"/>
                  </a:cubicBezTo>
                  <a:cubicBezTo>
                    <a:pt x="56" y="261"/>
                    <a:pt x="56" y="261"/>
                    <a:pt x="56" y="261"/>
                  </a:cubicBezTo>
                  <a:cubicBezTo>
                    <a:pt x="56" y="264"/>
                    <a:pt x="56" y="266"/>
                    <a:pt x="56" y="267"/>
                  </a:cubicBezTo>
                  <a:cubicBezTo>
                    <a:pt x="56" y="267"/>
                    <a:pt x="56" y="267"/>
                    <a:pt x="56" y="267"/>
                  </a:cubicBezTo>
                  <a:cubicBezTo>
                    <a:pt x="56" y="267"/>
                    <a:pt x="56" y="267"/>
                    <a:pt x="56" y="267"/>
                  </a:cubicBezTo>
                  <a:cubicBezTo>
                    <a:pt x="56" y="267"/>
                    <a:pt x="56" y="267"/>
                    <a:pt x="56" y="267"/>
                  </a:cubicBezTo>
                  <a:cubicBezTo>
                    <a:pt x="56" y="267"/>
                    <a:pt x="56" y="267"/>
                    <a:pt x="56" y="267"/>
                  </a:cubicBezTo>
                  <a:cubicBezTo>
                    <a:pt x="56" y="267"/>
                    <a:pt x="56" y="267"/>
                    <a:pt x="56" y="267"/>
                  </a:cubicBezTo>
                  <a:cubicBezTo>
                    <a:pt x="56" y="267"/>
                    <a:pt x="56" y="267"/>
                    <a:pt x="56" y="267"/>
                  </a:cubicBezTo>
                  <a:cubicBezTo>
                    <a:pt x="56" y="267"/>
                    <a:pt x="56" y="267"/>
                    <a:pt x="56" y="267"/>
                  </a:cubicBezTo>
                  <a:cubicBezTo>
                    <a:pt x="56" y="267"/>
                    <a:pt x="56" y="267"/>
                    <a:pt x="56" y="267"/>
                  </a:cubicBezTo>
                  <a:cubicBezTo>
                    <a:pt x="56" y="267"/>
                    <a:pt x="56" y="267"/>
                    <a:pt x="56" y="267"/>
                  </a:cubicBezTo>
                  <a:cubicBezTo>
                    <a:pt x="56" y="267"/>
                    <a:pt x="56" y="267"/>
                    <a:pt x="56" y="267"/>
                  </a:cubicBezTo>
                  <a:cubicBezTo>
                    <a:pt x="56" y="267"/>
                    <a:pt x="56" y="268"/>
                    <a:pt x="56" y="268"/>
                  </a:cubicBezTo>
                  <a:cubicBezTo>
                    <a:pt x="56" y="268"/>
                    <a:pt x="56" y="268"/>
                    <a:pt x="56" y="269"/>
                  </a:cubicBezTo>
                  <a:cubicBezTo>
                    <a:pt x="55" y="270"/>
                    <a:pt x="55" y="273"/>
                    <a:pt x="55" y="276"/>
                  </a:cubicBezTo>
                  <a:cubicBezTo>
                    <a:pt x="55" y="276"/>
                    <a:pt x="55" y="276"/>
                    <a:pt x="55" y="276"/>
                  </a:cubicBezTo>
                  <a:cubicBezTo>
                    <a:pt x="55" y="275"/>
                    <a:pt x="55" y="275"/>
                    <a:pt x="55" y="275"/>
                  </a:cubicBezTo>
                  <a:cubicBezTo>
                    <a:pt x="55" y="274"/>
                    <a:pt x="55" y="274"/>
                    <a:pt x="55" y="274"/>
                  </a:cubicBezTo>
                  <a:cubicBezTo>
                    <a:pt x="55" y="274"/>
                    <a:pt x="55" y="274"/>
                    <a:pt x="55" y="274"/>
                  </a:cubicBezTo>
                  <a:cubicBezTo>
                    <a:pt x="55" y="274"/>
                    <a:pt x="55" y="274"/>
                    <a:pt x="55" y="274"/>
                  </a:cubicBezTo>
                  <a:cubicBezTo>
                    <a:pt x="55" y="273"/>
                    <a:pt x="55" y="273"/>
                    <a:pt x="55" y="273"/>
                  </a:cubicBezTo>
                  <a:cubicBezTo>
                    <a:pt x="55" y="272"/>
                    <a:pt x="55" y="272"/>
                    <a:pt x="55" y="272"/>
                  </a:cubicBezTo>
                  <a:cubicBezTo>
                    <a:pt x="55" y="272"/>
                    <a:pt x="55" y="271"/>
                    <a:pt x="55" y="271"/>
                  </a:cubicBezTo>
                  <a:cubicBezTo>
                    <a:pt x="55" y="271"/>
                    <a:pt x="55" y="271"/>
                    <a:pt x="55" y="271"/>
                  </a:cubicBezTo>
                  <a:cubicBezTo>
                    <a:pt x="55" y="271"/>
                    <a:pt x="55" y="270"/>
                    <a:pt x="55" y="270"/>
                  </a:cubicBezTo>
                  <a:cubicBezTo>
                    <a:pt x="55" y="270"/>
                    <a:pt x="55" y="270"/>
                    <a:pt x="55" y="270"/>
                  </a:cubicBezTo>
                  <a:cubicBezTo>
                    <a:pt x="55" y="270"/>
                    <a:pt x="55" y="269"/>
                    <a:pt x="55" y="268"/>
                  </a:cubicBezTo>
                  <a:cubicBezTo>
                    <a:pt x="55" y="268"/>
                    <a:pt x="55" y="268"/>
                    <a:pt x="55" y="268"/>
                  </a:cubicBezTo>
                  <a:cubicBezTo>
                    <a:pt x="55" y="268"/>
                    <a:pt x="55" y="268"/>
                    <a:pt x="55" y="267"/>
                  </a:cubicBezTo>
                  <a:cubicBezTo>
                    <a:pt x="55" y="265"/>
                    <a:pt x="55" y="263"/>
                    <a:pt x="55" y="261"/>
                  </a:cubicBezTo>
                  <a:cubicBezTo>
                    <a:pt x="55" y="261"/>
                    <a:pt x="55" y="261"/>
                    <a:pt x="55" y="261"/>
                  </a:cubicBezTo>
                  <a:cubicBezTo>
                    <a:pt x="55" y="261"/>
                    <a:pt x="55" y="261"/>
                    <a:pt x="55" y="261"/>
                  </a:cubicBezTo>
                  <a:cubicBezTo>
                    <a:pt x="55" y="259"/>
                    <a:pt x="55" y="257"/>
                    <a:pt x="55" y="255"/>
                  </a:cubicBezTo>
                  <a:cubicBezTo>
                    <a:pt x="55" y="254"/>
                    <a:pt x="55" y="252"/>
                    <a:pt x="55" y="251"/>
                  </a:cubicBezTo>
                  <a:cubicBezTo>
                    <a:pt x="55" y="251"/>
                    <a:pt x="55" y="251"/>
                    <a:pt x="55" y="251"/>
                  </a:cubicBezTo>
                  <a:cubicBezTo>
                    <a:pt x="55" y="251"/>
                    <a:pt x="55" y="250"/>
                    <a:pt x="55" y="250"/>
                  </a:cubicBezTo>
                  <a:cubicBezTo>
                    <a:pt x="55" y="250"/>
                    <a:pt x="55" y="250"/>
                    <a:pt x="55" y="250"/>
                  </a:cubicBezTo>
                  <a:cubicBezTo>
                    <a:pt x="55" y="250"/>
                    <a:pt x="55" y="250"/>
                    <a:pt x="55" y="250"/>
                  </a:cubicBezTo>
                  <a:cubicBezTo>
                    <a:pt x="55" y="249"/>
                    <a:pt x="55" y="248"/>
                    <a:pt x="55" y="248"/>
                  </a:cubicBezTo>
                  <a:cubicBezTo>
                    <a:pt x="55" y="248"/>
                    <a:pt x="55" y="248"/>
                    <a:pt x="55" y="248"/>
                  </a:cubicBezTo>
                  <a:cubicBezTo>
                    <a:pt x="55" y="247"/>
                    <a:pt x="55" y="247"/>
                    <a:pt x="55" y="247"/>
                  </a:cubicBezTo>
                  <a:cubicBezTo>
                    <a:pt x="55" y="246"/>
                    <a:pt x="55" y="245"/>
                    <a:pt x="55" y="245"/>
                  </a:cubicBezTo>
                  <a:cubicBezTo>
                    <a:pt x="55" y="244"/>
                    <a:pt x="55" y="243"/>
                    <a:pt x="55" y="242"/>
                  </a:cubicBezTo>
                  <a:cubicBezTo>
                    <a:pt x="55" y="242"/>
                    <a:pt x="55" y="242"/>
                    <a:pt x="55" y="242"/>
                  </a:cubicBezTo>
                  <a:cubicBezTo>
                    <a:pt x="55" y="242"/>
                    <a:pt x="55" y="242"/>
                    <a:pt x="55" y="241"/>
                  </a:cubicBezTo>
                  <a:cubicBezTo>
                    <a:pt x="55" y="241"/>
                    <a:pt x="55" y="241"/>
                    <a:pt x="55" y="241"/>
                  </a:cubicBezTo>
                  <a:cubicBezTo>
                    <a:pt x="55" y="241"/>
                    <a:pt x="55" y="241"/>
                    <a:pt x="55" y="241"/>
                  </a:cubicBezTo>
                  <a:cubicBezTo>
                    <a:pt x="55" y="240"/>
                    <a:pt x="55" y="240"/>
                    <a:pt x="55" y="239"/>
                  </a:cubicBezTo>
                  <a:cubicBezTo>
                    <a:pt x="55" y="239"/>
                    <a:pt x="55" y="239"/>
                    <a:pt x="55" y="239"/>
                  </a:cubicBezTo>
                  <a:cubicBezTo>
                    <a:pt x="55" y="239"/>
                    <a:pt x="55" y="239"/>
                    <a:pt x="55" y="239"/>
                  </a:cubicBezTo>
                  <a:cubicBezTo>
                    <a:pt x="55" y="238"/>
                    <a:pt x="55" y="238"/>
                    <a:pt x="55" y="238"/>
                  </a:cubicBezTo>
                  <a:cubicBezTo>
                    <a:pt x="55" y="238"/>
                    <a:pt x="55" y="238"/>
                    <a:pt x="55" y="238"/>
                  </a:cubicBezTo>
                  <a:cubicBezTo>
                    <a:pt x="55" y="230"/>
                    <a:pt x="55" y="223"/>
                    <a:pt x="55" y="221"/>
                  </a:cubicBezTo>
                  <a:cubicBezTo>
                    <a:pt x="55" y="216"/>
                    <a:pt x="56" y="193"/>
                    <a:pt x="56" y="183"/>
                  </a:cubicBezTo>
                  <a:cubicBezTo>
                    <a:pt x="56" y="181"/>
                    <a:pt x="56" y="179"/>
                    <a:pt x="56" y="177"/>
                  </a:cubicBezTo>
                  <a:cubicBezTo>
                    <a:pt x="56" y="177"/>
                    <a:pt x="56" y="176"/>
                    <a:pt x="56" y="176"/>
                  </a:cubicBezTo>
                  <a:cubicBezTo>
                    <a:pt x="56" y="176"/>
                    <a:pt x="56" y="176"/>
                    <a:pt x="56" y="175"/>
                  </a:cubicBezTo>
                  <a:cubicBezTo>
                    <a:pt x="57" y="174"/>
                    <a:pt x="57" y="173"/>
                    <a:pt x="57" y="172"/>
                  </a:cubicBezTo>
                  <a:cubicBezTo>
                    <a:pt x="57" y="172"/>
                    <a:pt x="57" y="172"/>
                    <a:pt x="57" y="172"/>
                  </a:cubicBezTo>
                  <a:cubicBezTo>
                    <a:pt x="57" y="171"/>
                    <a:pt x="57" y="171"/>
                    <a:pt x="57" y="170"/>
                  </a:cubicBezTo>
                  <a:cubicBezTo>
                    <a:pt x="57" y="170"/>
                    <a:pt x="57" y="170"/>
                    <a:pt x="57" y="170"/>
                  </a:cubicBezTo>
                  <a:cubicBezTo>
                    <a:pt x="57" y="169"/>
                    <a:pt x="57" y="169"/>
                    <a:pt x="57" y="168"/>
                  </a:cubicBezTo>
                  <a:cubicBezTo>
                    <a:pt x="57" y="168"/>
                    <a:pt x="57" y="168"/>
                    <a:pt x="57" y="168"/>
                  </a:cubicBezTo>
                  <a:cubicBezTo>
                    <a:pt x="57" y="167"/>
                    <a:pt x="57" y="166"/>
                    <a:pt x="57" y="166"/>
                  </a:cubicBezTo>
                  <a:cubicBezTo>
                    <a:pt x="57" y="166"/>
                    <a:pt x="57" y="166"/>
                    <a:pt x="57" y="166"/>
                  </a:cubicBezTo>
                  <a:cubicBezTo>
                    <a:pt x="57" y="165"/>
                    <a:pt x="57" y="165"/>
                    <a:pt x="57" y="165"/>
                  </a:cubicBezTo>
                  <a:cubicBezTo>
                    <a:pt x="58" y="165"/>
                    <a:pt x="58" y="165"/>
                    <a:pt x="59" y="165"/>
                  </a:cubicBezTo>
                  <a:cubicBezTo>
                    <a:pt x="59" y="167"/>
                    <a:pt x="59" y="169"/>
                    <a:pt x="59" y="171"/>
                  </a:cubicBezTo>
                  <a:cubicBezTo>
                    <a:pt x="59" y="171"/>
                    <a:pt x="59" y="172"/>
                    <a:pt x="59" y="172"/>
                  </a:cubicBezTo>
                  <a:cubicBezTo>
                    <a:pt x="59" y="172"/>
                    <a:pt x="59" y="173"/>
                    <a:pt x="59" y="173"/>
                  </a:cubicBezTo>
                  <a:cubicBezTo>
                    <a:pt x="59" y="173"/>
                    <a:pt x="59" y="173"/>
                    <a:pt x="59" y="173"/>
                  </a:cubicBezTo>
                  <a:cubicBezTo>
                    <a:pt x="59" y="181"/>
                    <a:pt x="59" y="190"/>
                    <a:pt x="59" y="195"/>
                  </a:cubicBezTo>
                  <a:cubicBezTo>
                    <a:pt x="59" y="195"/>
                    <a:pt x="59" y="195"/>
                    <a:pt x="59" y="195"/>
                  </a:cubicBezTo>
                  <a:cubicBezTo>
                    <a:pt x="59" y="195"/>
                    <a:pt x="59" y="196"/>
                    <a:pt x="59" y="196"/>
                  </a:cubicBezTo>
                  <a:cubicBezTo>
                    <a:pt x="59" y="196"/>
                    <a:pt x="59" y="196"/>
                    <a:pt x="59" y="196"/>
                  </a:cubicBezTo>
                  <a:cubicBezTo>
                    <a:pt x="59" y="196"/>
                    <a:pt x="59" y="196"/>
                    <a:pt x="59" y="196"/>
                  </a:cubicBezTo>
                  <a:cubicBezTo>
                    <a:pt x="59" y="198"/>
                    <a:pt x="59" y="200"/>
                    <a:pt x="59" y="200"/>
                  </a:cubicBezTo>
                  <a:cubicBezTo>
                    <a:pt x="59" y="200"/>
                    <a:pt x="59" y="200"/>
                    <a:pt x="59" y="200"/>
                  </a:cubicBezTo>
                  <a:cubicBezTo>
                    <a:pt x="59" y="203"/>
                    <a:pt x="60" y="211"/>
                    <a:pt x="59" y="218"/>
                  </a:cubicBezTo>
                  <a:cubicBezTo>
                    <a:pt x="59" y="221"/>
                    <a:pt x="58" y="234"/>
                    <a:pt x="57" y="245"/>
                  </a:cubicBezTo>
                  <a:close/>
                  <a:moveTo>
                    <a:pt x="29" y="128"/>
                  </a:moveTo>
                  <a:cubicBezTo>
                    <a:pt x="29" y="128"/>
                    <a:pt x="29" y="128"/>
                    <a:pt x="29" y="128"/>
                  </a:cubicBezTo>
                  <a:cubicBezTo>
                    <a:pt x="29" y="128"/>
                    <a:pt x="29" y="128"/>
                    <a:pt x="29" y="128"/>
                  </a:cubicBezTo>
                  <a:cubicBezTo>
                    <a:pt x="29" y="128"/>
                    <a:pt x="22" y="118"/>
                    <a:pt x="12" y="99"/>
                  </a:cubicBezTo>
                  <a:cubicBezTo>
                    <a:pt x="12" y="99"/>
                    <a:pt x="26" y="81"/>
                    <a:pt x="27" y="80"/>
                  </a:cubicBezTo>
                  <a:cubicBezTo>
                    <a:pt x="27" y="80"/>
                    <a:pt x="30" y="91"/>
                    <a:pt x="37" y="110"/>
                  </a:cubicBezTo>
                  <a:cubicBezTo>
                    <a:pt x="37" y="110"/>
                    <a:pt x="38" y="113"/>
                    <a:pt x="37" y="118"/>
                  </a:cubicBezTo>
                  <a:cubicBezTo>
                    <a:pt x="36" y="118"/>
                    <a:pt x="36" y="118"/>
                    <a:pt x="35" y="118"/>
                  </a:cubicBezTo>
                  <a:cubicBezTo>
                    <a:pt x="34" y="119"/>
                    <a:pt x="32" y="124"/>
                    <a:pt x="32" y="124"/>
                  </a:cubicBezTo>
                  <a:cubicBezTo>
                    <a:pt x="32" y="124"/>
                    <a:pt x="32" y="124"/>
                    <a:pt x="32" y="124"/>
                  </a:cubicBezTo>
                  <a:cubicBezTo>
                    <a:pt x="32" y="124"/>
                    <a:pt x="32" y="124"/>
                    <a:pt x="32" y="124"/>
                  </a:cubicBezTo>
                  <a:cubicBezTo>
                    <a:pt x="32" y="124"/>
                    <a:pt x="32" y="124"/>
                    <a:pt x="32" y="124"/>
                  </a:cubicBezTo>
                  <a:cubicBezTo>
                    <a:pt x="32" y="125"/>
                    <a:pt x="32" y="125"/>
                    <a:pt x="32" y="125"/>
                  </a:cubicBezTo>
                  <a:cubicBezTo>
                    <a:pt x="32" y="125"/>
                    <a:pt x="32" y="125"/>
                    <a:pt x="32" y="125"/>
                  </a:cubicBezTo>
                  <a:cubicBezTo>
                    <a:pt x="32" y="125"/>
                    <a:pt x="32" y="125"/>
                    <a:pt x="32" y="125"/>
                  </a:cubicBezTo>
                  <a:cubicBezTo>
                    <a:pt x="32" y="125"/>
                    <a:pt x="32" y="125"/>
                    <a:pt x="32" y="125"/>
                  </a:cubicBezTo>
                  <a:cubicBezTo>
                    <a:pt x="32" y="125"/>
                    <a:pt x="31" y="125"/>
                    <a:pt x="31" y="125"/>
                  </a:cubicBezTo>
                  <a:cubicBezTo>
                    <a:pt x="31" y="125"/>
                    <a:pt x="31" y="125"/>
                    <a:pt x="31" y="125"/>
                  </a:cubicBezTo>
                  <a:cubicBezTo>
                    <a:pt x="31" y="125"/>
                    <a:pt x="31" y="125"/>
                    <a:pt x="31" y="125"/>
                  </a:cubicBezTo>
                  <a:cubicBezTo>
                    <a:pt x="31" y="125"/>
                    <a:pt x="31" y="125"/>
                    <a:pt x="31" y="125"/>
                  </a:cubicBezTo>
                  <a:cubicBezTo>
                    <a:pt x="31" y="125"/>
                    <a:pt x="31" y="125"/>
                    <a:pt x="31" y="125"/>
                  </a:cubicBezTo>
                  <a:cubicBezTo>
                    <a:pt x="31" y="125"/>
                    <a:pt x="31" y="125"/>
                    <a:pt x="31" y="125"/>
                  </a:cubicBezTo>
                  <a:cubicBezTo>
                    <a:pt x="31" y="125"/>
                    <a:pt x="31" y="126"/>
                    <a:pt x="31" y="126"/>
                  </a:cubicBezTo>
                  <a:cubicBezTo>
                    <a:pt x="31" y="126"/>
                    <a:pt x="31" y="126"/>
                    <a:pt x="31" y="126"/>
                  </a:cubicBezTo>
                  <a:cubicBezTo>
                    <a:pt x="31" y="126"/>
                    <a:pt x="31" y="126"/>
                    <a:pt x="31" y="126"/>
                  </a:cubicBezTo>
                  <a:cubicBezTo>
                    <a:pt x="31" y="126"/>
                    <a:pt x="31" y="126"/>
                    <a:pt x="31" y="126"/>
                  </a:cubicBezTo>
                  <a:cubicBezTo>
                    <a:pt x="31" y="126"/>
                    <a:pt x="31" y="126"/>
                    <a:pt x="31" y="126"/>
                  </a:cubicBezTo>
                  <a:cubicBezTo>
                    <a:pt x="31" y="126"/>
                    <a:pt x="31" y="126"/>
                    <a:pt x="31" y="127"/>
                  </a:cubicBezTo>
                  <a:cubicBezTo>
                    <a:pt x="31" y="127"/>
                    <a:pt x="31" y="127"/>
                    <a:pt x="31" y="127"/>
                  </a:cubicBezTo>
                  <a:cubicBezTo>
                    <a:pt x="30" y="127"/>
                    <a:pt x="30" y="127"/>
                    <a:pt x="30" y="127"/>
                  </a:cubicBezTo>
                  <a:cubicBezTo>
                    <a:pt x="30" y="127"/>
                    <a:pt x="30" y="127"/>
                    <a:pt x="30" y="127"/>
                  </a:cubicBezTo>
                  <a:cubicBezTo>
                    <a:pt x="30" y="127"/>
                    <a:pt x="30" y="127"/>
                    <a:pt x="30" y="127"/>
                  </a:cubicBezTo>
                  <a:cubicBezTo>
                    <a:pt x="30" y="127"/>
                    <a:pt x="30" y="127"/>
                    <a:pt x="30" y="127"/>
                  </a:cubicBezTo>
                  <a:cubicBezTo>
                    <a:pt x="30" y="127"/>
                    <a:pt x="30" y="127"/>
                    <a:pt x="30" y="128"/>
                  </a:cubicBezTo>
                  <a:cubicBezTo>
                    <a:pt x="30" y="128"/>
                    <a:pt x="30" y="128"/>
                    <a:pt x="30" y="128"/>
                  </a:cubicBezTo>
                  <a:cubicBezTo>
                    <a:pt x="30" y="128"/>
                    <a:pt x="30" y="128"/>
                    <a:pt x="30" y="128"/>
                  </a:cubicBezTo>
                  <a:cubicBezTo>
                    <a:pt x="29" y="128"/>
                    <a:pt x="29" y="128"/>
                    <a:pt x="29" y="128"/>
                  </a:cubicBezTo>
                  <a:cubicBezTo>
                    <a:pt x="29" y="128"/>
                    <a:pt x="29" y="128"/>
                    <a:pt x="29" y="128"/>
                  </a:cubicBezTo>
                  <a:cubicBezTo>
                    <a:pt x="29" y="128"/>
                    <a:pt x="29" y="128"/>
                    <a:pt x="29" y="128"/>
                  </a:cubicBezTo>
                  <a:cubicBezTo>
                    <a:pt x="29" y="128"/>
                    <a:pt x="29" y="128"/>
                    <a:pt x="29" y="128"/>
                  </a:cubicBezTo>
                  <a:cubicBezTo>
                    <a:pt x="29" y="128"/>
                    <a:pt x="29" y="128"/>
                    <a:pt x="29" y="128"/>
                  </a:cubicBezTo>
                  <a:close/>
                  <a:moveTo>
                    <a:pt x="96" y="149"/>
                  </a:moveTo>
                  <a:cubicBezTo>
                    <a:pt x="96" y="148"/>
                    <a:pt x="99" y="148"/>
                    <a:pt x="99" y="148"/>
                  </a:cubicBezTo>
                  <a:cubicBezTo>
                    <a:pt x="99" y="148"/>
                    <a:pt x="101" y="149"/>
                    <a:pt x="101" y="150"/>
                  </a:cubicBezTo>
                  <a:cubicBezTo>
                    <a:pt x="101" y="152"/>
                    <a:pt x="99" y="153"/>
                    <a:pt x="99" y="153"/>
                  </a:cubicBezTo>
                  <a:cubicBezTo>
                    <a:pt x="99" y="152"/>
                    <a:pt x="96" y="149"/>
                    <a:pt x="96" y="149"/>
                  </a:cubicBez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179"/>
            <p:cNvSpPr>
              <a:spLocks/>
            </p:cNvSpPr>
            <p:nvPr/>
          </p:nvSpPr>
          <p:spPr bwMode="auto">
            <a:xfrm>
              <a:off x="6056313" y="2525713"/>
              <a:ext cx="38100" cy="587375"/>
            </a:xfrm>
            <a:custGeom>
              <a:avLst/>
              <a:gdLst>
                <a:gd name="T0" fmla="*/ 19 w 24"/>
                <a:gd name="T1" fmla="*/ 370 h 370"/>
                <a:gd name="T2" fmla="*/ 24 w 24"/>
                <a:gd name="T3" fmla="*/ 370 h 370"/>
                <a:gd name="T4" fmla="*/ 3 w 24"/>
                <a:gd name="T5" fmla="*/ 0 h 370"/>
                <a:gd name="T6" fmla="*/ 0 w 24"/>
                <a:gd name="T7" fmla="*/ 3 h 370"/>
                <a:gd name="T8" fmla="*/ 19 w 24"/>
                <a:gd name="T9" fmla="*/ 370 h 370"/>
              </a:gdLst>
              <a:ahLst/>
              <a:cxnLst>
                <a:cxn ang="0">
                  <a:pos x="T0" y="T1"/>
                </a:cxn>
                <a:cxn ang="0">
                  <a:pos x="T2" y="T3"/>
                </a:cxn>
                <a:cxn ang="0">
                  <a:pos x="T4" y="T5"/>
                </a:cxn>
                <a:cxn ang="0">
                  <a:pos x="T6" y="T7"/>
                </a:cxn>
                <a:cxn ang="0">
                  <a:pos x="T8" y="T9"/>
                </a:cxn>
              </a:cxnLst>
              <a:rect l="0" t="0" r="r" b="b"/>
              <a:pathLst>
                <a:path w="24" h="370">
                  <a:moveTo>
                    <a:pt x="19" y="370"/>
                  </a:moveTo>
                  <a:lnTo>
                    <a:pt x="24" y="370"/>
                  </a:lnTo>
                  <a:lnTo>
                    <a:pt x="3" y="0"/>
                  </a:lnTo>
                  <a:lnTo>
                    <a:pt x="0" y="3"/>
                  </a:lnTo>
                  <a:lnTo>
                    <a:pt x="19" y="370"/>
                  </a:ln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180"/>
            <p:cNvSpPr>
              <a:spLocks/>
            </p:cNvSpPr>
            <p:nvPr/>
          </p:nvSpPr>
          <p:spPr bwMode="auto">
            <a:xfrm>
              <a:off x="6064251" y="2533650"/>
              <a:ext cx="41275" cy="585787"/>
            </a:xfrm>
            <a:custGeom>
              <a:avLst/>
              <a:gdLst>
                <a:gd name="T0" fmla="*/ 21 w 26"/>
                <a:gd name="T1" fmla="*/ 369 h 369"/>
                <a:gd name="T2" fmla="*/ 26 w 26"/>
                <a:gd name="T3" fmla="*/ 367 h 369"/>
                <a:gd name="T4" fmla="*/ 5 w 26"/>
                <a:gd name="T5" fmla="*/ 0 h 369"/>
                <a:gd name="T6" fmla="*/ 0 w 26"/>
                <a:gd name="T7" fmla="*/ 0 h 369"/>
                <a:gd name="T8" fmla="*/ 21 w 26"/>
                <a:gd name="T9" fmla="*/ 369 h 369"/>
              </a:gdLst>
              <a:ahLst/>
              <a:cxnLst>
                <a:cxn ang="0">
                  <a:pos x="T0" y="T1"/>
                </a:cxn>
                <a:cxn ang="0">
                  <a:pos x="T2" y="T3"/>
                </a:cxn>
                <a:cxn ang="0">
                  <a:pos x="T4" y="T5"/>
                </a:cxn>
                <a:cxn ang="0">
                  <a:pos x="T6" y="T7"/>
                </a:cxn>
                <a:cxn ang="0">
                  <a:pos x="T8" y="T9"/>
                </a:cxn>
              </a:cxnLst>
              <a:rect l="0" t="0" r="r" b="b"/>
              <a:pathLst>
                <a:path w="26" h="369">
                  <a:moveTo>
                    <a:pt x="21" y="369"/>
                  </a:moveTo>
                  <a:lnTo>
                    <a:pt x="26" y="367"/>
                  </a:lnTo>
                  <a:lnTo>
                    <a:pt x="5" y="0"/>
                  </a:lnTo>
                  <a:lnTo>
                    <a:pt x="0" y="0"/>
                  </a:lnTo>
                  <a:lnTo>
                    <a:pt x="21" y="369"/>
                  </a:ln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181"/>
            <p:cNvSpPr>
              <a:spLocks/>
            </p:cNvSpPr>
            <p:nvPr/>
          </p:nvSpPr>
          <p:spPr bwMode="auto">
            <a:xfrm>
              <a:off x="6072188" y="2797175"/>
              <a:ext cx="157163" cy="311150"/>
            </a:xfrm>
            <a:custGeom>
              <a:avLst/>
              <a:gdLst>
                <a:gd name="T0" fmla="*/ 4 w 42"/>
                <a:gd name="T1" fmla="*/ 80 h 83"/>
                <a:gd name="T2" fmla="*/ 7 w 42"/>
                <a:gd name="T3" fmla="*/ 83 h 83"/>
                <a:gd name="T4" fmla="*/ 37 w 42"/>
                <a:gd name="T5" fmla="*/ 81 h 83"/>
                <a:gd name="T6" fmla="*/ 40 w 42"/>
                <a:gd name="T7" fmla="*/ 71 h 83"/>
                <a:gd name="T8" fmla="*/ 37 w 42"/>
                <a:gd name="T9" fmla="*/ 33 h 83"/>
                <a:gd name="T10" fmla="*/ 40 w 42"/>
                <a:gd name="T11" fmla="*/ 28 h 83"/>
                <a:gd name="T12" fmla="*/ 40 w 42"/>
                <a:gd name="T13" fmla="*/ 18 h 83"/>
                <a:gd name="T14" fmla="*/ 39 w 42"/>
                <a:gd name="T15" fmla="*/ 11 h 83"/>
                <a:gd name="T16" fmla="*/ 27 w 42"/>
                <a:gd name="T17" fmla="*/ 4 h 83"/>
                <a:gd name="T18" fmla="*/ 16 w 42"/>
                <a:gd name="T19" fmla="*/ 1 h 83"/>
                <a:gd name="T20" fmla="*/ 1 w 42"/>
                <a:gd name="T21" fmla="*/ 3 h 83"/>
                <a:gd name="T22" fmla="*/ 2 w 42"/>
                <a:gd name="T23" fmla="*/ 10 h 83"/>
                <a:gd name="T24" fmla="*/ 0 w 42"/>
                <a:gd name="T25" fmla="*/ 14 h 83"/>
                <a:gd name="T26" fmla="*/ 4 w 42"/>
                <a:gd name="T27" fmla="*/ 8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83">
                  <a:moveTo>
                    <a:pt x="4" y="80"/>
                  </a:moveTo>
                  <a:cubicBezTo>
                    <a:pt x="4" y="82"/>
                    <a:pt x="6" y="83"/>
                    <a:pt x="7" y="83"/>
                  </a:cubicBezTo>
                  <a:cubicBezTo>
                    <a:pt x="37" y="81"/>
                    <a:pt x="37" y="81"/>
                    <a:pt x="37" y="81"/>
                  </a:cubicBezTo>
                  <a:cubicBezTo>
                    <a:pt x="42" y="81"/>
                    <a:pt x="42" y="72"/>
                    <a:pt x="40" y="71"/>
                  </a:cubicBezTo>
                  <a:cubicBezTo>
                    <a:pt x="37" y="33"/>
                    <a:pt x="37" y="33"/>
                    <a:pt x="37" y="33"/>
                  </a:cubicBezTo>
                  <a:cubicBezTo>
                    <a:pt x="37" y="33"/>
                    <a:pt x="40" y="29"/>
                    <a:pt x="40" y="28"/>
                  </a:cubicBezTo>
                  <a:cubicBezTo>
                    <a:pt x="41" y="25"/>
                    <a:pt x="40" y="18"/>
                    <a:pt x="40" y="18"/>
                  </a:cubicBezTo>
                  <a:cubicBezTo>
                    <a:pt x="39" y="11"/>
                    <a:pt x="39" y="11"/>
                    <a:pt x="39" y="11"/>
                  </a:cubicBezTo>
                  <a:cubicBezTo>
                    <a:pt x="38" y="9"/>
                    <a:pt x="28" y="4"/>
                    <a:pt x="27" y="4"/>
                  </a:cubicBezTo>
                  <a:cubicBezTo>
                    <a:pt x="27" y="4"/>
                    <a:pt x="22" y="2"/>
                    <a:pt x="16" y="1"/>
                  </a:cubicBezTo>
                  <a:cubicBezTo>
                    <a:pt x="7" y="0"/>
                    <a:pt x="1" y="3"/>
                    <a:pt x="1" y="3"/>
                  </a:cubicBezTo>
                  <a:cubicBezTo>
                    <a:pt x="2" y="10"/>
                    <a:pt x="2" y="10"/>
                    <a:pt x="2" y="10"/>
                  </a:cubicBezTo>
                  <a:cubicBezTo>
                    <a:pt x="1" y="10"/>
                    <a:pt x="0" y="12"/>
                    <a:pt x="0" y="14"/>
                  </a:cubicBezTo>
                  <a:lnTo>
                    <a:pt x="4" y="80"/>
                  </a:ln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182"/>
            <p:cNvSpPr>
              <a:spLocks/>
            </p:cNvSpPr>
            <p:nvPr/>
          </p:nvSpPr>
          <p:spPr bwMode="auto">
            <a:xfrm>
              <a:off x="6086476" y="3094038"/>
              <a:ext cx="41275" cy="44450"/>
            </a:xfrm>
            <a:custGeom>
              <a:avLst/>
              <a:gdLst>
                <a:gd name="T0" fmla="*/ 1 w 11"/>
                <a:gd name="T1" fmla="*/ 4 h 12"/>
                <a:gd name="T2" fmla="*/ 3 w 11"/>
                <a:gd name="T3" fmla="*/ 11 h 12"/>
                <a:gd name="T4" fmla="*/ 10 w 11"/>
                <a:gd name="T5" fmla="*/ 8 h 12"/>
                <a:gd name="T6" fmla="*/ 7 w 11"/>
                <a:gd name="T7" fmla="*/ 1 h 12"/>
                <a:gd name="T8" fmla="*/ 1 w 11"/>
                <a:gd name="T9" fmla="*/ 4 h 12"/>
              </a:gdLst>
              <a:ahLst/>
              <a:cxnLst>
                <a:cxn ang="0">
                  <a:pos x="T0" y="T1"/>
                </a:cxn>
                <a:cxn ang="0">
                  <a:pos x="T2" y="T3"/>
                </a:cxn>
                <a:cxn ang="0">
                  <a:pos x="T4" y="T5"/>
                </a:cxn>
                <a:cxn ang="0">
                  <a:pos x="T6" y="T7"/>
                </a:cxn>
                <a:cxn ang="0">
                  <a:pos x="T8" y="T9"/>
                </a:cxn>
              </a:cxnLst>
              <a:rect l="0" t="0" r="r" b="b"/>
              <a:pathLst>
                <a:path w="11" h="12">
                  <a:moveTo>
                    <a:pt x="1" y="4"/>
                  </a:moveTo>
                  <a:cubicBezTo>
                    <a:pt x="0" y="7"/>
                    <a:pt x="1" y="10"/>
                    <a:pt x="3" y="11"/>
                  </a:cubicBezTo>
                  <a:cubicBezTo>
                    <a:pt x="6" y="12"/>
                    <a:pt x="9" y="10"/>
                    <a:pt x="10" y="8"/>
                  </a:cubicBezTo>
                  <a:cubicBezTo>
                    <a:pt x="11" y="5"/>
                    <a:pt x="9" y="2"/>
                    <a:pt x="7" y="1"/>
                  </a:cubicBezTo>
                  <a:cubicBezTo>
                    <a:pt x="5" y="0"/>
                    <a:pt x="2" y="2"/>
                    <a:pt x="1" y="4"/>
                  </a:cubicBez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Oval 183"/>
            <p:cNvSpPr>
              <a:spLocks noChangeArrowheads="1"/>
            </p:cNvSpPr>
            <p:nvPr/>
          </p:nvSpPr>
          <p:spPr bwMode="auto">
            <a:xfrm>
              <a:off x="6049963" y="2514600"/>
              <a:ext cx="36513" cy="34925"/>
            </a:xfrm>
            <a:prstGeom prst="ellipse">
              <a:avLst/>
            </a:pr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 name="组合 3"/>
          <p:cNvGrpSpPr/>
          <p:nvPr/>
        </p:nvGrpSpPr>
        <p:grpSpPr>
          <a:xfrm>
            <a:off x="4762728" y="3773546"/>
            <a:ext cx="469900" cy="1135062"/>
            <a:chOff x="2981326" y="3259138"/>
            <a:chExt cx="469900" cy="1135062"/>
          </a:xfrm>
        </p:grpSpPr>
        <p:sp>
          <p:nvSpPr>
            <p:cNvPr id="191" name="Freeform 184"/>
            <p:cNvSpPr>
              <a:spLocks noEditPoints="1"/>
            </p:cNvSpPr>
            <p:nvPr/>
          </p:nvSpPr>
          <p:spPr bwMode="auto">
            <a:xfrm>
              <a:off x="2981326" y="3259138"/>
              <a:ext cx="469900" cy="1135062"/>
            </a:xfrm>
            <a:custGeom>
              <a:avLst/>
              <a:gdLst>
                <a:gd name="T0" fmla="*/ 114 w 125"/>
                <a:gd name="T1" fmla="*/ 290 h 302"/>
                <a:gd name="T2" fmla="*/ 112 w 125"/>
                <a:gd name="T3" fmla="*/ 289 h 302"/>
                <a:gd name="T4" fmla="*/ 109 w 125"/>
                <a:gd name="T5" fmla="*/ 286 h 302"/>
                <a:gd name="T6" fmla="*/ 109 w 125"/>
                <a:gd name="T7" fmla="*/ 198 h 302"/>
                <a:gd name="T8" fmla="*/ 87 w 125"/>
                <a:gd name="T9" fmla="*/ 124 h 302"/>
                <a:gd name="T10" fmla="*/ 83 w 125"/>
                <a:gd name="T11" fmla="*/ 120 h 302"/>
                <a:gd name="T12" fmla="*/ 75 w 125"/>
                <a:gd name="T13" fmla="*/ 111 h 302"/>
                <a:gd name="T14" fmla="*/ 69 w 125"/>
                <a:gd name="T15" fmla="*/ 104 h 302"/>
                <a:gd name="T16" fmla="*/ 65 w 125"/>
                <a:gd name="T17" fmla="*/ 98 h 302"/>
                <a:gd name="T18" fmla="*/ 66 w 125"/>
                <a:gd name="T19" fmla="*/ 88 h 302"/>
                <a:gd name="T20" fmla="*/ 67 w 125"/>
                <a:gd name="T21" fmla="*/ 86 h 302"/>
                <a:gd name="T22" fmla="*/ 70 w 125"/>
                <a:gd name="T23" fmla="*/ 82 h 302"/>
                <a:gd name="T24" fmla="*/ 72 w 125"/>
                <a:gd name="T25" fmla="*/ 78 h 302"/>
                <a:gd name="T26" fmla="*/ 64 w 125"/>
                <a:gd name="T27" fmla="*/ 65 h 302"/>
                <a:gd name="T28" fmla="*/ 64 w 125"/>
                <a:gd name="T29" fmla="*/ 42 h 302"/>
                <a:gd name="T30" fmla="*/ 65 w 125"/>
                <a:gd name="T31" fmla="*/ 41 h 302"/>
                <a:gd name="T32" fmla="*/ 66 w 125"/>
                <a:gd name="T33" fmla="*/ 39 h 302"/>
                <a:gd name="T34" fmla="*/ 68 w 125"/>
                <a:gd name="T35" fmla="*/ 38 h 302"/>
                <a:gd name="T36" fmla="*/ 67 w 125"/>
                <a:gd name="T37" fmla="*/ 36 h 302"/>
                <a:gd name="T38" fmla="*/ 68 w 125"/>
                <a:gd name="T39" fmla="*/ 35 h 302"/>
                <a:gd name="T40" fmla="*/ 69 w 125"/>
                <a:gd name="T41" fmla="*/ 30 h 302"/>
                <a:gd name="T42" fmla="*/ 43 w 125"/>
                <a:gd name="T43" fmla="*/ 4 h 302"/>
                <a:gd name="T44" fmla="*/ 37 w 125"/>
                <a:gd name="T45" fmla="*/ 11 h 302"/>
                <a:gd name="T46" fmla="*/ 35 w 125"/>
                <a:gd name="T47" fmla="*/ 23 h 302"/>
                <a:gd name="T48" fmla="*/ 33 w 125"/>
                <a:gd name="T49" fmla="*/ 42 h 302"/>
                <a:gd name="T50" fmla="*/ 29 w 125"/>
                <a:gd name="T51" fmla="*/ 50 h 302"/>
                <a:gd name="T52" fmla="*/ 13 w 125"/>
                <a:gd name="T53" fmla="*/ 94 h 302"/>
                <a:gd name="T54" fmla="*/ 19 w 125"/>
                <a:gd name="T55" fmla="*/ 101 h 302"/>
                <a:gd name="T56" fmla="*/ 28 w 125"/>
                <a:gd name="T57" fmla="*/ 108 h 302"/>
                <a:gd name="T58" fmla="*/ 37 w 125"/>
                <a:gd name="T59" fmla="*/ 114 h 302"/>
                <a:gd name="T60" fmla="*/ 36 w 125"/>
                <a:gd name="T61" fmla="*/ 117 h 302"/>
                <a:gd name="T62" fmla="*/ 36 w 125"/>
                <a:gd name="T63" fmla="*/ 118 h 302"/>
                <a:gd name="T64" fmla="*/ 35 w 125"/>
                <a:gd name="T65" fmla="*/ 123 h 302"/>
                <a:gd name="T66" fmla="*/ 34 w 125"/>
                <a:gd name="T67" fmla="*/ 128 h 302"/>
                <a:gd name="T68" fmla="*/ 37 w 125"/>
                <a:gd name="T69" fmla="*/ 158 h 302"/>
                <a:gd name="T70" fmla="*/ 36 w 125"/>
                <a:gd name="T71" fmla="*/ 172 h 302"/>
                <a:gd name="T72" fmla="*/ 34 w 125"/>
                <a:gd name="T73" fmla="*/ 181 h 302"/>
                <a:gd name="T74" fmla="*/ 32 w 125"/>
                <a:gd name="T75" fmla="*/ 189 h 302"/>
                <a:gd name="T76" fmla="*/ 29 w 125"/>
                <a:gd name="T77" fmla="*/ 195 h 302"/>
                <a:gd name="T78" fmla="*/ 6 w 125"/>
                <a:gd name="T79" fmla="*/ 280 h 302"/>
                <a:gd name="T80" fmla="*/ 16 w 125"/>
                <a:gd name="T81" fmla="*/ 302 h 302"/>
                <a:gd name="T82" fmla="*/ 16 w 125"/>
                <a:gd name="T83" fmla="*/ 296 h 302"/>
                <a:gd name="T84" fmla="*/ 38 w 125"/>
                <a:gd name="T85" fmla="*/ 203 h 302"/>
                <a:gd name="T86" fmla="*/ 93 w 125"/>
                <a:gd name="T87" fmla="*/ 262 h 302"/>
                <a:gd name="T88" fmla="*/ 106 w 125"/>
                <a:gd name="T89" fmla="*/ 301 h 302"/>
                <a:gd name="T90" fmla="*/ 36 w 125"/>
                <a:gd name="T91" fmla="*/ 58 h 302"/>
                <a:gd name="T92" fmla="*/ 41 w 125"/>
                <a:gd name="T93" fmla="*/ 74 h 302"/>
                <a:gd name="T94" fmla="*/ 44 w 125"/>
                <a:gd name="T95" fmla="*/ 84 h 302"/>
                <a:gd name="T96" fmla="*/ 45 w 125"/>
                <a:gd name="T97" fmla="*/ 89 h 302"/>
                <a:gd name="T98" fmla="*/ 45 w 125"/>
                <a:gd name="T99" fmla="*/ 95 h 302"/>
                <a:gd name="T100" fmla="*/ 44 w 125"/>
                <a:gd name="T101" fmla="*/ 101 h 302"/>
                <a:gd name="T102" fmla="*/ 87 w 125"/>
                <a:gd name="T103" fmla="*/ 144 h 302"/>
                <a:gd name="T104" fmla="*/ 91 w 125"/>
                <a:gd name="T105" fmla="*/ 142 h 302"/>
                <a:gd name="T106" fmla="*/ 61 w 125"/>
                <a:gd name="T107" fmla="*/ 60 h 302"/>
                <a:gd name="T108" fmla="*/ 71 w 125"/>
                <a:gd name="T109" fmla="*/ 153 h 302"/>
                <a:gd name="T110" fmla="*/ 66 w 125"/>
                <a:gd name="T111" fmla="*/ 141 h 302"/>
                <a:gd name="T112" fmla="*/ 65 w 125"/>
                <a:gd name="T113" fmla="*/ 133 h 302"/>
                <a:gd name="T114" fmla="*/ 66 w 125"/>
                <a:gd name="T115" fmla="*/ 126 h 302"/>
                <a:gd name="T116" fmla="*/ 63 w 125"/>
                <a:gd name="T117" fmla="*/ 117 h 302"/>
                <a:gd name="T118" fmla="*/ 84 w 125"/>
                <a:gd name="T119" fmla="*/ 137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5" h="302">
                  <a:moveTo>
                    <a:pt x="124" y="291"/>
                  </a:moveTo>
                  <a:cubicBezTo>
                    <a:pt x="124" y="291"/>
                    <a:pt x="124" y="291"/>
                    <a:pt x="124" y="291"/>
                  </a:cubicBezTo>
                  <a:cubicBezTo>
                    <a:pt x="124" y="291"/>
                    <a:pt x="124" y="291"/>
                    <a:pt x="124" y="291"/>
                  </a:cubicBezTo>
                  <a:cubicBezTo>
                    <a:pt x="123" y="290"/>
                    <a:pt x="120" y="290"/>
                    <a:pt x="118" y="290"/>
                  </a:cubicBezTo>
                  <a:cubicBezTo>
                    <a:pt x="118" y="290"/>
                    <a:pt x="118" y="290"/>
                    <a:pt x="118" y="290"/>
                  </a:cubicBezTo>
                  <a:cubicBezTo>
                    <a:pt x="117" y="290"/>
                    <a:pt x="116" y="290"/>
                    <a:pt x="115" y="290"/>
                  </a:cubicBezTo>
                  <a:cubicBezTo>
                    <a:pt x="115" y="290"/>
                    <a:pt x="115" y="290"/>
                    <a:pt x="115" y="290"/>
                  </a:cubicBezTo>
                  <a:cubicBezTo>
                    <a:pt x="115" y="290"/>
                    <a:pt x="115" y="290"/>
                    <a:pt x="115" y="290"/>
                  </a:cubicBezTo>
                  <a:cubicBezTo>
                    <a:pt x="114" y="290"/>
                    <a:pt x="114" y="290"/>
                    <a:pt x="114" y="290"/>
                  </a:cubicBezTo>
                  <a:cubicBezTo>
                    <a:pt x="114" y="290"/>
                    <a:pt x="114" y="290"/>
                    <a:pt x="114" y="290"/>
                  </a:cubicBezTo>
                  <a:cubicBezTo>
                    <a:pt x="114" y="290"/>
                    <a:pt x="114" y="290"/>
                    <a:pt x="114" y="290"/>
                  </a:cubicBezTo>
                  <a:cubicBezTo>
                    <a:pt x="114" y="290"/>
                    <a:pt x="114" y="290"/>
                    <a:pt x="114" y="290"/>
                  </a:cubicBezTo>
                  <a:cubicBezTo>
                    <a:pt x="114" y="290"/>
                    <a:pt x="114" y="290"/>
                    <a:pt x="114" y="290"/>
                  </a:cubicBezTo>
                  <a:cubicBezTo>
                    <a:pt x="114" y="290"/>
                    <a:pt x="114" y="290"/>
                    <a:pt x="114" y="290"/>
                  </a:cubicBezTo>
                  <a:cubicBezTo>
                    <a:pt x="114" y="290"/>
                    <a:pt x="114" y="290"/>
                    <a:pt x="114" y="290"/>
                  </a:cubicBezTo>
                  <a:cubicBezTo>
                    <a:pt x="114" y="290"/>
                    <a:pt x="114" y="290"/>
                    <a:pt x="114" y="290"/>
                  </a:cubicBezTo>
                  <a:cubicBezTo>
                    <a:pt x="114" y="290"/>
                    <a:pt x="114" y="290"/>
                    <a:pt x="114" y="290"/>
                  </a:cubicBezTo>
                  <a:cubicBezTo>
                    <a:pt x="113" y="290"/>
                    <a:pt x="113" y="290"/>
                    <a:pt x="113" y="290"/>
                  </a:cubicBezTo>
                  <a:cubicBezTo>
                    <a:pt x="113" y="290"/>
                    <a:pt x="113" y="290"/>
                    <a:pt x="113" y="290"/>
                  </a:cubicBezTo>
                  <a:cubicBezTo>
                    <a:pt x="113" y="290"/>
                    <a:pt x="113" y="290"/>
                    <a:pt x="113" y="290"/>
                  </a:cubicBezTo>
                  <a:cubicBezTo>
                    <a:pt x="113" y="290"/>
                    <a:pt x="113" y="290"/>
                    <a:pt x="113" y="290"/>
                  </a:cubicBezTo>
                  <a:cubicBezTo>
                    <a:pt x="113" y="290"/>
                    <a:pt x="112" y="290"/>
                    <a:pt x="112" y="290"/>
                  </a:cubicBezTo>
                  <a:cubicBezTo>
                    <a:pt x="112" y="289"/>
                    <a:pt x="112" y="289"/>
                    <a:pt x="112" y="289"/>
                  </a:cubicBezTo>
                  <a:cubicBezTo>
                    <a:pt x="112" y="289"/>
                    <a:pt x="112" y="289"/>
                    <a:pt x="112" y="289"/>
                  </a:cubicBezTo>
                  <a:cubicBezTo>
                    <a:pt x="112" y="289"/>
                    <a:pt x="112" y="289"/>
                    <a:pt x="112" y="289"/>
                  </a:cubicBezTo>
                  <a:cubicBezTo>
                    <a:pt x="112" y="289"/>
                    <a:pt x="112" y="289"/>
                    <a:pt x="111" y="289"/>
                  </a:cubicBezTo>
                  <a:cubicBezTo>
                    <a:pt x="111" y="288"/>
                    <a:pt x="111" y="288"/>
                    <a:pt x="111" y="288"/>
                  </a:cubicBezTo>
                  <a:cubicBezTo>
                    <a:pt x="111" y="288"/>
                    <a:pt x="111" y="288"/>
                    <a:pt x="111" y="288"/>
                  </a:cubicBezTo>
                  <a:cubicBezTo>
                    <a:pt x="111" y="288"/>
                    <a:pt x="111" y="288"/>
                    <a:pt x="111" y="288"/>
                  </a:cubicBezTo>
                  <a:cubicBezTo>
                    <a:pt x="111" y="288"/>
                    <a:pt x="110" y="287"/>
                    <a:pt x="110" y="287"/>
                  </a:cubicBezTo>
                  <a:cubicBezTo>
                    <a:pt x="110" y="287"/>
                    <a:pt x="110" y="287"/>
                    <a:pt x="110" y="287"/>
                  </a:cubicBezTo>
                  <a:cubicBezTo>
                    <a:pt x="110" y="287"/>
                    <a:pt x="110" y="287"/>
                    <a:pt x="110" y="287"/>
                  </a:cubicBezTo>
                  <a:cubicBezTo>
                    <a:pt x="110" y="287"/>
                    <a:pt x="110" y="287"/>
                    <a:pt x="110" y="287"/>
                  </a:cubicBezTo>
                  <a:cubicBezTo>
                    <a:pt x="110" y="286"/>
                    <a:pt x="110" y="286"/>
                    <a:pt x="110" y="286"/>
                  </a:cubicBezTo>
                  <a:cubicBezTo>
                    <a:pt x="110" y="286"/>
                    <a:pt x="109" y="286"/>
                    <a:pt x="109" y="286"/>
                  </a:cubicBezTo>
                  <a:cubicBezTo>
                    <a:pt x="109" y="286"/>
                    <a:pt x="109" y="286"/>
                    <a:pt x="109" y="286"/>
                  </a:cubicBezTo>
                  <a:cubicBezTo>
                    <a:pt x="109" y="286"/>
                    <a:pt x="109" y="286"/>
                    <a:pt x="109" y="286"/>
                  </a:cubicBezTo>
                  <a:cubicBezTo>
                    <a:pt x="109" y="285"/>
                    <a:pt x="109" y="285"/>
                    <a:pt x="109" y="285"/>
                  </a:cubicBezTo>
                  <a:cubicBezTo>
                    <a:pt x="109" y="285"/>
                    <a:pt x="109" y="285"/>
                    <a:pt x="109" y="285"/>
                  </a:cubicBezTo>
                  <a:cubicBezTo>
                    <a:pt x="108" y="285"/>
                    <a:pt x="108" y="284"/>
                    <a:pt x="108" y="284"/>
                  </a:cubicBezTo>
                  <a:cubicBezTo>
                    <a:pt x="108" y="284"/>
                    <a:pt x="108" y="284"/>
                    <a:pt x="108" y="284"/>
                  </a:cubicBezTo>
                  <a:cubicBezTo>
                    <a:pt x="108" y="284"/>
                    <a:pt x="108" y="284"/>
                    <a:pt x="108" y="284"/>
                  </a:cubicBezTo>
                  <a:cubicBezTo>
                    <a:pt x="108" y="283"/>
                    <a:pt x="108" y="283"/>
                    <a:pt x="108" y="283"/>
                  </a:cubicBezTo>
                  <a:cubicBezTo>
                    <a:pt x="107" y="282"/>
                    <a:pt x="106" y="282"/>
                    <a:pt x="106" y="281"/>
                  </a:cubicBezTo>
                  <a:cubicBezTo>
                    <a:pt x="105" y="280"/>
                    <a:pt x="105" y="279"/>
                    <a:pt x="105" y="278"/>
                  </a:cubicBezTo>
                  <a:cubicBezTo>
                    <a:pt x="101" y="266"/>
                    <a:pt x="96" y="248"/>
                    <a:pt x="96" y="248"/>
                  </a:cubicBezTo>
                  <a:cubicBezTo>
                    <a:pt x="82" y="199"/>
                    <a:pt x="82" y="199"/>
                    <a:pt x="82" y="199"/>
                  </a:cubicBezTo>
                  <a:cubicBezTo>
                    <a:pt x="109" y="198"/>
                    <a:pt x="109" y="198"/>
                    <a:pt x="109" y="198"/>
                  </a:cubicBezTo>
                  <a:cubicBezTo>
                    <a:pt x="107" y="151"/>
                    <a:pt x="107" y="151"/>
                    <a:pt x="107" y="151"/>
                  </a:cubicBezTo>
                  <a:cubicBezTo>
                    <a:pt x="95" y="151"/>
                    <a:pt x="95" y="151"/>
                    <a:pt x="95" y="151"/>
                  </a:cubicBezTo>
                  <a:cubicBezTo>
                    <a:pt x="95" y="147"/>
                    <a:pt x="94" y="144"/>
                    <a:pt x="92" y="142"/>
                  </a:cubicBezTo>
                  <a:cubicBezTo>
                    <a:pt x="92" y="142"/>
                    <a:pt x="91" y="142"/>
                    <a:pt x="91" y="141"/>
                  </a:cubicBezTo>
                  <a:cubicBezTo>
                    <a:pt x="91" y="141"/>
                    <a:pt x="91" y="140"/>
                    <a:pt x="91" y="139"/>
                  </a:cubicBezTo>
                  <a:cubicBezTo>
                    <a:pt x="91" y="139"/>
                    <a:pt x="94" y="145"/>
                    <a:pt x="96" y="146"/>
                  </a:cubicBezTo>
                  <a:cubicBezTo>
                    <a:pt x="96" y="146"/>
                    <a:pt x="96" y="146"/>
                    <a:pt x="96" y="146"/>
                  </a:cubicBezTo>
                  <a:cubicBezTo>
                    <a:pt x="96" y="146"/>
                    <a:pt x="96" y="146"/>
                    <a:pt x="97" y="146"/>
                  </a:cubicBezTo>
                  <a:cubicBezTo>
                    <a:pt x="97" y="146"/>
                    <a:pt x="90" y="128"/>
                    <a:pt x="87" y="124"/>
                  </a:cubicBezTo>
                  <a:cubicBezTo>
                    <a:pt x="87" y="124"/>
                    <a:pt x="87" y="124"/>
                    <a:pt x="87" y="124"/>
                  </a:cubicBezTo>
                  <a:cubicBezTo>
                    <a:pt x="87" y="124"/>
                    <a:pt x="87" y="124"/>
                    <a:pt x="87" y="124"/>
                  </a:cubicBezTo>
                  <a:cubicBezTo>
                    <a:pt x="87" y="124"/>
                    <a:pt x="87" y="124"/>
                    <a:pt x="87" y="124"/>
                  </a:cubicBezTo>
                  <a:cubicBezTo>
                    <a:pt x="87" y="124"/>
                    <a:pt x="87" y="124"/>
                    <a:pt x="87" y="123"/>
                  </a:cubicBezTo>
                  <a:cubicBezTo>
                    <a:pt x="86" y="123"/>
                    <a:pt x="86" y="123"/>
                    <a:pt x="86" y="123"/>
                  </a:cubicBezTo>
                  <a:cubicBezTo>
                    <a:pt x="86" y="123"/>
                    <a:pt x="86" y="123"/>
                    <a:pt x="86" y="123"/>
                  </a:cubicBezTo>
                  <a:cubicBezTo>
                    <a:pt x="86" y="123"/>
                    <a:pt x="86" y="123"/>
                    <a:pt x="86" y="123"/>
                  </a:cubicBezTo>
                  <a:cubicBezTo>
                    <a:pt x="86" y="123"/>
                    <a:pt x="86" y="123"/>
                    <a:pt x="86" y="123"/>
                  </a:cubicBezTo>
                  <a:cubicBezTo>
                    <a:pt x="86" y="122"/>
                    <a:pt x="85" y="122"/>
                    <a:pt x="85" y="122"/>
                  </a:cubicBezTo>
                  <a:cubicBezTo>
                    <a:pt x="85" y="122"/>
                    <a:pt x="85" y="122"/>
                    <a:pt x="85" y="122"/>
                  </a:cubicBezTo>
                  <a:cubicBezTo>
                    <a:pt x="85" y="122"/>
                    <a:pt x="85" y="122"/>
                    <a:pt x="85" y="122"/>
                  </a:cubicBezTo>
                  <a:cubicBezTo>
                    <a:pt x="85" y="122"/>
                    <a:pt x="85" y="121"/>
                    <a:pt x="84" y="121"/>
                  </a:cubicBezTo>
                  <a:cubicBezTo>
                    <a:pt x="84" y="121"/>
                    <a:pt x="84" y="121"/>
                    <a:pt x="84" y="121"/>
                  </a:cubicBezTo>
                  <a:cubicBezTo>
                    <a:pt x="84" y="121"/>
                    <a:pt x="84" y="121"/>
                    <a:pt x="84" y="120"/>
                  </a:cubicBezTo>
                  <a:cubicBezTo>
                    <a:pt x="84" y="120"/>
                    <a:pt x="84" y="120"/>
                    <a:pt x="83" y="120"/>
                  </a:cubicBezTo>
                  <a:cubicBezTo>
                    <a:pt x="83" y="120"/>
                    <a:pt x="83" y="120"/>
                    <a:pt x="83" y="120"/>
                  </a:cubicBezTo>
                  <a:cubicBezTo>
                    <a:pt x="83" y="120"/>
                    <a:pt x="83" y="119"/>
                    <a:pt x="83" y="119"/>
                  </a:cubicBezTo>
                  <a:cubicBezTo>
                    <a:pt x="82" y="119"/>
                    <a:pt x="82" y="119"/>
                    <a:pt x="82" y="119"/>
                  </a:cubicBezTo>
                  <a:cubicBezTo>
                    <a:pt x="82" y="119"/>
                    <a:pt x="82" y="119"/>
                    <a:pt x="82" y="119"/>
                  </a:cubicBezTo>
                  <a:cubicBezTo>
                    <a:pt x="82" y="118"/>
                    <a:pt x="81" y="118"/>
                    <a:pt x="81" y="118"/>
                  </a:cubicBezTo>
                  <a:cubicBezTo>
                    <a:pt x="81" y="118"/>
                    <a:pt x="81" y="118"/>
                    <a:pt x="81" y="118"/>
                  </a:cubicBezTo>
                  <a:cubicBezTo>
                    <a:pt x="80" y="116"/>
                    <a:pt x="79" y="115"/>
                    <a:pt x="78" y="114"/>
                  </a:cubicBezTo>
                  <a:cubicBezTo>
                    <a:pt x="78" y="114"/>
                    <a:pt x="78" y="114"/>
                    <a:pt x="77" y="114"/>
                  </a:cubicBezTo>
                  <a:cubicBezTo>
                    <a:pt x="77" y="113"/>
                    <a:pt x="77" y="113"/>
                    <a:pt x="77" y="113"/>
                  </a:cubicBezTo>
                  <a:cubicBezTo>
                    <a:pt x="77" y="113"/>
                    <a:pt x="77" y="113"/>
                    <a:pt x="76" y="113"/>
                  </a:cubicBezTo>
                  <a:cubicBezTo>
                    <a:pt x="76" y="112"/>
                    <a:pt x="76" y="112"/>
                    <a:pt x="76" y="112"/>
                  </a:cubicBezTo>
                  <a:cubicBezTo>
                    <a:pt x="76" y="112"/>
                    <a:pt x="76" y="112"/>
                    <a:pt x="75" y="111"/>
                  </a:cubicBezTo>
                  <a:cubicBezTo>
                    <a:pt x="75" y="111"/>
                    <a:pt x="75" y="111"/>
                    <a:pt x="75" y="111"/>
                  </a:cubicBezTo>
                  <a:cubicBezTo>
                    <a:pt x="75" y="111"/>
                    <a:pt x="75" y="110"/>
                    <a:pt x="74" y="110"/>
                  </a:cubicBezTo>
                  <a:cubicBezTo>
                    <a:pt x="74" y="110"/>
                    <a:pt x="74" y="110"/>
                    <a:pt x="74" y="110"/>
                  </a:cubicBezTo>
                  <a:cubicBezTo>
                    <a:pt x="74" y="109"/>
                    <a:pt x="74" y="109"/>
                    <a:pt x="73" y="109"/>
                  </a:cubicBezTo>
                  <a:cubicBezTo>
                    <a:pt x="73" y="109"/>
                    <a:pt x="73" y="109"/>
                    <a:pt x="73" y="108"/>
                  </a:cubicBezTo>
                  <a:cubicBezTo>
                    <a:pt x="73" y="108"/>
                    <a:pt x="73" y="108"/>
                    <a:pt x="72" y="108"/>
                  </a:cubicBezTo>
                  <a:cubicBezTo>
                    <a:pt x="72" y="108"/>
                    <a:pt x="72" y="107"/>
                    <a:pt x="72" y="107"/>
                  </a:cubicBezTo>
                  <a:cubicBezTo>
                    <a:pt x="72" y="107"/>
                    <a:pt x="72" y="107"/>
                    <a:pt x="71" y="107"/>
                  </a:cubicBezTo>
                  <a:cubicBezTo>
                    <a:pt x="71" y="106"/>
                    <a:pt x="71" y="106"/>
                    <a:pt x="71" y="106"/>
                  </a:cubicBezTo>
                  <a:cubicBezTo>
                    <a:pt x="71" y="106"/>
                    <a:pt x="71" y="106"/>
                    <a:pt x="70" y="105"/>
                  </a:cubicBezTo>
                  <a:cubicBezTo>
                    <a:pt x="70" y="105"/>
                    <a:pt x="70" y="105"/>
                    <a:pt x="70" y="105"/>
                  </a:cubicBezTo>
                  <a:cubicBezTo>
                    <a:pt x="70" y="105"/>
                    <a:pt x="70" y="105"/>
                    <a:pt x="69" y="104"/>
                  </a:cubicBezTo>
                  <a:cubicBezTo>
                    <a:pt x="69" y="104"/>
                    <a:pt x="69" y="104"/>
                    <a:pt x="69" y="104"/>
                  </a:cubicBezTo>
                  <a:cubicBezTo>
                    <a:pt x="69" y="104"/>
                    <a:pt x="69" y="103"/>
                    <a:pt x="69" y="103"/>
                  </a:cubicBezTo>
                  <a:cubicBezTo>
                    <a:pt x="68" y="103"/>
                    <a:pt x="68" y="103"/>
                    <a:pt x="68" y="103"/>
                  </a:cubicBezTo>
                  <a:cubicBezTo>
                    <a:pt x="68" y="102"/>
                    <a:pt x="68" y="102"/>
                    <a:pt x="68" y="102"/>
                  </a:cubicBezTo>
                  <a:cubicBezTo>
                    <a:pt x="67" y="102"/>
                    <a:pt x="67" y="102"/>
                    <a:pt x="67" y="102"/>
                  </a:cubicBezTo>
                  <a:cubicBezTo>
                    <a:pt x="67" y="101"/>
                    <a:pt x="67" y="101"/>
                    <a:pt x="67" y="101"/>
                  </a:cubicBezTo>
                  <a:cubicBezTo>
                    <a:pt x="67" y="101"/>
                    <a:pt x="67" y="101"/>
                    <a:pt x="66" y="100"/>
                  </a:cubicBezTo>
                  <a:cubicBezTo>
                    <a:pt x="66" y="100"/>
                    <a:pt x="66" y="100"/>
                    <a:pt x="66" y="99"/>
                  </a:cubicBezTo>
                  <a:cubicBezTo>
                    <a:pt x="66" y="99"/>
                    <a:pt x="66" y="99"/>
                    <a:pt x="66" y="99"/>
                  </a:cubicBezTo>
                  <a:cubicBezTo>
                    <a:pt x="65" y="99"/>
                    <a:pt x="65" y="99"/>
                    <a:pt x="65" y="98"/>
                  </a:cubicBezTo>
                  <a:cubicBezTo>
                    <a:pt x="65" y="98"/>
                    <a:pt x="65" y="98"/>
                    <a:pt x="65" y="98"/>
                  </a:cubicBezTo>
                  <a:cubicBezTo>
                    <a:pt x="65" y="98"/>
                    <a:pt x="65" y="98"/>
                    <a:pt x="65" y="98"/>
                  </a:cubicBezTo>
                  <a:cubicBezTo>
                    <a:pt x="65" y="96"/>
                    <a:pt x="65" y="95"/>
                    <a:pt x="65" y="93"/>
                  </a:cubicBezTo>
                  <a:cubicBezTo>
                    <a:pt x="65" y="93"/>
                    <a:pt x="65" y="93"/>
                    <a:pt x="65" y="93"/>
                  </a:cubicBezTo>
                  <a:cubicBezTo>
                    <a:pt x="65" y="93"/>
                    <a:pt x="65" y="92"/>
                    <a:pt x="65" y="91"/>
                  </a:cubicBezTo>
                  <a:cubicBezTo>
                    <a:pt x="65" y="91"/>
                    <a:pt x="65" y="91"/>
                    <a:pt x="65" y="91"/>
                  </a:cubicBezTo>
                  <a:cubicBezTo>
                    <a:pt x="65" y="91"/>
                    <a:pt x="65" y="91"/>
                    <a:pt x="65" y="91"/>
                  </a:cubicBezTo>
                  <a:cubicBezTo>
                    <a:pt x="65" y="91"/>
                    <a:pt x="65" y="91"/>
                    <a:pt x="65" y="91"/>
                  </a:cubicBezTo>
                  <a:cubicBezTo>
                    <a:pt x="65" y="91"/>
                    <a:pt x="65" y="90"/>
                    <a:pt x="65" y="90"/>
                  </a:cubicBezTo>
                  <a:cubicBezTo>
                    <a:pt x="65" y="90"/>
                    <a:pt x="65" y="90"/>
                    <a:pt x="65" y="90"/>
                  </a:cubicBezTo>
                  <a:cubicBezTo>
                    <a:pt x="66" y="90"/>
                    <a:pt x="66" y="89"/>
                    <a:pt x="66" y="89"/>
                  </a:cubicBezTo>
                  <a:cubicBezTo>
                    <a:pt x="66" y="89"/>
                    <a:pt x="66" y="89"/>
                    <a:pt x="66" y="89"/>
                  </a:cubicBezTo>
                  <a:cubicBezTo>
                    <a:pt x="66" y="88"/>
                    <a:pt x="66" y="88"/>
                    <a:pt x="66" y="88"/>
                  </a:cubicBezTo>
                  <a:cubicBezTo>
                    <a:pt x="66" y="88"/>
                    <a:pt x="66" y="88"/>
                    <a:pt x="66" y="88"/>
                  </a:cubicBezTo>
                  <a:cubicBezTo>
                    <a:pt x="66" y="88"/>
                    <a:pt x="66" y="88"/>
                    <a:pt x="66" y="88"/>
                  </a:cubicBezTo>
                  <a:cubicBezTo>
                    <a:pt x="66" y="88"/>
                    <a:pt x="66" y="88"/>
                    <a:pt x="66" y="88"/>
                  </a:cubicBezTo>
                  <a:cubicBezTo>
                    <a:pt x="66" y="88"/>
                    <a:pt x="66" y="88"/>
                    <a:pt x="66" y="88"/>
                  </a:cubicBezTo>
                  <a:cubicBezTo>
                    <a:pt x="66" y="88"/>
                    <a:pt x="66" y="88"/>
                    <a:pt x="66" y="88"/>
                  </a:cubicBezTo>
                  <a:cubicBezTo>
                    <a:pt x="66" y="88"/>
                    <a:pt x="66" y="87"/>
                    <a:pt x="66" y="87"/>
                  </a:cubicBezTo>
                  <a:cubicBezTo>
                    <a:pt x="66" y="87"/>
                    <a:pt x="66" y="87"/>
                    <a:pt x="66" y="87"/>
                  </a:cubicBezTo>
                  <a:cubicBezTo>
                    <a:pt x="66" y="87"/>
                    <a:pt x="66" y="87"/>
                    <a:pt x="66" y="87"/>
                  </a:cubicBezTo>
                  <a:cubicBezTo>
                    <a:pt x="67" y="87"/>
                    <a:pt x="67" y="87"/>
                    <a:pt x="67" y="87"/>
                  </a:cubicBezTo>
                  <a:cubicBezTo>
                    <a:pt x="67" y="87"/>
                    <a:pt x="67" y="87"/>
                    <a:pt x="67" y="87"/>
                  </a:cubicBezTo>
                  <a:cubicBezTo>
                    <a:pt x="67" y="87"/>
                    <a:pt x="67" y="87"/>
                    <a:pt x="67" y="87"/>
                  </a:cubicBezTo>
                  <a:cubicBezTo>
                    <a:pt x="67" y="86"/>
                    <a:pt x="67" y="86"/>
                    <a:pt x="67" y="86"/>
                  </a:cubicBezTo>
                  <a:cubicBezTo>
                    <a:pt x="67" y="86"/>
                    <a:pt x="67" y="86"/>
                    <a:pt x="67" y="86"/>
                  </a:cubicBezTo>
                  <a:cubicBezTo>
                    <a:pt x="67" y="86"/>
                    <a:pt x="67" y="86"/>
                    <a:pt x="67" y="86"/>
                  </a:cubicBezTo>
                  <a:cubicBezTo>
                    <a:pt x="67" y="86"/>
                    <a:pt x="67" y="86"/>
                    <a:pt x="67" y="86"/>
                  </a:cubicBezTo>
                  <a:cubicBezTo>
                    <a:pt x="67" y="85"/>
                    <a:pt x="67" y="85"/>
                    <a:pt x="68" y="85"/>
                  </a:cubicBezTo>
                  <a:cubicBezTo>
                    <a:pt x="68" y="85"/>
                    <a:pt x="68" y="85"/>
                    <a:pt x="68" y="85"/>
                  </a:cubicBezTo>
                  <a:cubicBezTo>
                    <a:pt x="68" y="85"/>
                    <a:pt x="68" y="85"/>
                    <a:pt x="68" y="85"/>
                  </a:cubicBezTo>
                  <a:cubicBezTo>
                    <a:pt x="68" y="85"/>
                    <a:pt x="68" y="85"/>
                    <a:pt x="68" y="85"/>
                  </a:cubicBezTo>
                  <a:cubicBezTo>
                    <a:pt x="68" y="84"/>
                    <a:pt x="69" y="84"/>
                    <a:pt x="69" y="84"/>
                  </a:cubicBezTo>
                  <a:cubicBezTo>
                    <a:pt x="69" y="83"/>
                    <a:pt x="69" y="83"/>
                    <a:pt x="69" y="83"/>
                  </a:cubicBezTo>
                  <a:cubicBezTo>
                    <a:pt x="69" y="83"/>
                    <a:pt x="70" y="83"/>
                    <a:pt x="70" y="82"/>
                  </a:cubicBezTo>
                  <a:cubicBezTo>
                    <a:pt x="70" y="82"/>
                    <a:pt x="70" y="82"/>
                    <a:pt x="70" y="82"/>
                  </a:cubicBezTo>
                  <a:cubicBezTo>
                    <a:pt x="70" y="82"/>
                    <a:pt x="70" y="82"/>
                    <a:pt x="70" y="82"/>
                  </a:cubicBezTo>
                  <a:cubicBezTo>
                    <a:pt x="70" y="82"/>
                    <a:pt x="70" y="82"/>
                    <a:pt x="70" y="82"/>
                  </a:cubicBezTo>
                  <a:cubicBezTo>
                    <a:pt x="71" y="81"/>
                    <a:pt x="71" y="81"/>
                    <a:pt x="71" y="81"/>
                  </a:cubicBezTo>
                  <a:cubicBezTo>
                    <a:pt x="71" y="81"/>
                    <a:pt x="71" y="81"/>
                    <a:pt x="71" y="81"/>
                  </a:cubicBezTo>
                  <a:cubicBezTo>
                    <a:pt x="71" y="81"/>
                    <a:pt x="71" y="81"/>
                    <a:pt x="71" y="81"/>
                  </a:cubicBezTo>
                  <a:cubicBezTo>
                    <a:pt x="71" y="81"/>
                    <a:pt x="71" y="81"/>
                    <a:pt x="71" y="80"/>
                  </a:cubicBezTo>
                  <a:cubicBezTo>
                    <a:pt x="71" y="80"/>
                    <a:pt x="71" y="80"/>
                    <a:pt x="71" y="80"/>
                  </a:cubicBezTo>
                  <a:cubicBezTo>
                    <a:pt x="71" y="80"/>
                    <a:pt x="72" y="80"/>
                    <a:pt x="72" y="80"/>
                  </a:cubicBezTo>
                  <a:cubicBezTo>
                    <a:pt x="72" y="80"/>
                    <a:pt x="72" y="80"/>
                    <a:pt x="72" y="80"/>
                  </a:cubicBezTo>
                  <a:cubicBezTo>
                    <a:pt x="72" y="80"/>
                    <a:pt x="72" y="79"/>
                    <a:pt x="72" y="79"/>
                  </a:cubicBezTo>
                  <a:cubicBezTo>
                    <a:pt x="72" y="79"/>
                    <a:pt x="72" y="79"/>
                    <a:pt x="72" y="79"/>
                  </a:cubicBezTo>
                  <a:cubicBezTo>
                    <a:pt x="72" y="79"/>
                    <a:pt x="72" y="79"/>
                    <a:pt x="72" y="79"/>
                  </a:cubicBezTo>
                  <a:cubicBezTo>
                    <a:pt x="72" y="79"/>
                    <a:pt x="72" y="79"/>
                    <a:pt x="72" y="79"/>
                  </a:cubicBezTo>
                  <a:cubicBezTo>
                    <a:pt x="72" y="78"/>
                    <a:pt x="72" y="78"/>
                    <a:pt x="72" y="78"/>
                  </a:cubicBezTo>
                  <a:cubicBezTo>
                    <a:pt x="72" y="78"/>
                    <a:pt x="72" y="78"/>
                    <a:pt x="72" y="78"/>
                  </a:cubicBezTo>
                  <a:cubicBezTo>
                    <a:pt x="72" y="78"/>
                    <a:pt x="73" y="78"/>
                    <a:pt x="73" y="78"/>
                  </a:cubicBezTo>
                  <a:cubicBezTo>
                    <a:pt x="73" y="77"/>
                    <a:pt x="73" y="77"/>
                    <a:pt x="73" y="77"/>
                  </a:cubicBezTo>
                  <a:cubicBezTo>
                    <a:pt x="73" y="77"/>
                    <a:pt x="73" y="77"/>
                    <a:pt x="73" y="77"/>
                  </a:cubicBezTo>
                  <a:cubicBezTo>
                    <a:pt x="73" y="77"/>
                    <a:pt x="73" y="77"/>
                    <a:pt x="73" y="77"/>
                  </a:cubicBezTo>
                  <a:cubicBezTo>
                    <a:pt x="73" y="77"/>
                    <a:pt x="73" y="77"/>
                    <a:pt x="73" y="77"/>
                  </a:cubicBezTo>
                  <a:cubicBezTo>
                    <a:pt x="73" y="75"/>
                    <a:pt x="72" y="73"/>
                    <a:pt x="70" y="71"/>
                  </a:cubicBezTo>
                  <a:cubicBezTo>
                    <a:pt x="68" y="70"/>
                    <a:pt x="67" y="68"/>
                    <a:pt x="66" y="67"/>
                  </a:cubicBezTo>
                  <a:cubicBezTo>
                    <a:pt x="66" y="67"/>
                    <a:pt x="66" y="67"/>
                    <a:pt x="66" y="67"/>
                  </a:cubicBezTo>
                  <a:cubicBezTo>
                    <a:pt x="65" y="66"/>
                    <a:pt x="65" y="66"/>
                    <a:pt x="65" y="66"/>
                  </a:cubicBezTo>
                  <a:cubicBezTo>
                    <a:pt x="65" y="66"/>
                    <a:pt x="65" y="66"/>
                    <a:pt x="65" y="66"/>
                  </a:cubicBezTo>
                  <a:cubicBezTo>
                    <a:pt x="65" y="66"/>
                    <a:pt x="65" y="65"/>
                    <a:pt x="64" y="65"/>
                  </a:cubicBezTo>
                  <a:cubicBezTo>
                    <a:pt x="64" y="65"/>
                    <a:pt x="64" y="65"/>
                    <a:pt x="64" y="65"/>
                  </a:cubicBezTo>
                  <a:cubicBezTo>
                    <a:pt x="64" y="65"/>
                    <a:pt x="64" y="65"/>
                    <a:pt x="64" y="65"/>
                  </a:cubicBezTo>
                  <a:cubicBezTo>
                    <a:pt x="61" y="59"/>
                    <a:pt x="62" y="51"/>
                    <a:pt x="63" y="47"/>
                  </a:cubicBezTo>
                  <a:cubicBezTo>
                    <a:pt x="63" y="47"/>
                    <a:pt x="63" y="47"/>
                    <a:pt x="63" y="47"/>
                  </a:cubicBezTo>
                  <a:cubicBezTo>
                    <a:pt x="63" y="47"/>
                    <a:pt x="63" y="47"/>
                    <a:pt x="63" y="47"/>
                  </a:cubicBezTo>
                  <a:cubicBezTo>
                    <a:pt x="63" y="46"/>
                    <a:pt x="63" y="46"/>
                    <a:pt x="63" y="46"/>
                  </a:cubicBezTo>
                  <a:cubicBezTo>
                    <a:pt x="64" y="45"/>
                    <a:pt x="64" y="44"/>
                    <a:pt x="64" y="44"/>
                  </a:cubicBezTo>
                  <a:cubicBezTo>
                    <a:pt x="64" y="44"/>
                    <a:pt x="64" y="44"/>
                    <a:pt x="64" y="43"/>
                  </a:cubicBezTo>
                  <a:cubicBezTo>
                    <a:pt x="64" y="43"/>
                    <a:pt x="64" y="43"/>
                    <a:pt x="64" y="43"/>
                  </a:cubicBezTo>
                  <a:cubicBezTo>
                    <a:pt x="64" y="43"/>
                    <a:pt x="64" y="43"/>
                    <a:pt x="64" y="43"/>
                  </a:cubicBezTo>
                  <a:cubicBezTo>
                    <a:pt x="64" y="43"/>
                    <a:pt x="64" y="43"/>
                    <a:pt x="64" y="43"/>
                  </a:cubicBezTo>
                  <a:cubicBezTo>
                    <a:pt x="64" y="42"/>
                    <a:pt x="64" y="42"/>
                    <a:pt x="64" y="42"/>
                  </a:cubicBezTo>
                  <a:cubicBezTo>
                    <a:pt x="64" y="42"/>
                    <a:pt x="64" y="42"/>
                    <a:pt x="64" y="42"/>
                  </a:cubicBezTo>
                  <a:cubicBezTo>
                    <a:pt x="64" y="42"/>
                    <a:pt x="64" y="42"/>
                    <a:pt x="64" y="42"/>
                  </a:cubicBezTo>
                  <a:cubicBezTo>
                    <a:pt x="64" y="42"/>
                    <a:pt x="64" y="42"/>
                    <a:pt x="64" y="41"/>
                  </a:cubicBezTo>
                  <a:cubicBezTo>
                    <a:pt x="64" y="41"/>
                    <a:pt x="64" y="41"/>
                    <a:pt x="64" y="41"/>
                  </a:cubicBezTo>
                  <a:cubicBezTo>
                    <a:pt x="64" y="41"/>
                    <a:pt x="64" y="41"/>
                    <a:pt x="64" y="41"/>
                  </a:cubicBezTo>
                  <a:cubicBezTo>
                    <a:pt x="64" y="41"/>
                    <a:pt x="64" y="41"/>
                    <a:pt x="64" y="41"/>
                  </a:cubicBezTo>
                  <a:cubicBezTo>
                    <a:pt x="64" y="41"/>
                    <a:pt x="64" y="41"/>
                    <a:pt x="64" y="41"/>
                  </a:cubicBezTo>
                  <a:cubicBezTo>
                    <a:pt x="64" y="41"/>
                    <a:pt x="64" y="41"/>
                    <a:pt x="64" y="41"/>
                  </a:cubicBezTo>
                  <a:cubicBezTo>
                    <a:pt x="64" y="41"/>
                    <a:pt x="64" y="41"/>
                    <a:pt x="64" y="41"/>
                  </a:cubicBezTo>
                  <a:cubicBezTo>
                    <a:pt x="64" y="41"/>
                    <a:pt x="64" y="41"/>
                    <a:pt x="64" y="41"/>
                  </a:cubicBezTo>
                  <a:cubicBezTo>
                    <a:pt x="64" y="41"/>
                    <a:pt x="64" y="41"/>
                    <a:pt x="65" y="41"/>
                  </a:cubicBezTo>
                  <a:cubicBezTo>
                    <a:pt x="65" y="41"/>
                    <a:pt x="65" y="41"/>
                    <a:pt x="65" y="41"/>
                  </a:cubicBezTo>
                  <a:cubicBezTo>
                    <a:pt x="65" y="41"/>
                    <a:pt x="66" y="41"/>
                    <a:pt x="66" y="41"/>
                  </a:cubicBezTo>
                  <a:cubicBezTo>
                    <a:pt x="67" y="40"/>
                    <a:pt x="67" y="40"/>
                    <a:pt x="66" y="39"/>
                  </a:cubicBezTo>
                  <a:cubicBezTo>
                    <a:pt x="66" y="39"/>
                    <a:pt x="66" y="39"/>
                    <a:pt x="66" y="39"/>
                  </a:cubicBezTo>
                  <a:cubicBezTo>
                    <a:pt x="66" y="39"/>
                    <a:pt x="66" y="39"/>
                    <a:pt x="66" y="39"/>
                  </a:cubicBezTo>
                  <a:cubicBezTo>
                    <a:pt x="66" y="39"/>
                    <a:pt x="66" y="39"/>
                    <a:pt x="66" y="39"/>
                  </a:cubicBezTo>
                  <a:cubicBezTo>
                    <a:pt x="66" y="39"/>
                    <a:pt x="66" y="39"/>
                    <a:pt x="66" y="39"/>
                  </a:cubicBezTo>
                  <a:cubicBezTo>
                    <a:pt x="66" y="39"/>
                    <a:pt x="66" y="39"/>
                    <a:pt x="66" y="39"/>
                  </a:cubicBezTo>
                  <a:cubicBezTo>
                    <a:pt x="66" y="39"/>
                    <a:pt x="66" y="39"/>
                    <a:pt x="66" y="39"/>
                  </a:cubicBezTo>
                  <a:cubicBezTo>
                    <a:pt x="66" y="39"/>
                    <a:pt x="66" y="39"/>
                    <a:pt x="66" y="39"/>
                  </a:cubicBezTo>
                  <a:cubicBezTo>
                    <a:pt x="66" y="39"/>
                    <a:pt x="66" y="39"/>
                    <a:pt x="66" y="39"/>
                  </a:cubicBezTo>
                  <a:cubicBezTo>
                    <a:pt x="66" y="39"/>
                    <a:pt x="66" y="39"/>
                    <a:pt x="66" y="39"/>
                  </a:cubicBezTo>
                  <a:cubicBezTo>
                    <a:pt x="66" y="39"/>
                    <a:pt x="66" y="39"/>
                    <a:pt x="66" y="39"/>
                  </a:cubicBezTo>
                  <a:cubicBezTo>
                    <a:pt x="66" y="39"/>
                    <a:pt x="66" y="39"/>
                    <a:pt x="67" y="39"/>
                  </a:cubicBezTo>
                  <a:cubicBezTo>
                    <a:pt x="67" y="39"/>
                    <a:pt x="67" y="39"/>
                    <a:pt x="67" y="39"/>
                  </a:cubicBezTo>
                  <a:cubicBezTo>
                    <a:pt x="67" y="39"/>
                    <a:pt x="67" y="39"/>
                    <a:pt x="67" y="39"/>
                  </a:cubicBezTo>
                  <a:cubicBezTo>
                    <a:pt x="67" y="39"/>
                    <a:pt x="67" y="39"/>
                    <a:pt x="67" y="39"/>
                  </a:cubicBezTo>
                  <a:cubicBezTo>
                    <a:pt x="67" y="39"/>
                    <a:pt x="67" y="39"/>
                    <a:pt x="67" y="38"/>
                  </a:cubicBezTo>
                  <a:cubicBezTo>
                    <a:pt x="67" y="38"/>
                    <a:pt x="67" y="38"/>
                    <a:pt x="67" y="38"/>
                  </a:cubicBezTo>
                  <a:cubicBezTo>
                    <a:pt x="67" y="38"/>
                    <a:pt x="67" y="38"/>
                    <a:pt x="67" y="38"/>
                  </a:cubicBezTo>
                  <a:cubicBezTo>
                    <a:pt x="67" y="38"/>
                    <a:pt x="67" y="38"/>
                    <a:pt x="67" y="38"/>
                  </a:cubicBezTo>
                  <a:cubicBezTo>
                    <a:pt x="68" y="38"/>
                    <a:pt x="68" y="38"/>
                    <a:pt x="68" y="38"/>
                  </a:cubicBezTo>
                  <a:cubicBezTo>
                    <a:pt x="68" y="38"/>
                    <a:pt x="68" y="38"/>
                    <a:pt x="68" y="38"/>
                  </a:cubicBezTo>
                  <a:cubicBezTo>
                    <a:pt x="68" y="38"/>
                    <a:pt x="68" y="38"/>
                    <a:pt x="68" y="38"/>
                  </a:cubicBezTo>
                  <a:cubicBezTo>
                    <a:pt x="68" y="38"/>
                    <a:pt x="68" y="38"/>
                    <a:pt x="68" y="38"/>
                  </a:cubicBezTo>
                  <a:cubicBezTo>
                    <a:pt x="68" y="38"/>
                    <a:pt x="68" y="37"/>
                    <a:pt x="68" y="37"/>
                  </a:cubicBezTo>
                  <a:cubicBezTo>
                    <a:pt x="68" y="37"/>
                    <a:pt x="68" y="37"/>
                    <a:pt x="68" y="37"/>
                  </a:cubicBezTo>
                  <a:cubicBezTo>
                    <a:pt x="68" y="37"/>
                    <a:pt x="68" y="37"/>
                    <a:pt x="68" y="37"/>
                  </a:cubicBezTo>
                  <a:cubicBezTo>
                    <a:pt x="68" y="37"/>
                    <a:pt x="68" y="37"/>
                    <a:pt x="68" y="37"/>
                  </a:cubicBezTo>
                  <a:cubicBezTo>
                    <a:pt x="67" y="37"/>
                    <a:pt x="67" y="36"/>
                    <a:pt x="67" y="36"/>
                  </a:cubicBezTo>
                  <a:cubicBezTo>
                    <a:pt x="67" y="36"/>
                    <a:pt x="67" y="36"/>
                    <a:pt x="67" y="36"/>
                  </a:cubicBezTo>
                  <a:cubicBezTo>
                    <a:pt x="67" y="36"/>
                    <a:pt x="67" y="36"/>
                    <a:pt x="67" y="36"/>
                  </a:cubicBezTo>
                  <a:cubicBezTo>
                    <a:pt x="67" y="36"/>
                    <a:pt x="67" y="36"/>
                    <a:pt x="67" y="36"/>
                  </a:cubicBezTo>
                  <a:cubicBezTo>
                    <a:pt x="67" y="36"/>
                    <a:pt x="67" y="36"/>
                    <a:pt x="67" y="36"/>
                  </a:cubicBezTo>
                  <a:cubicBezTo>
                    <a:pt x="67" y="36"/>
                    <a:pt x="67" y="36"/>
                    <a:pt x="67" y="36"/>
                  </a:cubicBezTo>
                  <a:cubicBezTo>
                    <a:pt x="67" y="36"/>
                    <a:pt x="67" y="36"/>
                    <a:pt x="67" y="36"/>
                  </a:cubicBezTo>
                  <a:cubicBezTo>
                    <a:pt x="67" y="36"/>
                    <a:pt x="67" y="36"/>
                    <a:pt x="67" y="36"/>
                  </a:cubicBezTo>
                  <a:cubicBezTo>
                    <a:pt x="67" y="36"/>
                    <a:pt x="67" y="36"/>
                    <a:pt x="67" y="36"/>
                  </a:cubicBezTo>
                  <a:cubicBezTo>
                    <a:pt x="67" y="36"/>
                    <a:pt x="67" y="36"/>
                    <a:pt x="67" y="36"/>
                  </a:cubicBezTo>
                  <a:cubicBezTo>
                    <a:pt x="67" y="36"/>
                    <a:pt x="67" y="36"/>
                    <a:pt x="67" y="36"/>
                  </a:cubicBezTo>
                  <a:cubicBezTo>
                    <a:pt x="67" y="36"/>
                    <a:pt x="67" y="36"/>
                    <a:pt x="67" y="36"/>
                  </a:cubicBezTo>
                  <a:cubicBezTo>
                    <a:pt x="67" y="36"/>
                    <a:pt x="67" y="36"/>
                    <a:pt x="67" y="36"/>
                  </a:cubicBezTo>
                  <a:cubicBezTo>
                    <a:pt x="67" y="36"/>
                    <a:pt x="67" y="36"/>
                    <a:pt x="67" y="36"/>
                  </a:cubicBezTo>
                  <a:cubicBezTo>
                    <a:pt x="67" y="36"/>
                    <a:pt x="67" y="36"/>
                    <a:pt x="68" y="36"/>
                  </a:cubicBezTo>
                  <a:cubicBezTo>
                    <a:pt x="68" y="36"/>
                    <a:pt x="68" y="36"/>
                    <a:pt x="68" y="36"/>
                  </a:cubicBezTo>
                  <a:cubicBezTo>
                    <a:pt x="68" y="36"/>
                    <a:pt x="68" y="36"/>
                    <a:pt x="68" y="36"/>
                  </a:cubicBezTo>
                  <a:cubicBezTo>
                    <a:pt x="68" y="35"/>
                    <a:pt x="68" y="35"/>
                    <a:pt x="68" y="35"/>
                  </a:cubicBezTo>
                  <a:cubicBezTo>
                    <a:pt x="68" y="35"/>
                    <a:pt x="68" y="35"/>
                    <a:pt x="68" y="35"/>
                  </a:cubicBezTo>
                  <a:cubicBezTo>
                    <a:pt x="68" y="35"/>
                    <a:pt x="68" y="35"/>
                    <a:pt x="68" y="35"/>
                  </a:cubicBezTo>
                  <a:cubicBezTo>
                    <a:pt x="68" y="35"/>
                    <a:pt x="68" y="35"/>
                    <a:pt x="68" y="35"/>
                  </a:cubicBezTo>
                  <a:cubicBezTo>
                    <a:pt x="68" y="35"/>
                    <a:pt x="68" y="35"/>
                    <a:pt x="68" y="35"/>
                  </a:cubicBezTo>
                  <a:cubicBezTo>
                    <a:pt x="68" y="35"/>
                    <a:pt x="68" y="35"/>
                    <a:pt x="68" y="35"/>
                  </a:cubicBezTo>
                  <a:cubicBezTo>
                    <a:pt x="68" y="35"/>
                    <a:pt x="68" y="35"/>
                    <a:pt x="68" y="35"/>
                  </a:cubicBezTo>
                  <a:cubicBezTo>
                    <a:pt x="69" y="35"/>
                    <a:pt x="70" y="35"/>
                    <a:pt x="70" y="34"/>
                  </a:cubicBezTo>
                  <a:cubicBezTo>
                    <a:pt x="70" y="34"/>
                    <a:pt x="70" y="34"/>
                    <a:pt x="70" y="34"/>
                  </a:cubicBezTo>
                  <a:cubicBezTo>
                    <a:pt x="70" y="34"/>
                    <a:pt x="70" y="34"/>
                    <a:pt x="70" y="34"/>
                  </a:cubicBezTo>
                  <a:cubicBezTo>
                    <a:pt x="70" y="34"/>
                    <a:pt x="70" y="34"/>
                    <a:pt x="70" y="34"/>
                  </a:cubicBezTo>
                  <a:cubicBezTo>
                    <a:pt x="70" y="34"/>
                    <a:pt x="70" y="34"/>
                    <a:pt x="70" y="34"/>
                  </a:cubicBezTo>
                  <a:cubicBezTo>
                    <a:pt x="70" y="34"/>
                    <a:pt x="70" y="34"/>
                    <a:pt x="70" y="34"/>
                  </a:cubicBezTo>
                  <a:cubicBezTo>
                    <a:pt x="70" y="34"/>
                    <a:pt x="70" y="34"/>
                    <a:pt x="70" y="34"/>
                  </a:cubicBezTo>
                  <a:cubicBezTo>
                    <a:pt x="70" y="33"/>
                    <a:pt x="69" y="31"/>
                    <a:pt x="69" y="30"/>
                  </a:cubicBezTo>
                  <a:cubicBezTo>
                    <a:pt x="69" y="29"/>
                    <a:pt x="70" y="25"/>
                    <a:pt x="72" y="21"/>
                  </a:cubicBezTo>
                  <a:cubicBezTo>
                    <a:pt x="75" y="16"/>
                    <a:pt x="72" y="11"/>
                    <a:pt x="69" y="9"/>
                  </a:cubicBezTo>
                  <a:cubicBezTo>
                    <a:pt x="65" y="6"/>
                    <a:pt x="58" y="0"/>
                    <a:pt x="48" y="2"/>
                  </a:cubicBezTo>
                  <a:cubicBezTo>
                    <a:pt x="48" y="2"/>
                    <a:pt x="48" y="2"/>
                    <a:pt x="48" y="2"/>
                  </a:cubicBezTo>
                  <a:cubicBezTo>
                    <a:pt x="48" y="2"/>
                    <a:pt x="48" y="2"/>
                    <a:pt x="48" y="2"/>
                  </a:cubicBezTo>
                  <a:cubicBezTo>
                    <a:pt x="47" y="2"/>
                    <a:pt x="46" y="3"/>
                    <a:pt x="46" y="3"/>
                  </a:cubicBezTo>
                  <a:cubicBezTo>
                    <a:pt x="46" y="3"/>
                    <a:pt x="46" y="3"/>
                    <a:pt x="46" y="3"/>
                  </a:cubicBezTo>
                  <a:cubicBezTo>
                    <a:pt x="46" y="3"/>
                    <a:pt x="45" y="3"/>
                    <a:pt x="45" y="3"/>
                  </a:cubicBezTo>
                  <a:cubicBezTo>
                    <a:pt x="45" y="3"/>
                    <a:pt x="45" y="3"/>
                    <a:pt x="45" y="3"/>
                  </a:cubicBezTo>
                  <a:cubicBezTo>
                    <a:pt x="44" y="3"/>
                    <a:pt x="44" y="3"/>
                    <a:pt x="44" y="4"/>
                  </a:cubicBezTo>
                  <a:cubicBezTo>
                    <a:pt x="44" y="4"/>
                    <a:pt x="43" y="4"/>
                    <a:pt x="43" y="4"/>
                  </a:cubicBezTo>
                  <a:cubicBezTo>
                    <a:pt x="43" y="4"/>
                    <a:pt x="43" y="4"/>
                    <a:pt x="43" y="4"/>
                  </a:cubicBezTo>
                  <a:cubicBezTo>
                    <a:pt x="42" y="4"/>
                    <a:pt x="42" y="4"/>
                    <a:pt x="42" y="5"/>
                  </a:cubicBezTo>
                  <a:cubicBezTo>
                    <a:pt x="42" y="5"/>
                    <a:pt x="42" y="5"/>
                    <a:pt x="41" y="5"/>
                  </a:cubicBezTo>
                  <a:cubicBezTo>
                    <a:pt x="41" y="5"/>
                    <a:pt x="41" y="5"/>
                    <a:pt x="41" y="5"/>
                  </a:cubicBezTo>
                  <a:cubicBezTo>
                    <a:pt x="41" y="6"/>
                    <a:pt x="40" y="6"/>
                    <a:pt x="40" y="6"/>
                  </a:cubicBezTo>
                  <a:cubicBezTo>
                    <a:pt x="40" y="6"/>
                    <a:pt x="40" y="6"/>
                    <a:pt x="40" y="7"/>
                  </a:cubicBezTo>
                  <a:cubicBezTo>
                    <a:pt x="39" y="7"/>
                    <a:pt x="39" y="7"/>
                    <a:pt x="39" y="7"/>
                  </a:cubicBezTo>
                  <a:cubicBezTo>
                    <a:pt x="39" y="7"/>
                    <a:pt x="39" y="8"/>
                    <a:pt x="39" y="8"/>
                  </a:cubicBezTo>
                  <a:cubicBezTo>
                    <a:pt x="39" y="8"/>
                    <a:pt x="38" y="8"/>
                    <a:pt x="38" y="8"/>
                  </a:cubicBezTo>
                  <a:cubicBezTo>
                    <a:pt x="38" y="9"/>
                    <a:pt x="38" y="9"/>
                    <a:pt x="38" y="9"/>
                  </a:cubicBezTo>
                  <a:cubicBezTo>
                    <a:pt x="38" y="9"/>
                    <a:pt x="38" y="9"/>
                    <a:pt x="38" y="10"/>
                  </a:cubicBezTo>
                  <a:cubicBezTo>
                    <a:pt x="38" y="10"/>
                    <a:pt x="37" y="10"/>
                    <a:pt x="37" y="10"/>
                  </a:cubicBezTo>
                  <a:cubicBezTo>
                    <a:pt x="37" y="11"/>
                    <a:pt x="37" y="11"/>
                    <a:pt x="37" y="11"/>
                  </a:cubicBezTo>
                  <a:cubicBezTo>
                    <a:pt x="37" y="11"/>
                    <a:pt x="37" y="11"/>
                    <a:pt x="37" y="12"/>
                  </a:cubicBezTo>
                  <a:cubicBezTo>
                    <a:pt x="37" y="12"/>
                    <a:pt x="37" y="12"/>
                    <a:pt x="37" y="13"/>
                  </a:cubicBezTo>
                  <a:cubicBezTo>
                    <a:pt x="37" y="13"/>
                    <a:pt x="36" y="13"/>
                    <a:pt x="36" y="13"/>
                  </a:cubicBezTo>
                  <a:cubicBezTo>
                    <a:pt x="36" y="14"/>
                    <a:pt x="36" y="14"/>
                    <a:pt x="36" y="14"/>
                  </a:cubicBezTo>
                  <a:cubicBezTo>
                    <a:pt x="36" y="14"/>
                    <a:pt x="36" y="15"/>
                    <a:pt x="36" y="15"/>
                  </a:cubicBezTo>
                  <a:cubicBezTo>
                    <a:pt x="36" y="15"/>
                    <a:pt x="36" y="16"/>
                    <a:pt x="36" y="16"/>
                  </a:cubicBezTo>
                  <a:cubicBezTo>
                    <a:pt x="36" y="16"/>
                    <a:pt x="36" y="16"/>
                    <a:pt x="36" y="17"/>
                  </a:cubicBezTo>
                  <a:cubicBezTo>
                    <a:pt x="36" y="17"/>
                    <a:pt x="36" y="18"/>
                    <a:pt x="36" y="18"/>
                  </a:cubicBezTo>
                  <a:cubicBezTo>
                    <a:pt x="36" y="18"/>
                    <a:pt x="35" y="18"/>
                    <a:pt x="35" y="19"/>
                  </a:cubicBezTo>
                  <a:cubicBezTo>
                    <a:pt x="35" y="19"/>
                    <a:pt x="35" y="20"/>
                    <a:pt x="35" y="20"/>
                  </a:cubicBezTo>
                  <a:cubicBezTo>
                    <a:pt x="35" y="20"/>
                    <a:pt x="35" y="20"/>
                    <a:pt x="35" y="21"/>
                  </a:cubicBezTo>
                  <a:cubicBezTo>
                    <a:pt x="35" y="21"/>
                    <a:pt x="35" y="22"/>
                    <a:pt x="35" y="23"/>
                  </a:cubicBezTo>
                  <a:cubicBezTo>
                    <a:pt x="35" y="27"/>
                    <a:pt x="34" y="32"/>
                    <a:pt x="34" y="38"/>
                  </a:cubicBezTo>
                  <a:cubicBezTo>
                    <a:pt x="34" y="38"/>
                    <a:pt x="34" y="38"/>
                    <a:pt x="34" y="38"/>
                  </a:cubicBezTo>
                  <a:cubicBezTo>
                    <a:pt x="34" y="38"/>
                    <a:pt x="34" y="38"/>
                    <a:pt x="34" y="38"/>
                  </a:cubicBezTo>
                  <a:cubicBezTo>
                    <a:pt x="34" y="39"/>
                    <a:pt x="34" y="39"/>
                    <a:pt x="34" y="39"/>
                  </a:cubicBezTo>
                  <a:cubicBezTo>
                    <a:pt x="34" y="39"/>
                    <a:pt x="34" y="39"/>
                    <a:pt x="34" y="39"/>
                  </a:cubicBezTo>
                  <a:cubicBezTo>
                    <a:pt x="34" y="39"/>
                    <a:pt x="34" y="39"/>
                    <a:pt x="34" y="40"/>
                  </a:cubicBezTo>
                  <a:cubicBezTo>
                    <a:pt x="34" y="40"/>
                    <a:pt x="34" y="40"/>
                    <a:pt x="34" y="40"/>
                  </a:cubicBezTo>
                  <a:cubicBezTo>
                    <a:pt x="34" y="40"/>
                    <a:pt x="34" y="40"/>
                    <a:pt x="33" y="41"/>
                  </a:cubicBezTo>
                  <a:cubicBezTo>
                    <a:pt x="33" y="41"/>
                    <a:pt x="33" y="41"/>
                    <a:pt x="33" y="41"/>
                  </a:cubicBezTo>
                  <a:cubicBezTo>
                    <a:pt x="33" y="41"/>
                    <a:pt x="33" y="41"/>
                    <a:pt x="33" y="41"/>
                  </a:cubicBezTo>
                  <a:cubicBezTo>
                    <a:pt x="33" y="42"/>
                    <a:pt x="33" y="42"/>
                    <a:pt x="33" y="42"/>
                  </a:cubicBezTo>
                  <a:cubicBezTo>
                    <a:pt x="33" y="42"/>
                    <a:pt x="33" y="42"/>
                    <a:pt x="33" y="42"/>
                  </a:cubicBezTo>
                  <a:cubicBezTo>
                    <a:pt x="33" y="43"/>
                    <a:pt x="33" y="43"/>
                    <a:pt x="33" y="43"/>
                  </a:cubicBezTo>
                  <a:cubicBezTo>
                    <a:pt x="33" y="43"/>
                    <a:pt x="33" y="43"/>
                    <a:pt x="33" y="43"/>
                  </a:cubicBezTo>
                  <a:cubicBezTo>
                    <a:pt x="32" y="44"/>
                    <a:pt x="32" y="44"/>
                    <a:pt x="32" y="44"/>
                  </a:cubicBezTo>
                  <a:cubicBezTo>
                    <a:pt x="32" y="44"/>
                    <a:pt x="32" y="45"/>
                    <a:pt x="31" y="46"/>
                  </a:cubicBezTo>
                  <a:cubicBezTo>
                    <a:pt x="31" y="46"/>
                    <a:pt x="31" y="46"/>
                    <a:pt x="31" y="46"/>
                  </a:cubicBezTo>
                  <a:cubicBezTo>
                    <a:pt x="31" y="46"/>
                    <a:pt x="31" y="47"/>
                    <a:pt x="31" y="47"/>
                  </a:cubicBezTo>
                  <a:cubicBezTo>
                    <a:pt x="31" y="47"/>
                    <a:pt x="31" y="47"/>
                    <a:pt x="31" y="47"/>
                  </a:cubicBezTo>
                  <a:cubicBezTo>
                    <a:pt x="31" y="47"/>
                    <a:pt x="30" y="48"/>
                    <a:pt x="30" y="48"/>
                  </a:cubicBezTo>
                  <a:cubicBezTo>
                    <a:pt x="30" y="48"/>
                    <a:pt x="30" y="48"/>
                    <a:pt x="30" y="48"/>
                  </a:cubicBezTo>
                  <a:cubicBezTo>
                    <a:pt x="30" y="48"/>
                    <a:pt x="30" y="48"/>
                    <a:pt x="29" y="49"/>
                  </a:cubicBezTo>
                  <a:cubicBezTo>
                    <a:pt x="29" y="49"/>
                    <a:pt x="29" y="49"/>
                    <a:pt x="29" y="49"/>
                  </a:cubicBezTo>
                  <a:cubicBezTo>
                    <a:pt x="29" y="49"/>
                    <a:pt x="29" y="49"/>
                    <a:pt x="29" y="50"/>
                  </a:cubicBezTo>
                  <a:cubicBezTo>
                    <a:pt x="29" y="50"/>
                    <a:pt x="28" y="50"/>
                    <a:pt x="28" y="50"/>
                  </a:cubicBezTo>
                  <a:cubicBezTo>
                    <a:pt x="28" y="50"/>
                    <a:pt x="28" y="50"/>
                    <a:pt x="28" y="50"/>
                  </a:cubicBezTo>
                  <a:cubicBezTo>
                    <a:pt x="28" y="51"/>
                    <a:pt x="28" y="51"/>
                    <a:pt x="27" y="51"/>
                  </a:cubicBezTo>
                  <a:cubicBezTo>
                    <a:pt x="27" y="51"/>
                    <a:pt x="26" y="52"/>
                    <a:pt x="25" y="52"/>
                  </a:cubicBezTo>
                  <a:cubicBezTo>
                    <a:pt x="25" y="52"/>
                    <a:pt x="30" y="51"/>
                    <a:pt x="33" y="47"/>
                  </a:cubicBezTo>
                  <a:cubicBezTo>
                    <a:pt x="33" y="54"/>
                    <a:pt x="32" y="61"/>
                    <a:pt x="31" y="64"/>
                  </a:cubicBezTo>
                  <a:cubicBezTo>
                    <a:pt x="31" y="64"/>
                    <a:pt x="31" y="64"/>
                    <a:pt x="31" y="64"/>
                  </a:cubicBezTo>
                  <a:cubicBezTo>
                    <a:pt x="31" y="64"/>
                    <a:pt x="31" y="64"/>
                    <a:pt x="31" y="64"/>
                  </a:cubicBezTo>
                  <a:cubicBezTo>
                    <a:pt x="19" y="79"/>
                    <a:pt x="12" y="92"/>
                    <a:pt x="12" y="92"/>
                  </a:cubicBezTo>
                  <a:cubicBezTo>
                    <a:pt x="12" y="92"/>
                    <a:pt x="12" y="93"/>
                    <a:pt x="12" y="93"/>
                  </a:cubicBezTo>
                  <a:cubicBezTo>
                    <a:pt x="12" y="93"/>
                    <a:pt x="12" y="93"/>
                    <a:pt x="12" y="93"/>
                  </a:cubicBezTo>
                  <a:cubicBezTo>
                    <a:pt x="12" y="94"/>
                    <a:pt x="13" y="94"/>
                    <a:pt x="13" y="94"/>
                  </a:cubicBezTo>
                  <a:cubicBezTo>
                    <a:pt x="13" y="94"/>
                    <a:pt x="13" y="94"/>
                    <a:pt x="13" y="95"/>
                  </a:cubicBezTo>
                  <a:cubicBezTo>
                    <a:pt x="13" y="95"/>
                    <a:pt x="13" y="95"/>
                    <a:pt x="13" y="95"/>
                  </a:cubicBezTo>
                  <a:cubicBezTo>
                    <a:pt x="14" y="95"/>
                    <a:pt x="14" y="96"/>
                    <a:pt x="14" y="96"/>
                  </a:cubicBezTo>
                  <a:cubicBezTo>
                    <a:pt x="14" y="96"/>
                    <a:pt x="14" y="96"/>
                    <a:pt x="14" y="96"/>
                  </a:cubicBezTo>
                  <a:cubicBezTo>
                    <a:pt x="14" y="97"/>
                    <a:pt x="15" y="97"/>
                    <a:pt x="15" y="97"/>
                  </a:cubicBezTo>
                  <a:cubicBezTo>
                    <a:pt x="15" y="97"/>
                    <a:pt x="15" y="97"/>
                    <a:pt x="15" y="98"/>
                  </a:cubicBezTo>
                  <a:cubicBezTo>
                    <a:pt x="15" y="98"/>
                    <a:pt x="16" y="98"/>
                    <a:pt x="16" y="98"/>
                  </a:cubicBezTo>
                  <a:cubicBezTo>
                    <a:pt x="16" y="98"/>
                    <a:pt x="16" y="99"/>
                    <a:pt x="16" y="99"/>
                  </a:cubicBezTo>
                  <a:cubicBezTo>
                    <a:pt x="17" y="99"/>
                    <a:pt x="17" y="99"/>
                    <a:pt x="17" y="99"/>
                  </a:cubicBezTo>
                  <a:cubicBezTo>
                    <a:pt x="17" y="99"/>
                    <a:pt x="17" y="100"/>
                    <a:pt x="18" y="100"/>
                  </a:cubicBezTo>
                  <a:cubicBezTo>
                    <a:pt x="18" y="100"/>
                    <a:pt x="18" y="100"/>
                    <a:pt x="18" y="100"/>
                  </a:cubicBezTo>
                  <a:cubicBezTo>
                    <a:pt x="18" y="101"/>
                    <a:pt x="19" y="101"/>
                    <a:pt x="19" y="101"/>
                  </a:cubicBezTo>
                  <a:cubicBezTo>
                    <a:pt x="19" y="102"/>
                    <a:pt x="19" y="102"/>
                    <a:pt x="19" y="102"/>
                  </a:cubicBezTo>
                  <a:cubicBezTo>
                    <a:pt x="20" y="102"/>
                    <a:pt x="20" y="102"/>
                    <a:pt x="20" y="103"/>
                  </a:cubicBezTo>
                  <a:cubicBezTo>
                    <a:pt x="21" y="103"/>
                    <a:pt x="21" y="103"/>
                    <a:pt x="21" y="103"/>
                  </a:cubicBezTo>
                  <a:cubicBezTo>
                    <a:pt x="21" y="103"/>
                    <a:pt x="21" y="103"/>
                    <a:pt x="22" y="104"/>
                  </a:cubicBezTo>
                  <a:cubicBezTo>
                    <a:pt x="22" y="104"/>
                    <a:pt x="22" y="104"/>
                    <a:pt x="22" y="104"/>
                  </a:cubicBezTo>
                  <a:cubicBezTo>
                    <a:pt x="23" y="104"/>
                    <a:pt x="23" y="105"/>
                    <a:pt x="23" y="105"/>
                  </a:cubicBezTo>
                  <a:cubicBezTo>
                    <a:pt x="23" y="105"/>
                    <a:pt x="23" y="105"/>
                    <a:pt x="24" y="105"/>
                  </a:cubicBezTo>
                  <a:cubicBezTo>
                    <a:pt x="24" y="105"/>
                    <a:pt x="24" y="106"/>
                    <a:pt x="25" y="106"/>
                  </a:cubicBezTo>
                  <a:cubicBezTo>
                    <a:pt x="25" y="106"/>
                    <a:pt x="25" y="106"/>
                    <a:pt x="25" y="106"/>
                  </a:cubicBezTo>
                  <a:cubicBezTo>
                    <a:pt x="25" y="106"/>
                    <a:pt x="26" y="107"/>
                    <a:pt x="26" y="107"/>
                  </a:cubicBezTo>
                  <a:cubicBezTo>
                    <a:pt x="26" y="107"/>
                    <a:pt x="26" y="107"/>
                    <a:pt x="27" y="107"/>
                  </a:cubicBezTo>
                  <a:cubicBezTo>
                    <a:pt x="27" y="108"/>
                    <a:pt x="27" y="108"/>
                    <a:pt x="28" y="108"/>
                  </a:cubicBezTo>
                  <a:cubicBezTo>
                    <a:pt x="28" y="108"/>
                    <a:pt x="28" y="108"/>
                    <a:pt x="28" y="108"/>
                  </a:cubicBezTo>
                  <a:cubicBezTo>
                    <a:pt x="28" y="109"/>
                    <a:pt x="29" y="109"/>
                    <a:pt x="29" y="109"/>
                  </a:cubicBezTo>
                  <a:cubicBezTo>
                    <a:pt x="30" y="109"/>
                    <a:pt x="30" y="109"/>
                    <a:pt x="30" y="110"/>
                  </a:cubicBezTo>
                  <a:cubicBezTo>
                    <a:pt x="30" y="110"/>
                    <a:pt x="31" y="110"/>
                    <a:pt x="31" y="110"/>
                  </a:cubicBezTo>
                  <a:cubicBezTo>
                    <a:pt x="31" y="110"/>
                    <a:pt x="31" y="111"/>
                    <a:pt x="31" y="111"/>
                  </a:cubicBezTo>
                  <a:cubicBezTo>
                    <a:pt x="32" y="111"/>
                    <a:pt x="32" y="111"/>
                    <a:pt x="32" y="111"/>
                  </a:cubicBezTo>
                  <a:cubicBezTo>
                    <a:pt x="33" y="111"/>
                    <a:pt x="33" y="111"/>
                    <a:pt x="33" y="112"/>
                  </a:cubicBezTo>
                  <a:cubicBezTo>
                    <a:pt x="33" y="112"/>
                    <a:pt x="34" y="112"/>
                    <a:pt x="34" y="112"/>
                  </a:cubicBezTo>
                  <a:cubicBezTo>
                    <a:pt x="34" y="112"/>
                    <a:pt x="34" y="112"/>
                    <a:pt x="34" y="112"/>
                  </a:cubicBezTo>
                  <a:cubicBezTo>
                    <a:pt x="35" y="113"/>
                    <a:pt x="35" y="113"/>
                    <a:pt x="35" y="113"/>
                  </a:cubicBezTo>
                  <a:cubicBezTo>
                    <a:pt x="35" y="113"/>
                    <a:pt x="36" y="113"/>
                    <a:pt x="36" y="113"/>
                  </a:cubicBezTo>
                  <a:cubicBezTo>
                    <a:pt x="36" y="113"/>
                    <a:pt x="36" y="114"/>
                    <a:pt x="37" y="114"/>
                  </a:cubicBezTo>
                  <a:cubicBezTo>
                    <a:pt x="37" y="114"/>
                    <a:pt x="37" y="114"/>
                    <a:pt x="37" y="114"/>
                  </a:cubicBezTo>
                  <a:cubicBezTo>
                    <a:pt x="37" y="114"/>
                    <a:pt x="37" y="114"/>
                    <a:pt x="37" y="114"/>
                  </a:cubicBezTo>
                  <a:cubicBezTo>
                    <a:pt x="37" y="114"/>
                    <a:pt x="37" y="114"/>
                    <a:pt x="37" y="114"/>
                  </a:cubicBezTo>
                  <a:cubicBezTo>
                    <a:pt x="37" y="114"/>
                    <a:pt x="37" y="114"/>
                    <a:pt x="37" y="114"/>
                  </a:cubicBezTo>
                  <a:cubicBezTo>
                    <a:pt x="37" y="115"/>
                    <a:pt x="37" y="115"/>
                    <a:pt x="37" y="115"/>
                  </a:cubicBezTo>
                  <a:cubicBezTo>
                    <a:pt x="37" y="115"/>
                    <a:pt x="37" y="115"/>
                    <a:pt x="37" y="115"/>
                  </a:cubicBezTo>
                  <a:cubicBezTo>
                    <a:pt x="37" y="115"/>
                    <a:pt x="37" y="115"/>
                    <a:pt x="37" y="115"/>
                  </a:cubicBezTo>
                  <a:cubicBezTo>
                    <a:pt x="37" y="115"/>
                    <a:pt x="37" y="115"/>
                    <a:pt x="37" y="115"/>
                  </a:cubicBezTo>
                  <a:cubicBezTo>
                    <a:pt x="37" y="115"/>
                    <a:pt x="37" y="115"/>
                    <a:pt x="37" y="115"/>
                  </a:cubicBezTo>
                  <a:cubicBezTo>
                    <a:pt x="37" y="115"/>
                    <a:pt x="37" y="115"/>
                    <a:pt x="37" y="116"/>
                  </a:cubicBezTo>
                  <a:cubicBezTo>
                    <a:pt x="37" y="116"/>
                    <a:pt x="37" y="116"/>
                    <a:pt x="37" y="116"/>
                  </a:cubicBezTo>
                  <a:cubicBezTo>
                    <a:pt x="37" y="116"/>
                    <a:pt x="36" y="117"/>
                    <a:pt x="36" y="117"/>
                  </a:cubicBezTo>
                  <a:cubicBezTo>
                    <a:pt x="36" y="117"/>
                    <a:pt x="36" y="117"/>
                    <a:pt x="36" y="117"/>
                  </a:cubicBezTo>
                  <a:cubicBezTo>
                    <a:pt x="36" y="117"/>
                    <a:pt x="36" y="117"/>
                    <a:pt x="36" y="117"/>
                  </a:cubicBezTo>
                  <a:cubicBezTo>
                    <a:pt x="36" y="117"/>
                    <a:pt x="36" y="117"/>
                    <a:pt x="36" y="117"/>
                  </a:cubicBezTo>
                  <a:cubicBezTo>
                    <a:pt x="36" y="117"/>
                    <a:pt x="36" y="117"/>
                    <a:pt x="36" y="117"/>
                  </a:cubicBezTo>
                  <a:cubicBezTo>
                    <a:pt x="36" y="117"/>
                    <a:pt x="36" y="117"/>
                    <a:pt x="36" y="117"/>
                  </a:cubicBezTo>
                  <a:cubicBezTo>
                    <a:pt x="36" y="117"/>
                    <a:pt x="36" y="117"/>
                    <a:pt x="36" y="117"/>
                  </a:cubicBezTo>
                  <a:cubicBezTo>
                    <a:pt x="36" y="117"/>
                    <a:pt x="36" y="117"/>
                    <a:pt x="36" y="117"/>
                  </a:cubicBezTo>
                  <a:cubicBezTo>
                    <a:pt x="36" y="117"/>
                    <a:pt x="36" y="117"/>
                    <a:pt x="36" y="117"/>
                  </a:cubicBezTo>
                  <a:cubicBezTo>
                    <a:pt x="36" y="117"/>
                    <a:pt x="36" y="117"/>
                    <a:pt x="36" y="117"/>
                  </a:cubicBezTo>
                  <a:cubicBezTo>
                    <a:pt x="36" y="117"/>
                    <a:pt x="36" y="117"/>
                    <a:pt x="36" y="117"/>
                  </a:cubicBezTo>
                  <a:cubicBezTo>
                    <a:pt x="36" y="117"/>
                    <a:pt x="36" y="117"/>
                    <a:pt x="36" y="118"/>
                  </a:cubicBezTo>
                  <a:cubicBezTo>
                    <a:pt x="35" y="118"/>
                    <a:pt x="36" y="118"/>
                    <a:pt x="36" y="118"/>
                  </a:cubicBezTo>
                  <a:cubicBezTo>
                    <a:pt x="36" y="118"/>
                    <a:pt x="36" y="118"/>
                    <a:pt x="36" y="118"/>
                  </a:cubicBezTo>
                  <a:cubicBezTo>
                    <a:pt x="36" y="118"/>
                    <a:pt x="36" y="118"/>
                    <a:pt x="36" y="119"/>
                  </a:cubicBezTo>
                  <a:cubicBezTo>
                    <a:pt x="36" y="119"/>
                    <a:pt x="36" y="119"/>
                    <a:pt x="36" y="119"/>
                  </a:cubicBezTo>
                  <a:cubicBezTo>
                    <a:pt x="36" y="119"/>
                    <a:pt x="35" y="119"/>
                    <a:pt x="35" y="120"/>
                  </a:cubicBezTo>
                  <a:cubicBezTo>
                    <a:pt x="35" y="120"/>
                    <a:pt x="35" y="120"/>
                    <a:pt x="35" y="120"/>
                  </a:cubicBezTo>
                  <a:cubicBezTo>
                    <a:pt x="35" y="120"/>
                    <a:pt x="35" y="120"/>
                    <a:pt x="35" y="120"/>
                  </a:cubicBezTo>
                  <a:cubicBezTo>
                    <a:pt x="35" y="120"/>
                    <a:pt x="35" y="120"/>
                    <a:pt x="35" y="120"/>
                  </a:cubicBezTo>
                  <a:cubicBezTo>
                    <a:pt x="35" y="120"/>
                    <a:pt x="35" y="121"/>
                    <a:pt x="35" y="121"/>
                  </a:cubicBezTo>
                  <a:cubicBezTo>
                    <a:pt x="35" y="121"/>
                    <a:pt x="35" y="121"/>
                    <a:pt x="35" y="121"/>
                  </a:cubicBezTo>
                  <a:cubicBezTo>
                    <a:pt x="35" y="121"/>
                    <a:pt x="35" y="121"/>
                    <a:pt x="35" y="122"/>
                  </a:cubicBezTo>
                  <a:cubicBezTo>
                    <a:pt x="35" y="122"/>
                    <a:pt x="35" y="122"/>
                    <a:pt x="35" y="122"/>
                  </a:cubicBezTo>
                  <a:cubicBezTo>
                    <a:pt x="35" y="122"/>
                    <a:pt x="35" y="122"/>
                    <a:pt x="35" y="123"/>
                  </a:cubicBezTo>
                  <a:cubicBezTo>
                    <a:pt x="35" y="123"/>
                    <a:pt x="35" y="123"/>
                    <a:pt x="35" y="123"/>
                  </a:cubicBezTo>
                  <a:cubicBezTo>
                    <a:pt x="34" y="123"/>
                    <a:pt x="34" y="123"/>
                    <a:pt x="34" y="123"/>
                  </a:cubicBezTo>
                  <a:cubicBezTo>
                    <a:pt x="34" y="123"/>
                    <a:pt x="34" y="123"/>
                    <a:pt x="34" y="124"/>
                  </a:cubicBezTo>
                  <a:cubicBezTo>
                    <a:pt x="34" y="124"/>
                    <a:pt x="34" y="124"/>
                    <a:pt x="34" y="124"/>
                  </a:cubicBezTo>
                  <a:cubicBezTo>
                    <a:pt x="34" y="124"/>
                    <a:pt x="34" y="124"/>
                    <a:pt x="34" y="124"/>
                  </a:cubicBezTo>
                  <a:cubicBezTo>
                    <a:pt x="34" y="125"/>
                    <a:pt x="34" y="125"/>
                    <a:pt x="34" y="126"/>
                  </a:cubicBezTo>
                  <a:cubicBezTo>
                    <a:pt x="34" y="126"/>
                    <a:pt x="34" y="126"/>
                    <a:pt x="34" y="126"/>
                  </a:cubicBezTo>
                  <a:cubicBezTo>
                    <a:pt x="34" y="126"/>
                    <a:pt x="34" y="126"/>
                    <a:pt x="34" y="127"/>
                  </a:cubicBezTo>
                  <a:cubicBezTo>
                    <a:pt x="34" y="127"/>
                    <a:pt x="34" y="127"/>
                    <a:pt x="34" y="127"/>
                  </a:cubicBezTo>
                  <a:cubicBezTo>
                    <a:pt x="34" y="127"/>
                    <a:pt x="34" y="127"/>
                    <a:pt x="34" y="127"/>
                  </a:cubicBezTo>
                  <a:cubicBezTo>
                    <a:pt x="34" y="127"/>
                    <a:pt x="34" y="127"/>
                    <a:pt x="34" y="127"/>
                  </a:cubicBezTo>
                  <a:cubicBezTo>
                    <a:pt x="34" y="128"/>
                    <a:pt x="34" y="128"/>
                    <a:pt x="34" y="128"/>
                  </a:cubicBezTo>
                  <a:cubicBezTo>
                    <a:pt x="34" y="128"/>
                    <a:pt x="34" y="128"/>
                    <a:pt x="34" y="128"/>
                  </a:cubicBezTo>
                  <a:cubicBezTo>
                    <a:pt x="34" y="129"/>
                    <a:pt x="34" y="129"/>
                    <a:pt x="34" y="129"/>
                  </a:cubicBezTo>
                  <a:cubicBezTo>
                    <a:pt x="34" y="129"/>
                    <a:pt x="34" y="129"/>
                    <a:pt x="34" y="129"/>
                  </a:cubicBezTo>
                  <a:cubicBezTo>
                    <a:pt x="34" y="129"/>
                    <a:pt x="34" y="129"/>
                    <a:pt x="34" y="130"/>
                  </a:cubicBezTo>
                  <a:cubicBezTo>
                    <a:pt x="34" y="130"/>
                    <a:pt x="34" y="130"/>
                    <a:pt x="34" y="130"/>
                  </a:cubicBezTo>
                  <a:cubicBezTo>
                    <a:pt x="34" y="131"/>
                    <a:pt x="34" y="131"/>
                    <a:pt x="34" y="131"/>
                  </a:cubicBezTo>
                  <a:cubicBezTo>
                    <a:pt x="34" y="131"/>
                    <a:pt x="34" y="132"/>
                    <a:pt x="34" y="132"/>
                  </a:cubicBezTo>
                  <a:cubicBezTo>
                    <a:pt x="35" y="136"/>
                    <a:pt x="36" y="143"/>
                    <a:pt x="36" y="148"/>
                  </a:cubicBezTo>
                  <a:cubicBezTo>
                    <a:pt x="36" y="149"/>
                    <a:pt x="36" y="149"/>
                    <a:pt x="36" y="149"/>
                  </a:cubicBezTo>
                  <a:cubicBezTo>
                    <a:pt x="37" y="150"/>
                    <a:pt x="37" y="150"/>
                    <a:pt x="37" y="151"/>
                  </a:cubicBezTo>
                  <a:cubicBezTo>
                    <a:pt x="37" y="153"/>
                    <a:pt x="37" y="155"/>
                    <a:pt x="37" y="157"/>
                  </a:cubicBezTo>
                  <a:cubicBezTo>
                    <a:pt x="37" y="157"/>
                    <a:pt x="37" y="157"/>
                    <a:pt x="37" y="158"/>
                  </a:cubicBezTo>
                  <a:cubicBezTo>
                    <a:pt x="37" y="159"/>
                    <a:pt x="37" y="160"/>
                    <a:pt x="37" y="161"/>
                  </a:cubicBezTo>
                  <a:cubicBezTo>
                    <a:pt x="37" y="161"/>
                    <a:pt x="37" y="162"/>
                    <a:pt x="37" y="162"/>
                  </a:cubicBezTo>
                  <a:cubicBezTo>
                    <a:pt x="37" y="162"/>
                    <a:pt x="37" y="163"/>
                    <a:pt x="37" y="163"/>
                  </a:cubicBezTo>
                  <a:cubicBezTo>
                    <a:pt x="37" y="163"/>
                    <a:pt x="37" y="164"/>
                    <a:pt x="37" y="164"/>
                  </a:cubicBezTo>
                  <a:cubicBezTo>
                    <a:pt x="37" y="164"/>
                    <a:pt x="37" y="165"/>
                    <a:pt x="37" y="165"/>
                  </a:cubicBezTo>
                  <a:cubicBezTo>
                    <a:pt x="37" y="165"/>
                    <a:pt x="37" y="165"/>
                    <a:pt x="37" y="166"/>
                  </a:cubicBezTo>
                  <a:cubicBezTo>
                    <a:pt x="37" y="166"/>
                    <a:pt x="37" y="166"/>
                    <a:pt x="37" y="167"/>
                  </a:cubicBezTo>
                  <a:cubicBezTo>
                    <a:pt x="37" y="167"/>
                    <a:pt x="37" y="167"/>
                    <a:pt x="37" y="167"/>
                  </a:cubicBezTo>
                  <a:cubicBezTo>
                    <a:pt x="37" y="168"/>
                    <a:pt x="37" y="168"/>
                    <a:pt x="37" y="169"/>
                  </a:cubicBezTo>
                  <a:cubicBezTo>
                    <a:pt x="37" y="169"/>
                    <a:pt x="37" y="169"/>
                    <a:pt x="37" y="169"/>
                  </a:cubicBezTo>
                  <a:cubicBezTo>
                    <a:pt x="37" y="170"/>
                    <a:pt x="37" y="170"/>
                    <a:pt x="36" y="171"/>
                  </a:cubicBezTo>
                  <a:cubicBezTo>
                    <a:pt x="36" y="171"/>
                    <a:pt x="36" y="171"/>
                    <a:pt x="36" y="172"/>
                  </a:cubicBezTo>
                  <a:cubicBezTo>
                    <a:pt x="36" y="172"/>
                    <a:pt x="36" y="172"/>
                    <a:pt x="36" y="172"/>
                  </a:cubicBezTo>
                  <a:cubicBezTo>
                    <a:pt x="36" y="173"/>
                    <a:pt x="36" y="173"/>
                    <a:pt x="36" y="173"/>
                  </a:cubicBezTo>
                  <a:cubicBezTo>
                    <a:pt x="36" y="173"/>
                    <a:pt x="36" y="174"/>
                    <a:pt x="36" y="174"/>
                  </a:cubicBezTo>
                  <a:cubicBezTo>
                    <a:pt x="36" y="174"/>
                    <a:pt x="36" y="175"/>
                    <a:pt x="36" y="175"/>
                  </a:cubicBezTo>
                  <a:cubicBezTo>
                    <a:pt x="36" y="175"/>
                    <a:pt x="36" y="175"/>
                    <a:pt x="36" y="176"/>
                  </a:cubicBezTo>
                  <a:cubicBezTo>
                    <a:pt x="36" y="176"/>
                    <a:pt x="36" y="176"/>
                    <a:pt x="36" y="176"/>
                  </a:cubicBezTo>
                  <a:cubicBezTo>
                    <a:pt x="36" y="177"/>
                    <a:pt x="35" y="177"/>
                    <a:pt x="35" y="177"/>
                  </a:cubicBezTo>
                  <a:cubicBezTo>
                    <a:pt x="35" y="177"/>
                    <a:pt x="35" y="178"/>
                    <a:pt x="35" y="178"/>
                  </a:cubicBezTo>
                  <a:cubicBezTo>
                    <a:pt x="35" y="178"/>
                    <a:pt x="35" y="178"/>
                    <a:pt x="35" y="179"/>
                  </a:cubicBezTo>
                  <a:cubicBezTo>
                    <a:pt x="35" y="179"/>
                    <a:pt x="35" y="179"/>
                    <a:pt x="35" y="180"/>
                  </a:cubicBezTo>
                  <a:cubicBezTo>
                    <a:pt x="35" y="180"/>
                    <a:pt x="35" y="180"/>
                    <a:pt x="35" y="181"/>
                  </a:cubicBezTo>
                  <a:cubicBezTo>
                    <a:pt x="35" y="181"/>
                    <a:pt x="35" y="181"/>
                    <a:pt x="34" y="181"/>
                  </a:cubicBezTo>
                  <a:cubicBezTo>
                    <a:pt x="34" y="182"/>
                    <a:pt x="34" y="182"/>
                    <a:pt x="34" y="182"/>
                  </a:cubicBezTo>
                  <a:cubicBezTo>
                    <a:pt x="34" y="182"/>
                    <a:pt x="34" y="182"/>
                    <a:pt x="34" y="183"/>
                  </a:cubicBezTo>
                  <a:cubicBezTo>
                    <a:pt x="34" y="183"/>
                    <a:pt x="34" y="183"/>
                    <a:pt x="34" y="183"/>
                  </a:cubicBezTo>
                  <a:cubicBezTo>
                    <a:pt x="34" y="184"/>
                    <a:pt x="34" y="184"/>
                    <a:pt x="34" y="184"/>
                  </a:cubicBezTo>
                  <a:cubicBezTo>
                    <a:pt x="34" y="184"/>
                    <a:pt x="34" y="184"/>
                    <a:pt x="33" y="185"/>
                  </a:cubicBezTo>
                  <a:cubicBezTo>
                    <a:pt x="33" y="185"/>
                    <a:pt x="33" y="185"/>
                    <a:pt x="33" y="185"/>
                  </a:cubicBezTo>
                  <a:cubicBezTo>
                    <a:pt x="33" y="185"/>
                    <a:pt x="33" y="186"/>
                    <a:pt x="33" y="186"/>
                  </a:cubicBezTo>
                  <a:cubicBezTo>
                    <a:pt x="33" y="186"/>
                    <a:pt x="33" y="186"/>
                    <a:pt x="33" y="186"/>
                  </a:cubicBezTo>
                  <a:cubicBezTo>
                    <a:pt x="33" y="187"/>
                    <a:pt x="33" y="187"/>
                    <a:pt x="33" y="188"/>
                  </a:cubicBezTo>
                  <a:cubicBezTo>
                    <a:pt x="33" y="188"/>
                    <a:pt x="32" y="188"/>
                    <a:pt x="32" y="188"/>
                  </a:cubicBezTo>
                  <a:cubicBezTo>
                    <a:pt x="32" y="188"/>
                    <a:pt x="32" y="188"/>
                    <a:pt x="32" y="189"/>
                  </a:cubicBezTo>
                  <a:cubicBezTo>
                    <a:pt x="32" y="189"/>
                    <a:pt x="32" y="189"/>
                    <a:pt x="32" y="189"/>
                  </a:cubicBezTo>
                  <a:cubicBezTo>
                    <a:pt x="32" y="189"/>
                    <a:pt x="32" y="189"/>
                    <a:pt x="32" y="190"/>
                  </a:cubicBezTo>
                  <a:cubicBezTo>
                    <a:pt x="32" y="190"/>
                    <a:pt x="32" y="190"/>
                    <a:pt x="32" y="190"/>
                  </a:cubicBezTo>
                  <a:cubicBezTo>
                    <a:pt x="31" y="190"/>
                    <a:pt x="31" y="190"/>
                    <a:pt x="31" y="191"/>
                  </a:cubicBezTo>
                  <a:cubicBezTo>
                    <a:pt x="31" y="191"/>
                    <a:pt x="31" y="191"/>
                    <a:pt x="31" y="191"/>
                  </a:cubicBezTo>
                  <a:cubicBezTo>
                    <a:pt x="31" y="191"/>
                    <a:pt x="31" y="191"/>
                    <a:pt x="31" y="192"/>
                  </a:cubicBezTo>
                  <a:cubicBezTo>
                    <a:pt x="31" y="192"/>
                    <a:pt x="31" y="192"/>
                    <a:pt x="31" y="192"/>
                  </a:cubicBezTo>
                  <a:cubicBezTo>
                    <a:pt x="30" y="192"/>
                    <a:pt x="30" y="193"/>
                    <a:pt x="30" y="193"/>
                  </a:cubicBezTo>
                  <a:cubicBezTo>
                    <a:pt x="30" y="194"/>
                    <a:pt x="30" y="194"/>
                    <a:pt x="30" y="194"/>
                  </a:cubicBezTo>
                  <a:cubicBezTo>
                    <a:pt x="30" y="194"/>
                    <a:pt x="30" y="194"/>
                    <a:pt x="30" y="194"/>
                  </a:cubicBezTo>
                  <a:cubicBezTo>
                    <a:pt x="30" y="194"/>
                    <a:pt x="30" y="194"/>
                    <a:pt x="29" y="194"/>
                  </a:cubicBezTo>
                  <a:cubicBezTo>
                    <a:pt x="29" y="195"/>
                    <a:pt x="29" y="195"/>
                    <a:pt x="29" y="195"/>
                  </a:cubicBezTo>
                  <a:cubicBezTo>
                    <a:pt x="29" y="195"/>
                    <a:pt x="29" y="195"/>
                    <a:pt x="29" y="195"/>
                  </a:cubicBezTo>
                  <a:cubicBezTo>
                    <a:pt x="29" y="195"/>
                    <a:pt x="29" y="195"/>
                    <a:pt x="29" y="195"/>
                  </a:cubicBezTo>
                  <a:cubicBezTo>
                    <a:pt x="29" y="195"/>
                    <a:pt x="29" y="196"/>
                    <a:pt x="29" y="196"/>
                  </a:cubicBezTo>
                  <a:cubicBezTo>
                    <a:pt x="29" y="196"/>
                    <a:pt x="29" y="196"/>
                    <a:pt x="28" y="196"/>
                  </a:cubicBezTo>
                  <a:cubicBezTo>
                    <a:pt x="28" y="196"/>
                    <a:pt x="28" y="196"/>
                    <a:pt x="28" y="196"/>
                  </a:cubicBezTo>
                  <a:cubicBezTo>
                    <a:pt x="28" y="196"/>
                    <a:pt x="28" y="196"/>
                    <a:pt x="28" y="196"/>
                  </a:cubicBezTo>
                  <a:cubicBezTo>
                    <a:pt x="25" y="201"/>
                    <a:pt x="15" y="207"/>
                    <a:pt x="13" y="240"/>
                  </a:cubicBezTo>
                  <a:cubicBezTo>
                    <a:pt x="13" y="240"/>
                    <a:pt x="12" y="256"/>
                    <a:pt x="6" y="279"/>
                  </a:cubicBezTo>
                  <a:cubicBezTo>
                    <a:pt x="6" y="280"/>
                    <a:pt x="6" y="280"/>
                    <a:pt x="6" y="280"/>
                  </a:cubicBezTo>
                  <a:cubicBezTo>
                    <a:pt x="6" y="280"/>
                    <a:pt x="6" y="280"/>
                    <a:pt x="6" y="280"/>
                  </a:cubicBezTo>
                  <a:cubicBezTo>
                    <a:pt x="6" y="280"/>
                    <a:pt x="6" y="280"/>
                    <a:pt x="6" y="280"/>
                  </a:cubicBezTo>
                  <a:cubicBezTo>
                    <a:pt x="6" y="280"/>
                    <a:pt x="6" y="280"/>
                    <a:pt x="6" y="280"/>
                  </a:cubicBezTo>
                  <a:cubicBezTo>
                    <a:pt x="6" y="280"/>
                    <a:pt x="6" y="280"/>
                    <a:pt x="6" y="280"/>
                  </a:cubicBezTo>
                  <a:cubicBezTo>
                    <a:pt x="5" y="280"/>
                    <a:pt x="5" y="280"/>
                    <a:pt x="4" y="281"/>
                  </a:cubicBezTo>
                  <a:cubicBezTo>
                    <a:pt x="4" y="280"/>
                    <a:pt x="4" y="280"/>
                    <a:pt x="4" y="278"/>
                  </a:cubicBezTo>
                  <a:cubicBezTo>
                    <a:pt x="4" y="282"/>
                    <a:pt x="3" y="282"/>
                    <a:pt x="0" y="282"/>
                  </a:cubicBezTo>
                  <a:cubicBezTo>
                    <a:pt x="1" y="282"/>
                    <a:pt x="2" y="282"/>
                    <a:pt x="3" y="282"/>
                  </a:cubicBezTo>
                  <a:cubicBezTo>
                    <a:pt x="2" y="284"/>
                    <a:pt x="1" y="284"/>
                    <a:pt x="1" y="285"/>
                  </a:cubicBezTo>
                  <a:cubicBezTo>
                    <a:pt x="1" y="285"/>
                    <a:pt x="1" y="285"/>
                    <a:pt x="1" y="285"/>
                  </a:cubicBezTo>
                  <a:cubicBezTo>
                    <a:pt x="1" y="285"/>
                    <a:pt x="1" y="285"/>
                    <a:pt x="1" y="285"/>
                  </a:cubicBezTo>
                  <a:cubicBezTo>
                    <a:pt x="5" y="290"/>
                    <a:pt x="4" y="301"/>
                    <a:pt x="4" y="301"/>
                  </a:cubicBezTo>
                  <a:cubicBezTo>
                    <a:pt x="5" y="301"/>
                    <a:pt x="5" y="301"/>
                    <a:pt x="5" y="301"/>
                  </a:cubicBezTo>
                  <a:cubicBezTo>
                    <a:pt x="5" y="290"/>
                    <a:pt x="5" y="290"/>
                    <a:pt x="5" y="290"/>
                  </a:cubicBezTo>
                  <a:cubicBezTo>
                    <a:pt x="6" y="290"/>
                    <a:pt x="6" y="292"/>
                    <a:pt x="9" y="297"/>
                  </a:cubicBezTo>
                  <a:cubicBezTo>
                    <a:pt x="11" y="301"/>
                    <a:pt x="16" y="302"/>
                    <a:pt x="16" y="302"/>
                  </a:cubicBezTo>
                  <a:cubicBezTo>
                    <a:pt x="23" y="302"/>
                    <a:pt x="23" y="302"/>
                    <a:pt x="23" y="302"/>
                  </a:cubicBezTo>
                  <a:cubicBezTo>
                    <a:pt x="23" y="302"/>
                    <a:pt x="23" y="302"/>
                    <a:pt x="23" y="302"/>
                  </a:cubicBezTo>
                  <a:cubicBezTo>
                    <a:pt x="23" y="302"/>
                    <a:pt x="23" y="302"/>
                    <a:pt x="23" y="302"/>
                  </a:cubicBezTo>
                  <a:cubicBezTo>
                    <a:pt x="23" y="302"/>
                    <a:pt x="23" y="302"/>
                    <a:pt x="23" y="302"/>
                  </a:cubicBezTo>
                  <a:cubicBezTo>
                    <a:pt x="25" y="302"/>
                    <a:pt x="25" y="302"/>
                    <a:pt x="25" y="302"/>
                  </a:cubicBezTo>
                  <a:cubicBezTo>
                    <a:pt x="25" y="302"/>
                    <a:pt x="25" y="302"/>
                    <a:pt x="25" y="302"/>
                  </a:cubicBezTo>
                  <a:cubicBezTo>
                    <a:pt x="25" y="302"/>
                    <a:pt x="25" y="302"/>
                    <a:pt x="25" y="302"/>
                  </a:cubicBezTo>
                  <a:cubicBezTo>
                    <a:pt x="25" y="300"/>
                    <a:pt x="21" y="298"/>
                    <a:pt x="18" y="297"/>
                  </a:cubicBezTo>
                  <a:cubicBezTo>
                    <a:pt x="18" y="297"/>
                    <a:pt x="18" y="297"/>
                    <a:pt x="18" y="297"/>
                  </a:cubicBezTo>
                  <a:cubicBezTo>
                    <a:pt x="18" y="297"/>
                    <a:pt x="17" y="296"/>
                    <a:pt x="17" y="296"/>
                  </a:cubicBezTo>
                  <a:cubicBezTo>
                    <a:pt x="17" y="296"/>
                    <a:pt x="17" y="296"/>
                    <a:pt x="17" y="296"/>
                  </a:cubicBezTo>
                  <a:cubicBezTo>
                    <a:pt x="16" y="296"/>
                    <a:pt x="16" y="296"/>
                    <a:pt x="16" y="296"/>
                  </a:cubicBezTo>
                  <a:cubicBezTo>
                    <a:pt x="16" y="296"/>
                    <a:pt x="16" y="296"/>
                    <a:pt x="16" y="296"/>
                  </a:cubicBezTo>
                  <a:cubicBezTo>
                    <a:pt x="16" y="296"/>
                    <a:pt x="16" y="296"/>
                    <a:pt x="16" y="296"/>
                  </a:cubicBezTo>
                  <a:cubicBezTo>
                    <a:pt x="16" y="296"/>
                    <a:pt x="16" y="296"/>
                    <a:pt x="16" y="296"/>
                  </a:cubicBezTo>
                  <a:cubicBezTo>
                    <a:pt x="16" y="296"/>
                    <a:pt x="16" y="296"/>
                    <a:pt x="16" y="296"/>
                  </a:cubicBezTo>
                  <a:cubicBezTo>
                    <a:pt x="14" y="293"/>
                    <a:pt x="13" y="281"/>
                    <a:pt x="13" y="281"/>
                  </a:cubicBezTo>
                  <a:cubicBezTo>
                    <a:pt x="13" y="281"/>
                    <a:pt x="13" y="281"/>
                    <a:pt x="13" y="280"/>
                  </a:cubicBezTo>
                  <a:cubicBezTo>
                    <a:pt x="13" y="280"/>
                    <a:pt x="13" y="278"/>
                    <a:pt x="13" y="277"/>
                  </a:cubicBezTo>
                  <a:cubicBezTo>
                    <a:pt x="16" y="264"/>
                    <a:pt x="21" y="250"/>
                    <a:pt x="24" y="239"/>
                  </a:cubicBezTo>
                  <a:cubicBezTo>
                    <a:pt x="30" y="220"/>
                    <a:pt x="32" y="215"/>
                    <a:pt x="37" y="205"/>
                  </a:cubicBezTo>
                  <a:cubicBezTo>
                    <a:pt x="37" y="204"/>
                    <a:pt x="37" y="204"/>
                    <a:pt x="37" y="204"/>
                  </a:cubicBezTo>
                  <a:cubicBezTo>
                    <a:pt x="37" y="204"/>
                    <a:pt x="37" y="204"/>
                    <a:pt x="37" y="204"/>
                  </a:cubicBezTo>
                  <a:cubicBezTo>
                    <a:pt x="38" y="204"/>
                    <a:pt x="38" y="204"/>
                    <a:pt x="38" y="203"/>
                  </a:cubicBezTo>
                  <a:cubicBezTo>
                    <a:pt x="38" y="203"/>
                    <a:pt x="38" y="203"/>
                    <a:pt x="38" y="203"/>
                  </a:cubicBezTo>
                  <a:cubicBezTo>
                    <a:pt x="38" y="203"/>
                    <a:pt x="38" y="203"/>
                    <a:pt x="38" y="203"/>
                  </a:cubicBezTo>
                  <a:cubicBezTo>
                    <a:pt x="38" y="203"/>
                    <a:pt x="38" y="203"/>
                    <a:pt x="38" y="203"/>
                  </a:cubicBezTo>
                  <a:cubicBezTo>
                    <a:pt x="41" y="196"/>
                    <a:pt x="48" y="182"/>
                    <a:pt x="54" y="169"/>
                  </a:cubicBezTo>
                  <a:cubicBezTo>
                    <a:pt x="55" y="171"/>
                    <a:pt x="56" y="173"/>
                    <a:pt x="58" y="174"/>
                  </a:cubicBezTo>
                  <a:cubicBezTo>
                    <a:pt x="60" y="178"/>
                    <a:pt x="63" y="183"/>
                    <a:pt x="64" y="187"/>
                  </a:cubicBezTo>
                  <a:cubicBezTo>
                    <a:pt x="66" y="191"/>
                    <a:pt x="69" y="196"/>
                    <a:pt x="70" y="199"/>
                  </a:cubicBezTo>
                  <a:cubicBezTo>
                    <a:pt x="71" y="201"/>
                    <a:pt x="71" y="206"/>
                    <a:pt x="72" y="208"/>
                  </a:cubicBezTo>
                  <a:cubicBezTo>
                    <a:pt x="72" y="211"/>
                    <a:pt x="72" y="214"/>
                    <a:pt x="72" y="217"/>
                  </a:cubicBezTo>
                  <a:cubicBezTo>
                    <a:pt x="72" y="221"/>
                    <a:pt x="77" y="232"/>
                    <a:pt x="80" y="237"/>
                  </a:cubicBezTo>
                  <a:cubicBezTo>
                    <a:pt x="82" y="240"/>
                    <a:pt x="84" y="243"/>
                    <a:pt x="86" y="246"/>
                  </a:cubicBezTo>
                  <a:cubicBezTo>
                    <a:pt x="88" y="250"/>
                    <a:pt x="91" y="257"/>
                    <a:pt x="93" y="262"/>
                  </a:cubicBezTo>
                  <a:cubicBezTo>
                    <a:pt x="95" y="268"/>
                    <a:pt x="98" y="276"/>
                    <a:pt x="99" y="279"/>
                  </a:cubicBezTo>
                  <a:cubicBezTo>
                    <a:pt x="99" y="280"/>
                    <a:pt x="99" y="280"/>
                    <a:pt x="99" y="280"/>
                  </a:cubicBezTo>
                  <a:cubicBezTo>
                    <a:pt x="99" y="280"/>
                    <a:pt x="99" y="281"/>
                    <a:pt x="99" y="281"/>
                  </a:cubicBezTo>
                  <a:cubicBezTo>
                    <a:pt x="98" y="281"/>
                    <a:pt x="98" y="281"/>
                    <a:pt x="98" y="281"/>
                  </a:cubicBezTo>
                  <a:cubicBezTo>
                    <a:pt x="98" y="281"/>
                    <a:pt x="98" y="281"/>
                    <a:pt x="98" y="281"/>
                  </a:cubicBezTo>
                  <a:cubicBezTo>
                    <a:pt x="98" y="282"/>
                    <a:pt x="98" y="283"/>
                    <a:pt x="97" y="283"/>
                  </a:cubicBezTo>
                  <a:cubicBezTo>
                    <a:pt x="97" y="283"/>
                    <a:pt x="96" y="283"/>
                    <a:pt x="95" y="283"/>
                  </a:cubicBezTo>
                  <a:cubicBezTo>
                    <a:pt x="96" y="283"/>
                    <a:pt x="97" y="283"/>
                    <a:pt x="97" y="284"/>
                  </a:cubicBezTo>
                  <a:cubicBezTo>
                    <a:pt x="96" y="287"/>
                    <a:pt x="96" y="289"/>
                    <a:pt x="96" y="289"/>
                  </a:cubicBezTo>
                  <a:cubicBezTo>
                    <a:pt x="96" y="289"/>
                    <a:pt x="96" y="289"/>
                    <a:pt x="96" y="289"/>
                  </a:cubicBezTo>
                  <a:cubicBezTo>
                    <a:pt x="96" y="289"/>
                    <a:pt x="96" y="289"/>
                    <a:pt x="96" y="289"/>
                  </a:cubicBezTo>
                  <a:cubicBezTo>
                    <a:pt x="101" y="291"/>
                    <a:pt x="106" y="300"/>
                    <a:pt x="106" y="301"/>
                  </a:cubicBezTo>
                  <a:cubicBezTo>
                    <a:pt x="106" y="301"/>
                    <a:pt x="106" y="301"/>
                    <a:pt x="106" y="301"/>
                  </a:cubicBezTo>
                  <a:cubicBezTo>
                    <a:pt x="107" y="300"/>
                    <a:pt x="107" y="300"/>
                    <a:pt x="107" y="300"/>
                  </a:cubicBezTo>
                  <a:cubicBezTo>
                    <a:pt x="102" y="290"/>
                    <a:pt x="102" y="290"/>
                    <a:pt x="102" y="290"/>
                  </a:cubicBezTo>
                  <a:cubicBezTo>
                    <a:pt x="102" y="290"/>
                    <a:pt x="104" y="292"/>
                    <a:pt x="108" y="295"/>
                  </a:cubicBezTo>
                  <a:cubicBezTo>
                    <a:pt x="112" y="297"/>
                    <a:pt x="117" y="295"/>
                    <a:pt x="117" y="295"/>
                  </a:cubicBezTo>
                  <a:cubicBezTo>
                    <a:pt x="124" y="291"/>
                    <a:pt x="124" y="291"/>
                    <a:pt x="124" y="291"/>
                  </a:cubicBezTo>
                  <a:cubicBezTo>
                    <a:pt x="124" y="291"/>
                    <a:pt x="124" y="291"/>
                    <a:pt x="124" y="291"/>
                  </a:cubicBezTo>
                  <a:cubicBezTo>
                    <a:pt x="125" y="291"/>
                    <a:pt x="125" y="291"/>
                    <a:pt x="125" y="291"/>
                  </a:cubicBezTo>
                  <a:cubicBezTo>
                    <a:pt x="125" y="291"/>
                    <a:pt x="125" y="291"/>
                    <a:pt x="124" y="291"/>
                  </a:cubicBezTo>
                  <a:close/>
                  <a:moveTo>
                    <a:pt x="37" y="53"/>
                  </a:moveTo>
                  <a:cubicBezTo>
                    <a:pt x="37" y="53"/>
                    <a:pt x="37" y="55"/>
                    <a:pt x="37" y="57"/>
                  </a:cubicBezTo>
                  <a:cubicBezTo>
                    <a:pt x="36" y="57"/>
                    <a:pt x="36" y="58"/>
                    <a:pt x="36" y="58"/>
                  </a:cubicBezTo>
                  <a:cubicBezTo>
                    <a:pt x="36" y="57"/>
                    <a:pt x="37" y="55"/>
                    <a:pt x="37" y="53"/>
                  </a:cubicBezTo>
                  <a:close/>
                  <a:moveTo>
                    <a:pt x="41" y="106"/>
                  </a:moveTo>
                  <a:cubicBezTo>
                    <a:pt x="41" y="107"/>
                    <a:pt x="41" y="107"/>
                    <a:pt x="41" y="108"/>
                  </a:cubicBezTo>
                  <a:cubicBezTo>
                    <a:pt x="41" y="108"/>
                    <a:pt x="41" y="108"/>
                    <a:pt x="41" y="108"/>
                  </a:cubicBezTo>
                  <a:cubicBezTo>
                    <a:pt x="41" y="108"/>
                    <a:pt x="41" y="108"/>
                    <a:pt x="40" y="108"/>
                  </a:cubicBezTo>
                  <a:cubicBezTo>
                    <a:pt x="40" y="108"/>
                    <a:pt x="40" y="108"/>
                    <a:pt x="40" y="108"/>
                  </a:cubicBezTo>
                  <a:cubicBezTo>
                    <a:pt x="32" y="102"/>
                    <a:pt x="24" y="92"/>
                    <a:pt x="24" y="92"/>
                  </a:cubicBezTo>
                  <a:cubicBezTo>
                    <a:pt x="24" y="92"/>
                    <a:pt x="35" y="77"/>
                    <a:pt x="39" y="74"/>
                  </a:cubicBezTo>
                  <a:cubicBezTo>
                    <a:pt x="39" y="73"/>
                    <a:pt x="40" y="72"/>
                    <a:pt x="41" y="71"/>
                  </a:cubicBezTo>
                  <a:cubicBezTo>
                    <a:pt x="41" y="72"/>
                    <a:pt x="41" y="72"/>
                    <a:pt x="41" y="72"/>
                  </a:cubicBezTo>
                  <a:cubicBezTo>
                    <a:pt x="41" y="72"/>
                    <a:pt x="41" y="72"/>
                    <a:pt x="41" y="73"/>
                  </a:cubicBezTo>
                  <a:cubicBezTo>
                    <a:pt x="41" y="73"/>
                    <a:pt x="41" y="73"/>
                    <a:pt x="41" y="74"/>
                  </a:cubicBezTo>
                  <a:cubicBezTo>
                    <a:pt x="41" y="74"/>
                    <a:pt x="41" y="74"/>
                    <a:pt x="41" y="75"/>
                  </a:cubicBezTo>
                  <a:cubicBezTo>
                    <a:pt x="42" y="75"/>
                    <a:pt x="42" y="75"/>
                    <a:pt x="42" y="76"/>
                  </a:cubicBezTo>
                  <a:cubicBezTo>
                    <a:pt x="42" y="76"/>
                    <a:pt x="42" y="77"/>
                    <a:pt x="42" y="77"/>
                  </a:cubicBezTo>
                  <a:cubicBezTo>
                    <a:pt x="42" y="77"/>
                    <a:pt x="42" y="78"/>
                    <a:pt x="42" y="78"/>
                  </a:cubicBezTo>
                  <a:cubicBezTo>
                    <a:pt x="43" y="79"/>
                    <a:pt x="43" y="79"/>
                    <a:pt x="43" y="80"/>
                  </a:cubicBezTo>
                  <a:cubicBezTo>
                    <a:pt x="43" y="80"/>
                    <a:pt x="43" y="80"/>
                    <a:pt x="43" y="80"/>
                  </a:cubicBezTo>
                  <a:cubicBezTo>
                    <a:pt x="43" y="80"/>
                    <a:pt x="44" y="81"/>
                    <a:pt x="44" y="83"/>
                  </a:cubicBezTo>
                  <a:cubicBezTo>
                    <a:pt x="44" y="83"/>
                    <a:pt x="44" y="83"/>
                    <a:pt x="44" y="83"/>
                  </a:cubicBezTo>
                  <a:cubicBezTo>
                    <a:pt x="44" y="83"/>
                    <a:pt x="44" y="83"/>
                    <a:pt x="44" y="83"/>
                  </a:cubicBezTo>
                  <a:cubicBezTo>
                    <a:pt x="44" y="83"/>
                    <a:pt x="44" y="83"/>
                    <a:pt x="44" y="83"/>
                  </a:cubicBezTo>
                  <a:cubicBezTo>
                    <a:pt x="44" y="83"/>
                    <a:pt x="44" y="84"/>
                    <a:pt x="44" y="84"/>
                  </a:cubicBezTo>
                  <a:cubicBezTo>
                    <a:pt x="44" y="84"/>
                    <a:pt x="44" y="84"/>
                    <a:pt x="44" y="84"/>
                  </a:cubicBezTo>
                  <a:cubicBezTo>
                    <a:pt x="44" y="84"/>
                    <a:pt x="44" y="84"/>
                    <a:pt x="44" y="84"/>
                  </a:cubicBezTo>
                  <a:cubicBezTo>
                    <a:pt x="44" y="84"/>
                    <a:pt x="44" y="85"/>
                    <a:pt x="44" y="85"/>
                  </a:cubicBezTo>
                  <a:cubicBezTo>
                    <a:pt x="44" y="85"/>
                    <a:pt x="44" y="85"/>
                    <a:pt x="44" y="85"/>
                  </a:cubicBezTo>
                  <a:cubicBezTo>
                    <a:pt x="44" y="85"/>
                    <a:pt x="44" y="85"/>
                    <a:pt x="45" y="85"/>
                  </a:cubicBezTo>
                  <a:cubicBezTo>
                    <a:pt x="45" y="85"/>
                    <a:pt x="45" y="86"/>
                    <a:pt x="45" y="86"/>
                  </a:cubicBezTo>
                  <a:cubicBezTo>
                    <a:pt x="45" y="86"/>
                    <a:pt x="45" y="86"/>
                    <a:pt x="45" y="86"/>
                  </a:cubicBezTo>
                  <a:cubicBezTo>
                    <a:pt x="45" y="86"/>
                    <a:pt x="45" y="86"/>
                    <a:pt x="45" y="86"/>
                  </a:cubicBezTo>
                  <a:cubicBezTo>
                    <a:pt x="45" y="87"/>
                    <a:pt x="45" y="87"/>
                    <a:pt x="45" y="87"/>
                  </a:cubicBezTo>
                  <a:cubicBezTo>
                    <a:pt x="45" y="87"/>
                    <a:pt x="45" y="87"/>
                    <a:pt x="45" y="87"/>
                  </a:cubicBezTo>
                  <a:cubicBezTo>
                    <a:pt x="45" y="87"/>
                    <a:pt x="45" y="88"/>
                    <a:pt x="45" y="88"/>
                  </a:cubicBezTo>
                  <a:cubicBezTo>
                    <a:pt x="45" y="88"/>
                    <a:pt x="45" y="88"/>
                    <a:pt x="45" y="88"/>
                  </a:cubicBezTo>
                  <a:cubicBezTo>
                    <a:pt x="45" y="88"/>
                    <a:pt x="45" y="88"/>
                    <a:pt x="45" y="89"/>
                  </a:cubicBezTo>
                  <a:cubicBezTo>
                    <a:pt x="45" y="89"/>
                    <a:pt x="45" y="89"/>
                    <a:pt x="45" y="89"/>
                  </a:cubicBezTo>
                  <a:cubicBezTo>
                    <a:pt x="45" y="89"/>
                    <a:pt x="45" y="89"/>
                    <a:pt x="45" y="90"/>
                  </a:cubicBezTo>
                  <a:cubicBezTo>
                    <a:pt x="45" y="90"/>
                    <a:pt x="45" y="90"/>
                    <a:pt x="45" y="90"/>
                  </a:cubicBezTo>
                  <a:cubicBezTo>
                    <a:pt x="45" y="90"/>
                    <a:pt x="45" y="90"/>
                    <a:pt x="45" y="91"/>
                  </a:cubicBezTo>
                  <a:cubicBezTo>
                    <a:pt x="45" y="91"/>
                    <a:pt x="45" y="91"/>
                    <a:pt x="45" y="91"/>
                  </a:cubicBezTo>
                  <a:cubicBezTo>
                    <a:pt x="45" y="91"/>
                    <a:pt x="45" y="91"/>
                    <a:pt x="45" y="92"/>
                  </a:cubicBezTo>
                  <a:cubicBezTo>
                    <a:pt x="45" y="92"/>
                    <a:pt x="45" y="92"/>
                    <a:pt x="45" y="92"/>
                  </a:cubicBezTo>
                  <a:cubicBezTo>
                    <a:pt x="45" y="92"/>
                    <a:pt x="45" y="92"/>
                    <a:pt x="45" y="92"/>
                  </a:cubicBezTo>
                  <a:cubicBezTo>
                    <a:pt x="45" y="93"/>
                    <a:pt x="45" y="93"/>
                    <a:pt x="45" y="93"/>
                  </a:cubicBezTo>
                  <a:cubicBezTo>
                    <a:pt x="45" y="93"/>
                    <a:pt x="45" y="93"/>
                    <a:pt x="45" y="93"/>
                  </a:cubicBezTo>
                  <a:cubicBezTo>
                    <a:pt x="45" y="94"/>
                    <a:pt x="45" y="94"/>
                    <a:pt x="45" y="94"/>
                  </a:cubicBezTo>
                  <a:cubicBezTo>
                    <a:pt x="45" y="94"/>
                    <a:pt x="45" y="94"/>
                    <a:pt x="45" y="95"/>
                  </a:cubicBezTo>
                  <a:cubicBezTo>
                    <a:pt x="45" y="95"/>
                    <a:pt x="45" y="95"/>
                    <a:pt x="45" y="95"/>
                  </a:cubicBezTo>
                  <a:cubicBezTo>
                    <a:pt x="45" y="95"/>
                    <a:pt x="45" y="95"/>
                    <a:pt x="45" y="96"/>
                  </a:cubicBezTo>
                  <a:cubicBezTo>
                    <a:pt x="45" y="96"/>
                    <a:pt x="45" y="96"/>
                    <a:pt x="45" y="96"/>
                  </a:cubicBezTo>
                  <a:cubicBezTo>
                    <a:pt x="45" y="96"/>
                    <a:pt x="45" y="96"/>
                    <a:pt x="45" y="97"/>
                  </a:cubicBezTo>
                  <a:cubicBezTo>
                    <a:pt x="45" y="97"/>
                    <a:pt x="45" y="97"/>
                    <a:pt x="45" y="97"/>
                  </a:cubicBezTo>
                  <a:cubicBezTo>
                    <a:pt x="45" y="97"/>
                    <a:pt x="45" y="97"/>
                    <a:pt x="45" y="98"/>
                  </a:cubicBezTo>
                  <a:cubicBezTo>
                    <a:pt x="45" y="98"/>
                    <a:pt x="45" y="98"/>
                    <a:pt x="45" y="98"/>
                  </a:cubicBezTo>
                  <a:cubicBezTo>
                    <a:pt x="44" y="98"/>
                    <a:pt x="44" y="98"/>
                    <a:pt x="44" y="99"/>
                  </a:cubicBezTo>
                  <a:cubicBezTo>
                    <a:pt x="44" y="99"/>
                    <a:pt x="44" y="99"/>
                    <a:pt x="44" y="99"/>
                  </a:cubicBezTo>
                  <a:cubicBezTo>
                    <a:pt x="44" y="99"/>
                    <a:pt x="44" y="100"/>
                    <a:pt x="44" y="100"/>
                  </a:cubicBezTo>
                  <a:cubicBezTo>
                    <a:pt x="44" y="100"/>
                    <a:pt x="44" y="100"/>
                    <a:pt x="44" y="100"/>
                  </a:cubicBezTo>
                  <a:cubicBezTo>
                    <a:pt x="44" y="100"/>
                    <a:pt x="44" y="101"/>
                    <a:pt x="44" y="101"/>
                  </a:cubicBezTo>
                  <a:cubicBezTo>
                    <a:pt x="44" y="101"/>
                    <a:pt x="44" y="101"/>
                    <a:pt x="44" y="101"/>
                  </a:cubicBezTo>
                  <a:cubicBezTo>
                    <a:pt x="44" y="101"/>
                    <a:pt x="44" y="102"/>
                    <a:pt x="43" y="102"/>
                  </a:cubicBezTo>
                  <a:cubicBezTo>
                    <a:pt x="43" y="102"/>
                    <a:pt x="43" y="102"/>
                    <a:pt x="43" y="102"/>
                  </a:cubicBezTo>
                  <a:cubicBezTo>
                    <a:pt x="43" y="103"/>
                    <a:pt x="43" y="103"/>
                    <a:pt x="43" y="103"/>
                  </a:cubicBezTo>
                  <a:cubicBezTo>
                    <a:pt x="43" y="103"/>
                    <a:pt x="43" y="103"/>
                    <a:pt x="43" y="103"/>
                  </a:cubicBezTo>
                  <a:cubicBezTo>
                    <a:pt x="43" y="104"/>
                    <a:pt x="43" y="104"/>
                    <a:pt x="42" y="104"/>
                  </a:cubicBezTo>
                  <a:cubicBezTo>
                    <a:pt x="42" y="105"/>
                    <a:pt x="42" y="105"/>
                    <a:pt x="42" y="105"/>
                  </a:cubicBezTo>
                  <a:cubicBezTo>
                    <a:pt x="42" y="105"/>
                    <a:pt x="42" y="106"/>
                    <a:pt x="42" y="106"/>
                  </a:cubicBezTo>
                  <a:cubicBezTo>
                    <a:pt x="41" y="106"/>
                    <a:pt x="41" y="106"/>
                    <a:pt x="41" y="106"/>
                  </a:cubicBezTo>
                  <a:close/>
                  <a:moveTo>
                    <a:pt x="85" y="142"/>
                  </a:moveTo>
                  <a:cubicBezTo>
                    <a:pt x="86" y="144"/>
                    <a:pt x="86" y="144"/>
                    <a:pt x="86" y="144"/>
                  </a:cubicBezTo>
                  <a:cubicBezTo>
                    <a:pt x="86" y="144"/>
                    <a:pt x="86" y="144"/>
                    <a:pt x="87" y="144"/>
                  </a:cubicBezTo>
                  <a:cubicBezTo>
                    <a:pt x="87" y="144"/>
                    <a:pt x="87" y="144"/>
                    <a:pt x="87" y="144"/>
                  </a:cubicBezTo>
                  <a:cubicBezTo>
                    <a:pt x="87" y="144"/>
                    <a:pt x="87" y="144"/>
                    <a:pt x="87" y="144"/>
                  </a:cubicBezTo>
                  <a:cubicBezTo>
                    <a:pt x="87" y="144"/>
                    <a:pt x="87" y="144"/>
                    <a:pt x="87" y="144"/>
                  </a:cubicBezTo>
                  <a:cubicBezTo>
                    <a:pt x="87" y="144"/>
                    <a:pt x="87" y="144"/>
                    <a:pt x="87" y="144"/>
                  </a:cubicBezTo>
                  <a:cubicBezTo>
                    <a:pt x="87" y="144"/>
                    <a:pt x="87" y="144"/>
                    <a:pt x="87" y="144"/>
                  </a:cubicBezTo>
                  <a:cubicBezTo>
                    <a:pt x="87" y="144"/>
                    <a:pt x="87" y="144"/>
                    <a:pt x="87" y="144"/>
                  </a:cubicBezTo>
                  <a:cubicBezTo>
                    <a:pt x="87" y="144"/>
                    <a:pt x="87" y="144"/>
                    <a:pt x="87" y="144"/>
                  </a:cubicBezTo>
                  <a:cubicBezTo>
                    <a:pt x="88" y="144"/>
                    <a:pt x="88" y="144"/>
                    <a:pt x="88" y="144"/>
                  </a:cubicBezTo>
                  <a:cubicBezTo>
                    <a:pt x="88" y="144"/>
                    <a:pt x="89" y="144"/>
                    <a:pt x="89" y="144"/>
                  </a:cubicBezTo>
                  <a:cubicBezTo>
                    <a:pt x="89" y="144"/>
                    <a:pt x="90" y="144"/>
                    <a:pt x="90" y="143"/>
                  </a:cubicBezTo>
                  <a:cubicBezTo>
                    <a:pt x="91" y="143"/>
                    <a:pt x="91" y="142"/>
                    <a:pt x="91" y="142"/>
                  </a:cubicBezTo>
                  <a:cubicBezTo>
                    <a:pt x="91" y="142"/>
                    <a:pt x="91" y="142"/>
                    <a:pt x="91" y="142"/>
                  </a:cubicBezTo>
                  <a:cubicBezTo>
                    <a:pt x="91" y="142"/>
                    <a:pt x="91" y="142"/>
                    <a:pt x="91" y="142"/>
                  </a:cubicBezTo>
                  <a:cubicBezTo>
                    <a:pt x="91" y="142"/>
                    <a:pt x="91" y="142"/>
                    <a:pt x="92" y="143"/>
                  </a:cubicBezTo>
                  <a:cubicBezTo>
                    <a:pt x="93" y="144"/>
                    <a:pt x="94" y="147"/>
                    <a:pt x="94" y="151"/>
                  </a:cubicBezTo>
                  <a:cubicBezTo>
                    <a:pt x="83" y="151"/>
                    <a:pt x="83" y="151"/>
                    <a:pt x="83" y="151"/>
                  </a:cubicBezTo>
                  <a:cubicBezTo>
                    <a:pt x="83" y="149"/>
                    <a:pt x="83" y="144"/>
                    <a:pt x="85" y="142"/>
                  </a:cubicBezTo>
                  <a:cubicBezTo>
                    <a:pt x="85" y="142"/>
                    <a:pt x="85" y="142"/>
                    <a:pt x="85" y="142"/>
                  </a:cubicBezTo>
                  <a:close/>
                  <a:moveTo>
                    <a:pt x="63" y="63"/>
                  </a:moveTo>
                  <a:cubicBezTo>
                    <a:pt x="63" y="63"/>
                    <a:pt x="63" y="63"/>
                    <a:pt x="62" y="63"/>
                  </a:cubicBezTo>
                  <a:cubicBezTo>
                    <a:pt x="62" y="62"/>
                    <a:pt x="62" y="62"/>
                    <a:pt x="62" y="62"/>
                  </a:cubicBezTo>
                  <a:cubicBezTo>
                    <a:pt x="62" y="61"/>
                    <a:pt x="61" y="61"/>
                    <a:pt x="61" y="61"/>
                  </a:cubicBezTo>
                  <a:cubicBezTo>
                    <a:pt x="61" y="61"/>
                    <a:pt x="61" y="60"/>
                    <a:pt x="61" y="60"/>
                  </a:cubicBezTo>
                  <a:cubicBezTo>
                    <a:pt x="61" y="60"/>
                    <a:pt x="61" y="60"/>
                    <a:pt x="61" y="60"/>
                  </a:cubicBezTo>
                  <a:cubicBezTo>
                    <a:pt x="61" y="60"/>
                    <a:pt x="61" y="60"/>
                    <a:pt x="61" y="60"/>
                  </a:cubicBezTo>
                  <a:cubicBezTo>
                    <a:pt x="61" y="60"/>
                    <a:pt x="61" y="60"/>
                    <a:pt x="61" y="60"/>
                  </a:cubicBezTo>
                  <a:cubicBezTo>
                    <a:pt x="60" y="60"/>
                    <a:pt x="60" y="60"/>
                    <a:pt x="60" y="60"/>
                  </a:cubicBezTo>
                  <a:cubicBezTo>
                    <a:pt x="60" y="60"/>
                    <a:pt x="60" y="59"/>
                    <a:pt x="60" y="59"/>
                  </a:cubicBezTo>
                  <a:cubicBezTo>
                    <a:pt x="60" y="57"/>
                    <a:pt x="60" y="55"/>
                    <a:pt x="60" y="55"/>
                  </a:cubicBezTo>
                  <a:cubicBezTo>
                    <a:pt x="60" y="58"/>
                    <a:pt x="63" y="63"/>
                    <a:pt x="64" y="65"/>
                  </a:cubicBezTo>
                  <a:cubicBezTo>
                    <a:pt x="64" y="65"/>
                    <a:pt x="64" y="65"/>
                    <a:pt x="64" y="64"/>
                  </a:cubicBezTo>
                  <a:cubicBezTo>
                    <a:pt x="64" y="64"/>
                    <a:pt x="64" y="64"/>
                    <a:pt x="63" y="64"/>
                  </a:cubicBezTo>
                  <a:cubicBezTo>
                    <a:pt x="63" y="64"/>
                    <a:pt x="63" y="63"/>
                    <a:pt x="63" y="63"/>
                  </a:cubicBezTo>
                  <a:close/>
                  <a:moveTo>
                    <a:pt x="73" y="151"/>
                  </a:moveTo>
                  <a:cubicBezTo>
                    <a:pt x="73" y="153"/>
                    <a:pt x="73" y="153"/>
                    <a:pt x="73" y="153"/>
                  </a:cubicBezTo>
                  <a:cubicBezTo>
                    <a:pt x="71" y="153"/>
                    <a:pt x="71" y="153"/>
                    <a:pt x="71" y="153"/>
                  </a:cubicBezTo>
                  <a:cubicBezTo>
                    <a:pt x="71" y="161"/>
                    <a:pt x="71" y="161"/>
                    <a:pt x="71" y="161"/>
                  </a:cubicBezTo>
                  <a:cubicBezTo>
                    <a:pt x="71" y="160"/>
                    <a:pt x="71" y="160"/>
                    <a:pt x="71" y="160"/>
                  </a:cubicBezTo>
                  <a:cubicBezTo>
                    <a:pt x="71" y="160"/>
                    <a:pt x="71" y="160"/>
                    <a:pt x="71" y="160"/>
                  </a:cubicBezTo>
                  <a:cubicBezTo>
                    <a:pt x="71" y="160"/>
                    <a:pt x="71" y="160"/>
                    <a:pt x="71" y="160"/>
                  </a:cubicBezTo>
                  <a:cubicBezTo>
                    <a:pt x="69" y="155"/>
                    <a:pt x="68" y="151"/>
                    <a:pt x="67" y="147"/>
                  </a:cubicBezTo>
                  <a:cubicBezTo>
                    <a:pt x="67" y="147"/>
                    <a:pt x="66" y="145"/>
                    <a:pt x="66" y="142"/>
                  </a:cubicBezTo>
                  <a:cubicBezTo>
                    <a:pt x="66" y="142"/>
                    <a:pt x="66" y="142"/>
                    <a:pt x="66" y="142"/>
                  </a:cubicBezTo>
                  <a:cubicBezTo>
                    <a:pt x="66" y="142"/>
                    <a:pt x="66" y="142"/>
                    <a:pt x="66" y="142"/>
                  </a:cubicBezTo>
                  <a:cubicBezTo>
                    <a:pt x="66" y="142"/>
                    <a:pt x="66" y="141"/>
                    <a:pt x="66" y="141"/>
                  </a:cubicBezTo>
                  <a:cubicBezTo>
                    <a:pt x="66" y="141"/>
                    <a:pt x="66" y="141"/>
                    <a:pt x="66" y="141"/>
                  </a:cubicBezTo>
                  <a:cubicBezTo>
                    <a:pt x="66" y="141"/>
                    <a:pt x="66" y="141"/>
                    <a:pt x="66" y="141"/>
                  </a:cubicBezTo>
                  <a:cubicBezTo>
                    <a:pt x="66" y="141"/>
                    <a:pt x="66" y="141"/>
                    <a:pt x="66" y="141"/>
                  </a:cubicBezTo>
                  <a:cubicBezTo>
                    <a:pt x="66" y="141"/>
                    <a:pt x="66" y="141"/>
                    <a:pt x="66" y="141"/>
                  </a:cubicBezTo>
                  <a:cubicBezTo>
                    <a:pt x="66" y="140"/>
                    <a:pt x="66" y="140"/>
                    <a:pt x="66" y="140"/>
                  </a:cubicBezTo>
                  <a:cubicBezTo>
                    <a:pt x="66" y="140"/>
                    <a:pt x="66" y="140"/>
                    <a:pt x="66" y="139"/>
                  </a:cubicBezTo>
                  <a:cubicBezTo>
                    <a:pt x="65" y="139"/>
                    <a:pt x="65" y="139"/>
                    <a:pt x="65" y="139"/>
                  </a:cubicBezTo>
                  <a:cubicBezTo>
                    <a:pt x="65" y="139"/>
                    <a:pt x="65" y="138"/>
                    <a:pt x="65" y="138"/>
                  </a:cubicBezTo>
                  <a:cubicBezTo>
                    <a:pt x="65" y="138"/>
                    <a:pt x="65" y="138"/>
                    <a:pt x="65" y="137"/>
                  </a:cubicBezTo>
                  <a:cubicBezTo>
                    <a:pt x="65" y="137"/>
                    <a:pt x="65" y="137"/>
                    <a:pt x="65" y="137"/>
                  </a:cubicBezTo>
                  <a:cubicBezTo>
                    <a:pt x="65" y="137"/>
                    <a:pt x="65" y="136"/>
                    <a:pt x="65" y="136"/>
                  </a:cubicBezTo>
                  <a:cubicBezTo>
                    <a:pt x="65" y="136"/>
                    <a:pt x="65" y="136"/>
                    <a:pt x="65" y="135"/>
                  </a:cubicBezTo>
                  <a:cubicBezTo>
                    <a:pt x="65" y="135"/>
                    <a:pt x="65" y="135"/>
                    <a:pt x="65" y="135"/>
                  </a:cubicBezTo>
                  <a:cubicBezTo>
                    <a:pt x="65" y="134"/>
                    <a:pt x="65" y="134"/>
                    <a:pt x="65" y="134"/>
                  </a:cubicBezTo>
                  <a:cubicBezTo>
                    <a:pt x="65" y="134"/>
                    <a:pt x="65" y="133"/>
                    <a:pt x="65" y="133"/>
                  </a:cubicBezTo>
                  <a:cubicBezTo>
                    <a:pt x="65" y="133"/>
                    <a:pt x="65" y="133"/>
                    <a:pt x="65" y="132"/>
                  </a:cubicBezTo>
                  <a:cubicBezTo>
                    <a:pt x="65" y="132"/>
                    <a:pt x="65" y="132"/>
                    <a:pt x="64" y="132"/>
                  </a:cubicBezTo>
                  <a:cubicBezTo>
                    <a:pt x="64" y="131"/>
                    <a:pt x="64" y="131"/>
                    <a:pt x="64" y="131"/>
                  </a:cubicBezTo>
                  <a:cubicBezTo>
                    <a:pt x="64" y="131"/>
                    <a:pt x="64" y="130"/>
                    <a:pt x="64" y="130"/>
                  </a:cubicBezTo>
                  <a:cubicBezTo>
                    <a:pt x="64" y="130"/>
                    <a:pt x="64" y="130"/>
                    <a:pt x="64" y="129"/>
                  </a:cubicBezTo>
                  <a:cubicBezTo>
                    <a:pt x="64" y="129"/>
                    <a:pt x="64" y="129"/>
                    <a:pt x="64" y="128"/>
                  </a:cubicBezTo>
                  <a:cubicBezTo>
                    <a:pt x="64" y="128"/>
                    <a:pt x="64" y="128"/>
                    <a:pt x="64" y="128"/>
                  </a:cubicBezTo>
                  <a:cubicBezTo>
                    <a:pt x="64" y="127"/>
                    <a:pt x="64" y="127"/>
                    <a:pt x="64" y="127"/>
                  </a:cubicBezTo>
                  <a:cubicBezTo>
                    <a:pt x="65" y="130"/>
                    <a:pt x="67" y="130"/>
                    <a:pt x="67" y="130"/>
                  </a:cubicBezTo>
                  <a:cubicBezTo>
                    <a:pt x="67" y="130"/>
                    <a:pt x="67" y="130"/>
                    <a:pt x="67" y="130"/>
                  </a:cubicBezTo>
                  <a:cubicBezTo>
                    <a:pt x="67" y="130"/>
                    <a:pt x="67" y="130"/>
                    <a:pt x="67" y="130"/>
                  </a:cubicBezTo>
                  <a:cubicBezTo>
                    <a:pt x="66" y="126"/>
                    <a:pt x="66" y="126"/>
                    <a:pt x="66" y="126"/>
                  </a:cubicBezTo>
                  <a:cubicBezTo>
                    <a:pt x="67" y="127"/>
                    <a:pt x="68" y="127"/>
                    <a:pt x="68" y="127"/>
                  </a:cubicBezTo>
                  <a:cubicBezTo>
                    <a:pt x="69" y="127"/>
                    <a:pt x="69" y="127"/>
                    <a:pt x="69" y="127"/>
                  </a:cubicBezTo>
                  <a:cubicBezTo>
                    <a:pt x="64" y="121"/>
                    <a:pt x="64" y="121"/>
                    <a:pt x="64" y="121"/>
                  </a:cubicBezTo>
                  <a:cubicBezTo>
                    <a:pt x="64" y="121"/>
                    <a:pt x="64" y="121"/>
                    <a:pt x="64" y="121"/>
                  </a:cubicBezTo>
                  <a:cubicBezTo>
                    <a:pt x="64" y="121"/>
                    <a:pt x="64" y="121"/>
                    <a:pt x="64" y="121"/>
                  </a:cubicBezTo>
                  <a:cubicBezTo>
                    <a:pt x="64" y="121"/>
                    <a:pt x="64" y="120"/>
                    <a:pt x="64" y="120"/>
                  </a:cubicBezTo>
                  <a:cubicBezTo>
                    <a:pt x="64" y="120"/>
                    <a:pt x="64" y="120"/>
                    <a:pt x="64" y="120"/>
                  </a:cubicBezTo>
                  <a:cubicBezTo>
                    <a:pt x="64" y="120"/>
                    <a:pt x="64" y="120"/>
                    <a:pt x="64" y="120"/>
                  </a:cubicBezTo>
                  <a:cubicBezTo>
                    <a:pt x="64" y="120"/>
                    <a:pt x="63" y="119"/>
                    <a:pt x="63" y="119"/>
                  </a:cubicBezTo>
                  <a:cubicBezTo>
                    <a:pt x="63" y="119"/>
                    <a:pt x="63" y="119"/>
                    <a:pt x="63" y="118"/>
                  </a:cubicBezTo>
                  <a:cubicBezTo>
                    <a:pt x="63" y="118"/>
                    <a:pt x="63" y="118"/>
                    <a:pt x="63" y="118"/>
                  </a:cubicBezTo>
                  <a:cubicBezTo>
                    <a:pt x="63" y="117"/>
                    <a:pt x="63" y="117"/>
                    <a:pt x="63" y="117"/>
                  </a:cubicBezTo>
                  <a:cubicBezTo>
                    <a:pt x="63" y="116"/>
                    <a:pt x="63" y="116"/>
                    <a:pt x="63" y="116"/>
                  </a:cubicBezTo>
                  <a:cubicBezTo>
                    <a:pt x="63" y="116"/>
                    <a:pt x="63" y="115"/>
                    <a:pt x="63" y="115"/>
                  </a:cubicBezTo>
                  <a:cubicBezTo>
                    <a:pt x="63" y="115"/>
                    <a:pt x="63" y="114"/>
                    <a:pt x="63" y="114"/>
                  </a:cubicBezTo>
                  <a:cubicBezTo>
                    <a:pt x="63" y="114"/>
                    <a:pt x="63" y="114"/>
                    <a:pt x="63" y="113"/>
                  </a:cubicBezTo>
                  <a:cubicBezTo>
                    <a:pt x="63" y="113"/>
                    <a:pt x="63" y="113"/>
                    <a:pt x="63" y="113"/>
                  </a:cubicBezTo>
                  <a:cubicBezTo>
                    <a:pt x="63" y="112"/>
                    <a:pt x="63" y="112"/>
                    <a:pt x="63" y="112"/>
                  </a:cubicBezTo>
                  <a:cubicBezTo>
                    <a:pt x="63" y="111"/>
                    <a:pt x="63" y="111"/>
                    <a:pt x="63" y="111"/>
                  </a:cubicBezTo>
                  <a:cubicBezTo>
                    <a:pt x="63" y="111"/>
                    <a:pt x="63" y="110"/>
                    <a:pt x="63" y="110"/>
                  </a:cubicBezTo>
                  <a:cubicBezTo>
                    <a:pt x="63" y="110"/>
                    <a:pt x="63" y="110"/>
                    <a:pt x="63" y="109"/>
                  </a:cubicBezTo>
                  <a:cubicBezTo>
                    <a:pt x="85" y="126"/>
                    <a:pt x="85" y="126"/>
                    <a:pt x="85" y="126"/>
                  </a:cubicBezTo>
                  <a:cubicBezTo>
                    <a:pt x="85" y="137"/>
                    <a:pt x="85" y="137"/>
                    <a:pt x="85" y="137"/>
                  </a:cubicBezTo>
                  <a:cubicBezTo>
                    <a:pt x="84" y="137"/>
                    <a:pt x="84" y="137"/>
                    <a:pt x="84" y="137"/>
                  </a:cubicBezTo>
                  <a:cubicBezTo>
                    <a:pt x="83" y="137"/>
                    <a:pt x="83" y="137"/>
                    <a:pt x="83" y="137"/>
                  </a:cubicBezTo>
                  <a:cubicBezTo>
                    <a:pt x="83" y="137"/>
                    <a:pt x="83" y="137"/>
                    <a:pt x="83" y="137"/>
                  </a:cubicBezTo>
                  <a:cubicBezTo>
                    <a:pt x="83" y="137"/>
                    <a:pt x="83" y="137"/>
                    <a:pt x="83" y="137"/>
                  </a:cubicBezTo>
                  <a:cubicBezTo>
                    <a:pt x="85" y="142"/>
                    <a:pt x="85" y="142"/>
                    <a:pt x="85" y="142"/>
                  </a:cubicBezTo>
                  <a:cubicBezTo>
                    <a:pt x="85" y="142"/>
                    <a:pt x="85" y="142"/>
                    <a:pt x="85" y="142"/>
                  </a:cubicBezTo>
                  <a:cubicBezTo>
                    <a:pt x="83" y="144"/>
                    <a:pt x="82" y="149"/>
                    <a:pt x="82" y="151"/>
                  </a:cubicBezTo>
                  <a:lnTo>
                    <a:pt x="73" y="151"/>
                  </a:ln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185"/>
            <p:cNvSpPr>
              <a:spLocks/>
            </p:cNvSpPr>
            <p:nvPr/>
          </p:nvSpPr>
          <p:spPr bwMode="auto">
            <a:xfrm>
              <a:off x="3003551" y="4105275"/>
              <a:ext cx="87313" cy="269875"/>
            </a:xfrm>
            <a:custGeom>
              <a:avLst/>
              <a:gdLst>
                <a:gd name="T0" fmla="*/ 6 w 23"/>
                <a:gd name="T1" fmla="*/ 0 h 72"/>
                <a:gd name="T2" fmla="*/ 23 w 23"/>
                <a:gd name="T3" fmla="*/ 6 h 72"/>
                <a:gd name="T4" fmla="*/ 5 w 23"/>
                <a:gd name="T5" fmla="*/ 58 h 72"/>
                <a:gd name="T6" fmla="*/ 0 w 23"/>
                <a:gd name="T7" fmla="*/ 56 h 72"/>
                <a:gd name="T8" fmla="*/ 6 w 23"/>
                <a:gd name="T9" fmla="*/ 0 h 72"/>
              </a:gdLst>
              <a:ahLst/>
              <a:cxnLst>
                <a:cxn ang="0">
                  <a:pos x="T0" y="T1"/>
                </a:cxn>
                <a:cxn ang="0">
                  <a:pos x="T2" y="T3"/>
                </a:cxn>
                <a:cxn ang="0">
                  <a:pos x="T4" y="T5"/>
                </a:cxn>
                <a:cxn ang="0">
                  <a:pos x="T6" y="T7"/>
                </a:cxn>
                <a:cxn ang="0">
                  <a:pos x="T8" y="T9"/>
                </a:cxn>
              </a:cxnLst>
              <a:rect l="0" t="0" r="r" b="b"/>
              <a:pathLst>
                <a:path w="23" h="72">
                  <a:moveTo>
                    <a:pt x="6" y="0"/>
                  </a:moveTo>
                  <a:cubicBezTo>
                    <a:pt x="6" y="0"/>
                    <a:pt x="13" y="4"/>
                    <a:pt x="23" y="6"/>
                  </a:cubicBezTo>
                  <a:cubicBezTo>
                    <a:pt x="23" y="6"/>
                    <a:pt x="8" y="43"/>
                    <a:pt x="5" y="58"/>
                  </a:cubicBezTo>
                  <a:cubicBezTo>
                    <a:pt x="2" y="72"/>
                    <a:pt x="0" y="56"/>
                    <a:pt x="0" y="56"/>
                  </a:cubicBezTo>
                  <a:cubicBezTo>
                    <a:pt x="0" y="56"/>
                    <a:pt x="6" y="17"/>
                    <a:pt x="6" y="0"/>
                  </a:cubicBez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186"/>
            <p:cNvSpPr>
              <a:spLocks/>
            </p:cNvSpPr>
            <p:nvPr/>
          </p:nvSpPr>
          <p:spPr bwMode="auto">
            <a:xfrm>
              <a:off x="3259138" y="4105275"/>
              <a:ext cx="131763" cy="250825"/>
            </a:xfrm>
            <a:custGeom>
              <a:avLst/>
              <a:gdLst>
                <a:gd name="T0" fmla="*/ 0 w 35"/>
                <a:gd name="T1" fmla="*/ 4 h 67"/>
                <a:gd name="T2" fmla="*/ 17 w 35"/>
                <a:gd name="T3" fmla="*/ 0 h 67"/>
                <a:gd name="T4" fmla="*/ 30 w 35"/>
                <a:gd name="T5" fmla="*/ 53 h 67"/>
                <a:gd name="T6" fmla="*/ 25 w 35"/>
                <a:gd name="T7" fmla="*/ 54 h 67"/>
                <a:gd name="T8" fmla="*/ 0 w 35"/>
                <a:gd name="T9" fmla="*/ 4 h 67"/>
              </a:gdLst>
              <a:ahLst/>
              <a:cxnLst>
                <a:cxn ang="0">
                  <a:pos x="T0" y="T1"/>
                </a:cxn>
                <a:cxn ang="0">
                  <a:pos x="T2" y="T3"/>
                </a:cxn>
                <a:cxn ang="0">
                  <a:pos x="T4" y="T5"/>
                </a:cxn>
                <a:cxn ang="0">
                  <a:pos x="T6" y="T7"/>
                </a:cxn>
                <a:cxn ang="0">
                  <a:pos x="T8" y="T9"/>
                </a:cxn>
              </a:cxnLst>
              <a:rect l="0" t="0" r="r" b="b"/>
              <a:pathLst>
                <a:path w="35" h="67">
                  <a:moveTo>
                    <a:pt x="0" y="4"/>
                  </a:moveTo>
                  <a:cubicBezTo>
                    <a:pt x="0" y="4"/>
                    <a:pt x="8" y="3"/>
                    <a:pt x="17" y="0"/>
                  </a:cubicBezTo>
                  <a:cubicBezTo>
                    <a:pt x="17" y="0"/>
                    <a:pt x="25" y="39"/>
                    <a:pt x="30" y="53"/>
                  </a:cubicBezTo>
                  <a:cubicBezTo>
                    <a:pt x="35" y="67"/>
                    <a:pt x="25" y="54"/>
                    <a:pt x="25" y="54"/>
                  </a:cubicBezTo>
                  <a:cubicBezTo>
                    <a:pt x="25" y="54"/>
                    <a:pt x="9" y="19"/>
                    <a:pt x="0" y="4"/>
                  </a:cubicBez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 name="组合 6"/>
          <p:cNvGrpSpPr/>
          <p:nvPr/>
        </p:nvGrpSpPr>
        <p:grpSpPr>
          <a:xfrm>
            <a:off x="2367190" y="4668412"/>
            <a:ext cx="4273551" cy="1743075"/>
            <a:chOff x="585788" y="4127500"/>
            <a:chExt cx="4273551" cy="1743075"/>
          </a:xfrm>
        </p:grpSpPr>
        <p:sp>
          <p:nvSpPr>
            <p:cNvPr id="194" name="Freeform 187"/>
            <p:cNvSpPr>
              <a:spLocks/>
            </p:cNvSpPr>
            <p:nvPr/>
          </p:nvSpPr>
          <p:spPr bwMode="auto">
            <a:xfrm>
              <a:off x="3867151" y="4127500"/>
              <a:ext cx="992188" cy="1743075"/>
            </a:xfrm>
            <a:custGeom>
              <a:avLst/>
              <a:gdLst>
                <a:gd name="T0" fmla="*/ 0 w 625"/>
                <a:gd name="T1" fmla="*/ 0 h 1098"/>
                <a:gd name="T2" fmla="*/ 625 w 625"/>
                <a:gd name="T3" fmla="*/ 549 h 1098"/>
                <a:gd name="T4" fmla="*/ 0 w 625"/>
                <a:gd name="T5" fmla="*/ 1098 h 1098"/>
                <a:gd name="T6" fmla="*/ 0 w 625"/>
                <a:gd name="T7" fmla="*/ 0 h 1098"/>
              </a:gdLst>
              <a:ahLst/>
              <a:cxnLst>
                <a:cxn ang="0">
                  <a:pos x="T0" y="T1"/>
                </a:cxn>
                <a:cxn ang="0">
                  <a:pos x="T2" y="T3"/>
                </a:cxn>
                <a:cxn ang="0">
                  <a:pos x="T4" y="T5"/>
                </a:cxn>
                <a:cxn ang="0">
                  <a:pos x="T6" y="T7"/>
                </a:cxn>
              </a:cxnLst>
              <a:rect l="0" t="0" r="r" b="b"/>
              <a:pathLst>
                <a:path w="625" h="1098">
                  <a:moveTo>
                    <a:pt x="0" y="0"/>
                  </a:moveTo>
                  <a:lnTo>
                    <a:pt x="625" y="549"/>
                  </a:lnTo>
                  <a:lnTo>
                    <a:pt x="0" y="1098"/>
                  </a:lnTo>
                  <a:lnTo>
                    <a:pt x="0" y="0"/>
                  </a:ln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Rectangle 188"/>
            <p:cNvSpPr>
              <a:spLocks noChangeArrowheads="1"/>
            </p:cNvSpPr>
            <p:nvPr/>
          </p:nvSpPr>
          <p:spPr bwMode="auto">
            <a:xfrm>
              <a:off x="585788" y="4360863"/>
              <a:ext cx="3371850" cy="1277937"/>
            </a:xfrm>
            <a:prstGeom prst="rect">
              <a:avLst/>
            </a:pr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32" name="文本框 31"/>
          <p:cNvSpPr txBox="1"/>
          <p:nvPr/>
        </p:nvSpPr>
        <p:spPr>
          <a:xfrm>
            <a:off x="7324953" y="3829836"/>
            <a:ext cx="2856518" cy="830997"/>
          </a:xfrm>
          <a:prstGeom prst="rect">
            <a:avLst/>
          </a:prstGeom>
          <a:noFill/>
        </p:spPr>
        <p:txBody>
          <a:bodyPr wrap="square" rtlCol="0">
            <a:spAutoFit/>
          </a:bodyPr>
          <a:lstStyle/>
          <a:p>
            <a:pPr>
              <a:lnSpc>
                <a:spcPct val="120000"/>
              </a:lnSpc>
            </a:pPr>
            <a:r>
              <a:rPr lang="zh-CN" altLang="en-US" sz="2400" b="1" dirty="0">
                <a:solidFill>
                  <a:schemeClr val="bg1"/>
                </a:solidFill>
              </a:rPr>
              <a:t>添加标题</a:t>
            </a:r>
            <a:endParaRPr lang="en-US" altLang="zh-CN" sz="2400" b="1" dirty="0">
              <a:solidFill>
                <a:schemeClr val="bg1"/>
              </a:solidFill>
            </a:endParaRPr>
          </a:p>
          <a:p>
            <a:pPr>
              <a:lnSpc>
                <a:spcPct val="120000"/>
              </a:lnSpc>
            </a:pPr>
            <a:r>
              <a:rPr lang="zh-CN" altLang="en-US" sz="1600" dirty="0">
                <a:solidFill>
                  <a:schemeClr val="bg1"/>
                </a:solidFill>
              </a:rPr>
              <a:t>添加内容添加内容</a:t>
            </a:r>
          </a:p>
        </p:txBody>
      </p:sp>
      <p:sp>
        <p:nvSpPr>
          <p:cNvPr id="33" name="文本框 32"/>
          <p:cNvSpPr txBox="1"/>
          <p:nvPr/>
        </p:nvSpPr>
        <p:spPr>
          <a:xfrm>
            <a:off x="2518985" y="2570590"/>
            <a:ext cx="2856518" cy="830997"/>
          </a:xfrm>
          <a:prstGeom prst="rect">
            <a:avLst/>
          </a:prstGeom>
          <a:noFill/>
        </p:spPr>
        <p:txBody>
          <a:bodyPr wrap="square" rtlCol="0">
            <a:spAutoFit/>
          </a:bodyPr>
          <a:lstStyle/>
          <a:p>
            <a:pPr algn="r">
              <a:lnSpc>
                <a:spcPct val="120000"/>
              </a:lnSpc>
            </a:pPr>
            <a:r>
              <a:rPr lang="zh-CN" altLang="en-US" sz="2400" b="1" dirty="0">
                <a:solidFill>
                  <a:schemeClr val="bg1"/>
                </a:solidFill>
              </a:rPr>
              <a:t>添加标题</a:t>
            </a:r>
            <a:endParaRPr lang="en-US" altLang="zh-CN" sz="2400" b="1" dirty="0">
              <a:solidFill>
                <a:schemeClr val="bg1"/>
              </a:solidFill>
            </a:endParaRPr>
          </a:p>
          <a:p>
            <a:pPr algn="r">
              <a:lnSpc>
                <a:spcPct val="120000"/>
              </a:lnSpc>
            </a:pPr>
            <a:r>
              <a:rPr lang="zh-CN" altLang="en-US" sz="1600" dirty="0">
                <a:solidFill>
                  <a:schemeClr val="bg1"/>
                </a:solidFill>
              </a:rPr>
              <a:t>添加内容添加内容</a:t>
            </a:r>
          </a:p>
        </p:txBody>
      </p:sp>
      <p:sp>
        <p:nvSpPr>
          <p:cNvPr id="34" name="文本框 33"/>
          <p:cNvSpPr txBox="1"/>
          <p:nvPr/>
        </p:nvSpPr>
        <p:spPr>
          <a:xfrm>
            <a:off x="2518985" y="5124450"/>
            <a:ext cx="2856518" cy="830997"/>
          </a:xfrm>
          <a:prstGeom prst="rect">
            <a:avLst/>
          </a:prstGeom>
          <a:noFill/>
        </p:spPr>
        <p:txBody>
          <a:bodyPr wrap="square" rtlCol="0">
            <a:spAutoFit/>
          </a:bodyPr>
          <a:lstStyle/>
          <a:p>
            <a:pPr algn="r">
              <a:lnSpc>
                <a:spcPct val="120000"/>
              </a:lnSpc>
            </a:pPr>
            <a:r>
              <a:rPr lang="zh-CN" altLang="en-US" sz="2400" b="1" dirty="0">
                <a:solidFill>
                  <a:schemeClr val="bg1"/>
                </a:solidFill>
              </a:rPr>
              <a:t>添加标题</a:t>
            </a:r>
            <a:endParaRPr lang="en-US" altLang="zh-CN" sz="2400" b="1" dirty="0">
              <a:solidFill>
                <a:schemeClr val="bg1"/>
              </a:solidFill>
            </a:endParaRPr>
          </a:p>
          <a:p>
            <a:pPr algn="r">
              <a:lnSpc>
                <a:spcPct val="120000"/>
              </a:lnSpc>
            </a:pPr>
            <a:r>
              <a:rPr lang="zh-CN" altLang="en-US" sz="1600" dirty="0">
                <a:solidFill>
                  <a:schemeClr val="bg1"/>
                </a:solidFill>
              </a:rPr>
              <a:t>添加内容添加内容</a:t>
            </a:r>
          </a:p>
        </p:txBody>
      </p:sp>
      <p:sp>
        <p:nvSpPr>
          <p:cNvPr id="35" name="文本框 34"/>
          <p:cNvSpPr txBox="1"/>
          <p:nvPr/>
        </p:nvSpPr>
        <p:spPr>
          <a:xfrm>
            <a:off x="5336861" y="2496177"/>
            <a:ext cx="769762" cy="1138773"/>
          </a:xfrm>
          <a:prstGeom prst="rect">
            <a:avLst/>
          </a:prstGeom>
          <a:noFill/>
        </p:spPr>
        <p:txBody>
          <a:bodyPr wrap="none" rtlCol="0">
            <a:spAutoFit/>
          </a:bodyPr>
          <a:lstStyle/>
          <a:p>
            <a:pPr algn="ctr"/>
            <a:r>
              <a:rPr lang="en-US" altLang="zh-CN" sz="2000" dirty="0">
                <a:solidFill>
                  <a:schemeClr val="bg1"/>
                </a:solidFill>
                <a:latin typeface="Agency FB" panose="020B0503020202020204" pitchFamily="34" charset="0"/>
              </a:rPr>
              <a:t>OPTION</a:t>
            </a:r>
          </a:p>
          <a:p>
            <a:pPr algn="ctr"/>
            <a:r>
              <a:rPr lang="en-US" altLang="zh-CN" sz="4800" dirty="0">
                <a:solidFill>
                  <a:schemeClr val="bg1"/>
                </a:solidFill>
                <a:latin typeface="Impact" panose="020B0806030902050204" pitchFamily="34" charset="0"/>
              </a:rPr>
              <a:t>01</a:t>
            </a:r>
            <a:endParaRPr lang="zh-CN" altLang="en-US" sz="4800" dirty="0">
              <a:solidFill>
                <a:schemeClr val="bg1"/>
              </a:solidFill>
              <a:latin typeface="Impact" panose="020B0806030902050204" pitchFamily="34" charset="0"/>
            </a:endParaRPr>
          </a:p>
        </p:txBody>
      </p:sp>
      <p:sp>
        <p:nvSpPr>
          <p:cNvPr id="36" name="文本框 35"/>
          <p:cNvSpPr txBox="1"/>
          <p:nvPr/>
        </p:nvSpPr>
        <p:spPr>
          <a:xfrm>
            <a:off x="5332894" y="5013953"/>
            <a:ext cx="824265" cy="1138773"/>
          </a:xfrm>
          <a:prstGeom prst="rect">
            <a:avLst/>
          </a:prstGeom>
          <a:noFill/>
        </p:spPr>
        <p:txBody>
          <a:bodyPr wrap="none" rtlCol="0">
            <a:spAutoFit/>
          </a:bodyPr>
          <a:lstStyle/>
          <a:p>
            <a:pPr algn="ctr"/>
            <a:r>
              <a:rPr lang="en-US" altLang="zh-CN" sz="2000" dirty="0">
                <a:solidFill>
                  <a:schemeClr val="bg1"/>
                </a:solidFill>
                <a:latin typeface="Agency FB" panose="020B0503020202020204" pitchFamily="34" charset="0"/>
              </a:rPr>
              <a:t>OPTION</a:t>
            </a:r>
          </a:p>
          <a:p>
            <a:pPr algn="ctr"/>
            <a:r>
              <a:rPr lang="en-US" altLang="zh-CN" sz="4800" dirty="0">
                <a:solidFill>
                  <a:schemeClr val="bg1"/>
                </a:solidFill>
                <a:latin typeface="Impact" panose="020B0806030902050204" pitchFamily="34" charset="0"/>
              </a:rPr>
              <a:t>02</a:t>
            </a:r>
            <a:endParaRPr lang="zh-CN" altLang="en-US" sz="4800" dirty="0">
              <a:solidFill>
                <a:schemeClr val="bg1"/>
              </a:solidFill>
              <a:latin typeface="Impact" panose="020B0806030902050204" pitchFamily="34" charset="0"/>
            </a:endParaRPr>
          </a:p>
        </p:txBody>
      </p:sp>
      <p:sp>
        <p:nvSpPr>
          <p:cNvPr id="37" name="文本框 36"/>
          <p:cNvSpPr txBox="1"/>
          <p:nvPr/>
        </p:nvSpPr>
        <p:spPr>
          <a:xfrm>
            <a:off x="6567799" y="3783510"/>
            <a:ext cx="841897" cy="1138773"/>
          </a:xfrm>
          <a:prstGeom prst="rect">
            <a:avLst/>
          </a:prstGeom>
          <a:noFill/>
        </p:spPr>
        <p:txBody>
          <a:bodyPr wrap="none" rtlCol="0">
            <a:spAutoFit/>
          </a:bodyPr>
          <a:lstStyle/>
          <a:p>
            <a:pPr algn="ctr"/>
            <a:r>
              <a:rPr lang="en-US" altLang="zh-CN" sz="2000" dirty="0">
                <a:solidFill>
                  <a:schemeClr val="bg1"/>
                </a:solidFill>
                <a:latin typeface="Agency FB" panose="020B0503020202020204" pitchFamily="34" charset="0"/>
              </a:rPr>
              <a:t>OPTION</a:t>
            </a:r>
          </a:p>
          <a:p>
            <a:pPr algn="ctr"/>
            <a:r>
              <a:rPr lang="en-US" altLang="zh-CN" sz="4800" dirty="0">
                <a:solidFill>
                  <a:schemeClr val="bg1"/>
                </a:solidFill>
                <a:latin typeface="Impact" panose="020B0806030902050204" pitchFamily="34" charset="0"/>
              </a:rPr>
              <a:t>03</a:t>
            </a:r>
            <a:endParaRPr lang="zh-CN" altLang="en-US" sz="4800" dirty="0">
              <a:solidFill>
                <a:schemeClr val="bg1"/>
              </a:solidFill>
              <a:latin typeface="Impact" panose="020B0806030902050204" pitchFamily="34" charset="0"/>
            </a:endParaRPr>
          </a:p>
        </p:txBody>
      </p:sp>
      <p:sp>
        <p:nvSpPr>
          <p:cNvPr id="45"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三项并列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3246350303"/>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Oval 7"/>
          <p:cNvSpPr>
            <a:spLocks noChangeArrowheads="1"/>
          </p:cNvSpPr>
          <p:nvPr/>
        </p:nvSpPr>
        <p:spPr bwMode="auto">
          <a:xfrm>
            <a:off x="4772744" y="2458413"/>
            <a:ext cx="2440106" cy="2456455"/>
          </a:xfrm>
          <a:prstGeom prst="ellipse">
            <a:avLst/>
          </a:pr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Oval 8"/>
          <p:cNvSpPr>
            <a:spLocks noChangeArrowheads="1"/>
          </p:cNvSpPr>
          <p:nvPr/>
        </p:nvSpPr>
        <p:spPr bwMode="auto">
          <a:xfrm>
            <a:off x="2107838" y="2926406"/>
            <a:ext cx="1461203" cy="1469376"/>
          </a:xfrm>
          <a:prstGeom prst="ellipse">
            <a:avLst/>
          </a:pr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Oval 9"/>
          <p:cNvSpPr>
            <a:spLocks noChangeArrowheads="1"/>
          </p:cNvSpPr>
          <p:nvPr/>
        </p:nvSpPr>
        <p:spPr bwMode="auto">
          <a:xfrm>
            <a:off x="8588219" y="2942755"/>
            <a:ext cx="1479595" cy="1487770"/>
          </a:xfrm>
          <a:prstGeom prst="ellipse">
            <a:avLst/>
          </a:pr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三项并列</a:t>
            </a:r>
            <a:endParaRPr lang="zh-CN" altLang="zh-CN" sz="2800" b="1" dirty="0">
              <a:solidFill>
                <a:schemeClr val="tx1">
                  <a:lumMod val="65000"/>
                  <a:lumOff val="35000"/>
                </a:schemeClr>
              </a:solidFill>
            </a:endParaRPr>
          </a:p>
        </p:txBody>
      </p:sp>
      <p:sp>
        <p:nvSpPr>
          <p:cNvPr id="21" name="文本框 20"/>
          <p:cNvSpPr txBox="1"/>
          <p:nvPr/>
        </p:nvSpPr>
        <p:spPr>
          <a:xfrm>
            <a:off x="4139317" y="1058393"/>
            <a:ext cx="3913366"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22" name="Rectangle 58"/>
          <p:cNvSpPr/>
          <p:nvPr/>
        </p:nvSpPr>
        <p:spPr>
          <a:xfrm>
            <a:off x="3614043" y="1478661"/>
            <a:ext cx="4963915"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单击此处添加副标题</a:t>
            </a:r>
          </a:p>
        </p:txBody>
      </p:sp>
      <p:sp>
        <p:nvSpPr>
          <p:cNvPr id="23" name="文本框 22"/>
          <p:cNvSpPr txBox="1"/>
          <p:nvPr/>
        </p:nvSpPr>
        <p:spPr>
          <a:xfrm>
            <a:off x="8639555" y="4672652"/>
            <a:ext cx="2856518" cy="830997"/>
          </a:xfrm>
          <a:prstGeom prst="rect">
            <a:avLst/>
          </a:prstGeom>
          <a:noFill/>
        </p:spPr>
        <p:txBody>
          <a:bodyPr wrap="square" rtlCol="0">
            <a:spAutoFit/>
          </a:bodyPr>
          <a:lstStyle/>
          <a:p>
            <a:pPr>
              <a:lnSpc>
                <a:spcPct val="120000"/>
              </a:lnSpc>
            </a:pPr>
            <a:r>
              <a:rPr lang="zh-CN" altLang="en-US" sz="2400" b="1" dirty="0">
                <a:solidFill>
                  <a:srgbClr val="F8841D"/>
                </a:solidFill>
              </a:rPr>
              <a:t>添加标题</a:t>
            </a:r>
            <a:endParaRPr lang="en-US" altLang="zh-CN" sz="2400" b="1" dirty="0">
              <a:solidFill>
                <a:srgbClr val="F8841D"/>
              </a:solidFill>
            </a:endParaRPr>
          </a:p>
          <a:p>
            <a:pPr>
              <a:lnSpc>
                <a:spcPct val="120000"/>
              </a:lnSpc>
            </a:pPr>
            <a:r>
              <a:rPr lang="zh-CN" altLang="en-US" sz="1600" dirty="0">
                <a:solidFill>
                  <a:schemeClr val="tx1">
                    <a:lumMod val="65000"/>
                    <a:lumOff val="35000"/>
                  </a:schemeClr>
                </a:solidFill>
              </a:rPr>
              <a:t>添加内容添加内容</a:t>
            </a:r>
          </a:p>
        </p:txBody>
      </p:sp>
      <p:sp>
        <p:nvSpPr>
          <p:cNvPr id="24" name="文本框 23"/>
          <p:cNvSpPr txBox="1"/>
          <p:nvPr/>
        </p:nvSpPr>
        <p:spPr>
          <a:xfrm>
            <a:off x="489521" y="4672652"/>
            <a:ext cx="2856518" cy="830997"/>
          </a:xfrm>
          <a:prstGeom prst="rect">
            <a:avLst/>
          </a:prstGeom>
          <a:noFill/>
        </p:spPr>
        <p:txBody>
          <a:bodyPr wrap="square" rtlCol="0">
            <a:spAutoFit/>
          </a:bodyPr>
          <a:lstStyle/>
          <a:p>
            <a:pPr algn="r">
              <a:lnSpc>
                <a:spcPct val="120000"/>
              </a:lnSpc>
            </a:pPr>
            <a:r>
              <a:rPr lang="zh-CN" altLang="en-US" sz="2400" b="1" dirty="0">
                <a:solidFill>
                  <a:srgbClr val="5EC6D3"/>
                </a:solidFill>
              </a:rPr>
              <a:t>添加标题</a:t>
            </a:r>
            <a:endParaRPr lang="en-US" altLang="zh-CN" sz="2400" b="1" dirty="0">
              <a:solidFill>
                <a:srgbClr val="5EC6D3"/>
              </a:solidFill>
            </a:endParaRPr>
          </a:p>
          <a:p>
            <a:pPr algn="r">
              <a:lnSpc>
                <a:spcPct val="120000"/>
              </a:lnSpc>
            </a:pPr>
            <a:r>
              <a:rPr lang="zh-CN" altLang="en-US" sz="1600" dirty="0">
                <a:solidFill>
                  <a:schemeClr val="tx1">
                    <a:lumMod val="65000"/>
                    <a:lumOff val="35000"/>
                  </a:schemeClr>
                </a:solidFill>
              </a:rPr>
              <a:t>添加内容添加内容</a:t>
            </a:r>
          </a:p>
        </p:txBody>
      </p:sp>
      <p:sp>
        <p:nvSpPr>
          <p:cNvPr id="25" name="文本框 24"/>
          <p:cNvSpPr txBox="1"/>
          <p:nvPr/>
        </p:nvSpPr>
        <p:spPr>
          <a:xfrm>
            <a:off x="4667741" y="5244656"/>
            <a:ext cx="2856518" cy="830997"/>
          </a:xfrm>
          <a:prstGeom prst="rect">
            <a:avLst/>
          </a:prstGeom>
          <a:noFill/>
        </p:spPr>
        <p:txBody>
          <a:bodyPr wrap="square" rtlCol="0">
            <a:spAutoFit/>
          </a:bodyPr>
          <a:lstStyle/>
          <a:p>
            <a:pPr algn="ctr">
              <a:lnSpc>
                <a:spcPct val="120000"/>
              </a:lnSpc>
            </a:pPr>
            <a:r>
              <a:rPr lang="zh-CN" altLang="en-US" sz="2400" b="1" dirty="0">
                <a:solidFill>
                  <a:srgbClr val="546E7A"/>
                </a:solidFill>
              </a:rPr>
              <a:t>添加标题</a:t>
            </a:r>
            <a:endParaRPr lang="en-US" altLang="zh-CN" sz="2400" b="1" dirty="0">
              <a:solidFill>
                <a:srgbClr val="546E7A"/>
              </a:solidFill>
            </a:endParaRPr>
          </a:p>
          <a:p>
            <a:pPr algn="ctr">
              <a:lnSpc>
                <a:spcPct val="120000"/>
              </a:lnSpc>
            </a:pPr>
            <a:r>
              <a:rPr lang="zh-CN" altLang="en-US" sz="1600" dirty="0">
                <a:solidFill>
                  <a:schemeClr val="tx1">
                    <a:lumMod val="65000"/>
                    <a:lumOff val="35000"/>
                  </a:schemeClr>
                </a:solidFill>
              </a:rPr>
              <a:t>添加内容添加内容</a:t>
            </a:r>
          </a:p>
        </p:txBody>
      </p:sp>
      <p:grpSp>
        <p:nvGrpSpPr>
          <p:cNvPr id="26" name="组合 25"/>
          <p:cNvGrpSpPr/>
          <p:nvPr/>
        </p:nvGrpSpPr>
        <p:grpSpPr>
          <a:xfrm>
            <a:off x="8899839" y="3313416"/>
            <a:ext cx="856354" cy="693412"/>
            <a:chOff x="1722438" y="11113"/>
            <a:chExt cx="750888" cy="608013"/>
          </a:xfrm>
          <a:solidFill>
            <a:schemeClr val="bg1"/>
          </a:solidFill>
        </p:grpSpPr>
        <p:sp>
          <p:nvSpPr>
            <p:cNvPr id="27" name="Freeform 11"/>
            <p:cNvSpPr>
              <a:spLocks noEditPoints="1"/>
            </p:cNvSpPr>
            <p:nvPr/>
          </p:nvSpPr>
          <p:spPr bwMode="auto">
            <a:xfrm>
              <a:off x="1722438" y="103188"/>
              <a:ext cx="508000" cy="515938"/>
            </a:xfrm>
            <a:custGeom>
              <a:avLst/>
              <a:gdLst>
                <a:gd name="T0" fmla="*/ 0 w 135"/>
                <a:gd name="T1" fmla="*/ 68 h 135"/>
                <a:gd name="T2" fmla="*/ 135 w 135"/>
                <a:gd name="T3" fmla="*/ 68 h 135"/>
                <a:gd name="T4" fmla="*/ 47 w 135"/>
                <a:gd name="T5" fmla="*/ 16 h 135"/>
                <a:gd name="T6" fmla="*/ 20 w 135"/>
                <a:gd name="T7" fmla="*/ 38 h 135"/>
                <a:gd name="T8" fmla="*/ 18 w 135"/>
                <a:gd name="T9" fmla="*/ 42 h 135"/>
                <a:gd name="T10" fmla="*/ 32 w 135"/>
                <a:gd name="T11" fmla="*/ 66 h 135"/>
                <a:gd name="T12" fmla="*/ 18 w 135"/>
                <a:gd name="T13" fmla="*/ 42 h 135"/>
                <a:gd name="T14" fmla="*/ 12 w 135"/>
                <a:gd name="T15" fmla="*/ 71 h 135"/>
                <a:gd name="T16" fmla="*/ 35 w 135"/>
                <a:gd name="T17" fmla="*/ 95 h 135"/>
                <a:gd name="T18" fmla="*/ 21 w 135"/>
                <a:gd name="T19" fmla="*/ 99 h 135"/>
                <a:gd name="T20" fmla="*/ 48 w 135"/>
                <a:gd name="T21" fmla="*/ 120 h 135"/>
                <a:gd name="T22" fmla="*/ 63 w 135"/>
                <a:gd name="T23" fmla="*/ 123 h 135"/>
                <a:gd name="T24" fmla="*/ 63 w 135"/>
                <a:gd name="T25" fmla="*/ 99 h 135"/>
                <a:gd name="T26" fmla="*/ 63 w 135"/>
                <a:gd name="T27" fmla="*/ 95 h 135"/>
                <a:gd name="T28" fmla="*/ 40 w 135"/>
                <a:gd name="T29" fmla="*/ 71 h 135"/>
                <a:gd name="T30" fmla="*/ 63 w 135"/>
                <a:gd name="T31" fmla="*/ 95 h 135"/>
                <a:gd name="T32" fmla="*/ 40 w 135"/>
                <a:gd name="T33" fmla="*/ 66 h 135"/>
                <a:gd name="T34" fmla="*/ 63 w 135"/>
                <a:gd name="T35" fmla="*/ 42 h 135"/>
                <a:gd name="T36" fmla="*/ 63 w 135"/>
                <a:gd name="T37" fmla="*/ 38 h 135"/>
                <a:gd name="T38" fmla="*/ 63 w 135"/>
                <a:gd name="T39" fmla="*/ 12 h 135"/>
                <a:gd name="T40" fmla="*/ 63 w 135"/>
                <a:gd name="T41" fmla="*/ 38 h 135"/>
                <a:gd name="T42" fmla="*/ 123 w 135"/>
                <a:gd name="T43" fmla="*/ 66 h 135"/>
                <a:gd name="T44" fmla="*/ 101 w 135"/>
                <a:gd name="T45" fmla="*/ 42 h 135"/>
                <a:gd name="T46" fmla="*/ 115 w 135"/>
                <a:gd name="T47" fmla="*/ 38 h 135"/>
                <a:gd name="T48" fmla="*/ 88 w 135"/>
                <a:gd name="T49" fmla="*/ 15 h 135"/>
                <a:gd name="T50" fmla="*/ 72 w 135"/>
                <a:gd name="T51" fmla="*/ 12 h 135"/>
                <a:gd name="T52" fmla="*/ 90 w 135"/>
                <a:gd name="T53" fmla="*/ 38 h 135"/>
                <a:gd name="T54" fmla="*/ 72 w 135"/>
                <a:gd name="T55" fmla="*/ 12 h 135"/>
                <a:gd name="T56" fmla="*/ 92 w 135"/>
                <a:gd name="T57" fmla="*/ 42 h 135"/>
                <a:gd name="T58" fmla="*/ 72 w 135"/>
                <a:gd name="T59" fmla="*/ 66 h 135"/>
                <a:gd name="T60" fmla="*/ 72 w 135"/>
                <a:gd name="T61" fmla="*/ 71 h 135"/>
                <a:gd name="T62" fmla="*/ 91 w 135"/>
                <a:gd name="T63" fmla="*/ 95 h 135"/>
                <a:gd name="T64" fmla="*/ 72 w 135"/>
                <a:gd name="T65" fmla="*/ 71 h 135"/>
                <a:gd name="T66" fmla="*/ 72 w 135"/>
                <a:gd name="T67" fmla="*/ 99 h 135"/>
                <a:gd name="T68" fmla="*/ 72 w 135"/>
                <a:gd name="T69" fmla="*/ 123 h 135"/>
                <a:gd name="T70" fmla="*/ 99 w 135"/>
                <a:gd name="T71" fmla="*/ 99 h 135"/>
                <a:gd name="T72" fmla="*/ 87 w 135"/>
                <a:gd name="T73" fmla="*/ 120 h 135"/>
                <a:gd name="T74" fmla="*/ 100 w 135"/>
                <a:gd name="T75" fmla="*/ 95 h 135"/>
                <a:gd name="T76" fmla="*/ 123 w 135"/>
                <a:gd name="T77" fmla="*/ 71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5" h="135">
                  <a:moveTo>
                    <a:pt x="68" y="0"/>
                  </a:moveTo>
                  <a:cubicBezTo>
                    <a:pt x="30" y="0"/>
                    <a:pt x="0" y="30"/>
                    <a:pt x="0" y="68"/>
                  </a:cubicBezTo>
                  <a:cubicBezTo>
                    <a:pt x="0" y="105"/>
                    <a:pt x="30" y="135"/>
                    <a:pt x="68" y="135"/>
                  </a:cubicBezTo>
                  <a:cubicBezTo>
                    <a:pt x="105" y="135"/>
                    <a:pt x="135" y="105"/>
                    <a:pt x="135" y="68"/>
                  </a:cubicBezTo>
                  <a:cubicBezTo>
                    <a:pt x="135" y="30"/>
                    <a:pt x="105" y="0"/>
                    <a:pt x="68" y="0"/>
                  </a:cubicBezTo>
                  <a:close/>
                  <a:moveTo>
                    <a:pt x="47" y="16"/>
                  </a:moveTo>
                  <a:cubicBezTo>
                    <a:pt x="42" y="21"/>
                    <a:pt x="38" y="28"/>
                    <a:pt x="35" y="38"/>
                  </a:cubicBezTo>
                  <a:cubicBezTo>
                    <a:pt x="20" y="38"/>
                    <a:pt x="20" y="38"/>
                    <a:pt x="20" y="38"/>
                  </a:cubicBezTo>
                  <a:cubicBezTo>
                    <a:pt x="26" y="28"/>
                    <a:pt x="36" y="20"/>
                    <a:pt x="47" y="16"/>
                  </a:cubicBezTo>
                  <a:close/>
                  <a:moveTo>
                    <a:pt x="18" y="42"/>
                  </a:moveTo>
                  <a:cubicBezTo>
                    <a:pt x="34" y="42"/>
                    <a:pt x="34" y="42"/>
                    <a:pt x="34" y="42"/>
                  </a:cubicBezTo>
                  <a:cubicBezTo>
                    <a:pt x="33" y="49"/>
                    <a:pt x="32" y="57"/>
                    <a:pt x="32" y="66"/>
                  </a:cubicBezTo>
                  <a:cubicBezTo>
                    <a:pt x="12" y="66"/>
                    <a:pt x="12" y="66"/>
                    <a:pt x="12" y="66"/>
                  </a:cubicBezTo>
                  <a:cubicBezTo>
                    <a:pt x="12" y="58"/>
                    <a:pt x="14" y="50"/>
                    <a:pt x="18" y="42"/>
                  </a:cubicBezTo>
                  <a:close/>
                  <a:moveTo>
                    <a:pt x="19" y="95"/>
                  </a:moveTo>
                  <a:cubicBezTo>
                    <a:pt x="15" y="87"/>
                    <a:pt x="12" y="79"/>
                    <a:pt x="12" y="71"/>
                  </a:cubicBezTo>
                  <a:cubicBezTo>
                    <a:pt x="32" y="71"/>
                    <a:pt x="32" y="71"/>
                    <a:pt x="32" y="71"/>
                  </a:cubicBezTo>
                  <a:cubicBezTo>
                    <a:pt x="32" y="80"/>
                    <a:pt x="33" y="88"/>
                    <a:pt x="35" y="95"/>
                  </a:cubicBezTo>
                  <a:lnTo>
                    <a:pt x="19" y="95"/>
                  </a:lnTo>
                  <a:close/>
                  <a:moveTo>
                    <a:pt x="21" y="99"/>
                  </a:moveTo>
                  <a:cubicBezTo>
                    <a:pt x="36" y="99"/>
                    <a:pt x="36" y="99"/>
                    <a:pt x="36" y="99"/>
                  </a:cubicBezTo>
                  <a:cubicBezTo>
                    <a:pt x="39" y="108"/>
                    <a:pt x="44" y="115"/>
                    <a:pt x="48" y="120"/>
                  </a:cubicBezTo>
                  <a:cubicBezTo>
                    <a:pt x="37" y="116"/>
                    <a:pt x="28" y="109"/>
                    <a:pt x="21" y="99"/>
                  </a:cubicBezTo>
                  <a:close/>
                  <a:moveTo>
                    <a:pt x="63" y="123"/>
                  </a:moveTo>
                  <a:cubicBezTo>
                    <a:pt x="58" y="119"/>
                    <a:pt x="51" y="112"/>
                    <a:pt x="45" y="99"/>
                  </a:cubicBezTo>
                  <a:cubicBezTo>
                    <a:pt x="63" y="99"/>
                    <a:pt x="63" y="99"/>
                    <a:pt x="63" y="99"/>
                  </a:cubicBezTo>
                  <a:lnTo>
                    <a:pt x="63" y="123"/>
                  </a:lnTo>
                  <a:close/>
                  <a:moveTo>
                    <a:pt x="63" y="95"/>
                  </a:moveTo>
                  <a:cubicBezTo>
                    <a:pt x="44" y="95"/>
                    <a:pt x="44" y="95"/>
                    <a:pt x="44" y="95"/>
                  </a:cubicBezTo>
                  <a:cubicBezTo>
                    <a:pt x="42" y="88"/>
                    <a:pt x="40" y="80"/>
                    <a:pt x="40" y="71"/>
                  </a:cubicBezTo>
                  <a:cubicBezTo>
                    <a:pt x="63" y="71"/>
                    <a:pt x="63" y="71"/>
                    <a:pt x="63" y="71"/>
                  </a:cubicBezTo>
                  <a:lnTo>
                    <a:pt x="63" y="95"/>
                  </a:lnTo>
                  <a:close/>
                  <a:moveTo>
                    <a:pt x="63" y="66"/>
                  </a:moveTo>
                  <a:cubicBezTo>
                    <a:pt x="40" y="66"/>
                    <a:pt x="40" y="66"/>
                    <a:pt x="40" y="66"/>
                  </a:cubicBezTo>
                  <a:cubicBezTo>
                    <a:pt x="40" y="57"/>
                    <a:pt x="41" y="49"/>
                    <a:pt x="43" y="42"/>
                  </a:cubicBezTo>
                  <a:cubicBezTo>
                    <a:pt x="63" y="42"/>
                    <a:pt x="63" y="42"/>
                    <a:pt x="63" y="42"/>
                  </a:cubicBezTo>
                  <a:lnTo>
                    <a:pt x="63" y="66"/>
                  </a:lnTo>
                  <a:close/>
                  <a:moveTo>
                    <a:pt x="63" y="38"/>
                  </a:moveTo>
                  <a:cubicBezTo>
                    <a:pt x="44" y="38"/>
                    <a:pt x="44" y="38"/>
                    <a:pt x="44" y="38"/>
                  </a:cubicBezTo>
                  <a:cubicBezTo>
                    <a:pt x="49" y="24"/>
                    <a:pt x="57" y="16"/>
                    <a:pt x="63" y="12"/>
                  </a:cubicBezTo>
                  <a:cubicBezTo>
                    <a:pt x="63" y="12"/>
                    <a:pt x="63" y="12"/>
                    <a:pt x="63" y="12"/>
                  </a:cubicBezTo>
                  <a:lnTo>
                    <a:pt x="63" y="38"/>
                  </a:lnTo>
                  <a:close/>
                  <a:moveTo>
                    <a:pt x="117" y="42"/>
                  </a:moveTo>
                  <a:cubicBezTo>
                    <a:pt x="121" y="50"/>
                    <a:pt x="123" y="58"/>
                    <a:pt x="123" y="66"/>
                  </a:cubicBezTo>
                  <a:cubicBezTo>
                    <a:pt x="103" y="66"/>
                    <a:pt x="103" y="66"/>
                    <a:pt x="103" y="66"/>
                  </a:cubicBezTo>
                  <a:cubicBezTo>
                    <a:pt x="103" y="57"/>
                    <a:pt x="102" y="49"/>
                    <a:pt x="101" y="42"/>
                  </a:cubicBezTo>
                  <a:lnTo>
                    <a:pt x="117" y="42"/>
                  </a:lnTo>
                  <a:close/>
                  <a:moveTo>
                    <a:pt x="115" y="38"/>
                  </a:moveTo>
                  <a:cubicBezTo>
                    <a:pt x="99" y="38"/>
                    <a:pt x="99" y="38"/>
                    <a:pt x="99" y="38"/>
                  </a:cubicBezTo>
                  <a:cubicBezTo>
                    <a:pt x="97" y="28"/>
                    <a:pt x="92" y="21"/>
                    <a:pt x="88" y="15"/>
                  </a:cubicBezTo>
                  <a:cubicBezTo>
                    <a:pt x="99" y="20"/>
                    <a:pt x="109" y="28"/>
                    <a:pt x="115" y="38"/>
                  </a:cubicBezTo>
                  <a:close/>
                  <a:moveTo>
                    <a:pt x="72" y="12"/>
                  </a:moveTo>
                  <a:cubicBezTo>
                    <a:pt x="72" y="12"/>
                    <a:pt x="72" y="12"/>
                    <a:pt x="72" y="12"/>
                  </a:cubicBezTo>
                  <a:cubicBezTo>
                    <a:pt x="78" y="16"/>
                    <a:pt x="86" y="24"/>
                    <a:pt x="90" y="38"/>
                  </a:cubicBezTo>
                  <a:cubicBezTo>
                    <a:pt x="72" y="38"/>
                    <a:pt x="72" y="38"/>
                    <a:pt x="72" y="38"/>
                  </a:cubicBezTo>
                  <a:lnTo>
                    <a:pt x="72" y="12"/>
                  </a:lnTo>
                  <a:close/>
                  <a:moveTo>
                    <a:pt x="72" y="42"/>
                  </a:moveTo>
                  <a:cubicBezTo>
                    <a:pt x="92" y="42"/>
                    <a:pt x="92" y="42"/>
                    <a:pt x="92" y="42"/>
                  </a:cubicBezTo>
                  <a:cubicBezTo>
                    <a:pt x="94" y="49"/>
                    <a:pt x="95" y="57"/>
                    <a:pt x="95" y="66"/>
                  </a:cubicBezTo>
                  <a:cubicBezTo>
                    <a:pt x="72" y="66"/>
                    <a:pt x="72" y="66"/>
                    <a:pt x="72" y="66"/>
                  </a:cubicBezTo>
                  <a:lnTo>
                    <a:pt x="72" y="42"/>
                  </a:lnTo>
                  <a:close/>
                  <a:moveTo>
                    <a:pt x="72" y="71"/>
                  </a:moveTo>
                  <a:cubicBezTo>
                    <a:pt x="95" y="71"/>
                    <a:pt x="95" y="71"/>
                    <a:pt x="95" y="71"/>
                  </a:cubicBezTo>
                  <a:cubicBezTo>
                    <a:pt x="94" y="80"/>
                    <a:pt x="93" y="88"/>
                    <a:pt x="91" y="95"/>
                  </a:cubicBezTo>
                  <a:cubicBezTo>
                    <a:pt x="72" y="95"/>
                    <a:pt x="72" y="95"/>
                    <a:pt x="72" y="95"/>
                  </a:cubicBezTo>
                  <a:lnTo>
                    <a:pt x="72" y="71"/>
                  </a:lnTo>
                  <a:close/>
                  <a:moveTo>
                    <a:pt x="72" y="123"/>
                  </a:moveTo>
                  <a:cubicBezTo>
                    <a:pt x="72" y="99"/>
                    <a:pt x="72" y="99"/>
                    <a:pt x="72" y="99"/>
                  </a:cubicBezTo>
                  <a:cubicBezTo>
                    <a:pt x="89" y="99"/>
                    <a:pt x="89" y="99"/>
                    <a:pt x="89" y="99"/>
                  </a:cubicBezTo>
                  <a:cubicBezTo>
                    <a:pt x="84" y="112"/>
                    <a:pt x="77" y="119"/>
                    <a:pt x="72" y="123"/>
                  </a:cubicBezTo>
                  <a:close/>
                  <a:moveTo>
                    <a:pt x="87" y="120"/>
                  </a:moveTo>
                  <a:cubicBezTo>
                    <a:pt x="91" y="115"/>
                    <a:pt x="95" y="108"/>
                    <a:pt x="99" y="99"/>
                  </a:cubicBezTo>
                  <a:cubicBezTo>
                    <a:pt x="114" y="99"/>
                    <a:pt x="114" y="99"/>
                    <a:pt x="114" y="99"/>
                  </a:cubicBezTo>
                  <a:cubicBezTo>
                    <a:pt x="107" y="109"/>
                    <a:pt x="98" y="116"/>
                    <a:pt x="87" y="120"/>
                  </a:cubicBezTo>
                  <a:close/>
                  <a:moveTo>
                    <a:pt x="116" y="95"/>
                  </a:moveTo>
                  <a:cubicBezTo>
                    <a:pt x="100" y="95"/>
                    <a:pt x="100" y="95"/>
                    <a:pt x="100" y="95"/>
                  </a:cubicBezTo>
                  <a:cubicBezTo>
                    <a:pt x="102" y="88"/>
                    <a:pt x="103" y="80"/>
                    <a:pt x="103" y="71"/>
                  </a:cubicBezTo>
                  <a:cubicBezTo>
                    <a:pt x="123" y="71"/>
                    <a:pt x="123" y="71"/>
                    <a:pt x="123" y="71"/>
                  </a:cubicBezTo>
                  <a:cubicBezTo>
                    <a:pt x="123" y="79"/>
                    <a:pt x="121" y="87"/>
                    <a:pt x="116" y="9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12"/>
            <p:cNvSpPr>
              <a:spLocks noEditPoints="1"/>
            </p:cNvSpPr>
            <p:nvPr/>
          </p:nvSpPr>
          <p:spPr bwMode="auto">
            <a:xfrm>
              <a:off x="2030413" y="11113"/>
              <a:ext cx="442913" cy="515938"/>
            </a:xfrm>
            <a:custGeom>
              <a:avLst/>
              <a:gdLst>
                <a:gd name="T0" fmla="*/ 51 w 118"/>
                <a:gd name="T1" fmla="*/ 0 h 135"/>
                <a:gd name="T2" fmla="*/ 0 w 118"/>
                <a:gd name="T3" fmla="*/ 24 h 135"/>
                <a:gd name="T4" fmla="*/ 12 w 118"/>
                <a:gd name="T5" fmla="*/ 27 h 135"/>
                <a:gd name="T6" fmla="*/ 30 w 118"/>
                <a:gd name="T7" fmla="*/ 16 h 135"/>
                <a:gd name="T8" fmla="*/ 21 w 118"/>
                <a:gd name="T9" fmla="*/ 32 h 135"/>
                <a:gd name="T10" fmla="*/ 28 w 118"/>
                <a:gd name="T11" fmla="*/ 37 h 135"/>
                <a:gd name="T12" fmla="*/ 46 w 118"/>
                <a:gd name="T13" fmla="*/ 12 h 135"/>
                <a:gd name="T14" fmla="*/ 47 w 118"/>
                <a:gd name="T15" fmla="*/ 12 h 135"/>
                <a:gd name="T16" fmla="*/ 47 w 118"/>
                <a:gd name="T17" fmla="*/ 38 h 135"/>
                <a:gd name="T18" fmla="*/ 30 w 118"/>
                <a:gd name="T19" fmla="*/ 38 h 135"/>
                <a:gd name="T20" fmla="*/ 35 w 118"/>
                <a:gd name="T21" fmla="*/ 42 h 135"/>
                <a:gd name="T22" fmla="*/ 47 w 118"/>
                <a:gd name="T23" fmla="*/ 42 h 135"/>
                <a:gd name="T24" fmla="*/ 47 w 118"/>
                <a:gd name="T25" fmla="*/ 58 h 135"/>
                <a:gd name="T26" fmla="*/ 55 w 118"/>
                <a:gd name="T27" fmla="*/ 82 h 135"/>
                <a:gd name="T28" fmla="*/ 55 w 118"/>
                <a:gd name="T29" fmla="*/ 71 h 135"/>
                <a:gd name="T30" fmla="*/ 78 w 118"/>
                <a:gd name="T31" fmla="*/ 71 h 135"/>
                <a:gd name="T32" fmla="*/ 74 w 118"/>
                <a:gd name="T33" fmla="*/ 95 h 135"/>
                <a:gd name="T34" fmla="*/ 56 w 118"/>
                <a:gd name="T35" fmla="*/ 95 h 135"/>
                <a:gd name="T36" fmla="*/ 56 w 118"/>
                <a:gd name="T37" fmla="*/ 99 h 135"/>
                <a:gd name="T38" fmla="*/ 73 w 118"/>
                <a:gd name="T39" fmla="*/ 99 h 135"/>
                <a:gd name="T40" fmla="*/ 55 w 118"/>
                <a:gd name="T41" fmla="*/ 123 h 135"/>
                <a:gd name="T42" fmla="*/ 55 w 118"/>
                <a:gd name="T43" fmla="*/ 104 h 135"/>
                <a:gd name="T44" fmla="*/ 42 w 118"/>
                <a:gd name="T45" fmla="*/ 135 h 135"/>
                <a:gd name="T46" fmla="*/ 51 w 118"/>
                <a:gd name="T47" fmla="*/ 135 h 135"/>
                <a:gd name="T48" fmla="*/ 118 w 118"/>
                <a:gd name="T49" fmla="*/ 68 h 135"/>
                <a:gd name="T50" fmla="*/ 51 w 118"/>
                <a:gd name="T51" fmla="*/ 0 h 135"/>
                <a:gd name="T52" fmla="*/ 101 w 118"/>
                <a:gd name="T53" fmla="*/ 42 h 135"/>
                <a:gd name="T54" fmla="*/ 107 w 118"/>
                <a:gd name="T55" fmla="*/ 66 h 135"/>
                <a:gd name="T56" fmla="*/ 87 w 118"/>
                <a:gd name="T57" fmla="*/ 66 h 135"/>
                <a:gd name="T58" fmla="*/ 84 w 118"/>
                <a:gd name="T59" fmla="*/ 42 h 135"/>
                <a:gd name="T60" fmla="*/ 101 w 118"/>
                <a:gd name="T61" fmla="*/ 42 h 135"/>
                <a:gd name="T62" fmla="*/ 98 w 118"/>
                <a:gd name="T63" fmla="*/ 38 h 135"/>
                <a:gd name="T64" fmla="*/ 83 w 118"/>
                <a:gd name="T65" fmla="*/ 38 h 135"/>
                <a:gd name="T66" fmla="*/ 71 w 118"/>
                <a:gd name="T67" fmla="*/ 16 h 135"/>
                <a:gd name="T68" fmla="*/ 98 w 118"/>
                <a:gd name="T69" fmla="*/ 38 h 135"/>
                <a:gd name="T70" fmla="*/ 55 w 118"/>
                <a:gd name="T71" fmla="*/ 12 h 135"/>
                <a:gd name="T72" fmla="*/ 55 w 118"/>
                <a:gd name="T73" fmla="*/ 12 h 135"/>
                <a:gd name="T74" fmla="*/ 74 w 118"/>
                <a:gd name="T75" fmla="*/ 38 h 135"/>
                <a:gd name="T76" fmla="*/ 55 w 118"/>
                <a:gd name="T77" fmla="*/ 38 h 135"/>
                <a:gd name="T78" fmla="*/ 55 w 118"/>
                <a:gd name="T79" fmla="*/ 12 h 135"/>
                <a:gd name="T80" fmla="*/ 55 w 118"/>
                <a:gd name="T81" fmla="*/ 66 h 135"/>
                <a:gd name="T82" fmla="*/ 55 w 118"/>
                <a:gd name="T83" fmla="*/ 42 h 135"/>
                <a:gd name="T84" fmla="*/ 75 w 118"/>
                <a:gd name="T85" fmla="*/ 42 h 135"/>
                <a:gd name="T86" fmla="*/ 78 w 118"/>
                <a:gd name="T87" fmla="*/ 66 h 135"/>
                <a:gd name="T88" fmla="*/ 55 w 118"/>
                <a:gd name="T89" fmla="*/ 66 h 135"/>
                <a:gd name="T90" fmla="*/ 70 w 118"/>
                <a:gd name="T91" fmla="*/ 120 h 135"/>
                <a:gd name="T92" fmla="*/ 82 w 118"/>
                <a:gd name="T93" fmla="*/ 99 h 135"/>
                <a:gd name="T94" fmla="*/ 97 w 118"/>
                <a:gd name="T95" fmla="*/ 99 h 135"/>
                <a:gd name="T96" fmla="*/ 70 w 118"/>
                <a:gd name="T97" fmla="*/ 120 h 135"/>
                <a:gd name="T98" fmla="*/ 100 w 118"/>
                <a:gd name="T99" fmla="*/ 95 h 135"/>
                <a:gd name="T100" fmla="*/ 83 w 118"/>
                <a:gd name="T101" fmla="*/ 95 h 135"/>
                <a:gd name="T102" fmla="*/ 87 w 118"/>
                <a:gd name="T103" fmla="*/ 71 h 135"/>
                <a:gd name="T104" fmla="*/ 107 w 118"/>
                <a:gd name="T105" fmla="*/ 71 h 135"/>
                <a:gd name="T106" fmla="*/ 100 w 118"/>
                <a:gd name="T107" fmla="*/ 9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8" h="135">
                  <a:moveTo>
                    <a:pt x="51" y="0"/>
                  </a:moveTo>
                  <a:cubicBezTo>
                    <a:pt x="30" y="0"/>
                    <a:pt x="12" y="9"/>
                    <a:pt x="0" y="24"/>
                  </a:cubicBezTo>
                  <a:cubicBezTo>
                    <a:pt x="4" y="25"/>
                    <a:pt x="8" y="26"/>
                    <a:pt x="12" y="27"/>
                  </a:cubicBezTo>
                  <a:cubicBezTo>
                    <a:pt x="17" y="23"/>
                    <a:pt x="23" y="19"/>
                    <a:pt x="30" y="16"/>
                  </a:cubicBezTo>
                  <a:cubicBezTo>
                    <a:pt x="27" y="20"/>
                    <a:pt x="23" y="25"/>
                    <a:pt x="21" y="32"/>
                  </a:cubicBezTo>
                  <a:cubicBezTo>
                    <a:pt x="23" y="33"/>
                    <a:pt x="26" y="35"/>
                    <a:pt x="28" y="37"/>
                  </a:cubicBezTo>
                  <a:cubicBezTo>
                    <a:pt x="33" y="23"/>
                    <a:pt x="41" y="16"/>
                    <a:pt x="46" y="12"/>
                  </a:cubicBezTo>
                  <a:cubicBezTo>
                    <a:pt x="46" y="12"/>
                    <a:pt x="46" y="12"/>
                    <a:pt x="47" y="12"/>
                  </a:cubicBezTo>
                  <a:cubicBezTo>
                    <a:pt x="47" y="38"/>
                    <a:pt x="47" y="38"/>
                    <a:pt x="47" y="38"/>
                  </a:cubicBezTo>
                  <a:cubicBezTo>
                    <a:pt x="30" y="38"/>
                    <a:pt x="30" y="38"/>
                    <a:pt x="30" y="38"/>
                  </a:cubicBezTo>
                  <a:cubicBezTo>
                    <a:pt x="32" y="40"/>
                    <a:pt x="33" y="41"/>
                    <a:pt x="35" y="42"/>
                  </a:cubicBezTo>
                  <a:cubicBezTo>
                    <a:pt x="47" y="42"/>
                    <a:pt x="47" y="42"/>
                    <a:pt x="47" y="42"/>
                  </a:cubicBezTo>
                  <a:cubicBezTo>
                    <a:pt x="47" y="58"/>
                    <a:pt x="47" y="58"/>
                    <a:pt x="47" y="58"/>
                  </a:cubicBezTo>
                  <a:cubicBezTo>
                    <a:pt x="51" y="65"/>
                    <a:pt x="54" y="73"/>
                    <a:pt x="55" y="82"/>
                  </a:cubicBezTo>
                  <a:cubicBezTo>
                    <a:pt x="55" y="71"/>
                    <a:pt x="55" y="71"/>
                    <a:pt x="55" y="71"/>
                  </a:cubicBezTo>
                  <a:cubicBezTo>
                    <a:pt x="78" y="71"/>
                    <a:pt x="78" y="71"/>
                    <a:pt x="78" y="71"/>
                  </a:cubicBezTo>
                  <a:cubicBezTo>
                    <a:pt x="78" y="80"/>
                    <a:pt x="76" y="88"/>
                    <a:pt x="74" y="95"/>
                  </a:cubicBezTo>
                  <a:cubicBezTo>
                    <a:pt x="56" y="95"/>
                    <a:pt x="56" y="95"/>
                    <a:pt x="56" y="95"/>
                  </a:cubicBezTo>
                  <a:cubicBezTo>
                    <a:pt x="56" y="96"/>
                    <a:pt x="56" y="98"/>
                    <a:pt x="56" y="99"/>
                  </a:cubicBezTo>
                  <a:cubicBezTo>
                    <a:pt x="73" y="99"/>
                    <a:pt x="73" y="99"/>
                    <a:pt x="73" y="99"/>
                  </a:cubicBezTo>
                  <a:cubicBezTo>
                    <a:pt x="68" y="112"/>
                    <a:pt x="60" y="119"/>
                    <a:pt x="55" y="123"/>
                  </a:cubicBezTo>
                  <a:cubicBezTo>
                    <a:pt x="55" y="104"/>
                    <a:pt x="55" y="104"/>
                    <a:pt x="55" y="104"/>
                  </a:cubicBezTo>
                  <a:cubicBezTo>
                    <a:pt x="53" y="116"/>
                    <a:pt x="49" y="126"/>
                    <a:pt x="42" y="135"/>
                  </a:cubicBezTo>
                  <a:cubicBezTo>
                    <a:pt x="45" y="135"/>
                    <a:pt x="48" y="135"/>
                    <a:pt x="51" y="135"/>
                  </a:cubicBezTo>
                  <a:cubicBezTo>
                    <a:pt x="88" y="135"/>
                    <a:pt x="118" y="105"/>
                    <a:pt x="118" y="68"/>
                  </a:cubicBezTo>
                  <a:cubicBezTo>
                    <a:pt x="118" y="31"/>
                    <a:pt x="88" y="0"/>
                    <a:pt x="51" y="0"/>
                  </a:cubicBezTo>
                  <a:close/>
                  <a:moveTo>
                    <a:pt x="101" y="42"/>
                  </a:moveTo>
                  <a:cubicBezTo>
                    <a:pt x="104" y="50"/>
                    <a:pt x="107" y="58"/>
                    <a:pt x="107" y="66"/>
                  </a:cubicBezTo>
                  <a:cubicBezTo>
                    <a:pt x="87" y="66"/>
                    <a:pt x="87" y="66"/>
                    <a:pt x="87" y="66"/>
                  </a:cubicBezTo>
                  <a:cubicBezTo>
                    <a:pt x="87" y="57"/>
                    <a:pt x="85" y="49"/>
                    <a:pt x="84" y="42"/>
                  </a:cubicBezTo>
                  <a:lnTo>
                    <a:pt x="101" y="42"/>
                  </a:lnTo>
                  <a:close/>
                  <a:moveTo>
                    <a:pt x="98" y="38"/>
                  </a:moveTo>
                  <a:cubicBezTo>
                    <a:pt x="83" y="38"/>
                    <a:pt x="83" y="38"/>
                    <a:pt x="83" y="38"/>
                  </a:cubicBezTo>
                  <a:cubicBezTo>
                    <a:pt x="80" y="29"/>
                    <a:pt x="76" y="21"/>
                    <a:pt x="71" y="16"/>
                  </a:cubicBezTo>
                  <a:cubicBezTo>
                    <a:pt x="83" y="20"/>
                    <a:pt x="92" y="28"/>
                    <a:pt x="98" y="38"/>
                  </a:cubicBezTo>
                  <a:close/>
                  <a:moveTo>
                    <a:pt x="55" y="12"/>
                  </a:moveTo>
                  <a:cubicBezTo>
                    <a:pt x="55" y="12"/>
                    <a:pt x="55" y="12"/>
                    <a:pt x="55" y="12"/>
                  </a:cubicBezTo>
                  <a:cubicBezTo>
                    <a:pt x="61" y="16"/>
                    <a:pt x="69" y="24"/>
                    <a:pt x="74" y="38"/>
                  </a:cubicBezTo>
                  <a:cubicBezTo>
                    <a:pt x="55" y="38"/>
                    <a:pt x="55" y="38"/>
                    <a:pt x="55" y="38"/>
                  </a:cubicBezTo>
                  <a:lnTo>
                    <a:pt x="55" y="12"/>
                  </a:lnTo>
                  <a:close/>
                  <a:moveTo>
                    <a:pt x="55" y="66"/>
                  </a:moveTo>
                  <a:cubicBezTo>
                    <a:pt x="55" y="42"/>
                    <a:pt x="55" y="42"/>
                    <a:pt x="55" y="42"/>
                  </a:cubicBezTo>
                  <a:cubicBezTo>
                    <a:pt x="75" y="42"/>
                    <a:pt x="75" y="42"/>
                    <a:pt x="75" y="42"/>
                  </a:cubicBezTo>
                  <a:cubicBezTo>
                    <a:pt x="77" y="49"/>
                    <a:pt x="78" y="57"/>
                    <a:pt x="78" y="66"/>
                  </a:cubicBezTo>
                  <a:lnTo>
                    <a:pt x="55" y="66"/>
                  </a:lnTo>
                  <a:close/>
                  <a:moveTo>
                    <a:pt x="70" y="120"/>
                  </a:moveTo>
                  <a:cubicBezTo>
                    <a:pt x="74" y="115"/>
                    <a:pt x="79" y="108"/>
                    <a:pt x="82" y="99"/>
                  </a:cubicBezTo>
                  <a:cubicBezTo>
                    <a:pt x="97" y="99"/>
                    <a:pt x="97" y="99"/>
                    <a:pt x="97" y="99"/>
                  </a:cubicBezTo>
                  <a:cubicBezTo>
                    <a:pt x="91" y="109"/>
                    <a:pt x="81" y="116"/>
                    <a:pt x="70" y="120"/>
                  </a:cubicBezTo>
                  <a:close/>
                  <a:moveTo>
                    <a:pt x="100" y="95"/>
                  </a:moveTo>
                  <a:cubicBezTo>
                    <a:pt x="83" y="95"/>
                    <a:pt x="83" y="95"/>
                    <a:pt x="83" y="95"/>
                  </a:cubicBezTo>
                  <a:cubicBezTo>
                    <a:pt x="85" y="88"/>
                    <a:pt x="86" y="80"/>
                    <a:pt x="87" y="71"/>
                  </a:cubicBezTo>
                  <a:cubicBezTo>
                    <a:pt x="107" y="71"/>
                    <a:pt x="107" y="71"/>
                    <a:pt x="107" y="71"/>
                  </a:cubicBezTo>
                  <a:cubicBezTo>
                    <a:pt x="106" y="79"/>
                    <a:pt x="104" y="88"/>
                    <a:pt x="100" y="9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9" name="组合 28"/>
          <p:cNvGrpSpPr/>
          <p:nvPr/>
        </p:nvGrpSpPr>
        <p:grpSpPr>
          <a:xfrm>
            <a:off x="5343555" y="3086200"/>
            <a:ext cx="1310950" cy="1178624"/>
            <a:chOff x="3573463" y="14288"/>
            <a:chExt cx="676275" cy="608012"/>
          </a:xfrm>
          <a:solidFill>
            <a:schemeClr val="bg1"/>
          </a:solidFill>
        </p:grpSpPr>
        <p:sp>
          <p:nvSpPr>
            <p:cNvPr id="30" name="Freeform 13"/>
            <p:cNvSpPr>
              <a:spLocks noEditPoints="1"/>
            </p:cNvSpPr>
            <p:nvPr/>
          </p:nvSpPr>
          <p:spPr bwMode="auto">
            <a:xfrm>
              <a:off x="3649663" y="14288"/>
              <a:ext cx="566738" cy="542925"/>
            </a:xfrm>
            <a:custGeom>
              <a:avLst/>
              <a:gdLst>
                <a:gd name="T0" fmla="*/ 128 w 151"/>
                <a:gd name="T1" fmla="*/ 0 h 142"/>
                <a:gd name="T2" fmla="*/ 144 w 151"/>
                <a:gd name="T3" fmla="*/ 0 h 142"/>
                <a:gd name="T4" fmla="*/ 151 w 151"/>
                <a:gd name="T5" fmla="*/ 8 h 142"/>
                <a:gd name="T6" fmla="*/ 151 w 151"/>
                <a:gd name="T7" fmla="*/ 141 h 142"/>
                <a:gd name="T8" fmla="*/ 121 w 151"/>
                <a:gd name="T9" fmla="*/ 141 h 142"/>
                <a:gd name="T10" fmla="*/ 121 w 151"/>
                <a:gd name="T11" fmla="*/ 8 h 142"/>
                <a:gd name="T12" fmla="*/ 128 w 151"/>
                <a:gd name="T13" fmla="*/ 0 h 142"/>
                <a:gd name="T14" fmla="*/ 87 w 151"/>
                <a:gd name="T15" fmla="*/ 58 h 142"/>
                <a:gd name="T16" fmla="*/ 104 w 151"/>
                <a:gd name="T17" fmla="*/ 58 h 142"/>
                <a:gd name="T18" fmla="*/ 111 w 151"/>
                <a:gd name="T19" fmla="*/ 66 h 142"/>
                <a:gd name="T20" fmla="*/ 111 w 151"/>
                <a:gd name="T21" fmla="*/ 141 h 142"/>
                <a:gd name="T22" fmla="*/ 80 w 151"/>
                <a:gd name="T23" fmla="*/ 141 h 142"/>
                <a:gd name="T24" fmla="*/ 80 w 151"/>
                <a:gd name="T25" fmla="*/ 66 h 142"/>
                <a:gd name="T26" fmla="*/ 87 w 151"/>
                <a:gd name="T27" fmla="*/ 58 h 142"/>
                <a:gd name="T28" fmla="*/ 47 w 151"/>
                <a:gd name="T29" fmla="*/ 84 h 142"/>
                <a:gd name="T30" fmla="*/ 64 w 151"/>
                <a:gd name="T31" fmla="*/ 84 h 142"/>
                <a:gd name="T32" fmla="*/ 71 w 151"/>
                <a:gd name="T33" fmla="*/ 92 h 142"/>
                <a:gd name="T34" fmla="*/ 71 w 151"/>
                <a:gd name="T35" fmla="*/ 142 h 142"/>
                <a:gd name="T36" fmla="*/ 40 w 151"/>
                <a:gd name="T37" fmla="*/ 142 h 142"/>
                <a:gd name="T38" fmla="*/ 40 w 151"/>
                <a:gd name="T39" fmla="*/ 92 h 142"/>
                <a:gd name="T40" fmla="*/ 47 w 151"/>
                <a:gd name="T41" fmla="*/ 84 h 142"/>
                <a:gd name="T42" fmla="*/ 7 w 151"/>
                <a:gd name="T43" fmla="*/ 103 h 142"/>
                <a:gd name="T44" fmla="*/ 24 w 151"/>
                <a:gd name="T45" fmla="*/ 103 h 142"/>
                <a:gd name="T46" fmla="*/ 30 w 151"/>
                <a:gd name="T47" fmla="*/ 111 h 142"/>
                <a:gd name="T48" fmla="*/ 30 w 151"/>
                <a:gd name="T49" fmla="*/ 142 h 142"/>
                <a:gd name="T50" fmla="*/ 0 w 151"/>
                <a:gd name="T51" fmla="*/ 142 h 142"/>
                <a:gd name="T52" fmla="*/ 0 w 151"/>
                <a:gd name="T53" fmla="*/ 111 h 142"/>
                <a:gd name="T54" fmla="*/ 7 w 151"/>
                <a:gd name="T55" fmla="*/ 103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1" h="142">
                  <a:moveTo>
                    <a:pt x="128" y="0"/>
                  </a:moveTo>
                  <a:cubicBezTo>
                    <a:pt x="144" y="0"/>
                    <a:pt x="144" y="0"/>
                    <a:pt x="144" y="0"/>
                  </a:cubicBezTo>
                  <a:cubicBezTo>
                    <a:pt x="148" y="0"/>
                    <a:pt x="151" y="4"/>
                    <a:pt x="151" y="8"/>
                  </a:cubicBezTo>
                  <a:cubicBezTo>
                    <a:pt x="151" y="141"/>
                    <a:pt x="151" y="141"/>
                    <a:pt x="151" y="141"/>
                  </a:cubicBezTo>
                  <a:cubicBezTo>
                    <a:pt x="121" y="141"/>
                    <a:pt x="121" y="141"/>
                    <a:pt x="121" y="141"/>
                  </a:cubicBezTo>
                  <a:cubicBezTo>
                    <a:pt x="121" y="8"/>
                    <a:pt x="121" y="8"/>
                    <a:pt x="121" y="8"/>
                  </a:cubicBezTo>
                  <a:cubicBezTo>
                    <a:pt x="121" y="4"/>
                    <a:pt x="124" y="0"/>
                    <a:pt x="128" y="0"/>
                  </a:cubicBezTo>
                  <a:close/>
                  <a:moveTo>
                    <a:pt x="87" y="58"/>
                  </a:moveTo>
                  <a:cubicBezTo>
                    <a:pt x="104" y="58"/>
                    <a:pt x="104" y="58"/>
                    <a:pt x="104" y="58"/>
                  </a:cubicBezTo>
                  <a:cubicBezTo>
                    <a:pt x="108" y="58"/>
                    <a:pt x="111" y="62"/>
                    <a:pt x="111" y="66"/>
                  </a:cubicBezTo>
                  <a:cubicBezTo>
                    <a:pt x="111" y="141"/>
                    <a:pt x="111" y="141"/>
                    <a:pt x="111" y="141"/>
                  </a:cubicBezTo>
                  <a:cubicBezTo>
                    <a:pt x="80" y="141"/>
                    <a:pt x="80" y="141"/>
                    <a:pt x="80" y="141"/>
                  </a:cubicBezTo>
                  <a:cubicBezTo>
                    <a:pt x="80" y="66"/>
                    <a:pt x="80" y="66"/>
                    <a:pt x="80" y="66"/>
                  </a:cubicBezTo>
                  <a:cubicBezTo>
                    <a:pt x="80" y="62"/>
                    <a:pt x="83" y="58"/>
                    <a:pt x="87" y="58"/>
                  </a:cubicBezTo>
                  <a:close/>
                  <a:moveTo>
                    <a:pt x="47" y="84"/>
                  </a:moveTo>
                  <a:cubicBezTo>
                    <a:pt x="64" y="84"/>
                    <a:pt x="64" y="84"/>
                    <a:pt x="64" y="84"/>
                  </a:cubicBezTo>
                  <a:cubicBezTo>
                    <a:pt x="68" y="84"/>
                    <a:pt x="71" y="88"/>
                    <a:pt x="71" y="92"/>
                  </a:cubicBezTo>
                  <a:cubicBezTo>
                    <a:pt x="71" y="142"/>
                    <a:pt x="71" y="142"/>
                    <a:pt x="71" y="142"/>
                  </a:cubicBezTo>
                  <a:cubicBezTo>
                    <a:pt x="40" y="142"/>
                    <a:pt x="40" y="142"/>
                    <a:pt x="40" y="142"/>
                  </a:cubicBezTo>
                  <a:cubicBezTo>
                    <a:pt x="40" y="92"/>
                    <a:pt x="40" y="92"/>
                    <a:pt x="40" y="92"/>
                  </a:cubicBezTo>
                  <a:cubicBezTo>
                    <a:pt x="40" y="88"/>
                    <a:pt x="43" y="84"/>
                    <a:pt x="47" y="84"/>
                  </a:cubicBezTo>
                  <a:close/>
                  <a:moveTo>
                    <a:pt x="7" y="103"/>
                  </a:moveTo>
                  <a:cubicBezTo>
                    <a:pt x="24" y="103"/>
                    <a:pt x="24" y="103"/>
                    <a:pt x="24" y="103"/>
                  </a:cubicBezTo>
                  <a:cubicBezTo>
                    <a:pt x="27" y="103"/>
                    <a:pt x="30" y="107"/>
                    <a:pt x="30" y="111"/>
                  </a:cubicBezTo>
                  <a:cubicBezTo>
                    <a:pt x="30" y="142"/>
                    <a:pt x="30" y="142"/>
                    <a:pt x="30" y="142"/>
                  </a:cubicBezTo>
                  <a:cubicBezTo>
                    <a:pt x="0" y="142"/>
                    <a:pt x="0" y="142"/>
                    <a:pt x="0" y="142"/>
                  </a:cubicBezTo>
                  <a:cubicBezTo>
                    <a:pt x="0" y="111"/>
                    <a:pt x="0" y="111"/>
                    <a:pt x="0" y="111"/>
                  </a:cubicBezTo>
                  <a:cubicBezTo>
                    <a:pt x="0" y="107"/>
                    <a:pt x="3" y="103"/>
                    <a:pt x="7"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14"/>
            <p:cNvSpPr>
              <a:spLocks/>
            </p:cNvSpPr>
            <p:nvPr/>
          </p:nvSpPr>
          <p:spPr bwMode="auto">
            <a:xfrm>
              <a:off x="3573463" y="76200"/>
              <a:ext cx="676275" cy="546100"/>
            </a:xfrm>
            <a:custGeom>
              <a:avLst/>
              <a:gdLst>
                <a:gd name="T0" fmla="*/ 176 w 180"/>
                <a:gd name="T1" fmla="*/ 134 h 143"/>
                <a:gd name="T2" fmla="*/ 9 w 180"/>
                <a:gd name="T3" fmla="*/ 134 h 143"/>
                <a:gd name="T4" fmla="*/ 9 w 180"/>
                <a:gd name="T5" fmla="*/ 4 h 143"/>
                <a:gd name="T6" fmla="*/ 5 w 180"/>
                <a:gd name="T7" fmla="*/ 0 h 143"/>
                <a:gd name="T8" fmla="*/ 4 w 180"/>
                <a:gd name="T9" fmla="*/ 0 h 143"/>
                <a:gd name="T10" fmla="*/ 0 w 180"/>
                <a:gd name="T11" fmla="*/ 4 h 143"/>
                <a:gd name="T12" fmla="*/ 0 w 180"/>
                <a:gd name="T13" fmla="*/ 139 h 143"/>
                <a:gd name="T14" fmla="*/ 4 w 180"/>
                <a:gd name="T15" fmla="*/ 143 h 143"/>
                <a:gd name="T16" fmla="*/ 5 w 180"/>
                <a:gd name="T17" fmla="*/ 143 h 143"/>
                <a:gd name="T18" fmla="*/ 5 w 180"/>
                <a:gd name="T19" fmla="*/ 143 h 143"/>
                <a:gd name="T20" fmla="*/ 176 w 180"/>
                <a:gd name="T21" fmla="*/ 143 h 143"/>
                <a:gd name="T22" fmla="*/ 180 w 180"/>
                <a:gd name="T23" fmla="*/ 139 h 143"/>
                <a:gd name="T24" fmla="*/ 180 w 180"/>
                <a:gd name="T25" fmla="*/ 139 h 143"/>
                <a:gd name="T26" fmla="*/ 176 w 180"/>
                <a:gd name="T27" fmla="*/ 134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0" h="143">
                  <a:moveTo>
                    <a:pt x="176" y="134"/>
                  </a:moveTo>
                  <a:cubicBezTo>
                    <a:pt x="9" y="134"/>
                    <a:pt x="9" y="134"/>
                    <a:pt x="9" y="134"/>
                  </a:cubicBezTo>
                  <a:cubicBezTo>
                    <a:pt x="9" y="4"/>
                    <a:pt x="9" y="4"/>
                    <a:pt x="9" y="4"/>
                  </a:cubicBezTo>
                  <a:cubicBezTo>
                    <a:pt x="9" y="2"/>
                    <a:pt x="7" y="0"/>
                    <a:pt x="5" y="0"/>
                  </a:cubicBezTo>
                  <a:cubicBezTo>
                    <a:pt x="4" y="0"/>
                    <a:pt x="4" y="0"/>
                    <a:pt x="4" y="0"/>
                  </a:cubicBezTo>
                  <a:cubicBezTo>
                    <a:pt x="2" y="0"/>
                    <a:pt x="0" y="2"/>
                    <a:pt x="0" y="4"/>
                  </a:cubicBezTo>
                  <a:cubicBezTo>
                    <a:pt x="0" y="139"/>
                    <a:pt x="0" y="139"/>
                    <a:pt x="0" y="139"/>
                  </a:cubicBezTo>
                  <a:cubicBezTo>
                    <a:pt x="0" y="142"/>
                    <a:pt x="2" y="143"/>
                    <a:pt x="4" y="143"/>
                  </a:cubicBezTo>
                  <a:cubicBezTo>
                    <a:pt x="5" y="143"/>
                    <a:pt x="5" y="143"/>
                    <a:pt x="5" y="143"/>
                  </a:cubicBezTo>
                  <a:cubicBezTo>
                    <a:pt x="5" y="143"/>
                    <a:pt x="5" y="143"/>
                    <a:pt x="5" y="143"/>
                  </a:cubicBezTo>
                  <a:cubicBezTo>
                    <a:pt x="176" y="143"/>
                    <a:pt x="176" y="143"/>
                    <a:pt x="176" y="143"/>
                  </a:cubicBezTo>
                  <a:cubicBezTo>
                    <a:pt x="179" y="143"/>
                    <a:pt x="180" y="141"/>
                    <a:pt x="180" y="139"/>
                  </a:cubicBezTo>
                  <a:cubicBezTo>
                    <a:pt x="180" y="139"/>
                    <a:pt x="180" y="139"/>
                    <a:pt x="180" y="139"/>
                  </a:cubicBezTo>
                  <a:cubicBezTo>
                    <a:pt x="180" y="136"/>
                    <a:pt x="179" y="134"/>
                    <a:pt x="176" y="1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2" name="组合 31"/>
          <p:cNvGrpSpPr/>
          <p:nvPr/>
        </p:nvGrpSpPr>
        <p:grpSpPr>
          <a:xfrm>
            <a:off x="2498070" y="3313416"/>
            <a:ext cx="680737" cy="693412"/>
            <a:chOff x="5429250" y="6350"/>
            <a:chExt cx="596900" cy="608013"/>
          </a:xfrm>
          <a:solidFill>
            <a:schemeClr val="bg1"/>
          </a:solidFill>
        </p:grpSpPr>
        <p:sp>
          <p:nvSpPr>
            <p:cNvPr id="33" name="Freeform 15"/>
            <p:cNvSpPr>
              <a:spLocks noEditPoints="1"/>
            </p:cNvSpPr>
            <p:nvPr/>
          </p:nvSpPr>
          <p:spPr bwMode="auto">
            <a:xfrm>
              <a:off x="5429250" y="6350"/>
              <a:ext cx="596900" cy="608013"/>
            </a:xfrm>
            <a:custGeom>
              <a:avLst/>
              <a:gdLst>
                <a:gd name="T0" fmla="*/ 79 w 159"/>
                <a:gd name="T1" fmla="*/ 0 h 159"/>
                <a:gd name="T2" fmla="*/ 0 w 159"/>
                <a:gd name="T3" fmla="*/ 80 h 159"/>
                <a:gd name="T4" fmla="*/ 79 w 159"/>
                <a:gd name="T5" fmla="*/ 159 h 159"/>
                <a:gd name="T6" fmla="*/ 159 w 159"/>
                <a:gd name="T7" fmla="*/ 80 h 159"/>
                <a:gd name="T8" fmla="*/ 79 w 159"/>
                <a:gd name="T9" fmla="*/ 0 h 159"/>
                <a:gd name="T10" fmla="*/ 79 w 159"/>
                <a:gd name="T11" fmla="*/ 146 h 159"/>
                <a:gd name="T12" fmla="*/ 13 w 159"/>
                <a:gd name="T13" fmla="*/ 80 h 159"/>
                <a:gd name="T14" fmla="*/ 79 w 159"/>
                <a:gd name="T15" fmla="*/ 14 h 159"/>
                <a:gd name="T16" fmla="*/ 145 w 159"/>
                <a:gd name="T17" fmla="*/ 80 h 159"/>
                <a:gd name="T18" fmla="*/ 79 w 159"/>
                <a:gd name="T19" fmla="*/ 146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9" h="159">
                  <a:moveTo>
                    <a:pt x="79" y="0"/>
                  </a:moveTo>
                  <a:cubicBezTo>
                    <a:pt x="35" y="0"/>
                    <a:pt x="0" y="36"/>
                    <a:pt x="0" y="80"/>
                  </a:cubicBezTo>
                  <a:cubicBezTo>
                    <a:pt x="0" y="124"/>
                    <a:pt x="35" y="159"/>
                    <a:pt x="79" y="159"/>
                  </a:cubicBezTo>
                  <a:cubicBezTo>
                    <a:pt x="123" y="159"/>
                    <a:pt x="159" y="124"/>
                    <a:pt x="159" y="80"/>
                  </a:cubicBezTo>
                  <a:cubicBezTo>
                    <a:pt x="159" y="36"/>
                    <a:pt x="123" y="0"/>
                    <a:pt x="79" y="0"/>
                  </a:cubicBezTo>
                  <a:close/>
                  <a:moveTo>
                    <a:pt x="79" y="146"/>
                  </a:moveTo>
                  <a:cubicBezTo>
                    <a:pt x="43" y="146"/>
                    <a:pt x="13" y="116"/>
                    <a:pt x="13" y="80"/>
                  </a:cubicBezTo>
                  <a:cubicBezTo>
                    <a:pt x="13" y="43"/>
                    <a:pt x="43" y="14"/>
                    <a:pt x="79" y="14"/>
                  </a:cubicBezTo>
                  <a:cubicBezTo>
                    <a:pt x="115" y="14"/>
                    <a:pt x="145" y="43"/>
                    <a:pt x="145" y="80"/>
                  </a:cubicBezTo>
                  <a:cubicBezTo>
                    <a:pt x="145" y="116"/>
                    <a:pt x="115" y="146"/>
                    <a:pt x="79" y="1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16"/>
            <p:cNvSpPr>
              <a:spLocks/>
            </p:cNvSpPr>
            <p:nvPr/>
          </p:nvSpPr>
          <p:spPr bwMode="auto">
            <a:xfrm>
              <a:off x="5616575" y="152400"/>
              <a:ext cx="247650" cy="190500"/>
            </a:xfrm>
            <a:custGeom>
              <a:avLst/>
              <a:gdLst>
                <a:gd name="T0" fmla="*/ 64 w 66"/>
                <a:gd name="T1" fmla="*/ 2 h 50"/>
                <a:gd name="T2" fmla="*/ 59 w 66"/>
                <a:gd name="T3" fmla="*/ 2 h 50"/>
                <a:gd name="T4" fmla="*/ 28 w 66"/>
                <a:gd name="T5" fmla="*/ 41 h 50"/>
                <a:gd name="T6" fmla="*/ 6 w 66"/>
                <a:gd name="T7" fmla="*/ 30 h 50"/>
                <a:gd name="T8" fmla="*/ 1 w 66"/>
                <a:gd name="T9" fmla="*/ 31 h 50"/>
                <a:gd name="T10" fmla="*/ 2 w 66"/>
                <a:gd name="T11" fmla="*/ 36 h 50"/>
                <a:gd name="T12" fmla="*/ 26 w 66"/>
                <a:gd name="T13" fmla="*/ 49 h 50"/>
                <a:gd name="T14" fmla="*/ 26 w 66"/>
                <a:gd name="T15" fmla="*/ 49 h 50"/>
                <a:gd name="T16" fmla="*/ 32 w 66"/>
                <a:gd name="T17" fmla="*/ 48 h 50"/>
                <a:gd name="T18" fmla="*/ 65 w 66"/>
                <a:gd name="T19" fmla="*/ 7 h 50"/>
                <a:gd name="T20" fmla="*/ 64 w 66"/>
                <a:gd name="T21"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 h="50">
                  <a:moveTo>
                    <a:pt x="64" y="2"/>
                  </a:moveTo>
                  <a:cubicBezTo>
                    <a:pt x="62" y="0"/>
                    <a:pt x="60" y="0"/>
                    <a:pt x="59" y="2"/>
                  </a:cubicBezTo>
                  <a:cubicBezTo>
                    <a:pt x="28" y="41"/>
                    <a:pt x="28" y="41"/>
                    <a:pt x="28" y="41"/>
                  </a:cubicBezTo>
                  <a:cubicBezTo>
                    <a:pt x="6" y="30"/>
                    <a:pt x="6" y="30"/>
                    <a:pt x="6" y="30"/>
                  </a:cubicBezTo>
                  <a:cubicBezTo>
                    <a:pt x="4" y="29"/>
                    <a:pt x="2" y="29"/>
                    <a:pt x="1" y="31"/>
                  </a:cubicBezTo>
                  <a:cubicBezTo>
                    <a:pt x="0" y="33"/>
                    <a:pt x="0" y="36"/>
                    <a:pt x="2" y="36"/>
                  </a:cubicBezTo>
                  <a:cubicBezTo>
                    <a:pt x="26" y="49"/>
                    <a:pt x="26" y="49"/>
                    <a:pt x="26" y="49"/>
                  </a:cubicBezTo>
                  <a:cubicBezTo>
                    <a:pt x="26" y="49"/>
                    <a:pt x="26" y="49"/>
                    <a:pt x="26" y="49"/>
                  </a:cubicBezTo>
                  <a:cubicBezTo>
                    <a:pt x="28" y="50"/>
                    <a:pt x="31" y="50"/>
                    <a:pt x="32" y="48"/>
                  </a:cubicBezTo>
                  <a:cubicBezTo>
                    <a:pt x="65" y="7"/>
                    <a:pt x="65" y="7"/>
                    <a:pt x="65" y="7"/>
                  </a:cubicBezTo>
                  <a:cubicBezTo>
                    <a:pt x="66" y="5"/>
                    <a:pt x="66" y="3"/>
                    <a:pt x="6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17"/>
            <p:cNvSpPr>
              <a:spLocks/>
            </p:cNvSpPr>
            <p:nvPr/>
          </p:nvSpPr>
          <p:spPr bwMode="auto">
            <a:xfrm>
              <a:off x="5899150" y="301625"/>
              <a:ext cx="55563" cy="26988"/>
            </a:xfrm>
            <a:custGeom>
              <a:avLst/>
              <a:gdLst>
                <a:gd name="T0" fmla="*/ 4 w 15"/>
                <a:gd name="T1" fmla="*/ 7 h 7"/>
                <a:gd name="T2" fmla="*/ 0 w 15"/>
                <a:gd name="T3" fmla="*/ 3 h 7"/>
                <a:gd name="T4" fmla="*/ 4 w 15"/>
                <a:gd name="T5" fmla="*/ 0 h 7"/>
                <a:gd name="T6" fmla="*/ 11 w 15"/>
                <a:gd name="T7" fmla="*/ 0 h 7"/>
                <a:gd name="T8" fmla="*/ 15 w 15"/>
                <a:gd name="T9" fmla="*/ 4 h 7"/>
                <a:gd name="T10" fmla="*/ 11 w 15"/>
                <a:gd name="T11" fmla="*/ 7 h 7"/>
                <a:gd name="T12" fmla="*/ 4 w 15"/>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15" h="7">
                  <a:moveTo>
                    <a:pt x="4" y="7"/>
                  </a:moveTo>
                  <a:cubicBezTo>
                    <a:pt x="2" y="7"/>
                    <a:pt x="0" y="5"/>
                    <a:pt x="0" y="3"/>
                  </a:cubicBezTo>
                  <a:cubicBezTo>
                    <a:pt x="0" y="1"/>
                    <a:pt x="2" y="0"/>
                    <a:pt x="4" y="0"/>
                  </a:cubicBezTo>
                  <a:cubicBezTo>
                    <a:pt x="11" y="0"/>
                    <a:pt x="11" y="0"/>
                    <a:pt x="11" y="0"/>
                  </a:cubicBezTo>
                  <a:cubicBezTo>
                    <a:pt x="13" y="0"/>
                    <a:pt x="15" y="1"/>
                    <a:pt x="15" y="4"/>
                  </a:cubicBezTo>
                  <a:cubicBezTo>
                    <a:pt x="15" y="6"/>
                    <a:pt x="13" y="7"/>
                    <a:pt x="11" y="7"/>
                  </a:cubicBezTo>
                  <a:lnTo>
                    <a:pt x="4"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18"/>
            <p:cNvSpPr>
              <a:spLocks/>
            </p:cNvSpPr>
            <p:nvPr/>
          </p:nvSpPr>
          <p:spPr bwMode="auto">
            <a:xfrm>
              <a:off x="5492750" y="293688"/>
              <a:ext cx="52388" cy="30163"/>
            </a:xfrm>
            <a:custGeom>
              <a:avLst/>
              <a:gdLst>
                <a:gd name="T0" fmla="*/ 4 w 14"/>
                <a:gd name="T1" fmla="*/ 8 h 8"/>
                <a:gd name="T2" fmla="*/ 0 w 14"/>
                <a:gd name="T3" fmla="*/ 4 h 8"/>
                <a:gd name="T4" fmla="*/ 4 w 14"/>
                <a:gd name="T5" fmla="*/ 0 h 8"/>
                <a:gd name="T6" fmla="*/ 11 w 14"/>
                <a:gd name="T7" fmla="*/ 0 h 8"/>
                <a:gd name="T8" fmla="*/ 14 w 14"/>
                <a:gd name="T9" fmla="*/ 4 h 8"/>
                <a:gd name="T10" fmla="*/ 11 w 14"/>
                <a:gd name="T11" fmla="*/ 8 h 8"/>
                <a:gd name="T12" fmla="*/ 4 w 14"/>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4" h="8">
                  <a:moveTo>
                    <a:pt x="4" y="8"/>
                  </a:moveTo>
                  <a:cubicBezTo>
                    <a:pt x="2" y="8"/>
                    <a:pt x="0" y="6"/>
                    <a:pt x="0" y="4"/>
                  </a:cubicBezTo>
                  <a:cubicBezTo>
                    <a:pt x="0" y="2"/>
                    <a:pt x="2" y="0"/>
                    <a:pt x="4" y="0"/>
                  </a:cubicBezTo>
                  <a:cubicBezTo>
                    <a:pt x="11" y="0"/>
                    <a:pt x="11" y="0"/>
                    <a:pt x="11" y="0"/>
                  </a:cubicBezTo>
                  <a:cubicBezTo>
                    <a:pt x="13" y="0"/>
                    <a:pt x="14" y="2"/>
                    <a:pt x="14" y="4"/>
                  </a:cubicBezTo>
                  <a:cubicBezTo>
                    <a:pt x="14" y="6"/>
                    <a:pt x="13" y="8"/>
                    <a:pt x="11" y="8"/>
                  </a:cubicBezTo>
                  <a:lnTo>
                    <a:pt x="4"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19"/>
            <p:cNvSpPr>
              <a:spLocks/>
            </p:cNvSpPr>
            <p:nvPr/>
          </p:nvSpPr>
          <p:spPr bwMode="auto">
            <a:xfrm>
              <a:off x="5707063" y="492125"/>
              <a:ext cx="30163" cy="53975"/>
            </a:xfrm>
            <a:custGeom>
              <a:avLst/>
              <a:gdLst>
                <a:gd name="T0" fmla="*/ 0 w 8"/>
                <a:gd name="T1" fmla="*/ 3 h 14"/>
                <a:gd name="T2" fmla="*/ 4 w 8"/>
                <a:gd name="T3" fmla="*/ 0 h 14"/>
                <a:gd name="T4" fmla="*/ 8 w 8"/>
                <a:gd name="T5" fmla="*/ 4 h 14"/>
                <a:gd name="T6" fmla="*/ 8 w 8"/>
                <a:gd name="T7" fmla="*/ 10 h 14"/>
                <a:gd name="T8" fmla="*/ 4 w 8"/>
                <a:gd name="T9" fmla="*/ 14 h 14"/>
                <a:gd name="T10" fmla="*/ 0 w 8"/>
                <a:gd name="T11" fmla="*/ 10 h 14"/>
                <a:gd name="T12" fmla="*/ 0 w 8"/>
                <a:gd name="T13" fmla="*/ 3 h 14"/>
              </a:gdLst>
              <a:ahLst/>
              <a:cxnLst>
                <a:cxn ang="0">
                  <a:pos x="T0" y="T1"/>
                </a:cxn>
                <a:cxn ang="0">
                  <a:pos x="T2" y="T3"/>
                </a:cxn>
                <a:cxn ang="0">
                  <a:pos x="T4" y="T5"/>
                </a:cxn>
                <a:cxn ang="0">
                  <a:pos x="T6" y="T7"/>
                </a:cxn>
                <a:cxn ang="0">
                  <a:pos x="T8" y="T9"/>
                </a:cxn>
                <a:cxn ang="0">
                  <a:pos x="T10" y="T11"/>
                </a:cxn>
                <a:cxn ang="0">
                  <a:pos x="T12" y="T13"/>
                </a:cxn>
              </a:cxnLst>
              <a:rect l="0" t="0" r="r" b="b"/>
              <a:pathLst>
                <a:path w="8" h="14">
                  <a:moveTo>
                    <a:pt x="0" y="3"/>
                  </a:moveTo>
                  <a:cubicBezTo>
                    <a:pt x="0" y="1"/>
                    <a:pt x="2" y="0"/>
                    <a:pt x="4" y="0"/>
                  </a:cubicBezTo>
                  <a:cubicBezTo>
                    <a:pt x="6" y="0"/>
                    <a:pt x="8" y="1"/>
                    <a:pt x="8" y="4"/>
                  </a:cubicBezTo>
                  <a:cubicBezTo>
                    <a:pt x="8" y="10"/>
                    <a:pt x="8" y="10"/>
                    <a:pt x="8" y="10"/>
                  </a:cubicBezTo>
                  <a:cubicBezTo>
                    <a:pt x="7" y="12"/>
                    <a:pt x="6" y="14"/>
                    <a:pt x="4" y="14"/>
                  </a:cubicBezTo>
                  <a:cubicBezTo>
                    <a:pt x="2" y="14"/>
                    <a:pt x="0" y="12"/>
                    <a:pt x="0" y="10"/>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20"/>
            <p:cNvSpPr>
              <a:spLocks/>
            </p:cNvSpPr>
            <p:nvPr/>
          </p:nvSpPr>
          <p:spPr bwMode="auto">
            <a:xfrm>
              <a:off x="5710238" y="76200"/>
              <a:ext cx="30163" cy="57150"/>
            </a:xfrm>
            <a:custGeom>
              <a:avLst/>
              <a:gdLst>
                <a:gd name="T0" fmla="*/ 0 w 8"/>
                <a:gd name="T1" fmla="*/ 4 h 15"/>
                <a:gd name="T2" fmla="*/ 4 w 8"/>
                <a:gd name="T3" fmla="*/ 0 h 15"/>
                <a:gd name="T4" fmla="*/ 8 w 8"/>
                <a:gd name="T5" fmla="*/ 4 h 15"/>
                <a:gd name="T6" fmla="*/ 8 w 8"/>
                <a:gd name="T7" fmla="*/ 11 h 15"/>
                <a:gd name="T8" fmla="*/ 4 w 8"/>
                <a:gd name="T9" fmla="*/ 15 h 15"/>
                <a:gd name="T10" fmla="*/ 0 w 8"/>
                <a:gd name="T11" fmla="*/ 11 h 15"/>
                <a:gd name="T12" fmla="*/ 0 w 8"/>
                <a:gd name="T13" fmla="*/ 4 h 15"/>
              </a:gdLst>
              <a:ahLst/>
              <a:cxnLst>
                <a:cxn ang="0">
                  <a:pos x="T0" y="T1"/>
                </a:cxn>
                <a:cxn ang="0">
                  <a:pos x="T2" y="T3"/>
                </a:cxn>
                <a:cxn ang="0">
                  <a:pos x="T4" y="T5"/>
                </a:cxn>
                <a:cxn ang="0">
                  <a:pos x="T6" y="T7"/>
                </a:cxn>
                <a:cxn ang="0">
                  <a:pos x="T8" y="T9"/>
                </a:cxn>
                <a:cxn ang="0">
                  <a:pos x="T10" y="T11"/>
                </a:cxn>
                <a:cxn ang="0">
                  <a:pos x="T12" y="T13"/>
                </a:cxn>
              </a:cxnLst>
              <a:rect l="0" t="0" r="r" b="b"/>
              <a:pathLst>
                <a:path w="8" h="15">
                  <a:moveTo>
                    <a:pt x="0" y="4"/>
                  </a:moveTo>
                  <a:cubicBezTo>
                    <a:pt x="0" y="2"/>
                    <a:pt x="2" y="0"/>
                    <a:pt x="4" y="0"/>
                  </a:cubicBezTo>
                  <a:cubicBezTo>
                    <a:pt x="6" y="0"/>
                    <a:pt x="8" y="2"/>
                    <a:pt x="8" y="4"/>
                  </a:cubicBezTo>
                  <a:cubicBezTo>
                    <a:pt x="8" y="11"/>
                    <a:pt x="8" y="11"/>
                    <a:pt x="8" y="11"/>
                  </a:cubicBezTo>
                  <a:cubicBezTo>
                    <a:pt x="8" y="13"/>
                    <a:pt x="6" y="15"/>
                    <a:pt x="4" y="15"/>
                  </a:cubicBezTo>
                  <a:cubicBezTo>
                    <a:pt x="2" y="15"/>
                    <a:pt x="0" y="13"/>
                    <a:pt x="0" y="11"/>
                  </a:cubicBezTo>
                  <a:lnTo>
                    <a:pt x="0"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40" name="任意多边形 39"/>
          <p:cNvSpPr>
            <a:spLocks noChangeAspect="1"/>
          </p:cNvSpPr>
          <p:nvPr/>
        </p:nvSpPr>
        <p:spPr>
          <a:xfrm>
            <a:off x="1953846" y="2234075"/>
            <a:ext cx="8285634" cy="2887200"/>
          </a:xfrm>
          <a:custGeom>
            <a:avLst/>
            <a:gdLst>
              <a:gd name="connsiteX0" fmla="*/ 84577312 w 429806768"/>
              <a:gd name="connsiteY0" fmla="*/ 101477729 h 149769852"/>
              <a:gd name="connsiteX1" fmla="*/ 84556960 w 429806768"/>
              <a:gd name="connsiteY1" fmla="*/ 101491430 h 149769852"/>
              <a:gd name="connsiteX2" fmla="*/ 84555312 w 429806768"/>
              <a:gd name="connsiteY2" fmla="*/ 101499873 h 149769852"/>
              <a:gd name="connsiteX3" fmla="*/ 84315504 w 429806768"/>
              <a:gd name="connsiteY3" fmla="*/ 99947368 h 149769852"/>
              <a:gd name="connsiteX4" fmla="*/ 84270272 w 429806768"/>
              <a:gd name="connsiteY4" fmla="*/ 99992833 h 149769852"/>
              <a:gd name="connsiteX5" fmla="*/ 84296976 w 429806768"/>
              <a:gd name="connsiteY5" fmla="*/ 99974848 h 149769852"/>
              <a:gd name="connsiteX6" fmla="*/ 84438752 w 429806768"/>
              <a:gd name="connsiteY6" fmla="*/ 99823379 h 149769852"/>
              <a:gd name="connsiteX7" fmla="*/ 84427360 w 429806768"/>
              <a:gd name="connsiteY7" fmla="*/ 99834884 h 149769852"/>
              <a:gd name="connsiteX8" fmla="*/ 84437872 w 429806768"/>
              <a:gd name="connsiteY8" fmla="*/ 99827776 h 149769852"/>
              <a:gd name="connsiteX9" fmla="*/ 84432832 w 429806768"/>
              <a:gd name="connsiteY9" fmla="*/ 49043640 h 149769852"/>
              <a:gd name="connsiteX10" fmla="*/ 84443488 w 429806768"/>
              <a:gd name="connsiteY10" fmla="*/ 49054352 h 149769852"/>
              <a:gd name="connsiteX11" fmla="*/ 84442912 w 429806768"/>
              <a:gd name="connsiteY11" fmla="*/ 49048652 h 149769852"/>
              <a:gd name="connsiteX12" fmla="*/ 345362582 w 429806768"/>
              <a:gd name="connsiteY12" fmla="*/ 48966660 h 149769852"/>
              <a:gd name="connsiteX13" fmla="*/ 345257854 w 429806768"/>
              <a:gd name="connsiteY13" fmla="*/ 49106440 h 149769852"/>
              <a:gd name="connsiteX14" fmla="*/ 345308322 w 429806768"/>
              <a:gd name="connsiteY14" fmla="*/ 49043420 h 149769852"/>
              <a:gd name="connsiteX15" fmla="*/ 84282880 w 429806768"/>
              <a:gd name="connsiteY15" fmla="*/ 48892836 h 149769852"/>
              <a:gd name="connsiteX16" fmla="*/ 84286704 w 429806768"/>
              <a:gd name="connsiteY16" fmla="*/ 48896680 h 149769852"/>
              <a:gd name="connsiteX17" fmla="*/ 84285776 w 429806768"/>
              <a:gd name="connsiteY17" fmla="*/ 48894380 h 149769852"/>
              <a:gd name="connsiteX18" fmla="*/ 345492167 w 429806768"/>
              <a:gd name="connsiteY18" fmla="*/ 48793684 h 149769852"/>
              <a:gd name="connsiteX19" fmla="*/ 345440847 w 429806768"/>
              <a:gd name="connsiteY19" fmla="*/ 48862176 h 149769852"/>
              <a:gd name="connsiteX20" fmla="*/ 345465581 w 429806768"/>
              <a:gd name="connsiteY20" fmla="*/ 48831304 h 149769852"/>
              <a:gd name="connsiteX21" fmla="*/ 345656343 w 429806768"/>
              <a:gd name="connsiteY21" fmla="*/ 48574556 h 149769852"/>
              <a:gd name="connsiteX22" fmla="*/ 345623948 w 429806768"/>
              <a:gd name="connsiteY22" fmla="*/ 48617780 h 149769852"/>
              <a:gd name="connsiteX23" fmla="*/ 345640786 w 429806768"/>
              <a:gd name="connsiteY23" fmla="*/ 48596772 h 149769852"/>
              <a:gd name="connsiteX24" fmla="*/ 345641747 w 429806768"/>
              <a:gd name="connsiteY24" fmla="*/ 48595200 h 149769852"/>
              <a:gd name="connsiteX25" fmla="*/ 84610656 w 429806768"/>
              <a:gd name="connsiteY25" fmla="*/ 47428860 h 149769852"/>
              <a:gd name="connsiteX26" fmla="*/ 84612864 w 429806768"/>
              <a:gd name="connsiteY26" fmla="*/ 47432848 h 149769852"/>
              <a:gd name="connsiteX27" fmla="*/ 84617392 w 429806768"/>
              <a:gd name="connsiteY27" fmla="*/ 47435628 h 149769852"/>
              <a:gd name="connsiteX28" fmla="*/ 209553136 w 429806768"/>
              <a:gd name="connsiteY28" fmla="*/ 896808 h 149769852"/>
              <a:gd name="connsiteX29" fmla="*/ 144457888 w 429806768"/>
              <a:gd name="connsiteY29" fmla="*/ 40357140 h 149769852"/>
              <a:gd name="connsiteX30" fmla="*/ 111464464 w 429806768"/>
              <a:gd name="connsiteY30" fmla="*/ 63674592 h 149769852"/>
              <a:gd name="connsiteX31" fmla="*/ 84419376 w 429806768"/>
              <a:gd name="connsiteY31" fmla="*/ 49261348 h 149769852"/>
              <a:gd name="connsiteX32" fmla="*/ 83830560 w 429806768"/>
              <a:gd name="connsiteY32" fmla="*/ 48441532 h 149769852"/>
              <a:gd name="connsiteX33" fmla="*/ 83829600 w 429806768"/>
              <a:gd name="connsiteY33" fmla="*/ 48440452 h 149769852"/>
              <a:gd name="connsiteX34" fmla="*/ 83829152 w 429806768"/>
              <a:gd name="connsiteY34" fmla="*/ 48439568 h 149769852"/>
              <a:gd name="connsiteX35" fmla="*/ 83821280 w 429806768"/>
              <a:gd name="connsiteY35" fmla="*/ 48428568 h 149769852"/>
              <a:gd name="connsiteX36" fmla="*/ 83826320 w 429806768"/>
              <a:gd name="connsiteY36" fmla="*/ 48433656 h 149769852"/>
              <a:gd name="connsiteX37" fmla="*/ 83823872 w 429806768"/>
              <a:gd name="connsiteY37" fmla="*/ 48428568 h 149769852"/>
              <a:gd name="connsiteX38" fmla="*/ 83821280 w 429806768"/>
              <a:gd name="connsiteY38" fmla="*/ 48428568 h 149769852"/>
              <a:gd name="connsiteX39" fmla="*/ 83823008 w 429806768"/>
              <a:gd name="connsiteY39" fmla="*/ 48426812 h 149769852"/>
              <a:gd name="connsiteX40" fmla="*/ 83823040 w 429806768"/>
              <a:gd name="connsiteY40" fmla="*/ 48426796 h 149769852"/>
              <a:gd name="connsiteX41" fmla="*/ 83821280 w 429806768"/>
              <a:gd name="connsiteY41" fmla="*/ 48423136 h 149769852"/>
              <a:gd name="connsiteX42" fmla="*/ 83821280 w 429806768"/>
              <a:gd name="connsiteY42" fmla="*/ 48425072 h 149769852"/>
              <a:gd name="connsiteX43" fmla="*/ 83821280 w 429806768"/>
              <a:gd name="connsiteY43" fmla="*/ 48428568 h 149769852"/>
              <a:gd name="connsiteX44" fmla="*/ 46369184 w 429806768"/>
              <a:gd name="connsiteY44" fmla="*/ 28698400 h 149769852"/>
              <a:gd name="connsiteX45" fmla="*/ 891712 w 429806768"/>
              <a:gd name="connsiteY45" fmla="*/ 74436504 h 149769852"/>
              <a:gd name="connsiteX46" fmla="*/ 46369216 w 429806768"/>
              <a:gd name="connsiteY46" fmla="*/ 120174592 h 149769852"/>
              <a:gd name="connsiteX47" fmla="*/ 83821280 w 429806768"/>
              <a:gd name="connsiteY47" fmla="*/ 100444432 h 149769852"/>
              <a:gd name="connsiteX48" fmla="*/ 83821280 w 429806768"/>
              <a:gd name="connsiteY48" fmla="*/ 100470358 h 149769852"/>
              <a:gd name="connsiteX49" fmla="*/ 83837760 w 429806768"/>
              <a:gd name="connsiteY49" fmla="*/ 100453820 h 149769852"/>
              <a:gd name="connsiteX50" fmla="*/ 83855968 w 429806768"/>
              <a:gd name="connsiteY50" fmla="*/ 100426685 h 149769852"/>
              <a:gd name="connsiteX51" fmla="*/ 83859920 w 429806768"/>
              <a:gd name="connsiteY51" fmla="*/ 100407284 h 149769852"/>
              <a:gd name="connsiteX52" fmla="*/ 83863536 w 429806768"/>
              <a:gd name="connsiteY52" fmla="*/ 100401937 h 149769852"/>
              <a:gd name="connsiteX53" fmla="*/ 83835168 w 429806768"/>
              <a:gd name="connsiteY53" fmla="*/ 100430430 h 149769852"/>
              <a:gd name="connsiteX54" fmla="*/ 83821280 w 429806768"/>
              <a:gd name="connsiteY54" fmla="*/ 100444432 h 149769852"/>
              <a:gd name="connsiteX55" fmla="*/ 111464464 w 429806768"/>
              <a:gd name="connsiteY55" fmla="*/ 85198399 h 149769852"/>
              <a:gd name="connsiteX56" fmla="*/ 144457888 w 429806768"/>
              <a:gd name="connsiteY56" fmla="*/ 109412686 h 149769852"/>
              <a:gd name="connsiteX57" fmla="*/ 208661424 w 429806768"/>
              <a:gd name="connsiteY57" fmla="*/ 148873012 h 149769852"/>
              <a:gd name="connsiteX58" fmla="*/ 209553136 w 429806768"/>
              <a:gd name="connsiteY58" fmla="*/ 148873016 h 149769852"/>
              <a:gd name="connsiteX59" fmla="*/ 273756584 w 429806768"/>
              <a:gd name="connsiteY59" fmla="*/ 110309515 h 149769852"/>
              <a:gd name="connsiteX60" fmla="*/ 312100318 w 429806768"/>
              <a:gd name="connsiteY60" fmla="*/ 82507906 h 149769852"/>
              <a:gd name="connsiteX61" fmla="*/ 345985495 w 429806768"/>
              <a:gd name="connsiteY61" fmla="*/ 101341251 h 149769852"/>
              <a:gd name="connsiteX62" fmla="*/ 345961006 w 429806768"/>
              <a:gd name="connsiteY62" fmla="*/ 101316622 h 149769852"/>
              <a:gd name="connsiteX63" fmla="*/ 345983218 w 429806768"/>
              <a:gd name="connsiteY63" fmla="*/ 101343542 h 149769852"/>
              <a:gd name="connsiteX64" fmla="*/ 345983753 w 429806768"/>
              <a:gd name="connsiteY64" fmla="*/ 101343003 h 149769852"/>
              <a:gd name="connsiteX65" fmla="*/ 345985495 w 429806768"/>
              <a:gd name="connsiteY65" fmla="*/ 101341251 h 149769852"/>
              <a:gd name="connsiteX66" fmla="*/ 383437568 w 429806768"/>
              <a:gd name="connsiteY66" fmla="*/ 121968220 h 149769852"/>
              <a:gd name="connsiteX67" fmla="*/ 428915072 w 429806768"/>
              <a:gd name="connsiteY67" fmla="*/ 76230148 h 149769852"/>
              <a:gd name="connsiteX68" fmla="*/ 383437576 w 429806768"/>
              <a:gd name="connsiteY68" fmla="*/ 29595272 h 149769852"/>
              <a:gd name="connsiteX69" fmla="*/ 345985508 w 429806768"/>
              <a:gd name="connsiteY69" fmla="*/ 49325408 h 149769852"/>
              <a:gd name="connsiteX70" fmla="*/ 345985502 w 429806768"/>
              <a:gd name="connsiteY70" fmla="*/ 49314756 h 149769852"/>
              <a:gd name="connsiteX71" fmla="*/ 345959621 w 429806768"/>
              <a:gd name="connsiteY71" fmla="*/ 49351428 h 149769852"/>
              <a:gd name="connsiteX72" fmla="*/ 345971572 w 429806768"/>
              <a:gd name="connsiteY72" fmla="*/ 49339408 h 149769852"/>
              <a:gd name="connsiteX73" fmla="*/ 345985508 w 429806768"/>
              <a:gd name="connsiteY73" fmla="*/ 49325408 h 149769852"/>
              <a:gd name="connsiteX74" fmla="*/ 345220175 w 429806768"/>
              <a:gd name="connsiteY74" fmla="*/ 50405200 h 149769852"/>
              <a:gd name="connsiteX75" fmla="*/ 345150807 w 429806768"/>
              <a:gd name="connsiteY75" fmla="*/ 50497552 h 149769852"/>
              <a:gd name="connsiteX76" fmla="*/ 345010667 w 429806768"/>
              <a:gd name="connsiteY76" fmla="*/ 50696124 h 149769852"/>
              <a:gd name="connsiteX77" fmla="*/ 345010680 w 429806768"/>
              <a:gd name="connsiteY77" fmla="*/ 50684148 h 149769852"/>
              <a:gd name="connsiteX78" fmla="*/ 344429352 w 429806768"/>
              <a:gd name="connsiteY78" fmla="*/ 51458208 h 149769852"/>
              <a:gd name="connsiteX79" fmla="*/ 312100324 w 429806768"/>
              <a:gd name="connsiteY79" fmla="*/ 68158732 h 149769852"/>
              <a:gd name="connsiteX80" fmla="*/ 273756576 w 429806768"/>
              <a:gd name="connsiteY80" fmla="*/ 40357160 h 149769852"/>
              <a:gd name="connsiteX81" fmla="*/ 209553136 w 429806768"/>
              <a:gd name="connsiteY81" fmla="*/ 896808 h 149769852"/>
              <a:gd name="connsiteX82" fmla="*/ 209553136 w 429806768"/>
              <a:gd name="connsiteY82" fmla="*/ 0 h 149769852"/>
              <a:gd name="connsiteX83" fmla="*/ 274648288 w 429806768"/>
              <a:gd name="connsiteY83" fmla="*/ 40357152 h 149769852"/>
              <a:gd name="connsiteX84" fmla="*/ 312100318 w 429806768"/>
              <a:gd name="connsiteY84" fmla="*/ 67261920 h 149769852"/>
              <a:gd name="connsiteX85" fmla="*/ 344409472 w 429806768"/>
              <a:gd name="connsiteY85" fmla="*/ 50323708 h 149769852"/>
              <a:gd name="connsiteX86" fmla="*/ 344946890 w 429806768"/>
              <a:gd name="connsiteY86" fmla="*/ 49539696 h 149769852"/>
              <a:gd name="connsiteX87" fmla="*/ 344986938 w 429806768"/>
              <a:gd name="connsiteY87" fmla="*/ 49476196 h 149769852"/>
              <a:gd name="connsiteX88" fmla="*/ 345078870 w 429806768"/>
              <a:gd name="connsiteY88" fmla="*/ 49347172 h 149769852"/>
              <a:gd name="connsiteX89" fmla="*/ 345093799 w 429806768"/>
              <a:gd name="connsiteY89" fmla="*/ 49325404 h 149769852"/>
              <a:gd name="connsiteX90" fmla="*/ 345093793 w 429806768"/>
              <a:gd name="connsiteY90" fmla="*/ 49327036 h 149769852"/>
              <a:gd name="connsiteX91" fmla="*/ 345151025 w 429806768"/>
              <a:gd name="connsiteY91" fmla="*/ 49255568 h 149769852"/>
              <a:gd name="connsiteX92" fmla="*/ 345232940 w 429806768"/>
              <a:gd name="connsiteY92" fmla="*/ 49139676 h 149769852"/>
              <a:gd name="connsiteX93" fmla="*/ 345093799 w 429806768"/>
              <a:gd name="connsiteY93" fmla="*/ 49325404 h 149769852"/>
              <a:gd name="connsiteX94" fmla="*/ 345107262 w 429806768"/>
              <a:gd name="connsiteY94" fmla="*/ 49298312 h 149769852"/>
              <a:gd name="connsiteX95" fmla="*/ 345109837 w 429806768"/>
              <a:gd name="connsiteY95" fmla="*/ 49293156 h 149769852"/>
              <a:gd name="connsiteX96" fmla="*/ 345188312 w 429806768"/>
              <a:gd name="connsiteY96" fmla="*/ 49188196 h 149769852"/>
              <a:gd name="connsiteX97" fmla="*/ 345205592 w 429806768"/>
              <a:gd name="connsiteY97" fmla="*/ 49159772 h 149769852"/>
              <a:gd name="connsiteX98" fmla="*/ 345276703 w 429806768"/>
              <a:gd name="connsiteY98" fmla="*/ 49064660 h 149769852"/>
              <a:gd name="connsiteX99" fmla="*/ 345278598 w 429806768"/>
              <a:gd name="connsiteY99" fmla="*/ 49061560 h 149769852"/>
              <a:gd name="connsiteX100" fmla="*/ 345325352 w 429806768"/>
              <a:gd name="connsiteY100" fmla="*/ 49004896 h 149769852"/>
              <a:gd name="connsiteX101" fmla="*/ 345328958 w 429806768"/>
              <a:gd name="connsiteY101" fmla="*/ 48998204 h 149769852"/>
              <a:gd name="connsiteX102" fmla="*/ 345412775 w 429806768"/>
              <a:gd name="connsiteY102" fmla="*/ 48886172 h 149769852"/>
              <a:gd name="connsiteX103" fmla="*/ 345427128 w 429806768"/>
              <a:gd name="connsiteY103" fmla="*/ 48862532 h 149769852"/>
              <a:gd name="connsiteX104" fmla="*/ 345501056 w 429806768"/>
              <a:gd name="connsiteY104" fmla="*/ 48768440 h 149769852"/>
              <a:gd name="connsiteX105" fmla="*/ 345501729 w 429806768"/>
              <a:gd name="connsiteY105" fmla="*/ 48767204 h 149769852"/>
              <a:gd name="connsiteX106" fmla="*/ 345524837 w 429806768"/>
              <a:gd name="connsiteY106" fmla="*/ 48741780 h 149769852"/>
              <a:gd name="connsiteX107" fmla="*/ 345623871 w 429806768"/>
              <a:gd name="connsiteY107" fmla="*/ 48609320 h 149769852"/>
              <a:gd name="connsiteX108" fmla="*/ 345653826 w 429806768"/>
              <a:gd name="connsiteY108" fmla="*/ 48560028 h 149769852"/>
              <a:gd name="connsiteX109" fmla="*/ 345680443 w 429806768"/>
              <a:gd name="connsiteY109" fmla="*/ 48530724 h 149769852"/>
              <a:gd name="connsiteX110" fmla="*/ 345775200 w 429806768"/>
              <a:gd name="connsiteY110" fmla="*/ 48404008 h 149769852"/>
              <a:gd name="connsiteX111" fmla="*/ 345779613 w 429806768"/>
              <a:gd name="connsiteY111" fmla="*/ 48396732 h 149769852"/>
              <a:gd name="connsiteX112" fmla="*/ 345839419 w 429806768"/>
              <a:gd name="connsiteY112" fmla="*/ 48316772 h 149769852"/>
              <a:gd name="connsiteX113" fmla="*/ 345844767 w 429806768"/>
              <a:gd name="connsiteY113" fmla="*/ 48307980 h 149769852"/>
              <a:gd name="connsiteX114" fmla="*/ 345846509 w 429806768"/>
              <a:gd name="connsiteY114" fmla="*/ 48306628 h 149769852"/>
              <a:gd name="connsiteX115" fmla="*/ 345890688 w 429806768"/>
              <a:gd name="connsiteY115" fmla="*/ 48256148 h 149769852"/>
              <a:gd name="connsiteX116" fmla="*/ 345952979 w 429806768"/>
              <a:gd name="connsiteY116" fmla="*/ 48168008 h 149769852"/>
              <a:gd name="connsiteX117" fmla="*/ 345973000 w 429806768"/>
              <a:gd name="connsiteY117" fmla="*/ 48143028 h 149769852"/>
              <a:gd name="connsiteX118" fmla="*/ 345985515 w 429806768"/>
              <a:gd name="connsiteY118" fmla="*/ 48121304 h 149769852"/>
              <a:gd name="connsiteX119" fmla="*/ 345985495 w 429806768"/>
              <a:gd name="connsiteY119" fmla="*/ 48127404 h 149769852"/>
              <a:gd name="connsiteX120" fmla="*/ 346076159 w 429806768"/>
              <a:gd name="connsiteY120" fmla="*/ 48014216 h 149769852"/>
              <a:gd name="connsiteX121" fmla="*/ 346817564 w 429806768"/>
              <a:gd name="connsiteY121" fmla="*/ 47024656 h 149769852"/>
              <a:gd name="connsiteX122" fmla="*/ 383437576 w 429806768"/>
              <a:gd name="connsiteY122" fmla="*/ 28698400 h 149769852"/>
              <a:gd name="connsiteX123" fmla="*/ 429806768 w 429806768"/>
              <a:gd name="connsiteY123" fmla="*/ 76230120 h 149769852"/>
              <a:gd name="connsiteX124" fmla="*/ 383437560 w 429806768"/>
              <a:gd name="connsiteY124" fmla="*/ 122865048 h 149769852"/>
              <a:gd name="connsiteX125" fmla="*/ 345864314 w 429806768"/>
              <a:gd name="connsiteY125" fmla="*/ 103401911 h 149769852"/>
              <a:gd name="connsiteX126" fmla="*/ 345607129 w 429806768"/>
              <a:gd name="connsiteY126" fmla="*/ 103013455 h 149769852"/>
              <a:gd name="connsiteX127" fmla="*/ 345603601 w 429806768"/>
              <a:gd name="connsiteY127" fmla="*/ 103010010 h 149769852"/>
              <a:gd name="connsiteX128" fmla="*/ 345546299 w 429806768"/>
              <a:gd name="connsiteY128" fmla="*/ 102931414 h 149769852"/>
              <a:gd name="connsiteX129" fmla="*/ 345526754 w 429806768"/>
              <a:gd name="connsiteY129" fmla="*/ 102892055 h 149769852"/>
              <a:gd name="connsiteX130" fmla="*/ 345093774 w 429806768"/>
              <a:gd name="connsiteY130" fmla="*/ 102238074 h 149769852"/>
              <a:gd name="connsiteX131" fmla="*/ 345121528 w 429806768"/>
              <a:gd name="connsiteY131" fmla="*/ 102265987 h 149769852"/>
              <a:gd name="connsiteX132" fmla="*/ 345107240 w 429806768"/>
              <a:gd name="connsiteY132" fmla="*/ 102238074 h 149769852"/>
              <a:gd name="connsiteX133" fmla="*/ 345093774 w 429806768"/>
              <a:gd name="connsiteY133" fmla="*/ 102238074 h 149769852"/>
              <a:gd name="connsiteX134" fmla="*/ 345102663 w 429806768"/>
              <a:gd name="connsiteY134" fmla="*/ 102229133 h 149769852"/>
              <a:gd name="connsiteX135" fmla="*/ 345093966 w 429806768"/>
              <a:gd name="connsiteY135" fmla="*/ 102212143 h 149769852"/>
              <a:gd name="connsiteX136" fmla="*/ 345093774 w 429806768"/>
              <a:gd name="connsiteY136" fmla="*/ 102211523 h 149769852"/>
              <a:gd name="connsiteX137" fmla="*/ 345093774 w 429806768"/>
              <a:gd name="connsiteY137" fmla="*/ 102226250 h 149769852"/>
              <a:gd name="connsiteX138" fmla="*/ 345093774 w 429806768"/>
              <a:gd name="connsiteY138" fmla="*/ 102238074 h 149769852"/>
              <a:gd name="connsiteX139" fmla="*/ 312100324 w 429806768"/>
              <a:gd name="connsiteY139" fmla="*/ 83404744 h 149769852"/>
              <a:gd name="connsiteX140" fmla="*/ 274648288 w 429806768"/>
              <a:gd name="connsiteY140" fmla="*/ 110309522 h 149769852"/>
              <a:gd name="connsiteX141" fmla="*/ 209553136 w 429806768"/>
              <a:gd name="connsiteY141" fmla="*/ 149769852 h 149769852"/>
              <a:gd name="connsiteX142" fmla="*/ 208661424 w 429806768"/>
              <a:gd name="connsiteY142" fmla="*/ 149769848 h 149769852"/>
              <a:gd name="connsiteX143" fmla="*/ 143566192 w 429806768"/>
              <a:gd name="connsiteY143" fmla="*/ 109412682 h 149769852"/>
              <a:gd name="connsiteX144" fmla="*/ 111464464 w 429806768"/>
              <a:gd name="connsiteY144" fmla="*/ 86095212 h 149769852"/>
              <a:gd name="connsiteX145" fmla="*/ 84713008 w 429806768"/>
              <a:gd name="connsiteY145" fmla="*/ 101341274 h 149769852"/>
              <a:gd name="connsiteX146" fmla="*/ 84713008 w 429806768"/>
              <a:gd name="connsiteY146" fmla="*/ 101317392 h 149769852"/>
              <a:gd name="connsiteX147" fmla="*/ 84663040 w 429806768"/>
              <a:gd name="connsiteY147" fmla="*/ 101391537 h 149769852"/>
              <a:gd name="connsiteX148" fmla="*/ 84665952 w 429806768"/>
              <a:gd name="connsiteY148" fmla="*/ 101388564 h 149769852"/>
              <a:gd name="connsiteX149" fmla="*/ 84713008 w 429806768"/>
              <a:gd name="connsiteY149" fmla="*/ 101341274 h 149769852"/>
              <a:gd name="connsiteX150" fmla="*/ 84497824 w 429806768"/>
              <a:gd name="connsiteY150" fmla="*/ 101608742 h 149769852"/>
              <a:gd name="connsiteX151" fmla="*/ 84442496 w 429806768"/>
              <a:gd name="connsiteY151" fmla="*/ 101690792 h 149769852"/>
              <a:gd name="connsiteX152" fmla="*/ 84419184 w 429806768"/>
              <a:gd name="connsiteY152" fmla="*/ 101706526 h 149769852"/>
              <a:gd name="connsiteX153" fmla="*/ 84364288 w 429806768"/>
              <a:gd name="connsiteY153" fmla="*/ 101774717 h 149769852"/>
              <a:gd name="connsiteX154" fmla="*/ 84363040 w 429806768"/>
              <a:gd name="connsiteY154" fmla="*/ 101780811 h 149769852"/>
              <a:gd name="connsiteX155" fmla="*/ 84257136 w 429806768"/>
              <a:gd name="connsiteY155" fmla="*/ 101937957 h 149769852"/>
              <a:gd name="connsiteX156" fmla="*/ 84204416 w 429806768"/>
              <a:gd name="connsiteY156" fmla="*/ 101973482 h 149769852"/>
              <a:gd name="connsiteX157" fmla="*/ 82989216 w 429806768"/>
              <a:gd name="connsiteY157" fmla="*/ 103484139 h 149769852"/>
              <a:gd name="connsiteX158" fmla="*/ 46369216 w 429806768"/>
              <a:gd name="connsiteY158" fmla="*/ 121071428 h 149769852"/>
              <a:gd name="connsiteX159" fmla="*/ 0 w 429806768"/>
              <a:gd name="connsiteY159" fmla="*/ 74436508 h 149769852"/>
              <a:gd name="connsiteX160" fmla="*/ 46369216 w 429806768"/>
              <a:gd name="connsiteY160" fmla="*/ 27801592 h 149769852"/>
              <a:gd name="connsiteX161" fmla="*/ 84713008 w 429806768"/>
              <a:gd name="connsiteY161" fmla="*/ 47531744 h 149769852"/>
              <a:gd name="connsiteX162" fmla="*/ 84700896 w 429806768"/>
              <a:gd name="connsiteY162" fmla="*/ 47519608 h 149769852"/>
              <a:gd name="connsiteX163" fmla="*/ 84710208 w 429806768"/>
              <a:gd name="connsiteY163" fmla="*/ 47534524 h 149769852"/>
              <a:gd name="connsiteX164" fmla="*/ 84713008 w 429806768"/>
              <a:gd name="connsiteY164" fmla="*/ 47531744 h 149769852"/>
              <a:gd name="connsiteX165" fmla="*/ 111464464 w 429806768"/>
              <a:gd name="connsiteY165" fmla="*/ 62777776 h 149769852"/>
              <a:gd name="connsiteX166" fmla="*/ 143566224 w 429806768"/>
              <a:gd name="connsiteY166" fmla="*/ 39460320 h 149769852"/>
              <a:gd name="connsiteX167" fmla="*/ 209553136 w 429806768"/>
              <a:gd name="connsiteY167" fmla="*/ 0 h 149769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429806768" h="149769852">
                <a:moveTo>
                  <a:pt x="84577312" y="101477729"/>
                </a:moveTo>
                <a:lnTo>
                  <a:pt x="84556960" y="101491430"/>
                </a:lnTo>
                <a:lnTo>
                  <a:pt x="84555312" y="101499873"/>
                </a:lnTo>
                <a:close/>
                <a:moveTo>
                  <a:pt x="84315504" y="99947368"/>
                </a:moveTo>
                <a:lnTo>
                  <a:pt x="84270272" y="99992833"/>
                </a:lnTo>
                <a:lnTo>
                  <a:pt x="84296976" y="99974848"/>
                </a:lnTo>
                <a:close/>
                <a:moveTo>
                  <a:pt x="84438752" y="99823379"/>
                </a:moveTo>
                <a:lnTo>
                  <a:pt x="84427360" y="99834884"/>
                </a:lnTo>
                <a:lnTo>
                  <a:pt x="84437872" y="99827776"/>
                </a:lnTo>
                <a:close/>
                <a:moveTo>
                  <a:pt x="84432832" y="49043640"/>
                </a:moveTo>
                <a:lnTo>
                  <a:pt x="84443488" y="49054352"/>
                </a:lnTo>
                <a:lnTo>
                  <a:pt x="84442912" y="49048652"/>
                </a:lnTo>
                <a:close/>
                <a:moveTo>
                  <a:pt x="345362582" y="48966660"/>
                </a:moveTo>
                <a:lnTo>
                  <a:pt x="345257854" y="49106440"/>
                </a:lnTo>
                <a:lnTo>
                  <a:pt x="345308322" y="49043420"/>
                </a:lnTo>
                <a:close/>
                <a:moveTo>
                  <a:pt x="84282880" y="48892836"/>
                </a:moveTo>
                <a:lnTo>
                  <a:pt x="84286704" y="48896680"/>
                </a:lnTo>
                <a:lnTo>
                  <a:pt x="84285776" y="48894380"/>
                </a:lnTo>
                <a:close/>
                <a:moveTo>
                  <a:pt x="345492167" y="48793684"/>
                </a:moveTo>
                <a:lnTo>
                  <a:pt x="345440847" y="48862176"/>
                </a:lnTo>
                <a:lnTo>
                  <a:pt x="345465581" y="48831304"/>
                </a:lnTo>
                <a:close/>
                <a:moveTo>
                  <a:pt x="345656343" y="48574556"/>
                </a:moveTo>
                <a:lnTo>
                  <a:pt x="345623948" y="48617780"/>
                </a:lnTo>
                <a:lnTo>
                  <a:pt x="345640786" y="48596772"/>
                </a:lnTo>
                <a:lnTo>
                  <a:pt x="345641747" y="48595200"/>
                </a:lnTo>
                <a:close/>
                <a:moveTo>
                  <a:pt x="84610656" y="47428860"/>
                </a:moveTo>
                <a:lnTo>
                  <a:pt x="84612864" y="47432848"/>
                </a:lnTo>
                <a:lnTo>
                  <a:pt x="84617392" y="47435628"/>
                </a:lnTo>
                <a:close/>
                <a:moveTo>
                  <a:pt x="209553136" y="896808"/>
                </a:moveTo>
                <a:cubicBezTo>
                  <a:pt x="181018224" y="896816"/>
                  <a:pt x="156941952" y="17039704"/>
                  <a:pt x="144457888" y="40357140"/>
                </a:cubicBezTo>
                <a:cubicBezTo>
                  <a:pt x="135540736" y="57396832"/>
                  <a:pt x="123056736" y="63674600"/>
                  <a:pt x="111464464" y="63674592"/>
                </a:cubicBezTo>
                <a:cubicBezTo>
                  <a:pt x="101098272" y="63674596"/>
                  <a:pt x="90732096" y="57783060"/>
                  <a:pt x="84419376" y="49261348"/>
                </a:cubicBezTo>
                <a:lnTo>
                  <a:pt x="83830560" y="48441532"/>
                </a:lnTo>
                <a:lnTo>
                  <a:pt x="83829600" y="48440452"/>
                </a:lnTo>
                <a:lnTo>
                  <a:pt x="83829152" y="48439568"/>
                </a:lnTo>
                <a:lnTo>
                  <a:pt x="83821280" y="48428568"/>
                </a:lnTo>
                <a:lnTo>
                  <a:pt x="83826320" y="48433656"/>
                </a:lnTo>
                <a:lnTo>
                  <a:pt x="83823872" y="48428568"/>
                </a:lnTo>
                <a:lnTo>
                  <a:pt x="83821280" y="48428568"/>
                </a:lnTo>
                <a:cubicBezTo>
                  <a:pt x="83821280" y="48428568"/>
                  <a:pt x="83821280" y="48428568"/>
                  <a:pt x="83823008" y="48426812"/>
                </a:cubicBezTo>
                <a:lnTo>
                  <a:pt x="83823040" y="48426796"/>
                </a:lnTo>
                <a:lnTo>
                  <a:pt x="83821280" y="48423136"/>
                </a:lnTo>
                <a:lnTo>
                  <a:pt x="83821280" y="48425072"/>
                </a:lnTo>
                <a:cubicBezTo>
                  <a:pt x="83821280" y="48428568"/>
                  <a:pt x="83821280" y="48428568"/>
                  <a:pt x="83821280" y="48428568"/>
                </a:cubicBezTo>
                <a:cubicBezTo>
                  <a:pt x="75795808" y="36769844"/>
                  <a:pt x="62420064" y="28698408"/>
                  <a:pt x="46369184" y="28698400"/>
                </a:cubicBezTo>
                <a:cubicBezTo>
                  <a:pt x="21401152" y="28698400"/>
                  <a:pt x="891712" y="48428564"/>
                  <a:pt x="891712" y="74436504"/>
                </a:cubicBezTo>
                <a:cubicBezTo>
                  <a:pt x="891744" y="99547589"/>
                  <a:pt x="21401184" y="120174592"/>
                  <a:pt x="46369216" y="120174592"/>
                </a:cubicBezTo>
                <a:cubicBezTo>
                  <a:pt x="61528384" y="120174584"/>
                  <a:pt x="75795808" y="112999997"/>
                  <a:pt x="83821280" y="100444432"/>
                </a:cubicBezTo>
                <a:lnTo>
                  <a:pt x="83821280" y="100470358"/>
                </a:lnTo>
                <a:lnTo>
                  <a:pt x="83837760" y="100453820"/>
                </a:lnTo>
                <a:lnTo>
                  <a:pt x="83855968" y="100426685"/>
                </a:lnTo>
                <a:lnTo>
                  <a:pt x="83859920" y="100407284"/>
                </a:lnTo>
                <a:lnTo>
                  <a:pt x="83863536" y="100401937"/>
                </a:lnTo>
                <a:lnTo>
                  <a:pt x="83835168" y="100430430"/>
                </a:lnTo>
                <a:cubicBezTo>
                  <a:pt x="83821280" y="100444432"/>
                  <a:pt x="83821280" y="100444432"/>
                  <a:pt x="83821280" y="100444432"/>
                </a:cubicBezTo>
                <a:cubicBezTo>
                  <a:pt x="90063280" y="91476178"/>
                  <a:pt x="100763888" y="85198412"/>
                  <a:pt x="111464464" y="85198399"/>
                </a:cubicBezTo>
                <a:cubicBezTo>
                  <a:pt x="123056736" y="85198397"/>
                  <a:pt x="135540704" y="92373009"/>
                  <a:pt x="144457888" y="109412686"/>
                </a:cubicBezTo>
                <a:cubicBezTo>
                  <a:pt x="156050224" y="132730156"/>
                  <a:pt x="181018224" y="148873016"/>
                  <a:pt x="208661424" y="148873012"/>
                </a:cubicBezTo>
                <a:cubicBezTo>
                  <a:pt x="208661424" y="148873012"/>
                  <a:pt x="208661424" y="148873012"/>
                  <a:pt x="209553136" y="148873016"/>
                </a:cubicBezTo>
                <a:cubicBezTo>
                  <a:pt x="237196248" y="148873016"/>
                  <a:pt x="261272520" y="133626952"/>
                  <a:pt x="273756584" y="110309515"/>
                </a:cubicBezTo>
                <a:cubicBezTo>
                  <a:pt x="284457120" y="90579348"/>
                  <a:pt x="298724640" y="82507916"/>
                  <a:pt x="312100318" y="82507906"/>
                </a:cubicBezTo>
                <a:cubicBezTo>
                  <a:pt x="325476072" y="82507912"/>
                  <a:pt x="337960097" y="90579341"/>
                  <a:pt x="345985495" y="101341251"/>
                </a:cubicBezTo>
                <a:lnTo>
                  <a:pt x="345961006" y="101316622"/>
                </a:lnTo>
                <a:lnTo>
                  <a:pt x="345983218" y="101343542"/>
                </a:lnTo>
                <a:lnTo>
                  <a:pt x="345983753" y="101343003"/>
                </a:lnTo>
                <a:cubicBezTo>
                  <a:pt x="345985495" y="101341251"/>
                  <a:pt x="345985495" y="101341251"/>
                  <a:pt x="345985495" y="101341251"/>
                </a:cubicBezTo>
                <a:cubicBezTo>
                  <a:pt x="354011009" y="113896808"/>
                  <a:pt x="367386680" y="121968212"/>
                  <a:pt x="383437568" y="121968220"/>
                </a:cubicBezTo>
                <a:cubicBezTo>
                  <a:pt x="408405616" y="121968224"/>
                  <a:pt x="428915080" y="101341263"/>
                  <a:pt x="428915072" y="76230148"/>
                </a:cubicBezTo>
                <a:cubicBezTo>
                  <a:pt x="428915072" y="50222208"/>
                  <a:pt x="408405592" y="29595256"/>
                  <a:pt x="383437576" y="29595272"/>
                </a:cubicBezTo>
                <a:cubicBezTo>
                  <a:pt x="368278414" y="29595264"/>
                  <a:pt x="354011002" y="37666700"/>
                  <a:pt x="345985508" y="49325408"/>
                </a:cubicBezTo>
                <a:lnTo>
                  <a:pt x="345985502" y="49314756"/>
                </a:lnTo>
                <a:lnTo>
                  <a:pt x="345959621" y="49351428"/>
                </a:lnTo>
                <a:lnTo>
                  <a:pt x="345971572" y="49339408"/>
                </a:lnTo>
                <a:cubicBezTo>
                  <a:pt x="345985508" y="49325408"/>
                  <a:pt x="345985508" y="49325408"/>
                  <a:pt x="345985508" y="49325408"/>
                </a:cubicBezTo>
                <a:cubicBezTo>
                  <a:pt x="345734716" y="49689736"/>
                  <a:pt x="345479550" y="50049696"/>
                  <a:pt x="345220175" y="50405200"/>
                </a:cubicBezTo>
                <a:lnTo>
                  <a:pt x="345150807" y="50497552"/>
                </a:lnTo>
                <a:lnTo>
                  <a:pt x="345010667" y="50696124"/>
                </a:lnTo>
                <a:lnTo>
                  <a:pt x="345010680" y="50684148"/>
                </a:lnTo>
                <a:lnTo>
                  <a:pt x="344429352" y="51458208"/>
                </a:lnTo>
                <a:cubicBezTo>
                  <a:pt x="336396108" y="61852928"/>
                  <a:pt x="324640088" y="68158728"/>
                  <a:pt x="312100324" y="68158732"/>
                </a:cubicBezTo>
                <a:cubicBezTo>
                  <a:pt x="298724632" y="68158732"/>
                  <a:pt x="284457136" y="60087312"/>
                  <a:pt x="273756576" y="40357160"/>
                </a:cubicBezTo>
                <a:cubicBezTo>
                  <a:pt x="262164264" y="17039696"/>
                  <a:pt x="237196248" y="1793640"/>
                  <a:pt x="209553136" y="896808"/>
                </a:cubicBezTo>
                <a:close/>
                <a:moveTo>
                  <a:pt x="209553136" y="0"/>
                </a:moveTo>
                <a:cubicBezTo>
                  <a:pt x="238087976" y="896808"/>
                  <a:pt x="262164256" y="16142856"/>
                  <a:pt x="274648288" y="40357152"/>
                </a:cubicBezTo>
                <a:cubicBezTo>
                  <a:pt x="285348888" y="60087312"/>
                  <a:pt x="299616296" y="67261916"/>
                  <a:pt x="312100318" y="67261920"/>
                </a:cubicBezTo>
                <a:cubicBezTo>
                  <a:pt x="325058080" y="67261920"/>
                  <a:pt x="337178976" y="60528716"/>
                  <a:pt x="344409472" y="50323708"/>
                </a:cubicBezTo>
                <a:lnTo>
                  <a:pt x="344946890" y="49539696"/>
                </a:lnTo>
                <a:lnTo>
                  <a:pt x="344986938" y="49476196"/>
                </a:lnTo>
                <a:lnTo>
                  <a:pt x="345078870" y="49347172"/>
                </a:lnTo>
                <a:lnTo>
                  <a:pt x="345093799" y="49325404"/>
                </a:lnTo>
                <a:lnTo>
                  <a:pt x="345093793" y="49327036"/>
                </a:lnTo>
                <a:lnTo>
                  <a:pt x="345151025" y="49255568"/>
                </a:lnTo>
                <a:lnTo>
                  <a:pt x="345232940" y="49139676"/>
                </a:lnTo>
                <a:lnTo>
                  <a:pt x="345093799" y="49325404"/>
                </a:lnTo>
                <a:cubicBezTo>
                  <a:pt x="345093799" y="49325404"/>
                  <a:pt x="345093799" y="49325404"/>
                  <a:pt x="345107262" y="49298312"/>
                </a:cubicBezTo>
                <a:lnTo>
                  <a:pt x="345109837" y="49293156"/>
                </a:lnTo>
                <a:lnTo>
                  <a:pt x="345188312" y="49188196"/>
                </a:lnTo>
                <a:lnTo>
                  <a:pt x="345205592" y="49159772"/>
                </a:lnTo>
                <a:lnTo>
                  <a:pt x="345276703" y="49064660"/>
                </a:lnTo>
                <a:lnTo>
                  <a:pt x="345278598" y="49061560"/>
                </a:lnTo>
                <a:lnTo>
                  <a:pt x="345325352" y="49004896"/>
                </a:lnTo>
                <a:lnTo>
                  <a:pt x="345328958" y="48998204"/>
                </a:lnTo>
                <a:lnTo>
                  <a:pt x="345412775" y="48886172"/>
                </a:lnTo>
                <a:lnTo>
                  <a:pt x="345427128" y="48862532"/>
                </a:lnTo>
                <a:lnTo>
                  <a:pt x="345501056" y="48768440"/>
                </a:lnTo>
                <a:lnTo>
                  <a:pt x="345501729" y="48767204"/>
                </a:lnTo>
                <a:lnTo>
                  <a:pt x="345524837" y="48741780"/>
                </a:lnTo>
                <a:cubicBezTo>
                  <a:pt x="345559908" y="48699292"/>
                  <a:pt x="345592963" y="48655092"/>
                  <a:pt x="345623871" y="48609320"/>
                </a:cubicBezTo>
                <a:lnTo>
                  <a:pt x="345653826" y="48560028"/>
                </a:lnTo>
                <a:lnTo>
                  <a:pt x="345680443" y="48530724"/>
                </a:lnTo>
                <a:cubicBezTo>
                  <a:pt x="345713991" y="48490064"/>
                  <a:pt x="345745630" y="48447788"/>
                  <a:pt x="345775200" y="48404008"/>
                </a:cubicBezTo>
                <a:lnTo>
                  <a:pt x="345779613" y="48396732"/>
                </a:lnTo>
                <a:lnTo>
                  <a:pt x="345839419" y="48316772"/>
                </a:lnTo>
                <a:lnTo>
                  <a:pt x="345844767" y="48307980"/>
                </a:lnTo>
                <a:lnTo>
                  <a:pt x="345846509" y="48306628"/>
                </a:lnTo>
                <a:lnTo>
                  <a:pt x="345890688" y="48256148"/>
                </a:lnTo>
                <a:lnTo>
                  <a:pt x="345952979" y="48168008"/>
                </a:lnTo>
                <a:lnTo>
                  <a:pt x="345973000" y="48143028"/>
                </a:lnTo>
                <a:lnTo>
                  <a:pt x="345985515" y="48121304"/>
                </a:lnTo>
                <a:lnTo>
                  <a:pt x="345985495" y="48127404"/>
                </a:lnTo>
                <a:lnTo>
                  <a:pt x="346076159" y="48014216"/>
                </a:lnTo>
                <a:lnTo>
                  <a:pt x="346817564" y="47024656"/>
                </a:lnTo>
                <a:cubicBezTo>
                  <a:pt x="355693413" y="35792436"/>
                  <a:pt x="368389886" y="28698400"/>
                  <a:pt x="383437576" y="28698400"/>
                </a:cubicBezTo>
                <a:cubicBezTo>
                  <a:pt x="409297320" y="28698416"/>
                  <a:pt x="429806768" y="50222228"/>
                  <a:pt x="429806768" y="76230120"/>
                </a:cubicBezTo>
                <a:cubicBezTo>
                  <a:pt x="429806752" y="101341258"/>
                  <a:pt x="409297312" y="122865056"/>
                  <a:pt x="383437560" y="122865048"/>
                </a:cubicBezTo>
                <a:cubicBezTo>
                  <a:pt x="367888288" y="122865060"/>
                  <a:pt x="354012706" y="115290215"/>
                  <a:pt x="345864314" y="103401911"/>
                </a:cubicBezTo>
                <a:lnTo>
                  <a:pt x="345607129" y="103013455"/>
                </a:lnTo>
                <a:lnTo>
                  <a:pt x="345603601" y="103010010"/>
                </a:lnTo>
                <a:cubicBezTo>
                  <a:pt x="345582393" y="102985524"/>
                  <a:pt x="345563205" y="102959239"/>
                  <a:pt x="345546299" y="102931414"/>
                </a:cubicBezTo>
                <a:lnTo>
                  <a:pt x="345526754" y="102892055"/>
                </a:lnTo>
                <a:lnTo>
                  <a:pt x="345093774" y="102238074"/>
                </a:lnTo>
                <a:lnTo>
                  <a:pt x="345121528" y="102265987"/>
                </a:lnTo>
                <a:lnTo>
                  <a:pt x="345107240" y="102238074"/>
                </a:lnTo>
                <a:lnTo>
                  <a:pt x="345093774" y="102238074"/>
                </a:lnTo>
                <a:lnTo>
                  <a:pt x="345102663" y="102229133"/>
                </a:lnTo>
                <a:lnTo>
                  <a:pt x="345093966" y="102212143"/>
                </a:lnTo>
                <a:lnTo>
                  <a:pt x="345093774" y="102211523"/>
                </a:lnTo>
                <a:lnTo>
                  <a:pt x="345093774" y="102226250"/>
                </a:lnTo>
                <a:cubicBezTo>
                  <a:pt x="345093774" y="102238074"/>
                  <a:pt x="345093774" y="102238074"/>
                  <a:pt x="345093774" y="102238074"/>
                </a:cubicBezTo>
                <a:cubicBezTo>
                  <a:pt x="337068381" y="90579348"/>
                  <a:pt x="324584356" y="83404756"/>
                  <a:pt x="312100324" y="83404744"/>
                </a:cubicBezTo>
                <a:cubicBezTo>
                  <a:pt x="298724640" y="83404756"/>
                  <a:pt x="285348888" y="91476174"/>
                  <a:pt x="274648288" y="110309522"/>
                </a:cubicBezTo>
                <a:cubicBezTo>
                  <a:pt x="262164256" y="133626956"/>
                  <a:pt x="237196240" y="149769844"/>
                  <a:pt x="209553136" y="149769852"/>
                </a:cubicBezTo>
                <a:cubicBezTo>
                  <a:pt x="209553136" y="149769852"/>
                  <a:pt x="209553136" y="149769852"/>
                  <a:pt x="208661424" y="149769848"/>
                </a:cubicBezTo>
                <a:cubicBezTo>
                  <a:pt x="180126496" y="149769848"/>
                  <a:pt x="156050224" y="133626960"/>
                  <a:pt x="143566192" y="109412682"/>
                </a:cubicBezTo>
                <a:cubicBezTo>
                  <a:pt x="134649040" y="93269829"/>
                  <a:pt x="122165040" y="86095219"/>
                  <a:pt x="111464464" y="86095212"/>
                </a:cubicBezTo>
                <a:cubicBezTo>
                  <a:pt x="100763888" y="86095228"/>
                  <a:pt x="90954976" y="92373009"/>
                  <a:pt x="84713008" y="101341274"/>
                </a:cubicBezTo>
                <a:lnTo>
                  <a:pt x="84713008" y="101317392"/>
                </a:lnTo>
                <a:lnTo>
                  <a:pt x="84663040" y="101391537"/>
                </a:lnTo>
                <a:lnTo>
                  <a:pt x="84665952" y="101388564"/>
                </a:lnTo>
                <a:cubicBezTo>
                  <a:pt x="84713008" y="101341274"/>
                  <a:pt x="84713008" y="101341274"/>
                  <a:pt x="84713008" y="101341274"/>
                </a:cubicBezTo>
                <a:lnTo>
                  <a:pt x="84497824" y="101608742"/>
                </a:lnTo>
                <a:lnTo>
                  <a:pt x="84442496" y="101690792"/>
                </a:lnTo>
                <a:lnTo>
                  <a:pt x="84419184" y="101706526"/>
                </a:lnTo>
                <a:lnTo>
                  <a:pt x="84364288" y="101774717"/>
                </a:lnTo>
                <a:lnTo>
                  <a:pt x="84363040" y="101780811"/>
                </a:lnTo>
                <a:cubicBezTo>
                  <a:pt x="84338048" y="101839964"/>
                  <a:pt x="84301856" y="101893215"/>
                  <a:pt x="84257136" y="101937957"/>
                </a:cubicBezTo>
                <a:lnTo>
                  <a:pt x="84204416" y="101973482"/>
                </a:lnTo>
                <a:lnTo>
                  <a:pt x="82989216" y="103484139"/>
                </a:lnTo>
                <a:cubicBezTo>
                  <a:pt x="74113408" y="113977385"/>
                  <a:pt x="61416896" y="121071432"/>
                  <a:pt x="46369216" y="121071428"/>
                </a:cubicBezTo>
                <a:cubicBezTo>
                  <a:pt x="20509440" y="121071416"/>
                  <a:pt x="32" y="100444434"/>
                  <a:pt x="0" y="74436508"/>
                </a:cubicBezTo>
                <a:cubicBezTo>
                  <a:pt x="32" y="48428552"/>
                  <a:pt x="20509472" y="27801592"/>
                  <a:pt x="46369216" y="27801592"/>
                </a:cubicBezTo>
                <a:cubicBezTo>
                  <a:pt x="62420064" y="27801592"/>
                  <a:pt x="76687520" y="35873020"/>
                  <a:pt x="84713008" y="47531744"/>
                </a:cubicBezTo>
                <a:lnTo>
                  <a:pt x="84700896" y="47519608"/>
                </a:lnTo>
                <a:lnTo>
                  <a:pt x="84710208" y="47534524"/>
                </a:lnTo>
                <a:lnTo>
                  <a:pt x="84713008" y="47531744"/>
                </a:lnTo>
                <a:cubicBezTo>
                  <a:pt x="90954976" y="57396832"/>
                  <a:pt x="100763888" y="62777792"/>
                  <a:pt x="111464464" y="62777776"/>
                </a:cubicBezTo>
                <a:cubicBezTo>
                  <a:pt x="123056736" y="62777788"/>
                  <a:pt x="134649040" y="56499992"/>
                  <a:pt x="143566224" y="39460320"/>
                </a:cubicBezTo>
                <a:cubicBezTo>
                  <a:pt x="156050256" y="16142872"/>
                  <a:pt x="181018224" y="0"/>
                  <a:pt x="209553136"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p>
        </p:txBody>
      </p:sp>
    </p:spTree>
    <p:extLst>
      <p:ext uri="{BB962C8B-B14F-4D97-AF65-F5344CB8AC3E}">
        <p14:creationId xmlns:p14="http://schemas.microsoft.com/office/powerpoint/2010/main" val="2217356895"/>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29"/>
          <p:cNvSpPr>
            <a:spLocks noEditPoints="1"/>
          </p:cNvSpPr>
          <p:nvPr/>
        </p:nvSpPr>
        <p:spPr bwMode="auto">
          <a:xfrm>
            <a:off x="7000007" y="5100127"/>
            <a:ext cx="1322336" cy="1319578"/>
          </a:xfrm>
          <a:custGeom>
            <a:avLst/>
            <a:gdLst>
              <a:gd name="T0" fmla="*/ 259 w 453"/>
              <a:gd name="T1" fmla="*/ 452 h 452"/>
              <a:gd name="T2" fmla="*/ 269 w 453"/>
              <a:gd name="T3" fmla="*/ 393 h 452"/>
              <a:gd name="T4" fmla="*/ 314 w 453"/>
              <a:gd name="T5" fmla="*/ 374 h 452"/>
              <a:gd name="T6" fmla="*/ 363 w 453"/>
              <a:gd name="T7" fmla="*/ 409 h 452"/>
              <a:gd name="T8" fmla="*/ 409 w 453"/>
              <a:gd name="T9" fmla="*/ 363 h 452"/>
              <a:gd name="T10" fmla="*/ 375 w 453"/>
              <a:gd name="T11" fmla="*/ 313 h 452"/>
              <a:gd name="T12" fmla="*/ 393 w 453"/>
              <a:gd name="T13" fmla="*/ 269 h 452"/>
              <a:gd name="T14" fmla="*/ 453 w 453"/>
              <a:gd name="T15" fmla="*/ 258 h 452"/>
              <a:gd name="T16" fmla="*/ 452 w 453"/>
              <a:gd name="T17" fmla="*/ 193 h 452"/>
              <a:gd name="T18" fmla="*/ 393 w 453"/>
              <a:gd name="T19" fmla="*/ 183 h 452"/>
              <a:gd name="T20" fmla="*/ 391 w 453"/>
              <a:gd name="T21" fmla="*/ 178 h 452"/>
              <a:gd name="T22" fmla="*/ 391 w 453"/>
              <a:gd name="T23" fmla="*/ 178 h 452"/>
              <a:gd name="T24" fmla="*/ 384 w 453"/>
              <a:gd name="T25" fmla="*/ 161 h 452"/>
              <a:gd name="T26" fmla="*/ 381 w 453"/>
              <a:gd name="T27" fmla="*/ 152 h 452"/>
              <a:gd name="T28" fmla="*/ 381 w 453"/>
              <a:gd name="T29" fmla="*/ 152 h 452"/>
              <a:gd name="T30" fmla="*/ 375 w 453"/>
              <a:gd name="T31" fmla="*/ 139 h 452"/>
              <a:gd name="T32" fmla="*/ 409 w 453"/>
              <a:gd name="T33" fmla="*/ 89 h 452"/>
              <a:gd name="T34" fmla="*/ 363 w 453"/>
              <a:gd name="T35" fmla="*/ 43 h 452"/>
              <a:gd name="T36" fmla="*/ 314 w 453"/>
              <a:gd name="T37" fmla="*/ 78 h 452"/>
              <a:gd name="T38" fmla="*/ 269 w 453"/>
              <a:gd name="T39" fmla="*/ 59 h 452"/>
              <a:gd name="T40" fmla="*/ 259 w 453"/>
              <a:gd name="T41" fmla="*/ 0 h 452"/>
              <a:gd name="T42" fmla="*/ 194 w 453"/>
              <a:gd name="T43" fmla="*/ 0 h 452"/>
              <a:gd name="T44" fmla="*/ 183 w 453"/>
              <a:gd name="T45" fmla="*/ 59 h 452"/>
              <a:gd name="T46" fmla="*/ 139 w 453"/>
              <a:gd name="T47" fmla="*/ 78 h 452"/>
              <a:gd name="T48" fmla="*/ 90 w 453"/>
              <a:gd name="T49" fmla="*/ 43 h 452"/>
              <a:gd name="T50" fmla="*/ 43 w 453"/>
              <a:gd name="T51" fmla="*/ 89 h 452"/>
              <a:gd name="T52" fmla="*/ 78 w 453"/>
              <a:gd name="T53" fmla="*/ 139 h 452"/>
              <a:gd name="T54" fmla="*/ 59 w 453"/>
              <a:gd name="T55" fmla="*/ 183 h 452"/>
              <a:gd name="T56" fmla="*/ 0 w 453"/>
              <a:gd name="T57" fmla="*/ 193 h 452"/>
              <a:gd name="T58" fmla="*/ 0 w 453"/>
              <a:gd name="T59" fmla="*/ 259 h 452"/>
              <a:gd name="T60" fmla="*/ 60 w 453"/>
              <a:gd name="T61" fmla="*/ 269 h 452"/>
              <a:gd name="T62" fmla="*/ 78 w 453"/>
              <a:gd name="T63" fmla="*/ 314 h 452"/>
              <a:gd name="T64" fmla="*/ 44 w 453"/>
              <a:gd name="T65" fmla="*/ 363 h 452"/>
              <a:gd name="T66" fmla="*/ 90 w 453"/>
              <a:gd name="T67" fmla="*/ 409 h 452"/>
              <a:gd name="T68" fmla="*/ 139 w 453"/>
              <a:gd name="T69" fmla="*/ 374 h 452"/>
              <a:gd name="T70" fmla="*/ 184 w 453"/>
              <a:gd name="T71" fmla="*/ 393 h 452"/>
              <a:gd name="T72" fmla="*/ 194 w 453"/>
              <a:gd name="T73" fmla="*/ 452 h 452"/>
              <a:gd name="T74" fmla="*/ 259 w 453"/>
              <a:gd name="T75" fmla="*/ 452 h 452"/>
              <a:gd name="T76" fmla="*/ 346 w 453"/>
              <a:gd name="T77" fmla="*/ 210 h 452"/>
              <a:gd name="T78" fmla="*/ 243 w 453"/>
              <a:gd name="T79" fmla="*/ 346 h 452"/>
              <a:gd name="T80" fmla="*/ 106 w 453"/>
              <a:gd name="T81" fmla="*/ 242 h 452"/>
              <a:gd name="T82" fmla="*/ 210 w 453"/>
              <a:gd name="T83" fmla="*/ 106 h 452"/>
              <a:gd name="T84" fmla="*/ 266 w 453"/>
              <a:gd name="T85" fmla="*/ 111 h 452"/>
              <a:gd name="T86" fmla="*/ 266 w 453"/>
              <a:gd name="T87" fmla="*/ 111 h 452"/>
              <a:gd name="T88" fmla="*/ 312 w 453"/>
              <a:gd name="T89" fmla="*/ 140 h 452"/>
              <a:gd name="T90" fmla="*/ 331 w 453"/>
              <a:gd name="T91" fmla="*/ 165 h 452"/>
              <a:gd name="T92" fmla="*/ 346 w 453"/>
              <a:gd name="T93" fmla="*/ 210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53" h="452">
                <a:moveTo>
                  <a:pt x="259" y="452"/>
                </a:moveTo>
                <a:cubicBezTo>
                  <a:pt x="269" y="393"/>
                  <a:pt x="269" y="393"/>
                  <a:pt x="269" y="393"/>
                </a:cubicBezTo>
                <a:cubicBezTo>
                  <a:pt x="314" y="374"/>
                  <a:pt x="314" y="374"/>
                  <a:pt x="314" y="374"/>
                </a:cubicBezTo>
                <a:cubicBezTo>
                  <a:pt x="363" y="409"/>
                  <a:pt x="363" y="409"/>
                  <a:pt x="363" y="409"/>
                </a:cubicBezTo>
                <a:cubicBezTo>
                  <a:pt x="409" y="363"/>
                  <a:pt x="409" y="363"/>
                  <a:pt x="409" y="363"/>
                </a:cubicBezTo>
                <a:cubicBezTo>
                  <a:pt x="375" y="313"/>
                  <a:pt x="375" y="313"/>
                  <a:pt x="375" y="313"/>
                </a:cubicBezTo>
                <a:cubicBezTo>
                  <a:pt x="393" y="269"/>
                  <a:pt x="393" y="269"/>
                  <a:pt x="393" y="269"/>
                </a:cubicBezTo>
                <a:cubicBezTo>
                  <a:pt x="453" y="258"/>
                  <a:pt x="453" y="258"/>
                  <a:pt x="453" y="258"/>
                </a:cubicBezTo>
                <a:cubicBezTo>
                  <a:pt x="452" y="193"/>
                  <a:pt x="452" y="193"/>
                  <a:pt x="452" y="193"/>
                </a:cubicBezTo>
                <a:cubicBezTo>
                  <a:pt x="393" y="183"/>
                  <a:pt x="393" y="183"/>
                  <a:pt x="393" y="183"/>
                </a:cubicBezTo>
                <a:cubicBezTo>
                  <a:pt x="391" y="178"/>
                  <a:pt x="391" y="178"/>
                  <a:pt x="391" y="178"/>
                </a:cubicBezTo>
                <a:cubicBezTo>
                  <a:pt x="391" y="178"/>
                  <a:pt x="391" y="178"/>
                  <a:pt x="391" y="178"/>
                </a:cubicBezTo>
                <a:cubicBezTo>
                  <a:pt x="384" y="161"/>
                  <a:pt x="384" y="161"/>
                  <a:pt x="384" y="161"/>
                </a:cubicBezTo>
                <a:cubicBezTo>
                  <a:pt x="381" y="152"/>
                  <a:pt x="381" y="152"/>
                  <a:pt x="381" y="152"/>
                </a:cubicBezTo>
                <a:cubicBezTo>
                  <a:pt x="381" y="152"/>
                  <a:pt x="381" y="152"/>
                  <a:pt x="381" y="152"/>
                </a:cubicBezTo>
                <a:cubicBezTo>
                  <a:pt x="375" y="139"/>
                  <a:pt x="375" y="139"/>
                  <a:pt x="375" y="139"/>
                </a:cubicBezTo>
                <a:cubicBezTo>
                  <a:pt x="409" y="89"/>
                  <a:pt x="409" y="89"/>
                  <a:pt x="409" y="89"/>
                </a:cubicBezTo>
                <a:cubicBezTo>
                  <a:pt x="363" y="43"/>
                  <a:pt x="363" y="43"/>
                  <a:pt x="363" y="43"/>
                </a:cubicBezTo>
                <a:cubicBezTo>
                  <a:pt x="314" y="78"/>
                  <a:pt x="314" y="78"/>
                  <a:pt x="314" y="78"/>
                </a:cubicBezTo>
                <a:cubicBezTo>
                  <a:pt x="269" y="59"/>
                  <a:pt x="269" y="59"/>
                  <a:pt x="269" y="59"/>
                </a:cubicBezTo>
                <a:cubicBezTo>
                  <a:pt x="259" y="0"/>
                  <a:pt x="259" y="0"/>
                  <a:pt x="259" y="0"/>
                </a:cubicBezTo>
                <a:cubicBezTo>
                  <a:pt x="194" y="0"/>
                  <a:pt x="194" y="0"/>
                  <a:pt x="194" y="0"/>
                </a:cubicBezTo>
                <a:cubicBezTo>
                  <a:pt x="183" y="59"/>
                  <a:pt x="183" y="59"/>
                  <a:pt x="183" y="59"/>
                </a:cubicBezTo>
                <a:cubicBezTo>
                  <a:pt x="139" y="78"/>
                  <a:pt x="139" y="78"/>
                  <a:pt x="139" y="78"/>
                </a:cubicBezTo>
                <a:cubicBezTo>
                  <a:pt x="90" y="43"/>
                  <a:pt x="90" y="43"/>
                  <a:pt x="90" y="43"/>
                </a:cubicBezTo>
                <a:cubicBezTo>
                  <a:pt x="43" y="89"/>
                  <a:pt x="43" y="89"/>
                  <a:pt x="43" y="89"/>
                </a:cubicBezTo>
                <a:cubicBezTo>
                  <a:pt x="78" y="139"/>
                  <a:pt x="78" y="139"/>
                  <a:pt x="78" y="139"/>
                </a:cubicBezTo>
                <a:cubicBezTo>
                  <a:pt x="59" y="183"/>
                  <a:pt x="59" y="183"/>
                  <a:pt x="59" y="183"/>
                </a:cubicBezTo>
                <a:cubicBezTo>
                  <a:pt x="0" y="193"/>
                  <a:pt x="0" y="193"/>
                  <a:pt x="0" y="193"/>
                </a:cubicBezTo>
                <a:cubicBezTo>
                  <a:pt x="0" y="259"/>
                  <a:pt x="0" y="259"/>
                  <a:pt x="0" y="259"/>
                </a:cubicBezTo>
                <a:cubicBezTo>
                  <a:pt x="60" y="269"/>
                  <a:pt x="60" y="269"/>
                  <a:pt x="60" y="269"/>
                </a:cubicBezTo>
                <a:cubicBezTo>
                  <a:pt x="78" y="314"/>
                  <a:pt x="78" y="314"/>
                  <a:pt x="78" y="314"/>
                </a:cubicBezTo>
                <a:cubicBezTo>
                  <a:pt x="44" y="363"/>
                  <a:pt x="44" y="363"/>
                  <a:pt x="44" y="363"/>
                </a:cubicBezTo>
                <a:cubicBezTo>
                  <a:pt x="90" y="409"/>
                  <a:pt x="90" y="409"/>
                  <a:pt x="90" y="409"/>
                </a:cubicBezTo>
                <a:cubicBezTo>
                  <a:pt x="139" y="374"/>
                  <a:pt x="139" y="374"/>
                  <a:pt x="139" y="374"/>
                </a:cubicBezTo>
                <a:cubicBezTo>
                  <a:pt x="184" y="393"/>
                  <a:pt x="184" y="393"/>
                  <a:pt x="184" y="393"/>
                </a:cubicBezTo>
                <a:cubicBezTo>
                  <a:pt x="194" y="452"/>
                  <a:pt x="194" y="452"/>
                  <a:pt x="194" y="452"/>
                </a:cubicBezTo>
                <a:cubicBezTo>
                  <a:pt x="259" y="452"/>
                  <a:pt x="259" y="452"/>
                  <a:pt x="259" y="452"/>
                </a:cubicBezTo>
                <a:close/>
                <a:moveTo>
                  <a:pt x="346" y="210"/>
                </a:moveTo>
                <a:cubicBezTo>
                  <a:pt x="355" y="276"/>
                  <a:pt x="309" y="337"/>
                  <a:pt x="243" y="346"/>
                </a:cubicBezTo>
                <a:cubicBezTo>
                  <a:pt x="177" y="355"/>
                  <a:pt x="115" y="308"/>
                  <a:pt x="106" y="242"/>
                </a:cubicBezTo>
                <a:cubicBezTo>
                  <a:pt x="97" y="176"/>
                  <a:pt x="144" y="115"/>
                  <a:pt x="210" y="106"/>
                </a:cubicBezTo>
                <a:cubicBezTo>
                  <a:pt x="229" y="103"/>
                  <a:pt x="248" y="105"/>
                  <a:pt x="266" y="111"/>
                </a:cubicBezTo>
                <a:cubicBezTo>
                  <a:pt x="266" y="111"/>
                  <a:pt x="266" y="111"/>
                  <a:pt x="266" y="111"/>
                </a:cubicBezTo>
                <a:cubicBezTo>
                  <a:pt x="283" y="117"/>
                  <a:pt x="299" y="127"/>
                  <a:pt x="312" y="140"/>
                </a:cubicBezTo>
                <a:cubicBezTo>
                  <a:pt x="319" y="148"/>
                  <a:pt x="326" y="156"/>
                  <a:pt x="331" y="165"/>
                </a:cubicBezTo>
                <a:cubicBezTo>
                  <a:pt x="339" y="179"/>
                  <a:pt x="344" y="194"/>
                  <a:pt x="346" y="210"/>
                </a:cubicBezTo>
                <a:close/>
              </a:path>
            </a:pathLst>
          </a:custGeom>
          <a:solidFill>
            <a:srgbClr val="EA981E"/>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 name="Freeform 31"/>
          <p:cNvSpPr>
            <a:spLocks noEditPoints="1"/>
          </p:cNvSpPr>
          <p:nvPr/>
        </p:nvSpPr>
        <p:spPr bwMode="auto">
          <a:xfrm>
            <a:off x="6994491" y="2109359"/>
            <a:ext cx="1318199" cy="1319578"/>
          </a:xfrm>
          <a:custGeom>
            <a:avLst/>
            <a:gdLst>
              <a:gd name="T0" fmla="*/ 259 w 452"/>
              <a:gd name="T1" fmla="*/ 452 h 452"/>
              <a:gd name="T2" fmla="*/ 269 w 452"/>
              <a:gd name="T3" fmla="*/ 393 h 452"/>
              <a:gd name="T4" fmla="*/ 314 w 452"/>
              <a:gd name="T5" fmla="*/ 374 h 452"/>
              <a:gd name="T6" fmla="*/ 363 w 452"/>
              <a:gd name="T7" fmla="*/ 409 h 452"/>
              <a:gd name="T8" fmla="*/ 409 w 452"/>
              <a:gd name="T9" fmla="*/ 363 h 452"/>
              <a:gd name="T10" fmla="*/ 375 w 452"/>
              <a:gd name="T11" fmla="*/ 313 h 452"/>
              <a:gd name="T12" fmla="*/ 393 w 452"/>
              <a:gd name="T13" fmla="*/ 269 h 452"/>
              <a:gd name="T14" fmla="*/ 452 w 452"/>
              <a:gd name="T15" fmla="*/ 259 h 452"/>
              <a:gd name="T16" fmla="*/ 452 w 452"/>
              <a:gd name="T17" fmla="*/ 193 h 452"/>
              <a:gd name="T18" fmla="*/ 393 w 452"/>
              <a:gd name="T19" fmla="*/ 183 h 452"/>
              <a:gd name="T20" fmla="*/ 391 w 452"/>
              <a:gd name="T21" fmla="*/ 178 h 452"/>
              <a:gd name="T22" fmla="*/ 391 w 452"/>
              <a:gd name="T23" fmla="*/ 178 h 452"/>
              <a:gd name="T24" fmla="*/ 384 w 452"/>
              <a:gd name="T25" fmla="*/ 161 h 452"/>
              <a:gd name="T26" fmla="*/ 380 w 452"/>
              <a:gd name="T27" fmla="*/ 152 h 452"/>
              <a:gd name="T28" fmla="*/ 380 w 452"/>
              <a:gd name="T29" fmla="*/ 152 h 452"/>
              <a:gd name="T30" fmla="*/ 375 w 452"/>
              <a:gd name="T31" fmla="*/ 139 h 452"/>
              <a:gd name="T32" fmla="*/ 409 w 452"/>
              <a:gd name="T33" fmla="*/ 89 h 452"/>
              <a:gd name="T34" fmla="*/ 363 w 452"/>
              <a:gd name="T35" fmla="*/ 43 h 452"/>
              <a:gd name="T36" fmla="*/ 314 w 452"/>
              <a:gd name="T37" fmla="*/ 78 h 452"/>
              <a:gd name="T38" fmla="*/ 269 w 452"/>
              <a:gd name="T39" fmla="*/ 59 h 452"/>
              <a:gd name="T40" fmla="*/ 259 w 452"/>
              <a:gd name="T41" fmla="*/ 0 h 452"/>
              <a:gd name="T42" fmla="*/ 193 w 452"/>
              <a:gd name="T43" fmla="*/ 0 h 452"/>
              <a:gd name="T44" fmla="*/ 183 w 452"/>
              <a:gd name="T45" fmla="*/ 59 h 452"/>
              <a:gd name="T46" fmla="*/ 138 w 452"/>
              <a:gd name="T47" fmla="*/ 78 h 452"/>
              <a:gd name="T48" fmla="*/ 89 w 452"/>
              <a:gd name="T49" fmla="*/ 43 h 452"/>
              <a:gd name="T50" fmla="*/ 43 w 452"/>
              <a:gd name="T51" fmla="*/ 89 h 452"/>
              <a:gd name="T52" fmla="*/ 78 w 452"/>
              <a:gd name="T53" fmla="*/ 139 h 452"/>
              <a:gd name="T54" fmla="*/ 59 w 452"/>
              <a:gd name="T55" fmla="*/ 183 h 452"/>
              <a:gd name="T56" fmla="*/ 0 w 452"/>
              <a:gd name="T57" fmla="*/ 193 h 452"/>
              <a:gd name="T58" fmla="*/ 0 w 452"/>
              <a:gd name="T59" fmla="*/ 259 h 452"/>
              <a:gd name="T60" fmla="*/ 60 w 452"/>
              <a:gd name="T61" fmla="*/ 269 h 452"/>
              <a:gd name="T62" fmla="*/ 78 w 452"/>
              <a:gd name="T63" fmla="*/ 314 h 452"/>
              <a:gd name="T64" fmla="*/ 43 w 452"/>
              <a:gd name="T65" fmla="*/ 363 h 452"/>
              <a:gd name="T66" fmla="*/ 90 w 452"/>
              <a:gd name="T67" fmla="*/ 409 h 452"/>
              <a:gd name="T68" fmla="*/ 139 w 452"/>
              <a:gd name="T69" fmla="*/ 374 h 452"/>
              <a:gd name="T70" fmla="*/ 183 w 452"/>
              <a:gd name="T71" fmla="*/ 393 h 452"/>
              <a:gd name="T72" fmla="*/ 194 w 452"/>
              <a:gd name="T73" fmla="*/ 452 h 452"/>
              <a:gd name="T74" fmla="*/ 259 w 452"/>
              <a:gd name="T75" fmla="*/ 452 h 452"/>
              <a:gd name="T76" fmla="*/ 346 w 452"/>
              <a:gd name="T77" fmla="*/ 210 h 452"/>
              <a:gd name="T78" fmla="*/ 243 w 452"/>
              <a:gd name="T79" fmla="*/ 346 h 452"/>
              <a:gd name="T80" fmla="*/ 106 w 452"/>
              <a:gd name="T81" fmla="*/ 242 h 452"/>
              <a:gd name="T82" fmla="*/ 210 w 452"/>
              <a:gd name="T83" fmla="*/ 106 h 452"/>
              <a:gd name="T84" fmla="*/ 266 w 452"/>
              <a:gd name="T85" fmla="*/ 111 h 452"/>
              <a:gd name="T86" fmla="*/ 266 w 452"/>
              <a:gd name="T87" fmla="*/ 111 h 452"/>
              <a:gd name="T88" fmla="*/ 312 w 452"/>
              <a:gd name="T89" fmla="*/ 140 h 452"/>
              <a:gd name="T90" fmla="*/ 331 w 452"/>
              <a:gd name="T91" fmla="*/ 165 h 452"/>
              <a:gd name="T92" fmla="*/ 346 w 452"/>
              <a:gd name="T93" fmla="*/ 210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52" h="452">
                <a:moveTo>
                  <a:pt x="259" y="452"/>
                </a:moveTo>
                <a:cubicBezTo>
                  <a:pt x="269" y="393"/>
                  <a:pt x="269" y="393"/>
                  <a:pt x="269" y="393"/>
                </a:cubicBezTo>
                <a:cubicBezTo>
                  <a:pt x="314" y="374"/>
                  <a:pt x="314" y="374"/>
                  <a:pt x="314" y="374"/>
                </a:cubicBezTo>
                <a:cubicBezTo>
                  <a:pt x="363" y="409"/>
                  <a:pt x="363" y="409"/>
                  <a:pt x="363" y="409"/>
                </a:cubicBezTo>
                <a:cubicBezTo>
                  <a:pt x="409" y="363"/>
                  <a:pt x="409" y="363"/>
                  <a:pt x="409" y="363"/>
                </a:cubicBezTo>
                <a:cubicBezTo>
                  <a:pt x="375" y="313"/>
                  <a:pt x="375" y="313"/>
                  <a:pt x="375" y="313"/>
                </a:cubicBezTo>
                <a:cubicBezTo>
                  <a:pt x="393" y="269"/>
                  <a:pt x="393" y="269"/>
                  <a:pt x="393" y="269"/>
                </a:cubicBezTo>
                <a:cubicBezTo>
                  <a:pt x="452" y="259"/>
                  <a:pt x="452" y="259"/>
                  <a:pt x="452" y="259"/>
                </a:cubicBezTo>
                <a:cubicBezTo>
                  <a:pt x="452" y="193"/>
                  <a:pt x="452" y="193"/>
                  <a:pt x="452" y="193"/>
                </a:cubicBezTo>
                <a:cubicBezTo>
                  <a:pt x="393" y="183"/>
                  <a:pt x="393" y="183"/>
                  <a:pt x="393" y="183"/>
                </a:cubicBezTo>
                <a:cubicBezTo>
                  <a:pt x="391" y="178"/>
                  <a:pt x="391" y="178"/>
                  <a:pt x="391" y="178"/>
                </a:cubicBezTo>
                <a:cubicBezTo>
                  <a:pt x="391" y="178"/>
                  <a:pt x="391" y="178"/>
                  <a:pt x="391" y="178"/>
                </a:cubicBezTo>
                <a:cubicBezTo>
                  <a:pt x="384" y="161"/>
                  <a:pt x="384" y="161"/>
                  <a:pt x="384" y="161"/>
                </a:cubicBezTo>
                <a:cubicBezTo>
                  <a:pt x="380" y="152"/>
                  <a:pt x="380" y="152"/>
                  <a:pt x="380" y="152"/>
                </a:cubicBezTo>
                <a:cubicBezTo>
                  <a:pt x="380" y="152"/>
                  <a:pt x="380" y="152"/>
                  <a:pt x="380" y="152"/>
                </a:cubicBezTo>
                <a:cubicBezTo>
                  <a:pt x="375" y="139"/>
                  <a:pt x="375" y="139"/>
                  <a:pt x="375" y="139"/>
                </a:cubicBezTo>
                <a:cubicBezTo>
                  <a:pt x="409" y="89"/>
                  <a:pt x="409" y="89"/>
                  <a:pt x="409" y="89"/>
                </a:cubicBezTo>
                <a:cubicBezTo>
                  <a:pt x="363" y="43"/>
                  <a:pt x="363" y="43"/>
                  <a:pt x="363" y="43"/>
                </a:cubicBezTo>
                <a:cubicBezTo>
                  <a:pt x="314" y="78"/>
                  <a:pt x="314" y="78"/>
                  <a:pt x="314" y="78"/>
                </a:cubicBezTo>
                <a:cubicBezTo>
                  <a:pt x="269" y="59"/>
                  <a:pt x="269" y="59"/>
                  <a:pt x="269" y="59"/>
                </a:cubicBezTo>
                <a:cubicBezTo>
                  <a:pt x="259" y="0"/>
                  <a:pt x="259" y="0"/>
                  <a:pt x="259" y="0"/>
                </a:cubicBezTo>
                <a:cubicBezTo>
                  <a:pt x="193" y="0"/>
                  <a:pt x="193" y="0"/>
                  <a:pt x="193" y="0"/>
                </a:cubicBezTo>
                <a:cubicBezTo>
                  <a:pt x="183" y="59"/>
                  <a:pt x="183" y="59"/>
                  <a:pt x="183" y="59"/>
                </a:cubicBezTo>
                <a:cubicBezTo>
                  <a:pt x="138" y="78"/>
                  <a:pt x="138" y="78"/>
                  <a:pt x="138" y="78"/>
                </a:cubicBezTo>
                <a:cubicBezTo>
                  <a:pt x="89" y="43"/>
                  <a:pt x="89" y="43"/>
                  <a:pt x="89" y="43"/>
                </a:cubicBezTo>
                <a:cubicBezTo>
                  <a:pt x="43" y="89"/>
                  <a:pt x="43" y="89"/>
                  <a:pt x="43" y="89"/>
                </a:cubicBezTo>
                <a:cubicBezTo>
                  <a:pt x="78" y="139"/>
                  <a:pt x="78" y="139"/>
                  <a:pt x="78" y="139"/>
                </a:cubicBezTo>
                <a:cubicBezTo>
                  <a:pt x="59" y="183"/>
                  <a:pt x="59" y="183"/>
                  <a:pt x="59" y="183"/>
                </a:cubicBezTo>
                <a:cubicBezTo>
                  <a:pt x="0" y="193"/>
                  <a:pt x="0" y="193"/>
                  <a:pt x="0" y="193"/>
                </a:cubicBezTo>
                <a:cubicBezTo>
                  <a:pt x="0" y="259"/>
                  <a:pt x="0" y="259"/>
                  <a:pt x="0" y="259"/>
                </a:cubicBezTo>
                <a:cubicBezTo>
                  <a:pt x="60" y="269"/>
                  <a:pt x="60" y="269"/>
                  <a:pt x="60" y="269"/>
                </a:cubicBezTo>
                <a:cubicBezTo>
                  <a:pt x="78" y="314"/>
                  <a:pt x="78" y="314"/>
                  <a:pt x="78" y="314"/>
                </a:cubicBezTo>
                <a:cubicBezTo>
                  <a:pt x="43" y="363"/>
                  <a:pt x="43" y="363"/>
                  <a:pt x="43" y="363"/>
                </a:cubicBezTo>
                <a:cubicBezTo>
                  <a:pt x="90" y="409"/>
                  <a:pt x="90" y="409"/>
                  <a:pt x="90" y="409"/>
                </a:cubicBezTo>
                <a:cubicBezTo>
                  <a:pt x="139" y="374"/>
                  <a:pt x="139" y="374"/>
                  <a:pt x="139" y="374"/>
                </a:cubicBezTo>
                <a:cubicBezTo>
                  <a:pt x="183" y="393"/>
                  <a:pt x="183" y="393"/>
                  <a:pt x="183" y="393"/>
                </a:cubicBezTo>
                <a:cubicBezTo>
                  <a:pt x="194" y="452"/>
                  <a:pt x="194" y="452"/>
                  <a:pt x="194" y="452"/>
                </a:cubicBezTo>
                <a:cubicBezTo>
                  <a:pt x="259" y="452"/>
                  <a:pt x="259" y="452"/>
                  <a:pt x="259" y="452"/>
                </a:cubicBezTo>
                <a:close/>
                <a:moveTo>
                  <a:pt x="346" y="210"/>
                </a:moveTo>
                <a:cubicBezTo>
                  <a:pt x="355" y="276"/>
                  <a:pt x="309" y="337"/>
                  <a:pt x="243" y="346"/>
                </a:cubicBezTo>
                <a:cubicBezTo>
                  <a:pt x="176" y="355"/>
                  <a:pt x="115" y="308"/>
                  <a:pt x="106" y="242"/>
                </a:cubicBezTo>
                <a:cubicBezTo>
                  <a:pt x="97" y="176"/>
                  <a:pt x="144" y="115"/>
                  <a:pt x="210" y="106"/>
                </a:cubicBezTo>
                <a:cubicBezTo>
                  <a:pt x="229" y="103"/>
                  <a:pt x="248" y="105"/>
                  <a:pt x="266" y="111"/>
                </a:cubicBezTo>
                <a:cubicBezTo>
                  <a:pt x="266" y="111"/>
                  <a:pt x="266" y="111"/>
                  <a:pt x="266" y="111"/>
                </a:cubicBezTo>
                <a:cubicBezTo>
                  <a:pt x="283" y="117"/>
                  <a:pt x="299" y="127"/>
                  <a:pt x="312" y="140"/>
                </a:cubicBezTo>
                <a:cubicBezTo>
                  <a:pt x="319" y="148"/>
                  <a:pt x="326" y="156"/>
                  <a:pt x="331" y="165"/>
                </a:cubicBezTo>
                <a:cubicBezTo>
                  <a:pt x="339" y="179"/>
                  <a:pt x="344" y="194"/>
                  <a:pt x="346" y="210"/>
                </a:cubicBezTo>
                <a:close/>
              </a:path>
            </a:pathLst>
          </a:custGeom>
          <a:solidFill>
            <a:srgbClr val="21998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 name="Freeform 33"/>
          <p:cNvSpPr>
            <a:spLocks noEditPoints="1"/>
          </p:cNvSpPr>
          <p:nvPr/>
        </p:nvSpPr>
        <p:spPr bwMode="auto">
          <a:xfrm>
            <a:off x="5599076" y="3175225"/>
            <a:ext cx="2177235" cy="2178614"/>
          </a:xfrm>
          <a:custGeom>
            <a:avLst/>
            <a:gdLst>
              <a:gd name="T0" fmla="*/ 427 w 746"/>
              <a:gd name="T1" fmla="*/ 746 h 746"/>
              <a:gd name="T2" fmla="*/ 444 w 746"/>
              <a:gd name="T3" fmla="*/ 648 h 746"/>
              <a:gd name="T4" fmla="*/ 518 w 746"/>
              <a:gd name="T5" fmla="*/ 618 h 746"/>
              <a:gd name="T6" fmla="*/ 599 w 746"/>
              <a:gd name="T7" fmla="*/ 675 h 746"/>
              <a:gd name="T8" fmla="*/ 675 w 746"/>
              <a:gd name="T9" fmla="*/ 598 h 746"/>
              <a:gd name="T10" fmla="*/ 618 w 746"/>
              <a:gd name="T11" fmla="*/ 517 h 746"/>
              <a:gd name="T12" fmla="*/ 649 w 746"/>
              <a:gd name="T13" fmla="*/ 444 h 746"/>
              <a:gd name="T14" fmla="*/ 746 w 746"/>
              <a:gd name="T15" fmla="*/ 427 h 746"/>
              <a:gd name="T16" fmla="*/ 746 w 746"/>
              <a:gd name="T17" fmla="*/ 319 h 746"/>
              <a:gd name="T18" fmla="*/ 648 w 746"/>
              <a:gd name="T19" fmla="*/ 302 h 746"/>
              <a:gd name="T20" fmla="*/ 645 w 746"/>
              <a:gd name="T21" fmla="*/ 294 h 746"/>
              <a:gd name="T22" fmla="*/ 645 w 746"/>
              <a:gd name="T23" fmla="*/ 294 h 746"/>
              <a:gd name="T24" fmla="*/ 633 w 746"/>
              <a:gd name="T25" fmla="*/ 266 h 746"/>
              <a:gd name="T26" fmla="*/ 628 w 746"/>
              <a:gd name="T27" fmla="*/ 252 h 746"/>
              <a:gd name="T28" fmla="*/ 628 w 746"/>
              <a:gd name="T29" fmla="*/ 252 h 746"/>
              <a:gd name="T30" fmla="*/ 618 w 746"/>
              <a:gd name="T31" fmla="*/ 229 h 746"/>
              <a:gd name="T32" fmla="*/ 675 w 746"/>
              <a:gd name="T33" fmla="*/ 147 h 746"/>
              <a:gd name="T34" fmla="*/ 599 w 746"/>
              <a:gd name="T35" fmla="*/ 71 h 746"/>
              <a:gd name="T36" fmla="*/ 518 w 746"/>
              <a:gd name="T37" fmla="*/ 128 h 746"/>
              <a:gd name="T38" fmla="*/ 444 w 746"/>
              <a:gd name="T39" fmla="*/ 97 h 746"/>
              <a:gd name="T40" fmla="*/ 427 w 746"/>
              <a:gd name="T41" fmla="*/ 0 h 746"/>
              <a:gd name="T42" fmla="*/ 319 w 746"/>
              <a:gd name="T43" fmla="*/ 0 h 746"/>
              <a:gd name="T44" fmla="*/ 302 w 746"/>
              <a:gd name="T45" fmla="*/ 98 h 746"/>
              <a:gd name="T46" fmla="*/ 229 w 746"/>
              <a:gd name="T47" fmla="*/ 128 h 746"/>
              <a:gd name="T48" fmla="*/ 148 w 746"/>
              <a:gd name="T49" fmla="*/ 71 h 746"/>
              <a:gd name="T50" fmla="*/ 71 w 746"/>
              <a:gd name="T51" fmla="*/ 147 h 746"/>
              <a:gd name="T52" fmla="*/ 129 w 746"/>
              <a:gd name="T53" fmla="*/ 229 h 746"/>
              <a:gd name="T54" fmla="*/ 98 w 746"/>
              <a:gd name="T55" fmla="*/ 302 h 746"/>
              <a:gd name="T56" fmla="*/ 0 w 746"/>
              <a:gd name="T57" fmla="*/ 319 h 746"/>
              <a:gd name="T58" fmla="*/ 0 w 746"/>
              <a:gd name="T59" fmla="*/ 427 h 746"/>
              <a:gd name="T60" fmla="*/ 98 w 746"/>
              <a:gd name="T61" fmla="*/ 444 h 746"/>
              <a:gd name="T62" fmla="*/ 129 w 746"/>
              <a:gd name="T63" fmla="*/ 518 h 746"/>
              <a:gd name="T64" fmla="*/ 72 w 746"/>
              <a:gd name="T65" fmla="*/ 599 h 746"/>
              <a:gd name="T66" fmla="*/ 148 w 746"/>
              <a:gd name="T67" fmla="*/ 675 h 746"/>
              <a:gd name="T68" fmla="*/ 229 w 746"/>
              <a:gd name="T69" fmla="*/ 618 h 746"/>
              <a:gd name="T70" fmla="*/ 303 w 746"/>
              <a:gd name="T71" fmla="*/ 648 h 746"/>
              <a:gd name="T72" fmla="*/ 320 w 746"/>
              <a:gd name="T73" fmla="*/ 746 h 746"/>
              <a:gd name="T74" fmla="*/ 427 w 746"/>
              <a:gd name="T75" fmla="*/ 746 h 746"/>
              <a:gd name="T76" fmla="*/ 571 w 746"/>
              <a:gd name="T77" fmla="*/ 346 h 746"/>
              <a:gd name="T78" fmla="*/ 400 w 746"/>
              <a:gd name="T79" fmla="*/ 571 h 746"/>
              <a:gd name="T80" fmla="*/ 175 w 746"/>
              <a:gd name="T81" fmla="*/ 400 h 746"/>
              <a:gd name="T82" fmla="*/ 346 w 746"/>
              <a:gd name="T83" fmla="*/ 175 h 746"/>
              <a:gd name="T84" fmla="*/ 438 w 746"/>
              <a:gd name="T85" fmla="*/ 184 h 746"/>
              <a:gd name="T86" fmla="*/ 438 w 746"/>
              <a:gd name="T87" fmla="*/ 184 h 746"/>
              <a:gd name="T88" fmla="*/ 514 w 746"/>
              <a:gd name="T89" fmla="*/ 232 h 746"/>
              <a:gd name="T90" fmla="*/ 546 w 746"/>
              <a:gd name="T91" fmla="*/ 273 h 746"/>
              <a:gd name="T92" fmla="*/ 571 w 746"/>
              <a:gd name="T93" fmla="*/ 346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46" h="746">
                <a:moveTo>
                  <a:pt x="427" y="746"/>
                </a:moveTo>
                <a:cubicBezTo>
                  <a:pt x="444" y="648"/>
                  <a:pt x="444" y="648"/>
                  <a:pt x="444" y="648"/>
                </a:cubicBezTo>
                <a:cubicBezTo>
                  <a:pt x="518" y="618"/>
                  <a:pt x="518" y="618"/>
                  <a:pt x="518" y="618"/>
                </a:cubicBezTo>
                <a:cubicBezTo>
                  <a:pt x="599" y="675"/>
                  <a:pt x="599" y="675"/>
                  <a:pt x="599" y="675"/>
                </a:cubicBezTo>
                <a:cubicBezTo>
                  <a:pt x="675" y="598"/>
                  <a:pt x="675" y="598"/>
                  <a:pt x="675" y="598"/>
                </a:cubicBezTo>
                <a:cubicBezTo>
                  <a:pt x="618" y="517"/>
                  <a:pt x="618" y="517"/>
                  <a:pt x="618" y="517"/>
                </a:cubicBezTo>
                <a:cubicBezTo>
                  <a:pt x="649" y="444"/>
                  <a:pt x="649" y="444"/>
                  <a:pt x="649" y="444"/>
                </a:cubicBezTo>
                <a:cubicBezTo>
                  <a:pt x="746" y="427"/>
                  <a:pt x="746" y="427"/>
                  <a:pt x="746" y="427"/>
                </a:cubicBezTo>
                <a:cubicBezTo>
                  <a:pt x="746" y="319"/>
                  <a:pt x="746" y="319"/>
                  <a:pt x="746" y="319"/>
                </a:cubicBezTo>
                <a:cubicBezTo>
                  <a:pt x="648" y="302"/>
                  <a:pt x="648" y="302"/>
                  <a:pt x="648" y="302"/>
                </a:cubicBezTo>
                <a:cubicBezTo>
                  <a:pt x="645" y="294"/>
                  <a:pt x="645" y="294"/>
                  <a:pt x="645" y="294"/>
                </a:cubicBezTo>
                <a:cubicBezTo>
                  <a:pt x="645" y="294"/>
                  <a:pt x="645" y="294"/>
                  <a:pt x="645" y="294"/>
                </a:cubicBezTo>
                <a:cubicBezTo>
                  <a:pt x="633" y="266"/>
                  <a:pt x="633" y="266"/>
                  <a:pt x="633" y="266"/>
                </a:cubicBezTo>
                <a:cubicBezTo>
                  <a:pt x="628" y="252"/>
                  <a:pt x="628" y="252"/>
                  <a:pt x="628" y="252"/>
                </a:cubicBezTo>
                <a:cubicBezTo>
                  <a:pt x="628" y="252"/>
                  <a:pt x="628" y="252"/>
                  <a:pt x="628" y="252"/>
                </a:cubicBezTo>
                <a:cubicBezTo>
                  <a:pt x="618" y="229"/>
                  <a:pt x="618" y="229"/>
                  <a:pt x="618" y="229"/>
                </a:cubicBezTo>
                <a:cubicBezTo>
                  <a:pt x="675" y="147"/>
                  <a:pt x="675" y="147"/>
                  <a:pt x="675" y="147"/>
                </a:cubicBezTo>
                <a:cubicBezTo>
                  <a:pt x="599" y="71"/>
                  <a:pt x="599" y="71"/>
                  <a:pt x="599" y="71"/>
                </a:cubicBezTo>
                <a:cubicBezTo>
                  <a:pt x="518" y="128"/>
                  <a:pt x="518" y="128"/>
                  <a:pt x="518" y="128"/>
                </a:cubicBezTo>
                <a:cubicBezTo>
                  <a:pt x="444" y="97"/>
                  <a:pt x="444" y="97"/>
                  <a:pt x="444" y="97"/>
                </a:cubicBezTo>
                <a:cubicBezTo>
                  <a:pt x="427" y="0"/>
                  <a:pt x="427" y="0"/>
                  <a:pt x="427" y="0"/>
                </a:cubicBezTo>
                <a:cubicBezTo>
                  <a:pt x="319" y="0"/>
                  <a:pt x="319" y="0"/>
                  <a:pt x="319" y="0"/>
                </a:cubicBezTo>
                <a:cubicBezTo>
                  <a:pt x="302" y="98"/>
                  <a:pt x="302" y="98"/>
                  <a:pt x="302" y="98"/>
                </a:cubicBezTo>
                <a:cubicBezTo>
                  <a:pt x="229" y="128"/>
                  <a:pt x="229" y="128"/>
                  <a:pt x="229" y="128"/>
                </a:cubicBezTo>
                <a:cubicBezTo>
                  <a:pt x="148" y="71"/>
                  <a:pt x="148" y="71"/>
                  <a:pt x="148" y="71"/>
                </a:cubicBezTo>
                <a:cubicBezTo>
                  <a:pt x="71" y="147"/>
                  <a:pt x="71" y="147"/>
                  <a:pt x="71" y="147"/>
                </a:cubicBezTo>
                <a:cubicBezTo>
                  <a:pt x="129" y="229"/>
                  <a:pt x="129" y="229"/>
                  <a:pt x="129" y="229"/>
                </a:cubicBezTo>
                <a:cubicBezTo>
                  <a:pt x="98" y="302"/>
                  <a:pt x="98" y="302"/>
                  <a:pt x="98" y="302"/>
                </a:cubicBezTo>
                <a:cubicBezTo>
                  <a:pt x="0" y="319"/>
                  <a:pt x="0" y="319"/>
                  <a:pt x="0" y="319"/>
                </a:cubicBezTo>
                <a:cubicBezTo>
                  <a:pt x="0" y="427"/>
                  <a:pt x="0" y="427"/>
                  <a:pt x="0" y="427"/>
                </a:cubicBezTo>
                <a:cubicBezTo>
                  <a:pt x="98" y="444"/>
                  <a:pt x="98" y="444"/>
                  <a:pt x="98" y="444"/>
                </a:cubicBezTo>
                <a:cubicBezTo>
                  <a:pt x="129" y="518"/>
                  <a:pt x="129" y="518"/>
                  <a:pt x="129" y="518"/>
                </a:cubicBezTo>
                <a:cubicBezTo>
                  <a:pt x="72" y="599"/>
                  <a:pt x="72" y="599"/>
                  <a:pt x="72" y="599"/>
                </a:cubicBezTo>
                <a:cubicBezTo>
                  <a:pt x="148" y="675"/>
                  <a:pt x="148" y="675"/>
                  <a:pt x="148" y="675"/>
                </a:cubicBezTo>
                <a:cubicBezTo>
                  <a:pt x="229" y="618"/>
                  <a:pt x="229" y="618"/>
                  <a:pt x="229" y="618"/>
                </a:cubicBezTo>
                <a:cubicBezTo>
                  <a:pt x="303" y="648"/>
                  <a:pt x="303" y="648"/>
                  <a:pt x="303" y="648"/>
                </a:cubicBezTo>
                <a:cubicBezTo>
                  <a:pt x="320" y="746"/>
                  <a:pt x="320" y="746"/>
                  <a:pt x="320" y="746"/>
                </a:cubicBezTo>
                <a:cubicBezTo>
                  <a:pt x="427" y="746"/>
                  <a:pt x="427" y="746"/>
                  <a:pt x="427" y="746"/>
                </a:cubicBezTo>
                <a:close/>
                <a:moveTo>
                  <a:pt x="571" y="346"/>
                </a:moveTo>
                <a:cubicBezTo>
                  <a:pt x="586" y="455"/>
                  <a:pt x="509" y="556"/>
                  <a:pt x="400" y="571"/>
                </a:cubicBezTo>
                <a:cubicBezTo>
                  <a:pt x="291" y="586"/>
                  <a:pt x="190" y="509"/>
                  <a:pt x="175" y="400"/>
                </a:cubicBezTo>
                <a:cubicBezTo>
                  <a:pt x="160" y="291"/>
                  <a:pt x="237" y="190"/>
                  <a:pt x="346" y="175"/>
                </a:cubicBezTo>
                <a:cubicBezTo>
                  <a:pt x="378" y="171"/>
                  <a:pt x="410" y="174"/>
                  <a:pt x="438" y="184"/>
                </a:cubicBezTo>
                <a:cubicBezTo>
                  <a:pt x="438" y="184"/>
                  <a:pt x="438" y="184"/>
                  <a:pt x="438" y="184"/>
                </a:cubicBezTo>
                <a:cubicBezTo>
                  <a:pt x="467" y="194"/>
                  <a:pt x="493" y="210"/>
                  <a:pt x="514" y="232"/>
                </a:cubicBezTo>
                <a:cubicBezTo>
                  <a:pt x="527" y="244"/>
                  <a:pt x="537" y="258"/>
                  <a:pt x="546" y="273"/>
                </a:cubicBezTo>
                <a:cubicBezTo>
                  <a:pt x="559" y="295"/>
                  <a:pt x="568" y="320"/>
                  <a:pt x="571" y="346"/>
                </a:cubicBezTo>
                <a:close/>
              </a:path>
            </a:pathLst>
          </a:custGeom>
          <a:solidFill>
            <a:srgbClr val="3A8FCB"/>
          </a:solidFill>
          <a:ln w="3810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7" name="Freeform 34"/>
          <p:cNvSpPr>
            <a:spLocks noEditPoints="1"/>
          </p:cNvSpPr>
          <p:nvPr/>
        </p:nvSpPr>
        <p:spPr bwMode="auto">
          <a:xfrm>
            <a:off x="6338150" y="3828809"/>
            <a:ext cx="703223" cy="809397"/>
          </a:xfrm>
          <a:custGeom>
            <a:avLst/>
            <a:gdLst>
              <a:gd name="T0" fmla="*/ 120 w 241"/>
              <a:gd name="T1" fmla="*/ 0 h 277"/>
              <a:gd name="T2" fmla="*/ 187 w 241"/>
              <a:gd name="T3" fmla="*/ 66 h 277"/>
              <a:gd name="T4" fmla="*/ 120 w 241"/>
              <a:gd name="T5" fmla="*/ 132 h 277"/>
              <a:gd name="T6" fmla="*/ 54 w 241"/>
              <a:gd name="T7" fmla="*/ 66 h 277"/>
              <a:gd name="T8" fmla="*/ 120 w 241"/>
              <a:gd name="T9" fmla="*/ 0 h 277"/>
              <a:gd name="T10" fmla="*/ 49 w 241"/>
              <a:gd name="T11" fmla="*/ 148 h 277"/>
              <a:gd name="T12" fmla="*/ 79 w 241"/>
              <a:gd name="T13" fmla="*/ 148 h 277"/>
              <a:gd name="T14" fmla="*/ 106 w 241"/>
              <a:gd name="T15" fmla="*/ 193 h 277"/>
              <a:gd name="T16" fmla="*/ 134 w 241"/>
              <a:gd name="T17" fmla="*/ 193 h 277"/>
              <a:gd name="T18" fmla="*/ 161 w 241"/>
              <a:gd name="T19" fmla="*/ 148 h 277"/>
              <a:gd name="T20" fmla="*/ 192 w 241"/>
              <a:gd name="T21" fmla="*/ 148 h 277"/>
              <a:gd name="T22" fmla="*/ 241 w 241"/>
              <a:gd name="T23" fmla="*/ 197 h 277"/>
              <a:gd name="T24" fmla="*/ 241 w 241"/>
              <a:gd name="T25" fmla="*/ 277 h 277"/>
              <a:gd name="T26" fmla="*/ 0 w 241"/>
              <a:gd name="T27" fmla="*/ 277 h 277"/>
              <a:gd name="T28" fmla="*/ 0 w 241"/>
              <a:gd name="T29" fmla="*/ 197 h 277"/>
              <a:gd name="T30" fmla="*/ 49 w 241"/>
              <a:gd name="T31" fmla="*/ 148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1" h="277">
                <a:moveTo>
                  <a:pt x="120" y="0"/>
                </a:moveTo>
                <a:cubicBezTo>
                  <a:pt x="157" y="0"/>
                  <a:pt x="187" y="29"/>
                  <a:pt x="187" y="66"/>
                </a:cubicBezTo>
                <a:cubicBezTo>
                  <a:pt x="187" y="102"/>
                  <a:pt x="157" y="132"/>
                  <a:pt x="120" y="132"/>
                </a:cubicBezTo>
                <a:cubicBezTo>
                  <a:pt x="84" y="132"/>
                  <a:pt x="54" y="102"/>
                  <a:pt x="54" y="66"/>
                </a:cubicBezTo>
                <a:cubicBezTo>
                  <a:pt x="54" y="29"/>
                  <a:pt x="84" y="0"/>
                  <a:pt x="120" y="0"/>
                </a:cubicBezTo>
                <a:close/>
                <a:moveTo>
                  <a:pt x="49" y="148"/>
                </a:moveTo>
                <a:cubicBezTo>
                  <a:pt x="79" y="148"/>
                  <a:pt x="79" y="148"/>
                  <a:pt x="79" y="148"/>
                </a:cubicBezTo>
                <a:cubicBezTo>
                  <a:pt x="106" y="193"/>
                  <a:pt x="106" y="193"/>
                  <a:pt x="106" y="193"/>
                </a:cubicBezTo>
                <a:cubicBezTo>
                  <a:pt x="114" y="206"/>
                  <a:pt x="127" y="206"/>
                  <a:pt x="134" y="193"/>
                </a:cubicBezTo>
                <a:cubicBezTo>
                  <a:pt x="161" y="148"/>
                  <a:pt x="161" y="148"/>
                  <a:pt x="161" y="148"/>
                </a:cubicBezTo>
                <a:cubicBezTo>
                  <a:pt x="192" y="148"/>
                  <a:pt x="192" y="148"/>
                  <a:pt x="192" y="148"/>
                </a:cubicBezTo>
                <a:cubicBezTo>
                  <a:pt x="219" y="148"/>
                  <a:pt x="241" y="171"/>
                  <a:pt x="241" y="197"/>
                </a:cubicBezTo>
                <a:cubicBezTo>
                  <a:pt x="241" y="277"/>
                  <a:pt x="241" y="277"/>
                  <a:pt x="241" y="277"/>
                </a:cubicBezTo>
                <a:cubicBezTo>
                  <a:pt x="202" y="277"/>
                  <a:pt x="39" y="277"/>
                  <a:pt x="0" y="277"/>
                </a:cubicBezTo>
                <a:cubicBezTo>
                  <a:pt x="0" y="197"/>
                  <a:pt x="0" y="197"/>
                  <a:pt x="0" y="197"/>
                </a:cubicBezTo>
                <a:cubicBezTo>
                  <a:pt x="0" y="171"/>
                  <a:pt x="22" y="148"/>
                  <a:pt x="49" y="14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 name="Freeform 35"/>
          <p:cNvSpPr>
            <a:spLocks noEditPoints="1"/>
          </p:cNvSpPr>
          <p:nvPr/>
        </p:nvSpPr>
        <p:spPr bwMode="auto">
          <a:xfrm>
            <a:off x="4085077" y="1668121"/>
            <a:ext cx="2261346" cy="2254452"/>
          </a:xfrm>
          <a:custGeom>
            <a:avLst/>
            <a:gdLst>
              <a:gd name="T0" fmla="*/ 630 w 775"/>
              <a:gd name="T1" fmla="*/ 746 h 772"/>
              <a:gd name="T2" fmla="*/ 628 w 775"/>
              <a:gd name="T3" fmla="*/ 747 h 772"/>
              <a:gd name="T4" fmla="*/ 533 w 775"/>
              <a:gd name="T5" fmla="*/ 772 h 772"/>
              <a:gd name="T6" fmla="*/ 385 w 775"/>
              <a:gd name="T7" fmla="*/ 641 h 772"/>
              <a:gd name="T8" fmla="*/ 418 w 775"/>
              <a:gd name="T9" fmla="*/ 537 h 772"/>
              <a:gd name="T10" fmla="*/ 421 w 775"/>
              <a:gd name="T11" fmla="*/ 529 h 772"/>
              <a:gd name="T12" fmla="*/ 34 w 775"/>
              <a:gd name="T13" fmla="*/ 159 h 772"/>
              <a:gd name="T14" fmla="*/ 37 w 775"/>
              <a:gd name="T15" fmla="*/ 37 h 772"/>
              <a:gd name="T16" fmla="*/ 37 w 775"/>
              <a:gd name="T17" fmla="*/ 37 h 772"/>
              <a:gd name="T18" fmla="*/ 159 w 775"/>
              <a:gd name="T19" fmla="*/ 34 h 772"/>
              <a:gd name="T20" fmla="*/ 527 w 775"/>
              <a:gd name="T21" fmla="*/ 419 h 772"/>
              <a:gd name="T22" fmla="*/ 540 w 775"/>
              <a:gd name="T23" fmla="*/ 416 h 772"/>
              <a:gd name="T24" fmla="*/ 643 w 775"/>
              <a:gd name="T25" fmla="*/ 382 h 772"/>
              <a:gd name="T26" fmla="*/ 775 w 775"/>
              <a:gd name="T27" fmla="*/ 530 h 772"/>
              <a:gd name="T28" fmla="*/ 749 w 775"/>
              <a:gd name="T29" fmla="*/ 625 h 772"/>
              <a:gd name="T30" fmla="*/ 749 w 775"/>
              <a:gd name="T31" fmla="*/ 627 h 772"/>
              <a:gd name="T32" fmla="*/ 745 w 775"/>
              <a:gd name="T33" fmla="*/ 623 h 772"/>
              <a:gd name="T34" fmla="*/ 646 w 775"/>
              <a:gd name="T35" fmla="*/ 524 h 772"/>
              <a:gd name="T36" fmla="*/ 567 w 775"/>
              <a:gd name="T37" fmla="*/ 564 h 772"/>
              <a:gd name="T38" fmla="*/ 527 w 775"/>
              <a:gd name="T39" fmla="*/ 644 h 772"/>
              <a:gd name="T40" fmla="*/ 625 w 775"/>
              <a:gd name="T41" fmla="*/ 742 h 772"/>
              <a:gd name="T42" fmla="*/ 630 w 775"/>
              <a:gd name="T43" fmla="*/ 746 h 772"/>
              <a:gd name="T44" fmla="*/ 129 w 775"/>
              <a:gd name="T45" fmla="*/ 129 h 772"/>
              <a:gd name="T46" fmla="*/ 71 w 775"/>
              <a:gd name="T47" fmla="*/ 129 h 772"/>
              <a:gd name="T48" fmla="*/ 71 w 775"/>
              <a:gd name="T49" fmla="*/ 70 h 772"/>
              <a:gd name="T50" fmla="*/ 129 w 775"/>
              <a:gd name="T51" fmla="*/ 70 h 772"/>
              <a:gd name="T52" fmla="*/ 129 w 775"/>
              <a:gd name="T53" fmla="*/ 129 h 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75" h="772">
                <a:moveTo>
                  <a:pt x="630" y="746"/>
                </a:moveTo>
                <a:cubicBezTo>
                  <a:pt x="628" y="747"/>
                  <a:pt x="628" y="747"/>
                  <a:pt x="628" y="747"/>
                </a:cubicBezTo>
                <a:cubicBezTo>
                  <a:pt x="533" y="772"/>
                  <a:pt x="533" y="772"/>
                  <a:pt x="533" y="772"/>
                </a:cubicBezTo>
                <a:cubicBezTo>
                  <a:pt x="385" y="641"/>
                  <a:pt x="385" y="641"/>
                  <a:pt x="385" y="641"/>
                </a:cubicBezTo>
                <a:cubicBezTo>
                  <a:pt x="418" y="537"/>
                  <a:pt x="418" y="537"/>
                  <a:pt x="418" y="537"/>
                </a:cubicBezTo>
                <a:cubicBezTo>
                  <a:pt x="421" y="529"/>
                  <a:pt x="421" y="529"/>
                  <a:pt x="421" y="529"/>
                </a:cubicBezTo>
                <a:cubicBezTo>
                  <a:pt x="34" y="159"/>
                  <a:pt x="34" y="159"/>
                  <a:pt x="34" y="159"/>
                </a:cubicBezTo>
                <a:cubicBezTo>
                  <a:pt x="0" y="127"/>
                  <a:pt x="4" y="70"/>
                  <a:pt x="37" y="37"/>
                </a:cubicBezTo>
                <a:cubicBezTo>
                  <a:pt x="37" y="37"/>
                  <a:pt x="37" y="37"/>
                  <a:pt x="37" y="37"/>
                </a:cubicBezTo>
                <a:cubicBezTo>
                  <a:pt x="70" y="4"/>
                  <a:pt x="127" y="0"/>
                  <a:pt x="159" y="34"/>
                </a:cubicBezTo>
                <a:cubicBezTo>
                  <a:pt x="527" y="419"/>
                  <a:pt x="527" y="419"/>
                  <a:pt x="527" y="419"/>
                </a:cubicBezTo>
                <a:cubicBezTo>
                  <a:pt x="540" y="416"/>
                  <a:pt x="540" y="416"/>
                  <a:pt x="540" y="416"/>
                </a:cubicBezTo>
                <a:cubicBezTo>
                  <a:pt x="643" y="382"/>
                  <a:pt x="643" y="382"/>
                  <a:pt x="643" y="382"/>
                </a:cubicBezTo>
                <a:cubicBezTo>
                  <a:pt x="775" y="530"/>
                  <a:pt x="775" y="530"/>
                  <a:pt x="775" y="530"/>
                </a:cubicBezTo>
                <a:cubicBezTo>
                  <a:pt x="749" y="625"/>
                  <a:pt x="749" y="625"/>
                  <a:pt x="749" y="625"/>
                </a:cubicBezTo>
                <a:cubicBezTo>
                  <a:pt x="749" y="627"/>
                  <a:pt x="749" y="627"/>
                  <a:pt x="749" y="627"/>
                </a:cubicBezTo>
                <a:cubicBezTo>
                  <a:pt x="745" y="623"/>
                  <a:pt x="745" y="623"/>
                  <a:pt x="745" y="623"/>
                </a:cubicBezTo>
                <a:cubicBezTo>
                  <a:pt x="646" y="524"/>
                  <a:pt x="646" y="524"/>
                  <a:pt x="646" y="524"/>
                </a:cubicBezTo>
                <a:cubicBezTo>
                  <a:pt x="567" y="564"/>
                  <a:pt x="567" y="564"/>
                  <a:pt x="567" y="564"/>
                </a:cubicBezTo>
                <a:cubicBezTo>
                  <a:pt x="527" y="644"/>
                  <a:pt x="527" y="644"/>
                  <a:pt x="527" y="644"/>
                </a:cubicBezTo>
                <a:cubicBezTo>
                  <a:pt x="625" y="742"/>
                  <a:pt x="625" y="742"/>
                  <a:pt x="625" y="742"/>
                </a:cubicBezTo>
                <a:cubicBezTo>
                  <a:pt x="630" y="746"/>
                  <a:pt x="630" y="746"/>
                  <a:pt x="630" y="746"/>
                </a:cubicBezTo>
                <a:close/>
                <a:moveTo>
                  <a:pt x="129" y="129"/>
                </a:moveTo>
                <a:cubicBezTo>
                  <a:pt x="113" y="145"/>
                  <a:pt x="87" y="145"/>
                  <a:pt x="71" y="129"/>
                </a:cubicBezTo>
                <a:cubicBezTo>
                  <a:pt x="55" y="113"/>
                  <a:pt x="55" y="86"/>
                  <a:pt x="71" y="70"/>
                </a:cubicBezTo>
                <a:cubicBezTo>
                  <a:pt x="87" y="54"/>
                  <a:pt x="113" y="54"/>
                  <a:pt x="129" y="70"/>
                </a:cubicBezTo>
                <a:cubicBezTo>
                  <a:pt x="145" y="86"/>
                  <a:pt x="145" y="113"/>
                  <a:pt x="129" y="129"/>
                </a:cubicBezTo>
                <a:close/>
              </a:path>
            </a:pathLst>
          </a:custGeom>
          <a:solidFill>
            <a:srgbClr val="29414F"/>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 name="Freeform 7"/>
          <p:cNvSpPr>
            <a:spLocks noEditPoints="1"/>
          </p:cNvSpPr>
          <p:nvPr/>
        </p:nvSpPr>
        <p:spPr bwMode="auto">
          <a:xfrm>
            <a:off x="7511586" y="2498964"/>
            <a:ext cx="299176" cy="563737"/>
          </a:xfrm>
          <a:custGeom>
            <a:avLst/>
            <a:gdLst>
              <a:gd name="T0" fmla="*/ 21 w 51"/>
              <a:gd name="T1" fmla="*/ 72 h 94"/>
              <a:gd name="T2" fmla="*/ 22 w 51"/>
              <a:gd name="T3" fmla="*/ 50 h 94"/>
              <a:gd name="T4" fmla="*/ 7 w 51"/>
              <a:gd name="T5" fmla="*/ 40 h 94"/>
              <a:gd name="T6" fmla="*/ 3 w 51"/>
              <a:gd name="T7" fmla="*/ 26 h 94"/>
              <a:gd name="T8" fmla="*/ 9 w 51"/>
              <a:gd name="T9" fmla="*/ 11 h 94"/>
              <a:gd name="T10" fmla="*/ 23 w 51"/>
              <a:gd name="T11" fmla="*/ 5 h 94"/>
              <a:gd name="T12" fmla="*/ 23 w 51"/>
              <a:gd name="T13" fmla="*/ 0 h 94"/>
              <a:gd name="T14" fmla="*/ 31 w 51"/>
              <a:gd name="T15" fmla="*/ 0 h 94"/>
              <a:gd name="T16" fmla="*/ 31 w 51"/>
              <a:gd name="T17" fmla="*/ 5 h 94"/>
              <a:gd name="T18" fmla="*/ 44 w 51"/>
              <a:gd name="T19" fmla="*/ 11 h 94"/>
              <a:gd name="T20" fmla="*/ 50 w 51"/>
              <a:gd name="T21" fmla="*/ 24 h 94"/>
              <a:gd name="T22" fmla="*/ 37 w 51"/>
              <a:gd name="T23" fmla="*/ 25 h 94"/>
              <a:gd name="T24" fmla="*/ 30 w 51"/>
              <a:gd name="T25" fmla="*/ 17 h 94"/>
              <a:gd name="T26" fmla="*/ 30 w 51"/>
              <a:gd name="T27" fmla="*/ 37 h 94"/>
              <a:gd name="T28" fmla="*/ 47 w 51"/>
              <a:gd name="T29" fmla="*/ 47 h 94"/>
              <a:gd name="T30" fmla="*/ 51 w 51"/>
              <a:gd name="T31" fmla="*/ 61 h 94"/>
              <a:gd name="T32" fmla="*/ 45 w 51"/>
              <a:gd name="T33" fmla="*/ 76 h 94"/>
              <a:gd name="T34" fmla="*/ 29 w 51"/>
              <a:gd name="T35" fmla="*/ 84 h 94"/>
              <a:gd name="T36" fmla="*/ 28 w 51"/>
              <a:gd name="T37" fmla="*/ 94 h 94"/>
              <a:gd name="T38" fmla="*/ 21 w 51"/>
              <a:gd name="T39" fmla="*/ 94 h 94"/>
              <a:gd name="T40" fmla="*/ 21 w 51"/>
              <a:gd name="T41" fmla="*/ 84 h 94"/>
              <a:gd name="T42" fmla="*/ 6 w 51"/>
              <a:gd name="T43" fmla="*/ 77 h 94"/>
              <a:gd name="T44" fmla="*/ 0 w 51"/>
              <a:gd name="T45" fmla="*/ 61 h 94"/>
              <a:gd name="T46" fmla="*/ 14 w 51"/>
              <a:gd name="T47" fmla="*/ 60 h 94"/>
              <a:gd name="T48" fmla="*/ 16 w 51"/>
              <a:gd name="T49" fmla="*/ 67 h 94"/>
              <a:gd name="T50" fmla="*/ 21 w 51"/>
              <a:gd name="T51" fmla="*/ 72 h 94"/>
              <a:gd name="T52" fmla="*/ 23 w 51"/>
              <a:gd name="T53" fmla="*/ 17 h 94"/>
              <a:gd name="T54" fmla="*/ 18 w 51"/>
              <a:gd name="T55" fmla="*/ 20 h 94"/>
              <a:gd name="T56" fmla="*/ 16 w 51"/>
              <a:gd name="T57" fmla="*/ 25 h 94"/>
              <a:gd name="T58" fmla="*/ 17 w 51"/>
              <a:gd name="T59" fmla="*/ 31 h 94"/>
              <a:gd name="T60" fmla="*/ 22 w 51"/>
              <a:gd name="T61" fmla="*/ 35 h 94"/>
              <a:gd name="T62" fmla="*/ 23 w 51"/>
              <a:gd name="T63" fmla="*/ 17 h 94"/>
              <a:gd name="T64" fmla="*/ 29 w 51"/>
              <a:gd name="T65" fmla="*/ 72 h 94"/>
              <a:gd name="T66" fmla="*/ 35 w 51"/>
              <a:gd name="T67" fmla="*/ 69 h 94"/>
              <a:gd name="T68" fmla="*/ 38 w 51"/>
              <a:gd name="T69" fmla="*/ 62 h 94"/>
              <a:gd name="T70" fmla="*/ 36 w 51"/>
              <a:gd name="T71" fmla="*/ 56 h 94"/>
              <a:gd name="T72" fmla="*/ 29 w 51"/>
              <a:gd name="T73" fmla="*/ 52 h 94"/>
              <a:gd name="T74" fmla="*/ 29 w 51"/>
              <a:gd name="T75" fmla="*/ 7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 h="94">
                <a:moveTo>
                  <a:pt x="21" y="72"/>
                </a:moveTo>
                <a:cubicBezTo>
                  <a:pt x="22" y="50"/>
                  <a:pt x="22" y="50"/>
                  <a:pt x="22" y="50"/>
                </a:cubicBezTo>
                <a:cubicBezTo>
                  <a:pt x="15" y="47"/>
                  <a:pt x="10" y="44"/>
                  <a:pt x="7" y="40"/>
                </a:cubicBezTo>
                <a:cubicBezTo>
                  <a:pt x="4" y="36"/>
                  <a:pt x="3" y="31"/>
                  <a:pt x="3" y="26"/>
                </a:cubicBezTo>
                <a:cubicBezTo>
                  <a:pt x="3" y="20"/>
                  <a:pt x="5" y="15"/>
                  <a:pt x="9" y="11"/>
                </a:cubicBezTo>
                <a:cubicBezTo>
                  <a:pt x="12" y="8"/>
                  <a:pt x="17" y="6"/>
                  <a:pt x="23" y="5"/>
                </a:cubicBezTo>
                <a:cubicBezTo>
                  <a:pt x="23" y="0"/>
                  <a:pt x="23" y="0"/>
                  <a:pt x="23" y="0"/>
                </a:cubicBezTo>
                <a:cubicBezTo>
                  <a:pt x="31" y="0"/>
                  <a:pt x="31" y="0"/>
                  <a:pt x="31" y="0"/>
                </a:cubicBezTo>
                <a:cubicBezTo>
                  <a:pt x="31" y="5"/>
                  <a:pt x="31" y="5"/>
                  <a:pt x="31" y="5"/>
                </a:cubicBezTo>
                <a:cubicBezTo>
                  <a:pt x="36" y="6"/>
                  <a:pt x="41" y="8"/>
                  <a:pt x="44" y="11"/>
                </a:cubicBezTo>
                <a:cubicBezTo>
                  <a:pt x="47" y="15"/>
                  <a:pt x="49" y="19"/>
                  <a:pt x="50" y="24"/>
                </a:cubicBezTo>
                <a:cubicBezTo>
                  <a:pt x="37" y="25"/>
                  <a:pt x="37" y="25"/>
                  <a:pt x="37" y="25"/>
                </a:cubicBezTo>
                <a:cubicBezTo>
                  <a:pt x="36" y="21"/>
                  <a:pt x="34" y="18"/>
                  <a:pt x="30" y="17"/>
                </a:cubicBezTo>
                <a:cubicBezTo>
                  <a:pt x="30" y="37"/>
                  <a:pt x="30" y="37"/>
                  <a:pt x="30" y="37"/>
                </a:cubicBezTo>
                <a:cubicBezTo>
                  <a:pt x="38" y="40"/>
                  <a:pt x="44" y="43"/>
                  <a:pt x="47" y="47"/>
                </a:cubicBezTo>
                <a:cubicBezTo>
                  <a:pt x="50" y="50"/>
                  <a:pt x="51" y="55"/>
                  <a:pt x="51" y="61"/>
                </a:cubicBezTo>
                <a:cubicBezTo>
                  <a:pt x="51" y="67"/>
                  <a:pt x="49" y="72"/>
                  <a:pt x="45" y="76"/>
                </a:cubicBezTo>
                <a:cubicBezTo>
                  <a:pt x="41" y="81"/>
                  <a:pt x="36" y="83"/>
                  <a:pt x="29" y="84"/>
                </a:cubicBezTo>
                <a:cubicBezTo>
                  <a:pt x="28" y="94"/>
                  <a:pt x="28" y="94"/>
                  <a:pt x="28" y="94"/>
                </a:cubicBezTo>
                <a:cubicBezTo>
                  <a:pt x="21" y="94"/>
                  <a:pt x="21" y="94"/>
                  <a:pt x="21" y="94"/>
                </a:cubicBezTo>
                <a:cubicBezTo>
                  <a:pt x="21" y="84"/>
                  <a:pt x="21" y="84"/>
                  <a:pt x="21" y="84"/>
                </a:cubicBezTo>
                <a:cubicBezTo>
                  <a:pt x="15" y="83"/>
                  <a:pt x="10" y="81"/>
                  <a:pt x="6" y="77"/>
                </a:cubicBezTo>
                <a:cubicBezTo>
                  <a:pt x="3" y="73"/>
                  <a:pt x="1" y="68"/>
                  <a:pt x="0" y="61"/>
                </a:cubicBezTo>
                <a:cubicBezTo>
                  <a:pt x="14" y="60"/>
                  <a:pt x="14" y="60"/>
                  <a:pt x="14" y="60"/>
                </a:cubicBezTo>
                <a:cubicBezTo>
                  <a:pt x="14" y="62"/>
                  <a:pt x="15" y="65"/>
                  <a:pt x="16" y="67"/>
                </a:cubicBezTo>
                <a:cubicBezTo>
                  <a:pt x="18" y="69"/>
                  <a:pt x="19" y="71"/>
                  <a:pt x="21" y="72"/>
                </a:cubicBezTo>
                <a:close/>
                <a:moveTo>
                  <a:pt x="23" y="17"/>
                </a:moveTo>
                <a:cubicBezTo>
                  <a:pt x="21" y="17"/>
                  <a:pt x="19" y="18"/>
                  <a:pt x="18" y="20"/>
                </a:cubicBezTo>
                <a:cubicBezTo>
                  <a:pt x="16" y="22"/>
                  <a:pt x="16" y="23"/>
                  <a:pt x="16" y="25"/>
                </a:cubicBezTo>
                <a:cubicBezTo>
                  <a:pt x="16" y="27"/>
                  <a:pt x="16" y="29"/>
                  <a:pt x="17" y="31"/>
                </a:cubicBezTo>
                <a:cubicBezTo>
                  <a:pt x="18" y="32"/>
                  <a:pt x="20" y="34"/>
                  <a:pt x="22" y="35"/>
                </a:cubicBezTo>
                <a:lnTo>
                  <a:pt x="23" y="17"/>
                </a:lnTo>
                <a:close/>
                <a:moveTo>
                  <a:pt x="29" y="72"/>
                </a:moveTo>
                <a:cubicBezTo>
                  <a:pt x="32" y="72"/>
                  <a:pt x="34" y="71"/>
                  <a:pt x="35" y="69"/>
                </a:cubicBezTo>
                <a:cubicBezTo>
                  <a:pt x="37" y="67"/>
                  <a:pt x="38" y="65"/>
                  <a:pt x="38" y="62"/>
                </a:cubicBezTo>
                <a:cubicBezTo>
                  <a:pt x="38" y="60"/>
                  <a:pt x="38" y="58"/>
                  <a:pt x="36" y="56"/>
                </a:cubicBezTo>
                <a:cubicBezTo>
                  <a:pt x="35" y="54"/>
                  <a:pt x="33" y="53"/>
                  <a:pt x="29" y="52"/>
                </a:cubicBezTo>
                <a:lnTo>
                  <a:pt x="29" y="72"/>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 name="Freeform 11"/>
          <p:cNvSpPr>
            <a:spLocks noEditPoints="1"/>
          </p:cNvSpPr>
          <p:nvPr/>
        </p:nvSpPr>
        <p:spPr bwMode="auto">
          <a:xfrm>
            <a:off x="7456563" y="5512574"/>
            <a:ext cx="409223" cy="494684"/>
          </a:xfrm>
          <a:custGeom>
            <a:avLst/>
            <a:gdLst>
              <a:gd name="T0" fmla="*/ 186 w 498"/>
              <a:gd name="T1" fmla="*/ 490 h 602"/>
              <a:gd name="T2" fmla="*/ 412 w 498"/>
              <a:gd name="T3" fmla="*/ 138 h 602"/>
              <a:gd name="T4" fmla="*/ 422 w 498"/>
              <a:gd name="T5" fmla="*/ 150 h 602"/>
              <a:gd name="T6" fmla="*/ 440 w 498"/>
              <a:gd name="T7" fmla="*/ 180 h 602"/>
              <a:gd name="T8" fmla="*/ 192 w 498"/>
              <a:gd name="T9" fmla="*/ 516 h 602"/>
              <a:gd name="T10" fmla="*/ 102 w 498"/>
              <a:gd name="T11" fmla="*/ 550 h 602"/>
              <a:gd name="T12" fmla="*/ 62 w 498"/>
              <a:gd name="T13" fmla="*/ 568 h 602"/>
              <a:gd name="T14" fmla="*/ 42 w 498"/>
              <a:gd name="T15" fmla="*/ 572 h 602"/>
              <a:gd name="T16" fmla="*/ 38 w 498"/>
              <a:gd name="T17" fmla="*/ 570 h 602"/>
              <a:gd name="T18" fmla="*/ 32 w 498"/>
              <a:gd name="T19" fmla="*/ 560 h 602"/>
              <a:gd name="T20" fmla="*/ 30 w 498"/>
              <a:gd name="T21" fmla="*/ 536 h 602"/>
              <a:gd name="T22" fmla="*/ 32 w 498"/>
              <a:gd name="T23" fmla="*/ 502 h 602"/>
              <a:gd name="T24" fmla="*/ 34 w 498"/>
              <a:gd name="T25" fmla="*/ 502 h 602"/>
              <a:gd name="T26" fmla="*/ 34 w 498"/>
              <a:gd name="T27" fmla="*/ 500 h 602"/>
              <a:gd name="T28" fmla="*/ 48 w 498"/>
              <a:gd name="T29" fmla="*/ 500 h 602"/>
              <a:gd name="T30" fmla="*/ 56 w 498"/>
              <a:gd name="T31" fmla="*/ 504 h 602"/>
              <a:gd name="T32" fmla="*/ 76 w 498"/>
              <a:gd name="T33" fmla="*/ 516 h 602"/>
              <a:gd name="T34" fmla="*/ 90 w 498"/>
              <a:gd name="T35" fmla="*/ 530 h 602"/>
              <a:gd name="T36" fmla="*/ 100 w 498"/>
              <a:gd name="T37" fmla="*/ 540 h 602"/>
              <a:gd name="T38" fmla="*/ 102 w 498"/>
              <a:gd name="T39" fmla="*/ 550 h 602"/>
              <a:gd name="T40" fmla="*/ 288 w 498"/>
              <a:gd name="T41" fmla="*/ 72 h 602"/>
              <a:gd name="T42" fmla="*/ 308 w 498"/>
              <a:gd name="T43" fmla="*/ 76 h 602"/>
              <a:gd name="T44" fmla="*/ 334 w 498"/>
              <a:gd name="T45" fmla="*/ 86 h 602"/>
              <a:gd name="T46" fmla="*/ 70 w 498"/>
              <a:gd name="T47" fmla="*/ 396 h 602"/>
              <a:gd name="T48" fmla="*/ 288 w 498"/>
              <a:gd name="T49" fmla="*/ 72 h 602"/>
              <a:gd name="T50" fmla="*/ 130 w 498"/>
              <a:gd name="T51" fmla="*/ 480 h 602"/>
              <a:gd name="T52" fmla="*/ 130 w 498"/>
              <a:gd name="T53" fmla="*/ 444 h 602"/>
              <a:gd name="T54" fmla="*/ 130 w 498"/>
              <a:gd name="T55" fmla="*/ 442 h 602"/>
              <a:gd name="T56" fmla="*/ 118 w 498"/>
              <a:gd name="T57" fmla="*/ 442 h 602"/>
              <a:gd name="T58" fmla="*/ 356 w 498"/>
              <a:gd name="T59" fmla="*/ 96 h 602"/>
              <a:gd name="T60" fmla="*/ 378 w 498"/>
              <a:gd name="T61" fmla="*/ 108 h 602"/>
              <a:gd name="T62" fmla="*/ 396 w 498"/>
              <a:gd name="T63" fmla="*/ 122 h 602"/>
              <a:gd name="T64" fmla="*/ 130 w 498"/>
              <a:gd name="T65" fmla="*/ 480 h 602"/>
              <a:gd name="T66" fmla="*/ 432 w 498"/>
              <a:gd name="T67" fmla="*/ 38 h 602"/>
              <a:gd name="T68" fmla="*/ 388 w 498"/>
              <a:gd name="T69" fmla="*/ 14 h 602"/>
              <a:gd name="T70" fmla="*/ 350 w 498"/>
              <a:gd name="T71" fmla="*/ 2 h 602"/>
              <a:gd name="T72" fmla="*/ 322 w 498"/>
              <a:gd name="T73" fmla="*/ 0 h 602"/>
              <a:gd name="T74" fmla="*/ 308 w 498"/>
              <a:gd name="T75" fmla="*/ 4 h 602"/>
              <a:gd name="T76" fmla="*/ 260 w 498"/>
              <a:gd name="T77" fmla="*/ 70 h 602"/>
              <a:gd name="T78" fmla="*/ 8 w 498"/>
              <a:gd name="T79" fmla="*/ 408 h 602"/>
              <a:gd name="T80" fmla="*/ 2 w 498"/>
              <a:gd name="T81" fmla="*/ 450 h 602"/>
              <a:gd name="T82" fmla="*/ 0 w 498"/>
              <a:gd name="T83" fmla="*/ 516 h 602"/>
              <a:gd name="T84" fmla="*/ 0 w 498"/>
              <a:gd name="T85" fmla="*/ 538 h 602"/>
              <a:gd name="T86" fmla="*/ 6 w 498"/>
              <a:gd name="T87" fmla="*/ 578 h 602"/>
              <a:gd name="T88" fmla="*/ 12 w 498"/>
              <a:gd name="T89" fmla="*/ 598 h 602"/>
              <a:gd name="T90" fmla="*/ 14 w 498"/>
              <a:gd name="T91" fmla="*/ 602 h 602"/>
              <a:gd name="T92" fmla="*/ 24 w 498"/>
              <a:gd name="T93" fmla="*/ 602 h 602"/>
              <a:gd name="T94" fmla="*/ 62 w 498"/>
              <a:gd name="T95" fmla="*/ 596 h 602"/>
              <a:gd name="T96" fmla="*/ 448 w 498"/>
              <a:gd name="T97" fmla="*/ 210 h 602"/>
              <a:gd name="T98" fmla="*/ 478 w 498"/>
              <a:gd name="T99" fmla="*/ 168 h 602"/>
              <a:gd name="T100" fmla="*/ 496 w 498"/>
              <a:gd name="T101" fmla="*/ 144 h 602"/>
              <a:gd name="T102" fmla="*/ 498 w 498"/>
              <a:gd name="T103" fmla="*/ 128 h 602"/>
              <a:gd name="T104" fmla="*/ 488 w 498"/>
              <a:gd name="T105" fmla="*/ 100 h 602"/>
              <a:gd name="T106" fmla="*/ 466 w 498"/>
              <a:gd name="T107" fmla="*/ 68 h 602"/>
              <a:gd name="T108" fmla="*/ 432 w 498"/>
              <a:gd name="T109" fmla="*/ 38 h 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98" h="602">
                <a:moveTo>
                  <a:pt x="192" y="516"/>
                </a:moveTo>
                <a:lnTo>
                  <a:pt x="186" y="490"/>
                </a:lnTo>
                <a:lnTo>
                  <a:pt x="144" y="500"/>
                </a:lnTo>
                <a:lnTo>
                  <a:pt x="412" y="138"/>
                </a:lnTo>
                <a:lnTo>
                  <a:pt x="412" y="138"/>
                </a:lnTo>
                <a:lnTo>
                  <a:pt x="422" y="150"/>
                </a:lnTo>
                <a:lnTo>
                  <a:pt x="428" y="160"/>
                </a:lnTo>
                <a:lnTo>
                  <a:pt x="440" y="180"/>
                </a:lnTo>
                <a:lnTo>
                  <a:pt x="192" y="516"/>
                </a:lnTo>
                <a:lnTo>
                  <a:pt x="192" y="516"/>
                </a:lnTo>
                <a:close/>
                <a:moveTo>
                  <a:pt x="102" y="550"/>
                </a:moveTo>
                <a:lnTo>
                  <a:pt x="102" y="550"/>
                </a:lnTo>
                <a:lnTo>
                  <a:pt x="80" y="560"/>
                </a:lnTo>
                <a:lnTo>
                  <a:pt x="62" y="568"/>
                </a:lnTo>
                <a:lnTo>
                  <a:pt x="52" y="570"/>
                </a:lnTo>
                <a:lnTo>
                  <a:pt x="42" y="572"/>
                </a:lnTo>
                <a:lnTo>
                  <a:pt x="42" y="572"/>
                </a:lnTo>
                <a:lnTo>
                  <a:pt x="38" y="570"/>
                </a:lnTo>
                <a:lnTo>
                  <a:pt x="36" y="568"/>
                </a:lnTo>
                <a:lnTo>
                  <a:pt x="32" y="560"/>
                </a:lnTo>
                <a:lnTo>
                  <a:pt x="32" y="550"/>
                </a:lnTo>
                <a:lnTo>
                  <a:pt x="30" y="536"/>
                </a:lnTo>
                <a:lnTo>
                  <a:pt x="32" y="512"/>
                </a:lnTo>
                <a:lnTo>
                  <a:pt x="32" y="502"/>
                </a:lnTo>
                <a:lnTo>
                  <a:pt x="34" y="502"/>
                </a:lnTo>
                <a:lnTo>
                  <a:pt x="34" y="502"/>
                </a:lnTo>
                <a:lnTo>
                  <a:pt x="34" y="500"/>
                </a:lnTo>
                <a:lnTo>
                  <a:pt x="34" y="500"/>
                </a:lnTo>
                <a:lnTo>
                  <a:pt x="40" y="500"/>
                </a:lnTo>
                <a:lnTo>
                  <a:pt x="48" y="500"/>
                </a:lnTo>
                <a:lnTo>
                  <a:pt x="56" y="504"/>
                </a:lnTo>
                <a:lnTo>
                  <a:pt x="56" y="504"/>
                </a:lnTo>
                <a:lnTo>
                  <a:pt x="66" y="508"/>
                </a:lnTo>
                <a:lnTo>
                  <a:pt x="76" y="516"/>
                </a:lnTo>
                <a:lnTo>
                  <a:pt x="76" y="516"/>
                </a:lnTo>
                <a:lnTo>
                  <a:pt x="90" y="530"/>
                </a:lnTo>
                <a:lnTo>
                  <a:pt x="100" y="540"/>
                </a:lnTo>
                <a:lnTo>
                  <a:pt x="100" y="540"/>
                </a:lnTo>
                <a:lnTo>
                  <a:pt x="102" y="546"/>
                </a:lnTo>
                <a:lnTo>
                  <a:pt x="102" y="550"/>
                </a:lnTo>
                <a:lnTo>
                  <a:pt x="102" y="550"/>
                </a:lnTo>
                <a:close/>
                <a:moveTo>
                  <a:pt x="288" y="72"/>
                </a:moveTo>
                <a:lnTo>
                  <a:pt x="288" y="72"/>
                </a:lnTo>
                <a:lnTo>
                  <a:pt x="308" y="76"/>
                </a:lnTo>
                <a:lnTo>
                  <a:pt x="334" y="84"/>
                </a:lnTo>
                <a:lnTo>
                  <a:pt x="334" y="86"/>
                </a:lnTo>
                <a:lnTo>
                  <a:pt x="70" y="444"/>
                </a:lnTo>
                <a:lnTo>
                  <a:pt x="70" y="396"/>
                </a:lnTo>
                <a:lnTo>
                  <a:pt x="46" y="398"/>
                </a:lnTo>
                <a:lnTo>
                  <a:pt x="288" y="72"/>
                </a:lnTo>
                <a:lnTo>
                  <a:pt x="288" y="72"/>
                </a:lnTo>
                <a:close/>
                <a:moveTo>
                  <a:pt x="130" y="480"/>
                </a:moveTo>
                <a:lnTo>
                  <a:pt x="130" y="480"/>
                </a:lnTo>
                <a:lnTo>
                  <a:pt x="130" y="444"/>
                </a:lnTo>
                <a:lnTo>
                  <a:pt x="130" y="444"/>
                </a:lnTo>
                <a:lnTo>
                  <a:pt x="130" y="442"/>
                </a:lnTo>
                <a:lnTo>
                  <a:pt x="126" y="442"/>
                </a:lnTo>
                <a:lnTo>
                  <a:pt x="118" y="442"/>
                </a:lnTo>
                <a:lnTo>
                  <a:pt x="92" y="452"/>
                </a:lnTo>
                <a:lnTo>
                  <a:pt x="356" y="96"/>
                </a:lnTo>
                <a:lnTo>
                  <a:pt x="356" y="96"/>
                </a:lnTo>
                <a:lnTo>
                  <a:pt x="378" y="108"/>
                </a:lnTo>
                <a:lnTo>
                  <a:pt x="378" y="108"/>
                </a:lnTo>
                <a:lnTo>
                  <a:pt x="396" y="122"/>
                </a:lnTo>
                <a:lnTo>
                  <a:pt x="130" y="480"/>
                </a:lnTo>
                <a:lnTo>
                  <a:pt x="130" y="480"/>
                </a:lnTo>
                <a:close/>
                <a:moveTo>
                  <a:pt x="432" y="38"/>
                </a:moveTo>
                <a:lnTo>
                  <a:pt x="432" y="38"/>
                </a:lnTo>
                <a:lnTo>
                  <a:pt x="410" y="24"/>
                </a:lnTo>
                <a:lnTo>
                  <a:pt x="388" y="14"/>
                </a:lnTo>
                <a:lnTo>
                  <a:pt x="368" y="6"/>
                </a:lnTo>
                <a:lnTo>
                  <a:pt x="350" y="2"/>
                </a:lnTo>
                <a:lnTo>
                  <a:pt x="334" y="0"/>
                </a:lnTo>
                <a:lnTo>
                  <a:pt x="322" y="0"/>
                </a:lnTo>
                <a:lnTo>
                  <a:pt x="314" y="0"/>
                </a:lnTo>
                <a:lnTo>
                  <a:pt x="308" y="4"/>
                </a:lnTo>
                <a:lnTo>
                  <a:pt x="290" y="28"/>
                </a:lnTo>
                <a:lnTo>
                  <a:pt x="260" y="70"/>
                </a:lnTo>
                <a:lnTo>
                  <a:pt x="16" y="398"/>
                </a:lnTo>
                <a:lnTo>
                  <a:pt x="8" y="408"/>
                </a:lnTo>
                <a:lnTo>
                  <a:pt x="8" y="408"/>
                </a:lnTo>
                <a:lnTo>
                  <a:pt x="2" y="450"/>
                </a:lnTo>
                <a:lnTo>
                  <a:pt x="0" y="492"/>
                </a:lnTo>
                <a:lnTo>
                  <a:pt x="0" y="516"/>
                </a:lnTo>
                <a:lnTo>
                  <a:pt x="0" y="538"/>
                </a:lnTo>
                <a:lnTo>
                  <a:pt x="0" y="538"/>
                </a:lnTo>
                <a:lnTo>
                  <a:pt x="2" y="560"/>
                </a:lnTo>
                <a:lnTo>
                  <a:pt x="6" y="578"/>
                </a:lnTo>
                <a:lnTo>
                  <a:pt x="10" y="594"/>
                </a:lnTo>
                <a:lnTo>
                  <a:pt x="12" y="598"/>
                </a:lnTo>
                <a:lnTo>
                  <a:pt x="14" y="602"/>
                </a:lnTo>
                <a:lnTo>
                  <a:pt x="14" y="602"/>
                </a:lnTo>
                <a:lnTo>
                  <a:pt x="18" y="602"/>
                </a:lnTo>
                <a:lnTo>
                  <a:pt x="24" y="602"/>
                </a:lnTo>
                <a:lnTo>
                  <a:pt x="40" y="600"/>
                </a:lnTo>
                <a:lnTo>
                  <a:pt x="62" y="596"/>
                </a:lnTo>
                <a:lnTo>
                  <a:pt x="196" y="548"/>
                </a:lnTo>
                <a:lnTo>
                  <a:pt x="448" y="210"/>
                </a:lnTo>
                <a:lnTo>
                  <a:pt x="452" y="204"/>
                </a:lnTo>
                <a:lnTo>
                  <a:pt x="478" y="168"/>
                </a:lnTo>
                <a:lnTo>
                  <a:pt x="496" y="144"/>
                </a:lnTo>
                <a:lnTo>
                  <a:pt x="496" y="144"/>
                </a:lnTo>
                <a:lnTo>
                  <a:pt x="498" y="138"/>
                </a:lnTo>
                <a:lnTo>
                  <a:pt x="498" y="128"/>
                </a:lnTo>
                <a:lnTo>
                  <a:pt x="494" y="114"/>
                </a:lnTo>
                <a:lnTo>
                  <a:pt x="488" y="100"/>
                </a:lnTo>
                <a:lnTo>
                  <a:pt x="478" y="84"/>
                </a:lnTo>
                <a:lnTo>
                  <a:pt x="466" y="68"/>
                </a:lnTo>
                <a:lnTo>
                  <a:pt x="450" y="52"/>
                </a:lnTo>
                <a:lnTo>
                  <a:pt x="432" y="38"/>
                </a:lnTo>
                <a:lnTo>
                  <a:pt x="432" y="38"/>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ko-KR" altLang="en-US" sz="1600"/>
          </a:p>
        </p:txBody>
      </p:sp>
      <p:sp>
        <p:nvSpPr>
          <p:cNvPr id="13" name="文本框 12"/>
          <p:cNvSpPr txBox="1"/>
          <p:nvPr/>
        </p:nvSpPr>
        <p:spPr>
          <a:xfrm>
            <a:off x="8424379" y="2246218"/>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14" name="文本框 13"/>
          <p:cNvSpPr txBox="1"/>
          <p:nvPr/>
        </p:nvSpPr>
        <p:spPr>
          <a:xfrm>
            <a:off x="8017979" y="3807209"/>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15" name="文本框 14"/>
          <p:cNvSpPr txBox="1"/>
          <p:nvPr/>
        </p:nvSpPr>
        <p:spPr>
          <a:xfrm>
            <a:off x="8424379" y="5278262"/>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16" name="矩形 15"/>
          <p:cNvSpPr/>
          <p:nvPr/>
        </p:nvSpPr>
        <p:spPr>
          <a:xfrm>
            <a:off x="837856" y="5142656"/>
            <a:ext cx="3650999" cy="1052596"/>
          </a:xfrm>
          <a:prstGeom prst="rect">
            <a:avLst/>
          </a:prstGeom>
          <a:noFill/>
        </p:spPr>
        <p:txBody>
          <a:bodyPr wrap="square">
            <a:spAutoFit/>
          </a:bodyPr>
          <a:lstStyle/>
          <a:p>
            <a:pPr>
              <a:lnSpc>
                <a:spcPct val="130000"/>
              </a:lnSpc>
            </a:pPr>
            <a:r>
              <a:rPr lang="zh-CN" altLang="en-US" sz="1600" dirty="0">
                <a:solidFill>
                  <a:schemeClr val="tx1">
                    <a:lumMod val="65000"/>
                    <a:lumOff val="35000"/>
                  </a:schemeClr>
                </a:solidFill>
              </a:rPr>
              <a:t>添加内容添加内容添加内容添加内容添加内容添加内容添加内容添加内容添加内容添加内容添加内容</a:t>
            </a:r>
          </a:p>
        </p:txBody>
      </p:sp>
      <p:sp>
        <p:nvSpPr>
          <p:cNvPr id="17" name="文本框 16"/>
          <p:cNvSpPr txBox="1"/>
          <p:nvPr/>
        </p:nvSpPr>
        <p:spPr>
          <a:xfrm>
            <a:off x="837856" y="4187143"/>
            <a:ext cx="3913366" cy="535531"/>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18" name="Rectangle 58"/>
          <p:cNvSpPr/>
          <p:nvPr/>
        </p:nvSpPr>
        <p:spPr>
          <a:xfrm>
            <a:off x="837856" y="4607411"/>
            <a:ext cx="4963915" cy="368371"/>
          </a:xfrm>
          <a:prstGeom prst="rect">
            <a:avLst/>
          </a:prstGeom>
        </p:spPr>
        <p:txBody>
          <a:bodyPr wrap="square">
            <a:spAutoFit/>
          </a:bodyPr>
          <a:lstStyle/>
          <a:p>
            <a:pPr>
              <a:lnSpc>
                <a:spcPct val="123000"/>
              </a:lnSpc>
              <a:spcBef>
                <a:spcPts val="600"/>
              </a:spcBef>
            </a:pPr>
            <a:r>
              <a:rPr lang="zh-CN" altLang="en-US" sz="1600" dirty="0">
                <a:solidFill>
                  <a:schemeClr val="tx1">
                    <a:lumMod val="65000"/>
                    <a:lumOff val="35000"/>
                  </a:schemeClr>
                </a:solidFill>
                <a:latin typeface="+mn-ea"/>
              </a:rPr>
              <a:t>单击此处添加副标题</a:t>
            </a:r>
          </a:p>
        </p:txBody>
      </p:sp>
      <p:sp>
        <p:nvSpPr>
          <p:cNvPr id="20"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三项并列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2954958614"/>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5"/>
          <p:cNvSpPr>
            <a:spLocks noEditPoints="1"/>
          </p:cNvSpPr>
          <p:nvPr/>
        </p:nvSpPr>
        <p:spPr bwMode="auto">
          <a:xfrm>
            <a:off x="6090724" y="2361208"/>
            <a:ext cx="1701800" cy="1727200"/>
          </a:xfrm>
          <a:custGeom>
            <a:avLst/>
            <a:gdLst>
              <a:gd name="T0" fmla="*/ 415 w 453"/>
              <a:gd name="T1" fmla="*/ 229 h 459"/>
              <a:gd name="T2" fmla="*/ 444 w 453"/>
              <a:gd name="T3" fmla="*/ 195 h 459"/>
              <a:gd name="T4" fmla="*/ 449 w 453"/>
              <a:gd name="T5" fmla="*/ 174 h 459"/>
              <a:gd name="T6" fmla="*/ 432 w 453"/>
              <a:gd name="T7" fmla="*/ 165 h 459"/>
              <a:gd name="T8" fmla="*/ 398 w 453"/>
              <a:gd name="T9" fmla="*/ 151 h 459"/>
              <a:gd name="T10" fmla="*/ 387 w 453"/>
              <a:gd name="T11" fmla="*/ 131 h 459"/>
              <a:gd name="T12" fmla="*/ 406 w 453"/>
              <a:gd name="T13" fmla="*/ 86 h 459"/>
              <a:gd name="T14" fmla="*/ 388 w 453"/>
              <a:gd name="T15" fmla="*/ 81 h 459"/>
              <a:gd name="T16" fmla="*/ 345 w 453"/>
              <a:gd name="T17" fmla="*/ 83 h 459"/>
              <a:gd name="T18" fmla="*/ 331 w 453"/>
              <a:gd name="T19" fmla="*/ 61 h 459"/>
              <a:gd name="T20" fmla="*/ 334 w 453"/>
              <a:gd name="T21" fmla="*/ 26 h 459"/>
              <a:gd name="T22" fmla="*/ 308 w 453"/>
              <a:gd name="T23" fmla="*/ 25 h 459"/>
              <a:gd name="T24" fmla="*/ 276 w 453"/>
              <a:gd name="T25" fmla="*/ 48 h 459"/>
              <a:gd name="T26" fmla="*/ 255 w 453"/>
              <a:gd name="T27" fmla="*/ 43 h 459"/>
              <a:gd name="T28" fmla="*/ 238 w 453"/>
              <a:gd name="T29" fmla="*/ 0 h 459"/>
              <a:gd name="T30" fmla="*/ 214 w 453"/>
              <a:gd name="T31" fmla="*/ 0 h 459"/>
              <a:gd name="T32" fmla="*/ 188 w 453"/>
              <a:gd name="T33" fmla="*/ 45 h 459"/>
              <a:gd name="T34" fmla="*/ 172 w 453"/>
              <a:gd name="T35" fmla="*/ 49 h 459"/>
              <a:gd name="T36" fmla="*/ 138 w 453"/>
              <a:gd name="T37" fmla="*/ 17 h 459"/>
              <a:gd name="T38" fmla="*/ 117 w 453"/>
              <a:gd name="T39" fmla="*/ 28 h 459"/>
              <a:gd name="T40" fmla="*/ 125 w 453"/>
              <a:gd name="T41" fmla="*/ 71 h 459"/>
              <a:gd name="T42" fmla="*/ 106 w 453"/>
              <a:gd name="T43" fmla="*/ 84 h 459"/>
              <a:gd name="T44" fmla="*/ 57 w 453"/>
              <a:gd name="T45" fmla="*/ 78 h 459"/>
              <a:gd name="T46" fmla="*/ 42 w 453"/>
              <a:gd name="T47" fmla="*/ 93 h 459"/>
              <a:gd name="T48" fmla="*/ 64 w 453"/>
              <a:gd name="T49" fmla="*/ 133 h 459"/>
              <a:gd name="T50" fmla="*/ 51 w 453"/>
              <a:gd name="T51" fmla="*/ 160 h 459"/>
              <a:gd name="T52" fmla="*/ 16 w 453"/>
              <a:gd name="T53" fmla="*/ 166 h 459"/>
              <a:gd name="T54" fmla="*/ 3 w 453"/>
              <a:gd name="T55" fmla="*/ 178 h 459"/>
              <a:gd name="T56" fmla="*/ 30 w 453"/>
              <a:gd name="T57" fmla="*/ 206 h 459"/>
              <a:gd name="T58" fmla="*/ 38 w 453"/>
              <a:gd name="T59" fmla="*/ 233 h 459"/>
              <a:gd name="T60" fmla="*/ 0 w 453"/>
              <a:gd name="T61" fmla="*/ 268 h 459"/>
              <a:gd name="T62" fmla="*/ 4 w 453"/>
              <a:gd name="T63" fmla="*/ 287 h 459"/>
              <a:gd name="T64" fmla="*/ 27 w 453"/>
              <a:gd name="T65" fmla="*/ 293 h 459"/>
              <a:gd name="T66" fmla="*/ 57 w 453"/>
              <a:gd name="T67" fmla="*/ 311 h 459"/>
              <a:gd name="T68" fmla="*/ 59 w 453"/>
              <a:gd name="T69" fmla="*/ 336 h 459"/>
              <a:gd name="T70" fmla="*/ 50 w 453"/>
              <a:gd name="T71" fmla="*/ 376 h 459"/>
              <a:gd name="T72" fmla="*/ 85 w 453"/>
              <a:gd name="T73" fmla="*/ 369 h 459"/>
              <a:gd name="T74" fmla="*/ 109 w 453"/>
              <a:gd name="T75" fmla="*/ 377 h 459"/>
              <a:gd name="T76" fmla="*/ 120 w 453"/>
              <a:gd name="T77" fmla="*/ 410 h 459"/>
              <a:gd name="T78" fmla="*/ 127 w 453"/>
              <a:gd name="T79" fmla="*/ 436 h 459"/>
              <a:gd name="T80" fmla="*/ 152 w 453"/>
              <a:gd name="T81" fmla="*/ 426 h 459"/>
              <a:gd name="T82" fmla="*/ 179 w 453"/>
              <a:gd name="T83" fmla="*/ 412 h 459"/>
              <a:gd name="T84" fmla="*/ 204 w 453"/>
              <a:gd name="T85" fmla="*/ 416 h 459"/>
              <a:gd name="T86" fmla="*/ 218 w 453"/>
              <a:gd name="T87" fmla="*/ 459 h 459"/>
              <a:gd name="T88" fmla="*/ 242 w 453"/>
              <a:gd name="T89" fmla="*/ 449 h 459"/>
              <a:gd name="T90" fmla="*/ 268 w 453"/>
              <a:gd name="T91" fmla="*/ 413 h 459"/>
              <a:gd name="T92" fmla="*/ 287 w 453"/>
              <a:gd name="T93" fmla="*/ 408 h 459"/>
              <a:gd name="T94" fmla="*/ 316 w 453"/>
              <a:gd name="T95" fmla="*/ 441 h 459"/>
              <a:gd name="T96" fmla="*/ 337 w 453"/>
              <a:gd name="T97" fmla="*/ 431 h 459"/>
              <a:gd name="T98" fmla="*/ 333 w 453"/>
              <a:gd name="T99" fmla="*/ 385 h 459"/>
              <a:gd name="T100" fmla="*/ 354 w 453"/>
              <a:gd name="T101" fmla="*/ 368 h 459"/>
              <a:gd name="T102" fmla="*/ 398 w 453"/>
              <a:gd name="T103" fmla="*/ 382 h 459"/>
              <a:gd name="T104" fmla="*/ 413 w 453"/>
              <a:gd name="T105" fmla="*/ 363 h 459"/>
              <a:gd name="T106" fmla="*/ 390 w 453"/>
              <a:gd name="T107" fmla="*/ 323 h 459"/>
              <a:gd name="T108" fmla="*/ 404 w 453"/>
              <a:gd name="T109" fmla="*/ 293 h 459"/>
              <a:gd name="T110" fmla="*/ 447 w 453"/>
              <a:gd name="T111" fmla="*/ 292 h 459"/>
              <a:gd name="T112" fmla="*/ 451 w 453"/>
              <a:gd name="T113" fmla="*/ 276 h 459"/>
              <a:gd name="T114" fmla="*/ 226 w 453"/>
              <a:gd name="T115" fmla="*/ 368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53" h="459">
                <a:moveTo>
                  <a:pt x="423" y="253"/>
                </a:moveTo>
                <a:cubicBezTo>
                  <a:pt x="420" y="252"/>
                  <a:pt x="417" y="250"/>
                  <a:pt x="414" y="249"/>
                </a:cubicBezTo>
                <a:cubicBezTo>
                  <a:pt x="414" y="247"/>
                  <a:pt x="414" y="245"/>
                  <a:pt x="414" y="243"/>
                </a:cubicBezTo>
                <a:cubicBezTo>
                  <a:pt x="415" y="239"/>
                  <a:pt x="415" y="235"/>
                  <a:pt x="415" y="233"/>
                </a:cubicBezTo>
                <a:cubicBezTo>
                  <a:pt x="415" y="231"/>
                  <a:pt x="415" y="229"/>
                  <a:pt x="415" y="229"/>
                </a:cubicBezTo>
                <a:cubicBezTo>
                  <a:pt x="415" y="229"/>
                  <a:pt x="415" y="228"/>
                  <a:pt x="415" y="226"/>
                </a:cubicBezTo>
                <a:cubicBezTo>
                  <a:pt x="415" y="223"/>
                  <a:pt x="415" y="220"/>
                  <a:pt x="414" y="216"/>
                </a:cubicBezTo>
                <a:cubicBezTo>
                  <a:pt x="414" y="214"/>
                  <a:pt x="414" y="212"/>
                  <a:pt x="414" y="210"/>
                </a:cubicBezTo>
                <a:cubicBezTo>
                  <a:pt x="417" y="209"/>
                  <a:pt x="420" y="207"/>
                  <a:pt x="423" y="206"/>
                </a:cubicBezTo>
                <a:cubicBezTo>
                  <a:pt x="431" y="202"/>
                  <a:pt x="438" y="198"/>
                  <a:pt x="444" y="195"/>
                </a:cubicBezTo>
                <a:cubicBezTo>
                  <a:pt x="449" y="192"/>
                  <a:pt x="453" y="190"/>
                  <a:pt x="453" y="190"/>
                </a:cubicBezTo>
                <a:cubicBezTo>
                  <a:pt x="453" y="190"/>
                  <a:pt x="452" y="189"/>
                  <a:pt x="452" y="187"/>
                </a:cubicBezTo>
                <a:cubicBezTo>
                  <a:pt x="452" y="185"/>
                  <a:pt x="452" y="184"/>
                  <a:pt x="451" y="183"/>
                </a:cubicBezTo>
                <a:cubicBezTo>
                  <a:pt x="451" y="181"/>
                  <a:pt x="451" y="180"/>
                  <a:pt x="450" y="178"/>
                </a:cubicBezTo>
                <a:cubicBezTo>
                  <a:pt x="450" y="177"/>
                  <a:pt x="450" y="175"/>
                  <a:pt x="449" y="174"/>
                </a:cubicBezTo>
                <a:cubicBezTo>
                  <a:pt x="449" y="173"/>
                  <a:pt x="449" y="173"/>
                  <a:pt x="449" y="172"/>
                </a:cubicBezTo>
                <a:cubicBezTo>
                  <a:pt x="449" y="171"/>
                  <a:pt x="448" y="171"/>
                  <a:pt x="448" y="170"/>
                </a:cubicBezTo>
                <a:cubicBezTo>
                  <a:pt x="448" y="168"/>
                  <a:pt x="447" y="166"/>
                  <a:pt x="447" y="166"/>
                </a:cubicBezTo>
                <a:cubicBezTo>
                  <a:pt x="447" y="166"/>
                  <a:pt x="443" y="166"/>
                  <a:pt x="437" y="166"/>
                </a:cubicBezTo>
                <a:cubicBezTo>
                  <a:pt x="435" y="166"/>
                  <a:pt x="434" y="166"/>
                  <a:pt x="432" y="165"/>
                </a:cubicBezTo>
                <a:cubicBezTo>
                  <a:pt x="430" y="165"/>
                  <a:pt x="428" y="165"/>
                  <a:pt x="426" y="165"/>
                </a:cubicBezTo>
                <a:cubicBezTo>
                  <a:pt x="422" y="165"/>
                  <a:pt x="418" y="165"/>
                  <a:pt x="414" y="165"/>
                </a:cubicBezTo>
                <a:cubicBezTo>
                  <a:pt x="411" y="165"/>
                  <a:pt x="407" y="165"/>
                  <a:pt x="404" y="166"/>
                </a:cubicBezTo>
                <a:cubicBezTo>
                  <a:pt x="403" y="163"/>
                  <a:pt x="402" y="162"/>
                  <a:pt x="402" y="160"/>
                </a:cubicBezTo>
                <a:cubicBezTo>
                  <a:pt x="400" y="156"/>
                  <a:pt x="399" y="153"/>
                  <a:pt x="398" y="151"/>
                </a:cubicBezTo>
                <a:cubicBezTo>
                  <a:pt x="397" y="149"/>
                  <a:pt x="396" y="148"/>
                  <a:pt x="396" y="148"/>
                </a:cubicBezTo>
                <a:cubicBezTo>
                  <a:pt x="396" y="148"/>
                  <a:pt x="396" y="146"/>
                  <a:pt x="395" y="144"/>
                </a:cubicBezTo>
                <a:cubicBezTo>
                  <a:pt x="394" y="142"/>
                  <a:pt x="392" y="139"/>
                  <a:pt x="390" y="136"/>
                </a:cubicBezTo>
                <a:cubicBezTo>
                  <a:pt x="390" y="135"/>
                  <a:pt x="389" y="134"/>
                  <a:pt x="389" y="133"/>
                </a:cubicBezTo>
                <a:cubicBezTo>
                  <a:pt x="388" y="132"/>
                  <a:pt x="387" y="131"/>
                  <a:pt x="387" y="131"/>
                </a:cubicBezTo>
                <a:cubicBezTo>
                  <a:pt x="389" y="128"/>
                  <a:pt x="391" y="125"/>
                  <a:pt x="394" y="123"/>
                </a:cubicBezTo>
                <a:cubicBezTo>
                  <a:pt x="399" y="116"/>
                  <a:pt x="404" y="110"/>
                  <a:pt x="407" y="105"/>
                </a:cubicBezTo>
                <a:cubicBezTo>
                  <a:pt x="411" y="99"/>
                  <a:pt x="413" y="96"/>
                  <a:pt x="413" y="96"/>
                </a:cubicBezTo>
                <a:cubicBezTo>
                  <a:pt x="413" y="96"/>
                  <a:pt x="412" y="95"/>
                  <a:pt x="411" y="93"/>
                </a:cubicBezTo>
                <a:cubicBezTo>
                  <a:pt x="410" y="91"/>
                  <a:pt x="408" y="89"/>
                  <a:pt x="406" y="86"/>
                </a:cubicBezTo>
                <a:cubicBezTo>
                  <a:pt x="405" y="85"/>
                  <a:pt x="404" y="84"/>
                  <a:pt x="403" y="83"/>
                </a:cubicBezTo>
                <a:cubicBezTo>
                  <a:pt x="402" y="82"/>
                  <a:pt x="401" y="81"/>
                  <a:pt x="401" y="80"/>
                </a:cubicBezTo>
                <a:cubicBezTo>
                  <a:pt x="399" y="78"/>
                  <a:pt x="398" y="77"/>
                  <a:pt x="398" y="77"/>
                </a:cubicBezTo>
                <a:cubicBezTo>
                  <a:pt x="398" y="77"/>
                  <a:pt x="397" y="77"/>
                  <a:pt x="395" y="78"/>
                </a:cubicBezTo>
                <a:cubicBezTo>
                  <a:pt x="394" y="79"/>
                  <a:pt x="391" y="79"/>
                  <a:pt x="388" y="81"/>
                </a:cubicBezTo>
                <a:cubicBezTo>
                  <a:pt x="383" y="83"/>
                  <a:pt x="375" y="87"/>
                  <a:pt x="368" y="90"/>
                </a:cubicBezTo>
                <a:cubicBezTo>
                  <a:pt x="365" y="92"/>
                  <a:pt x="361" y="93"/>
                  <a:pt x="359" y="95"/>
                </a:cubicBezTo>
                <a:cubicBezTo>
                  <a:pt x="357" y="93"/>
                  <a:pt x="355" y="92"/>
                  <a:pt x="354" y="91"/>
                </a:cubicBezTo>
                <a:cubicBezTo>
                  <a:pt x="351" y="88"/>
                  <a:pt x="348" y="86"/>
                  <a:pt x="347" y="84"/>
                </a:cubicBezTo>
                <a:cubicBezTo>
                  <a:pt x="346" y="84"/>
                  <a:pt x="345" y="83"/>
                  <a:pt x="345" y="83"/>
                </a:cubicBezTo>
                <a:cubicBezTo>
                  <a:pt x="344" y="82"/>
                  <a:pt x="344" y="82"/>
                  <a:pt x="344" y="82"/>
                </a:cubicBezTo>
                <a:cubicBezTo>
                  <a:pt x="344" y="82"/>
                  <a:pt x="343" y="81"/>
                  <a:pt x="341" y="80"/>
                </a:cubicBezTo>
                <a:cubicBezTo>
                  <a:pt x="339" y="78"/>
                  <a:pt x="337" y="77"/>
                  <a:pt x="333" y="74"/>
                </a:cubicBezTo>
                <a:cubicBezTo>
                  <a:pt x="332" y="73"/>
                  <a:pt x="330" y="72"/>
                  <a:pt x="328" y="71"/>
                </a:cubicBezTo>
                <a:cubicBezTo>
                  <a:pt x="329" y="67"/>
                  <a:pt x="330" y="64"/>
                  <a:pt x="331" y="61"/>
                </a:cubicBezTo>
                <a:cubicBezTo>
                  <a:pt x="332" y="57"/>
                  <a:pt x="333" y="53"/>
                  <a:pt x="333" y="49"/>
                </a:cubicBezTo>
                <a:cubicBezTo>
                  <a:pt x="334" y="45"/>
                  <a:pt x="335" y="41"/>
                  <a:pt x="335" y="38"/>
                </a:cubicBezTo>
                <a:cubicBezTo>
                  <a:pt x="336" y="32"/>
                  <a:pt x="337" y="28"/>
                  <a:pt x="337" y="28"/>
                </a:cubicBezTo>
                <a:cubicBezTo>
                  <a:pt x="337" y="28"/>
                  <a:pt x="337" y="28"/>
                  <a:pt x="336" y="28"/>
                </a:cubicBezTo>
                <a:cubicBezTo>
                  <a:pt x="335" y="27"/>
                  <a:pt x="335" y="27"/>
                  <a:pt x="334" y="26"/>
                </a:cubicBezTo>
                <a:cubicBezTo>
                  <a:pt x="332" y="25"/>
                  <a:pt x="329" y="24"/>
                  <a:pt x="326" y="22"/>
                </a:cubicBezTo>
                <a:cubicBezTo>
                  <a:pt x="323" y="21"/>
                  <a:pt x="321" y="20"/>
                  <a:pt x="318" y="19"/>
                </a:cubicBezTo>
                <a:cubicBezTo>
                  <a:pt x="317" y="18"/>
                  <a:pt x="317" y="18"/>
                  <a:pt x="316" y="18"/>
                </a:cubicBezTo>
                <a:cubicBezTo>
                  <a:pt x="315" y="18"/>
                  <a:pt x="315" y="17"/>
                  <a:pt x="315" y="17"/>
                </a:cubicBezTo>
                <a:cubicBezTo>
                  <a:pt x="315" y="17"/>
                  <a:pt x="312" y="20"/>
                  <a:pt x="308" y="25"/>
                </a:cubicBezTo>
                <a:cubicBezTo>
                  <a:pt x="306" y="28"/>
                  <a:pt x="303" y="30"/>
                  <a:pt x="301" y="33"/>
                </a:cubicBezTo>
                <a:cubicBezTo>
                  <a:pt x="298" y="36"/>
                  <a:pt x="296" y="39"/>
                  <a:pt x="293" y="43"/>
                </a:cubicBezTo>
                <a:cubicBezTo>
                  <a:pt x="291" y="45"/>
                  <a:pt x="289" y="48"/>
                  <a:pt x="287" y="51"/>
                </a:cubicBezTo>
                <a:cubicBezTo>
                  <a:pt x="285" y="50"/>
                  <a:pt x="283" y="50"/>
                  <a:pt x="281" y="49"/>
                </a:cubicBezTo>
                <a:cubicBezTo>
                  <a:pt x="279" y="48"/>
                  <a:pt x="277" y="48"/>
                  <a:pt x="276" y="48"/>
                </a:cubicBezTo>
                <a:cubicBezTo>
                  <a:pt x="275" y="47"/>
                  <a:pt x="274" y="47"/>
                  <a:pt x="274" y="47"/>
                </a:cubicBezTo>
                <a:cubicBezTo>
                  <a:pt x="273" y="47"/>
                  <a:pt x="272" y="47"/>
                  <a:pt x="272" y="47"/>
                </a:cubicBezTo>
                <a:cubicBezTo>
                  <a:pt x="270" y="46"/>
                  <a:pt x="268" y="46"/>
                  <a:pt x="268" y="46"/>
                </a:cubicBezTo>
                <a:cubicBezTo>
                  <a:pt x="268" y="46"/>
                  <a:pt x="267" y="45"/>
                  <a:pt x="265" y="45"/>
                </a:cubicBezTo>
                <a:cubicBezTo>
                  <a:pt x="263" y="44"/>
                  <a:pt x="259" y="44"/>
                  <a:pt x="255" y="43"/>
                </a:cubicBezTo>
                <a:cubicBezTo>
                  <a:pt x="253" y="43"/>
                  <a:pt x="251" y="43"/>
                  <a:pt x="249" y="42"/>
                </a:cubicBezTo>
                <a:cubicBezTo>
                  <a:pt x="249" y="39"/>
                  <a:pt x="248" y="36"/>
                  <a:pt x="247" y="32"/>
                </a:cubicBezTo>
                <a:cubicBezTo>
                  <a:pt x="245" y="24"/>
                  <a:pt x="243" y="16"/>
                  <a:pt x="242" y="10"/>
                </a:cubicBezTo>
                <a:cubicBezTo>
                  <a:pt x="240" y="4"/>
                  <a:pt x="239" y="0"/>
                  <a:pt x="239" y="0"/>
                </a:cubicBezTo>
                <a:cubicBezTo>
                  <a:pt x="239" y="0"/>
                  <a:pt x="238" y="0"/>
                  <a:pt x="238" y="0"/>
                </a:cubicBezTo>
                <a:cubicBezTo>
                  <a:pt x="237" y="0"/>
                  <a:pt x="236" y="0"/>
                  <a:pt x="235" y="0"/>
                </a:cubicBezTo>
                <a:cubicBezTo>
                  <a:pt x="233" y="0"/>
                  <a:pt x="229" y="0"/>
                  <a:pt x="226" y="0"/>
                </a:cubicBezTo>
                <a:cubicBezTo>
                  <a:pt x="223" y="0"/>
                  <a:pt x="220" y="0"/>
                  <a:pt x="218" y="0"/>
                </a:cubicBezTo>
                <a:cubicBezTo>
                  <a:pt x="217" y="0"/>
                  <a:pt x="216" y="0"/>
                  <a:pt x="215" y="0"/>
                </a:cubicBezTo>
                <a:cubicBezTo>
                  <a:pt x="215" y="0"/>
                  <a:pt x="214" y="0"/>
                  <a:pt x="214" y="0"/>
                </a:cubicBezTo>
                <a:cubicBezTo>
                  <a:pt x="214" y="0"/>
                  <a:pt x="213" y="4"/>
                  <a:pt x="211" y="10"/>
                </a:cubicBezTo>
                <a:cubicBezTo>
                  <a:pt x="210" y="16"/>
                  <a:pt x="207" y="24"/>
                  <a:pt x="206" y="32"/>
                </a:cubicBezTo>
                <a:cubicBezTo>
                  <a:pt x="205" y="36"/>
                  <a:pt x="204" y="39"/>
                  <a:pt x="204" y="42"/>
                </a:cubicBezTo>
                <a:cubicBezTo>
                  <a:pt x="202" y="43"/>
                  <a:pt x="199" y="43"/>
                  <a:pt x="197" y="43"/>
                </a:cubicBezTo>
                <a:cubicBezTo>
                  <a:pt x="194" y="44"/>
                  <a:pt x="190" y="44"/>
                  <a:pt x="188" y="45"/>
                </a:cubicBezTo>
                <a:cubicBezTo>
                  <a:pt x="186" y="45"/>
                  <a:pt x="185" y="46"/>
                  <a:pt x="185" y="46"/>
                </a:cubicBezTo>
                <a:cubicBezTo>
                  <a:pt x="185" y="46"/>
                  <a:pt x="183" y="46"/>
                  <a:pt x="181" y="47"/>
                </a:cubicBezTo>
                <a:cubicBezTo>
                  <a:pt x="180" y="47"/>
                  <a:pt x="180" y="47"/>
                  <a:pt x="179" y="47"/>
                </a:cubicBezTo>
                <a:cubicBezTo>
                  <a:pt x="178" y="47"/>
                  <a:pt x="178" y="47"/>
                  <a:pt x="177" y="48"/>
                </a:cubicBezTo>
                <a:cubicBezTo>
                  <a:pt x="175" y="48"/>
                  <a:pt x="174" y="48"/>
                  <a:pt x="172" y="49"/>
                </a:cubicBezTo>
                <a:cubicBezTo>
                  <a:pt x="170" y="50"/>
                  <a:pt x="168" y="50"/>
                  <a:pt x="166" y="51"/>
                </a:cubicBezTo>
                <a:cubicBezTo>
                  <a:pt x="164" y="48"/>
                  <a:pt x="162" y="45"/>
                  <a:pt x="160" y="43"/>
                </a:cubicBezTo>
                <a:cubicBezTo>
                  <a:pt x="157" y="39"/>
                  <a:pt x="154" y="36"/>
                  <a:pt x="152" y="33"/>
                </a:cubicBezTo>
                <a:cubicBezTo>
                  <a:pt x="149" y="30"/>
                  <a:pt x="147" y="28"/>
                  <a:pt x="145" y="25"/>
                </a:cubicBezTo>
                <a:cubicBezTo>
                  <a:pt x="141" y="20"/>
                  <a:pt x="138" y="17"/>
                  <a:pt x="138" y="17"/>
                </a:cubicBezTo>
                <a:cubicBezTo>
                  <a:pt x="138" y="17"/>
                  <a:pt x="138" y="18"/>
                  <a:pt x="137" y="18"/>
                </a:cubicBezTo>
                <a:cubicBezTo>
                  <a:pt x="136" y="18"/>
                  <a:pt x="135" y="18"/>
                  <a:pt x="134" y="19"/>
                </a:cubicBezTo>
                <a:cubicBezTo>
                  <a:pt x="132" y="20"/>
                  <a:pt x="130" y="21"/>
                  <a:pt x="127" y="22"/>
                </a:cubicBezTo>
                <a:cubicBezTo>
                  <a:pt x="124" y="24"/>
                  <a:pt x="121" y="25"/>
                  <a:pt x="119" y="26"/>
                </a:cubicBezTo>
                <a:cubicBezTo>
                  <a:pt x="118" y="27"/>
                  <a:pt x="117" y="27"/>
                  <a:pt x="117" y="28"/>
                </a:cubicBezTo>
                <a:cubicBezTo>
                  <a:pt x="116" y="28"/>
                  <a:pt x="116" y="28"/>
                  <a:pt x="116" y="28"/>
                </a:cubicBezTo>
                <a:cubicBezTo>
                  <a:pt x="116" y="28"/>
                  <a:pt x="116" y="32"/>
                  <a:pt x="118" y="38"/>
                </a:cubicBezTo>
                <a:cubicBezTo>
                  <a:pt x="118" y="41"/>
                  <a:pt x="119" y="45"/>
                  <a:pt x="120" y="49"/>
                </a:cubicBezTo>
                <a:cubicBezTo>
                  <a:pt x="120" y="53"/>
                  <a:pt x="121" y="57"/>
                  <a:pt x="122" y="61"/>
                </a:cubicBezTo>
                <a:cubicBezTo>
                  <a:pt x="123" y="64"/>
                  <a:pt x="124" y="67"/>
                  <a:pt x="125" y="71"/>
                </a:cubicBezTo>
                <a:cubicBezTo>
                  <a:pt x="123" y="72"/>
                  <a:pt x="121" y="73"/>
                  <a:pt x="120" y="74"/>
                </a:cubicBezTo>
                <a:cubicBezTo>
                  <a:pt x="116" y="77"/>
                  <a:pt x="114" y="78"/>
                  <a:pt x="112" y="80"/>
                </a:cubicBezTo>
                <a:cubicBezTo>
                  <a:pt x="110" y="81"/>
                  <a:pt x="109" y="82"/>
                  <a:pt x="109" y="82"/>
                </a:cubicBezTo>
                <a:cubicBezTo>
                  <a:pt x="109" y="82"/>
                  <a:pt x="109" y="82"/>
                  <a:pt x="108" y="83"/>
                </a:cubicBezTo>
                <a:cubicBezTo>
                  <a:pt x="108" y="83"/>
                  <a:pt x="107" y="84"/>
                  <a:pt x="106" y="84"/>
                </a:cubicBezTo>
                <a:cubicBezTo>
                  <a:pt x="104" y="86"/>
                  <a:pt x="102" y="88"/>
                  <a:pt x="99" y="91"/>
                </a:cubicBezTo>
                <a:cubicBezTo>
                  <a:pt x="98" y="92"/>
                  <a:pt x="96" y="93"/>
                  <a:pt x="94" y="95"/>
                </a:cubicBezTo>
                <a:cubicBezTo>
                  <a:pt x="91" y="93"/>
                  <a:pt x="88" y="92"/>
                  <a:pt x="85" y="90"/>
                </a:cubicBezTo>
                <a:cubicBezTo>
                  <a:pt x="78" y="87"/>
                  <a:pt x="70" y="83"/>
                  <a:pt x="64" y="81"/>
                </a:cubicBezTo>
                <a:cubicBezTo>
                  <a:pt x="62" y="79"/>
                  <a:pt x="59" y="79"/>
                  <a:pt x="57" y="78"/>
                </a:cubicBezTo>
                <a:cubicBezTo>
                  <a:pt x="56" y="77"/>
                  <a:pt x="55" y="77"/>
                  <a:pt x="55" y="77"/>
                </a:cubicBezTo>
                <a:cubicBezTo>
                  <a:pt x="55" y="77"/>
                  <a:pt x="54" y="78"/>
                  <a:pt x="52" y="80"/>
                </a:cubicBezTo>
                <a:cubicBezTo>
                  <a:pt x="52" y="81"/>
                  <a:pt x="51" y="82"/>
                  <a:pt x="50" y="83"/>
                </a:cubicBezTo>
                <a:cubicBezTo>
                  <a:pt x="49" y="84"/>
                  <a:pt x="48" y="85"/>
                  <a:pt x="47" y="86"/>
                </a:cubicBezTo>
                <a:cubicBezTo>
                  <a:pt x="45" y="89"/>
                  <a:pt x="43" y="91"/>
                  <a:pt x="42" y="93"/>
                </a:cubicBezTo>
                <a:cubicBezTo>
                  <a:pt x="40" y="95"/>
                  <a:pt x="40" y="96"/>
                  <a:pt x="40" y="96"/>
                </a:cubicBezTo>
                <a:cubicBezTo>
                  <a:pt x="40" y="96"/>
                  <a:pt x="42" y="99"/>
                  <a:pt x="46" y="105"/>
                </a:cubicBezTo>
                <a:cubicBezTo>
                  <a:pt x="49" y="110"/>
                  <a:pt x="54" y="116"/>
                  <a:pt x="59" y="123"/>
                </a:cubicBezTo>
                <a:cubicBezTo>
                  <a:pt x="62" y="125"/>
                  <a:pt x="64" y="128"/>
                  <a:pt x="66" y="131"/>
                </a:cubicBezTo>
                <a:cubicBezTo>
                  <a:pt x="65" y="131"/>
                  <a:pt x="65" y="132"/>
                  <a:pt x="64" y="133"/>
                </a:cubicBezTo>
                <a:cubicBezTo>
                  <a:pt x="64" y="134"/>
                  <a:pt x="63" y="135"/>
                  <a:pt x="63" y="136"/>
                </a:cubicBezTo>
                <a:cubicBezTo>
                  <a:pt x="61" y="139"/>
                  <a:pt x="59" y="142"/>
                  <a:pt x="58" y="144"/>
                </a:cubicBezTo>
                <a:cubicBezTo>
                  <a:pt x="57" y="146"/>
                  <a:pt x="57" y="148"/>
                  <a:pt x="57" y="148"/>
                </a:cubicBezTo>
                <a:cubicBezTo>
                  <a:pt x="57" y="148"/>
                  <a:pt x="56" y="149"/>
                  <a:pt x="55" y="151"/>
                </a:cubicBezTo>
                <a:cubicBezTo>
                  <a:pt x="54" y="153"/>
                  <a:pt x="53" y="156"/>
                  <a:pt x="51" y="160"/>
                </a:cubicBezTo>
                <a:cubicBezTo>
                  <a:pt x="51" y="162"/>
                  <a:pt x="50" y="163"/>
                  <a:pt x="49" y="166"/>
                </a:cubicBezTo>
                <a:cubicBezTo>
                  <a:pt x="46" y="165"/>
                  <a:pt x="42" y="165"/>
                  <a:pt x="39" y="165"/>
                </a:cubicBezTo>
                <a:cubicBezTo>
                  <a:pt x="35" y="165"/>
                  <a:pt x="31" y="165"/>
                  <a:pt x="27" y="165"/>
                </a:cubicBezTo>
                <a:cubicBezTo>
                  <a:pt x="25" y="165"/>
                  <a:pt x="23" y="165"/>
                  <a:pt x="21" y="165"/>
                </a:cubicBezTo>
                <a:cubicBezTo>
                  <a:pt x="19" y="166"/>
                  <a:pt x="18" y="166"/>
                  <a:pt x="16" y="166"/>
                </a:cubicBezTo>
                <a:cubicBezTo>
                  <a:pt x="10" y="166"/>
                  <a:pt x="6" y="166"/>
                  <a:pt x="6" y="166"/>
                </a:cubicBezTo>
                <a:cubicBezTo>
                  <a:pt x="6" y="166"/>
                  <a:pt x="5" y="168"/>
                  <a:pt x="5" y="170"/>
                </a:cubicBezTo>
                <a:cubicBezTo>
                  <a:pt x="4" y="171"/>
                  <a:pt x="4" y="171"/>
                  <a:pt x="4" y="172"/>
                </a:cubicBezTo>
                <a:cubicBezTo>
                  <a:pt x="4" y="173"/>
                  <a:pt x="4" y="173"/>
                  <a:pt x="4" y="174"/>
                </a:cubicBezTo>
                <a:cubicBezTo>
                  <a:pt x="3" y="175"/>
                  <a:pt x="3" y="177"/>
                  <a:pt x="3" y="178"/>
                </a:cubicBezTo>
                <a:cubicBezTo>
                  <a:pt x="2" y="180"/>
                  <a:pt x="2" y="181"/>
                  <a:pt x="2" y="183"/>
                </a:cubicBezTo>
                <a:cubicBezTo>
                  <a:pt x="1" y="184"/>
                  <a:pt x="1" y="185"/>
                  <a:pt x="1" y="187"/>
                </a:cubicBezTo>
                <a:cubicBezTo>
                  <a:pt x="0" y="189"/>
                  <a:pt x="0" y="190"/>
                  <a:pt x="0" y="190"/>
                </a:cubicBezTo>
                <a:cubicBezTo>
                  <a:pt x="0" y="190"/>
                  <a:pt x="4" y="192"/>
                  <a:pt x="9" y="195"/>
                </a:cubicBezTo>
                <a:cubicBezTo>
                  <a:pt x="15" y="198"/>
                  <a:pt x="22" y="202"/>
                  <a:pt x="30" y="206"/>
                </a:cubicBezTo>
                <a:cubicBezTo>
                  <a:pt x="33" y="207"/>
                  <a:pt x="36" y="209"/>
                  <a:pt x="39" y="210"/>
                </a:cubicBezTo>
                <a:cubicBezTo>
                  <a:pt x="39" y="212"/>
                  <a:pt x="39" y="214"/>
                  <a:pt x="39" y="216"/>
                </a:cubicBezTo>
                <a:cubicBezTo>
                  <a:pt x="38" y="220"/>
                  <a:pt x="38" y="223"/>
                  <a:pt x="38" y="226"/>
                </a:cubicBezTo>
                <a:cubicBezTo>
                  <a:pt x="38" y="228"/>
                  <a:pt x="38" y="229"/>
                  <a:pt x="38" y="229"/>
                </a:cubicBezTo>
                <a:cubicBezTo>
                  <a:pt x="38" y="229"/>
                  <a:pt x="38" y="231"/>
                  <a:pt x="38" y="233"/>
                </a:cubicBezTo>
                <a:cubicBezTo>
                  <a:pt x="38" y="235"/>
                  <a:pt x="38" y="239"/>
                  <a:pt x="39" y="243"/>
                </a:cubicBezTo>
                <a:cubicBezTo>
                  <a:pt x="39" y="245"/>
                  <a:pt x="39" y="247"/>
                  <a:pt x="39" y="249"/>
                </a:cubicBezTo>
                <a:cubicBezTo>
                  <a:pt x="36" y="250"/>
                  <a:pt x="33" y="252"/>
                  <a:pt x="30" y="253"/>
                </a:cubicBezTo>
                <a:cubicBezTo>
                  <a:pt x="22" y="257"/>
                  <a:pt x="15" y="260"/>
                  <a:pt x="9" y="263"/>
                </a:cubicBezTo>
                <a:cubicBezTo>
                  <a:pt x="4" y="266"/>
                  <a:pt x="0" y="268"/>
                  <a:pt x="0" y="268"/>
                </a:cubicBezTo>
                <a:cubicBezTo>
                  <a:pt x="0" y="268"/>
                  <a:pt x="0" y="270"/>
                  <a:pt x="1" y="272"/>
                </a:cubicBezTo>
                <a:cubicBezTo>
                  <a:pt x="1" y="273"/>
                  <a:pt x="1" y="275"/>
                  <a:pt x="2" y="276"/>
                </a:cubicBezTo>
                <a:cubicBezTo>
                  <a:pt x="2" y="277"/>
                  <a:pt x="2" y="279"/>
                  <a:pt x="3" y="280"/>
                </a:cubicBezTo>
                <a:cubicBezTo>
                  <a:pt x="3" y="282"/>
                  <a:pt x="3" y="283"/>
                  <a:pt x="4" y="285"/>
                </a:cubicBezTo>
                <a:cubicBezTo>
                  <a:pt x="4" y="286"/>
                  <a:pt x="4" y="286"/>
                  <a:pt x="4" y="287"/>
                </a:cubicBezTo>
                <a:cubicBezTo>
                  <a:pt x="4" y="287"/>
                  <a:pt x="4" y="288"/>
                  <a:pt x="5" y="289"/>
                </a:cubicBezTo>
                <a:cubicBezTo>
                  <a:pt x="5" y="291"/>
                  <a:pt x="6" y="292"/>
                  <a:pt x="6" y="292"/>
                </a:cubicBezTo>
                <a:cubicBezTo>
                  <a:pt x="6" y="292"/>
                  <a:pt x="10" y="293"/>
                  <a:pt x="16" y="293"/>
                </a:cubicBezTo>
                <a:cubicBezTo>
                  <a:pt x="18" y="293"/>
                  <a:pt x="19" y="293"/>
                  <a:pt x="21" y="293"/>
                </a:cubicBezTo>
                <a:cubicBezTo>
                  <a:pt x="23" y="293"/>
                  <a:pt x="25" y="293"/>
                  <a:pt x="27" y="293"/>
                </a:cubicBezTo>
                <a:cubicBezTo>
                  <a:pt x="31" y="293"/>
                  <a:pt x="35" y="294"/>
                  <a:pt x="39" y="293"/>
                </a:cubicBezTo>
                <a:cubicBezTo>
                  <a:pt x="42" y="293"/>
                  <a:pt x="46" y="293"/>
                  <a:pt x="49" y="293"/>
                </a:cubicBezTo>
                <a:cubicBezTo>
                  <a:pt x="50" y="295"/>
                  <a:pt x="51" y="297"/>
                  <a:pt x="51" y="299"/>
                </a:cubicBezTo>
                <a:cubicBezTo>
                  <a:pt x="53" y="303"/>
                  <a:pt x="54" y="306"/>
                  <a:pt x="55" y="308"/>
                </a:cubicBezTo>
                <a:cubicBezTo>
                  <a:pt x="56" y="310"/>
                  <a:pt x="57" y="311"/>
                  <a:pt x="57" y="311"/>
                </a:cubicBezTo>
                <a:cubicBezTo>
                  <a:pt x="57" y="311"/>
                  <a:pt x="57" y="312"/>
                  <a:pt x="58" y="314"/>
                </a:cubicBezTo>
                <a:cubicBezTo>
                  <a:pt x="59" y="316"/>
                  <a:pt x="61" y="319"/>
                  <a:pt x="63" y="323"/>
                </a:cubicBezTo>
                <a:cubicBezTo>
                  <a:pt x="63" y="324"/>
                  <a:pt x="64" y="325"/>
                  <a:pt x="64" y="325"/>
                </a:cubicBezTo>
                <a:cubicBezTo>
                  <a:pt x="65" y="326"/>
                  <a:pt x="65" y="327"/>
                  <a:pt x="66" y="328"/>
                </a:cubicBezTo>
                <a:cubicBezTo>
                  <a:pt x="64" y="331"/>
                  <a:pt x="62" y="333"/>
                  <a:pt x="59" y="336"/>
                </a:cubicBezTo>
                <a:cubicBezTo>
                  <a:pt x="54" y="342"/>
                  <a:pt x="49" y="349"/>
                  <a:pt x="46" y="354"/>
                </a:cubicBezTo>
                <a:cubicBezTo>
                  <a:pt x="42" y="359"/>
                  <a:pt x="40" y="363"/>
                  <a:pt x="40" y="363"/>
                </a:cubicBezTo>
                <a:cubicBezTo>
                  <a:pt x="40" y="363"/>
                  <a:pt x="40" y="364"/>
                  <a:pt x="42" y="366"/>
                </a:cubicBezTo>
                <a:cubicBezTo>
                  <a:pt x="43" y="368"/>
                  <a:pt x="45" y="370"/>
                  <a:pt x="47" y="373"/>
                </a:cubicBezTo>
                <a:cubicBezTo>
                  <a:pt x="48" y="374"/>
                  <a:pt x="49" y="375"/>
                  <a:pt x="50" y="376"/>
                </a:cubicBezTo>
                <a:cubicBezTo>
                  <a:pt x="51" y="377"/>
                  <a:pt x="52" y="378"/>
                  <a:pt x="52" y="379"/>
                </a:cubicBezTo>
                <a:cubicBezTo>
                  <a:pt x="54" y="381"/>
                  <a:pt x="55" y="382"/>
                  <a:pt x="55" y="382"/>
                </a:cubicBezTo>
                <a:cubicBezTo>
                  <a:pt x="55" y="382"/>
                  <a:pt x="56" y="382"/>
                  <a:pt x="57" y="381"/>
                </a:cubicBezTo>
                <a:cubicBezTo>
                  <a:pt x="59" y="380"/>
                  <a:pt x="62" y="379"/>
                  <a:pt x="64" y="378"/>
                </a:cubicBezTo>
                <a:cubicBezTo>
                  <a:pt x="70" y="376"/>
                  <a:pt x="78" y="372"/>
                  <a:pt x="85" y="369"/>
                </a:cubicBezTo>
                <a:cubicBezTo>
                  <a:pt x="88" y="367"/>
                  <a:pt x="91" y="365"/>
                  <a:pt x="94" y="364"/>
                </a:cubicBezTo>
                <a:cubicBezTo>
                  <a:pt x="96" y="365"/>
                  <a:pt x="98" y="367"/>
                  <a:pt x="99" y="368"/>
                </a:cubicBezTo>
                <a:cubicBezTo>
                  <a:pt x="102" y="371"/>
                  <a:pt x="104" y="373"/>
                  <a:pt x="106" y="374"/>
                </a:cubicBezTo>
                <a:cubicBezTo>
                  <a:pt x="107" y="375"/>
                  <a:pt x="108" y="376"/>
                  <a:pt x="108" y="376"/>
                </a:cubicBezTo>
                <a:cubicBezTo>
                  <a:pt x="109" y="376"/>
                  <a:pt x="109" y="377"/>
                  <a:pt x="109" y="377"/>
                </a:cubicBezTo>
                <a:cubicBezTo>
                  <a:pt x="109" y="377"/>
                  <a:pt x="110" y="377"/>
                  <a:pt x="112" y="379"/>
                </a:cubicBezTo>
                <a:cubicBezTo>
                  <a:pt x="114" y="380"/>
                  <a:pt x="116" y="382"/>
                  <a:pt x="120" y="385"/>
                </a:cubicBezTo>
                <a:cubicBezTo>
                  <a:pt x="121" y="386"/>
                  <a:pt x="123" y="387"/>
                  <a:pt x="125" y="388"/>
                </a:cubicBezTo>
                <a:cubicBezTo>
                  <a:pt x="124" y="391"/>
                  <a:pt x="123" y="395"/>
                  <a:pt x="122" y="398"/>
                </a:cubicBezTo>
                <a:cubicBezTo>
                  <a:pt x="121" y="402"/>
                  <a:pt x="120" y="406"/>
                  <a:pt x="120" y="410"/>
                </a:cubicBezTo>
                <a:cubicBezTo>
                  <a:pt x="119" y="414"/>
                  <a:pt x="118" y="417"/>
                  <a:pt x="118" y="420"/>
                </a:cubicBezTo>
                <a:cubicBezTo>
                  <a:pt x="116" y="427"/>
                  <a:pt x="116" y="431"/>
                  <a:pt x="116" y="431"/>
                </a:cubicBezTo>
                <a:cubicBezTo>
                  <a:pt x="116" y="431"/>
                  <a:pt x="116" y="431"/>
                  <a:pt x="117" y="431"/>
                </a:cubicBezTo>
                <a:cubicBezTo>
                  <a:pt x="117" y="432"/>
                  <a:pt x="118" y="432"/>
                  <a:pt x="119" y="432"/>
                </a:cubicBezTo>
                <a:cubicBezTo>
                  <a:pt x="121" y="434"/>
                  <a:pt x="124" y="435"/>
                  <a:pt x="127" y="436"/>
                </a:cubicBezTo>
                <a:cubicBezTo>
                  <a:pt x="130" y="438"/>
                  <a:pt x="132" y="439"/>
                  <a:pt x="134" y="440"/>
                </a:cubicBezTo>
                <a:cubicBezTo>
                  <a:pt x="135" y="440"/>
                  <a:pt x="136" y="441"/>
                  <a:pt x="137" y="441"/>
                </a:cubicBezTo>
                <a:cubicBezTo>
                  <a:pt x="138" y="441"/>
                  <a:pt x="138" y="441"/>
                  <a:pt x="138" y="441"/>
                </a:cubicBezTo>
                <a:cubicBezTo>
                  <a:pt x="138" y="441"/>
                  <a:pt x="141" y="438"/>
                  <a:pt x="145" y="434"/>
                </a:cubicBezTo>
                <a:cubicBezTo>
                  <a:pt x="147" y="431"/>
                  <a:pt x="149" y="428"/>
                  <a:pt x="152" y="426"/>
                </a:cubicBezTo>
                <a:cubicBezTo>
                  <a:pt x="154" y="423"/>
                  <a:pt x="157" y="419"/>
                  <a:pt x="160" y="416"/>
                </a:cubicBezTo>
                <a:cubicBezTo>
                  <a:pt x="162" y="413"/>
                  <a:pt x="164" y="410"/>
                  <a:pt x="166" y="408"/>
                </a:cubicBezTo>
                <a:cubicBezTo>
                  <a:pt x="168" y="408"/>
                  <a:pt x="170" y="409"/>
                  <a:pt x="172" y="410"/>
                </a:cubicBezTo>
                <a:cubicBezTo>
                  <a:pt x="174" y="410"/>
                  <a:pt x="175" y="411"/>
                  <a:pt x="177" y="411"/>
                </a:cubicBezTo>
                <a:cubicBezTo>
                  <a:pt x="178" y="411"/>
                  <a:pt x="178" y="412"/>
                  <a:pt x="179" y="412"/>
                </a:cubicBezTo>
                <a:cubicBezTo>
                  <a:pt x="180" y="412"/>
                  <a:pt x="180" y="412"/>
                  <a:pt x="181" y="412"/>
                </a:cubicBezTo>
                <a:cubicBezTo>
                  <a:pt x="183" y="413"/>
                  <a:pt x="185" y="413"/>
                  <a:pt x="185" y="413"/>
                </a:cubicBezTo>
                <a:cubicBezTo>
                  <a:pt x="185" y="413"/>
                  <a:pt x="186" y="413"/>
                  <a:pt x="188" y="414"/>
                </a:cubicBezTo>
                <a:cubicBezTo>
                  <a:pt x="190" y="414"/>
                  <a:pt x="194" y="415"/>
                  <a:pt x="197" y="416"/>
                </a:cubicBezTo>
                <a:cubicBezTo>
                  <a:pt x="199" y="416"/>
                  <a:pt x="202" y="416"/>
                  <a:pt x="204" y="416"/>
                </a:cubicBezTo>
                <a:cubicBezTo>
                  <a:pt x="204" y="420"/>
                  <a:pt x="205" y="423"/>
                  <a:pt x="206" y="427"/>
                </a:cubicBezTo>
                <a:cubicBezTo>
                  <a:pt x="207" y="435"/>
                  <a:pt x="210" y="443"/>
                  <a:pt x="211" y="449"/>
                </a:cubicBezTo>
                <a:cubicBezTo>
                  <a:pt x="213" y="455"/>
                  <a:pt x="214" y="459"/>
                  <a:pt x="214" y="459"/>
                </a:cubicBezTo>
                <a:cubicBezTo>
                  <a:pt x="214" y="459"/>
                  <a:pt x="215" y="459"/>
                  <a:pt x="215" y="459"/>
                </a:cubicBezTo>
                <a:cubicBezTo>
                  <a:pt x="216" y="459"/>
                  <a:pt x="217" y="459"/>
                  <a:pt x="218" y="459"/>
                </a:cubicBezTo>
                <a:cubicBezTo>
                  <a:pt x="220" y="459"/>
                  <a:pt x="223" y="459"/>
                  <a:pt x="226" y="459"/>
                </a:cubicBezTo>
                <a:cubicBezTo>
                  <a:pt x="229" y="459"/>
                  <a:pt x="233" y="459"/>
                  <a:pt x="235" y="459"/>
                </a:cubicBezTo>
                <a:cubicBezTo>
                  <a:pt x="236" y="459"/>
                  <a:pt x="237" y="459"/>
                  <a:pt x="238" y="459"/>
                </a:cubicBezTo>
                <a:cubicBezTo>
                  <a:pt x="238" y="459"/>
                  <a:pt x="239" y="459"/>
                  <a:pt x="239" y="459"/>
                </a:cubicBezTo>
                <a:cubicBezTo>
                  <a:pt x="239" y="459"/>
                  <a:pt x="240" y="455"/>
                  <a:pt x="242" y="449"/>
                </a:cubicBezTo>
                <a:cubicBezTo>
                  <a:pt x="243" y="443"/>
                  <a:pt x="245" y="435"/>
                  <a:pt x="247" y="427"/>
                </a:cubicBezTo>
                <a:cubicBezTo>
                  <a:pt x="248" y="423"/>
                  <a:pt x="249" y="420"/>
                  <a:pt x="249" y="416"/>
                </a:cubicBezTo>
                <a:cubicBezTo>
                  <a:pt x="251" y="416"/>
                  <a:pt x="253" y="416"/>
                  <a:pt x="255" y="416"/>
                </a:cubicBezTo>
                <a:cubicBezTo>
                  <a:pt x="259" y="415"/>
                  <a:pt x="263" y="414"/>
                  <a:pt x="265" y="414"/>
                </a:cubicBezTo>
                <a:cubicBezTo>
                  <a:pt x="267" y="413"/>
                  <a:pt x="268" y="413"/>
                  <a:pt x="268" y="413"/>
                </a:cubicBezTo>
                <a:cubicBezTo>
                  <a:pt x="268" y="413"/>
                  <a:pt x="270" y="413"/>
                  <a:pt x="272" y="412"/>
                </a:cubicBezTo>
                <a:cubicBezTo>
                  <a:pt x="272" y="412"/>
                  <a:pt x="273" y="412"/>
                  <a:pt x="274" y="412"/>
                </a:cubicBezTo>
                <a:cubicBezTo>
                  <a:pt x="274" y="412"/>
                  <a:pt x="275" y="411"/>
                  <a:pt x="276" y="411"/>
                </a:cubicBezTo>
                <a:cubicBezTo>
                  <a:pt x="277" y="411"/>
                  <a:pt x="279" y="410"/>
                  <a:pt x="281" y="410"/>
                </a:cubicBezTo>
                <a:cubicBezTo>
                  <a:pt x="283" y="409"/>
                  <a:pt x="285" y="408"/>
                  <a:pt x="287" y="408"/>
                </a:cubicBezTo>
                <a:cubicBezTo>
                  <a:pt x="289" y="410"/>
                  <a:pt x="291" y="413"/>
                  <a:pt x="293" y="416"/>
                </a:cubicBezTo>
                <a:cubicBezTo>
                  <a:pt x="296" y="419"/>
                  <a:pt x="298" y="423"/>
                  <a:pt x="301" y="426"/>
                </a:cubicBezTo>
                <a:cubicBezTo>
                  <a:pt x="303" y="428"/>
                  <a:pt x="306" y="431"/>
                  <a:pt x="308" y="434"/>
                </a:cubicBezTo>
                <a:cubicBezTo>
                  <a:pt x="312" y="438"/>
                  <a:pt x="315" y="441"/>
                  <a:pt x="315" y="441"/>
                </a:cubicBezTo>
                <a:cubicBezTo>
                  <a:pt x="315" y="441"/>
                  <a:pt x="315" y="441"/>
                  <a:pt x="316" y="441"/>
                </a:cubicBezTo>
                <a:cubicBezTo>
                  <a:pt x="317" y="441"/>
                  <a:pt x="317" y="440"/>
                  <a:pt x="318" y="440"/>
                </a:cubicBezTo>
                <a:cubicBezTo>
                  <a:pt x="321" y="439"/>
                  <a:pt x="323" y="438"/>
                  <a:pt x="326" y="436"/>
                </a:cubicBezTo>
                <a:cubicBezTo>
                  <a:pt x="329" y="435"/>
                  <a:pt x="332" y="434"/>
                  <a:pt x="334" y="432"/>
                </a:cubicBezTo>
                <a:cubicBezTo>
                  <a:pt x="335" y="432"/>
                  <a:pt x="335" y="432"/>
                  <a:pt x="336" y="431"/>
                </a:cubicBezTo>
                <a:cubicBezTo>
                  <a:pt x="337" y="431"/>
                  <a:pt x="337" y="431"/>
                  <a:pt x="337" y="431"/>
                </a:cubicBezTo>
                <a:cubicBezTo>
                  <a:pt x="337" y="431"/>
                  <a:pt x="336" y="427"/>
                  <a:pt x="335" y="420"/>
                </a:cubicBezTo>
                <a:cubicBezTo>
                  <a:pt x="335" y="417"/>
                  <a:pt x="334" y="414"/>
                  <a:pt x="333" y="410"/>
                </a:cubicBezTo>
                <a:cubicBezTo>
                  <a:pt x="333" y="406"/>
                  <a:pt x="332" y="402"/>
                  <a:pt x="331" y="398"/>
                </a:cubicBezTo>
                <a:cubicBezTo>
                  <a:pt x="330" y="395"/>
                  <a:pt x="329" y="391"/>
                  <a:pt x="328" y="388"/>
                </a:cubicBezTo>
                <a:cubicBezTo>
                  <a:pt x="330" y="387"/>
                  <a:pt x="332" y="386"/>
                  <a:pt x="333" y="385"/>
                </a:cubicBezTo>
                <a:cubicBezTo>
                  <a:pt x="337" y="382"/>
                  <a:pt x="339" y="380"/>
                  <a:pt x="341" y="379"/>
                </a:cubicBezTo>
                <a:cubicBezTo>
                  <a:pt x="343" y="377"/>
                  <a:pt x="344" y="377"/>
                  <a:pt x="344" y="377"/>
                </a:cubicBezTo>
                <a:cubicBezTo>
                  <a:pt x="344" y="377"/>
                  <a:pt x="344" y="376"/>
                  <a:pt x="345" y="376"/>
                </a:cubicBezTo>
                <a:cubicBezTo>
                  <a:pt x="345" y="376"/>
                  <a:pt x="346" y="375"/>
                  <a:pt x="347" y="374"/>
                </a:cubicBezTo>
                <a:cubicBezTo>
                  <a:pt x="348" y="373"/>
                  <a:pt x="351" y="371"/>
                  <a:pt x="354" y="368"/>
                </a:cubicBezTo>
                <a:cubicBezTo>
                  <a:pt x="355" y="367"/>
                  <a:pt x="357" y="365"/>
                  <a:pt x="359" y="364"/>
                </a:cubicBezTo>
                <a:cubicBezTo>
                  <a:pt x="361" y="365"/>
                  <a:pt x="365" y="367"/>
                  <a:pt x="368" y="369"/>
                </a:cubicBezTo>
                <a:cubicBezTo>
                  <a:pt x="375" y="372"/>
                  <a:pt x="383" y="376"/>
                  <a:pt x="388" y="378"/>
                </a:cubicBezTo>
                <a:cubicBezTo>
                  <a:pt x="391" y="379"/>
                  <a:pt x="394" y="380"/>
                  <a:pt x="395" y="381"/>
                </a:cubicBezTo>
                <a:cubicBezTo>
                  <a:pt x="397" y="382"/>
                  <a:pt x="398" y="382"/>
                  <a:pt x="398" y="382"/>
                </a:cubicBezTo>
                <a:cubicBezTo>
                  <a:pt x="398" y="382"/>
                  <a:pt x="399" y="381"/>
                  <a:pt x="401" y="379"/>
                </a:cubicBezTo>
                <a:cubicBezTo>
                  <a:pt x="401" y="378"/>
                  <a:pt x="402" y="377"/>
                  <a:pt x="403" y="376"/>
                </a:cubicBezTo>
                <a:cubicBezTo>
                  <a:pt x="404" y="375"/>
                  <a:pt x="405" y="374"/>
                  <a:pt x="406" y="373"/>
                </a:cubicBezTo>
                <a:cubicBezTo>
                  <a:pt x="408" y="370"/>
                  <a:pt x="410" y="368"/>
                  <a:pt x="411" y="366"/>
                </a:cubicBezTo>
                <a:cubicBezTo>
                  <a:pt x="412" y="364"/>
                  <a:pt x="413" y="363"/>
                  <a:pt x="413" y="363"/>
                </a:cubicBezTo>
                <a:cubicBezTo>
                  <a:pt x="413" y="363"/>
                  <a:pt x="411" y="359"/>
                  <a:pt x="407" y="354"/>
                </a:cubicBezTo>
                <a:cubicBezTo>
                  <a:pt x="404" y="349"/>
                  <a:pt x="399" y="342"/>
                  <a:pt x="394" y="336"/>
                </a:cubicBezTo>
                <a:cubicBezTo>
                  <a:pt x="391" y="333"/>
                  <a:pt x="389" y="331"/>
                  <a:pt x="387" y="328"/>
                </a:cubicBezTo>
                <a:cubicBezTo>
                  <a:pt x="387" y="327"/>
                  <a:pt x="388" y="326"/>
                  <a:pt x="389" y="325"/>
                </a:cubicBezTo>
                <a:cubicBezTo>
                  <a:pt x="389" y="325"/>
                  <a:pt x="390" y="324"/>
                  <a:pt x="390" y="323"/>
                </a:cubicBezTo>
                <a:cubicBezTo>
                  <a:pt x="392" y="319"/>
                  <a:pt x="394" y="316"/>
                  <a:pt x="395" y="314"/>
                </a:cubicBezTo>
                <a:cubicBezTo>
                  <a:pt x="396" y="312"/>
                  <a:pt x="396" y="311"/>
                  <a:pt x="396" y="311"/>
                </a:cubicBezTo>
                <a:cubicBezTo>
                  <a:pt x="396" y="311"/>
                  <a:pt x="397" y="310"/>
                  <a:pt x="398" y="308"/>
                </a:cubicBezTo>
                <a:cubicBezTo>
                  <a:pt x="399" y="306"/>
                  <a:pt x="400" y="303"/>
                  <a:pt x="402" y="299"/>
                </a:cubicBezTo>
                <a:cubicBezTo>
                  <a:pt x="402" y="297"/>
                  <a:pt x="403" y="295"/>
                  <a:pt x="404" y="293"/>
                </a:cubicBezTo>
                <a:cubicBezTo>
                  <a:pt x="407" y="293"/>
                  <a:pt x="411" y="293"/>
                  <a:pt x="414" y="293"/>
                </a:cubicBezTo>
                <a:cubicBezTo>
                  <a:pt x="418" y="294"/>
                  <a:pt x="422" y="293"/>
                  <a:pt x="426" y="293"/>
                </a:cubicBezTo>
                <a:cubicBezTo>
                  <a:pt x="428" y="293"/>
                  <a:pt x="430" y="293"/>
                  <a:pt x="432" y="293"/>
                </a:cubicBezTo>
                <a:cubicBezTo>
                  <a:pt x="434" y="293"/>
                  <a:pt x="435" y="293"/>
                  <a:pt x="437" y="293"/>
                </a:cubicBezTo>
                <a:cubicBezTo>
                  <a:pt x="443" y="293"/>
                  <a:pt x="447" y="292"/>
                  <a:pt x="447" y="292"/>
                </a:cubicBezTo>
                <a:cubicBezTo>
                  <a:pt x="447" y="292"/>
                  <a:pt x="448" y="291"/>
                  <a:pt x="448" y="289"/>
                </a:cubicBezTo>
                <a:cubicBezTo>
                  <a:pt x="448" y="288"/>
                  <a:pt x="449" y="287"/>
                  <a:pt x="449" y="287"/>
                </a:cubicBezTo>
                <a:cubicBezTo>
                  <a:pt x="449" y="286"/>
                  <a:pt x="449" y="286"/>
                  <a:pt x="449" y="285"/>
                </a:cubicBezTo>
                <a:cubicBezTo>
                  <a:pt x="450" y="283"/>
                  <a:pt x="450" y="282"/>
                  <a:pt x="450" y="280"/>
                </a:cubicBezTo>
                <a:cubicBezTo>
                  <a:pt x="451" y="279"/>
                  <a:pt x="451" y="277"/>
                  <a:pt x="451" y="276"/>
                </a:cubicBezTo>
                <a:cubicBezTo>
                  <a:pt x="452" y="275"/>
                  <a:pt x="452" y="273"/>
                  <a:pt x="452" y="272"/>
                </a:cubicBezTo>
                <a:cubicBezTo>
                  <a:pt x="452" y="270"/>
                  <a:pt x="453" y="268"/>
                  <a:pt x="453" y="268"/>
                </a:cubicBezTo>
                <a:cubicBezTo>
                  <a:pt x="453" y="268"/>
                  <a:pt x="449" y="266"/>
                  <a:pt x="444" y="263"/>
                </a:cubicBezTo>
                <a:cubicBezTo>
                  <a:pt x="438" y="260"/>
                  <a:pt x="431" y="257"/>
                  <a:pt x="423" y="253"/>
                </a:cubicBezTo>
                <a:close/>
                <a:moveTo>
                  <a:pt x="226" y="368"/>
                </a:moveTo>
                <a:cubicBezTo>
                  <a:pt x="150" y="368"/>
                  <a:pt x="88" y="306"/>
                  <a:pt x="88" y="229"/>
                </a:cubicBezTo>
                <a:cubicBezTo>
                  <a:pt x="88" y="153"/>
                  <a:pt x="150" y="91"/>
                  <a:pt x="226" y="91"/>
                </a:cubicBezTo>
                <a:cubicBezTo>
                  <a:pt x="303" y="91"/>
                  <a:pt x="365" y="153"/>
                  <a:pt x="365" y="229"/>
                </a:cubicBezTo>
                <a:cubicBezTo>
                  <a:pt x="365" y="306"/>
                  <a:pt x="303" y="368"/>
                  <a:pt x="226" y="368"/>
                </a:cubicBezTo>
                <a:close/>
              </a:path>
            </a:pathLst>
          </a:custGeom>
          <a:solidFill>
            <a:srgbClr val="21998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 name="Freeform 6"/>
          <p:cNvSpPr>
            <a:spLocks noEditPoints="1"/>
          </p:cNvSpPr>
          <p:nvPr/>
        </p:nvSpPr>
        <p:spPr bwMode="auto">
          <a:xfrm>
            <a:off x="6582849" y="3997920"/>
            <a:ext cx="1885950" cy="1912938"/>
          </a:xfrm>
          <a:custGeom>
            <a:avLst/>
            <a:gdLst>
              <a:gd name="T0" fmla="*/ 460 w 502"/>
              <a:gd name="T1" fmla="*/ 254 h 509"/>
              <a:gd name="T2" fmla="*/ 492 w 502"/>
              <a:gd name="T3" fmla="*/ 217 h 509"/>
              <a:gd name="T4" fmla="*/ 498 w 502"/>
              <a:gd name="T5" fmla="*/ 193 h 509"/>
              <a:gd name="T6" fmla="*/ 479 w 502"/>
              <a:gd name="T7" fmla="*/ 183 h 509"/>
              <a:gd name="T8" fmla="*/ 441 w 502"/>
              <a:gd name="T9" fmla="*/ 167 h 509"/>
              <a:gd name="T10" fmla="*/ 429 w 502"/>
              <a:gd name="T11" fmla="*/ 145 h 509"/>
              <a:gd name="T12" fmla="*/ 450 w 502"/>
              <a:gd name="T13" fmla="*/ 95 h 509"/>
              <a:gd name="T14" fmla="*/ 431 w 502"/>
              <a:gd name="T15" fmla="*/ 89 h 509"/>
              <a:gd name="T16" fmla="*/ 382 w 502"/>
              <a:gd name="T17" fmla="*/ 92 h 509"/>
              <a:gd name="T18" fmla="*/ 367 w 502"/>
              <a:gd name="T19" fmla="*/ 67 h 509"/>
              <a:gd name="T20" fmla="*/ 370 w 502"/>
              <a:gd name="T21" fmla="*/ 29 h 509"/>
              <a:gd name="T22" fmla="*/ 341 w 502"/>
              <a:gd name="T23" fmla="*/ 28 h 509"/>
              <a:gd name="T24" fmla="*/ 306 w 502"/>
              <a:gd name="T25" fmla="*/ 53 h 509"/>
              <a:gd name="T26" fmla="*/ 283 w 502"/>
              <a:gd name="T27" fmla="*/ 48 h 509"/>
              <a:gd name="T28" fmla="*/ 263 w 502"/>
              <a:gd name="T29" fmla="*/ 0 h 509"/>
              <a:gd name="T30" fmla="*/ 238 w 502"/>
              <a:gd name="T31" fmla="*/ 0 h 509"/>
              <a:gd name="T32" fmla="*/ 209 w 502"/>
              <a:gd name="T33" fmla="*/ 50 h 509"/>
              <a:gd name="T34" fmla="*/ 191 w 502"/>
              <a:gd name="T35" fmla="*/ 54 h 509"/>
              <a:gd name="T36" fmla="*/ 153 w 502"/>
              <a:gd name="T37" fmla="*/ 19 h 509"/>
              <a:gd name="T38" fmla="*/ 130 w 502"/>
              <a:gd name="T39" fmla="*/ 31 h 509"/>
              <a:gd name="T40" fmla="*/ 139 w 502"/>
              <a:gd name="T41" fmla="*/ 78 h 509"/>
              <a:gd name="T42" fmla="*/ 118 w 502"/>
              <a:gd name="T43" fmla="*/ 93 h 509"/>
              <a:gd name="T44" fmla="*/ 64 w 502"/>
              <a:gd name="T45" fmla="*/ 86 h 509"/>
              <a:gd name="T46" fmla="*/ 47 w 502"/>
              <a:gd name="T47" fmla="*/ 103 h 509"/>
              <a:gd name="T48" fmla="*/ 72 w 502"/>
              <a:gd name="T49" fmla="*/ 148 h 509"/>
              <a:gd name="T50" fmla="*/ 57 w 502"/>
              <a:gd name="T51" fmla="*/ 177 h 509"/>
              <a:gd name="T52" fmla="*/ 18 w 502"/>
              <a:gd name="T53" fmla="*/ 184 h 509"/>
              <a:gd name="T54" fmla="*/ 3 w 502"/>
              <a:gd name="T55" fmla="*/ 198 h 509"/>
              <a:gd name="T56" fmla="*/ 33 w 502"/>
              <a:gd name="T57" fmla="*/ 228 h 509"/>
              <a:gd name="T58" fmla="*/ 42 w 502"/>
              <a:gd name="T59" fmla="*/ 258 h 509"/>
              <a:gd name="T60" fmla="*/ 0 w 502"/>
              <a:gd name="T61" fmla="*/ 297 h 509"/>
              <a:gd name="T62" fmla="*/ 5 w 502"/>
              <a:gd name="T63" fmla="*/ 318 h 509"/>
              <a:gd name="T64" fmla="*/ 30 w 502"/>
              <a:gd name="T65" fmla="*/ 325 h 509"/>
              <a:gd name="T66" fmla="*/ 63 w 502"/>
              <a:gd name="T67" fmla="*/ 345 h 509"/>
              <a:gd name="T68" fmla="*/ 66 w 502"/>
              <a:gd name="T69" fmla="*/ 372 h 509"/>
              <a:gd name="T70" fmla="*/ 55 w 502"/>
              <a:gd name="T71" fmla="*/ 417 h 509"/>
              <a:gd name="T72" fmla="*/ 95 w 502"/>
              <a:gd name="T73" fmla="*/ 408 h 509"/>
              <a:gd name="T74" fmla="*/ 121 w 502"/>
              <a:gd name="T75" fmla="*/ 417 h 509"/>
              <a:gd name="T76" fmla="*/ 133 w 502"/>
              <a:gd name="T77" fmla="*/ 454 h 509"/>
              <a:gd name="T78" fmla="*/ 141 w 502"/>
              <a:gd name="T79" fmla="*/ 483 h 509"/>
              <a:gd name="T80" fmla="*/ 169 w 502"/>
              <a:gd name="T81" fmla="*/ 471 h 509"/>
              <a:gd name="T82" fmla="*/ 199 w 502"/>
              <a:gd name="T83" fmla="*/ 456 h 509"/>
              <a:gd name="T84" fmla="*/ 226 w 502"/>
              <a:gd name="T85" fmla="*/ 461 h 509"/>
              <a:gd name="T86" fmla="*/ 242 w 502"/>
              <a:gd name="T87" fmla="*/ 508 h 509"/>
              <a:gd name="T88" fmla="*/ 268 w 502"/>
              <a:gd name="T89" fmla="*/ 497 h 509"/>
              <a:gd name="T90" fmla="*/ 298 w 502"/>
              <a:gd name="T91" fmla="*/ 458 h 509"/>
              <a:gd name="T92" fmla="*/ 318 w 502"/>
              <a:gd name="T93" fmla="*/ 452 h 509"/>
              <a:gd name="T94" fmla="*/ 350 w 502"/>
              <a:gd name="T95" fmla="*/ 489 h 509"/>
              <a:gd name="T96" fmla="*/ 374 w 502"/>
              <a:gd name="T97" fmla="*/ 477 h 509"/>
              <a:gd name="T98" fmla="*/ 370 w 502"/>
              <a:gd name="T99" fmla="*/ 426 h 509"/>
              <a:gd name="T100" fmla="*/ 392 w 502"/>
              <a:gd name="T101" fmla="*/ 408 h 509"/>
              <a:gd name="T102" fmla="*/ 441 w 502"/>
              <a:gd name="T103" fmla="*/ 423 h 509"/>
              <a:gd name="T104" fmla="*/ 458 w 502"/>
              <a:gd name="T105" fmla="*/ 402 h 509"/>
              <a:gd name="T106" fmla="*/ 432 w 502"/>
              <a:gd name="T107" fmla="*/ 358 h 509"/>
              <a:gd name="T108" fmla="*/ 448 w 502"/>
              <a:gd name="T109" fmla="*/ 325 h 509"/>
              <a:gd name="T110" fmla="*/ 496 w 502"/>
              <a:gd name="T111" fmla="*/ 324 h 509"/>
              <a:gd name="T112" fmla="*/ 500 w 502"/>
              <a:gd name="T113" fmla="*/ 306 h 509"/>
              <a:gd name="T114" fmla="*/ 251 w 502"/>
              <a:gd name="T115" fmla="*/ 408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2" h="509">
                <a:moveTo>
                  <a:pt x="469" y="280"/>
                </a:moveTo>
                <a:cubicBezTo>
                  <a:pt x="466" y="279"/>
                  <a:pt x="462" y="277"/>
                  <a:pt x="459" y="276"/>
                </a:cubicBezTo>
                <a:cubicBezTo>
                  <a:pt x="459" y="273"/>
                  <a:pt x="459" y="271"/>
                  <a:pt x="459" y="269"/>
                </a:cubicBezTo>
                <a:cubicBezTo>
                  <a:pt x="460" y="264"/>
                  <a:pt x="460" y="261"/>
                  <a:pt x="460" y="258"/>
                </a:cubicBezTo>
                <a:cubicBezTo>
                  <a:pt x="460" y="256"/>
                  <a:pt x="460" y="254"/>
                  <a:pt x="460" y="254"/>
                </a:cubicBezTo>
                <a:cubicBezTo>
                  <a:pt x="460" y="254"/>
                  <a:pt x="460" y="253"/>
                  <a:pt x="460" y="250"/>
                </a:cubicBezTo>
                <a:cubicBezTo>
                  <a:pt x="460" y="248"/>
                  <a:pt x="460" y="244"/>
                  <a:pt x="459" y="239"/>
                </a:cubicBezTo>
                <a:cubicBezTo>
                  <a:pt x="459" y="237"/>
                  <a:pt x="459" y="235"/>
                  <a:pt x="459" y="233"/>
                </a:cubicBezTo>
                <a:cubicBezTo>
                  <a:pt x="462" y="231"/>
                  <a:pt x="466" y="230"/>
                  <a:pt x="469" y="228"/>
                </a:cubicBezTo>
                <a:cubicBezTo>
                  <a:pt x="477" y="224"/>
                  <a:pt x="486" y="220"/>
                  <a:pt x="492" y="217"/>
                </a:cubicBezTo>
                <a:cubicBezTo>
                  <a:pt x="498" y="213"/>
                  <a:pt x="502" y="211"/>
                  <a:pt x="502" y="211"/>
                </a:cubicBezTo>
                <a:cubicBezTo>
                  <a:pt x="502" y="211"/>
                  <a:pt x="502" y="209"/>
                  <a:pt x="501" y="207"/>
                </a:cubicBezTo>
                <a:cubicBezTo>
                  <a:pt x="501" y="205"/>
                  <a:pt x="501" y="204"/>
                  <a:pt x="500" y="202"/>
                </a:cubicBezTo>
                <a:cubicBezTo>
                  <a:pt x="500" y="201"/>
                  <a:pt x="500" y="199"/>
                  <a:pt x="499" y="198"/>
                </a:cubicBezTo>
                <a:cubicBezTo>
                  <a:pt x="499" y="196"/>
                  <a:pt x="498" y="194"/>
                  <a:pt x="498" y="193"/>
                </a:cubicBezTo>
                <a:cubicBezTo>
                  <a:pt x="498" y="192"/>
                  <a:pt x="498" y="191"/>
                  <a:pt x="498" y="190"/>
                </a:cubicBezTo>
                <a:cubicBezTo>
                  <a:pt x="497" y="190"/>
                  <a:pt x="497" y="189"/>
                  <a:pt x="497" y="188"/>
                </a:cubicBezTo>
                <a:cubicBezTo>
                  <a:pt x="496" y="186"/>
                  <a:pt x="496" y="184"/>
                  <a:pt x="496" y="184"/>
                </a:cubicBezTo>
                <a:cubicBezTo>
                  <a:pt x="496" y="184"/>
                  <a:pt x="491" y="184"/>
                  <a:pt x="484" y="184"/>
                </a:cubicBezTo>
                <a:cubicBezTo>
                  <a:pt x="483" y="184"/>
                  <a:pt x="481" y="183"/>
                  <a:pt x="479" y="183"/>
                </a:cubicBezTo>
                <a:cubicBezTo>
                  <a:pt x="477" y="183"/>
                  <a:pt x="475" y="183"/>
                  <a:pt x="473" y="183"/>
                </a:cubicBezTo>
                <a:cubicBezTo>
                  <a:pt x="468" y="183"/>
                  <a:pt x="464" y="183"/>
                  <a:pt x="459" y="183"/>
                </a:cubicBezTo>
                <a:cubicBezTo>
                  <a:pt x="455" y="183"/>
                  <a:pt x="451" y="183"/>
                  <a:pt x="448" y="183"/>
                </a:cubicBezTo>
                <a:cubicBezTo>
                  <a:pt x="447" y="181"/>
                  <a:pt x="446" y="179"/>
                  <a:pt x="445" y="177"/>
                </a:cubicBezTo>
                <a:cubicBezTo>
                  <a:pt x="444" y="173"/>
                  <a:pt x="442" y="170"/>
                  <a:pt x="441" y="167"/>
                </a:cubicBezTo>
                <a:cubicBezTo>
                  <a:pt x="440" y="165"/>
                  <a:pt x="439" y="164"/>
                  <a:pt x="439" y="164"/>
                </a:cubicBezTo>
                <a:cubicBezTo>
                  <a:pt x="439" y="164"/>
                  <a:pt x="439" y="162"/>
                  <a:pt x="437" y="160"/>
                </a:cubicBezTo>
                <a:cubicBezTo>
                  <a:pt x="436" y="158"/>
                  <a:pt x="435" y="154"/>
                  <a:pt x="432" y="151"/>
                </a:cubicBezTo>
                <a:cubicBezTo>
                  <a:pt x="432" y="150"/>
                  <a:pt x="431" y="149"/>
                  <a:pt x="431" y="148"/>
                </a:cubicBezTo>
                <a:cubicBezTo>
                  <a:pt x="430" y="147"/>
                  <a:pt x="430" y="146"/>
                  <a:pt x="429" y="145"/>
                </a:cubicBezTo>
                <a:cubicBezTo>
                  <a:pt x="431" y="142"/>
                  <a:pt x="434" y="139"/>
                  <a:pt x="436" y="136"/>
                </a:cubicBezTo>
                <a:cubicBezTo>
                  <a:pt x="442" y="129"/>
                  <a:pt x="448" y="121"/>
                  <a:pt x="452" y="116"/>
                </a:cubicBezTo>
                <a:cubicBezTo>
                  <a:pt x="456" y="110"/>
                  <a:pt x="458" y="106"/>
                  <a:pt x="458" y="106"/>
                </a:cubicBezTo>
                <a:cubicBezTo>
                  <a:pt x="458" y="106"/>
                  <a:pt x="457" y="105"/>
                  <a:pt x="456" y="103"/>
                </a:cubicBezTo>
                <a:cubicBezTo>
                  <a:pt x="454" y="101"/>
                  <a:pt x="452" y="98"/>
                  <a:pt x="450" y="95"/>
                </a:cubicBezTo>
                <a:cubicBezTo>
                  <a:pt x="449" y="94"/>
                  <a:pt x="448" y="93"/>
                  <a:pt x="447" y="92"/>
                </a:cubicBezTo>
                <a:cubicBezTo>
                  <a:pt x="446" y="90"/>
                  <a:pt x="445" y="89"/>
                  <a:pt x="444" y="88"/>
                </a:cubicBezTo>
                <a:cubicBezTo>
                  <a:pt x="442" y="86"/>
                  <a:pt x="441" y="85"/>
                  <a:pt x="441" y="85"/>
                </a:cubicBezTo>
                <a:cubicBezTo>
                  <a:pt x="441" y="85"/>
                  <a:pt x="440" y="86"/>
                  <a:pt x="438" y="86"/>
                </a:cubicBezTo>
                <a:cubicBezTo>
                  <a:pt x="436" y="87"/>
                  <a:pt x="434" y="88"/>
                  <a:pt x="431" y="89"/>
                </a:cubicBezTo>
                <a:cubicBezTo>
                  <a:pt x="424" y="92"/>
                  <a:pt x="416" y="96"/>
                  <a:pt x="408" y="100"/>
                </a:cubicBezTo>
                <a:cubicBezTo>
                  <a:pt x="404" y="102"/>
                  <a:pt x="401" y="103"/>
                  <a:pt x="397" y="105"/>
                </a:cubicBezTo>
                <a:cubicBezTo>
                  <a:pt x="396" y="104"/>
                  <a:pt x="394" y="102"/>
                  <a:pt x="392" y="100"/>
                </a:cubicBezTo>
                <a:cubicBezTo>
                  <a:pt x="389" y="97"/>
                  <a:pt x="386" y="95"/>
                  <a:pt x="384" y="93"/>
                </a:cubicBezTo>
                <a:cubicBezTo>
                  <a:pt x="383" y="93"/>
                  <a:pt x="383" y="92"/>
                  <a:pt x="382" y="92"/>
                </a:cubicBezTo>
                <a:cubicBezTo>
                  <a:pt x="382" y="91"/>
                  <a:pt x="381" y="91"/>
                  <a:pt x="381" y="91"/>
                </a:cubicBezTo>
                <a:cubicBezTo>
                  <a:pt x="381" y="91"/>
                  <a:pt x="380" y="90"/>
                  <a:pt x="378" y="88"/>
                </a:cubicBezTo>
                <a:cubicBezTo>
                  <a:pt x="376" y="87"/>
                  <a:pt x="373" y="85"/>
                  <a:pt x="370" y="82"/>
                </a:cubicBezTo>
                <a:cubicBezTo>
                  <a:pt x="368" y="81"/>
                  <a:pt x="366" y="80"/>
                  <a:pt x="364" y="78"/>
                </a:cubicBezTo>
                <a:cubicBezTo>
                  <a:pt x="365" y="75"/>
                  <a:pt x="366" y="71"/>
                  <a:pt x="367" y="67"/>
                </a:cubicBezTo>
                <a:cubicBezTo>
                  <a:pt x="368" y="63"/>
                  <a:pt x="369" y="58"/>
                  <a:pt x="370" y="54"/>
                </a:cubicBezTo>
                <a:cubicBezTo>
                  <a:pt x="370" y="50"/>
                  <a:pt x="371" y="46"/>
                  <a:pt x="372" y="43"/>
                </a:cubicBezTo>
                <a:cubicBezTo>
                  <a:pt x="373" y="36"/>
                  <a:pt x="374" y="31"/>
                  <a:pt x="374" y="31"/>
                </a:cubicBezTo>
                <a:cubicBezTo>
                  <a:pt x="374" y="31"/>
                  <a:pt x="373" y="31"/>
                  <a:pt x="373" y="31"/>
                </a:cubicBezTo>
                <a:cubicBezTo>
                  <a:pt x="372" y="30"/>
                  <a:pt x="371" y="30"/>
                  <a:pt x="370" y="29"/>
                </a:cubicBezTo>
                <a:cubicBezTo>
                  <a:pt x="368" y="28"/>
                  <a:pt x="365" y="26"/>
                  <a:pt x="362" y="25"/>
                </a:cubicBezTo>
                <a:cubicBezTo>
                  <a:pt x="358" y="23"/>
                  <a:pt x="355" y="22"/>
                  <a:pt x="353" y="21"/>
                </a:cubicBezTo>
                <a:cubicBezTo>
                  <a:pt x="352" y="20"/>
                  <a:pt x="351" y="20"/>
                  <a:pt x="350" y="20"/>
                </a:cubicBezTo>
                <a:cubicBezTo>
                  <a:pt x="350" y="19"/>
                  <a:pt x="349" y="19"/>
                  <a:pt x="349" y="19"/>
                </a:cubicBezTo>
                <a:cubicBezTo>
                  <a:pt x="349" y="19"/>
                  <a:pt x="346" y="23"/>
                  <a:pt x="341" y="28"/>
                </a:cubicBezTo>
                <a:cubicBezTo>
                  <a:pt x="339" y="30"/>
                  <a:pt x="336" y="34"/>
                  <a:pt x="334" y="37"/>
                </a:cubicBezTo>
                <a:cubicBezTo>
                  <a:pt x="331" y="40"/>
                  <a:pt x="328" y="44"/>
                  <a:pt x="325" y="47"/>
                </a:cubicBezTo>
                <a:cubicBezTo>
                  <a:pt x="323" y="50"/>
                  <a:pt x="321" y="53"/>
                  <a:pt x="318" y="56"/>
                </a:cubicBezTo>
                <a:cubicBezTo>
                  <a:pt x="316" y="56"/>
                  <a:pt x="314" y="55"/>
                  <a:pt x="312" y="54"/>
                </a:cubicBezTo>
                <a:cubicBezTo>
                  <a:pt x="310" y="54"/>
                  <a:pt x="308" y="53"/>
                  <a:pt x="306" y="53"/>
                </a:cubicBezTo>
                <a:cubicBezTo>
                  <a:pt x="305" y="52"/>
                  <a:pt x="304" y="52"/>
                  <a:pt x="304" y="52"/>
                </a:cubicBezTo>
                <a:cubicBezTo>
                  <a:pt x="303" y="52"/>
                  <a:pt x="302" y="52"/>
                  <a:pt x="302" y="52"/>
                </a:cubicBezTo>
                <a:cubicBezTo>
                  <a:pt x="299" y="51"/>
                  <a:pt x="298" y="51"/>
                  <a:pt x="298" y="51"/>
                </a:cubicBezTo>
                <a:cubicBezTo>
                  <a:pt x="298" y="51"/>
                  <a:pt x="296" y="50"/>
                  <a:pt x="294" y="50"/>
                </a:cubicBezTo>
                <a:cubicBezTo>
                  <a:pt x="291" y="49"/>
                  <a:pt x="288" y="49"/>
                  <a:pt x="283" y="48"/>
                </a:cubicBezTo>
                <a:cubicBezTo>
                  <a:pt x="281" y="48"/>
                  <a:pt x="279" y="47"/>
                  <a:pt x="276" y="47"/>
                </a:cubicBezTo>
                <a:cubicBezTo>
                  <a:pt x="276" y="43"/>
                  <a:pt x="275" y="39"/>
                  <a:pt x="274" y="36"/>
                </a:cubicBezTo>
                <a:cubicBezTo>
                  <a:pt x="272" y="27"/>
                  <a:pt x="270" y="18"/>
                  <a:pt x="268" y="11"/>
                </a:cubicBezTo>
                <a:cubicBezTo>
                  <a:pt x="266" y="4"/>
                  <a:pt x="265" y="0"/>
                  <a:pt x="265" y="0"/>
                </a:cubicBezTo>
                <a:cubicBezTo>
                  <a:pt x="265" y="0"/>
                  <a:pt x="264" y="0"/>
                  <a:pt x="263" y="0"/>
                </a:cubicBezTo>
                <a:cubicBezTo>
                  <a:pt x="263" y="0"/>
                  <a:pt x="262" y="0"/>
                  <a:pt x="260" y="0"/>
                </a:cubicBezTo>
                <a:cubicBezTo>
                  <a:pt x="258" y="0"/>
                  <a:pt x="255" y="0"/>
                  <a:pt x="251" y="0"/>
                </a:cubicBezTo>
                <a:cubicBezTo>
                  <a:pt x="248" y="0"/>
                  <a:pt x="244" y="0"/>
                  <a:pt x="242" y="0"/>
                </a:cubicBezTo>
                <a:cubicBezTo>
                  <a:pt x="241" y="0"/>
                  <a:pt x="240" y="0"/>
                  <a:pt x="239" y="0"/>
                </a:cubicBezTo>
                <a:cubicBezTo>
                  <a:pt x="238" y="0"/>
                  <a:pt x="238" y="0"/>
                  <a:pt x="238" y="0"/>
                </a:cubicBezTo>
                <a:cubicBezTo>
                  <a:pt x="238" y="0"/>
                  <a:pt x="236" y="4"/>
                  <a:pt x="234" y="11"/>
                </a:cubicBezTo>
                <a:cubicBezTo>
                  <a:pt x="232" y="18"/>
                  <a:pt x="230" y="27"/>
                  <a:pt x="228" y="36"/>
                </a:cubicBezTo>
                <a:cubicBezTo>
                  <a:pt x="227" y="39"/>
                  <a:pt x="227" y="43"/>
                  <a:pt x="226" y="47"/>
                </a:cubicBezTo>
                <a:cubicBezTo>
                  <a:pt x="224" y="47"/>
                  <a:pt x="221" y="48"/>
                  <a:pt x="219" y="48"/>
                </a:cubicBezTo>
                <a:cubicBezTo>
                  <a:pt x="215" y="49"/>
                  <a:pt x="211" y="49"/>
                  <a:pt x="209" y="50"/>
                </a:cubicBezTo>
                <a:cubicBezTo>
                  <a:pt x="206" y="50"/>
                  <a:pt x="205" y="51"/>
                  <a:pt x="205" y="51"/>
                </a:cubicBezTo>
                <a:cubicBezTo>
                  <a:pt x="205" y="51"/>
                  <a:pt x="203" y="51"/>
                  <a:pt x="201" y="52"/>
                </a:cubicBezTo>
                <a:cubicBezTo>
                  <a:pt x="200" y="52"/>
                  <a:pt x="199" y="52"/>
                  <a:pt x="199" y="52"/>
                </a:cubicBezTo>
                <a:cubicBezTo>
                  <a:pt x="198" y="52"/>
                  <a:pt x="197" y="52"/>
                  <a:pt x="196" y="53"/>
                </a:cubicBezTo>
                <a:cubicBezTo>
                  <a:pt x="195" y="53"/>
                  <a:pt x="193" y="54"/>
                  <a:pt x="191" y="54"/>
                </a:cubicBezTo>
                <a:cubicBezTo>
                  <a:pt x="188" y="55"/>
                  <a:pt x="186" y="56"/>
                  <a:pt x="184" y="56"/>
                </a:cubicBezTo>
                <a:cubicBezTo>
                  <a:pt x="182" y="53"/>
                  <a:pt x="179" y="50"/>
                  <a:pt x="177" y="47"/>
                </a:cubicBezTo>
                <a:cubicBezTo>
                  <a:pt x="174" y="44"/>
                  <a:pt x="171" y="40"/>
                  <a:pt x="169" y="37"/>
                </a:cubicBezTo>
                <a:cubicBezTo>
                  <a:pt x="166" y="34"/>
                  <a:pt x="163" y="30"/>
                  <a:pt x="161" y="28"/>
                </a:cubicBezTo>
                <a:cubicBezTo>
                  <a:pt x="156" y="23"/>
                  <a:pt x="153" y="19"/>
                  <a:pt x="153" y="19"/>
                </a:cubicBezTo>
                <a:cubicBezTo>
                  <a:pt x="153" y="19"/>
                  <a:pt x="153" y="19"/>
                  <a:pt x="152" y="20"/>
                </a:cubicBezTo>
                <a:cubicBezTo>
                  <a:pt x="151" y="20"/>
                  <a:pt x="150" y="20"/>
                  <a:pt x="149" y="21"/>
                </a:cubicBezTo>
                <a:cubicBezTo>
                  <a:pt x="147" y="22"/>
                  <a:pt x="144" y="23"/>
                  <a:pt x="141" y="25"/>
                </a:cubicBezTo>
                <a:cubicBezTo>
                  <a:pt x="138" y="26"/>
                  <a:pt x="135" y="28"/>
                  <a:pt x="132" y="29"/>
                </a:cubicBezTo>
                <a:cubicBezTo>
                  <a:pt x="131" y="30"/>
                  <a:pt x="130" y="30"/>
                  <a:pt x="130" y="31"/>
                </a:cubicBezTo>
                <a:cubicBezTo>
                  <a:pt x="129" y="31"/>
                  <a:pt x="129" y="31"/>
                  <a:pt x="129" y="31"/>
                </a:cubicBezTo>
                <a:cubicBezTo>
                  <a:pt x="129" y="31"/>
                  <a:pt x="129" y="36"/>
                  <a:pt x="130" y="43"/>
                </a:cubicBezTo>
                <a:cubicBezTo>
                  <a:pt x="131" y="46"/>
                  <a:pt x="132" y="50"/>
                  <a:pt x="133" y="54"/>
                </a:cubicBezTo>
                <a:cubicBezTo>
                  <a:pt x="134" y="58"/>
                  <a:pt x="135" y="63"/>
                  <a:pt x="136" y="67"/>
                </a:cubicBezTo>
                <a:cubicBezTo>
                  <a:pt x="137" y="71"/>
                  <a:pt x="138" y="75"/>
                  <a:pt x="139" y="78"/>
                </a:cubicBezTo>
                <a:cubicBezTo>
                  <a:pt x="136" y="80"/>
                  <a:pt x="135" y="81"/>
                  <a:pt x="133" y="82"/>
                </a:cubicBezTo>
                <a:cubicBezTo>
                  <a:pt x="129" y="85"/>
                  <a:pt x="126" y="87"/>
                  <a:pt x="124" y="88"/>
                </a:cubicBezTo>
                <a:cubicBezTo>
                  <a:pt x="122" y="90"/>
                  <a:pt x="121" y="91"/>
                  <a:pt x="121" y="91"/>
                </a:cubicBezTo>
                <a:cubicBezTo>
                  <a:pt x="121" y="91"/>
                  <a:pt x="121" y="91"/>
                  <a:pt x="120" y="92"/>
                </a:cubicBezTo>
                <a:cubicBezTo>
                  <a:pt x="120" y="92"/>
                  <a:pt x="119" y="93"/>
                  <a:pt x="118" y="93"/>
                </a:cubicBezTo>
                <a:cubicBezTo>
                  <a:pt x="116" y="95"/>
                  <a:pt x="113" y="97"/>
                  <a:pt x="110" y="100"/>
                </a:cubicBezTo>
                <a:cubicBezTo>
                  <a:pt x="108" y="102"/>
                  <a:pt x="107" y="104"/>
                  <a:pt x="105" y="105"/>
                </a:cubicBezTo>
                <a:cubicBezTo>
                  <a:pt x="102" y="103"/>
                  <a:pt x="98" y="102"/>
                  <a:pt x="95" y="100"/>
                </a:cubicBezTo>
                <a:cubicBezTo>
                  <a:pt x="86" y="96"/>
                  <a:pt x="78" y="92"/>
                  <a:pt x="72" y="89"/>
                </a:cubicBezTo>
                <a:cubicBezTo>
                  <a:pt x="68" y="88"/>
                  <a:pt x="66" y="87"/>
                  <a:pt x="64" y="86"/>
                </a:cubicBezTo>
                <a:cubicBezTo>
                  <a:pt x="62" y="86"/>
                  <a:pt x="61" y="85"/>
                  <a:pt x="61" y="85"/>
                </a:cubicBezTo>
                <a:cubicBezTo>
                  <a:pt x="61" y="85"/>
                  <a:pt x="60" y="86"/>
                  <a:pt x="58" y="88"/>
                </a:cubicBezTo>
                <a:cubicBezTo>
                  <a:pt x="57" y="89"/>
                  <a:pt x="56" y="90"/>
                  <a:pt x="55" y="92"/>
                </a:cubicBezTo>
                <a:cubicBezTo>
                  <a:pt x="54" y="93"/>
                  <a:pt x="53" y="94"/>
                  <a:pt x="52" y="95"/>
                </a:cubicBezTo>
                <a:cubicBezTo>
                  <a:pt x="50" y="98"/>
                  <a:pt x="48" y="101"/>
                  <a:pt x="47" y="103"/>
                </a:cubicBezTo>
                <a:cubicBezTo>
                  <a:pt x="45" y="105"/>
                  <a:pt x="44" y="106"/>
                  <a:pt x="44" y="106"/>
                </a:cubicBezTo>
                <a:cubicBezTo>
                  <a:pt x="44" y="106"/>
                  <a:pt x="47" y="110"/>
                  <a:pt x="51" y="116"/>
                </a:cubicBezTo>
                <a:cubicBezTo>
                  <a:pt x="55" y="121"/>
                  <a:pt x="60" y="129"/>
                  <a:pt x="66" y="136"/>
                </a:cubicBezTo>
                <a:cubicBezTo>
                  <a:pt x="68" y="139"/>
                  <a:pt x="71" y="142"/>
                  <a:pt x="73" y="145"/>
                </a:cubicBezTo>
                <a:cubicBezTo>
                  <a:pt x="73" y="146"/>
                  <a:pt x="72" y="147"/>
                  <a:pt x="72" y="148"/>
                </a:cubicBezTo>
                <a:cubicBezTo>
                  <a:pt x="71" y="149"/>
                  <a:pt x="70" y="150"/>
                  <a:pt x="70" y="151"/>
                </a:cubicBezTo>
                <a:cubicBezTo>
                  <a:pt x="68" y="154"/>
                  <a:pt x="66" y="158"/>
                  <a:pt x="65" y="160"/>
                </a:cubicBezTo>
                <a:cubicBezTo>
                  <a:pt x="64" y="162"/>
                  <a:pt x="63" y="164"/>
                  <a:pt x="63" y="164"/>
                </a:cubicBezTo>
                <a:cubicBezTo>
                  <a:pt x="63" y="164"/>
                  <a:pt x="62" y="165"/>
                  <a:pt x="61" y="167"/>
                </a:cubicBezTo>
                <a:cubicBezTo>
                  <a:pt x="60" y="170"/>
                  <a:pt x="59" y="173"/>
                  <a:pt x="57" y="177"/>
                </a:cubicBezTo>
                <a:cubicBezTo>
                  <a:pt x="56" y="179"/>
                  <a:pt x="55" y="181"/>
                  <a:pt x="55" y="183"/>
                </a:cubicBezTo>
                <a:cubicBezTo>
                  <a:pt x="51" y="183"/>
                  <a:pt x="47" y="183"/>
                  <a:pt x="43" y="183"/>
                </a:cubicBezTo>
                <a:cubicBezTo>
                  <a:pt x="39" y="183"/>
                  <a:pt x="34" y="183"/>
                  <a:pt x="30" y="183"/>
                </a:cubicBezTo>
                <a:cubicBezTo>
                  <a:pt x="28" y="183"/>
                  <a:pt x="25" y="183"/>
                  <a:pt x="23" y="183"/>
                </a:cubicBezTo>
                <a:cubicBezTo>
                  <a:pt x="22" y="183"/>
                  <a:pt x="20" y="184"/>
                  <a:pt x="18" y="184"/>
                </a:cubicBezTo>
                <a:cubicBezTo>
                  <a:pt x="11" y="184"/>
                  <a:pt x="6" y="184"/>
                  <a:pt x="6" y="184"/>
                </a:cubicBezTo>
                <a:cubicBezTo>
                  <a:pt x="6" y="184"/>
                  <a:pt x="6" y="186"/>
                  <a:pt x="5" y="188"/>
                </a:cubicBezTo>
                <a:cubicBezTo>
                  <a:pt x="5" y="189"/>
                  <a:pt x="5" y="190"/>
                  <a:pt x="5" y="190"/>
                </a:cubicBezTo>
                <a:cubicBezTo>
                  <a:pt x="5" y="191"/>
                  <a:pt x="4" y="192"/>
                  <a:pt x="4" y="193"/>
                </a:cubicBezTo>
                <a:cubicBezTo>
                  <a:pt x="4" y="194"/>
                  <a:pt x="3" y="196"/>
                  <a:pt x="3" y="198"/>
                </a:cubicBezTo>
                <a:cubicBezTo>
                  <a:pt x="3" y="199"/>
                  <a:pt x="2" y="201"/>
                  <a:pt x="2" y="202"/>
                </a:cubicBezTo>
                <a:cubicBezTo>
                  <a:pt x="2" y="204"/>
                  <a:pt x="1" y="205"/>
                  <a:pt x="1" y="207"/>
                </a:cubicBezTo>
                <a:cubicBezTo>
                  <a:pt x="1" y="209"/>
                  <a:pt x="0" y="211"/>
                  <a:pt x="0" y="211"/>
                </a:cubicBezTo>
                <a:cubicBezTo>
                  <a:pt x="0" y="211"/>
                  <a:pt x="4" y="213"/>
                  <a:pt x="10" y="217"/>
                </a:cubicBezTo>
                <a:cubicBezTo>
                  <a:pt x="17" y="220"/>
                  <a:pt x="25" y="224"/>
                  <a:pt x="33" y="228"/>
                </a:cubicBezTo>
                <a:cubicBezTo>
                  <a:pt x="37" y="230"/>
                  <a:pt x="40" y="231"/>
                  <a:pt x="43" y="233"/>
                </a:cubicBezTo>
                <a:cubicBezTo>
                  <a:pt x="43" y="235"/>
                  <a:pt x="43" y="237"/>
                  <a:pt x="43" y="239"/>
                </a:cubicBezTo>
                <a:cubicBezTo>
                  <a:pt x="43" y="244"/>
                  <a:pt x="43" y="248"/>
                  <a:pt x="42" y="250"/>
                </a:cubicBezTo>
                <a:cubicBezTo>
                  <a:pt x="42" y="253"/>
                  <a:pt x="42" y="254"/>
                  <a:pt x="42" y="254"/>
                </a:cubicBezTo>
                <a:cubicBezTo>
                  <a:pt x="42" y="254"/>
                  <a:pt x="42" y="256"/>
                  <a:pt x="42" y="258"/>
                </a:cubicBezTo>
                <a:cubicBezTo>
                  <a:pt x="43" y="261"/>
                  <a:pt x="43" y="264"/>
                  <a:pt x="43" y="269"/>
                </a:cubicBezTo>
                <a:cubicBezTo>
                  <a:pt x="43" y="271"/>
                  <a:pt x="43" y="273"/>
                  <a:pt x="43" y="276"/>
                </a:cubicBezTo>
                <a:cubicBezTo>
                  <a:pt x="40" y="277"/>
                  <a:pt x="37" y="279"/>
                  <a:pt x="33" y="280"/>
                </a:cubicBezTo>
                <a:cubicBezTo>
                  <a:pt x="25" y="284"/>
                  <a:pt x="17" y="288"/>
                  <a:pt x="10" y="292"/>
                </a:cubicBezTo>
                <a:cubicBezTo>
                  <a:pt x="4" y="295"/>
                  <a:pt x="0" y="297"/>
                  <a:pt x="0" y="297"/>
                </a:cubicBezTo>
                <a:cubicBezTo>
                  <a:pt x="0" y="297"/>
                  <a:pt x="1" y="299"/>
                  <a:pt x="1" y="302"/>
                </a:cubicBezTo>
                <a:cubicBezTo>
                  <a:pt x="1" y="303"/>
                  <a:pt x="2" y="304"/>
                  <a:pt x="2" y="306"/>
                </a:cubicBezTo>
                <a:cubicBezTo>
                  <a:pt x="2" y="307"/>
                  <a:pt x="3" y="309"/>
                  <a:pt x="3" y="311"/>
                </a:cubicBezTo>
                <a:cubicBezTo>
                  <a:pt x="3" y="312"/>
                  <a:pt x="4" y="314"/>
                  <a:pt x="4" y="316"/>
                </a:cubicBezTo>
                <a:cubicBezTo>
                  <a:pt x="4" y="316"/>
                  <a:pt x="5" y="317"/>
                  <a:pt x="5" y="318"/>
                </a:cubicBezTo>
                <a:cubicBezTo>
                  <a:pt x="5" y="318"/>
                  <a:pt x="5" y="319"/>
                  <a:pt x="5" y="320"/>
                </a:cubicBezTo>
                <a:cubicBezTo>
                  <a:pt x="6" y="322"/>
                  <a:pt x="6" y="324"/>
                  <a:pt x="6" y="324"/>
                </a:cubicBezTo>
                <a:cubicBezTo>
                  <a:pt x="6" y="324"/>
                  <a:pt x="11" y="324"/>
                  <a:pt x="18" y="325"/>
                </a:cubicBezTo>
                <a:cubicBezTo>
                  <a:pt x="20" y="325"/>
                  <a:pt x="22" y="325"/>
                  <a:pt x="23" y="325"/>
                </a:cubicBezTo>
                <a:cubicBezTo>
                  <a:pt x="25" y="325"/>
                  <a:pt x="28" y="325"/>
                  <a:pt x="30" y="325"/>
                </a:cubicBezTo>
                <a:cubicBezTo>
                  <a:pt x="34" y="325"/>
                  <a:pt x="39" y="325"/>
                  <a:pt x="43" y="325"/>
                </a:cubicBezTo>
                <a:cubicBezTo>
                  <a:pt x="47" y="325"/>
                  <a:pt x="51" y="325"/>
                  <a:pt x="55" y="325"/>
                </a:cubicBezTo>
                <a:cubicBezTo>
                  <a:pt x="55" y="327"/>
                  <a:pt x="56" y="329"/>
                  <a:pt x="57" y="331"/>
                </a:cubicBezTo>
                <a:cubicBezTo>
                  <a:pt x="59" y="335"/>
                  <a:pt x="60" y="339"/>
                  <a:pt x="61" y="341"/>
                </a:cubicBezTo>
                <a:cubicBezTo>
                  <a:pt x="62" y="343"/>
                  <a:pt x="63" y="345"/>
                  <a:pt x="63" y="345"/>
                </a:cubicBezTo>
                <a:cubicBezTo>
                  <a:pt x="63" y="345"/>
                  <a:pt x="64" y="346"/>
                  <a:pt x="65" y="348"/>
                </a:cubicBezTo>
                <a:cubicBezTo>
                  <a:pt x="66" y="351"/>
                  <a:pt x="68" y="354"/>
                  <a:pt x="70" y="358"/>
                </a:cubicBezTo>
                <a:cubicBezTo>
                  <a:pt x="70" y="359"/>
                  <a:pt x="71" y="360"/>
                  <a:pt x="72" y="361"/>
                </a:cubicBezTo>
                <a:cubicBezTo>
                  <a:pt x="72" y="362"/>
                  <a:pt x="73" y="363"/>
                  <a:pt x="73" y="364"/>
                </a:cubicBezTo>
                <a:cubicBezTo>
                  <a:pt x="71" y="366"/>
                  <a:pt x="68" y="369"/>
                  <a:pt x="66" y="372"/>
                </a:cubicBezTo>
                <a:cubicBezTo>
                  <a:pt x="60" y="379"/>
                  <a:pt x="55" y="387"/>
                  <a:pt x="51" y="392"/>
                </a:cubicBezTo>
                <a:cubicBezTo>
                  <a:pt x="47" y="398"/>
                  <a:pt x="44" y="402"/>
                  <a:pt x="44" y="402"/>
                </a:cubicBezTo>
                <a:cubicBezTo>
                  <a:pt x="44" y="402"/>
                  <a:pt x="45" y="403"/>
                  <a:pt x="47" y="405"/>
                </a:cubicBezTo>
                <a:cubicBezTo>
                  <a:pt x="48" y="407"/>
                  <a:pt x="50" y="410"/>
                  <a:pt x="52" y="413"/>
                </a:cubicBezTo>
                <a:cubicBezTo>
                  <a:pt x="53" y="414"/>
                  <a:pt x="54" y="415"/>
                  <a:pt x="55" y="417"/>
                </a:cubicBezTo>
                <a:cubicBezTo>
                  <a:pt x="56" y="418"/>
                  <a:pt x="57" y="419"/>
                  <a:pt x="58" y="420"/>
                </a:cubicBezTo>
                <a:cubicBezTo>
                  <a:pt x="60" y="422"/>
                  <a:pt x="61" y="423"/>
                  <a:pt x="61" y="423"/>
                </a:cubicBezTo>
                <a:cubicBezTo>
                  <a:pt x="61" y="423"/>
                  <a:pt x="62" y="423"/>
                  <a:pt x="64" y="422"/>
                </a:cubicBezTo>
                <a:cubicBezTo>
                  <a:pt x="66" y="421"/>
                  <a:pt x="68" y="420"/>
                  <a:pt x="72" y="419"/>
                </a:cubicBezTo>
                <a:cubicBezTo>
                  <a:pt x="78" y="416"/>
                  <a:pt x="86" y="412"/>
                  <a:pt x="95" y="408"/>
                </a:cubicBezTo>
                <a:cubicBezTo>
                  <a:pt x="98" y="407"/>
                  <a:pt x="102" y="405"/>
                  <a:pt x="105" y="403"/>
                </a:cubicBezTo>
                <a:cubicBezTo>
                  <a:pt x="107" y="405"/>
                  <a:pt x="108" y="406"/>
                  <a:pt x="110" y="408"/>
                </a:cubicBezTo>
                <a:cubicBezTo>
                  <a:pt x="113" y="411"/>
                  <a:pt x="116" y="413"/>
                  <a:pt x="118" y="415"/>
                </a:cubicBezTo>
                <a:cubicBezTo>
                  <a:pt x="119" y="416"/>
                  <a:pt x="120" y="416"/>
                  <a:pt x="120" y="417"/>
                </a:cubicBezTo>
                <a:cubicBezTo>
                  <a:pt x="121" y="417"/>
                  <a:pt x="121" y="417"/>
                  <a:pt x="121" y="417"/>
                </a:cubicBezTo>
                <a:cubicBezTo>
                  <a:pt x="121" y="417"/>
                  <a:pt x="122" y="418"/>
                  <a:pt x="124" y="420"/>
                </a:cubicBezTo>
                <a:cubicBezTo>
                  <a:pt x="126" y="421"/>
                  <a:pt x="129" y="423"/>
                  <a:pt x="133" y="426"/>
                </a:cubicBezTo>
                <a:cubicBezTo>
                  <a:pt x="135" y="427"/>
                  <a:pt x="136" y="429"/>
                  <a:pt x="139" y="430"/>
                </a:cubicBezTo>
                <a:cubicBezTo>
                  <a:pt x="138" y="433"/>
                  <a:pt x="137" y="437"/>
                  <a:pt x="136" y="441"/>
                </a:cubicBezTo>
                <a:cubicBezTo>
                  <a:pt x="135" y="446"/>
                  <a:pt x="134" y="450"/>
                  <a:pt x="133" y="454"/>
                </a:cubicBezTo>
                <a:cubicBezTo>
                  <a:pt x="132" y="458"/>
                  <a:pt x="131" y="462"/>
                  <a:pt x="130" y="466"/>
                </a:cubicBezTo>
                <a:cubicBezTo>
                  <a:pt x="129" y="473"/>
                  <a:pt x="129" y="477"/>
                  <a:pt x="129" y="477"/>
                </a:cubicBezTo>
                <a:cubicBezTo>
                  <a:pt x="129" y="477"/>
                  <a:pt x="129" y="477"/>
                  <a:pt x="130" y="478"/>
                </a:cubicBezTo>
                <a:cubicBezTo>
                  <a:pt x="130" y="478"/>
                  <a:pt x="131" y="479"/>
                  <a:pt x="132" y="479"/>
                </a:cubicBezTo>
                <a:cubicBezTo>
                  <a:pt x="135" y="480"/>
                  <a:pt x="138" y="482"/>
                  <a:pt x="141" y="483"/>
                </a:cubicBezTo>
                <a:cubicBezTo>
                  <a:pt x="144" y="485"/>
                  <a:pt x="147" y="486"/>
                  <a:pt x="149" y="487"/>
                </a:cubicBezTo>
                <a:cubicBezTo>
                  <a:pt x="150" y="488"/>
                  <a:pt x="151" y="488"/>
                  <a:pt x="152" y="489"/>
                </a:cubicBezTo>
                <a:cubicBezTo>
                  <a:pt x="153" y="489"/>
                  <a:pt x="153" y="489"/>
                  <a:pt x="153" y="489"/>
                </a:cubicBezTo>
                <a:cubicBezTo>
                  <a:pt x="153" y="489"/>
                  <a:pt x="156" y="486"/>
                  <a:pt x="161" y="480"/>
                </a:cubicBezTo>
                <a:cubicBezTo>
                  <a:pt x="163" y="478"/>
                  <a:pt x="166" y="475"/>
                  <a:pt x="169" y="471"/>
                </a:cubicBezTo>
                <a:cubicBezTo>
                  <a:pt x="171" y="468"/>
                  <a:pt x="174" y="465"/>
                  <a:pt x="177" y="461"/>
                </a:cubicBezTo>
                <a:cubicBezTo>
                  <a:pt x="179" y="458"/>
                  <a:pt x="182" y="455"/>
                  <a:pt x="184" y="452"/>
                </a:cubicBezTo>
                <a:cubicBezTo>
                  <a:pt x="186" y="453"/>
                  <a:pt x="188" y="453"/>
                  <a:pt x="191" y="454"/>
                </a:cubicBezTo>
                <a:cubicBezTo>
                  <a:pt x="193" y="455"/>
                  <a:pt x="195" y="455"/>
                  <a:pt x="196" y="456"/>
                </a:cubicBezTo>
                <a:cubicBezTo>
                  <a:pt x="197" y="456"/>
                  <a:pt x="198" y="456"/>
                  <a:pt x="199" y="456"/>
                </a:cubicBezTo>
                <a:cubicBezTo>
                  <a:pt x="199" y="456"/>
                  <a:pt x="200" y="457"/>
                  <a:pt x="201" y="457"/>
                </a:cubicBezTo>
                <a:cubicBezTo>
                  <a:pt x="203" y="457"/>
                  <a:pt x="205" y="458"/>
                  <a:pt x="205" y="458"/>
                </a:cubicBezTo>
                <a:cubicBezTo>
                  <a:pt x="205" y="458"/>
                  <a:pt x="206" y="458"/>
                  <a:pt x="209" y="459"/>
                </a:cubicBezTo>
                <a:cubicBezTo>
                  <a:pt x="211" y="459"/>
                  <a:pt x="215" y="460"/>
                  <a:pt x="219" y="460"/>
                </a:cubicBezTo>
                <a:cubicBezTo>
                  <a:pt x="221" y="461"/>
                  <a:pt x="224" y="461"/>
                  <a:pt x="226" y="461"/>
                </a:cubicBezTo>
                <a:cubicBezTo>
                  <a:pt x="227" y="465"/>
                  <a:pt x="227" y="469"/>
                  <a:pt x="228" y="473"/>
                </a:cubicBezTo>
                <a:cubicBezTo>
                  <a:pt x="230" y="482"/>
                  <a:pt x="232" y="490"/>
                  <a:pt x="234" y="497"/>
                </a:cubicBezTo>
                <a:cubicBezTo>
                  <a:pt x="236" y="504"/>
                  <a:pt x="238" y="508"/>
                  <a:pt x="238" y="508"/>
                </a:cubicBezTo>
                <a:cubicBezTo>
                  <a:pt x="238" y="508"/>
                  <a:pt x="238" y="508"/>
                  <a:pt x="239" y="508"/>
                </a:cubicBezTo>
                <a:cubicBezTo>
                  <a:pt x="240" y="508"/>
                  <a:pt x="241" y="508"/>
                  <a:pt x="242" y="508"/>
                </a:cubicBezTo>
                <a:cubicBezTo>
                  <a:pt x="244" y="508"/>
                  <a:pt x="248" y="508"/>
                  <a:pt x="251" y="509"/>
                </a:cubicBezTo>
                <a:cubicBezTo>
                  <a:pt x="255" y="508"/>
                  <a:pt x="258" y="508"/>
                  <a:pt x="260" y="508"/>
                </a:cubicBezTo>
                <a:cubicBezTo>
                  <a:pt x="262" y="508"/>
                  <a:pt x="263" y="508"/>
                  <a:pt x="263" y="508"/>
                </a:cubicBezTo>
                <a:cubicBezTo>
                  <a:pt x="264" y="508"/>
                  <a:pt x="265" y="508"/>
                  <a:pt x="265" y="508"/>
                </a:cubicBezTo>
                <a:cubicBezTo>
                  <a:pt x="265" y="508"/>
                  <a:pt x="266" y="504"/>
                  <a:pt x="268" y="497"/>
                </a:cubicBezTo>
                <a:cubicBezTo>
                  <a:pt x="270" y="490"/>
                  <a:pt x="272" y="482"/>
                  <a:pt x="274" y="473"/>
                </a:cubicBezTo>
                <a:cubicBezTo>
                  <a:pt x="275" y="469"/>
                  <a:pt x="276" y="465"/>
                  <a:pt x="276" y="461"/>
                </a:cubicBezTo>
                <a:cubicBezTo>
                  <a:pt x="279" y="461"/>
                  <a:pt x="281" y="461"/>
                  <a:pt x="283" y="460"/>
                </a:cubicBezTo>
                <a:cubicBezTo>
                  <a:pt x="288" y="460"/>
                  <a:pt x="291" y="459"/>
                  <a:pt x="294" y="459"/>
                </a:cubicBezTo>
                <a:cubicBezTo>
                  <a:pt x="296" y="458"/>
                  <a:pt x="298" y="458"/>
                  <a:pt x="298" y="458"/>
                </a:cubicBezTo>
                <a:cubicBezTo>
                  <a:pt x="298" y="458"/>
                  <a:pt x="299" y="457"/>
                  <a:pt x="302" y="457"/>
                </a:cubicBezTo>
                <a:cubicBezTo>
                  <a:pt x="302" y="457"/>
                  <a:pt x="303" y="456"/>
                  <a:pt x="304" y="456"/>
                </a:cubicBezTo>
                <a:cubicBezTo>
                  <a:pt x="304" y="456"/>
                  <a:pt x="305" y="456"/>
                  <a:pt x="306" y="456"/>
                </a:cubicBezTo>
                <a:cubicBezTo>
                  <a:pt x="308" y="455"/>
                  <a:pt x="310" y="455"/>
                  <a:pt x="312" y="454"/>
                </a:cubicBezTo>
                <a:cubicBezTo>
                  <a:pt x="314" y="453"/>
                  <a:pt x="316" y="453"/>
                  <a:pt x="318" y="452"/>
                </a:cubicBezTo>
                <a:cubicBezTo>
                  <a:pt x="321" y="455"/>
                  <a:pt x="323" y="458"/>
                  <a:pt x="325" y="461"/>
                </a:cubicBezTo>
                <a:cubicBezTo>
                  <a:pt x="328" y="465"/>
                  <a:pt x="331" y="468"/>
                  <a:pt x="334" y="471"/>
                </a:cubicBezTo>
                <a:cubicBezTo>
                  <a:pt x="336" y="475"/>
                  <a:pt x="339" y="478"/>
                  <a:pt x="341" y="480"/>
                </a:cubicBezTo>
                <a:cubicBezTo>
                  <a:pt x="346" y="486"/>
                  <a:pt x="349" y="489"/>
                  <a:pt x="349" y="489"/>
                </a:cubicBezTo>
                <a:cubicBezTo>
                  <a:pt x="349" y="489"/>
                  <a:pt x="350" y="489"/>
                  <a:pt x="350" y="489"/>
                </a:cubicBezTo>
                <a:cubicBezTo>
                  <a:pt x="351" y="488"/>
                  <a:pt x="352" y="488"/>
                  <a:pt x="353" y="487"/>
                </a:cubicBezTo>
                <a:cubicBezTo>
                  <a:pt x="355" y="486"/>
                  <a:pt x="358" y="485"/>
                  <a:pt x="362" y="483"/>
                </a:cubicBezTo>
                <a:cubicBezTo>
                  <a:pt x="365" y="482"/>
                  <a:pt x="368" y="480"/>
                  <a:pt x="370" y="479"/>
                </a:cubicBezTo>
                <a:cubicBezTo>
                  <a:pt x="371" y="479"/>
                  <a:pt x="372" y="478"/>
                  <a:pt x="373" y="478"/>
                </a:cubicBezTo>
                <a:cubicBezTo>
                  <a:pt x="373" y="477"/>
                  <a:pt x="374" y="477"/>
                  <a:pt x="374" y="477"/>
                </a:cubicBezTo>
                <a:cubicBezTo>
                  <a:pt x="374" y="477"/>
                  <a:pt x="373" y="473"/>
                  <a:pt x="372" y="466"/>
                </a:cubicBezTo>
                <a:cubicBezTo>
                  <a:pt x="371" y="462"/>
                  <a:pt x="370" y="458"/>
                  <a:pt x="370" y="454"/>
                </a:cubicBezTo>
                <a:cubicBezTo>
                  <a:pt x="369" y="450"/>
                  <a:pt x="368" y="446"/>
                  <a:pt x="367" y="441"/>
                </a:cubicBezTo>
                <a:cubicBezTo>
                  <a:pt x="366" y="437"/>
                  <a:pt x="365" y="433"/>
                  <a:pt x="364" y="430"/>
                </a:cubicBezTo>
                <a:cubicBezTo>
                  <a:pt x="366" y="429"/>
                  <a:pt x="368" y="427"/>
                  <a:pt x="370" y="426"/>
                </a:cubicBezTo>
                <a:cubicBezTo>
                  <a:pt x="373" y="423"/>
                  <a:pt x="376" y="421"/>
                  <a:pt x="378" y="420"/>
                </a:cubicBezTo>
                <a:cubicBezTo>
                  <a:pt x="380" y="418"/>
                  <a:pt x="381" y="417"/>
                  <a:pt x="381" y="417"/>
                </a:cubicBezTo>
                <a:cubicBezTo>
                  <a:pt x="381" y="417"/>
                  <a:pt x="382" y="417"/>
                  <a:pt x="382" y="417"/>
                </a:cubicBezTo>
                <a:cubicBezTo>
                  <a:pt x="383" y="416"/>
                  <a:pt x="383" y="416"/>
                  <a:pt x="384" y="415"/>
                </a:cubicBezTo>
                <a:cubicBezTo>
                  <a:pt x="386" y="413"/>
                  <a:pt x="389" y="411"/>
                  <a:pt x="392" y="408"/>
                </a:cubicBezTo>
                <a:cubicBezTo>
                  <a:pt x="394" y="406"/>
                  <a:pt x="396" y="405"/>
                  <a:pt x="397" y="403"/>
                </a:cubicBezTo>
                <a:cubicBezTo>
                  <a:pt x="401" y="405"/>
                  <a:pt x="404" y="407"/>
                  <a:pt x="408" y="408"/>
                </a:cubicBezTo>
                <a:cubicBezTo>
                  <a:pt x="416" y="412"/>
                  <a:pt x="424" y="416"/>
                  <a:pt x="431" y="419"/>
                </a:cubicBezTo>
                <a:cubicBezTo>
                  <a:pt x="434" y="420"/>
                  <a:pt x="436" y="421"/>
                  <a:pt x="438" y="422"/>
                </a:cubicBezTo>
                <a:cubicBezTo>
                  <a:pt x="440" y="423"/>
                  <a:pt x="441" y="423"/>
                  <a:pt x="441" y="423"/>
                </a:cubicBezTo>
                <a:cubicBezTo>
                  <a:pt x="441" y="423"/>
                  <a:pt x="442" y="422"/>
                  <a:pt x="444" y="420"/>
                </a:cubicBezTo>
                <a:cubicBezTo>
                  <a:pt x="445" y="419"/>
                  <a:pt x="446" y="418"/>
                  <a:pt x="447" y="417"/>
                </a:cubicBezTo>
                <a:cubicBezTo>
                  <a:pt x="448" y="415"/>
                  <a:pt x="449" y="414"/>
                  <a:pt x="450" y="413"/>
                </a:cubicBezTo>
                <a:cubicBezTo>
                  <a:pt x="452" y="410"/>
                  <a:pt x="454" y="407"/>
                  <a:pt x="456" y="405"/>
                </a:cubicBezTo>
                <a:cubicBezTo>
                  <a:pt x="457" y="403"/>
                  <a:pt x="458" y="402"/>
                  <a:pt x="458" y="402"/>
                </a:cubicBezTo>
                <a:cubicBezTo>
                  <a:pt x="458" y="402"/>
                  <a:pt x="456" y="398"/>
                  <a:pt x="452" y="392"/>
                </a:cubicBezTo>
                <a:cubicBezTo>
                  <a:pt x="448" y="387"/>
                  <a:pt x="442" y="379"/>
                  <a:pt x="436" y="372"/>
                </a:cubicBezTo>
                <a:cubicBezTo>
                  <a:pt x="434" y="369"/>
                  <a:pt x="431" y="366"/>
                  <a:pt x="429" y="364"/>
                </a:cubicBezTo>
                <a:cubicBezTo>
                  <a:pt x="430" y="363"/>
                  <a:pt x="430" y="362"/>
                  <a:pt x="431" y="361"/>
                </a:cubicBezTo>
                <a:cubicBezTo>
                  <a:pt x="431" y="360"/>
                  <a:pt x="432" y="359"/>
                  <a:pt x="432" y="358"/>
                </a:cubicBezTo>
                <a:cubicBezTo>
                  <a:pt x="435" y="354"/>
                  <a:pt x="436" y="351"/>
                  <a:pt x="437" y="348"/>
                </a:cubicBezTo>
                <a:cubicBezTo>
                  <a:pt x="439" y="346"/>
                  <a:pt x="439" y="345"/>
                  <a:pt x="439" y="345"/>
                </a:cubicBezTo>
                <a:cubicBezTo>
                  <a:pt x="439" y="345"/>
                  <a:pt x="440" y="343"/>
                  <a:pt x="441" y="341"/>
                </a:cubicBezTo>
                <a:cubicBezTo>
                  <a:pt x="442" y="339"/>
                  <a:pt x="444" y="335"/>
                  <a:pt x="445" y="331"/>
                </a:cubicBezTo>
                <a:cubicBezTo>
                  <a:pt x="446" y="329"/>
                  <a:pt x="447" y="327"/>
                  <a:pt x="448" y="325"/>
                </a:cubicBezTo>
                <a:cubicBezTo>
                  <a:pt x="451" y="325"/>
                  <a:pt x="455" y="325"/>
                  <a:pt x="459" y="325"/>
                </a:cubicBezTo>
                <a:cubicBezTo>
                  <a:pt x="464" y="325"/>
                  <a:pt x="468" y="325"/>
                  <a:pt x="473" y="325"/>
                </a:cubicBezTo>
                <a:cubicBezTo>
                  <a:pt x="475" y="325"/>
                  <a:pt x="477" y="325"/>
                  <a:pt x="479" y="325"/>
                </a:cubicBezTo>
                <a:cubicBezTo>
                  <a:pt x="481" y="325"/>
                  <a:pt x="483" y="325"/>
                  <a:pt x="484" y="325"/>
                </a:cubicBezTo>
                <a:cubicBezTo>
                  <a:pt x="491" y="324"/>
                  <a:pt x="496" y="324"/>
                  <a:pt x="496" y="324"/>
                </a:cubicBezTo>
                <a:cubicBezTo>
                  <a:pt x="496" y="324"/>
                  <a:pt x="496" y="322"/>
                  <a:pt x="497" y="320"/>
                </a:cubicBezTo>
                <a:cubicBezTo>
                  <a:pt x="497" y="319"/>
                  <a:pt x="497" y="318"/>
                  <a:pt x="498" y="318"/>
                </a:cubicBezTo>
                <a:cubicBezTo>
                  <a:pt x="498" y="317"/>
                  <a:pt x="498" y="316"/>
                  <a:pt x="498" y="316"/>
                </a:cubicBezTo>
                <a:cubicBezTo>
                  <a:pt x="498" y="314"/>
                  <a:pt x="499" y="312"/>
                  <a:pt x="499" y="311"/>
                </a:cubicBezTo>
                <a:cubicBezTo>
                  <a:pt x="500" y="309"/>
                  <a:pt x="500" y="307"/>
                  <a:pt x="500" y="306"/>
                </a:cubicBezTo>
                <a:cubicBezTo>
                  <a:pt x="501" y="304"/>
                  <a:pt x="501" y="303"/>
                  <a:pt x="501" y="302"/>
                </a:cubicBezTo>
                <a:cubicBezTo>
                  <a:pt x="502" y="299"/>
                  <a:pt x="502" y="297"/>
                  <a:pt x="502" y="297"/>
                </a:cubicBezTo>
                <a:cubicBezTo>
                  <a:pt x="502" y="297"/>
                  <a:pt x="498" y="295"/>
                  <a:pt x="492" y="292"/>
                </a:cubicBezTo>
                <a:cubicBezTo>
                  <a:pt x="486" y="288"/>
                  <a:pt x="477" y="284"/>
                  <a:pt x="469" y="280"/>
                </a:cubicBezTo>
                <a:close/>
                <a:moveTo>
                  <a:pt x="251" y="408"/>
                </a:moveTo>
                <a:cubicBezTo>
                  <a:pt x="166" y="408"/>
                  <a:pt x="98" y="339"/>
                  <a:pt x="98" y="254"/>
                </a:cubicBezTo>
                <a:cubicBezTo>
                  <a:pt x="98" y="169"/>
                  <a:pt x="166" y="101"/>
                  <a:pt x="251" y="101"/>
                </a:cubicBezTo>
                <a:cubicBezTo>
                  <a:pt x="336" y="101"/>
                  <a:pt x="405" y="169"/>
                  <a:pt x="405" y="254"/>
                </a:cubicBezTo>
                <a:cubicBezTo>
                  <a:pt x="405" y="339"/>
                  <a:pt x="336" y="408"/>
                  <a:pt x="251" y="408"/>
                </a:cubicBezTo>
                <a:close/>
              </a:path>
            </a:pathLst>
          </a:custGeom>
          <a:solidFill>
            <a:srgbClr val="EA981E"/>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 name="Freeform 7"/>
          <p:cNvSpPr>
            <a:spLocks noEditPoints="1"/>
          </p:cNvSpPr>
          <p:nvPr/>
        </p:nvSpPr>
        <p:spPr bwMode="auto">
          <a:xfrm>
            <a:off x="5328724" y="3832820"/>
            <a:ext cx="1239837" cy="1255713"/>
          </a:xfrm>
          <a:custGeom>
            <a:avLst/>
            <a:gdLst>
              <a:gd name="T0" fmla="*/ 302 w 330"/>
              <a:gd name="T1" fmla="*/ 167 h 334"/>
              <a:gd name="T2" fmla="*/ 323 w 330"/>
              <a:gd name="T3" fmla="*/ 143 h 334"/>
              <a:gd name="T4" fmla="*/ 327 w 330"/>
              <a:gd name="T5" fmla="*/ 127 h 334"/>
              <a:gd name="T6" fmla="*/ 314 w 330"/>
              <a:gd name="T7" fmla="*/ 121 h 334"/>
              <a:gd name="T8" fmla="*/ 290 w 330"/>
              <a:gd name="T9" fmla="*/ 110 h 334"/>
              <a:gd name="T10" fmla="*/ 282 w 330"/>
              <a:gd name="T11" fmla="*/ 95 h 334"/>
              <a:gd name="T12" fmla="*/ 296 w 330"/>
              <a:gd name="T13" fmla="*/ 63 h 334"/>
              <a:gd name="T14" fmla="*/ 283 w 330"/>
              <a:gd name="T15" fmla="*/ 59 h 334"/>
              <a:gd name="T16" fmla="*/ 251 w 330"/>
              <a:gd name="T17" fmla="*/ 60 h 334"/>
              <a:gd name="T18" fmla="*/ 241 w 330"/>
              <a:gd name="T19" fmla="*/ 44 h 334"/>
              <a:gd name="T20" fmla="*/ 243 w 330"/>
              <a:gd name="T21" fmla="*/ 19 h 334"/>
              <a:gd name="T22" fmla="*/ 224 w 330"/>
              <a:gd name="T23" fmla="*/ 19 h 334"/>
              <a:gd name="T24" fmla="*/ 201 w 330"/>
              <a:gd name="T25" fmla="*/ 35 h 334"/>
              <a:gd name="T26" fmla="*/ 186 w 330"/>
              <a:gd name="T27" fmla="*/ 32 h 334"/>
              <a:gd name="T28" fmla="*/ 173 w 330"/>
              <a:gd name="T29" fmla="*/ 0 h 334"/>
              <a:gd name="T30" fmla="*/ 156 w 330"/>
              <a:gd name="T31" fmla="*/ 0 h 334"/>
              <a:gd name="T32" fmla="*/ 137 w 330"/>
              <a:gd name="T33" fmla="*/ 33 h 334"/>
              <a:gd name="T34" fmla="*/ 125 w 330"/>
              <a:gd name="T35" fmla="*/ 36 h 334"/>
              <a:gd name="T36" fmla="*/ 101 w 330"/>
              <a:gd name="T37" fmla="*/ 13 h 334"/>
              <a:gd name="T38" fmla="*/ 85 w 330"/>
              <a:gd name="T39" fmla="*/ 20 h 334"/>
              <a:gd name="T40" fmla="*/ 91 w 330"/>
              <a:gd name="T41" fmla="*/ 52 h 334"/>
              <a:gd name="T42" fmla="*/ 77 w 330"/>
              <a:gd name="T43" fmla="*/ 62 h 334"/>
              <a:gd name="T44" fmla="*/ 42 w 330"/>
              <a:gd name="T45" fmla="*/ 57 h 334"/>
              <a:gd name="T46" fmla="*/ 31 w 330"/>
              <a:gd name="T47" fmla="*/ 68 h 334"/>
              <a:gd name="T48" fmla="*/ 47 w 330"/>
              <a:gd name="T49" fmla="*/ 97 h 334"/>
              <a:gd name="T50" fmla="*/ 38 w 330"/>
              <a:gd name="T51" fmla="*/ 117 h 334"/>
              <a:gd name="T52" fmla="*/ 12 w 330"/>
              <a:gd name="T53" fmla="*/ 121 h 334"/>
              <a:gd name="T54" fmla="*/ 2 w 330"/>
              <a:gd name="T55" fmla="*/ 130 h 334"/>
              <a:gd name="T56" fmla="*/ 22 w 330"/>
              <a:gd name="T57" fmla="*/ 150 h 334"/>
              <a:gd name="T58" fmla="*/ 28 w 330"/>
              <a:gd name="T59" fmla="*/ 170 h 334"/>
              <a:gd name="T60" fmla="*/ 0 w 330"/>
              <a:gd name="T61" fmla="*/ 196 h 334"/>
              <a:gd name="T62" fmla="*/ 3 w 330"/>
              <a:gd name="T63" fmla="*/ 209 h 334"/>
              <a:gd name="T64" fmla="*/ 19 w 330"/>
              <a:gd name="T65" fmla="*/ 214 h 334"/>
              <a:gd name="T66" fmla="*/ 41 w 330"/>
              <a:gd name="T67" fmla="*/ 227 h 334"/>
              <a:gd name="T68" fmla="*/ 43 w 330"/>
              <a:gd name="T69" fmla="*/ 245 h 334"/>
              <a:gd name="T70" fmla="*/ 36 w 330"/>
              <a:gd name="T71" fmla="*/ 274 h 334"/>
              <a:gd name="T72" fmla="*/ 62 w 330"/>
              <a:gd name="T73" fmla="*/ 268 h 334"/>
              <a:gd name="T74" fmla="*/ 79 w 330"/>
              <a:gd name="T75" fmla="*/ 274 h 334"/>
              <a:gd name="T76" fmla="*/ 87 w 330"/>
              <a:gd name="T77" fmla="*/ 299 h 334"/>
              <a:gd name="T78" fmla="*/ 92 w 330"/>
              <a:gd name="T79" fmla="*/ 318 h 334"/>
              <a:gd name="T80" fmla="*/ 111 w 330"/>
              <a:gd name="T81" fmla="*/ 310 h 334"/>
              <a:gd name="T82" fmla="*/ 130 w 330"/>
              <a:gd name="T83" fmla="*/ 300 h 334"/>
              <a:gd name="T84" fmla="*/ 148 w 330"/>
              <a:gd name="T85" fmla="*/ 303 h 334"/>
              <a:gd name="T86" fmla="*/ 159 w 330"/>
              <a:gd name="T87" fmla="*/ 334 h 334"/>
              <a:gd name="T88" fmla="*/ 176 w 330"/>
              <a:gd name="T89" fmla="*/ 327 h 334"/>
              <a:gd name="T90" fmla="*/ 195 w 330"/>
              <a:gd name="T91" fmla="*/ 301 h 334"/>
              <a:gd name="T92" fmla="*/ 209 w 330"/>
              <a:gd name="T93" fmla="*/ 297 h 334"/>
              <a:gd name="T94" fmla="*/ 230 w 330"/>
              <a:gd name="T95" fmla="*/ 321 h 334"/>
              <a:gd name="T96" fmla="*/ 245 w 330"/>
              <a:gd name="T97" fmla="*/ 314 h 334"/>
              <a:gd name="T98" fmla="*/ 243 w 330"/>
              <a:gd name="T99" fmla="*/ 280 h 334"/>
              <a:gd name="T100" fmla="*/ 258 w 330"/>
              <a:gd name="T101" fmla="*/ 268 h 334"/>
              <a:gd name="T102" fmla="*/ 290 w 330"/>
              <a:gd name="T103" fmla="*/ 278 h 334"/>
              <a:gd name="T104" fmla="*/ 301 w 330"/>
              <a:gd name="T105" fmla="*/ 264 h 334"/>
              <a:gd name="T106" fmla="*/ 284 w 330"/>
              <a:gd name="T107" fmla="*/ 235 h 334"/>
              <a:gd name="T108" fmla="*/ 294 w 330"/>
              <a:gd name="T109" fmla="*/ 214 h 334"/>
              <a:gd name="T110" fmla="*/ 326 w 330"/>
              <a:gd name="T111" fmla="*/ 213 h 334"/>
              <a:gd name="T112" fmla="*/ 329 w 330"/>
              <a:gd name="T113" fmla="*/ 201 h 334"/>
              <a:gd name="T114" fmla="*/ 165 w 330"/>
              <a:gd name="T115" fmla="*/ 268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30" h="334">
                <a:moveTo>
                  <a:pt x="308" y="184"/>
                </a:moveTo>
                <a:cubicBezTo>
                  <a:pt x="306" y="183"/>
                  <a:pt x="304" y="182"/>
                  <a:pt x="301" y="181"/>
                </a:cubicBezTo>
                <a:cubicBezTo>
                  <a:pt x="301" y="180"/>
                  <a:pt x="302" y="178"/>
                  <a:pt x="302" y="177"/>
                </a:cubicBezTo>
                <a:cubicBezTo>
                  <a:pt x="302" y="174"/>
                  <a:pt x="302" y="172"/>
                  <a:pt x="302" y="170"/>
                </a:cubicBezTo>
                <a:cubicBezTo>
                  <a:pt x="302" y="168"/>
                  <a:pt x="302" y="167"/>
                  <a:pt x="302" y="167"/>
                </a:cubicBezTo>
                <a:cubicBezTo>
                  <a:pt x="302" y="167"/>
                  <a:pt x="302" y="166"/>
                  <a:pt x="302" y="165"/>
                </a:cubicBezTo>
                <a:cubicBezTo>
                  <a:pt x="302" y="163"/>
                  <a:pt x="302" y="161"/>
                  <a:pt x="302" y="158"/>
                </a:cubicBezTo>
                <a:cubicBezTo>
                  <a:pt x="302" y="156"/>
                  <a:pt x="301" y="155"/>
                  <a:pt x="301" y="153"/>
                </a:cubicBezTo>
                <a:cubicBezTo>
                  <a:pt x="304" y="152"/>
                  <a:pt x="306" y="151"/>
                  <a:pt x="308" y="150"/>
                </a:cubicBezTo>
                <a:cubicBezTo>
                  <a:pt x="314" y="147"/>
                  <a:pt x="319" y="145"/>
                  <a:pt x="323" y="143"/>
                </a:cubicBezTo>
                <a:cubicBezTo>
                  <a:pt x="327" y="140"/>
                  <a:pt x="330" y="139"/>
                  <a:pt x="330" y="139"/>
                </a:cubicBezTo>
                <a:cubicBezTo>
                  <a:pt x="330" y="139"/>
                  <a:pt x="329" y="138"/>
                  <a:pt x="329" y="136"/>
                </a:cubicBezTo>
                <a:cubicBezTo>
                  <a:pt x="329" y="135"/>
                  <a:pt x="329" y="134"/>
                  <a:pt x="329" y="133"/>
                </a:cubicBezTo>
                <a:cubicBezTo>
                  <a:pt x="328" y="132"/>
                  <a:pt x="328" y="131"/>
                  <a:pt x="328" y="130"/>
                </a:cubicBezTo>
                <a:cubicBezTo>
                  <a:pt x="328" y="129"/>
                  <a:pt x="327" y="128"/>
                  <a:pt x="327" y="127"/>
                </a:cubicBezTo>
                <a:cubicBezTo>
                  <a:pt x="327" y="126"/>
                  <a:pt x="327" y="126"/>
                  <a:pt x="327" y="125"/>
                </a:cubicBezTo>
                <a:cubicBezTo>
                  <a:pt x="327" y="125"/>
                  <a:pt x="327" y="125"/>
                  <a:pt x="326" y="124"/>
                </a:cubicBezTo>
                <a:cubicBezTo>
                  <a:pt x="326" y="123"/>
                  <a:pt x="326" y="121"/>
                  <a:pt x="326" y="121"/>
                </a:cubicBezTo>
                <a:cubicBezTo>
                  <a:pt x="326" y="121"/>
                  <a:pt x="323" y="121"/>
                  <a:pt x="318" y="121"/>
                </a:cubicBezTo>
                <a:cubicBezTo>
                  <a:pt x="317" y="121"/>
                  <a:pt x="316" y="121"/>
                  <a:pt x="314" y="121"/>
                </a:cubicBezTo>
                <a:cubicBezTo>
                  <a:pt x="313" y="121"/>
                  <a:pt x="312" y="121"/>
                  <a:pt x="310" y="121"/>
                </a:cubicBezTo>
                <a:cubicBezTo>
                  <a:pt x="308" y="121"/>
                  <a:pt x="304" y="121"/>
                  <a:pt x="301" y="121"/>
                </a:cubicBezTo>
                <a:cubicBezTo>
                  <a:pt x="299" y="121"/>
                  <a:pt x="296" y="121"/>
                  <a:pt x="294" y="121"/>
                </a:cubicBezTo>
                <a:cubicBezTo>
                  <a:pt x="293" y="119"/>
                  <a:pt x="293" y="118"/>
                  <a:pt x="292" y="117"/>
                </a:cubicBezTo>
                <a:cubicBezTo>
                  <a:pt x="291" y="114"/>
                  <a:pt x="290" y="112"/>
                  <a:pt x="290" y="110"/>
                </a:cubicBezTo>
                <a:cubicBezTo>
                  <a:pt x="289" y="109"/>
                  <a:pt x="288" y="108"/>
                  <a:pt x="288" y="108"/>
                </a:cubicBezTo>
                <a:cubicBezTo>
                  <a:pt x="288" y="108"/>
                  <a:pt x="288" y="107"/>
                  <a:pt x="287" y="105"/>
                </a:cubicBezTo>
                <a:cubicBezTo>
                  <a:pt x="287" y="104"/>
                  <a:pt x="285" y="102"/>
                  <a:pt x="284" y="99"/>
                </a:cubicBezTo>
                <a:cubicBezTo>
                  <a:pt x="284" y="99"/>
                  <a:pt x="283" y="98"/>
                  <a:pt x="283" y="97"/>
                </a:cubicBezTo>
                <a:cubicBezTo>
                  <a:pt x="282" y="97"/>
                  <a:pt x="282" y="96"/>
                  <a:pt x="282" y="95"/>
                </a:cubicBezTo>
                <a:cubicBezTo>
                  <a:pt x="283" y="93"/>
                  <a:pt x="285" y="92"/>
                  <a:pt x="287" y="90"/>
                </a:cubicBezTo>
                <a:cubicBezTo>
                  <a:pt x="290" y="85"/>
                  <a:pt x="294" y="80"/>
                  <a:pt x="297" y="76"/>
                </a:cubicBezTo>
                <a:cubicBezTo>
                  <a:pt x="299" y="73"/>
                  <a:pt x="301" y="70"/>
                  <a:pt x="301" y="70"/>
                </a:cubicBezTo>
                <a:cubicBezTo>
                  <a:pt x="301" y="70"/>
                  <a:pt x="300" y="69"/>
                  <a:pt x="299" y="68"/>
                </a:cubicBezTo>
                <a:cubicBezTo>
                  <a:pt x="298" y="67"/>
                  <a:pt x="297" y="65"/>
                  <a:pt x="296" y="63"/>
                </a:cubicBezTo>
                <a:cubicBezTo>
                  <a:pt x="295" y="62"/>
                  <a:pt x="294" y="61"/>
                  <a:pt x="294" y="60"/>
                </a:cubicBezTo>
                <a:cubicBezTo>
                  <a:pt x="293" y="60"/>
                  <a:pt x="292" y="59"/>
                  <a:pt x="292" y="58"/>
                </a:cubicBezTo>
                <a:cubicBezTo>
                  <a:pt x="291" y="57"/>
                  <a:pt x="290" y="56"/>
                  <a:pt x="290" y="56"/>
                </a:cubicBezTo>
                <a:cubicBezTo>
                  <a:pt x="290" y="56"/>
                  <a:pt x="289" y="57"/>
                  <a:pt x="288" y="57"/>
                </a:cubicBezTo>
                <a:cubicBezTo>
                  <a:pt x="287" y="57"/>
                  <a:pt x="285" y="58"/>
                  <a:pt x="283" y="59"/>
                </a:cubicBezTo>
                <a:cubicBezTo>
                  <a:pt x="279" y="61"/>
                  <a:pt x="273" y="63"/>
                  <a:pt x="268" y="66"/>
                </a:cubicBezTo>
                <a:cubicBezTo>
                  <a:pt x="265" y="67"/>
                  <a:pt x="263" y="68"/>
                  <a:pt x="261" y="69"/>
                </a:cubicBezTo>
                <a:cubicBezTo>
                  <a:pt x="260" y="68"/>
                  <a:pt x="259" y="67"/>
                  <a:pt x="258" y="66"/>
                </a:cubicBezTo>
                <a:cubicBezTo>
                  <a:pt x="256" y="64"/>
                  <a:pt x="254" y="63"/>
                  <a:pt x="252" y="62"/>
                </a:cubicBezTo>
                <a:cubicBezTo>
                  <a:pt x="252" y="61"/>
                  <a:pt x="251" y="61"/>
                  <a:pt x="251" y="60"/>
                </a:cubicBezTo>
                <a:cubicBezTo>
                  <a:pt x="251" y="60"/>
                  <a:pt x="250" y="60"/>
                  <a:pt x="250" y="60"/>
                </a:cubicBezTo>
                <a:cubicBezTo>
                  <a:pt x="250" y="60"/>
                  <a:pt x="250" y="59"/>
                  <a:pt x="248" y="58"/>
                </a:cubicBezTo>
                <a:cubicBezTo>
                  <a:pt x="247" y="57"/>
                  <a:pt x="245" y="56"/>
                  <a:pt x="243" y="54"/>
                </a:cubicBezTo>
                <a:cubicBezTo>
                  <a:pt x="242" y="54"/>
                  <a:pt x="240" y="53"/>
                  <a:pt x="239" y="52"/>
                </a:cubicBezTo>
                <a:cubicBezTo>
                  <a:pt x="240" y="49"/>
                  <a:pt x="240" y="47"/>
                  <a:pt x="241" y="44"/>
                </a:cubicBezTo>
                <a:cubicBezTo>
                  <a:pt x="242" y="42"/>
                  <a:pt x="242" y="39"/>
                  <a:pt x="243" y="36"/>
                </a:cubicBezTo>
                <a:cubicBezTo>
                  <a:pt x="243" y="33"/>
                  <a:pt x="244" y="31"/>
                  <a:pt x="244" y="28"/>
                </a:cubicBezTo>
                <a:cubicBezTo>
                  <a:pt x="245" y="24"/>
                  <a:pt x="245" y="21"/>
                  <a:pt x="245" y="21"/>
                </a:cubicBezTo>
                <a:cubicBezTo>
                  <a:pt x="245" y="21"/>
                  <a:pt x="245" y="21"/>
                  <a:pt x="245" y="20"/>
                </a:cubicBezTo>
                <a:cubicBezTo>
                  <a:pt x="244" y="20"/>
                  <a:pt x="244" y="20"/>
                  <a:pt x="243" y="19"/>
                </a:cubicBezTo>
                <a:cubicBezTo>
                  <a:pt x="241" y="19"/>
                  <a:pt x="239" y="18"/>
                  <a:pt x="237" y="17"/>
                </a:cubicBezTo>
                <a:cubicBezTo>
                  <a:pt x="235" y="16"/>
                  <a:pt x="233" y="15"/>
                  <a:pt x="232" y="14"/>
                </a:cubicBezTo>
                <a:cubicBezTo>
                  <a:pt x="231" y="14"/>
                  <a:pt x="230" y="13"/>
                  <a:pt x="230" y="13"/>
                </a:cubicBezTo>
                <a:cubicBezTo>
                  <a:pt x="230" y="13"/>
                  <a:pt x="229" y="13"/>
                  <a:pt x="229" y="13"/>
                </a:cubicBezTo>
                <a:cubicBezTo>
                  <a:pt x="229" y="13"/>
                  <a:pt x="227" y="15"/>
                  <a:pt x="224" y="19"/>
                </a:cubicBezTo>
                <a:cubicBezTo>
                  <a:pt x="223" y="20"/>
                  <a:pt x="221" y="22"/>
                  <a:pt x="219" y="24"/>
                </a:cubicBezTo>
                <a:cubicBezTo>
                  <a:pt x="217" y="27"/>
                  <a:pt x="215" y="29"/>
                  <a:pt x="214" y="31"/>
                </a:cubicBezTo>
                <a:cubicBezTo>
                  <a:pt x="212" y="33"/>
                  <a:pt x="211" y="35"/>
                  <a:pt x="209" y="37"/>
                </a:cubicBezTo>
                <a:cubicBezTo>
                  <a:pt x="208" y="37"/>
                  <a:pt x="206" y="36"/>
                  <a:pt x="205" y="36"/>
                </a:cubicBezTo>
                <a:cubicBezTo>
                  <a:pt x="203" y="36"/>
                  <a:pt x="202" y="35"/>
                  <a:pt x="201" y="35"/>
                </a:cubicBezTo>
                <a:cubicBezTo>
                  <a:pt x="200" y="35"/>
                  <a:pt x="200" y="35"/>
                  <a:pt x="199" y="34"/>
                </a:cubicBezTo>
                <a:cubicBezTo>
                  <a:pt x="199" y="34"/>
                  <a:pt x="198" y="34"/>
                  <a:pt x="198" y="34"/>
                </a:cubicBezTo>
                <a:cubicBezTo>
                  <a:pt x="196" y="34"/>
                  <a:pt x="195" y="34"/>
                  <a:pt x="195" y="34"/>
                </a:cubicBezTo>
                <a:cubicBezTo>
                  <a:pt x="195" y="34"/>
                  <a:pt x="194" y="33"/>
                  <a:pt x="193" y="33"/>
                </a:cubicBezTo>
                <a:cubicBezTo>
                  <a:pt x="191" y="33"/>
                  <a:pt x="189" y="32"/>
                  <a:pt x="186" y="32"/>
                </a:cubicBezTo>
                <a:cubicBezTo>
                  <a:pt x="185" y="32"/>
                  <a:pt x="183" y="31"/>
                  <a:pt x="181" y="31"/>
                </a:cubicBezTo>
                <a:cubicBezTo>
                  <a:pt x="181" y="29"/>
                  <a:pt x="181" y="26"/>
                  <a:pt x="180" y="24"/>
                </a:cubicBezTo>
                <a:cubicBezTo>
                  <a:pt x="179" y="18"/>
                  <a:pt x="177" y="12"/>
                  <a:pt x="176" y="8"/>
                </a:cubicBezTo>
                <a:cubicBezTo>
                  <a:pt x="175" y="3"/>
                  <a:pt x="174" y="0"/>
                  <a:pt x="174" y="0"/>
                </a:cubicBezTo>
                <a:cubicBezTo>
                  <a:pt x="174" y="0"/>
                  <a:pt x="174" y="0"/>
                  <a:pt x="173" y="0"/>
                </a:cubicBezTo>
                <a:cubicBezTo>
                  <a:pt x="173" y="0"/>
                  <a:pt x="172" y="0"/>
                  <a:pt x="171" y="0"/>
                </a:cubicBezTo>
                <a:cubicBezTo>
                  <a:pt x="169" y="0"/>
                  <a:pt x="167" y="0"/>
                  <a:pt x="165" y="0"/>
                </a:cubicBezTo>
                <a:cubicBezTo>
                  <a:pt x="163" y="0"/>
                  <a:pt x="160" y="0"/>
                  <a:pt x="159" y="0"/>
                </a:cubicBezTo>
                <a:cubicBezTo>
                  <a:pt x="158" y="0"/>
                  <a:pt x="157" y="0"/>
                  <a:pt x="157" y="0"/>
                </a:cubicBezTo>
                <a:cubicBezTo>
                  <a:pt x="156" y="0"/>
                  <a:pt x="156" y="0"/>
                  <a:pt x="156" y="0"/>
                </a:cubicBezTo>
                <a:cubicBezTo>
                  <a:pt x="156" y="0"/>
                  <a:pt x="155" y="3"/>
                  <a:pt x="154" y="8"/>
                </a:cubicBezTo>
                <a:cubicBezTo>
                  <a:pt x="153" y="12"/>
                  <a:pt x="151" y="18"/>
                  <a:pt x="150" y="24"/>
                </a:cubicBezTo>
                <a:cubicBezTo>
                  <a:pt x="149" y="26"/>
                  <a:pt x="149" y="29"/>
                  <a:pt x="148" y="31"/>
                </a:cubicBezTo>
                <a:cubicBezTo>
                  <a:pt x="147" y="31"/>
                  <a:pt x="145" y="32"/>
                  <a:pt x="144" y="32"/>
                </a:cubicBezTo>
                <a:cubicBezTo>
                  <a:pt x="141" y="32"/>
                  <a:pt x="139" y="33"/>
                  <a:pt x="137" y="33"/>
                </a:cubicBezTo>
                <a:cubicBezTo>
                  <a:pt x="135" y="33"/>
                  <a:pt x="134" y="34"/>
                  <a:pt x="134" y="34"/>
                </a:cubicBezTo>
                <a:cubicBezTo>
                  <a:pt x="134" y="34"/>
                  <a:pt x="133" y="34"/>
                  <a:pt x="132" y="34"/>
                </a:cubicBezTo>
                <a:cubicBezTo>
                  <a:pt x="131" y="34"/>
                  <a:pt x="131" y="34"/>
                  <a:pt x="130" y="34"/>
                </a:cubicBezTo>
                <a:cubicBezTo>
                  <a:pt x="130" y="35"/>
                  <a:pt x="129" y="35"/>
                  <a:pt x="129" y="35"/>
                </a:cubicBezTo>
                <a:cubicBezTo>
                  <a:pt x="128" y="35"/>
                  <a:pt x="126" y="36"/>
                  <a:pt x="125" y="36"/>
                </a:cubicBezTo>
                <a:cubicBezTo>
                  <a:pt x="124" y="36"/>
                  <a:pt x="122" y="37"/>
                  <a:pt x="121" y="37"/>
                </a:cubicBezTo>
                <a:cubicBezTo>
                  <a:pt x="119" y="35"/>
                  <a:pt x="118" y="33"/>
                  <a:pt x="116" y="31"/>
                </a:cubicBezTo>
                <a:cubicBezTo>
                  <a:pt x="114" y="29"/>
                  <a:pt x="112" y="27"/>
                  <a:pt x="111" y="24"/>
                </a:cubicBezTo>
                <a:cubicBezTo>
                  <a:pt x="109" y="22"/>
                  <a:pt x="107" y="20"/>
                  <a:pt x="106" y="19"/>
                </a:cubicBezTo>
                <a:cubicBezTo>
                  <a:pt x="103" y="15"/>
                  <a:pt x="101" y="13"/>
                  <a:pt x="101" y="13"/>
                </a:cubicBezTo>
                <a:cubicBezTo>
                  <a:pt x="101" y="13"/>
                  <a:pt x="100" y="13"/>
                  <a:pt x="100" y="13"/>
                </a:cubicBezTo>
                <a:cubicBezTo>
                  <a:pt x="99" y="13"/>
                  <a:pt x="99" y="14"/>
                  <a:pt x="98" y="14"/>
                </a:cubicBezTo>
                <a:cubicBezTo>
                  <a:pt x="96" y="15"/>
                  <a:pt x="94" y="16"/>
                  <a:pt x="92" y="17"/>
                </a:cubicBezTo>
                <a:cubicBezTo>
                  <a:pt x="90" y="18"/>
                  <a:pt x="88" y="19"/>
                  <a:pt x="87" y="19"/>
                </a:cubicBezTo>
                <a:cubicBezTo>
                  <a:pt x="86" y="20"/>
                  <a:pt x="86" y="20"/>
                  <a:pt x="85" y="20"/>
                </a:cubicBezTo>
                <a:cubicBezTo>
                  <a:pt x="85" y="21"/>
                  <a:pt x="84" y="21"/>
                  <a:pt x="84" y="21"/>
                </a:cubicBezTo>
                <a:cubicBezTo>
                  <a:pt x="84" y="21"/>
                  <a:pt x="85" y="24"/>
                  <a:pt x="86" y="28"/>
                </a:cubicBezTo>
                <a:cubicBezTo>
                  <a:pt x="86" y="31"/>
                  <a:pt x="87" y="33"/>
                  <a:pt x="87" y="36"/>
                </a:cubicBezTo>
                <a:cubicBezTo>
                  <a:pt x="88" y="39"/>
                  <a:pt x="88" y="42"/>
                  <a:pt x="89" y="44"/>
                </a:cubicBezTo>
                <a:cubicBezTo>
                  <a:pt x="90" y="47"/>
                  <a:pt x="90" y="49"/>
                  <a:pt x="91" y="52"/>
                </a:cubicBezTo>
                <a:cubicBezTo>
                  <a:pt x="90" y="53"/>
                  <a:pt x="88" y="54"/>
                  <a:pt x="87" y="54"/>
                </a:cubicBezTo>
                <a:cubicBezTo>
                  <a:pt x="85" y="56"/>
                  <a:pt x="83" y="57"/>
                  <a:pt x="82" y="58"/>
                </a:cubicBezTo>
                <a:cubicBezTo>
                  <a:pt x="80" y="59"/>
                  <a:pt x="79" y="60"/>
                  <a:pt x="79" y="60"/>
                </a:cubicBezTo>
                <a:cubicBezTo>
                  <a:pt x="79" y="60"/>
                  <a:pt x="79" y="60"/>
                  <a:pt x="79" y="60"/>
                </a:cubicBezTo>
                <a:cubicBezTo>
                  <a:pt x="79" y="61"/>
                  <a:pt x="78" y="61"/>
                  <a:pt x="77" y="62"/>
                </a:cubicBezTo>
                <a:cubicBezTo>
                  <a:pt x="76" y="63"/>
                  <a:pt x="74" y="64"/>
                  <a:pt x="72" y="66"/>
                </a:cubicBezTo>
                <a:cubicBezTo>
                  <a:pt x="71" y="67"/>
                  <a:pt x="70" y="68"/>
                  <a:pt x="69" y="69"/>
                </a:cubicBezTo>
                <a:cubicBezTo>
                  <a:pt x="67" y="68"/>
                  <a:pt x="64" y="67"/>
                  <a:pt x="62" y="66"/>
                </a:cubicBezTo>
                <a:cubicBezTo>
                  <a:pt x="57" y="63"/>
                  <a:pt x="51" y="61"/>
                  <a:pt x="47" y="59"/>
                </a:cubicBezTo>
                <a:cubicBezTo>
                  <a:pt x="45" y="58"/>
                  <a:pt x="43" y="57"/>
                  <a:pt x="42" y="57"/>
                </a:cubicBezTo>
                <a:cubicBezTo>
                  <a:pt x="41" y="57"/>
                  <a:pt x="40" y="56"/>
                  <a:pt x="40" y="56"/>
                </a:cubicBezTo>
                <a:cubicBezTo>
                  <a:pt x="40" y="56"/>
                  <a:pt x="39" y="57"/>
                  <a:pt x="38" y="58"/>
                </a:cubicBezTo>
                <a:cubicBezTo>
                  <a:pt x="38" y="59"/>
                  <a:pt x="37" y="60"/>
                  <a:pt x="36" y="60"/>
                </a:cubicBezTo>
                <a:cubicBezTo>
                  <a:pt x="36" y="61"/>
                  <a:pt x="35" y="62"/>
                  <a:pt x="34" y="63"/>
                </a:cubicBezTo>
                <a:cubicBezTo>
                  <a:pt x="33" y="65"/>
                  <a:pt x="32" y="67"/>
                  <a:pt x="31" y="68"/>
                </a:cubicBezTo>
                <a:cubicBezTo>
                  <a:pt x="30" y="69"/>
                  <a:pt x="29" y="70"/>
                  <a:pt x="29" y="70"/>
                </a:cubicBezTo>
                <a:cubicBezTo>
                  <a:pt x="29" y="70"/>
                  <a:pt x="31" y="73"/>
                  <a:pt x="33" y="76"/>
                </a:cubicBezTo>
                <a:cubicBezTo>
                  <a:pt x="36" y="80"/>
                  <a:pt x="40" y="85"/>
                  <a:pt x="43" y="90"/>
                </a:cubicBezTo>
                <a:cubicBezTo>
                  <a:pt x="45" y="92"/>
                  <a:pt x="47" y="93"/>
                  <a:pt x="48" y="95"/>
                </a:cubicBezTo>
                <a:cubicBezTo>
                  <a:pt x="48" y="96"/>
                  <a:pt x="47" y="97"/>
                  <a:pt x="47" y="97"/>
                </a:cubicBezTo>
                <a:cubicBezTo>
                  <a:pt x="47" y="98"/>
                  <a:pt x="46" y="99"/>
                  <a:pt x="46" y="99"/>
                </a:cubicBezTo>
                <a:cubicBezTo>
                  <a:pt x="44" y="102"/>
                  <a:pt x="43" y="104"/>
                  <a:pt x="43" y="105"/>
                </a:cubicBezTo>
                <a:cubicBezTo>
                  <a:pt x="42" y="107"/>
                  <a:pt x="41" y="108"/>
                  <a:pt x="41" y="108"/>
                </a:cubicBezTo>
                <a:cubicBezTo>
                  <a:pt x="41" y="108"/>
                  <a:pt x="41" y="109"/>
                  <a:pt x="40" y="110"/>
                </a:cubicBezTo>
                <a:cubicBezTo>
                  <a:pt x="40" y="112"/>
                  <a:pt x="39" y="114"/>
                  <a:pt x="38" y="117"/>
                </a:cubicBezTo>
                <a:cubicBezTo>
                  <a:pt x="37" y="118"/>
                  <a:pt x="36" y="119"/>
                  <a:pt x="36" y="121"/>
                </a:cubicBezTo>
                <a:cubicBezTo>
                  <a:pt x="33" y="121"/>
                  <a:pt x="31" y="121"/>
                  <a:pt x="28" y="121"/>
                </a:cubicBezTo>
                <a:cubicBezTo>
                  <a:pt x="25" y="121"/>
                  <a:pt x="22" y="121"/>
                  <a:pt x="19" y="121"/>
                </a:cubicBezTo>
                <a:cubicBezTo>
                  <a:pt x="18" y="121"/>
                  <a:pt x="17" y="121"/>
                  <a:pt x="15" y="121"/>
                </a:cubicBezTo>
                <a:cubicBezTo>
                  <a:pt x="14" y="121"/>
                  <a:pt x="13" y="121"/>
                  <a:pt x="12" y="121"/>
                </a:cubicBezTo>
                <a:cubicBezTo>
                  <a:pt x="7" y="121"/>
                  <a:pt x="4" y="121"/>
                  <a:pt x="4" y="121"/>
                </a:cubicBezTo>
                <a:cubicBezTo>
                  <a:pt x="4" y="121"/>
                  <a:pt x="4" y="123"/>
                  <a:pt x="3" y="124"/>
                </a:cubicBezTo>
                <a:cubicBezTo>
                  <a:pt x="3" y="125"/>
                  <a:pt x="3" y="125"/>
                  <a:pt x="3" y="125"/>
                </a:cubicBezTo>
                <a:cubicBezTo>
                  <a:pt x="3" y="126"/>
                  <a:pt x="3" y="126"/>
                  <a:pt x="3" y="127"/>
                </a:cubicBezTo>
                <a:cubicBezTo>
                  <a:pt x="2" y="128"/>
                  <a:pt x="2" y="129"/>
                  <a:pt x="2" y="130"/>
                </a:cubicBezTo>
                <a:cubicBezTo>
                  <a:pt x="2" y="131"/>
                  <a:pt x="1" y="132"/>
                  <a:pt x="1" y="133"/>
                </a:cubicBezTo>
                <a:cubicBezTo>
                  <a:pt x="1" y="134"/>
                  <a:pt x="1" y="135"/>
                  <a:pt x="1" y="136"/>
                </a:cubicBezTo>
                <a:cubicBezTo>
                  <a:pt x="0" y="138"/>
                  <a:pt x="0" y="139"/>
                  <a:pt x="0" y="139"/>
                </a:cubicBezTo>
                <a:cubicBezTo>
                  <a:pt x="0" y="139"/>
                  <a:pt x="3" y="140"/>
                  <a:pt x="7" y="143"/>
                </a:cubicBezTo>
                <a:cubicBezTo>
                  <a:pt x="11" y="145"/>
                  <a:pt x="16" y="147"/>
                  <a:pt x="22" y="150"/>
                </a:cubicBezTo>
                <a:cubicBezTo>
                  <a:pt x="24" y="151"/>
                  <a:pt x="26" y="152"/>
                  <a:pt x="29" y="153"/>
                </a:cubicBezTo>
                <a:cubicBezTo>
                  <a:pt x="28" y="155"/>
                  <a:pt x="28" y="156"/>
                  <a:pt x="28" y="158"/>
                </a:cubicBezTo>
                <a:cubicBezTo>
                  <a:pt x="28" y="161"/>
                  <a:pt x="28" y="163"/>
                  <a:pt x="28" y="165"/>
                </a:cubicBezTo>
                <a:cubicBezTo>
                  <a:pt x="28" y="166"/>
                  <a:pt x="28" y="167"/>
                  <a:pt x="28" y="167"/>
                </a:cubicBezTo>
                <a:cubicBezTo>
                  <a:pt x="28" y="167"/>
                  <a:pt x="28" y="168"/>
                  <a:pt x="28" y="170"/>
                </a:cubicBezTo>
                <a:cubicBezTo>
                  <a:pt x="28" y="172"/>
                  <a:pt x="28" y="174"/>
                  <a:pt x="28" y="177"/>
                </a:cubicBezTo>
                <a:cubicBezTo>
                  <a:pt x="28" y="178"/>
                  <a:pt x="28" y="180"/>
                  <a:pt x="29" y="181"/>
                </a:cubicBezTo>
                <a:cubicBezTo>
                  <a:pt x="26" y="182"/>
                  <a:pt x="24" y="183"/>
                  <a:pt x="22" y="184"/>
                </a:cubicBezTo>
                <a:cubicBezTo>
                  <a:pt x="16" y="187"/>
                  <a:pt x="11" y="190"/>
                  <a:pt x="7" y="192"/>
                </a:cubicBezTo>
                <a:cubicBezTo>
                  <a:pt x="3" y="194"/>
                  <a:pt x="0" y="196"/>
                  <a:pt x="0" y="196"/>
                </a:cubicBezTo>
                <a:cubicBezTo>
                  <a:pt x="0" y="196"/>
                  <a:pt x="0" y="197"/>
                  <a:pt x="1" y="198"/>
                </a:cubicBezTo>
                <a:cubicBezTo>
                  <a:pt x="1" y="199"/>
                  <a:pt x="1" y="200"/>
                  <a:pt x="1" y="201"/>
                </a:cubicBezTo>
                <a:cubicBezTo>
                  <a:pt x="1" y="202"/>
                  <a:pt x="2" y="203"/>
                  <a:pt x="2" y="204"/>
                </a:cubicBezTo>
                <a:cubicBezTo>
                  <a:pt x="2" y="205"/>
                  <a:pt x="2" y="207"/>
                  <a:pt x="3" y="208"/>
                </a:cubicBezTo>
                <a:cubicBezTo>
                  <a:pt x="3" y="208"/>
                  <a:pt x="3" y="209"/>
                  <a:pt x="3" y="209"/>
                </a:cubicBezTo>
                <a:cubicBezTo>
                  <a:pt x="3" y="210"/>
                  <a:pt x="3" y="210"/>
                  <a:pt x="3" y="210"/>
                </a:cubicBezTo>
                <a:cubicBezTo>
                  <a:pt x="4" y="212"/>
                  <a:pt x="4" y="213"/>
                  <a:pt x="4" y="213"/>
                </a:cubicBezTo>
                <a:cubicBezTo>
                  <a:pt x="4" y="213"/>
                  <a:pt x="7" y="213"/>
                  <a:pt x="12" y="214"/>
                </a:cubicBezTo>
                <a:cubicBezTo>
                  <a:pt x="13" y="214"/>
                  <a:pt x="14" y="214"/>
                  <a:pt x="15" y="214"/>
                </a:cubicBezTo>
                <a:cubicBezTo>
                  <a:pt x="17" y="214"/>
                  <a:pt x="18" y="214"/>
                  <a:pt x="19" y="214"/>
                </a:cubicBezTo>
                <a:cubicBezTo>
                  <a:pt x="22" y="214"/>
                  <a:pt x="25" y="214"/>
                  <a:pt x="28" y="214"/>
                </a:cubicBezTo>
                <a:cubicBezTo>
                  <a:pt x="31" y="214"/>
                  <a:pt x="33" y="214"/>
                  <a:pt x="36" y="214"/>
                </a:cubicBezTo>
                <a:cubicBezTo>
                  <a:pt x="36" y="215"/>
                  <a:pt x="37" y="217"/>
                  <a:pt x="38" y="218"/>
                </a:cubicBezTo>
                <a:cubicBezTo>
                  <a:pt x="39" y="221"/>
                  <a:pt x="40" y="223"/>
                  <a:pt x="40" y="224"/>
                </a:cubicBezTo>
                <a:cubicBezTo>
                  <a:pt x="41" y="226"/>
                  <a:pt x="41" y="227"/>
                  <a:pt x="41" y="227"/>
                </a:cubicBezTo>
                <a:cubicBezTo>
                  <a:pt x="41" y="227"/>
                  <a:pt x="42" y="228"/>
                  <a:pt x="43" y="229"/>
                </a:cubicBezTo>
                <a:cubicBezTo>
                  <a:pt x="43" y="231"/>
                  <a:pt x="44" y="233"/>
                  <a:pt x="46" y="235"/>
                </a:cubicBezTo>
                <a:cubicBezTo>
                  <a:pt x="46" y="236"/>
                  <a:pt x="47" y="237"/>
                  <a:pt x="47" y="237"/>
                </a:cubicBezTo>
                <a:cubicBezTo>
                  <a:pt x="47" y="238"/>
                  <a:pt x="48" y="239"/>
                  <a:pt x="48" y="239"/>
                </a:cubicBezTo>
                <a:cubicBezTo>
                  <a:pt x="47" y="241"/>
                  <a:pt x="45" y="243"/>
                  <a:pt x="43" y="245"/>
                </a:cubicBezTo>
                <a:cubicBezTo>
                  <a:pt x="40" y="250"/>
                  <a:pt x="36" y="254"/>
                  <a:pt x="33" y="258"/>
                </a:cubicBezTo>
                <a:cubicBezTo>
                  <a:pt x="31" y="262"/>
                  <a:pt x="29" y="264"/>
                  <a:pt x="29" y="264"/>
                </a:cubicBezTo>
                <a:cubicBezTo>
                  <a:pt x="29" y="264"/>
                  <a:pt x="30" y="265"/>
                  <a:pt x="31" y="267"/>
                </a:cubicBezTo>
                <a:cubicBezTo>
                  <a:pt x="32" y="268"/>
                  <a:pt x="33" y="270"/>
                  <a:pt x="34" y="271"/>
                </a:cubicBezTo>
                <a:cubicBezTo>
                  <a:pt x="35" y="272"/>
                  <a:pt x="36" y="273"/>
                  <a:pt x="36" y="274"/>
                </a:cubicBezTo>
                <a:cubicBezTo>
                  <a:pt x="37" y="275"/>
                  <a:pt x="38" y="276"/>
                  <a:pt x="38" y="276"/>
                </a:cubicBezTo>
                <a:cubicBezTo>
                  <a:pt x="39" y="277"/>
                  <a:pt x="40" y="278"/>
                  <a:pt x="40" y="278"/>
                </a:cubicBezTo>
                <a:cubicBezTo>
                  <a:pt x="40" y="278"/>
                  <a:pt x="41" y="278"/>
                  <a:pt x="42" y="277"/>
                </a:cubicBezTo>
                <a:cubicBezTo>
                  <a:pt x="43" y="277"/>
                  <a:pt x="45" y="276"/>
                  <a:pt x="47" y="275"/>
                </a:cubicBezTo>
                <a:cubicBezTo>
                  <a:pt x="51" y="274"/>
                  <a:pt x="57" y="271"/>
                  <a:pt x="62" y="268"/>
                </a:cubicBezTo>
                <a:cubicBezTo>
                  <a:pt x="64" y="267"/>
                  <a:pt x="67" y="266"/>
                  <a:pt x="69" y="265"/>
                </a:cubicBezTo>
                <a:cubicBezTo>
                  <a:pt x="70" y="266"/>
                  <a:pt x="71" y="267"/>
                  <a:pt x="72" y="268"/>
                </a:cubicBezTo>
                <a:cubicBezTo>
                  <a:pt x="74" y="270"/>
                  <a:pt x="76" y="272"/>
                  <a:pt x="77" y="273"/>
                </a:cubicBezTo>
                <a:cubicBezTo>
                  <a:pt x="78" y="273"/>
                  <a:pt x="79" y="274"/>
                  <a:pt x="79" y="274"/>
                </a:cubicBezTo>
                <a:cubicBezTo>
                  <a:pt x="79" y="274"/>
                  <a:pt x="79" y="274"/>
                  <a:pt x="79" y="274"/>
                </a:cubicBezTo>
                <a:cubicBezTo>
                  <a:pt x="79" y="274"/>
                  <a:pt x="80" y="275"/>
                  <a:pt x="82" y="276"/>
                </a:cubicBezTo>
                <a:cubicBezTo>
                  <a:pt x="83" y="277"/>
                  <a:pt x="85" y="278"/>
                  <a:pt x="87" y="280"/>
                </a:cubicBezTo>
                <a:cubicBezTo>
                  <a:pt x="88" y="281"/>
                  <a:pt x="90" y="282"/>
                  <a:pt x="91" y="283"/>
                </a:cubicBezTo>
                <a:cubicBezTo>
                  <a:pt x="90" y="285"/>
                  <a:pt x="90" y="288"/>
                  <a:pt x="89" y="290"/>
                </a:cubicBezTo>
                <a:cubicBezTo>
                  <a:pt x="88" y="293"/>
                  <a:pt x="88" y="296"/>
                  <a:pt x="87" y="299"/>
                </a:cubicBezTo>
                <a:cubicBezTo>
                  <a:pt x="87" y="301"/>
                  <a:pt x="86" y="304"/>
                  <a:pt x="86" y="306"/>
                </a:cubicBezTo>
                <a:cubicBezTo>
                  <a:pt x="85" y="311"/>
                  <a:pt x="84" y="314"/>
                  <a:pt x="84" y="314"/>
                </a:cubicBezTo>
                <a:cubicBezTo>
                  <a:pt x="84" y="314"/>
                  <a:pt x="85" y="314"/>
                  <a:pt x="85" y="314"/>
                </a:cubicBezTo>
                <a:cubicBezTo>
                  <a:pt x="86" y="314"/>
                  <a:pt x="86" y="315"/>
                  <a:pt x="87" y="315"/>
                </a:cubicBezTo>
                <a:cubicBezTo>
                  <a:pt x="88" y="316"/>
                  <a:pt x="90" y="317"/>
                  <a:pt x="92" y="318"/>
                </a:cubicBezTo>
                <a:cubicBezTo>
                  <a:pt x="94" y="319"/>
                  <a:pt x="96" y="320"/>
                  <a:pt x="98" y="320"/>
                </a:cubicBezTo>
                <a:cubicBezTo>
                  <a:pt x="99" y="321"/>
                  <a:pt x="99" y="321"/>
                  <a:pt x="100" y="321"/>
                </a:cubicBezTo>
                <a:cubicBezTo>
                  <a:pt x="100" y="321"/>
                  <a:pt x="101" y="321"/>
                  <a:pt x="101" y="321"/>
                </a:cubicBezTo>
                <a:cubicBezTo>
                  <a:pt x="101" y="321"/>
                  <a:pt x="103" y="319"/>
                  <a:pt x="106" y="316"/>
                </a:cubicBezTo>
                <a:cubicBezTo>
                  <a:pt x="107" y="314"/>
                  <a:pt x="109" y="312"/>
                  <a:pt x="111" y="310"/>
                </a:cubicBezTo>
                <a:cubicBezTo>
                  <a:pt x="112" y="308"/>
                  <a:pt x="114" y="306"/>
                  <a:pt x="116" y="303"/>
                </a:cubicBezTo>
                <a:cubicBezTo>
                  <a:pt x="118" y="301"/>
                  <a:pt x="119" y="299"/>
                  <a:pt x="121" y="297"/>
                </a:cubicBezTo>
                <a:cubicBezTo>
                  <a:pt x="122" y="298"/>
                  <a:pt x="124" y="298"/>
                  <a:pt x="125" y="298"/>
                </a:cubicBezTo>
                <a:cubicBezTo>
                  <a:pt x="126" y="299"/>
                  <a:pt x="128" y="299"/>
                  <a:pt x="129" y="300"/>
                </a:cubicBezTo>
                <a:cubicBezTo>
                  <a:pt x="129" y="300"/>
                  <a:pt x="130" y="300"/>
                  <a:pt x="130" y="300"/>
                </a:cubicBezTo>
                <a:cubicBezTo>
                  <a:pt x="131" y="300"/>
                  <a:pt x="131" y="300"/>
                  <a:pt x="132" y="300"/>
                </a:cubicBezTo>
                <a:cubicBezTo>
                  <a:pt x="133" y="301"/>
                  <a:pt x="134" y="301"/>
                  <a:pt x="134" y="301"/>
                </a:cubicBezTo>
                <a:cubicBezTo>
                  <a:pt x="134" y="301"/>
                  <a:pt x="135" y="301"/>
                  <a:pt x="137" y="302"/>
                </a:cubicBezTo>
                <a:cubicBezTo>
                  <a:pt x="139" y="302"/>
                  <a:pt x="141" y="302"/>
                  <a:pt x="144" y="303"/>
                </a:cubicBezTo>
                <a:cubicBezTo>
                  <a:pt x="145" y="303"/>
                  <a:pt x="147" y="303"/>
                  <a:pt x="148" y="303"/>
                </a:cubicBezTo>
                <a:cubicBezTo>
                  <a:pt x="149" y="306"/>
                  <a:pt x="149" y="308"/>
                  <a:pt x="150" y="311"/>
                </a:cubicBezTo>
                <a:cubicBezTo>
                  <a:pt x="151" y="317"/>
                  <a:pt x="153" y="322"/>
                  <a:pt x="154" y="327"/>
                </a:cubicBezTo>
                <a:cubicBezTo>
                  <a:pt x="155" y="331"/>
                  <a:pt x="156" y="334"/>
                  <a:pt x="156" y="334"/>
                </a:cubicBezTo>
                <a:cubicBezTo>
                  <a:pt x="156" y="334"/>
                  <a:pt x="156" y="334"/>
                  <a:pt x="157" y="334"/>
                </a:cubicBezTo>
                <a:cubicBezTo>
                  <a:pt x="157" y="334"/>
                  <a:pt x="158" y="334"/>
                  <a:pt x="159" y="334"/>
                </a:cubicBezTo>
                <a:cubicBezTo>
                  <a:pt x="160" y="334"/>
                  <a:pt x="163" y="334"/>
                  <a:pt x="165" y="334"/>
                </a:cubicBezTo>
                <a:cubicBezTo>
                  <a:pt x="167" y="334"/>
                  <a:pt x="169" y="334"/>
                  <a:pt x="171" y="334"/>
                </a:cubicBezTo>
                <a:cubicBezTo>
                  <a:pt x="172" y="334"/>
                  <a:pt x="173" y="334"/>
                  <a:pt x="173" y="334"/>
                </a:cubicBezTo>
                <a:cubicBezTo>
                  <a:pt x="174" y="334"/>
                  <a:pt x="174" y="334"/>
                  <a:pt x="174" y="334"/>
                </a:cubicBezTo>
                <a:cubicBezTo>
                  <a:pt x="174" y="334"/>
                  <a:pt x="175" y="331"/>
                  <a:pt x="176" y="327"/>
                </a:cubicBezTo>
                <a:cubicBezTo>
                  <a:pt x="177" y="322"/>
                  <a:pt x="179" y="317"/>
                  <a:pt x="180" y="311"/>
                </a:cubicBezTo>
                <a:cubicBezTo>
                  <a:pt x="181" y="308"/>
                  <a:pt x="181" y="306"/>
                  <a:pt x="181" y="303"/>
                </a:cubicBezTo>
                <a:cubicBezTo>
                  <a:pt x="183" y="303"/>
                  <a:pt x="185" y="303"/>
                  <a:pt x="186" y="303"/>
                </a:cubicBezTo>
                <a:cubicBezTo>
                  <a:pt x="189" y="302"/>
                  <a:pt x="191" y="302"/>
                  <a:pt x="193" y="302"/>
                </a:cubicBezTo>
                <a:cubicBezTo>
                  <a:pt x="194" y="301"/>
                  <a:pt x="195" y="301"/>
                  <a:pt x="195" y="301"/>
                </a:cubicBezTo>
                <a:cubicBezTo>
                  <a:pt x="195" y="301"/>
                  <a:pt x="196" y="301"/>
                  <a:pt x="198" y="300"/>
                </a:cubicBezTo>
                <a:cubicBezTo>
                  <a:pt x="198" y="300"/>
                  <a:pt x="199" y="300"/>
                  <a:pt x="199" y="300"/>
                </a:cubicBezTo>
                <a:cubicBezTo>
                  <a:pt x="200" y="300"/>
                  <a:pt x="200" y="300"/>
                  <a:pt x="201" y="300"/>
                </a:cubicBezTo>
                <a:cubicBezTo>
                  <a:pt x="202" y="299"/>
                  <a:pt x="203" y="299"/>
                  <a:pt x="205" y="298"/>
                </a:cubicBezTo>
                <a:cubicBezTo>
                  <a:pt x="206" y="298"/>
                  <a:pt x="208" y="298"/>
                  <a:pt x="209" y="297"/>
                </a:cubicBezTo>
                <a:cubicBezTo>
                  <a:pt x="211" y="299"/>
                  <a:pt x="212" y="301"/>
                  <a:pt x="214" y="303"/>
                </a:cubicBezTo>
                <a:cubicBezTo>
                  <a:pt x="215" y="306"/>
                  <a:pt x="217" y="308"/>
                  <a:pt x="219" y="310"/>
                </a:cubicBezTo>
                <a:cubicBezTo>
                  <a:pt x="221" y="312"/>
                  <a:pt x="223" y="314"/>
                  <a:pt x="224" y="316"/>
                </a:cubicBezTo>
                <a:cubicBezTo>
                  <a:pt x="227" y="319"/>
                  <a:pt x="229" y="321"/>
                  <a:pt x="229" y="321"/>
                </a:cubicBezTo>
                <a:cubicBezTo>
                  <a:pt x="229" y="321"/>
                  <a:pt x="230" y="321"/>
                  <a:pt x="230" y="321"/>
                </a:cubicBezTo>
                <a:cubicBezTo>
                  <a:pt x="230" y="321"/>
                  <a:pt x="231" y="321"/>
                  <a:pt x="232" y="320"/>
                </a:cubicBezTo>
                <a:cubicBezTo>
                  <a:pt x="233" y="320"/>
                  <a:pt x="235" y="319"/>
                  <a:pt x="237" y="318"/>
                </a:cubicBezTo>
                <a:cubicBezTo>
                  <a:pt x="239" y="317"/>
                  <a:pt x="241" y="316"/>
                  <a:pt x="243" y="315"/>
                </a:cubicBezTo>
                <a:cubicBezTo>
                  <a:pt x="244" y="315"/>
                  <a:pt x="244" y="314"/>
                  <a:pt x="245" y="314"/>
                </a:cubicBezTo>
                <a:cubicBezTo>
                  <a:pt x="245" y="314"/>
                  <a:pt x="245" y="314"/>
                  <a:pt x="245" y="314"/>
                </a:cubicBezTo>
                <a:cubicBezTo>
                  <a:pt x="245" y="314"/>
                  <a:pt x="245" y="311"/>
                  <a:pt x="244" y="306"/>
                </a:cubicBezTo>
                <a:cubicBezTo>
                  <a:pt x="244" y="304"/>
                  <a:pt x="243" y="301"/>
                  <a:pt x="243" y="299"/>
                </a:cubicBezTo>
                <a:cubicBezTo>
                  <a:pt x="242" y="296"/>
                  <a:pt x="242" y="293"/>
                  <a:pt x="241" y="290"/>
                </a:cubicBezTo>
                <a:cubicBezTo>
                  <a:pt x="240" y="288"/>
                  <a:pt x="240" y="285"/>
                  <a:pt x="239" y="283"/>
                </a:cubicBezTo>
                <a:cubicBezTo>
                  <a:pt x="240" y="282"/>
                  <a:pt x="242" y="281"/>
                  <a:pt x="243" y="280"/>
                </a:cubicBezTo>
                <a:cubicBezTo>
                  <a:pt x="245" y="278"/>
                  <a:pt x="247" y="277"/>
                  <a:pt x="248" y="276"/>
                </a:cubicBezTo>
                <a:cubicBezTo>
                  <a:pt x="250" y="275"/>
                  <a:pt x="250" y="274"/>
                  <a:pt x="250" y="274"/>
                </a:cubicBezTo>
                <a:cubicBezTo>
                  <a:pt x="250" y="274"/>
                  <a:pt x="251" y="274"/>
                  <a:pt x="251" y="274"/>
                </a:cubicBezTo>
                <a:cubicBezTo>
                  <a:pt x="251" y="274"/>
                  <a:pt x="252" y="273"/>
                  <a:pt x="252" y="273"/>
                </a:cubicBezTo>
                <a:cubicBezTo>
                  <a:pt x="254" y="272"/>
                  <a:pt x="256" y="270"/>
                  <a:pt x="258" y="268"/>
                </a:cubicBezTo>
                <a:cubicBezTo>
                  <a:pt x="259" y="267"/>
                  <a:pt x="260" y="266"/>
                  <a:pt x="261" y="265"/>
                </a:cubicBezTo>
                <a:cubicBezTo>
                  <a:pt x="263" y="266"/>
                  <a:pt x="265" y="267"/>
                  <a:pt x="268" y="268"/>
                </a:cubicBezTo>
                <a:cubicBezTo>
                  <a:pt x="273" y="271"/>
                  <a:pt x="279" y="274"/>
                  <a:pt x="283" y="275"/>
                </a:cubicBezTo>
                <a:cubicBezTo>
                  <a:pt x="285" y="276"/>
                  <a:pt x="287" y="277"/>
                  <a:pt x="288" y="277"/>
                </a:cubicBezTo>
                <a:cubicBezTo>
                  <a:pt x="289" y="278"/>
                  <a:pt x="290" y="278"/>
                  <a:pt x="290" y="278"/>
                </a:cubicBezTo>
                <a:cubicBezTo>
                  <a:pt x="290" y="278"/>
                  <a:pt x="291" y="277"/>
                  <a:pt x="292" y="276"/>
                </a:cubicBezTo>
                <a:cubicBezTo>
                  <a:pt x="292" y="276"/>
                  <a:pt x="293" y="275"/>
                  <a:pt x="294" y="274"/>
                </a:cubicBezTo>
                <a:cubicBezTo>
                  <a:pt x="294" y="273"/>
                  <a:pt x="295" y="272"/>
                  <a:pt x="296" y="271"/>
                </a:cubicBezTo>
                <a:cubicBezTo>
                  <a:pt x="297" y="270"/>
                  <a:pt x="298" y="268"/>
                  <a:pt x="299" y="267"/>
                </a:cubicBezTo>
                <a:cubicBezTo>
                  <a:pt x="300" y="265"/>
                  <a:pt x="301" y="264"/>
                  <a:pt x="301" y="264"/>
                </a:cubicBezTo>
                <a:cubicBezTo>
                  <a:pt x="301" y="264"/>
                  <a:pt x="299" y="262"/>
                  <a:pt x="297" y="258"/>
                </a:cubicBezTo>
                <a:cubicBezTo>
                  <a:pt x="294" y="254"/>
                  <a:pt x="290" y="250"/>
                  <a:pt x="287" y="245"/>
                </a:cubicBezTo>
                <a:cubicBezTo>
                  <a:pt x="285" y="243"/>
                  <a:pt x="283" y="241"/>
                  <a:pt x="282" y="239"/>
                </a:cubicBezTo>
                <a:cubicBezTo>
                  <a:pt x="282" y="239"/>
                  <a:pt x="282" y="238"/>
                  <a:pt x="283" y="237"/>
                </a:cubicBezTo>
                <a:cubicBezTo>
                  <a:pt x="283" y="237"/>
                  <a:pt x="284" y="236"/>
                  <a:pt x="284" y="235"/>
                </a:cubicBezTo>
                <a:cubicBezTo>
                  <a:pt x="285" y="233"/>
                  <a:pt x="287" y="231"/>
                  <a:pt x="287" y="229"/>
                </a:cubicBezTo>
                <a:cubicBezTo>
                  <a:pt x="288" y="228"/>
                  <a:pt x="288" y="227"/>
                  <a:pt x="288" y="227"/>
                </a:cubicBezTo>
                <a:cubicBezTo>
                  <a:pt x="288" y="227"/>
                  <a:pt x="289" y="226"/>
                  <a:pt x="290" y="224"/>
                </a:cubicBezTo>
                <a:cubicBezTo>
                  <a:pt x="290" y="223"/>
                  <a:pt x="291" y="221"/>
                  <a:pt x="292" y="218"/>
                </a:cubicBezTo>
                <a:cubicBezTo>
                  <a:pt x="293" y="217"/>
                  <a:pt x="293" y="215"/>
                  <a:pt x="294" y="214"/>
                </a:cubicBezTo>
                <a:cubicBezTo>
                  <a:pt x="296" y="214"/>
                  <a:pt x="299" y="214"/>
                  <a:pt x="301" y="214"/>
                </a:cubicBezTo>
                <a:cubicBezTo>
                  <a:pt x="304" y="214"/>
                  <a:pt x="308" y="214"/>
                  <a:pt x="310" y="214"/>
                </a:cubicBezTo>
                <a:cubicBezTo>
                  <a:pt x="312" y="214"/>
                  <a:pt x="313" y="214"/>
                  <a:pt x="314" y="214"/>
                </a:cubicBezTo>
                <a:cubicBezTo>
                  <a:pt x="316" y="214"/>
                  <a:pt x="317" y="214"/>
                  <a:pt x="318" y="214"/>
                </a:cubicBezTo>
                <a:cubicBezTo>
                  <a:pt x="323" y="213"/>
                  <a:pt x="326" y="213"/>
                  <a:pt x="326" y="213"/>
                </a:cubicBezTo>
                <a:cubicBezTo>
                  <a:pt x="326" y="213"/>
                  <a:pt x="326" y="212"/>
                  <a:pt x="326" y="210"/>
                </a:cubicBezTo>
                <a:cubicBezTo>
                  <a:pt x="327" y="210"/>
                  <a:pt x="327" y="210"/>
                  <a:pt x="327" y="209"/>
                </a:cubicBezTo>
                <a:cubicBezTo>
                  <a:pt x="327" y="209"/>
                  <a:pt x="327" y="208"/>
                  <a:pt x="327" y="208"/>
                </a:cubicBezTo>
                <a:cubicBezTo>
                  <a:pt x="327" y="207"/>
                  <a:pt x="328" y="205"/>
                  <a:pt x="328" y="204"/>
                </a:cubicBezTo>
                <a:cubicBezTo>
                  <a:pt x="328" y="203"/>
                  <a:pt x="328" y="202"/>
                  <a:pt x="329" y="201"/>
                </a:cubicBezTo>
                <a:cubicBezTo>
                  <a:pt x="329" y="200"/>
                  <a:pt x="329" y="199"/>
                  <a:pt x="329" y="198"/>
                </a:cubicBezTo>
                <a:cubicBezTo>
                  <a:pt x="329" y="197"/>
                  <a:pt x="330" y="196"/>
                  <a:pt x="330" y="196"/>
                </a:cubicBezTo>
                <a:cubicBezTo>
                  <a:pt x="330" y="196"/>
                  <a:pt x="327" y="194"/>
                  <a:pt x="323" y="192"/>
                </a:cubicBezTo>
                <a:cubicBezTo>
                  <a:pt x="319" y="190"/>
                  <a:pt x="314" y="187"/>
                  <a:pt x="308" y="184"/>
                </a:cubicBezTo>
                <a:close/>
                <a:moveTo>
                  <a:pt x="165" y="268"/>
                </a:moveTo>
                <a:cubicBezTo>
                  <a:pt x="109" y="268"/>
                  <a:pt x="64" y="223"/>
                  <a:pt x="64" y="167"/>
                </a:cubicBezTo>
                <a:cubicBezTo>
                  <a:pt x="64" y="112"/>
                  <a:pt x="109" y="66"/>
                  <a:pt x="165" y="66"/>
                </a:cubicBezTo>
                <a:cubicBezTo>
                  <a:pt x="221" y="66"/>
                  <a:pt x="266" y="112"/>
                  <a:pt x="266" y="167"/>
                </a:cubicBezTo>
                <a:cubicBezTo>
                  <a:pt x="266" y="223"/>
                  <a:pt x="221" y="268"/>
                  <a:pt x="165" y="268"/>
                </a:cubicBezTo>
                <a:close/>
              </a:path>
            </a:pathLst>
          </a:custGeom>
          <a:solidFill>
            <a:srgbClr val="3A8FCB"/>
          </a:solidFill>
          <a:ln w="3810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5" name="Rectangle 8"/>
          <p:cNvSpPr>
            <a:spLocks noChangeArrowheads="1"/>
          </p:cNvSpPr>
          <p:nvPr/>
        </p:nvSpPr>
        <p:spPr bwMode="auto">
          <a:xfrm>
            <a:off x="5716074" y="4220170"/>
            <a:ext cx="512961"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zh-CN" altLang="zh-CN" sz="3600" b="0" i="0" u="none" strike="noStrike" cap="none" normalizeH="0" baseline="0" dirty="0">
                <a:ln>
                  <a:noFill/>
                </a:ln>
                <a:solidFill>
                  <a:srgbClr val="3A8FCB"/>
                </a:solidFill>
                <a:effectLst/>
                <a:latin typeface="Myriad Roman" charset="0"/>
              </a:rPr>
              <a:t>01</a:t>
            </a:r>
            <a:endParaRPr kumimoji="0" lang="zh-CN" altLang="zh-CN" sz="1800" b="0" i="0" u="none" strike="noStrike" cap="none" normalizeH="0" baseline="0" dirty="0">
              <a:ln>
                <a:noFill/>
              </a:ln>
              <a:solidFill>
                <a:srgbClr val="3A8FCB"/>
              </a:solidFill>
              <a:effectLst/>
            </a:endParaRPr>
          </a:p>
        </p:txBody>
      </p:sp>
      <p:sp>
        <p:nvSpPr>
          <p:cNvPr id="6" name="Rectangle 9"/>
          <p:cNvSpPr>
            <a:spLocks noChangeArrowheads="1"/>
          </p:cNvSpPr>
          <p:nvPr/>
        </p:nvSpPr>
        <p:spPr bwMode="auto">
          <a:xfrm>
            <a:off x="6609836" y="2875558"/>
            <a:ext cx="727763"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zh-CN" altLang="zh-CN" sz="5100" b="0" i="0" u="none" strike="noStrike" cap="none" normalizeH="0" baseline="0" dirty="0">
                <a:ln>
                  <a:noFill/>
                </a:ln>
                <a:solidFill>
                  <a:srgbClr val="219980"/>
                </a:solidFill>
                <a:effectLst/>
                <a:latin typeface="Myriad Roman" charset="0"/>
              </a:rPr>
              <a:t>02</a:t>
            </a:r>
            <a:endParaRPr kumimoji="0" lang="zh-CN" altLang="zh-CN" sz="1800" b="0" i="0" u="none" strike="noStrike" cap="none" normalizeH="0" baseline="0" dirty="0">
              <a:ln>
                <a:noFill/>
              </a:ln>
              <a:solidFill>
                <a:srgbClr val="219980"/>
              </a:solidFill>
              <a:effectLst/>
            </a:endParaRPr>
          </a:p>
        </p:txBody>
      </p:sp>
      <p:sp>
        <p:nvSpPr>
          <p:cNvPr id="7" name="Rectangle 10"/>
          <p:cNvSpPr>
            <a:spLocks noChangeArrowheads="1"/>
          </p:cNvSpPr>
          <p:nvPr/>
        </p:nvSpPr>
        <p:spPr bwMode="auto">
          <a:xfrm>
            <a:off x="7151174" y="4553545"/>
            <a:ext cx="827150" cy="892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zh-CN" altLang="zh-CN" sz="5800" b="0" i="0" u="none" strike="noStrike" cap="none" normalizeH="0" baseline="0" dirty="0">
                <a:ln>
                  <a:noFill/>
                </a:ln>
                <a:solidFill>
                  <a:srgbClr val="EA981E"/>
                </a:solidFill>
                <a:effectLst/>
                <a:latin typeface="Myriad Roman" charset="0"/>
              </a:rPr>
              <a:t>03</a:t>
            </a:r>
            <a:endParaRPr kumimoji="0" lang="zh-CN" altLang="zh-CN" sz="1800" b="0" i="0" u="none" strike="noStrike" cap="none" normalizeH="0" baseline="0" dirty="0">
              <a:ln>
                <a:noFill/>
              </a:ln>
              <a:solidFill>
                <a:srgbClr val="EA981E"/>
              </a:solidFill>
              <a:effectLst/>
            </a:endParaRPr>
          </a:p>
        </p:txBody>
      </p:sp>
      <p:sp>
        <p:nvSpPr>
          <p:cNvPr id="8" name="Freeform 11"/>
          <p:cNvSpPr>
            <a:spLocks/>
          </p:cNvSpPr>
          <p:nvPr/>
        </p:nvSpPr>
        <p:spPr bwMode="auto">
          <a:xfrm>
            <a:off x="7476611" y="2211983"/>
            <a:ext cx="1327150" cy="357188"/>
          </a:xfrm>
          <a:custGeom>
            <a:avLst/>
            <a:gdLst>
              <a:gd name="T0" fmla="*/ 0 w 836"/>
              <a:gd name="T1" fmla="*/ 225 h 225"/>
              <a:gd name="T2" fmla="*/ 228 w 836"/>
              <a:gd name="T3" fmla="*/ 0 h 225"/>
              <a:gd name="T4" fmla="*/ 836 w 836"/>
              <a:gd name="T5" fmla="*/ 0 h 225"/>
            </a:gdLst>
            <a:ahLst/>
            <a:cxnLst>
              <a:cxn ang="0">
                <a:pos x="T0" y="T1"/>
              </a:cxn>
              <a:cxn ang="0">
                <a:pos x="T2" y="T3"/>
              </a:cxn>
              <a:cxn ang="0">
                <a:pos x="T4" y="T5"/>
              </a:cxn>
            </a:cxnLst>
            <a:rect l="0" t="0" r="r" b="b"/>
            <a:pathLst>
              <a:path w="836" h="225">
                <a:moveTo>
                  <a:pt x="0" y="225"/>
                </a:moveTo>
                <a:lnTo>
                  <a:pt x="228" y="0"/>
                </a:lnTo>
                <a:lnTo>
                  <a:pt x="836" y="0"/>
                </a:lnTo>
              </a:path>
            </a:pathLst>
          </a:custGeom>
          <a:noFill/>
          <a:ln w="44450" cap="flat">
            <a:solidFill>
              <a:srgbClr val="21998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grpSp>
        <p:nvGrpSpPr>
          <p:cNvPr id="28" name="组合 27"/>
          <p:cNvGrpSpPr/>
          <p:nvPr/>
        </p:nvGrpSpPr>
        <p:grpSpPr>
          <a:xfrm>
            <a:off x="8927586" y="1959570"/>
            <a:ext cx="503237" cy="503238"/>
            <a:chOff x="8081962" y="1784758"/>
            <a:chExt cx="503237" cy="503238"/>
          </a:xfrm>
          <a:solidFill>
            <a:srgbClr val="219980"/>
          </a:solidFill>
        </p:grpSpPr>
        <p:sp>
          <p:nvSpPr>
            <p:cNvPr id="9" name="Freeform 12"/>
            <p:cNvSpPr>
              <a:spLocks noEditPoints="1"/>
            </p:cNvSpPr>
            <p:nvPr/>
          </p:nvSpPr>
          <p:spPr bwMode="auto">
            <a:xfrm>
              <a:off x="8081962" y="1829208"/>
              <a:ext cx="454025" cy="458788"/>
            </a:xfrm>
            <a:custGeom>
              <a:avLst/>
              <a:gdLst>
                <a:gd name="T0" fmla="*/ 60 w 121"/>
                <a:gd name="T1" fmla="*/ 122 h 122"/>
                <a:gd name="T2" fmla="*/ 121 w 121"/>
                <a:gd name="T3" fmla="*/ 61 h 122"/>
                <a:gd name="T4" fmla="*/ 114 w 121"/>
                <a:gd name="T5" fmla="*/ 33 h 122"/>
                <a:gd name="T6" fmla="*/ 112 w 121"/>
                <a:gd name="T7" fmla="*/ 33 h 122"/>
                <a:gd name="T8" fmla="*/ 112 w 121"/>
                <a:gd name="T9" fmla="*/ 33 h 122"/>
                <a:gd name="T10" fmla="*/ 104 w 121"/>
                <a:gd name="T11" fmla="*/ 32 h 122"/>
                <a:gd name="T12" fmla="*/ 98 w 121"/>
                <a:gd name="T13" fmla="*/ 38 h 122"/>
                <a:gd name="T14" fmla="*/ 105 w 121"/>
                <a:gd name="T15" fmla="*/ 61 h 122"/>
                <a:gd name="T16" fmla="*/ 60 w 121"/>
                <a:gd name="T17" fmla="*/ 106 h 122"/>
                <a:gd name="T18" fmla="*/ 16 w 121"/>
                <a:gd name="T19" fmla="*/ 61 h 122"/>
                <a:gd name="T20" fmla="*/ 60 w 121"/>
                <a:gd name="T21" fmla="*/ 16 h 122"/>
                <a:gd name="T22" fmla="*/ 84 w 121"/>
                <a:gd name="T23" fmla="*/ 23 h 122"/>
                <a:gd name="T24" fmla="*/ 89 w 121"/>
                <a:gd name="T25" fmla="*/ 18 h 122"/>
                <a:gd name="T26" fmla="*/ 88 w 121"/>
                <a:gd name="T27" fmla="*/ 9 h 122"/>
                <a:gd name="T28" fmla="*/ 88 w 121"/>
                <a:gd name="T29" fmla="*/ 7 h 122"/>
                <a:gd name="T30" fmla="*/ 60 w 121"/>
                <a:gd name="T31" fmla="*/ 0 h 122"/>
                <a:gd name="T32" fmla="*/ 0 w 121"/>
                <a:gd name="T33" fmla="*/ 61 h 122"/>
                <a:gd name="T34" fmla="*/ 60 w 121"/>
                <a:gd name="T35" fmla="*/ 122 h 122"/>
                <a:gd name="T36" fmla="*/ 60 w 121"/>
                <a:gd name="T37" fmla="*/ 122 h 122"/>
                <a:gd name="T38" fmla="*/ 60 w 121"/>
                <a:gd name="T39"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1" h="122">
                  <a:moveTo>
                    <a:pt x="60" y="122"/>
                  </a:moveTo>
                  <a:cubicBezTo>
                    <a:pt x="94" y="122"/>
                    <a:pt x="121" y="95"/>
                    <a:pt x="121" y="61"/>
                  </a:cubicBezTo>
                  <a:cubicBezTo>
                    <a:pt x="121" y="51"/>
                    <a:pt x="119" y="41"/>
                    <a:pt x="114" y="33"/>
                  </a:cubicBezTo>
                  <a:cubicBezTo>
                    <a:pt x="114" y="33"/>
                    <a:pt x="113" y="33"/>
                    <a:pt x="112" y="33"/>
                  </a:cubicBezTo>
                  <a:cubicBezTo>
                    <a:pt x="112" y="33"/>
                    <a:pt x="112" y="33"/>
                    <a:pt x="112" y="33"/>
                  </a:cubicBezTo>
                  <a:cubicBezTo>
                    <a:pt x="104" y="32"/>
                    <a:pt x="104" y="32"/>
                    <a:pt x="104" y="32"/>
                  </a:cubicBezTo>
                  <a:cubicBezTo>
                    <a:pt x="98" y="38"/>
                    <a:pt x="98" y="38"/>
                    <a:pt x="98" y="38"/>
                  </a:cubicBezTo>
                  <a:cubicBezTo>
                    <a:pt x="103" y="44"/>
                    <a:pt x="105" y="52"/>
                    <a:pt x="105" y="61"/>
                  </a:cubicBezTo>
                  <a:cubicBezTo>
                    <a:pt x="105" y="86"/>
                    <a:pt x="85" y="106"/>
                    <a:pt x="60" y="106"/>
                  </a:cubicBezTo>
                  <a:cubicBezTo>
                    <a:pt x="36" y="106"/>
                    <a:pt x="16" y="86"/>
                    <a:pt x="16" y="61"/>
                  </a:cubicBezTo>
                  <a:cubicBezTo>
                    <a:pt x="16" y="36"/>
                    <a:pt x="36" y="16"/>
                    <a:pt x="60" y="16"/>
                  </a:cubicBezTo>
                  <a:cubicBezTo>
                    <a:pt x="69" y="16"/>
                    <a:pt x="77" y="19"/>
                    <a:pt x="84" y="23"/>
                  </a:cubicBezTo>
                  <a:cubicBezTo>
                    <a:pt x="89" y="18"/>
                    <a:pt x="89" y="18"/>
                    <a:pt x="89" y="18"/>
                  </a:cubicBezTo>
                  <a:cubicBezTo>
                    <a:pt x="88" y="9"/>
                    <a:pt x="88" y="9"/>
                    <a:pt x="88" y="9"/>
                  </a:cubicBezTo>
                  <a:cubicBezTo>
                    <a:pt x="88" y="9"/>
                    <a:pt x="88" y="8"/>
                    <a:pt x="88" y="7"/>
                  </a:cubicBezTo>
                  <a:cubicBezTo>
                    <a:pt x="80" y="3"/>
                    <a:pt x="71" y="0"/>
                    <a:pt x="60" y="0"/>
                  </a:cubicBezTo>
                  <a:cubicBezTo>
                    <a:pt x="27" y="0"/>
                    <a:pt x="0" y="28"/>
                    <a:pt x="0" y="61"/>
                  </a:cubicBezTo>
                  <a:cubicBezTo>
                    <a:pt x="0" y="95"/>
                    <a:pt x="27" y="122"/>
                    <a:pt x="60" y="122"/>
                  </a:cubicBezTo>
                  <a:close/>
                  <a:moveTo>
                    <a:pt x="60" y="122"/>
                  </a:moveTo>
                  <a:cubicBezTo>
                    <a:pt x="60" y="122"/>
                    <a:pt x="60" y="122"/>
                    <a:pt x="60" y="1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13"/>
            <p:cNvSpPr>
              <a:spLocks noEditPoints="1"/>
            </p:cNvSpPr>
            <p:nvPr/>
          </p:nvSpPr>
          <p:spPr bwMode="auto">
            <a:xfrm>
              <a:off x="8197850" y="1946683"/>
              <a:ext cx="222250" cy="225425"/>
            </a:xfrm>
            <a:custGeom>
              <a:avLst/>
              <a:gdLst>
                <a:gd name="T0" fmla="*/ 29 w 59"/>
                <a:gd name="T1" fmla="*/ 14 h 60"/>
                <a:gd name="T2" fmla="*/ 31 w 59"/>
                <a:gd name="T3" fmla="*/ 14 h 60"/>
                <a:gd name="T4" fmla="*/ 42 w 59"/>
                <a:gd name="T5" fmla="*/ 3 h 60"/>
                <a:gd name="T6" fmla="*/ 42 w 59"/>
                <a:gd name="T7" fmla="*/ 3 h 60"/>
                <a:gd name="T8" fmla="*/ 29 w 59"/>
                <a:gd name="T9" fmla="*/ 0 h 60"/>
                <a:gd name="T10" fmla="*/ 0 w 59"/>
                <a:gd name="T11" fmla="*/ 30 h 60"/>
                <a:gd name="T12" fmla="*/ 29 w 59"/>
                <a:gd name="T13" fmla="*/ 60 h 60"/>
                <a:gd name="T14" fmla="*/ 59 w 59"/>
                <a:gd name="T15" fmla="*/ 30 h 60"/>
                <a:gd name="T16" fmla="*/ 57 w 59"/>
                <a:gd name="T17" fmla="*/ 17 h 60"/>
                <a:gd name="T18" fmla="*/ 56 w 59"/>
                <a:gd name="T19" fmla="*/ 18 h 60"/>
                <a:gd name="T20" fmla="*/ 45 w 59"/>
                <a:gd name="T21" fmla="*/ 29 h 60"/>
                <a:gd name="T22" fmla="*/ 45 w 59"/>
                <a:gd name="T23" fmla="*/ 30 h 60"/>
                <a:gd name="T24" fmla="*/ 29 w 59"/>
                <a:gd name="T25" fmla="*/ 46 h 60"/>
                <a:gd name="T26" fmla="*/ 14 w 59"/>
                <a:gd name="T27" fmla="*/ 30 h 60"/>
                <a:gd name="T28" fmla="*/ 29 w 59"/>
                <a:gd name="T29" fmla="*/ 14 h 60"/>
                <a:gd name="T30" fmla="*/ 29 w 59"/>
                <a:gd name="T31" fmla="*/ 14 h 60"/>
                <a:gd name="T32" fmla="*/ 29 w 59"/>
                <a:gd name="T33" fmla="*/ 1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9" h="60">
                  <a:moveTo>
                    <a:pt x="29" y="14"/>
                  </a:moveTo>
                  <a:cubicBezTo>
                    <a:pt x="30" y="14"/>
                    <a:pt x="30" y="14"/>
                    <a:pt x="31" y="14"/>
                  </a:cubicBezTo>
                  <a:cubicBezTo>
                    <a:pt x="42" y="3"/>
                    <a:pt x="42" y="3"/>
                    <a:pt x="42" y="3"/>
                  </a:cubicBezTo>
                  <a:cubicBezTo>
                    <a:pt x="42" y="3"/>
                    <a:pt x="42" y="3"/>
                    <a:pt x="42" y="3"/>
                  </a:cubicBezTo>
                  <a:cubicBezTo>
                    <a:pt x="38" y="1"/>
                    <a:pt x="34" y="0"/>
                    <a:pt x="29" y="0"/>
                  </a:cubicBezTo>
                  <a:cubicBezTo>
                    <a:pt x="13" y="0"/>
                    <a:pt x="0" y="14"/>
                    <a:pt x="0" y="30"/>
                  </a:cubicBezTo>
                  <a:cubicBezTo>
                    <a:pt x="0" y="47"/>
                    <a:pt x="13" y="60"/>
                    <a:pt x="29" y="60"/>
                  </a:cubicBezTo>
                  <a:cubicBezTo>
                    <a:pt x="46" y="60"/>
                    <a:pt x="59" y="47"/>
                    <a:pt x="59" y="30"/>
                  </a:cubicBezTo>
                  <a:cubicBezTo>
                    <a:pt x="59" y="26"/>
                    <a:pt x="58" y="21"/>
                    <a:pt x="57" y="17"/>
                  </a:cubicBezTo>
                  <a:cubicBezTo>
                    <a:pt x="56" y="18"/>
                    <a:pt x="56" y="18"/>
                    <a:pt x="56" y="18"/>
                  </a:cubicBezTo>
                  <a:cubicBezTo>
                    <a:pt x="45" y="29"/>
                    <a:pt x="45" y="29"/>
                    <a:pt x="45" y="29"/>
                  </a:cubicBezTo>
                  <a:cubicBezTo>
                    <a:pt x="45" y="29"/>
                    <a:pt x="45" y="30"/>
                    <a:pt x="45" y="30"/>
                  </a:cubicBezTo>
                  <a:cubicBezTo>
                    <a:pt x="45" y="39"/>
                    <a:pt x="38" y="46"/>
                    <a:pt x="29" y="46"/>
                  </a:cubicBezTo>
                  <a:cubicBezTo>
                    <a:pt x="21" y="46"/>
                    <a:pt x="14" y="39"/>
                    <a:pt x="14" y="30"/>
                  </a:cubicBezTo>
                  <a:cubicBezTo>
                    <a:pt x="14" y="21"/>
                    <a:pt x="21" y="14"/>
                    <a:pt x="29" y="14"/>
                  </a:cubicBezTo>
                  <a:close/>
                  <a:moveTo>
                    <a:pt x="29" y="14"/>
                  </a:moveTo>
                  <a:cubicBezTo>
                    <a:pt x="29" y="14"/>
                    <a:pt x="29" y="14"/>
                    <a:pt x="29"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4"/>
            <p:cNvSpPr>
              <a:spLocks noEditPoints="1"/>
            </p:cNvSpPr>
            <p:nvPr/>
          </p:nvSpPr>
          <p:spPr bwMode="auto">
            <a:xfrm>
              <a:off x="8329612" y="1784758"/>
              <a:ext cx="255587" cy="252413"/>
            </a:xfrm>
            <a:custGeom>
              <a:avLst/>
              <a:gdLst>
                <a:gd name="T0" fmla="*/ 57 w 68"/>
                <a:gd name="T1" fmla="*/ 18 h 67"/>
                <a:gd name="T2" fmla="*/ 60 w 68"/>
                <a:gd name="T3" fmla="*/ 15 h 67"/>
                <a:gd name="T4" fmla="*/ 60 w 68"/>
                <a:gd name="T5" fmla="*/ 9 h 67"/>
                <a:gd name="T6" fmla="*/ 58 w 68"/>
                <a:gd name="T7" fmla="*/ 7 h 67"/>
                <a:gd name="T8" fmla="*/ 55 w 68"/>
                <a:gd name="T9" fmla="*/ 6 h 67"/>
                <a:gd name="T10" fmla="*/ 53 w 68"/>
                <a:gd name="T11" fmla="*/ 7 h 67"/>
                <a:gd name="T12" fmla="*/ 49 w 68"/>
                <a:gd name="T13" fmla="*/ 11 h 67"/>
                <a:gd name="T14" fmla="*/ 48 w 68"/>
                <a:gd name="T15" fmla="*/ 1 h 67"/>
                <a:gd name="T16" fmla="*/ 47 w 68"/>
                <a:gd name="T17" fmla="*/ 0 h 67"/>
                <a:gd name="T18" fmla="*/ 46 w 68"/>
                <a:gd name="T19" fmla="*/ 0 h 67"/>
                <a:gd name="T20" fmla="*/ 31 w 68"/>
                <a:gd name="T21" fmla="*/ 15 h 67"/>
                <a:gd name="T22" fmla="*/ 29 w 68"/>
                <a:gd name="T23" fmla="*/ 20 h 67"/>
                <a:gd name="T24" fmla="*/ 29 w 68"/>
                <a:gd name="T25" fmla="*/ 20 h 67"/>
                <a:gd name="T26" fmla="*/ 30 w 68"/>
                <a:gd name="T27" fmla="*/ 30 h 67"/>
                <a:gd name="T28" fmla="*/ 25 w 68"/>
                <a:gd name="T29" fmla="*/ 35 h 67"/>
                <a:gd name="T30" fmla="*/ 15 w 68"/>
                <a:gd name="T31" fmla="*/ 45 h 67"/>
                <a:gd name="T32" fmla="*/ 15 w 68"/>
                <a:gd name="T33" fmla="*/ 45 h 67"/>
                <a:gd name="T34" fmla="*/ 6 w 68"/>
                <a:gd name="T35" fmla="*/ 54 h 67"/>
                <a:gd name="T36" fmla="*/ 1 w 68"/>
                <a:gd name="T37" fmla="*/ 58 h 67"/>
                <a:gd name="T38" fmla="*/ 1 w 68"/>
                <a:gd name="T39" fmla="*/ 60 h 67"/>
                <a:gd name="T40" fmla="*/ 0 w 68"/>
                <a:gd name="T41" fmla="*/ 64 h 67"/>
                <a:gd name="T42" fmla="*/ 4 w 68"/>
                <a:gd name="T43" fmla="*/ 67 h 67"/>
                <a:gd name="T44" fmla="*/ 4 w 68"/>
                <a:gd name="T45" fmla="*/ 67 h 67"/>
                <a:gd name="T46" fmla="*/ 7 w 68"/>
                <a:gd name="T47" fmla="*/ 67 h 67"/>
                <a:gd name="T48" fmla="*/ 9 w 68"/>
                <a:gd name="T49" fmla="*/ 66 h 67"/>
                <a:gd name="T50" fmla="*/ 38 w 68"/>
                <a:gd name="T51" fmla="*/ 37 h 67"/>
                <a:gd name="T52" fmla="*/ 47 w 68"/>
                <a:gd name="T53" fmla="*/ 38 h 67"/>
                <a:gd name="T54" fmla="*/ 47 w 68"/>
                <a:gd name="T55" fmla="*/ 38 h 67"/>
                <a:gd name="T56" fmla="*/ 48 w 68"/>
                <a:gd name="T57" fmla="*/ 38 h 67"/>
                <a:gd name="T58" fmla="*/ 52 w 68"/>
                <a:gd name="T59" fmla="*/ 36 h 67"/>
                <a:gd name="T60" fmla="*/ 67 w 68"/>
                <a:gd name="T61" fmla="*/ 21 h 67"/>
                <a:gd name="T62" fmla="*/ 66 w 68"/>
                <a:gd name="T63" fmla="*/ 19 h 67"/>
                <a:gd name="T64" fmla="*/ 57 w 68"/>
                <a:gd name="T65" fmla="*/ 18 h 67"/>
                <a:gd name="T66" fmla="*/ 57 w 68"/>
                <a:gd name="T67" fmla="*/ 18 h 67"/>
                <a:gd name="T68" fmla="*/ 57 w 68"/>
                <a:gd name="T69" fmla="*/ 1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8" h="67">
                  <a:moveTo>
                    <a:pt x="57" y="18"/>
                  </a:moveTo>
                  <a:cubicBezTo>
                    <a:pt x="60" y="15"/>
                    <a:pt x="60" y="15"/>
                    <a:pt x="60" y="15"/>
                  </a:cubicBezTo>
                  <a:cubicBezTo>
                    <a:pt x="62" y="13"/>
                    <a:pt x="62" y="11"/>
                    <a:pt x="60" y="9"/>
                  </a:cubicBezTo>
                  <a:cubicBezTo>
                    <a:pt x="58" y="7"/>
                    <a:pt x="58" y="7"/>
                    <a:pt x="58" y="7"/>
                  </a:cubicBezTo>
                  <a:cubicBezTo>
                    <a:pt x="57" y="6"/>
                    <a:pt x="56" y="6"/>
                    <a:pt x="55" y="6"/>
                  </a:cubicBezTo>
                  <a:cubicBezTo>
                    <a:pt x="54" y="6"/>
                    <a:pt x="53" y="6"/>
                    <a:pt x="53" y="7"/>
                  </a:cubicBezTo>
                  <a:cubicBezTo>
                    <a:pt x="49" y="11"/>
                    <a:pt x="49" y="11"/>
                    <a:pt x="49" y="11"/>
                  </a:cubicBezTo>
                  <a:cubicBezTo>
                    <a:pt x="48" y="1"/>
                    <a:pt x="48" y="1"/>
                    <a:pt x="48" y="1"/>
                  </a:cubicBezTo>
                  <a:cubicBezTo>
                    <a:pt x="48" y="0"/>
                    <a:pt x="48" y="0"/>
                    <a:pt x="47" y="0"/>
                  </a:cubicBezTo>
                  <a:cubicBezTo>
                    <a:pt x="47" y="0"/>
                    <a:pt x="46" y="0"/>
                    <a:pt x="46" y="0"/>
                  </a:cubicBezTo>
                  <a:cubicBezTo>
                    <a:pt x="31" y="15"/>
                    <a:pt x="31" y="15"/>
                    <a:pt x="31" y="15"/>
                  </a:cubicBezTo>
                  <a:cubicBezTo>
                    <a:pt x="30" y="16"/>
                    <a:pt x="29" y="18"/>
                    <a:pt x="29" y="20"/>
                  </a:cubicBezTo>
                  <a:cubicBezTo>
                    <a:pt x="29" y="20"/>
                    <a:pt x="29" y="20"/>
                    <a:pt x="29" y="20"/>
                  </a:cubicBezTo>
                  <a:cubicBezTo>
                    <a:pt x="30" y="30"/>
                    <a:pt x="30" y="30"/>
                    <a:pt x="30" y="30"/>
                  </a:cubicBezTo>
                  <a:cubicBezTo>
                    <a:pt x="25" y="35"/>
                    <a:pt x="25" y="35"/>
                    <a:pt x="25" y="35"/>
                  </a:cubicBezTo>
                  <a:cubicBezTo>
                    <a:pt x="15" y="45"/>
                    <a:pt x="15" y="45"/>
                    <a:pt x="15" y="45"/>
                  </a:cubicBezTo>
                  <a:cubicBezTo>
                    <a:pt x="15" y="45"/>
                    <a:pt x="15" y="45"/>
                    <a:pt x="15" y="45"/>
                  </a:cubicBezTo>
                  <a:cubicBezTo>
                    <a:pt x="6" y="54"/>
                    <a:pt x="6" y="54"/>
                    <a:pt x="6" y="54"/>
                  </a:cubicBezTo>
                  <a:cubicBezTo>
                    <a:pt x="1" y="58"/>
                    <a:pt x="1" y="58"/>
                    <a:pt x="1" y="58"/>
                  </a:cubicBezTo>
                  <a:cubicBezTo>
                    <a:pt x="1" y="59"/>
                    <a:pt x="1" y="60"/>
                    <a:pt x="1" y="60"/>
                  </a:cubicBezTo>
                  <a:cubicBezTo>
                    <a:pt x="0" y="64"/>
                    <a:pt x="0" y="64"/>
                    <a:pt x="0" y="64"/>
                  </a:cubicBezTo>
                  <a:cubicBezTo>
                    <a:pt x="0" y="65"/>
                    <a:pt x="2" y="67"/>
                    <a:pt x="4" y="67"/>
                  </a:cubicBezTo>
                  <a:cubicBezTo>
                    <a:pt x="4" y="67"/>
                    <a:pt x="4" y="67"/>
                    <a:pt x="4" y="67"/>
                  </a:cubicBezTo>
                  <a:cubicBezTo>
                    <a:pt x="7" y="67"/>
                    <a:pt x="7" y="67"/>
                    <a:pt x="7" y="67"/>
                  </a:cubicBezTo>
                  <a:cubicBezTo>
                    <a:pt x="8" y="67"/>
                    <a:pt x="9" y="67"/>
                    <a:pt x="9" y="66"/>
                  </a:cubicBezTo>
                  <a:cubicBezTo>
                    <a:pt x="38" y="37"/>
                    <a:pt x="38" y="37"/>
                    <a:pt x="38" y="37"/>
                  </a:cubicBezTo>
                  <a:cubicBezTo>
                    <a:pt x="47" y="38"/>
                    <a:pt x="47" y="38"/>
                    <a:pt x="47" y="38"/>
                  </a:cubicBezTo>
                  <a:cubicBezTo>
                    <a:pt x="47" y="38"/>
                    <a:pt x="47" y="38"/>
                    <a:pt x="47" y="38"/>
                  </a:cubicBezTo>
                  <a:cubicBezTo>
                    <a:pt x="47" y="38"/>
                    <a:pt x="47" y="38"/>
                    <a:pt x="48" y="38"/>
                  </a:cubicBezTo>
                  <a:cubicBezTo>
                    <a:pt x="49" y="38"/>
                    <a:pt x="51" y="37"/>
                    <a:pt x="52" y="36"/>
                  </a:cubicBezTo>
                  <a:cubicBezTo>
                    <a:pt x="67" y="21"/>
                    <a:pt x="67" y="21"/>
                    <a:pt x="67" y="21"/>
                  </a:cubicBezTo>
                  <a:cubicBezTo>
                    <a:pt x="68" y="20"/>
                    <a:pt x="67" y="19"/>
                    <a:pt x="66" y="19"/>
                  </a:cubicBezTo>
                  <a:lnTo>
                    <a:pt x="57" y="18"/>
                  </a:lnTo>
                  <a:close/>
                  <a:moveTo>
                    <a:pt x="57" y="18"/>
                  </a:moveTo>
                  <a:cubicBezTo>
                    <a:pt x="57" y="18"/>
                    <a:pt x="57" y="18"/>
                    <a:pt x="57"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2" name="Freeform 15"/>
          <p:cNvSpPr>
            <a:spLocks noEditPoints="1"/>
          </p:cNvSpPr>
          <p:nvPr/>
        </p:nvSpPr>
        <p:spPr bwMode="auto">
          <a:xfrm>
            <a:off x="3953949" y="5242520"/>
            <a:ext cx="468312" cy="473075"/>
          </a:xfrm>
          <a:custGeom>
            <a:avLst/>
            <a:gdLst>
              <a:gd name="T0" fmla="*/ 63 w 125"/>
              <a:gd name="T1" fmla="*/ 0 h 126"/>
              <a:gd name="T2" fmla="*/ 0 w 125"/>
              <a:gd name="T3" fmla="*/ 63 h 126"/>
              <a:gd name="T4" fmla="*/ 63 w 125"/>
              <a:gd name="T5" fmla="*/ 126 h 126"/>
              <a:gd name="T6" fmla="*/ 125 w 125"/>
              <a:gd name="T7" fmla="*/ 63 h 126"/>
              <a:gd name="T8" fmla="*/ 63 w 125"/>
              <a:gd name="T9" fmla="*/ 0 h 126"/>
              <a:gd name="T10" fmla="*/ 80 w 125"/>
              <a:gd name="T11" fmla="*/ 87 h 126"/>
              <a:gd name="T12" fmla="*/ 66 w 125"/>
              <a:gd name="T13" fmla="*/ 93 h 126"/>
              <a:gd name="T14" fmla="*/ 66 w 125"/>
              <a:gd name="T15" fmla="*/ 102 h 126"/>
              <a:gd name="T16" fmla="*/ 63 w 125"/>
              <a:gd name="T17" fmla="*/ 102 h 126"/>
              <a:gd name="T18" fmla="*/ 59 w 125"/>
              <a:gd name="T19" fmla="*/ 102 h 126"/>
              <a:gd name="T20" fmla="*/ 59 w 125"/>
              <a:gd name="T21" fmla="*/ 94 h 126"/>
              <a:gd name="T22" fmla="*/ 41 w 125"/>
              <a:gd name="T23" fmla="*/ 77 h 126"/>
              <a:gd name="T24" fmla="*/ 52 w 125"/>
              <a:gd name="T25" fmla="*/ 74 h 126"/>
              <a:gd name="T26" fmla="*/ 63 w 125"/>
              <a:gd name="T27" fmla="*/ 83 h 126"/>
              <a:gd name="T28" fmla="*/ 63 w 125"/>
              <a:gd name="T29" fmla="*/ 83 h 126"/>
              <a:gd name="T30" fmla="*/ 69 w 125"/>
              <a:gd name="T31" fmla="*/ 81 h 126"/>
              <a:gd name="T32" fmla="*/ 71 w 125"/>
              <a:gd name="T33" fmla="*/ 76 h 126"/>
              <a:gd name="T34" fmla="*/ 69 w 125"/>
              <a:gd name="T35" fmla="*/ 72 h 126"/>
              <a:gd name="T36" fmla="*/ 63 w 125"/>
              <a:gd name="T37" fmla="*/ 68 h 126"/>
              <a:gd name="T38" fmla="*/ 60 w 125"/>
              <a:gd name="T39" fmla="*/ 68 h 126"/>
              <a:gd name="T40" fmla="*/ 51 w 125"/>
              <a:gd name="T41" fmla="*/ 63 h 126"/>
              <a:gd name="T42" fmla="*/ 45 w 125"/>
              <a:gd name="T43" fmla="*/ 58 h 126"/>
              <a:gd name="T44" fmla="*/ 43 w 125"/>
              <a:gd name="T45" fmla="*/ 49 h 126"/>
              <a:gd name="T46" fmla="*/ 47 w 125"/>
              <a:gd name="T47" fmla="*/ 37 h 126"/>
              <a:gd name="T48" fmla="*/ 59 w 125"/>
              <a:gd name="T49" fmla="*/ 31 h 126"/>
              <a:gd name="T50" fmla="*/ 59 w 125"/>
              <a:gd name="T51" fmla="*/ 24 h 126"/>
              <a:gd name="T52" fmla="*/ 63 w 125"/>
              <a:gd name="T53" fmla="*/ 24 h 126"/>
              <a:gd name="T54" fmla="*/ 66 w 125"/>
              <a:gd name="T55" fmla="*/ 24 h 126"/>
              <a:gd name="T56" fmla="*/ 66 w 125"/>
              <a:gd name="T57" fmla="*/ 31 h 126"/>
              <a:gd name="T58" fmla="*/ 83 w 125"/>
              <a:gd name="T59" fmla="*/ 45 h 126"/>
              <a:gd name="T60" fmla="*/ 72 w 125"/>
              <a:gd name="T61" fmla="*/ 49 h 126"/>
              <a:gd name="T62" fmla="*/ 63 w 125"/>
              <a:gd name="T63" fmla="*/ 40 h 126"/>
              <a:gd name="T64" fmla="*/ 63 w 125"/>
              <a:gd name="T65" fmla="*/ 40 h 126"/>
              <a:gd name="T66" fmla="*/ 58 w 125"/>
              <a:gd name="T67" fmla="*/ 42 h 126"/>
              <a:gd name="T68" fmla="*/ 56 w 125"/>
              <a:gd name="T69" fmla="*/ 47 h 126"/>
              <a:gd name="T70" fmla="*/ 58 w 125"/>
              <a:gd name="T71" fmla="*/ 51 h 126"/>
              <a:gd name="T72" fmla="*/ 63 w 125"/>
              <a:gd name="T73" fmla="*/ 54 h 126"/>
              <a:gd name="T74" fmla="*/ 66 w 125"/>
              <a:gd name="T75" fmla="*/ 55 h 126"/>
              <a:gd name="T76" fmla="*/ 76 w 125"/>
              <a:gd name="T77" fmla="*/ 60 h 126"/>
              <a:gd name="T78" fmla="*/ 82 w 125"/>
              <a:gd name="T79" fmla="*/ 66 h 126"/>
              <a:gd name="T80" fmla="*/ 84 w 125"/>
              <a:gd name="T81" fmla="*/ 74 h 126"/>
              <a:gd name="T82" fmla="*/ 80 w 125"/>
              <a:gd name="T83" fmla="*/ 87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5" h="126">
                <a:moveTo>
                  <a:pt x="63" y="0"/>
                </a:moveTo>
                <a:cubicBezTo>
                  <a:pt x="28" y="0"/>
                  <a:pt x="0" y="28"/>
                  <a:pt x="0" y="63"/>
                </a:cubicBezTo>
                <a:cubicBezTo>
                  <a:pt x="0" y="98"/>
                  <a:pt x="28" y="126"/>
                  <a:pt x="63" y="126"/>
                </a:cubicBezTo>
                <a:cubicBezTo>
                  <a:pt x="97" y="126"/>
                  <a:pt x="125" y="98"/>
                  <a:pt x="125" y="63"/>
                </a:cubicBezTo>
                <a:cubicBezTo>
                  <a:pt x="125" y="28"/>
                  <a:pt x="97" y="0"/>
                  <a:pt x="63" y="0"/>
                </a:cubicBezTo>
                <a:close/>
                <a:moveTo>
                  <a:pt x="80" y="87"/>
                </a:moveTo>
                <a:cubicBezTo>
                  <a:pt x="77" y="91"/>
                  <a:pt x="72" y="93"/>
                  <a:pt x="66" y="93"/>
                </a:cubicBezTo>
                <a:cubicBezTo>
                  <a:pt x="66" y="102"/>
                  <a:pt x="66" y="102"/>
                  <a:pt x="66" y="102"/>
                </a:cubicBezTo>
                <a:cubicBezTo>
                  <a:pt x="63" y="102"/>
                  <a:pt x="63" y="102"/>
                  <a:pt x="63" y="102"/>
                </a:cubicBezTo>
                <a:cubicBezTo>
                  <a:pt x="59" y="102"/>
                  <a:pt x="59" y="102"/>
                  <a:pt x="59" y="102"/>
                </a:cubicBezTo>
                <a:cubicBezTo>
                  <a:pt x="59" y="94"/>
                  <a:pt x="59" y="94"/>
                  <a:pt x="59" y="94"/>
                </a:cubicBezTo>
                <a:cubicBezTo>
                  <a:pt x="49" y="93"/>
                  <a:pt x="43" y="87"/>
                  <a:pt x="41" y="77"/>
                </a:cubicBezTo>
                <a:cubicBezTo>
                  <a:pt x="52" y="74"/>
                  <a:pt x="52" y="74"/>
                  <a:pt x="52" y="74"/>
                </a:cubicBezTo>
                <a:cubicBezTo>
                  <a:pt x="54" y="80"/>
                  <a:pt x="57" y="83"/>
                  <a:pt x="63" y="83"/>
                </a:cubicBezTo>
                <a:cubicBezTo>
                  <a:pt x="63" y="83"/>
                  <a:pt x="63" y="83"/>
                  <a:pt x="63" y="83"/>
                </a:cubicBezTo>
                <a:cubicBezTo>
                  <a:pt x="66" y="83"/>
                  <a:pt x="68" y="83"/>
                  <a:pt x="69" y="81"/>
                </a:cubicBezTo>
                <a:cubicBezTo>
                  <a:pt x="71" y="80"/>
                  <a:pt x="71" y="78"/>
                  <a:pt x="71" y="76"/>
                </a:cubicBezTo>
                <a:cubicBezTo>
                  <a:pt x="71" y="74"/>
                  <a:pt x="71" y="73"/>
                  <a:pt x="69" y="72"/>
                </a:cubicBezTo>
                <a:cubicBezTo>
                  <a:pt x="68" y="71"/>
                  <a:pt x="66" y="70"/>
                  <a:pt x="63" y="68"/>
                </a:cubicBezTo>
                <a:cubicBezTo>
                  <a:pt x="62" y="68"/>
                  <a:pt x="61" y="68"/>
                  <a:pt x="60" y="68"/>
                </a:cubicBezTo>
                <a:cubicBezTo>
                  <a:pt x="56" y="66"/>
                  <a:pt x="53" y="65"/>
                  <a:pt x="51" y="63"/>
                </a:cubicBezTo>
                <a:cubicBezTo>
                  <a:pt x="49" y="62"/>
                  <a:pt x="47" y="60"/>
                  <a:pt x="45" y="58"/>
                </a:cubicBezTo>
                <a:cubicBezTo>
                  <a:pt x="44" y="55"/>
                  <a:pt x="43" y="52"/>
                  <a:pt x="43" y="49"/>
                </a:cubicBezTo>
                <a:cubicBezTo>
                  <a:pt x="43" y="45"/>
                  <a:pt x="44" y="41"/>
                  <a:pt x="47" y="37"/>
                </a:cubicBezTo>
                <a:cubicBezTo>
                  <a:pt x="49" y="34"/>
                  <a:pt x="54" y="32"/>
                  <a:pt x="59" y="31"/>
                </a:cubicBezTo>
                <a:cubicBezTo>
                  <a:pt x="59" y="24"/>
                  <a:pt x="59" y="24"/>
                  <a:pt x="59" y="24"/>
                </a:cubicBezTo>
                <a:cubicBezTo>
                  <a:pt x="63" y="24"/>
                  <a:pt x="63" y="24"/>
                  <a:pt x="63" y="24"/>
                </a:cubicBezTo>
                <a:cubicBezTo>
                  <a:pt x="66" y="24"/>
                  <a:pt x="66" y="24"/>
                  <a:pt x="66" y="24"/>
                </a:cubicBezTo>
                <a:cubicBezTo>
                  <a:pt x="66" y="31"/>
                  <a:pt x="66" y="31"/>
                  <a:pt x="66" y="31"/>
                </a:cubicBezTo>
                <a:cubicBezTo>
                  <a:pt x="75" y="32"/>
                  <a:pt x="80" y="36"/>
                  <a:pt x="83" y="45"/>
                </a:cubicBezTo>
                <a:cubicBezTo>
                  <a:pt x="72" y="49"/>
                  <a:pt x="72" y="49"/>
                  <a:pt x="72" y="49"/>
                </a:cubicBezTo>
                <a:cubicBezTo>
                  <a:pt x="70" y="43"/>
                  <a:pt x="67" y="40"/>
                  <a:pt x="63" y="40"/>
                </a:cubicBezTo>
                <a:cubicBezTo>
                  <a:pt x="63" y="40"/>
                  <a:pt x="63" y="40"/>
                  <a:pt x="63" y="40"/>
                </a:cubicBezTo>
                <a:cubicBezTo>
                  <a:pt x="61" y="41"/>
                  <a:pt x="59" y="41"/>
                  <a:pt x="58" y="42"/>
                </a:cubicBezTo>
                <a:cubicBezTo>
                  <a:pt x="57" y="44"/>
                  <a:pt x="56" y="45"/>
                  <a:pt x="56" y="47"/>
                </a:cubicBezTo>
                <a:cubicBezTo>
                  <a:pt x="56" y="49"/>
                  <a:pt x="57" y="50"/>
                  <a:pt x="58" y="51"/>
                </a:cubicBezTo>
                <a:cubicBezTo>
                  <a:pt x="59" y="52"/>
                  <a:pt x="60" y="53"/>
                  <a:pt x="63" y="54"/>
                </a:cubicBezTo>
                <a:cubicBezTo>
                  <a:pt x="64" y="54"/>
                  <a:pt x="65" y="55"/>
                  <a:pt x="66" y="55"/>
                </a:cubicBezTo>
                <a:cubicBezTo>
                  <a:pt x="70" y="57"/>
                  <a:pt x="74" y="58"/>
                  <a:pt x="76" y="60"/>
                </a:cubicBezTo>
                <a:cubicBezTo>
                  <a:pt x="79" y="61"/>
                  <a:pt x="81" y="63"/>
                  <a:pt x="82" y="66"/>
                </a:cubicBezTo>
                <a:cubicBezTo>
                  <a:pt x="84" y="68"/>
                  <a:pt x="84" y="71"/>
                  <a:pt x="84" y="74"/>
                </a:cubicBezTo>
                <a:cubicBezTo>
                  <a:pt x="84" y="80"/>
                  <a:pt x="83" y="84"/>
                  <a:pt x="80" y="87"/>
                </a:cubicBezTo>
                <a:close/>
              </a:path>
            </a:pathLst>
          </a:custGeom>
          <a:solidFill>
            <a:srgbClr val="3A8FCB"/>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22" name="组合 21"/>
          <p:cNvGrpSpPr/>
          <p:nvPr/>
        </p:nvGrpSpPr>
        <p:grpSpPr>
          <a:xfrm>
            <a:off x="9389549" y="3594695"/>
            <a:ext cx="473074" cy="455613"/>
            <a:chOff x="8543925" y="3419883"/>
            <a:chExt cx="473074" cy="455613"/>
          </a:xfrm>
          <a:solidFill>
            <a:srgbClr val="EA981E"/>
          </a:solidFill>
        </p:grpSpPr>
        <p:sp>
          <p:nvSpPr>
            <p:cNvPr id="13" name="Freeform 16"/>
            <p:cNvSpPr>
              <a:spLocks/>
            </p:cNvSpPr>
            <p:nvPr/>
          </p:nvSpPr>
          <p:spPr bwMode="auto">
            <a:xfrm>
              <a:off x="8885237" y="3419883"/>
              <a:ext cx="131762" cy="136525"/>
            </a:xfrm>
            <a:custGeom>
              <a:avLst/>
              <a:gdLst>
                <a:gd name="T0" fmla="*/ 28 w 35"/>
                <a:gd name="T1" fmla="*/ 8 h 36"/>
                <a:gd name="T2" fmla="*/ 2 w 35"/>
                <a:gd name="T3" fmla="*/ 5 h 36"/>
                <a:gd name="T4" fmla="*/ 1 w 35"/>
                <a:gd name="T5" fmla="*/ 11 h 36"/>
                <a:gd name="T6" fmla="*/ 25 w 35"/>
                <a:gd name="T7" fmla="*/ 35 h 36"/>
                <a:gd name="T8" fmla="*/ 30 w 35"/>
                <a:gd name="T9" fmla="*/ 34 h 36"/>
                <a:gd name="T10" fmla="*/ 28 w 35"/>
                <a:gd name="T11" fmla="*/ 8 h 36"/>
              </a:gdLst>
              <a:ahLst/>
              <a:cxnLst>
                <a:cxn ang="0">
                  <a:pos x="T0" y="T1"/>
                </a:cxn>
                <a:cxn ang="0">
                  <a:pos x="T2" y="T3"/>
                </a:cxn>
                <a:cxn ang="0">
                  <a:pos x="T4" y="T5"/>
                </a:cxn>
                <a:cxn ang="0">
                  <a:pos x="T6" y="T7"/>
                </a:cxn>
                <a:cxn ang="0">
                  <a:pos x="T8" y="T9"/>
                </a:cxn>
                <a:cxn ang="0">
                  <a:pos x="T10" y="T11"/>
                </a:cxn>
              </a:cxnLst>
              <a:rect l="0" t="0" r="r" b="b"/>
              <a:pathLst>
                <a:path w="35" h="36">
                  <a:moveTo>
                    <a:pt x="28" y="8"/>
                  </a:moveTo>
                  <a:cubicBezTo>
                    <a:pt x="21" y="1"/>
                    <a:pt x="10" y="0"/>
                    <a:pt x="2" y="5"/>
                  </a:cubicBezTo>
                  <a:cubicBezTo>
                    <a:pt x="0" y="7"/>
                    <a:pt x="0" y="9"/>
                    <a:pt x="1" y="11"/>
                  </a:cubicBezTo>
                  <a:cubicBezTo>
                    <a:pt x="25" y="35"/>
                    <a:pt x="25" y="35"/>
                    <a:pt x="25" y="35"/>
                  </a:cubicBezTo>
                  <a:cubicBezTo>
                    <a:pt x="26" y="36"/>
                    <a:pt x="29" y="36"/>
                    <a:pt x="30" y="34"/>
                  </a:cubicBezTo>
                  <a:cubicBezTo>
                    <a:pt x="35" y="26"/>
                    <a:pt x="34" y="15"/>
                    <a:pt x="28"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7"/>
            <p:cNvSpPr>
              <a:spLocks noEditPoints="1"/>
            </p:cNvSpPr>
            <p:nvPr/>
          </p:nvSpPr>
          <p:spPr bwMode="auto">
            <a:xfrm>
              <a:off x="8574087" y="3457983"/>
              <a:ext cx="404812" cy="417513"/>
            </a:xfrm>
            <a:custGeom>
              <a:avLst/>
              <a:gdLst>
                <a:gd name="T0" fmla="*/ 98 w 108"/>
                <a:gd name="T1" fmla="*/ 85 h 111"/>
                <a:gd name="T2" fmla="*/ 108 w 108"/>
                <a:gd name="T3" fmla="*/ 54 h 111"/>
                <a:gd name="T4" fmla="*/ 55 w 108"/>
                <a:gd name="T5" fmla="*/ 0 h 111"/>
                <a:gd name="T6" fmla="*/ 54 w 108"/>
                <a:gd name="T7" fmla="*/ 0 h 111"/>
                <a:gd name="T8" fmla="*/ 2 w 108"/>
                <a:gd name="T9" fmla="*/ 54 h 111"/>
                <a:gd name="T10" fmla="*/ 11 w 108"/>
                <a:gd name="T11" fmla="*/ 83 h 111"/>
                <a:gd name="T12" fmla="*/ 2 w 108"/>
                <a:gd name="T13" fmla="*/ 101 h 111"/>
                <a:gd name="T14" fmla="*/ 5 w 108"/>
                <a:gd name="T15" fmla="*/ 111 h 111"/>
                <a:gd name="T16" fmla="*/ 8 w 108"/>
                <a:gd name="T17" fmla="*/ 111 h 111"/>
                <a:gd name="T18" fmla="*/ 14 w 108"/>
                <a:gd name="T19" fmla="*/ 107 h 111"/>
                <a:gd name="T20" fmla="*/ 21 w 108"/>
                <a:gd name="T21" fmla="*/ 94 h 111"/>
                <a:gd name="T22" fmla="*/ 54 w 108"/>
                <a:gd name="T23" fmla="*/ 107 h 111"/>
                <a:gd name="T24" fmla="*/ 55 w 108"/>
                <a:gd name="T25" fmla="*/ 107 h 111"/>
                <a:gd name="T26" fmla="*/ 87 w 108"/>
                <a:gd name="T27" fmla="*/ 95 h 111"/>
                <a:gd name="T28" fmla="*/ 93 w 108"/>
                <a:gd name="T29" fmla="*/ 107 h 111"/>
                <a:gd name="T30" fmla="*/ 100 w 108"/>
                <a:gd name="T31" fmla="*/ 111 h 111"/>
                <a:gd name="T32" fmla="*/ 103 w 108"/>
                <a:gd name="T33" fmla="*/ 111 h 111"/>
                <a:gd name="T34" fmla="*/ 106 w 108"/>
                <a:gd name="T35" fmla="*/ 101 h 111"/>
                <a:gd name="T36" fmla="*/ 98 w 108"/>
                <a:gd name="T37" fmla="*/ 85 h 111"/>
                <a:gd name="T38" fmla="*/ 55 w 108"/>
                <a:gd name="T39" fmla="*/ 92 h 111"/>
                <a:gd name="T40" fmla="*/ 54 w 108"/>
                <a:gd name="T41" fmla="*/ 92 h 111"/>
                <a:gd name="T42" fmla="*/ 16 w 108"/>
                <a:gd name="T43" fmla="*/ 54 h 111"/>
                <a:gd name="T44" fmla="*/ 54 w 108"/>
                <a:gd name="T45" fmla="*/ 15 h 111"/>
                <a:gd name="T46" fmla="*/ 55 w 108"/>
                <a:gd name="T47" fmla="*/ 15 h 111"/>
                <a:gd name="T48" fmla="*/ 94 w 108"/>
                <a:gd name="T49" fmla="*/ 54 h 111"/>
                <a:gd name="T50" fmla="*/ 55 w 108"/>
                <a:gd name="T51" fmla="*/ 92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8" h="111">
                  <a:moveTo>
                    <a:pt x="98" y="85"/>
                  </a:moveTo>
                  <a:cubicBezTo>
                    <a:pt x="104" y="76"/>
                    <a:pt x="108" y="65"/>
                    <a:pt x="108" y="54"/>
                  </a:cubicBezTo>
                  <a:cubicBezTo>
                    <a:pt x="108" y="24"/>
                    <a:pt x="84" y="0"/>
                    <a:pt x="55" y="0"/>
                  </a:cubicBezTo>
                  <a:cubicBezTo>
                    <a:pt x="55" y="0"/>
                    <a:pt x="55" y="0"/>
                    <a:pt x="54" y="0"/>
                  </a:cubicBezTo>
                  <a:cubicBezTo>
                    <a:pt x="25" y="1"/>
                    <a:pt x="2" y="24"/>
                    <a:pt x="2" y="54"/>
                  </a:cubicBezTo>
                  <a:cubicBezTo>
                    <a:pt x="2" y="64"/>
                    <a:pt x="5" y="74"/>
                    <a:pt x="11" y="83"/>
                  </a:cubicBezTo>
                  <a:cubicBezTo>
                    <a:pt x="2" y="101"/>
                    <a:pt x="2" y="101"/>
                    <a:pt x="2" y="101"/>
                  </a:cubicBezTo>
                  <a:cubicBezTo>
                    <a:pt x="0" y="105"/>
                    <a:pt x="1" y="109"/>
                    <a:pt x="5" y="111"/>
                  </a:cubicBezTo>
                  <a:cubicBezTo>
                    <a:pt x="6" y="111"/>
                    <a:pt x="7" y="111"/>
                    <a:pt x="8" y="111"/>
                  </a:cubicBezTo>
                  <a:cubicBezTo>
                    <a:pt x="11" y="111"/>
                    <a:pt x="13" y="110"/>
                    <a:pt x="14" y="107"/>
                  </a:cubicBezTo>
                  <a:cubicBezTo>
                    <a:pt x="21" y="94"/>
                    <a:pt x="21" y="94"/>
                    <a:pt x="21" y="94"/>
                  </a:cubicBezTo>
                  <a:cubicBezTo>
                    <a:pt x="30" y="102"/>
                    <a:pt x="42" y="106"/>
                    <a:pt x="54" y="107"/>
                  </a:cubicBezTo>
                  <a:cubicBezTo>
                    <a:pt x="55" y="107"/>
                    <a:pt x="55" y="107"/>
                    <a:pt x="55" y="107"/>
                  </a:cubicBezTo>
                  <a:cubicBezTo>
                    <a:pt x="67" y="107"/>
                    <a:pt x="78" y="102"/>
                    <a:pt x="87" y="95"/>
                  </a:cubicBezTo>
                  <a:cubicBezTo>
                    <a:pt x="93" y="107"/>
                    <a:pt x="93" y="107"/>
                    <a:pt x="93" y="107"/>
                  </a:cubicBezTo>
                  <a:cubicBezTo>
                    <a:pt x="95" y="110"/>
                    <a:pt x="97" y="111"/>
                    <a:pt x="100" y="111"/>
                  </a:cubicBezTo>
                  <a:cubicBezTo>
                    <a:pt x="101" y="111"/>
                    <a:pt x="102" y="111"/>
                    <a:pt x="103" y="111"/>
                  </a:cubicBezTo>
                  <a:cubicBezTo>
                    <a:pt x="107" y="109"/>
                    <a:pt x="108" y="105"/>
                    <a:pt x="106" y="101"/>
                  </a:cubicBezTo>
                  <a:lnTo>
                    <a:pt x="98" y="85"/>
                  </a:lnTo>
                  <a:close/>
                  <a:moveTo>
                    <a:pt x="55" y="92"/>
                  </a:moveTo>
                  <a:cubicBezTo>
                    <a:pt x="55" y="92"/>
                    <a:pt x="55" y="92"/>
                    <a:pt x="54" y="92"/>
                  </a:cubicBezTo>
                  <a:cubicBezTo>
                    <a:pt x="33" y="92"/>
                    <a:pt x="16" y="75"/>
                    <a:pt x="16" y="54"/>
                  </a:cubicBezTo>
                  <a:cubicBezTo>
                    <a:pt x="16" y="32"/>
                    <a:pt x="33" y="15"/>
                    <a:pt x="54" y="15"/>
                  </a:cubicBezTo>
                  <a:cubicBezTo>
                    <a:pt x="55" y="15"/>
                    <a:pt x="55" y="15"/>
                    <a:pt x="55" y="15"/>
                  </a:cubicBezTo>
                  <a:cubicBezTo>
                    <a:pt x="76" y="15"/>
                    <a:pt x="94" y="32"/>
                    <a:pt x="94" y="54"/>
                  </a:cubicBezTo>
                  <a:cubicBezTo>
                    <a:pt x="94" y="75"/>
                    <a:pt x="76" y="92"/>
                    <a:pt x="55" y="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8"/>
            <p:cNvSpPr>
              <a:spLocks/>
            </p:cNvSpPr>
            <p:nvPr/>
          </p:nvSpPr>
          <p:spPr bwMode="auto">
            <a:xfrm>
              <a:off x="8697912" y="3586571"/>
              <a:ext cx="96837" cy="168275"/>
            </a:xfrm>
            <a:custGeom>
              <a:avLst/>
              <a:gdLst>
                <a:gd name="T0" fmla="*/ 22 w 26"/>
                <a:gd name="T1" fmla="*/ 0 h 45"/>
                <a:gd name="T2" fmla="*/ 21 w 26"/>
                <a:gd name="T3" fmla="*/ 0 h 45"/>
                <a:gd name="T4" fmla="*/ 18 w 26"/>
                <a:gd name="T5" fmla="*/ 4 h 45"/>
                <a:gd name="T6" fmla="*/ 18 w 26"/>
                <a:gd name="T7" fmla="*/ 19 h 45"/>
                <a:gd name="T8" fmla="*/ 1 w 26"/>
                <a:gd name="T9" fmla="*/ 39 h 45"/>
                <a:gd name="T10" fmla="*/ 2 w 26"/>
                <a:gd name="T11" fmla="*/ 44 h 45"/>
                <a:gd name="T12" fmla="*/ 4 w 26"/>
                <a:gd name="T13" fmla="*/ 45 h 45"/>
                <a:gd name="T14" fmla="*/ 8 w 26"/>
                <a:gd name="T15" fmla="*/ 44 h 45"/>
                <a:gd name="T16" fmla="*/ 21 w 26"/>
                <a:gd name="T17" fmla="*/ 28 h 45"/>
                <a:gd name="T18" fmla="*/ 24 w 26"/>
                <a:gd name="T19" fmla="*/ 24 h 45"/>
                <a:gd name="T20" fmla="*/ 26 w 26"/>
                <a:gd name="T21" fmla="*/ 21 h 45"/>
                <a:gd name="T22" fmla="*/ 26 w 26"/>
                <a:gd name="T23" fmla="*/ 4 h 45"/>
                <a:gd name="T24" fmla="*/ 22 w 26"/>
                <a:gd name="T25"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45">
                  <a:moveTo>
                    <a:pt x="22" y="0"/>
                  </a:moveTo>
                  <a:cubicBezTo>
                    <a:pt x="22" y="0"/>
                    <a:pt x="22" y="0"/>
                    <a:pt x="21" y="0"/>
                  </a:cubicBezTo>
                  <a:cubicBezTo>
                    <a:pt x="19" y="0"/>
                    <a:pt x="18" y="2"/>
                    <a:pt x="18" y="4"/>
                  </a:cubicBezTo>
                  <a:cubicBezTo>
                    <a:pt x="18" y="19"/>
                    <a:pt x="18" y="19"/>
                    <a:pt x="18" y="19"/>
                  </a:cubicBezTo>
                  <a:cubicBezTo>
                    <a:pt x="1" y="39"/>
                    <a:pt x="1" y="39"/>
                    <a:pt x="1" y="39"/>
                  </a:cubicBezTo>
                  <a:cubicBezTo>
                    <a:pt x="0" y="40"/>
                    <a:pt x="0" y="43"/>
                    <a:pt x="2" y="44"/>
                  </a:cubicBezTo>
                  <a:cubicBezTo>
                    <a:pt x="3" y="45"/>
                    <a:pt x="4" y="45"/>
                    <a:pt x="4" y="45"/>
                  </a:cubicBezTo>
                  <a:cubicBezTo>
                    <a:pt x="6" y="45"/>
                    <a:pt x="7" y="45"/>
                    <a:pt x="8" y="44"/>
                  </a:cubicBezTo>
                  <a:cubicBezTo>
                    <a:pt x="21" y="28"/>
                    <a:pt x="21" y="28"/>
                    <a:pt x="21" y="28"/>
                  </a:cubicBezTo>
                  <a:cubicBezTo>
                    <a:pt x="24" y="24"/>
                    <a:pt x="24" y="24"/>
                    <a:pt x="24" y="24"/>
                  </a:cubicBezTo>
                  <a:cubicBezTo>
                    <a:pt x="25" y="23"/>
                    <a:pt x="26" y="22"/>
                    <a:pt x="26" y="21"/>
                  </a:cubicBezTo>
                  <a:cubicBezTo>
                    <a:pt x="26" y="4"/>
                    <a:pt x="26" y="4"/>
                    <a:pt x="26" y="4"/>
                  </a:cubicBezTo>
                  <a:cubicBezTo>
                    <a:pt x="26" y="2"/>
                    <a:pt x="24" y="0"/>
                    <a:pt x="2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9"/>
            <p:cNvSpPr>
              <a:spLocks/>
            </p:cNvSpPr>
            <p:nvPr/>
          </p:nvSpPr>
          <p:spPr bwMode="auto">
            <a:xfrm>
              <a:off x="8543925" y="3419883"/>
              <a:ext cx="134937" cy="136525"/>
            </a:xfrm>
            <a:custGeom>
              <a:avLst/>
              <a:gdLst>
                <a:gd name="T0" fmla="*/ 8 w 36"/>
                <a:gd name="T1" fmla="*/ 8 h 36"/>
                <a:gd name="T2" fmla="*/ 5 w 36"/>
                <a:gd name="T3" fmla="*/ 34 h 36"/>
                <a:gd name="T4" fmla="*/ 10 w 36"/>
                <a:gd name="T5" fmla="*/ 35 h 36"/>
                <a:gd name="T6" fmla="*/ 34 w 36"/>
                <a:gd name="T7" fmla="*/ 11 h 36"/>
                <a:gd name="T8" fmla="*/ 33 w 36"/>
                <a:gd name="T9" fmla="*/ 5 h 36"/>
                <a:gd name="T10" fmla="*/ 8 w 36"/>
                <a:gd name="T11" fmla="*/ 8 h 36"/>
              </a:gdLst>
              <a:ahLst/>
              <a:cxnLst>
                <a:cxn ang="0">
                  <a:pos x="T0" y="T1"/>
                </a:cxn>
                <a:cxn ang="0">
                  <a:pos x="T2" y="T3"/>
                </a:cxn>
                <a:cxn ang="0">
                  <a:pos x="T4" y="T5"/>
                </a:cxn>
                <a:cxn ang="0">
                  <a:pos x="T6" y="T7"/>
                </a:cxn>
                <a:cxn ang="0">
                  <a:pos x="T8" y="T9"/>
                </a:cxn>
                <a:cxn ang="0">
                  <a:pos x="T10" y="T11"/>
                </a:cxn>
              </a:cxnLst>
              <a:rect l="0" t="0" r="r" b="b"/>
              <a:pathLst>
                <a:path w="36" h="36">
                  <a:moveTo>
                    <a:pt x="8" y="8"/>
                  </a:moveTo>
                  <a:cubicBezTo>
                    <a:pt x="1" y="15"/>
                    <a:pt x="0" y="26"/>
                    <a:pt x="5" y="34"/>
                  </a:cubicBezTo>
                  <a:cubicBezTo>
                    <a:pt x="6" y="36"/>
                    <a:pt x="9" y="36"/>
                    <a:pt x="10" y="35"/>
                  </a:cubicBezTo>
                  <a:cubicBezTo>
                    <a:pt x="34" y="11"/>
                    <a:pt x="34" y="11"/>
                    <a:pt x="34" y="11"/>
                  </a:cubicBezTo>
                  <a:cubicBezTo>
                    <a:pt x="36" y="9"/>
                    <a:pt x="35" y="7"/>
                    <a:pt x="33" y="5"/>
                  </a:cubicBezTo>
                  <a:cubicBezTo>
                    <a:pt x="25" y="0"/>
                    <a:pt x="15" y="1"/>
                    <a:pt x="8"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7" name="Freeform 20"/>
          <p:cNvSpPr>
            <a:spLocks/>
          </p:cNvSpPr>
          <p:nvPr/>
        </p:nvSpPr>
        <p:spPr bwMode="auto">
          <a:xfrm>
            <a:off x="8092561" y="3828058"/>
            <a:ext cx="1173162" cy="420688"/>
          </a:xfrm>
          <a:custGeom>
            <a:avLst/>
            <a:gdLst>
              <a:gd name="T0" fmla="*/ 0 w 739"/>
              <a:gd name="T1" fmla="*/ 265 h 265"/>
              <a:gd name="T2" fmla="*/ 268 w 739"/>
              <a:gd name="T3" fmla="*/ 0 h 265"/>
              <a:gd name="T4" fmla="*/ 739 w 739"/>
              <a:gd name="T5" fmla="*/ 0 h 265"/>
            </a:gdLst>
            <a:ahLst/>
            <a:cxnLst>
              <a:cxn ang="0">
                <a:pos x="T0" y="T1"/>
              </a:cxn>
              <a:cxn ang="0">
                <a:pos x="T2" y="T3"/>
              </a:cxn>
              <a:cxn ang="0">
                <a:pos x="T4" y="T5"/>
              </a:cxn>
            </a:cxnLst>
            <a:rect l="0" t="0" r="r" b="b"/>
            <a:pathLst>
              <a:path w="739" h="265">
                <a:moveTo>
                  <a:pt x="0" y="265"/>
                </a:moveTo>
                <a:lnTo>
                  <a:pt x="268" y="0"/>
                </a:lnTo>
                <a:lnTo>
                  <a:pt x="739" y="0"/>
                </a:lnTo>
              </a:path>
            </a:pathLst>
          </a:custGeom>
          <a:noFill/>
          <a:ln w="44450" cap="flat">
            <a:solidFill>
              <a:srgbClr val="EA981E"/>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91"/>
          <p:cNvSpPr>
            <a:spLocks/>
          </p:cNvSpPr>
          <p:nvPr/>
        </p:nvSpPr>
        <p:spPr bwMode="auto">
          <a:xfrm>
            <a:off x="4523861" y="5094883"/>
            <a:ext cx="1281112" cy="384175"/>
          </a:xfrm>
          <a:custGeom>
            <a:avLst/>
            <a:gdLst>
              <a:gd name="T0" fmla="*/ 807 w 807"/>
              <a:gd name="T1" fmla="*/ 0 h 242"/>
              <a:gd name="T2" fmla="*/ 566 w 807"/>
              <a:gd name="T3" fmla="*/ 242 h 242"/>
              <a:gd name="T4" fmla="*/ 0 w 807"/>
              <a:gd name="T5" fmla="*/ 242 h 242"/>
            </a:gdLst>
            <a:ahLst/>
            <a:cxnLst>
              <a:cxn ang="0">
                <a:pos x="T0" y="T1"/>
              </a:cxn>
              <a:cxn ang="0">
                <a:pos x="T2" y="T3"/>
              </a:cxn>
              <a:cxn ang="0">
                <a:pos x="T4" y="T5"/>
              </a:cxn>
            </a:cxnLst>
            <a:rect l="0" t="0" r="r" b="b"/>
            <a:pathLst>
              <a:path w="807" h="242">
                <a:moveTo>
                  <a:pt x="807" y="0"/>
                </a:moveTo>
                <a:lnTo>
                  <a:pt x="566" y="242"/>
                </a:lnTo>
                <a:lnTo>
                  <a:pt x="0" y="242"/>
                </a:lnTo>
              </a:path>
            </a:pathLst>
          </a:custGeom>
          <a:noFill/>
          <a:ln w="44450" cap="flat">
            <a:solidFill>
              <a:srgbClr val="3A8FC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文本框 18"/>
          <p:cNvSpPr txBox="1"/>
          <p:nvPr/>
        </p:nvSpPr>
        <p:spPr>
          <a:xfrm>
            <a:off x="8759219" y="2462808"/>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20" name="文本框 19"/>
          <p:cNvSpPr txBox="1"/>
          <p:nvPr/>
        </p:nvSpPr>
        <p:spPr>
          <a:xfrm>
            <a:off x="9335482" y="4088407"/>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21" name="文本框 20"/>
          <p:cNvSpPr txBox="1"/>
          <p:nvPr/>
        </p:nvSpPr>
        <p:spPr>
          <a:xfrm>
            <a:off x="4294656" y="5627121"/>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29" name="矩形 28"/>
          <p:cNvSpPr/>
          <p:nvPr/>
        </p:nvSpPr>
        <p:spPr>
          <a:xfrm>
            <a:off x="966882" y="2394811"/>
            <a:ext cx="3650999" cy="1052596"/>
          </a:xfrm>
          <a:prstGeom prst="rect">
            <a:avLst/>
          </a:prstGeom>
          <a:noFill/>
        </p:spPr>
        <p:txBody>
          <a:bodyPr wrap="square">
            <a:spAutoFit/>
          </a:bodyPr>
          <a:lstStyle/>
          <a:p>
            <a:pPr>
              <a:lnSpc>
                <a:spcPct val="130000"/>
              </a:lnSpc>
            </a:pPr>
            <a:r>
              <a:rPr lang="zh-CN" altLang="en-US" sz="1600" dirty="0">
                <a:solidFill>
                  <a:schemeClr val="tx1">
                    <a:lumMod val="65000"/>
                    <a:lumOff val="35000"/>
                  </a:schemeClr>
                </a:solidFill>
              </a:rPr>
              <a:t>添加内容添加内容添加内容添加内容添加内容添加内容添加内容添加内容添加内容添加内容添加内容</a:t>
            </a:r>
          </a:p>
        </p:txBody>
      </p:sp>
      <p:sp>
        <p:nvSpPr>
          <p:cNvPr id="30" name="文本框 29"/>
          <p:cNvSpPr txBox="1"/>
          <p:nvPr/>
        </p:nvSpPr>
        <p:spPr>
          <a:xfrm>
            <a:off x="966882" y="1439298"/>
            <a:ext cx="3913366" cy="535531"/>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31" name="Rectangle 58"/>
          <p:cNvSpPr/>
          <p:nvPr/>
        </p:nvSpPr>
        <p:spPr>
          <a:xfrm>
            <a:off x="966882" y="1859566"/>
            <a:ext cx="4963915" cy="368371"/>
          </a:xfrm>
          <a:prstGeom prst="rect">
            <a:avLst/>
          </a:prstGeom>
        </p:spPr>
        <p:txBody>
          <a:bodyPr wrap="square">
            <a:spAutoFit/>
          </a:bodyPr>
          <a:lstStyle/>
          <a:p>
            <a:pPr>
              <a:lnSpc>
                <a:spcPct val="123000"/>
              </a:lnSpc>
              <a:spcBef>
                <a:spcPts val="600"/>
              </a:spcBef>
            </a:pPr>
            <a:r>
              <a:rPr lang="zh-CN" altLang="en-US" sz="1600" dirty="0">
                <a:solidFill>
                  <a:schemeClr val="tx1">
                    <a:lumMod val="65000"/>
                    <a:lumOff val="35000"/>
                  </a:schemeClr>
                </a:solidFill>
                <a:latin typeface="+mn-ea"/>
              </a:rPr>
              <a:t>单击此处添加副标题</a:t>
            </a:r>
          </a:p>
        </p:txBody>
      </p:sp>
      <p:sp>
        <p:nvSpPr>
          <p:cNvPr id="32"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三项并列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373375467"/>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矩形 44"/>
          <p:cNvSpPr/>
          <p:nvPr/>
        </p:nvSpPr>
        <p:spPr>
          <a:xfrm>
            <a:off x="434078" y="5047022"/>
            <a:ext cx="3650999" cy="1052596"/>
          </a:xfrm>
          <a:prstGeom prst="rect">
            <a:avLst/>
          </a:prstGeom>
          <a:noFill/>
        </p:spPr>
        <p:txBody>
          <a:bodyPr wrap="square">
            <a:spAutoFit/>
          </a:bodyPr>
          <a:lstStyle/>
          <a:p>
            <a:pPr>
              <a:lnSpc>
                <a:spcPct val="130000"/>
              </a:lnSpc>
            </a:pPr>
            <a:r>
              <a:rPr lang="zh-CN" altLang="en-US" sz="1600" dirty="0">
                <a:solidFill>
                  <a:schemeClr val="tx1">
                    <a:lumMod val="65000"/>
                    <a:lumOff val="35000"/>
                  </a:schemeClr>
                </a:solidFill>
              </a:rPr>
              <a:t>添加内容添加内容添加内容添加内容添加内容添加内容添加内容添加内容添加内容添加内容添加内容</a:t>
            </a:r>
          </a:p>
        </p:txBody>
      </p:sp>
      <p:sp>
        <p:nvSpPr>
          <p:cNvPr id="46" name="文本框 45"/>
          <p:cNvSpPr txBox="1"/>
          <p:nvPr/>
        </p:nvSpPr>
        <p:spPr>
          <a:xfrm>
            <a:off x="434078" y="4091509"/>
            <a:ext cx="3913366" cy="535531"/>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47" name="Rectangle 58"/>
          <p:cNvSpPr/>
          <p:nvPr/>
        </p:nvSpPr>
        <p:spPr>
          <a:xfrm>
            <a:off x="434078" y="4511777"/>
            <a:ext cx="4963915" cy="368371"/>
          </a:xfrm>
          <a:prstGeom prst="rect">
            <a:avLst/>
          </a:prstGeom>
        </p:spPr>
        <p:txBody>
          <a:bodyPr wrap="square">
            <a:spAutoFit/>
          </a:bodyPr>
          <a:lstStyle/>
          <a:p>
            <a:pPr>
              <a:lnSpc>
                <a:spcPct val="123000"/>
              </a:lnSpc>
              <a:spcBef>
                <a:spcPts val="600"/>
              </a:spcBef>
            </a:pPr>
            <a:r>
              <a:rPr lang="zh-CN" altLang="en-US" sz="1600" dirty="0">
                <a:solidFill>
                  <a:schemeClr val="tx1">
                    <a:lumMod val="65000"/>
                    <a:lumOff val="35000"/>
                  </a:schemeClr>
                </a:solidFill>
                <a:latin typeface="+mn-ea"/>
              </a:rPr>
              <a:t>单击此处添加副标题</a:t>
            </a:r>
          </a:p>
        </p:txBody>
      </p:sp>
      <p:sp>
        <p:nvSpPr>
          <p:cNvPr id="40"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三项并列</a:t>
            </a:r>
            <a:endParaRPr lang="zh-CN" altLang="zh-CN" sz="2800" b="1" dirty="0">
              <a:solidFill>
                <a:schemeClr val="tx1">
                  <a:lumMod val="65000"/>
                  <a:lumOff val="35000"/>
                </a:schemeClr>
              </a:solidFill>
            </a:endParaRPr>
          </a:p>
        </p:txBody>
      </p:sp>
      <p:sp>
        <p:nvSpPr>
          <p:cNvPr id="41" name="Rectangle 25"/>
          <p:cNvSpPr>
            <a:spLocks noChangeArrowheads="1"/>
          </p:cNvSpPr>
          <p:nvPr/>
        </p:nvSpPr>
        <p:spPr bwMode="auto">
          <a:xfrm>
            <a:off x="9386335" y="3380646"/>
            <a:ext cx="2805665" cy="931710"/>
          </a:xfrm>
          <a:prstGeom prst="rect">
            <a:avLst/>
          </a:prstGeom>
          <a:solidFill>
            <a:srgbClr val="E0576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26"/>
          <p:cNvSpPr>
            <a:spLocks/>
          </p:cNvSpPr>
          <p:nvPr/>
        </p:nvSpPr>
        <p:spPr bwMode="auto">
          <a:xfrm>
            <a:off x="5689600" y="4279241"/>
            <a:ext cx="2889956" cy="2223159"/>
          </a:xfrm>
          <a:custGeom>
            <a:avLst/>
            <a:gdLst>
              <a:gd name="T0" fmla="*/ 1920 w 1920"/>
              <a:gd name="T1" fmla="*/ 345 h 1477"/>
              <a:gd name="T2" fmla="*/ 4 w 1920"/>
              <a:gd name="T3" fmla="*/ 1477 h 1477"/>
              <a:gd name="T4" fmla="*/ 0 w 1920"/>
              <a:gd name="T5" fmla="*/ 757 h 1477"/>
              <a:gd name="T6" fmla="*/ 1361 w 1920"/>
              <a:gd name="T7" fmla="*/ 0 h 1477"/>
              <a:gd name="T8" fmla="*/ 1920 w 1920"/>
              <a:gd name="T9" fmla="*/ 345 h 1477"/>
            </a:gdLst>
            <a:ahLst/>
            <a:cxnLst>
              <a:cxn ang="0">
                <a:pos x="T0" y="T1"/>
              </a:cxn>
              <a:cxn ang="0">
                <a:pos x="T2" y="T3"/>
              </a:cxn>
              <a:cxn ang="0">
                <a:pos x="T4" y="T5"/>
              </a:cxn>
              <a:cxn ang="0">
                <a:pos x="T6" y="T7"/>
              </a:cxn>
              <a:cxn ang="0">
                <a:pos x="T8" y="T9"/>
              </a:cxn>
            </a:cxnLst>
            <a:rect l="0" t="0" r="r" b="b"/>
            <a:pathLst>
              <a:path w="1920" h="1477">
                <a:moveTo>
                  <a:pt x="1920" y="345"/>
                </a:moveTo>
                <a:lnTo>
                  <a:pt x="4" y="1477"/>
                </a:lnTo>
                <a:lnTo>
                  <a:pt x="0" y="757"/>
                </a:lnTo>
                <a:lnTo>
                  <a:pt x="1361" y="0"/>
                </a:lnTo>
                <a:lnTo>
                  <a:pt x="1920" y="345"/>
                </a:lnTo>
                <a:close/>
              </a:path>
            </a:pathLst>
          </a:custGeom>
          <a:solidFill>
            <a:srgbClr val="90B6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Rectangle 27"/>
          <p:cNvSpPr>
            <a:spLocks noChangeArrowheads="1"/>
          </p:cNvSpPr>
          <p:nvPr/>
        </p:nvSpPr>
        <p:spPr bwMode="auto">
          <a:xfrm>
            <a:off x="7670424" y="0"/>
            <a:ext cx="869997" cy="3353553"/>
          </a:xfrm>
          <a:prstGeom prst="rect">
            <a:avLst/>
          </a:prstGeom>
          <a:solidFill>
            <a:srgbClr val="0098D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28"/>
          <p:cNvSpPr>
            <a:spLocks/>
          </p:cNvSpPr>
          <p:nvPr/>
        </p:nvSpPr>
        <p:spPr bwMode="auto">
          <a:xfrm>
            <a:off x="7676444" y="2969730"/>
            <a:ext cx="1709890" cy="829357"/>
          </a:xfrm>
          <a:custGeom>
            <a:avLst/>
            <a:gdLst>
              <a:gd name="T0" fmla="*/ 1136 w 1136"/>
              <a:gd name="T1" fmla="*/ 273 h 551"/>
              <a:gd name="T2" fmla="*/ 570 w 1136"/>
              <a:gd name="T3" fmla="*/ 551 h 551"/>
              <a:gd name="T4" fmla="*/ 0 w 1136"/>
              <a:gd name="T5" fmla="*/ 243 h 551"/>
              <a:gd name="T6" fmla="*/ 570 w 1136"/>
              <a:gd name="T7" fmla="*/ 0 h 551"/>
              <a:gd name="T8" fmla="*/ 1136 w 1136"/>
              <a:gd name="T9" fmla="*/ 273 h 551"/>
            </a:gdLst>
            <a:ahLst/>
            <a:cxnLst>
              <a:cxn ang="0">
                <a:pos x="T0" y="T1"/>
              </a:cxn>
              <a:cxn ang="0">
                <a:pos x="T2" y="T3"/>
              </a:cxn>
              <a:cxn ang="0">
                <a:pos x="T4" y="T5"/>
              </a:cxn>
              <a:cxn ang="0">
                <a:pos x="T6" y="T7"/>
              </a:cxn>
              <a:cxn ang="0">
                <a:pos x="T8" y="T9"/>
              </a:cxn>
            </a:cxnLst>
            <a:rect l="0" t="0" r="r" b="b"/>
            <a:pathLst>
              <a:path w="1136" h="551">
                <a:moveTo>
                  <a:pt x="1136" y="273"/>
                </a:moveTo>
                <a:lnTo>
                  <a:pt x="570" y="551"/>
                </a:lnTo>
                <a:lnTo>
                  <a:pt x="0" y="243"/>
                </a:lnTo>
                <a:lnTo>
                  <a:pt x="570" y="0"/>
                </a:lnTo>
                <a:lnTo>
                  <a:pt x="1136" y="273"/>
                </a:lnTo>
                <a:close/>
              </a:path>
            </a:pathLst>
          </a:custGeom>
          <a:solidFill>
            <a:srgbClr val="00A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29"/>
          <p:cNvSpPr>
            <a:spLocks/>
          </p:cNvSpPr>
          <p:nvPr/>
        </p:nvSpPr>
        <p:spPr bwMode="auto">
          <a:xfrm>
            <a:off x="8534400" y="3380646"/>
            <a:ext cx="863976" cy="1440462"/>
          </a:xfrm>
          <a:custGeom>
            <a:avLst/>
            <a:gdLst>
              <a:gd name="T0" fmla="*/ 0 w 574"/>
              <a:gd name="T1" fmla="*/ 278 h 957"/>
              <a:gd name="T2" fmla="*/ 566 w 574"/>
              <a:gd name="T3" fmla="*/ 0 h 957"/>
              <a:gd name="T4" fmla="*/ 566 w 574"/>
              <a:gd name="T5" fmla="*/ 0 h 957"/>
              <a:gd name="T6" fmla="*/ 574 w 574"/>
              <a:gd name="T7" fmla="*/ 619 h 957"/>
              <a:gd name="T8" fmla="*/ 0 w 574"/>
              <a:gd name="T9" fmla="*/ 957 h 957"/>
              <a:gd name="T10" fmla="*/ 0 w 574"/>
              <a:gd name="T11" fmla="*/ 278 h 957"/>
            </a:gdLst>
            <a:ahLst/>
            <a:cxnLst>
              <a:cxn ang="0">
                <a:pos x="T0" y="T1"/>
              </a:cxn>
              <a:cxn ang="0">
                <a:pos x="T2" y="T3"/>
              </a:cxn>
              <a:cxn ang="0">
                <a:pos x="T4" y="T5"/>
              </a:cxn>
              <a:cxn ang="0">
                <a:pos x="T6" y="T7"/>
              </a:cxn>
              <a:cxn ang="0">
                <a:pos x="T8" y="T9"/>
              </a:cxn>
              <a:cxn ang="0">
                <a:pos x="T10" y="T11"/>
              </a:cxn>
            </a:cxnLst>
            <a:rect l="0" t="0" r="r" b="b"/>
            <a:pathLst>
              <a:path w="574" h="957">
                <a:moveTo>
                  <a:pt x="0" y="278"/>
                </a:moveTo>
                <a:lnTo>
                  <a:pt x="566" y="0"/>
                </a:lnTo>
                <a:lnTo>
                  <a:pt x="566" y="0"/>
                </a:lnTo>
                <a:lnTo>
                  <a:pt x="574" y="619"/>
                </a:lnTo>
                <a:lnTo>
                  <a:pt x="0" y="957"/>
                </a:lnTo>
                <a:lnTo>
                  <a:pt x="0" y="278"/>
                </a:lnTo>
                <a:close/>
              </a:path>
            </a:pathLst>
          </a:custGeom>
          <a:solidFill>
            <a:srgbClr val="F06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30"/>
          <p:cNvSpPr>
            <a:spLocks/>
          </p:cNvSpPr>
          <p:nvPr/>
        </p:nvSpPr>
        <p:spPr bwMode="auto">
          <a:xfrm>
            <a:off x="7670424" y="3335490"/>
            <a:ext cx="863976" cy="1485618"/>
          </a:xfrm>
          <a:custGeom>
            <a:avLst/>
            <a:gdLst>
              <a:gd name="T0" fmla="*/ 574 w 574"/>
              <a:gd name="T1" fmla="*/ 308 h 987"/>
              <a:gd name="T2" fmla="*/ 574 w 574"/>
              <a:gd name="T3" fmla="*/ 987 h 987"/>
              <a:gd name="T4" fmla="*/ 0 w 574"/>
              <a:gd name="T5" fmla="*/ 649 h 987"/>
              <a:gd name="T6" fmla="*/ 0 w 574"/>
              <a:gd name="T7" fmla="*/ 4 h 987"/>
              <a:gd name="T8" fmla="*/ 4 w 574"/>
              <a:gd name="T9" fmla="*/ 0 h 987"/>
              <a:gd name="T10" fmla="*/ 574 w 574"/>
              <a:gd name="T11" fmla="*/ 308 h 987"/>
            </a:gdLst>
            <a:ahLst/>
            <a:cxnLst>
              <a:cxn ang="0">
                <a:pos x="T0" y="T1"/>
              </a:cxn>
              <a:cxn ang="0">
                <a:pos x="T2" y="T3"/>
              </a:cxn>
              <a:cxn ang="0">
                <a:pos x="T4" y="T5"/>
              </a:cxn>
              <a:cxn ang="0">
                <a:pos x="T6" y="T7"/>
              </a:cxn>
              <a:cxn ang="0">
                <a:pos x="T8" y="T9"/>
              </a:cxn>
              <a:cxn ang="0">
                <a:pos x="T10" y="T11"/>
              </a:cxn>
            </a:cxnLst>
            <a:rect l="0" t="0" r="r" b="b"/>
            <a:pathLst>
              <a:path w="574" h="987">
                <a:moveTo>
                  <a:pt x="574" y="308"/>
                </a:moveTo>
                <a:lnTo>
                  <a:pt x="574" y="987"/>
                </a:lnTo>
                <a:lnTo>
                  <a:pt x="0" y="649"/>
                </a:lnTo>
                <a:lnTo>
                  <a:pt x="0" y="4"/>
                </a:lnTo>
                <a:lnTo>
                  <a:pt x="4" y="0"/>
                </a:lnTo>
                <a:lnTo>
                  <a:pt x="574" y="308"/>
                </a:lnTo>
                <a:close/>
              </a:path>
            </a:pathLst>
          </a:custGeom>
          <a:solidFill>
            <a:srgbClr val="A8CF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Rectangle 31"/>
          <p:cNvSpPr>
            <a:spLocks noChangeArrowheads="1"/>
          </p:cNvSpPr>
          <p:nvPr/>
        </p:nvSpPr>
        <p:spPr bwMode="auto">
          <a:xfrm>
            <a:off x="7903727" y="3662116"/>
            <a:ext cx="606590" cy="12598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zh-CN" altLang="zh-CN" sz="4100" b="1" i="0" u="none" strike="noStrike" cap="none" normalizeH="0" baseline="0">
                <a:ln>
                  <a:noFill/>
                </a:ln>
                <a:solidFill>
                  <a:srgbClr val="FFFFFF"/>
                </a:solidFill>
                <a:effectLst/>
                <a:latin typeface="Arial" panose="020B0604020202020204" pitchFamily="34" charset="0"/>
              </a:rPr>
              <a:t>B</a:t>
            </a:r>
            <a:endParaRPr kumimoji="0" lang="zh-CN" altLang="zh-CN" sz="1800" b="0" i="0" u="none" strike="noStrike" cap="none" normalizeH="0" baseline="0">
              <a:ln>
                <a:noFill/>
              </a:ln>
              <a:solidFill>
                <a:schemeClr val="tx1"/>
              </a:solidFill>
              <a:effectLst/>
              <a:latin typeface="Arial" panose="020B0604020202020204" pitchFamily="34" charset="0"/>
            </a:endParaRPr>
          </a:p>
        </p:txBody>
      </p:sp>
      <p:sp>
        <p:nvSpPr>
          <p:cNvPr id="55" name="Rectangle 32"/>
          <p:cNvSpPr>
            <a:spLocks noChangeArrowheads="1"/>
          </p:cNvSpPr>
          <p:nvPr/>
        </p:nvSpPr>
        <p:spPr bwMode="auto">
          <a:xfrm>
            <a:off x="8775230" y="3805108"/>
            <a:ext cx="648735" cy="7345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zh-CN" altLang="zh-CN" sz="4500" b="1" i="0" u="none" strike="noStrike" cap="none" normalizeH="0" baseline="0">
                <a:ln>
                  <a:noFill/>
                </a:ln>
                <a:solidFill>
                  <a:srgbClr val="FFFFFF"/>
                </a:solidFill>
                <a:effectLst/>
                <a:latin typeface="Arial" panose="020B0604020202020204" pitchFamily="34" charset="0"/>
              </a:rPr>
              <a:t>C</a:t>
            </a:r>
            <a:endParaRPr kumimoji="0" lang="zh-CN" altLang="zh-CN" sz="1800" b="0" i="0" u="none" strike="noStrike" cap="none" normalizeH="0" baseline="0">
              <a:ln>
                <a:noFill/>
              </a:ln>
              <a:solidFill>
                <a:schemeClr val="tx1"/>
              </a:solidFill>
              <a:effectLst/>
              <a:latin typeface="Arial" panose="020B0604020202020204" pitchFamily="34" charset="0"/>
            </a:endParaRPr>
          </a:p>
        </p:txBody>
      </p:sp>
      <p:sp>
        <p:nvSpPr>
          <p:cNvPr id="56" name="Rectangle 33"/>
          <p:cNvSpPr>
            <a:spLocks noChangeArrowheads="1"/>
          </p:cNvSpPr>
          <p:nvPr/>
        </p:nvSpPr>
        <p:spPr bwMode="auto">
          <a:xfrm>
            <a:off x="8529884" y="3216581"/>
            <a:ext cx="835378" cy="171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zh-CN" altLang="zh-CN" sz="3300" b="1" i="0" u="none" strike="noStrike" cap="none" normalizeH="0" baseline="0" dirty="0">
                <a:ln>
                  <a:noFill/>
                </a:ln>
                <a:solidFill>
                  <a:srgbClr val="FEFEFE"/>
                </a:solidFill>
                <a:effectLst/>
                <a:latin typeface="Arial" panose="020B0604020202020204" pitchFamily="34" charset="0"/>
              </a:rPr>
              <a:t>A</a:t>
            </a:r>
            <a:endParaRPr kumimoji="0" lang="zh-CN" altLang="zh-CN" sz="1800" b="0" i="0" u="none" strike="noStrike" cap="none" normalizeH="0" baseline="0" dirty="0">
              <a:ln>
                <a:noFill/>
              </a:ln>
              <a:solidFill>
                <a:schemeClr val="tx1"/>
              </a:solidFill>
              <a:effectLst/>
              <a:latin typeface="Arial" panose="020B0604020202020204" pitchFamily="34" charset="0"/>
            </a:endParaRPr>
          </a:p>
        </p:txBody>
      </p:sp>
      <p:grpSp>
        <p:nvGrpSpPr>
          <p:cNvPr id="57" name="组合 2"/>
          <p:cNvGrpSpPr/>
          <p:nvPr/>
        </p:nvGrpSpPr>
        <p:grpSpPr>
          <a:xfrm>
            <a:off x="5613565" y="787088"/>
            <a:ext cx="230293" cy="225778"/>
            <a:chOff x="9043153" y="1366708"/>
            <a:chExt cx="230293" cy="225778"/>
          </a:xfrm>
        </p:grpSpPr>
        <p:sp>
          <p:nvSpPr>
            <p:cNvPr id="58" name="Oval 34"/>
            <p:cNvSpPr>
              <a:spLocks noChangeArrowheads="1"/>
            </p:cNvSpPr>
            <p:nvPr/>
          </p:nvSpPr>
          <p:spPr bwMode="auto">
            <a:xfrm>
              <a:off x="9043153" y="1366708"/>
              <a:ext cx="230293" cy="225778"/>
            </a:xfrm>
            <a:prstGeom prst="ellipse">
              <a:avLst/>
            </a:prstGeom>
            <a:solidFill>
              <a:srgbClr val="90B6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35"/>
            <p:cNvSpPr>
              <a:spLocks/>
            </p:cNvSpPr>
            <p:nvPr/>
          </p:nvSpPr>
          <p:spPr bwMode="auto">
            <a:xfrm>
              <a:off x="9133464" y="1434441"/>
              <a:ext cx="72249" cy="90311"/>
            </a:xfrm>
            <a:custGeom>
              <a:avLst/>
              <a:gdLst>
                <a:gd name="T0" fmla="*/ 0 w 48"/>
                <a:gd name="T1" fmla="*/ 0 h 60"/>
                <a:gd name="T2" fmla="*/ 48 w 48"/>
                <a:gd name="T3" fmla="*/ 30 h 60"/>
                <a:gd name="T4" fmla="*/ 0 w 48"/>
                <a:gd name="T5" fmla="*/ 60 h 60"/>
                <a:gd name="T6" fmla="*/ 0 w 48"/>
                <a:gd name="T7" fmla="*/ 0 h 60"/>
              </a:gdLst>
              <a:ahLst/>
              <a:cxnLst>
                <a:cxn ang="0">
                  <a:pos x="T0" y="T1"/>
                </a:cxn>
                <a:cxn ang="0">
                  <a:pos x="T2" y="T3"/>
                </a:cxn>
                <a:cxn ang="0">
                  <a:pos x="T4" y="T5"/>
                </a:cxn>
                <a:cxn ang="0">
                  <a:pos x="T6" y="T7"/>
                </a:cxn>
              </a:cxnLst>
              <a:rect l="0" t="0" r="r" b="b"/>
              <a:pathLst>
                <a:path w="48" h="60">
                  <a:moveTo>
                    <a:pt x="0" y="0"/>
                  </a:moveTo>
                  <a:lnTo>
                    <a:pt x="48" y="30"/>
                  </a:lnTo>
                  <a:lnTo>
                    <a:pt x="0" y="60"/>
                  </a:lnTo>
                  <a:lnTo>
                    <a:pt x="0"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0" name="组合 3"/>
          <p:cNvGrpSpPr/>
          <p:nvPr/>
        </p:nvGrpSpPr>
        <p:grpSpPr>
          <a:xfrm>
            <a:off x="9043153" y="784831"/>
            <a:ext cx="230293" cy="230293"/>
            <a:chOff x="9043153" y="1976308"/>
            <a:chExt cx="230293" cy="230293"/>
          </a:xfrm>
        </p:grpSpPr>
        <p:sp>
          <p:nvSpPr>
            <p:cNvPr id="61" name="Oval 36"/>
            <p:cNvSpPr>
              <a:spLocks noChangeArrowheads="1"/>
            </p:cNvSpPr>
            <p:nvPr/>
          </p:nvSpPr>
          <p:spPr bwMode="auto">
            <a:xfrm>
              <a:off x="9043153" y="1976308"/>
              <a:ext cx="230293" cy="230293"/>
            </a:xfrm>
            <a:prstGeom prst="ellipse">
              <a:avLst/>
            </a:prstGeom>
            <a:solidFill>
              <a:srgbClr val="0098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37"/>
            <p:cNvSpPr>
              <a:spLocks/>
            </p:cNvSpPr>
            <p:nvPr/>
          </p:nvSpPr>
          <p:spPr bwMode="auto">
            <a:xfrm>
              <a:off x="9133464" y="2048557"/>
              <a:ext cx="72249" cy="85796"/>
            </a:xfrm>
            <a:custGeom>
              <a:avLst/>
              <a:gdLst>
                <a:gd name="T0" fmla="*/ 0 w 48"/>
                <a:gd name="T1" fmla="*/ 0 h 57"/>
                <a:gd name="T2" fmla="*/ 48 w 48"/>
                <a:gd name="T3" fmla="*/ 27 h 57"/>
                <a:gd name="T4" fmla="*/ 0 w 48"/>
                <a:gd name="T5" fmla="*/ 57 h 57"/>
                <a:gd name="T6" fmla="*/ 0 w 48"/>
                <a:gd name="T7" fmla="*/ 0 h 57"/>
              </a:gdLst>
              <a:ahLst/>
              <a:cxnLst>
                <a:cxn ang="0">
                  <a:pos x="T0" y="T1"/>
                </a:cxn>
                <a:cxn ang="0">
                  <a:pos x="T2" y="T3"/>
                </a:cxn>
                <a:cxn ang="0">
                  <a:pos x="T4" y="T5"/>
                </a:cxn>
                <a:cxn ang="0">
                  <a:pos x="T6" y="T7"/>
                </a:cxn>
              </a:cxnLst>
              <a:rect l="0" t="0" r="r" b="b"/>
              <a:pathLst>
                <a:path w="48" h="57">
                  <a:moveTo>
                    <a:pt x="0" y="0"/>
                  </a:moveTo>
                  <a:lnTo>
                    <a:pt x="48" y="27"/>
                  </a:lnTo>
                  <a:lnTo>
                    <a:pt x="0" y="57"/>
                  </a:lnTo>
                  <a:lnTo>
                    <a:pt x="0"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63" name="Oval 38"/>
          <p:cNvSpPr>
            <a:spLocks noChangeArrowheads="1"/>
          </p:cNvSpPr>
          <p:nvPr/>
        </p:nvSpPr>
        <p:spPr bwMode="auto">
          <a:xfrm>
            <a:off x="9043153" y="4724776"/>
            <a:ext cx="230293" cy="225778"/>
          </a:xfrm>
          <a:prstGeom prst="ellipse">
            <a:avLst/>
          </a:prstGeom>
          <a:solidFill>
            <a:srgbClr val="E057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39"/>
          <p:cNvSpPr>
            <a:spLocks/>
          </p:cNvSpPr>
          <p:nvPr/>
        </p:nvSpPr>
        <p:spPr bwMode="auto">
          <a:xfrm>
            <a:off x="9133464" y="4792510"/>
            <a:ext cx="72249" cy="90311"/>
          </a:xfrm>
          <a:custGeom>
            <a:avLst/>
            <a:gdLst>
              <a:gd name="T0" fmla="*/ 0 w 48"/>
              <a:gd name="T1" fmla="*/ 0 h 60"/>
              <a:gd name="T2" fmla="*/ 48 w 48"/>
              <a:gd name="T3" fmla="*/ 30 h 60"/>
              <a:gd name="T4" fmla="*/ 0 w 48"/>
              <a:gd name="T5" fmla="*/ 60 h 60"/>
              <a:gd name="T6" fmla="*/ 0 w 48"/>
              <a:gd name="T7" fmla="*/ 0 h 60"/>
            </a:gdLst>
            <a:ahLst/>
            <a:cxnLst>
              <a:cxn ang="0">
                <a:pos x="T0" y="T1"/>
              </a:cxn>
              <a:cxn ang="0">
                <a:pos x="T2" y="T3"/>
              </a:cxn>
              <a:cxn ang="0">
                <a:pos x="T4" y="T5"/>
              </a:cxn>
              <a:cxn ang="0">
                <a:pos x="T6" y="T7"/>
              </a:cxn>
            </a:cxnLst>
            <a:rect l="0" t="0" r="r" b="b"/>
            <a:pathLst>
              <a:path w="48" h="60">
                <a:moveTo>
                  <a:pt x="0" y="0"/>
                </a:moveTo>
                <a:lnTo>
                  <a:pt x="48" y="30"/>
                </a:lnTo>
                <a:lnTo>
                  <a:pt x="0" y="60"/>
                </a:lnTo>
                <a:lnTo>
                  <a:pt x="0"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pic>
        <p:nvPicPr>
          <p:cNvPr id="65" name="Picture 3"/>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2767" r="7205" b="57679"/>
          <a:stretch/>
        </p:blipFill>
        <p:spPr bwMode="auto">
          <a:xfrm rot="5400000">
            <a:off x="4704348" y="5777762"/>
            <a:ext cx="2124762" cy="1542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6" name="矩形 65"/>
          <p:cNvSpPr/>
          <p:nvPr/>
        </p:nvSpPr>
        <p:spPr>
          <a:xfrm>
            <a:off x="8775231" y="1197913"/>
            <a:ext cx="3111970" cy="732508"/>
          </a:xfrm>
          <a:prstGeom prst="rect">
            <a:avLst/>
          </a:prstGeom>
          <a:noFill/>
        </p:spPr>
        <p:txBody>
          <a:bodyPr wrap="square">
            <a:spAutoFit/>
          </a:bodyPr>
          <a:lstStyle/>
          <a:p>
            <a:pPr>
              <a:lnSpc>
                <a:spcPct val="130000"/>
              </a:lnSpc>
            </a:pPr>
            <a:r>
              <a:rPr lang="zh-CN" altLang="en-US" sz="1600" dirty="0">
                <a:solidFill>
                  <a:schemeClr val="tx1">
                    <a:lumMod val="65000"/>
                    <a:lumOff val="35000"/>
                  </a:schemeClr>
                </a:solidFill>
              </a:rPr>
              <a:t>添加内容添加内容添加内容添加内容添加内容添加内容添加内容</a:t>
            </a:r>
          </a:p>
        </p:txBody>
      </p:sp>
      <p:sp>
        <p:nvSpPr>
          <p:cNvPr id="67" name="矩形 66"/>
          <p:cNvSpPr/>
          <p:nvPr/>
        </p:nvSpPr>
        <p:spPr>
          <a:xfrm>
            <a:off x="8214610" y="5018288"/>
            <a:ext cx="3672591" cy="732508"/>
          </a:xfrm>
          <a:prstGeom prst="rect">
            <a:avLst/>
          </a:prstGeom>
          <a:noFill/>
        </p:spPr>
        <p:txBody>
          <a:bodyPr wrap="square">
            <a:spAutoFit/>
          </a:bodyPr>
          <a:lstStyle/>
          <a:p>
            <a:pPr>
              <a:lnSpc>
                <a:spcPct val="130000"/>
              </a:lnSpc>
            </a:pPr>
            <a:r>
              <a:rPr lang="zh-CN" altLang="en-US" sz="1600" dirty="0">
                <a:solidFill>
                  <a:schemeClr val="tx1">
                    <a:lumMod val="65000"/>
                    <a:lumOff val="35000"/>
                  </a:schemeClr>
                </a:solidFill>
              </a:rPr>
              <a:t>添加内容添加内容添加内容添加内容添加内容添加内容添加内容</a:t>
            </a:r>
          </a:p>
        </p:txBody>
      </p:sp>
      <p:sp>
        <p:nvSpPr>
          <p:cNvPr id="68" name="矩形 67"/>
          <p:cNvSpPr/>
          <p:nvPr/>
        </p:nvSpPr>
        <p:spPr>
          <a:xfrm>
            <a:off x="5441430" y="1197913"/>
            <a:ext cx="1858780" cy="1372683"/>
          </a:xfrm>
          <a:prstGeom prst="rect">
            <a:avLst/>
          </a:prstGeom>
          <a:noFill/>
        </p:spPr>
        <p:txBody>
          <a:bodyPr wrap="square">
            <a:spAutoFit/>
          </a:bodyPr>
          <a:lstStyle/>
          <a:p>
            <a:pPr>
              <a:lnSpc>
                <a:spcPct val="130000"/>
              </a:lnSpc>
            </a:pPr>
            <a:r>
              <a:rPr lang="zh-CN" altLang="en-US" sz="1600" dirty="0">
                <a:solidFill>
                  <a:schemeClr val="tx1">
                    <a:lumMod val="65000"/>
                    <a:lumOff val="35000"/>
                  </a:schemeClr>
                </a:solidFill>
              </a:rPr>
              <a:t>添加内容添加内容添加内容添加内容添加内容添加内容添加内容</a:t>
            </a:r>
          </a:p>
        </p:txBody>
      </p:sp>
      <p:sp>
        <p:nvSpPr>
          <p:cNvPr id="69" name="文本框 68"/>
          <p:cNvSpPr txBox="1"/>
          <p:nvPr/>
        </p:nvSpPr>
        <p:spPr>
          <a:xfrm>
            <a:off x="9582008" y="3629844"/>
            <a:ext cx="1415772" cy="461665"/>
          </a:xfrm>
          <a:prstGeom prst="rect">
            <a:avLst/>
          </a:prstGeom>
          <a:noFill/>
        </p:spPr>
        <p:txBody>
          <a:bodyPr wrap="none" rtlCol="0">
            <a:spAutoFit/>
          </a:bodyPr>
          <a:lstStyle/>
          <a:p>
            <a:r>
              <a:rPr lang="zh-CN" altLang="en-US" sz="2400" b="1" dirty="0">
                <a:solidFill>
                  <a:schemeClr val="bg1"/>
                </a:solidFill>
              </a:rPr>
              <a:t>添加标题</a:t>
            </a:r>
          </a:p>
        </p:txBody>
      </p:sp>
      <p:sp>
        <p:nvSpPr>
          <p:cNvPr id="70" name="文本框 69"/>
          <p:cNvSpPr txBox="1"/>
          <p:nvPr/>
        </p:nvSpPr>
        <p:spPr>
          <a:xfrm rot="19783915">
            <a:off x="6449124" y="4880148"/>
            <a:ext cx="1415772" cy="461665"/>
          </a:xfrm>
          <a:prstGeom prst="rect">
            <a:avLst/>
          </a:prstGeom>
          <a:noFill/>
        </p:spPr>
        <p:txBody>
          <a:bodyPr wrap="none" rtlCol="0">
            <a:spAutoFit/>
          </a:bodyPr>
          <a:lstStyle/>
          <a:p>
            <a:r>
              <a:rPr lang="zh-CN" altLang="en-US" sz="2400" b="1" dirty="0">
                <a:solidFill>
                  <a:schemeClr val="bg1"/>
                </a:solidFill>
              </a:rPr>
              <a:t>添加标题</a:t>
            </a:r>
          </a:p>
        </p:txBody>
      </p:sp>
      <p:sp>
        <p:nvSpPr>
          <p:cNvPr id="71" name="文本框 70"/>
          <p:cNvSpPr txBox="1"/>
          <p:nvPr/>
        </p:nvSpPr>
        <p:spPr>
          <a:xfrm>
            <a:off x="7838460" y="1598653"/>
            <a:ext cx="553998" cy="1323439"/>
          </a:xfrm>
          <a:prstGeom prst="rect">
            <a:avLst/>
          </a:prstGeom>
          <a:noFill/>
        </p:spPr>
        <p:txBody>
          <a:bodyPr vert="eaVert" wrap="none" rtlCol="0">
            <a:spAutoFit/>
          </a:bodyPr>
          <a:lstStyle/>
          <a:p>
            <a:r>
              <a:rPr lang="zh-CN" altLang="en-US" sz="2400" b="1" dirty="0">
                <a:solidFill>
                  <a:schemeClr val="bg1"/>
                </a:solidFill>
              </a:rPr>
              <a:t>添加标题</a:t>
            </a:r>
          </a:p>
        </p:txBody>
      </p:sp>
    </p:spTree>
    <p:extLst>
      <p:ext uri="{BB962C8B-B14F-4D97-AF65-F5344CB8AC3E}">
        <p14:creationId xmlns:p14="http://schemas.microsoft.com/office/powerpoint/2010/main" val="1206217564"/>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0" name="矩形 39"/>
          <p:cNvSpPr/>
          <p:nvPr/>
        </p:nvSpPr>
        <p:spPr>
          <a:xfrm>
            <a:off x="0" y="203088"/>
            <a:ext cx="2492990" cy="523220"/>
          </a:xfrm>
          <a:prstGeom prst="rect">
            <a:avLst/>
          </a:prstGeom>
          <a:noFill/>
        </p:spPr>
        <p:txBody>
          <a:bodyPr wrap="none" rtlCol="0">
            <a:spAutoFit/>
          </a:bodyPr>
          <a:lstStyle/>
          <a:p>
            <a:r>
              <a:rPr lang="zh-CN" altLang="en-US" sz="2800" b="1" dirty="0">
                <a:solidFill>
                  <a:schemeClr val="tx1">
                    <a:lumMod val="65000"/>
                    <a:lumOff val="35000"/>
                  </a:schemeClr>
                </a:solidFill>
              </a:rPr>
              <a:t>三项并列</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包含</a:t>
            </a:r>
            <a:endParaRPr lang="zh-CN" altLang="zh-CN" sz="2800" b="1" dirty="0">
              <a:solidFill>
                <a:schemeClr val="tx1">
                  <a:lumMod val="65000"/>
                  <a:lumOff val="35000"/>
                </a:schemeClr>
              </a:solidFill>
            </a:endParaRPr>
          </a:p>
        </p:txBody>
      </p:sp>
      <p:grpSp>
        <p:nvGrpSpPr>
          <p:cNvPr id="58" name="组合 2"/>
          <p:cNvGrpSpPr/>
          <p:nvPr/>
        </p:nvGrpSpPr>
        <p:grpSpPr>
          <a:xfrm>
            <a:off x="3396835" y="1184554"/>
            <a:ext cx="4813830" cy="5203935"/>
            <a:chOff x="0" y="359176"/>
            <a:chExt cx="5715115" cy="6178259"/>
          </a:xfrm>
        </p:grpSpPr>
        <p:sp>
          <p:nvSpPr>
            <p:cNvPr id="59" name="Freeform 83"/>
            <p:cNvSpPr>
              <a:spLocks noEditPoints="1"/>
            </p:cNvSpPr>
            <p:nvPr/>
          </p:nvSpPr>
          <p:spPr bwMode="auto">
            <a:xfrm>
              <a:off x="2897442" y="3719765"/>
              <a:ext cx="2817673" cy="2817670"/>
            </a:xfrm>
            <a:custGeom>
              <a:avLst/>
              <a:gdLst>
                <a:gd name="T0" fmla="*/ 3 w 1165"/>
                <a:gd name="T1" fmla="*/ 588 h 1165"/>
                <a:gd name="T2" fmla="*/ 588 w 1165"/>
                <a:gd name="T3" fmla="*/ 1162 h 1165"/>
                <a:gd name="T4" fmla="*/ 1162 w 1165"/>
                <a:gd name="T5" fmla="*/ 577 h 1165"/>
                <a:gd name="T6" fmla="*/ 577 w 1165"/>
                <a:gd name="T7" fmla="*/ 3 h 1165"/>
                <a:gd name="T8" fmla="*/ 3 w 1165"/>
                <a:gd name="T9" fmla="*/ 588 h 1165"/>
                <a:gd name="T10" fmla="*/ 122 w 1165"/>
                <a:gd name="T11" fmla="*/ 587 h 1165"/>
                <a:gd name="T12" fmla="*/ 578 w 1165"/>
                <a:gd name="T13" fmla="*/ 122 h 1165"/>
                <a:gd name="T14" fmla="*/ 1044 w 1165"/>
                <a:gd name="T15" fmla="*/ 578 h 1165"/>
                <a:gd name="T16" fmla="*/ 587 w 1165"/>
                <a:gd name="T17" fmla="*/ 1043 h 1165"/>
                <a:gd name="T18" fmla="*/ 122 w 1165"/>
                <a:gd name="T19" fmla="*/ 587 h 1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5" h="1165">
                  <a:moveTo>
                    <a:pt x="3" y="588"/>
                  </a:moveTo>
                  <a:cubicBezTo>
                    <a:pt x="6" y="908"/>
                    <a:pt x="268" y="1165"/>
                    <a:pt x="588" y="1162"/>
                  </a:cubicBezTo>
                  <a:cubicBezTo>
                    <a:pt x="908" y="1159"/>
                    <a:pt x="1165" y="897"/>
                    <a:pt x="1162" y="577"/>
                  </a:cubicBezTo>
                  <a:cubicBezTo>
                    <a:pt x="1159" y="257"/>
                    <a:pt x="897" y="0"/>
                    <a:pt x="577" y="3"/>
                  </a:cubicBezTo>
                  <a:cubicBezTo>
                    <a:pt x="257" y="6"/>
                    <a:pt x="0" y="268"/>
                    <a:pt x="3" y="588"/>
                  </a:cubicBezTo>
                  <a:close/>
                  <a:moveTo>
                    <a:pt x="122" y="587"/>
                  </a:moveTo>
                  <a:cubicBezTo>
                    <a:pt x="119" y="332"/>
                    <a:pt x="324" y="124"/>
                    <a:pt x="578" y="122"/>
                  </a:cubicBezTo>
                  <a:cubicBezTo>
                    <a:pt x="833" y="119"/>
                    <a:pt x="1041" y="324"/>
                    <a:pt x="1044" y="578"/>
                  </a:cubicBezTo>
                  <a:cubicBezTo>
                    <a:pt x="1046" y="833"/>
                    <a:pt x="842" y="1041"/>
                    <a:pt x="587" y="1043"/>
                  </a:cubicBezTo>
                  <a:cubicBezTo>
                    <a:pt x="332" y="1046"/>
                    <a:pt x="124" y="841"/>
                    <a:pt x="122" y="587"/>
                  </a:cubicBezTo>
                  <a:close/>
                </a:path>
              </a:pathLst>
            </a:custGeom>
            <a:gradFill flip="none" rotWithShape="1">
              <a:gsLst>
                <a:gs pos="100000">
                  <a:schemeClr val="bg1"/>
                </a:gs>
                <a:gs pos="0">
                  <a:srgbClr val="DEDEE0"/>
                </a:gs>
              </a:gsLst>
              <a:lin ang="18900000" scaled="1"/>
              <a:tileRect/>
            </a:gradFill>
            <a:ln>
              <a:noFill/>
            </a:ln>
            <a:effectLst>
              <a:outerShdw blurRad="127000" dist="38100" dir="8100000" algn="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grpSp>
          <p:nvGrpSpPr>
            <p:cNvPr id="60" name="组合 110"/>
            <p:cNvGrpSpPr/>
            <p:nvPr/>
          </p:nvGrpSpPr>
          <p:grpSpPr>
            <a:xfrm>
              <a:off x="3783727" y="359176"/>
              <a:ext cx="1661714" cy="1661712"/>
              <a:chOff x="4057650" y="3074543"/>
              <a:chExt cx="2563812" cy="2563812"/>
            </a:xfrm>
          </p:grpSpPr>
          <p:sp>
            <p:nvSpPr>
              <p:cNvPr id="105" name="Oval 78"/>
              <p:cNvSpPr>
                <a:spLocks noChangeArrowheads="1"/>
              </p:cNvSpPr>
              <p:nvPr/>
            </p:nvSpPr>
            <p:spPr bwMode="auto">
              <a:xfrm>
                <a:off x="4289425" y="3307112"/>
                <a:ext cx="2100262" cy="2098675"/>
              </a:xfrm>
              <a:prstGeom prst="ellipse">
                <a:avLst/>
              </a:prstGeom>
              <a:solidFill>
                <a:srgbClr val="FFFFFF"/>
              </a:solidFill>
              <a:ln w="57150">
                <a:noFill/>
              </a:ln>
              <a:effectLst>
                <a:innerShdw blurRad="292100" dist="76200" dir="18900000">
                  <a:schemeClr val="tx1">
                    <a:lumMod val="85000"/>
                    <a:lumOff val="15000"/>
                    <a:alpha val="27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06" name="Freeform 83"/>
              <p:cNvSpPr>
                <a:spLocks noEditPoints="1"/>
              </p:cNvSpPr>
              <p:nvPr/>
            </p:nvSpPr>
            <p:spPr bwMode="auto">
              <a:xfrm>
                <a:off x="4057650" y="3074543"/>
                <a:ext cx="2563812" cy="2563812"/>
              </a:xfrm>
              <a:custGeom>
                <a:avLst/>
                <a:gdLst>
                  <a:gd name="T0" fmla="*/ 3 w 1165"/>
                  <a:gd name="T1" fmla="*/ 588 h 1165"/>
                  <a:gd name="T2" fmla="*/ 588 w 1165"/>
                  <a:gd name="T3" fmla="*/ 1162 h 1165"/>
                  <a:gd name="T4" fmla="*/ 1162 w 1165"/>
                  <a:gd name="T5" fmla="*/ 577 h 1165"/>
                  <a:gd name="T6" fmla="*/ 577 w 1165"/>
                  <a:gd name="T7" fmla="*/ 3 h 1165"/>
                  <a:gd name="T8" fmla="*/ 3 w 1165"/>
                  <a:gd name="T9" fmla="*/ 588 h 1165"/>
                  <a:gd name="T10" fmla="*/ 122 w 1165"/>
                  <a:gd name="T11" fmla="*/ 587 h 1165"/>
                  <a:gd name="T12" fmla="*/ 578 w 1165"/>
                  <a:gd name="T13" fmla="*/ 122 h 1165"/>
                  <a:gd name="T14" fmla="*/ 1044 w 1165"/>
                  <a:gd name="T15" fmla="*/ 578 h 1165"/>
                  <a:gd name="T16" fmla="*/ 587 w 1165"/>
                  <a:gd name="T17" fmla="*/ 1043 h 1165"/>
                  <a:gd name="T18" fmla="*/ 122 w 1165"/>
                  <a:gd name="T19" fmla="*/ 587 h 1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5" h="1165">
                    <a:moveTo>
                      <a:pt x="3" y="588"/>
                    </a:moveTo>
                    <a:cubicBezTo>
                      <a:pt x="6" y="908"/>
                      <a:pt x="268" y="1165"/>
                      <a:pt x="588" y="1162"/>
                    </a:cubicBezTo>
                    <a:cubicBezTo>
                      <a:pt x="908" y="1159"/>
                      <a:pt x="1165" y="897"/>
                      <a:pt x="1162" y="577"/>
                    </a:cubicBezTo>
                    <a:cubicBezTo>
                      <a:pt x="1159" y="257"/>
                      <a:pt x="897" y="0"/>
                      <a:pt x="577" y="3"/>
                    </a:cubicBezTo>
                    <a:cubicBezTo>
                      <a:pt x="257" y="6"/>
                      <a:pt x="0" y="268"/>
                      <a:pt x="3" y="588"/>
                    </a:cubicBezTo>
                    <a:close/>
                    <a:moveTo>
                      <a:pt x="122" y="587"/>
                    </a:moveTo>
                    <a:cubicBezTo>
                      <a:pt x="119" y="332"/>
                      <a:pt x="324" y="124"/>
                      <a:pt x="578" y="122"/>
                    </a:cubicBezTo>
                    <a:cubicBezTo>
                      <a:pt x="833" y="119"/>
                      <a:pt x="1041" y="324"/>
                      <a:pt x="1044" y="578"/>
                    </a:cubicBezTo>
                    <a:cubicBezTo>
                      <a:pt x="1046" y="833"/>
                      <a:pt x="842" y="1041"/>
                      <a:pt x="587" y="1043"/>
                    </a:cubicBezTo>
                    <a:cubicBezTo>
                      <a:pt x="332" y="1046"/>
                      <a:pt x="124" y="841"/>
                      <a:pt x="122" y="587"/>
                    </a:cubicBezTo>
                    <a:close/>
                  </a:path>
                </a:pathLst>
              </a:custGeom>
              <a:gradFill flip="none" rotWithShape="1">
                <a:gsLst>
                  <a:gs pos="100000">
                    <a:schemeClr val="bg1"/>
                  </a:gs>
                  <a:gs pos="0">
                    <a:srgbClr val="DEDEE0"/>
                  </a:gs>
                </a:gsLst>
                <a:lin ang="18900000" scaled="1"/>
                <a:tileRect/>
              </a:gradFill>
              <a:ln>
                <a:noFill/>
              </a:ln>
              <a:effectLst>
                <a:outerShdw blurRad="127000" dist="38100" dir="8100000" algn="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07" name="Freeform 102"/>
              <p:cNvSpPr>
                <a:spLocks noEditPoints="1"/>
              </p:cNvSpPr>
              <p:nvPr/>
            </p:nvSpPr>
            <p:spPr bwMode="auto">
              <a:xfrm>
                <a:off x="4277556" y="3294449"/>
                <a:ext cx="2124000" cy="2124000"/>
              </a:xfrm>
              <a:custGeom>
                <a:avLst/>
                <a:gdLst>
                  <a:gd name="T0" fmla="*/ 2 w 557"/>
                  <a:gd name="T1" fmla="*/ 281 h 557"/>
                  <a:gd name="T2" fmla="*/ 281 w 557"/>
                  <a:gd name="T3" fmla="*/ 555 h 557"/>
                  <a:gd name="T4" fmla="*/ 556 w 557"/>
                  <a:gd name="T5" fmla="*/ 275 h 557"/>
                  <a:gd name="T6" fmla="*/ 276 w 557"/>
                  <a:gd name="T7" fmla="*/ 1 h 557"/>
                  <a:gd name="T8" fmla="*/ 2 w 557"/>
                  <a:gd name="T9" fmla="*/ 281 h 557"/>
                  <a:gd name="T10" fmla="*/ 22 w 557"/>
                  <a:gd name="T11" fmla="*/ 281 h 557"/>
                  <a:gd name="T12" fmla="*/ 276 w 557"/>
                  <a:gd name="T13" fmla="*/ 22 h 557"/>
                  <a:gd name="T14" fmla="*/ 535 w 557"/>
                  <a:gd name="T15" fmla="*/ 276 h 557"/>
                  <a:gd name="T16" fmla="*/ 281 w 557"/>
                  <a:gd name="T17" fmla="*/ 534 h 557"/>
                  <a:gd name="T18" fmla="*/ 22 w 557"/>
                  <a:gd name="T19" fmla="*/ 281 h 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7" h="557">
                    <a:moveTo>
                      <a:pt x="2" y="281"/>
                    </a:moveTo>
                    <a:cubicBezTo>
                      <a:pt x="3" y="434"/>
                      <a:pt x="129" y="557"/>
                      <a:pt x="281" y="555"/>
                    </a:cubicBezTo>
                    <a:cubicBezTo>
                      <a:pt x="434" y="554"/>
                      <a:pt x="557" y="428"/>
                      <a:pt x="556" y="275"/>
                    </a:cubicBezTo>
                    <a:cubicBezTo>
                      <a:pt x="555" y="123"/>
                      <a:pt x="429" y="0"/>
                      <a:pt x="276" y="1"/>
                    </a:cubicBezTo>
                    <a:cubicBezTo>
                      <a:pt x="123" y="2"/>
                      <a:pt x="0" y="128"/>
                      <a:pt x="2" y="281"/>
                    </a:cubicBezTo>
                    <a:close/>
                    <a:moveTo>
                      <a:pt x="22" y="281"/>
                    </a:moveTo>
                    <a:cubicBezTo>
                      <a:pt x="21" y="139"/>
                      <a:pt x="135" y="23"/>
                      <a:pt x="276" y="22"/>
                    </a:cubicBezTo>
                    <a:cubicBezTo>
                      <a:pt x="418" y="20"/>
                      <a:pt x="534" y="134"/>
                      <a:pt x="535" y="276"/>
                    </a:cubicBezTo>
                    <a:cubicBezTo>
                      <a:pt x="537" y="417"/>
                      <a:pt x="423" y="533"/>
                      <a:pt x="281" y="534"/>
                    </a:cubicBezTo>
                    <a:cubicBezTo>
                      <a:pt x="140" y="536"/>
                      <a:pt x="24" y="422"/>
                      <a:pt x="22" y="281"/>
                    </a:cubicBezTo>
                    <a:close/>
                  </a:path>
                </a:pathLst>
              </a:custGeom>
              <a:gradFill flip="none" rotWithShape="1">
                <a:gsLst>
                  <a:gs pos="100000">
                    <a:srgbClr val="FFFFFF"/>
                  </a:gs>
                  <a:gs pos="0">
                    <a:srgbClr val="DEDEDE"/>
                  </a:gs>
                </a:gsLst>
                <a:lin ang="81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1" name="组合 111"/>
            <p:cNvGrpSpPr/>
            <p:nvPr/>
          </p:nvGrpSpPr>
          <p:grpSpPr>
            <a:xfrm>
              <a:off x="1011264" y="1462247"/>
              <a:ext cx="1661713" cy="1661712"/>
              <a:chOff x="4057649" y="3074546"/>
              <a:chExt cx="2563811" cy="2563813"/>
            </a:xfrm>
          </p:grpSpPr>
          <p:sp>
            <p:nvSpPr>
              <p:cNvPr id="102" name="Oval 78"/>
              <p:cNvSpPr>
                <a:spLocks noChangeArrowheads="1"/>
              </p:cNvSpPr>
              <p:nvPr/>
            </p:nvSpPr>
            <p:spPr bwMode="auto">
              <a:xfrm>
                <a:off x="4289425" y="3307112"/>
                <a:ext cx="2100262" cy="2098675"/>
              </a:xfrm>
              <a:prstGeom prst="ellipse">
                <a:avLst/>
              </a:prstGeom>
              <a:solidFill>
                <a:srgbClr val="FFFFFF"/>
              </a:solidFill>
              <a:ln w="57150">
                <a:noFill/>
              </a:ln>
              <a:effectLst>
                <a:innerShdw blurRad="292100" dist="76200" dir="18900000">
                  <a:schemeClr val="tx1">
                    <a:lumMod val="85000"/>
                    <a:lumOff val="15000"/>
                    <a:alpha val="27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03" name="Freeform 83"/>
              <p:cNvSpPr>
                <a:spLocks noEditPoints="1"/>
              </p:cNvSpPr>
              <p:nvPr/>
            </p:nvSpPr>
            <p:spPr bwMode="auto">
              <a:xfrm>
                <a:off x="4057649" y="3074546"/>
                <a:ext cx="2563811" cy="2563813"/>
              </a:xfrm>
              <a:custGeom>
                <a:avLst/>
                <a:gdLst>
                  <a:gd name="T0" fmla="*/ 3 w 1165"/>
                  <a:gd name="T1" fmla="*/ 588 h 1165"/>
                  <a:gd name="T2" fmla="*/ 588 w 1165"/>
                  <a:gd name="T3" fmla="*/ 1162 h 1165"/>
                  <a:gd name="T4" fmla="*/ 1162 w 1165"/>
                  <a:gd name="T5" fmla="*/ 577 h 1165"/>
                  <a:gd name="T6" fmla="*/ 577 w 1165"/>
                  <a:gd name="T7" fmla="*/ 3 h 1165"/>
                  <a:gd name="T8" fmla="*/ 3 w 1165"/>
                  <a:gd name="T9" fmla="*/ 588 h 1165"/>
                  <a:gd name="T10" fmla="*/ 122 w 1165"/>
                  <a:gd name="T11" fmla="*/ 587 h 1165"/>
                  <a:gd name="T12" fmla="*/ 578 w 1165"/>
                  <a:gd name="T13" fmla="*/ 122 h 1165"/>
                  <a:gd name="T14" fmla="*/ 1044 w 1165"/>
                  <a:gd name="T15" fmla="*/ 578 h 1165"/>
                  <a:gd name="T16" fmla="*/ 587 w 1165"/>
                  <a:gd name="T17" fmla="*/ 1043 h 1165"/>
                  <a:gd name="T18" fmla="*/ 122 w 1165"/>
                  <a:gd name="T19" fmla="*/ 587 h 1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5" h="1165">
                    <a:moveTo>
                      <a:pt x="3" y="588"/>
                    </a:moveTo>
                    <a:cubicBezTo>
                      <a:pt x="6" y="908"/>
                      <a:pt x="268" y="1165"/>
                      <a:pt x="588" y="1162"/>
                    </a:cubicBezTo>
                    <a:cubicBezTo>
                      <a:pt x="908" y="1159"/>
                      <a:pt x="1165" y="897"/>
                      <a:pt x="1162" y="577"/>
                    </a:cubicBezTo>
                    <a:cubicBezTo>
                      <a:pt x="1159" y="257"/>
                      <a:pt x="897" y="0"/>
                      <a:pt x="577" y="3"/>
                    </a:cubicBezTo>
                    <a:cubicBezTo>
                      <a:pt x="257" y="6"/>
                      <a:pt x="0" y="268"/>
                      <a:pt x="3" y="588"/>
                    </a:cubicBezTo>
                    <a:close/>
                    <a:moveTo>
                      <a:pt x="122" y="587"/>
                    </a:moveTo>
                    <a:cubicBezTo>
                      <a:pt x="119" y="332"/>
                      <a:pt x="324" y="124"/>
                      <a:pt x="578" y="122"/>
                    </a:cubicBezTo>
                    <a:cubicBezTo>
                      <a:pt x="833" y="119"/>
                      <a:pt x="1041" y="324"/>
                      <a:pt x="1044" y="578"/>
                    </a:cubicBezTo>
                    <a:cubicBezTo>
                      <a:pt x="1046" y="833"/>
                      <a:pt x="842" y="1041"/>
                      <a:pt x="587" y="1043"/>
                    </a:cubicBezTo>
                    <a:cubicBezTo>
                      <a:pt x="332" y="1046"/>
                      <a:pt x="124" y="841"/>
                      <a:pt x="122" y="587"/>
                    </a:cubicBezTo>
                    <a:close/>
                  </a:path>
                </a:pathLst>
              </a:custGeom>
              <a:gradFill flip="none" rotWithShape="1">
                <a:gsLst>
                  <a:gs pos="100000">
                    <a:schemeClr val="bg1"/>
                  </a:gs>
                  <a:gs pos="0">
                    <a:srgbClr val="DEDEE0"/>
                  </a:gs>
                </a:gsLst>
                <a:lin ang="18900000" scaled="1"/>
                <a:tileRect/>
              </a:gradFill>
              <a:ln>
                <a:noFill/>
              </a:ln>
              <a:effectLst>
                <a:outerShdw blurRad="127000" dist="38100" dir="8100000" algn="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04" name="Freeform 102"/>
              <p:cNvSpPr>
                <a:spLocks noEditPoints="1"/>
              </p:cNvSpPr>
              <p:nvPr/>
            </p:nvSpPr>
            <p:spPr bwMode="auto">
              <a:xfrm>
                <a:off x="4277556" y="3294449"/>
                <a:ext cx="2124000" cy="2124000"/>
              </a:xfrm>
              <a:custGeom>
                <a:avLst/>
                <a:gdLst>
                  <a:gd name="T0" fmla="*/ 2 w 557"/>
                  <a:gd name="T1" fmla="*/ 281 h 557"/>
                  <a:gd name="T2" fmla="*/ 281 w 557"/>
                  <a:gd name="T3" fmla="*/ 555 h 557"/>
                  <a:gd name="T4" fmla="*/ 556 w 557"/>
                  <a:gd name="T5" fmla="*/ 275 h 557"/>
                  <a:gd name="T6" fmla="*/ 276 w 557"/>
                  <a:gd name="T7" fmla="*/ 1 h 557"/>
                  <a:gd name="T8" fmla="*/ 2 w 557"/>
                  <a:gd name="T9" fmla="*/ 281 h 557"/>
                  <a:gd name="T10" fmla="*/ 22 w 557"/>
                  <a:gd name="T11" fmla="*/ 281 h 557"/>
                  <a:gd name="T12" fmla="*/ 276 w 557"/>
                  <a:gd name="T13" fmla="*/ 22 h 557"/>
                  <a:gd name="T14" fmla="*/ 535 w 557"/>
                  <a:gd name="T15" fmla="*/ 276 h 557"/>
                  <a:gd name="T16" fmla="*/ 281 w 557"/>
                  <a:gd name="T17" fmla="*/ 534 h 557"/>
                  <a:gd name="T18" fmla="*/ 22 w 557"/>
                  <a:gd name="T19" fmla="*/ 281 h 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7" h="557">
                    <a:moveTo>
                      <a:pt x="2" y="281"/>
                    </a:moveTo>
                    <a:cubicBezTo>
                      <a:pt x="3" y="434"/>
                      <a:pt x="129" y="557"/>
                      <a:pt x="281" y="555"/>
                    </a:cubicBezTo>
                    <a:cubicBezTo>
                      <a:pt x="434" y="554"/>
                      <a:pt x="557" y="428"/>
                      <a:pt x="556" y="275"/>
                    </a:cubicBezTo>
                    <a:cubicBezTo>
                      <a:pt x="555" y="123"/>
                      <a:pt x="429" y="0"/>
                      <a:pt x="276" y="1"/>
                    </a:cubicBezTo>
                    <a:cubicBezTo>
                      <a:pt x="123" y="2"/>
                      <a:pt x="0" y="128"/>
                      <a:pt x="2" y="281"/>
                    </a:cubicBezTo>
                    <a:close/>
                    <a:moveTo>
                      <a:pt x="22" y="281"/>
                    </a:moveTo>
                    <a:cubicBezTo>
                      <a:pt x="21" y="139"/>
                      <a:pt x="135" y="23"/>
                      <a:pt x="276" y="22"/>
                    </a:cubicBezTo>
                    <a:cubicBezTo>
                      <a:pt x="418" y="20"/>
                      <a:pt x="534" y="134"/>
                      <a:pt x="535" y="276"/>
                    </a:cubicBezTo>
                    <a:cubicBezTo>
                      <a:pt x="537" y="417"/>
                      <a:pt x="423" y="533"/>
                      <a:pt x="281" y="534"/>
                    </a:cubicBezTo>
                    <a:cubicBezTo>
                      <a:pt x="140" y="536"/>
                      <a:pt x="24" y="422"/>
                      <a:pt x="22" y="281"/>
                    </a:cubicBezTo>
                    <a:close/>
                  </a:path>
                </a:pathLst>
              </a:custGeom>
              <a:gradFill flip="none" rotWithShape="1">
                <a:gsLst>
                  <a:gs pos="100000">
                    <a:srgbClr val="FFFFFF"/>
                  </a:gs>
                  <a:gs pos="0">
                    <a:srgbClr val="DEDEDE"/>
                  </a:gs>
                </a:gsLst>
                <a:lin ang="81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2" name="组合 112"/>
            <p:cNvGrpSpPr/>
            <p:nvPr/>
          </p:nvGrpSpPr>
          <p:grpSpPr>
            <a:xfrm>
              <a:off x="0" y="4256465"/>
              <a:ext cx="1661714" cy="1661712"/>
              <a:chOff x="4057650" y="3074543"/>
              <a:chExt cx="2563812" cy="2563812"/>
            </a:xfrm>
          </p:grpSpPr>
          <p:sp>
            <p:nvSpPr>
              <p:cNvPr id="99" name="Oval 78"/>
              <p:cNvSpPr>
                <a:spLocks noChangeArrowheads="1"/>
              </p:cNvSpPr>
              <p:nvPr/>
            </p:nvSpPr>
            <p:spPr bwMode="auto">
              <a:xfrm>
                <a:off x="4289425" y="3307112"/>
                <a:ext cx="2100262" cy="2098675"/>
              </a:xfrm>
              <a:prstGeom prst="ellipse">
                <a:avLst/>
              </a:prstGeom>
              <a:solidFill>
                <a:srgbClr val="FFFFFF"/>
              </a:solidFill>
              <a:ln w="57150">
                <a:noFill/>
              </a:ln>
              <a:effectLst>
                <a:innerShdw blurRad="292100" dist="76200" dir="18900000">
                  <a:schemeClr val="tx1">
                    <a:lumMod val="85000"/>
                    <a:lumOff val="15000"/>
                    <a:alpha val="27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00" name="Freeform 83"/>
              <p:cNvSpPr>
                <a:spLocks noEditPoints="1"/>
              </p:cNvSpPr>
              <p:nvPr/>
            </p:nvSpPr>
            <p:spPr bwMode="auto">
              <a:xfrm>
                <a:off x="4057650" y="3074543"/>
                <a:ext cx="2563812" cy="2563812"/>
              </a:xfrm>
              <a:custGeom>
                <a:avLst/>
                <a:gdLst>
                  <a:gd name="T0" fmla="*/ 3 w 1165"/>
                  <a:gd name="T1" fmla="*/ 588 h 1165"/>
                  <a:gd name="T2" fmla="*/ 588 w 1165"/>
                  <a:gd name="T3" fmla="*/ 1162 h 1165"/>
                  <a:gd name="T4" fmla="*/ 1162 w 1165"/>
                  <a:gd name="T5" fmla="*/ 577 h 1165"/>
                  <a:gd name="T6" fmla="*/ 577 w 1165"/>
                  <a:gd name="T7" fmla="*/ 3 h 1165"/>
                  <a:gd name="T8" fmla="*/ 3 w 1165"/>
                  <a:gd name="T9" fmla="*/ 588 h 1165"/>
                  <a:gd name="T10" fmla="*/ 122 w 1165"/>
                  <a:gd name="T11" fmla="*/ 587 h 1165"/>
                  <a:gd name="T12" fmla="*/ 578 w 1165"/>
                  <a:gd name="T13" fmla="*/ 122 h 1165"/>
                  <a:gd name="T14" fmla="*/ 1044 w 1165"/>
                  <a:gd name="T15" fmla="*/ 578 h 1165"/>
                  <a:gd name="T16" fmla="*/ 587 w 1165"/>
                  <a:gd name="T17" fmla="*/ 1043 h 1165"/>
                  <a:gd name="T18" fmla="*/ 122 w 1165"/>
                  <a:gd name="T19" fmla="*/ 587 h 1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5" h="1165">
                    <a:moveTo>
                      <a:pt x="3" y="588"/>
                    </a:moveTo>
                    <a:cubicBezTo>
                      <a:pt x="6" y="908"/>
                      <a:pt x="268" y="1165"/>
                      <a:pt x="588" y="1162"/>
                    </a:cubicBezTo>
                    <a:cubicBezTo>
                      <a:pt x="908" y="1159"/>
                      <a:pt x="1165" y="897"/>
                      <a:pt x="1162" y="577"/>
                    </a:cubicBezTo>
                    <a:cubicBezTo>
                      <a:pt x="1159" y="257"/>
                      <a:pt x="897" y="0"/>
                      <a:pt x="577" y="3"/>
                    </a:cubicBezTo>
                    <a:cubicBezTo>
                      <a:pt x="257" y="6"/>
                      <a:pt x="0" y="268"/>
                      <a:pt x="3" y="588"/>
                    </a:cubicBezTo>
                    <a:close/>
                    <a:moveTo>
                      <a:pt x="122" y="587"/>
                    </a:moveTo>
                    <a:cubicBezTo>
                      <a:pt x="119" y="332"/>
                      <a:pt x="324" y="124"/>
                      <a:pt x="578" y="122"/>
                    </a:cubicBezTo>
                    <a:cubicBezTo>
                      <a:pt x="833" y="119"/>
                      <a:pt x="1041" y="324"/>
                      <a:pt x="1044" y="578"/>
                    </a:cubicBezTo>
                    <a:cubicBezTo>
                      <a:pt x="1046" y="833"/>
                      <a:pt x="842" y="1041"/>
                      <a:pt x="587" y="1043"/>
                    </a:cubicBezTo>
                    <a:cubicBezTo>
                      <a:pt x="332" y="1046"/>
                      <a:pt x="124" y="841"/>
                      <a:pt x="122" y="587"/>
                    </a:cubicBezTo>
                    <a:close/>
                  </a:path>
                </a:pathLst>
              </a:custGeom>
              <a:gradFill flip="none" rotWithShape="1">
                <a:gsLst>
                  <a:gs pos="100000">
                    <a:schemeClr val="bg1"/>
                  </a:gs>
                  <a:gs pos="0">
                    <a:srgbClr val="DEDEE0"/>
                  </a:gs>
                </a:gsLst>
                <a:lin ang="18900000" scaled="1"/>
                <a:tileRect/>
              </a:gradFill>
              <a:ln>
                <a:noFill/>
              </a:ln>
              <a:effectLst>
                <a:outerShdw blurRad="127000" dist="38100" dir="8100000" algn="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01" name="Freeform 102"/>
              <p:cNvSpPr>
                <a:spLocks noEditPoints="1"/>
              </p:cNvSpPr>
              <p:nvPr/>
            </p:nvSpPr>
            <p:spPr bwMode="auto">
              <a:xfrm>
                <a:off x="4277556" y="3294449"/>
                <a:ext cx="2124000" cy="2124000"/>
              </a:xfrm>
              <a:custGeom>
                <a:avLst/>
                <a:gdLst>
                  <a:gd name="T0" fmla="*/ 2 w 557"/>
                  <a:gd name="T1" fmla="*/ 281 h 557"/>
                  <a:gd name="T2" fmla="*/ 281 w 557"/>
                  <a:gd name="T3" fmla="*/ 555 h 557"/>
                  <a:gd name="T4" fmla="*/ 556 w 557"/>
                  <a:gd name="T5" fmla="*/ 275 h 557"/>
                  <a:gd name="T6" fmla="*/ 276 w 557"/>
                  <a:gd name="T7" fmla="*/ 1 h 557"/>
                  <a:gd name="T8" fmla="*/ 2 w 557"/>
                  <a:gd name="T9" fmla="*/ 281 h 557"/>
                  <a:gd name="T10" fmla="*/ 22 w 557"/>
                  <a:gd name="T11" fmla="*/ 281 h 557"/>
                  <a:gd name="T12" fmla="*/ 276 w 557"/>
                  <a:gd name="T13" fmla="*/ 22 h 557"/>
                  <a:gd name="T14" fmla="*/ 535 w 557"/>
                  <a:gd name="T15" fmla="*/ 276 h 557"/>
                  <a:gd name="T16" fmla="*/ 281 w 557"/>
                  <a:gd name="T17" fmla="*/ 534 h 557"/>
                  <a:gd name="T18" fmla="*/ 22 w 557"/>
                  <a:gd name="T19" fmla="*/ 281 h 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7" h="557">
                    <a:moveTo>
                      <a:pt x="2" y="281"/>
                    </a:moveTo>
                    <a:cubicBezTo>
                      <a:pt x="3" y="434"/>
                      <a:pt x="129" y="557"/>
                      <a:pt x="281" y="555"/>
                    </a:cubicBezTo>
                    <a:cubicBezTo>
                      <a:pt x="434" y="554"/>
                      <a:pt x="557" y="428"/>
                      <a:pt x="556" y="275"/>
                    </a:cubicBezTo>
                    <a:cubicBezTo>
                      <a:pt x="555" y="123"/>
                      <a:pt x="429" y="0"/>
                      <a:pt x="276" y="1"/>
                    </a:cubicBezTo>
                    <a:cubicBezTo>
                      <a:pt x="123" y="2"/>
                      <a:pt x="0" y="128"/>
                      <a:pt x="2" y="281"/>
                    </a:cubicBezTo>
                    <a:close/>
                    <a:moveTo>
                      <a:pt x="22" y="281"/>
                    </a:moveTo>
                    <a:cubicBezTo>
                      <a:pt x="21" y="139"/>
                      <a:pt x="135" y="23"/>
                      <a:pt x="276" y="22"/>
                    </a:cubicBezTo>
                    <a:cubicBezTo>
                      <a:pt x="418" y="20"/>
                      <a:pt x="534" y="134"/>
                      <a:pt x="535" y="276"/>
                    </a:cubicBezTo>
                    <a:cubicBezTo>
                      <a:pt x="537" y="417"/>
                      <a:pt x="423" y="533"/>
                      <a:pt x="281" y="534"/>
                    </a:cubicBezTo>
                    <a:cubicBezTo>
                      <a:pt x="140" y="536"/>
                      <a:pt x="24" y="422"/>
                      <a:pt x="22" y="281"/>
                    </a:cubicBezTo>
                    <a:close/>
                  </a:path>
                </a:pathLst>
              </a:custGeom>
              <a:gradFill flip="none" rotWithShape="1">
                <a:gsLst>
                  <a:gs pos="100000">
                    <a:srgbClr val="FFFFFF"/>
                  </a:gs>
                  <a:gs pos="0">
                    <a:srgbClr val="DEDEDE"/>
                  </a:gs>
                </a:gsLst>
                <a:lin ang="81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63" name="Oval 78"/>
            <p:cNvSpPr>
              <a:spLocks noChangeArrowheads="1"/>
            </p:cNvSpPr>
            <p:nvPr/>
          </p:nvSpPr>
          <p:spPr bwMode="auto">
            <a:xfrm>
              <a:off x="3152167" y="3975363"/>
              <a:ext cx="2308224" cy="2306477"/>
            </a:xfrm>
            <a:prstGeom prst="ellipse">
              <a:avLst/>
            </a:prstGeom>
            <a:solidFill>
              <a:srgbClr val="FFFFFF"/>
            </a:solidFill>
            <a:ln w="57150">
              <a:noFill/>
            </a:ln>
            <a:effectLst>
              <a:innerShdw blurRad="330200">
                <a:prstClr val="black">
                  <a:alpha val="82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64" name="Freeform 102"/>
            <p:cNvSpPr>
              <a:spLocks noEditPoints="1"/>
            </p:cNvSpPr>
            <p:nvPr/>
          </p:nvSpPr>
          <p:spPr bwMode="auto">
            <a:xfrm>
              <a:off x="3139122" y="3961447"/>
              <a:ext cx="2334312" cy="2334310"/>
            </a:xfrm>
            <a:custGeom>
              <a:avLst/>
              <a:gdLst>
                <a:gd name="T0" fmla="*/ 2 w 557"/>
                <a:gd name="T1" fmla="*/ 281 h 557"/>
                <a:gd name="T2" fmla="*/ 281 w 557"/>
                <a:gd name="T3" fmla="*/ 555 h 557"/>
                <a:gd name="T4" fmla="*/ 556 w 557"/>
                <a:gd name="T5" fmla="*/ 275 h 557"/>
                <a:gd name="T6" fmla="*/ 276 w 557"/>
                <a:gd name="T7" fmla="*/ 1 h 557"/>
                <a:gd name="T8" fmla="*/ 2 w 557"/>
                <a:gd name="T9" fmla="*/ 281 h 557"/>
                <a:gd name="T10" fmla="*/ 22 w 557"/>
                <a:gd name="T11" fmla="*/ 281 h 557"/>
                <a:gd name="T12" fmla="*/ 276 w 557"/>
                <a:gd name="T13" fmla="*/ 22 h 557"/>
                <a:gd name="T14" fmla="*/ 535 w 557"/>
                <a:gd name="T15" fmla="*/ 276 h 557"/>
                <a:gd name="T16" fmla="*/ 281 w 557"/>
                <a:gd name="T17" fmla="*/ 534 h 557"/>
                <a:gd name="T18" fmla="*/ 22 w 557"/>
                <a:gd name="T19" fmla="*/ 281 h 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7" h="557">
                  <a:moveTo>
                    <a:pt x="2" y="281"/>
                  </a:moveTo>
                  <a:cubicBezTo>
                    <a:pt x="3" y="434"/>
                    <a:pt x="129" y="557"/>
                    <a:pt x="281" y="555"/>
                  </a:cubicBezTo>
                  <a:cubicBezTo>
                    <a:pt x="434" y="554"/>
                    <a:pt x="557" y="428"/>
                    <a:pt x="556" y="275"/>
                  </a:cubicBezTo>
                  <a:cubicBezTo>
                    <a:pt x="555" y="123"/>
                    <a:pt x="429" y="0"/>
                    <a:pt x="276" y="1"/>
                  </a:cubicBezTo>
                  <a:cubicBezTo>
                    <a:pt x="123" y="2"/>
                    <a:pt x="0" y="128"/>
                    <a:pt x="2" y="281"/>
                  </a:cubicBezTo>
                  <a:close/>
                  <a:moveTo>
                    <a:pt x="22" y="281"/>
                  </a:moveTo>
                  <a:cubicBezTo>
                    <a:pt x="21" y="139"/>
                    <a:pt x="135" y="23"/>
                    <a:pt x="276" y="22"/>
                  </a:cubicBezTo>
                  <a:cubicBezTo>
                    <a:pt x="418" y="20"/>
                    <a:pt x="534" y="134"/>
                    <a:pt x="535" y="276"/>
                  </a:cubicBezTo>
                  <a:cubicBezTo>
                    <a:pt x="537" y="417"/>
                    <a:pt x="423" y="533"/>
                    <a:pt x="281" y="534"/>
                  </a:cubicBezTo>
                  <a:cubicBezTo>
                    <a:pt x="140" y="536"/>
                    <a:pt x="24" y="422"/>
                    <a:pt x="22" y="281"/>
                  </a:cubicBezTo>
                  <a:close/>
                </a:path>
              </a:pathLst>
            </a:custGeom>
            <a:gradFill flip="none" rotWithShape="1">
              <a:gsLst>
                <a:gs pos="100000">
                  <a:srgbClr val="FFFFFF"/>
                </a:gs>
                <a:gs pos="0">
                  <a:srgbClr val="DEDEDE"/>
                </a:gs>
              </a:gsLst>
              <a:lin ang="81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5" name="任意多边形 116"/>
            <p:cNvSpPr>
              <a:spLocks/>
            </p:cNvSpPr>
            <p:nvPr/>
          </p:nvSpPr>
          <p:spPr bwMode="auto">
            <a:xfrm>
              <a:off x="3935610" y="4054772"/>
              <a:ext cx="772820" cy="185399"/>
            </a:xfrm>
            <a:custGeom>
              <a:avLst/>
              <a:gdLst>
                <a:gd name="connsiteX0" fmla="*/ 337273 w 703192"/>
                <a:gd name="connsiteY0" fmla="*/ 0 h 168696"/>
                <a:gd name="connsiteX1" fmla="*/ 534189 w 703192"/>
                <a:gd name="connsiteY1" fmla="*/ 19851 h 168696"/>
                <a:gd name="connsiteX2" fmla="*/ 565357 w 703192"/>
                <a:gd name="connsiteY2" fmla="*/ 27865 h 168696"/>
                <a:gd name="connsiteX3" fmla="*/ 582278 w 703192"/>
                <a:gd name="connsiteY3" fmla="*/ 90563 h 168696"/>
                <a:gd name="connsiteX4" fmla="*/ 703192 w 703192"/>
                <a:gd name="connsiteY4" fmla="*/ 168696 h 168696"/>
                <a:gd name="connsiteX5" fmla="*/ 129398 w 703192"/>
                <a:gd name="connsiteY5" fmla="*/ 168696 h 168696"/>
                <a:gd name="connsiteX6" fmla="*/ 8209 w 703192"/>
                <a:gd name="connsiteY6" fmla="*/ 90563 h 168696"/>
                <a:gd name="connsiteX7" fmla="*/ 0 w 703192"/>
                <a:gd name="connsiteY7" fmla="*/ 61027 h 168696"/>
                <a:gd name="connsiteX8" fmla="*/ 46719 w 703192"/>
                <a:gd name="connsiteY8" fmla="*/ 43928 h 168696"/>
                <a:gd name="connsiteX9" fmla="*/ 337273 w 703192"/>
                <a:gd name="connsiteY9" fmla="*/ 0 h 16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3192" h="168696">
                  <a:moveTo>
                    <a:pt x="337273" y="0"/>
                  </a:moveTo>
                  <a:cubicBezTo>
                    <a:pt x="404727" y="0"/>
                    <a:pt x="470584" y="6835"/>
                    <a:pt x="534189" y="19851"/>
                  </a:cubicBezTo>
                  <a:lnTo>
                    <a:pt x="565357" y="27865"/>
                  </a:lnTo>
                  <a:lnTo>
                    <a:pt x="582278" y="90563"/>
                  </a:lnTo>
                  <a:cubicBezTo>
                    <a:pt x="603713" y="137774"/>
                    <a:pt x="640537" y="168696"/>
                    <a:pt x="703192" y="168696"/>
                  </a:cubicBezTo>
                  <a:cubicBezTo>
                    <a:pt x="129398" y="168696"/>
                    <a:pt x="129398" y="168696"/>
                    <a:pt x="129398" y="168696"/>
                  </a:cubicBezTo>
                  <a:cubicBezTo>
                    <a:pt x="66743" y="168696"/>
                    <a:pt x="29919" y="137774"/>
                    <a:pt x="8209" y="90563"/>
                  </a:cubicBezTo>
                  <a:lnTo>
                    <a:pt x="0" y="61027"/>
                  </a:lnTo>
                  <a:lnTo>
                    <a:pt x="46719" y="43928"/>
                  </a:lnTo>
                  <a:cubicBezTo>
                    <a:pt x="138505" y="15379"/>
                    <a:pt x="236093" y="0"/>
                    <a:pt x="337273" y="0"/>
                  </a:cubicBezTo>
                  <a:close/>
                </a:path>
              </a:pathLst>
            </a:custGeom>
            <a:solidFill>
              <a:srgbClr val="FF8900"/>
            </a:solidFill>
            <a:ln w="38100" cap="flat">
              <a:noFill/>
              <a:prstDash val="solid"/>
              <a:miter lim="800000"/>
              <a:headEnd/>
              <a:tailEnd/>
            </a:ln>
            <a:effectLst>
              <a:innerShdw blurRad="63500" dist="25400" dir="16200000">
                <a:prstClr val="black">
                  <a:alpha val="31000"/>
                </a:prstClr>
              </a:innerShdw>
            </a:effectLst>
          </p:spPr>
          <p:txBody>
            <a:bodyPr vert="horz" wrap="square" lIns="91440" tIns="45720" rIns="91440" bIns="45720" numCol="1" anchor="t" anchorCtr="0" compatLnSpc="1">
              <a:prstTxWarp prst="textNoShape">
                <a:avLst/>
              </a:prstTxWarp>
              <a:noAutofit/>
            </a:bodyPr>
            <a:lstStyle/>
            <a:p>
              <a:endParaRPr lang="zh-CN" altLang="en-US"/>
            </a:p>
          </p:txBody>
        </p:sp>
        <p:sp>
          <p:nvSpPr>
            <p:cNvPr id="66" name="任意多边形 117"/>
            <p:cNvSpPr/>
            <p:nvPr/>
          </p:nvSpPr>
          <p:spPr>
            <a:xfrm>
              <a:off x="3232448" y="4941538"/>
              <a:ext cx="179676" cy="602193"/>
            </a:xfrm>
            <a:custGeom>
              <a:avLst/>
              <a:gdLst>
                <a:gd name="connsiteX0" fmla="*/ 163488 w 163488"/>
                <a:gd name="connsiteY0" fmla="*/ 0 h 547939"/>
                <a:gd name="connsiteX1" fmla="*/ 163488 w 163488"/>
                <a:gd name="connsiteY1" fmla="*/ 446887 h 547939"/>
                <a:gd name="connsiteX2" fmla="*/ 102304 w 163488"/>
                <a:gd name="connsiteY2" fmla="*/ 540722 h 547939"/>
                <a:gd name="connsiteX3" fmla="*/ 75834 w 163488"/>
                <a:gd name="connsiteY3" fmla="*/ 547939 h 547939"/>
                <a:gd name="connsiteX4" fmla="*/ 43928 w 163488"/>
                <a:gd name="connsiteY4" fmla="*/ 460765 h 547939"/>
                <a:gd name="connsiteX5" fmla="*/ 0 w 163488"/>
                <a:gd name="connsiteY5" fmla="*/ 170211 h 547939"/>
                <a:gd name="connsiteX6" fmla="*/ 2847 w 163488"/>
                <a:gd name="connsiteY6" fmla="*/ 113839 h 547939"/>
                <a:gd name="connsiteX7" fmla="*/ 38845 w 163488"/>
                <a:gd name="connsiteY7" fmla="*/ 111137 h 547939"/>
                <a:gd name="connsiteX8" fmla="*/ 163488 w 163488"/>
                <a:gd name="connsiteY8" fmla="*/ 0 h 547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88" h="547939">
                  <a:moveTo>
                    <a:pt x="163488" y="0"/>
                  </a:moveTo>
                  <a:cubicBezTo>
                    <a:pt x="163488" y="446887"/>
                    <a:pt x="163488" y="446887"/>
                    <a:pt x="163488" y="446887"/>
                  </a:cubicBezTo>
                  <a:cubicBezTo>
                    <a:pt x="163488" y="495318"/>
                    <a:pt x="139235" y="523937"/>
                    <a:pt x="102304" y="540722"/>
                  </a:cubicBezTo>
                  <a:lnTo>
                    <a:pt x="75834" y="547939"/>
                  </a:lnTo>
                  <a:lnTo>
                    <a:pt x="43928" y="460765"/>
                  </a:lnTo>
                  <a:cubicBezTo>
                    <a:pt x="15380" y="368979"/>
                    <a:pt x="0" y="271391"/>
                    <a:pt x="0" y="170211"/>
                  </a:cubicBezTo>
                  <a:lnTo>
                    <a:pt x="2847" y="113839"/>
                  </a:lnTo>
                  <a:lnTo>
                    <a:pt x="38845" y="111137"/>
                  </a:lnTo>
                  <a:cubicBezTo>
                    <a:pt x="108918" y="100715"/>
                    <a:pt x="163488" y="72647"/>
                    <a:pt x="163488" y="0"/>
                  </a:cubicBezTo>
                  <a:close/>
                </a:path>
              </a:pathLst>
            </a:custGeom>
            <a:solidFill>
              <a:srgbClr val="6D5DA5"/>
            </a:solidFill>
            <a:ln w="38100" cap="flat">
              <a:noFill/>
              <a:prstDash val="solid"/>
              <a:miter lim="800000"/>
              <a:headEnd/>
              <a:tailEnd/>
            </a:ln>
            <a:effectLst>
              <a:innerShdw blurRad="63500" dist="25400" dir="10800000">
                <a:schemeClr val="tx1">
                  <a:lumMod val="65000"/>
                  <a:lumOff val="35000"/>
                  <a:alpha val="31000"/>
                </a:schemeClr>
              </a:innerShdw>
            </a:effectLst>
          </p:spPr>
          <p:txBody>
            <a:bodyPr vert="horz" wrap="square" lIns="91440" tIns="45720" rIns="91440" bIns="45720" numCol="1" anchor="t" anchorCtr="0" compatLnSpc="1">
              <a:prstTxWarp prst="textNoShape">
                <a:avLst/>
              </a:prstTxWarp>
              <a:noAutofit/>
            </a:bodyPr>
            <a:lstStyle/>
            <a:p>
              <a:endParaRPr lang="zh-CN" altLang="en-US" dirty="0">
                <a:solidFill>
                  <a:schemeClr val="tx1"/>
                </a:solidFill>
              </a:endParaRPr>
            </a:p>
          </p:txBody>
        </p:sp>
        <p:grpSp>
          <p:nvGrpSpPr>
            <p:cNvPr id="67" name="组合 119"/>
            <p:cNvGrpSpPr/>
            <p:nvPr/>
          </p:nvGrpSpPr>
          <p:grpSpPr>
            <a:xfrm>
              <a:off x="381555" y="4741016"/>
              <a:ext cx="797907" cy="760797"/>
              <a:chOff x="5332413" y="374650"/>
              <a:chExt cx="477837" cy="455613"/>
            </a:xfrm>
            <a:solidFill>
              <a:srgbClr val="6D5DA5"/>
            </a:solidFill>
          </p:grpSpPr>
          <p:sp>
            <p:nvSpPr>
              <p:cNvPr id="91" name="Oval 118"/>
              <p:cNvSpPr>
                <a:spLocks noChangeArrowheads="1"/>
              </p:cNvSpPr>
              <p:nvPr/>
            </p:nvSpPr>
            <p:spPr bwMode="auto">
              <a:xfrm>
                <a:off x="5511800" y="754063"/>
                <a:ext cx="76200" cy="76200"/>
              </a:xfrm>
              <a:prstGeom prst="ellipse">
                <a:avLst/>
              </a:prstGeom>
              <a:grp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2" name="Oval 119"/>
              <p:cNvSpPr>
                <a:spLocks noChangeArrowheads="1"/>
              </p:cNvSpPr>
              <p:nvPr/>
            </p:nvSpPr>
            <p:spPr bwMode="auto">
              <a:xfrm>
                <a:off x="5697538" y="754063"/>
                <a:ext cx="73025" cy="76200"/>
              </a:xfrm>
              <a:prstGeom prst="ellipse">
                <a:avLst/>
              </a:prstGeom>
              <a:grp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3" name="Oval 120"/>
              <p:cNvSpPr>
                <a:spLocks noChangeArrowheads="1"/>
              </p:cNvSpPr>
              <p:nvPr/>
            </p:nvSpPr>
            <p:spPr bwMode="auto">
              <a:xfrm>
                <a:off x="5537200" y="541338"/>
                <a:ext cx="46037" cy="46037"/>
              </a:xfrm>
              <a:prstGeom prst="ellipse">
                <a:avLst/>
              </a:prstGeom>
              <a:grp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4" name="Oval 121"/>
              <p:cNvSpPr>
                <a:spLocks noChangeArrowheads="1"/>
              </p:cNvSpPr>
              <p:nvPr/>
            </p:nvSpPr>
            <p:spPr bwMode="auto">
              <a:xfrm>
                <a:off x="5694363" y="541338"/>
                <a:ext cx="47625" cy="46037"/>
              </a:xfrm>
              <a:prstGeom prst="ellipse">
                <a:avLst/>
              </a:prstGeom>
              <a:grp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5" name="Oval 122"/>
              <p:cNvSpPr>
                <a:spLocks noChangeArrowheads="1"/>
              </p:cNvSpPr>
              <p:nvPr/>
            </p:nvSpPr>
            <p:spPr bwMode="auto">
              <a:xfrm>
                <a:off x="5578475" y="615950"/>
                <a:ext cx="46037" cy="46037"/>
              </a:xfrm>
              <a:prstGeom prst="ellipse">
                <a:avLst/>
              </a:prstGeom>
              <a:grp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6" name="Oval 123"/>
              <p:cNvSpPr>
                <a:spLocks noChangeArrowheads="1"/>
              </p:cNvSpPr>
              <p:nvPr/>
            </p:nvSpPr>
            <p:spPr bwMode="auto">
              <a:xfrm>
                <a:off x="5657850" y="615950"/>
                <a:ext cx="46037" cy="46037"/>
              </a:xfrm>
              <a:prstGeom prst="ellipse">
                <a:avLst/>
              </a:prstGeom>
              <a:grp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7" name="Freeform 124"/>
              <p:cNvSpPr>
                <a:spLocks/>
              </p:cNvSpPr>
              <p:nvPr/>
            </p:nvSpPr>
            <p:spPr bwMode="auto">
              <a:xfrm>
                <a:off x="5332413" y="450850"/>
                <a:ext cx="477837" cy="277812"/>
              </a:xfrm>
              <a:custGeom>
                <a:avLst/>
                <a:gdLst>
                  <a:gd name="T0" fmla="*/ 216 w 217"/>
                  <a:gd name="T1" fmla="*/ 46 h 126"/>
                  <a:gd name="T2" fmla="*/ 217 w 217"/>
                  <a:gd name="T3" fmla="*/ 48 h 126"/>
                  <a:gd name="T4" fmla="*/ 191 w 217"/>
                  <a:gd name="T5" fmla="*/ 125 h 126"/>
                  <a:gd name="T6" fmla="*/ 189 w 217"/>
                  <a:gd name="T7" fmla="*/ 126 h 126"/>
                  <a:gd name="T8" fmla="*/ 91 w 217"/>
                  <a:gd name="T9" fmla="*/ 126 h 126"/>
                  <a:gd name="T10" fmla="*/ 90 w 217"/>
                  <a:gd name="T11" fmla="*/ 125 h 126"/>
                  <a:gd name="T12" fmla="*/ 47 w 217"/>
                  <a:gd name="T13" fmla="*/ 19 h 126"/>
                  <a:gd name="T14" fmla="*/ 45 w 217"/>
                  <a:gd name="T15" fmla="*/ 17 h 126"/>
                  <a:gd name="T16" fmla="*/ 2 w 217"/>
                  <a:gd name="T17" fmla="*/ 17 h 126"/>
                  <a:gd name="T18" fmla="*/ 0 w 217"/>
                  <a:gd name="T19" fmla="*/ 17 h 126"/>
                  <a:gd name="T20" fmla="*/ 1 w 217"/>
                  <a:gd name="T21" fmla="*/ 1 h 126"/>
                  <a:gd name="T22" fmla="*/ 2 w 217"/>
                  <a:gd name="T23" fmla="*/ 0 h 126"/>
                  <a:gd name="T24" fmla="*/ 57 w 217"/>
                  <a:gd name="T25" fmla="*/ 0 h 126"/>
                  <a:gd name="T26" fmla="*/ 59 w 217"/>
                  <a:gd name="T27" fmla="*/ 1 h 126"/>
                  <a:gd name="T28" fmla="*/ 102 w 217"/>
                  <a:gd name="T29" fmla="*/ 107 h 126"/>
                  <a:gd name="T30" fmla="*/ 103 w 217"/>
                  <a:gd name="T31" fmla="*/ 108 h 126"/>
                  <a:gd name="T32" fmla="*/ 176 w 217"/>
                  <a:gd name="T33" fmla="*/ 108 h 126"/>
                  <a:gd name="T34" fmla="*/ 178 w 217"/>
                  <a:gd name="T35" fmla="*/ 107 h 126"/>
                  <a:gd name="T36" fmla="*/ 200 w 217"/>
                  <a:gd name="T37" fmla="*/ 42 h 126"/>
                  <a:gd name="T38" fmla="*/ 202 w 217"/>
                  <a:gd name="T39" fmla="*/ 41 h 126"/>
                  <a:gd name="T40" fmla="*/ 216 w 217"/>
                  <a:gd name="T41" fmla="*/ 4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7" h="126">
                    <a:moveTo>
                      <a:pt x="216" y="46"/>
                    </a:moveTo>
                    <a:cubicBezTo>
                      <a:pt x="217" y="47"/>
                      <a:pt x="217" y="47"/>
                      <a:pt x="217" y="48"/>
                    </a:cubicBezTo>
                    <a:cubicBezTo>
                      <a:pt x="191" y="125"/>
                      <a:pt x="191" y="125"/>
                      <a:pt x="191" y="125"/>
                    </a:cubicBezTo>
                    <a:cubicBezTo>
                      <a:pt x="191" y="126"/>
                      <a:pt x="190" y="126"/>
                      <a:pt x="189" y="126"/>
                    </a:cubicBezTo>
                    <a:cubicBezTo>
                      <a:pt x="91" y="126"/>
                      <a:pt x="91" y="126"/>
                      <a:pt x="91" y="126"/>
                    </a:cubicBezTo>
                    <a:cubicBezTo>
                      <a:pt x="91" y="126"/>
                      <a:pt x="90" y="126"/>
                      <a:pt x="90" y="125"/>
                    </a:cubicBezTo>
                    <a:cubicBezTo>
                      <a:pt x="47" y="19"/>
                      <a:pt x="47" y="19"/>
                      <a:pt x="47" y="19"/>
                    </a:cubicBezTo>
                    <a:cubicBezTo>
                      <a:pt x="47" y="18"/>
                      <a:pt x="46" y="17"/>
                      <a:pt x="45" y="17"/>
                    </a:cubicBezTo>
                    <a:cubicBezTo>
                      <a:pt x="2" y="17"/>
                      <a:pt x="2" y="17"/>
                      <a:pt x="2" y="17"/>
                    </a:cubicBezTo>
                    <a:cubicBezTo>
                      <a:pt x="1" y="17"/>
                      <a:pt x="0" y="17"/>
                      <a:pt x="0" y="17"/>
                    </a:cubicBezTo>
                    <a:cubicBezTo>
                      <a:pt x="1" y="1"/>
                      <a:pt x="1" y="1"/>
                      <a:pt x="1" y="1"/>
                    </a:cubicBezTo>
                    <a:cubicBezTo>
                      <a:pt x="1" y="0"/>
                      <a:pt x="1" y="0"/>
                      <a:pt x="2" y="0"/>
                    </a:cubicBezTo>
                    <a:cubicBezTo>
                      <a:pt x="57" y="0"/>
                      <a:pt x="57" y="0"/>
                      <a:pt x="57" y="0"/>
                    </a:cubicBezTo>
                    <a:cubicBezTo>
                      <a:pt x="58" y="0"/>
                      <a:pt x="58" y="0"/>
                      <a:pt x="59" y="1"/>
                    </a:cubicBezTo>
                    <a:cubicBezTo>
                      <a:pt x="102" y="107"/>
                      <a:pt x="102" y="107"/>
                      <a:pt x="102" y="107"/>
                    </a:cubicBezTo>
                    <a:cubicBezTo>
                      <a:pt x="102" y="108"/>
                      <a:pt x="103" y="108"/>
                      <a:pt x="103" y="108"/>
                    </a:cubicBezTo>
                    <a:cubicBezTo>
                      <a:pt x="176" y="108"/>
                      <a:pt x="176" y="108"/>
                      <a:pt x="176" y="108"/>
                    </a:cubicBezTo>
                    <a:cubicBezTo>
                      <a:pt x="177" y="108"/>
                      <a:pt x="178" y="108"/>
                      <a:pt x="178" y="107"/>
                    </a:cubicBezTo>
                    <a:cubicBezTo>
                      <a:pt x="200" y="42"/>
                      <a:pt x="200" y="42"/>
                      <a:pt x="200" y="42"/>
                    </a:cubicBezTo>
                    <a:cubicBezTo>
                      <a:pt x="200" y="42"/>
                      <a:pt x="201" y="41"/>
                      <a:pt x="202" y="41"/>
                    </a:cubicBezTo>
                    <a:lnTo>
                      <a:pt x="216" y="46"/>
                    </a:lnTo>
                    <a:close/>
                  </a:path>
                </a:pathLst>
              </a:custGeom>
              <a:grp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8" name="Freeform 125"/>
              <p:cNvSpPr>
                <a:spLocks/>
              </p:cNvSpPr>
              <p:nvPr/>
            </p:nvSpPr>
            <p:spPr bwMode="auto">
              <a:xfrm>
                <a:off x="5594350" y="374650"/>
                <a:ext cx="93662" cy="230187"/>
              </a:xfrm>
              <a:custGeom>
                <a:avLst/>
                <a:gdLst>
                  <a:gd name="T0" fmla="*/ 14 w 43"/>
                  <a:gd name="T1" fmla="*/ 105 h 105"/>
                  <a:gd name="T2" fmla="*/ 13 w 43"/>
                  <a:gd name="T3" fmla="*/ 104 h 105"/>
                  <a:gd name="T4" fmla="*/ 13 w 43"/>
                  <a:gd name="T5" fmla="*/ 38 h 105"/>
                  <a:gd name="T6" fmla="*/ 12 w 43"/>
                  <a:gd name="T7" fmla="*/ 37 h 105"/>
                  <a:gd name="T8" fmla="*/ 1 w 43"/>
                  <a:gd name="T9" fmla="*/ 37 h 105"/>
                  <a:gd name="T10" fmla="*/ 0 w 43"/>
                  <a:gd name="T11" fmla="*/ 36 h 105"/>
                  <a:gd name="T12" fmla="*/ 21 w 43"/>
                  <a:gd name="T13" fmla="*/ 1 h 105"/>
                  <a:gd name="T14" fmla="*/ 22 w 43"/>
                  <a:gd name="T15" fmla="*/ 1 h 105"/>
                  <a:gd name="T16" fmla="*/ 43 w 43"/>
                  <a:gd name="T17" fmla="*/ 36 h 105"/>
                  <a:gd name="T18" fmla="*/ 42 w 43"/>
                  <a:gd name="T19" fmla="*/ 37 h 105"/>
                  <a:gd name="T20" fmla="*/ 31 w 43"/>
                  <a:gd name="T21" fmla="*/ 37 h 105"/>
                  <a:gd name="T22" fmla="*/ 30 w 43"/>
                  <a:gd name="T23" fmla="*/ 38 h 105"/>
                  <a:gd name="T24" fmla="*/ 30 w 43"/>
                  <a:gd name="T25" fmla="*/ 104 h 105"/>
                  <a:gd name="T26" fmla="*/ 29 w 43"/>
                  <a:gd name="T27" fmla="*/ 105 h 105"/>
                  <a:gd name="T28" fmla="*/ 14 w 43"/>
                  <a:gd name="T29"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 h="105">
                    <a:moveTo>
                      <a:pt x="14" y="105"/>
                    </a:moveTo>
                    <a:cubicBezTo>
                      <a:pt x="13" y="105"/>
                      <a:pt x="13" y="104"/>
                      <a:pt x="13" y="104"/>
                    </a:cubicBezTo>
                    <a:cubicBezTo>
                      <a:pt x="13" y="38"/>
                      <a:pt x="13" y="38"/>
                      <a:pt x="13" y="38"/>
                    </a:cubicBezTo>
                    <a:cubicBezTo>
                      <a:pt x="13" y="37"/>
                      <a:pt x="12" y="37"/>
                      <a:pt x="12" y="37"/>
                    </a:cubicBezTo>
                    <a:cubicBezTo>
                      <a:pt x="1" y="37"/>
                      <a:pt x="1" y="37"/>
                      <a:pt x="1" y="37"/>
                    </a:cubicBezTo>
                    <a:cubicBezTo>
                      <a:pt x="0" y="37"/>
                      <a:pt x="0" y="36"/>
                      <a:pt x="0" y="36"/>
                    </a:cubicBezTo>
                    <a:cubicBezTo>
                      <a:pt x="21" y="1"/>
                      <a:pt x="21" y="1"/>
                      <a:pt x="21" y="1"/>
                    </a:cubicBezTo>
                    <a:cubicBezTo>
                      <a:pt x="21" y="0"/>
                      <a:pt x="22" y="0"/>
                      <a:pt x="22" y="1"/>
                    </a:cubicBezTo>
                    <a:cubicBezTo>
                      <a:pt x="43" y="36"/>
                      <a:pt x="43" y="36"/>
                      <a:pt x="43" y="36"/>
                    </a:cubicBezTo>
                    <a:cubicBezTo>
                      <a:pt x="43" y="36"/>
                      <a:pt x="43" y="37"/>
                      <a:pt x="42" y="37"/>
                    </a:cubicBezTo>
                    <a:cubicBezTo>
                      <a:pt x="31" y="37"/>
                      <a:pt x="31" y="37"/>
                      <a:pt x="31" y="37"/>
                    </a:cubicBezTo>
                    <a:cubicBezTo>
                      <a:pt x="31" y="37"/>
                      <a:pt x="30" y="37"/>
                      <a:pt x="30" y="38"/>
                    </a:cubicBezTo>
                    <a:cubicBezTo>
                      <a:pt x="30" y="104"/>
                      <a:pt x="30" y="104"/>
                      <a:pt x="30" y="104"/>
                    </a:cubicBezTo>
                    <a:cubicBezTo>
                      <a:pt x="30" y="104"/>
                      <a:pt x="30" y="105"/>
                      <a:pt x="29" y="105"/>
                    </a:cubicBezTo>
                    <a:lnTo>
                      <a:pt x="14" y="105"/>
                    </a:lnTo>
                    <a:close/>
                  </a:path>
                </a:pathLst>
              </a:custGeom>
              <a:grp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68" name="组合 120"/>
            <p:cNvGrpSpPr/>
            <p:nvPr/>
          </p:nvGrpSpPr>
          <p:grpSpPr>
            <a:xfrm>
              <a:off x="1546205" y="1919815"/>
              <a:ext cx="591833" cy="727405"/>
              <a:chOff x="2943225" y="1374775"/>
              <a:chExt cx="360363" cy="442913"/>
            </a:xfrm>
          </p:grpSpPr>
          <p:sp>
            <p:nvSpPr>
              <p:cNvPr id="87" name="Freeform 112"/>
              <p:cNvSpPr>
                <a:spLocks noEditPoints="1"/>
              </p:cNvSpPr>
              <p:nvPr/>
            </p:nvSpPr>
            <p:spPr bwMode="auto">
              <a:xfrm>
                <a:off x="2943225" y="1544638"/>
                <a:ext cx="85725" cy="273050"/>
              </a:xfrm>
              <a:custGeom>
                <a:avLst/>
                <a:gdLst>
                  <a:gd name="T0" fmla="*/ 3 w 39"/>
                  <a:gd name="T1" fmla="*/ 0 h 124"/>
                  <a:gd name="T2" fmla="*/ 0 w 39"/>
                  <a:gd name="T3" fmla="*/ 121 h 124"/>
                  <a:gd name="T4" fmla="*/ 4 w 39"/>
                  <a:gd name="T5" fmla="*/ 124 h 124"/>
                  <a:gd name="T6" fmla="*/ 13 w 39"/>
                  <a:gd name="T7" fmla="*/ 107 h 124"/>
                  <a:gd name="T8" fmla="*/ 36 w 39"/>
                  <a:gd name="T9" fmla="*/ 124 h 124"/>
                  <a:gd name="T10" fmla="*/ 39 w 39"/>
                  <a:gd name="T11" fmla="*/ 3 h 124"/>
                  <a:gd name="T12" fmla="*/ 18 w 39"/>
                  <a:gd name="T13" fmla="*/ 98 h 124"/>
                  <a:gd name="T14" fmla="*/ 5 w 39"/>
                  <a:gd name="T15" fmla="*/ 90 h 124"/>
                  <a:gd name="T16" fmla="*/ 18 w 39"/>
                  <a:gd name="T17" fmla="*/ 98 h 124"/>
                  <a:gd name="T18" fmla="*/ 5 w 39"/>
                  <a:gd name="T19" fmla="*/ 84 h 124"/>
                  <a:gd name="T20" fmla="*/ 18 w 39"/>
                  <a:gd name="T21" fmla="*/ 76 h 124"/>
                  <a:gd name="T22" fmla="*/ 18 w 39"/>
                  <a:gd name="T23" fmla="*/ 70 h 124"/>
                  <a:gd name="T24" fmla="*/ 5 w 39"/>
                  <a:gd name="T25" fmla="*/ 62 h 124"/>
                  <a:gd name="T26" fmla="*/ 18 w 39"/>
                  <a:gd name="T27" fmla="*/ 70 h 124"/>
                  <a:gd name="T28" fmla="*/ 5 w 39"/>
                  <a:gd name="T29" fmla="*/ 56 h 124"/>
                  <a:gd name="T30" fmla="*/ 18 w 39"/>
                  <a:gd name="T31" fmla="*/ 48 h 124"/>
                  <a:gd name="T32" fmla="*/ 18 w 39"/>
                  <a:gd name="T33" fmla="*/ 42 h 124"/>
                  <a:gd name="T34" fmla="*/ 5 w 39"/>
                  <a:gd name="T35" fmla="*/ 34 h 124"/>
                  <a:gd name="T36" fmla="*/ 18 w 39"/>
                  <a:gd name="T37" fmla="*/ 42 h 124"/>
                  <a:gd name="T38" fmla="*/ 5 w 39"/>
                  <a:gd name="T39" fmla="*/ 28 h 124"/>
                  <a:gd name="T40" fmla="*/ 18 w 39"/>
                  <a:gd name="T41" fmla="*/ 20 h 124"/>
                  <a:gd name="T42" fmla="*/ 18 w 39"/>
                  <a:gd name="T43" fmla="*/ 14 h 124"/>
                  <a:gd name="T44" fmla="*/ 5 w 39"/>
                  <a:gd name="T45" fmla="*/ 6 h 124"/>
                  <a:gd name="T46" fmla="*/ 18 w 39"/>
                  <a:gd name="T47" fmla="*/ 14 h 124"/>
                  <a:gd name="T48" fmla="*/ 21 w 39"/>
                  <a:gd name="T49" fmla="*/ 98 h 124"/>
                  <a:gd name="T50" fmla="*/ 33 w 39"/>
                  <a:gd name="T51" fmla="*/ 90 h 124"/>
                  <a:gd name="T52" fmla="*/ 33 w 39"/>
                  <a:gd name="T53" fmla="*/ 84 h 124"/>
                  <a:gd name="T54" fmla="*/ 21 w 39"/>
                  <a:gd name="T55" fmla="*/ 76 h 124"/>
                  <a:gd name="T56" fmla="*/ 33 w 39"/>
                  <a:gd name="T57" fmla="*/ 84 h 124"/>
                  <a:gd name="T58" fmla="*/ 21 w 39"/>
                  <a:gd name="T59" fmla="*/ 70 h 124"/>
                  <a:gd name="T60" fmla="*/ 33 w 39"/>
                  <a:gd name="T61" fmla="*/ 62 h 124"/>
                  <a:gd name="T62" fmla="*/ 33 w 39"/>
                  <a:gd name="T63" fmla="*/ 56 h 124"/>
                  <a:gd name="T64" fmla="*/ 21 w 39"/>
                  <a:gd name="T65" fmla="*/ 48 h 124"/>
                  <a:gd name="T66" fmla="*/ 33 w 39"/>
                  <a:gd name="T67" fmla="*/ 56 h 124"/>
                  <a:gd name="T68" fmla="*/ 21 w 39"/>
                  <a:gd name="T69" fmla="*/ 42 h 124"/>
                  <a:gd name="T70" fmla="*/ 33 w 39"/>
                  <a:gd name="T71" fmla="*/ 34 h 124"/>
                  <a:gd name="T72" fmla="*/ 33 w 39"/>
                  <a:gd name="T73" fmla="*/ 28 h 124"/>
                  <a:gd name="T74" fmla="*/ 21 w 39"/>
                  <a:gd name="T75" fmla="*/ 20 h 124"/>
                  <a:gd name="T76" fmla="*/ 33 w 39"/>
                  <a:gd name="T77" fmla="*/ 28 h 124"/>
                  <a:gd name="T78" fmla="*/ 21 w 39"/>
                  <a:gd name="T79" fmla="*/ 14 h 124"/>
                  <a:gd name="T80" fmla="*/ 33 w 39"/>
                  <a:gd name="T81" fmla="*/ 6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9" h="124">
                    <a:moveTo>
                      <a:pt x="36" y="0"/>
                    </a:moveTo>
                    <a:cubicBezTo>
                      <a:pt x="3" y="0"/>
                      <a:pt x="3" y="0"/>
                      <a:pt x="3" y="0"/>
                    </a:cubicBezTo>
                    <a:cubicBezTo>
                      <a:pt x="1" y="0"/>
                      <a:pt x="0" y="1"/>
                      <a:pt x="0" y="3"/>
                    </a:cubicBezTo>
                    <a:cubicBezTo>
                      <a:pt x="0" y="121"/>
                      <a:pt x="0" y="121"/>
                      <a:pt x="0" y="121"/>
                    </a:cubicBezTo>
                    <a:cubicBezTo>
                      <a:pt x="0" y="123"/>
                      <a:pt x="1" y="124"/>
                      <a:pt x="3" y="124"/>
                    </a:cubicBezTo>
                    <a:cubicBezTo>
                      <a:pt x="4" y="124"/>
                      <a:pt x="4" y="124"/>
                      <a:pt x="4" y="124"/>
                    </a:cubicBezTo>
                    <a:cubicBezTo>
                      <a:pt x="4" y="107"/>
                      <a:pt x="4" y="107"/>
                      <a:pt x="4" y="107"/>
                    </a:cubicBezTo>
                    <a:cubicBezTo>
                      <a:pt x="13" y="107"/>
                      <a:pt x="13" y="107"/>
                      <a:pt x="13" y="107"/>
                    </a:cubicBezTo>
                    <a:cubicBezTo>
                      <a:pt x="13" y="124"/>
                      <a:pt x="13" y="124"/>
                      <a:pt x="13" y="124"/>
                    </a:cubicBezTo>
                    <a:cubicBezTo>
                      <a:pt x="36" y="124"/>
                      <a:pt x="36" y="124"/>
                      <a:pt x="36" y="124"/>
                    </a:cubicBezTo>
                    <a:cubicBezTo>
                      <a:pt x="37" y="124"/>
                      <a:pt x="39" y="123"/>
                      <a:pt x="39" y="121"/>
                    </a:cubicBezTo>
                    <a:cubicBezTo>
                      <a:pt x="39" y="3"/>
                      <a:pt x="39" y="3"/>
                      <a:pt x="39" y="3"/>
                    </a:cubicBezTo>
                    <a:cubicBezTo>
                      <a:pt x="39" y="1"/>
                      <a:pt x="37" y="0"/>
                      <a:pt x="36" y="0"/>
                    </a:cubicBezTo>
                    <a:close/>
                    <a:moveTo>
                      <a:pt x="18" y="98"/>
                    </a:moveTo>
                    <a:cubicBezTo>
                      <a:pt x="5" y="98"/>
                      <a:pt x="5" y="98"/>
                      <a:pt x="5" y="98"/>
                    </a:cubicBezTo>
                    <a:cubicBezTo>
                      <a:pt x="5" y="90"/>
                      <a:pt x="5" y="90"/>
                      <a:pt x="5" y="90"/>
                    </a:cubicBezTo>
                    <a:cubicBezTo>
                      <a:pt x="18" y="90"/>
                      <a:pt x="18" y="90"/>
                      <a:pt x="18" y="90"/>
                    </a:cubicBezTo>
                    <a:lnTo>
                      <a:pt x="18" y="98"/>
                    </a:lnTo>
                    <a:close/>
                    <a:moveTo>
                      <a:pt x="18" y="84"/>
                    </a:moveTo>
                    <a:cubicBezTo>
                      <a:pt x="5" y="84"/>
                      <a:pt x="5" y="84"/>
                      <a:pt x="5" y="84"/>
                    </a:cubicBezTo>
                    <a:cubicBezTo>
                      <a:pt x="5" y="76"/>
                      <a:pt x="5" y="76"/>
                      <a:pt x="5" y="76"/>
                    </a:cubicBezTo>
                    <a:cubicBezTo>
                      <a:pt x="18" y="76"/>
                      <a:pt x="18" y="76"/>
                      <a:pt x="18" y="76"/>
                    </a:cubicBezTo>
                    <a:lnTo>
                      <a:pt x="18" y="84"/>
                    </a:lnTo>
                    <a:close/>
                    <a:moveTo>
                      <a:pt x="18" y="70"/>
                    </a:moveTo>
                    <a:cubicBezTo>
                      <a:pt x="5" y="70"/>
                      <a:pt x="5" y="70"/>
                      <a:pt x="5" y="70"/>
                    </a:cubicBezTo>
                    <a:cubicBezTo>
                      <a:pt x="5" y="62"/>
                      <a:pt x="5" y="62"/>
                      <a:pt x="5" y="62"/>
                    </a:cubicBezTo>
                    <a:cubicBezTo>
                      <a:pt x="18" y="62"/>
                      <a:pt x="18" y="62"/>
                      <a:pt x="18" y="62"/>
                    </a:cubicBezTo>
                    <a:lnTo>
                      <a:pt x="18" y="70"/>
                    </a:lnTo>
                    <a:close/>
                    <a:moveTo>
                      <a:pt x="18" y="56"/>
                    </a:moveTo>
                    <a:cubicBezTo>
                      <a:pt x="5" y="56"/>
                      <a:pt x="5" y="56"/>
                      <a:pt x="5" y="56"/>
                    </a:cubicBezTo>
                    <a:cubicBezTo>
                      <a:pt x="5" y="48"/>
                      <a:pt x="5" y="48"/>
                      <a:pt x="5" y="48"/>
                    </a:cubicBezTo>
                    <a:cubicBezTo>
                      <a:pt x="18" y="48"/>
                      <a:pt x="18" y="48"/>
                      <a:pt x="18" y="48"/>
                    </a:cubicBezTo>
                    <a:lnTo>
                      <a:pt x="18" y="56"/>
                    </a:lnTo>
                    <a:close/>
                    <a:moveTo>
                      <a:pt x="18" y="42"/>
                    </a:moveTo>
                    <a:cubicBezTo>
                      <a:pt x="5" y="42"/>
                      <a:pt x="5" y="42"/>
                      <a:pt x="5" y="42"/>
                    </a:cubicBezTo>
                    <a:cubicBezTo>
                      <a:pt x="5" y="34"/>
                      <a:pt x="5" y="34"/>
                      <a:pt x="5" y="34"/>
                    </a:cubicBezTo>
                    <a:cubicBezTo>
                      <a:pt x="18" y="34"/>
                      <a:pt x="18" y="34"/>
                      <a:pt x="18" y="34"/>
                    </a:cubicBezTo>
                    <a:lnTo>
                      <a:pt x="18" y="42"/>
                    </a:lnTo>
                    <a:close/>
                    <a:moveTo>
                      <a:pt x="18" y="28"/>
                    </a:moveTo>
                    <a:cubicBezTo>
                      <a:pt x="5" y="28"/>
                      <a:pt x="5" y="28"/>
                      <a:pt x="5" y="28"/>
                    </a:cubicBezTo>
                    <a:cubicBezTo>
                      <a:pt x="5" y="20"/>
                      <a:pt x="5" y="20"/>
                      <a:pt x="5" y="20"/>
                    </a:cubicBezTo>
                    <a:cubicBezTo>
                      <a:pt x="18" y="20"/>
                      <a:pt x="18" y="20"/>
                      <a:pt x="18" y="20"/>
                    </a:cubicBezTo>
                    <a:lnTo>
                      <a:pt x="18" y="28"/>
                    </a:lnTo>
                    <a:close/>
                    <a:moveTo>
                      <a:pt x="18" y="14"/>
                    </a:moveTo>
                    <a:cubicBezTo>
                      <a:pt x="5" y="14"/>
                      <a:pt x="5" y="14"/>
                      <a:pt x="5" y="14"/>
                    </a:cubicBezTo>
                    <a:cubicBezTo>
                      <a:pt x="5" y="6"/>
                      <a:pt x="5" y="6"/>
                      <a:pt x="5" y="6"/>
                    </a:cubicBezTo>
                    <a:cubicBezTo>
                      <a:pt x="18" y="6"/>
                      <a:pt x="18" y="6"/>
                      <a:pt x="18" y="6"/>
                    </a:cubicBezTo>
                    <a:lnTo>
                      <a:pt x="18" y="14"/>
                    </a:lnTo>
                    <a:close/>
                    <a:moveTo>
                      <a:pt x="33" y="98"/>
                    </a:moveTo>
                    <a:cubicBezTo>
                      <a:pt x="21" y="98"/>
                      <a:pt x="21" y="98"/>
                      <a:pt x="21" y="98"/>
                    </a:cubicBezTo>
                    <a:cubicBezTo>
                      <a:pt x="21" y="90"/>
                      <a:pt x="21" y="90"/>
                      <a:pt x="21" y="90"/>
                    </a:cubicBezTo>
                    <a:cubicBezTo>
                      <a:pt x="33" y="90"/>
                      <a:pt x="33" y="90"/>
                      <a:pt x="33" y="90"/>
                    </a:cubicBezTo>
                    <a:lnTo>
                      <a:pt x="33" y="98"/>
                    </a:lnTo>
                    <a:close/>
                    <a:moveTo>
                      <a:pt x="33" y="84"/>
                    </a:moveTo>
                    <a:cubicBezTo>
                      <a:pt x="21" y="84"/>
                      <a:pt x="21" y="84"/>
                      <a:pt x="21" y="84"/>
                    </a:cubicBezTo>
                    <a:cubicBezTo>
                      <a:pt x="21" y="76"/>
                      <a:pt x="21" y="76"/>
                      <a:pt x="21" y="76"/>
                    </a:cubicBezTo>
                    <a:cubicBezTo>
                      <a:pt x="33" y="76"/>
                      <a:pt x="33" y="76"/>
                      <a:pt x="33" y="76"/>
                    </a:cubicBezTo>
                    <a:lnTo>
                      <a:pt x="33" y="84"/>
                    </a:lnTo>
                    <a:close/>
                    <a:moveTo>
                      <a:pt x="33" y="70"/>
                    </a:moveTo>
                    <a:cubicBezTo>
                      <a:pt x="21" y="70"/>
                      <a:pt x="21" y="70"/>
                      <a:pt x="21" y="70"/>
                    </a:cubicBezTo>
                    <a:cubicBezTo>
                      <a:pt x="21" y="62"/>
                      <a:pt x="21" y="62"/>
                      <a:pt x="21" y="62"/>
                    </a:cubicBezTo>
                    <a:cubicBezTo>
                      <a:pt x="33" y="62"/>
                      <a:pt x="33" y="62"/>
                      <a:pt x="33" y="62"/>
                    </a:cubicBezTo>
                    <a:lnTo>
                      <a:pt x="33" y="70"/>
                    </a:lnTo>
                    <a:close/>
                    <a:moveTo>
                      <a:pt x="33" y="56"/>
                    </a:moveTo>
                    <a:cubicBezTo>
                      <a:pt x="21" y="56"/>
                      <a:pt x="21" y="56"/>
                      <a:pt x="21" y="56"/>
                    </a:cubicBezTo>
                    <a:cubicBezTo>
                      <a:pt x="21" y="48"/>
                      <a:pt x="21" y="48"/>
                      <a:pt x="21" y="48"/>
                    </a:cubicBezTo>
                    <a:cubicBezTo>
                      <a:pt x="33" y="48"/>
                      <a:pt x="33" y="48"/>
                      <a:pt x="33" y="48"/>
                    </a:cubicBezTo>
                    <a:lnTo>
                      <a:pt x="33" y="56"/>
                    </a:lnTo>
                    <a:close/>
                    <a:moveTo>
                      <a:pt x="33" y="42"/>
                    </a:moveTo>
                    <a:cubicBezTo>
                      <a:pt x="21" y="42"/>
                      <a:pt x="21" y="42"/>
                      <a:pt x="21" y="42"/>
                    </a:cubicBezTo>
                    <a:cubicBezTo>
                      <a:pt x="21" y="34"/>
                      <a:pt x="21" y="34"/>
                      <a:pt x="21" y="34"/>
                    </a:cubicBezTo>
                    <a:cubicBezTo>
                      <a:pt x="33" y="34"/>
                      <a:pt x="33" y="34"/>
                      <a:pt x="33" y="34"/>
                    </a:cubicBezTo>
                    <a:lnTo>
                      <a:pt x="33" y="42"/>
                    </a:lnTo>
                    <a:close/>
                    <a:moveTo>
                      <a:pt x="33" y="28"/>
                    </a:moveTo>
                    <a:cubicBezTo>
                      <a:pt x="21" y="28"/>
                      <a:pt x="21" y="28"/>
                      <a:pt x="21" y="28"/>
                    </a:cubicBezTo>
                    <a:cubicBezTo>
                      <a:pt x="21" y="20"/>
                      <a:pt x="21" y="20"/>
                      <a:pt x="21" y="20"/>
                    </a:cubicBezTo>
                    <a:cubicBezTo>
                      <a:pt x="33" y="20"/>
                      <a:pt x="33" y="20"/>
                      <a:pt x="33" y="20"/>
                    </a:cubicBezTo>
                    <a:lnTo>
                      <a:pt x="33" y="28"/>
                    </a:lnTo>
                    <a:close/>
                    <a:moveTo>
                      <a:pt x="33" y="14"/>
                    </a:moveTo>
                    <a:cubicBezTo>
                      <a:pt x="21" y="14"/>
                      <a:pt x="21" y="14"/>
                      <a:pt x="21" y="14"/>
                    </a:cubicBezTo>
                    <a:cubicBezTo>
                      <a:pt x="21" y="6"/>
                      <a:pt x="21" y="6"/>
                      <a:pt x="21" y="6"/>
                    </a:cubicBezTo>
                    <a:cubicBezTo>
                      <a:pt x="33" y="6"/>
                      <a:pt x="33" y="6"/>
                      <a:pt x="33" y="6"/>
                    </a:cubicBezTo>
                    <a:lnTo>
                      <a:pt x="33" y="14"/>
                    </a:lnTo>
                    <a:close/>
                  </a:path>
                </a:pathLst>
              </a:custGeom>
              <a:solidFill>
                <a:srgbClr val="9FC628"/>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8" name="Freeform 113"/>
              <p:cNvSpPr>
                <a:spLocks noEditPoints="1"/>
              </p:cNvSpPr>
              <p:nvPr/>
            </p:nvSpPr>
            <p:spPr bwMode="auto">
              <a:xfrm>
                <a:off x="3182938" y="1662113"/>
                <a:ext cx="120650" cy="155575"/>
              </a:xfrm>
              <a:custGeom>
                <a:avLst/>
                <a:gdLst>
                  <a:gd name="T0" fmla="*/ 53 w 55"/>
                  <a:gd name="T1" fmla="*/ 0 h 71"/>
                  <a:gd name="T2" fmla="*/ 2 w 55"/>
                  <a:gd name="T3" fmla="*/ 0 h 71"/>
                  <a:gd name="T4" fmla="*/ 0 w 55"/>
                  <a:gd name="T5" fmla="*/ 1 h 71"/>
                  <a:gd name="T6" fmla="*/ 0 w 55"/>
                  <a:gd name="T7" fmla="*/ 70 h 71"/>
                  <a:gd name="T8" fmla="*/ 2 w 55"/>
                  <a:gd name="T9" fmla="*/ 71 h 71"/>
                  <a:gd name="T10" fmla="*/ 53 w 55"/>
                  <a:gd name="T11" fmla="*/ 71 h 71"/>
                  <a:gd name="T12" fmla="*/ 55 w 55"/>
                  <a:gd name="T13" fmla="*/ 70 h 71"/>
                  <a:gd name="T14" fmla="*/ 55 w 55"/>
                  <a:gd name="T15" fmla="*/ 1 h 71"/>
                  <a:gd name="T16" fmla="*/ 53 w 55"/>
                  <a:gd name="T17" fmla="*/ 0 h 71"/>
                  <a:gd name="T18" fmla="*/ 25 w 55"/>
                  <a:gd name="T19" fmla="*/ 60 h 71"/>
                  <a:gd name="T20" fmla="*/ 3 w 55"/>
                  <a:gd name="T21" fmla="*/ 60 h 71"/>
                  <a:gd name="T22" fmla="*/ 3 w 55"/>
                  <a:gd name="T23" fmla="*/ 51 h 71"/>
                  <a:gd name="T24" fmla="*/ 25 w 55"/>
                  <a:gd name="T25" fmla="*/ 51 h 71"/>
                  <a:gd name="T26" fmla="*/ 25 w 55"/>
                  <a:gd name="T27" fmla="*/ 60 h 71"/>
                  <a:gd name="T28" fmla="*/ 25 w 55"/>
                  <a:gd name="T29" fmla="*/ 44 h 71"/>
                  <a:gd name="T30" fmla="*/ 3 w 55"/>
                  <a:gd name="T31" fmla="*/ 44 h 71"/>
                  <a:gd name="T32" fmla="*/ 3 w 55"/>
                  <a:gd name="T33" fmla="*/ 35 h 71"/>
                  <a:gd name="T34" fmla="*/ 25 w 55"/>
                  <a:gd name="T35" fmla="*/ 35 h 71"/>
                  <a:gd name="T36" fmla="*/ 25 w 55"/>
                  <a:gd name="T37" fmla="*/ 44 h 71"/>
                  <a:gd name="T38" fmla="*/ 25 w 55"/>
                  <a:gd name="T39" fmla="*/ 29 h 71"/>
                  <a:gd name="T40" fmla="*/ 3 w 55"/>
                  <a:gd name="T41" fmla="*/ 29 h 71"/>
                  <a:gd name="T42" fmla="*/ 3 w 55"/>
                  <a:gd name="T43" fmla="*/ 20 h 71"/>
                  <a:gd name="T44" fmla="*/ 25 w 55"/>
                  <a:gd name="T45" fmla="*/ 20 h 71"/>
                  <a:gd name="T46" fmla="*/ 25 w 55"/>
                  <a:gd name="T47" fmla="*/ 29 h 71"/>
                  <a:gd name="T48" fmla="*/ 25 w 55"/>
                  <a:gd name="T49" fmla="*/ 14 h 71"/>
                  <a:gd name="T50" fmla="*/ 3 w 55"/>
                  <a:gd name="T51" fmla="*/ 14 h 71"/>
                  <a:gd name="T52" fmla="*/ 3 w 55"/>
                  <a:gd name="T53" fmla="*/ 4 h 71"/>
                  <a:gd name="T54" fmla="*/ 25 w 55"/>
                  <a:gd name="T55" fmla="*/ 4 h 71"/>
                  <a:gd name="T56" fmla="*/ 25 w 55"/>
                  <a:gd name="T57" fmla="*/ 14 h 71"/>
                  <a:gd name="T58" fmla="*/ 52 w 55"/>
                  <a:gd name="T59" fmla="*/ 60 h 71"/>
                  <a:gd name="T60" fmla="*/ 30 w 55"/>
                  <a:gd name="T61" fmla="*/ 60 h 71"/>
                  <a:gd name="T62" fmla="*/ 30 w 55"/>
                  <a:gd name="T63" fmla="*/ 51 h 71"/>
                  <a:gd name="T64" fmla="*/ 52 w 55"/>
                  <a:gd name="T65" fmla="*/ 51 h 71"/>
                  <a:gd name="T66" fmla="*/ 52 w 55"/>
                  <a:gd name="T67" fmla="*/ 60 h 71"/>
                  <a:gd name="T68" fmla="*/ 52 w 55"/>
                  <a:gd name="T69" fmla="*/ 44 h 71"/>
                  <a:gd name="T70" fmla="*/ 30 w 55"/>
                  <a:gd name="T71" fmla="*/ 44 h 71"/>
                  <a:gd name="T72" fmla="*/ 30 w 55"/>
                  <a:gd name="T73" fmla="*/ 35 h 71"/>
                  <a:gd name="T74" fmla="*/ 52 w 55"/>
                  <a:gd name="T75" fmla="*/ 35 h 71"/>
                  <a:gd name="T76" fmla="*/ 52 w 55"/>
                  <a:gd name="T77" fmla="*/ 44 h 71"/>
                  <a:gd name="T78" fmla="*/ 52 w 55"/>
                  <a:gd name="T79" fmla="*/ 29 h 71"/>
                  <a:gd name="T80" fmla="*/ 30 w 55"/>
                  <a:gd name="T81" fmla="*/ 29 h 71"/>
                  <a:gd name="T82" fmla="*/ 30 w 55"/>
                  <a:gd name="T83" fmla="*/ 20 h 71"/>
                  <a:gd name="T84" fmla="*/ 52 w 55"/>
                  <a:gd name="T85" fmla="*/ 20 h 71"/>
                  <a:gd name="T86" fmla="*/ 52 w 55"/>
                  <a:gd name="T87" fmla="*/ 29 h 71"/>
                  <a:gd name="T88" fmla="*/ 52 w 55"/>
                  <a:gd name="T89" fmla="*/ 14 h 71"/>
                  <a:gd name="T90" fmla="*/ 30 w 55"/>
                  <a:gd name="T91" fmla="*/ 14 h 71"/>
                  <a:gd name="T92" fmla="*/ 30 w 55"/>
                  <a:gd name="T93" fmla="*/ 4 h 71"/>
                  <a:gd name="T94" fmla="*/ 52 w 55"/>
                  <a:gd name="T95" fmla="*/ 4 h 71"/>
                  <a:gd name="T96" fmla="*/ 52 w 55"/>
                  <a:gd name="T97" fmla="*/ 14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5" h="71">
                    <a:moveTo>
                      <a:pt x="53" y="0"/>
                    </a:moveTo>
                    <a:cubicBezTo>
                      <a:pt x="2" y="0"/>
                      <a:pt x="2" y="0"/>
                      <a:pt x="2" y="0"/>
                    </a:cubicBezTo>
                    <a:cubicBezTo>
                      <a:pt x="1" y="0"/>
                      <a:pt x="0" y="1"/>
                      <a:pt x="0" y="1"/>
                    </a:cubicBezTo>
                    <a:cubicBezTo>
                      <a:pt x="0" y="70"/>
                      <a:pt x="0" y="70"/>
                      <a:pt x="0" y="70"/>
                    </a:cubicBezTo>
                    <a:cubicBezTo>
                      <a:pt x="0" y="70"/>
                      <a:pt x="1" y="71"/>
                      <a:pt x="2" y="71"/>
                    </a:cubicBezTo>
                    <a:cubicBezTo>
                      <a:pt x="53" y="71"/>
                      <a:pt x="53" y="71"/>
                      <a:pt x="53" y="71"/>
                    </a:cubicBezTo>
                    <a:cubicBezTo>
                      <a:pt x="54" y="71"/>
                      <a:pt x="55" y="70"/>
                      <a:pt x="55" y="70"/>
                    </a:cubicBezTo>
                    <a:cubicBezTo>
                      <a:pt x="55" y="1"/>
                      <a:pt x="55" y="1"/>
                      <a:pt x="55" y="1"/>
                    </a:cubicBezTo>
                    <a:cubicBezTo>
                      <a:pt x="55" y="1"/>
                      <a:pt x="54" y="0"/>
                      <a:pt x="53" y="0"/>
                    </a:cubicBezTo>
                    <a:close/>
                    <a:moveTo>
                      <a:pt x="25" y="60"/>
                    </a:moveTo>
                    <a:cubicBezTo>
                      <a:pt x="3" y="60"/>
                      <a:pt x="3" y="60"/>
                      <a:pt x="3" y="60"/>
                    </a:cubicBezTo>
                    <a:cubicBezTo>
                      <a:pt x="3" y="51"/>
                      <a:pt x="3" y="51"/>
                      <a:pt x="3" y="51"/>
                    </a:cubicBezTo>
                    <a:cubicBezTo>
                      <a:pt x="25" y="51"/>
                      <a:pt x="25" y="51"/>
                      <a:pt x="25" y="51"/>
                    </a:cubicBezTo>
                    <a:lnTo>
                      <a:pt x="25" y="60"/>
                    </a:lnTo>
                    <a:close/>
                    <a:moveTo>
                      <a:pt x="25" y="44"/>
                    </a:moveTo>
                    <a:cubicBezTo>
                      <a:pt x="3" y="44"/>
                      <a:pt x="3" y="44"/>
                      <a:pt x="3" y="44"/>
                    </a:cubicBezTo>
                    <a:cubicBezTo>
                      <a:pt x="3" y="35"/>
                      <a:pt x="3" y="35"/>
                      <a:pt x="3" y="35"/>
                    </a:cubicBezTo>
                    <a:cubicBezTo>
                      <a:pt x="25" y="35"/>
                      <a:pt x="25" y="35"/>
                      <a:pt x="25" y="35"/>
                    </a:cubicBezTo>
                    <a:lnTo>
                      <a:pt x="25" y="44"/>
                    </a:lnTo>
                    <a:close/>
                    <a:moveTo>
                      <a:pt x="25" y="29"/>
                    </a:moveTo>
                    <a:cubicBezTo>
                      <a:pt x="3" y="29"/>
                      <a:pt x="3" y="29"/>
                      <a:pt x="3" y="29"/>
                    </a:cubicBezTo>
                    <a:cubicBezTo>
                      <a:pt x="3" y="20"/>
                      <a:pt x="3" y="20"/>
                      <a:pt x="3" y="20"/>
                    </a:cubicBezTo>
                    <a:cubicBezTo>
                      <a:pt x="25" y="20"/>
                      <a:pt x="25" y="20"/>
                      <a:pt x="25" y="20"/>
                    </a:cubicBezTo>
                    <a:lnTo>
                      <a:pt x="25" y="29"/>
                    </a:lnTo>
                    <a:close/>
                    <a:moveTo>
                      <a:pt x="25" y="14"/>
                    </a:moveTo>
                    <a:cubicBezTo>
                      <a:pt x="3" y="14"/>
                      <a:pt x="3" y="14"/>
                      <a:pt x="3" y="14"/>
                    </a:cubicBezTo>
                    <a:cubicBezTo>
                      <a:pt x="3" y="4"/>
                      <a:pt x="3" y="4"/>
                      <a:pt x="3" y="4"/>
                    </a:cubicBezTo>
                    <a:cubicBezTo>
                      <a:pt x="25" y="4"/>
                      <a:pt x="25" y="4"/>
                      <a:pt x="25" y="4"/>
                    </a:cubicBezTo>
                    <a:lnTo>
                      <a:pt x="25" y="14"/>
                    </a:lnTo>
                    <a:close/>
                    <a:moveTo>
                      <a:pt x="52" y="60"/>
                    </a:moveTo>
                    <a:cubicBezTo>
                      <a:pt x="30" y="60"/>
                      <a:pt x="30" y="60"/>
                      <a:pt x="30" y="60"/>
                    </a:cubicBezTo>
                    <a:cubicBezTo>
                      <a:pt x="30" y="51"/>
                      <a:pt x="30" y="51"/>
                      <a:pt x="30" y="51"/>
                    </a:cubicBezTo>
                    <a:cubicBezTo>
                      <a:pt x="52" y="51"/>
                      <a:pt x="52" y="51"/>
                      <a:pt x="52" y="51"/>
                    </a:cubicBezTo>
                    <a:lnTo>
                      <a:pt x="52" y="60"/>
                    </a:lnTo>
                    <a:close/>
                    <a:moveTo>
                      <a:pt x="52" y="44"/>
                    </a:moveTo>
                    <a:cubicBezTo>
                      <a:pt x="30" y="44"/>
                      <a:pt x="30" y="44"/>
                      <a:pt x="30" y="44"/>
                    </a:cubicBezTo>
                    <a:cubicBezTo>
                      <a:pt x="30" y="35"/>
                      <a:pt x="30" y="35"/>
                      <a:pt x="30" y="35"/>
                    </a:cubicBezTo>
                    <a:cubicBezTo>
                      <a:pt x="52" y="35"/>
                      <a:pt x="52" y="35"/>
                      <a:pt x="52" y="35"/>
                    </a:cubicBezTo>
                    <a:lnTo>
                      <a:pt x="52" y="44"/>
                    </a:lnTo>
                    <a:close/>
                    <a:moveTo>
                      <a:pt x="52" y="29"/>
                    </a:moveTo>
                    <a:cubicBezTo>
                      <a:pt x="30" y="29"/>
                      <a:pt x="30" y="29"/>
                      <a:pt x="30" y="29"/>
                    </a:cubicBezTo>
                    <a:cubicBezTo>
                      <a:pt x="30" y="20"/>
                      <a:pt x="30" y="20"/>
                      <a:pt x="30" y="20"/>
                    </a:cubicBezTo>
                    <a:cubicBezTo>
                      <a:pt x="52" y="20"/>
                      <a:pt x="52" y="20"/>
                      <a:pt x="52" y="20"/>
                    </a:cubicBezTo>
                    <a:lnTo>
                      <a:pt x="52" y="29"/>
                    </a:lnTo>
                    <a:close/>
                    <a:moveTo>
                      <a:pt x="52" y="14"/>
                    </a:moveTo>
                    <a:cubicBezTo>
                      <a:pt x="30" y="14"/>
                      <a:pt x="30" y="14"/>
                      <a:pt x="30" y="14"/>
                    </a:cubicBezTo>
                    <a:cubicBezTo>
                      <a:pt x="30" y="4"/>
                      <a:pt x="30" y="4"/>
                      <a:pt x="30" y="4"/>
                    </a:cubicBezTo>
                    <a:cubicBezTo>
                      <a:pt x="52" y="4"/>
                      <a:pt x="52" y="4"/>
                      <a:pt x="52" y="4"/>
                    </a:cubicBezTo>
                    <a:lnTo>
                      <a:pt x="52" y="14"/>
                    </a:lnTo>
                    <a:close/>
                  </a:path>
                </a:pathLst>
              </a:custGeom>
              <a:solidFill>
                <a:srgbClr val="9FC628"/>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9" name="Freeform 114"/>
              <p:cNvSpPr>
                <a:spLocks noEditPoints="1"/>
              </p:cNvSpPr>
              <p:nvPr/>
            </p:nvSpPr>
            <p:spPr bwMode="auto">
              <a:xfrm>
                <a:off x="3041650" y="1374775"/>
                <a:ext cx="125412" cy="442912"/>
              </a:xfrm>
              <a:custGeom>
                <a:avLst/>
                <a:gdLst>
                  <a:gd name="T0" fmla="*/ 37 w 57"/>
                  <a:gd name="T1" fmla="*/ 17 h 201"/>
                  <a:gd name="T2" fmla="*/ 35 w 57"/>
                  <a:gd name="T3" fmla="*/ 0 h 201"/>
                  <a:gd name="T4" fmla="*/ 34 w 57"/>
                  <a:gd name="T5" fmla="*/ 17 h 201"/>
                  <a:gd name="T6" fmla="*/ 13 w 57"/>
                  <a:gd name="T7" fmla="*/ 14 h 201"/>
                  <a:gd name="T8" fmla="*/ 7 w 57"/>
                  <a:gd name="T9" fmla="*/ 11 h 201"/>
                  <a:gd name="T10" fmla="*/ 5 w 57"/>
                  <a:gd name="T11" fmla="*/ 17 h 201"/>
                  <a:gd name="T12" fmla="*/ 0 w 57"/>
                  <a:gd name="T13" fmla="*/ 21 h 201"/>
                  <a:gd name="T14" fmla="*/ 3 w 57"/>
                  <a:gd name="T15" fmla="*/ 201 h 201"/>
                  <a:gd name="T16" fmla="*/ 5 w 57"/>
                  <a:gd name="T17" fmla="*/ 176 h 201"/>
                  <a:gd name="T18" fmla="*/ 19 w 57"/>
                  <a:gd name="T19" fmla="*/ 201 h 201"/>
                  <a:gd name="T20" fmla="*/ 57 w 57"/>
                  <a:gd name="T21" fmla="*/ 197 h 201"/>
                  <a:gd name="T22" fmla="*/ 53 w 57"/>
                  <a:gd name="T23" fmla="*/ 17 h 201"/>
                  <a:gd name="T24" fmla="*/ 7 w 57"/>
                  <a:gd name="T25" fmla="*/ 162 h 201"/>
                  <a:gd name="T26" fmla="*/ 26 w 57"/>
                  <a:gd name="T27" fmla="*/ 150 h 201"/>
                  <a:gd name="T28" fmla="*/ 26 w 57"/>
                  <a:gd name="T29" fmla="*/ 141 h 201"/>
                  <a:gd name="T30" fmla="*/ 7 w 57"/>
                  <a:gd name="T31" fmla="*/ 129 h 201"/>
                  <a:gd name="T32" fmla="*/ 26 w 57"/>
                  <a:gd name="T33" fmla="*/ 141 h 201"/>
                  <a:gd name="T34" fmla="*/ 7 w 57"/>
                  <a:gd name="T35" fmla="*/ 121 h 201"/>
                  <a:gd name="T36" fmla="*/ 26 w 57"/>
                  <a:gd name="T37" fmla="*/ 108 h 201"/>
                  <a:gd name="T38" fmla="*/ 26 w 57"/>
                  <a:gd name="T39" fmla="*/ 100 h 201"/>
                  <a:gd name="T40" fmla="*/ 7 w 57"/>
                  <a:gd name="T41" fmla="*/ 88 h 201"/>
                  <a:gd name="T42" fmla="*/ 26 w 57"/>
                  <a:gd name="T43" fmla="*/ 100 h 201"/>
                  <a:gd name="T44" fmla="*/ 7 w 57"/>
                  <a:gd name="T45" fmla="*/ 79 h 201"/>
                  <a:gd name="T46" fmla="*/ 26 w 57"/>
                  <a:gd name="T47" fmla="*/ 67 h 201"/>
                  <a:gd name="T48" fmla="*/ 26 w 57"/>
                  <a:gd name="T49" fmla="*/ 59 h 201"/>
                  <a:gd name="T50" fmla="*/ 7 w 57"/>
                  <a:gd name="T51" fmla="*/ 46 h 201"/>
                  <a:gd name="T52" fmla="*/ 26 w 57"/>
                  <a:gd name="T53" fmla="*/ 59 h 201"/>
                  <a:gd name="T54" fmla="*/ 7 w 57"/>
                  <a:gd name="T55" fmla="*/ 38 h 201"/>
                  <a:gd name="T56" fmla="*/ 26 w 57"/>
                  <a:gd name="T57" fmla="*/ 25 h 201"/>
                  <a:gd name="T58" fmla="*/ 49 w 57"/>
                  <a:gd name="T59" fmla="*/ 162 h 201"/>
                  <a:gd name="T60" fmla="*/ 30 w 57"/>
                  <a:gd name="T61" fmla="*/ 150 h 201"/>
                  <a:gd name="T62" fmla="*/ 49 w 57"/>
                  <a:gd name="T63" fmla="*/ 162 h 201"/>
                  <a:gd name="T64" fmla="*/ 30 w 57"/>
                  <a:gd name="T65" fmla="*/ 141 h 201"/>
                  <a:gd name="T66" fmla="*/ 49 w 57"/>
                  <a:gd name="T67" fmla="*/ 129 h 201"/>
                  <a:gd name="T68" fmla="*/ 49 w 57"/>
                  <a:gd name="T69" fmla="*/ 121 h 201"/>
                  <a:gd name="T70" fmla="*/ 30 w 57"/>
                  <a:gd name="T71" fmla="*/ 108 h 201"/>
                  <a:gd name="T72" fmla="*/ 49 w 57"/>
                  <a:gd name="T73" fmla="*/ 121 h 201"/>
                  <a:gd name="T74" fmla="*/ 30 w 57"/>
                  <a:gd name="T75" fmla="*/ 100 h 201"/>
                  <a:gd name="T76" fmla="*/ 49 w 57"/>
                  <a:gd name="T77" fmla="*/ 88 h 201"/>
                  <a:gd name="T78" fmla="*/ 49 w 57"/>
                  <a:gd name="T79" fmla="*/ 79 h 201"/>
                  <a:gd name="T80" fmla="*/ 30 w 57"/>
                  <a:gd name="T81" fmla="*/ 67 h 201"/>
                  <a:gd name="T82" fmla="*/ 49 w 57"/>
                  <a:gd name="T83" fmla="*/ 79 h 201"/>
                  <a:gd name="T84" fmla="*/ 30 w 57"/>
                  <a:gd name="T85" fmla="*/ 59 h 201"/>
                  <a:gd name="T86" fmla="*/ 49 w 57"/>
                  <a:gd name="T87" fmla="*/ 46 h 201"/>
                  <a:gd name="T88" fmla="*/ 49 w 57"/>
                  <a:gd name="T89" fmla="*/ 38 h 201"/>
                  <a:gd name="T90" fmla="*/ 30 w 57"/>
                  <a:gd name="T91" fmla="*/ 25 h 201"/>
                  <a:gd name="T92" fmla="*/ 49 w 57"/>
                  <a:gd name="T93" fmla="*/ 3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7" h="201">
                    <a:moveTo>
                      <a:pt x="53" y="17"/>
                    </a:moveTo>
                    <a:cubicBezTo>
                      <a:pt x="37" y="17"/>
                      <a:pt x="37" y="17"/>
                      <a:pt x="37" y="17"/>
                    </a:cubicBezTo>
                    <a:cubicBezTo>
                      <a:pt x="37" y="2"/>
                      <a:pt x="37" y="2"/>
                      <a:pt x="37" y="2"/>
                    </a:cubicBezTo>
                    <a:cubicBezTo>
                      <a:pt x="37" y="1"/>
                      <a:pt x="36" y="0"/>
                      <a:pt x="35" y="0"/>
                    </a:cubicBezTo>
                    <a:cubicBezTo>
                      <a:pt x="35" y="0"/>
                      <a:pt x="34" y="1"/>
                      <a:pt x="34" y="2"/>
                    </a:cubicBezTo>
                    <a:cubicBezTo>
                      <a:pt x="34" y="17"/>
                      <a:pt x="34" y="17"/>
                      <a:pt x="34" y="17"/>
                    </a:cubicBezTo>
                    <a:cubicBezTo>
                      <a:pt x="13" y="17"/>
                      <a:pt x="13" y="17"/>
                      <a:pt x="13" y="17"/>
                    </a:cubicBezTo>
                    <a:cubicBezTo>
                      <a:pt x="13" y="14"/>
                      <a:pt x="13" y="14"/>
                      <a:pt x="13" y="14"/>
                    </a:cubicBezTo>
                    <a:cubicBezTo>
                      <a:pt x="13" y="12"/>
                      <a:pt x="12" y="11"/>
                      <a:pt x="10" y="11"/>
                    </a:cubicBezTo>
                    <a:cubicBezTo>
                      <a:pt x="7" y="11"/>
                      <a:pt x="7" y="11"/>
                      <a:pt x="7" y="11"/>
                    </a:cubicBezTo>
                    <a:cubicBezTo>
                      <a:pt x="6" y="11"/>
                      <a:pt x="5" y="12"/>
                      <a:pt x="5" y="14"/>
                    </a:cubicBezTo>
                    <a:cubicBezTo>
                      <a:pt x="5" y="17"/>
                      <a:pt x="5" y="17"/>
                      <a:pt x="5" y="17"/>
                    </a:cubicBezTo>
                    <a:cubicBezTo>
                      <a:pt x="3" y="17"/>
                      <a:pt x="3" y="17"/>
                      <a:pt x="3" y="17"/>
                    </a:cubicBezTo>
                    <a:cubicBezTo>
                      <a:pt x="1" y="17"/>
                      <a:pt x="0" y="19"/>
                      <a:pt x="0" y="21"/>
                    </a:cubicBezTo>
                    <a:cubicBezTo>
                      <a:pt x="0" y="197"/>
                      <a:pt x="0" y="197"/>
                      <a:pt x="0" y="197"/>
                    </a:cubicBezTo>
                    <a:cubicBezTo>
                      <a:pt x="0" y="199"/>
                      <a:pt x="1" y="201"/>
                      <a:pt x="3" y="201"/>
                    </a:cubicBezTo>
                    <a:cubicBezTo>
                      <a:pt x="5" y="201"/>
                      <a:pt x="5" y="201"/>
                      <a:pt x="5" y="201"/>
                    </a:cubicBezTo>
                    <a:cubicBezTo>
                      <a:pt x="5" y="176"/>
                      <a:pt x="5" y="176"/>
                      <a:pt x="5" y="176"/>
                    </a:cubicBezTo>
                    <a:cubicBezTo>
                      <a:pt x="19" y="176"/>
                      <a:pt x="19" y="176"/>
                      <a:pt x="19" y="176"/>
                    </a:cubicBezTo>
                    <a:cubicBezTo>
                      <a:pt x="19" y="201"/>
                      <a:pt x="19" y="201"/>
                      <a:pt x="19" y="201"/>
                    </a:cubicBezTo>
                    <a:cubicBezTo>
                      <a:pt x="53" y="201"/>
                      <a:pt x="53" y="201"/>
                      <a:pt x="53" y="201"/>
                    </a:cubicBezTo>
                    <a:cubicBezTo>
                      <a:pt x="55" y="201"/>
                      <a:pt x="57" y="199"/>
                      <a:pt x="57" y="197"/>
                    </a:cubicBezTo>
                    <a:cubicBezTo>
                      <a:pt x="57" y="21"/>
                      <a:pt x="57" y="21"/>
                      <a:pt x="57" y="21"/>
                    </a:cubicBezTo>
                    <a:cubicBezTo>
                      <a:pt x="57" y="19"/>
                      <a:pt x="55" y="17"/>
                      <a:pt x="53" y="17"/>
                    </a:cubicBezTo>
                    <a:close/>
                    <a:moveTo>
                      <a:pt x="26" y="162"/>
                    </a:moveTo>
                    <a:cubicBezTo>
                      <a:pt x="7" y="162"/>
                      <a:pt x="7" y="162"/>
                      <a:pt x="7" y="162"/>
                    </a:cubicBezTo>
                    <a:cubicBezTo>
                      <a:pt x="7" y="150"/>
                      <a:pt x="7" y="150"/>
                      <a:pt x="7" y="150"/>
                    </a:cubicBezTo>
                    <a:cubicBezTo>
                      <a:pt x="26" y="150"/>
                      <a:pt x="26" y="150"/>
                      <a:pt x="26" y="150"/>
                    </a:cubicBezTo>
                    <a:lnTo>
                      <a:pt x="26" y="162"/>
                    </a:lnTo>
                    <a:close/>
                    <a:moveTo>
                      <a:pt x="26" y="141"/>
                    </a:moveTo>
                    <a:cubicBezTo>
                      <a:pt x="7" y="141"/>
                      <a:pt x="7" y="141"/>
                      <a:pt x="7" y="141"/>
                    </a:cubicBezTo>
                    <a:cubicBezTo>
                      <a:pt x="7" y="129"/>
                      <a:pt x="7" y="129"/>
                      <a:pt x="7" y="129"/>
                    </a:cubicBezTo>
                    <a:cubicBezTo>
                      <a:pt x="26" y="129"/>
                      <a:pt x="26" y="129"/>
                      <a:pt x="26" y="129"/>
                    </a:cubicBezTo>
                    <a:lnTo>
                      <a:pt x="26" y="141"/>
                    </a:lnTo>
                    <a:close/>
                    <a:moveTo>
                      <a:pt x="26" y="121"/>
                    </a:moveTo>
                    <a:cubicBezTo>
                      <a:pt x="7" y="121"/>
                      <a:pt x="7" y="121"/>
                      <a:pt x="7" y="121"/>
                    </a:cubicBezTo>
                    <a:cubicBezTo>
                      <a:pt x="7" y="108"/>
                      <a:pt x="7" y="108"/>
                      <a:pt x="7" y="108"/>
                    </a:cubicBezTo>
                    <a:cubicBezTo>
                      <a:pt x="26" y="108"/>
                      <a:pt x="26" y="108"/>
                      <a:pt x="26" y="108"/>
                    </a:cubicBezTo>
                    <a:lnTo>
                      <a:pt x="26" y="121"/>
                    </a:lnTo>
                    <a:close/>
                    <a:moveTo>
                      <a:pt x="26" y="100"/>
                    </a:moveTo>
                    <a:cubicBezTo>
                      <a:pt x="7" y="100"/>
                      <a:pt x="7" y="100"/>
                      <a:pt x="7" y="100"/>
                    </a:cubicBezTo>
                    <a:cubicBezTo>
                      <a:pt x="7" y="88"/>
                      <a:pt x="7" y="88"/>
                      <a:pt x="7" y="88"/>
                    </a:cubicBezTo>
                    <a:cubicBezTo>
                      <a:pt x="26" y="88"/>
                      <a:pt x="26" y="88"/>
                      <a:pt x="26" y="88"/>
                    </a:cubicBezTo>
                    <a:lnTo>
                      <a:pt x="26" y="100"/>
                    </a:lnTo>
                    <a:close/>
                    <a:moveTo>
                      <a:pt x="26" y="79"/>
                    </a:moveTo>
                    <a:cubicBezTo>
                      <a:pt x="7" y="79"/>
                      <a:pt x="7" y="79"/>
                      <a:pt x="7" y="79"/>
                    </a:cubicBezTo>
                    <a:cubicBezTo>
                      <a:pt x="7" y="67"/>
                      <a:pt x="7" y="67"/>
                      <a:pt x="7" y="67"/>
                    </a:cubicBezTo>
                    <a:cubicBezTo>
                      <a:pt x="26" y="67"/>
                      <a:pt x="26" y="67"/>
                      <a:pt x="26" y="67"/>
                    </a:cubicBezTo>
                    <a:lnTo>
                      <a:pt x="26" y="79"/>
                    </a:lnTo>
                    <a:close/>
                    <a:moveTo>
                      <a:pt x="26" y="59"/>
                    </a:moveTo>
                    <a:cubicBezTo>
                      <a:pt x="7" y="59"/>
                      <a:pt x="7" y="59"/>
                      <a:pt x="7" y="59"/>
                    </a:cubicBezTo>
                    <a:cubicBezTo>
                      <a:pt x="7" y="46"/>
                      <a:pt x="7" y="46"/>
                      <a:pt x="7" y="46"/>
                    </a:cubicBezTo>
                    <a:cubicBezTo>
                      <a:pt x="26" y="46"/>
                      <a:pt x="26" y="46"/>
                      <a:pt x="26" y="46"/>
                    </a:cubicBezTo>
                    <a:lnTo>
                      <a:pt x="26" y="59"/>
                    </a:lnTo>
                    <a:close/>
                    <a:moveTo>
                      <a:pt x="26" y="38"/>
                    </a:moveTo>
                    <a:cubicBezTo>
                      <a:pt x="7" y="38"/>
                      <a:pt x="7" y="38"/>
                      <a:pt x="7" y="38"/>
                    </a:cubicBezTo>
                    <a:cubicBezTo>
                      <a:pt x="7" y="25"/>
                      <a:pt x="7" y="25"/>
                      <a:pt x="7" y="25"/>
                    </a:cubicBezTo>
                    <a:cubicBezTo>
                      <a:pt x="26" y="25"/>
                      <a:pt x="26" y="25"/>
                      <a:pt x="26" y="25"/>
                    </a:cubicBezTo>
                    <a:lnTo>
                      <a:pt x="26" y="38"/>
                    </a:lnTo>
                    <a:close/>
                    <a:moveTo>
                      <a:pt x="49" y="162"/>
                    </a:moveTo>
                    <a:cubicBezTo>
                      <a:pt x="30" y="162"/>
                      <a:pt x="30" y="162"/>
                      <a:pt x="30" y="162"/>
                    </a:cubicBezTo>
                    <a:cubicBezTo>
                      <a:pt x="30" y="150"/>
                      <a:pt x="30" y="150"/>
                      <a:pt x="30" y="150"/>
                    </a:cubicBezTo>
                    <a:cubicBezTo>
                      <a:pt x="49" y="150"/>
                      <a:pt x="49" y="150"/>
                      <a:pt x="49" y="150"/>
                    </a:cubicBezTo>
                    <a:lnTo>
                      <a:pt x="49" y="162"/>
                    </a:lnTo>
                    <a:close/>
                    <a:moveTo>
                      <a:pt x="49" y="141"/>
                    </a:moveTo>
                    <a:cubicBezTo>
                      <a:pt x="30" y="141"/>
                      <a:pt x="30" y="141"/>
                      <a:pt x="30" y="141"/>
                    </a:cubicBezTo>
                    <a:cubicBezTo>
                      <a:pt x="30" y="129"/>
                      <a:pt x="30" y="129"/>
                      <a:pt x="30" y="129"/>
                    </a:cubicBezTo>
                    <a:cubicBezTo>
                      <a:pt x="49" y="129"/>
                      <a:pt x="49" y="129"/>
                      <a:pt x="49" y="129"/>
                    </a:cubicBezTo>
                    <a:lnTo>
                      <a:pt x="49" y="141"/>
                    </a:lnTo>
                    <a:close/>
                    <a:moveTo>
                      <a:pt x="49" y="121"/>
                    </a:moveTo>
                    <a:cubicBezTo>
                      <a:pt x="30" y="121"/>
                      <a:pt x="30" y="121"/>
                      <a:pt x="30" y="121"/>
                    </a:cubicBezTo>
                    <a:cubicBezTo>
                      <a:pt x="30" y="108"/>
                      <a:pt x="30" y="108"/>
                      <a:pt x="30" y="108"/>
                    </a:cubicBezTo>
                    <a:cubicBezTo>
                      <a:pt x="49" y="108"/>
                      <a:pt x="49" y="108"/>
                      <a:pt x="49" y="108"/>
                    </a:cubicBezTo>
                    <a:lnTo>
                      <a:pt x="49" y="121"/>
                    </a:lnTo>
                    <a:close/>
                    <a:moveTo>
                      <a:pt x="49" y="100"/>
                    </a:moveTo>
                    <a:cubicBezTo>
                      <a:pt x="30" y="100"/>
                      <a:pt x="30" y="100"/>
                      <a:pt x="30" y="100"/>
                    </a:cubicBezTo>
                    <a:cubicBezTo>
                      <a:pt x="30" y="88"/>
                      <a:pt x="30" y="88"/>
                      <a:pt x="30" y="88"/>
                    </a:cubicBezTo>
                    <a:cubicBezTo>
                      <a:pt x="49" y="88"/>
                      <a:pt x="49" y="88"/>
                      <a:pt x="49" y="88"/>
                    </a:cubicBezTo>
                    <a:lnTo>
                      <a:pt x="49" y="100"/>
                    </a:lnTo>
                    <a:close/>
                    <a:moveTo>
                      <a:pt x="49" y="79"/>
                    </a:moveTo>
                    <a:cubicBezTo>
                      <a:pt x="30" y="79"/>
                      <a:pt x="30" y="79"/>
                      <a:pt x="30" y="79"/>
                    </a:cubicBezTo>
                    <a:cubicBezTo>
                      <a:pt x="30" y="67"/>
                      <a:pt x="30" y="67"/>
                      <a:pt x="30" y="67"/>
                    </a:cubicBezTo>
                    <a:cubicBezTo>
                      <a:pt x="49" y="67"/>
                      <a:pt x="49" y="67"/>
                      <a:pt x="49" y="67"/>
                    </a:cubicBezTo>
                    <a:lnTo>
                      <a:pt x="49" y="79"/>
                    </a:lnTo>
                    <a:close/>
                    <a:moveTo>
                      <a:pt x="49" y="59"/>
                    </a:moveTo>
                    <a:cubicBezTo>
                      <a:pt x="30" y="59"/>
                      <a:pt x="30" y="59"/>
                      <a:pt x="30" y="59"/>
                    </a:cubicBezTo>
                    <a:cubicBezTo>
                      <a:pt x="30" y="46"/>
                      <a:pt x="30" y="46"/>
                      <a:pt x="30" y="46"/>
                    </a:cubicBezTo>
                    <a:cubicBezTo>
                      <a:pt x="49" y="46"/>
                      <a:pt x="49" y="46"/>
                      <a:pt x="49" y="46"/>
                    </a:cubicBezTo>
                    <a:lnTo>
                      <a:pt x="49" y="59"/>
                    </a:lnTo>
                    <a:close/>
                    <a:moveTo>
                      <a:pt x="49" y="38"/>
                    </a:moveTo>
                    <a:cubicBezTo>
                      <a:pt x="30" y="38"/>
                      <a:pt x="30" y="38"/>
                      <a:pt x="30" y="38"/>
                    </a:cubicBezTo>
                    <a:cubicBezTo>
                      <a:pt x="30" y="25"/>
                      <a:pt x="30" y="25"/>
                      <a:pt x="30" y="25"/>
                    </a:cubicBezTo>
                    <a:cubicBezTo>
                      <a:pt x="49" y="25"/>
                      <a:pt x="49" y="25"/>
                      <a:pt x="49" y="25"/>
                    </a:cubicBezTo>
                    <a:lnTo>
                      <a:pt x="49" y="38"/>
                    </a:lnTo>
                    <a:close/>
                  </a:path>
                </a:pathLst>
              </a:custGeom>
              <a:solidFill>
                <a:srgbClr val="9FC628"/>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0" name="Freeform 115"/>
              <p:cNvSpPr>
                <a:spLocks/>
              </p:cNvSpPr>
              <p:nvPr/>
            </p:nvSpPr>
            <p:spPr bwMode="auto">
              <a:xfrm>
                <a:off x="3182938" y="1600200"/>
                <a:ext cx="120650" cy="57150"/>
              </a:xfrm>
              <a:custGeom>
                <a:avLst/>
                <a:gdLst>
                  <a:gd name="T0" fmla="*/ 54 w 55"/>
                  <a:gd name="T1" fmla="*/ 25 h 26"/>
                  <a:gd name="T2" fmla="*/ 44 w 55"/>
                  <a:gd name="T3" fmla="*/ 16 h 26"/>
                  <a:gd name="T4" fmla="*/ 44 w 55"/>
                  <a:gd name="T5" fmla="*/ 5 h 26"/>
                  <a:gd name="T6" fmla="*/ 42 w 55"/>
                  <a:gd name="T7" fmla="*/ 3 h 26"/>
                  <a:gd name="T8" fmla="*/ 38 w 55"/>
                  <a:gd name="T9" fmla="*/ 3 h 26"/>
                  <a:gd name="T10" fmla="*/ 36 w 55"/>
                  <a:gd name="T11" fmla="*/ 5 h 26"/>
                  <a:gd name="T12" fmla="*/ 36 w 55"/>
                  <a:gd name="T13" fmla="*/ 8 h 26"/>
                  <a:gd name="T14" fmla="*/ 28 w 55"/>
                  <a:gd name="T15" fmla="*/ 1 h 26"/>
                  <a:gd name="T16" fmla="*/ 26 w 55"/>
                  <a:gd name="T17" fmla="*/ 1 h 26"/>
                  <a:gd name="T18" fmla="*/ 1 w 55"/>
                  <a:gd name="T19" fmla="*/ 25 h 26"/>
                  <a:gd name="T20" fmla="*/ 1 w 55"/>
                  <a:gd name="T21" fmla="*/ 26 h 26"/>
                  <a:gd name="T22" fmla="*/ 54 w 55"/>
                  <a:gd name="T23" fmla="*/ 26 h 26"/>
                  <a:gd name="T24" fmla="*/ 54 w 55"/>
                  <a:gd name="T25" fmla="*/ 25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5" h="26">
                    <a:moveTo>
                      <a:pt x="54" y="25"/>
                    </a:moveTo>
                    <a:cubicBezTo>
                      <a:pt x="44" y="16"/>
                      <a:pt x="44" y="16"/>
                      <a:pt x="44" y="16"/>
                    </a:cubicBezTo>
                    <a:cubicBezTo>
                      <a:pt x="44" y="5"/>
                      <a:pt x="44" y="5"/>
                      <a:pt x="44" y="5"/>
                    </a:cubicBezTo>
                    <a:cubicBezTo>
                      <a:pt x="44" y="4"/>
                      <a:pt x="43" y="3"/>
                      <a:pt x="42" y="3"/>
                    </a:cubicBezTo>
                    <a:cubicBezTo>
                      <a:pt x="38" y="3"/>
                      <a:pt x="38" y="3"/>
                      <a:pt x="38" y="3"/>
                    </a:cubicBezTo>
                    <a:cubicBezTo>
                      <a:pt x="37" y="3"/>
                      <a:pt x="36" y="4"/>
                      <a:pt x="36" y="5"/>
                    </a:cubicBezTo>
                    <a:cubicBezTo>
                      <a:pt x="36" y="8"/>
                      <a:pt x="36" y="8"/>
                      <a:pt x="36" y="8"/>
                    </a:cubicBezTo>
                    <a:cubicBezTo>
                      <a:pt x="28" y="1"/>
                      <a:pt x="28" y="1"/>
                      <a:pt x="28" y="1"/>
                    </a:cubicBezTo>
                    <a:cubicBezTo>
                      <a:pt x="28" y="0"/>
                      <a:pt x="27" y="0"/>
                      <a:pt x="26" y="1"/>
                    </a:cubicBezTo>
                    <a:cubicBezTo>
                      <a:pt x="1" y="25"/>
                      <a:pt x="1" y="25"/>
                      <a:pt x="1" y="25"/>
                    </a:cubicBezTo>
                    <a:cubicBezTo>
                      <a:pt x="0" y="25"/>
                      <a:pt x="0" y="26"/>
                      <a:pt x="1" y="26"/>
                    </a:cubicBezTo>
                    <a:cubicBezTo>
                      <a:pt x="54" y="26"/>
                      <a:pt x="54" y="26"/>
                      <a:pt x="54" y="26"/>
                    </a:cubicBezTo>
                    <a:cubicBezTo>
                      <a:pt x="55" y="26"/>
                      <a:pt x="55" y="25"/>
                      <a:pt x="54" y="25"/>
                    </a:cubicBezTo>
                    <a:close/>
                  </a:path>
                </a:pathLst>
              </a:custGeom>
              <a:solidFill>
                <a:srgbClr val="9FC628"/>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69" name="组合 121"/>
            <p:cNvGrpSpPr/>
            <p:nvPr/>
          </p:nvGrpSpPr>
          <p:grpSpPr>
            <a:xfrm>
              <a:off x="4120854" y="858736"/>
              <a:ext cx="930568" cy="692318"/>
              <a:chOff x="1924050" y="3932238"/>
              <a:chExt cx="527050" cy="392112"/>
            </a:xfrm>
          </p:grpSpPr>
          <p:sp>
            <p:nvSpPr>
              <p:cNvPr id="84" name="Freeform 109"/>
              <p:cNvSpPr>
                <a:spLocks noEditPoints="1"/>
              </p:cNvSpPr>
              <p:nvPr/>
            </p:nvSpPr>
            <p:spPr bwMode="auto">
              <a:xfrm>
                <a:off x="1924050" y="3954463"/>
                <a:ext cx="298450" cy="300037"/>
              </a:xfrm>
              <a:custGeom>
                <a:avLst/>
                <a:gdLst>
                  <a:gd name="T0" fmla="*/ 132 w 136"/>
                  <a:gd name="T1" fmla="*/ 91 h 136"/>
                  <a:gd name="T2" fmla="*/ 122 w 136"/>
                  <a:gd name="T3" fmla="*/ 83 h 136"/>
                  <a:gd name="T4" fmla="*/ 135 w 136"/>
                  <a:gd name="T5" fmla="*/ 72 h 136"/>
                  <a:gd name="T6" fmla="*/ 136 w 136"/>
                  <a:gd name="T7" fmla="*/ 63 h 136"/>
                  <a:gd name="T8" fmla="*/ 123 w 136"/>
                  <a:gd name="T9" fmla="*/ 60 h 136"/>
                  <a:gd name="T10" fmla="*/ 122 w 136"/>
                  <a:gd name="T11" fmla="*/ 52 h 136"/>
                  <a:gd name="T12" fmla="*/ 132 w 136"/>
                  <a:gd name="T13" fmla="*/ 44 h 136"/>
                  <a:gd name="T14" fmla="*/ 127 w 136"/>
                  <a:gd name="T15" fmla="*/ 35 h 136"/>
                  <a:gd name="T16" fmla="*/ 110 w 136"/>
                  <a:gd name="T17" fmla="*/ 32 h 136"/>
                  <a:gd name="T18" fmla="*/ 116 w 136"/>
                  <a:gd name="T19" fmla="*/ 20 h 136"/>
                  <a:gd name="T20" fmla="*/ 108 w 136"/>
                  <a:gd name="T21" fmla="*/ 14 h 136"/>
                  <a:gd name="T22" fmla="*/ 96 w 136"/>
                  <a:gd name="T23" fmla="*/ 20 h 136"/>
                  <a:gd name="T24" fmla="*/ 92 w 136"/>
                  <a:gd name="T25" fmla="*/ 18 h 136"/>
                  <a:gd name="T26" fmla="*/ 92 w 136"/>
                  <a:gd name="T27" fmla="*/ 4 h 136"/>
                  <a:gd name="T28" fmla="*/ 83 w 136"/>
                  <a:gd name="T29" fmla="*/ 2 h 136"/>
                  <a:gd name="T30" fmla="*/ 69 w 136"/>
                  <a:gd name="T31" fmla="*/ 13 h 136"/>
                  <a:gd name="T32" fmla="*/ 64 w 136"/>
                  <a:gd name="T33" fmla="*/ 0 h 136"/>
                  <a:gd name="T34" fmla="*/ 55 w 136"/>
                  <a:gd name="T35" fmla="*/ 2 h 136"/>
                  <a:gd name="T36" fmla="*/ 54 w 136"/>
                  <a:gd name="T37" fmla="*/ 15 h 136"/>
                  <a:gd name="T38" fmla="*/ 38 w 136"/>
                  <a:gd name="T39" fmla="*/ 8 h 136"/>
                  <a:gd name="T40" fmla="*/ 29 w 136"/>
                  <a:gd name="T41" fmla="*/ 12 h 136"/>
                  <a:gd name="T42" fmla="*/ 33 w 136"/>
                  <a:gd name="T43" fmla="*/ 25 h 136"/>
                  <a:gd name="T44" fmla="*/ 16 w 136"/>
                  <a:gd name="T45" fmla="*/ 25 h 136"/>
                  <a:gd name="T46" fmla="*/ 10 w 136"/>
                  <a:gd name="T47" fmla="*/ 32 h 136"/>
                  <a:gd name="T48" fmla="*/ 19 w 136"/>
                  <a:gd name="T49" fmla="*/ 43 h 136"/>
                  <a:gd name="T50" fmla="*/ 3 w 136"/>
                  <a:gd name="T51" fmla="*/ 50 h 136"/>
                  <a:gd name="T52" fmla="*/ 0 w 136"/>
                  <a:gd name="T53" fmla="*/ 59 h 136"/>
                  <a:gd name="T54" fmla="*/ 13 w 136"/>
                  <a:gd name="T55" fmla="*/ 65 h 136"/>
                  <a:gd name="T56" fmla="*/ 1 w 136"/>
                  <a:gd name="T57" fmla="*/ 78 h 136"/>
                  <a:gd name="T58" fmla="*/ 2 w 136"/>
                  <a:gd name="T59" fmla="*/ 87 h 136"/>
                  <a:gd name="T60" fmla="*/ 16 w 136"/>
                  <a:gd name="T61" fmla="*/ 88 h 136"/>
                  <a:gd name="T62" fmla="*/ 11 w 136"/>
                  <a:gd name="T63" fmla="*/ 104 h 136"/>
                  <a:gd name="T64" fmla="*/ 16 w 136"/>
                  <a:gd name="T65" fmla="*/ 112 h 136"/>
                  <a:gd name="T66" fmla="*/ 29 w 136"/>
                  <a:gd name="T67" fmla="*/ 107 h 136"/>
                  <a:gd name="T68" fmla="*/ 31 w 136"/>
                  <a:gd name="T69" fmla="*/ 124 h 136"/>
                  <a:gd name="T70" fmla="*/ 39 w 136"/>
                  <a:gd name="T71" fmla="*/ 130 h 136"/>
                  <a:gd name="T72" fmla="*/ 48 w 136"/>
                  <a:gd name="T73" fmla="*/ 120 h 136"/>
                  <a:gd name="T74" fmla="*/ 57 w 136"/>
                  <a:gd name="T75" fmla="*/ 135 h 136"/>
                  <a:gd name="T76" fmla="*/ 66 w 136"/>
                  <a:gd name="T77" fmla="*/ 136 h 136"/>
                  <a:gd name="T78" fmla="*/ 71 w 136"/>
                  <a:gd name="T79" fmla="*/ 124 h 136"/>
                  <a:gd name="T80" fmla="*/ 85 w 136"/>
                  <a:gd name="T81" fmla="*/ 133 h 136"/>
                  <a:gd name="T82" fmla="*/ 94 w 136"/>
                  <a:gd name="T83" fmla="*/ 131 h 136"/>
                  <a:gd name="T84" fmla="*/ 93 w 136"/>
                  <a:gd name="T85" fmla="*/ 118 h 136"/>
                  <a:gd name="T86" fmla="*/ 110 w 136"/>
                  <a:gd name="T87" fmla="*/ 121 h 136"/>
                  <a:gd name="T88" fmla="*/ 117 w 136"/>
                  <a:gd name="T89" fmla="*/ 115 h 136"/>
                  <a:gd name="T90" fmla="*/ 111 w 136"/>
                  <a:gd name="T91" fmla="*/ 104 h 136"/>
                  <a:gd name="T92" fmla="*/ 128 w 136"/>
                  <a:gd name="T93" fmla="*/ 100 h 136"/>
                  <a:gd name="T94" fmla="*/ 106 w 136"/>
                  <a:gd name="T95" fmla="*/ 58 h 136"/>
                  <a:gd name="T96" fmla="*/ 79 w 136"/>
                  <a:gd name="T97" fmla="*/ 106 h 136"/>
                  <a:gd name="T98" fmla="*/ 30 w 136"/>
                  <a:gd name="T99" fmla="*/ 79 h 136"/>
                  <a:gd name="T100" fmla="*/ 58 w 136"/>
                  <a:gd name="T101" fmla="*/ 30 h 136"/>
                  <a:gd name="T102" fmla="*/ 106 w 136"/>
                  <a:gd name="T103" fmla="*/ 5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6" h="136">
                    <a:moveTo>
                      <a:pt x="129" y="99"/>
                    </a:moveTo>
                    <a:cubicBezTo>
                      <a:pt x="132" y="91"/>
                      <a:pt x="132" y="91"/>
                      <a:pt x="132" y="91"/>
                    </a:cubicBezTo>
                    <a:cubicBezTo>
                      <a:pt x="133" y="91"/>
                      <a:pt x="132" y="90"/>
                      <a:pt x="132" y="90"/>
                    </a:cubicBezTo>
                    <a:cubicBezTo>
                      <a:pt x="122" y="83"/>
                      <a:pt x="122" y="83"/>
                      <a:pt x="122" y="83"/>
                    </a:cubicBezTo>
                    <a:cubicBezTo>
                      <a:pt x="123" y="80"/>
                      <a:pt x="123" y="78"/>
                      <a:pt x="124" y="75"/>
                    </a:cubicBezTo>
                    <a:cubicBezTo>
                      <a:pt x="135" y="72"/>
                      <a:pt x="135" y="72"/>
                      <a:pt x="135" y="72"/>
                    </a:cubicBezTo>
                    <a:cubicBezTo>
                      <a:pt x="136" y="72"/>
                      <a:pt x="136" y="72"/>
                      <a:pt x="136" y="72"/>
                    </a:cubicBezTo>
                    <a:cubicBezTo>
                      <a:pt x="136" y="63"/>
                      <a:pt x="136" y="63"/>
                      <a:pt x="136" y="63"/>
                    </a:cubicBezTo>
                    <a:cubicBezTo>
                      <a:pt x="136" y="62"/>
                      <a:pt x="136" y="62"/>
                      <a:pt x="135" y="62"/>
                    </a:cubicBezTo>
                    <a:cubicBezTo>
                      <a:pt x="123" y="60"/>
                      <a:pt x="123" y="60"/>
                      <a:pt x="123" y="60"/>
                    </a:cubicBezTo>
                    <a:cubicBezTo>
                      <a:pt x="123" y="58"/>
                      <a:pt x="123" y="56"/>
                      <a:pt x="122" y="54"/>
                    </a:cubicBezTo>
                    <a:cubicBezTo>
                      <a:pt x="122" y="53"/>
                      <a:pt x="122" y="53"/>
                      <a:pt x="122" y="52"/>
                    </a:cubicBezTo>
                    <a:cubicBezTo>
                      <a:pt x="131" y="45"/>
                      <a:pt x="131" y="45"/>
                      <a:pt x="131" y="45"/>
                    </a:cubicBezTo>
                    <a:cubicBezTo>
                      <a:pt x="132" y="45"/>
                      <a:pt x="132" y="44"/>
                      <a:pt x="132" y="44"/>
                    </a:cubicBezTo>
                    <a:cubicBezTo>
                      <a:pt x="128" y="36"/>
                      <a:pt x="128" y="36"/>
                      <a:pt x="128" y="36"/>
                    </a:cubicBezTo>
                    <a:cubicBezTo>
                      <a:pt x="128" y="35"/>
                      <a:pt x="127" y="35"/>
                      <a:pt x="127" y="35"/>
                    </a:cubicBezTo>
                    <a:cubicBezTo>
                      <a:pt x="115" y="38"/>
                      <a:pt x="115" y="38"/>
                      <a:pt x="115" y="38"/>
                    </a:cubicBezTo>
                    <a:cubicBezTo>
                      <a:pt x="114" y="36"/>
                      <a:pt x="112" y="34"/>
                      <a:pt x="110" y="32"/>
                    </a:cubicBezTo>
                    <a:cubicBezTo>
                      <a:pt x="116" y="21"/>
                      <a:pt x="116" y="21"/>
                      <a:pt x="116" y="21"/>
                    </a:cubicBezTo>
                    <a:cubicBezTo>
                      <a:pt x="117" y="21"/>
                      <a:pt x="117" y="20"/>
                      <a:pt x="116" y="20"/>
                    </a:cubicBezTo>
                    <a:cubicBezTo>
                      <a:pt x="110" y="14"/>
                      <a:pt x="110" y="14"/>
                      <a:pt x="110" y="14"/>
                    </a:cubicBezTo>
                    <a:cubicBezTo>
                      <a:pt x="109" y="14"/>
                      <a:pt x="109" y="14"/>
                      <a:pt x="108" y="14"/>
                    </a:cubicBezTo>
                    <a:cubicBezTo>
                      <a:pt x="99" y="21"/>
                      <a:pt x="99" y="21"/>
                      <a:pt x="99" y="21"/>
                    </a:cubicBezTo>
                    <a:cubicBezTo>
                      <a:pt x="98" y="21"/>
                      <a:pt x="97" y="20"/>
                      <a:pt x="96" y="20"/>
                    </a:cubicBezTo>
                    <a:cubicBezTo>
                      <a:pt x="96" y="20"/>
                      <a:pt x="96" y="20"/>
                      <a:pt x="96" y="20"/>
                    </a:cubicBezTo>
                    <a:cubicBezTo>
                      <a:pt x="95" y="19"/>
                      <a:pt x="93" y="18"/>
                      <a:pt x="92" y="18"/>
                    </a:cubicBezTo>
                    <a:cubicBezTo>
                      <a:pt x="93" y="6"/>
                      <a:pt x="93" y="6"/>
                      <a:pt x="93" y="6"/>
                    </a:cubicBezTo>
                    <a:cubicBezTo>
                      <a:pt x="93" y="5"/>
                      <a:pt x="93" y="5"/>
                      <a:pt x="92" y="4"/>
                    </a:cubicBezTo>
                    <a:cubicBezTo>
                      <a:pt x="84" y="2"/>
                      <a:pt x="84" y="2"/>
                      <a:pt x="84" y="2"/>
                    </a:cubicBezTo>
                    <a:cubicBezTo>
                      <a:pt x="84" y="2"/>
                      <a:pt x="83" y="2"/>
                      <a:pt x="83" y="2"/>
                    </a:cubicBezTo>
                    <a:cubicBezTo>
                      <a:pt x="77" y="13"/>
                      <a:pt x="77" y="13"/>
                      <a:pt x="77" y="13"/>
                    </a:cubicBezTo>
                    <a:cubicBezTo>
                      <a:pt x="74" y="13"/>
                      <a:pt x="72" y="13"/>
                      <a:pt x="69" y="13"/>
                    </a:cubicBezTo>
                    <a:cubicBezTo>
                      <a:pt x="65" y="1"/>
                      <a:pt x="65" y="1"/>
                      <a:pt x="65" y="1"/>
                    </a:cubicBezTo>
                    <a:cubicBezTo>
                      <a:pt x="65" y="0"/>
                      <a:pt x="65" y="0"/>
                      <a:pt x="64" y="0"/>
                    </a:cubicBezTo>
                    <a:cubicBezTo>
                      <a:pt x="56" y="1"/>
                      <a:pt x="56" y="1"/>
                      <a:pt x="56" y="1"/>
                    </a:cubicBezTo>
                    <a:cubicBezTo>
                      <a:pt x="55" y="1"/>
                      <a:pt x="55" y="1"/>
                      <a:pt x="55" y="2"/>
                    </a:cubicBezTo>
                    <a:cubicBezTo>
                      <a:pt x="54" y="14"/>
                      <a:pt x="54" y="14"/>
                      <a:pt x="54" y="14"/>
                    </a:cubicBezTo>
                    <a:cubicBezTo>
                      <a:pt x="54" y="14"/>
                      <a:pt x="54" y="15"/>
                      <a:pt x="54" y="15"/>
                    </a:cubicBezTo>
                    <a:cubicBezTo>
                      <a:pt x="51" y="15"/>
                      <a:pt x="49" y="16"/>
                      <a:pt x="47" y="17"/>
                    </a:cubicBezTo>
                    <a:cubicBezTo>
                      <a:pt x="38" y="8"/>
                      <a:pt x="38" y="8"/>
                      <a:pt x="38" y="8"/>
                    </a:cubicBezTo>
                    <a:cubicBezTo>
                      <a:pt x="38" y="7"/>
                      <a:pt x="37" y="7"/>
                      <a:pt x="37" y="7"/>
                    </a:cubicBezTo>
                    <a:cubicBezTo>
                      <a:pt x="29" y="12"/>
                      <a:pt x="29" y="12"/>
                      <a:pt x="29" y="12"/>
                    </a:cubicBezTo>
                    <a:cubicBezTo>
                      <a:pt x="29" y="12"/>
                      <a:pt x="29" y="13"/>
                      <a:pt x="29" y="13"/>
                    </a:cubicBezTo>
                    <a:cubicBezTo>
                      <a:pt x="33" y="25"/>
                      <a:pt x="33" y="25"/>
                      <a:pt x="33" y="25"/>
                    </a:cubicBezTo>
                    <a:cubicBezTo>
                      <a:pt x="31" y="26"/>
                      <a:pt x="29" y="28"/>
                      <a:pt x="28" y="30"/>
                    </a:cubicBezTo>
                    <a:cubicBezTo>
                      <a:pt x="16" y="25"/>
                      <a:pt x="16" y="25"/>
                      <a:pt x="16" y="25"/>
                    </a:cubicBezTo>
                    <a:cubicBezTo>
                      <a:pt x="16" y="25"/>
                      <a:pt x="15" y="25"/>
                      <a:pt x="15" y="25"/>
                    </a:cubicBezTo>
                    <a:cubicBezTo>
                      <a:pt x="10" y="32"/>
                      <a:pt x="10" y="32"/>
                      <a:pt x="10" y="32"/>
                    </a:cubicBezTo>
                    <a:cubicBezTo>
                      <a:pt x="10" y="33"/>
                      <a:pt x="10" y="33"/>
                      <a:pt x="10" y="34"/>
                    </a:cubicBezTo>
                    <a:cubicBezTo>
                      <a:pt x="19" y="43"/>
                      <a:pt x="19" y="43"/>
                      <a:pt x="19" y="43"/>
                    </a:cubicBezTo>
                    <a:cubicBezTo>
                      <a:pt x="18" y="45"/>
                      <a:pt x="17" y="47"/>
                      <a:pt x="16" y="50"/>
                    </a:cubicBezTo>
                    <a:cubicBezTo>
                      <a:pt x="3" y="50"/>
                      <a:pt x="3" y="50"/>
                      <a:pt x="3" y="50"/>
                    </a:cubicBezTo>
                    <a:cubicBezTo>
                      <a:pt x="3" y="50"/>
                      <a:pt x="2" y="50"/>
                      <a:pt x="2" y="51"/>
                    </a:cubicBezTo>
                    <a:cubicBezTo>
                      <a:pt x="0" y="59"/>
                      <a:pt x="0" y="59"/>
                      <a:pt x="0" y="59"/>
                    </a:cubicBezTo>
                    <a:cubicBezTo>
                      <a:pt x="0" y="60"/>
                      <a:pt x="1" y="60"/>
                      <a:pt x="1" y="60"/>
                    </a:cubicBezTo>
                    <a:cubicBezTo>
                      <a:pt x="13" y="65"/>
                      <a:pt x="13" y="65"/>
                      <a:pt x="13" y="65"/>
                    </a:cubicBezTo>
                    <a:cubicBezTo>
                      <a:pt x="12" y="68"/>
                      <a:pt x="13" y="70"/>
                      <a:pt x="13" y="73"/>
                    </a:cubicBezTo>
                    <a:cubicBezTo>
                      <a:pt x="1" y="78"/>
                      <a:pt x="1" y="78"/>
                      <a:pt x="1" y="78"/>
                    </a:cubicBezTo>
                    <a:cubicBezTo>
                      <a:pt x="1" y="78"/>
                      <a:pt x="1" y="78"/>
                      <a:pt x="1" y="79"/>
                    </a:cubicBezTo>
                    <a:cubicBezTo>
                      <a:pt x="2" y="87"/>
                      <a:pt x="2" y="87"/>
                      <a:pt x="2" y="87"/>
                    </a:cubicBezTo>
                    <a:cubicBezTo>
                      <a:pt x="3" y="88"/>
                      <a:pt x="3" y="88"/>
                      <a:pt x="4" y="88"/>
                    </a:cubicBezTo>
                    <a:cubicBezTo>
                      <a:pt x="16" y="88"/>
                      <a:pt x="16" y="88"/>
                      <a:pt x="16" y="88"/>
                    </a:cubicBezTo>
                    <a:cubicBezTo>
                      <a:pt x="17" y="90"/>
                      <a:pt x="18" y="93"/>
                      <a:pt x="19" y="95"/>
                    </a:cubicBezTo>
                    <a:cubicBezTo>
                      <a:pt x="11" y="104"/>
                      <a:pt x="11" y="104"/>
                      <a:pt x="11" y="104"/>
                    </a:cubicBezTo>
                    <a:cubicBezTo>
                      <a:pt x="11" y="104"/>
                      <a:pt x="11" y="105"/>
                      <a:pt x="11" y="105"/>
                    </a:cubicBezTo>
                    <a:cubicBezTo>
                      <a:pt x="16" y="112"/>
                      <a:pt x="16" y="112"/>
                      <a:pt x="16" y="112"/>
                    </a:cubicBezTo>
                    <a:cubicBezTo>
                      <a:pt x="16" y="113"/>
                      <a:pt x="17" y="113"/>
                      <a:pt x="17" y="113"/>
                    </a:cubicBezTo>
                    <a:cubicBezTo>
                      <a:pt x="29" y="107"/>
                      <a:pt x="29" y="107"/>
                      <a:pt x="29" y="107"/>
                    </a:cubicBezTo>
                    <a:cubicBezTo>
                      <a:pt x="30" y="109"/>
                      <a:pt x="32" y="111"/>
                      <a:pt x="34" y="112"/>
                    </a:cubicBezTo>
                    <a:cubicBezTo>
                      <a:pt x="31" y="124"/>
                      <a:pt x="31" y="124"/>
                      <a:pt x="31" y="124"/>
                    </a:cubicBezTo>
                    <a:cubicBezTo>
                      <a:pt x="30" y="125"/>
                      <a:pt x="31" y="125"/>
                      <a:pt x="31" y="125"/>
                    </a:cubicBezTo>
                    <a:cubicBezTo>
                      <a:pt x="39" y="130"/>
                      <a:pt x="39" y="130"/>
                      <a:pt x="39" y="130"/>
                    </a:cubicBezTo>
                    <a:cubicBezTo>
                      <a:pt x="39" y="130"/>
                      <a:pt x="40" y="130"/>
                      <a:pt x="40" y="129"/>
                    </a:cubicBezTo>
                    <a:cubicBezTo>
                      <a:pt x="48" y="120"/>
                      <a:pt x="48" y="120"/>
                      <a:pt x="48" y="120"/>
                    </a:cubicBezTo>
                    <a:cubicBezTo>
                      <a:pt x="50" y="121"/>
                      <a:pt x="53" y="122"/>
                      <a:pt x="55" y="123"/>
                    </a:cubicBezTo>
                    <a:cubicBezTo>
                      <a:pt x="57" y="135"/>
                      <a:pt x="57" y="135"/>
                      <a:pt x="57" y="135"/>
                    </a:cubicBezTo>
                    <a:cubicBezTo>
                      <a:pt x="57" y="135"/>
                      <a:pt x="57" y="136"/>
                      <a:pt x="58" y="136"/>
                    </a:cubicBezTo>
                    <a:cubicBezTo>
                      <a:pt x="66" y="136"/>
                      <a:pt x="66" y="136"/>
                      <a:pt x="66" y="136"/>
                    </a:cubicBezTo>
                    <a:cubicBezTo>
                      <a:pt x="67" y="136"/>
                      <a:pt x="67" y="136"/>
                      <a:pt x="67" y="136"/>
                    </a:cubicBezTo>
                    <a:cubicBezTo>
                      <a:pt x="71" y="124"/>
                      <a:pt x="71" y="124"/>
                      <a:pt x="71" y="124"/>
                    </a:cubicBezTo>
                    <a:cubicBezTo>
                      <a:pt x="73" y="124"/>
                      <a:pt x="76" y="124"/>
                      <a:pt x="79" y="123"/>
                    </a:cubicBezTo>
                    <a:cubicBezTo>
                      <a:pt x="85" y="133"/>
                      <a:pt x="85" y="133"/>
                      <a:pt x="85" y="133"/>
                    </a:cubicBezTo>
                    <a:cubicBezTo>
                      <a:pt x="85" y="134"/>
                      <a:pt x="85" y="134"/>
                      <a:pt x="86" y="134"/>
                    </a:cubicBezTo>
                    <a:cubicBezTo>
                      <a:pt x="94" y="131"/>
                      <a:pt x="94" y="131"/>
                      <a:pt x="94" y="131"/>
                    </a:cubicBezTo>
                    <a:cubicBezTo>
                      <a:pt x="95" y="131"/>
                      <a:pt x="95" y="131"/>
                      <a:pt x="95" y="130"/>
                    </a:cubicBezTo>
                    <a:cubicBezTo>
                      <a:pt x="93" y="118"/>
                      <a:pt x="93" y="118"/>
                      <a:pt x="93" y="118"/>
                    </a:cubicBezTo>
                    <a:cubicBezTo>
                      <a:pt x="96" y="117"/>
                      <a:pt x="98" y="116"/>
                      <a:pt x="100" y="114"/>
                    </a:cubicBezTo>
                    <a:cubicBezTo>
                      <a:pt x="110" y="121"/>
                      <a:pt x="110" y="121"/>
                      <a:pt x="110" y="121"/>
                    </a:cubicBezTo>
                    <a:cubicBezTo>
                      <a:pt x="110" y="121"/>
                      <a:pt x="111" y="121"/>
                      <a:pt x="111" y="121"/>
                    </a:cubicBezTo>
                    <a:cubicBezTo>
                      <a:pt x="117" y="115"/>
                      <a:pt x="117" y="115"/>
                      <a:pt x="117" y="115"/>
                    </a:cubicBezTo>
                    <a:cubicBezTo>
                      <a:pt x="118" y="115"/>
                      <a:pt x="118" y="114"/>
                      <a:pt x="118" y="114"/>
                    </a:cubicBezTo>
                    <a:cubicBezTo>
                      <a:pt x="111" y="104"/>
                      <a:pt x="111" y="104"/>
                      <a:pt x="111" y="104"/>
                    </a:cubicBezTo>
                    <a:cubicBezTo>
                      <a:pt x="113" y="102"/>
                      <a:pt x="115" y="100"/>
                      <a:pt x="116" y="97"/>
                    </a:cubicBezTo>
                    <a:cubicBezTo>
                      <a:pt x="128" y="100"/>
                      <a:pt x="128" y="100"/>
                      <a:pt x="128" y="100"/>
                    </a:cubicBezTo>
                    <a:cubicBezTo>
                      <a:pt x="128" y="100"/>
                      <a:pt x="129" y="99"/>
                      <a:pt x="129" y="99"/>
                    </a:cubicBezTo>
                    <a:close/>
                    <a:moveTo>
                      <a:pt x="106" y="58"/>
                    </a:moveTo>
                    <a:cubicBezTo>
                      <a:pt x="109" y="68"/>
                      <a:pt x="108" y="78"/>
                      <a:pt x="103" y="88"/>
                    </a:cubicBezTo>
                    <a:cubicBezTo>
                      <a:pt x="97" y="97"/>
                      <a:pt x="88" y="104"/>
                      <a:pt x="79" y="106"/>
                    </a:cubicBezTo>
                    <a:cubicBezTo>
                      <a:pt x="69" y="109"/>
                      <a:pt x="58" y="108"/>
                      <a:pt x="49" y="103"/>
                    </a:cubicBezTo>
                    <a:cubicBezTo>
                      <a:pt x="39" y="97"/>
                      <a:pt x="33" y="88"/>
                      <a:pt x="30" y="79"/>
                    </a:cubicBezTo>
                    <a:cubicBezTo>
                      <a:pt x="28" y="69"/>
                      <a:pt x="29" y="58"/>
                      <a:pt x="34" y="49"/>
                    </a:cubicBezTo>
                    <a:cubicBezTo>
                      <a:pt x="40" y="39"/>
                      <a:pt x="48" y="33"/>
                      <a:pt x="58" y="30"/>
                    </a:cubicBezTo>
                    <a:cubicBezTo>
                      <a:pt x="68" y="28"/>
                      <a:pt x="78" y="29"/>
                      <a:pt x="88" y="34"/>
                    </a:cubicBezTo>
                    <a:cubicBezTo>
                      <a:pt x="97" y="40"/>
                      <a:pt x="104" y="48"/>
                      <a:pt x="106" y="58"/>
                    </a:cubicBezTo>
                    <a:close/>
                  </a:path>
                </a:pathLst>
              </a:custGeom>
              <a:solidFill>
                <a:srgbClr val="FF8900"/>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5" name="Freeform 110"/>
              <p:cNvSpPr>
                <a:spLocks noEditPoints="1"/>
              </p:cNvSpPr>
              <p:nvPr/>
            </p:nvSpPr>
            <p:spPr bwMode="auto">
              <a:xfrm>
                <a:off x="2189163" y="4084638"/>
                <a:ext cx="241300" cy="239712"/>
              </a:xfrm>
              <a:custGeom>
                <a:avLst/>
                <a:gdLst>
                  <a:gd name="T0" fmla="*/ 106 w 109"/>
                  <a:gd name="T1" fmla="*/ 73 h 109"/>
                  <a:gd name="T2" fmla="*/ 98 w 109"/>
                  <a:gd name="T3" fmla="*/ 66 h 109"/>
                  <a:gd name="T4" fmla="*/ 108 w 109"/>
                  <a:gd name="T5" fmla="*/ 58 h 109"/>
                  <a:gd name="T6" fmla="*/ 109 w 109"/>
                  <a:gd name="T7" fmla="*/ 50 h 109"/>
                  <a:gd name="T8" fmla="*/ 99 w 109"/>
                  <a:gd name="T9" fmla="*/ 48 h 109"/>
                  <a:gd name="T10" fmla="*/ 97 w 109"/>
                  <a:gd name="T11" fmla="*/ 42 h 109"/>
                  <a:gd name="T12" fmla="*/ 105 w 109"/>
                  <a:gd name="T13" fmla="*/ 35 h 109"/>
                  <a:gd name="T14" fmla="*/ 102 w 109"/>
                  <a:gd name="T15" fmla="*/ 28 h 109"/>
                  <a:gd name="T16" fmla="*/ 88 w 109"/>
                  <a:gd name="T17" fmla="*/ 25 h 109"/>
                  <a:gd name="T18" fmla="*/ 93 w 109"/>
                  <a:gd name="T19" fmla="*/ 16 h 109"/>
                  <a:gd name="T20" fmla="*/ 87 w 109"/>
                  <a:gd name="T21" fmla="*/ 11 h 109"/>
                  <a:gd name="T22" fmla="*/ 77 w 109"/>
                  <a:gd name="T23" fmla="*/ 16 h 109"/>
                  <a:gd name="T24" fmla="*/ 74 w 109"/>
                  <a:gd name="T25" fmla="*/ 14 h 109"/>
                  <a:gd name="T26" fmla="*/ 74 w 109"/>
                  <a:gd name="T27" fmla="*/ 4 h 109"/>
                  <a:gd name="T28" fmla="*/ 67 w 109"/>
                  <a:gd name="T29" fmla="*/ 2 h 109"/>
                  <a:gd name="T30" fmla="*/ 56 w 109"/>
                  <a:gd name="T31" fmla="*/ 10 h 109"/>
                  <a:gd name="T32" fmla="*/ 52 w 109"/>
                  <a:gd name="T33" fmla="*/ 0 h 109"/>
                  <a:gd name="T34" fmla="*/ 44 w 109"/>
                  <a:gd name="T35" fmla="*/ 2 h 109"/>
                  <a:gd name="T36" fmla="*/ 43 w 109"/>
                  <a:gd name="T37" fmla="*/ 12 h 109"/>
                  <a:gd name="T38" fmla="*/ 31 w 109"/>
                  <a:gd name="T39" fmla="*/ 6 h 109"/>
                  <a:gd name="T40" fmla="*/ 24 w 109"/>
                  <a:gd name="T41" fmla="*/ 9 h 109"/>
                  <a:gd name="T42" fmla="*/ 27 w 109"/>
                  <a:gd name="T43" fmla="*/ 20 h 109"/>
                  <a:gd name="T44" fmla="*/ 13 w 109"/>
                  <a:gd name="T45" fmla="*/ 20 h 109"/>
                  <a:gd name="T46" fmla="*/ 8 w 109"/>
                  <a:gd name="T47" fmla="*/ 26 h 109"/>
                  <a:gd name="T48" fmla="*/ 15 w 109"/>
                  <a:gd name="T49" fmla="*/ 34 h 109"/>
                  <a:gd name="T50" fmla="*/ 3 w 109"/>
                  <a:gd name="T51" fmla="*/ 40 h 109"/>
                  <a:gd name="T52" fmla="*/ 1 w 109"/>
                  <a:gd name="T53" fmla="*/ 47 h 109"/>
                  <a:gd name="T54" fmla="*/ 10 w 109"/>
                  <a:gd name="T55" fmla="*/ 52 h 109"/>
                  <a:gd name="T56" fmla="*/ 1 w 109"/>
                  <a:gd name="T57" fmla="*/ 62 h 109"/>
                  <a:gd name="T58" fmla="*/ 2 w 109"/>
                  <a:gd name="T59" fmla="*/ 70 h 109"/>
                  <a:gd name="T60" fmla="*/ 13 w 109"/>
                  <a:gd name="T61" fmla="*/ 70 h 109"/>
                  <a:gd name="T62" fmla="*/ 9 w 109"/>
                  <a:gd name="T63" fmla="*/ 83 h 109"/>
                  <a:gd name="T64" fmla="*/ 13 w 109"/>
                  <a:gd name="T65" fmla="*/ 90 h 109"/>
                  <a:gd name="T66" fmla="*/ 23 w 109"/>
                  <a:gd name="T67" fmla="*/ 86 h 109"/>
                  <a:gd name="T68" fmla="*/ 25 w 109"/>
                  <a:gd name="T69" fmla="*/ 99 h 109"/>
                  <a:gd name="T70" fmla="*/ 31 w 109"/>
                  <a:gd name="T71" fmla="*/ 104 h 109"/>
                  <a:gd name="T72" fmla="*/ 38 w 109"/>
                  <a:gd name="T73" fmla="*/ 96 h 109"/>
                  <a:gd name="T74" fmla="*/ 46 w 109"/>
                  <a:gd name="T75" fmla="*/ 107 h 109"/>
                  <a:gd name="T76" fmla="*/ 53 w 109"/>
                  <a:gd name="T77" fmla="*/ 109 h 109"/>
                  <a:gd name="T78" fmla="*/ 57 w 109"/>
                  <a:gd name="T79" fmla="*/ 99 h 109"/>
                  <a:gd name="T80" fmla="*/ 68 w 109"/>
                  <a:gd name="T81" fmla="*/ 107 h 109"/>
                  <a:gd name="T82" fmla="*/ 75 w 109"/>
                  <a:gd name="T83" fmla="*/ 105 h 109"/>
                  <a:gd name="T84" fmla="*/ 75 w 109"/>
                  <a:gd name="T85" fmla="*/ 94 h 109"/>
                  <a:gd name="T86" fmla="*/ 88 w 109"/>
                  <a:gd name="T87" fmla="*/ 97 h 109"/>
                  <a:gd name="T88" fmla="*/ 94 w 109"/>
                  <a:gd name="T89" fmla="*/ 92 h 109"/>
                  <a:gd name="T90" fmla="*/ 89 w 109"/>
                  <a:gd name="T91" fmla="*/ 83 h 109"/>
                  <a:gd name="T92" fmla="*/ 102 w 109"/>
                  <a:gd name="T93" fmla="*/ 79 h 109"/>
                  <a:gd name="T94" fmla="*/ 85 w 109"/>
                  <a:gd name="T95" fmla="*/ 46 h 109"/>
                  <a:gd name="T96" fmla="*/ 63 w 109"/>
                  <a:gd name="T97" fmla="*/ 85 h 109"/>
                  <a:gd name="T98" fmla="*/ 24 w 109"/>
                  <a:gd name="T99" fmla="*/ 63 h 109"/>
                  <a:gd name="T100" fmla="*/ 47 w 109"/>
                  <a:gd name="T101" fmla="*/ 24 h 109"/>
                  <a:gd name="T102" fmla="*/ 85 w 109"/>
                  <a:gd name="T103" fmla="*/ 4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9" h="109">
                    <a:moveTo>
                      <a:pt x="103" y="79"/>
                    </a:moveTo>
                    <a:cubicBezTo>
                      <a:pt x="106" y="73"/>
                      <a:pt x="106" y="73"/>
                      <a:pt x="106" y="73"/>
                    </a:cubicBezTo>
                    <a:cubicBezTo>
                      <a:pt x="106" y="72"/>
                      <a:pt x="106" y="72"/>
                      <a:pt x="106" y="72"/>
                    </a:cubicBezTo>
                    <a:cubicBezTo>
                      <a:pt x="98" y="66"/>
                      <a:pt x="98" y="66"/>
                      <a:pt x="98" y="66"/>
                    </a:cubicBezTo>
                    <a:cubicBezTo>
                      <a:pt x="98" y="64"/>
                      <a:pt x="99" y="62"/>
                      <a:pt x="99" y="60"/>
                    </a:cubicBezTo>
                    <a:cubicBezTo>
                      <a:pt x="108" y="58"/>
                      <a:pt x="108" y="58"/>
                      <a:pt x="108" y="58"/>
                    </a:cubicBezTo>
                    <a:cubicBezTo>
                      <a:pt x="109" y="58"/>
                      <a:pt x="109" y="58"/>
                      <a:pt x="109" y="57"/>
                    </a:cubicBezTo>
                    <a:cubicBezTo>
                      <a:pt x="109" y="50"/>
                      <a:pt x="109" y="50"/>
                      <a:pt x="109" y="50"/>
                    </a:cubicBezTo>
                    <a:cubicBezTo>
                      <a:pt x="109" y="50"/>
                      <a:pt x="109" y="50"/>
                      <a:pt x="108" y="50"/>
                    </a:cubicBezTo>
                    <a:cubicBezTo>
                      <a:pt x="99" y="48"/>
                      <a:pt x="99" y="48"/>
                      <a:pt x="99" y="48"/>
                    </a:cubicBezTo>
                    <a:cubicBezTo>
                      <a:pt x="99" y="46"/>
                      <a:pt x="98" y="44"/>
                      <a:pt x="98" y="43"/>
                    </a:cubicBezTo>
                    <a:cubicBezTo>
                      <a:pt x="98" y="42"/>
                      <a:pt x="98" y="42"/>
                      <a:pt x="97" y="42"/>
                    </a:cubicBezTo>
                    <a:cubicBezTo>
                      <a:pt x="105" y="36"/>
                      <a:pt x="105" y="36"/>
                      <a:pt x="105" y="36"/>
                    </a:cubicBezTo>
                    <a:cubicBezTo>
                      <a:pt x="105" y="36"/>
                      <a:pt x="106" y="35"/>
                      <a:pt x="105" y="35"/>
                    </a:cubicBezTo>
                    <a:cubicBezTo>
                      <a:pt x="103" y="29"/>
                      <a:pt x="103" y="29"/>
                      <a:pt x="103" y="29"/>
                    </a:cubicBezTo>
                    <a:cubicBezTo>
                      <a:pt x="102" y="28"/>
                      <a:pt x="102" y="28"/>
                      <a:pt x="102" y="28"/>
                    </a:cubicBezTo>
                    <a:cubicBezTo>
                      <a:pt x="92" y="30"/>
                      <a:pt x="92" y="30"/>
                      <a:pt x="92" y="30"/>
                    </a:cubicBezTo>
                    <a:cubicBezTo>
                      <a:pt x="91" y="29"/>
                      <a:pt x="90" y="27"/>
                      <a:pt x="88" y="25"/>
                    </a:cubicBezTo>
                    <a:cubicBezTo>
                      <a:pt x="93" y="17"/>
                      <a:pt x="93" y="17"/>
                      <a:pt x="93" y="17"/>
                    </a:cubicBezTo>
                    <a:cubicBezTo>
                      <a:pt x="93" y="17"/>
                      <a:pt x="93" y="16"/>
                      <a:pt x="93" y="16"/>
                    </a:cubicBezTo>
                    <a:cubicBezTo>
                      <a:pt x="88" y="11"/>
                      <a:pt x="88" y="11"/>
                      <a:pt x="88" y="11"/>
                    </a:cubicBezTo>
                    <a:cubicBezTo>
                      <a:pt x="88" y="11"/>
                      <a:pt x="87" y="11"/>
                      <a:pt x="87" y="11"/>
                    </a:cubicBezTo>
                    <a:cubicBezTo>
                      <a:pt x="79" y="17"/>
                      <a:pt x="79" y="17"/>
                      <a:pt x="79" y="17"/>
                    </a:cubicBezTo>
                    <a:cubicBezTo>
                      <a:pt x="78" y="17"/>
                      <a:pt x="78" y="16"/>
                      <a:pt x="77" y="16"/>
                    </a:cubicBezTo>
                    <a:cubicBezTo>
                      <a:pt x="77" y="16"/>
                      <a:pt x="77" y="16"/>
                      <a:pt x="77" y="16"/>
                    </a:cubicBezTo>
                    <a:cubicBezTo>
                      <a:pt x="76" y="15"/>
                      <a:pt x="75" y="15"/>
                      <a:pt x="74" y="14"/>
                    </a:cubicBezTo>
                    <a:cubicBezTo>
                      <a:pt x="74" y="4"/>
                      <a:pt x="74" y="4"/>
                      <a:pt x="74" y="4"/>
                    </a:cubicBezTo>
                    <a:cubicBezTo>
                      <a:pt x="75" y="4"/>
                      <a:pt x="74" y="4"/>
                      <a:pt x="74" y="4"/>
                    </a:cubicBezTo>
                    <a:cubicBezTo>
                      <a:pt x="67" y="1"/>
                      <a:pt x="67" y="1"/>
                      <a:pt x="67" y="1"/>
                    </a:cubicBezTo>
                    <a:cubicBezTo>
                      <a:pt x="67" y="1"/>
                      <a:pt x="67" y="2"/>
                      <a:pt x="67" y="2"/>
                    </a:cubicBezTo>
                    <a:cubicBezTo>
                      <a:pt x="62" y="11"/>
                      <a:pt x="62" y="11"/>
                      <a:pt x="62" y="11"/>
                    </a:cubicBezTo>
                    <a:cubicBezTo>
                      <a:pt x="60" y="10"/>
                      <a:pt x="58" y="10"/>
                      <a:pt x="56" y="10"/>
                    </a:cubicBezTo>
                    <a:cubicBezTo>
                      <a:pt x="52" y="1"/>
                      <a:pt x="52" y="1"/>
                      <a:pt x="52" y="1"/>
                    </a:cubicBezTo>
                    <a:cubicBezTo>
                      <a:pt x="52" y="0"/>
                      <a:pt x="52" y="0"/>
                      <a:pt x="52" y="0"/>
                    </a:cubicBezTo>
                    <a:cubicBezTo>
                      <a:pt x="45" y="1"/>
                      <a:pt x="45" y="1"/>
                      <a:pt x="45" y="1"/>
                    </a:cubicBezTo>
                    <a:cubicBezTo>
                      <a:pt x="44" y="1"/>
                      <a:pt x="44" y="1"/>
                      <a:pt x="44" y="2"/>
                    </a:cubicBezTo>
                    <a:cubicBezTo>
                      <a:pt x="43" y="12"/>
                      <a:pt x="43" y="12"/>
                      <a:pt x="43" y="12"/>
                    </a:cubicBezTo>
                    <a:cubicBezTo>
                      <a:pt x="43" y="12"/>
                      <a:pt x="43" y="12"/>
                      <a:pt x="43" y="12"/>
                    </a:cubicBezTo>
                    <a:cubicBezTo>
                      <a:pt x="41" y="12"/>
                      <a:pt x="39" y="13"/>
                      <a:pt x="38" y="13"/>
                    </a:cubicBezTo>
                    <a:cubicBezTo>
                      <a:pt x="31" y="6"/>
                      <a:pt x="31" y="6"/>
                      <a:pt x="31" y="6"/>
                    </a:cubicBezTo>
                    <a:cubicBezTo>
                      <a:pt x="31" y="6"/>
                      <a:pt x="30" y="6"/>
                      <a:pt x="30" y="6"/>
                    </a:cubicBezTo>
                    <a:cubicBezTo>
                      <a:pt x="24" y="9"/>
                      <a:pt x="24" y="9"/>
                      <a:pt x="24" y="9"/>
                    </a:cubicBezTo>
                    <a:cubicBezTo>
                      <a:pt x="23" y="10"/>
                      <a:pt x="23" y="10"/>
                      <a:pt x="24" y="10"/>
                    </a:cubicBezTo>
                    <a:cubicBezTo>
                      <a:pt x="27" y="20"/>
                      <a:pt x="27" y="20"/>
                      <a:pt x="27" y="20"/>
                    </a:cubicBezTo>
                    <a:cubicBezTo>
                      <a:pt x="25" y="21"/>
                      <a:pt x="24" y="23"/>
                      <a:pt x="22" y="24"/>
                    </a:cubicBezTo>
                    <a:cubicBezTo>
                      <a:pt x="13" y="20"/>
                      <a:pt x="13" y="20"/>
                      <a:pt x="13" y="20"/>
                    </a:cubicBezTo>
                    <a:cubicBezTo>
                      <a:pt x="13" y="20"/>
                      <a:pt x="12" y="20"/>
                      <a:pt x="12" y="20"/>
                    </a:cubicBezTo>
                    <a:cubicBezTo>
                      <a:pt x="8" y="26"/>
                      <a:pt x="8" y="26"/>
                      <a:pt x="8" y="26"/>
                    </a:cubicBezTo>
                    <a:cubicBezTo>
                      <a:pt x="8" y="26"/>
                      <a:pt x="8" y="27"/>
                      <a:pt x="8" y="27"/>
                    </a:cubicBezTo>
                    <a:cubicBezTo>
                      <a:pt x="15" y="34"/>
                      <a:pt x="15" y="34"/>
                      <a:pt x="15" y="34"/>
                    </a:cubicBezTo>
                    <a:cubicBezTo>
                      <a:pt x="14" y="36"/>
                      <a:pt x="13" y="38"/>
                      <a:pt x="13" y="40"/>
                    </a:cubicBezTo>
                    <a:cubicBezTo>
                      <a:pt x="3" y="40"/>
                      <a:pt x="3" y="40"/>
                      <a:pt x="3" y="40"/>
                    </a:cubicBezTo>
                    <a:cubicBezTo>
                      <a:pt x="2" y="40"/>
                      <a:pt x="2" y="40"/>
                      <a:pt x="2" y="40"/>
                    </a:cubicBezTo>
                    <a:cubicBezTo>
                      <a:pt x="1" y="47"/>
                      <a:pt x="1" y="47"/>
                      <a:pt x="1" y="47"/>
                    </a:cubicBezTo>
                    <a:cubicBezTo>
                      <a:pt x="0" y="48"/>
                      <a:pt x="1" y="48"/>
                      <a:pt x="1" y="48"/>
                    </a:cubicBezTo>
                    <a:cubicBezTo>
                      <a:pt x="10" y="52"/>
                      <a:pt x="10" y="52"/>
                      <a:pt x="10" y="52"/>
                    </a:cubicBezTo>
                    <a:cubicBezTo>
                      <a:pt x="10" y="54"/>
                      <a:pt x="10" y="56"/>
                      <a:pt x="10" y="58"/>
                    </a:cubicBezTo>
                    <a:cubicBezTo>
                      <a:pt x="1" y="62"/>
                      <a:pt x="1" y="62"/>
                      <a:pt x="1" y="62"/>
                    </a:cubicBezTo>
                    <a:cubicBezTo>
                      <a:pt x="1" y="62"/>
                      <a:pt x="1" y="63"/>
                      <a:pt x="1" y="63"/>
                    </a:cubicBezTo>
                    <a:cubicBezTo>
                      <a:pt x="2" y="70"/>
                      <a:pt x="2" y="70"/>
                      <a:pt x="2" y="70"/>
                    </a:cubicBezTo>
                    <a:cubicBezTo>
                      <a:pt x="2" y="70"/>
                      <a:pt x="3" y="71"/>
                      <a:pt x="3" y="70"/>
                    </a:cubicBezTo>
                    <a:cubicBezTo>
                      <a:pt x="13" y="70"/>
                      <a:pt x="13" y="70"/>
                      <a:pt x="13" y="70"/>
                    </a:cubicBezTo>
                    <a:cubicBezTo>
                      <a:pt x="14" y="72"/>
                      <a:pt x="15" y="74"/>
                      <a:pt x="16" y="76"/>
                    </a:cubicBezTo>
                    <a:cubicBezTo>
                      <a:pt x="9" y="83"/>
                      <a:pt x="9" y="83"/>
                      <a:pt x="9" y="83"/>
                    </a:cubicBezTo>
                    <a:cubicBezTo>
                      <a:pt x="9" y="83"/>
                      <a:pt x="9" y="84"/>
                      <a:pt x="9" y="84"/>
                    </a:cubicBezTo>
                    <a:cubicBezTo>
                      <a:pt x="13" y="90"/>
                      <a:pt x="13" y="90"/>
                      <a:pt x="13" y="90"/>
                    </a:cubicBezTo>
                    <a:cubicBezTo>
                      <a:pt x="13" y="90"/>
                      <a:pt x="14" y="90"/>
                      <a:pt x="14" y="90"/>
                    </a:cubicBezTo>
                    <a:cubicBezTo>
                      <a:pt x="23" y="86"/>
                      <a:pt x="23" y="86"/>
                      <a:pt x="23" y="86"/>
                    </a:cubicBezTo>
                    <a:cubicBezTo>
                      <a:pt x="24" y="87"/>
                      <a:pt x="26" y="89"/>
                      <a:pt x="28" y="90"/>
                    </a:cubicBezTo>
                    <a:cubicBezTo>
                      <a:pt x="25" y="99"/>
                      <a:pt x="25" y="99"/>
                      <a:pt x="25" y="99"/>
                    </a:cubicBezTo>
                    <a:cubicBezTo>
                      <a:pt x="25" y="100"/>
                      <a:pt x="25" y="100"/>
                      <a:pt x="25" y="100"/>
                    </a:cubicBezTo>
                    <a:cubicBezTo>
                      <a:pt x="31" y="104"/>
                      <a:pt x="31" y="104"/>
                      <a:pt x="31" y="104"/>
                    </a:cubicBezTo>
                    <a:cubicBezTo>
                      <a:pt x="31" y="104"/>
                      <a:pt x="32" y="104"/>
                      <a:pt x="32" y="103"/>
                    </a:cubicBezTo>
                    <a:cubicBezTo>
                      <a:pt x="38" y="96"/>
                      <a:pt x="38" y="96"/>
                      <a:pt x="38" y="96"/>
                    </a:cubicBezTo>
                    <a:cubicBezTo>
                      <a:pt x="40" y="97"/>
                      <a:pt x="42" y="97"/>
                      <a:pt x="44" y="98"/>
                    </a:cubicBezTo>
                    <a:cubicBezTo>
                      <a:pt x="46" y="107"/>
                      <a:pt x="46" y="107"/>
                      <a:pt x="46" y="107"/>
                    </a:cubicBezTo>
                    <a:cubicBezTo>
                      <a:pt x="45" y="108"/>
                      <a:pt x="46" y="108"/>
                      <a:pt x="46" y="108"/>
                    </a:cubicBezTo>
                    <a:cubicBezTo>
                      <a:pt x="53" y="109"/>
                      <a:pt x="53" y="109"/>
                      <a:pt x="53" y="109"/>
                    </a:cubicBezTo>
                    <a:cubicBezTo>
                      <a:pt x="53" y="109"/>
                      <a:pt x="54" y="109"/>
                      <a:pt x="54" y="108"/>
                    </a:cubicBezTo>
                    <a:cubicBezTo>
                      <a:pt x="57" y="99"/>
                      <a:pt x="57" y="99"/>
                      <a:pt x="57" y="99"/>
                    </a:cubicBezTo>
                    <a:cubicBezTo>
                      <a:pt x="59" y="99"/>
                      <a:pt x="61" y="99"/>
                      <a:pt x="63" y="98"/>
                    </a:cubicBezTo>
                    <a:cubicBezTo>
                      <a:pt x="68" y="107"/>
                      <a:pt x="68" y="107"/>
                      <a:pt x="68" y="107"/>
                    </a:cubicBezTo>
                    <a:cubicBezTo>
                      <a:pt x="68" y="107"/>
                      <a:pt x="68" y="107"/>
                      <a:pt x="69" y="107"/>
                    </a:cubicBezTo>
                    <a:cubicBezTo>
                      <a:pt x="75" y="105"/>
                      <a:pt x="75" y="105"/>
                      <a:pt x="75" y="105"/>
                    </a:cubicBezTo>
                    <a:cubicBezTo>
                      <a:pt x="76" y="105"/>
                      <a:pt x="76" y="104"/>
                      <a:pt x="76" y="104"/>
                    </a:cubicBezTo>
                    <a:cubicBezTo>
                      <a:pt x="75" y="94"/>
                      <a:pt x="75" y="94"/>
                      <a:pt x="75" y="94"/>
                    </a:cubicBezTo>
                    <a:cubicBezTo>
                      <a:pt x="77" y="94"/>
                      <a:pt x="78" y="92"/>
                      <a:pt x="80" y="91"/>
                    </a:cubicBezTo>
                    <a:cubicBezTo>
                      <a:pt x="88" y="97"/>
                      <a:pt x="88" y="97"/>
                      <a:pt x="88" y="97"/>
                    </a:cubicBezTo>
                    <a:cubicBezTo>
                      <a:pt x="88" y="97"/>
                      <a:pt x="89" y="97"/>
                      <a:pt x="89" y="97"/>
                    </a:cubicBezTo>
                    <a:cubicBezTo>
                      <a:pt x="94" y="92"/>
                      <a:pt x="94" y="92"/>
                      <a:pt x="94" y="92"/>
                    </a:cubicBezTo>
                    <a:cubicBezTo>
                      <a:pt x="94" y="92"/>
                      <a:pt x="94" y="91"/>
                      <a:pt x="94" y="91"/>
                    </a:cubicBezTo>
                    <a:cubicBezTo>
                      <a:pt x="89" y="83"/>
                      <a:pt x="89" y="83"/>
                      <a:pt x="89" y="83"/>
                    </a:cubicBezTo>
                    <a:cubicBezTo>
                      <a:pt x="91" y="81"/>
                      <a:pt x="92" y="79"/>
                      <a:pt x="93" y="78"/>
                    </a:cubicBezTo>
                    <a:cubicBezTo>
                      <a:pt x="102" y="79"/>
                      <a:pt x="102" y="79"/>
                      <a:pt x="102" y="79"/>
                    </a:cubicBezTo>
                    <a:cubicBezTo>
                      <a:pt x="103" y="80"/>
                      <a:pt x="103" y="79"/>
                      <a:pt x="103" y="79"/>
                    </a:cubicBezTo>
                    <a:close/>
                    <a:moveTo>
                      <a:pt x="85" y="46"/>
                    </a:moveTo>
                    <a:cubicBezTo>
                      <a:pt x="87" y="54"/>
                      <a:pt x="86" y="63"/>
                      <a:pt x="82" y="70"/>
                    </a:cubicBezTo>
                    <a:cubicBezTo>
                      <a:pt x="78" y="78"/>
                      <a:pt x="71" y="83"/>
                      <a:pt x="63" y="85"/>
                    </a:cubicBezTo>
                    <a:cubicBezTo>
                      <a:pt x="55" y="87"/>
                      <a:pt x="47" y="86"/>
                      <a:pt x="39" y="82"/>
                    </a:cubicBezTo>
                    <a:cubicBezTo>
                      <a:pt x="32" y="78"/>
                      <a:pt x="27" y="71"/>
                      <a:pt x="24" y="63"/>
                    </a:cubicBezTo>
                    <a:cubicBezTo>
                      <a:pt x="22" y="55"/>
                      <a:pt x="23" y="47"/>
                      <a:pt x="27" y="39"/>
                    </a:cubicBezTo>
                    <a:cubicBezTo>
                      <a:pt x="32" y="31"/>
                      <a:pt x="39" y="26"/>
                      <a:pt x="47" y="24"/>
                    </a:cubicBezTo>
                    <a:cubicBezTo>
                      <a:pt x="54" y="22"/>
                      <a:pt x="63" y="23"/>
                      <a:pt x="70" y="27"/>
                    </a:cubicBezTo>
                    <a:cubicBezTo>
                      <a:pt x="78" y="32"/>
                      <a:pt x="83" y="38"/>
                      <a:pt x="85" y="46"/>
                    </a:cubicBezTo>
                    <a:close/>
                  </a:path>
                </a:pathLst>
              </a:custGeom>
              <a:solidFill>
                <a:srgbClr val="FF8900"/>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6" name="Freeform 111"/>
              <p:cNvSpPr>
                <a:spLocks noEditPoints="1"/>
              </p:cNvSpPr>
              <p:nvPr/>
            </p:nvSpPr>
            <p:spPr bwMode="auto">
              <a:xfrm>
                <a:off x="2282825" y="3932238"/>
                <a:ext cx="168275" cy="168275"/>
              </a:xfrm>
              <a:custGeom>
                <a:avLst/>
                <a:gdLst>
                  <a:gd name="T0" fmla="*/ 75 w 77"/>
                  <a:gd name="T1" fmla="*/ 49 h 76"/>
                  <a:gd name="T2" fmla="*/ 69 w 77"/>
                  <a:gd name="T3" fmla="*/ 45 h 76"/>
                  <a:gd name="T4" fmla="*/ 76 w 77"/>
                  <a:gd name="T5" fmla="*/ 39 h 76"/>
                  <a:gd name="T6" fmla="*/ 76 w 77"/>
                  <a:gd name="T7" fmla="*/ 33 h 76"/>
                  <a:gd name="T8" fmla="*/ 69 w 77"/>
                  <a:gd name="T9" fmla="*/ 32 h 76"/>
                  <a:gd name="T10" fmla="*/ 68 w 77"/>
                  <a:gd name="T11" fmla="*/ 28 h 76"/>
                  <a:gd name="T12" fmla="*/ 73 w 77"/>
                  <a:gd name="T13" fmla="*/ 23 h 76"/>
                  <a:gd name="T14" fmla="*/ 70 w 77"/>
                  <a:gd name="T15" fmla="*/ 18 h 76"/>
                  <a:gd name="T16" fmla="*/ 61 w 77"/>
                  <a:gd name="T17" fmla="*/ 17 h 76"/>
                  <a:gd name="T18" fmla="*/ 64 w 77"/>
                  <a:gd name="T19" fmla="*/ 10 h 76"/>
                  <a:gd name="T20" fmla="*/ 59 w 77"/>
                  <a:gd name="T21" fmla="*/ 7 h 76"/>
                  <a:gd name="T22" fmla="*/ 53 w 77"/>
                  <a:gd name="T23" fmla="*/ 10 h 76"/>
                  <a:gd name="T24" fmla="*/ 50 w 77"/>
                  <a:gd name="T25" fmla="*/ 9 h 76"/>
                  <a:gd name="T26" fmla="*/ 50 w 77"/>
                  <a:gd name="T27" fmla="*/ 2 h 76"/>
                  <a:gd name="T28" fmla="*/ 45 w 77"/>
                  <a:gd name="T29" fmla="*/ 1 h 76"/>
                  <a:gd name="T30" fmla="*/ 38 w 77"/>
                  <a:gd name="T31" fmla="*/ 7 h 76"/>
                  <a:gd name="T32" fmla="*/ 34 w 77"/>
                  <a:gd name="T33" fmla="*/ 0 h 76"/>
                  <a:gd name="T34" fmla="*/ 29 w 77"/>
                  <a:gd name="T35" fmla="*/ 1 h 76"/>
                  <a:gd name="T36" fmla="*/ 29 w 77"/>
                  <a:gd name="T37" fmla="*/ 8 h 76"/>
                  <a:gd name="T38" fmla="*/ 20 w 77"/>
                  <a:gd name="T39" fmla="*/ 5 h 76"/>
                  <a:gd name="T40" fmla="*/ 15 w 77"/>
                  <a:gd name="T41" fmla="*/ 8 h 76"/>
                  <a:gd name="T42" fmla="*/ 18 w 77"/>
                  <a:gd name="T43" fmla="*/ 15 h 76"/>
                  <a:gd name="T44" fmla="*/ 8 w 77"/>
                  <a:gd name="T45" fmla="*/ 15 h 76"/>
                  <a:gd name="T46" fmla="*/ 5 w 77"/>
                  <a:gd name="T47" fmla="*/ 20 h 76"/>
                  <a:gd name="T48" fmla="*/ 10 w 77"/>
                  <a:gd name="T49" fmla="*/ 25 h 76"/>
                  <a:gd name="T50" fmla="*/ 2 w 77"/>
                  <a:gd name="T51" fmla="*/ 30 h 76"/>
                  <a:gd name="T52" fmla="*/ 0 w 77"/>
                  <a:gd name="T53" fmla="*/ 35 h 76"/>
                  <a:gd name="T54" fmla="*/ 7 w 77"/>
                  <a:gd name="T55" fmla="*/ 38 h 76"/>
                  <a:gd name="T56" fmla="*/ 1 w 77"/>
                  <a:gd name="T57" fmla="*/ 45 h 76"/>
                  <a:gd name="T58" fmla="*/ 2 w 77"/>
                  <a:gd name="T59" fmla="*/ 51 h 76"/>
                  <a:gd name="T60" fmla="*/ 10 w 77"/>
                  <a:gd name="T61" fmla="*/ 51 h 76"/>
                  <a:gd name="T62" fmla="*/ 7 w 77"/>
                  <a:gd name="T63" fmla="*/ 60 h 76"/>
                  <a:gd name="T64" fmla="*/ 10 w 77"/>
                  <a:gd name="T65" fmla="*/ 64 h 76"/>
                  <a:gd name="T66" fmla="*/ 17 w 77"/>
                  <a:gd name="T67" fmla="*/ 61 h 76"/>
                  <a:gd name="T68" fmla="*/ 19 w 77"/>
                  <a:gd name="T69" fmla="*/ 71 h 76"/>
                  <a:gd name="T70" fmla="*/ 23 w 77"/>
                  <a:gd name="T71" fmla="*/ 73 h 76"/>
                  <a:gd name="T72" fmla="*/ 28 w 77"/>
                  <a:gd name="T73" fmla="*/ 68 h 76"/>
                  <a:gd name="T74" fmla="*/ 34 w 77"/>
                  <a:gd name="T75" fmla="*/ 76 h 76"/>
                  <a:gd name="T76" fmla="*/ 39 w 77"/>
                  <a:gd name="T77" fmla="*/ 76 h 76"/>
                  <a:gd name="T78" fmla="*/ 41 w 77"/>
                  <a:gd name="T79" fmla="*/ 69 h 76"/>
                  <a:gd name="T80" fmla="*/ 49 w 77"/>
                  <a:gd name="T81" fmla="*/ 74 h 76"/>
                  <a:gd name="T82" fmla="*/ 55 w 77"/>
                  <a:gd name="T83" fmla="*/ 73 h 76"/>
                  <a:gd name="T84" fmla="*/ 54 w 77"/>
                  <a:gd name="T85" fmla="*/ 65 h 76"/>
                  <a:gd name="T86" fmla="*/ 63 w 77"/>
                  <a:gd name="T87" fmla="*/ 67 h 76"/>
                  <a:gd name="T88" fmla="*/ 67 w 77"/>
                  <a:gd name="T89" fmla="*/ 63 h 76"/>
                  <a:gd name="T90" fmla="*/ 64 w 77"/>
                  <a:gd name="T91" fmla="*/ 57 h 76"/>
                  <a:gd name="T92" fmla="*/ 73 w 77"/>
                  <a:gd name="T93" fmla="*/ 54 h 76"/>
                  <a:gd name="T94" fmla="*/ 59 w 77"/>
                  <a:gd name="T95" fmla="*/ 31 h 76"/>
                  <a:gd name="T96" fmla="*/ 45 w 77"/>
                  <a:gd name="T97" fmla="*/ 59 h 76"/>
                  <a:gd name="T98" fmla="*/ 17 w 77"/>
                  <a:gd name="T99" fmla="*/ 45 h 76"/>
                  <a:gd name="T100" fmla="*/ 32 w 77"/>
                  <a:gd name="T101" fmla="*/ 17 h 76"/>
                  <a:gd name="T102" fmla="*/ 59 w 77"/>
                  <a:gd name="T103" fmla="*/ 3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7" h="76">
                    <a:moveTo>
                      <a:pt x="73" y="54"/>
                    </a:moveTo>
                    <a:cubicBezTo>
                      <a:pt x="75" y="49"/>
                      <a:pt x="75" y="49"/>
                      <a:pt x="75" y="49"/>
                    </a:cubicBezTo>
                    <a:cubicBezTo>
                      <a:pt x="75" y="49"/>
                      <a:pt x="75" y="49"/>
                      <a:pt x="75" y="49"/>
                    </a:cubicBezTo>
                    <a:cubicBezTo>
                      <a:pt x="69" y="45"/>
                      <a:pt x="69" y="45"/>
                      <a:pt x="69" y="45"/>
                    </a:cubicBezTo>
                    <a:cubicBezTo>
                      <a:pt x="69" y="44"/>
                      <a:pt x="70" y="42"/>
                      <a:pt x="70" y="41"/>
                    </a:cubicBezTo>
                    <a:cubicBezTo>
                      <a:pt x="76" y="39"/>
                      <a:pt x="76" y="39"/>
                      <a:pt x="76" y="39"/>
                    </a:cubicBezTo>
                    <a:cubicBezTo>
                      <a:pt x="76" y="39"/>
                      <a:pt x="77" y="38"/>
                      <a:pt x="77" y="38"/>
                    </a:cubicBezTo>
                    <a:cubicBezTo>
                      <a:pt x="76" y="33"/>
                      <a:pt x="76" y="33"/>
                      <a:pt x="76" y="33"/>
                    </a:cubicBezTo>
                    <a:cubicBezTo>
                      <a:pt x="76" y="33"/>
                      <a:pt x="76" y="33"/>
                      <a:pt x="76" y="33"/>
                    </a:cubicBezTo>
                    <a:cubicBezTo>
                      <a:pt x="69" y="32"/>
                      <a:pt x="69" y="32"/>
                      <a:pt x="69" y="32"/>
                    </a:cubicBezTo>
                    <a:cubicBezTo>
                      <a:pt x="69" y="31"/>
                      <a:pt x="69" y="30"/>
                      <a:pt x="68" y="28"/>
                    </a:cubicBezTo>
                    <a:cubicBezTo>
                      <a:pt x="68" y="28"/>
                      <a:pt x="68" y="28"/>
                      <a:pt x="68" y="28"/>
                    </a:cubicBezTo>
                    <a:cubicBezTo>
                      <a:pt x="73" y="23"/>
                      <a:pt x="73" y="23"/>
                      <a:pt x="73" y="23"/>
                    </a:cubicBezTo>
                    <a:cubicBezTo>
                      <a:pt x="73" y="23"/>
                      <a:pt x="73" y="23"/>
                      <a:pt x="73" y="23"/>
                    </a:cubicBezTo>
                    <a:cubicBezTo>
                      <a:pt x="71" y="18"/>
                      <a:pt x="71" y="18"/>
                      <a:pt x="71" y="18"/>
                    </a:cubicBezTo>
                    <a:cubicBezTo>
                      <a:pt x="71" y="18"/>
                      <a:pt x="71" y="18"/>
                      <a:pt x="70" y="18"/>
                    </a:cubicBezTo>
                    <a:cubicBezTo>
                      <a:pt x="64" y="20"/>
                      <a:pt x="64" y="20"/>
                      <a:pt x="64" y="20"/>
                    </a:cubicBezTo>
                    <a:cubicBezTo>
                      <a:pt x="63" y="19"/>
                      <a:pt x="62" y="18"/>
                      <a:pt x="61" y="17"/>
                    </a:cubicBezTo>
                    <a:cubicBezTo>
                      <a:pt x="64" y="10"/>
                      <a:pt x="64" y="10"/>
                      <a:pt x="64" y="10"/>
                    </a:cubicBezTo>
                    <a:cubicBezTo>
                      <a:pt x="64" y="10"/>
                      <a:pt x="64" y="10"/>
                      <a:pt x="64" y="10"/>
                    </a:cubicBezTo>
                    <a:cubicBezTo>
                      <a:pt x="60" y="7"/>
                      <a:pt x="60" y="7"/>
                      <a:pt x="60" y="7"/>
                    </a:cubicBezTo>
                    <a:cubicBezTo>
                      <a:pt x="60" y="7"/>
                      <a:pt x="60" y="7"/>
                      <a:pt x="59" y="7"/>
                    </a:cubicBezTo>
                    <a:cubicBezTo>
                      <a:pt x="54" y="11"/>
                      <a:pt x="54" y="11"/>
                      <a:pt x="54" y="11"/>
                    </a:cubicBezTo>
                    <a:cubicBezTo>
                      <a:pt x="54" y="11"/>
                      <a:pt x="53" y="11"/>
                      <a:pt x="53" y="10"/>
                    </a:cubicBezTo>
                    <a:cubicBezTo>
                      <a:pt x="53" y="10"/>
                      <a:pt x="53" y="10"/>
                      <a:pt x="53" y="10"/>
                    </a:cubicBezTo>
                    <a:cubicBezTo>
                      <a:pt x="52" y="10"/>
                      <a:pt x="51" y="10"/>
                      <a:pt x="50" y="9"/>
                    </a:cubicBezTo>
                    <a:cubicBezTo>
                      <a:pt x="51" y="2"/>
                      <a:pt x="51" y="2"/>
                      <a:pt x="51" y="2"/>
                    </a:cubicBezTo>
                    <a:cubicBezTo>
                      <a:pt x="51" y="2"/>
                      <a:pt x="50" y="2"/>
                      <a:pt x="50" y="2"/>
                    </a:cubicBezTo>
                    <a:cubicBezTo>
                      <a:pt x="46" y="1"/>
                      <a:pt x="46" y="1"/>
                      <a:pt x="46" y="1"/>
                    </a:cubicBezTo>
                    <a:cubicBezTo>
                      <a:pt x="45" y="0"/>
                      <a:pt x="45" y="1"/>
                      <a:pt x="45" y="1"/>
                    </a:cubicBezTo>
                    <a:cubicBezTo>
                      <a:pt x="42" y="7"/>
                      <a:pt x="42" y="7"/>
                      <a:pt x="42" y="7"/>
                    </a:cubicBezTo>
                    <a:cubicBezTo>
                      <a:pt x="40" y="7"/>
                      <a:pt x="39" y="7"/>
                      <a:pt x="38" y="7"/>
                    </a:cubicBezTo>
                    <a:cubicBezTo>
                      <a:pt x="35" y="1"/>
                      <a:pt x="35" y="1"/>
                      <a:pt x="35" y="1"/>
                    </a:cubicBezTo>
                    <a:cubicBezTo>
                      <a:pt x="35" y="0"/>
                      <a:pt x="35" y="0"/>
                      <a:pt x="34" y="0"/>
                    </a:cubicBezTo>
                    <a:cubicBezTo>
                      <a:pt x="30" y="1"/>
                      <a:pt x="30" y="1"/>
                      <a:pt x="30" y="1"/>
                    </a:cubicBezTo>
                    <a:cubicBezTo>
                      <a:pt x="29" y="1"/>
                      <a:pt x="29" y="1"/>
                      <a:pt x="29" y="1"/>
                    </a:cubicBezTo>
                    <a:cubicBezTo>
                      <a:pt x="29" y="8"/>
                      <a:pt x="29" y="8"/>
                      <a:pt x="29" y="8"/>
                    </a:cubicBezTo>
                    <a:cubicBezTo>
                      <a:pt x="29" y="8"/>
                      <a:pt x="29" y="8"/>
                      <a:pt x="29" y="8"/>
                    </a:cubicBezTo>
                    <a:cubicBezTo>
                      <a:pt x="27" y="9"/>
                      <a:pt x="26" y="9"/>
                      <a:pt x="25" y="10"/>
                    </a:cubicBezTo>
                    <a:cubicBezTo>
                      <a:pt x="20" y="5"/>
                      <a:pt x="20" y="5"/>
                      <a:pt x="20" y="5"/>
                    </a:cubicBezTo>
                    <a:cubicBezTo>
                      <a:pt x="20" y="5"/>
                      <a:pt x="19" y="5"/>
                      <a:pt x="19" y="5"/>
                    </a:cubicBezTo>
                    <a:cubicBezTo>
                      <a:pt x="15" y="8"/>
                      <a:pt x="15" y="8"/>
                      <a:pt x="15" y="8"/>
                    </a:cubicBezTo>
                    <a:cubicBezTo>
                      <a:pt x="15" y="8"/>
                      <a:pt x="15" y="8"/>
                      <a:pt x="15" y="8"/>
                    </a:cubicBezTo>
                    <a:cubicBezTo>
                      <a:pt x="18" y="15"/>
                      <a:pt x="18" y="15"/>
                      <a:pt x="18" y="15"/>
                    </a:cubicBezTo>
                    <a:cubicBezTo>
                      <a:pt x="17" y="16"/>
                      <a:pt x="16" y="17"/>
                      <a:pt x="15" y="18"/>
                    </a:cubicBezTo>
                    <a:cubicBezTo>
                      <a:pt x="8" y="15"/>
                      <a:pt x="8" y="15"/>
                      <a:pt x="8" y="15"/>
                    </a:cubicBezTo>
                    <a:cubicBezTo>
                      <a:pt x="8" y="15"/>
                      <a:pt x="8" y="15"/>
                      <a:pt x="7" y="16"/>
                    </a:cubicBezTo>
                    <a:cubicBezTo>
                      <a:pt x="5" y="20"/>
                      <a:pt x="5" y="20"/>
                      <a:pt x="5" y="20"/>
                    </a:cubicBezTo>
                    <a:cubicBezTo>
                      <a:pt x="5" y="20"/>
                      <a:pt x="5" y="20"/>
                      <a:pt x="5" y="20"/>
                    </a:cubicBezTo>
                    <a:cubicBezTo>
                      <a:pt x="10" y="25"/>
                      <a:pt x="10" y="25"/>
                      <a:pt x="10" y="25"/>
                    </a:cubicBezTo>
                    <a:cubicBezTo>
                      <a:pt x="9" y="27"/>
                      <a:pt x="9" y="28"/>
                      <a:pt x="9" y="29"/>
                    </a:cubicBezTo>
                    <a:cubicBezTo>
                      <a:pt x="2" y="30"/>
                      <a:pt x="2" y="30"/>
                      <a:pt x="2" y="30"/>
                    </a:cubicBezTo>
                    <a:cubicBezTo>
                      <a:pt x="1" y="30"/>
                      <a:pt x="1" y="30"/>
                      <a:pt x="1" y="30"/>
                    </a:cubicBezTo>
                    <a:cubicBezTo>
                      <a:pt x="0" y="35"/>
                      <a:pt x="0" y="35"/>
                      <a:pt x="0" y="35"/>
                    </a:cubicBezTo>
                    <a:cubicBezTo>
                      <a:pt x="0" y="35"/>
                      <a:pt x="0" y="35"/>
                      <a:pt x="1" y="35"/>
                    </a:cubicBezTo>
                    <a:cubicBezTo>
                      <a:pt x="7" y="38"/>
                      <a:pt x="7" y="38"/>
                      <a:pt x="7" y="38"/>
                    </a:cubicBezTo>
                    <a:cubicBezTo>
                      <a:pt x="7" y="39"/>
                      <a:pt x="7" y="41"/>
                      <a:pt x="7" y="42"/>
                    </a:cubicBezTo>
                    <a:cubicBezTo>
                      <a:pt x="1" y="45"/>
                      <a:pt x="1" y="45"/>
                      <a:pt x="1" y="45"/>
                    </a:cubicBezTo>
                    <a:cubicBezTo>
                      <a:pt x="1" y="45"/>
                      <a:pt x="1" y="46"/>
                      <a:pt x="1" y="46"/>
                    </a:cubicBezTo>
                    <a:cubicBezTo>
                      <a:pt x="2" y="51"/>
                      <a:pt x="2" y="51"/>
                      <a:pt x="2" y="51"/>
                    </a:cubicBezTo>
                    <a:cubicBezTo>
                      <a:pt x="2" y="51"/>
                      <a:pt x="2" y="51"/>
                      <a:pt x="3" y="51"/>
                    </a:cubicBezTo>
                    <a:cubicBezTo>
                      <a:pt x="10" y="51"/>
                      <a:pt x="10" y="51"/>
                      <a:pt x="10" y="51"/>
                    </a:cubicBezTo>
                    <a:cubicBezTo>
                      <a:pt x="10" y="52"/>
                      <a:pt x="11" y="53"/>
                      <a:pt x="12" y="54"/>
                    </a:cubicBezTo>
                    <a:cubicBezTo>
                      <a:pt x="7" y="60"/>
                      <a:pt x="7" y="60"/>
                      <a:pt x="7" y="60"/>
                    </a:cubicBezTo>
                    <a:cubicBezTo>
                      <a:pt x="7" y="60"/>
                      <a:pt x="7" y="60"/>
                      <a:pt x="7" y="61"/>
                    </a:cubicBezTo>
                    <a:cubicBezTo>
                      <a:pt x="10" y="64"/>
                      <a:pt x="10" y="64"/>
                      <a:pt x="10" y="64"/>
                    </a:cubicBezTo>
                    <a:cubicBezTo>
                      <a:pt x="11" y="65"/>
                      <a:pt x="11" y="65"/>
                      <a:pt x="11" y="64"/>
                    </a:cubicBezTo>
                    <a:cubicBezTo>
                      <a:pt x="17" y="61"/>
                      <a:pt x="17" y="61"/>
                      <a:pt x="17" y="61"/>
                    </a:cubicBezTo>
                    <a:cubicBezTo>
                      <a:pt x="18" y="62"/>
                      <a:pt x="19" y="63"/>
                      <a:pt x="21" y="64"/>
                    </a:cubicBezTo>
                    <a:cubicBezTo>
                      <a:pt x="19" y="71"/>
                      <a:pt x="19" y="71"/>
                      <a:pt x="19" y="71"/>
                    </a:cubicBezTo>
                    <a:cubicBezTo>
                      <a:pt x="19" y="71"/>
                      <a:pt x="19" y="71"/>
                      <a:pt x="19" y="71"/>
                    </a:cubicBezTo>
                    <a:cubicBezTo>
                      <a:pt x="23" y="73"/>
                      <a:pt x="23" y="73"/>
                      <a:pt x="23" y="73"/>
                    </a:cubicBezTo>
                    <a:cubicBezTo>
                      <a:pt x="24" y="74"/>
                      <a:pt x="24" y="73"/>
                      <a:pt x="24" y="73"/>
                    </a:cubicBezTo>
                    <a:cubicBezTo>
                      <a:pt x="28" y="68"/>
                      <a:pt x="28" y="68"/>
                      <a:pt x="28" y="68"/>
                    </a:cubicBezTo>
                    <a:cubicBezTo>
                      <a:pt x="30" y="68"/>
                      <a:pt x="31" y="69"/>
                      <a:pt x="33" y="69"/>
                    </a:cubicBezTo>
                    <a:cubicBezTo>
                      <a:pt x="34" y="76"/>
                      <a:pt x="34" y="76"/>
                      <a:pt x="34" y="76"/>
                    </a:cubicBezTo>
                    <a:cubicBezTo>
                      <a:pt x="34" y="76"/>
                      <a:pt x="34" y="76"/>
                      <a:pt x="34" y="76"/>
                    </a:cubicBezTo>
                    <a:cubicBezTo>
                      <a:pt x="39" y="76"/>
                      <a:pt x="39" y="76"/>
                      <a:pt x="39" y="76"/>
                    </a:cubicBezTo>
                    <a:cubicBezTo>
                      <a:pt x="39" y="76"/>
                      <a:pt x="40" y="76"/>
                      <a:pt x="40" y="76"/>
                    </a:cubicBezTo>
                    <a:cubicBezTo>
                      <a:pt x="41" y="69"/>
                      <a:pt x="41" y="69"/>
                      <a:pt x="41" y="69"/>
                    </a:cubicBezTo>
                    <a:cubicBezTo>
                      <a:pt x="43" y="69"/>
                      <a:pt x="44" y="69"/>
                      <a:pt x="46" y="69"/>
                    </a:cubicBezTo>
                    <a:cubicBezTo>
                      <a:pt x="49" y="74"/>
                      <a:pt x="49" y="74"/>
                      <a:pt x="49" y="74"/>
                    </a:cubicBezTo>
                    <a:cubicBezTo>
                      <a:pt x="49" y="74"/>
                      <a:pt x="50" y="75"/>
                      <a:pt x="50" y="74"/>
                    </a:cubicBezTo>
                    <a:cubicBezTo>
                      <a:pt x="55" y="73"/>
                      <a:pt x="55" y="73"/>
                      <a:pt x="55" y="73"/>
                    </a:cubicBezTo>
                    <a:cubicBezTo>
                      <a:pt x="55" y="73"/>
                      <a:pt x="55" y="72"/>
                      <a:pt x="55" y="72"/>
                    </a:cubicBezTo>
                    <a:cubicBezTo>
                      <a:pt x="54" y="65"/>
                      <a:pt x="54" y="65"/>
                      <a:pt x="54" y="65"/>
                    </a:cubicBezTo>
                    <a:cubicBezTo>
                      <a:pt x="55" y="65"/>
                      <a:pt x="56" y="64"/>
                      <a:pt x="57" y="63"/>
                    </a:cubicBezTo>
                    <a:cubicBezTo>
                      <a:pt x="63" y="67"/>
                      <a:pt x="63" y="67"/>
                      <a:pt x="63" y="67"/>
                    </a:cubicBezTo>
                    <a:cubicBezTo>
                      <a:pt x="63" y="67"/>
                      <a:pt x="64" y="67"/>
                      <a:pt x="64" y="67"/>
                    </a:cubicBezTo>
                    <a:cubicBezTo>
                      <a:pt x="67" y="63"/>
                      <a:pt x="67" y="63"/>
                      <a:pt x="67" y="63"/>
                    </a:cubicBezTo>
                    <a:cubicBezTo>
                      <a:pt x="67" y="63"/>
                      <a:pt x="67" y="63"/>
                      <a:pt x="67" y="62"/>
                    </a:cubicBezTo>
                    <a:cubicBezTo>
                      <a:pt x="64" y="57"/>
                      <a:pt x="64" y="57"/>
                      <a:pt x="64" y="57"/>
                    </a:cubicBezTo>
                    <a:cubicBezTo>
                      <a:pt x="64" y="56"/>
                      <a:pt x="65" y="54"/>
                      <a:pt x="66" y="53"/>
                    </a:cubicBezTo>
                    <a:cubicBezTo>
                      <a:pt x="73" y="54"/>
                      <a:pt x="73" y="54"/>
                      <a:pt x="73" y="54"/>
                    </a:cubicBezTo>
                    <a:cubicBezTo>
                      <a:pt x="73" y="54"/>
                      <a:pt x="73" y="54"/>
                      <a:pt x="73" y="54"/>
                    </a:cubicBezTo>
                    <a:close/>
                    <a:moveTo>
                      <a:pt x="59" y="31"/>
                    </a:moveTo>
                    <a:cubicBezTo>
                      <a:pt x="61" y="37"/>
                      <a:pt x="61" y="43"/>
                      <a:pt x="58" y="48"/>
                    </a:cubicBezTo>
                    <a:cubicBezTo>
                      <a:pt x="55" y="54"/>
                      <a:pt x="51" y="57"/>
                      <a:pt x="45" y="59"/>
                    </a:cubicBezTo>
                    <a:cubicBezTo>
                      <a:pt x="40" y="61"/>
                      <a:pt x="34" y="61"/>
                      <a:pt x="28" y="58"/>
                    </a:cubicBezTo>
                    <a:cubicBezTo>
                      <a:pt x="23" y="55"/>
                      <a:pt x="19" y="50"/>
                      <a:pt x="17" y="45"/>
                    </a:cubicBezTo>
                    <a:cubicBezTo>
                      <a:pt x="16" y="40"/>
                      <a:pt x="16" y="34"/>
                      <a:pt x="19" y="28"/>
                    </a:cubicBezTo>
                    <a:cubicBezTo>
                      <a:pt x="22" y="23"/>
                      <a:pt x="26" y="19"/>
                      <a:pt x="32" y="17"/>
                    </a:cubicBezTo>
                    <a:cubicBezTo>
                      <a:pt x="37" y="15"/>
                      <a:pt x="43" y="16"/>
                      <a:pt x="48" y="19"/>
                    </a:cubicBezTo>
                    <a:cubicBezTo>
                      <a:pt x="54" y="21"/>
                      <a:pt x="58" y="26"/>
                      <a:pt x="59" y="31"/>
                    </a:cubicBezTo>
                    <a:close/>
                  </a:path>
                </a:pathLst>
              </a:custGeom>
              <a:solidFill>
                <a:srgbClr val="FF8900"/>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70" name="组合 123"/>
            <p:cNvGrpSpPr>
              <a:grpSpLocks noChangeAspect="1"/>
            </p:cNvGrpSpPr>
            <p:nvPr/>
          </p:nvGrpSpPr>
          <p:grpSpPr>
            <a:xfrm>
              <a:off x="3704101" y="4494251"/>
              <a:ext cx="1301176" cy="1114039"/>
              <a:chOff x="2162176" y="-104775"/>
              <a:chExt cx="1655763" cy="1417638"/>
            </a:xfrm>
            <a:solidFill>
              <a:schemeClr val="bg1">
                <a:lumMod val="50000"/>
              </a:schemeClr>
            </a:solidFill>
          </p:grpSpPr>
          <p:sp>
            <p:nvSpPr>
              <p:cNvPr id="82" name="Freeform 3767"/>
              <p:cNvSpPr>
                <a:spLocks/>
              </p:cNvSpPr>
              <p:nvPr/>
            </p:nvSpPr>
            <p:spPr bwMode="auto">
              <a:xfrm>
                <a:off x="2311401" y="104775"/>
                <a:ext cx="1370013" cy="1208088"/>
              </a:xfrm>
              <a:custGeom>
                <a:avLst/>
                <a:gdLst>
                  <a:gd name="T0" fmla="*/ 231 w 431"/>
                  <a:gd name="T1" fmla="*/ 6 h 380"/>
                  <a:gd name="T2" fmla="*/ 190 w 431"/>
                  <a:gd name="T3" fmla="*/ 7 h 380"/>
                  <a:gd name="T4" fmla="*/ 20 w 431"/>
                  <a:gd name="T5" fmla="*/ 106 h 380"/>
                  <a:gd name="T6" fmla="*/ 0 w 431"/>
                  <a:gd name="T7" fmla="*/ 142 h 380"/>
                  <a:gd name="T8" fmla="*/ 0 w 431"/>
                  <a:gd name="T9" fmla="*/ 357 h 380"/>
                  <a:gd name="T10" fmla="*/ 24 w 431"/>
                  <a:gd name="T11" fmla="*/ 380 h 380"/>
                  <a:gd name="T12" fmla="*/ 124 w 431"/>
                  <a:gd name="T13" fmla="*/ 380 h 380"/>
                  <a:gd name="T14" fmla="*/ 148 w 431"/>
                  <a:gd name="T15" fmla="*/ 357 h 380"/>
                  <a:gd name="T16" fmla="*/ 148 w 431"/>
                  <a:gd name="T17" fmla="*/ 258 h 380"/>
                  <a:gd name="T18" fmla="*/ 171 w 431"/>
                  <a:gd name="T19" fmla="*/ 235 h 380"/>
                  <a:gd name="T20" fmla="*/ 260 w 431"/>
                  <a:gd name="T21" fmla="*/ 235 h 380"/>
                  <a:gd name="T22" fmla="*/ 283 w 431"/>
                  <a:gd name="T23" fmla="*/ 258 h 380"/>
                  <a:gd name="T24" fmla="*/ 283 w 431"/>
                  <a:gd name="T25" fmla="*/ 357 h 380"/>
                  <a:gd name="T26" fmla="*/ 307 w 431"/>
                  <a:gd name="T27" fmla="*/ 380 h 380"/>
                  <a:gd name="T28" fmla="*/ 407 w 431"/>
                  <a:gd name="T29" fmla="*/ 380 h 380"/>
                  <a:gd name="T30" fmla="*/ 431 w 431"/>
                  <a:gd name="T31" fmla="*/ 357 h 380"/>
                  <a:gd name="T32" fmla="*/ 431 w 431"/>
                  <a:gd name="T33" fmla="*/ 142 h 380"/>
                  <a:gd name="T34" fmla="*/ 410 w 431"/>
                  <a:gd name="T35" fmla="*/ 107 h 380"/>
                  <a:gd name="T36" fmla="*/ 231 w 431"/>
                  <a:gd name="T37" fmla="*/ 6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31" h="380">
                    <a:moveTo>
                      <a:pt x="231" y="6"/>
                    </a:moveTo>
                    <a:cubicBezTo>
                      <a:pt x="220" y="0"/>
                      <a:pt x="201" y="0"/>
                      <a:pt x="190" y="7"/>
                    </a:cubicBezTo>
                    <a:cubicBezTo>
                      <a:pt x="20" y="106"/>
                      <a:pt x="20" y="106"/>
                      <a:pt x="20" y="106"/>
                    </a:cubicBezTo>
                    <a:cubicBezTo>
                      <a:pt x="9" y="113"/>
                      <a:pt x="0" y="129"/>
                      <a:pt x="0" y="142"/>
                    </a:cubicBezTo>
                    <a:cubicBezTo>
                      <a:pt x="0" y="357"/>
                      <a:pt x="0" y="357"/>
                      <a:pt x="0" y="357"/>
                    </a:cubicBezTo>
                    <a:cubicBezTo>
                      <a:pt x="0" y="370"/>
                      <a:pt x="10" y="380"/>
                      <a:pt x="24" y="380"/>
                    </a:cubicBezTo>
                    <a:cubicBezTo>
                      <a:pt x="124" y="380"/>
                      <a:pt x="124" y="380"/>
                      <a:pt x="124" y="380"/>
                    </a:cubicBezTo>
                    <a:cubicBezTo>
                      <a:pt x="137" y="380"/>
                      <a:pt x="148" y="370"/>
                      <a:pt x="148" y="357"/>
                    </a:cubicBezTo>
                    <a:cubicBezTo>
                      <a:pt x="148" y="258"/>
                      <a:pt x="148" y="258"/>
                      <a:pt x="148" y="258"/>
                    </a:cubicBezTo>
                    <a:cubicBezTo>
                      <a:pt x="148" y="245"/>
                      <a:pt x="158" y="235"/>
                      <a:pt x="171" y="235"/>
                    </a:cubicBezTo>
                    <a:cubicBezTo>
                      <a:pt x="260" y="235"/>
                      <a:pt x="260" y="235"/>
                      <a:pt x="260" y="235"/>
                    </a:cubicBezTo>
                    <a:cubicBezTo>
                      <a:pt x="273" y="235"/>
                      <a:pt x="283" y="245"/>
                      <a:pt x="283" y="258"/>
                    </a:cubicBezTo>
                    <a:cubicBezTo>
                      <a:pt x="283" y="357"/>
                      <a:pt x="283" y="357"/>
                      <a:pt x="283" y="357"/>
                    </a:cubicBezTo>
                    <a:cubicBezTo>
                      <a:pt x="283" y="370"/>
                      <a:pt x="294" y="380"/>
                      <a:pt x="307" y="380"/>
                    </a:cubicBezTo>
                    <a:cubicBezTo>
                      <a:pt x="407" y="380"/>
                      <a:pt x="407" y="380"/>
                      <a:pt x="407" y="380"/>
                    </a:cubicBezTo>
                    <a:cubicBezTo>
                      <a:pt x="420" y="380"/>
                      <a:pt x="431" y="370"/>
                      <a:pt x="431" y="357"/>
                    </a:cubicBezTo>
                    <a:cubicBezTo>
                      <a:pt x="431" y="142"/>
                      <a:pt x="431" y="142"/>
                      <a:pt x="431" y="142"/>
                    </a:cubicBezTo>
                    <a:cubicBezTo>
                      <a:pt x="431" y="129"/>
                      <a:pt x="422" y="113"/>
                      <a:pt x="410" y="107"/>
                    </a:cubicBezTo>
                    <a:lnTo>
                      <a:pt x="231"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83" name="Freeform 3768"/>
              <p:cNvSpPr>
                <a:spLocks/>
              </p:cNvSpPr>
              <p:nvPr/>
            </p:nvSpPr>
            <p:spPr bwMode="auto">
              <a:xfrm>
                <a:off x="2162176" y="-104775"/>
                <a:ext cx="1655763" cy="552450"/>
              </a:xfrm>
              <a:custGeom>
                <a:avLst/>
                <a:gdLst>
                  <a:gd name="T0" fmla="*/ 516 w 521"/>
                  <a:gd name="T1" fmla="*/ 165 h 174"/>
                  <a:gd name="T2" fmla="*/ 487 w 521"/>
                  <a:gd name="T3" fmla="*/ 167 h 174"/>
                  <a:gd name="T4" fmla="*/ 276 w 521"/>
                  <a:gd name="T5" fmla="*/ 45 h 174"/>
                  <a:gd name="T6" fmla="*/ 235 w 521"/>
                  <a:gd name="T7" fmla="*/ 45 h 174"/>
                  <a:gd name="T8" fmla="*/ 34 w 521"/>
                  <a:gd name="T9" fmla="*/ 167 h 174"/>
                  <a:gd name="T10" fmla="*/ 5 w 521"/>
                  <a:gd name="T11" fmla="*/ 165 h 174"/>
                  <a:gd name="T12" fmla="*/ 16 w 521"/>
                  <a:gd name="T13" fmla="*/ 138 h 174"/>
                  <a:gd name="T14" fmla="*/ 235 w 521"/>
                  <a:gd name="T15" fmla="*/ 7 h 174"/>
                  <a:gd name="T16" fmla="*/ 276 w 521"/>
                  <a:gd name="T17" fmla="*/ 6 h 174"/>
                  <a:gd name="T18" fmla="*/ 504 w 521"/>
                  <a:gd name="T19" fmla="*/ 139 h 174"/>
                  <a:gd name="T20" fmla="*/ 516 w 521"/>
                  <a:gd name="T21" fmla="*/ 16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1" h="174">
                    <a:moveTo>
                      <a:pt x="516" y="165"/>
                    </a:moveTo>
                    <a:cubicBezTo>
                      <a:pt x="512" y="173"/>
                      <a:pt x="499" y="174"/>
                      <a:pt x="487" y="167"/>
                    </a:cubicBezTo>
                    <a:cubicBezTo>
                      <a:pt x="276" y="45"/>
                      <a:pt x="276" y="45"/>
                      <a:pt x="276" y="45"/>
                    </a:cubicBezTo>
                    <a:cubicBezTo>
                      <a:pt x="265" y="38"/>
                      <a:pt x="247" y="38"/>
                      <a:pt x="235" y="45"/>
                    </a:cubicBezTo>
                    <a:cubicBezTo>
                      <a:pt x="34" y="167"/>
                      <a:pt x="34" y="167"/>
                      <a:pt x="34" y="167"/>
                    </a:cubicBezTo>
                    <a:cubicBezTo>
                      <a:pt x="22" y="174"/>
                      <a:pt x="9" y="173"/>
                      <a:pt x="5" y="165"/>
                    </a:cubicBezTo>
                    <a:cubicBezTo>
                      <a:pt x="0" y="157"/>
                      <a:pt x="5" y="145"/>
                      <a:pt x="16" y="138"/>
                    </a:cubicBezTo>
                    <a:cubicBezTo>
                      <a:pt x="235" y="7"/>
                      <a:pt x="235" y="7"/>
                      <a:pt x="235" y="7"/>
                    </a:cubicBezTo>
                    <a:cubicBezTo>
                      <a:pt x="246" y="0"/>
                      <a:pt x="265" y="0"/>
                      <a:pt x="276" y="6"/>
                    </a:cubicBezTo>
                    <a:cubicBezTo>
                      <a:pt x="504" y="139"/>
                      <a:pt x="504" y="139"/>
                      <a:pt x="504" y="139"/>
                    </a:cubicBezTo>
                    <a:cubicBezTo>
                      <a:pt x="515" y="145"/>
                      <a:pt x="521" y="157"/>
                      <a:pt x="516" y="1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grpSp>
        <p:sp>
          <p:nvSpPr>
            <p:cNvPr id="71" name="任意多边形 126"/>
            <p:cNvSpPr/>
            <p:nvPr/>
          </p:nvSpPr>
          <p:spPr>
            <a:xfrm>
              <a:off x="3322341" y="4258039"/>
              <a:ext cx="588766" cy="470860"/>
            </a:xfrm>
            <a:custGeom>
              <a:avLst/>
              <a:gdLst>
                <a:gd name="connsiteX0" fmla="*/ 327077 w 535721"/>
                <a:gd name="connsiteY0" fmla="*/ 0 h 428438"/>
                <a:gd name="connsiteX1" fmla="*/ 339445 w 535721"/>
                <a:gd name="connsiteY1" fmla="*/ 10396 h 428438"/>
                <a:gd name="connsiteX2" fmla="*/ 535721 w 535721"/>
                <a:gd name="connsiteY2" fmla="*/ 21235 h 428438"/>
                <a:gd name="connsiteX3" fmla="*/ 163671 w 535721"/>
                <a:gd name="connsiteY3" fmla="*/ 391210 h 428438"/>
                <a:gd name="connsiteX4" fmla="*/ 2924 w 535721"/>
                <a:gd name="connsiteY4" fmla="*/ 403340 h 428438"/>
                <a:gd name="connsiteX5" fmla="*/ 0 w 535721"/>
                <a:gd name="connsiteY5" fmla="*/ 401408 h 428438"/>
                <a:gd name="connsiteX6" fmla="*/ 36136 w 535721"/>
                <a:gd name="connsiteY6" fmla="*/ 326394 h 428438"/>
                <a:gd name="connsiteX7" fmla="*/ 204388 w 535721"/>
                <a:gd name="connsiteY7" fmla="*/ 101228 h 428438"/>
                <a:gd name="connsiteX8" fmla="*/ 327077 w 535721"/>
                <a:gd name="connsiteY8" fmla="*/ 0 h 428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5721" h="428438">
                  <a:moveTo>
                    <a:pt x="327077" y="0"/>
                  </a:moveTo>
                  <a:lnTo>
                    <a:pt x="339445" y="10396"/>
                  </a:lnTo>
                  <a:cubicBezTo>
                    <a:pt x="406109" y="59224"/>
                    <a:pt x="474630" y="82347"/>
                    <a:pt x="535721" y="21235"/>
                  </a:cubicBezTo>
                  <a:cubicBezTo>
                    <a:pt x="163671" y="391210"/>
                    <a:pt x="163671" y="391210"/>
                    <a:pt x="163671" y="391210"/>
                  </a:cubicBezTo>
                  <a:cubicBezTo>
                    <a:pt x="114138" y="442137"/>
                    <a:pt x="58585" y="435427"/>
                    <a:pt x="2924" y="403340"/>
                  </a:cubicBezTo>
                  <a:lnTo>
                    <a:pt x="0" y="401408"/>
                  </a:lnTo>
                  <a:lnTo>
                    <a:pt x="36136" y="326394"/>
                  </a:lnTo>
                  <a:cubicBezTo>
                    <a:pt x="81261" y="243326"/>
                    <a:pt x="138082" y="167534"/>
                    <a:pt x="204388" y="101228"/>
                  </a:cubicBezTo>
                  <a:lnTo>
                    <a:pt x="327077" y="0"/>
                  </a:lnTo>
                  <a:close/>
                </a:path>
              </a:pathLst>
            </a:custGeom>
            <a:solidFill>
              <a:srgbClr val="9FC628"/>
            </a:solidFill>
            <a:ln w="38100" cap="flat">
              <a:noFill/>
              <a:prstDash val="solid"/>
              <a:miter lim="800000"/>
              <a:headEnd/>
              <a:tailEnd/>
            </a:ln>
            <a:effectLst>
              <a:innerShdw blurRad="63500" dist="25400" dir="10800000">
                <a:prstClr val="black">
                  <a:alpha val="31000"/>
                </a:prstClr>
              </a:innerShdw>
            </a:effectLst>
          </p:spPr>
          <p:txBody>
            <a:bodyPr vert="horz" wrap="square" lIns="91440" tIns="45720" rIns="91440" bIns="45720" numCol="1" anchor="t" anchorCtr="0" compatLnSpc="1">
              <a:prstTxWarp prst="textNoShape">
                <a:avLst/>
              </a:prstTxWarp>
              <a:noAutofit/>
            </a:bodyPr>
            <a:lstStyle/>
            <a:p>
              <a:endParaRPr lang="zh-CN" altLang="en-US" dirty="0"/>
            </a:p>
          </p:txBody>
        </p:sp>
        <p:pic>
          <p:nvPicPr>
            <p:cNvPr id="72" name="图片 7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011185" y="2222220"/>
              <a:ext cx="2588802" cy="3359351"/>
            </a:xfrm>
            <a:prstGeom prst="rect">
              <a:avLst/>
            </a:prstGeom>
          </p:spPr>
        </p:pic>
        <p:grpSp>
          <p:nvGrpSpPr>
            <p:cNvPr id="73" name="组合 170"/>
            <p:cNvGrpSpPr/>
            <p:nvPr/>
          </p:nvGrpSpPr>
          <p:grpSpPr>
            <a:xfrm>
              <a:off x="4032138" y="2075014"/>
              <a:ext cx="1001452" cy="2165159"/>
              <a:chOff x="5090115" y="1577975"/>
              <a:chExt cx="911225" cy="1970088"/>
            </a:xfrm>
          </p:grpSpPr>
          <p:sp>
            <p:nvSpPr>
              <p:cNvPr id="80" name="Freeform 85"/>
              <p:cNvSpPr>
                <a:spLocks/>
              </p:cNvSpPr>
              <p:nvPr/>
            </p:nvSpPr>
            <p:spPr bwMode="auto">
              <a:xfrm>
                <a:off x="5090115" y="1577975"/>
                <a:ext cx="911225" cy="1970087"/>
              </a:xfrm>
              <a:custGeom>
                <a:avLst/>
                <a:gdLst>
                  <a:gd name="T0" fmla="*/ 223 w 414"/>
                  <a:gd name="T1" fmla="*/ 15 h 895"/>
                  <a:gd name="T2" fmla="*/ 298 w 414"/>
                  <a:gd name="T3" fmla="*/ 144 h 895"/>
                  <a:gd name="T4" fmla="*/ 330 w 414"/>
                  <a:gd name="T5" fmla="*/ 201 h 895"/>
                  <a:gd name="T6" fmla="*/ 405 w 414"/>
                  <a:gd name="T7" fmla="*/ 330 h 895"/>
                  <a:gd name="T8" fmla="*/ 389 w 414"/>
                  <a:gd name="T9" fmla="*/ 351 h 895"/>
                  <a:gd name="T10" fmla="*/ 337 w 414"/>
                  <a:gd name="T11" fmla="*/ 338 h 895"/>
                  <a:gd name="T12" fmla="*/ 337 w 414"/>
                  <a:gd name="T13" fmla="*/ 705 h 895"/>
                  <a:gd name="T14" fmla="*/ 337 w 414"/>
                  <a:gd name="T15" fmla="*/ 745 h 895"/>
                  <a:gd name="T16" fmla="*/ 337 w 414"/>
                  <a:gd name="T17" fmla="*/ 746 h 895"/>
                  <a:gd name="T18" fmla="*/ 337 w 414"/>
                  <a:gd name="T19" fmla="*/ 752 h 895"/>
                  <a:gd name="T20" fmla="*/ 269 w 414"/>
                  <a:gd name="T21" fmla="*/ 895 h 895"/>
                  <a:gd name="T22" fmla="*/ 7 w 414"/>
                  <a:gd name="T23" fmla="*/ 895 h 895"/>
                  <a:gd name="T24" fmla="*/ 76 w 414"/>
                  <a:gd name="T25" fmla="*/ 752 h 895"/>
                  <a:gd name="T26" fmla="*/ 76 w 414"/>
                  <a:gd name="T27" fmla="*/ 746 h 895"/>
                  <a:gd name="T28" fmla="*/ 76 w 414"/>
                  <a:gd name="T29" fmla="*/ 705 h 895"/>
                  <a:gd name="T30" fmla="*/ 76 w 414"/>
                  <a:gd name="T31" fmla="*/ 338 h 895"/>
                  <a:gd name="T32" fmla="*/ 24 w 414"/>
                  <a:gd name="T33" fmla="*/ 351 h 895"/>
                  <a:gd name="T34" fmla="*/ 9 w 414"/>
                  <a:gd name="T35" fmla="*/ 330 h 895"/>
                  <a:gd name="T36" fmla="*/ 83 w 414"/>
                  <a:gd name="T37" fmla="*/ 201 h 895"/>
                  <a:gd name="T38" fmla="*/ 116 w 414"/>
                  <a:gd name="T39" fmla="*/ 144 h 895"/>
                  <a:gd name="T40" fmla="*/ 190 w 414"/>
                  <a:gd name="T41" fmla="*/ 15 h 895"/>
                  <a:gd name="T42" fmla="*/ 223 w 414"/>
                  <a:gd name="T43" fmla="*/ 15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14" h="895">
                    <a:moveTo>
                      <a:pt x="223" y="15"/>
                    </a:moveTo>
                    <a:cubicBezTo>
                      <a:pt x="298" y="144"/>
                      <a:pt x="298" y="144"/>
                      <a:pt x="298" y="144"/>
                    </a:cubicBezTo>
                    <a:cubicBezTo>
                      <a:pt x="307" y="160"/>
                      <a:pt x="321" y="185"/>
                      <a:pt x="330" y="201"/>
                    </a:cubicBezTo>
                    <a:cubicBezTo>
                      <a:pt x="405" y="330"/>
                      <a:pt x="405" y="330"/>
                      <a:pt x="405" y="330"/>
                    </a:cubicBezTo>
                    <a:cubicBezTo>
                      <a:pt x="414" y="345"/>
                      <a:pt x="407" y="355"/>
                      <a:pt x="389" y="351"/>
                    </a:cubicBezTo>
                    <a:cubicBezTo>
                      <a:pt x="337" y="338"/>
                      <a:pt x="337" y="338"/>
                      <a:pt x="337" y="338"/>
                    </a:cubicBezTo>
                    <a:cubicBezTo>
                      <a:pt x="337" y="705"/>
                      <a:pt x="337" y="705"/>
                      <a:pt x="337" y="705"/>
                    </a:cubicBezTo>
                    <a:cubicBezTo>
                      <a:pt x="337" y="745"/>
                      <a:pt x="337" y="745"/>
                      <a:pt x="337" y="745"/>
                    </a:cubicBezTo>
                    <a:cubicBezTo>
                      <a:pt x="337" y="746"/>
                      <a:pt x="337" y="746"/>
                      <a:pt x="337" y="746"/>
                    </a:cubicBezTo>
                    <a:cubicBezTo>
                      <a:pt x="337" y="752"/>
                      <a:pt x="337" y="752"/>
                      <a:pt x="337" y="752"/>
                    </a:cubicBezTo>
                    <a:cubicBezTo>
                      <a:pt x="337" y="819"/>
                      <a:pt x="335" y="895"/>
                      <a:pt x="269" y="895"/>
                    </a:cubicBezTo>
                    <a:cubicBezTo>
                      <a:pt x="7" y="895"/>
                      <a:pt x="7" y="895"/>
                      <a:pt x="7" y="895"/>
                    </a:cubicBezTo>
                    <a:cubicBezTo>
                      <a:pt x="73" y="895"/>
                      <a:pt x="76" y="819"/>
                      <a:pt x="76" y="752"/>
                    </a:cubicBezTo>
                    <a:cubicBezTo>
                      <a:pt x="76" y="746"/>
                      <a:pt x="76" y="746"/>
                      <a:pt x="76" y="746"/>
                    </a:cubicBezTo>
                    <a:cubicBezTo>
                      <a:pt x="76" y="705"/>
                      <a:pt x="76" y="705"/>
                      <a:pt x="76" y="705"/>
                    </a:cubicBezTo>
                    <a:cubicBezTo>
                      <a:pt x="76" y="338"/>
                      <a:pt x="76" y="338"/>
                      <a:pt x="76" y="338"/>
                    </a:cubicBezTo>
                    <a:cubicBezTo>
                      <a:pt x="24" y="351"/>
                      <a:pt x="24" y="351"/>
                      <a:pt x="24" y="351"/>
                    </a:cubicBezTo>
                    <a:cubicBezTo>
                      <a:pt x="7" y="355"/>
                      <a:pt x="0" y="345"/>
                      <a:pt x="9" y="330"/>
                    </a:cubicBezTo>
                    <a:cubicBezTo>
                      <a:pt x="83" y="201"/>
                      <a:pt x="83" y="201"/>
                      <a:pt x="83" y="201"/>
                    </a:cubicBezTo>
                    <a:cubicBezTo>
                      <a:pt x="92" y="185"/>
                      <a:pt x="107" y="160"/>
                      <a:pt x="116" y="144"/>
                    </a:cubicBezTo>
                    <a:cubicBezTo>
                      <a:pt x="190" y="15"/>
                      <a:pt x="190" y="15"/>
                      <a:pt x="190" y="15"/>
                    </a:cubicBezTo>
                    <a:cubicBezTo>
                      <a:pt x="199" y="0"/>
                      <a:pt x="214" y="0"/>
                      <a:pt x="223" y="15"/>
                    </a:cubicBezTo>
                    <a:close/>
                  </a:path>
                </a:pathLst>
              </a:custGeom>
              <a:solidFill>
                <a:srgbClr val="FFFFFF"/>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1" name="Freeform 87"/>
              <p:cNvSpPr>
                <a:spLocks/>
              </p:cNvSpPr>
              <p:nvPr/>
            </p:nvSpPr>
            <p:spPr bwMode="auto">
              <a:xfrm>
                <a:off x="5182190" y="1655763"/>
                <a:ext cx="727075" cy="1892300"/>
              </a:xfrm>
              <a:custGeom>
                <a:avLst/>
                <a:gdLst>
                  <a:gd name="T0" fmla="*/ 58 w 330"/>
                  <a:gd name="T1" fmla="*/ 273 h 860"/>
                  <a:gd name="T2" fmla="*/ 58 w 330"/>
                  <a:gd name="T3" fmla="*/ 717 h 860"/>
                  <a:gd name="T4" fmla="*/ 47 w 330"/>
                  <a:gd name="T5" fmla="*/ 821 h 860"/>
                  <a:gd name="T6" fmla="*/ 5 w 330"/>
                  <a:gd name="T7" fmla="*/ 860 h 860"/>
                  <a:gd name="T8" fmla="*/ 210 w 330"/>
                  <a:gd name="T9" fmla="*/ 860 h 860"/>
                  <a:gd name="T10" fmla="*/ 263 w 330"/>
                  <a:gd name="T11" fmla="*/ 806 h 860"/>
                  <a:gd name="T12" fmla="*/ 271 w 330"/>
                  <a:gd name="T13" fmla="*/ 717 h 860"/>
                  <a:gd name="T14" fmla="*/ 271 w 330"/>
                  <a:gd name="T15" fmla="*/ 273 h 860"/>
                  <a:gd name="T16" fmla="*/ 330 w 330"/>
                  <a:gd name="T17" fmla="*/ 287 h 860"/>
                  <a:gd name="T18" fmla="*/ 165 w 330"/>
                  <a:gd name="T19" fmla="*/ 0 h 860"/>
                  <a:gd name="T20" fmla="*/ 0 w 330"/>
                  <a:gd name="T21" fmla="*/ 287 h 860"/>
                  <a:gd name="T22" fmla="*/ 58 w 330"/>
                  <a:gd name="T23" fmla="*/ 273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0" h="860">
                    <a:moveTo>
                      <a:pt x="58" y="273"/>
                    </a:moveTo>
                    <a:cubicBezTo>
                      <a:pt x="58" y="717"/>
                      <a:pt x="58" y="717"/>
                      <a:pt x="58" y="717"/>
                    </a:cubicBezTo>
                    <a:cubicBezTo>
                      <a:pt x="58" y="753"/>
                      <a:pt x="58" y="794"/>
                      <a:pt x="47" y="821"/>
                    </a:cubicBezTo>
                    <a:cubicBezTo>
                      <a:pt x="37" y="848"/>
                      <a:pt x="20" y="857"/>
                      <a:pt x="5" y="860"/>
                    </a:cubicBezTo>
                    <a:cubicBezTo>
                      <a:pt x="210" y="860"/>
                      <a:pt x="210" y="860"/>
                      <a:pt x="210" y="860"/>
                    </a:cubicBezTo>
                    <a:cubicBezTo>
                      <a:pt x="226" y="860"/>
                      <a:pt x="254" y="845"/>
                      <a:pt x="263" y="806"/>
                    </a:cubicBezTo>
                    <a:cubicBezTo>
                      <a:pt x="269" y="782"/>
                      <a:pt x="271" y="749"/>
                      <a:pt x="271" y="717"/>
                    </a:cubicBezTo>
                    <a:cubicBezTo>
                      <a:pt x="271" y="273"/>
                      <a:pt x="271" y="273"/>
                      <a:pt x="271" y="273"/>
                    </a:cubicBezTo>
                    <a:cubicBezTo>
                      <a:pt x="330" y="287"/>
                      <a:pt x="330" y="287"/>
                      <a:pt x="330" y="287"/>
                    </a:cubicBezTo>
                    <a:cubicBezTo>
                      <a:pt x="165" y="0"/>
                      <a:pt x="165" y="0"/>
                      <a:pt x="165" y="0"/>
                    </a:cubicBezTo>
                    <a:cubicBezTo>
                      <a:pt x="0" y="287"/>
                      <a:pt x="0" y="287"/>
                      <a:pt x="0" y="287"/>
                    </a:cubicBezTo>
                    <a:lnTo>
                      <a:pt x="58" y="273"/>
                    </a:lnTo>
                    <a:close/>
                  </a:path>
                </a:pathLst>
              </a:custGeom>
              <a:solidFill>
                <a:srgbClr val="FF8900"/>
              </a:solidFill>
              <a:ln w="3810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74" name="组合 173"/>
            <p:cNvGrpSpPr/>
            <p:nvPr/>
          </p:nvGrpSpPr>
          <p:grpSpPr>
            <a:xfrm>
              <a:off x="2394972" y="2980508"/>
              <a:ext cx="1606859" cy="1716773"/>
              <a:chOff x="3600450" y="2401888"/>
              <a:chExt cx="1462087" cy="1562100"/>
            </a:xfrm>
          </p:grpSpPr>
          <p:sp>
            <p:nvSpPr>
              <p:cNvPr id="78" name="Freeform 94"/>
              <p:cNvSpPr>
                <a:spLocks/>
              </p:cNvSpPr>
              <p:nvPr/>
            </p:nvSpPr>
            <p:spPr bwMode="auto">
              <a:xfrm>
                <a:off x="3600450" y="2401888"/>
                <a:ext cx="1462087" cy="1562100"/>
              </a:xfrm>
              <a:custGeom>
                <a:avLst/>
                <a:gdLst>
                  <a:gd name="T0" fmla="*/ 25 w 664"/>
                  <a:gd name="T1" fmla="*/ 4 h 710"/>
                  <a:gd name="T2" fmla="*/ 156 w 664"/>
                  <a:gd name="T3" fmla="*/ 40 h 710"/>
                  <a:gd name="T4" fmla="*/ 214 w 664"/>
                  <a:gd name="T5" fmla="*/ 55 h 710"/>
                  <a:gd name="T6" fmla="*/ 345 w 664"/>
                  <a:gd name="T7" fmla="*/ 90 h 710"/>
                  <a:gd name="T8" fmla="*/ 348 w 664"/>
                  <a:gd name="T9" fmla="*/ 113 h 710"/>
                  <a:gd name="T10" fmla="*/ 307 w 664"/>
                  <a:gd name="T11" fmla="*/ 139 h 710"/>
                  <a:gd name="T12" fmla="*/ 543 w 664"/>
                  <a:gd name="T13" fmla="*/ 375 h 710"/>
                  <a:gd name="T14" fmla="*/ 569 w 664"/>
                  <a:gd name="T15" fmla="*/ 401 h 710"/>
                  <a:gd name="T16" fmla="*/ 569 w 664"/>
                  <a:gd name="T17" fmla="*/ 401 h 710"/>
                  <a:gd name="T18" fmla="*/ 573 w 664"/>
                  <a:gd name="T19" fmla="*/ 405 h 710"/>
                  <a:gd name="T20" fmla="*/ 621 w 664"/>
                  <a:gd name="T21" fmla="*/ 542 h 710"/>
                  <a:gd name="T22" fmla="*/ 453 w 664"/>
                  <a:gd name="T23" fmla="*/ 710 h 710"/>
                  <a:gd name="T24" fmla="*/ 405 w 664"/>
                  <a:gd name="T25" fmla="*/ 574 h 710"/>
                  <a:gd name="T26" fmla="*/ 401 w 664"/>
                  <a:gd name="T27" fmla="*/ 570 h 710"/>
                  <a:gd name="T28" fmla="*/ 375 w 664"/>
                  <a:gd name="T29" fmla="*/ 543 h 710"/>
                  <a:gd name="T30" fmla="*/ 139 w 664"/>
                  <a:gd name="T31" fmla="*/ 307 h 710"/>
                  <a:gd name="T32" fmla="*/ 113 w 664"/>
                  <a:gd name="T33" fmla="*/ 349 h 710"/>
                  <a:gd name="T34" fmla="*/ 90 w 664"/>
                  <a:gd name="T35" fmla="*/ 345 h 710"/>
                  <a:gd name="T36" fmla="*/ 55 w 664"/>
                  <a:gd name="T37" fmla="*/ 214 h 710"/>
                  <a:gd name="T38" fmla="*/ 39 w 664"/>
                  <a:gd name="T39" fmla="*/ 157 h 710"/>
                  <a:gd name="T40" fmla="*/ 4 w 664"/>
                  <a:gd name="T41" fmla="*/ 25 h 710"/>
                  <a:gd name="T42" fmla="*/ 25 w 664"/>
                  <a:gd name="T43" fmla="*/ 4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64" h="710">
                    <a:moveTo>
                      <a:pt x="25" y="4"/>
                    </a:moveTo>
                    <a:cubicBezTo>
                      <a:pt x="156" y="40"/>
                      <a:pt x="156" y="40"/>
                      <a:pt x="156" y="40"/>
                    </a:cubicBezTo>
                    <a:cubicBezTo>
                      <a:pt x="172" y="44"/>
                      <a:pt x="198" y="51"/>
                      <a:pt x="214" y="55"/>
                    </a:cubicBezTo>
                    <a:cubicBezTo>
                      <a:pt x="345" y="90"/>
                      <a:pt x="345" y="90"/>
                      <a:pt x="345" y="90"/>
                    </a:cubicBezTo>
                    <a:cubicBezTo>
                      <a:pt x="361" y="94"/>
                      <a:pt x="362" y="105"/>
                      <a:pt x="348" y="113"/>
                    </a:cubicBezTo>
                    <a:cubicBezTo>
                      <a:pt x="307" y="139"/>
                      <a:pt x="307" y="139"/>
                      <a:pt x="307" y="139"/>
                    </a:cubicBezTo>
                    <a:cubicBezTo>
                      <a:pt x="543" y="375"/>
                      <a:pt x="543" y="375"/>
                      <a:pt x="543" y="375"/>
                    </a:cubicBezTo>
                    <a:cubicBezTo>
                      <a:pt x="569" y="401"/>
                      <a:pt x="569" y="401"/>
                      <a:pt x="569" y="401"/>
                    </a:cubicBezTo>
                    <a:cubicBezTo>
                      <a:pt x="569" y="401"/>
                      <a:pt x="569" y="401"/>
                      <a:pt x="569" y="401"/>
                    </a:cubicBezTo>
                    <a:cubicBezTo>
                      <a:pt x="573" y="405"/>
                      <a:pt x="573" y="405"/>
                      <a:pt x="573" y="405"/>
                    </a:cubicBezTo>
                    <a:cubicBezTo>
                      <a:pt x="617" y="449"/>
                      <a:pt x="664" y="499"/>
                      <a:pt x="621" y="542"/>
                    </a:cubicBezTo>
                    <a:cubicBezTo>
                      <a:pt x="453" y="710"/>
                      <a:pt x="453" y="710"/>
                      <a:pt x="453" y="710"/>
                    </a:cubicBezTo>
                    <a:cubicBezTo>
                      <a:pt x="496" y="668"/>
                      <a:pt x="448" y="617"/>
                      <a:pt x="405" y="574"/>
                    </a:cubicBezTo>
                    <a:cubicBezTo>
                      <a:pt x="401" y="570"/>
                      <a:pt x="401" y="570"/>
                      <a:pt x="401" y="570"/>
                    </a:cubicBezTo>
                    <a:cubicBezTo>
                      <a:pt x="375" y="543"/>
                      <a:pt x="375" y="543"/>
                      <a:pt x="375" y="543"/>
                    </a:cubicBezTo>
                    <a:cubicBezTo>
                      <a:pt x="139" y="307"/>
                      <a:pt x="139" y="307"/>
                      <a:pt x="139" y="307"/>
                    </a:cubicBezTo>
                    <a:cubicBezTo>
                      <a:pt x="113" y="349"/>
                      <a:pt x="113" y="349"/>
                      <a:pt x="113" y="349"/>
                    </a:cubicBezTo>
                    <a:cubicBezTo>
                      <a:pt x="104" y="362"/>
                      <a:pt x="94" y="361"/>
                      <a:pt x="90" y="345"/>
                    </a:cubicBezTo>
                    <a:cubicBezTo>
                      <a:pt x="55" y="214"/>
                      <a:pt x="55" y="214"/>
                      <a:pt x="55" y="214"/>
                    </a:cubicBezTo>
                    <a:cubicBezTo>
                      <a:pt x="50" y="198"/>
                      <a:pt x="44" y="172"/>
                      <a:pt x="39" y="157"/>
                    </a:cubicBezTo>
                    <a:cubicBezTo>
                      <a:pt x="4" y="25"/>
                      <a:pt x="4" y="25"/>
                      <a:pt x="4" y="25"/>
                    </a:cubicBezTo>
                    <a:cubicBezTo>
                      <a:pt x="0" y="10"/>
                      <a:pt x="9" y="0"/>
                      <a:pt x="25" y="4"/>
                    </a:cubicBezTo>
                    <a:close/>
                  </a:path>
                </a:pathLst>
              </a:custGeom>
              <a:solidFill>
                <a:srgbClr val="FFFFFF"/>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79" name="Freeform 96"/>
              <p:cNvSpPr>
                <a:spLocks/>
              </p:cNvSpPr>
              <p:nvPr/>
            </p:nvSpPr>
            <p:spPr bwMode="auto">
              <a:xfrm>
                <a:off x="3662363" y="2462213"/>
                <a:ext cx="1323975" cy="1446212"/>
              </a:xfrm>
              <a:custGeom>
                <a:avLst/>
                <a:gdLst>
                  <a:gd name="T0" fmla="*/ 106 w 601"/>
                  <a:gd name="T1" fmla="*/ 244 h 657"/>
                  <a:gd name="T2" fmla="*/ 393 w 601"/>
                  <a:gd name="T3" fmla="*/ 530 h 657"/>
                  <a:gd name="T4" fmla="*/ 453 w 601"/>
                  <a:gd name="T5" fmla="*/ 604 h 657"/>
                  <a:gd name="T6" fmla="*/ 451 w 601"/>
                  <a:gd name="T7" fmla="*/ 657 h 657"/>
                  <a:gd name="T8" fmla="*/ 583 w 601"/>
                  <a:gd name="T9" fmla="*/ 525 h 657"/>
                  <a:gd name="T10" fmla="*/ 582 w 601"/>
                  <a:gd name="T11" fmla="*/ 456 h 657"/>
                  <a:gd name="T12" fmla="*/ 530 w 601"/>
                  <a:gd name="T13" fmla="*/ 393 h 657"/>
                  <a:gd name="T14" fmla="*/ 244 w 601"/>
                  <a:gd name="T15" fmla="*/ 107 h 657"/>
                  <a:gd name="T16" fmla="*/ 290 w 601"/>
                  <a:gd name="T17" fmla="*/ 78 h 657"/>
                  <a:gd name="T18" fmla="*/ 0 w 601"/>
                  <a:gd name="T19" fmla="*/ 0 h 657"/>
                  <a:gd name="T20" fmla="*/ 78 w 601"/>
                  <a:gd name="T21" fmla="*/ 291 h 657"/>
                  <a:gd name="T22" fmla="*/ 106 w 601"/>
                  <a:gd name="T23" fmla="*/ 244 h 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01" h="657">
                    <a:moveTo>
                      <a:pt x="106" y="244"/>
                    </a:moveTo>
                    <a:cubicBezTo>
                      <a:pt x="393" y="530"/>
                      <a:pt x="393" y="530"/>
                      <a:pt x="393" y="530"/>
                    </a:cubicBezTo>
                    <a:cubicBezTo>
                      <a:pt x="416" y="553"/>
                      <a:pt x="442" y="580"/>
                      <a:pt x="453" y="604"/>
                    </a:cubicBezTo>
                    <a:cubicBezTo>
                      <a:pt x="464" y="628"/>
                      <a:pt x="458" y="645"/>
                      <a:pt x="451" y="657"/>
                    </a:cubicBezTo>
                    <a:cubicBezTo>
                      <a:pt x="583" y="525"/>
                      <a:pt x="583" y="525"/>
                      <a:pt x="583" y="525"/>
                    </a:cubicBezTo>
                    <a:cubicBezTo>
                      <a:pt x="593" y="515"/>
                      <a:pt x="601" y="487"/>
                      <a:pt x="582" y="456"/>
                    </a:cubicBezTo>
                    <a:cubicBezTo>
                      <a:pt x="570" y="436"/>
                      <a:pt x="551" y="414"/>
                      <a:pt x="530" y="393"/>
                    </a:cubicBezTo>
                    <a:cubicBezTo>
                      <a:pt x="244" y="107"/>
                      <a:pt x="244" y="107"/>
                      <a:pt x="244" y="107"/>
                    </a:cubicBezTo>
                    <a:cubicBezTo>
                      <a:pt x="290" y="78"/>
                      <a:pt x="290" y="78"/>
                      <a:pt x="290" y="78"/>
                    </a:cubicBezTo>
                    <a:cubicBezTo>
                      <a:pt x="0" y="0"/>
                      <a:pt x="0" y="0"/>
                      <a:pt x="0" y="0"/>
                    </a:cubicBezTo>
                    <a:cubicBezTo>
                      <a:pt x="78" y="291"/>
                      <a:pt x="78" y="291"/>
                      <a:pt x="78" y="291"/>
                    </a:cubicBezTo>
                    <a:lnTo>
                      <a:pt x="106" y="244"/>
                    </a:lnTo>
                    <a:close/>
                  </a:path>
                </a:pathLst>
              </a:custGeom>
              <a:solidFill>
                <a:srgbClr val="9FC6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5" name="组合 176"/>
            <p:cNvGrpSpPr/>
            <p:nvPr/>
          </p:nvGrpSpPr>
          <p:grpSpPr>
            <a:xfrm>
              <a:off x="1725010" y="4679833"/>
              <a:ext cx="1687115" cy="779875"/>
              <a:chOff x="2990850" y="3948113"/>
              <a:chExt cx="1535112" cy="709612"/>
            </a:xfrm>
          </p:grpSpPr>
          <p:sp>
            <p:nvSpPr>
              <p:cNvPr id="76" name="Freeform 91"/>
              <p:cNvSpPr>
                <a:spLocks/>
              </p:cNvSpPr>
              <p:nvPr/>
            </p:nvSpPr>
            <p:spPr bwMode="auto">
              <a:xfrm>
                <a:off x="2990850" y="3948113"/>
                <a:ext cx="1535112" cy="709612"/>
              </a:xfrm>
              <a:custGeom>
                <a:avLst/>
                <a:gdLst>
                  <a:gd name="T0" fmla="*/ 12 w 697"/>
                  <a:gd name="T1" fmla="*/ 148 h 322"/>
                  <a:gd name="T2" fmla="*/ 112 w 697"/>
                  <a:gd name="T3" fmla="*/ 90 h 322"/>
                  <a:gd name="T4" fmla="*/ 156 w 697"/>
                  <a:gd name="T5" fmla="*/ 65 h 322"/>
                  <a:gd name="T6" fmla="*/ 257 w 697"/>
                  <a:gd name="T7" fmla="*/ 7 h 322"/>
                  <a:gd name="T8" fmla="*/ 273 w 697"/>
                  <a:gd name="T9" fmla="*/ 19 h 322"/>
                  <a:gd name="T10" fmla="*/ 263 w 697"/>
                  <a:gd name="T11" fmla="*/ 59 h 322"/>
                  <a:gd name="T12" fmla="*/ 549 w 697"/>
                  <a:gd name="T13" fmla="*/ 59 h 322"/>
                  <a:gd name="T14" fmla="*/ 580 w 697"/>
                  <a:gd name="T15" fmla="*/ 59 h 322"/>
                  <a:gd name="T16" fmla="*/ 581 w 697"/>
                  <a:gd name="T17" fmla="*/ 59 h 322"/>
                  <a:gd name="T18" fmla="*/ 586 w 697"/>
                  <a:gd name="T19" fmla="*/ 59 h 322"/>
                  <a:gd name="T20" fmla="*/ 697 w 697"/>
                  <a:gd name="T21" fmla="*/ 113 h 322"/>
                  <a:gd name="T22" fmla="*/ 697 w 697"/>
                  <a:gd name="T23" fmla="*/ 316 h 322"/>
                  <a:gd name="T24" fmla="*/ 586 w 697"/>
                  <a:gd name="T25" fmla="*/ 262 h 322"/>
                  <a:gd name="T26" fmla="*/ 581 w 697"/>
                  <a:gd name="T27" fmla="*/ 262 h 322"/>
                  <a:gd name="T28" fmla="*/ 549 w 697"/>
                  <a:gd name="T29" fmla="*/ 262 h 322"/>
                  <a:gd name="T30" fmla="*/ 263 w 697"/>
                  <a:gd name="T31" fmla="*/ 262 h 322"/>
                  <a:gd name="T32" fmla="*/ 273 w 697"/>
                  <a:gd name="T33" fmla="*/ 303 h 322"/>
                  <a:gd name="T34" fmla="*/ 257 w 697"/>
                  <a:gd name="T35" fmla="*/ 315 h 322"/>
                  <a:gd name="T36" fmla="*/ 156 w 697"/>
                  <a:gd name="T37" fmla="*/ 257 h 322"/>
                  <a:gd name="T38" fmla="*/ 112 w 697"/>
                  <a:gd name="T39" fmla="*/ 231 h 322"/>
                  <a:gd name="T40" fmla="*/ 12 w 697"/>
                  <a:gd name="T41" fmla="*/ 173 h 322"/>
                  <a:gd name="T42" fmla="*/ 12 w 697"/>
                  <a:gd name="T43" fmla="*/ 148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97" h="322">
                    <a:moveTo>
                      <a:pt x="12" y="148"/>
                    </a:moveTo>
                    <a:cubicBezTo>
                      <a:pt x="112" y="90"/>
                      <a:pt x="112" y="90"/>
                      <a:pt x="112" y="90"/>
                    </a:cubicBezTo>
                    <a:cubicBezTo>
                      <a:pt x="124" y="83"/>
                      <a:pt x="144" y="72"/>
                      <a:pt x="156" y="65"/>
                    </a:cubicBezTo>
                    <a:cubicBezTo>
                      <a:pt x="257" y="7"/>
                      <a:pt x="257" y="7"/>
                      <a:pt x="257" y="7"/>
                    </a:cubicBezTo>
                    <a:cubicBezTo>
                      <a:pt x="269" y="0"/>
                      <a:pt x="276" y="5"/>
                      <a:pt x="273" y="19"/>
                    </a:cubicBezTo>
                    <a:cubicBezTo>
                      <a:pt x="263" y="59"/>
                      <a:pt x="263" y="59"/>
                      <a:pt x="263" y="59"/>
                    </a:cubicBezTo>
                    <a:cubicBezTo>
                      <a:pt x="549" y="59"/>
                      <a:pt x="549" y="59"/>
                      <a:pt x="549" y="59"/>
                    </a:cubicBezTo>
                    <a:cubicBezTo>
                      <a:pt x="580" y="59"/>
                      <a:pt x="580" y="59"/>
                      <a:pt x="580" y="59"/>
                    </a:cubicBezTo>
                    <a:cubicBezTo>
                      <a:pt x="581" y="59"/>
                      <a:pt x="581" y="59"/>
                      <a:pt x="581" y="59"/>
                    </a:cubicBezTo>
                    <a:cubicBezTo>
                      <a:pt x="586" y="59"/>
                      <a:pt x="586" y="59"/>
                      <a:pt x="586" y="59"/>
                    </a:cubicBezTo>
                    <a:cubicBezTo>
                      <a:pt x="638" y="59"/>
                      <a:pt x="697" y="61"/>
                      <a:pt x="697" y="113"/>
                    </a:cubicBezTo>
                    <a:cubicBezTo>
                      <a:pt x="697" y="316"/>
                      <a:pt x="697" y="316"/>
                      <a:pt x="697" y="316"/>
                    </a:cubicBezTo>
                    <a:cubicBezTo>
                      <a:pt x="697" y="265"/>
                      <a:pt x="638" y="262"/>
                      <a:pt x="586" y="262"/>
                    </a:cubicBezTo>
                    <a:cubicBezTo>
                      <a:pt x="581" y="262"/>
                      <a:pt x="581" y="262"/>
                      <a:pt x="581" y="262"/>
                    </a:cubicBezTo>
                    <a:cubicBezTo>
                      <a:pt x="549" y="262"/>
                      <a:pt x="549" y="262"/>
                      <a:pt x="549" y="262"/>
                    </a:cubicBezTo>
                    <a:cubicBezTo>
                      <a:pt x="263" y="262"/>
                      <a:pt x="263" y="262"/>
                      <a:pt x="263" y="262"/>
                    </a:cubicBezTo>
                    <a:cubicBezTo>
                      <a:pt x="273" y="303"/>
                      <a:pt x="273" y="303"/>
                      <a:pt x="273" y="303"/>
                    </a:cubicBezTo>
                    <a:cubicBezTo>
                      <a:pt x="276" y="316"/>
                      <a:pt x="269" y="322"/>
                      <a:pt x="257" y="315"/>
                    </a:cubicBezTo>
                    <a:cubicBezTo>
                      <a:pt x="156" y="257"/>
                      <a:pt x="156" y="257"/>
                      <a:pt x="156" y="257"/>
                    </a:cubicBezTo>
                    <a:cubicBezTo>
                      <a:pt x="144" y="250"/>
                      <a:pt x="124" y="238"/>
                      <a:pt x="112" y="231"/>
                    </a:cubicBezTo>
                    <a:cubicBezTo>
                      <a:pt x="12" y="173"/>
                      <a:pt x="12" y="173"/>
                      <a:pt x="12" y="173"/>
                    </a:cubicBezTo>
                    <a:cubicBezTo>
                      <a:pt x="0" y="166"/>
                      <a:pt x="0" y="155"/>
                      <a:pt x="12" y="148"/>
                    </a:cubicBezTo>
                    <a:close/>
                  </a:path>
                </a:pathLst>
              </a:custGeom>
              <a:solidFill>
                <a:srgbClr val="FFFFFF"/>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77" name="Freeform 93"/>
              <p:cNvSpPr>
                <a:spLocks/>
              </p:cNvSpPr>
              <p:nvPr/>
            </p:nvSpPr>
            <p:spPr bwMode="auto">
              <a:xfrm>
                <a:off x="3051175" y="4019550"/>
                <a:ext cx="1474787" cy="565150"/>
              </a:xfrm>
              <a:custGeom>
                <a:avLst/>
                <a:gdLst>
                  <a:gd name="T0" fmla="*/ 212 w 670"/>
                  <a:gd name="T1" fmla="*/ 212 h 257"/>
                  <a:gd name="T2" fmla="*/ 559 w 670"/>
                  <a:gd name="T3" fmla="*/ 212 h 257"/>
                  <a:gd name="T4" fmla="*/ 640 w 670"/>
                  <a:gd name="T5" fmla="*/ 220 h 257"/>
                  <a:gd name="T6" fmla="*/ 670 w 670"/>
                  <a:gd name="T7" fmla="*/ 253 h 257"/>
                  <a:gd name="T8" fmla="*/ 670 w 670"/>
                  <a:gd name="T9" fmla="*/ 94 h 257"/>
                  <a:gd name="T10" fmla="*/ 628 w 670"/>
                  <a:gd name="T11" fmla="*/ 52 h 257"/>
                  <a:gd name="T12" fmla="*/ 559 w 670"/>
                  <a:gd name="T13" fmla="*/ 46 h 257"/>
                  <a:gd name="T14" fmla="*/ 212 w 670"/>
                  <a:gd name="T15" fmla="*/ 46 h 257"/>
                  <a:gd name="T16" fmla="*/ 223 w 670"/>
                  <a:gd name="T17" fmla="*/ 0 h 257"/>
                  <a:gd name="T18" fmla="*/ 0 w 670"/>
                  <a:gd name="T19" fmla="*/ 129 h 257"/>
                  <a:gd name="T20" fmla="*/ 223 w 670"/>
                  <a:gd name="T21" fmla="*/ 257 h 257"/>
                  <a:gd name="T22" fmla="*/ 212 w 670"/>
                  <a:gd name="T23" fmla="*/ 212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70" h="257">
                    <a:moveTo>
                      <a:pt x="212" y="212"/>
                    </a:moveTo>
                    <a:cubicBezTo>
                      <a:pt x="559" y="212"/>
                      <a:pt x="559" y="212"/>
                      <a:pt x="559" y="212"/>
                    </a:cubicBezTo>
                    <a:cubicBezTo>
                      <a:pt x="587" y="212"/>
                      <a:pt x="619" y="212"/>
                      <a:pt x="640" y="220"/>
                    </a:cubicBezTo>
                    <a:cubicBezTo>
                      <a:pt x="661" y="228"/>
                      <a:pt x="667" y="241"/>
                      <a:pt x="670" y="253"/>
                    </a:cubicBezTo>
                    <a:cubicBezTo>
                      <a:pt x="670" y="94"/>
                      <a:pt x="670" y="94"/>
                      <a:pt x="670" y="94"/>
                    </a:cubicBezTo>
                    <a:cubicBezTo>
                      <a:pt x="670" y="81"/>
                      <a:pt x="658" y="60"/>
                      <a:pt x="628" y="52"/>
                    </a:cubicBezTo>
                    <a:cubicBezTo>
                      <a:pt x="609" y="48"/>
                      <a:pt x="584" y="46"/>
                      <a:pt x="559" y="46"/>
                    </a:cubicBezTo>
                    <a:cubicBezTo>
                      <a:pt x="212" y="46"/>
                      <a:pt x="212" y="46"/>
                      <a:pt x="212" y="46"/>
                    </a:cubicBezTo>
                    <a:cubicBezTo>
                      <a:pt x="223" y="0"/>
                      <a:pt x="223" y="0"/>
                      <a:pt x="223" y="0"/>
                    </a:cubicBezTo>
                    <a:cubicBezTo>
                      <a:pt x="0" y="129"/>
                      <a:pt x="0" y="129"/>
                      <a:pt x="0" y="129"/>
                    </a:cubicBezTo>
                    <a:cubicBezTo>
                      <a:pt x="223" y="257"/>
                      <a:pt x="223" y="257"/>
                      <a:pt x="223" y="257"/>
                    </a:cubicBezTo>
                    <a:lnTo>
                      <a:pt x="212" y="212"/>
                    </a:lnTo>
                    <a:close/>
                  </a:path>
                </a:pathLst>
              </a:custGeom>
              <a:solidFill>
                <a:srgbClr val="6D5D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sp>
        <p:nvSpPr>
          <p:cNvPr id="108" name="文本框 107"/>
          <p:cNvSpPr txBox="1"/>
          <p:nvPr/>
        </p:nvSpPr>
        <p:spPr>
          <a:xfrm>
            <a:off x="8103572" y="1416478"/>
            <a:ext cx="2856518" cy="830997"/>
          </a:xfrm>
          <a:prstGeom prst="rect">
            <a:avLst/>
          </a:prstGeom>
          <a:noFill/>
        </p:spPr>
        <p:txBody>
          <a:bodyPr wrap="square" rtlCol="0">
            <a:spAutoFit/>
          </a:bodyPr>
          <a:lstStyle/>
          <a:p>
            <a:pPr>
              <a:lnSpc>
                <a:spcPct val="120000"/>
              </a:lnSpc>
            </a:pPr>
            <a:r>
              <a:rPr lang="zh-CN" altLang="en-US" sz="2400" b="1" dirty="0">
                <a:solidFill>
                  <a:srgbClr val="FF8900"/>
                </a:solidFill>
              </a:rPr>
              <a:t>添加标题</a:t>
            </a:r>
            <a:endParaRPr lang="en-US" altLang="zh-CN" sz="2400" b="1" dirty="0">
              <a:solidFill>
                <a:srgbClr val="FF8900"/>
              </a:solidFill>
            </a:endParaRPr>
          </a:p>
          <a:p>
            <a:pPr>
              <a:lnSpc>
                <a:spcPct val="120000"/>
              </a:lnSpc>
            </a:pPr>
            <a:r>
              <a:rPr lang="zh-CN" altLang="en-US" sz="1600" dirty="0">
                <a:solidFill>
                  <a:schemeClr val="tx1">
                    <a:lumMod val="65000"/>
                    <a:lumOff val="35000"/>
                  </a:schemeClr>
                </a:solidFill>
              </a:rPr>
              <a:t>添加内容添加内容</a:t>
            </a:r>
          </a:p>
        </p:txBody>
      </p:sp>
      <p:sp>
        <p:nvSpPr>
          <p:cNvPr id="109" name="文本框 108"/>
          <p:cNvSpPr txBox="1"/>
          <p:nvPr/>
        </p:nvSpPr>
        <p:spPr>
          <a:xfrm>
            <a:off x="1296787" y="2447540"/>
            <a:ext cx="2856518" cy="830997"/>
          </a:xfrm>
          <a:prstGeom prst="rect">
            <a:avLst/>
          </a:prstGeom>
          <a:noFill/>
        </p:spPr>
        <p:txBody>
          <a:bodyPr wrap="square" rtlCol="0">
            <a:spAutoFit/>
          </a:bodyPr>
          <a:lstStyle/>
          <a:p>
            <a:pPr algn="r">
              <a:lnSpc>
                <a:spcPct val="120000"/>
              </a:lnSpc>
            </a:pPr>
            <a:r>
              <a:rPr lang="zh-CN" altLang="en-US" sz="2400" b="1" dirty="0">
                <a:solidFill>
                  <a:srgbClr val="9FC628"/>
                </a:solidFill>
              </a:rPr>
              <a:t>添加标题</a:t>
            </a:r>
            <a:endParaRPr lang="en-US" altLang="zh-CN" sz="2400" b="1" dirty="0">
              <a:solidFill>
                <a:srgbClr val="9FC628"/>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14" name="文本框 113"/>
          <p:cNvSpPr txBox="1"/>
          <p:nvPr/>
        </p:nvSpPr>
        <p:spPr>
          <a:xfrm>
            <a:off x="403399" y="4795111"/>
            <a:ext cx="2856518" cy="830997"/>
          </a:xfrm>
          <a:prstGeom prst="rect">
            <a:avLst/>
          </a:prstGeom>
          <a:noFill/>
        </p:spPr>
        <p:txBody>
          <a:bodyPr wrap="square" rtlCol="0">
            <a:spAutoFit/>
          </a:bodyPr>
          <a:lstStyle/>
          <a:p>
            <a:pPr algn="r">
              <a:lnSpc>
                <a:spcPct val="120000"/>
              </a:lnSpc>
            </a:pPr>
            <a:r>
              <a:rPr lang="zh-CN" altLang="en-US" sz="2400" b="1" dirty="0">
                <a:solidFill>
                  <a:srgbClr val="6D5DA5"/>
                </a:solidFill>
              </a:rPr>
              <a:t>添加标题</a:t>
            </a:r>
            <a:endParaRPr lang="en-US" altLang="zh-CN" sz="2400" b="1" dirty="0">
              <a:solidFill>
                <a:srgbClr val="6D5DA5"/>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19" name="矩形 118"/>
          <p:cNvSpPr/>
          <p:nvPr/>
        </p:nvSpPr>
        <p:spPr>
          <a:xfrm>
            <a:off x="8532221" y="4492154"/>
            <a:ext cx="2879982" cy="1052596"/>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添加内容添加内容添加内容添加内容添加内容添加内容添加内容</a:t>
            </a:r>
          </a:p>
        </p:txBody>
      </p:sp>
      <p:sp>
        <p:nvSpPr>
          <p:cNvPr id="123" name="文本框 122"/>
          <p:cNvSpPr txBox="1"/>
          <p:nvPr/>
        </p:nvSpPr>
        <p:spPr>
          <a:xfrm>
            <a:off x="8532221" y="3913762"/>
            <a:ext cx="1723549" cy="461665"/>
          </a:xfrm>
          <a:prstGeom prst="rect">
            <a:avLst/>
          </a:prstGeom>
          <a:noFill/>
        </p:spPr>
        <p:txBody>
          <a:bodyPr wrap="none" rtlCol="0">
            <a:spAutoFit/>
          </a:bodyPr>
          <a:lstStyle/>
          <a:p>
            <a:r>
              <a:rPr lang="zh-CN" altLang="en-US" sz="2400" b="1" dirty="0">
                <a:solidFill>
                  <a:schemeClr val="tx1">
                    <a:lumMod val="65000"/>
                    <a:lumOff val="35000"/>
                  </a:schemeClr>
                </a:solidFill>
              </a:rPr>
              <a:t>添加主标题</a:t>
            </a:r>
          </a:p>
        </p:txBody>
      </p:sp>
    </p:spTree>
    <p:extLst>
      <p:ext uri="{BB962C8B-B14F-4D97-AF65-F5344CB8AC3E}">
        <p14:creationId xmlns:p14="http://schemas.microsoft.com/office/powerpoint/2010/main" val="1288232849"/>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矩形 4"/>
          <p:cNvSpPr/>
          <p:nvPr/>
        </p:nvSpPr>
        <p:spPr>
          <a:xfrm>
            <a:off x="8459392" y="2485987"/>
            <a:ext cx="3182656" cy="757130"/>
          </a:xfrm>
          <a:prstGeom prst="rect">
            <a:avLst/>
          </a:prstGeom>
        </p:spPr>
        <p:txBody>
          <a:bodyPr wrap="square">
            <a:spAutoFit/>
          </a:bodyPr>
          <a:lstStyle/>
          <a:p>
            <a:pPr>
              <a:lnSpc>
                <a:spcPct val="120000"/>
              </a:lnSpc>
            </a:pPr>
            <a:r>
              <a:rPr lang="zh-CN" altLang="en-US" dirty="0">
                <a:solidFill>
                  <a:schemeClr val="tx1">
                    <a:lumMod val="65000"/>
                    <a:lumOff val="35000"/>
                  </a:schemeClr>
                </a:solidFill>
              </a:rPr>
              <a:t>添加内容添加内容</a:t>
            </a:r>
            <a:endParaRPr lang="en-US" altLang="zh-CN" dirty="0">
              <a:solidFill>
                <a:schemeClr val="tx1">
                  <a:lumMod val="65000"/>
                  <a:lumOff val="35000"/>
                </a:schemeClr>
              </a:solidFill>
            </a:endParaRPr>
          </a:p>
          <a:p>
            <a:pPr>
              <a:lnSpc>
                <a:spcPct val="120000"/>
              </a:lnSpc>
            </a:pPr>
            <a:r>
              <a:rPr lang="zh-CN" altLang="en-US" dirty="0">
                <a:solidFill>
                  <a:schemeClr val="tx1">
                    <a:lumMod val="65000"/>
                    <a:lumOff val="35000"/>
                  </a:schemeClr>
                </a:solidFill>
              </a:rPr>
              <a:t>添加内容添加内容添加内容</a:t>
            </a:r>
          </a:p>
        </p:txBody>
      </p:sp>
      <p:sp>
        <p:nvSpPr>
          <p:cNvPr id="178" name="矩形 177"/>
          <p:cNvSpPr/>
          <p:nvPr/>
        </p:nvSpPr>
        <p:spPr>
          <a:xfrm>
            <a:off x="8459392" y="5141914"/>
            <a:ext cx="3182656" cy="757130"/>
          </a:xfrm>
          <a:prstGeom prst="rect">
            <a:avLst/>
          </a:prstGeom>
        </p:spPr>
        <p:txBody>
          <a:bodyPr wrap="square">
            <a:spAutoFit/>
          </a:bodyPr>
          <a:lstStyle/>
          <a:p>
            <a:pPr>
              <a:lnSpc>
                <a:spcPct val="120000"/>
              </a:lnSpc>
            </a:pPr>
            <a:r>
              <a:rPr lang="zh-CN" altLang="en-US" dirty="0">
                <a:solidFill>
                  <a:schemeClr val="tx1">
                    <a:lumMod val="65000"/>
                    <a:lumOff val="35000"/>
                  </a:schemeClr>
                </a:solidFill>
              </a:rPr>
              <a:t>添加内容添加内容</a:t>
            </a:r>
            <a:endParaRPr lang="en-US" altLang="zh-CN" dirty="0">
              <a:solidFill>
                <a:schemeClr val="tx1">
                  <a:lumMod val="65000"/>
                  <a:lumOff val="35000"/>
                </a:schemeClr>
              </a:solidFill>
            </a:endParaRPr>
          </a:p>
          <a:p>
            <a:pPr>
              <a:lnSpc>
                <a:spcPct val="120000"/>
              </a:lnSpc>
            </a:pPr>
            <a:r>
              <a:rPr lang="zh-CN" altLang="en-US" dirty="0">
                <a:solidFill>
                  <a:schemeClr val="tx1">
                    <a:lumMod val="65000"/>
                    <a:lumOff val="35000"/>
                  </a:schemeClr>
                </a:solidFill>
              </a:rPr>
              <a:t>添加内容添加内容添加内容</a:t>
            </a:r>
          </a:p>
        </p:txBody>
      </p:sp>
      <p:sp>
        <p:nvSpPr>
          <p:cNvPr id="179" name="矩形 178"/>
          <p:cNvSpPr/>
          <p:nvPr/>
        </p:nvSpPr>
        <p:spPr>
          <a:xfrm>
            <a:off x="854389" y="3822080"/>
            <a:ext cx="3182656" cy="757130"/>
          </a:xfrm>
          <a:prstGeom prst="rect">
            <a:avLst/>
          </a:prstGeom>
        </p:spPr>
        <p:txBody>
          <a:bodyPr wrap="square">
            <a:spAutoFit/>
          </a:bodyPr>
          <a:lstStyle/>
          <a:p>
            <a:pPr>
              <a:lnSpc>
                <a:spcPct val="120000"/>
              </a:lnSpc>
            </a:pPr>
            <a:r>
              <a:rPr lang="zh-CN" altLang="en-US" dirty="0">
                <a:solidFill>
                  <a:schemeClr val="tx1">
                    <a:lumMod val="65000"/>
                    <a:lumOff val="35000"/>
                  </a:schemeClr>
                </a:solidFill>
              </a:rPr>
              <a:t>添加内容添加内容</a:t>
            </a:r>
            <a:endParaRPr lang="en-US" altLang="zh-CN" dirty="0">
              <a:solidFill>
                <a:schemeClr val="tx1">
                  <a:lumMod val="65000"/>
                  <a:lumOff val="35000"/>
                </a:schemeClr>
              </a:solidFill>
            </a:endParaRPr>
          </a:p>
          <a:p>
            <a:pPr>
              <a:lnSpc>
                <a:spcPct val="120000"/>
              </a:lnSpc>
            </a:pPr>
            <a:r>
              <a:rPr lang="zh-CN" altLang="en-US" dirty="0">
                <a:solidFill>
                  <a:schemeClr val="tx1">
                    <a:lumMod val="65000"/>
                    <a:lumOff val="35000"/>
                  </a:schemeClr>
                </a:solidFill>
              </a:rPr>
              <a:t>添加内容添加内容添加内容</a:t>
            </a:r>
          </a:p>
        </p:txBody>
      </p:sp>
      <p:sp>
        <p:nvSpPr>
          <p:cNvPr id="40"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三项并列</a:t>
            </a:r>
            <a:endParaRPr lang="zh-CN" altLang="zh-CN" sz="2800" b="1" dirty="0">
              <a:solidFill>
                <a:schemeClr val="tx1">
                  <a:lumMod val="65000"/>
                  <a:lumOff val="35000"/>
                </a:schemeClr>
              </a:solidFill>
            </a:endParaRPr>
          </a:p>
        </p:txBody>
      </p:sp>
      <p:sp>
        <p:nvSpPr>
          <p:cNvPr id="41" name="Freeform 5"/>
          <p:cNvSpPr>
            <a:spLocks/>
          </p:cNvSpPr>
          <p:nvPr/>
        </p:nvSpPr>
        <p:spPr bwMode="auto">
          <a:xfrm>
            <a:off x="3843573" y="2461070"/>
            <a:ext cx="4504854" cy="888025"/>
          </a:xfrm>
          <a:custGeom>
            <a:avLst/>
            <a:gdLst>
              <a:gd name="T0" fmla="*/ 3967 w 3967"/>
              <a:gd name="T1" fmla="*/ 392 h 782"/>
              <a:gd name="T2" fmla="*/ 3762 w 3967"/>
              <a:gd name="T3" fmla="*/ 185 h 782"/>
              <a:gd name="T4" fmla="*/ 3762 w 3967"/>
              <a:gd name="T5" fmla="*/ 273 h 782"/>
              <a:gd name="T6" fmla="*/ 3555 w 3967"/>
              <a:gd name="T7" fmla="*/ 273 h 782"/>
              <a:gd name="T8" fmla="*/ 3555 w 3967"/>
              <a:gd name="T9" fmla="*/ 0 h 782"/>
              <a:gd name="T10" fmla="*/ 0 w 3967"/>
              <a:gd name="T11" fmla="*/ 0 h 782"/>
              <a:gd name="T12" fmla="*/ 269 w 3967"/>
              <a:gd name="T13" fmla="*/ 392 h 782"/>
              <a:gd name="T14" fmla="*/ 0 w 3967"/>
              <a:gd name="T15" fmla="*/ 782 h 782"/>
              <a:gd name="T16" fmla="*/ 3555 w 3967"/>
              <a:gd name="T17" fmla="*/ 782 h 782"/>
              <a:gd name="T18" fmla="*/ 3555 w 3967"/>
              <a:gd name="T19" fmla="*/ 509 h 782"/>
              <a:gd name="T20" fmla="*/ 3762 w 3967"/>
              <a:gd name="T21" fmla="*/ 509 h 782"/>
              <a:gd name="T22" fmla="*/ 3762 w 3967"/>
              <a:gd name="T23" fmla="*/ 597 h 782"/>
              <a:gd name="T24" fmla="*/ 3967 w 3967"/>
              <a:gd name="T25" fmla="*/ 392 h 7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67" h="782">
                <a:moveTo>
                  <a:pt x="3967" y="392"/>
                </a:moveTo>
                <a:lnTo>
                  <a:pt x="3762" y="185"/>
                </a:lnTo>
                <a:lnTo>
                  <a:pt x="3762" y="273"/>
                </a:lnTo>
                <a:lnTo>
                  <a:pt x="3555" y="273"/>
                </a:lnTo>
                <a:lnTo>
                  <a:pt x="3555" y="0"/>
                </a:lnTo>
                <a:lnTo>
                  <a:pt x="0" y="0"/>
                </a:lnTo>
                <a:lnTo>
                  <a:pt x="269" y="392"/>
                </a:lnTo>
                <a:lnTo>
                  <a:pt x="0" y="782"/>
                </a:lnTo>
                <a:lnTo>
                  <a:pt x="3555" y="782"/>
                </a:lnTo>
                <a:lnTo>
                  <a:pt x="3555" y="509"/>
                </a:lnTo>
                <a:lnTo>
                  <a:pt x="3762" y="509"/>
                </a:lnTo>
                <a:lnTo>
                  <a:pt x="3762" y="597"/>
                </a:lnTo>
                <a:lnTo>
                  <a:pt x="3967" y="392"/>
                </a:lnTo>
                <a:close/>
              </a:path>
            </a:pathLst>
          </a:custGeom>
          <a:solidFill>
            <a:srgbClr val="F873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 name="Freeform 11"/>
          <p:cNvSpPr>
            <a:spLocks/>
          </p:cNvSpPr>
          <p:nvPr/>
        </p:nvSpPr>
        <p:spPr bwMode="auto">
          <a:xfrm>
            <a:off x="4913292" y="2459696"/>
            <a:ext cx="861906" cy="1171921"/>
          </a:xfrm>
          <a:custGeom>
            <a:avLst/>
            <a:gdLst>
              <a:gd name="T0" fmla="*/ 0 w 759"/>
              <a:gd name="T1" fmla="*/ 1032 h 1032"/>
              <a:gd name="T2" fmla="*/ 759 w 759"/>
              <a:gd name="T3" fmla="*/ 784 h 1032"/>
              <a:gd name="T4" fmla="*/ 759 w 759"/>
              <a:gd name="T5" fmla="*/ 0 h 1032"/>
              <a:gd name="T6" fmla="*/ 0 w 759"/>
              <a:gd name="T7" fmla="*/ 247 h 1032"/>
              <a:gd name="T8" fmla="*/ 0 w 759"/>
              <a:gd name="T9" fmla="*/ 1032 h 1032"/>
            </a:gdLst>
            <a:ahLst/>
            <a:cxnLst>
              <a:cxn ang="0">
                <a:pos x="T0" y="T1"/>
              </a:cxn>
              <a:cxn ang="0">
                <a:pos x="T2" y="T3"/>
              </a:cxn>
              <a:cxn ang="0">
                <a:pos x="T4" y="T5"/>
              </a:cxn>
              <a:cxn ang="0">
                <a:pos x="T6" y="T7"/>
              </a:cxn>
              <a:cxn ang="0">
                <a:pos x="T8" y="T9"/>
              </a:cxn>
            </a:cxnLst>
            <a:rect l="0" t="0" r="r" b="b"/>
            <a:pathLst>
              <a:path w="759" h="1032">
                <a:moveTo>
                  <a:pt x="0" y="1032"/>
                </a:moveTo>
                <a:lnTo>
                  <a:pt x="759" y="784"/>
                </a:lnTo>
                <a:lnTo>
                  <a:pt x="759" y="0"/>
                </a:lnTo>
                <a:lnTo>
                  <a:pt x="0" y="247"/>
                </a:lnTo>
                <a:lnTo>
                  <a:pt x="0" y="1032"/>
                </a:lnTo>
                <a:close/>
              </a:path>
            </a:pathLst>
          </a:custGeom>
          <a:solidFill>
            <a:srgbClr val="F87314"/>
          </a:solidFill>
          <a:ln w="9525">
            <a:noFill/>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43" name="Freeform 15"/>
          <p:cNvSpPr>
            <a:spLocks/>
          </p:cNvSpPr>
          <p:nvPr/>
        </p:nvSpPr>
        <p:spPr bwMode="auto">
          <a:xfrm>
            <a:off x="4384110" y="2463341"/>
            <a:ext cx="531452" cy="1171921"/>
          </a:xfrm>
          <a:custGeom>
            <a:avLst/>
            <a:gdLst>
              <a:gd name="T0" fmla="*/ 468 w 468"/>
              <a:gd name="T1" fmla="*/ 1032 h 1032"/>
              <a:gd name="T2" fmla="*/ 0 w 468"/>
              <a:gd name="T3" fmla="*/ 782 h 1032"/>
              <a:gd name="T4" fmla="*/ 2 w 468"/>
              <a:gd name="T5" fmla="*/ 0 h 1032"/>
              <a:gd name="T6" fmla="*/ 468 w 468"/>
              <a:gd name="T7" fmla="*/ 247 h 1032"/>
              <a:gd name="T8" fmla="*/ 468 w 468"/>
              <a:gd name="T9" fmla="*/ 1032 h 1032"/>
            </a:gdLst>
            <a:ahLst/>
            <a:cxnLst>
              <a:cxn ang="0">
                <a:pos x="T0" y="T1"/>
              </a:cxn>
              <a:cxn ang="0">
                <a:pos x="T2" y="T3"/>
              </a:cxn>
              <a:cxn ang="0">
                <a:pos x="T4" y="T5"/>
              </a:cxn>
              <a:cxn ang="0">
                <a:pos x="T6" y="T7"/>
              </a:cxn>
              <a:cxn ang="0">
                <a:pos x="T8" y="T9"/>
              </a:cxn>
            </a:cxnLst>
            <a:rect l="0" t="0" r="r" b="b"/>
            <a:pathLst>
              <a:path w="468" h="1032">
                <a:moveTo>
                  <a:pt x="468" y="1032"/>
                </a:moveTo>
                <a:lnTo>
                  <a:pt x="0" y="782"/>
                </a:lnTo>
                <a:lnTo>
                  <a:pt x="2" y="0"/>
                </a:lnTo>
                <a:lnTo>
                  <a:pt x="468" y="247"/>
                </a:lnTo>
                <a:lnTo>
                  <a:pt x="468" y="1032"/>
                </a:lnTo>
                <a:close/>
              </a:path>
            </a:pathLst>
          </a:custGeom>
          <a:solidFill>
            <a:srgbClr val="D45906"/>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4" name="Freeform 31"/>
          <p:cNvSpPr>
            <a:spLocks/>
          </p:cNvSpPr>
          <p:nvPr/>
        </p:nvSpPr>
        <p:spPr bwMode="auto">
          <a:xfrm>
            <a:off x="3843573" y="3770395"/>
            <a:ext cx="4504854" cy="891431"/>
          </a:xfrm>
          <a:custGeom>
            <a:avLst/>
            <a:gdLst>
              <a:gd name="T0" fmla="*/ 0 w 3967"/>
              <a:gd name="T1" fmla="*/ 392 h 785"/>
              <a:gd name="T2" fmla="*/ 207 w 3967"/>
              <a:gd name="T3" fmla="*/ 187 h 785"/>
              <a:gd name="T4" fmla="*/ 207 w 3967"/>
              <a:gd name="T5" fmla="*/ 275 h 785"/>
              <a:gd name="T6" fmla="*/ 414 w 3967"/>
              <a:gd name="T7" fmla="*/ 275 h 785"/>
              <a:gd name="T8" fmla="*/ 414 w 3967"/>
              <a:gd name="T9" fmla="*/ 0 h 785"/>
              <a:gd name="T10" fmla="*/ 3967 w 3967"/>
              <a:gd name="T11" fmla="*/ 0 h 785"/>
              <a:gd name="T12" fmla="*/ 3700 w 3967"/>
              <a:gd name="T13" fmla="*/ 392 h 785"/>
              <a:gd name="T14" fmla="*/ 3967 w 3967"/>
              <a:gd name="T15" fmla="*/ 785 h 785"/>
              <a:gd name="T16" fmla="*/ 414 w 3967"/>
              <a:gd name="T17" fmla="*/ 785 h 785"/>
              <a:gd name="T18" fmla="*/ 414 w 3967"/>
              <a:gd name="T19" fmla="*/ 509 h 785"/>
              <a:gd name="T20" fmla="*/ 207 w 3967"/>
              <a:gd name="T21" fmla="*/ 509 h 785"/>
              <a:gd name="T22" fmla="*/ 207 w 3967"/>
              <a:gd name="T23" fmla="*/ 599 h 785"/>
              <a:gd name="T24" fmla="*/ 0 w 3967"/>
              <a:gd name="T25" fmla="*/ 392 h 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67" h="785">
                <a:moveTo>
                  <a:pt x="0" y="392"/>
                </a:moveTo>
                <a:lnTo>
                  <a:pt x="207" y="187"/>
                </a:lnTo>
                <a:lnTo>
                  <a:pt x="207" y="275"/>
                </a:lnTo>
                <a:lnTo>
                  <a:pt x="414" y="275"/>
                </a:lnTo>
                <a:lnTo>
                  <a:pt x="414" y="0"/>
                </a:lnTo>
                <a:lnTo>
                  <a:pt x="3967" y="0"/>
                </a:lnTo>
                <a:lnTo>
                  <a:pt x="3700" y="392"/>
                </a:lnTo>
                <a:lnTo>
                  <a:pt x="3967" y="785"/>
                </a:lnTo>
                <a:lnTo>
                  <a:pt x="414" y="785"/>
                </a:lnTo>
                <a:lnTo>
                  <a:pt x="414" y="509"/>
                </a:lnTo>
                <a:lnTo>
                  <a:pt x="207" y="509"/>
                </a:lnTo>
                <a:lnTo>
                  <a:pt x="207" y="599"/>
                </a:lnTo>
                <a:lnTo>
                  <a:pt x="0" y="392"/>
                </a:lnTo>
                <a:close/>
              </a:path>
            </a:pathLst>
          </a:custGeom>
          <a:solidFill>
            <a:srgbClr val="2B8CBB"/>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5" name="矩形 44"/>
          <p:cNvSpPr/>
          <p:nvPr/>
        </p:nvSpPr>
        <p:spPr>
          <a:xfrm flipH="1">
            <a:off x="6104392" y="3768124"/>
            <a:ext cx="309570" cy="893703"/>
          </a:xfrm>
          <a:prstGeom prst="rect">
            <a:avLst/>
          </a:prstGeom>
          <a:gradFill>
            <a:gsLst>
              <a:gs pos="0">
                <a:schemeClr val="tx1">
                  <a:lumMod val="95000"/>
                  <a:lumOff val="5000"/>
                  <a:alpha val="30000"/>
                </a:schemeClr>
              </a:gs>
              <a:gs pos="100000">
                <a:schemeClr val="tx1">
                  <a:lumMod val="95000"/>
                  <a:lumOff val="5000"/>
                  <a:alpha val="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6" name="Freeform 17"/>
          <p:cNvSpPr>
            <a:spLocks/>
          </p:cNvSpPr>
          <p:nvPr/>
        </p:nvSpPr>
        <p:spPr bwMode="auto">
          <a:xfrm>
            <a:off x="3843573" y="5074043"/>
            <a:ext cx="4504854" cy="888025"/>
          </a:xfrm>
          <a:custGeom>
            <a:avLst/>
            <a:gdLst>
              <a:gd name="T0" fmla="*/ 3967 w 3967"/>
              <a:gd name="T1" fmla="*/ 390 h 782"/>
              <a:gd name="T2" fmla="*/ 3762 w 3967"/>
              <a:gd name="T3" fmla="*/ 185 h 782"/>
              <a:gd name="T4" fmla="*/ 3762 w 3967"/>
              <a:gd name="T5" fmla="*/ 273 h 782"/>
              <a:gd name="T6" fmla="*/ 3555 w 3967"/>
              <a:gd name="T7" fmla="*/ 273 h 782"/>
              <a:gd name="T8" fmla="*/ 3555 w 3967"/>
              <a:gd name="T9" fmla="*/ 0 h 782"/>
              <a:gd name="T10" fmla="*/ 0 w 3967"/>
              <a:gd name="T11" fmla="*/ 0 h 782"/>
              <a:gd name="T12" fmla="*/ 269 w 3967"/>
              <a:gd name="T13" fmla="*/ 390 h 782"/>
              <a:gd name="T14" fmla="*/ 0 w 3967"/>
              <a:gd name="T15" fmla="*/ 782 h 782"/>
              <a:gd name="T16" fmla="*/ 3555 w 3967"/>
              <a:gd name="T17" fmla="*/ 782 h 782"/>
              <a:gd name="T18" fmla="*/ 3555 w 3967"/>
              <a:gd name="T19" fmla="*/ 509 h 782"/>
              <a:gd name="T20" fmla="*/ 3762 w 3967"/>
              <a:gd name="T21" fmla="*/ 509 h 782"/>
              <a:gd name="T22" fmla="*/ 3762 w 3967"/>
              <a:gd name="T23" fmla="*/ 597 h 782"/>
              <a:gd name="T24" fmla="*/ 3967 w 3967"/>
              <a:gd name="T25" fmla="*/ 390 h 7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67" h="782">
                <a:moveTo>
                  <a:pt x="3967" y="390"/>
                </a:moveTo>
                <a:lnTo>
                  <a:pt x="3762" y="185"/>
                </a:lnTo>
                <a:lnTo>
                  <a:pt x="3762" y="273"/>
                </a:lnTo>
                <a:lnTo>
                  <a:pt x="3555" y="273"/>
                </a:lnTo>
                <a:lnTo>
                  <a:pt x="3555" y="0"/>
                </a:lnTo>
                <a:lnTo>
                  <a:pt x="0" y="0"/>
                </a:lnTo>
                <a:lnTo>
                  <a:pt x="269" y="390"/>
                </a:lnTo>
                <a:lnTo>
                  <a:pt x="0" y="782"/>
                </a:lnTo>
                <a:lnTo>
                  <a:pt x="3555" y="782"/>
                </a:lnTo>
                <a:lnTo>
                  <a:pt x="3555" y="509"/>
                </a:lnTo>
                <a:lnTo>
                  <a:pt x="3762" y="509"/>
                </a:lnTo>
                <a:lnTo>
                  <a:pt x="3762" y="597"/>
                </a:lnTo>
                <a:lnTo>
                  <a:pt x="3967" y="390"/>
                </a:lnTo>
                <a:close/>
              </a:path>
            </a:pathLst>
          </a:custGeom>
          <a:solidFill>
            <a:srgbClr val="82AB27"/>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7" name="Freeform 21"/>
          <p:cNvSpPr>
            <a:spLocks/>
          </p:cNvSpPr>
          <p:nvPr/>
        </p:nvSpPr>
        <p:spPr bwMode="auto">
          <a:xfrm>
            <a:off x="4386381" y="4832165"/>
            <a:ext cx="1391088" cy="525774"/>
          </a:xfrm>
          <a:custGeom>
            <a:avLst/>
            <a:gdLst>
              <a:gd name="T0" fmla="*/ 667 w 1225"/>
              <a:gd name="T1" fmla="*/ 0 h 463"/>
              <a:gd name="T2" fmla="*/ 1225 w 1225"/>
              <a:gd name="T3" fmla="*/ 215 h 463"/>
              <a:gd name="T4" fmla="*/ 466 w 1225"/>
              <a:gd name="T5" fmla="*/ 463 h 463"/>
              <a:gd name="T6" fmla="*/ 0 w 1225"/>
              <a:gd name="T7" fmla="*/ 215 h 463"/>
              <a:gd name="T8" fmla="*/ 667 w 1225"/>
              <a:gd name="T9" fmla="*/ 0 h 463"/>
            </a:gdLst>
            <a:ahLst/>
            <a:cxnLst>
              <a:cxn ang="0">
                <a:pos x="T0" y="T1"/>
              </a:cxn>
              <a:cxn ang="0">
                <a:pos x="T2" y="T3"/>
              </a:cxn>
              <a:cxn ang="0">
                <a:pos x="T4" y="T5"/>
              </a:cxn>
              <a:cxn ang="0">
                <a:pos x="T6" y="T7"/>
              </a:cxn>
              <a:cxn ang="0">
                <a:pos x="T8" y="T9"/>
              </a:cxn>
            </a:cxnLst>
            <a:rect l="0" t="0" r="r" b="b"/>
            <a:pathLst>
              <a:path w="1225" h="463">
                <a:moveTo>
                  <a:pt x="667" y="0"/>
                </a:moveTo>
                <a:lnTo>
                  <a:pt x="1225" y="215"/>
                </a:lnTo>
                <a:lnTo>
                  <a:pt x="466" y="463"/>
                </a:lnTo>
                <a:lnTo>
                  <a:pt x="0" y="215"/>
                </a:lnTo>
                <a:lnTo>
                  <a:pt x="667" y="0"/>
                </a:lnTo>
                <a:close/>
              </a:path>
            </a:pathLst>
          </a:custGeom>
          <a:solidFill>
            <a:srgbClr val="B9DB4D"/>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 name="Freeform 25"/>
          <p:cNvSpPr>
            <a:spLocks/>
          </p:cNvSpPr>
          <p:nvPr/>
        </p:nvSpPr>
        <p:spPr bwMode="auto">
          <a:xfrm>
            <a:off x="4915563" y="5076315"/>
            <a:ext cx="861906" cy="1169649"/>
          </a:xfrm>
          <a:custGeom>
            <a:avLst/>
            <a:gdLst>
              <a:gd name="T0" fmla="*/ 0 w 759"/>
              <a:gd name="T1" fmla="*/ 1030 h 1030"/>
              <a:gd name="T2" fmla="*/ 759 w 759"/>
              <a:gd name="T3" fmla="*/ 782 h 1030"/>
              <a:gd name="T4" fmla="*/ 759 w 759"/>
              <a:gd name="T5" fmla="*/ 0 h 1030"/>
              <a:gd name="T6" fmla="*/ 0 w 759"/>
              <a:gd name="T7" fmla="*/ 248 h 1030"/>
              <a:gd name="T8" fmla="*/ 0 w 759"/>
              <a:gd name="T9" fmla="*/ 1030 h 1030"/>
            </a:gdLst>
            <a:ahLst/>
            <a:cxnLst>
              <a:cxn ang="0">
                <a:pos x="T0" y="T1"/>
              </a:cxn>
              <a:cxn ang="0">
                <a:pos x="T2" y="T3"/>
              </a:cxn>
              <a:cxn ang="0">
                <a:pos x="T4" y="T5"/>
              </a:cxn>
              <a:cxn ang="0">
                <a:pos x="T6" y="T7"/>
              </a:cxn>
              <a:cxn ang="0">
                <a:pos x="T8" y="T9"/>
              </a:cxn>
            </a:cxnLst>
            <a:rect l="0" t="0" r="r" b="b"/>
            <a:pathLst>
              <a:path w="759" h="1030">
                <a:moveTo>
                  <a:pt x="0" y="1030"/>
                </a:moveTo>
                <a:lnTo>
                  <a:pt x="759" y="782"/>
                </a:lnTo>
                <a:lnTo>
                  <a:pt x="759" y="0"/>
                </a:lnTo>
                <a:lnTo>
                  <a:pt x="0" y="248"/>
                </a:lnTo>
                <a:lnTo>
                  <a:pt x="0" y="1030"/>
                </a:lnTo>
                <a:close/>
              </a:path>
            </a:pathLst>
          </a:custGeom>
          <a:solidFill>
            <a:srgbClr val="8CB823"/>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9" name="Freeform 29"/>
          <p:cNvSpPr>
            <a:spLocks/>
          </p:cNvSpPr>
          <p:nvPr/>
        </p:nvSpPr>
        <p:spPr bwMode="auto">
          <a:xfrm>
            <a:off x="4384110" y="5076315"/>
            <a:ext cx="531452" cy="1169649"/>
          </a:xfrm>
          <a:custGeom>
            <a:avLst/>
            <a:gdLst>
              <a:gd name="T0" fmla="*/ 468 w 468"/>
              <a:gd name="T1" fmla="*/ 1030 h 1030"/>
              <a:gd name="T2" fmla="*/ 0 w 468"/>
              <a:gd name="T3" fmla="*/ 782 h 1030"/>
              <a:gd name="T4" fmla="*/ 2 w 468"/>
              <a:gd name="T5" fmla="*/ 0 h 1030"/>
              <a:gd name="T6" fmla="*/ 468 w 468"/>
              <a:gd name="T7" fmla="*/ 248 h 1030"/>
              <a:gd name="T8" fmla="*/ 468 w 468"/>
              <a:gd name="T9" fmla="*/ 1030 h 1030"/>
            </a:gdLst>
            <a:ahLst/>
            <a:cxnLst>
              <a:cxn ang="0">
                <a:pos x="T0" y="T1"/>
              </a:cxn>
              <a:cxn ang="0">
                <a:pos x="T2" y="T3"/>
              </a:cxn>
              <a:cxn ang="0">
                <a:pos x="T4" y="T5"/>
              </a:cxn>
              <a:cxn ang="0">
                <a:pos x="T6" y="T7"/>
              </a:cxn>
              <a:cxn ang="0">
                <a:pos x="T8" y="T9"/>
              </a:cxn>
            </a:cxnLst>
            <a:rect l="0" t="0" r="r" b="b"/>
            <a:pathLst>
              <a:path w="468" h="1030">
                <a:moveTo>
                  <a:pt x="468" y="1030"/>
                </a:moveTo>
                <a:lnTo>
                  <a:pt x="0" y="782"/>
                </a:lnTo>
                <a:lnTo>
                  <a:pt x="2" y="0"/>
                </a:lnTo>
                <a:lnTo>
                  <a:pt x="468" y="248"/>
                </a:lnTo>
                <a:lnTo>
                  <a:pt x="468" y="1030"/>
                </a:lnTo>
                <a:close/>
              </a:path>
            </a:pathLst>
          </a:custGeom>
          <a:solidFill>
            <a:srgbClr val="567532"/>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0" name="Freeform 35"/>
          <p:cNvSpPr>
            <a:spLocks/>
          </p:cNvSpPr>
          <p:nvPr/>
        </p:nvSpPr>
        <p:spPr bwMode="auto">
          <a:xfrm>
            <a:off x="6415666" y="3528517"/>
            <a:ext cx="1392224" cy="528045"/>
          </a:xfrm>
          <a:custGeom>
            <a:avLst/>
            <a:gdLst>
              <a:gd name="T0" fmla="*/ 559 w 1226"/>
              <a:gd name="T1" fmla="*/ 0 h 465"/>
              <a:gd name="T2" fmla="*/ 0 w 1226"/>
              <a:gd name="T3" fmla="*/ 217 h 465"/>
              <a:gd name="T4" fmla="*/ 760 w 1226"/>
              <a:gd name="T5" fmla="*/ 465 h 465"/>
              <a:gd name="T6" fmla="*/ 1226 w 1226"/>
              <a:gd name="T7" fmla="*/ 215 h 465"/>
              <a:gd name="T8" fmla="*/ 559 w 1226"/>
              <a:gd name="T9" fmla="*/ 0 h 465"/>
            </a:gdLst>
            <a:ahLst/>
            <a:cxnLst>
              <a:cxn ang="0">
                <a:pos x="T0" y="T1"/>
              </a:cxn>
              <a:cxn ang="0">
                <a:pos x="T2" y="T3"/>
              </a:cxn>
              <a:cxn ang="0">
                <a:pos x="T4" y="T5"/>
              </a:cxn>
              <a:cxn ang="0">
                <a:pos x="T6" y="T7"/>
              </a:cxn>
              <a:cxn ang="0">
                <a:pos x="T8" y="T9"/>
              </a:cxn>
            </a:cxnLst>
            <a:rect l="0" t="0" r="r" b="b"/>
            <a:pathLst>
              <a:path w="1226" h="465">
                <a:moveTo>
                  <a:pt x="559" y="0"/>
                </a:moveTo>
                <a:lnTo>
                  <a:pt x="0" y="217"/>
                </a:lnTo>
                <a:lnTo>
                  <a:pt x="760" y="465"/>
                </a:lnTo>
                <a:lnTo>
                  <a:pt x="1226" y="215"/>
                </a:lnTo>
                <a:lnTo>
                  <a:pt x="559" y="0"/>
                </a:lnTo>
                <a:close/>
              </a:path>
            </a:pathLst>
          </a:custGeom>
          <a:solidFill>
            <a:srgbClr val="33B1FF"/>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 name="Freeform 39"/>
          <p:cNvSpPr>
            <a:spLocks/>
          </p:cNvSpPr>
          <p:nvPr/>
        </p:nvSpPr>
        <p:spPr bwMode="auto">
          <a:xfrm>
            <a:off x="6415666" y="3774938"/>
            <a:ext cx="863042" cy="1169649"/>
          </a:xfrm>
          <a:custGeom>
            <a:avLst/>
            <a:gdLst>
              <a:gd name="T0" fmla="*/ 760 w 760"/>
              <a:gd name="T1" fmla="*/ 1030 h 1030"/>
              <a:gd name="T2" fmla="*/ 0 w 760"/>
              <a:gd name="T3" fmla="*/ 783 h 1030"/>
              <a:gd name="T4" fmla="*/ 0 w 760"/>
              <a:gd name="T5" fmla="*/ 0 h 1030"/>
              <a:gd name="T6" fmla="*/ 760 w 760"/>
              <a:gd name="T7" fmla="*/ 248 h 1030"/>
              <a:gd name="T8" fmla="*/ 760 w 760"/>
              <a:gd name="T9" fmla="*/ 1030 h 1030"/>
            </a:gdLst>
            <a:ahLst/>
            <a:cxnLst>
              <a:cxn ang="0">
                <a:pos x="T0" y="T1"/>
              </a:cxn>
              <a:cxn ang="0">
                <a:pos x="T2" y="T3"/>
              </a:cxn>
              <a:cxn ang="0">
                <a:pos x="T4" y="T5"/>
              </a:cxn>
              <a:cxn ang="0">
                <a:pos x="T6" y="T7"/>
              </a:cxn>
              <a:cxn ang="0">
                <a:pos x="T8" y="T9"/>
              </a:cxn>
            </a:cxnLst>
            <a:rect l="0" t="0" r="r" b="b"/>
            <a:pathLst>
              <a:path w="760" h="1030">
                <a:moveTo>
                  <a:pt x="760" y="1030"/>
                </a:moveTo>
                <a:lnTo>
                  <a:pt x="0" y="783"/>
                </a:lnTo>
                <a:lnTo>
                  <a:pt x="0" y="0"/>
                </a:lnTo>
                <a:lnTo>
                  <a:pt x="760" y="248"/>
                </a:lnTo>
                <a:lnTo>
                  <a:pt x="760" y="1030"/>
                </a:lnTo>
                <a:close/>
              </a:path>
            </a:pathLst>
          </a:custGeom>
          <a:solidFill>
            <a:srgbClr val="1189AC"/>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2" name="Freeform 43"/>
          <p:cNvSpPr>
            <a:spLocks/>
          </p:cNvSpPr>
          <p:nvPr/>
        </p:nvSpPr>
        <p:spPr bwMode="auto">
          <a:xfrm>
            <a:off x="7278709" y="3772666"/>
            <a:ext cx="531452" cy="1171921"/>
          </a:xfrm>
          <a:custGeom>
            <a:avLst/>
            <a:gdLst>
              <a:gd name="T0" fmla="*/ 0 w 468"/>
              <a:gd name="T1" fmla="*/ 1032 h 1032"/>
              <a:gd name="T2" fmla="*/ 468 w 468"/>
              <a:gd name="T3" fmla="*/ 785 h 1032"/>
              <a:gd name="T4" fmla="*/ 466 w 468"/>
              <a:gd name="T5" fmla="*/ 0 h 1032"/>
              <a:gd name="T6" fmla="*/ 0 w 468"/>
              <a:gd name="T7" fmla="*/ 250 h 1032"/>
              <a:gd name="T8" fmla="*/ 0 w 468"/>
              <a:gd name="T9" fmla="*/ 1032 h 1032"/>
            </a:gdLst>
            <a:ahLst/>
            <a:cxnLst>
              <a:cxn ang="0">
                <a:pos x="T0" y="T1"/>
              </a:cxn>
              <a:cxn ang="0">
                <a:pos x="T2" y="T3"/>
              </a:cxn>
              <a:cxn ang="0">
                <a:pos x="T4" y="T5"/>
              </a:cxn>
              <a:cxn ang="0">
                <a:pos x="T6" y="T7"/>
              </a:cxn>
              <a:cxn ang="0">
                <a:pos x="T8" y="T9"/>
              </a:cxn>
            </a:cxnLst>
            <a:rect l="0" t="0" r="r" b="b"/>
            <a:pathLst>
              <a:path w="468" h="1032">
                <a:moveTo>
                  <a:pt x="0" y="1032"/>
                </a:moveTo>
                <a:lnTo>
                  <a:pt x="468" y="785"/>
                </a:lnTo>
                <a:lnTo>
                  <a:pt x="466" y="0"/>
                </a:lnTo>
                <a:lnTo>
                  <a:pt x="0" y="250"/>
                </a:lnTo>
                <a:lnTo>
                  <a:pt x="0" y="1032"/>
                </a:lnTo>
                <a:close/>
              </a:path>
            </a:pathLst>
          </a:custGeom>
          <a:solidFill>
            <a:srgbClr val="155D75"/>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3" name="Freeform 12"/>
          <p:cNvSpPr>
            <a:spLocks/>
          </p:cNvSpPr>
          <p:nvPr/>
        </p:nvSpPr>
        <p:spPr bwMode="auto">
          <a:xfrm>
            <a:off x="4915563" y="2463341"/>
            <a:ext cx="861906" cy="1171921"/>
          </a:xfrm>
          <a:custGeom>
            <a:avLst/>
            <a:gdLst>
              <a:gd name="T0" fmla="*/ 0 w 759"/>
              <a:gd name="T1" fmla="*/ 1032 h 1032"/>
              <a:gd name="T2" fmla="*/ 759 w 759"/>
              <a:gd name="T3" fmla="*/ 784 h 1032"/>
              <a:gd name="T4" fmla="*/ 759 w 759"/>
              <a:gd name="T5" fmla="*/ 0 h 1032"/>
              <a:gd name="T6" fmla="*/ 0 w 759"/>
              <a:gd name="T7" fmla="*/ 247 h 1032"/>
              <a:gd name="T8" fmla="*/ 0 w 759"/>
              <a:gd name="T9" fmla="*/ 1032 h 1032"/>
            </a:gdLst>
            <a:ahLst/>
            <a:cxnLst>
              <a:cxn ang="0">
                <a:pos x="T0" y="T1"/>
              </a:cxn>
              <a:cxn ang="0">
                <a:pos x="T2" y="T3"/>
              </a:cxn>
              <a:cxn ang="0">
                <a:pos x="T4" y="T5"/>
              </a:cxn>
              <a:cxn ang="0">
                <a:pos x="T6" y="T7"/>
              </a:cxn>
              <a:cxn ang="0">
                <a:pos x="T8" y="T9"/>
              </a:cxn>
            </a:cxnLst>
            <a:rect l="0" t="0" r="r" b="b"/>
            <a:pathLst>
              <a:path w="759" h="1032">
                <a:moveTo>
                  <a:pt x="0" y="1032"/>
                </a:moveTo>
                <a:lnTo>
                  <a:pt x="759" y="784"/>
                </a:lnTo>
                <a:lnTo>
                  <a:pt x="759" y="0"/>
                </a:lnTo>
                <a:lnTo>
                  <a:pt x="0" y="247"/>
                </a:lnTo>
                <a:lnTo>
                  <a:pt x="0" y="103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14"/>
          <p:cNvSpPr>
            <a:spLocks/>
          </p:cNvSpPr>
          <p:nvPr/>
        </p:nvSpPr>
        <p:spPr bwMode="auto">
          <a:xfrm>
            <a:off x="4911020" y="2494569"/>
            <a:ext cx="870991" cy="1181005"/>
          </a:xfrm>
          <a:custGeom>
            <a:avLst/>
            <a:gdLst>
              <a:gd name="T0" fmla="*/ 4 w 767"/>
              <a:gd name="T1" fmla="*/ 1036 h 1040"/>
              <a:gd name="T2" fmla="*/ 6 w 767"/>
              <a:gd name="T3" fmla="*/ 1038 h 1040"/>
              <a:gd name="T4" fmla="*/ 767 w 767"/>
              <a:gd name="T5" fmla="*/ 790 h 1040"/>
              <a:gd name="T6" fmla="*/ 767 w 767"/>
              <a:gd name="T7" fmla="*/ 0 h 1040"/>
              <a:gd name="T8" fmla="*/ 0 w 767"/>
              <a:gd name="T9" fmla="*/ 249 h 1040"/>
              <a:gd name="T10" fmla="*/ 0 w 767"/>
              <a:gd name="T11" fmla="*/ 1040 h 1040"/>
              <a:gd name="T12" fmla="*/ 6 w 767"/>
              <a:gd name="T13" fmla="*/ 1038 h 1040"/>
              <a:gd name="T14" fmla="*/ 4 w 767"/>
              <a:gd name="T15" fmla="*/ 1036 h 1040"/>
              <a:gd name="T16" fmla="*/ 8 w 767"/>
              <a:gd name="T17" fmla="*/ 1036 h 1040"/>
              <a:gd name="T18" fmla="*/ 8 w 767"/>
              <a:gd name="T19" fmla="*/ 255 h 1040"/>
              <a:gd name="T20" fmla="*/ 760 w 767"/>
              <a:gd name="T21" fmla="*/ 9 h 1040"/>
              <a:gd name="T22" fmla="*/ 760 w 767"/>
              <a:gd name="T23" fmla="*/ 784 h 1040"/>
              <a:gd name="T24" fmla="*/ 4 w 767"/>
              <a:gd name="T25" fmla="*/ 1032 h 1040"/>
              <a:gd name="T26" fmla="*/ 4 w 767"/>
              <a:gd name="T27" fmla="*/ 1036 h 1040"/>
              <a:gd name="T28" fmla="*/ 8 w 767"/>
              <a:gd name="T29" fmla="*/ 1036 h 1040"/>
              <a:gd name="T30" fmla="*/ 4 w 767"/>
              <a:gd name="T31" fmla="*/ 1036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67" h="1040">
                <a:moveTo>
                  <a:pt x="4" y="1036"/>
                </a:moveTo>
                <a:lnTo>
                  <a:pt x="6" y="1038"/>
                </a:lnTo>
                <a:lnTo>
                  <a:pt x="767" y="790"/>
                </a:lnTo>
                <a:lnTo>
                  <a:pt x="767" y="0"/>
                </a:lnTo>
                <a:lnTo>
                  <a:pt x="0" y="249"/>
                </a:lnTo>
                <a:lnTo>
                  <a:pt x="0" y="1040"/>
                </a:lnTo>
                <a:lnTo>
                  <a:pt x="6" y="1038"/>
                </a:lnTo>
                <a:lnTo>
                  <a:pt x="4" y="1036"/>
                </a:lnTo>
                <a:lnTo>
                  <a:pt x="8" y="1036"/>
                </a:lnTo>
                <a:lnTo>
                  <a:pt x="8" y="255"/>
                </a:lnTo>
                <a:lnTo>
                  <a:pt x="760" y="9"/>
                </a:lnTo>
                <a:lnTo>
                  <a:pt x="760" y="784"/>
                </a:lnTo>
                <a:lnTo>
                  <a:pt x="4" y="1032"/>
                </a:lnTo>
                <a:lnTo>
                  <a:pt x="4" y="1036"/>
                </a:lnTo>
                <a:lnTo>
                  <a:pt x="8" y="1036"/>
                </a:lnTo>
                <a:lnTo>
                  <a:pt x="4" y="103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42"/>
          <p:cNvSpPr>
            <a:spLocks/>
          </p:cNvSpPr>
          <p:nvPr/>
        </p:nvSpPr>
        <p:spPr bwMode="auto">
          <a:xfrm>
            <a:off x="6412260" y="3768124"/>
            <a:ext cx="869856" cy="1183276"/>
          </a:xfrm>
          <a:custGeom>
            <a:avLst/>
            <a:gdLst>
              <a:gd name="T0" fmla="*/ 763 w 766"/>
              <a:gd name="T1" fmla="*/ 1036 h 1042"/>
              <a:gd name="T2" fmla="*/ 763 w 766"/>
              <a:gd name="T3" fmla="*/ 1033 h 1042"/>
              <a:gd name="T4" fmla="*/ 7 w 766"/>
              <a:gd name="T5" fmla="*/ 787 h 1042"/>
              <a:gd name="T6" fmla="*/ 7 w 766"/>
              <a:gd name="T7" fmla="*/ 12 h 1042"/>
              <a:gd name="T8" fmla="*/ 759 w 766"/>
              <a:gd name="T9" fmla="*/ 256 h 1042"/>
              <a:gd name="T10" fmla="*/ 759 w 766"/>
              <a:gd name="T11" fmla="*/ 1036 h 1042"/>
              <a:gd name="T12" fmla="*/ 763 w 766"/>
              <a:gd name="T13" fmla="*/ 1036 h 1042"/>
              <a:gd name="T14" fmla="*/ 763 w 766"/>
              <a:gd name="T15" fmla="*/ 1033 h 1042"/>
              <a:gd name="T16" fmla="*/ 763 w 766"/>
              <a:gd name="T17" fmla="*/ 1036 h 1042"/>
              <a:gd name="T18" fmla="*/ 766 w 766"/>
              <a:gd name="T19" fmla="*/ 1036 h 1042"/>
              <a:gd name="T20" fmla="*/ 766 w 766"/>
              <a:gd name="T21" fmla="*/ 250 h 1042"/>
              <a:gd name="T22" fmla="*/ 0 w 766"/>
              <a:gd name="T23" fmla="*/ 0 h 1042"/>
              <a:gd name="T24" fmla="*/ 0 w 766"/>
              <a:gd name="T25" fmla="*/ 793 h 1042"/>
              <a:gd name="T26" fmla="*/ 766 w 766"/>
              <a:gd name="T27" fmla="*/ 1042 h 1042"/>
              <a:gd name="T28" fmla="*/ 766 w 766"/>
              <a:gd name="T29" fmla="*/ 1036 h 1042"/>
              <a:gd name="T30" fmla="*/ 763 w 766"/>
              <a:gd name="T31" fmla="*/ 1036 h 1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66" h="1042">
                <a:moveTo>
                  <a:pt x="763" y="1036"/>
                </a:moveTo>
                <a:lnTo>
                  <a:pt x="763" y="1033"/>
                </a:lnTo>
                <a:lnTo>
                  <a:pt x="7" y="787"/>
                </a:lnTo>
                <a:lnTo>
                  <a:pt x="7" y="12"/>
                </a:lnTo>
                <a:lnTo>
                  <a:pt x="759" y="256"/>
                </a:lnTo>
                <a:lnTo>
                  <a:pt x="759" y="1036"/>
                </a:lnTo>
                <a:lnTo>
                  <a:pt x="763" y="1036"/>
                </a:lnTo>
                <a:lnTo>
                  <a:pt x="763" y="1033"/>
                </a:lnTo>
                <a:lnTo>
                  <a:pt x="763" y="1036"/>
                </a:lnTo>
                <a:lnTo>
                  <a:pt x="766" y="1036"/>
                </a:lnTo>
                <a:lnTo>
                  <a:pt x="766" y="250"/>
                </a:lnTo>
                <a:lnTo>
                  <a:pt x="0" y="0"/>
                </a:lnTo>
                <a:lnTo>
                  <a:pt x="0" y="793"/>
                </a:lnTo>
                <a:lnTo>
                  <a:pt x="766" y="1042"/>
                </a:lnTo>
                <a:lnTo>
                  <a:pt x="766" y="1036"/>
                </a:lnTo>
                <a:lnTo>
                  <a:pt x="763" y="103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56" name="组合 152"/>
          <p:cNvGrpSpPr/>
          <p:nvPr/>
        </p:nvGrpSpPr>
        <p:grpSpPr>
          <a:xfrm>
            <a:off x="5087128" y="2740211"/>
            <a:ext cx="544370" cy="556500"/>
            <a:chOff x="1954213" y="1625600"/>
            <a:chExt cx="569912" cy="582612"/>
          </a:xfrm>
        </p:grpSpPr>
        <p:sp>
          <p:nvSpPr>
            <p:cNvPr id="57" name="Freeform 45"/>
            <p:cNvSpPr>
              <a:spLocks noEditPoints="1"/>
            </p:cNvSpPr>
            <p:nvPr/>
          </p:nvSpPr>
          <p:spPr bwMode="auto">
            <a:xfrm>
              <a:off x="1954213" y="1755775"/>
              <a:ext cx="309562" cy="452437"/>
            </a:xfrm>
            <a:custGeom>
              <a:avLst/>
              <a:gdLst>
                <a:gd name="T0" fmla="*/ 38 w 100"/>
                <a:gd name="T1" fmla="*/ 131 h 146"/>
                <a:gd name="T2" fmla="*/ 25 w 100"/>
                <a:gd name="T3" fmla="*/ 127 h 146"/>
                <a:gd name="T4" fmla="*/ 17 w 100"/>
                <a:gd name="T5" fmla="*/ 118 h 146"/>
                <a:gd name="T6" fmla="*/ 15 w 100"/>
                <a:gd name="T7" fmla="*/ 106 h 146"/>
                <a:gd name="T8" fmla="*/ 15 w 100"/>
                <a:gd name="T9" fmla="*/ 63 h 146"/>
                <a:gd name="T10" fmla="*/ 25 w 100"/>
                <a:gd name="T11" fmla="*/ 36 h 146"/>
                <a:gd name="T12" fmla="*/ 48 w 100"/>
                <a:gd name="T13" fmla="*/ 18 h 146"/>
                <a:gd name="T14" fmla="*/ 59 w 100"/>
                <a:gd name="T15" fmla="*/ 16 h 146"/>
                <a:gd name="T16" fmla="*/ 59 w 100"/>
                <a:gd name="T17" fmla="*/ 16 h 146"/>
                <a:gd name="T18" fmla="*/ 72 w 100"/>
                <a:gd name="T19" fmla="*/ 20 h 146"/>
                <a:gd name="T20" fmla="*/ 80 w 100"/>
                <a:gd name="T21" fmla="*/ 29 h 146"/>
                <a:gd name="T22" fmla="*/ 83 w 100"/>
                <a:gd name="T23" fmla="*/ 41 h 146"/>
                <a:gd name="T24" fmla="*/ 81 w 100"/>
                <a:gd name="T25" fmla="*/ 41 h 146"/>
                <a:gd name="T26" fmla="*/ 81 w 100"/>
                <a:gd name="T27" fmla="*/ 41 h 146"/>
                <a:gd name="T28" fmla="*/ 83 w 100"/>
                <a:gd name="T29" fmla="*/ 41 h 146"/>
                <a:gd name="T30" fmla="*/ 83 w 100"/>
                <a:gd name="T31" fmla="*/ 84 h 146"/>
                <a:gd name="T32" fmla="*/ 73 w 100"/>
                <a:gd name="T33" fmla="*/ 111 h 146"/>
                <a:gd name="T34" fmla="*/ 49 w 100"/>
                <a:gd name="T35" fmla="*/ 129 h 146"/>
                <a:gd name="T36" fmla="*/ 38 w 100"/>
                <a:gd name="T37" fmla="*/ 131 h 146"/>
                <a:gd name="T38" fmla="*/ 38 w 100"/>
                <a:gd name="T39" fmla="*/ 131 h 146"/>
                <a:gd name="T40" fmla="*/ 65 w 100"/>
                <a:gd name="T41" fmla="*/ 0 h 146"/>
                <a:gd name="T42" fmla="*/ 49 w 100"/>
                <a:gd name="T43" fmla="*/ 3 h 146"/>
                <a:gd name="T44" fmla="*/ 14 w 100"/>
                <a:gd name="T45" fmla="*/ 30 h 146"/>
                <a:gd name="T46" fmla="*/ 0 w 100"/>
                <a:gd name="T47" fmla="*/ 69 h 146"/>
                <a:gd name="T48" fmla="*/ 0 w 100"/>
                <a:gd name="T49" fmla="*/ 112 h 146"/>
                <a:gd name="T50" fmla="*/ 3 w 100"/>
                <a:gd name="T51" fmla="*/ 129 h 146"/>
                <a:gd name="T52" fmla="*/ 14 w 100"/>
                <a:gd name="T53" fmla="*/ 141 h 146"/>
                <a:gd name="T54" fmla="*/ 32 w 100"/>
                <a:gd name="T55" fmla="*/ 146 h 146"/>
                <a:gd name="T56" fmla="*/ 48 w 100"/>
                <a:gd name="T57" fmla="*/ 144 h 146"/>
                <a:gd name="T58" fmla="*/ 83 w 100"/>
                <a:gd name="T59" fmla="*/ 117 h 146"/>
                <a:gd name="T60" fmla="*/ 98 w 100"/>
                <a:gd name="T61" fmla="*/ 78 h 146"/>
                <a:gd name="T62" fmla="*/ 100 w 100"/>
                <a:gd name="T63" fmla="*/ 78 h 146"/>
                <a:gd name="T64" fmla="*/ 98 w 100"/>
                <a:gd name="T65" fmla="*/ 78 h 146"/>
                <a:gd name="T66" fmla="*/ 98 w 100"/>
                <a:gd name="T67" fmla="*/ 35 h 146"/>
                <a:gd name="T68" fmla="*/ 94 w 100"/>
                <a:gd name="T69" fmla="*/ 17 h 146"/>
                <a:gd name="T70" fmla="*/ 84 w 100"/>
                <a:gd name="T71" fmla="*/ 6 h 146"/>
                <a:gd name="T72" fmla="*/ 65 w 100"/>
                <a:gd name="T73"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0" h="146">
                  <a:moveTo>
                    <a:pt x="38" y="131"/>
                  </a:moveTo>
                  <a:cubicBezTo>
                    <a:pt x="33" y="131"/>
                    <a:pt x="29" y="129"/>
                    <a:pt x="25" y="127"/>
                  </a:cubicBezTo>
                  <a:cubicBezTo>
                    <a:pt x="22" y="125"/>
                    <a:pt x="19" y="122"/>
                    <a:pt x="17" y="118"/>
                  </a:cubicBezTo>
                  <a:cubicBezTo>
                    <a:pt x="16" y="115"/>
                    <a:pt x="15" y="110"/>
                    <a:pt x="15" y="106"/>
                  </a:cubicBezTo>
                  <a:cubicBezTo>
                    <a:pt x="15" y="63"/>
                    <a:pt x="15" y="63"/>
                    <a:pt x="15" y="63"/>
                  </a:cubicBezTo>
                  <a:cubicBezTo>
                    <a:pt x="15" y="53"/>
                    <a:pt x="18" y="44"/>
                    <a:pt x="25" y="36"/>
                  </a:cubicBezTo>
                  <a:cubicBezTo>
                    <a:pt x="31" y="27"/>
                    <a:pt x="39" y="22"/>
                    <a:pt x="48" y="18"/>
                  </a:cubicBezTo>
                  <a:cubicBezTo>
                    <a:pt x="52" y="17"/>
                    <a:pt x="56" y="16"/>
                    <a:pt x="59" y="16"/>
                  </a:cubicBezTo>
                  <a:cubicBezTo>
                    <a:pt x="59" y="16"/>
                    <a:pt x="59" y="16"/>
                    <a:pt x="59" y="16"/>
                  </a:cubicBezTo>
                  <a:cubicBezTo>
                    <a:pt x="64" y="16"/>
                    <a:pt x="68" y="18"/>
                    <a:pt x="72" y="20"/>
                  </a:cubicBezTo>
                  <a:cubicBezTo>
                    <a:pt x="76" y="22"/>
                    <a:pt x="78" y="25"/>
                    <a:pt x="80" y="29"/>
                  </a:cubicBezTo>
                  <a:cubicBezTo>
                    <a:pt x="82" y="32"/>
                    <a:pt x="83" y="36"/>
                    <a:pt x="83" y="41"/>
                  </a:cubicBezTo>
                  <a:cubicBezTo>
                    <a:pt x="81" y="41"/>
                    <a:pt x="81" y="41"/>
                    <a:pt x="81" y="41"/>
                  </a:cubicBezTo>
                  <a:cubicBezTo>
                    <a:pt x="81" y="41"/>
                    <a:pt x="81" y="41"/>
                    <a:pt x="81" y="41"/>
                  </a:cubicBezTo>
                  <a:cubicBezTo>
                    <a:pt x="83" y="41"/>
                    <a:pt x="83" y="41"/>
                    <a:pt x="83" y="41"/>
                  </a:cubicBezTo>
                  <a:cubicBezTo>
                    <a:pt x="83" y="84"/>
                    <a:pt x="83" y="84"/>
                    <a:pt x="83" y="84"/>
                  </a:cubicBezTo>
                  <a:cubicBezTo>
                    <a:pt x="83" y="94"/>
                    <a:pt x="79" y="103"/>
                    <a:pt x="73" y="111"/>
                  </a:cubicBezTo>
                  <a:cubicBezTo>
                    <a:pt x="66" y="120"/>
                    <a:pt x="59" y="125"/>
                    <a:pt x="49" y="129"/>
                  </a:cubicBezTo>
                  <a:cubicBezTo>
                    <a:pt x="45" y="130"/>
                    <a:pt x="42" y="131"/>
                    <a:pt x="38" y="131"/>
                  </a:cubicBezTo>
                  <a:cubicBezTo>
                    <a:pt x="38" y="131"/>
                    <a:pt x="38" y="131"/>
                    <a:pt x="38" y="131"/>
                  </a:cubicBezTo>
                  <a:moveTo>
                    <a:pt x="65" y="0"/>
                  </a:moveTo>
                  <a:cubicBezTo>
                    <a:pt x="60" y="0"/>
                    <a:pt x="55" y="1"/>
                    <a:pt x="49" y="3"/>
                  </a:cubicBezTo>
                  <a:cubicBezTo>
                    <a:pt x="36" y="8"/>
                    <a:pt x="24" y="17"/>
                    <a:pt x="14" y="30"/>
                  </a:cubicBezTo>
                  <a:cubicBezTo>
                    <a:pt x="5" y="42"/>
                    <a:pt x="0" y="56"/>
                    <a:pt x="0" y="69"/>
                  </a:cubicBezTo>
                  <a:cubicBezTo>
                    <a:pt x="0" y="112"/>
                    <a:pt x="0" y="112"/>
                    <a:pt x="0" y="112"/>
                  </a:cubicBezTo>
                  <a:cubicBezTo>
                    <a:pt x="0" y="119"/>
                    <a:pt x="1" y="125"/>
                    <a:pt x="3" y="129"/>
                  </a:cubicBezTo>
                  <a:cubicBezTo>
                    <a:pt x="6" y="134"/>
                    <a:pt x="9" y="138"/>
                    <a:pt x="14" y="141"/>
                  </a:cubicBezTo>
                  <a:cubicBezTo>
                    <a:pt x="19" y="145"/>
                    <a:pt x="25" y="146"/>
                    <a:pt x="32" y="146"/>
                  </a:cubicBezTo>
                  <a:cubicBezTo>
                    <a:pt x="37" y="146"/>
                    <a:pt x="42" y="145"/>
                    <a:pt x="48" y="144"/>
                  </a:cubicBezTo>
                  <a:cubicBezTo>
                    <a:pt x="62" y="139"/>
                    <a:pt x="73" y="130"/>
                    <a:pt x="83" y="117"/>
                  </a:cubicBezTo>
                  <a:cubicBezTo>
                    <a:pt x="93" y="104"/>
                    <a:pt x="98" y="91"/>
                    <a:pt x="98" y="78"/>
                  </a:cubicBezTo>
                  <a:cubicBezTo>
                    <a:pt x="100" y="78"/>
                    <a:pt x="100" y="78"/>
                    <a:pt x="100" y="78"/>
                  </a:cubicBezTo>
                  <a:cubicBezTo>
                    <a:pt x="98" y="78"/>
                    <a:pt x="98" y="78"/>
                    <a:pt x="98" y="78"/>
                  </a:cubicBezTo>
                  <a:cubicBezTo>
                    <a:pt x="98" y="35"/>
                    <a:pt x="98" y="35"/>
                    <a:pt x="98" y="35"/>
                  </a:cubicBezTo>
                  <a:cubicBezTo>
                    <a:pt x="98" y="28"/>
                    <a:pt x="96" y="22"/>
                    <a:pt x="94" y="17"/>
                  </a:cubicBezTo>
                  <a:cubicBezTo>
                    <a:pt x="92" y="13"/>
                    <a:pt x="88" y="9"/>
                    <a:pt x="84" y="6"/>
                  </a:cubicBezTo>
                  <a:cubicBezTo>
                    <a:pt x="78" y="2"/>
                    <a:pt x="72" y="0"/>
                    <a:pt x="65" y="0"/>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58" name="Freeform 47"/>
            <p:cNvSpPr>
              <a:spLocks/>
            </p:cNvSpPr>
            <p:nvPr/>
          </p:nvSpPr>
          <p:spPr bwMode="auto">
            <a:xfrm>
              <a:off x="2446338" y="1625600"/>
              <a:ext cx="77787" cy="441325"/>
            </a:xfrm>
            <a:custGeom>
              <a:avLst/>
              <a:gdLst>
                <a:gd name="T0" fmla="*/ 49 w 49"/>
                <a:gd name="T1" fmla="*/ 0 h 278"/>
                <a:gd name="T2" fmla="*/ 29 w 49"/>
                <a:gd name="T3" fmla="*/ 6 h 278"/>
                <a:gd name="T4" fmla="*/ 0 w 49"/>
                <a:gd name="T5" fmla="*/ 55 h 278"/>
                <a:gd name="T6" fmla="*/ 21 w 49"/>
                <a:gd name="T7" fmla="*/ 49 h 278"/>
                <a:gd name="T8" fmla="*/ 21 w 49"/>
                <a:gd name="T9" fmla="*/ 278 h 278"/>
                <a:gd name="T10" fmla="*/ 49 w 49"/>
                <a:gd name="T11" fmla="*/ 268 h 278"/>
                <a:gd name="T12" fmla="*/ 49 w 49"/>
                <a:gd name="T13" fmla="*/ 0 h 278"/>
              </a:gdLst>
              <a:ahLst/>
              <a:cxnLst>
                <a:cxn ang="0">
                  <a:pos x="T0" y="T1"/>
                </a:cxn>
                <a:cxn ang="0">
                  <a:pos x="T2" y="T3"/>
                </a:cxn>
                <a:cxn ang="0">
                  <a:pos x="T4" y="T5"/>
                </a:cxn>
                <a:cxn ang="0">
                  <a:pos x="T6" y="T7"/>
                </a:cxn>
                <a:cxn ang="0">
                  <a:pos x="T8" y="T9"/>
                </a:cxn>
                <a:cxn ang="0">
                  <a:pos x="T10" y="T11"/>
                </a:cxn>
                <a:cxn ang="0">
                  <a:pos x="T12" y="T13"/>
                </a:cxn>
              </a:cxnLst>
              <a:rect l="0" t="0" r="r" b="b"/>
              <a:pathLst>
                <a:path w="49" h="278">
                  <a:moveTo>
                    <a:pt x="49" y="0"/>
                  </a:moveTo>
                  <a:lnTo>
                    <a:pt x="29" y="6"/>
                  </a:lnTo>
                  <a:lnTo>
                    <a:pt x="0" y="55"/>
                  </a:lnTo>
                  <a:lnTo>
                    <a:pt x="21" y="49"/>
                  </a:lnTo>
                  <a:lnTo>
                    <a:pt x="21" y="278"/>
                  </a:lnTo>
                  <a:lnTo>
                    <a:pt x="49" y="268"/>
                  </a:lnTo>
                  <a:lnTo>
                    <a:pt x="49" y="0"/>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59" name="Freeform 48"/>
            <p:cNvSpPr>
              <a:spLocks/>
            </p:cNvSpPr>
            <p:nvPr/>
          </p:nvSpPr>
          <p:spPr bwMode="auto">
            <a:xfrm>
              <a:off x="2446338" y="1625600"/>
              <a:ext cx="77787" cy="441325"/>
            </a:xfrm>
            <a:custGeom>
              <a:avLst/>
              <a:gdLst>
                <a:gd name="T0" fmla="*/ 49 w 49"/>
                <a:gd name="T1" fmla="*/ 0 h 278"/>
                <a:gd name="T2" fmla="*/ 29 w 49"/>
                <a:gd name="T3" fmla="*/ 6 h 278"/>
                <a:gd name="T4" fmla="*/ 0 w 49"/>
                <a:gd name="T5" fmla="*/ 55 h 278"/>
                <a:gd name="T6" fmla="*/ 21 w 49"/>
                <a:gd name="T7" fmla="*/ 49 h 278"/>
                <a:gd name="T8" fmla="*/ 21 w 49"/>
                <a:gd name="T9" fmla="*/ 278 h 278"/>
                <a:gd name="T10" fmla="*/ 49 w 49"/>
                <a:gd name="T11" fmla="*/ 268 h 278"/>
                <a:gd name="T12" fmla="*/ 49 w 49"/>
                <a:gd name="T13" fmla="*/ 0 h 278"/>
              </a:gdLst>
              <a:ahLst/>
              <a:cxnLst>
                <a:cxn ang="0">
                  <a:pos x="T0" y="T1"/>
                </a:cxn>
                <a:cxn ang="0">
                  <a:pos x="T2" y="T3"/>
                </a:cxn>
                <a:cxn ang="0">
                  <a:pos x="T4" y="T5"/>
                </a:cxn>
                <a:cxn ang="0">
                  <a:pos x="T6" y="T7"/>
                </a:cxn>
                <a:cxn ang="0">
                  <a:pos x="T8" y="T9"/>
                </a:cxn>
                <a:cxn ang="0">
                  <a:pos x="T10" y="T11"/>
                </a:cxn>
                <a:cxn ang="0">
                  <a:pos x="T12" y="T13"/>
                </a:cxn>
              </a:cxnLst>
              <a:rect l="0" t="0" r="r" b="b"/>
              <a:pathLst>
                <a:path w="49" h="278">
                  <a:moveTo>
                    <a:pt x="49" y="0"/>
                  </a:moveTo>
                  <a:lnTo>
                    <a:pt x="29" y="6"/>
                  </a:lnTo>
                  <a:lnTo>
                    <a:pt x="0" y="55"/>
                  </a:lnTo>
                  <a:lnTo>
                    <a:pt x="21" y="49"/>
                  </a:lnTo>
                  <a:lnTo>
                    <a:pt x="21" y="278"/>
                  </a:lnTo>
                  <a:lnTo>
                    <a:pt x="49" y="268"/>
                  </a:lnTo>
                  <a:lnTo>
                    <a:pt x="49" y="0"/>
                  </a:ln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60" name="组合 158"/>
          <p:cNvGrpSpPr/>
          <p:nvPr/>
        </p:nvGrpSpPr>
        <p:grpSpPr>
          <a:xfrm>
            <a:off x="6517241" y="4061104"/>
            <a:ext cx="561606" cy="542240"/>
            <a:chOff x="4022725" y="3473450"/>
            <a:chExt cx="644525" cy="622300"/>
          </a:xfrm>
        </p:grpSpPr>
        <p:sp>
          <p:nvSpPr>
            <p:cNvPr id="61" name="Freeform 63"/>
            <p:cNvSpPr>
              <a:spLocks noEditPoints="1"/>
            </p:cNvSpPr>
            <p:nvPr/>
          </p:nvSpPr>
          <p:spPr bwMode="auto">
            <a:xfrm>
              <a:off x="4022725" y="3473450"/>
              <a:ext cx="309562" cy="455612"/>
            </a:xfrm>
            <a:custGeom>
              <a:avLst/>
              <a:gdLst>
                <a:gd name="T0" fmla="*/ 60 w 100"/>
                <a:gd name="T1" fmla="*/ 131 h 147"/>
                <a:gd name="T2" fmla="*/ 60 w 100"/>
                <a:gd name="T3" fmla="*/ 131 h 147"/>
                <a:gd name="T4" fmla="*/ 48 w 100"/>
                <a:gd name="T5" fmla="*/ 129 h 147"/>
                <a:gd name="T6" fmla="*/ 25 w 100"/>
                <a:gd name="T7" fmla="*/ 110 h 147"/>
                <a:gd name="T8" fmla="*/ 15 w 100"/>
                <a:gd name="T9" fmla="*/ 83 h 147"/>
                <a:gd name="T10" fmla="*/ 15 w 100"/>
                <a:gd name="T11" fmla="*/ 40 h 147"/>
                <a:gd name="T12" fmla="*/ 17 w 100"/>
                <a:gd name="T13" fmla="*/ 28 h 147"/>
                <a:gd name="T14" fmla="*/ 25 w 100"/>
                <a:gd name="T15" fmla="*/ 19 h 147"/>
                <a:gd name="T16" fmla="*/ 25 w 100"/>
                <a:gd name="T17" fmla="*/ 19 h 147"/>
                <a:gd name="T18" fmla="*/ 37 w 100"/>
                <a:gd name="T19" fmla="*/ 16 h 147"/>
                <a:gd name="T20" fmla="*/ 37 w 100"/>
                <a:gd name="T21" fmla="*/ 16 h 147"/>
                <a:gd name="T22" fmla="*/ 49 w 100"/>
                <a:gd name="T23" fmla="*/ 18 h 147"/>
                <a:gd name="T24" fmla="*/ 49 w 100"/>
                <a:gd name="T25" fmla="*/ 18 h 147"/>
                <a:gd name="T26" fmla="*/ 73 w 100"/>
                <a:gd name="T27" fmla="*/ 37 h 147"/>
                <a:gd name="T28" fmla="*/ 83 w 100"/>
                <a:gd name="T29" fmla="*/ 64 h 147"/>
                <a:gd name="T30" fmla="*/ 81 w 100"/>
                <a:gd name="T31" fmla="*/ 64 h 147"/>
                <a:gd name="T32" fmla="*/ 81 w 100"/>
                <a:gd name="T33" fmla="*/ 64 h 147"/>
                <a:gd name="T34" fmla="*/ 83 w 100"/>
                <a:gd name="T35" fmla="*/ 64 h 147"/>
                <a:gd name="T36" fmla="*/ 83 w 100"/>
                <a:gd name="T37" fmla="*/ 107 h 147"/>
                <a:gd name="T38" fmla="*/ 80 w 100"/>
                <a:gd name="T39" fmla="*/ 119 h 147"/>
                <a:gd name="T40" fmla="*/ 72 w 100"/>
                <a:gd name="T41" fmla="*/ 128 h 147"/>
                <a:gd name="T42" fmla="*/ 60 w 100"/>
                <a:gd name="T43" fmla="*/ 131 h 147"/>
                <a:gd name="T44" fmla="*/ 30 w 100"/>
                <a:gd name="T45" fmla="*/ 0 h 147"/>
                <a:gd name="T46" fmla="*/ 30 w 100"/>
                <a:gd name="T47" fmla="*/ 0 h 147"/>
                <a:gd name="T48" fmla="*/ 14 w 100"/>
                <a:gd name="T49" fmla="*/ 4 h 147"/>
                <a:gd name="T50" fmla="*/ 14 w 100"/>
                <a:gd name="T51" fmla="*/ 4 h 147"/>
                <a:gd name="T52" fmla="*/ 3 w 100"/>
                <a:gd name="T53" fmla="*/ 16 h 147"/>
                <a:gd name="T54" fmla="*/ 0 w 100"/>
                <a:gd name="T55" fmla="*/ 33 h 147"/>
                <a:gd name="T56" fmla="*/ 0 w 100"/>
                <a:gd name="T57" fmla="*/ 76 h 147"/>
                <a:gd name="T58" fmla="*/ 14 w 100"/>
                <a:gd name="T59" fmla="*/ 116 h 147"/>
                <a:gd name="T60" fmla="*/ 49 w 100"/>
                <a:gd name="T61" fmla="*/ 144 h 147"/>
                <a:gd name="T62" fmla="*/ 67 w 100"/>
                <a:gd name="T63" fmla="*/ 147 h 147"/>
                <a:gd name="T64" fmla="*/ 67 w 100"/>
                <a:gd name="T65" fmla="*/ 147 h 147"/>
                <a:gd name="T66" fmla="*/ 84 w 100"/>
                <a:gd name="T67" fmla="*/ 143 h 147"/>
                <a:gd name="T68" fmla="*/ 84 w 100"/>
                <a:gd name="T69" fmla="*/ 143 h 147"/>
                <a:gd name="T70" fmla="*/ 94 w 100"/>
                <a:gd name="T71" fmla="*/ 131 h 147"/>
                <a:gd name="T72" fmla="*/ 98 w 100"/>
                <a:gd name="T73" fmla="*/ 114 h 147"/>
                <a:gd name="T74" fmla="*/ 100 w 100"/>
                <a:gd name="T75" fmla="*/ 114 h 147"/>
                <a:gd name="T76" fmla="*/ 98 w 100"/>
                <a:gd name="T77" fmla="*/ 114 h 147"/>
                <a:gd name="T78" fmla="*/ 98 w 100"/>
                <a:gd name="T79" fmla="*/ 71 h 147"/>
                <a:gd name="T80" fmla="*/ 83 w 100"/>
                <a:gd name="T81" fmla="*/ 31 h 147"/>
                <a:gd name="T82" fmla="*/ 48 w 100"/>
                <a:gd name="T83" fmla="*/ 3 h 147"/>
                <a:gd name="T84" fmla="*/ 30 w 100"/>
                <a:gd name="T85"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 h="147">
                  <a:moveTo>
                    <a:pt x="60" y="131"/>
                  </a:moveTo>
                  <a:cubicBezTo>
                    <a:pt x="60" y="131"/>
                    <a:pt x="60" y="131"/>
                    <a:pt x="60" y="131"/>
                  </a:cubicBezTo>
                  <a:cubicBezTo>
                    <a:pt x="56" y="131"/>
                    <a:pt x="52" y="130"/>
                    <a:pt x="48" y="129"/>
                  </a:cubicBezTo>
                  <a:cubicBezTo>
                    <a:pt x="39" y="125"/>
                    <a:pt x="31" y="119"/>
                    <a:pt x="25" y="110"/>
                  </a:cubicBezTo>
                  <a:cubicBezTo>
                    <a:pt x="18" y="101"/>
                    <a:pt x="15" y="92"/>
                    <a:pt x="15" y="83"/>
                  </a:cubicBezTo>
                  <a:cubicBezTo>
                    <a:pt x="15" y="40"/>
                    <a:pt x="15" y="40"/>
                    <a:pt x="15" y="40"/>
                  </a:cubicBezTo>
                  <a:cubicBezTo>
                    <a:pt x="15" y="35"/>
                    <a:pt x="16" y="31"/>
                    <a:pt x="17" y="28"/>
                  </a:cubicBezTo>
                  <a:cubicBezTo>
                    <a:pt x="19" y="24"/>
                    <a:pt x="22" y="21"/>
                    <a:pt x="25" y="19"/>
                  </a:cubicBezTo>
                  <a:cubicBezTo>
                    <a:pt x="25" y="19"/>
                    <a:pt x="25" y="19"/>
                    <a:pt x="25" y="19"/>
                  </a:cubicBezTo>
                  <a:cubicBezTo>
                    <a:pt x="29" y="17"/>
                    <a:pt x="33" y="16"/>
                    <a:pt x="37" y="16"/>
                  </a:cubicBezTo>
                  <a:cubicBezTo>
                    <a:pt x="37" y="16"/>
                    <a:pt x="37" y="16"/>
                    <a:pt x="37" y="16"/>
                  </a:cubicBezTo>
                  <a:cubicBezTo>
                    <a:pt x="41" y="16"/>
                    <a:pt x="45" y="17"/>
                    <a:pt x="49" y="18"/>
                  </a:cubicBezTo>
                  <a:cubicBezTo>
                    <a:pt x="49" y="18"/>
                    <a:pt x="49" y="18"/>
                    <a:pt x="49" y="18"/>
                  </a:cubicBezTo>
                  <a:cubicBezTo>
                    <a:pt x="59" y="22"/>
                    <a:pt x="66" y="28"/>
                    <a:pt x="73" y="37"/>
                  </a:cubicBezTo>
                  <a:cubicBezTo>
                    <a:pt x="79" y="46"/>
                    <a:pt x="83" y="55"/>
                    <a:pt x="83" y="64"/>
                  </a:cubicBezTo>
                  <a:cubicBezTo>
                    <a:pt x="81" y="64"/>
                    <a:pt x="81" y="64"/>
                    <a:pt x="81" y="64"/>
                  </a:cubicBezTo>
                  <a:cubicBezTo>
                    <a:pt x="81" y="64"/>
                    <a:pt x="81" y="64"/>
                    <a:pt x="81" y="64"/>
                  </a:cubicBezTo>
                  <a:cubicBezTo>
                    <a:pt x="83" y="64"/>
                    <a:pt x="83" y="64"/>
                    <a:pt x="83" y="64"/>
                  </a:cubicBezTo>
                  <a:cubicBezTo>
                    <a:pt x="83" y="107"/>
                    <a:pt x="83" y="107"/>
                    <a:pt x="83" y="107"/>
                  </a:cubicBezTo>
                  <a:cubicBezTo>
                    <a:pt x="83" y="112"/>
                    <a:pt x="82" y="116"/>
                    <a:pt x="80" y="119"/>
                  </a:cubicBezTo>
                  <a:cubicBezTo>
                    <a:pt x="78" y="123"/>
                    <a:pt x="76" y="126"/>
                    <a:pt x="72" y="128"/>
                  </a:cubicBezTo>
                  <a:cubicBezTo>
                    <a:pt x="69" y="130"/>
                    <a:pt x="65" y="131"/>
                    <a:pt x="60" y="131"/>
                  </a:cubicBezTo>
                  <a:moveTo>
                    <a:pt x="30" y="0"/>
                  </a:moveTo>
                  <a:cubicBezTo>
                    <a:pt x="30" y="0"/>
                    <a:pt x="30" y="0"/>
                    <a:pt x="30" y="0"/>
                  </a:cubicBezTo>
                  <a:cubicBezTo>
                    <a:pt x="24" y="0"/>
                    <a:pt x="19" y="1"/>
                    <a:pt x="14" y="4"/>
                  </a:cubicBezTo>
                  <a:cubicBezTo>
                    <a:pt x="14" y="4"/>
                    <a:pt x="14" y="4"/>
                    <a:pt x="14" y="4"/>
                  </a:cubicBezTo>
                  <a:cubicBezTo>
                    <a:pt x="9" y="7"/>
                    <a:pt x="6" y="11"/>
                    <a:pt x="3" y="16"/>
                  </a:cubicBezTo>
                  <a:cubicBezTo>
                    <a:pt x="1" y="20"/>
                    <a:pt x="0" y="26"/>
                    <a:pt x="0" y="33"/>
                  </a:cubicBezTo>
                  <a:cubicBezTo>
                    <a:pt x="0" y="76"/>
                    <a:pt x="0" y="76"/>
                    <a:pt x="0" y="76"/>
                  </a:cubicBezTo>
                  <a:cubicBezTo>
                    <a:pt x="0" y="89"/>
                    <a:pt x="5" y="103"/>
                    <a:pt x="14" y="116"/>
                  </a:cubicBezTo>
                  <a:cubicBezTo>
                    <a:pt x="24" y="129"/>
                    <a:pt x="36" y="138"/>
                    <a:pt x="49" y="144"/>
                  </a:cubicBezTo>
                  <a:cubicBezTo>
                    <a:pt x="56" y="146"/>
                    <a:pt x="62" y="147"/>
                    <a:pt x="67" y="147"/>
                  </a:cubicBezTo>
                  <a:cubicBezTo>
                    <a:pt x="67" y="147"/>
                    <a:pt x="67" y="147"/>
                    <a:pt x="67" y="147"/>
                  </a:cubicBezTo>
                  <a:cubicBezTo>
                    <a:pt x="73" y="147"/>
                    <a:pt x="79" y="146"/>
                    <a:pt x="84" y="143"/>
                  </a:cubicBezTo>
                  <a:cubicBezTo>
                    <a:pt x="84" y="143"/>
                    <a:pt x="84" y="143"/>
                    <a:pt x="84" y="143"/>
                  </a:cubicBezTo>
                  <a:cubicBezTo>
                    <a:pt x="88" y="140"/>
                    <a:pt x="92" y="136"/>
                    <a:pt x="94" y="131"/>
                  </a:cubicBezTo>
                  <a:cubicBezTo>
                    <a:pt x="96" y="127"/>
                    <a:pt x="98" y="121"/>
                    <a:pt x="98" y="114"/>
                  </a:cubicBezTo>
                  <a:cubicBezTo>
                    <a:pt x="100" y="114"/>
                    <a:pt x="100" y="114"/>
                    <a:pt x="100" y="114"/>
                  </a:cubicBezTo>
                  <a:cubicBezTo>
                    <a:pt x="98" y="114"/>
                    <a:pt x="98" y="114"/>
                    <a:pt x="98" y="114"/>
                  </a:cubicBezTo>
                  <a:cubicBezTo>
                    <a:pt x="98" y="71"/>
                    <a:pt x="98" y="71"/>
                    <a:pt x="98" y="71"/>
                  </a:cubicBezTo>
                  <a:cubicBezTo>
                    <a:pt x="98" y="58"/>
                    <a:pt x="93" y="44"/>
                    <a:pt x="83" y="31"/>
                  </a:cubicBezTo>
                  <a:cubicBezTo>
                    <a:pt x="73" y="18"/>
                    <a:pt x="62" y="9"/>
                    <a:pt x="48" y="3"/>
                  </a:cubicBezTo>
                  <a:cubicBezTo>
                    <a:pt x="42" y="1"/>
                    <a:pt x="36" y="0"/>
                    <a:pt x="30"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2" name="Freeform 65"/>
            <p:cNvSpPr>
              <a:spLocks/>
            </p:cNvSpPr>
            <p:nvPr/>
          </p:nvSpPr>
          <p:spPr bwMode="auto">
            <a:xfrm>
              <a:off x="4400550" y="3603625"/>
              <a:ext cx="266700" cy="492125"/>
            </a:xfrm>
            <a:custGeom>
              <a:avLst/>
              <a:gdLst>
                <a:gd name="T0" fmla="*/ 27 w 86"/>
                <a:gd name="T1" fmla="*/ 0 h 159"/>
                <a:gd name="T2" fmla="*/ 12 w 86"/>
                <a:gd name="T3" fmla="*/ 4 h 159"/>
                <a:gd name="T4" fmla="*/ 12 w 86"/>
                <a:gd name="T5" fmla="*/ 4 h 159"/>
                <a:gd name="T6" fmla="*/ 0 w 86"/>
                <a:gd name="T7" fmla="*/ 26 h 159"/>
                <a:gd name="T8" fmla="*/ 15 w 86"/>
                <a:gd name="T9" fmla="*/ 37 h 159"/>
                <a:gd name="T10" fmla="*/ 17 w 86"/>
                <a:gd name="T11" fmla="*/ 27 h 159"/>
                <a:gd name="T12" fmla="*/ 23 w 86"/>
                <a:gd name="T13" fmla="*/ 19 h 159"/>
                <a:gd name="T14" fmla="*/ 23 w 86"/>
                <a:gd name="T15" fmla="*/ 19 h 159"/>
                <a:gd name="T16" fmla="*/ 23 w 86"/>
                <a:gd name="T17" fmla="*/ 19 h 159"/>
                <a:gd name="T18" fmla="*/ 34 w 86"/>
                <a:gd name="T19" fmla="*/ 17 h 159"/>
                <a:gd name="T20" fmla="*/ 34 w 86"/>
                <a:gd name="T21" fmla="*/ 17 h 159"/>
                <a:gd name="T22" fmla="*/ 44 w 86"/>
                <a:gd name="T23" fmla="*/ 19 h 159"/>
                <a:gd name="T24" fmla="*/ 63 w 86"/>
                <a:gd name="T25" fmla="*/ 34 h 159"/>
                <a:gd name="T26" fmla="*/ 63 w 86"/>
                <a:gd name="T27" fmla="*/ 34 h 159"/>
                <a:gd name="T28" fmla="*/ 71 w 86"/>
                <a:gd name="T29" fmla="*/ 56 h 159"/>
                <a:gd name="T30" fmla="*/ 62 w 86"/>
                <a:gd name="T31" fmla="*/ 74 h 159"/>
                <a:gd name="T32" fmla="*/ 62 w 86"/>
                <a:gd name="T33" fmla="*/ 74 h 159"/>
                <a:gd name="T34" fmla="*/ 43 w 86"/>
                <a:gd name="T35" fmla="*/ 84 h 159"/>
                <a:gd name="T36" fmla="*/ 43 w 86"/>
                <a:gd name="T37" fmla="*/ 84 h 159"/>
                <a:gd name="T38" fmla="*/ 18 w 86"/>
                <a:gd name="T39" fmla="*/ 93 h 159"/>
                <a:gd name="T40" fmla="*/ 18 w 86"/>
                <a:gd name="T41" fmla="*/ 91 h 159"/>
                <a:gd name="T42" fmla="*/ 18 w 86"/>
                <a:gd name="T43" fmla="*/ 93 h 159"/>
                <a:gd name="T44" fmla="*/ 7 w 86"/>
                <a:gd name="T45" fmla="*/ 104 h 159"/>
                <a:gd name="T46" fmla="*/ 0 w 86"/>
                <a:gd name="T47" fmla="*/ 127 h 159"/>
                <a:gd name="T48" fmla="*/ 86 w 86"/>
                <a:gd name="T49" fmla="*/ 159 h 159"/>
                <a:gd name="T50" fmla="*/ 86 w 86"/>
                <a:gd name="T51" fmla="*/ 145 h 159"/>
                <a:gd name="T52" fmla="*/ 17 w 86"/>
                <a:gd name="T53" fmla="*/ 119 h 159"/>
                <a:gd name="T54" fmla="*/ 18 w 86"/>
                <a:gd name="T55" fmla="*/ 118 h 159"/>
                <a:gd name="T56" fmla="*/ 22 w 86"/>
                <a:gd name="T57" fmla="*/ 111 h 159"/>
                <a:gd name="T58" fmla="*/ 32 w 86"/>
                <a:gd name="T59" fmla="*/ 106 h 159"/>
                <a:gd name="T60" fmla="*/ 32 w 86"/>
                <a:gd name="T61" fmla="*/ 106 h 159"/>
                <a:gd name="T62" fmla="*/ 56 w 86"/>
                <a:gd name="T63" fmla="*/ 98 h 159"/>
                <a:gd name="T64" fmla="*/ 74 w 86"/>
                <a:gd name="T65" fmla="*/ 89 h 159"/>
                <a:gd name="T66" fmla="*/ 74 w 86"/>
                <a:gd name="T67" fmla="*/ 89 h 159"/>
                <a:gd name="T68" fmla="*/ 86 w 86"/>
                <a:gd name="T69" fmla="*/ 63 h 159"/>
                <a:gd name="T70" fmla="*/ 73 w 86"/>
                <a:gd name="T71" fmla="*/ 28 h 159"/>
                <a:gd name="T72" fmla="*/ 42 w 86"/>
                <a:gd name="T73" fmla="*/ 3 h 159"/>
                <a:gd name="T74" fmla="*/ 42 w 86"/>
                <a:gd name="T75" fmla="*/ 4 h 159"/>
                <a:gd name="T76" fmla="*/ 42 w 86"/>
                <a:gd name="T77" fmla="*/ 3 h 159"/>
                <a:gd name="T78" fmla="*/ 27 w 86"/>
                <a:gd name="T79"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6" h="159">
                  <a:moveTo>
                    <a:pt x="27" y="0"/>
                  </a:moveTo>
                  <a:cubicBezTo>
                    <a:pt x="21" y="0"/>
                    <a:pt x="17" y="2"/>
                    <a:pt x="12" y="4"/>
                  </a:cubicBezTo>
                  <a:cubicBezTo>
                    <a:pt x="12" y="4"/>
                    <a:pt x="12" y="4"/>
                    <a:pt x="12" y="4"/>
                  </a:cubicBezTo>
                  <a:cubicBezTo>
                    <a:pt x="6" y="8"/>
                    <a:pt x="2" y="15"/>
                    <a:pt x="0" y="26"/>
                  </a:cubicBezTo>
                  <a:cubicBezTo>
                    <a:pt x="15" y="37"/>
                    <a:pt x="15" y="37"/>
                    <a:pt x="15" y="37"/>
                  </a:cubicBezTo>
                  <a:cubicBezTo>
                    <a:pt x="15" y="33"/>
                    <a:pt x="16" y="30"/>
                    <a:pt x="17" y="27"/>
                  </a:cubicBezTo>
                  <a:cubicBezTo>
                    <a:pt x="19" y="24"/>
                    <a:pt x="21" y="21"/>
                    <a:pt x="23" y="19"/>
                  </a:cubicBezTo>
                  <a:cubicBezTo>
                    <a:pt x="23" y="19"/>
                    <a:pt x="23" y="19"/>
                    <a:pt x="23" y="19"/>
                  </a:cubicBezTo>
                  <a:cubicBezTo>
                    <a:pt x="23" y="19"/>
                    <a:pt x="23" y="19"/>
                    <a:pt x="23" y="19"/>
                  </a:cubicBezTo>
                  <a:cubicBezTo>
                    <a:pt x="26" y="17"/>
                    <a:pt x="30" y="17"/>
                    <a:pt x="34" y="17"/>
                  </a:cubicBezTo>
                  <a:cubicBezTo>
                    <a:pt x="34" y="17"/>
                    <a:pt x="34" y="17"/>
                    <a:pt x="34" y="17"/>
                  </a:cubicBezTo>
                  <a:cubicBezTo>
                    <a:pt x="37" y="17"/>
                    <a:pt x="40" y="17"/>
                    <a:pt x="44" y="19"/>
                  </a:cubicBezTo>
                  <a:cubicBezTo>
                    <a:pt x="51" y="21"/>
                    <a:pt x="58" y="27"/>
                    <a:pt x="63" y="34"/>
                  </a:cubicBezTo>
                  <a:cubicBezTo>
                    <a:pt x="63" y="34"/>
                    <a:pt x="63" y="34"/>
                    <a:pt x="63" y="34"/>
                  </a:cubicBezTo>
                  <a:cubicBezTo>
                    <a:pt x="68" y="41"/>
                    <a:pt x="71" y="48"/>
                    <a:pt x="71" y="56"/>
                  </a:cubicBezTo>
                  <a:cubicBezTo>
                    <a:pt x="71" y="64"/>
                    <a:pt x="68" y="70"/>
                    <a:pt x="62" y="74"/>
                  </a:cubicBezTo>
                  <a:cubicBezTo>
                    <a:pt x="62" y="74"/>
                    <a:pt x="62" y="74"/>
                    <a:pt x="62" y="74"/>
                  </a:cubicBezTo>
                  <a:cubicBezTo>
                    <a:pt x="56" y="78"/>
                    <a:pt x="50" y="81"/>
                    <a:pt x="43" y="84"/>
                  </a:cubicBezTo>
                  <a:cubicBezTo>
                    <a:pt x="43" y="84"/>
                    <a:pt x="43" y="84"/>
                    <a:pt x="43" y="84"/>
                  </a:cubicBezTo>
                  <a:cubicBezTo>
                    <a:pt x="36" y="86"/>
                    <a:pt x="28" y="89"/>
                    <a:pt x="18" y="93"/>
                  </a:cubicBezTo>
                  <a:cubicBezTo>
                    <a:pt x="18" y="91"/>
                    <a:pt x="18" y="91"/>
                    <a:pt x="18" y="91"/>
                  </a:cubicBezTo>
                  <a:cubicBezTo>
                    <a:pt x="18" y="93"/>
                    <a:pt x="18" y="93"/>
                    <a:pt x="18" y="93"/>
                  </a:cubicBezTo>
                  <a:cubicBezTo>
                    <a:pt x="14" y="94"/>
                    <a:pt x="10" y="98"/>
                    <a:pt x="7" y="104"/>
                  </a:cubicBezTo>
                  <a:cubicBezTo>
                    <a:pt x="4" y="109"/>
                    <a:pt x="2" y="117"/>
                    <a:pt x="0" y="127"/>
                  </a:cubicBezTo>
                  <a:cubicBezTo>
                    <a:pt x="86" y="159"/>
                    <a:pt x="86" y="159"/>
                    <a:pt x="86" y="159"/>
                  </a:cubicBezTo>
                  <a:cubicBezTo>
                    <a:pt x="86" y="145"/>
                    <a:pt x="86" y="145"/>
                    <a:pt x="86" y="145"/>
                  </a:cubicBezTo>
                  <a:cubicBezTo>
                    <a:pt x="17" y="119"/>
                    <a:pt x="17" y="119"/>
                    <a:pt x="17" y="119"/>
                  </a:cubicBezTo>
                  <a:cubicBezTo>
                    <a:pt x="18" y="118"/>
                    <a:pt x="18" y="118"/>
                    <a:pt x="18" y="118"/>
                  </a:cubicBezTo>
                  <a:cubicBezTo>
                    <a:pt x="18" y="115"/>
                    <a:pt x="20" y="113"/>
                    <a:pt x="22" y="111"/>
                  </a:cubicBezTo>
                  <a:cubicBezTo>
                    <a:pt x="25" y="109"/>
                    <a:pt x="28" y="108"/>
                    <a:pt x="32" y="106"/>
                  </a:cubicBezTo>
                  <a:cubicBezTo>
                    <a:pt x="32" y="106"/>
                    <a:pt x="32" y="106"/>
                    <a:pt x="32" y="106"/>
                  </a:cubicBezTo>
                  <a:cubicBezTo>
                    <a:pt x="41" y="103"/>
                    <a:pt x="48" y="100"/>
                    <a:pt x="56" y="98"/>
                  </a:cubicBezTo>
                  <a:cubicBezTo>
                    <a:pt x="63" y="95"/>
                    <a:pt x="69" y="92"/>
                    <a:pt x="74" y="89"/>
                  </a:cubicBezTo>
                  <a:cubicBezTo>
                    <a:pt x="74" y="89"/>
                    <a:pt x="74" y="89"/>
                    <a:pt x="74" y="89"/>
                  </a:cubicBezTo>
                  <a:cubicBezTo>
                    <a:pt x="82" y="83"/>
                    <a:pt x="86" y="75"/>
                    <a:pt x="86" y="63"/>
                  </a:cubicBezTo>
                  <a:cubicBezTo>
                    <a:pt x="86" y="51"/>
                    <a:pt x="81" y="40"/>
                    <a:pt x="73" y="28"/>
                  </a:cubicBezTo>
                  <a:cubicBezTo>
                    <a:pt x="64" y="16"/>
                    <a:pt x="54" y="8"/>
                    <a:pt x="42" y="3"/>
                  </a:cubicBezTo>
                  <a:cubicBezTo>
                    <a:pt x="42" y="4"/>
                    <a:pt x="42" y="4"/>
                    <a:pt x="42" y="4"/>
                  </a:cubicBezTo>
                  <a:cubicBezTo>
                    <a:pt x="42" y="3"/>
                    <a:pt x="42" y="3"/>
                    <a:pt x="42" y="3"/>
                  </a:cubicBezTo>
                  <a:cubicBezTo>
                    <a:pt x="37" y="1"/>
                    <a:pt x="31" y="0"/>
                    <a:pt x="27"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63" name="组合 161"/>
          <p:cNvGrpSpPr/>
          <p:nvPr/>
        </p:nvGrpSpPr>
        <p:grpSpPr>
          <a:xfrm>
            <a:off x="5092546" y="5419828"/>
            <a:ext cx="538952" cy="479216"/>
            <a:chOff x="1968500" y="5283200"/>
            <a:chExt cx="644525" cy="573087"/>
          </a:xfrm>
        </p:grpSpPr>
        <p:sp>
          <p:nvSpPr>
            <p:cNvPr id="64" name="Freeform 79"/>
            <p:cNvSpPr>
              <a:spLocks noEditPoints="1"/>
            </p:cNvSpPr>
            <p:nvPr/>
          </p:nvSpPr>
          <p:spPr bwMode="auto">
            <a:xfrm>
              <a:off x="1968500" y="5403850"/>
              <a:ext cx="309562" cy="452437"/>
            </a:xfrm>
            <a:custGeom>
              <a:avLst/>
              <a:gdLst>
                <a:gd name="T0" fmla="*/ 39 w 100"/>
                <a:gd name="T1" fmla="*/ 131 h 146"/>
                <a:gd name="T2" fmla="*/ 25 w 100"/>
                <a:gd name="T3" fmla="*/ 127 h 146"/>
                <a:gd name="T4" fmla="*/ 18 w 100"/>
                <a:gd name="T5" fmla="*/ 118 h 146"/>
                <a:gd name="T6" fmla="*/ 15 w 100"/>
                <a:gd name="T7" fmla="*/ 106 h 146"/>
                <a:gd name="T8" fmla="*/ 15 w 100"/>
                <a:gd name="T9" fmla="*/ 62 h 146"/>
                <a:gd name="T10" fmla="*/ 25 w 100"/>
                <a:gd name="T11" fmla="*/ 36 h 146"/>
                <a:gd name="T12" fmla="*/ 48 w 100"/>
                <a:gd name="T13" fmla="*/ 18 h 146"/>
                <a:gd name="T14" fmla="*/ 59 w 100"/>
                <a:gd name="T15" fmla="*/ 16 h 146"/>
                <a:gd name="T16" fmla="*/ 60 w 100"/>
                <a:gd name="T17" fmla="*/ 16 h 146"/>
                <a:gd name="T18" fmla="*/ 73 w 100"/>
                <a:gd name="T19" fmla="*/ 20 h 146"/>
                <a:gd name="T20" fmla="*/ 80 w 100"/>
                <a:gd name="T21" fmla="*/ 29 h 146"/>
                <a:gd name="T22" fmla="*/ 83 w 100"/>
                <a:gd name="T23" fmla="*/ 41 h 146"/>
                <a:gd name="T24" fmla="*/ 81 w 100"/>
                <a:gd name="T25" fmla="*/ 41 h 146"/>
                <a:gd name="T26" fmla="*/ 81 w 100"/>
                <a:gd name="T27" fmla="*/ 41 h 146"/>
                <a:gd name="T28" fmla="*/ 83 w 100"/>
                <a:gd name="T29" fmla="*/ 41 h 146"/>
                <a:gd name="T30" fmla="*/ 83 w 100"/>
                <a:gd name="T31" fmla="*/ 84 h 146"/>
                <a:gd name="T32" fmla="*/ 73 w 100"/>
                <a:gd name="T33" fmla="*/ 111 h 146"/>
                <a:gd name="T34" fmla="*/ 50 w 100"/>
                <a:gd name="T35" fmla="*/ 129 h 146"/>
                <a:gd name="T36" fmla="*/ 39 w 100"/>
                <a:gd name="T37" fmla="*/ 131 h 146"/>
                <a:gd name="T38" fmla="*/ 39 w 100"/>
                <a:gd name="T39" fmla="*/ 131 h 146"/>
                <a:gd name="T40" fmla="*/ 66 w 100"/>
                <a:gd name="T41" fmla="*/ 0 h 146"/>
                <a:gd name="T42" fmla="*/ 50 w 100"/>
                <a:gd name="T43" fmla="*/ 3 h 146"/>
                <a:gd name="T44" fmla="*/ 15 w 100"/>
                <a:gd name="T45" fmla="*/ 29 h 146"/>
                <a:gd name="T46" fmla="*/ 0 w 100"/>
                <a:gd name="T47" fmla="*/ 69 h 146"/>
                <a:gd name="T48" fmla="*/ 0 w 100"/>
                <a:gd name="T49" fmla="*/ 112 h 146"/>
                <a:gd name="T50" fmla="*/ 4 w 100"/>
                <a:gd name="T51" fmla="*/ 129 h 146"/>
                <a:gd name="T52" fmla="*/ 14 w 100"/>
                <a:gd name="T53" fmla="*/ 141 h 146"/>
                <a:gd name="T54" fmla="*/ 32 w 100"/>
                <a:gd name="T55" fmla="*/ 146 h 146"/>
                <a:gd name="T56" fmla="*/ 48 w 100"/>
                <a:gd name="T57" fmla="*/ 144 h 146"/>
                <a:gd name="T58" fmla="*/ 83 w 100"/>
                <a:gd name="T59" fmla="*/ 117 h 146"/>
                <a:gd name="T60" fmla="*/ 98 w 100"/>
                <a:gd name="T61" fmla="*/ 78 h 146"/>
                <a:gd name="T62" fmla="*/ 100 w 100"/>
                <a:gd name="T63" fmla="*/ 78 h 146"/>
                <a:gd name="T64" fmla="*/ 98 w 100"/>
                <a:gd name="T65" fmla="*/ 78 h 146"/>
                <a:gd name="T66" fmla="*/ 98 w 100"/>
                <a:gd name="T67" fmla="*/ 35 h 146"/>
                <a:gd name="T68" fmla="*/ 84 w 100"/>
                <a:gd name="T69" fmla="*/ 6 h 146"/>
                <a:gd name="T70" fmla="*/ 66 w 100"/>
                <a:gd name="T71"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0" h="146">
                  <a:moveTo>
                    <a:pt x="39" y="131"/>
                  </a:moveTo>
                  <a:cubicBezTo>
                    <a:pt x="34" y="131"/>
                    <a:pt x="29" y="129"/>
                    <a:pt x="25" y="127"/>
                  </a:cubicBezTo>
                  <a:cubicBezTo>
                    <a:pt x="22" y="124"/>
                    <a:pt x="19" y="122"/>
                    <a:pt x="18" y="118"/>
                  </a:cubicBezTo>
                  <a:cubicBezTo>
                    <a:pt x="16" y="115"/>
                    <a:pt x="15" y="110"/>
                    <a:pt x="15" y="106"/>
                  </a:cubicBezTo>
                  <a:cubicBezTo>
                    <a:pt x="15" y="62"/>
                    <a:pt x="15" y="62"/>
                    <a:pt x="15" y="62"/>
                  </a:cubicBezTo>
                  <a:cubicBezTo>
                    <a:pt x="15" y="53"/>
                    <a:pt x="18" y="44"/>
                    <a:pt x="25" y="36"/>
                  </a:cubicBezTo>
                  <a:cubicBezTo>
                    <a:pt x="31" y="27"/>
                    <a:pt x="39" y="22"/>
                    <a:pt x="48" y="18"/>
                  </a:cubicBezTo>
                  <a:cubicBezTo>
                    <a:pt x="52" y="17"/>
                    <a:pt x="56" y="16"/>
                    <a:pt x="59" y="16"/>
                  </a:cubicBezTo>
                  <a:cubicBezTo>
                    <a:pt x="59" y="16"/>
                    <a:pt x="60" y="16"/>
                    <a:pt x="60" y="16"/>
                  </a:cubicBezTo>
                  <a:cubicBezTo>
                    <a:pt x="64" y="16"/>
                    <a:pt x="69" y="18"/>
                    <a:pt x="73" y="20"/>
                  </a:cubicBezTo>
                  <a:cubicBezTo>
                    <a:pt x="76" y="22"/>
                    <a:pt x="79" y="25"/>
                    <a:pt x="80" y="29"/>
                  </a:cubicBezTo>
                  <a:cubicBezTo>
                    <a:pt x="82" y="32"/>
                    <a:pt x="83" y="36"/>
                    <a:pt x="83" y="41"/>
                  </a:cubicBezTo>
                  <a:cubicBezTo>
                    <a:pt x="81" y="41"/>
                    <a:pt x="81" y="41"/>
                    <a:pt x="81" y="41"/>
                  </a:cubicBezTo>
                  <a:cubicBezTo>
                    <a:pt x="81" y="41"/>
                    <a:pt x="81" y="41"/>
                    <a:pt x="81" y="41"/>
                  </a:cubicBezTo>
                  <a:cubicBezTo>
                    <a:pt x="83" y="41"/>
                    <a:pt x="83" y="41"/>
                    <a:pt x="83" y="41"/>
                  </a:cubicBezTo>
                  <a:cubicBezTo>
                    <a:pt x="83" y="84"/>
                    <a:pt x="83" y="84"/>
                    <a:pt x="83" y="84"/>
                  </a:cubicBezTo>
                  <a:cubicBezTo>
                    <a:pt x="83" y="94"/>
                    <a:pt x="80" y="103"/>
                    <a:pt x="73" y="111"/>
                  </a:cubicBezTo>
                  <a:cubicBezTo>
                    <a:pt x="67" y="120"/>
                    <a:pt x="59" y="125"/>
                    <a:pt x="50" y="129"/>
                  </a:cubicBezTo>
                  <a:cubicBezTo>
                    <a:pt x="46" y="130"/>
                    <a:pt x="42" y="131"/>
                    <a:pt x="39" y="131"/>
                  </a:cubicBezTo>
                  <a:cubicBezTo>
                    <a:pt x="39" y="131"/>
                    <a:pt x="39" y="131"/>
                    <a:pt x="39" y="131"/>
                  </a:cubicBezTo>
                  <a:moveTo>
                    <a:pt x="66" y="0"/>
                  </a:moveTo>
                  <a:cubicBezTo>
                    <a:pt x="61" y="0"/>
                    <a:pt x="55" y="1"/>
                    <a:pt x="50" y="3"/>
                  </a:cubicBezTo>
                  <a:cubicBezTo>
                    <a:pt x="36" y="8"/>
                    <a:pt x="24" y="17"/>
                    <a:pt x="15" y="29"/>
                  </a:cubicBezTo>
                  <a:cubicBezTo>
                    <a:pt x="5" y="42"/>
                    <a:pt x="0" y="55"/>
                    <a:pt x="0" y="69"/>
                  </a:cubicBezTo>
                  <a:cubicBezTo>
                    <a:pt x="0" y="112"/>
                    <a:pt x="0" y="112"/>
                    <a:pt x="0" y="112"/>
                  </a:cubicBezTo>
                  <a:cubicBezTo>
                    <a:pt x="0" y="119"/>
                    <a:pt x="1" y="125"/>
                    <a:pt x="4" y="129"/>
                  </a:cubicBezTo>
                  <a:cubicBezTo>
                    <a:pt x="6" y="134"/>
                    <a:pt x="10" y="138"/>
                    <a:pt x="14" y="141"/>
                  </a:cubicBezTo>
                  <a:cubicBezTo>
                    <a:pt x="20" y="145"/>
                    <a:pt x="26" y="146"/>
                    <a:pt x="32" y="146"/>
                  </a:cubicBezTo>
                  <a:cubicBezTo>
                    <a:pt x="37" y="146"/>
                    <a:pt x="43" y="145"/>
                    <a:pt x="48" y="144"/>
                  </a:cubicBezTo>
                  <a:cubicBezTo>
                    <a:pt x="62" y="139"/>
                    <a:pt x="74" y="130"/>
                    <a:pt x="83" y="117"/>
                  </a:cubicBezTo>
                  <a:cubicBezTo>
                    <a:pt x="93" y="104"/>
                    <a:pt x="98" y="91"/>
                    <a:pt x="98" y="78"/>
                  </a:cubicBezTo>
                  <a:cubicBezTo>
                    <a:pt x="100" y="78"/>
                    <a:pt x="100" y="78"/>
                    <a:pt x="100" y="78"/>
                  </a:cubicBezTo>
                  <a:cubicBezTo>
                    <a:pt x="98" y="78"/>
                    <a:pt x="98" y="78"/>
                    <a:pt x="98" y="78"/>
                  </a:cubicBezTo>
                  <a:cubicBezTo>
                    <a:pt x="98" y="35"/>
                    <a:pt x="98" y="35"/>
                    <a:pt x="98" y="35"/>
                  </a:cubicBezTo>
                  <a:cubicBezTo>
                    <a:pt x="98" y="21"/>
                    <a:pt x="93" y="12"/>
                    <a:pt x="84" y="6"/>
                  </a:cubicBezTo>
                  <a:cubicBezTo>
                    <a:pt x="78" y="2"/>
                    <a:pt x="72" y="0"/>
                    <a:pt x="66"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5" name="Freeform 81"/>
            <p:cNvSpPr>
              <a:spLocks/>
            </p:cNvSpPr>
            <p:nvPr/>
          </p:nvSpPr>
          <p:spPr bwMode="auto">
            <a:xfrm>
              <a:off x="2346325" y="5283200"/>
              <a:ext cx="266700" cy="449262"/>
            </a:xfrm>
            <a:custGeom>
              <a:avLst/>
              <a:gdLst>
                <a:gd name="T0" fmla="*/ 52 w 86"/>
                <a:gd name="T1" fmla="*/ 0 h 145"/>
                <a:gd name="T2" fmla="*/ 42 w 86"/>
                <a:gd name="T3" fmla="*/ 2 h 145"/>
                <a:gd name="T4" fmla="*/ 19 w 86"/>
                <a:gd name="T5" fmla="*/ 19 h 145"/>
                <a:gd name="T6" fmla="*/ 19 w 86"/>
                <a:gd name="T7" fmla="*/ 19 h 145"/>
                <a:gd name="T8" fmla="*/ 19 w 86"/>
                <a:gd name="T9" fmla="*/ 19 h 145"/>
                <a:gd name="T10" fmla="*/ 11 w 86"/>
                <a:gd name="T11" fmla="*/ 36 h 145"/>
                <a:gd name="T12" fmla="*/ 24 w 86"/>
                <a:gd name="T13" fmla="*/ 37 h 145"/>
                <a:gd name="T14" fmla="*/ 29 w 86"/>
                <a:gd name="T15" fmla="*/ 25 h 145"/>
                <a:gd name="T16" fmla="*/ 29 w 86"/>
                <a:gd name="T17" fmla="*/ 25 h 145"/>
                <a:gd name="T18" fmla="*/ 29 w 86"/>
                <a:gd name="T19" fmla="*/ 25 h 145"/>
                <a:gd name="T20" fmla="*/ 41 w 86"/>
                <a:gd name="T21" fmla="*/ 17 h 145"/>
                <a:gd name="T22" fmla="*/ 46 w 86"/>
                <a:gd name="T23" fmla="*/ 16 h 145"/>
                <a:gd name="T24" fmla="*/ 46 w 86"/>
                <a:gd name="T25" fmla="*/ 16 h 145"/>
                <a:gd name="T26" fmla="*/ 53 w 86"/>
                <a:gd name="T27" fmla="*/ 18 h 145"/>
                <a:gd name="T28" fmla="*/ 53 w 86"/>
                <a:gd name="T29" fmla="*/ 18 h 145"/>
                <a:gd name="T30" fmla="*/ 57 w 86"/>
                <a:gd name="T31" fmla="*/ 22 h 145"/>
                <a:gd name="T32" fmla="*/ 58 w 86"/>
                <a:gd name="T33" fmla="*/ 28 h 145"/>
                <a:gd name="T34" fmla="*/ 53 w 86"/>
                <a:gd name="T35" fmla="*/ 42 h 145"/>
                <a:gd name="T36" fmla="*/ 53 w 86"/>
                <a:gd name="T37" fmla="*/ 42 h 145"/>
                <a:gd name="T38" fmla="*/ 44 w 86"/>
                <a:gd name="T39" fmla="*/ 52 h 145"/>
                <a:gd name="T40" fmla="*/ 44 w 86"/>
                <a:gd name="T41" fmla="*/ 52 h 145"/>
                <a:gd name="T42" fmla="*/ 44 w 86"/>
                <a:gd name="T43" fmla="*/ 52 h 145"/>
                <a:gd name="T44" fmla="*/ 44 w 86"/>
                <a:gd name="T45" fmla="*/ 52 h 145"/>
                <a:gd name="T46" fmla="*/ 44 w 86"/>
                <a:gd name="T47" fmla="*/ 52 h 145"/>
                <a:gd name="T48" fmla="*/ 44 w 86"/>
                <a:gd name="T49" fmla="*/ 52 h 145"/>
                <a:gd name="T50" fmla="*/ 29 w 86"/>
                <a:gd name="T51" fmla="*/ 58 h 145"/>
                <a:gd name="T52" fmla="*/ 29 w 86"/>
                <a:gd name="T53" fmla="*/ 73 h 145"/>
                <a:gd name="T54" fmla="*/ 38 w 86"/>
                <a:gd name="T55" fmla="*/ 70 h 145"/>
                <a:gd name="T56" fmla="*/ 38 w 86"/>
                <a:gd name="T57" fmla="*/ 70 h 145"/>
                <a:gd name="T58" fmla="*/ 38 w 86"/>
                <a:gd name="T59" fmla="*/ 70 h 145"/>
                <a:gd name="T60" fmla="*/ 47 w 86"/>
                <a:gd name="T61" fmla="*/ 69 h 145"/>
                <a:gd name="T62" fmla="*/ 63 w 86"/>
                <a:gd name="T63" fmla="*/ 73 h 145"/>
                <a:gd name="T64" fmla="*/ 71 w 86"/>
                <a:gd name="T65" fmla="*/ 91 h 145"/>
                <a:gd name="T66" fmla="*/ 63 w 86"/>
                <a:gd name="T67" fmla="*/ 114 h 145"/>
                <a:gd name="T68" fmla="*/ 44 w 86"/>
                <a:gd name="T69" fmla="*/ 128 h 145"/>
                <a:gd name="T70" fmla="*/ 35 w 86"/>
                <a:gd name="T71" fmla="*/ 130 h 145"/>
                <a:gd name="T72" fmla="*/ 35 w 86"/>
                <a:gd name="T73" fmla="*/ 130 h 145"/>
                <a:gd name="T74" fmla="*/ 24 w 86"/>
                <a:gd name="T75" fmla="*/ 126 h 145"/>
                <a:gd name="T76" fmla="*/ 24 w 86"/>
                <a:gd name="T77" fmla="*/ 126 h 145"/>
                <a:gd name="T78" fmla="*/ 18 w 86"/>
                <a:gd name="T79" fmla="*/ 118 h 145"/>
                <a:gd name="T80" fmla="*/ 15 w 86"/>
                <a:gd name="T81" fmla="*/ 109 h 145"/>
                <a:gd name="T82" fmla="*/ 0 w 86"/>
                <a:gd name="T83" fmla="*/ 119 h 145"/>
                <a:gd name="T84" fmla="*/ 13 w 86"/>
                <a:gd name="T85" fmla="*/ 141 h 145"/>
                <a:gd name="T86" fmla="*/ 29 w 86"/>
                <a:gd name="T87" fmla="*/ 145 h 145"/>
                <a:gd name="T88" fmla="*/ 42 w 86"/>
                <a:gd name="T89" fmla="*/ 143 h 145"/>
                <a:gd name="T90" fmla="*/ 73 w 86"/>
                <a:gd name="T91" fmla="*/ 120 h 145"/>
                <a:gd name="T92" fmla="*/ 86 w 86"/>
                <a:gd name="T93" fmla="*/ 85 h 145"/>
                <a:gd name="T94" fmla="*/ 74 w 86"/>
                <a:gd name="T95" fmla="*/ 59 h 145"/>
                <a:gd name="T96" fmla="*/ 63 w 86"/>
                <a:gd name="T97" fmla="*/ 56 h 145"/>
                <a:gd name="T98" fmla="*/ 59 w 86"/>
                <a:gd name="T99" fmla="*/ 56 h 145"/>
                <a:gd name="T100" fmla="*/ 52 w 86"/>
                <a:gd name="T101" fmla="*/ 58 h 145"/>
                <a:gd name="T102" fmla="*/ 57 w 86"/>
                <a:gd name="T103" fmla="*/ 53 h 145"/>
                <a:gd name="T104" fmla="*/ 73 w 86"/>
                <a:gd name="T105" fmla="*/ 22 h 145"/>
                <a:gd name="T106" fmla="*/ 64 w 86"/>
                <a:gd name="T107" fmla="*/ 4 h 145"/>
                <a:gd name="T108" fmla="*/ 52 w 86"/>
                <a:gd name="T109"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6" h="145">
                  <a:moveTo>
                    <a:pt x="52" y="0"/>
                  </a:moveTo>
                  <a:cubicBezTo>
                    <a:pt x="49" y="0"/>
                    <a:pt x="46" y="1"/>
                    <a:pt x="42" y="2"/>
                  </a:cubicBezTo>
                  <a:cubicBezTo>
                    <a:pt x="33" y="5"/>
                    <a:pt x="25" y="11"/>
                    <a:pt x="19" y="19"/>
                  </a:cubicBezTo>
                  <a:cubicBezTo>
                    <a:pt x="19" y="19"/>
                    <a:pt x="19" y="19"/>
                    <a:pt x="19" y="19"/>
                  </a:cubicBezTo>
                  <a:cubicBezTo>
                    <a:pt x="19" y="19"/>
                    <a:pt x="19" y="19"/>
                    <a:pt x="19" y="19"/>
                  </a:cubicBezTo>
                  <a:cubicBezTo>
                    <a:pt x="16" y="23"/>
                    <a:pt x="13" y="29"/>
                    <a:pt x="11" y="36"/>
                  </a:cubicBezTo>
                  <a:cubicBezTo>
                    <a:pt x="24" y="37"/>
                    <a:pt x="24" y="37"/>
                    <a:pt x="24" y="37"/>
                  </a:cubicBezTo>
                  <a:cubicBezTo>
                    <a:pt x="26" y="32"/>
                    <a:pt x="28" y="28"/>
                    <a:pt x="29" y="25"/>
                  </a:cubicBezTo>
                  <a:cubicBezTo>
                    <a:pt x="29" y="25"/>
                    <a:pt x="29" y="25"/>
                    <a:pt x="29" y="25"/>
                  </a:cubicBezTo>
                  <a:cubicBezTo>
                    <a:pt x="29" y="25"/>
                    <a:pt x="29" y="25"/>
                    <a:pt x="29" y="25"/>
                  </a:cubicBezTo>
                  <a:cubicBezTo>
                    <a:pt x="32" y="21"/>
                    <a:pt x="36" y="18"/>
                    <a:pt x="41" y="17"/>
                  </a:cubicBezTo>
                  <a:cubicBezTo>
                    <a:pt x="42" y="16"/>
                    <a:pt x="44" y="16"/>
                    <a:pt x="46" y="16"/>
                  </a:cubicBezTo>
                  <a:cubicBezTo>
                    <a:pt x="46" y="16"/>
                    <a:pt x="46" y="16"/>
                    <a:pt x="46" y="16"/>
                  </a:cubicBezTo>
                  <a:cubicBezTo>
                    <a:pt x="49" y="16"/>
                    <a:pt x="51" y="17"/>
                    <a:pt x="53" y="18"/>
                  </a:cubicBezTo>
                  <a:cubicBezTo>
                    <a:pt x="53" y="18"/>
                    <a:pt x="53" y="18"/>
                    <a:pt x="53" y="18"/>
                  </a:cubicBezTo>
                  <a:cubicBezTo>
                    <a:pt x="54" y="19"/>
                    <a:pt x="56" y="20"/>
                    <a:pt x="57" y="22"/>
                  </a:cubicBezTo>
                  <a:cubicBezTo>
                    <a:pt x="58" y="24"/>
                    <a:pt x="58" y="26"/>
                    <a:pt x="58" y="28"/>
                  </a:cubicBezTo>
                  <a:cubicBezTo>
                    <a:pt x="58" y="33"/>
                    <a:pt x="56" y="38"/>
                    <a:pt x="53" y="42"/>
                  </a:cubicBezTo>
                  <a:cubicBezTo>
                    <a:pt x="53" y="42"/>
                    <a:pt x="53" y="42"/>
                    <a:pt x="53" y="42"/>
                  </a:cubicBezTo>
                  <a:cubicBezTo>
                    <a:pt x="50" y="46"/>
                    <a:pt x="47" y="50"/>
                    <a:pt x="44" y="52"/>
                  </a:cubicBezTo>
                  <a:cubicBezTo>
                    <a:pt x="44" y="52"/>
                    <a:pt x="44" y="52"/>
                    <a:pt x="44" y="52"/>
                  </a:cubicBezTo>
                  <a:cubicBezTo>
                    <a:pt x="44" y="52"/>
                    <a:pt x="44" y="52"/>
                    <a:pt x="44" y="52"/>
                  </a:cubicBezTo>
                  <a:cubicBezTo>
                    <a:pt x="44" y="52"/>
                    <a:pt x="44" y="52"/>
                    <a:pt x="44" y="52"/>
                  </a:cubicBezTo>
                  <a:cubicBezTo>
                    <a:pt x="44" y="52"/>
                    <a:pt x="44" y="52"/>
                    <a:pt x="44" y="52"/>
                  </a:cubicBezTo>
                  <a:cubicBezTo>
                    <a:pt x="44" y="52"/>
                    <a:pt x="44" y="52"/>
                    <a:pt x="44" y="52"/>
                  </a:cubicBezTo>
                  <a:cubicBezTo>
                    <a:pt x="41" y="54"/>
                    <a:pt x="36" y="56"/>
                    <a:pt x="29" y="58"/>
                  </a:cubicBezTo>
                  <a:cubicBezTo>
                    <a:pt x="29" y="73"/>
                    <a:pt x="29" y="73"/>
                    <a:pt x="29" y="73"/>
                  </a:cubicBezTo>
                  <a:cubicBezTo>
                    <a:pt x="38" y="70"/>
                    <a:pt x="38" y="70"/>
                    <a:pt x="38" y="70"/>
                  </a:cubicBezTo>
                  <a:cubicBezTo>
                    <a:pt x="38" y="70"/>
                    <a:pt x="38" y="70"/>
                    <a:pt x="38" y="70"/>
                  </a:cubicBezTo>
                  <a:cubicBezTo>
                    <a:pt x="38" y="70"/>
                    <a:pt x="38" y="70"/>
                    <a:pt x="38" y="70"/>
                  </a:cubicBezTo>
                  <a:cubicBezTo>
                    <a:pt x="41" y="69"/>
                    <a:pt x="44" y="69"/>
                    <a:pt x="47" y="69"/>
                  </a:cubicBezTo>
                  <a:cubicBezTo>
                    <a:pt x="53" y="69"/>
                    <a:pt x="59" y="70"/>
                    <a:pt x="63" y="73"/>
                  </a:cubicBezTo>
                  <a:cubicBezTo>
                    <a:pt x="68" y="78"/>
                    <a:pt x="71" y="84"/>
                    <a:pt x="71" y="91"/>
                  </a:cubicBezTo>
                  <a:cubicBezTo>
                    <a:pt x="71" y="99"/>
                    <a:pt x="68" y="107"/>
                    <a:pt x="63" y="114"/>
                  </a:cubicBezTo>
                  <a:cubicBezTo>
                    <a:pt x="58" y="121"/>
                    <a:pt x="51" y="125"/>
                    <a:pt x="44" y="128"/>
                  </a:cubicBezTo>
                  <a:cubicBezTo>
                    <a:pt x="41" y="129"/>
                    <a:pt x="38" y="130"/>
                    <a:pt x="35" y="130"/>
                  </a:cubicBezTo>
                  <a:cubicBezTo>
                    <a:pt x="35" y="130"/>
                    <a:pt x="35" y="130"/>
                    <a:pt x="35" y="130"/>
                  </a:cubicBezTo>
                  <a:cubicBezTo>
                    <a:pt x="31" y="130"/>
                    <a:pt x="27" y="129"/>
                    <a:pt x="24" y="126"/>
                  </a:cubicBezTo>
                  <a:cubicBezTo>
                    <a:pt x="24" y="126"/>
                    <a:pt x="24" y="126"/>
                    <a:pt x="24" y="126"/>
                  </a:cubicBezTo>
                  <a:cubicBezTo>
                    <a:pt x="21" y="125"/>
                    <a:pt x="19" y="122"/>
                    <a:pt x="18" y="118"/>
                  </a:cubicBezTo>
                  <a:cubicBezTo>
                    <a:pt x="16" y="116"/>
                    <a:pt x="16" y="112"/>
                    <a:pt x="15" y="109"/>
                  </a:cubicBezTo>
                  <a:cubicBezTo>
                    <a:pt x="0" y="119"/>
                    <a:pt x="0" y="119"/>
                    <a:pt x="0" y="119"/>
                  </a:cubicBezTo>
                  <a:cubicBezTo>
                    <a:pt x="2" y="130"/>
                    <a:pt x="6" y="137"/>
                    <a:pt x="13" y="141"/>
                  </a:cubicBezTo>
                  <a:cubicBezTo>
                    <a:pt x="17" y="144"/>
                    <a:pt x="23" y="145"/>
                    <a:pt x="29" y="145"/>
                  </a:cubicBezTo>
                  <a:cubicBezTo>
                    <a:pt x="33" y="145"/>
                    <a:pt x="37" y="145"/>
                    <a:pt x="42" y="143"/>
                  </a:cubicBezTo>
                  <a:cubicBezTo>
                    <a:pt x="54" y="139"/>
                    <a:pt x="65" y="131"/>
                    <a:pt x="73" y="120"/>
                  </a:cubicBezTo>
                  <a:cubicBezTo>
                    <a:pt x="82" y="108"/>
                    <a:pt x="86" y="97"/>
                    <a:pt x="86" y="85"/>
                  </a:cubicBezTo>
                  <a:cubicBezTo>
                    <a:pt x="86" y="73"/>
                    <a:pt x="82" y="65"/>
                    <a:pt x="74" y="59"/>
                  </a:cubicBezTo>
                  <a:cubicBezTo>
                    <a:pt x="70" y="57"/>
                    <a:pt x="66" y="56"/>
                    <a:pt x="63" y="56"/>
                  </a:cubicBezTo>
                  <a:cubicBezTo>
                    <a:pt x="62" y="56"/>
                    <a:pt x="60" y="56"/>
                    <a:pt x="59" y="56"/>
                  </a:cubicBezTo>
                  <a:cubicBezTo>
                    <a:pt x="52" y="58"/>
                    <a:pt x="52" y="58"/>
                    <a:pt x="52" y="58"/>
                  </a:cubicBezTo>
                  <a:cubicBezTo>
                    <a:pt x="57" y="53"/>
                    <a:pt x="57" y="53"/>
                    <a:pt x="57" y="53"/>
                  </a:cubicBezTo>
                  <a:cubicBezTo>
                    <a:pt x="68" y="41"/>
                    <a:pt x="73" y="30"/>
                    <a:pt x="73" y="22"/>
                  </a:cubicBezTo>
                  <a:cubicBezTo>
                    <a:pt x="73" y="13"/>
                    <a:pt x="70" y="8"/>
                    <a:pt x="64" y="4"/>
                  </a:cubicBezTo>
                  <a:cubicBezTo>
                    <a:pt x="61" y="1"/>
                    <a:pt x="57" y="0"/>
                    <a:pt x="52"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grpSp>
      <p:sp>
        <p:nvSpPr>
          <p:cNvPr id="66" name="矩形 65"/>
          <p:cNvSpPr/>
          <p:nvPr/>
        </p:nvSpPr>
        <p:spPr>
          <a:xfrm>
            <a:off x="5777469" y="2461070"/>
            <a:ext cx="309570" cy="889399"/>
          </a:xfrm>
          <a:prstGeom prst="rect">
            <a:avLst/>
          </a:prstGeom>
          <a:gradFill>
            <a:gsLst>
              <a:gs pos="0">
                <a:schemeClr val="tx1">
                  <a:lumMod val="95000"/>
                  <a:lumOff val="5000"/>
                  <a:alpha val="30000"/>
                </a:schemeClr>
              </a:gs>
              <a:gs pos="100000">
                <a:schemeClr val="tx1">
                  <a:lumMod val="95000"/>
                  <a:lumOff val="5000"/>
                  <a:alpha val="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7" name="矩形 66"/>
          <p:cNvSpPr/>
          <p:nvPr/>
        </p:nvSpPr>
        <p:spPr>
          <a:xfrm>
            <a:off x="5777469" y="5073632"/>
            <a:ext cx="309570" cy="888436"/>
          </a:xfrm>
          <a:prstGeom prst="rect">
            <a:avLst/>
          </a:prstGeom>
          <a:gradFill>
            <a:gsLst>
              <a:gs pos="0">
                <a:schemeClr val="tx1">
                  <a:lumMod val="95000"/>
                  <a:lumOff val="5000"/>
                  <a:alpha val="30000"/>
                </a:schemeClr>
              </a:gs>
              <a:gs pos="100000">
                <a:schemeClr val="tx1">
                  <a:lumMod val="95000"/>
                  <a:lumOff val="5000"/>
                  <a:alpha val="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8" name="Freeform 9"/>
          <p:cNvSpPr>
            <a:spLocks/>
          </p:cNvSpPr>
          <p:nvPr/>
        </p:nvSpPr>
        <p:spPr bwMode="auto">
          <a:xfrm>
            <a:off x="4386381" y="2219190"/>
            <a:ext cx="1391088" cy="524639"/>
          </a:xfrm>
          <a:custGeom>
            <a:avLst/>
            <a:gdLst>
              <a:gd name="T0" fmla="*/ 667 w 1225"/>
              <a:gd name="T1" fmla="*/ 0 h 462"/>
              <a:gd name="T2" fmla="*/ 1225 w 1225"/>
              <a:gd name="T3" fmla="*/ 215 h 462"/>
              <a:gd name="T4" fmla="*/ 466 w 1225"/>
              <a:gd name="T5" fmla="*/ 462 h 462"/>
              <a:gd name="T6" fmla="*/ 0 w 1225"/>
              <a:gd name="T7" fmla="*/ 215 h 462"/>
              <a:gd name="T8" fmla="*/ 667 w 1225"/>
              <a:gd name="T9" fmla="*/ 0 h 462"/>
            </a:gdLst>
            <a:ahLst/>
            <a:cxnLst>
              <a:cxn ang="0">
                <a:pos x="T0" y="T1"/>
              </a:cxn>
              <a:cxn ang="0">
                <a:pos x="T2" y="T3"/>
              </a:cxn>
              <a:cxn ang="0">
                <a:pos x="T4" y="T5"/>
              </a:cxn>
              <a:cxn ang="0">
                <a:pos x="T6" y="T7"/>
              </a:cxn>
              <a:cxn ang="0">
                <a:pos x="T8" y="T9"/>
              </a:cxn>
            </a:cxnLst>
            <a:rect l="0" t="0" r="r" b="b"/>
            <a:pathLst>
              <a:path w="1225" h="462">
                <a:moveTo>
                  <a:pt x="667" y="0"/>
                </a:moveTo>
                <a:lnTo>
                  <a:pt x="1225" y="215"/>
                </a:lnTo>
                <a:lnTo>
                  <a:pt x="466" y="462"/>
                </a:lnTo>
                <a:lnTo>
                  <a:pt x="0" y="215"/>
                </a:lnTo>
                <a:lnTo>
                  <a:pt x="667" y="0"/>
                </a:lnTo>
                <a:close/>
              </a:path>
            </a:pathLst>
          </a:custGeom>
          <a:solidFill>
            <a:srgbClr val="FBB9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 name="Freeform 80"/>
          <p:cNvSpPr>
            <a:spLocks noEditPoints="1"/>
          </p:cNvSpPr>
          <p:nvPr/>
        </p:nvSpPr>
        <p:spPr bwMode="black">
          <a:xfrm>
            <a:off x="4804348" y="4520475"/>
            <a:ext cx="501492" cy="608256"/>
          </a:xfrm>
          <a:custGeom>
            <a:avLst/>
            <a:gdLst>
              <a:gd name="T0" fmla="*/ 952 w 1833"/>
              <a:gd name="T1" fmla="*/ 1301 h 2225"/>
              <a:gd name="T2" fmla="*/ 882 w 1833"/>
              <a:gd name="T3" fmla="*/ 1413 h 2225"/>
              <a:gd name="T4" fmla="*/ 677 w 1833"/>
              <a:gd name="T5" fmla="*/ 2162 h 2225"/>
              <a:gd name="T6" fmla="*/ 1156 w 1833"/>
              <a:gd name="T7" fmla="*/ 2162 h 2225"/>
              <a:gd name="T8" fmla="*/ 1071 w 1833"/>
              <a:gd name="T9" fmla="*/ 2089 h 2225"/>
              <a:gd name="T10" fmla="*/ 785 w 1833"/>
              <a:gd name="T11" fmla="*/ 2039 h 2225"/>
              <a:gd name="T12" fmla="*/ 1071 w 1833"/>
              <a:gd name="T13" fmla="*/ 2089 h 2225"/>
              <a:gd name="T14" fmla="*/ 760 w 1833"/>
              <a:gd name="T15" fmla="*/ 1949 h 2225"/>
              <a:gd name="T16" fmla="*/ 1096 w 1833"/>
              <a:gd name="T17" fmla="*/ 1949 h 2225"/>
              <a:gd name="T18" fmla="*/ 1026 w 1833"/>
              <a:gd name="T19" fmla="*/ 1801 h 2225"/>
              <a:gd name="T20" fmla="*/ 1061 w 1833"/>
              <a:gd name="T21" fmla="*/ 1836 h 2225"/>
              <a:gd name="T22" fmla="*/ 260 w 1833"/>
              <a:gd name="T23" fmla="*/ 1329 h 2225"/>
              <a:gd name="T24" fmla="*/ 748 w 1833"/>
              <a:gd name="T25" fmla="*/ 1136 h 2225"/>
              <a:gd name="T26" fmla="*/ 190 w 1833"/>
              <a:gd name="T27" fmla="*/ 1329 h 2225"/>
              <a:gd name="T28" fmla="*/ 0 w 1833"/>
              <a:gd name="T29" fmla="*/ 1476 h 2225"/>
              <a:gd name="T30" fmla="*/ 416 w 1833"/>
              <a:gd name="T31" fmla="*/ 2225 h 2225"/>
              <a:gd name="T32" fmla="*/ 416 w 1833"/>
              <a:gd name="T33" fmla="*/ 1413 h 2225"/>
              <a:gd name="T34" fmla="*/ 83 w 1833"/>
              <a:gd name="T35" fmla="*/ 2064 h 2225"/>
              <a:gd name="T36" fmla="*/ 419 w 1833"/>
              <a:gd name="T37" fmla="*/ 2064 h 2225"/>
              <a:gd name="T38" fmla="*/ 108 w 1833"/>
              <a:gd name="T39" fmla="*/ 1974 h 2225"/>
              <a:gd name="T40" fmla="*/ 394 w 1833"/>
              <a:gd name="T41" fmla="*/ 1924 h 2225"/>
              <a:gd name="T42" fmla="*/ 384 w 1833"/>
              <a:gd name="T43" fmla="*/ 1836 h 2225"/>
              <a:gd name="T44" fmla="*/ 419 w 1833"/>
              <a:gd name="T45" fmla="*/ 1801 h 2225"/>
              <a:gd name="T46" fmla="*/ 1643 w 1833"/>
              <a:gd name="T47" fmla="*/ 1413 h 2225"/>
              <a:gd name="T48" fmla="*/ 1082 w 1833"/>
              <a:gd name="T49" fmla="*/ 1101 h 2225"/>
              <a:gd name="T50" fmla="*/ 1415 w 1833"/>
              <a:gd name="T51" fmla="*/ 1171 h 2225"/>
              <a:gd name="T52" fmla="*/ 1417 w 1833"/>
              <a:gd name="T53" fmla="*/ 1413 h 2225"/>
              <a:gd name="T54" fmla="*/ 1417 w 1833"/>
              <a:gd name="T55" fmla="*/ 2225 h 2225"/>
              <a:gd name="T56" fmla="*/ 1833 w 1833"/>
              <a:gd name="T57" fmla="*/ 1476 h 2225"/>
              <a:gd name="T58" fmla="*/ 1462 w 1833"/>
              <a:gd name="T59" fmla="*/ 2089 h 2225"/>
              <a:gd name="T60" fmla="*/ 1748 w 1833"/>
              <a:gd name="T61" fmla="*/ 2039 h 2225"/>
              <a:gd name="T62" fmla="*/ 1748 w 1833"/>
              <a:gd name="T63" fmla="*/ 1974 h 2225"/>
              <a:gd name="T64" fmla="*/ 1462 w 1833"/>
              <a:gd name="T65" fmla="*/ 1924 h 2225"/>
              <a:gd name="T66" fmla="*/ 1748 w 1833"/>
              <a:gd name="T67" fmla="*/ 1974 h 2225"/>
              <a:gd name="T68" fmla="*/ 1738 w 1833"/>
              <a:gd name="T69" fmla="*/ 1766 h 2225"/>
              <a:gd name="T70" fmla="*/ 650 w 1833"/>
              <a:gd name="T71" fmla="*/ 592 h 2225"/>
              <a:gd name="T72" fmla="*/ 1296 w 1833"/>
              <a:gd name="T73" fmla="*/ 113 h 2225"/>
              <a:gd name="T74" fmla="*/ 537 w 1833"/>
              <a:gd name="T75" fmla="*/ 113 h 2225"/>
              <a:gd name="T76" fmla="*/ 603 w 1833"/>
              <a:gd name="T77" fmla="*/ 113 h 2225"/>
              <a:gd name="T78" fmla="*/ 1231 w 1833"/>
              <a:gd name="T79" fmla="*/ 113 h 2225"/>
              <a:gd name="T80" fmla="*/ 650 w 1833"/>
              <a:gd name="T81" fmla="*/ 526 h 2225"/>
              <a:gd name="T82" fmla="*/ 405 w 1833"/>
              <a:gd name="T83" fmla="*/ 902 h 2225"/>
              <a:gd name="T84" fmla="*/ 803 w 1833"/>
              <a:gd name="T85" fmla="*/ 1101 h 2225"/>
              <a:gd name="T86" fmla="*/ 882 w 1833"/>
              <a:gd name="T87" fmla="*/ 1250 h 2225"/>
              <a:gd name="T88" fmla="*/ 1031 w 1833"/>
              <a:gd name="T89" fmla="*/ 1171 h 2225"/>
              <a:gd name="T90" fmla="*/ 952 w 1833"/>
              <a:gd name="T91" fmla="*/ 1021 h 2225"/>
              <a:gd name="T92" fmla="*/ 1457 w 1833"/>
              <a:gd name="T93" fmla="*/ 874 h 2225"/>
              <a:gd name="T94" fmla="*/ 1303 w 1833"/>
              <a:gd name="T95" fmla="*/ 652 h 2225"/>
              <a:gd name="T96" fmla="*/ 530 w 1833"/>
              <a:gd name="T97" fmla="*/ 652 h 2225"/>
              <a:gd name="T98" fmla="*/ 377 w 1833"/>
              <a:gd name="T99" fmla="*/ 874 h 2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33" h="2225">
                <a:moveTo>
                  <a:pt x="1093" y="1413"/>
                </a:moveTo>
                <a:cubicBezTo>
                  <a:pt x="952" y="1413"/>
                  <a:pt x="952" y="1413"/>
                  <a:pt x="952" y="1413"/>
                </a:cubicBezTo>
                <a:cubicBezTo>
                  <a:pt x="952" y="1301"/>
                  <a:pt x="952" y="1301"/>
                  <a:pt x="952" y="1301"/>
                </a:cubicBezTo>
                <a:cubicBezTo>
                  <a:pt x="940" y="1304"/>
                  <a:pt x="929" y="1305"/>
                  <a:pt x="917" y="1305"/>
                </a:cubicBezTo>
                <a:cubicBezTo>
                  <a:pt x="905" y="1305"/>
                  <a:pt x="893" y="1304"/>
                  <a:pt x="882" y="1301"/>
                </a:cubicBezTo>
                <a:cubicBezTo>
                  <a:pt x="882" y="1413"/>
                  <a:pt x="882" y="1413"/>
                  <a:pt x="882" y="1413"/>
                </a:cubicBezTo>
                <a:cubicBezTo>
                  <a:pt x="740" y="1413"/>
                  <a:pt x="740" y="1413"/>
                  <a:pt x="740" y="1413"/>
                </a:cubicBezTo>
                <a:cubicBezTo>
                  <a:pt x="705" y="1413"/>
                  <a:pt x="677" y="1441"/>
                  <a:pt x="677" y="1476"/>
                </a:cubicBezTo>
                <a:cubicBezTo>
                  <a:pt x="677" y="2162"/>
                  <a:pt x="677" y="2162"/>
                  <a:pt x="677" y="2162"/>
                </a:cubicBezTo>
                <a:cubicBezTo>
                  <a:pt x="677" y="2197"/>
                  <a:pt x="705" y="2225"/>
                  <a:pt x="740" y="2225"/>
                </a:cubicBezTo>
                <a:cubicBezTo>
                  <a:pt x="1093" y="2225"/>
                  <a:pt x="1093" y="2225"/>
                  <a:pt x="1093" y="2225"/>
                </a:cubicBezTo>
                <a:cubicBezTo>
                  <a:pt x="1128" y="2225"/>
                  <a:pt x="1156" y="2197"/>
                  <a:pt x="1156" y="2162"/>
                </a:cubicBezTo>
                <a:cubicBezTo>
                  <a:pt x="1156" y="1476"/>
                  <a:pt x="1156" y="1476"/>
                  <a:pt x="1156" y="1476"/>
                </a:cubicBezTo>
                <a:cubicBezTo>
                  <a:pt x="1156" y="1441"/>
                  <a:pt x="1128" y="1413"/>
                  <a:pt x="1093" y="1413"/>
                </a:cubicBezTo>
                <a:close/>
                <a:moveTo>
                  <a:pt x="1071" y="2089"/>
                </a:moveTo>
                <a:cubicBezTo>
                  <a:pt x="785" y="2089"/>
                  <a:pt x="785" y="2089"/>
                  <a:pt x="785" y="2089"/>
                </a:cubicBezTo>
                <a:cubicBezTo>
                  <a:pt x="771" y="2089"/>
                  <a:pt x="760" y="2078"/>
                  <a:pt x="760" y="2064"/>
                </a:cubicBezTo>
                <a:cubicBezTo>
                  <a:pt x="760" y="2050"/>
                  <a:pt x="771" y="2039"/>
                  <a:pt x="785" y="2039"/>
                </a:cubicBezTo>
                <a:cubicBezTo>
                  <a:pt x="1071" y="2039"/>
                  <a:pt x="1071" y="2039"/>
                  <a:pt x="1071" y="2039"/>
                </a:cubicBezTo>
                <a:cubicBezTo>
                  <a:pt x="1085" y="2039"/>
                  <a:pt x="1096" y="2050"/>
                  <a:pt x="1096" y="2064"/>
                </a:cubicBezTo>
                <a:cubicBezTo>
                  <a:pt x="1096" y="2078"/>
                  <a:pt x="1085" y="2089"/>
                  <a:pt x="1071" y="2089"/>
                </a:cubicBezTo>
                <a:close/>
                <a:moveTo>
                  <a:pt x="1071" y="1974"/>
                </a:moveTo>
                <a:cubicBezTo>
                  <a:pt x="785" y="1974"/>
                  <a:pt x="785" y="1974"/>
                  <a:pt x="785" y="1974"/>
                </a:cubicBezTo>
                <a:cubicBezTo>
                  <a:pt x="771" y="1974"/>
                  <a:pt x="760" y="1963"/>
                  <a:pt x="760" y="1949"/>
                </a:cubicBezTo>
                <a:cubicBezTo>
                  <a:pt x="760" y="1935"/>
                  <a:pt x="771" y="1924"/>
                  <a:pt x="785" y="1924"/>
                </a:cubicBezTo>
                <a:cubicBezTo>
                  <a:pt x="1071" y="1924"/>
                  <a:pt x="1071" y="1924"/>
                  <a:pt x="1071" y="1924"/>
                </a:cubicBezTo>
                <a:cubicBezTo>
                  <a:pt x="1085" y="1924"/>
                  <a:pt x="1096" y="1935"/>
                  <a:pt x="1096" y="1949"/>
                </a:cubicBezTo>
                <a:cubicBezTo>
                  <a:pt x="1096" y="1963"/>
                  <a:pt x="1085" y="1974"/>
                  <a:pt x="1071" y="1974"/>
                </a:cubicBezTo>
                <a:close/>
                <a:moveTo>
                  <a:pt x="1061" y="1836"/>
                </a:moveTo>
                <a:cubicBezTo>
                  <a:pt x="1042" y="1836"/>
                  <a:pt x="1026" y="1820"/>
                  <a:pt x="1026" y="1801"/>
                </a:cubicBezTo>
                <a:cubicBezTo>
                  <a:pt x="1026" y="1782"/>
                  <a:pt x="1042" y="1766"/>
                  <a:pt x="1061" y="1766"/>
                </a:cubicBezTo>
                <a:cubicBezTo>
                  <a:pt x="1081" y="1766"/>
                  <a:pt x="1096" y="1782"/>
                  <a:pt x="1096" y="1801"/>
                </a:cubicBezTo>
                <a:cubicBezTo>
                  <a:pt x="1096" y="1820"/>
                  <a:pt x="1081" y="1836"/>
                  <a:pt x="1061" y="1836"/>
                </a:cubicBezTo>
                <a:close/>
                <a:moveTo>
                  <a:pt x="416" y="1413"/>
                </a:moveTo>
                <a:cubicBezTo>
                  <a:pt x="260" y="1413"/>
                  <a:pt x="260" y="1413"/>
                  <a:pt x="260" y="1413"/>
                </a:cubicBezTo>
                <a:cubicBezTo>
                  <a:pt x="260" y="1329"/>
                  <a:pt x="260" y="1329"/>
                  <a:pt x="260" y="1329"/>
                </a:cubicBezTo>
                <a:cubicBezTo>
                  <a:pt x="260" y="1242"/>
                  <a:pt x="331" y="1171"/>
                  <a:pt x="418" y="1171"/>
                </a:cubicBezTo>
                <a:cubicBezTo>
                  <a:pt x="751" y="1171"/>
                  <a:pt x="751" y="1171"/>
                  <a:pt x="751" y="1171"/>
                </a:cubicBezTo>
                <a:cubicBezTo>
                  <a:pt x="749" y="1159"/>
                  <a:pt x="748" y="1148"/>
                  <a:pt x="748" y="1136"/>
                </a:cubicBezTo>
                <a:cubicBezTo>
                  <a:pt x="748" y="1124"/>
                  <a:pt x="749" y="1112"/>
                  <a:pt x="751" y="1101"/>
                </a:cubicBezTo>
                <a:cubicBezTo>
                  <a:pt x="418" y="1101"/>
                  <a:pt x="418" y="1101"/>
                  <a:pt x="418" y="1101"/>
                </a:cubicBezTo>
                <a:cubicBezTo>
                  <a:pt x="293" y="1101"/>
                  <a:pt x="190" y="1203"/>
                  <a:pt x="190" y="1329"/>
                </a:cubicBezTo>
                <a:cubicBezTo>
                  <a:pt x="190" y="1413"/>
                  <a:pt x="190" y="1413"/>
                  <a:pt x="190" y="1413"/>
                </a:cubicBezTo>
                <a:cubicBezTo>
                  <a:pt x="63" y="1413"/>
                  <a:pt x="63" y="1413"/>
                  <a:pt x="63" y="1413"/>
                </a:cubicBezTo>
                <a:cubicBezTo>
                  <a:pt x="28" y="1413"/>
                  <a:pt x="0" y="1441"/>
                  <a:pt x="0" y="1476"/>
                </a:cubicBezTo>
                <a:cubicBezTo>
                  <a:pt x="0" y="2162"/>
                  <a:pt x="0" y="2162"/>
                  <a:pt x="0" y="2162"/>
                </a:cubicBezTo>
                <a:cubicBezTo>
                  <a:pt x="0" y="2197"/>
                  <a:pt x="28" y="2225"/>
                  <a:pt x="63" y="2225"/>
                </a:cubicBezTo>
                <a:cubicBezTo>
                  <a:pt x="416" y="2225"/>
                  <a:pt x="416" y="2225"/>
                  <a:pt x="416" y="2225"/>
                </a:cubicBezTo>
                <a:cubicBezTo>
                  <a:pt x="451" y="2225"/>
                  <a:pt x="480" y="2197"/>
                  <a:pt x="480" y="2162"/>
                </a:cubicBezTo>
                <a:cubicBezTo>
                  <a:pt x="480" y="1476"/>
                  <a:pt x="480" y="1476"/>
                  <a:pt x="480" y="1476"/>
                </a:cubicBezTo>
                <a:cubicBezTo>
                  <a:pt x="480" y="1441"/>
                  <a:pt x="451" y="1413"/>
                  <a:pt x="416" y="1413"/>
                </a:cubicBezTo>
                <a:close/>
                <a:moveTo>
                  <a:pt x="394" y="2089"/>
                </a:moveTo>
                <a:cubicBezTo>
                  <a:pt x="108" y="2089"/>
                  <a:pt x="108" y="2089"/>
                  <a:pt x="108" y="2089"/>
                </a:cubicBezTo>
                <a:cubicBezTo>
                  <a:pt x="94" y="2089"/>
                  <a:pt x="83" y="2078"/>
                  <a:pt x="83" y="2064"/>
                </a:cubicBezTo>
                <a:cubicBezTo>
                  <a:pt x="83" y="2050"/>
                  <a:pt x="94" y="2039"/>
                  <a:pt x="108" y="2039"/>
                </a:cubicBezTo>
                <a:cubicBezTo>
                  <a:pt x="394" y="2039"/>
                  <a:pt x="394" y="2039"/>
                  <a:pt x="394" y="2039"/>
                </a:cubicBezTo>
                <a:cubicBezTo>
                  <a:pt x="408" y="2039"/>
                  <a:pt x="419" y="2050"/>
                  <a:pt x="419" y="2064"/>
                </a:cubicBezTo>
                <a:cubicBezTo>
                  <a:pt x="419" y="2078"/>
                  <a:pt x="408" y="2089"/>
                  <a:pt x="394" y="2089"/>
                </a:cubicBezTo>
                <a:close/>
                <a:moveTo>
                  <a:pt x="394" y="1974"/>
                </a:moveTo>
                <a:cubicBezTo>
                  <a:pt x="108" y="1974"/>
                  <a:pt x="108" y="1974"/>
                  <a:pt x="108" y="1974"/>
                </a:cubicBezTo>
                <a:cubicBezTo>
                  <a:pt x="94" y="1974"/>
                  <a:pt x="83" y="1963"/>
                  <a:pt x="83" y="1949"/>
                </a:cubicBezTo>
                <a:cubicBezTo>
                  <a:pt x="83" y="1935"/>
                  <a:pt x="94" y="1924"/>
                  <a:pt x="108" y="1924"/>
                </a:cubicBezTo>
                <a:cubicBezTo>
                  <a:pt x="394" y="1924"/>
                  <a:pt x="394" y="1924"/>
                  <a:pt x="394" y="1924"/>
                </a:cubicBezTo>
                <a:cubicBezTo>
                  <a:pt x="408" y="1924"/>
                  <a:pt x="419" y="1935"/>
                  <a:pt x="419" y="1949"/>
                </a:cubicBezTo>
                <a:cubicBezTo>
                  <a:pt x="419" y="1963"/>
                  <a:pt x="408" y="1974"/>
                  <a:pt x="394" y="1974"/>
                </a:cubicBezTo>
                <a:close/>
                <a:moveTo>
                  <a:pt x="384" y="1836"/>
                </a:moveTo>
                <a:cubicBezTo>
                  <a:pt x="365" y="1836"/>
                  <a:pt x="350" y="1820"/>
                  <a:pt x="350" y="1801"/>
                </a:cubicBezTo>
                <a:cubicBezTo>
                  <a:pt x="350" y="1782"/>
                  <a:pt x="365" y="1766"/>
                  <a:pt x="384" y="1766"/>
                </a:cubicBezTo>
                <a:cubicBezTo>
                  <a:pt x="404" y="1766"/>
                  <a:pt x="419" y="1782"/>
                  <a:pt x="419" y="1801"/>
                </a:cubicBezTo>
                <a:cubicBezTo>
                  <a:pt x="419" y="1820"/>
                  <a:pt x="404" y="1836"/>
                  <a:pt x="384" y="1836"/>
                </a:cubicBezTo>
                <a:close/>
                <a:moveTo>
                  <a:pt x="1770" y="1413"/>
                </a:moveTo>
                <a:cubicBezTo>
                  <a:pt x="1643" y="1413"/>
                  <a:pt x="1643" y="1413"/>
                  <a:pt x="1643" y="1413"/>
                </a:cubicBezTo>
                <a:cubicBezTo>
                  <a:pt x="1643" y="1329"/>
                  <a:pt x="1643" y="1329"/>
                  <a:pt x="1643" y="1329"/>
                </a:cubicBezTo>
                <a:cubicBezTo>
                  <a:pt x="1643" y="1203"/>
                  <a:pt x="1541" y="1101"/>
                  <a:pt x="1415" y="1101"/>
                </a:cubicBezTo>
                <a:cubicBezTo>
                  <a:pt x="1082" y="1101"/>
                  <a:pt x="1082" y="1101"/>
                  <a:pt x="1082" y="1101"/>
                </a:cubicBezTo>
                <a:cubicBezTo>
                  <a:pt x="1085" y="1112"/>
                  <a:pt x="1086" y="1124"/>
                  <a:pt x="1086" y="1136"/>
                </a:cubicBezTo>
                <a:cubicBezTo>
                  <a:pt x="1086" y="1148"/>
                  <a:pt x="1085" y="1159"/>
                  <a:pt x="1082" y="1171"/>
                </a:cubicBezTo>
                <a:cubicBezTo>
                  <a:pt x="1415" y="1171"/>
                  <a:pt x="1415" y="1171"/>
                  <a:pt x="1415" y="1171"/>
                </a:cubicBezTo>
                <a:cubicBezTo>
                  <a:pt x="1503" y="1171"/>
                  <a:pt x="1574" y="1242"/>
                  <a:pt x="1574" y="1329"/>
                </a:cubicBezTo>
                <a:cubicBezTo>
                  <a:pt x="1574" y="1413"/>
                  <a:pt x="1574" y="1413"/>
                  <a:pt x="1574" y="1413"/>
                </a:cubicBezTo>
                <a:cubicBezTo>
                  <a:pt x="1417" y="1413"/>
                  <a:pt x="1417" y="1413"/>
                  <a:pt x="1417" y="1413"/>
                </a:cubicBezTo>
                <a:cubicBezTo>
                  <a:pt x="1382" y="1413"/>
                  <a:pt x="1354" y="1441"/>
                  <a:pt x="1354" y="1476"/>
                </a:cubicBezTo>
                <a:cubicBezTo>
                  <a:pt x="1354" y="2162"/>
                  <a:pt x="1354" y="2162"/>
                  <a:pt x="1354" y="2162"/>
                </a:cubicBezTo>
                <a:cubicBezTo>
                  <a:pt x="1354" y="2197"/>
                  <a:pt x="1382" y="2225"/>
                  <a:pt x="1417" y="2225"/>
                </a:cubicBezTo>
                <a:cubicBezTo>
                  <a:pt x="1770" y="2225"/>
                  <a:pt x="1770" y="2225"/>
                  <a:pt x="1770" y="2225"/>
                </a:cubicBezTo>
                <a:cubicBezTo>
                  <a:pt x="1805" y="2225"/>
                  <a:pt x="1833" y="2197"/>
                  <a:pt x="1833" y="2162"/>
                </a:cubicBezTo>
                <a:cubicBezTo>
                  <a:pt x="1833" y="1476"/>
                  <a:pt x="1833" y="1476"/>
                  <a:pt x="1833" y="1476"/>
                </a:cubicBezTo>
                <a:cubicBezTo>
                  <a:pt x="1833" y="1441"/>
                  <a:pt x="1805" y="1413"/>
                  <a:pt x="1770" y="1413"/>
                </a:cubicBezTo>
                <a:close/>
                <a:moveTo>
                  <a:pt x="1748" y="2089"/>
                </a:moveTo>
                <a:cubicBezTo>
                  <a:pt x="1462" y="2089"/>
                  <a:pt x="1462" y="2089"/>
                  <a:pt x="1462" y="2089"/>
                </a:cubicBezTo>
                <a:cubicBezTo>
                  <a:pt x="1448" y="2089"/>
                  <a:pt x="1437" y="2078"/>
                  <a:pt x="1437" y="2064"/>
                </a:cubicBezTo>
                <a:cubicBezTo>
                  <a:pt x="1437" y="2050"/>
                  <a:pt x="1448" y="2039"/>
                  <a:pt x="1462" y="2039"/>
                </a:cubicBezTo>
                <a:cubicBezTo>
                  <a:pt x="1748" y="2039"/>
                  <a:pt x="1748" y="2039"/>
                  <a:pt x="1748" y="2039"/>
                </a:cubicBezTo>
                <a:cubicBezTo>
                  <a:pt x="1762" y="2039"/>
                  <a:pt x="1773" y="2050"/>
                  <a:pt x="1773" y="2064"/>
                </a:cubicBezTo>
                <a:cubicBezTo>
                  <a:pt x="1773" y="2078"/>
                  <a:pt x="1762" y="2089"/>
                  <a:pt x="1748" y="2089"/>
                </a:cubicBezTo>
                <a:close/>
                <a:moveTo>
                  <a:pt x="1748" y="1974"/>
                </a:moveTo>
                <a:cubicBezTo>
                  <a:pt x="1462" y="1974"/>
                  <a:pt x="1462" y="1974"/>
                  <a:pt x="1462" y="1974"/>
                </a:cubicBezTo>
                <a:cubicBezTo>
                  <a:pt x="1448" y="1974"/>
                  <a:pt x="1437" y="1963"/>
                  <a:pt x="1437" y="1949"/>
                </a:cubicBezTo>
                <a:cubicBezTo>
                  <a:pt x="1437" y="1935"/>
                  <a:pt x="1448" y="1924"/>
                  <a:pt x="1462" y="1924"/>
                </a:cubicBezTo>
                <a:cubicBezTo>
                  <a:pt x="1748" y="1924"/>
                  <a:pt x="1748" y="1924"/>
                  <a:pt x="1748" y="1924"/>
                </a:cubicBezTo>
                <a:cubicBezTo>
                  <a:pt x="1762" y="1924"/>
                  <a:pt x="1773" y="1935"/>
                  <a:pt x="1773" y="1949"/>
                </a:cubicBezTo>
                <a:cubicBezTo>
                  <a:pt x="1773" y="1963"/>
                  <a:pt x="1762" y="1974"/>
                  <a:pt x="1748" y="1974"/>
                </a:cubicBezTo>
                <a:close/>
                <a:moveTo>
                  <a:pt x="1738" y="1836"/>
                </a:moveTo>
                <a:cubicBezTo>
                  <a:pt x="1719" y="1836"/>
                  <a:pt x="1703" y="1820"/>
                  <a:pt x="1703" y="1801"/>
                </a:cubicBezTo>
                <a:cubicBezTo>
                  <a:pt x="1703" y="1782"/>
                  <a:pt x="1719" y="1766"/>
                  <a:pt x="1738" y="1766"/>
                </a:cubicBezTo>
                <a:cubicBezTo>
                  <a:pt x="1757" y="1766"/>
                  <a:pt x="1773" y="1782"/>
                  <a:pt x="1773" y="1801"/>
                </a:cubicBezTo>
                <a:cubicBezTo>
                  <a:pt x="1773" y="1820"/>
                  <a:pt x="1757" y="1836"/>
                  <a:pt x="1738" y="1836"/>
                </a:cubicBezTo>
                <a:close/>
                <a:moveTo>
                  <a:pt x="650" y="592"/>
                </a:moveTo>
                <a:cubicBezTo>
                  <a:pt x="1184" y="592"/>
                  <a:pt x="1184" y="592"/>
                  <a:pt x="1184" y="592"/>
                </a:cubicBezTo>
                <a:cubicBezTo>
                  <a:pt x="1246" y="592"/>
                  <a:pt x="1296" y="541"/>
                  <a:pt x="1296" y="479"/>
                </a:cubicBezTo>
                <a:cubicBezTo>
                  <a:pt x="1296" y="113"/>
                  <a:pt x="1296" y="113"/>
                  <a:pt x="1296" y="113"/>
                </a:cubicBezTo>
                <a:cubicBezTo>
                  <a:pt x="1296" y="51"/>
                  <a:pt x="1246" y="0"/>
                  <a:pt x="1184" y="0"/>
                </a:cubicBezTo>
                <a:cubicBezTo>
                  <a:pt x="650" y="0"/>
                  <a:pt x="650" y="0"/>
                  <a:pt x="650" y="0"/>
                </a:cubicBezTo>
                <a:cubicBezTo>
                  <a:pt x="588" y="0"/>
                  <a:pt x="537" y="51"/>
                  <a:pt x="537" y="113"/>
                </a:cubicBezTo>
                <a:cubicBezTo>
                  <a:pt x="537" y="479"/>
                  <a:pt x="537" y="479"/>
                  <a:pt x="537" y="479"/>
                </a:cubicBezTo>
                <a:cubicBezTo>
                  <a:pt x="537" y="541"/>
                  <a:pt x="588" y="592"/>
                  <a:pt x="650" y="592"/>
                </a:cubicBezTo>
                <a:close/>
                <a:moveTo>
                  <a:pt x="603" y="113"/>
                </a:moveTo>
                <a:cubicBezTo>
                  <a:pt x="603" y="87"/>
                  <a:pt x="624" y="66"/>
                  <a:pt x="650" y="66"/>
                </a:cubicBezTo>
                <a:cubicBezTo>
                  <a:pt x="1184" y="66"/>
                  <a:pt x="1184" y="66"/>
                  <a:pt x="1184" y="66"/>
                </a:cubicBezTo>
                <a:cubicBezTo>
                  <a:pt x="1210" y="66"/>
                  <a:pt x="1231" y="87"/>
                  <a:pt x="1231" y="113"/>
                </a:cubicBezTo>
                <a:cubicBezTo>
                  <a:pt x="1231" y="479"/>
                  <a:pt x="1231" y="479"/>
                  <a:pt x="1231" y="479"/>
                </a:cubicBezTo>
                <a:cubicBezTo>
                  <a:pt x="1231" y="505"/>
                  <a:pt x="1210" y="526"/>
                  <a:pt x="1184" y="526"/>
                </a:cubicBezTo>
                <a:cubicBezTo>
                  <a:pt x="650" y="526"/>
                  <a:pt x="650" y="526"/>
                  <a:pt x="650" y="526"/>
                </a:cubicBezTo>
                <a:cubicBezTo>
                  <a:pt x="624" y="526"/>
                  <a:pt x="603" y="505"/>
                  <a:pt x="603" y="479"/>
                </a:cubicBezTo>
                <a:lnTo>
                  <a:pt x="603" y="113"/>
                </a:lnTo>
                <a:close/>
                <a:moveTo>
                  <a:pt x="405" y="902"/>
                </a:moveTo>
                <a:cubicBezTo>
                  <a:pt x="882" y="902"/>
                  <a:pt x="882" y="902"/>
                  <a:pt x="882" y="902"/>
                </a:cubicBezTo>
                <a:cubicBezTo>
                  <a:pt x="882" y="1021"/>
                  <a:pt x="882" y="1021"/>
                  <a:pt x="882" y="1021"/>
                </a:cubicBezTo>
                <a:cubicBezTo>
                  <a:pt x="844" y="1033"/>
                  <a:pt x="814" y="1063"/>
                  <a:pt x="803" y="1101"/>
                </a:cubicBezTo>
                <a:cubicBezTo>
                  <a:pt x="799" y="1112"/>
                  <a:pt x="797" y="1124"/>
                  <a:pt x="797" y="1136"/>
                </a:cubicBezTo>
                <a:cubicBezTo>
                  <a:pt x="797" y="1148"/>
                  <a:pt x="799" y="1160"/>
                  <a:pt x="803" y="1171"/>
                </a:cubicBezTo>
                <a:cubicBezTo>
                  <a:pt x="814" y="1209"/>
                  <a:pt x="844" y="1238"/>
                  <a:pt x="882" y="1250"/>
                </a:cubicBezTo>
                <a:cubicBezTo>
                  <a:pt x="893" y="1253"/>
                  <a:pt x="905" y="1255"/>
                  <a:pt x="917" y="1255"/>
                </a:cubicBezTo>
                <a:cubicBezTo>
                  <a:pt x="929" y="1255"/>
                  <a:pt x="941" y="1253"/>
                  <a:pt x="952" y="1250"/>
                </a:cubicBezTo>
                <a:cubicBezTo>
                  <a:pt x="990" y="1238"/>
                  <a:pt x="1020" y="1209"/>
                  <a:pt x="1031" y="1171"/>
                </a:cubicBezTo>
                <a:cubicBezTo>
                  <a:pt x="1034" y="1160"/>
                  <a:pt x="1036" y="1148"/>
                  <a:pt x="1036" y="1136"/>
                </a:cubicBezTo>
                <a:cubicBezTo>
                  <a:pt x="1036" y="1124"/>
                  <a:pt x="1034" y="1112"/>
                  <a:pt x="1031" y="1101"/>
                </a:cubicBezTo>
                <a:cubicBezTo>
                  <a:pt x="1019" y="1063"/>
                  <a:pt x="990" y="1033"/>
                  <a:pt x="952" y="1021"/>
                </a:cubicBezTo>
                <a:cubicBezTo>
                  <a:pt x="952" y="902"/>
                  <a:pt x="952" y="902"/>
                  <a:pt x="952" y="902"/>
                </a:cubicBezTo>
                <a:cubicBezTo>
                  <a:pt x="1429" y="902"/>
                  <a:pt x="1429" y="902"/>
                  <a:pt x="1429" y="902"/>
                </a:cubicBezTo>
                <a:cubicBezTo>
                  <a:pt x="1444" y="902"/>
                  <a:pt x="1457" y="889"/>
                  <a:pt x="1457" y="874"/>
                </a:cubicBezTo>
                <a:cubicBezTo>
                  <a:pt x="1457" y="861"/>
                  <a:pt x="1457" y="861"/>
                  <a:pt x="1457" y="861"/>
                </a:cubicBezTo>
                <a:cubicBezTo>
                  <a:pt x="1457" y="845"/>
                  <a:pt x="1449" y="823"/>
                  <a:pt x="1439" y="811"/>
                </a:cubicBezTo>
                <a:cubicBezTo>
                  <a:pt x="1303" y="652"/>
                  <a:pt x="1303" y="652"/>
                  <a:pt x="1303" y="652"/>
                </a:cubicBezTo>
                <a:cubicBezTo>
                  <a:pt x="1293" y="640"/>
                  <a:pt x="1273" y="631"/>
                  <a:pt x="1257" y="631"/>
                </a:cubicBezTo>
                <a:cubicBezTo>
                  <a:pt x="577" y="631"/>
                  <a:pt x="577" y="631"/>
                  <a:pt x="577" y="631"/>
                </a:cubicBezTo>
                <a:cubicBezTo>
                  <a:pt x="561" y="631"/>
                  <a:pt x="540" y="640"/>
                  <a:pt x="530" y="652"/>
                </a:cubicBezTo>
                <a:cubicBezTo>
                  <a:pt x="395" y="811"/>
                  <a:pt x="395" y="811"/>
                  <a:pt x="395" y="811"/>
                </a:cubicBezTo>
                <a:cubicBezTo>
                  <a:pt x="385" y="823"/>
                  <a:pt x="377" y="845"/>
                  <a:pt x="377" y="861"/>
                </a:cubicBezTo>
                <a:cubicBezTo>
                  <a:pt x="377" y="874"/>
                  <a:pt x="377" y="874"/>
                  <a:pt x="377" y="874"/>
                </a:cubicBezTo>
                <a:cubicBezTo>
                  <a:pt x="377" y="889"/>
                  <a:pt x="389" y="902"/>
                  <a:pt x="405" y="902"/>
                </a:cubicBezTo>
                <a:close/>
              </a:path>
            </a:pathLst>
          </a:custGeom>
          <a:solidFill>
            <a:srgbClr val="364856"/>
          </a:solidFill>
          <a:ln>
            <a:noFill/>
          </a:ln>
          <a:effectLst>
            <a:reflection blurRad="6350" stA="52000" endA="300" endPos="35000" dir="5400000" sy="-100000" algn="bl" rotWithShape="0"/>
          </a:effectLst>
        </p:spPr>
        <p:txBody>
          <a:bodyPr vert="horz" wrap="square" lIns="82305" tIns="41153" rIns="82305" bIns="41153" numCol="1" anchor="t" anchorCtr="0" compatLnSpc="1">
            <a:prstTxWarp prst="textNoShape">
              <a:avLst/>
            </a:prstTxWarp>
          </a:bodyPr>
          <a:lstStyle/>
          <a:p>
            <a:pPr defTabSz="914286"/>
            <a:endParaRPr lang="en-US" sz="1200">
              <a:solidFill>
                <a:srgbClr val="292929"/>
              </a:solidFill>
            </a:endParaRPr>
          </a:p>
        </p:txBody>
      </p:sp>
      <p:pic>
        <p:nvPicPr>
          <p:cNvPr id="70" name="Picture 5" descr="\\MAGNUM\Projects\Microsoft\Cloud Power FY12\Design\ICONS_PNG\Increase.png"/>
          <p:cNvPicPr>
            <a:picLocks noChangeAspect="1" noChangeArrowheads="1"/>
          </p:cNvPicPr>
          <p:nvPr/>
        </p:nvPicPr>
        <p:blipFill rotWithShape="1">
          <a:blip r:embed="rId2" cstate="print">
            <a:duotone>
              <a:prstClr val="black"/>
              <a:srgbClr val="393F59">
                <a:tint val="45000"/>
                <a:satMod val="400000"/>
              </a:srgbClr>
            </a:duotone>
            <a:extLst>
              <a:ext uri="{28A0092B-C50C-407E-A947-70E740481C1C}">
                <a14:useLocalDpi xmlns:a14="http://schemas.microsoft.com/office/drawing/2010/main"/>
              </a:ext>
            </a:extLst>
          </a:blip>
          <a:srcRect b="16251"/>
          <a:stretch/>
        </p:blipFill>
        <p:spPr bwMode="auto">
          <a:xfrm>
            <a:off x="4497346" y="1631353"/>
            <a:ext cx="1059851" cy="887383"/>
          </a:xfrm>
          <a:prstGeom prst="rect">
            <a:avLst/>
          </a:prstGeom>
          <a:noFill/>
          <a:effectLst>
            <a:reflection blurRad="6350" stA="52000" endA="300" endPos="35000" dir="5400000" sy="-100000" algn="bl" rotWithShape="0"/>
          </a:effectLst>
        </p:spPr>
      </p:pic>
      <p:sp>
        <p:nvSpPr>
          <p:cNvPr id="71" name="Freeform 89"/>
          <p:cNvSpPr>
            <a:spLocks noEditPoints="1"/>
          </p:cNvSpPr>
          <p:nvPr/>
        </p:nvSpPr>
        <p:spPr bwMode="black">
          <a:xfrm>
            <a:off x="6853322" y="3429537"/>
            <a:ext cx="628007" cy="404159"/>
          </a:xfrm>
          <a:custGeom>
            <a:avLst/>
            <a:gdLst>
              <a:gd name="T0" fmla="*/ 350 w 3153"/>
              <a:gd name="T1" fmla="*/ 935 h 2031"/>
              <a:gd name="T2" fmla="*/ 788 w 3153"/>
              <a:gd name="T3" fmla="*/ 0 h 2031"/>
              <a:gd name="T4" fmla="*/ 2918 w 3153"/>
              <a:gd name="T5" fmla="*/ 1882 h 2031"/>
              <a:gd name="T6" fmla="*/ 2403 w 3153"/>
              <a:gd name="T7" fmla="*/ 1493 h 2031"/>
              <a:gd name="T8" fmla="*/ 2244 w 3153"/>
              <a:gd name="T9" fmla="*/ 1424 h 2031"/>
              <a:gd name="T10" fmla="*/ 2391 w 3153"/>
              <a:gd name="T11" fmla="*/ 1458 h 2031"/>
              <a:gd name="T12" fmla="*/ 1437 w 3153"/>
              <a:gd name="T13" fmla="*/ 1486 h 2031"/>
              <a:gd name="T14" fmla="*/ 1460 w 3153"/>
              <a:gd name="T15" fmla="*/ 1427 h 2031"/>
              <a:gd name="T16" fmla="*/ 1588 w 3153"/>
              <a:gd name="T17" fmla="*/ 1440 h 2031"/>
              <a:gd name="T18" fmla="*/ 1563 w 3153"/>
              <a:gd name="T19" fmla="*/ 1636 h 2031"/>
              <a:gd name="T20" fmla="*/ 1421 w 3153"/>
              <a:gd name="T21" fmla="*/ 1612 h 2031"/>
              <a:gd name="T22" fmla="*/ 1170 w 3153"/>
              <a:gd name="T23" fmla="*/ 1604 h 2031"/>
              <a:gd name="T24" fmla="*/ 1340 w 3153"/>
              <a:gd name="T25" fmla="*/ 1589 h 2031"/>
              <a:gd name="T26" fmla="*/ 1175 w 3153"/>
              <a:gd name="T27" fmla="*/ 1631 h 2031"/>
              <a:gd name="T28" fmla="*/ 1228 w 3153"/>
              <a:gd name="T29" fmla="*/ 1433 h 2031"/>
              <a:gd name="T30" fmla="*/ 1366 w 3153"/>
              <a:gd name="T31" fmla="*/ 1441 h 2031"/>
              <a:gd name="T32" fmla="*/ 916 w 3153"/>
              <a:gd name="T33" fmla="*/ 1607 h 2031"/>
              <a:gd name="T34" fmla="*/ 1099 w 3153"/>
              <a:gd name="T35" fmla="*/ 1564 h 2031"/>
              <a:gd name="T36" fmla="*/ 911 w 3153"/>
              <a:gd name="T37" fmla="*/ 1624 h 2031"/>
              <a:gd name="T38" fmla="*/ 832 w 3153"/>
              <a:gd name="T39" fmla="*/ 1503 h 2031"/>
              <a:gd name="T40" fmla="*/ 922 w 3153"/>
              <a:gd name="T41" fmla="*/ 1437 h 2031"/>
              <a:gd name="T42" fmla="*/ 999 w 3153"/>
              <a:gd name="T43" fmla="*/ 1440 h 2031"/>
              <a:gd name="T44" fmla="*/ 1143 w 3153"/>
              <a:gd name="T45" fmla="*/ 1436 h 2031"/>
              <a:gd name="T46" fmla="*/ 1113 w 3153"/>
              <a:gd name="T47" fmla="*/ 1496 h 2031"/>
              <a:gd name="T48" fmla="*/ 692 w 3153"/>
              <a:gd name="T49" fmla="*/ 1804 h 2031"/>
              <a:gd name="T50" fmla="*/ 574 w 3153"/>
              <a:gd name="T51" fmla="*/ 1739 h 2031"/>
              <a:gd name="T52" fmla="*/ 656 w 3153"/>
              <a:gd name="T53" fmla="*/ 1687 h 2031"/>
              <a:gd name="T54" fmla="*/ 823 w 3153"/>
              <a:gd name="T55" fmla="*/ 1619 h 2031"/>
              <a:gd name="T56" fmla="*/ 669 w 3153"/>
              <a:gd name="T57" fmla="*/ 1638 h 2031"/>
              <a:gd name="T58" fmla="*/ 713 w 3153"/>
              <a:gd name="T59" fmla="*/ 1551 h 2031"/>
              <a:gd name="T60" fmla="*/ 828 w 3153"/>
              <a:gd name="T61" fmla="*/ 1613 h 2031"/>
              <a:gd name="T62" fmla="*/ 1570 w 3153"/>
              <a:gd name="T63" fmla="*/ 1798 h 2031"/>
              <a:gd name="T64" fmla="*/ 850 w 3153"/>
              <a:gd name="T65" fmla="*/ 1803 h 2031"/>
              <a:gd name="T66" fmla="*/ 882 w 3153"/>
              <a:gd name="T67" fmla="*/ 1698 h 2031"/>
              <a:gd name="T68" fmla="*/ 1563 w 3153"/>
              <a:gd name="T69" fmla="*/ 1687 h 2031"/>
              <a:gd name="T70" fmla="*/ 1670 w 3153"/>
              <a:gd name="T71" fmla="*/ 1489 h 2031"/>
              <a:gd name="T72" fmla="*/ 1693 w 3153"/>
              <a:gd name="T73" fmla="*/ 1424 h 2031"/>
              <a:gd name="T74" fmla="*/ 1793 w 3153"/>
              <a:gd name="T75" fmla="*/ 1500 h 2031"/>
              <a:gd name="T76" fmla="*/ 1675 w 3153"/>
              <a:gd name="T77" fmla="*/ 1612 h 2031"/>
              <a:gd name="T78" fmla="*/ 1843 w 3153"/>
              <a:gd name="T79" fmla="*/ 1621 h 2031"/>
              <a:gd name="T80" fmla="*/ 1804 w 3153"/>
              <a:gd name="T81" fmla="*/ 1637 h 2031"/>
              <a:gd name="T82" fmla="*/ 1866 w 3153"/>
              <a:gd name="T83" fmla="*/ 1793 h 2031"/>
              <a:gd name="T84" fmla="*/ 1690 w 3153"/>
              <a:gd name="T85" fmla="*/ 1778 h 2031"/>
              <a:gd name="T86" fmla="*/ 1686 w 3153"/>
              <a:gd name="T87" fmla="*/ 1702 h 2031"/>
              <a:gd name="T88" fmla="*/ 1724 w 3153"/>
              <a:gd name="T89" fmla="*/ 1685 h 2031"/>
              <a:gd name="T90" fmla="*/ 1843 w 3153"/>
              <a:gd name="T91" fmla="*/ 1691 h 2031"/>
              <a:gd name="T92" fmla="*/ 2009 w 3153"/>
              <a:gd name="T93" fmla="*/ 1439 h 2031"/>
              <a:gd name="T94" fmla="*/ 2140 w 3153"/>
              <a:gd name="T95" fmla="*/ 1428 h 2031"/>
              <a:gd name="T96" fmla="*/ 2161 w 3153"/>
              <a:gd name="T97" fmla="*/ 1499 h 2031"/>
              <a:gd name="T98" fmla="*/ 2064 w 3153"/>
              <a:gd name="T99" fmla="*/ 1588 h 2031"/>
              <a:gd name="T100" fmla="*/ 2218 w 3153"/>
              <a:gd name="T101" fmla="*/ 1565 h 2031"/>
              <a:gd name="T102" fmla="*/ 2225 w 3153"/>
              <a:gd name="T103" fmla="*/ 1634 h 2031"/>
              <a:gd name="T104" fmla="*/ 2319 w 3153"/>
              <a:gd name="T105" fmla="*/ 1790 h 2031"/>
              <a:gd name="T106" fmla="*/ 2131 w 3153"/>
              <a:gd name="T107" fmla="*/ 1770 h 2031"/>
              <a:gd name="T108" fmla="*/ 2145 w 3153"/>
              <a:gd name="T109" fmla="*/ 1683 h 2031"/>
              <a:gd name="T110" fmla="*/ 2340 w 3153"/>
              <a:gd name="T111" fmla="*/ 1624 h 2031"/>
              <a:gd name="T112" fmla="*/ 2463 w 3153"/>
              <a:gd name="T113" fmla="*/ 1564 h 2031"/>
              <a:gd name="T114" fmla="*/ 2434 w 3153"/>
              <a:gd name="T115" fmla="*/ 1636 h 2031"/>
              <a:gd name="T116" fmla="*/ 2415 w 3153"/>
              <a:gd name="T117" fmla="*/ 1769 h 2031"/>
              <a:gd name="T118" fmla="*/ 2500 w 3153"/>
              <a:gd name="T119" fmla="*/ 1683 h 2031"/>
              <a:gd name="T120" fmla="*/ 2605 w 3153"/>
              <a:gd name="T121" fmla="*/ 1791 h 20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53" h="2031">
                <a:moveTo>
                  <a:pt x="448" y="830"/>
                </a:moveTo>
                <a:cubicBezTo>
                  <a:pt x="368" y="755"/>
                  <a:pt x="368" y="615"/>
                  <a:pt x="448" y="539"/>
                </a:cubicBezTo>
                <a:cubicBezTo>
                  <a:pt x="393" y="549"/>
                  <a:pt x="339" y="610"/>
                  <a:pt x="339" y="685"/>
                </a:cubicBezTo>
                <a:cubicBezTo>
                  <a:pt x="339" y="759"/>
                  <a:pt x="393" y="820"/>
                  <a:pt x="448" y="830"/>
                </a:cubicBezTo>
                <a:close/>
                <a:moveTo>
                  <a:pt x="2814" y="685"/>
                </a:moveTo>
                <a:cubicBezTo>
                  <a:pt x="2815" y="610"/>
                  <a:pt x="2761" y="549"/>
                  <a:pt x="2706" y="539"/>
                </a:cubicBezTo>
                <a:cubicBezTo>
                  <a:pt x="2786" y="615"/>
                  <a:pt x="2786" y="755"/>
                  <a:pt x="2706" y="830"/>
                </a:cubicBezTo>
                <a:cubicBezTo>
                  <a:pt x="2761" y="820"/>
                  <a:pt x="2815" y="759"/>
                  <a:pt x="2814" y="685"/>
                </a:cubicBezTo>
                <a:close/>
                <a:moveTo>
                  <a:pt x="2804" y="935"/>
                </a:moveTo>
                <a:cubicBezTo>
                  <a:pt x="2886" y="904"/>
                  <a:pt x="2970" y="808"/>
                  <a:pt x="2969" y="685"/>
                </a:cubicBezTo>
                <a:cubicBezTo>
                  <a:pt x="2970" y="561"/>
                  <a:pt x="2886" y="465"/>
                  <a:pt x="2804" y="434"/>
                </a:cubicBezTo>
                <a:cubicBezTo>
                  <a:pt x="2871" y="501"/>
                  <a:pt x="2915" y="591"/>
                  <a:pt x="2914" y="685"/>
                </a:cubicBezTo>
                <a:cubicBezTo>
                  <a:pt x="2915" y="778"/>
                  <a:pt x="2871" y="868"/>
                  <a:pt x="2804" y="935"/>
                </a:cubicBezTo>
                <a:close/>
                <a:moveTo>
                  <a:pt x="350" y="935"/>
                </a:moveTo>
                <a:cubicBezTo>
                  <a:pt x="282" y="868"/>
                  <a:pt x="239" y="778"/>
                  <a:pt x="239" y="685"/>
                </a:cubicBezTo>
                <a:cubicBezTo>
                  <a:pt x="239" y="591"/>
                  <a:pt x="282" y="501"/>
                  <a:pt x="350" y="434"/>
                </a:cubicBezTo>
                <a:cubicBezTo>
                  <a:pt x="267" y="465"/>
                  <a:pt x="183" y="561"/>
                  <a:pt x="184" y="685"/>
                </a:cubicBezTo>
                <a:cubicBezTo>
                  <a:pt x="183" y="808"/>
                  <a:pt x="267" y="904"/>
                  <a:pt x="350" y="935"/>
                </a:cubicBezTo>
                <a:close/>
                <a:moveTo>
                  <a:pt x="2877" y="1804"/>
                </a:moveTo>
                <a:cubicBezTo>
                  <a:pt x="2844" y="1765"/>
                  <a:pt x="2811" y="1726"/>
                  <a:pt x="2778" y="1687"/>
                </a:cubicBezTo>
                <a:cubicBezTo>
                  <a:pt x="2705" y="1601"/>
                  <a:pt x="2633" y="1516"/>
                  <a:pt x="2560" y="1430"/>
                </a:cubicBezTo>
                <a:cubicBezTo>
                  <a:pt x="2557" y="1426"/>
                  <a:pt x="2553" y="1421"/>
                  <a:pt x="2549" y="1417"/>
                </a:cubicBezTo>
                <a:cubicBezTo>
                  <a:pt x="2534" y="1399"/>
                  <a:pt x="2511" y="1389"/>
                  <a:pt x="2489" y="1381"/>
                </a:cubicBezTo>
                <a:cubicBezTo>
                  <a:pt x="2466" y="1373"/>
                  <a:pt x="2441" y="1368"/>
                  <a:pt x="2416" y="1367"/>
                </a:cubicBezTo>
                <a:cubicBezTo>
                  <a:pt x="2503" y="1344"/>
                  <a:pt x="2567" y="1266"/>
                  <a:pt x="2567" y="1172"/>
                </a:cubicBezTo>
                <a:cubicBezTo>
                  <a:pt x="2567" y="202"/>
                  <a:pt x="2567" y="202"/>
                  <a:pt x="2567" y="202"/>
                </a:cubicBezTo>
                <a:cubicBezTo>
                  <a:pt x="2567" y="90"/>
                  <a:pt x="2476" y="0"/>
                  <a:pt x="2365" y="0"/>
                </a:cubicBezTo>
                <a:cubicBezTo>
                  <a:pt x="788" y="0"/>
                  <a:pt x="788" y="0"/>
                  <a:pt x="788" y="0"/>
                </a:cubicBezTo>
                <a:cubicBezTo>
                  <a:pt x="677" y="0"/>
                  <a:pt x="586" y="90"/>
                  <a:pt x="586" y="202"/>
                </a:cubicBezTo>
                <a:cubicBezTo>
                  <a:pt x="586" y="1172"/>
                  <a:pt x="586" y="1172"/>
                  <a:pt x="586" y="1172"/>
                </a:cubicBezTo>
                <a:cubicBezTo>
                  <a:pt x="586" y="1266"/>
                  <a:pt x="651" y="1345"/>
                  <a:pt x="738" y="1368"/>
                </a:cubicBezTo>
                <a:cubicBezTo>
                  <a:pt x="689" y="1370"/>
                  <a:pt x="633" y="1388"/>
                  <a:pt x="600" y="1426"/>
                </a:cubicBezTo>
                <a:cubicBezTo>
                  <a:pt x="575" y="1457"/>
                  <a:pt x="549" y="1487"/>
                  <a:pt x="524" y="1518"/>
                </a:cubicBezTo>
                <a:cubicBezTo>
                  <a:pt x="446" y="1610"/>
                  <a:pt x="368" y="1703"/>
                  <a:pt x="290" y="1796"/>
                </a:cubicBezTo>
                <a:cubicBezTo>
                  <a:pt x="271" y="1819"/>
                  <a:pt x="235" y="1852"/>
                  <a:pt x="235" y="1884"/>
                </a:cubicBezTo>
                <a:cubicBezTo>
                  <a:pt x="235" y="1971"/>
                  <a:pt x="235" y="1971"/>
                  <a:pt x="235" y="1971"/>
                </a:cubicBezTo>
                <a:cubicBezTo>
                  <a:pt x="236" y="1982"/>
                  <a:pt x="238" y="1993"/>
                  <a:pt x="244" y="2002"/>
                </a:cubicBezTo>
                <a:cubicBezTo>
                  <a:pt x="264" y="2030"/>
                  <a:pt x="304" y="2031"/>
                  <a:pt x="336" y="2031"/>
                </a:cubicBezTo>
                <a:cubicBezTo>
                  <a:pt x="380" y="2031"/>
                  <a:pt x="2688" y="2031"/>
                  <a:pt x="2758" y="2031"/>
                </a:cubicBezTo>
                <a:cubicBezTo>
                  <a:pt x="2792" y="2031"/>
                  <a:pt x="2831" y="2027"/>
                  <a:pt x="2865" y="2020"/>
                </a:cubicBezTo>
                <a:cubicBezTo>
                  <a:pt x="2888" y="2016"/>
                  <a:pt x="2915" y="2003"/>
                  <a:pt x="2918" y="1976"/>
                </a:cubicBezTo>
                <a:cubicBezTo>
                  <a:pt x="2918" y="1882"/>
                  <a:pt x="2918" y="1882"/>
                  <a:pt x="2918" y="1882"/>
                </a:cubicBezTo>
                <a:cubicBezTo>
                  <a:pt x="2921" y="1861"/>
                  <a:pt x="2909" y="1841"/>
                  <a:pt x="2896" y="1826"/>
                </a:cubicBezTo>
                <a:cubicBezTo>
                  <a:pt x="2889" y="1818"/>
                  <a:pt x="2883" y="1811"/>
                  <a:pt x="2877" y="1804"/>
                </a:cubicBezTo>
                <a:close/>
                <a:moveTo>
                  <a:pt x="705" y="1159"/>
                </a:moveTo>
                <a:cubicBezTo>
                  <a:pt x="705" y="215"/>
                  <a:pt x="705" y="215"/>
                  <a:pt x="705" y="215"/>
                </a:cubicBezTo>
                <a:cubicBezTo>
                  <a:pt x="705" y="157"/>
                  <a:pt x="752" y="111"/>
                  <a:pt x="809" y="111"/>
                </a:cubicBezTo>
                <a:cubicBezTo>
                  <a:pt x="2344" y="111"/>
                  <a:pt x="2344" y="111"/>
                  <a:pt x="2344" y="111"/>
                </a:cubicBezTo>
                <a:cubicBezTo>
                  <a:pt x="2401" y="111"/>
                  <a:pt x="2448" y="157"/>
                  <a:pt x="2448" y="215"/>
                </a:cubicBezTo>
                <a:cubicBezTo>
                  <a:pt x="2448" y="1159"/>
                  <a:pt x="2448" y="1159"/>
                  <a:pt x="2448" y="1159"/>
                </a:cubicBezTo>
                <a:cubicBezTo>
                  <a:pt x="2448" y="1216"/>
                  <a:pt x="2401" y="1263"/>
                  <a:pt x="2344" y="1263"/>
                </a:cubicBezTo>
                <a:cubicBezTo>
                  <a:pt x="809" y="1263"/>
                  <a:pt x="809" y="1263"/>
                  <a:pt x="809" y="1263"/>
                </a:cubicBezTo>
                <a:cubicBezTo>
                  <a:pt x="752" y="1263"/>
                  <a:pt x="705" y="1216"/>
                  <a:pt x="705" y="1159"/>
                </a:cubicBezTo>
                <a:close/>
                <a:moveTo>
                  <a:pt x="2407" y="1487"/>
                </a:moveTo>
                <a:cubicBezTo>
                  <a:pt x="2407" y="1489"/>
                  <a:pt x="2406" y="1491"/>
                  <a:pt x="2404" y="1493"/>
                </a:cubicBezTo>
                <a:cubicBezTo>
                  <a:pt x="2404" y="1493"/>
                  <a:pt x="2403" y="1493"/>
                  <a:pt x="2403" y="1493"/>
                </a:cubicBezTo>
                <a:cubicBezTo>
                  <a:pt x="2403" y="1493"/>
                  <a:pt x="2403" y="1493"/>
                  <a:pt x="2403" y="1493"/>
                </a:cubicBezTo>
                <a:cubicBezTo>
                  <a:pt x="2403" y="1494"/>
                  <a:pt x="2403" y="1494"/>
                  <a:pt x="2402" y="1494"/>
                </a:cubicBezTo>
                <a:cubicBezTo>
                  <a:pt x="2402" y="1494"/>
                  <a:pt x="2402" y="1494"/>
                  <a:pt x="2401" y="1495"/>
                </a:cubicBezTo>
                <a:cubicBezTo>
                  <a:pt x="2401" y="1495"/>
                  <a:pt x="2400" y="1495"/>
                  <a:pt x="2400" y="1496"/>
                </a:cubicBezTo>
                <a:cubicBezTo>
                  <a:pt x="2399" y="1496"/>
                  <a:pt x="2399" y="1496"/>
                  <a:pt x="2398" y="1496"/>
                </a:cubicBezTo>
                <a:cubicBezTo>
                  <a:pt x="2388" y="1501"/>
                  <a:pt x="2374" y="1500"/>
                  <a:pt x="2362" y="1500"/>
                </a:cubicBezTo>
                <a:cubicBezTo>
                  <a:pt x="2304" y="1500"/>
                  <a:pt x="2304" y="1500"/>
                  <a:pt x="2304" y="1500"/>
                </a:cubicBezTo>
                <a:cubicBezTo>
                  <a:pt x="2293" y="1500"/>
                  <a:pt x="2281" y="1498"/>
                  <a:pt x="2271" y="1493"/>
                </a:cubicBezTo>
                <a:cubicBezTo>
                  <a:pt x="2267" y="1491"/>
                  <a:pt x="2263" y="1489"/>
                  <a:pt x="2260" y="1487"/>
                </a:cubicBezTo>
                <a:cubicBezTo>
                  <a:pt x="2257" y="1484"/>
                  <a:pt x="2254" y="1482"/>
                  <a:pt x="2252" y="1479"/>
                </a:cubicBezTo>
                <a:cubicBezTo>
                  <a:pt x="2250" y="1474"/>
                  <a:pt x="2250" y="1474"/>
                  <a:pt x="2250" y="1474"/>
                </a:cubicBezTo>
                <a:cubicBezTo>
                  <a:pt x="2244" y="1463"/>
                  <a:pt x="2236" y="1453"/>
                  <a:pt x="2231" y="1441"/>
                </a:cubicBezTo>
                <a:cubicBezTo>
                  <a:pt x="2227" y="1433"/>
                  <a:pt x="2231" y="1429"/>
                  <a:pt x="2238" y="1426"/>
                </a:cubicBezTo>
                <a:cubicBezTo>
                  <a:pt x="2240" y="1425"/>
                  <a:pt x="2242" y="1424"/>
                  <a:pt x="2244" y="1424"/>
                </a:cubicBezTo>
                <a:cubicBezTo>
                  <a:pt x="2248" y="1423"/>
                  <a:pt x="2253" y="1422"/>
                  <a:pt x="2258" y="1422"/>
                </a:cubicBezTo>
                <a:cubicBezTo>
                  <a:pt x="2266" y="1422"/>
                  <a:pt x="2266" y="1422"/>
                  <a:pt x="2266" y="1422"/>
                </a:cubicBezTo>
                <a:cubicBezTo>
                  <a:pt x="2266" y="1422"/>
                  <a:pt x="2266" y="1422"/>
                  <a:pt x="2266" y="1422"/>
                </a:cubicBezTo>
                <a:cubicBezTo>
                  <a:pt x="2282" y="1422"/>
                  <a:pt x="2297" y="1422"/>
                  <a:pt x="2312" y="1422"/>
                </a:cubicBezTo>
                <a:cubicBezTo>
                  <a:pt x="2313" y="1422"/>
                  <a:pt x="2313" y="1422"/>
                  <a:pt x="2313" y="1422"/>
                </a:cubicBezTo>
                <a:cubicBezTo>
                  <a:pt x="2328" y="1422"/>
                  <a:pt x="2328" y="1422"/>
                  <a:pt x="2328" y="1422"/>
                </a:cubicBezTo>
                <a:cubicBezTo>
                  <a:pt x="2333" y="1422"/>
                  <a:pt x="2339" y="1422"/>
                  <a:pt x="2344" y="1423"/>
                </a:cubicBezTo>
                <a:cubicBezTo>
                  <a:pt x="2347" y="1424"/>
                  <a:pt x="2351" y="1425"/>
                  <a:pt x="2354" y="1426"/>
                </a:cubicBezTo>
                <a:cubicBezTo>
                  <a:pt x="2355" y="1426"/>
                  <a:pt x="2355" y="1426"/>
                  <a:pt x="2356" y="1426"/>
                </a:cubicBezTo>
                <a:cubicBezTo>
                  <a:pt x="2356" y="1427"/>
                  <a:pt x="2356" y="1427"/>
                  <a:pt x="2357" y="1427"/>
                </a:cubicBezTo>
                <a:cubicBezTo>
                  <a:pt x="2357" y="1427"/>
                  <a:pt x="2358" y="1427"/>
                  <a:pt x="2358" y="1427"/>
                </a:cubicBezTo>
                <a:cubicBezTo>
                  <a:pt x="2363" y="1429"/>
                  <a:pt x="2367" y="1431"/>
                  <a:pt x="2371" y="1433"/>
                </a:cubicBezTo>
                <a:cubicBezTo>
                  <a:pt x="2374" y="1436"/>
                  <a:pt x="2377" y="1438"/>
                  <a:pt x="2379" y="1441"/>
                </a:cubicBezTo>
                <a:cubicBezTo>
                  <a:pt x="2391" y="1458"/>
                  <a:pt x="2391" y="1458"/>
                  <a:pt x="2391" y="1458"/>
                </a:cubicBezTo>
                <a:cubicBezTo>
                  <a:pt x="2394" y="1463"/>
                  <a:pt x="2401" y="1471"/>
                  <a:pt x="2404" y="1478"/>
                </a:cubicBezTo>
                <a:cubicBezTo>
                  <a:pt x="2404" y="1478"/>
                  <a:pt x="2404" y="1478"/>
                  <a:pt x="2404" y="1478"/>
                </a:cubicBezTo>
                <a:cubicBezTo>
                  <a:pt x="2406" y="1481"/>
                  <a:pt x="2407" y="1484"/>
                  <a:pt x="2407" y="1487"/>
                </a:cubicBezTo>
                <a:close/>
                <a:moveTo>
                  <a:pt x="1589" y="1480"/>
                </a:moveTo>
                <a:cubicBezTo>
                  <a:pt x="1589" y="1483"/>
                  <a:pt x="1588" y="1485"/>
                  <a:pt x="1587" y="1487"/>
                </a:cubicBezTo>
                <a:cubicBezTo>
                  <a:pt x="1576" y="1507"/>
                  <a:pt x="1525" y="1502"/>
                  <a:pt x="1507" y="1502"/>
                </a:cubicBezTo>
                <a:cubicBezTo>
                  <a:pt x="1496" y="1502"/>
                  <a:pt x="1485" y="1502"/>
                  <a:pt x="1474" y="1502"/>
                </a:cubicBezTo>
                <a:cubicBezTo>
                  <a:pt x="1464" y="1502"/>
                  <a:pt x="1451" y="1500"/>
                  <a:pt x="1442" y="1493"/>
                </a:cubicBezTo>
                <a:cubicBezTo>
                  <a:pt x="1442" y="1493"/>
                  <a:pt x="1441" y="1492"/>
                  <a:pt x="1441" y="1492"/>
                </a:cubicBezTo>
                <a:cubicBezTo>
                  <a:pt x="1441" y="1492"/>
                  <a:pt x="1440" y="1491"/>
                  <a:pt x="1440" y="1491"/>
                </a:cubicBezTo>
                <a:cubicBezTo>
                  <a:pt x="1439" y="1490"/>
                  <a:pt x="1439" y="1490"/>
                  <a:pt x="1439" y="1489"/>
                </a:cubicBezTo>
                <a:cubicBezTo>
                  <a:pt x="1439" y="1489"/>
                  <a:pt x="1439" y="1489"/>
                  <a:pt x="1438" y="1489"/>
                </a:cubicBezTo>
                <a:cubicBezTo>
                  <a:pt x="1438" y="1489"/>
                  <a:pt x="1438" y="1489"/>
                  <a:pt x="1438" y="1489"/>
                </a:cubicBezTo>
                <a:cubicBezTo>
                  <a:pt x="1438" y="1488"/>
                  <a:pt x="1437" y="1487"/>
                  <a:pt x="1437" y="1486"/>
                </a:cubicBezTo>
                <a:cubicBezTo>
                  <a:pt x="1436" y="1484"/>
                  <a:pt x="1436" y="1483"/>
                  <a:pt x="1436" y="1481"/>
                </a:cubicBezTo>
                <a:cubicBezTo>
                  <a:pt x="1436" y="1479"/>
                  <a:pt x="1436" y="1479"/>
                  <a:pt x="1436" y="1479"/>
                </a:cubicBezTo>
                <a:cubicBezTo>
                  <a:pt x="1437" y="1477"/>
                  <a:pt x="1437" y="1474"/>
                  <a:pt x="1437" y="1472"/>
                </a:cubicBezTo>
                <a:cubicBezTo>
                  <a:pt x="1437" y="1471"/>
                  <a:pt x="1437" y="1471"/>
                  <a:pt x="1437" y="1471"/>
                </a:cubicBezTo>
                <a:cubicBezTo>
                  <a:pt x="1438" y="1463"/>
                  <a:pt x="1438" y="1454"/>
                  <a:pt x="1440" y="1446"/>
                </a:cubicBezTo>
                <a:cubicBezTo>
                  <a:pt x="1440" y="1443"/>
                  <a:pt x="1440" y="1443"/>
                  <a:pt x="1440" y="1443"/>
                </a:cubicBezTo>
                <a:cubicBezTo>
                  <a:pt x="1441" y="1441"/>
                  <a:pt x="1442" y="1438"/>
                  <a:pt x="1444" y="1436"/>
                </a:cubicBezTo>
                <a:cubicBezTo>
                  <a:pt x="1446" y="1434"/>
                  <a:pt x="1448" y="1433"/>
                  <a:pt x="1450" y="1431"/>
                </a:cubicBezTo>
                <a:cubicBezTo>
                  <a:pt x="1450" y="1431"/>
                  <a:pt x="1450" y="1431"/>
                  <a:pt x="1450" y="1431"/>
                </a:cubicBezTo>
                <a:cubicBezTo>
                  <a:pt x="1451" y="1431"/>
                  <a:pt x="1451" y="1430"/>
                  <a:pt x="1452" y="1430"/>
                </a:cubicBezTo>
                <a:cubicBezTo>
                  <a:pt x="1452" y="1430"/>
                  <a:pt x="1453" y="1430"/>
                  <a:pt x="1453" y="1429"/>
                </a:cubicBezTo>
                <a:cubicBezTo>
                  <a:pt x="1453" y="1429"/>
                  <a:pt x="1454" y="1429"/>
                  <a:pt x="1454" y="1429"/>
                </a:cubicBezTo>
                <a:cubicBezTo>
                  <a:pt x="1455" y="1428"/>
                  <a:pt x="1457" y="1428"/>
                  <a:pt x="1458" y="1427"/>
                </a:cubicBezTo>
                <a:cubicBezTo>
                  <a:pt x="1459" y="1427"/>
                  <a:pt x="1459" y="1427"/>
                  <a:pt x="1460" y="1427"/>
                </a:cubicBezTo>
                <a:cubicBezTo>
                  <a:pt x="1461" y="1426"/>
                  <a:pt x="1463" y="1426"/>
                  <a:pt x="1464" y="1426"/>
                </a:cubicBezTo>
                <a:cubicBezTo>
                  <a:pt x="1465" y="1426"/>
                  <a:pt x="1465" y="1425"/>
                  <a:pt x="1466" y="1425"/>
                </a:cubicBezTo>
                <a:cubicBezTo>
                  <a:pt x="1466" y="1425"/>
                  <a:pt x="1466" y="1425"/>
                  <a:pt x="1466" y="1425"/>
                </a:cubicBezTo>
                <a:cubicBezTo>
                  <a:pt x="1467" y="1425"/>
                  <a:pt x="1468" y="1425"/>
                  <a:pt x="1468" y="1425"/>
                </a:cubicBezTo>
                <a:cubicBezTo>
                  <a:pt x="1472" y="1424"/>
                  <a:pt x="1476" y="1424"/>
                  <a:pt x="1480" y="1424"/>
                </a:cubicBezTo>
                <a:cubicBezTo>
                  <a:pt x="1483" y="1424"/>
                  <a:pt x="1483" y="1424"/>
                  <a:pt x="1483" y="1424"/>
                </a:cubicBezTo>
                <a:cubicBezTo>
                  <a:pt x="1487" y="1424"/>
                  <a:pt x="1492" y="1424"/>
                  <a:pt x="1496" y="1424"/>
                </a:cubicBezTo>
                <a:cubicBezTo>
                  <a:pt x="1550" y="1424"/>
                  <a:pt x="1550" y="1424"/>
                  <a:pt x="1550" y="1424"/>
                </a:cubicBezTo>
                <a:cubicBezTo>
                  <a:pt x="1551" y="1424"/>
                  <a:pt x="1552" y="1424"/>
                  <a:pt x="1554" y="1424"/>
                </a:cubicBezTo>
                <a:cubicBezTo>
                  <a:pt x="1554" y="1424"/>
                  <a:pt x="1555" y="1424"/>
                  <a:pt x="1555" y="1424"/>
                </a:cubicBezTo>
                <a:cubicBezTo>
                  <a:pt x="1556" y="1424"/>
                  <a:pt x="1558" y="1424"/>
                  <a:pt x="1559" y="1424"/>
                </a:cubicBezTo>
                <a:cubicBezTo>
                  <a:pt x="1570" y="1425"/>
                  <a:pt x="1582" y="1428"/>
                  <a:pt x="1586" y="1438"/>
                </a:cubicBezTo>
                <a:cubicBezTo>
                  <a:pt x="1587" y="1438"/>
                  <a:pt x="1587" y="1439"/>
                  <a:pt x="1587" y="1440"/>
                </a:cubicBezTo>
                <a:cubicBezTo>
                  <a:pt x="1588" y="1440"/>
                  <a:pt x="1588" y="1440"/>
                  <a:pt x="1588" y="1440"/>
                </a:cubicBezTo>
                <a:cubicBezTo>
                  <a:pt x="1591" y="1452"/>
                  <a:pt x="1588" y="1466"/>
                  <a:pt x="1589" y="1478"/>
                </a:cubicBezTo>
                <a:lnTo>
                  <a:pt x="1589" y="1480"/>
                </a:lnTo>
                <a:close/>
                <a:moveTo>
                  <a:pt x="1511" y="1543"/>
                </a:moveTo>
                <a:cubicBezTo>
                  <a:pt x="1531" y="1543"/>
                  <a:pt x="1577" y="1537"/>
                  <a:pt x="1588" y="1559"/>
                </a:cubicBezTo>
                <a:cubicBezTo>
                  <a:pt x="1589" y="1561"/>
                  <a:pt x="1590" y="1563"/>
                  <a:pt x="1590" y="1566"/>
                </a:cubicBezTo>
                <a:cubicBezTo>
                  <a:pt x="1590" y="1589"/>
                  <a:pt x="1590" y="1589"/>
                  <a:pt x="1590" y="1589"/>
                </a:cubicBezTo>
                <a:cubicBezTo>
                  <a:pt x="1590" y="1595"/>
                  <a:pt x="1590" y="1602"/>
                  <a:pt x="1590" y="1609"/>
                </a:cubicBezTo>
                <a:cubicBezTo>
                  <a:pt x="1590" y="1609"/>
                  <a:pt x="1590" y="1609"/>
                  <a:pt x="1590" y="1609"/>
                </a:cubicBezTo>
                <a:cubicBezTo>
                  <a:pt x="1590" y="1612"/>
                  <a:pt x="1590" y="1612"/>
                  <a:pt x="1590" y="1612"/>
                </a:cubicBezTo>
                <a:cubicBezTo>
                  <a:pt x="1590" y="1615"/>
                  <a:pt x="1589" y="1619"/>
                  <a:pt x="1587" y="1622"/>
                </a:cubicBezTo>
                <a:cubicBezTo>
                  <a:pt x="1587" y="1622"/>
                  <a:pt x="1586" y="1623"/>
                  <a:pt x="1586" y="1623"/>
                </a:cubicBezTo>
                <a:cubicBezTo>
                  <a:pt x="1585" y="1624"/>
                  <a:pt x="1584" y="1625"/>
                  <a:pt x="1583" y="1626"/>
                </a:cubicBezTo>
                <a:cubicBezTo>
                  <a:pt x="1583" y="1626"/>
                  <a:pt x="1583" y="1626"/>
                  <a:pt x="1583" y="1626"/>
                </a:cubicBezTo>
                <a:cubicBezTo>
                  <a:pt x="1578" y="1631"/>
                  <a:pt x="1571" y="1634"/>
                  <a:pt x="1563" y="1636"/>
                </a:cubicBezTo>
                <a:cubicBezTo>
                  <a:pt x="1563" y="1636"/>
                  <a:pt x="1563" y="1636"/>
                  <a:pt x="1563" y="1636"/>
                </a:cubicBezTo>
                <a:cubicBezTo>
                  <a:pt x="1563" y="1636"/>
                  <a:pt x="1563" y="1636"/>
                  <a:pt x="1563" y="1636"/>
                </a:cubicBezTo>
                <a:cubicBezTo>
                  <a:pt x="1560" y="1637"/>
                  <a:pt x="1558" y="1637"/>
                  <a:pt x="1556" y="1637"/>
                </a:cubicBezTo>
                <a:cubicBezTo>
                  <a:pt x="1555" y="1637"/>
                  <a:pt x="1554" y="1637"/>
                  <a:pt x="1554" y="1638"/>
                </a:cubicBezTo>
                <a:cubicBezTo>
                  <a:pt x="1551" y="1638"/>
                  <a:pt x="1548" y="1638"/>
                  <a:pt x="1546" y="1638"/>
                </a:cubicBezTo>
                <a:cubicBezTo>
                  <a:pt x="1546" y="1638"/>
                  <a:pt x="1546" y="1638"/>
                  <a:pt x="1546" y="1638"/>
                </a:cubicBezTo>
                <a:cubicBezTo>
                  <a:pt x="1463" y="1638"/>
                  <a:pt x="1463" y="1638"/>
                  <a:pt x="1463" y="1638"/>
                </a:cubicBezTo>
                <a:cubicBezTo>
                  <a:pt x="1453" y="1638"/>
                  <a:pt x="1441" y="1636"/>
                  <a:pt x="1432" y="1631"/>
                </a:cubicBezTo>
                <a:cubicBezTo>
                  <a:pt x="1432" y="1631"/>
                  <a:pt x="1432" y="1631"/>
                  <a:pt x="1432" y="1631"/>
                </a:cubicBezTo>
                <a:cubicBezTo>
                  <a:pt x="1432" y="1631"/>
                  <a:pt x="1432" y="1630"/>
                  <a:pt x="1432" y="1630"/>
                </a:cubicBezTo>
                <a:cubicBezTo>
                  <a:pt x="1431" y="1629"/>
                  <a:pt x="1429" y="1628"/>
                  <a:pt x="1427" y="1627"/>
                </a:cubicBezTo>
                <a:cubicBezTo>
                  <a:pt x="1426" y="1626"/>
                  <a:pt x="1425" y="1624"/>
                  <a:pt x="1424" y="1623"/>
                </a:cubicBezTo>
                <a:cubicBezTo>
                  <a:pt x="1424" y="1623"/>
                  <a:pt x="1424" y="1623"/>
                  <a:pt x="1424" y="1622"/>
                </a:cubicBezTo>
                <a:cubicBezTo>
                  <a:pt x="1422" y="1619"/>
                  <a:pt x="1421" y="1616"/>
                  <a:pt x="1421" y="1612"/>
                </a:cubicBezTo>
                <a:cubicBezTo>
                  <a:pt x="1422" y="1606"/>
                  <a:pt x="1422" y="1606"/>
                  <a:pt x="1422" y="1606"/>
                </a:cubicBezTo>
                <a:cubicBezTo>
                  <a:pt x="1422" y="1606"/>
                  <a:pt x="1422" y="1606"/>
                  <a:pt x="1422" y="1606"/>
                </a:cubicBezTo>
                <a:cubicBezTo>
                  <a:pt x="1424" y="1593"/>
                  <a:pt x="1425" y="1580"/>
                  <a:pt x="1427" y="1567"/>
                </a:cubicBezTo>
                <a:cubicBezTo>
                  <a:pt x="1427" y="1566"/>
                  <a:pt x="1427" y="1566"/>
                  <a:pt x="1427" y="1566"/>
                </a:cubicBezTo>
                <a:cubicBezTo>
                  <a:pt x="1427" y="1566"/>
                  <a:pt x="1427" y="1566"/>
                  <a:pt x="1427" y="1565"/>
                </a:cubicBezTo>
                <a:cubicBezTo>
                  <a:pt x="1432" y="1536"/>
                  <a:pt x="1490" y="1543"/>
                  <a:pt x="1511" y="1543"/>
                </a:cubicBezTo>
                <a:close/>
                <a:moveTo>
                  <a:pt x="1175" y="1631"/>
                </a:moveTo>
                <a:cubicBezTo>
                  <a:pt x="1173" y="1630"/>
                  <a:pt x="1172" y="1629"/>
                  <a:pt x="1170" y="1627"/>
                </a:cubicBezTo>
                <a:cubicBezTo>
                  <a:pt x="1169" y="1626"/>
                  <a:pt x="1169" y="1625"/>
                  <a:pt x="1168" y="1624"/>
                </a:cubicBezTo>
                <a:cubicBezTo>
                  <a:pt x="1168" y="1623"/>
                  <a:pt x="1168" y="1623"/>
                  <a:pt x="1168" y="1623"/>
                </a:cubicBezTo>
                <a:cubicBezTo>
                  <a:pt x="1166" y="1620"/>
                  <a:pt x="1166" y="1616"/>
                  <a:pt x="1167" y="1613"/>
                </a:cubicBezTo>
                <a:cubicBezTo>
                  <a:pt x="1169" y="1607"/>
                  <a:pt x="1169" y="1607"/>
                  <a:pt x="1169" y="1607"/>
                </a:cubicBezTo>
                <a:cubicBezTo>
                  <a:pt x="1169" y="1607"/>
                  <a:pt x="1169" y="1607"/>
                  <a:pt x="1169" y="1607"/>
                </a:cubicBezTo>
                <a:cubicBezTo>
                  <a:pt x="1169" y="1606"/>
                  <a:pt x="1169" y="1605"/>
                  <a:pt x="1170" y="1604"/>
                </a:cubicBezTo>
                <a:cubicBezTo>
                  <a:pt x="1181" y="1567"/>
                  <a:pt x="1181" y="1567"/>
                  <a:pt x="1181" y="1567"/>
                </a:cubicBezTo>
                <a:cubicBezTo>
                  <a:pt x="1181" y="1566"/>
                  <a:pt x="1181" y="1566"/>
                  <a:pt x="1182" y="1565"/>
                </a:cubicBezTo>
                <a:cubicBezTo>
                  <a:pt x="1193" y="1537"/>
                  <a:pt x="1244" y="1543"/>
                  <a:pt x="1268" y="1543"/>
                </a:cubicBezTo>
                <a:cubicBezTo>
                  <a:pt x="1278" y="1543"/>
                  <a:pt x="1297" y="1542"/>
                  <a:pt x="1314" y="1543"/>
                </a:cubicBezTo>
                <a:cubicBezTo>
                  <a:pt x="1317" y="1544"/>
                  <a:pt x="1320" y="1544"/>
                  <a:pt x="1323" y="1545"/>
                </a:cubicBezTo>
                <a:cubicBezTo>
                  <a:pt x="1323" y="1545"/>
                  <a:pt x="1323" y="1545"/>
                  <a:pt x="1324" y="1545"/>
                </a:cubicBezTo>
                <a:cubicBezTo>
                  <a:pt x="1332" y="1547"/>
                  <a:pt x="1339" y="1551"/>
                  <a:pt x="1342" y="1556"/>
                </a:cubicBezTo>
                <a:cubicBezTo>
                  <a:pt x="1342" y="1557"/>
                  <a:pt x="1342" y="1557"/>
                  <a:pt x="1343" y="1557"/>
                </a:cubicBezTo>
                <a:cubicBezTo>
                  <a:pt x="1343" y="1558"/>
                  <a:pt x="1343" y="1558"/>
                  <a:pt x="1343" y="1558"/>
                </a:cubicBezTo>
                <a:cubicBezTo>
                  <a:pt x="1343" y="1558"/>
                  <a:pt x="1343" y="1559"/>
                  <a:pt x="1343" y="1559"/>
                </a:cubicBezTo>
                <a:cubicBezTo>
                  <a:pt x="1344" y="1561"/>
                  <a:pt x="1345" y="1564"/>
                  <a:pt x="1344" y="1567"/>
                </a:cubicBezTo>
                <a:cubicBezTo>
                  <a:pt x="1344" y="1569"/>
                  <a:pt x="1344" y="1569"/>
                  <a:pt x="1344" y="1569"/>
                </a:cubicBezTo>
                <a:cubicBezTo>
                  <a:pt x="1344" y="1569"/>
                  <a:pt x="1344" y="1569"/>
                  <a:pt x="1344" y="1569"/>
                </a:cubicBezTo>
                <a:cubicBezTo>
                  <a:pt x="1343" y="1576"/>
                  <a:pt x="1341" y="1583"/>
                  <a:pt x="1340" y="1589"/>
                </a:cubicBezTo>
                <a:cubicBezTo>
                  <a:pt x="1336" y="1612"/>
                  <a:pt x="1336" y="1612"/>
                  <a:pt x="1336" y="1612"/>
                </a:cubicBezTo>
                <a:cubicBezTo>
                  <a:pt x="1336" y="1616"/>
                  <a:pt x="1334" y="1619"/>
                  <a:pt x="1331" y="1622"/>
                </a:cubicBezTo>
                <a:cubicBezTo>
                  <a:pt x="1331" y="1623"/>
                  <a:pt x="1330" y="1623"/>
                  <a:pt x="1330" y="1623"/>
                </a:cubicBezTo>
                <a:cubicBezTo>
                  <a:pt x="1330" y="1624"/>
                  <a:pt x="1329" y="1624"/>
                  <a:pt x="1329" y="1624"/>
                </a:cubicBezTo>
                <a:cubicBezTo>
                  <a:pt x="1328" y="1625"/>
                  <a:pt x="1327" y="1626"/>
                  <a:pt x="1326" y="1627"/>
                </a:cubicBezTo>
                <a:cubicBezTo>
                  <a:pt x="1320" y="1632"/>
                  <a:pt x="1312" y="1635"/>
                  <a:pt x="1305" y="1636"/>
                </a:cubicBezTo>
                <a:cubicBezTo>
                  <a:pt x="1305" y="1637"/>
                  <a:pt x="1305" y="1637"/>
                  <a:pt x="1305" y="1637"/>
                </a:cubicBezTo>
                <a:cubicBezTo>
                  <a:pt x="1304" y="1637"/>
                  <a:pt x="1304" y="1637"/>
                  <a:pt x="1304" y="1637"/>
                </a:cubicBezTo>
                <a:cubicBezTo>
                  <a:pt x="1302" y="1637"/>
                  <a:pt x="1300" y="1638"/>
                  <a:pt x="1297" y="1638"/>
                </a:cubicBezTo>
                <a:cubicBezTo>
                  <a:pt x="1297" y="1638"/>
                  <a:pt x="1296" y="1638"/>
                  <a:pt x="1295" y="1638"/>
                </a:cubicBezTo>
                <a:cubicBezTo>
                  <a:pt x="1292" y="1638"/>
                  <a:pt x="1290" y="1639"/>
                  <a:pt x="1287" y="1639"/>
                </a:cubicBezTo>
                <a:cubicBezTo>
                  <a:pt x="1287" y="1639"/>
                  <a:pt x="1287" y="1639"/>
                  <a:pt x="1287" y="1639"/>
                </a:cubicBezTo>
                <a:cubicBezTo>
                  <a:pt x="1204" y="1639"/>
                  <a:pt x="1204" y="1639"/>
                  <a:pt x="1204" y="1639"/>
                </a:cubicBezTo>
                <a:cubicBezTo>
                  <a:pt x="1194" y="1639"/>
                  <a:pt x="1183" y="1637"/>
                  <a:pt x="1175" y="1631"/>
                </a:cubicBezTo>
                <a:cubicBezTo>
                  <a:pt x="1175" y="1631"/>
                  <a:pt x="1175" y="1631"/>
                  <a:pt x="1175" y="1631"/>
                </a:cubicBezTo>
                <a:close/>
                <a:moveTo>
                  <a:pt x="1278" y="1502"/>
                </a:moveTo>
                <a:cubicBezTo>
                  <a:pt x="1266" y="1502"/>
                  <a:pt x="1253" y="1502"/>
                  <a:pt x="1241" y="1502"/>
                </a:cubicBezTo>
                <a:cubicBezTo>
                  <a:pt x="1230" y="1502"/>
                  <a:pt x="1213" y="1500"/>
                  <a:pt x="1207" y="1489"/>
                </a:cubicBezTo>
                <a:cubicBezTo>
                  <a:pt x="1207" y="1488"/>
                  <a:pt x="1207" y="1487"/>
                  <a:pt x="1207" y="1486"/>
                </a:cubicBezTo>
                <a:cubicBezTo>
                  <a:pt x="1206" y="1486"/>
                  <a:pt x="1206" y="1485"/>
                  <a:pt x="1206" y="1484"/>
                </a:cubicBezTo>
                <a:cubicBezTo>
                  <a:pt x="1206" y="1483"/>
                  <a:pt x="1207" y="1482"/>
                  <a:pt x="1207" y="1481"/>
                </a:cubicBezTo>
                <a:cubicBezTo>
                  <a:pt x="1207" y="1481"/>
                  <a:pt x="1207" y="1481"/>
                  <a:pt x="1207" y="1481"/>
                </a:cubicBezTo>
                <a:cubicBezTo>
                  <a:pt x="1207" y="1481"/>
                  <a:pt x="1207" y="1481"/>
                  <a:pt x="1207" y="1481"/>
                </a:cubicBezTo>
                <a:cubicBezTo>
                  <a:pt x="1207" y="1478"/>
                  <a:pt x="1209" y="1474"/>
                  <a:pt x="1210" y="1472"/>
                </a:cubicBezTo>
                <a:cubicBezTo>
                  <a:pt x="1212" y="1463"/>
                  <a:pt x="1214" y="1453"/>
                  <a:pt x="1218" y="1445"/>
                </a:cubicBezTo>
                <a:cubicBezTo>
                  <a:pt x="1218" y="1444"/>
                  <a:pt x="1218" y="1444"/>
                  <a:pt x="1218" y="1444"/>
                </a:cubicBezTo>
                <a:cubicBezTo>
                  <a:pt x="1219" y="1441"/>
                  <a:pt x="1221" y="1438"/>
                  <a:pt x="1223" y="1436"/>
                </a:cubicBezTo>
                <a:cubicBezTo>
                  <a:pt x="1225" y="1435"/>
                  <a:pt x="1226" y="1434"/>
                  <a:pt x="1228" y="1433"/>
                </a:cubicBezTo>
                <a:cubicBezTo>
                  <a:pt x="1233" y="1429"/>
                  <a:pt x="1239" y="1427"/>
                  <a:pt x="1245" y="1426"/>
                </a:cubicBezTo>
                <a:cubicBezTo>
                  <a:pt x="1246" y="1426"/>
                  <a:pt x="1246" y="1426"/>
                  <a:pt x="1247" y="1426"/>
                </a:cubicBezTo>
                <a:cubicBezTo>
                  <a:pt x="1251" y="1425"/>
                  <a:pt x="1257" y="1424"/>
                  <a:pt x="1262" y="1424"/>
                </a:cubicBezTo>
                <a:cubicBezTo>
                  <a:pt x="1269" y="1424"/>
                  <a:pt x="1269" y="1424"/>
                  <a:pt x="1269" y="1424"/>
                </a:cubicBezTo>
                <a:cubicBezTo>
                  <a:pt x="1271" y="1424"/>
                  <a:pt x="1274" y="1424"/>
                  <a:pt x="1276" y="1424"/>
                </a:cubicBezTo>
                <a:cubicBezTo>
                  <a:pt x="1291" y="1424"/>
                  <a:pt x="1307" y="1424"/>
                  <a:pt x="1322" y="1424"/>
                </a:cubicBezTo>
                <a:cubicBezTo>
                  <a:pt x="1324" y="1424"/>
                  <a:pt x="1326" y="1424"/>
                  <a:pt x="1329" y="1424"/>
                </a:cubicBezTo>
                <a:cubicBezTo>
                  <a:pt x="1331" y="1424"/>
                  <a:pt x="1331" y="1424"/>
                  <a:pt x="1331" y="1424"/>
                </a:cubicBezTo>
                <a:cubicBezTo>
                  <a:pt x="1332" y="1424"/>
                  <a:pt x="1332" y="1424"/>
                  <a:pt x="1333" y="1424"/>
                </a:cubicBezTo>
                <a:cubicBezTo>
                  <a:pt x="1335" y="1424"/>
                  <a:pt x="1337" y="1424"/>
                  <a:pt x="1339" y="1425"/>
                </a:cubicBezTo>
                <a:cubicBezTo>
                  <a:pt x="1339" y="1425"/>
                  <a:pt x="1339" y="1425"/>
                  <a:pt x="1339" y="1425"/>
                </a:cubicBezTo>
                <a:cubicBezTo>
                  <a:pt x="1351" y="1426"/>
                  <a:pt x="1364" y="1429"/>
                  <a:pt x="1366" y="1439"/>
                </a:cubicBezTo>
                <a:cubicBezTo>
                  <a:pt x="1366" y="1439"/>
                  <a:pt x="1366" y="1440"/>
                  <a:pt x="1366" y="1440"/>
                </a:cubicBezTo>
                <a:cubicBezTo>
                  <a:pt x="1366" y="1440"/>
                  <a:pt x="1366" y="1440"/>
                  <a:pt x="1366" y="1441"/>
                </a:cubicBezTo>
                <a:cubicBezTo>
                  <a:pt x="1367" y="1452"/>
                  <a:pt x="1362" y="1467"/>
                  <a:pt x="1360" y="1478"/>
                </a:cubicBezTo>
                <a:cubicBezTo>
                  <a:pt x="1360" y="1478"/>
                  <a:pt x="1360" y="1478"/>
                  <a:pt x="1360" y="1478"/>
                </a:cubicBezTo>
                <a:cubicBezTo>
                  <a:pt x="1359" y="1481"/>
                  <a:pt x="1359" y="1481"/>
                  <a:pt x="1359" y="1481"/>
                </a:cubicBezTo>
                <a:cubicBezTo>
                  <a:pt x="1359" y="1483"/>
                  <a:pt x="1358" y="1485"/>
                  <a:pt x="1356" y="1487"/>
                </a:cubicBezTo>
                <a:cubicBezTo>
                  <a:pt x="1356" y="1488"/>
                  <a:pt x="1355" y="1488"/>
                  <a:pt x="1355" y="1489"/>
                </a:cubicBezTo>
                <a:cubicBezTo>
                  <a:pt x="1355" y="1489"/>
                  <a:pt x="1355" y="1489"/>
                  <a:pt x="1355" y="1489"/>
                </a:cubicBezTo>
                <a:cubicBezTo>
                  <a:pt x="1355" y="1489"/>
                  <a:pt x="1355" y="1489"/>
                  <a:pt x="1354" y="1489"/>
                </a:cubicBezTo>
                <a:cubicBezTo>
                  <a:pt x="1339" y="1507"/>
                  <a:pt x="1298" y="1502"/>
                  <a:pt x="1278" y="1502"/>
                </a:cubicBezTo>
                <a:close/>
                <a:moveTo>
                  <a:pt x="911" y="1620"/>
                </a:moveTo>
                <a:cubicBezTo>
                  <a:pt x="911" y="1619"/>
                  <a:pt x="911" y="1618"/>
                  <a:pt x="911" y="1618"/>
                </a:cubicBezTo>
                <a:cubicBezTo>
                  <a:pt x="912" y="1616"/>
                  <a:pt x="912" y="1615"/>
                  <a:pt x="913" y="1614"/>
                </a:cubicBezTo>
                <a:cubicBezTo>
                  <a:pt x="913" y="1614"/>
                  <a:pt x="913" y="1614"/>
                  <a:pt x="913" y="1613"/>
                </a:cubicBezTo>
                <a:cubicBezTo>
                  <a:pt x="913" y="1612"/>
                  <a:pt x="913" y="1612"/>
                  <a:pt x="913" y="1612"/>
                </a:cubicBezTo>
                <a:cubicBezTo>
                  <a:pt x="914" y="1611"/>
                  <a:pt x="915" y="1609"/>
                  <a:pt x="916" y="1607"/>
                </a:cubicBezTo>
                <a:cubicBezTo>
                  <a:pt x="922" y="1594"/>
                  <a:pt x="928" y="1582"/>
                  <a:pt x="935" y="1569"/>
                </a:cubicBezTo>
                <a:cubicBezTo>
                  <a:pt x="935" y="1569"/>
                  <a:pt x="935" y="1569"/>
                  <a:pt x="935" y="1569"/>
                </a:cubicBezTo>
                <a:cubicBezTo>
                  <a:pt x="935" y="1568"/>
                  <a:pt x="935" y="1568"/>
                  <a:pt x="935" y="1568"/>
                </a:cubicBezTo>
                <a:cubicBezTo>
                  <a:pt x="936" y="1567"/>
                  <a:pt x="936" y="1566"/>
                  <a:pt x="937" y="1566"/>
                </a:cubicBezTo>
                <a:cubicBezTo>
                  <a:pt x="937" y="1565"/>
                  <a:pt x="938" y="1564"/>
                  <a:pt x="938" y="1563"/>
                </a:cubicBezTo>
                <a:cubicBezTo>
                  <a:pt x="938" y="1563"/>
                  <a:pt x="938" y="1563"/>
                  <a:pt x="939" y="1563"/>
                </a:cubicBezTo>
                <a:cubicBezTo>
                  <a:pt x="956" y="1539"/>
                  <a:pt x="997" y="1544"/>
                  <a:pt x="1023" y="1544"/>
                </a:cubicBezTo>
                <a:cubicBezTo>
                  <a:pt x="1023" y="1544"/>
                  <a:pt x="1023" y="1544"/>
                  <a:pt x="1023" y="1544"/>
                </a:cubicBezTo>
                <a:cubicBezTo>
                  <a:pt x="1030" y="1544"/>
                  <a:pt x="1049" y="1542"/>
                  <a:pt x="1066" y="1544"/>
                </a:cubicBezTo>
                <a:cubicBezTo>
                  <a:pt x="1071" y="1544"/>
                  <a:pt x="1077" y="1544"/>
                  <a:pt x="1081" y="1545"/>
                </a:cubicBezTo>
                <a:cubicBezTo>
                  <a:pt x="1084" y="1546"/>
                  <a:pt x="1087" y="1547"/>
                  <a:pt x="1089" y="1548"/>
                </a:cubicBezTo>
                <a:cubicBezTo>
                  <a:pt x="1095" y="1551"/>
                  <a:pt x="1099" y="1556"/>
                  <a:pt x="1099" y="1562"/>
                </a:cubicBezTo>
                <a:cubicBezTo>
                  <a:pt x="1099" y="1562"/>
                  <a:pt x="1099" y="1562"/>
                  <a:pt x="1099" y="1562"/>
                </a:cubicBezTo>
                <a:cubicBezTo>
                  <a:pt x="1099" y="1563"/>
                  <a:pt x="1099" y="1563"/>
                  <a:pt x="1099" y="1564"/>
                </a:cubicBezTo>
                <a:cubicBezTo>
                  <a:pt x="1099" y="1565"/>
                  <a:pt x="1099" y="1566"/>
                  <a:pt x="1099" y="1567"/>
                </a:cubicBezTo>
                <a:cubicBezTo>
                  <a:pt x="1082" y="1613"/>
                  <a:pt x="1082" y="1613"/>
                  <a:pt x="1082" y="1613"/>
                </a:cubicBezTo>
                <a:cubicBezTo>
                  <a:pt x="1081" y="1617"/>
                  <a:pt x="1078" y="1620"/>
                  <a:pt x="1075" y="1623"/>
                </a:cubicBezTo>
                <a:cubicBezTo>
                  <a:pt x="1071" y="1626"/>
                  <a:pt x="1067" y="1629"/>
                  <a:pt x="1062" y="1631"/>
                </a:cubicBezTo>
                <a:cubicBezTo>
                  <a:pt x="1062" y="1632"/>
                  <a:pt x="1061" y="1632"/>
                  <a:pt x="1061" y="1632"/>
                </a:cubicBezTo>
                <a:cubicBezTo>
                  <a:pt x="1054" y="1635"/>
                  <a:pt x="1047" y="1637"/>
                  <a:pt x="1039" y="1639"/>
                </a:cubicBezTo>
                <a:cubicBezTo>
                  <a:pt x="1038" y="1639"/>
                  <a:pt x="1038" y="1639"/>
                  <a:pt x="1038" y="1639"/>
                </a:cubicBezTo>
                <a:cubicBezTo>
                  <a:pt x="1036" y="1639"/>
                  <a:pt x="1035" y="1639"/>
                  <a:pt x="1034" y="1639"/>
                </a:cubicBezTo>
                <a:cubicBezTo>
                  <a:pt x="1020" y="1640"/>
                  <a:pt x="1005" y="1639"/>
                  <a:pt x="990" y="1639"/>
                </a:cubicBezTo>
                <a:cubicBezTo>
                  <a:pt x="975" y="1639"/>
                  <a:pt x="960" y="1640"/>
                  <a:pt x="945" y="1640"/>
                </a:cubicBezTo>
                <a:cubicBezTo>
                  <a:pt x="935" y="1640"/>
                  <a:pt x="920" y="1638"/>
                  <a:pt x="914" y="1628"/>
                </a:cubicBezTo>
                <a:cubicBezTo>
                  <a:pt x="913" y="1628"/>
                  <a:pt x="913" y="1628"/>
                  <a:pt x="913" y="1627"/>
                </a:cubicBezTo>
                <a:cubicBezTo>
                  <a:pt x="913" y="1627"/>
                  <a:pt x="912" y="1626"/>
                  <a:pt x="912" y="1626"/>
                </a:cubicBezTo>
                <a:cubicBezTo>
                  <a:pt x="912" y="1625"/>
                  <a:pt x="912" y="1624"/>
                  <a:pt x="911" y="1624"/>
                </a:cubicBezTo>
                <a:cubicBezTo>
                  <a:pt x="911" y="1624"/>
                  <a:pt x="911" y="1624"/>
                  <a:pt x="911" y="1624"/>
                </a:cubicBezTo>
                <a:cubicBezTo>
                  <a:pt x="911" y="1623"/>
                  <a:pt x="911" y="1623"/>
                  <a:pt x="911" y="1623"/>
                </a:cubicBezTo>
                <a:cubicBezTo>
                  <a:pt x="911" y="1622"/>
                  <a:pt x="911" y="1621"/>
                  <a:pt x="911" y="1620"/>
                </a:cubicBezTo>
                <a:close/>
                <a:moveTo>
                  <a:pt x="910" y="1465"/>
                </a:moveTo>
                <a:cubicBezTo>
                  <a:pt x="910" y="1465"/>
                  <a:pt x="910" y="1465"/>
                  <a:pt x="910" y="1465"/>
                </a:cubicBezTo>
                <a:cubicBezTo>
                  <a:pt x="900" y="1482"/>
                  <a:pt x="900" y="1482"/>
                  <a:pt x="900" y="1482"/>
                </a:cubicBezTo>
                <a:cubicBezTo>
                  <a:pt x="899" y="1485"/>
                  <a:pt x="896" y="1488"/>
                  <a:pt x="893" y="1490"/>
                </a:cubicBezTo>
                <a:cubicBezTo>
                  <a:pt x="889" y="1493"/>
                  <a:pt x="885" y="1495"/>
                  <a:pt x="880" y="1497"/>
                </a:cubicBezTo>
                <a:cubicBezTo>
                  <a:pt x="879" y="1497"/>
                  <a:pt x="878" y="1498"/>
                  <a:pt x="876" y="1498"/>
                </a:cubicBezTo>
                <a:cubicBezTo>
                  <a:pt x="876" y="1499"/>
                  <a:pt x="875" y="1499"/>
                  <a:pt x="874" y="1499"/>
                </a:cubicBezTo>
                <a:cubicBezTo>
                  <a:pt x="874" y="1499"/>
                  <a:pt x="874" y="1499"/>
                  <a:pt x="874" y="1499"/>
                </a:cubicBezTo>
                <a:cubicBezTo>
                  <a:pt x="871" y="1500"/>
                  <a:pt x="868" y="1501"/>
                  <a:pt x="865" y="1502"/>
                </a:cubicBezTo>
                <a:cubicBezTo>
                  <a:pt x="859" y="1503"/>
                  <a:pt x="854" y="1503"/>
                  <a:pt x="848" y="1503"/>
                </a:cubicBezTo>
                <a:cubicBezTo>
                  <a:pt x="832" y="1503"/>
                  <a:pt x="832" y="1503"/>
                  <a:pt x="832" y="1503"/>
                </a:cubicBezTo>
                <a:cubicBezTo>
                  <a:pt x="832" y="1503"/>
                  <a:pt x="832" y="1503"/>
                  <a:pt x="832" y="1503"/>
                </a:cubicBezTo>
                <a:cubicBezTo>
                  <a:pt x="812" y="1503"/>
                  <a:pt x="793" y="1504"/>
                  <a:pt x="774" y="1504"/>
                </a:cubicBezTo>
                <a:cubicBezTo>
                  <a:pt x="765" y="1504"/>
                  <a:pt x="747" y="1502"/>
                  <a:pt x="745" y="1491"/>
                </a:cubicBezTo>
                <a:cubicBezTo>
                  <a:pt x="745" y="1489"/>
                  <a:pt x="745" y="1488"/>
                  <a:pt x="746" y="1486"/>
                </a:cubicBezTo>
                <a:cubicBezTo>
                  <a:pt x="747" y="1482"/>
                  <a:pt x="751" y="1478"/>
                  <a:pt x="753" y="1475"/>
                </a:cubicBezTo>
                <a:cubicBezTo>
                  <a:pt x="760" y="1464"/>
                  <a:pt x="766" y="1452"/>
                  <a:pt x="775" y="1443"/>
                </a:cubicBezTo>
                <a:cubicBezTo>
                  <a:pt x="775" y="1442"/>
                  <a:pt x="776" y="1442"/>
                  <a:pt x="776" y="1441"/>
                </a:cubicBezTo>
                <a:cubicBezTo>
                  <a:pt x="776" y="1441"/>
                  <a:pt x="777" y="1441"/>
                  <a:pt x="777" y="1441"/>
                </a:cubicBezTo>
                <a:cubicBezTo>
                  <a:pt x="799" y="1419"/>
                  <a:pt x="845" y="1425"/>
                  <a:pt x="873" y="1425"/>
                </a:cubicBezTo>
                <a:cubicBezTo>
                  <a:pt x="886" y="1425"/>
                  <a:pt x="901" y="1423"/>
                  <a:pt x="913" y="1428"/>
                </a:cubicBezTo>
                <a:cubicBezTo>
                  <a:pt x="913" y="1428"/>
                  <a:pt x="913" y="1428"/>
                  <a:pt x="913" y="1428"/>
                </a:cubicBezTo>
                <a:cubicBezTo>
                  <a:pt x="915" y="1429"/>
                  <a:pt x="916" y="1430"/>
                  <a:pt x="917" y="1430"/>
                </a:cubicBezTo>
                <a:cubicBezTo>
                  <a:pt x="917" y="1430"/>
                  <a:pt x="917" y="1431"/>
                  <a:pt x="918" y="1431"/>
                </a:cubicBezTo>
                <a:cubicBezTo>
                  <a:pt x="920" y="1432"/>
                  <a:pt x="922" y="1435"/>
                  <a:pt x="922" y="1437"/>
                </a:cubicBezTo>
                <a:cubicBezTo>
                  <a:pt x="923" y="1439"/>
                  <a:pt x="923" y="1442"/>
                  <a:pt x="921" y="1444"/>
                </a:cubicBezTo>
                <a:cubicBezTo>
                  <a:pt x="920" y="1446"/>
                  <a:pt x="920" y="1446"/>
                  <a:pt x="920" y="1446"/>
                </a:cubicBezTo>
                <a:cubicBezTo>
                  <a:pt x="918" y="1452"/>
                  <a:pt x="913" y="1460"/>
                  <a:pt x="910" y="1465"/>
                </a:cubicBezTo>
                <a:close/>
                <a:moveTo>
                  <a:pt x="1095" y="1502"/>
                </a:moveTo>
                <a:cubicBezTo>
                  <a:pt x="1093" y="1502"/>
                  <a:pt x="1091" y="1502"/>
                  <a:pt x="1089" y="1502"/>
                </a:cubicBezTo>
                <a:cubicBezTo>
                  <a:pt x="1089" y="1502"/>
                  <a:pt x="1089" y="1503"/>
                  <a:pt x="1088" y="1503"/>
                </a:cubicBezTo>
                <a:cubicBezTo>
                  <a:pt x="1077" y="1504"/>
                  <a:pt x="1066" y="1503"/>
                  <a:pt x="1054" y="1503"/>
                </a:cubicBezTo>
                <a:cubicBezTo>
                  <a:pt x="1007" y="1503"/>
                  <a:pt x="1007" y="1503"/>
                  <a:pt x="1007" y="1503"/>
                </a:cubicBezTo>
                <a:cubicBezTo>
                  <a:pt x="997" y="1503"/>
                  <a:pt x="980" y="1501"/>
                  <a:pt x="976" y="1490"/>
                </a:cubicBezTo>
                <a:cubicBezTo>
                  <a:pt x="976" y="1489"/>
                  <a:pt x="976" y="1488"/>
                  <a:pt x="976" y="1487"/>
                </a:cubicBezTo>
                <a:cubicBezTo>
                  <a:pt x="976" y="1486"/>
                  <a:pt x="976" y="1486"/>
                  <a:pt x="976" y="1485"/>
                </a:cubicBezTo>
                <a:cubicBezTo>
                  <a:pt x="977" y="1481"/>
                  <a:pt x="980" y="1477"/>
                  <a:pt x="982" y="1473"/>
                </a:cubicBezTo>
                <a:cubicBezTo>
                  <a:pt x="986" y="1463"/>
                  <a:pt x="990" y="1449"/>
                  <a:pt x="998" y="1441"/>
                </a:cubicBezTo>
                <a:cubicBezTo>
                  <a:pt x="998" y="1440"/>
                  <a:pt x="999" y="1440"/>
                  <a:pt x="999" y="1440"/>
                </a:cubicBezTo>
                <a:cubicBezTo>
                  <a:pt x="1000" y="1439"/>
                  <a:pt x="1000" y="1439"/>
                  <a:pt x="1000" y="1438"/>
                </a:cubicBezTo>
                <a:cubicBezTo>
                  <a:pt x="1001" y="1438"/>
                  <a:pt x="1001" y="1438"/>
                  <a:pt x="1001" y="1438"/>
                </a:cubicBezTo>
                <a:cubicBezTo>
                  <a:pt x="1002" y="1437"/>
                  <a:pt x="1002" y="1437"/>
                  <a:pt x="1002" y="1437"/>
                </a:cubicBezTo>
                <a:cubicBezTo>
                  <a:pt x="1003" y="1436"/>
                  <a:pt x="1003" y="1436"/>
                  <a:pt x="1003" y="1436"/>
                </a:cubicBezTo>
                <a:cubicBezTo>
                  <a:pt x="1010" y="1431"/>
                  <a:pt x="1018" y="1428"/>
                  <a:pt x="1027" y="1427"/>
                </a:cubicBezTo>
                <a:cubicBezTo>
                  <a:pt x="1027" y="1427"/>
                  <a:pt x="1027" y="1426"/>
                  <a:pt x="1028" y="1426"/>
                </a:cubicBezTo>
                <a:cubicBezTo>
                  <a:pt x="1033" y="1425"/>
                  <a:pt x="1038" y="1425"/>
                  <a:pt x="1043" y="1425"/>
                </a:cubicBezTo>
                <a:cubicBezTo>
                  <a:pt x="1072" y="1425"/>
                  <a:pt x="1072" y="1425"/>
                  <a:pt x="1072" y="1425"/>
                </a:cubicBezTo>
                <a:cubicBezTo>
                  <a:pt x="1081" y="1425"/>
                  <a:pt x="1090" y="1425"/>
                  <a:pt x="1099" y="1425"/>
                </a:cubicBezTo>
                <a:cubicBezTo>
                  <a:pt x="1112" y="1425"/>
                  <a:pt x="1130" y="1423"/>
                  <a:pt x="1140" y="1432"/>
                </a:cubicBezTo>
                <a:cubicBezTo>
                  <a:pt x="1140" y="1433"/>
                  <a:pt x="1141" y="1433"/>
                  <a:pt x="1141" y="1434"/>
                </a:cubicBezTo>
                <a:cubicBezTo>
                  <a:pt x="1142" y="1434"/>
                  <a:pt x="1142" y="1434"/>
                  <a:pt x="1142" y="1434"/>
                </a:cubicBezTo>
                <a:cubicBezTo>
                  <a:pt x="1142" y="1434"/>
                  <a:pt x="1142" y="1435"/>
                  <a:pt x="1142" y="1435"/>
                </a:cubicBezTo>
                <a:cubicBezTo>
                  <a:pt x="1143" y="1435"/>
                  <a:pt x="1143" y="1436"/>
                  <a:pt x="1143" y="1436"/>
                </a:cubicBezTo>
                <a:cubicBezTo>
                  <a:pt x="1144" y="1438"/>
                  <a:pt x="1144" y="1440"/>
                  <a:pt x="1144" y="1442"/>
                </a:cubicBezTo>
                <a:cubicBezTo>
                  <a:pt x="1143" y="1452"/>
                  <a:pt x="1135" y="1467"/>
                  <a:pt x="1133" y="1473"/>
                </a:cubicBezTo>
                <a:cubicBezTo>
                  <a:pt x="1133" y="1474"/>
                  <a:pt x="1133" y="1474"/>
                  <a:pt x="1133" y="1474"/>
                </a:cubicBezTo>
                <a:cubicBezTo>
                  <a:pt x="1132" y="1476"/>
                  <a:pt x="1131" y="1478"/>
                  <a:pt x="1130" y="1480"/>
                </a:cubicBezTo>
                <a:cubicBezTo>
                  <a:pt x="1130" y="1481"/>
                  <a:pt x="1130" y="1481"/>
                  <a:pt x="1130" y="1481"/>
                </a:cubicBezTo>
                <a:cubicBezTo>
                  <a:pt x="1130" y="1482"/>
                  <a:pt x="1129" y="1483"/>
                  <a:pt x="1129" y="1483"/>
                </a:cubicBezTo>
                <a:cubicBezTo>
                  <a:pt x="1129" y="1484"/>
                  <a:pt x="1128" y="1484"/>
                  <a:pt x="1128" y="1485"/>
                </a:cubicBezTo>
                <a:cubicBezTo>
                  <a:pt x="1128" y="1485"/>
                  <a:pt x="1127" y="1486"/>
                  <a:pt x="1127" y="1487"/>
                </a:cubicBezTo>
                <a:cubicBezTo>
                  <a:pt x="1126" y="1487"/>
                  <a:pt x="1126" y="1487"/>
                  <a:pt x="1126" y="1488"/>
                </a:cubicBezTo>
                <a:cubicBezTo>
                  <a:pt x="1125" y="1488"/>
                  <a:pt x="1125" y="1488"/>
                  <a:pt x="1125" y="1488"/>
                </a:cubicBezTo>
                <a:cubicBezTo>
                  <a:pt x="1124" y="1489"/>
                  <a:pt x="1124" y="1489"/>
                  <a:pt x="1124" y="1490"/>
                </a:cubicBezTo>
                <a:cubicBezTo>
                  <a:pt x="1122" y="1491"/>
                  <a:pt x="1121" y="1492"/>
                  <a:pt x="1119" y="1493"/>
                </a:cubicBezTo>
                <a:cubicBezTo>
                  <a:pt x="1117" y="1494"/>
                  <a:pt x="1115" y="1495"/>
                  <a:pt x="1114" y="1496"/>
                </a:cubicBezTo>
                <a:cubicBezTo>
                  <a:pt x="1113" y="1496"/>
                  <a:pt x="1113" y="1496"/>
                  <a:pt x="1113" y="1496"/>
                </a:cubicBezTo>
                <a:cubicBezTo>
                  <a:pt x="1112" y="1497"/>
                  <a:pt x="1112" y="1497"/>
                  <a:pt x="1112" y="1497"/>
                </a:cubicBezTo>
                <a:cubicBezTo>
                  <a:pt x="1106" y="1499"/>
                  <a:pt x="1100" y="1501"/>
                  <a:pt x="1095" y="1502"/>
                </a:cubicBezTo>
                <a:close/>
                <a:moveTo>
                  <a:pt x="773" y="1710"/>
                </a:moveTo>
                <a:cubicBezTo>
                  <a:pt x="773" y="1710"/>
                  <a:pt x="773" y="1710"/>
                  <a:pt x="773" y="1710"/>
                </a:cubicBezTo>
                <a:cubicBezTo>
                  <a:pt x="771" y="1721"/>
                  <a:pt x="762" y="1732"/>
                  <a:pt x="756" y="1742"/>
                </a:cubicBezTo>
                <a:cubicBezTo>
                  <a:pt x="756" y="1742"/>
                  <a:pt x="756" y="1742"/>
                  <a:pt x="756" y="1742"/>
                </a:cubicBezTo>
                <a:cubicBezTo>
                  <a:pt x="750" y="1753"/>
                  <a:pt x="744" y="1767"/>
                  <a:pt x="736" y="1777"/>
                </a:cubicBezTo>
                <a:cubicBezTo>
                  <a:pt x="735" y="1778"/>
                  <a:pt x="735" y="1779"/>
                  <a:pt x="734" y="1781"/>
                </a:cubicBezTo>
                <a:cubicBezTo>
                  <a:pt x="734" y="1781"/>
                  <a:pt x="733" y="1781"/>
                  <a:pt x="733" y="1781"/>
                </a:cubicBezTo>
                <a:cubicBezTo>
                  <a:pt x="732" y="1782"/>
                  <a:pt x="731" y="1783"/>
                  <a:pt x="730" y="1784"/>
                </a:cubicBezTo>
                <a:cubicBezTo>
                  <a:pt x="729" y="1785"/>
                  <a:pt x="729" y="1785"/>
                  <a:pt x="728" y="1786"/>
                </a:cubicBezTo>
                <a:cubicBezTo>
                  <a:pt x="728" y="1786"/>
                  <a:pt x="728" y="1786"/>
                  <a:pt x="728" y="1786"/>
                </a:cubicBezTo>
                <a:cubicBezTo>
                  <a:pt x="719" y="1794"/>
                  <a:pt x="708" y="1799"/>
                  <a:pt x="696" y="1802"/>
                </a:cubicBezTo>
                <a:cubicBezTo>
                  <a:pt x="695" y="1803"/>
                  <a:pt x="693" y="1803"/>
                  <a:pt x="692" y="1804"/>
                </a:cubicBezTo>
                <a:cubicBezTo>
                  <a:pt x="685" y="1805"/>
                  <a:pt x="678" y="1806"/>
                  <a:pt x="671" y="1806"/>
                </a:cubicBezTo>
                <a:cubicBezTo>
                  <a:pt x="665" y="1806"/>
                  <a:pt x="665" y="1806"/>
                  <a:pt x="665" y="1806"/>
                </a:cubicBezTo>
                <a:cubicBezTo>
                  <a:pt x="665" y="1806"/>
                  <a:pt x="665" y="1806"/>
                  <a:pt x="665" y="1806"/>
                </a:cubicBezTo>
                <a:cubicBezTo>
                  <a:pt x="636" y="1806"/>
                  <a:pt x="607" y="1807"/>
                  <a:pt x="578" y="1807"/>
                </a:cubicBezTo>
                <a:cubicBezTo>
                  <a:pt x="575" y="1807"/>
                  <a:pt x="573" y="1806"/>
                  <a:pt x="571" y="1806"/>
                </a:cubicBezTo>
                <a:cubicBezTo>
                  <a:pt x="567" y="1806"/>
                  <a:pt x="563" y="1805"/>
                  <a:pt x="560" y="1804"/>
                </a:cubicBezTo>
                <a:cubicBezTo>
                  <a:pt x="555" y="1802"/>
                  <a:pt x="551" y="1800"/>
                  <a:pt x="549" y="1797"/>
                </a:cubicBezTo>
                <a:cubicBezTo>
                  <a:pt x="546" y="1794"/>
                  <a:pt x="545" y="1790"/>
                  <a:pt x="545" y="1786"/>
                </a:cubicBezTo>
                <a:cubicBezTo>
                  <a:pt x="545" y="1783"/>
                  <a:pt x="546" y="1780"/>
                  <a:pt x="548" y="1777"/>
                </a:cubicBezTo>
                <a:cubicBezTo>
                  <a:pt x="548" y="1776"/>
                  <a:pt x="549" y="1776"/>
                  <a:pt x="549" y="1776"/>
                </a:cubicBezTo>
                <a:cubicBezTo>
                  <a:pt x="549" y="1775"/>
                  <a:pt x="549" y="1774"/>
                  <a:pt x="550" y="1774"/>
                </a:cubicBezTo>
                <a:cubicBezTo>
                  <a:pt x="551" y="1772"/>
                  <a:pt x="551" y="1772"/>
                  <a:pt x="551" y="1772"/>
                </a:cubicBezTo>
                <a:cubicBezTo>
                  <a:pt x="551" y="1772"/>
                  <a:pt x="551" y="1772"/>
                  <a:pt x="551" y="1772"/>
                </a:cubicBezTo>
                <a:cubicBezTo>
                  <a:pt x="558" y="1761"/>
                  <a:pt x="566" y="1750"/>
                  <a:pt x="574" y="1739"/>
                </a:cubicBezTo>
                <a:cubicBezTo>
                  <a:pt x="579" y="1730"/>
                  <a:pt x="585" y="1720"/>
                  <a:pt x="592" y="1713"/>
                </a:cubicBezTo>
                <a:cubicBezTo>
                  <a:pt x="593" y="1712"/>
                  <a:pt x="593" y="1711"/>
                  <a:pt x="594" y="1710"/>
                </a:cubicBezTo>
                <a:cubicBezTo>
                  <a:pt x="594" y="1710"/>
                  <a:pt x="595" y="1710"/>
                  <a:pt x="595" y="1710"/>
                </a:cubicBezTo>
                <a:cubicBezTo>
                  <a:pt x="596" y="1708"/>
                  <a:pt x="598" y="1707"/>
                  <a:pt x="600" y="1705"/>
                </a:cubicBezTo>
                <a:cubicBezTo>
                  <a:pt x="600" y="1705"/>
                  <a:pt x="600" y="1705"/>
                  <a:pt x="600" y="1705"/>
                </a:cubicBezTo>
                <a:cubicBezTo>
                  <a:pt x="600" y="1705"/>
                  <a:pt x="600" y="1705"/>
                  <a:pt x="600" y="1705"/>
                </a:cubicBezTo>
                <a:cubicBezTo>
                  <a:pt x="610" y="1697"/>
                  <a:pt x="622" y="1692"/>
                  <a:pt x="635" y="1690"/>
                </a:cubicBezTo>
                <a:cubicBezTo>
                  <a:pt x="635" y="1690"/>
                  <a:pt x="635" y="1690"/>
                  <a:pt x="635" y="1690"/>
                </a:cubicBezTo>
                <a:cubicBezTo>
                  <a:pt x="636" y="1690"/>
                  <a:pt x="636" y="1690"/>
                  <a:pt x="636" y="1690"/>
                </a:cubicBezTo>
                <a:cubicBezTo>
                  <a:pt x="638" y="1689"/>
                  <a:pt x="640" y="1689"/>
                  <a:pt x="643" y="1688"/>
                </a:cubicBezTo>
                <a:cubicBezTo>
                  <a:pt x="644" y="1688"/>
                  <a:pt x="646" y="1688"/>
                  <a:pt x="647" y="1688"/>
                </a:cubicBezTo>
                <a:cubicBezTo>
                  <a:pt x="649" y="1688"/>
                  <a:pt x="650" y="1688"/>
                  <a:pt x="652" y="1688"/>
                </a:cubicBezTo>
                <a:cubicBezTo>
                  <a:pt x="653" y="1687"/>
                  <a:pt x="654" y="1687"/>
                  <a:pt x="655" y="1687"/>
                </a:cubicBezTo>
                <a:cubicBezTo>
                  <a:pt x="656" y="1687"/>
                  <a:pt x="656" y="1687"/>
                  <a:pt x="656" y="1687"/>
                </a:cubicBezTo>
                <a:cubicBezTo>
                  <a:pt x="656" y="1687"/>
                  <a:pt x="656" y="1687"/>
                  <a:pt x="656" y="1687"/>
                </a:cubicBezTo>
                <a:cubicBezTo>
                  <a:pt x="683" y="1687"/>
                  <a:pt x="709" y="1687"/>
                  <a:pt x="736" y="1687"/>
                </a:cubicBezTo>
                <a:cubicBezTo>
                  <a:pt x="736" y="1687"/>
                  <a:pt x="736" y="1687"/>
                  <a:pt x="736" y="1687"/>
                </a:cubicBezTo>
                <a:cubicBezTo>
                  <a:pt x="740" y="1687"/>
                  <a:pt x="740" y="1687"/>
                  <a:pt x="740" y="1687"/>
                </a:cubicBezTo>
                <a:cubicBezTo>
                  <a:pt x="747" y="1687"/>
                  <a:pt x="753" y="1688"/>
                  <a:pt x="757" y="1689"/>
                </a:cubicBezTo>
                <a:cubicBezTo>
                  <a:pt x="759" y="1690"/>
                  <a:pt x="760" y="1690"/>
                  <a:pt x="761" y="1691"/>
                </a:cubicBezTo>
                <a:cubicBezTo>
                  <a:pt x="761" y="1691"/>
                  <a:pt x="762" y="1691"/>
                  <a:pt x="763" y="1691"/>
                </a:cubicBezTo>
                <a:cubicBezTo>
                  <a:pt x="763" y="1692"/>
                  <a:pt x="763" y="1692"/>
                  <a:pt x="764" y="1692"/>
                </a:cubicBezTo>
                <a:cubicBezTo>
                  <a:pt x="771" y="1695"/>
                  <a:pt x="775" y="1701"/>
                  <a:pt x="773" y="1710"/>
                </a:cubicBezTo>
                <a:close/>
                <a:moveTo>
                  <a:pt x="828" y="1613"/>
                </a:moveTo>
                <a:cubicBezTo>
                  <a:pt x="827" y="1614"/>
                  <a:pt x="827" y="1614"/>
                  <a:pt x="827" y="1614"/>
                </a:cubicBezTo>
                <a:cubicBezTo>
                  <a:pt x="827" y="1614"/>
                  <a:pt x="827" y="1614"/>
                  <a:pt x="827" y="1614"/>
                </a:cubicBezTo>
                <a:cubicBezTo>
                  <a:pt x="826" y="1616"/>
                  <a:pt x="825" y="1617"/>
                  <a:pt x="824" y="1619"/>
                </a:cubicBezTo>
                <a:cubicBezTo>
                  <a:pt x="824" y="1619"/>
                  <a:pt x="824" y="1619"/>
                  <a:pt x="823" y="1619"/>
                </a:cubicBezTo>
                <a:cubicBezTo>
                  <a:pt x="817" y="1627"/>
                  <a:pt x="807" y="1632"/>
                  <a:pt x="797" y="1635"/>
                </a:cubicBezTo>
                <a:cubicBezTo>
                  <a:pt x="797" y="1635"/>
                  <a:pt x="797" y="1635"/>
                  <a:pt x="797" y="1635"/>
                </a:cubicBezTo>
                <a:cubicBezTo>
                  <a:pt x="795" y="1636"/>
                  <a:pt x="794" y="1636"/>
                  <a:pt x="792" y="1636"/>
                </a:cubicBezTo>
                <a:cubicBezTo>
                  <a:pt x="791" y="1637"/>
                  <a:pt x="790" y="1637"/>
                  <a:pt x="789" y="1637"/>
                </a:cubicBezTo>
                <a:cubicBezTo>
                  <a:pt x="788" y="1637"/>
                  <a:pt x="788" y="1638"/>
                  <a:pt x="787" y="1638"/>
                </a:cubicBezTo>
                <a:cubicBezTo>
                  <a:pt x="781" y="1639"/>
                  <a:pt x="774" y="1640"/>
                  <a:pt x="768" y="1640"/>
                </a:cubicBezTo>
                <a:cubicBezTo>
                  <a:pt x="767" y="1640"/>
                  <a:pt x="767" y="1640"/>
                  <a:pt x="767" y="1640"/>
                </a:cubicBezTo>
                <a:cubicBezTo>
                  <a:pt x="756" y="1641"/>
                  <a:pt x="745" y="1640"/>
                  <a:pt x="735" y="1640"/>
                </a:cubicBezTo>
                <a:cubicBezTo>
                  <a:pt x="718" y="1640"/>
                  <a:pt x="702" y="1640"/>
                  <a:pt x="685" y="1640"/>
                </a:cubicBezTo>
                <a:cubicBezTo>
                  <a:pt x="683" y="1640"/>
                  <a:pt x="680" y="1640"/>
                  <a:pt x="677" y="1640"/>
                </a:cubicBezTo>
                <a:cubicBezTo>
                  <a:pt x="677" y="1640"/>
                  <a:pt x="677" y="1640"/>
                  <a:pt x="676" y="1640"/>
                </a:cubicBezTo>
                <a:cubicBezTo>
                  <a:pt x="674" y="1639"/>
                  <a:pt x="672" y="1639"/>
                  <a:pt x="669" y="1638"/>
                </a:cubicBezTo>
                <a:cubicBezTo>
                  <a:pt x="669" y="1638"/>
                  <a:pt x="669" y="1638"/>
                  <a:pt x="669" y="1638"/>
                </a:cubicBezTo>
                <a:cubicBezTo>
                  <a:pt x="669" y="1638"/>
                  <a:pt x="669" y="1638"/>
                  <a:pt x="669" y="1638"/>
                </a:cubicBezTo>
                <a:cubicBezTo>
                  <a:pt x="662" y="1636"/>
                  <a:pt x="655" y="1632"/>
                  <a:pt x="655" y="1624"/>
                </a:cubicBezTo>
                <a:cubicBezTo>
                  <a:pt x="655" y="1623"/>
                  <a:pt x="655" y="1621"/>
                  <a:pt x="656" y="1620"/>
                </a:cubicBezTo>
                <a:cubicBezTo>
                  <a:pt x="656" y="1619"/>
                  <a:pt x="656" y="1619"/>
                  <a:pt x="656" y="1618"/>
                </a:cubicBezTo>
                <a:cubicBezTo>
                  <a:pt x="657" y="1617"/>
                  <a:pt x="657" y="1616"/>
                  <a:pt x="658" y="1614"/>
                </a:cubicBezTo>
                <a:cubicBezTo>
                  <a:pt x="658" y="1614"/>
                  <a:pt x="658" y="1614"/>
                  <a:pt x="658" y="1614"/>
                </a:cubicBezTo>
                <a:cubicBezTo>
                  <a:pt x="659" y="1613"/>
                  <a:pt x="659" y="1613"/>
                  <a:pt x="659" y="1613"/>
                </a:cubicBezTo>
                <a:cubicBezTo>
                  <a:pt x="660" y="1612"/>
                  <a:pt x="661" y="1610"/>
                  <a:pt x="662" y="1609"/>
                </a:cubicBezTo>
                <a:cubicBezTo>
                  <a:pt x="670" y="1597"/>
                  <a:pt x="678" y="1585"/>
                  <a:pt x="686" y="1572"/>
                </a:cubicBezTo>
                <a:cubicBezTo>
                  <a:pt x="687" y="1572"/>
                  <a:pt x="687" y="1572"/>
                  <a:pt x="687" y="1572"/>
                </a:cubicBezTo>
                <a:cubicBezTo>
                  <a:pt x="689" y="1568"/>
                  <a:pt x="689" y="1568"/>
                  <a:pt x="689" y="1568"/>
                </a:cubicBezTo>
                <a:cubicBezTo>
                  <a:pt x="692" y="1565"/>
                  <a:pt x="695" y="1562"/>
                  <a:pt x="699" y="1559"/>
                </a:cubicBezTo>
                <a:cubicBezTo>
                  <a:pt x="702" y="1557"/>
                  <a:pt x="705" y="1555"/>
                  <a:pt x="708" y="1554"/>
                </a:cubicBezTo>
                <a:cubicBezTo>
                  <a:pt x="709" y="1553"/>
                  <a:pt x="710" y="1553"/>
                  <a:pt x="711" y="1552"/>
                </a:cubicBezTo>
                <a:cubicBezTo>
                  <a:pt x="712" y="1552"/>
                  <a:pt x="712" y="1552"/>
                  <a:pt x="713" y="1551"/>
                </a:cubicBezTo>
                <a:cubicBezTo>
                  <a:pt x="713" y="1551"/>
                  <a:pt x="714" y="1551"/>
                  <a:pt x="714" y="1551"/>
                </a:cubicBezTo>
                <a:cubicBezTo>
                  <a:pt x="715" y="1551"/>
                  <a:pt x="715" y="1551"/>
                  <a:pt x="716" y="1550"/>
                </a:cubicBezTo>
                <a:cubicBezTo>
                  <a:pt x="720" y="1549"/>
                  <a:pt x="725" y="1547"/>
                  <a:pt x="730" y="1546"/>
                </a:cubicBezTo>
                <a:cubicBezTo>
                  <a:pt x="735" y="1545"/>
                  <a:pt x="741" y="1544"/>
                  <a:pt x="747" y="1544"/>
                </a:cubicBezTo>
                <a:cubicBezTo>
                  <a:pt x="763" y="1544"/>
                  <a:pt x="763" y="1544"/>
                  <a:pt x="763" y="1544"/>
                </a:cubicBezTo>
                <a:cubicBezTo>
                  <a:pt x="767" y="1544"/>
                  <a:pt x="770" y="1544"/>
                  <a:pt x="774" y="1544"/>
                </a:cubicBezTo>
                <a:cubicBezTo>
                  <a:pt x="789" y="1544"/>
                  <a:pt x="803" y="1544"/>
                  <a:pt x="818" y="1544"/>
                </a:cubicBezTo>
                <a:cubicBezTo>
                  <a:pt x="818" y="1544"/>
                  <a:pt x="818" y="1544"/>
                  <a:pt x="818" y="1544"/>
                </a:cubicBezTo>
                <a:cubicBezTo>
                  <a:pt x="824" y="1544"/>
                  <a:pt x="824" y="1544"/>
                  <a:pt x="824" y="1544"/>
                </a:cubicBezTo>
                <a:cubicBezTo>
                  <a:pt x="830" y="1544"/>
                  <a:pt x="835" y="1545"/>
                  <a:pt x="839" y="1546"/>
                </a:cubicBezTo>
                <a:cubicBezTo>
                  <a:pt x="843" y="1547"/>
                  <a:pt x="845" y="1548"/>
                  <a:pt x="847" y="1549"/>
                </a:cubicBezTo>
                <a:cubicBezTo>
                  <a:pt x="854" y="1553"/>
                  <a:pt x="858" y="1559"/>
                  <a:pt x="853" y="1568"/>
                </a:cubicBezTo>
                <a:cubicBezTo>
                  <a:pt x="848" y="1579"/>
                  <a:pt x="841" y="1590"/>
                  <a:pt x="835" y="1600"/>
                </a:cubicBezTo>
                <a:cubicBezTo>
                  <a:pt x="828" y="1613"/>
                  <a:pt x="828" y="1613"/>
                  <a:pt x="828" y="1613"/>
                </a:cubicBezTo>
                <a:cubicBezTo>
                  <a:pt x="828" y="1613"/>
                  <a:pt x="828" y="1613"/>
                  <a:pt x="828" y="1613"/>
                </a:cubicBezTo>
                <a:close/>
                <a:moveTo>
                  <a:pt x="1592" y="1771"/>
                </a:moveTo>
                <a:cubicBezTo>
                  <a:pt x="1592" y="1773"/>
                  <a:pt x="1592" y="1775"/>
                  <a:pt x="1591" y="1777"/>
                </a:cubicBezTo>
                <a:cubicBezTo>
                  <a:pt x="1591" y="1778"/>
                  <a:pt x="1591" y="1778"/>
                  <a:pt x="1591" y="1778"/>
                </a:cubicBezTo>
                <a:cubicBezTo>
                  <a:pt x="1590" y="1780"/>
                  <a:pt x="1590" y="1782"/>
                  <a:pt x="1589" y="1783"/>
                </a:cubicBezTo>
                <a:cubicBezTo>
                  <a:pt x="1589" y="1783"/>
                  <a:pt x="1589" y="1783"/>
                  <a:pt x="1589" y="1784"/>
                </a:cubicBezTo>
                <a:cubicBezTo>
                  <a:pt x="1588" y="1784"/>
                  <a:pt x="1588" y="1784"/>
                  <a:pt x="1588" y="1784"/>
                </a:cubicBezTo>
                <a:cubicBezTo>
                  <a:pt x="1587" y="1786"/>
                  <a:pt x="1586" y="1788"/>
                  <a:pt x="1584" y="1789"/>
                </a:cubicBezTo>
                <a:cubicBezTo>
                  <a:pt x="1584" y="1789"/>
                  <a:pt x="1584" y="1789"/>
                  <a:pt x="1584" y="1789"/>
                </a:cubicBezTo>
                <a:cubicBezTo>
                  <a:pt x="1582" y="1791"/>
                  <a:pt x="1581" y="1792"/>
                  <a:pt x="1579" y="1794"/>
                </a:cubicBezTo>
                <a:cubicBezTo>
                  <a:pt x="1578" y="1794"/>
                  <a:pt x="1578" y="1794"/>
                  <a:pt x="1578" y="1794"/>
                </a:cubicBezTo>
                <a:cubicBezTo>
                  <a:pt x="1578" y="1794"/>
                  <a:pt x="1577" y="1795"/>
                  <a:pt x="1577" y="1795"/>
                </a:cubicBezTo>
                <a:cubicBezTo>
                  <a:pt x="1575" y="1796"/>
                  <a:pt x="1573" y="1797"/>
                  <a:pt x="1571" y="1798"/>
                </a:cubicBezTo>
                <a:cubicBezTo>
                  <a:pt x="1571" y="1798"/>
                  <a:pt x="1571" y="1798"/>
                  <a:pt x="1570" y="1798"/>
                </a:cubicBezTo>
                <a:cubicBezTo>
                  <a:pt x="1569" y="1799"/>
                  <a:pt x="1567" y="1800"/>
                  <a:pt x="1566" y="1800"/>
                </a:cubicBezTo>
                <a:cubicBezTo>
                  <a:pt x="1565" y="1800"/>
                  <a:pt x="1564" y="1801"/>
                  <a:pt x="1563" y="1801"/>
                </a:cubicBezTo>
                <a:cubicBezTo>
                  <a:pt x="1563" y="1801"/>
                  <a:pt x="1563" y="1801"/>
                  <a:pt x="1562" y="1801"/>
                </a:cubicBezTo>
                <a:cubicBezTo>
                  <a:pt x="1562" y="1801"/>
                  <a:pt x="1561" y="1801"/>
                  <a:pt x="1561" y="1802"/>
                </a:cubicBezTo>
                <a:cubicBezTo>
                  <a:pt x="1559" y="1802"/>
                  <a:pt x="1557" y="1802"/>
                  <a:pt x="1555" y="1803"/>
                </a:cubicBezTo>
                <a:cubicBezTo>
                  <a:pt x="1553" y="1803"/>
                  <a:pt x="1551" y="1803"/>
                  <a:pt x="1550" y="1803"/>
                </a:cubicBezTo>
                <a:cubicBezTo>
                  <a:pt x="1548" y="1804"/>
                  <a:pt x="1546" y="1804"/>
                  <a:pt x="1544" y="1804"/>
                </a:cubicBezTo>
                <a:cubicBezTo>
                  <a:pt x="1544" y="1804"/>
                  <a:pt x="1543" y="1804"/>
                  <a:pt x="1542" y="1804"/>
                </a:cubicBezTo>
                <a:cubicBezTo>
                  <a:pt x="1540" y="1804"/>
                  <a:pt x="1540" y="1804"/>
                  <a:pt x="1540" y="1804"/>
                </a:cubicBezTo>
                <a:cubicBezTo>
                  <a:pt x="1540" y="1804"/>
                  <a:pt x="1540" y="1804"/>
                  <a:pt x="1540" y="1804"/>
                </a:cubicBezTo>
                <a:cubicBezTo>
                  <a:pt x="1530" y="1804"/>
                  <a:pt x="1519" y="1804"/>
                  <a:pt x="1509" y="1804"/>
                </a:cubicBezTo>
                <a:cubicBezTo>
                  <a:pt x="1461" y="1804"/>
                  <a:pt x="908" y="1806"/>
                  <a:pt x="869" y="1806"/>
                </a:cubicBezTo>
                <a:cubicBezTo>
                  <a:pt x="866" y="1806"/>
                  <a:pt x="863" y="1806"/>
                  <a:pt x="861" y="1805"/>
                </a:cubicBezTo>
                <a:cubicBezTo>
                  <a:pt x="857" y="1805"/>
                  <a:pt x="853" y="1804"/>
                  <a:pt x="850" y="1803"/>
                </a:cubicBezTo>
                <a:cubicBezTo>
                  <a:pt x="845" y="1802"/>
                  <a:pt x="841" y="1799"/>
                  <a:pt x="838" y="1796"/>
                </a:cubicBezTo>
                <a:cubicBezTo>
                  <a:pt x="835" y="1793"/>
                  <a:pt x="833" y="1790"/>
                  <a:pt x="832" y="1786"/>
                </a:cubicBezTo>
                <a:cubicBezTo>
                  <a:pt x="832" y="1782"/>
                  <a:pt x="832" y="1778"/>
                  <a:pt x="834" y="1773"/>
                </a:cubicBezTo>
                <a:cubicBezTo>
                  <a:pt x="836" y="1771"/>
                  <a:pt x="836" y="1771"/>
                  <a:pt x="836" y="1771"/>
                </a:cubicBezTo>
                <a:cubicBezTo>
                  <a:pt x="836" y="1771"/>
                  <a:pt x="836" y="1771"/>
                  <a:pt x="836" y="1771"/>
                </a:cubicBezTo>
                <a:cubicBezTo>
                  <a:pt x="842" y="1758"/>
                  <a:pt x="848" y="1745"/>
                  <a:pt x="854" y="1732"/>
                </a:cubicBezTo>
                <a:cubicBezTo>
                  <a:pt x="856" y="1730"/>
                  <a:pt x="857" y="1728"/>
                  <a:pt x="858" y="1726"/>
                </a:cubicBezTo>
                <a:cubicBezTo>
                  <a:pt x="862" y="1716"/>
                  <a:pt x="862" y="1716"/>
                  <a:pt x="862" y="1716"/>
                </a:cubicBezTo>
                <a:cubicBezTo>
                  <a:pt x="864" y="1712"/>
                  <a:pt x="868" y="1708"/>
                  <a:pt x="872" y="1704"/>
                </a:cubicBezTo>
                <a:cubicBezTo>
                  <a:pt x="873" y="1704"/>
                  <a:pt x="874" y="1703"/>
                  <a:pt x="875" y="1702"/>
                </a:cubicBezTo>
                <a:cubicBezTo>
                  <a:pt x="875" y="1702"/>
                  <a:pt x="876" y="1701"/>
                  <a:pt x="877" y="1701"/>
                </a:cubicBezTo>
                <a:cubicBezTo>
                  <a:pt x="878" y="1700"/>
                  <a:pt x="878" y="1700"/>
                  <a:pt x="879" y="1699"/>
                </a:cubicBezTo>
                <a:cubicBezTo>
                  <a:pt x="880" y="1699"/>
                  <a:pt x="880" y="1699"/>
                  <a:pt x="880" y="1699"/>
                </a:cubicBezTo>
                <a:cubicBezTo>
                  <a:pt x="881" y="1698"/>
                  <a:pt x="881" y="1698"/>
                  <a:pt x="882" y="1698"/>
                </a:cubicBezTo>
                <a:cubicBezTo>
                  <a:pt x="883" y="1697"/>
                  <a:pt x="885" y="1696"/>
                  <a:pt x="886" y="1695"/>
                </a:cubicBezTo>
                <a:cubicBezTo>
                  <a:pt x="887" y="1695"/>
                  <a:pt x="888" y="1695"/>
                  <a:pt x="889" y="1694"/>
                </a:cubicBezTo>
                <a:cubicBezTo>
                  <a:pt x="890" y="1694"/>
                  <a:pt x="891" y="1693"/>
                  <a:pt x="893" y="1693"/>
                </a:cubicBezTo>
                <a:cubicBezTo>
                  <a:pt x="895" y="1692"/>
                  <a:pt x="897" y="1691"/>
                  <a:pt x="899" y="1690"/>
                </a:cubicBezTo>
                <a:cubicBezTo>
                  <a:pt x="900" y="1690"/>
                  <a:pt x="901" y="1690"/>
                  <a:pt x="903" y="1689"/>
                </a:cubicBezTo>
                <a:cubicBezTo>
                  <a:pt x="903" y="1689"/>
                  <a:pt x="904" y="1689"/>
                  <a:pt x="904" y="1689"/>
                </a:cubicBezTo>
                <a:cubicBezTo>
                  <a:pt x="910" y="1687"/>
                  <a:pt x="917" y="1687"/>
                  <a:pt x="923" y="1687"/>
                </a:cubicBezTo>
                <a:cubicBezTo>
                  <a:pt x="923" y="1687"/>
                  <a:pt x="1503" y="1685"/>
                  <a:pt x="1525" y="1685"/>
                </a:cubicBezTo>
                <a:cubicBezTo>
                  <a:pt x="1531" y="1685"/>
                  <a:pt x="1538" y="1685"/>
                  <a:pt x="1545" y="1685"/>
                </a:cubicBezTo>
                <a:cubicBezTo>
                  <a:pt x="1548" y="1685"/>
                  <a:pt x="1551" y="1685"/>
                  <a:pt x="1554" y="1686"/>
                </a:cubicBezTo>
                <a:cubicBezTo>
                  <a:pt x="1554" y="1686"/>
                  <a:pt x="1555" y="1686"/>
                  <a:pt x="1555" y="1686"/>
                </a:cubicBezTo>
                <a:cubicBezTo>
                  <a:pt x="1557" y="1686"/>
                  <a:pt x="1560" y="1686"/>
                  <a:pt x="1562" y="1687"/>
                </a:cubicBezTo>
                <a:cubicBezTo>
                  <a:pt x="1562" y="1687"/>
                  <a:pt x="1563" y="1687"/>
                  <a:pt x="1563" y="1687"/>
                </a:cubicBezTo>
                <a:cubicBezTo>
                  <a:pt x="1563" y="1687"/>
                  <a:pt x="1563" y="1687"/>
                  <a:pt x="1563" y="1687"/>
                </a:cubicBezTo>
                <a:cubicBezTo>
                  <a:pt x="1566" y="1688"/>
                  <a:pt x="1568" y="1689"/>
                  <a:pt x="1570" y="1690"/>
                </a:cubicBezTo>
                <a:cubicBezTo>
                  <a:pt x="1570" y="1690"/>
                  <a:pt x="1571" y="1690"/>
                  <a:pt x="1571" y="1690"/>
                </a:cubicBezTo>
                <a:cubicBezTo>
                  <a:pt x="1573" y="1691"/>
                  <a:pt x="1575" y="1692"/>
                  <a:pt x="1577" y="1693"/>
                </a:cubicBezTo>
                <a:cubicBezTo>
                  <a:pt x="1577" y="1693"/>
                  <a:pt x="1577" y="1693"/>
                  <a:pt x="1578" y="1693"/>
                </a:cubicBezTo>
                <a:cubicBezTo>
                  <a:pt x="1578" y="1694"/>
                  <a:pt x="1578" y="1694"/>
                  <a:pt x="1578" y="1694"/>
                </a:cubicBezTo>
                <a:cubicBezTo>
                  <a:pt x="1580" y="1695"/>
                  <a:pt x="1581" y="1696"/>
                  <a:pt x="1582" y="1697"/>
                </a:cubicBezTo>
                <a:cubicBezTo>
                  <a:pt x="1584" y="1698"/>
                  <a:pt x="1586" y="1700"/>
                  <a:pt x="1588" y="1703"/>
                </a:cubicBezTo>
                <a:cubicBezTo>
                  <a:pt x="1590" y="1706"/>
                  <a:pt x="1592" y="1710"/>
                  <a:pt x="1592" y="1714"/>
                </a:cubicBezTo>
                <a:cubicBezTo>
                  <a:pt x="1592" y="1717"/>
                  <a:pt x="1592" y="1717"/>
                  <a:pt x="1592" y="1717"/>
                </a:cubicBezTo>
                <a:cubicBezTo>
                  <a:pt x="1592" y="1717"/>
                  <a:pt x="1592" y="1717"/>
                  <a:pt x="1592" y="1717"/>
                </a:cubicBezTo>
                <a:cubicBezTo>
                  <a:pt x="1592" y="1731"/>
                  <a:pt x="1592" y="1746"/>
                  <a:pt x="1592" y="1760"/>
                </a:cubicBezTo>
                <a:cubicBezTo>
                  <a:pt x="1592" y="1764"/>
                  <a:pt x="1593" y="1767"/>
                  <a:pt x="1592" y="1771"/>
                </a:cubicBezTo>
                <a:close/>
                <a:moveTo>
                  <a:pt x="1671" y="1490"/>
                </a:moveTo>
                <a:cubicBezTo>
                  <a:pt x="1671" y="1490"/>
                  <a:pt x="1670" y="1489"/>
                  <a:pt x="1670" y="1489"/>
                </a:cubicBezTo>
                <a:cubicBezTo>
                  <a:pt x="1670" y="1489"/>
                  <a:pt x="1669" y="1489"/>
                  <a:pt x="1669" y="1488"/>
                </a:cubicBezTo>
                <a:cubicBezTo>
                  <a:pt x="1667" y="1486"/>
                  <a:pt x="1666" y="1483"/>
                  <a:pt x="1665" y="1480"/>
                </a:cubicBezTo>
                <a:cubicBezTo>
                  <a:pt x="1665" y="1477"/>
                  <a:pt x="1665" y="1477"/>
                  <a:pt x="1665" y="1477"/>
                </a:cubicBezTo>
                <a:cubicBezTo>
                  <a:pt x="1665" y="1475"/>
                  <a:pt x="1665" y="1473"/>
                  <a:pt x="1665" y="1471"/>
                </a:cubicBezTo>
                <a:cubicBezTo>
                  <a:pt x="1665" y="1471"/>
                  <a:pt x="1665" y="1471"/>
                  <a:pt x="1665" y="1471"/>
                </a:cubicBezTo>
                <a:cubicBezTo>
                  <a:pt x="1664" y="1463"/>
                  <a:pt x="1662" y="1454"/>
                  <a:pt x="1663" y="1445"/>
                </a:cubicBezTo>
                <a:cubicBezTo>
                  <a:pt x="1663" y="1443"/>
                  <a:pt x="1663" y="1443"/>
                  <a:pt x="1663" y="1443"/>
                </a:cubicBezTo>
                <a:cubicBezTo>
                  <a:pt x="1662" y="1440"/>
                  <a:pt x="1663" y="1437"/>
                  <a:pt x="1665" y="1435"/>
                </a:cubicBezTo>
                <a:cubicBezTo>
                  <a:pt x="1667" y="1433"/>
                  <a:pt x="1669" y="1431"/>
                  <a:pt x="1673" y="1429"/>
                </a:cubicBezTo>
                <a:cubicBezTo>
                  <a:pt x="1676" y="1427"/>
                  <a:pt x="1680" y="1426"/>
                  <a:pt x="1684" y="1425"/>
                </a:cubicBezTo>
                <a:cubicBezTo>
                  <a:pt x="1684" y="1425"/>
                  <a:pt x="1684" y="1425"/>
                  <a:pt x="1684" y="1425"/>
                </a:cubicBezTo>
                <a:cubicBezTo>
                  <a:pt x="1685" y="1425"/>
                  <a:pt x="1685" y="1425"/>
                  <a:pt x="1685" y="1425"/>
                </a:cubicBezTo>
                <a:cubicBezTo>
                  <a:pt x="1687" y="1424"/>
                  <a:pt x="1689" y="1424"/>
                  <a:pt x="1690" y="1424"/>
                </a:cubicBezTo>
                <a:cubicBezTo>
                  <a:pt x="1691" y="1424"/>
                  <a:pt x="1692" y="1424"/>
                  <a:pt x="1693" y="1424"/>
                </a:cubicBezTo>
                <a:cubicBezTo>
                  <a:pt x="1700" y="1423"/>
                  <a:pt x="1708" y="1423"/>
                  <a:pt x="1716" y="1423"/>
                </a:cubicBezTo>
                <a:cubicBezTo>
                  <a:pt x="1769" y="1423"/>
                  <a:pt x="1769" y="1423"/>
                  <a:pt x="1769" y="1423"/>
                </a:cubicBezTo>
                <a:cubicBezTo>
                  <a:pt x="1772" y="1423"/>
                  <a:pt x="1775" y="1423"/>
                  <a:pt x="1778" y="1424"/>
                </a:cubicBezTo>
                <a:cubicBezTo>
                  <a:pt x="1792" y="1425"/>
                  <a:pt x="1808" y="1429"/>
                  <a:pt x="1810" y="1442"/>
                </a:cubicBezTo>
                <a:cubicBezTo>
                  <a:pt x="1814" y="1454"/>
                  <a:pt x="1815" y="1466"/>
                  <a:pt x="1817" y="1478"/>
                </a:cubicBezTo>
                <a:cubicBezTo>
                  <a:pt x="1818" y="1480"/>
                  <a:pt x="1818" y="1480"/>
                  <a:pt x="1818" y="1480"/>
                </a:cubicBezTo>
                <a:cubicBezTo>
                  <a:pt x="1818" y="1482"/>
                  <a:pt x="1818" y="1485"/>
                  <a:pt x="1817" y="1487"/>
                </a:cubicBezTo>
                <a:cubicBezTo>
                  <a:pt x="1817" y="1487"/>
                  <a:pt x="1817" y="1488"/>
                  <a:pt x="1816" y="1488"/>
                </a:cubicBezTo>
                <a:cubicBezTo>
                  <a:pt x="1816" y="1488"/>
                  <a:pt x="1816" y="1488"/>
                  <a:pt x="1816" y="1488"/>
                </a:cubicBezTo>
                <a:cubicBezTo>
                  <a:pt x="1816" y="1488"/>
                  <a:pt x="1816" y="1488"/>
                  <a:pt x="1816" y="1488"/>
                </a:cubicBezTo>
                <a:cubicBezTo>
                  <a:pt x="1813" y="1494"/>
                  <a:pt x="1807" y="1497"/>
                  <a:pt x="1799" y="1499"/>
                </a:cubicBezTo>
                <a:cubicBezTo>
                  <a:pt x="1798" y="1499"/>
                  <a:pt x="1798" y="1499"/>
                  <a:pt x="1797" y="1499"/>
                </a:cubicBezTo>
                <a:cubicBezTo>
                  <a:pt x="1796" y="1500"/>
                  <a:pt x="1796" y="1500"/>
                  <a:pt x="1795" y="1500"/>
                </a:cubicBezTo>
                <a:cubicBezTo>
                  <a:pt x="1794" y="1500"/>
                  <a:pt x="1794" y="1500"/>
                  <a:pt x="1793" y="1500"/>
                </a:cubicBezTo>
                <a:cubicBezTo>
                  <a:pt x="1792" y="1500"/>
                  <a:pt x="1790" y="1501"/>
                  <a:pt x="1789" y="1501"/>
                </a:cubicBezTo>
                <a:cubicBezTo>
                  <a:pt x="1771" y="1503"/>
                  <a:pt x="1750" y="1501"/>
                  <a:pt x="1741" y="1501"/>
                </a:cubicBezTo>
                <a:cubicBezTo>
                  <a:pt x="1707" y="1501"/>
                  <a:pt x="1707" y="1501"/>
                  <a:pt x="1707" y="1501"/>
                </a:cubicBezTo>
                <a:cubicBezTo>
                  <a:pt x="1704" y="1501"/>
                  <a:pt x="1702" y="1501"/>
                  <a:pt x="1699" y="1501"/>
                </a:cubicBezTo>
                <a:cubicBezTo>
                  <a:pt x="1697" y="1501"/>
                  <a:pt x="1695" y="1500"/>
                  <a:pt x="1693" y="1500"/>
                </a:cubicBezTo>
                <a:cubicBezTo>
                  <a:pt x="1693" y="1500"/>
                  <a:pt x="1692" y="1500"/>
                  <a:pt x="1692" y="1500"/>
                </a:cubicBezTo>
                <a:cubicBezTo>
                  <a:pt x="1691" y="1500"/>
                  <a:pt x="1691" y="1500"/>
                  <a:pt x="1691" y="1500"/>
                </a:cubicBezTo>
                <a:cubicBezTo>
                  <a:pt x="1689" y="1499"/>
                  <a:pt x="1687" y="1499"/>
                  <a:pt x="1685" y="1498"/>
                </a:cubicBezTo>
                <a:cubicBezTo>
                  <a:pt x="1684" y="1498"/>
                  <a:pt x="1684" y="1497"/>
                  <a:pt x="1683" y="1497"/>
                </a:cubicBezTo>
                <a:cubicBezTo>
                  <a:pt x="1681" y="1496"/>
                  <a:pt x="1680" y="1496"/>
                  <a:pt x="1678" y="1495"/>
                </a:cubicBezTo>
                <a:cubicBezTo>
                  <a:pt x="1676" y="1494"/>
                  <a:pt x="1674" y="1492"/>
                  <a:pt x="1672" y="1491"/>
                </a:cubicBezTo>
                <a:cubicBezTo>
                  <a:pt x="1672" y="1491"/>
                  <a:pt x="1671" y="1490"/>
                  <a:pt x="1671" y="1490"/>
                </a:cubicBezTo>
                <a:close/>
                <a:moveTo>
                  <a:pt x="1680" y="1622"/>
                </a:moveTo>
                <a:cubicBezTo>
                  <a:pt x="1677" y="1618"/>
                  <a:pt x="1676" y="1615"/>
                  <a:pt x="1675" y="1612"/>
                </a:cubicBezTo>
                <a:cubicBezTo>
                  <a:pt x="1675" y="1607"/>
                  <a:pt x="1675" y="1607"/>
                  <a:pt x="1675" y="1607"/>
                </a:cubicBezTo>
                <a:cubicBezTo>
                  <a:pt x="1675" y="1607"/>
                  <a:pt x="1675" y="1607"/>
                  <a:pt x="1675" y="1607"/>
                </a:cubicBezTo>
                <a:cubicBezTo>
                  <a:pt x="1674" y="1593"/>
                  <a:pt x="1673" y="1580"/>
                  <a:pt x="1672" y="1567"/>
                </a:cubicBezTo>
                <a:cubicBezTo>
                  <a:pt x="1672" y="1567"/>
                  <a:pt x="1672" y="1567"/>
                  <a:pt x="1672" y="1567"/>
                </a:cubicBezTo>
                <a:cubicBezTo>
                  <a:pt x="1672" y="1566"/>
                  <a:pt x="1672" y="1566"/>
                  <a:pt x="1672" y="1566"/>
                </a:cubicBezTo>
                <a:cubicBezTo>
                  <a:pt x="1672" y="1565"/>
                  <a:pt x="1672" y="1564"/>
                  <a:pt x="1672" y="1563"/>
                </a:cubicBezTo>
                <a:cubicBezTo>
                  <a:pt x="1675" y="1535"/>
                  <a:pt x="1735" y="1542"/>
                  <a:pt x="1754" y="1542"/>
                </a:cubicBezTo>
                <a:cubicBezTo>
                  <a:pt x="1776" y="1542"/>
                  <a:pt x="1819" y="1537"/>
                  <a:pt x="1832" y="1559"/>
                </a:cubicBezTo>
                <a:cubicBezTo>
                  <a:pt x="1833" y="1561"/>
                  <a:pt x="1835" y="1563"/>
                  <a:pt x="1835" y="1565"/>
                </a:cubicBezTo>
                <a:cubicBezTo>
                  <a:pt x="1836" y="1568"/>
                  <a:pt x="1836" y="1568"/>
                  <a:pt x="1836" y="1568"/>
                </a:cubicBezTo>
                <a:cubicBezTo>
                  <a:pt x="1836" y="1568"/>
                  <a:pt x="1836" y="1568"/>
                  <a:pt x="1836" y="1568"/>
                </a:cubicBezTo>
                <a:cubicBezTo>
                  <a:pt x="1837" y="1575"/>
                  <a:pt x="1838" y="1581"/>
                  <a:pt x="1840" y="1588"/>
                </a:cubicBezTo>
                <a:cubicBezTo>
                  <a:pt x="1844" y="1611"/>
                  <a:pt x="1844" y="1611"/>
                  <a:pt x="1844" y="1611"/>
                </a:cubicBezTo>
                <a:cubicBezTo>
                  <a:pt x="1845" y="1615"/>
                  <a:pt x="1844" y="1618"/>
                  <a:pt x="1843" y="1621"/>
                </a:cubicBezTo>
                <a:cubicBezTo>
                  <a:pt x="1842" y="1623"/>
                  <a:pt x="1840" y="1625"/>
                  <a:pt x="1838" y="1627"/>
                </a:cubicBezTo>
                <a:cubicBezTo>
                  <a:pt x="1838" y="1627"/>
                  <a:pt x="1837" y="1628"/>
                  <a:pt x="1836" y="1629"/>
                </a:cubicBezTo>
                <a:cubicBezTo>
                  <a:pt x="1836" y="1629"/>
                  <a:pt x="1835" y="1629"/>
                  <a:pt x="1835" y="1630"/>
                </a:cubicBezTo>
                <a:cubicBezTo>
                  <a:pt x="1835" y="1630"/>
                  <a:pt x="1834" y="1630"/>
                  <a:pt x="1834" y="1630"/>
                </a:cubicBezTo>
                <a:cubicBezTo>
                  <a:pt x="1833" y="1631"/>
                  <a:pt x="1832" y="1631"/>
                  <a:pt x="1830" y="1632"/>
                </a:cubicBezTo>
                <a:cubicBezTo>
                  <a:pt x="1829" y="1633"/>
                  <a:pt x="1828" y="1633"/>
                  <a:pt x="1827" y="1634"/>
                </a:cubicBezTo>
                <a:cubicBezTo>
                  <a:pt x="1826" y="1634"/>
                  <a:pt x="1825" y="1634"/>
                  <a:pt x="1825" y="1634"/>
                </a:cubicBezTo>
                <a:cubicBezTo>
                  <a:pt x="1824" y="1635"/>
                  <a:pt x="1823" y="1635"/>
                  <a:pt x="1822" y="1635"/>
                </a:cubicBezTo>
                <a:cubicBezTo>
                  <a:pt x="1821" y="1635"/>
                  <a:pt x="1820" y="1636"/>
                  <a:pt x="1819" y="1636"/>
                </a:cubicBezTo>
                <a:cubicBezTo>
                  <a:pt x="1818" y="1636"/>
                  <a:pt x="1818" y="1636"/>
                  <a:pt x="1818" y="1636"/>
                </a:cubicBezTo>
                <a:cubicBezTo>
                  <a:pt x="1816" y="1636"/>
                  <a:pt x="1814" y="1637"/>
                  <a:pt x="1812" y="1637"/>
                </a:cubicBezTo>
                <a:cubicBezTo>
                  <a:pt x="1809" y="1637"/>
                  <a:pt x="1807" y="1637"/>
                  <a:pt x="1805" y="1637"/>
                </a:cubicBezTo>
                <a:cubicBezTo>
                  <a:pt x="1805" y="1637"/>
                  <a:pt x="1805" y="1637"/>
                  <a:pt x="1805" y="1637"/>
                </a:cubicBezTo>
                <a:cubicBezTo>
                  <a:pt x="1804" y="1637"/>
                  <a:pt x="1804" y="1637"/>
                  <a:pt x="1804" y="1637"/>
                </a:cubicBezTo>
                <a:cubicBezTo>
                  <a:pt x="1804" y="1637"/>
                  <a:pt x="1804" y="1637"/>
                  <a:pt x="1804" y="1637"/>
                </a:cubicBezTo>
                <a:cubicBezTo>
                  <a:pt x="1777" y="1637"/>
                  <a:pt x="1750" y="1637"/>
                  <a:pt x="1722" y="1638"/>
                </a:cubicBezTo>
                <a:cubicBezTo>
                  <a:pt x="1719" y="1638"/>
                  <a:pt x="1716" y="1637"/>
                  <a:pt x="1714" y="1637"/>
                </a:cubicBezTo>
                <a:cubicBezTo>
                  <a:pt x="1713" y="1637"/>
                  <a:pt x="1712" y="1637"/>
                  <a:pt x="1712" y="1637"/>
                </a:cubicBezTo>
                <a:cubicBezTo>
                  <a:pt x="1709" y="1636"/>
                  <a:pt x="1707" y="1636"/>
                  <a:pt x="1705" y="1636"/>
                </a:cubicBezTo>
                <a:cubicBezTo>
                  <a:pt x="1705" y="1636"/>
                  <a:pt x="1705" y="1636"/>
                  <a:pt x="1705" y="1636"/>
                </a:cubicBezTo>
                <a:cubicBezTo>
                  <a:pt x="1704" y="1635"/>
                  <a:pt x="1704" y="1635"/>
                  <a:pt x="1704" y="1635"/>
                </a:cubicBezTo>
                <a:cubicBezTo>
                  <a:pt x="1701" y="1635"/>
                  <a:pt x="1699" y="1634"/>
                  <a:pt x="1697" y="1633"/>
                </a:cubicBezTo>
                <a:cubicBezTo>
                  <a:pt x="1696" y="1633"/>
                  <a:pt x="1695" y="1632"/>
                  <a:pt x="1695" y="1632"/>
                </a:cubicBezTo>
                <a:cubicBezTo>
                  <a:pt x="1693" y="1632"/>
                  <a:pt x="1692" y="1631"/>
                  <a:pt x="1691" y="1630"/>
                </a:cubicBezTo>
                <a:cubicBezTo>
                  <a:pt x="1691" y="1630"/>
                  <a:pt x="1690" y="1630"/>
                  <a:pt x="1690" y="1630"/>
                </a:cubicBezTo>
                <a:cubicBezTo>
                  <a:pt x="1686" y="1628"/>
                  <a:pt x="1682" y="1625"/>
                  <a:pt x="1680" y="1622"/>
                </a:cubicBezTo>
                <a:close/>
                <a:moveTo>
                  <a:pt x="1875" y="1783"/>
                </a:moveTo>
                <a:cubicBezTo>
                  <a:pt x="1873" y="1787"/>
                  <a:pt x="1870" y="1790"/>
                  <a:pt x="1866" y="1793"/>
                </a:cubicBezTo>
                <a:cubicBezTo>
                  <a:pt x="1862" y="1796"/>
                  <a:pt x="1858" y="1799"/>
                  <a:pt x="1852" y="1800"/>
                </a:cubicBezTo>
                <a:cubicBezTo>
                  <a:pt x="1846" y="1802"/>
                  <a:pt x="1840" y="1803"/>
                  <a:pt x="1833" y="1803"/>
                </a:cubicBezTo>
                <a:cubicBezTo>
                  <a:pt x="1815" y="1803"/>
                  <a:pt x="1815" y="1803"/>
                  <a:pt x="1815" y="1803"/>
                </a:cubicBezTo>
                <a:cubicBezTo>
                  <a:pt x="1814" y="1803"/>
                  <a:pt x="1814" y="1803"/>
                  <a:pt x="1814" y="1803"/>
                </a:cubicBezTo>
                <a:cubicBezTo>
                  <a:pt x="1789" y="1803"/>
                  <a:pt x="1765" y="1803"/>
                  <a:pt x="1740" y="1803"/>
                </a:cubicBezTo>
                <a:cubicBezTo>
                  <a:pt x="1737" y="1803"/>
                  <a:pt x="1734" y="1803"/>
                  <a:pt x="1731" y="1803"/>
                </a:cubicBezTo>
                <a:cubicBezTo>
                  <a:pt x="1730" y="1803"/>
                  <a:pt x="1730" y="1803"/>
                  <a:pt x="1729" y="1803"/>
                </a:cubicBezTo>
                <a:cubicBezTo>
                  <a:pt x="1726" y="1802"/>
                  <a:pt x="1724" y="1802"/>
                  <a:pt x="1721" y="1801"/>
                </a:cubicBezTo>
                <a:cubicBezTo>
                  <a:pt x="1721" y="1801"/>
                  <a:pt x="1721" y="1801"/>
                  <a:pt x="1720" y="1801"/>
                </a:cubicBezTo>
                <a:cubicBezTo>
                  <a:pt x="1720" y="1801"/>
                  <a:pt x="1720" y="1801"/>
                  <a:pt x="1720" y="1801"/>
                </a:cubicBezTo>
                <a:cubicBezTo>
                  <a:pt x="1709" y="1798"/>
                  <a:pt x="1698" y="1792"/>
                  <a:pt x="1692" y="1783"/>
                </a:cubicBezTo>
                <a:cubicBezTo>
                  <a:pt x="1692" y="1783"/>
                  <a:pt x="1692" y="1783"/>
                  <a:pt x="1692" y="1783"/>
                </a:cubicBezTo>
                <a:cubicBezTo>
                  <a:pt x="1692" y="1783"/>
                  <a:pt x="1692" y="1783"/>
                  <a:pt x="1692" y="1783"/>
                </a:cubicBezTo>
                <a:cubicBezTo>
                  <a:pt x="1691" y="1782"/>
                  <a:pt x="1690" y="1780"/>
                  <a:pt x="1690" y="1778"/>
                </a:cubicBezTo>
                <a:cubicBezTo>
                  <a:pt x="1689" y="1777"/>
                  <a:pt x="1689" y="1776"/>
                  <a:pt x="1689" y="1775"/>
                </a:cubicBezTo>
                <a:cubicBezTo>
                  <a:pt x="1688" y="1774"/>
                  <a:pt x="1688" y="1773"/>
                  <a:pt x="1688" y="1772"/>
                </a:cubicBezTo>
                <a:cubicBezTo>
                  <a:pt x="1688" y="1772"/>
                  <a:pt x="1688" y="1771"/>
                  <a:pt x="1688" y="1771"/>
                </a:cubicBezTo>
                <a:cubicBezTo>
                  <a:pt x="1687" y="1769"/>
                  <a:pt x="1687" y="1769"/>
                  <a:pt x="1687" y="1769"/>
                </a:cubicBezTo>
                <a:cubicBezTo>
                  <a:pt x="1687" y="1769"/>
                  <a:pt x="1687" y="1769"/>
                  <a:pt x="1687" y="1769"/>
                </a:cubicBezTo>
                <a:cubicBezTo>
                  <a:pt x="1686" y="1756"/>
                  <a:pt x="1685" y="1742"/>
                  <a:pt x="1684" y="1728"/>
                </a:cubicBezTo>
                <a:cubicBezTo>
                  <a:pt x="1684" y="1725"/>
                  <a:pt x="1684" y="1723"/>
                  <a:pt x="1684" y="1721"/>
                </a:cubicBezTo>
                <a:cubicBezTo>
                  <a:pt x="1683" y="1714"/>
                  <a:pt x="1683" y="1714"/>
                  <a:pt x="1683" y="1714"/>
                </a:cubicBezTo>
                <a:cubicBezTo>
                  <a:pt x="1683" y="1713"/>
                  <a:pt x="1683" y="1713"/>
                  <a:pt x="1683" y="1713"/>
                </a:cubicBezTo>
                <a:cubicBezTo>
                  <a:pt x="1683" y="1711"/>
                  <a:pt x="1683" y="1710"/>
                  <a:pt x="1684" y="1709"/>
                </a:cubicBezTo>
                <a:cubicBezTo>
                  <a:pt x="1684" y="1708"/>
                  <a:pt x="1684" y="1707"/>
                  <a:pt x="1684" y="1707"/>
                </a:cubicBezTo>
                <a:cubicBezTo>
                  <a:pt x="1685" y="1706"/>
                  <a:pt x="1685" y="1705"/>
                  <a:pt x="1685" y="1704"/>
                </a:cubicBezTo>
                <a:cubicBezTo>
                  <a:pt x="1686" y="1703"/>
                  <a:pt x="1686" y="1703"/>
                  <a:pt x="1686" y="1702"/>
                </a:cubicBezTo>
                <a:cubicBezTo>
                  <a:pt x="1686" y="1702"/>
                  <a:pt x="1686" y="1702"/>
                  <a:pt x="1686" y="1702"/>
                </a:cubicBezTo>
                <a:cubicBezTo>
                  <a:pt x="1687" y="1700"/>
                  <a:pt x="1688" y="1699"/>
                  <a:pt x="1689" y="1698"/>
                </a:cubicBezTo>
                <a:cubicBezTo>
                  <a:pt x="1690" y="1697"/>
                  <a:pt x="1691" y="1697"/>
                  <a:pt x="1691" y="1696"/>
                </a:cubicBezTo>
                <a:cubicBezTo>
                  <a:pt x="1692" y="1695"/>
                  <a:pt x="1693" y="1695"/>
                  <a:pt x="1694" y="1694"/>
                </a:cubicBezTo>
                <a:cubicBezTo>
                  <a:pt x="1695" y="1694"/>
                  <a:pt x="1695" y="1693"/>
                  <a:pt x="1695" y="1693"/>
                </a:cubicBezTo>
                <a:cubicBezTo>
                  <a:pt x="1695" y="1693"/>
                  <a:pt x="1696" y="1693"/>
                  <a:pt x="1696" y="1693"/>
                </a:cubicBezTo>
                <a:cubicBezTo>
                  <a:pt x="1698" y="1692"/>
                  <a:pt x="1699" y="1691"/>
                  <a:pt x="1701" y="1690"/>
                </a:cubicBezTo>
                <a:cubicBezTo>
                  <a:pt x="1702" y="1690"/>
                  <a:pt x="1702" y="1689"/>
                  <a:pt x="1702" y="1689"/>
                </a:cubicBezTo>
                <a:cubicBezTo>
                  <a:pt x="1703" y="1689"/>
                  <a:pt x="1703" y="1689"/>
                  <a:pt x="1703" y="1689"/>
                </a:cubicBezTo>
                <a:cubicBezTo>
                  <a:pt x="1704" y="1689"/>
                  <a:pt x="1704" y="1689"/>
                  <a:pt x="1705" y="1688"/>
                </a:cubicBezTo>
                <a:cubicBezTo>
                  <a:pt x="1706" y="1688"/>
                  <a:pt x="1708" y="1687"/>
                  <a:pt x="1709" y="1687"/>
                </a:cubicBezTo>
                <a:cubicBezTo>
                  <a:pt x="1710" y="1687"/>
                  <a:pt x="1711" y="1686"/>
                  <a:pt x="1712" y="1686"/>
                </a:cubicBezTo>
                <a:cubicBezTo>
                  <a:pt x="1713" y="1686"/>
                  <a:pt x="1714" y="1686"/>
                  <a:pt x="1714" y="1686"/>
                </a:cubicBezTo>
                <a:cubicBezTo>
                  <a:pt x="1717" y="1685"/>
                  <a:pt x="1720" y="1685"/>
                  <a:pt x="1723" y="1685"/>
                </a:cubicBezTo>
                <a:cubicBezTo>
                  <a:pt x="1723" y="1685"/>
                  <a:pt x="1724" y="1685"/>
                  <a:pt x="1724" y="1685"/>
                </a:cubicBezTo>
                <a:cubicBezTo>
                  <a:pt x="1725" y="1685"/>
                  <a:pt x="1726" y="1685"/>
                  <a:pt x="1727" y="1685"/>
                </a:cubicBezTo>
                <a:cubicBezTo>
                  <a:pt x="1731" y="1685"/>
                  <a:pt x="1731" y="1685"/>
                  <a:pt x="1731" y="1685"/>
                </a:cubicBezTo>
                <a:cubicBezTo>
                  <a:pt x="1736" y="1684"/>
                  <a:pt x="1740" y="1684"/>
                  <a:pt x="1744" y="1684"/>
                </a:cubicBezTo>
                <a:cubicBezTo>
                  <a:pt x="1748" y="1684"/>
                  <a:pt x="1752" y="1684"/>
                  <a:pt x="1755" y="1684"/>
                </a:cubicBezTo>
                <a:cubicBezTo>
                  <a:pt x="1791" y="1684"/>
                  <a:pt x="1791" y="1684"/>
                  <a:pt x="1791" y="1684"/>
                </a:cubicBezTo>
                <a:cubicBezTo>
                  <a:pt x="1801" y="1684"/>
                  <a:pt x="1811" y="1684"/>
                  <a:pt x="1820" y="1685"/>
                </a:cubicBezTo>
                <a:cubicBezTo>
                  <a:pt x="1822" y="1685"/>
                  <a:pt x="1823" y="1685"/>
                  <a:pt x="1825" y="1685"/>
                </a:cubicBezTo>
                <a:cubicBezTo>
                  <a:pt x="1826" y="1686"/>
                  <a:pt x="1827" y="1686"/>
                  <a:pt x="1828" y="1686"/>
                </a:cubicBezTo>
                <a:cubicBezTo>
                  <a:pt x="1828" y="1686"/>
                  <a:pt x="1829" y="1686"/>
                  <a:pt x="1830" y="1686"/>
                </a:cubicBezTo>
                <a:cubicBezTo>
                  <a:pt x="1830" y="1686"/>
                  <a:pt x="1831" y="1686"/>
                  <a:pt x="1831" y="1687"/>
                </a:cubicBezTo>
                <a:cubicBezTo>
                  <a:pt x="1832" y="1687"/>
                  <a:pt x="1832" y="1687"/>
                  <a:pt x="1833" y="1687"/>
                </a:cubicBezTo>
                <a:cubicBezTo>
                  <a:pt x="1834" y="1687"/>
                  <a:pt x="1836" y="1688"/>
                  <a:pt x="1838" y="1689"/>
                </a:cubicBezTo>
                <a:cubicBezTo>
                  <a:pt x="1839" y="1689"/>
                  <a:pt x="1840" y="1689"/>
                  <a:pt x="1841" y="1690"/>
                </a:cubicBezTo>
                <a:cubicBezTo>
                  <a:pt x="1842" y="1690"/>
                  <a:pt x="1842" y="1690"/>
                  <a:pt x="1843" y="1691"/>
                </a:cubicBezTo>
                <a:cubicBezTo>
                  <a:pt x="1845" y="1691"/>
                  <a:pt x="1846" y="1692"/>
                  <a:pt x="1847" y="1693"/>
                </a:cubicBezTo>
                <a:cubicBezTo>
                  <a:pt x="1852" y="1695"/>
                  <a:pt x="1856" y="1698"/>
                  <a:pt x="1859" y="1702"/>
                </a:cubicBezTo>
                <a:cubicBezTo>
                  <a:pt x="1862" y="1705"/>
                  <a:pt x="1864" y="1709"/>
                  <a:pt x="1865" y="1713"/>
                </a:cubicBezTo>
                <a:cubicBezTo>
                  <a:pt x="1870" y="1736"/>
                  <a:pt x="1870" y="1736"/>
                  <a:pt x="1870" y="1736"/>
                </a:cubicBezTo>
                <a:cubicBezTo>
                  <a:pt x="1871" y="1746"/>
                  <a:pt x="1873" y="1755"/>
                  <a:pt x="1875" y="1764"/>
                </a:cubicBezTo>
                <a:cubicBezTo>
                  <a:pt x="1875" y="1764"/>
                  <a:pt x="1875" y="1764"/>
                  <a:pt x="1875" y="1764"/>
                </a:cubicBezTo>
                <a:cubicBezTo>
                  <a:pt x="1876" y="1770"/>
                  <a:pt x="1876" y="1770"/>
                  <a:pt x="1876" y="1770"/>
                </a:cubicBezTo>
                <a:cubicBezTo>
                  <a:pt x="1877" y="1775"/>
                  <a:pt x="1877" y="1779"/>
                  <a:pt x="1875" y="1783"/>
                </a:cubicBezTo>
                <a:close/>
                <a:moveTo>
                  <a:pt x="2041" y="1494"/>
                </a:moveTo>
                <a:cubicBezTo>
                  <a:pt x="2036" y="1492"/>
                  <a:pt x="2032" y="1490"/>
                  <a:pt x="2030" y="1487"/>
                </a:cubicBezTo>
                <a:cubicBezTo>
                  <a:pt x="2027" y="1485"/>
                  <a:pt x="2024" y="1482"/>
                  <a:pt x="2023" y="1479"/>
                </a:cubicBezTo>
                <a:cubicBezTo>
                  <a:pt x="2021" y="1474"/>
                  <a:pt x="2021" y="1474"/>
                  <a:pt x="2021" y="1474"/>
                </a:cubicBezTo>
                <a:cubicBezTo>
                  <a:pt x="2019" y="1467"/>
                  <a:pt x="2016" y="1460"/>
                  <a:pt x="2014" y="1453"/>
                </a:cubicBezTo>
                <a:cubicBezTo>
                  <a:pt x="2012" y="1449"/>
                  <a:pt x="2009" y="1444"/>
                  <a:pt x="2009" y="1439"/>
                </a:cubicBezTo>
                <a:cubicBezTo>
                  <a:pt x="2009" y="1439"/>
                  <a:pt x="2009" y="1438"/>
                  <a:pt x="2009" y="1437"/>
                </a:cubicBezTo>
                <a:cubicBezTo>
                  <a:pt x="2009" y="1437"/>
                  <a:pt x="2009" y="1437"/>
                  <a:pt x="2009" y="1437"/>
                </a:cubicBezTo>
                <a:cubicBezTo>
                  <a:pt x="2009" y="1436"/>
                  <a:pt x="2009" y="1436"/>
                  <a:pt x="2009" y="1436"/>
                </a:cubicBezTo>
                <a:cubicBezTo>
                  <a:pt x="2010" y="1435"/>
                  <a:pt x="2009" y="1435"/>
                  <a:pt x="2010" y="1434"/>
                </a:cubicBezTo>
                <a:cubicBezTo>
                  <a:pt x="2010" y="1434"/>
                  <a:pt x="2010" y="1434"/>
                  <a:pt x="2010" y="1434"/>
                </a:cubicBezTo>
                <a:cubicBezTo>
                  <a:pt x="2016" y="1421"/>
                  <a:pt x="2039" y="1423"/>
                  <a:pt x="2051" y="1423"/>
                </a:cubicBezTo>
                <a:cubicBezTo>
                  <a:pt x="2110" y="1422"/>
                  <a:pt x="2110" y="1422"/>
                  <a:pt x="2110" y="1422"/>
                </a:cubicBezTo>
                <a:cubicBezTo>
                  <a:pt x="2115" y="1422"/>
                  <a:pt x="2120" y="1423"/>
                  <a:pt x="2125" y="1424"/>
                </a:cubicBezTo>
                <a:cubicBezTo>
                  <a:pt x="2126" y="1424"/>
                  <a:pt x="2128" y="1424"/>
                  <a:pt x="2129" y="1425"/>
                </a:cubicBezTo>
                <a:cubicBezTo>
                  <a:pt x="2129" y="1425"/>
                  <a:pt x="2130" y="1425"/>
                  <a:pt x="2131" y="1425"/>
                </a:cubicBezTo>
                <a:cubicBezTo>
                  <a:pt x="2132" y="1425"/>
                  <a:pt x="2133" y="1426"/>
                  <a:pt x="2133" y="1426"/>
                </a:cubicBezTo>
                <a:cubicBezTo>
                  <a:pt x="2135" y="1426"/>
                  <a:pt x="2137" y="1427"/>
                  <a:pt x="2138" y="1428"/>
                </a:cubicBezTo>
                <a:cubicBezTo>
                  <a:pt x="2139" y="1428"/>
                  <a:pt x="2139" y="1428"/>
                  <a:pt x="2139" y="1428"/>
                </a:cubicBezTo>
                <a:cubicBezTo>
                  <a:pt x="2139" y="1428"/>
                  <a:pt x="2139" y="1428"/>
                  <a:pt x="2140" y="1428"/>
                </a:cubicBezTo>
                <a:cubicBezTo>
                  <a:pt x="2141" y="1429"/>
                  <a:pt x="2142" y="1429"/>
                  <a:pt x="2144" y="1430"/>
                </a:cubicBezTo>
                <a:cubicBezTo>
                  <a:pt x="2145" y="1431"/>
                  <a:pt x="2146" y="1431"/>
                  <a:pt x="2146" y="1431"/>
                </a:cubicBezTo>
                <a:cubicBezTo>
                  <a:pt x="2147" y="1432"/>
                  <a:pt x="2147" y="1432"/>
                  <a:pt x="2148" y="1432"/>
                </a:cubicBezTo>
                <a:cubicBezTo>
                  <a:pt x="2148" y="1433"/>
                  <a:pt x="2148" y="1433"/>
                  <a:pt x="2149" y="1433"/>
                </a:cubicBezTo>
                <a:cubicBezTo>
                  <a:pt x="2149" y="1433"/>
                  <a:pt x="2150" y="1434"/>
                  <a:pt x="2150" y="1434"/>
                </a:cubicBezTo>
                <a:cubicBezTo>
                  <a:pt x="2153" y="1436"/>
                  <a:pt x="2156" y="1439"/>
                  <a:pt x="2157" y="1442"/>
                </a:cubicBezTo>
                <a:cubicBezTo>
                  <a:pt x="2157" y="1442"/>
                  <a:pt x="2157" y="1442"/>
                  <a:pt x="2157" y="1442"/>
                </a:cubicBezTo>
                <a:cubicBezTo>
                  <a:pt x="2163" y="1450"/>
                  <a:pt x="2166" y="1460"/>
                  <a:pt x="2170" y="1468"/>
                </a:cubicBezTo>
                <a:cubicBezTo>
                  <a:pt x="2170" y="1468"/>
                  <a:pt x="2170" y="1468"/>
                  <a:pt x="2170" y="1468"/>
                </a:cubicBezTo>
                <a:cubicBezTo>
                  <a:pt x="2172" y="1473"/>
                  <a:pt x="2176" y="1477"/>
                  <a:pt x="2177" y="1482"/>
                </a:cubicBezTo>
                <a:cubicBezTo>
                  <a:pt x="2177" y="1482"/>
                  <a:pt x="2177" y="1483"/>
                  <a:pt x="2177" y="1483"/>
                </a:cubicBezTo>
                <a:cubicBezTo>
                  <a:pt x="2177" y="1483"/>
                  <a:pt x="2177" y="1483"/>
                  <a:pt x="2177" y="1483"/>
                </a:cubicBezTo>
                <a:cubicBezTo>
                  <a:pt x="2178" y="1492"/>
                  <a:pt x="2170" y="1496"/>
                  <a:pt x="2162" y="1498"/>
                </a:cubicBezTo>
                <a:cubicBezTo>
                  <a:pt x="2161" y="1498"/>
                  <a:pt x="2161" y="1498"/>
                  <a:pt x="2161" y="1499"/>
                </a:cubicBezTo>
                <a:cubicBezTo>
                  <a:pt x="2160" y="1499"/>
                  <a:pt x="2160" y="1499"/>
                  <a:pt x="2159" y="1499"/>
                </a:cubicBezTo>
                <a:cubicBezTo>
                  <a:pt x="2158" y="1499"/>
                  <a:pt x="2156" y="1499"/>
                  <a:pt x="2155" y="1500"/>
                </a:cubicBezTo>
                <a:cubicBezTo>
                  <a:pt x="2154" y="1500"/>
                  <a:pt x="2154" y="1500"/>
                  <a:pt x="2153" y="1500"/>
                </a:cubicBezTo>
                <a:cubicBezTo>
                  <a:pt x="2152" y="1500"/>
                  <a:pt x="2150" y="1500"/>
                  <a:pt x="2149" y="1500"/>
                </a:cubicBezTo>
                <a:cubicBezTo>
                  <a:pt x="2148" y="1500"/>
                  <a:pt x="2147" y="1500"/>
                  <a:pt x="2146" y="1500"/>
                </a:cubicBezTo>
                <a:cubicBezTo>
                  <a:pt x="2146" y="1500"/>
                  <a:pt x="2146" y="1500"/>
                  <a:pt x="2146" y="1500"/>
                </a:cubicBezTo>
                <a:cubicBezTo>
                  <a:pt x="2144" y="1500"/>
                  <a:pt x="2144" y="1500"/>
                  <a:pt x="2144" y="1500"/>
                </a:cubicBezTo>
                <a:cubicBezTo>
                  <a:pt x="2135" y="1500"/>
                  <a:pt x="2126" y="1500"/>
                  <a:pt x="2117" y="1500"/>
                </a:cubicBezTo>
                <a:cubicBezTo>
                  <a:pt x="2102" y="1500"/>
                  <a:pt x="2087" y="1500"/>
                  <a:pt x="2072" y="1500"/>
                </a:cubicBezTo>
                <a:cubicBezTo>
                  <a:pt x="2061" y="1500"/>
                  <a:pt x="2050" y="1499"/>
                  <a:pt x="2041" y="1494"/>
                </a:cubicBezTo>
                <a:cubicBezTo>
                  <a:pt x="2041" y="1494"/>
                  <a:pt x="2041" y="1494"/>
                  <a:pt x="2041" y="1494"/>
                </a:cubicBezTo>
                <a:close/>
                <a:moveTo>
                  <a:pt x="2079" y="1621"/>
                </a:moveTo>
                <a:cubicBezTo>
                  <a:pt x="2076" y="1617"/>
                  <a:pt x="2073" y="1614"/>
                  <a:pt x="2072" y="1611"/>
                </a:cubicBezTo>
                <a:cubicBezTo>
                  <a:pt x="2064" y="1588"/>
                  <a:pt x="2064" y="1588"/>
                  <a:pt x="2064" y="1588"/>
                </a:cubicBezTo>
                <a:cubicBezTo>
                  <a:pt x="2061" y="1581"/>
                  <a:pt x="2059" y="1575"/>
                  <a:pt x="2056" y="1568"/>
                </a:cubicBezTo>
                <a:cubicBezTo>
                  <a:pt x="2056" y="1568"/>
                  <a:pt x="2056" y="1568"/>
                  <a:pt x="2056" y="1568"/>
                </a:cubicBezTo>
                <a:cubicBezTo>
                  <a:pt x="2055" y="1565"/>
                  <a:pt x="2055" y="1565"/>
                  <a:pt x="2055" y="1565"/>
                </a:cubicBezTo>
                <a:cubicBezTo>
                  <a:pt x="2054" y="1561"/>
                  <a:pt x="2054" y="1558"/>
                  <a:pt x="2055" y="1555"/>
                </a:cubicBezTo>
                <a:cubicBezTo>
                  <a:pt x="2056" y="1553"/>
                  <a:pt x="2057" y="1552"/>
                  <a:pt x="2059" y="1550"/>
                </a:cubicBezTo>
                <a:cubicBezTo>
                  <a:pt x="2059" y="1550"/>
                  <a:pt x="2059" y="1550"/>
                  <a:pt x="2060" y="1549"/>
                </a:cubicBezTo>
                <a:cubicBezTo>
                  <a:pt x="2060" y="1549"/>
                  <a:pt x="2061" y="1548"/>
                  <a:pt x="2061" y="1548"/>
                </a:cubicBezTo>
                <a:cubicBezTo>
                  <a:pt x="2064" y="1546"/>
                  <a:pt x="2068" y="1544"/>
                  <a:pt x="2072" y="1543"/>
                </a:cubicBezTo>
                <a:cubicBezTo>
                  <a:pt x="2076" y="1542"/>
                  <a:pt x="2080" y="1542"/>
                  <a:pt x="2084" y="1541"/>
                </a:cubicBezTo>
                <a:cubicBezTo>
                  <a:pt x="2100" y="1540"/>
                  <a:pt x="2117" y="1541"/>
                  <a:pt x="2125" y="1541"/>
                </a:cubicBezTo>
                <a:cubicBezTo>
                  <a:pt x="2153" y="1541"/>
                  <a:pt x="2202" y="1535"/>
                  <a:pt x="2218" y="1564"/>
                </a:cubicBezTo>
                <a:cubicBezTo>
                  <a:pt x="2218" y="1564"/>
                  <a:pt x="2218" y="1564"/>
                  <a:pt x="2218" y="1564"/>
                </a:cubicBezTo>
                <a:cubicBezTo>
                  <a:pt x="2218" y="1565"/>
                  <a:pt x="2218" y="1565"/>
                  <a:pt x="2218" y="1565"/>
                </a:cubicBezTo>
                <a:cubicBezTo>
                  <a:pt x="2218" y="1565"/>
                  <a:pt x="2218" y="1565"/>
                  <a:pt x="2218" y="1565"/>
                </a:cubicBezTo>
                <a:cubicBezTo>
                  <a:pt x="2224" y="1577"/>
                  <a:pt x="2230" y="1589"/>
                  <a:pt x="2236" y="1601"/>
                </a:cubicBezTo>
                <a:cubicBezTo>
                  <a:pt x="2238" y="1605"/>
                  <a:pt x="2241" y="1609"/>
                  <a:pt x="2242" y="1614"/>
                </a:cubicBezTo>
                <a:cubicBezTo>
                  <a:pt x="2242" y="1614"/>
                  <a:pt x="2242" y="1614"/>
                  <a:pt x="2242" y="1614"/>
                </a:cubicBezTo>
                <a:cubicBezTo>
                  <a:pt x="2242" y="1615"/>
                  <a:pt x="2242" y="1616"/>
                  <a:pt x="2242" y="1617"/>
                </a:cubicBezTo>
                <a:cubicBezTo>
                  <a:pt x="2242" y="1618"/>
                  <a:pt x="2242" y="1619"/>
                  <a:pt x="2242" y="1620"/>
                </a:cubicBezTo>
                <a:cubicBezTo>
                  <a:pt x="2242" y="1620"/>
                  <a:pt x="2242" y="1620"/>
                  <a:pt x="2242" y="1620"/>
                </a:cubicBezTo>
                <a:cubicBezTo>
                  <a:pt x="2242" y="1620"/>
                  <a:pt x="2242" y="1621"/>
                  <a:pt x="2242" y="1621"/>
                </a:cubicBezTo>
                <a:cubicBezTo>
                  <a:pt x="2242" y="1622"/>
                  <a:pt x="2241" y="1623"/>
                  <a:pt x="2240" y="1624"/>
                </a:cubicBezTo>
                <a:cubicBezTo>
                  <a:pt x="2240" y="1625"/>
                  <a:pt x="2240" y="1625"/>
                  <a:pt x="2240" y="1625"/>
                </a:cubicBezTo>
                <a:cubicBezTo>
                  <a:pt x="2239" y="1626"/>
                  <a:pt x="2238" y="1627"/>
                  <a:pt x="2237" y="1628"/>
                </a:cubicBezTo>
                <a:cubicBezTo>
                  <a:pt x="2237" y="1628"/>
                  <a:pt x="2237" y="1628"/>
                  <a:pt x="2237" y="1628"/>
                </a:cubicBezTo>
                <a:cubicBezTo>
                  <a:pt x="2236" y="1629"/>
                  <a:pt x="2236" y="1629"/>
                  <a:pt x="2236" y="1629"/>
                </a:cubicBezTo>
                <a:cubicBezTo>
                  <a:pt x="2235" y="1630"/>
                  <a:pt x="2234" y="1630"/>
                  <a:pt x="2234" y="1630"/>
                </a:cubicBezTo>
                <a:cubicBezTo>
                  <a:pt x="2231" y="1632"/>
                  <a:pt x="2229" y="1633"/>
                  <a:pt x="2225" y="1634"/>
                </a:cubicBezTo>
                <a:cubicBezTo>
                  <a:pt x="2225" y="1634"/>
                  <a:pt x="2224" y="1635"/>
                  <a:pt x="2223" y="1635"/>
                </a:cubicBezTo>
                <a:cubicBezTo>
                  <a:pt x="2221" y="1635"/>
                  <a:pt x="2220" y="1635"/>
                  <a:pt x="2219" y="1636"/>
                </a:cubicBezTo>
                <a:cubicBezTo>
                  <a:pt x="2218" y="1636"/>
                  <a:pt x="2218" y="1636"/>
                  <a:pt x="2217" y="1636"/>
                </a:cubicBezTo>
                <a:cubicBezTo>
                  <a:pt x="2217" y="1636"/>
                  <a:pt x="2216" y="1636"/>
                  <a:pt x="2216" y="1636"/>
                </a:cubicBezTo>
                <a:cubicBezTo>
                  <a:pt x="2187" y="1639"/>
                  <a:pt x="2156" y="1636"/>
                  <a:pt x="2126" y="1637"/>
                </a:cubicBezTo>
                <a:cubicBezTo>
                  <a:pt x="2123" y="1637"/>
                  <a:pt x="2120" y="1636"/>
                  <a:pt x="2117" y="1636"/>
                </a:cubicBezTo>
                <a:cubicBezTo>
                  <a:pt x="2117" y="1636"/>
                  <a:pt x="2117" y="1636"/>
                  <a:pt x="2117" y="1636"/>
                </a:cubicBezTo>
                <a:cubicBezTo>
                  <a:pt x="2106" y="1635"/>
                  <a:pt x="2095" y="1631"/>
                  <a:pt x="2086" y="1625"/>
                </a:cubicBezTo>
                <a:cubicBezTo>
                  <a:pt x="2083" y="1624"/>
                  <a:pt x="2081" y="1622"/>
                  <a:pt x="2079" y="1621"/>
                </a:cubicBezTo>
                <a:close/>
                <a:moveTo>
                  <a:pt x="2322" y="1782"/>
                </a:moveTo>
                <a:cubicBezTo>
                  <a:pt x="2322" y="1783"/>
                  <a:pt x="2321" y="1783"/>
                  <a:pt x="2321" y="1784"/>
                </a:cubicBezTo>
                <a:cubicBezTo>
                  <a:pt x="2321" y="1785"/>
                  <a:pt x="2321" y="1785"/>
                  <a:pt x="2321" y="1786"/>
                </a:cubicBezTo>
                <a:cubicBezTo>
                  <a:pt x="2320" y="1787"/>
                  <a:pt x="2320" y="1788"/>
                  <a:pt x="2319" y="1789"/>
                </a:cubicBezTo>
                <a:cubicBezTo>
                  <a:pt x="2319" y="1789"/>
                  <a:pt x="2319" y="1789"/>
                  <a:pt x="2319" y="1790"/>
                </a:cubicBezTo>
                <a:cubicBezTo>
                  <a:pt x="2318" y="1790"/>
                  <a:pt x="2318" y="1791"/>
                  <a:pt x="2317" y="1791"/>
                </a:cubicBezTo>
                <a:cubicBezTo>
                  <a:pt x="2317" y="1791"/>
                  <a:pt x="2317" y="1792"/>
                  <a:pt x="2316" y="1792"/>
                </a:cubicBezTo>
                <a:cubicBezTo>
                  <a:pt x="2316" y="1792"/>
                  <a:pt x="2316" y="1792"/>
                  <a:pt x="2316" y="1793"/>
                </a:cubicBezTo>
                <a:cubicBezTo>
                  <a:pt x="2310" y="1798"/>
                  <a:pt x="2303" y="1800"/>
                  <a:pt x="2296" y="1801"/>
                </a:cubicBezTo>
                <a:cubicBezTo>
                  <a:pt x="2296" y="1801"/>
                  <a:pt x="2295" y="1801"/>
                  <a:pt x="2295" y="1801"/>
                </a:cubicBezTo>
                <a:cubicBezTo>
                  <a:pt x="2292" y="1802"/>
                  <a:pt x="2289" y="1802"/>
                  <a:pt x="2286" y="1802"/>
                </a:cubicBezTo>
                <a:cubicBezTo>
                  <a:pt x="2286" y="1802"/>
                  <a:pt x="2286" y="1802"/>
                  <a:pt x="2286" y="1802"/>
                </a:cubicBezTo>
                <a:cubicBezTo>
                  <a:pt x="2283" y="1802"/>
                  <a:pt x="2283" y="1802"/>
                  <a:pt x="2283" y="1802"/>
                </a:cubicBezTo>
                <a:cubicBezTo>
                  <a:pt x="2280" y="1802"/>
                  <a:pt x="2277" y="1802"/>
                  <a:pt x="2275" y="1802"/>
                </a:cubicBezTo>
                <a:cubicBezTo>
                  <a:pt x="2193" y="1802"/>
                  <a:pt x="2193" y="1802"/>
                  <a:pt x="2193" y="1802"/>
                </a:cubicBezTo>
                <a:cubicBezTo>
                  <a:pt x="2190" y="1802"/>
                  <a:pt x="2187" y="1802"/>
                  <a:pt x="2184" y="1802"/>
                </a:cubicBezTo>
                <a:cubicBezTo>
                  <a:pt x="2183" y="1801"/>
                  <a:pt x="2182" y="1801"/>
                  <a:pt x="2181" y="1801"/>
                </a:cubicBezTo>
                <a:cubicBezTo>
                  <a:pt x="2164" y="1799"/>
                  <a:pt x="2144" y="1791"/>
                  <a:pt x="2135" y="1776"/>
                </a:cubicBezTo>
                <a:cubicBezTo>
                  <a:pt x="2133" y="1774"/>
                  <a:pt x="2132" y="1772"/>
                  <a:pt x="2131" y="1770"/>
                </a:cubicBezTo>
                <a:cubicBezTo>
                  <a:pt x="2131" y="1769"/>
                  <a:pt x="2131" y="1769"/>
                  <a:pt x="2131" y="1769"/>
                </a:cubicBezTo>
                <a:cubicBezTo>
                  <a:pt x="2131" y="1769"/>
                  <a:pt x="2131" y="1769"/>
                  <a:pt x="2131" y="1769"/>
                </a:cubicBezTo>
                <a:cubicBezTo>
                  <a:pt x="2127" y="1757"/>
                  <a:pt x="2122" y="1746"/>
                  <a:pt x="2118" y="1734"/>
                </a:cubicBezTo>
                <a:cubicBezTo>
                  <a:pt x="2116" y="1728"/>
                  <a:pt x="2112" y="1720"/>
                  <a:pt x="2110" y="1713"/>
                </a:cubicBezTo>
                <a:cubicBezTo>
                  <a:pt x="2110" y="1713"/>
                  <a:pt x="2110" y="1713"/>
                  <a:pt x="2110" y="1713"/>
                </a:cubicBezTo>
                <a:cubicBezTo>
                  <a:pt x="2110" y="1713"/>
                  <a:pt x="2110" y="1712"/>
                  <a:pt x="2110" y="1712"/>
                </a:cubicBezTo>
                <a:cubicBezTo>
                  <a:pt x="2110" y="1712"/>
                  <a:pt x="2109" y="1711"/>
                  <a:pt x="2109" y="1710"/>
                </a:cubicBezTo>
                <a:cubicBezTo>
                  <a:pt x="2109" y="1707"/>
                  <a:pt x="2109" y="1704"/>
                  <a:pt x="2109" y="1701"/>
                </a:cubicBezTo>
                <a:cubicBezTo>
                  <a:pt x="2110" y="1699"/>
                  <a:pt x="2111" y="1698"/>
                  <a:pt x="2112" y="1696"/>
                </a:cubicBezTo>
                <a:cubicBezTo>
                  <a:pt x="2112" y="1696"/>
                  <a:pt x="2112" y="1696"/>
                  <a:pt x="2112" y="1696"/>
                </a:cubicBezTo>
                <a:cubicBezTo>
                  <a:pt x="2117" y="1688"/>
                  <a:pt x="2126" y="1685"/>
                  <a:pt x="2136" y="1684"/>
                </a:cubicBezTo>
                <a:cubicBezTo>
                  <a:pt x="2136" y="1684"/>
                  <a:pt x="2136" y="1684"/>
                  <a:pt x="2137" y="1684"/>
                </a:cubicBezTo>
                <a:cubicBezTo>
                  <a:pt x="2139" y="1684"/>
                  <a:pt x="2141" y="1684"/>
                  <a:pt x="2144" y="1684"/>
                </a:cubicBezTo>
                <a:cubicBezTo>
                  <a:pt x="2144" y="1684"/>
                  <a:pt x="2145" y="1683"/>
                  <a:pt x="2145" y="1683"/>
                </a:cubicBezTo>
                <a:cubicBezTo>
                  <a:pt x="2151" y="1683"/>
                  <a:pt x="2151" y="1683"/>
                  <a:pt x="2151" y="1683"/>
                </a:cubicBezTo>
                <a:cubicBezTo>
                  <a:pt x="2152" y="1683"/>
                  <a:pt x="2153" y="1683"/>
                  <a:pt x="2155" y="1683"/>
                </a:cubicBezTo>
                <a:cubicBezTo>
                  <a:pt x="2180" y="1683"/>
                  <a:pt x="2205" y="1683"/>
                  <a:pt x="2231" y="1683"/>
                </a:cubicBezTo>
                <a:cubicBezTo>
                  <a:pt x="2231" y="1683"/>
                  <a:pt x="2231" y="1683"/>
                  <a:pt x="2231" y="1683"/>
                </a:cubicBezTo>
                <a:cubicBezTo>
                  <a:pt x="2231" y="1683"/>
                  <a:pt x="2231" y="1683"/>
                  <a:pt x="2231" y="1683"/>
                </a:cubicBezTo>
                <a:cubicBezTo>
                  <a:pt x="2234" y="1683"/>
                  <a:pt x="2237" y="1683"/>
                  <a:pt x="2240" y="1684"/>
                </a:cubicBezTo>
                <a:cubicBezTo>
                  <a:pt x="2240" y="1684"/>
                  <a:pt x="2241" y="1684"/>
                  <a:pt x="2241" y="1684"/>
                </a:cubicBezTo>
                <a:cubicBezTo>
                  <a:pt x="2258" y="1686"/>
                  <a:pt x="2277" y="1693"/>
                  <a:pt x="2287" y="1706"/>
                </a:cubicBezTo>
                <a:cubicBezTo>
                  <a:pt x="2289" y="1708"/>
                  <a:pt x="2290" y="1710"/>
                  <a:pt x="2291" y="1712"/>
                </a:cubicBezTo>
                <a:cubicBezTo>
                  <a:pt x="2294" y="1717"/>
                  <a:pt x="2294" y="1717"/>
                  <a:pt x="2294" y="1717"/>
                </a:cubicBezTo>
                <a:cubicBezTo>
                  <a:pt x="2299" y="1727"/>
                  <a:pt x="2304" y="1737"/>
                  <a:pt x="2309" y="1748"/>
                </a:cubicBezTo>
                <a:cubicBezTo>
                  <a:pt x="2312" y="1754"/>
                  <a:pt x="2318" y="1762"/>
                  <a:pt x="2320" y="1771"/>
                </a:cubicBezTo>
                <a:cubicBezTo>
                  <a:pt x="2322" y="1775"/>
                  <a:pt x="2323" y="1778"/>
                  <a:pt x="2322" y="1782"/>
                </a:cubicBezTo>
                <a:close/>
                <a:moveTo>
                  <a:pt x="2340" y="1624"/>
                </a:moveTo>
                <a:cubicBezTo>
                  <a:pt x="2338" y="1622"/>
                  <a:pt x="2337" y="1621"/>
                  <a:pt x="2335" y="1620"/>
                </a:cubicBezTo>
                <a:cubicBezTo>
                  <a:pt x="2331" y="1617"/>
                  <a:pt x="2328" y="1613"/>
                  <a:pt x="2326" y="1610"/>
                </a:cubicBezTo>
                <a:cubicBezTo>
                  <a:pt x="2324" y="1607"/>
                  <a:pt x="2324" y="1607"/>
                  <a:pt x="2324" y="1607"/>
                </a:cubicBezTo>
                <a:cubicBezTo>
                  <a:pt x="2324" y="1607"/>
                  <a:pt x="2324" y="1607"/>
                  <a:pt x="2324" y="1607"/>
                </a:cubicBezTo>
                <a:cubicBezTo>
                  <a:pt x="2317" y="1594"/>
                  <a:pt x="2310" y="1582"/>
                  <a:pt x="2303" y="1569"/>
                </a:cubicBezTo>
                <a:cubicBezTo>
                  <a:pt x="2303" y="1569"/>
                  <a:pt x="2303" y="1569"/>
                  <a:pt x="2303" y="1569"/>
                </a:cubicBezTo>
                <a:cubicBezTo>
                  <a:pt x="2300" y="1564"/>
                  <a:pt x="2300" y="1564"/>
                  <a:pt x="2300" y="1564"/>
                </a:cubicBezTo>
                <a:cubicBezTo>
                  <a:pt x="2298" y="1561"/>
                  <a:pt x="2298" y="1558"/>
                  <a:pt x="2298" y="1555"/>
                </a:cubicBezTo>
                <a:cubicBezTo>
                  <a:pt x="2299" y="1552"/>
                  <a:pt x="2300" y="1550"/>
                  <a:pt x="2303" y="1547"/>
                </a:cubicBezTo>
                <a:cubicBezTo>
                  <a:pt x="2306" y="1545"/>
                  <a:pt x="2309" y="1544"/>
                  <a:pt x="2313" y="1542"/>
                </a:cubicBezTo>
                <a:cubicBezTo>
                  <a:pt x="2318" y="1541"/>
                  <a:pt x="2323" y="1541"/>
                  <a:pt x="2329" y="1541"/>
                </a:cubicBezTo>
                <a:cubicBezTo>
                  <a:pt x="2330" y="1541"/>
                  <a:pt x="2330" y="1541"/>
                  <a:pt x="2330" y="1541"/>
                </a:cubicBezTo>
                <a:cubicBezTo>
                  <a:pt x="2342" y="1540"/>
                  <a:pt x="2356" y="1540"/>
                  <a:pt x="2363" y="1540"/>
                </a:cubicBezTo>
                <a:cubicBezTo>
                  <a:pt x="2394" y="1540"/>
                  <a:pt x="2443" y="1534"/>
                  <a:pt x="2463" y="1564"/>
                </a:cubicBezTo>
                <a:cubicBezTo>
                  <a:pt x="2470" y="1573"/>
                  <a:pt x="2476" y="1583"/>
                  <a:pt x="2483" y="1593"/>
                </a:cubicBezTo>
                <a:cubicBezTo>
                  <a:pt x="2486" y="1598"/>
                  <a:pt x="2492" y="1605"/>
                  <a:pt x="2495" y="1611"/>
                </a:cubicBezTo>
                <a:cubicBezTo>
                  <a:pt x="2497" y="1614"/>
                  <a:pt x="2498" y="1617"/>
                  <a:pt x="2498" y="1620"/>
                </a:cubicBezTo>
                <a:cubicBezTo>
                  <a:pt x="2498" y="1621"/>
                  <a:pt x="2497" y="1623"/>
                  <a:pt x="2496" y="1625"/>
                </a:cubicBezTo>
                <a:cubicBezTo>
                  <a:pt x="2496" y="1626"/>
                  <a:pt x="2495" y="1627"/>
                  <a:pt x="2494" y="1628"/>
                </a:cubicBezTo>
                <a:cubicBezTo>
                  <a:pt x="2494" y="1628"/>
                  <a:pt x="2494" y="1628"/>
                  <a:pt x="2494" y="1628"/>
                </a:cubicBezTo>
                <a:cubicBezTo>
                  <a:pt x="2494" y="1628"/>
                  <a:pt x="2494" y="1628"/>
                  <a:pt x="2494" y="1628"/>
                </a:cubicBezTo>
                <a:cubicBezTo>
                  <a:pt x="2493" y="1629"/>
                  <a:pt x="2493" y="1629"/>
                  <a:pt x="2492" y="1630"/>
                </a:cubicBezTo>
                <a:cubicBezTo>
                  <a:pt x="2492" y="1630"/>
                  <a:pt x="2491" y="1630"/>
                  <a:pt x="2491" y="1630"/>
                </a:cubicBezTo>
                <a:cubicBezTo>
                  <a:pt x="2490" y="1631"/>
                  <a:pt x="2489" y="1631"/>
                  <a:pt x="2488" y="1632"/>
                </a:cubicBezTo>
                <a:cubicBezTo>
                  <a:pt x="2487" y="1632"/>
                  <a:pt x="2485" y="1633"/>
                  <a:pt x="2484" y="1633"/>
                </a:cubicBezTo>
                <a:cubicBezTo>
                  <a:pt x="2484" y="1633"/>
                  <a:pt x="2484" y="1634"/>
                  <a:pt x="2484" y="1634"/>
                </a:cubicBezTo>
                <a:cubicBezTo>
                  <a:pt x="2484" y="1634"/>
                  <a:pt x="2483" y="1634"/>
                  <a:pt x="2483" y="1634"/>
                </a:cubicBezTo>
                <a:cubicBezTo>
                  <a:pt x="2469" y="1638"/>
                  <a:pt x="2448" y="1636"/>
                  <a:pt x="2434" y="1636"/>
                </a:cubicBezTo>
                <a:cubicBezTo>
                  <a:pt x="2418" y="1636"/>
                  <a:pt x="2401" y="1636"/>
                  <a:pt x="2385" y="1636"/>
                </a:cubicBezTo>
                <a:cubicBezTo>
                  <a:pt x="2370" y="1636"/>
                  <a:pt x="2353" y="1632"/>
                  <a:pt x="2340" y="1624"/>
                </a:cubicBezTo>
                <a:close/>
                <a:moveTo>
                  <a:pt x="2605" y="1791"/>
                </a:moveTo>
                <a:cubicBezTo>
                  <a:pt x="2605" y="1791"/>
                  <a:pt x="2605" y="1791"/>
                  <a:pt x="2604" y="1791"/>
                </a:cubicBezTo>
                <a:cubicBezTo>
                  <a:pt x="2602" y="1794"/>
                  <a:pt x="2598" y="1797"/>
                  <a:pt x="2593" y="1798"/>
                </a:cubicBezTo>
                <a:cubicBezTo>
                  <a:pt x="2589" y="1800"/>
                  <a:pt x="2583" y="1801"/>
                  <a:pt x="2576" y="1801"/>
                </a:cubicBezTo>
                <a:cubicBezTo>
                  <a:pt x="2569" y="1801"/>
                  <a:pt x="2569" y="1801"/>
                  <a:pt x="2569" y="1801"/>
                </a:cubicBezTo>
                <a:cubicBezTo>
                  <a:pt x="2569" y="1801"/>
                  <a:pt x="2569" y="1801"/>
                  <a:pt x="2569" y="1801"/>
                </a:cubicBezTo>
                <a:cubicBezTo>
                  <a:pt x="2541" y="1801"/>
                  <a:pt x="2512" y="1801"/>
                  <a:pt x="2483" y="1801"/>
                </a:cubicBezTo>
                <a:cubicBezTo>
                  <a:pt x="2480" y="1801"/>
                  <a:pt x="2476" y="1801"/>
                  <a:pt x="2473" y="1801"/>
                </a:cubicBezTo>
                <a:cubicBezTo>
                  <a:pt x="2473" y="1801"/>
                  <a:pt x="2473" y="1801"/>
                  <a:pt x="2473" y="1801"/>
                </a:cubicBezTo>
                <a:cubicBezTo>
                  <a:pt x="2453" y="1799"/>
                  <a:pt x="2432" y="1790"/>
                  <a:pt x="2419" y="1775"/>
                </a:cubicBezTo>
                <a:cubicBezTo>
                  <a:pt x="2418" y="1773"/>
                  <a:pt x="2416" y="1771"/>
                  <a:pt x="2415" y="1769"/>
                </a:cubicBezTo>
                <a:cubicBezTo>
                  <a:pt x="2415" y="1769"/>
                  <a:pt x="2415" y="1769"/>
                  <a:pt x="2415" y="1769"/>
                </a:cubicBezTo>
                <a:cubicBezTo>
                  <a:pt x="2415" y="1769"/>
                  <a:pt x="2415" y="1769"/>
                  <a:pt x="2415" y="1769"/>
                </a:cubicBezTo>
                <a:cubicBezTo>
                  <a:pt x="2409" y="1758"/>
                  <a:pt x="2402" y="1747"/>
                  <a:pt x="2396" y="1736"/>
                </a:cubicBezTo>
                <a:cubicBezTo>
                  <a:pt x="2392" y="1728"/>
                  <a:pt x="2383" y="1716"/>
                  <a:pt x="2381" y="1706"/>
                </a:cubicBezTo>
                <a:cubicBezTo>
                  <a:pt x="2381" y="1706"/>
                  <a:pt x="2381" y="1706"/>
                  <a:pt x="2381" y="1706"/>
                </a:cubicBezTo>
                <a:cubicBezTo>
                  <a:pt x="2380" y="1705"/>
                  <a:pt x="2380" y="1704"/>
                  <a:pt x="2380" y="1703"/>
                </a:cubicBezTo>
                <a:cubicBezTo>
                  <a:pt x="2379" y="1693"/>
                  <a:pt x="2387" y="1688"/>
                  <a:pt x="2396" y="1685"/>
                </a:cubicBezTo>
                <a:cubicBezTo>
                  <a:pt x="2396" y="1685"/>
                  <a:pt x="2396" y="1685"/>
                  <a:pt x="2396" y="1685"/>
                </a:cubicBezTo>
                <a:cubicBezTo>
                  <a:pt x="2396" y="1685"/>
                  <a:pt x="2397" y="1685"/>
                  <a:pt x="2397" y="1685"/>
                </a:cubicBezTo>
                <a:cubicBezTo>
                  <a:pt x="2398" y="1685"/>
                  <a:pt x="2398" y="1685"/>
                  <a:pt x="2399" y="1684"/>
                </a:cubicBezTo>
                <a:cubicBezTo>
                  <a:pt x="2403" y="1683"/>
                  <a:pt x="2408" y="1683"/>
                  <a:pt x="2413" y="1683"/>
                </a:cubicBezTo>
                <a:cubicBezTo>
                  <a:pt x="2470" y="1683"/>
                  <a:pt x="2470" y="1683"/>
                  <a:pt x="2470" y="1683"/>
                </a:cubicBezTo>
                <a:cubicBezTo>
                  <a:pt x="2479" y="1683"/>
                  <a:pt x="2489" y="1683"/>
                  <a:pt x="2498" y="1683"/>
                </a:cubicBezTo>
                <a:cubicBezTo>
                  <a:pt x="2498" y="1683"/>
                  <a:pt x="2498" y="1683"/>
                  <a:pt x="2498" y="1683"/>
                </a:cubicBezTo>
                <a:cubicBezTo>
                  <a:pt x="2499" y="1683"/>
                  <a:pt x="2499" y="1683"/>
                  <a:pt x="2500" y="1683"/>
                </a:cubicBezTo>
                <a:cubicBezTo>
                  <a:pt x="2502" y="1683"/>
                  <a:pt x="2505" y="1683"/>
                  <a:pt x="2507" y="1683"/>
                </a:cubicBezTo>
                <a:cubicBezTo>
                  <a:pt x="2508" y="1683"/>
                  <a:pt x="2508" y="1683"/>
                  <a:pt x="2509" y="1683"/>
                </a:cubicBezTo>
                <a:cubicBezTo>
                  <a:pt x="2527" y="1685"/>
                  <a:pt x="2546" y="1692"/>
                  <a:pt x="2558" y="1705"/>
                </a:cubicBezTo>
                <a:cubicBezTo>
                  <a:pt x="2559" y="1705"/>
                  <a:pt x="2560" y="1706"/>
                  <a:pt x="2561" y="1707"/>
                </a:cubicBezTo>
                <a:cubicBezTo>
                  <a:pt x="2561" y="1708"/>
                  <a:pt x="2562" y="1708"/>
                  <a:pt x="2562" y="1709"/>
                </a:cubicBezTo>
                <a:cubicBezTo>
                  <a:pt x="2563" y="1710"/>
                  <a:pt x="2563" y="1710"/>
                  <a:pt x="2564" y="1711"/>
                </a:cubicBezTo>
                <a:cubicBezTo>
                  <a:pt x="2564" y="1711"/>
                  <a:pt x="2564" y="1711"/>
                  <a:pt x="2564" y="1711"/>
                </a:cubicBezTo>
                <a:cubicBezTo>
                  <a:pt x="2566" y="1713"/>
                  <a:pt x="2566" y="1713"/>
                  <a:pt x="2566" y="1713"/>
                </a:cubicBezTo>
                <a:cubicBezTo>
                  <a:pt x="2571" y="1721"/>
                  <a:pt x="2576" y="1729"/>
                  <a:pt x="2582" y="1737"/>
                </a:cubicBezTo>
                <a:cubicBezTo>
                  <a:pt x="2582" y="1737"/>
                  <a:pt x="2582" y="1737"/>
                  <a:pt x="2582" y="1737"/>
                </a:cubicBezTo>
                <a:cubicBezTo>
                  <a:pt x="2589" y="1748"/>
                  <a:pt x="2599" y="1759"/>
                  <a:pt x="2605" y="1772"/>
                </a:cubicBezTo>
                <a:cubicBezTo>
                  <a:pt x="2606" y="1773"/>
                  <a:pt x="2606" y="1773"/>
                  <a:pt x="2606" y="1774"/>
                </a:cubicBezTo>
                <a:cubicBezTo>
                  <a:pt x="2607" y="1775"/>
                  <a:pt x="2607" y="1775"/>
                  <a:pt x="2607" y="1775"/>
                </a:cubicBezTo>
                <a:cubicBezTo>
                  <a:pt x="2609" y="1782"/>
                  <a:pt x="2608" y="1787"/>
                  <a:pt x="2605" y="1791"/>
                </a:cubicBezTo>
                <a:close/>
                <a:moveTo>
                  <a:pt x="2937" y="318"/>
                </a:moveTo>
                <a:cubicBezTo>
                  <a:pt x="3034" y="414"/>
                  <a:pt x="3089" y="549"/>
                  <a:pt x="3089" y="685"/>
                </a:cubicBezTo>
                <a:cubicBezTo>
                  <a:pt x="3089" y="821"/>
                  <a:pt x="3034" y="955"/>
                  <a:pt x="2937" y="1051"/>
                </a:cubicBezTo>
                <a:cubicBezTo>
                  <a:pt x="3050" y="999"/>
                  <a:pt x="3153" y="855"/>
                  <a:pt x="3152" y="685"/>
                </a:cubicBezTo>
                <a:cubicBezTo>
                  <a:pt x="3153" y="514"/>
                  <a:pt x="3050" y="371"/>
                  <a:pt x="2937" y="318"/>
                </a:cubicBezTo>
                <a:close/>
                <a:moveTo>
                  <a:pt x="216" y="318"/>
                </a:moveTo>
                <a:cubicBezTo>
                  <a:pt x="104" y="371"/>
                  <a:pt x="0" y="514"/>
                  <a:pt x="2" y="685"/>
                </a:cubicBezTo>
                <a:cubicBezTo>
                  <a:pt x="0" y="855"/>
                  <a:pt x="104" y="999"/>
                  <a:pt x="216" y="1051"/>
                </a:cubicBezTo>
                <a:cubicBezTo>
                  <a:pt x="120" y="955"/>
                  <a:pt x="64" y="821"/>
                  <a:pt x="65" y="685"/>
                </a:cubicBezTo>
                <a:cubicBezTo>
                  <a:pt x="64" y="549"/>
                  <a:pt x="120" y="414"/>
                  <a:pt x="216" y="318"/>
                </a:cubicBezTo>
                <a:close/>
              </a:path>
            </a:pathLst>
          </a:custGeom>
          <a:solidFill>
            <a:srgbClr val="364856"/>
          </a:solidFill>
          <a:ln>
            <a:noFill/>
          </a:ln>
          <a:effectLst>
            <a:reflection blurRad="6350" stA="52000" endA="300" endPos="35000" dir="5400000" sy="-100000" algn="bl" rotWithShape="0"/>
          </a:effectLst>
        </p:spPr>
        <p:txBody>
          <a:bodyPr vert="horz" wrap="square" lIns="61735" tIns="30867" rIns="61735" bIns="30867" numCol="1" anchor="t" anchorCtr="0" compatLnSpc="1">
            <a:prstTxWarp prst="textNoShape">
              <a:avLst/>
            </a:prstTxWarp>
          </a:bodyPr>
          <a:lstStyle/>
          <a:p>
            <a:endParaRPr lang="en-US" sz="1200">
              <a:solidFill>
                <a:prstClr val="black"/>
              </a:solidFill>
            </a:endParaRPr>
          </a:p>
        </p:txBody>
      </p:sp>
      <p:sp>
        <p:nvSpPr>
          <p:cNvPr id="72" name="文本框 71"/>
          <p:cNvSpPr txBox="1"/>
          <p:nvPr/>
        </p:nvSpPr>
        <p:spPr>
          <a:xfrm>
            <a:off x="5789474" y="2694600"/>
            <a:ext cx="2856518" cy="476541"/>
          </a:xfrm>
          <a:prstGeom prst="rect">
            <a:avLst/>
          </a:prstGeom>
          <a:noFill/>
        </p:spPr>
        <p:txBody>
          <a:bodyPr wrap="square" rtlCol="0">
            <a:spAutoFit/>
          </a:bodyPr>
          <a:lstStyle/>
          <a:p>
            <a:pPr>
              <a:lnSpc>
                <a:spcPct val="110000"/>
              </a:lnSpc>
            </a:pPr>
            <a:r>
              <a:rPr lang="zh-CN" altLang="en-US" sz="2400" b="1" dirty="0">
                <a:solidFill>
                  <a:schemeClr val="bg1"/>
                </a:solidFill>
              </a:rPr>
              <a:t>单击添加标题</a:t>
            </a:r>
            <a:endParaRPr lang="en-US" altLang="zh-CN" sz="2400" b="1" dirty="0">
              <a:solidFill>
                <a:schemeClr val="bg1"/>
              </a:solidFill>
            </a:endParaRPr>
          </a:p>
        </p:txBody>
      </p:sp>
      <p:sp>
        <p:nvSpPr>
          <p:cNvPr id="73" name="文本框 72"/>
          <p:cNvSpPr txBox="1"/>
          <p:nvPr/>
        </p:nvSpPr>
        <p:spPr>
          <a:xfrm>
            <a:off x="5789474" y="5279579"/>
            <a:ext cx="2856518" cy="476541"/>
          </a:xfrm>
          <a:prstGeom prst="rect">
            <a:avLst/>
          </a:prstGeom>
          <a:noFill/>
        </p:spPr>
        <p:txBody>
          <a:bodyPr wrap="square" rtlCol="0">
            <a:spAutoFit/>
          </a:bodyPr>
          <a:lstStyle/>
          <a:p>
            <a:pPr>
              <a:lnSpc>
                <a:spcPct val="110000"/>
              </a:lnSpc>
            </a:pPr>
            <a:r>
              <a:rPr lang="zh-CN" altLang="en-US" sz="2400" b="1" dirty="0">
                <a:solidFill>
                  <a:schemeClr val="bg1"/>
                </a:solidFill>
              </a:rPr>
              <a:t>单击添加标题</a:t>
            </a:r>
            <a:endParaRPr lang="en-US" altLang="zh-CN" sz="2400" b="1" dirty="0">
              <a:solidFill>
                <a:schemeClr val="bg1"/>
              </a:solidFill>
            </a:endParaRPr>
          </a:p>
        </p:txBody>
      </p:sp>
      <p:sp>
        <p:nvSpPr>
          <p:cNvPr id="74" name="文本框 73"/>
          <p:cNvSpPr txBox="1"/>
          <p:nvPr/>
        </p:nvSpPr>
        <p:spPr>
          <a:xfrm>
            <a:off x="3523114" y="3966848"/>
            <a:ext cx="2856518" cy="476541"/>
          </a:xfrm>
          <a:prstGeom prst="rect">
            <a:avLst/>
          </a:prstGeom>
          <a:noFill/>
        </p:spPr>
        <p:txBody>
          <a:bodyPr wrap="square" rtlCol="0">
            <a:spAutoFit/>
          </a:bodyPr>
          <a:lstStyle/>
          <a:p>
            <a:pPr algn="r">
              <a:lnSpc>
                <a:spcPct val="110000"/>
              </a:lnSpc>
            </a:pPr>
            <a:r>
              <a:rPr lang="zh-CN" altLang="en-US" sz="2400" b="1" dirty="0">
                <a:solidFill>
                  <a:schemeClr val="bg1"/>
                </a:solidFill>
              </a:rPr>
              <a:t>单击添加标题</a:t>
            </a:r>
            <a:endParaRPr lang="en-US" altLang="zh-CN" sz="2400" b="1" dirty="0">
              <a:solidFill>
                <a:schemeClr val="bg1"/>
              </a:solidFill>
            </a:endParaRPr>
          </a:p>
        </p:txBody>
      </p:sp>
    </p:spTree>
    <p:extLst>
      <p:ext uri="{BB962C8B-B14F-4D97-AF65-F5344CB8AC3E}">
        <p14:creationId xmlns:p14="http://schemas.microsoft.com/office/powerpoint/2010/main" val="1999029365"/>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9"/>
          <p:cNvSpPr>
            <a:spLocks/>
          </p:cNvSpPr>
          <p:nvPr/>
        </p:nvSpPr>
        <p:spPr bwMode="auto">
          <a:xfrm>
            <a:off x="4868163" y="3819704"/>
            <a:ext cx="2455675" cy="3070525"/>
          </a:xfrm>
          <a:custGeom>
            <a:avLst/>
            <a:gdLst>
              <a:gd name="T0" fmla="*/ 300 w 1114"/>
              <a:gd name="T1" fmla="*/ 93 h 1392"/>
              <a:gd name="T2" fmla="*/ 163 w 1114"/>
              <a:gd name="T3" fmla="*/ 241 h 1392"/>
              <a:gd name="T4" fmla="*/ 103 w 1114"/>
              <a:gd name="T5" fmla="*/ 388 h 1392"/>
              <a:gd name="T6" fmla="*/ 96 w 1114"/>
              <a:gd name="T7" fmla="*/ 415 h 1392"/>
              <a:gd name="T8" fmla="*/ 89 w 1114"/>
              <a:gd name="T9" fmla="*/ 462 h 1392"/>
              <a:gd name="T10" fmla="*/ 101 w 1114"/>
              <a:gd name="T11" fmla="*/ 537 h 1392"/>
              <a:gd name="T12" fmla="*/ 105 w 1114"/>
              <a:gd name="T13" fmla="*/ 565 h 1392"/>
              <a:gd name="T14" fmla="*/ 80 w 1114"/>
              <a:gd name="T15" fmla="*/ 639 h 1392"/>
              <a:gd name="T16" fmla="*/ 50 w 1114"/>
              <a:gd name="T17" fmla="*/ 688 h 1392"/>
              <a:gd name="T18" fmla="*/ 1 w 1114"/>
              <a:gd name="T19" fmla="*/ 780 h 1392"/>
              <a:gd name="T20" fmla="*/ 0 w 1114"/>
              <a:gd name="T21" fmla="*/ 789 h 1392"/>
              <a:gd name="T22" fmla="*/ 49 w 1114"/>
              <a:gd name="T23" fmla="*/ 828 h 1392"/>
              <a:gd name="T24" fmla="*/ 75 w 1114"/>
              <a:gd name="T25" fmla="*/ 838 h 1392"/>
              <a:gd name="T26" fmla="*/ 77 w 1114"/>
              <a:gd name="T27" fmla="*/ 844 h 1392"/>
              <a:gd name="T28" fmla="*/ 70 w 1114"/>
              <a:gd name="T29" fmla="*/ 859 h 1392"/>
              <a:gd name="T30" fmla="*/ 56 w 1114"/>
              <a:gd name="T31" fmla="*/ 888 h 1392"/>
              <a:gd name="T32" fmla="*/ 55 w 1114"/>
              <a:gd name="T33" fmla="*/ 896 h 1392"/>
              <a:gd name="T34" fmla="*/ 95 w 1114"/>
              <a:gd name="T35" fmla="*/ 930 h 1392"/>
              <a:gd name="T36" fmla="*/ 111 w 1114"/>
              <a:gd name="T37" fmla="*/ 935 h 1392"/>
              <a:gd name="T38" fmla="*/ 106 w 1114"/>
              <a:gd name="T39" fmla="*/ 938 h 1392"/>
              <a:gd name="T40" fmla="*/ 93 w 1114"/>
              <a:gd name="T41" fmla="*/ 946 h 1392"/>
              <a:gd name="T42" fmla="*/ 79 w 1114"/>
              <a:gd name="T43" fmla="*/ 973 h 1392"/>
              <a:gd name="T44" fmla="*/ 79 w 1114"/>
              <a:gd name="T45" fmla="*/ 976 h 1392"/>
              <a:gd name="T46" fmla="*/ 107 w 1114"/>
              <a:gd name="T47" fmla="*/ 1013 h 1392"/>
              <a:gd name="T48" fmla="*/ 120 w 1114"/>
              <a:gd name="T49" fmla="*/ 1042 h 1392"/>
              <a:gd name="T50" fmla="*/ 120 w 1114"/>
              <a:gd name="T51" fmla="*/ 1054 h 1392"/>
              <a:gd name="T52" fmla="*/ 119 w 1114"/>
              <a:gd name="T53" fmla="*/ 1070 h 1392"/>
              <a:gd name="T54" fmla="*/ 155 w 1114"/>
              <a:gd name="T55" fmla="*/ 1140 h 1392"/>
              <a:gd name="T56" fmla="*/ 284 w 1114"/>
              <a:gd name="T57" fmla="*/ 1149 h 1392"/>
              <a:gd name="T58" fmla="*/ 323 w 1114"/>
              <a:gd name="T59" fmla="*/ 1144 h 1392"/>
              <a:gd name="T60" fmla="*/ 431 w 1114"/>
              <a:gd name="T61" fmla="*/ 1167 h 1392"/>
              <a:gd name="T62" fmla="*/ 385 w 1114"/>
              <a:gd name="T63" fmla="*/ 1373 h 1392"/>
              <a:gd name="T64" fmla="*/ 369 w 1114"/>
              <a:gd name="T65" fmla="*/ 1392 h 1392"/>
              <a:gd name="T66" fmla="*/ 1112 w 1114"/>
              <a:gd name="T67" fmla="*/ 1392 h 1392"/>
              <a:gd name="T68" fmla="*/ 1094 w 1114"/>
              <a:gd name="T69" fmla="*/ 1372 h 1392"/>
              <a:gd name="T70" fmla="*/ 950 w 1114"/>
              <a:gd name="T71" fmla="*/ 1033 h 1392"/>
              <a:gd name="T72" fmla="*/ 1008 w 1114"/>
              <a:gd name="T73" fmla="*/ 807 h 1392"/>
              <a:gd name="T74" fmla="*/ 1017 w 1114"/>
              <a:gd name="T75" fmla="*/ 790 h 1392"/>
              <a:gd name="T76" fmla="*/ 1093 w 1114"/>
              <a:gd name="T77" fmla="*/ 634 h 1392"/>
              <a:gd name="T78" fmla="*/ 1114 w 1114"/>
              <a:gd name="T79" fmla="*/ 494 h 1392"/>
              <a:gd name="T80" fmla="*/ 604 w 1114"/>
              <a:gd name="T81" fmla="*/ 0 h 1392"/>
              <a:gd name="T82" fmla="*/ 300 w 1114"/>
              <a:gd name="T83" fmla="*/ 93 h 1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14" h="1392">
                <a:moveTo>
                  <a:pt x="300" y="93"/>
                </a:moveTo>
                <a:cubicBezTo>
                  <a:pt x="244" y="131"/>
                  <a:pt x="192" y="194"/>
                  <a:pt x="163" y="241"/>
                </a:cubicBezTo>
                <a:cubicBezTo>
                  <a:pt x="122" y="306"/>
                  <a:pt x="111" y="353"/>
                  <a:pt x="103" y="388"/>
                </a:cubicBezTo>
                <a:cubicBezTo>
                  <a:pt x="100" y="397"/>
                  <a:pt x="98" y="406"/>
                  <a:pt x="96" y="415"/>
                </a:cubicBezTo>
                <a:cubicBezTo>
                  <a:pt x="91" y="429"/>
                  <a:pt x="89" y="445"/>
                  <a:pt x="89" y="462"/>
                </a:cubicBezTo>
                <a:cubicBezTo>
                  <a:pt x="89" y="485"/>
                  <a:pt x="93" y="510"/>
                  <a:pt x="101" y="537"/>
                </a:cubicBezTo>
                <a:cubicBezTo>
                  <a:pt x="104" y="547"/>
                  <a:pt x="105" y="556"/>
                  <a:pt x="105" y="565"/>
                </a:cubicBezTo>
                <a:cubicBezTo>
                  <a:pt x="105" y="589"/>
                  <a:pt x="96" y="610"/>
                  <a:pt x="80" y="639"/>
                </a:cubicBezTo>
                <a:cubicBezTo>
                  <a:pt x="71" y="654"/>
                  <a:pt x="60" y="671"/>
                  <a:pt x="50" y="688"/>
                </a:cubicBezTo>
                <a:cubicBezTo>
                  <a:pt x="27" y="724"/>
                  <a:pt x="5" y="757"/>
                  <a:pt x="1" y="780"/>
                </a:cubicBezTo>
                <a:cubicBezTo>
                  <a:pt x="0" y="783"/>
                  <a:pt x="0" y="786"/>
                  <a:pt x="0" y="789"/>
                </a:cubicBezTo>
                <a:cubicBezTo>
                  <a:pt x="0" y="816"/>
                  <a:pt x="29" y="823"/>
                  <a:pt x="49" y="828"/>
                </a:cubicBezTo>
                <a:cubicBezTo>
                  <a:pt x="59" y="831"/>
                  <a:pt x="72" y="834"/>
                  <a:pt x="75" y="838"/>
                </a:cubicBezTo>
                <a:cubicBezTo>
                  <a:pt x="77" y="840"/>
                  <a:pt x="77" y="842"/>
                  <a:pt x="77" y="844"/>
                </a:cubicBezTo>
                <a:cubicBezTo>
                  <a:pt x="77" y="847"/>
                  <a:pt x="75" y="851"/>
                  <a:pt x="70" y="859"/>
                </a:cubicBezTo>
                <a:cubicBezTo>
                  <a:pt x="64" y="867"/>
                  <a:pt x="58" y="876"/>
                  <a:pt x="56" y="888"/>
                </a:cubicBezTo>
                <a:cubicBezTo>
                  <a:pt x="55" y="891"/>
                  <a:pt x="55" y="894"/>
                  <a:pt x="55" y="896"/>
                </a:cubicBezTo>
                <a:cubicBezTo>
                  <a:pt x="55" y="920"/>
                  <a:pt x="79" y="926"/>
                  <a:pt x="95" y="930"/>
                </a:cubicBezTo>
                <a:cubicBezTo>
                  <a:pt x="101" y="931"/>
                  <a:pt x="106" y="933"/>
                  <a:pt x="111" y="935"/>
                </a:cubicBezTo>
                <a:cubicBezTo>
                  <a:pt x="109" y="936"/>
                  <a:pt x="108" y="937"/>
                  <a:pt x="106" y="938"/>
                </a:cubicBezTo>
                <a:cubicBezTo>
                  <a:pt x="102" y="940"/>
                  <a:pt x="97" y="943"/>
                  <a:pt x="93" y="946"/>
                </a:cubicBezTo>
                <a:cubicBezTo>
                  <a:pt x="84" y="953"/>
                  <a:pt x="79" y="963"/>
                  <a:pt x="79" y="973"/>
                </a:cubicBezTo>
                <a:cubicBezTo>
                  <a:pt x="79" y="974"/>
                  <a:pt x="79" y="975"/>
                  <a:pt x="79" y="976"/>
                </a:cubicBezTo>
                <a:cubicBezTo>
                  <a:pt x="81" y="992"/>
                  <a:pt x="94" y="1006"/>
                  <a:pt x="107" y="1013"/>
                </a:cubicBezTo>
                <a:cubicBezTo>
                  <a:pt x="112" y="1016"/>
                  <a:pt x="120" y="1020"/>
                  <a:pt x="120" y="1042"/>
                </a:cubicBezTo>
                <a:cubicBezTo>
                  <a:pt x="120" y="1046"/>
                  <a:pt x="120" y="1050"/>
                  <a:pt x="120" y="1054"/>
                </a:cubicBezTo>
                <a:cubicBezTo>
                  <a:pt x="119" y="1060"/>
                  <a:pt x="119" y="1065"/>
                  <a:pt x="119" y="1070"/>
                </a:cubicBezTo>
                <a:cubicBezTo>
                  <a:pt x="119" y="1098"/>
                  <a:pt x="129" y="1117"/>
                  <a:pt x="155" y="1140"/>
                </a:cubicBezTo>
                <a:cubicBezTo>
                  <a:pt x="181" y="1162"/>
                  <a:pt x="224" y="1157"/>
                  <a:pt x="284" y="1149"/>
                </a:cubicBezTo>
                <a:cubicBezTo>
                  <a:pt x="323" y="1144"/>
                  <a:pt x="323" y="1144"/>
                  <a:pt x="323" y="1144"/>
                </a:cubicBezTo>
                <a:cubicBezTo>
                  <a:pt x="398" y="1136"/>
                  <a:pt x="412" y="1144"/>
                  <a:pt x="431" y="1167"/>
                </a:cubicBezTo>
                <a:cubicBezTo>
                  <a:pt x="452" y="1194"/>
                  <a:pt x="448" y="1296"/>
                  <a:pt x="385" y="1373"/>
                </a:cubicBezTo>
                <a:cubicBezTo>
                  <a:pt x="369" y="1392"/>
                  <a:pt x="369" y="1392"/>
                  <a:pt x="369" y="1392"/>
                </a:cubicBezTo>
                <a:cubicBezTo>
                  <a:pt x="1112" y="1392"/>
                  <a:pt x="1112" y="1392"/>
                  <a:pt x="1112" y="1392"/>
                </a:cubicBezTo>
                <a:cubicBezTo>
                  <a:pt x="1094" y="1372"/>
                  <a:pt x="1094" y="1372"/>
                  <a:pt x="1094" y="1372"/>
                </a:cubicBezTo>
                <a:cubicBezTo>
                  <a:pt x="1093" y="1371"/>
                  <a:pt x="962" y="1225"/>
                  <a:pt x="950" y="1033"/>
                </a:cubicBezTo>
                <a:cubicBezTo>
                  <a:pt x="946" y="962"/>
                  <a:pt x="964" y="888"/>
                  <a:pt x="1008" y="807"/>
                </a:cubicBezTo>
                <a:cubicBezTo>
                  <a:pt x="1017" y="790"/>
                  <a:pt x="1017" y="790"/>
                  <a:pt x="1017" y="790"/>
                </a:cubicBezTo>
                <a:cubicBezTo>
                  <a:pt x="1037" y="754"/>
                  <a:pt x="1080" y="677"/>
                  <a:pt x="1093" y="634"/>
                </a:cubicBezTo>
                <a:cubicBezTo>
                  <a:pt x="1107" y="589"/>
                  <a:pt x="1114" y="542"/>
                  <a:pt x="1114" y="494"/>
                </a:cubicBezTo>
                <a:cubicBezTo>
                  <a:pt x="1114" y="222"/>
                  <a:pt x="885" y="0"/>
                  <a:pt x="604" y="0"/>
                </a:cubicBezTo>
                <a:cubicBezTo>
                  <a:pt x="493" y="0"/>
                  <a:pt x="388" y="32"/>
                  <a:pt x="300" y="93"/>
                </a:cubicBezTo>
              </a:path>
            </a:pathLst>
          </a:custGeom>
          <a:solidFill>
            <a:schemeClr val="bg1"/>
          </a:solidFill>
          <a:ln>
            <a:noFill/>
          </a:ln>
          <a:effectLst>
            <a:outerShdw blurRad="152400" dist="38100" dir="2700000" algn="tl"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zh-CN" altLang="en-US"/>
          </a:p>
        </p:txBody>
      </p:sp>
      <p:grpSp>
        <p:nvGrpSpPr>
          <p:cNvPr id="4" name="组合 3"/>
          <p:cNvGrpSpPr/>
          <p:nvPr/>
        </p:nvGrpSpPr>
        <p:grpSpPr>
          <a:xfrm>
            <a:off x="5352256" y="3938916"/>
            <a:ext cx="1487487" cy="1416050"/>
            <a:chOff x="7043738" y="3042444"/>
            <a:chExt cx="1487487" cy="1416050"/>
          </a:xfrm>
        </p:grpSpPr>
        <p:sp>
          <p:nvSpPr>
            <p:cNvPr id="5" name="Freeform 9"/>
            <p:cNvSpPr>
              <a:spLocks noEditPoints="1"/>
            </p:cNvSpPr>
            <p:nvPr/>
          </p:nvSpPr>
          <p:spPr bwMode="auto">
            <a:xfrm>
              <a:off x="7769225" y="3674269"/>
              <a:ext cx="762000" cy="762000"/>
            </a:xfrm>
            <a:custGeom>
              <a:avLst/>
              <a:gdLst>
                <a:gd name="T0" fmla="*/ 183 w 203"/>
                <a:gd name="T1" fmla="*/ 80 h 203"/>
                <a:gd name="T2" fmla="*/ 199 w 203"/>
                <a:gd name="T3" fmla="*/ 70 h 203"/>
                <a:gd name="T4" fmla="*/ 192 w 203"/>
                <a:gd name="T5" fmla="*/ 54 h 203"/>
                <a:gd name="T6" fmla="*/ 174 w 203"/>
                <a:gd name="T7" fmla="*/ 58 h 203"/>
                <a:gd name="T8" fmla="*/ 161 w 203"/>
                <a:gd name="T9" fmla="*/ 42 h 203"/>
                <a:gd name="T10" fmla="*/ 170 w 203"/>
                <a:gd name="T11" fmla="*/ 26 h 203"/>
                <a:gd name="T12" fmla="*/ 156 w 203"/>
                <a:gd name="T13" fmla="*/ 15 h 203"/>
                <a:gd name="T14" fmla="*/ 142 w 203"/>
                <a:gd name="T15" fmla="*/ 28 h 203"/>
                <a:gd name="T16" fmla="*/ 124 w 203"/>
                <a:gd name="T17" fmla="*/ 21 h 203"/>
                <a:gd name="T18" fmla="*/ 124 w 203"/>
                <a:gd name="T19" fmla="*/ 2 h 203"/>
                <a:gd name="T20" fmla="*/ 106 w 203"/>
                <a:gd name="T21" fmla="*/ 0 h 203"/>
                <a:gd name="T22" fmla="*/ 100 w 203"/>
                <a:gd name="T23" fmla="*/ 17 h 203"/>
                <a:gd name="T24" fmla="*/ 81 w 203"/>
                <a:gd name="T25" fmla="*/ 20 h 203"/>
                <a:gd name="T26" fmla="*/ 71 w 203"/>
                <a:gd name="T27" fmla="*/ 4 h 203"/>
                <a:gd name="T28" fmla="*/ 54 w 203"/>
                <a:gd name="T29" fmla="*/ 11 h 203"/>
                <a:gd name="T30" fmla="*/ 59 w 203"/>
                <a:gd name="T31" fmla="*/ 29 h 203"/>
                <a:gd name="T32" fmla="*/ 43 w 203"/>
                <a:gd name="T33" fmla="*/ 41 h 203"/>
                <a:gd name="T34" fmla="*/ 27 w 203"/>
                <a:gd name="T35" fmla="*/ 33 h 203"/>
                <a:gd name="T36" fmla="*/ 16 w 203"/>
                <a:gd name="T37" fmla="*/ 47 h 203"/>
                <a:gd name="T38" fmla="*/ 29 w 203"/>
                <a:gd name="T39" fmla="*/ 60 h 203"/>
                <a:gd name="T40" fmla="*/ 21 w 203"/>
                <a:gd name="T41" fmla="*/ 79 h 203"/>
                <a:gd name="T42" fmla="*/ 3 w 203"/>
                <a:gd name="T43" fmla="*/ 79 h 203"/>
                <a:gd name="T44" fmla="*/ 0 w 203"/>
                <a:gd name="T45" fmla="*/ 97 h 203"/>
                <a:gd name="T46" fmla="*/ 18 w 203"/>
                <a:gd name="T47" fmla="*/ 102 h 203"/>
                <a:gd name="T48" fmla="*/ 21 w 203"/>
                <a:gd name="T49" fmla="*/ 122 h 203"/>
                <a:gd name="T50" fmla="*/ 5 w 203"/>
                <a:gd name="T51" fmla="*/ 132 h 203"/>
                <a:gd name="T52" fmla="*/ 12 w 203"/>
                <a:gd name="T53" fmla="*/ 148 h 203"/>
                <a:gd name="T54" fmla="*/ 30 w 203"/>
                <a:gd name="T55" fmla="*/ 144 h 203"/>
                <a:gd name="T56" fmla="*/ 42 w 203"/>
                <a:gd name="T57" fmla="*/ 160 h 203"/>
                <a:gd name="T58" fmla="*/ 33 w 203"/>
                <a:gd name="T59" fmla="*/ 176 h 203"/>
                <a:gd name="T60" fmla="*/ 48 w 203"/>
                <a:gd name="T61" fmla="*/ 187 h 203"/>
                <a:gd name="T62" fmla="*/ 61 w 203"/>
                <a:gd name="T63" fmla="*/ 174 h 203"/>
                <a:gd name="T64" fmla="*/ 80 w 203"/>
                <a:gd name="T65" fmla="*/ 182 h 203"/>
                <a:gd name="T66" fmla="*/ 80 w 203"/>
                <a:gd name="T67" fmla="*/ 200 h 203"/>
                <a:gd name="T68" fmla="*/ 98 w 203"/>
                <a:gd name="T69" fmla="*/ 203 h 203"/>
                <a:gd name="T70" fmla="*/ 103 w 203"/>
                <a:gd name="T71" fmla="*/ 185 h 203"/>
                <a:gd name="T72" fmla="*/ 123 w 203"/>
                <a:gd name="T73" fmla="*/ 182 h 203"/>
                <a:gd name="T74" fmla="*/ 133 w 203"/>
                <a:gd name="T75" fmla="*/ 198 h 203"/>
                <a:gd name="T76" fmla="*/ 149 w 203"/>
                <a:gd name="T77" fmla="*/ 191 h 203"/>
                <a:gd name="T78" fmla="*/ 145 w 203"/>
                <a:gd name="T79" fmla="*/ 173 h 203"/>
                <a:gd name="T80" fmla="*/ 160 w 203"/>
                <a:gd name="T81" fmla="*/ 161 h 203"/>
                <a:gd name="T82" fmla="*/ 177 w 203"/>
                <a:gd name="T83" fmla="*/ 169 h 203"/>
                <a:gd name="T84" fmla="*/ 188 w 203"/>
                <a:gd name="T85" fmla="*/ 155 h 203"/>
                <a:gd name="T86" fmla="*/ 175 w 203"/>
                <a:gd name="T87" fmla="*/ 142 h 203"/>
                <a:gd name="T88" fmla="*/ 182 w 203"/>
                <a:gd name="T89" fmla="*/ 123 h 203"/>
                <a:gd name="T90" fmla="*/ 201 w 203"/>
                <a:gd name="T91" fmla="*/ 123 h 203"/>
                <a:gd name="T92" fmla="*/ 203 w 203"/>
                <a:gd name="T93" fmla="*/ 105 h 203"/>
                <a:gd name="T94" fmla="*/ 185 w 203"/>
                <a:gd name="T95" fmla="*/ 100 h 203"/>
                <a:gd name="T96" fmla="*/ 183 w 203"/>
                <a:gd name="T97" fmla="*/ 80 h 203"/>
                <a:gd name="T98" fmla="*/ 163 w 203"/>
                <a:gd name="T99" fmla="*/ 75 h 203"/>
                <a:gd name="T100" fmla="*/ 127 w 203"/>
                <a:gd name="T101" fmla="*/ 162 h 203"/>
                <a:gd name="T102" fmla="*/ 41 w 203"/>
                <a:gd name="T103" fmla="*/ 127 h 203"/>
                <a:gd name="T104" fmla="*/ 76 w 203"/>
                <a:gd name="T105" fmla="*/ 40 h 203"/>
                <a:gd name="T106" fmla="*/ 163 w 203"/>
                <a:gd name="T107" fmla="*/ 75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3" h="203">
                  <a:moveTo>
                    <a:pt x="183" y="80"/>
                  </a:moveTo>
                  <a:cubicBezTo>
                    <a:pt x="199" y="70"/>
                    <a:pt x="199" y="70"/>
                    <a:pt x="199" y="70"/>
                  </a:cubicBezTo>
                  <a:cubicBezTo>
                    <a:pt x="192" y="54"/>
                    <a:pt x="192" y="54"/>
                    <a:pt x="192" y="54"/>
                  </a:cubicBezTo>
                  <a:cubicBezTo>
                    <a:pt x="174" y="58"/>
                    <a:pt x="174" y="58"/>
                    <a:pt x="174" y="58"/>
                  </a:cubicBezTo>
                  <a:cubicBezTo>
                    <a:pt x="170" y="52"/>
                    <a:pt x="166" y="47"/>
                    <a:pt x="161" y="42"/>
                  </a:cubicBezTo>
                  <a:cubicBezTo>
                    <a:pt x="170" y="26"/>
                    <a:pt x="170" y="26"/>
                    <a:pt x="170" y="26"/>
                  </a:cubicBezTo>
                  <a:cubicBezTo>
                    <a:pt x="156" y="15"/>
                    <a:pt x="156" y="15"/>
                    <a:pt x="156" y="15"/>
                  </a:cubicBezTo>
                  <a:cubicBezTo>
                    <a:pt x="142" y="28"/>
                    <a:pt x="142" y="28"/>
                    <a:pt x="142" y="28"/>
                  </a:cubicBezTo>
                  <a:cubicBezTo>
                    <a:pt x="137" y="25"/>
                    <a:pt x="130" y="22"/>
                    <a:pt x="124" y="21"/>
                  </a:cubicBezTo>
                  <a:cubicBezTo>
                    <a:pt x="124" y="2"/>
                    <a:pt x="124" y="2"/>
                    <a:pt x="124" y="2"/>
                  </a:cubicBezTo>
                  <a:cubicBezTo>
                    <a:pt x="106" y="0"/>
                    <a:pt x="106" y="0"/>
                    <a:pt x="106" y="0"/>
                  </a:cubicBezTo>
                  <a:cubicBezTo>
                    <a:pt x="100" y="17"/>
                    <a:pt x="100" y="17"/>
                    <a:pt x="100" y="17"/>
                  </a:cubicBezTo>
                  <a:cubicBezTo>
                    <a:pt x="94" y="18"/>
                    <a:pt x="87" y="18"/>
                    <a:pt x="81" y="20"/>
                  </a:cubicBezTo>
                  <a:cubicBezTo>
                    <a:pt x="71" y="4"/>
                    <a:pt x="71" y="4"/>
                    <a:pt x="71" y="4"/>
                  </a:cubicBezTo>
                  <a:cubicBezTo>
                    <a:pt x="54" y="11"/>
                    <a:pt x="54" y="11"/>
                    <a:pt x="54" y="11"/>
                  </a:cubicBezTo>
                  <a:cubicBezTo>
                    <a:pt x="59" y="29"/>
                    <a:pt x="59" y="29"/>
                    <a:pt x="59" y="29"/>
                  </a:cubicBezTo>
                  <a:cubicBezTo>
                    <a:pt x="53" y="33"/>
                    <a:pt x="48" y="37"/>
                    <a:pt x="43" y="41"/>
                  </a:cubicBezTo>
                  <a:cubicBezTo>
                    <a:pt x="27" y="33"/>
                    <a:pt x="27" y="33"/>
                    <a:pt x="27" y="33"/>
                  </a:cubicBezTo>
                  <a:cubicBezTo>
                    <a:pt x="16" y="47"/>
                    <a:pt x="16" y="47"/>
                    <a:pt x="16" y="47"/>
                  </a:cubicBezTo>
                  <a:cubicBezTo>
                    <a:pt x="29" y="60"/>
                    <a:pt x="29" y="60"/>
                    <a:pt x="29" y="60"/>
                  </a:cubicBezTo>
                  <a:cubicBezTo>
                    <a:pt x="26" y="66"/>
                    <a:pt x="23" y="72"/>
                    <a:pt x="21" y="79"/>
                  </a:cubicBezTo>
                  <a:cubicBezTo>
                    <a:pt x="3" y="79"/>
                    <a:pt x="3" y="79"/>
                    <a:pt x="3" y="79"/>
                  </a:cubicBezTo>
                  <a:cubicBezTo>
                    <a:pt x="0" y="97"/>
                    <a:pt x="0" y="97"/>
                    <a:pt x="0" y="97"/>
                  </a:cubicBezTo>
                  <a:cubicBezTo>
                    <a:pt x="18" y="102"/>
                    <a:pt x="18" y="102"/>
                    <a:pt x="18" y="102"/>
                  </a:cubicBezTo>
                  <a:cubicBezTo>
                    <a:pt x="18" y="109"/>
                    <a:pt x="19" y="116"/>
                    <a:pt x="21" y="122"/>
                  </a:cubicBezTo>
                  <a:cubicBezTo>
                    <a:pt x="5" y="132"/>
                    <a:pt x="5" y="132"/>
                    <a:pt x="5" y="132"/>
                  </a:cubicBezTo>
                  <a:cubicBezTo>
                    <a:pt x="12" y="148"/>
                    <a:pt x="12" y="148"/>
                    <a:pt x="12" y="148"/>
                  </a:cubicBezTo>
                  <a:cubicBezTo>
                    <a:pt x="30" y="144"/>
                    <a:pt x="30" y="144"/>
                    <a:pt x="30" y="144"/>
                  </a:cubicBezTo>
                  <a:cubicBezTo>
                    <a:pt x="34" y="150"/>
                    <a:pt x="38" y="155"/>
                    <a:pt x="42" y="160"/>
                  </a:cubicBezTo>
                  <a:cubicBezTo>
                    <a:pt x="33" y="176"/>
                    <a:pt x="33" y="176"/>
                    <a:pt x="33" y="176"/>
                  </a:cubicBezTo>
                  <a:cubicBezTo>
                    <a:pt x="48" y="187"/>
                    <a:pt x="48" y="187"/>
                    <a:pt x="48" y="187"/>
                  </a:cubicBezTo>
                  <a:cubicBezTo>
                    <a:pt x="61" y="174"/>
                    <a:pt x="61" y="174"/>
                    <a:pt x="61" y="174"/>
                  </a:cubicBezTo>
                  <a:cubicBezTo>
                    <a:pt x="67" y="177"/>
                    <a:pt x="73" y="180"/>
                    <a:pt x="80" y="182"/>
                  </a:cubicBezTo>
                  <a:cubicBezTo>
                    <a:pt x="80" y="200"/>
                    <a:pt x="80" y="200"/>
                    <a:pt x="80" y="200"/>
                  </a:cubicBezTo>
                  <a:cubicBezTo>
                    <a:pt x="98" y="203"/>
                    <a:pt x="98" y="203"/>
                    <a:pt x="98" y="203"/>
                  </a:cubicBezTo>
                  <a:cubicBezTo>
                    <a:pt x="103" y="185"/>
                    <a:pt x="103" y="185"/>
                    <a:pt x="103" y="185"/>
                  </a:cubicBezTo>
                  <a:cubicBezTo>
                    <a:pt x="110" y="185"/>
                    <a:pt x="116" y="184"/>
                    <a:pt x="123" y="182"/>
                  </a:cubicBezTo>
                  <a:cubicBezTo>
                    <a:pt x="133" y="198"/>
                    <a:pt x="133" y="198"/>
                    <a:pt x="133" y="198"/>
                  </a:cubicBezTo>
                  <a:cubicBezTo>
                    <a:pt x="149" y="191"/>
                    <a:pt x="149" y="191"/>
                    <a:pt x="149" y="191"/>
                  </a:cubicBezTo>
                  <a:cubicBezTo>
                    <a:pt x="145" y="173"/>
                    <a:pt x="145" y="173"/>
                    <a:pt x="145" y="173"/>
                  </a:cubicBezTo>
                  <a:cubicBezTo>
                    <a:pt x="151" y="169"/>
                    <a:pt x="156" y="165"/>
                    <a:pt x="160" y="161"/>
                  </a:cubicBezTo>
                  <a:cubicBezTo>
                    <a:pt x="177" y="169"/>
                    <a:pt x="177" y="169"/>
                    <a:pt x="177" y="169"/>
                  </a:cubicBezTo>
                  <a:cubicBezTo>
                    <a:pt x="188" y="155"/>
                    <a:pt x="188" y="155"/>
                    <a:pt x="188" y="155"/>
                  </a:cubicBezTo>
                  <a:cubicBezTo>
                    <a:pt x="175" y="142"/>
                    <a:pt x="175" y="142"/>
                    <a:pt x="175" y="142"/>
                  </a:cubicBezTo>
                  <a:cubicBezTo>
                    <a:pt x="178" y="136"/>
                    <a:pt x="181" y="130"/>
                    <a:pt x="182" y="123"/>
                  </a:cubicBezTo>
                  <a:cubicBezTo>
                    <a:pt x="201" y="123"/>
                    <a:pt x="201" y="123"/>
                    <a:pt x="201" y="123"/>
                  </a:cubicBezTo>
                  <a:cubicBezTo>
                    <a:pt x="203" y="105"/>
                    <a:pt x="203" y="105"/>
                    <a:pt x="203" y="105"/>
                  </a:cubicBezTo>
                  <a:cubicBezTo>
                    <a:pt x="185" y="100"/>
                    <a:pt x="185" y="100"/>
                    <a:pt x="185" y="100"/>
                  </a:cubicBezTo>
                  <a:cubicBezTo>
                    <a:pt x="185" y="93"/>
                    <a:pt x="184" y="87"/>
                    <a:pt x="183" y="80"/>
                  </a:cubicBezTo>
                  <a:close/>
                  <a:moveTo>
                    <a:pt x="163" y="75"/>
                  </a:moveTo>
                  <a:cubicBezTo>
                    <a:pt x="177" y="109"/>
                    <a:pt x="161" y="148"/>
                    <a:pt x="127" y="162"/>
                  </a:cubicBezTo>
                  <a:cubicBezTo>
                    <a:pt x="94" y="176"/>
                    <a:pt x="55" y="160"/>
                    <a:pt x="41" y="127"/>
                  </a:cubicBezTo>
                  <a:cubicBezTo>
                    <a:pt x="27" y="93"/>
                    <a:pt x="43" y="54"/>
                    <a:pt x="76" y="40"/>
                  </a:cubicBezTo>
                  <a:cubicBezTo>
                    <a:pt x="110" y="26"/>
                    <a:pt x="149" y="42"/>
                    <a:pt x="163" y="75"/>
                  </a:cubicBezTo>
                  <a:close/>
                </a:path>
              </a:pathLst>
            </a:custGeom>
            <a:solidFill>
              <a:srgbClr val="8082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Freeform 10"/>
            <p:cNvSpPr>
              <a:spLocks noEditPoints="1"/>
            </p:cNvSpPr>
            <p:nvPr/>
          </p:nvSpPr>
          <p:spPr bwMode="auto">
            <a:xfrm>
              <a:off x="7043738" y="3696494"/>
              <a:ext cx="762000" cy="762000"/>
            </a:xfrm>
            <a:custGeom>
              <a:avLst/>
              <a:gdLst>
                <a:gd name="T0" fmla="*/ 183 w 203"/>
                <a:gd name="T1" fmla="*/ 81 h 203"/>
                <a:gd name="T2" fmla="*/ 199 w 203"/>
                <a:gd name="T3" fmla="*/ 71 h 203"/>
                <a:gd name="T4" fmla="*/ 192 w 203"/>
                <a:gd name="T5" fmla="*/ 54 h 203"/>
                <a:gd name="T6" fmla="*/ 174 w 203"/>
                <a:gd name="T7" fmla="*/ 59 h 203"/>
                <a:gd name="T8" fmla="*/ 162 w 203"/>
                <a:gd name="T9" fmla="*/ 43 h 203"/>
                <a:gd name="T10" fmla="*/ 170 w 203"/>
                <a:gd name="T11" fmla="*/ 27 h 203"/>
                <a:gd name="T12" fmla="*/ 156 w 203"/>
                <a:gd name="T13" fmla="*/ 16 h 203"/>
                <a:gd name="T14" fmla="*/ 143 w 203"/>
                <a:gd name="T15" fmla="*/ 29 h 203"/>
                <a:gd name="T16" fmla="*/ 124 w 203"/>
                <a:gd name="T17" fmla="*/ 21 h 203"/>
                <a:gd name="T18" fmla="*/ 124 w 203"/>
                <a:gd name="T19" fmla="*/ 3 h 203"/>
                <a:gd name="T20" fmla="*/ 106 w 203"/>
                <a:gd name="T21" fmla="*/ 0 h 203"/>
                <a:gd name="T22" fmla="*/ 101 w 203"/>
                <a:gd name="T23" fmla="*/ 18 h 203"/>
                <a:gd name="T24" fmla="*/ 81 w 203"/>
                <a:gd name="T25" fmla="*/ 21 h 203"/>
                <a:gd name="T26" fmla="*/ 71 w 203"/>
                <a:gd name="T27" fmla="*/ 5 h 203"/>
                <a:gd name="T28" fmla="*/ 55 w 203"/>
                <a:gd name="T29" fmla="*/ 12 h 203"/>
                <a:gd name="T30" fmla="*/ 59 w 203"/>
                <a:gd name="T31" fmla="*/ 30 h 203"/>
                <a:gd name="T32" fmla="*/ 43 w 203"/>
                <a:gd name="T33" fmla="*/ 42 h 203"/>
                <a:gd name="T34" fmla="*/ 27 w 203"/>
                <a:gd name="T35" fmla="*/ 33 h 203"/>
                <a:gd name="T36" fmla="*/ 16 w 203"/>
                <a:gd name="T37" fmla="*/ 48 h 203"/>
                <a:gd name="T38" fmla="*/ 29 w 203"/>
                <a:gd name="T39" fmla="*/ 61 h 203"/>
                <a:gd name="T40" fmla="*/ 21 w 203"/>
                <a:gd name="T41" fmla="*/ 80 h 203"/>
                <a:gd name="T42" fmla="*/ 3 w 203"/>
                <a:gd name="T43" fmla="*/ 80 h 203"/>
                <a:gd name="T44" fmla="*/ 0 w 203"/>
                <a:gd name="T45" fmla="*/ 98 h 203"/>
                <a:gd name="T46" fmla="*/ 18 w 203"/>
                <a:gd name="T47" fmla="*/ 103 h 203"/>
                <a:gd name="T48" fmla="*/ 21 w 203"/>
                <a:gd name="T49" fmla="*/ 123 h 203"/>
                <a:gd name="T50" fmla="*/ 5 w 203"/>
                <a:gd name="T51" fmla="*/ 133 h 203"/>
                <a:gd name="T52" fmla="*/ 12 w 203"/>
                <a:gd name="T53" fmla="*/ 149 h 203"/>
                <a:gd name="T54" fmla="*/ 30 w 203"/>
                <a:gd name="T55" fmla="*/ 145 h 203"/>
                <a:gd name="T56" fmla="*/ 42 w 203"/>
                <a:gd name="T57" fmla="*/ 160 h 203"/>
                <a:gd name="T58" fmla="*/ 34 w 203"/>
                <a:gd name="T59" fmla="*/ 177 h 203"/>
                <a:gd name="T60" fmla="*/ 48 w 203"/>
                <a:gd name="T61" fmla="*/ 188 h 203"/>
                <a:gd name="T62" fmla="*/ 61 w 203"/>
                <a:gd name="T63" fmla="*/ 175 h 203"/>
                <a:gd name="T64" fmla="*/ 80 w 203"/>
                <a:gd name="T65" fmla="*/ 182 h 203"/>
                <a:gd name="T66" fmla="*/ 80 w 203"/>
                <a:gd name="T67" fmla="*/ 201 h 203"/>
                <a:gd name="T68" fmla="*/ 98 w 203"/>
                <a:gd name="T69" fmla="*/ 203 h 203"/>
                <a:gd name="T70" fmla="*/ 103 w 203"/>
                <a:gd name="T71" fmla="*/ 185 h 203"/>
                <a:gd name="T72" fmla="*/ 123 w 203"/>
                <a:gd name="T73" fmla="*/ 183 h 203"/>
                <a:gd name="T74" fmla="*/ 133 w 203"/>
                <a:gd name="T75" fmla="*/ 199 h 203"/>
                <a:gd name="T76" fmla="*/ 149 w 203"/>
                <a:gd name="T77" fmla="*/ 192 h 203"/>
                <a:gd name="T78" fmla="*/ 145 w 203"/>
                <a:gd name="T79" fmla="*/ 174 h 203"/>
                <a:gd name="T80" fmla="*/ 161 w 203"/>
                <a:gd name="T81" fmla="*/ 161 h 203"/>
                <a:gd name="T82" fmla="*/ 177 w 203"/>
                <a:gd name="T83" fmla="*/ 170 h 203"/>
                <a:gd name="T84" fmla="*/ 188 w 203"/>
                <a:gd name="T85" fmla="*/ 156 h 203"/>
                <a:gd name="T86" fmla="*/ 175 w 203"/>
                <a:gd name="T87" fmla="*/ 142 h 203"/>
                <a:gd name="T88" fmla="*/ 182 w 203"/>
                <a:gd name="T89" fmla="*/ 124 h 203"/>
                <a:gd name="T90" fmla="*/ 201 w 203"/>
                <a:gd name="T91" fmla="*/ 124 h 203"/>
                <a:gd name="T92" fmla="*/ 203 w 203"/>
                <a:gd name="T93" fmla="*/ 106 h 203"/>
                <a:gd name="T94" fmla="*/ 186 w 203"/>
                <a:gd name="T95" fmla="*/ 100 h 203"/>
                <a:gd name="T96" fmla="*/ 183 w 203"/>
                <a:gd name="T97" fmla="*/ 81 h 203"/>
                <a:gd name="T98" fmla="*/ 163 w 203"/>
                <a:gd name="T99" fmla="*/ 76 h 203"/>
                <a:gd name="T100" fmla="*/ 128 w 203"/>
                <a:gd name="T101" fmla="*/ 163 h 203"/>
                <a:gd name="T102" fmla="*/ 41 w 203"/>
                <a:gd name="T103" fmla="*/ 127 h 203"/>
                <a:gd name="T104" fmla="*/ 76 w 203"/>
                <a:gd name="T105" fmla="*/ 41 h 203"/>
                <a:gd name="T106" fmla="*/ 163 w 203"/>
                <a:gd name="T107" fmla="*/ 76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3" h="203">
                  <a:moveTo>
                    <a:pt x="183" y="81"/>
                  </a:moveTo>
                  <a:cubicBezTo>
                    <a:pt x="199" y="71"/>
                    <a:pt x="199" y="71"/>
                    <a:pt x="199" y="71"/>
                  </a:cubicBezTo>
                  <a:cubicBezTo>
                    <a:pt x="192" y="54"/>
                    <a:pt x="192" y="54"/>
                    <a:pt x="192" y="54"/>
                  </a:cubicBezTo>
                  <a:cubicBezTo>
                    <a:pt x="174" y="59"/>
                    <a:pt x="174" y="59"/>
                    <a:pt x="174" y="59"/>
                  </a:cubicBezTo>
                  <a:cubicBezTo>
                    <a:pt x="170" y="53"/>
                    <a:pt x="166" y="48"/>
                    <a:pt x="162" y="43"/>
                  </a:cubicBezTo>
                  <a:cubicBezTo>
                    <a:pt x="170" y="27"/>
                    <a:pt x="170" y="27"/>
                    <a:pt x="170" y="27"/>
                  </a:cubicBezTo>
                  <a:cubicBezTo>
                    <a:pt x="156" y="16"/>
                    <a:pt x="156" y="16"/>
                    <a:pt x="156" y="16"/>
                  </a:cubicBezTo>
                  <a:cubicBezTo>
                    <a:pt x="143" y="29"/>
                    <a:pt x="143" y="29"/>
                    <a:pt x="143" y="29"/>
                  </a:cubicBezTo>
                  <a:cubicBezTo>
                    <a:pt x="137" y="26"/>
                    <a:pt x="131" y="23"/>
                    <a:pt x="124" y="21"/>
                  </a:cubicBezTo>
                  <a:cubicBezTo>
                    <a:pt x="124" y="3"/>
                    <a:pt x="124" y="3"/>
                    <a:pt x="124" y="3"/>
                  </a:cubicBezTo>
                  <a:cubicBezTo>
                    <a:pt x="106" y="0"/>
                    <a:pt x="106" y="0"/>
                    <a:pt x="106" y="0"/>
                  </a:cubicBezTo>
                  <a:cubicBezTo>
                    <a:pt x="101" y="18"/>
                    <a:pt x="101" y="18"/>
                    <a:pt x="101" y="18"/>
                  </a:cubicBezTo>
                  <a:cubicBezTo>
                    <a:pt x="94" y="18"/>
                    <a:pt x="87" y="19"/>
                    <a:pt x="81" y="21"/>
                  </a:cubicBezTo>
                  <a:cubicBezTo>
                    <a:pt x="71" y="5"/>
                    <a:pt x="71" y="5"/>
                    <a:pt x="71" y="5"/>
                  </a:cubicBezTo>
                  <a:cubicBezTo>
                    <a:pt x="55" y="12"/>
                    <a:pt x="55" y="12"/>
                    <a:pt x="55" y="12"/>
                  </a:cubicBezTo>
                  <a:cubicBezTo>
                    <a:pt x="59" y="30"/>
                    <a:pt x="59" y="30"/>
                    <a:pt x="59" y="30"/>
                  </a:cubicBezTo>
                  <a:cubicBezTo>
                    <a:pt x="53" y="34"/>
                    <a:pt x="48" y="38"/>
                    <a:pt x="43" y="42"/>
                  </a:cubicBezTo>
                  <a:cubicBezTo>
                    <a:pt x="27" y="33"/>
                    <a:pt x="27" y="33"/>
                    <a:pt x="27" y="33"/>
                  </a:cubicBezTo>
                  <a:cubicBezTo>
                    <a:pt x="16" y="48"/>
                    <a:pt x="16" y="48"/>
                    <a:pt x="16" y="48"/>
                  </a:cubicBezTo>
                  <a:cubicBezTo>
                    <a:pt x="29" y="61"/>
                    <a:pt x="29" y="61"/>
                    <a:pt x="29" y="61"/>
                  </a:cubicBezTo>
                  <a:cubicBezTo>
                    <a:pt x="26" y="67"/>
                    <a:pt x="23" y="73"/>
                    <a:pt x="21" y="80"/>
                  </a:cubicBezTo>
                  <a:cubicBezTo>
                    <a:pt x="3" y="80"/>
                    <a:pt x="3" y="80"/>
                    <a:pt x="3" y="80"/>
                  </a:cubicBezTo>
                  <a:cubicBezTo>
                    <a:pt x="0" y="98"/>
                    <a:pt x="0" y="98"/>
                    <a:pt x="0" y="98"/>
                  </a:cubicBezTo>
                  <a:cubicBezTo>
                    <a:pt x="18" y="103"/>
                    <a:pt x="18" y="103"/>
                    <a:pt x="18" y="103"/>
                  </a:cubicBezTo>
                  <a:cubicBezTo>
                    <a:pt x="18" y="110"/>
                    <a:pt x="19" y="116"/>
                    <a:pt x="21" y="123"/>
                  </a:cubicBezTo>
                  <a:cubicBezTo>
                    <a:pt x="5" y="133"/>
                    <a:pt x="5" y="133"/>
                    <a:pt x="5" y="133"/>
                  </a:cubicBezTo>
                  <a:cubicBezTo>
                    <a:pt x="12" y="149"/>
                    <a:pt x="12" y="149"/>
                    <a:pt x="12" y="149"/>
                  </a:cubicBezTo>
                  <a:cubicBezTo>
                    <a:pt x="30" y="145"/>
                    <a:pt x="30" y="145"/>
                    <a:pt x="30" y="145"/>
                  </a:cubicBezTo>
                  <a:cubicBezTo>
                    <a:pt x="34" y="151"/>
                    <a:pt x="38" y="156"/>
                    <a:pt x="42" y="160"/>
                  </a:cubicBezTo>
                  <a:cubicBezTo>
                    <a:pt x="34" y="177"/>
                    <a:pt x="34" y="177"/>
                    <a:pt x="34" y="177"/>
                  </a:cubicBezTo>
                  <a:cubicBezTo>
                    <a:pt x="48" y="188"/>
                    <a:pt x="48" y="188"/>
                    <a:pt x="48" y="188"/>
                  </a:cubicBezTo>
                  <a:cubicBezTo>
                    <a:pt x="61" y="175"/>
                    <a:pt x="61" y="175"/>
                    <a:pt x="61" y="175"/>
                  </a:cubicBezTo>
                  <a:cubicBezTo>
                    <a:pt x="67" y="178"/>
                    <a:pt x="73" y="181"/>
                    <a:pt x="80" y="182"/>
                  </a:cubicBezTo>
                  <a:cubicBezTo>
                    <a:pt x="80" y="201"/>
                    <a:pt x="80" y="201"/>
                    <a:pt x="80" y="201"/>
                  </a:cubicBezTo>
                  <a:cubicBezTo>
                    <a:pt x="98" y="203"/>
                    <a:pt x="98" y="203"/>
                    <a:pt x="98" y="203"/>
                  </a:cubicBezTo>
                  <a:cubicBezTo>
                    <a:pt x="103" y="185"/>
                    <a:pt x="103" y="185"/>
                    <a:pt x="103" y="185"/>
                  </a:cubicBezTo>
                  <a:cubicBezTo>
                    <a:pt x="110" y="185"/>
                    <a:pt x="116" y="184"/>
                    <a:pt x="123" y="183"/>
                  </a:cubicBezTo>
                  <a:cubicBezTo>
                    <a:pt x="133" y="199"/>
                    <a:pt x="133" y="199"/>
                    <a:pt x="133" y="199"/>
                  </a:cubicBezTo>
                  <a:cubicBezTo>
                    <a:pt x="149" y="192"/>
                    <a:pt x="149" y="192"/>
                    <a:pt x="149" y="192"/>
                  </a:cubicBezTo>
                  <a:cubicBezTo>
                    <a:pt x="145" y="174"/>
                    <a:pt x="145" y="174"/>
                    <a:pt x="145" y="174"/>
                  </a:cubicBezTo>
                  <a:cubicBezTo>
                    <a:pt x="151" y="170"/>
                    <a:pt x="156" y="166"/>
                    <a:pt x="161" y="161"/>
                  </a:cubicBezTo>
                  <a:cubicBezTo>
                    <a:pt x="177" y="170"/>
                    <a:pt x="177" y="170"/>
                    <a:pt x="177" y="170"/>
                  </a:cubicBezTo>
                  <a:cubicBezTo>
                    <a:pt x="188" y="156"/>
                    <a:pt x="188" y="156"/>
                    <a:pt x="188" y="156"/>
                  </a:cubicBezTo>
                  <a:cubicBezTo>
                    <a:pt x="175" y="142"/>
                    <a:pt x="175" y="142"/>
                    <a:pt x="175" y="142"/>
                  </a:cubicBezTo>
                  <a:cubicBezTo>
                    <a:pt x="178" y="137"/>
                    <a:pt x="181" y="130"/>
                    <a:pt x="182" y="124"/>
                  </a:cubicBezTo>
                  <a:cubicBezTo>
                    <a:pt x="201" y="124"/>
                    <a:pt x="201" y="124"/>
                    <a:pt x="201" y="124"/>
                  </a:cubicBezTo>
                  <a:cubicBezTo>
                    <a:pt x="203" y="106"/>
                    <a:pt x="203" y="106"/>
                    <a:pt x="203" y="106"/>
                  </a:cubicBezTo>
                  <a:cubicBezTo>
                    <a:pt x="186" y="100"/>
                    <a:pt x="186" y="100"/>
                    <a:pt x="186" y="100"/>
                  </a:cubicBezTo>
                  <a:cubicBezTo>
                    <a:pt x="185" y="94"/>
                    <a:pt x="185" y="87"/>
                    <a:pt x="183" y="81"/>
                  </a:cubicBezTo>
                  <a:close/>
                  <a:moveTo>
                    <a:pt x="163" y="76"/>
                  </a:moveTo>
                  <a:cubicBezTo>
                    <a:pt x="177" y="110"/>
                    <a:pt x="161" y="149"/>
                    <a:pt x="128" y="163"/>
                  </a:cubicBezTo>
                  <a:cubicBezTo>
                    <a:pt x="94" y="177"/>
                    <a:pt x="55" y="161"/>
                    <a:pt x="41" y="127"/>
                  </a:cubicBezTo>
                  <a:cubicBezTo>
                    <a:pt x="27" y="94"/>
                    <a:pt x="43" y="55"/>
                    <a:pt x="76" y="41"/>
                  </a:cubicBezTo>
                  <a:cubicBezTo>
                    <a:pt x="110" y="27"/>
                    <a:pt x="149" y="43"/>
                    <a:pt x="163" y="76"/>
                  </a:cubicBezTo>
                  <a:close/>
                </a:path>
              </a:pathLst>
            </a:custGeom>
            <a:solidFill>
              <a:srgbClr val="8082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11"/>
            <p:cNvSpPr>
              <a:spLocks noEditPoints="1"/>
            </p:cNvSpPr>
            <p:nvPr/>
          </p:nvSpPr>
          <p:spPr bwMode="auto">
            <a:xfrm>
              <a:off x="7408863" y="3042444"/>
              <a:ext cx="762000" cy="763588"/>
            </a:xfrm>
            <a:custGeom>
              <a:avLst/>
              <a:gdLst>
                <a:gd name="T0" fmla="*/ 183 w 203"/>
                <a:gd name="T1" fmla="*/ 80 h 203"/>
                <a:gd name="T2" fmla="*/ 199 w 203"/>
                <a:gd name="T3" fmla="*/ 71 h 203"/>
                <a:gd name="T4" fmla="*/ 192 w 203"/>
                <a:gd name="T5" fmla="*/ 54 h 203"/>
                <a:gd name="T6" fmla="*/ 173 w 203"/>
                <a:gd name="T7" fmla="*/ 58 h 203"/>
                <a:gd name="T8" fmla="*/ 161 w 203"/>
                <a:gd name="T9" fmla="*/ 43 h 203"/>
                <a:gd name="T10" fmla="*/ 170 w 203"/>
                <a:gd name="T11" fmla="*/ 26 h 203"/>
                <a:gd name="T12" fmla="*/ 156 w 203"/>
                <a:gd name="T13" fmla="*/ 15 h 203"/>
                <a:gd name="T14" fmla="*/ 142 w 203"/>
                <a:gd name="T15" fmla="*/ 28 h 203"/>
                <a:gd name="T16" fmla="*/ 124 w 203"/>
                <a:gd name="T17" fmla="*/ 21 h 203"/>
                <a:gd name="T18" fmla="*/ 123 w 203"/>
                <a:gd name="T19" fmla="*/ 2 h 203"/>
                <a:gd name="T20" fmla="*/ 106 w 203"/>
                <a:gd name="T21" fmla="*/ 0 h 203"/>
                <a:gd name="T22" fmla="*/ 100 w 203"/>
                <a:gd name="T23" fmla="*/ 18 h 203"/>
                <a:gd name="T24" fmla="*/ 81 w 203"/>
                <a:gd name="T25" fmla="*/ 20 h 203"/>
                <a:gd name="T26" fmla="*/ 71 w 203"/>
                <a:gd name="T27" fmla="*/ 5 h 203"/>
                <a:gd name="T28" fmla="*/ 54 w 203"/>
                <a:gd name="T29" fmla="*/ 12 h 203"/>
                <a:gd name="T30" fmla="*/ 59 w 203"/>
                <a:gd name="T31" fmla="*/ 30 h 203"/>
                <a:gd name="T32" fmla="*/ 43 w 203"/>
                <a:gd name="T33" fmla="*/ 42 h 203"/>
                <a:gd name="T34" fmla="*/ 27 w 203"/>
                <a:gd name="T35" fmla="*/ 33 h 203"/>
                <a:gd name="T36" fmla="*/ 16 w 203"/>
                <a:gd name="T37" fmla="*/ 47 h 203"/>
                <a:gd name="T38" fmla="*/ 29 w 203"/>
                <a:gd name="T39" fmla="*/ 61 h 203"/>
                <a:gd name="T40" fmla="*/ 21 w 203"/>
                <a:gd name="T41" fmla="*/ 79 h 203"/>
                <a:gd name="T42" fmla="*/ 3 w 203"/>
                <a:gd name="T43" fmla="*/ 80 h 203"/>
                <a:gd name="T44" fmla="*/ 0 w 203"/>
                <a:gd name="T45" fmla="*/ 98 h 203"/>
                <a:gd name="T46" fmla="*/ 18 w 203"/>
                <a:gd name="T47" fmla="*/ 103 h 203"/>
                <a:gd name="T48" fmla="*/ 21 w 203"/>
                <a:gd name="T49" fmla="*/ 122 h 203"/>
                <a:gd name="T50" fmla="*/ 5 w 203"/>
                <a:gd name="T51" fmla="*/ 132 h 203"/>
                <a:gd name="T52" fmla="*/ 12 w 203"/>
                <a:gd name="T53" fmla="*/ 149 h 203"/>
                <a:gd name="T54" fmla="*/ 30 w 203"/>
                <a:gd name="T55" fmla="*/ 144 h 203"/>
                <a:gd name="T56" fmla="*/ 42 w 203"/>
                <a:gd name="T57" fmla="*/ 160 h 203"/>
                <a:gd name="T58" fmla="*/ 33 w 203"/>
                <a:gd name="T59" fmla="*/ 176 h 203"/>
                <a:gd name="T60" fmla="*/ 48 w 203"/>
                <a:gd name="T61" fmla="*/ 187 h 203"/>
                <a:gd name="T62" fmla="*/ 61 w 203"/>
                <a:gd name="T63" fmla="*/ 174 h 203"/>
                <a:gd name="T64" fmla="*/ 79 w 203"/>
                <a:gd name="T65" fmla="*/ 182 h 203"/>
                <a:gd name="T66" fmla="*/ 80 w 203"/>
                <a:gd name="T67" fmla="*/ 201 h 203"/>
                <a:gd name="T68" fmla="*/ 98 w 203"/>
                <a:gd name="T69" fmla="*/ 203 h 203"/>
                <a:gd name="T70" fmla="*/ 103 w 203"/>
                <a:gd name="T71" fmla="*/ 185 h 203"/>
                <a:gd name="T72" fmla="*/ 123 w 203"/>
                <a:gd name="T73" fmla="*/ 182 h 203"/>
                <a:gd name="T74" fmla="*/ 133 w 203"/>
                <a:gd name="T75" fmla="*/ 198 h 203"/>
                <a:gd name="T76" fmla="*/ 149 w 203"/>
                <a:gd name="T77" fmla="*/ 191 h 203"/>
                <a:gd name="T78" fmla="*/ 145 w 203"/>
                <a:gd name="T79" fmla="*/ 173 h 203"/>
                <a:gd name="T80" fmla="*/ 160 w 203"/>
                <a:gd name="T81" fmla="*/ 161 h 203"/>
                <a:gd name="T82" fmla="*/ 177 w 203"/>
                <a:gd name="T83" fmla="*/ 170 h 203"/>
                <a:gd name="T84" fmla="*/ 188 w 203"/>
                <a:gd name="T85" fmla="*/ 155 h 203"/>
                <a:gd name="T86" fmla="*/ 175 w 203"/>
                <a:gd name="T87" fmla="*/ 142 h 203"/>
                <a:gd name="T88" fmla="*/ 182 w 203"/>
                <a:gd name="T89" fmla="*/ 124 h 203"/>
                <a:gd name="T90" fmla="*/ 201 w 203"/>
                <a:gd name="T91" fmla="*/ 123 h 203"/>
                <a:gd name="T92" fmla="*/ 203 w 203"/>
                <a:gd name="T93" fmla="*/ 105 h 203"/>
                <a:gd name="T94" fmla="*/ 185 w 203"/>
                <a:gd name="T95" fmla="*/ 100 h 203"/>
                <a:gd name="T96" fmla="*/ 183 w 203"/>
                <a:gd name="T97" fmla="*/ 80 h 203"/>
                <a:gd name="T98" fmla="*/ 163 w 203"/>
                <a:gd name="T99" fmla="*/ 76 h 203"/>
                <a:gd name="T100" fmla="*/ 127 w 203"/>
                <a:gd name="T101" fmla="*/ 162 h 203"/>
                <a:gd name="T102" fmla="*/ 41 w 203"/>
                <a:gd name="T103" fmla="*/ 127 h 203"/>
                <a:gd name="T104" fmla="*/ 76 w 203"/>
                <a:gd name="T105" fmla="*/ 40 h 203"/>
                <a:gd name="T106" fmla="*/ 163 w 203"/>
                <a:gd name="T107" fmla="*/ 76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3" h="203">
                  <a:moveTo>
                    <a:pt x="183" y="80"/>
                  </a:moveTo>
                  <a:cubicBezTo>
                    <a:pt x="199" y="71"/>
                    <a:pt x="199" y="71"/>
                    <a:pt x="199" y="71"/>
                  </a:cubicBezTo>
                  <a:cubicBezTo>
                    <a:pt x="192" y="54"/>
                    <a:pt x="192" y="54"/>
                    <a:pt x="192" y="54"/>
                  </a:cubicBezTo>
                  <a:cubicBezTo>
                    <a:pt x="173" y="58"/>
                    <a:pt x="173" y="58"/>
                    <a:pt x="173" y="58"/>
                  </a:cubicBezTo>
                  <a:cubicBezTo>
                    <a:pt x="170" y="53"/>
                    <a:pt x="166" y="47"/>
                    <a:pt x="161" y="43"/>
                  </a:cubicBezTo>
                  <a:cubicBezTo>
                    <a:pt x="170" y="26"/>
                    <a:pt x="170" y="26"/>
                    <a:pt x="170" y="26"/>
                  </a:cubicBezTo>
                  <a:cubicBezTo>
                    <a:pt x="156" y="15"/>
                    <a:pt x="156" y="15"/>
                    <a:pt x="156" y="15"/>
                  </a:cubicBezTo>
                  <a:cubicBezTo>
                    <a:pt x="142" y="28"/>
                    <a:pt x="142" y="28"/>
                    <a:pt x="142" y="28"/>
                  </a:cubicBezTo>
                  <a:cubicBezTo>
                    <a:pt x="137" y="25"/>
                    <a:pt x="130" y="23"/>
                    <a:pt x="124" y="21"/>
                  </a:cubicBezTo>
                  <a:cubicBezTo>
                    <a:pt x="123" y="2"/>
                    <a:pt x="123" y="2"/>
                    <a:pt x="123" y="2"/>
                  </a:cubicBezTo>
                  <a:cubicBezTo>
                    <a:pt x="106" y="0"/>
                    <a:pt x="106" y="0"/>
                    <a:pt x="106" y="0"/>
                  </a:cubicBezTo>
                  <a:cubicBezTo>
                    <a:pt x="100" y="18"/>
                    <a:pt x="100" y="18"/>
                    <a:pt x="100" y="18"/>
                  </a:cubicBezTo>
                  <a:cubicBezTo>
                    <a:pt x="94" y="18"/>
                    <a:pt x="87" y="19"/>
                    <a:pt x="81" y="20"/>
                  </a:cubicBezTo>
                  <a:cubicBezTo>
                    <a:pt x="71" y="5"/>
                    <a:pt x="71" y="5"/>
                    <a:pt x="71" y="5"/>
                  </a:cubicBezTo>
                  <a:cubicBezTo>
                    <a:pt x="54" y="12"/>
                    <a:pt x="54" y="12"/>
                    <a:pt x="54" y="12"/>
                  </a:cubicBezTo>
                  <a:cubicBezTo>
                    <a:pt x="59" y="30"/>
                    <a:pt x="59" y="30"/>
                    <a:pt x="59" y="30"/>
                  </a:cubicBezTo>
                  <a:cubicBezTo>
                    <a:pt x="53" y="33"/>
                    <a:pt x="48" y="37"/>
                    <a:pt x="43" y="42"/>
                  </a:cubicBezTo>
                  <a:cubicBezTo>
                    <a:pt x="27" y="33"/>
                    <a:pt x="27" y="33"/>
                    <a:pt x="27" y="33"/>
                  </a:cubicBezTo>
                  <a:cubicBezTo>
                    <a:pt x="16" y="47"/>
                    <a:pt x="16" y="47"/>
                    <a:pt x="16" y="47"/>
                  </a:cubicBezTo>
                  <a:cubicBezTo>
                    <a:pt x="29" y="61"/>
                    <a:pt x="29" y="61"/>
                    <a:pt x="29" y="61"/>
                  </a:cubicBezTo>
                  <a:cubicBezTo>
                    <a:pt x="25" y="67"/>
                    <a:pt x="23" y="73"/>
                    <a:pt x="21" y="79"/>
                  </a:cubicBezTo>
                  <a:cubicBezTo>
                    <a:pt x="3" y="80"/>
                    <a:pt x="3" y="80"/>
                    <a:pt x="3" y="80"/>
                  </a:cubicBezTo>
                  <a:cubicBezTo>
                    <a:pt x="0" y="98"/>
                    <a:pt x="0" y="98"/>
                    <a:pt x="0" y="98"/>
                  </a:cubicBezTo>
                  <a:cubicBezTo>
                    <a:pt x="18" y="103"/>
                    <a:pt x="18" y="103"/>
                    <a:pt x="18" y="103"/>
                  </a:cubicBezTo>
                  <a:cubicBezTo>
                    <a:pt x="18" y="109"/>
                    <a:pt x="19" y="116"/>
                    <a:pt x="21" y="122"/>
                  </a:cubicBezTo>
                  <a:cubicBezTo>
                    <a:pt x="5" y="132"/>
                    <a:pt x="5" y="132"/>
                    <a:pt x="5" y="132"/>
                  </a:cubicBezTo>
                  <a:cubicBezTo>
                    <a:pt x="12" y="149"/>
                    <a:pt x="12" y="149"/>
                    <a:pt x="12" y="149"/>
                  </a:cubicBezTo>
                  <a:cubicBezTo>
                    <a:pt x="30" y="144"/>
                    <a:pt x="30" y="144"/>
                    <a:pt x="30" y="144"/>
                  </a:cubicBezTo>
                  <a:cubicBezTo>
                    <a:pt x="33" y="150"/>
                    <a:pt x="38" y="155"/>
                    <a:pt x="42" y="160"/>
                  </a:cubicBezTo>
                  <a:cubicBezTo>
                    <a:pt x="33" y="176"/>
                    <a:pt x="33" y="176"/>
                    <a:pt x="33" y="176"/>
                  </a:cubicBezTo>
                  <a:cubicBezTo>
                    <a:pt x="48" y="187"/>
                    <a:pt x="48" y="187"/>
                    <a:pt x="48" y="187"/>
                  </a:cubicBezTo>
                  <a:cubicBezTo>
                    <a:pt x="61" y="174"/>
                    <a:pt x="61" y="174"/>
                    <a:pt x="61" y="174"/>
                  </a:cubicBezTo>
                  <a:cubicBezTo>
                    <a:pt x="67" y="178"/>
                    <a:pt x="73" y="180"/>
                    <a:pt x="79" y="182"/>
                  </a:cubicBezTo>
                  <a:cubicBezTo>
                    <a:pt x="80" y="201"/>
                    <a:pt x="80" y="201"/>
                    <a:pt x="80" y="201"/>
                  </a:cubicBezTo>
                  <a:cubicBezTo>
                    <a:pt x="98" y="203"/>
                    <a:pt x="98" y="203"/>
                    <a:pt x="98" y="203"/>
                  </a:cubicBezTo>
                  <a:cubicBezTo>
                    <a:pt x="103" y="185"/>
                    <a:pt x="103" y="185"/>
                    <a:pt x="103" y="185"/>
                  </a:cubicBezTo>
                  <a:cubicBezTo>
                    <a:pt x="110" y="185"/>
                    <a:pt x="116" y="184"/>
                    <a:pt x="123" y="182"/>
                  </a:cubicBezTo>
                  <a:cubicBezTo>
                    <a:pt x="133" y="198"/>
                    <a:pt x="133" y="198"/>
                    <a:pt x="133" y="198"/>
                  </a:cubicBezTo>
                  <a:cubicBezTo>
                    <a:pt x="149" y="191"/>
                    <a:pt x="149" y="191"/>
                    <a:pt x="149" y="191"/>
                  </a:cubicBezTo>
                  <a:cubicBezTo>
                    <a:pt x="145" y="173"/>
                    <a:pt x="145" y="173"/>
                    <a:pt x="145" y="173"/>
                  </a:cubicBezTo>
                  <a:cubicBezTo>
                    <a:pt x="150" y="170"/>
                    <a:pt x="156" y="166"/>
                    <a:pt x="160" y="161"/>
                  </a:cubicBezTo>
                  <a:cubicBezTo>
                    <a:pt x="177" y="170"/>
                    <a:pt x="177" y="170"/>
                    <a:pt x="177" y="170"/>
                  </a:cubicBezTo>
                  <a:cubicBezTo>
                    <a:pt x="188" y="155"/>
                    <a:pt x="188" y="155"/>
                    <a:pt x="188" y="155"/>
                  </a:cubicBezTo>
                  <a:cubicBezTo>
                    <a:pt x="175" y="142"/>
                    <a:pt x="175" y="142"/>
                    <a:pt x="175" y="142"/>
                  </a:cubicBezTo>
                  <a:cubicBezTo>
                    <a:pt x="178" y="136"/>
                    <a:pt x="180" y="130"/>
                    <a:pt x="182" y="124"/>
                  </a:cubicBezTo>
                  <a:cubicBezTo>
                    <a:pt x="201" y="123"/>
                    <a:pt x="201" y="123"/>
                    <a:pt x="201" y="123"/>
                  </a:cubicBezTo>
                  <a:cubicBezTo>
                    <a:pt x="203" y="105"/>
                    <a:pt x="203" y="105"/>
                    <a:pt x="203" y="105"/>
                  </a:cubicBezTo>
                  <a:cubicBezTo>
                    <a:pt x="185" y="100"/>
                    <a:pt x="185" y="100"/>
                    <a:pt x="185" y="100"/>
                  </a:cubicBezTo>
                  <a:cubicBezTo>
                    <a:pt x="185" y="93"/>
                    <a:pt x="184" y="87"/>
                    <a:pt x="183" y="80"/>
                  </a:cubicBezTo>
                  <a:close/>
                  <a:moveTo>
                    <a:pt x="163" y="76"/>
                  </a:moveTo>
                  <a:cubicBezTo>
                    <a:pt x="177" y="109"/>
                    <a:pt x="161" y="148"/>
                    <a:pt x="127" y="162"/>
                  </a:cubicBezTo>
                  <a:cubicBezTo>
                    <a:pt x="94" y="177"/>
                    <a:pt x="55" y="161"/>
                    <a:pt x="41" y="127"/>
                  </a:cubicBezTo>
                  <a:cubicBezTo>
                    <a:pt x="27" y="93"/>
                    <a:pt x="42" y="54"/>
                    <a:pt x="76" y="40"/>
                  </a:cubicBezTo>
                  <a:cubicBezTo>
                    <a:pt x="110" y="26"/>
                    <a:pt x="149" y="42"/>
                    <a:pt x="163" y="76"/>
                  </a:cubicBezTo>
                  <a:close/>
                </a:path>
              </a:pathLst>
            </a:custGeom>
            <a:solidFill>
              <a:srgbClr val="8082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8" name="文本框 7"/>
          <p:cNvSpPr txBox="1"/>
          <p:nvPr/>
        </p:nvSpPr>
        <p:spPr>
          <a:xfrm>
            <a:off x="5261269" y="5475766"/>
            <a:ext cx="1669461"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p:txBody>
      </p:sp>
      <p:sp>
        <p:nvSpPr>
          <p:cNvPr id="9" name="Rectangle 58"/>
          <p:cNvSpPr/>
          <p:nvPr/>
        </p:nvSpPr>
        <p:spPr>
          <a:xfrm>
            <a:off x="5373934" y="5896034"/>
            <a:ext cx="1458887"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添加内容</a:t>
            </a:r>
          </a:p>
        </p:txBody>
      </p:sp>
      <p:sp>
        <p:nvSpPr>
          <p:cNvPr id="10" name="Freeform 5"/>
          <p:cNvSpPr>
            <a:spLocks/>
          </p:cNvSpPr>
          <p:nvPr/>
        </p:nvSpPr>
        <p:spPr bwMode="auto">
          <a:xfrm>
            <a:off x="2915124" y="1615162"/>
            <a:ext cx="2306638" cy="1817688"/>
          </a:xfrm>
          <a:custGeom>
            <a:avLst/>
            <a:gdLst>
              <a:gd name="T0" fmla="*/ 450 w 614"/>
              <a:gd name="T1" fmla="*/ 83 h 484"/>
              <a:gd name="T2" fmla="*/ 430 w 614"/>
              <a:gd name="T3" fmla="*/ 84 h 484"/>
              <a:gd name="T4" fmla="*/ 287 w 614"/>
              <a:gd name="T5" fmla="*/ 0 h 484"/>
              <a:gd name="T6" fmla="*/ 128 w 614"/>
              <a:gd name="T7" fmla="*/ 124 h 484"/>
              <a:gd name="T8" fmla="*/ 123 w 614"/>
              <a:gd name="T9" fmla="*/ 123 h 484"/>
              <a:gd name="T10" fmla="*/ 0 w 614"/>
              <a:gd name="T11" fmla="*/ 246 h 484"/>
              <a:gd name="T12" fmla="*/ 120 w 614"/>
              <a:gd name="T13" fmla="*/ 369 h 484"/>
              <a:gd name="T14" fmla="*/ 276 w 614"/>
              <a:gd name="T15" fmla="*/ 484 h 484"/>
              <a:gd name="T16" fmla="*/ 415 w 614"/>
              <a:gd name="T17" fmla="*/ 406 h 484"/>
              <a:gd name="T18" fmla="*/ 450 w 614"/>
              <a:gd name="T19" fmla="*/ 410 h 484"/>
              <a:gd name="T20" fmla="*/ 614 w 614"/>
              <a:gd name="T21" fmla="*/ 246 h 484"/>
              <a:gd name="T22" fmla="*/ 450 w 614"/>
              <a:gd name="T23" fmla="*/ 83 h 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14" h="484">
                <a:moveTo>
                  <a:pt x="450" y="83"/>
                </a:moveTo>
                <a:cubicBezTo>
                  <a:pt x="443" y="83"/>
                  <a:pt x="436" y="83"/>
                  <a:pt x="430" y="84"/>
                </a:cubicBezTo>
                <a:cubicBezTo>
                  <a:pt x="402" y="34"/>
                  <a:pt x="348" y="0"/>
                  <a:pt x="287" y="0"/>
                </a:cubicBezTo>
                <a:cubicBezTo>
                  <a:pt x="210" y="0"/>
                  <a:pt x="146" y="53"/>
                  <a:pt x="128" y="124"/>
                </a:cubicBezTo>
                <a:cubicBezTo>
                  <a:pt x="126" y="124"/>
                  <a:pt x="125" y="123"/>
                  <a:pt x="123" y="123"/>
                </a:cubicBezTo>
                <a:cubicBezTo>
                  <a:pt x="55" y="123"/>
                  <a:pt x="0" y="178"/>
                  <a:pt x="0" y="246"/>
                </a:cubicBezTo>
                <a:cubicBezTo>
                  <a:pt x="0" y="313"/>
                  <a:pt x="54" y="368"/>
                  <a:pt x="120" y="369"/>
                </a:cubicBezTo>
                <a:cubicBezTo>
                  <a:pt x="141" y="435"/>
                  <a:pt x="203" y="484"/>
                  <a:pt x="276" y="484"/>
                </a:cubicBezTo>
                <a:cubicBezTo>
                  <a:pt x="335" y="484"/>
                  <a:pt x="386" y="453"/>
                  <a:pt x="415" y="406"/>
                </a:cubicBezTo>
                <a:cubicBezTo>
                  <a:pt x="426" y="409"/>
                  <a:pt x="438" y="410"/>
                  <a:pt x="450" y="410"/>
                </a:cubicBezTo>
                <a:cubicBezTo>
                  <a:pt x="540" y="410"/>
                  <a:pt x="614" y="337"/>
                  <a:pt x="614" y="246"/>
                </a:cubicBezTo>
                <a:cubicBezTo>
                  <a:pt x="614" y="156"/>
                  <a:pt x="540" y="83"/>
                  <a:pt x="450" y="83"/>
                </a:cubicBezTo>
                <a:close/>
              </a:path>
            </a:pathLst>
          </a:custGeom>
          <a:gradFill>
            <a:gsLst>
              <a:gs pos="100000">
                <a:srgbClr val="F5A500"/>
              </a:gs>
              <a:gs pos="0">
                <a:srgbClr val="E60012"/>
              </a:gs>
            </a:gsLst>
            <a:lin ang="2700000" scaled="0"/>
          </a:gradFill>
          <a:ln w="28575" cap="flat">
            <a:gradFill>
              <a:gsLst>
                <a:gs pos="0">
                  <a:srgbClr val="F5A500"/>
                </a:gs>
                <a:gs pos="100000">
                  <a:srgbClr val="E60012"/>
                </a:gs>
              </a:gsLst>
              <a:lin ang="2700000" scaled="0"/>
            </a:gradFill>
            <a:prstDash val="solid"/>
            <a:miter lim="800000"/>
            <a:headEnd/>
            <a:tailEnd/>
          </a:ln>
          <a:effectLst>
            <a:outerShdw blurRad="279400" dist="50800" dir="2700000" sx="101000" sy="101000" algn="ctr" rotWithShape="0">
              <a:srgbClr val="000000">
                <a:alpha val="28000"/>
              </a:srgbClr>
            </a:outerShdw>
          </a:effec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6"/>
          <p:cNvSpPr>
            <a:spLocks/>
          </p:cNvSpPr>
          <p:nvPr/>
        </p:nvSpPr>
        <p:spPr bwMode="auto">
          <a:xfrm>
            <a:off x="7363345" y="2373615"/>
            <a:ext cx="2466975" cy="1547813"/>
          </a:xfrm>
          <a:custGeom>
            <a:avLst/>
            <a:gdLst>
              <a:gd name="T0" fmla="*/ 598 w 657"/>
              <a:gd name="T1" fmla="*/ 159 h 412"/>
              <a:gd name="T2" fmla="*/ 609 w 657"/>
              <a:gd name="T3" fmla="*/ 112 h 412"/>
              <a:gd name="T4" fmla="*/ 496 w 657"/>
              <a:gd name="T5" fmla="*/ 0 h 412"/>
              <a:gd name="T6" fmla="*/ 392 w 657"/>
              <a:gd name="T7" fmla="*/ 70 h 412"/>
              <a:gd name="T8" fmla="*/ 289 w 657"/>
              <a:gd name="T9" fmla="*/ 9 h 412"/>
              <a:gd name="T10" fmla="*/ 171 w 657"/>
              <a:gd name="T11" fmla="*/ 127 h 412"/>
              <a:gd name="T12" fmla="*/ 173 w 657"/>
              <a:gd name="T13" fmla="*/ 145 h 412"/>
              <a:gd name="T14" fmla="*/ 123 w 657"/>
              <a:gd name="T15" fmla="*/ 134 h 412"/>
              <a:gd name="T16" fmla="*/ 0 w 657"/>
              <a:gd name="T17" fmla="*/ 257 h 412"/>
              <a:gd name="T18" fmla="*/ 123 w 657"/>
              <a:gd name="T19" fmla="*/ 380 h 412"/>
              <a:gd name="T20" fmla="*/ 196 w 657"/>
              <a:gd name="T21" fmla="*/ 356 h 412"/>
              <a:gd name="T22" fmla="*/ 340 w 657"/>
              <a:gd name="T23" fmla="*/ 412 h 412"/>
              <a:gd name="T24" fmla="*/ 487 w 657"/>
              <a:gd name="T25" fmla="*/ 354 h 412"/>
              <a:gd name="T26" fmla="*/ 544 w 657"/>
              <a:gd name="T27" fmla="*/ 370 h 412"/>
              <a:gd name="T28" fmla="*/ 657 w 657"/>
              <a:gd name="T29" fmla="*/ 257 h 412"/>
              <a:gd name="T30" fmla="*/ 598 w 657"/>
              <a:gd name="T31" fmla="*/ 159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57" h="412">
                <a:moveTo>
                  <a:pt x="598" y="159"/>
                </a:moveTo>
                <a:cubicBezTo>
                  <a:pt x="605" y="145"/>
                  <a:pt x="609" y="129"/>
                  <a:pt x="609" y="112"/>
                </a:cubicBezTo>
                <a:cubicBezTo>
                  <a:pt x="609" y="50"/>
                  <a:pt x="558" y="0"/>
                  <a:pt x="496" y="0"/>
                </a:cubicBezTo>
                <a:cubicBezTo>
                  <a:pt x="449" y="0"/>
                  <a:pt x="409" y="28"/>
                  <a:pt x="392" y="70"/>
                </a:cubicBezTo>
                <a:cubicBezTo>
                  <a:pt x="372" y="33"/>
                  <a:pt x="333" y="9"/>
                  <a:pt x="289" y="9"/>
                </a:cubicBezTo>
                <a:cubicBezTo>
                  <a:pt x="224" y="9"/>
                  <a:pt x="171" y="62"/>
                  <a:pt x="171" y="127"/>
                </a:cubicBezTo>
                <a:cubicBezTo>
                  <a:pt x="171" y="133"/>
                  <a:pt x="172" y="139"/>
                  <a:pt x="173" y="145"/>
                </a:cubicBezTo>
                <a:cubicBezTo>
                  <a:pt x="157" y="138"/>
                  <a:pt x="141" y="134"/>
                  <a:pt x="123" y="134"/>
                </a:cubicBezTo>
                <a:cubicBezTo>
                  <a:pt x="55" y="134"/>
                  <a:pt x="0" y="190"/>
                  <a:pt x="0" y="257"/>
                </a:cubicBezTo>
                <a:cubicBezTo>
                  <a:pt x="0" y="325"/>
                  <a:pt x="55" y="380"/>
                  <a:pt x="123" y="380"/>
                </a:cubicBezTo>
                <a:cubicBezTo>
                  <a:pt x="151" y="380"/>
                  <a:pt x="176" y="371"/>
                  <a:pt x="196" y="356"/>
                </a:cubicBezTo>
                <a:cubicBezTo>
                  <a:pt x="231" y="390"/>
                  <a:pt x="283" y="412"/>
                  <a:pt x="340" y="412"/>
                </a:cubicBezTo>
                <a:cubicBezTo>
                  <a:pt x="399" y="412"/>
                  <a:pt x="452" y="389"/>
                  <a:pt x="487" y="354"/>
                </a:cubicBezTo>
                <a:cubicBezTo>
                  <a:pt x="504" y="364"/>
                  <a:pt x="523" y="370"/>
                  <a:pt x="544" y="370"/>
                </a:cubicBezTo>
                <a:cubicBezTo>
                  <a:pt x="606" y="370"/>
                  <a:pt x="657" y="319"/>
                  <a:pt x="657" y="257"/>
                </a:cubicBezTo>
                <a:cubicBezTo>
                  <a:pt x="657" y="215"/>
                  <a:pt x="633" y="178"/>
                  <a:pt x="598" y="159"/>
                </a:cubicBezTo>
                <a:close/>
              </a:path>
            </a:pathLst>
          </a:custGeom>
          <a:gradFill>
            <a:gsLst>
              <a:gs pos="100000">
                <a:srgbClr val="FFE141"/>
              </a:gs>
              <a:gs pos="0">
                <a:srgbClr val="F5A400"/>
              </a:gs>
            </a:gsLst>
            <a:lin ang="2700000" scaled="0"/>
          </a:gradFill>
          <a:ln w="28575" cap="flat">
            <a:gradFill>
              <a:gsLst>
                <a:gs pos="0">
                  <a:srgbClr val="FFE141"/>
                </a:gs>
                <a:gs pos="100000">
                  <a:srgbClr val="F5A400"/>
                </a:gs>
              </a:gsLst>
              <a:lin ang="2700000" scaled="0"/>
            </a:gradFill>
            <a:prstDash val="solid"/>
            <a:miter lim="800000"/>
            <a:headEnd/>
            <a:tailEnd/>
          </a:ln>
          <a:effectLst>
            <a:outerShdw blurRad="279400" dist="50800" dir="2700000" sx="101000" sy="101000" algn="ctr" rotWithShape="0">
              <a:srgbClr val="000000">
                <a:alpha val="28000"/>
              </a:srgbClr>
            </a:outerShdw>
          </a:effec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7"/>
          <p:cNvSpPr>
            <a:spLocks/>
          </p:cNvSpPr>
          <p:nvPr/>
        </p:nvSpPr>
        <p:spPr bwMode="auto">
          <a:xfrm>
            <a:off x="5138737" y="934370"/>
            <a:ext cx="2681288" cy="1817688"/>
          </a:xfrm>
          <a:custGeom>
            <a:avLst/>
            <a:gdLst>
              <a:gd name="T0" fmla="*/ 640 w 714"/>
              <a:gd name="T1" fmla="*/ 148 h 484"/>
              <a:gd name="T2" fmla="*/ 617 w 714"/>
              <a:gd name="T3" fmla="*/ 152 h 484"/>
              <a:gd name="T4" fmla="*/ 506 w 714"/>
              <a:gd name="T5" fmla="*/ 52 h 484"/>
              <a:gd name="T6" fmla="*/ 445 w 714"/>
              <a:gd name="T7" fmla="*/ 69 h 484"/>
              <a:gd name="T8" fmla="*/ 312 w 714"/>
              <a:gd name="T9" fmla="*/ 0 h 484"/>
              <a:gd name="T10" fmla="*/ 153 w 714"/>
              <a:gd name="T11" fmla="*/ 127 h 484"/>
              <a:gd name="T12" fmla="*/ 123 w 714"/>
              <a:gd name="T13" fmla="*/ 124 h 484"/>
              <a:gd name="T14" fmla="*/ 0 w 714"/>
              <a:gd name="T15" fmla="*/ 247 h 484"/>
              <a:gd name="T16" fmla="*/ 123 w 714"/>
              <a:gd name="T17" fmla="*/ 369 h 484"/>
              <a:gd name="T18" fmla="*/ 182 w 714"/>
              <a:gd name="T19" fmla="*/ 354 h 484"/>
              <a:gd name="T20" fmla="*/ 342 w 714"/>
              <a:gd name="T21" fmla="*/ 484 h 484"/>
              <a:gd name="T22" fmla="*/ 478 w 714"/>
              <a:gd name="T23" fmla="*/ 412 h 484"/>
              <a:gd name="T24" fmla="*/ 518 w 714"/>
              <a:gd name="T25" fmla="*/ 419 h 484"/>
              <a:gd name="T26" fmla="*/ 630 w 714"/>
              <a:gd name="T27" fmla="*/ 307 h 484"/>
              <a:gd name="T28" fmla="*/ 630 w 714"/>
              <a:gd name="T29" fmla="*/ 297 h 484"/>
              <a:gd name="T30" fmla="*/ 640 w 714"/>
              <a:gd name="T31" fmla="*/ 298 h 484"/>
              <a:gd name="T32" fmla="*/ 714 w 714"/>
              <a:gd name="T33" fmla="*/ 223 h 484"/>
              <a:gd name="T34" fmla="*/ 640 w 714"/>
              <a:gd name="T35" fmla="*/ 148 h 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14" h="484">
                <a:moveTo>
                  <a:pt x="640" y="148"/>
                </a:moveTo>
                <a:cubicBezTo>
                  <a:pt x="632" y="148"/>
                  <a:pt x="624" y="149"/>
                  <a:pt x="617" y="152"/>
                </a:cubicBezTo>
                <a:cubicBezTo>
                  <a:pt x="611" y="95"/>
                  <a:pt x="564" y="52"/>
                  <a:pt x="506" y="52"/>
                </a:cubicBezTo>
                <a:cubicBezTo>
                  <a:pt x="483" y="52"/>
                  <a:pt x="463" y="58"/>
                  <a:pt x="445" y="69"/>
                </a:cubicBezTo>
                <a:cubicBezTo>
                  <a:pt x="416" y="28"/>
                  <a:pt x="367" y="0"/>
                  <a:pt x="312" y="0"/>
                </a:cubicBezTo>
                <a:cubicBezTo>
                  <a:pt x="234" y="0"/>
                  <a:pt x="169" y="55"/>
                  <a:pt x="153" y="127"/>
                </a:cubicBezTo>
                <a:cubicBezTo>
                  <a:pt x="143" y="125"/>
                  <a:pt x="133" y="124"/>
                  <a:pt x="123" y="124"/>
                </a:cubicBezTo>
                <a:cubicBezTo>
                  <a:pt x="55" y="124"/>
                  <a:pt x="0" y="179"/>
                  <a:pt x="0" y="247"/>
                </a:cubicBezTo>
                <a:cubicBezTo>
                  <a:pt x="0" y="315"/>
                  <a:pt x="55" y="369"/>
                  <a:pt x="123" y="369"/>
                </a:cubicBezTo>
                <a:cubicBezTo>
                  <a:pt x="144" y="369"/>
                  <a:pt x="165" y="364"/>
                  <a:pt x="182" y="354"/>
                </a:cubicBezTo>
                <a:cubicBezTo>
                  <a:pt x="198" y="428"/>
                  <a:pt x="264" y="484"/>
                  <a:pt x="342" y="484"/>
                </a:cubicBezTo>
                <a:cubicBezTo>
                  <a:pt x="399" y="484"/>
                  <a:pt x="448" y="455"/>
                  <a:pt x="478" y="412"/>
                </a:cubicBezTo>
                <a:cubicBezTo>
                  <a:pt x="490" y="417"/>
                  <a:pt x="504" y="419"/>
                  <a:pt x="518" y="419"/>
                </a:cubicBezTo>
                <a:cubicBezTo>
                  <a:pt x="580" y="419"/>
                  <a:pt x="630" y="369"/>
                  <a:pt x="630" y="307"/>
                </a:cubicBezTo>
                <a:cubicBezTo>
                  <a:pt x="630" y="304"/>
                  <a:pt x="630" y="300"/>
                  <a:pt x="630" y="297"/>
                </a:cubicBezTo>
                <a:cubicBezTo>
                  <a:pt x="633" y="297"/>
                  <a:pt x="636" y="298"/>
                  <a:pt x="640" y="298"/>
                </a:cubicBezTo>
                <a:cubicBezTo>
                  <a:pt x="681" y="298"/>
                  <a:pt x="714" y="264"/>
                  <a:pt x="714" y="223"/>
                </a:cubicBezTo>
                <a:cubicBezTo>
                  <a:pt x="714" y="182"/>
                  <a:pt x="681" y="148"/>
                  <a:pt x="640" y="148"/>
                </a:cubicBezTo>
                <a:close/>
              </a:path>
            </a:pathLst>
          </a:custGeom>
          <a:gradFill flip="none" rotWithShape="1">
            <a:gsLst>
              <a:gs pos="0">
                <a:srgbClr val="005DAD"/>
              </a:gs>
              <a:gs pos="100000">
                <a:srgbClr val="5796D0"/>
              </a:gs>
            </a:gsLst>
            <a:lin ang="2700000" scaled="0"/>
            <a:tileRect/>
          </a:gradFill>
          <a:ln w="28575">
            <a:gradFill flip="none" rotWithShape="1">
              <a:gsLst>
                <a:gs pos="0">
                  <a:srgbClr val="005DAD"/>
                </a:gs>
                <a:gs pos="100000">
                  <a:srgbClr val="5796D0"/>
                </a:gs>
              </a:gsLst>
              <a:lin ang="0" scaled="0"/>
              <a:tileRect/>
            </a:gradFill>
          </a:ln>
          <a:effectLst>
            <a:outerShdw blurRad="279400" dist="76200" dir="2700000" sx="101000" sy="101000" algn="tl"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3" name="椭圆 12"/>
          <p:cNvSpPr/>
          <p:nvPr/>
        </p:nvSpPr>
        <p:spPr>
          <a:xfrm>
            <a:off x="4402650" y="3354190"/>
            <a:ext cx="465513" cy="465513"/>
          </a:xfrm>
          <a:prstGeom prst="ellipse">
            <a:avLst/>
          </a:prstGeom>
          <a:gradFill>
            <a:gsLst>
              <a:gs pos="100000">
                <a:srgbClr val="F5A500"/>
              </a:gs>
              <a:gs pos="0">
                <a:srgbClr val="E60012"/>
              </a:gs>
            </a:gsLst>
            <a:lin ang="2700000" scaled="0"/>
          </a:gradFill>
          <a:ln w="28575" cap="flat">
            <a:gradFill>
              <a:gsLst>
                <a:gs pos="0">
                  <a:srgbClr val="F5A500"/>
                </a:gs>
                <a:gs pos="100000">
                  <a:srgbClr val="E60012"/>
                </a:gs>
              </a:gsLst>
              <a:lin ang="2700000" scaled="0"/>
            </a:gradFill>
            <a:prstDash val="solid"/>
            <a:miter lim="800000"/>
            <a:headEnd/>
            <a:tailEnd/>
          </a:ln>
          <a:effectLst>
            <a:outerShdw blurRad="279400" dist="50800" dir="2700000" sx="101000" sy="101000" algn="ctr" rotWithShape="0">
              <a:srgbClr val="000000">
                <a:alpha val="28000"/>
              </a:srgbClr>
            </a:outerShdw>
          </a:effectLst>
        </p:spPr>
        <p:txBody>
          <a:bodyPr vert="horz" wrap="square" lIns="91440" tIns="45720" rIns="91440" bIns="45720" numCol="1" anchor="t" anchorCtr="0" compatLnSpc="1">
            <a:prstTxWarp prst="textNoShape">
              <a:avLst/>
            </a:prstTxWarp>
          </a:bodyPr>
          <a:lstStyle/>
          <a:p>
            <a:endParaRPr lang="zh-CN" altLang="en-US" dirty="0">
              <a:solidFill>
                <a:schemeClr val="tx1"/>
              </a:solidFill>
            </a:endParaRPr>
          </a:p>
        </p:txBody>
      </p:sp>
      <p:sp>
        <p:nvSpPr>
          <p:cNvPr id="14" name="椭圆 13"/>
          <p:cNvSpPr/>
          <p:nvPr/>
        </p:nvSpPr>
        <p:spPr>
          <a:xfrm>
            <a:off x="6225986" y="2840619"/>
            <a:ext cx="465513" cy="465513"/>
          </a:xfrm>
          <a:prstGeom prst="ellipse">
            <a:avLst/>
          </a:prstGeom>
          <a:gradFill flip="none" rotWithShape="1">
            <a:gsLst>
              <a:gs pos="0">
                <a:srgbClr val="005DAD"/>
              </a:gs>
              <a:gs pos="100000">
                <a:srgbClr val="5796D0"/>
              </a:gs>
            </a:gsLst>
            <a:lin ang="2700000" scaled="0"/>
            <a:tileRect/>
          </a:gradFill>
          <a:ln w="28575">
            <a:gradFill flip="none" rotWithShape="1">
              <a:gsLst>
                <a:gs pos="0">
                  <a:srgbClr val="005DAD"/>
                </a:gs>
                <a:gs pos="100000">
                  <a:srgbClr val="5796D0"/>
                </a:gs>
              </a:gsLst>
              <a:lin ang="0" scaled="0"/>
              <a:tileRect/>
            </a:gradFill>
          </a:ln>
          <a:effectLst>
            <a:outerShdw blurRad="279400" dist="76200" dir="2700000" sx="101000" sy="101000" algn="tl"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5" name="椭圆 14"/>
          <p:cNvSpPr/>
          <p:nvPr/>
        </p:nvSpPr>
        <p:spPr>
          <a:xfrm>
            <a:off x="7645148" y="3921428"/>
            <a:ext cx="396000" cy="396000"/>
          </a:xfrm>
          <a:prstGeom prst="ellipse">
            <a:avLst/>
          </a:prstGeom>
          <a:gradFill>
            <a:gsLst>
              <a:gs pos="100000">
                <a:srgbClr val="FFE141"/>
              </a:gs>
              <a:gs pos="0">
                <a:srgbClr val="F5A400"/>
              </a:gs>
            </a:gsLst>
            <a:lin ang="2700000" scaled="0"/>
          </a:gradFill>
          <a:ln w="28575" cap="flat">
            <a:gradFill>
              <a:gsLst>
                <a:gs pos="0">
                  <a:srgbClr val="FFE141"/>
                </a:gs>
                <a:gs pos="100000">
                  <a:srgbClr val="F5A400"/>
                </a:gs>
              </a:gsLst>
              <a:lin ang="2700000" scaled="0"/>
            </a:gradFill>
            <a:prstDash val="solid"/>
            <a:miter lim="800000"/>
            <a:headEnd/>
            <a:tailEnd/>
          </a:ln>
          <a:effectLst>
            <a:outerShdw blurRad="279400" dist="50800" dir="2700000" sx="101000" sy="101000" algn="ctr" rotWithShape="0">
              <a:srgbClr val="000000">
                <a:alpha val="28000"/>
              </a:srgbClr>
            </a:outerShdw>
          </a:effectLst>
        </p:spPr>
        <p:txBody>
          <a:bodyPr vert="horz" wrap="square" lIns="91440" tIns="45720" rIns="91440" bIns="45720" numCol="1" anchor="t" anchorCtr="0" compatLnSpc="1">
            <a:prstTxWarp prst="textNoShape">
              <a:avLst/>
            </a:prstTxWarp>
          </a:bodyPr>
          <a:lstStyle/>
          <a:p>
            <a:endParaRPr lang="zh-CN" altLang="en-US" dirty="0">
              <a:solidFill>
                <a:schemeClr val="tx1"/>
              </a:solidFill>
            </a:endParaRPr>
          </a:p>
        </p:txBody>
      </p:sp>
      <p:sp>
        <p:nvSpPr>
          <p:cNvPr id="16" name="椭圆 15"/>
          <p:cNvSpPr/>
          <p:nvPr/>
        </p:nvSpPr>
        <p:spPr>
          <a:xfrm>
            <a:off x="7323838" y="4304966"/>
            <a:ext cx="288000" cy="288000"/>
          </a:xfrm>
          <a:prstGeom prst="ellipse">
            <a:avLst/>
          </a:prstGeom>
          <a:gradFill>
            <a:gsLst>
              <a:gs pos="100000">
                <a:srgbClr val="FFE141"/>
              </a:gs>
              <a:gs pos="0">
                <a:srgbClr val="F5A400"/>
              </a:gs>
            </a:gsLst>
            <a:lin ang="2700000" scaled="0"/>
          </a:gradFill>
          <a:ln w="28575" cap="flat">
            <a:gradFill>
              <a:gsLst>
                <a:gs pos="0">
                  <a:srgbClr val="FFE141"/>
                </a:gs>
                <a:gs pos="100000">
                  <a:srgbClr val="F5A400"/>
                </a:gs>
              </a:gsLst>
              <a:lin ang="2700000" scaled="0"/>
            </a:gradFill>
            <a:prstDash val="solid"/>
            <a:miter lim="800000"/>
            <a:headEnd/>
            <a:tailEnd/>
          </a:ln>
          <a:effectLst>
            <a:outerShdw blurRad="279400" dist="50800" dir="2700000" sx="101000" sy="101000" algn="ctr" rotWithShape="0">
              <a:srgbClr val="000000">
                <a:alpha val="28000"/>
              </a:srgbClr>
            </a:outerShdw>
          </a:effectLst>
        </p:spPr>
        <p:txBody>
          <a:bodyPr vert="horz" wrap="square" lIns="91440" tIns="45720" rIns="91440" bIns="45720" numCol="1" anchor="t" anchorCtr="0" compatLnSpc="1">
            <a:prstTxWarp prst="textNoShape">
              <a:avLst/>
            </a:prstTxWarp>
          </a:bodyPr>
          <a:lstStyle/>
          <a:p>
            <a:endParaRPr lang="zh-CN" altLang="en-US" dirty="0">
              <a:solidFill>
                <a:schemeClr val="tx1"/>
              </a:solidFill>
            </a:endParaRPr>
          </a:p>
        </p:txBody>
      </p:sp>
      <p:sp>
        <p:nvSpPr>
          <p:cNvPr id="17" name="椭圆 16"/>
          <p:cNvSpPr/>
          <p:nvPr/>
        </p:nvSpPr>
        <p:spPr>
          <a:xfrm>
            <a:off x="6017599" y="3374567"/>
            <a:ext cx="288000" cy="288000"/>
          </a:xfrm>
          <a:prstGeom prst="ellipse">
            <a:avLst/>
          </a:prstGeom>
          <a:gradFill flip="none" rotWithShape="1">
            <a:gsLst>
              <a:gs pos="0">
                <a:srgbClr val="005DAD"/>
              </a:gs>
              <a:gs pos="100000">
                <a:srgbClr val="5796D0"/>
              </a:gs>
            </a:gsLst>
            <a:lin ang="2700000" scaled="0"/>
            <a:tileRect/>
          </a:gradFill>
          <a:ln w="28575">
            <a:gradFill flip="none" rotWithShape="1">
              <a:gsLst>
                <a:gs pos="0">
                  <a:srgbClr val="005DAD"/>
                </a:gs>
                <a:gs pos="100000">
                  <a:srgbClr val="5796D0"/>
                </a:gs>
              </a:gsLst>
              <a:lin ang="0" scaled="0"/>
              <a:tileRect/>
            </a:gradFill>
          </a:ln>
          <a:effectLst>
            <a:outerShdw blurRad="279400" dist="76200" dir="2700000" sx="101000" sy="101000" algn="tl"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8" name="椭圆 17"/>
          <p:cNvSpPr/>
          <p:nvPr/>
        </p:nvSpPr>
        <p:spPr>
          <a:xfrm>
            <a:off x="5105005" y="3743961"/>
            <a:ext cx="288000" cy="288000"/>
          </a:xfrm>
          <a:prstGeom prst="ellipse">
            <a:avLst/>
          </a:prstGeom>
          <a:gradFill>
            <a:gsLst>
              <a:gs pos="100000">
                <a:srgbClr val="F5A500"/>
              </a:gs>
              <a:gs pos="0">
                <a:srgbClr val="E60012"/>
              </a:gs>
            </a:gsLst>
            <a:lin ang="2700000" scaled="0"/>
          </a:gradFill>
          <a:ln w="28575" cap="flat">
            <a:gradFill>
              <a:gsLst>
                <a:gs pos="0">
                  <a:srgbClr val="F5A500"/>
                </a:gs>
                <a:gs pos="100000">
                  <a:srgbClr val="E60012"/>
                </a:gs>
              </a:gsLst>
              <a:lin ang="2700000" scaled="0"/>
            </a:gradFill>
            <a:prstDash val="solid"/>
            <a:miter lim="800000"/>
            <a:headEnd/>
            <a:tailEnd/>
          </a:ln>
          <a:effectLst>
            <a:outerShdw blurRad="279400" dist="50800" dir="2700000" sx="101000" sy="101000" algn="ctr" rotWithShape="0">
              <a:srgbClr val="000000">
                <a:alpha val="28000"/>
              </a:srgbClr>
            </a:outerShdw>
          </a:effectLst>
        </p:spPr>
        <p:txBody>
          <a:bodyPr vert="horz" wrap="square" lIns="91440" tIns="45720" rIns="91440" bIns="45720" numCol="1" anchor="t" anchorCtr="0" compatLnSpc="1">
            <a:prstTxWarp prst="textNoShape">
              <a:avLst/>
            </a:prstTxWarp>
          </a:bodyPr>
          <a:lstStyle/>
          <a:p>
            <a:endParaRPr lang="zh-CN" altLang="en-US" dirty="0">
              <a:solidFill>
                <a:schemeClr val="tx1"/>
              </a:solidFill>
            </a:endParaRPr>
          </a:p>
        </p:txBody>
      </p:sp>
      <p:sp>
        <p:nvSpPr>
          <p:cNvPr id="21" name="文本框 20"/>
          <p:cNvSpPr txBox="1"/>
          <p:nvPr/>
        </p:nvSpPr>
        <p:spPr>
          <a:xfrm>
            <a:off x="3233215" y="2088634"/>
            <a:ext cx="1669461" cy="504241"/>
          </a:xfrm>
          <a:prstGeom prst="rect">
            <a:avLst/>
          </a:prstGeom>
          <a:noFill/>
        </p:spPr>
        <p:txBody>
          <a:bodyPr wrap="square" rtlCol="0">
            <a:spAutoFit/>
          </a:bodyPr>
          <a:lstStyle/>
          <a:p>
            <a:pPr algn="ctr">
              <a:lnSpc>
                <a:spcPct val="120000"/>
              </a:lnSpc>
            </a:pPr>
            <a:r>
              <a:rPr lang="zh-CN" altLang="en-US" sz="2400" b="1" dirty="0">
                <a:solidFill>
                  <a:schemeClr val="bg1"/>
                </a:solidFill>
              </a:rPr>
              <a:t>添加标题</a:t>
            </a:r>
            <a:endParaRPr lang="en-US" altLang="zh-CN" sz="2400" b="1" dirty="0">
              <a:solidFill>
                <a:schemeClr val="bg1"/>
              </a:solidFill>
            </a:endParaRPr>
          </a:p>
        </p:txBody>
      </p:sp>
      <p:sp>
        <p:nvSpPr>
          <p:cNvPr id="22" name="Rectangle 58"/>
          <p:cNvSpPr/>
          <p:nvPr/>
        </p:nvSpPr>
        <p:spPr>
          <a:xfrm>
            <a:off x="3345880" y="2508902"/>
            <a:ext cx="1458887" cy="368371"/>
          </a:xfrm>
          <a:prstGeom prst="rect">
            <a:avLst/>
          </a:prstGeom>
        </p:spPr>
        <p:txBody>
          <a:bodyPr wrap="square">
            <a:spAutoFit/>
          </a:bodyPr>
          <a:lstStyle/>
          <a:p>
            <a:pPr algn="ctr">
              <a:lnSpc>
                <a:spcPct val="123000"/>
              </a:lnSpc>
              <a:spcBef>
                <a:spcPts val="600"/>
              </a:spcBef>
            </a:pPr>
            <a:r>
              <a:rPr lang="zh-CN" altLang="en-US" sz="1600" dirty="0">
                <a:solidFill>
                  <a:schemeClr val="bg1"/>
                </a:solidFill>
                <a:latin typeface="+mn-ea"/>
              </a:rPr>
              <a:t>添加内容</a:t>
            </a:r>
          </a:p>
        </p:txBody>
      </p:sp>
      <p:sp>
        <p:nvSpPr>
          <p:cNvPr id="23" name="文本框 22"/>
          <p:cNvSpPr txBox="1"/>
          <p:nvPr/>
        </p:nvSpPr>
        <p:spPr>
          <a:xfrm>
            <a:off x="5644650" y="1426156"/>
            <a:ext cx="1669461" cy="504241"/>
          </a:xfrm>
          <a:prstGeom prst="rect">
            <a:avLst/>
          </a:prstGeom>
          <a:noFill/>
        </p:spPr>
        <p:txBody>
          <a:bodyPr wrap="square" rtlCol="0">
            <a:spAutoFit/>
          </a:bodyPr>
          <a:lstStyle/>
          <a:p>
            <a:pPr algn="ctr">
              <a:lnSpc>
                <a:spcPct val="120000"/>
              </a:lnSpc>
            </a:pPr>
            <a:r>
              <a:rPr lang="zh-CN" altLang="en-US" sz="2400" b="1" dirty="0">
                <a:solidFill>
                  <a:schemeClr val="bg1"/>
                </a:solidFill>
              </a:rPr>
              <a:t>添加标题</a:t>
            </a:r>
            <a:endParaRPr lang="en-US" altLang="zh-CN" sz="2400" b="1" dirty="0">
              <a:solidFill>
                <a:schemeClr val="bg1"/>
              </a:solidFill>
            </a:endParaRPr>
          </a:p>
        </p:txBody>
      </p:sp>
      <p:sp>
        <p:nvSpPr>
          <p:cNvPr id="24" name="Rectangle 58"/>
          <p:cNvSpPr/>
          <p:nvPr/>
        </p:nvSpPr>
        <p:spPr>
          <a:xfrm>
            <a:off x="5757315" y="1846424"/>
            <a:ext cx="1458887" cy="368371"/>
          </a:xfrm>
          <a:prstGeom prst="rect">
            <a:avLst/>
          </a:prstGeom>
        </p:spPr>
        <p:txBody>
          <a:bodyPr wrap="square">
            <a:spAutoFit/>
          </a:bodyPr>
          <a:lstStyle/>
          <a:p>
            <a:pPr algn="ctr">
              <a:lnSpc>
                <a:spcPct val="123000"/>
              </a:lnSpc>
              <a:spcBef>
                <a:spcPts val="600"/>
              </a:spcBef>
            </a:pPr>
            <a:r>
              <a:rPr lang="zh-CN" altLang="en-US" sz="1600" dirty="0">
                <a:solidFill>
                  <a:schemeClr val="bg1"/>
                </a:solidFill>
                <a:latin typeface="+mn-ea"/>
              </a:rPr>
              <a:t>添加内容</a:t>
            </a:r>
          </a:p>
        </p:txBody>
      </p:sp>
      <p:sp>
        <p:nvSpPr>
          <p:cNvPr id="25" name="文本框 24"/>
          <p:cNvSpPr txBox="1"/>
          <p:nvPr/>
        </p:nvSpPr>
        <p:spPr>
          <a:xfrm>
            <a:off x="7966050" y="2801891"/>
            <a:ext cx="1669461" cy="504241"/>
          </a:xfrm>
          <a:prstGeom prst="rect">
            <a:avLst/>
          </a:prstGeom>
          <a:noFill/>
        </p:spPr>
        <p:txBody>
          <a:bodyPr wrap="square" rtlCol="0">
            <a:spAutoFit/>
          </a:bodyPr>
          <a:lstStyle/>
          <a:p>
            <a:pPr algn="ctr">
              <a:lnSpc>
                <a:spcPct val="120000"/>
              </a:lnSpc>
            </a:pPr>
            <a:r>
              <a:rPr lang="zh-CN" altLang="en-US" sz="2400" b="1" dirty="0">
                <a:solidFill>
                  <a:schemeClr val="bg1"/>
                </a:solidFill>
              </a:rPr>
              <a:t>添加标题</a:t>
            </a:r>
            <a:endParaRPr lang="en-US" altLang="zh-CN" sz="2400" b="1" dirty="0">
              <a:solidFill>
                <a:schemeClr val="bg1"/>
              </a:solidFill>
            </a:endParaRPr>
          </a:p>
        </p:txBody>
      </p:sp>
      <p:sp>
        <p:nvSpPr>
          <p:cNvPr id="26" name="Rectangle 58"/>
          <p:cNvSpPr/>
          <p:nvPr/>
        </p:nvSpPr>
        <p:spPr>
          <a:xfrm>
            <a:off x="8078715" y="3222159"/>
            <a:ext cx="1458887" cy="368371"/>
          </a:xfrm>
          <a:prstGeom prst="rect">
            <a:avLst/>
          </a:prstGeom>
        </p:spPr>
        <p:txBody>
          <a:bodyPr wrap="square">
            <a:spAutoFit/>
          </a:bodyPr>
          <a:lstStyle/>
          <a:p>
            <a:pPr algn="ctr">
              <a:lnSpc>
                <a:spcPct val="123000"/>
              </a:lnSpc>
              <a:spcBef>
                <a:spcPts val="600"/>
              </a:spcBef>
            </a:pPr>
            <a:r>
              <a:rPr lang="zh-CN" altLang="en-US" sz="1600" dirty="0">
                <a:solidFill>
                  <a:schemeClr val="bg1"/>
                </a:solidFill>
                <a:latin typeface="+mn-ea"/>
              </a:rPr>
              <a:t>添加内容</a:t>
            </a:r>
          </a:p>
        </p:txBody>
      </p:sp>
      <p:grpSp>
        <p:nvGrpSpPr>
          <p:cNvPr id="27" name="组合 26"/>
          <p:cNvGrpSpPr/>
          <p:nvPr/>
        </p:nvGrpSpPr>
        <p:grpSpPr>
          <a:xfrm>
            <a:off x="2401766" y="2714600"/>
            <a:ext cx="358775" cy="358775"/>
            <a:chOff x="8322469" y="2698750"/>
            <a:chExt cx="358775" cy="358775"/>
          </a:xfrm>
          <a:solidFill>
            <a:srgbClr val="E94A0F"/>
          </a:solidFill>
        </p:grpSpPr>
        <p:sp>
          <p:nvSpPr>
            <p:cNvPr id="28" name="Oval 27"/>
            <p:cNvSpPr>
              <a:spLocks noChangeArrowheads="1"/>
            </p:cNvSpPr>
            <p:nvPr/>
          </p:nvSpPr>
          <p:spPr bwMode="auto">
            <a:xfrm>
              <a:off x="8322469" y="2698750"/>
              <a:ext cx="358775" cy="358775"/>
            </a:xfrm>
            <a:prstGeom prst="ellipse">
              <a:avLst/>
            </a:prstGeom>
            <a:grp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9" name="Freeform 28"/>
            <p:cNvSpPr>
              <a:spLocks/>
            </p:cNvSpPr>
            <p:nvPr/>
          </p:nvSpPr>
          <p:spPr bwMode="auto">
            <a:xfrm>
              <a:off x="8401844" y="2778125"/>
              <a:ext cx="196850" cy="196850"/>
            </a:xfrm>
            <a:custGeom>
              <a:avLst/>
              <a:gdLst>
                <a:gd name="T0" fmla="*/ 70 w 72"/>
                <a:gd name="T1" fmla="*/ 29 h 72"/>
                <a:gd name="T2" fmla="*/ 44 w 72"/>
                <a:gd name="T3" fmla="*/ 29 h 72"/>
                <a:gd name="T4" fmla="*/ 44 w 72"/>
                <a:gd name="T5" fmla="*/ 2 h 72"/>
                <a:gd name="T6" fmla="*/ 42 w 72"/>
                <a:gd name="T7" fmla="*/ 0 h 72"/>
                <a:gd name="T8" fmla="*/ 31 w 72"/>
                <a:gd name="T9" fmla="*/ 0 h 72"/>
                <a:gd name="T10" fmla="*/ 29 w 72"/>
                <a:gd name="T11" fmla="*/ 2 h 72"/>
                <a:gd name="T12" fmla="*/ 29 w 72"/>
                <a:gd name="T13" fmla="*/ 29 h 72"/>
                <a:gd name="T14" fmla="*/ 2 w 72"/>
                <a:gd name="T15" fmla="*/ 29 h 72"/>
                <a:gd name="T16" fmla="*/ 0 w 72"/>
                <a:gd name="T17" fmla="*/ 31 h 72"/>
                <a:gd name="T18" fmla="*/ 0 w 72"/>
                <a:gd name="T19" fmla="*/ 42 h 72"/>
                <a:gd name="T20" fmla="*/ 2 w 72"/>
                <a:gd name="T21" fmla="*/ 44 h 72"/>
                <a:gd name="T22" fmla="*/ 29 w 72"/>
                <a:gd name="T23" fmla="*/ 44 h 72"/>
                <a:gd name="T24" fmla="*/ 29 w 72"/>
                <a:gd name="T25" fmla="*/ 71 h 72"/>
                <a:gd name="T26" fmla="*/ 31 w 72"/>
                <a:gd name="T27" fmla="*/ 72 h 72"/>
                <a:gd name="T28" fmla="*/ 42 w 72"/>
                <a:gd name="T29" fmla="*/ 72 h 72"/>
                <a:gd name="T30" fmla="*/ 44 w 72"/>
                <a:gd name="T31" fmla="*/ 71 h 72"/>
                <a:gd name="T32" fmla="*/ 44 w 72"/>
                <a:gd name="T33" fmla="*/ 44 h 72"/>
                <a:gd name="T34" fmla="*/ 70 w 72"/>
                <a:gd name="T35" fmla="*/ 44 h 72"/>
                <a:gd name="T36" fmla="*/ 72 w 72"/>
                <a:gd name="T37" fmla="*/ 42 h 72"/>
                <a:gd name="T38" fmla="*/ 72 w 72"/>
                <a:gd name="T39" fmla="*/ 31 h 72"/>
                <a:gd name="T40" fmla="*/ 70 w 72"/>
                <a:gd name="T41" fmla="*/ 2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2" h="72">
                  <a:moveTo>
                    <a:pt x="70" y="29"/>
                  </a:moveTo>
                  <a:cubicBezTo>
                    <a:pt x="44" y="29"/>
                    <a:pt x="44" y="29"/>
                    <a:pt x="44" y="29"/>
                  </a:cubicBezTo>
                  <a:cubicBezTo>
                    <a:pt x="44" y="2"/>
                    <a:pt x="44" y="2"/>
                    <a:pt x="44" y="2"/>
                  </a:cubicBezTo>
                  <a:cubicBezTo>
                    <a:pt x="44" y="1"/>
                    <a:pt x="43" y="0"/>
                    <a:pt x="42" y="0"/>
                  </a:cubicBezTo>
                  <a:cubicBezTo>
                    <a:pt x="31" y="0"/>
                    <a:pt x="31" y="0"/>
                    <a:pt x="31" y="0"/>
                  </a:cubicBezTo>
                  <a:cubicBezTo>
                    <a:pt x="30" y="0"/>
                    <a:pt x="29" y="1"/>
                    <a:pt x="29" y="2"/>
                  </a:cubicBezTo>
                  <a:cubicBezTo>
                    <a:pt x="29" y="29"/>
                    <a:pt x="29" y="29"/>
                    <a:pt x="29" y="29"/>
                  </a:cubicBezTo>
                  <a:cubicBezTo>
                    <a:pt x="2" y="29"/>
                    <a:pt x="2" y="29"/>
                    <a:pt x="2" y="29"/>
                  </a:cubicBezTo>
                  <a:cubicBezTo>
                    <a:pt x="1" y="29"/>
                    <a:pt x="0" y="30"/>
                    <a:pt x="0" y="31"/>
                  </a:cubicBezTo>
                  <a:cubicBezTo>
                    <a:pt x="0" y="42"/>
                    <a:pt x="0" y="42"/>
                    <a:pt x="0" y="42"/>
                  </a:cubicBezTo>
                  <a:cubicBezTo>
                    <a:pt x="0" y="43"/>
                    <a:pt x="1" y="44"/>
                    <a:pt x="2" y="44"/>
                  </a:cubicBezTo>
                  <a:cubicBezTo>
                    <a:pt x="29" y="44"/>
                    <a:pt x="29" y="44"/>
                    <a:pt x="29" y="44"/>
                  </a:cubicBezTo>
                  <a:cubicBezTo>
                    <a:pt x="29" y="71"/>
                    <a:pt x="29" y="71"/>
                    <a:pt x="29" y="71"/>
                  </a:cubicBezTo>
                  <a:cubicBezTo>
                    <a:pt x="29" y="72"/>
                    <a:pt x="30" y="72"/>
                    <a:pt x="31" y="72"/>
                  </a:cubicBezTo>
                  <a:cubicBezTo>
                    <a:pt x="42" y="72"/>
                    <a:pt x="42" y="72"/>
                    <a:pt x="42" y="72"/>
                  </a:cubicBezTo>
                  <a:cubicBezTo>
                    <a:pt x="43" y="72"/>
                    <a:pt x="44" y="72"/>
                    <a:pt x="44" y="71"/>
                  </a:cubicBezTo>
                  <a:cubicBezTo>
                    <a:pt x="44" y="44"/>
                    <a:pt x="44" y="44"/>
                    <a:pt x="44" y="44"/>
                  </a:cubicBezTo>
                  <a:cubicBezTo>
                    <a:pt x="70" y="44"/>
                    <a:pt x="70" y="44"/>
                    <a:pt x="70" y="44"/>
                  </a:cubicBezTo>
                  <a:cubicBezTo>
                    <a:pt x="71" y="44"/>
                    <a:pt x="72" y="43"/>
                    <a:pt x="72" y="42"/>
                  </a:cubicBezTo>
                  <a:cubicBezTo>
                    <a:pt x="72" y="31"/>
                    <a:pt x="72" y="31"/>
                    <a:pt x="72" y="31"/>
                  </a:cubicBezTo>
                  <a:cubicBezTo>
                    <a:pt x="72" y="30"/>
                    <a:pt x="71" y="29"/>
                    <a:pt x="70" y="29"/>
                  </a:cubicBezTo>
                  <a:close/>
                </a:path>
              </a:pathLst>
            </a:custGeom>
            <a:solidFill>
              <a:schemeClr val="bg1"/>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30" name="组合 29"/>
          <p:cNvGrpSpPr/>
          <p:nvPr/>
        </p:nvGrpSpPr>
        <p:grpSpPr>
          <a:xfrm>
            <a:off x="5221762" y="818739"/>
            <a:ext cx="358775" cy="358775"/>
            <a:chOff x="3545682" y="2698750"/>
            <a:chExt cx="358775" cy="358775"/>
          </a:xfrm>
        </p:grpSpPr>
        <p:sp>
          <p:nvSpPr>
            <p:cNvPr id="31" name="Oval 29"/>
            <p:cNvSpPr>
              <a:spLocks noChangeArrowheads="1"/>
            </p:cNvSpPr>
            <p:nvPr/>
          </p:nvSpPr>
          <p:spPr bwMode="auto">
            <a:xfrm>
              <a:off x="3545682" y="2698750"/>
              <a:ext cx="358775" cy="358775"/>
            </a:xfrm>
            <a:prstGeom prst="ellipse">
              <a:avLst/>
            </a:prstGeom>
            <a:solidFill>
              <a:srgbClr val="2267B2"/>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2" name="Freeform 30"/>
            <p:cNvSpPr>
              <a:spLocks/>
            </p:cNvSpPr>
            <p:nvPr/>
          </p:nvSpPr>
          <p:spPr bwMode="auto">
            <a:xfrm>
              <a:off x="3666332" y="2770188"/>
              <a:ext cx="136525" cy="215900"/>
            </a:xfrm>
            <a:custGeom>
              <a:avLst/>
              <a:gdLst>
                <a:gd name="T0" fmla="*/ 9 w 50"/>
                <a:gd name="T1" fmla="*/ 0 h 79"/>
                <a:gd name="T2" fmla="*/ 1 w 50"/>
                <a:gd name="T3" fmla="*/ 8 h 79"/>
                <a:gd name="T4" fmla="*/ 1 w 50"/>
                <a:gd name="T5" fmla="*/ 11 h 79"/>
                <a:gd name="T6" fmla="*/ 29 w 50"/>
                <a:gd name="T7" fmla="*/ 39 h 79"/>
                <a:gd name="T8" fmla="*/ 1 w 50"/>
                <a:gd name="T9" fmla="*/ 68 h 79"/>
                <a:gd name="T10" fmla="*/ 1 w 50"/>
                <a:gd name="T11" fmla="*/ 70 h 79"/>
                <a:gd name="T12" fmla="*/ 9 w 50"/>
                <a:gd name="T13" fmla="*/ 79 h 79"/>
                <a:gd name="T14" fmla="*/ 12 w 50"/>
                <a:gd name="T15" fmla="*/ 79 h 79"/>
                <a:gd name="T16" fmla="*/ 41 w 50"/>
                <a:gd name="T17" fmla="*/ 49 h 79"/>
                <a:gd name="T18" fmla="*/ 49 w 50"/>
                <a:gd name="T19" fmla="*/ 41 h 79"/>
                <a:gd name="T20" fmla="*/ 49 w 50"/>
                <a:gd name="T21" fmla="*/ 38 h 79"/>
                <a:gd name="T22" fmla="*/ 41 w 50"/>
                <a:gd name="T23" fmla="*/ 30 h 79"/>
                <a:gd name="T24" fmla="*/ 12 w 50"/>
                <a:gd name="T25" fmla="*/ 0 h 79"/>
                <a:gd name="T26" fmla="*/ 9 w 50"/>
                <a:gd name="T27"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79">
                  <a:moveTo>
                    <a:pt x="9" y="0"/>
                  </a:moveTo>
                  <a:cubicBezTo>
                    <a:pt x="1" y="8"/>
                    <a:pt x="1" y="8"/>
                    <a:pt x="1" y="8"/>
                  </a:cubicBezTo>
                  <a:cubicBezTo>
                    <a:pt x="0" y="9"/>
                    <a:pt x="0" y="11"/>
                    <a:pt x="1" y="11"/>
                  </a:cubicBezTo>
                  <a:cubicBezTo>
                    <a:pt x="29" y="39"/>
                    <a:pt x="29" y="39"/>
                    <a:pt x="29" y="39"/>
                  </a:cubicBezTo>
                  <a:cubicBezTo>
                    <a:pt x="1" y="68"/>
                    <a:pt x="1" y="68"/>
                    <a:pt x="1" y="68"/>
                  </a:cubicBezTo>
                  <a:cubicBezTo>
                    <a:pt x="0" y="68"/>
                    <a:pt x="0" y="70"/>
                    <a:pt x="1" y="70"/>
                  </a:cubicBezTo>
                  <a:cubicBezTo>
                    <a:pt x="9" y="79"/>
                    <a:pt x="9" y="79"/>
                    <a:pt x="9" y="79"/>
                  </a:cubicBezTo>
                  <a:cubicBezTo>
                    <a:pt x="10" y="79"/>
                    <a:pt x="11" y="79"/>
                    <a:pt x="12" y="79"/>
                  </a:cubicBezTo>
                  <a:cubicBezTo>
                    <a:pt x="41" y="49"/>
                    <a:pt x="41" y="49"/>
                    <a:pt x="41" y="49"/>
                  </a:cubicBezTo>
                  <a:cubicBezTo>
                    <a:pt x="49" y="41"/>
                    <a:pt x="49" y="41"/>
                    <a:pt x="49" y="41"/>
                  </a:cubicBezTo>
                  <a:cubicBezTo>
                    <a:pt x="50" y="40"/>
                    <a:pt x="50" y="39"/>
                    <a:pt x="49" y="38"/>
                  </a:cubicBezTo>
                  <a:cubicBezTo>
                    <a:pt x="41" y="30"/>
                    <a:pt x="41" y="30"/>
                    <a:pt x="41" y="30"/>
                  </a:cubicBezTo>
                  <a:cubicBezTo>
                    <a:pt x="12" y="0"/>
                    <a:pt x="12" y="0"/>
                    <a:pt x="12" y="0"/>
                  </a:cubicBezTo>
                  <a:cubicBezTo>
                    <a:pt x="11" y="0"/>
                    <a:pt x="10" y="0"/>
                    <a:pt x="9" y="0"/>
                  </a:cubicBezTo>
                  <a:close/>
                </a:path>
              </a:pathLst>
            </a:custGeom>
            <a:solidFill>
              <a:schemeClr val="bg1"/>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33" name="组合 32"/>
          <p:cNvGrpSpPr/>
          <p:nvPr/>
        </p:nvGrpSpPr>
        <p:grpSpPr>
          <a:xfrm>
            <a:off x="8596832" y="1977615"/>
            <a:ext cx="358775" cy="361950"/>
            <a:chOff x="5939632" y="6053138"/>
            <a:chExt cx="358775" cy="361950"/>
          </a:xfrm>
        </p:grpSpPr>
        <p:sp>
          <p:nvSpPr>
            <p:cNvPr id="34" name="Oval 25"/>
            <p:cNvSpPr>
              <a:spLocks noChangeArrowheads="1"/>
            </p:cNvSpPr>
            <p:nvPr/>
          </p:nvSpPr>
          <p:spPr bwMode="auto">
            <a:xfrm>
              <a:off x="5939632" y="6053138"/>
              <a:ext cx="358775" cy="361950"/>
            </a:xfrm>
            <a:prstGeom prst="ellipse">
              <a:avLst/>
            </a:prstGeom>
            <a:solidFill>
              <a:srgbClr val="F7B31F"/>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5" name="Freeform 26"/>
            <p:cNvSpPr>
              <a:spLocks/>
            </p:cNvSpPr>
            <p:nvPr/>
          </p:nvSpPr>
          <p:spPr bwMode="auto">
            <a:xfrm>
              <a:off x="6038057" y="6151563"/>
              <a:ext cx="163513" cy="165100"/>
            </a:xfrm>
            <a:custGeom>
              <a:avLst/>
              <a:gdLst>
                <a:gd name="T0" fmla="*/ 59 w 60"/>
                <a:gd name="T1" fmla="*/ 49 h 60"/>
                <a:gd name="T2" fmla="*/ 40 w 60"/>
                <a:gd name="T3" fmla="*/ 30 h 60"/>
                <a:gd name="T4" fmla="*/ 59 w 60"/>
                <a:gd name="T5" fmla="*/ 11 h 60"/>
                <a:gd name="T6" fmla="*/ 59 w 60"/>
                <a:gd name="T7" fmla="*/ 8 h 60"/>
                <a:gd name="T8" fmla="*/ 51 w 60"/>
                <a:gd name="T9" fmla="*/ 1 h 60"/>
                <a:gd name="T10" fmla="*/ 49 w 60"/>
                <a:gd name="T11" fmla="*/ 1 h 60"/>
                <a:gd name="T12" fmla="*/ 30 w 60"/>
                <a:gd name="T13" fmla="*/ 20 h 60"/>
                <a:gd name="T14" fmla="*/ 11 w 60"/>
                <a:gd name="T15" fmla="*/ 1 h 60"/>
                <a:gd name="T16" fmla="*/ 8 w 60"/>
                <a:gd name="T17" fmla="*/ 1 h 60"/>
                <a:gd name="T18" fmla="*/ 0 w 60"/>
                <a:gd name="T19" fmla="*/ 8 h 60"/>
                <a:gd name="T20" fmla="*/ 0 w 60"/>
                <a:gd name="T21" fmla="*/ 11 h 60"/>
                <a:gd name="T22" fmla="*/ 19 w 60"/>
                <a:gd name="T23" fmla="*/ 30 h 60"/>
                <a:gd name="T24" fmla="*/ 0 w 60"/>
                <a:gd name="T25" fmla="*/ 49 h 60"/>
                <a:gd name="T26" fmla="*/ 0 w 60"/>
                <a:gd name="T27" fmla="*/ 52 h 60"/>
                <a:gd name="T28" fmla="*/ 8 w 60"/>
                <a:gd name="T29" fmla="*/ 59 h 60"/>
                <a:gd name="T30" fmla="*/ 11 w 60"/>
                <a:gd name="T31" fmla="*/ 59 h 60"/>
                <a:gd name="T32" fmla="*/ 30 w 60"/>
                <a:gd name="T33" fmla="*/ 40 h 60"/>
                <a:gd name="T34" fmla="*/ 49 w 60"/>
                <a:gd name="T35" fmla="*/ 59 h 60"/>
                <a:gd name="T36" fmla="*/ 51 w 60"/>
                <a:gd name="T37" fmla="*/ 59 h 60"/>
                <a:gd name="T38" fmla="*/ 59 w 60"/>
                <a:gd name="T39" fmla="*/ 52 h 60"/>
                <a:gd name="T40" fmla="*/ 59 w 60"/>
                <a:gd name="T41" fmla="*/ 4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0" h="60">
                  <a:moveTo>
                    <a:pt x="59" y="49"/>
                  </a:moveTo>
                  <a:cubicBezTo>
                    <a:pt x="40" y="30"/>
                    <a:pt x="40" y="30"/>
                    <a:pt x="40" y="30"/>
                  </a:cubicBezTo>
                  <a:cubicBezTo>
                    <a:pt x="59" y="11"/>
                    <a:pt x="59" y="11"/>
                    <a:pt x="59" y="11"/>
                  </a:cubicBezTo>
                  <a:cubicBezTo>
                    <a:pt x="60" y="10"/>
                    <a:pt x="60" y="9"/>
                    <a:pt x="59" y="8"/>
                  </a:cubicBezTo>
                  <a:cubicBezTo>
                    <a:pt x="51" y="1"/>
                    <a:pt x="51" y="1"/>
                    <a:pt x="51" y="1"/>
                  </a:cubicBezTo>
                  <a:cubicBezTo>
                    <a:pt x="50" y="0"/>
                    <a:pt x="49" y="0"/>
                    <a:pt x="49" y="1"/>
                  </a:cubicBezTo>
                  <a:cubicBezTo>
                    <a:pt x="30" y="20"/>
                    <a:pt x="30" y="20"/>
                    <a:pt x="30" y="20"/>
                  </a:cubicBezTo>
                  <a:cubicBezTo>
                    <a:pt x="11" y="1"/>
                    <a:pt x="11" y="1"/>
                    <a:pt x="11" y="1"/>
                  </a:cubicBezTo>
                  <a:cubicBezTo>
                    <a:pt x="10" y="0"/>
                    <a:pt x="9" y="0"/>
                    <a:pt x="8" y="1"/>
                  </a:cubicBezTo>
                  <a:cubicBezTo>
                    <a:pt x="0" y="8"/>
                    <a:pt x="0" y="8"/>
                    <a:pt x="0" y="8"/>
                  </a:cubicBezTo>
                  <a:cubicBezTo>
                    <a:pt x="0" y="9"/>
                    <a:pt x="0" y="10"/>
                    <a:pt x="0" y="11"/>
                  </a:cubicBezTo>
                  <a:cubicBezTo>
                    <a:pt x="19" y="30"/>
                    <a:pt x="19" y="30"/>
                    <a:pt x="19" y="30"/>
                  </a:cubicBezTo>
                  <a:cubicBezTo>
                    <a:pt x="0" y="49"/>
                    <a:pt x="0" y="49"/>
                    <a:pt x="0" y="49"/>
                  </a:cubicBezTo>
                  <a:cubicBezTo>
                    <a:pt x="0" y="50"/>
                    <a:pt x="0" y="51"/>
                    <a:pt x="0" y="52"/>
                  </a:cubicBezTo>
                  <a:cubicBezTo>
                    <a:pt x="8" y="59"/>
                    <a:pt x="8" y="59"/>
                    <a:pt x="8" y="59"/>
                  </a:cubicBezTo>
                  <a:cubicBezTo>
                    <a:pt x="9" y="60"/>
                    <a:pt x="10" y="60"/>
                    <a:pt x="11" y="59"/>
                  </a:cubicBezTo>
                  <a:cubicBezTo>
                    <a:pt x="30" y="40"/>
                    <a:pt x="30" y="40"/>
                    <a:pt x="30" y="40"/>
                  </a:cubicBezTo>
                  <a:cubicBezTo>
                    <a:pt x="49" y="59"/>
                    <a:pt x="49" y="59"/>
                    <a:pt x="49" y="59"/>
                  </a:cubicBezTo>
                  <a:cubicBezTo>
                    <a:pt x="49" y="60"/>
                    <a:pt x="50" y="60"/>
                    <a:pt x="51" y="59"/>
                  </a:cubicBezTo>
                  <a:cubicBezTo>
                    <a:pt x="59" y="52"/>
                    <a:pt x="59" y="52"/>
                    <a:pt x="59" y="52"/>
                  </a:cubicBezTo>
                  <a:cubicBezTo>
                    <a:pt x="60" y="51"/>
                    <a:pt x="60" y="50"/>
                    <a:pt x="59" y="49"/>
                  </a:cubicBezTo>
                  <a:close/>
                </a:path>
              </a:pathLst>
            </a:custGeom>
            <a:solidFill>
              <a:schemeClr val="bg1"/>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sp>
        <p:nvSpPr>
          <p:cNvPr id="36"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三项并列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304880240"/>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 name="Freeform 60"/>
          <p:cNvSpPr>
            <a:spLocks/>
          </p:cNvSpPr>
          <p:nvPr/>
        </p:nvSpPr>
        <p:spPr bwMode="auto">
          <a:xfrm>
            <a:off x="1007063" y="3889553"/>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 name="文本框 86"/>
          <p:cNvSpPr txBox="1"/>
          <p:nvPr/>
        </p:nvSpPr>
        <p:spPr>
          <a:xfrm>
            <a:off x="940215" y="4689154"/>
            <a:ext cx="3555585" cy="1089529"/>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网络</a:t>
            </a:r>
            <a:r>
              <a:rPr lang="en-US" altLang="zh-CN" dirty="0">
                <a:solidFill>
                  <a:prstClr val="black">
                    <a:lumMod val="65000"/>
                    <a:lumOff val="35000"/>
                  </a:prstClr>
                </a:solidFill>
                <a:latin typeface="微软雅黑" panose="020B0503020204020204" pitchFamily="34" charset="-122"/>
              </a:rPr>
              <a:t>EPS</a:t>
            </a:r>
            <a:r>
              <a:rPr lang="zh-CN" altLang="en-US" dirty="0">
                <a:solidFill>
                  <a:prstClr val="black">
                    <a:lumMod val="65000"/>
                    <a:lumOff val="35000"/>
                  </a:prstClr>
                </a:solidFill>
                <a:latin typeface="微软雅黑" panose="020B0503020204020204" pitchFamily="34" charset="-122"/>
              </a:rPr>
              <a:t>素材改编；</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文字、颜色可随意更改；</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矢量图标可以替换。</a:t>
            </a:r>
            <a:endParaRPr lang="en-US" altLang="zh-CN" dirty="0">
              <a:solidFill>
                <a:prstClr val="black">
                  <a:lumMod val="65000"/>
                  <a:lumOff val="35000"/>
                </a:prstClr>
              </a:solidFill>
              <a:latin typeface="微软雅黑" panose="020B0503020204020204" pitchFamily="34" charset="-122"/>
            </a:endParaRPr>
          </a:p>
        </p:txBody>
      </p:sp>
      <p:sp>
        <p:nvSpPr>
          <p:cNvPr id="88" name="圆角矩形 87"/>
          <p:cNvSpPr/>
          <p:nvPr/>
        </p:nvSpPr>
        <p:spPr>
          <a:xfrm>
            <a:off x="1674755" y="4048838"/>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89" name="等腰三角形 88"/>
          <p:cNvSpPr/>
          <p:nvPr/>
        </p:nvSpPr>
        <p:spPr>
          <a:xfrm rot="16200000">
            <a:off x="1600123" y="4116382"/>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59087" name="Freeform 40217"/>
          <p:cNvSpPr>
            <a:spLocks/>
          </p:cNvSpPr>
          <p:nvPr/>
        </p:nvSpPr>
        <p:spPr bwMode="auto">
          <a:xfrm>
            <a:off x="9086851" y="3347724"/>
            <a:ext cx="2662238" cy="2714625"/>
          </a:xfrm>
          <a:custGeom>
            <a:avLst/>
            <a:gdLst>
              <a:gd name="T0" fmla="*/ 269 w 1121"/>
              <a:gd name="T1" fmla="*/ 1000 h 1143"/>
              <a:gd name="T2" fmla="*/ 978 w 1121"/>
              <a:gd name="T3" fmla="*/ 810 h 1143"/>
              <a:gd name="T4" fmla="*/ 788 w 1121"/>
              <a:gd name="T5" fmla="*/ 101 h 1143"/>
              <a:gd name="T6" fmla="*/ 245 w 1121"/>
              <a:gd name="T7" fmla="*/ 116 h 1143"/>
              <a:gd name="T8" fmla="*/ 245 w 1121"/>
              <a:gd name="T9" fmla="*/ 116 h 1143"/>
              <a:gd name="T10" fmla="*/ 10 w 1121"/>
              <a:gd name="T11" fmla="*/ 252 h 1143"/>
              <a:gd name="T12" fmla="*/ 10 w 1121"/>
              <a:gd name="T13" fmla="*/ 522 h 1143"/>
              <a:gd name="T14" fmla="*/ 10 w 1121"/>
              <a:gd name="T15" fmla="*/ 522 h 1143"/>
              <a:gd name="T16" fmla="*/ 269 w 1121"/>
              <a:gd name="T17" fmla="*/ 1000 h 1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21" h="1143">
                <a:moveTo>
                  <a:pt x="269" y="1000"/>
                </a:moveTo>
                <a:cubicBezTo>
                  <a:pt x="517" y="1143"/>
                  <a:pt x="834" y="1058"/>
                  <a:pt x="978" y="810"/>
                </a:cubicBezTo>
                <a:cubicBezTo>
                  <a:pt x="1121" y="562"/>
                  <a:pt x="1036" y="245"/>
                  <a:pt x="788" y="101"/>
                </a:cubicBezTo>
                <a:cubicBezTo>
                  <a:pt x="613" y="0"/>
                  <a:pt x="403" y="13"/>
                  <a:pt x="245" y="116"/>
                </a:cubicBezTo>
                <a:cubicBezTo>
                  <a:pt x="245" y="116"/>
                  <a:pt x="245" y="116"/>
                  <a:pt x="245" y="116"/>
                </a:cubicBezTo>
                <a:cubicBezTo>
                  <a:pt x="10" y="252"/>
                  <a:pt x="10" y="252"/>
                  <a:pt x="10" y="252"/>
                </a:cubicBezTo>
                <a:cubicBezTo>
                  <a:pt x="10" y="522"/>
                  <a:pt x="10" y="522"/>
                  <a:pt x="10" y="522"/>
                </a:cubicBezTo>
                <a:cubicBezTo>
                  <a:pt x="10" y="522"/>
                  <a:pt x="10" y="522"/>
                  <a:pt x="10" y="522"/>
                </a:cubicBezTo>
                <a:cubicBezTo>
                  <a:pt x="0" y="711"/>
                  <a:pt x="94" y="899"/>
                  <a:pt x="269" y="1000"/>
                </a:cubicBezTo>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088" name="Freeform 40218"/>
          <p:cNvSpPr>
            <a:spLocks/>
          </p:cNvSpPr>
          <p:nvPr/>
        </p:nvSpPr>
        <p:spPr bwMode="auto">
          <a:xfrm>
            <a:off x="6470651" y="3347724"/>
            <a:ext cx="2663825" cy="2714625"/>
          </a:xfrm>
          <a:custGeom>
            <a:avLst/>
            <a:gdLst>
              <a:gd name="T0" fmla="*/ 333 w 1121"/>
              <a:gd name="T1" fmla="*/ 101 h 1143"/>
              <a:gd name="T2" fmla="*/ 143 w 1121"/>
              <a:gd name="T3" fmla="*/ 810 h 1143"/>
              <a:gd name="T4" fmla="*/ 852 w 1121"/>
              <a:gd name="T5" fmla="*/ 1000 h 1143"/>
              <a:gd name="T6" fmla="*/ 1111 w 1121"/>
              <a:gd name="T7" fmla="*/ 522 h 1143"/>
              <a:gd name="T8" fmla="*/ 1111 w 1121"/>
              <a:gd name="T9" fmla="*/ 522 h 1143"/>
              <a:gd name="T10" fmla="*/ 1111 w 1121"/>
              <a:gd name="T11" fmla="*/ 252 h 1143"/>
              <a:gd name="T12" fmla="*/ 876 w 1121"/>
              <a:gd name="T13" fmla="*/ 116 h 1143"/>
              <a:gd name="T14" fmla="*/ 876 w 1121"/>
              <a:gd name="T15" fmla="*/ 116 h 1143"/>
              <a:gd name="T16" fmla="*/ 333 w 1121"/>
              <a:gd name="T17" fmla="*/ 101 h 1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21" h="1143">
                <a:moveTo>
                  <a:pt x="333" y="101"/>
                </a:moveTo>
                <a:cubicBezTo>
                  <a:pt x="85" y="245"/>
                  <a:pt x="0" y="562"/>
                  <a:pt x="143" y="810"/>
                </a:cubicBezTo>
                <a:cubicBezTo>
                  <a:pt x="287" y="1058"/>
                  <a:pt x="604" y="1143"/>
                  <a:pt x="852" y="1000"/>
                </a:cubicBezTo>
                <a:cubicBezTo>
                  <a:pt x="1027" y="899"/>
                  <a:pt x="1121" y="711"/>
                  <a:pt x="1111" y="522"/>
                </a:cubicBezTo>
                <a:cubicBezTo>
                  <a:pt x="1111" y="522"/>
                  <a:pt x="1111" y="522"/>
                  <a:pt x="1111" y="522"/>
                </a:cubicBezTo>
                <a:cubicBezTo>
                  <a:pt x="1111" y="252"/>
                  <a:pt x="1111" y="252"/>
                  <a:pt x="1111" y="252"/>
                </a:cubicBezTo>
                <a:cubicBezTo>
                  <a:pt x="876" y="116"/>
                  <a:pt x="876" y="116"/>
                  <a:pt x="876" y="116"/>
                </a:cubicBezTo>
                <a:cubicBezTo>
                  <a:pt x="876" y="116"/>
                  <a:pt x="876" y="116"/>
                  <a:pt x="876" y="116"/>
                </a:cubicBezTo>
                <a:cubicBezTo>
                  <a:pt x="718" y="13"/>
                  <a:pt x="508" y="0"/>
                  <a:pt x="333" y="101"/>
                </a:cubicBezTo>
              </a:path>
            </a:pathLst>
          </a:custGeom>
          <a:solidFill>
            <a:srgbClr val="2AA1DC"/>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089" name="Freeform 40219"/>
          <p:cNvSpPr>
            <a:spLocks/>
          </p:cNvSpPr>
          <p:nvPr/>
        </p:nvSpPr>
        <p:spPr bwMode="auto">
          <a:xfrm>
            <a:off x="7877176" y="1288736"/>
            <a:ext cx="2465388" cy="2657475"/>
          </a:xfrm>
          <a:custGeom>
            <a:avLst/>
            <a:gdLst>
              <a:gd name="T0" fmla="*/ 1038 w 1038"/>
              <a:gd name="T1" fmla="*/ 519 h 1118"/>
              <a:gd name="T2" fmla="*/ 519 w 1038"/>
              <a:gd name="T3" fmla="*/ 0 h 1118"/>
              <a:gd name="T4" fmla="*/ 0 w 1038"/>
              <a:gd name="T5" fmla="*/ 519 h 1118"/>
              <a:gd name="T6" fmla="*/ 284 w 1038"/>
              <a:gd name="T7" fmla="*/ 982 h 1118"/>
              <a:gd name="T8" fmla="*/ 284 w 1038"/>
              <a:gd name="T9" fmla="*/ 982 h 1118"/>
              <a:gd name="T10" fmla="*/ 519 w 1038"/>
              <a:gd name="T11" fmla="*/ 1118 h 1118"/>
              <a:gd name="T12" fmla="*/ 754 w 1038"/>
              <a:gd name="T13" fmla="*/ 982 h 1118"/>
              <a:gd name="T14" fmla="*/ 754 w 1038"/>
              <a:gd name="T15" fmla="*/ 982 h 1118"/>
              <a:gd name="T16" fmla="*/ 1038 w 1038"/>
              <a:gd name="T17" fmla="*/ 519 h 1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8" h="1118">
                <a:moveTo>
                  <a:pt x="1038" y="519"/>
                </a:moveTo>
                <a:cubicBezTo>
                  <a:pt x="1038" y="233"/>
                  <a:pt x="806" y="0"/>
                  <a:pt x="519" y="0"/>
                </a:cubicBezTo>
                <a:cubicBezTo>
                  <a:pt x="232" y="0"/>
                  <a:pt x="0" y="233"/>
                  <a:pt x="0" y="519"/>
                </a:cubicBezTo>
                <a:cubicBezTo>
                  <a:pt x="0" y="721"/>
                  <a:pt x="116" y="896"/>
                  <a:pt x="284" y="982"/>
                </a:cubicBezTo>
                <a:cubicBezTo>
                  <a:pt x="284" y="982"/>
                  <a:pt x="284" y="982"/>
                  <a:pt x="284" y="982"/>
                </a:cubicBezTo>
                <a:cubicBezTo>
                  <a:pt x="519" y="1118"/>
                  <a:pt x="519" y="1118"/>
                  <a:pt x="519" y="1118"/>
                </a:cubicBezTo>
                <a:cubicBezTo>
                  <a:pt x="754" y="982"/>
                  <a:pt x="754" y="982"/>
                  <a:pt x="754" y="982"/>
                </a:cubicBezTo>
                <a:cubicBezTo>
                  <a:pt x="754" y="982"/>
                  <a:pt x="754" y="982"/>
                  <a:pt x="754" y="982"/>
                </a:cubicBezTo>
                <a:cubicBezTo>
                  <a:pt x="922" y="896"/>
                  <a:pt x="1038" y="721"/>
                  <a:pt x="1038" y="519"/>
                </a:cubicBezTo>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 name="Oval 44665"/>
          <p:cNvSpPr>
            <a:spLocks noChangeArrowheads="1"/>
          </p:cNvSpPr>
          <p:nvPr/>
        </p:nvSpPr>
        <p:spPr bwMode="auto">
          <a:xfrm>
            <a:off x="9055101" y="1488761"/>
            <a:ext cx="107950" cy="106363"/>
          </a:xfrm>
          <a:prstGeom prst="ellipse">
            <a:avLst/>
          </a:prstGeom>
          <a:solidFill>
            <a:srgbClr val="483F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 name="Oval 44666"/>
          <p:cNvSpPr>
            <a:spLocks noChangeArrowheads="1"/>
          </p:cNvSpPr>
          <p:nvPr/>
        </p:nvSpPr>
        <p:spPr bwMode="auto">
          <a:xfrm>
            <a:off x="9239251" y="1564961"/>
            <a:ext cx="77788" cy="76200"/>
          </a:xfrm>
          <a:prstGeom prst="ellipse">
            <a:avLst/>
          </a:prstGeom>
          <a:solidFill>
            <a:srgbClr val="483F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 name="Oval 44667"/>
          <p:cNvSpPr>
            <a:spLocks noChangeArrowheads="1"/>
          </p:cNvSpPr>
          <p:nvPr/>
        </p:nvSpPr>
        <p:spPr bwMode="auto">
          <a:xfrm>
            <a:off x="8899526" y="1588774"/>
            <a:ext cx="68263" cy="66675"/>
          </a:xfrm>
          <a:prstGeom prst="ellipse">
            <a:avLst/>
          </a:prstGeom>
          <a:solidFill>
            <a:srgbClr val="483F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 name="Freeform 44668"/>
          <p:cNvSpPr>
            <a:spLocks/>
          </p:cNvSpPr>
          <p:nvPr/>
        </p:nvSpPr>
        <p:spPr bwMode="auto">
          <a:xfrm>
            <a:off x="8958263" y="1604649"/>
            <a:ext cx="301625" cy="152400"/>
          </a:xfrm>
          <a:custGeom>
            <a:avLst/>
            <a:gdLst>
              <a:gd name="T0" fmla="*/ 63 w 127"/>
              <a:gd name="T1" fmla="*/ 0 h 64"/>
              <a:gd name="T2" fmla="*/ 0 w 127"/>
              <a:gd name="T3" fmla="*/ 64 h 64"/>
              <a:gd name="T4" fmla="*/ 127 w 127"/>
              <a:gd name="T5" fmla="*/ 64 h 64"/>
              <a:gd name="T6" fmla="*/ 63 w 127"/>
              <a:gd name="T7" fmla="*/ 0 h 64"/>
            </a:gdLst>
            <a:ahLst/>
            <a:cxnLst>
              <a:cxn ang="0">
                <a:pos x="T0" y="T1"/>
              </a:cxn>
              <a:cxn ang="0">
                <a:pos x="T2" y="T3"/>
              </a:cxn>
              <a:cxn ang="0">
                <a:pos x="T4" y="T5"/>
              </a:cxn>
              <a:cxn ang="0">
                <a:pos x="T6" y="T7"/>
              </a:cxn>
            </a:cxnLst>
            <a:rect l="0" t="0" r="r" b="b"/>
            <a:pathLst>
              <a:path w="127" h="64">
                <a:moveTo>
                  <a:pt x="63" y="0"/>
                </a:moveTo>
                <a:cubicBezTo>
                  <a:pt x="28" y="0"/>
                  <a:pt x="0" y="29"/>
                  <a:pt x="0" y="64"/>
                </a:cubicBezTo>
                <a:cubicBezTo>
                  <a:pt x="127" y="64"/>
                  <a:pt x="127" y="64"/>
                  <a:pt x="127" y="64"/>
                </a:cubicBezTo>
                <a:cubicBezTo>
                  <a:pt x="127" y="29"/>
                  <a:pt x="98" y="0"/>
                  <a:pt x="63" y="0"/>
                </a:cubicBezTo>
                <a:close/>
              </a:path>
            </a:pathLst>
          </a:custGeom>
          <a:solidFill>
            <a:srgbClr val="483F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 name="Freeform 44669"/>
          <p:cNvSpPr>
            <a:spLocks/>
          </p:cNvSpPr>
          <p:nvPr/>
        </p:nvSpPr>
        <p:spPr bwMode="auto">
          <a:xfrm>
            <a:off x="8839201" y="1661799"/>
            <a:ext cx="130175" cy="95250"/>
          </a:xfrm>
          <a:custGeom>
            <a:avLst/>
            <a:gdLst>
              <a:gd name="T0" fmla="*/ 55 w 55"/>
              <a:gd name="T1" fmla="*/ 3 h 40"/>
              <a:gd name="T2" fmla="*/ 40 w 55"/>
              <a:gd name="T3" fmla="*/ 0 h 40"/>
              <a:gd name="T4" fmla="*/ 0 w 55"/>
              <a:gd name="T5" fmla="*/ 40 h 40"/>
              <a:gd name="T6" fmla="*/ 44 w 55"/>
              <a:gd name="T7" fmla="*/ 40 h 40"/>
              <a:gd name="T8" fmla="*/ 55 w 55"/>
              <a:gd name="T9" fmla="*/ 3 h 40"/>
            </a:gdLst>
            <a:ahLst/>
            <a:cxnLst>
              <a:cxn ang="0">
                <a:pos x="T0" y="T1"/>
              </a:cxn>
              <a:cxn ang="0">
                <a:pos x="T2" y="T3"/>
              </a:cxn>
              <a:cxn ang="0">
                <a:pos x="T4" y="T5"/>
              </a:cxn>
              <a:cxn ang="0">
                <a:pos x="T6" y="T7"/>
              </a:cxn>
              <a:cxn ang="0">
                <a:pos x="T8" y="T9"/>
              </a:cxn>
            </a:cxnLst>
            <a:rect l="0" t="0" r="r" b="b"/>
            <a:pathLst>
              <a:path w="55" h="40">
                <a:moveTo>
                  <a:pt x="55" y="3"/>
                </a:moveTo>
                <a:cubicBezTo>
                  <a:pt x="50" y="1"/>
                  <a:pt x="45" y="0"/>
                  <a:pt x="40" y="0"/>
                </a:cubicBezTo>
                <a:cubicBezTo>
                  <a:pt x="18" y="0"/>
                  <a:pt x="0" y="17"/>
                  <a:pt x="0" y="40"/>
                </a:cubicBezTo>
                <a:cubicBezTo>
                  <a:pt x="44" y="40"/>
                  <a:pt x="44" y="40"/>
                  <a:pt x="44" y="40"/>
                </a:cubicBezTo>
                <a:cubicBezTo>
                  <a:pt x="44" y="26"/>
                  <a:pt x="48" y="13"/>
                  <a:pt x="55" y="3"/>
                </a:cubicBezTo>
                <a:close/>
              </a:path>
            </a:pathLst>
          </a:custGeom>
          <a:solidFill>
            <a:srgbClr val="483F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 name="Freeform 44670"/>
          <p:cNvSpPr>
            <a:spLocks/>
          </p:cNvSpPr>
          <p:nvPr/>
        </p:nvSpPr>
        <p:spPr bwMode="auto">
          <a:xfrm>
            <a:off x="9239251" y="1647511"/>
            <a:ext cx="146050" cy="109538"/>
          </a:xfrm>
          <a:custGeom>
            <a:avLst/>
            <a:gdLst>
              <a:gd name="T0" fmla="*/ 16 w 62"/>
              <a:gd name="T1" fmla="*/ 0 h 46"/>
              <a:gd name="T2" fmla="*/ 0 w 62"/>
              <a:gd name="T3" fmla="*/ 3 h 46"/>
              <a:gd name="T4" fmla="*/ 14 w 62"/>
              <a:gd name="T5" fmla="*/ 46 h 46"/>
              <a:gd name="T6" fmla="*/ 62 w 62"/>
              <a:gd name="T7" fmla="*/ 46 h 46"/>
              <a:gd name="T8" fmla="*/ 16 w 62"/>
              <a:gd name="T9" fmla="*/ 0 h 46"/>
            </a:gdLst>
            <a:ahLst/>
            <a:cxnLst>
              <a:cxn ang="0">
                <a:pos x="T0" y="T1"/>
              </a:cxn>
              <a:cxn ang="0">
                <a:pos x="T2" y="T3"/>
              </a:cxn>
              <a:cxn ang="0">
                <a:pos x="T4" y="T5"/>
              </a:cxn>
              <a:cxn ang="0">
                <a:pos x="T6" y="T7"/>
              </a:cxn>
              <a:cxn ang="0">
                <a:pos x="T8" y="T9"/>
              </a:cxn>
            </a:cxnLst>
            <a:rect l="0" t="0" r="r" b="b"/>
            <a:pathLst>
              <a:path w="62" h="46">
                <a:moveTo>
                  <a:pt x="16" y="0"/>
                </a:moveTo>
                <a:cubicBezTo>
                  <a:pt x="11" y="0"/>
                  <a:pt x="5" y="1"/>
                  <a:pt x="0" y="3"/>
                </a:cubicBezTo>
                <a:cubicBezTo>
                  <a:pt x="9" y="15"/>
                  <a:pt x="14" y="30"/>
                  <a:pt x="14" y="46"/>
                </a:cubicBezTo>
                <a:cubicBezTo>
                  <a:pt x="62" y="46"/>
                  <a:pt x="62" y="46"/>
                  <a:pt x="62" y="46"/>
                </a:cubicBezTo>
                <a:cubicBezTo>
                  <a:pt x="62" y="21"/>
                  <a:pt x="42" y="0"/>
                  <a:pt x="16" y="0"/>
                </a:cubicBezTo>
                <a:close/>
              </a:path>
            </a:pathLst>
          </a:custGeom>
          <a:solidFill>
            <a:srgbClr val="483F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 name="Oval 44671"/>
          <p:cNvSpPr>
            <a:spLocks noChangeArrowheads="1"/>
          </p:cNvSpPr>
          <p:nvPr/>
        </p:nvSpPr>
        <p:spPr bwMode="auto">
          <a:xfrm>
            <a:off x="6958013" y="4551049"/>
            <a:ext cx="209550" cy="2095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 name="Freeform 44672"/>
          <p:cNvSpPr>
            <a:spLocks noEditPoints="1"/>
          </p:cNvSpPr>
          <p:nvPr/>
        </p:nvSpPr>
        <p:spPr bwMode="auto">
          <a:xfrm>
            <a:off x="6861176" y="4454211"/>
            <a:ext cx="403225" cy="403225"/>
          </a:xfrm>
          <a:custGeom>
            <a:avLst/>
            <a:gdLst>
              <a:gd name="T0" fmla="*/ 152 w 170"/>
              <a:gd name="T1" fmla="*/ 90 h 170"/>
              <a:gd name="T2" fmla="*/ 170 w 170"/>
              <a:gd name="T3" fmla="*/ 79 h 170"/>
              <a:gd name="T4" fmla="*/ 151 w 170"/>
              <a:gd name="T5" fmla="*/ 71 h 170"/>
              <a:gd name="T6" fmla="*/ 165 w 170"/>
              <a:gd name="T7" fmla="*/ 55 h 170"/>
              <a:gd name="T8" fmla="*/ 144 w 170"/>
              <a:gd name="T9" fmla="*/ 53 h 170"/>
              <a:gd name="T10" fmla="*/ 154 w 170"/>
              <a:gd name="T11" fmla="*/ 34 h 170"/>
              <a:gd name="T12" fmla="*/ 133 w 170"/>
              <a:gd name="T13" fmla="*/ 38 h 170"/>
              <a:gd name="T14" fmla="*/ 136 w 170"/>
              <a:gd name="T15" fmla="*/ 16 h 170"/>
              <a:gd name="T16" fmla="*/ 117 w 170"/>
              <a:gd name="T17" fmla="*/ 26 h 170"/>
              <a:gd name="T18" fmla="*/ 115 w 170"/>
              <a:gd name="T19" fmla="*/ 5 h 170"/>
              <a:gd name="T20" fmla="*/ 99 w 170"/>
              <a:gd name="T21" fmla="*/ 19 h 170"/>
              <a:gd name="T22" fmla="*/ 91 w 170"/>
              <a:gd name="T23" fmla="*/ 0 h 170"/>
              <a:gd name="T24" fmla="*/ 81 w 170"/>
              <a:gd name="T25" fmla="*/ 18 h 170"/>
              <a:gd name="T26" fmla="*/ 67 w 170"/>
              <a:gd name="T27" fmla="*/ 1 h 170"/>
              <a:gd name="T28" fmla="*/ 62 w 170"/>
              <a:gd name="T29" fmla="*/ 22 h 170"/>
              <a:gd name="T30" fmla="*/ 44 w 170"/>
              <a:gd name="T31" fmla="*/ 10 h 170"/>
              <a:gd name="T32" fmla="*/ 45 w 170"/>
              <a:gd name="T33" fmla="*/ 31 h 170"/>
              <a:gd name="T34" fmla="*/ 25 w 170"/>
              <a:gd name="T35" fmla="*/ 24 h 170"/>
              <a:gd name="T36" fmla="*/ 32 w 170"/>
              <a:gd name="T37" fmla="*/ 45 h 170"/>
              <a:gd name="T38" fmla="*/ 10 w 170"/>
              <a:gd name="T39" fmla="*/ 44 h 170"/>
              <a:gd name="T40" fmla="*/ 23 w 170"/>
              <a:gd name="T41" fmla="*/ 61 h 170"/>
              <a:gd name="T42" fmla="*/ 2 w 170"/>
              <a:gd name="T43" fmla="*/ 67 h 170"/>
              <a:gd name="T44" fmla="*/ 19 w 170"/>
              <a:gd name="T45" fmla="*/ 80 h 170"/>
              <a:gd name="T46" fmla="*/ 0 w 170"/>
              <a:gd name="T47" fmla="*/ 91 h 170"/>
              <a:gd name="T48" fmla="*/ 20 w 170"/>
              <a:gd name="T49" fmla="*/ 99 h 170"/>
              <a:gd name="T50" fmla="*/ 5 w 170"/>
              <a:gd name="T51" fmla="*/ 115 h 170"/>
              <a:gd name="T52" fmla="*/ 27 w 170"/>
              <a:gd name="T53" fmla="*/ 117 h 170"/>
              <a:gd name="T54" fmla="*/ 17 w 170"/>
              <a:gd name="T55" fmla="*/ 136 h 170"/>
              <a:gd name="T56" fmla="*/ 38 w 170"/>
              <a:gd name="T57" fmla="*/ 132 h 170"/>
              <a:gd name="T58" fmla="*/ 34 w 170"/>
              <a:gd name="T59" fmla="*/ 153 h 170"/>
              <a:gd name="T60" fmla="*/ 53 w 170"/>
              <a:gd name="T61" fmla="*/ 143 h 170"/>
              <a:gd name="T62" fmla="*/ 55 w 170"/>
              <a:gd name="T63" fmla="*/ 165 h 170"/>
              <a:gd name="T64" fmla="*/ 71 w 170"/>
              <a:gd name="T65" fmla="*/ 150 h 170"/>
              <a:gd name="T66" fmla="*/ 79 w 170"/>
              <a:gd name="T67" fmla="*/ 170 h 170"/>
              <a:gd name="T68" fmla="*/ 90 w 170"/>
              <a:gd name="T69" fmla="*/ 151 h 170"/>
              <a:gd name="T70" fmla="*/ 103 w 170"/>
              <a:gd name="T71" fmla="*/ 168 h 170"/>
              <a:gd name="T72" fmla="*/ 109 w 170"/>
              <a:gd name="T73" fmla="*/ 147 h 170"/>
              <a:gd name="T74" fmla="*/ 126 w 170"/>
              <a:gd name="T75" fmla="*/ 160 h 170"/>
              <a:gd name="T76" fmla="*/ 125 w 170"/>
              <a:gd name="T77" fmla="*/ 138 h 170"/>
              <a:gd name="T78" fmla="*/ 146 w 170"/>
              <a:gd name="T79" fmla="*/ 145 h 170"/>
              <a:gd name="T80" fmla="*/ 139 w 170"/>
              <a:gd name="T81" fmla="*/ 125 h 170"/>
              <a:gd name="T82" fmla="*/ 160 w 170"/>
              <a:gd name="T83" fmla="*/ 126 h 170"/>
              <a:gd name="T84" fmla="*/ 148 w 170"/>
              <a:gd name="T85" fmla="*/ 108 h 170"/>
              <a:gd name="T86" fmla="*/ 169 w 170"/>
              <a:gd name="T87" fmla="*/ 103 h 170"/>
              <a:gd name="T88" fmla="*/ 152 w 170"/>
              <a:gd name="T89" fmla="*/ 90 h 170"/>
              <a:gd name="T90" fmla="*/ 85 w 170"/>
              <a:gd name="T91" fmla="*/ 141 h 170"/>
              <a:gd name="T92" fmla="*/ 30 w 170"/>
              <a:gd name="T93" fmla="*/ 85 h 170"/>
              <a:gd name="T94" fmla="*/ 85 w 170"/>
              <a:gd name="T95" fmla="*/ 29 h 170"/>
              <a:gd name="T96" fmla="*/ 141 w 170"/>
              <a:gd name="T97" fmla="*/ 85 h 170"/>
              <a:gd name="T98" fmla="*/ 85 w 170"/>
              <a:gd name="T99" fmla="*/ 141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70" h="170">
                <a:moveTo>
                  <a:pt x="152" y="90"/>
                </a:moveTo>
                <a:cubicBezTo>
                  <a:pt x="170" y="79"/>
                  <a:pt x="170" y="79"/>
                  <a:pt x="170" y="79"/>
                </a:cubicBezTo>
                <a:cubicBezTo>
                  <a:pt x="151" y="71"/>
                  <a:pt x="151" y="71"/>
                  <a:pt x="151" y="71"/>
                </a:cubicBezTo>
                <a:cubicBezTo>
                  <a:pt x="165" y="55"/>
                  <a:pt x="165" y="55"/>
                  <a:pt x="165" y="55"/>
                </a:cubicBezTo>
                <a:cubicBezTo>
                  <a:pt x="144" y="53"/>
                  <a:pt x="144" y="53"/>
                  <a:pt x="144" y="53"/>
                </a:cubicBezTo>
                <a:cubicBezTo>
                  <a:pt x="154" y="34"/>
                  <a:pt x="154" y="34"/>
                  <a:pt x="154" y="34"/>
                </a:cubicBezTo>
                <a:cubicBezTo>
                  <a:pt x="133" y="38"/>
                  <a:pt x="133" y="38"/>
                  <a:pt x="133" y="38"/>
                </a:cubicBezTo>
                <a:cubicBezTo>
                  <a:pt x="136" y="16"/>
                  <a:pt x="136" y="16"/>
                  <a:pt x="136" y="16"/>
                </a:cubicBezTo>
                <a:cubicBezTo>
                  <a:pt x="117" y="26"/>
                  <a:pt x="117" y="26"/>
                  <a:pt x="117" y="26"/>
                </a:cubicBezTo>
                <a:cubicBezTo>
                  <a:pt x="115" y="5"/>
                  <a:pt x="115" y="5"/>
                  <a:pt x="115" y="5"/>
                </a:cubicBezTo>
                <a:cubicBezTo>
                  <a:pt x="99" y="19"/>
                  <a:pt x="99" y="19"/>
                  <a:pt x="99" y="19"/>
                </a:cubicBezTo>
                <a:cubicBezTo>
                  <a:pt x="91" y="0"/>
                  <a:pt x="91" y="0"/>
                  <a:pt x="91" y="0"/>
                </a:cubicBezTo>
                <a:cubicBezTo>
                  <a:pt x="81" y="18"/>
                  <a:pt x="81" y="18"/>
                  <a:pt x="81" y="18"/>
                </a:cubicBezTo>
                <a:cubicBezTo>
                  <a:pt x="67" y="1"/>
                  <a:pt x="67" y="1"/>
                  <a:pt x="67" y="1"/>
                </a:cubicBezTo>
                <a:cubicBezTo>
                  <a:pt x="62" y="22"/>
                  <a:pt x="62" y="22"/>
                  <a:pt x="62" y="22"/>
                </a:cubicBezTo>
                <a:cubicBezTo>
                  <a:pt x="44" y="10"/>
                  <a:pt x="44" y="10"/>
                  <a:pt x="44" y="10"/>
                </a:cubicBezTo>
                <a:cubicBezTo>
                  <a:pt x="45" y="31"/>
                  <a:pt x="45" y="31"/>
                  <a:pt x="45" y="31"/>
                </a:cubicBezTo>
                <a:cubicBezTo>
                  <a:pt x="25" y="24"/>
                  <a:pt x="25" y="24"/>
                  <a:pt x="25" y="24"/>
                </a:cubicBezTo>
                <a:cubicBezTo>
                  <a:pt x="32" y="45"/>
                  <a:pt x="32" y="45"/>
                  <a:pt x="32" y="45"/>
                </a:cubicBezTo>
                <a:cubicBezTo>
                  <a:pt x="10" y="44"/>
                  <a:pt x="10" y="44"/>
                  <a:pt x="10" y="44"/>
                </a:cubicBezTo>
                <a:cubicBezTo>
                  <a:pt x="23" y="61"/>
                  <a:pt x="23" y="61"/>
                  <a:pt x="23" y="61"/>
                </a:cubicBezTo>
                <a:cubicBezTo>
                  <a:pt x="2" y="67"/>
                  <a:pt x="2" y="67"/>
                  <a:pt x="2" y="67"/>
                </a:cubicBezTo>
                <a:cubicBezTo>
                  <a:pt x="19" y="80"/>
                  <a:pt x="19" y="80"/>
                  <a:pt x="19" y="80"/>
                </a:cubicBezTo>
                <a:cubicBezTo>
                  <a:pt x="0" y="91"/>
                  <a:pt x="0" y="91"/>
                  <a:pt x="0" y="91"/>
                </a:cubicBezTo>
                <a:cubicBezTo>
                  <a:pt x="20" y="99"/>
                  <a:pt x="20" y="99"/>
                  <a:pt x="20" y="99"/>
                </a:cubicBezTo>
                <a:cubicBezTo>
                  <a:pt x="5" y="115"/>
                  <a:pt x="5" y="115"/>
                  <a:pt x="5" y="115"/>
                </a:cubicBezTo>
                <a:cubicBezTo>
                  <a:pt x="27" y="117"/>
                  <a:pt x="27" y="117"/>
                  <a:pt x="27" y="117"/>
                </a:cubicBezTo>
                <a:cubicBezTo>
                  <a:pt x="17" y="136"/>
                  <a:pt x="17" y="136"/>
                  <a:pt x="17" y="136"/>
                </a:cubicBezTo>
                <a:cubicBezTo>
                  <a:pt x="38" y="132"/>
                  <a:pt x="38" y="132"/>
                  <a:pt x="38" y="132"/>
                </a:cubicBezTo>
                <a:cubicBezTo>
                  <a:pt x="34" y="153"/>
                  <a:pt x="34" y="153"/>
                  <a:pt x="34" y="153"/>
                </a:cubicBezTo>
                <a:cubicBezTo>
                  <a:pt x="53" y="143"/>
                  <a:pt x="53" y="143"/>
                  <a:pt x="53" y="143"/>
                </a:cubicBezTo>
                <a:cubicBezTo>
                  <a:pt x="55" y="165"/>
                  <a:pt x="55" y="165"/>
                  <a:pt x="55" y="165"/>
                </a:cubicBezTo>
                <a:cubicBezTo>
                  <a:pt x="71" y="150"/>
                  <a:pt x="71" y="150"/>
                  <a:pt x="71" y="150"/>
                </a:cubicBezTo>
                <a:cubicBezTo>
                  <a:pt x="79" y="170"/>
                  <a:pt x="79" y="170"/>
                  <a:pt x="79" y="170"/>
                </a:cubicBezTo>
                <a:cubicBezTo>
                  <a:pt x="90" y="151"/>
                  <a:pt x="90" y="151"/>
                  <a:pt x="90" y="151"/>
                </a:cubicBezTo>
                <a:cubicBezTo>
                  <a:pt x="103" y="168"/>
                  <a:pt x="103" y="168"/>
                  <a:pt x="103" y="168"/>
                </a:cubicBezTo>
                <a:cubicBezTo>
                  <a:pt x="109" y="147"/>
                  <a:pt x="109" y="147"/>
                  <a:pt x="109" y="147"/>
                </a:cubicBezTo>
                <a:cubicBezTo>
                  <a:pt x="126" y="160"/>
                  <a:pt x="126" y="160"/>
                  <a:pt x="126" y="160"/>
                </a:cubicBezTo>
                <a:cubicBezTo>
                  <a:pt x="125" y="138"/>
                  <a:pt x="125" y="138"/>
                  <a:pt x="125" y="138"/>
                </a:cubicBezTo>
                <a:cubicBezTo>
                  <a:pt x="146" y="145"/>
                  <a:pt x="146" y="145"/>
                  <a:pt x="146" y="145"/>
                </a:cubicBezTo>
                <a:cubicBezTo>
                  <a:pt x="139" y="125"/>
                  <a:pt x="139" y="125"/>
                  <a:pt x="139" y="125"/>
                </a:cubicBezTo>
                <a:cubicBezTo>
                  <a:pt x="160" y="126"/>
                  <a:pt x="160" y="126"/>
                  <a:pt x="160" y="126"/>
                </a:cubicBezTo>
                <a:cubicBezTo>
                  <a:pt x="148" y="108"/>
                  <a:pt x="148" y="108"/>
                  <a:pt x="148" y="108"/>
                </a:cubicBezTo>
                <a:cubicBezTo>
                  <a:pt x="169" y="103"/>
                  <a:pt x="169" y="103"/>
                  <a:pt x="169" y="103"/>
                </a:cubicBezTo>
                <a:lnTo>
                  <a:pt x="152" y="90"/>
                </a:lnTo>
                <a:close/>
                <a:moveTo>
                  <a:pt x="85" y="141"/>
                </a:moveTo>
                <a:cubicBezTo>
                  <a:pt x="55" y="141"/>
                  <a:pt x="30" y="116"/>
                  <a:pt x="30" y="85"/>
                </a:cubicBezTo>
                <a:cubicBezTo>
                  <a:pt x="30" y="54"/>
                  <a:pt x="55" y="29"/>
                  <a:pt x="85" y="29"/>
                </a:cubicBezTo>
                <a:cubicBezTo>
                  <a:pt x="116" y="29"/>
                  <a:pt x="141" y="54"/>
                  <a:pt x="141" y="85"/>
                </a:cubicBezTo>
                <a:cubicBezTo>
                  <a:pt x="141" y="116"/>
                  <a:pt x="116" y="141"/>
                  <a:pt x="85" y="14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 name="Freeform 44673"/>
          <p:cNvSpPr>
            <a:spLocks/>
          </p:cNvSpPr>
          <p:nvPr/>
        </p:nvSpPr>
        <p:spPr bwMode="auto">
          <a:xfrm>
            <a:off x="11026776" y="4428811"/>
            <a:ext cx="354013" cy="442913"/>
          </a:xfrm>
          <a:custGeom>
            <a:avLst/>
            <a:gdLst>
              <a:gd name="T0" fmla="*/ 142 w 149"/>
              <a:gd name="T1" fmla="*/ 83 h 187"/>
              <a:gd name="T2" fmla="*/ 115 w 149"/>
              <a:gd name="T3" fmla="*/ 54 h 187"/>
              <a:gd name="T4" fmla="*/ 104 w 149"/>
              <a:gd name="T5" fmla="*/ 17 h 187"/>
              <a:gd name="T6" fmla="*/ 44 w 149"/>
              <a:gd name="T7" fmla="*/ 17 h 187"/>
              <a:gd name="T8" fmla="*/ 33 w 149"/>
              <a:gd name="T9" fmla="*/ 55 h 187"/>
              <a:gd name="T10" fmla="*/ 6 w 149"/>
              <a:gd name="T11" fmla="*/ 84 h 187"/>
              <a:gd name="T12" fmla="*/ 36 w 149"/>
              <a:gd name="T13" fmla="*/ 135 h 187"/>
              <a:gd name="T14" fmla="*/ 64 w 149"/>
              <a:gd name="T15" fmla="*/ 133 h 187"/>
              <a:gd name="T16" fmla="*/ 64 w 149"/>
              <a:gd name="T17" fmla="*/ 179 h 187"/>
              <a:gd name="T18" fmla="*/ 75 w 149"/>
              <a:gd name="T19" fmla="*/ 187 h 187"/>
              <a:gd name="T20" fmla="*/ 86 w 149"/>
              <a:gd name="T21" fmla="*/ 179 h 187"/>
              <a:gd name="T22" fmla="*/ 86 w 149"/>
              <a:gd name="T23" fmla="*/ 133 h 187"/>
              <a:gd name="T24" fmla="*/ 113 w 149"/>
              <a:gd name="T25" fmla="*/ 135 h 187"/>
              <a:gd name="T26" fmla="*/ 142 w 149"/>
              <a:gd name="T27" fmla="*/ 83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9" h="187">
                <a:moveTo>
                  <a:pt x="142" y="83"/>
                </a:moveTo>
                <a:cubicBezTo>
                  <a:pt x="139" y="69"/>
                  <a:pt x="128" y="59"/>
                  <a:pt x="115" y="54"/>
                </a:cubicBezTo>
                <a:cubicBezTo>
                  <a:pt x="118" y="41"/>
                  <a:pt x="114" y="27"/>
                  <a:pt x="104" y="17"/>
                </a:cubicBezTo>
                <a:cubicBezTo>
                  <a:pt x="87" y="0"/>
                  <a:pt x="60" y="0"/>
                  <a:pt x="44" y="17"/>
                </a:cubicBezTo>
                <a:cubicBezTo>
                  <a:pt x="34" y="27"/>
                  <a:pt x="30" y="42"/>
                  <a:pt x="33" y="55"/>
                </a:cubicBezTo>
                <a:cubicBezTo>
                  <a:pt x="20" y="59"/>
                  <a:pt x="9" y="70"/>
                  <a:pt x="6" y="84"/>
                </a:cubicBezTo>
                <a:cubicBezTo>
                  <a:pt x="0" y="107"/>
                  <a:pt x="13" y="130"/>
                  <a:pt x="36" y="135"/>
                </a:cubicBezTo>
                <a:cubicBezTo>
                  <a:pt x="46" y="138"/>
                  <a:pt x="55" y="137"/>
                  <a:pt x="64" y="133"/>
                </a:cubicBezTo>
                <a:cubicBezTo>
                  <a:pt x="64" y="179"/>
                  <a:pt x="64" y="179"/>
                  <a:pt x="64" y="179"/>
                </a:cubicBezTo>
                <a:cubicBezTo>
                  <a:pt x="64" y="183"/>
                  <a:pt x="69" y="187"/>
                  <a:pt x="75" y="187"/>
                </a:cubicBezTo>
                <a:cubicBezTo>
                  <a:pt x="81" y="187"/>
                  <a:pt x="86" y="183"/>
                  <a:pt x="86" y="179"/>
                </a:cubicBezTo>
                <a:cubicBezTo>
                  <a:pt x="86" y="133"/>
                  <a:pt x="86" y="133"/>
                  <a:pt x="86" y="133"/>
                </a:cubicBezTo>
                <a:cubicBezTo>
                  <a:pt x="94" y="137"/>
                  <a:pt x="104" y="138"/>
                  <a:pt x="113" y="135"/>
                </a:cubicBezTo>
                <a:cubicBezTo>
                  <a:pt x="135" y="129"/>
                  <a:pt x="149" y="106"/>
                  <a:pt x="142" y="8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03" name="文本框 4502"/>
          <p:cNvSpPr txBox="1"/>
          <p:nvPr/>
        </p:nvSpPr>
        <p:spPr>
          <a:xfrm>
            <a:off x="9239251" y="3880963"/>
            <a:ext cx="527709" cy="461665"/>
          </a:xfrm>
          <a:prstGeom prst="rect">
            <a:avLst/>
          </a:prstGeom>
          <a:noFill/>
        </p:spPr>
        <p:txBody>
          <a:bodyPr wrap="none" rtlCol="0">
            <a:spAutoFit/>
          </a:bodyPr>
          <a:lstStyle/>
          <a:p>
            <a:r>
              <a:rPr lang="en-US" altLang="zh-CN" sz="2400" dirty="0">
                <a:solidFill>
                  <a:prstClr val="white"/>
                </a:solidFill>
                <a:latin typeface="Arial" panose="020B0604020202020204" pitchFamily="34" charset="0"/>
                <a:ea typeface="Microsoft YaHei UI" panose="020B0503020204020204" pitchFamily="34" charset="-122"/>
                <a:cs typeface="Arial" panose="020B0604020202020204" pitchFamily="34" charset="0"/>
              </a:rPr>
              <a:t>03</a:t>
            </a:r>
            <a:endParaRPr lang="zh-CN" altLang="en-US" sz="2400" dirty="0">
              <a:solidFill>
                <a:prstClr val="white"/>
              </a:solidFill>
              <a:latin typeface="Arial" panose="020B0604020202020204" pitchFamily="34" charset="0"/>
              <a:ea typeface="Microsoft YaHei UI" panose="020B0503020204020204" pitchFamily="34" charset="-122"/>
              <a:cs typeface="Arial" panose="020B0604020202020204" pitchFamily="34" charset="0"/>
            </a:endParaRPr>
          </a:p>
        </p:txBody>
      </p:sp>
      <p:sp>
        <p:nvSpPr>
          <p:cNvPr id="4504" name="文本框 4503"/>
          <p:cNvSpPr txBox="1"/>
          <p:nvPr/>
        </p:nvSpPr>
        <p:spPr>
          <a:xfrm>
            <a:off x="9244150" y="4235901"/>
            <a:ext cx="1782626" cy="461665"/>
          </a:xfrm>
          <a:prstGeom prst="rect">
            <a:avLst/>
          </a:prstGeom>
          <a:noFill/>
        </p:spPr>
        <p:txBody>
          <a:bodyPr wrap="square" rtlCol="0">
            <a:spAutoFit/>
          </a:bodyPr>
          <a:lstStyle/>
          <a:p>
            <a:r>
              <a:rPr lang="en-US" altLang="zh-CN" sz="2400" dirty="0">
                <a:solidFill>
                  <a:prstClr val="white"/>
                </a:solidFill>
              </a:rPr>
              <a:t>Sample Text.</a:t>
            </a:r>
            <a:endParaRPr lang="zh-CN" altLang="en-US" sz="2400" dirty="0">
              <a:solidFill>
                <a:prstClr val="white"/>
              </a:solidFill>
            </a:endParaRPr>
          </a:p>
        </p:txBody>
      </p:sp>
      <p:sp>
        <p:nvSpPr>
          <p:cNvPr id="4505" name="文本框 4504"/>
          <p:cNvSpPr txBox="1"/>
          <p:nvPr/>
        </p:nvSpPr>
        <p:spPr>
          <a:xfrm>
            <a:off x="8391262" y="3880963"/>
            <a:ext cx="527709" cy="461665"/>
          </a:xfrm>
          <a:prstGeom prst="rect">
            <a:avLst/>
          </a:prstGeom>
          <a:noFill/>
        </p:spPr>
        <p:txBody>
          <a:bodyPr wrap="none" rtlCol="0">
            <a:spAutoFit/>
          </a:bodyPr>
          <a:lstStyle/>
          <a:p>
            <a:r>
              <a:rPr lang="en-US" altLang="zh-CN" sz="2400" dirty="0">
                <a:solidFill>
                  <a:prstClr val="white"/>
                </a:solidFill>
                <a:latin typeface="Arial" panose="020B0604020202020204" pitchFamily="34" charset="0"/>
                <a:ea typeface="Microsoft YaHei UI" panose="020B0503020204020204" pitchFamily="34" charset="-122"/>
                <a:cs typeface="Arial" panose="020B0604020202020204" pitchFamily="34" charset="0"/>
              </a:rPr>
              <a:t>02</a:t>
            </a:r>
            <a:endParaRPr lang="zh-CN" altLang="en-US" sz="2400" dirty="0">
              <a:solidFill>
                <a:prstClr val="white"/>
              </a:solidFill>
              <a:latin typeface="Arial" panose="020B0604020202020204" pitchFamily="34" charset="0"/>
              <a:ea typeface="Microsoft YaHei UI" panose="020B0503020204020204" pitchFamily="34" charset="-122"/>
              <a:cs typeface="Arial" panose="020B0604020202020204" pitchFamily="34" charset="0"/>
            </a:endParaRPr>
          </a:p>
        </p:txBody>
      </p:sp>
      <p:sp>
        <p:nvSpPr>
          <p:cNvPr id="4506" name="文本框 4505"/>
          <p:cNvSpPr txBox="1"/>
          <p:nvPr/>
        </p:nvSpPr>
        <p:spPr>
          <a:xfrm>
            <a:off x="7286104" y="4235901"/>
            <a:ext cx="1782626" cy="461665"/>
          </a:xfrm>
          <a:prstGeom prst="rect">
            <a:avLst/>
          </a:prstGeom>
          <a:noFill/>
        </p:spPr>
        <p:txBody>
          <a:bodyPr wrap="square" rtlCol="0">
            <a:spAutoFit/>
          </a:bodyPr>
          <a:lstStyle/>
          <a:p>
            <a:r>
              <a:rPr lang="en-US" altLang="zh-CN" sz="2400" dirty="0">
                <a:solidFill>
                  <a:prstClr val="white"/>
                </a:solidFill>
              </a:rPr>
              <a:t>Sample Text.</a:t>
            </a:r>
            <a:endParaRPr lang="zh-CN" altLang="en-US" sz="2400" dirty="0">
              <a:solidFill>
                <a:prstClr val="white"/>
              </a:solidFill>
            </a:endParaRPr>
          </a:p>
        </p:txBody>
      </p:sp>
      <p:sp>
        <p:nvSpPr>
          <p:cNvPr id="4507" name="文本框 4506"/>
          <p:cNvSpPr txBox="1"/>
          <p:nvPr/>
        </p:nvSpPr>
        <p:spPr>
          <a:xfrm>
            <a:off x="8860575" y="3334408"/>
            <a:ext cx="527709" cy="461665"/>
          </a:xfrm>
          <a:prstGeom prst="rect">
            <a:avLst/>
          </a:prstGeom>
          <a:noFill/>
        </p:spPr>
        <p:txBody>
          <a:bodyPr wrap="none" rtlCol="0">
            <a:spAutoFit/>
          </a:bodyPr>
          <a:lstStyle/>
          <a:p>
            <a:r>
              <a:rPr lang="en-US" altLang="zh-CN" sz="2400" dirty="0">
                <a:solidFill>
                  <a:srgbClr val="605E5E"/>
                </a:solidFill>
                <a:latin typeface="Arial" panose="020B0604020202020204" pitchFamily="34" charset="0"/>
                <a:ea typeface="Microsoft YaHei UI" panose="020B0503020204020204" pitchFamily="34" charset="-122"/>
                <a:cs typeface="Arial" panose="020B0604020202020204" pitchFamily="34" charset="0"/>
              </a:rPr>
              <a:t>01</a:t>
            </a:r>
            <a:endParaRPr lang="zh-CN" altLang="en-US" sz="2400" dirty="0">
              <a:solidFill>
                <a:srgbClr val="605E5E"/>
              </a:solidFill>
              <a:latin typeface="Arial" panose="020B0604020202020204" pitchFamily="34" charset="0"/>
              <a:ea typeface="Microsoft YaHei UI" panose="020B0503020204020204" pitchFamily="34" charset="-122"/>
              <a:cs typeface="Arial" panose="020B0604020202020204" pitchFamily="34" charset="0"/>
            </a:endParaRPr>
          </a:p>
        </p:txBody>
      </p:sp>
      <p:sp>
        <p:nvSpPr>
          <p:cNvPr id="4508" name="文本框 4507"/>
          <p:cNvSpPr txBox="1"/>
          <p:nvPr/>
        </p:nvSpPr>
        <p:spPr>
          <a:xfrm>
            <a:off x="8243163" y="2251852"/>
            <a:ext cx="1782626" cy="461665"/>
          </a:xfrm>
          <a:prstGeom prst="rect">
            <a:avLst/>
          </a:prstGeom>
          <a:noFill/>
        </p:spPr>
        <p:txBody>
          <a:bodyPr wrap="square" rtlCol="0">
            <a:spAutoFit/>
          </a:bodyPr>
          <a:lstStyle/>
          <a:p>
            <a:r>
              <a:rPr lang="en-US" altLang="zh-CN" sz="2400" dirty="0">
                <a:solidFill>
                  <a:srgbClr val="605E5E"/>
                </a:solidFill>
              </a:rPr>
              <a:t>Sample Text.</a:t>
            </a:r>
            <a:endParaRPr lang="zh-CN" altLang="en-US" sz="2400" dirty="0">
              <a:solidFill>
                <a:srgbClr val="605E5E"/>
              </a:solidFill>
            </a:endParaRPr>
          </a:p>
        </p:txBody>
      </p:sp>
      <p:sp>
        <p:nvSpPr>
          <p:cNvPr id="26"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三项并列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840335376"/>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 name="Freeform 60"/>
          <p:cNvSpPr>
            <a:spLocks/>
          </p:cNvSpPr>
          <p:nvPr/>
        </p:nvSpPr>
        <p:spPr bwMode="auto">
          <a:xfrm>
            <a:off x="1007063" y="3889553"/>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 name="文本框 86"/>
          <p:cNvSpPr txBox="1"/>
          <p:nvPr/>
        </p:nvSpPr>
        <p:spPr>
          <a:xfrm>
            <a:off x="940215" y="4689154"/>
            <a:ext cx="4052699" cy="1421928"/>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网络</a:t>
            </a:r>
            <a:r>
              <a:rPr lang="en-US" altLang="zh-CN" dirty="0">
                <a:solidFill>
                  <a:prstClr val="black">
                    <a:lumMod val="65000"/>
                    <a:lumOff val="35000"/>
                  </a:prstClr>
                </a:solidFill>
                <a:latin typeface="微软雅黑" panose="020B0503020204020204" pitchFamily="34" charset="-122"/>
              </a:rPr>
              <a:t>EPS</a:t>
            </a:r>
            <a:r>
              <a:rPr lang="zh-CN" altLang="en-US" dirty="0">
                <a:solidFill>
                  <a:prstClr val="black">
                    <a:lumMod val="65000"/>
                    <a:lumOff val="35000"/>
                  </a:prstClr>
                </a:solidFill>
                <a:latin typeface="微软雅黑" panose="020B0503020204020204" pitchFamily="34" charset="-122"/>
              </a:rPr>
              <a:t>素材改编；</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文字、颜色可随意更改；</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矢量图标可以替换；</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图标放置位置可以灵活设置。</a:t>
            </a:r>
            <a:endParaRPr lang="en-US" altLang="zh-CN" dirty="0">
              <a:solidFill>
                <a:prstClr val="black">
                  <a:lumMod val="65000"/>
                  <a:lumOff val="35000"/>
                </a:prstClr>
              </a:solidFill>
              <a:latin typeface="微软雅黑" panose="020B0503020204020204" pitchFamily="34" charset="-122"/>
            </a:endParaRPr>
          </a:p>
        </p:txBody>
      </p:sp>
      <p:sp>
        <p:nvSpPr>
          <p:cNvPr id="88" name="圆角矩形 87"/>
          <p:cNvSpPr/>
          <p:nvPr/>
        </p:nvSpPr>
        <p:spPr>
          <a:xfrm>
            <a:off x="1674755" y="4048838"/>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89" name="等腰三角形 88"/>
          <p:cNvSpPr/>
          <p:nvPr/>
        </p:nvSpPr>
        <p:spPr>
          <a:xfrm rot="16200000">
            <a:off x="1600123" y="4116382"/>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39" name="六边形 38"/>
          <p:cNvSpPr/>
          <p:nvPr/>
        </p:nvSpPr>
        <p:spPr>
          <a:xfrm rot="16200000">
            <a:off x="8788258" y="3092944"/>
            <a:ext cx="2888574" cy="2490150"/>
          </a:xfrm>
          <a:prstGeom prst="hexagon">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 name="六边形 39"/>
          <p:cNvSpPr/>
          <p:nvPr/>
        </p:nvSpPr>
        <p:spPr>
          <a:xfrm rot="16200000">
            <a:off x="6298108" y="3092945"/>
            <a:ext cx="2888574" cy="2490150"/>
          </a:xfrm>
          <a:prstGeom prst="hexagon">
            <a:avLst/>
          </a:prstGeom>
          <a:solidFill>
            <a:srgbClr val="EC3730"/>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 name="六边形 40"/>
          <p:cNvSpPr/>
          <p:nvPr/>
        </p:nvSpPr>
        <p:spPr>
          <a:xfrm rot="16200000">
            <a:off x="7543183" y="834201"/>
            <a:ext cx="2888574" cy="2490150"/>
          </a:xfrm>
          <a:prstGeom prst="hexagon">
            <a:avLst/>
          </a:prstGeom>
          <a:solidFill>
            <a:srgbClr val="F36F00"/>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 name="Freeform 74"/>
          <p:cNvSpPr>
            <a:spLocks/>
          </p:cNvSpPr>
          <p:nvPr/>
        </p:nvSpPr>
        <p:spPr bwMode="auto">
          <a:xfrm>
            <a:off x="9979025" y="599758"/>
            <a:ext cx="465138" cy="533400"/>
          </a:xfrm>
          <a:custGeom>
            <a:avLst/>
            <a:gdLst>
              <a:gd name="T0" fmla="*/ 0 w 293"/>
              <a:gd name="T1" fmla="*/ 85 h 336"/>
              <a:gd name="T2" fmla="*/ 144 w 293"/>
              <a:gd name="T3" fmla="*/ 0 h 336"/>
              <a:gd name="T4" fmla="*/ 291 w 293"/>
              <a:gd name="T5" fmla="*/ 80 h 336"/>
              <a:gd name="T6" fmla="*/ 293 w 293"/>
              <a:gd name="T7" fmla="*/ 249 h 336"/>
              <a:gd name="T8" fmla="*/ 149 w 293"/>
              <a:gd name="T9" fmla="*/ 336 h 336"/>
              <a:gd name="T10" fmla="*/ 2 w 293"/>
              <a:gd name="T11" fmla="*/ 253 h 336"/>
              <a:gd name="T12" fmla="*/ 0 w 293"/>
              <a:gd name="T13" fmla="*/ 85 h 336"/>
            </a:gdLst>
            <a:ahLst/>
            <a:cxnLst>
              <a:cxn ang="0">
                <a:pos x="T0" y="T1"/>
              </a:cxn>
              <a:cxn ang="0">
                <a:pos x="T2" y="T3"/>
              </a:cxn>
              <a:cxn ang="0">
                <a:pos x="T4" y="T5"/>
              </a:cxn>
              <a:cxn ang="0">
                <a:pos x="T6" y="T7"/>
              </a:cxn>
              <a:cxn ang="0">
                <a:pos x="T8" y="T9"/>
              </a:cxn>
              <a:cxn ang="0">
                <a:pos x="T10" y="T11"/>
              </a:cxn>
              <a:cxn ang="0">
                <a:pos x="T12" y="T13"/>
              </a:cxn>
            </a:cxnLst>
            <a:rect l="0" t="0" r="r" b="b"/>
            <a:pathLst>
              <a:path w="293" h="336">
                <a:moveTo>
                  <a:pt x="0" y="85"/>
                </a:moveTo>
                <a:lnTo>
                  <a:pt x="144" y="0"/>
                </a:lnTo>
                <a:lnTo>
                  <a:pt x="291" y="80"/>
                </a:lnTo>
                <a:lnTo>
                  <a:pt x="293" y="249"/>
                </a:lnTo>
                <a:lnTo>
                  <a:pt x="149" y="336"/>
                </a:lnTo>
                <a:lnTo>
                  <a:pt x="2" y="253"/>
                </a:lnTo>
                <a:lnTo>
                  <a:pt x="0" y="85"/>
                </a:lnTo>
                <a:close/>
              </a:path>
            </a:pathLst>
          </a:custGeom>
          <a:solidFill>
            <a:srgbClr val="E76D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45" name="组合 44"/>
          <p:cNvGrpSpPr/>
          <p:nvPr/>
        </p:nvGrpSpPr>
        <p:grpSpPr>
          <a:xfrm>
            <a:off x="10064750" y="720408"/>
            <a:ext cx="290513" cy="258763"/>
            <a:chOff x="10034270" y="674688"/>
            <a:chExt cx="290513" cy="258763"/>
          </a:xfrm>
        </p:grpSpPr>
        <p:sp>
          <p:nvSpPr>
            <p:cNvPr id="46" name="Freeform 75"/>
            <p:cNvSpPr>
              <a:spLocks/>
            </p:cNvSpPr>
            <p:nvPr/>
          </p:nvSpPr>
          <p:spPr bwMode="auto">
            <a:xfrm>
              <a:off x="10061258" y="722313"/>
              <a:ext cx="239713" cy="211138"/>
            </a:xfrm>
            <a:custGeom>
              <a:avLst/>
              <a:gdLst>
                <a:gd name="T0" fmla="*/ 34 w 64"/>
                <a:gd name="T1" fmla="*/ 1 h 56"/>
                <a:gd name="T2" fmla="*/ 28 w 64"/>
                <a:gd name="T3" fmla="*/ 1 h 56"/>
                <a:gd name="T4" fmla="*/ 3 w 64"/>
                <a:gd name="T5" fmla="*/ 16 h 56"/>
                <a:gd name="T6" fmla="*/ 0 w 64"/>
                <a:gd name="T7" fmla="*/ 21 h 56"/>
                <a:gd name="T8" fmla="*/ 0 w 64"/>
                <a:gd name="T9" fmla="*/ 53 h 56"/>
                <a:gd name="T10" fmla="*/ 4 w 64"/>
                <a:gd name="T11" fmla="*/ 56 h 56"/>
                <a:gd name="T12" fmla="*/ 19 w 64"/>
                <a:gd name="T13" fmla="*/ 56 h 56"/>
                <a:gd name="T14" fmla="*/ 22 w 64"/>
                <a:gd name="T15" fmla="*/ 53 h 56"/>
                <a:gd name="T16" fmla="*/ 22 w 64"/>
                <a:gd name="T17" fmla="*/ 38 h 56"/>
                <a:gd name="T18" fmla="*/ 26 w 64"/>
                <a:gd name="T19" fmla="*/ 35 h 56"/>
                <a:gd name="T20" fmla="*/ 39 w 64"/>
                <a:gd name="T21" fmla="*/ 35 h 56"/>
                <a:gd name="T22" fmla="*/ 42 w 64"/>
                <a:gd name="T23" fmla="*/ 38 h 56"/>
                <a:gd name="T24" fmla="*/ 42 w 64"/>
                <a:gd name="T25" fmla="*/ 53 h 56"/>
                <a:gd name="T26" fmla="*/ 46 w 64"/>
                <a:gd name="T27" fmla="*/ 56 h 56"/>
                <a:gd name="T28" fmla="*/ 60 w 64"/>
                <a:gd name="T29" fmla="*/ 56 h 56"/>
                <a:gd name="T30" fmla="*/ 64 w 64"/>
                <a:gd name="T31" fmla="*/ 53 h 56"/>
                <a:gd name="T32" fmla="*/ 64 w 64"/>
                <a:gd name="T33" fmla="*/ 21 h 56"/>
                <a:gd name="T34" fmla="*/ 61 w 64"/>
                <a:gd name="T35" fmla="*/ 16 h 56"/>
                <a:gd name="T36" fmla="*/ 34 w 64"/>
                <a:gd name="T37"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 h="56">
                  <a:moveTo>
                    <a:pt x="34" y="1"/>
                  </a:moveTo>
                  <a:cubicBezTo>
                    <a:pt x="33" y="0"/>
                    <a:pt x="30" y="0"/>
                    <a:pt x="28" y="1"/>
                  </a:cubicBezTo>
                  <a:cubicBezTo>
                    <a:pt x="3" y="16"/>
                    <a:pt x="3" y="16"/>
                    <a:pt x="3" y="16"/>
                  </a:cubicBezTo>
                  <a:cubicBezTo>
                    <a:pt x="2" y="17"/>
                    <a:pt x="0" y="19"/>
                    <a:pt x="0" y="21"/>
                  </a:cubicBezTo>
                  <a:cubicBezTo>
                    <a:pt x="0" y="53"/>
                    <a:pt x="0" y="53"/>
                    <a:pt x="0" y="53"/>
                  </a:cubicBezTo>
                  <a:cubicBezTo>
                    <a:pt x="0" y="54"/>
                    <a:pt x="2" y="56"/>
                    <a:pt x="4" y="56"/>
                  </a:cubicBezTo>
                  <a:cubicBezTo>
                    <a:pt x="19" y="56"/>
                    <a:pt x="19" y="56"/>
                    <a:pt x="19" y="56"/>
                  </a:cubicBezTo>
                  <a:cubicBezTo>
                    <a:pt x="21" y="56"/>
                    <a:pt x="22" y="54"/>
                    <a:pt x="22" y="53"/>
                  </a:cubicBezTo>
                  <a:cubicBezTo>
                    <a:pt x="22" y="38"/>
                    <a:pt x="22" y="38"/>
                    <a:pt x="22" y="38"/>
                  </a:cubicBezTo>
                  <a:cubicBezTo>
                    <a:pt x="22" y="36"/>
                    <a:pt x="24" y="35"/>
                    <a:pt x="26" y="35"/>
                  </a:cubicBezTo>
                  <a:cubicBezTo>
                    <a:pt x="39" y="35"/>
                    <a:pt x="39" y="35"/>
                    <a:pt x="39" y="35"/>
                  </a:cubicBezTo>
                  <a:cubicBezTo>
                    <a:pt x="40" y="35"/>
                    <a:pt x="42" y="36"/>
                    <a:pt x="42" y="38"/>
                  </a:cubicBezTo>
                  <a:cubicBezTo>
                    <a:pt x="42" y="53"/>
                    <a:pt x="42" y="53"/>
                    <a:pt x="42" y="53"/>
                  </a:cubicBezTo>
                  <a:cubicBezTo>
                    <a:pt x="42" y="54"/>
                    <a:pt x="44" y="56"/>
                    <a:pt x="46" y="56"/>
                  </a:cubicBezTo>
                  <a:cubicBezTo>
                    <a:pt x="60" y="56"/>
                    <a:pt x="60" y="56"/>
                    <a:pt x="60" y="56"/>
                  </a:cubicBezTo>
                  <a:cubicBezTo>
                    <a:pt x="62" y="56"/>
                    <a:pt x="64" y="54"/>
                    <a:pt x="64" y="53"/>
                  </a:cubicBezTo>
                  <a:cubicBezTo>
                    <a:pt x="64" y="21"/>
                    <a:pt x="64" y="21"/>
                    <a:pt x="64" y="21"/>
                  </a:cubicBezTo>
                  <a:cubicBezTo>
                    <a:pt x="64" y="19"/>
                    <a:pt x="62" y="17"/>
                    <a:pt x="61" y="16"/>
                  </a:cubicBezTo>
                  <a:lnTo>
                    <a:pt x="34" y="1"/>
                  </a:lnTo>
                  <a:close/>
                </a:path>
              </a:pathLst>
            </a:custGeom>
            <a:solidFill>
              <a:srgbClr val="F0E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 name="Freeform 76"/>
            <p:cNvSpPr>
              <a:spLocks/>
            </p:cNvSpPr>
            <p:nvPr/>
          </p:nvSpPr>
          <p:spPr bwMode="auto">
            <a:xfrm>
              <a:off x="10034270" y="674688"/>
              <a:ext cx="290513" cy="96838"/>
            </a:xfrm>
            <a:custGeom>
              <a:avLst/>
              <a:gdLst>
                <a:gd name="T0" fmla="*/ 76 w 77"/>
                <a:gd name="T1" fmla="*/ 25 h 26"/>
                <a:gd name="T2" fmla="*/ 72 w 77"/>
                <a:gd name="T3" fmla="*/ 25 h 26"/>
                <a:gd name="T4" fmla="*/ 41 w 77"/>
                <a:gd name="T5" fmla="*/ 7 h 26"/>
                <a:gd name="T6" fmla="*/ 35 w 77"/>
                <a:gd name="T7" fmla="*/ 7 h 26"/>
                <a:gd name="T8" fmla="*/ 5 w 77"/>
                <a:gd name="T9" fmla="*/ 25 h 26"/>
                <a:gd name="T10" fmla="*/ 1 w 77"/>
                <a:gd name="T11" fmla="*/ 25 h 26"/>
                <a:gd name="T12" fmla="*/ 3 w 77"/>
                <a:gd name="T13" fmla="*/ 21 h 26"/>
                <a:gd name="T14" fmla="*/ 35 w 77"/>
                <a:gd name="T15" fmla="*/ 2 h 26"/>
                <a:gd name="T16" fmla="*/ 41 w 77"/>
                <a:gd name="T17" fmla="*/ 1 h 26"/>
                <a:gd name="T18" fmla="*/ 75 w 77"/>
                <a:gd name="T19" fmla="*/ 21 h 26"/>
                <a:gd name="T20" fmla="*/ 76 w 77"/>
                <a:gd name="T21" fmla="*/ 25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7" h="26">
                  <a:moveTo>
                    <a:pt x="76" y="25"/>
                  </a:moveTo>
                  <a:cubicBezTo>
                    <a:pt x="76" y="26"/>
                    <a:pt x="74" y="26"/>
                    <a:pt x="72" y="25"/>
                  </a:cubicBezTo>
                  <a:cubicBezTo>
                    <a:pt x="41" y="7"/>
                    <a:pt x="41" y="7"/>
                    <a:pt x="41" y="7"/>
                  </a:cubicBezTo>
                  <a:cubicBezTo>
                    <a:pt x="39" y="6"/>
                    <a:pt x="37" y="6"/>
                    <a:pt x="35" y="7"/>
                  </a:cubicBezTo>
                  <a:cubicBezTo>
                    <a:pt x="5" y="25"/>
                    <a:pt x="5" y="25"/>
                    <a:pt x="5" y="25"/>
                  </a:cubicBezTo>
                  <a:cubicBezTo>
                    <a:pt x="4" y="26"/>
                    <a:pt x="2" y="26"/>
                    <a:pt x="1" y="25"/>
                  </a:cubicBezTo>
                  <a:cubicBezTo>
                    <a:pt x="0" y="24"/>
                    <a:pt x="1" y="22"/>
                    <a:pt x="3" y="21"/>
                  </a:cubicBezTo>
                  <a:cubicBezTo>
                    <a:pt x="35" y="2"/>
                    <a:pt x="35" y="2"/>
                    <a:pt x="35" y="2"/>
                  </a:cubicBezTo>
                  <a:cubicBezTo>
                    <a:pt x="37" y="1"/>
                    <a:pt x="39" y="0"/>
                    <a:pt x="41" y="1"/>
                  </a:cubicBezTo>
                  <a:cubicBezTo>
                    <a:pt x="75" y="21"/>
                    <a:pt x="75" y="21"/>
                    <a:pt x="75" y="21"/>
                  </a:cubicBezTo>
                  <a:cubicBezTo>
                    <a:pt x="76" y="22"/>
                    <a:pt x="77" y="24"/>
                    <a:pt x="76" y="25"/>
                  </a:cubicBezTo>
                  <a:close/>
                </a:path>
              </a:pathLst>
            </a:custGeom>
            <a:solidFill>
              <a:srgbClr val="F0E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48" name="Freeform 77"/>
          <p:cNvSpPr>
            <a:spLocks/>
          </p:cNvSpPr>
          <p:nvPr/>
        </p:nvSpPr>
        <p:spPr bwMode="auto">
          <a:xfrm>
            <a:off x="9681210" y="5752148"/>
            <a:ext cx="466725" cy="533400"/>
          </a:xfrm>
          <a:custGeom>
            <a:avLst/>
            <a:gdLst>
              <a:gd name="T0" fmla="*/ 0 w 294"/>
              <a:gd name="T1" fmla="*/ 87 h 336"/>
              <a:gd name="T2" fmla="*/ 145 w 294"/>
              <a:gd name="T3" fmla="*/ 0 h 336"/>
              <a:gd name="T4" fmla="*/ 292 w 294"/>
              <a:gd name="T5" fmla="*/ 82 h 336"/>
              <a:gd name="T6" fmla="*/ 294 w 294"/>
              <a:gd name="T7" fmla="*/ 250 h 336"/>
              <a:gd name="T8" fmla="*/ 152 w 294"/>
              <a:gd name="T9" fmla="*/ 336 h 336"/>
              <a:gd name="T10" fmla="*/ 5 w 294"/>
              <a:gd name="T11" fmla="*/ 255 h 336"/>
              <a:gd name="T12" fmla="*/ 0 w 294"/>
              <a:gd name="T13" fmla="*/ 87 h 336"/>
            </a:gdLst>
            <a:ahLst/>
            <a:cxnLst>
              <a:cxn ang="0">
                <a:pos x="T0" y="T1"/>
              </a:cxn>
              <a:cxn ang="0">
                <a:pos x="T2" y="T3"/>
              </a:cxn>
              <a:cxn ang="0">
                <a:pos x="T4" y="T5"/>
              </a:cxn>
              <a:cxn ang="0">
                <a:pos x="T6" y="T7"/>
              </a:cxn>
              <a:cxn ang="0">
                <a:pos x="T8" y="T9"/>
              </a:cxn>
              <a:cxn ang="0">
                <a:pos x="T10" y="T11"/>
              </a:cxn>
              <a:cxn ang="0">
                <a:pos x="T12" y="T13"/>
              </a:cxn>
            </a:cxnLst>
            <a:rect l="0" t="0" r="r" b="b"/>
            <a:pathLst>
              <a:path w="294" h="336">
                <a:moveTo>
                  <a:pt x="0" y="87"/>
                </a:moveTo>
                <a:lnTo>
                  <a:pt x="145" y="0"/>
                </a:lnTo>
                <a:lnTo>
                  <a:pt x="292" y="82"/>
                </a:lnTo>
                <a:lnTo>
                  <a:pt x="294" y="250"/>
                </a:lnTo>
                <a:lnTo>
                  <a:pt x="152" y="336"/>
                </a:lnTo>
                <a:lnTo>
                  <a:pt x="5" y="255"/>
                </a:lnTo>
                <a:lnTo>
                  <a:pt x="0" y="87"/>
                </a:lnTo>
                <a:close/>
              </a:path>
            </a:pathLst>
          </a:custGeom>
          <a:solidFill>
            <a:srgbClr val="1A1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49" name="组合 48"/>
          <p:cNvGrpSpPr/>
          <p:nvPr/>
        </p:nvGrpSpPr>
        <p:grpSpPr>
          <a:xfrm>
            <a:off x="9749473" y="5879148"/>
            <a:ext cx="315912" cy="330200"/>
            <a:chOff x="9734233" y="5894388"/>
            <a:chExt cx="315912" cy="330200"/>
          </a:xfrm>
        </p:grpSpPr>
        <p:sp>
          <p:nvSpPr>
            <p:cNvPr id="50" name="Freeform 78"/>
            <p:cNvSpPr>
              <a:spLocks/>
            </p:cNvSpPr>
            <p:nvPr/>
          </p:nvSpPr>
          <p:spPr bwMode="auto">
            <a:xfrm>
              <a:off x="9734233" y="5916613"/>
              <a:ext cx="282575" cy="307975"/>
            </a:xfrm>
            <a:custGeom>
              <a:avLst/>
              <a:gdLst>
                <a:gd name="T0" fmla="*/ 59 w 75"/>
                <a:gd name="T1" fmla="*/ 44 h 82"/>
                <a:gd name="T2" fmla="*/ 38 w 75"/>
                <a:gd name="T3" fmla="*/ 40 h 82"/>
                <a:gd name="T4" fmla="*/ 35 w 75"/>
                <a:gd name="T5" fmla="*/ 18 h 82"/>
                <a:gd name="T6" fmla="*/ 20 w 75"/>
                <a:gd name="T7" fmla="*/ 0 h 82"/>
                <a:gd name="T8" fmla="*/ 28 w 75"/>
                <a:gd name="T9" fmla="*/ 49 h 82"/>
                <a:gd name="T10" fmla="*/ 75 w 75"/>
                <a:gd name="T11" fmla="*/ 63 h 82"/>
                <a:gd name="T12" fmla="*/ 59 w 75"/>
                <a:gd name="T13" fmla="*/ 44 h 82"/>
              </a:gdLst>
              <a:ahLst/>
              <a:cxnLst>
                <a:cxn ang="0">
                  <a:pos x="T0" y="T1"/>
                </a:cxn>
                <a:cxn ang="0">
                  <a:pos x="T2" y="T3"/>
                </a:cxn>
                <a:cxn ang="0">
                  <a:pos x="T4" y="T5"/>
                </a:cxn>
                <a:cxn ang="0">
                  <a:pos x="T6" y="T7"/>
                </a:cxn>
                <a:cxn ang="0">
                  <a:pos x="T8" y="T9"/>
                </a:cxn>
                <a:cxn ang="0">
                  <a:pos x="T10" y="T11"/>
                </a:cxn>
                <a:cxn ang="0">
                  <a:pos x="T12" y="T13"/>
                </a:cxn>
              </a:cxnLst>
              <a:rect l="0" t="0" r="r" b="b"/>
              <a:pathLst>
                <a:path w="75" h="82">
                  <a:moveTo>
                    <a:pt x="59" y="44"/>
                  </a:moveTo>
                  <a:cubicBezTo>
                    <a:pt x="59" y="44"/>
                    <a:pt x="53" y="55"/>
                    <a:pt x="38" y="40"/>
                  </a:cubicBezTo>
                  <a:cubicBezTo>
                    <a:pt x="23" y="23"/>
                    <a:pt x="35" y="18"/>
                    <a:pt x="35" y="18"/>
                  </a:cubicBezTo>
                  <a:cubicBezTo>
                    <a:pt x="20" y="0"/>
                    <a:pt x="20" y="0"/>
                    <a:pt x="20" y="0"/>
                  </a:cubicBezTo>
                  <a:cubicBezTo>
                    <a:pt x="20" y="0"/>
                    <a:pt x="0" y="18"/>
                    <a:pt x="28" y="49"/>
                  </a:cubicBezTo>
                  <a:cubicBezTo>
                    <a:pt x="58" y="82"/>
                    <a:pt x="75" y="63"/>
                    <a:pt x="75" y="63"/>
                  </a:cubicBezTo>
                  <a:lnTo>
                    <a:pt x="59" y="44"/>
                  </a:lnTo>
                  <a:close/>
                </a:path>
              </a:pathLst>
            </a:custGeom>
            <a:solidFill>
              <a:srgbClr val="F0E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 name="Freeform 79"/>
            <p:cNvSpPr>
              <a:spLocks/>
            </p:cNvSpPr>
            <p:nvPr/>
          </p:nvSpPr>
          <p:spPr bwMode="auto">
            <a:xfrm>
              <a:off x="9970770" y="6059488"/>
              <a:ext cx="79375" cy="87313"/>
            </a:xfrm>
            <a:custGeom>
              <a:avLst/>
              <a:gdLst>
                <a:gd name="T0" fmla="*/ 50 w 50"/>
                <a:gd name="T1" fmla="*/ 45 h 55"/>
                <a:gd name="T2" fmla="*/ 38 w 50"/>
                <a:gd name="T3" fmla="*/ 55 h 55"/>
                <a:gd name="T4" fmla="*/ 0 w 50"/>
                <a:gd name="T5" fmla="*/ 10 h 55"/>
                <a:gd name="T6" fmla="*/ 10 w 50"/>
                <a:gd name="T7" fmla="*/ 0 h 55"/>
                <a:gd name="T8" fmla="*/ 50 w 50"/>
                <a:gd name="T9" fmla="*/ 45 h 55"/>
              </a:gdLst>
              <a:ahLst/>
              <a:cxnLst>
                <a:cxn ang="0">
                  <a:pos x="T0" y="T1"/>
                </a:cxn>
                <a:cxn ang="0">
                  <a:pos x="T2" y="T3"/>
                </a:cxn>
                <a:cxn ang="0">
                  <a:pos x="T4" y="T5"/>
                </a:cxn>
                <a:cxn ang="0">
                  <a:pos x="T6" y="T7"/>
                </a:cxn>
                <a:cxn ang="0">
                  <a:pos x="T8" y="T9"/>
                </a:cxn>
              </a:cxnLst>
              <a:rect l="0" t="0" r="r" b="b"/>
              <a:pathLst>
                <a:path w="50" h="55">
                  <a:moveTo>
                    <a:pt x="50" y="45"/>
                  </a:moveTo>
                  <a:lnTo>
                    <a:pt x="38" y="55"/>
                  </a:lnTo>
                  <a:lnTo>
                    <a:pt x="0" y="10"/>
                  </a:lnTo>
                  <a:lnTo>
                    <a:pt x="10" y="0"/>
                  </a:lnTo>
                  <a:lnTo>
                    <a:pt x="50" y="45"/>
                  </a:lnTo>
                  <a:close/>
                </a:path>
              </a:pathLst>
            </a:custGeom>
            <a:solidFill>
              <a:srgbClr val="F0E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 name="Freeform 80"/>
            <p:cNvSpPr>
              <a:spLocks/>
            </p:cNvSpPr>
            <p:nvPr/>
          </p:nvSpPr>
          <p:spPr bwMode="auto">
            <a:xfrm>
              <a:off x="9819958" y="5894388"/>
              <a:ext cx="76200" cy="82550"/>
            </a:xfrm>
            <a:custGeom>
              <a:avLst/>
              <a:gdLst>
                <a:gd name="T0" fmla="*/ 48 w 48"/>
                <a:gd name="T1" fmla="*/ 43 h 52"/>
                <a:gd name="T2" fmla="*/ 38 w 48"/>
                <a:gd name="T3" fmla="*/ 52 h 52"/>
                <a:gd name="T4" fmla="*/ 0 w 48"/>
                <a:gd name="T5" fmla="*/ 9 h 52"/>
                <a:gd name="T6" fmla="*/ 10 w 48"/>
                <a:gd name="T7" fmla="*/ 0 h 52"/>
                <a:gd name="T8" fmla="*/ 48 w 48"/>
                <a:gd name="T9" fmla="*/ 43 h 52"/>
              </a:gdLst>
              <a:ahLst/>
              <a:cxnLst>
                <a:cxn ang="0">
                  <a:pos x="T0" y="T1"/>
                </a:cxn>
                <a:cxn ang="0">
                  <a:pos x="T2" y="T3"/>
                </a:cxn>
                <a:cxn ang="0">
                  <a:pos x="T4" y="T5"/>
                </a:cxn>
                <a:cxn ang="0">
                  <a:pos x="T6" y="T7"/>
                </a:cxn>
                <a:cxn ang="0">
                  <a:pos x="T8" y="T9"/>
                </a:cxn>
              </a:cxnLst>
              <a:rect l="0" t="0" r="r" b="b"/>
              <a:pathLst>
                <a:path w="48" h="52">
                  <a:moveTo>
                    <a:pt x="48" y="43"/>
                  </a:moveTo>
                  <a:lnTo>
                    <a:pt x="38" y="52"/>
                  </a:lnTo>
                  <a:lnTo>
                    <a:pt x="0" y="9"/>
                  </a:lnTo>
                  <a:lnTo>
                    <a:pt x="10" y="0"/>
                  </a:lnTo>
                  <a:lnTo>
                    <a:pt x="48" y="43"/>
                  </a:lnTo>
                  <a:close/>
                </a:path>
              </a:pathLst>
            </a:custGeom>
            <a:solidFill>
              <a:srgbClr val="F0E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53" name="Freeform 81"/>
          <p:cNvSpPr>
            <a:spLocks/>
          </p:cNvSpPr>
          <p:nvPr/>
        </p:nvSpPr>
        <p:spPr bwMode="auto">
          <a:xfrm>
            <a:off x="6229350" y="2889886"/>
            <a:ext cx="466725" cy="533400"/>
          </a:xfrm>
          <a:custGeom>
            <a:avLst/>
            <a:gdLst>
              <a:gd name="T0" fmla="*/ 0 w 294"/>
              <a:gd name="T1" fmla="*/ 85 h 336"/>
              <a:gd name="T2" fmla="*/ 144 w 294"/>
              <a:gd name="T3" fmla="*/ 0 h 336"/>
              <a:gd name="T4" fmla="*/ 291 w 294"/>
              <a:gd name="T5" fmla="*/ 80 h 336"/>
              <a:gd name="T6" fmla="*/ 294 w 294"/>
              <a:gd name="T7" fmla="*/ 248 h 336"/>
              <a:gd name="T8" fmla="*/ 152 w 294"/>
              <a:gd name="T9" fmla="*/ 336 h 336"/>
              <a:gd name="T10" fmla="*/ 5 w 294"/>
              <a:gd name="T11" fmla="*/ 253 h 336"/>
              <a:gd name="T12" fmla="*/ 0 w 294"/>
              <a:gd name="T13" fmla="*/ 85 h 336"/>
            </a:gdLst>
            <a:ahLst/>
            <a:cxnLst>
              <a:cxn ang="0">
                <a:pos x="T0" y="T1"/>
              </a:cxn>
              <a:cxn ang="0">
                <a:pos x="T2" y="T3"/>
              </a:cxn>
              <a:cxn ang="0">
                <a:pos x="T4" y="T5"/>
              </a:cxn>
              <a:cxn ang="0">
                <a:pos x="T6" y="T7"/>
              </a:cxn>
              <a:cxn ang="0">
                <a:pos x="T8" y="T9"/>
              </a:cxn>
              <a:cxn ang="0">
                <a:pos x="T10" y="T11"/>
              </a:cxn>
              <a:cxn ang="0">
                <a:pos x="T12" y="T13"/>
              </a:cxn>
            </a:cxnLst>
            <a:rect l="0" t="0" r="r" b="b"/>
            <a:pathLst>
              <a:path w="294" h="336">
                <a:moveTo>
                  <a:pt x="0" y="85"/>
                </a:moveTo>
                <a:lnTo>
                  <a:pt x="144" y="0"/>
                </a:lnTo>
                <a:lnTo>
                  <a:pt x="291" y="80"/>
                </a:lnTo>
                <a:lnTo>
                  <a:pt x="294" y="248"/>
                </a:lnTo>
                <a:lnTo>
                  <a:pt x="152" y="336"/>
                </a:lnTo>
                <a:lnTo>
                  <a:pt x="5" y="253"/>
                </a:lnTo>
                <a:lnTo>
                  <a:pt x="0" y="85"/>
                </a:lnTo>
                <a:close/>
              </a:path>
            </a:pathLst>
          </a:custGeom>
          <a:solidFill>
            <a:srgbClr val="DE39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54" name="组合 53"/>
          <p:cNvGrpSpPr/>
          <p:nvPr/>
        </p:nvGrpSpPr>
        <p:grpSpPr>
          <a:xfrm>
            <a:off x="6319838" y="3066098"/>
            <a:ext cx="285750" cy="176213"/>
            <a:chOff x="6213158" y="2928938"/>
            <a:chExt cx="285750" cy="176213"/>
          </a:xfrm>
        </p:grpSpPr>
        <p:sp>
          <p:nvSpPr>
            <p:cNvPr id="55" name="Freeform 82"/>
            <p:cNvSpPr>
              <a:spLocks/>
            </p:cNvSpPr>
            <p:nvPr/>
          </p:nvSpPr>
          <p:spPr bwMode="auto">
            <a:xfrm>
              <a:off x="6227445" y="2928938"/>
              <a:ext cx="255588" cy="71438"/>
            </a:xfrm>
            <a:custGeom>
              <a:avLst/>
              <a:gdLst>
                <a:gd name="T0" fmla="*/ 39 w 68"/>
                <a:gd name="T1" fmla="*/ 18 h 19"/>
                <a:gd name="T2" fmla="*/ 68 w 68"/>
                <a:gd name="T3" fmla="*/ 1 h 19"/>
                <a:gd name="T4" fmla="*/ 66 w 68"/>
                <a:gd name="T5" fmla="*/ 0 h 19"/>
                <a:gd name="T6" fmla="*/ 3 w 68"/>
                <a:gd name="T7" fmla="*/ 0 h 19"/>
                <a:gd name="T8" fmla="*/ 0 w 68"/>
                <a:gd name="T9" fmla="*/ 1 h 19"/>
                <a:gd name="T10" fmla="*/ 30 w 68"/>
                <a:gd name="T11" fmla="*/ 18 h 19"/>
                <a:gd name="T12" fmla="*/ 39 w 68"/>
                <a:gd name="T13" fmla="*/ 18 h 19"/>
              </a:gdLst>
              <a:ahLst/>
              <a:cxnLst>
                <a:cxn ang="0">
                  <a:pos x="T0" y="T1"/>
                </a:cxn>
                <a:cxn ang="0">
                  <a:pos x="T2" y="T3"/>
                </a:cxn>
                <a:cxn ang="0">
                  <a:pos x="T4" y="T5"/>
                </a:cxn>
                <a:cxn ang="0">
                  <a:pos x="T6" y="T7"/>
                </a:cxn>
                <a:cxn ang="0">
                  <a:pos x="T8" y="T9"/>
                </a:cxn>
                <a:cxn ang="0">
                  <a:pos x="T10" y="T11"/>
                </a:cxn>
                <a:cxn ang="0">
                  <a:pos x="T12" y="T13"/>
                </a:cxn>
              </a:cxnLst>
              <a:rect l="0" t="0" r="r" b="b"/>
              <a:pathLst>
                <a:path w="68" h="19">
                  <a:moveTo>
                    <a:pt x="39" y="18"/>
                  </a:moveTo>
                  <a:cubicBezTo>
                    <a:pt x="68" y="1"/>
                    <a:pt x="68" y="1"/>
                    <a:pt x="68" y="1"/>
                  </a:cubicBezTo>
                  <a:cubicBezTo>
                    <a:pt x="68" y="0"/>
                    <a:pt x="67" y="0"/>
                    <a:pt x="66" y="0"/>
                  </a:cubicBezTo>
                  <a:cubicBezTo>
                    <a:pt x="3" y="0"/>
                    <a:pt x="3" y="0"/>
                    <a:pt x="3" y="0"/>
                  </a:cubicBezTo>
                  <a:cubicBezTo>
                    <a:pt x="2" y="0"/>
                    <a:pt x="1" y="0"/>
                    <a:pt x="0" y="1"/>
                  </a:cubicBezTo>
                  <a:cubicBezTo>
                    <a:pt x="30" y="18"/>
                    <a:pt x="30" y="18"/>
                    <a:pt x="30" y="18"/>
                  </a:cubicBezTo>
                  <a:cubicBezTo>
                    <a:pt x="32" y="19"/>
                    <a:pt x="36" y="19"/>
                    <a:pt x="39" y="18"/>
                  </a:cubicBezTo>
                  <a:close/>
                </a:path>
              </a:pathLst>
            </a:custGeom>
            <a:solidFill>
              <a:srgbClr val="F0E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 name="Freeform 83"/>
            <p:cNvSpPr>
              <a:spLocks/>
            </p:cNvSpPr>
            <p:nvPr/>
          </p:nvSpPr>
          <p:spPr bwMode="auto">
            <a:xfrm>
              <a:off x="6213158" y="2947988"/>
              <a:ext cx="285750" cy="157163"/>
            </a:xfrm>
            <a:custGeom>
              <a:avLst/>
              <a:gdLst>
                <a:gd name="T0" fmla="*/ 45 w 76"/>
                <a:gd name="T1" fmla="*/ 18 h 42"/>
                <a:gd name="T2" fmla="*/ 38 w 76"/>
                <a:gd name="T3" fmla="*/ 20 h 42"/>
                <a:gd name="T4" fmla="*/ 32 w 76"/>
                <a:gd name="T5" fmla="*/ 18 h 42"/>
                <a:gd name="T6" fmla="*/ 1 w 76"/>
                <a:gd name="T7" fmla="*/ 0 h 42"/>
                <a:gd name="T8" fmla="*/ 0 w 76"/>
                <a:gd name="T9" fmla="*/ 1 h 42"/>
                <a:gd name="T10" fmla="*/ 0 w 76"/>
                <a:gd name="T11" fmla="*/ 38 h 42"/>
                <a:gd name="T12" fmla="*/ 7 w 76"/>
                <a:gd name="T13" fmla="*/ 42 h 42"/>
                <a:gd name="T14" fmla="*/ 70 w 76"/>
                <a:gd name="T15" fmla="*/ 42 h 42"/>
                <a:gd name="T16" fmla="*/ 76 w 76"/>
                <a:gd name="T17" fmla="*/ 38 h 42"/>
                <a:gd name="T18" fmla="*/ 76 w 76"/>
                <a:gd name="T19" fmla="*/ 1 h 42"/>
                <a:gd name="T20" fmla="*/ 76 w 76"/>
                <a:gd name="T21" fmla="*/ 0 h 42"/>
                <a:gd name="T22" fmla="*/ 45 w 76"/>
                <a:gd name="T23" fmla="*/ 1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6" h="42">
                  <a:moveTo>
                    <a:pt x="45" y="18"/>
                  </a:moveTo>
                  <a:cubicBezTo>
                    <a:pt x="43" y="19"/>
                    <a:pt x="41" y="20"/>
                    <a:pt x="38" y="20"/>
                  </a:cubicBezTo>
                  <a:cubicBezTo>
                    <a:pt x="36" y="20"/>
                    <a:pt x="34" y="19"/>
                    <a:pt x="32" y="18"/>
                  </a:cubicBezTo>
                  <a:cubicBezTo>
                    <a:pt x="1" y="0"/>
                    <a:pt x="1" y="0"/>
                    <a:pt x="1" y="0"/>
                  </a:cubicBezTo>
                  <a:cubicBezTo>
                    <a:pt x="0" y="1"/>
                    <a:pt x="0" y="1"/>
                    <a:pt x="0" y="1"/>
                  </a:cubicBezTo>
                  <a:cubicBezTo>
                    <a:pt x="0" y="38"/>
                    <a:pt x="0" y="38"/>
                    <a:pt x="0" y="38"/>
                  </a:cubicBezTo>
                  <a:cubicBezTo>
                    <a:pt x="0" y="40"/>
                    <a:pt x="3" y="42"/>
                    <a:pt x="7" y="42"/>
                  </a:cubicBezTo>
                  <a:cubicBezTo>
                    <a:pt x="70" y="42"/>
                    <a:pt x="70" y="42"/>
                    <a:pt x="70" y="42"/>
                  </a:cubicBezTo>
                  <a:cubicBezTo>
                    <a:pt x="73" y="42"/>
                    <a:pt x="76" y="40"/>
                    <a:pt x="76" y="38"/>
                  </a:cubicBezTo>
                  <a:cubicBezTo>
                    <a:pt x="76" y="1"/>
                    <a:pt x="76" y="1"/>
                    <a:pt x="76" y="1"/>
                  </a:cubicBezTo>
                  <a:cubicBezTo>
                    <a:pt x="76" y="1"/>
                    <a:pt x="76" y="0"/>
                    <a:pt x="76" y="0"/>
                  </a:cubicBezTo>
                  <a:lnTo>
                    <a:pt x="45" y="18"/>
                  </a:lnTo>
                  <a:close/>
                </a:path>
              </a:pathLst>
            </a:custGeom>
            <a:solidFill>
              <a:srgbClr val="F0E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57" name="文本框 56"/>
          <p:cNvSpPr txBox="1"/>
          <p:nvPr/>
        </p:nvSpPr>
        <p:spPr>
          <a:xfrm>
            <a:off x="10440988" y="660083"/>
            <a:ext cx="1782626" cy="369332"/>
          </a:xfrm>
          <a:prstGeom prst="rect">
            <a:avLst/>
          </a:prstGeom>
          <a:noFill/>
        </p:spPr>
        <p:txBody>
          <a:bodyPr wrap="square" rtlCol="0">
            <a:spAutoFit/>
          </a:bodyPr>
          <a:lstStyle/>
          <a:p>
            <a:r>
              <a:rPr lang="en-US" altLang="zh-CN" dirty="0">
                <a:solidFill>
                  <a:srgbClr val="605E5E"/>
                </a:solidFill>
              </a:rPr>
              <a:t>Sample Text.</a:t>
            </a:r>
            <a:endParaRPr lang="zh-CN" altLang="en-US" dirty="0">
              <a:solidFill>
                <a:srgbClr val="605E5E"/>
              </a:solidFill>
            </a:endParaRPr>
          </a:p>
        </p:txBody>
      </p:sp>
      <p:sp>
        <p:nvSpPr>
          <p:cNvPr id="58" name="文本框 57"/>
          <p:cNvSpPr txBox="1"/>
          <p:nvPr/>
        </p:nvSpPr>
        <p:spPr>
          <a:xfrm>
            <a:off x="10258108" y="5840016"/>
            <a:ext cx="1782626" cy="369332"/>
          </a:xfrm>
          <a:prstGeom prst="rect">
            <a:avLst/>
          </a:prstGeom>
          <a:noFill/>
        </p:spPr>
        <p:txBody>
          <a:bodyPr wrap="square" rtlCol="0">
            <a:spAutoFit/>
          </a:bodyPr>
          <a:lstStyle/>
          <a:p>
            <a:r>
              <a:rPr lang="en-US" altLang="zh-CN" dirty="0">
                <a:solidFill>
                  <a:srgbClr val="605E5E"/>
                </a:solidFill>
              </a:rPr>
              <a:t>Sample Text.</a:t>
            </a:r>
            <a:endParaRPr lang="zh-CN" altLang="en-US" dirty="0">
              <a:solidFill>
                <a:srgbClr val="605E5E"/>
              </a:solidFill>
            </a:endParaRPr>
          </a:p>
        </p:txBody>
      </p:sp>
      <p:sp>
        <p:nvSpPr>
          <p:cNvPr id="59" name="文本框 58"/>
          <p:cNvSpPr txBox="1"/>
          <p:nvPr/>
        </p:nvSpPr>
        <p:spPr>
          <a:xfrm>
            <a:off x="4468224" y="2979063"/>
            <a:ext cx="1782626" cy="369332"/>
          </a:xfrm>
          <a:prstGeom prst="rect">
            <a:avLst/>
          </a:prstGeom>
          <a:noFill/>
        </p:spPr>
        <p:txBody>
          <a:bodyPr wrap="square" rtlCol="0">
            <a:spAutoFit/>
          </a:bodyPr>
          <a:lstStyle/>
          <a:p>
            <a:pPr algn="r"/>
            <a:r>
              <a:rPr lang="en-US" altLang="zh-CN" dirty="0">
                <a:solidFill>
                  <a:srgbClr val="605E5E"/>
                </a:solidFill>
              </a:rPr>
              <a:t>Sample Text.</a:t>
            </a:r>
            <a:endParaRPr lang="zh-CN" altLang="en-US" dirty="0">
              <a:solidFill>
                <a:srgbClr val="605E5E"/>
              </a:solidFill>
            </a:endParaRPr>
          </a:p>
        </p:txBody>
      </p:sp>
      <p:sp>
        <p:nvSpPr>
          <p:cNvPr id="60" name="任意多边形 59"/>
          <p:cNvSpPr>
            <a:spLocks noChangeAspect="1"/>
          </p:cNvSpPr>
          <p:nvPr/>
        </p:nvSpPr>
        <p:spPr>
          <a:xfrm rot="16200000">
            <a:off x="9920782" y="1960422"/>
            <a:ext cx="623528" cy="2490148"/>
          </a:xfrm>
          <a:custGeom>
            <a:avLst/>
            <a:gdLst>
              <a:gd name="connsiteX0" fmla="*/ 623528 w 623528"/>
              <a:gd name="connsiteY0" fmla="*/ 1245074 h 2490148"/>
              <a:gd name="connsiteX1" fmla="*/ 991 w 623528"/>
              <a:gd name="connsiteY1" fmla="*/ 2490148 h 2490148"/>
              <a:gd name="connsiteX2" fmla="*/ 0 w 623528"/>
              <a:gd name="connsiteY2" fmla="*/ 2490148 h 2490148"/>
              <a:gd name="connsiteX3" fmla="*/ 0 w 623528"/>
              <a:gd name="connsiteY3" fmla="*/ 0 h 2490148"/>
              <a:gd name="connsiteX4" fmla="*/ 991 w 623528"/>
              <a:gd name="connsiteY4" fmla="*/ 0 h 2490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3528" h="2490148">
                <a:moveTo>
                  <a:pt x="623528" y="1245074"/>
                </a:moveTo>
                <a:lnTo>
                  <a:pt x="991" y="2490148"/>
                </a:lnTo>
                <a:lnTo>
                  <a:pt x="0" y="2490148"/>
                </a:lnTo>
                <a:lnTo>
                  <a:pt x="0" y="0"/>
                </a:lnTo>
                <a:lnTo>
                  <a:pt x="991" y="0"/>
                </a:lnTo>
                <a:close/>
              </a:path>
            </a:pathLst>
          </a:custGeom>
          <a:solidFill>
            <a:srgbClr val="0D0D0D">
              <a:alpha val="20000"/>
            </a:srgbClr>
          </a:solidFill>
          <a:ln>
            <a:noFill/>
          </a:ln>
        </p:spPr>
        <p:txBody>
          <a:bodyPr vert="horz" wrap="square" lIns="91440" tIns="45720" rIns="91440" bIns="45720" numCol="1" anchor="t" anchorCtr="0" compatLnSpc="1">
            <a:prstTxWarp prst="textNoShape">
              <a:avLst/>
            </a:prstTxWarp>
            <a:noAutofit/>
          </a:bodyPr>
          <a:lstStyle/>
          <a:p>
            <a:endParaRPr lang="zh-CN" altLang="en-US">
              <a:solidFill>
                <a:prstClr val="black"/>
              </a:solidFill>
            </a:endParaRPr>
          </a:p>
        </p:txBody>
      </p:sp>
      <p:sp>
        <p:nvSpPr>
          <p:cNvPr id="61" name="任意多边形 60"/>
          <p:cNvSpPr/>
          <p:nvPr/>
        </p:nvSpPr>
        <p:spPr>
          <a:xfrm rot="16200000">
            <a:off x="7430170" y="1960423"/>
            <a:ext cx="623528" cy="2490148"/>
          </a:xfrm>
          <a:custGeom>
            <a:avLst/>
            <a:gdLst>
              <a:gd name="connsiteX0" fmla="*/ 623528 w 623528"/>
              <a:gd name="connsiteY0" fmla="*/ 1245074 h 2490148"/>
              <a:gd name="connsiteX1" fmla="*/ 991 w 623528"/>
              <a:gd name="connsiteY1" fmla="*/ 2490148 h 2490148"/>
              <a:gd name="connsiteX2" fmla="*/ 0 w 623528"/>
              <a:gd name="connsiteY2" fmla="*/ 2490148 h 2490148"/>
              <a:gd name="connsiteX3" fmla="*/ 0 w 623528"/>
              <a:gd name="connsiteY3" fmla="*/ 0 h 2490148"/>
              <a:gd name="connsiteX4" fmla="*/ 991 w 623528"/>
              <a:gd name="connsiteY4" fmla="*/ 0 h 2490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3528" h="2490148">
                <a:moveTo>
                  <a:pt x="623528" y="1245074"/>
                </a:moveTo>
                <a:lnTo>
                  <a:pt x="991" y="2490148"/>
                </a:lnTo>
                <a:lnTo>
                  <a:pt x="0" y="2490148"/>
                </a:lnTo>
                <a:lnTo>
                  <a:pt x="0" y="0"/>
                </a:lnTo>
                <a:lnTo>
                  <a:pt x="991" y="0"/>
                </a:lnTo>
                <a:close/>
              </a:path>
            </a:pathLst>
          </a:custGeom>
          <a:solidFill>
            <a:srgbClr val="0D0D0D">
              <a:alpha val="20000"/>
            </a:srgbClr>
          </a:solidFill>
          <a:ln>
            <a:noFill/>
          </a:ln>
        </p:spPr>
        <p:txBody>
          <a:bodyPr vert="horz" wrap="square" lIns="91440" tIns="45720" rIns="91440" bIns="45720" numCol="1" anchor="t" anchorCtr="0" compatLnSpc="1">
            <a:prstTxWarp prst="textNoShape">
              <a:avLst/>
            </a:prstTxWarp>
            <a:noAutofit/>
          </a:bodyPr>
          <a:lstStyle/>
          <a:p>
            <a:endParaRPr lang="zh-CN" altLang="en-US">
              <a:solidFill>
                <a:prstClr val="black"/>
              </a:solidFill>
            </a:endParaRPr>
          </a:p>
        </p:txBody>
      </p:sp>
      <p:sp>
        <p:nvSpPr>
          <p:cNvPr id="62" name="任意多边形 61"/>
          <p:cNvSpPr>
            <a:spLocks noChangeAspect="1"/>
          </p:cNvSpPr>
          <p:nvPr/>
        </p:nvSpPr>
        <p:spPr>
          <a:xfrm rot="5400000" flipV="1">
            <a:off x="8675707" y="1966725"/>
            <a:ext cx="623528" cy="2490148"/>
          </a:xfrm>
          <a:custGeom>
            <a:avLst/>
            <a:gdLst>
              <a:gd name="connsiteX0" fmla="*/ 623528 w 623528"/>
              <a:gd name="connsiteY0" fmla="*/ 1245074 h 2490148"/>
              <a:gd name="connsiteX1" fmla="*/ 991 w 623528"/>
              <a:gd name="connsiteY1" fmla="*/ 2490148 h 2490148"/>
              <a:gd name="connsiteX2" fmla="*/ 0 w 623528"/>
              <a:gd name="connsiteY2" fmla="*/ 2490148 h 2490148"/>
              <a:gd name="connsiteX3" fmla="*/ 0 w 623528"/>
              <a:gd name="connsiteY3" fmla="*/ 0 h 2490148"/>
              <a:gd name="connsiteX4" fmla="*/ 991 w 623528"/>
              <a:gd name="connsiteY4" fmla="*/ 0 h 2490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3528" h="2490148">
                <a:moveTo>
                  <a:pt x="623528" y="1245074"/>
                </a:moveTo>
                <a:lnTo>
                  <a:pt x="991" y="2490148"/>
                </a:lnTo>
                <a:lnTo>
                  <a:pt x="0" y="2490148"/>
                </a:lnTo>
                <a:lnTo>
                  <a:pt x="0" y="0"/>
                </a:lnTo>
                <a:lnTo>
                  <a:pt x="991" y="0"/>
                </a:lnTo>
                <a:close/>
              </a:path>
            </a:pathLst>
          </a:custGeom>
          <a:solidFill>
            <a:srgbClr val="0D0D0D">
              <a:alpha val="20000"/>
            </a:srgbClr>
          </a:solidFill>
          <a:ln>
            <a:noFill/>
          </a:ln>
        </p:spPr>
        <p:txBody>
          <a:bodyPr vert="horz" wrap="square" lIns="91440" tIns="45720" rIns="91440" bIns="45720" numCol="1" anchor="t" anchorCtr="0" compatLnSpc="1">
            <a:prstTxWarp prst="textNoShape">
              <a:avLst/>
            </a:prstTxWarp>
            <a:noAutofit/>
          </a:bodyPr>
          <a:lstStyle/>
          <a:p>
            <a:endParaRPr lang="zh-CN" altLang="en-US">
              <a:solidFill>
                <a:prstClr val="black"/>
              </a:solidFill>
            </a:endParaRPr>
          </a:p>
        </p:txBody>
      </p:sp>
      <p:sp>
        <p:nvSpPr>
          <p:cNvPr id="63" name="文本框 62"/>
          <p:cNvSpPr txBox="1"/>
          <p:nvPr/>
        </p:nvSpPr>
        <p:spPr>
          <a:xfrm>
            <a:off x="8659033" y="890624"/>
            <a:ext cx="655949" cy="707886"/>
          </a:xfrm>
          <a:prstGeom prst="rect">
            <a:avLst/>
          </a:prstGeom>
          <a:noFill/>
        </p:spPr>
        <p:txBody>
          <a:bodyPr wrap="none" rtlCol="0">
            <a:spAutoFit/>
          </a:bodyPr>
          <a:lstStyle/>
          <a:p>
            <a:r>
              <a:rPr lang="en-US" altLang="zh-CN" sz="4000" dirty="0">
                <a:solidFill>
                  <a:prstClr val="white"/>
                </a:solidFill>
                <a:latin typeface="Impact" panose="020B0806030902050204" pitchFamily="34" charset="0"/>
              </a:rPr>
              <a:t>01</a:t>
            </a:r>
            <a:endParaRPr lang="zh-CN" altLang="en-US" sz="4000" dirty="0">
              <a:solidFill>
                <a:prstClr val="white"/>
              </a:solidFill>
              <a:latin typeface="Impact" panose="020B0806030902050204" pitchFamily="34" charset="0"/>
            </a:endParaRPr>
          </a:p>
        </p:txBody>
      </p:sp>
      <p:sp>
        <p:nvSpPr>
          <p:cNvPr id="72" name="文本框 71"/>
          <p:cNvSpPr txBox="1"/>
          <p:nvPr/>
        </p:nvSpPr>
        <p:spPr>
          <a:xfrm>
            <a:off x="9843559" y="4852364"/>
            <a:ext cx="732893" cy="707886"/>
          </a:xfrm>
          <a:prstGeom prst="rect">
            <a:avLst/>
          </a:prstGeom>
          <a:noFill/>
        </p:spPr>
        <p:txBody>
          <a:bodyPr wrap="none" rtlCol="0">
            <a:spAutoFit/>
          </a:bodyPr>
          <a:lstStyle/>
          <a:p>
            <a:r>
              <a:rPr lang="en-US" altLang="zh-CN" sz="4000" dirty="0">
                <a:solidFill>
                  <a:prstClr val="white"/>
                </a:solidFill>
                <a:latin typeface="Impact" panose="020B0806030902050204" pitchFamily="34" charset="0"/>
              </a:rPr>
              <a:t>03</a:t>
            </a:r>
            <a:endParaRPr lang="zh-CN" altLang="en-US" sz="4000" dirty="0">
              <a:solidFill>
                <a:prstClr val="white"/>
              </a:solidFill>
              <a:latin typeface="Impact" panose="020B0806030902050204" pitchFamily="34" charset="0"/>
            </a:endParaRPr>
          </a:p>
        </p:txBody>
      </p:sp>
      <p:sp>
        <p:nvSpPr>
          <p:cNvPr id="76" name="文本框 75"/>
          <p:cNvSpPr txBox="1"/>
          <p:nvPr/>
        </p:nvSpPr>
        <p:spPr>
          <a:xfrm>
            <a:off x="7382701" y="4852364"/>
            <a:ext cx="718466" cy="707886"/>
          </a:xfrm>
          <a:prstGeom prst="rect">
            <a:avLst/>
          </a:prstGeom>
          <a:noFill/>
        </p:spPr>
        <p:txBody>
          <a:bodyPr wrap="none" rtlCol="0">
            <a:spAutoFit/>
          </a:bodyPr>
          <a:lstStyle/>
          <a:p>
            <a:r>
              <a:rPr lang="en-US" altLang="zh-CN" sz="4000" dirty="0">
                <a:solidFill>
                  <a:prstClr val="white"/>
                </a:solidFill>
                <a:latin typeface="Impact" panose="020B0806030902050204" pitchFamily="34" charset="0"/>
              </a:rPr>
              <a:t>02</a:t>
            </a:r>
            <a:endParaRPr lang="zh-CN" altLang="en-US" sz="4000" dirty="0">
              <a:solidFill>
                <a:prstClr val="white"/>
              </a:solidFill>
              <a:latin typeface="Impact" panose="020B0806030902050204" pitchFamily="34" charset="0"/>
            </a:endParaRPr>
          </a:p>
        </p:txBody>
      </p:sp>
      <p:sp>
        <p:nvSpPr>
          <p:cNvPr id="77" name="文本框 76"/>
          <p:cNvSpPr txBox="1"/>
          <p:nvPr/>
        </p:nvSpPr>
        <p:spPr>
          <a:xfrm>
            <a:off x="8058447" y="1758385"/>
            <a:ext cx="2006303" cy="646331"/>
          </a:xfrm>
          <a:prstGeom prst="rect">
            <a:avLst/>
          </a:prstGeom>
          <a:noFill/>
        </p:spPr>
        <p:txBody>
          <a:bodyPr wrap="square" rtlCol="0">
            <a:spAutoFit/>
          </a:bodyPr>
          <a:lstStyle/>
          <a:p>
            <a:r>
              <a:rPr lang="en-US" altLang="zh-CN"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rPr>
              <a:t>Heading text of sample.</a:t>
            </a:r>
            <a:endParaRPr lang="zh-CN" altLang="en-US"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78" name="文本框 77"/>
          <p:cNvSpPr txBox="1"/>
          <p:nvPr/>
        </p:nvSpPr>
        <p:spPr>
          <a:xfrm>
            <a:off x="6738782" y="3889553"/>
            <a:ext cx="2006303" cy="646331"/>
          </a:xfrm>
          <a:prstGeom prst="rect">
            <a:avLst/>
          </a:prstGeom>
          <a:noFill/>
        </p:spPr>
        <p:txBody>
          <a:bodyPr wrap="square" rtlCol="0">
            <a:spAutoFit/>
          </a:bodyPr>
          <a:lstStyle/>
          <a:p>
            <a:r>
              <a:rPr lang="en-US" altLang="zh-CN"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rPr>
              <a:t>Heading text of sample.</a:t>
            </a:r>
            <a:endParaRPr lang="zh-CN" altLang="en-US"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79" name="文本框 78"/>
          <p:cNvSpPr txBox="1"/>
          <p:nvPr/>
        </p:nvSpPr>
        <p:spPr>
          <a:xfrm>
            <a:off x="9254956" y="3889553"/>
            <a:ext cx="2006303" cy="646331"/>
          </a:xfrm>
          <a:prstGeom prst="rect">
            <a:avLst/>
          </a:prstGeom>
          <a:noFill/>
        </p:spPr>
        <p:txBody>
          <a:bodyPr wrap="square" rtlCol="0">
            <a:spAutoFit/>
          </a:bodyPr>
          <a:lstStyle/>
          <a:p>
            <a:r>
              <a:rPr lang="en-US" altLang="zh-CN"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rPr>
              <a:t>Heading text of sample.</a:t>
            </a:r>
            <a:endParaRPr lang="zh-CN" altLang="en-US"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36"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三项并列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309696691"/>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矩形 41"/>
          <p:cNvSpPr/>
          <p:nvPr/>
        </p:nvSpPr>
        <p:spPr>
          <a:xfrm>
            <a:off x="6096000" y="0"/>
            <a:ext cx="6096000" cy="6858000"/>
          </a:xfrm>
          <a:prstGeom prst="rect">
            <a:avLst/>
          </a:prstGeom>
          <a:solidFill>
            <a:srgbClr val="E3E3E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19" name="Freeform 60"/>
          <p:cNvSpPr>
            <a:spLocks/>
          </p:cNvSpPr>
          <p:nvPr/>
        </p:nvSpPr>
        <p:spPr bwMode="auto">
          <a:xfrm>
            <a:off x="1007063" y="3889553"/>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0" name="文本框 219"/>
          <p:cNvSpPr txBox="1"/>
          <p:nvPr/>
        </p:nvSpPr>
        <p:spPr>
          <a:xfrm>
            <a:off x="940215" y="4689154"/>
            <a:ext cx="3555585" cy="1393779"/>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网络</a:t>
            </a:r>
            <a:r>
              <a:rPr lang="en-US" altLang="zh-CN" dirty="0">
                <a:solidFill>
                  <a:prstClr val="black">
                    <a:lumMod val="65000"/>
                    <a:lumOff val="35000"/>
                  </a:prstClr>
                </a:solidFill>
                <a:latin typeface="微软雅黑" panose="020B0503020204020204" pitchFamily="34" charset="-122"/>
              </a:rPr>
              <a:t>EPS</a:t>
            </a:r>
            <a:r>
              <a:rPr lang="zh-CN" altLang="en-US" dirty="0">
                <a:solidFill>
                  <a:prstClr val="black">
                    <a:lumMod val="65000"/>
                    <a:lumOff val="35000"/>
                  </a:prstClr>
                </a:solidFill>
                <a:latin typeface="微软雅黑" panose="020B0503020204020204" pitchFamily="34" charset="-122"/>
              </a:rPr>
              <a:t>素材改编；</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可扩散</a:t>
            </a:r>
            <a:r>
              <a:rPr lang="en-US" altLang="zh-CN" dirty="0">
                <a:solidFill>
                  <a:prstClr val="black">
                    <a:lumMod val="65000"/>
                    <a:lumOff val="35000"/>
                  </a:prstClr>
                </a:solidFill>
                <a:latin typeface="微软雅黑" panose="020B0503020204020204" pitchFamily="34" charset="-122"/>
              </a:rPr>
              <a:t>/</a:t>
            </a:r>
            <a:r>
              <a:rPr lang="zh-CN" altLang="en-US" dirty="0">
                <a:solidFill>
                  <a:prstClr val="black">
                    <a:lumMod val="65000"/>
                    <a:lumOff val="35000"/>
                  </a:prstClr>
                </a:solidFill>
                <a:latin typeface="微软雅黑" panose="020B0503020204020204" pitchFamily="34" charset="-122"/>
              </a:rPr>
              <a:t>缩减数量；</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底色可修改；</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矢量图标可替换；</a:t>
            </a:r>
            <a:endParaRPr lang="en-US" altLang="zh-CN" dirty="0">
              <a:solidFill>
                <a:prstClr val="black">
                  <a:lumMod val="65000"/>
                  <a:lumOff val="35000"/>
                </a:prstClr>
              </a:solidFill>
              <a:latin typeface="微软雅黑" panose="020B0503020204020204" pitchFamily="34" charset="-122"/>
            </a:endParaRPr>
          </a:p>
        </p:txBody>
      </p:sp>
      <p:sp>
        <p:nvSpPr>
          <p:cNvPr id="221" name="圆角矩形 220"/>
          <p:cNvSpPr/>
          <p:nvPr/>
        </p:nvSpPr>
        <p:spPr>
          <a:xfrm>
            <a:off x="1674755" y="4048838"/>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222" name="等腰三角形 221"/>
          <p:cNvSpPr/>
          <p:nvPr/>
        </p:nvSpPr>
        <p:spPr>
          <a:xfrm rot="16200000">
            <a:off x="1600123" y="4116382"/>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43"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三项并列</a:t>
            </a:r>
            <a:endParaRPr lang="zh-CN" altLang="zh-CN" sz="2800" b="1" dirty="0">
              <a:solidFill>
                <a:schemeClr val="tx1">
                  <a:lumMod val="65000"/>
                  <a:lumOff val="35000"/>
                </a:schemeClr>
              </a:solidFill>
            </a:endParaRPr>
          </a:p>
        </p:txBody>
      </p:sp>
      <p:grpSp>
        <p:nvGrpSpPr>
          <p:cNvPr id="44" name="组合 140"/>
          <p:cNvGrpSpPr/>
          <p:nvPr/>
        </p:nvGrpSpPr>
        <p:grpSpPr>
          <a:xfrm rot="5400000">
            <a:off x="8640387" y="17210"/>
            <a:ext cx="1074338" cy="3821723"/>
            <a:chOff x="6096000" y="-4571875"/>
            <a:chExt cx="2974030" cy="10579467"/>
          </a:xfrm>
        </p:grpSpPr>
        <p:grpSp>
          <p:nvGrpSpPr>
            <p:cNvPr id="45" name="组合 141"/>
            <p:cNvGrpSpPr/>
            <p:nvPr/>
          </p:nvGrpSpPr>
          <p:grpSpPr>
            <a:xfrm>
              <a:off x="6096000" y="-4571875"/>
              <a:ext cx="2974030" cy="10579467"/>
              <a:chOff x="6096000" y="-4571875"/>
              <a:chExt cx="2974030" cy="10579467"/>
            </a:xfrm>
          </p:grpSpPr>
          <p:sp>
            <p:nvSpPr>
              <p:cNvPr id="50" name="Freeform 74"/>
              <p:cNvSpPr>
                <a:spLocks/>
              </p:cNvSpPr>
              <p:nvPr/>
            </p:nvSpPr>
            <p:spPr bwMode="auto">
              <a:xfrm>
                <a:off x="6096000" y="-4571875"/>
                <a:ext cx="2974030" cy="10579467"/>
              </a:xfrm>
              <a:custGeom>
                <a:avLst/>
                <a:gdLst>
                  <a:gd name="T0" fmla="*/ 0 w 296"/>
                  <a:gd name="T1" fmla="*/ 961 h 1062"/>
                  <a:gd name="T2" fmla="*/ 17 w 296"/>
                  <a:gd name="T3" fmla="*/ 991 h 1062"/>
                  <a:gd name="T4" fmla="*/ 130 w 296"/>
                  <a:gd name="T5" fmla="*/ 1056 h 1062"/>
                  <a:gd name="T6" fmla="*/ 165 w 296"/>
                  <a:gd name="T7" fmla="*/ 1056 h 1062"/>
                  <a:gd name="T8" fmla="*/ 279 w 296"/>
                  <a:gd name="T9" fmla="*/ 991 h 1062"/>
                  <a:gd name="T10" fmla="*/ 296 w 296"/>
                  <a:gd name="T11" fmla="*/ 961 h 1062"/>
                  <a:gd name="T12" fmla="*/ 296 w 296"/>
                  <a:gd name="T13" fmla="*/ 102 h 1062"/>
                  <a:gd name="T14" fmla="*/ 279 w 296"/>
                  <a:gd name="T15" fmla="*/ 72 h 1062"/>
                  <a:gd name="T16" fmla="*/ 165 w 296"/>
                  <a:gd name="T17" fmla="*/ 7 h 1062"/>
                  <a:gd name="T18" fmla="*/ 130 w 296"/>
                  <a:gd name="T19" fmla="*/ 7 h 1062"/>
                  <a:gd name="T20" fmla="*/ 17 w 296"/>
                  <a:gd name="T21" fmla="*/ 72 h 1062"/>
                  <a:gd name="T22" fmla="*/ 0 w 296"/>
                  <a:gd name="T23" fmla="*/ 102 h 1062"/>
                  <a:gd name="T24" fmla="*/ 0 w 296"/>
                  <a:gd name="T25" fmla="*/ 961 h 1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6" h="1062">
                    <a:moveTo>
                      <a:pt x="0" y="961"/>
                    </a:moveTo>
                    <a:cubicBezTo>
                      <a:pt x="0" y="973"/>
                      <a:pt x="6" y="984"/>
                      <a:pt x="17" y="991"/>
                    </a:cubicBezTo>
                    <a:cubicBezTo>
                      <a:pt x="130" y="1056"/>
                      <a:pt x="130" y="1056"/>
                      <a:pt x="130" y="1056"/>
                    </a:cubicBezTo>
                    <a:cubicBezTo>
                      <a:pt x="141" y="1062"/>
                      <a:pt x="154" y="1062"/>
                      <a:pt x="165" y="1056"/>
                    </a:cubicBezTo>
                    <a:cubicBezTo>
                      <a:pt x="279" y="991"/>
                      <a:pt x="279" y="991"/>
                      <a:pt x="279" y="991"/>
                    </a:cubicBezTo>
                    <a:cubicBezTo>
                      <a:pt x="289" y="984"/>
                      <a:pt x="296" y="973"/>
                      <a:pt x="296" y="961"/>
                    </a:cubicBezTo>
                    <a:cubicBezTo>
                      <a:pt x="296" y="102"/>
                      <a:pt x="296" y="102"/>
                      <a:pt x="296" y="102"/>
                    </a:cubicBezTo>
                    <a:cubicBezTo>
                      <a:pt x="296" y="90"/>
                      <a:pt x="289" y="78"/>
                      <a:pt x="279" y="72"/>
                    </a:cubicBezTo>
                    <a:cubicBezTo>
                      <a:pt x="165" y="7"/>
                      <a:pt x="165" y="7"/>
                      <a:pt x="165" y="7"/>
                    </a:cubicBezTo>
                    <a:cubicBezTo>
                      <a:pt x="154" y="0"/>
                      <a:pt x="141" y="0"/>
                      <a:pt x="130" y="7"/>
                    </a:cubicBezTo>
                    <a:cubicBezTo>
                      <a:pt x="17" y="72"/>
                      <a:pt x="17" y="72"/>
                      <a:pt x="17" y="72"/>
                    </a:cubicBezTo>
                    <a:cubicBezTo>
                      <a:pt x="6" y="78"/>
                      <a:pt x="0" y="90"/>
                      <a:pt x="0" y="102"/>
                    </a:cubicBezTo>
                    <a:cubicBezTo>
                      <a:pt x="0" y="961"/>
                      <a:pt x="0" y="961"/>
                      <a:pt x="0" y="961"/>
                    </a:cubicBezTo>
                  </a:path>
                </a:pathLst>
              </a:custGeom>
              <a:gradFill>
                <a:gsLst>
                  <a:gs pos="0">
                    <a:srgbClr val="D6E2E9"/>
                  </a:gs>
                  <a:gs pos="100000">
                    <a:srgbClr val="D1DDE4"/>
                  </a:gs>
                </a:gsLst>
                <a:lin ang="5400000" scaled="1"/>
              </a:gradFill>
              <a:ln>
                <a:noFill/>
              </a:ln>
              <a:effectLst>
                <a:outerShdw blurRad="152400" dist="63500" dir="8100000" algn="tr" rotWithShape="0">
                  <a:prstClr val="black">
                    <a:alpha val="35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76"/>
              <p:cNvSpPr>
                <a:spLocks/>
              </p:cNvSpPr>
              <p:nvPr/>
            </p:nvSpPr>
            <p:spPr bwMode="auto">
              <a:xfrm flipH="1">
                <a:off x="7576705" y="-4512983"/>
                <a:ext cx="1493325" cy="10503749"/>
              </a:xfrm>
              <a:custGeom>
                <a:avLst/>
                <a:gdLst>
                  <a:gd name="T0" fmla="*/ 147 w 147"/>
                  <a:gd name="T1" fmla="*/ 0 h 1054"/>
                  <a:gd name="T2" fmla="*/ 2 w 147"/>
                  <a:gd name="T3" fmla="*/ 84 h 1054"/>
                  <a:gd name="T4" fmla="*/ 0 w 147"/>
                  <a:gd name="T5" fmla="*/ 96 h 1054"/>
                  <a:gd name="T6" fmla="*/ 0 w 147"/>
                  <a:gd name="T7" fmla="*/ 96 h 1054"/>
                  <a:gd name="T8" fmla="*/ 0 w 147"/>
                  <a:gd name="T9" fmla="*/ 96 h 1054"/>
                  <a:gd name="T10" fmla="*/ 0 w 147"/>
                  <a:gd name="T11" fmla="*/ 96 h 1054"/>
                  <a:gd name="T12" fmla="*/ 0 w 147"/>
                  <a:gd name="T13" fmla="*/ 955 h 1054"/>
                  <a:gd name="T14" fmla="*/ 17 w 147"/>
                  <a:gd name="T15" fmla="*/ 985 h 1054"/>
                  <a:gd name="T16" fmla="*/ 130 w 147"/>
                  <a:gd name="T17" fmla="*/ 1050 h 1054"/>
                  <a:gd name="T18" fmla="*/ 130 w 147"/>
                  <a:gd name="T19" fmla="*/ 1050 h 1054"/>
                  <a:gd name="T20" fmla="*/ 133 w 147"/>
                  <a:gd name="T21" fmla="*/ 1052 h 1054"/>
                  <a:gd name="T22" fmla="*/ 143 w 147"/>
                  <a:gd name="T23" fmla="*/ 1054 h 1054"/>
                  <a:gd name="T24" fmla="*/ 147 w 147"/>
                  <a:gd name="T25" fmla="*/ 1052 h 1054"/>
                  <a:gd name="T26" fmla="*/ 147 w 147"/>
                  <a:gd name="T27" fmla="*/ 0 h 1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7" h="1054">
                    <a:moveTo>
                      <a:pt x="147" y="0"/>
                    </a:moveTo>
                    <a:cubicBezTo>
                      <a:pt x="2" y="84"/>
                      <a:pt x="2" y="84"/>
                      <a:pt x="2" y="84"/>
                    </a:cubicBezTo>
                    <a:cubicBezTo>
                      <a:pt x="1" y="87"/>
                      <a:pt x="0" y="92"/>
                      <a:pt x="0" y="96"/>
                    </a:cubicBezTo>
                    <a:cubicBezTo>
                      <a:pt x="0" y="96"/>
                      <a:pt x="0" y="96"/>
                      <a:pt x="0" y="96"/>
                    </a:cubicBezTo>
                    <a:cubicBezTo>
                      <a:pt x="0" y="96"/>
                      <a:pt x="0" y="96"/>
                      <a:pt x="0" y="96"/>
                    </a:cubicBezTo>
                    <a:cubicBezTo>
                      <a:pt x="0" y="96"/>
                      <a:pt x="0" y="96"/>
                      <a:pt x="0" y="96"/>
                    </a:cubicBezTo>
                    <a:cubicBezTo>
                      <a:pt x="0" y="955"/>
                      <a:pt x="0" y="955"/>
                      <a:pt x="0" y="955"/>
                    </a:cubicBezTo>
                    <a:cubicBezTo>
                      <a:pt x="0" y="967"/>
                      <a:pt x="6" y="978"/>
                      <a:pt x="17" y="985"/>
                    </a:cubicBezTo>
                    <a:cubicBezTo>
                      <a:pt x="130" y="1050"/>
                      <a:pt x="130" y="1050"/>
                      <a:pt x="130" y="1050"/>
                    </a:cubicBezTo>
                    <a:cubicBezTo>
                      <a:pt x="130" y="1050"/>
                      <a:pt x="130" y="1050"/>
                      <a:pt x="130" y="1050"/>
                    </a:cubicBezTo>
                    <a:cubicBezTo>
                      <a:pt x="131" y="1051"/>
                      <a:pt x="132" y="1051"/>
                      <a:pt x="133" y="1052"/>
                    </a:cubicBezTo>
                    <a:cubicBezTo>
                      <a:pt x="137" y="1053"/>
                      <a:pt x="140" y="1054"/>
                      <a:pt x="143" y="1054"/>
                    </a:cubicBezTo>
                    <a:cubicBezTo>
                      <a:pt x="147" y="1052"/>
                      <a:pt x="147" y="1052"/>
                      <a:pt x="147" y="1052"/>
                    </a:cubicBezTo>
                    <a:cubicBezTo>
                      <a:pt x="147" y="0"/>
                      <a:pt x="147" y="0"/>
                      <a:pt x="147" y="0"/>
                    </a:cubicBezTo>
                  </a:path>
                </a:pathLst>
              </a:custGeom>
              <a:gradFill>
                <a:gsLst>
                  <a:gs pos="0">
                    <a:srgbClr val="B7C2C9"/>
                  </a:gs>
                  <a:gs pos="100000">
                    <a:srgbClr val="C7D4DB"/>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6" name="组合 142"/>
            <p:cNvGrpSpPr/>
            <p:nvPr/>
          </p:nvGrpSpPr>
          <p:grpSpPr>
            <a:xfrm>
              <a:off x="6316564" y="2867025"/>
              <a:ext cx="2532903" cy="2877048"/>
              <a:chOff x="6310252" y="2867025"/>
              <a:chExt cx="2532903" cy="2877048"/>
            </a:xfrm>
          </p:grpSpPr>
          <p:sp>
            <p:nvSpPr>
              <p:cNvPr id="47" name="Freeform 77"/>
              <p:cNvSpPr>
                <a:spLocks/>
              </p:cNvSpPr>
              <p:nvPr/>
            </p:nvSpPr>
            <p:spPr bwMode="auto">
              <a:xfrm>
                <a:off x="6310252" y="2867025"/>
                <a:ext cx="2532903" cy="2877048"/>
              </a:xfrm>
              <a:custGeom>
                <a:avLst/>
                <a:gdLst>
                  <a:gd name="T0" fmla="*/ 0 w 231"/>
                  <a:gd name="T1" fmla="*/ 195 h 265"/>
                  <a:gd name="T2" fmla="*/ 4 w 231"/>
                  <a:gd name="T3" fmla="*/ 201 h 265"/>
                  <a:gd name="T4" fmla="*/ 112 w 231"/>
                  <a:gd name="T5" fmla="*/ 264 h 265"/>
                  <a:gd name="T6" fmla="*/ 120 w 231"/>
                  <a:gd name="T7" fmla="*/ 264 h 265"/>
                  <a:gd name="T8" fmla="*/ 227 w 231"/>
                  <a:gd name="T9" fmla="*/ 201 h 265"/>
                  <a:gd name="T10" fmla="*/ 231 w 231"/>
                  <a:gd name="T11" fmla="*/ 195 h 265"/>
                  <a:gd name="T12" fmla="*/ 231 w 231"/>
                  <a:gd name="T13" fmla="*/ 70 h 265"/>
                  <a:gd name="T14" fmla="*/ 227 w 231"/>
                  <a:gd name="T15" fmla="*/ 63 h 265"/>
                  <a:gd name="T16" fmla="*/ 120 w 231"/>
                  <a:gd name="T17" fmla="*/ 1 h 265"/>
                  <a:gd name="T18" fmla="*/ 112 w 231"/>
                  <a:gd name="T19" fmla="*/ 1 h 265"/>
                  <a:gd name="T20" fmla="*/ 4 w 231"/>
                  <a:gd name="T21" fmla="*/ 63 h 265"/>
                  <a:gd name="T22" fmla="*/ 0 w 231"/>
                  <a:gd name="T23" fmla="*/ 70 h 265"/>
                  <a:gd name="T24" fmla="*/ 0 w 231"/>
                  <a:gd name="T25" fmla="*/ 195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1" h="265">
                    <a:moveTo>
                      <a:pt x="0" y="195"/>
                    </a:moveTo>
                    <a:cubicBezTo>
                      <a:pt x="0" y="197"/>
                      <a:pt x="2" y="200"/>
                      <a:pt x="4" y="201"/>
                    </a:cubicBezTo>
                    <a:cubicBezTo>
                      <a:pt x="112" y="264"/>
                      <a:pt x="112" y="264"/>
                      <a:pt x="112" y="264"/>
                    </a:cubicBezTo>
                    <a:cubicBezTo>
                      <a:pt x="114" y="265"/>
                      <a:pt x="117" y="265"/>
                      <a:pt x="120" y="264"/>
                    </a:cubicBezTo>
                    <a:cubicBezTo>
                      <a:pt x="227" y="201"/>
                      <a:pt x="227" y="201"/>
                      <a:pt x="227" y="201"/>
                    </a:cubicBezTo>
                    <a:cubicBezTo>
                      <a:pt x="230" y="200"/>
                      <a:pt x="231" y="197"/>
                      <a:pt x="231" y="195"/>
                    </a:cubicBezTo>
                    <a:cubicBezTo>
                      <a:pt x="231" y="70"/>
                      <a:pt x="231" y="70"/>
                      <a:pt x="231" y="70"/>
                    </a:cubicBezTo>
                    <a:cubicBezTo>
                      <a:pt x="231" y="67"/>
                      <a:pt x="230" y="65"/>
                      <a:pt x="227" y="63"/>
                    </a:cubicBezTo>
                    <a:cubicBezTo>
                      <a:pt x="120" y="1"/>
                      <a:pt x="120" y="1"/>
                      <a:pt x="120" y="1"/>
                    </a:cubicBezTo>
                    <a:cubicBezTo>
                      <a:pt x="117" y="0"/>
                      <a:pt x="114" y="0"/>
                      <a:pt x="112" y="1"/>
                    </a:cubicBezTo>
                    <a:cubicBezTo>
                      <a:pt x="4" y="63"/>
                      <a:pt x="4" y="63"/>
                      <a:pt x="4" y="63"/>
                    </a:cubicBezTo>
                    <a:cubicBezTo>
                      <a:pt x="2" y="65"/>
                      <a:pt x="0" y="67"/>
                      <a:pt x="0" y="70"/>
                    </a:cubicBezTo>
                    <a:lnTo>
                      <a:pt x="0" y="195"/>
                    </a:lnTo>
                    <a:close/>
                  </a:path>
                </a:pathLst>
              </a:custGeom>
              <a:solidFill>
                <a:srgbClr val="F4F6F6"/>
              </a:solidFill>
              <a:ln>
                <a:noFill/>
              </a:ln>
              <a:effectLst>
                <a:outerShdw blurRad="101600" dist="50800" dir="8100000" sx="101000" sy="101000" algn="tr" rotWithShape="0">
                  <a:prstClr val="black">
                    <a:alpha val="24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77"/>
              <p:cNvSpPr>
                <a:spLocks/>
              </p:cNvSpPr>
              <p:nvPr/>
            </p:nvSpPr>
            <p:spPr bwMode="auto">
              <a:xfrm>
                <a:off x="6415696" y="2986796"/>
                <a:ext cx="2322014" cy="2637506"/>
              </a:xfrm>
              <a:custGeom>
                <a:avLst/>
                <a:gdLst>
                  <a:gd name="T0" fmla="*/ 0 w 231"/>
                  <a:gd name="T1" fmla="*/ 195 h 265"/>
                  <a:gd name="T2" fmla="*/ 4 w 231"/>
                  <a:gd name="T3" fmla="*/ 201 h 265"/>
                  <a:gd name="T4" fmla="*/ 112 w 231"/>
                  <a:gd name="T5" fmla="*/ 264 h 265"/>
                  <a:gd name="T6" fmla="*/ 120 w 231"/>
                  <a:gd name="T7" fmla="*/ 264 h 265"/>
                  <a:gd name="T8" fmla="*/ 227 w 231"/>
                  <a:gd name="T9" fmla="*/ 201 h 265"/>
                  <a:gd name="T10" fmla="*/ 231 w 231"/>
                  <a:gd name="T11" fmla="*/ 195 h 265"/>
                  <a:gd name="T12" fmla="*/ 231 w 231"/>
                  <a:gd name="T13" fmla="*/ 70 h 265"/>
                  <a:gd name="T14" fmla="*/ 227 w 231"/>
                  <a:gd name="T15" fmla="*/ 63 h 265"/>
                  <a:gd name="T16" fmla="*/ 120 w 231"/>
                  <a:gd name="T17" fmla="*/ 1 h 265"/>
                  <a:gd name="T18" fmla="*/ 112 w 231"/>
                  <a:gd name="T19" fmla="*/ 1 h 265"/>
                  <a:gd name="T20" fmla="*/ 4 w 231"/>
                  <a:gd name="T21" fmla="*/ 63 h 265"/>
                  <a:gd name="T22" fmla="*/ 0 w 231"/>
                  <a:gd name="T23" fmla="*/ 70 h 265"/>
                  <a:gd name="T24" fmla="*/ 0 w 231"/>
                  <a:gd name="T25" fmla="*/ 195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1" h="265">
                    <a:moveTo>
                      <a:pt x="0" y="195"/>
                    </a:moveTo>
                    <a:cubicBezTo>
                      <a:pt x="0" y="197"/>
                      <a:pt x="2" y="200"/>
                      <a:pt x="4" y="201"/>
                    </a:cubicBezTo>
                    <a:cubicBezTo>
                      <a:pt x="112" y="264"/>
                      <a:pt x="112" y="264"/>
                      <a:pt x="112" y="264"/>
                    </a:cubicBezTo>
                    <a:cubicBezTo>
                      <a:pt x="114" y="265"/>
                      <a:pt x="117" y="265"/>
                      <a:pt x="120" y="264"/>
                    </a:cubicBezTo>
                    <a:cubicBezTo>
                      <a:pt x="227" y="201"/>
                      <a:pt x="227" y="201"/>
                      <a:pt x="227" y="201"/>
                    </a:cubicBezTo>
                    <a:cubicBezTo>
                      <a:pt x="230" y="200"/>
                      <a:pt x="231" y="197"/>
                      <a:pt x="231" y="195"/>
                    </a:cubicBezTo>
                    <a:cubicBezTo>
                      <a:pt x="231" y="70"/>
                      <a:pt x="231" y="70"/>
                      <a:pt x="231" y="70"/>
                    </a:cubicBezTo>
                    <a:cubicBezTo>
                      <a:pt x="231" y="67"/>
                      <a:pt x="230" y="65"/>
                      <a:pt x="227" y="63"/>
                    </a:cubicBezTo>
                    <a:cubicBezTo>
                      <a:pt x="120" y="1"/>
                      <a:pt x="120" y="1"/>
                      <a:pt x="120" y="1"/>
                    </a:cubicBezTo>
                    <a:cubicBezTo>
                      <a:pt x="117" y="0"/>
                      <a:pt x="114" y="0"/>
                      <a:pt x="112" y="1"/>
                    </a:cubicBezTo>
                    <a:cubicBezTo>
                      <a:pt x="4" y="63"/>
                      <a:pt x="4" y="63"/>
                      <a:pt x="4" y="63"/>
                    </a:cubicBezTo>
                    <a:cubicBezTo>
                      <a:pt x="2" y="65"/>
                      <a:pt x="0" y="67"/>
                      <a:pt x="0" y="70"/>
                    </a:cubicBezTo>
                    <a:lnTo>
                      <a:pt x="0" y="195"/>
                    </a:lnTo>
                    <a:close/>
                  </a:path>
                </a:pathLst>
              </a:custGeom>
              <a:solidFill>
                <a:srgbClr val="00B0F0"/>
              </a:solidFill>
              <a:ln>
                <a:noFill/>
              </a:ln>
              <a:effectLst>
                <a:innerShdw blurRad="101600">
                  <a:prstClr val="black">
                    <a:alpha val="66000"/>
                  </a:prstClr>
                </a:inn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77"/>
              <p:cNvSpPr>
                <a:spLocks/>
              </p:cNvSpPr>
              <p:nvPr/>
            </p:nvSpPr>
            <p:spPr bwMode="auto">
              <a:xfrm>
                <a:off x="6657540" y="3261500"/>
                <a:ext cx="1838326" cy="2088098"/>
              </a:xfrm>
              <a:custGeom>
                <a:avLst/>
                <a:gdLst>
                  <a:gd name="T0" fmla="*/ 0 w 231"/>
                  <a:gd name="T1" fmla="*/ 195 h 265"/>
                  <a:gd name="T2" fmla="*/ 4 w 231"/>
                  <a:gd name="T3" fmla="*/ 201 h 265"/>
                  <a:gd name="T4" fmla="*/ 112 w 231"/>
                  <a:gd name="T5" fmla="*/ 264 h 265"/>
                  <a:gd name="T6" fmla="*/ 120 w 231"/>
                  <a:gd name="T7" fmla="*/ 264 h 265"/>
                  <a:gd name="T8" fmla="*/ 227 w 231"/>
                  <a:gd name="T9" fmla="*/ 201 h 265"/>
                  <a:gd name="T10" fmla="*/ 231 w 231"/>
                  <a:gd name="T11" fmla="*/ 195 h 265"/>
                  <a:gd name="T12" fmla="*/ 231 w 231"/>
                  <a:gd name="T13" fmla="*/ 70 h 265"/>
                  <a:gd name="T14" fmla="*/ 227 w 231"/>
                  <a:gd name="T15" fmla="*/ 63 h 265"/>
                  <a:gd name="T16" fmla="*/ 120 w 231"/>
                  <a:gd name="T17" fmla="*/ 1 h 265"/>
                  <a:gd name="T18" fmla="*/ 112 w 231"/>
                  <a:gd name="T19" fmla="*/ 1 h 265"/>
                  <a:gd name="T20" fmla="*/ 4 w 231"/>
                  <a:gd name="T21" fmla="*/ 63 h 265"/>
                  <a:gd name="T22" fmla="*/ 0 w 231"/>
                  <a:gd name="T23" fmla="*/ 70 h 265"/>
                  <a:gd name="T24" fmla="*/ 0 w 231"/>
                  <a:gd name="T25" fmla="*/ 195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1" h="265">
                    <a:moveTo>
                      <a:pt x="0" y="195"/>
                    </a:moveTo>
                    <a:cubicBezTo>
                      <a:pt x="0" y="197"/>
                      <a:pt x="2" y="200"/>
                      <a:pt x="4" y="201"/>
                    </a:cubicBezTo>
                    <a:cubicBezTo>
                      <a:pt x="112" y="264"/>
                      <a:pt x="112" y="264"/>
                      <a:pt x="112" y="264"/>
                    </a:cubicBezTo>
                    <a:cubicBezTo>
                      <a:pt x="114" y="265"/>
                      <a:pt x="117" y="265"/>
                      <a:pt x="120" y="264"/>
                    </a:cubicBezTo>
                    <a:cubicBezTo>
                      <a:pt x="227" y="201"/>
                      <a:pt x="227" y="201"/>
                      <a:pt x="227" y="201"/>
                    </a:cubicBezTo>
                    <a:cubicBezTo>
                      <a:pt x="230" y="200"/>
                      <a:pt x="231" y="197"/>
                      <a:pt x="231" y="195"/>
                    </a:cubicBezTo>
                    <a:cubicBezTo>
                      <a:pt x="231" y="70"/>
                      <a:pt x="231" y="70"/>
                      <a:pt x="231" y="70"/>
                    </a:cubicBezTo>
                    <a:cubicBezTo>
                      <a:pt x="231" y="67"/>
                      <a:pt x="230" y="65"/>
                      <a:pt x="227" y="63"/>
                    </a:cubicBezTo>
                    <a:cubicBezTo>
                      <a:pt x="120" y="1"/>
                      <a:pt x="120" y="1"/>
                      <a:pt x="120" y="1"/>
                    </a:cubicBezTo>
                    <a:cubicBezTo>
                      <a:pt x="117" y="0"/>
                      <a:pt x="114" y="0"/>
                      <a:pt x="112" y="1"/>
                    </a:cubicBezTo>
                    <a:cubicBezTo>
                      <a:pt x="4" y="63"/>
                      <a:pt x="4" y="63"/>
                      <a:pt x="4" y="63"/>
                    </a:cubicBezTo>
                    <a:cubicBezTo>
                      <a:pt x="2" y="65"/>
                      <a:pt x="0" y="67"/>
                      <a:pt x="0" y="70"/>
                    </a:cubicBezTo>
                    <a:lnTo>
                      <a:pt x="0" y="195"/>
                    </a:lnTo>
                    <a:close/>
                  </a:path>
                </a:pathLst>
              </a:custGeom>
              <a:solidFill>
                <a:srgbClr val="EDF1F1"/>
              </a:solidFill>
              <a:ln>
                <a:noFill/>
              </a:ln>
              <a:effectLst>
                <a:outerShdw blurRad="88900" sx="102000" sy="102000" algn="ctr" rotWithShape="0">
                  <a:prstClr val="black">
                    <a:alpha val="33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52" name="组合 164"/>
          <p:cNvGrpSpPr/>
          <p:nvPr/>
        </p:nvGrpSpPr>
        <p:grpSpPr>
          <a:xfrm rot="5400000">
            <a:off x="8640387" y="1552500"/>
            <a:ext cx="1074338" cy="3821723"/>
            <a:chOff x="6096000" y="-4571875"/>
            <a:chExt cx="2974030" cy="10579467"/>
          </a:xfrm>
        </p:grpSpPr>
        <p:grpSp>
          <p:nvGrpSpPr>
            <p:cNvPr id="53" name="组合 165"/>
            <p:cNvGrpSpPr/>
            <p:nvPr/>
          </p:nvGrpSpPr>
          <p:grpSpPr>
            <a:xfrm>
              <a:off x="6096000" y="-4571875"/>
              <a:ext cx="2974030" cy="10579467"/>
              <a:chOff x="6096000" y="-4571875"/>
              <a:chExt cx="2974030" cy="10579467"/>
            </a:xfrm>
          </p:grpSpPr>
          <p:sp>
            <p:nvSpPr>
              <p:cNvPr id="58" name="Freeform 74"/>
              <p:cNvSpPr>
                <a:spLocks/>
              </p:cNvSpPr>
              <p:nvPr/>
            </p:nvSpPr>
            <p:spPr bwMode="auto">
              <a:xfrm>
                <a:off x="6096000" y="-4571875"/>
                <a:ext cx="2974030" cy="10579467"/>
              </a:xfrm>
              <a:custGeom>
                <a:avLst/>
                <a:gdLst>
                  <a:gd name="T0" fmla="*/ 0 w 296"/>
                  <a:gd name="T1" fmla="*/ 961 h 1062"/>
                  <a:gd name="T2" fmla="*/ 17 w 296"/>
                  <a:gd name="T3" fmla="*/ 991 h 1062"/>
                  <a:gd name="T4" fmla="*/ 130 w 296"/>
                  <a:gd name="T5" fmla="*/ 1056 h 1062"/>
                  <a:gd name="T6" fmla="*/ 165 w 296"/>
                  <a:gd name="T7" fmla="*/ 1056 h 1062"/>
                  <a:gd name="T8" fmla="*/ 279 w 296"/>
                  <a:gd name="T9" fmla="*/ 991 h 1062"/>
                  <a:gd name="T10" fmla="*/ 296 w 296"/>
                  <a:gd name="T11" fmla="*/ 961 h 1062"/>
                  <a:gd name="T12" fmla="*/ 296 w 296"/>
                  <a:gd name="T13" fmla="*/ 102 h 1062"/>
                  <a:gd name="T14" fmla="*/ 279 w 296"/>
                  <a:gd name="T15" fmla="*/ 72 h 1062"/>
                  <a:gd name="T16" fmla="*/ 165 w 296"/>
                  <a:gd name="T17" fmla="*/ 7 h 1062"/>
                  <a:gd name="T18" fmla="*/ 130 w 296"/>
                  <a:gd name="T19" fmla="*/ 7 h 1062"/>
                  <a:gd name="T20" fmla="*/ 17 w 296"/>
                  <a:gd name="T21" fmla="*/ 72 h 1062"/>
                  <a:gd name="T22" fmla="*/ 0 w 296"/>
                  <a:gd name="T23" fmla="*/ 102 h 1062"/>
                  <a:gd name="T24" fmla="*/ 0 w 296"/>
                  <a:gd name="T25" fmla="*/ 961 h 1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6" h="1062">
                    <a:moveTo>
                      <a:pt x="0" y="961"/>
                    </a:moveTo>
                    <a:cubicBezTo>
                      <a:pt x="0" y="973"/>
                      <a:pt x="6" y="984"/>
                      <a:pt x="17" y="991"/>
                    </a:cubicBezTo>
                    <a:cubicBezTo>
                      <a:pt x="130" y="1056"/>
                      <a:pt x="130" y="1056"/>
                      <a:pt x="130" y="1056"/>
                    </a:cubicBezTo>
                    <a:cubicBezTo>
                      <a:pt x="141" y="1062"/>
                      <a:pt x="154" y="1062"/>
                      <a:pt x="165" y="1056"/>
                    </a:cubicBezTo>
                    <a:cubicBezTo>
                      <a:pt x="279" y="991"/>
                      <a:pt x="279" y="991"/>
                      <a:pt x="279" y="991"/>
                    </a:cubicBezTo>
                    <a:cubicBezTo>
                      <a:pt x="289" y="984"/>
                      <a:pt x="296" y="973"/>
                      <a:pt x="296" y="961"/>
                    </a:cubicBezTo>
                    <a:cubicBezTo>
                      <a:pt x="296" y="102"/>
                      <a:pt x="296" y="102"/>
                      <a:pt x="296" y="102"/>
                    </a:cubicBezTo>
                    <a:cubicBezTo>
                      <a:pt x="296" y="90"/>
                      <a:pt x="289" y="78"/>
                      <a:pt x="279" y="72"/>
                    </a:cubicBezTo>
                    <a:cubicBezTo>
                      <a:pt x="165" y="7"/>
                      <a:pt x="165" y="7"/>
                      <a:pt x="165" y="7"/>
                    </a:cubicBezTo>
                    <a:cubicBezTo>
                      <a:pt x="154" y="0"/>
                      <a:pt x="141" y="0"/>
                      <a:pt x="130" y="7"/>
                    </a:cubicBezTo>
                    <a:cubicBezTo>
                      <a:pt x="17" y="72"/>
                      <a:pt x="17" y="72"/>
                      <a:pt x="17" y="72"/>
                    </a:cubicBezTo>
                    <a:cubicBezTo>
                      <a:pt x="6" y="78"/>
                      <a:pt x="0" y="90"/>
                      <a:pt x="0" y="102"/>
                    </a:cubicBezTo>
                    <a:cubicBezTo>
                      <a:pt x="0" y="961"/>
                      <a:pt x="0" y="961"/>
                      <a:pt x="0" y="961"/>
                    </a:cubicBezTo>
                  </a:path>
                </a:pathLst>
              </a:custGeom>
              <a:gradFill>
                <a:gsLst>
                  <a:gs pos="0">
                    <a:srgbClr val="D6E2E9"/>
                  </a:gs>
                  <a:gs pos="100000">
                    <a:srgbClr val="D1DDE4"/>
                  </a:gs>
                </a:gsLst>
                <a:lin ang="5400000" scaled="1"/>
              </a:gradFill>
              <a:ln>
                <a:noFill/>
              </a:ln>
              <a:effectLst>
                <a:outerShdw blurRad="152400" dist="63500" dir="8100000" algn="tr" rotWithShape="0">
                  <a:prstClr val="black">
                    <a:alpha val="35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76"/>
              <p:cNvSpPr>
                <a:spLocks/>
              </p:cNvSpPr>
              <p:nvPr/>
            </p:nvSpPr>
            <p:spPr bwMode="auto">
              <a:xfrm flipH="1">
                <a:off x="7576705" y="-4512983"/>
                <a:ext cx="1493325" cy="10503749"/>
              </a:xfrm>
              <a:custGeom>
                <a:avLst/>
                <a:gdLst>
                  <a:gd name="T0" fmla="*/ 147 w 147"/>
                  <a:gd name="T1" fmla="*/ 0 h 1054"/>
                  <a:gd name="T2" fmla="*/ 2 w 147"/>
                  <a:gd name="T3" fmla="*/ 84 h 1054"/>
                  <a:gd name="T4" fmla="*/ 0 w 147"/>
                  <a:gd name="T5" fmla="*/ 96 h 1054"/>
                  <a:gd name="T6" fmla="*/ 0 w 147"/>
                  <a:gd name="T7" fmla="*/ 96 h 1054"/>
                  <a:gd name="T8" fmla="*/ 0 w 147"/>
                  <a:gd name="T9" fmla="*/ 96 h 1054"/>
                  <a:gd name="T10" fmla="*/ 0 w 147"/>
                  <a:gd name="T11" fmla="*/ 96 h 1054"/>
                  <a:gd name="T12" fmla="*/ 0 w 147"/>
                  <a:gd name="T13" fmla="*/ 955 h 1054"/>
                  <a:gd name="T14" fmla="*/ 17 w 147"/>
                  <a:gd name="T15" fmla="*/ 985 h 1054"/>
                  <a:gd name="T16" fmla="*/ 130 w 147"/>
                  <a:gd name="T17" fmla="*/ 1050 h 1054"/>
                  <a:gd name="T18" fmla="*/ 130 w 147"/>
                  <a:gd name="T19" fmla="*/ 1050 h 1054"/>
                  <a:gd name="T20" fmla="*/ 133 w 147"/>
                  <a:gd name="T21" fmla="*/ 1052 h 1054"/>
                  <a:gd name="T22" fmla="*/ 143 w 147"/>
                  <a:gd name="T23" fmla="*/ 1054 h 1054"/>
                  <a:gd name="T24" fmla="*/ 147 w 147"/>
                  <a:gd name="T25" fmla="*/ 1052 h 1054"/>
                  <a:gd name="T26" fmla="*/ 147 w 147"/>
                  <a:gd name="T27" fmla="*/ 0 h 1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7" h="1054">
                    <a:moveTo>
                      <a:pt x="147" y="0"/>
                    </a:moveTo>
                    <a:cubicBezTo>
                      <a:pt x="2" y="84"/>
                      <a:pt x="2" y="84"/>
                      <a:pt x="2" y="84"/>
                    </a:cubicBezTo>
                    <a:cubicBezTo>
                      <a:pt x="1" y="87"/>
                      <a:pt x="0" y="92"/>
                      <a:pt x="0" y="96"/>
                    </a:cubicBezTo>
                    <a:cubicBezTo>
                      <a:pt x="0" y="96"/>
                      <a:pt x="0" y="96"/>
                      <a:pt x="0" y="96"/>
                    </a:cubicBezTo>
                    <a:cubicBezTo>
                      <a:pt x="0" y="96"/>
                      <a:pt x="0" y="96"/>
                      <a:pt x="0" y="96"/>
                    </a:cubicBezTo>
                    <a:cubicBezTo>
                      <a:pt x="0" y="96"/>
                      <a:pt x="0" y="96"/>
                      <a:pt x="0" y="96"/>
                    </a:cubicBezTo>
                    <a:cubicBezTo>
                      <a:pt x="0" y="955"/>
                      <a:pt x="0" y="955"/>
                      <a:pt x="0" y="955"/>
                    </a:cubicBezTo>
                    <a:cubicBezTo>
                      <a:pt x="0" y="967"/>
                      <a:pt x="6" y="978"/>
                      <a:pt x="17" y="985"/>
                    </a:cubicBezTo>
                    <a:cubicBezTo>
                      <a:pt x="130" y="1050"/>
                      <a:pt x="130" y="1050"/>
                      <a:pt x="130" y="1050"/>
                    </a:cubicBezTo>
                    <a:cubicBezTo>
                      <a:pt x="130" y="1050"/>
                      <a:pt x="130" y="1050"/>
                      <a:pt x="130" y="1050"/>
                    </a:cubicBezTo>
                    <a:cubicBezTo>
                      <a:pt x="131" y="1051"/>
                      <a:pt x="132" y="1051"/>
                      <a:pt x="133" y="1052"/>
                    </a:cubicBezTo>
                    <a:cubicBezTo>
                      <a:pt x="137" y="1053"/>
                      <a:pt x="140" y="1054"/>
                      <a:pt x="143" y="1054"/>
                    </a:cubicBezTo>
                    <a:cubicBezTo>
                      <a:pt x="147" y="1052"/>
                      <a:pt x="147" y="1052"/>
                      <a:pt x="147" y="1052"/>
                    </a:cubicBezTo>
                    <a:cubicBezTo>
                      <a:pt x="147" y="0"/>
                      <a:pt x="147" y="0"/>
                      <a:pt x="147" y="0"/>
                    </a:cubicBezTo>
                  </a:path>
                </a:pathLst>
              </a:custGeom>
              <a:gradFill>
                <a:gsLst>
                  <a:gs pos="0">
                    <a:srgbClr val="B7C2C9"/>
                  </a:gs>
                  <a:gs pos="100000">
                    <a:srgbClr val="C7D4DB"/>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4" name="组合 166"/>
            <p:cNvGrpSpPr/>
            <p:nvPr/>
          </p:nvGrpSpPr>
          <p:grpSpPr>
            <a:xfrm>
              <a:off x="6316564" y="2867025"/>
              <a:ext cx="2532903" cy="2877048"/>
              <a:chOff x="6310252" y="2867025"/>
              <a:chExt cx="2532903" cy="2877048"/>
            </a:xfrm>
          </p:grpSpPr>
          <p:sp>
            <p:nvSpPr>
              <p:cNvPr id="55" name="Freeform 77"/>
              <p:cNvSpPr>
                <a:spLocks/>
              </p:cNvSpPr>
              <p:nvPr/>
            </p:nvSpPr>
            <p:spPr bwMode="auto">
              <a:xfrm>
                <a:off x="6310252" y="2867025"/>
                <a:ext cx="2532903" cy="2877048"/>
              </a:xfrm>
              <a:custGeom>
                <a:avLst/>
                <a:gdLst>
                  <a:gd name="T0" fmla="*/ 0 w 231"/>
                  <a:gd name="T1" fmla="*/ 195 h 265"/>
                  <a:gd name="T2" fmla="*/ 4 w 231"/>
                  <a:gd name="T3" fmla="*/ 201 h 265"/>
                  <a:gd name="T4" fmla="*/ 112 w 231"/>
                  <a:gd name="T5" fmla="*/ 264 h 265"/>
                  <a:gd name="T6" fmla="*/ 120 w 231"/>
                  <a:gd name="T7" fmla="*/ 264 h 265"/>
                  <a:gd name="T8" fmla="*/ 227 w 231"/>
                  <a:gd name="T9" fmla="*/ 201 h 265"/>
                  <a:gd name="T10" fmla="*/ 231 w 231"/>
                  <a:gd name="T11" fmla="*/ 195 h 265"/>
                  <a:gd name="T12" fmla="*/ 231 w 231"/>
                  <a:gd name="T13" fmla="*/ 70 h 265"/>
                  <a:gd name="T14" fmla="*/ 227 w 231"/>
                  <a:gd name="T15" fmla="*/ 63 h 265"/>
                  <a:gd name="T16" fmla="*/ 120 w 231"/>
                  <a:gd name="T17" fmla="*/ 1 h 265"/>
                  <a:gd name="T18" fmla="*/ 112 w 231"/>
                  <a:gd name="T19" fmla="*/ 1 h 265"/>
                  <a:gd name="T20" fmla="*/ 4 w 231"/>
                  <a:gd name="T21" fmla="*/ 63 h 265"/>
                  <a:gd name="T22" fmla="*/ 0 w 231"/>
                  <a:gd name="T23" fmla="*/ 70 h 265"/>
                  <a:gd name="T24" fmla="*/ 0 w 231"/>
                  <a:gd name="T25" fmla="*/ 195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1" h="265">
                    <a:moveTo>
                      <a:pt x="0" y="195"/>
                    </a:moveTo>
                    <a:cubicBezTo>
                      <a:pt x="0" y="197"/>
                      <a:pt x="2" y="200"/>
                      <a:pt x="4" y="201"/>
                    </a:cubicBezTo>
                    <a:cubicBezTo>
                      <a:pt x="112" y="264"/>
                      <a:pt x="112" y="264"/>
                      <a:pt x="112" y="264"/>
                    </a:cubicBezTo>
                    <a:cubicBezTo>
                      <a:pt x="114" y="265"/>
                      <a:pt x="117" y="265"/>
                      <a:pt x="120" y="264"/>
                    </a:cubicBezTo>
                    <a:cubicBezTo>
                      <a:pt x="227" y="201"/>
                      <a:pt x="227" y="201"/>
                      <a:pt x="227" y="201"/>
                    </a:cubicBezTo>
                    <a:cubicBezTo>
                      <a:pt x="230" y="200"/>
                      <a:pt x="231" y="197"/>
                      <a:pt x="231" y="195"/>
                    </a:cubicBezTo>
                    <a:cubicBezTo>
                      <a:pt x="231" y="70"/>
                      <a:pt x="231" y="70"/>
                      <a:pt x="231" y="70"/>
                    </a:cubicBezTo>
                    <a:cubicBezTo>
                      <a:pt x="231" y="67"/>
                      <a:pt x="230" y="65"/>
                      <a:pt x="227" y="63"/>
                    </a:cubicBezTo>
                    <a:cubicBezTo>
                      <a:pt x="120" y="1"/>
                      <a:pt x="120" y="1"/>
                      <a:pt x="120" y="1"/>
                    </a:cubicBezTo>
                    <a:cubicBezTo>
                      <a:pt x="117" y="0"/>
                      <a:pt x="114" y="0"/>
                      <a:pt x="112" y="1"/>
                    </a:cubicBezTo>
                    <a:cubicBezTo>
                      <a:pt x="4" y="63"/>
                      <a:pt x="4" y="63"/>
                      <a:pt x="4" y="63"/>
                    </a:cubicBezTo>
                    <a:cubicBezTo>
                      <a:pt x="2" y="65"/>
                      <a:pt x="0" y="67"/>
                      <a:pt x="0" y="70"/>
                    </a:cubicBezTo>
                    <a:lnTo>
                      <a:pt x="0" y="195"/>
                    </a:lnTo>
                    <a:close/>
                  </a:path>
                </a:pathLst>
              </a:custGeom>
              <a:solidFill>
                <a:srgbClr val="F4F6F6"/>
              </a:solidFill>
              <a:ln>
                <a:noFill/>
              </a:ln>
              <a:effectLst>
                <a:outerShdw blurRad="101600" dist="50800" dir="8100000" sx="101000" sy="101000" algn="tr" rotWithShape="0">
                  <a:prstClr val="black">
                    <a:alpha val="24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77"/>
              <p:cNvSpPr>
                <a:spLocks/>
              </p:cNvSpPr>
              <p:nvPr/>
            </p:nvSpPr>
            <p:spPr bwMode="auto">
              <a:xfrm>
                <a:off x="6415696" y="2986796"/>
                <a:ext cx="2322014" cy="2637506"/>
              </a:xfrm>
              <a:custGeom>
                <a:avLst/>
                <a:gdLst>
                  <a:gd name="T0" fmla="*/ 0 w 231"/>
                  <a:gd name="T1" fmla="*/ 195 h 265"/>
                  <a:gd name="T2" fmla="*/ 4 w 231"/>
                  <a:gd name="T3" fmla="*/ 201 h 265"/>
                  <a:gd name="T4" fmla="*/ 112 w 231"/>
                  <a:gd name="T5" fmla="*/ 264 h 265"/>
                  <a:gd name="T6" fmla="*/ 120 w 231"/>
                  <a:gd name="T7" fmla="*/ 264 h 265"/>
                  <a:gd name="T8" fmla="*/ 227 w 231"/>
                  <a:gd name="T9" fmla="*/ 201 h 265"/>
                  <a:gd name="T10" fmla="*/ 231 w 231"/>
                  <a:gd name="T11" fmla="*/ 195 h 265"/>
                  <a:gd name="T12" fmla="*/ 231 w 231"/>
                  <a:gd name="T13" fmla="*/ 70 h 265"/>
                  <a:gd name="T14" fmla="*/ 227 w 231"/>
                  <a:gd name="T15" fmla="*/ 63 h 265"/>
                  <a:gd name="T16" fmla="*/ 120 w 231"/>
                  <a:gd name="T17" fmla="*/ 1 h 265"/>
                  <a:gd name="T18" fmla="*/ 112 w 231"/>
                  <a:gd name="T19" fmla="*/ 1 h 265"/>
                  <a:gd name="T20" fmla="*/ 4 w 231"/>
                  <a:gd name="T21" fmla="*/ 63 h 265"/>
                  <a:gd name="T22" fmla="*/ 0 w 231"/>
                  <a:gd name="T23" fmla="*/ 70 h 265"/>
                  <a:gd name="T24" fmla="*/ 0 w 231"/>
                  <a:gd name="T25" fmla="*/ 195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1" h="265">
                    <a:moveTo>
                      <a:pt x="0" y="195"/>
                    </a:moveTo>
                    <a:cubicBezTo>
                      <a:pt x="0" y="197"/>
                      <a:pt x="2" y="200"/>
                      <a:pt x="4" y="201"/>
                    </a:cubicBezTo>
                    <a:cubicBezTo>
                      <a:pt x="112" y="264"/>
                      <a:pt x="112" y="264"/>
                      <a:pt x="112" y="264"/>
                    </a:cubicBezTo>
                    <a:cubicBezTo>
                      <a:pt x="114" y="265"/>
                      <a:pt x="117" y="265"/>
                      <a:pt x="120" y="264"/>
                    </a:cubicBezTo>
                    <a:cubicBezTo>
                      <a:pt x="227" y="201"/>
                      <a:pt x="227" y="201"/>
                      <a:pt x="227" y="201"/>
                    </a:cubicBezTo>
                    <a:cubicBezTo>
                      <a:pt x="230" y="200"/>
                      <a:pt x="231" y="197"/>
                      <a:pt x="231" y="195"/>
                    </a:cubicBezTo>
                    <a:cubicBezTo>
                      <a:pt x="231" y="70"/>
                      <a:pt x="231" y="70"/>
                      <a:pt x="231" y="70"/>
                    </a:cubicBezTo>
                    <a:cubicBezTo>
                      <a:pt x="231" y="67"/>
                      <a:pt x="230" y="65"/>
                      <a:pt x="227" y="63"/>
                    </a:cubicBezTo>
                    <a:cubicBezTo>
                      <a:pt x="120" y="1"/>
                      <a:pt x="120" y="1"/>
                      <a:pt x="120" y="1"/>
                    </a:cubicBezTo>
                    <a:cubicBezTo>
                      <a:pt x="117" y="0"/>
                      <a:pt x="114" y="0"/>
                      <a:pt x="112" y="1"/>
                    </a:cubicBezTo>
                    <a:cubicBezTo>
                      <a:pt x="4" y="63"/>
                      <a:pt x="4" y="63"/>
                      <a:pt x="4" y="63"/>
                    </a:cubicBezTo>
                    <a:cubicBezTo>
                      <a:pt x="2" y="65"/>
                      <a:pt x="0" y="67"/>
                      <a:pt x="0" y="70"/>
                    </a:cubicBezTo>
                    <a:lnTo>
                      <a:pt x="0" y="195"/>
                    </a:lnTo>
                    <a:close/>
                  </a:path>
                </a:pathLst>
              </a:custGeom>
              <a:solidFill>
                <a:srgbClr val="00B0F0"/>
              </a:solidFill>
              <a:ln>
                <a:noFill/>
              </a:ln>
              <a:effectLst>
                <a:innerShdw blurRad="101600">
                  <a:prstClr val="black">
                    <a:alpha val="66000"/>
                  </a:prstClr>
                </a:inn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77"/>
              <p:cNvSpPr>
                <a:spLocks/>
              </p:cNvSpPr>
              <p:nvPr/>
            </p:nvSpPr>
            <p:spPr bwMode="auto">
              <a:xfrm>
                <a:off x="6657540" y="3261500"/>
                <a:ext cx="1838326" cy="2088098"/>
              </a:xfrm>
              <a:custGeom>
                <a:avLst/>
                <a:gdLst>
                  <a:gd name="T0" fmla="*/ 0 w 231"/>
                  <a:gd name="T1" fmla="*/ 195 h 265"/>
                  <a:gd name="T2" fmla="*/ 4 w 231"/>
                  <a:gd name="T3" fmla="*/ 201 h 265"/>
                  <a:gd name="T4" fmla="*/ 112 w 231"/>
                  <a:gd name="T5" fmla="*/ 264 h 265"/>
                  <a:gd name="T6" fmla="*/ 120 w 231"/>
                  <a:gd name="T7" fmla="*/ 264 h 265"/>
                  <a:gd name="T8" fmla="*/ 227 w 231"/>
                  <a:gd name="T9" fmla="*/ 201 h 265"/>
                  <a:gd name="T10" fmla="*/ 231 w 231"/>
                  <a:gd name="T11" fmla="*/ 195 h 265"/>
                  <a:gd name="T12" fmla="*/ 231 w 231"/>
                  <a:gd name="T13" fmla="*/ 70 h 265"/>
                  <a:gd name="T14" fmla="*/ 227 w 231"/>
                  <a:gd name="T15" fmla="*/ 63 h 265"/>
                  <a:gd name="T16" fmla="*/ 120 w 231"/>
                  <a:gd name="T17" fmla="*/ 1 h 265"/>
                  <a:gd name="T18" fmla="*/ 112 w 231"/>
                  <a:gd name="T19" fmla="*/ 1 h 265"/>
                  <a:gd name="T20" fmla="*/ 4 w 231"/>
                  <a:gd name="T21" fmla="*/ 63 h 265"/>
                  <a:gd name="T22" fmla="*/ 0 w 231"/>
                  <a:gd name="T23" fmla="*/ 70 h 265"/>
                  <a:gd name="T24" fmla="*/ 0 w 231"/>
                  <a:gd name="T25" fmla="*/ 195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1" h="265">
                    <a:moveTo>
                      <a:pt x="0" y="195"/>
                    </a:moveTo>
                    <a:cubicBezTo>
                      <a:pt x="0" y="197"/>
                      <a:pt x="2" y="200"/>
                      <a:pt x="4" y="201"/>
                    </a:cubicBezTo>
                    <a:cubicBezTo>
                      <a:pt x="112" y="264"/>
                      <a:pt x="112" y="264"/>
                      <a:pt x="112" y="264"/>
                    </a:cubicBezTo>
                    <a:cubicBezTo>
                      <a:pt x="114" y="265"/>
                      <a:pt x="117" y="265"/>
                      <a:pt x="120" y="264"/>
                    </a:cubicBezTo>
                    <a:cubicBezTo>
                      <a:pt x="227" y="201"/>
                      <a:pt x="227" y="201"/>
                      <a:pt x="227" y="201"/>
                    </a:cubicBezTo>
                    <a:cubicBezTo>
                      <a:pt x="230" y="200"/>
                      <a:pt x="231" y="197"/>
                      <a:pt x="231" y="195"/>
                    </a:cubicBezTo>
                    <a:cubicBezTo>
                      <a:pt x="231" y="70"/>
                      <a:pt x="231" y="70"/>
                      <a:pt x="231" y="70"/>
                    </a:cubicBezTo>
                    <a:cubicBezTo>
                      <a:pt x="231" y="67"/>
                      <a:pt x="230" y="65"/>
                      <a:pt x="227" y="63"/>
                    </a:cubicBezTo>
                    <a:cubicBezTo>
                      <a:pt x="120" y="1"/>
                      <a:pt x="120" y="1"/>
                      <a:pt x="120" y="1"/>
                    </a:cubicBezTo>
                    <a:cubicBezTo>
                      <a:pt x="117" y="0"/>
                      <a:pt x="114" y="0"/>
                      <a:pt x="112" y="1"/>
                    </a:cubicBezTo>
                    <a:cubicBezTo>
                      <a:pt x="4" y="63"/>
                      <a:pt x="4" y="63"/>
                      <a:pt x="4" y="63"/>
                    </a:cubicBezTo>
                    <a:cubicBezTo>
                      <a:pt x="2" y="65"/>
                      <a:pt x="0" y="67"/>
                      <a:pt x="0" y="70"/>
                    </a:cubicBezTo>
                    <a:lnTo>
                      <a:pt x="0" y="195"/>
                    </a:lnTo>
                    <a:close/>
                  </a:path>
                </a:pathLst>
              </a:custGeom>
              <a:solidFill>
                <a:srgbClr val="EDF1F1"/>
              </a:solidFill>
              <a:ln>
                <a:noFill/>
              </a:ln>
              <a:effectLst>
                <a:outerShdw blurRad="88900" sx="102000" sy="102000" algn="ctr" rotWithShape="0">
                  <a:prstClr val="black">
                    <a:alpha val="33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60" name="组合 172"/>
          <p:cNvGrpSpPr/>
          <p:nvPr/>
        </p:nvGrpSpPr>
        <p:grpSpPr>
          <a:xfrm rot="5400000">
            <a:off x="8640387" y="3087790"/>
            <a:ext cx="1074338" cy="3821723"/>
            <a:chOff x="6096000" y="-4571875"/>
            <a:chExt cx="2974030" cy="10579467"/>
          </a:xfrm>
        </p:grpSpPr>
        <p:grpSp>
          <p:nvGrpSpPr>
            <p:cNvPr id="61" name="组合 173"/>
            <p:cNvGrpSpPr/>
            <p:nvPr/>
          </p:nvGrpSpPr>
          <p:grpSpPr>
            <a:xfrm>
              <a:off x="6096000" y="-4571875"/>
              <a:ext cx="2974030" cy="10579467"/>
              <a:chOff x="6096000" y="-4571875"/>
              <a:chExt cx="2974030" cy="10579467"/>
            </a:xfrm>
          </p:grpSpPr>
          <p:sp>
            <p:nvSpPr>
              <p:cNvPr id="66" name="Freeform 74"/>
              <p:cNvSpPr>
                <a:spLocks/>
              </p:cNvSpPr>
              <p:nvPr/>
            </p:nvSpPr>
            <p:spPr bwMode="auto">
              <a:xfrm>
                <a:off x="6096000" y="-4571875"/>
                <a:ext cx="2974030" cy="10579467"/>
              </a:xfrm>
              <a:custGeom>
                <a:avLst/>
                <a:gdLst>
                  <a:gd name="T0" fmla="*/ 0 w 296"/>
                  <a:gd name="T1" fmla="*/ 961 h 1062"/>
                  <a:gd name="T2" fmla="*/ 17 w 296"/>
                  <a:gd name="T3" fmla="*/ 991 h 1062"/>
                  <a:gd name="T4" fmla="*/ 130 w 296"/>
                  <a:gd name="T5" fmla="*/ 1056 h 1062"/>
                  <a:gd name="T6" fmla="*/ 165 w 296"/>
                  <a:gd name="T7" fmla="*/ 1056 h 1062"/>
                  <a:gd name="T8" fmla="*/ 279 w 296"/>
                  <a:gd name="T9" fmla="*/ 991 h 1062"/>
                  <a:gd name="T10" fmla="*/ 296 w 296"/>
                  <a:gd name="T11" fmla="*/ 961 h 1062"/>
                  <a:gd name="T12" fmla="*/ 296 w 296"/>
                  <a:gd name="T13" fmla="*/ 102 h 1062"/>
                  <a:gd name="T14" fmla="*/ 279 w 296"/>
                  <a:gd name="T15" fmla="*/ 72 h 1062"/>
                  <a:gd name="T16" fmla="*/ 165 w 296"/>
                  <a:gd name="T17" fmla="*/ 7 h 1062"/>
                  <a:gd name="T18" fmla="*/ 130 w 296"/>
                  <a:gd name="T19" fmla="*/ 7 h 1062"/>
                  <a:gd name="T20" fmla="*/ 17 w 296"/>
                  <a:gd name="T21" fmla="*/ 72 h 1062"/>
                  <a:gd name="T22" fmla="*/ 0 w 296"/>
                  <a:gd name="T23" fmla="*/ 102 h 1062"/>
                  <a:gd name="T24" fmla="*/ 0 w 296"/>
                  <a:gd name="T25" fmla="*/ 961 h 1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6" h="1062">
                    <a:moveTo>
                      <a:pt x="0" y="961"/>
                    </a:moveTo>
                    <a:cubicBezTo>
                      <a:pt x="0" y="973"/>
                      <a:pt x="6" y="984"/>
                      <a:pt x="17" y="991"/>
                    </a:cubicBezTo>
                    <a:cubicBezTo>
                      <a:pt x="130" y="1056"/>
                      <a:pt x="130" y="1056"/>
                      <a:pt x="130" y="1056"/>
                    </a:cubicBezTo>
                    <a:cubicBezTo>
                      <a:pt x="141" y="1062"/>
                      <a:pt x="154" y="1062"/>
                      <a:pt x="165" y="1056"/>
                    </a:cubicBezTo>
                    <a:cubicBezTo>
                      <a:pt x="279" y="991"/>
                      <a:pt x="279" y="991"/>
                      <a:pt x="279" y="991"/>
                    </a:cubicBezTo>
                    <a:cubicBezTo>
                      <a:pt x="289" y="984"/>
                      <a:pt x="296" y="973"/>
                      <a:pt x="296" y="961"/>
                    </a:cubicBezTo>
                    <a:cubicBezTo>
                      <a:pt x="296" y="102"/>
                      <a:pt x="296" y="102"/>
                      <a:pt x="296" y="102"/>
                    </a:cubicBezTo>
                    <a:cubicBezTo>
                      <a:pt x="296" y="90"/>
                      <a:pt x="289" y="78"/>
                      <a:pt x="279" y="72"/>
                    </a:cubicBezTo>
                    <a:cubicBezTo>
                      <a:pt x="165" y="7"/>
                      <a:pt x="165" y="7"/>
                      <a:pt x="165" y="7"/>
                    </a:cubicBezTo>
                    <a:cubicBezTo>
                      <a:pt x="154" y="0"/>
                      <a:pt x="141" y="0"/>
                      <a:pt x="130" y="7"/>
                    </a:cubicBezTo>
                    <a:cubicBezTo>
                      <a:pt x="17" y="72"/>
                      <a:pt x="17" y="72"/>
                      <a:pt x="17" y="72"/>
                    </a:cubicBezTo>
                    <a:cubicBezTo>
                      <a:pt x="6" y="78"/>
                      <a:pt x="0" y="90"/>
                      <a:pt x="0" y="102"/>
                    </a:cubicBezTo>
                    <a:cubicBezTo>
                      <a:pt x="0" y="961"/>
                      <a:pt x="0" y="961"/>
                      <a:pt x="0" y="961"/>
                    </a:cubicBezTo>
                  </a:path>
                </a:pathLst>
              </a:custGeom>
              <a:gradFill>
                <a:gsLst>
                  <a:gs pos="0">
                    <a:srgbClr val="D6E2E9"/>
                  </a:gs>
                  <a:gs pos="100000">
                    <a:srgbClr val="D1DDE4"/>
                  </a:gs>
                </a:gsLst>
                <a:lin ang="5400000" scaled="1"/>
              </a:gradFill>
              <a:ln>
                <a:noFill/>
              </a:ln>
              <a:effectLst>
                <a:outerShdw blurRad="152400" dist="63500" dir="8100000" algn="tr" rotWithShape="0">
                  <a:prstClr val="black">
                    <a:alpha val="35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76"/>
              <p:cNvSpPr>
                <a:spLocks/>
              </p:cNvSpPr>
              <p:nvPr/>
            </p:nvSpPr>
            <p:spPr bwMode="auto">
              <a:xfrm flipH="1">
                <a:off x="7576705" y="-4512983"/>
                <a:ext cx="1493325" cy="10503749"/>
              </a:xfrm>
              <a:custGeom>
                <a:avLst/>
                <a:gdLst>
                  <a:gd name="T0" fmla="*/ 147 w 147"/>
                  <a:gd name="T1" fmla="*/ 0 h 1054"/>
                  <a:gd name="T2" fmla="*/ 2 w 147"/>
                  <a:gd name="T3" fmla="*/ 84 h 1054"/>
                  <a:gd name="T4" fmla="*/ 0 w 147"/>
                  <a:gd name="T5" fmla="*/ 96 h 1054"/>
                  <a:gd name="T6" fmla="*/ 0 w 147"/>
                  <a:gd name="T7" fmla="*/ 96 h 1054"/>
                  <a:gd name="T8" fmla="*/ 0 w 147"/>
                  <a:gd name="T9" fmla="*/ 96 h 1054"/>
                  <a:gd name="T10" fmla="*/ 0 w 147"/>
                  <a:gd name="T11" fmla="*/ 96 h 1054"/>
                  <a:gd name="T12" fmla="*/ 0 w 147"/>
                  <a:gd name="T13" fmla="*/ 955 h 1054"/>
                  <a:gd name="T14" fmla="*/ 17 w 147"/>
                  <a:gd name="T15" fmla="*/ 985 h 1054"/>
                  <a:gd name="T16" fmla="*/ 130 w 147"/>
                  <a:gd name="T17" fmla="*/ 1050 h 1054"/>
                  <a:gd name="T18" fmla="*/ 130 w 147"/>
                  <a:gd name="T19" fmla="*/ 1050 h 1054"/>
                  <a:gd name="T20" fmla="*/ 133 w 147"/>
                  <a:gd name="T21" fmla="*/ 1052 h 1054"/>
                  <a:gd name="T22" fmla="*/ 143 w 147"/>
                  <a:gd name="T23" fmla="*/ 1054 h 1054"/>
                  <a:gd name="T24" fmla="*/ 147 w 147"/>
                  <a:gd name="T25" fmla="*/ 1052 h 1054"/>
                  <a:gd name="T26" fmla="*/ 147 w 147"/>
                  <a:gd name="T27" fmla="*/ 0 h 1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7" h="1054">
                    <a:moveTo>
                      <a:pt x="147" y="0"/>
                    </a:moveTo>
                    <a:cubicBezTo>
                      <a:pt x="2" y="84"/>
                      <a:pt x="2" y="84"/>
                      <a:pt x="2" y="84"/>
                    </a:cubicBezTo>
                    <a:cubicBezTo>
                      <a:pt x="1" y="87"/>
                      <a:pt x="0" y="92"/>
                      <a:pt x="0" y="96"/>
                    </a:cubicBezTo>
                    <a:cubicBezTo>
                      <a:pt x="0" y="96"/>
                      <a:pt x="0" y="96"/>
                      <a:pt x="0" y="96"/>
                    </a:cubicBezTo>
                    <a:cubicBezTo>
                      <a:pt x="0" y="96"/>
                      <a:pt x="0" y="96"/>
                      <a:pt x="0" y="96"/>
                    </a:cubicBezTo>
                    <a:cubicBezTo>
                      <a:pt x="0" y="96"/>
                      <a:pt x="0" y="96"/>
                      <a:pt x="0" y="96"/>
                    </a:cubicBezTo>
                    <a:cubicBezTo>
                      <a:pt x="0" y="955"/>
                      <a:pt x="0" y="955"/>
                      <a:pt x="0" y="955"/>
                    </a:cubicBezTo>
                    <a:cubicBezTo>
                      <a:pt x="0" y="967"/>
                      <a:pt x="6" y="978"/>
                      <a:pt x="17" y="985"/>
                    </a:cubicBezTo>
                    <a:cubicBezTo>
                      <a:pt x="130" y="1050"/>
                      <a:pt x="130" y="1050"/>
                      <a:pt x="130" y="1050"/>
                    </a:cubicBezTo>
                    <a:cubicBezTo>
                      <a:pt x="130" y="1050"/>
                      <a:pt x="130" y="1050"/>
                      <a:pt x="130" y="1050"/>
                    </a:cubicBezTo>
                    <a:cubicBezTo>
                      <a:pt x="131" y="1051"/>
                      <a:pt x="132" y="1051"/>
                      <a:pt x="133" y="1052"/>
                    </a:cubicBezTo>
                    <a:cubicBezTo>
                      <a:pt x="137" y="1053"/>
                      <a:pt x="140" y="1054"/>
                      <a:pt x="143" y="1054"/>
                    </a:cubicBezTo>
                    <a:cubicBezTo>
                      <a:pt x="147" y="1052"/>
                      <a:pt x="147" y="1052"/>
                      <a:pt x="147" y="1052"/>
                    </a:cubicBezTo>
                    <a:cubicBezTo>
                      <a:pt x="147" y="0"/>
                      <a:pt x="147" y="0"/>
                      <a:pt x="147" y="0"/>
                    </a:cubicBezTo>
                  </a:path>
                </a:pathLst>
              </a:custGeom>
              <a:gradFill>
                <a:gsLst>
                  <a:gs pos="0">
                    <a:srgbClr val="B7C2C9"/>
                  </a:gs>
                  <a:gs pos="100000">
                    <a:srgbClr val="C7D4DB"/>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2" name="组合 174"/>
            <p:cNvGrpSpPr/>
            <p:nvPr/>
          </p:nvGrpSpPr>
          <p:grpSpPr>
            <a:xfrm>
              <a:off x="6316564" y="2867025"/>
              <a:ext cx="2532903" cy="2877048"/>
              <a:chOff x="6310252" y="2867025"/>
              <a:chExt cx="2532903" cy="2877048"/>
            </a:xfrm>
          </p:grpSpPr>
          <p:sp>
            <p:nvSpPr>
              <p:cNvPr id="63" name="Freeform 77"/>
              <p:cNvSpPr>
                <a:spLocks/>
              </p:cNvSpPr>
              <p:nvPr/>
            </p:nvSpPr>
            <p:spPr bwMode="auto">
              <a:xfrm>
                <a:off x="6310252" y="2867025"/>
                <a:ext cx="2532903" cy="2877048"/>
              </a:xfrm>
              <a:custGeom>
                <a:avLst/>
                <a:gdLst>
                  <a:gd name="T0" fmla="*/ 0 w 231"/>
                  <a:gd name="T1" fmla="*/ 195 h 265"/>
                  <a:gd name="T2" fmla="*/ 4 w 231"/>
                  <a:gd name="T3" fmla="*/ 201 h 265"/>
                  <a:gd name="T4" fmla="*/ 112 w 231"/>
                  <a:gd name="T5" fmla="*/ 264 h 265"/>
                  <a:gd name="T6" fmla="*/ 120 w 231"/>
                  <a:gd name="T7" fmla="*/ 264 h 265"/>
                  <a:gd name="T8" fmla="*/ 227 w 231"/>
                  <a:gd name="T9" fmla="*/ 201 h 265"/>
                  <a:gd name="T10" fmla="*/ 231 w 231"/>
                  <a:gd name="T11" fmla="*/ 195 h 265"/>
                  <a:gd name="T12" fmla="*/ 231 w 231"/>
                  <a:gd name="T13" fmla="*/ 70 h 265"/>
                  <a:gd name="T14" fmla="*/ 227 w 231"/>
                  <a:gd name="T15" fmla="*/ 63 h 265"/>
                  <a:gd name="T16" fmla="*/ 120 w 231"/>
                  <a:gd name="T17" fmla="*/ 1 h 265"/>
                  <a:gd name="T18" fmla="*/ 112 w 231"/>
                  <a:gd name="T19" fmla="*/ 1 h 265"/>
                  <a:gd name="T20" fmla="*/ 4 w 231"/>
                  <a:gd name="T21" fmla="*/ 63 h 265"/>
                  <a:gd name="T22" fmla="*/ 0 w 231"/>
                  <a:gd name="T23" fmla="*/ 70 h 265"/>
                  <a:gd name="T24" fmla="*/ 0 w 231"/>
                  <a:gd name="T25" fmla="*/ 195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1" h="265">
                    <a:moveTo>
                      <a:pt x="0" y="195"/>
                    </a:moveTo>
                    <a:cubicBezTo>
                      <a:pt x="0" y="197"/>
                      <a:pt x="2" y="200"/>
                      <a:pt x="4" y="201"/>
                    </a:cubicBezTo>
                    <a:cubicBezTo>
                      <a:pt x="112" y="264"/>
                      <a:pt x="112" y="264"/>
                      <a:pt x="112" y="264"/>
                    </a:cubicBezTo>
                    <a:cubicBezTo>
                      <a:pt x="114" y="265"/>
                      <a:pt x="117" y="265"/>
                      <a:pt x="120" y="264"/>
                    </a:cubicBezTo>
                    <a:cubicBezTo>
                      <a:pt x="227" y="201"/>
                      <a:pt x="227" y="201"/>
                      <a:pt x="227" y="201"/>
                    </a:cubicBezTo>
                    <a:cubicBezTo>
                      <a:pt x="230" y="200"/>
                      <a:pt x="231" y="197"/>
                      <a:pt x="231" y="195"/>
                    </a:cubicBezTo>
                    <a:cubicBezTo>
                      <a:pt x="231" y="70"/>
                      <a:pt x="231" y="70"/>
                      <a:pt x="231" y="70"/>
                    </a:cubicBezTo>
                    <a:cubicBezTo>
                      <a:pt x="231" y="67"/>
                      <a:pt x="230" y="65"/>
                      <a:pt x="227" y="63"/>
                    </a:cubicBezTo>
                    <a:cubicBezTo>
                      <a:pt x="120" y="1"/>
                      <a:pt x="120" y="1"/>
                      <a:pt x="120" y="1"/>
                    </a:cubicBezTo>
                    <a:cubicBezTo>
                      <a:pt x="117" y="0"/>
                      <a:pt x="114" y="0"/>
                      <a:pt x="112" y="1"/>
                    </a:cubicBezTo>
                    <a:cubicBezTo>
                      <a:pt x="4" y="63"/>
                      <a:pt x="4" y="63"/>
                      <a:pt x="4" y="63"/>
                    </a:cubicBezTo>
                    <a:cubicBezTo>
                      <a:pt x="2" y="65"/>
                      <a:pt x="0" y="67"/>
                      <a:pt x="0" y="70"/>
                    </a:cubicBezTo>
                    <a:lnTo>
                      <a:pt x="0" y="195"/>
                    </a:lnTo>
                    <a:close/>
                  </a:path>
                </a:pathLst>
              </a:custGeom>
              <a:solidFill>
                <a:srgbClr val="F4F6F6"/>
              </a:solidFill>
              <a:ln>
                <a:noFill/>
              </a:ln>
              <a:effectLst>
                <a:outerShdw blurRad="101600" dist="50800" dir="8100000" sx="101000" sy="101000" algn="tr" rotWithShape="0">
                  <a:prstClr val="black">
                    <a:alpha val="24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77"/>
              <p:cNvSpPr>
                <a:spLocks/>
              </p:cNvSpPr>
              <p:nvPr/>
            </p:nvSpPr>
            <p:spPr bwMode="auto">
              <a:xfrm>
                <a:off x="6415696" y="2986796"/>
                <a:ext cx="2322014" cy="2637506"/>
              </a:xfrm>
              <a:custGeom>
                <a:avLst/>
                <a:gdLst>
                  <a:gd name="T0" fmla="*/ 0 w 231"/>
                  <a:gd name="T1" fmla="*/ 195 h 265"/>
                  <a:gd name="T2" fmla="*/ 4 w 231"/>
                  <a:gd name="T3" fmla="*/ 201 h 265"/>
                  <a:gd name="T4" fmla="*/ 112 w 231"/>
                  <a:gd name="T5" fmla="*/ 264 h 265"/>
                  <a:gd name="T6" fmla="*/ 120 w 231"/>
                  <a:gd name="T7" fmla="*/ 264 h 265"/>
                  <a:gd name="T8" fmla="*/ 227 w 231"/>
                  <a:gd name="T9" fmla="*/ 201 h 265"/>
                  <a:gd name="T10" fmla="*/ 231 w 231"/>
                  <a:gd name="T11" fmla="*/ 195 h 265"/>
                  <a:gd name="T12" fmla="*/ 231 w 231"/>
                  <a:gd name="T13" fmla="*/ 70 h 265"/>
                  <a:gd name="T14" fmla="*/ 227 w 231"/>
                  <a:gd name="T15" fmla="*/ 63 h 265"/>
                  <a:gd name="T16" fmla="*/ 120 w 231"/>
                  <a:gd name="T17" fmla="*/ 1 h 265"/>
                  <a:gd name="T18" fmla="*/ 112 w 231"/>
                  <a:gd name="T19" fmla="*/ 1 h 265"/>
                  <a:gd name="T20" fmla="*/ 4 w 231"/>
                  <a:gd name="T21" fmla="*/ 63 h 265"/>
                  <a:gd name="T22" fmla="*/ 0 w 231"/>
                  <a:gd name="T23" fmla="*/ 70 h 265"/>
                  <a:gd name="T24" fmla="*/ 0 w 231"/>
                  <a:gd name="T25" fmla="*/ 195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1" h="265">
                    <a:moveTo>
                      <a:pt x="0" y="195"/>
                    </a:moveTo>
                    <a:cubicBezTo>
                      <a:pt x="0" y="197"/>
                      <a:pt x="2" y="200"/>
                      <a:pt x="4" y="201"/>
                    </a:cubicBezTo>
                    <a:cubicBezTo>
                      <a:pt x="112" y="264"/>
                      <a:pt x="112" y="264"/>
                      <a:pt x="112" y="264"/>
                    </a:cubicBezTo>
                    <a:cubicBezTo>
                      <a:pt x="114" y="265"/>
                      <a:pt x="117" y="265"/>
                      <a:pt x="120" y="264"/>
                    </a:cubicBezTo>
                    <a:cubicBezTo>
                      <a:pt x="227" y="201"/>
                      <a:pt x="227" y="201"/>
                      <a:pt x="227" y="201"/>
                    </a:cubicBezTo>
                    <a:cubicBezTo>
                      <a:pt x="230" y="200"/>
                      <a:pt x="231" y="197"/>
                      <a:pt x="231" y="195"/>
                    </a:cubicBezTo>
                    <a:cubicBezTo>
                      <a:pt x="231" y="70"/>
                      <a:pt x="231" y="70"/>
                      <a:pt x="231" y="70"/>
                    </a:cubicBezTo>
                    <a:cubicBezTo>
                      <a:pt x="231" y="67"/>
                      <a:pt x="230" y="65"/>
                      <a:pt x="227" y="63"/>
                    </a:cubicBezTo>
                    <a:cubicBezTo>
                      <a:pt x="120" y="1"/>
                      <a:pt x="120" y="1"/>
                      <a:pt x="120" y="1"/>
                    </a:cubicBezTo>
                    <a:cubicBezTo>
                      <a:pt x="117" y="0"/>
                      <a:pt x="114" y="0"/>
                      <a:pt x="112" y="1"/>
                    </a:cubicBezTo>
                    <a:cubicBezTo>
                      <a:pt x="4" y="63"/>
                      <a:pt x="4" y="63"/>
                      <a:pt x="4" y="63"/>
                    </a:cubicBezTo>
                    <a:cubicBezTo>
                      <a:pt x="2" y="65"/>
                      <a:pt x="0" y="67"/>
                      <a:pt x="0" y="70"/>
                    </a:cubicBezTo>
                    <a:lnTo>
                      <a:pt x="0" y="195"/>
                    </a:lnTo>
                    <a:close/>
                  </a:path>
                </a:pathLst>
              </a:custGeom>
              <a:solidFill>
                <a:srgbClr val="00B0F0"/>
              </a:solidFill>
              <a:ln>
                <a:noFill/>
              </a:ln>
              <a:effectLst>
                <a:innerShdw blurRad="101600">
                  <a:prstClr val="black">
                    <a:alpha val="66000"/>
                  </a:prstClr>
                </a:inn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77"/>
              <p:cNvSpPr>
                <a:spLocks/>
              </p:cNvSpPr>
              <p:nvPr/>
            </p:nvSpPr>
            <p:spPr bwMode="auto">
              <a:xfrm>
                <a:off x="6657540" y="3261500"/>
                <a:ext cx="1838326" cy="2088098"/>
              </a:xfrm>
              <a:custGeom>
                <a:avLst/>
                <a:gdLst>
                  <a:gd name="T0" fmla="*/ 0 w 231"/>
                  <a:gd name="T1" fmla="*/ 195 h 265"/>
                  <a:gd name="T2" fmla="*/ 4 w 231"/>
                  <a:gd name="T3" fmla="*/ 201 h 265"/>
                  <a:gd name="T4" fmla="*/ 112 w 231"/>
                  <a:gd name="T5" fmla="*/ 264 h 265"/>
                  <a:gd name="T6" fmla="*/ 120 w 231"/>
                  <a:gd name="T7" fmla="*/ 264 h 265"/>
                  <a:gd name="T8" fmla="*/ 227 w 231"/>
                  <a:gd name="T9" fmla="*/ 201 h 265"/>
                  <a:gd name="T10" fmla="*/ 231 w 231"/>
                  <a:gd name="T11" fmla="*/ 195 h 265"/>
                  <a:gd name="T12" fmla="*/ 231 w 231"/>
                  <a:gd name="T13" fmla="*/ 70 h 265"/>
                  <a:gd name="T14" fmla="*/ 227 w 231"/>
                  <a:gd name="T15" fmla="*/ 63 h 265"/>
                  <a:gd name="T16" fmla="*/ 120 w 231"/>
                  <a:gd name="T17" fmla="*/ 1 h 265"/>
                  <a:gd name="T18" fmla="*/ 112 w 231"/>
                  <a:gd name="T19" fmla="*/ 1 h 265"/>
                  <a:gd name="T20" fmla="*/ 4 w 231"/>
                  <a:gd name="T21" fmla="*/ 63 h 265"/>
                  <a:gd name="T22" fmla="*/ 0 w 231"/>
                  <a:gd name="T23" fmla="*/ 70 h 265"/>
                  <a:gd name="T24" fmla="*/ 0 w 231"/>
                  <a:gd name="T25" fmla="*/ 195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1" h="265">
                    <a:moveTo>
                      <a:pt x="0" y="195"/>
                    </a:moveTo>
                    <a:cubicBezTo>
                      <a:pt x="0" y="197"/>
                      <a:pt x="2" y="200"/>
                      <a:pt x="4" y="201"/>
                    </a:cubicBezTo>
                    <a:cubicBezTo>
                      <a:pt x="112" y="264"/>
                      <a:pt x="112" y="264"/>
                      <a:pt x="112" y="264"/>
                    </a:cubicBezTo>
                    <a:cubicBezTo>
                      <a:pt x="114" y="265"/>
                      <a:pt x="117" y="265"/>
                      <a:pt x="120" y="264"/>
                    </a:cubicBezTo>
                    <a:cubicBezTo>
                      <a:pt x="227" y="201"/>
                      <a:pt x="227" y="201"/>
                      <a:pt x="227" y="201"/>
                    </a:cubicBezTo>
                    <a:cubicBezTo>
                      <a:pt x="230" y="200"/>
                      <a:pt x="231" y="197"/>
                      <a:pt x="231" y="195"/>
                    </a:cubicBezTo>
                    <a:cubicBezTo>
                      <a:pt x="231" y="70"/>
                      <a:pt x="231" y="70"/>
                      <a:pt x="231" y="70"/>
                    </a:cubicBezTo>
                    <a:cubicBezTo>
                      <a:pt x="231" y="67"/>
                      <a:pt x="230" y="65"/>
                      <a:pt x="227" y="63"/>
                    </a:cubicBezTo>
                    <a:cubicBezTo>
                      <a:pt x="120" y="1"/>
                      <a:pt x="120" y="1"/>
                      <a:pt x="120" y="1"/>
                    </a:cubicBezTo>
                    <a:cubicBezTo>
                      <a:pt x="117" y="0"/>
                      <a:pt x="114" y="0"/>
                      <a:pt x="112" y="1"/>
                    </a:cubicBezTo>
                    <a:cubicBezTo>
                      <a:pt x="4" y="63"/>
                      <a:pt x="4" y="63"/>
                      <a:pt x="4" y="63"/>
                    </a:cubicBezTo>
                    <a:cubicBezTo>
                      <a:pt x="2" y="65"/>
                      <a:pt x="0" y="67"/>
                      <a:pt x="0" y="70"/>
                    </a:cubicBezTo>
                    <a:lnTo>
                      <a:pt x="0" y="195"/>
                    </a:lnTo>
                    <a:close/>
                  </a:path>
                </a:pathLst>
              </a:custGeom>
              <a:solidFill>
                <a:srgbClr val="EDF1F1"/>
              </a:solidFill>
              <a:ln>
                <a:noFill/>
              </a:ln>
              <a:effectLst>
                <a:outerShdw blurRad="88900" sx="102000" sy="102000" algn="ctr" rotWithShape="0">
                  <a:prstClr val="black">
                    <a:alpha val="33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pic>
        <p:nvPicPr>
          <p:cNvPr id="68" name="图片 67"/>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638722" y="1603379"/>
            <a:ext cx="485634" cy="625197"/>
          </a:xfrm>
          <a:prstGeom prst="rect">
            <a:avLst/>
          </a:prstGeom>
        </p:spPr>
      </p:pic>
      <p:pic>
        <p:nvPicPr>
          <p:cNvPr id="69" name="图片 68"/>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7679568" y="3151149"/>
            <a:ext cx="407157" cy="575617"/>
          </a:xfrm>
          <a:prstGeom prst="rect">
            <a:avLst/>
          </a:prstGeom>
        </p:spPr>
      </p:pic>
      <p:grpSp>
        <p:nvGrpSpPr>
          <p:cNvPr id="70" name="组合 210"/>
          <p:cNvGrpSpPr/>
          <p:nvPr/>
        </p:nvGrpSpPr>
        <p:grpSpPr>
          <a:xfrm>
            <a:off x="7619248" y="4707215"/>
            <a:ext cx="535718" cy="578313"/>
            <a:chOff x="4110037" y="3798888"/>
            <a:chExt cx="1038225" cy="1120777"/>
          </a:xfrm>
          <a:solidFill>
            <a:srgbClr val="FF0000"/>
          </a:solidFill>
        </p:grpSpPr>
        <p:sp>
          <p:nvSpPr>
            <p:cNvPr id="71" name="Freeform 41"/>
            <p:cNvSpPr>
              <a:spLocks noEditPoints="1"/>
            </p:cNvSpPr>
            <p:nvPr/>
          </p:nvSpPr>
          <p:spPr bwMode="auto">
            <a:xfrm>
              <a:off x="4110037" y="4000502"/>
              <a:ext cx="1038225" cy="919163"/>
            </a:xfrm>
            <a:custGeom>
              <a:avLst/>
              <a:gdLst>
                <a:gd name="T0" fmla="*/ 111 w 277"/>
                <a:gd name="T1" fmla="*/ 19 h 245"/>
                <a:gd name="T2" fmla="*/ 72 w 277"/>
                <a:gd name="T3" fmla="*/ 58 h 245"/>
                <a:gd name="T4" fmla="*/ 139 w 277"/>
                <a:gd name="T5" fmla="*/ 42 h 245"/>
                <a:gd name="T6" fmla="*/ 197 w 277"/>
                <a:gd name="T7" fmla="*/ 72 h 245"/>
                <a:gd name="T8" fmla="*/ 176 w 277"/>
                <a:gd name="T9" fmla="*/ 26 h 245"/>
                <a:gd name="T10" fmla="*/ 223 w 277"/>
                <a:gd name="T11" fmla="*/ 17 h 245"/>
                <a:gd name="T12" fmla="*/ 270 w 277"/>
                <a:gd name="T13" fmla="*/ 94 h 245"/>
                <a:gd name="T14" fmla="*/ 9 w 277"/>
                <a:gd name="T15" fmla="*/ 91 h 245"/>
                <a:gd name="T16" fmla="*/ 86 w 277"/>
                <a:gd name="T17" fmla="*/ 3 h 245"/>
                <a:gd name="T18" fmla="*/ 111 w 277"/>
                <a:gd name="T19" fmla="*/ 19 h 245"/>
                <a:gd name="T20" fmla="*/ 29 w 277"/>
                <a:gd name="T21" fmla="*/ 86 h 245"/>
                <a:gd name="T22" fmla="*/ 41 w 277"/>
                <a:gd name="T23" fmla="*/ 96 h 245"/>
                <a:gd name="T24" fmla="*/ 37 w 277"/>
                <a:gd name="T25" fmla="*/ 68 h 245"/>
                <a:gd name="T26" fmla="*/ 29 w 277"/>
                <a:gd name="T27" fmla="*/ 86 h 245"/>
                <a:gd name="T28" fmla="*/ 34 w 277"/>
                <a:gd name="T29" fmla="*/ 114 h 245"/>
                <a:gd name="T30" fmla="*/ 27 w 277"/>
                <a:gd name="T31" fmla="*/ 94 h 245"/>
                <a:gd name="T32" fmla="*/ 34 w 277"/>
                <a:gd name="T33" fmla="*/ 114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7" h="245">
                  <a:moveTo>
                    <a:pt x="111" y="19"/>
                  </a:moveTo>
                  <a:cubicBezTo>
                    <a:pt x="102" y="36"/>
                    <a:pt x="82" y="42"/>
                    <a:pt x="72" y="58"/>
                  </a:cubicBezTo>
                  <a:cubicBezTo>
                    <a:pt x="97" y="67"/>
                    <a:pt x="117" y="40"/>
                    <a:pt x="139" y="42"/>
                  </a:cubicBezTo>
                  <a:cubicBezTo>
                    <a:pt x="162" y="44"/>
                    <a:pt x="171" y="71"/>
                    <a:pt x="197" y="72"/>
                  </a:cubicBezTo>
                  <a:cubicBezTo>
                    <a:pt x="195" y="58"/>
                    <a:pt x="181" y="42"/>
                    <a:pt x="176" y="26"/>
                  </a:cubicBezTo>
                  <a:cubicBezTo>
                    <a:pt x="193" y="24"/>
                    <a:pt x="203" y="13"/>
                    <a:pt x="223" y="17"/>
                  </a:cubicBezTo>
                  <a:cubicBezTo>
                    <a:pt x="247" y="23"/>
                    <a:pt x="269" y="66"/>
                    <a:pt x="270" y="94"/>
                  </a:cubicBezTo>
                  <a:cubicBezTo>
                    <a:pt x="277" y="245"/>
                    <a:pt x="0" y="241"/>
                    <a:pt x="9" y="91"/>
                  </a:cubicBezTo>
                  <a:cubicBezTo>
                    <a:pt x="13" y="40"/>
                    <a:pt x="42" y="19"/>
                    <a:pt x="86" y="3"/>
                  </a:cubicBezTo>
                  <a:cubicBezTo>
                    <a:pt x="96" y="0"/>
                    <a:pt x="98" y="13"/>
                    <a:pt x="111" y="19"/>
                  </a:cubicBezTo>
                  <a:close/>
                  <a:moveTo>
                    <a:pt x="29" y="86"/>
                  </a:moveTo>
                  <a:cubicBezTo>
                    <a:pt x="33" y="89"/>
                    <a:pt x="34" y="95"/>
                    <a:pt x="41" y="96"/>
                  </a:cubicBezTo>
                  <a:cubicBezTo>
                    <a:pt x="48" y="87"/>
                    <a:pt x="50" y="73"/>
                    <a:pt x="37" y="68"/>
                  </a:cubicBezTo>
                  <a:cubicBezTo>
                    <a:pt x="35" y="74"/>
                    <a:pt x="30" y="78"/>
                    <a:pt x="29" y="86"/>
                  </a:cubicBezTo>
                  <a:close/>
                  <a:moveTo>
                    <a:pt x="34" y="114"/>
                  </a:moveTo>
                  <a:cubicBezTo>
                    <a:pt x="41" y="105"/>
                    <a:pt x="33" y="98"/>
                    <a:pt x="27" y="94"/>
                  </a:cubicBezTo>
                  <a:cubicBezTo>
                    <a:pt x="27" y="103"/>
                    <a:pt x="27" y="112"/>
                    <a:pt x="34" y="1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42"/>
            <p:cNvSpPr>
              <a:spLocks/>
            </p:cNvSpPr>
            <p:nvPr/>
          </p:nvSpPr>
          <p:spPr bwMode="auto">
            <a:xfrm>
              <a:off x="4217988" y="4256088"/>
              <a:ext cx="79375" cy="104775"/>
            </a:xfrm>
            <a:custGeom>
              <a:avLst/>
              <a:gdLst>
                <a:gd name="T0" fmla="*/ 8 w 21"/>
                <a:gd name="T1" fmla="*/ 0 h 28"/>
                <a:gd name="T2" fmla="*/ 12 w 21"/>
                <a:gd name="T3" fmla="*/ 28 h 28"/>
                <a:gd name="T4" fmla="*/ 0 w 21"/>
                <a:gd name="T5" fmla="*/ 18 h 28"/>
                <a:gd name="T6" fmla="*/ 8 w 21"/>
                <a:gd name="T7" fmla="*/ 0 h 28"/>
              </a:gdLst>
              <a:ahLst/>
              <a:cxnLst>
                <a:cxn ang="0">
                  <a:pos x="T0" y="T1"/>
                </a:cxn>
                <a:cxn ang="0">
                  <a:pos x="T2" y="T3"/>
                </a:cxn>
                <a:cxn ang="0">
                  <a:pos x="T4" y="T5"/>
                </a:cxn>
                <a:cxn ang="0">
                  <a:pos x="T6" y="T7"/>
                </a:cxn>
              </a:cxnLst>
              <a:rect l="0" t="0" r="r" b="b"/>
              <a:pathLst>
                <a:path w="21" h="28">
                  <a:moveTo>
                    <a:pt x="8" y="0"/>
                  </a:moveTo>
                  <a:cubicBezTo>
                    <a:pt x="21" y="5"/>
                    <a:pt x="19" y="19"/>
                    <a:pt x="12" y="28"/>
                  </a:cubicBezTo>
                  <a:cubicBezTo>
                    <a:pt x="5" y="27"/>
                    <a:pt x="4" y="21"/>
                    <a:pt x="0" y="18"/>
                  </a:cubicBezTo>
                  <a:cubicBezTo>
                    <a:pt x="1" y="10"/>
                    <a:pt x="6" y="6"/>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43"/>
            <p:cNvSpPr>
              <a:spLocks/>
            </p:cNvSpPr>
            <p:nvPr/>
          </p:nvSpPr>
          <p:spPr bwMode="auto">
            <a:xfrm>
              <a:off x="4211638" y="4352926"/>
              <a:ext cx="52388" cy="74613"/>
            </a:xfrm>
            <a:custGeom>
              <a:avLst/>
              <a:gdLst>
                <a:gd name="T0" fmla="*/ 0 w 14"/>
                <a:gd name="T1" fmla="*/ 0 h 20"/>
                <a:gd name="T2" fmla="*/ 7 w 14"/>
                <a:gd name="T3" fmla="*/ 20 h 20"/>
                <a:gd name="T4" fmla="*/ 0 w 14"/>
                <a:gd name="T5" fmla="*/ 0 h 20"/>
              </a:gdLst>
              <a:ahLst/>
              <a:cxnLst>
                <a:cxn ang="0">
                  <a:pos x="T0" y="T1"/>
                </a:cxn>
                <a:cxn ang="0">
                  <a:pos x="T2" y="T3"/>
                </a:cxn>
                <a:cxn ang="0">
                  <a:pos x="T4" y="T5"/>
                </a:cxn>
              </a:cxnLst>
              <a:rect l="0" t="0" r="r" b="b"/>
              <a:pathLst>
                <a:path w="14" h="20">
                  <a:moveTo>
                    <a:pt x="0" y="0"/>
                  </a:moveTo>
                  <a:cubicBezTo>
                    <a:pt x="6" y="4"/>
                    <a:pt x="14" y="11"/>
                    <a:pt x="7" y="20"/>
                  </a:cubicBezTo>
                  <a:cubicBezTo>
                    <a:pt x="0" y="18"/>
                    <a:pt x="0" y="9"/>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44"/>
            <p:cNvSpPr>
              <a:spLocks/>
            </p:cNvSpPr>
            <p:nvPr/>
          </p:nvSpPr>
          <p:spPr bwMode="auto">
            <a:xfrm>
              <a:off x="4429125" y="3798888"/>
              <a:ext cx="479425" cy="449263"/>
            </a:xfrm>
            <a:custGeom>
              <a:avLst/>
              <a:gdLst>
                <a:gd name="T0" fmla="*/ 0 w 128"/>
                <a:gd name="T1" fmla="*/ 42 h 120"/>
                <a:gd name="T2" fmla="*/ 49 w 128"/>
                <a:gd name="T3" fmla="*/ 59 h 120"/>
                <a:gd name="T4" fmla="*/ 17 w 128"/>
                <a:gd name="T5" fmla="*/ 5 h 120"/>
                <a:gd name="T6" fmla="*/ 42 w 128"/>
                <a:gd name="T7" fmla="*/ 0 h 120"/>
                <a:gd name="T8" fmla="*/ 54 w 128"/>
                <a:gd name="T9" fmla="*/ 54 h 120"/>
                <a:gd name="T10" fmla="*/ 73 w 128"/>
                <a:gd name="T11" fmla="*/ 26 h 120"/>
                <a:gd name="T12" fmla="*/ 75 w 128"/>
                <a:gd name="T13" fmla="*/ 59 h 120"/>
                <a:gd name="T14" fmla="*/ 128 w 128"/>
                <a:gd name="T15" fmla="*/ 64 h 120"/>
                <a:gd name="T16" fmla="*/ 80 w 128"/>
                <a:gd name="T17" fmla="*/ 77 h 120"/>
                <a:gd name="T18" fmla="*/ 103 w 128"/>
                <a:gd name="T19" fmla="*/ 120 h 120"/>
                <a:gd name="T20" fmla="*/ 58 w 128"/>
                <a:gd name="T21" fmla="*/ 87 h 120"/>
                <a:gd name="T22" fmla="*/ 0 w 128"/>
                <a:gd name="T23" fmla="*/ 108 h 120"/>
                <a:gd name="T24" fmla="*/ 35 w 128"/>
                <a:gd name="T25" fmla="*/ 75 h 120"/>
                <a:gd name="T26" fmla="*/ 0 w 128"/>
                <a:gd name="T27" fmla="*/ 4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120">
                  <a:moveTo>
                    <a:pt x="0" y="42"/>
                  </a:moveTo>
                  <a:cubicBezTo>
                    <a:pt x="13" y="43"/>
                    <a:pt x="32" y="55"/>
                    <a:pt x="49" y="59"/>
                  </a:cubicBezTo>
                  <a:cubicBezTo>
                    <a:pt x="45" y="41"/>
                    <a:pt x="31" y="18"/>
                    <a:pt x="17" y="5"/>
                  </a:cubicBezTo>
                  <a:cubicBezTo>
                    <a:pt x="23" y="1"/>
                    <a:pt x="32" y="0"/>
                    <a:pt x="42" y="0"/>
                  </a:cubicBezTo>
                  <a:cubicBezTo>
                    <a:pt x="48" y="16"/>
                    <a:pt x="54" y="31"/>
                    <a:pt x="54" y="54"/>
                  </a:cubicBezTo>
                  <a:cubicBezTo>
                    <a:pt x="64" y="48"/>
                    <a:pt x="63" y="31"/>
                    <a:pt x="73" y="26"/>
                  </a:cubicBezTo>
                  <a:cubicBezTo>
                    <a:pt x="72" y="39"/>
                    <a:pt x="75" y="48"/>
                    <a:pt x="75" y="59"/>
                  </a:cubicBezTo>
                  <a:cubicBezTo>
                    <a:pt x="89" y="68"/>
                    <a:pt x="115" y="57"/>
                    <a:pt x="128" y="64"/>
                  </a:cubicBezTo>
                  <a:cubicBezTo>
                    <a:pt x="114" y="71"/>
                    <a:pt x="96" y="73"/>
                    <a:pt x="80" y="77"/>
                  </a:cubicBezTo>
                  <a:cubicBezTo>
                    <a:pt x="85" y="94"/>
                    <a:pt x="100" y="101"/>
                    <a:pt x="103" y="120"/>
                  </a:cubicBezTo>
                  <a:cubicBezTo>
                    <a:pt x="87" y="110"/>
                    <a:pt x="74" y="97"/>
                    <a:pt x="58" y="87"/>
                  </a:cubicBezTo>
                  <a:cubicBezTo>
                    <a:pt x="38" y="94"/>
                    <a:pt x="20" y="102"/>
                    <a:pt x="0" y="108"/>
                  </a:cubicBezTo>
                  <a:cubicBezTo>
                    <a:pt x="10" y="95"/>
                    <a:pt x="25" y="88"/>
                    <a:pt x="35" y="75"/>
                  </a:cubicBezTo>
                  <a:cubicBezTo>
                    <a:pt x="24" y="63"/>
                    <a:pt x="11" y="53"/>
                    <a:pt x="0"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75" name="文本框 74"/>
          <p:cNvSpPr txBox="1"/>
          <p:nvPr/>
        </p:nvSpPr>
        <p:spPr>
          <a:xfrm>
            <a:off x="8359627" y="1707912"/>
            <a:ext cx="2608406" cy="369332"/>
          </a:xfrm>
          <a:prstGeom prst="rect">
            <a:avLst/>
          </a:prstGeom>
          <a:noFill/>
        </p:spPr>
        <p:txBody>
          <a:bodyPr wrap="none" rtlCol="0">
            <a:spAutoFit/>
          </a:bodyPr>
          <a:lstStyle/>
          <a:p>
            <a:r>
              <a:rPr lang="en-US" altLang="zh-CN" dirty="0">
                <a:solidFill>
                  <a:srgbClr val="0070C0"/>
                </a:solidFill>
                <a:latin typeface="Arial Unicode MS" panose="020B0604020202020204" pitchFamily="34" charset="-122"/>
                <a:ea typeface="Arial Unicode MS" panose="020B0604020202020204" pitchFamily="34" charset="-122"/>
                <a:cs typeface="Arial Unicode MS" panose="020B0604020202020204" pitchFamily="34" charset="-122"/>
              </a:rPr>
              <a:t>Heading text of sample.</a:t>
            </a:r>
            <a:endParaRPr lang="zh-CN" altLang="en-US" dirty="0">
              <a:solidFill>
                <a:srgbClr val="0070C0"/>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76" name="文本框 75"/>
          <p:cNvSpPr txBox="1"/>
          <p:nvPr/>
        </p:nvSpPr>
        <p:spPr>
          <a:xfrm>
            <a:off x="8359627" y="3246702"/>
            <a:ext cx="2608406" cy="369332"/>
          </a:xfrm>
          <a:prstGeom prst="rect">
            <a:avLst/>
          </a:prstGeom>
          <a:noFill/>
        </p:spPr>
        <p:txBody>
          <a:bodyPr wrap="none" rtlCol="0">
            <a:spAutoFit/>
          </a:bodyPr>
          <a:lstStyle/>
          <a:p>
            <a:r>
              <a:rPr lang="en-US" altLang="zh-CN" dirty="0">
                <a:solidFill>
                  <a:srgbClr val="0070C0"/>
                </a:solidFill>
                <a:latin typeface="Arial Unicode MS" panose="020B0604020202020204" pitchFamily="34" charset="-122"/>
                <a:ea typeface="Arial Unicode MS" panose="020B0604020202020204" pitchFamily="34" charset="-122"/>
                <a:cs typeface="Arial Unicode MS" panose="020B0604020202020204" pitchFamily="34" charset="-122"/>
              </a:rPr>
              <a:t>Heading text of sample.</a:t>
            </a:r>
            <a:endParaRPr lang="zh-CN" altLang="en-US" dirty="0">
              <a:solidFill>
                <a:srgbClr val="0070C0"/>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77" name="文本框 76"/>
          <p:cNvSpPr txBox="1"/>
          <p:nvPr/>
        </p:nvSpPr>
        <p:spPr>
          <a:xfrm>
            <a:off x="8359627" y="4785492"/>
            <a:ext cx="2608406" cy="369332"/>
          </a:xfrm>
          <a:prstGeom prst="rect">
            <a:avLst/>
          </a:prstGeom>
          <a:noFill/>
        </p:spPr>
        <p:txBody>
          <a:bodyPr wrap="none" rtlCol="0">
            <a:spAutoFit/>
          </a:bodyPr>
          <a:lstStyle/>
          <a:p>
            <a:r>
              <a:rPr lang="en-US" altLang="zh-CN" dirty="0">
                <a:solidFill>
                  <a:srgbClr val="0070C0"/>
                </a:solidFill>
                <a:latin typeface="Arial Unicode MS" panose="020B0604020202020204" pitchFamily="34" charset="-122"/>
                <a:ea typeface="Arial Unicode MS" panose="020B0604020202020204" pitchFamily="34" charset="-122"/>
                <a:cs typeface="Arial Unicode MS" panose="020B0604020202020204" pitchFamily="34" charset="-122"/>
              </a:rPr>
              <a:t>Heading text of sample.</a:t>
            </a:r>
            <a:endParaRPr lang="zh-CN" altLang="en-US" dirty="0">
              <a:solidFill>
                <a:srgbClr val="0070C0"/>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Tree>
    <p:extLst>
      <p:ext uri="{BB962C8B-B14F-4D97-AF65-F5344CB8AC3E}">
        <p14:creationId xmlns:p14="http://schemas.microsoft.com/office/powerpoint/2010/main" val="1566369460"/>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 name="流程图: 手动输入 23"/>
          <p:cNvSpPr/>
          <p:nvPr/>
        </p:nvSpPr>
        <p:spPr>
          <a:xfrm rot="16200000" flipH="1">
            <a:off x="5338311" y="4312"/>
            <a:ext cx="6858001" cy="6849376"/>
          </a:xfrm>
          <a:prstGeom prst="flowChartManualInput">
            <a:avLst/>
          </a:prstGeom>
          <a:solidFill>
            <a:srgbClr val="3333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Freeform 5"/>
          <p:cNvSpPr>
            <a:spLocks/>
          </p:cNvSpPr>
          <p:nvPr/>
        </p:nvSpPr>
        <p:spPr bwMode="auto">
          <a:xfrm>
            <a:off x="6523393" y="3520103"/>
            <a:ext cx="311214" cy="112831"/>
          </a:xfrm>
          <a:custGeom>
            <a:avLst/>
            <a:gdLst>
              <a:gd name="T0" fmla="*/ 0 w 251"/>
              <a:gd name="T1" fmla="*/ 87 h 91"/>
              <a:gd name="T2" fmla="*/ 245 w 251"/>
              <a:gd name="T3" fmla="*/ 0 h 91"/>
              <a:gd name="T4" fmla="*/ 251 w 251"/>
              <a:gd name="T5" fmla="*/ 15 h 91"/>
              <a:gd name="T6" fmla="*/ 31 w 251"/>
              <a:gd name="T7" fmla="*/ 91 h 91"/>
              <a:gd name="T8" fmla="*/ 0 w 251"/>
              <a:gd name="T9" fmla="*/ 87 h 91"/>
            </a:gdLst>
            <a:ahLst/>
            <a:cxnLst>
              <a:cxn ang="0">
                <a:pos x="T0" y="T1"/>
              </a:cxn>
              <a:cxn ang="0">
                <a:pos x="T2" y="T3"/>
              </a:cxn>
              <a:cxn ang="0">
                <a:pos x="T4" y="T5"/>
              </a:cxn>
              <a:cxn ang="0">
                <a:pos x="T6" y="T7"/>
              </a:cxn>
              <a:cxn ang="0">
                <a:pos x="T8" y="T9"/>
              </a:cxn>
            </a:cxnLst>
            <a:rect l="0" t="0" r="r" b="b"/>
            <a:pathLst>
              <a:path w="251" h="91">
                <a:moveTo>
                  <a:pt x="0" y="87"/>
                </a:moveTo>
                <a:lnTo>
                  <a:pt x="245" y="0"/>
                </a:lnTo>
                <a:lnTo>
                  <a:pt x="251" y="15"/>
                </a:lnTo>
                <a:lnTo>
                  <a:pt x="31" y="91"/>
                </a:lnTo>
                <a:lnTo>
                  <a:pt x="0" y="87"/>
                </a:lnTo>
                <a:close/>
              </a:path>
            </a:pathLst>
          </a:custGeom>
          <a:solidFill>
            <a:srgbClr val="DCDCDC"/>
          </a:solidFill>
          <a:ln w="1111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4" name="Freeform 6"/>
          <p:cNvSpPr>
            <a:spLocks/>
          </p:cNvSpPr>
          <p:nvPr/>
        </p:nvSpPr>
        <p:spPr bwMode="auto">
          <a:xfrm>
            <a:off x="6755254" y="1207699"/>
            <a:ext cx="1042752" cy="1930517"/>
          </a:xfrm>
          <a:custGeom>
            <a:avLst/>
            <a:gdLst>
              <a:gd name="T0" fmla="*/ 0 w 841"/>
              <a:gd name="T1" fmla="*/ 1557 h 1557"/>
              <a:gd name="T2" fmla="*/ 841 w 841"/>
              <a:gd name="T3" fmla="*/ 1178 h 1557"/>
              <a:gd name="T4" fmla="*/ 841 w 841"/>
              <a:gd name="T5" fmla="*/ 0 h 1557"/>
              <a:gd name="T6" fmla="*/ 9 w 841"/>
              <a:gd name="T7" fmla="*/ 573 h 1557"/>
              <a:gd name="T8" fmla="*/ 0 w 841"/>
              <a:gd name="T9" fmla="*/ 1557 h 1557"/>
            </a:gdLst>
            <a:ahLst/>
            <a:cxnLst>
              <a:cxn ang="0">
                <a:pos x="T0" y="T1"/>
              </a:cxn>
              <a:cxn ang="0">
                <a:pos x="T2" y="T3"/>
              </a:cxn>
              <a:cxn ang="0">
                <a:pos x="T4" y="T5"/>
              </a:cxn>
              <a:cxn ang="0">
                <a:pos x="T6" y="T7"/>
              </a:cxn>
              <a:cxn ang="0">
                <a:pos x="T8" y="T9"/>
              </a:cxn>
            </a:cxnLst>
            <a:rect l="0" t="0" r="r" b="b"/>
            <a:pathLst>
              <a:path w="841" h="1557">
                <a:moveTo>
                  <a:pt x="0" y="1557"/>
                </a:moveTo>
                <a:lnTo>
                  <a:pt x="841" y="1178"/>
                </a:lnTo>
                <a:lnTo>
                  <a:pt x="841" y="0"/>
                </a:lnTo>
                <a:lnTo>
                  <a:pt x="9" y="573"/>
                </a:lnTo>
                <a:lnTo>
                  <a:pt x="0" y="1557"/>
                </a:lnTo>
                <a:close/>
              </a:path>
            </a:pathLst>
          </a:custGeom>
          <a:solidFill>
            <a:srgbClr val="6EC3FC"/>
          </a:solidFill>
          <a:ln w="1111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5" name="Freeform 7"/>
          <p:cNvSpPr>
            <a:spLocks/>
          </p:cNvSpPr>
          <p:nvPr/>
        </p:nvSpPr>
        <p:spPr bwMode="auto">
          <a:xfrm>
            <a:off x="7798005" y="1207699"/>
            <a:ext cx="993156" cy="1928037"/>
          </a:xfrm>
          <a:custGeom>
            <a:avLst/>
            <a:gdLst>
              <a:gd name="T0" fmla="*/ 801 w 801"/>
              <a:gd name="T1" fmla="*/ 1555 h 1555"/>
              <a:gd name="T2" fmla="*/ 0 w 801"/>
              <a:gd name="T3" fmla="*/ 1178 h 1555"/>
              <a:gd name="T4" fmla="*/ 0 w 801"/>
              <a:gd name="T5" fmla="*/ 0 h 1555"/>
              <a:gd name="T6" fmla="*/ 801 w 801"/>
              <a:gd name="T7" fmla="*/ 586 h 1555"/>
              <a:gd name="T8" fmla="*/ 801 w 801"/>
              <a:gd name="T9" fmla="*/ 1555 h 1555"/>
            </a:gdLst>
            <a:ahLst/>
            <a:cxnLst>
              <a:cxn ang="0">
                <a:pos x="T0" y="T1"/>
              </a:cxn>
              <a:cxn ang="0">
                <a:pos x="T2" y="T3"/>
              </a:cxn>
              <a:cxn ang="0">
                <a:pos x="T4" y="T5"/>
              </a:cxn>
              <a:cxn ang="0">
                <a:pos x="T6" y="T7"/>
              </a:cxn>
              <a:cxn ang="0">
                <a:pos x="T8" y="T9"/>
              </a:cxn>
            </a:cxnLst>
            <a:rect l="0" t="0" r="r" b="b"/>
            <a:pathLst>
              <a:path w="801" h="1555">
                <a:moveTo>
                  <a:pt x="801" y="1555"/>
                </a:moveTo>
                <a:lnTo>
                  <a:pt x="0" y="1178"/>
                </a:lnTo>
                <a:lnTo>
                  <a:pt x="0" y="0"/>
                </a:lnTo>
                <a:lnTo>
                  <a:pt x="801" y="586"/>
                </a:lnTo>
                <a:lnTo>
                  <a:pt x="801" y="1555"/>
                </a:lnTo>
                <a:close/>
              </a:path>
            </a:pathLst>
          </a:custGeom>
          <a:solidFill>
            <a:srgbClr val="62ACD3"/>
          </a:solidFill>
          <a:ln w="1111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6" name="Freeform 8"/>
          <p:cNvSpPr>
            <a:spLocks/>
          </p:cNvSpPr>
          <p:nvPr/>
        </p:nvSpPr>
        <p:spPr bwMode="auto">
          <a:xfrm>
            <a:off x="6755254" y="2668295"/>
            <a:ext cx="2035907" cy="843129"/>
          </a:xfrm>
          <a:custGeom>
            <a:avLst/>
            <a:gdLst>
              <a:gd name="T0" fmla="*/ 1642 w 1642"/>
              <a:gd name="T1" fmla="*/ 377 h 680"/>
              <a:gd name="T2" fmla="*/ 855 w 1642"/>
              <a:gd name="T3" fmla="*/ 680 h 680"/>
              <a:gd name="T4" fmla="*/ 0 w 1642"/>
              <a:gd name="T5" fmla="*/ 379 h 680"/>
              <a:gd name="T6" fmla="*/ 841 w 1642"/>
              <a:gd name="T7" fmla="*/ 0 h 680"/>
              <a:gd name="T8" fmla="*/ 1642 w 1642"/>
              <a:gd name="T9" fmla="*/ 377 h 680"/>
            </a:gdLst>
            <a:ahLst/>
            <a:cxnLst>
              <a:cxn ang="0">
                <a:pos x="T0" y="T1"/>
              </a:cxn>
              <a:cxn ang="0">
                <a:pos x="T2" y="T3"/>
              </a:cxn>
              <a:cxn ang="0">
                <a:pos x="T4" y="T5"/>
              </a:cxn>
              <a:cxn ang="0">
                <a:pos x="T6" y="T7"/>
              </a:cxn>
              <a:cxn ang="0">
                <a:pos x="T8" y="T9"/>
              </a:cxn>
            </a:cxnLst>
            <a:rect l="0" t="0" r="r" b="b"/>
            <a:pathLst>
              <a:path w="1642" h="680">
                <a:moveTo>
                  <a:pt x="1642" y="377"/>
                </a:moveTo>
                <a:lnTo>
                  <a:pt x="855" y="680"/>
                </a:lnTo>
                <a:lnTo>
                  <a:pt x="0" y="379"/>
                </a:lnTo>
                <a:lnTo>
                  <a:pt x="841" y="0"/>
                </a:lnTo>
                <a:lnTo>
                  <a:pt x="1642" y="377"/>
                </a:lnTo>
                <a:close/>
              </a:path>
            </a:pathLst>
          </a:custGeom>
          <a:solidFill>
            <a:srgbClr val="459C94"/>
          </a:solidFill>
          <a:ln w="1111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7" name="Freeform 9"/>
          <p:cNvSpPr>
            <a:spLocks/>
          </p:cNvSpPr>
          <p:nvPr/>
        </p:nvSpPr>
        <p:spPr bwMode="auto">
          <a:xfrm>
            <a:off x="8518385" y="2008671"/>
            <a:ext cx="99192" cy="69434"/>
          </a:xfrm>
          <a:custGeom>
            <a:avLst/>
            <a:gdLst>
              <a:gd name="T0" fmla="*/ 43 w 44"/>
              <a:gd name="T1" fmla="*/ 0 h 31"/>
              <a:gd name="T2" fmla="*/ 0 w 44"/>
              <a:gd name="T3" fmla="*/ 26 h 31"/>
              <a:gd name="T4" fmla="*/ 3 w 44"/>
              <a:gd name="T5" fmla="*/ 31 h 31"/>
              <a:gd name="T6" fmla="*/ 44 w 44"/>
              <a:gd name="T7" fmla="*/ 7 h 31"/>
              <a:gd name="T8" fmla="*/ 43 w 44"/>
              <a:gd name="T9" fmla="*/ 0 h 31"/>
            </a:gdLst>
            <a:ahLst/>
            <a:cxnLst>
              <a:cxn ang="0">
                <a:pos x="T0" y="T1"/>
              </a:cxn>
              <a:cxn ang="0">
                <a:pos x="T2" y="T3"/>
              </a:cxn>
              <a:cxn ang="0">
                <a:pos x="T4" y="T5"/>
              </a:cxn>
              <a:cxn ang="0">
                <a:pos x="T6" y="T7"/>
              </a:cxn>
              <a:cxn ang="0">
                <a:pos x="T8" y="T9"/>
              </a:cxn>
            </a:cxnLst>
            <a:rect l="0" t="0" r="r" b="b"/>
            <a:pathLst>
              <a:path w="44" h="31">
                <a:moveTo>
                  <a:pt x="43" y="0"/>
                </a:moveTo>
                <a:cubicBezTo>
                  <a:pt x="24" y="4"/>
                  <a:pt x="1" y="25"/>
                  <a:pt x="0" y="26"/>
                </a:cubicBezTo>
                <a:cubicBezTo>
                  <a:pt x="3" y="31"/>
                  <a:pt x="3" y="31"/>
                  <a:pt x="3" y="31"/>
                </a:cubicBezTo>
                <a:cubicBezTo>
                  <a:pt x="3" y="31"/>
                  <a:pt x="26" y="10"/>
                  <a:pt x="44" y="7"/>
                </a:cubicBezTo>
                <a:lnTo>
                  <a:pt x="43" y="0"/>
                </a:lnTo>
                <a:close/>
              </a:path>
            </a:pathLst>
          </a:custGeom>
          <a:solidFill>
            <a:srgbClr val="FFFFFD"/>
          </a:solidFill>
          <a:ln w="1111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 name="Freeform 10"/>
          <p:cNvSpPr>
            <a:spLocks/>
          </p:cNvSpPr>
          <p:nvPr/>
        </p:nvSpPr>
        <p:spPr bwMode="auto">
          <a:xfrm>
            <a:off x="8369597" y="1804088"/>
            <a:ext cx="38437" cy="143828"/>
          </a:xfrm>
          <a:custGeom>
            <a:avLst/>
            <a:gdLst>
              <a:gd name="T0" fmla="*/ 17 w 17"/>
              <a:gd name="T1" fmla="*/ 3 h 64"/>
              <a:gd name="T2" fmla="*/ 13 w 17"/>
              <a:gd name="T3" fmla="*/ 0 h 64"/>
              <a:gd name="T4" fmla="*/ 0 w 17"/>
              <a:gd name="T5" fmla="*/ 63 h 64"/>
              <a:gd name="T6" fmla="*/ 5 w 17"/>
              <a:gd name="T7" fmla="*/ 64 h 64"/>
              <a:gd name="T8" fmla="*/ 17 w 17"/>
              <a:gd name="T9" fmla="*/ 3 h 64"/>
            </a:gdLst>
            <a:ahLst/>
            <a:cxnLst>
              <a:cxn ang="0">
                <a:pos x="T0" y="T1"/>
              </a:cxn>
              <a:cxn ang="0">
                <a:pos x="T2" y="T3"/>
              </a:cxn>
              <a:cxn ang="0">
                <a:pos x="T4" y="T5"/>
              </a:cxn>
              <a:cxn ang="0">
                <a:pos x="T6" y="T7"/>
              </a:cxn>
              <a:cxn ang="0">
                <a:pos x="T8" y="T9"/>
              </a:cxn>
            </a:cxnLst>
            <a:rect l="0" t="0" r="r" b="b"/>
            <a:pathLst>
              <a:path w="17" h="64">
                <a:moveTo>
                  <a:pt x="17" y="3"/>
                </a:moveTo>
                <a:cubicBezTo>
                  <a:pt x="13" y="0"/>
                  <a:pt x="13" y="0"/>
                  <a:pt x="13" y="0"/>
                </a:cubicBezTo>
                <a:cubicBezTo>
                  <a:pt x="3" y="22"/>
                  <a:pt x="0" y="61"/>
                  <a:pt x="0" y="63"/>
                </a:cubicBezTo>
                <a:cubicBezTo>
                  <a:pt x="5" y="64"/>
                  <a:pt x="5" y="64"/>
                  <a:pt x="5" y="64"/>
                </a:cubicBezTo>
                <a:cubicBezTo>
                  <a:pt x="5" y="63"/>
                  <a:pt x="8" y="25"/>
                  <a:pt x="17" y="3"/>
                </a:cubicBezTo>
                <a:close/>
              </a:path>
            </a:pathLst>
          </a:custGeom>
          <a:solidFill>
            <a:srgbClr val="FFFFFD"/>
          </a:solidFill>
          <a:ln w="1111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 name="Freeform 11"/>
          <p:cNvSpPr>
            <a:spLocks/>
          </p:cNvSpPr>
          <p:nvPr/>
        </p:nvSpPr>
        <p:spPr bwMode="auto">
          <a:xfrm>
            <a:off x="8563021" y="2190935"/>
            <a:ext cx="106631" cy="30998"/>
          </a:xfrm>
          <a:custGeom>
            <a:avLst/>
            <a:gdLst>
              <a:gd name="T0" fmla="*/ 0 w 47"/>
              <a:gd name="T1" fmla="*/ 5 h 14"/>
              <a:gd name="T2" fmla="*/ 1 w 47"/>
              <a:gd name="T3" fmla="*/ 12 h 14"/>
              <a:gd name="T4" fmla="*/ 46 w 47"/>
              <a:gd name="T5" fmla="*/ 14 h 14"/>
              <a:gd name="T6" fmla="*/ 47 w 47"/>
              <a:gd name="T7" fmla="*/ 8 h 14"/>
              <a:gd name="T8" fmla="*/ 0 w 47"/>
              <a:gd name="T9" fmla="*/ 5 h 14"/>
            </a:gdLst>
            <a:ahLst/>
            <a:cxnLst>
              <a:cxn ang="0">
                <a:pos x="T0" y="T1"/>
              </a:cxn>
              <a:cxn ang="0">
                <a:pos x="T2" y="T3"/>
              </a:cxn>
              <a:cxn ang="0">
                <a:pos x="T4" y="T5"/>
              </a:cxn>
              <a:cxn ang="0">
                <a:pos x="T6" y="T7"/>
              </a:cxn>
              <a:cxn ang="0">
                <a:pos x="T8" y="T9"/>
              </a:cxn>
            </a:cxnLst>
            <a:rect l="0" t="0" r="r" b="b"/>
            <a:pathLst>
              <a:path w="47" h="14">
                <a:moveTo>
                  <a:pt x="0" y="5"/>
                </a:moveTo>
                <a:cubicBezTo>
                  <a:pt x="1" y="12"/>
                  <a:pt x="1" y="12"/>
                  <a:pt x="1" y="12"/>
                </a:cubicBezTo>
                <a:cubicBezTo>
                  <a:pt x="1" y="11"/>
                  <a:pt x="29" y="7"/>
                  <a:pt x="46" y="14"/>
                </a:cubicBezTo>
                <a:cubicBezTo>
                  <a:pt x="47" y="8"/>
                  <a:pt x="47" y="8"/>
                  <a:pt x="47" y="8"/>
                </a:cubicBezTo>
                <a:cubicBezTo>
                  <a:pt x="29" y="0"/>
                  <a:pt x="2" y="5"/>
                  <a:pt x="0" y="5"/>
                </a:cubicBezTo>
                <a:close/>
              </a:path>
            </a:pathLst>
          </a:custGeom>
          <a:solidFill>
            <a:srgbClr val="FFFFFD"/>
          </a:solidFill>
          <a:ln w="1111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0" name="Freeform 12"/>
          <p:cNvSpPr>
            <a:spLocks/>
          </p:cNvSpPr>
          <p:nvPr/>
        </p:nvSpPr>
        <p:spPr bwMode="auto">
          <a:xfrm>
            <a:off x="8057144" y="2030989"/>
            <a:ext cx="99192" cy="68195"/>
          </a:xfrm>
          <a:custGeom>
            <a:avLst/>
            <a:gdLst>
              <a:gd name="T0" fmla="*/ 0 w 44"/>
              <a:gd name="T1" fmla="*/ 7 h 30"/>
              <a:gd name="T2" fmla="*/ 42 w 44"/>
              <a:gd name="T3" fmla="*/ 30 h 30"/>
              <a:gd name="T4" fmla="*/ 44 w 44"/>
              <a:gd name="T5" fmla="*/ 24 h 30"/>
              <a:gd name="T6" fmla="*/ 1 w 44"/>
              <a:gd name="T7" fmla="*/ 0 h 30"/>
              <a:gd name="T8" fmla="*/ 0 w 44"/>
              <a:gd name="T9" fmla="*/ 7 h 30"/>
            </a:gdLst>
            <a:ahLst/>
            <a:cxnLst>
              <a:cxn ang="0">
                <a:pos x="T0" y="T1"/>
              </a:cxn>
              <a:cxn ang="0">
                <a:pos x="T2" y="T3"/>
              </a:cxn>
              <a:cxn ang="0">
                <a:pos x="T4" y="T5"/>
              </a:cxn>
              <a:cxn ang="0">
                <a:pos x="T6" y="T7"/>
              </a:cxn>
              <a:cxn ang="0">
                <a:pos x="T8" y="T9"/>
              </a:cxn>
            </a:cxnLst>
            <a:rect l="0" t="0" r="r" b="b"/>
            <a:pathLst>
              <a:path w="44" h="30">
                <a:moveTo>
                  <a:pt x="0" y="7"/>
                </a:moveTo>
                <a:cubicBezTo>
                  <a:pt x="18" y="9"/>
                  <a:pt x="42" y="30"/>
                  <a:pt x="42" y="30"/>
                </a:cubicBezTo>
                <a:cubicBezTo>
                  <a:pt x="44" y="24"/>
                  <a:pt x="44" y="24"/>
                  <a:pt x="44" y="24"/>
                </a:cubicBezTo>
                <a:cubicBezTo>
                  <a:pt x="43" y="23"/>
                  <a:pt x="19" y="3"/>
                  <a:pt x="1" y="0"/>
                </a:cubicBezTo>
                <a:lnTo>
                  <a:pt x="0" y="7"/>
                </a:lnTo>
                <a:close/>
              </a:path>
            </a:pathLst>
          </a:custGeom>
          <a:solidFill>
            <a:srgbClr val="FFFFFD"/>
          </a:solidFill>
          <a:ln w="1111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1" name="Freeform 13"/>
          <p:cNvSpPr>
            <a:spLocks/>
          </p:cNvSpPr>
          <p:nvPr/>
        </p:nvSpPr>
        <p:spPr bwMode="auto">
          <a:xfrm>
            <a:off x="8173694" y="1831366"/>
            <a:ext cx="63235" cy="132669"/>
          </a:xfrm>
          <a:custGeom>
            <a:avLst/>
            <a:gdLst>
              <a:gd name="T0" fmla="*/ 28 w 28"/>
              <a:gd name="T1" fmla="*/ 56 h 59"/>
              <a:gd name="T2" fmla="*/ 3 w 28"/>
              <a:gd name="T3" fmla="*/ 0 h 59"/>
              <a:gd name="T4" fmla="*/ 0 w 28"/>
              <a:gd name="T5" fmla="*/ 5 h 59"/>
              <a:gd name="T6" fmla="*/ 24 w 28"/>
              <a:gd name="T7" fmla="*/ 59 h 59"/>
              <a:gd name="T8" fmla="*/ 28 w 28"/>
              <a:gd name="T9" fmla="*/ 56 h 59"/>
            </a:gdLst>
            <a:ahLst/>
            <a:cxnLst>
              <a:cxn ang="0">
                <a:pos x="T0" y="T1"/>
              </a:cxn>
              <a:cxn ang="0">
                <a:pos x="T2" y="T3"/>
              </a:cxn>
              <a:cxn ang="0">
                <a:pos x="T4" y="T5"/>
              </a:cxn>
              <a:cxn ang="0">
                <a:pos x="T6" y="T7"/>
              </a:cxn>
              <a:cxn ang="0">
                <a:pos x="T8" y="T9"/>
              </a:cxn>
            </a:cxnLst>
            <a:rect l="0" t="0" r="r" b="b"/>
            <a:pathLst>
              <a:path w="28" h="59">
                <a:moveTo>
                  <a:pt x="28" y="56"/>
                </a:moveTo>
                <a:cubicBezTo>
                  <a:pt x="28" y="55"/>
                  <a:pt x="17" y="18"/>
                  <a:pt x="3" y="0"/>
                </a:cubicBezTo>
                <a:cubicBezTo>
                  <a:pt x="0" y="5"/>
                  <a:pt x="0" y="5"/>
                  <a:pt x="0" y="5"/>
                </a:cubicBezTo>
                <a:cubicBezTo>
                  <a:pt x="13" y="22"/>
                  <a:pt x="24" y="59"/>
                  <a:pt x="24" y="59"/>
                </a:cubicBezTo>
                <a:lnTo>
                  <a:pt x="28" y="56"/>
                </a:lnTo>
                <a:close/>
              </a:path>
            </a:pathLst>
          </a:custGeom>
          <a:solidFill>
            <a:srgbClr val="FFFFFD"/>
          </a:solidFill>
          <a:ln w="1111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2" name="Freeform 14"/>
          <p:cNvSpPr>
            <a:spLocks/>
          </p:cNvSpPr>
          <p:nvPr/>
        </p:nvSpPr>
        <p:spPr bwMode="auto">
          <a:xfrm>
            <a:off x="8038545" y="2220693"/>
            <a:ext cx="106631" cy="33478"/>
          </a:xfrm>
          <a:custGeom>
            <a:avLst/>
            <a:gdLst>
              <a:gd name="T0" fmla="*/ 0 w 47"/>
              <a:gd name="T1" fmla="*/ 9 h 15"/>
              <a:gd name="T2" fmla="*/ 2 w 47"/>
              <a:gd name="T3" fmla="*/ 15 h 15"/>
              <a:gd name="T4" fmla="*/ 46 w 47"/>
              <a:gd name="T5" fmla="*/ 12 h 15"/>
              <a:gd name="T6" fmla="*/ 47 w 47"/>
              <a:gd name="T7" fmla="*/ 5 h 15"/>
              <a:gd name="T8" fmla="*/ 0 w 47"/>
              <a:gd name="T9" fmla="*/ 9 h 15"/>
            </a:gdLst>
            <a:ahLst/>
            <a:cxnLst>
              <a:cxn ang="0">
                <a:pos x="T0" y="T1"/>
              </a:cxn>
              <a:cxn ang="0">
                <a:pos x="T2" y="T3"/>
              </a:cxn>
              <a:cxn ang="0">
                <a:pos x="T4" y="T5"/>
              </a:cxn>
              <a:cxn ang="0">
                <a:pos x="T6" y="T7"/>
              </a:cxn>
              <a:cxn ang="0">
                <a:pos x="T8" y="T9"/>
              </a:cxn>
            </a:cxnLst>
            <a:rect l="0" t="0" r="r" b="b"/>
            <a:pathLst>
              <a:path w="47" h="15">
                <a:moveTo>
                  <a:pt x="0" y="9"/>
                </a:moveTo>
                <a:cubicBezTo>
                  <a:pt x="2" y="15"/>
                  <a:pt x="2" y="15"/>
                  <a:pt x="2" y="15"/>
                </a:cubicBezTo>
                <a:cubicBezTo>
                  <a:pt x="18" y="7"/>
                  <a:pt x="46" y="11"/>
                  <a:pt x="46" y="12"/>
                </a:cubicBezTo>
                <a:cubicBezTo>
                  <a:pt x="47" y="5"/>
                  <a:pt x="47" y="5"/>
                  <a:pt x="47" y="5"/>
                </a:cubicBezTo>
                <a:cubicBezTo>
                  <a:pt x="45" y="5"/>
                  <a:pt x="18" y="0"/>
                  <a:pt x="0" y="9"/>
                </a:cubicBezTo>
                <a:close/>
              </a:path>
            </a:pathLst>
          </a:custGeom>
          <a:solidFill>
            <a:srgbClr val="FFFFFD"/>
          </a:solidFill>
          <a:ln w="1111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3" name="Freeform 15"/>
          <p:cNvSpPr>
            <a:spLocks/>
          </p:cNvSpPr>
          <p:nvPr/>
        </p:nvSpPr>
        <p:spPr bwMode="auto">
          <a:xfrm>
            <a:off x="8540703" y="2342202"/>
            <a:ext cx="85553" cy="80594"/>
          </a:xfrm>
          <a:custGeom>
            <a:avLst/>
            <a:gdLst>
              <a:gd name="T0" fmla="*/ 4 w 38"/>
              <a:gd name="T1" fmla="*/ 0 h 36"/>
              <a:gd name="T2" fmla="*/ 0 w 38"/>
              <a:gd name="T3" fmla="*/ 5 h 36"/>
              <a:gd name="T4" fmla="*/ 33 w 38"/>
              <a:gd name="T5" fmla="*/ 36 h 36"/>
              <a:gd name="T6" fmla="*/ 38 w 38"/>
              <a:gd name="T7" fmla="*/ 32 h 36"/>
              <a:gd name="T8" fmla="*/ 4 w 38"/>
              <a:gd name="T9" fmla="*/ 0 h 36"/>
            </a:gdLst>
            <a:ahLst/>
            <a:cxnLst>
              <a:cxn ang="0">
                <a:pos x="T0" y="T1"/>
              </a:cxn>
              <a:cxn ang="0">
                <a:pos x="T2" y="T3"/>
              </a:cxn>
              <a:cxn ang="0">
                <a:pos x="T4" y="T5"/>
              </a:cxn>
              <a:cxn ang="0">
                <a:pos x="T6" y="T7"/>
              </a:cxn>
              <a:cxn ang="0">
                <a:pos x="T8" y="T9"/>
              </a:cxn>
            </a:cxnLst>
            <a:rect l="0" t="0" r="r" b="b"/>
            <a:pathLst>
              <a:path w="38" h="36">
                <a:moveTo>
                  <a:pt x="4" y="0"/>
                </a:moveTo>
                <a:cubicBezTo>
                  <a:pt x="0" y="5"/>
                  <a:pt x="0" y="5"/>
                  <a:pt x="0" y="5"/>
                </a:cubicBezTo>
                <a:cubicBezTo>
                  <a:pt x="1" y="5"/>
                  <a:pt x="25" y="19"/>
                  <a:pt x="33" y="36"/>
                </a:cubicBezTo>
                <a:cubicBezTo>
                  <a:pt x="38" y="32"/>
                  <a:pt x="38" y="32"/>
                  <a:pt x="38" y="32"/>
                </a:cubicBezTo>
                <a:cubicBezTo>
                  <a:pt x="29" y="14"/>
                  <a:pt x="5" y="0"/>
                  <a:pt x="4" y="0"/>
                </a:cubicBezTo>
                <a:close/>
              </a:path>
            </a:pathLst>
          </a:custGeom>
          <a:solidFill>
            <a:srgbClr val="FFFFFD"/>
          </a:solidFill>
          <a:ln w="1111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4" name="Freeform 16"/>
          <p:cNvSpPr>
            <a:spLocks/>
          </p:cNvSpPr>
          <p:nvPr/>
        </p:nvSpPr>
        <p:spPr bwMode="auto">
          <a:xfrm>
            <a:off x="8286524" y="2458753"/>
            <a:ext cx="126469" cy="65715"/>
          </a:xfrm>
          <a:custGeom>
            <a:avLst/>
            <a:gdLst>
              <a:gd name="T0" fmla="*/ 53 w 56"/>
              <a:gd name="T1" fmla="*/ 22 h 29"/>
              <a:gd name="T2" fmla="*/ 2 w 56"/>
              <a:gd name="T3" fmla="*/ 0 h 29"/>
              <a:gd name="T4" fmla="*/ 0 w 56"/>
              <a:gd name="T5" fmla="*/ 2 h 29"/>
              <a:gd name="T6" fmla="*/ 2 w 56"/>
              <a:gd name="T7" fmla="*/ 7 h 29"/>
              <a:gd name="T8" fmla="*/ 53 w 56"/>
              <a:gd name="T9" fmla="*/ 28 h 29"/>
              <a:gd name="T10" fmla="*/ 56 w 56"/>
              <a:gd name="T11" fmla="*/ 26 h 29"/>
              <a:gd name="T12" fmla="*/ 53 w 56"/>
              <a:gd name="T13" fmla="*/ 22 h 29"/>
            </a:gdLst>
            <a:ahLst/>
            <a:cxnLst>
              <a:cxn ang="0">
                <a:pos x="T0" y="T1"/>
              </a:cxn>
              <a:cxn ang="0">
                <a:pos x="T2" y="T3"/>
              </a:cxn>
              <a:cxn ang="0">
                <a:pos x="T4" y="T5"/>
              </a:cxn>
              <a:cxn ang="0">
                <a:pos x="T6" y="T7"/>
              </a:cxn>
              <a:cxn ang="0">
                <a:pos x="T8" y="T9"/>
              </a:cxn>
              <a:cxn ang="0">
                <a:pos x="T10" y="T11"/>
              </a:cxn>
              <a:cxn ang="0">
                <a:pos x="T12" y="T13"/>
              </a:cxn>
            </a:cxnLst>
            <a:rect l="0" t="0" r="r" b="b"/>
            <a:pathLst>
              <a:path w="56" h="29">
                <a:moveTo>
                  <a:pt x="53" y="22"/>
                </a:moveTo>
                <a:cubicBezTo>
                  <a:pt x="2" y="0"/>
                  <a:pt x="2" y="0"/>
                  <a:pt x="2" y="0"/>
                </a:cubicBezTo>
                <a:cubicBezTo>
                  <a:pt x="1" y="0"/>
                  <a:pt x="0" y="1"/>
                  <a:pt x="0" y="2"/>
                </a:cubicBezTo>
                <a:cubicBezTo>
                  <a:pt x="0" y="4"/>
                  <a:pt x="1" y="6"/>
                  <a:pt x="2" y="7"/>
                </a:cubicBezTo>
                <a:cubicBezTo>
                  <a:pt x="53" y="28"/>
                  <a:pt x="53" y="28"/>
                  <a:pt x="53" y="28"/>
                </a:cubicBezTo>
                <a:cubicBezTo>
                  <a:pt x="54" y="29"/>
                  <a:pt x="55" y="28"/>
                  <a:pt x="56" y="26"/>
                </a:cubicBezTo>
                <a:cubicBezTo>
                  <a:pt x="56" y="25"/>
                  <a:pt x="55" y="23"/>
                  <a:pt x="53" y="22"/>
                </a:cubicBezTo>
                <a:close/>
              </a:path>
            </a:pathLst>
          </a:custGeom>
          <a:solidFill>
            <a:srgbClr val="FFFFFD"/>
          </a:solidFill>
          <a:ln w="1111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5" name="Freeform 17"/>
          <p:cNvSpPr>
            <a:spLocks/>
          </p:cNvSpPr>
          <p:nvPr/>
        </p:nvSpPr>
        <p:spPr bwMode="auto">
          <a:xfrm>
            <a:off x="8286524" y="2478591"/>
            <a:ext cx="123989" cy="65715"/>
          </a:xfrm>
          <a:custGeom>
            <a:avLst/>
            <a:gdLst>
              <a:gd name="T0" fmla="*/ 53 w 55"/>
              <a:gd name="T1" fmla="*/ 22 h 29"/>
              <a:gd name="T2" fmla="*/ 2 w 55"/>
              <a:gd name="T3" fmla="*/ 0 h 29"/>
              <a:gd name="T4" fmla="*/ 0 w 55"/>
              <a:gd name="T5" fmla="*/ 2 h 29"/>
              <a:gd name="T6" fmla="*/ 2 w 55"/>
              <a:gd name="T7" fmla="*/ 6 h 29"/>
              <a:gd name="T8" fmla="*/ 53 w 55"/>
              <a:gd name="T9" fmla="*/ 28 h 29"/>
              <a:gd name="T10" fmla="*/ 55 w 55"/>
              <a:gd name="T11" fmla="*/ 26 h 29"/>
              <a:gd name="T12" fmla="*/ 53 w 55"/>
              <a:gd name="T13" fmla="*/ 22 h 29"/>
            </a:gdLst>
            <a:ahLst/>
            <a:cxnLst>
              <a:cxn ang="0">
                <a:pos x="T0" y="T1"/>
              </a:cxn>
              <a:cxn ang="0">
                <a:pos x="T2" y="T3"/>
              </a:cxn>
              <a:cxn ang="0">
                <a:pos x="T4" y="T5"/>
              </a:cxn>
              <a:cxn ang="0">
                <a:pos x="T6" y="T7"/>
              </a:cxn>
              <a:cxn ang="0">
                <a:pos x="T8" y="T9"/>
              </a:cxn>
              <a:cxn ang="0">
                <a:pos x="T10" y="T11"/>
              </a:cxn>
              <a:cxn ang="0">
                <a:pos x="T12" y="T13"/>
              </a:cxn>
            </a:cxnLst>
            <a:rect l="0" t="0" r="r" b="b"/>
            <a:pathLst>
              <a:path w="55" h="29">
                <a:moveTo>
                  <a:pt x="53" y="22"/>
                </a:moveTo>
                <a:cubicBezTo>
                  <a:pt x="2" y="0"/>
                  <a:pt x="2" y="0"/>
                  <a:pt x="2" y="0"/>
                </a:cubicBezTo>
                <a:cubicBezTo>
                  <a:pt x="1" y="0"/>
                  <a:pt x="0" y="1"/>
                  <a:pt x="0" y="2"/>
                </a:cubicBezTo>
                <a:cubicBezTo>
                  <a:pt x="0" y="4"/>
                  <a:pt x="1" y="6"/>
                  <a:pt x="2" y="6"/>
                </a:cubicBezTo>
                <a:cubicBezTo>
                  <a:pt x="53" y="28"/>
                  <a:pt x="53" y="28"/>
                  <a:pt x="53" y="28"/>
                </a:cubicBezTo>
                <a:cubicBezTo>
                  <a:pt x="54" y="29"/>
                  <a:pt x="55" y="28"/>
                  <a:pt x="55" y="26"/>
                </a:cubicBezTo>
                <a:cubicBezTo>
                  <a:pt x="55" y="25"/>
                  <a:pt x="54" y="23"/>
                  <a:pt x="53" y="22"/>
                </a:cubicBezTo>
                <a:close/>
              </a:path>
            </a:pathLst>
          </a:custGeom>
          <a:solidFill>
            <a:srgbClr val="FFFFFD"/>
          </a:solidFill>
          <a:ln w="1111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6" name="Freeform 18"/>
          <p:cNvSpPr>
            <a:spLocks/>
          </p:cNvSpPr>
          <p:nvPr/>
        </p:nvSpPr>
        <p:spPr bwMode="auto">
          <a:xfrm>
            <a:off x="8284044" y="2499669"/>
            <a:ext cx="126469" cy="64475"/>
          </a:xfrm>
          <a:custGeom>
            <a:avLst/>
            <a:gdLst>
              <a:gd name="T0" fmla="*/ 54 w 56"/>
              <a:gd name="T1" fmla="*/ 22 h 29"/>
              <a:gd name="T2" fmla="*/ 3 w 56"/>
              <a:gd name="T3" fmla="*/ 0 h 29"/>
              <a:gd name="T4" fmla="*/ 0 w 56"/>
              <a:gd name="T5" fmla="*/ 2 h 29"/>
              <a:gd name="T6" fmla="*/ 3 w 56"/>
              <a:gd name="T7" fmla="*/ 6 h 29"/>
              <a:gd name="T8" fmla="*/ 53 w 56"/>
              <a:gd name="T9" fmla="*/ 28 h 29"/>
              <a:gd name="T10" fmla="*/ 56 w 56"/>
              <a:gd name="T11" fmla="*/ 26 h 29"/>
              <a:gd name="T12" fmla="*/ 54 w 56"/>
              <a:gd name="T13" fmla="*/ 22 h 29"/>
            </a:gdLst>
            <a:ahLst/>
            <a:cxnLst>
              <a:cxn ang="0">
                <a:pos x="T0" y="T1"/>
              </a:cxn>
              <a:cxn ang="0">
                <a:pos x="T2" y="T3"/>
              </a:cxn>
              <a:cxn ang="0">
                <a:pos x="T4" y="T5"/>
              </a:cxn>
              <a:cxn ang="0">
                <a:pos x="T6" y="T7"/>
              </a:cxn>
              <a:cxn ang="0">
                <a:pos x="T8" y="T9"/>
              </a:cxn>
              <a:cxn ang="0">
                <a:pos x="T10" y="T11"/>
              </a:cxn>
              <a:cxn ang="0">
                <a:pos x="T12" y="T13"/>
              </a:cxn>
            </a:cxnLst>
            <a:rect l="0" t="0" r="r" b="b"/>
            <a:pathLst>
              <a:path w="56" h="29">
                <a:moveTo>
                  <a:pt x="54" y="22"/>
                </a:moveTo>
                <a:cubicBezTo>
                  <a:pt x="3" y="0"/>
                  <a:pt x="3" y="0"/>
                  <a:pt x="3" y="0"/>
                </a:cubicBezTo>
                <a:cubicBezTo>
                  <a:pt x="1" y="0"/>
                  <a:pt x="0" y="1"/>
                  <a:pt x="0" y="2"/>
                </a:cubicBezTo>
                <a:cubicBezTo>
                  <a:pt x="0" y="4"/>
                  <a:pt x="1" y="6"/>
                  <a:pt x="3" y="6"/>
                </a:cubicBezTo>
                <a:cubicBezTo>
                  <a:pt x="53" y="28"/>
                  <a:pt x="53" y="28"/>
                  <a:pt x="53" y="28"/>
                </a:cubicBezTo>
                <a:cubicBezTo>
                  <a:pt x="55" y="29"/>
                  <a:pt x="56" y="28"/>
                  <a:pt x="56" y="26"/>
                </a:cubicBezTo>
                <a:cubicBezTo>
                  <a:pt x="56" y="25"/>
                  <a:pt x="55" y="23"/>
                  <a:pt x="54" y="22"/>
                </a:cubicBezTo>
                <a:close/>
              </a:path>
            </a:pathLst>
          </a:custGeom>
          <a:solidFill>
            <a:srgbClr val="FFFFFD"/>
          </a:solidFill>
          <a:ln w="1111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7" name="Freeform 19"/>
          <p:cNvSpPr>
            <a:spLocks/>
          </p:cNvSpPr>
          <p:nvPr/>
        </p:nvSpPr>
        <p:spPr bwMode="auto">
          <a:xfrm>
            <a:off x="8284044" y="2517028"/>
            <a:ext cx="126469" cy="80594"/>
          </a:xfrm>
          <a:custGeom>
            <a:avLst/>
            <a:gdLst>
              <a:gd name="T0" fmla="*/ 53 w 56"/>
              <a:gd name="T1" fmla="*/ 22 h 36"/>
              <a:gd name="T2" fmla="*/ 3 w 56"/>
              <a:gd name="T3" fmla="*/ 0 h 36"/>
              <a:gd name="T4" fmla="*/ 0 w 56"/>
              <a:gd name="T5" fmla="*/ 1 h 36"/>
              <a:gd name="T6" fmla="*/ 2 w 56"/>
              <a:gd name="T7" fmla="*/ 4 h 36"/>
              <a:gd name="T8" fmla="*/ 6 w 56"/>
              <a:gd name="T9" fmla="*/ 10 h 36"/>
              <a:gd name="T10" fmla="*/ 9 w 56"/>
              <a:gd name="T11" fmla="*/ 15 h 36"/>
              <a:gd name="T12" fmla="*/ 10 w 56"/>
              <a:gd name="T13" fmla="*/ 16 h 36"/>
              <a:gd name="T14" fmla="*/ 10 w 56"/>
              <a:gd name="T15" fmla="*/ 16 h 36"/>
              <a:gd name="T16" fmla="*/ 15 w 56"/>
              <a:gd name="T17" fmla="*/ 24 h 36"/>
              <a:gd name="T18" fmla="*/ 40 w 56"/>
              <a:gd name="T19" fmla="*/ 35 h 36"/>
              <a:gd name="T20" fmla="*/ 45 w 56"/>
              <a:gd name="T21" fmla="*/ 31 h 36"/>
              <a:gd name="T22" fmla="*/ 45 w 56"/>
              <a:gd name="T23" fmla="*/ 31 h 36"/>
              <a:gd name="T24" fmla="*/ 47 w 56"/>
              <a:gd name="T25" fmla="*/ 32 h 36"/>
              <a:gd name="T26" fmla="*/ 54 w 56"/>
              <a:gd name="T27" fmla="*/ 26 h 36"/>
              <a:gd name="T28" fmla="*/ 54 w 56"/>
              <a:gd name="T29" fmla="*/ 26 h 36"/>
              <a:gd name="T30" fmla="*/ 56 w 56"/>
              <a:gd name="T31" fmla="*/ 25 h 36"/>
              <a:gd name="T32" fmla="*/ 53 w 56"/>
              <a:gd name="T33" fmla="*/ 2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 h="36">
                <a:moveTo>
                  <a:pt x="53" y="22"/>
                </a:moveTo>
                <a:cubicBezTo>
                  <a:pt x="3" y="0"/>
                  <a:pt x="3" y="0"/>
                  <a:pt x="3" y="0"/>
                </a:cubicBezTo>
                <a:cubicBezTo>
                  <a:pt x="2" y="0"/>
                  <a:pt x="1" y="0"/>
                  <a:pt x="0" y="1"/>
                </a:cubicBezTo>
                <a:cubicBezTo>
                  <a:pt x="0" y="2"/>
                  <a:pt x="1" y="3"/>
                  <a:pt x="2" y="4"/>
                </a:cubicBezTo>
                <a:cubicBezTo>
                  <a:pt x="3" y="5"/>
                  <a:pt x="4" y="7"/>
                  <a:pt x="6" y="10"/>
                </a:cubicBezTo>
                <a:cubicBezTo>
                  <a:pt x="7" y="13"/>
                  <a:pt x="8" y="14"/>
                  <a:pt x="9" y="15"/>
                </a:cubicBezTo>
                <a:cubicBezTo>
                  <a:pt x="10" y="16"/>
                  <a:pt x="10" y="16"/>
                  <a:pt x="10" y="16"/>
                </a:cubicBezTo>
                <a:cubicBezTo>
                  <a:pt x="10" y="16"/>
                  <a:pt x="10" y="16"/>
                  <a:pt x="10" y="16"/>
                </a:cubicBezTo>
                <a:cubicBezTo>
                  <a:pt x="10" y="19"/>
                  <a:pt x="12" y="23"/>
                  <a:pt x="15" y="24"/>
                </a:cubicBezTo>
                <a:cubicBezTo>
                  <a:pt x="40" y="35"/>
                  <a:pt x="40" y="35"/>
                  <a:pt x="40" y="35"/>
                </a:cubicBezTo>
                <a:cubicBezTo>
                  <a:pt x="43" y="36"/>
                  <a:pt x="45" y="34"/>
                  <a:pt x="45" y="31"/>
                </a:cubicBezTo>
                <a:cubicBezTo>
                  <a:pt x="45" y="31"/>
                  <a:pt x="45" y="31"/>
                  <a:pt x="45" y="31"/>
                </a:cubicBezTo>
                <a:cubicBezTo>
                  <a:pt x="47" y="32"/>
                  <a:pt x="47" y="32"/>
                  <a:pt x="47" y="32"/>
                </a:cubicBezTo>
                <a:cubicBezTo>
                  <a:pt x="48" y="31"/>
                  <a:pt x="53" y="27"/>
                  <a:pt x="54" y="26"/>
                </a:cubicBezTo>
                <a:cubicBezTo>
                  <a:pt x="54" y="26"/>
                  <a:pt x="54" y="26"/>
                  <a:pt x="54" y="26"/>
                </a:cubicBezTo>
                <a:cubicBezTo>
                  <a:pt x="55" y="26"/>
                  <a:pt x="56" y="26"/>
                  <a:pt x="56" y="25"/>
                </a:cubicBezTo>
                <a:cubicBezTo>
                  <a:pt x="56" y="24"/>
                  <a:pt x="55" y="23"/>
                  <a:pt x="53" y="22"/>
                </a:cubicBezTo>
                <a:close/>
              </a:path>
            </a:pathLst>
          </a:custGeom>
          <a:solidFill>
            <a:srgbClr val="FFFFFD"/>
          </a:solidFill>
          <a:ln w="1111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8" name="Freeform 20"/>
          <p:cNvSpPr>
            <a:spLocks/>
          </p:cNvSpPr>
          <p:nvPr/>
        </p:nvSpPr>
        <p:spPr bwMode="auto">
          <a:xfrm>
            <a:off x="8286524" y="2438914"/>
            <a:ext cx="126469" cy="64475"/>
          </a:xfrm>
          <a:custGeom>
            <a:avLst/>
            <a:gdLst>
              <a:gd name="T0" fmla="*/ 54 w 56"/>
              <a:gd name="T1" fmla="*/ 23 h 29"/>
              <a:gd name="T2" fmla="*/ 2 w 56"/>
              <a:gd name="T3" fmla="*/ 0 h 29"/>
              <a:gd name="T4" fmla="*/ 0 w 56"/>
              <a:gd name="T5" fmla="*/ 2 h 29"/>
              <a:gd name="T6" fmla="*/ 2 w 56"/>
              <a:gd name="T7" fmla="*/ 6 h 29"/>
              <a:gd name="T8" fmla="*/ 54 w 56"/>
              <a:gd name="T9" fmla="*/ 29 h 29"/>
              <a:gd name="T10" fmla="*/ 56 w 56"/>
              <a:gd name="T11" fmla="*/ 27 h 29"/>
              <a:gd name="T12" fmla="*/ 54 w 56"/>
              <a:gd name="T13" fmla="*/ 23 h 29"/>
            </a:gdLst>
            <a:ahLst/>
            <a:cxnLst>
              <a:cxn ang="0">
                <a:pos x="T0" y="T1"/>
              </a:cxn>
              <a:cxn ang="0">
                <a:pos x="T2" y="T3"/>
              </a:cxn>
              <a:cxn ang="0">
                <a:pos x="T4" y="T5"/>
              </a:cxn>
              <a:cxn ang="0">
                <a:pos x="T6" y="T7"/>
              </a:cxn>
              <a:cxn ang="0">
                <a:pos x="T8" y="T9"/>
              </a:cxn>
              <a:cxn ang="0">
                <a:pos x="T10" y="T11"/>
              </a:cxn>
              <a:cxn ang="0">
                <a:pos x="T12" y="T13"/>
              </a:cxn>
            </a:cxnLst>
            <a:rect l="0" t="0" r="r" b="b"/>
            <a:pathLst>
              <a:path w="56" h="29">
                <a:moveTo>
                  <a:pt x="54" y="23"/>
                </a:moveTo>
                <a:cubicBezTo>
                  <a:pt x="2" y="0"/>
                  <a:pt x="2" y="0"/>
                  <a:pt x="2" y="0"/>
                </a:cubicBezTo>
                <a:cubicBezTo>
                  <a:pt x="1" y="0"/>
                  <a:pt x="0" y="1"/>
                  <a:pt x="0" y="2"/>
                </a:cubicBezTo>
                <a:cubicBezTo>
                  <a:pt x="0" y="4"/>
                  <a:pt x="1" y="6"/>
                  <a:pt x="2" y="6"/>
                </a:cubicBezTo>
                <a:cubicBezTo>
                  <a:pt x="54" y="29"/>
                  <a:pt x="54" y="29"/>
                  <a:pt x="54" y="29"/>
                </a:cubicBezTo>
                <a:cubicBezTo>
                  <a:pt x="55" y="29"/>
                  <a:pt x="56" y="28"/>
                  <a:pt x="56" y="27"/>
                </a:cubicBezTo>
                <a:cubicBezTo>
                  <a:pt x="56" y="25"/>
                  <a:pt x="55" y="23"/>
                  <a:pt x="54" y="23"/>
                </a:cubicBezTo>
                <a:close/>
              </a:path>
            </a:pathLst>
          </a:custGeom>
          <a:solidFill>
            <a:srgbClr val="FFFFFD"/>
          </a:solidFill>
          <a:ln w="1111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9" name="Freeform 21"/>
          <p:cNvSpPr>
            <a:spLocks noEditPoints="1"/>
          </p:cNvSpPr>
          <p:nvPr/>
        </p:nvSpPr>
        <p:spPr bwMode="auto">
          <a:xfrm>
            <a:off x="8209651" y="2008671"/>
            <a:ext cx="300055" cy="467441"/>
          </a:xfrm>
          <a:custGeom>
            <a:avLst/>
            <a:gdLst>
              <a:gd name="T0" fmla="*/ 73 w 133"/>
              <a:gd name="T1" fmla="*/ 9 h 208"/>
              <a:gd name="T2" fmla="*/ 21 w 133"/>
              <a:gd name="T3" fmla="*/ 8 h 208"/>
              <a:gd name="T4" fmla="*/ 0 w 133"/>
              <a:gd name="T5" fmla="*/ 54 h 208"/>
              <a:gd name="T6" fmla="*/ 16 w 133"/>
              <a:gd name="T7" fmla="*/ 119 h 208"/>
              <a:gd name="T8" fmla="*/ 25 w 133"/>
              <a:gd name="T9" fmla="*/ 148 h 208"/>
              <a:gd name="T10" fmla="*/ 34 w 133"/>
              <a:gd name="T11" fmla="*/ 183 h 208"/>
              <a:gd name="T12" fmla="*/ 40 w 133"/>
              <a:gd name="T13" fmla="*/ 187 h 208"/>
              <a:gd name="T14" fmla="*/ 67 w 133"/>
              <a:gd name="T15" fmla="*/ 198 h 208"/>
              <a:gd name="T16" fmla="*/ 87 w 133"/>
              <a:gd name="T17" fmla="*/ 207 h 208"/>
              <a:gd name="T18" fmla="*/ 91 w 133"/>
              <a:gd name="T19" fmla="*/ 207 h 208"/>
              <a:gd name="T20" fmla="*/ 101 w 133"/>
              <a:gd name="T21" fmla="*/ 189 h 208"/>
              <a:gd name="T22" fmla="*/ 111 w 133"/>
              <a:gd name="T23" fmla="*/ 166 h 208"/>
              <a:gd name="T24" fmla="*/ 115 w 133"/>
              <a:gd name="T25" fmla="*/ 160 h 208"/>
              <a:gd name="T26" fmla="*/ 133 w 133"/>
              <a:gd name="T27" fmla="*/ 112 h 208"/>
              <a:gd name="T28" fmla="*/ 128 w 133"/>
              <a:gd name="T29" fmla="*/ 75 h 208"/>
              <a:gd name="T30" fmla="*/ 57 w 133"/>
              <a:gd name="T31" fmla="*/ 181 h 208"/>
              <a:gd name="T32" fmla="*/ 65 w 133"/>
              <a:gd name="T33" fmla="*/ 134 h 208"/>
              <a:gd name="T34" fmla="*/ 67 w 133"/>
              <a:gd name="T35" fmla="*/ 185 h 208"/>
              <a:gd name="T36" fmla="*/ 122 w 133"/>
              <a:gd name="T37" fmla="*/ 107 h 208"/>
              <a:gd name="T38" fmla="*/ 105 w 133"/>
              <a:gd name="T39" fmla="*/ 149 h 208"/>
              <a:gd name="T40" fmla="*/ 101 w 133"/>
              <a:gd name="T41" fmla="*/ 155 h 208"/>
              <a:gd name="T42" fmla="*/ 90 w 133"/>
              <a:gd name="T43" fmla="*/ 183 h 208"/>
              <a:gd name="T44" fmla="*/ 85 w 133"/>
              <a:gd name="T45" fmla="*/ 193 h 208"/>
              <a:gd name="T46" fmla="*/ 68 w 133"/>
              <a:gd name="T47" fmla="*/ 126 h 208"/>
              <a:gd name="T48" fmla="*/ 48 w 133"/>
              <a:gd name="T49" fmla="*/ 177 h 208"/>
              <a:gd name="T50" fmla="*/ 38 w 133"/>
              <a:gd name="T51" fmla="*/ 160 h 208"/>
              <a:gd name="T52" fmla="*/ 28 w 133"/>
              <a:gd name="T53" fmla="*/ 123 h 208"/>
              <a:gd name="T54" fmla="*/ 24 w 133"/>
              <a:gd name="T55" fmla="*/ 110 h 208"/>
              <a:gd name="T56" fmla="*/ 12 w 133"/>
              <a:gd name="T57" fmla="*/ 58 h 208"/>
              <a:gd name="T58" fmla="*/ 68 w 133"/>
              <a:gd name="T59" fmla="*/ 20 h 208"/>
              <a:gd name="T60" fmla="*/ 107 w 133"/>
              <a:gd name="T61" fmla="*/ 55 h 208"/>
              <a:gd name="T62" fmla="*/ 122 w 133"/>
              <a:gd name="T63" fmla="*/ 103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3" h="208">
                <a:moveTo>
                  <a:pt x="116" y="49"/>
                </a:moveTo>
                <a:cubicBezTo>
                  <a:pt x="104" y="30"/>
                  <a:pt x="90" y="17"/>
                  <a:pt x="73" y="9"/>
                </a:cubicBezTo>
                <a:cubicBezTo>
                  <a:pt x="68" y="7"/>
                  <a:pt x="68" y="7"/>
                  <a:pt x="68" y="7"/>
                </a:cubicBezTo>
                <a:cubicBezTo>
                  <a:pt x="49" y="0"/>
                  <a:pt x="33" y="0"/>
                  <a:pt x="21" y="8"/>
                </a:cubicBezTo>
                <a:cubicBezTo>
                  <a:pt x="8" y="17"/>
                  <a:pt x="1" y="32"/>
                  <a:pt x="0" y="52"/>
                </a:cubicBezTo>
                <a:cubicBezTo>
                  <a:pt x="0" y="54"/>
                  <a:pt x="0" y="54"/>
                  <a:pt x="0" y="54"/>
                </a:cubicBezTo>
                <a:cubicBezTo>
                  <a:pt x="0" y="77"/>
                  <a:pt x="7" y="95"/>
                  <a:pt x="13" y="112"/>
                </a:cubicBezTo>
                <a:cubicBezTo>
                  <a:pt x="14" y="114"/>
                  <a:pt x="15" y="117"/>
                  <a:pt x="16" y="119"/>
                </a:cubicBezTo>
                <a:cubicBezTo>
                  <a:pt x="16" y="121"/>
                  <a:pt x="17" y="123"/>
                  <a:pt x="18" y="125"/>
                </a:cubicBezTo>
                <a:cubicBezTo>
                  <a:pt x="21" y="132"/>
                  <a:pt x="23" y="140"/>
                  <a:pt x="25" y="148"/>
                </a:cubicBezTo>
                <a:cubicBezTo>
                  <a:pt x="26" y="150"/>
                  <a:pt x="26" y="154"/>
                  <a:pt x="26" y="157"/>
                </a:cubicBezTo>
                <a:cubicBezTo>
                  <a:pt x="27" y="166"/>
                  <a:pt x="28" y="175"/>
                  <a:pt x="34" y="183"/>
                </a:cubicBezTo>
                <a:cubicBezTo>
                  <a:pt x="36" y="185"/>
                  <a:pt x="36" y="185"/>
                  <a:pt x="36" y="185"/>
                </a:cubicBezTo>
                <a:cubicBezTo>
                  <a:pt x="40" y="187"/>
                  <a:pt x="40" y="187"/>
                  <a:pt x="40" y="187"/>
                </a:cubicBezTo>
                <a:cubicBezTo>
                  <a:pt x="44" y="189"/>
                  <a:pt x="49" y="191"/>
                  <a:pt x="54" y="193"/>
                </a:cubicBezTo>
                <a:cubicBezTo>
                  <a:pt x="58" y="195"/>
                  <a:pt x="63" y="196"/>
                  <a:pt x="67" y="198"/>
                </a:cubicBezTo>
                <a:cubicBezTo>
                  <a:pt x="75" y="202"/>
                  <a:pt x="81" y="204"/>
                  <a:pt x="87" y="207"/>
                </a:cubicBezTo>
                <a:cubicBezTo>
                  <a:pt x="87" y="207"/>
                  <a:pt x="87" y="207"/>
                  <a:pt x="87" y="207"/>
                </a:cubicBezTo>
                <a:cubicBezTo>
                  <a:pt x="89" y="208"/>
                  <a:pt x="89" y="208"/>
                  <a:pt x="89" y="208"/>
                </a:cubicBezTo>
                <a:cubicBezTo>
                  <a:pt x="91" y="207"/>
                  <a:pt x="91" y="207"/>
                  <a:pt x="91" y="207"/>
                </a:cubicBezTo>
                <a:cubicBezTo>
                  <a:pt x="95" y="205"/>
                  <a:pt x="99" y="202"/>
                  <a:pt x="100" y="195"/>
                </a:cubicBezTo>
                <a:cubicBezTo>
                  <a:pt x="101" y="193"/>
                  <a:pt x="101" y="191"/>
                  <a:pt x="101" y="189"/>
                </a:cubicBezTo>
                <a:cubicBezTo>
                  <a:pt x="102" y="186"/>
                  <a:pt x="102" y="183"/>
                  <a:pt x="103" y="181"/>
                </a:cubicBezTo>
                <a:cubicBezTo>
                  <a:pt x="105" y="175"/>
                  <a:pt x="108" y="170"/>
                  <a:pt x="111" y="166"/>
                </a:cubicBezTo>
                <a:cubicBezTo>
                  <a:pt x="112" y="164"/>
                  <a:pt x="113" y="163"/>
                  <a:pt x="114" y="162"/>
                </a:cubicBezTo>
                <a:cubicBezTo>
                  <a:pt x="115" y="160"/>
                  <a:pt x="115" y="160"/>
                  <a:pt x="115" y="160"/>
                </a:cubicBezTo>
                <a:cubicBezTo>
                  <a:pt x="119" y="154"/>
                  <a:pt x="122" y="149"/>
                  <a:pt x="126" y="142"/>
                </a:cubicBezTo>
                <a:cubicBezTo>
                  <a:pt x="130" y="135"/>
                  <a:pt x="132" y="126"/>
                  <a:pt x="133" y="112"/>
                </a:cubicBezTo>
                <a:cubicBezTo>
                  <a:pt x="133" y="107"/>
                  <a:pt x="133" y="107"/>
                  <a:pt x="133" y="107"/>
                </a:cubicBezTo>
                <a:cubicBezTo>
                  <a:pt x="133" y="97"/>
                  <a:pt x="132" y="86"/>
                  <a:pt x="128" y="75"/>
                </a:cubicBezTo>
                <a:cubicBezTo>
                  <a:pt x="125" y="65"/>
                  <a:pt x="120" y="57"/>
                  <a:pt x="116" y="49"/>
                </a:cubicBezTo>
                <a:close/>
                <a:moveTo>
                  <a:pt x="57" y="181"/>
                </a:moveTo>
                <a:cubicBezTo>
                  <a:pt x="55" y="163"/>
                  <a:pt x="55" y="139"/>
                  <a:pt x="61" y="134"/>
                </a:cubicBezTo>
                <a:cubicBezTo>
                  <a:pt x="62" y="134"/>
                  <a:pt x="63" y="133"/>
                  <a:pt x="65" y="134"/>
                </a:cubicBezTo>
                <a:cubicBezTo>
                  <a:pt x="78" y="139"/>
                  <a:pt x="75" y="172"/>
                  <a:pt x="72" y="187"/>
                </a:cubicBezTo>
                <a:cubicBezTo>
                  <a:pt x="70" y="186"/>
                  <a:pt x="69" y="186"/>
                  <a:pt x="67" y="185"/>
                </a:cubicBezTo>
                <a:cubicBezTo>
                  <a:pt x="64" y="184"/>
                  <a:pt x="60" y="182"/>
                  <a:pt x="57" y="181"/>
                </a:cubicBezTo>
                <a:close/>
                <a:moveTo>
                  <a:pt x="122" y="107"/>
                </a:moveTo>
                <a:cubicBezTo>
                  <a:pt x="121" y="118"/>
                  <a:pt x="119" y="126"/>
                  <a:pt x="116" y="132"/>
                </a:cubicBezTo>
                <a:cubicBezTo>
                  <a:pt x="112" y="138"/>
                  <a:pt x="109" y="144"/>
                  <a:pt x="105" y="149"/>
                </a:cubicBezTo>
                <a:cubicBezTo>
                  <a:pt x="104" y="151"/>
                  <a:pt x="104" y="151"/>
                  <a:pt x="104" y="151"/>
                </a:cubicBezTo>
                <a:cubicBezTo>
                  <a:pt x="103" y="152"/>
                  <a:pt x="102" y="153"/>
                  <a:pt x="101" y="155"/>
                </a:cubicBezTo>
                <a:cubicBezTo>
                  <a:pt x="98" y="160"/>
                  <a:pt x="94" y="165"/>
                  <a:pt x="92" y="173"/>
                </a:cubicBezTo>
                <a:cubicBezTo>
                  <a:pt x="91" y="176"/>
                  <a:pt x="90" y="179"/>
                  <a:pt x="90" y="183"/>
                </a:cubicBezTo>
                <a:cubicBezTo>
                  <a:pt x="90" y="185"/>
                  <a:pt x="89" y="186"/>
                  <a:pt x="89" y="188"/>
                </a:cubicBezTo>
                <a:cubicBezTo>
                  <a:pt x="89" y="190"/>
                  <a:pt x="87" y="192"/>
                  <a:pt x="85" y="193"/>
                </a:cubicBezTo>
                <a:cubicBezTo>
                  <a:pt x="83" y="192"/>
                  <a:pt x="81" y="191"/>
                  <a:pt x="79" y="190"/>
                </a:cubicBezTo>
                <a:cubicBezTo>
                  <a:pt x="82" y="180"/>
                  <a:pt x="90" y="135"/>
                  <a:pt x="68" y="126"/>
                </a:cubicBezTo>
                <a:cubicBezTo>
                  <a:pt x="63" y="124"/>
                  <a:pt x="59" y="126"/>
                  <a:pt x="56" y="128"/>
                </a:cubicBezTo>
                <a:cubicBezTo>
                  <a:pt x="47" y="135"/>
                  <a:pt x="47" y="163"/>
                  <a:pt x="48" y="177"/>
                </a:cubicBezTo>
                <a:cubicBezTo>
                  <a:pt x="46" y="176"/>
                  <a:pt x="43" y="175"/>
                  <a:pt x="40" y="174"/>
                </a:cubicBezTo>
                <a:cubicBezTo>
                  <a:pt x="39" y="170"/>
                  <a:pt x="38" y="165"/>
                  <a:pt x="38" y="160"/>
                </a:cubicBezTo>
                <a:cubicBezTo>
                  <a:pt x="38" y="156"/>
                  <a:pt x="37" y="152"/>
                  <a:pt x="36" y="148"/>
                </a:cubicBezTo>
                <a:cubicBezTo>
                  <a:pt x="34" y="139"/>
                  <a:pt x="31" y="131"/>
                  <a:pt x="28" y="123"/>
                </a:cubicBezTo>
                <a:cubicBezTo>
                  <a:pt x="28" y="121"/>
                  <a:pt x="27" y="119"/>
                  <a:pt x="26" y="118"/>
                </a:cubicBezTo>
                <a:cubicBezTo>
                  <a:pt x="25" y="115"/>
                  <a:pt x="24" y="113"/>
                  <a:pt x="24" y="110"/>
                </a:cubicBezTo>
                <a:cubicBezTo>
                  <a:pt x="18" y="94"/>
                  <a:pt x="12" y="78"/>
                  <a:pt x="12" y="59"/>
                </a:cubicBezTo>
                <a:cubicBezTo>
                  <a:pt x="12" y="58"/>
                  <a:pt x="12" y="58"/>
                  <a:pt x="12" y="58"/>
                </a:cubicBezTo>
                <a:cubicBezTo>
                  <a:pt x="13" y="41"/>
                  <a:pt x="18" y="29"/>
                  <a:pt x="29" y="21"/>
                </a:cubicBezTo>
                <a:cubicBezTo>
                  <a:pt x="39" y="14"/>
                  <a:pt x="52" y="14"/>
                  <a:pt x="68" y="20"/>
                </a:cubicBezTo>
                <a:cubicBezTo>
                  <a:pt x="72" y="22"/>
                  <a:pt x="72" y="22"/>
                  <a:pt x="72" y="22"/>
                </a:cubicBezTo>
                <a:cubicBezTo>
                  <a:pt x="86" y="28"/>
                  <a:pt x="98" y="39"/>
                  <a:pt x="107" y="55"/>
                </a:cubicBezTo>
                <a:cubicBezTo>
                  <a:pt x="111" y="61"/>
                  <a:pt x="115" y="68"/>
                  <a:pt x="118" y="76"/>
                </a:cubicBezTo>
                <a:cubicBezTo>
                  <a:pt x="120" y="85"/>
                  <a:pt x="122" y="94"/>
                  <a:pt x="122" y="103"/>
                </a:cubicBezTo>
                <a:lnTo>
                  <a:pt x="122" y="107"/>
                </a:lnTo>
                <a:close/>
              </a:path>
            </a:pathLst>
          </a:custGeom>
          <a:solidFill>
            <a:srgbClr val="FFFFFD"/>
          </a:solidFill>
          <a:ln w="1111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0" name="Freeform 22"/>
          <p:cNvSpPr>
            <a:spLocks/>
          </p:cNvSpPr>
          <p:nvPr/>
        </p:nvSpPr>
        <p:spPr bwMode="auto">
          <a:xfrm>
            <a:off x="7809165" y="3019185"/>
            <a:ext cx="799733" cy="1371324"/>
          </a:xfrm>
          <a:custGeom>
            <a:avLst/>
            <a:gdLst>
              <a:gd name="T0" fmla="*/ 645 w 645"/>
              <a:gd name="T1" fmla="*/ 1106 h 1106"/>
              <a:gd name="T2" fmla="*/ 0 w 645"/>
              <a:gd name="T3" fmla="*/ 1028 h 1106"/>
              <a:gd name="T4" fmla="*/ 0 w 645"/>
              <a:gd name="T5" fmla="*/ 0 h 1106"/>
              <a:gd name="T6" fmla="*/ 645 w 645"/>
              <a:gd name="T7" fmla="*/ 277 h 1106"/>
              <a:gd name="T8" fmla="*/ 645 w 645"/>
              <a:gd name="T9" fmla="*/ 1106 h 1106"/>
            </a:gdLst>
            <a:ahLst/>
            <a:cxnLst>
              <a:cxn ang="0">
                <a:pos x="T0" y="T1"/>
              </a:cxn>
              <a:cxn ang="0">
                <a:pos x="T2" y="T3"/>
              </a:cxn>
              <a:cxn ang="0">
                <a:pos x="T4" y="T5"/>
              </a:cxn>
              <a:cxn ang="0">
                <a:pos x="T6" y="T7"/>
              </a:cxn>
              <a:cxn ang="0">
                <a:pos x="T8" y="T9"/>
              </a:cxn>
            </a:cxnLst>
            <a:rect l="0" t="0" r="r" b="b"/>
            <a:pathLst>
              <a:path w="645" h="1106">
                <a:moveTo>
                  <a:pt x="645" y="1106"/>
                </a:moveTo>
                <a:lnTo>
                  <a:pt x="0" y="1028"/>
                </a:lnTo>
                <a:lnTo>
                  <a:pt x="0" y="0"/>
                </a:lnTo>
                <a:lnTo>
                  <a:pt x="645" y="277"/>
                </a:lnTo>
                <a:lnTo>
                  <a:pt x="645" y="1106"/>
                </a:lnTo>
                <a:close/>
              </a:path>
            </a:pathLst>
          </a:custGeom>
          <a:solidFill>
            <a:srgbClr val="FFE52E"/>
          </a:solidFill>
          <a:ln w="1111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1" name="Freeform 23"/>
          <p:cNvSpPr>
            <a:spLocks/>
          </p:cNvSpPr>
          <p:nvPr/>
        </p:nvSpPr>
        <p:spPr bwMode="auto">
          <a:xfrm>
            <a:off x="7047869" y="3019185"/>
            <a:ext cx="761295" cy="1362645"/>
          </a:xfrm>
          <a:custGeom>
            <a:avLst/>
            <a:gdLst>
              <a:gd name="T0" fmla="*/ 0 w 614"/>
              <a:gd name="T1" fmla="*/ 1099 h 1099"/>
              <a:gd name="T2" fmla="*/ 614 w 614"/>
              <a:gd name="T3" fmla="*/ 1028 h 1099"/>
              <a:gd name="T4" fmla="*/ 614 w 614"/>
              <a:gd name="T5" fmla="*/ 0 h 1099"/>
              <a:gd name="T6" fmla="*/ 0 w 614"/>
              <a:gd name="T7" fmla="*/ 254 h 1099"/>
              <a:gd name="T8" fmla="*/ 0 w 614"/>
              <a:gd name="T9" fmla="*/ 1099 h 1099"/>
            </a:gdLst>
            <a:ahLst/>
            <a:cxnLst>
              <a:cxn ang="0">
                <a:pos x="T0" y="T1"/>
              </a:cxn>
              <a:cxn ang="0">
                <a:pos x="T2" y="T3"/>
              </a:cxn>
              <a:cxn ang="0">
                <a:pos x="T4" y="T5"/>
              </a:cxn>
              <a:cxn ang="0">
                <a:pos x="T6" y="T7"/>
              </a:cxn>
              <a:cxn ang="0">
                <a:pos x="T8" y="T9"/>
              </a:cxn>
            </a:cxnLst>
            <a:rect l="0" t="0" r="r" b="b"/>
            <a:pathLst>
              <a:path w="614" h="1099">
                <a:moveTo>
                  <a:pt x="0" y="1099"/>
                </a:moveTo>
                <a:lnTo>
                  <a:pt x="614" y="1028"/>
                </a:lnTo>
                <a:lnTo>
                  <a:pt x="614" y="0"/>
                </a:lnTo>
                <a:lnTo>
                  <a:pt x="0" y="254"/>
                </a:lnTo>
                <a:lnTo>
                  <a:pt x="0" y="1099"/>
                </a:lnTo>
                <a:close/>
              </a:path>
            </a:pathLst>
          </a:custGeom>
          <a:solidFill>
            <a:srgbClr val="FFF061"/>
          </a:solidFill>
          <a:ln w="1111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2" name="Freeform 24"/>
          <p:cNvSpPr>
            <a:spLocks/>
          </p:cNvSpPr>
          <p:nvPr/>
        </p:nvSpPr>
        <p:spPr bwMode="auto">
          <a:xfrm>
            <a:off x="7047869" y="4292557"/>
            <a:ext cx="1561028" cy="194664"/>
          </a:xfrm>
          <a:custGeom>
            <a:avLst/>
            <a:gdLst>
              <a:gd name="T0" fmla="*/ 0 w 1259"/>
              <a:gd name="T1" fmla="*/ 72 h 157"/>
              <a:gd name="T2" fmla="*/ 792 w 1259"/>
              <a:gd name="T3" fmla="*/ 157 h 157"/>
              <a:gd name="T4" fmla="*/ 1259 w 1259"/>
              <a:gd name="T5" fmla="*/ 79 h 157"/>
              <a:gd name="T6" fmla="*/ 614 w 1259"/>
              <a:gd name="T7" fmla="*/ 0 h 157"/>
              <a:gd name="T8" fmla="*/ 0 w 1259"/>
              <a:gd name="T9" fmla="*/ 72 h 157"/>
            </a:gdLst>
            <a:ahLst/>
            <a:cxnLst>
              <a:cxn ang="0">
                <a:pos x="T0" y="T1"/>
              </a:cxn>
              <a:cxn ang="0">
                <a:pos x="T2" y="T3"/>
              </a:cxn>
              <a:cxn ang="0">
                <a:pos x="T4" y="T5"/>
              </a:cxn>
              <a:cxn ang="0">
                <a:pos x="T6" y="T7"/>
              </a:cxn>
              <a:cxn ang="0">
                <a:pos x="T8" y="T9"/>
              </a:cxn>
            </a:cxnLst>
            <a:rect l="0" t="0" r="r" b="b"/>
            <a:pathLst>
              <a:path w="1259" h="157">
                <a:moveTo>
                  <a:pt x="0" y="72"/>
                </a:moveTo>
                <a:lnTo>
                  <a:pt x="792" y="157"/>
                </a:lnTo>
                <a:lnTo>
                  <a:pt x="1259" y="79"/>
                </a:lnTo>
                <a:lnTo>
                  <a:pt x="614" y="0"/>
                </a:lnTo>
                <a:lnTo>
                  <a:pt x="0" y="72"/>
                </a:lnTo>
                <a:close/>
              </a:path>
            </a:pathLst>
          </a:custGeom>
          <a:solidFill>
            <a:srgbClr val="EFB740"/>
          </a:solidFill>
          <a:ln w="1111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3" name="Freeform 25"/>
          <p:cNvSpPr>
            <a:spLocks noEditPoints="1"/>
          </p:cNvSpPr>
          <p:nvPr/>
        </p:nvSpPr>
        <p:spPr bwMode="auto">
          <a:xfrm>
            <a:off x="7214015" y="3439510"/>
            <a:ext cx="455042" cy="580271"/>
          </a:xfrm>
          <a:custGeom>
            <a:avLst/>
            <a:gdLst>
              <a:gd name="T0" fmla="*/ 0 w 367"/>
              <a:gd name="T1" fmla="*/ 163 h 468"/>
              <a:gd name="T2" fmla="*/ 0 w 367"/>
              <a:gd name="T3" fmla="*/ 468 h 468"/>
              <a:gd name="T4" fmla="*/ 367 w 367"/>
              <a:gd name="T5" fmla="*/ 374 h 468"/>
              <a:gd name="T6" fmla="*/ 367 w 367"/>
              <a:gd name="T7" fmla="*/ 0 h 468"/>
              <a:gd name="T8" fmla="*/ 0 w 367"/>
              <a:gd name="T9" fmla="*/ 163 h 468"/>
              <a:gd name="T10" fmla="*/ 353 w 367"/>
              <a:gd name="T11" fmla="*/ 34 h 468"/>
              <a:gd name="T12" fmla="*/ 258 w 367"/>
              <a:gd name="T13" fmla="*/ 210 h 468"/>
              <a:gd name="T14" fmla="*/ 355 w 367"/>
              <a:gd name="T15" fmla="*/ 359 h 468"/>
              <a:gd name="T16" fmla="*/ 355 w 367"/>
              <a:gd name="T17" fmla="*/ 359 h 468"/>
              <a:gd name="T18" fmla="*/ 242 w 367"/>
              <a:gd name="T19" fmla="*/ 234 h 468"/>
              <a:gd name="T20" fmla="*/ 178 w 367"/>
              <a:gd name="T21" fmla="*/ 321 h 468"/>
              <a:gd name="T22" fmla="*/ 124 w 367"/>
              <a:gd name="T23" fmla="*/ 281 h 468"/>
              <a:gd name="T24" fmla="*/ 13 w 367"/>
              <a:gd name="T25" fmla="*/ 435 h 468"/>
              <a:gd name="T26" fmla="*/ 13 w 367"/>
              <a:gd name="T27" fmla="*/ 435 h 468"/>
              <a:gd name="T28" fmla="*/ 95 w 367"/>
              <a:gd name="T29" fmla="*/ 265 h 468"/>
              <a:gd name="T30" fmla="*/ 13 w 367"/>
              <a:gd name="T31" fmla="*/ 181 h 468"/>
              <a:gd name="T32" fmla="*/ 173 w 367"/>
              <a:gd name="T33" fmla="*/ 278 h 468"/>
              <a:gd name="T34" fmla="*/ 353 w 367"/>
              <a:gd name="T35" fmla="*/ 34 h 468"/>
              <a:gd name="T36" fmla="*/ 353 w 367"/>
              <a:gd name="T37" fmla="*/ 34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67" h="468">
                <a:moveTo>
                  <a:pt x="0" y="163"/>
                </a:moveTo>
                <a:lnTo>
                  <a:pt x="0" y="468"/>
                </a:lnTo>
                <a:lnTo>
                  <a:pt x="367" y="374"/>
                </a:lnTo>
                <a:lnTo>
                  <a:pt x="367" y="0"/>
                </a:lnTo>
                <a:lnTo>
                  <a:pt x="0" y="163"/>
                </a:lnTo>
                <a:close/>
                <a:moveTo>
                  <a:pt x="353" y="34"/>
                </a:moveTo>
                <a:lnTo>
                  <a:pt x="258" y="210"/>
                </a:lnTo>
                <a:lnTo>
                  <a:pt x="355" y="359"/>
                </a:lnTo>
                <a:lnTo>
                  <a:pt x="355" y="359"/>
                </a:lnTo>
                <a:lnTo>
                  <a:pt x="242" y="234"/>
                </a:lnTo>
                <a:lnTo>
                  <a:pt x="178" y="321"/>
                </a:lnTo>
                <a:lnTo>
                  <a:pt x="124" y="281"/>
                </a:lnTo>
                <a:lnTo>
                  <a:pt x="13" y="435"/>
                </a:lnTo>
                <a:lnTo>
                  <a:pt x="13" y="435"/>
                </a:lnTo>
                <a:lnTo>
                  <a:pt x="95" y="265"/>
                </a:lnTo>
                <a:lnTo>
                  <a:pt x="13" y="181"/>
                </a:lnTo>
                <a:lnTo>
                  <a:pt x="173" y="278"/>
                </a:lnTo>
                <a:lnTo>
                  <a:pt x="353" y="34"/>
                </a:lnTo>
                <a:lnTo>
                  <a:pt x="353" y="34"/>
                </a:lnTo>
                <a:close/>
              </a:path>
            </a:pathLst>
          </a:custGeom>
          <a:solidFill>
            <a:srgbClr val="FFFFFD"/>
          </a:solidFill>
          <a:ln w="1111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4" name="Freeform 26"/>
          <p:cNvSpPr>
            <a:spLocks/>
          </p:cNvSpPr>
          <p:nvPr/>
        </p:nvSpPr>
        <p:spPr bwMode="auto">
          <a:xfrm>
            <a:off x="7486792" y="4318595"/>
            <a:ext cx="1133264" cy="1936716"/>
          </a:xfrm>
          <a:custGeom>
            <a:avLst/>
            <a:gdLst>
              <a:gd name="T0" fmla="*/ 914 w 914"/>
              <a:gd name="T1" fmla="*/ 1292 h 1562"/>
              <a:gd name="T2" fmla="*/ 0 w 914"/>
              <a:gd name="T3" fmla="*/ 1562 h 1562"/>
              <a:gd name="T4" fmla="*/ 0 w 914"/>
              <a:gd name="T5" fmla="*/ 0 h 1562"/>
              <a:gd name="T6" fmla="*/ 914 w 914"/>
              <a:gd name="T7" fmla="*/ 106 h 1562"/>
              <a:gd name="T8" fmla="*/ 914 w 914"/>
              <a:gd name="T9" fmla="*/ 1292 h 1562"/>
            </a:gdLst>
            <a:ahLst/>
            <a:cxnLst>
              <a:cxn ang="0">
                <a:pos x="T0" y="T1"/>
              </a:cxn>
              <a:cxn ang="0">
                <a:pos x="T2" y="T3"/>
              </a:cxn>
              <a:cxn ang="0">
                <a:pos x="T4" y="T5"/>
              </a:cxn>
              <a:cxn ang="0">
                <a:pos x="T6" y="T7"/>
              </a:cxn>
              <a:cxn ang="0">
                <a:pos x="T8" y="T9"/>
              </a:cxn>
            </a:cxnLst>
            <a:rect l="0" t="0" r="r" b="b"/>
            <a:pathLst>
              <a:path w="914" h="1562">
                <a:moveTo>
                  <a:pt x="914" y="1292"/>
                </a:moveTo>
                <a:lnTo>
                  <a:pt x="0" y="1562"/>
                </a:lnTo>
                <a:lnTo>
                  <a:pt x="0" y="0"/>
                </a:lnTo>
                <a:lnTo>
                  <a:pt x="914" y="106"/>
                </a:lnTo>
                <a:lnTo>
                  <a:pt x="914" y="1292"/>
                </a:lnTo>
                <a:close/>
              </a:path>
            </a:pathLst>
          </a:custGeom>
          <a:solidFill>
            <a:srgbClr val="EE701C"/>
          </a:solidFill>
          <a:ln w="1111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5" name="Freeform 27"/>
          <p:cNvSpPr>
            <a:spLocks/>
          </p:cNvSpPr>
          <p:nvPr/>
        </p:nvSpPr>
        <p:spPr bwMode="auto">
          <a:xfrm>
            <a:off x="6419242" y="4318595"/>
            <a:ext cx="1067550" cy="1936716"/>
          </a:xfrm>
          <a:custGeom>
            <a:avLst/>
            <a:gdLst>
              <a:gd name="T0" fmla="*/ 0 w 861"/>
              <a:gd name="T1" fmla="*/ 1292 h 1562"/>
              <a:gd name="T2" fmla="*/ 861 w 861"/>
              <a:gd name="T3" fmla="*/ 1562 h 1562"/>
              <a:gd name="T4" fmla="*/ 861 w 861"/>
              <a:gd name="T5" fmla="*/ 0 h 1562"/>
              <a:gd name="T6" fmla="*/ 9 w 861"/>
              <a:gd name="T7" fmla="*/ 106 h 1562"/>
              <a:gd name="T8" fmla="*/ 0 w 861"/>
              <a:gd name="T9" fmla="*/ 1292 h 1562"/>
            </a:gdLst>
            <a:ahLst/>
            <a:cxnLst>
              <a:cxn ang="0">
                <a:pos x="T0" y="T1"/>
              </a:cxn>
              <a:cxn ang="0">
                <a:pos x="T2" y="T3"/>
              </a:cxn>
              <a:cxn ang="0">
                <a:pos x="T4" y="T5"/>
              </a:cxn>
              <a:cxn ang="0">
                <a:pos x="T6" y="T7"/>
              </a:cxn>
              <a:cxn ang="0">
                <a:pos x="T8" y="T9"/>
              </a:cxn>
            </a:cxnLst>
            <a:rect l="0" t="0" r="r" b="b"/>
            <a:pathLst>
              <a:path w="861" h="1562">
                <a:moveTo>
                  <a:pt x="0" y="1292"/>
                </a:moveTo>
                <a:lnTo>
                  <a:pt x="861" y="1562"/>
                </a:lnTo>
                <a:lnTo>
                  <a:pt x="861" y="0"/>
                </a:lnTo>
                <a:lnTo>
                  <a:pt x="9" y="106"/>
                </a:lnTo>
                <a:lnTo>
                  <a:pt x="0" y="1292"/>
                </a:lnTo>
                <a:close/>
              </a:path>
            </a:pathLst>
          </a:custGeom>
          <a:solidFill>
            <a:srgbClr val="FF8331"/>
          </a:solidFill>
          <a:ln w="1111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6" name="Freeform 28"/>
          <p:cNvSpPr>
            <a:spLocks/>
          </p:cNvSpPr>
          <p:nvPr/>
        </p:nvSpPr>
        <p:spPr bwMode="auto">
          <a:xfrm>
            <a:off x="7701294" y="4748839"/>
            <a:ext cx="731538" cy="1027873"/>
          </a:xfrm>
          <a:custGeom>
            <a:avLst/>
            <a:gdLst>
              <a:gd name="T0" fmla="*/ 312 w 325"/>
              <a:gd name="T1" fmla="*/ 325 h 457"/>
              <a:gd name="T2" fmla="*/ 259 w 325"/>
              <a:gd name="T3" fmla="*/ 296 h 457"/>
              <a:gd name="T4" fmla="*/ 237 w 325"/>
              <a:gd name="T5" fmla="*/ 285 h 457"/>
              <a:gd name="T6" fmla="*/ 219 w 325"/>
              <a:gd name="T7" fmla="*/ 233 h 457"/>
              <a:gd name="T8" fmla="*/ 236 w 325"/>
              <a:gd name="T9" fmla="*/ 177 h 457"/>
              <a:gd name="T10" fmla="*/ 252 w 325"/>
              <a:gd name="T11" fmla="*/ 142 h 457"/>
              <a:gd name="T12" fmla="*/ 247 w 325"/>
              <a:gd name="T13" fmla="*/ 119 h 457"/>
              <a:gd name="T14" fmla="*/ 246 w 325"/>
              <a:gd name="T15" fmla="*/ 120 h 457"/>
              <a:gd name="T16" fmla="*/ 247 w 325"/>
              <a:gd name="T17" fmla="*/ 119 h 457"/>
              <a:gd name="T18" fmla="*/ 247 w 325"/>
              <a:gd name="T19" fmla="*/ 119 h 457"/>
              <a:gd name="T20" fmla="*/ 247 w 325"/>
              <a:gd name="T21" fmla="*/ 118 h 457"/>
              <a:gd name="T22" fmla="*/ 247 w 325"/>
              <a:gd name="T23" fmla="*/ 111 h 457"/>
              <a:gd name="T24" fmla="*/ 248 w 325"/>
              <a:gd name="T25" fmla="*/ 110 h 457"/>
              <a:gd name="T26" fmla="*/ 248 w 325"/>
              <a:gd name="T27" fmla="*/ 104 h 457"/>
              <a:gd name="T28" fmla="*/ 248 w 325"/>
              <a:gd name="T29" fmla="*/ 104 h 457"/>
              <a:gd name="T30" fmla="*/ 248 w 325"/>
              <a:gd name="T31" fmla="*/ 104 h 457"/>
              <a:gd name="T32" fmla="*/ 248 w 325"/>
              <a:gd name="T33" fmla="*/ 103 h 457"/>
              <a:gd name="T34" fmla="*/ 248 w 325"/>
              <a:gd name="T35" fmla="*/ 103 h 457"/>
              <a:gd name="T36" fmla="*/ 248 w 325"/>
              <a:gd name="T37" fmla="*/ 103 h 457"/>
              <a:gd name="T38" fmla="*/ 248 w 325"/>
              <a:gd name="T39" fmla="*/ 102 h 457"/>
              <a:gd name="T40" fmla="*/ 248 w 325"/>
              <a:gd name="T41" fmla="*/ 102 h 457"/>
              <a:gd name="T42" fmla="*/ 248 w 325"/>
              <a:gd name="T43" fmla="*/ 102 h 457"/>
              <a:gd name="T44" fmla="*/ 245 w 325"/>
              <a:gd name="T45" fmla="*/ 62 h 457"/>
              <a:gd name="T46" fmla="*/ 103 w 325"/>
              <a:gd name="T47" fmla="*/ 62 h 457"/>
              <a:gd name="T48" fmla="*/ 100 w 325"/>
              <a:gd name="T49" fmla="*/ 102 h 457"/>
              <a:gd name="T50" fmla="*/ 100 w 325"/>
              <a:gd name="T51" fmla="*/ 102 h 457"/>
              <a:gd name="T52" fmla="*/ 100 w 325"/>
              <a:gd name="T53" fmla="*/ 102 h 457"/>
              <a:gd name="T54" fmla="*/ 101 w 325"/>
              <a:gd name="T55" fmla="*/ 104 h 457"/>
              <a:gd name="T56" fmla="*/ 101 w 325"/>
              <a:gd name="T57" fmla="*/ 104 h 457"/>
              <a:gd name="T58" fmla="*/ 101 w 325"/>
              <a:gd name="T59" fmla="*/ 104 h 457"/>
              <a:gd name="T60" fmla="*/ 101 w 325"/>
              <a:gd name="T61" fmla="*/ 105 h 457"/>
              <a:gd name="T62" fmla="*/ 101 w 325"/>
              <a:gd name="T63" fmla="*/ 105 h 457"/>
              <a:gd name="T64" fmla="*/ 101 w 325"/>
              <a:gd name="T65" fmla="*/ 105 h 457"/>
              <a:gd name="T66" fmla="*/ 101 w 325"/>
              <a:gd name="T67" fmla="*/ 105 h 457"/>
              <a:gd name="T68" fmla="*/ 103 w 325"/>
              <a:gd name="T69" fmla="*/ 123 h 457"/>
              <a:gd name="T70" fmla="*/ 96 w 325"/>
              <a:gd name="T71" fmla="*/ 142 h 457"/>
              <a:gd name="T72" fmla="*/ 112 w 325"/>
              <a:gd name="T73" fmla="*/ 177 h 457"/>
              <a:gd name="T74" fmla="*/ 129 w 325"/>
              <a:gd name="T75" fmla="*/ 233 h 457"/>
              <a:gd name="T76" fmla="*/ 112 w 325"/>
              <a:gd name="T77" fmla="*/ 296 h 457"/>
              <a:gd name="T78" fmla="*/ 20 w 325"/>
              <a:gd name="T79" fmla="*/ 364 h 457"/>
              <a:gd name="T80" fmla="*/ 5 w 325"/>
              <a:gd name="T81" fmla="*/ 457 h 457"/>
              <a:gd name="T82" fmla="*/ 321 w 325"/>
              <a:gd name="T83" fmla="*/ 387 h 457"/>
              <a:gd name="T84" fmla="*/ 312 w 325"/>
              <a:gd name="T85" fmla="*/ 325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25" h="457">
                <a:moveTo>
                  <a:pt x="312" y="325"/>
                </a:moveTo>
                <a:cubicBezTo>
                  <a:pt x="297" y="311"/>
                  <a:pt x="280" y="308"/>
                  <a:pt x="259" y="296"/>
                </a:cubicBezTo>
                <a:cubicBezTo>
                  <a:pt x="237" y="285"/>
                  <a:pt x="237" y="285"/>
                  <a:pt x="237" y="285"/>
                </a:cubicBezTo>
                <a:cubicBezTo>
                  <a:pt x="237" y="285"/>
                  <a:pt x="196" y="262"/>
                  <a:pt x="219" y="233"/>
                </a:cubicBezTo>
                <a:cubicBezTo>
                  <a:pt x="228" y="221"/>
                  <a:pt x="233" y="200"/>
                  <a:pt x="236" y="177"/>
                </a:cubicBezTo>
                <a:cubicBezTo>
                  <a:pt x="242" y="177"/>
                  <a:pt x="248" y="162"/>
                  <a:pt x="252" y="142"/>
                </a:cubicBezTo>
                <a:cubicBezTo>
                  <a:pt x="255" y="126"/>
                  <a:pt x="251" y="121"/>
                  <a:pt x="247" y="119"/>
                </a:cubicBezTo>
                <a:cubicBezTo>
                  <a:pt x="246" y="119"/>
                  <a:pt x="246" y="120"/>
                  <a:pt x="246" y="120"/>
                </a:cubicBezTo>
                <a:cubicBezTo>
                  <a:pt x="246" y="120"/>
                  <a:pt x="246" y="119"/>
                  <a:pt x="247" y="119"/>
                </a:cubicBezTo>
                <a:cubicBezTo>
                  <a:pt x="247" y="119"/>
                  <a:pt x="247" y="119"/>
                  <a:pt x="247" y="119"/>
                </a:cubicBezTo>
                <a:cubicBezTo>
                  <a:pt x="247" y="119"/>
                  <a:pt x="247" y="118"/>
                  <a:pt x="247" y="118"/>
                </a:cubicBezTo>
                <a:cubicBezTo>
                  <a:pt x="247" y="116"/>
                  <a:pt x="247" y="113"/>
                  <a:pt x="247" y="111"/>
                </a:cubicBezTo>
                <a:cubicBezTo>
                  <a:pt x="247" y="110"/>
                  <a:pt x="248" y="110"/>
                  <a:pt x="248" y="110"/>
                </a:cubicBezTo>
                <a:cubicBezTo>
                  <a:pt x="248" y="108"/>
                  <a:pt x="248" y="106"/>
                  <a:pt x="248" y="104"/>
                </a:cubicBezTo>
                <a:cubicBezTo>
                  <a:pt x="248" y="104"/>
                  <a:pt x="248" y="104"/>
                  <a:pt x="248" y="104"/>
                </a:cubicBezTo>
                <a:cubicBezTo>
                  <a:pt x="248" y="104"/>
                  <a:pt x="248" y="104"/>
                  <a:pt x="248" y="104"/>
                </a:cubicBezTo>
                <a:cubicBezTo>
                  <a:pt x="248" y="104"/>
                  <a:pt x="248" y="104"/>
                  <a:pt x="248" y="103"/>
                </a:cubicBezTo>
                <a:cubicBezTo>
                  <a:pt x="248" y="103"/>
                  <a:pt x="248" y="103"/>
                  <a:pt x="248" y="103"/>
                </a:cubicBezTo>
                <a:cubicBezTo>
                  <a:pt x="248" y="103"/>
                  <a:pt x="248" y="103"/>
                  <a:pt x="248" y="103"/>
                </a:cubicBezTo>
                <a:cubicBezTo>
                  <a:pt x="248" y="103"/>
                  <a:pt x="248" y="103"/>
                  <a:pt x="248" y="102"/>
                </a:cubicBezTo>
                <a:cubicBezTo>
                  <a:pt x="248" y="102"/>
                  <a:pt x="248" y="102"/>
                  <a:pt x="248" y="102"/>
                </a:cubicBezTo>
                <a:cubicBezTo>
                  <a:pt x="248" y="102"/>
                  <a:pt x="248" y="102"/>
                  <a:pt x="248" y="102"/>
                </a:cubicBezTo>
                <a:cubicBezTo>
                  <a:pt x="249" y="85"/>
                  <a:pt x="247" y="70"/>
                  <a:pt x="245" y="62"/>
                </a:cubicBezTo>
                <a:cubicBezTo>
                  <a:pt x="233" y="16"/>
                  <a:pt x="133" y="0"/>
                  <a:pt x="103" y="62"/>
                </a:cubicBezTo>
                <a:cubicBezTo>
                  <a:pt x="99" y="69"/>
                  <a:pt x="99" y="85"/>
                  <a:pt x="100" y="102"/>
                </a:cubicBezTo>
                <a:cubicBezTo>
                  <a:pt x="100" y="102"/>
                  <a:pt x="100" y="102"/>
                  <a:pt x="100" y="102"/>
                </a:cubicBezTo>
                <a:cubicBezTo>
                  <a:pt x="100" y="102"/>
                  <a:pt x="100" y="102"/>
                  <a:pt x="100" y="102"/>
                </a:cubicBezTo>
                <a:cubicBezTo>
                  <a:pt x="101" y="103"/>
                  <a:pt x="101" y="103"/>
                  <a:pt x="101" y="104"/>
                </a:cubicBezTo>
                <a:cubicBezTo>
                  <a:pt x="101" y="104"/>
                  <a:pt x="101" y="104"/>
                  <a:pt x="101" y="104"/>
                </a:cubicBezTo>
                <a:cubicBezTo>
                  <a:pt x="101" y="104"/>
                  <a:pt x="101" y="104"/>
                  <a:pt x="101" y="104"/>
                </a:cubicBezTo>
                <a:cubicBezTo>
                  <a:pt x="101" y="104"/>
                  <a:pt x="101" y="104"/>
                  <a:pt x="101" y="105"/>
                </a:cubicBezTo>
                <a:cubicBezTo>
                  <a:pt x="101" y="105"/>
                  <a:pt x="101" y="105"/>
                  <a:pt x="101" y="105"/>
                </a:cubicBezTo>
                <a:cubicBezTo>
                  <a:pt x="101" y="105"/>
                  <a:pt x="101" y="105"/>
                  <a:pt x="101" y="105"/>
                </a:cubicBezTo>
                <a:cubicBezTo>
                  <a:pt x="101" y="105"/>
                  <a:pt x="101" y="105"/>
                  <a:pt x="101" y="105"/>
                </a:cubicBezTo>
                <a:cubicBezTo>
                  <a:pt x="101" y="111"/>
                  <a:pt x="102" y="117"/>
                  <a:pt x="103" y="123"/>
                </a:cubicBezTo>
                <a:cubicBezTo>
                  <a:pt x="98" y="124"/>
                  <a:pt x="93" y="127"/>
                  <a:pt x="96" y="142"/>
                </a:cubicBezTo>
                <a:cubicBezTo>
                  <a:pt x="100" y="162"/>
                  <a:pt x="107" y="177"/>
                  <a:pt x="112" y="177"/>
                </a:cubicBezTo>
                <a:cubicBezTo>
                  <a:pt x="115" y="200"/>
                  <a:pt x="120" y="221"/>
                  <a:pt x="129" y="233"/>
                </a:cubicBezTo>
                <a:cubicBezTo>
                  <a:pt x="152" y="262"/>
                  <a:pt x="113" y="296"/>
                  <a:pt x="112" y="296"/>
                </a:cubicBezTo>
                <a:cubicBezTo>
                  <a:pt x="112" y="296"/>
                  <a:pt x="34" y="348"/>
                  <a:pt x="20" y="364"/>
                </a:cubicBezTo>
                <a:cubicBezTo>
                  <a:pt x="0" y="385"/>
                  <a:pt x="5" y="457"/>
                  <a:pt x="5" y="457"/>
                </a:cubicBezTo>
                <a:cubicBezTo>
                  <a:pt x="321" y="387"/>
                  <a:pt x="321" y="387"/>
                  <a:pt x="321" y="387"/>
                </a:cubicBezTo>
                <a:cubicBezTo>
                  <a:pt x="321" y="387"/>
                  <a:pt x="325" y="338"/>
                  <a:pt x="312" y="325"/>
                </a:cubicBezTo>
                <a:close/>
              </a:path>
            </a:pathLst>
          </a:custGeom>
          <a:solidFill>
            <a:srgbClr val="FFFFFF"/>
          </a:solidFill>
          <a:ln w="1111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7" name="Freeform 29"/>
          <p:cNvSpPr>
            <a:spLocks/>
          </p:cNvSpPr>
          <p:nvPr/>
        </p:nvSpPr>
        <p:spPr bwMode="auto">
          <a:xfrm>
            <a:off x="5883608" y="2414116"/>
            <a:ext cx="1001835" cy="3625453"/>
          </a:xfrm>
          <a:custGeom>
            <a:avLst/>
            <a:gdLst>
              <a:gd name="T0" fmla="*/ 777 w 808"/>
              <a:gd name="T1" fmla="*/ 0 h 2924"/>
              <a:gd name="T2" fmla="*/ 808 w 808"/>
              <a:gd name="T3" fmla="*/ 0 h 2924"/>
              <a:gd name="T4" fmla="*/ 31 w 808"/>
              <a:gd name="T5" fmla="*/ 2917 h 2924"/>
              <a:gd name="T6" fmla="*/ 0 w 808"/>
              <a:gd name="T7" fmla="*/ 2924 h 2924"/>
              <a:gd name="T8" fmla="*/ 777 w 808"/>
              <a:gd name="T9" fmla="*/ 0 h 2924"/>
            </a:gdLst>
            <a:ahLst/>
            <a:cxnLst>
              <a:cxn ang="0">
                <a:pos x="T0" y="T1"/>
              </a:cxn>
              <a:cxn ang="0">
                <a:pos x="T2" y="T3"/>
              </a:cxn>
              <a:cxn ang="0">
                <a:pos x="T4" y="T5"/>
              </a:cxn>
              <a:cxn ang="0">
                <a:pos x="T6" y="T7"/>
              </a:cxn>
              <a:cxn ang="0">
                <a:pos x="T8" y="T9"/>
              </a:cxn>
            </a:cxnLst>
            <a:rect l="0" t="0" r="r" b="b"/>
            <a:pathLst>
              <a:path w="808" h="2924">
                <a:moveTo>
                  <a:pt x="777" y="0"/>
                </a:moveTo>
                <a:lnTo>
                  <a:pt x="808" y="0"/>
                </a:lnTo>
                <a:lnTo>
                  <a:pt x="31" y="2917"/>
                </a:lnTo>
                <a:lnTo>
                  <a:pt x="0" y="2924"/>
                </a:lnTo>
                <a:lnTo>
                  <a:pt x="777" y="0"/>
                </a:lnTo>
                <a:close/>
              </a:path>
            </a:pathLst>
          </a:custGeom>
          <a:solidFill>
            <a:srgbClr val="D7D7D7"/>
          </a:solidFill>
          <a:ln w="1111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8" name="Freeform 30"/>
          <p:cNvSpPr>
            <a:spLocks/>
          </p:cNvSpPr>
          <p:nvPr/>
        </p:nvSpPr>
        <p:spPr bwMode="auto">
          <a:xfrm>
            <a:off x="6727977" y="2712931"/>
            <a:ext cx="295095" cy="150028"/>
          </a:xfrm>
          <a:custGeom>
            <a:avLst/>
            <a:gdLst>
              <a:gd name="T0" fmla="*/ 0 w 238"/>
              <a:gd name="T1" fmla="*/ 121 h 121"/>
              <a:gd name="T2" fmla="*/ 238 w 238"/>
              <a:gd name="T3" fmla="*/ 0 h 121"/>
              <a:gd name="T4" fmla="*/ 233 w 238"/>
              <a:gd name="T5" fmla="*/ 20 h 121"/>
              <a:gd name="T6" fmla="*/ 31 w 238"/>
              <a:gd name="T7" fmla="*/ 120 h 121"/>
              <a:gd name="T8" fmla="*/ 0 w 238"/>
              <a:gd name="T9" fmla="*/ 121 h 121"/>
            </a:gdLst>
            <a:ahLst/>
            <a:cxnLst>
              <a:cxn ang="0">
                <a:pos x="T0" y="T1"/>
              </a:cxn>
              <a:cxn ang="0">
                <a:pos x="T2" y="T3"/>
              </a:cxn>
              <a:cxn ang="0">
                <a:pos x="T4" y="T5"/>
              </a:cxn>
              <a:cxn ang="0">
                <a:pos x="T6" y="T7"/>
              </a:cxn>
              <a:cxn ang="0">
                <a:pos x="T8" y="T9"/>
              </a:cxn>
            </a:cxnLst>
            <a:rect l="0" t="0" r="r" b="b"/>
            <a:pathLst>
              <a:path w="238" h="121">
                <a:moveTo>
                  <a:pt x="0" y="121"/>
                </a:moveTo>
                <a:lnTo>
                  <a:pt x="238" y="0"/>
                </a:lnTo>
                <a:lnTo>
                  <a:pt x="233" y="20"/>
                </a:lnTo>
                <a:lnTo>
                  <a:pt x="31" y="120"/>
                </a:lnTo>
                <a:lnTo>
                  <a:pt x="0" y="121"/>
                </a:lnTo>
                <a:close/>
              </a:path>
            </a:pathLst>
          </a:custGeom>
          <a:solidFill>
            <a:srgbClr val="DCDCDC"/>
          </a:solidFill>
          <a:ln w="1111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9" name="Freeform 31"/>
          <p:cNvSpPr>
            <a:spLocks/>
          </p:cNvSpPr>
          <p:nvPr/>
        </p:nvSpPr>
        <p:spPr bwMode="auto">
          <a:xfrm>
            <a:off x="6628785" y="3077460"/>
            <a:ext cx="306254" cy="154987"/>
          </a:xfrm>
          <a:custGeom>
            <a:avLst/>
            <a:gdLst>
              <a:gd name="T0" fmla="*/ 0 w 247"/>
              <a:gd name="T1" fmla="*/ 123 h 125"/>
              <a:gd name="T2" fmla="*/ 247 w 247"/>
              <a:gd name="T3" fmla="*/ 0 h 125"/>
              <a:gd name="T4" fmla="*/ 240 w 247"/>
              <a:gd name="T5" fmla="*/ 25 h 125"/>
              <a:gd name="T6" fmla="*/ 33 w 247"/>
              <a:gd name="T7" fmla="*/ 125 h 125"/>
              <a:gd name="T8" fmla="*/ 0 w 247"/>
              <a:gd name="T9" fmla="*/ 123 h 125"/>
            </a:gdLst>
            <a:ahLst/>
            <a:cxnLst>
              <a:cxn ang="0">
                <a:pos x="T0" y="T1"/>
              </a:cxn>
              <a:cxn ang="0">
                <a:pos x="T2" y="T3"/>
              </a:cxn>
              <a:cxn ang="0">
                <a:pos x="T4" y="T5"/>
              </a:cxn>
              <a:cxn ang="0">
                <a:pos x="T6" y="T7"/>
              </a:cxn>
              <a:cxn ang="0">
                <a:pos x="T8" y="T9"/>
              </a:cxn>
            </a:cxnLst>
            <a:rect l="0" t="0" r="r" b="b"/>
            <a:pathLst>
              <a:path w="247" h="125">
                <a:moveTo>
                  <a:pt x="0" y="123"/>
                </a:moveTo>
                <a:lnTo>
                  <a:pt x="247" y="0"/>
                </a:lnTo>
                <a:lnTo>
                  <a:pt x="240" y="25"/>
                </a:lnTo>
                <a:lnTo>
                  <a:pt x="33" y="125"/>
                </a:lnTo>
                <a:lnTo>
                  <a:pt x="0" y="123"/>
                </a:lnTo>
                <a:close/>
              </a:path>
            </a:pathLst>
          </a:custGeom>
          <a:solidFill>
            <a:srgbClr val="DCDCDC"/>
          </a:solidFill>
          <a:ln w="1111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0" name="Freeform 32"/>
          <p:cNvSpPr>
            <a:spLocks/>
          </p:cNvSpPr>
          <p:nvPr/>
        </p:nvSpPr>
        <p:spPr bwMode="auto">
          <a:xfrm>
            <a:off x="6426682" y="3918109"/>
            <a:ext cx="322373" cy="81833"/>
          </a:xfrm>
          <a:custGeom>
            <a:avLst/>
            <a:gdLst>
              <a:gd name="T0" fmla="*/ 0 w 260"/>
              <a:gd name="T1" fmla="*/ 64 h 66"/>
              <a:gd name="T2" fmla="*/ 254 w 260"/>
              <a:gd name="T3" fmla="*/ 0 h 66"/>
              <a:gd name="T4" fmla="*/ 260 w 260"/>
              <a:gd name="T5" fmla="*/ 17 h 66"/>
              <a:gd name="T6" fmla="*/ 29 w 260"/>
              <a:gd name="T7" fmla="*/ 66 h 66"/>
              <a:gd name="T8" fmla="*/ 0 w 260"/>
              <a:gd name="T9" fmla="*/ 64 h 66"/>
            </a:gdLst>
            <a:ahLst/>
            <a:cxnLst>
              <a:cxn ang="0">
                <a:pos x="T0" y="T1"/>
              </a:cxn>
              <a:cxn ang="0">
                <a:pos x="T2" y="T3"/>
              </a:cxn>
              <a:cxn ang="0">
                <a:pos x="T4" y="T5"/>
              </a:cxn>
              <a:cxn ang="0">
                <a:pos x="T6" y="T7"/>
              </a:cxn>
              <a:cxn ang="0">
                <a:pos x="T8" y="T9"/>
              </a:cxn>
            </a:cxnLst>
            <a:rect l="0" t="0" r="r" b="b"/>
            <a:pathLst>
              <a:path w="260" h="66">
                <a:moveTo>
                  <a:pt x="0" y="64"/>
                </a:moveTo>
                <a:lnTo>
                  <a:pt x="254" y="0"/>
                </a:lnTo>
                <a:lnTo>
                  <a:pt x="260" y="17"/>
                </a:lnTo>
                <a:lnTo>
                  <a:pt x="29" y="66"/>
                </a:lnTo>
                <a:lnTo>
                  <a:pt x="0" y="64"/>
                </a:lnTo>
                <a:close/>
              </a:path>
            </a:pathLst>
          </a:custGeom>
          <a:solidFill>
            <a:srgbClr val="DCDCDC"/>
          </a:solidFill>
          <a:ln w="1111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1" name="Freeform 33"/>
          <p:cNvSpPr>
            <a:spLocks/>
          </p:cNvSpPr>
          <p:nvPr/>
        </p:nvSpPr>
        <p:spPr bwMode="auto">
          <a:xfrm>
            <a:off x="6318811" y="4357032"/>
            <a:ext cx="317413" cy="49596"/>
          </a:xfrm>
          <a:custGeom>
            <a:avLst/>
            <a:gdLst>
              <a:gd name="T0" fmla="*/ 0 w 256"/>
              <a:gd name="T1" fmla="*/ 38 h 40"/>
              <a:gd name="T2" fmla="*/ 250 w 256"/>
              <a:gd name="T3" fmla="*/ 0 h 40"/>
              <a:gd name="T4" fmla="*/ 256 w 256"/>
              <a:gd name="T5" fmla="*/ 16 h 40"/>
              <a:gd name="T6" fmla="*/ 29 w 256"/>
              <a:gd name="T7" fmla="*/ 40 h 40"/>
              <a:gd name="T8" fmla="*/ 0 w 256"/>
              <a:gd name="T9" fmla="*/ 38 h 40"/>
            </a:gdLst>
            <a:ahLst/>
            <a:cxnLst>
              <a:cxn ang="0">
                <a:pos x="T0" y="T1"/>
              </a:cxn>
              <a:cxn ang="0">
                <a:pos x="T2" y="T3"/>
              </a:cxn>
              <a:cxn ang="0">
                <a:pos x="T4" y="T5"/>
              </a:cxn>
              <a:cxn ang="0">
                <a:pos x="T6" y="T7"/>
              </a:cxn>
              <a:cxn ang="0">
                <a:pos x="T8" y="T9"/>
              </a:cxn>
            </a:cxnLst>
            <a:rect l="0" t="0" r="r" b="b"/>
            <a:pathLst>
              <a:path w="256" h="40">
                <a:moveTo>
                  <a:pt x="0" y="38"/>
                </a:moveTo>
                <a:lnTo>
                  <a:pt x="250" y="0"/>
                </a:lnTo>
                <a:lnTo>
                  <a:pt x="256" y="16"/>
                </a:lnTo>
                <a:lnTo>
                  <a:pt x="29" y="40"/>
                </a:lnTo>
                <a:lnTo>
                  <a:pt x="0" y="38"/>
                </a:lnTo>
                <a:close/>
              </a:path>
            </a:pathLst>
          </a:custGeom>
          <a:solidFill>
            <a:srgbClr val="DCDCDC"/>
          </a:solidFill>
          <a:ln w="1111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2" name="Freeform 34"/>
          <p:cNvSpPr>
            <a:spLocks/>
          </p:cNvSpPr>
          <p:nvPr/>
        </p:nvSpPr>
        <p:spPr bwMode="auto">
          <a:xfrm>
            <a:off x="6120428" y="5153044"/>
            <a:ext cx="322373" cy="29757"/>
          </a:xfrm>
          <a:custGeom>
            <a:avLst/>
            <a:gdLst>
              <a:gd name="T0" fmla="*/ 0 w 260"/>
              <a:gd name="T1" fmla="*/ 0 h 24"/>
              <a:gd name="T2" fmla="*/ 249 w 260"/>
              <a:gd name="T3" fmla="*/ 24 h 24"/>
              <a:gd name="T4" fmla="*/ 260 w 260"/>
              <a:gd name="T5" fmla="*/ 20 h 24"/>
              <a:gd name="T6" fmla="*/ 29 w 260"/>
              <a:gd name="T7" fmla="*/ 0 h 24"/>
              <a:gd name="T8" fmla="*/ 0 w 260"/>
              <a:gd name="T9" fmla="*/ 0 h 24"/>
            </a:gdLst>
            <a:ahLst/>
            <a:cxnLst>
              <a:cxn ang="0">
                <a:pos x="T0" y="T1"/>
              </a:cxn>
              <a:cxn ang="0">
                <a:pos x="T2" y="T3"/>
              </a:cxn>
              <a:cxn ang="0">
                <a:pos x="T4" y="T5"/>
              </a:cxn>
              <a:cxn ang="0">
                <a:pos x="T6" y="T7"/>
              </a:cxn>
              <a:cxn ang="0">
                <a:pos x="T8" y="T9"/>
              </a:cxn>
            </a:cxnLst>
            <a:rect l="0" t="0" r="r" b="b"/>
            <a:pathLst>
              <a:path w="260" h="24">
                <a:moveTo>
                  <a:pt x="0" y="0"/>
                </a:moveTo>
                <a:lnTo>
                  <a:pt x="249" y="24"/>
                </a:lnTo>
                <a:lnTo>
                  <a:pt x="260" y="20"/>
                </a:lnTo>
                <a:lnTo>
                  <a:pt x="29" y="0"/>
                </a:lnTo>
                <a:lnTo>
                  <a:pt x="0" y="0"/>
                </a:lnTo>
                <a:close/>
              </a:path>
            </a:pathLst>
          </a:custGeom>
          <a:solidFill>
            <a:srgbClr val="DCDCDC"/>
          </a:solidFill>
          <a:ln w="1111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3" name="Freeform 35"/>
          <p:cNvSpPr>
            <a:spLocks/>
          </p:cNvSpPr>
          <p:nvPr/>
        </p:nvSpPr>
        <p:spPr bwMode="auto">
          <a:xfrm>
            <a:off x="6005117" y="5583288"/>
            <a:ext cx="313694" cy="63235"/>
          </a:xfrm>
          <a:custGeom>
            <a:avLst/>
            <a:gdLst>
              <a:gd name="T0" fmla="*/ 0 w 253"/>
              <a:gd name="T1" fmla="*/ 0 h 51"/>
              <a:gd name="T2" fmla="*/ 251 w 253"/>
              <a:gd name="T3" fmla="*/ 51 h 51"/>
              <a:gd name="T4" fmla="*/ 253 w 253"/>
              <a:gd name="T5" fmla="*/ 42 h 51"/>
              <a:gd name="T6" fmla="*/ 29 w 253"/>
              <a:gd name="T7" fmla="*/ 0 h 51"/>
              <a:gd name="T8" fmla="*/ 0 w 253"/>
              <a:gd name="T9" fmla="*/ 0 h 51"/>
            </a:gdLst>
            <a:ahLst/>
            <a:cxnLst>
              <a:cxn ang="0">
                <a:pos x="T0" y="T1"/>
              </a:cxn>
              <a:cxn ang="0">
                <a:pos x="T2" y="T3"/>
              </a:cxn>
              <a:cxn ang="0">
                <a:pos x="T4" y="T5"/>
              </a:cxn>
              <a:cxn ang="0">
                <a:pos x="T6" y="T7"/>
              </a:cxn>
              <a:cxn ang="0">
                <a:pos x="T8" y="T9"/>
              </a:cxn>
            </a:cxnLst>
            <a:rect l="0" t="0" r="r" b="b"/>
            <a:pathLst>
              <a:path w="253" h="51">
                <a:moveTo>
                  <a:pt x="0" y="0"/>
                </a:moveTo>
                <a:lnTo>
                  <a:pt x="251" y="51"/>
                </a:lnTo>
                <a:lnTo>
                  <a:pt x="253" y="42"/>
                </a:lnTo>
                <a:lnTo>
                  <a:pt x="29" y="0"/>
                </a:lnTo>
                <a:lnTo>
                  <a:pt x="0" y="0"/>
                </a:lnTo>
                <a:close/>
              </a:path>
            </a:pathLst>
          </a:custGeom>
          <a:solidFill>
            <a:srgbClr val="DCDCDC"/>
          </a:solidFill>
          <a:ln w="1111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4" name="Freeform 36"/>
          <p:cNvSpPr>
            <a:spLocks noEditPoints="1"/>
          </p:cNvSpPr>
          <p:nvPr/>
        </p:nvSpPr>
        <p:spPr bwMode="auto">
          <a:xfrm>
            <a:off x="5793096" y="2193415"/>
            <a:ext cx="1441998" cy="3999901"/>
          </a:xfrm>
          <a:custGeom>
            <a:avLst/>
            <a:gdLst>
              <a:gd name="T0" fmla="*/ 1074 w 1163"/>
              <a:gd name="T1" fmla="*/ 83 h 3226"/>
              <a:gd name="T2" fmla="*/ 1016 w 1163"/>
              <a:gd name="T3" fmla="*/ 319 h 3226"/>
              <a:gd name="T4" fmla="*/ 781 w 1163"/>
              <a:gd name="T5" fmla="*/ 441 h 3226"/>
              <a:gd name="T6" fmla="*/ 850 w 1163"/>
              <a:gd name="T7" fmla="*/ 178 h 3226"/>
              <a:gd name="T8" fmla="*/ 776 w 1163"/>
              <a:gd name="T9" fmla="*/ 250 h 3226"/>
              <a:gd name="T10" fmla="*/ 0 w 1163"/>
              <a:gd name="T11" fmla="*/ 3071 h 3226"/>
              <a:gd name="T12" fmla="*/ 75 w 1163"/>
              <a:gd name="T13" fmla="*/ 3102 h 3226"/>
              <a:gd name="T14" fmla="*/ 149 w 1163"/>
              <a:gd name="T15" fmla="*/ 2817 h 3226"/>
              <a:gd name="T16" fmla="*/ 398 w 1163"/>
              <a:gd name="T17" fmla="*/ 2884 h 3226"/>
              <a:gd name="T18" fmla="*/ 324 w 1163"/>
              <a:gd name="T19" fmla="*/ 3187 h 3226"/>
              <a:gd name="T20" fmla="*/ 431 w 1163"/>
              <a:gd name="T21" fmla="*/ 3226 h 3226"/>
              <a:gd name="T22" fmla="*/ 1163 w 1163"/>
              <a:gd name="T23" fmla="*/ 0 h 3226"/>
              <a:gd name="T24" fmla="*/ 1074 w 1163"/>
              <a:gd name="T25" fmla="*/ 83 h 3226"/>
              <a:gd name="T26" fmla="*/ 992 w 1163"/>
              <a:gd name="T27" fmla="*/ 419 h 3226"/>
              <a:gd name="T28" fmla="*/ 945 w 1163"/>
              <a:gd name="T29" fmla="*/ 611 h 3226"/>
              <a:gd name="T30" fmla="*/ 702 w 1163"/>
              <a:gd name="T31" fmla="*/ 736 h 3226"/>
              <a:gd name="T32" fmla="*/ 754 w 1163"/>
              <a:gd name="T33" fmla="*/ 539 h 3226"/>
              <a:gd name="T34" fmla="*/ 992 w 1163"/>
              <a:gd name="T35" fmla="*/ 419 h 3226"/>
              <a:gd name="T36" fmla="*/ 353 w 1163"/>
              <a:gd name="T37" fmla="*/ 2055 h 3226"/>
              <a:gd name="T38" fmla="*/ 424 w 1163"/>
              <a:gd name="T39" fmla="*/ 1783 h 3226"/>
              <a:gd name="T40" fmla="*/ 671 w 1163"/>
              <a:gd name="T41" fmla="*/ 1752 h 3226"/>
              <a:gd name="T42" fmla="*/ 600 w 1163"/>
              <a:gd name="T43" fmla="*/ 2043 h 3226"/>
              <a:gd name="T44" fmla="*/ 353 w 1163"/>
              <a:gd name="T45" fmla="*/ 2055 h 3226"/>
              <a:gd name="T46" fmla="*/ 576 w 1163"/>
              <a:gd name="T47" fmla="*/ 2141 h 3226"/>
              <a:gd name="T48" fmla="*/ 513 w 1163"/>
              <a:gd name="T49" fmla="*/ 2411 h 3226"/>
              <a:gd name="T50" fmla="*/ 264 w 1163"/>
              <a:gd name="T51" fmla="*/ 2387 h 3226"/>
              <a:gd name="T52" fmla="*/ 329 w 1163"/>
              <a:gd name="T53" fmla="*/ 2139 h 3226"/>
              <a:gd name="T54" fmla="*/ 576 w 1163"/>
              <a:gd name="T55" fmla="*/ 2141 h 3226"/>
              <a:gd name="T56" fmla="*/ 447 w 1163"/>
              <a:gd name="T57" fmla="*/ 1694 h 3226"/>
              <a:gd name="T58" fmla="*/ 511 w 1163"/>
              <a:gd name="T59" fmla="*/ 1455 h 3226"/>
              <a:gd name="T60" fmla="*/ 756 w 1163"/>
              <a:gd name="T61" fmla="*/ 1397 h 3226"/>
              <a:gd name="T62" fmla="*/ 694 w 1163"/>
              <a:gd name="T63" fmla="*/ 1653 h 3226"/>
              <a:gd name="T64" fmla="*/ 447 w 1163"/>
              <a:gd name="T65" fmla="*/ 1694 h 3226"/>
              <a:gd name="T66" fmla="*/ 536 w 1163"/>
              <a:gd name="T67" fmla="*/ 1362 h 3226"/>
              <a:gd name="T68" fmla="*/ 591 w 1163"/>
              <a:gd name="T69" fmla="*/ 1157 h 3226"/>
              <a:gd name="T70" fmla="*/ 834 w 1163"/>
              <a:gd name="T71" fmla="*/ 1070 h 3226"/>
              <a:gd name="T72" fmla="*/ 780 w 1163"/>
              <a:gd name="T73" fmla="*/ 1297 h 3226"/>
              <a:gd name="T74" fmla="*/ 536 w 1163"/>
              <a:gd name="T75" fmla="*/ 1362 h 3226"/>
              <a:gd name="T76" fmla="*/ 618 w 1163"/>
              <a:gd name="T77" fmla="*/ 1056 h 3226"/>
              <a:gd name="T78" fmla="*/ 676 w 1163"/>
              <a:gd name="T79" fmla="*/ 836 h 3226"/>
              <a:gd name="T80" fmla="*/ 921 w 1163"/>
              <a:gd name="T81" fmla="*/ 713 h 3226"/>
              <a:gd name="T82" fmla="*/ 861 w 1163"/>
              <a:gd name="T83" fmla="*/ 960 h 3226"/>
              <a:gd name="T84" fmla="*/ 618 w 1163"/>
              <a:gd name="T85" fmla="*/ 1056 h 3226"/>
              <a:gd name="T86" fmla="*/ 422 w 1163"/>
              <a:gd name="T87" fmla="*/ 2785 h 3226"/>
              <a:gd name="T88" fmla="*/ 173 w 1163"/>
              <a:gd name="T89" fmla="*/ 2734 h 3226"/>
              <a:gd name="T90" fmla="*/ 238 w 1163"/>
              <a:gd name="T91" fmla="*/ 2482 h 3226"/>
              <a:gd name="T92" fmla="*/ 487 w 1163"/>
              <a:gd name="T93" fmla="*/ 2511 h 3226"/>
              <a:gd name="T94" fmla="*/ 422 w 1163"/>
              <a:gd name="T95" fmla="*/ 2785 h 3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63" h="3226">
                <a:moveTo>
                  <a:pt x="1074" y="83"/>
                </a:moveTo>
                <a:lnTo>
                  <a:pt x="1016" y="319"/>
                </a:lnTo>
                <a:lnTo>
                  <a:pt x="781" y="441"/>
                </a:lnTo>
                <a:lnTo>
                  <a:pt x="850" y="178"/>
                </a:lnTo>
                <a:lnTo>
                  <a:pt x="776" y="250"/>
                </a:lnTo>
                <a:lnTo>
                  <a:pt x="0" y="3071"/>
                </a:lnTo>
                <a:lnTo>
                  <a:pt x="75" y="3102"/>
                </a:lnTo>
                <a:lnTo>
                  <a:pt x="149" y="2817"/>
                </a:lnTo>
                <a:lnTo>
                  <a:pt x="398" y="2884"/>
                </a:lnTo>
                <a:lnTo>
                  <a:pt x="324" y="3187"/>
                </a:lnTo>
                <a:lnTo>
                  <a:pt x="431" y="3226"/>
                </a:lnTo>
                <a:lnTo>
                  <a:pt x="1163" y="0"/>
                </a:lnTo>
                <a:lnTo>
                  <a:pt x="1074" y="83"/>
                </a:lnTo>
                <a:close/>
                <a:moveTo>
                  <a:pt x="992" y="419"/>
                </a:moveTo>
                <a:lnTo>
                  <a:pt x="945" y="611"/>
                </a:lnTo>
                <a:lnTo>
                  <a:pt x="702" y="736"/>
                </a:lnTo>
                <a:lnTo>
                  <a:pt x="754" y="539"/>
                </a:lnTo>
                <a:lnTo>
                  <a:pt x="992" y="419"/>
                </a:lnTo>
                <a:close/>
                <a:moveTo>
                  <a:pt x="353" y="2055"/>
                </a:moveTo>
                <a:lnTo>
                  <a:pt x="424" y="1783"/>
                </a:lnTo>
                <a:lnTo>
                  <a:pt x="671" y="1752"/>
                </a:lnTo>
                <a:lnTo>
                  <a:pt x="600" y="2043"/>
                </a:lnTo>
                <a:lnTo>
                  <a:pt x="353" y="2055"/>
                </a:lnTo>
                <a:close/>
                <a:moveTo>
                  <a:pt x="576" y="2141"/>
                </a:moveTo>
                <a:lnTo>
                  <a:pt x="513" y="2411"/>
                </a:lnTo>
                <a:lnTo>
                  <a:pt x="264" y="2387"/>
                </a:lnTo>
                <a:lnTo>
                  <a:pt x="329" y="2139"/>
                </a:lnTo>
                <a:lnTo>
                  <a:pt x="576" y="2141"/>
                </a:lnTo>
                <a:close/>
                <a:moveTo>
                  <a:pt x="447" y="1694"/>
                </a:moveTo>
                <a:lnTo>
                  <a:pt x="511" y="1455"/>
                </a:lnTo>
                <a:lnTo>
                  <a:pt x="756" y="1397"/>
                </a:lnTo>
                <a:lnTo>
                  <a:pt x="694" y="1653"/>
                </a:lnTo>
                <a:lnTo>
                  <a:pt x="447" y="1694"/>
                </a:lnTo>
                <a:close/>
                <a:moveTo>
                  <a:pt x="536" y="1362"/>
                </a:moveTo>
                <a:lnTo>
                  <a:pt x="591" y="1157"/>
                </a:lnTo>
                <a:lnTo>
                  <a:pt x="834" y="1070"/>
                </a:lnTo>
                <a:lnTo>
                  <a:pt x="780" y="1297"/>
                </a:lnTo>
                <a:lnTo>
                  <a:pt x="536" y="1362"/>
                </a:lnTo>
                <a:close/>
                <a:moveTo>
                  <a:pt x="618" y="1056"/>
                </a:moveTo>
                <a:lnTo>
                  <a:pt x="676" y="836"/>
                </a:lnTo>
                <a:lnTo>
                  <a:pt x="921" y="713"/>
                </a:lnTo>
                <a:lnTo>
                  <a:pt x="861" y="960"/>
                </a:lnTo>
                <a:lnTo>
                  <a:pt x="618" y="1056"/>
                </a:lnTo>
                <a:close/>
                <a:moveTo>
                  <a:pt x="422" y="2785"/>
                </a:moveTo>
                <a:lnTo>
                  <a:pt x="173" y="2734"/>
                </a:lnTo>
                <a:lnTo>
                  <a:pt x="238" y="2482"/>
                </a:lnTo>
                <a:lnTo>
                  <a:pt x="487" y="2511"/>
                </a:lnTo>
                <a:lnTo>
                  <a:pt x="422" y="2785"/>
                </a:lnTo>
                <a:close/>
              </a:path>
            </a:pathLst>
          </a:custGeom>
          <a:solidFill>
            <a:srgbClr val="FFFFFD"/>
          </a:solidFill>
          <a:ln w="1111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5" name="Freeform 37"/>
          <p:cNvSpPr>
            <a:spLocks/>
          </p:cNvSpPr>
          <p:nvPr/>
        </p:nvSpPr>
        <p:spPr bwMode="auto">
          <a:xfrm>
            <a:off x="6327490" y="2193415"/>
            <a:ext cx="946040" cy="3999901"/>
          </a:xfrm>
          <a:custGeom>
            <a:avLst/>
            <a:gdLst>
              <a:gd name="T0" fmla="*/ 732 w 763"/>
              <a:gd name="T1" fmla="*/ 0 h 3226"/>
              <a:gd name="T2" fmla="*/ 763 w 763"/>
              <a:gd name="T3" fmla="*/ 0 h 3226"/>
              <a:gd name="T4" fmla="*/ 54 w 763"/>
              <a:gd name="T5" fmla="*/ 3213 h 3226"/>
              <a:gd name="T6" fmla="*/ 0 w 763"/>
              <a:gd name="T7" fmla="*/ 3226 h 3226"/>
              <a:gd name="T8" fmla="*/ 732 w 763"/>
              <a:gd name="T9" fmla="*/ 0 h 3226"/>
            </a:gdLst>
            <a:ahLst/>
            <a:cxnLst>
              <a:cxn ang="0">
                <a:pos x="T0" y="T1"/>
              </a:cxn>
              <a:cxn ang="0">
                <a:pos x="T2" y="T3"/>
              </a:cxn>
              <a:cxn ang="0">
                <a:pos x="T4" y="T5"/>
              </a:cxn>
              <a:cxn ang="0">
                <a:pos x="T6" y="T7"/>
              </a:cxn>
              <a:cxn ang="0">
                <a:pos x="T8" y="T9"/>
              </a:cxn>
            </a:cxnLst>
            <a:rect l="0" t="0" r="r" b="b"/>
            <a:pathLst>
              <a:path w="763" h="3226">
                <a:moveTo>
                  <a:pt x="732" y="0"/>
                </a:moveTo>
                <a:lnTo>
                  <a:pt x="763" y="0"/>
                </a:lnTo>
                <a:lnTo>
                  <a:pt x="54" y="3213"/>
                </a:lnTo>
                <a:lnTo>
                  <a:pt x="0" y="3226"/>
                </a:lnTo>
                <a:lnTo>
                  <a:pt x="732" y="0"/>
                </a:lnTo>
                <a:close/>
              </a:path>
            </a:pathLst>
          </a:custGeom>
          <a:solidFill>
            <a:srgbClr val="DCDCDC"/>
          </a:solidFill>
          <a:ln w="1111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52" name="文本框 51"/>
          <p:cNvSpPr txBox="1"/>
          <p:nvPr/>
        </p:nvSpPr>
        <p:spPr>
          <a:xfrm>
            <a:off x="8917630" y="3409949"/>
            <a:ext cx="2856518" cy="830997"/>
          </a:xfrm>
          <a:prstGeom prst="rect">
            <a:avLst/>
          </a:prstGeom>
          <a:noFill/>
        </p:spPr>
        <p:txBody>
          <a:bodyPr wrap="square" rtlCol="0">
            <a:spAutoFit/>
          </a:bodyPr>
          <a:lstStyle/>
          <a:p>
            <a:pPr>
              <a:lnSpc>
                <a:spcPct val="120000"/>
              </a:lnSpc>
            </a:pPr>
            <a:r>
              <a:rPr lang="zh-CN" altLang="en-US" sz="2400" b="1" dirty="0">
                <a:solidFill>
                  <a:srgbClr val="FFE52E"/>
                </a:solidFill>
              </a:rPr>
              <a:t>添加标题</a:t>
            </a:r>
            <a:endParaRPr lang="en-US" altLang="zh-CN" sz="2400" b="1" dirty="0">
              <a:solidFill>
                <a:srgbClr val="FFE52E"/>
              </a:solidFill>
            </a:endParaRPr>
          </a:p>
          <a:p>
            <a:pPr>
              <a:lnSpc>
                <a:spcPct val="120000"/>
              </a:lnSpc>
            </a:pPr>
            <a:r>
              <a:rPr lang="zh-CN" altLang="en-US" sz="1600" dirty="0">
                <a:solidFill>
                  <a:schemeClr val="bg1"/>
                </a:solidFill>
              </a:rPr>
              <a:t>添加内容添加内容</a:t>
            </a:r>
          </a:p>
        </p:txBody>
      </p:sp>
      <p:sp>
        <p:nvSpPr>
          <p:cNvPr id="53" name="文本框 52"/>
          <p:cNvSpPr txBox="1"/>
          <p:nvPr/>
        </p:nvSpPr>
        <p:spPr>
          <a:xfrm>
            <a:off x="8917630" y="2078105"/>
            <a:ext cx="2856518" cy="830997"/>
          </a:xfrm>
          <a:prstGeom prst="rect">
            <a:avLst/>
          </a:prstGeom>
          <a:noFill/>
        </p:spPr>
        <p:txBody>
          <a:bodyPr wrap="square" rtlCol="0">
            <a:spAutoFit/>
          </a:bodyPr>
          <a:lstStyle/>
          <a:p>
            <a:pPr>
              <a:lnSpc>
                <a:spcPct val="120000"/>
              </a:lnSpc>
            </a:pPr>
            <a:r>
              <a:rPr lang="zh-CN" altLang="en-US" sz="2400" b="1" dirty="0">
                <a:solidFill>
                  <a:srgbClr val="6EC3FC"/>
                </a:solidFill>
              </a:rPr>
              <a:t>添加标题</a:t>
            </a:r>
            <a:endParaRPr lang="en-US" altLang="zh-CN" sz="2400" b="1" dirty="0">
              <a:solidFill>
                <a:srgbClr val="6EC3FC"/>
              </a:solidFill>
            </a:endParaRPr>
          </a:p>
          <a:p>
            <a:pPr>
              <a:lnSpc>
                <a:spcPct val="120000"/>
              </a:lnSpc>
            </a:pPr>
            <a:r>
              <a:rPr lang="zh-CN" altLang="en-US" sz="1600" dirty="0">
                <a:solidFill>
                  <a:schemeClr val="bg1"/>
                </a:solidFill>
              </a:rPr>
              <a:t>添加内容添加内容</a:t>
            </a:r>
          </a:p>
        </p:txBody>
      </p:sp>
      <p:sp>
        <p:nvSpPr>
          <p:cNvPr id="54" name="文本框 53"/>
          <p:cNvSpPr txBox="1"/>
          <p:nvPr/>
        </p:nvSpPr>
        <p:spPr>
          <a:xfrm>
            <a:off x="8917630" y="4797494"/>
            <a:ext cx="2856518" cy="830997"/>
          </a:xfrm>
          <a:prstGeom prst="rect">
            <a:avLst/>
          </a:prstGeom>
          <a:noFill/>
        </p:spPr>
        <p:txBody>
          <a:bodyPr wrap="square" rtlCol="0">
            <a:spAutoFit/>
          </a:bodyPr>
          <a:lstStyle/>
          <a:p>
            <a:pPr>
              <a:lnSpc>
                <a:spcPct val="120000"/>
              </a:lnSpc>
            </a:pPr>
            <a:r>
              <a:rPr lang="zh-CN" altLang="en-US" sz="2400" b="1" dirty="0">
                <a:solidFill>
                  <a:srgbClr val="FF8331"/>
                </a:solidFill>
              </a:rPr>
              <a:t>添加标题</a:t>
            </a:r>
            <a:endParaRPr lang="en-US" altLang="zh-CN" sz="2400" b="1" dirty="0">
              <a:solidFill>
                <a:srgbClr val="FF8331"/>
              </a:solidFill>
            </a:endParaRPr>
          </a:p>
          <a:p>
            <a:pPr>
              <a:lnSpc>
                <a:spcPct val="120000"/>
              </a:lnSpc>
            </a:pPr>
            <a:r>
              <a:rPr lang="zh-CN" altLang="en-US" sz="1600" dirty="0">
                <a:solidFill>
                  <a:schemeClr val="bg1"/>
                </a:solidFill>
              </a:rPr>
              <a:t>添加内容添加内容</a:t>
            </a:r>
          </a:p>
        </p:txBody>
      </p:sp>
      <p:sp>
        <p:nvSpPr>
          <p:cNvPr id="55" name="矩形 39"/>
          <p:cNvSpPr/>
          <p:nvPr/>
        </p:nvSpPr>
        <p:spPr>
          <a:xfrm>
            <a:off x="0" y="203088"/>
            <a:ext cx="2492990" cy="523220"/>
          </a:xfrm>
          <a:prstGeom prst="rect">
            <a:avLst/>
          </a:prstGeom>
          <a:noFill/>
        </p:spPr>
        <p:txBody>
          <a:bodyPr wrap="none" rtlCol="0">
            <a:spAutoFit/>
          </a:bodyPr>
          <a:lstStyle/>
          <a:p>
            <a:r>
              <a:rPr lang="zh-CN" altLang="en-US" sz="2800" b="1" dirty="0">
                <a:solidFill>
                  <a:schemeClr val="tx1">
                    <a:lumMod val="65000"/>
                    <a:lumOff val="35000"/>
                  </a:schemeClr>
                </a:solidFill>
              </a:rPr>
              <a:t>三项并列</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层级</a:t>
            </a:r>
            <a:endParaRPr lang="zh-CN" altLang="zh-CN" sz="2800" b="1" dirty="0">
              <a:solidFill>
                <a:schemeClr val="tx1">
                  <a:lumMod val="65000"/>
                  <a:lumOff val="35000"/>
                </a:schemeClr>
              </a:solidFill>
            </a:endParaRPr>
          </a:p>
        </p:txBody>
      </p:sp>
      <p:sp>
        <p:nvSpPr>
          <p:cNvPr id="126" name="Freeform 5"/>
          <p:cNvSpPr>
            <a:spLocks/>
          </p:cNvSpPr>
          <p:nvPr/>
        </p:nvSpPr>
        <p:spPr bwMode="auto">
          <a:xfrm flipH="1">
            <a:off x="4347540" y="3614746"/>
            <a:ext cx="290791" cy="105742"/>
          </a:xfrm>
          <a:custGeom>
            <a:avLst/>
            <a:gdLst>
              <a:gd name="T0" fmla="*/ 0 w 264"/>
              <a:gd name="T1" fmla="*/ 92 h 96"/>
              <a:gd name="T2" fmla="*/ 258 w 264"/>
              <a:gd name="T3" fmla="*/ 0 h 96"/>
              <a:gd name="T4" fmla="*/ 264 w 264"/>
              <a:gd name="T5" fmla="*/ 15 h 96"/>
              <a:gd name="T6" fmla="*/ 31 w 264"/>
              <a:gd name="T7" fmla="*/ 96 h 96"/>
              <a:gd name="T8" fmla="*/ 0 w 264"/>
              <a:gd name="T9" fmla="*/ 92 h 96"/>
            </a:gdLst>
            <a:ahLst/>
            <a:cxnLst>
              <a:cxn ang="0">
                <a:pos x="T0" y="T1"/>
              </a:cxn>
              <a:cxn ang="0">
                <a:pos x="T2" y="T3"/>
              </a:cxn>
              <a:cxn ang="0">
                <a:pos x="T4" y="T5"/>
              </a:cxn>
              <a:cxn ang="0">
                <a:pos x="T6" y="T7"/>
              </a:cxn>
              <a:cxn ang="0">
                <a:pos x="T8" y="T9"/>
              </a:cxn>
            </a:cxnLst>
            <a:rect l="0" t="0" r="r" b="b"/>
            <a:pathLst>
              <a:path w="264" h="96">
                <a:moveTo>
                  <a:pt x="0" y="92"/>
                </a:moveTo>
                <a:lnTo>
                  <a:pt x="258" y="0"/>
                </a:lnTo>
                <a:lnTo>
                  <a:pt x="264" y="15"/>
                </a:lnTo>
                <a:lnTo>
                  <a:pt x="31" y="96"/>
                </a:lnTo>
                <a:lnTo>
                  <a:pt x="0" y="92"/>
                </a:lnTo>
                <a:close/>
              </a:path>
            </a:pathLst>
          </a:custGeom>
          <a:solidFill>
            <a:srgbClr val="D1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27" name="Freeform 6"/>
          <p:cNvSpPr>
            <a:spLocks/>
          </p:cNvSpPr>
          <p:nvPr/>
        </p:nvSpPr>
        <p:spPr bwMode="auto">
          <a:xfrm flipH="1">
            <a:off x="3439918" y="1434912"/>
            <a:ext cx="981421" cy="1819649"/>
          </a:xfrm>
          <a:custGeom>
            <a:avLst/>
            <a:gdLst>
              <a:gd name="T0" fmla="*/ 0 w 891"/>
              <a:gd name="T1" fmla="*/ 1652 h 1652"/>
              <a:gd name="T2" fmla="*/ 891 w 891"/>
              <a:gd name="T3" fmla="*/ 1249 h 1652"/>
              <a:gd name="T4" fmla="*/ 891 w 891"/>
              <a:gd name="T5" fmla="*/ 0 h 1652"/>
              <a:gd name="T6" fmla="*/ 9 w 891"/>
              <a:gd name="T7" fmla="*/ 608 h 1652"/>
              <a:gd name="T8" fmla="*/ 0 w 891"/>
              <a:gd name="T9" fmla="*/ 1652 h 1652"/>
            </a:gdLst>
            <a:ahLst/>
            <a:cxnLst>
              <a:cxn ang="0">
                <a:pos x="T0" y="T1"/>
              </a:cxn>
              <a:cxn ang="0">
                <a:pos x="T2" y="T3"/>
              </a:cxn>
              <a:cxn ang="0">
                <a:pos x="T4" y="T5"/>
              </a:cxn>
              <a:cxn ang="0">
                <a:pos x="T6" y="T7"/>
              </a:cxn>
              <a:cxn ang="0">
                <a:pos x="T8" y="T9"/>
              </a:cxn>
            </a:cxnLst>
            <a:rect l="0" t="0" r="r" b="b"/>
            <a:pathLst>
              <a:path w="891" h="1652">
                <a:moveTo>
                  <a:pt x="0" y="1652"/>
                </a:moveTo>
                <a:lnTo>
                  <a:pt x="891" y="1249"/>
                </a:lnTo>
                <a:lnTo>
                  <a:pt x="891" y="0"/>
                </a:lnTo>
                <a:lnTo>
                  <a:pt x="9" y="608"/>
                </a:lnTo>
                <a:lnTo>
                  <a:pt x="0" y="1652"/>
                </a:lnTo>
                <a:close/>
              </a:path>
            </a:pathLst>
          </a:custGeom>
          <a:solidFill>
            <a:srgbClr val="90B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28" name="Freeform 7"/>
          <p:cNvSpPr>
            <a:spLocks/>
          </p:cNvSpPr>
          <p:nvPr/>
        </p:nvSpPr>
        <p:spPr bwMode="auto">
          <a:xfrm flipH="1">
            <a:off x="2503658" y="1434912"/>
            <a:ext cx="936260" cy="1817446"/>
          </a:xfrm>
          <a:custGeom>
            <a:avLst/>
            <a:gdLst>
              <a:gd name="T0" fmla="*/ 850 w 850"/>
              <a:gd name="T1" fmla="*/ 1650 h 1650"/>
              <a:gd name="T2" fmla="*/ 0 w 850"/>
              <a:gd name="T3" fmla="*/ 1249 h 1650"/>
              <a:gd name="T4" fmla="*/ 0 w 850"/>
              <a:gd name="T5" fmla="*/ 0 h 1650"/>
              <a:gd name="T6" fmla="*/ 850 w 850"/>
              <a:gd name="T7" fmla="*/ 622 h 1650"/>
              <a:gd name="T8" fmla="*/ 850 w 850"/>
              <a:gd name="T9" fmla="*/ 1650 h 1650"/>
            </a:gdLst>
            <a:ahLst/>
            <a:cxnLst>
              <a:cxn ang="0">
                <a:pos x="T0" y="T1"/>
              </a:cxn>
              <a:cxn ang="0">
                <a:pos x="T2" y="T3"/>
              </a:cxn>
              <a:cxn ang="0">
                <a:pos x="T4" y="T5"/>
              </a:cxn>
              <a:cxn ang="0">
                <a:pos x="T6" y="T7"/>
              </a:cxn>
              <a:cxn ang="0">
                <a:pos x="T8" y="T9"/>
              </a:cxn>
            </a:cxnLst>
            <a:rect l="0" t="0" r="r" b="b"/>
            <a:pathLst>
              <a:path w="850" h="1650">
                <a:moveTo>
                  <a:pt x="850" y="1650"/>
                </a:moveTo>
                <a:lnTo>
                  <a:pt x="0" y="1249"/>
                </a:lnTo>
                <a:lnTo>
                  <a:pt x="0" y="0"/>
                </a:lnTo>
                <a:lnTo>
                  <a:pt x="850" y="622"/>
                </a:lnTo>
                <a:lnTo>
                  <a:pt x="850" y="1650"/>
                </a:lnTo>
                <a:close/>
              </a:path>
            </a:pathLst>
          </a:custGeom>
          <a:solidFill>
            <a:srgbClr val="90BD5E">
              <a:lumMod val="7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29" name="Freeform 8"/>
          <p:cNvSpPr>
            <a:spLocks/>
          </p:cNvSpPr>
          <p:nvPr/>
        </p:nvSpPr>
        <p:spPr bwMode="auto">
          <a:xfrm flipH="1">
            <a:off x="2503658" y="2810664"/>
            <a:ext cx="1917681" cy="795270"/>
          </a:xfrm>
          <a:custGeom>
            <a:avLst/>
            <a:gdLst>
              <a:gd name="T0" fmla="*/ 1741 w 1741"/>
              <a:gd name="T1" fmla="*/ 401 h 722"/>
              <a:gd name="T2" fmla="*/ 909 w 1741"/>
              <a:gd name="T3" fmla="*/ 722 h 722"/>
              <a:gd name="T4" fmla="*/ 0 w 1741"/>
              <a:gd name="T5" fmla="*/ 403 h 722"/>
              <a:gd name="T6" fmla="*/ 891 w 1741"/>
              <a:gd name="T7" fmla="*/ 0 h 722"/>
              <a:gd name="T8" fmla="*/ 1741 w 1741"/>
              <a:gd name="T9" fmla="*/ 401 h 722"/>
            </a:gdLst>
            <a:ahLst/>
            <a:cxnLst>
              <a:cxn ang="0">
                <a:pos x="T0" y="T1"/>
              </a:cxn>
              <a:cxn ang="0">
                <a:pos x="T2" y="T3"/>
              </a:cxn>
              <a:cxn ang="0">
                <a:pos x="T4" y="T5"/>
              </a:cxn>
              <a:cxn ang="0">
                <a:pos x="T6" y="T7"/>
              </a:cxn>
              <a:cxn ang="0">
                <a:pos x="T8" y="T9"/>
              </a:cxn>
            </a:cxnLst>
            <a:rect l="0" t="0" r="r" b="b"/>
            <a:pathLst>
              <a:path w="1741" h="722">
                <a:moveTo>
                  <a:pt x="1741" y="401"/>
                </a:moveTo>
                <a:lnTo>
                  <a:pt x="909" y="722"/>
                </a:lnTo>
                <a:lnTo>
                  <a:pt x="0" y="403"/>
                </a:lnTo>
                <a:lnTo>
                  <a:pt x="891" y="0"/>
                </a:lnTo>
                <a:lnTo>
                  <a:pt x="1741" y="401"/>
                </a:lnTo>
                <a:close/>
              </a:path>
            </a:pathLst>
          </a:custGeom>
          <a:solidFill>
            <a:srgbClr val="90BD5E">
              <a:lumMod val="5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30" name="Freeform 9"/>
          <p:cNvSpPr>
            <a:spLocks/>
          </p:cNvSpPr>
          <p:nvPr/>
        </p:nvSpPr>
        <p:spPr bwMode="auto">
          <a:xfrm flipH="1">
            <a:off x="2666677" y="2189427"/>
            <a:ext cx="93626" cy="66089"/>
          </a:xfrm>
          <a:custGeom>
            <a:avLst/>
            <a:gdLst>
              <a:gd name="T0" fmla="*/ 43 w 44"/>
              <a:gd name="T1" fmla="*/ 0 h 31"/>
              <a:gd name="T2" fmla="*/ 0 w 44"/>
              <a:gd name="T3" fmla="*/ 25 h 31"/>
              <a:gd name="T4" fmla="*/ 3 w 44"/>
              <a:gd name="T5" fmla="*/ 31 h 31"/>
              <a:gd name="T6" fmla="*/ 44 w 44"/>
              <a:gd name="T7" fmla="*/ 7 h 31"/>
              <a:gd name="T8" fmla="*/ 43 w 44"/>
              <a:gd name="T9" fmla="*/ 0 h 31"/>
            </a:gdLst>
            <a:ahLst/>
            <a:cxnLst>
              <a:cxn ang="0">
                <a:pos x="T0" y="T1"/>
              </a:cxn>
              <a:cxn ang="0">
                <a:pos x="T2" y="T3"/>
              </a:cxn>
              <a:cxn ang="0">
                <a:pos x="T4" y="T5"/>
              </a:cxn>
              <a:cxn ang="0">
                <a:pos x="T6" y="T7"/>
              </a:cxn>
              <a:cxn ang="0">
                <a:pos x="T8" y="T9"/>
              </a:cxn>
            </a:cxnLst>
            <a:rect l="0" t="0" r="r" b="b"/>
            <a:pathLst>
              <a:path w="44" h="31">
                <a:moveTo>
                  <a:pt x="43" y="0"/>
                </a:moveTo>
                <a:cubicBezTo>
                  <a:pt x="25" y="4"/>
                  <a:pt x="1" y="25"/>
                  <a:pt x="0" y="25"/>
                </a:cubicBezTo>
                <a:cubicBezTo>
                  <a:pt x="3" y="31"/>
                  <a:pt x="3" y="31"/>
                  <a:pt x="3" y="31"/>
                </a:cubicBezTo>
                <a:cubicBezTo>
                  <a:pt x="3" y="31"/>
                  <a:pt x="26" y="10"/>
                  <a:pt x="44" y="7"/>
                </a:cubicBezTo>
                <a:lnTo>
                  <a:pt x="4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31" name="Freeform 10"/>
          <p:cNvSpPr>
            <a:spLocks/>
          </p:cNvSpPr>
          <p:nvPr/>
        </p:nvSpPr>
        <p:spPr bwMode="auto">
          <a:xfrm flipH="1">
            <a:off x="2862741" y="1996668"/>
            <a:ext cx="37450" cy="135482"/>
          </a:xfrm>
          <a:custGeom>
            <a:avLst/>
            <a:gdLst>
              <a:gd name="T0" fmla="*/ 18 w 18"/>
              <a:gd name="T1" fmla="*/ 3 h 64"/>
              <a:gd name="T2" fmla="*/ 14 w 18"/>
              <a:gd name="T3" fmla="*/ 0 h 64"/>
              <a:gd name="T4" fmla="*/ 0 w 18"/>
              <a:gd name="T5" fmla="*/ 63 h 64"/>
              <a:gd name="T6" fmla="*/ 5 w 18"/>
              <a:gd name="T7" fmla="*/ 64 h 64"/>
              <a:gd name="T8" fmla="*/ 18 w 18"/>
              <a:gd name="T9" fmla="*/ 3 h 64"/>
            </a:gdLst>
            <a:ahLst/>
            <a:cxnLst>
              <a:cxn ang="0">
                <a:pos x="T0" y="T1"/>
              </a:cxn>
              <a:cxn ang="0">
                <a:pos x="T2" y="T3"/>
              </a:cxn>
              <a:cxn ang="0">
                <a:pos x="T4" y="T5"/>
              </a:cxn>
              <a:cxn ang="0">
                <a:pos x="T6" y="T7"/>
              </a:cxn>
              <a:cxn ang="0">
                <a:pos x="T8" y="T9"/>
              </a:cxn>
            </a:cxnLst>
            <a:rect l="0" t="0" r="r" b="b"/>
            <a:pathLst>
              <a:path w="18" h="64">
                <a:moveTo>
                  <a:pt x="18" y="3"/>
                </a:moveTo>
                <a:cubicBezTo>
                  <a:pt x="14" y="0"/>
                  <a:pt x="14" y="0"/>
                  <a:pt x="14" y="0"/>
                </a:cubicBezTo>
                <a:cubicBezTo>
                  <a:pt x="4" y="22"/>
                  <a:pt x="0" y="61"/>
                  <a:pt x="0" y="63"/>
                </a:cubicBezTo>
                <a:cubicBezTo>
                  <a:pt x="5" y="64"/>
                  <a:pt x="5" y="64"/>
                  <a:pt x="5" y="64"/>
                </a:cubicBezTo>
                <a:cubicBezTo>
                  <a:pt x="5" y="63"/>
                  <a:pt x="8" y="25"/>
                  <a:pt x="18" y="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32" name="Freeform 11"/>
          <p:cNvSpPr>
            <a:spLocks/>
          </p:cNvSpPr>
          <p:nvPr/>
        </p:nvSpPr>
        <p:spPr bwMode="auto">
          <a:xfrm flipH="1">
            <a:off x="2618212" y="2361259"/>
            <a:ext cx="98032" cy="29740"/>
          </a:xfrm>
          <a:custGeom>
            <a:avLst/>
            <a:gdLst>
              <a:gd name="T0" fmla="*/ 0 w 46"/>
              <a:gd name="T1" fmla="*/ 5 h 14"/>
              <a:gd name="T2" fmla="*/ 0 w 46"/>
              <a:gd name="T3" fmla="*/ 11 h 14"/>
              <a:gd name="T4" fmla="*/ 45 w 46"/>
              <a:gd name="T5" fmla="*/ 14 h 14"/>
              <a:gd name="T6" fmla="*/ 46 w 46"/>
              <a:gd name="T7" fmla="*/ 8 h 14"/>
              <a:gd name="T8" fmla="*/ 0 w 46"/>
              <a:gd name="T9" fmla="*/ 5 h 14"/>
            </a:gdLst>
            <a:ahLst/>
            <a:cxnLst>
              <a:cxn ang="0">
                <a:pos x="T0" y="T1"/>
              </a:cxn>
              <a:cxn ang="0">
                <a:pos x="T2" y="T3"/>
              </a:cxn>
              <a:cxn ang="0">
                <a:pos x="T4" y="T5"/>
              </a:cxn>
              <a:cxn ang="0">
                <a:pos x="T6" y="T7"/>
              </a:cxn>
              <a:cxn ang="0">
                <a:pos x="T8" y="T9"/>
              </a:cxn>
            </a:cxnLst>
            <a:rect l="0" t="0" r="r" b="b"/>
            <a:pathLst>
              <a:path w="46" h="14">
                <a:moveTo>
                  <a:pt x="0" y="5"/>
                </a:moveTo>
                <a:cubicBezTo>
                  <a:pt x="0" y="11"/>
                  <a:pt x="0" y="11"/>
                  <a:pt x="0" y="11"/>
                </a:cubicBezTo>
                <a:cubicBezTo>
                  <a:pt x="0" y="11"/>
                  <a:pt x="28" y="7"/>
                  <a:pt x="45" y="14"/>
                </a:cubicBezTo>
                <a:cubicBezTo>
                  <a:pt x="46" y="8"/>
                  <a:pt x="46" y="8"/>
                  <a:pt x="46" y="8"/>
                </a:cubicBezTo>
                <a:cubicBezTo>
                  <a:pt x="28" y="0"/>
                  <a:pt x="1" y="5"/>
                  <a:pt x="0"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33" name="Freeform 12"/>
          <p:cNvSpPr>
            <a:spLocks/>
          </p:cNvSpPr>
          <p:nvPr/>
        </p:nvSpPr>
        <p:spPr bwMode="auto">
          <a:xfrm flipH="1">
            <a:off x="3099560" y="2211457"/>
            <a:ext cx="95829" cy="62784"/>
          </a:xfrm>
          <a:custGeom>
            <a:avLst/>
            <a:gdLst>
              <a:gd name="T0" fmla="*/ 0 w 45"/>
              <a:gd name="T1" fmla="*/ 7 h 30"/>
              <a:gd name="T2" fmla="*/ 42 w 45"/>
              <a:gd name="T3" fmla="*/ 30 h 30"/>
              <a:gd name="T4" fmla="*/ 45 w 45"/>
              <a:gd name="T5" fmla="*/ 24 h 30"/>
              <a:gd name="T6" fmla="*/ 1 w 45"/>
              <a:gd name="T7" fmla="*/ 0 h 30"/>
              <a:gd name="T8" fmla="*/ 0 w 45"/>
              <a:gd name="T9" fmla="*/ 7 h 30"/>
            </a:gdLst>
            <a:ahLst/>
            <a:cxnLst>
              <a:cxn ang="0">
                <a:pos x="T0" y="T1"/>
              </a:cxn>
              <a:cxn ang="0">
                <a:pos x="T2" y="T3"/>
              </a:cxn>
              <a:cxn ang="0">
                <a:pos x="T4" y="T5"/>
              </a:cxn>
              <a:cxn ang="0">
                <a:pos x="T6" y="T7"/>
              </a:cxn>
              <a:cxn ang="0">
                <a:pos x="T8" y="T9"/>
              </a:cxn>
            </a:cxnLst>
            <a:rect l="0" t="0" r="r" b="b"/>
            <a:pathLst>
              <a:path w="45" h="30">
                <a:moveTo>
                  <a:pt x="0" y="7"/>
                </a:moveTo>
                <a:cubicBezTo>
                  <a:pt x="18" y="9"/>
                  <a:pt x="42" y="29"/>
                  <a:pt x="42" y="30"/>
                </a:cubicBezTo>
                <a:cubicBezTo>
                  <a:pt x="45" y="24"/>
                  <a:pt x="45" y="24"/>
                  <a:pt x="45" y="24"/>
                </a:cubicBezTo>
                <a:cubicBezTo>
                  <a:pt x="44" y="23"/>
                  <a:pt x="20" y="3"/>
                  <a:pt x="1" y="0"/>
                </a:cubicBez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34" name="Freeform 13"/>
          <p:cNvSpPr>
            <a:spLocks/>
          </p:cNvSpPr>
          <p:nvPr/>
        </p:nvSpPr>
        <p:spPr bwMode="auto">
          <a:xfrm flipH="1">
            <a:off x="3025761" y="2022002"/>
            <a:ext cx="59480" cy="125569"/>
          </a:xfrm>
          <a:custGeom>
            <a:avLst/>
            <a:gdLst>
              <a:gd name="T0" fmla="*/ 28 w 28"/>
              <a:gd name="T1" fmla="*/ 56 h 59"/>
              <a:gd name="T2" fmla="*/ 3 w 28"/>
              <a:gd name="T3" fmla="*/ 0 h 59"/>
              <a:gd name="T4" fmla="*/ 0 w 28"/>
              <a:gd name="T5" fmla="*/ 5 h 59"/>
              <a:gd name="T6" fmla="*/ 24 w 28"/>
              <a:gd name="T7" fmla="*/ 59 h 59"/>
              <a:gd name="T8" fmla="*/ 28 w 28"/>
              <a:gd name="T9" fmla="*/ 56 h 59"/>
            </a:gdLst>
            <a:ahLst/>
            <a:cxnLst>
              <a:cxn ang="0">
                <a:pos x="T0" y="T1"/>
              </a:cxn>
              <a:cxn ang="0">
                <a:pos x="T2" y="T3"/>
              </a:cxn>
              <a:cxn ang="0">
                <a:pos x="T4" y="T5"/>
              </a:cxn>
              <a:cxn ang="0">
                <a:pos x="T6" y="T7"/>
              </a:cxn>
              <a:cxn ang="0">
                <a:pos x="T8" y="T9"/>
              </a:cxn>
            </a:cxnLst>
            <a:rect l="0" t="0" r="r" b="b"/>
            <a:pathLst>
              <a:path w="28" h="59">
                <a:moveTo>
                  <a:pt x="28" y="56"/>
                </a:moveTo>
                <a:cubicBezTo>
                  <a:pt x="28" y="55"/>
                  <a:pt x="17" y="18"/>
                  <a:pt x="3" y="0"/>
                </a:cubicBezTo>
                <a:cubicBezTo>
                  <a:pt x="0" y="5"/>
                  <a:pt x="0" y="5"/>
                  <a:pt x="0" y="5"/>
                </a:cubicBezTo>
                <a:cubicBezTo>
                  <a:pt x="13" y="22"/>
                  <a:pt x="24" y="58"/>
                  <a:pt x="24" y="59"/>
                </a:cubicBezTo>
                <a:lnTo>
                  <a:pt x="28" y="5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35" name="Freeform 14"/>
          <p:cNvSpPr>
            <a:spLocks/>
          </p:cNvSpPr>
          <p:nvPr/>
        </p:nvSpPr>
        <p:spPr bwMode="auto">
          <a:xfrm flipH="1">
            <a:off x="3112778" y="2388796"/>
            <a:ext cx="99133" cy="31943"/>
          </a:xfrm>
          <a:custGeom>
            <a:avLst/>
            <a:gdLst>
              <a:gd name="T0" fmla="*/ 0 w 47"/>
              <a:gd name="T1" fmla="*/ 9 h 15"/>
              <a:gd name="T2" fmla="*/ 2 w 47"/>
              <a:gd name="T3" fmla="*/ 15 h 15"/>
              <a:gd name="T4" fmla="*/ 46 w 47"/>
              <a:gd name="T5" fmla="*/ 11 h 15"/>
              <a:gd name="T6" fmla="*/ 47 w 47"/>
              <a:gd name="T7" fmla="*/ 5 h 15"/>
              <a:gd name="T8" fmla="*/ 0 w 47"/>
              <a:gd name="T9" fmla="*/ 9 h 15"/>
            </a:gdLst>
            <a:ahLst/>
            <a:cxnLst>
              <a:cxn ang="0">
                <a:pos x="T0" y="T1"/>
              </a:cxn>
              <a:cxn ang="0">
                <a:pos x="T2" y="T3"/>
              </a:cxn>
              <a:cxn ang="0">
                <a:pos x="T4" y="T5"/>
              </a:cxn>
              <a:cxn ang="0">
                <a:pos x="T6" y="T7"/>
              </a:cxn>
              <a:cxn ang="0">
                <a:pos x="T8" y="T9"/>
              </a:cxn>
            </a:cxnLst>
            <a:rect l="0" t="0" r="r" b="b"/>
            <a:pathLst>
              <a:path w="47" h="15">
                <a:moveTo>
                  <a:pt x="0" y="9"/>
                </a:moveTo>
                <a:cubicBezTo>
                  <a:pt x="2" y="15"/>
                  <a:pt x="2" y="15"/>
                  <a:pt x="2" y="15"/>
                </a:cubicBezTo>
                <a:cubicBezTo>
                  <a:pt x="19" y="7"/>
                  <a:pt x="46" y="11"/>
                  <a:pt x="46" y="11"/>
                </a:cubicBezTo>
                <a:cubicBezTo>
                  <a:pt x="47" y="5"/>
                  <a:pt x="47" y="5"/>
                  <a:pt x="47" y="5"/>
                </a:cubicBezTo>
                <a:cubicBezTo>
                  <a:pt x="46" y="5"/>
                  <a:pt x="18" y="0"/>
                  <a:pt x="0" y="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36" name="Freeform 15"/>
          <p:cNvSpPr>
            <a:spLocks/>
          </p:cNvSpPr>
          <p:nvPr/>
        </p:nvSpPr>
        <p:spPr bwMode="auto">
          <a:xfrm flipH="1">
            <a:off x="2658967" y="2503350"/>
            <a:ext cx="78205" cy="77104"/>
          </a:xfrm>
          <a:custGeom>
            <a:avLst/>
            <a:gdLst>
              <a:gd name="T0" fmla="*/ 3 w 37"/>
              <a:gd name="T1" fmla="*/ 0 h 36"/>
              <a:gd name="T2" fmla="*/ 0 w 37"/>
              <a:gd name="T3" fmla="*/ 5 h 36"/>
              <a:gd name="T4" fmla="*/ 32 w 37"/>
              <a:gd name="T5" fmla="*/ 36 h 36"/>
              <a:gd name="T6" fmla="*/ 37 w 37"/>
              <a:gd name="T7" fmla="*/ 32 h 36"/>
              <a:gd name="T8" fmla="*/ 3 w 37"/>
              <a:gd name="T9" fmla="*/ 0 h 36"/>
            </a:gdLst>
            <a:ahLst/>
            <a:cxnLst>
              <a:cxn ang="0">
                <a:pos x="T0" y="T1"/>
              </a:cxn>
              <a:cxn ang="0">
                <a:pos x="T2" y="T3"/>
              </a:cxn>
              <a:cxn ang="0">
                <a:pos x="T4" y="T5"/>
              </a:cxn>
              <a:cxn ang="0">
                <a:pos x="T6" y="T7"/>
              </a:cxn>
              <a:cxn ang="0">
                <a:pos x="T8" y="T9"/>
              </a:cxn>
            </a:cxnLst>
            <a:rect l="0" t="0" r="r" b="b"/>
            <a:pathLst>
              <a:path w="37" h="36">
                <a:moveTo>
                  <a:pt x="3" y="0"/>
                </a:moveTo>
                <a:cubicBezTo>
                  <a:pt x="0" y="5"/>
                  <a:pt x="0" y="5"/>
                  <a:pt x="0" y="5"/>
                </a:cubicBezTo>
                <a:cubicBezTo>
                  <a:pt x="0" y="5"/>
                  <a:pt x="24" y="19"/>
                  <a:pt x="32" y="36"/>
                </a:cubicBezTo>
                <a:cubicBezTo>
                  <a:pt x="37" y="32"/>
                  <a:pt x="37" y="32"/>
                  <a:pt x="37" y="32"/>
                </a:cubicBezTo>
                <a:cubicBezTo>
                  <a:pt x="29" y="14"/>
                  <a:pt x="4" y="0"/>
                  <a:pt x="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37" name="Freeform 16"/>
          <p:cNvSpPr>
            <a:spLocks/>
          </p:cNvSpPr>
          <p:nvPr/>
        </p:nvSpPr>
        <p:spPr bwMode="auto">
          <a:xfrm flipH="1">
            <a:off x="2860538" y="2613498"/>
            <a:ext cx="118960" cy="61683"/>
          </a:xfrm>
          <a:custGeom>
            <a:avLst/>
            <a:gdLst>
              <a:gd name="T0" fmla="*/ 53 w 56"/>
              <a:gd name="T1" fmla="*/ 22 h 29"/>
              <a:gd name="T2" fmla="*/ 3 w 56"/>
              <a:gd name="T3" fmla="*/ 0 h 29"/>
              <a:gd name="T4" fmla="*/ 0 w 56"/>
              <a:gd name="T5" fmla="*/ 2 h 29"/>
              <a:gd name="T6" fmla="*/ 2 w 56"/>
              <a:gd name="T7" fmla="*/ 6 h 29"/>
              <a:gd name="T8" fmla="*/ 53 w 56"/>
              <a:gd name="T9" fmla="*/ 28 h 29"/>
              <a:gd name="T10" fmla="*/ 56 w 56"/>
              <a:gd name="T11" fmla="*/ 26 h 29"/>
              <a:gd name="T12" fmla="*/ 53 w 56"/>
              <a:gd name="T13" fmla="*/ 22 h 29"/>
            </a:gdLst>
            <a:ahLst/>
            <a:cxnLst>
              <a:cxn ang="0">
                <a:pos x="T0" y="T1"/>
              </a:cxn>
              <a:cxn ang="0">
                <a:pos x="T2" y="T3"/>
              </a:cxn>
              <a:cxn ang="0">
                <a:pos x="T4" y="T5"/>
              </a:cxn>
              <a:cxn ang="0">
                <a:pos x="T6" y="T7"/>
              </a:cxn>
              <a:cxn ang="0">
                <a:pos x="T8" y="T9"/>
              </a:cxn>
              <a:cxn ang="0">
                <a:pos x="T10" y="T11"/>
              </a:cxn>
              <a:cxn ang="0">
                <a:pos x="T12" y="T13"/>
              </a:cxn>
            </a:cxnLst>
            <a:rect l="0" t="0" r="r" b="b"/>
            <a:pathLst>
              <a:path w="56" h="29">
                <a:moveTo>
                  <a:pt x="53" y="22"/>
                </a:moveTo>
                <a:cubicBezTo>
                  <a:pt x="3" y="0"/>
                  <a:pt x="3" y="0"/>
                  <a:pt x="3" y="0"/>
                </a:cubicBezTo>
                <a:cubicBezTo>
                  <a:pt x="1" y="0"/>
                  <a:pt x="0" y="1"/>
                  <a:pt x="0" y="2"/>
                </a:cubicBezTo>
                <a:cubicBezTo>
                  <a:pt x="0" y="4"/>
                  <a:pt x="1" y="6"/>
                  <a:pt x="2" y="6"/>
                </a:cubicBezTo>
                <a:cubicBezTo>
                  <a:pt x="53" y="28"/>
                  <a:pt x="53" y="28"/>
                  <a:pt x="53" y="28"/>
                </a:cubicBezTo>
                <a:cubicBezTo>
                  <a:pt x="55" y="29"/>
                  <a:pt x="56" y="28"/>
                  <a:pt x="56" y="26"/>
                </a:cubicBezTo>
                <a:cubicBezTo>
                  <a:pt x="56" y="25"/>
                  <a:pt x="55" y="23"/>
                  <a:pt x="53" y="2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38" name="Freeform 17"/>
          <p:cNvSpPr>
            <a:spLocks/>
          </p:cNvSpPr>
          <p:nvPr/>
        </p:nvSpPr>
        <p:spPr bwMode="auto">
          <a:xfrm flipH="1">
            <a:off x="2862741" y="2633325"/>
            <a:ext cx="116757" cy="61683"/>
          </a:xfrm>
          <a:custGeom>
            <a:avLst/>
            <a:gdLst>
              <a:gd name="T0" fmla="*/ 53 w 55"/>
              <a:gd name="T1" fmla="*/ 22 h 29"/>
              <a:gd name="T2" fmla="*/ 2 w 55"/>
              <a:gd name="T3" fmla="*/ 0 h 29"/>
              <a:gd name="T4" fmla="*/ 0 w 55"/>
              <a:gd name="T5" fmla="*/ 2 h 29"/>
              <a:gd name="T6" fmla="*/ 2 w 55"/>
              <a:gd name="T7" fmla="*/ 6 h 29"/>
              <a:gd name="T8" fmla="*/ 53 w 55"/>
              <a:gd name="T9" fmla="*/ 28 h 29"/>
              <a:gd name="T10" fmla="*/ 55 w 55"/>
              <a:gd name="T11" fmla="*/ 26 h 29"/>
              <a:gd name="T12" fmla="*/ 53 w 55"/>
              <a:gd name="T13" fmla="*/ 22 h 29"/>
            </a:gdLst>
            <a:ahLst/>
            <a:cxnLst>
              <a:cxn ang="0">
                <a:pos x="T0" y="T1"/>
              </a:cxn>
              <a:cxn ang="0">
                <a:pos x="T2" y="T3"/>
              </a:cxn>
              <a:cxn ang="0">
                <a:pos x="T4" y="T5"/>
              </a:cxn>
              <a:cxn ang="0">
                <a:pos x="T6" y="T7"/>
              </a:cxn>
              <a:cxn ang="0">
                <a:pos x="T8" y="T9"/>
              </a:cxn>
              <a:cxn ang="0">
                <a:pos x="T10" y="T11"/>
              </a:cxn>
              <a:cxn ang="0">
                <a:pos x="T12" y="T13"/>
              </a:cxn>
            </a:cxnLst>
            <a:rect l="0" t="0" r="r" b="b"/>
            <a:pathLst>
              <a:path w="55" h="29">
                <a:moveTo>
                  <a:pt x="53" y="22"/>
                </a:moveTo>
                <a:cubicBezTo>
                  <a:pt x="2" y="0"/>
                  <a:pt x="2" y="0"/>
                  <a:pt x="2" y="0"/>
                </a:cubicBezTo>
                <a:cubicBezTo>
                  <a:pt x="1" y="0"/>
                  <a:pt x="0" y="1"/>
                  <a:pt x="0" y="2"/>
                </a:cubicBezTo>
                <a:cubicBezTo>
                  <a:pt x="0" y="4"/>
                  <a:pt x="1" y="6"/>
                  <a:pt x="2" y="6"/>
                </a:cubicBezTo>
                <a:cubicBezTo>
                  <a:pt x="53" y="28"/>
                  <a:pt x="53" y="28"/>
                  <a:pt x="53" y="28"/>
                </a:cubicBezTo>
                <a:cubicBezTo>
                  <a:pt x="54" y="29"/>
                  <a:pt x="55" y="28"/>
                  <a:pt x="55" y="26"/>
                </a:cubicBezTo>
                <a:cubicBezTo>
                  <a:pt x="55" y="25"/>
                  <a:pt x="54" y="23"/>
                  <a:pt x="53" y="2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39" name="Freeform 18"/>
          <p:cNvSpPr>
            <a:spLocks/>
          </p:cNvSpPr>
          <p:nvPr/>
        </p:nvSpPr>
        <p:spPr bwMode="auto">
          <a:xfrm flipH="1">
            <a:off x="2862741" y="2652050"/>
            <a:ext cx="118960" cy="61683"/>
          </a:xfrm>
          <a:custGeom>
            <a:avLst/>
            <a:gdLst>
              <a:gd name="T0" fmla="*/ 54 w 56"/>
              <a:gd name="T1" fmla="*/ 22 h 29"/>
              <a:gd name="T2" fmla="*/ 3 w 56"/>
              <a:gd name="T3" fmla="*/ 0 h 29"/>
              <a:gd name="T4" fmla="*/ 0 w 56"/>
              <a:gd name="T5" fmla="*/ 2 h 29"/>
              <a:gd name="T6" fmla="*/ 3 w 56"/>
              <a:gd name="T7" fmla="*/ 6 h 29"/>
              <a:gd name="T8" fmla="*/ 54 w 56"/>
              <a:gd name="T9" fmla="*/ 28 h 29"/>
              <a:gd name="T10" fmla="*/ 56 w 56"/>
              <a:gd name="T11" fmla="*/ 26 h 29"/>
              <a:gd name="T12" fmla="*/ 54 w 56"/>
              <a:gd name="T13" fmla="*/ 22 h 29"/>
            </a:gdLst>
            <a:ahLst/>
            <a:cxnLst>
              <a:cxn ang="0">
                <a:pos x="T0" y="T1"/>
              </a:cxn>
              <a:cxn ang="0">
                <a:pos x="T2" y="T3"/>
              </a:cxn>
              <a:cxn ang="0">
                <a:pos x="T4" y="T5"/>
              </a:cxn>
              <a:cxn ang="0">
                <a:pos x="T6" y="T7"/>
              </a:cxn>
              <a:cxn ang="0">
                <a:pos x="T8" y="T9"/>
              </a:cxn>
              <a:cxn ang="0">
                <a:pos x="T10" y="T11"/>
              </a:cxn>
              <a:cxn ang="0">
                <a:pos x="T12" y="T13"/>
              </a:cxn>
            </a:cxnLst>
            <a:rect l="0" t="0" r="r" b="b"/>
            <a:pathLst>
              <a:path w="56" h="29">
                <a:moveTo>
                  <a:pt x="54" y="22"/>
                </a:moveTo>
                <a:cubicBezTo>
                  <a:pt x="3" y="0"/>
                  <a:pt x="3" y="0"/>
                  <a:pt x="3" y="0"/>
                </a:cubicBezTo>
                <a:cubicBezTo>
                  <a:pt x="2" y="0"/>
                  <a:pt x="1" y="1"/>
                  <a:pt x="0" y="2"/>
                </a:cubicBezTo>
                <a:cubicBezTo>
                  <a:pt x="0" y="4"/>
                  <a:pt x="1" y="6"/>
                  <a:pt x="3" y="6"/>
                </a:cubicBezTo>
                <a:cubicBezTo>
                  <a:pt x="54" y="28"/>
                  <a:pt x="54" y="28"/>
                  <a:pt x="54" y="28"/>
                </a:cubicBezTo>
                <a:cubicBezTo>
                  <a:pt x="55" y="29"/>
                  <a:pt x="56" y="28"/>
                  <a:pt x="56" y="26"/>
                </a:cubicBezTo>
                <a:cubicBezTo>
                  <a:pt x="56" y="25"/>
                  <a:pt x="55" y="23"/>
                  <a:pt x="54" y="2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40" name="Freeform 19"/>
          <p:cNvSpPr>
            <a:spLocks/>
          </p:cNvSpPr>
          <p:nvPr/>
        </p:nvSpPr>
        <p:spPr bwMode="auto">
          <a:xfrm flipH="1">
            <a:off x="2862741" y="2668572"/>
            <a:ext cx="116757" cy="77104"/>
          </a:xfrm>
          <a:custGeom>
            <a:avLst/>
            <a:gdLst>
              <a:gd name="T0" fmla="*/ 53 w 55"/>
              <a:gd name="T1" fmla="*/ 22 h 36"/>
              <a:gd name="T2" fmla="*/ 2 w 55"/>
              <a:gd name="T3" fmla="*/ 0 h 36"/>
              <a:gd name="T4" fmla="*/ 0 w 55"/>
              <a:gd name="T5" fmla="*/ 1 h 36"/>
              <a:gd name="T6" fmla="*/ 1 w 55"/>
              <a:gd name="T7" fmla="*/ 4 h 36"/>
              <a:gd name="T8" fmla="*/ 5 w 55"/>
              <a:gd name="T9" fmla="*/ 10 h 36"/>
              <a:gd name="T10" fmla="*/ 8 w 55"/>
              <a:gd name="T11" fmla="*/ 15 h 36"/>
              <a:gd name="T12" fmla="*/ 9 w 55"/>
              <a:gd name="T13" fmla="*/ 16 h 36"/>
              <a:gd name="T14" fmla="*/ 9 w 55"/>
              <a:gd name="T15" fmla="*/ 16 h 36"/>
              <a:gd name="T16" fmla="*/ 14 w 55"/>
              <a:gd name="T17" fmla="*/ 24 h 36"/>
              <a:gd name="T18" fmla="*/ 39 w 55"/>
              <a:gd name="T19" fmla="*/ 35 h 36"/>
              <a:gd name="T20" fmla="*/ 44 w 55"/>
              <a:gd name="T21" fmla="*/ 31 h 36"/>
              <a:gd name="T22" fmla="*/ 44 w 55"/>
              <a:gd name="T23" fmla="*/ 31 h 36"/>
              <a:gd name="T24" fmla="*/ 46 w 55"/>
              <a:gd name="T25" fmla="*/ 31 h 36"/>
              <a:gd name="T26" fmla="*/ 53 w 55"/>
              <a:gd name="T27" fmla="*/ 26 h 36"/>
              <a:gd name="T28" fmla="*/ 53 w 55"/>
              <a:gd name="T29" fmla="*/ 26 h 36"/>
              <a:gd name="T30" fmla="*/ 55 w 55"/>
              <a:gd name="T31" fmla="*/ 25 h 36"/>
              <a:gd name="T32" fmla="*/ 53 w 55"/>
              <a:gd name="T33" fmla="*/ 2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5" h="36">
                <a:moveTo>
                  <a:pt x="53" y="22"/>
                </a:moveTo>
                <a:cubicBezTo>
                  <a:pt x="2" y="0"/>
                  <a:pt x="2" y="0"/>
                  <a:pt x="2" y="0"/>
                </a:cubicBezTo>
                <a:cubicBezTo>
                  <a:pt x="1" y="0"/>
                  <a:pt x="0" y="0"/>
                  <a:pt x="0" y="1"/>
                </a:cubicBezTo>
                <a:cubicBezTo>
                  <a:pt x="0" y="2"/>
                  <a:pt x="0" y="3"/>
                  <a:pt x="1" y="4"/>
                </a:cubicBezTo>
                <a:cubicBezTo>
                  <a:pt x="2" y="5"/>
                  <a:pt x="3" y="7"/>
                  <a:pt x="5" y="10"/>
                </a:cubicBezTo>
                <a:cubicBezTo>
                  <a:pt x="7" y="13"/>
                  <a:pt x="7" y="14"/>
                  <a:pt x="8" y="15"/>
                </a:cubicBezTo>
                <a:cubicBezTo>
                  <a:pt x="9" y="16"/>
                  <a:pt x="9" y="16"/>
                  <a:pt x="9" y="16"/>
                </a:cubicBezTo>
                <a:cubicBezTo>
                  <a:pt x="9" y="16"/>
                  <a:pt x="9" y="16"/>
                  <a:pt x="9" y="16"/>
                </a:cubicBezTo>
                <a:cubicBezTo>
                  <a:pt x="9" y="19"/>
                  <a:pt x="11" y="23"/>
                  <a:pt x="14" y="24"/>
                </a:cubicBezTo>
                <a:cubicBezTo>
                  <a:pt x="39" y="35"/>
                  <a:pt x="39" y="35"/>
                  <a:pt x="39" y="35"/>
                </a:cubicBezTo>
                <a:cubicBezTo>
                  <a:pt x="42" y="36"/>
                  <a:pt x="44" y="34"/>
                  <a:pt x="44" y="31"/>
                </a:cubicBezTo>
                <a:cubicBezTo>
                  <a:pt x="44" y="31"/>
                  <a:pt x="44" y="31"/>
                  <a:pt x="44" y="31"/>
                </a:cubicBezTo>
                <a:cubicBezTo>
                  <a:pt x="46" y="31"/>
                  <a:pt x="46" y="31"/>
                  <a:pt x="46" y="31"/>
                </a:cubicBezTo>
                <a:cubicBezTo>
                  <a:pt x="47" y="31"/>
                  <a:pt x="52" y="27"/>
                  <a:pt x="53" y="26"/>
                </a:cubicBezTo>
                <a:cubicBezTo>
                  <a:pt x="53" y="26"/>
                  <a:pt x="53" y="26"/>
                  <a:pt x="53" y="26"/>
                </a:cubicBezTo>
                <a:cubicBezTo>
                  <a:pt x="54" y="26"/>
                  <a:pt x="55" y="26"/>
                  <a:pt x="55" y="25"/>
                </a:cubicBezTo>
                <a:cubicBezTo>
                  <a:pt x="55" y="24"/>
                  <a:pt x="54" y="23"/>
                  <a:pt x="53" y="2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41" name="Freeform 20"/>
          <p:cNvSpPr>
            <a:spLocks/>
          </p:cNvSpPr>
          <p:nvPr/>
        </p:nvSpPr>
        <p:spPr bwMode="auto">
          <a:xfrm flipH="1">
            <a:off x="2860538" y="2594773"/>
            <a:ext cx="118960" cy="61683"/>
          </a:xfrm>
          <a:custGeom>
            <a:avLst/>
            <a:gdLst>
              <a:gd name="T0" fmla="*/ 54 w 56"/>
              <a:gd name="T1" fmla="*/ 23 h 29"/>
              <a:gd name="T2" fmla="*/ 2 w 56"/>
              <a:gd name="T3" fmla="*/ 0 h 29"/>
              <a:gd name="T4" fmla="*/ 0 w 56"/>
              <a:gd name="T5" fmla="*/ 2 h 29"/>
              <a:gd name="T6" fmla="*/ 2 w 56"/>
              <a:gd name="T7" fmla="*/ 6 h 29"/>
              <a:gd name="T8" fmla="*/ 54 w 56"/>
              <a:gd name="T9" fmla="*/ 29 h 29"/>
              <a:gd name="T10" fmla="*/ 56 w 56"/>
              <a:gd name="T11" fmla="*/ 27 h 29"/>
              <a:gd name="T12" fmla="*/ 54 w 56"/>
              <a:gd name="T13" fmla="*/ 23 h 29"/>
            </a:gdLst>
            <a:ahLst/>
            <a:cxnLst>
              <a:cxn ang="0">
                <a:pos x="T0" y="T1"/>
              </a:cxn>
              <a:cxn ang="0">
                <a:pos x="T2" y="T3"/>
              </a:cxn>
              <a:cxn ang="0">
                <a:pos x="T4" y="T5"/>
              </a:cxn>
              <a:cxn ang="0">
                <a:pos x="T6" y="T7"/>
              </a:cxn>
              <a:cxn ang="0">
                <a:pos x="T8" y="T9"/>
              </a:cxn>
              <a:cxn ang="0">
                <a:pos x="T10" y="T11"/>
              </a:cxn>
              <a:cxn ang="0">
                <a:pos x="T12" y="T13"/>
              </a:cxn>
            </a:cxnLst>
            <a:rect l="0" t="0" r="r" b="b"/>
            <a:pathLst>
              <a:path w="56" h="29">
                <a:moveTo>
                  <a:pt x="54" y="23"/>
                </a:moveTo>
                <a:cubicBezTo>
                  <a:pt x="2" y="0"/>
                  <a:pt x="2" y="0"/>
                  <a:pt x="2" y="0"/>
                </a:cubicBezTo>
                <a:cubicBezTo>
                  <a:pt x="1" y="0"/>
                  <a:pt x="0" y="1"/>
                  <a:pt x="0" y="2"/>
                </a:cubicBezTo>
                <a:cubicBezTo>
                  <a:pt x="0" y="4"/>
                  <a:pt x="1" y="6"/>
                  <a:pt x="2" y="6"/>
                </a:cubicBezTo>
                <a:cubicBezTo>
                  <a:pt x="54" y="29"/>
                  <a:pt x="54" y="29"/>
                  <a:pt x="54" y="29"/>
                </a:cubicBezTo>
                <a:cubicBezTo>
                  <a:pt x="55" y="29"/>
                  <a:pt x="56" y="28"/>
                  <a:pt x="56" y="27"/>
                </a:cubicBezTo>
                <a:cubicBezTo>
                  <a:pt x="56" y="25"/>
                  <a:pt x="55" y="23"/>
                  <a:pt x="54" y="2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42" name="Freeform 21"/>
          <p:cNvSpPr>
            <a:spLocks noEditPoints="1"/>
          </p:cNvSpPr>
          <p:nvPr/>
        </p:nvSpPr>
        <p:spPr bwMode="auto">
          <a:xfrm flipH="1">
            <a:off x="2766912" y="2187224"/>
            <a:ext cx="284182" cy="443897"/>
          </a:xfrm>
          <a:custGeom>
            <a:avLst/>
            <a:gdLst>
              <a:gd name="T0" fmla="*/ 73 w 134"/>
              <a:gd name="T1" fmla="*/ 10 h 209"/>
              <a:gd name="T2" fmla="*/ 21 w 134"/>
              <a:gd name="T3" fmla="*/ 9 h 209"/>
              <a:gd name="T4" fmla="*/ 0 w 134"/>
              <a:gd name="T5" fmla="*/ 55 h 209"/>
              <a:gd name="T6" fmla="*/ 16 w 134"/>
              <a:gd name="T7" fmla="*/ 120 h 209"/>
              <a:gd name="T8" fmla="*/ 25 w 134"/>
              <a:gd name="T9" fmla="*/ 148 h 209"/>
              <a:gd name="T10" fmla="*/ 34 w 134"/>
              <a:gd name="T11" fmla="*/ 184 h 209"/>
              <a:gd name="T12" fmla="*/ 40 w 134"/>
              <a:gd name="T13" fmla="*/ 188 h 209"/>
              <a:gd name="T14" fmla="*/ 67 w 134"/>
              <a:gd name="T15" fmla="*/ 199 h 209"/>
              <a:gd name="T16" fmla="*/ 87 w 134"/>
              <a:gd name="T17" fmla="*/ 208 h 209"/>
              <a:gd name="T18" fmla="*/ 91 w 134"/>
              <a:gd name="T19" fmla="*/ 208 h 209"/>
              <a:gd name="T20" fmla="*/ 102 w 134"/>
              <a:gd name="T21" fmla="*/ 190 h 209"/>
              <a:gd name="T22" fmla="*/ 111 w 134"/>
              <a:gd name="T23" fmla="*/ 167 h 209"/>
              <a:gd name="T24" fmla="*/ 115 w 134"/>
              <a:gd name="T25" fmla="*/ 161 h 209"/>
              <a:gd name="T26" fmla="*/ 133 w 134"/>
              <a:gd name="T27" fmla="*/ 113 h 209"/>
              <a:gd name="T28" fmla="*/ 129 w 134"/>
              <a:gd name="T29" fmla="*/ 76 h 209"/>
              <a:gd name="T30" fmla="*/ 57 w 134"/>
              <a:gd name="T31" fmla="*/ 181 h 209"/>
              <a:gd name="T32" fmla="*/ 65 w 134"/>
              <a:gd name="T33" fmla="*/ 135 h 209"/>
              <a:gd name="T34" fmla="*/ 68 w 134"/>
              <a:gd name="T35" fmla="*/ 186 h 209"/>
              <a:gd name="T36" fmla="*/ 122 w 134"/>
              <a:gd name="T37" fmla="*/ 108 h 209"/>
              <a:gd name="T38" fmla="*/ 105 w 134"/>
              <a:gd name="T39" fmla="*/ 150 h 209"/>
              <a:gd name="T40" fmla="*/ 101 w 134"/>
              <a:gd name="T41" fmla="*/ 156 h 209"/>
              <a:gd name="T42" fmla="*/ 90 w 134"/>
              <a:gd name="T43" fmla="*/ 184 h 209"/>
              <a:gd name="T44" fmla="*/ 86 w 134"/>
              <a:gd name="T45" fmla="*/ 194 h 209"/>
              <a:gd name="T46" fmla="*/ 68 w 134"/>
              <a:gd name="T47" fmla="*/ 127 h 209"/>
              <a:gd name="T48" fmla="*/ 49 w 134"/>
              <a:gd name="T49" fmla="*/ 178 h 209"/>
              <a:gd name="T50" fmla="*/ 38 w 134"/>
              <a:gd name="T51" fmla="*/ 161 h 209"/>
              <a:gd name="T52" fmla="*/ 28 w 134"/>
              <a:gd name="T53" fmla="*/ 124 h 209"/>
              <a:gd name="T54" fmla="*/ 24 w 134"/>
              <a:gd name="T55" fmla="*/ 111 h 209"/>
              <a:gd name="T56" fmla="*/ 12 w 134"/>
              <a:gd name="T57" fmla="*/ 58 h 209"/>
              <a:gd name="T58" fmla="*/ 68 w 134"/>
              <a:gd name="T59" fmla="*/ 21 h 209"/>
              <a:gd name="T60" fmla="*/ 107 w 134"/>
              <a:gd name="T61" fmla="*/ 56 h 209"/>
              <a:gd name="T62" fmla="*/ 122 w 134"/>
              <a:gd name="T63" fmla="*/ 104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4" h="209">
                <a:moveTo>
                  <a:pt x="116" y="50"/>
                </a:moveTo>
                <a:cubicBezTo>
                  <a:pt x="104" y="31"/>
                  <a:pt x="90" y="18"/>
                  <a:pt x="73" y="10"/>
                </a:cubicBezTo>
                <a:cubicBezTo>
                  <a:pt x="69" y="7"/>
                  <a:pt x="69" y="7"/>
                  <a:pt x="69" y="7"/>
                </a:cubicBezTo>
                <a:cubicBezTo>
                  <a:pt x="50" y="0"/>
                  <a:pt x="33" y="1"/>
                  <a:pt x="21" y="9"/>
                </a:cubicBezTo>
                <a:cubicBezTo>
                  <a:pt x="8" y="18"/>
                  <a:pt x="1" y="33"/>
                  <a:pt x="0" y="53"/>
                </a:cubicBezTo>
                <a:cubicBezTo>
                  <a:pt x="0" y="55"/>
                  <a:pt x="0" y="55"/>
                  <a:pt x="0" y="55"/>
                </a:cubicBezTo>
                <a:cubicBezTo>
                  <a:pt x="0" y="78"/>
                  <a:pt x="7" y="96"/>
                  <a:pt x="13" y="113"/>
                </a:cubicBezTo>
                <a:cubicBezTo>
                  <a:pt x="14" y="115"/>
                  <a:pt x="15" y="118"/>
                  <a:pt x="16" y="120"/>
                </a:cubicBezTo>
                <a:cubicBezTo>
                  <a:pt x="17" y="122"/>
                  <a:pt x="17" y="124"/>
                  <a:pt x="18" y="126"/>
                </a:cubicBezTo>
                <a:cubicBezTo>
                  <a:pt x="21" y="133"/>
                  <a:pt x="24" y="141"/>
                  <a:pt x="25" y="148"/>
                </a:cubicBezTo>
                <a:cubicBezTo>
                  <a:pt x="26" y="151"/>
                  <a:pt x="26" y="155"/>
                  <a:pt x="27" y="158"/>
                </a:cubicBezTo>
                <a:cubicBezTo>
                  <a:pt x="27" y="167"/>
                  <a:pt x="28" y="176"/>
                  <a:pt x="34" y="184"/>
                </a:cubicBezTo>
                <a:cubicBezTo>
                  <a:pt x="36" y="186"/>
                  <a:pt x="36" y="186"/>
                  <a:pt x="36" y="186"/>
                </a:cubicBezTo>
                <a:cubicBezTo>
                  <a:pt x="40" y="188"/>
                  <a:pt x="40" y="188"/>
                  <a:pt x="40" y="188"/>
                </a:cubicBezTo>
                <a:cubicBezTo>
                  <a:pt x="45" y="190"/>
                  <a:pt x="49" y="192"/>
                  <a:pt x="54" y="194"/>
                </a:cubicBezTo>
                <a:cubicBezTo>
                  <a:pt x="58" y="196"/>
                  <a:pt x="63" y="197"/>
                  <a:pt x="67" y="199"/>
                </a:cubicBezTo>
                <a:cubicBezTo>
                  <a:pt x="75" y="203"/>
                  <a:pt x="81" y="205"/>
                  <a:pt x="87" y="208"/>
                </a:cubicBezTo>
                <a:cubicBezTo>
                  <a:pt x="87" y="208"/>
                  <a:pt x="87" y="208"/>
                  <a:pt x="87" y="208"/>
                </a:cubicBezTo>
                <a:cubicBezTo>
                  <a:pt x="89" y="209"/>
                  <a:pt x="89" y="209"/>
                  <a:pt x="89" y="209"/>
                </a:cubicBezTo>
                <a:cubicBezTo>
                  <a:pt x="91" y="208"/>
                  <a:pt x="91" y="208"/>
                  <a:pt x="91" y="208"/>
                </a:cubicBezTo>
                <a:cubicBezTo>
                  <a:pt x="95" y="206"/>
                  <a:pt x="99" y="203"/>
                  <a:pt x="101" y="196"/>
                </a:cubicBezTo>
                <a:cubicBezTo>
                  <a:pt x="101" y="194"/>
                  <a:pt x="101" y="192"/>
                  <a:pt x="102" y="190"/>
                </a:cubicBezTo>
                <a:cubicBezTo>
                  <a:pt x="102" y="187"/>
                  <a:pt x="102" y="184"/>
                  <a:pt x="103" y="182"/>
                </a:cubicBezTo>
                <a:cubicBezTo>
                  <a:pt x="105" y="176"/>
                  <a:pt x="108" y="171"/>
                  <a:pt x="111" y="167"/>
                </a:cubicBezTo>
                <a:cubicBezTo>
                  <a:pt x="112" y="165"/>
                  <a:pt x="113" y="164"/>
                  <a:pt x="114" y="163"/>
                </a:cubicBezTo>
                <a:cubicBezTo>
                  <a:pt x="115" y="161"/>
                  <a:pt x="115" y="161"/>
                  <a:pt x="115" y="161"/>
                </a:cubicBezTo>
                <a:cubicBezTo>
                  <a:pt x="119" y="155"/>
                  <a:pt x="123" y="150"/>
                  <a:pt x="126" y="143"/>
                </a:cubicBezTo>
                <a:cubicBezTo>
                  <a:pt x="130" y="136"/>
                  <a:pt x="132" y="127"/>
                  <a:pt x="133" y="113"/>
                </a:cubicBezTo>
                <a:cubicBezTo>
                  <a:pt x="133" y="108"/>
                  <a:pt x="133" y="108"/>
                  <a:pt x="133" y="108"/>
                </a:cubicBezTo>
                <a:cubicBezTo>
                  <a:pt x="134" y="98"/>
                  <a:pt x="132" y="87"/>
                  <a:pt x="129" y="76"/>
                </a:cubicBezTo>
                <a:cubicBezTo>
                  <a:pt x="125" y="66"/>
                  <a:pt x="121" y="58"/>
                  <a:pt x="116" y="50"/>
                </a:cubicBezTo>
                <a:close/>
                <a:moveTo>
                  <a:pt x="57" y="181"/>
                </a:moveTo>
                <a:cubicBezTo>
                  <a:pt x="55" y="164"/>
                  <a:pt x="56" y="140"/>
                  <a:pt x="62" y="135"/>
                </a:cubicBezTo>
                <a:cubicBezTo>
                  <a:pt x="62" y="135"/>
                  <a:pt x="63" y="134"/>
                  <a:pt x="65" y="135"/>
                </a:cubicBezTo>
                <a:cubicBezTo>
                  <a:pt x="79" y="140"/>
                  <a:pt x="75" y="173"/>
                  <a:pt x="72" y="188"/>
                </a:cubicBezTo>
                <a:cubicBezTo>
                  <a:pt x="71" y="187"/>
                  <a:pt x="69" y="187"/>
                  <a:pt x="68" y="186"/>
                </a:cubicBezTo>
                <a:cubicBezTo>
                  <a:pt x="64" y="184"/>
                  <a:pt x="61" y="183"/>
                  <a:pt x="57" y="181"/>
                </a:cubicBezTo>
                <a:close/>
                <a:moveTo>
                  <a:pt x="122" y="108"/>
                </a:moveTo>
                <a:cubicBezTo>
                  <a:pt x="121" y="119"/>
                  <a:pt x="119" y="127"/>
                  <a:pt x="116" y="133"/>
                </a:cubicBezTo>
                <a:cubicBezTo>
                  <a:pt x="112" y="139"/>
                  <a:pt x="109" y="145"/>
                  <a:pt x="105" y="150"/>
                </a:cubicBezTo>
                <a:cubicBezTo>
                  <a:pt x="104" y="152"/>
                  <a:pt x="104" y="152"/>
                  <a:pt x="104" y="152"/>
                </a:cubicBezTo>
                <a:cubicBezTo>
                  <a:pt x="103" y="153"/>
                  <a:pt x="102" y="154"/>
                  <a:pt x="101" y="156"/>
                </a:cubicBezTo>
                <a:cubicBezTo>
                  <a:pt x="98" y="160"/>
                  <a:pt x="94" y="166"/>
                  <a:pt x="92" y="173"/>
                </a:cubicBezTo>
                <a:cubicBezTo>
                  <a:pt x="91" y="177"/>
                  <a:pt x="91" y="180"/>
                  <a:pt x="90" y="184"/>
                </a:cubicBezTo>
                <a:cubicBezTo>
                  <a:pt x="90" y="186"/>
                  <a:pt x="90" y="187"/>
                  <a:pt x="89" y="189"/>
                </a:cubicBezTo>
                <a:cubicBezTo>
                  <a:pt x="89" y="191"/>
                  <a:pt x="87" y="193"/>
                  <a:pt x="86" y="194"/>
                </a:cubicBezTo>
                <a:cubicBezTo>
                  <a:pt x="84" y="193"/>
                  <a:pt x="82" y="192"/>
                  <a:pt x="80" y="191"/>
                </a:cubicBezTo>
                <a:cubicBezTo>
                  <a:pt x="82" y="181"/>
                  <a:pt x="90" y="136"/>
                  <a:pt x="68" y="127"/>
                </a:cubicBezTo>
                <a:cubicBezTo>
                  <a:pt x="63" y="125"/>
                  <a:pt x="59" y="127"/>
                  <a:pt x="57" y="129"/>
                </a:cubicBezTo>
                <a:cubicBezTo>
                  <a:pt x="47" y="136"/>
                  <a:pt x="47" y="164"/>
                  <a:pt x="49" y="178"/>
                </a:cubicBezTo>
                <a:cubicBezTo>
                  <a:pt x="46" y="177"/>
                  <a:pt x="43" y="176"/>
                  <a:pt x="41" y="175"/>
                </a:cubicBezTo>
                <a:cubicBezTo>
                  <a:pt x="39" y="171"/>
                  <a:pt x="39" y="166"/>
                  <a:pt x="38" y="161"/>
                </a:cubicBezTo>
                <a:cubicBezTo>
                  <a:pt x="38" y="157"/>
                  <a:pt x="37" y="153"/>
                  <a:pt x="36" y="149"/>
                </a:cubicBezTo>
                <a:cubicBezTo>
                  <a:pt x="34" y="140"/>
                  <a:pt x="31" y="132"/>
                  <a:pt x="28" y="124"/>
                </a:cubicBezTo>
                <a:cubicBezTo>
                  <a:pt x="28" y="122"/>
                  <a:pt x="27" y="120"/>
                  <a:pt x="26" y="119"/>
                </a:cubicBezTo>
                <a:cubicBezTo>
                  <a:pt x="26" y="116"/>
                  <a:pt x="25" y="114"/>
                  <a:pt x="24" y="111"/>
                </a:cubicBezTo>
                <a:cubicBezTo>
                  <a:pt x="18" y="95"/>
                  <a:pt x="12" y="79"/>
                  <a:pt x="12" y="60"/>
                </a:cubicBezTo>
                <a:cubicBezTo>
                  <a:pt x="12" y="58"/>
                  <a:pt x="12" y="58"/>
                  <a:pt x="12" y="58"/>
                </a:cubicBezTo>
                <a:cubicBezTo>
                  <a:pt x="13" y="42"/>
                  <a:pt x="19" y="30"/>
                  <a:pt x="29" y="22"/>
                </a:cubicBezTo>
                <a:cubicBezTo>
                  <a:pt x="39" y="15"/>
                  <a:pt x="52" y="15"/>
                  <a:pt x="68" y="21"/>
                </a:cubicBezTo>
                <a:cubicBezTo>
                  <a:pt x="73" y="23"/>
                  <a:pt x="73" y="23"/>
                  <a:pt x="73" y="23"/>
                </a:cubicBezTo>
                <a:cubicBezTo>
                  <a:pt x="86" y="29"/>
                  <a:pt x="98" y="40"/>
                  <a:pt x="107" y="56"/>
                </a:cubicBezTo>
                <a:cubicBezTo>
                  <a:pt x="111" y="62"/>
                  <a:pt x="115" y="69"/>
                  <a:pt x="118" y="77"/>
                </a:cubicBezTo>
                <a:cubicBezTo>
                  <a:pt x="121" y="86"/>
                  <a:pt x="122" y="95"/>
                  <a:pt x="122" y="104"/>
                </a:cubicBezTo>
                <a:lnTo>
                  <a:pt x="122" y="10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43" name="Freeform 22"/>
          <p:cNvSpPr>
            <a:spLocks/>
          </p:cNvSpPr>
          <p:nvPr/>
        </p:nvSpPr>
        <p:spPr bwMode="auto">
          <a:xfrm flipH="1">
            <a:off x="2675489" y="3142210"/>
            <a:ext cx="753414" cy="1293140"/>
          </a:xfrm>
          <a:custGeom>
            <a:avLst/>
            <a:gdLst>
              <a:gd name="T0" fmla="*/ 684 w 684"/>
              <a:gd name="T1" fmla="*/ 1174 h 1174"/>
              <a:gd name="T2" fmla="*/ 0 w 684"/>
              <a:gd name="T3" fmla="*/ 1091 h 1174"/>
              <a:gd name="T4" fmla="*/ 0 w 684"/>
              <a:gd name="T5" fmla="*/ 0 h 1174"/>
              <a:gd name="T6" fmla="*/ 684 w 684"/>
              <a:gd name="T7" fmla="*/ 294 h 1174"/>
              <a:gd name="T8" fmla="*/ 684 w 684"/>
              <a:gd name="T9" fmla="*/ 1174 h 1174"/>
            </a:gdLst>
            <a:ahLst/>
            <a:cxnLst>
              <a:cxn ang="0">
                <a:pos x="T0" y="T1"/>
              </a:cxn>
              <a:cxn ang="0">
                <a:pos x="T2" y="T3"/>
              </a:cxn>
              <a:cxn ang="0">
                <a:pos x="T4" y="T5"/>
              </a:cxn>
              <a:cxn ang="0">
                <a:pos x="T6" y="T7"/>
              </a:cxn>
              <a:cxn ang="0">
                <a:pos x="T8" y="T9"/>
              </a:cxn>
            </a:cxnLst>
            <a:rect l="0" t="0" r="r" b="b"/>
            <a:pathLst>
              <a:path w="684" h="1174">
                <a:moveTo>
                  <a:pt x="684" y="1174"/>
                </a:moveTo>
                <a:lnTo>
                  <a:pt x="0" y="1091"/>
                </a:lnTo>
                <a:lnTo>
                  <a:pt x="0" y="0"/>
                </a:lnTo>
                <a:lnTo>
                  <a:pt x="684" y="294"/>
                </a:lnTo>
                <a:lnTo>
                  <a:pt x="684" y="1174"/>
                </a:lnTo>
                <a:close/>
              </a:path>
            </a:pathLst>
          </a:custGeom>
          <a:solidFill>
            <a:srgbClr val="5A6B7B">
              <a:lumMod val="7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44" name="Freeform 23"/>
          <p:cNvSpPr>
            <a:spLocks/>
          </p:cNvSpPr>
          <p:nvPr/>
        </p:nvSpPr>
        <p:spPr bwMode="auto">
          <a:xfrm flipH="1">
            <a:off x="3428903" y="3142210"/>
            <a:ext cx="717065" cy="1284328"/>
          </a:xfrm>
          <a:custGeom>
            <a:avLst/>
            <a:gdLst>
              <a:gd name="T0" fmla="*/ 0 w 651"/>
              <a:gd name="T1" fmla="*/ 1166 h 1166"/>
              <a:gd name="T2" fmla="*/ 651 w 651"/>
              <a:gd name="T3" fmla="*/ 1091 h 1166"/>
              <a:gd name="T4" fmla="*/ 651 w 651"/>
              <a:gd name="T5" fmla="*/ 0 h 1166"/>
              <a:gd name="T6" fmla="*/ 0 w 651"/>
              <a:gd name="T7" fmla="*/ 269 h 1166"/>
              <a:gd name="T8" fmla="*/ 0 w 651"/>
              <a:gd name="T9" fmla="*/ 1166 h 1166"/>
            </a:gdLst>
            <a:ahLst/>
            <a:cxnLst>
              <a:cxn ang="0">
                <a:pos x="T0" y="T1"/>
              </a:cxn>
              <a:cxn ang="0">
                <a:pos x="T2" y="T3"/>
              </a:cxn>
              <a:cxn ang="0">
                <a:pos x="T4" y="T5"/>
              </a:cxn>
              <a:cxn ang="0">
                <a:pos x="T6" y="T7"/>
              </a:cxn>
              <a:cxn ang="0">
                <a:pos x="T8" y="T9"/>
              </a:cxn>
            </a:cxnLst>
            <a:rect l="0" t="0" r="r" b="b"/>
            <a:pathLst>
              <a:path w="651" h="1166">
                <a:moveTo>
                  <a:pt x="0" y="1166"/>
                </a:moveTo>
                <a:lnTo>
                  <a:pt x="651" y="1091"/>
                </a:lnTo>
                <a:lnTo>
                  <a:pt x="651" y="0"/>
                </a:lnTo>
                <a:lnTo>
                  <a:pt x="0" y="269"/>
                </a:lnTo>
                <a:lnTo>
                  <a:pt x="0" y="1166"/>
                </a:lnTo>
                <a:close/>
              </a:path>
            </a:pathLst>
          </a:custGeom>
          <a:solidFill>
            <a:srgbClr val="5A6B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45" name="Freeform 24"/>
          <p:cNvSpPr>
            <a:spLocks/>
          </p:cNvSpPr>
          <p:nvPr/>
        </p:nvSpPr>
        <p:spPr bwMode="auto">
          <a:xfrm flipH="1">
            <a:off x="2675489" y="4341724"/>
            <a:ext cx="1470479" cy="185049"/>
          </a:xfrm>
          <a:custGeom>
            <a:avLst/>
            <a:gdLst>
              <a:gd name="T0" fmla="*/ 0 w 1335"/>
              <a:gd name="T1" fmla="*/ 77 h 168"/>
              <a:gd name="T2" fmla="*/ 840 w 1335"/>
              <a:gd name="T3" fmla="*/ 168 h 168"/>
              <a:gd name="T4" fmla="*/ 1335 w 1335"/>
              <a:gd name="T5" fmla="*/ 85 h 168"/>
              <a:gd name="T6" fmla="*/ 651 w 1335"/>
              <a:gd name="T7" fmla="*/ 0 h 168"/>
              <a:gd name="T8" fmla="*/ 0 w 1335"/>
              <a:gd name="T9" fmla="*/ 77 h 168"/>
            </a:gdLst>
            <a:ahLst/>
            <a:cxnLst>
              <a:cxn ang="0">
                <a:pos x="T0" y="T1"/>
              </a:cxn>
              <a:cxn ang="0">
                <a:pos x="T2" y="T3"/>
              </a:cxn>
              <a:cxn ang="0">
                <a:pos x="T4" y="T5"/>
              </a:cxn>
              <a:cxn ang="0">
                <a:pos x="T6" y="T7"/>
              </a:cxn>
              <a:cxn ang="0">
                <a:pos x="T8" y="T9"/>
              </a:cxn>
            </a:cxnLst>
            <a:rect l="0" t="0" r="r" b="b"/>
            <a:pathLst>
              <a:path w="1335" h="168">
                <a:moveTo>
                  <a:pt x="0" y="77"/>
                </a:moveTo>
                <a:lnTo>
                  <a:pt x="840" y="168"/>
                </a:lnTo>
                <a:lnTo>
                  <a:pt x="1335" y="85"/>
                </a:lnTo>
                <a:lnTo>
                  <a:pt x="651" y="0"/>
                </a:lnTo>
                <a:lnTo>
                  <a:pt x="0" y="77"/>
                </a:lnTo>
                <a:close/>
              </a:path>
            </a:pathLst>
          </a:custGeom>
          <a:solidFill>
            <a:srgbClr val="5A6B7B">
              <a:lumMod val="5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46" name="Freeform 25"/>
          <p:cNvSpPr>
            <a:spLocks noEditPoints="1"/>
          </p:cNvSpPr>
          <p:nvPr/>
        </p:nvSpPr>
        <p:spPr bwMode="auto">
          <a:xfrm flipH="1">
            <a:off x="3559980" y="3538743"/>
            <a:ext cx="428477" cy="546335"/>
          </a:xfrm>
          <a:custGeom>
            <a:avLst/>
            <a:gdLst>
              <a:gd name="T0" fmla="*/ 0 w 389"/>
              <a:gd name="T1" fmla="*/ 173 h 496"/>
              <a:gd name="T2" fmla="*/ 0 w 389"/>
              <a:gd name="T3" fmla="*/ 496 h 496"/>
              <a:gd name="T4" fmla="*/ 389 w 389"/>
              <a:gd name="T5" fmla="*/ 396 h 496"/>
              <a:gd name="T6" fmla="*/ 389 w 389"/>
              <a:gd name="T7" fmla="*/ 0 h 496"/>
              <a:gd name="T8" fmla="*/ 0 w 389"/>
              <a:gd name="T9" fmla="*/ 173 h 496"/>
              <a:gd name="T10" fmla="*/ 375 w 389"/>
              <a:gd name="T11" fmla="*/ 36 h 496"/>
              <a:gd name="T12" fmla="*/ 273 w 389"/>
              <a:gd name="T13" fmla="*/ 223 h 496"/>
              <a:gd name="T14" fmla="*/ 377 w 389"/>
              <a:gd name="T15" fmla="*/ 381 h 496"/>
              <a:gd name="T16" fmla="*/ 377 w 389"/>
              <a:gd name="T17" fmla="*/ 381 h 496"/>
              <a:gd name="T18" fmla="*/ 256 w 389"/>
              <a:gd name="T19" fmla="*/ 248 h 496"/>
              <a:gd name="T20" fmla="*/ 188 w 389"/>
              <a:gd name="T21" fmla="*/ 340 h 496"/>
              <a:gd name="T22" fmla="*/ 132 w 389"/>
              <a:gd name="T23" fmla="*/ 298 h 496"/>
              <a:gd name="T24" fmla="*/ 13 w 389"/>
              <a:gd name="T25" fmla="*/ 462 h 496"/>
              <a:gd name="T26" fmla="*/ 13 w 389"/>
              <a:gd name="T27" fmla="*/ 462 h 496"/>
              <a:gd name="T28" fmla="*/ 100 w 389"/>
              <a:gd name="T29" fmla="*/ 281 h 496"/>
              <a:gd name="T30" fmla="*/ 13 w 389"/>
              <a:gd name="T31" fmla="*/ 192 h 496"/>
              <a:gd name="T32" fmla="*/ 182 w 389"/>
              <a:gd name="T33" fmla="*/ 294 h 496"/>
              <a:gd name="T34" fmla="*/ 375 w 389"/>
              <a:gd name="T35" fmla="*/ 36 h 496"/>
              <a:gd name="T36" fmla="*/ 375 w 389"/>
              <a:gd name="T37" fmla="*/ 3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89" h="496">
                <a:moveTo>
                  <a:pt x="0" y="173"/>
                </a:moveTo>
                <a:lnTo>
                  <a:pt x="0" y="496"/>
                </a:lnTo>
                <a:lnTo>
                  <a:pt x="389" y="396"/>
                </a:lnTo>
                <a:lnTo>
                  <a:pt x="389" y="0"/>
                </a:lnTo>
                <a:lnTo>
                  <a:pt x="0" y="173"/>
                </a:lnTo>
                <a:close/>
                <a:moveTo>
                  <a:pt x="375" y="36"/>
                </a:moveTo>
                <a:lnTo>
                  <a:pt x="273" y="223"/>
                </a:lnTo>
                <a:lnTo>
                  <a:pt x="377" y="381"/>
                </a:lnTo>
                <a:lnTo>
                  <a:pt x="377" y="381"/>
                </a:lnTo>
                <a:lnTo>
                  <a:pt x="256" y="248"/>
                </a:lnTo>
                <a:lnTo>
                  <a:pt x="188" y="340"/>
                </a:lnTo>
                <a:lnTo>
                  <a:pt x="132" y="298"/>
                </a:lnTo>
                <a:lnTo>
                  <a:pt x="13" y="462"/>
                </a:lnTo>
                <a:lnTo>
                  <a:pt x="13" y="462"/>
                </a:lnTo>
                <a:lnTo>
                  <a:pt x="100" y="281"/>
                </a:lnTo>
                <a:lnTo>
                  <a:pt x="13" y="192"/>
                </a:lnTo>
                <a:lnTo>
                  <a:pt x="182" y="294"/>
                </a:lnTo>
                <a:lnTo>
                  <a:pt x="375" y="36"/>
                </a:lnTo>
                <a:lnTo>
                  <a:pt x="375" y="3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47" name="Freeform 26"/>
          <p:cNvSpPr>
            <a:spLocks/>
          </p:cNvSpPr>
          <p:nvPr/>
        </p:nvSpPr>
        <p:spPr bwMode="auto">
          <a:xfrm flipH="1">
            <a:off x="2665576" y="4367058"/>
            <a:ext cx="1066235" cy="1826258"/>
          </a:xfrm>
          <a:custGeom>
            <a:avLst/>
            <a:gdLst>
              <a:gd name="T0" fmla="*/ 968 w 968"/>
              <a:gd name="T1" fmla="*/ 1371 h 1658"/>
              <a:gd name="T2" fmla="*/ 0 w 968"/>
              <a:gd name="T3" fmla="*/ 1658 h 1658"/>
              <a:gd name="T4" fmla="*/ 0 w 968"/>
              <a:gd name="T5" fmla="*/ 0 h 1658"/>
              <a:gd name="T6" fmla="*/ 968 w 968"/>
              <a:gd name="T7" fmla="*/ 112 h 1658"/>
              <a:gd name="T8" fmla="*/ 968 w 968"/>
              <a:gd name="T9" fmla="*/ 1371 h 1658"/>
            </a:gdLst>
            <a:ahLst/>
            <a:cxnLst>
              <a:cxn ang="0">
                <a:pos x="T0" y="T1"/>
              </a:cxn>
              <a:cxn ang="0">
                <a:pos x="T2" y="T3"/>
              </a:cxn>
              <a:cxn ang="0">
                <a:pos x="T4" y="T5"/>
              </a:cxn>
              <a:cxn ang="0">
                <a:pos x="T6" y="T7"/>
              </a:cxn>
              <a:cxn ang="0">
                <a:pos x="T8" y="T9"/>
              </a:cxn>
            </a:cxnLst>
            <a:rect l="0" t="0" r="r" b="b"/>
            <a:pathLst>
              <a:path w="968" h="1658">
                <a:moveTo>
                  <a:pt x="968" y="1371"/>
                </a:moveTo>
                <a:lnTo>
                  <a:pt x="0" y="1658"/>
                </a:lnTo>
                <a:lnTo>
                  <a:pt x="0" y="0"/>
                </a:lnTo>
                <a:lnTo>
                  <a:pt x="968" y="112"/>
                </a:lnTo>
                <a:lnTo>
                  <a:pt x="968" y="1371"/>
                </a:lnTo>
                <a:close/>
              </a:path>
            </a:pathLst>
          </a:custGeom>
          <a:solidFill>
            <a:srgbClr val="F13C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48" name="Freeform 27"/>
          <p:cNvSpPr>
            <a:spLocks/>
          </p:cNvSpPr>
          <p:nvPr/>
        </p:nvSpPr>
        <p:spPr bwMode="auto">
          <a:xfrm flipH="1">
            <a:off x="3731811" y="4367058"/>
            <a:ext cx="1004552" cy="1826258"/>
          </a:xfrm>
          <a:custGeom>
            <a:avLst/>
            <a:gdLst>
              <a:gd name="T0" fmla="*/ 0 w 912"/>
              <a:gd name="T1" fmla="*/ 1371 h 1658"/>
              <a:gd name="T2" fmla="*/ 912 w 912"/>
              <a:gd name="T3" fmla="*/ 1658 h 1658"/>
              <a:gd name="T4" fmla="*/ 912 w 912"/>
              <a:gd name="T5" fmla="*/ 0 h 1658"/>
              <a:gd name="T6" fmla="*/ 8 w 912"/>
              <a:gd name="T7" fmla="*/ 112 h 1658"/>
              <a:gd name="T8" fmla="*/ 0 w 912"/>
              <a:gd name="T9" fmla="*/ 1371 h 1658"/>
            </a:gdLst>
            <a:ahLst/>
            <a:cxnLst>
              <a:cxn ang="0">
                <a:pos x="T0" y="T1"/>
              </a:cxn>
              <a:cxn ang="0">
                <a:pos x="T2" y="T3"/>
              </a:cxn>
              <a:cxn ang="0">
                <a:pos x="T4" y="T5"/>
              </a:cxn>
              <a:cxn ang="0">
                <a:pos x="T6" y="T7"/>
              </a:cxn>
              <a:cxn ang="0">
                <a:pos x="T8" y="T9"/>
              </a:cxn>
            </a:cxnLst>
            <a:rect l="0" t="0" r="r" b="b"/>
            <a:pathLst>
              <a:path w="912" h="1658">
                <a:moveTo>
                  <a:pt x="0" y="1371"/>
                </a:moveTo>
                <a:lnTo>
                  <a:pt x="912" y="1658"/>
                </a:lnTo>
                <a:lnTo>
                  <a:pt x="912" y="0"/>
                </a:lnTo>
                <a:lnTo>
                  <a:pt x="8" y="112"/>
                </a:lnTo>
                <a:lnTo>
                  <a:pt x="0" y="1371"/>
                </a:lnTo>
                <a:close/>
              </a:path>
            </a:pathLst>
          </a:custGeom>
          <a:solidFill>
            <a:srgbClr val="F13C4F">
              <a:lumMod val="7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49" name="Freeform 28"/>
          <p:cNvSpPr>
            <a:spLocks/>
          </p:cNvSpPr>
          <p:nvPr/>
        </p:nvSpPr>
        <p:spPr bwMode="auto">
          <a:xfrm flipH="1">
            <a:off x="2840712" y="4772404"/>
            <a:ext cx="689528" cy="969305"/>
          </a:xfrm>
          <a:custGeom>
            <a:avLst/>
            <a:gdLst>
              <a:gd name="T0" fmla="*/ 312 w 325"/>
              <a:gd name="T1" fmla="*/ 325 h 457"/>
              <a:gd name="T2" fmla="*/ 259 w 325"/>
              <a:gd name="T3" fmla="*/ 296 h 457"/>
              <a:gd name="T4" fmla="*/ 237 w 325"/>
              <a:gd name="T5" fmla="*/ 285 h 457"/>
              <a:gd name="T6" fmla="*/ 219 w 325"/>
              <a:gd name="T7" fmla="*/ 233 h 457"/>
              <a:gd name="T8" fmla="*/ 237 w 325"/>
              <a:gd name="T9" fmla="*/ 177 h 457"/>
              <a:gd name="T10" fmla="*/ 252 w 325"/>
              <a:gd name="T11" fmla="*/ 142 h 457"/>
              <a:gd name="T12" fmla="*/ 247 w 325"/>
              <a:gd name="T13" fmla="*/ 119 h 457"/>
              <a:gd name="T14" fmla="*/ 247 w 325"/>
              <a:gd name="T15" fmla="*/ 120 h 457"/>
              <a:gd name="T16" fmla="*/ 247 w 325"/>
              <a:gd name="T17" fmla="*/ 119 h 457"/>
              <a:gd name="T18" fmla="*/ 247 w 325"/>
              <a:gd name="T19" fmla="*/ 119 h 457"/>
              <a:gd name="T20" fmla="*/ 247 w 325"/>
              <a:gd name="T21" fmla="*/ 118 h 457"/>
              <a:gd name="T22" fmla="*/ 248 w 325"/>
              <a:gd name="T23" fmla="*/ 111 h 457"/>
              <a:gd name="T24" fmla="*/ 248 w 325"/>
              <a:gd name="T25" fmla="*/ 110 h 457"/>
              <a:gd name="T26" fmla="*/ 248 w 325"/>
              <a:gd name="T27" fmla="*/ 104 h 457"/>
              <a:gd name="T28" fmla="*/ 248 w 325"/>
              <a:gd name="T29" fmla="*/ 104 h 457"/>
              <a:gd name="T30" fmla="*/ 248 w 325"/>
              <a:gd name="T31" fmla="*/ 104 h 457"/>
              <a:gd name="T32" fmla="*/ 248 w 325"/>
              <a:gd name="T33" fmla="*/ 103 h 457"/>
              <a:gd name="T34" fmla="*/ 248 w 325"/>
              <a:gd name="T35" fmla="*/ 103 h 457"/>
              <a:gd name="T36" fmla="*/ 248 w 325"/>
              <a:gd name="T37" fmla="*/ 103 h 457"/>
              <a:gd name="T38" fmla="*/ 248 w 325"/>
              <a:gd name="T39" fmla="*/ 102 h 457"/>
              <a:gd name="T40" fmla="*/ 248 w 325"/>
              <a:gd name="T41" fmla="*/ 102 h 457"/>
              <a:gd name="T42" fmla="*/ 248 w 325"/>
              <a:gd name="T43" fmla="*/ 102 h 457"/>
              <a:gd name="T44" fmla="*/ 246 w 325"/>
              <a:gd name="T45" fmla="*/ 62 h 457"/>
              <a:gd name="T46" fmla="*/ 103 w 325"/>
              <a:gd name="T47" fmla="*/ 62 h 457"/>
              <a:gd name="T48" fmla="*/ 101 w 325"/>
              <a:gd name="T49" fmla="*/ 102 h 457"/>
              <a:gd name="T50" fmla="*/ 101 w 325"/>
              <a:gd name="T51" fmla="*/ 102 h 457"/>
              <a:gd name="T52" fmla="*/ 101 w 325"/>
              <a:gd name="T53" fmla="*/ 102 h 457"/>
              <a:gd name="T54" fmla="*/ 101 w 325"/>
              <a:gd name="T55" fmla="*/ 104 h 457"/>
              <a:gd name="T56" fmla="*/ 101 w 325"/>
              <a:gd name="T57" fmla="*/ 104 h 457"/>
              <a:gd name="T58" fmla="*/ 101 w 325"/>
              <a:gd name="T59" fmla="*/ 104 h 457"/>
              <a:gd name="T60" fmla="*/ 101 w 325"/>
              <a:gd name="T61" fmla="*/ 105 h 457"/>
              <a:gd name="T62" fmla="*/ 101 w 325"/>
              <a:gd name="T63" fmla="*/ 105 h 457"/>
              <a:gd name="T64" fmla="*/ 101 w 325"/>
              <a:gd name="T65" fmla="*/ 105 h 457"/>
              <a:gd name="T66" fmla="*/ 101 w 325"/>
              <a:gd name="T67" fmla="*/ 105 h 457"/>
              <a:gd name="T68" fmla="*/ 103 w 325"/>
              <a:gd name="T69" fmla="*/ 123 h 457"/>
              <a:gd name="T70" fmla="*/ 96 w 325"/>
              <a:gd name="T71" fmla="*/ 142 h 457"/>
              <a:gd name="T72" fmla="*/ 112 w 325"/>
              <a:gd name="T73" fmla="*/ 177 h 457"/>
              <a:gd name="T74" fmla="*/ 130 w 325"/>
              <a:gd name="T75" fmla="*/ 233 h 457"/>
              <a:gd name="T76" fmla="*/ 112 w 325"/>
              <a:gd name="T77" fmla="*/ 296 h 457"/>
              <a:gd name="T78" fmla="*/ 20 w 325"/>
              <a:gd name="T79" fmla="*/ 363 h 457"/>
              <a:gd name="T80" fmla="*/ 5 w 325"/>
              <a:gd name="T81" fmla="*/ 457 h 457"/>
              <a:gd name="T82" fmla="*/ 321 w 325"/>
              <a:gd name="T83" fmla="*/ 387 h 457"/>
              <a:gd name="T84" fmla="*/ 312 w 325"/>
              <a:gd name="T85" fmla="*/ 325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25" h="457">
                <a:moveTo>
                  <a:pt x="312" y="325"/>
                </a:moveTo>
                <a:cubicBezTo>
                  <a:pt x="297" y="311"/>
                  <a:pt x="280" y="308"/>
                  <a:pt x="259" y="296"/>
                </a:cubicBezTo>
                <a:cubicBezTo>
                  <a:pt x="237" y="285"/>
                  <a:pt x="237" y="285"/>
                  <a:pt x="237" y="285"/>
                </a:cubicBezTo>
                <a:cubicBezTo>
                  <a:pt x="237" y="285"/>
                  <a:pt x="197" y="262"/>
                  <a:pt x="219" y="233"/>
                </a:cubicBezTo>
                <a:cubicBezTo>
                  <a:pt x="228" y="221"/>
                  <a:pt x="233" y="200"/>
                  <a:pt x="237" y="177"/>
                </a:cubicBezTo>
                <a:cubicBezTo>
                  <a:pt x="242" y="177"/>
                  <a:pt x="249" y="162"/>
                  <a:pt x="252" y="142"/>
                </a:cubicBezTo>
                <a:cubicBezTo>
                  <a:pt x="256" y="126"/>
                  <a:pt x="251" y="121"/>
                  <a:pt x="247" y="119"/>
                </a:cubicBezTo>
                <a:cubicBezTo>
                  <a:pt x="247" y="119"/>
                  <a:pt x="247" y="120"/>
                  <a:pt x="247" y="120"/>
                </a:cubicBezTo>
                <a:cubicBezTo>
                  <a:pt x="247" y="120"/>
                  <a:pt x="247" y="119"/>
                  <a:pt x="247" y="119"/>
                </a:cubicBezTo>
                <a:cubicBezTo>
                  <a:pt x="247" y="119"/>
                  <a:pt x="247" y="119"/>
                  <a:pt x="247" y="119"/>
                </a:cubicBezTo>
                <a:cubicBezTo>
                  <a:pt x="247" y="119"/>
                  <a:pt x="247" y="118"/>
                  <a:pt x="247" y="118"/>
                </a:cubicBezTo>
                <a:cubicBezTo>
                  <a:pt x="247" y="116"/>
                  <a:pt x="247" y="113"/>
                  <a:pt x="248" y="111"/>
                </a:cubicBezTo>
                <a:cubicBezTo>
                  <a:pt x="248" y="110"/>
                  <a:pt x="248" y="110"/>
                  <a:pt x="248" y="110"/>
                </a:cubicBezTo>
                <a:cubicBezTo>
                  <a:pt x="248" y="108"/>
                  <a:pt x="248" y="106"/>
                  <a:pt x="248" y="104"/>
                </a:cubicBezTo>
                <a:cubicBezTo>
                  <a:pt x="248" y="104"/>
                  <a:pt x="248" y="104"/>
                  <a:pt x="248" y="104"/>
                </a:cubicBezTo>
                <a:cubicBezTo>
                  <a:pt x="248" y="104"/>
                  <a:pt x="248" y="104"/>
                  <a:pt x="248" y="104"/>
                </a:cubicBezTo>
                <a:cubicBezTo>
                  <a:pt x="248" y="104"/>
                  <a:pt x="248" y="103"/>
                  <a:pt x="248" y="103"/>
                </a:cubicBezTo>
                <a:cubicBezTo>
                  <a:pt x="248" y="103"/>
                  <a:pt x="248" y="103"/>
                  <a:pt x="248" y="103"/>
                </a:cubicBezTo>
                <a:cubicBezTo>
                  <a:pt x="248" y="103"/>
                  <a:pt x="248" y="103"/>
                  <a:pt x="248" y="103"/>
                </a:cubicBezTo>
                <a:cubicBezTo>
                  <a:pt x="248" y="103"/>
                  <a:pt x="248" y="103"/>
                  <a:pt x="248" y="102"/>
                </a:cubicBezTo>
                <a:cubicBezTo>
                  <a:pt x="248" y="102"/>
                  <a:pt x="248" y="102"/>
                  <a:pt x="248" y="102"/>
                </a:cubicBezTo>
                <a:cubicBezTo>
                  <a:pt x="248" y="102"/>
                  <a:pt x="248" y="102"/>
                  <a:pt x="248" y="102"/>
                </a:cubicBezTo>
                <a:cubicBezTo>
                  <a:pt x="250" y="85"/>
                  <a:pt x="248" y="70"/>
                  <a:pt x="246" y="62"/>
                </a:cubicBezTo>
                <a:cubicBezTo>
                  <a:pt x="233" y="16"/>
                  <a:pt x="133" y="0"/>
                  <a:pt x="103" y="62"/>
                </a:cubicBezTo>
                <a:cubicBezTo>
                  <a:pt x="99" y="69"/>
                  <a:pt x="99" y="85"/>
                  <a:pt x="101" y="102"/>
                </a:cubicBezTo>
                <a:cubicBezTo>
                  <a:pt x="101" y="102"/>
                  <a:pt x="101" y="102"/>
                  <a:pt x="101" y="102"/>
                </a:cubicBezTo>
                <a:cubicBezTo>
                  <a:pt x="101" y="102"/>
                  <a:pt x="101" y="102"/>
                  <a:pt x="101" y="102"/>
                </a:cubicBezTo>
                <a:cubicBezTo>
                  <a:pt x="101" y="103"/>
                  <a:pt x="101" y="103"/>
                  <a:pt x="101" y="104"/>
                </a:cubicBezTo>
                <a:cubicBezTo>
                  <a:pt x="101" y="104"/>
                  <a:pt x="101" y="104"/>
                  <a:pt x="101" y="104"/>
                </a:cubicBezTo>
                <a:cubicBezTo>
                  <a:pt x="101" y="104"/>
                  <a:pt x="101" y="104"/>
                  <a:pt x="101" y="104"/>
                </a:cubicBezTo>
                <a:cubicBezTo>
                  <a:pt x="101" y="104"/>
                  <a:pt x="101" y="104"/>
                  <a:pt x="101" y="105"/>
                </a:cubicBezTo>
                <a:cubicBezTo>
                  <a:pt x="101" y="105"/>
                  <a:pt x="101" y="105"/>
                  <a:pt x="101" y="105"/>
                </a:cubicBezTo>
                <a:cubicBezTo>
                  <a:pt x="101" y="105"/>
                  <a:pt x="101" y="105"/>
                  <a:pt x="101" y="105"/>
                </a:cubicBezTo>
                <a:cubicBezTo>
                  <a:pt x="101" y="105"/>
                  <a:pt x="101" y="105"/>
                  <a:pt x="101" y="105"/>
                </a:cubicBezTo>
                <a:cubicBezTo>
                  <a:pt x="102" y="111"/>
                  <a:pt x="102" y="117"/>
                  <a:pt x="103" y="123"/>
                </a:cubicBezTo>
                <a:cubicBezTo>
                  <a:pt x="98" y="124"/>
                  <a:pt x="93" y="127"/>
                  <a:pt x="96" y="142"/>
                </a:cubicBezTo>
                <a:cubicBezTo>
                  <a:pt x="100" y="162"/>
                  <a:pt x="107" y="177"/>
                  <a:pt x="112" y="177"/>
                </a:cubicBezTo>
                <a:cubicBezTo>
                  <a:pt x="115" y="200"/>
                  <a:pt x="121" y="221"/>
                  <a:pt x="130" y="233"/>
                </a:cubicBezTo>
                <a:cubicBezTo>
                  <a:pt x="152" y="262"/>
                  <a:pt x="113" y="296"/>
                  <a:pt x="112" y="296"/>
                </a:cubicBezTo>
                <a:cubicBezTo>
                  <a:pt x="112" y="296"/>
                  <a:pt x="34" y="348"/>
                  <a:pt x="20" y="363"/>
                </a:cubicBezTo>
                <a:cubicBezTo>
                  <a:pt x="0" y="385"/>
                  <a:pt x="5" y="457"/>
                  <a:pt x="5" y="457"/>
                </a:cubicBezTo>
                <a:cubicBezTo>
                  <a:pt x="321" y="387"/>
                  <a:pt x="321" y="387"/>
                  <a:pt x="321" y="387"/>
                </a:cubicBezTo>
                <a:cubicBezTo>
                  <a:pt x="321" y="387"/>
                  <a:pt x="325" y="338"/>
                  <a:pt x="312" y="32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50" name="Freeform 29"/>
          <p:cNvSpPr>
            <a:spLocks/>
          </p:cNvSpPr>
          <p:nvPr/>
        </p:nvSpPr>
        <p:spPr bwMode="auto">
          <a:xfrm flipH="1">
            <a:off x="4299074" y="2571642"/>
            <a:ext cx="941767" cy="3417900"/>
          </a:xfrm>
          <a:custGeom>
            <a:avLst/>
            <a:gdLst>
              <a:gd name="T0" fmla="*/ 823 w 855"/>
              <a:gd name="T1" fmla="*/ 0 h 3103"/>
              <a:gd name="T2" fmla="*/ 855 w 855"/>
              <a:gd name="T3" fmla="*/ 0 h 3103"/>
              <a:gd name="T4" fmla="*/ 31 w 855"/>
              <a:gd name="T5" fmla="*/ 3095 h 3103"/>
              <a:gd name="T6" fmla="*/ 0 w 855"/>
              <a:gd name="T7" fmla="*/ 3103 h 3103"/>
              <a:gd name="T8" fmla="*/ 823 w 855"/>
              <a:gd name="T9" fmla="*/ 0 h 3103"/>
            </a:gdLst>
            <a:ahLst/>
            <a:cxnLst>
              <a:cxn ang="0">
                <a:pos x="T0" y="T1"/>
              </a:cxn>
              <a:cxn ang="0">
                <a:pos x="T2" y="T3"/>
              </a:cxn>
              <a:cxn ang="0">
                <a:pos x="T4" y="T5"/>
              </a:cxn>
              <a:cxn ang="0">
                <a:pos x="T6" y="T7"/>
              </a:cxn>
              <a:cxn ang="0">
                <a:pos x="T8" y="T9"/>
              </a:cxn>
            </a:cxnLst>
            <a:rect l="0" t="0" r="r" b="b"/>
            <a:pathLst>
              <a:path w="855" h="3103">
                <a:moveTo>
                  <a:pt x="823" y="0"/>
                </a:moveTo>
                <a:lnTo>
                  <a:pt x="855" y="0"/>
                </a:lnTo>
                <a:lnTo>
                  <a:pt x="31" y="3095"/>
                </a:lnTo>
                <a:lnTo>
                  <a:pt x="0" y="3103"/>
                </a:lnTo>
                <a:lnTo>
                  <a:pt x="823" y="0"/>
                </a:lnTo>
                <a:close/>
              </a:path>
            </a:pathLst>
          </a:custGeom>
          <a:solidFill>
            <a:srgbClr val="8082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51" name="Freeform 30"/>
          <p:cNvSpPr>
            <a:spLocks/>
          </p:cNvSpPr>
          <p:nvPr/>
        </p:nvSpPr>
        <p:spPr bwMode="auto">
          <a:xfrm flipH="1">
            <a:off x="4169099" y="2853621"/>
            <a:ext cx="278675" cy="142091"/>
          </a:xfrm>
          <a:custGeom>
            <a:avLst/>
            <a:gdLst>
              <a:gd name="T0" fmla="*/ 0 w 253"/>
              <a:gd name="T1" fmla="*/ 129 h 129"/>
              <a:gd name="T2" fmla="*/ 253 w 253"/>
              <a:gd name="T3" fmla="*/ 0 h 129"/>
              <a:gd name="T4" fmla="*/ 249 w 253"/>
              <a:gd name="T5" fmla="*/ 21 h 129"/>
              <a:gd name="T6" fmla="*/ 35 w 253"/>
              <a:gd name="T7" fmla="*/ 127 h 129"/>
              <a:gd name="T8" fmla="*/ 0 w 253"/>
              <a:gd name="T9" fmla="*/ 129 h 129"/>
            </a:gdLst>
            <a:ahLst/>
            <a:cxnLst>
              <a:cxn ang="0">
                <a:pos x="T0" y="T1"/>
              </a:cxn>
              <a:cxn ang="0">
                <a:pos x="T2" y="T3"/>
              </a:cxn>
              <a:cxn ang="0">
                <a:pos x="T4" y="T5"/>
              </a:cxn>
              <a:cxn ang="0">
                <a:pos x="T6" y="T7"/>
              </a:cxn>
              <a:cxn ang="0">
                <a:pos x="T8" y="T9"/>
              </a:cxn>
            </a:cxnLst>
            <a:rect l="0" t="0" r="r" b="b"/>
            <a:pathLst>
              <a:path w="253" h="129">
                <a:moveTo>
                  <a:pt x="0" y="129"/>
                </a:moveTo>
                <a:lnTo>
                  <a:pt x="253" y="0"/>
                </a:lnTo>
                <a:lnTo>
                  <a:pt x="249" y="21"/>
                </a:lnTo>
                <a:lnTo>
                  <a:pt x="35" y="127"/>
                </a:lnTo>
                <a:lnTo>
                  <a:pt x="0" y="129"/>
                </a:lnTo>
                <a:close/>
              </a:path>
            </a:pathLst>
          </a:custGeom>
          <a:solidFill>
            <a:srgbClr val="8082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52" name="Freeform 31"/>
          <p:cNvSpPr>
            <a:spLocks/>
          </p:cNvSpPr>
          <p:nvPr/>
        </p:nvSpPr>
        <p:spPr bwMode="auto">
          <a:xfrm flipH="1">
            <a:off x="4251711" y="3197284"/>
            <a:ext cx="286385" cy="146497"/>
          </a:xfrm>
          <a:custGeom>
            <a:avLst/>
            <a:gdLst>
              <a:gd name="T0" fmla="*/ 0 w 260"/>
              <a:gd name="T1" fmla="*/ 131 h 133"/>
              <a:gd name="T2" fmla="*/ 260 w 260"/>
              <a:gd name="T3" fmla="*/ 0 h 133"/>
              <a:gd name="T4" fmla="*/ 254 w 260"/>
              <a:gd name="T5" fmla="*/ 27 h 133"/>
              <a:gd name="T6" fmla="*/ 32 w 260"/>
              <a:gd name="T7" fmla="*/ 133 h 133"/>
              <a:gd name="T8" fmla="*/ 0 w 260"/>
              <a:gd name="T9" fmla="*/ 131 h 133"/>
            </a:gdLst>
            <a:ahLst/>
            <a:cxnLst>
              <a:cxn ang="0">
                <a:pos x="T0" y="T1"/>
              </a:cxn>
              <a:cxn ang="0">
                <a:pos x="T2" y="T3"/>
              </a:cxn>
              <a:cxn ang="0">
                <a:pos x="T4" y="T5"/>
              </a:cxn>
              <a:cxn ang="0">
                <a:pos x="T6" y="T7"/>
              </a:cxn>
              <a:cxn ang="0">
                <a:pos x="T8" y="T9"/>
              </a:cxn>
            </a:cxnLst>
            <a:rect l="0" t="0" r="r" b="b"/>
            <a:pathLst>
              <a:path w="260" h="133">
                <a:moveTo>
                  <a:pt x="0" y="131"/>
                </a:moveTo>
                <a:lnTo>
                  <a:pt x="260" y="0"/>
                </a:lnTo>
                <a:lnTo>
                  <a:pt x="254" y="27"/>
                </a:lnTo>
                <a:lnTo>
                  <a:pt x="32" y="133"/>
                </a:lnTo>
                <a:lnTo>
                  <a:pt x="0" y="131"/>
                </a:lnTo>
                <a:close/>
              </a:path>
            </a:pathLst>
          </a:custGeom>
          <a:solidFill>
            <a:srgbClr val="8082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53" name="Freeform 32"/>
          <p:cNvSpPr>
            <a:spLocks/>
          </p:cNvSpPr>
          <p:nvPr/>
        </p:nvSpPr>
        <p:spPr bwMode="auto">
          <a:xfrm flipH="1">
            <a:off x="4427948" y="3990351"/>
            <a:ext cx="304009" cy="76002"/>
          </a:xfrm>
          <a:custGeom>
            <a:avLst/>
            <a:gdLst>
              <a:gd name="T0" fmla="*/ 0 w 276"/>
              <a:gd name="T1" fmla="*/ 67 h 69"/>
              <a:gd name="T2" fmla="*/ 270 w 276"/>
              <a:gd name="T3" fmla="*/ 0 h 69"/>
              <a:gd name="T4" fmla="*/ 276 w 276"/>
              <a:gd name="T5" fmla="*/ 17 h 69"/>
              <a:gd name="T6" fmla="*/ 33 w 276"/>
              <a:gd name="T7" fmla="*/ 69 h 69"/>
              <a:gd name="T8" fmla="*/ 0 w 276"/>
              <a:gd name="T9" fmla="*/ 67 h 69"/>
            </a:gdLst>
            <a:ahLst/>
            <a:cxnLst>
              <a:cxn ang="0">
                <a:pos x="T0" y="T1"/>
              </a:cxn>
              <a:cxn ang="0">
                <a:pos x="T2" y="T3"/>
              </a:cxn>
              <a:cxn ang="0">
                <a:pos x="T4" y="T5"/>
              </a:cxn>
              <a:cxn ang="0">
                <a:pos x="T6" y="T7"/>
              </a:cxn>
              <a:cxn ang="0">
                <a:pos x="T8" y="T9"/>
              </a:cxn>
            </a:cxnLst>
            <a:rect l="0" t="0" r="r" b="b"/>
            <a:pathLst>
              <a:path w="276" h="69">
                <a:moveTo>
                  <a:pt x="0" y="67"/>
                </a:moveTo>
                <a:lnTo>
                  <a:pt x="270" y="0"/>
                </a:lnTo>
                <a:lnTo>
                  <a:pt x="276" y="17"/>
                </a:lnTo>
                <a:lnTo>
                  <a:pt x="33" y="69"/>
                </a:lnTo>
                <a:lnTo>
                  <a:pt x="0" y="67"/>
                </a:lnTo>
                <a:close/>
              </a:path>
            </a:pathLst>
          </a:custGeom>
          <a:solidFill>
            <a:srgbClr val="8082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54" name="Freeform 33"/>
          <p:cNvSpPr>
            <a:spLocks/>
          </p:cNvSpPr>
          <p:nvPr/>
        </p:nvSpPr>
        <p:spPr bwMode="auto">
          <a:xfrm flipH="1">
            <a:off x="4534792" y="4403407"/>
            <a:ext cx="298502" cy="47364"/>
          </a:xfrm>
          <a:custGeom>
            <a:avLst/>
            <a:gdLst>
              <a:gd name="T0" fmla="*/ 0 w 271"/>
              <a:gd name="T1" fmla="*/ 41 h 43"/>
              <a:gd name="T2" fmla="*/ 266 w 271"/>
              <a:gd name="T3" fmla="*/ 0 h 43"/>
              <a:gd name="T4" fmla="*/ 271 w 271"/>
              <a:gd name="T5" fmla="*/ 17 h 43"/>
              <a:gd name="T6" fmla="*/ 31 w 271"/>
              <a:gd name="T7" fmla="*/ 43 h 43"/>
              <a:gd name="T8" fmla="*/ 0 w 271"/>
              <a:gd name="T9" fmla="*/ 41 h 43"/>
            </a:gdLst>
            <a:ahLst/>
            <a:cxnLst>
              <a:cxn ang="0">
                <a:pos x="T0" y="T1"/>
              </a:cxn>
              <a:cxn ang="0">
                <a:pos x="T2" y="T3"/>
              </a:cxn>
              <a:cxn ang="0">
                <a:pos x="T4" y="T5"/>
              </a:cxn>
              <a:cxn ang="0">
                <a:pos x="T6" y="T7"/>
              </a:cxn>
              <a:cxn ang="0">
                <a:pos x="T8" y="T9"/>
              </a:cxn>
            </a:cxnLst>
            <a:rect l="0" t="0" r="r" b="b"/>
            <a:pathLst>
              <a:path w="271" h="43">
                <a:moveTo>
                  <a:pt x="0" y="41"/>
                </a:moveTo>
                <a:lnTo>
                  <a:pt x="266" y="0"/>
                </a:lnTo>
                <a:lnTo>
                  <a:pt x="271" y="17"/>
                </a:lnTo>
                <a:lnTo>
                  <a:pt x="31" y="43"/>
                </a:lnTo>
                <a:lnTo>
                  <a:pt x="0" y="41"/>
                </a:lnTo>
                <a:close/>
              </a:path>
            </a:pathLst>
          </a:custGeom>
          <a:solidFill>
            <a:srgbClr val="8082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55" name="Freeform 34"/>
          <p:cNvSpPr>
            <a:spLocks/>
          </p:cNvSpPr>
          <p:nvPr/>
        </p:nvSpPr>
        <p:spPr bwMode="auto">
          <a:xfrm flipH="1">
            <a:off x="4714333" y="5154618"/>
            <a:ext cx="306212" cy="27537"/>
          </a:xfrm>
          <a:custGeom>
            <a:avLst/>
            <a:gdLst>
              <a:gd name="T0" fmla="*/ 0 w 278"/>
              <a:gd name="T1" fmla="*/ 0 h 25"/>
              <a:gd name="T2" fmla="*/ 264 w 278"/>
              <a:gd name="T3" fmla="*/ 25 h 25"/>
              <a:gd name="T4" fmla="*/ 278 w 278"/>
              <a:gd name="T5" fmla="*/ 21 h 25"/>
              <a:gd name="T6" fmla="*/ 31 w 278"/>
              <a:gd name="T7" fmla="*/ 0 h 25"/>
              <a:gd name="T8" fmla="*/ 0 w 278"/>
              <a:gd name="T9" fmla="*/ 0 h 25"/>
            </a:gdLst>
            <a:ahLst/>
            <a:cxnLst>
              <a:cxn ang="0">
                <a:pos x="T0" y="T1"/>
              </a:cxn>
              <a:cxn ang="0">
                <a:pos x="T2" y="T3"/>
              </a:cxn>
              <a:cxn ang="0">
                <a:pos x="T4" y="T5"/>
              </a:cxn>
              <a:cxn ang="0">
                <a:pos x="T6" y="T7"/>
              </a:cxn>
              <a:cxn ang="0">
                <a:pos x="T8" y="T9"/>
              </a:cxn>
            </a:cxnLst>
            <a:rect l="0" t="0" r="r" b="b"/>
            <a:pathLst>
              <a:path w="278" h="25">
                <a:moveTo>
                  <a:pt x="0" y="0"/>
                </a:moveTo>
                <a:lnTo>
                  <a:pt x="264" y="25"/>
                </a:lnTo>
                <a:lnTo>
                  <a:pt x="278" y="21"/>
                </a:lnTo>
                <a:lnTo>
                  <a:pt x="31" y="0"/>
                </a:lnTo>
                <a:lnTo>
                  <a:pt x="0" y="0"/>
                </a:lnTo>
                <a:close/>
              </a:path>
            </a:pathLst>
          </a:custGeom>
          <a:solidFill>
            <a:srgbClr val="8082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56" name="Freeform 35"/>
          <p:cNvSpPr>
            <a:spLocks/>
          </p:cNvSpPr>
          <p:nvPr/>
        </p:nvSpPr>
        <p:spPr bwMode="auto">
          <a:xfrm flipH="1">
            <a:off x="4831090" y="5558862"/>
            <a:ext cx="297400" cy="59480"/>
          </a:xfrm>
          <a:custGeom>
            <a:avLst/>
            <a:gdLst>
              <a:gd name="T0" fmla="*/ 0 w 270"/>
              <a:gd name="T1" fmla="*/ 0 h 54"/>
              <a:gd name="T2" fmla="*/ 266 w 270"/>
              <a:gd name="T3" fmla="*/ 54 h 54"/>
              <a:gd name="T4" fmla="*/ 270 w 270"/>
              <a:gd name="T5" fmla="*/ 45 h 54"/>
              <a:gd name="T6" fmla="*/ 33 w 270"/>
              <a:gd name="T7" fmla="*/ 0 h 54"/>
              <a:gd name="T8" fmla="*/ 0 w 270"/>
              <a:gd name="T9" fmla="*/ 0 h 54"/>
            </a:gdLst>
            <a:ahLst/>
            <a:cxnLst>
              <a:cxn ang="0">
                <a:pos x="T0" y="T1"/>
              </a:cxn>
              <a:cxn ang="0">
                <a:pos x="T2" y="T3"/>
              </a:cxn>
              <a:cxn ang="0">
                <a:pos x="T4" y="T5"/>
              </a:cxn>
              <a:cxn ang="0">
                <a:pos x="T6" y="T7"/>
              </a:cxn>
              <a:cxn ang="0">
                <a:pos x="T8" y="T9"/>
              </a:cxn>
            </a:cxnLst>
            <a:rect l="0" t="0" r="r" b="b"/>
            <a:pathLst>
              <a:path w="270" h="54">
                <a:moveTo>
                  <a:pt x="0" y="0"/>
                </a:moveTo>
                <a:lnTo>
                  <a:pt x="266" y="54"/>
                </a:lnTo>
                <a:lnTo>
                  <a:pt x="270" y="45"/>
                </a:lnTo>
                <a:lnTo>
                  <a:pt x="33" y="0"/>
                </a:lnTo>
                <a:lnTo>
                  <a:pt x="0" y="0"/>
                </a:lnTo>
                <a:close/>
              </a:path>
            </a:pathLst>
          </a:custGeom>
          <a:solidFill>
            <a:srgbClr val="8082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57" name="Freeform 36"/>
          <p:cNvSpPr>
            <a:spLocks noEditPoints="1"/>
          </p:cNvSpPr>
          <p:nvPr/>
        </p:nvSpPr>
        <p:spPr bwMode="auto">
          <a:xfrm flipH="1">
            <a:off x="3967528" y="2363462"/>
            <a:ext cx="1358128" cy="3770374"/>
          </a:xfrm>
          <a:custGeom>
            <a:avLst/>
            <a:gdLst>
              <a:gd name="T0" fmla="*/ 1136 w 1233"/>
              <a:gd name="T1" fmla="*/ 89 h 3423"/>
              <a:gd name="T2" fmla="*/ 1077 w 1233"/>
              <a:gd name="T3" fmla="*/ 337 h 3423"/>
              <a:gd name="T4" fmla="*/ 826 w 1233"/>
              <a:gd name="T5" fmla="*/ 466 h 3423"/>
              <a:gd name="T6" fmla="*/ 900 w 1233"/>
              <a:gd name="T7" fmla="*/ 189 h 3423"/>
              <a:gd name="T8" fmla="*/ 821 w 1233"/>
              <a:gd name="T9" fmla="*/ 266 h 3423"/>
              <a:gd name="T10" fmla="*/ 0 w 1233"/>
              <a:gd name="T11" fmla="*/ 3259 h 3423"/>
              <a:gd name="T12" fmla="*/ 77 w 1233"/>
              <a:gd name="T13" fmla="*/ 3292 h 3423"/>
              <a:gd name="T14" fmla="*/ 158 w 1233"/>
              <a:gd name="T15" fmla="*/ 2990 h 3423"/>
              <a:gd name="T16" fmla="*/ 420 w 1233"/>
              <a:gd name="T17" fmla="*/ 3061 h 3423"/>
              <a:gd name="T18" fmla="*/ 343 w 1233"/>
              <a:gd name="T19" fmla="*/ 3383 h 3423"/>
              <a:gd name="T20" fmla="*/ 455 w 1233"/>
              <a:gd name="T21" fmla="*/ 3423 h 3423"/>
              <a:gd name="T22" fmla="*/ 1233 w 1233"/>
              <a:gd name="T23" fmla="*/ 0 h 3423"/>
              <a:gd name="T24" fmla="*/ 1136 w 1233"/>
              <a:gd name="T25" fmla="*/ 89 h 3423"/>
              <a:gd name="T26" fmla="*/ 1050 w 1233"/>
              <a:gd name="T27" fmla="*/ 445 h 3423"/>
              <a:gd name="T28" fmla="*/ 1002 w 1233"/>
              <a:gd name="T29" fmla="*/ 649 h 3423"/>
              <a:gd name="T30" fmla="*/ 742 w 1233"/>
              <a:gd name="T31" fmla="*/ 782 h 3423"/>
              <a:gd name="T32" fmla="*/ 797 w 1233"/>
              <a:gd name="T33" fmla="*/ 572 h 3423"/>
              <a:gd name="T34" fmla="*/ 1050 w 1233"/>
              <a:gd name="T35" fmla="*/ 445 h 3423"/>
              <a:gd name="T36" fmla="*/ 372 w 1233"/>
              <a:gd name="T37" fmla="*/ 2181 h 3423"/>
              <a:gd name="T38" fmla="*/ 449 w 1233"/>
              <a:gd name="T39" fmla="*/ 1893 h 3423"/>
              <a:gd name="T40" fmla="*/ 709 w 1233"/>
              <a:gd name="T41" fmla="*/ 1860 h 3423"/>
              <a:gd name="T42" fmla="*/ 636 w 1233"/>
              <a:gd name="T43" fmla="*/ 2168 h 3423"/>
              <a:gd name="T44" fmla="*/ 372 w 1233"/>
              <a:gd name="T45" fmla="*/ 2181 h 3423"/>
              <a:gd name="T46" fmla="*/ 611 w 1233"/>
              <a:gd name="T47" fmla="*/ 2272 h 3423"/>
              <a:gd name="T48" fmla="*/ 541 w 1233"/>
              <a:gd name="T49" fmla="*/ 2559 h 3423"/>
              <a:gd name="T50" fmla="*/ 277 w 1233"/>
              <a:gd name="T51" fmla="*/ 2534 h 3423"/>
              <a:gd name="T52" fmla="*/ 349 w 1233"/>
              <a:gd name="T53" fmla="*/ 2270 h 3423"/>
              <a:gd name="T54" fmla="*/ 611 w 1233"/>
              <a:gd name="T55" fmla="*/ 2272 h 3423"/>
              <a:gd name="T56" fmla="*/ 474 w 1233"/>
              <a:gd name="T57" fmla="*/ 1798 h 3423"/>
              <a:gd name="T58" fmla="*/ 541 w 1233"/>
              <a:gd name="T59" fmla="*/ 1544 h 3423"/>
              <a:gd name="T60" fmla="*/ 799 w 1233"/>
              <a:gd name="T61" fmla="*/ 1483 h 3423"/>
              <a:gd name="T62" fmla="*/ 734 w 1233"/>
              <a:gd name="T63" fmla="*/ 1754 h 3423"/>
              <a:gd name="T64" fmla="*/ 474 w 1233"/>
              <a:gd name="T65" fmla="*/ 1798 h 3423"/>
              <a:gd name="T66" fmla="*/ 566 w 1233"/>
              <a:gd name="T67" fmla="*/ 1446 h 3423"/>
              <a:gd name="T68" fmla="*/ 624 w 1233"/>
              <a:gd name="T69" fmla="*/ 1228 h 3423"/>
              <a:gd name="T70" fmla="*/ 884 w 1233"/>
              <a:gd name="T71" fmla="*/ 1136 h 3423"/>
              <a:gd name="T72" fmla="*/ 824 w 1233"/>
              <a:gd name="T73" fmla="*/ 1377 h 3423"/>
              <a:gd name="T74" fmla="*/ 566 w 1233"/>
              <a:gd name="T75" fmla="*/ 1446 h 3423"/>
              <a:gd name="T76" fmla="*/ 653 w 1233"/>
              <a:gd name="T77" fmla="*/ 1121 h 3423"/>
              <a:gd name="T78" fmla="*/ 715 w 1233"/>
              <a:gd name="T79" fmla="*/ 888 h 3423"/>
              <a:gd name="T80" fmla="*/ 975 w 1233"/>
              <a:gd name="T81" fmla="*/ 757 h 3423"/>
              <a:gd name="T82" fmla="*/ 911 w 1233"/>
              <a:gd name="T83" fmla="*/ 1019 h 3423"/>
              <a:gd name="T84" fmla="*/ 653 w 1233"/>
              <a:gd name="T85" fmla="*/ 1121 h 3423"/>
              <a:gd name="T86" fmla="*/ 445 w 1233"/>
              <a:gd name="T87" fmla="*/ 2955 h 3423"/>
              <a:gd name="T88" fmla="*/ 181 w 1233"/>
              <a:gd name="T89" fmla="*/ 2901 h 3423"/>
              <a:gd name="T90" fmla="*/ 252 w 1233"/>
              <a:gd name="T91" fmla="*/ 2634 h 3423"/>
              <a:gd name="T92" fmla="*/ 514 w 1233"/>
              <a:gd name="T93" fmla="*/ 2665 h 3423"/>
              <a:gd name="T94" fmla="*/ 445 w 1233"/>
              <a:gd name="T95" fmla="*/ 2955 h 3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33" h="3423">
                <a:moveTo>
                  <a:pt x="1136" y="89"/>
                </a:moveTo>
                <a:lnTo>
                  <a:pt x="1077" y="337"/>
                </a:lnTo>
                <a:lnTo>
                  <a:pt x="826" y="466"/>
                </a:lnTo>
                <a:lnTo>
                  <a:pt x="900" y="189"/>
                </a:lnTo>
                <a:lnTo>
                  <a:pt x="821" y="266"/>
                </a:lnTo>
                <a:lnTo>
                  <a:pt x="0" y="3259"/>
                </a:lnTo>
                <a:lnTo>
                  <a:pt x="77" y="3292"/>
                </a:lnTo>
                <a:lnTo>
                  <a:pt x="158" y="2990"/>
                </a:lnTo>
                <a:lnTo>
                  <a:pt x="420" y="3061"/>
                </a:lnTo>
                <a:lnTo>
                  <a:pt x="343" y="3383"/>
                </a:lnTo>
                <a:lnTo>
                  <a:pt x="455" y="3423"/>
                </a:lnTo>
                <a:lnTo>
                  <a:pt x="1233" y="0"/>
                </a:lnTo>
                <a:lnTo>
                  <a:pt x="1136" y="89"/>
                </a:lnTo>
                <a:close/>
                <a:moveTo>
                  <a:pt x="1050" y="445"/>
                </a:moveTo>
                <a:lnTo>
                  <a:pt x="1002" y="649"/>
                </a:lnTo>
                <a:lnTo>
                  <a:pt x="742" y="782"/>
                </a:lnTo>
                <a:lnTo>
                  <a:pt x="797" y="572"/>
                </a:lnTo>
                <a:lnTo>
                  <a:pt x="1050" y="445"/>
                </a:lnTo>
                <a:close/>
                <a:moveTo>
                  <a:pt x="372" y="2181"/>
                </a:moveTo>
                <a:lnTo>
                  <a:pt x="449" y="1893"/>
                </a:lnTo>
                <a:lnTo>
                  <a:pt x="709" y="1860"/>
                </a:lnTo>
                <a:lnTo>
                  <a:pt x="636" y="2168"/>
                </a:lnTo>
                <a:lnTo>
                  <a:pt x="372" y="2181"/>
                </a:lnTo>
                <a:close/>
                <a:moveTo>
                  <a:pt x="611" y="2272"/>
                </a:moveTo>
                <a:lnTo>
                  <a:pt x="541" y="2559"/>
                </a:lnTo>
                <a:lnTo>
                  <a:pt x="277" y="2534"/>
                </a:lnTo>
                <a:lnTo>
                  <a:pt x="349" y="2270"/>
                </a:lnTo>
                <a:lnTo>
                  <a:pt x="611" y="2272"/>
                </a:lnTo>
                <a:close/>
                <a:moveTo>
                  <a:pt x="474" y="1798"/>
                </a:moveTo>
                <a:lnTo>
                  <a:pt x="541" y="1544"/>
                </a:lnTo>
                <a:lnTo>
                  <a:pt x="799" y="1483"/>
                </a:lnTo>
                <a:lnTo>
                  <a:pt x="734" y="1754"/>
                </a:lnTo>
                <a:lnTo>
                  <a:pt x="474" y="1798"/>
                </a:lnTo>
                <a:close/>
                <a:moveTo>
                  <a:pt x="566" y="1446"/>
                </a:moveTo>
                <a:lnTo>
                  <a:pt x="624" y="1228"/>
                </a:lnTo>
                <a:lnTo>
                  <a:pt x="884" y="1136"/>
                </a:lnTo>
                <a:lnTo>
                  <a:pt x="824" y="1377"/>
                </a:lnTo>
                <a:lnTo>
                  <a:pt x="566" y="1446"/>
                </a:lnTo>
                <a:close/>
                <a:moveTo>
                  <a:pt x="653" y="1121"/>
                </a:moveTo>
                <a:lnTo>
                  <a:pt x="715" y="888"/>
                </a:lnTo>
                <a:lnTo>
                  <a:pt x="975" y="757"/>
                </a:lnTo>
                <a:lnTo>
                  <a:pt x="911" y="1019"/>
                </a:lnTo>
                <a:lnTo>
                  <a:pt x="653" y="1121"/>
                </a:lnTo>
                <a:close/>
                <a:moveTo>
                  <a:pt x="445" y="2955"/>
                </a:moveTo>
                <a:lnTo>
                  <a:pt x="181" y="2901"/>
                </a:lnTo>
                <a:lnTo>
                  <a:pt x="252" y="2634"/>
                </a:lnTo>
                <a:lnTo>
                  <a:pt x="514" y="2665"/>
                </a:lnTo>
                <a:lnTo>
                  <a:pt x="445" y="2955"/>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58" name="Freeform 37"/>
          <p:cNvSpPr>
            <a:spLocks/>
          </p:cNvSpPr>
          <p:nvPr/>
        </p:nvSpPr>
        <p:spPr bwMode="auto">
          <a:xfrm flipH="1">
            <a:off x="3933382" y="2363462"/>
            <a:ext cx="891099" cy="3770374"/>
          </a:xfrm>
          <a:custGeom>
            <a:avLst/>
            <a:gdLst>
              <a:gd name="T0" fmla="*/ 776 w 809"/>
              <a:gd name="T1" fmla="*/ 0 h 3423"/>
              <a:gd name="T2" fmla="*/ 809 w 809"/>
              <a:gd name="T3" fmla="*/ 0 h 3423"/>
              <a:gd name="T4" fmla="*/ 57 w 809"/>
              <a:gd name="T5" fmla="*/ 3410 h 3423"/>
              <a:gd name="T6" fmla="*/ 0 w 809"/>
              <a:gd name="T7" fmla="*/ 3423 h 3423"/>
              <a:gd name="T8" fmla="*/ 776 w 809"/>
              <a:gd name="T9" fmla="*/ 0 h 3423"/>
            </a:gdLst>
            <a:ahLst/>
            <a:cxnLst>
              <a:cxn ang="0">
                <a:pos x="T0" y="T1"/>
              </a:cxn>
              <a:cxn ang="0">
                <a:pos x="T2" y="T3"/>
              </a:cxn>
              <a:cxn ang="0">
                <a:pos x="T4" y="T5"/>
              </a:cxn>
              <a:cxn ang="0">
                <a:pos x="T6" y="T7"/>
              </a:cxn>
              <a:cxn ang="0">
                <a:pos x="T8" y="T9"/>
              </a:cxn>
            </a:cxnLst>
            <a:rect l="0" t="0" r="r" b="b"/>
            <a:pathLst>
              <a:path w="809" h="3423">
                <a:moveTo>
                  <a:pt x="776" y="0"/>
                </a:moveTo>
                <a:lnTo>
                  <a:pt x="809" y="0"/>
                </a:lnTo>
                <a:lnTo>
                  <a:pt x="57" y="3410"/>
                </a:lnTo>
                <a:lnTo>
                  <a:pt x="0" y="3423"/>
                </a:lnTo>
                <a:lnTo>
                  <a:pt x="776" y="0"/>
                </a:lnTo>
                <a:close/>
              </a:path>
            </a:pathLst>
          </a:custGeom>
          <a:solidFill>
            <a:srgbClr val="BC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2" name="文本框 1"/>
          <p:cNvSpPr txBox="1"/>
          <p:nvPr/>
        </p:nvSpPr>
        <p:spPr>
          <a:xfrm>
            <a:off x="1754338" y="6321088"/>
            <a:ext cx="3416320" cy="307777"/>
          </a:xfrm>
          <a:prstGeom prst="rect">
            <a:avLst/>
          </a:prstGeom>
          <a:noFill/>
        </p:spPr>
        <p:txBody>
          <a:bodyPr wrap="none" rtlCol="0">
            <a:spAutoFit/>
          </a:bodyPr>
          <a:lstStyle/>
          <a:p>
            <a:r>
              <a:rPr lang="zh-CN" altLang="en-US" sz="1400" dirty="0">
                <a:solidFill>
                  <a:schemeClr val="tx1">
                    <a:lumMod val="65000"/>
                    <a:lumOff val="35000"/>
                  </a:schemeClr>
                </a:solidFill>
              </a:rPr>
              <a:t>本页提供深浅两种背景下的图表使用设置</a:t>
            </a:r>
          </a:p>
        </p:txBody>
      </p:sp>
    </p:spTree>
    <p:extLst>
      <p:ext uri="{BB962C8B-B14F-4D97-AF65-F5344CB8AC3E}">
        <p14:creationId xmlns:p14="http://schemas.microsoft.com/office/powerpoint/2010/main" val="1225846948"/>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8" name="Freeform 183"/>
          <p:cNvSpPr>
            <a:spLocks/>
          </p:cNvSpPr>
          <p:nvPr/>
        </p:nvSpPr>
        <p:spPr bwMode="auto">
          <a:xfrm>
            <a:off x="4913230" y="3077444"/>
            <a:ext cx="1360488" cy="2679700"/>
          </a:xfrm>
          <a:custGeom>
            <a:avLst/>
            <a:gdLst>
              <a:gd name="T0" fmla="*/ 0 w 544"/>
              <a:gd name="T1" fmla="*/ 915 h 1073"/>
              <a:gd name="T2" fmla="*/ 0 w 544"/>
              <a:gd name="T3" fmla="*/ 199 h 1073"/>
              <a:gd name="T4" fmla="*/ 68 w 544"/>
              <a:gd name="T5" fmla="*/ 199 h 1073"/>
              <a:gd name="T6" fmla="*/ 274 w 544"/>
              <a:gd name="T7" fmla="*/ 0 h 1073"/>
              <a:gd name="T8" fmla="*/ 436 w 544"/>
              <a:gd name="T9" fmla="*/ 81 h 1073"/>
              <a:gd name="T10" fmla="*/ 457 w 544"/>
              <a:gd name="T11" fmla="*/ 115 h 1073"/>
              <a:gd name="T12" fmla="*/ 469 w 544"/>
              <a:gd name="T13" fmla="*/ 142 h 1073"/>
              <a:gd name="T14" fmla="*/ 479 w 544"/>
              <a:gd name="T15" fmla="*/ 199 h 1073"/>
              <a:gd name="T16" fmla="*/ 544 w 544"/>
              <a:gd name="T17" fmla="*/ 199 h 1073"/>
              <a:gd name="T18" fmla="*/ 544 w 544"/>
              <a:gd name="T19" fmla="*/ 915 h 1073"/>
              <a:gd name="T20" fmla="*/ 412 w 544"/>
              <a:gd name="T21" fmla="*/ 992 h 1073"/>
              <a:gd name="T22" fmla="*/ 273 w 544"/>
              <a:gd name="T23" fmla="*/ 1073 h 1073"/>
              <a:gd name="T24" fmla="*/ 228 w 544"/>
              <a:gd name="T25" fmla="*/ 1047 h 1073"/>
              <a:gd name="T26" fmla="*/ 196 w 544"/>
              <a:gd name="T27" fmla="*/ 1028 h 1073"/>
              <a:gd name="T28" fmla="*/ 164 w 544"/>
              <a:gd name="T29" fmla="*/ 1010 h 1073"/>
              <a:gd name="T30" fmla="*/ 32 w 544"/>
              <a:gd name="T31" fmla="*/ 934 h 1073"/>
              <a:gd name="T32" fmla="*/ 0 w 544"/>
              <a:gd name="T33" fmla="*/ 915 h 10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1073">
                <a:moveTo>
                  <a:pt x="0" y="915"/>
                </a:moveTo>
                <a:cubicBezTo>
                  <a:pt x="0" y="199"/>
                  <a:pt x="0" y="199"/>
                  <a:pt x="0" y="199"/>
                </a:cubicBezTo>
                <a:cubicBezTo>
                  <a:pt x="68" y="199"/>
                  <a:pt x="68" y="199"/>
                  <a:pt x="68" y="199"/>
                </a:cubicBezTo>
                <a:cubicBezTo>
                  <a:pt x="70" y="95"/>
                  <a:pt x="161" y="0"/>
                  <a:pt x="274" y="0"/>
                </a:cubicBezTo>
                <a:cubicBezTo>
                  <a:pt x="340" y="0"/>
                  <a:pt x="398" y="32"/>
                  <a:pt x="436" y="81"/>
                </a:cubicBezTo>
                <a:cubicBezTo>
                  <a:pt x="444" y="91"/>
                  <a:pt x="451" y="103"/>
                  <a:pt x="457" y="115"/>
                </a:cubicBezTo>
                <a:cubicBezTo>
                  <a:pt x="462" y="124"/>
                  <a:pt x="466" y="132"/>
                  <a:pt x="469" y="142"/>
                </a:cubicBezTo>
                <a:cubicBezTo>
                  <a:pt x="475" y="161"/>
                  <a:pt x="479" y="191"/>
                  <a:pt x="479" y="199"/>
                </a:cubicBezTo>
                <a:cubicBezTo>
                  <a:pt x="544" y="199"/>
                  <a:pt x="544" y="199"/>
                  <a:pt x="544" y="199"/>
                </a:cubicBezTo>
                <a:cubicBezTo>
                  <a:pt x="544" y="915"/>
                  <a:pt x="544" y="915"/>
                  <a:pt x="544" y="915"/>
                </a:cubicBezTo>
                <a:cubicBezTo>
                  <a:pt x="412" y="992"/>
                  <a:pt x="412" y="992"/>
                  <a:pt x="412" y="992"/>
                </a:cubicBezTo>
                <a:cubicBezTo>
                  <a:pt x="273" y="1073"/>
                  <a:pt x="273" y="1073"/>
                  <a:pt x="273" y="1073"/>
                </a:cubicBezTo>
                <a:cubicBezTo>
                  <a:pt x="228" y="1047"/>
                  <a:pt x="228" y="1047"/>
                  <a:pt x="228" y="1047"/>
                </a:cubicBezTo>
                <a:cubicBezTo>
                  <a:pt x="196" y="1028"/>
                  <a:pt x="196" y="1028"/>
                  <a:pt x="196" y="1028"/>
                </a:cubicBezTo>
                <a:cubicBezTo>
                  <a:pt x="164" y="1010"/>
                  <a:pt x="164" y="1010"/>
                  <a:pt x="164" y="1010"/>
                </a:cubicBezTo>
                <a:cubicBezTo>
                  <a:pt x="32" y="934"/>
                  <a:pt x="32" y="934"/>
                  <a:pt x="32" y="934"/>
                </a:cubicBezTo>
                <a:cubicBezTo>
                  <a:pt x="0" y="915"/>
                  <a:pt x="0" y="915"/>
                  <a:pt x="0" y="915"/>
                </a:cubicBezTo>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9" name="Freeform 183"/>
          <p:cNvSpPr>
            <a:spLocks/>
          </p:cNvSpPr>
          <p:nvPr/>
        </p:nvSpPr>
        <p:spPr bwMode="auto">
          <a:xfrm>
            <a:off x="6479456" y="2203598"/>
            <a:ext cx="1360488" cy="2679700"/>
          </a:xfrm>
          <a:custGeom>
            <a:avLst/>
            <a:gdLst>
              <a:gd name="T0" fmla="*/ 0 w 544"/>
              <a:gd name="T1" fmla="*/ 915 h 1073"/>
              <a:gd name="T2" fmla="*/ 0 w 544"/>
              <a:gd name="T3" fmla="*/ 199 h 1073"/>
              <a:gd name="T4" fmla="*/ 68 w 544"/>
              <a:gd name="T5" fmla="*/ 199 h 1073"/>
              <a:gd name="T6" fmla="*/ 274 w 544"/>
              <a:gd name="T7" fmla="*/ 0 h 1073"/>
              <a:gd name="T8" fmla="*/ 436 w 544"/>
              <a:gd name="T9" fmla="*/ 81 h 1073"/>
              <a:gd name="T10" fmla="*/ 457 w 544"/>
              <a:gd name="T11" fmla="*/ 115 h 1073"/>
              <a:gd name="T12" fmla="*/ 469 w 544"/>
              <a:gd name="T13" fmla="*/ 142 h 1073"/>
              <a:gd name="T14" fmla="*/ 479 w 544"/>
              <a:gd name="T15" fmla="*/ 199 h 1073"/>
              <a:gd name="T16" fmla="*/ 544 w 544"/>
              <a:gd name="T17" fmla="*/ 199 h 1073"/>
              <a:gd name="T18" fmla="*/ 544 w 544"/>
              <a:gd name="T19" fmla="*/ 915 h 1073"/>
              <a:gd name="T20" fmla="*/ 412 w 544"/>
              <a:gd name="T21" fmla="*/ 992 h 1073"/>
              <a:gd name="T22" fmla="*/ 273 w 544"/>
              <a:gd name="T23" fmla="*/ 1073 h 1073"/>
              <a:gd name="T24" fmla="*/ 228 w 544"/>
              <a:gd name="T25" fmla="*/ 1047 h 1073"/>
              <a:gd name="T26" fmla="*/ 196 w 544"/>
              <a:gd name="T27" fmla="*/ 1028 h 1073"/>
              <a:gd name="T28" fmla="*/ 164 w 544"/>
              <a:gd name="T29" fmla="*/ 1010 h 1073"/>
              <a:gd name="T30" fmla="*/ 32 w 544"/>
              <a:gd name="T31" fmla="*/ 934 h 1073"/>
              <a:gd name="T32" fmla="*/ 0 w 544"/>
              <a:gd name="T33" fmla="*/ 915 h 10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1073">
                <a:moveTo>
                  <a:pt x="0" y="915"/>
                </a:moveTo>
                <a:cubicBezTo>
                  <a:pt x="0" y="199"/>
                  <a:pt x="0" y="199"/>
                  <a:pt x="0" y="199"/>
                </a:cubicBezTo>
                <a:cubicBezTo>
                  <a:pt x="68" y="199"/>
                  <a:pt x="68" y="199"/>
                  <a:pt x="68" y="199"/>
                </a:cubicBezTo>
                <a:cubicBezTo>
                  <a:pt x="70" y="95"/>
                  <a:pt x="161" y="0"/>
                  <a:pt x="274" y="0"/>
                </a:cubicBezTo>
                <a:cubicBezTo>
                  <a:pt x="340" y="0"/>
                  <a:pt x="398" y="32"/>
                  <a:pt x="436" y="81"/>
                </a:cubicBezTo>
                <a:cubicBezTo>
                  <a:pt x="444" y="91"/>
                  <a:pt x="451" y="103"/>
                  <a:pt x="457" y="115"/>
                </a:cubicBezTo>
                <a:cubicBezTo>
                  <a:pt x="462" y="124"/>
                  <a:pt x="466" y="132"/>
                  <a:pt x="469" y="142"/>
                </a:cubicBezTo>
                <a:cubicBezTo>
                  <a:pt x="475" y="161"/>
                  <a:pt x="479" y="191"/>
                  <a:pt x="479" y="199"/>
                </a:cubicBezTo>
                <a:cubicBezTo>
                  <a:pt x="544" y="199"/>
                  <a:pt x="544" y="199"/>
                  <a:pt x="544" y="199"/>
                </a:cubicBezTo>
                <a:cubicBezTo>
                  <a:pt x="544" y="915"/>
                  <a:pt x="544" y="915"/>
                  <a:pt x="544" y="915"/>
                </a:cubicBezTo>
                <a:cubicBezTo>
                  <a:pt x="412" y="992"/>
                  <a:pt x="412" y="992"/>
                  <a:pt x="412" y="992"/>
                </a:cubicBezTo>
                <a:cubicBezTo>
                  <a:pt x="273" y="1073"/>
                  <a:pt x="273" y="1073"/>
                  <a:pt x="273" y="1073"/>
                </a:cubicBezTo>
                <a:cubicBezTo>
                  <a:pt x="228" y="1047"/>
                  <a:pt x="228" y="1047"/>
                  <a:pt x="228" y="1047"/>
                </a:cubicBezTo>
                <a:cubicBezTo>
                  <a:pt x="196" y="1028"/>
                  <a:pt x="196" y="1028"/>
                  <a:pt x="196" y="1028"/>
                </a:cubicBezTo>
                <a:cubicBezTo>
                  <a:pt x="164" y="1010"/>
                  <a:pt x="164" y="1010"/>
                  <a:pt x="164" y="1010"/>
                </a:cubicBezTo>
                <a:cubicBezTo>
                  <a:pt x="32" y="934"/>
                  <a:pt x="32" y="934"/>
                  <a:pt x="32" y="934"/>
                </a:cubicBezTo>
                <a:cubicBezTo>
                  <a:pt x="0" y="915"/>
                  <a:pt x="0" y="915"/>
                  <a:pt x="0" y="915"/>
                </a:cubicBezTo>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0" name="Freeform 183"/>
          <p:cNvSpPr>
            <a:spLocks/>
          </p:cNvSpPr>
          <p:nvPr/>
        </p:nvSpPr>
        <p:spPr bwMode="auto">
          <a:xfrm>
            <a:off x="3347004" y="3951289"/>
            <a:ext cx="1360488" cy="2679700"/>
          </a:xfrm>
          <a:custGeom>
            <a:avLst/>
            <a:gdLst>
              <a:gd name="T0" fmla="*/ 0 w 544"/>
              <a:gd name="T1" fmla="*/ 915 h 1073"/>
              <a:gd name="T2" fmla="*/ 0 w 544"/>
              <a:gd name="T3" fmla="*/ 199 h 1073"/>
              <a:gd name="T4" fmla="*/ 68 w 544"/>
              <a:gd name="T5" fmla="*/ 199 h 1073"/>
              <a:gd name="T6" fmla="*/ 274 w 544"/>
              <a:gd name="T7" fmla="*/ 0 h 1073"/>
              <a:gd name="T8" fmla="*/ 436 w 544"/>
              <a:gd name="T9" fmla="*/ 81 h 1073"/>
              <a:gd name="T10" fmla="*/ 457 w 544"/>
              <a:gd name="T11" fmla="*/ 115 h 1073"/>
              <a:gd name="T12" fmla="*/ 469 w 544"/>
              <a:gd name="T13" fmla="*/ 142 h 1073"/>
              <a:gd name="T14" fmla="*/ 479 w 544"/>
              <a:gd name="T15" fmla="*/ 199 h 1073"/>
              <a:gd name="T16" fmla="*/ 544 w 544"/>
              <a:gd name="T17" fmla="*/ 199 h 1073"/>
              <a:gd name="T18" fmla="*/ 544 w 544"/>
              <a:gd name="T19" fmla="*/ 915 h 1073"/>
              <a:gd name="T20" fmla="*/ 412 w 544"/>
              <a:gd name="T21" fmla="*/ 992 h 1073"/>
              <a:gd name="T22" fmla="*/ 273 w 544"/>
              <a:gd name="T23" fmla="*/ 1073 h 1073"/>
              <a:gd name="T24" fmla="*/ 228 w 544"/>
              <a:gd name="T25" fmla="*/ 1047 h 1073"/>
              <a:gd name="T26" fmla="*/ 196 w 544"/>
              <a:gd name="T27" fmla="*/ 1028 h 1073"/>
              <a:gd name="T28" fmla="*/ 164 w 544"/>
              <a:gd name="T29" fmla="*/ 1010 h 1073"/>
              <a:gd name="T30" fmla="*/ 32 w 544"/>
              <a:gd name="T31" fmla="*/ 934 h 1073"/>
              <a:gd name="T32" fmla="*/ 0 w 544"/>
              <a:gd name="T33" fmla="*/ 915 h 10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1073">
                <a:moveTo>
                  <a:pt x="0" y="915"/>
                </a:moveTo>
                <a:cubicBezTo>
                  <a:pt x="0" y="199"/>
                  <a:pt x="0" y="199"/>
                  <a:pt x="0" y="199"/>
                </a:cubicBezTo>
                <a:cubicBezTo>
                  <a:pt x="68" y="199"/>
                  <a:pt x="68" y="199"/>
                  <a:pt x="68" y="199"/>
                </a:cubicBezTo>
                <a:cubicBezTo>
                  <a:pt x="70" y="95"/>
                  <a:pt x="161" y="0"/>
                  <a:pt x="274" y="0"/>
                </a:cubicBezTo>
                <a:cubicBezTo>
                  <a:pt x="340" y="0"/>
                  <a:pt x="398" y="32"/>
                  <a:pt x="436" y="81"/>
                </a:cubicBezTo>
                <a:cubicBezTo>
                  <a:pt x="444" y="91"/>
                  <a:pt x="451" y="103"/>
                  <a:pt x="457" y="115"/>
                </a:cubicBezTo>
                <a:cubicBezTo>
                  <a:pt x="462" y="124"/>
                  <a:pt x="466" y="132"/>
                  <a:pt x="469" y="142"/>
                </a:cubicBezTo>
                <a:cubicBezTo>
                  <a:pt x="475" y="161"/>
                  <a:pt x="479" y="191"/>
                  <a:pt x="479" y="199"/>
                </a:cubicBezTo>
                <a:cubicBezTo>
                  <a:pt x="544" y="199"/>
                  <a:pt x="544" y="199"/>
                  <a:pt x="544" y="199"/>
                </a:cubicBezTo>
                <a:cubicBezTo>
                  <a:pt x="544" y="915"/>
                  <a:pt x="544" y="915"/>
                  <a:pt x="544" y="915"/>
                </a:cubicBezTo>
                <a:cubicBezTo>
                  <a:pt x="412" y="992"/>
                  <a:pt x="412" y="992"/>
                  <a:pt x="412" y="992"/>
                </a:cubicBezTo>
                <a:cubicBezTo>
                  <a:pt x="273" y="1073"/>
                  <a:pt x="273" y="1073"/>
                  <a:pt x="273" y="1073"/>
                </a:cubicBezTo>
                <a:cubicBezTo>
                  <a:pt x="228" y="1047"/>
                  <a:pt x="228" y="1047"/>
                  <a:pt x="228" y="1047"/>
                </a:cubicBezTo>
                <a:cubicBezTo>
                  <a:pt x="196" y="1028"/>
                  <a:pt x="196" y="1028"/>
                  <a:pt x="196" y="1028"/>
                </a:cubicBezTo>
                <a:cubicBezTo>
                  <a:pt x="164" y="1010"/>
                  <a:pt x="164" y="1010"/>
                  <a:pt x="164" y="1010"/>
                </a:cubicBezTo>
                <a:cubicBezTo>
                  <a:pt x="32" y="934"/>
                  <a:pt x="32" y="934"/>
                  <a:pt x="32" y="934"/>
                </a:cubicBezTo>
                <a:cubicBezTo>
                  <a:pt x="0" y="915"/>
                  <a:pt x="0" y="915"/>
                  <a:pt x="0" y="915"/>
                </a:cubicBezTo>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8" name="任意多边形 547"/>
          <p:cNvSpPr/>
          <p:nvPr/>
        </p:nvSpPr>
        <p:spPr>
          <a:xfrm>
            <a:off x="3823599" y="291617"/>
            <a:ext cx="2241318" cy="3657694"/>
          </a:xfrm>
          <a:custGeom>
            <a:avLst/>
            <a:gdLst>
              <a:gd name="connsiteX0" fmla="*/ 985320 w 2241318"/>
              <a:gd name="connsiteY0" fmla="*/ 886641 h 3657694"/>
              <a:gd name="connsiteX1" fmla="*/ 880387 w 2241318"/>
              <a:gd name="connsiteY1" fmla="*/ 969061 h 3657694"/>
              <a:gd name="connsiteX2" fmla="*/ 972306 w 2241318"/>
              <a:gd name="connsiteY2" fmla="*/ 1054540 h 3657694"/>
              <a:gd name="connsiteX3" fmla="*/ 992252 w 2241318"/>
              <a:gd name="connsiteY3" fmla="*/ 1069243 h 3657694"/>
              <a:gd name="connsiteX4" fmla="*/ 994989 w 2241318"/>
              <a:gd name="connsiteY4" fmla="*/ 1065184 h 3657694"/>
              <a:gd name="connsiteX5" fmla="*/ 998436 w 2241318"/>
              <a:gd name="connsiteY5" fmla="*/ 991227 h 3657694"/>
              <a:gd name="connsiteX6" fmla="*/ 985320 w 2241318"/>
              <a:gd name="connsiteY6" fmla="*/ 886641 h 3657694"/>
              <a:gd name="connsiteX7" fmla="*/ 1562448 w 2241318"/>
              <a:gd name="connsiteY7" fmla="*/ 0 h 3657694"/>
              <a:gd name="connsiteX8" fmla="*/ 1582435 w 2241318"/>
              <a:gd name="connsiteY8" fmla="*/ 114889 h 3657694"/>
              <a:gd name="connsiteX9" fmla="*/ 1652390 w 2241318"/>
              <a:gd name="connsiteY9" fmla="*/ 417096 h 3657694"/>
              <a:gd name="connsiteX10" fmla="*/ 1519975 w 2241318"/>
              <a:gd name="connsiteY10" fmla="*/ 516999 h 3657694"/>
              <a:gd name="connsiteX11" fmla="*/ 1475004 w 2241318"/>
              <a:gd name="connsiteY11" fmla="*/ 646873 h 3657694"/>
              <a:gd name="connsiteX12" fmla="*/ 1617412 w 2241318"/>
              <a:gd name="connsiteY12" fmla="*/ 1029003 h 3657694"/>
              <a:gd name="connsiteX13" fmla="*/ 1737335 w 2241318"/>
              <a:gd name="connsiteY13" fmla="*/ 1103931 h 3657694"/>
              <a:gd name="connsiteX14" fmla="*/ 2024650 w 2241318"/>
              <a:gd name="connsiteY14" fmla="*/ 951578 h 3657694"/>
              <a:gd name="connsiteX15" fmla="*/ 2057129 w 2241318"/>
              <a:gd name="connsiteY15" fmla="*/ 896631 h 3657694"/>
              <a:gd name="connsiteX16" fmla="*/ 2152068 w 2241318"/>
              <a:gd name="connsiteY16" fmla="*/ 821704 h 3657694"/>
              <a:gd name="connsiteX17" fmla="*/ 2237013 w 2241318"/>
              <a:gd name="connsiteY17" fmla="*/ 904124 h 3657694"/>
              <a:gd name="connsiteX18" fmla="*/ 2182048 w 2241318"/>
              <a:gd name="connsiteY18" fmla="*/ 986544 h 3657694"/>
              <a:gd name="connsiteX19" fmla="*/ 2149569 w 2241318"/>
              <a:gd name="connsiteY19" fmla="*/ 1029003 h 3657694"/>
              <a:gd name="connsiteX20" fmla="*/ 1692364 w 2241318"/>
              <a:gd name="connsiteY20" fmla="*/ 1351191 h 3657694"/>
              <a:gd name="connsiteX21" fmla="*/ 1609917 w 2241318"/>
              <a:gd name="connsiteY21" fmla="*/ 1338703 h 3657694"/>
              <a:gd name="connsiteX22" fmla="*/ 1497490 w 2241318"/>
              <a:gd name="connsiteY22" fmla="*/ 1243795 h 3657694"/>
              <a:gd name="connsiteX23" fmla="*/ 1347586 w 2241318"/>
              <a:gd name="connsiteY23" fmla="*/ 1555993 h 3657694"/>
              <a:gd name="connsiteX24" fmla="*/ 1949698 w 2241318"/>
              <a:gd name="connsiteY24" fmla="*/ 1768287 h 3657694"/>
              <a:gd name="connsiteX25" fmla="*/ 1954695 w 2241318"/>
              <a:gd name="connsiteY25" fmla="*/ 2070494 h 3657694"/>
              <a:gd name="connsiteX26" fmla="*/ 1689866 w 2241318"/>
              <a:gd name="connsiteY26" fmla="*/ 2510068 h 3657694"/>
              <a:gd name="connsiteX27" fmla="*/ 1609917 w 2241318"/>
              <a:gd name="connsiteY27" fmla="*/ 2537542 h 3657694"/>
              <a:gd name="connsiteX28" fmla="*/ 1594927 w 2241318"/>
              <a:gd name="connsiteY28" fmla="*/ 2562517 h 3657694"/>
              <a:gd name="connsiteX29" fmla="*/ 1717348 w 2241318"/>
              <a:gd name="connsiteY29" fmla="*/ 2697387 h 3657694"/>
              <a:gd name="connsiteX30" fmla="*/ 1832274 w 2241318"/>
              <a:gd name="connsiteY30" fmla="*/ 2734850 h 3657694"/>
              <a:gd name="connsiteX31" fmla="*/ 1697361 w 2241318"/>
              <a:gd name="connsiteY31" fmla="*/ 2814773 h 3657694"/>
              <a:gd name="connsiteX32" fmla="*/ 1484998 w 2241318"/>
              <a:gd name="connsiteY32" fmla="*/ 2769816 h 3657694"/>
              <a:gd name="connsiteX33" fmla="*/ 1365075 w 2241318"/>
              <a:gd name="connsiteY33" fmla="*/ 2769816 h 3657694"/>
              <a:gd name="connsiteX34" fmla="*/ 1317606 w 2241318"/>
              <a:gd name="connsiteY34" fmla="*/ 2744841 h 3657694"/>
              <a:gd name="connsiteX35" fmla="*/ 1345088 w 2241318"/>
              <a:gd name="connsiteY35" fmla="*/ 2624957 h 3657694"/>
              <a:gd name="connsiteX36" fmla="*/ 1455017 w 2241318"/>
              <a:gd name="connsiteY36" fmla="*/ 2462614 h 3657694"/>
              <a:gd name="connsiteX37" fmla="*/ 1614914 w 2241318"/>
              <a:gd name="connsiteY37" fmla="*/ 2172895 h 3657694"/>
              <a:gd name="connsiteX38" fmla="*/ 1734837 w 2241318"/>
              <a:gd name="connsiteY38" fmla="*/ 1980581 h 3657694"/>
              <a:gd name="connsiteX39" fmla="*/ 1440027 w 2241318"/>
              <a:gd name="connsiteY39" fmla="*/ 1960601 h 3657694"/>
              <a:gd name="connsiteX40" fmla="*/ 1170201 w 2241318"/>
              <a:gd name="connsiteY40" fmla="*/ 1913147 h 3657694"/>
              <a:gd name="connsiteX41" fmla="*/ 645538 w 2241318"/>
              <a:gd name="connsiteY41" fmla="*/ 2674908 h 3657694"/>
              <a:gd name="connsiteX42" fmla="*/ 320748 w 2241318"/>
              <a:gd name="connsiteY42" fmla="*/ 3271830 h 3657694"/>
              <a:gd name="connsiteX43" fmla="*/ 260786 w 2241318"/>
              <a:gd name="connsiteY43" fmla="*/ 3241859 h 3657694"/>
              <a:gd name="connsiteX44" fmla="*/ 223310 w 2241318"/>
              <a:gd name="connsiteY44" fmla="*/ 3281820 h 3657694"/>
              <a:gd name="connsiteX45" fmla="*/ 250793 w 2241318"/>
              <a:gd name="connsiteY45" fmla="*/ 3331772 h 3657694"/>
              <a:gd name="connsiteX46" fmla="*/ 158352 w 2241318"/>
              <a:gd name="connsiteY46" fmla="*/ 3446661 h 3657694"/>
              <a:gd name="connsiteX47" fmla="*/ 153355 w 2241318"/>
              <a:gd name="connsiteY47" fmla="*/ 3529081 h 3657694"/>
              <a:gd name="connsiteX48" fmla="*/ 228307 w 2241318"/>
              <a:gd name="connsiteY48" fmla="*/ 3648965 h 3657694"/>
              <a:gd name="connsiteX49" fmla="*/ 15944 w 2241318"/>
              <a:gd name="connsiteY49" fmla="*/ 3613999 h 3657694"/>
              <a:gd name="connsiteX50" fmla="*/ 8449 w 2241318"/>
              <a:gd name="connsiteY50" fmla="*/ 3349255 h 3657694"/>
              <a:gd name="connsiteX51" fmla="*/ 10947 w 2241318"/>
              <a:gd name="connsiteY51" fmla="*/ 3216883 h 3657694"/>
              <a:gd name="connsiteX52" fmla="*/ 120876 w 2241318"/>
              <a:gd name="connsiteY52" fmla="*/ 3196903 h 3657694"/>
              <a:gd name="connsiteX53" fmla="*/ 145860 w 2241318"/>
              <a:gd name="connsiteY53" fmla="*/ 3174424 h 3657694"/>
              <a:gd name="connsiteX54" fmla="*/ 138365 w 2241318"/>
              <a:gd name="connsiteY54" fmla="*/ 3149449 h 3657694"/>
              <a:gd name="connsiteX55" fmla="*/ 408191 w 2241318"/>
              <a:gd name="connsiteY55" fmla="*/ 2570010 h 3657694"/>
              <a:gd name="connsiteX56" fmla="*/ 665525 w 2241318"/>
              <a:gd name="connsiteY56" fmla="*/ 2210359 h 3657694"/>
              <a:gd name="connsiteX57" fmla="*/ 765461 w 2241318"/>
              <a:gd name="connsiteY57" fmla="*/ 1678374 h 3657694"/>
              <a:gd name="connsiteX58" fmla="*/ 807934 w 2241318"/>
              <a:gd name="connsiteY58" fmla="*/ 1458587 h 3657694"/>
              <a:gd name="connsiteX59" fmla="*/ 760464 w 2241318"/>
              <a:gd name="connsiteY59" fmla="*/ 1401143 h 3657694"/>
              <a:gd name="connsiteX60" fmla="*/ 820426 w 2241318"/>
              <a:gd name="connsiteY60" fmla="*/ 1373669 h 3657694"/>
              <a:gd name="connsiteX61" fmla="*/ 946907 w 2241318"/>
              <a:gd name="connsiteY61" fmla="*/ 1235990 h 3657694"/>
              <a:gd name="connsiteX62" fmla="*/ 947294 w 2241318"/>
              <a:gd name="connsiteY62" fmla="*/ 1235055 h 3657694"/>
              <a:gd name="connsiteX63" fmla="*/ 947604 w 2241318"/>
              <a:gd name="connsiteY63" fmla="*/ 1235209 h 3657694"/>
              <a:gd name="connsiteX64" fmla="*/ 947724 w 2241318"/>
              <a:gd name="connsiteY64" fmla="*/ 1234019 h 3657694"/>
              <a:gd name="connsiteX65" fmla="*/ 947294 w 2241318"/>
              <a:gd name="connsiteY65" fmla="*/ 1235055 h 3657694"/>
              <a:gd name="connsiteX66" fmla="*/ 935351 w 2241318"/>
              <a:gd name="connsiteY66" fmla="*/ 1229122 h 3657694"/>
              <a:gd name="connsiteX67" fmla="*/ 722988 w 2241318"/>
              <a:gd name="connsiteY67" fmla="*/ 1066467 h 3657694"/>
              <a:gd name="connsiteX68" fmla="*/ 717992 w 2241318"/>
              <a:gd name="connsiteY68" fmla="*/ 814211 h 3657694"/>
              <a:gd name="connsiteX69" fmla="*/ 1015300 w 2241318"/>
              <a:gd name="connsiteY69" fmla="*/ 519497 h 3657694"/>
              <a:gd name="connsiteX70" fmla="*/ 1222667 w 2241318"/>
              <a:gd name="connsiteY70" fmla="*/ 509506 h 3657694"/>
              <a:gd name="connsiteX71" fmla="*/ 1262641 w 2241318"/>
              <a:gd name="connsiteY71" fmla="*/ 482033 h 3657694"/>
              <a:gd name="connsiteX72" fmla="*/ 1287625 w 2241318"/>
              <a:gd name="connsiteY72" fmla="*/ 452062 h 3657694"/>
              <a:gd name="connsiteX73" fmla="*/ 1230162 w 2241318"/>
              <a:gd name="connsiteY73" fmla="*/ 237270 h 3657694"/>
              <a:gd name="connsiteX74" fmla="*/ 1427535 w 2241318"/>
              <a:gd name="connsiteY74" fmla="*/ 57444 h 3657694"/>
              <a:gd name="connsiteX75" fmla="*/ 1562448 w 2241318"/>
              <a:gd name="connsiteY75" fmla="*/ 0 h 3657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2241318" h="3657694">
                <a:moveTo>
                  <a:pt x="985320" y="886641"/>
                </a:moveTo>
                <a:cubicBezTo>
                  <a:pt x="972828" y="866660"/>
                  <a:pt x="880387" y="969061"/>
                  <a:pt x="880387" y="969061"/>
                </a:cubicBezTo>
                <a:cubicBezTo>
                  <a:pt x="890693" y="988729"/>
                  <a:pt x="928754" y="1021393"/>
                  <a:pt x="972306" y="1054540"/>
                </a:cubicBezTo>
                <a:lnTo>
                  <a:pt x="992252" y="1069243"/>
                </a:lnTo>
                <a:lnTo>
                  <a:pt x="994989" y="1065184"/>
                </a:lnTo>
                <a:lnTo>
                  <a:pt x="998436" y="991227"/>
                </a:lnTo>
                <a:cubicBezTo>
                  <a:pt x="997812" y="937841"/>
                  <a:pt x="991566" y="895382"/>
                  <a:pt x="985320" y="886641"/>
                </a:cubicBezTo>
                <a:close/>
                <a:moveTo>
                  <a:pt x="1562448" y="0"/>
                </a:moveTo>
                <a:cubicBezTo>
                  <a:pt x="1629904" y="42459"/>
                  <a:pt x="1582435" y="114889"/>
                  <a:pt x="1582435" y="114889"/>
                </a:cubicBezTo>
                <a:cubicBezTo>
                  <a:pt x="1637400" y="159845"/>
                  <a:pt x="1632403" y="289719"/>
                  <a:pt x="1652390" y="417096"/>
                </a:cubicBezTo>
                <a:cubicBezTo>
                  <a:pt x="1669879" y="546970"/>
                  <a:pt x="1592428" y="504511"/>
                  <a:pt x="1519975" y="516999"/>
                </a:cubicBezTo>
                <a:cubicBezTo>
                  <a:pt x="1447522" y="529487"/>
                  <a:pt x="1475004" y="646873"/>
                  <a:pt x="1475004" y="646873"/>
                </a:cubicBezTo>
                <a:cubicBezTo>
                  <a:pt x="1562448" y="749274"/>
                  <a:pt x="1617412" y="1029003"/>
                  <a:pt x="1617412" y="1029003"/>
                </a:cubicBezTo>
                <a:cubicBezTo>
                  <a:pt x="1617412" y="1029003"/>
                  <a:pt x="1662383" y="1161375"/>
                  <a:pt x="1737335" y="1103931"/>
                </a:cubicBezTo>
                <a:cubicBezTo>
                  <a:pt x="1812287" y="1046486"/>
                  <a:pt x="1997168" y="981549"/>
                  <a:pt x="2024650" y="951578"/>
                </a:cubicBezTo>
                <a:cubicBezTo>
                  <a:pt x="2054631" y="924105"/>
                  <a:pt x="2057129" y="896631"/>
                  <a:pt x="2057129" y="896631"/>
                </a:cubicBezTo>
                <a:cubicBezTo>
                  <a:pt x="2074618" y="854172"/>
                  <a:pt x="2114592" y="821704"/>
                  <a:pt x="2152068" y="821704"/>
                </a:cubicBezTo>
                <a:cubicBezTo>
                  <a:pt x="2189544" y="821704"/>
                  <a:pt x="2217026" y="854172"/>
                  <a:pt x="2237013" y="904124"/>
                </a:cubicBezTo>
                <a:cubicBezTo>
                  <a:pt x="2257000" y="956573"/>
                  <a:pt x="2202036" y="974056"/>
                  <a:pt x="2182048" y="986544"/>
                </a:cubicBezTo>
                <a:cubicBezTo>
                  <a:pt x="2164560" y="999032"/>
                  <a:pt x="2149569" y="1029003"/>
                  <a:pt x="2149569" y="1029003"/>
                </a:cubicBezTo>
                <a:cubicBezTo>
                  <a:pt x="2104598" y="1091443"/>
                  <a:pt x="1752325" y="1318722"/>
                  <a:pt x="1692364" y="1351191"/>
                </a:cubicBezTo>
                <a:cubicBezTo>
                  <a:pt x="1632403" y="1381162"/>
                  <a:pt x="1609917" y="1338703"/>
                  <a:pt x="1609917" y="1338703"/>
                </a:cubicBezTo>
                <a:cubicBezTo>
                  <a:pt x="1609917" y="1338703"/>
                  <a:pt x="1609917" y="1338703"/>
                  <a:pt x="1497490" y="1243795"/>
                </a:cubicBezTo>
                <a:cubicBezTo>
                  <a:pt x="1477503" y="1316225"/>
                  <a:pt x="1347586" y="1555993"/>
                  <a:pt x="1347586" y="1555993"/>
                </a:cubicBezTo>
                <a:cubicBezTo>
                  <a:pt x="1387561" y="1610939"/>
                  <a:pt x="1847264" y="1740814"/>
                  <a:pt x="1949698" y="1768287"/>
                </a:cubicBezTo>
                <a:cubicBezTo>
                  <a:pt x="2049634" y="1795760"/>
                  <a:pt x="2067123" y="1938122"/>
                  <a:pt x="1954695" y="2070494"/>
                </a:cubicBezTo>
                <a:cubicBezTo>
                  <a:pt x="1844766" y="2205363"/>
                  <a:pt x="1729840" y="2432643"/>
                  <a:pt x="1689866" y="2510068"/>
                </a:cubicBezTo>
                <a:cubicBezTo>
                  <a:pt x="1649891" y="2589991"/>
                  <a:pt x="1609917" y="2537542"/>
                  <a:pt x="1609917" y="2537542"/>
                </a:cubicBezTo>
                <a:cubicBezTo>
                  <a:pt x="1609917" y="2537542"/>
                  <a:pt x="1609917" y="2537542"/>
                  <a:pt x="1594927" y="2562517"/>
                </a:cubicBezTo>
                <a:cubicBezTo>
                  <a:pt x="1589930" y="2622459"/>
                  <a:pt x="1674875" y="2664918"/>
                  <a:pt x="1717348" y="2697387"/>
                </a:cubicBezTo>
                <a:cubicBezTo>
                  <a:pt x="1762319" y="2729855"/>
                  <a:pt x="1817284" y="2724860"/>
                  <a:pt x="1832274" y="2734850"/>
                </a:cubicBezTo>
                <a:cubicBezTo>
                  <a:pt x="1847264" y="2744841"/>
                  <a:pt x="1807290" y="2804783"/>
                  <a:pt x="1697361" y="2814773"/>
                </a:cubicBezTo>
                <a:cubicBezTo>
                  <a:pt x="1584933" y="2824763"/>
                  <a:pt x="1512480" y="2782304"/>
                  <a:pt x="1484998" y="2769816"/>
                </a:cubicBezTo>
                <a:cubicBezTo>
                  <a:pt x="1455017" y="2757329"/>
                  <a:pt x="1405049" y="2764821"/>
                  <a:pt x="1365075" y="2769816"/>
                </a:cubicBezTo>
                <a:cubicBezTo>
                  <a:pt x="1322602" y="2777309"/>
                  <a:pt x="1317606" y="2744841"/>
                  <a:pt x="1317606" y="2744841"/>
                </a:cubicBezTo>
                <a:cubicBezTo>
                  <a:pt x="1317606" y="2744841"/>
                  <a:pt x="1305114" y="2662421"/>
                  <a:pt x="1345088" y="2624957"/>
                </a:cubicBezTo>
                <a:cubicBezTo>
                  <a:pt x="1387561" y="2587493"/>
                  <a:pt x="1405049" y="2562517"/>
                  <a:pt x="1455017" y="2462614"/>
                </a:cubicBezTo>
                <a:cubicBezTo>
                  <a:pt x="1507483" y="2365208"/>
                  <a:pt x="1589930" y="2255315"/>
                  <a:pt x="1614914" y="2172895"/>
                </a:cubicBezTo>
                <a:cubicBezTo>
                  <a:pt x="1639898" y="2090475"/>
                  <a:pt x="1734837" y="2005557"/>
                  <a:pt x="1734837" y="1980581"/>
                </a:cubicBezTo>
                <a:cubicBezTo>
                  <a:pt x="1734837" y="1955605"/>
                  <a:pt x="1629904" y="1958103"/>
                  <a:pt x="1440027" y="1960601"/>
                </a:cubicBezTo>
                <a:cubicBezTo>
                  <a:pt x="1250149" y="1963098"/>
                  <a:pt x="1170201" y="1913147"/>
                  <a:pt x="1170201" y="1913147"/>
                </a:cubicBezTo>
                <a:cubicBezTo>
                  <a:pt x="1115236" y="2177890"/>
                  <a:pt x="820426" y="2467609"/>
                  <a:pt x="645538" y="2674908"/>
                </a:cubicBezTo>
                <a:cubicBezTo>
                  <a:pt x="473149" y="2884705"/>
                  <a:pt x="320748" y="3271830"/>
                  <a:pt x="320748" y="3271830"/>
                </a:cubicBezTo>
                <a:cubicBezTo>
                  <a:pt x="320748" y="3271830"/>
                  <a:pt x="320748" y="3271830"/>
                  <a:pt x="260786" y="3241859"/>
                </a:cubicBezTo>
                <a:cubicBezTo>
                  <a:pt x="260786" y="3241859"/>
                  <a:pt x="260786" y="3241859"/>
                  <a:pt x="223310" y="3281820"/>
                </a:cubicBezTo>
                <a:cubicBezTo>
                  <a:pt x="223310" y="3281820"/>
                  <a:pt x="248294" y="3301801"/>
                  <a:pt x="250793" y="3331772"/>
                </a:cubicBezTo>
                <a:cubicBezTo>
                  <a:pt x="253291" y="3364241"/>
                  <a:pt x="193330" y="3399207"/>
                  <a:pt x="158352" y="3446661"/>
                </a:cubicBezTo>
                <a:cubicBezTo>
                  <a:pt x="123375" y="3494115"/>
                  <a:pt x="153355" y="3529081"/>
                  <a:pt x="153355" y="3529081"/>
                </a:cubicBezTo>
                <a:cubicBezTo>
                  <a:pt x="215815" y="3534076"/>
                  <a:pt x="288269" y="3633979"/>
                  <a:pt x="228307" y="3648965"/>
                </a:cubicBezTo>
                <a:cubicBezTo>
                  <a:pt x="168346" y="3663950"/>
                  <a:pt x="43426" y="3663950"/>
                  <a:pt x="15944" y="3613999"/>
                </a:cubicBezTo>
                <a:cubicBezTo>
                  <a:pt x="-9040" y="3564047"/>
                  <a:pt x="954" y="3461646"/>
                  <a:pt x="8449" y="3349255"/>
                </a:cubicBezTo>
                <a:cubicBezTo>
                  <a:pt x="13446" y="3234366"/>
                  <a:pt x="-11538" y="3251849"/>
                  <a:pt x="10947" y="3216883"/>
                </a:cubicBezTo>
                <a:cubicBezTo>
                  <a:pt x="33433" y="3181917"/>
                  <a:pt x="120876" y="3196903"/>
                  <a:pt x="120876" y="3196903"/>
                </a:cubicBezTo>
                <a:cubicBezTo>
                  <a:pt x="120876" y="3196903"/>
                  <a:pt x="120876" y="3196903"/>
                  <a:pt x="145860" y="3174424"/>
                </a:cubicBezTo>
                <a:cubicBezTo>
                  <a:pt x="145860" y="3174424"/>
                  <a:pt x="145860" y="3174424"/>
                  <a:pt x="138365" y="3149449"/>
                </a:cubicBezTo>
                <a:cubicBezTo>
                  <a:pt x="213317" y="3054541"/>
                  <a:pt x="340735" y="2747338"/>
                  <a:pt x="408191" y="2570010"/>
                </a:cubicBezTo>
                <a:cubicBezTo>
                  <a:pt x="478146" y="2395179"/>
                  <a:pt x="585577" y="2425150"/>
                  <a:pt x="665525" y="2210359"/>
                </a:cubicBezTo>
                <a:cubicBezTo>
                  <a:pt x="745474" y="1995567"/>
                  <a:pt x="772956" y="1760794"/>
                  <a:pt x="765461" y="1678374"/>
                </a:cubicBezTo>
                <a:cubicBezTo>
                  <a:pt x="760464" y="1598451"/>
                  <a:pt x="807934" y="1458587"/>
                  <a:pt x="807934" y="1458587"/>
                </a:cubicBezTo>
                <a:cubicBezTo>
                  <a:pt x="807934" y="1458587"/>
                  <a:pt x="807934" y="1458587"/>
                  <a:pt x="760464" y="1401143"/>
                </a:cubicBezTo>
                <a:cubicBezTo>
                  <a:pt x="760464" y="1401143"/>
                  <a:pt x="775455" y="1391152"/>
                  <a:pt x="820426" y="1373669"/>
                </a:cubicBezTo>
                <a:cubicBezTo>
                  <a:pt x="854154" y="1358684"/>
                  <a:pt x="908962" y="1305766"/>
                  <a:pt x="946907" y="1235990"/>
                </a:cubicBezTo>
                <a:lnTo>
                  <a:pt x="947294" y="1235055"/>
                </a:lnTo>
                <a:lnTo>
                  <a:pt x="947604" y="1235209"/>
                </a:lnTo>
                <a:lnTo>
                  <a:pt x="947724" y="1234019"/>
                </a:lnTo>
                <a:lnTo>
                  <a:pt x="947294" y="1235055"/>
                </a:lnTo>
                <a:lnTo>
                  <a:pt x="935351" y="1229122"/>
                </a:lnTo>
                <a:cubicBezTo>
                  <a:pt x="869144" y="1193843"/>
                  <a:pt x="787947" y="1140145"/>
                  <a:pt x="722988" y="1066467"/>
                </a:cubicBezTo>
                <a:cubicBezTo>
                  <a:pt x="593072" y="916612"/>
                  <a:pt x="570587" y="934095"/>
                  <a:pt x="717992" y="814211"/>
                </a:cubicBezTo>
                <a:cubicBezTo>
                  <a:pt x="867895" y="694327"/>
                  <a:pt x="987818" y="539477"/>
                  <a:pt x="1015300" y="519497"/>
                </a:cubicBezTo>
                <a:cubicBezTo>
                  <a:pt x="1045281" y="499516"/>
                  <a:pt x="1180194" y="516999"/>
                  <a:pt x="1222667" y="509506"/>
                </a:cubicBezTo>
                <a:cubicBezTo>
                  <a:pt x="1262641" y="504511"/>
                  <a:pt x="1262641" y="482033"/>
                  <a:pt x="1262641" y="482033"/>
                </a:cubicBezTo>
                <a:cubicBezTo>
                  <a:pt x="1262641" y="482033"/>
                  <a:pt x="1262641" y="482033"/>
                  <a:pt x="1287625" y="452062"/>
                </a:cubicBezTo>
                <a:cubicBezTo>
                  <a:pt x="1297618" y="389623"/>
                  <a:pt x="1230162" y="337173"/>
                  <a:pt x="1230162" y="237270"/>
                </a:cubicBezTo>
                <a:cubicBezTo>
                  <a:pt x="1230162" y="139865"/>
                  <a:pt x="1330098" y="77425"/>
                  <a:pt x="1427535" y="57444"/>
                </a:cubicBezTo>
                <a:cubicBezTo>
                  <a:pt x="1524972" y="39961"/>
                  <a:pt x="1562448" y="0"/>
                  <a:pt x="1562448" y="0"/>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noAutofit/>
          </a:bodyPr>
          <a:lstStyle/>
          <a:p>
            <a:endParaRPr lang="zh-CN" altLang="en-US">
              <a:solidFill>
                <a:schemeClr val="tx1"/>
              </a:solidFill>
            </a:endParaRPr>
          </a:p>
        </p:txBody>
      </p:sp>
      <p:sp>
        <p:nvSpPr>
          <p:cNvPr id="549" name="椭圆 548"/>
          <p:cNvSpPr/>
          <p:nvPr/>
        </p:nvSpPr>
        <p:spPr>
          <a:xfrm>
            <a:off x="3631248" y="4061227"/>
            <a:ext cx="792000" cy="792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50" name="椭圆 549"/>
          <p:cNvSpPr/>
          <p:nvPr/>
        </p:nvSpPr>
        <p:spPr>
          <a:xfrm>
            <a:off x="5197474" y="3192965"/>
            <a:ext cx="792000" cy="792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51" name="椭圆 550"/>
          <p:cNvSpPr/>
          <p:nvPr/>
        </p:nvSpPr>
        <p:spPr>
          <a:xfrm>
            <a:off x="6763700" y="2324703"/>
            <a:ext cx="792000" cy="792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52"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三项递进</a:t>
            </a:r>
            <a:endParaRPr lang="zh-CN" altLang="zh-CN" sz="2800" b="1" dirty="0">
              <a:solidFill>
                <a:schemeClr val="tx1">
                  <a:lumMod val="65000"/>
                  <a:lumOff val="35000"/>
                </a:schemeClr>
              </a:solidFill>
            </a:endParaRPr>
          </a:p>
        </p:txBody>
      </p:sp>
      <p:sp>
        <p:nvSpPr>
          <p:cNvPr id="554" name="文本框 553"/>
          <p:cNvSpPr txBox="1"/>
          <p:nvPr/>
        </p:nvSpPr>
        <p:spPr>
          <a:xfrm>
            <a:off x="3660160" y="5073618"/>
            <a:ext cx="734176" cy="1107996"/>
          </a:xfrm>
          <a:prstGeom prst="rect">
            <a:avLst/>
          </a:prstGeom>
          <a:noFill/>
        </p:spPr>
        <p:txBody>
          <a:bodyPr wrap="none" rtlCol="0" anchor="ctr">
            <a:spAutoFit/>
          </a:bodyPr>
          <a:lstStyle/>
          <a:p>
            <a:pPr algn="ctr"/>
            <a:r>
              <a:rPr lang="en-US" altLang="zh-CN" sz="2200" dirty="0">
                <a:solidFill>
                  <a:schemeClr val="bg1"/>
                </a:solidFill>
              </a:rPr>
              <a:t>STEP</a:t>
            </a:r>
          </a:p>
          <a:p>
            <a:pPr lvl="0" algn="ctr"/>
            <a:r>
              <a:rPr lang="en-US" altLang="zh-CN" sz="4400" dirty="0">
                <a:solidFill>
                  <a:schemeClr val="bg1"/>
                </a:solidFill>
                <a:latin typeface="Impact" panose="020B0806030902050204" pitchFamily="34" charset="0"/>
              </a:rPr>
              <a:t>01</a:t>
            </a:r>
          </a:p>
        </p:txBody>
      </p:sp>
      <p:sp>
        <p:nvSpPr>
          <p:cNvPr id="555" name="文本框 554"/>
          <p:cNvSpPr txBox="1"/>
          <p:nvPr/>
        </p:nvSpPr>
        <p:spPr>
          <a:xfrm>
            <a:off x="5225408" y="4191458"/>
            <a:ext cx="771366" cy="1107996"/>
          </a:xfrm>
          <a:prstGeom prst="rect">
            <a:avLst/>
          </a:prstGeom>
          <a:noFill/>
        </p:spPr>
        <p:txBody>
          <a:bodyPr wrap="none" rtlCol="0" anchor="ctr">
            <a:spAutoFit/>
          </a:bodyPr>
          <a:lstStyle/>
          <a:p>
            <a:pPr algn="ctr"/>
            <a:r>
              <a:rPr lang="en-US" altLang="zh-CN" sz="2200" dirty="0">
                <a:solidFill>
                  <a:schemeClr val="bg1"/>
                </a:solidFill>
              </a:rPr>
              <a:t>STEP</a:t>
            </a:r>
          </a:p>
          <a:p>
            <a:pPr lvl="0" algn="ctr"/>
            <a:r>
              <a:rPr lang="en-US" altLang="zh-CN" sz="4400" dirty="0">
                <a:solidFill>
                  <a:schemeClr val="bg1"/>
                </a:solidFill>
                <a:latin typeface="Impact" panose="020B0806030902050204" pitchFamily="34" charset="0"/>
              </a:rPr>
              <a:t>02</a:t>
            </a:r>
          </a:p>
        </p:txBody>
      </p:sp>
      <p:sp>
        <p:nvSpPr>
          <p:cNvPr id="556" name="文本框 555"/>
          <p:cNvSpPr txBox="1"/>
          <p:nvPr/>
        </p:nvSpPr>
        <p:spPr>
          <a:xfrm>
            <a:off x="6768305" y="3309298"/>
            <a:ext cx="787395" cy="1107996"/>
          </a:xfrm>
          <a:prstGeom prst="rect">
            <a:avLst/>
          </a:prstGeom>
          <a:noFill/>
        </p:spPr>
        <p:txBody>
          <a:bodyPr wrap="none" rtlCol="0" anchor="ctr">
            <a:spAutoFit/>
          </a:bodyPr>
          <a:lstStyle/>
          <a:p>
            <a:pPr algn="ctr"/>
            <a:r>
              <a:rPr lang="en-US" altLang="zh-CN" sz="2200" dirty="0">
                <a:solidFill>
                  <a:schemeClr val="bg1"/>
                </a:solidFill>
              </a:rPr>
              <a:t>STEP</a:t>
            </a:r>
          </a:p>
          <a:p>
            <a:pPr lvl="0" algn="ctr"/>
            <a:r>
              <a:rPr lang="en-US" altLang="zh-CN" sz="4400" dirty="0">
                <a:solidFill>
                  <a:schemeClr val="bg1"/>
                </a:solidFill>
                <a:latin typeface="Impact" panose="020B0806030902050204" pitchFamily="34" charset="0"/>
              </a:rPr>
              <a:t>03</a:t>
            </a:r>
          </a:p>
        </p:txBody>
      </p:sp>
      <p:sp>
        <p:nvSpPr>
          <p:cNvPr id="557" name="Freeform 46"/>
          <p:cNvSpPr>
            <a:spLocks noEditPoints="1"/>
          </p:cNvSpPr>
          <p:nvPr/>
        </p:nvSpPr>
        <p:spPr bwMode="auto">
          <a:xfrm>
            <a:off x="3745192" y="4226206"/>
            <a:ext cx="509333" cy="461298"/>
          </a:xfrm>
          <a:custGeom>
            <a:avLst/>
            <a:gdLst>
              <a:gd name="T0" fmla="*/ 237 w 260"/>
              <a:gd name="T1" fmla="*/ 95 h 235"/>
              <a:gd name="T2" fmla="*/ 24 w 260"/>
              <a:gd name="T3" fmla="*/ 95 h 235"/>
              <a:gd name="T4" fmla="*/ 0 w 260"/>
              <a:gd name="T5" fmla="*/ 72 h 235"/>
              <a:gd name="T6" fmla="*/ 260 w 260"/>
              <a:gd name="T7" fmla="*/ 72 h 235"/>
              <a:gd name="T8" fmla="*/ 237 w 260"/>
              <a:gd name="T9" fmla="*/ 95 h 235"/>
              <a:gd name="T10" fmla="*/ 225 w 260"/>
              <a:gd name="T11" fmla="*/ 107 h 235"/>
              <a:gd name="T12" fmla="*/ 201 w 260"/>
              <a:gd name="T13" fmla="*/ 131 h 235"/>
              <a:gd name="T14" fmla="*/ 59 w 260"/>
              <a:gd name="T15" fmla="*/ 131 h 235"/>
              <a:gd name="T16" fmla="*/ 35 w 260"/>
              <a:gd name="T17" fmla="*/ 107 h 235"/>
              <a:gd name="T18" fmla="*/ 225 w 260"/>
              <a:gd name="T19" fmla="*/ 107 h 235"/>
              <a:gd name="T20" fmla="*/ 189 w 260"/>
              <a:gd name="T21" fmla="*/ 143 h 235"/>
              <a:gd name="T22" fmla="*/ 166 w 260"/>
              <a:gd name="T23" fmla="*/ 166 h 235"/>
              <a:gd name="T24" fmla="*/ 95 w 260"/>
              <a:gd name="T25" fmla="*/ 166 h 235"/>
              <a:gd name="T26" fmla="*/ 71 w 260"/>
              <a:gd name="T27" fmla="*/ 143 h 235"/>
              <a:gd name="T28" fmla="*/ 189 w 260"/>
              <a:gd name="T29" fmla="*/ 143 h 235"/>
              <a:gd name="T30" fmla="*/ 130 w 260"/>
              <a:gd name="T31" fmla="*/ 168 h 235"/>
              <a:gd name="T32" fmla="*/ 164 w 260"/>
              <a:gd name="T33" fmla="*/ 202 h 235"/>
              <a:gd name="T34" fmla="*/ 130 w 260"/>
              <a:gd name="T35" fmla="*/ 235 h 235"/>
              <a:gd name="T36" fmla="*/ 97 w 260"/>
              <a:gd name="T37" fmla="*/ 202 h 235"/>
              <a:gd name="T38" fmla="*/ 130 w 260"/>
              <a:gd name="T39" fmla="*/ 168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0" h="235">
                <a:moveTo>
                  <a:pt x="237" y="95"/>
                </a:moveTo>
                <a:cubicBezTo>
                  <a:pt x="178" y="36"/>
                  <a:pt x="82" y="36"/>
                  <a:pt x="24" y="95"/>
                </a:cubicBezTo>
                <a:cubicBezTo>
                  <a:pt x="0" y="72"/>
                  <a:pt x="0" y="72"/>
                  <a:pt x="0" y="72"/>
                </a:cubicBezTo>
                <a:cubicBezTo>
                  <a:pt x="72" y="0"/>
                  <a:pt x="188" y="0"/>
                  <a:pt x="260" y="72"/>
                </a:cubicBezTo>
                <a:lnTo>
                  <a:pt x="237" y="95"/>
                </a:lnTo>
                <a:close/>
                <a:moveTo>
                  <a:pt x="225" y="107"/>
                </a:moveTo>
                <a:cubicBezTo>
                  <a:pt x="201" y="131"/>
                  <a:pt x="201" y="131"/>
                  <a:pt x="201" y="131"/>
                </a:cubicBezTo>
                <a:cubicBezTo>
                  <a:pt x="162" y="91"/>
                  <a:pt x="98" y="91"/>
                  <a:pt x="59" y="131"/>
                </a:cubicBezTo>
                <a:cubicBezTo>
                  <a:pt x="35" y="107"/>
                  <a:pt x="35" y="107"/>
                  <a:pt x="35" y="107"/>
                </a:cubicBezTo>
                <a:cubicBezTo>
                  <a:pt x="88" y="55"/>
                  <a:pt x="173" y="55"/>
                  <a:pt x="225" y="107"/>
                </a:cubicBezTo>
                <a:close/>
                <a:moveTo>
                  <a:pt x="189" y="143"/>
                </a:moveTo>
                <a:cubicBezTo>
                  <a:pt x="166" y="166"/>
                  <a:pt x="166" y="166"/>
                  <a:pt x="166" y="166"/>
                </a:cubicBezTo>
                <a:cubicBezTo>
                  <a:pt x="146" y="147"/>
                  <a:pt x="114" y="147"/>
                  <a:pt x="95" y="166"/>
                </a:cubicBezTo>
                <a:cubicBezTo>
                  <a:pt x="71" y="143"/>
                  <a:pt x="71" y="143"/>
                  <a:pt x="71" y="143"/>
                </a:cubicBezTo>
                <a:cubicBezTo>
                  <a:pt x="104" y="110"/>
                  <a:pt x="157" y="110"/>
                  <a:pt x="189" y="143"/>
                </a:cubicBezTo>
                <a:close/>
                <a:moveTo>
                  <a:pt x="130" y="168"/>
                </a:moveTo>
                <a:cubicBezTo>
                  <a:pt x="149" y="168"/>
                  <a:pt x="164" y="183"/>
                  <a:pt x="164" y="202"/>
                </a:cubicBezTo>
                <a:cubicBezTo>
                  <a:pt x="164" y="220"/>
                  <a:pt x="149" y="235"/>
                  <a:pt x="130" y="235"/>
                </a:cubicBezTo>
                <a:cubicBezTo>
                  <a:pt x="112" y="235"/>
                  <a:pt x="97" y="220"/>
                  <a:pt x="97" y="202"/>
                </a:cubicBezTo>
                <a:cubicBezTo>
                  <a:pt x="97" y="183"/>
                  <a:pt x="112" y="168"/>
                  <a:pt x="130" y="168"/>
                </a:cubicBez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8" name="Freeform 36"/>
          <p:cNvSpPr>
            <a:spLocks noEditPoints="1"/>
          </p:cNvSpPr>
          <p:nvPr/>
        </p:nvSpPr>
        <p:spPr bwMode="auto">
          <a:xfrm>
            <a:off x="6942470" y="2513543"/>
            <a:ext cx="431439" cy="432140"/>
          </a:xfrm>
          <a:custGeom>
            <a:avLst/>
            <a:gdLst>
              <a:gd name="T0" fmla="*/ 220 w 260"/>
              <a:gd name="T1" fmla="*/ 0 h 260"/>
              <a:gd name="T2" fmla="*/ 41 w 260"/>
              <a:gd name="T3" fmla="*/ 0 h 260"/>
              <a:gd name="T4" fmla="*/ 0 w 260"/>
              <a:gd name="T5" fmla="*/ 41 h 260"/>
              <a:gd name="T6" fmla="*/ 0 w 260"/>
              <a:gd name="T7" fmla="*/ 219 h 260"/>
              <a:gd name="T8" fmla="*/ 41 w 260"/>
              <a:gd name="T9" fmla="*/ 260 h 260"/>
              <a:gd name="T10" fmla="*/ 220 w 260"/>
              <a:gd name="T11" fmla="*/ 260 h 260"/>
              <a:gd name="T12" fmla="*/ 260 w 260"/>
              <a:gd name="T13" fmla="*/ 219 h 260"/>
              <a:gd name="T14" fmla="*/ 260 w 260"/>
              <a:gd name="T15" fmla="*/ 41 h 260"/>
              <a:gd name="T16" fmla="*/ 220 w 260"/>
              <a:gd name="T17" fmla="*/ 0 h 260"/>
              <a:gd name="T18" fmla="*/ 66 w 260"/>
              <a:gd name="T19" fmla="*/ 219 h 260"/>
              <a:gd name="T20" fmla="*/ 34 w 260"/>
              <a:gd name="T21" fmla="*/ 188 h 260"/>
              <a:gd name="T22" fmla="*/ 66 w 260"/>
              <a:gd name="T23" fmla="*/ 156 h 260"/>
              <a:gd name="T24" fmla="*/ 97 w 260"/>
              <a:gd name="T25" fmla="*/ 188 h 260"/>
              <a:gd name="T26" fmla="*/ 66 w 260"/>
              <a:gd name="T27" fmla="*/ 219 h 260"/>
              <a:gd name="T28" fmla="*/ 168 w 260"/>
              <a:gd name="T29" fmla="*/ 218 h 260"/>
              <a:gd name="T30" fmla="*/ 167 w 260"/>
              <a:gd name="T31" fmla="*/ 230 h 260"/>
              <a:gd name="T32" fmla="*/ 130 w 260"/>
              <a:gd name="T33" fmla="*/ 229 h 260"/>
              <a:gd name="T34" fmla="*/ 130 w 260"/>
              <a:gd name="T35" fmla="*/ 217 h 260"/>
              <a:gd name="T36" fmla="*/ 114 w 260"/>
              <a:gd name="T37" fmla="*/ 144 h 260"/>
              <a:gd name="T38" fmla="*/ 35 w 260"/>
              <a:gd name="T39" fmla="*/ 124 h 260"/>
              <a:gd name="T40" fmla="*/ 20 w 260"/>
              <a:gd name="T41" fmla="*/ 124 h 260"/>
              <a:gd name="T42" fmla="*/ 20 w 260"/>
              <a:gd name="T43" fmla="*/ 87 h 260"/>
              <a:gd name="T44" fmla="*/ 35 w 260"/>
              <a:gd name="T45" fmla="*/ 87 h 260"/>
              <a:gd name="T46" fmla="*/ 52 w 260"/>
              <a:gd name="T47" fmla="*/ 87 h 260"/>
              <a:gd name="T48" fmla="*/ 141 w 260"/>
              <a:gd name="T49" fmla="*/ 117 h 260"/>
              <a:gd name="T50" fmla="*/ 168 w 260"/>
              <a:gd name="T51" fmla="*/ 218 h 260"/>
              <a:gd name="T52" fmla="*/ 224 w 260"/>
              <a:gd name="T53" fmla="*/ 209 h 260"/>
              <a:gd name="T54" fmla="*/ 224 w 260"/>
              <a:gd name="T55" fmla="*/ 220 h 260"/>
              <a:gd name="T56" fmla="*/ 185 w 260"/>
              <a:gd name="T57" fmla="*/ 218 h 260"/>
              <a:gd name="T58" fmla="*/ 186 w 260"/>
              <a:gd name="T59" fmla="*/ 208 h 260"/>
              <a:gd name="T60" fmla="*/ 162 w 260"/>
              <a:gd name="T61" fmla="*/ 101 h 260"/>
              <a:gd name="T62" fmla="*/ 47 w 260"/>
              <a:gd name="T63" fmla="*/ 72 h 260"/>
              <a:gd name="T64" fmla="*/ 33 w 260"/>
              <a:gd name="T65" fmla="*/ 72 h 260"/>
              <a:gd name="T66" fmla="*/ 33 w 260"/>
              <a:gd name="T67" fmla="*/ 34 h 260"/>
              <a:gd name="T68" fmla="*/ 47 w 260"/>
              <a:gd name="T69" fmla="*/ 34 h 260"/>
              <a:gd name="T70" fmla="*/ 70 w 260"/>
              <a:gd name="T71" fmla="*/ 34 h 260"/>
              <a:gd name="T72" fmla="*/ 189 w 260"/>
              <a:gd name="T73" fmla="*/ 74 h 260"/>
              <a:gd name="T74" fmla="*/ 224 w 260"/>
              <a:gd name="T75" fmla="*/ 209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60" h="260">
                <a:moveTo>
                  <a:pt x="220" y="0"/>
                </a:moveTo>
                <a:cubicBezTo>
                  <a:pt x="41" y="0"/>
                  <a:pt x="41" y="0"/>
                  <a:pt x="41" y="0"/>
                </a:cubicBezTo>
                <a:cubicBezTo>
                  <a:pt x="18" y="0"/>
                  <a:pt x="0" y="18"/>
                  <a:pt x="0" y="41"/>
                </a:cubicBezTo>
                <a:cubicBezTo>
                  <a:pt x="0" y="219"/>
                  <a:pt x="0" y="219"/>
                  <a:pt x="0" y="219"/>
                </a:cubicBezTo>
                <a:cubicBezTo>
                  <a:pt x="0" y="242"/>
                  <a:pt x="18" y="260"/>
                  <a:pt x="41" y="260"/>
                </a:cubicBezTo>
                <a:cubicBezTo>
                  <a:pt x="220" y="260"/>
                  <a:pt x="220" y="260"/>
                  <a:pt x="220" y="260"/>
                </a:cubicBezTo>
                <a:cubicBezTo>
                  <a:pt x="242" y="260"/>
                  <a:pt x="260" y="242"/>
                  <a:pt x="260" y="219"/>
                </a:cubicBezTo>
                <a:cubicBezTo>
                  <a:pt x="260" y="41"/>
                  <a:pt x="260" y="41"/>
                  <a:pt x="260" y="41"/>
                </a:cubicBezTo>
                <a:cubicBezTo>
                  <a:pt x="260" y="18"/>
                  <a:pt x="242" y="0"/>
                  <a:pt x="220" y="0"/>
                </a:cubicBezTo>
                <a:close/>
                <a:moveTo>
                  <a:pt x="66" y="219"/>
                </a:moveTo>
                <a:cubicBezTo>
                  <a:pt x="48" y="219"/>
                  <a:pt x="34" y="205"/>
                  <a:pt x="34" y="188"/>
                </a:cubicBezTo>
                <a:cubicBezTo>
                  <a:pt x="34" y="170"/>
                  <a:pt x="48" y="156"/>
                  <a:pt x="66" y="156"/>
                </a:cubicBezTo>
                <a:cubicBezTo>
                  <a:pt x="83" y="156"/>
                  <a:pt x="97" y="170"/>
                  <a:pt x="97" y="188"/>
                </a:cubicBezTo>
                <a:cubicBezTo>
                  <a:pt x="97" y="205"/>
                  <a:pt x="83" y="219"/>
                  <a:pt x="66" y="219"/>
                </a:cubicBezTo>
                <a:close/>
                <a:moveTo>
                  <a:pt x="168" y="218"/>
                </a:moveTo>
                <a:cubicBezTo>
                  <a:pt x="167" y="230"/>
                  <a:pt x="167" y="230"/>
                  <a:pt x="167" y="230"/>
                </a:cubicBezTo>
                <a:cubicBezTo>
                  <a:pt x="130" y="229"/>
                  <a:pt x="130" y="229"/>
                  <a:pt x="130" y="229"/>
                </a:cubicBezTo>
                <a:cubicBezTo>
                  <a:pt x="130" y="217"/>
                  <a:pt x="130" y="217"/>
                  <a:pt x="130" y="217"/>
                </a:cubicBezTo>
                <a:cubicBezTo>
                  <a:pt x="131" y="178"/>
                  <a:pt x="127" y="156"/>
                  <a:pt x="114" y="144"/>
                </a:cubicBezTo>
                <a:cubicBezTo>
                  <a:pt x="101" y="130"/>
                  <a:pt x="77" y="124"/>
                  <a:pt x="35" y="124"/>
                </a:cubicBezTo>
                <a:cubicBezTo>
                  <a:pt x="20" y="124"/>
                  <a:pt x="20" y="124"/>
                  <a:pt x="20" y="124"/>
                </a:cubicBezTo>
                <a:cubicBezTo>
                  <a:pt x="20" y="87"/>
                  <a:pt x="20" y="87"/>
                  <a:pt x="20" y="87"/>
                </a:cubicBezTo>
                <a:cubicBezTo>
                  <a:pt x="35" y="87"/>
                  <a:pt x="35" y="87"/>
                  <a:pt x="35" y="87"/>
                </a:cubicBezTo>
                <a:cubicBezTo>
                  <a:pt x="41" y="87"/>
                  <a:pt x="47" y="87"/>
                  <a:pt x="52" y="87"/>
                </a:cubicBezTo>
                <a:cubicBezTo>
                  <a:pt x="95" y="89"/>
                  <a:pt x="123" y="99"/>
                  <a:pt x="141" y="117"/>
                </a:cubicBezTo>
                <a:cubicBezTo>
                  <a:pt x="161" y="138"/>
                  <a:pt x="169" y="168"/>
                  <a:pt x="168" y="218"/>
                </a:cubicBezTo>
                <a:close/>
                <a:moveTo>
                  <a:pt x="224" y="209"/>
                </a:moveTo>
                <a:cubicBezTo>
                  <a:pt x="224" y="220"/>
                  <a:pt x="224" y="220"/>
                  <a:pt x="224" y="220"/>
                </a:cubicBezTo>
                <a:cubicBezTo>
                  <a:pt x="185" y="218"/>
                  <a:pt x="185" y="218"/>
                  <a:pt x="185" y="218"/>
                </a:cubicBezTo>
                <a:cubicBezTo>
                  <a:pt x="186" y="208"/>
                  <a:pt x="186" y="208"/>
                  <a:pt x="186" y="208"/>
                </a:cubicBezTo>
                <a:cubicBezTo>
                  <a:pt x="187" y="152"/>
                  <a:pt x="180" y="120"/>
                  <a:pt x="162" y="101"/>
                </a:cubicBezTo>
                <a:cubicBezTo>
                  <a:pt x="142" y="81"/>
                  <a:pt x="106" y="72"/>
                  <a:pt x="47" y="72"/>
                </a:cubicBezTo>
                <a:cubicBezTo>
                  <a:pt x="33" y="72"/>
                  <a:pt x="33" y="72"/>
                  <a:pt x="33" y="72"/>
                </a:cubicBezTo>
                <a:cubicBezTo>
                  <a:pt x="33" y="34"/>
                  <a:pt x="33" y="34"/>
                  <a:pt x="33" y="34"/>
                </a:cubicBezTo>
                <a:cubicBezTo>
                  <a:pt x="47" y="34"/>
                  <a:pt x="47" y="34"/>
                  <a:pt x="47" y="34"/>
                </a:cubicBezTo>
                <a:cubicBezTo>
                  <a:pt x="55" y="34"/>
                  <a:pt x="63" y="34"/>
                  <a:pt x="70" y="34"/>
                </a:cubicBezTo>
                <a:cubicBezTo>
                  <a:pt x="127" y="37"/>
                  <a:pt x="165" y="50"/>
                  <a:pt x="189" y="74"/>
                </a:cubicBezTo>
                <a:cubicBezTo>
                  <a:pt x="216" y="102"/>
                  <a:pt x="226" y="142"/>
                  <a:pt x="224" y="209"/>
                </a:cubicBez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559" name="组合 558"/>
          <p:cNvGrpSpPr/>
          <p:nvPr/>
        </p:nvGrpSpPr>
        <p:grpSpPr>
          <a:xfrm>
            <a:off x="5337033" y="3372770"/>
            <a:ext cx="478582" cy="479905"/>
            <a:chOff x="6028561" y="-1589065"/>
            <a:chExt cx="407345" cy="408471"/>
          </a:xfrm>
        </p:grpSpPr>
        <p:sp>
          <p:nvSpPr>
            <p:cNvPr id="560" name="Freeform 14"/>
            <p:cNvSpPr>
              <a:spLocks/>
            </p:cNvSpPr>
            <p:nvPr/>
          </p:nvSpPr>
          <p:spPr bwMode="auto">
            <a:xfrm>
              <a:off x="6129835" y="-1460785"/>
              <a:ext cx="306071" cy="280191"/>
            </a:xfrm>
            <a:custGeom>
              <a:avLst/>
              <a:gdLst>
                <a:gd name="T0" fmla="*/ 96 w 115"/>
                <a:gd name="T1" fmla="*/ 0 h 105"/>
                <a:gd name="T2" fmla="*/ 86 w 115"/>
                <a:gd name="T3" fmla="*/ 0 h 105"/>
                <a:gd name="T4" fmla="*/ 86 w 115"/>
                <a:gd name="T5" fmla="*/ 10 h 105"/>
                <a:gd name="T6" fmla="*/ 57 w 115"/>
                <a:gd name="T7" fmla="*/ 38 h 105"/>
                <a:gd name="T8" fmla="*/ 14 w 115"/>
                <a:gd name="T9" fmla="*/ 38 h 105"/>
                <a:gd name="T10" fmla="*/ 0 w 115"/>
                <a:gd name="T11" fmla="*/ 52 h 105"/>
                <a:gd name="T12" fmla="*/ 0 w 115"/>
                <a:gd name="T13" fmla="*/ 57 h 105"/>
                <a:gd name="T14" fmla="*/ 19 w 115"/>
                <a:gd name="T15" fmla="*/ 76 h 105"/>
                <a:gd name="T16" fmla="*/ 67 w 115"/>
                <a:gd name="T17" fmla="*/ 76 h 105"/>
                <a:gd name="T18" fmla="*/ 96 w 115"/>
                <a:gd name="T19" fmla="*/ 105 h 105"/>
                <a:gd name="T20" fmla="*/ 96 w 115"/>
                <a:gd name="T21" fmla="*/ 76 h 105"/>
                <a:gd name="T22" fmla="*/ 115 w 115"/>
                <a:gd name="T23" fmla="*/ 57 h 105"/>
                <a:gd name="T24" fmla="*/ 115 w 115"/>
                <a:gd name="T25" fmla="*/ 19 h 105"/>
                <a:gd name="T26" fmla="*/ 96 w 115"/>
                <a:gd name="T27"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5" h="105">
                  <a:moveTo>
                    <a:pt x="96" y="0"/>
                  </a:moveTo>
                  <a:cubicBezTo>
                    <a:pt x="86" y="0"/>
                    <a:pt x="86" y="0"/>
                    <a:pt x="86" y="0"/>
                  </a:cubicBezTo>
                  <a:cubicBezTo>
                    <a:pt x="86" y="10"/>
                    <a:pt x="86" y="10"/>
                    <a:pt x="86" y="10"/>
                  </a:cubicBezTo>
                  <a:cubicBezTo>
                    <a:pt x="86" y="24"/>
                    <a:pt x="72" y="38"/>
                    <a:pt x="57" y="38"/>
                  </a:cubicBezTo>
                  <a:cubicBezTo>
                    <a:pt x="14" y="38"/>
                    <a:pt x="14" y="38"/>
                    <a:pt x="14" y="38"/>
                  </a:cubicBezTo>
                  <a:cubicBezTo>
                    <a:pt x="0" y="52"/>
                    <a:pt x="0" y="52"/>
                    <a:pt x="0" y="52"/>
                  </a:cubicBezTo>
                  <a:cubicBezTo>
                    <a:pt x="0" y="57"/>
                    <a:pt x="0" y="57"/>
                    <a:pt x="0" y="57"/>
                  </a:cubicBezTo>
                  <a:cubicBezTo>
                    <a:pt x="0" y="67"/>
                    <a:pt x="10" y="76"/>
                    <a:pt x="19" y="76"/>
                  </a:cubicBezTo>
                  <a:cubicBezTo>
                    <a:pt x="67" y="76"/>
                    <a:pt x="67" y="76"/>
                    <a:pt x="67" y="76"/>
                  </a:cubicBezTo>
                  <a:cubicBezTo>
                    <a:pt x="96" y="105"/>
                    <a:pt x="96" y="105"/>
                    <a:pt x="96" y="105"/>
                  </a:cubicBezTo>
                  <a:cubicBezTo>
                    <a:pt x="96" y="76"/>
                    <a:pt x="96" y="76"/>
                    <a:pt x="96" y="76"/>
                  </a:cubicBezTo>
                  <a:cubicBezTo>
                    <a:pt x="105" y="76"/>
                    <a:pt x="115" y="67"/>
                    <a:pt x="115" y="57"/>
                  </a:cubicBezTo>
                  <a:cubicBezTo>
                    <a:pt x="115" y="19"/>
                    <a:pt x="115" y="19"/>
                    <a:pt x="115" y="19"/>
                  </a:cubicBezTo>
                  <a:cubicBezTo>
                    <a:pt x="115" y="10"/>
                    <a:pt x="105" y="0"/>
                    <a:pt x="96" y="0"/>
                  </a:cubicBez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1" name="Freeform 15"/>
            <p:cNvSpPr>
              <a:spLocks/>
            </p:cNvSpPr>
            <p:nvPr/>
          </p:nvSpPr>
          <p:spPr bwMode="auto">
            <a:xfrm>
              <a:off x="6028561" y="-1589065"/>
              <a:ext cx="303820" cy="280191"/>
            </a:xfrm>
            <a:custGeom>
              <a:avLst/>
              <a:gdLst>
                <a:gd name="T0" fmla="*/ 48 w 114"/>
                <a:gd name="T1" fmla="*/ 77 h 105"/>
                <a:gd name="T2" fmla="*/ 95 w 114"/>
                <a:gd name="T3" fmla="*/ 77 h 105"/>
                <a:gd name="T4" fmla="*/ 114 w 114"/>
                <a:gd name="T5" fmla="*/ 58 h 105"/>
                <a:gd name="T6" fmla="*/ 114 w 114"/>
                <a:gd name="T7" fmla="*/ 20 h 105"/>
                <a:gd name="T8" fmla="*/ 95 w 114"/>
                <a:gd name="T9" fmla="*/ 0 h 105"/>
                <a:gd name="T10" fmla="*/ 19 w 114"/>
                <a:gd name="T11" fmla="*/ 0 h 105"/>
                <a:gd name="T12" fmla="*/ 0 w 114"/>
                <a:gd name="T13" fmla="*/ 20 h 105"/>
                <a:gd name="T14" fmla="*/ 0 w 114"/>
                <a:gd name="T15" fmla="*/ 58 h 105"/>
                <a:gd name="T16" fmla="*/ 19 w 114"/>
                <a:gd name="T17" fmla="*/ 77 h 105"/>
                <a:gd name="T18" fmla="*/ 19 w 114"/>
                <a:gd name="T19" fmla="*/ 105 h 105"/>
                <a:gd name="T20" fmla="*/ 48 w 114"/>
                <a:gd name="T21" fmla="*/ 7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4" h="105">
                  <a:moveTo>
                    <a:pt x="48" y="77"/>
                  </a:moveTo>
                  <a:cubicBezTo>
                    <a:pt x="95" y="77"/>
                    <a:pt x="95" y="77"/>
                    <a:pt x="95" y="77"/>
                  </a:cubicBezTo>
                  <a:cubicBezTo>
                    <a:pt x="105" y="77"/>
                    <a:pt x="114" y="67"/>
                    <a:pt x="114" y="58"/>
                  </a:cubicBezTo>
                  <a:cubicBezTo>
                    <a:pt x="114" y="20"/>
                    <a:pt x="114" y="20"/>
                    <a:pt x="114" y="20"/>
                  </a:cubicBezTo>
                  <a:cubicBezTo>
                    <a:pt x="114" y="10"/>
                    <a:pt x="105" y="0"/>
                    <a:pt x="95" y="0"/>
                  </a:cubicBezTo>
                  <a:cubicBezTo>
                    <a:pt x="19" y="0"/>
                    <a:pt x="19" y="0"/>
                    <a:pt x="19" y="0"/>
                  </a:cubicBezTo>
                  <a:cubicBezTo>
                    <a:pt x="10" y="0"/>
                    <a:pt x="0" y="10"/>
                    <a:pt x="0" y="20"/>
                  </a:cubicBezTo>
                  <a:cubicBezTo>
                    <a:pt x="0" y="58"/>
                    <a:pt x="0" y="58"/>
                    <a:pt x="0" y="58"/>
                  </a:cubicBezTo>
                  <a:cubicBezTo>
                    <a:pt x="0" y="67"/>
                    <a:pt x="10" y="77"/>
                    <a:pt x="19" y="77"/>
                  </a:cubicBezTo>
                  <a:cubicBezTo>
                    <a:pt x="19" y="105"/>
                    <a:pt x="19" y="105"/>
                    <a:pt x="19" y="105"/>
                  </a:cubicBezTo>
                  <a:lnTo>
                    <a:pt x="48" y="77"/>
                  </a:ln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562" name="文本框 561"/>
          <p:cNvSpPr txBox="1"/>
          <p:nvPr/>
        </p:nvSpPr>
        <p:spPr>
          <a:xfrm>
            <a:off x="6411685" y="4889633"/>
            <a:ext cx="2856518" cy="830997"/>
          </a:xfrm>
          <a:prstGeom prst="rect">
            <a:avLst/>
          </a:prstGeom>
          <a:noFill/>
        </p:spPr>
        <p:txBody>
          <a:bodyPr wrap="square" rtlCol="0">
            <a:spAutoFit/>
          </a:bodyPr>
          <a:lstStyle/>
          <a:p>
            <a:pPr>
              <a:lnSpc>
                <a:spcPct val="120000"/>
              </a:lnSpc>
            </a:pPr>
            <a:r>
              <a:rPr lang="zh-CN" altLang="en-US" sz="2400" b="1" dirty="0">
                <a:solidFill>
                  <a:srgbClr val="F8841D"/>
                </a:solidFill>
              </a:rPr>
              <a:t>添加标题</a:t>
            </a:r>
            <a:endParaRPr lang="en-US" altLang="zh-CN" sz="2400" b="1" dirty="0">
              <a:solidFill>
                <a:srgbClr val="F8841D"/>
              </a:solidFill>
            </a:endParaRPr>
          </a:p>
          <a:p>
            <a:pPr>
              <a:lnSpc>
                <a:spcPct val="120000"/>
              </a:lnSpc>
            </a:pPr>
            <a:r>
              <a:rPr lang="zh-CN" altLang="en-US" sz="1600" dirty="0">
                <a:solidFill>
                  <a:schemeClr val="tx1">
                    <a:lumMod val="65000"/>
                    <a:lumOff val="35000"/>
                  </a:schemeClr>
                </a:solidFill>
              </a:rPr>
              <a:t>添加内容添加内容</a:t>
            </a:r>
          </a:p>
        </p:txBody>
      </p:sp>
      <p:sp>
        <p:nvSpPr>
          <p:cNvPr id="563" name="文本框 562"/>
          <p:cNvSpPr txBox="1"/>
          <p:nvPr/>
        </p:nvSpPr>
        <p:spPr>
          <a:xfrm>
            <a:off x="4913230" y="5834486"/>
            <a:ext cx="2856518" cy="830997"/>
          </a:xfrm>
          <a:prstGeom prst="rect">
            <a:avLst/>
          </a:prstGeom>
          <a:noFill/>
        </p:spPr>
        <p:txBody>
          <a:bodyPr wrap="square" rtlCol="0">
            <a:spAutoFit/>
          </a:bodyPr>
          <a:lstStyle/>
          <a:p>
            <a:pPr>
              <a:lnSpc>
                <a:spcPct val="120000"/>
              </a:lnSpc>
            </a:pPr>
            <a:r>
              <a:rPr lang="zh-CN" altLang="en-US" sz="2400" b="1" dirty="0">
                <a:solidFill>
                  <a:srgbClr val="5EC6D3"/>
                </a:solidFill>
              </a:rPr>
              <a:t>添加标题</a:t>
            </a:r>
            <a:endParaRPr lang="en-US" altLang="zh-CN" sz="2400" b="1" dirty="0">
              <a:solidFill>
                <a:srgbClr val="5EC6D3"/>
              </a:solidFill>
            </a:endParaRPr>
          </a:p>
          <a:p>
            <a:pPr>
              <a:lnSpc>
                <a:spcPct val="120000"/>
              </a:lnSpc>
            </a:pPr>
            <a:r>
              <a:rPr lang="zh-CN" altLang="en-US" sz="1600" dirty="0">
                <a:solidFill>
                  <a:schemeClr val="tx1">
                    <a:lumMod val="65000"/>
                    <a:lumOff val="35000"/>
                  </a:schemeClr>
                </a:solidFill>
              </a:rPr>
              <a:t>添加内容添加内容</a:t>
            </a:r>
          </a:p>
        </p:txBody>
      </p:sp>
      <p:sp>
        <p:nvSpPr>
          <p:cNvPr id="564" name="文本框 563"/>
          <p:cNvSpPr txBox="1"/>
          <p:nvPr/>
        </p:nvSpPr>
        <p:spPr>
          <a:xfrm>
            <a:off x="421503" y="5425102"/>
            <a:ext cx="2856518" cy="830997"/>
          </a:xfrm>
          <a:prstGeom prst="rect">
            <a:avLst/>
          </a:prstGeom>
          <a:noFill/>
        </p:spPr>
        <p:txBody>
          <a:bodyPr wrap="square" rtlCol="0">
            <a:spAutoFit/>
          </a:bodyPr>
          <a:lstStyle/>
          <a:p>
            <a:pPr algn="r">
              <a:lnSpc>
                <a:spcPct val="120000"/>
              </a:lnSpc>
            </a:pPr>
            <a:r>
              <a:rPr lang="zh-CN" altLang="en-US" sz="2400" b="1" dirty="0">
                <a:solidFill>
                  <a:srgbClr val="546E7A"/>
                </a:solidFill>
              </a:rPr>
              <a:t>添加标题</a:t>
            </a:r>
            <a:endParaRPr lang="en-US" altLang="zh-CN" sz="2400" b="1" dirty="0">
              <a:solidFill>
                <a:srgbClr val="546E7A"/>
              </a:solidFill>
            </a:endParaRPr>
          </a:p>
          <a:p>
            <a:pPr algn="r">
              <a:lnSpc>
                <a:spcPct val="120000"/>
              </a:lnSpc>
            </a:pPr>
            <a:r>
              <a:rPr lang="zh-CN" altLang="en-US" sz="1600" dirty="0">
                <a:solidFill>
                  <a:schemeClr val="tx1">
                    <a:lumMod val="65000"/>
                    <a:lumOff val="35000"/>
                  </a:schemeClr>
                </a:solidFill>
              </a:rPr>
              <a:t>添加内容添加内容</a:t>
            </a:r>
          </a:p>
        </p:txBody>
      </p:sp>
      <p:sp>
        <p:nvSpPr>
          <p:cNvPr id="565" name="矩形 564"/>
          <p:cNvSpPr/>
          <p:nvPr/>
        </p:nvSpPr>
        <p:spPr>
          <a:xfrm>
            <a:off x="7907715" y="3201290"/>
            <a:ext cx="3650999" cy="1052596"/>
          </a:xfrm>
          <a:prstGeom prst="rect">
            <a:avLst/>
          </a:prstGeom>
          <a:noFill/>
        </p:spPr>
        <p:txBody>
          <a:bodyPr wrap="square">
            <a:spAutoFit/>
          </a:bodyPr>
          <a:lstStyle/>
          <a:p>
            <a:pPr>
              <a:lnSpc>
                <a:spcPct val="130000"/>
              </a:lnSpc>
            </a:pPr>
            <a:r>
              <a:rPr lang="zh-CN" altLang="en-US" sz="1600" dirty="0">
                <a:solidFill>
                  <a:schemeClr val="tx1">
                    <a:lumMod val="65000"/>
                    <a:lumOff val="35000"/>
                  </a:schemeClr>
                </a:solidFill>
              </a:rPr>
              <a:t>添加内容添加内容添加内容添加内容添加内容添加内容添加内容添加内容添加内容添加内容添加内容</a:t>
            </a:r>
          </a:p>
        </p:txBody>
      </p:sp>
      <p:sp>
        <p:nvSpPr>
          <p:cNvPr id="566" name="文本框 565"/>
          <p:cNvSpPr txBox="1"/>
          <p:nvPr/>
        </p:nvSpPr>
        <p:spPr>
          <a:xfrm>
            <a:off x="7907715" y="2245777"/>
            <a:ext cx="3913366" cy="535531"/>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567" name="Rectangle 58"/>
          <p:cNvSpPr/>
          <p:nvPr/>
        </p:nvSpPr>
        <p:spPr>
          <a:xfrm>
            <a:off x="7907715" y="2666045"/>
            <a:ext cx="4284285" cy="395173"/>
          </a:xfrm>
          <a:prstGeom prst="rect">
            <a:avLst/>
          </a:prstGeom>
        </p:spPr>
        <p:txBody>
          <a:bodyPr wrap="square">
            <a:spAutoFit/>
          </a:bodyPr>
          <a:lstStyle/>
          <a:p>
            <a:pPr>
              <a:lnSpc>
                <a:spcPct val="123000"/>
              </a:lnSpc>
              <a:spcBef>
                <a:spcPts val="600"/>
              </a:spcBef>
            </a:pPr>
            <a:r>
              <a:rPr lang="zh-CN" altLang="en-US" sz="1600" dirty="0">
                <a:solidFill>
                  <a:schemeClr val="tx1">
                    <a:lumMod val="65000"/>
                    <a:lumOff val="35000"/>
                  </a:schemeClr>
                </a:solidFill>
                <a:latin typeface="+mn-ea"/>
              </a:rPr>
              <a:t>添加副标题，添加内容添加内容</a:t>
            </a:r>
          </a:p>
        </p:txBody>
      </p:sp>
    </p:spTree>
    <p:extLst>
      <p:ext uri="{BB962C8B-B14F-4D97-AF65-F5344CB8AC3E}">
        <p14:creationId xmlns:p14="http://schemas.microsoft.com/office/powerpoint/2010/main" val="1894496587"/>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三项递进</a:t>
            </a:r>
            <a:endParaRPr lang="zh-CN" altLang="zh-CN" sz="2800" b="1" dirty="0">
              <a:solidFill>
                <a:schemeClr val="tx1">
                  <a:lumMod val="65000"/>
                  <a:lumOff val="35000"/>
                </a:schemeClr>
              </a:solidFill>
            </a:endParaRPr>
          </a:p>
        </p:txBody>
      </p:sp>
      <p:sp>
        <p:nvSpPr>
          <p:cNvPr id="46" name="Freeform 167"/>
          <p:cNvSpPr>
            <a:spLocks/>
          </p:cNvSpPr>
          <p:nvPr/>
        </p:nvSpPr>
        <p:spPr bwMode="auto">
          <a:xfrm flipH="1">
            <a:off x="3093726" y="3872371"/>
            <a:ext cx="1166813" cy="1608138"/>
          </a:xfrm>
          <a:custGeom>
            <a:avLst/>
            <a:gdLst>
              <a:gd name="T0" fmla="*/ 72 w 219"/>
              <a:gd name="T1" fmla="*/ 0 h 302"/>
              <a:gd name="T2" fmla="*/ 6 w 219"/>
              <a:gd name="T3" fmla="*/ 256 h 302"/>
              <a:gd name="T4" fmla="*/ 25 w 219"/>
              <a:gd name="T5" fmla="*/ 302 h 302"/>
              <a:gd name="T6" fmla="*/ 141 w 219"/>
              <a:gd name="T7" fmla="*/ 302 h 302"/>
              <a:gd name="T8" fmla="*/ 219 w 219"/>
              <a:gd name="T9" fmla="*/ 0 h 302"/>
              <a:gd name="T10" fmla="*/ 72 w 219"/>
              <a:gd name="T11" fmla="*/ 0 h 302"/>
            </a:gdLst>
            <a:ahLst/>
            <a:cxnLst>
              <a:cxn ang="0">
                <a:pos x="T0" y="T1"/>
              </a:cxn>
              <a:cxn ang="0">
                <a:pos x="T2" y="T3"/>
              </a:cxn>
              <a:cxn ang="0">
                <a:pos x="T4" y="T5"/>
              </a:cxn>
              <a:cxn ang="0">
                <a:pos x="T6" y="T7"/>
              </a:cxn>
              <a:cxn ang="0">
                <a:pos x="T8" y="T9"/>
              </a:cxn>
              <a:cxn ang="0">
                <a:pos x="T10" y="T11"/>
              </a:cxn>
            </a:cxnLst>
            <a:rect l="0" t="0" r="r" b="b"/>
            <a:pathLst>
              <a:path w="219" h="302">
                <a:moveTo>
                  <a:pt x="72" y="0"/>
                </a:moveTo>
                <a:cubicBezTo>
                  <a:pt x="6" y="256"/>
                  <a:pt x="6" y="256"/>
                  <a:pt x="6" y="256"/>
                </a:cubicBezTo>
                <a:cubicBezTo>
                  <a:pt x="0" y="278"/>
                  <a:pt x="10" y="302"/>
                  <a:pt x="25" y="302"/>
                </a:cubicBezTo>
                <a:cubicBezTo>
                  <a:pt x="141" y="302"/>
                  <a:pt x="141" y="302"/>
                  <a:pt x="141" y="302"/>
                </a:cubicBezTo>
                <a:cubicBezTo>
                  <a:pt x="219" y="0"/>
                  <a:pt x="219" y="0"/>
                  <a:pt x="219" y="0"/>
                </a:cubicBezTo>
                <a:lnTo>
                  <a:pt x="72"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pic>
        <p:nvPicPr>
          <p:cNvPr id="50" name="Picture 3"/>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2767" r="7205" b="57679"/>
          <a:stretch/>
        </p:blipFill>
        <p:spPr bwMode="auto">
          <a:xfrm flipH="1" flipV="1">
            <a:off x="2273133" y="3874327"/>
            <a:ext cx="2808000" cy="20386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1" name="Freeform 164"/>
          <p:cNvSpPr>
            <a:spLocks/>
          </p:cNvSpPr>
          <p:nvPr/>
        </p:nvSpPr>
        <p:spPr bwMode="auto">
          <a:xfrm flipH="1">
            <a:off x="6192526" y="2311859"/>
            <a:ext cx="1135063" cy="2060575"/>
          </a:xfrm>
          <a:custGeom>
            <a:avLst/>
            <a:gdLst>
              <a:gd name="T0" fmla="*/ 75 w 213"/>
              <a:gd name="T1" fmla="*/ 0 h 387"/>
              <a:gd name="T2" fmla="*/ 6 w 213"/>
              <a:gd name="T3" fmla="*/ 325 h 387"/>
              <a:gd name="T4" fmla="*/ 34 w 213"/>
              <a:gd name="T5" fmla="*/ 387 h 387"/>
              <a:gd name="T6" fmla="*/ 139 w 213"/>
              <a:gd name="T7" fmla="*/ 387 h 387"/>
              <a:gd name="T8" fmla="*/ 206 w 213"/>
              <a:gd name="T9" fmla="*/ 72 h 387"/>
              <a:gd name="T10" fmla="*/ 173 w 213"/>
              <a:gd name="T11" fmla="*/ 0 h 387"/>
              <a:gd name="T12" fmla="*/ 75 w 213"/>
              <a:gd name="T13" fmla="*/ 0 h 387"/>
            </a:gdLst>
            <a:ahLst/>
            <a:cxnLst>
              <a:cxn ang="0">
                <a:pos x="T0" y="T1"/>
              </a:cxn>
              <a:cxn ang="0">
                <a:pos x="T2" y="T3"/>
              </a:cxn>
              <a:cxn ang="0">
                <a:pos x="T4" y="T5"/>
              </a:cxn>
              <a:cxn ang="0">
                <a:pos x="T6" y="T7"/>
              </a:cxn>
              <a:cxn ang="0">
                <a:pos x="T8" y="T9"/>
              </a:cxn>
              <a:cxn ang="0">
                <a:pos x="T10" y="T11"/>
              </a:cxn>
              <a:cxn ang="0">
                <a:pos x="T12" y="T13"/>
              </a:cxn>
            </a:cxnLst>
            <a:rect l="0" t="0" r="r" b="b"/>
            <a:pathLst>
              <a:path w="213" h="387">
                <a:moveTo>
                  <a:pt x="75" y="0"/>
                </a:moveTo>
                <a:cubicBezTo>
                  <a:pt x="6" y="325"/>
                  <a:pt x="6" y="325"/>
                  <a:pt x="6" y="325"/>
                </a:cubicBezTo>
                <a:cubicBezTo>
                  <a:pt x="0" y="355"/>
                  <a:pt x="14" y="387"/>
                  <a:pt x="34" y="387"/>
                </a:cubicBezTo>
                <a:cubicBezTo>
                  <a:pt x="139" y="387"/>
                  <a:pt x="139" y="387"/>
                  <a:pt x="139" y="387"/>
                </a:cubicBezTo>
                <a:cubicBezTo>
                  <a:pt x="206" y="72"/>
                  <a:pt x="206" y="72"/>
                  <a:pt x="206" y="72"/>
                </a:cubicBezTo>
                <a:cubicBezTo>
                  <a:pt x="213" y="37"/>
                  <a:pt x="197" y="0"/>
                  <a:pt x="173" y="0"/>
                </a:cubicBezTo>
                <a:lnTo>
                  <a:pt x="75"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52" name="组合 28"/>
          <p:cNvGrpSpPr/>
          <p:nvPr/>
        </p:nvGrpSpPr>
        <p:grpSpPr>
          <a:xfrm flipH="1">
            <a:off x="6592577" y="1119646"/>
            <a:ext cx="1933575" cy="3252788"/>
            <a:chOff x="3427413" y="1344613"/>
            <a:chExt cx="1933575" cy="3252788"/>
          </a:xfrm>
          <a:solidFill>
            <a:srgbClr val="5D9420"/>
          </a:solidFill>
          <a:effectLst>
            <a:outerShdw blurRad="114300" dist="38100" dir="2700000" algn="tl" rotWithShape="0">
              <a:prstClr val="black">
                <a:alpha val="32000"/>
              </a:prstClr>
            </a:outerShdw>
          </a:effectLst>
        </p:grpSpPr>
        <p:sp>
          <p:nvSpPr>
            <p:cNvPr id="53" name="Freeform 165"/>
            <p:cNvSpPr>
              <a:spLocks/>
            </p:cNvSpPr>
            <p:nvPr/>
          </p:nvSpPr>
          <p:spPr bwMode="auto">
            <a:xfrm>
              <a:off x="3427413" y="1344613"/>
              <a:ext cx="974725" cy="825500"/>
            </a:xfrm>
            <a:custGeom>
              <a:avLst/>
              <a:gdLst>
                <a:gd name="T0" fmla="*/ 62 w 183"/>
                <a:gd name="T1" fmla="*/ 5 h 155"/>
                <a:gd name="T2" fmla="*/ 174 w 183"/>
                <a:gd name="T3" fmla="*/ 72 h 155"/>
                <a:gd name="T4" fmla="*/ 171 w 183"/>
                <a:gd name="T5" fmla="*/ 94 h 155"/>
                <a:gd name="T6" fmla="*/ 20 w 183"/>
                <a:gd name="T7" fmla="*/ 151 h 155"/>
                <a:gd name="T8" fmla="*/ 3 w 183"/>
                <a:gd name="T9" fmla="*/ 137 h 155"/>
                <a:gd name="T10" fmla="*/ 43 w 183"/>
                <a:gd name="T11" fmla="*/ 12 h 155"/>
                <a:gd name="T12" fmla="*/ 62 w 183"/>
                <a:gd name="T13" fmla="*/ 5 h 155"/>
              </a:gdLst>
              <a:ahLst/>
              <a:cxnLst>
                <a:cxn ang="0">
                  <a:pos x="T0" y="T1"/>
                </a:cxn>
                <a:cxn ang="0">
                  <a:pos x="T2" y="T3"/>
                </a:cxn>
                <a:cxn ang="0">
                  <a:pos x="T4" y="T5"/>
                </a:cxn>
                <a:cxn ang="0">
                  <a:pos x="T6" y="T7"/>
                </a:cxn>
                <a:cxn ang="0">
                  <a:pos x="T8" y="T9"/>
                </a:cxn>
                <a:cxn ang="0">
                  <a:pos x="T10" y="T11"/>
                </a:cxn>
                <a:cxn ang="0">
                  <a:pos x="T12" y="T13"/>
                </a:cxn>
              </a:cxnLst>
              <a:rect l="0" t="0" r="r" b="b"/>
              <a:pathLst>
                <a:path w="183" h="155">
                  <a:moveTo>
                    <a:pt x="62" y="5"/>
                  </a:moveTo>
                  <a:cubicBezTo>
                    <a:pt x="174" y="72"/>
                    <a:pt x="174" y="72"/>
                    <a:pt x="174" y="72"/>
                  </a:cubicBezTo>
                  <a:cubicBezTo>
                    <a:pt x="183" y="78"/>
                    <a:pt x="181" y="90"/>
                    <a:pt x="171" y="94"/>
                  </a:cubicBezTo>
                  <a:cubicBezTo>
                    <a:pt x="20" y="151"/>
                    <a:pt x="20" y="151"/>
                    <a:pt x="20" y="151"/>
                  </a:cubicBezTo>
                  <a:cubicBezTo>
                    <a:pt x="10" y="155"/>
                    <a:pt x="0" y="146"/>
                    <a:pt x="3" y="137"/>
                  </a:cubicBezTo>
                  <a:cubicBezTo>
                    <a:pt x="43" y="12"/>
                    <a:pt x="43" y="12"/>
                    <a:pt x="43" y="12"/>
                  </a:cubicBezTo>
                  <a:cubicBezTo>
                    <a:pt x="45" y="4"/>
                    <a:pt x="55" y="0"/>
                    <a:pt x="62" y="5"/>
                  </a:cubicBez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166"/>
            <p:cNvSpPr>
              <a:spLocks/>
            </p:cNvSpPr>
            <p:nvPr/>
          </p:nvSpPr>
          <p:spPr bwMode="auto">
            <a:xfrm>
              <a:off x="3576638" y="1643063"/>
              <a:ext cx="1784350" cy="2954338"/>
            </a:xfrm>
            <a:custGeom>
              <a:avLst/>
              <a:gdLst>
                <a:gd name="T0" fmla="*/ 335 w 335"/>
                <a:gd name="T1" fmla="*/ 555 h 555"/>
                <a:gd name="T2" fmla="*/ 115 w 335"/>
                <a:gd name="T3" fmla="*/ 0 h 555"/>
                <a:gd name="T4" fmla="*/ 0 w 335"/>
                <a:gd name="T5" fmla="*/ 84 h 555"/>
                <a:gd name="T6" fmla="*/ 178 w 335"/>
                <a:gd name="T7" fmla="*/ 533 h 555"/>
                <a:gd name="T8" fmla="*/ 202 w 335"/>
                <a:gd name="T9" fmla="*/ 555 h 555"/>
                <a:gd name="T10" fmla="*/ 335 w 335"/>
                <a:gd name="T11" fmla="*/ 555 h 555"/>
              </a:gdLst>
              <a:ahLst/>
              <a:cxnLst>
                <a:cxn ang="0">
                  <a:pos x="T0" y="T1"/>
                </a:cxn>
                <a:cxn ang="0">
                  <a:pos x="T2" y="T3"/>
                </a:cxn>
                <a:cxn ang="0">
                  <a:pos x="T4" y="T5"/>
                </a:cxn>
                <a:cxn ang="0">
                  <a:pos x="T6" y="T7"/>
                </a:cxn>
                <a:cxn ang="0">
                  <a:pos x="T8" y="T9"/>
                </a:cxn>
                <a:cxn ang="0">
                  <a:pos x="T10" y="T11"/>
                </a:cxn>
              </a:cxnLst>
              <a:rect l="0" t="0" r="r" b="b"/>
              <a:pathLst>
                <a:path w="335" h="555">
                  <a:moveTo>
                    <a:pt x="335" y="555"/>
                  </a:moveTo>
                  <a:cubicBezTo>
                    <a:pt x="115" y="0"/>
                    <a:pt x="115" y="0"/>
                    <a:pt x="115" y="0"/>
                  </a:cubicBezTo>
                  <a:cubicBezTo>
                    <a:pt x="0" y="84"/>
                    <a:pt x="0" y="84"/>
                    <a:pt x="0" y="84"/>
                  </a:cubicBezTo>
                  <a:cubicBezTo>
                    <a:pt x="178" y="533"/>
                    <a:pt x="178" y="533"/>
                    <a:pt x="178" y="533"/>
                  </a:cubicBezTo>
                  <a:cubicBezTo>
                    <a:pt x="183" y="547"/>
                    <a:pt x="192" y="555"/>
                    <a:pt x="202" y="555"/>
                  </a:cubicBezTo>
                  <a:lnTo>
                    <a:pt x="335" y="555"/>
                  </a:ln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55" name="Freeform 168"/>
          <p:cNvSpPr>
            <a:spLocks/>
          </p:cNvSpPr>
          <p:nvPr/>
        </p:nvSpPr>
        <p:spPr bwMode="auto">
          <a:xfrm flipH="1">
            <a:off x="4627252" y="2797634"/>
            <a:ext cx="1241425" cy="2128838"/>
          </a:xfrm>
          <a:custGeom>
            <a:avLst/>
            <a:gdLst>
              <a:gd name="T0" fmla="*/ 97 w 233"/>
              <a:gd name="T1" fmla="*/ 0 h 400"/>
              <a:gd name="T2" fmla="*/ 6 w 233"/>
              <a:gd name="T3" fmla="*/ 354 h 400"/>
              <a:gd name="T4" fmla="*/ 25 w 233"/>
              <a:gd name="T5" fmla="*/ 400 h 400"/>
              <a:gd name="T6" fmla="*/ 141 w 233"/>
              <a:gd name="T7" fmla="*/ 400 h 400"/>
              <a:gd name="T8" fmla="*/ 223 w 233"/>
              <a:gd name="T9" fmla="*/ 82 h 400"/>
              <a:gd name="T10" fmla="*/ 189 w 233"/>
              <a:gd name="T11" fmla="*/ 0 h 400"/>
              <a:gd name="T12" fmla="*/ 97 w 233"/>
              <a:gd name="T13" fmla="*/ 0 h 400"/>
            </a:gdLst>
            <a:ahLst/>
            <a:cxnLst>
              <a:cxn ang="0">
                <a:pos x="T0" y="T1"/>
              </a:cxn>
              <a:cxn ang="0">
                <a:pos x="T2" y="T3"/>
              </a:cxn>
              <a:cxn ang="0">
                <a:pos x="T4" y="T5"/>
              </a:cxn>
              <a:cxn ang="0">
                <a:pos x="T6" y="T7"/>
              </a:cxn>
              <a:cxn ang="0">
                <a:pos x="T8" y="T9"/>
              </a:cxn>
              <a:cxn ang="0">
                <a:pos x="T10" y="T11"/>
              </a:cxn>
              <a:cxn ang="0">
                <a:pos x="T12" y="T13"/>
              </a:cxn>
            </a:cxnLst>
            <a:rect l="0" t="0" r="r" b="b"/>
            <a:pathLst>
              <a:path w="233" h="400">
                <a:moveTo>
                  <a:pt x="97" y="0"/>
                </a:moveTo>
                <a:cubicBezTo>
                  <a:pt x="6" y="354"/>
                  <a:pt x="6" y="354"/>
                  <a:pt x="6" y="354"/>
                </a:cubicBezTo>
                <a:cubicBezTo>
                  <a:pt x="0" y="376"/>
                  <a:pt x="10" y="400"/>
                  <a:pt x="25" y="400"/>
                </a:cubicBezTo>
                <a:cubicBezTo>
                  <a:pt x="141" y="400"/>
                  <a:pt x="141" y="400"/>
                  <a:pt x="141" y="400"/>
                </a:cubicBezTo>
                <a:cubicBezTo>
                  <a:pt x="223" y="82"/>
                  <a:pt x="223" y="82"/>
                  <a:pt x="223" y="82"/>
                </a:cubicBezTo>
                <a:cubicBezTo>
                  <a:pt x="233" y="43"/>
                  <a:pt x="215" y="0"/>
                  <a:pt x="189" y="0"/>
                </a:cubicBezTo>
                <a:lnTo>
                  <a:pt x="9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6" name="Freeform 169"/>
          <p:cNvSpPr>
            <a:spLocks/>
          </p:cNvSpPr>
          <p:nvPr/>
        </p:nvSpPr>
        <p:spPr bwMode="auto">
          <a:xfrm flipH="1">
            <a:off x="5111439" y="2311859"/>
            <a:ext cx="1827213" cy="2614613"/>
          </a:xfrm>
          <a:custGeom>
            <a:avLst/>
            <a:gdLst>
              <a:gd name="T0" fmla="*/ 130 w 343"/>
              <a:gd name="T1" fmla="*/ 0 h 491"/>
              <a:gd name="T2" fmla="*/ 0 w 343"/>
              <a:gd name="T3" fmla="*/ 0 h 491"/>
              <a:gd name="T4" fmla="*/ 189 w 343"/>
              <a:gd name="T5" fmla="*/ 475 h 491"/>
              <a:gd name="T6" fmla="*/ 206 w 343"/>
              <a:gd name="T7" fmla="*/ 491 h 491"/>
              <a:gd name="T8" fmla="*/ 343 w 343"/>
              <a:gd name="T9" fmla="*/ 491 h 491"/>
              <a:gd name="T10" fmla="*/ 159 w 343"/>
              <a:gd name="T11" fmla="*/ 26 h 491"/>
              <a:gd name="T12" fmla="*/ 130 w 343"/>
              <a:gd name="T13" fmla="*/ 0 h 491"/>
            </a:gdLst>
            <a:ahLst/>
            <a:cxnLst>
              <a:cxn ang="0">
                <a:pos x="T0" y="T1"/>
              </a:cxn>
              <a:cxn ang="0">
                <a:pos x="T2" y="T3"/>
              </a:cxn>
              <a:cxn ang="0">
                <a:pos x="T4" y="T5"/>
              </a:cxn>
              <a:cxn ang="0">
                <a:pos x="T6" y="T7"/>
              </a:cxn>
              <a:cxn ang="0">
                <a:pos x="T8" y="T9"/>
              </a:cxn>
              <a:cxn ang="0">
                <a:pos x="T10" y="T11"/>
              </a:cxn>
              <a:cxn ang="0">
                <a:pos x="T12" y="T13"/>
              </a:cxn>
            </a:cxnLst>
            <a:rect l="0" t="0" r="r" b="b"/>
            <a:pathLst>
              <a:path w="343" h="491">
                <a:moveTo>
                  <a:pt x="130" y="0"/>
                </a:moveTo>
                <a:cubicBezTo>
                  <a:pt x="0" y="0"/>
                  <a:pt x="0" y="0"/>
                  <a:pt x="0" y="0"/>
                </a:cubicBezTo>
                <a:cubicBezTo>
                  <a:pt x="189" y="475"/>
                  <a:pt x="189" y="475"/>
                  <a:pt x="189" y="475"/>
                </a:cubicBezTo>
                <a:cubicBezTo>
                  <a:pt x="192" y="485"/>
                  <a:pt x="199" y="491"/>
                  <a:pt x="206" y="491"/>
                </a:cubicBezTo>
                <a:cubicBezTo>
                  <a:pt x="343" y="491"/>
                  <a:pt x="343" y="491"/>
                  <a:pt x="343" y="491"/>
                </a:cubicBezTo>
                <a:cubicBezTo>
                  <a:pt x="159" y="26"/>
                  <a:pt x="159" y="26"/>
                  <a:pt x="159" y="26"/>
                </a:cubicBezTo>
                <a:cubicBezTo>
                  <a:pt x="152" y="10"/>
                  <a:pt x="141" y="0"/>
                  <a:pt x="130" y="0"/>
                </a:cubicBezTo>
                <a:close/>
              </a:path>
            </a:pathLst>
          </a:custGeom>
          <a:solidFill>
            <a:srgbClr val="546E7A"/>
          </a:solidFill>
          <a:ln>
            <a:noFill/>
          </a:ln>
          <a:effectLst>
            <a:outerShdw blurRad="152400" dist="38100" dir="2700000" algn="tl" rotWithShape="0">
              <a:prstClr val="black">
                <a:alpha val="28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170"/>
          <p:cNvSpPr>
            <a:spLocks/>
          </p:cNvSpPr>
          <p:nvPr/>
        </p:nvSpPr>
        <p:spPr bwMode="auto">
          <a:xfrm flipH="1">
            <a:off x="3509651" y="2797634"/>
            <a:ext cx="1836738" cy="2682875"/>
          </a:xfrm>
          <a:custGeom>
            <a:avLst/>
            <a:gdLst>
              <a:gd name="T0" fmla="*/ 128 w 345"/>
              <a:gd name="T1" fmla="*/ 0 h 504"/>
              <a:gd name="T2" fmla="*/ 0 w 345"/>
              <a:gd name="T3" fmla="*/ 0 h 504"/>
              <a:gd name="T4" fmla="*/ 189 w 345"/>
              <a:gd name="T5" fmla="*/ 485 h 504"/>
              <a:gd name="T6" fmla="*/ 217 w 345"/>
              <a:gd name="T7" fmla="*/ 504 h 504"/>
              <a:gd name="T8" fmla="*/ 345 w 345"/>
              <a:gd name="T9" fmla="*/ 504 h 504"/>
              <a:gd name="T10" fmla="*/ 159 w 345"/>
              <a:gd name="T11" fmla="*/ 28 h 504"/>
              <a:gd name="T12" fmla="*/ 128 w 345"/>
              <a:gd name="T13" fmla="*/ 0 h 504"/>
            </a:gdLst>
            <a:ahLst/>
            <a:cxnLst>
              <a:cxn ang="0">
                <a:pos x="T0" y="T1"/>
              </a:cxn>
              <a:cxn ang="0">
                <a:pos x="T2" y="T3"/>
              </a:cxn>
              <a:cxn ang="0">
                <a:pos x="T4" y="T5"/>
              </a:cxn>
              <a:cxn ang="0">
                <a:pos x="T6" y="T7"/>
              </a:cxn>
              <a:cxn ang="0">
                <a:pos x="T8" y="T9"/>
              </a:cxn>
              <a:cxn ang="0">
                <a:pos x="T10" y="T11"/>
              </a:cxn>
              <a:cxn ang="0">
                <a:pos x="T12" y="T13"/>
              </a:cxn>
            </a:cxnLst>
            <a:rect l="0" t="0" r="r" b="b"/>
            <a:pathLst>
              <a:path w="345" h="504">
                <a:moveTo>
                  <a:pt x="128" y="0"/>
                </a:moveTo>
                <a:cubicBezTo>
                  <a:pt x="0" y="0"/>
                  <a:pt x="0" y="0"/>
                  <a:pt x="0" y="0"/>
                </a:cubicBezTo>
                <a:cubicBezTo>
                  <a:pt x="189" y="485"/>
                  <a:pt x="189" y="485"/>
                  <a:pt x="189" y="485"/>
                </a:cubicBezTo>
                <a:cubicBezTo>
                  <a:pt x="194" y="497"/>
                  <a:pt x="205" y="504"/>
                  <a:pt x="217" y="504"/>
                </a:cubicBezTo>
                <a:cubicBezTo>
                  <a:pt x="345" y="504"/>
                  <a:pt x="345" y="504"/>
                  <a:pt x="345" y="504"/>
                </a:cubicBezTo>
                <a:cubicBezTo>
                  <a:pt x="159" y="28"/>
                  <a:pt x="159" y="28"/>
                  <a:pt x="159" y="28"/>
                </a:cubicBezTo>
                <a:cubicBezTo>
                  <a:pt x="153" y="10"/>
                  <a:pt x="141" y="0"/>
                  <a:pt x="128" y="0"/>
                </a:cubicBezTo>
                <a:close/>
              </a:path>
            </a:pathLst>
          </a:custGeom>
          <a:solidFill>
            <a:srgbClr val="5EC6D3"/>
          </a:solidFill>
          <a:ln>
            <a:noFill/>
          </a:ln>
          <a:effectLst>
            <a:outerShdw blurRad="152400" dist="38100" dir="2700000" algn="tl" rotWithShape="0">
              <a:prstClr val="black">
                <a:alpha val="28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文本框 57"/>
          <p:cNvSpPr txBox="1"/>
          <p:nvPr/>
        </p:nvSpPr>
        <p:spPr>
          <a:xfrm rot="17521496">
            <a:off x="3721036" y="3960328"/>
            <a:ext cx="1383712" cy="523220"/>
          </a:xfrm>
          <a:prstGeom prst="rect">
            <a:avLst/>
          </a:prstGeom>
          <a:noFill/>
        </p:spPr>
        <p:txBody>
          <a:bodyPr wrap="none" rtlCol="0">
            <a:spAutoFit/>
          </a:bodyPr>
          <a:lstStyle/>
          <a:p>
            <a:r>
              <a:rPr lang="en-US" altLang="zh-CN" sz="2800" dirty="0">
                <a:solidFill>
                  <a:schemeClr val="bg1"/>
                </a:solidFill>
                <a:latin typeface="+mj-ea"/>
                <a:ea typeface="+mj-ea"/>
              </a:rPr>
              <a:t>2015</a:t>
            </a:r>
            <a:r>
              <a:rPr lang="zh-CN" altLang="en-US" sz="2800" dirty="0">
                <a:solidFill>
                  <a:schemeClr val="bg1"/>
                </a:solidFill>
                <a:latin typeface="+mj-ea"/>
                <a:ea typeface="+mj-ea"/>
              </a:rPr>
              <a:t>年</a:t>
            </a:r>
          </a:p>
        </p:txBody>
      </p:sp>
      <p:sp>
        <p:nvSpPr>
          <p:cNvPr id="59" name="文本框 58"/>
          <p:cNvSpPr txBox="1"/>
          <p:nvPr/>
        </p:nvSpPr>
        <p:spPr>
          <a:xfrm rot="17521496">
            <a:off x="5355891" y="3357556"/>
            <a:ext cx="1383712" cy="523220"/>
          </a:xfrm>
          <a:prstGeom prst="rect">
            <a:avLst/>
          </a:prstGeom>
          <a:noFill/>
        </p:spPr>
        <p:txBody>
          <a:bodyPr wrap="none" rtlCol="0">
            <a:spAutoFit/>
          </a:bodyPr>
          <a:lstStyle/>
          <a:p>
            <a:r>
              <a:rPr lang="en-US" altLang="zh-CN" sz="2800" dirty="0">
                <a:solidFill>
                  <a:schemeClr val="bg1"/>
                </a:solidFill>
                <a:latin typeface="+mj-ea"/>
                <a:ea typeface="+mj-ea"/>
              </a:rPr>
              <a:t>2016</a:t>
            </a:r>
            <a:r>
              <a:rPr lang="zh-CN" altLang="en-US" sz="2800" dirty="0">
                <a:solidFill>
                  <a:schemeClr val="bg1"/>
                </a:solidFill>
                <a:latin typeface="+mj-ea"/>
                <a:ea typeface="+mj-ea"/>
              </a:rPr>
              <a:t>年</a:t>
            </a:r>
          </a:p>
        </p:txBody>
      </p:sp>
      <p:sp>
        <p:nvSpPr>
          <p:cNvPr id="60" name="文本框 59"/>
          <p:cNvSpPr txBox="1"/>
          <p:nvPr/>
        </p:nvSpPr>
        <p:spPr>
          <a:xfrm rot="17521496">
            <a:off x="6959583" y="2545327"/>
            <a:ext cx="1383712" cy="523220"/>
          </a:xfrm>
          <a:prstGeom prst="rect">
            <a:avLst/>
          </a:prstGeom>
          <a:noFill/>
        </p:spPr>
        <p:txBody>
          <a:bodyPr wrap="none" rtlCol="0">
            <a:spAutoFit/>
          </a:bodyPr>
          <a:lstStyle/>
          <a:p>
            <a:r>
              <a:rPr lang="en-US" altLang="zh-CN" sz="2800" dirty="0">
                <a:solidFill>
                  <a:schemeClr val="bg1"/>
                </a:solidFill>
                <a:latin typeface="+mj-ea"/>
                <a:ea typeface="+mj-ea"/>
              </a:rPr>
              <a:t>2017</a:t>
            </a:r>
            <a:r>
              <a:rPr lang="zh-CN" altLang="en-US" sz="2800" dirty="0">
                <a:solidFill>
                  <a:schemeClr val="bg1"/>
                </a:solidFill>
                <a:latin typeface="+mj-ea"/>
                <a:ea typeface="+mj-ea"/>
              </a:rPr>
              <a:t>年</a:t>
            </a:r>
          </a:p>
        </p:txBody>
      </p:sp>
      <p:sp>
        <p:nvSpPr>
          <p:cNvPr id="61" name="Freeform 8"/>
          <p:cNvSpPr>
            <a:spLocks/>
          </p:cNvSpPr>
          <p:nvPr/>
        </p:nvSpPr>
        <p:spPr bwMode="auto">
          <a:xfrm rot="16200000">
            <a:off x="5568081" y="4685159"/>
            <a:ext cx="858463" cy="732236"/>
          </a:xfrm>
          <a:custGeom>
            <a:avLst/>
            <a:gdLst>
              <a:gd name="T0" fmla="*/ 1468 w 1468"/>
              <a:gd name="T1" fmla="*/ 0 h 350"/>
              <a:gd name="T2" fmla="*/ 289 w 1468"/>
              <a:gd name="T3" fmla="*/ 0 h 350"/>
              <a:gd name="T4" fmla="*/ 0 w 1468"/>
              <a:gd name="T5" fmla="*/ 350 h 350"/>
            </a:gdLst>
            <a:ahLst/>
            <a:cxnLst>
              <a:cxn ang="0">
                <a:pos x="T0" y="T1"/>
              </a:cxn>
              <a:cxn ang="0">
                <a:pos x="T2" y="T3"/>
              </a:cxn>
              <a:cxn ang="0">
                <a:pos x="T4" y="T5"/>
              </a:cxn>
            </a:cxnLst>
            <a:rect l="0" t="0" r="r" b="b"/>
            <a:pathLst>
              <a:path w="1468" h="350">
                <a:moveTo>
                  <a:pt x="1468" y="0"/>
                </a:moveTo>
                <a:lnTo>
                  <a:pt x="289" y="0"/>
                </a:lnTo>
                <a:lnTo>
                  <a:pt x="0" y="350"/>
                </a:lnTo>
              </a:path>
            </a:pathLst>
          </a:custGeom>
          <a:noFill/>
          <a:ln w="12700" cap="flat">
            <a:solidFill>
              <a:schemeClr val="tx1">
                <a:lumMod val="65000"/>
                <a:lumOff val="35000"/>
              </a:schemeClr>
            </a:solidFill>
            <a:prstDash val="solid"/>
            <a:miter lim="800000"/>
            <a:headEnd type="oval" w="med" len="med"/>
            <a:tailEnd type="oval" w="med" len="me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8"/>
          <p:cNvSpPr>
            <a:spLocks/>
          </p:cNvSpPr>
          <p:nvPr/>
        </p:nvSpPr>
        <p:spPr bwMode="auto">
          <a:xfrm rot="16200000">
            <a:off x="4040186" y="5381446"/>
            <a:ext cx="858463" cy="732236"/>
          </a:xfrm>
          <a:custGeom>
            <a:avLst/>
            <a:gdLst>
              <a:gd name="T0" fmla="*/ 1468 w 1468"/>
              <a:gd name="T1" fmla="*/ 0 h 350"/>
              <a:gd name="T2" fmla="*/ 289 w 1468"/>
              <a:gd name="T3" fmla="*/ 0 h 350"/>
              <a:gd name="T4" fmla="*/ 0 w 1468"/>
              <a:gd name="T5" fmla="*/ 350 h 350"/>
            </a:gdLst>
            <a:ahLst/>
            <a:cxnLst>
              <a:cxn ang="0">
                <a:pos x="T0" y="T1"/>
              </a:cxn>
              <a:cxn ang="0">
                <a:pos x="T2" y="T3"/>
              </a:cxn>
              <a:cxn ang="0">
                <a:pos x="T4" y="T5"/>
              </a:cxn>
            </a:cxnLst>
            <a:rect l="0" t="0" r="r" b="b"/>
            <a:pathLst>
              <a:path w="1468" h="350">
                <a:moveTo>
                  <a:pt x="1468" y="0"/>
                </a:moveTo>
                <a:lnTo>
                  <a:pt x="289" y="0"/>
                </a:lnTo>
                <a:lnTo>
                  <a:pt x="0" y="350"/>
                </a:lnTo>
              </a:path>
            </a:pathLst>
          </a:custGeom>
          <a:noFill/>
          <a:ln w="12700" cap="flat">
            <a:solidFill>
              <a:schemeClr val="tx1">
                <a:lumMod val="65000"/>
                <a:lumOff val="35000"/>
              </a:schemeClr>
            </a:solidFill>
            <a:prstDash val="solid"/>
            <a:miter lim="800000"/>
            <a:headEnd type="oval" w="med" len="med"/>
            <a:tailEnd type="oval" w="med" len="me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cxnSp>
        <p:nvCxnSpPr>
          <p:cNvPr id="63" name="直接连接符 2"/>
          <p:cNvCxnSpPr/>
          <p:nvPr/>
        </p:nvCxnSpPr>
        <p:spPr>
          <a:xfrm>
            <a:off x="7327434" y="4157761"/>
            <a:ext cx="671935" cy="0"/>
          </a:xfrm>
          <a:prstGeom prst="line">
            <a:avLst/>
          </a:prstGeom>
          <a:noFill/>
          <a:ln w="12700" cap="flat">
            <a:solidFill>
              <a:schemeClr val="tx1">
                <a:lumMod val="65000"/>
                <a:lumOff val="35000"/>
              </a:schemeClr>
            </a:solidFill>
            <a:prstDash val="solid"/>
            <a:miter lim="800000"/>
            <a:headEnd type="oval" w="med" len="med"/>
            <a:tailEnd type="oval" w="med" len="med"/>
          </a:ln>
          <a:extLst>
            <a:ext uri="{909E8E84-426E-40DD-AFC4-6F175D3DCCD1}">
              <a14:hiddenFill xmlns:a14="http://schemas.microsoft.com/office/drawing/2010/main">
                <a:solidFill>
                  <a:srgbClr val="FFFFFF"/>
                </a:solidFill>
              </a14:hiddenFill>
            </a:ext>
          </a:extLst>
        </p:spPr>
      </p:cxnSp>
      <p:sp>
        <p:nvSpPr>
          <p:cNvPr id="64" name="文本框 63"/>
          <p:cNvSpPr txBox="1"/>
          <p:nvPr/>
        </p:nvSpPr>
        <p:spPr>
          <a:xfrm>
            <a:off x="7996776" y="3791048"/>
            <a:ext cx="2856518" cy="830997"/>
          </a:xfrm>
          <a:prstGeom prst="rect">
            <a:avLst/>
          </a:prstGeom>
          <a:noFill/>
        </p:spPr>
        <p:txBody>
          <a:bodyPr wrap="square" rtlCol="0">
            <a:spAutoFit/>
          </a:bodyPr>
          <a:lstStyle/>
          <a:p>
            <a:pPr>
              <a:lnSpc>
                <a:spcPct val="120000"/>
              </a:lnSpc>
            </a:pPr>
            <a:r>
              <a:rPr lang="zh-CN" altLang="en-US" sz="2400" b="1" dirty="0">
                <a:solidFill>
                  <a:srgbClr val="F8841D"/>
                </a:solidFill>
              </a:rPr>
              <a:t>添加标题</a:t>
            </a:r>
            <a:endParaRPr lang="en-US" altLang="zh-CN" sz="2400" b="1" dirty="0">
              <a:solidFill>
                <a:srgbClr val="F8841D"/>
              </a:solidFill>
            </a:endParaRPr>
          </a:p>
          <a:p>
            <a:pPr>
              <a:lnSpc>
                <a:spcPct val="120000"/>
              </a:lnSpc>
            </a:pPr>
            <a:r>
              <a:rPr lang="zh-CN" altLang="en-US" sz="1600" dirty="0">
                <a:solidFill>
                  <a:schemeClr val="tx1">
                    <a:lumMod val="65000"/>
                    <a:lumOff val="35000"/>
                  </a:schemeClr>
                </a:solidFill>
              </a:rPr>
              <a:t>添加内容添加内容</a:t>
            </a:r>
          </a:p>
        </p:txBody>
      </p:sp>
      <p:sp>
        <p:nvSpPr>
          <p:cNvPr id="65" name="文本框 64"/>
          <p:cNvSpPr txBox="1"/>
          <p:nvPr/>
        </p:nvSpPr>
        <p:spPr>
          <a:xfrm>
            <a:off x="4935172" y="5847222"/>
            <a:ext cx="2856518" cy="830997"/>
          </a:xfrm>
          <a:prstGeom prst="rect">
            <a:avLst/>
          </a:prstGeom>
          <a:noFill/>
        </p:spPr>
        <p:txBody>
          <a:bodyPr wrap="square" rtlCol="0">
            <a:spAutoFit/>
          </a:bodyPr>
          <a:lstStyle/>
          <a:p>
            <a:pPr>
              <a:lnSpc>
                <a:spcPct val="120000"/>
              </a:lnSpc>
            </a:pPr>
            <a:r>
              <a:rPr lang="zh-CN" altLang="en-US" sz="2400" b="1" dirty="0">
                <a:solidFill>
                  <a:srgbClr val="5EC6D3"/>
                </a:solidFill>
              </a:rPr>
              <a:t>添加标题</a:t>
            </a:r>
            <a:endParaRPr lang="en-US" altLang="zh-CN" sz="2400" b="1" dirty="0">
              <a:solidFill>
                <a:srgbClr val="5EC6D3"/>
              </a:solidFill>
            </a:endParaRPr>
          </a:p>
          <a:p>
            <a:pPr>
              <a:lnSpc>
                <a:spcPct val="120000"/>
              </a:lnSpc>
            </a:pPr>
            <a:r>
              <a:rPr lang="zh-CN" altLang="en-US" sz="1600" dirty="0">
                <a:solidFill>
                  <a:schemeClr val="tx1">
                    <a:lumMod val="65000"/>
                    <a:lumOff val="35000"/>
                  </a:schemeClr>
                </a:solidFill>
              </a:rPr>
              <a:t>添加内容添加内容</a:t>
            </a:r>
          </a:p>
        </p:txBody>
      </p:sp>
      <p:sp>
        <p:nvSpPr>
          <p:cNvPr id="66" name="文本框 65"/>
          <p:cNvSpPr txBox="1"/>
          <p:nvPr/>
        </p:nvSpPr>
        <p:spPr>
          <a:xfrm>
            <a:off x="6363431" y="4983132"/>
            <a:ext cx="2856518" cy="830997"/>
          </a:xfrm>
          <a:prstGeom prst="rect">
            <a:avLst/>
          </a:prstGeom>
          <a:noFill/>
        </p:spPr>
        <p:txBody>
          <a:bodyPr wrap="square" rtlCol="0">
            <a:spAutoFit/>
          </a:bodyPr>
          <a:lstStyle/>
          <a:p>
            <a:pPr>
              <a:lnSpc>
                <a:spcPct val="120000"/>
              </a:lnSpc>
            </a:pPr>
            <a:r>
              <a:rPr lang="zh-CN" altLang="en-US" sz="2400" b="1" dirty="0">
                <a:solidFill>
                  <a:srgbClr val="546E7A"/>
                </a:solidFill>
              </a:rPr>
              <a:t>添加标题</a:t>
            </a:r>
            <a:endParaRPr lang="en-US" altLang="zh-CN" sz="2400" b="1" dirty="0">
              <a:solidFill>
                <a:srgbClr val="546E7A"/>
              </a:solidFill>
            </a:endParaRPr>
          </a:p>
          <a:p>
            <a:pPr>
              <a:lnSpc>
                <a:spcPct val="120000"/>
              </a:lnSpc>
            </a:pPr>
            <a:r>
              <a:rPr lang="zh-CN" altLang="en-US" sz="1600" dirty="0">
                <a:solidFill>
                  <a:schemeClr val="tx1">
                    <a:lumMod val="65000"/>
                    <a:lumOff val="35000"/>
                  </a:schemeClr>
                </a:solidFill>
              </a:rPr>
              <a:t>添加内容添加内容</a:t>
            </a:r>
          </a:p>
        </p:txBody>
      </p:sp>
      <p:grpSp>
        <p:nvGrpSpPr>
          <p:cNvPr id="67" name="组合 21"/>
          <p:cNvGrpSpPr/>
          <p:nvPr/>
        </p:nvGrpSpPr>
        <p:grpSpPr>
          <a:xfrm>
            <a:off x="2316297" y="1805202"/>
            <a:ext cx="826954" cy="2041312"/>
            <a:chOff x="2614613" y="2541588"/>
            <a:chExt cx="528637" cy="1304925"/>
          </a:xfrm>
        </p:grpSpPr>
        <p:sp>
          <p:nvSpPr>
            <p:cNvPr id="68" name="Freeform 13"/>
            <p:cNvSpPr>
              <a:spLocks/>
            </p:cNvSpPr>
            <p:nvPr/>
          </p:nvSpPr>
          <p:spPr bwMode="auto">
            <a:xfrm>
              <a:off x="2763838" y="2541588"/>
              <a:ext cx="379412" cy="1304925"/>
            </a:xfrm>
            <a:custGeom>
              <a:avLst/>
              <a:gdLst>
                <a:gd name="T0" fmla="*/ 96 w 101"/>
                <a:gd name="T1" fmla="*/ 76 h 347"/>
                <a:gd name="T2" fmla="*/ 92 w 101"/>
                <a:gd name="T3" fmla="*/ 73 h 347"/>
                <a:gd name="T4" fmla="*/ 62 w 101"/>
                <a:gd name="T5" fmla="*/ 64 h 347"/>
                <a:gd name="T6" fmla="*/ 62 w 101"/>
                <a:gd name="T7" fmla="*/ 64 h 347"/>
                <a:gd name="T8" fmla="*/ 62 w 101"/>
                <a:gd name="T9" fmla="*/ 59 h 347"/>
                <a:gd name="T10" fmla="*/ 72 w 101"/>
                <a:gd name="T11" fmla="*/ 41 h 347"/>
                <a:gd name="T12" fmla="*/ 75 w 101"/>
                <a:gd name="T13" fmla="*/ 22 h 347"/>
                <a:gd name="T14" fmla="*/ 51 w 101"/>
                <a:gd name="T15" fmla="*/ 0 h 347"/>
                <a:gd name="T16" fmla="*/ 27 w 101"/>
                <a:gd name="T17" fmla="*/ 22 h 347"/>
                <a:gd name="T18" fmla="*/ 29 w 101"/>
                <a:gd name="T19" fmla="*/ 41 h 347"/>
                <a:gd name="T20" fmla="*/ 40 w 101"/>
                <a:gd name="T21" fmla="*/ 59 h 347"/>
                <a:gd name="T22" fmla="*/ 40 w 101"/>
                <a:gd name="T23" fmla="*/ 64 h 347"/>
                <a:gd name="T24" fmla="*/ 39 w 101"/>
                <a:gd name="T25" fmla="*/ 64 h 347"/>
                <a:gd name="T26" fmla="*/ 10 w 101"/>
                <a:gd name="T27" fmla="*/ 73 h 347"/>
                <a:gd name="T28" fmla="*/ 7 w 101"/>
                <a:gd name="T29" fmla="*/ 75 h 347"/>
                <a:gd name="T30" fmla="*/ 0 w 101"/>
                <a:gd name="T31" fmla="*/ 86 h 347"/>
                <a:gd name="T32" fmla="*/ 0 w 101"/>
                <a:gd name="T33" fmla="*/ 181 h 347"/>
                <a:gd name="T34" fmla="*/ 12 w 101"/>
                <a:gd name="T35" fmla="*/ 193 h 347"/>
                <a:gd name="T36" fmla="*/ 15 w 101"/>
                <a:gd name="T37" fmla="*/ 192 h 347"/>
                <a:gd name="T38" fmla="*/ 15 w 101"/>
                <a:gd name="T39" fmla="*/ 193 h 347"/>
                <a:gd name="T40" fmla="*/ 15 w 101"/>
                <a:gd name="T41" fmla="*/ 331 h 347"/>
                <a:gd name="T42" fmla="*/ 31 w 101"/>
                <a:gd name="T43" fmla="*/ 347 h 347"/>
                <a:gd name="T44" fmla="*/ 47 w 101"/>
                <a:gd name="T45" fmla="*/ 331 h 347"/>
                <a:gd name="T46" fmla="*/ 47 w 101"/>
                <a:gd name="T47" fmla="*/ 221 h 347"/>
                <a:gd name="T48" fmla="*/ 49 w 101"/>
                <a:gd name="T49" fmla="*/ 221 h 347"/>
                <a:gd name="T50" fmla="*/ 54 w 101"/>
                <a:gd name="T51" fmla="*/ 220 h 347"/>
                <a:gd name="T52" fmla="*/ 54 w 101"/>
                <a:gd name="T53" fmla="*/ 331 h 347"/>
                <a:gd name="T54" fmla="*/ 70 w 101"/>
                <a:gd name="T55" fmla="*/ 347 h 347"/>
                <a:gd name="T56" fmla="*/ 86 w 101"/>
                <a:gd name="T57" fmla="*/ 331 h 347"/>
                <a:gd name="T58" fmla="*/ 86 w 101"/>
                <a:gd name="T59" fmla="*/ 193 h 347"/>
                <a:gd name="T60" fmla="*/ 86 w 101"/>
                <a:gd name="T61" fmla="*/ 193 h 347"/>
                <a:gd name="T62" fmla="*/ 89 w 101"/>
                <a:gd name="T63" fmla="*/ 193 h 347"/>
                <a:gd name="T64" fmla="*/ 101 w 101"/>
                <a:gd name="T65" fmla="*/ 181 h 347"/>
                <a:gd name="T66" fmla="*/ 101 w 101"/>
                <a:gd name="T67" fmla="*/ 86 h 347"/>
                <a:gd name="T68" fmla="*/ 96 w 101"/>
                <a:gd name="T69" fmla="*/ 76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1" h="347">
                  <a:moveTo>
                    <a:pt x="96" y="76"/>
                  </a:moveTo>
                  <a:cubicBezTo>
                    <a:pt x="94" y="74"/>
                    <a:pt x="92" y="73"/>
                    <a:pt x="92" y="73"/>
                  </a:cubicBezTo>
                  <a:cubicBezTo>
                    <a:pt x="62" y="64"/>
                    <a:pt x="62" y="64"/>
                    <a:pt x="62" y="64"/>
                  </a:cubicBezTo>
                  <a:cubicBezTo>
                    <a:pt x="62" y="64"/>
                    <a:pt x="62" y="64"/>
                    <a:pt x="62" y="64"/>
                  </a:cubicBezTo>
                  <a:cubicBezTo>
                    <a:pt x="62" y="59"/>
                    <a:pt x="62" y="59"/>
                    <a:pt x="62" y="59"/>
                  </a:cubicBezTo>
                  <a:cubicBezTo>
                    <a:pt x="67" y="56"/>
                    <a:pt x="70" y="50"/>
                    <a:pt x="72" y="41"/>
                  </a:cubicBezTo>
                  <a:cubicBezTo>
                    <a:pt x="75" y="22"/>
                    <a:pt x="75" y="22"/>
                    <a:pt x="75" y="22"/>
                  </a:cubicBezTo>
                  <a:cubicBezTo>
                    <a:pt x="75" y="10"/>
                    <a:pt x="64" y="0"/>
                    <a:pt x="51" y="0"/>
                  </a:cubicBezTo>
                  <a:cubicBezTo>
                    <a:pt x="38" y="0"/>
                    <a:pt x="27" y="10"/>
                    <a:pt x="27" y="22"/>
                  </a:cubicBezTo>
                  <a:cubicBezTo>
                    <a:pt x="29" y="41"/>
                    <a:pt x="29" y="41"/>
                    <a:pt x="29" y="41"/>
                  </a:cubicBezTo>
                  <a:cubicBezTo>
                    <a:pt x="31" y="49"/>
                    <a:pt x="34" y="55"/>
                    <a:pt x="40" y="59"/>
                  </a:cubicBezTo>
                  <a:cubicBezTo>
                    <a:pt x="40" y="64"/>
                    <a:pt x="40" y="64"/>
                    <a:pt x="40" y="64"/>
                  </a:cubicBezTo>
                  <a:cubicBezTo>
                    <a:pt x="39" y="64"/>
                    <a:pt x="39" y="64"/>
                    <a:pt x="39" y="64"/>
                  </a:cubicBezTo>
                  <a:cubicBezTo>
                    <a:pt x="10" y="73"/>
                    <a:pt x="10" y="73"/>
                    <a:pt x="10" y="73"/>
                  </a:cubicBezTo>
                  <a:cubicBezTo>
                    <a:pt x="10" y="73"/>
                    <a:pt x="8" y="73"/>
                    <a:pt x="7" y="75"/>
                  </a:cubicBezTo>
                  <a:cubicBezTo>
                    <a:pt x="3" y="77"/>
                    <a:pt x="0" y="81"/>
                    <a:pt x="0" y="86"/>
                  </a:cubicBezTo>
                  <a:cubicBezTo>
                    <a:pt x="0" y="181"/>
                    <a:pt x="0" y="181"/>
                    <a:pt x="0" y="181"/>
                  </a:cubicBezTo>
                  <a:cubicBezTo>
                    <a:pt x="0" y="188"/>
                    <a:pt x="5" y="193"/>
                    <a:pt x="12" y="193"/>
                  </a:cubicBezTo>
                  <a:cubicBezTo>
                    <a:pt x="13" y="193"/>
                    <a:pt x="14" y="193"/>
                    <a:pt x="15" y="192"/>
                  </a:cubicBezTo>
                  <a:cubicBezTo>
                    <a:pt x="15" y="193"/>
                    <a:pt x="15" y="193"/>
                    <a:pt x="15" y="193"/>
                  </a:cubicBezTo>
                  <a:cubicBezTo>
                    <a:pt x="15" y="331"/>
                    <a:pt x="15" y="331"/>
                    <a:pt x="15" y="331"/>
                  </a:cubicBezTo>
                  <a:cubicBezTo>
                    <a:pt x="15" y="339"/>
                    <a:pt x="22" y="347"/>
                    <a:pt x="31" y="347"/>
                  </a:cubicBezTo>
                  <a:cubicBezTo>
                    <a:pt x="40" y="347"/>
                    <a:pt x="47" y="339"/>
                    <a:pt x="47" y="331"/>
                  </a:cubicBezTo>
                  <a:cubicBezTo>
                    <a:pt x="47" y="221"/>
                    <a:pt x="47" y="221"/>
                    <a:pt x="47" y="221"/>
                  </a:cubicBezTo>
                  <a:cubicBezTo>
                    <a:pt x="48" y="221"/>
                    <a:pt x="49" y="221"/>
                    <a:pt x="49" y="221"/>
                  </a:cubicBezTo>
                  <a:cubicBezTo>
                    <a:pt x="51" y="221"/>
                    <a:pt x="52" y="221"/>
                    <a:pt x="54" y="220"/>
                  </a:cubicBezTo>
                  <a:cubicBezTo>
                    <a:pt x="54" y="331"/>
                    <a:pt x="54" y="331"/>
                    <a:pt x="54" y="331"/>
                  </a:cubicBezTo>
                  <a:cubicBezTo>
                    <a:pt x="54" y="339"/>
                    <a:pt x="61" y="347"/>
                    <a:pt x="70" y="347"/>
                  </a:cubicBezTo>
                  <a:cubicBezTo>
                    <a:pt x="78" y="347"/>
                    <a:pt x="86" y="339"/>
                    <a:pt x="86" y="331"/>
                  </a:cubicBezTo>
                  <a:cubicBezTo>
                    <a:pt x="86" y="193"/>
                    <a:pt x="86" y="193"/>
                    <a:pt x="86" y="193"/>
                  </a:cubicBezTo>
                  <a:cubicBezTo>
                    <a:pt x="86" y="193"/>
                    <a:pt x="86" y="193"/>
                    <a:pt x="86" y="193"/>
                  </a:cubicBezTo>
                  <a:cubicBezTo>
                    <a:pt x="87" y="193"/>
                    <a:pt x="88" y="193"/>
                    <a:pt x="89" y="193"/>
                  </a:cubicBezTo>
                  <a:cubicBezTo>
                    <a:pt x="95" y="193"/>
                    <a:pt x="101" y="188"/>
                    <a:pt x="101" y="181"/>
                  </a:cubicBezTo>
                  <a:cubicBezTo>
                    <a:pt x="101" y="86"/>
                    <a:pt x="101" y="86"/>
                    <a:pt x="101" y="86"/>
                  </a:cubicBezTo>
                  <a:cubicBezTo>
                    <a:pt x="101" y="82"/>
                    <a:pt x="99" y="79"/>
                    <a:pt x="96" y="76"/>
                  </a:cubicBez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546E7A"/>
                </a:solidFill>
              </a:endParaRPr>
            </a:p>
          </p:txBody>
        </p:sp>
        <p:sp>
          <p:nvSpPr>
            <p:cNvPr id="69" name="Freeform 14"/>
            <p:cNvSpPr>
              <a:spLocks/>
            </p:cNvSpPr>
            <p:nvPr/>
          </p:nvSpPr>
          <p:spPr bwMode="auto">
            <a:xfrm>
              <a:off x="2614613" y="3195638"/>
              <a:ext cx="338137" cy="390525"/>
            </a:xfrm>
            <a:custGeom>
              <a:avLst/>
              <a:gdLst>
                <a:gd name="T0" fmla="*/ 89 w 90"/>
                <a:gd name="T1" fmla="*/ 41 h 104"/>
                <a:gd name="T2" fmla="*/ 84 w 90"/>
                <a:gd name="T3" fmla="*/ 35 h 104"/>
                <a:gd name="T4" fmla="*/ 62 w 90"/>
                <a:gd name="T5" fmla="*/ 26 h 104"/>
                <a:gd name="T6" fmla="*/ 62 w 90"/>
                <a:gd name="T7" fmla="*/ 15 h 104"/>
                <a:gd name="T8" fmla="*/ 60 w 90"/>
                <a:gd name="T9" fmla="*/ 11 h 104"/>
                <a:gd name="T10" fmla="*/ 53 w 90"/>
                <a:gd name="T11" fmla="*/ 8 h 104"/>
                <a:gd name="T12" fmla="*/ 53 w 90"/>
                <a:gd name="T13" fmla="*/ 14 h 104"/>
                <a:gd name="T14" fmla="*/ 53 w 90"/>
                <a:gd name="T15" fmla="*/ 14 h 104"/>
                <a:gd name="T16" fmla="*/ 57 w 90"/>
                <a:gd name="T17" fmla="*/ 16 h 104"/>
                <a:gd name="T18" fmla="*/ 57 w 90"/>
                <a:gd name="T19" fmla="*/ 24 h 104"/>
                <a:gd name="T20" fmla="*/ 37 w 90"/>
                <a:gd name="T21" fmla="*/ 16 h 104"/>
                <a:gd name="T22" fmla="*/ 37 w 90"/>
                <a:gd name="T23" fmla="*/ 7 h 104"/>
                <a:gd name="T24" fmla="*/ 40 w 90"/>
                <a:gd name="T25" fmla="*/ 9 h 104"/>
                <a:gd name="T26" fmla="*/ 40 w 90"/>
                <a:gd name="T27" fmla="*/ 2 h 104"/>
                <a:gd name="T28" fmla="*/ 38 w 90"/>
                <a:gd name="T29" fmla="*/ 2 h 104"/>
                <a:gd name="T30" fmla="*/ 32 w 90"/>
                <a:gd name="T31" fmla="*/ 4 h 104"/>
                <a:gd name="T32" fmla="*/ 32 w 90"/>
                <a:gd name="T33" fmla="*/ 14 h 104"/>
                <a:gd name="T34" fmla="*/ 19 w 90"/>
                <a:gd name="T35" fmla="*/ 9 h 104"/>
                <a:gd name="T36" fmla="*/ 10 w 90"/>
                <a:gd name="T37" fmla="*/ 9 h 104"/>
                <a:gd name="T38" fmla="*/ 7 w 90"/>
                <a:gd name="T39" fmla="*/ 10 h 104"/>
                <a:gd name="T40" fmla="*/ 2 w 90"/>
                <a:gd name="T41" fmla="*/ 16 h 104"/>
                <a:gd name="T42" fmla="*/ 1 w 90"/>
                <a:gd name="T43" fmla="*/ 71 h 104"/>
                <a:gd name="T44" fmla="*/ 5 w 90"/>
                <a:gd name="T45" fmla="*/ 77 h 104"/>
                <a:gd name="T46" fmla="*/ 70 w 90"/>
                <a:gd name="T47" fmla="*/ 103 h 104"/>
                <a:gd name="T48" fmla="*/ 79 w 90"/>
                <a:gd name="T49" fmla="*/ 103 h 104"/>
                <a:gd name="T50" fmla="*/ 85 w 90"/>
                <a:gd name="T51" fmla="*/ 100 h 104"/>
                <a:gd name="T52" fmla="*/ 90 w 90"/>
                <a:gd name="T53" fmla="*/ 93 h 104"/>
                <a:gd name="T54" fmla="*/ 89 w 90"/>
                <a:gd name="T55" fmla="*/ 41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0" h="104">
                  <a:moveTo>
                    <a:pt x="89" y="41"/>
                  </a:moveTo>
                  <a:cubicBezTo>
                    <a:pt x="89" y="39"/>
                    <a:pt x="87" y="36"/>
                    <a:pt x="84" y="35"/>
                  </a:cubicBezTo>
                  <a:cubicBezTo>
                    <a:pt x="62" y="26"/>
                    <a:pt x="62" y="26"/>
                    <a:pt x="62" y="26"/>
                  </a:cubicBezTo>
                  <a:cubicBezTo>
                    <a:pt x="62" y="23"/>
                    <a:pt x="62" y="16"/>
                    <a:pt x="62" y="15"/>
                  </a:cubicBezTo>
                  <a:cubicBezTo>
                    <a:pt x="62" y="13"/>
                    <a:pt x="60" y="11"/>
                    <a:pt x="60" y="11"/>
                  </a:cubicBezTo>
                  <a:cubicBezTo>
                    <a:pt x="60" y="11"/>
                    <a:pt x="57" y="10"/>
                    <a:pt x="53" y="8"/>
                  </a:cubicBezTo>
                  <a:cubicBezTo>
                    <a:pt x="53" y="8"/>
                    <a:pt x="49" y="11"/>
                    <a:pt x="53" y="14"/>
                  </a:cubicBezTo>
                  <a:cubicBezTo>
                    <a:pt x="53" y="14"/>
                    <a:pt x="53" y="14"/>
                    <a:pt x="53" y="14"/>
                  </a:cubicBezTo>
                  <a:cubicBezTo>
                    <a:pt x="55" y="15"/>
                    <a:pt x="56" y="15"/>
                    <a:pt x="57" y="16"/>
                  </a:cubicBezTo>
                  <a:cubicBezTo>
                    <a:pt x="57" y="24"/>
                    <a:pt x="57" y="24"/>
                    <a:pt x="57" y="24"/>
                  </a:cubicBezTo>
                  <a:cubicBezTo>
                    <a:pt x="37" y="16"/>
                    <a:pt x="37" y="16"/>
                    <a:pt x="37" y="16"/>
                  </a:cubicBezTo>
                  <a:cubicBezTo>
                    <a:pt x="37" y="7"/>
                    <a:pt x="37" y="7"/>
                    <a:pt x="37" y="7"/>
                  </a:cubicBezTo>
                  <a:cubicBezTo>
                    <a:pt x="38" y="8"/>
                    <a:pt x="39" y="8"/>
                    <a:pt x="40" y="9"/>
                  </a:cubicBezTo>
                  <a:cubicBezTo>
                    <a:pt x="40" y="7"/>
                    <a:pt x="40" y="4"/>
                    <a:pt x="40" y="2"/>
                  </a:cubicBezTo>
                  <a:cubicBezTo>
                    <a:pt x="39" y="2"/>
                    <a:pt x="39" y="2"/>
                    <a:pt x="38" y="2"/>
                  </a:cubicBezTo>
                  <a:cubicBezTo>
                    <a:pt x="33" y="0"/>
                    <a:pt x="32" y="4"/>
                    <a:pt x="32" y="4"/>
                  </a:cubicBezTo>
                  <a:cubicBezTo>
                    <a:pt x="32" y="14"/>
                    <a:pt x="32" y="14"/>
                    <a:pt x="32" y="14"/>
                  </a:cubicBezTo>
                  <a:cubicBezTo>
                    <a:pt x="19" y="9"/>
                    <a:pt x="19" y="9"/>
                    <a:pt x="19" y="9"/>
                  </a:cubicBezTo>
                  <a:cubicBezTo>
                    <a:pt x="16" y="8"/>
                    <a:pt x="12" y="8"/>
                    <a:pt x="10" y="9"/>
                  </a:cubicBezTo>
                  <a:cubicBezTo>
                    <a:pt x="7" y="10"/>
                    <a:pt x="7" y="10"/>
                    <a:pt x="7" y="10"/>
                  </a:cubicBezTo>
                  <a:cubicBezTo>
                    <a:pt x="5" y="11"/>
                    <a:pt x="3" y="14"/>
                    <a:pt x="2" y="16"/>
                  </a:cubicBezTo>
                  <a:cubicBezTo>
                    <a:pt x="1" y="71"/>
                    <a:pt x="1" y="71"/>
                    <a:pt x="1" y="71"/>
                  </a:cubicBezTo>
                  <a:cubicBezTo>
                    <a:pt x="0" y="73"/>
                    <a:pt x="2" y="76"/>
                    <a:pt x="5" y="77"/>
                  </a:cubicBezTo>
                  <a:cubicBezTo>
                    <a:pt x="70" y="103"/>
                    <a:pt x="70" y="103"/>
                    <a:pt x="70" y="103"/>
                  </a:cubicBezTo>
                  <a:cubicBezTo>
                    <a:pt x="73" y="104"/>
                    <a:pt x="76" y="104"/>
                    <a:pt x="79" y="103"/>
                  </a:cubicBezTo>
                  <a:cubicBezTo>
                    <a:pt x="85" y="100"/>
                    <a:pt x="85" y="100"/>
                    <a:pt x="85" y="100"/>
                  </a:cubicBezTo>
                  <a:cubicBezTo>
                    <a:pt x="88" y="98"/>
                    <a:pt x="90" y="95"/>
                    <a:pt x="90" y="93"/>
                  </a:cubicBezTo>
                  <a:lnTo>
                    <a:pt x="89" y="41"/>
                  </a:ln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15"/>
            <p:cNvSpPr>
              <a:spLocks/>
            </p:cNvSpPr>
            <p:nvPr/>
          </p:nvSpPr>
          <p:spPr bwMode="auto">
            <a:xfrm>
              <a:off x="2940050" y="2801938"/>
              <a:ext cx="30162" cy="11112"/>
            </a:xfrm>
            <a:custGeom>
              <a:avLst/>
              <a:gdLst>
                <a:gd name="T0" fmla="*/ 15 w 19"/>
                <a:gd name="T1" fmla="*/ 7 h 7"/>
                <a:gd name="T2" fmla="*/ 19 w 19"/>
                <a:gd name="T3" fmla="*/ 0 h 7"/>
                <a:gd name="T4" fmla="*/ 0 w 19"/>
                <a:gd name="T5" fmla="*/ 0 h 7"/>
                <a:gd name="T6" fmla="*/ 5 w 19"/>
                <a:gd name="T7" fmla="*/ 7 h 7"/>
                <a:gd name="T8" fmla="*/ 15 w 19"/>
                <a:gd name="T9" fmla="*/ 7 h 7"/>
              </a:gdLst>
              <a:ahLst/>
              <a:cxnLst>
                <a:cxn ang="0">
                  <a:pos x="T0" y="T1"/>
                </a:cxn>
                <a:cxn ang="0">
                  <a:pos x="T2" y="T3"/>
                </a:cxn>
                <a:cxn ang="0">
                  <a:pos x="T4" y="T5"/>
                </a:cxn>
                <a:cxn ang="0">
                  <a:pos x="T6" y="T7"/>
                </a:cxn>
                <a:cxn ang="0">
                  <a:pos x="T8" y="T9"/>
                </a:cxn>
              </a:cxnLst>
              <a:rect l="0" t="0" r="r" b="b"/>
              <a:pathLst>
                <a:path w="19" h="7">
                  <a:moveTo>
                    <a:pt x="15" y="7"/>
                  </a:moveTo>
                  <a:lnTo>
                    <a:pt x="19" y="0"/>
                  </a:lnTo>
                  <a:lnTo>
                    <a:pt x="0" y="0"/>
                  </a:lnTo>
                  <a:lnTo>
                    <a:pt x="5" y="7"/>
                  </a:lnTo>
                  <a:lnTo>
                    <a:pt x="15"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16"/>
            <p:cNvSpPr>
              <a:spLocks/>
            </p:cNvSpPr>
            <p:nvPr/>
          </p:nvSpPr>
          <p:spPr bwMode="auto">
            <a:xfrm>
              <a:off x="2925763" y="2819400"/>
              <a:ext cx="60325" cy="260350"/>
            </a:xfrm>
            <a:custGeom>
              <a:avLst/>
              <a:gdLst>
                <a:gd name="T0" fmla="*/ 14 w 38"/>
                <a:gd name="T1" fmla="*/ 0 h 164"/>
                <a:gd name="T2" fmla="*/ 0 w 38"/>
                <a:gd name="T3" fmla="*/ 145 h 164"/>
                <a:gd name="T4" fmla="*/ 19 w 38"/>
                <a:gd name="T5" fmla="*/ 164 h 164"/>
                <a:gd name="T6" fmla="*/ 38 w 38"/>
                <a:gd name="T7" fmla="*/ 145 h 164"/>
                <a:gd name="T8" fmla="*/ 24 w 38"/>
                <a:gd name="T9" fmla="*/ 0 h 164"/>
                <a:gd name="T10" fmla="*/ 14 w 38"/>
                <a:gd name="T11" fmla="*/ 0 h 164"/>
              </a:gdLst>
              <a:ahLst/>
              <a:cxnLst>
                <a:cxn ang="0">
                  <a:pos x="T0" y="T1"/>
                </a:cxn>
                <a:cxn ang="0">
                  <a:pos x="T2" y="T3"/>
                </a:cxn>
                <a:cxn ang="0">
                  <a:pos x="T4" y="T5"/>
                </a:cxn>
                <a:cxn ang="0">
                  <a:pos x="T6" y="T7"/>
                </a:cxn>
                <a:cxn ang="0">
                  <a:pos x="T8" y="T9"/>
                </a:cxn>
                <a:cxn ang="0">
                  <a:pos x="T10" y="T11"/>
                </a:cxn>
              </a:cxnLst>
              <a:rect l="0" t="0" r="r" b="b"/>
              <a:pathLst>
                <a:path w="38" h="164">
                  <a:moveTo>
                    <a:pt x="14" y="0"/>
                  </a:moveTo>
                  <a:lnTo>
                    <a:pt x="0" y="145"/>
                  </a:lnTo>
                  <a:lnTo>
                    <a:pt x="19" y="164"/>
                  </a:lnTo>
                  <a:lnTo>
                    <a:pt x="38" y="145"/>
                  </a:lnTo>
                  <a:lnTo>
                    <a:pt x="24" y="0"/>
                  </a:lnTo>
                  <a:lnTo>
                    <a:pt x="1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2" name="组合 40"/>
          <p:cNvGrpSpPr/>
          <p:nvPr/>
        </p:nvGrpSpPr>
        <p:grpSpPr>
          <a:xfrm>
            <a:off x="3313113" y="1803001"/>
            <a:ext cx="654049" cy="484187"/>
            <a:chOff x="3313113" y="2576513"/>
            <a:chExt cx="654049" cy="484187"/>
          </a:xfrm>
          <a:solidFill>
            <a:srgbClr val="546E7A"/>
          </a:solidFill>
        </p:grpSpPr>
        <p:sp>
          <p:nvSpPr>
            <p:cNvPr id="73" name="Freeform 17"/>
            <p:cNvSpPr>
              <a:spLocks noEditPoints="1"/>
            </p:cNvSpPr>
            <p:nvPr/>
          </p:nvSpPr>
          <p:spPr bwMode="auto">
            <a:xfrm>
              <a:off x="3313113" y="2576513"/>
              <a:ext cx="423862" cy="427037"/>
            </a:xfrm>
            <a:custGeom>
              <a:avLst/>
              <a:gdLst>
                <a:gd name="T0" fmla="*/ 106 w 113"/>
                <a:gd name="T1" fmla="*/ 52 h 114"/>
                <a:gd name="T2" fmla="*/ 98 w 113"/>
                <a:gd name="T3" fmla="*/ 51 h 114"/>
                <a:gd name="T4" fmla="*/ 96 w 113"/>
                <a:gd name="T5" fmla="*/ 44 h 114"/>
                <a:gd name="T6" fmla="*/ 103 w 113"/>
                <a:gd name="T7" fmla="*/ 39 h 114"/>
                <a:gd name="T8" fmla="*/ 104 w 113"/>
                <a:gd name="T9" fmla="*/ 28 h 114"/>
                <a:gd name="T10" fmla="*/ 99 w 113"/>
                <a:gd name="T11" fmla="*/ 20 h 114"/>
                <a:gd name="T12" fmla="*/ 88 w 113"/>
                <a:gd name="T13" fmla="*/ 19 h 114"/>
                <a:gd name="T14" fmla="*/ 81 w 113"/>
                <a:gd name="T15" fmla="*/ 24 h 114"/>
                <a:gd name="T16" fmla="*/ 75 w 113"/>
                <a:gd name="T17" fmla="*/ 20 h 114"/>
                <a:gd name="T18" fmla="*/ 76 w 113"/>
                <a:gd name="T19" fmla="*/ 11 h 114"/>
                <a:gd name="T20" fmla="*/ 69 w 113"/>
                <a:gd name="T21" fmla="*/ 2 h 114"/>
                <a:gd name="T22" fmla="*/ 61 w 113"/>
                <a:gd name="T23" fmla="*/ 1 h 114"/>
                <a:gd name="T24" fmla="*/ 52 w 113"/>
                <a:gd name="T25" fmla="*/ 8 h 114"/>
                <a:gd name="T26" fmla="*/ 50 w 113"/>
                <a:gd name="T27" fmla="*/ 15 h 114"/>
                <a:gd name="T28" fmla="*/ 42 w 113"/>
                <a:gd name="T29" fmla="*/ 17 h 114"/>
                <a:gd name="T30" fmla="*/ 38 w 113"/>
                <a:gd name="T31" fmla="*/ 11 h 114"/>
                <a:gd name="T32" fmla="*/ 27 w 113"/>
                <a:gd name="T33" fmla="*/ 9 h 114"/>
                <a:gd name="T34" fmla="*/ 20 w 113"/>
                <a:gd name="T35" fmla="*/ 15 h 114"/>
                <a:gd name="T36" fmla="*/ 18 w 113"/>
                <a:gd name="T37" fmla="*/ 26 h 114"/>
                <a:gd name="T38" fmla="*/ 22 w 113"/>
                <a:gd name="T39" fmla="*/ 31 h 114"/>
                <a:gd name="T40" fmla="*/ 17 w 113"/>
                <a:gd name="T41" fmla="*/ 39 h 114"/>
                <a:gd name="T42" fmla="*/ 11 w 113"/>
                <a:gd name="T43" fmla="*/ 38 h 114"/>
                <a:gd name="T44" fmla="*/ 2 w 113"/>
                <a:gd name="T45" fmla="*/ 44 h 114"/>
                <a:gd name="T46" fmla="*/ 0 w 113"/>
                <a:gd name="T47" fmla="*/ 53 h 114"/>
                <a:gd name="T48" fmla="*/ 7 w 113"/>
                <a:gd name="T49" fmla="*/ 62 h 114"/>
                <a:gd name="T50" fmla="*/ 13 w 113"/>
                <a:gd name="T51" fmla="*/ 63 h 114"/>
                <a:gd name="T52" fmla="*/ 16 w 113"/>
                <a:gd name="T53" fmla="*/ 72 h 114"/>
                <a:gd name="T54" fmla="*/ 10 w 113"/>
                <a:gd name="T55" fmla="*/ 76 h 114"/>
                <a:gd name="T56" fmla="*/ 9 w 113"/>
                <a:gd name="T57" fmla="*/ 87 h 114"/>
                <a:gd name="T58" fmla="*/ 14 w 113"/>
                <a:gd name="T59" fmla="*/ 94 h 114"/>
                <a:gd name="T60" fmla="*/ 25 w 113"/>
                <a:gd name="T61" fmla="*/ 96 h 114"/>
                <a:gd name="T62" fmla="*/ 30 w 113"/>
                <a:gd name="T63" fmla="*/ 92 h 114"/>
                <a:gd name="T64" fmla="*/ 38 w 113"/>
                <a:gd name="T65" fmla="*/ 97 h 114"/>
                <a:gd name="T66" fmla="*/ 37 w 113"/>
                <a:gd name="T67" fmla="*/ 103 h 114"/>
                <a:gd name="T68" fmla="*/ 44 w 113"/>
                <a:gd name="T69" fmla="*/ 112 h 114"/>
                <a:gd name="T70" fmla="*/ 52 w 113"/>
                <a:gd name="T71" fmla="*/ 114 h 114"/>
                <a:gd name="T72" fmla="*/ 61 w 113"/>
                <a:gd name="T73" fmla="*/ 107 h 114"/>
                <a:gd name="T74" fmla="*/ 62 w 113"/>
                <a:gd name="T75" fmla="*/ 100 h 114"/>
                <a:gd name="T76" fmla="*/ 71 w 113"/>
                <a:gd name="T77" fmla="*/ 98 h 114"/>
                <a:gd name="T78" fmla="*/ 75 w 113"/>
                <a:gd name="T79" fmla="*/ 104 h 114"/>
                <a:gd name="T80" fmla="*/ 86 w 113"/>
                <a:gd name="T81" fmla="*/ 105 h 114"/>
                <a:gd name="T82" fmla="*/ 93 w 113"/>
                <a:gd name="T83" fmla="*/ 100 h 114"/>
                <a:gd name="T84" fmla="*/ 95 w 113"/>
                <a:gd name="T85" fmla="*/ 89 h 114"/>
                <a:gd name="T86" fmla="*/ 90 w 113"/>
                <a:gd name="T87" fmla="*/ 83 h 114"/>
                <a:gd name="T88" fmla="*/ 95 w 113"/>
                <a:gd name="T89" fmla="*/ 76 h 114"/>
                <a:gd name="T90" fmla="*/ 102 w 113"/>
                <a:gd name="T91" fmla="*/ 77 h 114"/>
                <a:gd name="T92" fmla="*/ 111 w 113"/>
                <a:gd name="T93" fmla="*/ 70 h 114"/>
                <a:gd name="T94" fmla="*/ 113 w 113"/>
                <a:gd name="T95" fmla="*/ 61 h 114"/>
                <a:gd name="T96" fmla="*/ 106 w 113"/>
                <a:gd name="T97" fmla="*/ 52 h 114"/>
                <a:gd name="T98" fmla="*/ 68 w 113"/>
                <a:gd name="T99" fmla="*/ 75 h 114"/>
                <a:gd name="T100" fmla="*/ 39 w 113"/>
                <a:gd name="T101" fmla="*/ 70 h 114"/>
                <a:gd name="T102" fmla="*/ 43 w 113"/>
                <a:gd name="T103" fmla="*/ 41 h 114"/>
                <a:gd name="T104" fmla="*/ 73 w 113"/>
                <a:gd name="T105" fmla="*/ 45 h 114"/>
                <a:gd name="T106" fmla="*/ 68 w 113"/>
                <a:gd name="T107" fmla="*/ 75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3" h="114">
                  <a:moveTo>
                    <a:pt x="106" y="52"/>
                  </a:moveTo>
                  <a:cubicBezTo>
                    <a:pt x="98" y="51"/>
                    <a:pt x="98" y="51"/>
                    <a:pt x="98" y="51"/>
                  </a:cubicBezTo>
                  <a:cubicBezTo>
                    <a:pt x="98" y="49"/>
                    <a:pt x="97" y="46"/>
                    <a:pt x="96" y="44"/>
                  </a:cubicBezTo>
                  <a:cubicBezTo>
                    <a:pt x="103" y="39"/>
                    <a:pt x="103" y="39"/>
                    <a:pt x="103" y="39"/>
                  </a:cubicBezTo>
                  <a:cubicBezTo>
                    <a:pt x="106" y="36"/>
                    <a:pt x="107" y="31"/>
                    <a:pt x="104" y="28"/>
                  </a:cubicBezTo>
                  <a:cubicBezTo>
                    <a:pt x="99" y="20"/>
                    <a:pt x="99" y="20"/>
                    <a:pt x="99" y="20"/>
                  </a:cubicBezTo>
                  <a:cubicBezTo>
                    <a:pt x="97" y="17"/>
                    <a:pt x="92" y="16"/>
                    <a:pt x="88" y="19"/>
                  </a:cubicBezTo>
                  <a:cubicBezTo>
                    <a:pt x="81" y="24"/>
                    <a:pt x="81" y="24"/>
                    <a:pt x="81" y="24"/>
                  </a:cubicBezTo>
                  <a:cubicBezTo>
                    <a:pt x="79" y="22"/>
                    <a:pt x="77" y="21"/>
                    <a:pt x="75" y="20"/>
                  </a:cubicBezTo>
                  <a:cubicBezTo>
                    <a:pt x="76" y="11"/>
                    <a:pt x="76" y="11"/>
                    <a:pt x="76" y="11"/>
                  </a:cubicBezTo>
                  <a:cubicBezTo>
                    <a:pt x="77" y="7"/>
                    <a:pt x="74" y="3"/>
                    <a:pt x="69" y="2"/>
                  </a:cubicBezTo>
                  <a:cubicBezTo>
                    <a:pt x="61" y="1"/>
                    <a:pt x="61" y="1"/>
                    <a:pt x="61" y="1"/>
                  </a:cubicBezTo>
                  <a:cubicBezTo>
                    <a:pt x="56" y="0"/>
                    <a:pt x="52" y="3"/>
                    <a:pt x="52" y="8"/>
                  </a:cubicBezTo>
                  <a:cubicBezTo>
                    <a:pt x="50" y="15"/>
                    <a:pt x="50" y="15"/>
                    <a:pt x="50" y="15"/>
                  </a:cubicBezTo>
                  <a:cubicBezTo>
                    <a:pt x="48" y="16"/>
                    <a:pt x="45" y="16"/>
                    <a:pt x="42" y="17"/>
                  </a:cubicBezTo>
                  <a:cubicBezTo>
                    <a:pt x="38" y="11"/>
                    <a:pt x="38" y="11"/>
                    <a:pt x="38" y="11"/>
                  </a:cubicBezTo>
                  <a:cubicBezTo>
                    <a:pt x="35" y="8"/>
                    <a:pt x="30" y="7"/>
                    <a:pt x="27" y="9"/>
                  </a:cubicBezTo>
                  <a:cubicBezTo>
                    <a:pt x="20" y="15"/>
                    <a:pt x="20" y="15"/>
                    <a:pt x="20" y="15"/>
                  </a:cubicBezTo>
                  <a:cubicBezTo>
                    <a:pt x="16" y="17"/>
                    <a:pt x="15" y="22"/>
                    <a:pt x="18" y="26"/>
                  </a:cubicBezTo>
                  <a:cubicBezTo>
                    <a:pt x="22" y="31"/>
                    <a:pt x="22" y="31"/>
                    <a:pt x="22" y="31"/>
                  </a:cubicBezTo>
                  <a:cubicBezTo>
                    <a:pt x="20" y="34"/>
                    <a:pt x="19" y="36"/>
                    <a:pt x="17" y="39"/>
                  </a:cubicBezTo>
                  <a:cubicBezTo>
                    <a:pt x="11" y="38"/>
                    <a:pt x="11" y="38"/>
                    <a:pt x="11" y="38"/>
                  </a:cubicBezTo>
                  <a:cubicBezTo>
                    <a:pt x="6" y="37"/>
                    <a:pt x="2" y="40"/>
                    <a:pt x="2" y="44"/>
                  </a:cubicBezTo>
                  <a:cubicBezTo>
                    <a:pt x="0" y="53"/>
                    <a:pt x="0" y="53"/>
                    <a:pt x="0" y="53"/>
                  </a:cubicBezTo>
                  <a:cubicBezTo>
                    <a:pt x="0" y="57"/>
                    <a:pt x="3" y="61"/>
                    <a:pt x="7" y="62"/>
                  </a:cubicBezTo>
                  <a:cubicBezTo>
                    <a:pt x="13" y="63"/>
                    <a:pt x="13" y="63"/>
                    <a:pt x="13" y="63"/>
                  </a:cubicBezTo>
                  <a:cubicBezTo>
                    <a:pt x="14" y="66"/>
                    <a:pt x="14" y="69"/>
                    <a:pt x="16" y="72"/>
                  </a:cubicBezTo>
                  <a:cubicBezTo>
                    <a:pt x="10" y="76"/>
                    <a:pt x="10" y="76"/>
                    <a:pt x="10" y="76"/>
                  </a:cubicBezTo>
                  <a:cubicBezTo>
                    <a:pt x="7" y="79"/>
                    <a:pt x="6" y="83"/>
                    <a:pt x="9" y="87"/>
                  </a:cubicBezTo>
                  <a:cubicBezTo>
                    <a:pt x="14" y="94"/>
                    <a:pt x="14" y="94"/>
                    <a:pt x="14" y="94"/>
                  </a:cubicBezTo>
                  <a:cubicBezTo>
                    <a:pt x="16" y="98"/>
                    <a:pt x="21" y="98"/>
                    <a:pt x="25" y="96"/>
                  </a:cubicBezTo>
                  <a:cubicBezTo>
                    <a:pt x="30" y="92"/>
                    <a:pt x="30" y="92"/>
                    <a:pt x="30" y="92"/>
                  </a:cubicBezTo>
                  <a:cubicBezTo>
                    <a:pt x="33" y="94"/>
                    <a:pt x="35" y="95"/>
                    <a:pt x="38" y="97"/>
                  </a:cubicBezTo>
                  <a:cubicBezTo>
                    <a:pt x="37" y="103"/>
                    <a:pt x="37" y="103"/>
                    <a:pt x="37" y="103"/>
                  </a:cubicBezTo>
                  <a:cubicBezTo>
                    <a:pt x="36" y="108"/>
                    <a:pt x="39" y="112"/>
                    <a:pt x="44" y="112"/>
                  </a:cubicBezTo>
                  <a:cubicBezTo>
                    <a:pt x="52" y="114"/>
                    <a:pt x="52" y="114"/>
                    <a:pt x="52" y="114"/>
                  </a:cubicBezTo>
                  <a:cubicBezTo>
                    <a:pt x="57" y="114"/>
                    <a:pt x="61" y="111"/>
                    <a:pt x="61" y="107"/>
                  </a:cubicBezTo>
                  <a:cubicBezTo>
                    <a:pt x="62" y="100"/>
                    <a:pt x="62" y="100"/>
                    <a:pt x="62" y="100"/>
                  </a:cubicBezTo>
                  <a:cubicBezTo>
                    <a:pt x="65" y="100"/>
                    <a:pt x="68" y="99"/>
                    <a:pt x="71" y="98"/>
                  </a:cubicBezTo>
                  <a:cubicBezTo>
                    <a:pt x="75" y="104"/>
                    <a:pt x="75" y="104"/>
                    <a:pt x="75" y="104"/>
                  </a:cubicBezTo>
                  <a:cubicBezTo>
                    <a:pt x="78" y="107"/>
                    <a:pt x="83" y="108"/>
                    <a:pt x="86" y="105"/>
                  </a:cubicBezTo>
                  <a:cubicBezTo>
                    <a:pt x="93" y="100"/>
                    <a:pt x="93" y="100"/>
                    <a:pt x="93" y="100"/>
                  </a:cubicBezTo>
                  <a:cubicBezTo>
                    <a:pt x="97" y="97"/>
                    <a:pt x="98" y="92"/>
                    <a:pt x="95" y="89"/>
                  </a:cubicBezTo>
                  <a:cubicBezTo>
                    <a:pt x="90" y="83"/>
                    <a:pt x="90" y="83"/>
                    <a:pt x="90" y="83"/>
                  </a:cubicBezTo>
                  <a:cubicBezTo>
                    <a:pt x="92" y="80"/>
                    <a:pt x="93" y="78"/>
                    <a:pt x="95" y="76"/>
                  </a:cubicBezTo>
                  <a:cubicBezTo>
                    <a:pt x="102" y="77"/>
                    <a:pt x="102" y="77"/>
                    <a:pt x="102" y="77"/>
                  </a:cubicBezTo>
                  <a:cubicBezTo>
                    <a:pt x="107" y="77"/>
                    <a:pt x="111" y="74"/>
                    <a:pt x="111" y="70"/>
                  </a:cubicBezTo>
                  <a:cubicBezTo>
                    <a:pt x="113" y="61"/>
                    <a:pt x="113" y="61"/>
                    <a:pt x="113" y="61"/>
                  </a:cubicBezTo>
                  <a:cubicBezTo>
                    <a:pt x="113" y="57"/>
                    <a:pt x="110" y="53"/>
                    <a:pt x="106" y="52"/>
                  </a:cubicBezTo>
                  <a:close/>
                  <a:moveTo>
                    <a:pt x="68" y="75"/>
                  </a:moveTo>
                  <a:cubicBezTo>
                    <a:pt x="59" y="82"/>
                    <a:pt x="46" y="80"/>
                    <a:pt x="39" y="70"/>
                  </a:cubicBezTo>
                  <a:cubicBezTo>
                    <a:pt x="32" y="61"/>
                    <a:pt x="34" y="48"/>
                    <a:pt x="43" y="41"/>
                  </a:cubicBezTo>
                  <a:cubicBezTo>
                    <a:pt x="53" y="34"/>
                    <a:pt x="66" y="36"/>
                    <a:pt x="73" y="45"/>
                  </a:cubicBezTo>
                  <a:cubicBezTo>
                    <a:pt x="80" y="55"/>
                    <a:pt x="78" y="68"/>
                    <a:pt x="68" y="75"/>
                  </a:cubicBez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18"/>
            <p:cNvSpPr>
              <a:spLocks noEditPoints="1"/>
            </p:cNvSpPr>
            <p:nvPr/>
          </p:nvSpPr>
          <p:spPr bwMode="auto">
            <a:xfrm>
              <a:off x="3717925" y="2813050"/>
              <a:ext cx="249237" cy="247650"/>
            </a:xfrm>
            <a:custGeom>
              <a:avLst/>
              <a:gdLst>
                <a:gd name="T0" fmla="*/ 62 w 66"/>
                <a:gd name="T1" fmla="*/ 30 h 66"/>
                <a:gd name="T2" fmla="*/ 57 w 66"/>
                <a:gd name="T3" fmla="*/ 29 h 66"/>
                <a:gd name="T4" fmla="*/ 56 w 66"/>
                <a:gd name="T5" fmla="*/ 25 h 66"/>
                <a:gd name="T6" fmla="*/ 60 w 66"/>
                <a:gd name="T7" fmla="*/ 22 h 66"/>
                <a:gd name="T8" fmla="*/ 61 w 66"/>
                <a:gd name="T9" fmla="*/ 16 h 66"/>
                <a:gd name="T10" fmla="*/ 58 w 66"/>
                <a:gd name="T11" fmla="*/ 12 h 66"/>
                <a:gd name="T12" fmla="*/ 51 w 66"/>
                <a:gd name="T13" fmla="*/ 11 h 66"/>
                <a:gd name="T14" fmla="*/ 47 w 66"/>
                <a:gd name="T15" fmla="*/ 14 h 66"/>
                <a:gd name="T16" fmla="*/ 44 w 66"/>
                <a:gd name="T17" fmla="*/ 11 h 66"/>
                <a:gd name="T18" fmla="*/ 44 w 66"/>
                <a:gd name="T19" fmla="*/ 7 h 66"/>
                <a:gd name="T20" fmla="*/ 40 w 66"/>
                <a:gd name="T21" fmla="*/ 1 h 66"/>
                <a:gd name="T22" fmla="*/ 35 w 66"/>
                <a:gd name="T23" fmla="*/ 1 h 66"/>
                <a:gd name="T24" fmla="*/ 30 w 66"/>
                <a:gd name="T25" fmla="*/ 4 h 66"/>
                <a:gd name="T26" fmla="*/ 30 w 66"/>
                <a:gd name="T27" fmla="*/ 9 h 66"/>
                <a:gd name="T28" fmla="*/ 25 w 66"/>
                <a:gd name="T29" fmla="*/ 10 h 66"/>
                <a:gd name="T30" fmla="*/ 22 w 66"/>
                <a:gd name="T31" fmla="*/ 6 h 66"/>
                <a:gd name="T32" fmla="*/ 16 w 66"/>
                <a:gd name="T33" fmla="*/ 5 h 66"/>
                <a:gd name="T34" fmla="*/ 12 w 66"/>
                <a:gd name="T35" fmla="*/ 8 h 66"/>
                <a:gd name="T36" fmla="*/ 11 w 66"/>
                <a:gd name="T37" fmla="*/ 15 h 66"/>
                <a:gd name="T38" fmla="*/ 13 w 66"/>
                <a:gd name="T39" fmla="*/ 18 h 66"/>
                <a:gd name="T40" fmla="*/ 11 w 66"/>
                <a:gd name="T41" fmla="*/ 22 h 66"/>
                <a:gd name="T42" fmla="*/ 7 w 66"/>
                <a:gd name="T43" fmla="*/ 22 h 66"/>
                <a:gd name="T44" fmla="*/ 2 w 66"/>
                <a:gd name="T45" fmla="*/ 26 h 66"/>
                <a:gd name="T46" fmla="*/ 1 w 66"/>
                <a:gd name="T47" fmla="*/ 31 h 66"/>
                <a:gd name="T48" fmla="*/ 5 w 66"/>
                <a:gd name="T49" fmla="*/ 36 h 66"/>
                <a:gd name="T50" fmla="*/ 8 w 66"/>
                <a:gd name="T51" fmla="*/ 36 h 66"/>
                <a:gd name="T52" fmla="*/ 10 w 66"/>
                <a:gd name="T53" fmla="*/ 41 h 66"/>
                <a:gd name="T54" fmla="*/ 7 w 66"/>
                <a:gd name="T55" fmla="*/ 44 h 66"/>
                <a:gd name="T56" fmla="*/ 6 w 66"/>
                <a:gd name="T57" fmla="*/ 50 h 66"/>
                <a:gd name="T58" fmla="*/ 9 w 66"/>
                <a:gd name="T59" fmla="*/ 54 h 66"/>
                <a:gd name="T60" fmla="*/ 15 w 66"/>
                <a:gd name="T61" fmla="*/ 55 h 66"/>
                <a:gd name="T62" fmla="*/ 18 w 66"/>
                <a:gd name="T63" fmla="*/ 53 h 66"/>
                <a:gd name="T64" fmla="*/ 22 w 66"/>
                <a:gd name="T65" fmla="*/ 55 h 66"/>
                <a:gd name="T66" fmla="*/ 22 w 66"/>
                <a:gd name="T67" fmla="*/ 59 h 66"/>
                <a:gd name="T68" fmla="*/ 26 w 66"/>
                <a:gd name="T69" fmla="*/ 64 h 66"/>
                <a:gd name="T70" fmla="*/ 31 w 66"/>
                <a:gd name="T71" fmla="*/ 65 h 66"/>
                <a:gd name="T72" fmla="*/ 36 w 66"/>
                <a:gd name="T73" fmla="*/ 61 h 66"/>
                <a:gd name="T74" fmla="*/ 36 w 66"/>
                <a:gd name="T75" fmla="*/ 57 h 66"/>
                <a:gd name="T76" fmla="*/ 41 w 66"/>
                <a:gd name="T77" fmla="*/ 56 h 66"/>
                <a:gd name="T78" fmla="*/ 44 w 66"/>
                <a:gd name="T79" fmla="*/ 59 h 66"/>
                <a:gd name="T80" fmla="*/ 50 w 66"/>
                <a:gd name="T81" fmla="*/ 60 h 66"/>
                <a:gd name="T82" fmla="*/ 54 w 66"/>
                <a:gd name="T83" fmla="*/ 57 h 66"/>
                <a:gd name="T84" fmla="*/ 55 w 66"/>
                <a:gd name="T85" fmla="*/ 51 h 66"/>
                <a:gd name="T86" fmla="*/ 53 w 66"/>
                <a:gd name="T87" fmla="*/ 47 h 66"/>
                <a:gd name="T88" fmla="*/ 55 w 66"/>
                <a:gd name="T89" fmla="*/ 43 h 66"/>
                <a:gd name="T90" fmla="*/ 59 w 66"/>
                <a:gd name="T91" fmla="*/ 44 h 66"/>
                <a:gd name="T92" fmla="*/ 65 w 66"/>
                <a:gd name="T93" fmla="*/ 40 h 66"/>
                <a:gd name="T94" fmla="*/ 65 w 66"/>
                <a:gd name="T95" fmla="*/ 35 h 66"/>
                <a:gd name="T96" fmla="*/ 62 w 66"/>
                <a:gd name="T97" fmla="*/ 30 h 66"/>
                <a:gd name="T98" fmla="*/ 40 w 66"/>
                <a:gd name="T99" fmla="*/ 43 h 66"/>
                <a:gd name="T100" fmla="*/ 23 w 66"/>
                <a:gd name="T101" fmla="*/ 40 h 66"/>
                <a:gd name="T102" fmla="*/ 25 w 66"/>
                <a:gd name="T103" fmla="*/ 23 h 66"/>
                <a:gd name="T104" fmla="*/ 43 w 66"/>
                <a:gd name="T105" fmla="*/ 26 h 66"/>
                <a:gd name="T106" fmla="*/ 40 w 66"/>
                <a:gd name="T107" fmla="*/ 4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6" h="66">
                  <a:moveTo>
                    <a:pt x="62" y="30"/>
                  </a:moveTo>
                  <a:cubicBezTo>
                    <a:pt x="57" y="29"/>
                    <a:pt x="57" y="29"/>
                    <a:pt x="57" y="29"/>
                  </a:cubicBezTo>
                  <a:cubicBezTo>
                    <a:pt x="57" y="28"/>
                    <a:pt x="56" y="26"/>
                    <a:pt x="56" y="25"/>
                  </a:cubicBezTo>
                  <a:cubicBezTo>
                    <a:pt x="60" y="22"/>
                    <a:pt x="60" y="22"/>
                    <a:pt x="60" y="22"/>
                  </a:cubicBezTo>
                  <a:cubicBezTo>
                    <a:pt x="62" y="21"/>
                    <a:pt x="62" y="18"/>
                    <a:pt x="61" y="16"/>
                  </a:cubicBezTo>
                  <a:cubicBezTo>
                    <a:pt x="58" y="12"/>
                    <a:pt x="58" y="12"/>
                    <a:pt x="58" y="12"/>
                  </a:cubicBezTo>
                  <a:cubicBezTo>
                    <a:pt x="56" y="10"/>
                    <a:pt x="53" y="9"/>
                    <a:pt x="51" y="11"/>
                  </a:cubicBezTo>
                  <a:cubicBezTo>
                    <a:pt x="47" y="14"/>
                    <a:pt x="47" y="14"/>
                    <a:pt x="47" y="14"/>
                  </a:cubicBezTo>
                  <a:cubicBezTo>
                    <a:pt x="46" y="13"/>
                    <a:pt x="45" y="12"/>
                    <a:pt x="44" y="11"/>
                  </a:cubicBezTo>
                  <a:cubicBezTo>
                    <a:pt x="44" y="7"/>
                    <a:pt x="44" y="7"/>
                    <a:pt x="44" y="7"/>
                  </a:cubicBezTo>
                  <a:cubicBezTo>
                    <a:pt x="45" y="4"/>
                    <a:pt x="43" y="2"/>
                    <a:pt x="40" y="1"/>
                  </a:cubicBezTo>
                  <a:cubicBezTo>
                    <a:pt x="35" y="1"/>
                    <a:pt x="35" y="1"/>
                    <a:pt x="35" y="1"/>
                  </a:cubicBezTo>
                  <a:cubicBezTo>
                    <a:pt x="33" y="0"/>
                    <a:pt x="31" y="2"/>
                    <a:pt x="30" y="4"/>
                  </a:cubicBezTo>
                  <a:cubicBezTo>
                    <a:pt x="30" y="9"/>
                    <a:pt x="30" y="9"/>
                    <a:pt x="30" y="9"/>
                  </a:cubicBezTo>
                  <a:cubicBezTo>
                    <a:pt x="28" y="9"/>
                    <a:pt x="27" y="9"/>
                    <a:pt x="25" y="10"/>
                  </a:cubicBezTo>
                  <a:cubicBezTo>
                    <a:pt x="22" y="6"/>
                    <a:pt x="22" y="6"/>
                    <a:pt x="22" y="6"/>
                  </a:cubicBezTo>
                  <a:cubicBezTo>
                    <a:pt x="21" y="4"/>
                    <a:pt x="18" y="4"/>
                    <a:pt x="16" y="5"/>
                  </a:cubicBezTo>
                  <a:cubicBezTo>
                    <a:pt x="12" y="8"/>
                    <a:pt x="12" y="8"/>
                    <a:pt x="12" y="8"/>
                  </a:cubicBezTo>
                  <a:cubicBezTo>
                    <a:pt x="10" y="10"/>
                    <a:pt x="9" y="13"/>
                    <a:pt x="11" y="15"/>
                  </a:cubicBezTo>
                  <a:cubicBezTo>
                    <a:pt x="13" y="18"/>
                    <a:pt x="13" y="18"/>
                    <a:pt x="13" y="18"/>
                  </a:cubicBezTo>
                  <a:cubicBezTo>
                    <a:pt x="12" y="19"/>
                    <a:pt x="11" y="21"/>
                    <a:pt x="11" y="22"/>
                  </a:cubicBezTo>
                  <a:cubicBezTo>
                    <a:pt x="7" y="22"/>
                    <a:pt x="7" y="22"/>
                    <a:pt x="7" y="22"/>
                  </a:cubicBezTo>
                  <a:cubicBezTo>
                    <a:pt x="4" y="21"/>
                    <a:pt x="2" y="23"/>
                    <a:pt x="2" y="26"/>
                  </a:cubicBezTo>
                  <a:cubicBezTo>
                    <a:pt x="1" y="31"/>
                    <a:pt x="1" y="31"/>
                    <a:pt x="1" y="31"/>
                  </a:cubicBezTo>
                  <a:cubicBezTo>
                    <a:pt x="0" y="33"/>
                    <a:pt x="2" y="35"/>
                    <a:pt x="5" y="36"/>
                  </a:cubicBezTo>
                  <a:cubicBezTo>
                    <a:pt x="8" y="36"/>
                    <a:pt x="8" y="36"/>
                    <a:pt x="8" y="36"/>
                  </a:cubicBezTo>
                  <a:cubicBezTo>
                    <a:pt x="9" y="38"/>
                    <a:pt x="9" y="40"/>
                    <a:pt x="10" y="41"/>
                  </a:cubicBezTo>
                  <a:cubicBezTo>
                    <a:pt x="7" y="44"/>
                    <a:pt x="7" y="44"/>
                    <a:pt x="7" y="44"/>
                  </a:cubicBezTo>
                  <a:cubicBezTo>
                    <a:pt x="5" y="45"/>
                    <a:pt x="4" y="48"/>
                    <a:pt x="6" y="50"/>
                  </a:cubicBezTo>
                  <a:cubicBezTo>
                    <a:pt x="9" y="54"/>
                    <a:pt x="9" y="54"/>
                    <a:pt x="9" y="54"/>
                  </a:cubicBezTo>
                  <a:cubicBezTo>
                    <a:pt x="10" y="56"/>
                    <a:pt x="13" y="57"/>
                    <a:pt x="15" y="55"/>
                  </a:cubicBezTo>
                  <a:cubicBezTo>
                    <a:pt x="18" y="53"/>
                    <a:pt x="18" y="53"/>
                    <a:pt x="18" y="53"/>
                  </a:cubicBezTo>
                  <a:cubicBezTo>
                    <a:pt x="19" y="54"/>
                    <a:pt x="21" y="55"/>
                    <a:pt x="22" y="55"/>
                  </a:cubicBezTo>
                  <a:cubicBezTo>
                    <a:pt x="22" y="59"/>
                    <a:pt x="22" y="59"/>
                    <a:pt x="22" y="59"/>
                  </a:cubicBezTo>
                  <a:cubicBezTo>
                    <a:pt x="21" y="62"/>
                    <a:pt x="23" y="64"/>
                    <a:pt x="26" y="64"/>
                  </a:cubicBezTo>
                  <a:cubicBezTo>
                    <a:pt x="31" y="65"/>
                    <a:pt x="31" y="65"/>
                    <a:pt x="31" y="65"/>
                  </a:cubicBezTo>
                  <a:cubicBezTo>
                    <a:pt x="33" y="66"/>
                    <a:pt x="36" y="64"/>
                    <a:pt x="36" y="61"/>
                  </a:cubicBezTo>
                  <a:cubicBezTo>
                    <a:pt x="36" y="57"/>
                    <a:pt x="36" y="57"/>
                    <a:pt x="36" y="57"/>
                  </a:cubicBezTo>
                  <a:cubicBezTo>
                    <a:pt x="38" y="57"/>
                    <a:pt x="40" y="57"/>
                    <a:pt x="41" y="56"/>
                  </a:cubicBezTo>
                  <a:cubicBezTo>
                    <a:pt x="44" y="59"/>
                    <a:pt x="44" y="59"/>
                    <a:pt x="44" y="59"/>
                  </a:cubicBezTo>
                  <a:cubicBezTo>
                    <a:pt x="45" y="61"/>
                    <a:pt x="48" y="62"/>
                    <a:pt x="50" y="60"/>
                  </a:cubicBezTo>
                  <a:cubicBezTo>
                    <a:pt x="54" y="57"/>
                    <a:pt x="54" y="57"/>
                    <a:pt x="54" y="57"/>
                  </a:cubicBezTo>
                  <a:cubicBezTo>
                    <a:pt x="56" y="56"/>
                    <a:pt x="57" y="53"/>
                    <a:pt x="55" y="51"/>
                  </a:cubicBezTo>
                  <a:cubicBezTo>
                    <a:pt x="53" y="47"/>
                    <a:pt x="53" y="47"/>
                    <a:pt x="53" y="47"/>
                  </a:cubicBezTo>
                  <a:cubicBezTo>
                    <a:pt x="54" y="46"/>
                    <a:pt x="54" y="45"/>
                    <a:pt x="55" y="43"/>
                  </a:cubicBezTo>
                  <a:cubicBezTo>
                    <a:pt x="59" y="44"/>
                    <a:pt x="59" y="44"/>
                    <a:pt x="59" y="44"/>
                  </a:cubicBezTo>
                  <a:cubicBezTo>
                    <a:pt x="62" y="44"/>
                    <a:pt x="64" y="43"/>
                    <a:pt x="65" y="40"/>
                  </a:cubicBezTo>
                  <a:cubicBezTo>
                    <a:pt x="65" y="35"/>
                    <a:pt x="65" y="35"/>
                    <a:pt x="65" y="35"/>
                  </a:cubicBezTo>
                  <a:cubicBezTo>
                    <a:pt x="66" y="33"/>
                    <a:pt x="64" y="30"/>
                    <a:pt x="62" y="30"/>
                  </a:cubicBezTo>
                  <a:close/>
                  <a:moveTo>
                    <a:pt x="40" y="43"/>
                  </a:moveTo>
                  <a:cubicBezTo>
                    <a:pt x="34" y="47"/>
                    <a:pt x="27" y="46"/>
                    <a:pt x="23" y="40"/>
                  </a:cubicBezTo>
                  <a:cubicBezTo>
                    <a:pt x="19" y="35"/>
                    <a:pt x="20" y="27"/>
                    <a:pt x="25" y="23"/>
                  </a:cubicBezTo>
                  <a:cubicBezTo>
                    <a:pt x="31" y="19"/>
                    <a:pt x="39" y="21"/>
                    <a:pt x="43" y="26"/>
                  </a:cubicBezTo>
                  <a:cubicBezTo>
                    <a:pt x="46" y="31"/>
                    <a:pt x="45" y="39"/>
                    <a:pt x="40" y="43"/>
                  </a:cubicBez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75" name="文本框 74"/>
          <p:cNvSpPr txBox="1"/>
          <p:nvPr/>
        </p:nvSpPr>
        <p:spPr>
          <a:xfrm>
            <a:off x="3142117" y="2339059"/>
            <a:ext cx="1415772" cy="461665"/>
          </a:xfrm>
          <a:prstGeom prst="rect">
            <a:avLst/>
          </a:prstGeom>
          <a:noFill/>
        </p:spPr>
        <p:txBody>
          <a:bodyPr wrap="none" rtlCol="0">
            <a:spAutoFit/>
          </a:bodyPr>
          <a:lstStyle/>
          <a:p>
            <a:r>
              <a:rPr lang="zh-CN" altLang="en-US" sz="2400" dirty="0">
                <a:solidFill>
                  <a:schemeClr val="tx1">
                    <a:lumMod val="65000"/>
                    <a:lumOff val="35000"/>
                  </a:schemeClr>
                </a:solidFill>
              </a:rPr>
              <a:t>添加标题</a:t>
            </a:r>
          </a:p>
        </p:txBody>
      </p:sp>
    </p:spTree>
    <p:extLst>
      <p:ext uri="{BB962C8B-B14F-4D97-AF65-F5344CB8AC3E}">
        <p14:creationId xmlns:p14="http://schemas.microsoft.com/office/powerpoint/2010/main" val="64103640"/>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ctangle 5"/>
          <p:cNvSpPr>
            <a:spLocks noChangeArrowheads="1"/>
          </p:cNvSpPr>
          <p:nvPr/>
        </p:nvSpPr>
        <p:spPr bwMode="auto">
          <a:xfrm>
            <a:off x="1163032" y="4990549"/>
            <a:ext cx="4371781" cy="1199084"/>
          </a:xfrm>
          <a:prstGeom prst="rect">
            <a:avLst/>
          </a:pr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tx1"/>
              </a:solidFill>
            </a:endParaRPr>
          </a:p>
        </p:txBody>
      </p:sp>
      <p:sp>
        <p:nvSpPr>
          <p:cNvPr id="13" name="Freeform 6"/>
          <p:cNvSpPr>
            <a:spLocks/>
          </p:cNvSpPr>
          <p:nvPr/>
        </p:nvSpPr>
        <p:spPr bwMode="auto">
          <a:xfrm>
            <a:off x="1163032" y="5096687"/>
            <a:ext cx="6038451" cy="1270801"/>
          </a:xfrm>
          <a:custGeom>
            <a:avLst/>
            <a:gdLst>
              <a:gd name="T0" fmla="*/ 1570 w 2105"/>
              <a:gd name="T1" fmla="*/ 0 h 443"/>
              <a:gd name="T2" fmla="*/ 1570 w 2105"/>
              <a:gd name="T3" fmla="*/ 417 h 443"/>
              <a:gd name="T4" fmla="*/ 0 w 2105"/>
              <a:gd name="T5" fmla="*/ 417 h 443"/>
              <a:gd name="T6" fmla="*/ 0 w 2105"/>
              <a:gd name="T7" fmla="*/ 443 h 443"/>
              <a:gd name="T8" fmla="*/ 1597 w 2105"/>
              <a:gd name="T9" fmla="*/ 443 h 443"/>
              <a:gd name="T10" fmla="*/ 1597 w 2105"/>
              <a:gd name="T11" fmla="*/ 417 h 443"/>
              <a:gd name="T12" fmla="*/ 1597 w 2105"/>
              <a:gd name="T13" fmla="*/ 417 h 443"/>
              <a:gd name="T14" fmla="*/ 1597 w 2105"/>
              <a:gd name="T15" fmla="*/ 26 h 443"/>
              <a:gd name="T16" fmla="*/ 2105 w 2105"/>
              <a:gd name="T17" fmla="*/ 26 h 443"/>
              <a:gd name="T18" fmla="*/ 2105 w 2105"/>
              <a:gd name="T19" fmla="*/ 0 h 443"/>
              <a:gd name="T20" fmla="*/ 1570 w 2105"/>
              <a:gd name="T21" fmla="*/ 0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05" h="443">
                <a:moveTo>
                  <a:pt x="1570" y="0"/>
                </a:moveTo>
                <a:lnTo>
                  <a:pt x="1570" y="417"/>
                </a:lnTo>
                <a:lnTo>
                  <a:pt x="0" y="417"/>
                </a:lnTo>
                <a:lnTo>
                  <a:pt x="0" y="443"/>
                </a:lnTo>
                <a:lnTo>
                  <a:pt x="1597" y="443"/>
                </a:lnTo>
                <a:lnTo>
                  <a:pt x="1597" y="417"/>
                </a:lnTo>
                <a:lnTo>
                  <a:pt x="1597" y="417"/>
                </a:lnTo>
                <a:lnTo>
                  <a:pt x="1597" y="26"/>
                </a:lnTo>
                <a:lnTo>
                  <a:pt x="2105" y="26"/>
                </a:lnTo>
                <a:lnTo>
                  <a:pt x="2105" y="0"/>
                </a:lnTo>
                <a:lnTo>
                  <a:pt x="1570" y="0"/>
                </a:ln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tx1"/>
              </a:solidFill>
            </a:endParaRPr>
          </a:p>
        </p:txBody>
      </p:sp>
      <p:sp>
        <p:nvSpPr>
          <p:cNvPr id="14" name="Rectangle 7"/>
          <p:cNvSpPr>
            <a:spLocks noChangeArrowheads="1"/>
          </p:cNvSpPr>
          <p:nvPr/>
        </p:nvSpPr>
        <p:spPr bwMode="auto">
          <a:xfrm>
            <a:off x="2818228" y="3794333"/>
            <a:ext cx="4366043" cy="1196216"/>
          </a:xfrm>
          <a:prstGeom prst="rect">
            <a:avLst/>
          </a:pr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tx1"/>
              </a:solidFill>
            </a:endParaRPr>
          </a:p>
        </p:txBody>
      </p:sp>
      <p:sp>
        <p:nvSpPr>
          <p:cNvPr id="15" name="Freeform 8"/>
          <p:cNvSpPr>
            <a:spLocks/>
          </p:cNvSpPr>
          <p:nvPr/>
        </p:nvSpPr>
        <p:spPr bwMode="auto">
          <a:xfrm>
            <a:off x="7319096" y="3900473"/>
            <a:ext cx="1534714" cy="1270801"/>
          </a:xfrm>
          <a:custGeom>
            <a:avLst/>
            <a:gdLst>
              <a:gd name="T0" fmla="*/ 27 w 535"/>
              <a:gd name="T1" fmla="*/ 443 h 443"/>
              <a:gd name="T2" fmla="*/ 0 w 535"/>
              <a:gd name="T3" fmla="*/ 443 h 443"/>
              <a:gd name="T4" fmla="*/ 0 w 535"/>
              <a:gd name="T5" fmla="*/ 0 h 443"/>
              <a:gd name="T6" fmla="*/ 535 w 535"/>
              <a:gd name="T7" fmla="*/ 0 h 443"/>
              <a:gd name="T8" fmla="*/ 535 w 535"/>
              <a:gd name="T9" fmla="*/ 27 h 443"/>
              <a:gd name="T10" fmla="*/ 27 w 535"/>
              <a:gd name="T11" fmla="*/ 27 h 443"/>
              <a:gd name="T12" fmla="*/ 27 w 535"/>
              <a:gd name="T13" fmla="*/ 443 h 443"/>
            </a:gdLst>
            <a:ahLst/>
            <a:cxnLst>
              <a:cxn ang="0">
                <a:pos x="T0" y="T1"/>
              </a:cxn>
              <a:cxn ang="0">
                <a:pos x="T2" y="T3"/>
              </a:cxn>
              <a:cxn ang="0">
                <a:pos x="T4" y="T5"/>
              </a:cxn>
              <a:cxn ang="0">
                <a:pos x="T6" y="T7"/>
              </a:cxn>
              <a:cxn ang="0">
                <a:pos x="T8" y="T9"/>
              </a:cxn>
              <a:cxn ang="0">
                <a:pos x="T10" y="T11"/>
              </a:cxn>
              <a:cxn ang="0">
                <a:pos x="T12" y="T13"/>
              </a:cxn>
            </a:cxnLst>
            <a:rect l="0" t="0" r="r" b="b"/>
            <a:pathLst>
              <a:path w="535" h="443">
                <a:moveTo>
                  <a:pt x="27" y="443"/>
                </a:moveTo>
                <a:lnTo>
                  <a:pt x="0" y="443"/>
                </a:lnTo>
                <a:lnTo>
                  <a:pt x="0" y="0"/>
                </a:lnTo>
                <a:lnTo>
                  <a:pt x="535" y="0"/>
                </a:lnTo>
                <a:lnTo>
                  <a:pt x="535" y="27"/>
                </a:lnTo>
                <a:lnTo>
                  <a:pt x="27" y="27"/>
                </a:lnTo>
                <a:lnTo>
                  <a:pt x="27" y="443"/>
                </a:ln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tx1"/>
              </a:solidFill>
            </a:endParaRPr>
          </a:p>
        </p:txBody>
      </p:sp>
      <p:sp>
        <p:nvSpPr>
          <p:cNvPr id="16" name="Freeform 10"/>
          <p:cNvSpPr>
            <a:spLocks/>
          </p:cNvSpPr>
          <p:nvPr/>
        </p:nvSpPr>
        <p:spPr bwMode="auto">
          <a:xfrm>
            <a:off x="8994371" y="2709993"/>
            <a:ext cx="1534714" cy="1273668"/>
          </a:xfrm>
          <a:custGeom>
            <a:avLst/>
            <a:gdLst>
              <a:gd name="T0" fmla="*/ 27 w 535"/>
              <a:gd name="T1" fmla="*/ 444 h 444"/>
              <a:gd name="T2" fmla="*/ 0 w 535"/>
              <a:gd name="T3" fmla="*/ 444 h 444"/>
              <a:gd name="T4" fmla="*/ 0 w 535"/>
              <a:gd name="T5" fmla="*/ 0 h 444"/>
              <a:gd name="T6" fmla="*/ 535 w 535"/>
              <a:gd name="T7" fmla="*/ 0 h 444"/>
              <a:gd name="T8" fmla="*/ 535 w 535"/>
              <a:gd name="T9" fmla="*/ 28 h 444"/>
              <a:gd name="T10" fmla="*/ 27 w 535"/>
              <a:gd name="T11" fmla="*/ 28 h 444"/>
              <a:gd name="T12" fmla="*/ 27 w 535"/>
              <a:gd name="T13" fmla="*/ 444 h 444"/>
            </a:gdLst>
            <a:ahLst/>
            <a:cxnLst>
              <a:cxn ang="0">
                <a:pos x="T0" y="T1"/>
              </a:cxn>
              <a:cxn ang="0">
                <a:pos x="T2" y="T3"/>
              </a:cxn>
              <a:cxn ang="0">
                <a:pos x="T4" y="T5"/>
              </a:cxn>
              <a:cxn ang="0">
                <a:pos x="T6" y="T7"/>
              </a:cxn>
              <a:cxn ang="0">
                <a:pos x="T8" y="T9"/>
              </a:cxn>
              <a:cxn ang="0">
                <a:pos x="T10" y="T11"/>
              </a:cxn>
              <a:cxn ang="0">
                <a:pos x="T12" y="T13"/>
              </a:cxn>
            </a:cxnLst>
            <a:rect l="0" t="0" r="r" b="b"/>
            <a:pathLst>
              <a:path w="535" h="444">
                <a:moveTo>
                  <a:pt x="27" y="444"/>
                </a:moveTo>
                <a:lnTo>
                  <a:pt x="0" y="444"/>
                </a:lnTo>
                <a:lnTo>
                  <a:pt x="0" y="0"/>
                </a:lnTo>
                <a:lnTo>
                  <a:pt x="535" y="0"/>
                </a:lnTo>
                <a:lnTo>
                  <a:pt x="535" y="28"/>
                </a:lnTo>
                <a:lnTo>
                  <a:pt x="27" y="28"/>
                </a:lnTo>
                <a:lnTo>
                  <a:pt x="27" y="444"/>
                </a:ln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任意多边形 16"/>
          <p:cNvSpPr/>
          <p:nvPr/>
        </p:nvSpPr>
        <p:spPr>
          <a:xfrm>
            <a:off x="1697569" y="1025085"/>
            <a:ext cx="2241318" cy="3657694"/>
          </a:xfrm>
          <a:custGeom>
            <a:avLst/>
            <a:gdLst>
              <a:gd name="connsiteX0" fmla="*/ 985320 w 2241318"/>
              <a:gd name="connsiteY0" fmla="*/ 886641 h 3657694"/>
              <a:gd name="connsiteX1" fmla="*/ 880387 w 2241318"/>
              <a:gd name="connsiteY1" fmla="*/ 969061 h 3657694"/>
              <a:gd name="connsiteX2" fmla="*/ 972306 w 2241318"/>
              <a:gd name="connsiteY2" fmla="*/ 1054540 h 3657694"/>
              <a:gd name="connsiteX3" fmla="*/ 992252 w 2241318"/>
              <a:gd name="connsiteY3" fmla="*/ 1069243 h 3657694"/>
              <a:gd name="connsiteX4" fmla="*/ 994989 w 2241318"/>
              <a:gd name="connsiteY4" fmla="*/ 1065184 h 3657694"/>
              <a:gd name="connsiteX5" fmla="*/ 998436 w 2241318"/>
              <a:gd name="connsiteY5" fmla="*/ 991227 h 3657694"/>
              <a:gd name="connsiteX6" fmla="*/ 985320 w 2241318"/>
              <a:gd name="connsiteY6" fmla="*/ 886641 h 3657694"/>
              <a:gd name="connsiteX7" fmla="*/ 1562448 w 2241318"/>
              <a:gd name="connsiteY7" fmla="*/ 0 h 3657694"/>
              <a:gd name="connsiteX8" fmla="*/ 1582435 w 2241318"/>
              <a:gd name="connsiteY8" fmla="*/ 114889 h 3657694"/>
              <a:gd name="connsiteX9" fmla="*/ 1652390 w 2241318"/>
              <a:gd name="connsiteY9" fmla="*/ 417096 h 3657694"/>
              <a:gd name="connsiteX10" fmla="*/ 1519975 w 2241318"/>
              <a:gd name="connsiteY10" fmla="*/ 516999 h 3657694"/>
              <a:gd name="connsiteX11" fmla="*/ 1475004 w 2241318"/>
              <a:gd name="connsiteY11" fmla="*/ 646873 h 3657694"/>
              <a:gd name="connsiteX12" fmla="*/ 1617412 w 2241318"/>
              <a:gd name="connsiteY12" fmla="*/ 1029003 h 3657694"/>
              <a:gd name="connsiteX13" fmla="*/ 1737335 w 2241318"/>
              <a:gd name="connsiteY13" fmla="*/ 1103931 h 3657694"/>
              <a:gd name="connsiteX14" fmla="*/ 2024650 w 2241318"/>
              <a:gd name="connsiteY14" fmla="*/ 951578 h 3657694"/>
              <a:gd name="connsiteX15" fmla="*/ 2057129 w 2241318"/>
              <a:gd name="connsiteY15" fmla="*/ 896631 h 3657694"/>
              <a:gd name="connsiteX16" fmla="*/ 2152068 w 2241318"/>
              <a:gd name="connsiteY16" fmla="*/ 821704 h 3657694"/>
              <a:gd name="connsiteX17" fmla="*/ 2237013 w 2241318"/>
              <a:gd name="connsiteY17" fmla="*/ 904124 h 3657694"/>
              <a:gd name="connsiteX18" fmla="*/ 2182048 w 2241318"/>
              <a:gd name="connsiteY18" fmla="*/ 986544 h 3657694"/>
              <a:gd name="connsiteX19" fmla="*/ 2149569 w 2241318"/>
              <a:gd name="connsiteY19" fmla="*/ 1029003 h 3657694"/>
              <a:gd name="connsiteX20" fmla="*/ 1692364 w 2241318"/>
              <a:gd name="connsiteY20" fmla="*/ 1351191 h 3657694"/>
              <a:gd name="connsiteX21" fmla="*/ 1609917 w 2241318"/>
              <a:gd name="connsiteY21" fmla="*/ 1338703 h 3657694"/>
              <a:gd name="connsiteX22" fmla="*/ 1497490 w 2241318"/>
              <a:gd name="connsiteY22" fmla="*/ 1243795 h 3657694"/>
              <a:gd name="connsiteX23" fmla="*/ 1347586 w 2241318"/>
              <a:gd name="connsiteY23" fmla="*/ 1555993 h 3657694"/>
              <a:gd name="connsiteX24" fmla="*/ 1949698 w 2241318"/>
              <a:gd name="connsiteY24" fmla="*/ 1768287 h 3657694"/>
              <a:gd name="connsiteX25" fmla="*/ 1954695 w 2241318"/>
              <a:gd name="connsiteY25" fmla="*/ 2070494 h 3657694"/>
              <a:gd name="connsiteX26" fmla="*/ 1689866 w 2241318"/>
              <a:gd name="connsiteY26" fmla="*/ 2510068 h 3657694"/>
              <a:gd name="connsiteX27" fmla="*/ 1609917 w 2241318"/>
              <a:gd name="connsiteY27" fmla="*/ 2537542 h 3657694"/>
              <a:gd name="connsiteX28" fmla="*/ 1594927 w 2241318"/>
              <a:gd name="connsiteY28" fmla="*/ 2562517 h 3657694"/>
              <a:gd name="connsiteX29" fmla="*/ 1717348 w 2241318"/>
              <a:gd name="connsiteY29" fmla="*/ 2697387 h 3657694"/>
              <a:gd name="connsiteX30" fmla="*/ 1832274 w 2241318"/>
              <a:gd name="connsiteY30" fmla="*/ 2734850 h 3657694"/>
              <a:gd name="connsiteX31" fmla="*/ 1697361 w 2241318"/>
              <a:gd name="connsiteY31" fmla="*/ 2814773 h 3657694"/>
              <a:gd name="connsiteX32" fmla="*/ 1484998 w 2241318"/>
              <a:gd name="connsiteY32" fmla="*/ 2769816 h 3657694"/>
              <a:gd name="connsiteX33" fmla="*/ 1365075 w 2241318"/>
              <a:gd name="connsiteY33" fmla="*/ 2769816 h 3657694"/>
              <a:gd name="connsiteX34" fmla="*/ 1317606 w 2241318"/>
              <a:gd name="connsiteY34" fmla="*/ 2744841 h 3657694"/>
              <a:gd name="connsiteX35" fmla="*/ 1345088 w 2241318"/>
              <a:gd name="connsiteY35" fmla="*/ 2624957 h 3657694"/>
              <a:gd name="connsiteX36" fmla="*/ 1455017 w 2241318"/>
              <a:gd name="connsiteY36" fmla="*/ 2462614 h 3657694"/>
              <a:gd name="connsiteX37" fmla="*/ 1614914 w 2241318"/>
              <a:gd name="connsiteY37" fmla="*/ 2172895 h 3657694"/>
              <a:gd name="connsiteX38" fmla="*/ 1734837 w 2241318"/>
              <a:gd name="connsiteY38" fmla="*/ 1980581 h 3657694"/>
              <a:gd name="connsiteX39" fmla="*/ 1440027 w 2241318"/>
              <a:gd name="connsiteY39" fmla="*/ 1960601 h 3657694"/>
              <a:gd name="connsiteX40" fmla="*/ 1170201 w 2241318"/>
              <a:gd name="connsiteY40" fmla="*/ 1913147 h 3657694"/>
              <a:gd name="connsiteX41" fmla="*/ 645538 w 2241318"/>
              <a:gd name="connsiteY41" fmla="*/ 2674908 h 3657694"/>
              <a:gd name="connsiteX42" fmla="*/ 320748 w 2241318"/>
              <a:gd name="connsiteY42" fmla="*/ 3271830 h 3657694"/>
              <a:gd name="connsiteX43" fmla="*/ 260786 w 2241318"/>
              <a:gd name="connsiteY43" fmla="*/ 3241859 h 3657694"/>
              <a:gd name="connsiteX44" fmla="*/ 223310 w 2241318"/>
              <a:gd name="connsiteY44" fmla="*/ 3281820 h 3657694"/>
              <a:gd name="connsiteX45" fmla="*/ 250793 w 2241318"/>
              <a:gd name="connsiteY45" fmla="*/ 3331772 h 3657694"/>
              <a:gd name="connsiteX46" fmla="*/ 158352 w 2241318"/>
              <a:gd name="connsiteY46" fmla="*/ 3446661 h 3657694"/>
              <a:gd name="connsiteX47" fmla="*/ 153355 w 2241318"/>
              <a:gd name="connsiteY47" fmla="*/ 3529081 h 3657694"/>
              <a:gd name="connsiteX48" fmla="*/ 228307 w 2241318"/>
              <a:gd name="connsiteY48" fmla="*/ 3648965 h 3657694"/>
              <a:gd name="connsiteX49" fmla="*/ 15944 w 2241318"/>
              <a:gd name="connsiteY49" fmla="*/ 3613999 h 3657694"/>
              <a:gd name="connsiteX50" fmla="*/ 8449 w 2241318"/>
              <a:gd name="connsiteY50" fmla="*/ 3349255 h 3657694"/>
              <a:gd name="connsiteX51" fmla="*/ 10947 w 2241318"/>
              <a:gd name="connsiteY51" fmla="*/ 3216883 h 3657694"/>
              <a:gd name="connsiteX52" fmla="*/ 120876 w 2241318"/>
              <a:gd name="connsiteY52" fmla="*/ 3196903 h 3657694"/>
              <a:gd name="connsiteX53" fmla="*/ 145860 w 2241318"/>
              <a:gd name="connsiteY53" fmla="*/ 3174424 h 3657694"/>
              <a:gd name="connsiteX54" fmla="*/ 138365 w 2241318"/>
              <a:gd name="connsiteY54" fmla="*/ 3149449 h 3657694"/>
              <a:gd name="connsiteX55" fmla="*/ 408191 w 2241318"/>
              <a:gd name="connsiteY55" fmla="*/ 2570010 h 3657694"/>
              <a:gd name="connsiteX56" fmla="*/ 665525 w 2241318"/>
              <a:gd name="connsiteY56" fmla="*/ 2210359 h 3657694"/>
              <a:gd name="connsiteX57" fmla="*/ 765461 w 2241318"/>
              <a:gd name="connsiteY57" fmla="*/ 1678374 h 3657694"/>
              <a:gd name="connsiteX58" fmla="*/ 807934 w 2241318"/>
              <a:gd name="connsiteY58" fmla="*/ 1458587 h 3657694"/>
              <a:gd name="connsiteX59" fmla="*/ 760464 w 2241318"/>
              <a:gd name="connsiteY59" fmla="*/ 1401143 h 3657694"/>
              <a:gd name="connsiteX60" fmla="*/ 820426 w 2241318"/>
              <a:gd name="connsiteY60" fmla="*/ 1373669 h 3657694"/>
              <a:gd name="connsiteX61" fmla="*/ 946907 w 2241318"/>
              <a:gd name="connsiteY61" fmla="*/ 1235990 h 3657694"/>
              <a:gd name="connsiteX62" fmla="*/ 947294 w 2241318"/>
              <a:gd name="connsiteY62" fmla="*/ 1235055 h 3657694"/>
              <a:gd name="connsiteX63" fmla="*/ 947604 w 2241318"/>
              <a:gd name="connsiteY63" fmla="*/ 1235209 h 3657694"/>
              <a:gd name="connsiteX64" fmla="*/ 947724 w 2241318"/>
              <a:gd name="connsiteY64" fmla="*/ 1234019 h 3657694"/>
              <a:gd name="connsiteX65" fmla="*/ 947294 w 2241318"/>
              <a:gd name="connsiteY65" fmla="*/ 1235055 h 3657694"/>
              <a:gd name="connsiteX66" fmla="*/ 935351 w 2241318"/>
              <a:gd name="connsiteY66" fmla="*/ 1229122 h 3657694"/>
              <a:gd name="connsiteX67" fmla="*/ 722988 w 2241318"/>
              <a:gd name="connsiteY67" fmla="*/ 1066467 h 3657694"/>
              <a:gd name="connsiteX68" fmla="*/ 717992 w 2241318"/>
              <a:gd name="connsiteY68" fmla="*/ 814211 h 3657694"/>
              <a:gd name="connsiteX69" fmla="*/ 1015300 w 2241318"/>
              <a:gd name="connsiteY69" fmla="*/ 519497 h 3657694"/>
              <a:gd name="connsiteX70" fmla="*/ 1222667 w 2241318"/>
              <a:gd name="connsiteY70" fmla="*/ 509506 h 3657694"/>
              <a:gd name="connsiteX71" fmla="*/ 1262641 w 2241318"/>
              <a:gd name="connsiteY71" fmla="*/ 482033 h 3657694"/>
              <a:gd name="connsiteX72" fmla="*/ 1287625 w 2241318"/>
              <a:gd name="connsiteY72" fmla="*/ 452062 h 3657694"/>
              <a:gd name="connsiteX73" fmla="*/ 1230162 w 2241318"/>
              <a:gd name="connsiteY73" fmla="*/ 237270 h 3657694"/>
              <a:gd name="connsiteX74" fmla="*/ 1427535 w 2241318"/>
              <a:gd name="connsiteY74" fmla="*/ 57444 h 3657694"/>
              <a:gd name="connsiteX75" fmla="*/ 1562448 w 2241318"/>
              <a:gd name="connsiteY75" fmla="*/ 0 h 3657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2241318" h="3657694">
                <a:moveTo>
                  <a:pt x="985320" y="886641"/>
                </a:moveTo>
                <a:cubicBezTo>
                  <a:pt x="972828" y="866660"/>
                  <a:pt x="880387" y="969061"/>
                  <a:pt x="880387" y="969061"/>
                </a:cubicBezTo>
                <a:cubicBezTo>
                  <a:pt x="890693" y="988729"/>
                  <a:pt x="928754" y="1021393"/>
                  <a:pt x="972306" y="1054540"/>
                </a:cubicBezTo>
                <a:lnTo>
                  <a:pt x="992252" y="1069243"/>
                </a:lnTo>
                <a:lnTo>
                  <a:pt x="994989" y="1065184"/>
                </a:lnTo>
                <a:lnTo>
                  <a:pt x="998436" y="991227"/>
                </a:lnTo>
                <a:cubicBezTo>
                  <a:pt x="997812" y="937841"/>
                  <a:pt x="991566" y="895382"/>
                  <a:pt x="985320" y="886641"/>
                </a:cubicBezTo>
                <a:close/>
                <a:moveTo>
                  <a:pt x="1562448" y="0"/>
                </a:moveTo>
                <a:cubicBezTo>
                  <a:pt x="1629904" y="42459"/>
                  <a:pt x="1582435" y="114889"/>
                  <a:pt x="1582435" y="114889"/>
                </a:cubicBezTo>
                <a:cubicBezTo>
                  <a:pt x="1637400" y="159845"/>
                  <a:pt x="1632403" y="289719"/>
                  <a:pt x="1652390" y="417096"/>
                </a:cubicBezTo>
                <a:cubicBezTo>
                  <a:pt x="1669879" y="546970"/>
                  <a:pt x="1592428" y="504511"/>
                  <a:pt x="1519975" y="516999"/>
                </a:cubicBezTo>
                <a:cubicBezTo>
                  <a:pt x="1447522" y="529487"/>
                  <a:pt x="1475004" y="646873"/>
                  <a:pt x="1475004" y="646873"/>
                </a:cubicBezTo>
                <a:cubicBezTo>
                  <a:pt x="1562448" y="749274"/>
                  <a:pt x="1617412" y="1029003"/>
                  <a:pt x="1617412" y="1029003"/>
                </a:cubicBezTo>
                <a:cubicBezTo>
                  <a:pt x="1617412" y="1029003"/>
                  <a:pt x="1662383" y="1161375"/>
                  <a:pt x="1737335" y="1103931"/>
                </a:cubicBezTo>
                <a:cubicBezTo>
                  <a:pt x="1812287" y="1046486"/>
                  <a:pt x="1997168" y="981549"/>
                  <a:pt x="2024650" y="951578"/>
                </a:cubicBezTo>
                <a:cubicBezTo>
                  <a:pt x="2054631" y="924105"/>
                  <a:pt x="2057129" y="896631"/>
                  <a:pt x="2057129" y="896631"/>
                </a:cubicBezTo>
                <a:cubicBezTo>
                  <a:pt x="2074618" y="854172"/>
                  <a:pt x="2114592" y="821704"/>
                  <a:pt x="2152068" y="821704"/>
                </a:cubicBezTo>
                <a:cubicBezTo>
                  <a:pt x="2189544" y="821704"/>
                  <a:pt x="2217026" y="854172"/>
                  <a:pt x="2237013" y="904124"/>
                </a:cubicBezTo>
                <a:cubicBezTo>
                  <a:pt x="2257000" y="956573"/>
                  <a:pt x="2202036" y="974056"/>
                  <a:pt x="2182048" y="986544"/>
                </a:cubicBezTo>
                <a:cubicBezTo>
                  <a:pt x="2164560" y="999032"/>
                  <a:pt x="2149569" y="1029003"/>
                  <a:pt x="2149569" y="1029003"/>
                </a:cubicBezTo>
                <a:cubicBezTo>
                  <a:pt x="2104598" y="1091443"/>
                  <a:pt x="1752325" y="1318722"/>
                  <a:pt x="1692364" y="1351191"/>
                </a:cubicBezTo>
                <a:cubicBezTo>
                  <a:pt x="1632403" y="1381162"/>
                  <a:pt x="1609917" y="1338703"/>
                  <a:pt x="1609917" y="1338703"/>
                </a:cubicBezTo>
                <a:cubicBezTo>
                  <a:pt x="1609917" y="1338703"/>
                  <a:pt x="1609917" y="1338703"/>
                  <a:pt x="1497490" y="1243795"/>
                </a:cubicBezTo>
                <a:cubicBezTo>
                  <a:pt x="1477503" y="1316225"/>
                  <a:pt x="1347586" y="1555993"/>
                  <a:pt x="1347586" y="1555993"/>
                </a:cubicBezTo>
                <a:cubicBezTo>
                  <a:pt x="1387561" y="1610939"/>
                  <a:pt x="1847264" y="1740814"/>
                  <a:pt x="1949698" y="1768287"/>
                </a:cubicBezTo>
                <a:cubicBezTo>
                  <a:pt x="2049634" y="1795760"/>
                  <a:pt x="2067123" y="1938122"/>
                  <a:pt x="1954695" y="2070494"/>
                </a:cubicBezTo>
                <a:cubicBezTo>
                  <a:pt x="1844766" y="2205363"/>
                  <a:pt x="1729840" y="2432643"/>
                  <a:pt x="1689866" y="2510068"/>
                </a:cubicBezTo>
                <a:cubicBezTo>
                  <a:pt x="1649891" y="2589991"/>
                  <a:pt x="1609917" y="2537542"/>
                  <a:pt x="1609917" y="2537542"/>
                </a:cubicBezTo>
                <a:cubicBezTo>
                  <a:pt x="1609917" y="2537542"/>
                  <a:pt x="1609917" y="2537542"/>
                  <a:pt x="1594927" y="2562517"/>
                </a:cubicBezTo>
                <a:cubicBezTo>
                  <a:pt x="1589930" y="2622459"/>
                  <a:pt x="1674875" y="2664918"/>
                  <a:pt x="1717348" y="2697387"/>
                </a:cubicBezTo>
                <a:cubicBezTo>
                  <a:pt x="1762319" y="2729855"/>
                  <a:pt x="1817284" y="2724860"/>
                  <a:pt x="1832274" y="2734850"/>
                </a:cubicBezTo>
                <a:cubicBezTo>
                  <a:pt x="1847264" y="2744841"/>
                  <a:pt x="1807290" y="2804783"/>
                  <a:pt x="1697361" y="2814773"/>
                </a:cubicBezTo>
                <a:cubicBezTo>
                  <a:pt x="1584933" y="2824763"/>
                  <a:pt x="1512480" y="2782304"/>
                  <a:pt x="1484998" y="2769816"/>
                </a:cubicBezTo>
                <a:cubicBezTo>
                  <a:pt x="1455017" y="2757329"/>
                  <a:pt x="1405049" y="2764821"/>
                  <a:pt x="1365075" y="2769816"/>
                </a:cubicBezTo>
                <a:cubicBezTo>
                  <a:pt x="1322602" y="2777309"/>
                  <a:pt x="1317606" y="2744841"/>
                  <a:pt x="1317606" y="2744841"/>
                </a:cubicBezTo>
                <a:cubicBezTo>
                  <a:pt x="1317606" y="2744841"/>
                  <a:pt x="1305114" y="2662421"/>
                  <a:pt x="1345088" y="2624957"/>
                </a:cubicBezTo>
                <a:cubicBezTo>
                  <a:pt x="1387561" y="2587493"/>
                  <a:pt x="1405049" y="2562517"/>
                  <a:pt x="1455017" y="2462614"/>
                </a:cubicBezTo>
                <a:cubicBezTo>
                  <a:pt x="1507483" y="2365208"/>
                  <a:pt x="1589930" y="2255315"/>
                  <a:pt x="1614914" y="2172895"/>
                </a:cubicBezTo>
                <a:cubicBezTo>
                  <a:pt x="1639898" y="2090475"/>
                  <a:pt x="1734837" y="2005557"/>
                  <a:pt x="1734837" y="1980581"/>
                </a:cubicBezTo>
                <a:cubicBezTo>
                  <a:pt x="1734837" y="1955605"/>
                  <a:pt x="1629904" y="1958103"/>
                  <a:pt x="1440027" y="1960601"/>
                </a:cubicBezTo>
                <a:cubicBezTo>
                  <a:pt x="1250149" y="1963098"/>
                  <a:pt x="1170201" y="1913147"/>
                  <a:pt x="1170201" y="1913147"/>
                </a:cubicBezTo>
                <a:cubicBezTo>
                  <a:pt x="1115236" y="2177890"/>
                  <a:pt x="820426" y="2467609"/>
                  <a:pt x="645538" y="2674908"/>
                </a:cubicBezTo>
                <a:cubicBezTo>
                  <a:pt x="473149" y="2884705"/>
                  <a:pt x="320748" y="3271830"/>
                  <a:pt x="320748" y="3271830"/>
                </a:cubicBezTo>
                <a:cubicBezTo>
                  <a:pt x="320748" y="3271830"/>
                  <a:pt x="320748" y="3271830"/>
                  <a:pt x="260786" y="3241859"/>
                </a:cubicBezTo>
                <a:cubicBezTo>
                  <a:pt x="260786" y="3241859"/>
                  <a:pt x="260786" y="3241859"/>
                  <a:pt x="223310" y="3281820"/>
                </a:cubicBezTo>
                <a:cubicBezTo>
                  <a:pt x="223310" y="3281820"/>
                  <a:pt x="248294" y="3301801"/>
                  <a:pt x="250793" y="3331772"/>
                </a:cubicBezTo>
                <a:cubicBezTo>
                  <a:pt x="253291" y="3364241"/>
                  <a:pt x="193330" y="3399207"/>
                  <a:pt x="158352" y="3446661"/>
                </a:cubicBezTo>
                <a:cubicBezTo>
                  <a:pt x="123375" y="3494115"/>
                  <a:pt x="153355" y="3529081"/>
                  <a:pt x="153355" y="3529081"/>
                </a:cubicBezTo>
                <a:cubicBezTo>
                  <a:pt x="215815" y="3534076"/>
                  <a:pt x="288269" y="3633979"/>
                  <a:pt x="228307" y="3648965"/>
                </a:cubicBezTo>
                <a:cubicBezTo>
                  <a:pt x="168346" y="3663950"/>
                  <a:pt x="43426" y="3663950"/>
                  <a:pt x="15944" y="3613999"/>
                </a:cubicBezTo>
                <a:cubicBezTo>
                  <a:pt x="-9040" y="3564047"/>
                  <a:pt x="954" y="3461646"/>
                  <a:pt x="8449" y="3349255"/>
                </a:cubicBezTo>
                <a:cubicBezTo>
                  <a:pt x="13446" y="3234366"/>
                  <a:pt x="-11538" y="3251849"/>
                  <a:pt x="10947" y="3216883"/>
                </a:cubicBezTo>
                <a:cubicBezTo>
                  <a:pt x="33433" y="3181917"/>
                  <a:pt x="120876" y="3196903"/>
                  <a:pt x="120876" y="3196903"/>
                </a:cubicBezTo>
                <a:cubicBezTo>
                  <a:pt x="120876" y="3196903"/>
                  <a:pt x="120876" y="3196903"/>
                  <a:pt x="145860" y="3174424"/>
                </a:cubicBezTo>
                <a:cubicBezTo>
                  <a:pt x="145860" y="3174424"/>
                  <a:pt x="145860" y="3174424"/>
                  <a:pt x="138365" y="3149449"/>
                </a:cubicBezTo>
                <a:cubicBezTo>
                  <a:pt x="213317" y="3054541"/>
                  <a:pt x="340735" y="2747338"/>
                  <a:pt x="408191" y="2570010"/>
                </a:cubicBezTo>
                <a:cubicBezTo>
                  <a:pt x="478146" y="2395179"/>
                  <a:pt x="585577" y="2425150"/>
                  <a:pt x="665525" y="2210359"/>
                </a:cubicBezTo>
                <a:cubicBezTo>
                  <a:pt x="745474" y="1995567"/>
                  <a:pt x="772956" y="1760794"/>
                  <a:pt x="765461" y="1678374"/>
                </a:cubicBezTo>
                <a:cubicBezTo>
                  <a:pt x="760464" y="1598451"/>
                  <a:pt x="807934" y="1458587"/>
                  <a:pt x="807934" y="1458587"/>
                </a:cubicBezTo>
                <a:cubicBezTo>
                  <a:pt x="807934" y="1458587"/>
                  <a:pt x="807934" y="1458587"/>
                  <a:pt x="760464" y="1401143"/>
                </a:cubicBezTo>
                <a:cubicBezTo>
                  <a:pt x="760464" y="1401143"/>
                  <a:pt x="775455" y="1391152"/>
                  <a:pt x="820426" y="1373669"/>
                </a:cubicBezTo>
                <a:cubicBezTo>
                  <a:pt x="854154" y="1358684"/>
                  <a:pt x="908962" y="1305766"/>
                  <a:pt x="946907" y="1235990"/>
                </a:cubicBezTo>
                <a:lnTo>
                  <a:pt x="947294" y="1235055"/>
                </a:lnTo>
                <a:lnTo>
                  <a:pt x="947604" y="1235209"/>
                </a:lnTo>
                <a:lnTo>
                  <a:pt x="947724" y="1234019"/>
                </a:lnTo>
                <a:lnTo>
                  <a:pt x="947294" y="1235055"/>
                </a:lnTo>
                <a:lnTo>
                  <a:pt x="935351" y="1229122"/>
                </a:lnTo>
                <a:cubicBezTo>
                  <a:pt x="869144" y="1193843"/>
                  <a:pt x="787947" y="1140145"/>
                  <a:pt x="722988" y="1066467"/>
                </a:cubicBezTo>
                <a:cubicBezTo>
                  <a:pt x="593072" y="916612"/>
                  <a:pt x="570587" y="934095"/>
                  <a:pt x="717992" y="814211"/>
                </a:cubicBezTo>
                <a:cubicBezTo>
                  <a:pt x="867895" y="694327"/>
                  <a:pt x="987818" y="539477"/>
                  <a:pt x="1015300" y="519497"/>
                </a:cubicBezTo>
                <a:cubicBezTo>
                  <a:pt x="1045281" y="499516"/>
                  <a:pt x="1180194" y="516999"/>
                  <a:pt x="1222667" y="509506"/>
                </a:cubicBezTo>
                <a:cubicBezTo>
                  <a:pt x="1262641" y="504511"/>
                  <a:pt x="1262641" y="482033"/>
                  <a:pt x="1262641" y="482033"/>
                </a:cubicBezTo>
                <a:cubicBezTo>
                  <a:pt x="1262641" y="482033"/>
                  <a:pt x="1262641" y="482033"/>
                  <a:pt x="1287625" y="452062"/>
                </a:cubicBezTo>
                <a:cubicBezTo>
                  <a:pt x="1297618" y="389623"/>
                  <a:pt x="1230162" y="337173"/>
                  <a:pt x="1230162" y="237270"/>
                </a:cubicBezTo>
                <a:cubicBezTo>
                  <a:pt x="1230162" y="139865"/>
                  <a:pt x="1330098" y="77425"/>
                  <a:pt x="1427535" y="57444"/>
                </a:cubicBezTo>
                <a:cubicBezTo>
                  <a:pt x="1524972" y="39961"/>
                  <a:pt x="1562448" y="0"/>
                  <a:pt x="1562448" y="0"/>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noAutofit/>
          </a:bodyPr>
          <a:lstStyle/>
          <a:p>
            <a:endParaRPr lang="zh-CN" altLang="en-US">
              <a:solidFill>
                <a:schemeClr val="tx1"/>
              </a:solidFill>
            </a:endParaRPr>
          </a:p>
        </p:txBody>
      </p:sp>
      <p:sp>
        <p:nvSpPr>
          <p:cNvPr id="18" name="Rectangle 9"/>
          <p:cNvSpPr>
            <a:spLocks noChangeArrowheads="1"/>
          </p:cNvSpPr>
          <p:nvPr/>
        </p:nvSpPr>
        <p:spPr bwMode="auto">
          <a:xfrm>
            <a:off x="4493503" y="2606723"/>
            <a:ext cx="4366043" cy="1196216"/>
          </a:xfrm>
          <a:prstGeom prst="rect">
            <a:avLst/>
          </a:pr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19" name="组合 18"/>
          <p:cNvGrpSpPr/>
          <p:nvPr/>
        </p:nvGrpSpPr>
        <p:grpSpPr>
          <a:xfrm>
            <a:off x="9336593" y="3000121"/>
            <a:ext cx="980841" cy="794212"/>
            <a:chOff x="1722438" y="11113"/>
            <a:chExt cx="750888" cy="608013"/>
          </a:xfrm>
          <a:solidFill>
            <a:schemeClr val="accent2"/>
          </a:solidFill>
        </p:grpSpPr>
        <p:sp>
          <p:nvSpPr>
            <p:cNvPr id="20" name="Freeform 11"/>
            <p:cNvSpPr>
              <a:spLocks noEditPoints="1"/>
            </p:cNvSpPr>
            <p:nvPr/>
          </p:nvSpPr>
          <p:spPr bwMode="auto">
            <a:xfrm>
              <a:off x="1722438" y="103188"/>
              <a:ext cx="508000" cy="515938"/>
            </a:xfrm>
            <a:custGeom>
              <a:avLst/>
              <a:gdLst>
                <a:gd name="T0" fmla="*/ 0 w 135"/>
                <a:gd name="T1" fmla="*/ 68 h 135"/>
                <a:gd name="T2" fmla="*/ 135 w 135"/>
                <a:gd name="T3" fmla="*/ 68 h 135"/>
                <a:gd name="T4" fmla="*/ 47 w 135"/>
                <a:gd name="T5" fmla="*/ 16 h 135"/>
                <a:gd name="T6" fmla="*/ 20 w 135"/>
                <a:gd name="T7" fmla="*/ 38 h 135"/>
                <a:gd name="T8" fmla="*/ 18 w 135"/>
                <a:gd name="T9" fmla="*/ 42 h 135"/>
                <a:gd name="T10" fmla="*/ 32 w 135"/>
                <a:gd name="T11" fmla="*/ 66 h 135"/>
                <a:gd name="T12" fmla="*/ 18 w 135"/>
                <a:gd name="T13" fmla="*/ 42 h 135"/>
                <a:gd name="T14" fmla="*/ 12 w 135"/>
                <a:gd name="T15" fmla="*/ 71 h 135"/>
                <a:gd name="T16" fmla="*/ 35 w 135"/>
                <a:gd name="T17" fmla="*/ 95 h 135"/>
                <a:gd name="T18" fmla="*/ 21 w 135"/>
                <a:gd name="T19" fmla="*/ 99 h 135"/>
                <a:gd name="T20" fmla="*/ 48 w 135"/>
                <a:gd name="T21" fmla="*/ 120 h 135"/>
                <a:gd name="T22" fmla="*/ 63 w 135"/>
                <a:gd name="T23" fmla="*/ 123 h 135"/>
                <a:gd name="T24" fmla="*/ 63 w 135"/>
                <a:gd name="T25" fmla="*/ 99 h 135"/>
                <a:gd name="T26" fmla="*/ 63 w 135"/>
                <a:gd name="T27" fmla="*/ 95 h 135"/>
                <a:gd name="T28" fmla="*/ 40 w 135"/>
                <a:gd name="T29" fmla="*/ 71 h 135"/>
                <a:gd name="T30" fmla="*/ 63 w 135"/>
                <a:gd name="T31" fmla="*/ 95 h 135"/>
                <a:gd name="T32" fmla="*/ 40 w 135"/>
                <a:gd name="T33" fmla="*/ 66 h 135"/>
                <a:gd name="T34" fmla="*/ 63 w 135"/>
                <a:gd name="T35" fmla="*/ 42 h 135"/>
                <a:gd name="T36" fmla="*/ 63 w 135"/>
                <a:gd name="T37" fmla="*/ 38 h 135"/>
                <a:gd name="T38" fmla="*/ 63 w 135"/>
                <a:gd name="T39" fmla="*/ 12 h 135"/>
                <a:gd name="T40" fmla="*/ 63 w 135"/>
                <a:gd name="T41" fmla="*/ 38 h 135"/>
                <a:gd name="T42" fmla="*/ 123 w 135"/>
                <a:gd name="T43" fmla="*/ 66 h 135"/>
                <a:gd name="T44" fmla="*/ 101 w 135"/>
                <a:gd name="T45" fmla="*/ 42 h 135"/>
                <a:gd name="T46" fmla="*/ 115 w 135"/>
                <a:gd name="T47" fmla="*/ 38 h 135"/>
                <a:gd name="T48" fmla="*/ 88 w 135"/>
                <a:gd name="T49" fmla="*/ 15 h 135"/>
                <a:gd name="T50" fmla="*/ 72 w 135"/>
                <a:gd name="T51" fmla="*/ 12 h 135"/>
                <a:gd name="T52" fmla="*/ 90 w 135"/>
                <a:gd name="T53" fmla="*/ 38 h 135"/>
                <a:gd name="T54" fmla="*/ 72 w 135"/>
                <a:gd name="T55" fmla="*/ 12 h 135"/>
                <a:gd name="T56" fmla="*/ 92 w 135"/>
                <a:gd name="T57" fmla="*/ 42 h 135"/>
                <a:gd name="T58" fmla="*/ 72 w 135"/>
                <a:gd name="T59" fmla="*/ 66 h 135"/>
                <a:gd name="T60" fmla="*/ 72 w 135"/>
                <a:gd name="T61" fmla="*/ 71 h 135"/>
                <a:gd name="T62" fmla="*/ 91 w 135"/>
                <a:gd name="T63" fmla="*/ 95 h 135"/>
                <a:gd name="T64" fmla="*/ 72 w 135"/>
                <a:gd name="T65" fmla="*/ 71 h 135"/>
                <a:gd name="T66" fmla="*/ 72 w 135"/>
                <a:gd name="T67" fmla="*/ 99 h 135"/>
                <a:gd name="T68" fmla="*/ 72 w 135"/>
                <a:gd name="T69" fmla="*/ 123 h 135"/>
                <a:gd name="T70" fmla="*/ 99 w 135"/>
                <a:gd name="T71" fmla="*/ 99 h 135"/>
                <a:gd name="T72" fmla="*/ 87 w 135"/>
                <a:gd name="T73" fmla="*/ 120 h 135"/>
                <a:gd name="T74" fmla="*/ 100 w 135"/>
                <a:gd name="T75" fmla="*/ 95 h 135"/>
                <a:gd name="T76" fmla="*/ 123 w 135"/>
                <a:gd name="T77" fmla="*/ 71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5" h="135">
                  <a:moveTo>
                    <a:pt x="68" y="0"/>
                  </a:moveTo>
                  <a:cubicBezTo>
                    <a:pt x="30" y="0"/>
                    <a:pt x="0" y="30"/>
                    <a:pt x="0" y="68"/>
                  </a:cubicBezTo>
                  <a:cubicBezTo>
                    <a:pt x="0" y="105"/>
                    <a:pt x="30" y="135"/>
                    <a:pt x="68" y="135"/>
                  </a:cubicBezTo>
                  <a:cubicBezTo>
                    <a:pt x="105" y="135"/>
                    <a:pt x="135" y="105"/>
                    <a:pt x="135" y="68"/>
                  </a:cubicBezTo>
                  <a:cubicBezTo>
                    <a:pt x="135" y="30"/>
                    <a:pt x="105" y="0"/>
                    <a:pt x="68" y="0"/>
                  </a:cubicBezTo>
                  <a:close/>
                  <a:moveTo>
                    <a:pt x="47" y="16"/>
                  </a:moveTo>
                  <a:cubicBezTo>
                    <a:pt x="42" y="21"/>
                    <a:pt x="38" y="28"/>
                    <a:pt x="35" y="38"/>
                  </a:cubicBezTo>
                  <a:cubicBezTo>
                    <a:pt x="20" y="38"/>
                    <a:pt x="20" y="38"/>
                    <a:pt x="20" y="38"/>
                  </a:cubicBezTo>
                  <a:cubicBezTo>
                    <a:pt x="26" y="28"/>
                    <a:pt x="36" y="20"/>
                    <a:pt x="47" y="16"/>
                  </a:cubicBezTo>
                  <a:close/>
                  <a:moveTo>
                    <a:pt x="18" y="42"/>
                  </a:moveTo>
                  <a:cubicBezTo>
                    <a:pt x="34" y="42"/>
                    <a:pt x="34" y="42"/>
                    <a:pt x="34" y="42"/>
                  </a:cubicBezTo>
                  <a:cubicBezTo>
                    <a:pt x="33" y="49"/>
                    <a:pt x="32" y="57"/>
                    <a:pt x="32" y="66"/>
                  </a:cubicBezTo>
                  <a:cubicBezTo>
                    <a:pt x="12" y="66"/>
                    <a:pt x="12" y="66"/>
                    <a:pt x="12" y="66"/>
                  </a:cubicBezTo>
                  <a:cubicBezTo>
                    <a:pt x="12" y="58"/>
                    <a:pt x="14" y="50"/>
                    <a:pt x="18" y="42"/>
                  </a:cubicBezTo>
                  <a:close/>
                  <a:moveTo>
                    <a:pt x="19" y="95"/>
                  </a:moveTo>
                  <a:cubicBezTo>
                    <a:pt x="15" y="87"/>
                    <a:pt x="12" y="79"/>
                    <a:pt x="12" y="71"/>
                  </a:cubicBezTo>
                  <a:cubicBezTo>
                    <a:pt x="32" y="71"/>
                    <a:pt x="32" y="71"/>
                    <a:pt x="32" y="71"/>
                  </a:cubicBezTo>
                  <a:cubicBezTo>
                    <a:pt x="32" y="80"/>
                    <a:pt x="33" y="88"/>
                    <a:pt x="35" y="95"/>
                  </a:cubicBezTo>
                  <a:lnTo>
                    <a:pt x="19" y="95"/>
                  </a:lnTo>
                  <a:close/>
                  <a:moveTo>
                    <a:pt x="21" y="99"/>
                  </a:moveTo>
                  <a:cubicBezTo>
                    <a:pt x="36" y="99"/>
                    <a:pt x="36" y="99"/>
                    <a:pt x="36" y="99"/>
                  </a:cubicBezTo>
                  <a:cubicBezTo>
                    <a:pt x="39" y="108"/>
                    <a:pt x="44" y="115"/>
                    <a:pt x="48" y="120"/>
                  </a:cubicBezTo>
                  <a:cubicBezTo>
                    <a:pt x="37" y="116"/>
                    <a:pt x="28" y="109"/>
                    <a:pt x="21" y="99"/>
                  </a:cubicBezTo>
                  <a:close/>
                  <a:moveTo>
                    <a:pt x="63" y="123"/>
                  </a:moveTo>
                  <a:cubicBezTo>
                    <a:pt x="58" y="119"/>
                    <a:pt x="51" y="112"/>
                    <a:pt x="45" y="99"/>
                  </a:cubicBezTo>
                  <a:cubicBezTo>
                    <a:pt x="63" y="99"/>
                    <a:pt x="63" y="99"/>
                    <a:pt x="63" y="99"/>
                  </a:cubicBezTo>
                  <a:lnTo>
                    <a:pt x="63" y="123"/>
                  </a:lnTo>
                  <a:close/>
                  <a:moveTo>
                    <a:pt x="63" y="95"/>
                  </a:moveTo>
                  <a:cubicBezTo>
                    <a:pt x="44" y="95"/>
                    <a:pt x="44" y="95"/>
                    <a:pt x="44" y="95"/>
                  </a:cubicBezTo>
                  <a:cubicBezTo>
                    <a:pt x="42" y="88"/>
                    <a:pt x="40" y="80"/>
                    <a:pt x="40" y="71"/>
                  </a:cubicBezTo>
                  <a:cubicBezTo>
                    <a:pt x="63" y="71"/>
                    <a:pt x="63" y="71"/>
                    <a:pt x="63" y="71"/>
                  </a:cubicBezTo>
                  <a:lnTo>
                    <a:pt x="63" y="95"/>
                  </a:lnTo>
                  <a:close/>
                  <a:moveTo>
                    <a:pt x="63" y="66"/>
                  </a:moveTo>
                  <a:cubicBezTo>
                    <a:pt x="40" y="66"/>
                    <a:pt x="40" y="66"/>
                    <a:pt x="40" y="66"/>
                  </a:cubicBezTo>
                  <a:cubicBezTo>
                    <a:pt x="40" y="57"/>
                    <a:pt x="41" y="49"/>
                    <a:pt x="43" y="42"/>
                  </a:cubicBezTo>
                  <a:cubicBezTo>
                    <a:pt x="63" y="42"/>
                    <a:pt x="63" y="42"/>
                    <a:pt x="63" y="42"/>
                  </a:cubicBezTo>
                  <a:lnTo>
                    <a:pt x="63" y="66"/>
                  </a:lnTo>
                  <a:close/>
                  <a:moveTo>
                    <a:pt x="63" y="38"/>
                  </a:moveTo>
                  <a:cubicBezTo>
                    <a:pt x="44" y="38"/>
                    <a:pt x="44" y="38"/>
                    <a:pt x="44" y="38"/>
                  </a:cubicBezTo>
                  <a:cubicBezTo>
                    <a:pt x="49" y="24"/>
                    <a:pt x="57" y="16"/>
                    <a:pt x="63" y="12"/>
                  </a:cubicBezTo>
                  <a:cubicBezTo>
                    <a:pt x="63" y="12"/>
                    <a:pt x="63" y="12"/>
                    <a:pt x="63" y="12"/>
                  </a:cubicBezTo>
                  <a:lnTo>
                    <a:pt x="63" y="38"/>
                  </a:lnTo>
                  <a:close/>
                  <a:moveTo>
                    <a:pt x="117" y="42"/>
                  </a:moveTo>
                  <a:cubicBezTo>
                    <a:pt x="121" y="50"/>
                    <a:pt x="123" y="58"/>
                    <a:pt x="123" y="66"/>
                  </a:cubicBezTo>
                  <a:cubicBezTo>
                    <a:pt x="103" y="66"/>
                    <a:pt x="103" y="66"/>
                    <a:pt x="103" y="66"/>
                  </a:cubicBezTo>
                  <a:cubicBezTo>
                    <a:pt x="103" y="57"/>
                    <a:pt x="102" y="49"/>
                    <a:pt x="101" y="42"/>
                  </a:cubicBezTo>
                  <a:lnTo>
                    <a:pt x="117" y="42"/>
                  </a:lnTo>
                  <a:close/>
                  <a:moveTo>
                    <a:pt x="115" y="38"/>
                  </a:moveTo>
                  <a:cubicBezTo>
                    <a:pt x="99" y="38"/>
                    <a:pt x="99" y="38"/>
                    <a:pt x="99" y="38"/>
                  </a:cubicBezTo>
                  <a:cubicBezTo>
                    <a:pt x="97" y="28"/>
                    <a:pt x="92" y="21"/>
                    <a:pt x="88" y="15"/>
                  </a:cubicBezTo>
                  <a:cubicBezTo>
                    <a:pt x="99" y="20"/>
                    <a:pt x="109" y="28"/>
                    <a:pt x="115" y="38"/>
                  </a:cubicBezTo>
                  <a:close/>
                  <a:moveTo>
                    <a:pt x="72" y="12"/>
                  </a:moveTo>
                  <a:cubicBezTo>
                    <a:pt x="72" y="12"/>
                    <a:pt x="72" y="12"/>
                    <a:pt x="72" y="12"/>
                  </a:cubicBezTo>
                  <a:cubicBezTo>
                    <a:pt x="78" y="16"/>
                    <a:pt x="86" y="24"/>
                    <a:pt x="90" y="38"/>
                  </a:cubicBezTo>
                  <a:cubicBezTo>
                    <a:pt x="72" y="38"/>
                    <a:pt x="72" y="38"/>
                    <a:pt x="72" y="38"/>
                  </a:cubicBezTo>
                  <a:lnTo>
                    <a:pt x="72" y="12"/>
                  </a:lnTo>
                  <a:close/>
                  <a:moveTo>
                    <a:pt x="72" y="42"/>
                  </a:moveTo>
                  <a:cubicBezTo>
                    <a:pt x="92" y="42"/>
                    <a:pt x="92" y="42"/>
                    <a:pt x="92" y="42"/>
                  </a:cubicBezTo>
                  <a:cubicBezTo>
                    <a:pt x="94" y="49"/>
                    <a:pt x="95" y="57"/>
                    <a:pt x="95" y="66"/>
                  </a:cubicBezTo>
                  <a:cubicBezTo>
                    <a:pt x="72" y="66"/>
                    <a:pt x="72" y="66"/>
                    <a:pt x="72" y="66"/>
                  </a:cubicBezTo>
                  <a:lnTo>
                    <a:pt x="72" y="42"/>
                  </a:lnTo>
                  <a:close/>
                  <a:moveTo>
                    <a:pt x="72" y="71"/>
                  </a:moveTo>
                  <a:cubicBezTo>
                    <a:pt x="95" y="71"/>
                    <a:pt x="95" y="71"/>
                    <a:pt x="95" y="71"/>
                  </a:cubicBezTo>
                  <a:cubicBezTo>
                    <a:pt x="94" y="80"/>
                    <a:pt x="93" y="88"/>
                    <a:pt x="91" y="95"/>
                  </a:cubicBezTo>
                  <a:cubicBezTo>
                    <a:pt x="72" y="95"/>
                    <a:pt x="72" y="95"/>
                    <a:pt x="72" y="95"/>
                  </a:cubicBezTo>
                  <a:lnTo>
                    <a:pt x="72" y="71"/>
                  </a:lnTo>
                  <a:close/>
                  <a:moveTo>
                    <a:pt x="72" y="123"/>
                  </a:moveTo>
                  <a:cubicBezTo>
                    <a:pt x="72" y="99"/>
                    <a:pt x="72" y="99"/>
                    <a:pt x="72" y="99"/>
                  </a:cubicBezTo>
                  <a:cubicBezTo>
                    <a:pt x="89" y="99"/>
                    <a:pt x="89" y="99"/>
                    <a:pt x="89" y="99"/>
                  </a:cubicBezTo>
                  <a:cubicBezTo>
                    <a:pt x="84" y="112"/>
                    <a:pt x="77" y="119"/>
                    <a:pt x="72" y="123"/>
                  </a:cubicBezTo>
                  <a:close/>
                  <a:moveTo>
                    <a:pt x="87" y="120"/>
                  </a:moveTo>
                  <a:cubicBezTo>
                    <a:pt x="91" y="115"/>
                    <a:pt x="95" y="108"/>
                    <a:pt x="99" y="99"/>
                  </a:cubicBezTo>
                  <a:cubicBezTo>
                    <a:pt x="114" y="99"/>
                    <a:pt x="114" y="99"/>
                    <a:pt x="114" y="99"/>
                  </a:cubicBezTo>
                  <a:cubicBezTo>
                    <a:pt x="107" y="109"/>
                    <a:pt x="98" y="116"/>
                    <a:pt x="87" y="120"/>
                  </a:cubicBezTo>
                  <a:close/>
                  <a:moveTo>
                    <a:pt x="116" y="95"/>
                  </a:moveTo>
                  <a:cubicBezTo>
                    <a:pt x="100" y="95"/>
                    <a:pt x="100" y="95"/>
                    <a:pt x="100" y="95"/>
                  </a:cubicBezTo>
                  <a:cubicBezTo>
                    <a:pt x="102" y="88"/>
                    <a:pt x="103" y="80"/>
                    <a:pt x="103" y="71"/>
                  </a:cubicBezTo>
                  <a:cubicBezTo>
                    <a:pt x="123" y="71"/>
                    <a:pt x="123" y="71"/>
                    <a:pt x="123" y="71"/>
                  </a:cubicBezTo>
                  <a:cubicBezTo>
                    <a:pt x="123" y="79"/>
                    <a:pt x="121" y="87"/>
                    <a:pt x="116" y="95"/>
                  </a:cubicBez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12"/>
            <p:cNvSpPr>
              <a:spLocks noEditPoints="1"/>
            </p:cNvSpPr>
            <p:nvPr/>
          </p:nvSpPr>
          <p:spPr bwMode="auto">
            <a:xfrm>
              <a:off x="2030413" y="11113"/>
              <a:ext cx="442913" cy="515938"/>
            </a:xfrm>
            <a:custGeom>
              <a:avLst/>
              <a:gdLst>
                <a:gd name="T0" fmla="*/ 51 w 118"/>
                <a:gd name="T1" fmla="*/ 0 h 135"/>
                <a:gd name="T2" fmla="*/ 0 w 118"/>
                <a:gd name="T3" fmla="*/ 24 h 135"/>
                <a:gd name="T4" fmla="*/ 12 w 118"/>
                <a:gd name="T5" fmla="*/ 27 h 135"/>
                <a:gd name="T6" fmla="*/ 30 w 118"/>
                <a:gd name="T7" fmla="*/ 16 h 135"/>
                <a:gd name="T8" fmla="*/ 21 w 118"/>
                <a:gd name="T9" fmla="*/ 32 h 135"/>
                <a:gd name="T10" fmla="*/ 28 w 118"/>
                <a:gd name="T11" fmla="*/ 37 h 135"/>
                <a:gd name="T12" fmla="*/ 46 w 118"/>
                <a:gd name="T13" fmla="*/ 12 h 135"/>
                <a:gd name="T14" fmla="*/ 47 w 118"/>
                <a:gd name="T15" fmla="*/ 12 h 135"/>
                <a:gd name="T16" fmla="*/ 47 w 118"/>
                <a:gd name="T17" fmla="*/ 38 h 135"/>
                <a:gd name="T18" fmla="*/ 30 w 118"/>
                <a:gd name="T19" fmla="*/ 38 h 135"/>
                <a:gd name="T20" fmla="*/ 35 w 118"/>
                <a:gd name="T21" fmla="*/ 42 h 135"/>
                <a:gd name="T22" fmla="*/ 47 w 118"/>
                <a:gd name="T23" fmla="*/ 42 h 135"/>
                <a:gd name="T24" fmla="*/ 47 w 118"/>
                <a:gd name="T25" fmla="*/ 58 h 135"/>
                <a:gd name="T26" fmla="*/ 55 w 118"/>
                <a:gd name="T27" fmla="*/ 82 h 135"/>
                <a:gd name="T28" fmla="*/ 55 w 118"/>
                <a:gd name="T29" fmla="*/ 71 h 135"/>
                <a:gd name="T30" fmla="*/ 78 w 118"/>
                <a:gd name="T31" fmla="*/ 71 h 135"/>
                <a:gd name="T32" fmla="*/ 74 w 118"/>
                <a:gd name="T33" fmla="*/ 95 h 135"/>
                <a:gd name="T34" fmla="*/ 56 w 118"/>
                <a:gd name="T35" fmla="*/ 95 h 135"/>
                <a:gd name="T36" fmla="*/ 56 w 118"/>
                <a:gd name="T37" fmla="*/ 99 h 135"/>
                <a:gd name="T38" fmla="*/ 73 w 118"/>
                <a:gd name="T39" fmla="*/ 99 h 135"/>
                <a:gd name="T40" fmla="*/ 55 w 118"/>
                <a:gd name="T41" fmla="*/ 123 h 135"/>
                <a:gd name="T42" fmla="*/ 55 w 118"/>
                <a:gd name="T43" fmla="*/ 104 h 135"/>
                <a:gd name="T44" fmla="*/ 42 w 118"/>
                <a:gd name="T45" fmla="*/ 135 h 135"/>
                <a:gd name="T46" fmla="*/ 51 w 118"/>
                <a:gd name="T47" fmla="*/ 135 h 135"/>
                <a:gd name="T48" fmla="*/ 118 w 118"/>
                <a:gd name="T49" fmla="*/ 68 h 135"/>
                <a:gd name="T50" fmla="*/ 51 w 118"/>
                <a:gd name="T51" fmla="*/ 0 h 135"/>
                <a:gd name="T52" fmla="*/ 101 w 118"/>
                <a:gd name="T53" fmla="*/ 42 h 135"/>
                <a:gd name="T54" fmla="*/ 107 w 118"/>
                <a:gd name="T55" fmla="*/ 66 h 135"/>
                <a:gd name="T56" fmla="*/ 87 w 118"/>
                <a:gd name="T57" fmla="*/ 66 h 135"/>
                <a:gd name="T58" fmla="*/ 84 w 118"/>
                <a:gd name="T59" fmla="*/ 42 h 135"/>
                <a:gd name="T60" fmla="*/ 101 w 118"/>
                <a:gd name="T61" fmla="*/ 42 h 135"/>
                <a:gd name="T62" fmla="*/ 98 w 118"/>
                <a:gd name="T63" fmla="*/ 38 h 135"/>
                <a:gd name="T64" fmla="*/ 83 w 118"/>
                <a:gd name="T65" fmla="*/ 38 h 135"/>
                <a:gd name="T66" fmla="*/ 71 w 118"/>
                <a:gd name="T67" fmla="*/ 16 h 135"/>
                <a:gd name="T68" fmla="*/ 98 w 118"/>
                <a:gd name="T69" fmla="*/ 38 h 135"/>
                <a:gd name="T70" fmla="*/ 55 w 118"/>
                <a:gd name="T71" fmla="*/ 12 h 135"/>
                <a:gd name="T72" fmla="*/ 55 w 118"/>
                <a:gd name="T73" fmla="*/ 12 h 135"/>
                <a:gd name="T74" fmla="*/ 74 w 118"/>
                <a:gd name="T75" fmla="*/ 38 h 135"/>
                <a:gd name="T76" fmla="*/ 55 w 118"/>
                <a:gd name="T77" fmla="*/ 38 h 135"/>
                <a:gd name="T78" fmla="*/ 55 w 118"/>
                <a:gd name="T79" fmla="*/ 12 h 135"/>
                <a:gd name="T80" fmla="*/ 55 w 118"/>
                <a:gd name="T81" fmla="*/ 66 h 135"/>
                <a:gd name="T82" fmla="*/ 55 w 118"/>
                <a:gd name="T83" fmla="*/ 42 h 135"/>
                <a:gd name="T84" fmla="*/ 75 w 118"/>
                <a:gd name="T85" fmla="*/ 42 h 135"/>
                <a:gd name="T86" fmla="*/ 78 w 118"/>
                <a:gd name="T87" fmla="*/ 66 h 135"/>
                <a:gd name="T88" fmla="*/ 55 w 118"/>
                <a:gd name="T89" fmla="*/ 66 h 135"/>
                <a:gd name="T90" fmla="*/ 70 w 118"/>
                <a:gd name="T91" fmla="*/ 120 h 135"/>
                <a:gd name="T92" fmla="*/ 82 w 118"/>
                <a:gd name="T93" fmla="*/ 99 h 135"/>
                <a:gd name="T94" fmla="*/ 97 w 118"/>
                <a:gd name="T95" fmla="*/ 99 h 135"/>
                <a:gd name="T96" fmla="*/ 70 w 118"/>
                <a:gd name="T97" fmla="*/ 120 h 135"/>
                <a:gd name="T98" fmla="*/ 100 w 118"/>
                <a:gd name="T99" fmla="*/ 95 h 135"/>
                <a:gd name="T100" fmla="*/ 83 w 118"/>
                <a:gd name="T101" fmla="*/ 95 h 135"/>
                <a:gd name="T102" fmla="*/ 87 w 118"/>
                <a:gd name="T103" fmla="*/ 71 h 135"/>
                <a:gd name="T104" fmla="*/ 107 w 118"/>
                <a:gd name="T105" fmla="*/ 71 h 135"/>
                <a:gd name="T106" fmla="*/ 100 w 118"/>
                <a:gd name="T107" fmla="*/ 9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8" h="135">
                  <a:moveTo>
                    <a:pt x="51" y="0"/>
                  </a:moveTo>
                  <a:cubicBezTo>
                    <a:pt x="30" y="0"/>
                    <a:pt x="12" y="9"/>
                    <a:pt x="0" y="24"/>
                  </a:cubicBezTo>
                  <a:cubicBezTo>
                    <a:pt x="4" y="25"/>
                    <a:pt x="8" y="26"/>
                    <a:pt x="12" y="27"/>
                  </a:cubicBezTo>
                  <a:cubicBezTo>
                    <a:pt x="17" y="23"/>
                    <a:pt x="23" y="19"/>
                    <a:pt x="30" y="16"/>
                  </a:cubicBezTo>
                  <a:cubicBezTo>
                    <a:pt x="27" y="20"/>
                    <a:pt x="23" y="25"/>
                    <a:pt x="21" y="32"/>
                  </a:cubicBezTo>
                  <a:cubicBezTo>
                    <a:pt x="23" y="33"/>
                    <a:pt x="26" y="35"/>
                    <a:pt x="28" y="37"/>
                  </a:cubicBezTo>
                  <a:cubicBezTo>
                    <a:pt x="33" y="23"/>
                    <a:pt x="41" y="16"/>
                    <a:pt x="46" y="12"/>
                  </a:cubicBezTo>
                  <a:cubicBezTo>
                    <a:pt x="46" y="12"/>
                    <a:pt x="46" y="12"/>
                    <a:pt x="47" y="12"/>
                  </a:cubicBezTo>
                  <a:cubicBezTo>
                    <a:pt x="47" y="38"/>
                    <a:pt x="47" y="38"/>
                    <a:pt x="47" y="38"/>
                  </a:cubicBezTo>
                  <a:cubicBezTo>
                    <a:pt x="30" y="38"/>
                    <a:pt x="30" y="38"/>
                    <a:pt x="30" y="38"/>
                  </a:cubicBezTo>
                  <a:cubicBezTo>
                    <a:pt x="32" y="40"/>
                    <a:pt x="33" y="41"/>
                    <a:pt x="35" y="42"/>
                  </a:cubicBezTo>
                  <a:cubicBezTo>
                    <a:pt x="47" y="42"/>
                    <a:pt x="47" y="42"/>
                    <a:pt x="47" y="42"/>
                  </a:cubicBezTo>
                  <a:cubicBezTo>
                    <a:pt x="47" y="58"/>
                    <a:pt x="47" y="58"/>
                    <a:pt x="47" y="58"/>
                  </a:cubicBezTo>
                  <a:cubicBezTo>
                    <a:pt x="51" y="65"/>
                    <a:pt x="54" y="73"/>
                    <a:pt x="55" y="82"/>
                  </a:cubicBezTo>
                  <a:cubicBezTo>
                    <a:pt x="55" y="71"/>
                    <a:pt x="55" y="71"/>
                    <a:pt x="55" y="71"/>
                  </a:cubicBezTo>
                  <a:cubicBezTo>
                    <a:pt x="78" y="71"/>
                    <a:pt x="78" y="71"/>
                    <a:pt x="78" y="71"/>
                  </a:cubicBezTo>
                  <a:cubicBezTo>
                    <a:pt x="78" y="80"/>
                    <a:pt x="76" y="88"/>
                    <a:pt x="74" y="95"/>
                  </a:cubicBezTo>
                  <a:cubicBezTo>
                    <a:pt x="56" y="95"/>
                    <a:pt x="56" y="95"/>
                    <a:pt x="56" y="95"/>
                  </a:cubicBezTo>
                  <a:cubicBezTo>
                    <a:pt x="56" y="96"/>
                    <a:pt x="56" y="98"/>
                    <a:pt x="56" y="99"/>
                  </a:cubicBezTo>
                  <a:cubicBezTo>
                    <a:pt x="73" y="99"/>
                    <a:pt x="73" y="99"/>
                    <a:pt x="73" y="99"/>
                  </a:cubicBezTo>
                  <a:cubicBezTo>
                    <a:pt x="68" y="112"/>
                    <a:pt x="60" y="119"/>
                    <a:pt x="55" y="123"/>
                  </a:cubicBezTo>
                  <a:cubicBezTo>
                    <a:pt x="55" y="104"/>
                    <a:pt x="55" y="104"/>
                    <a:pt x="55" y="104"/>
                  </a:cubicBezTo>
                  <a:cubicBezTo>
                    <a:pt x="53" y="116"/>
                    <a:pt x="49" y="126"/>
                    <a:pt x="42" y="135"/>
                  </a:cubicBezTo>
                  <a:cubicBezTo>
                    <a:pt x="45" y="135"/>
                    <a:pt x="48" y="135"/>
                    <a:pt x="51" y="135"/>
                  </a:cubicBezTo>
                  <a:cubicBezTo>
                    <a:pt x="88" y="135"/>
                    <a:pt x="118" y="105"/>
                    <a:pt x="118" y="68"/>
                  </a:cubicBezTo>
                  <a:cubicBezTo>
                    <a:pt x="118" y="31"/>
                    <a:pt x="88" y="0"/>
                    <a:pt x="51" y="0"/>
                  </a:cubicBezTo>
                  <a:close/>
                  <a:moveTo>
                    <a:pt x="101" y="42"/>
                  </a:moveTo>
                  <a:cubicBezTo>
                    <a:pt x="104" y="50"/>
                    <a:pt x="107" y="58"/>
                    <a:pt x="107" y="66"/>
                  </a:cubicBezTo>
                  <a:cubicBezTo>
                    <a:pt x="87" y="66"/>
                    <a:pt x="87" y="66"/>
                    <a:pt x="87" y="66"/>
                  </a:cubicBezTo>
                  <a:cubicBezTo>
                    <a:pt x="87" y="57"/>
                    <a:pt x="85" y="49"/>
                    <a:pt x="84" y="42"/>
                  </a:cubicBezTo>
                  <a:lnTo>
                    <a:pt x="101" y="42"/>
                  </a:lnTo>
                  <a:close/>
                  <a:moveTo>
                    <a:pt x="98" y="38"/>
                  </a:moveTo>
                  <a:cubicBezTo>
                    <a:pt x="83" y="38"/>
                    <a:pt x="83" y="38"/>
                    <a:pt x="83" y="38"/>
                  </a:cubicBezTo>
                  <a:cubicBezTo>
                    <a:pt x="80" y="29"/>
                    <a:pt x="76" y="21"/>
                    <a:pt x="71" y="16"/>
                  </a:cubicBezTo>
                  <a:cubicBezTo>
                    <a:pt x="83" y="20"/>
                    <a:pt x="92" y="28"/>
                    <a:pt x="98" y="38"/>
                  </a:cubicBezTo>
                  <a:close/>
                  <a:moveTo>
                    <a:pt x="55" y="12"/>
                  </a:moveTo>
                  <a:cubicBezTo>
                    <a:pt x="55" y="12"/>
                    <a:pt x="55" y="12"/>
                    <a:pt x="55" y="12"/>
                  </a:cubicBezTo>
                  <a:cubicBezTo>
                    <a:pt x="61" y="16"/>
                    <a:pt x="69" y="24"/>
                    <a:pt x="74" y="38"/>
                  </a:cubicBezTo>
                  <a:cubicBezTo>
                    <a:pt x="55" y="38"/>
                    <a:pt x="55" y="38"/>
                    <a:pt x="55" y="38"/>
                  </a:cubicBezTo>
                  <a:lnTo>
                    <a:pt x="55" y="12"/>
                  </a:lnTo>
                  <a:close/>
                  <a:moveTo>
                    <a:pt x="55" y="66"/>
                  </a:moveTo>
                  <a:cubicBezTo>
                    <a:pt x="55" y="42"/>
                    <a:pt x="55" y="42"/>
                    <a:pt x="55" y="42"/>
                  </a:cubicBezTo>
                  <a:cubicBezTo>
                    <a:pt x="75" y="42"/>
                    <a:pt x="75" y="42"/>
                    <a:pt x="75" y="42"/>
                  </a:cubicBezTo>
                  <a:cubicBezTo>
                    <a:pt x="77" y="49"/>
                    <a:pt x="78" y="57"/>
                    <a:pt x="78" y="66"/>
                  </a:cubicBezTo>
                  <a:lnTo>
                    <a:pt x="55" y="66"/>
                  </a:lnTo>
                  <a:close/>
                  <a:moveTo>
                    <a:pt x="70" y="120"/>
                  </a:moveTo>
                  <a:cubicBezTo>
                    <a:pt x="74" y="115"/>
                    <a:pt x="79" y="108"/>
                    <a:pt x="82" y="99"/>
                  </a:cubicBezTo>
                  <a:cubicBezTo>
                    <a:pt x="97" y="99"/>
                    <a:pt x="97" y="99"/>
                    <a:pt x="97" y="99"/>
                  </a:cubicBezTo>
                  <a:cubicBezTo>
                    <a:pt x="91" y="109"/>
                    <a:pt x="81" y="116"/>
                    <a:pt x="70" y="120"/>
                  </a:cubicBezTo>
                  <a:close/>
                  <a:moveTo>
                    <a:pt x="100" y="95"/>
                  </a:moveTo>
                  <a:cubicBezTo>
                    <a:pt x="83" y="95"/>
                    <a:pt x="83" y="95"/>
                    <a:pt x="83" y="95"/>
                  </a:cubicBezTo>
                  <a:cubicBezTo>
                    <a:pt x="85" y="88"/>
                    <a:pt x="86" y="80"/>
                    <a:pt x="87" y="71"/>
                  </a:cubicBezTo>
                  <a:cubicBezTo>
                    <a:pt x="107" y="71"/>
                    <a:pt x="107" y="71"/>
                    <a:pt x="107" y="71"/>
                  </a:cubicBezTo>
                  <a:cubicBezTo>
                    <a:pt x="106" y="79"/>
                    <a:pt x="104" y="88"/>
                    <a:pt x="100" y="95"/>
                  </a:cubicBez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2" name="组合 21"/>
          <p:cNvGrpSpPr/>
          <p:nvPr/>
        </p:nvGrpSpPr>
        <p:grpSpPr>
          <a:xfrm>
            <a:off x="7713267" y="4186676"/>
            <a:ext cx="1001613" cy="900511"/>
            <a:chOff x="3573463" y="14288"/>
            <a:chExt cx="676275" cy="608012"/>
          </a:xfrm>
          <a:solidFill>
            <a:schemeClr val="accent2"/>
          </a:solidFill>
        </p:grpSpPr>
        <p:sp>
          <p:nvSpPr>
            <p:cNvPr id="23" name="Freeform 13"/>
            <p:cNvSpPr>
              <a:spLocks noEditPoints="1"/>
            </p:cNvSpPr>
            <p:nvPr/>
          </p:nvSpPr>
          <p:spPr bwMode="auto">
            <a:xfrm>
              <a:off x="3649663" y="14288"/>
              <a:ext cx="566738" cy="542925"/>
            </a:xfrm>
            <a:custGeom>
              <a:avLst/>
              <a:gdLst>
                <a:gd name="T0" fmla="*/ 128 w 151"/>
                <a:gd name="T1" fmla="*/ 0 h 142"/>
                <a:gd name="T2" fmla="*/ 144 w 151"/>
                <a:gd name="T3" fmla="*/ 0 h 142"/>
                <a:gd name="T4" fmla="*/ 151 w 151"/>
                <a:gd name="T5" fmla="*/ 8 h 142"/>
                <a:gd name="T6" fmla="*/ 151 w 151"/>
                <a:gd name="T7" fmla="*/ 141 h 142"/>
                <a:gd name="T8" fmla="*/ 121 w 151"/>
                <a:gd name="T9" fmla="*/ 141 h 142"/>
                <a:gd name="T10" fmla="*/ 121 w 151"/>
                <a:gd name="T11" fmla="*/ 8 h 142"/>
                <a:gd name="T12" fmla="*/ 128 w 151"/>
                <a:gd name="T13" fmla="*/ 0 h 142"/>
                <a:gd name="T14" fmla="*/ 87 w 151"/>
                <a:gd name="T15" fmla="*/ 58 h 142"/>
                <a:gd name="T16" fmla="*/ 104 w 151"/>
                <a:gd name="T17" fmla="*/ 58 h 142"/>
                <a:gd name="T18" fmla="*/ 111 w 151"/>
                <a:gd name="T19" fmla="*/ 66 h 142"/>
                <a:gd name="T20" fmla="*/ 111 w 151"/>
                <a:gd name="T21" fmla="*/ 141 h 142"/>
                <a:gd name="T22" fmla="*/ 80 w 151"/>
                <a:gd name="T23" fmla="*/ 141 h 142"/>
                <a:gd name="T24" fmla="*/ 80 w 151"/>
                <a:gd name="T25" fmla="*/ 66 h 142"/>
                <a:gd name="T26" fmla="*/ 87 w 151"/>
                <a:gd name="T27" fmla="*/ 58 h 142"/>
                <a:gd name="T28" fmla="*/ 47 w 151"/>
                <a:gd name="T29" fmla="*/ 84 h 142"/>
                <a:gd name="T30" fmla="*/ 64 w 151"/>
                <a:gd name="T31" fmla="*/ 84 h 142"/>
                <a:gd name="T32" fmla="*/ 71 w 151"/>
                <a:gd name="T33" fmla="*/ 92 h 142"/>
                <a:gd name="T34" fmla="*/ 71 w 151"/>
                <a:gd name="T35" fmla="*/ 142 h 142"/>
                <a:gd name="T36" fmla="*/ 40 w 151"/>
                <a:gd name="T37" fmla="*/ 142 h 142"/>
                <a:gd name="T38" fmla="*/ 40 w 151"/>
                <a:gd name="T39" fmla="*/ 92 h 142"/>
                <a:gd name="T40" fmla="*/ 47 w 151"/>
                <a:gd name="T41" fmla="*/ 84 h 142"/>
                <a:gd name="T42" fmla="*/ 7 w 151"/>
                <a:gd name="T43" fmla="*/ 103 h 142"/>
                <a:gd name="T44" fmla="*/ 24 w 151"/>
                <a:gd name="T45" fmla="*/ 103 h 142"/>
                <a:gd name="T46" fmla="*/ 30 w 151"/>
                <a:gd name="T47" fmla="*/ 111 h 142"/>
                <a:gd name="T48" fmla="*/ 30 w 151"/>
                <a:gd name="T49" fmla="*/ 142 h 142"/>
                <a:gd name="T50" fmla="*/ 0 w 151"/>
                <a:gd name="T51" fmla="*/ 142 h 142"/>
                <a:gd name="T52" fmla="*/ 0 w 151"/>
                <a:gd name="T53" fmla="*/ 111 h 142"/>
                <a:gd name="T54" fmla="*/ 7 w 151"/>
                <a:gd name="T55" fmla="*/ 103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1" h="142">
                  <a:moveTo>
                    <a:pt x="128" y="0"/>
                  </a:moveTo>
                  <a:cubicBezTo>
                    <a:pt x="144" y="0"/>
                    <a:pt x="144" y="0"/>
                    <a:pt x="144" y="0"/>
                  </a:cubicBezTo>
                  <a:cubicBezTo>
                    <a:pt x="148" y="0"/>
                    <a:pt x="151" y="4"/>
                    <a:pt x="151" y="8"/>
                  </a:cubicBezTo>
                  <a:cubicBezTo>
                    <a:pt x="151" y="141"/>
                    <a:pt x="151" y="141"/>
                    <a:pt x="151" y="141"/>
                  </a:cubicBezTo>
                  <a:cubicBezTo>
                    <a:pt x="121" y="141"/>
                    <a:pt x="121" y="141"/>
                    <a:pt x="121" y="141"/>
                  </a:cubicBezTo>
                  <a:cubicBezTo>
                    <a:pt x="121" y="8"/>
                    <a:pt x="121" y="8"/>
                    <a:pt x="121" y="8"/>
                  </a:cubicBezTo>
                  <a:cubicBezTo>
                    <a:pt x="121" y="4"/>
                    <a:pt x="124" y="0"/>
                    <a:pt x="128" y="0"/>
                  </a:cubicBezTo>
                  <a:close/>
                  <a:moveTo>
                    <a:pt x="87" y="58"/>
                  </a:moveTo>
                  <a:cubicBezTo>
                    <a:pt x="104" y="58"/>
                    <a:pt x="104" y="58"/>
                    <a:pt x="104" y="58"/>
                  </a:cubicBezTo>
                  <a:cubicBezTo>
                    <a:pt x="108" y="58"/>
                    <a:pt x="111" y="62"/>
                    <a:pt x="111" y="66"/>
                  </a:cubicBezTo>
                  <a:cubicBezTo>
                    <a:pt x="111" y="141"/>
                    <a:pt x="111" y="141"/>
                    <a:pt x="111" y="141"/>
                  </a:cubicBezTo>
                  <a:cubicBezTo>
                    <a:pt x="80" y="141"/>
                    <a:pt x="80" y="141"/>
                    <a:pt x="80" y="141"/>
                  </a:cubicBezTo>
                  <a:cubicBezTo>
                    <a:pt x="80" y="66"/>
                    <a:pt x="80" y="66"/>
                    <a:pt x="80" y="66"/>
                  </a:cubicBezTo>
                  <a:cubicBezTo>
                    <a:pt x="80" y="62"/>
                    <a:pt x="83" y="58"/>
                    <a:pt x="87" y="58"/>
                  </a:cubicBezTo>
                  <a:close/>
                  <a:moveTo>
                    <a:pt x="47" y="84"/>
                  </a:moveTo>
                  <a:cubicBezTo>
                    <a:pt x="64" y="84"/>
                    <a:pt x="64" y="84"/>
                    <a:pt x="64" y="84"/>
                  </a:cubicBezTo>
                  <a:cubicBezTo>
                    <a:pt x="68" y="84"/>
                    <a:pt x="71" y="88"/>
                    <a:pt x="71" y="92"/>
                  </a:cubicBezTo>
                  <a:cubicBezTo>
                    <a:pt x="71" y="142"/>
                    <a:pt x="71" y="142"/>
                    <a:pt x="71" y="142"/>
                  </a:cubicBezTo>
                  <a:cubicBezTo>
                    <a:pt x="40" y="142"/>
                    <a:pt x="40" y="142"/>
                    <a:pt x="40" y="142"/>
                  </a:cubicBezTo>
                  <a:cubicBezTo>
                    <a:pt x="40" y="92"/>
                    <a:pt x="40" y="92"/>
                    <a:pt x="40" y="92"/>
                  </a:cubicBezTo>
                  <a:cubicBezTo>
                    <a:pt x="40" y="88"/>
                    <a:pt x="43" y="84"/>
                    <a:pt x="47" y="84"/>
                  </a:cubicBezTo>
                  <a:close/>
                  <a:moveTo>
                    <a:pt x="7" y="103"/>
                  </a:moveTo>
                  <a:cubicBezTo>
                    <a:pt x="24" y="103"/>
                    <a:pt x="24" y="103"/>
                    <a:pt x="24" y="103"/>
                  </a:cubicBezTo>
                  <a:cubicBezTo>
                    <a:pt x="27" y="103"/>
                    <a:pt x="30" y="107"/>
                    <a:pt x="30" y="111"/>
                  </a:cubicBezTo>
                  <a:cubicBezTo>
                    <a:pt x="30" y="142"/>
                    <a:pt x="30" y="142"/>
                    <a:pt x="30" y="142"/>
                  </a:cubicBezTo>
                  <a:cubicBezTo>
                    <a:pt x="0" y="142"/>
                    <a:pt x="0" y="142"/>
                    <a:pt x="0" y="142"/>
                  </a:cubicBezTo>
                  <a:cubicBezTo>
                    <a:pt x="0" y="111"/>
                    <a:pt x="0" y="111"/>
                    <a:pt x="0" y="111"/>
                  </a:cubicBezTo>
                  <a:cubicBezTo>
                    <a:pt x="0" y="107"/>
                    <a:pt x="3" y="103"/>
                    <a:pt x="7" y="103"/>
                  </a:cubicBez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14"/>
            <p:cNvSpPr>
              <a:spLocks/>
            </p:cNvSpPr>
            <p:nvPr/>
          </p:nvSpPr>
          <p:spPr bwMode="auto">
            <a:xfrm>
              <a:off x="3573463" y="76200"/>
              <a:ext cx="676275" cy="546100"/>
            </a:xfrm>
            <a:custGeom>
              <a:avLst/>
              <a:gdLst>
                <a:gd name="T0" fmla="*/ 176 w 180"/>
                <a:gd name="T1" fmla="*/ 134 h 143"/>
                <a:gd name="T2" fmla="*/ 9 w 180"/>
                <a:gd name="T3" fmla="*/ 134 h 143"/>
                <a:gd name="T4" fmla="*/ 9 w 180"/>
                <a:gd name="T5" fmla="*/ 4 h 143"/>
                <a:gd name="T6" fmla="*/ 5 w 180"/>
                <a:gd name="T7" fmla="*/ 0 h 143"/>
                <a:gd name="T8" fmla="*/ 4 w 180"/>
                <a:gd name="T9" fmla="*/ 0 h 143"/>
                <a:gd name="T10" fmla="*/ 0 w 180"/>
                <a:gd name="T11" fmla="*/ 4 h 143"/>
                <a:gd name="T12" fmla="*/ 0 w 180"/>
                <a:gd name="T13" fmla="*/ 139 h 143"/>
                <a:gd name="T14" fmla="*/ 4 w 180"/>
                <a:gd name="T15" fmla="*/ 143 h 143"/>
                <a:gd name="T16" fmla="*/ 5 w 180"/>
                <a:gd name="T17" fmla="*/ 143 h 143"/>
                <a:gd name="T18" fmla="*/ 5 w 180"/>
                <a:gd name="T19" fmla="*/ 143 h 143"/>
                <a:gd name="T20" fmla="*/ 176 w 180"/>
                <a:gd name="T21" fmla="*/ 143 h 143"/>
                <a:gd name="T22" fmla="*/ 180 w 180"/>
                <a:gd name="T23" fmla="*/ 139 h 143"/>
                <a:gd name="T24" fmla="*/ 180 w 180"/>
                <a:gd name="T25" fmla="*/ 139 h 143"/>
                <a:gd name="T26" fmla="*/ 176 w 180"/>
                <a:gd name="T27" fmla="*/ 134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0" h="143">
                  <a:moveTo>
                    <a:pt x="176" y="134"/>
                  </a:moveTo>
                  <a:cubicBezTo>
                    <a:pt x="9" y="134"/>
                    <a:pt x="9" y="134"/>
                    <a:pt x="9" y="134"/>
                  </a:cubicBezTo>
                  <a:cubicBezTo>
                    <a:pt x="9" y="4"/>
                    <a:pt x="9" y="4"/>
                    <a:pt x="9" y="4"/>
                  </a:cubicBezTo>
                  <a:cubicBezTo>
                    <a:pt x="9" y="2"/>
                    <a:pt x="7" y="0"/>
                    <a:pt x="5" y="0"/>
                  </a:cubicBezTo>
                  <a:cubicBezTo>
                    <a:pt x="4" y="0"/>
                    <a:pt x="4" y="0"/>
                    <a:pt x="4" y="0"/>
                  </a:cubicBezTo>
                  <a:cubicBezTo>
                    <a:pt x="2" y="0"/>
                    <a:pt x="0" y="2"/>
                    <a:pt x="0" y="4"/>
                  </a:cubicBezTo>
                  <a:cubicBezTo>
                    <a:pt x="0" y="139"/>
                    <a:pt x="0" y="139"/>
                    <a:pt x="0" y="139"/>
                  </a:cubicBezTo>
                  <a:cubicBezTo>
                    <a:pt x="0" y="142"/>
                    <a:pt x="2" y="143"/>
                    <a:pt x="4" y="143"/>
                  </a:cubicBezTo>
                  <a:cubicBezTo>
                    <a:pt x="5" y="143"/>
                    <a:pt x="5" y="143"/>
                    <a:pt x="5" y="143"/>
                  </a:cubicBezTo>
                  <a:cubicBezTo>
                    <a:pt x="5" y="143"/>
                    <a:pt x="5" y="143"/>
                    <a:pt x="5" y="143"/>
                  </a:cubicBezTo>
                  <a:cubicBezTo>
                    <a:pt x="176" y="143"/>
                    <a:pt x="176" y="143"/>
                    <a:pt x="176" y="143"/>
                  </a:cubicBezTo>
                  <a:cubicBezTo>
                    <a:pt x="179" y="143"/>
                    <a:pt x="180" y="141"/>
                    <a:pt x="180" y="139"/>
                  </a:cubicBezTo>
                  <a:cubicBezTo>
                    <a:pt x="180" y="139"/>
                    <a:pt x="180" y="139"/>
                    <a:pt x="180" y="139"/>
                  </a:cubicBezTo>
                  <a:cubicBezTo>
                    <a:pt x="180" y="136"/>
                    <a:pt x="179" y="134"/>
                    <a:pt x="176" y="134"/>
                  </a:cubicBez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5" name="组合 24"/>
          <p:cNvGrpSpPr/>
          <p:nvPr/>
        </p:nvGrpSpPr>
        <p:grpSpPr>
          <a:xfrm>
            <a:off x="5954185" y="5321154"/>
            <a:ext cx="945538" cy="963143"/>
            <a:chOff x="5429250" y="6350"/>
            <a:chExt cx="596900" cy="608013"/>
          </a:xfrm>
          <a:solidFill>
            <a:schemeClr val="accent2"/>
          </a:solidFill>
        </p:grpSpPr>
        <p:sp>
          <p:nvSpPr>
            <p:cNvPr id="26" name="Freeform 15"/>
            <p:cNvSpPr>
              <a:spLocks noEditPoints="1"/>
            </p:cNvSpPr>
            <p:nvPr/>
          </p:nvSpPr>
          <p:spPr bwMode="auto">
            <a:xfrm>
              <a:off x="5429250" y="6350"/>
              <a:ext cx="596900" cy="608013"/>
            </a:xfrm>
            <a:custGeom>
              <a:avLst/>
              <a:gdLst>
                <a:gd name="T0" fmla="*/ 79 w 159"/>
                <a:gd name="T1" fmla="*/ 0 h 159"/>
                <a:gd name="T2" fmla="*/ 0 w 159"/>
                <a:gd name="T3" fmla="*/ 80 h 159"/>
                <a:gd name="T4" fmla="*/ 79 w 159"/>
                <a:gd name="T5" fmla="*/ 159 h 159"/>
                <a:gd name="T6" fmla="*/ 159 w 159"/>
                <a:gd name="T7" fmla="*/ 80 h 159"/>
                <a:gd name="T8" fmla="*/ 79 w 159"/>
                <a:gd name="T9" fmla="*/ 0 h 159"/>
                <a:gd name="T10" fmla="*/ 79 w 159"/>
                <a:gd name="T11" fmla="*/ 146 h 159"/>
                <a:gd name="T12" fmla="*/ 13 w 159"/>
                <a:gd name="T13" fmla="*/ 80 h 159"/>
                <a:gd name="T14" fmla="*/ 79 w 159"/>
                <a:gd name="T15" fmla="*/ 14 h 159"/>
                <a:gd name="T16" fmla="*/ 145 w 159"/>
                <a:gd name="T17" fmla="*/ 80 h 159"/>
                <a:gd name="T18" fmla="*/ 79 w 159"/>
                <a:gd name="T19" fmla="*/ 146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9" h="159">
                  <a:moveTo>
                    <a:pt x="79" y="0"/>
                  </a:moveTo>
                  <a:cubicBezTo>
                    <a:pt x="35" y="0"/>
                    <a:pt x="0" y="36"/>
                    <a:pt x="0" y="80"/>
                  </a:cubicBezTo>
                  <a:cubicBezTo>
                    <a:pt x="0" y="124"/>
                    <a:pt x="35" y="159"/>
                    <a:pt x="79" y="159"/>
                  </a:cubicBezTo>
                  <a:cubicBezTo>
                    <a:pt x="123" y="159"/>
                    <a:pt x="159" y="124"/>
                    <a:pt x="159" y="80"/>
                  </a:cubicBezTo>
                  <a:cubicBezTo>
                    <a:pt x="159" y="36"/>
                    <a:pt x="123" y="0"/>
                    <a:pt x="79" y="0"/>
                  </a:cubicBezTo>
                  <a:close/>
                  <a:moveTo>
                    <a:pt x="79" y="146"/>
                  </a:moveTo>
                  <a:cubicBezTo>
                    <a:pt x="43" y="146"/>
                    <a:pt x="13" y="116"/>
                    <a:pt x="13" y="80"/>
                  </a:cubicBezTo>
                  <a:cubicBezTo>
                    <a:pt x="13" y="43"/>
                    <a:pt x="43" y="14"/>
                    <a:pt x="79" y="14"/>
                  </a:cubicBezTo>
                  <a:cubicBezTo>
                    <a:pt x="115" y="14"/>
                    <a:pt x="145" y="43"/>
                    <a:pt x="145" y="80"/>
                  </a:cubicBezTo>
                  <a:cubicBezTo>
                    <a:pt x="145" y="116"/>
                    <a:pt x="115" y="146"/>
                    <a:pt x="79" y="146"/>
                  </a:cubicBez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16"/>
            <p:cNvSpPr>
              <a:spLocks/>
            </p:cNvSpPr>
            <p:nvPr/>
          </p:nvSpPr>
          <p:spPr bwMode="auto">
            <a:xfrm>
              <a:off x="5616575" y="152400"/>
              <a:ext cx="247650" cy="190500"/>
            </a:xfrm>
            <a:custGeom>
              <a:avLst/>
              <a:gdLst>
                <a:gd name="T0" fmla="*/ 64 w 66"/>
                <a:gd name="T1" fmla="*/ 2 h 50"/>
                <a:gd name="T2" fmla="*/ 59 w 66"/>
                <a:gd name="T3" fmla="*/ 2 h 50"/>
                <a:gd name="T4" fmla="*/ 28 w 66"/>
                <a:gd name="T5" fmla="*/ 41 h 50"/>
                <a:gd name="T6" fmla="*/ 6 w 66"/>
                <a:gd name="T7" fmla="*/ 30 h 50"/>
                <a:gd name="T8" fmla="*/ 1 w 66"/>
                <a:gd name="T9" fmla="*/ 31 h 50"/>
                <a:gd name="T10" fmla="*/ 2 w 66"/>
                <a:gd name="T11" fmla="*/ 36 h 50"/>
                <a:gd name="T12" fmla="*/ 26 w 66"/>
                <a:gd name="T13" fmla="*/ 49 h 50"/>
                <a:gd name="T14" fmla="*/ 26 w 66"/>
                <a:gd name="T15" fmla="*/ 49 h 50"/>
                <a:gd name="T16" fmla="*/ 32 w 66"/>
                <a:gd name="T17" fmla="*/ 48 h 50"/>
                <a:gd name="T18" fmla="*/ 65 w 66"/>
                <a:gd name="T19" fmla="*/ 7 h 50"/>
                <a:gd name="T20" fmla="*/ 64 w 66"/>
                <a:gd name="T21"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 h="50">
                  <a:moveTo>
                    <a:pt x="64" y="2"/>
                  </a:moveTo>
                  <a:cubicBezTo>
                    <a:pt x="62" y="0"/>
                    <a:pt x="60" y="0"/>
                    <a:pt x="59" y="2"/>
                  </a:cubicBezTo>
                  <a:cubicBezTo>
                    <a:pt x="28" y="41"/>
                    <a:pt x="28" y="41"/>
                    <a:pt x="28" y="41"/>
                  </a:cubicBezTo>
                  <a:cubicBezTo>
                    <a:pt x="6" y="30"/>
                    <a:pt x="6" y="30"/>
                    <a:pt x="6" y="30"/>
                  </a:cubicBezTo>
                  <a:cubicBezTo>
                    <a:pt x="4" y="29"/>
                    <a:pt x="2" y="29"/>
                    <a:pt x="1" y="31"/>
                  </a:cubicBezTo>
                  <a:cubicBezTo>
                    <a:pt x="0" y="33"/>
                    <a:pt x="0" y="36"/>
                    <a:pt x="2" y="36"/>
                  </a:cubicBezTo>
                  <a:cubicBezTo>
                    <a:pt x="26" y="49"/>
                    <a:pt x="26" y="49"/>
                    <a:pt x="26" y="49"/>
                  </a:cubicBezTo>
                  <a:cubicBezTo>
                    <a:pt x="26" y="49"/>
                    <a:pt x="26" y="49"/>
                    <a:pt x="26" y="49"/>
                  </a:cubicBezTo>
                  <a:cubicBezTo>
                    <a:pt x="28" y="50"/>
                    <a:pt x="31" y="50"/>
                    <a:pt x="32" y="48"/>
                  </a:cubicBezTo>
                  <a:cubicBezTo>
                    <a:pt x="65" y="7"/>
                    <a:pt x="65" y="7"/>
                    <a:pt x="65" y="7"/>
                  </a:cubicBezTo>
                  <a:cubicBezTo>
                    <a:pt x="66" y="5"/>
                    <a:pt x="66" y="3"/>
                    <a:pt x="64" y="2"/>
                  </a:cubicBez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17"/>
            <p:cNvSpPr>
              <a:spLocks/>
            </p:cNvSpPr>
            <p:nvPr/>
          </p:nvSpPr>
          <p:spPr bwMode="auto">
            <a:xfrm>
              <a:off x="5899150" y="301625"/>
              <a:ext cx="55563" cy="26988"/>
            </a:xfrm>
            <a:custGeom>
              <a:avLst/>
              <a:gdLst>
                <a:gd name="T0" fmla="*/ 4 w 15"/>
                <a:gd name="T1" fmla="*/ 7 h 7"/>
                <a:gd name="T2" fmla="*/ 0 w 15"/>
                <a:gd name="T3" fmla="*/ 3 h 7"/>
                <a:gd name="T4" fmla="*/ 4 w 15"/>
                <a:gd name="T5" fmla="*/ 0 h 7"/>
                <a:gd name="T6" fmla="*/ 11 w 15"/>
                <a:gd name="T7" fmla="*/ 0 h 7"/>
                <a:gd name="T8" fmla="*/ 15 w 15"/>
                <a:gd name="T9" fmla="*/ 4 h 7"/>
                <a:gd name="T10" fmla="*/ 11 w 15"/>
                <a:gd name="T11" fmla="*/ 7 h 7"/>
                <a:gd name="T12" fmla="*/ 4 w 15"/>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15" h="7">
                  <a:moveTo>
                    <a:pt x="4" y="7"/>
                  </a:moveTo>
                  <a:cubicBezTo>
                    <a:pt x="2" y="7"/>
                    <a:pt x="0" y="5"/>
                    <a:pt x="0" y="3"/>
                  </a:cubicBezTo>
                  <a:cubicBezTo>
                    <a:pt x="0" y="1"/>
                    <a:pt x="2" y="0"/>
                    <a:pt x="4" y="0"/>
                  </a:cubicBezTo>
                  <a:cubicBezTo>
                    <a:pt x="11" y="0"/>
                    <a:pt x="11" y="0"/>
                    <a:pt x="11" y="0"/>
                  </a:cubicBezTo>
                  <a:cubicBezTo>
                    <a:pt x="13" y="0"/>
                    <a:pt x="15" y="1"/>
                    <a:pt x="15" y="4"/>
                  </a:cubicBezTo>
                  <a:cubicBezTo>
                    <a:pt x="15" y="6"/>
                    <a:pt x="13" y="7"/>
                    <a:pt x="11" y="7"/>
                  </a:cubicBezTo>
                  <a:lnTo>
                    <a:pt x="4" y="7"/>
                  </a:ln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18"/>
            <p:cNvSpPr>
              <a:spLocks/>
            </p:cNvSpPr>
            <p:nvPr/>
          </p:nvSpPr>
          <p:spPr bwMode="auto">
            <a:xfrm>
              <a:off x="5492750" y="293688"/>
              <a:ext cx="52388" cy="30163"/>
            </a:xfrm>
            <a:custGeom>
              <a:avLst/>
              <a:gdLst>
                <a:gd name="T0" fmla="*/ 4 w 14"/>
                <a:gd name="T1" fmla="*/ 8 h 8"/>
                <a:gd name="T2" fmla="*/ 0 w 14"/>
                <a:gd name="T3" fmla="*/ 4 h 8"/>
                <a:gd name="T4" fmla="*/ 4 w 14"/>
                <a:gd name="T5" fmla="*/ 0 h 8"/>
                <a:gd name="T6" fmla="*/ 11 w 14"/>
                <a:gd name="T7" fmla="*/ 0 h 8"/>
                <a:gd name="T8" fmla="*/ 14 w 14"/>
                <a:gd name="T9" fmla="*/ 4 h 8"/>
                <a:gd name="T10" fmla="*/ 11 w 14"/>
                <a:gd name="T11" fmla="*/ 8 h 8"/>
                <a:gd name="T12" fmla="*/ 4 w 14"/>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4" h="8">
                  <a:moveTo>
                    <a:pt x="4" y="8"/>
                  </a:moveTo>
                  <a:cubicBezTo>
                    <a:pt x="2" y="8"/>
                    <a:pt x="0" y="6"/>
                    <a:pt x="0" y="4"/>
                  </a:cubicBezTo>
                  <a:cubicBezTo>
                    <a:pt x="0" y="2"/>
                    <a:pt x="2" y="0"/>
                    <a:pt x="4" y="0"/>
                  </a:cubicBezTo>
                  <a:cubicBezTo>
                    <a:pt x="11" y="0"/>
                    <a:pt x="11" y="0"/>
                    <a:pt x="11" y="0"/>
                  </a:cubicBezTo>
                  <a:cubicBezTo>
                    <a:pt x="13" y="0"/>
                    <a:pt x="14" y="2"/>
                    <a:pt x="14" y="4"/>
                  </a:cubicBezTo>
                  <a:cubicBezTo>
                    <a:pt x="14" y="6"/>
                    <a:pt x="13" y="8"/>
                    <a:pt x="11" y="8"/>
                  </a:cubicBezTo>
                  <a:lnTo>
                    <a:pt x="4" y="8"/>
                  </a:ln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19"/>
            <p:cNvSpPr>
              <a:spLocks/>
            </p:cNvSpPr>
            <p:nvPr/>
          </p:nvSpPr>
          <p:spPr bwMode="auto">
            <a:xfrm>
              <a:off x="5707063" y="492125"/>
              <a:ext cx="30163" cy="53975"/>
            </a:xfrm>
            <a:custGeom>
              <a:avLst/>
              <a:gdLst>
                <a:gd name="T0" fmla="*/ 0 w 8"/>
                <a:gd name="T1" fmla="*/ 3 h 14"/>
                <a:gd name="T2" fmla="*/ 4 w 8"/>
                <a:gd name="T3" fmla="*/ 0 h 14"/>
                <a:gd name="T4" fmla="*/ 8 w 8"/>
                <a:gd name="T5" fmla="*/ 4 h 14"/>
                <a:gd name="T6" fmla="*/ 8 w 8"/>
                <a:gd name="T7" fmla="*/ 10 h 14"/>
                <a:gd name="T8" fmla="*/ 4 w 8"/>
                <a:gd name="T9" fmla="*/ 14 h 14"/>
                <a:gd name="T10" fmla="*/ 0 w 8"/>
                <a:gd name="T11" fmla="*/ 10 h 14"/>
                <a:gd name="T12" fmla="*/ 0 w 8"/>
                <a:gd name="T13" fmla="*/ 3 h 14"/>
              </a:gdLst>
              <a:ahLst/>
              <a:cxnLst>
                <a:cxn ang="0">
                  <a:pos x="T0" y="T1"/>
                </a:cxn>
                <a:cxn ang="0">
                  <a:pos x="T2" y="T3"/>
                </a:cxn>
                <a:cxn ang="0">
                  <a:pos x="T4" y="T5"/>
                </a:cxn>
                <a:cxn ang="0">
                  <a:pos x="T6" y="T7"/>
                </a:cxn>
                <a:cxn ang="0">
                  <a:pos x="T8" y="T9"/>
                </a:cxn>
                <a:cxn ang="0">
                  <a:pos x="T10" y="T11"/>
                </a:cxn>
                <a:cxn ang="0">
                  <a:pos x="T12" y="T13"/>
                </a:cxn>
              </a:cxnLst>
              <a:rect l="0" t="0" r="r" b="b"/>
              <a:pathLst>
                <a:path w="8" h="14">
                  <a:moveTo>
                    <a:pt x="0" y="3"/>
                  </a:moveTo>
                  <a:cubicBezTo>
                    <a:pt x="0" y="1"/>
                    <a:pt x="2" y="0"/>
                    <a:pt x="4" y="0"/>
                  </a:cubicBezTo>
                  <a:cubicBezTo>
                    <a:pt x="6" y="0"/>
                    <a:pt x="8" y="1"/>
                    <a:pt x="8" y="4"/>
                  </a:cubicBezTo>
                  <a:cubicBezTo>
                    <a:pt x="8" y="10"/>
                    <a:pt x="8" y="10"/>
                    <a:pt x="8" y="10"/>
                  </a:cubicBezTo>
                  <a:cubicBezTo>
                    <a:pt x="7" y="12"/>
                    <a:pt x="6" y="14"/>
                    <a:pt x="4" y="14"/>
                  </a:cubicBezTo>
                  <a:cubicBezTo>
                    <a:pt x="2" y="14"/>
                    <a:pt x="0" y="12"/>
                    <a:pt x="0" y="10"/>
                  </a:cubicBezTo>
                  <a:lnTo>
                    <a:pt x="0" y="3"/>
                  </a:ln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20"/>
            <p:cNvSpPr>
              <a:spLocks/>
            </p:cNvSpPr>
            <p:nvPr/>
          </p:nvSpPr>
          <p:spPr bwMode="auto">
            <a:xfrm>
              <a:off x="5710238" y="76200"/>
              <a:ext cx="30163" cy="57150"/>
            </a:xfrm>
            <a:custGeom>
              <a:avLst/>
              <a:gdLst>
                <a:gd name="T0" fmla="*/ 0 w 8"/>
                <a:gd name="T1" fmla="*/ 4 h 15"/>
                <a:gd name="T2" fmla="*/ 4 w 8"/>
                <a:gd name="T3" fmla="*/ 0 h 15"/>
                <a:gd name="T4" fmla="*/ 8 w 8"/>
                <a:gd name="T5" fmla="*/ 4 h 15"/>
                <a:gd name="T6" fmla="*/ 8 w 8"/>
                <a:gd name="T7" fmla="*/ 11 h 15"/>
                <a:gd name="T8" fmla="*/ 4 w 8"/>
                <a:gd name="T9" fmla="*/ 15 h 15"/>
                <a:gd name="T10" fmla="*/ 0 w 8"/>
                <a:gd name="T11" fmla="*/ 11 h 15"/>
                <a:gd name="T12" fmla="*/ 0 w 8"/>
                <a:gd name="T13" fmla="*/ 4 h 15"/>
              </a:gdLst>
              <a:ahLst/>
              <a:cxnLst>
                <a:cxn ang="0">
                  <a:pos x="T0" y="T1"/>
                </a:cxn>
                <a:cxn ang="0">
                  <a:pos x="T2" y="T3"/>
                </a:cxn>
                <a:cxn ang="0">
                  <a:pos x="T4" y="T5"/>
                </a:cxn>
                <a:cxn ang="0">
                  <a:pos x="T6" y="T7"/>
                </a:cxn>
                <a:cxn ang="0">
                  <a:pos x="T8" y="T9"/>
                </a:cxn>
                <a:cxn ang="0">
                  <a:pos x="T10" y="T11"/>
                </a:cxn>
                <a:cxn ang="0">
                  <a:pos x="T12" y="T13"/>
                </a:cxn>
              </a:cxnLst>
              <a:rect l="0" t="0" r="r" b="b"/>
              <a:pathLst>
                <a:path w="8" h="15">
                  <a:moveTo>
                    <a:pt x="0" y="4"/>
                  </a:moveTo>
                  <a:cubicBezTo>
                    <a:pt x="0" y="2"/>
                    <a:pt x="2" y="0"/>
                    <a:pt x="4" y="0"/>
                  </a:cubicBezTo>
                  <a:cubicBezTo>
                    <a:pt x="6" y="0"/>
                    <a:pt x="8" y="2"/>
                    <a:pt x="8" y="4"/>
                  </a:cubicBezTo>
                  <a:cubicBezTo>
                    <a:pt x="8" y="11"/>
                    <a:pt x="8" y="11"/>
                    <a:pt x="8" y="11"/>
                  </a:cubicBezTo>
                  <a:cubicBezTo>
                    <a:pt x="8" y="13"/>
                    <a:pt x="6" y="15"/>
                    <a:pt x="4" y="15"/>
                  </a:cubicBezTo>
                  <a:cubicBezTo>
                    <a:pt x="2" y="15"/>
                    <a:pt x="0" y="13"/>
                    <a:pt x="0" y="11"/>
                  </a:cubicBezTo>
                  <a:lnTo>
                    <a:pt x="0" y="4"/>
                  </a:ln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32" name="文本框 31"/>
          <p:cNvSpPr txBox="1"/>
          <p:nvPr/>
        </p:nvSpPr>
        <p:spPr>
          <a:xfrm>
            <a:off x="4139317" y="932003"/>
            <a:ext cx="3913366"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33" name="Rectangle 58"/>
          <p:cNvSpPr/>
          <p:nvPr/>
        </p:nvSpPr>
        <p:spPr>
          <a:xfrm>
            <a:off x="3614043" y="1352271"/>
            <a:ext cx="4963915"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单击此处添加副标题</a:t>
            </a:r>
          </a:p>
        </p:txBody>
      </p:sp>
      <p:sp>
        <p:nvSpPr>
          <p:cNvPr id="34" name="矩形 39"/>
          <p:cNvSpPr/>
          <p:nvPr/>
        </p:nvSpPr>
        <p:spPr>
          <a:xfrm>
            <a:off x="0" y="203088"/>
            <a:ext cx="2492990" cy="523220"/>
          </a:xfrm>
          <a:prstGeom prst="rect">
            <a:avLst/>
          </a:prstGeom>
          <a:noFill/>
        </p:spPr>
        <p:txBody>
          <a:bodyPr wrap="none" rtlCol="0">
            <a:spAutoFit/>
          </a:bodyPr>
          <a:lstStyle/>
          <a:p>
            <a:r>
              <a:rPr lang="zh-CN" altLang="en-US" sz="2800" b="1" dirty="0">
                <a:solidFill>
                  <a:schemeClr val="tx1">
                    <a:lumMod val="65000"/>
                    <a:lumOff val="35000"/>
                  </a:schemeClr>
                </a:solidFill>
              </a:rPr>
              <a:t>三项阶梯</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递进</a:t>
            </a:r>
            <a:endParaRPr lang="zh-CN" altLang="zh-CN" sz="2800" b="1" dirty="0">
              <a:solidFill>
                <a:schemeClr val="tx1">
                  <a:lumMod val="65000"/>
                  <a:lumOff val="35000"/>
                </a:schemeClr>
              </a:solidFill>
            </a:endParaRPr>
          </a:p>
        </p:txBody>
      </p:sp>
      <p:sp>
        <p:nvSpPr>
          <p:cNvPr id="36" name="矩形 35"/>
          <p:cNvSpPr/>
          <p:nvPr/>
        </p:nvSpPr>
        <p:spPr>
          <a:xfrm>
            <a:off x="4626870" y="2709993"/>
            <a:ext cx="4175423" cy="992579"/>
          </a:xfrm>
          <a:prstGeom prst="rect">
            <a:avLst/>
          </a:prstGeom>
          <a:noFill/>
        </p:spPr>
        <p:txBody>
          <a:bodyPr wrap="square">
            <a:spAutoFit/>
          </a:bodyPr>
          <a:lstStyle/>
          <a:p>
            <a:pPr algn="just">
              <a:lnSpc>
                <a:spcPct val="130000"/>
              </a:lnSpc>
            </a:pPr>
            <a:r>
              <a:rPr lang="zh-CN" altLang="en-US" sz="1500" dirty="0">
                <a:solidFill>
                  <a:schemeClr val="bg1"/>
                </a:solidFill>
              </a:rPr>
              <a:t>添加内容添加内容添加内容添加内容添加内容添加内容添加内容添加内容添加内容添加内容添加内容</a:t>
            </a:r>
          </a:p>
        </p:txBody>
      </p:sp>
      <p:sp>
        <p:nvSpPr>
          <p:cNvPr id="37" name="矩形 36"/>
          <p:cNvSpPr/>
          <p:nvPr/>
        </p:nvSpPr>
        <p:spPr>
          <a:xfrm>
            <a:off x="2890158" y="3879777"/>
            <a:ext cx="4175423" cy="992579"/>
          </a:xfrm>
          <a:prstGeom prst="rect">
            <a:avLst/>
          </a:prstGeom>
          <a:noFill/>
        </p:spPr>
        <p:txBody>
          <a:bodyPr wrap="square">
            <a:spAutoFit/>
          </a:bodyPr>
          <a:lstStyle/>
          <a:p>
            <a:pPr algn="just">
              <a:lnSpc>
                <a:spcPct val="130000"/>
              </a:lnSpc>
            </a:pPr>
            <a:r>
              <a:rPr lang="zh-CN" altLang="en-US" sz="1500" dirty="0">
                <a:solidFill>
                  <a:schemeClr val="bg1"/>
                </a:solidFill>
              </a:rPr>
              <a:t>添加内容添加内容添加内容添加内容添加内容添加内容添加内容添加内容添加内容添加内容添加内容</a:t>
            </a:r>
          </a:p>
        </p:txBody>
      </p:sp>
      <p:sp>
        <p:nvSpPr>
          <p:cNvPr id="38" name="矩形 37"/>
          <p:cNvSpPr/>
          <p:nvPr/>
        </p:nvSpPr>
        <p:spPr>
          <a:xfrm>
            <a:off x="1299805" y="5124557"/>
            <a:ext cx="4175423" cy="992579"/>
          </a:xfrm>
          <a:prstGeom prst="rect">
            <a:avLst/>
          </a:prstGeom>
          <a:noFill/>
        </p:spPr>
        <p:txBody>
          <a:bodyPr wrap="square">
            <a:spAutoFit/>
          </a:bodyPr>
          <a:lstStyle/>
          <a:p>
            <a:pPr algn="just">
              <a:lnSpc>
                <a:spcPct val="130000"/>
              </a:lnSpc>
            </a:pPr>
            <a:r>
              <a:rPr lang="zh-CN" altLang="en-US" sz="1500" dirty="0">
                <a:solidFill>
                  <a:schemeClr val="bg1"/>
                </a:solidFill>
              </a:rPr>
              <a:t>添加内容添加内容添加内容添加内容添加内容添加内容添加内容添加内容添加内容添加内容添加内容</a:t>
            </a:r>
          </a:p>
        </p:txBody>
      </p:sp>
    </p:spTree>
    <p:extLst>
      <p:ext uri="{BB962C8B-B14F-4D97-AF65-F5344CB8AC3E}">
        <p14:creationId xmlns:p14="http://schemas.microsoft.com/office/powerpoint/2010/main" val="1840354044"/>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5"/>
          <p:cNvSpPr>
            <a:spLocks noChangeArrowheads="1"/>
          </p:cNvSpPr>
          <p:nvPr/>
        </p:nvSpPr>
        <p:spPr bwMode="auto">
          <a:xfrm>
            <a:off x="3868738" y="5673726"/>
            <a:ext cx="2419350" cy="663575"/>
          </a:xfrm>
          <a:prstGeom prst="rect">
            <a:avLst/>
          </a:prstGeom>
          <a:solidFill>
            <a:srgbClr val="EA981E"/>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0" name="Freeform 6"/>
          <p:cNvSpPr>
            <a:spLocks/>
          </p:cNvSpPr>
          <p:nvPr/>
        </p:nvSpPr>
        <p:spPr bwMode="auto">
          <a:xfrm>
            <a:off x="3868738" y="5732463"/>
            <a:ext cx="3341688" cy="703263"/>
          </a:xfrm>
          <a:custGeom>
            <a:avLst/>
            <a:gdLst>
              <a:gd name="T0" fmla="*/ 1570 w 2105"/>
              <a:gd name="T1" fmla="*/ 0 h 443"/>
              <a:gd name="T2" fmla="*/ 1570 w 2105"/>
              <a:gd name="T3" fmla="*/ 417 h 443"/>
              <a:gd name="T4" fmla="*/ 0 w 2105"/>
              <a:gd name="T5" fmla="*/ 417 h 443"/>
              <a:gd name="T6" fmla="*/ 0 w 2105"/>
              <a:gd name="T7" fmla="*/ 443 h 443"/>
              <a:gd name="T8" fmla="*/ 1597 w 2105"/>
              <a:gd name="T9" fmla="*/ 443 h 443"/>
              <a:gd name="T10" fmla="*/ 1597 w 2105"/>
              <a:gd name="T11" fmla="*/ 417 h 443"/>
              <a:gd name="T12" fmla="*/ 1597 w 2105"/>
              <a:gd name="T13" fmla="*/ 417 h 443"/>
              <a:gd name="T14" fmla="*/ 1597 w 2105"/>
              <a:gd name="T15" fmla="*/ 26 h 443"/>
              <a:gd name="T16" fmla="*/ 2105 w 2105"/>
              <a:gd name="T17" fmla="*/ 26 h 443"/>
              <a:gd name="T18" fmla="*/ 2105 w 2105"/>
              <a:gd name="T19" fmla="*/ 0 h 443"/>
              <a:gd name="T20" fmla="*/ 1570 w 2105"/>
              <a:gd name="T21" fmla="*/ 0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05" h="443">
                <a:moveTo>
                  <a:pt x="1570" y="0"/>
                </a:moveTo>
                <a:lnTo>
                  <a:pt x="1570" y="417"/>
                </a:lnTo>
                <a:lnTo>
                  <a:pt x="0" y="417"/>
                </a:lnTo>
                <a:lnTo>
                  <a:pt x="0" y="443"/>
                </a:lnTo>
                <a:lnTo>
                  <a:pt x="1597" y="443"/>
                </a:lnTo>
                <a:lnTo>
                  <a:pt x="1597" y="417"/>
                </a:lnTo>
                <a:lnTo>
                  <a:pt x="1597" y="417"/>
                </a:lnTo>
                <a:lnTo>
                  <a:pt x="1597" y="26"/>
                </a:lnTo>
                <a:lnTo>
                  <a:pt x="2105" y="26"/>
                </a:lnTo>
                <a:lnTo>
                  <a:pt x="2105" y="0"/>
                </a:lnTo>
                <a:lnTo>
                  <a:pt x="1570" y="0"/>
                </a:lnTo>
                <a:close/>
              </a:path>
            </a:pathLst>
          </a:custGeom>
          <a:solidFill>
            <a:srgbClr val="EA981E"/>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1" name="Rectangle 7"/>
          <p:cNvSpPr>
            <a:spLocks noChangeArrowheads="1"/>
          </p:cNvSpPr>
          <p:nvPr/>
        </p:nvSpPr>
        <p:spPr bwMode="auto">
          <a:xfrm>
            <a:off x="4784726" y="5011738"/>
            <a:ext cx="2416175" cy="661988"/>
          </a:xfrm>
          <a:prstGeom prst="rect">
            <a:avLst/>
          </a:prstGeom>
          <a:solidFill>
            <a:srgbClr val="219980"/>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2" name="Freeform 8"/>
          <p:cNvSpPr>
            <a:spLocks/>
          </p:cNvSpPr>
          <p:nvPr/>
        </p:nvSpPr>
        <p:spPr bwMode="auto">
          <a:xfrm>
            <a:off x="7275513" y="5070476"/>
            <a:ext cx="849313" cy="703263"/>
          </a:xfrm>
          <a:custGeom>
            <a:avLst/>
            <a:gdLst>
              <a:gd name="T0" fmla="*/ 27 w 535"/>
              <a:gd name="T1" fmla="*/ 443 h 443"/>
              <a:gd name="T2" fmla="*/ 0 w 535"/>
              <a:gd name="T3" fmla="*/ 443 h 443"/>
              <a:gd name="T4" fmla="*/ 0 w 535"/>
              <a:gd name="T5" fmla="*/ 0 h 443"/>
              <a:gd name="T6" fmla="*/ 535 w 535"/>
              <a:gd name="T7" fmla="*/ 0 h 443"/>
              <a:gd name="T8" fmla="*/ 535 w 535"/>
              <a:gd name="T9" fmla="*/ 27 h 443"/>
              <a:gd name="T10" fmla="*/ 27 w 535"/>
              <a:gd name="T11" fmla="*/ 27 h 443"/>
              <a:gd name="T12" fmla="*/ 27 w 535"/>
              <a:gd name="T13" fmla="*/ 443 h 443"/>
            </a:gdLst>
            <a:ahLst/>
            <a:cxnLst>
              <a:cxn ang="0">
                <a:pos x="T0" y="T1"/>
              </a:cxn>
              <a:cxn ang="0">
                <a:pos x="T2" y="T3"/>
              </a:cxn>
              <a:cxn ang="0">
                <a:pos x="T4" y="T5"/>
              </a:cxn>
              <a:cxn ang="0">
                <a:pos x="T6" y="T7"/>
              </a:cxn>
              <a:cxn ang="0">
                <a:pos x="T8" y="T9"/>
              </a:cxn>
              <a:cxn ang="0">
                <a:pos x="T10" y="T11"/>
              </a:cxn>
              <a:cxn ang="0">
                <a:pos x="T12" y="T13"/>
              </a:cxn>
            </a:cxnLst>
            <a:rect l="0" t="0" r="r" b="b"/>
            <a:pathLst>
              <a:path w="535" h="443">
                <a:moveTo>
                  <a:pt x="27" y="443"/>
                </a:moveTo>
                <a:lnTo>
                  <a:pt x="0" y="443"/>
                </a:lnTo>
                <a:lnTo>
                  <a:pt x="0" y="0"/>
                </a:lnTo>
                <a:lnTo>
                  <a:pt x="535" y="0"/>
                </a:lnTo>
                <a:lnTo>
                  <a:pt x="535" y="27"/>
                </a:lnTo>
                <a:lnTo>
                  <a:pt x="27" y="27"/>
                </a:lnTo>
                <a:lnTo>
                  <a:pt x="27" y="443"/>
                </a:lnTo>
                <a:close/>
              </a:path>
            </a:pathLst>
          </a:custGeom>
          <a:solidFill>
            <a:srgbClr val="219980"/>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3" name="Rectangle 9"/>
          <p:cNvSpPr>
            <a:spLocks noChangeArrowheads="1"/>
          </p:cNvSpPr>
          <p:nvPr/>
        </p:nvSpPr>
        <p:spPr bwMode="auto">
          <a:xfrm>
            <a:off x="5711826" y="4354513"/>
            <a:ext cx="2416175" cy="661988"/>
          </a:xfrm>
          <a:prstGeom prst="rect">
            <a:avLst/>
          </a:prstGeom>
          <a:solidFill>
            <a:srgbClr val="3A8FCB"/>
          </a:solidFill>
          <a:ln>
            <a:noFill/>
          </a:ln>
        </p:spPr>
        <p:txBody>
          <a:bodyPr vert="horz" wrap="square" lIns="91440" tIns="45720" rIns="91440" bIns="45720" numCol="1" anchor="t" anchorCtr="0" compatLnSpc="1">
            <a:prstTxWarp prst="textNoShape">
              <a:avLst/>
            </a:prstTxWarp>
            <a:noAutofit/>
          </a:bodyPr>
          <a:lstStyle/>
          <a:p>
            <a:endParaRPr lang="zh-CN" altLang="en-US">
              <a:solidFill>
                <a:srgbClr val="FF0000"/>
              </a:solidFill>
            </a:endParaRPr>
          </a:p>
        </p:txBody>
      </p:sp>
      <p:sp>
        <p:nvSpPr>
          <p:cNvPr id="14" name="Freeform 10"/>
          <p:cNvSpPr>
            <a:spLocks/>
          </p:cNvSpPr>
          <p:nvPr/>
        </p:nvSpPr>
        <p:spPr bwMode="auto">
          <a:xfrm>
            <a:off x="8202613" y="4411663"/>
            <a:ext cx="849313" cy="704850"/>
          </a:xfrm>
          <a:custGeom>
            <a:avLst/>
            <a:gdLst>
              <a:gd name="T0" fmla="*/ 27 w 535"/>
              <a:gd name="T1" fmla="*/ 444 h 444"/>
              <a:gd name="T2" fmla="*/ 0 w 535"/>
              <a:gd name="T3" fmla="*/ 444 h 444"/>
              <a:gd name="T4" fmla="*/ 0 w 535"/>
              <a:gd name="T5" fmla="*/ 0 h 444"/>
              <a:gd name="T6" fmla="*/ 535 w 535"/>
              <a:gd name="T7" fmla="*/ 0 h 444"/>
              <a:gd name="T8" fmla="*/ 535 w 535"/>
              <a:gd name="T9" fmla="*/ 28 h 444"/>
              <a:gd name="T10" fmla="*/ 27 w 535"/>
              <a:gd name="T11" fmla="*/ 28 h 444"/>
              <a:gd name="T12" fmla="*/ 27 w 535"/>
              <a:gd name="T13" fmla="*/ 444 h 444"/>
            </a:gdLst>
            <a:ahLst/>
            <a:cxnLst>
              <a:cxn ang="0">
                <a:pos x="T0" y="T1"/>
              </a:cxn>
              <a:cxn ang="0">
                <a:pos x="T2" y="T3"/>
              </a:cxn>
              <a:cxn ang="0">
                <a:pos x="T4" y="T5"/>
              </a:cxn>
              <a:cxn ang="0">
                <a:pos x="T6" y="T7"/>
              </a:cxn>
              <a:cxn ang="0">
                <a:pos x="T8" y="T9"/>
              </a:cxn>
              <a:cxn ang="0">
                <a:pos x="T10" y="T11"/>
              </a:cxn>
              <a:cxn ang="0">
                <a:pos x="T12" y="T13"/>
              </a:cxn>
            </a:cxnLst>
            <a:rect l="0" t="0" r="r" b="b"/>
            <a:pathLst>
              <a:path w="535" h="444">
                <a:moveTo>
                  <a:pt x="27" y="444"/>
                </a:moveTo>
                <a:lnTo>
                  <a:pt x="0" y="444"/>
                </a:lnTo>
                <a:lnTo>
                  <a:pt x="0" y="0"/>
                </a:lnTo>
                <a:lnTo>
                  <a:pt x="535" y="0"/>
                </a:lnTo>
                <a:lnTo>
                  <a:pt x="535" y="28"/>
                </a:lnTo>
                <a:lnTo>
                  <a:pt x="27" y="28"/>
                </a:lnTo>
                <a:lnTo>
                  <a:pt x="27" y="444"/>
                </a:lnTo>
                <a:close/>
              </a:path>
            </a:pathLst>
          </a:custGeom>
          <a:solidFill>
            <a:srgbClr val="3A8FCB"/>
          </a:solidFill>
          <a:ln>
            <a:noFill/>
          </a:ln>
        </p:spPr>
        <p:txBody>
          <a:bodyPr vert="horz" wrap="square" lIns="91440" tIns="45720" rIns="91440" bIns="45720" numCol="1" anchor="t" anchorCtr="0" compatLnSpc="1">
            <a:prstTxWarp prst="textNoShape">
              <a:avLst/>
            </a:prstTxWarp>
            <a:noAutofit/>
          </a:bodyPr>
          <a:lstStyle/>
          <a:p>
            <a:endParaRPr lang="zh-CN" altLang="en-US">
              <a:solidFill>
                <a:srgbClr val="FF0000"/>
              </a:solidFill>
            </a:endParaRPr>
          </a:p>
        </p:txBody>
      </p:sp>
      <p:sp>
        <p:nvSpPr>
          <p:cNvPr id="15" name="Freeform 11"/>
          <p:cNvSpPr>
            <a:spLocks noEditPoints="1"/>
          </p:cNvSpPr>
          <p:nvPr/>
        </p:nvSpPr>
        <p:spPr bwMode="auto">
          <a:xfrm>
            <a:off x="2681288" y="4186238"/>
            <a:ext cx="1406525" cy="2068513"/>
          </a:xfrm>
          <a:custGeom>
            <a:avLst/>
            <a:gdLst>
              <a:gd name="T0" fmla="*/ 300 w 599"/>
              <a:gd name="T1" fmla="*/ 882 h 882"/>
              <a:gd name="T2" fmla="*/ 160 w 599"/>
              <a:gd name="T3" fmla="*/ 742 h 882"/>
              <a:gd name="T4" fmla="*/ 297 w 599"/>
              <a:gd name="T5" fmla="*/ 603 h 882"/>
              <a:gd name="T6" fmla="*/ 299 w 599"/>
              <a:gd name="T7" fmla="*/ 603 h 882"/>
              <a:gd name="T8" fmla="*/ 299 w 599"/>
              <a:gd name="T9" fmla="*/ 1 h 882"/>
              <a:gd name="T10" fmla="*/ 0 w 599"/>
              <a:gd name="T11" fmla="*/ 1 h 882"/>
              <a:gd name="T12" fmla="*/ 0 w 599"/>
              <a:gd name="T13" fmla="*/ 0 h 882"/>
              <a:gd name="T14" fmla="*/ 599 w 599"/>
              <a:gd name="T15" fmla="*/ 0 h 882"/>
              <a:gd name="T16" fmla="*/ 599 w 599"/>
              <a:gd name="T17" fmla="*/ 1 h 882"/>
              <a:gd name="T18" fmla="*/ 300 w 599"/>
              <a:gd name="T19" fmla="*/ 1 h 882"/>
              <a:gd name="T20" fmla="*/ 300 w 599"/>
              <a:gd name="T21" fmla="*/ 603 h 882"/>
              <a:gd name="T22" fmla="*/ 303 w 599"/>
              <a:gd name="T23" fmla="*/ 603 h 882"/>
              <a:gd name="T24" fmla="*/ 439 w 599"/>
              <a:gd name="T25" fmla="*/ 742 h 882"/>
              <a:gd name="T26" fmla="*/ 300 w 599"/>
              <a:gd name="T27" fmla="*/ 882 h 882"/>
              <a:gd name="T28" fmla="*/ 300 w 599"/>
              <a:gd name="T29" fmla="*/ 610 h 882"/>
              <a:gd name="T30" fmla="*/ 167 w 599"/>
              <a:gd name="T31" fmla="*/ 742 h 882"/>
              <a:gd name="T32" fmla="*/ 300 w 599"/>
              <a:gd name="T33" fmla="*/ 875 h 882"/>
              <a:gd name="T34" fmla="*/ 432 w 599"/>
              <a:gd name="T35" fmla="*/ 742 h 882"/>
              <a:gd name="T36" fmla="*/ 300 w 599"/>
              <a:gd name="T37" fmla="*/ 610 h 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99" h="882">
                <a:moveTo>
                  <a:pt x="300" y="882"/>
                </a:moveTo>
                <a:cubicBezTo>
                  <a:pt x="223" y="882"/>
                  <a:pt x="160" y="819"/>
                  <a:pt x="160" y="742"/>
                </a:cubicBezTo>
                <a:cubicBezTo>
                  <a:pt x="160" y="667"/>
                  <a:pt x="221" y="604"/>
                  <a:pt x="297" y="603"/>
                </a:cubicBezTo>
                <a:cubicBezTo>
                  <a:pt x="299" y="603"/>
                  <a:pt x="299" y="603"/>
                  <a:pt x="299" y="603"/>
                </a:cubicBezTo>
                <a:cubicBezTo>
                  <a:pt x="299" y="1"/>
                  <a:pt x="299" y="1"/>
                  <a:pt x="299" y="1"/>
                </a:cubicBezTo>
                <a:cubicBezTo>
                  <a:pt x="0" y="1"/>
                  <a:pt x="0" y="1"/>
                  <a:pt x="0" y="1"/>
                </a:cubicBezTo>
                <a:cubicBezTo>
                  <a:pt x="0" y="0"/>
                  <a:pt x="0" y="0"/>
                  <a:pt x="0" y="0"/>
                </a:cubicBezTo>
                <a:cubicBezTo>
                  <a:pt x="599" y="0"/>
                  <a:pt x="599" y="0"/>
                  <a:pt x="599" y="0"/>
                </a:cubicBezTo>
                <a:cubicBezTo>
                  <a:pt x="599" y="1"/>
                  <a:pt x="599" y="1"/>
                  <a:pt x="599" y="1"/>
                </a:cubicBezTo>
                <a:cubicBezTo>
                  <a:pt x="300" y="1"/>
                  <a:pt x="300" y="1"/>
                  <a:pt x="300" y="1"/>
                </a:cubicBezTo>
                <a:cubicBezTo>
                  <a:pt x="300" y="603"/>
                  <a:pt x="300" y="603"/>
                  <a:pt x="300" y="603"/>
                </a:cubicBezTo>
                <a:cubicBezTo>
                  <a:pt x="303" y="603"/>
                  <a:pt x="303" y="603"/>
                  <a:pt x="303" y="603"/>
                </a:cubicBezTo>
                <a:cubicBezTo>
                  <a:pt x="378" y="604"/>
                  <a:pt x="439" y="667"/>
                  <a:pt x="439" y="742"/>
                </a:cubicBezTo>
                <a:cubicBezTo>
                  <a:pt x="439" y="819"/>
                  <a:pt x="377" y="882"/>
                  <a:pt x="300" y="882"/>
                </a:cubicBezTo>
                <a:close/>
                <a:moveTo>
                  <a:pt x="300" y="610"/>
                </a:moveTo>
                <a:cubicBezTo>
                  <a:pt x="227" y="610"/>
                  <a:pt x="167" y="669"/>
                  <a:pt x="167" y="742"/>
                </a:cubicBezTo>
                <a:cubicBezTo>
                  <a:pt x="167" y="815"/>
                  <a:pt x="227" y="875"/>
                  <a:pt x="300" y="875"/>
                </a:cubicBezTo>
                <a:cubicBezTo>
                  <a:pt x="373" y="875"/>
                  <a:pt x="432" y="815"/>
                  <a:pt x="432" y="742"/>
                </a:cubicBezTo>
                <a:cubicBezTo>
                  <a:pt x="432" y="669"/>
                  <a:pt x="373" y="610"/>
                  <a:pt x="300" y="610"/>
                </a:cubicBezTo>
                <a:close/>
              </a:path>
            </a:pathLst>
          </a:custGeom>
          <a:solidFill>
            <a:schemeClr val="bg1">
              <a:lumMod val="75000"/>
            </a:schemeClr>
          </a:solidFill>
          <a:ln w="28575"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6" name="Freeform 12"/>
          <p:cNvSpPr>
            <a:spLocks noEditPoints="1"/>
          </p:cNvSpPr>
          <p:nvPr/>
        </p:nvSpPr>
        <p:spPr bwMode="auto">
          <a:xfrm>
            <a:off x="2681288" y="2551113"/>
            <a:ext cx="1965325" cy="3044825"/>
          </a:xfrm>
          <a:custGeom>
            <a:avLst/>
            <a:gdLst>
              <a:gd name="T0" fmla="*/ 697 w 837"/>
              <a:gd name="T1" fmla="*/ 1298 h 1298"/>
              <a:gd name="T2" fmla="*/ 558 w 837"/>
              <a:gd name="T3" fmla="*/ 1158 h 1298"/>
              <a:gd name="T4" fmla="*/ 694 w 837"/>
              <a:gd name="T5" fmla="*/ 1019 h 1298"/>
              <a:gd name="T6" fmla="*/ 697 w 837"/>
              <a:gd name="T7" fmla="*/ 1019 h 1298"/>
              <a:gd name="T8" fmla="*/ 697 w 837"/>
              <a:gd name="T9" fmla="*/ 1 h 1298"/>
              <a:gd name="T10" fmla="*/ 0 w 837"/>
              <a:gd name="T11" fmla="*/ 1 h 1298"/>
              <a:gd name="T12" fmla="*/ 0 w 837"/>
              <a:gd name="T13" fmla="*/ 0 h 1298"/>
              <a:gd name="T14" fmla="*/ 698 w 837"/>
              <a:gd name="T15" fmla="*/ 0 h 1298"/>
              <a:gd name="T16" fmla="*/ 698 w 837"/>
              <a:gd name="T17" fmla="*/ 1019 h 1298"/>
              <a:gd name="T18" fmla="*/ 700 w 837"/>
              <a:gd name="T19" fmla="*/ 1019 h 1298"/>
              <a:gd name="T20" fmla="*/ 837 w 837"/>
              <a:gd name="T21" fmla="*/ 1158 h 1298"/>
              <a:gd name="T22" fmla="*/ 697 w 837"/>
              <a:gd name="T23" fmla="*/ 1298 h 1298"/>
              <a:gd name="T24" fmla="*/ 697 w 837"/>
              <a:gd name="T25" fmla="*/ 1026 h 1298"/>
              <a:gd name="T26" fmla="*/ 565 w 837"/>
              <a:gd name="T27" fmla="*/ 1158 h 1298"/>
              <a:gd name="T28" fmla="*/ 697 w 837"/>
              <a:gd name="T29" fmla="*/ 1291 h 1298"/>
              <a:gd name="T30" fmla="*/ 830 w 837"/>
              <a:gd name="T31" fmla="*/ 1158 h 1298"/>
              <a:gd name="T32" fmla="*/ 697 w 837"/>
              <a:gd name="T33" fmla="*/ 1026 h 1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37" h="1298">
                <a:moveTo>
                  <a:pt x="697" y="1298"/>
                </a:moveTo>
                <a:cubicBezTo>
                  <a:pt x="620" y="1298"/>
                  <a:pt x="558" y="1235"/>
                  <a:pt x="558" y="1158"/>
                </a:cubicBezTo>
                <a:cubicBezTo>
                  <a:pt x="558" y="1083"/>
                  <a:pt x="619" y="1020"/>
                  <a:pt x="694" y="1019"/>
                </a:cubicBezTo>
                <a:cubicBezTo>
                  <a:pt x="697" y="1019"/>
                  <a:pt x="697" y="1019"/>
                  <a:pt x="697" y="1019"/>
                </a:cubicBezTo>
                <a:cubicBezTo>
                  <a:pt x="697" y="1"/>
                  <a:pt x="697" y="1"/>
                  <a:pt x="697" y="1"/>
                </a:cubicBezTo>
                <a:cubicBezTo>
                  <a:pt x="0" y="1"/>
                  <a:pt x="0" y="1"/>
                  <a:pt x="0" y="1"/>
                </a:cubicBezTo>
                <a:cubicBezTo>
                  <a:pt x="0" y="0"/>
                  <a:pt x="0" y="0"/>
                  <a:pt x="0" y="0"/>
                </a:cubicBezTo>
                <a:cubicBezTo>
                  <a:pt x="698" y="0"/>
                  <a:pt x="698" y="0"/>
                  <a:pt x="698" y="0"/>
                </a:cubicBezTo>
                <a:cubicBezTo>
                  <a:pt x="698" y="1019"/>
                  <a:pt x="698" y="1019"/>
                  <a:pt x="698" y="1019"/>
                </a:cubicBezTo>
                <a:cubicBezTo>
                  <a:pt x="700" y="1019"/>
                  <a:pt x="700" y="1019"/>
                  <a:pt x="700" y="1019"/>
                </a:cubicBezTo>
                <a:cubicBezTo>
                  <a:pt x="776" y="1020"/>
                  <a:pt x="837" y="1083"/>
                  <a:pt x="837" y="1158"/>
                </a:cubicBezTo>
                <a:cubicBezTo>
                  <a:pt x="837" y="1235"/>
                  <a:pt x="774" y="1298"/>
                  <a:pt x="697" y="1298"/>
                </a:cubicBezTo>
                <a:close/>
                <a:moveTo>
                  <a:pt x="697" y="1026"/>
                </a:moveTo>
                <a:cubicBezTo>
                  <a:pt x="624" y="1026"/>
                  <a:pt x="565" y="1085"/>
                  <a:pt x="565" y="1158"/>
                </a:cubicBezTo>
                <a:cubicBezTo>
                  <a:pt x="565" y="1231"/>
                  <a:pt x="624" y="1291"/>
                  <a:pt x="697" y="1291"/>
                </a:cubicBezTo>
                <a:cubicBezTo>
                  <a:pt x="770" y="1291"/>
                  <a:pt x="830" y="1231"/>
                  <a:pt x="830" y="1158"/>
                </a:cubicBezTo>
                <a:cubicBezTo>
                  <a:pt x="830" y="1085"/>
                  <a:pt x="770" y="1026"/>
                  <a:pt x="697" y="1026"/>
                </a:cubicBezTo>
                <a:close/>
              </a:path>
            </a:pathLst>
          </a:custGeom>
          <a:solidFill>
            <a:schemeClr val="bg1">
              <a:lumMod val="75000"/>
            </a:schemeClr>
          </a:solidFill>
          <a:ln w="28575"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7" name="Freeform 13"/>
          <p:cNvSpPr>
            <a:spLocks noEditPoints="1"/>
          </p:cNvSpPr>
          <p:nvPr/>
        </p:nvSpPr>
        <p:spPr bwMode="auto">
          <a:xfrm>
            <a:off x="4538663" y="3292476"/>
            <a:ext cx="1404938" cy="1627188"/>
          </a:xfrm>
          <a:custGeom>
            <a:avLst/>
            <a:gdLst>
              <a:gd name="T0" fmla="*/ 300 w 599"/>
              <a:gd name="T1" fmla="*/ 694 h 694"/>
              <a:gd name="T2" fmla="*/ 160 w 599"/>
              <a:gd name="T3" fmla="*/ 554 h 694"/>
              <a:gd name="T4" fmla="*/ 297 w 599"/>
              <a:gd name="T5" fmla="*/ 415 h 694"/>
              <a:gd name="T6" fmla="*/ 299 w 599"/>
              <a:gd name="T7" fmla="*/ 415 h 694"/>
              <a:gd name="T8" fmla="*/ 299 w 599"/>
              <a:gd name="T9" fmla="*/ 1 h 694"/>
              <a:gd name="T10" fmla="*/ 0 w 599"/>
              <a:gd name="T11" fmla="*/ 1 h 694"/>
              <a:gd name="T12" fmla="*/ 0 w 599"/>
              <a:gd name="T13" fmla="*/ 0 h 694"/>
              <a:gd name="T14" fmla="*/ 599 w 599"/>
              <a:gd name="T15" fmla="*/ 0 h 694"/>
              <a:gd name="T16" fmla="*/ 599 w 599"/>
              <a:gd name="T17" fmla="*/ 1 h 694"/>
              <a:gd name="T18" fmla="*/ 300 w 599"/>
              <a:gd name="T19" fmla="*/ 1 h 694"/>
              <a:gd name="T20" fmla="*/ 300 w 599"/>
              <a:gd name="T21" fmla="*/ 415 h 694"/>
              <a:gd name="T22" fmla="*/ 303 w 599"/>
              <a:gd name="T23" fmla="*/ 415 h 694"/>
              <a:gd name="T24" fmla="*/ 440 w 599"/>
              <a:gd name="T25" fmla="*/ 554 h 694"/>
              <a:gd name="T26" fmla="*/ 300 w 599"/>
              <a:gd name="T27" fmla="*/ 694 h 694"/>
              <a:gd name="T28" fmla="*/ 300 w 599"/>
              <a:gd name="T29" fmla="*/ 422 h 694"/>
              <a:gd name="T30" fmla="*/ 167 w 599"/>
              <a:gd name="T31" fmla="*/ 554 h 694"/>
              <a:gd name="T32" fmla="*/ 300 w 599"/>
              <a:gd name="T33" fmla="*/ 687 h 694"/>
              <a:gd name="T34" fmla="*/ 432 w 599"/>
              <a:gd name="T35" fmla="*/ 554 h 694"/>
              <a:gd name="T36" fmla="*/ 300 w 599"/>
              <a:gd name="T37" fmla="*/ 422 h 6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99" h="694">
                <a:moveTo>
                  <a:pt x="300" y="694"/>
                </a:moveTo>
                <a:cubicBezTo>
                  <a:pt x="223" y="694"/>
                  <a:pt x="160" y="631"/>
                  <a:pt x="160" y="554"/>
                </a:cubicBezTo>
                <a:cubicBezTo>
                  <a:pt x="160" y="479"/>
                  <a:pt x="222" y="416"/>
                  <a:pt x="297" y="415"/>
                </a:cubicBezTo>
                <a:cubicBezTo>
                  <a:pt x="299" y="415"/>
                  <a:pt x="299" y="415"/>
                  <a:pt x="299" y="415"/>
                </a:cubicBezTo>
                <a:cubicBezTo>
                  <a:pt x="299" y="1"/>
                  <a:pt x="299" y="1"/>
                  <a:pt x="299" y="1"/>
                </a:cubicBezTo>
                <a:cubicBezTo>
                  <a:pt x="0" y="1"/>
                  <a:pt x="0" y="1"/>
                  <a:pt x="0" y="1"/>
                </a:cubicBezTo>
                <a:cubicBezTo>
                  <a:pt x="0" y="0"/>
                  <a:pt x="0" y="0"/>
                  <a:pt x="0" y="0"/>
                </a:cubicBezTo>
                <a:cubicBezTo>
                  <a:pt x="599" y="0"/>
                  <a:pt x="599" y="0"/>
                  <a:pt x="599" y="0"/>
                </a:cubicBezTo>
                <a:cubicBezTo>
                  <a:pt x="599" y="1"/>
                  <a:pt x="599" y="1"/>
                  <a:pt x="599" y="1"/>
                </a:cubicBezTo>
                <a:cubicBezTo>
                  <a:pt x="300" y="1"/>
                  <a:pt x="300" y="1"/>
                  <a:pt x="300" y="1"/>
                </a:cubicBezTo>
                <a:cubicBezTo>
                  <a:pt x="300" y="415"/>
                  <a:pt x="300" y="415"/>
                  <a:pt x="300" y="415"/>
                </a:cubicBezTo>
                <a:cubicBezTo>
                  <a:pt x="303" y="415"/>
                  <a:pt x="303" y="415"/>
                  <a:pt x="303" y="415"/>
                </a:cubicBezTo>
                <a:cubicBezTo>
                  <a:pt x="378" y="416"/>
                  <a:pt x="440" y="479"/>
                  <a:pt x="440" y="554"/>
                </a:cubicBezTo>
                <a:cubicBezTo>
                  <a:pt x="440" y="631"/>
                  <a:pt x="377" y="694"/>
                  <a:pt x="300" y="694"/>
                </a:cubicBezTo>
                <a:close/>
                <a:moveTo>
                  <a:pt x="300" y="422"/>
                </a:moveTo>
                <a:cubicBezTo>
                  <a:pt x="227" y="422"/>
                  <a:pt x="167" y="481"/>
                  <a:pt x="167" y="554"/>
                </a:cubicBezTo>
                <a:cubicBezTo>
                  <a:pt x="167" y="627"/>
                  <a:pt x="227" y="687"/>
                  <a:pt x="300" y="687"/>
                </a:cubicBezTo>
                <a:cubicBezTo>
                  <a:pt x="373" y="687"/>
                  <a:pt x="432" y="627"/>
                  <a:pt x="432" y="554"/>
                </a:cubicBezTo>
                <a:cubicBezTo>
                  <a:pt x="432" y="481"/>
                  <a:pt x="373" y="422"/>
                  <a:pt x="300" y="422"/>
                </a:cubicBezTo>
                <a:close/>
              </a:path>
            </a:pathLst>
          </a:custGeom>
          <a:solidFill>
            <a:schemeClr val="bg1">
              <a:lumMod val="75000"/>
            </a:schemeClr>
          </a:solidFill>
          <a:ln w="28575">
            <a:solidFill>
              <a:schemeClr val="bg1">
                <a:lumMod val="50000"/>
              </a:schemeClr>
            </a:solidFill>
          </a:ln>
        </p:spPr>
        <p:txBody>
          <a:bodyPr vert="horz" wrap="square" lIns="91440" tIns="45720" rIns="91440" bIns="45720" numCol="1" anchor="t" anchorCtr="0" compatLnSpc="1">
            <a:prstTxWarp prst="textNoShape">
              <a:avLst/>
            </a:prstTxWarp>
            <a:noAutofit/>
          </a:bodyPr>
          <a:lstStyle/>
          <a:p>
            <a:endParaRPr lang="zh-CN" altLang="en-US">
              <a:solidFill>
                <a:srgbClr val="FF0000"/>
              </a:solidFill>
            </a:endParaRPr>
          </a:p>
        </p:txBody>
      </p:sp>
      <p:sp>
        <p:nvSpPr>
          <p:cNvPr id="36" name="任意多边形 35"/>
          <p:cNvSpPr>
            <a:spLocks noChangeArrowheads="1"/>
          </p:cNvSpPr>
          <p:nvPr/>
        </p:nvSpPr>
        <p:spPr bwMode="auto">
          <a:xfrm>
            <a:off x="6950076" y="865188"/>
            <a:ext cx="2022475" cy="3203575"/>
          </a:xfrm>
          <a:custGeom>
            <a:avLst/>
            <a:gdLst>
              <a:gd name="connsiteX0" fmla="*/ 88900 w 2022475"/>
              <a:gd name="connsiteY0" fmla="*/ 87313 h 3203575"/>
              <a:gd name="connsiteX1" fmla="*/ 88900 w 2022475"/>
              <a:gd name="connsiteY1" fmla="*/ 3116263 h 3203575"/>
              <a:gd name="connsiteX2" fmla="*/ 1935163 w 2022475"/>
              <a:gd name="connsiteY2" fmla="*/ 3116263 h 3203575"/>
              <a:gd name="connsiteX3" fmla="*/ 1935163 w 2022475"/>
              <a:gd name="connsiteY3" fmla="*/ 87313 h 3203575"/>
              <a:gd name="connsiteX4" fmla="*/ 0 w 2022475"/>
              <a:gd name="connsiteY4" fmla="*/ 0 h 3203575"/>
              <a:gd name="connsiteX5" fmla="*/ 2022475 w 2022475"/>
              <a:gd name="connsiteY5" fmla="*/ 0 h 3203575"/>
              <a:gd name="connsiteX6" fmla="*/ 2022475 w 2022475"/>
              <a:gd name="connsiteY6" fmla="*/ 3203575 h 3203575"/>
              <a:gd name="connsiteX7" fmla="*/ 0 w 2022475"/>
              <a:gd name="connsiteY7" fmla="*/ 3203575 h 3203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22475" h="3203575">
                <a:moveTo>
                  <a:pt x="88900" y="87313"/>
                </a:moveTo>
                <a:lnTo>
                  <a:pt x="88900" y="3116263"/>
                </a:lnTo>
                <a:lnTo>
                  <a:pt x="1935163" y="3116263"/>
                </a:lnTo>
                <a:lnTo>
                  <a:pt x="1935163" y="87313"/>
                </a:lnTo>
                <a:close/>
                <a:moveTo>
                  <a:pt x="0" y="0"/>
                </a:moveTo>
                <a:lnTo>
                  <a:pt x="2022475" y="0"/>
                </a:lnTo>
                <a:lnTo>
                  <a:pt x="2022475" y="3203575"/>
                </a:lnTo>
                <a:lnTo>
                  <a:pt x="0" y="3203575"/>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noAutofit/>
          </a:bodyPr>
          <a:lstStyle/>
          <a:p>
            <a:endParaRPr lang="zh-CN" altLang="en-US">
              <a:solidFill>
                <a:srgbClr val="FF0000"/>
              </a:solidFill>
            </a:endParaRPr>
          </a:p>
        </p:txBody>
      </p:sp>
      <p:sp>
        <p:nvSpPr>
          <p:cNvPr id="23" name="Freeform 19"/>
          <p:cNvSpPr>
            <a:spLocks/>
          </p:cNvSpPr>
          <p:nvPr/>
        </p:nvSpPr>
        <p:spPr bwMode="auto">
          <a:xfrm>
            <a:off x="8210551" y="638176"/>
            <a:ext cx="593725" cy="3617913"/>
          </a:xfrm>
          <a:custGeom>
            <a:avLst/>
            <a:gdLst>
              <a:gd name="T0" fmla="*/ 0 w 374"/>
              <a:gd name="T1" fmla="*/ 2279 h 2279"/>
              <a:gd name="T2" fmla="*/ 47 w 374"/>
              <a:gd name="T3" fmla="*/ 2279 h 2279"/>
              <a:gd name="T4" fmla="*/ 374 w 374"/>
              <a:gd name="T5" fmla="*/ 2106 h 2279"/>
              <a:gd name="T6" fmla="*/ 374 w 374"/>
              <a:gd name="T7" fmla="*/ 198 h 2279"/>
              <a:gd name="T8" fmla="*/ 47 w 374"/>
              <a:gd name="T9" fmla="*/ 0 h 2279"/>
              <a:gd name="T10" fmla="*/ 0 w 374"/>
              <a:gd name="T11" fmla="*/ 0 h 2279"/>
              <a:gd name="T12" fmla="*/ 0 w 374"/>
              <a:gd name="T13" fmla="*/ 2279 h 2279"/>
            </a:gdLst>
            <a:ahLst/>
            <a:cxnLst>
              <a:cxn ang="0">
                <a:pos x="T0" y="T1"/>
              </a:cxn>
              <a:cxn ang="0">
                <a:pos x="T2" y="T3"/>
              </a:cxn>
              <a:cxn ang="0">
                <a:pos x="T4" y="T5"/>
              </a:cxn>
              <a:cxn ang="0">
                <a:pos x="T6" y="T7"/>
              </a:cxn>
              <a:cxn ang="0">
                <a:pos x="T8" y="T9"/>
              </a:cxn>
              <a:cxn ang="0">
                <a:pos x="T10" y="T11"/>
              </a:cxn>
              <a:cxn ang="0">
                <a:pos x="T12" y="T13"/>
              </a:cxn>
            </a:cxnLst>
            <a:rect l="0" t="0" r="r" b="b"/>
            <a:pathLst>
              <a:path w="374" h="2279">
                <a:moveTo>
                  <a:pt x="0" y="2279"/>
                </a:moveTo>
                <a:lnTo>
                  <a:pt x="47" y="2279"/>
                </a:lnTo>
                <a:lnTo>
                  <a:pt x="374" y="2106"/>
                </a:lnTo>
                <a:lnTo>
                  <a:pt x="374" y="198"/>
                </a:lnTo>
                <a:lnTo>
                  <a:pt x="47" y="0"/>
                </a:lnTo>
                <a:lnTo>
                  <a:pt x="0" y="0"/>
                </a:lnTo>
                <a:lnTo>
                  <a:pt x="0" y="2279"/>
                </a:lnTo>
                <a:close/>
              </a:path>
            </a:pathLst>
          </a:custGeom>
          <a:solidFill>
            <a:schemeClr val="accent3">
              <a:lumMod val="75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solidFill>
                <a:srgbClr val="3A8FCB"/>
              </a:solidFill>
            </a:endParaRPr>
          </a:p>
        </p:txBody>
      </p:sp>
      <p:sp>
        <p:nvSpPr>
          <p:cNvPr id="25" name="Freeform 20"/>
          <p:cNvSpPr>
            <a:spLocks/>
          </p:cNvSpPr>
          <p:nvPr/>
        </p:nvSpPr>
        <p:spPr bwMode="auto">
          <a:xfrm>
            <a:off x="8285163" y="638176"/>
            <a:ext cx="593725" cy="3617913"/>
          </a:xfrm>
          <a:custGeom>
            <a:avLst/>
            <a:gdLst>
              <a:gd name="T0" fmla="*/ 0 w 374"/>
              <a:gd name="T1" fmla="*/ 2279 h 2279"/>
              <a:gd name="T2" fmla="*/ 374 w 374"/>
              <a:gd name="T3" fmla="*/ 2106 h 2279"/>
              <a:gd name="T4" fmla="*/ 374 w 374"/>
              <a:gd name="T5" fmla="*/ 198 h 2279"/>
              <a:gd name="T6" fmla="*/ 0 w 374"/>
              <a:gd name="T7" fmla="*/ 0 h 2279"/>
              <a:gd name="T8" fmla="*/ 0 w 374"/>
              <a:gd name="T9" fmla="*/ 2279 h 2279"/>
            </a:gdLst>
            <a:ahLst/>
            <a:cxnLst>
              <a:cxn ang="0">
                <a:pos x="T0" y="T1"/>
              </a:cxn>
              <a:cxn ang="0">
                <a:pos x="T2" y="T3"/>
              </a:cxn>
              <a:cxn ang="0">
                <a:pos x="T4" y="T5"/>
              </a:cxn>
              <a:cxn ang="0">
                <a:pos x="T6" y="T7"/>
              </a:cxn>
              <a:cxn ang="0">
                <a:pos x="T8" y="T9"/>
              </a:cxn>
            </a:cxnLst>
            <a:rect l="0" t="0" r="r" b="b"/>
            <a:pathLst>
              <a:path w="374" h="2279">
                <a:moveTo>
                  <a:pt x="0" y="2279"/>
                </a:moveTo>
                <a:lnTo>
                  <a:pt x="374" y="2106"/>
                </a:lnTo>
                <a:lnTo>
                  <a:pt x="374" y="198"/>
                </a:lnTo>
                <a:lnTo>
                  <a:pt x="0" y="0"/>
                </a:lnTo>
                <a:lnTo>
                  <a:pt x="0" y="2279"/>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noAutofit/>
          </a:bodyPr>
          <a:lstStyle/>
          <a:p>
            <a:endParaRPr lang="zh-CN" altLang="en-US">
              <a:solidFill>
                <a:srgbClr val="FF0000"/>
              </a:solidFill>
            </a:endParaRPr>
          </a:p>
        </p:txBody>
      </p:sp>
      <p:sp>
        <p:nvSpPr>
          <p:cNvPr id="26" name="文本框 25"/>
          <p:cNvSpPr txBox="1"/>
          <p:nvPr/>
        </p:nvSpPr>
        <p:spPr>
          <a:xfrm>
            <a:off x="1562477" y="1628042"/>
            <a:ext cx="2856518" cy="830997"/>
          </a:xfrm>
          <a:prstGeom prst="rect">
            <a:avLst/>
          </a:prstGeom>
          <a:noFill/>
        </p:spPr>
        <p:txBody>
          <a:bodyPr wrap="square" rtlCol="0">
            <a:spAutoFit/>
          </a:bodyPr>
          <a:lstStyle/>
          <a:p>
            <a:pPr algn="r">
              <a:lnSpc>
                <a:spcPct val="120000"/>
              </a:lnSpc>
            </a:pPr>
            <a:r>
              <a:rPr lang="zh-CN" altLang="en-US" sz="2400" b="1" dirty="0">
                <a:solidFill>
                  <a:srgbClr val="219980"/>
                </a:solidFill>
              </a:rPr>
              <a:t>添加标题</a:t>
            </a:r>
            <a:endParaRPr lang="en-US" altLang="zh-CN" sz="2400" b="1" dirty="0">
              <a:solidFill>
                <a:srgbClr val="219980"/>
              </a:solidFill>
            </a:endParaRPr>
          </a:p>
          <a:p>
            <a:pPr algn="r">
              <a:lnSpc>
                <a:spcPct val="120000"/>
              </a:lnSpc>
            </a:pPr>
            <a:r>
              <a:rPr lang="zh-CN" altLang="en-US" sz="1600" dirty="0">
                <a:solidFill>
                  <a:schemeClr val="tx1">
                    <a:lumMod val="65000"/>
                    <a:lumOff val="35000"/>
                  </a:schemeClr>
                </a:solidFill>
              </a:rPr>
              <a:t>添加内容添加内容</a:t>
            </a:r>
          </a:p>
        </p:txBody>
      </p:sp>
      <p:sp>
        <p:nvSpPr>
          <p:cNvPr id="27" name="文本框 26"/>
          <p:cNvSpPr txBox="1"/>
          <p:nvPr/>
        </p:nvSpPr>
        <p:spPr>
          <a:xfrm>
            <a:off x="4418995" y="2466975"/>
            <a:ext cx="2856518" cy="830997"/>
          </a:xfrm>
          <a:prstGeom prst="rect">
            <a:avLst/>
          </a:prstGeom>
          <a:noFill/>
        </p:spPr>
        <p:txBody>
          <a:bodyPr wrap="square" rtlCol="0">
            <a:spAutoFit/>
          </a:bodyPr>
          <a:lstStyle/>
          <a:p>
            <a:pPr>
              <a:lnSpc>
                <a:spcPct val="120000"/>
              </a:lnSpc>
            </a:pPr>
            <a:r>
              <a:rPr lang="zh-CN" altLang="en-US" sz="2400" b="1" dirty="0">
                <a:solidFill>
                  <a:srgbClr val="3A8FCB"/>
                </a:solidFill>
              </a:rPr>
              <a:t>添加标题</a:t>
            </a:r>
            <a:endParaRPr lang="en-US" altLang="zh-CN" sz="2400" b="1" dirty="0">
              <a:solidFill>
                <a:srgbClr val="3A8FCB"/>
              </a:solidFill>
            </a:endParaRPr>
          </a:p>
          <a:p>
            <a:pPr>
              <a:lnSpc>
                <a:spcPct val="120000"/>
              </a:lnSpc>
            </a:pPr>
            <a:r>
              <a:rPr lang="zh-CN" altLang="en-US" sz="1600" dirty="0">
                <a:solidFill>
                  <a:schemeClr val="tx1">
                    <a:lumMod val="65000"/>
                    <a:lumOff val="35000"/>
                  </a:schemeClr>
                </a:solidFill>
              </a:rPr>
              <a:t>添加内容添加内容</a:t>
            </a:r>
          </a:p>
        </p:txBody>
      </p:sp>
      <p:sp>
        <p:nvSpPr>
          <p:cNvPr id="28" name="文本框 27"/>
          <p:cNvSpPr txBox="1"/>
          <p:nvPr/>
        </p:nvSpPr>
        <p:spPr>
          <a:xfrm>
            <a:off x="1253029" y="3355241"/>
            <a:ext cx="2856518" cy="830997"/>
          </a:xfrm>
          <a:prstGeom prst="rect">
            <a:avLst/>
          </a:prstGeom>
          <a:noFill/>
        </p:spPr>
        <p:txBody>
          <a:bodyPr wrap="square" rtlCol="0">
            <a:spAutoFit/>
          </a:bodyPr>
          <a:lstStyle/>
          <a:p>
            <a:pPr algn="r">
              <a:lnSpc>
                <a:spcPct val="120000"/>
              </a:lnSpc>
            </a:pPr>
            <a:r>
              <a:rPr lang="zh-CN" altLang="en-US" sz="2400" b="1" dirty="0">
                <a:solidFill>
                  <a:srgbClr val="EA981E"/>
                </a:solidFill>
              </a:rPr>
              <a:t>添加标题</a:t>
            </a:r>
            <a:endParaRPr lang="en-US" altLang="zh-CN" sz="2400" b="1" dirty="0">
              <a:solidFill>
                <a:srgbClr val="EA981E"/>
              </a:solidFill>
            </a:endParaRPr>
          </a:p>
          <a:p>
            <a:pPr algn="r">
              <a:lnSpc>
                <a:spcPct val="120000"/>
              </a:lnSpc>
            </a:pPr>
            <a:r>
              <a:rPr lang="zh-CN" altLang="en-US" sz="1600" dirty="0">
                <a:solidFill>
                  <a:schemeClr val="tx1">
                    <a:lumMod val="65000"/>
                    <a:lumOff val="35000"/>
                  </a:schemeClr>
                </a:solidFill>
              </a:rPr>
              <a:t>添加内容添加内容</a:t>
            </a:r>
          </a:p>
        </p:txBody>
      </p:sp>
      <p:sp>
        <p:nvSpPr>
          <p:cNvPr id="29" name="文本框 28"/>
          <p:cNvSpPr txBox="1"/>
          <p:nvPr/>
        </p:nvSpPr>
        <p:spPr>
          <a:xfrm>
            <a:off x="3127909" y="5684080"/>
            <a:ext cx="513282" cy="523220"/>
          </a:xfrm>
          <a:prstGeom prst="rect">
            <a:avLst/>
          </a:prstGeom>
          <a:noFill/>
        </p:spPr>
        <p:txBody>
          <a:bodyPr wrap="none" rtlCol="0">
            <a:spAutoFit/>
          </a:bodyPr>
          <a:lstStyle/>
          <a:p>
            <a:r>
              <a:rPr lang="en-US" altLang="zh-CN" sz="2800" dirty="0">
                <a:solidFill>
                  <a:srgbClr val="EA981E"/>
                </a:solidFill>
                <a:latin typeface="Impact" panose="020B0806030902050204" pitchFamily="34" charset="0"/>
              </a:rPr>
              <a:t>01</a:t>
            </a:r>
            <a:endParaRPr lang="zh-CN" altLang="en-US" sz="2800" dirty="0">
              <a:solidFill>
                <a:srgbClr val="EA981E"/>
              </a:solidFill>
              <a:latin typeface="Impact" panose="020B0806030902050204" pitchFamily="34" charset="0"/>
            </a:endParaRPr>
          </a:p>
        </p:txBody>
      </p:sp>
      <p:sp>
        <p:nvSpPr>
          <p:cNvPr id="30" name="文本框 29"/>
          <p:cNvSpPr txBox="1"/>
          <p:nvPr/>
        </p:nvSpPr>
        <p:spPr>
          <a:xfrm>
            <a:off x="4056597" y="5011738"/>
            <a:ext cx="556563" cy="523220"/>
          </a:xfrm>
          <a:prstGeom prst="rect">
            <a:avLst/>
          </a:prstGeom>
          <a:noFill/>
        </p:spPr>
        <p:txBody>
          <a:bodyPr wrap="none" rtlCol="0">
            <a:spAutoFit/>
          </a:bodyPr>
          <a:lstStyle/>
          <a:p>
            <a:r>
              <a:rPr lang="en-US" altLang="zh-CN" sz="2800" dirty="0">
                <a:solidFill>
                  <a:srgbClr val="219980"/>
                </a:solidFill>
                <a:latin typeface="Impact" panose="020B0806030902050204" pitchFamily="34" charset="0"/>
              </a:rPr>
              <a:t>02</a:t>
            </a:r>
            <a:endParaRPr lang="zh-CN" altLang="en-US" sz="2800" dirty="0">
              <a:solidFill>
                <a:srgbClr val="219980"/>
              </a:solidFill>
              <a:latin typeface="Impact" panose="020B0806030902050204" pitchFamily="34" charset="0"/>
            </a:endParaRPr>
          </a:p>
        </p:txBody>
      </p:sp>
      <p:sp>
        <p:nvSpPr>
          <p:cNvPr id="31" name="文本框 30"/>
          <p:cNvSpPr txBox="1"/>
          <p:nvPr/>
        </p:nvSpPr>
        <p:spPr>
          <a:xfrm>
            <a:off x="4985285" y="4339396"/>
            <a:ext cx="567784" cy="523220"/>
          </a:xfrm>
          <a:prstGeom prst="rect">
            <a:avLst/>
          </a:prstGeom>
          <a:noFill/>
        </p:spPr>
        <p:txBody>
          <a:bodyPr wrap="none" rtlCol="0">
            <a:spAutoFit/>
          </a:bodyPr>
          <a:lstStyle/>
          <a:p>
            <a:r>
              <a:rPr lang="en-US" altLang="zh-CN" sz="2800" dirty="0">
                <a:solidFill>
                  <a:srgbClr val="3A8FCB"/>
                </a:solidFill>
                <a:latin typeface="Impact" panose="020B0806030902050204" pitchFamily="34" charset="0"/>
              </a:rPr>
              <a:t>03</a:t>
            </a:r>
            <a:endParaRPr lang="zh-CN" altLang="en-US" sz="2800" dirty="0">
              <a:solidFill>
                <a:srgbClr val="3A8FCB"/>
              </a:solidFill>
              <a:latin typeface="Impact" panose="020B0806030902050204" pitchFamily="34" charset="0"/>
            </a:endParaRPr>
          </a:p>
        </p:txBody>
      </p:sp>
      <p:grpSp>
        <p:nvGrpSpPr>
          <p:cNvPr id="37" name="组合 36"/>
          <p:cNvGrpSpPr/>
          <p:nvPr/>
        </p:nvGrpSpPr>
        <p:grpSpPr>
          <a:xfrm>
            <a:off x="7058388" y="2949348"/>
            <a:ext cx="1182082" cy="1401338"/>
            <a:chOff x="1624013" y="2022476"/>
            <a:chExt cx="457200" cy="700087"/>
          </a:xfrm>
          <a:solidFill>
            <a:schemeClr val="bg1">
              <a:lumMod val="50000"/>
            </a:schemeClr>
          </a:solidFill>
        </p:grpSpPr>
        <p:sp>
          <p:nvSpPr>
            <p:cNvPr id="38" name="Freeform 113"/>
            <p:cNvSpPr>
              <a:spLocks/>
            </p:cNvSpPr>
            <p:nvPr/>
          </p:nvSpPr>
          <p:spPr bwMode="auto">
            <a:xfrm>
              <a:off x="1654175" y="2455863"/>
              <a:ext cx="171450" cy="266700"/>
            </a:xfrm>
            <a:custGeom>
              <a:avLst/>
              <a:gdLst>
                <a:gd name="T0" fmla="*/ 45 w 67"/>
                <a:gd name="T1" fmla="*/ 0 h 104"/>
                <a:gd name="T2" fmla="*/ 40 w 67"/>
                <a:gd name="T3" fmla="*/ 38 h 104"/>
                <a:gd name="T4" fmla="*/ 4 w 67"/>
                <a:gd name="T5" fmla="*/ 83 h 104"/>
                <a:gd name="T6" fmla="*/ 6 w 67"/>
                <a:gd name="T7" fmla="*/ 100 h 104"/>
                <a:gd name="T8" fmla="*/ 23 w 67"/>
                <a:gd name="T9" fmla="*/ 98 h 104"/>
                <a:gd name="T10" fmla="*/ 61 w 67"/>
                <a:gd name="T11" fmla="*/ 51 h 104"/>
                <a:gd name="T12" fmla="*/ 63 w 67"/>
                <a:gd name="T13" fmla="*/ 45 h 104"/>
                <a:gd name="T14" fmla="*/ 67 w 67"/>
                <a:gd name="T15" fmla="*/ 18 h 104"/>
                <a:gd name="T16" fmla="*/ 59 w 67"/>
                <a:gd name="T17" fmla="*/ 9 h 104"/>
                <a:gd name="T18" fmla="*/ 45 w 67"/>
                <a:gd name="T19"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7" h="104">
                  <a:moveTo>
                    <a:pt x="45" y="0"/>
                  </a:moveTo>
                  <a:cubicBezTo>
                    <a:pt x="40" y="38"/>
                    <a:pt x="40" y="38"/>
                    <a:pt x="40" y="38"/>
                  </a:cubicBezTo>
                  <a:cubicBezTo>
                    <a:pt x="4" y="83"/>
                    <a:pt x="4" y="83"/>
                    <a:pt x="4" y="83"/>
                  </a:cubicBezTo>
                  <a:cubicBezTo>
                    <a:pt x="0" y="88"/>
                    <a:pt x="1" y="96"/>
                    <a:pt x="6" y="100"/>
                  </a:cubicBezTo>
                  <a:cubicBezTo>
                    <a:pt x="11" y="104"/>
                    <a:pt x="19" y="103"/>
                    <a:pt x="23" y="98"/>
                  </a:cubicBezTo>
                  <a:cubicBezTo>
                    <a:pt x="61" y="51"/>
                    <a:pt x="61" y="51"/>
                    <a:pt x="61" y="51"/>
                  </a:cubicBezTo>
                  <a:cubicBezTo>
                    <a:pt x="62" y="49"/>
                    <a:pt x="63" y="47"/>
                    <a:pt x="63" y="45"/>
                  </a:cubicBezTo>
                  <a:cubicBezTo>
                    <a:pt x="67" y="18"/>
                    <a:pt x="67" y="18"/>
                    <a:pt x="67" y="18"/>
                  </a:cubicBezTo>
                  <a:cubicBezTo>
                    <a:pt x="65" y="15"/>
                    <a:pt x="62" y="12"/>
                    <a:pt x="59" y="9"/>
                  </a:cubicBezTo>
                  <a:cubicBezTo>
                    <a:pt x="54" y="7"/>
                    <a:pt x="49" y="3"/>
                    <a:pt x="45"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9" name="Freeform 115"/>
            <p:cNvSpPr>
              <a:spLocks/>
            </p:cNvSpPr>
            <p:nvPr/>
          </p:nvSpPr>
          <p:spPr bwMode="auto">
            <a:xfrm>
              <a:off x="1914525" y="2174876"/>
              <a:ext cx="166688" cy="115888"/>
            </a:xfrm>
            <a:custGeom>
              <a:avLst/>
              <a:gdLst>
                <a:gd name="T0" fmla="*/ 2 w 65"/>
                <a:gd name="T1" fmla="*/ 28 h 45"/>
                <a:gd name="T2" fmla="*/ 0 w 65"/>
                <a:gd name="T3" fmla="*/ 38 h 45"/>
                <a:gd name="T4" fmla="*/ 23 w 65"/>
                <a:gd name="T5" fmla="*/ 44 h 45"/>
                <a:gd name="T6" fmla="*/ 32 w 65"/>
                <a:gd name="T7" fmla="*/ 42 h 45"/>
                <a:gd name="T8" fmla="*/ 60 w 65"/>
                <a:gd name="T9" fmla="*/ 19 h 45"/>
                <a:gd name="T10" fmla="*/ 62 w 65"/>
                <a:gd name="T11" fmla="*/ 5 h 45"/>
                <a:gd name="T12" fmla="*/ 48 w 65"/>
                <a:gd name="T13" fmla="*/ 4 h 45"/>
                <a:gd name="T14" fmla="*/ 23 w 65"/>
                <a:gd name="T15" fmla="*/ 24 h 45"/>
                <a:gd name="T16" fmla="*/ 0 w 65"/>
                <a:gd name="T17" fmla="*/ 18 h 45"/>
                <a:gd name="T18" fmla="*/ 2 w 65"/>
                <a:gd name="T19" fmla="*/ 2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45">
                  <a:moveTo>
                    <a:pt x="2" y="28"/>
                  </a:moveTo>
                  <a:cubicBezTo>
                    <a:pt x="2" y="32"/>
                    <a:pt x="0" y="38"/>
                    <a:pt x="0" y="38"/>
                  </a:cubicBezTo>
                  <a:cubicBezTo>
                    <a:pt x="23" y="44"/>
                    <a:pt x="23" y="44"/>
                    <a:pt x="23" y="44"/>
                  </a:cubicBezTo>
                  <a:cubicBezTo>
                    <a:pt x="26" y="45"/>
                    <a:pt x="30" y="44"/>
                    <a:pt x="32" y="42"/>
                  </a:cubicBezTo>
                  <a:cubicBezTo>
                    <a:pt x="60" y="19"/>
                    <a:pt x="60" y="19"/>
                    <a:pt x="60" y="19"/>
                  </a:cubicBezTo>
                  <a:cubicBezTo>
                    <a:pt x="65" y="16"/>
                    <a:pt x="65" y="10"/>
                    <a:pt x="62" y="5"/>
                  </a:cubicBezTo>
                  <a:cubicBezTo>
                    <a:pt x="58" y="1"/>
                    <a:pt x="52" y="0"/>
                    <a:pt x="48" y="4"/>
                  </a:cubicBezTo>
                  <a:cubicBezTo>
                    <a:pt x="23" y="24"/>
                    <a:pt x="23" y="24"/>
                    <a:pt x="23" y="24"/>
                  </a:cubicBezTo>
                  <a:cubicBezTo>
                    <a:pt x="0" y="18"/>
                    <a:pt x="0" y="18"/>
                    <a:pt x="0" y="18"/>
                  </a:cubicBezTo>
                  <a:cubicBezTo>
                    <a:pt x="0" y="18"/>
                    <a:pt x="2" y="24"/>
                    <a:pt x="2" y="2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0" name="Freeform 117"/>
            <p:cNvSpPr>
              <a:spLocks/>
            </p:cNvSpPr>
            <p:nvPr/>
          </p:nvSpPr>
          <p:spPr bwMode="auto">
            <a:xfrm>
              <a:off x="1814513" y="2022476"/>
              <a:ext cx="112713" cy="152400"/>
            </a:xfrm>
            <a:custGeom>
              <a:avLst/>
              <a:gdLst>
                <a:gd name="T0" fmla="*/ 29 w 44"/>
                <a:gd name="T1" fmla="*/ 57 h 60"/>
                <a:gd name="T2" fmla="*/ 44 w 44"/>
                <a:gd name="T3" fmla="*/ 23 h 60"/>
                <a:gd name="T4" fmla="*/ 23 w 44"/>
                <a:gd name="T5" fmla="*/ 0 h 60"/>
                <a:gd name="T6" fmla="*/ 1 w 44"/>
                <a:gd name="T7" fmla="*/ 26 h 60"/>
                <a:gd name="T8" fmla="*/ 29 w 44"/>
                <a:gd name="T9" fmla="*/ 57 h 60"/>
              </a:gdLst>
              <a:ahLst/>
              <a:cxnLst>
                <a:cxn ang="0">
                  <a:pos x="T0" y="T1"/>
                </a:cxn>
                <a:cxn ang="0">
                  <a:pos x="T2" y="T3"/>
                </a:cxn>
                <a:cxn ang="0">
                  <a:pos x="T4" y="T5"/>
                </a:cxn>
                <a:cxn ang="0">
                  <a:pos x="T6" y="T7"/>
                </a:cxn>
                <a:cxn ang="0">
                  <a:pos x="T8" y="T9"/>
                </a:cxn>
              </a:cxnLst>
              <a:rect l="0" t="0" r="r" b="b"/>
              <a:pathLst>
                <a:path w="44" h="60">
                  <a:moveTo>
                    <a:pt x="29" y="57"/>
                  </a:moveTo>
                  <a:cubicBezTo>
                    <a:pt x="42" y="55"/>
                    <a:pt x="44" y="37"/>
                    <a:pt x="44" y="23"/>
                  </a:cubicBezTo>
                  <a:cubicBezTo>
                    <a:pt x="44" y="9"/>
                    <a:pt x="33" y="0"/>
                    <a:pt x="23" y="0"/>
                  </a:cubicBezTo>
                  <a:cubicBezTo>
                    <a:pt x="9" y="0"/>
                    <a:pt x="0" y="11"/>
                    <a:pt x="1" y="26"/>
                  </a:cubicBezTo>
                  <a:cubicBezTo>
                    <a:pt x="3" y="48"/>
                    <a:pt x="20" y="60"/>
                    <a:pt x="29" y="5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1" name="Freeform 119"/>
            <p:cNvSpPr>
              <a:spLocks/>
            </p:cNvSpPr>
            <p:nvPr/>
          </p:nvSpPr>
          <p:spPr bwMode="auto">
            <a:xfrm>
              <a:off x="1624013" y="2178051"/>
              <a:ext cx="327025" cy="503238"/>
            </a:xfrm>
            <a:custGeom>
              <a:avLst/>
              <a:gdLst>
                <a:gd name="T0" fmla="*/ 18 w 128"/>
                <a:gd name="T1" fmla="*/ 49 h 197"/>
                <a:gd name="T2" fmla="*/ 18 w 128"/>
                <a:gd name="T3" fmla="*/ 49 h 197"/>
                <a:gd name="T4" fmla="*/ 45 w 128"/>
                <a:gd name="T5" fmla="*/ 25 h 197"/>
                <a:gd name="T6" fmla="*/ 68 w 128"/>
                <a:gd name="T7" fmla="*/ 24 h 197"/>
                <a:gd name="T8" fmla="*/ 61 w 128"/>
                <a:gd name="T9" fmla="*/ 27 h 197"/>
                <a:gd name="T10" fmla="*/ 50 w 128"/>
                <a:gd name="T11" fmla="*/ 87 h 197"/>
                <a:gd name="T12" fmla="*/ 54 w 128"/>
                <a:gd name="T13" fmla="*/ 91 h 197"/>
                <a:gd name="T14" fmla="*/ 75 w 128"/>
                <a:gd name="T15" fmla="*/ 111 h 197"/>
                <a:gd name="T16" fmla="*/ 102 w 128"/>
                <a:gd name="T17" fmla="*/ 135 h 197"/>
                <a:gd name="T18" fmla="*/ 98 w 128"/>
                <a:gd name="T19" fmla="*/ 182 h 197"/>
                <a:gd name="T20" fmla="*/ 109 w 128"/>
                <a:gd name="T21" fmla="*/ 196 h 197"/>
                <a:gd name="T22" fmla="*/ 122 w 128"/>
                <a:gd name="T23" fmla="*/ 184 h 197"/>
                <a:gd name="T24" fmla="*/ 127 w 128"/>
                <a:gd name="T25" fmla="*/ 134 h 197"/>
                <a:gd name="T26" fmla="*/ 123 w 128"/>
                <a:gd name="T27" fmla="*/ 121 h 197"/>
                <a:gd name="T28" fmla="*/ 96 w 128"/>
                <a:gd name="T29" fmla="*/ 93 h 197"/>
                <a:gd name="T30" fmla="*/ 111 w 128"/>
                <a:gd name="T31" fmla="*/ 25 h 197"/>
                <a:gd name="T32" fmla="*/ 106 w 128"/>
                <a:gd name="T33" fmla="*/ 10 h 197"/>
                <a:gd name="T34" fmla="*/ 105 w 128"/>
                <a:gd name="T35" fmla="*/ 12 h 197"/>
                <a:gd name="T36" fmla="*/ 102 w 128"/>
                <a:gd name="T37" fmla="*/ 40 h 197"/>
                <a:gd name="T38" fmla="*/ 101 w 128"/>
                <a:gd name="T39" fmla="*/ 16 h 197"/>
                <a:gd name="T40" fmla="*/ 103 w 128"/>
                <a:gd name="T41" fmla="*/ 11 h 197"/>
                <a:gd name="T42" fmla="*/ 100 w 128"/>
                <a:gd name="T43" fmla="*/ 7 h 197"/>
                <a:gd name="T44" fmla="*/ 98 w 128"/>
                <a:gd name="T45" fmla="*/ 6 h 197"/>
                <a:gd name="T46" fmla="*/ 94 w 128"/>
                <a:gd name="T47" fmla="*/ 10 h 197"/>
                <a:gd name="T48" fmla="*/ 97 w 128"/>
                <a:gd name="T49" fmla="*/ 15 h 197"/>
                <a:gd name="T50" fmla="*/ 93 w 128"/>
                <a:gd name="T51" fmla="*/ 34 h 197"/>
                <a:gd name="T52" fmla="*/ 85 w 128"/>
                <a:gd name="T53" fmla="*/ 0 h 197"/>
                <a:gd name="T54" fmla="*/ 85 w 128"/>
                <a:gd name="T55" fmla="*/ 0 h 197"/>
                <a:gd name="T56" fmla="*/ 85 w 128"/>
                <a:gd name="T57" fmla="*/ 0 h 197"/>
                <a:gd name="T58" fmla="*/ 75 w 128"/>
                <a:gd name="T59" fmla="*/ 0 h 197"/>
                <a:gd name="T60" fmla="*/ 38 w 128"/>
                <a:gd name="T61" fmla="*/ 6 h 197"/>
                <a:gd name="T62" fmla="*/ 4 w 128"/>
                <a:gd name="T63" fmla="*/ 34 h 197"/>
                <a:gd name="T64" fmla="*/ 4 w 128"/>
                <a:gd name="T65" fmla="*/ 49 h 197"/>
                <a:gd name="T66" fmla="*/ 18 w 128"/>
                <a:gd name="T67" fmla="*/ 49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8" h="197">
                  <a:moveTo>
                    <a:pt x="18" y="49"/>
                  </a:moveTo>
                  <a:cubicBezTo>
                    <a:pt x="18" y="49"/>
                    <a:pt x="18" y="49"/>
                    <a:pt x="18" y="49"/>
                  </a:cubicBezTo>
                  <a:cubicBezTo>
                    <a:pt x="19" y="48"/>
                    <a:pt x="44" y="25"/>
                    <a:pt x="45" y="25"/>
                  </a:cubicBezTo>
                  <a:cubicBezTo>
                    <a:pt x="46" y="24"/>
                    <a:pt x="68" y="24"/>
                    <a:pt x="68" y="24"/>
                  </a:cubicBezTo>
                  <a:cubicBezTo>
                    <a:pt x="61" y="27"/>
                    <a:pt x="61" y="27"/>
                    <a:pt x="61" y="27"/>
                  </a:cubicBezTo>
                  <a:cubicBezTo>
                    <a:pt x="58" y="42"/>
                    <a:pt x="51" y="73"/>
                    <a:pt x="50" y="87"/>
                  </a:cubicBezTo>
                  <a:cubicBezTo>
                    <a:pt x="50" y="89"/>
                    <a:pt x="54" y="89"/>
                    <a:pt x="54" y="91"/>
                  </a:cubicBezTo>
                  <a:cubicBezTo>
                    <a:pt x="54" y="94"/>
                    <a:pt x="59" y="104"/>
                    <a:pt x="75" y="111"/>
                  </a:cubicBezTo>
                  <a:cubicBezTo>
                    <a:pt x="79" y="115"/>
                    <a:pt x="102" y="135"/>
                    <a:pt x="102" y="135"/>
                  </a:cubicBezTo>
                  <a:cubicBezTo>
                    <a:pt x="102" y="136"/>
                    <a:pt x="98" y="182"/>
                    <a:pt x="98" y="182"/>
                  </a:cubicBezTo>
                  <a:cubicBezTo>
                    <a:pt x="97" y="189"/>
                    <a:pt x="102" y="196"/>
                    <a:pt x="109" y="196"/>
                  </a:cubicBezTo>
                  <a:cubicBezTo>
                    <a:pt x="116" y="197"/>
                    <a:pt x="122" y="192"/>
                    <a:pt x="122" y="184"/>
                  </a:cubicBezTo>
                  <a:cubicBezTo>
                    <a:pt x="122" y="184"/>
                    <a:pt x="126" y="135"/>
                    <a:pt x="127" y="134"/>
                  </a:cubicBezTo>
                  <a:cubicBezTo>
                    <a:pt x="128" y="126"/>
                    <a:pt x="125" y="123"/>
                    <a:pt x="123" y="121"/>
                  </a:cubicBezTo>
                  <a:cubicBezTo>
                    <a:pt x="122" y="119"/>
                    <a:pt x="97" y="94"/>
                    <a:pt x="96" y="93"/>
                  </a:cubicBezTo>
                  <a:cubicBezTo>
                    <a:pt x="98" y="56"/>
                    <a:pt x="112" y="31"/>
                    <a:pt x="111" y="25"/>
                  </a:cubicBezTo>
                  <a:cubicBezTo>
                    <a:pt x="109" y="14"/>
                    <a:pt x="106" y="10"/>
                    <a:pt x="106" y="10"/>
                  </a:cubicBezTo>
                  <a:cubicBezTo>
                    <a:pt x="105" y="12"/>
                    <a:pt x="105" y="12"/>
                    <a:pt x="105" y="12"/>
                  </a:cubicBezTo>
                  <a:cubicBezTo>
                    <a:pt x="106" y="28"/>
                    <a:pt x="102" y="40"/>
                    <a:pt x="102" y="40"/>
                  </a:cubicBezTo>
                  <a:cubicBezTo>
                    <a:pt x="102" y="40"/>
                    <a:pt x="102" y="21"/>
                    <a:pt x="101" y="16"/>
                  </a:cubicBezTo>
                  <a:cubicBezTo>
                    <a:pt x="102" y="14"/>
                    <a:pt x="103" y="11"/>
                    <a:pt x="103" y="11"/>
                  </a:cubicBezTo>
                  <a:cubicBezTo>
                    <a:pt x="100" y="7"/>
                    <a:pt x="100" y="7"/>
                    <a:pt x="100" y="7"/>
                  </a:cubicBezTo>
                  <a:cubicBezTo>
                    <a:pt x="100" y="7"/>
                    <a:pt x="99" y="7"/>
                    <a:pt x="98" y="6"/>
                  </a:cubicBezTo>
                  <a:cubicBezTo>
                    <a:pt x="96" y="7"/>
                    <a:pt x="94" y="10"/>
                    <a:pt x="94" y="10"/>
                  </a:cubicBezTo>
                  <a:cubicBezTo>
                    <a:pt x="94" y="10"/>
                    <a:pt x="95" y="13"/>
                    <a:pt x="97" y="15"/>
                  </a:cubicBezTo>
                  <a:cubicBezTo>
                    <a:pt x="96" y="16"/>
                    <a:pt x="95" y="24"/>
                    <a:pt x="93" y="34"/>
                  </a:cubicBezTo>
                  <a:cubicBezTo>
                    <a:pt x="92" y="8"/>
                    <a:pt x="87" y="1"/>
                    <a:pt x="85" y="0"/>
                  </a:cubicBezTo>
                  <a:cubicBezTo>
                    <a:pt x="85" y="0"/>
                    <a:pt x="85" y="0"/>
                    <a:pt x="85" y="0"/>
                  </a:cubicBezTo>
                  <a:cubicBezTo>
                    <a:pt x="85" y="0"/>
                    <a:pt x="85" y="0"/>
                    <a:pt x="85" y="0"/>
                  </a:cubicBezTo>
                  <a:cubicBezTo>
                    <a:pt x="82" y="0"/>
                    <a:pt x="75" y="0"/>
                    <a:pt x="75" y="0"/>
                  </a:cubicBezTo>
                  <a:cubicBezTo>
                    <a:pt x="67" y="1"/>
                    <a:pt x="54" y="3"/>
                    <a:pt x="38" y="6"/>
                  </a:cubicBezTo>
                  <a:cubicBezTo>
                    <a:pt x="37" y="6"/>
                    <a:pt x="4" y="34"/>
                    <a:pt x="4" y="34"/>
                  </a:cubicBezTo>
                  <a:cubicBezTo>
                    <a:pt x="0" y="38"/>
                    <a:pt x="0" y="45"/>
                    <a:pt x="4" y="49"/>
                  </a:cubicBezTo>
                  <a:cubicBezTo>
                    <a:pt x="8" y="53"/>
                    <a:pt x="14" y="53"/>
                    <a:pt x="18" y="4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grpSp>
      <p:sp>
        <p:nvSpPr>
          <p:cNvPr id="33"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三项递进</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586412934"/>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Oval 5"/>
          <p:cNvSpPr>
            <a:spLocks noChangeArrowheads="1"/>
          </p:cNvSpPr>
          <p:nvPr/>
        </p:nvSpPr>
        <p:spPr bwMode="auto">
          <a:xfrm>
            <a:off x="821050" y="1954806"/>
            <a:ext cx="4360862" cy="4360863"/>
          </a:xfrm>
          <a:prstGeom prst="ellipse">
            <a:avLst/>
          </a:prstGeom>
          <a:gradFill>
            <a:gsLst>
              <a:gs pos="0">
                <a:srgbClr val="F6F6F6"/>
              </a:gs>
              <a:gs pos="100000">
                <a:schemeClr val="bg1">
                  <a:lumMod val="85000"/>
                </a:schemeClr>
              </a:gs>
            </a:gsLst>
            <a:lin ang="0" scaled="0"/>
          </a:gradFill>
          <a:ln>
            <a:noFill/>
          </a:ln>
          <a:effectLst>
            <a:innerShdw blurRad="228600" dist="50800">
              <a:schemeClr val="tx1">
                <a:lumMod val="65000"/>
                <a:lumOff val="35000"/>
                <a:alpha val="74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9" name="Freeform 6"/>
          <p:cNvSpPr>
            <a:spLocks/>
          </p:cNvSpPr>
          <p:nvPr/>
        </p:nvSpPr>
        <p:spPr bwMode="auto">
          <a:xfrm>
            <a:off x="821050" y="2491381"/>
            <a:ext cx="1531937" cy="3286125"/>
          </a:xfrm>
          <a:custGeom>
            <a:avLst/>
            <a:gdLst>
              <a:gd name="T0" fmla="*/ 0 w 408"/>
              <a:gd name="T1" fmla="*/ 437 h 874"/>
              <a:gd name="T2" fmla="*/ 199 w 408"/>
              <a:gd name="T3" fmla="*/ 874 h 874"/>
              <a:gd name="T4" fmla="*/ 408 w 408"/>
              <a:gd name="T5" fmla="*/ 850 h 874"/>
              <a:gd name="T6" fmla="*/ 408 w 408"/>
              <a:gd name="T7" fmla="*/ 24 h 874"/>
              <a:gd name="T8" fmla="*/ 199 w 408"/>
              <a:gd name="T9" fmla="*/ 0 h 874"/>
              <a:gd name="T10" fmla="*/ 0 w 408"/>
              <a:gd name="T11" fmla="*/ 437 h 874"/>
            </a:gdLst>
            <a:ahLst/>
            <a:cxnLst>
              <a:cxn ang="0">
                <a:pos x="T0" y="T1"/>
              </a:cxn>
              <a:cxn ang="0">
                <a:pos x="T2" y="T3"/>
              </a:cxn>
              <a:cxn ang="0">
                <a:pos x="T4" y="T5"/>
              </a:cxn>
              <a:cxn ang="0">
                <a:pos x="T6" y="T7"/>
              </a:cxn>
              <a:cxn ang="0">
                <a:pos x="T8" y="T9"/>
              </a:cxn>
              <a:cxn ang="0">
                <a:pos x="T10" y="T11"/>
              </a:cxn>
            </a:cxnLst>
            <a:rect l="0" t="0" r="r" b="b"/>
            <a:pathLst>
              <a:path w="408" h="874">
                <a:moveTo>
                  <a:pt x="0" y="437"/>
                </a:moveTo>
                <a:cubicBezTo>
                  <a:pt x="0" y="612"/>
                  <a:pt x="77" y="768"/>
                  <a:pt x="199" y="874"/>
                </a:cubicBezTo>
                <a:cubicBezTo>
                  <a:pt x="408" y="850"/>
                  <a:pt x="408" y="850"/>
                  <a:pt x="408" y="850"/>
                </a:cubicBezTo>
                <a:cubicBezTo>
                  <a:pt x="408" y="24"/>
                  <a:pt x="408" y="24"/>
                  <a:pt x="408" y="24"/>
                </a:cubicBezTo>
                <a:cubicBezTo>
                  <a:pt x="199" y="0"/>
                  <a:pt x="199" y="0"/>
                  <a:pt x="199" y="0"/>
                </a:cubicBezTo>
                <a:cubicBezTo>
                  <a:pt x="77" y="106"/>
                  <a:pt x="0" y="263"/>
                  <a:pt x="0" y="437"/>
                </a:cubicBezTo>
                <a:close/>
              </a:path>
            </a:pathLst>
          </a:custGeom>
          <a:gradFill>
            <a:gsLst>
              <a:gs pos="0">
                <a:srgbClr val="F56F63"/>
              </a:gs>
              <a:gs pos="100000">
                <a:srgbClr val="EA5D4B"/>
              </a:gs>
            </a:gsLst>
            <a:lin ang="0" scaled="0"/>
          </a:gradFill>
          <a:ln>
            <a:noFill/>
          </a:ln>
          <a:effectLst>
            <a:innerShdw blurRad="127000" dist="50800" dir="10800000">
              <a:prstClr val="black">
                <a:alpha val="16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0" name="Freeform 7"/>
          <p:cNvSpPr>
            <a:spLocks/>
          </p:cNvSpPr>
          <p:nvPr/>
        </p:nvSpPr>
        <p:spPr bwMode="auto">
          <a:xfrm>
            <a:off x="5347013" y="2375493"/>
            <a:ext cx="1905000" cy="3522663"/>
          </a:xfrm>
          <a:custGeom>
            <a:avLst/>
            <a:gdLst>
              <a:gd name="T0" fmla="*/ 0 w 507"/>
              <a:gd name="T1" fmla="*/ 55 h 937"/>
              <a:gd name="T2" fmla="*/ 460 w 507"/>
              <a:gd name="T3" fmla="*/ 2 h 937"/>
              <a:gd name="T4" fmla="*/ 507 w 507"/>
              <a:gd name="T5" fmla="*/ 45 h 937"/>
              <a:gd name="T6" fmla="*/ 507 w 507"/>
              <a:gd name="T7" fmla="*/ 892 h 937"/>
              <a:gd name="T8" fmla="*/ 460 w 507"/>
              <a:gd name="T9" fmla="*/ 934 h 937"/>
              <a:gd name="T10" fmla="*/ 0 w 507"/>
              <a:gd name="T11" fmla="*/ 881 h 937"/>
              <a:gd name="T12" fmla="*/ 0 w 507"/>
              <a:gd name="T13" fmla="*/ 55 h 937"/>
            </a:gdLst>
            <a:ahLst/>
            <a:cxnLst>
              <a:cxn ang="0">
                <a:pos x="T0" y="T1"/>
              </a:cxn>
              <a:cxn ang="0">
                <a:pos x="T2" y="T3"/>
              </a:cxn>
              <a:cxn ang="0">
                <a:pos x="T4" y="T5"/>
              </a:cxn>
              <a:cxn ang="0">
                <a:pos x="T6" y="T7"/>
              </a:cxn>
              <a:cxn ang="0">
                <a:pos x="T8" y="T9"/>
              </a:cxn>
              <a:cxn ang="0">
                <a:pos x="T10" y="T11"/>
              </a:cxn>
              <a:cxn ang="0">
                <a:pos x="T12" y="T13"/>
              </a:cxn>
            </a:cxnLst>
            <a:rect l="0" t="0" r="r" b="b"/>
            <a:pathLst>
              <a:path w="507" h="937">
                <a:moveTo>
                  <a:pt x="0" y="55"/>
                </a:moveTo>
                <a:cubicBezTo>
                  <a:pt x="460" y="2"/>
                  <a:pt x="460" y="2"/>
                  <a:pt x="460" y="2"/>
                </a:cubicBezTo>
                <a:cubicBezTo>
                  <a:pt x="486" y="0"/>
                  <a:pt x="507" y="18"/>
                  <a:pt x="507" y="45"/>
                </a:cubicBezTo>
                <a:cubicBezTo>
                  <a:pt x="507" y="892"/>
                  <a:pt x="507" y="892"/>
                  <a:pt x="507" y="892"/>
                </a:cubicBezTo>
                <a:cubicBezTo>
                  <a:pt x="507" y="918"/>
                  <a:pt x="486" y="937"/>
                  <a:pt x="460" y="934"/>
                </a:cubicBezTo>
                <a:cubicBezTo>
                  <a:pt x="0" y="881"/>
                  <a:pt x="0" y="881"/>
                  <a:pt x="0" y="881"/>
                </a:cubicBezTo>
                <a:lnTo>
                  <a:pt x="0" y="55"/>
                </a:lnTo>
                <a:close/>
              </a:path>
            </a:pathLst>
          </a:custGeom>
          <a:gradFill>
            <a:gsLst>
              <a:gs pos="0">
                <a:srgbClr val="DCDCDC"/>
              </a:gs>
              <a:gs pos="75000">
                <a:srgbClr val="F8F8F8"/>
              </a:gs>
            </a:gsLst>
            <a:lin ang="0" scaled="0"/>
          </a:gradFill>
          <a:ln>
            <a:noFill/>
          </a:ln>
          <a:effectLst>
            <a:outerShdw blurRad="152400" dist="63500" dir="2700000" algn="tl"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1" name="Freeform 8"/>
          <p:cNvSpPr>
            <a:spLocks/>
          </p:cNvSpPr>
          <p:nvPr/>
        </p:nvSpPr>
        <p:spPr bwMode="auto">
          <a:xfrm>
            <a:off x="3853175" y="2375493"/>
            <a:ext cx="1903412" cy="3522663"/>
          </a:xfrm>
          <a:custGeom>
            <a:avLst/>
            <a:gdLst>
              <a:gd name="T0" fmla="*/ 0 w 507"/>
              <a:gd name="T1" fmla="*/ 55 h 937"/>
              <a:gd name="T2" fmla="*/ 460 w 507"/>
              <a:gd name="T3" fmla="*/ 2 h 937"/>
              <a:gd name="T4" fmla="*/ 507 w 507"/>
              <a:gd name="T5" fmla="*/ 45 h 937"/>
              <a:gd name="T6" fmla="*/ 507 w 507"/>
              <a:gd name="T7" fmla="*/ 892 h 937"/>
              <a:gd name="T8" fmla="*/ 460 w 507"/>
              <a:gd name="T9" fmla="*/ 934 h 937"/>
              <a:gd name="T10" fmla="*/ 0 w 507"/>
              <a:gd name="T11" fmla="*/ 881 h 937"/>
              <a:gd name="T12" fmla="*/ 0 w 507"/>
              <a:gd name="T13" fmla="*/ 55 h 937"/>
            </a:gdLst>
            <a:ahLst/>
            <a:cxnLst>
              <a:cxn ang="0">
                <a:pos x="T0" y="T1"/>
              </a:cxn>
              <a:cxn ang="0">
                <a:pos x="T2" y="T3"/>
              </a:cxn>
              <a:cxn ang="0">
                <a:pos x="T4" y="T5"/>
              </a:cxn>
              <a:cxn ang="0">
                <a:pos x="T6" y="T7"/>
              </a:cxn>
              <a:cxn ang="0">
                <a:pos x="T8" y="T9"/>
              </a:cxn>
              <a:cxn ang="0">
                <a:pos x="T10" y="T11"/>
              </a:cxn>
              <a:cxn ang="0">
                <a:pos x="T12" y="T13"/>
              </a:cxn>
            </a:cxnLst>
            <a:rect l="0" t="0" r="r" b="b"/>
            <a:pathLst>
              <a:path w="507" h="937">
                <a:moveTo>
                  <a:pt x="0" y="55"/>
                </a:moveTo>
                <a:cubicBezTo>
                  <a:pt x="460" y="2"/>
                  <a:pt x="460" y="2"/>
                  <a:pt x="460" y="2"/>
                </a:cubicBezTo>
                <a:cubicBezTo>
                  <a:pt x="486" y="0"/>
                  <a:pt x="507" y="18"/>
                  <a:pt x="507" y="45"/>
                </a:cubicBezTo>
                <a:cubicBezTo>
                  <a:pt x="507" y="892"/>
                  <a:pt x="507" y="892"/>
                  <a:pt x="507" y="892"/>
                </a:cubicBezTo>
                <a:cubicBezTo>
                  <a:pt x="507" y="918"/>
                  <a:pt x="486" y="937"/>
                  <a:pt x="460" y="934"/>
                </a:cubicBezTo>
                <a:cubicBezTo>
                  <a:pt x="0" y="881"/>
                  <a:pt x="0" y="881"/>
                  <a:pt x="0" y="881"/>
                </a:cubicBezTo>
                <a:lnTo>
                  <a:pt x="0" y="55"/>
                </a:lnTo>
                <a:close/>
              </a:path>
            </a:pathLst>
          </a:custGeom>
          <a:gradFill>
            <a:gsLst>
              <a:gs pos="0">
                <a:srgbClr val="DCDCDC"/>
              </a:gs>
              <a:gs pos="75000">
                <a:srgbClr val="F8F8F8"/>
              </a:gs>
            </a:gsLst>
            <a:lin ang="0" scaled="0"/>
          </a:gradFill>
          <a:ln>
            <a:noFill/>
          </a:ln>
          <a:effectLst>
            <a:outerShdw blurRad="152400" dist="63500" dir="2700000" algn="tl"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2" name="Freeform 9"/>
          <p:cNvSpPr>
            <a:spLocks/>
          </p:cNvSpPr>
          <p:nvPr/>
        </p:nvSpPr>
        <p:spPr bwMode="auto">
          <a:xfrm>
            <a:off x="2352988" y="2375493"/>
            <a:ext cx="1909762" cy="3522663"/>
          </a:xfrm>
          <a:custGeom>
            <a:avLst/>
            <a:gdLst>
              <a:gd name="T0" fmla="*/ 0 w 508"/>
              <a:gd name="T1" fmla="*/ 55 h 937"/>
              <a:gd name="T2" fmla="*/ 461 w 508"/>
              <a:gd name="T3" fmla="*/ 2 h 937"/>
              <a:gd name="T4" fmla="*/ 508 w 508"/>
              <a:gd name="T5" fmla="*/ 45 h 937"/>
              <a:gd name="T6" fmla="*/ 508 w 508"/>
              <a:gd name="T7" fmla="*/ 892 h 937"/>
              <a:gd name="T8" fmla="*/ 461 w 508"/>
              <a:gd name="T9" fmla="*/ 934 h 937"/>
              <a:gd name="T10" fmla="*/ 0 w 508"/>
              <a:gd name="T11" fmla="*/ 881 h 937"/>
              <a:gd name="T12" fmla="*/ 0 w 508"/>
              <a:gd name="T13" fmla="*/ 55 h 937"/>
            </a:gdLst>
            <a:ahLst/>
            <a:cxnLst>
              <a:cxn ang="0">
                <a:pos x="T0" y="T1"/>
              </a:cxn>
              <a:cxn ang="0">
                <a:pos x="T2" y="T3"/>
              </a:cxn>
              <a:cxn ang="0">
                <a:pos x="T4" y="T5"/>
              </a:cxn>
              <a:cxn ang="0">
                <a:pos x="T6" y="T7"/>
              </a:cxn>
              <a:cxn ang="0">
                <a:pos x="T8" y="T9"/>
              </a:cxn>
              <a:cxn ang="0">
                <a:pos x="T10" y="T11"/>
              </a:cxn>
              <a:cxn ang="0">
                <a:pos x="T12" y="T13"/>
              </a:cxn>
            </a:cxnLst>
            <a:rect l="0" t="0" r="r" b="b"/>
            <a:pathLst>
              <a:path w="508" h="937">
                <a:moveTo>
                  <a:pt x="0" y="55"/>
                </a:moveTo>
                <a:cubicBezTo>
                  <a:pt x="461" y="2"/>
                  <a:pt x="461" y="2"/>
                  <a:pt x="461" y="2"/>
                </a:cubicBezTo>
                <a:cubicBezTo>
                  <a:pt x="486" y="0"/>
                  <a:pt x="508" y="18"/>
                  <a:pt x="508" y="45"/>
                </a:cubicBezTo>
                <a:cubicBezTo>
                  <a:pt x="508" y="892"/>
                  <a:pt x="508" y="892"/>
                  <a:pt x="508" y="892"/>
                </a:cubicBezTo>
                <a:cubicBezTo>
                  <a:pt x="508" y="918"/>
                  <a:pt x="486" y="937"/>
                  <a:pt x="461" y="934"/>
                </a:cubicBezTo>
                <a:cubicBezTo>
                  <a:pt x="0" y="881"/>
                  <a:pt x="0" y="881"/>
                  <a:pt x="0" y="881"/>
                </a:cubicBezTo>
                <a:lnTo>
                  <a:pt x="0" y="55"/>
                </a:lnTo>
                <a:close/>
              </a:path>
            </a:pathLst>
          </a:custGeom>
          <a:gradFill>
            <a:gsLst>
              <a:gs pos="0">
                <a:srgbClr val="DCDCDC"/>
              </a:gs>
              <a:gs pos="75000">
                <a:srgbClr val="F8F8F8"/>
              </a:gs>
            </a:gsLst>
            <a:lin ang="0" scaled="0"/>
          </a:gradFill>
          <a:ln>
            <a:noFill/>
          </a:ln>
          <a:effectLst>
            <a:outerShdw blurRad="152400" dist="63500" dir="2700000" algn="tl"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3" name="文本框 12"/>
          <p:cNvSpPr txBox="1"/>
          <p:nvPr/>
        </p:nvSpPr>
        <p:spPr>
          <a:xfrm>
            <a:off x="6369986" y="2666935"/>
            <a:ext cx="841898" cy="1138773"/>
          </a:xfrm>
          <a:prstGeom prst="rect">
            <a:avLst/>
          </a:prstGeom>
          <a:noFill/>
        </p:spPr>
        <p:txBody>
          <a:bodyPr wrap="none" rtlCol="0">
            <a:spAutoFit/>
          </a:bodyPr>
          <a:lstStyle/>
          <a:p>
            <a:pPr algn="ctr"/>
            <a:r>
              <a:rPr lang="en-US" altLang="zh-CN" sz="2000" dirty="0">
                <a:solidFill>
                  <a:srgbClr val="4FB5B7"/>
                </a:solidFill>
              </a:rPr>
              <a:t>STEP</a:t>
            </a:r>
          </a:p>
          <a:p>
            <a:pPr algn="ctr"/>
            <a:r>
              <a:rPr lang="en-US" altLang="zh-CN" sz="4800" dirty="0">
                <a:solidFill>
                  <a:srgbClr val="4FB5B7"/>
                </a:solidFill>
                <a:latin typeface="Impact" panose="020B0806030902050204" pitchFamily="34" charset="0"/>
              </a:rPr>
              <a:t>03</a:t>
            </a:r>
            <a:endParaRPr lang="zh-CN" altLang="en-US" sz="4800" dirty="0">
              <a:solidFill>
                <a:srgbClr val="4FB5B7"/>
              </a:solidFill>
              <a:latin typeface="Impact" panose="020B0806030902050204" pitchFamily="34" charset="0"/>
            </a:endParaRPr>
          </a:p>
        </p:txBody>
      </p:sp>
      <p:sp>
        <p:nvSpPr>
          <p:cNvPr id="14" name="文本框 13"/>
          <p:cNvSpPr txBox="1"/>
          <p:nvPr/>
        </p:nvSpPr>
        <p:spPr>
          <a:xfrm>
            <a:off x="4719209" y="2666935"/>
            <a:ext cx="824265" cy="1138773"/>
          </a:xfrm>
          <a:prstGeom prst="rect">
            <a:avLst/>
          </a:prstGeom>
          <a:noFill/>
        </p:spPr>
        <p:txBody>
          <a:bodyPr wrap="none" rtlCol="0">
            <a:spAutoFit/>
          </a:bodyPr>
          <a:lstStyle/>
          <a:p>
            <a:pPr algn="ctr"/>
            <a:r>
              <a:rPr lang="en-US" altLang="zh-CN" sz="2000" dirty="0">
                <a:solidFill>
                  <a:srgbClr val="8FBE38"/>
                </a:solidFill>
              </a:rPr>
              <a:t>STEP</a:t>
            </a:r>
          </a:p>
          <a:p>
            <a:pPr algn="ctr"/>
            <a:r>
              <a:rPr lang="en-US" altLang="zh-CN" sz="4800" dirty="0">
                <a:solidFill>
                  <a:srgbClr val="8FBE38"/>
                </a:solidFill>
                <a:latin typeface="Impact" panose="020B0806030902050204" pitchFamily="34" charset="0"/>
              </a:rPr>
              <a:t>02</a:t>
            </a:r>
            <a:endParaRPr lang="zh-CN" altLang="en-US" sz="4800" dirty="0">
              <a:solidFill>
                <a:srgbClr val="8FBE38"/>
              </a:solidFill>
              <a:latin typeface="Impact" panose="020B0806030902050204" pitchFamily="34" charset="0"/>
            </a:endParaRPr>
          </a:p>
        </p:txBody>
      </p:sp>
      <p:sp>
        <p:nvSpPr>
          <p:cNvPr id="15" name="文本框 14"/>
          <p:cNvSpPr txBox="1"/>
          <p:nvPr/>
        </p:nvSpPr>
        <p:spPr>
          <a:xfrm>
            <a:off x="3143774" y="2666935"/>
            <a:ext cx="748923" cy="1138773"/>
          </a:xfrm>
          <a:prstGeom prst="rect">
            <a:avLst/>
          </a:prstGeom>
          <a:noFill/>
        </p:spPr>
        <p:txBody>
          <a:bodyPr wrap="none" rtlCol="0">
            <a:spAutoFit/>
          </a:bodyPr>
          <a:lstStyle/>
          <a:p>
            <a:pPr algn="ctr"/>
            <a:r>
              <a:rPr lang="en-US" altLang="zh-CN" sz="2000" dirty="0">
                <a:solidFill>
                  <a:srgbClr val="D40E37"/>
                </a:solidFill>
              </a:rPr>
              <a:t>STEP</a:t>
            </a:r>
          </a:p>
          <a:p>
            <a:pPr algn="ctr"/>
            <a:r>
              <a:rPr lang="en-US" altLang="zh-CN" sz="4800" dirty="0">
                <a:solidFill>
                  <a:srgbClr val="D40E37"/>
                </a:solidFill>
                <a:latin typeface="Impact" panose="020B0806030902050204" pitchFamily="34" charset="0"/>
              </a:rPr>
              <a:t>01</a:t>
            </a:r>
            <a:endParaRPr lang="zh-CN" altLang="en-US" sz="4800" dirty="0">
              <a:solidFill>
                <a:srgbClr val="D40E37"/>
              </a:solidFill>
              <a:latin typeface="Impact" panose="020B0806030902050204" pitchFamily="34" charset="0"/>
            </a:endParaRPr>
          </a:p>
        </p:txBody>
      </p:sp>
      <p:grpSp>
        <p:nvGrpSpPr>
          <p:cNvPr id="22" name="组合 21"/>
          <p:cNvGrpSpPr/>
          <p:nvPr/>
        </p:nvGrpSpPr>
        <p:grpSpPr>
          <a:xfrm>
            <a:off x="8034650" y="3826996"/>
            <a:ext cx="358775" cy="358775"/>
            <a:chOff x="3545682" y="2698750"/>
            <a:chExt cx="358775" cy="358775"/>
          </a:xfrm>
        </p:grpSpPr>
        <p:sp>
          <p:nvSpPr>
            <p:cNvPr id="23" name="Oval 29"/>
            <p:cNvSpPr>
              <a:spLocks noChangeArrowheads="1"/>
            </p:cNvSpPr>
            <p:nvPr/>
          </p:nvSpPr>
          <p:spPr bwMode="auto">
            <a:xfrm>
              <a:off x="3545682" y="2698750"/>
              <a:ext cx="358775" cy="358775"/>
            </a:xfrm>
            <a:prstGeom prst="ellipse">
              <a:avLst/>
            </a:prstGeom>
            <a:solidFill>
              <a:srgbClr val="8FBE38"/>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4" name="Freeform 30"/>
            <p:cNvSpPr>
              <a:spLocks/>
            </p:cNvSpPr>
            <p:nvPr/>
          </p:nvSpPr>
          <p:spPr bwMode="auto">
            <a:xfrm>
              <a:off x="3666332" y="2770188"/>
              <a:ext cx="136525" cy="215900"/>
            </a:xfrm>
            <a:custGeom>
              <a:avLst/>
              <a:gdLst>
                <a:gd name="T0" fmla="*/ 9 w 50"/>
                <a:gd name="T1" fmla="*/ 0 h 79"/>
                <a:gd name="T2" fmla="*/ 1 w 50"/>
                <a:gd name="T3" fmla="*/ 8 h 79"/>
                <a:gd name="T4" fmla="*/ 1 w 50"/>
                <a:gd name="T5" fmla="*/ 11 h 79"/>
                <a:gd name="T6" fmla="*/ 29 w 50"/>
                <a:gd name="T7" fmla="*/ 39 h 79"/>
                <a:gd name="T8" fmla="*/ 1 w 50"/>
                <a:gd name="T9" fmla="*/ 68 h 79"/>
                <a:gd name="T10" fmla="*/ 1 w 50"/>
                <a:gd name="T11" fmla="*/ 70 h 79"/>
                <a:gd name="T12" fmla="*/ 9 w 50"/>
                <a:gd name="T13" fmla="*/ 79 h 79"/>
                <a:gd name="T14" fmla="*/ 12 w 50"/>
                <a:gd name="T15" fmla="*/ 79 h 79"/>
                <a:gd name="T16" fmla="*/ 41 w 50"/>
                <a:gd name="T17" fmla="*/ 49 h 79"/>
                <a:gd name="T18" fmla="*/ 49 w 50"/>
                <a:gd name="T19" fmla="*/ 41 h 79"/>
                <a:gd name="T20" fmla="*/ 49 w 50"/>
                <a:gd name="T21" fmla="*/ 38 h 79"/>
                <a:gd name="T22" fmla="*/ 41 w 50"/>
                <a:gd name="T23" fmla="*/ 30 h 79"/>
                <a:gd name="T24" fmla="*/ 12 w 50"/>
                <a:gd name="T25" fmla="*/ 0 h 79"/>
                <a:gd name="T26" fmla="*/ 9 w 50"/>
                <a:gd name="T27"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79">
                  <a:moveTo>
                    <a:pt x="9" y="0"/>
                  </a:moveTo>
                  <a:cubicBezTo>
                    <a:pt x="1" y="8"/>
                    <a:pt x="1" y="8"/>
                    <a:pt x="1" y="8"/>
                  </a:cubicBezTo>
                  <a:cubicBezTo>
                    <a:pt x="0" y="9"/>
                    <a:pt x="0" y="11"/>
                    <a:pt x="1" y="11"/>
                  </a:cubicBezTo>
                  <a:cubicBezTo>
                    <a:pt x="29" y="39"/>
                    <a:pt x="29" y="39"/>
                    <a:pt x="29" y="39"/>
                  </a:cubicBezTo>
                  <a:cubicBezTo>
                    <a:pt x="1" y="68"/>
                    <a:pt x="1" y="68"/>
                    <a:pt x="1" y="68"/>
                  </a:cubicBezTo>
                  <a:cubicBezTo>
                    <a:pt x="0" y="68"/>
                    <a:pt x="0" y="70"/>
                    <a:pt x="1" y="70"/>
                  </a:cubicBezTo>
                  <a:cubicBezTo>
                    <a:pt x="9" y="79"/>
                    <a:pt x="9" y="79"/>
                    <a:pt x="9" y="79"/>
                  </a:cubicBezTo>
                  <a:cubicBezTo>
                    <a:pt x="10" y="79"/>
                    <a:pt x="11" y="79"/>
                    <a:pt x="12" y="79"/>
                  </a:cubicBezTo>
                  <a:cubicBezTo>
                    <a:pt x="41" y="49"/>
                    <a:pt x="41" y="49"/>
                    <a:pt x="41" y="49"/>
                  </a:cubicBezTo>
                  <a:cubicBezTo>
                    <a:pt x="49" y="41"/>
                    <a:pt x="49" y="41"/>
                    <a:pt x="49" y="41"/>
                  </a:cubicBezTo>
                  <a:cubicBezTo>
                    <a:pt x="50" y="40"/>
                    <a:pt x="50" y="39"/>
                    <a:pt x="49" y="38"/>
                  </a:cubicBezTo>
                  <a:cubicBezTo>
                    <a:pt x="41" y="30"/>
                    <a:pt x="41" y="30"/>
                    <a:pt x="41" y="30"/>
                  </a:cubicBezTo>
                  <a:cubicBezTo>
                    <a:pt x="12" y="0"/>
                    <a:pt x="12" y="0"/>
                    <a:pt x="12" y="0"/>
                  </a:cubicBezTo>
                  <a:cubicBezTo>
                    <a:pt x="11" y="0"/>
                    <a:pt x="10" y="0"/>
                    <a:pt x="9" y="0"/>
                  </a:cubicBezTo>
                  <a:close/>
                </a:path>
              </a:pathLst>
            </a:custGeom>
            <a:solidFill>
              <a:schemeClr val="bg1"/>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16" name="组合 15"/>
          <p:cNvGrpSpPr/>
          <p:nvPr/>
        </p:nvGrpSpPr>
        <p:grpSpPr>
          <a:xfrm>
            <a:off x="8034650" y="5181461"/>
            <a:ext cx="358775" cy="361950"/>
            <a:chOff x="5939632" y="6053138"/>
            <a:chExt cx="358775" cy="361950"/>
          </a:xfrm>
        </p:grpSpPr>
        <p:sp>
          <p:nvSpPr>
            <p:cNvPr id="17" name="Oval 25"/>
            <p:cNvSpPr>
              <a:spLocks noChangeArrowheads="1"/>
            </p:cNvSpPr>
            <p:nvPr/>
          </p:nvSpPr>
          <p:spPr bwMode="auto">
            <a:xfrm>
              <a:off x="5939632" y="6053138"/>
              <a:ext cx="358775" cy="361950"/>
            </a:xfrm>
            <a:prstGeom prst="ellipse">
              <a:avLst/>
            </a:prstGeom>
            <a:solidFill>
              <a:srgbClr val="4FB5B7"/>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8" name="Freeform 26"/>
            <p:cNvSpPr>
              <a:spLocks/>
            </p:cNvSpPr>
            <p:nvPr/>
          </p:nvSpPr>
          <p:spPr bwMode="auto">
            <a:xfrm>
              <a:off x="6038057" y="6151563"/>
              <a:ext cx="163513" cy="165100"/>
            </a:xfrm>
            <a:custGeom>
              <a:avLst/>
              <a:gdLst>
                <a:gd name="T0" fmla="*/ 59 w 60"/>
                <a:gd name="T1" fmla="*/ 49 h 60"/>
                <a:gd name="T2" fmla="*/ 40 w 60"/>
                <a:gd name="T3" fmla="*/ 30 h 60"/>
                <a:gd name="T4" fmla="*/ 59 w 60"/>
                <a:gd name="T5" fmla="*/ 11 h 60"/>
                <a:gd name="T6" fmla="*/ 59 w 60"/>
                <a:gd name="T7" fmla="*/ 8 h 60"/>
                <a:gd name="T8" fmla="*/ 51 w 60"/>
                <a:gd name="T9" fmla="*/ 1 h 60"/>
                <a:gd name="T10" fmla="*/ 49 w 60"/>
                <a:gd name="T11" fmla="*/ 1 h 60"/>
                <a:gd name="T12" fmla="*/ 30 w 60"/>
                <a:gd name="T13" fmla="*/ 20 h 60"/>
                <a:gd name="T14" fmla="*/ 11 w 60"/>
                <a:gd name="T15" fmla="*/ 1 h 60"/>
                <a:gd name="T16" fmla="*/ 8 w 60"/>
                <a:gd name="T17" fmla="*/ 1 h 60"/>
                <a:gd name="T18" fmla="*/ 0 w 60"/>
                <a:gd name="T19" fmla="*/ 8 h 60"/>
                <a:gd name="T20" fmla="*/ 0 w 60"/>
                <a:gd name="T21" fmla="*/ 11 h 60"/>
                <a:gd name="T22" fmla="*/ 19 w 60"/>
                <a:gd name="T23" fmla="*/ 30 h 60"/>
                <a:gd name="T24" fmla="*/ 0 w 60"/>
                <a:gd name="T25" fmla="*/ 49 h 60"/>
                <a:gd name="T26" fmla="*/ 0 w 60"/>
                <a:gd name="T27" fmla="*/ 52 h 60"/>
                <a:gd name="T28" fmla="*/ 8 w 60"/>
                <a:gd name="T29" fmla="*/ 59 h 60"/>
                <a:gd name="T30" fmla="*/ 11 w 60"/>
                <a:gd name="T31" fmla="*/ 59 h 60"/>
                <a:gd name="T32" fmla="*/ 30 w 60"/>
                <a:gd name="T33" fmla="*/ 40 h 60"/>
                <a:gd name="T34" fmla="*/ 49 w 60"/>
                <a:gd name="T35" fmla="*/ 59 h 60"/>
                <a:gd name="T36" fmla="*/ 51 w 60"/>
                <a:gd name="T37" fmla="*/ 59 h 60"/>
                <a:gd name="T38" fmla="*/ 59 w 60"/>
                <a:gd name="T39" fmla="*/ 52 h 60"/>
                <a:gd name="T40" fmla="*/ 59 w 60"/>
                <a:gd name="T41" fmla="*/ 4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0" h="60">
                  <a:moveTo>
                    <a:pt x="59" y="49"/>
                  </a:moveTo>
                  <a:cubicBezTo>
                    <a:pt x="40" y="30"/>
                    <a:pt x="40" y="30"/>
                    <a:pt x="40" y="30"/>
                  </a:cubicBezTo>
                  <a:cubicBezTo>
                    <a:pt x="59" y="11"/>
                    <a:pt x="59" y="11"/>
                    <a:pt x="59" y="11"/>
                  </a:cubicBezTo>
                  <a:cubicBezTo>
                    <a:pt x="60" y="10"/>
                    <a:pt x="60" y="9"/>
                    <a:pt x="59" y="8"/>
                  </a:cubicBezTo>
                  <a:cubicBezTo>
                    <a:pt x="51" y="1"/>
                    <a:pt x="51" y="1"/>
                    <a:pt x="51" y="1"/>
                  </a:cubicBezTo>
                  <a:cubicBezTo>
                    <a:pt x="50" y="0"/>
                    <a:pt x="49" y="0"/>
                    <a:pt x="49" y="1"/>
                  </a:cubicBezTo>
                  <a:cubicBezTo>
                    <a:pt x="30" y="20"/>
                    <a:pt x="30" y="20"/>
                    <a:pt x="30" y="20"/>
                  </a:cubicBezTo>
                  <a:cubicBezTo>
                    <a:pt x="11" y="1"/>
                    <a:pt x="11" y="1"/>
                    <a:pt x="11" y="1"/>
                  </a:cubicBezTo>
                  <a:cubicBezTo>
                    <a:pt x="10" y="0"/>
                    <a:pt x="9" y="0"/>
                    <a:pt x="8" y="1"/>
                  </a:cubicBezTo>
                  <a:cubicBezTo>
                    <a:pt x="0" y="8"/>
                    <a:pt x="0" y="8"/>
                    <a:pt x="0" y="8"/>
                  </a:cubicBezTo>
                  <a:cubicBezTo>
                    <a:pt x="0" y="9"/>
                    <a:pt x="0" y="10"/>
                    <a:pt x="0" y="11"/>
                  </a:cubicBezTo>
                  <a:cubicBezTo>
                    <a:pt x="19" y="30"/>
                    <a:pt x="19" y="30"/>
                    <a:pt x="19" y="30"/>
                  </a:cubicBezTo>
                  <a:cubicBezTo>
                    <a:pt x="0" y="49"/>
                    <a:pt x="0" y="49"/>
                    <a:pt x="0" y="49"/>
                  </a:cubicBezTo>
                  <a:cubicBezTo>
                    <a:pt x="0" y="50"/>
                    <a:pt x="0" y="51"/>
                    <a:pt x="0" y="52"/>
                  </a:cubicBezTo>
                  <a:cubicBezTo>
                    <a:pt x="8" y="59"/>
                    <a:pt x="8" y="59"/>
                    <a:pt x="8" y="59"/>
                  </a:cubicBezTo>
                  <a:cubicBezTo>
                    <a:pt x="9" y="60"/>
                    <a:pt x="10" y="60"/>
                    <a:pt x="11" y="59"/>
                  </a:cubicBezTo>
                  <a:cubicBezTo>
                    <a:pt x="30" y="40"/>
                    <a:pt x="30" y="40"/>
                    <a:pt x="30" y="40"/>
                  </a:cubicBezTo>
                  <a:cubicBezTo>
                    <a:pt x="49" y="59"/>
                    <a:pt x="49" y="59"/>
                    <a:pt x="49" y="59"/>
                  </a:cubicBezTo>
                  <a:cubicBezTo>
                    <a:pt x="49" y="60"/>
                    <a:pt x="50" y="60"/>
                    <a:pt x="51" y="59"/>
                  </a:cubicBezTo>
                  <a:cubicBezTo>
                    <a:pt x="59" y="52"/>
                    <a:pt x="59" y="52"/>
                    <a:pt x="59" y="52"/>
                  </a:cubicBezTo>
                  <a:cubicBezTo>
                    <a:pt x="60" y="51"/>
                    <a:pt x="60" y="50"/>
                    <a:pt x="59" y="49"/>
                  </a:cubicBezTo>
                  <a:close/>
                </a:path>
              </a:pathLst>
            </a:custGeom>
            <a:solidFill>
              <a:schemeClr val="bg1"/>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19" name="组合 18"/>
          <p:cNvGrpSpPr/>
          <p:nvPr/>
        </p:nvGrpSpPr>
        <p:grpSpPr>
          <a:xfrm>
            <a:off x="8034650" y="2472531"/>
            <a:ext cx="358775" cy="358775"/>
            <a:chOff x="8322469" y="2698750"/>
            <a:chExt cx="358775" cy="358775"/>
          </a:xfrm>
        </p:grpSpPr>
        <p:sp>
          <p:nvSpPr>
            <p:cNvPr id="20" name="Oval 27"/>
            <p:cNvSpPr>
              <a:spLocks noChangeArrowheads="1"/>
            </p:cNvSpPr>
            <p:nvPr/>
          </p:nvSpPr>
          <p:spPr bwMode="auto">
            <a:xfrm>
              <a:off x="8322469" y="2698750"/>
              <a:ext cx="358775" cy="358775"/>
            </a:xfrm>
            <a:prstGeom prst="ellipse">
              <a:avLst/>
            </a:prstGeom>
            <a:solidFill>
              <a:srgbClr val="D40E37"/>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1" name="Freeform 28"/>
            <p:cNvSpPr>
              <a:spLocks/>
            </p:cNvSpPr>
            <p:nvPr/>
          </p:nvSpPr>
          <p:spPr bwMode="auto">
            <a:xfrm>
              <a:off x="8401844" y="2778125"/>
              <a:ext cx="196850" cy="196850"/>
            </a:xfrm>
            <a:custGeom>
              <a:avLst/>
              <a:gdLst>
                <a:gd name="T0" fmla="*/ 70 w 72"/>
                <a:gd name="T1" fmla="*/ 29 h 72"/>
                <a:gd name="T2" fmla="*/ 44 w 72"/>
                <a:gd name="T3" fmla="*/ 29 h 72"/>
                <a:gd name="T4" fmla="*/ 44 w 72"/>
                <a:gd name="T5" fmla="*/ 2 h 72"/>
                <a:gd name="T6" fmla="*/ 42 w 72"/>
                <a:gd name="T7" fmla="*/ 0 h 72"/>
                <a:gd name="T8" fmla="*/ 31 w 72"/>
                <a:gd name="T9" fmla="*/ 0 h 72"/>
                <a:gd name="T10" fmla="*/ 29 w 72"/>
                <a:gd name="T11" fmla="*/ 2 h 72"/>
                <a:gd name="T12" fmla="*/ 29 w 72"/>
                <a:gd name="T13" fmla="*/ 29 h 72"/>
                <a:gd name="T14" fmla="*/ 2 w 72"/>
                <a:gd name="T15" fmla="*/ 29 h 72"/>
                <a:gd name="T16" fmla="*/ 0 w 72"/>
                <a:gd name="T17" fmla="*/ 31 h 72"/>
                <a:gd name="T18" fmla="*/ 0 w 72"/>
                <a:gd name="T19" fmla="*/ 42 h 72"/>
                <a:gd name="T20" fmla="*/ 2 w 72"/>
                <a:gd name="T21" fmla="*/ 44 h 72"/>
                <a:gd name="T22" fmla="*/ 29 w 72"/>
                <a:gd name="T23" fmla="*/ 44 h 72"/>
                <a:gd name="T24" fmla="*/ 29 w 72"/>
                <a:gd name="T25" fmla="*/ 71 h 72"/>
                <a:gd name="T26" fmla="*/ 31 w 72"/>
                <a:gd name="T27" fmla="*/ 72 h 72"/>
                <a:gd name="T28" fmla="*/ 42 w 72"/>
                <a:gd name="T29" fmla="*/ 72 h 72"/>
                <a:gd name="T30" fmla="*/ 44 w 72"/>
                <a:gd name="T31" fmla="*/ 71 h 72"/>
                <a:gd name="T32" fmla="*/ 44 w 72"/>
                <a:gd name="T33" fmla="*/ 44 h 72"/>
                <a:gd name="T34" fmla="*/ 70 w 72"/>
                <a:gd name="T35" fmla="*/ 44 h 72"/>
                <a:gd name="T36" fmla="*/ 72 w 72"/>
                <a:gd name="T37" fmla="*/ 42 h 72"/>
                <a:gd name="T38" fmla="*/ 72 w 72"/>
                <a:gd name="T39" fmla="*/ 31 h 72"/>
                <a:gd name="T40" fmla="*/ 70 w 72"/>
                <a:gd name="T41" fmla="*/ 2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2" h="72">
                  <a:moveTo>
                    <a:pt x="70" y="29"/>
                  </a:moveTo>
                  <a:cubicBezTo>
                    <a:pt x="44" y="29"/>
                    <a:pt x="44" y="29"/>
                    <a:pt x="44" y="29"/>
                  </a:cubicBezTo>
                  <a:cubicBezTo>
                    <a:pt x="44" y="2"/>
                    <a:pt x="44" y="2"/>
                    <a:pt x="44" y="2"/>
                  </a:cubicBezTo>
                  <a:cubicBezTo>
                    <a:pt x="44" y="1"/>
                    <a:pt x="43" y="0"/>
                    <a:pt x="42" y="0"/>
                  </a:cubicBezTo>
                  <a:cubicBezTo>
                    <a:pt x="31" y="0"/>
                    <a:pt x="31" y="0"/>
                    <a:pt x="31" y="0"/>
                  </a:cubicBezTo>
                  <a:cubicBezTo>
                    <a:pt x="30" y="0"/>
                    <a:pt x="29" y="1"/>
                    <a:pt x="29" y="2"/>
                  </a:cubicBezTo>
                  <a:cubicBezTo>
                    <a:pt x="29" y="29"/>
                    <a:pt x="29" y="29"/>
                    <a:pt x="29" y="29"/>
                  </a:cubicBezTo>
                  <a:cubicBezTo>
                    <a:pt x="2" y="29"/>
                    <a:pt x="2" y="29"/>
                    <a:pt x="2" y="29"/>
                  </a:cubicBezTo>
                  <a:cubicBezTo>
                    <a:pt x="1" y="29"/>
                    <a:pt x="0" y="30"/>
                    <a:pt x="0" y="31"/>
                  </a:cubicBezTo>
                  <a:cubicBezTo>
                    <a:pt x="0" y="42"/>
                    <a:pt x="0" y="42"/>
                    <a:pt x="0" y="42"/>
                  </a:cubicBezTo>
                  <a:cubicBezTo>
                    <a:pt x="0" y="43"/>
                    <a:pt x="1" y="44"/>
                    <a:pt x="2" y="44"/>
                  </a:cubicBezTo>
                  <a:cubicBezTo>
                    <a:pt x="29" y="44"/>
                    <a:pt x="29" y="44"/>
                    <a:pt x="29" y="44"/>
                  </a:cubicBezTo>
                  <a:cubicBezTo>
                    <a:pt x="29" y="71"/>
                    <a:pt x="29" y="71"/>
                    <a:pt x="29" y="71"/>
                  </a:cubicBezTo>
                  <a:cubicBezTo>
                    <a:pt x="29" y="72"/>
                    <a:pt x="30" y="72"/>
                    <a:pt x="31" y="72"/>
                  </a:cubicBezTo>
                  <a:cubicBezTo>
                    <a:pt x="42" y="72"/>
                    <a:pt x="42" y="72"/>
                    <a:pt x="42" y="72"/>
                  </a:cubicBezTo>
                  <a:cubicBezTo>
                    <a:pt x="43" y="72"/>
                    <a:pt x="44" y="72"/>
                    <a:pt x="44" y="71"/>
                  </a:cubicBezTo>
                  <a:cubicBezTo>
                    <a:pt x="44" y="44"/>
                    <a:pt x="44" y="44"/>
                    <a:pt x="44" y="44"/>
                  </a:cubicBezTo>
                  <a:cubicBezTo>
                    <a:pt x="70" y="44"/>
                    <a:pt x="70" y="44"/>
                    <a:pt x="70" y="44"/>
                  </a:cubicBezTo>
                  <a:cubicBezTo>
                    <a:pt x="71" y="44"/>
                    <a:pt x="72" y="43"/>
                    <a:pt x="72" y="42"/>
                  </a:cubicBezTo>
                  <a:cubicBezTo>
                    <a:pt x="72" y="31"/>
                    <a:pt x="72" y="31"/>
                    <a:pt x="72" y="31"/>
                  </a:cubicBezTo>
                  <a:cubicBezTo>
                    <a:pt x="72" y="30"/>
                    <a:pt x="71" y="29"/>
                    <a:pt x="70" y="29"/>
                  </a:cubicBezTo>
                  <a:close/>
                </a:path>
              </a:pathLst>
            </a:custGeom>
            <a:solidFill>
              <a:schemeClr val="bg1"/>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sp>
        <p:nvSpPr>
          <p:cNvPr id="25" name="文本框 24"/>
          <p:cNvSpPr txBox="1"/>
          <p:nvPr/>
        </p:nvSpPr>
        <p:spPr>
          <a:xfrm>
            <a:off x="8472800" y="3718944"/>
            <a:ext cx="2856518" cy="830997"/>
          </a:xfrm>
          <a:prstGeom prst="rect">
            <a:avLst/>
          </a:prstGeom>
          <a:noFill/>
        </p:spPr>
        <p:txBody>
          <a:bodyPr wrap="square" rtlCol="0">
            <a:spAutoFit/>
          </a:bodyPr>
          <a:lstStyle/>
          <a:p>
            <a:pPr>
              <a:lnSpc>
                <a:spcPct val="120000"/>
              </a:lnSpc>
            </a:pPr>
            <a:r>
              <a:rPr lang="zh-CN" altLang="en-US" sz="2400" b="1" dirty="0">
                <a:solidFill>
                  <a:srgbClr val="8BC53F"/>
                </a:solidFill>
              </a:rPr>
              <a:t>添加标题</a:t>
            </a:r>
            <a:endParaRPr lang="en-US" altLang="zh-CN" sz="2400" b="1" dirty="0">
              <a:solidFill>
                <a:srgbClr val="8BC53F"/>
              </a:solidFill>
            </a:endParaRPr>
          </a:p>
          <a:p>
            <a:pPr>
              <a:lnSpc>
                <a:spcPct val="120000"/>
              </a:lnSpc>
            </a:pPr>
            <a:r>
              <a:rPr lang="zh-CN" altLang="en-US" sz="1600" dirty="0">
                <a:solidFill>
                  <a:schemeClr val="tx1">
                    <a:lumMod val="65000"/>
                    <a:lumOff val="35000"/>
                  </a:schemeClr>
                </a:solidFill>
              </a:rPr>
              <a:t>添加内容添加内容</a:t>
            </a:r>
          </a:p>
        </p:txBody>
      </p:sp>
      <p:sp>
        <p:nvSpPr>
          <p:cNvPr id="26" name="文本框 25"/>
          <p:cNvSpPr txBox="1"/>
          <p:nvPr/>
        </p:nvSpPr>
        <p:spPr>
          <a:xfrm>
            <a:off x="8491850" y="4946509"/>
            <a:ext cx="2856518" cy="830997"/>
          </a:xfrm>
          <a:prstGeom prst="rect">
            <a:avLst/>
          </a:prstGeom>
          <a:noFill/>
        </p:spPr>
        <p:txBody>
          <a:bodyPr wrap="square" rtlCol="0">
            <a:spAutoFit/>
          </a:bodyPr>
          <a:lstStyle/>
          <a:p>
            <a:pPr>
              <a:lnSpc>
                <a:spcPct val="120000"/>
              </a:lnSpc>
            </a:pPr>
            <a:r>
              <a:rPr lang="zh-CN" altLang="en-US" sz="2400" b="1" dirty="0">
                <a:solidFill>
                  <a:srgbClr val="4FB5B7"/>
                </a:solidFill>
              </a:rPr>
              <a:t>添加标题</a:t>
            </a:r>
            <a:endParaRPr lang="en-US" altLang="zh-CN" sz="2400" b="1" dirty="0">
              <a:solidFill>
                <a:srgbClr val="4FB5B7"/>
              </a:solidFill>
            </a:endParaRPr>
          </a:p>
          <a:p>
            <a:pPr>
              <a:lnSpc>
                <a:spcPct val="120000"/>
              </a:lnSpc>
            </a:pPr>
            <a:r>
              <a:rPr lang="zh-CN" altLang="en-US" sz="1600" dirty="0">
                <a:solidFill>
                  <a:schemeClr val="tx1">
                    <a:lumMod val="65000"/>
                    <a:lumOff val="35000"/>
                  </a:schemeClr>
                </a:solidFill>
              </a:rPr>
              <a:t>添加内容添加内容</a:t>
            </a:r>
          </a:p>
        </p:txBody>
      </p:sp>
      <p:sp>
        <p:nvSpPr>
          <p:cNvPr id="27" name="文本框 26"/>
          <p:cNvSpPr txBox="1"/>
          <p:nvPr/>
        </p:nvSpPr>
        <p:spPr>
          <a:xfrm>
            <a:off x="8472800" y="2251436"/>
            <a:ext cx="2856518" cy="830997"/>
          </a:xfrm>
          <a:prstGeom prst="rect">
            <a:avLst/>
          </a:prstGeom>
          <a:noFill/>
        </p:spPr>
        <p:txBody>
          <a:bodyPr wrap="square" rtlCol="0">
            <a:spAutoFit/>
          </a:bodyPr>
          <a:lstStyle/>
          <a:p>
            <a:pPr>
              <a:lnSpc>
                <a:spcPct val="120000"/>
              </a:lnSpc>
            </a:pPr>
            <a:r>
              <a:rPr lang="zh-CN" altLang="en-US" sz="2400" b="1" dirty="0">
                <a:solidFill>
                  <a:srgbClr val="D40E37"/>
                </a:solidFill>
              </a:rPr>
              <a:t>添加标题</a:t>
            </a:r>
            <a:endParaRPr lang="en-US" altLang="zh-CN" sz="2400" b="1" dirty="0">
              <a:solidFill>
                <a:srgbClr val="D40E37"/>
              </a:solidFill>
            </a:endParaRPr>
          </a:p>
          <a:p>
            <a:pPr>
              <a:lnSpc>
                <a:spcPct val="120000"/>
              </a:lnSpc>
            </a:pPr>
            <a:r>
              <a:rPr lang="zh-CN" altLang="en-US" sz="1600" dirty="0">
                <a:solidFill>
                  <a:schemeClr val="tx1">
                    <a:lumMod val="65000"/>
                    <a:lumOff val="35000"/>
                  </a:schemeClr>
                </a:solidFill>
              </a:rPr>
              <a:t>添加内容添加内容</a:t>
            </a:r>
          </a:p>
        </p:txBody>
      </p:sp>
      <p:sp>
        <p:nvSpPr>
          <p:cNvPr id="28" name="文本框 27"/>
          <p:cNvSpPr txBox="1"/>
          <p:nvPr/>
        </p:nvSpPr>
        <p:spPr>
          <a:xfrm>
            <a:off x="752289" y="3827802"/>
            <a:ext cx="1669461" cy="504241"/>
          </a:xfrm>
          <a:prstGeom prst="rect">
            <a:avLst/>
          </a:prstGeom>
          <a:noFill/>
        </p:spPr>
        <p:txBody>
          <a:bodyPr wrap="square" rtlCol="0">
            <a:spAutoFit/>
          </a:bodyPr>
          <a:lstStyle/>
          <a:p>
            <a:pPr algn="ctr">
              <a:lnSpc>
                <a:spcPct val="120000"/>
              </a:lnSpc>
            </a:pPr>
            <a:r>
              <a:rPr lang="zh-CN" altLang="en-US" sz="2400" b="1" dirty="0">
                <a:solidFill>
                  <a:schemeClr val="bg1"/>
                </a:solidFill>
              </a:rPr>
              <a:t>添加标题</a:t>
            </a:r>
            <a:endParaRPr lang="en-US" altLang="zh-CN" sz="2400" b="1" dirty="0">
              <a:solidFill>
                <a:schemeClr val="bg1"/>
              </a:solidFill>
            </a:endParaRPr>
          </a:p>
        </p:txBody>
      </p:sp>
      <p:sp>
        <p:nvSpPr>
          <p:cNvPr id="29" name="Rectangle 58"/>
          <p:cNvSpPr/>
          <p:nvPr/>
        </p:nvSpPr>
        <p:spPr>
          <a:xfrm>
            <a:off x="864954" y="4248070"/>
            <a:ext cx="1458887" cy="368371"/>
          </a:xfrm>
          <a:prstGeom prst="rect">
            <a:avLst/>
          </a:prstGeom>
        </p:spPr>
        <p:txBody>
          <a:bodyPr wrap="square">
            <a:spAutoFit/>
          </a:bodyPr>
          <a:lstStyle/>
          <a:p>
            <a:pPr algn="ctr">
              <a:lnSpc>
                <a:spcPct val="123000"/>
              </a:lnSpc>
              <a:spcBef>
                <a:spcPts val="600"/>
              </a:spcBef>
            </a:pPr>
            <a:r>
              <a:rPr lang="zh-CN" altLang="en-US" sz="1600" dirty="0">
                <a:solidFill>
                  <a:schemeClr val="bg1"/>
                </a:solidFill>
                <a:latin typeface="+mn-ea"/>
              </a:rPr>
              <a:t>添加内容</a:t>
            </a:r>
          </a:p>
        </p:txBody>
      </p:sp>
      <p:grpSp>
        <p:nvGrpSpPr>
          <p:cNvPr id="30" name="组合 29"/>
          <p:cNvGrpSpPr>
            <a:grpSpLocks noChangeAspect="1"/>
          </p:cNvGrpSpPr>
          <p:nvPr/>
        </p:nvGrpSpPr>
        <p:grpSpPr>
          <a:xfrm>
            <a:off x="3647380" y="4132553"/>
            <a:ext cx="377894" cy="323546"/>
            <a:chOff x="2162176" y="-104775"/>
            <a:chExt cx="1655763" cy="1417638"/>
          </a:xfrm>
          <a:solidFill>
            <a:schemeClr val="bg1">
              <a:lumMod val="50000"/>
            </a:schemeClr>
          </a:solidFill>
        </p:grpSpPr>
        <p:sp>
          <p:nvSpPr>
            <p:cNvPr id="31" name="Freeform 3767"/>
            <p:cNvSpPr>
              <a:spLocks/>
            </p:cNvSpPr>
            <p:nvPr/>
          </p:nvSpPr>
          <p:spPr bwMode="auto">
            <a:xfrm>
              <a:off x="2311401" y="104775"/>
              <a:ext cx="1370013" cy="1208088"/>
            </a:xfrm>
            <a:custGeom>
              <a:avLst/>
              <a:gdLst>
                <a:gd name="T0" fmla="*/ 231 w 431"/>
                <a:gd name="T1" fmla="*/ 6 h 380"/>
                <a:gd name="T2" fmla="*/ 190 w 431"/>
                <a:gd name="T3" fmla="*/ 7 h 380"/>
                <a:gd name="T4" fmla="*/ 20 w 431"/>
                <a:gd name="T5" fmla="*/ 106 h 380"/>
                <a:gd name="T6" fmla="*/ 0 w 431"/>
                <a:gd name="T7" fmla="*/ 142 h 380"/>
                <a:gd name="T8" fmla="*/ 0 w 431"/>
                <a:gd name="T9" fmla="*/ 357 h 380"/>
                <a:gd name="T10" fmla="*/ 24 w 431"/>
                <a:gd name="T11" fmla="*/ 380 h 380"/>
                <a:gd name="T12" fmla="*/ 124 w 431"/>
                <a:gd name="T13" fmla="*/ 380 h 380"/>
                <a:gd name="T14" fmla="*/ 148 w 431"/>
                <a:gd name="T15" fmla="*/ 357 h 380"/>
                <a:gd name="T16" fmla="*/ 148 w 431"/>
                <a:gd name="T17" fmla="*/ 258 h 380"/>
                <a:gd name="T18" fmla="*/ 171 w 431"/>
                <a:gd name="T19" fmla="*/ 235 h 380"/>
                <a:gd name="T20" fmla="*/ 260 w 431"/>
                <a:gd name="T21" fmla="*/ 235 h 380"/>
                <a:gd name="T22" fmla="*/ 283 w 431"/>
                <a:gd name="T23" fmla="*/ 258 h 380"/>
                <a:gd name="T24" fmla="*/ 283 w 431"/>
                <a:gd name="T25" fmla="*/ 357 h 380"/>
                <a:gd name="T26" fmla="*/ 307 w 431"/>
                <a:gd name="T27" fmla="*/ 380 h 380"/>
                <a:gd name="T28" fmla="*/ 407 w 431"/>
                <a:gd name="T29" fmla="*/ 380 h 380"/>
                <a:gd name="T30" fmla="*/ 431 w 431"/>
                <a:gd name="T31" fmla="*/ 357 h 380"/>
                <a:gd name="T32" fmla="*/ 431 w 431"/>
                <a:gd name="T33" fmla="*/ 142 h 380"/>
                <a:gd name="T34" fmla="*/ 410 w 431"/>
                <a:gd name="T35" fmla="*/ 107 h 380"/>
                <a:gd name="T36" fmla="*/ 231 w 431"/>
                <a:gd name="T37" fmla="*/ 6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31" h="380">
                  <a:moveTo>
                    <a:pt x="231" y="6"/>
                  </a:moveTo>
                  <a:cubicBezTo>
                    <a:pt x="220" y="0"/>
                    <a:pt x="201" y="0"/>
                    <a:pt x="190" y="7"/>
                  </a:cubicBezTo>
                  <a:cubicBezTo>
                    <a:pt x="20" y="106"/>
                    <a:pt x="20" y="106"/>
                    <a:pt x="20" y="106"/>
                  </a:cubicBezTo>
                  <a:cubicBezTo>
                    <a:pt x="9" y="113"/>
                    <a:pt x="0" y="129"/>
                    <a:pt x="0" y="142"/>
                  </a:cubicBezTo>
                  <a:cubicBezTo>
                    <a:pt x="0" y="357"/>
                    <a:pt x="0" y="357"/>
                    <a:pt x="0" y="357"/>
                  </a:cubicBezTo>
                  <a:cubicBezTo>
                    <a:pt x="0" y="370"/>
                    <a:pt x="10" y="380"/>
                    <a:pt x="24" y="380"/>
                  </a:cubicBezTo>
                  <a:cubicBezTo>
                    <a:pt x="124" y="380"/>
                    <a:pt x="124" y="380"/>
                    <a:pt x="124" y="380"/>
                  </a:cubicBezTo>
                  <a:cubicBezTo>
                    <a:pt x="137" y="380"/>
                    <a:pt x="148" y="370"/>
                    <a:pt x="148" y="357"/>
                  </a:cubicBezTo>
                  <a:cubicBezTo>
                    <a:pt x="148" y="258"/>
                    <a:pt x="148" y="258"/>
                    <a:pt x="148" y="258"/>
                  </a:cubicBezTo>
                  <a:cubicBezTo>
                    <a:pt x="148" y="245"/>
                    <a:pt x="158" y="235"/>
                    <a:pt x="171" y="235"/>
                  </a:cubicBezTo>
                  <a:cubicBezTo>
                    <a:pt x="260" y="235"/>
                    <a:pt x="260" y="235"/>
                    <a:pt x="260" y="235"/>
                  </a:cubicBezTo>
                  <a:cubicBezTo>
                    <a:pt x="273" y="235"/>
                    <a:pt x="283" y="245"/>
                    <a:pt x="283" y="258"/>
                  </a:cubicBezTo>
                  <a:cubicBezTo>
                    <a:pt x="283" y="357"/>
                    <a:pt x="283" y="357"/>
                    <a:pt x="283" y="357"/>
                  </a:cubicBezTo>
                  <a:cubicBezTo>
                    <a:pt x="283" y="370"/>
                    <a:pt x="294" y="380"/>
                    <a:pt x="307" y="380"/>
                  </a:cubicBezTo>
                  <a:cubicBezTo>
                    <a:pt x="407" y="380"/>
                    <a:pt x="407" y="380"/>
                    <a:pt x="407" y="380"/>
                  </a:cubicBezTo>
                  <a:cubicBezTo>
                    <a:pt x="420" y="380"/>
                    <a:pt x="431" y="370"/>
                    <a:pt x="431" y="357"/>
                  </a:cubicBezTo>
                  <a:cubicBezTo>
                    <a:pt x="431" y="142"/>
                    <a:pt x="431" y="142"/>
                    <a:pt x="431" y="142"/>
                  </a:cubicBezTo>
                  <a:cubicBezTo>
                    <a:pt x="431" y="129"/>
                    <a:pt x="422" y="113"/>
                    <a:pt x="410" y="107"/>
                  </a:cubicBezTo>
                  <a:lnTo>
                    <a:pt x="231"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32" name="Freeform 3768"/>
            <p:cNvSpPr>
              <a:spLocks/>
            </p:cNvSpPr>
            <p:nvPr/>
          </p:nvSpPr>
          <p:spPr bwMode="auto">
            <a:xfrm>
              <a:off x="2162176" y="-104775"/>
              <a:ext cx="1655763" cy="552450"/>
            </a:xfrm>
            <a:custGeom>
              <a:avLst/>
              <a:gdLst>
                <a:gd name="T0" fmla="*/ 516 w 521"/>
                <a:gd name="T1" fmla="*/ 165 h 174"/>
                <a:gd name="T2" fmla="*/ 487 w 521"/>
                <a:gd name="T3" fmla="*/ 167 h 174"/>
                <a:gd name="T4" fmla="*/ 276 w 521"/>
                <a:gd name="T5" fmla="*/ 45 h 174"/>
                <a:gd name="T6" fmla="*/ 235 w 521"/>
                <a:gd name="T7" fmla="*/ 45 h 174"/>
                <a:gd name="T8" fmla="*/ 34 w 521"/>
                <a:gd name="T9" fmla="*/ 167 h 174"/>
                <a:gd name="T10" fmla="*/ 5 w 521"/>
                <a:gd name="T11" fmla="*/ 165 h 174"/>
                <a:gd name="T12" fmla="*/ 16 w 521"/>
                <a:gd name="T13" fmla="*/ 138 h 174"/>
                <a:gd name="T14" fmla="*/ 235 w 521"/>
                <a:gd name="T15" fmla="*/ 7 h 174"/>
                <a:gd name="T16" fmla="*/ 276 w 521"/>
                <a:gd name="T17" fmla="*/ 6 h 174"/>
                <a:gd name="T18" fmla="*/ 504 w 521"/>
                <a:gd name="T19" fmla="*/ 139 h 174"/>
                <a:gd name="T20" fmla="*/ 516 w 521"/>
                <a:gd name="T21" fmla="*/ 16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1" h="174">
                  <a:moveTo>
                    <a:pt x="516" y="165"/>
                  </a:moveTo>
                  <a:cubicBezTo>
                    <a:pt x="512" y="173"/>
                    <a:pt x="499" y="174"/>
                    <a:pt x="487" y="167"/>
                  </a:cubicBezTo>
                  <a:cubicBezTo>
                    <a:pt x="276" y="45"/>
                    <a:pt x="276" y="45"/>
                    <a:pt x="276" y="45"/>
                  </a:cubicBezTo>
                  <a:cubicBezTo>
                    <a:pt x="265" y="38"/>
                    <a:pt x="247" y="38"/>
                    <a:pt x="235" y="45"/>
                  </a:cubicBezTo>
                  <a:cubicBezTo>
                    <a:pt x="34" y="167"/>
                    <a:pt x="34" y="167"/>
                    <a:pt x="34" y="167"/>
                  </a:cubicBezTo>
                  <a:cubicBezTo>
                    <a:pt x="22" y="174"/>
                    <a:pt x="9" y="173"/>
                    <a:pt x="5" y="165"/>
                  </a:cubicBezTo>
                  <a:cubicBezTo>
                    <a:pt x="0" y="157"/>
                    <a:pt x="5" y="145"/>
                    <a:pt x="16" y="138"/>
                  </a:cubicBezTo>
                  <a:cubicBezTo>
                    <a:pt x="235" y="7"/>
                    <a:pt x="235" y="7"/>
                    <a:pt x="235" y="7"/>
                  </a:cubicBezTo>
                  <a:cubicBezTo>
                    <a:pt x="246" y="0"/>
                    <a:pt x="265" y="0"/>
                    <a:pt x="276" y="6"/>
                  </a:cubicBezTo>
                  <a:cubicBezTo>
                    <a:pt x="504" y="139"/>
                    <a:pt x="504" y="139"/>
                    <a:pt x="504" y="139"/>
                  </a:cubicBezTo>
                  <a:cubicBezTo>
                    <a:pt x="515" y="145"/>
                    <a:pt x="521" y="157"/>
                    <a:pt x="516" y="1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grpSp>
      <p:grpSp>
        <p:nvGrpSpPr>
          <p:cNvPr id="33" name="组合 32"/>
          <p:cNvGrpSpPr/>
          <p:nvPr/>
        </p:nvGrpSpPr>
        <p:grpSpPr>
          <a:xfrm>
            <a:off x="6612644" y="4132553"/>
            <a:ext cx="413614" cy="351764"/>
            <a:chOff x="8305423" y="3161246"/>
            <a:chExt cx="441678" cy="375633"/>
          </a:xfrm>
          <a:solidFill>
            <a:srgbClr val="7F7F7F"/>
          </a:solidFill>
        </p:grpSpPr>
        <p:sp>
          <p:nvSpPr>
            <p:cNvPr id="34" name="Rectangle 40"/>
            <p:cNvSpPr>
              <a:spLocks noChangeArrowheads="1"/>
            </p:cNvSpPr>
            <p:nvPr/>
          </p:nvSpPr>
          <p:spPr bwMode="auto">
            <a:xfrm>
              <a:off x="8305423" y="3277856"/>
              <a:ext cx="107324" cy="2590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Rectangle 41"/>
            <p:cNvSpPr>
              <a:spLocks noChangeArrowheads="1"/>
            </p:cNvSpPr>
            <p:nvPr/>
          </p:nvSpPr>
          <p:spPr bwMode="auto">
            <a:xfrm>
              <a:off x="8471568" y="3161246"/>
              <a:ext cx="110420" cy="37563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Rectangle 42"/>
            <p:cNvSpPr>
              <a:spLocks noChangeArrowheads="1"/>
            </p:cNvSpPr>
            <p:nvPr/>
          </p:nvSpPr>
          <p:spPr bwMode="auto">
            <a:xfrm>
              <a:off x="8639777" y="3354221"/>
              <a:ext cx="107324" cy="1826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7" name="组合 36"/>
          <p:cNvGrpSpPr/>
          <p:nvPr/>
        </p:nvGrpSpPr>
        <p:grpSpPr>
          <a:xfrm>
            <a:off x="5173121" y="4087169"/>
            <a:ext cx="419399" cy="397145"/>
            <a:chOff x="5823564" y="2160246"/>
            <a:chExt cx="505660" cy="478830"/>
          </a:xfrm>
        </p:grpSpPr>
        <p:sp>
          <p:nvSpPr>
            <p:cNvPr id="38" name="Freeform 48"/>
            <p:cNvSpPr>
              <a:spLocks noEditPoints="1"/>
            </p:cNvSpPr>
            <p:nvPr/>
          </p:nvSpPr>
          <p:spPr bwMode="auto">
            <a:xfrm>
              <a:off x="5823564" y="2438876"/>
              <a:ext cx="198136" cy="200200"/>
            </a:xfrm>
            <a:custGeom>
              <a:avLst/>
              <a:gdLst>
                <a:gd name="T0" fmla="*/ 12 w 81"/>
                <a:gd name="T1" fmla="*/ 48 h 82"/>
                <a:gd name="T2" fmla="*/ 16 w 81"/>
                <a:gd name="T3" fmla="*/ 57 h 82"/>
                <a:gd name="T4" fmla="*/ 6 w 81"/>
                <a:gd name="T5" fmla="*/ 64 h 82"/>
                <a:gd name="T6" fmla="*/ 17 w 81"/>
                <a:gd name="T7" fmla="*/ 75 h 82"/>
                <a:gd name="T8" fmla="*/ 25 w 81"/>
                <a:gd name="T9" fmla="*/ 66 h 82"/>
                <a:gd name="T10" fmla="*/ 34 w 81"/>
                <a:gd name="T11" fmla="*/ 70 h 82"/>
                <a:gd name="T12" fmla="*/ 32 w 81"/>
                <a:gd name="T13" fmla="*/ 82 h 82"/>
                <a:gd name="T14" fmla="*/ 49 w 81"/>
                <a:gd name="T15" fmla="*/ 82 h 82"/>
                <a:gd name="T16" fmla="*/ 47 w 81"/>
                <a:gd name="T17" fmla="*/ 70 h 82"/>
                <a:gd name="T18" fmla="*/ 56 w 81"/>
                <a:gd name="T19" fmla="*/ 66 h 82"/>
                <a:gd name="T20" fmla="*/ 63 w 81"/>
                <a:gd name="T21" fmla="*/ 76 h 82"/>
                <a:gd name="T22" fmla="*/ 75 w 81"/>
                <a:gd name="T23" fmla="*/ 64 h 82"/>
                <a:gd name="T24" fmla="*/ 66 w 81"/>
                <a:gd name="T25" fmla="*/ 56 h 82"/>
                <a:gd name="T26" fmla="*/ 69 w 81"/>
                <a:gd name="T27" fmla="*/ 48 h 82"/>
                <a:gd name="T28" fmla="*/ 81 w 81"/>
                <a:gd name="T29" fmla="*/ 49 h 82"/>
                <a:gd name="T30" fmla="*/ 81 w 81"/>
                <a:gd name="T31" fmla="*/ 33 h 82"/>
                <a:gd name="T32" fmla="*/ 69 w 81"/>
                <a:gd name="T33" fmla="*/ 35 h 82"/>
                <a:gd name="T34" fmla="*/ 69 w 81"/>
                <a:gd name="T35" fmla="*/ 34 h 82"/>
                <a:gd name="T36" fmla="*/ 65 w 81"/>
                <a:gd name="T37" fmla="*/ 25 h 82"/>
                <a:gd name="T38" fmla="*/ 65 w 81"/>
                <a:gd name="T39" fmla="*/ 25 h 82"/>
                <a:gd name="T40" fmla="*/ 74 w 81"/>
                <a:gd name="T41" fmla="*/ 18 h 82"/>
                <a:gd name="T42" fmla="*/ 64 w 81"/>
                <a:gd name="T43" fmla="*/ 7 h 82"/>
                <a:gd name="T44" fmla="*/ 56 w 81"/>
                <a:gd name="T45" fmla="*/ 16 h 82"/>
                <a:gd name="T46" fmla="*/ 56 w 81"/>
                <a:gd name="T47" fmla="*/ 16 h 82"/>
                <a:gd name="T48" fmla="*/ 47 w 81"/>
                <a:gd name="T49" fmla="*/ 12 h 82"/>
                <a:gd name="T50" fmla="*/ 49 w 81"/>
                <a:gd name="T51" fmla="*/ 0 h 82"/>
                <a:gd name="T52" fmla="*/ 32 w 81"/>
                <a:gd name="T53" fmla="*/ 0 h 82"/>
                <a:gd name="T54" fmla="*/ 33 w 81"/>
                <a:gd name="T55" fmla="*/ 12 h 82"/>
                <a:gd name="T56" fmla="*/ 33 w 81"/>
                <a:gd name="T57" fmla="*/ 13 h 82"/>
                <a:gd name="T58" fmla="*/ 25 w 81"/>
                <a:gd name="T59" fmla="*/ 16 h 82"/>
                <a:gd name="T60" fmla="*/ 25 w 81"/>
                <a:gd name="T61" fmla="*/ 16 h 82"/>
                <a:gd name="T62" fmla="*/ 17 w 81"/>
                <a:gd name="T63" fmla="*/ 6 h 82"/>
                <a:gd name="T64" fmla="*/ 6 w 81"/>
                <a:gd name="T65" fmla="*/ 18 h 82"/>
                <a:gd name="T66" fmla="*/ 15 w 81"/>
                <a:gd name="T67" fmla="*/ 26 h 82"/>
                <a:gd name="T68" fmla="*/ 12 w 81"/>
                <a:gd name="T69" fmla="*/ 35 h 82"/>
                <a:gd name="T70" fmla="*/ 0 w 81"/>
                <a:gd name="T71" fmla="*/ 34 h 82"/>
                <a:gd name="T72" fmla="*/ 0 w 81"/>
                <a:gd name="T73" fmla="*/ 49 h 82"/>
                <a:gd name="T74" fmla="*/ 12 w 81"/>
                <a:gd name="T75" fmla="*/ 48 h 82"/>
                <a:gd name="T76" fmla="*/ 27 w 81"/>
                <a:gd name="T77" fmla="*/ 41 h 82"/>
                <a:gd name="T78" fmla="*/ 40 w 81"/>
                <a:gd name="T79" fmla="*/ 28 h 82"/>
                <a:gd name="T80" fmla="*/ 54 w 81"/>
                <a:gd name="T81" fmla="*/ 41 h 82"/>
                <a:gd name="T82" fmla="*/ 41 w 81"/>
                <a:gd name="T83" fmla="*/ 54 h 82"/>
                <a:gd name="T84" fmla="*/ 27 w 81"/>
                <a:gd name="T85" fmla="*/ 4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1" h="82">
                  <a:moveTo>
                    <a:pt x="12" y="48"/>
                  </a:moveTo>
                  <a:cubicBezTo>
                    <a:pt x="12" y="51"/>
                    <a:pt x="14" y="54"/>
                    <a:pt x="16" y="57"/>
                  </a:cubicBezTo>
                  <a:cubicBezTo>
                    <a:pt x="6" y="64"/>
                    <a:pt x="6" y="64"/>
                    <a:pt x="6" y="64"/>
                  </a:cubicBezTo>
                  <a:cubicBezTo>
                    <a:pt x="17" y="75"/>
                    <a:pt x="17" y="75"/>
                    <a:pt x="17" y="75"/>
                  </a:cubicBezTo>
                  <a:cubicBezTo>
                    <a:pt x="25" y="66"/>
                    <a:pt x="25" y="66"/>
                    <a:pt x="25" y="66"/>
                  </a:cubicBezTo>
                  <a:cubicBezTo>
                    <a:pt x="27" y="68"/>
                    <a:pt x="30" y="69"/>
                    <a:pt x="34" y="70"/>
                  </a:cubicBezTo>
                  <a:cubicBezTo>
                    <a:pt x="32" y="82"/>
                    <a:pt x="32" y="82"/>
                    <a:pt x="32" y="82"/>
                  </a:cubicBezTo>
                  <a:cubicBezTo>
                    <a:pt x="49" y="82"/>
                    <a:pt x="49" y="82"/>
                    <a:pt x="49" y="82"/>
                  </a:cubicBezTo>
                  <a:cubicBezTo>
                    <a:pt x="47" y="70"/>
                    <a:pt x="47" y="70"/>
                    <a:pt x="47" y="70"/>
                  </a:cubicBezTo>
                  <a:cubicBezTo>
                    <a:pt x="50" y="69"/>
                    <a:pt x="53" y="68"/>
                    <a:pt x="56" y="66"/>
                  </a:cubicBezTo>
                  <a:cubicBezTo>
                    <a:pt x="63" y="76"/>
                    <a:pt x="63" y="76"/>
                    <a:pt x="63" y="76"/>
                  </a:cubicBezTo>
                  <a:cubicBezTo>
                    <a:pt x="75" y="64"/>
                    <a:pt x="75" y="64"/>
                    <a:pt x="75" y="64"/>
                  </a:cubicBezTo>
                  <a:cubicBezTo>
                    <a:pt x="66" y="56"/>
                    <a:pt x="66" y="56"/>
                    <a:pt x="66" y="56"/>
                  </a:cubicBezTo>
                  <a:cubicBezTo>
                    <a:pt x="67" y="54"/>
                    <a:pt x="68" y="51"/>
                    <a:pt x="69" y="48"/>
                  </a:cubicBezTo>
                  <a:cubicBezTo>
                    <a:pt x="81" y="49"/>
                    <a:pt x="81" y="49"/>
                    <a:pt x="81" y="49"/>
                  </a:cubicBezTo>
                  <a:cubicBezTo>
                    <a:pt x="81" y="33"/>
                    <a:pt x="81" y="33"/>
                    <a:pt x="81" y="33"/>
                  </a:cubicBezTo>
                  <a:cubicBezTo>
                    <a:pt x="69" y="35"/>
                    <a:pt x="69" y="35"/>
                    <a:pt x="69" y="35"/>
                  </a:cubicBezTo>
                  <a:cubicBezTo>
                    <a:pt x="69" y="34"/>
                    <a:pt x="69" y="34"/>
                    <a:pt x="69" y="34"/>
                  </a:cubicBezTo>
                  <a:cubicBezTo>
                    <a:pt x="68" y="31"/>
                    <a:pt x="67" y="28"/>
                    <a:pt x="65" y="25"/>
                  </a:cubicBezTo>
                  <a:cubicBezTo>
                    <a:pt x="65" y="25"/>
                    <a:pt x="65" y="25"/>
                    <a:pt x="65" y="25"/>
                  </a:cubicBezTo>
                  <a:cubicBezTo>
                    <a:pt x="74" y="18"/>
                    <a:pt x="74" y="18"/>
                    <a:pt x="74" y="18"/>
                  </a:cubicBezTo>
                  <a:cubicBezTo>
                    <a:pt x="64" y="7"/>
                    <a:pt x="64" y="7"/>
                    <a:pt x="64" y="7"/>
                  </a:cubicBezTo>
                  <a:cubicBezTo>
                    <a:pt x="56" y="16"/>
                    <a:pt x="56" y="16"/>
                    <a:pt x="56" y="16"/>
                  </a:cubicBezTo>
                  <a:cubicBezTo>
                    <a:pt x="56" y="16"/>
                    <a:pt x="56" y="16"/>
                    <a:pt x="56" y="16"/>
                  </a:cubicBezTo>
                  <a:cubicBezTo>
                    <a:pt x="53" y="14"/>
                    <a:pt x="50" y="13"/>
                    <a:pt x="47" y="12"/>
                  </a:cubicBezTo>
                  <a:cubicBezTo>
                    <a:pt x="49" y="0"/>
                    <a:pt x="49" y="0"/>
                    <a:pt x="49" y="0"/>
                  </a:cubicBezTo>
                  <a:cubicBezTo>
                    <a:pt x="32" y="0"/>
                    <a:pt x="32" y="0"/>
                    <a:pt x="32" y="0"/>
                  </a:cubicBezTo>
                  <a:cubicBezTo>
                    <a:pt x="33" y="12"/>
                    <a:pt x="33" y="12"/>
                    <a:pt x="33" y="12"/>
                  </a:cubicBezTo>
                  <a:cubicBezTo>
                    <a:pt x="33" y="13"/>
                    <a:pt x="33" y="13"/>
                    <a:pt x="33" y="13"/>
                  </a:cubicBezTo>
                  <a:cubicBezTo>
                    <a:pt x="30" y="13"/>
                    <a:pt x="28" y="14"/>
                    <a:pt x="25" y="16"/>
                  </a:cubicBezTo>
                  <a:cubicBezTo>
                    <a:pt x="25" y="16"/>
                    <a:pt x="25" y="16"/>
                    <a:pt x="25" y="16"/>
                  </a:cubicBezTo>
                  <a:cubicBezTo>
                    <a:pt x="17" y="6"/>
                    <a:pt x="17" y="6"/>
                    <a:pt x="17" y="6"/>
                  </a:cubicBezTo>
                  <a:cubicBezTo>
                    <a:pt x="6" y="18"/>
                    <a:pt x="6" y="18"/>
                    <a:pt x="6" y="18"/>
                  </a:cubicBezTo>
                  <a:cubicBezTo>
                    <a:pt x="15" y="26"/>
                    <a:pt x="15" y="26"/>
                    <a:pt x="15" y="26"/>
                  </a:cubicBezTo>
                  <a:cubicBezTo>
                    <a:pt x="14" y="28"/>
                    <a:pt x="12" y="32"/>
                    <a:pt x="12" y="35"/>
                  </a:cubicBezTo>
                  <a:cubicBezTo>
                    <a:pt x="0" y="34"/>
                    <a:pt x="0" y="34"/>
                    <a:pt x="0" y="34"/>
                  </a:cubicBezTo>
                  <a:cubicBezTo>
                    <a:pt x="0" y="49"/>
                    <a:pt x="0" y="49"/>
                    <a:pt x="0" y="49"/>
                  </a:cubicBezTo>
                  <a:cubicBezTo>
                    <a:pt x="12" y="48"/>
                    <a:pt x="12" y="48"/>
                    <a:pt x="12" y="48"/>
                  </a:cubicBezTo>
                  <a:close/>
                  <a:moveTo>
                    <a:pt x="27" y="41"/>
                  </a:moveTo>
                  <a:cubicBezTo>
                    <a:pt x="27" y="34"/>
                    <a:pt x="33" y="28"/>
                    <a:pt x="40" y="28"/>
                  </a:cubicBezTo>
                  <a:cubicBezTo>
                    <a:pt x="48" y="28"/>
                    <a:pt x="54" y="34"/>
                    <a:pt x="54" y="41"/>
                  </a:cubicBezTo>
                  <a:cubicBezTo>
                    <a:pt x="54" y="48"/>
                    <a:pt x="48" y="54"/>
                    <a:pt x="41" y="54"/>
                  </a:cubicBezTo>
                  <a:cubicBezTo>
                    <a:pt x="33" y="54"/>
                    <a:pt x="27" y="48"/>
                    <a:pt x="27" y="41"/>
                  </a:cubicBezTo>
                  <a:close/>
                </a:path>
              </a:pathLst>
            </a:custGeom>
            <a:solidFill>
              <a:srgbClr val="7F7F7F"/>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9" name="Oval 49"/>
            <p:cNvSpPr>
              <a:spLocks noChangeArrowheads="1"/>
            </p:cNvSpPr>
            <p:nvPr/>
          </p:nvSpPr>
          <p:spPr bwMode="auto">
            <a:xfrm>
              <a:off x="6109416" y="2272730"/>
              <a:ext cx="107324" cy="107324"/>
            </a:xfrm>
            <a:prstGeom prst="ellipse">
              <a:avLst/>
            </a:prstGeom>
            <a:solidFill>
              <a:srgbClr val="7F7F7F"/>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0" name="Freeform 50"/>
            <p:cNvSpPr>
              <a:spLocks noEditPoints="1"/>
            </p:cNvSpPr>
            <p:nvPr/>
          </p:nvSpPr>
          <p:spPr bwMode="auto">
            <a:xfrm>
              <a:off x="5996934" y="2160246"/>
              <a:ext cx="332290" cy="332291"/>
            </a:xfrm>
            <a:custGeom>
              <a:avLst/>
              <a:gdLst>
                <a:gd name="T0" fmla="*/ 11 w 136"/>
                <a:gd name="T1" fmla="*/ 76 h 136"/>
                <a:gd name="T2" fmla="*/ 15 w 136"/>
                <a:gd name="T3" fmla="*/ 90 h 136"/>
                <a:gd name="T4" fmla="*/ 6 w 136"/>
                <a:gd name="T5" fmla="*/ 95 h 136"/>
                <a:gd name="T6" fmla="*/ 14 w 136"/>
                <a:gd name="T7" fmla="*/ 109 h 136"/>
                <a:gd name="T8" fmla="*/ 23 w 136"/>
                <a:gd name="T9" fmla="*/ 103 h 136"/>
                <a:gd name="T10" fmla="*/ 33 w 136"/>
                <a:gd name="T11" fmla="*/ 114 h 136"/>
                <a:gd name="T12" fmla="*/ 27 w 136"/>
                <a:gd name="T13" fmla="*/ 122 h 136"/>
                <a:gd name="T14" fmla="*/ 42 w 136"/>
                <a:gd name="T15" fmla="*/ 131 h 136"/>
                <a:gd name="T16" fmla="*/ 46 w 136"/>
                <a:gd name="T17" fmla="*/ 121 h 136"/>
                <a:gd name="T18" fmla="*/ 60 w 136"/>
                <a:gd name="T19" fmla="*/ 125 h 136"/>
                <a:gd name="T20" fmla="*/ 60 w 136"/>
                <a:gd name="T21" fmla="*/ 135 h 136"/>
                <a:gd name="T22" fmla="*/ 68 w 136"/>
                <a:gd name="T23" fmla="*/ 136 h 136"/>
                <a:gd name="T24" fmla="*/ 76 w 136"/>
                <a:gd name="T25" fmla="*/ 135 h 136"/>
                <a:gd name="T26" fmla="*/ 76 w 136"/>
                <a:gd name="T27" fmla="*/ 125 h 136"/>
                <a:gd name="T28" fmla="*/ 90 w 136"/>
                <a:gd name="T29" fmla="*/ 121 h 136"/>
                <a:gd name="T30" fmla="*/ 94 w 136"/>
                <a:gd name="T31" fmla="*/ 131 h 136"/>
                <a:gd name="T32" fmla="*/ 109 w 136"/>
                <a:gd name="T33" fmla="*/ 122 h 136"/>
                <a:gd name="T34" fmla="*/ 103 w 136"/>
                <a:gd name="T35" fmla="*/ 114 h 136"/>
                <a:gd name="T36" fmla="*/ 113 w 136"/>
                <a:gd name="T37" fmla="*/ 103 h 136"/>
                <a:gd name="T38" fmla="*/ 122 w 136"/>
                <a:gd name="T39" fmla="*/ 109 h 136"/>
                <a:gd name="T40" fmla="*/ 130 w 136"/>
                <a:gd name="T41" fmla="*/ 94 h 136"/>
                <a:gd name="T42" fmla="*/ 121 w 136"/>
                <a:gd name="T43" fmla="*/ 90 h 136"/>
                <a:gd name="T44" fmla="*/ 125 w 136"/>
                <a:gd name="T45" fmla="*/ 76 h 136"/>
                <a:gd name="T46" fmla="*/ 135 w 136"/>
                <a:gd name="T47" fmla="*/ 76 h 136"/>
                <a:gd name="T48" fmla="*/ 136 w 136"/>
                <a:gd name="T49" fmla="*/ 68 h 136"/>
                <a:gd name="T50" fmla="*/ 135 w 136"/>
                <a:gd name="T51" fmla="*/ 60 h 136"/>
                <a:gd name="T52" fmla="*/ 125 w 136"/>
                <a:gd name="T53" fmla="*/ 60 h 136"/>
                <a:gd name="T54" fmla="*/ 121 w 136"/>
                <a:gd name="T55" fmla="*/ 46 h 136"/>
                <a:gd name="T56" fmla="*/ 130 w 136"/>
                <a:gd name="T57" fmla="*/ 42 h 136"/>
                <a:gd name="T58" fmla="*/ 122 w 136"/>
                <a:gd name="T59" fmla="*/ 27 h 136"/>
                <a:gd name="T60" fmla="*/ 113 w 136"/>
                <a:gd name="T61" fmla="*/ 33 h 136"/>
                <a:gd name="T62" fmla="*/ 103 w 136"/>
                <a:gd name="T63" fmla="*/ 23 h 136"/>
                <a:gd name="T64" fmla="*/ 109 w 136"/>
                <a:gd name="T65" fmla="*/ 14 h 136"/>
                <a:gd name="T66" fmla="*/ 94 w 136"/>
                <a:gd name="T67" fmla="*/ 6 h 136"/>
                <a:gd name="T68" fmla="*/ 90 w 136"/>
                <a:gd name="T69" fmla="*/ 15 h 136"/>
                <a:gd name="T70" fmla="*/ 75 w 136"/>
                <a:gd name="T71" fmla="*/ 11 h 136"/>
                <a:gd name="T72" fmla="*/ 76 w 136"/>
                <a:gd name="T73" fmla="*/ 1 h 136"/>
                <a:gd name="T74" fmla="*/ 68 w 136"/>
                <a:gd name="T75" fmla="*/ 0 h 136"/>
                <a:gd name="T76" fmla="*/ 59 w 136"/>
                <a:gd name="T77" fmla="*/ 1 h 136"/>
                <a:gd name="T78" fmla="*/ 60 w 136"/>
                <a:gd name="T79" fmla="*/ 11 h 136"/>
                <a:gd name="T80" fmla="*/ 46 w 136"/>
                <a:gd name="T81" fmla="*/ 15 h 136"/>
                <a:gd name="T82" fmla="*/ 41 w 136"/>
                <a:gd name="T83" fmla="*/ 6 h 136"/>
                <a:gd name="T84" fmla="*/ 27 w 136"/>
                <a:gd name="T85" fmla="*/ 14 h 136"/>
                <a:gd name="T86" fmla="*/ 33 w 136"/>
                <a:gd name="T87" fmla="*/ 23 h 136"/>
                <a:gd name="T88" fmla="*/ 22 w 136"/>
                <a:gd name="T89" fmla="*/ 33 h 136"/>
                <a:gd name="T90" fmla="*/ 14 w 136"/>
                <a:gd name="T91" fmla="*/ 27 h 136"/>
                <a:gd name="T92" fmla="*/ 5 w 136"/>
                <a:gd name="T93" fmla="*/ 42 h 136"/>
                <a:gd name="T94" fmla="*/ 15 w 136"/>
                <a:gd name="T95" fmla="*/ 47 h 136"/>
                <a:gd name="T96" fmla="*/ 11 w 136"/>
                <a:gd name="T97" fmla="*/ 61 h 136"/>
                <a:gd name="T98" fmla="*/ 1 w 136"/>
                <a:gd name="T99" fmla="*/ 60 h 136"/>
                <a:gd name="T100" fmla="*/ 0 w 136"/>
                <a:gd name="T101" fmla="*/ 68 h 136"/>
                <a:gd name="T102" fmla="*/ 1 w 136"/>
                <a:gd name="T103" fmla="*/ 77 h 136"/>
                <a:gd name="T104" fmla="*/ 11 w 136"/>
                <a:gd name="T105" fmla="*/ 76 h 136"/>
                <a:gd name="T106" fmla="*/ 28 w 136"/>
                <a:gd name="T107" fmla="*/ 68 h 136"/>
                <a:gd name="T108" fmla="*/ 68 w 136"/>
                <a:gd name="T109" fmla="*/ 28 h 136"/>
                <a:gd name="T110" fmla="*/ 108 w 136"/>
                <a:gd name="T111" fmla="*/ 68 h 136"/>
                <a:gd name="T112" fmla="*/ 68 w 136"/>
                <a:gd name="T113" fmla="*/ 109 h 136"/>
                <a:gd name="T114" fmla="*/ 28 w 136"/>
                <a:gd name="T115" fmla="*/ 6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6" h="136">
                  <a:moveTo>
                    <a:pt x="11" y="76"/>
                  </a:moveTo>
                  <a:cubicBezTo>
                    <a:pt x="12" y="81"/>
                    <a:pt x="13" y="86"/>
                    <a:pt x="15" y="90"/>
                  </a:cubicBezTo>
                  <a:cubicBezTo>
                    <a:pt x="6" y="95"/>
                    <a:pt x="6" y="95"/>
                    <a:pt x="6" y="95"/>
                  </a:cubicBezTo>
                  <a:cubicBezTo>
                    <a:pt x="8" y="100"/>
                    <a:pt x="11" y="105"/>
                    <a:pt x="14" y="109"/>
                  </a:cubicBezTo>
                  <a:cubicBezTo>
                    <a:pt x="23" y="103"/>
                    <a:pt x="23" y="103"/>
                    <a:pt x="23" y="103"/>
                  </a:cubicBezTo>
                  <a:cubicBezTo>
                    <a:pt x="26" y="107"/>
                    <a:pt x="29" y="111"/>
                    <a:pt x="33" y="114"/>
                  </a:cubicBezTo>
                  <a:cubicBezTo>
                    <a:pt x="27" y="122"/>
                    <a:pt x="27" y="122"/>
                    <a:pt x="27" y="122"/>
                  </a:cubicBezTo>
                  <a:cubicBezTo>
                    <a:pt x="32" y="126"/>
                    <a:pt x="36" y="128"/>
                    <a:pt x="42" y="131"/>
                  </a:cubicBezTo>
                  <a:cubicBezTo>
                    <a:pt x="46" y="121"/>
                    <a:pt x="46" y="121"/>
                    <a:pt x="46" y="121"/>
                  </a:cubicBezTo>
                  <a:cubicBezTo>
                    <a:pt x="51" y="123"/>
                    <a:pt x="55" y="124"/>
                    <a:pt x="60" y="125"/>
                  </a:cubicBezTo>
                  <a:cubicBezTo>
                    <a:pt x="60" y="135"/>
                    <a:pt x="60" y="135"/>
                    <a:pt x="60" y="135"/>
                  </a:cubicBezTo>
                  <a:cubicBezTo>
                    <a:pt x="62" y="136"/>
                    <a:pt x="65" y="136"/>
                    <a:pt x="68" y="136"/>
                  </a:cubicBezTo>
                  <a:cubicBezTo>
                    <a:pt x="71" y="136"/>
                    <a:pt x="74" y="136"/>
                    <a:pt x="76" y="135"/>
                  </a:cubicBezTo>
                  <a:cubicBezTo>
                    <a:pt x="76" y="125"/>
                    <a:pt x="76" y="125"/>
                    <a:pt x="76" y="125"/>
                  </a:cubicBezTo>
                  <a:cubicBezTo>
                    <a:pt x="81" y="124"/>
                    <a:pt x="85" y="123"/>
                    <a:pt x="90" y="121"/>
                  </a:cubicBezTo>
                  <a:cubicBezTo>
                    <a:pt x="94" y="131"/>
                    <a:pt x="94" y="131"/>
                    <a:pt x="94" y="131"/>
                  </a:cubicBezTo>
                  <a:cubicBezTo>
                    <a:pt x="100" y="128"/>
                    <a:pt x="104" y="125"/>
                    <a:pt x="109" y="122"/>
                  </a:cubicBezTo>
                  <a:cubicBezTo>
                    <a:pt x="103" y="114"/>
                    <a:pt x="103" y="114"/>
                    <a:pt x="103" y="114"/>
                  </a:cubicBezTo>
                  <a:cubicBezTo>
                    <a:pt x="107" y="111"/>
                    <a:pt x="110" y="107"/>
                    <a:pt x="113" y="103"/>
                  </a:cubicBezTo>
                  <a:cubicBezTo>
                    <a:pt x="122" y="109"/>
                    <a:pt x="122" y="109"/>
                    <a:pt x="122" y="109"/>
                  </a:cubicBezTo>
                  <a:cubicBezTo>
                    <a:pt x="125" y="104"/>
                    <a:pt x="128" y="100"/>
                    <a:pt x="130" y="94"/>
                  </a:cubicBezTo>
                  <a:cubicBezTo>
                    <a:pt x="121" y="90"/>
                    <a:pt x="121" y="90"/>
                    <a:pt x="121" y="90"/>
                  </a:cubicBezTo>
                  <a:cubicBezTo>
                    <a:pt x="123" y="85"/>
                    <a:pt x="124" y="81"/>
                    <a:pt x="125" y="76"/>
                  </a:cubicBezTo>
                  <a:cubicBezTo>
                    <a:pt x="135" y="76"/>
                    <a:pt x="135" y="76"/>
                    <a:pt x="135" y="76"/>
                  </a:cubicBezTo>
                  <a:cubicBezTo>
                    <a:pt x="135" y="74"/>
                    <a:pt x="136" y="71"/>
                    <a:pt x="136" y="68"/>
                  </a:cubicBezTo>
                  <a:cubicBezTo>
                    <a:pt x="136" y="65"/>
                    <a:pt x="135" y="62"/>
                    <a:pt x="135" y="60"/>
                  </a:cubicBezTo>
                  <a:cubicBezTo>
                    <a:pt x="125" y="60"/>
                    <a:pt x="125" y="60"/>
                    <a:pt x="125" y="60"/>
                  </a:cubicBezTo>
                  <a:cubicBezTo>
                    <a:pt x="124" y="55"/>
                    <a:pt x="123" y="51"/>
                    <a:pt x="121" y="46"/>
                  </a:cubicBezTo>
                  <a:cubicBezTo>
                    <a:pt x="130" y="42"/>
                    <a:pt x="130" y="42"/>
                    <a:pt x="130" y="42"/>
                  </a:cubicBezTo>
                  <a:cubicBezTo>
                    <a:pt x="128" y="37"/>
                    <a:pt x="125" y="32"/>
                    <a:pt x="122" y="27"/>
                  </a:cubicBezTo>
                  <a:cubicBezTo>
                    <a:pt x="113" y="33"/>
                    <a:pt x="113" y="33"/>
                    <a:pt x="113" y="33"/>
                  </a:cubicBezTo>
                  <a:cubicBezTo>
                    <a:pt x="110" y="29"/>
                    <a:pt x="107" y="26"/>
                    <a:pt x="103" y="23"/>
                  </a:cubicBezTo>
                  <a:cubicBezTo>
                    <a:pt x="109" y="14"/>
                    <a:pt x="109" y="14"/>
                    <a:pt x="109" y="14"/>
                  </a:cubicBezTo>
                  <a:cubicBezTo>
                    <a:pt x="104" y="11"/>
                    <a:pt x="99" y="8"/>
                    <a:pt x="94" y="6"/>
                  </a:cubicBezTo>
                  <a:cubicBezTo>
                    <a:pt x="90" y="15"/>
                    <a:pt x="90" y="15"/>
                    <a:pt x="90" y="15"/>
                  </a:cubicBezTo>
                  <a:cubicBezTo>
                    <a:pt x="85" y="13"/>
                    <a:pt x="80" y="12"/>
                    <a:pt x="75" y="11"/>
                  </a:cubicBezTo>
                  <a:cubicBezTo>
                    <a:pt x="76" y="1"/>
                    <a:pt x="76" y="1"/>
                    <a:pt x="76" y="1"/>
                  </a:cubicBezTo>
                  <a:cubicBezTo>
                    <a:pt x="73" y="1"/>
                    <a:pt x="71" y="0"/>
                    <a:pt x="68" y="0"/>
                  </a:cubicBezTo>
                  <a:cubicBezTo>
                    <a:pt x="65" y="0"/>
                    <a:pt x="62" y="1"/>
                    <a:pt x="59" y="1"/>
                  </a:cubicBezTo>
                  <a:cubicBezTo>
                    <a:pt x="60" y="11"/>
                    <a:pt x="60" y="11"/>
                    <a:pt x="60" y="11"/>
                  </a:cubicBezTo>
                  <a:cubicBezTo>
                    <a:pt x="55" y="12"/>
                    <a:pt x="50" y="13"/>
                    <a:pt x="46" y="15"/>
                  </a:cubicBezTo>
                  <a:cubicBezTo>
                    <a:pt x="41" y="6"/>
                    <a:pt x="41" y="6"/>
                    <a:pt x="41" y="6"/>
                  </a:cubicBezTo>
                  <a:cubicBezTo>
                    <a:pt x="36" y="8"/>
                    <a:pt x="31" y="11"/>
                    <a:pt x="27" y="14"/>
                  </a:cubicBezTo>
                  <a:cubicBezTo>
                    <a:pt x="33" y="23"/>
                    <a:pt x="33" y="23"/>
                    <a:pt x="33" y="23"/>
                  </a:cubicBezTo>
                  <a:cubicBezTo>
                    <a:pt x="29" y="26"/>
                    <a:pt x="25" y="29"/>
                    <a:pt x="22" y="33"/>
                  </a:cubicBezTo>
                  <a:cubicBezTo>
                    <a:pt x="14" y="27"/>
                    <a:pt x="14" y="27"/>
                    <a:pt x="14" y="27"/>
                  </a:cubicBezTo>
                  <a:cubicBezTo>
                    <a:pt x="10" y="32"/>
                    <a:pt x="8" y="37"/>
                    <a:pt x="5" y="42"/>
                  </a:cubicBezTo>
                  <a:cubicBezTo>
                    <a:pt x="15" y="47"/>
                    <a:pt x="15" y="47"/>
                    <a:pt x="15" y="47"/>
                  </a:cubicBezTo>
                  <a:cubicBezTo>
                    <a:pt x="13" y="51"/>
                    <a:pt x="12" y="56"/>
                    <a:pt x="11" y="61"/>
                  </a:cubicBezTo>
                  <a:cubicBezTo>
                    <a:pt x="1" y="60"/>
                    <a:pt x="1" y="60"/>
                    <a:pt x="1" y="60"/>
                  </a:cubicBezTo>
                  <a:cubicBezTo>
                    <a:pt x="0" y="63"/>
                    <a:pt x="0" y="65"/>
                    <a:pt x="0" y="68"/>
                  </a:cubicBezTo>
                  <a:cubicBezTo>
                    <a:pt x="0" y="71"/>
                    <a:pt x="0" y="74"/>
                    <a:pt x="1" y="77"/>
                  </a:cubicBezTo>
                  <a:lnTo>
                    <a:pt x="11" y="76"/>
                  </a:lnTo>
                  <a:close/>
                  <a:moveTo>
                    <a:pt x="28" y="68"/>
                  </a:moveTo>
                  <a:cubicBezTo>
                    <a:pt x="28" y="46"/>
                    <a:pt x="46" y="28"/>
                    <a:pt x="68" y="28"/>
                  </a:cubicBezTo>
                  <a:cubicBezTo>
                    <a:pt x="90" y="28"/>
                    <a:pt x="108" y="46"/>
                    <a:pt x="108" y="68"/>
                  </a:cubicBezTo>
                  <a:cubicBezTo>
                    <a:pt x="108" y="90"/>
                    <a:pt x="90" y="109"/>
                    <a:pt x="68" y="109"/>
                  </a:cubicBezTo>
                  <a:cubicBezTo>
                    <a:pt x="46" y="109"/>
                    <a:pt x="28" y="90"/>
                    <a:pt x="28" y="68"/>
                  </a:cubicBezTo>
                  <a:close/>
                </a:path>
              </a:pathLst>
            </a:custGeom>
            <a:solidFill>
              <a:srgbClr val="7F7F7F"/>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1" name="Oval 51"/>
            <p:cNvSpPr>
              <a:spLocks noChangeArrowheads="1"/>
            </p:cNvSpPr>
            <p:nvPr/>
          </p:nvSpPr>
          <p:spPr bwMode="auto">
            <a:xfrm>
              <a:off x="6109416" y="2272730"/>
              <a:ext cx="107324" cy="107324"/>
            </a:xfrm>
            <a:prstGeom prst="ellipse">
              <a:avLst/>
            </a:prstGeom>
            <a:solidFill>
              <a:srgbClr val="7F7F7F"/>
            </a:solidFill>
            <a:ln>
              <a:noFill/>
            </a:ln>
          </p:spPr>
          <p:txBody>
            <a:bodyPr vert="horz" wrap="square" lIns="91440" tIns="45720" rIns="91440" bIns="45720" numCol="1" anchor="t" anchorCtr="0" compatLnSpc="1">
              <a:prstTxWarp prst="textNoShape">
                <a:avLst/>
              </a:prstTxWarp>
            </a:bodyPr>
            <a:lstStyle/>
            <a:p>
              <a:endParaRPr lang="zh-CN" altLang="en-US"/>
            </a:p>
          </p:txBody>
        </p:sp>
      </p:grpSp>
      <p:sp>
        <p:nvSpPr>
          <p:cNvPr id="42" name="文本框 41"/>
          <p:cNvSpPr txBox="1"/>
          <p:nvPr/>
        </p:nvSpPr>
        <p:spPr>
          <a:xfrm>
            <a:off x="2558782" y="4679325"/>
            <a:ext cx="1669461" cy="504241"/>
          </a:xfrm>
          <a:prstGeom prst="rect">
            <a:avLst/>
          </a:prstGeom>
          <a:noFill/>
        </p:spPr>
        <p:txBody>
          <a:bodyPr wrap="square" rtlCol="0">
            <a:spAutoFit/>
          </a:bodyPr>
          <a:lstStyle/>
          <a:p>
            <a:pPr algn="ctr">
              <a:lnSpc>
                <a:spcPct val="120000"/>
              </a:lnSpc>
            </a:pPr>
            <a:r>
              <a:rPr lang="zh-CN" altLang="en-US" sz="2400" b="1" dirty="0">
                <a:solidFill>
                  <a:srgbClr val="D40E37"/>
                </a:solidFill>
              </a:rPr>
              <a:t>添加标题</a:t>
            </a:r>
            <a:endParaRPr lang="en-US" altLang="zh-CN" sz="2400" b="1" dirty="0">
              <a:solidFill>
                <a:srgbClr val="D40E37"/>
              </a:solidFill>
            </a:endParaRPr>
          </a:p>
        </p:txBody>
      </p:sp>
      <p:sp>
        <p:nvSpPr>
          <p:cNvPr id="43" name="Rectangle 58"/>
          <p:cNvSpPr/>
          <p:nvPr/>
        </p:nvSpPr>
        <p:spPr>
          <a:xfrm>
            <a:off x="2671447" y="5099593"/>
            <a:ext cx="1458887"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添加内容</a:t>
            </a:r>
          </a:p>
        </p:txBody>
      </p:sp>
      <p:sp>
        <p:nvSpPr>
          <p:cNvPr id="44" name="文本框 43"/>
          <p:cNvSpPr txBox="1"/>
          <p:nvPr/>
        </p:nvSpPr>
        <p:spPr>
          <a:xfrm>
            <a:off x="4160431" y="4679325"/>
            <a:ext cx="1669461" cy="504241"/>
          </a:xfrm>
          <a:prstGeom prst="rect">
            <a:avLst/>
          </a:prstGeom>
          <a:noFill/>
        </p:spPr>
        <p:txBody>
          <a:bodyPr wrap="square" rtlCol="0">
            <a:spAutoFit/>
          </a:bodyPr>
          <a:lstStyle/>
          <a:p>
            <a:pPr algn="ctr">
              <a:lnSpc>
                <a:spcPct val="120000"/>
              </a:lnSpc>
            </a:pPr>
            <a:r>
              <a:rPr lang="zh-CN" altLang="en-US" sz="2400" b="1" dirty="0">
                <a:solidFill>
                  <a:srgbClr val="8FBE38"/>
                </a:solidFill>
              </a:rPr>
              <a:t>添加标题</a:t>
            </a:r>
            <a:endParaRPr lang="en-US" altLang="zh-CN" sz="2400" b="1" dirty="0">
              <a:solidFill>
                <a:srgbClr val="8FBE38"/>
              </a:solidFill>
            </a:endParaRPr>
          </a:p>
        </p:txBody>
      </p:sp>
      <p:sp>
        <p:nvSpPr>
          <p:cNvPr id="45" name="Rectangle 58"/>
          <p:cNvSpPr/>
          <p:nvPr/>
        </p:nvSpPr>
        <p:spPr>
          <a:xfrm>
            <a:off x="4273096" y="5099593"/>
            <a:ext cx="1458887"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添加内容</a:t>
            </a:r>
          </a:p>
        </p:txBody>
      </p:sp>
      <p:sp>
        <p:nvSpPr>
          <p:cNvPr id="46" name="文本框 45"/>
          <p:cNvSpPr txBox="1"/>
          <p:nvPr/>
        </p:nvSpPr>
        <p:spPr>
          <a:xfrm>
            <a:off x="5641574" y="4679325"/>
            <a:ext cx="1669461" cy="504241"/>
          </a:xfrm>
          <a:prstGeom prst="rect">
            <a:avLst/>
          </a:prstGeom>
          <a:noFill/>
        </p:spPr>
        <p:txBody>
          <a:bodyPr wrap="square" rtlCol="0">
            <a:spAutoFit/>
          </a:bodyPr>
          <a:lstStyle/>
          <a:p>
            <a:pPr algn="ctr">
              <a:lnSpc>
                <a:spcPct val="120000"/>
              </a:lnSpc>
            </a:pPr>
            <a:r>
              <a:rPr lang="zh-CN" altLang="en-US" sz="2400" b="1" dirty="0">
                <a:solidFill>
                  <a:srgbClr val="4FB5B7"/>
                </a:solidFill>
              </a:rPr>
              <a:t>添加标题</a:t>
            </a:r>
            <a:endParaRPr lang="en-US" altLang="zh-CN" sz="2400" b="1" dirty="0">
              <a:solidFill>
                <a:srgbClr val="4FB5B7"/>
              </a:solidFill>
            </a:endParaRPr>
          </a:p>
        </p:txBody>
      </p:sp>
      <p:sp>
        <p:nvSpPr>
          <p:cNvPr id="47" name="Rectangle 58"/>
          <p:cNvSpPr/>
          <p:nvPr/>
        </p:nvSpPr>
        <p:spPr>
          <a:xfrm>
            <a:off x="5754239" y="5099593"/>
            <a:ext cx="1458887"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添加内容</a:t>
            </a:r>
          </a:p>
        </p:txBody>
      </p:sp>
      <p:sp>
        <p:nvSpPr>
          <p:cNvPr id="48" name="矩形 39"/>
          <p:cNvSpPr/>
          <p:nvPr/>
        </p:nvSpPr>
        <p:spPr>
          <a:xfrm>
            <a:off x="0" y="203088"/>
            <a:ext cx="2492990" cy="523220"/>
          </a:xfrm>
          <a:prstGeom prst="rect">
            <a:avLst/>
          </a:prstGeom>
          <a:noFill/>
        </p:spPr>
        <p:txBody>
          <a:bodyPr wrap="none" rtlCol="0">
            <a:spAutoFit/>
          </a:bodyPr>
          <a:lstStyle/>
          <a:p>
            <a:r>
              <a:rPr lang="zh-CN" altLang="en-US" sz="2800" b="1" dirty="0">
                <a:solidFill>
                  <a:schemeClr val="tx1">
                    <a:lumMod val="65000"/>
                    <a:lumOff val="35000"/>
                  </a:schemeClr>
                </a:solidFill>
              </a:rPr>
              <a:t>三项递进</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步骤</a:t>
            </a:r>
            <a:endParaRPr lang="zh-CN" altLang="zh-CN" sz="2800" b="1" dirty="0">
              <a:solidFill>
                <a:schemeClr val="tx1">
                  <a:lumMod val="65000"/>
                  <a:lumOff val="35000"/>
                </a:schemeClr>
              </a:solidFill>
            </a:endParaRPr>
          </a:p>
        </p:txBody>
      </p:sp>
      <p:grpSp>
        <p:nvGrpSpPr>
          <p:cNvPr id="50" name="组合 49"/>
          <p:cNvGrpSpPr/>
          <p:nvPr/>
        </p:nvGrpSpPr>
        <p:grpSpPr>
          <a:xfrm>
            <a:off x="1435796" y="3061546"/>
            <a:ext cx="564911" cy="749277"/>
            <a:chOff x="1404938" y="6886575"/>
            <a:chExt cx="379412" cy="503238"/>
          </a:xfrm>
          <a:solidFill>
            <a:schemeClr val="bg1"/>
          </a:solidFill>
        </p:grpSpPr>
        <p:sp>
          <p:nvSpPr>
            <p:cNvPr id="51" name="Freeform 12"/>
            <p:cNvSpPr>
              <a:spLocks noEditPoints="1"/>
            </p:cNvSpPr>
            <p:nvPr/>
          </p:nvSpPr>
          <p:spPr bwMode="auto">
            <a:xfrm>
              <a:off x="1438275" y="6965950"/>
              <a:ext cx="319088" cy="315913"/>
            </a:xfrm>
            <a:custGeom>
              <a:avLst/>
              <a:gdLst>
                <a:gd name="T0" fmla="*/ 66 w 85"/>
                <a:gd name="T1" fmla="*/ 10 h 84"/>
                <a:gd name="T2" fmla="*/ 42 w 85"/>
                <a:gd name="T3" fmla="*/ 0 h 84"/>
                <a:gd name="T4" fmla="*/ 42 w 85"/>
                <a:gd name="T5" fmla="*/ 0 h 84"/>
                <a:gd name="T6" fmla="*/ 41 w 85"/>
                <a:gd name="T7" fmla="*/ 0 h 84"/>
                <a:gd name="T8" fmla="*/ 17 w 85"/>
                <a:gd name="T9" fmla="*/ 10 h 84"/>
                <a:gd name="T10" fmla="*/ 17 w 85"/>
                <a:gd name="T11" fmla="*/ 60 h 84"/>
                <a:gd name="T12" fmla="*/ 23 w 85"/>
                <a:gd name="T13" fmla="*/ 80 h 84"/>
                <a:gd name="T14" fmla="*/ 23 w 85"/>
                <a:gd name="T15" fmla="*/ 81 h 84"/>
                <a:gd name="T16" fmla="*/ 23 w 85"/>
                <a:gd name="T17" fmla="*/ 81 h 84"/>
                <a:gd name="T18" fmla="*/ 23 w 85"/>
                <a:gd name="T19" fmla="*/ 84 h 84"/>
                <a:gd name="T20" fmla="*/ 60 w 85"/>
                <a:gd name="T21" fmla="*/ 84 h 84"/>
                <a:gd name="T22" fmla="*/ 60 w 85"/>
                <a:gd name="T23" fmla="*/ 81 h 84"/>
                <a:gd name="T24" fmla="*/ 60 w 85"/>
                <a:gd name="T25" fmla="*/ 81 h 84"/>
                <a:gd name="T26" fmla="*/ 60 w 85"/>
                <a:gd name="T27" fmla="*/ 80 h 84"/>
                <a:gd name="T28" fmla="*/ 66 w 85"/>
                <a:gd name="T29" fmla="*/ 60 h 84"/>
                <a:gd name="T30" fmla="*/ 66 w 85"/>
                <a:gd name="T31" fmla="*/ 10 h 84"/>
                <a:gd name="T32" fmla="*/ 39 w 85"/>
                <a:gd name="T33" fmla="*/ 45 h 84"/>
                <a:gd name="T34" fmla="*/ 44 w 85"/>
                <a:gd name="T35" fmla="*/ 45 h 84"/>
                <a:gd name="T36" fmla="*/ 44 w 85"/>
                <a:gd name="T37" fmla="*/ 78 h 84"/>
                <a:gd name="T38" fmla="*/ 39 w 85"/>
                <a:gd name="T39" fmla="*/ 78 h 84"/>
                <a:gd name="T40" fmla="*/ 39 w 85"/>
                <a:gd name="T41" fmla="*/ 45 h 84"/>
                <a:gd name="T42" fmla="*/ 63 w 85"/>
                <a:gd name="T43" fmla="*/ 58 h 84"/>
                <a:gd name="T44" fmla="*/ 57 w 85"/>
                <a:gd name="T45" fmla="*/ 78 h 84"/>
                <a:gd name="T46" fmla="*/ 48 w 85"/>
                <a:gd name="T47" fmla="*/ 78 h 84"/>
                <a:gd name="T48" fmla="*/ 48 w 85"/>
                <a:gd name="T49" fmla="*/ 46 h 84"/>
                <a:gd name="T50" fmla="*/ 58 w 85"/>
                <a:gd name="T51" fmla="*/ 42 h 84"/>
                <a:gd name="T52" fmla="*/ 58 w 85"/>
                <a:gd name="T53" fmla="*/ 33 h 84"/>
                <a:gd name="T54" fmla="*/ 48 w 85"/>
                <a:gd name="T55" fmla="*/ 33 h 84"/>
                <a:gd name="T56" fmla="*/ 45 w 85"/>
                <a:gd name="T57" fmla="*/ 42 h 84"/>
                <a:gd name="T58" fmla="*/ 38 w 85"/>
                <a:gd name="T59" fmla="*/ 42 h 84"/>
                <a:gd name="T60" fmla="*/ 35 w 85"/>
                <a:gd name="T61" fmla="*/ 33 h 84"/>
                <a:gd name="T62" fmla="*/ 25 w 85"/>
                <a:gd name="T63" fmla="*/ 33 h 84"/>
                <a:gd name="T64" fmla="*/ 23 w 85"/>
                <a:gd name="T65" fmla="*/ 38 h 84"/>
                <a:gd name="T66" fmla="*/ 25 w 85"/>
                <a:gd name="T67" fmla="*/ 42 h 84"/>
                <a:gd name="T68" fmla="*/ 35 w 85"/>
                <a:gd name="T69" fmla="*/ 46 h 84"/>
                <a:gd name="T70" fmla="*/ 35 w 85"/>
                <a:gd name="T71" fmla="*/ 78 h 84"/>
                <a:gd name="T72" fmla="*/ 26 w 85"/>
                <a:gd name="T73" fmla="*/ 78 h 84"/>
                <a:gd name="T74" fmla="*/ 20 w 85"/>
                <a:gd name="T75" fmla="*/ 58 h 84"/>
                <a:gd name="T76" fmla="*/ 19 w 85"/>
                <a:gd name="T77" fmla="*/ 12 h 84"/>
                <a:gd name="T78" fmla="*/ 41 w 85"/>
                <a:gd name="T79" fmla="*/ 3 h 84"/>
                <a:gd name="T80" fmla="*/ 42 w 85"/>
                <a:gd name="T81" fmla="*/ 3 h 84"/>
                <a:gd name="T82" fmla="*/ 64 w 85"/>
                <a:gd name="T83" fmla="*/ 12 h 84"/>
                <a:gd name="T84" fmla="*/ 63 w 85"/>
                <a:gd name="T85" fmla="*/ 58 h 84"/>
                <a:gd name="T86" fmla="*/ 48 w 85"/>
                <a:gd name="T87" fmla="*/ 43 h 84"/>
                <a:gd name="T88" fmla="*/ 50 w 85"/>
                <a:gd name="T89" fmla="*/ 35 h 84"/>
                <a:gd name="T90" fmla="*/ 53 w 85"/>
                <a:gd name="T91" fmla="*/ 34 h 84"/>
                <a:gd name="T92" fmla="*/ 56 w 85"/>
                <a:gd name="T93" fmla="*/ 35 h 84"/>
                <a:gd name="T94" fmla="*/ 56 w 85"/>
                <a:gd name="T95" fmla="*/ 40 h 84"/>
                <a:gd name="T96" fmla="*/ 48 w 85"/>
                <a:gd name="T97" fmla="*/ 43 h 84"/>
                <a:gd name="T98" fmla="*/ 35 w 85"/>
                <a:gd name="T99" fmla="*/ 43 h 84"/>
                <a:gd name="T100" fmla="*/ 27 w 85"/>
                <a:gd name="T101" fmla="*/ 40 h 84"/>
                <a:gd name="T102" fmla="*/ 26 w 85"/>
                <a:gd name="T103" fmla="*/ 38 h 84"/>
                <a:gd name="T104" fmla="*/ 27 w 85"/>
                <a:gd name="T105" fmla="*/ 35 h 84"/>
                <a:gd name="T106" fmla="*/ 30 w 85"/>
                <a:gd name="T107" fmla="*/ 34 h 84"/>
                <a:gd name="T108" fmla="*/ 33 w 85"/>
                <a:gd name="T109" fmla="*/ 35 h 84"/>
                <a:gd name="T110" fmla="*/ 35 w 85"/>
                <a:gd name="T111" fmla="*/ 43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5" h="84">
                  <a:moveTo>
                    <a:pt x="66" y="10"/>
                  </a:moveTo>
                  <a:cubicBezTo>
                    <a:pt x="56" y="1"/>
                    <a:pt x="44" y="0"/>
                    <a:pt x="42" y="0"/>
                  </a:cubicBezTo>
                  <a:cubicBezTo>
                    <a:pt x="42" y="0"/>
                    <a:pt x="42" y="0"/>
                    <a:pt x="42" y="0"/>
                  </a:cubicBezTo>
                  <a:cubicBezTo>
                    <a:pt x="42" y="0"/>
                    <a:pt x="41" y="0"/>
                    <a:pt x="41" y="0"/>
                  </a:cubicBezTo>
                  <a:cubicBezTo>
                    <a:pt x="37" y="0"/>
                    <a:pt x="25" y="1"/>
                    <a:pt x="17" y="10"/>
                  </a:cubicBezTo>
                  <a:cubicBezTo>
                    <a:pt x="0" y="26"/>
                    <a:pt x="10" y="50"/>
                    <a:pt x="17" y="60"/>
                  </a:cubicBezTo>
                  <a:cubicBezTo>
                    <a:pt x="23" y="67"/>
                    <a:pt x="23" y="79"/>
                    <a:pt x="23" y="80"/>
                  </a:cubicBezTo>
                  <a:cubicBezTo>
                    <a:pt x="23" y="81"/>
                    <a:pt x="23" y="81"/>
                    <a:pt x="23" y="81"/>
                  </a:cubicBezTo>
                  <a:cubicBezTo>
                    <a:pt x="23" y="81"/>
                    <a:pt x="23" y="81"/>
                    <a:pt x="23" y="81"/>
                  </a:cubicBezTo>
                  <a:cubicBezTo>
                    <a:pt x="23" y="84"/>
                    <a:pt x="23" y="84"/>
                    <a:pt x="23" y="84"/>
                  </a:cubicBezTo>
                  <a:cubicBezTo>
                    <a:pt x="60" y="84"/>
                    <a:pt x="60" y="84"/>
                    <a:pt x="60" y="84"/>
                  </a:cubicBezTo>
                  <a:cubicBezTo>
                    <a:pt x="60" y="81"/>
                    <a:pt x="60" y="81"/>
                    <a:pt x="60" y="81"/>
                  </a:cubicBezTo>
                  <a:cubicBezTo>
                    <a:pt x="60" y="81"/>
                    <a:pt x="60" y="81"/>
                    <a:pt x="60" y="81"/>
                  </a:cubicBezTo>
                  <a:cubicBezTo>
                    <a:pt x="60" y="80"/>
                    <a:pt x="60" y="80"/>
                    <a:pt x="60" y="80"/>
                  </a:cubicBezTo>
                  <a:cubicBezTo>
                    <a:pt x="60" y="79"/>
                    <a:pt x="60" y="67"/>
                    <a:pt x="66" y="60"/>
                  </a:cubicBezTo>
                  <a:cubicBezTo>
                    <a:pt x="72" y="52"/>
                    <a:pt x="85" y="26"/>
                    <a:pt x="66" y="10"/>
                  </a:cubicBezTo>
                  <a:close/>
                  <a:moveTo>
                    <a:pt x="39" y="45"/>
                  </a:moveTo>
                  <a:cubicBezTo>
                    <a:pt x="44" y="45"/>
                    <a:pt x="44" y="45"/>
                    <a:pt x="44" y="45"/>
                  </a:cubicBezTo>
                  <a:cubicBezTo>
                    <a:pt x="44" y="78"/>
                    <a:pt x="44" y="78"/>
                    <a:pt x="44" y="78"/>
                  </a:cubicBezTo>
                  <a:cubicBezTo>
                    <a:pt x="39" y="78"/>
                    <a:pt x="39" y="78"/>
                    <a:pt x="39" y="78"/>
                  </a:cubicBezTo>
                  <a:lnTo>
                    <a:pt x="39" y="45"/>
                  </a:lnTo>
                  <a:close/>
                  <a:moveTo>
                    <a:pt x="63" y="58"/>
                  </a:moveTo>
                  <a:cubicBezTo>
                    <a:pt x="58" y="65"/>
                    <a:pt x="57" y="74"/>
                    <a:pt x="57" y="78"/>
                  </a:cubicBezTo>
                  <a:cubicBezTo>
                    <a:pt x="48" y="78"/>
                    <a:pt x="48" y="78"/>
                    <a:pt x="48" y="78"/>
                  </a:cubicBezTo>
                  <a:cubicBezTo>
                    <a:pt x="48" y="46"/>
                    <a:pt x="48" y="46"/>
                    <a:pt x="48" y="46"/>
                  </a:cubicBezTo>
                  <a:cubicBezTo>
                    <a:pt x="50" y="45"/>
                    <a:pt x="56" y="44"/>
                    <a:pt x="58" y="42"/>
                  </a:cubicBezTo>
                  <a:cubicBezTo>
                    <a:pt x="61" y="40"/>
                    <a:pt x="61" y="35"/>
                    <a:pt x="58" y="33"/>
                  </a:cubicBezTo>
                  <a:cubicBezTo>
                    <a:pt x="56" y="30"/>
                    <a:pt x="51" y="30"/>
                    <a:pt x="48" y="33"/>
                  </a:cubicBezTo>
                  <a:cubicBezTo>
                    <a:pt x="46" y="34"/>
                    <a:pt x="45" y="39"/>
                    <a:pt x="45" y="42"/>
                  </a:cubicBezTo>
                  <a:cubicBezTo>
                    <a:pt x="38" y="42"/>
                    <a:pt x="38" y="42"/>
                    <a:pt x="38" y="42"/>
                  </a:cubicBezTo>
                  <a:cubicBezTo>
                    <a:pt x="38" y="39"/>
                    <a:pt x="37" y="34"/>
                    <a:pt x="35" y="33"/>
                  </a:cubicBezTo>
                  <a:cubicBezTo>
                    <a:pt x="32" y="30"/>
                    <a:pt x="27" y="30"/>
                    <a:pt x="25" y="33"/>
                  </a:cubicBezTo>
                  <a:cubicBezTo>
                    <a:pt x="23" y="34"/>
                    <a:pt x="23" y="36"/>
                    <a:pt x="23" y="38"/>
                  </a:cubicBezTo>
                  <a:cubicBezTo>
                    <a:pt x="23" y="39"/>
                    <a:pt x="23" y="41"/>
                    <a:pt x="25" y="42"/>
                  </a:cubicBezTo>
                  <a:cubicBezTo>
                    <a:pt x="27" y="44"/>
                    <a:pt x="33" y="45"/>
                    <a:pt x="35" y="46"/>
                  </a:cubicBezTo>
                  <a:cubicBezTo>
                    <a:pt x="35" y="78"/>
                    <a:pt x="35" y="78"/>
                    <a:pt x="35" y="78"/>
                  </a:cubicBezTo>
                  <a:cubicBezTo>
                    <a:pt x="26" y="78"/>
                    <a:pt x="26" y="78"/>
                    <a:pt x="26" y="78"/>
                  </a:cubicBezTo>
                  <a:cubicBezTo>
                    <a:pt x="26" y="74"/>
                    <a:pt x="25" y="65"/>
                    <a:pt x="20" y="58"/>
                  </a:cubicBezTo>
                  <a:cubicBezTo>
                    <a:pt x="15" y="52"/>
                    <a:pt x="3" y="28"/>
                    <a:pt x="19" y="12"/>
                  </a:cubicBezTo>
                  <a:cubicBezTo>
                    <a:pt x="28" y="3"/>
                    <a:pt x="41" y="3"/>
                    <a:pt x="41" y="3"/>
                  </a:cubicBezTo>
                  <a:cubicBezTo>
                    <a:pt x="42" y="3"/>
                    <a:pt x="42" y="3"/>
                    <a:pt x="42" y="3"/>
                  </a:cubicBezTo>
                  <a:cubicBezTo>
                    <a:pt x="43" y="3"/>
                    <a:pt x="54" y="4"/>
                    <a:pt x="64" y="12"/>
                  </a:cubicBezTo>
                  <a:cubicBezTo>
                    <a:pt x="81" y="27"/>
                    <a:pt x="69" y="51"/>
                    <a:pt x="63" y="58"/>
                  </a:cubicBezTo>
                  <a:close/>
                  <a:moveTo>
                    <a:pt x="48" y="43"/>
                  </a:moveTo>
                  <a:cubicBezTo>
                    <a:pt x="48" y="40"/>
                    <a:pt x="49" y="36"/>
                    <a:pt x="50" y="35"/>
                  </a:cubicBezTo>
                  <a:cubicBezTo>
                    <a:pt x="51" y="34"/>
                    <a:pt x="52" y="34"/>
                    <a:pt x="53" y="34"/>
                  </a:cubicBezTo>
                  <a:cubicBezTo>
                    <a:pt x="54" y="34"/>
                    <a:pt x="55" y="34"/>
                    <a:pt x="56" y="35"/>
                  </a:cubicBezTo>
                  <a:cubicBezTo>
                    <a:pt x="58" y="36"/>
                    <a:pt x="58" y="39"/>
                    <a:pt x="56" y="40"/>
                  </a:cubicBezTo>
                  <a:cubicBezTo>
                    <a:pt x="55" y="41"/>
                    <a:pt x="51" y="42"/>
                    <a:pt x="48" y="43"/>
                  </a:cubicBezTo>
                  <a:close/>
                  <a:moveTo>
                    <a:pt x="35" y="43"/>
                  </a:moveTo>
                  <a:cubicBezTo>
                    <a:pt x="32" y="42"/>
                    <a:pt x="28" y="41"/>
                    <a:pt x="27" y="40"/>
                  </a:cubicBezTo>
                  <a:cubicBezTo>
                    <a:pt x="26" y="40"/>
                    <a:pt x="26" y="39"/>
                    <a:pt x="26" y="38"/>
                  </a:cubicBezTo>
                  <a:cubicBezTo>
                    <a:pt x="26" y="37"/>
                    <a:pt x="26" y="36"/>
                    <a:pt x="27" y="35"/>
                  </a:cubicBezTo>
                  <a:cubicBezTo>
                    <a:pt x="28" y="34"/>
                    <a:pt x="29" y="34"/>
                    <a:pt x="30" y="34"/>
                  </a:cubicBezTo>
                  <a:cubicBezTo>
                    <a:pt x="31" y="34"/>
                    <a:pt x="32" y="34"/>
                    <a:pt x="33" y="35"/>
                  </a:cubicBezTo>
                  <a:cubicBezTo>
                    <a:pt x="34" y="36"/>
                    <a:pt x="35" y="40"/>
                    <a:pt x="35"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Rectangle 13"/>
            <p:cNvSpPr>
              <a:spLocks noChangeArrowheads="1"/>
            </p:cNvSpPr>
            <p:nvPr/>
          </p:nvSpPr>
          <p:spPr bwMode="auto">
            <a:xfrm>
              <a:off x="1524000" y="7292975"/>
              <a:ext cx="13970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14"/>
            <p:cNvSpPr>
              <a:spLocks/>
            </p:cNvSpPr>
            <p:nvPr/>
          </p:nvSpPr>
          <p:spPr bwMode="auto">
            <a:xfrm>
              <a:off x="1524000" y="7323138"/>
              <a:ext cx="139700" cy="19050"/>
            </a:xfrm>
            <a:custGeom>
              <a:avLst/>
              <a:gdLst>
                <a:gd name="T0" fmla="*/ 1 w 37"/>
                <a:gd name="T1" fmla="*/ 5 h 5"/>
                <a:gd name="T2" fmla="*/ 36 w 37"/>
                <a:gd name="T3" fmla="*/ 5 h 5"/>
                <a:gd name="T4" fmla="*/ 37 w 37"/>
                <a:gd name="T5" fmla="*/ 0 h 5"/>
                <a:gd name="T6" fmla="*/ 0 w 37"/>
                <a:gd name="T7" fmla="*/ 0 h 5"/>
                <a:gd name="T8" fmla="*/ 1 w 37"/>
                <a:gd name="T9" fmla="*/ 5 h 5"/>
              </a:gdLst>
              <a:ahLst/>
              <a:cxnLst>
                <a:cxn ang="0">
                  <a:pos x="T0" y="T1"/>
                </a:cxn>
                <a:cxn ang="0">
                  <a:pos x="T2" y="T3"/>
                </a:cxn>
                <a:cxn ang="0">
                  <a:pos x="T4" y="T5"/>
                </a:cxn>
                <a:cxn ang="0">
                  <a:pos x="T6" y="T7"/>
                </a:cxn>
                <a:cxn ang="0">
                  <a:pos x="T8" y="T9"/>
                </a:cxn>
              </a:cxnLst>
              <a:rect l="0" t="0" r="r" b="b"/>
              <a:pathLst>
                <a:path w="37" h="5">
                  <a:moveTo>
                    <a:pt x="1" y="5"/>
                  </a:moveTo>
                  <a:cubicBezTo>
                    <a:pt x="36" y="5"/>
                    <a:pt x="36" y="5"/>
                    <a:pt x="36" y="5"/>
                  </a:cubicBezTo>
                  <a:cubicBezTo>
                    <a:pt x="36" y="3"/>
                    <a:pt x="36" y="2"/>
                    <a:pt x="37" y="0"/>
                  </a:cubicBezTo>
                  <a:cubicBezTo>
                    <a:pt x="0" y="0"/>
                    <a:pt x="0" y="0"/>
                    <a:pt x="0" y="0"/>
                  </a:cubicBezTo>
                  <a:cubicBezTo>
                    <a:pt x="1" y="2"/>
                    <a:pt x="1" y="3"/>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15"/>
            <p:cNvSpPr>
              <a:spLocks/>
            </p:cNvSpPr>
            <p:nvPr/>
          </p:nvSpPr>
          <p:spPr bwMode="auto">
            <a:xfrm>
              <a:off x="1535113" y="7353300"/>
              <a:ext cx="117475" cy="36513"/>
            </a:xfrm>
            <a:custGeom>
              <a:avLst/>
              <a:gdLst>
                <a:gd name="T0" fmla="*/ 15 w 31"/>
                <a:gd name="T1" fmla="*/ 10 h 10"/>
                <a:gd name="T2" fmla="*/ 31 w 31"/>
                <a:gd name="T3" fmla="*/ 0 h 10"/>
                <a:gd name="T4" fmla="*/ 0 w 31"/>
                <a:gd name="T5" fmla="*/ 0 h 10"/>
                <a:gd name="T6" fmla="*/ 15 w 31"/>
                <a:gd name="T7" fmla="*/ 10 h 10"/>
              </a:gdLst>
              <a:ahLst/>
              <a:cxnLst>
                <a:cxn ang="0">
                  <a:pos x="T0" y="T1"/>
                </a:cxn>
                <a:cxn ang="0">
                  <a:pos x="T2" y="T3"/>
                </a:cxn>
                <a:cxn ang="0">
                  <a:pos x="T4" y="T5"/>
                </a:cxn>
                <a:cxn ang="0">
                  <a:pos x="T6" y="T7"/>
                </a:cxn>
              </a:cxnLst>
              <a:rect l="0" t="0" r="r" b="b"/>
              <a:pathLst>
                <a:path w="31" h="10">
                  <a:moveTo>
                    <a:pt x="15" y="10"/>
                  </a:moveTo>
                  <a:cubicBezTo>
                    <a:pt x="22" y="10"/>
                    <a:pt x="28" y="6"/>
                    <a:pt x="31" y="0"/>
                  </a:cubicBezTo>
                  <a:cubicBezTo>
                    <a:pt x="0" y="0"/>
                    <a:pt x="0" y="0"/>
                    <a:pt x="0" y="0"/>
                  </a:cubicBezTo>
                  <a:cubicBezTo>
                    <a:pt x="3" y="6"/>
                    <a:pt x="9" y="10"/>
                    <a:pt x="15"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16"/>
            <p:cNvSpPr>
              <a:spLocks/>
            </p:cNvSpPr>
            <p:nvPr/>
          </p:nvSpPr>
          <p:spPr bwMode="auto">
            <a:xfrm>
              <a:off x="1584325" y="6886575"/>
              <a:ext cx="19050" cy="57150"/>
            </a:xfrm>
            <a:custGeom>
              <a:avLst/>
              <a:gdLst>
                <a:gd name="T0" fmla="*/ 2 w 5"/>
                <a:gd name="T1" fmla="*/ 15 h 15"/>
                <a:gd name="T2" fmla="*/ 0 w 5"/>
                <a:gd name="T3" fmla="*/ 13 h 15"/>
                <a:gd name="T4" fmla="*/ 0 w 5"/>
                <a:gd name="T5" fmla="*/ 3 h 15"/>
                <a:gd name="T6" fmla="*/ 2 w 5"/>
                <a:gd name="T7" fmla="*/ 0 h 15"/>
                <a:gd name="T8" fmla="*/ 5 w 5"/>
                <a:gd name="T9" fmla="*/ 3 h 15"/>
                <a:gd name="T10" fmla="*/ 5 w 5"/>
                <a:gd name="T11" fmla="*/ 13 h 15"/>
                <a:gd name="T12" fmla="*/ 2 w 5"/>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5" h="15">
                  <a:moveTo>
                    <a:pt x="2" y="15"/>
                  </a:moveTo>
                  <a:cubicBezTo>
                    <a:pt x="1" y="15"/>
                    <a:pt x="0" y="14"/>
                    <a:pt x="0" y="13"/>
                  </a:cubicBezTo>
                  <a:cubicBezTo>
                    <a:pt x="0" y="3"/>
                    <a:pt x="0" y="3"/>
                    <a:pt x="0" y="3"/>
                  </a:cubicBezTo>
                  <a:cubicBezTo>
                    <a:pt x="0" y="1"/>
                    <a:pt x="1" y="0"/>
                    <a:pt x="2" y="0"/>
                  </a:cubicBezTo>
                  <a:cubicBezTo>
                    <a:pt x="4" y="0"/>
                    <a:pt x="5" y="1"/>
                    <a:pt x="5" y="3"/>
                  </a:cubicBezTo>
                  <a:cubicBezTo>
                    <a:pt x="5" y="13"/>
                    <a:pt x="5" y="13"/>
                    <a:pt x="5" y="13"/>
                  </a:cubicBezTo>
                  <a:cubicBezTo>
                    <a:pt x="5" y="14"/>
                    <a:pt x="4" y="15"/>
                    <a:pt x="2"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17"/>
            <p:cNvSpPr>
              <a:spLocks/>
            </p:cNvSpPr>
            <p:nvPr/>
          </p:nvSpPr>
          <p:spPr bwMode="auto">
            <a:xfrm>
              <a:off x="1644650" y="6902450"/>
              <a:ext cx="30163" cy="52388"/>
            </a:xfrm>
            <a:custGeom>
              <a:avLst/>
              <a:gdLst>
                <a:gd name="T0" fmla="*/ 2 w 8"/>
                <a:gd name="T1" fmla="*/ 14 h 14"/>
                <a:gd name="T2" fmla="*/ 1 w 8"/>
                <a:gd name="T3" fmla="*/ 14 h 14"/>
                <a:gd name="T4" fmla="*/ 0 w 8"/>
                <a:gd name="T5" fmla="*/ 11 h 14"/>
                <a:gd name="T6" fmla="*/ 4 w 8"/>
                <a:gd name="T7" fmla="*/ 1 h 14"/>
                <a:gd name="T8" fmla="*/ 6 w 8"/>
                <a:gd name="T9" fmla="*/ 0 h 14"/>
                <a:gd name="T10" fmla="*/ 8 w 8"/>
                <a:gd name="T11" fmla="*/ 3 h 14"/>
                <a:gd name="T12" fmla="*/ 4 w 8"/>
                <a:gd name="T13" fmla="*/ 13 h 14"/>
                <a:gd name="T14" fmla="*/ 2 w 8"/>
                <a:gd name="T15" fmla="*/ 14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4">
                  <a:moveTo>
                    <a:pt x="2" y="14"/>
                  </a:moveTo>
                  <a:cubicBezTo>
                    <a:pt x="2" y="14"/>
                    <a:pt x="1" y="14"/>
                    <a:pt x="1" y="14"/>
                  </a:cubicBezTo>
                  <a:cubicBezTo>
                    <a:pt x="0" y="14"/>
                    <a:pt x="0" y="12"/>
                    <a:pt x="0" y="11"/>
                  </a:cubicBezTo>
                  <a:cubicBezTo>
                    <a:pt x="4" y="1"/>
                    <a:pt x="4" y="1"/>
                    <a:pt x="4" y="1"/>
                  </a:cubicBezTo>
                  <a:cubicBezTo>
                    <a:pt x="4" y="0"/>
                    <a:pt x="5" y="0"/>
                    <a:pt x="6" y="0"/>
                  </a:cubicBezTo>
                  <a:cubicBezTo>
                    <a:pt x="7" y="0"/>
                    <a:pt x="8" y="2"/>
                    <a:pt x="8" y="3"/>
                  </a:cubicBezTo>
                  <a:cubicBezTo>
                    <a:pt x="4" y="13"/>
                    <a:pt x="4" y="13"/>
                    <a:pt x="4" y="13"/>
                  </a:cubicBezTo>
                  <a:cubicBezTo>
                    <a:pt x="4" y="14"/>
                    <a:pt x="3" y="14"/>
                    <a:pt x="2"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18"/>
            <p:cNvSpPr>
              <a:spLocks/>
            </p:cNvSpPr>
            <p:nvPr/>
          </p:nvSpPr>
          <p:spPr bwMode="auto">
            <a:xfrm>
              <a:off x="1693863" y="6935788"/>
              <a:ext cx="44450" cy="49213"/>
            </a:xfrm>
            <a:custGeom>
              <a:avLst/>
              <a:gdLst>
                <a:gd name="T0" fmla="*/ 2 w 12"/>
                <a:gd name="T1" fmla="*/ 13 h 13"/>
                <a:gd name="T2" fmla="*/ 1 w 12"/>
                <a:gd name="T3" fmla="*/ 12 h 13"/>
                <a:gd name="T4" fmla="*/ 1 w 12"/>
                <a:gd name="T5" fmla="*/ 10 h 13"/>
                <a:gd name="T6" fmla="*/ 8 w 12"/>
                <a:gd name="T7" fmla="*/ 1 h 13"/>
                <a:gd name="T8" fmla="*/ 11 w 12"/>
                <a:gd name="T9" fmla="*/ 1 h 13"/>
                <a:gd name="T10" fmla="*/ 11 w 12"/>
                <a:gd name="T11" fmla="*/ 4 h 13"/>
                <a:gd name="T12" fmla="*/ 4 w 12"/>
                <a:gd name="T13" fmla="*/ 12 h 13"/>
                <a:gd name="T14" fmla="*/ 2 w 12"/>
                <a:gd name="T15" fmla="*/ 1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3">
                  <a:moveTo>
                    <a:pt x="2" y="13"/>
                  </a:moveTo>
                  <a:cubicBezTo>
                    <a:pt x="2" y="13"/>
                    <a:pt x="2" y="13"/>
                    <a:pt x="1" y="12"/>
                  </a:cubicBezTo>
                  <a:cubicBezTo>
                    <a:pt x="0" y="12"/>
                    <a:pt x="0" y="10"/>
                    <a:pt x="1" y="10"/>
                  </a:cubicBezTo>
                  <a:cubicBezTo>
                    <a:pt x="8" y="1"/>
                    <a:pt x="8" y="1"/>
                    <a:pt x="8" y="1"/>
                  </a:cubicBezTo>
                  <a:cubicBezTo>
                    <a:pt x="9" y="0"/>
                    <a:pt x="10" y="0"/>
                    <a:pt x="11" y="1"/>
                  </a:cubicBezTo>
                  <a:cubicBezTo>
                    <a:pt x="12" y="2"/>
                    <a:pt x="12" y="3"/>
                    <a:pt x="11" y="4"/>
                  </a:cubicBezTo>
                  <a:cubicBezTo>
                    <a:pt x="4" y="12"/>
                    <a:pt x="4" y="12"/>
                    <a:pt x="4" y="12"/>
                  </a:cubicBezTo>
                  <a:cubicBezTo>
                    <a:pt x="4" y="13"/>
                    <a:pt x="3" y="13"/>
                    <a:pt x="2"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19"/>
            <p:cNvSpPr>
              <a:spLocks/>
            </p:cNvSpPr>
            <p:nvPr/>
          </p:nvSpPr>
          <p:spPr bwMode="auto">
            <a:xfrm>
              <a:off x="1730375" y="6992938"/>
              <a:ext cx="53975" cy="36513"/>
            </a:xfrm>
            <a:custGeom>
              <a:avLst/>
              <a:gdLst>
                <a:gd name="T0" fmla="*/ 3 w 14"/>
                <a:gd name="T1" fmla="*/ 10 h 10"/>
                <a:gd name="T2" fmla="*/ 1 w 14"/>
                <a:gd name="T3" fmla="*/ 9 h 10"/>
                <a:gd name="T4" fmla="*/ 1 w 14"/>
                <a:gd name="T5" fmla="*/ 6 h 10"/>
                <a:gd name="T6" fmla="*/ 11 w 14"/>
                <a:gd name="T7" fmla="*/ 1 h 10"/>
                <a:gd name="T8" fmla="*/ 14 w 14"/>
                <a:gd name="T9" fmla="*/ 1 h 10"/>
                <a:gd name="T10" fmla="*/ 13 w 14"/>
                <a:gd name="T11" fmla="*/ 4 h 10"/>
                <a:gd name="T12" fmla="*/ 4 w 14"/>
                <a:gd name="T13" fmla="*/ 10 h 10"/>
                <a:gd name="T14" fmla="*/ 3 w 14"/>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0">
                  <a:moveTo>
                    <a:pt x="3" y="10"/>
                  </a:moveTo>
                  <a:cubicBezTo>
                    <a:pt x="2" y="10"/>
                    <a:pt x="1" y="10"/>
                    <a:pt x="1" y="9"/>
                  </a:cubicBezTo>
                  <a:cubicBezTo>
                    <a:pt x="0" y="8"/>
                    <a:pt x="1" y="7"/>
                    <a:pt x="1" y="6"/>
                  </a:cubicBezTo>
                  <a:cubicBezTo>
                    <a:pt x="11" y="1"/>
                    <a:pt x="11" y="1"/>
                    <a:pt x="11" y="1"/>
                  </a:cubicBezTo>
                  <a:cubicBezTo>
                    <a:pt x="12" y="0"/>
                    <a:pt x="13" y="0"/>
                    <a:pt x="14" y="1"/>
                  </a:cubicBezTo>
                  <a:cubicBezTo>
                    <a:pt x="14" y="2"/>
                    <a:pt x="14" y="4"/>
                    <a:pt x="13" y="4"/>
                  </a:cubicBezTo>
                  <a:cubicBezTo>
                    <a:pt x="4" y="10"/>
                    <a:pt x="4" y="10"/>
                    <a:pt x="4" y="10"/>
                  </a:cubicBezTo>
                  <a:cubicBezTo>
                    <a:pt x="3" y="10"/>
                    <a:pt x="3" y="10"/>
                    <a:pt x="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20"/>
            <p:cNvSpPr>
              <a:spLocks/>
            </p:cNvSpPr>
            <p:nvPr/>
          </p:nvSpPr>
          <p:spPr bwMode="auto">
            <a:xfrm>
              <a:off x="1512888" y="6902450"/>
              <a:ext cx="30163" cy="52388"/>
            </a:xfrm>
            <a:custGeom>
              <a:avLst/>
              <a:gdLst>
                <a:gd name="T0" fmla="*/ 6 w 8"/>
                <a:gd name="T1" fmla="*/ 14 h 14"/>
                <a:gd name="T2" fmla="*/ 4 w 8"/>
                <a:gd name="T3" fmla="*/ 13 h 14"/>
                <a:gd name="T4" fmla="*/ 0 w 8"/>
                <a:gd name="T5" fmla="*/ 3 h 14"/>
                <a:gd name="T6" fmla="*/ 2 w 8"/>
                <a:gd name="T7" fmla="*/ 0 h 14"/>
                <a:gd name="T8" fmla="*/ 4 w 8"/>
                <a:gd name="T9" fmla="*/ 1 h 14"/>
                <a:gd name="T10" fmla="*/ 8 w 8"/>
                <a:gd name="T11" fmla="*/ 11 h 14"/>
                <a:gd name="T12" fmla="*/ 7 w 8"/>
                <a:gd name="T13" fmla="*/ 14 h 14"/>
                <a:gd name="T14" fmla="*/ 6 w 8"/>
                <a:gd name="T15" fmla="*/ 14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4">
                  <a:moveTo>
                    <a:pt x="6" y="14"/>
                  </a:moveTo>
                  <a:cubicBezTo>
                    <a:pt x="5" y="14"/>
                    <a:pt x="4" y="14"/>
                    <a:pt x="4" y="13"/>
                  </a:cubicBezTo>
                  <a:cubicBezTo>
                    <a:pt x="0" y="3"/>
                    <a:pt x="0" y="3"/>
                    <a:pt x="0" y="3"/>
                  </a:cubicBezTo>
                  <a:cubicBezTo>
                    <a:pt x="0" y="2"/>
                    <a:pt x="1" y="0"/>
                    <a:pt x="2" y="0"/>
                  </a:cubicBezTo>
                  <a:cubicBezTo>
                    <a:pt x="3" y="0"/>
                    <a:pt x="4" y="0"/>
                    <a:pt x="4" y="1"/>
                  </a:cubicBezTo>
                  <a:cubicBezTo>
                    <a:pt x="8" y="11"/>
                    <a:pt x="8" y="11"/>
                    <a:pt x="8" y="11"/>
                  </a:cubicBezTo>
                  <a:cubicBezTo>
                    <a:pt x="8" y="12"/>
                    <a:pt x="8" y="14"/>
                    <a:pt x="7" y="14"/>
                  </a:cubicBezTo>
                  <a:cubicBezTo>
                    <a:pt x="7" y="14"/>
                    <a:pt x="6" y="14"/>
                    <a:pt x="6"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21"/>
            <p:cNvSpPr>
              <a:spLocks/>
            </p:cNvSpPr>
            <p:nvPr/>
          </p:nvSpPr>
          <p:spPr bwMode="auto">
            <a:xfrm>
              <a:off x="1449388" y="6935788"/>
              <a:ext cx="44450" cy="49213"/>
            </a:xfrm>
            <a:custGeom>
              <a:avLst/>
              <a:gdLst>
                <a:gd name="T0" fmla="*/ 10 w 12"/>
                <a:gd name="T1" fmla="*/ 13 h 13"/>
                <a:gd name="T2" fmla="*/ 8 w 12"/>
                <a:gd name="T3" fmla="*/ 12 h 13"/>
                <a:gd name="T4" fmla="*/ 1 w 12"/>
                <a:gd name="T5" fmla="*/ 4 h 13"/>
                <a:gd name="T6" fmla="*/ 1 w 12"/>
                <a:gd name="T7" fmla="*/ 1 h 13"/>
                <a:gd name="T8" fmla="*/ 4 w 12"/>
                <a:gd name="T9" fmla="*/ 1 h 13"/>
                <a:gd name="T10" fmla="*/ 11 w 12"/>
                <a:gd name="T11" fmla="*/ 10 h 13"/>
                <a:gd name="T12" fmla="*/ 11 w 12"/>
                <a:gd name="T13" fmla="*/ 12 h 13"/>
                <a:gd name="T14" fmla="*/ 10 w 12"/>
                <a:gd name="T15" fmla="*/ 1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3">
                  <a:moveTo>
                    <a:pt x="10" y="13"/>
                  </a:moveTo>
                  <a:cubicBezTo>
                    <a:pt x="9" y="13"/>
                    <a:pt x="8" y="13"/>
                    <a:pt x="8" y="12"/>
                  </a:cubicBezTo>
                  <a:cubicBezTo>
                    <a:pt x="1" y="4"/>
                    <a:pt x="1" y="4"/>
                    <a:pt x="1" y="4"/>
                  </a:cubicBezTo>
                  <a:cubicBezTo>
                    <a:pt x="0" y="3"/>
                    <a:pt x="0" y="2"/>
                    <a:pt x="1" y="1"/>
                  </a:cubicBezTo>
                  <a:cubicBezTo>
                    <a:pt x="2" y="0"/>
                    <a:pt x="3" y="0"/>
                    <a:pt x="4" y="1"/>
                  </a:cubicBezTo>
                  <a:cubicBezTo>
                    <a:pt x="11" y="10"/>
                    <a:pt x="11" y="10"/>
                    <a:pt x="11" y="10"/>
                  </a:cubicBezTo>
                  <a:cubicBezTo>
                    <a:pt x="12" y="10"/>
                    <a:pt x="12" y="12"/>
                    <a:pt x="11" y="12"/>
                  </a:cubicBezTo>
                  <a:cubicBezTo>
                    <a:pt x="10" y="13"/>
                    <a:pt x="10" y="13"/>
                    <a:pt x="10"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22"/>
            <p:cNvSpPr>
              <a:spLocks/>
            </p:cNvSpPr>
            <p:nvPr/>
          </p:nvSpPr>
          <p:spPr bwMode="auto">
            <a:xfrm>
              <a:off x="1404938" y="6992938"/>
              <a:ext cx="52388" cy="36513"/>
            </a:xfrm>
            <a:custGeom>
              <a:avLst/>
              <a:gdLst>
                <a:gd name="T0" fmla="*/ 12 w 14"/>
                <a:gd name="T1" fmla="*/ 10 h 10"/>
                <a:gd name="T2" fmla="*/ 10 w 14"/>
                <a:gd name="T3" fmla="*/ 10 h 10"/>
                <a:gd name="T4" fmla="*/ 1 w 14"/>
                <a:gd name="T5" fmla="*/ 4 h 10"/>
                <a:gd name="T6" fmla="*/ 0 w 14"/>
                <a:gd name="T7" fmla="*/ 1 h 10"/>
                <a:gd name="T8" fmla="*/ 3 w 14"/>
                <a:gd name="T9" fmla="*/ 1 h 10"/>
                <a:gd name="T10" fmla="*/ 13 w 14"/>
                <a:gd name="T11" fmla="*/ 6 h 10"/>
                <a:gd name="T12" fmla="*/ 13 w 14"/>
                <a:gd name="T13" fmla="*/ 9 h 10"/>
                <a:gd name="T14" fmla="*/ 12 w 14"/>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0">
                  <a:moveTo>
                    <a:pt x="12" y="10"/>
                  </a:moveTo>
                  <a:cubicBezTo>
                    <a:pt x="11" y="10"/>
                    <a:pt x="11" y="10"/>
                    <a:pt x="10" y="10"/>
                  </a:cubicBezTo>
                  <a:cubicBezTo>
                    <a:pt x="1" y="4"/>
                    <a:pt x="1" y="4"/>
                    <a:pt x="1" y="4"/>
                  </a:cubicBezTo>
                  <a:cubicBezTo>
                    <a:pt x="0" y="4"/>
                    <a:pt x="0" y="2"/>
                    <a:pt x="0" y="1"/>
                  </a:cubicBezTo>
                  <a:cubicBezTo>
                    <a:pt x="1" y="0"/>
                    <a:pt x="2" y="0"/>
                    <a:pt x="3" y="1"/>
                  </a:cubicBezTo>
                  <a:cubicBezTo>
                    <a:pt x="13" y="6"/>
                    <a:pt x="13" y="6"/>
                    <a:pt x="13" y="6"/>
                  </a:cubicBezTo>
                  <a:cubicBezTo>
                    <a:pt x="13" y="7"/>
                    <a:pt x="14" y="8"/>
                    <a:pt x="13" y="9"/>
                  </a:cubicBezTo>
                  <a:cubicBezTo>
                    <a:pt x="13" y="10"/>
                    <a:pt x="12" y="10"/>
                    <a:pt x="12"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453879149"/>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2571599" y="2065596"/>
            <a:ext cx="2150100" cy="2150100"/>
            <a:chOff x="2116548" y="536448"/>
            <a:chExt cx="1345505" cy="1345505"/>
          </a:xfrm>
          <a:effectLst>
            <a:outerShdw blurRad="215900" dist="76200" dir="8100000" sx="102000" sy="102000" algn="tr" rotWithShape="0">
              <a:prstClr val="black">
                <a:alpha val="28000"/>
              </a:prstClr>
            </a:outerShdw>
          </a:effectLst>
        </p:grpSpPr>
        <p:sp>
          <p:nvSpPr>
            <p:cNvPr id="3" name="Freeform 42"/>
            <p:cNvSpPr>
              <a:spLocks noEditPoints="1"/>
            </p:cNvSpPr>
            <p:nvPr/>
          </p:nvSpPr>
          <p:spPr bwMode="auto">
            <a:xfrm>
              <a:off x="2116548" y="536448"/>
              <a:ext cx="1345505" cy="1345505"/>
            </a:xfrm>
            <a:custGeom>
              <a:avLst/>
              <a:gdLst>
                <a:gd name="T0" fmla="*/ 311 w 311"/>
                <a:gd name="T1" fmla="*/ 170 h 310"/>
                <a:gd name="T2" fmla="*/ 311 w 311"/>
                <a:gd name="T3" fmla="*/ 143 h 310"/>
                <a:gd name="T4" fmla="*/ 281 w 311"/>
                <a:gd name="T5" fmla="*/ 137 h 310"/>
                <a:gd name="T6" fmla="*/ 275 w 311"/>
                <a:gd name="T7" fmla="*/ 113 h 310"/>
                <a:gd name="T8" fmla="*/ 296 w 311"/>
                <a:gd name="T9" fmla="*/ 88 h 310"/>
                <a:gd name="T10" fmla="*/ 282 w 311"/>
                <a:gd name="T11" fmla="*/ 67 h 310"/>
                <a:gd name="T12" fmla="*/ 255 w 311"/>
                <a:gd name="T13" fmla="*/ 76 h 310"/>
                <a:gd name="T14" fmla="*/ 236 w 311"/>
                <a:gd name="T15" fmla="*/ 57 h 310"/>
                <a:gd name="T16" fmla="*/ 245 w 311"/>
                <a:gd name="T17" fmla="*/ 28 h 310"/>
                <a:gd name="T18" fmla="*/ 223 w 311"/>
                <a:gd name="T19" fmla="*/ 15 h 310"/>
                <a:gd name="T20" fmla="*/ 202 w 311"/>
                <a:gd name="T21" fmla="*/ 37 h 310"/>
                <a:gd name="T22" fmla="*/ 178 w 311"/>
                <a:gd name="T23" fmla="*/ 30 h 310"/>
                <a:gd name="T24" fmla="*/ 169 w 311"/>
                <a:gd name="T25" fmla="*/ 0 h 310"/>
                <a:gd name="T26" fmla="*/ 144 w 311"/>
                <a:gd name="T27" fmla="*/ 0 h 310"/>
                <a:gd name="T28" fmla="*/ 137 w 311"/>
                <a:gd name="T29" fmla="*/ 30 h 310"/>
                <a:gd name="T30" fmla="*/ 110 w 311"/>
                <a:gd name="T31" fmla="*/ 35 h 310"/>
                <a:gd name="T32" fmla="*/ 90 w 311"/>
                <a:gd name="T33" fmla="*/ 15 h 310"/>
                <a:gd name="T34" fmla="*/ 68 w 311"/>
                <a:gd name="T35" fmla="*/ 27 h 310"/>
                <a:gd name="T36" fmla="*/ 77 w 311"/>
                <a:gd name="T37" fmla="*/ 56 h 310"/>
                <a:gd name="T38" fmla="*/ 59 w 311"/>
                <a:gd name="T39" fmla="*/ 73 h 310"/>
                <a:gd name="T40" fmla="*/ 28 w 311"/>
                <a:gd name="T41" fmla="*/ 65 h 310"/>
                <a:gd name="T42" fmla="*/ 16 w 311"/>
                <a:gd name="T43" fmla="*/ 88 h 310"/>
                <a:gd name="T44" fmla="*/ 36 w 311"/>
                <a:gd name="T45" fmla="*/ 109 h 310"/>
                <a:gd name="T46" fmla="*/ 30 w 311"/>
                <a:gd name="T47" fmla="*/ 134 h 310"/>
                <a:gd name="T48" fmla="*/ 0 w 311"/>
                <a:gd name="T49" fmla="*/ 141 h 310"/>
                <a:gd name="T50" fmla="*/ 0 w 311"/>
                <a:gd name="T51" fmla="*/ 165 h 310"/>
                <a:gd name="T52" fmla="*/ 29 w 311"/>
                <a:gd name="T53" fmla="*/ 175 h 310"/>
                <a:gd name="T54" fmla="*/ 36 w 311"/>
                <a:gd name="T55" fmla="*/ 198 h 310"/>
                <a:gd name="T56" fmla="*/ 15 w 311"/>
                <a:gd name="T57" fmla="*/ 218 h 310"/>
                <a:gd name="T58" fmla="*/ 28 w 311"/>
                <a:gd name="T59" fmla="*/ 242 h 310"/>
                <a:gd name="T60" fmla="*/ 55 w 311"/>
                <a:gd name="T61" fmla="*/ 235 h 310"/>
                <a:gd name="T62" fmla="*/ 75 w 311"/>
                <a:gd name="T63" fmla="*/ 253 h 310"/>
                <a:gd name="T64" fmla="*/ 66 w 311"/>
                <a:gd name="T65" fmla="*/ 280 h 310"/>
                <a:gd name="T66" fmla="*/ 90 w 311"/>
                <a:gd name="T67" fmla="*/ 295 h 310"/>
                <a:gd name="T68" fmla="*/ 109 w 311"/>
                <a:gd name="T69" fmla="*/ 275 h 310"/>
                <a:gd name="T70" fmla="*/ 134 w 311"/>
                <a:gd name="T71" fmla="*/ 280 h 310"/>
                <a:gd name="T72" fmla="*/ 141 w 311"/>
                <a:gd name="T73" fmla="*/ 310 h 310"/>
                <a:gd name="T74" fmla="*/ 168 w 311"/>
                <a:gd name="T75" fmla="*/ 310 h 310"/>
                <a:gd name="T76" fmla="*/ 175 w 311"/>
                <a:gd name="T77" fmla="*/ 282 h 310"/>
                <a:gd name="T78" fmla="*/ 199 w 311"/>
                <a:gd name="T79" fmla="*/ 275 h 310"/>
                <a:gd name="T80" fmla="*/ 221 w 311"/>
                <a:gd name="T81" fmla="*/ 295 h 310"/>
                <a:gd name="T82" fmla="*/ 243 w 311"/>
                <a:gd name="T83" fmla="*/ 283 h 310"/>
                <a:gd name="T84" fmla="*/ 236 w 311"/>
                <a:gd name="T85" fmla="*/ 254 h 310"/>
                <a:gd name="T86" fmla="*/ 253 w 311"/>
                <a:gd name="T87" fmla="*/ 238 h 310"/>
                <a:gd name="T88" fmla="*/ 281 w 311"/>
                <a:gd name="T89" fmla="*/ 244 h 310"/>
                <a:gd name="T90" fmla="*/ 295 w 311"/>
                <a:gd name="T91" fmla="*/ 222 h 310"/>
                <a:gd name="T92" fmla="*/ 274 w 311"/>
                <a:gd name="T93" fmla="*/ 201 h 310"/>
                <a:gd name="T94" fmla="*/ 281 w 311"/>
                <a:gd name="T95" fmla="*/ 178 h 310"/>
                <a:gd name="T96" fmla="*/ 311 w 311"/>
                <a:gd name="T97" fmla="*/ 170 h 310"/>
                <a:gd name="T98" fmla="*/ 157 w 311"/>
                <a:gd name="T99" fmla="*/ 233 h 310"/>
                <a:gd name="T100" fmla="*/ 79 w 311"/>
                <a:gd name="T101" fmla="*/ 155 h 310"/>
                <a:gd name="T102" fmla="*/ 157 w 311"/>
                <a:gd name="T103" fmla="*/ 77 h 310"/>
                <a:gd name="T104" fmla="*/ 235 w 311"/>
                <a:gd name="T105" fmla="*/ 155 h 310"/>
                <a:gd name="T106" fmla="*/ 157 w 311"/>
                <a:gd name="T107" fmla="*/ 233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1" h="310">
                  <a:moveTo>
                    <a:pt x="311" y="170"/>
                  </a:moveTo>
                  <a:cubicBezTo>
                    <a:pt x="311" y="143"/>
                    <a:pt x="311" y="143"/>
                    <a:pt x="311" y="143"/>
                  </a:cubicBezTo>
                  <a:cubicBezTo>
                    <a:pt x="281" y="137"/>
                    <a:pt x="281" y="137"/>
                    <a:pt x="281" y="137"/>
                  </a:cubicBezTo>
                  <a:cubicBezTo>
                    <a:pt x="275" y="113"/>
                    <a:pt x="275" y="113"/>
                    <a:pt x="275" y="113"/>
                  </a:cubicBezTo>
                  <a:cubicBezTo>
                    <a:pt x="296" y="88"/>
                    <a:pt x="296" y="88"/>
                    <a:pt x="296" y="88"/>
                  </a:cubicBezTo>
                  <a:cubicBezTo>
                    <a:pt x="282" y="67"/>
                    <a:pt x="282" y="67"/>
                    <a:pt x="282" y="67"/>
                  </a:cubicBezTo>
                  <a:cubicBezTo>
                    <a:pt x="255" y="76"/>
                    <a:pt x="255" y="76"/>
                    <a:pt x="255" y="76"/>
                  </a:cubicBezTo>
                  <a:cubicBezTo>
                    <a:pt x="236" y="57"/>
                    <a:pt x="236" y="57"/>
                    <a:pt x="236" y="57"/>
                  </a:cubicBezTo>
                  <a:cubicBezTo>
                    <a:pt x="245" y="28"/>
                    <a:pt x="245" y="28"/>
                    <a:pt x="245" y="28"/>
                  </a:cubicBezTo>
                  <a:cubicBezTo>
                    <a:pt x="223" y="15"/>
                    <a:pt x="223" y="15"/>
                    <a:pt x="223" y="15"/>
                  </a:cubicBezTo>
                  <a:cubicBezTo>
                    <a:pt x="202" y="37"/>
                    <a:pt x="202" y="37"/>
                    <a:pt x="202" y="37"/>
                  </a:cubicBezTo>
                  <a:cubicBezTo>
                    <a:pt x="178" y="30"/>
                    <a:pt x="178" y="30"/>
                    <a:pt x="178" y="30"/>
                  </a:cubicBezTo>
                  <a:cubicBezTo>
                    <a:pt x="169" y="0"/>
                    <a:pt x="169" y="0"/>
                    <a:pt x="169" y="0"/>
                  </a:cubicBezTo>
                  <a:cubicBezTo>
                    <a:pt x="144" y="0"/>
                    <a:pt x="144" y="0"/>
                    <a:pt x="144" y="0"/>
                  </a:cubicBezTo>
                  <a:cubicBezTo>
                    <a:pt x="137" y="30"/>
                    <a:pt x="137" y="30"/>
                    <a:pt x="137" y="30"/>
                  </a:cubicBezTo>
                  <a:cubicBezTo>
                    <a:pt x="110" y="35"/>
                    <a:pt x="110" y="35"/>
                    <a:pt x="110" y="35"/>
                  </a:cubicBezTo>
                  <a:cubicBezTo>
                    <a:pt x="90" y="15"/>
                    <a:pt x="90" y="15"/>
                    <a:pt x="90" y="15"/>
                  </a:cubicBezTo>
                  <a:cubicBezTo>
                    <a:pt x="68" y="27"/>
                    <a:pt x="68" y="27"/>
                    <a:pt x="68" y="27"/>
                  </a:cubicBezTo>
                  <a:cubicBezTo>
                    <a:pt x="77" y="56"/>
                    <a:pt x="77" y="56"/>
                    <a:pt x="77" y="56"/>
                  </a:cubicBezTo>
                  <a:cubicBezTo>
                    <a:pt x="59" y="73"/>
                    <a:pt x="59" y="73"/>
                    <a:pt x="59" y="73"/>
                  </a:cubicBezTo>
                  <a:cubicBezTo>
                    <a:pt x="28" y="65"/>
                    <a:pt x="28" y="65"/>
                    <a:pt x="28" y="65"/>
                  </a:cubicBezTo>
                  <a:cubicBezTo>
                    <a:pt x="16" y="88"/>
                    <a:pt x="16" y="88"/>
                    <a:pt x="16" y="88"/>
                  </a:cubicBezTo>
                  <a:cubicBezTo>
                    <a:pt x="36" y="109"/>
                    <a:pt x="36" y="109"/>
                    <a:pt x="36" y="109"/>
                  </a:cubicBezTo>
                  <a:cubicBezTo>
                    <a:pt x="30" y="134"/>
                    <a:pt x="30" y="134"/>
                    <a:pt x="30" y="134"/>
                  </a:cubicBezTo>
                  <a:cubicBezTo>
                    <a:pt x="0" y="141"/>
                    <a:pt x="0" y="141"/>
                    <a:pt x="0" y="141"/>
                  </a:cubicBezTo>
                  <a:cubicBezTo>
                    <a:pt x="0" y="165"/>
                    <a:pt x="0" y="165"/>
                    <a:pt x="0" y="165"/>
                  </a:cubicBezTo>
                  <a:cubicBezTo>
                    <a:pt x="29" y="175"/>
                    <a:pt x="29" y="175"/>
                    <a:pt x="29" y="175"/>
                  </a:cubicBezTo>
                  <a:cubicBezTo>
                    <a:pt x="36" y="198"/>
                    <a:pt x="36" y="198"/>
                    <a:pt x="36" y="198"/>
                  </a:cubicBezTo>
                  <a:cubicBezTo>
                    <a:pt x="15" y="218"/>
                    <a:pt x="15" y="218"/>
                    <a:pt x="15" y="218"/>
                  </a:cubicBezTo>
                  <a:cubicBezTo>
                    <a:pt x="28" y="242"/>
                    <a:pt x="28" y="242"/>
                    <a:pt x="28" y="242"/>
                  </a:cubicBezTo>
                  <a:cubicBezTo>
                    <a:pt x="55" y="235"/>
                    <a:pt x="55" y="235"/>
                    <a:pt x="55" y="235"/>
                  </a:cubicBezTo>
                  <a:cubicBezTo>
                    <a:pt x="75" y="253"/>
                    <a:pt x="75" y="253"/>
                    <a:pt x="75" y="253"/>
                  </a:cubicBezTo>
                  <a:cubicBezTo>
                    <a:pt x="66" y="280"/>
                    <a:pt x="66" y="280"/>
                    <a:pt x="66" y="280"/>
                  </a:cubicBezTo>
                  <a:cubicBezTo>
                    <a:pt x="90" y="295"/>
                    <a:pt x="90" y="295"/>
                    <a:pt x="90" y="295"/>
                  </a:cubicBezTo>
                  <a:cubicBezTo>
                    <a:pt x="109" y="275"/>
                    <a:pt x="109" y="275"/>
                    <a:pt x="109" y="275"/>
                  </a:cubicBezTo>
                  <a:cubicBezTo>
                    <a:pt x="134" y="280"/>
                    <a:pt x="134" y="280"/>
                    <a:pt x="134" y="280"/>
                  </a:cubicBezTo>
                  <a:cubicBezTo>
                    <a:pt x="141" y="310"/>
                    <a:pt x="141" y="310"/>
                    <a:pt x="141" y="310"/>
                  </a:cubicBezTo>
                  <a:cubicBezTo>
                    <a:pt x="168" y="310"/>
                    <a:pt x="168" y="310"/>
                    <a:pt x="168" y="310"/>
                  </a:cubicBezTo>
                  <a:cubicBezTo>
                    <a:pt x="175" y="282"/>
                    <a:pt x="175" y="282"/>
                    <a:pt x="175" y="282"/>
                  </a:cubicBezTo>
                  <a:cubicBezTo>
                    <a:pt x="199" y="275"/>
                    <a:pt x="199" y="275"/>
                    <a:pt x="199" y="275"/>
                  </a:cubicBezTo>
                  <a:cubicBezTo>
                    <a:pt x="221" y="295"/>
                    <a:pt x="221" y="295"/>
                    <a:pt x="221" y="295"/>
                  </a:cubicBezTo>
                  <a:cubicBezTo>
                    <a:pt x="243" y="283"/>
                    <a:pt x="243" y="283"/>
                    <a:pt x="243" y="283"/>
                  </a:cubicBezTo>
                  <a:cubicBezTo>
                    <a:pt x="236" y="254"/>
                    <a:pt x="236" y="254"/>
                    <a:pt x="236" y="254"/>
                  </a:cubicBezTo>
                  <a:cubicBezTo>
                    <a:pt x="253" y="238"/>
                    <a:pt x="253" y="238"/>
                    <a:pt x="253" y="238"/>
                  </a:cubicBezTo>
                  <a:cubicBezTo>
                    <a:pt x="281" y="244"/>
                    <a:pt x="281" y="244"/>
                    <a:pt x="281" y="244"/>
                  </a:cubicBezTo>
                  <a:cubicBezTo>
                    <a:pt x="295" y="222"/>
                    <a:pt x="295" y="222"/>
                    <a:pt x="295" y="222"/>
                  </a:cubicBezTo>
                  <a:cubicBezTo>
                    <a:pt x="274" y="201"/>
                    <a:pt x="274" y="201"/>
                    <a:pt x="274" y="201"/>
                  </a:cubicBezTo>
                  <a:cubicBezTo>
                    <a:pt x="281" y="178"/>
                    <a:pt x="281" y="178"/>
                    <a:pt x="281" y="178"/>
                  </a:cubicBezTo>
                  <a:lnTo>
                    <a:pt x="311" y="170"/>
                  </a:lnTo>
                  <a:close/>
                  <a:moveTo>
                    <a:pt x="157" y="233"/>
                  </a:moveTo>
                  <a:cubicBezTo>
                    <a:pt x="114" y="233"/>
                    <a:pt x="79" y="198"/>
                    <a:pt x="79" y="155"/>
                  </a:cubicBezTo>
                  <a:cubicBezTo>
                    <a:pt x="79" y="112"/>
                    <a:pt x="114" y="77"/>
                    <a:pt x="157" y="77"/>
                  </a:cubicBezTo>
                  <a:cubicBezTo>
                    <a:pt x="200" y="77"/>
                    <a:pt x="235" y="112"/>
                    <a:pt x="235" y="155"/>
                  </a:cubicBezTo>
                  <a:cubicBezTo>
                    <a:pt x="235" y="198"/>
                    <a:pt x="200" y="233"/>
                    <a:pt x="157" y="233"/>
                  </a:cubicBezTo>
                  <a:close/>
                </a:path>
              </a:pathLst>
            </a:custGeom>
            <a:gradFill>
              <a:gsLst>
                <a:gs pos="100000">
                  <a:srgbClr val="CFCFD1"/>
                </a:gs>
                <a:gs pos="0">
                  <a:schemeClr val="bg1"/>
                </a:gs>
              </a:gsLst>
              <a:lin ang="5400000" scaled="1"/>
            </a:gradFill>
            <a:ln w="9525">
              <a:noFill/>
              <a:round/>
              <a:headEnd/>
              <a:tailEnd/>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 name="椭圆 3"/>
            <p:cNvSpPr/>
            <p:nvPr/>
          </p:nvSpPr>
          <p:spPr>
            <a:xfrm>
              <a:off x="2385054" y="804954"/>
              <a:ext cx="808492" cy="808492"/>
            </a:xfrm>
            <a:prstGeom prst="ellipse">
              <a:avLst/>
            </a:prstGeom>
            <a:solidFill>
              <a:srgbClr val="9DC428"/>
            </a:solidFill>
            <a:ln w="136525">
              <a:gradFill>
                <a:gsLst>
                  <a:gs pos="0">
                    <a:srgbClr val="CFD0CC"/>
                  </a:gs>
                  <a:gs pos="100000">
                    <a:schemeClr val="bg1"/>
                  </a:gs>
                </a:gsLst>
                <a:lin ang="5400000" scaled="1"/>
              </a:gradFill>
            </a:ln>
            <a:effectLst>
              <a:innerShdw blurRad="215900" dist="88900" dir="16200000">
                <a:prstClr val="black">
                  <a:alpha val="45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5" name="组合 4"/>
          <p:cNvGrpSpPr/>
          <p:nvPr/>
        </p:nvGrpSpPr>
        <p:grpSpPr>
          <a:xfrm>
            <a:off x="5036059" y="3322003"/>
            <a:ext cx="2150100" cy="2150100"/>
            <a:chOff x="2116548" y="536448"/>
            <a:chExt cx="1345505" cy="1345505"/>
          </a:xfrm>
          <a:effectLst>
            <a:outerShdw blurRad="215900" dist="76200" dir="8100000" sx="102000" sy="102000" algn="tr" rotWithShape="0">
              <a:prstClr val="black">
                <a:alpha val="28000"/>
              </a:prstClr>
            </a:outerShdw>
          </a:effectLst>
        </p:grpSpPr>
        <p:sp>
          <p:nvSpPr>
            <p:cNvPr id="6" name="Freeform 42"/>
            <p:cNvSpPr>
              <a:spLocks noEditPoints="1"/>
            </p:cNvSpPr>
            <p:nvPr/>
          </p:nvSpPr>
          <p:spPr bwMode="auto">
            <a:xfrm>
              <a:off x="2116548" y="536448"/>
              <a:ext cx="1345505" cy="1345505"/>
            </a:xfrm>
            <a:custGeom>
              <a:avLst/>
              <a:gdLst>
                <a:gd name="T0" fmla="*/ 311 w 311"/>
                <a:gd name="T1" fmla="*/ 170 h 310"/>
                <a:gd name="T2" fmla="*/ 311 w 311"/>
                <a:gd name="T3" fmla="*/ 143 h 310"/>
                <a:gd name="T4" fmla="*/ 281 w 311"/>
                <a:gd name="T5" fmla="*/ 137 h 310"/>
                <a:gd name="T6" fmla="*/ 275 w 311"/>
                <a:gd name="T7" fmla="*/ 113 h 310"/>
                <a:gd name="T8" fmla="*/ 296 w 311"/>
                <a:gd name="T9" fmla="*/ 88 h 310"/>
                <a:gd name="T10" fmla="*/ 282 w 311"/>
                <a:gd name="T11" fmla="*/ 67 h 310"/>
                <a:gd name="T12" fmla="*/ 255 w 311"/>
                <a:gd name="T13" fmla="*/ 76 h 310"/>
                <a:gd name="T14" fmla="*/ 236 w 311"/>
                <a:gd name="T15" fmla="*/ 57 h 310"/>
                <a:gd name="T16" fmla="*/ 245 w 311"/>
                <a:gd name="T17" fmla="*/ 28 h 310"/>
                <a:gd name="T18" fmla="*/ 223 w 311"/>
                <a:gd name="T19" fmla="*/ 15 h 310"/>
                <a:gd name="T20" fmla="*/ 202 w 311"/>
                <a:gd name="T21" fmla="*/ 37 h 310"/>
                <a:gd name="T22" fmla="*/ 178 w 311"/>
                <a:gd name="T23" fmla="*/ 30 h 310"/>
                <a:gd name="T24" fmla="*/ 169 w 311"/>
                <a:gd name="T25" fmla="*/ 0 h 310"/>
                <a:gd name="T26" fmla="*/ 144 w 311"/>
                <a:gd name="T27" fmla="*/ 0 h 310"/>
                <a:gd name="T28" fmla="*/ 137 w 311"/>
                <a:gd name="T29" fmla="*/ 30 h 310"/>
                <a:gd name="T30" fmla="*/ 110 w 311"/>
                <a:gd name="T31" fmla="*/ 35 h 310"/>
                <a:gd name="T32" fmla="*/ 90 w 311"/>
                <a:gd name="T33" fmla="*/ 15 h 310"/>
                <a:gd name="T34" fmla="*/ 68 w 311"/>
                <a:gd name="T35" fmla="*/ 27 h 310"/>
                <a:gd name="T36" fmla="*/ 77 w 311"/>
                <a:gd name="T37" fmla="*/ 56 h 310"/>
                <a:gd name="T38" fmla="*/ 59 w 311"/>
                <a:gd name="T39" fmla="*/ 73 h 310"/>
                <a:gd name="T40" fmla="*/ 28 w 311"/>
                <a:gd name="T41" fmla="*/ 65 h 310"/>
                <a:gd name="T42" fmla="*/ 16 w 311"/>
                <a:gd name="T43" fmla="*/ 88 h 310"/>
                <a:gd name="T44" fmla="*/ 36 w 311"/>
                <a:gd name="T45" fmla="*/ 109 h 310"/>
                <a:gd name="T46" fmla="*/ 30 w 311"/>
                <a:gd name="T47" fmla="*/ 134 h 310"/>
                <a:gd name="T48" fmla="*/ 0 w 311"/>
                <a:gd name="T49" fmla="*/ 141 h 310"/>
                <a:gd name="T50" fmla="*/ 0 w 311"/>
                <a:gd name="T51" fmla="*/ 165 h 310"/>
                <a:gd name="T52" fmla="*/ 29 w 311"/>
                <a:gd name="T53" fmla="*/ 175 h 310"/>
                <a:gd name="T54" fmla="*/ 36 w 311"/>
                <a:gd name="T55" fmla="*/ 198 h 310"/>
                <a:gd name="T56" fmla="*/ 15 w 311"/>
                <a:gd name="T57" fmla="*/ 218 h 310"/>
                <a:gd name="T58" fmla="*/ 28 w 311"/>
                <a:gd name="T59" fmla="*/ 242 h 310"/>
                <a:gd name="T60" fmla="*/ 55 w 311"/>
                <a:gd name="T61" fmla="*/ 235 h 310"/>
                <a:gd name="T62" fmla="*/ 75 w 311"/>
                <a:gd name="T63" fmla="*/ 253 h 310"/>
                <a:gd name="T64" fmla="*/ 66 w 311"/>
                <a:gd name="T65" fmla="*/ 280 h 310"/>
                <a:gd name="T66" fmla="*/ 90 w 311"/>
                <a:gd name="T67" fmla="*/ 295 h 310"/>
                <a:gd name="T68" fmla="*/ 109 w 311"/>
                <a:gd name="T69" fmla="*/ 275 h 310"/>
                <a:gd name="T70" fmla="*/ 134 w 311"/>
                <a:gd name="T71" fmla="*/ 280 h 310"/>
                <a:gd name="T72" fmla="*/ 141 w 311"/>
                <a:gd name="T73" fmla="*/ 310 h 310"/>
                <a:gd name="T74" fmla="*/ 168 w 311"/>
                <a:gd name="T75" fmla="*/ 310 h 310"/>
                <a:gd name="T76" fmla="*/ 175 w 311"/>
                <a:gd name="T77" fmla="*/ 282 h 310"/>
                <a:gd name="T78" fmla="*/ 199 w 311"/>
                <a:gd name="T79" fmla="*/ 275 h 310"/>
                <a:gd name="T80" fmla="*/ 221 w 311"/>
                <a:gd name="T81" fmla="*/ 295 h 310"/>
                <a:gd name="T82" fmla="*/ 243 w 311"/>
                <a:gd name="T83" fmla="*/ 283 h 310"/>
                <a:gd name="T84" fmla="*/ 236 w 311"/>
                <a:gd name="T85" fmla="*/ 254 h 310"/>
                <a:gd name="T86" fmla="*/ 253 w 311"/>
                <a:gd name="T87" fmla="*/ 238 h 310"/>
                <a:gd name="T88" fmla="*/ 281 w 311"/>
                <a:gd name="T89" fmla="*/ 244 h 310"/>
                <a:gd name="T90" fmla="*/ 295 w 311"/>
                <a:gd name="T91" fmla="*/ 222 h 310"/>
                <a:gd name="T92" fmla="*/ 274 w 311"/>
                <a:gd name="T93" fmla="*/ 201 h 310"/>
                <a:gd name="T94" fmla="*/ 281 w 311"/>
                <a:gd name="T95" fmla="*/ 178 h 310"/>
                <a:gd name="T96" fmla="*/ 311 w 311"/>
                <a:gd name="T97" fmla="*/ 170 h 310"/>
                <a:gd name="T98" fmla="*/ 157 w 311"/>
                <a:gd name="T99" fmla="*/ 233 h 310"/>
                <a:gd name="T100" fmla="*/ 79 w 311"/>
                <a:gd name="T101" fmla="*/ 155 h 310"/>
                <a:gd name="T102" fmla="*/ 157 w 311"/>
                <a:gd name="T103" fmla="*/ 77 h 310"/>
                <a:gd name="T104" fmla="*/ 235 w 311"/>
                <a:gd name="T105" fmla="*/ 155 h 310"/>
                <a:gd name="T106" fmla="*/ 157 w 311"/>
                <a:gd name="T107" fmla="*/ 233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1" h="310">
                  <a:moveTo>
                    <a:pt x="311" y="170"/>
                  </a:moveTo>
                  <a:cubicBezTo>
                    <a:pt x="311" y="143"/>
                    <a:pt x="311" y="143"/>
                    <a:pt x="311" y="143"/>
                  </a:cubicBezTo>
                  <a:cubicBezTo>
                    <a:pt x="281" y="137"/>
                    <a:pt x="281" y="137"/>
                    <a:pt x="281" y="137"/>
                  </a:cubicBezTo>
                  <a:cubicBezTo>
                    <a:pt x="275" y="113"/>
                    <a:pt x="275" y="113"/>
                    <a:pt x="275" y="113"/>
                  </a:cubicBezTo>
                  <a:cubicBezTo>
                    <a:pt x="296" y="88"/>
                    <a:pt x="296" y="88"/>
                    <a:pt x="296" y="88"/>
                  </a:cubicBezTo>
                  <a:cubicBezTo>
                    <a:pt x="282" y="67"/>
                    <a:pt x="282" y="67"/>
                    <a:pt x="282" y="67"/>
                  </a:cubicBezTo>
                  <a:cubicBezTo>
                    <a:pt x="255" y="76"/>
                    <a:pt x="255" y="76"/>
                    <a:pt x="255" y="76"/>
                  </a:cubicBezTo>
                  <a:cubicBezTo>
                    <a:pt x="236" y="57"/>
                    <a:pt x="236" y="57"/>
                    <a:pt x="236" y="57"/>
                  </a:cubicBezTo>
                  <a:cubicBezTo>
                    <a:pt x="245" y="28"/>
                    <a:pt x="245" y="28"/>
                    <a:pt x="245" y="28"/>
                  </a:cubicBezTo>
                  <a:cubicBezTo>
                    <a:pt x="223" y="15"/>
                    <a:pt x="223" y="15"/>
                    <a:pt x="223" y="15"/>
                  </a:cubicBezTo>
                  <a:cubicBezTo>
                    <a:pt x="202" y="37"/>
                    <a:pt x="202" y="37"/>
                    <a:pt x="202" y="37"/>
                  </a:cubicBezTo>
                  <a:cubicBezTo>
                    <a:pt x="178" y="30"/>
                    <a:pt x="178" y="30"/>
                    <a:pt x="178" y="30"/>
                  </a:cubicBezTo>
                  <a:cubicBezTo>
                    <a:pt x="169" y="0"/>
                    <a:pt x="169" y="0"/>
                    <a:pt x="169" y="0"/>
                  </a:cubicBezTo>
                  <a:cubicBezTo>
                    <a:pt x="144" y="0"/>
                    <a:pt x="144" y="0"/>
                    <a:pt x="144" y="0"/>
                  </a:cubicBezTo>
                  <a:cubicBezTo>
                    <a:pt x="137" y="30"/>
                    <a:pt x="137" y="30"/>
                    <a:pt x="137" y="30"/>
                  </a:cubicBezTo>
                  <a:cubicBezTo>
                    <a:pt x="110" y="35"/>
                    <a:pt x="110" y="35"/>
                    <a:pt x="110" y="35"/>
                  </a:cubicBezTo>
                  <a:cubicBezTo>
                    <a:pt x="90" y="15"/>
                    <a:pt x="90" y="15"/>
                    <a:pt x="90" y="15"/>
                  </a:cubicBezTo>
                  <a:cubicBezTo>
                    <a:pt x="68" y="27"/>
                    <a:pt x="68" y="27"/>
                    <a:pt x="68" y="27"/>
                  </a:cubicBezTo>
                  <a:cubicBezTo>
                    <a:pt x="77" y="56"/>
                    <a:pt x="77" y="56"/>
                    <a:pt x="77" y="56"/>
                  </a:cubicBezTo>
                  <a:cubicBezTo>
                    <a:pt x="59" y="73"/>
                    <a:pt x="59" y="73"/>
                    <a:pt x="59" y="73"/>
                  </a:cubicBezTo>
                  <a:cubicBezTo>
                    <a:pt x="28" y="65"/>
                    <a:pt x="28" y="65"/>
                    <a:pt x="28" y="65"/>
                  </a:cubicBezTo>
                  <a:cubicBezTo>
                    <a:pt x="16" y="88"/>
                    <a:pt x="16" y="88"/>
                    <a:pt x="16" y="88"/>
                  </a:cubicBezTo>
                  <a:cubicBezTo>
                    <a:pt x="36" y="109"/>
                    <a:pt x="36" y="109"/>
                    <a:pt x="36" y="109"/>
                  </a:cubicBezTo>
                  <a:cubicBezTo>
                    <a:pt x="30" y="134"/>
                    <a:pt x="30" y="134"/>
                    <a:pt x="30" y="134"/>
                  </a:cubicBezTo>
                  <a:cubicBezTo>
                    <a:pt x="0" y="141"/>
                    <a:pt x="0" y="141"/>
                    <a:pt x="0" y="141"/>
                  </a:cubicBezTo>
                  <a:cubicBezTo>
                    <a:pt x="0" y="165"/>
                    <a:pt x="0" y="165"/>
                    <a:pt x="0" y="165"/>
                  </a:cubicBezTo>
                  <a:cubicBezTo>
                    <a:pt x="29" y="175"/>
                    <a:pt x="29" y="175"/>
                    <a:pt x="29" y="175"/>
                  </a:cubicBezTo>
                  <a:cubicBezTo>
                    <a:pt x="36" y="198"/>
                    <a:pt x="36" y="198"/>
                    <a:pt x="36" y="198"/>
                  </a:cubicBezTo>
                  <a:cubicBezTo>
                    <a:pt x="15" y="218"/>
                    <a:pt x="15" y="218"/>
                    <a:pt x="15" y="218"/>
                  </a:cubicBezTo>
                  <a:cubicBezTo>
                    <a:pt x="28" y="242"/>
                    <a:pt x="28" y="242"/>
                    <a:pt x="28" y="242"/>
                  </a:cubicBezTo>
                  <a:cubicBezTo>
                    <a:pt x="55" y="235"/>
                    <a:pt x="55" y="235"/>
                    <a:pt x="55" y="235"/>
                  </a:cubicBezTo>
                  <a:cubicBezTo>
                    <a:pt x="75" y="253"/>
                    <a:pt x="75" y="253"/>
                    <a:pt x="75" y="253"/>
                  </a:cubicBezTo>
                  <a:cubicBezTo>
                    <a:pt x="66" y="280"/>
                    <a:pt x="66" y="280"/>
                    <a:pt x="66" y="280"/>
                  </a:cubicBezTo>
                  <a:cubicBezTo>
                    <a:pt x="90" y="295"/>
                    <a:pt x="90" y="295"/>
                    <a:pt x="90" y="295"/>
                  </a:cubicBezTo>
                  <a:cubicBezTo>
                    <a:pt x="109" y="275"/>
                    <a:pt x="109" y="275"/>
                    <a:pt x="109" y="275"/>
                  </a:cubicBezTo>
                  <a:cubicBezTo>
                    <a:pt x="134" y="280"/>
                    <a:pt x="134" y="280"/>
                    <a:pt x="134" y="280"/>
                  </a:cubicBezTo>
                  <a:cubicBezTo>
                    <a:pt x="141" y="310"/>
                    <a:pt x="141" y="310"/>
                    <a:pt x="141" y="310"/>
                  </a:cubicBezTo>
                  <a:cubicBezTo>
                    <a:pt x="168" y="310"/>
                    <a:pt x="168" y="310"/>
                    <a:pt x="168" y="310"/>
                  </a:cubicBezTo>
                  <a:cubicBezTo>
                    <a:pt x="175" y="282"/>
                    <a:pt x="175" y="282"/>
                    <a:pt x="175" y="282"/>
                  </a:cubicBezTo>
                  <a:cubicBezTo>
                    <a:pt x="199" y="275"/>
                    <a:pt x="199" y="275"/>
                    <a:pt x="199" y="275"/>
                  </a:cubicBezTo>
                  <a:cubicBezTo>
                    <a:pt x="221" y="295"/>
                    <a:pt x="221" y="295"/>
                    <a:pt x="221" y="295"/>
                  </a:cubicBezTo>
                  <a:cubicBezTo>
                    <a:pt x="243" y="283"/>
                    <a:pt x="243" y="283"/>
                    <a:pt x="243" y="283"/>
                  </a:cubicBezTo>
                  <a:cubicBezTo>
                    <a:pt x="236" y="254"/>
                    <a:pt x="236" y="254"/>
                    <a:pt x="236" y="254"/>
                  </a:cubicBezTo>
                  <a:cubicBezTo>
                    <a:pt x="253" y="238"/>
                    <a:pt x="253" y="238"/>
                    <a:pt x="253" y="238"/>
                  </a:cubicBezTo>
                  <a:cubicBezTo>
                    <a:pt x="281" y="244"/>
                    <a:pt x="281" y="244"/>
                    <a:pt x="281" y="244"/>
                  </a:cubicBezTo>
                  <a:cubicBezTo>
                    <a:pt x="295" y="222"/>
                    <a:pt x="295" y="222"/>
                    <a:pt x="295" y="222"/>
                  </a:cubicBezTo>
                  <a:cubicBezTo>
                    <a:pt x="274" y="201"/>
                    <a:pt x="274" y="201"/>
                    <a:pt x="274" y="201"/>
                  </a:cubicBezTo>
                  <a:cubicBezTo>
                    <a:pt x="281" y="178"/>
                    <a:pt x="281" y="178"/>
                    <a:pt x="281" y="178"/>
                  </a:cubicBezTo>
                  <a:lnTo>
                    <a:pt x="311" y="170"/>
                  </a:lnTo>
                  <a:close/>
                  <a:moveTo>
                    <a:pt x="157" y="233"/>
                  </a:moveTo>
                  <a:cubicBezTo>
                    <a:pt x="114" y="233"/>
                    <a:pt x="79" y="198"/>
                    <a:pt x="79" y="155"/>
                  </a:cubicBezTo>
                  <a:cubicBezTo>
                    <a:pt x="79" y="112"/>
                    <a:pt x="114" y="77"/>
                    <a:pt x="157" y="77"/>
                  </a:cubicBezTo>
                  <a:cubicBezTo>
                    <a:pt x="200" y="77"/>
                    <a:pt x="235" y="112"/>
                    <a:pt x="235" y="155"/>
                  </a:cubicBezTo>
                  <a:cubicBezTo>
                    <a:pt x="235" y="198"/>
                    <a:pt x="200" y="233"/>
                    <a:pt x="157" y="233"/>
                  </a:cubicBezTo>
                  <a:close/>
                </a:path>
              </a:pathLst>
            </a:custGeom>
            <a:gradFill>
              <a:gsLst>
                <a:gs pos="100000">
                  <a:srgbClr val="CFCFD1"/>
                </a:gs>
                <a:gs pos="0">
                  <a:schemeClr val="bg1"/>
                </a:gs>
              </a:gsLst>
              <a:lin ang="5400000" scaled="1"/>
            </a:gradFill>
            <a:ln w="9525">
              <a:noFill/>
              <a:round/>
              <a:headEnd/>
              <a:tailEnd/>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 name="椭圆 6"/>
            <p:cNvSpPr/>
            <p:nvPr/>
          </p:nvSpPr>
          <p:spPr>
            <a:xfrm>
              <a:off x="2385054" y="804954"/>
              <a:ext cx="808492" cy="808492"/>
            </a:xfrm>
            <a:prstGeom prst="ellipse">
              <a:avLst/>
            </a:prstGeom>
            <a:solidFill>
              <a:srgbClr val="C60095"/>
            </a:solidFill>
            <a:ln w="136525">
              <a:gradFill>
                <a:gsLst>
                  <a:gs pos="0">
                    <a:srgbClr val="CFD0CC"/>
                  </a:gs>
                  <a:gs pos="100000">
                    <a:schemeClr val="bg1"/>
                  </a:gs>
                </a:gsLst>
                <a:lin ang="5400000" scaled="1"/>
              </a:gradFill>
            </a:ln>
            <a:effectLst>
              <a:innerShdw blurRad="215900" dist="88900" dir="16200000">
                <a:prstClr val="black">
                  <a:alpha val="45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8" name="组合 7"/>
          <p:cNvGrpSpPr/>
          <p:nvPr/>
        </p:nvGrpSpPr>
        <p:grpSpPr>
          <a:xfrm>
            <a:off x="7463115" y="2186314"/>
            <a:ext cx="2150100" cy="2150100"/>
            <a:chOff x="2116548" y="536448"/>
            <a:chExt cx="1345505" cy="1345505"/>
          </a:xfrm>
          <a:effectLst>
            <a:outerShdw blurRad="215900" dist="76200" dir="8100000" sx="102000" sy="102000" algn="tr" rotWithShape="0">
              <a:prstClr val="black">
                <a:alpha val="28000"/>
              </a:prstClr>
            </a:outerShdw>
          </a:effectLst>
        </p:grpSpPr>
        <p:sp>
          <p:nvSpPr>
            <p:cNvPr id="9" name="Freeform 42"/>
            <p:cNvSpPr>
              <a:spLocks noEditPoints="1"/>
            </p:cNvSpPr>
            <p:nvPr/>
          </p:nvSpPr>
          <p:spPr bwMode="auto">
            <a:xfrm>
              <a:off x="2116548" y="536448"/>
              <a:ext cx="1345505" cy="1345505"/>
            </a:xfrm>
            <a:custGeom>
              <a:avLst/>
              <a:gdLst>
                <a:gd name="T0" fmla="*/ 311 w 311"/>
                <a:gd name="T1" fmla="*/ 170 h 310"/>
                <a:gd name="T2" fmla="*/ 311 w 311"/>
                <a:gd name="T3" fmla="*/ 143 h 310"/>
                <a:gd name="T4" fmla="*/ 281 w 311"/>
                <a:gd name="T5" fmla="*/ 137 h 310"/>
                <a:gd name="T6" fmla="*/ 275 w 311"/>
                <a:gd name="T7" fmla="*/ 113 h 310"/>
                <a:gd name="T8" fmla="*/ 296 w 311"/>
                <a:gd name="T9" fmla="*/ 88 h 310"/>
                <a:gd name="T10" fmla="*/ 282 w 311"/>
                <a:gd name="T11" fmla="*/ 67 h 310"/>
                <a:gd name="T12" fmla="*/ 255 w 311"/>
                <a:gd name="T13" fmla="*/ 76 h 310"/>
                <a:gd name="T14" fmla="*/ 236 w 311"/>
                <a:gd name="T15" fmla="*/ 57 h 310"/>
                <a:gd name="T16" fmla="*/ 245 w 311"/>
                <a:gd name="T17" fmla="*/ 28 h 310"/>
                <a:gd name="T18" fmla="*/ 223 w 311"/>
                <a:gd name="T19" fmla="*/ 15 h 310"/>
                <a:gd name="T20" fmla="*/ 202 w 311"/>
                <a:gd name="T21" fmla="*/ 37 h 310"/>
                <a:gd name="T22" fmla="*/ 178 w 311"/>
                <a:gd name="T23" fmla="*/ 30 h 310"/>
                <a:gd name="T24" fmla="*/ 169 w 311"/>
                <a:gd name="T25" fmla="*/ 0 h 310"/>
                <a:gd name="T26" fmla="*/ 144 w 311"/>
                <a:gd name="T27" fmla="*/ 0 h 310"/>
                <a:gd name="T28" fmla="*/ 137 w 311"/>
                <a:gd name="T29" fmla="*/ 30 h 310"/>
                <a:gd name="T30" fmla="*/ 110 w 311"/>
                <a:gd name="T31" fmla="*/ 35 h 310"/>
                <a:gd name="T32" fmla="*/ 90 w 311"/>
                <a:gd name="T33" fmla="*/ 15 h 310"/>
                <a:gd name="T34" fmla="*/ 68 w 311"/>
                <a:gd name="T35" fmla="*/ 27 h 310"/>
                <a:gd name="T36" fmla="*/ 77 w 311"/>
                <a:gd name="T37" fmla="*/ 56 h 310"/>
                <a:gd name="T38" fmla="*/ 59 w 311"/>
                <a:gd name="T39" fmla="*/ 73 h 310"/>
                <a:gd name="T40" fmla="*/ 28 w 311"/>
                <a:gd name="T41" fmla="*/ 65 h 310"/>
                <a:gd name="T42" fmla="*/ 16 w 311"/>
                <a:gd name="T43" fmla="*/ 88 h 310"/>
                <a:gd name="T44" fmla="*/ 36 w 311"/>
                <a:gd name="T45" fmla="*/ 109 h 310"/>
                <a:gd name="T46" fmla="*/ 30 w 311"/>
                <a:gd name="T47" fmla="*/ 134 h 310"/>
                <a:gd name="T48" fmla="*/ 0 w 311"/>
                <a:gd name="T49" fmla="*/ 141 h 310"/>
                <a:gd name="T50" fmla="*/ 0 w 311"/>
                <a:gd name="T51" fmla="*/ 165 h 310"/>
                <a:gd name="T52" fmla="*/ 29 w 311"/>
                <a:gd name="T53" fmla="*/ 175 h 310"/>
                <a:gd name="T54" fmla="*/ 36 w 311"/>
                <a:gd name="T55" fmla="*/ 198 h 310"/>
                <a:gd name="T56" fmla="*/ 15 w 311"/>
                <a:gd name="T57" fmla="*/ 218 h 310"/>
                <a:gd name="T58" fmla="*/ 28 w 311"/>
                <a:gd name="T59" fmla="*/ 242 h 310"/>
                <a:gd name="T60" fmla="*/ 55 w 311"/>
                <a:gd name="T61" fmla="*/ 235 h 310"/>
                <a:gd name="T62" fmla="*/ 75 w 311"/>
                <a:gd name="T63" fmla="*/ 253 h 310"/>
                <a:gd name="T64" fmla="*/ 66 w 311"/>
                <a:gd name="T65" fmla="*/ 280 h 310"/>
                <a:gd name="T66" fmla="*/ 90 w 311"/>
                <a:gd name="T67" fmla="*/ 295 h 310"/>
                <a:gd name="T68" fmla="*/ 109 w 311"/>
                <a:gd name="T69" fmla="*/ 275 h 310"/>
                <a:gd name="T70" fmla="*/ 134 w 311"/>
                <a:gd name="T71" fmla="*/ 280 h 310"/>
                <a:gd name="T72" fmla="*/ 141 w 311"/>
                <a:gd name="T73" fmla="*/ 310 h 310"/>
                <a:gd name="T74" fmla="*/ 168 w 311"/>
                <a:gd name="T75" fmla="*/ 310 h 310"/>
                <a:gd name="T76" fmla="*/ 175 w 311"/>
                <a:gd name="T77" fmla="*/ 282 h 310"/>
                <a:gd name="T78" fmla="*/ 199 w 311"/>
                <a:gd name="T79" fmla="*/ 275 h 310"/>
                <a:gd name="T80" fmla="*/ 221 w 311"/>
                <a:gd name="T81" fmla="*/ 295 h 310"/>
                <a:gd name="T82" fmla="*/ 243 w 311"/>
                <a:gd name="T83" fmla="*/ 283 h 310"/>
                <a:gd name="T84" fmla="*/ 236 w 311"/>
                <a:gd name="T85" fmla="*/ 254 h 310"/>
                <a:gd name="T86" fmla="*/ 253 w 311"/>
                <a:gd name="T87" fmla="*/ 238 h 310"/>
                <a:gd name="T88" fmla="*/ 281 w 311"/>
                <a:gd name="T89" fmla="*/ 244 h 310"/>
                <a:gd name="T90" fmla="*/ 295 w 311"/>
                <a:gd name="T91" fmla="*/ 222 h 310"/>
                <a:gd name="T92" fmla="*/ 274 w 311"/>
                <a:gd name="T93" fmla="*/ 201 h 310"/>
                <a:gd name="T94" fmla="*/ 281 w 311"/>
                <a:gd name="T95" fmla="*/ 178 h 310"/>
                <a:gd name="T96" fmla="*/ 311 w 311"/>
                <a:gd name="T97" fmla="*/ 170 h 310"/>
                <a:gd name="T98" fmla="*/ 157 w 311"/>
                <a:gd name="T99" fmla="*/ 233 h 310"/>
                <a:gd name="T100" fmla="*/ 79 w 311"/>
                <a:gd name="T101" fmla="*/ 155 h 310"/>
                <a:gd name="T102" fmla="*/ 157 w 311"/>
                <a:gd name="T103" fmla="*/ 77 h 310"/>
                <a:gd name="T104" fmla="*/ 235 w 311"/>
                <a:gd name="T105" fmla="*/ 155 h 310"/>
                <a:gd name="T106" fmla="*/ 157 w 311"/>
                <a:gd name="T107" fmla="*/ 233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1" h="310">
                  <a:moveTo>
                    <a:pt x="311" y="170"/>
                  </a:moveTo>
                  <a:cubicBezTo>
                    <a:pt x="311" y="143"/>
                    <a:pt x="311" y="143"/>
                    <a:pt x="311" y="143"/>
                  </a:cubicBezTo>
                  <a:cubicBezTo>
                    <a:pt x="281" y="137"/>
                    <a:pt x="281" y="137"/>
                    <a:pt x="281" y="137"/>
                  </a:cubicBezTo>
                  <a:cubicBezTo>
                    <a:pt x="275" y="113"/>
                    <a:pt x="275" y="113"/>
                    <a:pt x="275" y="113"/>
                  </a:cubicBezTo>
                  <a:cubicBezTo>
                    <a:pt x="296" y="88"/>
                    <a:pt x="296" y="88"/>
                    <a:pt x="296" y="88"/>
                  </a:cubicBezTo>
                  <a:cubicBezTo>
                    <a:pt x="282" y="67"/>
                    <a:pt x="282" y="67"/>
                    <a:pt x="282" y="67"/>
                  </a:cubicBezTo>
                  <a:cubicBezTo>
                    <a:pt x="255" y="76"/>
                    <a:pt x="255" y="76"/>
                    <a:pt x="255" y="76"/>
                  </a:cubicBezTo>
                  <a:cubicBezTo>
                    <a:pt x="236" y="57"/>
                    <a:pt x="236" y="57"/>
                    <a:pt x="236" y="57"/>
                  </a:cubicBezTo>
                  <a:cubicBezTo>
                    <a:pt x="245" y="28"/>
                    <a:pt x="245" y="28"/>
                    <a:pt x="245" y="28"/>
                  </a:cubicBezTo>
                  <a:cubicBezTo>
                    <a:pt x="223" y="15"/>
                    <a:pt x="223" y="15"/>
                    <a:pt x="223" y="15"/>
                  </a:cubicBezTo>
                  <a:cubicBezTo>
                    <a:pt x="202" y="37"/>
                    <a:pt x="202" y="37"/>
                    <a:pt x="202" y="37"/>
                  </a:cubicBezTo>
                  <a:cubicBezTo>
                    <a:pt x="178" y="30"/>
                    <a:pt x="178" y="30"/>
                    <a:pt x="178" y="30"/>
                  </a:cubicBezTo>
                  <a:cubicBezTo>
                    <a:pt x="169" y="0"/>
                    <a:pt x="169" y="0"/>
                    <a:pt x="169" y="0"/>
                  </a:cubicBezTo>
                  <a:cubicBezTo>
                    <a:pt x="144" y="0"/>
                    <a:pt x="144" y="0"/>
                    <a:pt x="144" y="0"/>
                  </a:cubicBezTo>
                  <a:cubicBezTo>
                    <a:pt x="137" y="30"/>
                    <a:pt x="137" y="30"/>
                    <a:pt x="137" y="30"/>
                  </a:cubicBezTo>
                  <a:cubicBezTo>
                    <a:pt x="110" y="35"/>
                    <a:pt x="110" y="35"/>
                    <a:pt x="110" y="35"/>
                  </a:cubicBezTo>
                  <a:cubicBezTo>
                    <a:pt x="90" y="15"/>
                    <a:pt x="90" y="15"/>
                    <a:pt x="90" y="15"/>
                  </a:cubicBezTo>
                  <a:cubicBezTo>
                    <a:pt x="68" y="27"/>
                    <a:pt x="68" y="27"/>
                    <a:pt x="68" y="27"/>
                  </a:cubicBezTo>
                  <a:cubicBezTo>
                    <a:pt x="77" y="56"/>
                    <a:pt x="77" y="56"/>
                    <a:pt x="77" y="56"/>
                  </a:cubicBezTo>
                  <a:cubicBezTo>
                    <a:pt x="59" y="73"/>
                    <a:pt x="59" y="73"/>
                    <a:pt x="59" y="73"/>
                  </a:cubicBezTo>
                  <a:cubicBezTo>
                    <a:pt x="28" y="65"/>
                    <a:pt x="28" y="65"/>
                    <a:pt x="28" y="65"/>
                  </a:cubicBezTo>
                  <a:cubicBezTo>
                    <a:pt x="16" y="88"/>
                    <a:pt x="16" y="88"/>
                    <a:pt x="16" y="88"/>
                  </a:cubicBezTo>
                  <a:cubicBezTo>
                    <a:pt x="36" y="109"/>
                    <a:pt x="36" y="109"/>
                    <a:pt x="36" y="109"/>
                  </a:cubicBezTo>
                  <a:cubicBezTo>
                    <a:pt x="30" y="134"/>
                    <a:pt x="30" y="134"/>
                    <a:pt x="30" y="134"/>
                  </a:cubicBezTo>
                  <a:cubicBezTo>
                    <a:pt x="0" y="141"/>
                    <a:pt x="0" y="141"/>
                    <a:pt x="0" y="141"/>
                  </a:cubicBezTo>
                  <a:cubicBezTo>
                    <a:pt x="0" y="165"/>
                    <a:pt x="0" y="165"/>
                    <a:pt x="0" y="165"/>
                  </a:cubicBezTo>
                  <a:cubicBezTo>
                    <a:pt x="29" y="175"/>
                    <a:pt x="29" y="175"/>
                    <a:pt x="29" y="175"/>
                  </a:cubicBezTo>
                  <a:cubicBezTo>
                    <a:pt x="36" y="198"/>
                    <a:pt x="36" y="198"/>
                    <a:pt x="36" y="198"/>
                  </a:cubicBezTo>
                  <a:cubicBezTo>
                    <a:pt x="15" y="218"/>
                    <a:pt x="15" y="218"/>
                    <a:pt x="15" y="218"/>
                  </a:cubicBezTo>
                  <a:cubicBezTo>
                    <a:pt x="28" y="242"/>
                    <a:pt x="28" y="242"/>
                    <a:pt x="28" y="242"/>
                  </a:cubicBezTo>
                  <a:cubicBezTo>
                    <a:pt x="55" y="235"/>
                    <a:pt x="55" y="235"/>
                    <a:pt x="55" y="235"/>
                  </a:cubicBezTo>
                  <a:cubicBezTo>
                    <a:pt x="75" y="253"/>
                    <a:pt x="75" y="253"/>
                    <a:pt x="75" y="253"/>
                  </a:cubicBezTo>
                  <a:cubicBezTo>
                    <a:pt x="66" y="280"/>
                    <a:pt x="66" y="280"/>
                    <a:pt x="66" y="280"/>
                  </a:cubicBezTo>
                  <a:cubicBezTo>
                    <a:pt x="90" y="295"/>
                    <a:pt x="90" y="295"/>
                    <a:pt x="90" y="295"/>
                  </a:cubicBezTo>
                  <a:cubicBezTo>
                    <a:pt x="109" y="275"/>
                    <a:pt x="109" y="275"/>
                    <a:pt x="109" y="275"/>
                  </a:cubicBezTo>
                  <a:cubicBezTo>
                    <a:pt x="134" y="280"/>
                    <a:pt x="134" y="280"/>
                    <a:pt x="134" y="280"/>
                  </a:cubicBezTo>
                  <a:cubicBezTo>
                    <a:pt x="141" y="310"/>
                    <a:pt x="141" y="310"/>
                    <a:pt x="141" y="310"/>
                  </a:cubicBezTo>
                  <a:cubicBezTo>
                    <a:pt x="168" y="310"/>
                    <a:pt x="168" y="310"/>
                    <a:pt x="168" y="310"/>
                  </a:cubicBezTo>
                  <a:cubicBezTo>
                    <a:pt x="175" y="282"/>
                    <a:pt x="175" y="282"/>
                    <a:pt x="175" y="282"/>
                  </a:cubicBezTo>
                  <a:cubicBezTo>
                    <a:pt x="199" y="275"/>
                    <a:pt x="199" y="275"/>
                    <a:pt x="199" y="275"/>
                  </a:cubicBezTo>
                  <a:cubicBezTo>
                    <a:pt x="221" y="295"/>
                    <a:pt x="221" y="295"/>
                    <a:pt x="221" y="295"/>
                  </a:cubicBezTo>
                  <a:cubicBezTo>
                    <a:pt x="243" y="283"/>
                    <a:pt x="243" y="283"/>
                    <a:pt x="243" y="283"/>
                  </a:cubicBezTo>
                  <a:cubicBezTo>
                    <a:pt x="236" y="254"/>
                    <a:pt x="236" y="254"/>
                    <a:pt x="236" y="254"/>
                  </a:cubicBezTo>
                  <a:cubicBezTo>
                    <a:pt x="253" y="238"/>
                    <a:pt x="253" y="238"/>
                    <a:pt x="253" y="238"/>
                  </a:cubicBezTo>
                  <a:cubicBezTo>
                    <a:pt x="281" y="244"/>
                    <a:pt x="281" y="244"/>
                    <a:pt x="281" y="244"/>
                  </a:cubicBezTo>
                  <a:cubicBezTo>
                    <a:pt x="295" y="222"/>
                    <a:pt x="295" y="222"/>
                    <a:pt x="295" y="222"/>
                  </a:cubicBezTo>
                  <a:cubicBezTo>
                    <a:pt x="274" y="201"/>
                    <a:pt x="274" y="201"/>
                    <a:pt x="274" y="201"/>
                  </a:cubicBezTo>
                  <a:cubicBezTo>
                    <a:pt x="281" y="178"/>
                    <a:pt x="281" y="178"/>
                    <a:pt x="281" y="178"/>
                  </a:cubicBezTo>
                  <a:lnTo>
                    <a:pt x="311" y="170"/>
                  </a:lnTo>
                  <a:close/>
                  <a:moveTo>
                    <a:pt x="157" y="233"/>
                  </a:moveTo>
                  <a:cubicBezTo>
                    <a:pt x="114" y="233"/>
                    <a:pt x="79" y="198"/>
                    <a:pt x="79" y="155"/>
                  </a:cubicBezTo>
                  <a:cubicBezTo>
                    <a:pt x="79" y="112"/>
                    <a:pt x="114" y="77"/>
                    <a:pt x="157" y="77"/>
                  </a:cubicBezTo>
                  <a:cubicBezTo>
                    <a:pt x="200" y="77"/>
                    <a:pt x="235" y="112"/>
                    <a:pt x="235" y="155"/>
                  </a:cubicBezTo>
                  <a:cubicBezTo>
                    <a:pt x="235" y="198"/>
                    <a:pt x="200" y="233"/>
                    <a:pt x="157" y="233"/>
                  </a:cubicBezTo>
                  <a:close/>
                </a:path>
              </a:pathLst>
            </a:custGeom>
            <a:gradFill>
              <a:gsLst>
                <a:gs pos="100000">
                  <a:srgbClr val="CFCFD1"/>
                </a:gs>
                <a:gs pos="0">
                  <a:schemeClr val="bg1"/>
                </a:gs>
              </a:gsLst>
              <a:lin ang="5400000" scaled="1"/>
            </a:gradFill>
            <a:ln w="9525">
              <a:noFill/>
              <a:round/>
              <a:headEnd/>
              <a:tailEnd/>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 name="椭圆 9"/>
            <p:cNvSpPr/>
            <p:nvPr/>
          </p:nvSpPr>
          <p:spPr>
            <a:xfrm>
              <a:off x="2385054" y="804954"/>
              <a:ext cx="808492" cy="808492"/>
            </a:xfrm>
            <a:prstGeom prst="ellipse">
              <a:avLst/>
            </a:prstGeom>
            <a:solidFill>
              <a:srgbClr val="F88500"/>
            </a:solidFill>
            <a:ln w="136525">
              <a:gradFill>
                <a:gsLst>
                  <a:gs pos="0">
                    <a:srgbClr val="CFD0CC"/>
                  </a:gs>
                  <a:gs pos="100000">
                    <a:schemeClr val="bg1"/>
                  </a:gs>
                </a:gsLst>
                <a:lin ang="5400000" scaled="1"/>
              </a:gradFill>
            </a:ln>
            <a:effectLst>
              <a:innerShdw blurRad="215900" dist="88900" dir="16200000">
                <a:prstClr val="black">
                  <a:alpha val="45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1" name="Freeform 2383"/>
          <p:cNvSpPr>
            <a:spLocks/>
          </p:cNvSpPr>
          <p:nvPr/>
        </p:nvSpPr>
        <p:spPr bwMode="auto">
          <a:xfrm>
            <a:off x="4921617" y="2920179"/>
            <a:ext cx="2387911" cy="864772"/>
          </a:xfrm>
          <a:custGeom>
            <a:avLst/>
            <a:gdLst>
              <a:gd name="T0" fmla="*/ 827 w 851"/>
              <a:gd name="T1" fmla="*/ 308 h 308"/>
              <a:gd name="T2" fmla="*/ 763 w 851"/>
              <a:gd name="T3" fmla="*/ 249 h 308"/>
              <a:gd name="T4" fmla="*/ 741 w 851"/>
              <a:gd name="T5" fmla="*/ 212 h 308"/>
              <a:gd name="T6" fmla="*/ 702 w 851"/>
              <a:gd name="T7" fmla="*/ 164 h 308"/>
              <a:gd name="T8" fmla="*/ 615 w 851"/>
              <a:gd name="T9" fmla="*/ 92 h 308"/>
              <a:gd name="T10" fmla="*/ 578 w 851"/>
              <a:gd name="T11" fmla="*/ 71 h 308"/>
              <a:gd name="T12" fmla="*/ 538 w 851"/>
              <a:gd name="T13" fmla="*/ 54 h 308"/>
              <a:gd name="T14" fmla="*/ 517 w 851"/>
              <a:gd name="T15" fmla="*/ 47 h 308"/>
              <a:gd name="T16" fmla="*/ 473 w 851"/>
              <a:gd name="T17" fmla="*/ 36 h 308"/>
              <a:gd name="T18" fmla="*/ 450 w 851"/>
              <a:gd name="T19" fmla="*/ 33 h 308"/>
              <a:gd name="T20" fmla="*/ 427 w 851"/>
              <a:gd name="T21" fmla="*/ 30 h 308"/>
              <a:gd name="T22" fmla="*/ 381 w 851"/>
              <a:gd name="T23" fmla="*/ 29 h 308"/>
              <a:gd name="T24" fmla="*/ 358 w 851"/>
              <a:gd name="T25" fmla="*/ 30 h 308"/>
              <a:gd name="T26" fmla="*/ 335 w 851"/>
              <a:gd name="T27" fmla="*/ 32 h 308"/>
              <a:gd name="T28" fmla="*/ 290 w 851"/>
              <a:gd name="T29" fmla="*/ 41 h 308"/>
              <a:gd name="T30" fmla="*/ 268 w 851"/>
              <a:gd name="T31" fmla="*/ 47 h 308"/>
              <a:gd name="T32" fmla="*/ 226 w 851"/>
              <a:gd name="T33" fmla="*/ 62 h 308"/>
              <a:gd name="T34" fmla="*/ 187 w 851"/>
              <a:gd name="T35" fmla="*/ 81 h 308"/>
              <a:gd name="T36" fmla="*/ 92 w 851"/>
              <a:gd name="T37" fmla="*/ 150 h 308"/>
              <a:gd name="T38" fmla="*/ 49 w 851"/>
              <a:gd name="T39" fmla="*/ 198 h 308"/>
              <a:gd name="T40" fmla="*/ 21 w 851"/>
              <a:gd name="T41" fmla="*/ 240 h 308"/>
              <a:gd name="T42" fmla="*/ 0 w 851"/>
              <a:gd name="T43" fmla="*/ 278 h 308"/>
              <a:gd name="T44" fmla="*/ 19 w 851"/>
              <a:gd name="T45" fmla="*/ 239 h 308"/>
              <a:gd name="T46" fmla="*/ 45 w 851"/>
              <a:gd name="T47" fmla="*/ 195 h 308"/>
              <a:gd name="T48" fmla="*/ 86 w 851"/>
              <a:gd name="T49" fmla="*/ 144 h 308"/>
              <a:gd name="T50" fmla="*/ 179 w 851"/>
              <a:gd name="T51" fmla="*/ 67 h 308"/>
              <a:gd name="T52" fmla="*/ 219 w 851"/>
              <a:gd name="T53" fmla="*/ 46 h 308"/>
              <a:gd name="T54" fmla="*/ 261 w 851"/>
              <a:gd name="T55" fmla="*/ 28 h 308"/>
              <a:gd name="T56" fmla="*/ 284 w 851"/>
              <a:gd name="T57" fmla="*/ 20 h 308"/>
              <a:gd name="T58" fmla="*/ 331 w 851"/>
              <a:gd name="T59" fmla="*/ 8 h 308"/>
              <a:gd name="T60" fmla="*/ 355 w 851"/>
              <a:gd name="T61" fmla="*/ 5 h 308"/>
              <a:gd name="T62" fmla="*/ 379 w 851"/>
              <a:gd name="T63" fmla="*/ 2 h 308"/>
              <a:gd name="T64" fmla="*/ 429 w 851"/>
              <a:gd name="T65" fmla="*/ 1 h 308"/>
              <a:gd name="T66" fmla="*/ 453 w 851"/>
              <a:gd name="T67" fmla="*/ 2 h 308"/>
              <a:gd name="T68" fmla="*/ 478 w 851"/>
              <a:gd name="T69" fmla="*/ 5 h 308"/>
              <a:gd name="T70" fmla="*/ 526 w 851"/>
              <a:gd name="T71" fmla="*/ 14 h 308"/>
              <a:gd name="T72" fmla="*/ 549 w 851"/>
              <a:gd name="T73" fmla="*/ 20 h 308"/>
              <a:gd name="T74" fmla="*/ 594 w 851"/>
              <a:gd name="T75" fmla="*/ 36 h 308"/>
              <a:gd name="T76" fmla="*/ 636 w 851"/>
              <a:gd name="T77" fmla="*/ 56 h 308"/>
              <a:gd name="T78" fmla="*/ 736 w 851"/>
              <a:gd name="T79" fmla="*/ 130 h 308"/>
              <a:gd name="T80" fmla="*/ 782 w 851"/>
              <a:gd name="T81" fmla="*/ 182 h 308"/>
              <a:gd name="T82" fmla="*/ 812 w 851"/>
              <a:gd name="T83" fmla="*/ 226 h 308"/>
              <a:gd name="T84" fmla="*/ 851 w 851"/>
              <a:gd name="T85" fmla="*/ 209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51" h="308">
                <a:moveTo>
                  <a:pt x="851" y="209"/>
                </a:moveTo>
                <a:cubicBezTo>
                  <a:pt x="827" y="308"/>
                  <a:pt x="827" y="308"/>
                  <a:pt x="827" y="308"/>
                </a:cubicBezTo>
                <a:cubicBezTo>
                  <a:pt x="726" y="267"/>
                  <a:pt x="726" y="267"/>
                  <a:pt x="726" y="267"/>
                </a:cubicBezTo>
                <a:cubicBezTo>
                  <a:pt x="763" y="249"/>
                  <a:pt x="763" y="249"/>
                  <a:pt x="763" y="249"/>
                </a:cubicBezTo>
                <a:cubicBezTo>
                  <a:pt x="761" y="244"/>
                  <a:pt x="758" y="239"/>
                  <a:pt x="755" y="234"/>
                </a:cubicBezTo>
                <a:cubicBezTo>
                  <a:pt x="750" y="227"/>
                  <a:pt x="746" y="220"/>
                  <a:pt x="741" y="212"/>
                </a:cubicBezTo>
                <a:cubicBezTo>
                  <a:pt x="735" y="205"/>
                  <a:pt x="730" y="197"/>
                  <a:pt x="723" y="188"/>
                </a:cubicBezTo>
                <a:cubicBezTo>
                  <a:pt x="717" y="180"/>
                  <a:pt x="710" y="172"/>
                  <a:pt x="702" y="164"/>
                </a:cubicBezTo>
                <a:cubicBezTo>
                  <a:pt x="687" y="147"/>
                  <a:pt x="669" y="130"/>
                  <a:pt x="648" y="115"/>
                </a:cubicBezTo>
                <a:cubicBezTo>
                  <a:pt x="638" y="106"/>
                  <a:pt x="626" y="99"/>
                  <a:pt x="615" y="92"/>
                </a:cubicBezTo>
                <a:cubicBezTo>
                  <a:pt x="609" y="88"/>
                  <a:pt x="603" y="85"/>
                  <a:pt x="597" y="81"/>
                </a:cubicBezTo>
                <a:cubicBezTo>
                  <a:pt x="591" y="78"/>
                  <a:pt x="585" y="74"/>
                  <a:pt x="578" y="71"/>
                </a:cubicBezTo>
                <a:cubicBezTo>
                  <a:pt x="572" y="68"/>
                  <a:pt x="565" y="65"/>
                  <a:pt x="558" y="62"/>
                </a:cubicBezTo>
                <a:cubicBezTo>
                  <a:pt x="552" y="60"/>
                  <a:pt x="545" y="57"/>
                  <a:pt x="538" y="54"/>
                </a:cubicBezTo>
                <a:cubicBezTo>
                  <a:pt x="534" y="53"/>
                  <a:pt x="531" y="52"/>
                  <a:pt x="527" y="51"/>
                </a:cubicBezTo>
                <a:cubicBezTo>
                  <a:pt x="524" y="50"/>
                  <a:pt x="520" y="48"/>
                  <a:pt x="517" y="47"/>
                </a:cubicBezTo>
                <a:cubicBezTo>
                  <a:pt x="510" y="45"/>
                  <a:pt x="502" y="43"/>
                  <a:pt x="495" y="41"/>
                </a:cubicBezTo>
                <a:cubicBezTo>
                  <a:pt x="488" y="40"/>
                  <a:pt x="480" y="38"/>
                  <a:pt x="473" y="36"/>
                </a:cubicBezTo>
                <a:cubicBezTo>
                  <a:pt x="469" y="35"/>
                  <a:pt x="465" y="35"/>
                  <a:pt x="462" y="34"/>
                </a:cubicBezTo>
                <a:cubicBezTo>
                  <a:pt x="450" y="33"/>
                  <a:pt x="450" y="33"/>
                  <a:pt x="450" y="33"/>
                </a:cubicBezTo>
                <a:cubicBezTo>
                  <a:pt x="439" y="31"/>
                  <a:pt x="439" y="31"/>
                  <a:pt x="439" y="31"/>
                </a:cubicBezTo>
                <a:cubicBezTo>
                  <a:pt x="436" y="31"/>
                  <a:pt x="431" y="31"/>
                  <a:pt x="427" y="30"/>
                </a:cubicBezTo>
                <a:cubicBezTo>
                  <a:pt x="404" y="29"/>
                  <a:pt x="404" y="29"/>
                  <a:pt x="404" y="29"/>
                </a:cubicBezTo>
                <a:cubicBezTo>
                  <a:pt x="381" y="29"/>
                  <a:pt x="381" y="29"/>
                  <a:pt x="381" y="29"/>
                </a:cubicBezTo>
                <a:cubicBezTo>
                  <a:pt x="377" y="29"/>
                  <a:pt x="373" y="29"/>
                  <a:pt x="369" y="29"/>
                </a:cubicBezTo>
                <a:cubicBezTo>
                  <a:pt x="358" y="30"/>
                  <a:pt x="358" y="30"/>
                  <a:pt x="358" y="30"/>
                </a:cubicBezTo>
                <a:cubicBezTo>
                  <a:pt x="346" y="31"/>
                  <a:pt x="346" y="31"/>
                  <a:pt x="346" y="31"/>
                </a:cubicBezTo>
                <a:cubicBezTo>
                  <a:pt x="342" y="31"/>
                  <a:pt x="339" y="32"/>
                  <a:pt x="335" y="32"/>
                </a:cubicBezTo>
                <a:cubicBezTo>
                  <a:pt x="327" y="34"/>
                  <a:pt x="320" y="35"/>
                  <a:pt x="312" y="36"/>
                </a:cubicBezTo>
                <a:cubicBezTo>
                  <a:pt x="304" y="37"/>
                  <a:pt x="297" y="39"/>
                  <a:pt x="290" y="41"/>
                </a:cubicBezTo>
                <a:cubicBezTo>
                  <a:pt x="286" y="42"/>
                  <a:pt x="282" y="43"/>
                  <a:pt x="279" y="44"/>
                </a:cubicBezTo>
                <a:cubicBezTo>
                  <a:pt x="275" y="45"/>
                  <a:pt x="271" y="46"/>
                  <a:pt x="268" y="47"/>
                </a:cubicBezTo>
                <a:cubicBezTo>
                  <a:pt x="261" y="49"/>
                  <a:pt x="253" y="51"/>
                  <a:pt x="246" y="54"/>
                </a:cubicBezTo>
                <a:cubicBezTo>
                  <a:pt x="240" y="57"/>
                  <a:pt x="233" y="59"/>
                  <a:pt x="226" y="62"/>
                </a:cubicBezTo>
                <a:cubicBezTo>
                  <a:pt x="219" y="65"/>
                  <a:pt x="213" y="68"/>
                  <a:pt x="206" y="71"/>
                </a:cubicBezTo>
                <a:cubicBezTo>
                  <a:pt x="200" y="74"/>
                  <a:pt x="193" y="77"/>
                  <a:pt x="187" y="81"/>
                </a:cubicBezTo>
                <a:cubicBezTo>
                  <a:pt x="175" y="88"/>
                  <a:pt x="162" y="94"/>
                  <a:pt x="151" y="102"/>
                </a:cubicBezTo>
                <a:cubicBezTo>
                  <a:pt x="129" y="117"/>
                  <a:pt x="109" y="134"/>
                  <a:pt x="92" y="150"/>
                </a:cubicBezTo>
                <a:cubicBezTo>
                  <a:pt x="84" y="159"/>
                  <a:pt x="76" y="167"/>
                  <a:pt x="68" y="175"/>
                </a:cubicBezTo>
                <a:cubicBezTo>
                  <a:pt x="61" y="183"/>
                  <a:pt x="55" y="191"/>
                  <a:pt x="49" y="198"/>
                </a:cubicBezTo>
                <a:cubicBezTo>
                  <a:pt x="43" y="206"/>
                  <a:pt x="38" y="214"/>
                  <a:pt x="33" y="220"/>
                </a:cubicBezTo>
                <a:cubicBezTo>
                  <a:pt x="28" y="227"/>
                  <a:pt x="24" y="234"/>
                  <a:pt x="21" y="240"/>
                </a:cubicBezTo>
                <a:cubicBezTo>
                  <a:pt x="13" y="252"/>
                  <a:pt x="9" y="262"/>
                  <a:pt x="5" y="268"/>
                </a:cubicBezTo>
                <a:cubicBezTo>
                  <a:pt x="2" y="275"/>
                  <a:pt x="0" y="278"/>
                  <a:pt x="0" y="278"/>
                </a:cubicBezTo>
                <a:cubicBezTo>
                  <a:pt x="0" y="278"/>
                  <a:pt x="1" y="275"/>
                  <a:pt x="4" y="268"/>
                </a:cubicBezTo>
                <a:cubicBezTo>
                  <a:pt x="8" y="261"/>
                  <a:pt x="12" y="251"/>
                  <a:pt x="19" y="239"/>
                </a:cubicBezTo>
                <a:cubicBezTo>
                  <a:pt x="22" y="233"/>
                  <a:pt x="25" y="226"/>
                  <a:pt x="30" y="218"/>
                </a:cubicBezTo>
                <a:cubicBezTo>
                  <a:pt x="34" y="211"/>
                  <a:pt x="39" y="204"/>
                  <a:pt x="45" y="195"/>
                </a:cubicBezTo>
                <a:cubicBezTo>
                  <a:pt x="50" y="187"/>
                  <a:pt x="57" y="179"/>
                  <a:pt x="63" y="170"/>
                </a:cubicBezTo>
                <a:cubicBezTo>
                  <a:pt x="70" y="162"/>
                  <a:pt x="78" y="153"/>
                  <a:pt x="86" y="144"/>
                </a:cubicBezTo>
                <a:cubicBezTo>
                  <a:pt x="103" y="127"/>
                  <a:pt x="121" y="108"/>
                  <a:pt x="144" y="92"/>
                </a:cubicBezTo>
                <a:cubicBezTo>
                  <a:pt x="155" y="83"/>
                  <a:pt x="167" y="75"/>
                  <a:pt x="179" y="67"/>
                </a:cubicBezTo>
                <a:cubicBezTo>
                  <a:pt x="185" y="63"/>
                  <a:pt x="192" y="60"/>
                  <a:pt x="198" y="56"/>
                </a:cubicBezTo>
                <a:cubicBezTo>
                  <a:pt x="205" y="53"/>
                  <a:pt x="211" y="49"/>
                  <a:pt x="219" y="46"/>
                </a:cubicBezTo>
                <a:cubicBezTo>
                  <a:pt x="225" y="43"/>
                  <a:pt x="232" y="39"/>
                  <a:pt x="239" y="36"/>
                </a:cubicBezTo>
                <a:cubicBezTo>
                  <a:pt x="247" y="33"/>
                  <a:pt x="254" y="30"/>
                  <a:pt x="261" y="28"/>
                </a:cubicBezTo>
                <a:cubicBezTo>
                  <a:pt x="265" y="26"/>
                  <a:pt x="269" y="25"/>
                  <a:pt x="273" y="24"/>
                </a:cubicBezTo>
                <a:cubicBezTo>
                  <a:pt x="276" y="22"/>
                  <a:pt x="280" y="21"/>
                  <a:pt x="284" y="20"/>
                </a:cubicBezTo>
                <a:cubicBezTo>
                  <a:pt x="292" y="18"/>
                  <a:pt x="299" y="15"/>
                  <a:pt x="307" y="14"/>
                </a:cubicBezTo>
                <a:cubicBezTo>
                  <a:pt x="315" y="12"/>
                  <a:pt x="323" y="10"/>
                  <a:pt x="331" y="8"/>
                </a:cubicBezTo>
                <a:cubicBezTo>
                  <a:pt x="335" y="7"/>
                  <a:pt x="339" y="7"/>
                  <a:pt x="343" y="6"/>
                </a:cubicBezTo>
                <a:cubicBezTo>
                  <a:pt x="355" y="5"/>
                  <a:pt x="355" y="5"/>
                  <a:pt x="355" y="5"/>
                </a:cubicBezTo>
                <a:cubicBezTo>
                  <a:pt x="367" y="3"/>
                  <a:pt x="367" y="3"/>
                  <a:pt x="367" y="3"/>
                </a:cubicBezTo>
                <a:cubicBezTo>
                  <a:pt x="371" y="2"/>
                  <a:pt x="375" y="2"/>
                  <a:pt x="379" y="2"/>
                </a:cubicBezTo>
                <a:cubicBezTo>
                  <a:pt x="405" y="0"/>
                  <a:pt x="405" y="0"/>
                  <a:pt x="405" y="0"/>
                </a:cubicBezTo>
                <a:cubicBezTo>
                  <a:pt x="429" y="1"/>
                  <a:pt x="429" y="1"/>
                  <a:pt x="429" y="1"/>
                </a:cubicBezTo>
                <a:cubicBezTo>
                  <a:pt x="433" y="1"/>
                  <a:pt x="436" y="1"/>
                  <a:pt x="441" y="1"/>
                </a:cubicBezTo>
                <a:cubicBezTo>
                  <a:pt x="453" y="2"/>
                  <a:pt x="453" y="2"/>
                  <a:pt x="453" y="2"/>
                </a:cubicBezTo>
                <a:cubicBezTo>
                  <a:pt x="466" y="3"/>
                  <a:pt x="466" y="3"/>
                  <a:pt x="466" y="3"/>
                </a:cubicBezTo>
                <a:cubicBezTo>
                  <a:pt x="470" y="3"/>
                  <a:pt x="474" y="4"/>
                  <a:pt x="478" y="5"/>
                </a:cubicBezTo>
                <a:cubicBezTo>
                  <a:pt x="486" y="6"/>
                  <a:pt x="494" y="7"/>
                  <a:pt x="502" y="8"/>
                </a:cubicBezTo>
                <a:cubicBezTo>
                  <a:pt x="510" y="10"/>
                  <a:pt x="518" y="12"/>
                  <a:pt x="526" y="14"/>
                </a:cubicBezTo>
                <a:cubicBezTo>
                  <a:pt x="530" y="15"/>
                  <a:pt x="534" y="16"/>
                  <a:pt x="538" y="17"/>
                </a:cubicBezTo>
                <a:cubicBezTo>
                  <a:pt x="542" y="18"/>
                  <a:pt x="545" y="19"/>
                  <a:pt x="549" y="20"/>
                </a:cubicBezTo>
                <a:cubicBezTo>
                  <a:pt x="557" y="23"/>
                  <a:pt x="565" y="25"/>
                  <a:pt x="572" y="28"/>
                </a:cubicBezTo>
                <a:cubicBezTo>
                  <a:pt x="579" y="30"/>
                  <a:pt x="587" y="33"/>
                  <a:pt x="594" y="36"/>
                </a:cubicBezTo>
                <a:cubicBezTo>
                  <a:pt x="601" y="39"/>
                  <a:pt x="608" y="43"/>
                  <a:pt x="615" y="46"/>
                </a:cubicBezTo>
                <a:cubicBezTo>
                  <a:pt x="622" y="49"/>
                  <a:pt x="629" y="52"/>
                  <a:pt x="636" y="56"/>
                </a:cubicBezTo>
                <a:cubicBezTo>
                  <a:pt x="649" y="64"/>
                  <a:pt x="662" y="71"/>
                  <a:pt x="673" y="79"/>
                </a:cubicBezTo>
                <a:cubicBezTo>
                  <a:pt x="697" y="95"/>
                  <a:pt x="718" y="113"/>
                  <a:pt x="736" y="130"/>
                </a:cubicBezTo>
                <a:cubicBezTo>
                  <a:pt x="745" y="139"/>
                  <a:pt x="754" y="148"/>
                  <a:pt x="761" y="157"/>
                </a:cubicBezTo>
                <a:cubicBezTo>
                  <a:pt x="769" y="165"/>
                  <a:pt x="776" y="174"/>
                  <a:pt x="782" y="182"/>
                </a:cubicBezTo>
                <a:cubicBezTo>
                  <a:pt x="788" y="190"/>
                  <a:pt x="794" y="198"/>
                  <a:pt x="799" y="205"/>
                </a:cubicBezTo>
                <a:cubicBezTo>
                  <a:pt x="804" y="213"/>
                  <a:pt x="808" y="220"/>
                  <a:pt x="812" y="226"/>
                </a:cubicBezTo>
                <a:cubicBezTo>
                  <a:pt x="812" y="226"/>
                  <a:pt x="812" y="226"/>
                  <a:pt x="813" y="227"/>
                </a:cubicBezTo>
                <a:lnTo>
                  <a:pt x="851" y="209"/>
                </a:lnTo>
                <a:close/>
              </a:path>
            </a:pathLst>
          </a:custGeom>
          <a:solidFill>
            <a:srgbClr val="C60095"/>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 name="Freeform 2384"/>
          <p:cNvSpPr>
            <a:spLocks/>
          </p:cNvSpPr>
          <p:nvPr/>
        </p:nvSpPr>
        <p:spPr bwMode="auto">
          <a:xfrm>
            <a:off x="2492188" y="3881037"/>
            <a:ext cx="2390284" cy="864772"/>
          </a:xfrm>
          <a:custGeom>
            <a:avLst/>
            <a:gdLst>
              <a:gd name="T0" fmla="*/ 827 w 852"/>
              <a:gd name="T1" fmla="*/ 0 h 308"/>
              <a:gd name="T2" fmla="*/ 764 w 852"/>
              <a:gd name="T3" fmla="*/ 59 h 308"/>
              <a:gd name="T4" fmla="*/ 741 w 852"/>
              <a:gd name="T5" fmla="*/ 97 h 308"/>
              <a:gd name="T6" fmla="*/ 703 w 852"/>
              <a:gd name="T7" fmla="*/ 145 h 308"/>
              <a:gd name="T8" fmla="*/ 615 w 852"/>
              <a:gd name="T9" fmla="*/ 217 h 308"/>
              <a:gd name="T10" fmla="*/ 578 w 852"/>
              <a:gd name="T11" fmla="*/ 237 h 308"/>
              <a:gd name="T12" fmla="*/ 538 w 852"/>
              <a:gd name="T13" fmla="*/ 254 h 308"/>
              <a:gd name="T14" fmla="*/ 517 w 852"/>
              <a:gd name="T15" fmla="*/ 261 h 308"/>
              <a:gd name="T16" fmla="*/ 473 w 852"/>
              <a:gd name="T17" fmla="*/ 272 h 308"/>
              <a:gd name="T18" fmla="*/ 451 w 852"/>
              <a:gd name="T19" fmla="*/ 276 h 308"/>
              <a:gd name="T20" fmla="*/ 428 w 852"/>
              <a:gd name="T21" fmla="*/ 278 h 308"/>
              <a:gd name="T22" fmla="*/ 381 w 852"/>
              <a:gd name="T23" fmla="*/ 280 h 308"/>
              <a:gd name="T24" fmla="*/ 358 w 852"/>
              <a:gd name="T25" fmla="*/ 278 h 308"/>
              <a:gd name="T26" fmla="*/ 335 w 852"/>
              <a:gd name="T27" fmla="*/ 276 h 308"/>
              <a:gd name="T28" fmla="*/ 290 w 852"/>
              <a:gd name="T29" fmla="*/ 267 h 308"/>
              <a:gd name="T30" fmla="*/ 268 w 852"/>
              <a:gd name="T31" fmla="*/ 262 h 308"/>
              <a:gd name="T32" fmla="*/ 226 w 852"/>
              <a:gd name="T33" fmla="*/ 246 h 308"/>
              <a:gd name="T34" fmla="*/ 187 w 852"/>
              <a:gd name="T35" fmla="*/ 228 h 308"/>
              <a:gd name="T36" fmla="*/ 92 w 852"/>
              <a:gd name="T37" fmla="*/ 158 h 308"/>
              <a:gd name="T38" fmla="*/ 49 w 852"/>
              <a:gd name="T39" fmla="*/ 110 h 308"/>
              <a:gd name="T40" fmla="*/ 21 w 852"/>
              <a:gd name="T41" fmla="*/ 69 h 308"/>
              <a:gd name="T42" fmla="*/ 0 w 852"/>
              <a:gd name="T43" fmla="*/ 30 h 308"/>
              <a:gd name="T44" fmla="*/ 19 w 852"/>
              <a:gd name="T45" fmla="*/ 70 h 308"/>
              <a:gd name="T46" fmla="*/ 45 w 852"/>
              <a:gd name="T47" fmla="*/ 113 h 308"/>
              <a:gd name="T48" fmla="*/ 86 w 852"/>
              <a:gd name="T49" fmla="*/ 165 h 308"/>
              <a:gd name="T50" fmla="*/ 179 w 852"/>
              <a:gd name="T51" fmla="*/ 241 h 308"/>
              <a:gd name="T52" fmla="*/ 219 w 852"/>
              <a:gd name="T53" fmla="*/ 263 h 308"/>
              <a:gd name="T54" fmla="*/ 262 w 852"/>
              <a:gd name="T55" fmla="*/ 281 h 308"/>
              <a:gd name="T56" fmla="*/ 284 w 852"/>
              <a:gd name="T57" fmla="*/ 288 h 308"/>
              <a:gd name="T58" fmla="*/ 331 w 852"/>
              <a:gd name="T59" fmla="*/ 300 h 308"/>
              <a:gd name="T60" fmla="*/ 355 w 852"/>
              <a:gd name="T61" fmla="*/ 304 h 308"/>
              <a:gd name="T62" fmla="*/ 380 w 852"/>
              <a:gd name="T63" fmla="*/ 306 h 308"/>
              <a:gd name="T64" fmla="*/ 429 w 852"/>
              <a:gd name="T65" fmla="*/ 308 h 308"/>
              <a:gd name="T66" fmla="*/ 453 w 852"/>
              <a:gd name="T67" fmla="*/ 306 h 308"/>
              <a:gd name="T68" fmla="*/ 478 w 852"/>
              <a:gd name="T69" fmla="*/ 304 h 308"/>
              <a:gd name="T70" fmla="*/ 526 w 852"/>
              <a:gd name="T71" fmla="*/ 295 h 308"/>
              <a:gd name="T72" fmla="*/ 550 w 852"/>
              <a:gd name="T73" fmla="*/ 288 h 308"/>
              <a:gd name="T74" fmla="*/ 594 w 852"/>
              <a:gd name="T75" fmla="*/ 272 h 308"/>
              <a:gd name="T76" fmla="*/ 636 w 852"/>
              <a:gd name="T77" fmla="*/ 252 h 308"/>
              <a:gd name="T78" fmla="*/ 737 w 852"/>
              <a:gd name="T79" fmla="*/ 178 h 308"/>
              <a:gd name="T80" fmla="*/ 783 w 852"/>
              <a:gd name="T81" fmla="*/ 127 h 308"/>
              <a:gd name="T82" fmla="*/ 812 w 852"/>
              <a:gd name="T83" fmla="*/ 83 h 308"/>
              <a:gd name="T84" fmla="*/ 852 w 852"/>
              <a:gd name="T85" fmla="*/ 100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52" h="308">
                <a:moveTo>
                  <a:pt x="852" y="100"/>
                </a:moveTo>
                <a:cubicBezTo>
                  <a:pt x="827" y="0"/>
                  <a:pt x="827" y="0"/>
                  <a:pt x="827" y="0"/>
                </a:cubicBezTo>
                <a:cubicBezTo>
                  <a:pt x="726" y="42"/>
                  <a:pt x="726" y="42"/>
                  <a:pt x="726" y="42"/>
                </a:cubicBezTo>
                <a:cubicBezTo>
                  <a:pt x="764" y="59"/>
                  <a:pt x="764" y="59"/>
                  <a:pt x="764" y="59"/>
                </a:cubicBezTo>
                <a:cubicBezTo>
                  <a:pt x="761" y="64"/>
                  <a:pt x="758" y="69"/>
                  <a:pt x="755" y="75"/>
                </a:cubicBezTo>
                <a:cubicBezTo>
                  <a:pt x="751" y="82"/>
                  <a:pt x="746" y="89"/>
                  <a:pt x="741" y="97"/>
                </a:cubicBezTo>
                <a:cubicBezTo>
                  <a:pt x="736" y="104"/>
                  <a:pt x="730" y="112"/>
                  <a:pt x="724" y="120"/>
                </a:cubicBezTo>
                <a:cubicBezTo>
                  <a:pt x="717" y="128"/>
                  <a:pt x="710" y="136"/>
                  <a:pt x="703" y="145"/>
                </a:cubicBezTo>
                <a:cubicBezTo>
                  <a:pt x="687" y="161"/>
                  <a:pt x="669" y="178"/>
                  <a:pt x="648" y="194"/>
                </a:cubicBezTo>
                <a:cubicBezTo>
                  <a:pt x="638" y="202"/>
                  <a:pt x="627" y="209"/>
                  <a:pt x="615" y="217"/>
                </a:cubicBezTo>
                <a:cubicBezTo>
                  <a:pt x="610" y="221"/>
                  <a:pt x="603" y="224"/>
                  <a:pt x="597" y="227"/>
                </a:cubicBezTo>
                <a:cubicBezTo>
                  <a:pt x="591" y="231"/>
                  <a:pt x="585" y="234"/>
                  <a:pt x="578" y="237"/>
                </a:cubicBezTo>
                <a:cubicBezTo>
                  <a:pt x="572" y="240"/>
                  <a:pt x="565" y="243"/>
                  <a:pt x="559" y="246"/>
                </a:cubicBezTo>
                <a:cubicBezTo>
                  <a:pt x="552" y="249"/>
                  <a:pt x="545" y="251"/>
                  <a:pt x="538" y="254"/>
                </a:cubicBezTo>
                <a:cubicBezTo>
                  <a:pt x="535" y="255"/>
                  <a:pt x="531" y="257"/>
                  <a:pt x="528" y="258"/>
                </a:cubicBezTo>
                <a:cubicBezTo>
                  <a:pt x="524" y="259"/>
                  <a:pt x="521" y="260"/>
                  <a:pt x="517" y="261"/>
                </a:cubicBezTo>
                <a:cubicBezTo>
                  <a:pt x="510" y="263"/>
                  <a:pt x="503" y="266"/>
                  <a:pt x="495" y="267"/>
                </a:cubicBezTo>
                <a:cubicBezTo>
                  <a:pt x="488" y="269"/>
                  <a:pt x="481" y="271"/>
                  <a:pt x="473" y="272"/>
                </a:cubicBezTo>
                <a:cubicBezTo>
                  <a:pt x="469" y="273"/>
                  <a:pt x="466" y="274"/>
                  <a:pt x="462" y="274"/>
                </a:cubicBezTo>
                <a:cubicBezTo>
                  <a:pt x="451" y="276"/>
                  <a:pt x="451" y="276"/>
                  <a:pt x="451" y="276"/>
                </a:cubicBezTo>
                <a:cubicBezTo>
                  <a:pt x="440" y="277"/>
                  <a:pt x="440" y="277"/>
                  <a:pt x="440" y="277"/>
                </a:cubicBezTo>
                <a:cubicBezTo>
                  <a:pt x="436" y="278"/>
                  <a:pt x="432" y="278"/>
                  <a:pt x="428" y="278"/>
                </a:cubicBezTo>
                <a:cubicBezTo>
                  <a:pt x="404" y="280"/>
                  <a:pt x="404" y="280"/>
                  <a:pt x="404" y="280"/>
                </a:cubicBezTo>
                <a:cubicBezTo>
                  <a:pt x="381" y="280"/>
                  <a:pt x="381" y="280"/>
                  <a:pt x="381" y="280"/>
                </a:cubicBezTo>
                <a:cubicBezTo>
                  <a:pt x="377" y="279"/>
                  <a:pt x="373" y="280"/>
                  <a:pt x="370" y="279"/>
                </a:cubicBezTo>
                <a:cubicBezTo>
                  <a:pt x="358" y="278"/>
                  <a:pt x="358" y="278"/>
                  <a:pt x="358" y="278"/>
                </a:cubicBezTo>
                <a:cubicBezTo>
                  <a:pt x="347" y="277"/>
                  <a:pt x="347" y="277"/>
                  <a:pt x="347" y="277"/>
                </a:cubicBezTo>
                <a:cubicBezTo>
                  <a:pt x="343" y="277"/>
                  <a:pt x="339" y="277"/>
                  <a:pt x="335" y="276"/>
                </a:cubicBezTo>
                <a:cubicBezTo>
                  <a:pt x="327" y="275"/>
                  <a:pt x="320" y="274"/>
                  <a:pt x="312" y="272"/>
                </a:cubicBezTo>
                <a:cubicBezTo>
                  <a:pt x="305" y="271"/>
                  <a:pt x="297" y="269"/>
                  <a:pt x="290" y="267"/>
                </a:cubicBezTo>
                <a:cubicBezTo>
                  <a:pt x="286" y="267"/>
                  <a:pt x="283" y="266"/>
                  <a:pt x="279" y="265"/>
                </a:cubicBezTo>
                <a:cubicBezTo>
                  <a:pt x="275" y="264"/>
                  <a:pt x="272" y="263"/>
                  <a:pt x="268" y="262"/>
                </a:cubicBezTo>
                <a:cubicBezTo>
                  <a:pt x="261" y="259"/>
                  <a:pt x="254" y="257"/>
                  <a:pt x="247" y="255"/>
                </a:cubicBezTo>
                <a:cubicBezTo>
                  <a:pt x="240" y="252"/>
                  <a:pt x="233" y="249"/>
                  <a:pt x="226" y="246"/>
                </a:cubicBezTo>
                <a:cubicBezTo>
                  <a:pt x="219" y="244"/>
                  <a:pt x="213" y="241"/>
                  <a:pt x="206" y="237"/>
                </a:cubicBezTo>
                <a:cubicBezTo>
                  <a:pt x="200" y="234"/>
                  <a:pt x="193" y="231"/>
                  <a:pt x="187" y="228"/>
                </a:cubicBezTo>
                <a:cubicBezTo>
                  <a:pt x="175" y="221"/>
                  <a:pt x="163" y="214"/>
                  <a:pt x="152" y="206"/>
                </a:cubicBezTo>
                <a:cubicBezTo>
                  <a:pt x="129" y="191"/>
                  <a:pt x="110" y="174"/>
                  <a:pt x="92" y="158"/>
                </a:cubicBezTo>
                <a:cubicBezTo>
                  <a:pt x="84" y="150"/>
                  <a:pt x="76" y="142"/>
                  <a:pt x="69" y="134"/>
                </a:cubicBezTo>
                <a:cubicBezTo>
                  <a:pt x="62" y="125"/>
                  <a:pt x="55" y="118"/>
                  <a:pt x="49" y="110"/>
                </a:cubicBezTo>
                <a:cubicBezTo>
                  <a:pt x="43" y="102"/>
                  <a:pt x="38" y="95"/>
                  <a:pt x="33" y="88"/>
                </a:cubicBezTo>
                <a:cubicBezTo>
                  <a:pt x="28" y="81"/>
                  <a:pt x="25" y="74"/>
                  <a:pt x="21" y="69"/>
                </a:cubicBezTo>
                <a:cubicBezTo>
                  <a:pt x="13" y="57"/>
                  <a:pt x="9" y="47"/>
                  <a:pt x="5" y="40"/>
                </a:cubicBezTo>
                <a:cubicBezTo>
                  <a:pt x="2" y="34"/>
                  <a:pt x="0" y="30"/>
                  <a:pt x="0" y="30"/>
                </a:cubicBezTo>
                <a:cubicBezTo>
                  <a:pt x="0" y="30"/>
                  <a:pt x="2" y="34"/>
                  <a:pt x="5" y="41"/>
                </a:cubicBezTo>
                <a:cubicBezTo>
                  <a:pt x="8" y="47"/>
                  <a:pt x="12" y="58"/>
                  <a:pt x="19" y="70"/>
                </a:cubicBezTo>
                <a:cubicBezTo>
                  <a:pt x="22" y="76"/>
                  <a:pt x="26" y="83"/>
                  <a:pt x="30" y="90"/>
                </a:cubicBezTo>
                <a:cubicBezTo>
                  <a:pt x="35" y="97"/>
                  <a:pt x="40" y="105"/>
                  <a:pt x="45" y="113"/>
                </a:cubicBezTo>
                <a:cubicBezTo>
                  <a:pt x="51" y="121"/>
                  <a:pt x="57" y="129"/>
                  <a:pt x="63" y="138"/>
                </a:cubicBezTo>
                <a:cubicBezTo>
                  <a:pt x="71" y="147"/>
                  <a:pt x="78" y="156"/>
                  <a:pt x="86" y="165"/>
                </a:cubicBezTo>
                <a:cubicBezTo>
                  <a:pt x="103" y="182"/>
                  <a:pt x="122" y="200"/>
                  <a:pt x="144" y="217"/>
                </a:cubicBezTo>
                <a:cubicBezTo>
                  <a:pt x="155" y="226"/>
                  <a:pt x="167" y="233"/>
                  <a:pt x="179" y="241"/>
                </a:cubicBezTo>
                <a:cubicBezTo>
                  <a:pt x="186" y="245"/>
                  <a:pt x="192" y="249"/>
                  <a:pt x="199" y="252"/>
                </a:cubicBezTo>
                <a:cubicBezTo>
                  <a:pt x="205" y="256"/>
                  <a:pt x="212" y="260"/>
                  <a:pt x="219" y="263"/>
                </a:cubicBezTo>
                <a:cubicBezTo>
                  <a:pt x="226" y="266"/>
                  <a:pt x="233" y="269"/>
                  <a:pt x="240" y="272"/>
                </a:cubicBezTo>
                <a:cubicBezTo>
                  <a:pt x="247" y="275"/>
                  <a:pt x="254" y="278"/>
                  <a:pt x="262" y="281"/>
                </a:cubicBezTo>
                <a:cubicBezTo>
                  <a:pt x="265" y="282"/>
                  <a:pt x="269" y="284"/>
                  <a:pt x="273" y="285"/>
                </a:cubicBezTo>
                <a:cubicBezTo>
                  <a:pt x="277" y="286"/>
                  <a:pt x="280" y="287"/>
                  <a:pt x="284" y="288"/>
                </a:cubicBezTo>
                <a:cubicBezTo>
                  <a:pt x="292" y="290"/>
                  <a:pt x="300" y="293"/>
                  <a:pt x="307" y="295"/>
                </a:cubicBezTo>
                <a:cubicBezTo>
                  <a:pt x="315" y="297"/>
                  <a:pt x="323" y="298"/>
                  <a:pt x="331" y="300"/>
                </a:cubicBezTo>
                <a:cubicBezTo>
                  <a:pt x="335" y="301"/>
                  <a:pt x="339" y="302"/>
                  <a:pt x="343" y="302"/>
                </a:cubicBezTo>
                <a:cubicBezTo>
                  <a:pt x="355" y="304"/>
                  <a:pt x="355" y="304"/>
                  <a:pt x="355" y="304"/>
                </a:cubicBezTo>
                <a:cubicBezTo>
                  <a:pt x="368" y="306"/>
                  <a:pt x="368" y="306"/>
                  <a:pt x="368" y="306"/>
                </a:cubicBezTo>
                <a:cubicBezTo>
                  <a:pt x="372" y="306"/>
                  <a:pt x="376" y="306"/>
                  <a:pt x="380" y="306"/>
                </a:cubicBezTo>
                <a:cubicBezTo>
                  <a:pt x="405" y="308"/>
                  <a:pt x="405" y="308"/>
                  <a:pt x="405" y="308"/>
                </a:cubicBezTo>
                <a:cubicBezTo>
                  <a:pt x="429" y="308"/>
                  <a:pt x="429" y="308"/>
                  <a:pt x="429" y="308"/>
                </a:cubicBezTo>
                <a:cubicBezTo>
                  <a:pt x="433" y="308"/>
                  <a:pt x="437" y="308"/>
                  <a:pt x="441" y="308"/>
                </a:cubicBezTo>
                <a:cubicBezTo>
                  <a:pt x="453" y="306"/>
                  <a:pt x="453" y="306"/>
                  <a:pt x="453" y="306"/>
                </a:cubicBezTo>
                <a:cubicBezTo>
                  <a:pt x="466" y="305"/>
                  <a:pt x="466" y="305"/>
                  <a:pt x="466" y="305"/>
                </a:cubicBezTo>
                <a:cubicBezTo>
                  <a:pt x="470" y="305"/>
                  <a:pt x="474" y="305"/>
                  <a:pt x="478" y="304"/>
                </a:cubicBezTo>
                <a:cubicBezTo>
                  <a:pt x="486" y="303"/>
                  <a:pt x="495" y="301"/>
                  <a:pt x="503" y="300"/>
                </a:cubicBezTo>
                <a:cubicBezTo>
                  <a:pt x="511" y="299"/>
                  <a:pt x="518" y="296"/>
                  <a:pt x="526" y="295"/>
                </a:cubicBezTo>
                <a:cubicBezTo>
                  <a:pt x="530" y="294"/>
                  <a:pt x="534" y="293"/>
                  <a:pt x="538" y="292"/>
                </a:cubicBezTo>
                <a:cubicBezTo>
                  <a:pt x="542" y="291"/>
                  <a:pt x="546" y="289"/>
                  <a:pt x="550" y="288"/>
                </a:cubicBezTo>
                <a:cubicBezTo>
                  <a:pt x="557" y="286"/>
                  <a:pt x="565" y="284"/>
                  <a:pt x="572" y="281"/>
                </a:cubicBezTo>
                <a:cubicBezTo>
                  <a:pt x="580" y="278"/>
                  <a:pt x="587" y="275"/>
                  <a:pt x="594" y="272"/>
                </a:cubicBezTo>
                <a:cubicBezTo>
                  <a:pt x="602" y="269"/>
                  <a:pt x="609" y="266"/>
                  <a:pt x="615" y="263"/>
                </a:cubicBezTo>
                <a:cubicBezTo>
                  <a:pt x="622" y="259"/>
                  <a:pt x="629" y="256"/>
                  <a:pt x="636" y="252"/>
                </a:cubicBezTo>
                <a:cubicBezTo>
                  <a:pt x="649" y="245"/>
                  <a:pt x="662" y="238"/>
                  <a:pt x="674" y="229"/>
                </a:cubicBezTo>
                <a:cubicBezTo>
                  <a:pt x="698" y="213"/>
                  <a:pt x="718" y="195"/>
                  <a:pt x="737" y="178"/>
                </a:cubicBezTo>
                <a:cubicBezTo>
                  <a:pt x="746" y="169"/>
                  <a:pt x="754" y="160"/>
                  <a:pt x="762" y="152"/>
                </a:cubicBezTo>
                <a:cubicBezTo>
                  <a:pt x="769" y="143"/>
                  <a:pt x="776" y="135"/>
                  <a:pt x="783" y="127"/>
                </a:cubicBezTo>
                <a:cubicBezTo>
                  <a:pt x="789" y="118"/>
                  <a:pt x="794" y="111"/>
                  <a:pt x="799" y="103"/>
                </a:cubicBezTo>
                <a:cubicBezTo>
                  <a:pt x="805" y="96"/>
                  <a:pt x="808" y="89"/>
                  <a:pt x="812" y="83"/>
                </a:cubicBezTo>
                <a:cubicBezTo>
                  <a:pt x="813" y="82"/>
                  <a:pt x="813" y="82"/>
                  <a:pt x="813" y="82"/>
                </a:cubicBezTo>
                <a:lnTo>
                  <a:pt x="852" y="100"/>
                </a:lnTo>
                <a:close/>
              </a:path>
            </a:pathLst>
          </a:custGeom>
          <a:solidFill>
            <a:srgbClr val="9DC428"/>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 name="Freeform 2385"/>
          <p:cNvSpPr>
            <a:spLocks/>
          </p:cNvSpPr>
          <p:nvPr/>
        </p:nvSpPr>
        <p:spPr bwMode="auto">
          <a:xfrm>
            <a:off x="7309528" y="3881037"/>
            <a:ext cx="2390284" cy="864772"/>
          </a:xfrm>
          <a:custGeom>
            <a:avLst/>
            <a:gdLst>
              <a:gd name="T0" fmla="*/ 827 w 852"/>
              <a:gd name="T1" fmla="*/ 0 h 308"/>
              <a:gd name="T2" fmla="*/ 764 w 852"/>
              <a:gd name="T3" fmla="*/ 59 h 308"/>
              <a:gd name="T4" fmla="*/ 741 w 852"/>
              <a:gd name="T5" fmla="*/ 97 h 308"/>
              <a:gd name="T6" fmla="*/ 703 w 852"/>
              <a:gd name="T7" fmla="*/ 145 h 308"/>
              <a:gd name="T8" fmla="*/ 615 w 852"/>
              <a:gd name="T9" fmla="*/ 217 h 308"/>
              <a:gd name="T10" fmla="*/ 578 w 852"/>
              <a:gd name="T11" fmla="*/ 237 h 308"/>
              <a:gd name="T12" fmla="*/ 538 w 852"/>
              <a:gd name="T13" fmla="*/ 254 h 308"/>
              <a:gd name="T14" fmla="*/ 517 w 852"/>
              <a:gd name="T15" fmla="*/ 261 h 308"/>
              <a:gd name="T16" fmla="*/ 473 w 852"/>
              <a:gd name="T17" fmla="*/ 272 h 308"/>
              <a:gd name="T18" fmla="*/ 451 w 852"/>
              <a:gd name="T19" fmla="*/ 276 h 308"/>
              <a:gd name="T20" fmla="*/ 428 w 852"/>
              <a:gd name="T21" fmla="*/ 278 h 308"/>
              <a:gd name="T22" fmla="*/ 381 w 852"/>
              <a:gd name="T23" fmla="*/ 280 h 308"/>
              <a:gd name="T24" fmla="*/ 358 w 852"/>
              <a:gd name="T25" fmla="*/ 278 h 308"/>
              <a:gd name="T26" fmla="*/ 335 w 852"/>
              <a:gd name="T27" fmla="*/ 276 h 308"/>
              <a:gd name="T28" fmla="*/ 290 w 852"/>
              <a:gd name="T29" fmla="*/ 267 h 308"/>
              <a:gd name="T30" fmla="*/ 268 w 852"/>
              <a:gd name="T31" fmla="*/ 262 h 308"/>
              <a:gd name="T32" fmla="*/ 226 w 852"/>
              <a:gd name="T33" fmla="*/ 246 h 308"/>
              <a:gd name="T34" fmla="*/ 187 w 852"/>
              <a:gd name="T35" fmla="*/ 228 h 308"/>
              <a:gd name="T36" fmla="*/ 92 w 852"/>
              <a:gd name="T37" fmla="*/ 158 h 308"/>
              <a:gd name="T38" fmla="*/ 49 w 852"/>
              <a:gd name="T39" fmla="*/ 110 h 308"/>
              <a:gd name="T40" fmla="*/ 21 w 852"/>
              <a:gd name="T41" fmla="*/ 69 h 308"/>
              <a:gd name="T42" fmla="*/ 0 w 852"/>
              <a:gd name="T43" fmla="*/ 30 h 308"/>
              <a:gd name="T44" fmla="*/ 19 w 852"/>
              <a:gd name="T45" fmla="*/ 70 h 308"/>
              <a:gd name="T46" fmla="*/ 45 w 852"/>
              <a:gd name="T47" fmla="*/ 113 h 308"/>
              <a:gd name="T48" fmla="*/ 86 w 852"/>
              <a:gd name="T49" fmla="*/ 165 h 308"/>
              <a:gd name="T50" fmla="*/ 179 w 852"/>
              <a:gd name="T51" fmla="*/ 241 h 308"/>
              <a:gd name="T52" fmla="*/ 219 w 852"/>
              <a:gd name="T53" fmla="*/ 263 h 308"/>
              <a:gd name="T54" fmla="*/ 262 w 852"/>
              <a:gd name="T55" fmla="*/ 281 h 308"/>
              <a:gd name="T56" fmla="*/ 284 w 852"/>
              <a:gd name="T57" fmla="*/ 288 h 308"/>
              <a:gd name="T58" fmla="*/ 331 w 852"/>
              <a:gd name="T59" fmla="*/ 300 h 308"/>
              <a:gd name="T60" fmla="*/ 355 w 852"/>
              <a:gd name="T61" fmla="*/ 304 h 308"/>
              <a:gd name="T62" fmla="*/ 380 w 852"/>
              <a:gd name="T63" fmla="*/ 306 h 308"/>
              <a:gd name="T64" fmla="*/ 429 w 852"/>
              <a:gd name="T65" fmla="*/ 308 h 308"/>
              <a:gd name="T66" fmla="*/ 453 w 852"/>
              <a:gd name="T67" fmla="*/ 306 h 308"/>
              <a:gd name="T68" fmla="*/ 478 w 852"/>
              <a:gd name="T69" fmla="*/ 304 h 308"/>
              <a:gd name="T70" fmla="*/ 526 w 852"/>
              <a:gd name="T71" fmla="*/ 295 h 308"/>
              <a:gd name="T72" fmla="*/ 550 w 852"/>
              <a:gd name="T73" fmla="*/ 288 h 308"/>
              <a:gd name="T74" fmla="*/ 594 w 852"/>
              <a:gd name="T75" fmla="*/ 272 h 308"/>
              <a:gd name="T76" fmla="*/ 636 w 852"/>
              <a:gd name="T77" fmla="*/ 252 h 308"/>
              <a:gd name="T78" fmla="*/ 737 w 852"/>
              <a:gd name="T79" fmla="*/ 178 h 308"/>
              <a:gd name="T80" fmla="*/ 783 w 852"/>
              <a:gd name="T81" fmla="*/ 127 h 308"/>
              <a:gd name="T82" fmla="*/ 812 w 852"/>
              <a:gd name="T83" fmla="*/ 83 h 308"/>
              <a:gd name="T84" fmla="*/ 852 w 852"/>
              <a:gd name="T85" fmla="*/ 100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52" h="308">
                <a:moveTo>
                  <a:pt x="852" y="100"/>
                </a:moveTo>
                <a:cubicBezTo>
                  <a:pt x="827" y="0"/>
                  <a:pt x="827" y="0"/>
                  <a:pt x="827" y="0"/>
                </a:cubicBezTo>
                <a:cubicBezTo>
                  <a:pt x="726" y="42"/>
                  <a:pt x="726" y="42"/>
                  <a:pt x="726" y="42"/>
                </a:cubicBezTo>
                <a:cubicBezTo>
                  <a:pt x="764" y="59"/>
                  <a:pt x="764" y="59"/>
                  <a:pt x="764" y="59"/>
                </a:cubicBezTo>
                <a:cubicBezTo>
                  <a:pt x="761" y="64"/>
                  <a:pt x="758" y="69"/>
                  <a:pt x="755" y="75"/>
                </a:cubicBezTo>
                <a:cubicBezTo>
                  <a:pt x="751" y="82"/>
                  <a:pt x="746" y="89"/>
                  <a:pt x="741" y="97"/>
                </a:cubicBezTo>
                <a:cubicBezTo>
                  <a:pt x="736" y="104"/>
                  <a:pt x="730" y="112"/>
                  <a:pt x="724" y="120"/>
                </a:cubicBezTo>
                <a:cubicBezTo>
                  <a:pt x="717" y="128"/>
                  <a:pt x="710" y="136"/>
                  <a:pt x="703" y="145"/>
                </a:cubicBezTo>
                <a:cubicBezTo>
                  <a:pt x="687" y="161"/>
                  <a:pt x="669" y="178"/>
                  <a:pt x="648" y="194"/>
                </a:cubicBezTo>
                <a:cubicBezTo>
                  <a:pt x="638" y="202"/>
                  <a:pt x="627" y="209"/>
                  <a:pt x="615" y="217"/>
                </a:cubicBezTo>
                <a:cubicBezTo>
                  <a:pt x="610" y="221"/>
                  <a:pt x="603" y="224"/>
                  <a:pt x="597" y="227"/>
                </a:cubicBezTo>
                <a:cubicBezTo>
                  <a:pt x="591" y="231"/>
                  <a:pt x="585" y="234"/>
                  <a:pt x="578" y="237"/>
                </a:cubicBezTo>
                <a:cubicBezTo>
                  <a:pt x="572" y="240"/>
                  <a:pt x="565" y="243"/>
                  <a:pt x="559" y="246"/>
                </a:cubicBezTo>
                <a:cubicBezTo>
                  <a:pt x="552" y="249"/>
                  <a:pt x="545" y="251"/>
                  <a:pt x="538" y="254"/>
                </a:cubicBezTo>
                <a:cubicBezTo>
                  <a:pt x="535" y="255"/>
                  <a:pt x="531" y="257"/>
                  <a:pt x="528" y="258"/>
                </a:cubicBezTo>
                <a:cubicBezTo>
                  <a:pt x="524" y="259"/>
                  <a:pt x="521" y="260"/>
                  <a:pt x="517" y="261"/>
                </a:cubicBezTo>
                <a:cubicBezTo>
                  <a:pt x="510" y="263"/>
                  <a:pt x="503" y="266"/>
                  <a:pt x="495" y="267"/>
                </a:cubicBezTo>
                <a:cubicBezTo>
                  <a:pt x="488" y="269"/>
                  <a:pt x="481" y="271"/>
                  <a:pt x="473" y="272"/>
                </a:cubicBezTo>
                <a:cubicBezTo>
                  <a:pt x="469" y="273"/>
                  <a:pt x="466" y="274"/>
                  <a:pt x="462" y="274"/>
                </a:cubicBezTo>
                <a:cubicBezTo>
                  <a:pt x="451" y="276"/>
                  <a:pt x="451" y="276"/>
                  <a:pt x="451" y="276"/>
                </a:cubicBezTo>
                <a:cubicBezTo>
                  <a:pt x="440" y="277"/>
                  <a:pt x="440" y="277"/>
                  <a:pt x="440" y="277"/>
                </a:cubicBezTo>
                <a:cubicBezTo>
                  <a:pt x="436" y="278"/>
                  <a:pt x="432" y="278"/>
                  <a:pt x="428" y="278"/>
                </a:cubicBezTo>
                <a:cubicBezTo>
                  <a:pt x="404" y="280"/>
                  <a:pt x="404" y="280"/>
                  <a:pt x="404" y="280"/>
                </a:cubicBezTo>
                <a:cubicBezTo>
                  <a:pt x="381" y="280"/>
                  <a:pt x="381" y="280"/>
                  <a:pt x="381" y="280"/>
                </a:cubicBezTo>
                <a:cubicBezTo>
                  <a:pt x="377" y="279"/>
                  <a:pt x="373" y="280"/>
                  <a:pt x="370" y="279"/>
                </a:cubicBezTo>
                <a:cubicBezTo>
                  <a:pt x="358" y="278"/>
                  <a:pt x="358" y="278"/>
                  <a:pt x="358" y="278"/>
                </a:cubicBezTo>
                <a:cubicBezTo>
                  <a:pt x="347" y="277"/>
                  <a:pt x="347" y="277"/>
                  <a:pt x="347" y="277"/>
                </a:cubicBezTo>
                <a:cubicBezTo>
                  <a:pt x="343" y="277"/>
                  <a:pt x="339" y="277"/>
                  <a:pt x="335" y="276"/>
                </a:cubicBezTo>
                <a:cubicBezTo>
                  <a:pt x="327" y="275"/>
                  <a:pt x="320" y="274"/>
                  <a:pt x="312" y="272"/>
                </a:cubicBezTo>
                <a:cubicBezTo>
                  <a:pt x="305" y="271"/>
                  <a:pt x="297" y="269"/>
                  <a:pt x="290" y="267"/>
                </a:cubicBezTo>
                <a:cubicBezTo>
                  <a:pt x="286" y="267"/>
                  <a:pt x="283" y="266"/>
                  <a:pt x="279" y="265"/>
                </a:cubicBezTo>
                <a:cubicBezTo>
                  <a:pt x="275" y="264"/>
                  <a:pt x="272" y="263"/>
                  <a:pt x="268" y="262"/>
                </a:cubicBezTo>
                <a:cubicBezTo>
                  <a:pt x="261" y="259"/>
                  <a:pt x="254" y="257"/>
                  <a:pt x="247" y="255"/>
                </a:cubicBezTo>
                <a:cubicBezTo>
                  <a:pt x="240" y="252"/>
                  <a:pt x="233" y="249"/>
                  <a:pt x="226" y="246"/>
                </a:cubicBezTo>
                <a:cubicBezTo>
                  <a:pt x="219" y="244"/>
                  <a:pt x="213" y="241"/>
                  <a:pt x="206" y="237"/>
                </a:cubicBezTo>
                <a:cubicBezTo>
                  <a:pt x="200" y="234"/>
                  <a:pt x="193" y="231"/>
                  <a:pt x="187" y="228"/>
                </a:cubicBezTo>
                <a:cubicBezTo>
                  <a:pt x="175" y="221"/>
                  <a:pt x="163" y="214"/>
                  <a:pt x="152" y="206"/>
                </a:cubicBezTo>
                <a:cubicBezTo>
                  <a:pt x="129" y="191"/>
                  <a:pt x="110" y="174"/>
                  <a:pt x="92" y="158"/>
                </a:cubicBezTo>
                <a:cubicBezTo>
                  <a:pt x="84" y="150"/>
                  <a:pt x="76" y="142"/>
                  <a:pt x="69" y="134"/>
                </a:cubicBezTo>
                <a:cubicBezTo>
                  <a:pt x="62" y="125"/>
                  <a:pt x="55" y="118"/>
                  <a:pt x="49" y="110"/>
                </a:cubicBezTo>
                <a:cubicBezTo>
                  <a:pt x="43" y="102"/>
                  <a:pt x="38" y="95"/>
                  <a:pt x="33" y="88"/>
                </a:cubicBezTo>
                <a:cubicBezTo>
                  <a:pt x="28" y="81"/>
                  <a:pt x="25" y="74"/>
                  <a:pt x="21" y="69"/>
                </a:cubicBezTo>
                <a:cubicBezTo>
                  <a:pt x="13" y="57"/>
                  <a:pt x="9" y="47"/>
                  <a:pt x="5" y="40"/>
                </a:cubicBezTo>
                <a:cubicBezTo>
                  <a:pt x="2" y="34"/>
                  <a:pt x="0" y="30"/>
                  <a:pt x="0" y="30"/>
                </a:cubicBezTo>
                <a:cubicBezTo>
                  <a:pt x="0" y="30"/>
                  <a:pt x="2" y="34"/>
                  <a:pt x="5" y="41"/>
                </a:cubicBezTo>
                <a:cubicBezTo>
                  <a:pt x="8" y="47"/>
                  <a:pt x="12" y="58"/>
                  <a:pt x="19" y="70"/>
                </a:cubicBezTo>
                <a:cubicBezTo>
                  <a:pt x="22" y="76"/>
                  <a:pt x="26" y="83"/>
                  <a:pt x="30" y="90"/>
                </a:cubicBezTo>
                <a:cubicBezTo>
                  <a:pt x="35" y="97"/>
                  <a:pt x="40" y="105"/>
                  <a:pt x="45" y="113"/>
                </a:cubicBezTo>
                <a:cubicBezTo>
                  <a:pt x="51" y="121"/>
                  <a:pt x="57" y="129"/>
                  <a:pt x="63" y="138"/>
                </a:cubicBezTo>
                <a:cubicBezTo>
                  <a:pt x="70" y="147"/>
                  <a:pt x="78" y="156"/>
                  <a:pt x="86" y="165"/>
                </a:cubicBezTo>
                <a:cubicBezTo>
                  <a:pt x="103" y="182"/>
                  <a:pt x="122" y="200"/>
                  <a:pt x="144" y="217"/>
                </a:cubicBezTo>
                <a:cubicBezTo>
                  <a:pt x="155" y="226"/>
                  <a:pt x="167" y="233"/>
                  <a:pt x="179" y="241"/>
                </a:cubicBezTo>
                <a:cubicBezTo>
                  <a:pt x="186" y="245"/>
                  <a:pt x="192" y="249"/>
                  <a:pt x="199" y="252"/>
                </a:cubicBezTo>
                <a:cubicBezTo>
                  <a:pt x="205" y="256"/>
                  <a:pt x="212" y="260"/>
                  <a:pt x="219" y="263"/>
                </a:cubicBezTo>
                <a:cubicBezTo>
                  <a:pt x="226" y="266"/>
                  <a:pt x="233" y="269"/>
                  <a:pt x="240" y="272"/>
                </a:cubicBezTo>
                <a:cubicBezTo>
                  <a:pt x="247" y="275"/>
                  <a:pt x="254" y="278"/>
                  <a:pt x="262" y="281"/>
                </a:cubicBezTo>
                <a:cubicBezTo>
                  <a:pt x="265" y="282"/>
                  <a:pt x="269" y="284"/>
                  <a:pt x="273" y="285"/>
                </a:cubicBezTo>
                <a:cubicBezTo>
                  <a:pt x="277" y="286"/>
                  <a:pt x="280" y="287"/>
                  <a:pt x="284" y="288"/>
                </a:cubicBezTo>
                <a:cubicBezTo>
                  <a:pt x="292" y="290"/>
                  <a:pt x="300" y="293"/>
                  <a:pt x="307" y="295"/>
                </a:cubicBezTo>
                <a:cubicBezTo>
                  <a:pt x="315" y="297"/>
                  <a:pt x="323" y="298"/>
                  <a:pt x="331" y="300"/>
                </a:cubicBezTo>
                <a:cubicBezTo>
                  <a:pt x="335" y="301"/>
                  <a:pt x="339" y="302"/>
                  <a:pt x="343" y="302"/>
                </a:cubicBezTo>
                <a:cubicBezTo>
                  <a:pt x="355" y="304"/>
                  <a:pt x="355" y="304"/>
                  <a:pt x="355" y="304"/>
                </a:cubicBezTo>
                <a:cubicBezTo>
                  <a:pt x="368" y="306"/>
                  <a:pt x="368" y="306"/>
                  <a:pt x="368" y="306"/>
                </a:cubicBezTo>
                <a:cubicBezTo>
                  <a:pt x="372" y="306"/>
                  <a:pt x="376" y="306"/>
                  <a:pt x="380" y="306"/>
                </a:cubicBezTo>
                <a:cubicBezTo>
                  <a:pt x="405" y="308"/>
                  <a:pt x="405" y="308"/>
                  <a:pt x="405" y="308"/>
                </a:cubicBezTo>
                <a:cubicBezTo>
                  <a:pt x="429" y="308"/>
                  <a:pt x="429" y="308"/>
                  <a:pt x="429" y="308"/>
                </a:cubicBezTo>
                <a:cubicBezTo>
                  <a:pt x="433" y="308"/>
                  <a:pt x="437" y="308"/>
                  <a:pt x="441" y="308"/>
                </a:cubicBezTo>
                <a:cubicBezTo>
                  <a:pt x="453" y="306"/>
                  <a:pt x="453" y="306"/>
                  <a:pt x="453" y="306"/>
                </a:cubicBezTo>
                <a:cubicBezTo>
                  <a:pt x="466" y="305"/>
                  <a:pt x="466" y="305"/>
                  <a:pt x="466" y="305"/>
                </a:cubicBezTo>
                <a:cubicBezTo>
                  <a:pt x="470" y="305"/>
                  <a:pt x="474" y="305"/>
                  <a:pt x="478" y="304"/>
                </a:cubicBezTo>
                <a:cubicBezTo>
                  <a:pt x="486" y="303"/>
                  <a:pt x="494" y="301"/>
                  <a:pt x="503" y="300"/>
                </a:cubicBezTo>
                <a:cubicBezTo>
                  <a:pt x="511" y="299"/>
                  <a:pt x="518" y="296"/>
                  <a:pt x="526" y="295"/>
                </a:cubicBezTo>
                <a:cubicBezTo>
                  <a:pt x="530" y="294"/>
                  <a:pt x="534" y="293"/>
                  <a:pt x="538" y="292"/>
                </a:cubicBezTo>
                <a:cubicBezTo>
                  <a:pt x="542" y="291"/>
                  <a:pt x="546" y="289"/>
                  <a:pt x="550" y="288"/>
                </a:cubicBezTo>
                <a:cubicBezTo>
                  <a:pt x="557" y="286"/>
                  <a:pt x="565" y="284"/>
                  <a:pt x="572" y="281"/>
                </a:cubicBezTo>
                <a:cubicBezTo>
                  <a:pt x="580" y="278"/>
                  <a:pt x="587" y="275"/>
                  <a:pt x="594" y="272"/>
                </a:cubicBezTo>
                <a:cubicBezTo>
                  <a:pt x="602" y="269"/>
                  <a:pt x="609" y="266"/>
                  <a:pt x="615" y="263"/>
                </a:cubicBezTo>
                <a:cubicBezTo>
                  <a:pt x="622" y="259"/>
                  <a:pt x="629" y="256"/>
                  <a:pt x="636" y="252"/>
                </a:cubicBezTo>
                <a:cubicBezTo>
                  <a:pt x="649" y="245"/>
                  <a:pt x="662" y="238"/>
                  <a:pt x="674" y="229"/>
                </a:cubicBezTo>
                <a:cubicBezTo>
                  <a:pt x="698" y="213"/>
                  <a:pt x="718" y="195"/>
                  <a:pt x="737" y="178"/>
                </a:cubicBezTo>
                <a:cubicBezTo>
                  <a:pt x="746" y="169"/>
                  <a:pt x="754" y="160"/>
                  <a:pt x="762" y="152"/>
                </a:cubicBezTo>
                <a:cubicBezTo>
                  <a:pt x="769" y="143"/>
                  <a:pt x="776" y="135"/>
                  <a:pt x="783" y="127"/>
                </a:cubicBezTo>
                <a:cubicBezTo>
                  <a:pt x="789" y="118"/>
                  <a:pt x="794" y="111"/>
                  <a:pt x="799" y="103"/>
                </a:cubicBezTo>
                <a:cubicBezTo>
                  <a:pt x="805" y="96"/>
                  <a:pt x="808" y="89"/>
                  <a:pt x="812" y="83"/>
                </a:cubicBezTo>
                <a:cubicBezTo>
                  <a:pt x="813" y="82"/>
                  <a:pt x="813" y="82"/>
                  <a:pt x="813" y="82"/>
                </a:cubicBezTo>
                <a:lnTo>
                  <a:pt x="852" y="100"/>
                </a:lnTo>
                <a:close/>
              </a:path>
            </a:pathLst>
          </a:custGeom>
          <a:solidFill>
            <a:srgbClr val="F8850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 name="文本框 13"/>
          <p:cNvSpPr txBox="1"/>
          <p:nvPr/>
        </p:nvSpPr>
        <p:spPr>
          <a:xfrm>
            <a:off x="3284930" y="2646178"/>
            <a:ext cx="748923" cy="1138773"/>
          </a:xfrm>
          <a:prstGeom prst="rect">
            <a:avLst/>
          </a:prstGeom>
          <a:noFill/>
        </p:spPr>
        <p:txBody>
          <a:bodyPr wrap="none" rtlCol="0">
            <a:spAutoFit/>
          </a:bodyPr>
          <a:lstStyle/>
          <a:p>
            <a:pPr algn="ctr"/>
            <a:r>
              <a:rPr lang="en-US" altLang="zh-CN" sz="2000" dirty="0">
                <a:solidFill>
                  <a:schemeClr val="bg1"/>
                </a:solidFill>
              </a:rPr>
              <a:t>STEP</a:t>
            </a:r>
          </a:p>
          <a:p>
            <a:pPr algn="ctr"/>
            <a:r>
              <a:rPr lang="en-US" altLang="zh-CN" sz="4800" dirty="0">
                <a:solidFill>
                  <a:schemeClr val="bg1"/>
                </a:solidFill>
                <a:latin typeface="Impact" panose="020B0806030902050204" pitchFamily="34" charset="0"/>
              </a:rPr>
              <a:t>01</a:t>
            </a:r>
            <a:endParaRPr lang="zh-CN" altLang="en-US" sz="4800" dirty="0">
              <a:solidFill>
                <a:schemeClr val="bg1"/>
              </a:solidFill>
              <a:latin typeface="Impact" panose="020B0806030902050204" pitchFamily="34" charset="0"/>
            </a:endParaRPr>
          </a:p>
        </p:txBody>
      </p:sp>
      <p:sp>
        <p:nvSpPr>
          <p:cNvPr id="15" name="文本框 14"/>
          <p:cNvSpPr txBox="1"/>
          <p:nvPr/>
        </p:nvSpPr>
        <p:spPr>
          <a:xfrm>
            <a:off x="5735226" y="3844605"/>
            <a:ext cx="824265" cy="1138773"/>
          </a:xfrm>
          <a:prstGeom prst="rect">
            <a:avLst/>
          </a:prstGeom>
          <a:noFill/>
        </p:spPr>
        <p:txBody>
          <a:bodyPr wrap="none" rtlCol="0">
            <a:spAutoFit/>
          </a:bodyPr>
          <a:lstStyle/>
          <a:p>
            <a:pPr algn="ctr"/>
            <a:r>
              <a:rPr lang="en-US" altLang="zh-CN" sz="2000" dirty="0">
                <a:solidFill>
                  <a:schemeClr val="bg1"/>
                </a:solidFill>
              </a:rPr>
              <a:t>STEP</a:t>
            </a:r>
          </a:p>
          <a:p>
            <a:pPr algn="ctr"/>
            <a:r>
              <a:rPr lang="en-US" altLang="zh-CN" sz="4800" dirty="0">
                <a:solidFill>
                  <a:schemeClr val="bg1"/>
                </a:solidFill>
                <a:latin typeface="Impact" panose="020B0806030902050204" pitchFamily="34" charset="0"/>
              </a:rPr>
              <a:t>02</a:t>
            </a:r>
            <a:endParaRPr lang="zh-CN" altLang="en-US" sz="4800" dirty="0">
              <a:solidFill>
                <a:schemeClr val="bg1"/>
              </a:solidFill>
              <a:latin typeface="Impact" panose="020B0806030902050204" pitchFamily="34" charset="0"/>
            </a:endParaRPr>
          </a:p>
        </p:txBody>
      </p:sp>
      <p:sp>
        <p:nvSpPr>
          <p:cNvPr id="16" name="文本框 15"/>
          <p:cNvSpPr txBox="1"/>
          <p:nvPr/>
        </p:nvSpPr>
        <p:spPr>
          <a:xfrm>
            <a:off x="8117215" y="2734889"/>
            <a:ext cx="841898" cy="1138773"/>
          </a:xfrm>
          <a:prstGeom prst="rect">
            <a:avLst/>
          </a:prstGeom>
          <a:noFill/>
        </p:spPr>
        <p:txBody>
          <a:bodyPr wrap="none" rtlCol="0">
            <a:spAutoFit/>
          </a:bodyPr>
          <a:lstStyle/>
          <a:p>
            <a:pPr algn="ctr"/>
            <a:r>
              <a:rPr lang="en-US" altLang="zh-CN" sz="2000" dirty="0">
                <a:solidFill>
                  <a:schemeClr val="bg1"/>
                </a:solidFill>
              </a:rPr>
              <a:t>STEP</a:t>
            </a:r>
          </a:p>
          <a:p>
            <a:pPr algn="ctr"/>
            <a:r>
              <a:rPr lang="en-US" altLang="zh-CN" sz="4800" dirty="0">
                <a:solidFill>
                  <a:schemeClr val="bg1"/>
                </a:solidFill>
                <a:latin typeface="Impact" panose="020B0806030902050204" pitchFamily="34" charset="0"/>
              </a:rPr>
              <a:t>03</a:t>
            </a:r>
            <a:endParaRPr lang="zh-CN" altLang="en-US" sz="4800" dirty="0">
              <a:solidFill>
                <a:schemeClr val="bg1"/>
              </a:solidFill>
              <a:latin typeface="Impact" panose="020B0806030902050204" pitchFamily="34" charset="0"/>
            </a:endParaRPr>
          </a:p>
        </p:txBody>
      </p:sp>
      <p:sp>
        <p:nvSpPr>
          <p:cNvPr id="17" name="文本框 16"/>
          <p:cNvSpPr txBox="1"/>
          <p:nvPr/>
        </p:nvSpPr>
        <p:spPr>
          <a:xfrm>
            <a:off x="4975674" y="1937255"/>
            <a:ext cx="2856518" cy="830997"/>
          </a:xfrm>
          <a:prstGeom prst="rect">
            <a:avLst/>
          </a:prstGeom>
          <a:noFill/>
        </p:spPr>
        <p:txBody>
          <a:bodyPr wrap="square" rtlCol="0">
            <a:spAutoFit/>
          </a:bodyPr>
          <a:lstStyle/>
          <a:p>
            <a:pPr>
              <a:lnSpc>
                <a:spcPct val="120000"/>
              </a:lnSpc>
            </a:pPr>
            <a:r>
              <a:rPr lang="zh-CN" altLang="en-US" sz="2400" b="1" dirty="0">
                <a:solidFill>
                  <a:srgbClr val="C60095"/>
                </a:solidFill>
              </a:rPr>
              <a:t>添加标题</a:t>
            </a:r>
            <a:endParaRPr lang="en-US" altLang="zh-CN" sz="2400" b="1" dirty="0">
              <a:solidFill>
                <a:srgbClr val="C60095"/>
              </a:solidFill>
            </a:endParaRPr>
          </a:p>
          <a:p>
            <a:pPr>
              <a:lnSpc>
                <a:spcPct val="120000"/>
              </a:lnSpc>
            </a:pPr>
            <a:r>
              <a:rPr lang="zh-CN" altLang="en-US" sz="1600" dirty="0">
                <a:solidFill>
                  <a:schemeClr val="tx1">
                    <a:lumMod val="65000"/>
                    <a:lumOff val="35000"/>
                  </a:schemeClr>
                </a:solidFill>
              </a:rPr>
              <a:t>添加内容添加内容</a:t>
            </a:r>
          </a:p>
        </p:txBody>
      </p:sp>
      <p:sp>
        <p:nvSpPr>
          <p:cNvPr id="18" name="文本框 17"/>
          <p:cNvSpPr txBox="1"/>
          <p:nvPr/>
        </p:nvSpPr>
        <p:spPr>
          <a:xfrm>
            <a:off x="7892184" y="4923708"/>
            <a:ext cx="2856518" cy="830997"/>
          </a:xfrm>
          <a:prstGeom prst="rect">
            <a:avLst/>
          </a:prstGeom>
          <a:noFill/>
        </p:spPr>
        <p:txBody>
          <a:bodyPr wrap="square" rtlCol="0">
            <a:spAutoFit/>
          </a:bodyPr>
          <a:lstStyle/>
          <a:p>
            <a:pPr>
              <a:lnSpc>
                <a:spcPct val="120000"/>
              </a:lnSpc>
            </a:pPr>
            <a:r>
              <a:rPr lang="zh-CN" altLang="en-US" sz="2400" b="1" dirty="0">
                <a:solidFill>
                  <a:srgbClr val="F88500"/>
                </a:solidFill>
              </a:rPr>
              <a:t>添加标题</a:t>
            </a:r>
            <a:endParaRPr lang="en-US" altLang="zh-CN" sz="2400" b="1" dirty="0">
              <a:solidFill>
                <a:srgbClr val="F88500"/>
              </a:solidFill>
            </a:endParaRPr>
          </a:p>
          <a:p>
            <a:pPr>
              <a:lnSpc>
                <a:spcPct val="120000"/>
              </a:lnSpc>
            </a:pPr>
            <a:r>
              <a:rPr lang="zh-CN" altLang="en-US" sz="1600" dirty="0">
                <a:solidFill>
                  <a:schemeClr val="tx1">
                    <a:lumMod val="65000"/>
                    <a:lumOff val="35000"/>
                  </a:schemeClr>
                </a:solidFill>
              </a:rPr>
              <a:t>添加内容添加内容</a:t>
            </a:r>
          </a:p>
        </p:txBody>
      </p:sp>
      <p:sp>
        <p:nvSpPr>
          <p:cNvPr id="19" name="文本框 18"/>
          <p:cNvSpPr txBox="1"/>
          <p:nvPr/>
        </p:nvSpPr>
        <p:spPr>
          <a:xfrm>
            <a:off x="1473516" y="4898598"/>
            <a:ext cx="2856518" cy="830997"/>
          </a:xfrm>
          <a:prstGeom prst="rect">
            <a:avLst/>
          </a:prstGeom>
          <a:noFill/>
        </p:spPr>
        <p:txBody>
          <a:bodyPr wrap="square" rtlCol="0">
            <a:spAutoFit/>
          </a:bodyPr>
          <a:lstStyle/>
          <a:p>
            <a:pPr algn="r">
              <a:lnSpc>
                <a:spcPct val="120000"/>
              </a:lnSpc>
            </a:pPr>
            <a:r>
              <a:rPr lang="zh-CN" altLang="en-US" sz="2400" b="1" dirty="0">
                <a:solidFill>
                  <a:srgbClr val="9DC428"/>
                </a:solidFill>
              </a:rPr>
              <a:t>添加标题</a:t>
            </a:r>
            <a:endParaRPr lang="en-US" altLang="zh-CN" sz="2400" b="1" dirty="0">
              <a:solidFill>
                <a:srgbClr val="9DC428"/>
              </a:solidFill>
            </a:endParaRPr>
          </a:p>
          <a:p>
            <a:pPr algn="r">
              <a:lnSpc>
                <a:spcPct val="120000"/>
              </a:lnSpc>
            </a:pPr>
            <a:r>
              <a:rPr lang="zh-CN" altLang="en-US" sz="1600" dirty="0">
                <a:solidFill>
                  <a:schemeClr val="tx1">
                    <a:lumMod val="65000"/>
                    <a:lumOff val="35000"/>
                  </a:schemeClr>
                </a:solidFill>
              </a:rPr>
              <a:t>添加内容添加内容</a:t>
            </a:r>
          </a:p>
        </p:txBody>
      </p:sp>
      <p:sp>
        <p:nvSpPr>
          <p:cNvPr id="21"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三项递进</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484943099"/>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椭圆 40"/>
          <p:cNvSpPr/>
          <p:nvPr/>
        </p:nvSpPr>
        <p:spPr>
          <a:xfrm>
            <a:off x="4946285" y="2139670"/>
            <a:ext cx="2299432" cy="2299430"/>
          </a:xfrm>
          <a:prstGeom prst="ellipse">
            <a:avLst/>
          </a:prstGeom>
          <a:gradFill flip="none" rotWithShape="1">
            <a:gsLst>
              <a:gs pos="0">
                <a:srgbClr val="A5B0B1"/>
              </a:gs>
              <a:gs pos="100000">
                <a:srgbClr val="BABEC1"/>
              </a:gs>
            </a:gsLst>
            <a:lin ang="18900000" scaled="1"/>
            <a:tileRect/>
          </a:gradFill>
          <a:ln w="6667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7" name="矩形 46"/>
          <p:cNvSpPr>
            <a:spLocks noChangeAspect="1"/>
          </p:cNvSpPr>
          <p:nvPr/>
        </p:nvSpPr>
        <p:spPr bwMode="auto">
          <a:xfrm rot="2700000">
            <a:off x="5667806" y="3175954"/>
            <a:ext cx="2382718" cy="1779251"/>
          </a:xfrm>
          <a:prstGeom prst="rect">
            <a:avLst/>
          </a:prstGeom>
          <a:gradFill flip="none" rotWithShape="0">
            <a:gsLst>
              <a:gs pos="41000">
                <a:schemeClr val="tx1">
                  <a:alpha val="10000"/>
                </a:schemeClr>
              </a:gs>
              <a:gs pos="0">
                <a:schemeClr val="bg1">
                  <a:lumMod val="65000"/>
                  <a:alpha val="66000"/>
                </a:schemeClr>
              </a:gs>
              <a:gs pos="78000">
                <a:schemeClr val="tx1">
                  <a:alpha val="0"/>
                </a:schemeClr>
              </a:gs>
              <a:gs pos="100000">
                <a:schemeClr val="tx1">
                  <a:alpha val="0"/>
                </a:schemeClr>
              </a:gs>
            </a:gsLst>
            <a:lin ang="2700000" scaled="0"/>
            <a:tileRect/>
          </a:gradFill>
          <a:ln>
            <a:noFill/>
          </a:ln>
        </p:spPr>
        <p:txBody>
          <a:bodyPr vert="horz" wrap="square" lIns="91440" tIns="45720" rIns="91440" bIns="45720" numCol="1" anchor="t" anchorCtr="0" compatLnSpc="1">
            <a:prstTxWarp prst="textNoShape">
              <a:avLst/>
            </a:prstTxWarp>
            <a:noAutofit/>
          </a:bodyPr>
          <a:lstStyle/>
          <a:p>
            <a:endParaRPr lang="zh-CN" altLang="en-US" dirty="0"/>
          </a:p>
        </p:txBody>
      </p:sp>
      <p:sp>
        <p:nvSpPr>
          <p:cNvPr id="5" name="AutoShape 3"/>
          <p:cNvSpPr>
            <a:spLocks noChangeAspect="1" noChangeArrowheads="1" noTextEdit="1"/>
          </p:cNvSpPr>
          <p:nvPr/>
        </p:nvSpPr>
        <p:spPr bwMode="auto">
          <a:xfrm>
            <a:off x="4199283" y="1394673"/>
            <a:ext cx="3793434" cy="37894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Freeform 5"/>
          <p:cNvSpPr>
            <a:spLocks/>
          </p:cNvSpPr>
          <p:nvPr/>
        </p:nvSpPr>
        <p:spPr bwMode="auto">
          <a:xfrm>
            <a:off x="5983721" y="1400689"/>
            <a:ext cx="2004986" cy="2867129"/>
          </a:xfrm>
          <a:custGeom>
            <a:avLst/>
            <a:gdLst>
              <a:gd name="T0" fmla="*/ 160 w 1258"/>
              <a:gd name="T1" fmla="*/ 0 h 1797"/>
              <a:gd name="T2" fmla="*/ 0 w 1258"/>
              <a:gd name="T3" fmla="*/ 160 h 1797"/>
              <a:gd name="T4" fmla="*/ 133 w 1258"/>
              <a:gd name="T5" fmla="*/ 293 h 1797"/>
              <a:gd name="T6" fmla="*/ 964 w 1258"/>
              <a:gd name="T7" fmla="*/ 1184 h 1797"/>
              <a:gd name="T8" fmla="*/ 830 w 1258"/>
              <a:gd name="T9" fmla="*/ 1654 h 1797"/>
              <a:gd name="T10" fmla="*/ 1012 w 1258"/>
              <a:gd name="T11" fmla="*/ 1588 h 1797"/>
              <a:gd name="T12" fmla="*/ 1087 w 1258"/>
              <a:gd name="T13" fmla="*/ 1797 h 1797"/>
              <a:gd name="T14" fmla="*/ 1258 w 1258"/>
              <a:gd name="T15" fmla="*/ 1184 h 1797"/>
              <a:gd name="T16" fmla="*/ 160 w 1258"/>
              <a:gd name="T17" fmla="*/ 0 h 17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8" h="1797">
                <a:moveTo>
                  <a:pt x="160" y="0"/>
                </a:moveTo>
                <a:cubicBezTo>
                  <a:pt x="0" y="160"/>
                  <a:pt x="0" y="160"/>
                  <a:pt x="0" y="160"/>
                </a:cubicBezTo>
                <a:cubicBezTo>
                  <a:pt x="133" y="293"/>
                  <a:pt x="133" y="293"/>
                  <a:pt x="133" y="293"/>
                </a:cubicBezTo>
                <a:cubicBezTo>
                  <a:pt x="597" y="325"/>
                  <a:pt x="964" y="711"/>
                  <a:pt x="964" y="1184"/>
                </a:cubicBezTo>
                <a:cubicBezTo>
                  <a:pt x="964" y="1356"/>
                  <a:pt x="915" y="1517"/>
                  <a:pt x="830" y="1654"/>
                </a:cubicBezTo>
                <a:cubicBezTo>
                  <a:pt x="1012" y="1588"/>
                  <a:pt x="1012" y="1588"/>
                  <a:pt x="1012" y="1588"/>
                </a:cubicBezTo>
                <a:cubicBezTo>
                  <a:pt x="1087" y="1797"/>
                  <a:pt x="1087" y="1797"/>
                  <a:pt x="1087" y="1797"/>
                </a:cubicBezTo>
                <a:cubicBezTo>
                  <a:pt x="1196" y="1618"/>
                  <a:pt x="1258" y="1408"/>
                  <a:pt x="1258" y="1184"/>
                </a:cubicBezTo>
                <a:cubicBezTo>
                  <a:pt x="1258" y="558"/>
                  <a:pt x="774" y="46"/>
                  <a:pt x="160" y="0"/>
                </a:cubicBezTo>
                <a:close/>
              </a:path>
            </a:pathLst>
          </a:custGeom>
          <a:gradFill>
            <a:gsLst>
              <a:gs pos="0">
                <a:srgbClr val="E0E200"/>
              </a:gs>
              <a:gs pos="84000">
                <a:srgbClr val="94C11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7" name="Freeform 6"/>
          <p:cNvSpPr>
            <a:spLocks/>
          </p:cNvSpPr>
          <p:nvPr/>
        </p:nvSpPr>
        <p:spPr bwMode="auto">
          <a:xfrm>
            <a:off x="4203293" y="1396679"/>
            <a:ext cx="1892707" cy="2730790"/>
          </a:xfrm>
          <a:custGeom>
            <a:avLst/>
            <a:gdLst>
              <a:gd name="T0" fmla="*/ 366 w 1187"/>
              <a:gd name="T1" fmla="*/ 1537 h 1712"/>
              <a:gd name="T2" fmla="*/ 294 w 1187"/>
              <a:gd name="T3" fmla="*/ 1187 h 1712"/>
              <a:gd name="T4" fmla="*/ 1155 w 1187"/>
              <a:gd name="T5" fmla="*/ 294 h 1712"/>
              <a:gd name="T6" fmla="*/ 1024 w 1187"/>
              <a:gd name="T7" fmla="*/ 163 h 1712"/>
              <a:gd name="T8" fmla="*/ 1187 w 1187"/>
              <a:gd name="T9" fmla="*/ 0 h 1712"/>
              <a:gd name="T10" fmla="*/ 1187 w 1187"/>
              <a:gd name="T11" fmla="*/ 0 h 1712"/>
              <a:gd name="T12" fmla="*/ 0 w 1187"/>
              <a:gd name="T13" fmla="*/ 1187 h 1712"/>
              <a:gd name="T14" fmla="*/ 84 w 1187"/>
              <a:gd name="T15" fmla="*/ 1626 h 1712"/>
              <a:gd name="T16" fmla="*/ 295 w 1187"/>
              <a:gd name="T17" fmla="*/ 1712 h 1712"/>
              <a:gd name="T18" fmla="*/ 366 w 1187"/>
              <a:gd name="T19" fmla="*/ 1537 h 1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87" h="1712">
                <a:moveTo>
                  <a:pt x="366" y="1537"/>
                </a:moveTo>
                <a:cubicBezTo>
                  <a:pt x="320" y="1430"/>
                  <a:pt x="294" y="1311"/>
                  <a:pt x="294" y="1187"/>
                </a:cubicBezTo>
                <a:cubicBezTo>
                  <a:pt x="294" y="704"/>
                  <a:pt x="677" y="311"/>
                  <a:pt x="1155" y="294"/>
                </a:cubicBezTo>
                <a:cubicBezTo>
                  <a:pt x="1024" y="163"/>
                  <a:pt x="1024" y="163"/>
                  <a:pt x="1024" y="163"/>
                </a:cubicBezTo>
                <a:cubicBezTo>
                  <a:pt x="1187" y="0"/>
                  <a:pt x="1187" y="0"/>
                  <a:pt x="1187" y="0"/>
                </a:cubicBezTo>
                <a:cubicBezTo>
                  <a:pt x="1187" y="0"/>
                  <a:pt x="1187" y="0"/>
                  <a:pt x="1187" y="0"/>
                </a:cubicBezTo>
                <a:cubicBezTo>
                  <a:pt x="531" y="0"/>
                  <a:pt x="0" y="531"/>
                  <a:pt x="0" y="1187"/>
                </a:cubicBezTo>
                <a:cubicBezTo>
                  <a:pt x="0" y="1342"/>
                  <a:pt x="30" y="1490"/>
                  <a:pt x="84" y="1626"/>
                </a:cubicBezTo>
                <a:cubicBezTo>
                  <a:pt x="295" y="1712"/>
                  <a:pt x="295" y="1712"/>
                  <a:pt x="295" y="1712"/>
                </a:cubicBezTo>
                <a:lnTo>
                  <a:pt x="366" y="1537"/>
                </a:lnTo>
                <a:close/>
              </a:path>
            </a:pathLst>
          </a:custGeom>
          <a:gradFill>
            <a:gsLst>
              <a:gs pos="0">
                <a:srgbClr val="9F73B0"/>
              </a:gs>
              <a:gs pos="100000">
                <a:srgbClr val="253C9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8" name="Freeform 7"/>
          <p:cNvSpPr>
            <a:spLocks/>
          </p:cNvSpPr>
          <p:nvPr/>
        </p:nvSpPr>
        <p:spPr bwMode="auto">
          <a:xfrm>
            <a:off x="4399782" y="3973084"/>
            <a:ext cx="3246073" cy="1209007"/>
          </a:xfrm>
          <a:custGeom>
            <a:avLst/>
            <a:gdLst>
              <a:gd name="T0" fmla="*/ 1756 w 2035"/>
              <a:gd name="T1" fmla="*/ 135 h 758"/>
              <a:gd name="T2" fmla="*/ 1064 w 2035"/>
              <a:gd name="T3" fmla="*/ 463 h 758"/>
              <a:gd name="T4" fmla="*/ 281 w 2035"/>
              <a:gd name="T5" fmla="*/ 0 h 758"/>
              <a:gd name="T6" fmla="*/ 208 w 2035"/>
              <a:gd name="T7" fmla="*/ 181 h 758"/>
              <a:gd name="T8" fmla="*/ 0 w 2035"/>
              <a:gd name="T9" fmla="*/ 96 h 758"/>
              <a:gd name="T10" fmla="*/ 1064 w 2035"/>
              <a:gd name="T11" fmla="*/ 758 h 758"/>
              <a:gd name="T12" fmla="*/ 2035 w 2035"/>
              <a:gd name="T13" fmla="*/ 253 h 758"/>
              <a:gd name="T14" fmla="*/ 1965 w 2035"/>
              <a:gd name="T15" fmla="*/ 59 h 758"/>
              <a:gd name="T16" fmla="*/ 1756 w 2035"/>
              <a:gd name="T17" fmla="*/ 135 h 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5" h="758">
                <a:moveTo>
                  <a:pt x="1756" y="135"/>
                </a:moveTo>
                <a:cubicBezTo>
                  <a:pt x="1592" y="335"/>
                  <a:pt x="1343" y="463"/>
                  <a:pt x="1064" y="463"/>
                </a:cubicBezTo>
                <a:cubicBezTo>
                  <a:pt x="727" y="463"/>
                  <a:pt x="433" y="276"/>
                  <a:pt x="281" y="0"/>
                </a:cubicBezTo>
                <a:cubicBezTo>
                  <a:pt x="208" y="181"/>
                  <a:pt x="208" y="181"/>
                  <a:pt x="208" y="181"/>
                </a:cubicBezTo>
                <a:cubicBezTo>
                  <a:pt x="0" y="96"/>
                  <a:pt x="0" y="96"/>
                  <a:pt x="0" y="96"/>
                </a:cubicBezTo>
                <a:cubicBezTo>
                  <a:pt x="193" y="488"/>
                  <a:pt x="597" y="758"/>
                  <a:pt x="1064" y="758"/>
                </a:cubicBezTo>
                <a:cubicBezTo>
                  <a:pt x="1466" y="758"/>
                  <a:pt x="1820" y="558"/>
                  <a:pt x="2035" y="253"/>
                </a:cubicBezTo>
                <a:cubicBezTo>
                  <a:pt x="1965" y="59"/>
                  <a:pt x="1965" y="59"/>
                  <a:pt x="1965" y="59"/>
                </a:cubicBezTo>
                <a:lnTo>
                  <a:pt x="1756" y="135"/>
                </a:lnTo>
                <a:close/>
              </a:path>
            </a:pathLst>
          </a:custGeom>
          <a:gradFill>
            <a:gsLst>
              <a:gs pos="0">
                <a:srgbClr val="F28F00"/>
              </a:gs>
              <a:gs pos="98000">
                <a:srgbClr val="E60C12"/>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0"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三项循环</a:t>
            </a:r>
            <a:endParaRPr lang="zh-CN" altLang="zh-CN" sz="2800" b="1" dirty="0">
              <a:solidFill>
                <a:schemeClr val="tx1">
                  <a:lumMod val="65000"/>
                  <a:lumOff val="35000"/>
                </a:schemeClr>
              </a:solidFill>
            </a:endParaRPr>
          </a:p>
        </p:txBody>
      </p:sp>
      <p:sp>
        <p:nvSpPr>
          <p:cNvPr id="26" name="Freeform 30"/>
          <p:cNvSpPr>
            <a:spLocks/>
          </p:cNvSpPr>
          <p:nvPr/>
        </p:nvSpPr>
        <p:spPr bwMode="auto">
          <a:xfrm>
            <a:off x="7731934" y="2797259"/>
            <a:ext cx="744537" cy="247650"/>
          </a:xfrm>
          <a:custGeom>
            <a:avLst/>
            <a:gdLst>
              <a:gd name="T0" fmla="*/ 1 w 198"/>
              <a:gd name="T1" fmla="*/ 64 h 66"/>
              <a:gd name="T2" fmla="*/ 145 w 198"/>
              <a:gd name="T3" fmla="*/ 64 h 66"/>
              <a:gd name="T4" fmla="*/ 174 w 198"/>
              <a:gd name="T5" fmla="*/ 25 h 66"/>
              <a:gd name="T6" fmla="*/ 170 w 198"/>
              <a:gd name="T7" fmla="*/ 14 h 66"/>
              <a:gd name="T8" fmla="*/ 184 w 198"/>
              <a:gd name="T9" fmla="*/ 0 h 66"/>
              <a:gd name="T10" fmla="*/ 198 w 198"/>
              <a:gd name="T11" fmla="*/ 14 h 66"/>
              <a:gd name="T12" fmla="*/ 184 w 198"/>
              <a:gd name="T13" fmla="*/ 29 h 66"/>
              <a:gd name="T14" fmla="*/ 176 w 198"/>
              <a:gd name="T15" fmla="*/ 26 h 66"/>
              <a:gd name="T16" fmla="*/ 146 w 198"/>
              <a:gd name="T17" fmla="*/ 66 h 66"/>
              <a:gd name="T18" fmla="*/ 145 w 198"/>
              <a:gd name="T19" fmla="*/ 66 h 66"/>
              <a:gd name="T20" fmla="*/ 145 w 198"/>
              <a:gd name="T21" fmla="*/ 66 h 66"/>
              <a:gd name="T22" fmla="*/ 145 w 198"/>
              <a:gd name="T23" fmla="*/ 66 h 66"/>
              <a:gd name="T24" fmla="*/ 144 w 198"/>
              <a:gd name="T25" fmla="*/ 66 h 66"/>
              <a:gd name="T26" fmla="*/ 1 w 198"/>
              <a:gd name="T27" fmla="*/ 66 h 66"/>
              <a:gd name="T28" fmla="*/ 0 w 198"/>
              <a:gd name="T29" fmla="*/ 66 h 66"/>
              <a:gd name="T30" fmla="*/ 0 w 198"/>
              <a:gd name="T31" fmla="*/ 66 h 66"/>
              <a:gd name="T32" fmla="*/ 0 w 198"/>
              <a:gd name="T33" fmla="*/ 65 h 66"/>
              <a:gd name="T34" fmla="*/ 0 w 198"/>
              <a:gd name="T35" fmla="*/ 64 h 66"/>
              <a:gd name="T36" fmla="*/ 1 w 198"/>
              <a:gd name="T37" fmla="*/ 6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8" h="66">
                <a:moveTo>
                  <a:pt x="1" y="64"/>
                </a:moveTo>
                <a:cubicBezTo>
                  <a:pt x="145" y="64"/>
                  <a:pt x="145" y="64"/>
                  <a:pt x="145" y="64"/>
                </a:cubicBezTo>
                <a:cubicBezTo>
                  <a:pt x="158" y="47"/>
                  <a:pt x="168" y="34"/>
                  <a:pt x="174" y="25"/>
                </a:cubicBezTo>
                <a:cubicBezTo>
                  <a:pt x="171" y="22"/>
                  <a:pt x="170" y="19"/>
                  <a:pt x="170" y="14"/>
                </a:cubicBezTo>
                <a:cubicBezTo>
                  <a:pt x="170" y="7"/>
                  <a:pt x="176" y="0"/>
                  <a:pt x="184" y="0"/>
                </a:cubicBezTo>
                <a:cubicBezTo>
                  <a:pt x="191" y="0"/>
                  <a:pt x="198" y="7"/>
                  <a:pt x="198" y="14"/>
                </a:cubicBezTo>
                <a:cubicBezTo>
                  <a:pt x="198" y="22"/>
                  <a:pt x="191" y="29"/>
                  <a:pt x="184" y="29"/>
                </a:cubicBezTo>
                <a:cubicBezTo>
                  <a:pt x="181" y="29"/>
                  <a:pt x="178" y="28"/>
                  <a:pt x="176" y="26"/>
                </a:cubicBezTo>
                <a:cubicBezTo>
                  <a:pt x="169" y="35"/>
                  <a:pt x="159" y="48"/>
                  <a:pt x="146" y="66"/>
                </a:cubicBezTo>
                <a:cubicBezTo>
                  <a:pt x="145" y="66"/>
                  <a:pt x="145" y="66"/>
                  <a:pt x="145" y="66"/>
                </a:cubicBezTo>
                <a:cubicBezTo>
                  <a:pt x="145" y="66"/>
                  <a:pt x="145" y="66"/>
                  <a:pt x="145" y="66"/>
                </a:cubicBezTo>
                <a:cubicBezTo>
                  <a:pt x="145" y="66"/>
                  <a:pt x="145" y="66"/>
                  <a:pt x="145" y="66"/>
                </a:cubicBezTo>
                <a:cubicBezTo>
                  <a:pt x="144" y="66"/>
                  <a:pt x="144" y="66"/>
                  <a:pt x="144" y="66"/>
                </a:cubicBezTo>
                <a:cubicBezTo>
                  <a:pt x="1" y="66"/>
                  <a:pt x="1" y="66"/>
                  <a:pt x="1" y="66"/>
                </a:cubicBezTo>
                <a:cubicBezTo>
                  <a:pt x="0" y="66"/>
                  <a:pt x="0" y="66"/>
                  <a:pt x="0" y="66"/>
                </a:cubicBezTo>
                <a:cubicBezTo>
                  <a:pt x="0" y="66"/>
                  <a:pt x="0" y="66"/>
                  <a:pt x="0" y="66"/>
                </a:cubicBezTo>
                <a:cubicBezTo>
                  <a:pt x="0" y="65"/>
                  <a:pt x="0" y="65"/>
                  <a:pt x="0" y="65"/>
                </a:cubicBezTo>
                <a:cubicBezTo>
                  <a:pt x="0" y="64"/>
                  <a:pt x="0" y="64"/>
                  <a:pt x="0" y="64"/>
                </a:cubicBezTo>
                <a:lnTo>
                  <a:pt x="1" y="64"/>
                </a:lnTo>
                <a:close/>
              </a:path>
            </a:pathLst>
          </a:custGeom>
          <a:solidFill>
            <a:srgbClr val="3F3F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33"/>
          <p:cNvSpPr>
            <a:spLocks/>
          </p:cNvSpPr>
          <p:nvPr/>
        </p:nvSpPr>
        <p:spPr bwMode="auto">
          <a:xfrm>
            <a:off x="6035675" y="4828300"/>
            <a:ext cx="120650" cy="720725"/>
          </a:xfrm>
          <a:custGeom>
            <a:avLst/>
            <a:gdLst>
              <a:gd name="T0" fmla="*/ 18 w 32"/>
              <a:gd name="T1" fmla="*/ 160 h 192"/>
              <a:gd name="T2" fmla="*/ 32 w 32"/>
              <a:gd name="T3" fmla="*/ 176 h 192"/>
              <a:gd name="T4" fmla="*/ 16 w 32"/>
              <a:gd name="T5" fmla="*/ 192 h 192"/>
              <a:gd name="T6" fmla="*/ 0 w 32"/>
              <a:gd name="T7" fmla="*/ 176 h 192"/>
              <a:gd name="T8" fmla="*/ 15 w 32"/>
              <a:gd name="T9" fmla="*/ 160 h 192"/>
              <a:gd name="T10" fmla="*/ 15 w 32"/>
              <a:gd name="T11" fmla="*/ 0 h 192"/>
              <a:gd name="T12" fmla="*/ 18 w 32"/>
              <a:gd name="T13" fmla="*/ 0 h 192"/>
              <a:gd name="T14" fmla="*/ 18 w 32"/>
              <a:gd name="T15" fmla="*/ 160 h 1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192">
                <a:moveTo>
                  <a:pt x="18" y="160"/>
                </a:moveTo>
                <a:cubicBezTo>
                  <a:pt x="26" y="161"/>
                  <a:pt x="32" y="168"/>
                  <a:pt x="32" y="176"/>
                </a:cubicBezTo>
                <a:cubicBezTo>
                  <a:pt x="32" y="185"/>
                  <a:pt x="25" y="192"/>
                  <a:pt x="16" y="192"/>
                </a:cubicBezTo>
                <a:cubicBezTo>
                  <a:pt x="7" y="192"/>
                  <a:pt x="0" y="185"/>
                  <a:pt x="0" y="176"/>
                </a:cubicBezTo>
                <a:cubicBezTo>
                  <a:pt x="0" y="168"/>
                  <a:pt x="7" y="161"/>
                  <a:pt x="15" y="160"/>
                </a:cubicBezTo>
                <a:cubicBezTo>
                  <a:pt x="15" y="0"/>
                  <a:pt x="15" y="0"/>
                  <a:pt x="15" y="0"/>
                </a:cubicBezTo>
                <a:cubicBezTo>
                  <a:pt x="18" y="0"/>
                  <a:pt x="18" y="0"/>
                  <a:pt x="18" y="0"/>
                </a:cubicBezTo>
                <a:lnTo>
                  <a:pt x="18" y="160"/>
                </a:lnTo>
                <a:close/>
              </a:path>
            </a:pathLst>
          </a:custGeom>
          <a:solidFill>
            <a:srgbClr val="3F3F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35"/>
          <p:cNvSpPr>
            <a:spLocks/>
          </p:cNvSpPr>
          <p:nvPr/>
        </p:nvSpPr>
        <p:spPr bwMode="auto">
          <a:xfrm>
            <a:off x="3715529" y="2819484"/>
            <a:ext cx="742950" cy="252413"/>
          </a:xfrm>
          <a:custGeom>
            <a:avLst/>
            <a:gdLst>
              <a:gd name="T0" fmla="*/ 197 w 198"/>
              <a:gd name="T1" fmla="*/ 64 h 67"/>
              <a:gd name="T2" fmla="*/ 53 w 198"/>
              <a:gd name="T3" fmla="*/ 64 h 67"/>
              <a:gd name="T4" fmla="*/ 24 w 198"/>
              <a:gd name="T5" fmla="*/ 25 h 67"/>
              <a:gd name="T6" fmla="*/ 28 w 198"/>
              <a:gd name="T7" fmla="*/ 14 h 67"/>
              <a:gd name="T8" fmla="*/ 14 w 198"/>
              <a:gd name="T9" fmla="*/ 0 h 67"/>
              <a:gd name="T10" fmla="*/ 0 w 198"/>
              <a:gd name="T11" fmla="*/ 14 h 67"/>
              <a:gd name="T12" fmla="*/ 14 w 198"/>
              <a:gd name="T13" fmla="*/ 29 h 67"/>
              <a:gd name="T14" fmla="*/ 22 w 198"/>
              <a:gd name="T15" fmla="*/ 26 h 67"/>
              <a:gd name="T16" fmla="*/ 52 w 198"/>
              <a:gd name="T17" fmla="*/ 66 h 67"/>
              <a:gd name="T18" fmla="*/ 53 w 198"/>
              <a:gd name="T19" fmla="*/ 66 h 67"/>
              <a:gd name="T20" fmla="*/ 53 w 198"/>
              <a:gd name="T21" fmla="*/ 67 h 67"/>
              <a:gd name="T22" fmla="*/ 53 w 198"/>
              <a:gd name="T23" fmla="*/ 67 h 67"/>
              <a:gd name="T24" fmla="*/ 54 w 198"/>
              <a:gd name="T25" fmla="*/ 67 h 67"/>
              <a:gd name="T26" fmla="*/ 197 w 198"/>
              <a:gd name="T27" fmla="*/ 67 h 67"/>
              <a:gd name="T28" fmla="*/ 198 w 198"/>
              <a:gd name="T29" fmla="*/ 67 h 67"/>
              <a:gd name="T30" fmla="*/ 198 w 198"/>
              <a:gd name="T31" fmla="*/ 66 h 67"/>
              <a:gd name="T32" fmla="*/ 198 w 198"/>
              <a:gd name="T33" fmla="*/ 65 h 67"/>
              <a:gd name="T34" fmla="*/ 198 w 198"/>
              <a:gd name="T35" fmla="*/ 64 h 67"/>
              <a:gd name="T36" fmla="*/ 197 w 198"/>
              <a:gd name="T37" fmla="*/ 6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8" h="67">
                <a:moveTo>
                  <a:pt x="197" y="64"/>
                </a:moveTo>
                <a:cubicBezTo>
                  <a:pt x="53" y="64"/>
                  <a:pt x="53" y="64"/>
                  <a:pt x="53" y="64"/>
                </a:cubicBezTo>
                <a:cubicBezTo>
                  <a:pt x="40" y="47"/>
                  <a:pt x="30" y="34"/>
                  <a:pt x="24" y="25"/>
                </a:cubicBezTo>
                <a:cubicBezTo>
                  <a:pt x="26" y="23"/>
                  <a:pt x="28" y="19"/>
                  <a:pt x="28" y="14"/>
                </a:cubicBezTo>
                <a:cubicBezTo>
                  <a:pt x="28" y="7"/>
                  <a:pt x="22" y="0"/>
                  <a:pt x="14" y="0"/>
                </a:cubicBezTo>
                <a:cubicBezTo>
                  <a:pt x="6" y="0"/>
                  <a:pt x="0" y="7"/>
                  <a:pt x="0" y="14"/>
                </a:cubicBezTo>
                <a:cubicBezTo>
                  <a:pt x="0" y="22"/>
                  <a:pt x="6" y="29"/>
                  <a:pt x="14" y="29"/>
                </a:cubicBezTo>
                <a:cubicBezTo>
                  <a:pt x="17" y="29"/>
                  <a:pt x="20" y="28"/>
                  <a:pt x="22" y="26"/>
                </a:cubicBezTo>
                <a:cubicBezTo>
                  <a:pt x="29" y="35"/>
                  <a:pt x="39" y="48"/>
                  <a:pt x="52" y="66"/>
                </a:cubicBezTo>
                <a:cubicBezTo>
                  <a:pt x="53" y="66"/>
                  <a:pt x="53" y="66"/>
                  <a:pt x="53" y="66"/>
                </a:cubicBezTo>
                <a:cubicBezTo>
                  <a:pt x="53" y="67"/>
                  <a:pt x="53" y="67"/>
                  <a:pt x="53" y="67"/>
                </a:cubicBezTo>
                <a:cubicBezTo>
                  <a:pt x="53" y="67"/>
                  <a:pt x="53" y="67"/>
                  <a:pt x="53" y="67"/>
                </a:cubicBezTo>
                <a:cubicBezTo>
                  <a:pt x="54" y="67"/>
                  <a:pt x="54" y="67"/>
                  <a:pt x="54" y="67"/>
                </a:cubicBezTo>
                <a:cubicBezTo>
                  <a:pt x="197" y="67"/>
                  <a:pt x="197" y="67"/>
                  <a:pt x="197" y="67"/>
                </a:cubicBezTo>
                <a:cubicBezTo>
                  <a:pt x="198" y="67"/>
                  <a:pt x="198" y="67"/>
                  <a:pt x="198" y="67"/>
                </a:cubicBezTo>
                <a:cubicBezTo>
                  <a:pt x="198" y="66"/>
                  <a:pt x="198" y="66"/>
                  <a:pt x="198" y="66"/>
                </a:cubicBezTo>
                <a:cubicBezTo>
                  <a:pt x="198" y="65"/>
                  <a:pt x="198" y="65"/>
                  <a:pt x="198" y="65"/>
                </a:cubicBezTo>
                <a:cubicBezTo>
                  <a:pt x="198" y="64"/>
                  <a:pt x="198" y="64"/>
                  <a:pt x="198" y="64"/>
                </a:cubicBezTo>
                <a:lnTo>
                  <a:pt x="197" y="64"/>
                </a:lnTo>
                <a:close/>
              </a:path>
            </a:pathLst>
          </a:custGeom>
          <a:solidFill>
            <a:srgbClr val="3F3F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164"/>
          <p:cNvSpPr>
            <a:spLocks/>
          </p:cNvSpPr>
          <p:nvPr/>
        </p:nvSpPr>
        <p:spPr bwMode="auto">
          <a:xfrm>
            <a:off x="5145187" y="2338572"/>
            <a:ext cx="1901628" cy="1901626"/>
          </a:xfrm>
          <a:custGeom>
            <a:avLst/>
            <a:gdLst>
              <a:gd name="T0" fmla="*/ 57 w 319"/>
              <a:gd name="T1" fmla="*/ 263 h 319"/>
              <a:gd name="T2" fmla="*/ 57 w 319"/>
              <a:gd name="T3" fmla="*/ 57 h 319"/>
              <a:gd name="T4" fmla="*/ 262 w 319"/>
              <a:gd name="T5" fmla="*/ 57 h 319"/>
              <a:gd name="T6" fmla="*/ 262 w 319"/>
              <a:gd name="T7" fmla="*/ 263 h 319"/>
              <a:gd name="T8" fmla="*/ 57 w 319"/>
              <a:gd name="T9" fmla="*/ 263 h 319"/>
            </a:gdLst>
            <a:ahLst/>
            <a:cxnLst>
              <a:cxn ang="0">
                <a:pos x="T0" y="T1"/>
              </a:cxn>
              <a:cxn ang="0">
                <a:pos x="T2" y="T3"/>
              </a:cxn>
              <a:cxn ang="0">
                <a:pos x="T4" y="T5"/>
              </a:cxn>
              <a:cxn ang="0">
                <a:pos x="T6" y="T7"/>
              </a:cxn>
              <a:cxn ang="0">
                <a:pos x="T8" y="T9"/>
              </a:cxn>
            </a:cxnLst>
            <a:rect l="0" t="0" r="r" b="b"/>
            <a:pathLst>
              <a:path w="319" h="319">
                <a:moveTo>
                  <a:pt x="57" y="263"/>
                </a:moveTo>
                <a:cubicBezTo>
                  <a:pt x="0" y="206"/>
                  <a:pt x="0" y="114"/>
                  <a:pt x="57" y="57"/>
                </a:cubicBezTo>
                <a:cubicBezTo>
                  <a:pt x="113" y="0"/>
                  <a:pt x="205" y="0"/>
                  <a:pt x="262" y="57"/>
                </a:cubicBezTo>
                <a:cubicBezTo>
                  <a:pt x="319" y="114"/>
                  <a:pt x="319" y="206"/>
                  <a:pt x="262" y="263"/>
                </a:cubicBezTo>
                <a:cubicBezTo>
                  <a:pt x="205" y="319"/>
                  <a:pt x="113" y="319"/>
                  <a:pt x="57" y="263"/>
                </a:cubicBezTo>
                <a:close/>
              </a:path>
            </a:pathLst>
          </a:custGeom>
          <a:gradFill flip="none" rotWithShape="1">
            <a:gsLst>
              <a:gs pos="100000">
                <a:srgbClr val="FFFFFF"/>
              </a:gs>
              <a:gs pos="0">
                <a:srgbClr val="D9DEDF"/>
              </a:gs>
            </a:gsLst>
            <a:lin ang="2700000" scaled="0"/>
            <a:tileRect/>
          </a:gradFill>
          <a:ln w="57150">
            <a:gradFill flip="none" rotWithShape="1">
              <a:gsLst>
                <a:gs pos="0">
                  <a:srgbClr val="FFFFFF"/>
                </a:gs>
                <a:gs pos="100000">
                  <a:srgbClr val="D9D9DA"/>
                </a:gs>
              </a:gsLst>
              <a:lin ang="2700000" scaled="0"/>
              <a:tileRect/>
            </a:gradFill>
          </a:ln>
          <a:effectLst>
            <a:outerShdw blurRad="279400" dist="76200" dir="2700000" sx="101000" sy="101000" algn="tl"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 name="文本框 23"/>
          <p:cNvSpPr txBox="1"/>
          <p:nvPr/>
        </p:nvSpPr>
        <p:spPr>
          <a:xfrm>
            <a:off x="5257901" y="2892384"/>
            <a:ext cx="1669461"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p:txBody>
      </p:sp>
      <p:sp>
        <p:nvSpPr>
          <p:cNvPr id="25" name="Rectangle 58"/>
          <p:cNvSpPr/>
          <p:nvPr/>
        </p:nvSpPr>
        <p:spPr>
          <a:xfrm>
            <a:off x="5370566" y="3312652"/>
            <a:ext cx="1458887"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添加内容</a:t>
            </a:r>
          </a:p>
        </p:txBody>
      </p:sp>
      <p:sp>
        <p:nvSpPr>
          <p:cNvPr id="23" name="椭圆 22"/>
          <p:cNvSpPr/>
          <p:nvPr/>
        </p:nvSpPr>
        <p:spPr>
          <a:xfrm>
            <a:off x="4773452" y="5152286"/>
            <a:ext cx="2620963" cy="323850"/>
          </a:xfrm>
          <a:prstGeom prst="ellipse">
            <a:avLst/>
          </a:prstGeom>
          <a:gradFill flip="none" rotWithShape="1">
            <a:gsLst>
              <a:gs pos="0">
                <a:schemeClr val="tx1">
                  <a:lumMod val="95000"/>
                  <a:lumOff val="5000"/>
                  <a:alpha val="45000"/>
                </a:schemeClr>
              </a:gs>
              <a:gs pos="90000">
                <a:schemeClr val="tx1">
                  <a:alpha val="0"/>
                  <a:lumMod val="0"/>
                  <a:lumOff val="100000"/>
                </a:schemeClr>
              </a:gs>
            </a:gsLst>
            <a:path path="shape">
              <a:fillToRect l="50000" t="50000" r="50000" b="50000"/>
            </a:path>
            <a:tileRect/>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 name="文本框 31"/>
          <p:cNvSpPr txBox="1"/>
          <p:nvPr/>
        </p:nvSpPr>
        <p:spPr>
          <a:xfrm>
            <a:off x="8478934" y="2530191"/>
            <a:ext cx="2856518" cy="504241"/>
          </a:xfrm>
          <a:prstGeom prst="rect">
            <a:avLst/>
          </a:prstGeom>
          <a:noFill/>
        </p:spPr>
        <p:txBody>
          <a:bodyPr wrap="square" rtlCol="0">
            <a:spAutoFit/>
          </a:bodyPr>
          <a:lstStyle/>
          <a:p>
            <a:pPr>
              <a:lnSpc>
                <a:spcPct val="120000"/>
              </a:lnSpc>
            </a:pPr>
            <a:r>
              <a:rPr lang="zh-CN" altLang="en-US" sz="2400" b="1" dirty="0">
                <a:solidFill>
                  <a:srgbClr val="B6D00C"/>
                </a:solidFill>
              </a:rPr>
              <a:t>添加标题</a:t>
            </a:r>
            <a:endParaRPr lang="en-US" altLang="zh-CN" sz="2400" b="1" dirty="0">
              <a:solidFill>
                <a:srgbClr val="B6D00C"/>
              </a:solidFill>
            </a:endParaRPr>
          </a:p>
        </p:txBody>
      </p:sp>
      <p:sp>
        <p:nvSpPr>
          <p:cNvPr id="33" name="文本框 32"/>
          <p:cNvSpPr txBox="1"/>
          <p:nvPr/>
        </p:nvSpPr>
        <p:spPr>
          <a:xfrm>
            <a:off x="862324" y="2545998"/>
            <a:ext cx="2856518" cy="504241"/>
          </a:xfrm>
          <a:prstGeom prst="rect">
            <a:avLst/>
          </a:prstGeom>
          <a:noFill/>
        </p:spPr>
        <p:txBody>
          <a:bodyPr wrap="square" rtlCol="0">
            <a:spAutoFit/>
          </a:bodyPr>
          <a:lstStyle/>
          <a:p>
            <a:pPr algn="r">
              <a:lnSpc>
                <a:spcPct val="120000"/>
              </a:lnSpc>
            </a:pPr>
            <a:r>
              <a:rPr lang="zh-CN" altLang="en-US" sz="2400" b="1" dirty="0">
                <a:solidFill>
                  <a:srgbClr val="916DAD"/>
                </a:solidFill>
              </a:rPr>
              <a:t>添加标题</a:t>
            </a:r>
            <a:endParaRPr lang="en-US" altLang="zh-CN" sz="2400" b="1" dirty="0">
              <a:solidFill>
                <a:srgbClr val="916DAD"/>
              </a:solidFill>
            </a:endParaRPr>
          </a:p>
        </p:txBody>
      </p:sp>
      <p:sp>
        <p:nvSpPr>
          <p:cNvPr id="34" name="Rectangle 58"/>
          <p:cNvSpPr/>
          <p:nvPr/>
        </p:nvSpPr>
        <p:spPr>
          <a:xfrm>
            <a:off x="801068" y="3062181"/>
            <a:ext cx="2917774" cy="1000851"/>
          </a:xfrm>
          <a:prstGeom prst="rect">
            <a:avLst/>
          </a:prstGeom>
        </p:spPr>
        <p:txBody>
          <a:bodyPr wrap="square">
            <a:spAutoFit/>
          </a:bodyPr>
          <a:lstStyle/>
          <a:p>
            <a:pPr algn="just">
              <a:lnSpc>
                <a:spcPct val="123000"/>
              </a:lnSpc>
              <a:spcBef>
                <a:spcPts val="600"/>
              </a:spcBef>
            </a:pPr>
            <a:r>
              <a:rPr lang="zh-CN" altLang="en-US" sz="1600" dirty="0">
                <a:solidFill>
                  <a:schemeClr val="tx1">
                    <a:lumMod val="65000"/>
                    <a:lumOff val="35000"/>
                  </a:schemeClr>
                </a:solidFill>
                <a:latin typeface="+mn-ea"/>
              </a:rPr>
              <a:t>添加内容添加内容添加内容添加内容添加内容添加内容添加内容</a:t>
            </a:r>
          </a:p>
        </p:txBody>
      </p:sp>
      <p:sp>
        <p:nvSpPr>
          <p:cNvPr id="35" name="Rectangle 58"/>
          <p:cNvSpPr/>
          <p:nvPr/>
        </p:nvSpPr>
        <p:spPr>
          <a:xfrm>
            <a:off x="8478934" y="3062181"/>
            <a:ext cx="3009020" cy="1000851"/>
          </a:xfrm>
          <a:prstGeom prst="rect">
            <a:avLst/>
          </a:prstGeom>
        </p:spPr>
        <p:txBody>
          <a:bodyPr wrap="square">
            <a:spAutoFit/>
          </a:bodyPr>
          <a:lstStyle/>
          <a:p>
            <a:pPr algn="just">
              <a:lnSpc>
                <a:spcPct val="123000"/>
              </a:lnSpc>
              <a:spcBef>
                <a:spcPts val="600"/>
              </a:spcBef>
            </a:pPr>
            <a:r>
              <a:rPr lang="zh-CN" altLang="en-US" sz="1600" dirty="0">
                <a:solidFill>
                  <a:schemeClr val="tx1">
                    <a:lumMod val="65000"/>
                    <a:lumOff val="35000"/>
                  </a:schemeClr>
                </a:solidFill>
                <a:latin typeface="+mn-ea"/>
              </a:rPr>
              <a:t>添加内容添加内容添加内容添加内容添加内容添加内容添加内容</a:t>
            </a:r>
          </a:p>
        </p:txBody>
      </p:sp>
      <p:sp>
        <p:nvSpPr>
          <p:cNvPr id="36" name="Rectangle 58"/>
          <p:cNvSpPr/>
          <p:nvPr/>
        </p:nvSpPr>
        <p:spPr>
          <a:xfrm>
            <a:off x="808731" y="6161662"/>
            <a:ext cx="10769376" cy="395173"/>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添加内容添加内容添加内容添加内容添加内容添加内容添加内容</a:t>
            </a:r>
          </a:p>
        </p:txBody>
      </p:sp>
      <p:sp>
        <p:nvSpPr>
          <p:cNvPr id="37" name="文本框 36"/>
          <p:cNvSpPr txBox="1"/>
          <p:nvPr/>
        </p:nvSpPr>
        <p:spPr>
          <a:xfrm>
            <a:off x="4667741" y="5669617"/>
            <a:ext cx="2856518" cy="504241"/>
          </a:xfrm>
          <a:prstGeom prst="rect">
            <a:avLst/>
          </a:prstGeom>
          <a:noFill/>
        </p:spPr>
        <p:txBody>
          <a:bodyPr wrap="square" rtlCol="0">
            <a:spAutoFit/>
          </a:bodyPr>
          <a:lstStyle/>
          <a:p>
            <a:pPr algn="ctr">
              <a:lnSpc>
                <a:spcPct val="120000"/>
              </a:lnSpc>
            </a:pPr>
            <a:r>
              <a:rPr lang="zh-CN" altLang="en-US" sz="2400" b="1" dirty="0">
                <a:solidFill>
                  <a:srgbClr val="E92A0E"/>
                </a:solidFill>
              </a:rPr>
              <a:t>添加标题</a:t>
            </a:r>
            <a:endParaRPr lang="en-US" altLang="zh-CN" sz="2400" b="1" dirty="0">
              <a:solidFill>
                <a:srgbClr val="E92A0E"/>
              </a:solidFill>
            </a:endParaRPr>
          </a:p>
        </p:txBody>
      </p:sp>
    </p:spTree>
    <p:extLst>
      <p:ext uri="{BB962C8B-B14F-4D97-AF65-F5344CB8AC3E}">
        <p14:creationId xmlns:p14="http://schemas.microsoft.com/office/powerpoint/2010/main" val="1568686147"/>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组合 13"/>
          <p:cNvGrpSpPr/>
          <p:nvPr/>
        </p:nvGrpSpPr>
        <p:grpSpPr>
          <a:xfrm>
            <a:off x="4195158" y="2667524"/>
            <a:ext cx="3801686" cy="3551430"/>
            <a:chOff x="4565651" y="1930400"/>
            <a:chExt cx="3279775" cy="3063876"/>
          </a:xfrm>
        </p:grpSpPr>
        <p:sp>
          <p:nvSpPr>
            <p:cNvPr id="15" name="AutoShape 3"/>
            <p:cNvSpPr>
              <a:spLocks noChangeAspect="1" noChangeArrowheads="1" noTextEdit="1"/>
            </p:cNvSpPr>
            <p:nvPr/>
          </p:nvSpPr>
          <p:spPr bwMode="auto">
            <a:xfrm>
              <a:off x="4579938" y="1936750"/>
              <a:ext cx="3251200" cy="3051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5"/>
            <p:cNvSpPr>
              <a:spLocks/>
            </p:cNvSpPr>
            <p:nvPr/>
          </p:nvSpPr>
          <p:spPr bwMode="auto">
            <a:xfrm>
              <a:off x="5408613" y="1930400"/>
              <a:ext cx="1592263" cy="1538288"/>
            </a:xfrm>
            <a:custGeom>
              <a:avLst/>
              <a:gdLst>
                <a:gd name="T0" fmla="*/ 119 w 238"/>
                <a:gd name="T1" fmla="*/ 72 h 230"/>
                <a:gd name="T2" fmla="*/ 171 w 238"/>
                <a:gd name="T3" fmla="*/ 162 h 230"/>
                <a:gd name="T4" fmla="*/ 146 w 238"/>
                <a:gd name="T5" fmla="*/ 176 h 230"/>
                <a:gd name="T6" fmla="*/ 192 w 238"/>
                <a:gd name="T7" fmla="*/ 203 h 230"/>
                <a:gd name="T8" fmla="*/ 238 w 238"/>
                <a:gd name="T9" fmla="*/ 230 h 230"/>
                <a:gd name="T10" fmla="*/ 238 w 238"/>
                <a:gd name="T11" fmla="*/ 176 h 230"/>
                <a:gd name="T12" fmla="*/ 238 w 238"/>
                <a:gd name="T13" fmla="*/ 123 h 230"/>
                <a:gd name="T14" fmla="*/ 213 w 238"/>
                <a:gd name="T15" fmla="*/ 138 h 230"/>
                <a:gd name="T16" fmla="*/ 140 w 238"/>
                <a:gd name="T17" fmla="*/ 12 h 230"/>
                <a:gd name="T18" fmla="*/ 119 w 238"/>
                <a:gd name="T19" fmla="*/ 0 h 230"/>
                <a:gd name="T20" fmla="*/ 119 w 238"/>
                <a:gd name="T21" fmla="*/ 0 h 230"/>
                <a:gd name="T22" fmla="*/ 98 w 238"/>
                <a:gd name="T23" fmla="*/ 12 h 230"/>
                <a:gd name="T24" fmla="*/ 0 w 238"/>
                <a:gd name="T25" fmla="*/ 183 h 230"/>
                <a:gd name="T26" fmla="*/ 42 w 238"/>
                <a:gd name="T27" fmla="*/ 207 h 230"/>
                <a:gd name="T28" fmla="*/ 119 w 238"/>
                <a:gd name="T29" fmla="*/ 7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8" h="230">
                  <a:moveTo>
                    <a:pt x="119" y="72"/>
                  </a:moveTo>
                  <a:cubicBezTo>
                    <a:pt x="171" y="162"/>
                    <a:pt x="171" y="162"/>
                    <a:pt x="171" y="162"/>
                  </a:cubicBezTo>
                  <a:cubicBezTo>
                    <a:pt x="146" y="176"/>
                    <a:pt x="146" y="176"/>
                    <a:pt x="146" y="176"/>
                  </a:cubicBezTo>
                  <a:cubicBezTo>
                    <a:pt x="192" y="203"/>
                    <a:pt x="192" y="203"/>
                    <a:pt x="192" y="203"/>
                  </a:cubicBezTo>
                  <a:cubicBezTo>
                    <a:pt x="238" y="230"/>
                    <a:pt x="238" y="230"/>
                    <a:pt x="238" y="230"/>
                  </a:cubicBezTo>
                  <a:cubicBezTo>
                    <a:pt x="238" y="176"/>
                    <a:pt x="238" y="176"/>
                    <a:pt x="238" y="176"/>
                  </a:cubicBezTo>
                  <a:cubicBezTo>
                    <a:pt x="238" y="123"/>
                    <a:pt x="238" y="123"/>
                    <a:pt x="238" y="123"/>
                  </a:cubicBezTo>
                  <a:cubicBezTo>
                    <a:pt x="213" y="138"/>
                    <a:pt x="213" y="138"/>
                    <a:pt x="213" y="138"/>
                  </a:cubicBezTo>
                  <a:cubicBezTo>
                    <a:pt x="140" y="12"/>
                    <a:pt x="140" y="12"/>
                    <a:pt x="140" y="12"/>
                  </a:cubicBezTo>
                  <a:cubicBezTo>
                    <a:pt x="136" y="5"/>
                    <a:pt x="128" y="0"/>
                    <a:pt x="119" y="0"/>
                  </a:cubicBezTo>
                  <a:cubicBezTo>
                    <a:pt x="119" y="0"/>
                    <a:pt x="119" y="0"/>
                    <a:pt x="119" y="0"/>
                  </a:cubicBezTo>
                  <a:cubicBezTo>
                    <a:pt x="111" y="0"/>
                    <a:pt x="103" y="5"/>
                    <a:pt x="98" y="12"/>
                  </a:cubicBezTo>
                  <a:cubicBezTo>
                    <a:pt x="0" y="183"/>
                    <a:pt x="0" y="183"/>
                    <a:pt x="0" y="183"/>
                  </a:cubicBezTo>
                  <a:cubicBezTo>
                    <a:pt x="42" y="207"/>
                    <a:pt x="42" y="207"/>
                    <a:pt x="42" y="207"/>
                  </a:cubicBezTo>
                  <a:lnTo>
                    <a:pt x="119" y="72"/>
                  </a:ln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6"/>
            <p:cNvSpPr>
              <a:spLocks/>
            </p:cNvSpPr>
            <p:nvPr/>
          </p:nvSpPr>
          <p:spPr bwMode="auto">
            <a:xfrm>
              <a:off x="4565651" y="3262313"/>
              <a:ext cx="1485900" cy="1531938"/>
            </a:xfrm>
            <a:custGeom>
              <a:avLst/>
              <a:gdLst>
                <a:gd name="T0" fmla="*/ 118 w 222"/>
                <a:gd name="T1" fmla="*/ 92 h 229"/>
                <a:gd name="T2" fmla="*/ 144 w 222"/>
                <a:gd name="T3" fmla="*/ 106 h 229"/>
                <a:gd name="T4" fmla="*/ 144 w 222"/>
                <a:gd name="T5" fmla="*/ 53 h 229"/>
                <a:gd name="T6" fmla="*/ 144 w 222"/>
                <a:gd name="T7" fmla="*/ 0 h 229"/>
                <a:gd name="T8" fmla="*/ 97 w 222"/>
                <a:gd name="T9" fmla="*/ 26 h 229"/>
                <a:gd name="T10" fmla="*/ 51 w 222"/>
                <a:gd name="T11" fmla="*/ 53 h 229"/>
                <a:gd name="T12" fmla="*/ 77 w 222"/>
                <a:gd name="T13" fmla="*/ 67 h 229"/>
                <a:gd name="T14" fmla="*/ 4 w 222"/>
                <a:gd name="T15" fmla="*/ 193 h 229"/>
                <a:gd name="T16" fmla="*/ 4 w 222"/>
                <a:gd name="T17" fmla="*/ 217 h 229"/>
                <a:gd name="T18" fmla="*/ 25 w 222"/>
                <a:gd name="T19" fmla="*/ 229 h 229"/>
                <a:gd name="T20" fmla="*/ 222 w 222"/>
                <a:gd name="T21" fmla="*/ 229 h 229"/>
                <a:gd name="T22" fmla="*/ 222 w 222"/>
                <a:gd name="T23" fmla="*/ 181 h 229"/>
                <a:gd name="T24" fmla="*/ 67 w 222"/>
                <a:gd name="T25" fmla="*/ 181 h 229"/>
                <a:gd name="T26" fmla="*/ 118 w 222"/>
                <a:gd name="T27" fmla="*/ 92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2" h="229">
                  <a:moveTo>
                    <a:pt x="118" y="92"/>
                  </a:moveTo>
                  <a:cubicBezTo>
                    <a:pt x="144" y="106"/>
                    <a:pt x="144" y="106"/>
                    <a:pt x="144" y="106"/>
                  </a:cubicBezTo>
                  <a:cubicBezTo>
                    <a:pt x="144" y="53"/>
                    <a:pt x="144" y="53"/>
                    <a:pt x="144" y="53"/>
                  </a:cubicBezTo>
                  <a:cubicBezTo>
                    <a:pt x="144" y="0"/>
                    <a:pt x="144" y="0"/>
                    <a:pt x="144" y="0"/>
                  </a:cubicBezTo>
                  <a:cubicBezTo>
                    <a:pt x="97" y="26"/>
                    <a:pt x="97" y="26"/>
                    <a:pt x="97" y="26"/>
                  </a:cubicBezTo>
                  <a:cubicBezTo>
                    <a:pt x="51" y="53"/>
                    <a:pt x="51" y="53"/>
                    <a:pt x="51" y="53"/>
                  </a:cubicBezTo>
                  <a:cubicBezTo>
                    <a:pt x="77" y="67"/>
                    <a:pt x="77" y="67"/>
                    <a:pt x="77" y="67"/>
                  </a:cubicBezTo>
                  <a:cubicBezTo>
                    <a:pt x="4" y="193"/>
                    <a:pt x="4" y="193"/>
                    <a:pt x="4" y="193"/>
                  </a:cubicBezTo>
                  <a:cubicBezTo>
                    <a:pt x="0" y="200"/>
                    <a:pt x="0" y="210"/>
                    <a:pt x="4" y="217"/>
                  </a:cubicBezTo>
                  <a:cubicBezTo>
                    <a:pt x="8" y="225"/>
                    <a:pt x="16" y="229"/>
                    <a:pt x="25" y="229"/>
                  </a:cubicBezTo>
                  <a:cubicBezTo>
                    <a:pt x="222" y="229"/>
                    <a:pt x="222" y="229"/>
                    <a:pt x="222" y="229"/>
                  </a:cubicBezTo>
                  <a:cubicBezTo>
                    <a:pt x="222" y="181"/>
                    <a:pt x="222" y="181"/>
                    <a:pt x="222" y="181"/>
                  </a:cubicBezTo>
                  <a:cubicBezTo>
                    <a:pt x="67" y="181"/>
                    <a:pt x="67" y="181"/>
                    <a:pt x="67" y="181"/>
                  </a:cubicBezTo>
                  <a:lnTo>
                    <a:pt x="118" y="92"/>
                  </a:ln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7"/>
            <p:cNvSpPr>
              <a:spLocks/>
            </p:cNvSpPr>
            <p:nvPr/>
          </p:nvSpPr>
          <p:spPr bwMode="auto">
            <a:xfrm>
              <a:off x="6091238" y="3414713"/>
              <a:ext cx="1754188" cy="1579563"/>
            </a:xfrm>
            <a:custGeom>
              <a:avLst/>
              <a:gdLst>
                <a:gd name="T0" fmla="*/ 160 w 262"/>
                <a:gd name="T1" fmla="*/ 0 h 236"/>
                <a:gd name="T2" fmla="*/ 118 w 262"/>
                <a:gd name="T3" fmla="*/ 24 h 236"/>
                <a:gd name="T4" fmla="*/ 195 w 262"/>
                <a:gd name="T5" fmla="*/ 159 h 236"/>
                <a:gd name="T6" fmla="*/ 92 w 262"/>
                <a:gd name="T7" fmla="*/ 159 h 236"/>
                <a:gd name="T8" fmla="*/ 92 w 262"/>
                <a:gd name="T9" fmla="*/ 130 h 236"/>
                <a:gd name="T10" fmla="*/ 46 w 262"/>
                <a:gd name="T11" fmla="*/ 156 h 236"/>
                <a:gd name="T12" fmla="*/ 0 w 262"/>
                <a:gd name="T13" fmla="*/ 183 h 236"/>
                <a:gd name="T14" fmla="*/ 46 w 262"/>
                <a:gd name="T15" fmla="*/ 209 h 236"/>
                <a:gd name="T16" fmla="*/ 92 w 262"/>
                <a:gd name="T17" fmla="*/ 236 h 236"/>
                <a:gd name="T18" fmla="*/ 92 w 262"/>
                <a:gd name="T19" fmla="*/ 207 h 236"/>
                <a:gd name="T20" fmla="*/ 237 w 262"/>
                <a:gd name="T21" fmla="*/ 207 h 236"/>
                <a:gd name="T22" fmla="*/ 237 w 262"/>
                <a:gd name="T23" fmla="*/ 207 h 236"/>
                <a:gd name="T24" fmla="*/ 258 w 262"/>
                <a:gd name="T25" fmla="*/ 195 h 236"/>
                <a:gd name="T26" fmla="*/ 258 w 262"/>
                <a:gd name="T27" fmla="*/ 171 h 236"/>
                <a:gd name="T28" fmla="*/ 160 w 262"/>
                <a:gd name="T29" fmla="*/ 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2" h="236">
                  <a:moveTo>
                    <a:pt x="160" y="0"/>
                  </a:moveTo>
                  <a:cubicBezTo>
                    <a:pt x="118" y="24"/>
                    <a:pt x="118" y="24"/>
                    <a:pt x="118" y="24"/>
                  </a:cubicBezTo>
                  <a:cubicBezTo>
                    <a:pt x="195" y="159"/>
                    <a:pt x="195" y="159"/>
                    <a:pt x="195" y="159"/>
                  </a:cubicBezTo>
                  <a:cubicBezTo>
                    <a:pt x="92" y="159"/>
                    <a:pt x="92" y="159"/>
                    <a:pt x="92" y="159"/>
                  </a:cubicBezTo>
                  <a:cubicBezTo>
                    <a:pt x="92" y="130"/>
                    <a:pt x="92" y="130"/>
                    <a:pt x="92" y="130"/>
                  </a:cubicBezTo>
                  <a:cubicBezTo>
                    <a:pt x="46" y="156"/>
                    <a:pt x="46" y="156"/>
                    <a:pt x="46" y="156"/>
                  </a:cubicBezTo>
                  <a:cubicBezTo>
                    <a:pt x="0" y="183"/>
                    <a:pt x="0" y="183"/>
                    <a:pt x="0" y="183"/>
                  </a:cubicBezTo>
                  <a:cubicBezTo>
                    <a:pt x="46" y="209"/>
                    <a:pt x="46" y="209"/>
                    <a:pt x="46" y="209"/>
                  </a:cubicBezTo>
                  <a:cubicBezTo>
                    <a:pt x="92" y="236"/>
                    <a:pt x="92" y="236"/>
                    <a:pt x="92" y="236"/>
                  </a:cubicBezTo>
                  <a:cubicBezTo>
                    <a:pt x="92" y="207"/>
                    <a:pt x="92" y="207"/>
                    <a:pt x="92" y="207"/>
                  </a:cubicBezTo>
                  <a:cubicBezTo>
                    <a:pt x="237" y="207"/>
                    <a:pt x="237" y="207"/>
                    <a:pt x="237" y="207"/>
                  </a:cubicBezTo>
                  <a:cubicBezTo>
                    <a:pt x="237" y="207"/>
                    <a:pt x="237" y="207"/>
                    <a:pt x="237" y="207"/>
                  </a:cubicBezTo>
                  <a:cubicBezTo>
                    <a:pt x="246" y="207"/>
                    <a:pt x="254" y="202"/>
                    <a:pt x="258" y="195"/>
                  </a:cubicBezTo>
                  <a:cubicBezTo>
                    <a:pt x="262" y="187"/>
                    <a:pt x="262" y="178"/>
                    <a:pt x="258" y="171"/>
                  </a:cubicBezTo>
                  <a:lnTo>
                    <a:pt x="160" y="0"/>
                  </a:ln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9" name="文本框 18"/>
          <p:cNvSpPr txBox="1"/>
          <p:nvPr/>
        </p:nvSpPr>
        <p:spPr>
          <a:xfrm>
            <a:off x="5202156" y="4527518"/>
            <a:ext cx="1836000" cy="830997"/>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ctr">
              <a:lnSpc>
                <a:spcPct val="120000"/>
              </a:lnSpc>
            </a:pPr>
            <a:r>
              <a:rPr lang="zh-CN" altLang="en-US" sz="1600" dirty="0">
                <a:solidFill>
                  <a:schemeClr val="tx1">
                    <a:lumMod val="65000"/>
                    <a:lumOff val="35000"/>
                  </a:schemeClr>
                </a:solidFill>
              </a:rPr>
              <a:t>添加内容</a:t>
            </a:r>
          </a:p>
        </p:txBody>
      </p:sp>
      <p:sp>
        <p:nvSpPr>
          <p:cNvPr id="21" name="文本框 20"/>
          <p:cNvSpPr txBox="1"/>
          <p:nvPr/>
        </p:nvSpPr>
        <p:spPr>
          <a:xfrm>
            <a:off x="7950257" y="5235138"/>
            <a:ext cx="2856518" cy="830997"/>
          </a:xfrm>
          <a:prstGeom prst="rect">
            <a:avLst/>
          </a:prstGeom>
          <a:noFill/>
        </p:spPr>
        <p:txBody>
          <a:bodyPr wrap="square" rtlCol="0">
            <a:spAutoFit/>
          </a:bodyPr>
          <a:lstStyle/>
          <a:p>
            <a:pPr>
              <a:lnSpc>
                <a:spcPct val="120000"/>
              </a:lnSpc>
            </a:pPr>
            <a:r>
              <a:rPr lang="zh-CN" altLang="en-US" sz="2400" b="1" dirty="0">
                <a:solidFill>
                  <a:srgbClr val="F8841D"/>
                </a:solidFill>
              </a:rPr>
              <a:t>添加标题</a:t>
            </a:r>
            <a:endParaRPr lang="en-US" altLang="zh-CN" sz="2400" b="1" dirty="0">
              <a:solidFill>
                <a:srgbClr val="F8841D"/>
              </a:solidFill>
            </a:endParaRPr>
          </a:p>
          <a:p>
            <a:pPr>
              <a:lnSpc>
                <a:spcPct val="120000"/>
              </a:lnSpc>
            </a:pPr>
            <a:r>
              <a:rPr lang="zh-CN" altLang="en-US" sz="1600" dirty="0">
                <a:solidFill>
                  <a:schemeClr val="tx1">
                    <a:lumMod val="65000"/>
                    <a:lumOff val="35000"/>
                  </a:schemeClr>
                </a:solidFill>
              </a:rPr>
              <a:t>添加内容添加内容</a:t>
            </a:r>
          </a:p>
        </p:txBody>
      </p:sp>
      <p:sp>
        <p:nvSpPr>
          <p:cNvPr id="20" name="文本框 19"/>
          <p:cNvSpPr txBox="1"/>
          <p:nvPr/>
        </p:nvSpPr>
        <p:spPr>
          <a:xfrm>
            <a:off x="4667741" y="1766785"/>
            <a:ext cx="2856518" cy="830997"/>
          </a:xfrm>
          <a:prstGeom prst="rect">
            <a:avLst/>
          </a:prstGeom>
          <a:noFill/>
        </p:spPr>
        <p:txBody>
          <a:bodyPr wrap="square" rtlCol="0">
            <a:spAutoFit/>
          </a:bodyPr>
          <a:lstStyle/>
          <a:p>
            <a:pPr algn="ctr">
              <a:lnSpc>
                <a:spcPct val="120000"/>
              </a:lnSpc>
            </a:pPr>
            <a:r>
              <a:rPr lang="zh-CN" altLang="en-US" sz="2400" b="1" dirty="0">
                <a:solidFill>
                  <a:srgbClr val="5EC6D3"/>
                </a:solidFill>
              </a:rPr>
              <a:t>添加标题</a:t>
            </a:r>
            <a:endParaRPr lang="en-US" altLang="zh-CN" sz="2400" b="1" dirty="0">
              <a:solidFill>
                <a:srgbClr val="5EC6D3"/>
              </a:solidFill>
            </a:endParaRPr>
          </a:p>
          <a:p>
            <a:pPr algn="ctr">
              <a:lnSpc>
                <a:spcPct val="120000"/>
              </a:lnSpc>
            </a:pPr>
            <a:r>
              <a:rPr lang="zh-CN" altLang="en-US" sz="1600" dirty="0">
                <a:solidFill>
                  <a:schemeClr val="tx1">
                    <a:lumMod val="65000"/>
                    <a:lumOff val="35000"/>
                  </a:schemeClr>
                </a:solidFill>
              </a:rPr>
              <a:t>添加内容添加内容</a:t>
            </a:r>
          </a:p>
        </p:txBody>
      </p:sp>
      <p:sp>
        <p:nvSpPr>
          <p:cNvPr id="22" name="文本框 21"/>
          <p:cNvSpPr txBox="1"/>
          <p:nvPr/>
        </p:nvSpPr>
        <p:spPr>
          <a:xfrm>
            <a:off x="1397330" y="5238595"/>
            <a:ext cx="2856518" cy="830997"/>
          </a:xfrm>
          <a:prstGeom prst="rect">
            <a:avLst/>
          </a:prstGeom>
          <a:noFill/>
        </p:spPr>
        <p:txBody>
          <a:bodyPr wrap="square" rtlCol="0">
            <a:spAutoFit/>
          </a:bodyPr>
          <a:lstStyle/>
          <a:p>
            <a:pPr algn="r">
              <a:lnSpc>
                <a:spcPct val="120000"/>
              </a:lnSpc>
            </a:pPr>
            <a:r>
              <a:rPr lang="zh-CN" altLang="en-US" sz="2400" b="1" dirty="0">
                <a:solidFill>
                  <a:srgbClr val="546E7A"/>
                </a:solidFill>
              </a:rPr>
              <a:t>添加标题</a:t>
            </a:r>
            <a:endParaRPr lang="en-US" altLang="zh-CN" sz="2400" b="1" dirty="0">
              <a:solidFill>
                <a:srgbClr val="546E7A"/>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2"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三项循环</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304409203"/>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组合 11"/>
          <p:cNvGrpSpPr/>
          <p:nvPr/>
        </p:nvGrpSpPr>
        <p:grpSpPr>
          <a:xfrm>
            <a:off x="3190515" y="1867403"/>
            <a:ext cx="5810970" cy="3530894"/>
            <a:chOff x="2519364" y="1401763"/>
            <a:chExt cx="7161212" cy="4351337"/>
          </a:xfrm>
        </p:grpSpPr>
        <p:sp>
          <p:nvSpPr>
            <p:cNvPr id="2" name="Freeform 25"/>
            <p:cNvSpPr>
              <a:spLocks/>
            </p:cNvSpPr>
            <p:nvPr/>
          </p:nvSpPr>
          <p:spPr bwMode="auto">
            <a:xfrm rot="5400000">
              <a:off x="2182020" y="1997869"/>
              <a:ext cx="4092575" cy="3417888"/>
            </a:xfrm>
            <a:custGeom>
              <a:avLst/>
              <a:gdLst>
                <a:gd name="T0" fmla="*/ 478 w 1089"/>
                <a:gd name="T1" fmla="*/ 910 h 910"/>
                <a:gd name="T2" fmla="*/ 475 w 1089"/>
                <a:gd name="T3" fmla="*/ 909 h 910"/>
                <a:gd name="T4" fmla="*/ 427 w 1089"/>
                <a:gd name="T5" fmla="*/ 903 h 910"/>
                <a:gd name="T6" fmla="*/ 349 w 1089"/>
                <a:gd name="T7" fmla="*/ 885 h 910"/>
                <a:gd name="T8" fmla="*/ 297 w 1089"/>
                <a:gd name="T9" fmla="*/ 864 h 910"/>
                <a:gd name="T10" fmla="*/ 216 w 1089"/>
                <a:gd name="T11" fmla="*/ 817 h 910"/>
                <a:gd name="T12" fmla="*/ 176 w 1089"/>
                <a:gd name="T13" fmla="*/ 786 h 910"/>
                <a:gd name="T14" fmla="*/ 142 w 1089"/>
                <a:gd name="T15" fmla="*/ 753 h 910"/>
                <a:gd name="T16" fmla="*/ 106 w 1089"/>
                <a:gd name="T17" fmla="*/ 711 h 910"/>
                <a:gd name="T18" fmla="*/ 59 w 1089"/>
                <a:gd name="T19" fmla="*/ 638 h 910"/>
                <a:gd name="T20" fmla="*/ 30 w 1089"/>
                <a:gd name="T21" fmla="*/ 570 h 910"/>
                <a:gd name="T22" fmla="*/ 9 w 1089"/>
                <a:gd name="T23" fmla="*/ 494 h 910"/>
                <a:gd name="T24" fmla="*/ 4 w 1089"/>
                <a:gd name="T25" fmla="*/ 458 h 910"/>
                <a:gd name="T26" fmla="*/ 2 w 1089"/>
                <a:gd name="T27" fmla="*/ 373 h 910"/>
                <a:gd name="T28" fmla="*/ 6 w 1089"/>
                <a:gd name="T29" fmla="*/ 330 h 910"/>
                <a:gd name="T30" fmla="*/ 17 w 1089"/>
                <a:gd name="T31" fmla="*/ 274 h 910"/>
                <a:gd name="T32" fmla="*/ 41 w 1089"/>
                <a:gd name="T33" fmla="*/ 203 h 910"/>
                <a:gd name="T34" fmla="*/ 63 w 1089"/>
                <a:gd name="T35" fmla="*/ 158 h 910"/>
                <a:gd name="T36" fmla="*/ 99 w 1089"/>
                <a:gd name="T37" fmla="*/ 100 h 910"/>
                <a:gd name="T38" fmla="*/ 136 w 1089"/>
                <a:gd name="T39" fmla="*/ 57 h 910"/>
                <a:gd name="T40" fmla="*/ 173 w 1089"/>
                <a:gd name="T41" fmla="*/ 19 h 910"/>
                <a:gd name="T42" fmla="*/ 195 w 1089"/>
                <a:gd name="T43" fmla="*/ 1 h 910"/>
                <a:gd name="T44" fmla="*/ 199 w 1089"/>
                <a:gd name="T45" fmla="*/ 1 h 910"/>
                <a:gd name="T46" fmla="*/ 247 w 1089"/>
                <a:gd name="T47" fmla="*/ 23 h 910"/>
                <a:gd name="T48" fmla="*/ 301 w 1089"/>
                <a:gd name="T49" fmla="*/ 45 h 910"/>
                <a:gd name="T50" fmla="*/ 357 w 1089"/>
                <a:gd name="T51" fmla="*/ 68 h 910"/>
                <a:gd name="T52" fmla="*/ 360 w 1089"/>
                <a:gd name="T53" fmla="*/ 70 h 910"/>
                <a:gd name="T54" fmla="*/ 167 w 1089"/>
                <a:gd name="T55" fmla="*/ 282 h 910"/>
                <a:gd name="T56" fmla="*/ 177 w 1089"/>
                <a:gd name="T57" fmla="*/ 540 h 910"/>
                <a:gd name="T58" fmla="*/ 589 w 1089"/>
                <a:gd name="T59" fmla="*/ 746 h 910"/>
                <a:gd name="T60" fmla="*/ 806 w 1089"/>
                <a:gd name="T61" fmla="*/ 594 h 910"/>
                <a:gd name="T62" fmla="*/ 865 w 1089"/>
                <a:gd name="T63" fmla="*/ 402 h 910"/>
                <a:gd name="T64" fmla="*/ 809 w 1089"/>
                <a:gd name="T65" fmla="*/ 402 h 910"/>
                <a:gd name="T66" fmla="*/ 948 w 1089"/>
                <a:gd name="T67" fmla="*/ 265 h 910"/>
                <a:gd name="T68" fmla="*/ 949 w 1089"/>
                <a:gd name="T69" fmla="*/ 266 h 910"/>
                <a:gd name="T70" fmla="*/ 987 w 1089"/>
                <a:gd name="T71" fmla="*/ 303 h 910"/>
                <a:gd name="T72" fmla="*/ 1025 w 1089"/>
                <a:gd name="T73" fmla="*/ 340 h 910"/>
                <a:gd name="T74" fmla="*/ 1053 w 1089"/>
                <a:gd name="T75" fmla="*/ 367 h 910"/>
                <a:gd name="T76" fmla="*/ 1083 w 1089"/>
                <a:gd name="T77" fmla="*/ 395 h 910"/>
                <a:gd name="T78" fmla="*/ 1089 w 1089"/>
                <a:gd name="T79" fmla="*/ 400 h 910"/>
                <a:gd name="T80" fmla="*/ 1089 w 1089"/>
                <a:gd name="T81" fmla="*/ 402 h 910"/>
                <a:gd name="T82" fmla="*/ 1020 w 1089"/>
                <a:gd name="T83" fmla="*/ 402 h 910"/>
                <a:gd name="T84" fmla="*/ 1016 w 1089"/>
                <a:gd name="T85" fmla="*/ 459 h 910"/>
                <a:gd name="T86" fmla="*/ 1011 w 1089"/>
                <a:gd name="T87" fmla="*/ 494 h 910"/>
                <a:gd name="T88" fmla="*/ 991 w 1089"/>
                <a:gd name="T89" fmla="*/ 569 h 910"/>
                <a:gd name="T90" fmla="*/ 961 w 1089"/>
                <a:gd name="T91" fmla="*/ 638 h 910"/>
                <a:gd name="T92" fmla="*/ 915 w 1089"/>
                <a:gd name="T93" fmla="*/ 711 h 910"/>
                <a:gd name="T94" fmla="*/ 878 w 1089"/>
                <a:gd name="T95" fmla="*/ 753 h 910"/>
                <a:gd name="T96" fmla="*/ 844 w 1089"/>
                <a:gd name="T97" fmla="*/ 786 h 910"/>
                <a:gd name="T98" fmla="*/ 804 w 1089"/>
                <a:gd name="T99" fmla="*/ 817 h 910"/>
                <a:gd name="T100" fmla="*/ 723 w 1089"/>
                <a:gd name="T101" fmla="*/ 864 h 910"/>
                <a:gd name="T102" fmla="*/ 671 w 1089"/>
                <a:gd name="T103" fmla="*/ 885 h 910"/>
                <a:gd name="T104" fmla="*/ 593 w 1089"/>
                <a:gd name="T105" fmla="*/ 903 h 910"/>
                <a:gd name="T106" fmla="*/ 546 w 1089"/>
                <a:gd name="T107" fmla="*/ 909 h 910"/>
                <a:gd name="T108" fmla="*/ 542 w 1089"/>
                <a:gd name="T109" fmla="*/ 910 h 910"/>
                <a:gd name="T110" fmla="*/ 478 w 1089"/>
                <a:gd name="T111" fmla="*/ 910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89" h="910">
                  <a:moveTo>
                    <a:pt x="478" y="910"/>
                  </a:moveTo>
                  <a:cubicBezTo>
                    <a:pt x="477" y="910"/>
                    <a:pt x="476" y="909"/>
                    <a:pt x="475" y="909"/>
                  </a:cubicBezTo>
                  <a:cubicBezTo>
                    <a:pt x="459" y="907"/>
                    <a:pt x="443" y="905"/>
                    <a:pt x="427" y="903"/>
                  </a:cubicBezTo>
                  <a:cubicBezTo>
                    <a:pt x="400" y="900"/>
                    <a:pt x="375" y="893"/>
                    <a:pt x="349" y="885"/>
                  </a:cubicBezTo>
                  <a:cubicBezTo>
                    <a:pt x="332" y="879"/>
                    <a:pt x="314" y="871"/>
                    <a:pt x="297" y="864"/>
                  </a:cubicBezTo>
                  <a:cubicBezTo>
                    <a:pt x="268" y="851"/>
                    <a:pt x="241" y="835"/>
                    <a:pt x="216" y="817"/>
                  </a:cubicBezTo>
                  <a:cubicBezTo>
                    <a:pt x="202" y="807"/>
                    <a:pt x="189" y="797"/>
                    <a:pt x="176" y="786"/>
                  </a:cubicBezTo>
                  <a:cubicBezTo>
                    <a:pt x="164" y="775"/>
                    <a:pt x="153" y="765"/>
                    <a:pt x="142" y="753"/>
                  </a:cubicBezTo>
                  <a:cubicBezTo>
                    <a:pt x="129" y="740"/>
                    <a:pt x="118" y="725"/>
                    <a:pt x="106" y="711"/>
                  </a:cubicBezTo>
                  <a:cubicBezTo>
                    <a:pt x="88" y="688"/>
                    <a:pt x="73" y="663"/>
                    <a:pt x="59" y="638"/>
                  </a:cubicBezTo>
                  <a:cubicBezTo>
                    <a:pt x="48" y="616"/>
                    <a:pt x="38" y="593"/>
                    <a:pt x="30" y="570"/>
                  </a:cubicBezTo>
                  <a:cubicBezTo>
                    <a:pt x="21" y="545"/>
                    <a:pt x="14" y="520"/>
                    <a:pt x="9" y="494"/>
                  </a:cubicBezTo>
                  <a:cubicBezTo>
                    <a:pt x="7" y="482"/>
                    <a:pt x="6" y="470"/>
                    <a:pt x="4" y="458"/>
                  </a:cubicBezTo>
                  <a:cubicBezTo>
                    <a:pt x="0" y="430"/>
                    <a:pt x="1" y="402"/>
                    <a:pt x="2" y="373"/>
                  </a:cubicBezTo>
                  <a:cubicBezTo>
                    <a:pt x="2" y="359"/>
                    <a:pt x="4" y="344"/>
                    <a:pt x="6" y="330"/>
                  </a:cubicBezTo>
                  <a:cubicBezTo>
                    <a:pt x="9" y="311"/>
                    <a:pt x="13" y="293"/>
                    <a:pt x="17" y="274"/>
                  </a:cubicBezTo>
                  <a:cubicBezTo>
                    <a:pt x="23" y="250"/>
                    <a:pt x="31" y="226"/>
                    <a:pt x="41" y="203"/>
                  </a:cubicBezTo>
                  <a:cubicBezTo>
                    <a:pt x="48" y="188"/>
                    <a:pt x="55" y="173"/>
                    <a:pt x="63" y="158"/>
                  </a:cubicBezTo>
                  <a:cubicBezTo>
                    <a:pt x="73" y="138"/>
                    <a:pt x="85" y="118"/>
                    <a:pt x="99" y="100"/>
                  </a:cubicBezTo>
                  <a:cubicBezTo>
                    <a:pt x="111" y="85"/>
                    <a:pt x="123" y="71"/>
                    <a:pt x="136" y="57"/>
                  </a:cubicBezTo>
                  <a:cubicBezTo>
                    <a:pt x="147" y="44"/>
                    <a:pt x="160" y="31"/>
                    <a:pt x="173" y="19"/>
                  </a:cubicBezTo>
                  <a:cubicBezTo>
                    <a:pt x="179" y="13"/>
                    <a:pt x="187" y="7"/>
                    <a:pt x="195" y="1"/>
                  </a:cubicBezTo>
                  <a:cubicBezTo>
                    <a:pt x="195" y="1"/>
                    <a:pt x="197" y="0"/>
                    <a:pt x="199" y="1"/>
                  </a:cubicBezTo>
                  <a:cubicBezTo>
                    <a:pt x="215" y="8"/>
                    <a:pt x="231" y="16"/>
                    <a:pt x="247" y="23"/>
                  </a:cubicBezTo>
                  <a:cubicBezTo>
                    <a:pt x="265" y="30"/>
                    <a:pt x="283" y="38"/>
                    <a:pt x="301" y="45"/>
                  </a:cubicBezTo>
                  <a:cubicBezTo>
                    <a:pt x="320" y="53"/>
                    <a:pt x="338" y="61"/>
                    <a:pt x="357" y="68"/>
                  </a:cubicBezTo>
                  <a:cubicBezTo>
                    <a:pt x="358" y="69"/>
                    <a:pt x="359" y="69"/>
                    <a:pt x="360" y="70"/>
                  </a:cubicBezTo>
                  <a:cubicBezTo>
                    <a:pt x="266" y="114"/>
                    <a:pt x="200" y="184"/>
                    <a:pt x="167" y="282"/>
                  </a:cubicBezTo>
                  <a:cubicBezTo>
                    <a:pt x="137" y="369"/>
                    <a:pt x="140" y="456"/>
                    <a:pt x="177" y="540"/>
                  </a:cubicBezTo>
                  <a:cubicBezTo>
                    <a:pt x="256" y="719"/>
                    <a:pt x="441" y="782"/>
                    <a:pt x="589" y="746"/>
                  </a:cubicBezTo>
                  <a:cubicBezTo>
                    <a:pt x="681" y="724"/>
                    <a:pt x="754" y="673"/>
                    <a:pt x="806" y="594"/>
                  </a:cubicBezTo>
                  <a:cubicBezTo>
                    <a:pt x="844" y="536"/>
                    <a:pt x="864" y="472"/>
                    <a:pt x="865" y="402"/>
                  </a:cubicBezTo>
                  <a:cubicBezTo>
                    <a:pt x="846" y="402"/>
                    <a:pt x="827" y="402"/>
                    <a:pt x="809" y="402"/>
                  </a:cubicBezTo>
                  <a:cubicBezTo>
                    <a:pt x="810" y="398"/>
                    <a:pt x="936" y="275"/>
                    <a:pt x="948" y="265"/>
                  </a:cubicBezTo>
                  <a:cubicBezTo>
                    <a:pt x="949" y="265"/>
                    <a:pt x="949" y="266"/>
                    <a:pt x="949" y="266"/>
                  </a:cubicBezTo>
                  <a:cubicBezTo>
                    <a:pt x="962" y="278"/>
                    <a:pt x="975" y="291"/>
                    <a:pt x="987" y="303"/>
                  </a:cubicBezTo>
                  <a:cubicBezTo>
                    <a:pt x="1000" y="315"/>
                    <a:pt x="1013" y="328"/>
                    <a:pt x="1025" y="340"/>
                  </a:cubicBezTo>
                  <a:cubicBezTo>
                    <a:pt x="1035" y="349"/>
                    <a:pt x="1044" y="358"/>
                    <a:pt x="1053" y="367"/>
                  </a:cubicBezTo>
                  <a:cubicBezTo>
                    <a:pt x="1063" y="377"/>
                    <a:pt x="1073" y="386"/>
                    <a:pt x="1083" y="395"/>
                  </a:cubicBezTo>
                  <a:cubicBezTo>
                    <a:pt x="1085" y="397"/>
                    <a:pt x="1087" y="399"/>
                    <a:pt x="1089" y="400"/>
                  </a:cubicBezTo>
                  <a:cubicBezTo>
                    <a:pt x="1089" y="401"/>
                    <a:pt x="1089" y="402"/>
                    <a:pt x="1089" y="402"/>
                  </a:cubicBezTo>
                  <a:cubicBezTo>
                    <a:pt x="1066" y="402"/>
                    <a:pt x="1042" y="402"/>
                    <a:pt x="1020" y="402"/>
                  </a:cubicBezTo>
                  <a:cubicBezTo>
                    <a:pt x="1019" y="422"/>
                    <a:pt x="1018" y="441"/>
                    <a:pt x="1016" y="459"/>
                  </a:cubicBezTo>
                  <a:cubicBezTo>
                    <a:pt x="1015" y="471"/>
                    <a:pt x="1013" y="483"/>
                    <a:pt x="1011" y="494"/>
                  </a:cubicBezTo>
                  <a:cubicBezTo>
                    <a:pt x="1006" y="520"/>
                    <a:pt x="1000" y="545"/>
                    <a:pt x="991" y="569"/>
                  </a:cubicBezTo>
                  <a:cubicBezTo>
                    <a:pt x="983" y="593"/>
                    <a:pt x="973" y="616"/>
                    <a:pt x="961" y="638"/>
                  </a:cubicBezTo>
                  <a:cubicBezTo>
                    <a:pt x="948" y="663"/>
                    <a:pt x="933" y="688"/>
                    <a:pt x="915" y="711"/>
                  </a:cubicBezTo>
                  <a:cubicBezTo>
                    <a:pt x="903" y="725"/>
                    <a:pt x="891" y="740"/>
                    <a:pt x="878" y="753"/>
                  </a:cubicBezTo>
                  <a:cubicBezTo>
                    <a:pt x="868" y="765"/>
                    <a:pt x="856" y="775"/>
                    <a:pt x="844" y="786"/>
                  </a:cubicBezTo>
                  <a:cubicBezTo>
                    <a:pt x="831" y="797"/>
                    <a:pt x="818" y="807"/>
                    <a:pt x="804" y="817"/>
                  </a:cubicBezTo>
                  <a:cubicBezTo>
                    <a:pt x="779" y="835"/>
                    <a:pt x="752" y="851"/>
                    <a:pt x="723" y="864"/>
                  </a:cubicBezTo>
                  <a:cubicBezTo>
                    <a:pt x="706" y="871"/>
                    <a:pt x="689" y="879"/>
                    <a:pt x="671" y="885"/>
                  </a:cubicBezTo>
                  <a:cubicBezTo>
                    <a:pt x="646" y="893"/>
                    <a:pt x="620" y="900"/>
                    <a:pt x="593" y="903"/>
                  </a:cubicBezTo>
                  <a:cubicBezTo>
                    <a:pt x="578" y="905"/>
                    <a:pt x="562" y="907"/>
                    <a:pt x="546" y="909"/>
                  </a:cubicBezTo>
                  <a:cubicBezTo>
                    <a:pt x="544" y="909"/>
                    <a:pt x="543" y="910"/>
                    <a:pt x="542" y="910"/>
                  </a:cubicBezTo>
                  <a:cubicBezTo>
                    <a:pt x="521" y="910"/>
                    <a:pt x="500" y="910"/>
                    <a:pt x="478" y="910"/>
                  </a:cubicBez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 name="Freeform 26"/>
            <p:cNvSpPr>
              <a:spLocks/>
            </p:cNvSpPr>
            <p:nvPr/>
          </p:nvSpPr>
          <p:spPr bwMode="auto">
            <a:xfrm rot="5400000">
              <a:off x="6175376" y="1989138"/>
              <a:ext cx="3646488" cy="3363913"/>
            </a:xfrm>
            <a:custGeom>
              <a:avLst/>
              <a:gdLst>
                <a:gd name="T0" fmla="*/ 492 w 970"/>
                <a:gd name="T1" fmla="*/ 0 h 896"/>
                <a:gd name="T2" fmla="*/ 496 w 970"/>
                <a:gd name="T3" fmla="*/ 1 h 896"/>
                <a:gd name="T4" fmla="*/ 543 w 970"/>
                <a:gd name="T5" fmla="*/ 7 h 896"/>
                <a:gd name="T6" fmla="*/ 621 w 970"/>
                <a:gd name="T7" fmla="*/ 26 h 896"/>
                <a:gd name="T8" fmla="*/ 670 w 970"/>
                <a:gd name="T9" fmla="*/ 45 h 896"/>
                <a:gd name="T10" fmla="*/ 755 w 970"/>
                <a:gd name="T11" fmla="*/ 94 h 896"/>
                <a:gd name="T12" fmla="*/ 794 w 970"/>
                <a:gd name="T13" fmla="*/ 125 h 896"/>
                <a:gd name="T14" fmla="*/ 828 w 970"/>
                <a:gd name="T15" fmla="*/ 157 h 896"/>
                <a:gd name="T16" fmla="*/ 865 w 970"/>
                <a:gd name="T17" fmla="*/ 200 h 896"/>
                <a:gd name="T18" fmla="*/ 911 w 970"/>
                <a:gd name="T19" fmla="*/ 273 h 896"/>
                <a:gd name="T20" fmla="*/ 941 w 970"/>
                <a:gd name="T21" fmla="*/ 341 h 896"/>
                <a:gd name="T22" fmla="*/ 961 w 970"/>
                <a:gd name="T23" fmla="*/ 416 h 896"/>
                <a:gd name="T24" fmla="*/ 966 w 970"/>
                <a:gd name="T25" fmla="*/ 452 h 896"/>
                <a:gd name="T26" fmla="*/ 969 w 970"/>
                <a:gd name="T27" fmla="*/ 537 h 896"/>
                <a:gd name="T28" fmla="*/ 964 w 970"/>
                <a:gd name="T29" fmla="*/ 581 h 896"/>
                <a:gd name="T30" fmla="*/ 953 w 970"/>
                <a:gd name="T31" fmla="*/ 636 h 896"/>
                <a:gd name="T32" fmla="*/ 929 w 970"/>
                <a:gd name="T33" fmla="*/ 707 h 896"/>
                <a:gd name="T34" fmla="*/ 876 w 970"/>
                <a:gd name="T35" fmla="*/ 804 h 896"/>
                <a:gd name="T36" fmla="*/ 850 w 970"/>
                <a:gd name="T37" fmla="*/ 837 h 896"/>
                <a:gd name="T38" fmla="*/ 842 w 970"/>
                <a:gd name="T39" fmla="*/ 847 h 896"/>
                <a:gd name="T40" fmla="*/ 892 w 970"/>
                <a:gd name="T41" fmla="*/ 895 h 896"/>
                <a:gd name="T42" fmla="*/ 891 w 970"/>
                <a:gd name="T43" fmla="*/ 896 h 896"/>
                <a:gd name="T44" fmla="*/ 882 w 970"/>
                <a:gd name="T45" fmla="*/ 896 h 896"/>
                <a:gd name="T46" fmla="*/ 855 w 970"/>
                <a:gd name="T47" fmla="*/ 896 h 896"/>
                <a:gd name="T48" fmla="*/ 829 w 970"/>
                <a:gd name="T49" fmla="*/ 895 h 896"/>
                <a:gd name="T50" fmla="*/ 813 w 970"/>
                <a:gd name="T51" fmla="*/ 895 h 896"/>
                <a:gd name="T52" fmla="*/ 767 w 970"/>
                <a:gd name="T53" fmla="*/ 894 h 896"/>
                <a:gd name="T54" fmla="*/ 730 w 970"/>
                <a:gd name="T55" fmla="*/ 893 h 896"/>
                <a:gd name="T56" fmla="*/ 701 w 970"/>
                <a:gd name="T57" fmla="*/ 892 h 896"/>
                <a:gd name="T58" fmla="*/ 699 w 970"/>
                <a:gd name="T59" fmla="*/ 893 h 896"/>
                <a:gd name="T60" fmla="*/ 693 w 970"/>
                <a:gd name="T61" fmla="*/ 888 h 896"/>
                <a:gd name="T62" fmla="*/ 693 w 970"/>
                <a:gd name="T63" fmla="*/ 867 h 896"/>
                <a:gd name="T64" fmla="*/ 693 w 970"/>
                <a:gd name="T65" fmla="*/ 835 h 896"/>
                <a:gd name="T66" fmla="*/ 692 w 970"/>
                <a:gd name="T67" fmla="*/ 801 h 896"/>
                <a:gd name="T68" fmla="*/ 690 w 970"/>
                <a:gd name="T69" fmla="*/ 768 h 896"/>
                <a:gd name="T70" fmla="*/ 690 w 970"/>
                <a:gd name="T71" fmla="*/ 737 h 896"/>
                <a:gd name="T72" fmla="*/ 688 w 970"/>
                <a:gd name="T73" fmla="*/ 698 h 896"/>
                <a:gd name="T74" fmla="*/ 688 w 970"/>
                <a:gd name="T75" fmla="*/ 697 h 896"/>
                <a:gd name="T76" fmla="*/ 710 w 970"/>
                <a:gd name="T77" fmla="*/ 717 h 896"/>
                <a:gd name="T78" fmla="*/ 730 w 970"/>
                <a:gd name="T79" fmla="*/ 737 h 896"/>
                <a:gd name="T80" fmla="*/ 814 w 970"/>
                <a:gd name="T81" fmla="*/ 482 h 896"/>
                <a:gd name="T82" fmla="*/ 705 w 970"/>
                <a:gd name="T83" fmla="*/ 248 h 896"/>
                <a:gd name="T84" fmla="*/ 387 w 970"/>
                <a:gd name="T85" fmla="*/ 154 h 896"/>
                <a:gd name="T86" fmla="*/ 127 w 970"/>
                <a:gd name="T87" fmla="*/ 361 h 896"/>
                <a:gd name="T88" fmla="*/ 0 w 970"/>
                <a:gd name="T89" fmla="*/ 291 h 896"/>
                <a:gd name="T90" fmla="*/ 7 w 970"/>
                <a:gd name="T91" fmla="*/ 276 h 896"/>
                <a:gd name="T92" fmla="*/ 44 w 970"/>
                <a:gd name="T93" fmla="*/ 215 h 896"/>
                <a:gd name="T94" fmla="*/ 70 w 970"/>
                <a:gd name="T95" fmla="*/ 182 h 896"/>
                <a:gd name="T96" fmla="*/ 109 w 970"/>
                <a:gd name="T97" fmla="*/ 140 h 896"/>
                <a:gd name="T98" fmla="*/ 151 w 970"/>
                <a:gd name="T99" fmla="*/ 105 h 896"/>
                <a:gd name="T100" fmla="*/ 200 w 970"/>
                <a:gd name="T101" fmla="*/ 71 h 896"/>
                <a:gd name="T102" fmla="*/ 261 w 970"/>
                <a:gd name="T103" fmla="*/ 41 h 896"/>
                <a:gd name="T104" fmla="*/ 343 w 970"/>
                <a:gd name="T105" fmla="*/ 14 h 896"/>
                <a:gd name="T106" fmla="*/ 388 w 970"/>
                <a:gd name="T107" fmla="*/ 5 h 896"/>
                <a:gd name="T108" fmla="*/ 427 w 970"/>
                <a:gd name="T109" fmla="*/ 1 h 896"/>
                <a:gd name="T110" fmla="*/ 428 w 970"/>
                <a:gd name="T111" fmla="*/ 0 h 896"/>
                <a:gd name="T112" fmla="*/ 492 w 970"/>
                <a:gd name="T113" fmla="*/ 0 h 8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70" h="896">
                  <a:moveTo>
                    <a:pt x="492" y="0"/>
                  </a:moveTo>
                  <a:cubicBezTo>
                    <a:pt x="493" y="1"/>
                    <a:pt x="494" y="1"/>
                    <a:pt x="496" y="1"/>
                  </a:cubicBezTo>
                  <a:cubicBezTo>
                    <a:pt x="512" y="3"/>
                    <a:pt x="528" y="5"/>
                    <a:pt x="543" y="7"/>
                  </a:cubicBezTo>
                  <a:cubicBezTo>
                    <a:pt x="570" y="10"/>
                    <a:pt x="596" y="18"/>
                    <a:pt x="621" y="26"/>
                  </a:cubicBezTo>
                  <a:cubicBezTo>
                    <a:pt x="638" y="31"/>
                    <a:pt x="654" y="38"/>
                    <a:pt x="670" y="45"/>
                  </a:cubicBezTo>
                  <a:cubicBezTo>
                    <a:pt x="700" y="58"/>
                    <a:pt x="728" y="74"/>
                    <a:pt x="755" y="94"/>
                  </a:cubicBezTo>
                  <a:cubicBezTo>
                    <a:pt x="768" y="104"/>
                    <a:pt x="781" y="114"/>
                    <a:pt x="794" y="125"/>
                  </a:cubicBezTo>
                  <a:cubicBezTo>
                    <a:pt x="806" y="135"/>
                    <a:pt x="817" y="145"/>
                    <a:pt x="828" y="157"/>
                  </a:cubicBezTo>
                  <a:cubicBezTo>
                    <a:pt x="841" y="171"/>
                    <a:pt x="853" y="185"/>
                    <a:pt x="865" y="200"/>
                  </a:cubicBezTo>
                  <a:cubicBezTo>
                    <a:pt x="883" y="222"/>
                    <a:pt x="898" y="247"/>
                    <a:pt x="911" y="273"/>
                  </a:cubicBezTo>
                  <a:cubicBezTo>
                    <a:pt x="923" y="295"/>
                    <a:pt x="933" y="317"/>
                    <a:pt x="941" y="341"/>
                  </a:cubicBezTo>
                  <a:cubicBezTo>
                    <a:pt x="950" y="365"/>
                    <a:pt x="956" y="391"/>
                    <a:pt x="961" y="416"/>
                  </a:cubicBezTo>
                  <a:cubicBezTo>
                    <a:pt x="963" y="428"/>
                    <a:pt x="964" y="440"/>
                    <a:pt x="966" y="452"/>
                  </a:cubicBezTo>
                  <a:cubicBezTo>
                    <a:pt x="970" y="480"/>
                    <a:pt x="969" y="508"/>
                    <a:pt x="969" y="537"/>
                  </a:cubicBezTo>
                  <a:cubicBezTo>
                    <a:pt x="968" y="551"/>
                    <a:pt x="966" y="566"/>
                    <a:pt x="964" y="581"/>
                  </a:cubicBezTo>
                  <a:cubicBezTo>
                    <a:pt x="961" y="599"/>
                    <a:pt x="958" y="617"/>
                    <a:pt x="953" y="636"/>
                  </a:cubicBezTo>
                  <a:cubicBezTo>
                    <a:pt x="948" y="660"/>
                    <a:pt x="939" y="684"/>
                    <a:pt x="929" y="707"/>
                  </a:cubicBezTo>
                  <a:cubicBezTo>
                    <a:pt x="915" y="742"/>
                    <a:pt x="897" y="774"/>
                    <a:pt x="876" y="804"/>
                  </a:cubicBezTo>
                  <a:cubicBezTo>
                    <a:pt x="868" y="815"/>
                    <a:pt x="859" y="826"/>
                    <a:pt x="850" y="837"/>
                  </a:cubicBezTo>
                  <a:cubicBezTo>
                    <a:pt x="848" y="840"/>
                    <a:pt x="845" y="843"/>
                    <a:pt x="842" y="847"/>
                  </a:cubicBezTo>
                  <a:cubicBezTo>
                    <a:pt x="859" y="863"/>
                    <a:pt x="875" y="879"/>
                    <a:pt x="892" y="895"/>
                  </a:cubicBezTo>
                  <a:cubicBezTo>
                    <a:pt x="891" y="895"/>
                    <a:pt x="891" y="896"/>
                    <a:pt x="891" y="896"/>
                  </a:cubicBezTo>
                  <a:cubicBezTo>
                    <a:pt x="888" y="896"/>
                    <a:pt x="885" y="896"/>
                    <a:pt x="882" y="896"/>
                  </a:cubicBezTo>
                  <a:cubicBezTo>
                    <a:pt x="873" y="896"/>
                    <a:pt x="864" y="896"/>
                    <a:pt x="855" y="896"/>
                  </a:cubicBezTo>
                  <a:cubicBezTo>
                    <a:pt x="846" y="896"/>
                    <a:pt x="838" y="895"/>
                    <a:pt x="829" y="895"/>
                  </a:cubicBezTo>
                  <a:cubicBezTo>
                    <a:pt x="824" y="895"/>
                    <a:pt x="819" y="895"/>
                    <a:pt x="813" y="895"/>
                  </a:cubicBezTo>
                  <a:cubicBezTo>
                    <a:pt x="798" y="895"/>
                    <a:pt x="783" y="895"/>
                    <a:pt x="767" y="894"/>
                  </a:cubicBezTo>
                  <a:cubicBezTo>
                    <a:pt x="755" y="894"/>
                    <a:pt x="742" y="894"/>
                    <a:pt x="730" y="893"/>
                  </a:cubicBezTo>
                  <a:cubicBezTo>
                    <a:pt x="720" y="893"/>
                    <a:pt x="710" y="893"/>
                    <a:pt x="701" y="892"/>
                  </a:cubicBezTo>
                  <a:cubicBezTo>
                    <a:pt x="700" y="892"/>
                    <a:pt x="699" y="892"/>
                    <a:pt x="699" y="893"/>
                  </a:cubicBezTo>
                  <a:cubicBezTo>
                    <a:pt x="694" y="895"/>
                    <a:pt x="694" y="892"/>
                    <a:pt x="693" y="888"/>
                  </a:cubicBezTo>
                  <a:cubicBezTo>
                    <a:pt x="693" y="881"/>
                    <a:pt x="694" y="874"/>
                    <a:pt x="693" y="867"/>
                  </a:cubicBezTo>
                  <a:cubicBezTo>
                    <a:pt x="693" y="856"/>
                    <a:pt x="693" y="846"/>
                    <a:pt x="693" y="835"/>
                  </a:cubicBezTo>
                  <a:cubicBezTo>
                    <a:pt x="692" y="823"/>
                    <a:pt x="692" y="812"/>
                    <a:pt x="692" y="801"/>
                  </a:cubicBezTo>
                  <a:cubicBezTo>
                    <a:pt x="691" y="790"/>
                    <a:pt x="691" y="779"/>
                    <a:pt x="690" y="768"/>
                  </a:cubicBezTo>
                  <a:cubicBezTo>
                    <a:pt x="690" y="758"/>
                    <a:pt x="690" y="747"/>
                    <a:pt x="690" y="737"/>
                  </a:cubicBezTo>
                  <a:cubicBezTo>
                    <a:pt x="689" y="724"/>
                    <a:pt x="688" y="711"/>
                    <a:pt x="688" y="698"/>
                  </a:cubicBezTo>
                  <a:cubicBezTo>
                    <a:pt x="688" y="698"/>
                    <a:pt x="688" y="698"/>
                    <a:pt x="688" y="697"/>
                  </a:cubicBezTo>
                  <a:cubicBezTo>
                    <a:pt x="698" y="702"/>
                    <a:pt x="703" y="710"/>
                    <a:pt x="710" y="717"/>
                  </a:cubicBezTo>
                  <a:cubicBezTo>
                    <a:pt x="716" y="723"/>
                    <a:pt x="723" y="730"/>
                    <a:pt x="730" y="737"/>
                  </a:cubicBezTo>
                  <a:cubicBezTo>
                    <a:pt x="791" y="663"/>
                    <a:pt x="820" y="578"/>
                    <a:pt x="814" y="482"/>
                  </a:cubicBezTo>
                  <a:cubicBezTo>
                    <a:pt x="808" y="391"/>
                    <a:pt x="772" y="311"/>
                    <a:pt x="705" y="248"/>
                  </a:cubicBezTo>
                  <a:cubicBezTo>
                    <a:pt x="616" y="163"/>
                    <a:pt x="508" y="131"/>
                    <a:pt x="387" y="154"/>
                  </a:cubicBezTo>
                  <a:cubicBezTo>
                    <a:pt x="265" y="178"/>
                    <a:pt x="181" y="250"/>
                    <a:pt x="127" y="361"/>
                  </a:cubicBezTo>
                  <a:cubicBezTo>
                    <a:pt x="85" y="338"/>
                    <a:pt x="43" y="315"/>
                    <a:pt x="0" y="291"/>
                  </a:cubicBezTo>
                  <a:cubicBezTo>
                    <a:pt x="2" y="286"/>
                    <a:pt x="4" y="281"/>
                    <a:pt x="7" y="276"/>
                  </a:cubicBezTo>
                  <a:cubicBezTo>
                    <a:pt x="18" y="255"/>
                    <a:pt x="30" y="234"/>
                    <a:pt x="44" y="215"/>
                  </a:cubicBezTo>
                  <a:cubicBezTo>
                    <a:pt x="53" y="204"/>
                    <a:pt x="61" y="192"/>
                    <a:pt x="70" y="182"/>
                  </a:cubicBezTo>
                  <a:cubicBezTo>
                    <a:pt x="83" y="168"/>
                    <a:pt x="95" y="153"/>
                    <a:pt x="109" y="140"/>
                  </a:cubicBezTo>
                  <a:cubicBezTo>
                    <a:pt x="122" y="128"/>
                    <a:pt x="136" y="116"/>
                    <a:pt x="151" y="105"/>
                  </a:cubicBezTo>
                  <a:cubicBezTo>
                    <a:pt x="167" y="93"/>
                    <a:pt x="183" y="81"/>
                    <a:pt x="200" y="71"/>
                  </a:cubicBezTo>
                  <a:cubicBezTo>
                    <a:pt x="220" y="60"/>
                    <a:pt x="240" y="50"/>
                    <a:pt x="261" y="41"/>
                  </a:cubicBezTo>
                  <a:cubicBezTo>
                    <a:pt x="287" y="29"/>
                    <a:pt x="315" y="20"/>
                    <a:pt x="343" y="14"/>
                  </a:cubicBezTo>
                  <a:cubicBezTo>
                    <a:pt x="358" y="10"/>
                    <a:pt x="373" y="8"/>
                    <a:pt x="388" y="5"/>
                  </a:cubicBezTo>
                  <a:cubicBezTo>
                    <a:pt x="401" y="3"/>
                    <a:pt x="414" y="3"/>
                    <a:pt x="427" y="1"/>
                  </a:cubicBezTo>
                  <a:cubicBezTo>
                    <a:pt x="428" y="1"/>
                    <a:pt x="428" y="1"/>
                    <a:pt x="428" y="0"/>
                  </a:cubicBezTo>
                  <a:cubicBezTo>
                    <a:pt x="450" y="0"/>
                    <a:pt x="471" y="0"/>
                    <a:pt x="492" y="0"/>
                  </a:cubicBez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Freeform 27"/>
            <p:cNvSpPr>
              <a:spLocks/>
            </p:cNvSpPr>
            <p:nvPr/>
          </p:nvSpPr>
          <p:spPr bwMode="auto">
            <a:xfrm rot="5400000">
              <a:off x="4672807" y="1778794"/>
              <a:ext cx="3927475" cy="3173413"/>
            </a:xfrm>
            <a:custGeom>
              <a:avLst/>
              <a:gdLst>
                <a:gd name="T0" fmla="*/ 0 w 1045"/>
                <a:gd name="T1" fmla="*/ 130 h 845"/>
                <a:gd name="T2" fmla="*/ 16 w 1045"/>
                <a:gd name="T3" fmla="*/ 116 h 845"/>
                <a:gd name="T4" fmla="*/ 40 w 1045"/>
                <a:gd name="T5" fmla="*/ 92 h 845"/>
                <a:gd name="T6" fmla="*/ 89 w 1045"/>
                <a:gd name="T7" fmla="*/ 47 h 845"/>
                <a:gd name="T8" fmla="*/ 114 w 1045"/>
                <a:gd name="T9" fmla="*/ 24 h 845"/>
                <a:gd name="T10" fmla="*/ 136 w 1045"/>
                <a:gd name="T11" fmla="*/ 3 h 845"/>
                <a:gd name="T12" fmla="*/ 143 w 1045"/>
                <a:gd name="T13" fmla="*/ 3 h 845"/>
                <a:gd name="T14" fmla="*/ 157 w 1045"/>
                <a:gd name="T15" fmla="*/ 16 h 845"/>
                <a:gd name="T16" fmla="*/ 209 w 1045"/>
                <a:gd name="T17" fmla="*/ 67 h 845"/>
                <a:gd name="T18" fmla="*/ 242 w 1045"/>
                <a:gd name="T19" fmla="*/ 100 h 845"/>
                <a:gd name="T20" fmla="*/ 270 w 1045"/>
                <a:gd name="T21" fmla="*/ 127 h 845"/>
                <a:gd name="T22" fmla="*/ 274 w 1045"/>
                <a:gd name="T23" fmla="*/ 131 h 845"/>
                <a:gd name="T24" fmla="*/ 219 w 1045"/>
                <a:gd name="T25" fmla="*/ 131 h 845"/>
                <a:gd name="T26" fmla="*/ 219 w 1045"/>
                <a:gd name="T27" fmla="*/ 156 h 845"/>
                <a:gd name="T28" fmla="*/ 223 w 1045"/>
                <a:gd name="T29" fmla="*/ 182 h 845"/>
                <a:gd name="T30" fmla="*/ 232 w 1045"/>
                <a:gd name="T31" fmla="*/ 221 h 845"/>
                <a:gd name="T32" fmla="*/ 259 w 1045"/>
                <a:gd name="T33" fmla="*/ 288 h 845"/>
                <a:gd name="T34" fmla="*/ 299 w 1045"/>
                <a:gd name="T35" fmla="*/ 351 h 845"/>
                <a:gd name="T36" fmla="*/ 337 w 1045"/>
                <a:gd name="T37" fmla="*/ 395 h 845"/>
                <a:gd name="T38" fmla="*/ 399 w 1045"/>
                <a:gd name="T39" fmla="*/ 442 h 845"/>
                <a:gd name="T40" fmla="*/ 496 w 1045"/>
                <a:gd name="T41" fmla="*/ 478 h 845"/>
                <a:gd name="T42" fmla="*/ 548 w 1045"/>
                <a:gd name="T43" fmla="*/ 487 h 845"/>
                <a:gd name="T44" fmla="*/ 594 w 1045"/>
                <a:gd name="T45" fmla="*/ 492 h 845"/>
                <a:gd name="T46" fmla="*/ 628 w 1045"/>
                <a:gd name="T47" fmla="*/ 495 h 845"/>
                <a:gd name="T48" fmla="*/ 687 w 1045"/>
                <a:gd name="T49" fmla="*/ 501 h 845"/>
                <a:gd name="T50" fmla="*/ 764 w 1045"/>
                <a:gd name="T51" fmla="*/ 522 h 845"/>
                <a:gd name="T52" fmla="*/ 858 w 1045"/>
                <a:gd name="T53" fmla="*/ 575 h 845"/>
                <a:gd name="T54" fmla="*/ 912 w 1045"/>
                <a:gd name="T55" fmla="*/ 618 h 845"/>
                <a:gd name="T56" fmla="*/ 948 w 1045"/>
                <a:gd name="T57" fmla="*/ 652 h 845"/>
                <a:gd name="T58" fmla="*/ 994 w 1045"/>
                <a:gd name="T59" fmla="*/ 705 h 845"/>
                <a:gd name="T60" fmla="*/ 1042 w 1045"/>
                <a:gd name="T61" fmla="*/ 769 h 845"/>
                <a:gd name="T62" fmla="*/ 1045 w 1045"/>
                <a:gd name="T63" fmla="*/ 774 h 845"/>
                <a:gd name="T64" fmla="*/ 1041 w 1045"/>
                <a:gd name="T65" fmla="*/ 777 h 845"/>
                <a:gd name="T66" fmla="*/ 992 w 1045"/>
                <a:gd name="T67" fmla="*/ 802 h 845"/>
                <a:gd name="T68" fmla="*/ 930 w 1045"/>
                <a:gd name="T69" fmla="*/ 834 h 845"/>
                <a:gd name="T70" fmla="*/ 911 w 1045"/>
                <a:gd name="T71" fmla="*/ 844 h 845"/>
                <a:gd name="T72" fmla="*/ 906 w 1045"/>
                <a:gd name="T73" fmla="*/ 842 h 845"/>
                <a:gd name="T74" fmla="*/ 880 w 1045"/>
                <a:gd name="T75" fmla="*/ 804 h 845"/>
                <a:gd name="T76" fmla="*/ 857 w 1045"/>
                <a:gd name="T77" fmla="*/ 775 h 845"/>
                <a:gd name="T78" fmla="*/ 826 w 1045"/>
                <a:gd name="T79" fmla="*/ 743 h 845"/>
                <a:gd name="T80" fmla="*/ 760 w 1045"/>
                <a:gd name="T81" fmla="*/ 693 h 845"/>
                <a:gd name="T82" fmla="*/ 719 w 1045"/>
                <a:gd name="T83" fmla="*/ 671 h 845"/>
                <a:gd name="T84" fmla="*/ 643 w 1045"/>
                <a:gd name="T85" fmla="*/ 646 h 845"/>
                <a:gd name="T86" fmla="*/ 601 w 1045"/>
                <a:gd name="T87" fmla="*/ 641 h 845"/>
                <a:gd name="T88" fmla="*/ 586 w 1045"/>
                <a:gd name="T89" fmla="*/ 640 h 845"/>
                <a:gd name="T90" fmla="*/ 536 w 1045"/>
                <a:gd name="T91" fmla="*/ 637 h 845"/>
                <a:gd name="T92" fmla="*/ 455 w 1045"/>
                <a:gd name="T93" fmla="*/ 622 h 845"/>
                <a:gd name="T94" fmla="*/ 380 w 1045"/>
                <a:gd name="T95" fmla="*/ 597 h 845"/>
                <a:gd name="T96" fmla="*/ 332 w 1045"/>
                <a:gd name="T97" fmla="*/ 575 h 845"/>
                <a:gd name="T98" fmla="*/ 258 w 1045"/>
                <a:gd name="T99" fmla="*/ 527 h 845"/>
                <a:gd name="T100" fmla="*/ 206 w 1045"/>
                <a:gd name="T101" fmla="*/ 480 h 845"/>
                <a:gd name="T102" fmla="*/ 146 w 1045"/>
                <a:gd name="T103" fmla="*/ 400 h 845"/>
                <a:gd name="T104" fmla="*/ 118 w 1045"/>
                <a:gd name="T105" fmla="*/ 349 h 845"/>
                <a:gd name="T106" fmla="*/ 82 w 1045"/>
                <a:gd name="T107" fmla="*/ 251 h 845"/>
                <a:gd name="T108" fmla="*/ 68 w 1045"/>
                <a:gd name="T109" fmla="*/ 193 h 845"/>
                <a:gd name="T110" fmla="*/ 63 w 1045"/>
                <a:gd name="T111" fmla="*/ 159 h 845"/>
                <a:gd name="T112" fmla="*/ 59 w 1045"/>
                <a:gd name="T113" fmla="*/ 131 h 845"/>
                <a:gd name="T114" fmla="*/ 0 w 1045"/>
                <a:gd name="T115" fmla="*/ 131 h 845"/>
                <a:gd name="T116" fmla="*/ 0 w 1045"/>
                <a:gd name="T117" fmla="*/ 130 h 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45" h="845">
                  <a:moveTo>
                    <a:pt x="0" y="130"/>
                  </a:moveTo>
                  <a:cubicBezTo>
                    <a:pt x="5" y="125"/>
                    <a:pt x="11" y="121"/>
                    <a:pt x="16" y="116"/>
                  </a:cubicBezTo>
                  <a:cubicBezTo>
                    <a:pt x="24" y="108"/>
                    <a:pt x="32" y="100"/>
                    <a:pt x="40" y="92"/>
                  </a:cubicBezTo>
                  <a:cubicBezTo>
                    <a:pt x="56" y="77"/>
                    <a:pt x="73" y="62"/>
                    <a:pt x="89" y="47"/>
                  </a:cubicBezTo>
                  <a:cubicBezTo>
                    <a:pt x="97" y="39"/>
                    <a:pt x="106" y="31"/>
                    <a:pt x="114" y="24"/>
                  </a:cubicBezTo>
                  <a:cubicBezTo>
                    <a:pt x="121" y="17"/>
                    <a:pt x="128" y="10"/>
                    <a:pt x="136" y="3"/>
                  </a:cubicBezTo>
                  <a:cubicBezTo>
                    <a:pt x="138" y="1"/>
                    <a:pt x="140" y="0"/>
                    <a:pt x="143" y="3"/>
                  </a:cubicBezTo>
                  <a:cubicBezTo>
                    <a:pt x="147" y="7"/>
                    <a:pt x="152" y="12"/>
                    <a:pt x="157" y="16"/>
                  </a:cubicBezTo>
                  <a:cubicBezTo>
                    <a:pt x="174" y="33"/>
                    <a:pt x="192" y="50"/>
                    <a:pt x="209" y="67"/>
                  </a:cubicBezTo>
                  <a:cubicBezTo>
                    <a:pt x="220" y="78"/>
                    <a:pt x="231" y="89"/>
                    <a:pt x="242" y="100"/>
                  </a:cubicBezTo>
                  <a:cubicBezTo>
                    <a:pt x="252" y="109"/>
                    <a:pt x="261" y="118"/>
                    <a:pt x="270" y="127"/>
                  </a:cubicBezTo>
                  <a:cubicBezTo>
                    <a:pt x="271" y="128"/>
                    <a:pt x="272" y="129"/>
                    <a:pt x="274" y="131"/>
                  </a:cubicBezTo>
                  <a:cubicBezTo>
                    <a:pt x="255" y="131"/>
                    <a:pt x="237" y="131"/>
                    <a:pt x="219" y="131"/>
                  </a:cubicBezTo>
                  <a:cubicBezTo>
                    <a:pt x="219" y="139"/>
                    <a:pt x="219" y="148"/>
                    <a:pt x="219" y="156"/>
                  </a:cubicBezTo>
                  <a:cubicBezTo>
                    <a:pt x="220" y="164"/>
                    <a:pt x="221" y="173"/>
                    <a:pt x="223" y="182"/>
                  </a:cubicBezTo>
                  <a:cubicBezTo>
                    <a:pt x="226" y="195"/>
                    <a:pt x="228" y="208"/>
                    <a:pt x="232" y="221"/>
                  </a:cubicBezTo>
                  <a:cubicBezTo>
                    <a:pt x="238" y="244"/>
                    <a:pt x="248" y="267"/>
                    <a:pt x="259" y="288"/>
                  </a:cubicBezTo>
                  <a:cubicBezTo>
                    <a:pt x="271" y="310"/>
                    <a:pt x="284" y="331"/>
                    <a:pt x="299" y="351"/>
                  </a:cubicBezTo>
                  <a:cubicBezTo>
                    <a:pt x="311" y="366"/>
                    <a:pt x="323" y="382"/>
                    <a:pt x="337" y="395"/>
                  </a:cubicBezTo>
                  <a:cubicBezTo>
                    <a:pt x="356" y="413"/>
                    <a:pt x="377" y="429"/>
                    <a:pt x="399" y="442"/>
                  </a:cubicBezTo>
                  <a:cubicBezTo>
                    <a:pt x="429" y="459"/>
                    <a:pt x="462" y="470"/>
                    <a:pt x="496" y="478"/>
                  </a:cubicBezTo>
                  <a:cubicBezTo>
                    <a:pt x="513" y="482"/>
                    <a:pt x="531" y="484"/>
                    <a:pt x="548" y="487"/>
                  </a:cubicBezTo>
                  <a:cubicBezTo>
                    <a:pt x="564" y="489"/>
                    <a:pt x="579" y="490"/>
                    <a:pt x="594" y="492"/>
                  </a:cubicBezTo>
                  <a:cubicBezTo>
                    <a:pt x="606" y="493"/>
                    <a:pt x="617" y="494"/>
                    <a:pt x="628" y="495"/>
                  </a:cubicBezTo>
                  <a:cubicBezTo>
                    <a:pt x="648" y="497"/>
                    <a:pt x="668" y="499"/>
                    <a:pt x="687" y="501"/>
                  </a:cubicBezTo>
                  <a:cubicBezTo>
                    <a:pt x="714" y="504"/>
                    <a:pt x="739" y="512"/>
                    <a:pt x="764" y="522"/>
                  </a:cubicBezTo>
                  <a:cubicBezTo>
                    <a:pt x="798" y="536"/>
                    <a:pt x="829" y="553"/>
                    <a:pt x="858" y="575"/>
                  </a:cubicBezTo>
                  <a:cubicBezTo>
                    <a:pt x="877" y="589"/>
                    <a:pt x="895" y="603"/>
                    <a:pt x="912" y="618"/>
                  </a:cubicBezTo>
                  <a:cubicBezTo>
                    <a:pt x="925" y="629"/>
                    <a:pt x="937" y="640"/>
                    <a:pt x="948" y="652"/>
                  </a:cubicBezTo>
                  <a:cubicBezTo>
                    <a:pt x="964" y="669"/>
                    <a:pt x="979" y="687"/>
                    <a:pt x="994" y="705"/>
                  </a:cubicBezTo>
                  <a:cubicBezTo>
                    <a:pt x="1012" y="725"/>
                    <a:pt x="1027" y="746"/>
                    <a:pt x="1042" y="769"/>
                  </a:cubicBezTo>
                  <a:cubicBezTo>
                    <a:pt x="1043" y="770"/>
                    <a:pt x="1044" y="772"/>
                    <a:pt x="1045" y="774"/>
                  </a:cubicBezTo>
                  <a:cubicBezTo>
                    <a:pt x="1044" y="775"/>
                    <a:pt x="1043" y="776"/>
                    <a:pt x="1041" y="777"/>
                  </a:cubicBezTo>
                  <a:cubicBezTo>
                    <a:pt x="1025" y="785"/>
                    <a:pt x="1008" y="794"/>
                    <a:pt x="992" y="802"/>
                  </a:cubicBezTo>
                  <a:cubicBezTo>
                    <a:pt x="971" y="813"/>
                    <a:pt x="950" y="823"/>
                    <a:pt x="930" y="834"/>
                  </a:cubicBezTo>
                  <a:cubicBezTo>
                    <a:pt x="923" y="837"/>
                    <a:pt x="917" y="840"/>
                    <a:pt x="911" y="844"/>
                  </a:cubicBezTo>
                  <a:cubicBezTo>
                    <a:pt x="909" y="845"/>
                    <a:pt x="907" y="845"/>
                    <a:pt x="906" y="842"/>
                  </a:cubicBezTo>
                  <a:cubicBezTo>
                    <a:pt x="897" y="830"/>
                    <a:pt x="889" y="816"/>
                    <a:pt x="880" y="804"/>
                  </a:cubicBezTo>
                  <a:cubicBezTo>
                    <a:pt x="873" y="794"/>
                    <a:pt x="865" y="784"/>
                    <a:pt x="857" y="775"/>
                  </a:cubicBezTo>
                  <a:cubicBezTo>
                    <a:pt x="847" y="764"/>
                    <a:pt x="837" y="753"/>
                    <a:pt x="826" y="743"/>
                  </a:cubicBezTo>
                  <a:cubicBezTo>
                    <a:pt x="805" y="724"/>
                    <a:pt x="784" y="707"/>
                    <a:pt x="760" y="693"/>
                  </a:cubicBezTo>
                  <a:cubicBezTo>
                    <a:pt x="746" y="685"/>
                    <a:pt x="733" y="678"/>
                    <a:pt x="719" y="671"/>
                  </a:cubicBezTo>
                  <a:cubicBezTo>
                    <a:pt x="695" y="660"/>
                    <a:pt x="669" y="651"/>
                    <a:pt x="643" y="646"/>
                  </a:cubicBezTo>
                  <a:cubicBezTo>
                    <a:pt x="629" y="644"/>
                    <a:pt x="615" y="642"/>
                    <a:pt x="601" y="641"/>
                  </a:cubicBezTo>
                  <a:cubicBezTo>
                    <a:pt x="596" y="640"/>
                    <a:pt x="591" y="640"/>
                    <a:pt x="586" y="640"/>
                  </a:cubicBezTo>
                  <a:cubicBezTo>
                    <a:pt x="569" y="639"/>
                    <a:pt x="552" y="638"/>
                    <a:pt x="536" y="637"/>
                  </a:cubicBezTo>
                  <a:cubicBezTo>
                    <a:pt x="508" y="634"/>
                    <a:pt x="481" y="629"/>
                    <a:pt x="455" y="622"/>
                  </a:cubicBezTo>
                  <a:cubicBezTo>
                    <a:pt x="429" y="616"/>
                    <a:pt x="404" y="608"/>
                    <a:pt x="380" y="597"/>
                  </a:cubicBezTo>
                  <a:cubicBezTo>
                    <a:pt x="364" y="590"/>
                    <a:pt x="347" y="583"/>
                    <a:pt x="332" y="575"/>
                  </a:cubicBezTo>
                  <a:cubicBezTo>
                    <a:pt x="306" y="561"/>
                    <a:pt x="281" y="546"/>
                    <a:pt x="258" y="527"/>
                  </a:cubicBezTo>
                  <a:cubicBezTo>
                    <a:pt x="239" y="513"/>
                    <a:pt x="222" y="497"/>
                    <a:pt x="206" y="480"/>
                  </a:cubicBezTo>
                  <a:cubicBezTo>
                    <a:pt x="183" y="455"/>
                    <a:pt x="163" y="429"/>
                    <a:pt x="146" y="400"/>
                  </a:cubicBezTo>
                  <a:cubicBezTo>
                    <a:pt x="137" y="383"/>
                    <a:pt x="127" y="366"/>
                    <a:pt x="118" y="349"/>
                  </a:cubicBezTo>
                  <a:cubicBezTo>
                    <a:pt x="103" y="318"/>
                    <a:pt x="91" y="285"/>
                    <a:pt x="82" y="251"/>
                  </a:cubicBezTo>
                  <a:cubicBezTo>
                    <a:pt x="77" y="232"/>
                    <a:pt x="72" y="212"/>
                    <a:pt x="68" y="193"/>
                  </a:cubicBezTo>
                  <a:cubicBezTo>
                    <a:pt x="65" y="182"/>
                    <a:pt x="64" y="170"/>
                    <a:pt x="63" y="159"/>
                  </a:cubicBezTo>
                  <a:cubicBezTo>
                    <a:pt x="61" y="150"/>
                    <a:pt x="60" y="141"/>
                    <a:pt x="59" y="131"/>
                  </a:cubicBezTo>
                  <a:cubicBezTo>
                    <a:pt x="40" y="131"/>
                    <a:pt x="20" y="131"/>
                    <a:pt x="0" y="131"/>
                  </a:cubicBezTo>
                  <a:cubicBezTo>
                    <a:pt x="0" y="131"/>
                    <a:pt x="0" y="130"/>
                    <a:pt x="0" y="130"/>
                  </a:cubicBez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3" name="组合 12"/>
          <p:cNvGrpSpPr/>
          <p:nvPr/>
        </p:nvGrpSpPr>
        <p:grpSpPr>
          <a:xfrm>
            <a:off x="4221597" y="3151322"/>
            <a:ext cx="971266" cy="619113"/>
            <a:chOff x="2066925" y="644525"/>
            <a:chExt cx="271463" cy="173038"/>
          </a:xfrm>
          <a:solidFill>
            <a:schemeClr val="bg1">
              <a:lumMod val="65000"/>
            </a:schemeClr>
          </a:solidFill>
        </p:grpSpPr>
        <p:sp>
          <p:nvSpPr>
            <p:cNvPr id="14" name="Freeform 79"/>
            <p:cNvSpPr>
              <a:spLocks/>
            </p:cNvSpPr>
            <p:nvPr/>
          </p:nvSpPr>
          <p:spPr bwMode="auto">
            <a:xfrm>
              <a:off x="2066925" y="644525"/>
              <a:ext cx="271463" cy="157163"/>
            </a:xfrm>
            <a:custGeom>
              <a:avLst/>
              <a:gdLst>
                <a:gd name="T0" fmla="*/ 32 w 72"/>
                <a:gd name="T1" fmla="*/ 13 h 42"/>
                <a:gd name="T2" fmla="*/ 45 w 72"/>
                <a:gd name="T3" fmla="*/ 27 h 42"/>
                <a:gd name="T4" fmla="*/ 67 w 72"/>
                <a:gd name="T5" fmla="*/ 6 h 42"/>
                <a:gd name="T6" fmla="*/ 68 w 72"/>
                <a:gd name="T7" fmla="*/ 7 h 42"/>
                <a:gd name="T8" fmla="*/ 68 w 72"/>
                <a:gd name="T9" fmla="*/ 7 h 42"/>
                <a:gd name="T10" fmla="*/ 70 w 72"/>
                <a:gd name="T11" fmla="*/ 7 h 42"/>
                <a:gd name="T12" fmla="*/ 70 w 72"/>
                <a:gd name="T13" fmla="*/ 7 h 42"/>
                <a:gd name="T14" fmla="*/ 72 w 72"/>
                <a:gd name="T15" fmla="*/ 2 h 42"/>
                <a:gd name="T16" fmla="*/ 72 w 72"/>
                <a:gd name="T17" fmla="*/ 2 h 42"/>
                <a:gd name="T18" fmla="*/ 70 w 72"/>
                <a:gd name="T19" fmla="*/ 0 h 42"/>
                <a:gd name="T20" fmla="*/ 70 w 72"/>
                <a:gd name="T21" fmla="*/ 0 h 42"/>
                <a:gd name="T22" fmla="*/ 65 w 72"/>
                <a:gd name="T23" fmla="*/ 1 h 42"/>
                <a:gd name="T24" fmla="*/ 65 w 72"/>
                <a:gd name="T25" fmla="*/ 1 h 42"/>
                <a:gd name="T26" fmla="*/ 64 w 72"/>
                <a:gd name="T27" fmla="*/ 3 h 42"/>
                <a:gd name="T28" fmla="*/ 65 w 72"/>
                <a:gd name="T29" fmla="*/ 4 h 42"/>
                <a:gd name="T30" fmla="*/ 65 w 72"/>
                <a:gd name="T31" fmla="*/ 5 h 42"/>
                <a:gd name="T32" fmla="*/ 45 w 72"/>
                <a:gd name="T33" fmla="*/ 24 h 42"/>
                <a:gd name="T34" fmla="*/ 32 w 72"/>
                <a:gd name="T35" fmla="*/ 10 h 42"/>
                <a:gd name="T36" fmla="*/ 0 w 72"/>
                <a:gd name="T37" fmla="*/ 41 h 42"/>
                <a:gd name="T38" fmla="*/ 1 w 72"/>
                <a:gd name="T39" fmla="*/ 42 h 42"/>
                <a:gd name="T40" fmla="*/ 32 w 72"/>
                <a:gd name="T41" fmla="*/ 13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2" h="42">
                  <a:moveTo>
                    <a:pt x="32" y="13"/>
                  </a:moveTo>
                  <a:cubicBezTo>
                    <a:pt x="45" y="27"/>
                    <a:pt x="45" y="27"/>
                    <a:pt x="45" y="27"/>
                  </a:cubicBezTo>
                  <a:cubicBezTo>
                    <a:pt x="67" y="6"/>
                    <a:pt x="67" y="6"/>
                    <a:pt x="67" y="6"/>
                  </a:cubicBezTo>
                  <a:cubicBezTo>
                    <a:pt x="67" y="7"/>
                    <a:pt x="67" y="7"/>
                    <a:pt x="68" y="7"/>
                  </a:cubicBezTo>
                  <a:cubicBezTo>
                    <a:pt x="68" y="7"/>
                    <a:pt x="68" y="7"/>
                    <a:pt x="68" y="7"/>
                  </a:cubicBezTo>
                  <a:cubicBezTo>
                    <a:pt x="69" y="8"/>
                    <a:pt x="70" y="8"/>
                    <a:pt x="70" y="7"/>
                  </a:cubicBezTo>
                  <a:cubicBezTo>
                    <a:pt x="70" y="7"/>
                    <a:pt x="70" y="7"/>
                    <a:pt x="70" y="7"/>
                  </a:cubicBezTo>
                  <a:cubicBezTo>
                    <a:pt x="71" y="5"/>
                    <a:pt x="71" y="3"/>
                    <a:pt x="72" y="2"/>
                  </a:cubicBezTo>
                  <a:cubicBezTo>
                    <a:pt x="72" y="2"/>
                    <a:pt x="72" y="2"/>
                    <a:pt x="72" y="2"/>
                  </a:cubicBezTo>
                  <a:cubicBezTo>
                    <a:pt x="72" y="1"/>
                    <a:pt x="71" y="0"/>
                    <a:pt x="70" y="0"/>
                  </a:cubicBezTo>
                  <a:cubicBezTo>
                    <a:pt x="70" y="0"/>
                    <a:pt x="70" y="0"/>
                    <a:pt x="70" y="0"/>
                  </a:cubicBezTo>
                  <a:cubicBezTo>
                    <a:pt x="69" y="0"/>
                    <a:pt x="67" y="1"/>
                    <a:pt x="65" y="1"/>
                  </a:cubicBezTo>
                  <a:cubicBezTo>
                    <a:pt x="65" y="1"/>
                    <a:pt x="65" y="1"/>
                    <a:pt x="65" y="1"/>
                  </a:cubicBezTo>
                  <a:cubicBezTo>
                    <a:pt x="64" y="2"/>
                    <a:pt x="63" y="3"/>
                    <a:pt x="64" y="3"/>
                  </a:cubicBezTo>
                  <a:cubicBezTo>
                    <a:pt x="65" y="4"/>
                    <a:pt x="65" y="4"/>
                    <a:pt x="65" y="4"/>
                  </a:cubicBezTo>
                  <a:cubicBezTo>
                    <a:pt x="65" y="4"/>
                    <a:pt x="65" y="4"/>
                    <a:pt x="65" y="5"/>
                  </a:cubicBezTo>
                  <a:cubicBezTo>
                    <a:pt x="45" y="24"/>
                    <a:pt x="45" y="24"/>
                    <a:pt x="45" y="24"/>
                  </a:cubicBezTo>
                  <a:cubicBezTo>
                    <a:pt x="32" y="10"/>
                    <a:pt x="32" y="10"/>
                    <a:pt x="32" y="10"/>
                  </a:cubicBezTo>
                  <a:cubicBezTo>
                    <a:pt x="0" y="41"/>
                    <a:pt x="0" y="41"/>
                    <a:pt x="0" y="41"/>
                  </a:cubicBezTo>
                  <a:cubicBezTo>
                    <a:pt x="1" y="42"/>
                    <a:pt x="1" y="42"/>
                    <a:pt x="1" y="42"/>
                  </a:cubicBezTo>
                  <a:lnTo>
                    <a:pt x="32" y="13"/>
                  </a:lnTo>
                  <a:close/>
                </a:path>
              </a:pathLst>
            </a:custGeom>
            <a:grpFill/>
            <a:ln w="3810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5" name="Freeform 80"/>
            <p:cNvSpPr>
              <a:spLocks/>
            </p:cNvSpPr>
            <p:nvPr/>
          </p:nvSpPr>
          <p:spPr bwMode="auto">
            <a:xfrm>
              <a:off x="2286000" y="682625"/>
              <a:ext cx="25400" cy="134938"/>
            </a:xfrm>
            <a:custGeom>
              <a:avLst/>
              <a:gdLst>
                <a:gd name="T0" fmla="*/ 16 w 16"/>
                <a:gd name="T1" fmla="*/ 85 h 85"/>
                <a:gd name="T2" fmla="*/ 16 w 16"/>
                <a:gd name="T3" fmla="*/ 0 h 85"/>
                <a:gd name="T4" fmla="*/ 0 w 16"/>
                <a:gd name="T5" fmla="*/ 16 h 85"/>
                <a:gd name="T6" fmla="*/ 0 w 16"/>
                <a:gd name="T7" fmla="*/ 85 h 85"/>
                <a:gd name="T8" fmla="*/ 16 w 16"/>
                <a:gd name="T9" fmla="*/ 85 h 85"/>
              </a:gdLst>
              <a:ahLst/>
              <a:cxnLst>
                <a:cxn ang="0">
                  <a:pos x="T0" y="T1"/>
                </a:cxn>
                <a:cxn ang="0">
                  <a:pos x="T2" y="T3"/>
                </a:cxn>
                <a:cxn ang="0">
                  <a:pos x="T4" y="T5"/>
                </a:cxn>
                <a:cxn ang="0">
                  <a:pos x="T6" y="T7"/>
                </a:cxn>
                <a:cxn ang="0">
                  <a:pos x="T8" y="T9"/>
                </a:cxn>
              </a:cxnLst>
              <a:rect l="0" t="0" r="r" b="b"/>
              <a:pathLst>
                <a:path w="16" h="85">
                  <a:moveTo>
                    <a:pt x="16" y="85"/>
                  </a:moveTo>
                  <a:lnTo>
                    <a:pt x="16" y="0"/>
                  </a:lnTo>
                  <a:lnTo>
                    <a:pt x="0" y="16"/>
                  </a:lnTo>
                  <a:lnTo>
                    <a:pt x="0" y="85"/>
                  </a:lnTo>
                  <a:lnTo>
                    <a:pt x="16" y="85"/>
                  </a:lnTo>
                  <a:close/>
                </a:path>
              </a:pathLst>
            </a:custGeom>
            <a:grpFill/>
            <a:ln w="3810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6" name="Freeform 81"/>
            <p:cNvSpPr>
              <a:spLocks/>
            </p:cNvSpPr>
            <p:nvPr/>
          </p:nvSpPr>
          <p:spPr bwMode="auto">
            <a:xfrm>
              <a:off x="2244725" y="719138"/>
              <a:ext cx="25400" cy="98425"/>
            </a:xfrm>
            <a:custGeom>
              <a:avLst/>
              <a:gdLst>
                <a:gd name="T0" fmla="*/ 16 w 16"/>
                <a:gd name="T1" fmla="*/ 62 h 62"/>
                <a:gd name="T2" fmla="*/ 16 w 16"/>
                <a:gd name="T3" fmla="*/ 0 h 62"/>
                <a:gd name="T4" fmla="*/ 0 w 16"/>
                <a:gd name="T5" fmla="*/ 17 h 62"/>
                <a:gd name="T6" fmla="*/ 0 w 16"/>
                <a:gd name="T7" fmla="*/ 62 h 62"/>
                <a:gd name="T8" fmla="*/ 16 w 16"/>
                <a:gd name="T9" fmla="*/ 62 h 62"/>
              </a:gdLst>
              <a:ahLst/>
              <a:cxnLst>
                <a:cxn ang="0">
                  <a:pos x="T0" y="T1"/>
                </a:cxn>
                <a:cxn ang="0">
                  <a:pos x="T2" y="T3"/>
                </a:cxn>
                <a:cxn ang="0">
                  <a:pos x="T4" y="T5"/>
                </a:cxn>
                <a:cxn ang="0">
                  <a:pos x="T6" y="T7"/>
                </a:cxn>
                <a:cxn ang="0">
                  <a:pos x="T8" y="T9"/>
                </a:cxn>
              </a:cxnLst>
              <a:rect l="0" t="0" r="r" b="b"/>
              <a:pathLst>
                <a:path w="16" h="62">
                  <a:moveTo>
                    <a:pt x="16" y="62"/>
                  </a:moveTo>
                  <a:lnTo>
                    <a:pt x="16" y="0"/>
                  </a:lnTo>
                  <a:lnTo>
                    <a:pt x="0" y="17"/>
                  </a:lnTo>
                  <a:lnTo>
                    <a:pt x="0" y="62"/>
                  </a:lnTo>
                  <a:lnTo>
                    <a:pt x="16" y="62"/>
                  </a:lnTo>
                  <a:close/>
                </a:path>
              </a:pathLst>
            </a:custGeom>
            <a:grpFill/>
            <a:ln w="3810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7" name="Freeform 82"/>
            <p:cNvSpPr>
              <a:spLocks/>
            </p:cNvSpPr>
            <p:nvPr/>
          </p:nvSpPr>
          <p:spPr bwMode="auto">
            <a:xfrm>
              <a:off x="2203450" y="715963"/>
              <a:ext cx="25400" cy="101600"/>
            </a:xfrm>
            <a:custGeom>
              <a:avLst/>
              <a:gdLst>
                <a:gd name="T0" fmla="*/ 16 w 16"/>
                <a:gd name="T1" fmla="*/ 64 h 64"/>
                <a:gd name="T2" fmla="*/ 16 w 16"/>
                <a:gd name="T3" fmla="*/ 19 h 64"/>
                <a:gd name="T4" fmla="*/ 0 w 16"/>
                <a:gd name="T5" fmla="*/ 0 h 64"/>
                <a:gd name="T6" fmla="*/ 0 w 16"/>
                <a:gd name="T7" fmla="*/ 64 h 64"/>
                <a:gd name="T8" fmla="*/ 16 w 16"/>
                <a:gd name="T9" fmla="*/ 64 h 64"/>
              </a:gdLst>
              <a:ahLst/>
              <a:cxnLst>
                <a:cxn ang="0">
                  <a:pos x="T0" y="T1"/>
                </a:cxn>
                <a:cxn ang="0">
                  <a:pos x="T2" y="T3"/>
                </a:cxn>
                <a:cxn ang="0">
                  <a:pos x="T4" y="T5"/>
                </a:cxn>
                <a:cxn ang="0">
                  <a:pos x="T6" y="T7"/>
                </a:cxn>
                <a:cxn ang="0">
                  <a:pos x="T8" y="T9"/>
                </a:cxn>
              </a:cxnLst>
              <a:rect l="0" t="0" r="r" b="b"/>
              <a:pathLst>
                <a:path w="16" h="64">
                  <a:moveTo>
                    <a:pt x="16" y="64"/>
                  </a:moveTo>
                  <a:lnTo>
                    <a:pt x="16" y="19"/>
                  </a:lnTo>
                  <a:lnTo>
                    <a:pt x="0" y="0"/>
                  </a:lnTo>
                  <a:lnTo>
                    <a:pt x="0" y="64"/>
                  </a:lnTo>
                  <a:lnTo>
                    <a:pt x="16" y="64"/>
                  </a:lnTo>
                  <a:close/>
                </a:path>
              </a:pathLst>
            </a:custGeom>
            <a:grpFill/>
            <a:ln w="3810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8" name="Freeform 83"/>
            <p:cNvSpPr>
              <a:spLocks/>
            </p:cNvSpPr>
            <p:nvPr/>
          </p:nvSpPr>
          <p:spPr bwMode="auto">
            <a:xfrm>
              <a:off x="2162175" y="700088"/>
              <a:ext cx="25400" cy="117475"/>
            </a:xfrm>
            <a:custGeom>
              <a:avLst/>
              <a:gdLst>
                <a:gd name="T0" fmla="*/ 0 w 16"/>
                <a:gd name="T1" fmla="*/ 17 h 74"/>
                <a:gd name="T2" fmla="*/ 0 w 16"/>
                <a:gd name="T3" fmla="*/ 74 h 74"/>
                <a:gd name="T4" fmla="*/ 16 w 16"/>
                <a:gd name="T5" fmla="*/ 74 h 74"/>
                <a:gd name="T6" fmla="*/ 16 w 16"/>
                <a:gd name="T7" fmla="*/ 0 h 74"/>
                <a:gd name="T8" fmla="*/ 16 w 16"/>
                <a:gd name="T9" fmla="*/ 0 h 74"/>
                <a:gd name="T10" fmla="*/ 0 w 16"/>
                <a:gd name="T11" fmla="*/ 17 h 74"/>
              </a:gdLst>
              <a:ahLst/>
              <a:cxnLst>
                <a:cxn ang="0">
                  <a:pos x="T0" y="T1"/>
                </a:cxn>
                <a:cxn ang="0">
                  <a:pos x="T2" y="T3"/>
                </a:cxn>
                <a:cxn ang="0">
                  <a:pos x="T4" y="T5"/>
                </a:cxn>
                <a:cxn ang="0">
                  <a:pos x="T6" y="T7"/>
                </a:cxn>
                <a:cxn ang="0">
                  <a:pos x="T8" y="T9"/>
                </a:cxn>
                <a:cxn ang="0">
                  <a:pos x="T10" y="T11"/>
                </a:cxn>
              </a:cxnLst>
              <a:rect l="0" t="0" r="r" b="b"/>
              <a:pathLst>
                <a:path w="16" h="74">
                  <a:moveTo>
                    <a:pt x="0" y="17"/>
                  </a:moveTo>
                  <a:lnTo>
                    <a:pt x="0" y="74"/>
                  </a:lnTo>
                  <a:lnTo>
                    <a:pt x="16" y="74"/>
                  </a:lnTo>
                  <a:lnTo>
                    <a:pt x="16" y="0"/>
                  </a:lnTo>
                  <a:lnTo>
                    <a:pt x="16" y="0"/>
                  </a:lnTo>
                  <a:lnTo>
                    <a:pt x="0" y="17"/>
                  </a:lnTo>
                  <a:close/>
                </a:path>
              </a:pathLst>
            </a:custGeom>
            <a:grpFill/>
            <a:ln w="3810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9" name="Freeform 84"/>
            <p:cNvSpPr>
              <a:spLocks/>
            </p:cNvSpPr>
            <p:nvPr/>
          </p:nvSpPr>
          <p:spPr bwMode="auto">
            <a:xfrm>
              <a:off x="2120900" y="738188"/>
              <a:ext cx="25400" cy="79375"/>
            </a:xfrm>
            <a:custGeom>
              <a:avLst/>
              <a:gdLst>
                <a:gd name="T0" fmla="*/ 16 w 16"/>
                <a:gd name="T1" fmla="*/ 50 h 50"/>
                <a:gd name="T2" fmla="*/ 16 w 16"/>
                <a:gd name="T3" fmla="*/ 0 h 50"/>
                <a:gd name="T4" fmla="*/ 0 w 16"/>
                <a:gd name="T5" fmla="*/ 17 h 50"/>
                <a:gd name="T6" fmla="*/ 0 w 16"/>
                <a:gd name="T7" fmla="*/ 50 h 50"/>
                <a:gd name="T8" fmla="*/ 16 w 16"/>
                <a:gd name="T9" fmla="*/ 50 h 50"/>
              </a:gdLst>
              <a:ahLst/>
              <a:cxnLst>
                <a:cxn ang="0">
                  <a:pos x="T0" y="T1"/>
                </a:cxn>
                <a:cxn ang="0">
                  <a:pos x="T2" y="T3"/>
                </a:cxn>
                <a:cxn ang="0">
                  <a:pos x="T4" y="T5"/>
                </a:cxn>
                <a:cxn ang="0">
                  <a:pos x="T6" y="T7"/>
                </a:cxn>
                <a:cxn ang="0">
                  <a:pos x="T8" y="T9"/>
                </a:cxn>
              </a:cxnLst>
              <a:rect l="0" t="0" r="r" b="b"/>
              <a:pathLst>
                <a:path w="16" h="50">
                  <a:moveTo>
                    <a:pt x="16" y="50"/>
                  </a:moveTo>
                  <a:lnTo>
                    <a:pt x="16" y="0"/>
                  </a:lnTo>
                  <a:lnTo>
                    <a:pt x="0" y="17"/>
                  </a:lnTo>
                  <a:lnTo>
                    <a:pt x="0" y="50"/>
                  </a:lnTo>
                  <a:lnTo>
                    <a:pt x="16" y="50"/>
                  </a:lnTo>
                  <a:close/>
                </a:path>
              </a:pathLst>
            </a:custGeom>
            <a:grpFill/>
            <a:ln w="3810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0" name="Freeform 85"/>
            <p:cNvSpPr>
              <a:spLocks/>
            </p:cNvSpPr>
            <p:nvPr/>
          </p:nvSpPr>
          <p:spPr bwMode="auto">
            <a:xfrm>
              <a:off x="2079625" y="776288"/>
              <a:ext cx="25400" cy="41275"/>
            </a:xfrm>
            <a:custGeom>
              <a:avLst/>
              <a:gdLst>
                <a:gd name="T0" fmla="*/ 16 w 16"/>
                <a:gd name="T1" fmla="*/ 26 h 26"/>
                <a:gd name="T2" fmla="*/ 16 w 16"/>
                <a:gd name="T3" fmla="*/ 0 h 26"/>
                <a:gd name="T4" fmla="*/ 0 w 16"/>
                <a:gd name="T5" fmla="*/ 16 h 26"/>
                <a:gd name="T6" fmla="*/ 0 w 16"/>
                <a:gd name="T7" fmla="*/ 26 h 26"/>
                <a:gd name="T8" fmla="*/ 16 w 16"/>
                <a:gd name="T9" fmla="*/ 26 h 26"/>
              </a:gdLst>
              <a:ahLst/>
              <a:cxnLst>
                <a:cxn ang="0">
                  <a:pos x="T0" y="T1"/>
                </a:cxn>
                <a:cxn ang="0">
                  <a:pos x="T2" y="T3"/>
                </a:cxn>
                <a:cxn ang="0">
                  <a:pos x="T4" y="T5"/>
                </a:cxn>
                <a:cxn ang="0">
                  <a:pos x="T6" y="T7"/>
                </a:cxn>
                <a:cxn ang="0">
                  <a:pos x="T8" y="T9"/>
                </a:cxn>
              </a:cxnLst>
              <a:rect l="0" t="0" r="r" b="b"/>
              <a:pathLst>
                <a:path w="16" h="26">
                  <a:moveTo>
                    <a:pt x="16" y="26"/>
                  </a:moveTo>
                  <a:lnTo>
                    <a:pt x="16" y="0"/>
                  </a:lnTo>
                  <a:lnTo>
                    <a:pt x="0" y="16"/>
                  </a:lnTo>
                  <a:lnTo>
                    <a:pt x="0" y="26"/>
                  </a:lnTo>
                  <a:lnTo>
                    <a:pt x="16" y="26"/>
                  </a:lnTo>
                  <a:close/>
                </a:path>
              </a:pathLst>
            </a:custGeom>
            <a:grpFill/>
            <a:ln w="3810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21" name="组合 20"/>
          <p:cNvGrpSpPr/>
          <p:nvPr/>
        </p:nvGrpSpPr>
        <p:grpSpPr>
          <a:xfrm>
            <a:off x="6875033" y="3062489"/>
            <a:ext cx="1050276" cy="902865"/>
            <a:chOff x="2157413" y="2541588"/>
            <a:chExt cx="271463" cy="233362"/>
          </a:xfrm>
          <a:solidFill>
            <a:schemeClr val="bg1">
              <a:lumMod val="65000"/>
            </a:schemeClr>
          </a:solidFill>
        </p:grpSpPr>
        <p:sp>
          <p:nvSpPr>
            <p:cNvPr id="22" name="Freeform 86"/>
            <p:cNvSpPr>
              <a:spLocks noEditPoints="1"/>
            </p:cNvSpPr>
            <p:nvPr/>
          </p:nvSpPr>
          <p:spPr bwMode="auto">
            <a:xfrm>
              <a:off x="2157413" y="2593975"/>
              <a:ext cx="180975" cy="180975"/>
            </a:xfrm>
            <a:custGeom>
              <a:avLst/>
              <a:gdLst>
                <a:gd name="T0" fmla="*/ 48 w 48"/>
                <a:gd name="T1" fmla="*/ 27 h 48"/>
                <a:gd name="T2" fmla="*/ 48 w 48"/>
                <a:gd name="T3" fmla="*/ 21 h 48"/>
                <a:gd name="T4" fmla="*/ 43 w 48"/>
                <a:gd name="T5" fmla="*/ 21 h 48"/>
                <a:gd name="T6" fmla="*/ 40 w 48"/>
                <a:gd name="T7" fmla="*/ 13 h 48"/>
                <a:gd name="T8" fmla="*/ 43 w 48"/>
                <a:gd name="T9" fmla="*/ 9 h 48"/>
                <a:gd name="T10" fmla="*/ 39 w 48"/>
                <a:gd name="T11" fmla="*/ 5 h 48"/>
                <a:gd name="T12" fmla="*/ 36 w 48"/>
                <a:gd name="T13" fmla="*/ 9 h 48"/>
                <a:gd name="T14" fmla="*/ 27 w 48"/>
                <a:gd name="T15" fmla="*/ 5 h 48"/>
                <a:gd name="T16" fmla="*/ 27 w 48"/>
                <a:gd name="T17" fmla="*/ 0 h 48"/>
                <a:gd name="T18" fmla="*/ 21 w 48"/>
                <a:gd name="T19" fmla="*/ 0 h 48"/>
                <a:gd name="T20" fmla="*/ 21 w 48"/>
                <a:gd name="T21" fmla="*/ 5 h 48"/>
                <a:gd name="T22" fmla="*/ 12 w 48"/>
                <a:gd name="T23" fmla="*/ 9 h 48"/>
                <a:gd name="T24" fmla="*/ 9 w 48"/>
                <a:gd name="T25" fmla="*/ 5 h 48"/>
                <a:gd name="T26" fmla="*/ 5 w 48"/>
                <a:gd name="T27" fmla="*/ 9 h 48"/>
                <a:gd name="T28" fmla="*/ 8 w 48"/>
                <a:gd name="T29" fmla="*/ 13 h 48"/>
                <a:gd name="T30" fmla="*/ 5 w 48"/>
                <a:gd name="T31" fmla="*/ 22 h 48"/>
                <a:gd name="T32" fmla="*/ 0 w 48"/>
                <a:gd name="T33" fmla="*/ 22 h 48"/>
                <a:gd name="T34" fmla="*/ 0 w 48"/>
                <a:gd name="T35" fmla="*/ 27 h 48"/>
                <a:gd name="T36" fmla="*/ 5 w 48"/>
                <a:gd name="T37" fmla="*/ 27 h 48"/>
                <a:gd name="T38" fmla="*/ 8 w 48"/>
                <a:gd name="T39" fmla="*/ 36 h 48"/>
                <a:gd name="T40" fmla="*/ 5 w 48"/>
                <a:gd name="T41" fmla="*/ 39 h 48"/>
                <a:gd name="T42" fmla="*/ 9 w 48"/>
                <a:gd name="T43" fmla="*/ 43 h 48"/>
                <a:gd name="T44" fmla="*/ 12 w 48"/>
                <a:gd name="T45" fmla="*/ 40 h 48"/>
                <a:gd name="T46" fmla="*/ 21 w 48"/>
                <a:gd name="T47" fmla="*/ 44 h 48"/>
                <a:gd name="T48" fmla="*/ 21 w 48"/>
                <a:gd name="T49" fmla="*/ 48 h 48"/>
                <a:gd name="T50" fmla="*/ 27 w 48"/>
                <a:gd name="T51" fmla="*/ 48 h 48"/>
                <a:gd name="T52" fmla="*/ 27 w 48"/>
                <a:gd name="T53" fmla="*/ 44 h 48"/>
                <a:gd name="T54" fmla="*/ 36 w 48"/>
                <a:gd name="T55" fmla="*/ 40 h 48"/>
                <a:gd name="T56" fmla="*/ 39 w 48"/>
                <a:gd name="T57" fmla="*/ 43 h 48"/>
                <a:gd name="T58" fmla="*/ 43 w 48"/>
                <a:gd name="T59" fmla="*/ 39 h 48"/>
                <a:gd name="T60" fmla="*/ 40 w 48"/>
                <a:gd name="T61" fmla="*/ 36 h 48"/>
                <a:gd name="T62" fmla="*/ 43 w 48"/>
                <a:gd name="T63" fmla="*/ 27 h 48"/>
                <a:gd name="T64" fmla="*/ 48 w 48"/>
                <a:gd name="T65" fmla="*/ 27 h 48"/>
                <a:gd name="T66" fmla="*/ 24 w 48"/>
                <a:gd name="T67" fmla="*/ 39 h 48"/>
                <a:gd name="T68" fmla="*/ 10 w 48"/>
                <a:gd name="T69" fmla="*/ 24 h 48"/>
                <a:gd name="T70" fmla="*/ 24 w 48"/>
                <a:gd name="T71" fmla="*/ 10 h 48"/>
                <a:gd name="T72" fmla="*/ 38 w 48"/>
                <a:gd name="T73" fmla="*/ 24 h 48"/>
                <a:gd name="T74" fmla="*/ 24 w 48"/>
                <a:gd name="T75" fmla="*/ 39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8" h="48">
                  <a:moveTo>
                    <a:pt x="48" y="27"/>
                  </a:moveTo>
                  <a:cubicBezTo>
                    <a:pt x="48" y="21"/>
                    <a:pt x="48" y="21"/>
                    <a:pt x="48" y="21"/>
                  </a:cubicBezTo>
                  <a:cubicBezTo>
                    <a:pt x="43" y="21"/>
                    <a:pt x="43" y="21"/>
                    <a:pt x="43" y="21"/>
                  </a:cubicBezTo>
                  <a:cubicBezTo>
                    <a:pt x="43" y="18"/>
                    <a:pt x="42" y="15"/>
                    <a:pt x="40" y="13"/>
                  </a:cubicBezTo>
                  <a:cubicBezTo>
                    <a:pt x="43" y="9"/>
                    <a:pt x="43" y="9"/>
                    <a:pt x="43" y="9"/>
                  </a:cubicBezTo>
                  <a:cubicBezTo>
                    <a:pt x="39" y="5"/>
                    <a:pt x="39" y="5"/>
                    <a:pt x="39" y="5"/>
                  </a:cubicBezTo>
                  <a:cubicBezTo>
                    <a:pt x="36" y="9"/>
                    <a:pt x="36" y="9"/>
                    <a:pt x="36" y="9"/>
                  </a:cubicBezTo>
                  <a:cubicBezTo>
                    <a:pt x="33" y="7"/>
                    <a:pt x="30" y="5"/>
                    <a:pt x="27" y="5"/>
                  </a:cubicBezTo>
                  <a:cubicBezTo>
                    <a:pt x="27" y="0"/>
                    <a:pt x="27" y="0"/>
                    <a:pt x="27" y="0"/>
                  </a:cubicBezTo>
                  <a:cubicBezTo>
                    <a:pt x="21" y="0"/>
                    <a:pt x="21" y="0"/>
                    <a:pt x="21" y="0"/>
                  </a:cubicBezTo>
                  <a:cubicBezTo>
                    <a:pt x="21" y="5"/>
                    <a:pt x="21" y="5"/>
                    <a:pt x="21" y="5"/>
                  </a:cubicBezTo>
                  <a:cubicBezTo>
                    <a:pt x="18" y="5"/>
                    <a:pt x="15" y="7"/>
                    <a:pt x="12" y="9"/>
                  </a:cubicBezTo>
                  <a:cubicBezTo>
                    <a:pt x="9" y="5"/>
                    <a:pt x="9" y="5"/>
                    <a:pt x="9" y="5"/>
                  </a:cubicBezTo>
                  <a:cubicBezTo>
                    <a:pt x="5" y="9"/>
                    <a:pt x="5" y="9"/>
                    <a:pt x="5" y="9"/>
                  </a:cubicBezTo>
                  <a:cubicBezTo>
                    <a:pt x="8" y="13"/>
                    <a:pt x="8" y="13"/>
                    <a:pt x="8" y="13"/>
                  </a:cubicBezTo>
                  <a:cubicBezTo>
                    <a:pt x="6" y="15"/>
                    <a:pt x="5" y="18"/>
                    <a:pt x="5" y="22"/>
                  </a:cubicBezTo>
                  <a:cubicBezTo>
                    <a:pt x="0" y="22"/>
                    <a:pt x="0" y="22"/>
                    <a:pt x="0" y="22"/>
                  </a:cubicBezTo>
                  <a:cubicBezTo>
                    <a:pt x="0" y="27"/>
                    <a:pt x="0" y="27"/>
                    <a:pt x="0" y="27"/>
                  </a:cubicBezTo>
                  <a:cubicBezTo>
                    <a:pt x="5" y="27"/>
                    <a:pt x="5" y="27"/>
                    <a:pt x="5" y="27"/>
                  </a:cubicBezTo>
                  <a:cubicBezTo>
                    <a:pt x="5" y="31"/>
                    <a:pt x="6" y="34"/>
                    <a:pt x="8" y="36"/>
                  </a:cubicBezTo>
                  <a:cubicBezTo>
                    <a:pt x="5" y="39"/>
                    <a:pt x="5" y="39"/>
                    <a:pt x="5" y="39"/>
                  </a:cubicBezTo>
                  <a:cubicBezTo>
                    <a:pt x="9" y="43"/>
                    <a:pt x="9" y="43"/>
                    <a:pt x="9" y="43"/>
                  </a:cubicBezTo>
                  <a:cubicBezTo>
                    <a:pt x="12" y="40"/>
                    <a:pt x="12" y="40"/>
                    <a:pt x="12" y="40"/>
                  </a:cubicBezTo>
                  <a:cubicBezTo>
                    <a:pt x="15" y="42"/>
                    <a:pt x="18" y="43"/>
                    <a:pt x="21" y="44"/>
                  </a:cubicBezTo>
                  <a:cubicBezTo>
                    <a:pt x="21" y="48"/>
                    <a:pt x="21" y="48"/>
                    <a:pt x="21" y="48"/>
                  </a:cubicBezTo>
                  <a:cubicBezTo>
                    <a:pt x="27" y="48"/>
                    <a:pt x="27" y="48"/>
                    <a:pt x="27" y="48"/>
                  </a:cubicBezTo>
                  <a:cubicBezTo>
                    <a:pt x="27" y="44"/>
                    <a:pt x="27" y="44"/>
                    <a:pt x="27" y="44"/>
                  </a:cubicBezTo>
                  <a:cubicBezTo>
                    <a:pt x="30" y="43"/>
                    <a:pt x="33" y="42"/>
                    <a:pt x="36" y="40"/>
                  </a:cubicBezTo>
                  <a:cubicBezTo>
                    <a:pt x="39" y="43"/>
                    <a:pt x="39" y="43"/>
                    <a:pt x="39" y="43"/>
                  </a:cubicBezTo>
                  <a:cubicBezTo>
                    <a:pt x="43" y="39"/>
                    <a:pt x="43" y="39"/>
                    <a:pt x="43" y="39"/>
                  </a:cubicBezTo>
                  <a:cubicBezTo>
                    <a:pt x="40" y="36"/>
                    <a:pt x="40" y="36"/>
                    <a:pt x="40" y="36"/>
                  </a:cubicBezTo>
                  <a:cubicBezTo>
                    <a:pt x="42" y="33"/>
                    <a:pt x="43" y="30"/>
                    <a:pt x="43" y="27"/>
                  </a:cubicBezTo>
                  <a:lnTo>
                    <a:pt x="48" y="27"/>
                  </a:lnTo>
                  <a:close/>
                  <a:moveTo>
                    <a:pt x="24" y="39"/>
                  </a:moveTo>
                  <a:cubicBezTo>
                    <a:pt x="16" y="39"/>
                    <a:pt x="10" y="32"/>
                    <a:pt x="10" y="24"/>
                  </a:cubicBezTo>
                  <a:cubicBezTo>
                    <a:pt x="10" y="17"/>
                    <a:pt x="16" y="10"/>
                    <a:pt x="24" y="10"/>
                  </a:cubicBezTo>
                  <a:cubicBezTo>
                    <a:pt x="32" y="10"/>
                    <a:pt x="38" y="17"/>
                    <a:pt x="38" y="24"/>
                  </a:cubicBezTo>
                  <a:cubicBezTo>
                    <a:pt x="38" y="32"/>
                    <a:pt x="32" y="39"/>
                    <a:pt x="24" y="3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3" name="Freeform 87"/>
            <p:cNvSpPr>
              <a:spLocks noEditPoints="1"/>
            </p:cNvSpPr>
            <p:nvPr/>
          </p:nvSpPr>
          <p:spPr bwMode="auto">
            <a:xfrm>
              <a:off x="2338388" y="2670175"/>
              <a:ext cx="90488" cy="90488"/>
            </a:xfrm>
            <a:custGeom>
              <a:avLst/>
              <a:gdLst>
                <a:gd name="T0" fmla="*/ 19 w 24"/>
                <a:gd name="T1" fmla="*/ 6 h 24"/>
                <a:gd name="T2" fmla="*/ 21 w 24"/>
                <a:gd name="T3" fmla="*/ 4 h 24"/>
                <a:gd name="T4" fmla="*/ 19 w 24"/>
                <a:gd name="T5" fmla="*/ 2 h 24"/>
                <a:gd name="T6" fmla="*/ 17 w 24"/>
                <a:gd name="T7" fmla="*/ 4 h 24"/>
                <a:gd name="T8" fmla="*/ 13 w 24"/>
                <a:gd name="T9" fmla="*/ 2 h 24"/>
                <a:gd name="T10" fmla="*/ 13 w 24"/>
                <a:gd name="T11" fmla="*/ 0 h 24"/>
                <a:gd name="T12" fmla="*/ 10 w 24"/>
                <a:gd name="T13" fmla="*/ 0 h 24"/>
                <a:gd name="T14" fmla="*/ 10 w 24"/>
                <a:gd name="T15" fmla="*/ 2 h 24"/>
                <a:gd name="T16" fmla="*/ 6 w 24"/>
                <a:gd name="T17" fmla="*/ 4 h 24"/>
                <a:gd name="T18" fmla="*/ 4 w 24"/>
                <a:gd name="T19" fmla="*/ 2 h 24"/>
                <a:gd name="T20" fmla="*/ 2 w 24"/>
                <a:gd name="T21" fmla="*/ 4 h 24"/>
                <a:gd name="T22" fmla="*/ 4 w 24"/>
                <a:gd name="T23" fmla="*/ 6 h 24"/>
                <a:gd name="T24" fmla="*/ 2 w 24"/>
                <a:gd name="T25" fmla="*/ 10 h 24"/>
                <a:gd name="T26" fmla="*/ 0 w 24"/>
                <a:gd name="T27" fmla="*/ 10 h 24"/>
                <a:gd name="T28" fmla="*/ 0 w 24"/>
                <a:gd name="T29" fmla="*/ 13 h 24"/>
                <a:gd name="T30" fmla="*/ 2 w 24"/>
                <a:gd name="T31" fmla="*/ 13 h 24"/>
                <a:gd name="T32" fmla="*/ 4 w 24"/>
                <a:gd name="T33" fmla="*/ 18 h 24"/>
                <a:gd name="T34" fmla="*/ 2 w 24"/>
                <a:gd name="T35" fmla="*/ 19 h 24"/>
                <a:gd name="T36" fmla="*/ 4 w 24"/>
                <a:gd name="T37" fmla="*/ 21 h 24"/>
                <a:gd name="T38" fmla="*/ 6 w 24"/>
                <a:gd name="T39" fmla="*/ 20 h 24"/>
                <a:gd name="T40" fmla="*/ 10 w 24"/>
                <a:gd name="T41" fmla="*/ 21 h 24"/>
                <a:gd name="T42" fmla="*/ 10 w 24"/>
                <a:gd name="T43" fmla="*/ 24 h 24"/>
                <a:gd name="T44" fmla="*/ 13 w 24"/>
                <a:gd name="T45" fmla="*/ 24 h 24"/>
                <a:gd name="T46" fmla="*/ 13 w 24"/>
                <a:gd name="T47" fmla="*/ 21 h 24"/>
                <a:gd name="T48" fmla="*/ 17 w 24"/>
                <a:gd name="T49" fmla="*/ 19 h 24"/>
                <a:gd name="T50" fmla="*/ 19 w 24"/>
                <a:gd name="T51" fmla="*/ 21 h 24"/>
                <a:gd name="T52" fmla="*/ 21 w 24"/>
                <a:gd name="T53" fmla="*/ 19 h 24"/>
                <a:gd name="T54" fmla="*/ 19 w 24"/>
                <a:gd name="T55" fmla="*/ 17 h 24"/>
                <a:gd name="T56" fmla="*/ 21 w 24"/>
                <a:gd name="T57" fmla="*/ 13 h 24"/>
                <a:gd name="T58" fmla="*/ 24 w 24"/>
                <a:gd name="T59" fmla="*/ 13 h 24"/>
                <a:gd name="T60" fmla="*/ 24 w 24"/>
                <a:gd name="T61" fmla="*/ 10 h 24"/>
                <a:gd name="T62" fmla="*/ 21 w 24"/>
                <a:gd name="T63" fmla="*/ 10 h 24"/>
                <a:gd name="T64" fmla="*/ 19 w 24"/>
                <a:gd name="T65" fmla="*/ 6 h 24"/>
                <a:gd name="T66" fmla="*/ 12 w 24"/>
                <a:gd name="T67" fmla="*/ 19 h 24"/>
                <a:gd name="T68" fmla="*/ 4 w 24"/>
                <a:gd name="T69" fmla="*/ 12 h 24"/>
                <a:gd name="T70" fmla="*/ 12 w 24"/>
                <a:gd name="T71" fmla="*/ 5 h 24"/>
                <a:gd name="T72" fmla="*/ 19 w 24"/>
                <a:gd name="T73" fmla="*/ 12 h 24"/>
                <a:gd name="T74" fmla="*/ 12 w 24"/>
                <a:gd name="T75" fmla="*/ 1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 h="24">
                  <a:moveTo>
                    <a:pt x="19" y="6"/>
                  </a:moveTo>
                  <a:cubicBezTo>
                    <a:pt x="21" y="4"/>
                    <a:pt x="21" y="4"/>
                    <a:pt x="21" y="4"/>
                  </a:cubicBezTo>
                  <a:cubicBezTo>
                    <a:pt x="19" y="2"/>
                    <a:pt x="19" y="2"/>
                    <a:pt x="19" y="2"/>
                  </a:cubicBezTo>
                  <a:cubicBezTo>
                    <a:pt x="17" y="4"/>
                    <a:pt x="17" y="4"/>
                    <a:pt x="17" y="4"/>
                  </a:cubicBezTo>
                  <a:cubicBezTo>
                    <a:pt x="16" y="3"/>
                    <a:pt x="15" y="2"/>
                    <a:pt x="13" y="2"/>
                  </a:cubicBezTo>
                  <a:cubicBezTo>
                    <a:pt x="13" y="0"/>
                    <a:pt x="13" y="0"/>
                    <a:pt x="13" y="0"/>
                  </a:cubicBezTo>
                  <a:cubicBezTo>
                    <a:pt x="10" y="0"/>
                    <a:pt x="10" y="0"/>
                    <a:pt x="10" y="0"/>
                  </a:cubicBezTo>
                  <a:cubicBezTo>
                    <a:pt x="10" y="2"/>
                    <a:pt x="10" y="2"/>
                    <a:pt x="10" y="2"/>
                  </a:cubicBezTo>
                  <a:cubicBezTo>
                    <a:pt x="8" y="2"/>
                    <a:pt x="7" y="3"/>
                    <a:pt x="6" y="4"/>
                  </a:cubicBezTo>
                  <a:cubicBezTo>
                    <a:pt x="4" y="2"/>
                    <a:pt x="4" y="2"/>
                    <a:pt x="4" y="2"/>
                  </a:cubicBezTo>
                  <a:cubicBezTo>
                    <a:pt x="2" y="4"/>
                    <a:pt x="2" y="4"/>
                    <a:pt x="2" y="4"/>
                  </a:cubicBezTo>
                  <a:cubicBezTo>
                    <a:pt x="4" y="6"/>
                    <a:pt x="4" y="6"/>
                    <a:pt x="4" y="6"/>
                  </a:cubicBezTo>
                  <a:cubicBezTo>
                    <a:pt x="3" y="7"/>
                    <a:pt x="2" y="9"/>
                    <a:pt x="2" y="10"/>
                  </a:cubicBezTo>
                  <a:cubicBezTo>
                    <a:pt x="0" y="10"/>
                    <a:pt x="0" y="10"/>
                    <a:pt x="0" y="10"/>
                  </a:cubicBezTo>
                  <a:cubicBezTo>
                    <a:pt x="0" y="13"/>
                    <a:pt x="0" y="13"/>
                    <a:pt x="0" y="13"/>
                  </a:cubicBezTo>
                  <a:cubicBezTo>
                    <a:pt x="2" y="13"/>
                    <a:pt x="2" y="13"/>
                    <a:pt x="2" y="13"/>
                  </a:cubicBezTo>
                  <a:cubicBezTo>
                    <a:pt x="2" y="15"/>
                    <a:pt x="3" y="16"/>
                    <a:pt x="4" y="18"/>
                  </a:cubicBezTo>
                  <a:cubicBezTo>
                    <a:pt x="2" y="19"/>
                    <a:pt x="2" y="19"/>
                    <a:pt x="2" y="19"/>
                  </a:cubicBezTo>
                  <a:cubicBezTo>
                    <a:pt x="4" y="21"/>
                    <a:pt x="4" y="21"/>
                    <a:pt x="4" y="21"/>
                  </a:cubicBezTo>
                  <a:cubicBezTo>
                    <a:pt x="6" y="20"/>
                    <a:pt x="6" y="20"/>
                    <a:pt x="6" y="20"/>
                  </a:cubicBezTo>
                  <a:cubicBezTo>
                    <a:pt x="7" y="20"/>
                    <a:pt x="9" y="21"/>
                    <a:pt x="10" y="21"/>
                  </a:cubicBezTo>
                  <a:cubicBezTo>
                    <a:pt x="10" y="24"/>
                    <a:pt x="10" y="24"/>
                    <a:pt x="10" y="24"/>
                  </a:cubicBezTo>
                  <a:cubicBezTo>
                    <a:pt x="13" y="24"/>
                    <a:pt x="13" y="24"/>
                    <a:pt x="13" y="24"/>
                  </a:cubicBezTo>
                  <a:cubicBezTo>
                    <a:pt x="13" y="21"/>
                    <a:pt x="13" y="21"/>
                    <a:pt x="13" y="21"/>
                  </a:cubicBezTo>
                  <a:cubicBezTo>
                    <a:pt x="15" y="21"/>
                    <a:pt x="16" y="20"/>
                    <a:pt x="17" y="19"/>
                  </a:cubicBezTo>
                  <a:cubicBezTo>
                    <a:pt x="19" y="21"/>
                    <a:pt x="19" y="21"/>
                    <a:pt x="19" y="21"/>
                  </a:cubicBezTo>
                  <a:cubicBezTo>
                    <a:pt x="21" y="19"/>
                    <a:pt x="21" y="19"/>
                    <a:pt x="21" y="19"/>
                  </a:cubicBezTo>
                  <a:cubicBezTo>
                    <a:pt x="19" y="17"/>
                    <a:pt x="19" y="17"/>
                    <a:pt x="19" y="17"/>
                  </a:cubicBezTo>
                  <a:cubicBezTo>
                    <a:pt x="20" y="16"/>
                    <a:pt x="21" y="15"/>
                    <a:pt x="21" y="13"/>
                  </a:cubicBezTo>
                  <a:cubicBezTo>
                    <a:pt x="24" y="13"/>
                    <a:pt x="24" y="13"/>
                    <a:pt x="24" y="13"/>
                  </a:cubicBezTo>
                  <a:cubicBezTo>
                    <a:pt x="24" y="10"/>
                    <a:pt x="24" y="10"/>
                    <a:pt x="24" y="10"/>
                  </a:cubicBezTo>
                  <a:cubicBezTo>
                    <a:pt x="21" y="10"/>
                    <a:pt x="21" y="10"/>
                    <a:pt x="21" y="10"/>
                  </a:cubicBezTo>
                  <a:cubicBezTo>
                    <a:pt x="21" y="9"/>
                    <a:pt x="20" y="7"/>
                    <a:pt x="19" y="6"/>
                  </a:cubicBezTo>
                  <a:close/>
                  <a:moveTo>
                    <a:pt x="12" y="19"/>
                  </a:moveTo>
                  <a:cubicBezTo>
                    <a:pt x="8" y="19"/>
                    <a:pt x="4" y="16"/>
                    <a:pt x="4" y="12"/>
                  </a:cubicBezTo>
                  <a:cubicBezTo>
                    <a:pt x="4" y="8"/>
                    <a:pt x="8" y="5"/>
                    <a:pt x="12" y="5"/>
                  </a:cubicBezTo>
                  <a:cubicBezTo>
                    <a:pt x="15" y="5"/>
                    <a:pt x="19" y="8"/>
                    <a:pt x="19" y="12"/>
                  </a:cubicBezTo>
                  <a:cubicBezTo>
                    <a:pt x="19" y="16"/>
                    <a:pt x="15" y="19"/>
                    <a:pt x="12" y="1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4" name="Freeform 88"/>
            <p:cNvSpPr>
              <a:spLocks noEditPoints="1"/>
            </p:cNvSpPr>
            <p:nvPr/>
          </p:nvSpPr>
          <p:spPr bwMode="auto">
            <a:xfrm>
              <a:off x="2308225" y="2541588"/>
              <a:ext cx="120650" cy="117475"/>
            </a:xfrm>
            <a:custGeom>
              <a:avLst/>
              <a:gdLst>
                <a:gd name="T0" fmla="*/ 26 w 32"/>
                <a:gd name="T1" fmla="*/ 8 h 31"/>
                <a:gd name="T2" fmla="*/ 28 w 32"/>
                <a:gd name="T3" fmla="*/ 6 h 31"/>
                <a:gd name="T4" fmla="*/ 26 w 32"/>
                <a:gd name="T5" fmla="*/ 3 h 31"/>
                <a:gd name="T6" fmla="*/ 23 w 32"/>
                <a:gd name="T7" fmla="*/ 5 h 31"/>
                <a:gd name="T8" fmla="*/ 18 w 32"/>
                <a:gd name="T9" fmla="*/ 3 h 31"/>
                <a:gd name="T10" fmla="*/ 18 w 32"/>
                <a:gd name="T11" fmla="*/ 0 h 31"/>
                <a:gd name="T12" fmla="*/ 14 w 32"/>
                <a:gd name="T13" fmla="*/ 0 h 31"/>
                <a:gd name="T14" fmla="*/ 14 w 32"/>
                <a:gd name="T15" fmla="*/ 3 h 31"/>
                <a:gd name="T16" fmla="*/ 8 w 32"/>
                <a:gd name="T17" fmla="*/ 5 h 31"/>
                <a:gd name="T18" fmla="*/ 6 w 32"/>
                <a:gd name="T19" fmla="*/ 3 h 31"/>
                <a:gd name="T20" fmla="*/ 3 w 32"/>
                <a:gd name="T21" fmla="*/ 6 h 31"/>
                <a:gd name="T22" fmla="*/ 5 w 32"/>
                <a:gd name="T23" fmla="*/ 8 h 31"/>
                <a:gd name="T24" fmla="*/ 3 w 32"/>
                <a:gd name="T25" fmla="*/ 14 h 31"/>
                <a:gd name="T26" fmla="*/ 0 w 32"/>
                <a:gd name="T27" fmla="*/ 14 h 31"/>
                <a:gd name="T28" fmla="*/ 0 w 32"/>
                <a:gd name="T29" fmla="*/ 18 h 31"/>
                <a:gd name="T30" fmla="*/ 3 w 32"/>
                <a:gd name="T31" fmla="*/ 18 h 31"/>
                <a:gd name="T32" fmla="*/ 5 w 32"/>
                <a:gd name="T33" fmla="*/ 23 h 31"/>
                <a:gd name="T34" fmla="*/ 3 w 32"/>
                <a:gd name="T35" fmla="*/ 26 h 31"/>
                <a:gd name="T36" fmla="*/ 6 w 32"/>
                <a:gd name="T37" fmla="*/ 28 h 31"/>
                <a:gd name="T38" fmla="*/ 8 w 32"/>
                <a:gd name="T39" fmla="*/ 26 h 31"/>
                <a:gd name="T40" fmla="*/ 14 w 32"/>
                <a:gd name="T41" fmla="*/ 28 h 31"/>
                <a:gd name="T42" fmla="*/ 14 w 32"/>
                <a:gd name="T43" fmla="*/ 31 h 31"/>
                <a:gd name="T44" fmla="*/ 18 w 32"/>
                <a:gd name="T45" fmla="*/ 31 h 31"/>
                <a:gd name="T46" fmla="*/ 18 w 32"/>
                <a:gd name="T47" fmla="*/ 28 h 31"/>
                <a:gd name="T48" fmla="*/ 23 w 32"/>
                <a:gd name="T49" fmla="*/ 26 h 31"/>
                <a:gd name="T50" fmla="*/ 26 w 32"/>
                <a:gd name="T51" fmla="*/ 28 h 31"/>
                <a:gd name="T52" fmla="*/ 28 w 32"/>
                <a:gd name="T53" fmla="*/ 25 h 31"/>
                <a:gd name="T54" fmla="*/ 26 w 32"/>
                <a:gd name="T55" fmla="*/ 23 h 31"/>
                <a:gd name="T56" fmla="*/ 28 w 32"/>
                <a:gd name="T57" fmla="*/ 17 h 31"/>
                <a:gd name="T58" fmla="*/ 32 w 32"/>
                <a:gd name="T59" fmla="*/ 17 h 31"/>
                <a:gd name="T60" fmla="*/ 32 w 32"/>
                <a:gd name="T61" fmla="*/ 14 h 31"/>
                <a:gd name="T62" fmla="*/ 28 w 32"/>
                <a:gd name="T63" fmla="*/ 14 h 31"/>
                <a:gd name="T64" fmla="*/ 26 w 32"/>
                <a:gd name="T65" fmla="*/ 8 h 31"/>
                <a:gd name="T66" fmla="*/ 16 w 32"/>
                <a:gd name="T67" fmla="*/ 25 h 31"/>
                <a:gd name="T68" fmla="*/ 6 w 32"/>
                <a:gd name="T69" fmla="*/ 16 h 31"/>
                <a:gd name="T70" fmla="*/ 16 w 32"/>
                <a:gd name="T71" fmla="*/ 6 h 31"/>
                <a:gd name="T72" fmla="*/ 25 w 32"/>
                <a:gd name="T73" fmla="*/ 16 h 31"/>
                <a:gd name="T74" fmla="*/ 16 w 32"/>
                <a:gd name="T75" fmla="*/ 2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2" h="31">
                  <a:moveTo>
                    <a:pt x="26" y="8"/>
                  </a:moveTo>
                  <a:cubicBezTo>
                    <a:pt x="28" y="6"/>
                    <a:pt x="28" y="6"/>
                    <a:pt x="28" y="6"/>
                  </a:cubicBezTo>
                  <a:cubicBezTo>
                    <a:pt x="26" y="3"/>
                    <a:pt x="26" y="3"/>
                    <a:pt x="26" y="3"/>
                  </a:cubicBezTo>
                  <a:cubicBezTo>
                    <a:pt x="23" y="5"/>
                    <a:pt x="23" y="5"/>
                    <a:pt x="23" y="5"/>
                  </a:cubicBezTo>
                  <a:cubicBezTo>
                    <a:pt x="22" y="4"/>
                    <a:pt x="20" y="3"/>
                    <a:pt x="18" y="3"/>
                  </a:cubicBezTo>
                  <a:cubicBezTo>
                    <a:pt x="18" y="0"/>
                    <a:pt x="18" y="0"/>
                    <a:pt x="18" y="0"/>
                  </a:cubicBezTo>
                  <a:cubicBezTo>
                    <a:pt x="14" y="0"/>
                    <a:pt x="14" y="0"/>
                    <a:pt x="14" y="0"/>
                  </a:cubicBezTo>
                  <a:cubicBezTo>
                    <a:pt x="14" y="3"/>
                    <a:pt x="14" y="3"/>
                    <a:pt x="14" y="3"/>
                  </a:cubicBezTo>
                  <a:cubicBezTo>
                    <a:pt x="12" y="3"/>
                    <a:pt x="10" y="4"/>
                    <a:pt x="8" y="5"/>
                  </a:cubicBezTo>
                  <a:cubicBezTo>
                    <a:pt x="6" y="3"/>
                    <a:pt x="6" y="3"/>
                    <a:pt x="6" y="3"/>
                  </a:cubicBezTo>
                  <a:cubicBezTo>
                    <a:pt x="3" y="6"/>
                    <a:pt x="3" y="6"/>
                    <a:pt x="3" y="6"/>
                  </a:cubicBezTo>
                  <a:cubicBezTo>
                    <a:pt x="5" y="8"/>
                    <a:pt x="5" y="8"/>
                    <a:pt x="5" y="8"/>
                  </a:cubicBezTo>
                  <a:cubicBezTo>
                    <a:pt x="4" y="10"/>
                    <a:pt x="3" y="12"/>
                    <a:pt x="3" y="14"/>
                  </a:cubicBezTo>
                  <a:cubicBezTo>
                    <a:pt x="0" y="14"/>
                    <a:pt x="0" y="14"/>
                    <a:pt x="0" y="14"/>
                  </a:cubicBezTo>
                  <a:cubicBezTo>
                    <a:pt x="0" y="18"/>
                    <a:pt x="0" y="18"/>
                    <a:pt x="0" y="18"/>
                  </a:cubicBezTo>
                  <a:cubicBezTo>
                    <a:pt x="3" y="18"/>
                    <a:pt x="3" y="18"/>
                    <a:pt x="3" y="18"/>
                  </a:cubicBezTo>
                  <a:cubicBezTo>
                    <a:pt x="3" y="20"/>
                    <a:pt x="4" y="22"/>
                    <a:pt x="5" y="23"/>
                  </a:cubicBezTo>
                  <a:cubicBezTo>
                    <a:pt x="3" y="26"/>
                    <a:pt x="3" y="26"/>
                    <a:pt x="3" y="26"/>
                  </a:cubicBezTo>
                  <a:cubicBezTo>
                    <a:pt x="6" y="28"/>
                    <a:pt x="6" y="28"/>
                    <a:pt x="6" y="28"/>
                  </a:cubicBezTo>
                  <a:cubicBezTo>
                    <a:pt x="8" y="26"/>
                    <a:pt x="8" y="26"/>
                    <a:pt x="8" y="26"/>
                  </a:cubicBezTo>
                  <a:cubicBezTo>
                    <a:pt x="10" y="27"/>
                    <a:pt x="12" y="28"/>
                    <a:pt x="14" y="28"/>
                  </a:cubicBezTo>
                  <a:cubicBezTo>
                    <a:pt x="14" y="31"/>
                    <a:pt x="14" y="31"/>
                    <a:pt x="14" y="31"/>
                  </a:cubicBezTo>
                  <a:cubicBezTo>
                    <a:pt x="18" y="31"/>
                    <a:pt x="18" y="31"/>
                    <a:pt x="18" y="31"/>
                  </a:cubicBezTo>
                  <a:cubicBezTo>
                    <a:pt x="18" y="28"/>
                    <a:pt x="18" y="28"/>
                    <a:pt x="18" y="28"/>
                  </a:cubicBezTo>
                  <a:cubicBezTo>
                    <a:pt x="20" y="28"/>
                    <a:pt x="22" y="27"/>
                    <a:pt x="23" y="26"/>
                  </a:cubicBezTo>
                  <a:cubicBezTo>
                    <a:pt x="26" y="28"/>
                    <a:pt x="26" y="28"/>
                    <a:pt x="26" y="28"/>
                  </a:cubicBezTo>
                  <a:cubicBezTo>
                    <a:pt x="28" y="25"/>
                    <a:pt x="28" y="25"/>
                    <a:pt x="28" y="25"/>
                  </a:cubicBezTo>
                  <a:cubicBezTo>
                    <a:pt x="26" y="23"/>
                    <a:pt x="26" y="23"/>
                    <a:pt x="26" y="23"/>
                  </a:cubicBezTo>
                  <a:cubicBezTo>
                    <a:pt x="27" y="22"/>
                    <a:pt x="28" y="20"/>
                    <a:pt x="28" y="17"/>
                  </a:cubicBezTo>
                  <a:cubicBezTo>
                    <a:pt x="32" y="17"/>
                    <a:pt x="32" y="17"/>
                    <a:pt x="32" y="17"/>
                  </a:cubicBezTo>
                  <a:cubicBezTo>
                    <a:pt x="32" y="14"/>
                    <a:pt x="32" y="14"/>
                    <a:pt x="32" y="14"/>
                  </a:cubicBezTo>
                  <a:cubicBezTo>
                    <a:pt x="28" y="14"/>
                    <a:pt x="28" y="14"/>
                    <a:pt x="28" y="14"/>
                  </a:cubicBezTo>
                  <a:cubicBezTo>
                    <a:pt x="28" y="12"/>
                    <a:pt x="27" y="10"/>
                    <a:pt x="26" y="8"/>
                  </a:cubicBezTo>
                  <a:close/>
                  <a:moveTo>
                    <a:pt x="16" y="25"/>
                  </a:moveTo>
                  <a:cubicBezTo>
                    <a:pt x="10" y="25"/>
                    <a:pt x="6" y="21"/>
                    <a:pt x="6" y="16"/>
                  </a:cubicBezTo>
                  <a:cubicBezTo>
                    <a:pt x="6" y="10"/>
                    <a:pt x="10" y="6"/>
                    <a:pt x="16" y="6"/>
                  </a:cubicBezTo>
                  <a:cubicBezTo>
                    <a:pt x="21" y="6"/>
                    <a:pt x="25" y="10"/>
                    <a:pt x="25" y="16"/>
                  </a:cubicBezTo>
                  <a:cubicBezTo>
                    <a:pt x="25" y="21"/>
                    <a:pt x="21" y="25"/>
                    <a:pt x="16" y="25"/>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grpSp>
      <p:sp>
        <p:nvSpPr>
          <p:cNvPr id="25" name="文本框 24"/>
          <p:cNvSpPr txBox="1"/>
          <p:nvPr/>
        </p:nvSpPr>
        <p:spPr>
          <a:xfrm>
            <a:off x="4139317" y="1058393"/>
            <a:ext cx="3913366"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26" name="Rectangle 58"/>
          <p:cNvSpPr/>
          <p:nvPr/>
        </p:nvSpPr>
        <p:spPr>
          <a:xfrm>
            <a:off x="3614043" y="1478661"/>
            <a:ext cx="4963915"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单击此处添加副标题</a:t>
            </a:r>
          </a:p>
        </p:txBody>
      </p:sp>
      <p:sp>
        <p:nvSpPr>
          <p:cNvPr id="28" name="矩形 27"/>
          <p:cNvSpPr/>
          <p:nvPr/>
        </p:nvSpPr>
        <p:spPr>
          <a:xfrm>
            <a:off x="9111986" y="3302350"/>
            <a:ext cx="2196000" cy="1052596"/>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a:t>
            </a:r>
          </a:p>
        </p:txBody>
      </p:sp>
      <p:sp>
        <p:nvSpPr>
          <p:cNvPr id="27" name="矩形 26"/>
          <p:cNvSpPr/>
          <p:nvPr/>
        </p:nvSpPr>
        <p:spPr>
          <a:xfrm>
            <a:off x="2994567" y="5981326"/>
            <a:ext cx="6202867" cy="412421"/>
          </a:xfrm>
          <a:prstGeom prst="rect">
            <a:avLst/>
          </a:prstGeom>
          <a:noFill/>
        </p:spPr>
        <p:txBody>
          <a:bodyPr wrap="square">
            <a:spAutoFit/>
          </a:bodyPr>
          <a:lstStyle/>
          <a:p>
            <a:pPr algn="ctr">
              <a:lnSpc>
                <a:spcPct val="130000"/>
              </a:lnSpc>
            </a:pPr>
            <a:r>
              <a:rPr lang="zh-CN" altLang="en-US" sz="1600" dirty="0">
                <a:solidFill>
                  <a:schemeClr val="tx1">
                    <a:lumMod val="65000"/>
                    <a:lumOff val="35000"/>
                  </a:schemeClr>
                </a:solidFill>
              </a:rPr>
              <a:t>添加内容添加内容添加内容添加内容添加内容</a:t>
            </a:r>
          </a:p>
        </p:txBody>
      </p:sp>
      <p:sp>
        <p:nvSpPr>
          <p:cNvPr id="29" name="矩形 28"/>
          <p:cNvSpPr/>
          <p:nvPr/>
        </p:nvSpPr>
        <p:spPr>
          <a:xfrm>
            <a:off x="4998000" y="5569007"/>
            <a:ext cx="2196000" cy="332148"/>
          </a:xfrm>
          <a:prstGeom prst="rect">
            <a:avLst/>
          </a:prstGeom>
          <a:solidFill>
            <a:srgbClr val="546E7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latin typeface="Impact" panose="020B0806030902050204" pitchFamily="34" charset="0"/>
              </a:rPr>
              <a:t>单击添加标题</a:t>
            </a:r>
          </a:p>
        </p:txBody>
      </p:sp>
      <p:sp>
        <p:nvSpPr>
          <p:cNvPr id="30" name="矩形 29"/>
          <p:cNvSpPr/>
          <p:nvPr/>
        </p:nvSpPr>
        <p:spPr>
          <a:xfrm>
            <a:off x="9111986" y="2896415"/>
            <a:ext cx="2196000" cy="332148"/>
          </a:xfrm>
          <a:prstGeom prst="rect">
            <a:avLst/>
          </a:prstGeom>
          <a:solidFill>
            <a:srgbClr val="F8841D"/>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latin typeface="Impact" panose="020B0806030902050204" pitchFamily="34" charset="0"/>
              </a:rPr>
              <a:t>单击添加标题</a:t>
            </a:r>
          </a:p>
        </p:txBody>
      </p:sp>
      <p:sp>
        <p:nvSpPr>
          <p:cNvPr id="31" name="矩形 30"/>
          <p:cNvSpPr/>
          <p:nvPr/>
        </p:nvSpPr>
        <p:spPr>
          <a:xfrm>
            <a:off x="757200" y="3302350"/>
            <a:ext cx="2196000" cy="1052596"/>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a:t>
            </a:r>
          </a:p>
        </p:txBody>
      </p:sp>
      <p:sp>
        <p:nvSpPr>
          <p:cNvPr id="32" name="矩形 31"/>
          <p:cNvSpPr/>
          <p:nvPr/>
        </p:nvSpPr>
        <p:spPr>
          <a:xfrm>
            <a:off x="757200" y="2896415"/>
            <a:ext cx="2196000" cy="332148"/>
          </a:xfrm>
          <a:prstGeom prst="rect">
            <a:avLst/>
          </a:prstGeom>
          <a:solidFill>
            <a:srgbClr val="5EC6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latin typeface="Impact" panose="020B0806030902050204" pitchFamily="34" charset="0"/>
              </a:rPr>
              <a:t>单击添加标题</a:t>
            </a:r>
          </a:p>
        </p:txBody>
      </p:sp>
      <p:sp>
        <p:nvSpPr>
          <p:cNvPr id="34" name="文本框 33"/>
          <p:cNvSpPr txBox="1"/>
          <p:nvPr/>
        </p:nvSpPr>
        <p:spPr>
          <a:xfrm>
            <a:off x="3213353" y="3511187"/>
            <a:ext cx="418704" cy="369332"/>
          </a:xfrm>
          <a:prstGeom prst="rect">
            <a:avLst/>
          </a:prstGeom>
          <a:noFill/>
        </p:spPr>
        <p:txBody>
          <a:bodyPr wrap="none" rtlCol="0">
            <a:spAutoFit/>
          </a:bodyPr>
          <a:lstStyle/>
          <a:p>
            <a:r>
              <a:rPr lang="en-US" altLang="zh-CN" dirty="0">
                <a:solidFill>
                  <a:schemeClr val="bg1"/>
                </a:solidFill>
              </a:rPr>
              <a:t>01</a:t>
            </a:r>
            <a:endParaRPr lang="zh-CN" altLang="en-US" dirty="0">
              <a:solidFill>
                <a:schemeClr val="bg1"/>
              </a:solidFill>
            </a:endParaRPr>
          </a:p>
        </p:txBody>
      </p:sp>
      <p:sp>
        <p:nvSpPr>
          <p:cNvPr id="35" name="文本框 34"/>
          <p:cNvSpPr txBox="1"/>
          <p:nvPr/>
        </p:nvSpPr>
        <p:spPr>
          <a:xfrm>
            <a:off x="5886648" y="3511187"/>
            <a:ext cx="418704" cy="369332"/>
          </a:xfrm>
          <a:prstGeom prst="rect">
            <a:avLst/>
          </a:prstGeom>
          <a:noFill/>
        </p:spPr>
        <p:txBody>
          <a:bodyPr wrap="none" rtlCol="0">
            <a:spAutoFit/>
          </a:bodyPr>
          <a:lstStyle/>
          <a:p>
            <a:r>
              <a:rPr lang="en-US" altLang="zh-CN" dirty="0">
                <a:solidFill>
                  <a:schemeClr val="bg1"/>
                </a:solidFill>
              </a:rPr>
              <a:t>02</a:t>
            </a:r>
            <a:endParaRPr lang="zh-CN" altLang="en-US" dirty="0">
              <a:solidFill>
                <a:schemeClr val="bg1"/>
              </a:solidFill>
            </a:endParaRPr>
          </a:p>
        </p:txBody>
      </p:sp>
      <p:sp>
        <p:nvSpPr>
          <p:cNvPr id="36" name="文本框 35"/>
          <p:cNvSpPr txBox="1"/>
          <p:nvPr/>
        </p:nvSpPr>
        <p:spPr>
          <a:xfrm>
            <a:off x="8557214" y="3511187"/>
            <a:ext cx="418704" cy="369332"/>
          </a:xfrm>
          <a:prstGeom prst="rect">
            <a:avLst/>
          </a:prstGeom>
          <a:noFill/>
        </p:spPr>
        <p:txBody>
          <a:bodyPr wrap="none" rtlCol="0">
            <a:spAutoFit/>
          </a:bodyPr>
          <a:lstStyle/>
          <a:p>
            <a:r>
              <a:rPr lang="en-US" altLang="zh-CN" dirty="0">
                <a:solidFill>
                  <a:schemeClr val="bg1"/>
                </a:solidFill>
              </a:rPr>
              <a:t>03</a:t>
            </a:r>
            <a:endParaRPr lang="zh-CN" altLang="en-US" dirty="0">
              <a:solidFill>
                <a:schemeClr val="bg1"/>
              </a:solidFill>
            </a:endParaRPr>
          </a:p>
        </p:txBody>
      </p:sp>
      <p:sp>
        <p:nvSpPr>
          <p:cNvPr id="33"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三项循环</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899427667"/>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 name="组合 12"/>
          <p:cNvGrpSpPr/>
          <p:nvPr/>
        </p:nvGrpSpPr>
        <p:grpSpPr>
          <a:xfrm>
            <a:off x="4075702" y="2113471"/>
            <a:ext cx="4040596" cy="3509766"/>
            <a:chOff x="2631621" y="607105"/>
            <a:chExt cx="7129463" cy="6192838"/>
          </a:xfrm>
        </p:grpSpPr>
        <p:sp>
          <p:nvSpPr>
            <p:cNvPr id="2" name="Freeform 7"/>
            <p:cNvSpPr>
              <a:spLocks/>
            </p:cNvSpPr>
            <p:nvPr/>
          </p:nvSpPr>
          <p:spPr bwMode="auto">
            <a:xfrm>
              <a:off x="6241596" y="607105"/>
              <a:ext cx="1908175" cy="5245100"/>
            </a:xfrm>
            <a:custGeom>
              <a:avLst/>
              <a:gdLst>
                <a:gd name="T0" fmla="*/ 114 w 508"/>
                <a:gd name="T1" fmla="*/ 0 h 1396"/>
                <a:gd name="T2" fmla="*/ 0 w 508"/>
                <a:gd name="T3" fmla="*/ 30 h 1396"/>
                <a:gd name="T4" fmla="*/ 279 w 508"/>
                <a:gd name="T5" fmla="*/ 698 h 1396"/>
                <a:gd name="T6" fmla="*/ 0 w 508"/>
                <a:gd name="T7" fmla="*/ 1366 h 1396"/>
                <a:gd name="T8" fmla="*/ 114 w 508"/>
                <a:gd name="T9" fmla="*/ 1396 h 1396"/>
                <a:gd name="T10" fmla="*/ 508 w 508"/>
                <a:gd name="T11" fmla="*/ 698 h 1396"/>
                <a:gd name="T12" fmla="*/ 114 w 508"/>
                <a:gd name="T13" fmla="*/ 0 h 1396"/>
              </a:gdLst>
              <a:ahLst/>
              <a:cxnLst>
                <a:cxn ang="0">
                  <a:pos x="T0" y="T1"/>
                </a:cxn>
                <a:cxn ang="0">
                  <a:pos x="T2" y="T3"/>
                </a:cxn>
                <a:cxn ang="0">
                  <a:pos x="T4" y="T5"/>
                </a:cxn>
                <a:cxn ang="0">
                  <a:pos x="T6" y="T7"/>
                </a:cxn>
                <a:cxn ang="0">
                  <a:pos x="T8" y="T9"/>
                </a:cxn>
                <a:cxn ang="0">
                  <a:pos x="T10" y="T11"/>
                </a:cxn>
                <a:cxn ang="0">
                  <a:pos x="T12" y="T13"/>
                </a:cxn>
              </a:cxnLst>
              <a:rect l="0" t="0" r="r" b="b"/>
              <a:pathLst>
                <a:path w="508" h="1396">
                  <a:moveTo>
                    <a:pt x="114" y="0"/>
                  </a:moveTo>
                  <a:cubicBezTo>
                    <a:pt x="74" y="0"/>
                    <a:pt x="36" y="10"/>
                    <a:pt x="0" y="30"/>
                  </a:cubicBezTo>
                  <a:cubicBezTo>
                    <a:pt x="161" y="116"/>
                    <a:pt x="279" y="383"/>
                    <a:pt x="279" y="698"/>
                  </a:cubicBezTo>
                  <a:cubicBezTo>
                    <a:pt x="279" y="1013"/>
                    <a:pt x="161" y="1279"/>
                    <a:pt x="0" y="1366"/>
                  </a:cubicBezTo>
                  <a:cubicBezTo>
                    <a:pt x="36" y="1385"/>
                    <a:pt x="74" y="1396"/>
                    <a:pt x="114" y="1396"/>
                  </a:cubicBezTo>
                  <a:cubicBezTo>
                    <a:pt x="331" y="1396"/>
                    <a:pt x="508" y="1083"/>
                    <a:pt x="508" y="698"/>
                  </a:cubicBezTo>
                  <a:cubicBezTo>
                    <a:pt x="508" y="312"/>
                    <a:pt x="331" y="0"/>
                    <a:pt x="114" y="0"/>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 name="Freeform 5"/>
            <p:cNvSpPr>
              <a:spLocks/>
            </p:cNvSpPr>
            <p:nvPr/>
          </p:nvSpPr>
          <p:spPr bwMode="auto">
            <a:xfrm>
              <a:off x="4393746" y="3534455"/>
              <a:ext cx="4856163" cy="3148013"/>
            </a:xfrm>
            <a:custGeom>
              <a:avLst/>
              <a:gdLst>
                <a:gd name="T0" fmla="*/ 1288 w 1293"/>
                <a:gd name="T1" fmla="*/ 437 h 838"/>
                <a:gd name="T2" fmla="*/ 590 w 1293"/>
                <a:gd name="T3" fmla="*/ 481 h 838"/>
                <a:gd name="T4" fmla="*/ 214 w 1293"/>
                <a:gd name="T5" fmla="*/ 0 h 838"/>
                <a:gd name="T6" fmla="*/ 1 w 1293"/>
                <a:gd name="T7" fmla="*/ 125 h 838"/>
                <a:gd name="T8" fmla="*/ 512 w 1293"/>
                <a:gd name="T9" fmla="*/ 705 h 838"/>
                <a:gd name="T10" fmla="*/ 1276 w 1293"/>
                <a:gd name="T11" fmla="*/ 559 h 838"/>
                <a:gd name="T12" fmla="*/ 1288 w 1293"/>
                <a:gd name="T13" fmla="*/ 437 h 838"/>
              </a:gdLst>
              <a:ahLst/>
              <a:cxnLst>
                <a:cxn ang="0">
                  <a:pos x="T0" y="T1"/>
                </a:cxn>
                <a:cxn ang="0">
                  <a:pos x="T2" y="T3"/>
                </a:cxn>
                <a:cxn ang="0">
                  <a:pos x="T4" y="T5"/>
                </a:cxn>
                <a:cxn ang="0">
                  <a:pos x="T6" y="T7"/>
                </a:cxn>
                <a:cxn ang="0">
                  <a:pos x="T8" y="T9"/>
                </a:cxn>
                <a:cxn ang="0">
                  <a:pos x="T10" y="T11"/>
                </a:cxn>
                <a:cxn ang="0">
                  <a:pos x="T12" y="T13"/>
                </a:cxn>
              </a:cxnLst>
              <a:rect l="0" t="0" r="r" b="b"/>
              <a:pathLst>
                <a:path w="1293" h="838">
                  <a:moveTo>
                    <a:pt x="1288" y="437"/>
                  </a:moveTo>
                  <a:cubicBezTo>
                    <a:pt x="1154" y="565"/>
                    <a:pt x="882" y="566"/>
                    <a:pt x="590" y="481"/>
                  </a:cubicBezTo>
                  <a:cubicBezTo>
                    <a:pt x="334" y="407"/>
                    <a:pt x="222" y="159"/>
                    <a:pt x="214" y="0"/>
                  </a:cubicBezTo>
                  <a:cubicBezTo>
                    <a:pt x="184" y="29"/>
                    <a:pt x="0" y="84"/>
                    <a:pt x="1" y="125"/>
                  </a:cubicBezTo>
                  <a:cubicBezTo>
                    <a:pt x="3" y="213"/>
                    <a:pt x="165" y="573"/>
                    <a:pt x="512" y="705"/>
                  </a:cubicBezTo>
                  <a:cubicBezTo>
                    <a:pt x="859" y="838"/>
                    <a:pt x="1201" y="772"/>
                    <a:pt x="1276" y="559"/>
                  </a:cubicBezTo>
                  <a:cubicBezTo>
                    <a:pt x="1289" y="520"/>
                    <a:pt x="1293" y="479"/>
                    <a:pt x="1288" y="437"/>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 name="Freeform 10"/>
            <p:cNvSpPr>
              <a:spLocks/>
            </p:cNvSpPr>
            <p:nvPr/>
          </p:nvSpPr>
          <p:spPr bwMode="auto">
            <a:xfrm>
              <a:off x="2631621" y="1959655"/>
              <a:ext cx="4981575" cy="3498850"/>
            </a:xfrm>
            <a:custGeom>
              <a:avLst/>
              <a:gdLst>
                <a:gd name="T0" fmla="*/ 94 w 1326"/>
                <a:gd name="T1" fmla="*/ 837 h 931"/>
                <a:gd name="T2" fmla="*/ 169 w 1326"/>
                <a:gd name="T3" fmla="*/ 931 h 931"/>
                <a:gd name="T4" fmla="*/ 627 w 1326"/>
                <a:gd name="T5" fmla="*/ 381 h 931"/>
                <a:gd name="T6" fmla="*/ 1325 w 1326"/>
                <a:gd name="T7" fmla="*/ 357 h 931"/>
                <a:gd name="T8" fmla="*/ 1302 w 1326"/>
                <a:gd name="T9" fmla="*/ 236 h 931"/>
                <a:gd name="T10" fmla="*/ 529 w 1326"/>
                <a:gd name="T11" fmla="*/ 165 h 931"/>
                <a:gd name="T12" fmla="*/ 94 w 1326"/>
                <a:gd name="T13" fmla="*/ 837 h 931"/>
              </a:gdLst>
              <a:ahLst/>
              <a:cxnLst>
                <a:cxn ang="0">
                  <a:pos x="T0" y="T1"/>
                </a:cxn>
                <a:cxn ang="0">
                  <a:pos x="T2" y="T3"/>
                </a:cxn>
                <a:cxn ang="0">
                  <a:pos x="T4" y="T5"/>
                </a:cxn>
                <a:cxn ang="0">
                  <a:pos x="T6" y="T7"/>
                </a:cxn>
                <a:cxn ang="0">
                  <a:pos x="T8" y="T9"/>
                </a:cxn>
                <a:cxn ang="0">
                  <a:pos x="T10" y="T11"/>
                </a:cxn>
                <a:cxn ang="0">
                  <a:pos x="T12" y="T13"/>
                </a:cxn>
              </a:cxnLst>
              <a:rect l="0" t="0" r="r" b="b"/>
              <a:pathLst>
                <a:path w="1326" h="931">
                  <a:moveTo>
                    <a:pt x="94" y="837"/>
                  </a:moveTo>
                  <a:cubicBezTo>
                    <a:pt x="111" y="874"/>
                    <a:pt x="136" y="906"/>
                    <a:pt x="169" y="931"/>
                  </a:cubicBezTo>
                  <a:cubicBezTo>
                    <a:pt x="174" y="742"/>
                    <a:pt x="354" y="516"/>
                    <a:pt x="627" y="381"/>
                  </a:cubicBezTo>
                  <a:cubicBezTo>
                    <a:pt x="899" y="245"/>
                    <a:pt x="1181" y="242"/>
                    <a:pt x="1325" y="357"/>
                  </a:cubicBezTo>
                  <a:cubicBezTo>
                    <a:pt x="1326" y="314"/>
                    <a:pt x="1319" y="274"/>
                    <a:pt x="1302" y="236"/>
                  </a:cubicBezTo>
                  <a:cubicBezTo>
                    <a:pt x="1209" y="31"/>
                    <a:pt x="862" y="0"/>
                    <a:pt x="529" y="165"/>
                  </a:cubicBezTo>
                  <a:cubicBezTo>
                    <a:pt x="195" y="331"/>
                    <a:pt x="0" y="632"/>
                    <a:pt x="94" y="837"/>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 name="Freeform 11"/>
            <p:cNvSpPr>
              <a:spLocks/>
            </p:cNvSpPr>
            <p:nvPr/>
          </p:nvSpPr>
          <p:spPr bwMode="auto">
            <a:xfrm>
              <a:off x="2977696" y="4763180"/>
              <a:ext cx="4432300" cy="2036763"/>
            </a:xfrm>
            <a:custGeom>
              <a:avLst/>
              <a:gdLst>
                <a:gd name="T0" fmla="*/ 1180 w 1180"/>
                <a:gd name="T1" fmla="*/ 0 h 542"/>
                <a:gd name="T2" fmla="*/ 845 w 1180"/>
                <a:gd name="T3" fmla="*/ 18 h 542"/>
                <a:gd name="T4" fmla="*/ 900 w 1180"/>
                <a:gd name="T5" fmla="*/ 88 h 542"/>
                <a:gd name="T6" fmla="*/ 775 w 1180"/>
                <a:gd name="T7" fmla="*/ 161 h 542"/>
                <a:gd name="T8" fmla="*/ 77 w 1180"/>
                <a:gd name="T9" fmla="*/ 185 h 542"/>
                <a:gd name="T10" fmla="*/ 0 w 1180"/>
                <a:gd name="T11" fmla="*/ 88 h 542"/>
                <a:gd name="T12" fmla="*/ 100 w 1180"/>
                <a:gd name="T13" fmla="*/ 306 h 542"/>
                <a:gd name="T14" fmla="*/ 873 w 1180"/>
                <a:gd name="T15" fmla="*/ 377 h 542"/>
                <a:gd name="T16" fmla="*/ 1044 w 1180"/>
                <a:gd name="T17" fmla="*/ 271 h 542"/>
                <a:gd name="T18" fmla="*/ 1098 w 1180"/>
                <a:gd name="T19" fmla="*/ 339 h 542"/>
                <a:gd name="T20" fmla="*/ 1180 w 1180"/>
                <a:gd name="T21" fmla="*/ 0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80" h="542">
                  <a:moveTo>
                    <a:pt x="1180" y="0"/>
                  </a:moveTo>
                  <a:cubicBezTo>
                    <a:pt x="845" y="18"/>
                    <a:pt x="845" y="18"/>
                    <a:pt x="845" y="18"/>
                  </a:cubicBezTo>
                  <a:cubicBezTo>
                    <a:pt x="900" y="88"/>
                    <a:pt x="900" y="88"/>
                    <a:pt x="900" y="88"/>
                  </a:cubicBezTo>
                  <a:cubicBezTo>
                    <a:pt x="861" y="115"/>
                    <a:pt x="820" y="139"/>
                    <a:pt x="775" y="161"/>
                  </a:cubicBezTo>
                  <a:cubicBezTo>
                    <a:pt x="502" y="297"/>
                    <a:pt x="221" y="300"/>
                    <a:pt x="77" y="185"/>
                  </a:cubicBezTo>
                  <a:cubicBezTo>
                    <a:pt x="22" y="134"/>
                    <a:pt x="0" y="88"/>
                    <a:pt x="0" y="88"/>
                  </a:cubicBezTo>
                  <a:cubicBezTo>
                    <a:pt x="0" y="88"/>
                    <a:pt x="90" y="284"/>
                    <a:pt x="100" y="306"/>
                  </a:cubicBezTo>
                  <a:cubicBezTo>
                    <a:pt x="193" y="511"/>
                    <a:pt x="540" y="542"/>
                    <a:pt x="873" y="377"/>
                  </a:cubicBezTo>
                  <a:cubicBezTo>
                    <a:pt x="936" y="346"/>
                    <a:pt x="993" y="310"/>
                    <a:pt x="1044" y="271"/>
                  </a:cubicBezTo>
                  <a:cubicBezTo>
                    <a:pt x="1098" y="339"/>
                    <a:pt x="1098" y="339"/>
                    <a:pt x="1098" y="339"/>
                  </a:cubicBezTo>
                  <a:lnTo>
                    <a:pt x="1180" y="0"/>
                  </a:ln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Freeform 13"/>
            <p:cNvSpPr>
              <a:spLocks/>
            </p:cNvSpPr>
            <p:nvPr/>
          </p:nvSpPr>
          <p:spPr bwMode="auto">
            <a:xfrm>
              <a:off x="5851071" y="1912030"/>
              <a:ext cx="3910013" cy="3733800"/>
            </a:xfrm>
            <a:custGeom>
              <a:avLst/>
              <a:gdLst>
                <a:gd name="T0" fmla="*/ 472 w 1041"/>
                <a:gd name="T1" fmla="*/ 142 h 994"/>
                <a:gd name="T2" fmla="*/ 281 w 1041"/>
                <a:gd name="T3" fmla="*/ 88 h 994"/>
                <a:gd name="T4" fmla="*/ 290 w 1041"/>
                <a:gd name="T5" fmla="*/ 0 h 994"/>
                <a:gd name="T6" fmla="*/ 0 w 1041"/>
                <a:gd name="T7" fmla="*/ 177 h 994"/>
                <a:gd name="T8" fmla="*/ 247 w 1041"/>
                <a:gd name="T9" fmla="*/ 414 h 994"/>
                <a:gd name="T10" fmla="*/ 256 w 1041"/>
                <a:gd name="T11" fmla="*/ 323 h 994"/>
                <a:gd name="T12" fmla="*/ 394 w 1041"/>
                <a:gd name="T13" fmla="*/ 365 h 994"/>
                <a:gd name="T14" fmla="*/ 900 w 1041"/>
                <a:gd name="T15" fmla="*/ 869 h 994"/>
                <a:gd name="T16" fmla="*/ 887 w 1041"/>
                <a:gd name="T17" fmla="*/ 994 h 994"/>
                <a:gd name="T18" fmla="*/ 966 w 1041"/>
                <a:gd name="T19" fmla="*/ 767 h 994"/>
                <a:gd name="T20" fmla="*/ 472 w 1041"/>
                <a:gd name="T21" fmla="*/ 142 h 9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1" h="994">
                  <a:moveTo>
                    <a:pt x="472" y="142"/>
                  </a:moveTo>
                  <a:cubicBezTo>
                    <a:pt x="408" y="117"/>
                    <a:pt x="343" y="99"/>
                    <a:pt x="281" y="88"/>
                  </a:cubicBezTo>
                  <a:cubicBezTo>
                    <a:pt x="290" y="0"/>
                    <a:pt x="290" y="0"/>
                    <a:pt x="290" y="0"/>
                  </a:cubicBezTo>
                  <a:cubicBezTo>
                    <a:pt x="0" y="177"/>
                    <a:pt x="0" y="177"/>
                    <a:pt x="0" y="177"/>
                  </a:cubicBezTo>
                  <a:cubicBezTo>
                    <a:pt x="247" y="414"/>
                    <a:pt x="247" y="414"/>
                    <a:pt x="247" y="414"/>
                  </a:cubicBezTo>
                  <a:cubicBezTo>
                    <a:pt x="256" y="323"/>
                    <a:pt x="256" y="323"/>
                    <a:pt x="256" y="323"/>
                  </a:cubicBezTo>
                  <a:cubicBezTo>
                    <a:pt x="302" y="334"/>
                    <a:pt x="348" y="348"/>
                    <a:pt x="394" y="365"/>
                  </a:cubicBezTo>
                  <a:cubicBezTo>
                    <a:pt x="678" y="473"/>
                    <a:pt x="877" y="680"/>
                    <a:pt x="900" y="869"/>
                  </a:cubicBezTo>
                  <a:cubicBezTo>
                    <a:pt x="904" y="945"/>
                    <a:pt x="887" y="994"/>
                    <a:pt x="887" y="994"/>
                  </a:cubicBezTo>
                  <a:cubicBezTo>
                    <a:pt x="887" y="994"/>
                    <a:pt x="958" y="790"/>
                    <a:pt x="966" y="767"/>
                  </a:cubicBezTo>
                  <a:cubicBezTo>
                    <a:pt x="1041" y="554"/>
                    <a:pt x="820" y="274"/>
                    <a:pt x="472" y="142"/>
                  </a:cubicBez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14"/>
            <p:cNvSpPr>
              <a:spLocks/>
            </p:cNvSpPr>
            <p:nvPr/>
          </p:nvSpPr>
          <p:spPr bwMode="auto">
            <a:xfrm>
              <a:off x="4088946" y="607105"/>
              <a:ext cx="2592388" cy="4318000"/>
            </a:xfrm>
            <a:custGeom>
              <a:avLst/>
              <a:gdLst>
                <a:gd name="T0" fmla="*/ 458 w 690"/>
                <a:gd name="T1" fmla="*/ 0 h 1149"/>
                <a:gd name="T2" fmla="*/ 65 w 690"/>
                <a:gd name="T3" fmla="*/ 698 h 1149"/>
                <a:gd name="T4" fmla="*/ 82 w 690"/>
                <a:gd name="T5" fmla="*/ 904 h 1149"/>
                <a:gd name="T6" fmla="*/ 0 w 690"/>
                <a:gd name="T7" fmla="*/ 926 h 1149"/>
                <a:gd name="T8" fmla="*/ 259 w 690"/>
                <a:gd name="T9" fmla="*/ 1149 h 1149"/>
                <a:gd name="T10" fmla="*/ 387 w 690"/>
                <a:gd name="T11" fmla="*/ 825 h 1149"/>
                <a:gd name="T12" fmla="*/ 302 w 690"/>
                <a:gd name="T13" fmla="*/ 847 h 1149"/>
                <a:gd name="T14" fmla="*/ 293 w 690"/>
                <a:gd name="T15" fmla="*/ 698 h 1149"/>
                <a:gd name="T16" fmla="*/ 573 w 690"/>
                <a:gd name="T17" fmla="*/ 30 h 1149"/>
                <a:gd name="T18" fmla="*/ 690 w 690"/>
                <a:gd name="T19" fmla="*/ 0 h 1149"/>
                <a:gd name="T20" fmla="*/ 458 w 690"/>
                <a:gd name="T21" fmla="*/ 0 h 1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0" h="1149">
                  <a:moveTo>
                    <a:pt x="458" y="0"/>
                  </a:moveTo>
                  <a:cubicBezTo>
                    <a:pt x="241" y="0"/>
                    <a:pt x="65" y="312"/>
                    <a:pt x="65" y="698"/>
                  </a:cubicBezTo>
                  <a:cubicBezTo>
                    <a:pt x="65" y="770"/>
                    <a:pt x="71" y="839"/>
                    <a:pt x="82" y="904"/>
                  </a:cubicBezTo>
                  <a:cubicBezTo>
                    <a:pt x="0" y="926"/>
                    <a:pt x="0" y="926"/>
                    <a:pt x="0" y="926"/>
                  </a:cubicBezTo>
                  <a:cubicBezTo>
                    <a:pt x="259" y="1149"/>
                    <a:pt x="259" y="1149"/>
                    <a:pt x="259" y="1149"/>
                  </a:cubicBezTo>
                  <a:cubicBezTo>
                    <a:pt x="387" y="825"/>
                    <a:pt x="387" y="825"/>
                    <a:pt x="387" y="825"/>
                  </a:cubicBezTo>
                  <a:cubicBezTo>
                    <a:pt x="302" y="847"/>
                    <a:pt x="302" y="847"/>
                    <a:pt x="302" y="847"/>
                  </a:cubicBezTo>
                  <a:cubicBezTo>
                    <a:pt x="296" y="799"/>
                    <a:pt x="293" y="749"/>
                    <a:pt x="293" y="698"/>
                  </a:cubicBezTo>
                  <a:cubicBezTo>
                    <a:pt x="293" y="383"/>
                    <a:pt x="411" y="116"/>
                    <a:pt x="573" y="30"/>
                  </a:cubicBezTo>
                  <a:cubicBezTo>
                    <a:pt x="640" y="0"/>
                    <a:pt x="690" y="0"/>
                    <a:pt x="690" y="0"/>
                  </a:cubicBezTo>
                  <a:cubicBezTo>
                    <a:pt x="690" y="0"/>
                    <a:pt x="482" y="0"/>
                    <a:pt x="458" y="0"/>
                  </a:cubicBez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5" name="矩形 14"/>
          <p:cNvSpPr/>
          <p:nvPr/>
        </p:nvSpPr>
        <p:spPr>
          <a:xfrm>
            <a:off x="2994567" y="6286774"/>
            <a:ext cx="6202867" cy="412421"/>
          </a:xfrm>
          <a:prstGeom prst="rect">
            <a:avLst/>
          </a:prstGeom>
          <a:noFill/>
        </p:spPr>
        <p:txBody>
          <a:bodyPr wrap="square">
            <a:spAutoFit/>
          </a:bodyPr>
          <a:lstStyle/>
          <a:p>
            <a:pPr algn="ctr">
              <a:lnSpc>
                <a:spcPct val="130000"/>
              </a:lnSpc>
            </a:pPr>
            <a:r>
              <a:rPr lang="zh-CN" altLang="en-US" sz="1600" dirty="0">
                <a:solidFill>
                  <a:schemeClr val="tx1">
                    <a:lumMod val="65000"/>
                    <a:lumOff val="35000"/>
                  </a:schemeClr>
                </a:solidFill>
              </a:rPr>
              <a:t>添加内容添加内容添加内容添加内容添加内容</a:t>
            </a:r>
          </a:p>
        </p:txBody>
      </p:sp>
      <p:sp>
        <p:nvSpPr>
          <p:cNvPr id="16" name="矩形 15"/>
          <p:cNvSpPr/>
          <p:nvPr/>
        </p:nvSpPr>
        <p:spPr>
          <a:xfrm>
            <a:off x="4998000" y="5834114"/>
            <a:ext cx="2196000" cy="332148"/>
          </a:xfrm>
          <a:prstGeom prst="rect">
            <a:avLst/>
          </a:prstGeom>
          <a:solidFill>
            <a:srgbClr val="546E7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latin typeface="Impact" panose="020B0806030902050204" pitchFamily="34" charset="0"/>
              </a:rPr>
              <a:t>单击添加标题</a:t>
            </a:r>
          </a:p>
        </p:txBody>
      </p:sp>
      <p:sp>
        <p:nvSpPr>
          <p:cNvPr id="18" name="矩形 17"/>
          <p:cNvSpPr/>
          <p:nvPr/>
        </p:nvSpPr>
        <p:spPr>
          <a:xfrm>
            <a:off x="1078196" y="3342691"/>
            <a:ext cx="2735677" cy="732508"/>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a:t>
            </a:r>
          </a:p>
        </p:txBody>
      </p:sp>
      <p:sp>
        <p:nvSpPr>
          <p:cNvPr id="19" name="矩形 18"/>
          <p:cNvSpPr/>
          <p:nvPr/>
        </p:nvSpPr>
        <p:spPr>
          <a:xfrm>
            <a:off x="1078197" y="2896415"/>
            <a:ext cx="2736000" cy="332148"/>
          </a:xfrm>
          <a:prstGeom prst="rect">
            <a:avLst/>
          </a:prstGeom>
          <a:solidFill>
            <a:srgbClr val="5EC6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latin typeface="Impact" panose="020B0806030902050204" pitchFamily="34" charset="0"/>
              </a:rPr>
              <a:t>单击添加标题</a:t>
            </a:r>
          </a:p>
        </p:txBody>
      </p:sp>
      <p:sp>
        <p:nvSpPr>
          <p:cNvPr id="20" name="矩形 19"/>
          <p:cNvSpPr/>
          <p:nvPr/>
        </p:nvSpPr>
        <p:spPr>
          <a:xfrm>
            <a:off x="8377804" y="3342691"/>
            <a:ext cx="2735677" cy="732508"/>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a:t>
            </a:r>
          </a:p>
        </p:txBody>
      </p:sp>
      <p:sp>
        <p:nvSpPr>
          <p:cNvPr id="21" name="矩形 20"/>
          <p:cNvSpPr/>
          <p:nvPr/>
        </p:nvSpPr>
        <p:spPr>
          <a:xfrm>
            <a:off x="8377805" y="2896415"/>
            <a:ext cx="2736000" cy="332148"/>
          </a:xfrm>
          <a:prstGeom prst="rect">
            <a:avLst/>
          </a:prstGeom>
          <a:solidFill>
            <a:srgbClr val="F8841D"/>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latin typeface="Impact" panose="020B0806030902050204" pitchFamily="34" charset="0"/>
              </a:rPr>
              <a:t>单击添加标题</a:t>
            </a:r>
          </a:p>
        </p:txBody>
      </p:sp>
      <p:sp>
        <p:nvSpPr>
          <p:cNvPr id="23" name="文本框 22"/>
          <p:cNvSpPr txBox="1"/>
          <p:nvPr/>
        </p:nvSpPr>
        <p:spPr>
          <a:xfrm>
            <a:off x="5135617" y="3979066"/>
            <a:ext cx="418704" cy="369332"/>
          </a:xfrm>
          <a:prstGeom prst="rect">
            <a:avLst/>
          </a:prstGeom>
          <a:noFill/>
        </p:spPr>
        <p:txBody>
          <a:bodyPr wrap="none" rtlCol="0">
            <a:spAutoFit/>
          </a:bodyPr>
          <a:lstStyle/>
          <a:p>
            <a:r>
              <a:rPr lang="en-US" altLang="zh-CN" dirty="0">
                <a:solidFill>
                  <a:schemeClr val="bg1"/>
                </a:solidFill>
              </a:rPr>
              <a:t>01</a:t>
            </a:r>
            <a:endParaRPr lang="zh-CN" altLang="en-US" dirty="0">
              <a:solidFill>
                <a:schemeClr val="bg1"/>
              </a:solidFill>
            </a:endParaRPr>
          </a:p>
        </p:txBody>
      </p:sp>
      <p:sp>
        <p:nvSpPr>
          <p:cNvPr id="24" name="文本框 23"/>
          <p:cNvSpPr txBox="1"/>
          <p:nvPr/>
        </p:nvSpPr>
        <p:spPr>
          <a:xfrm>
            <a:off x="6082910" y="3120094"/>
            <a:ext cx="418704" cy="369332"/>
          </a:xfrm>
          <a:prstGeom prst="rect">
            <a:avLst/>
          </a:prstGeom>
          <a:noFill/>
        </p:spPr>
        <p:txBody>
          <a:bodyPr wrap="none" rtlCol="0">
            <a:spAutoFit/>
          </a:bodyPr>
          <a:lstStyle/>
          <a:p>
            <a:r>
              <a:rPr lang="en-US" altLang="zh-CN" dirty="0">
                <a:solidFill>
                  <a:schemeClr val="bg1"/>
                </a:solidFill>
              </a:rPr>
              <a:t>02</a:t>
            </a:r>
            <a:endParaRPr lang="zh-CN" altLang="en-US" dirty="0">
              <a:solidFill>
                <a:schemeClr val="bg1"/>
              </a:solidFill>
            </a:endParaRPr>
          </a:p>
        </p:txBody>
      </p:sp>
      <p:sp>
        <p:nvSpPr>
          <p:cNvPr id="25" name="文本框 24"/>
          <p:cNvSpPr txBox="1"/>
          <p:nvPr/>
        </p:nvSpPr>
        <p:spPr>
          <a:xfrm>
            <a:off x="6323819" y="4609012"/>
            <a:ext cx="418704" cy="369332"/>
          </a:xfrm>
          <a:prstGeom prst="rect">
            <a:avLst/>
          </a:prstGeom>
          <a:noFill/>
        </p:spPr>
        <p:txBody>
          <a:bodyPr wrap="none" rtlCol="0">
            <a:spAutoFit/>
          </a:bodyPr>
          <a:lstStyle/>
          <a:p>
            <a:r>
              <a:rPr lang="en-US" altLang="zh-CN" dirty="0">
                <a:solidFill>
                  <a:schemeClr val="bg1"/>
                </a:solidFill>
              </a:rPr>
              <a:t>03</a:t>
            </a:r>
            <a:endParaRPr lang="zh-CN" altLang="en-US" dirty="0">
              <a:solidFill>
                <a:schemeClr val="bg1"/>
              </a:solidFill>
            </a:endParaRPr>
          </a:p>
        </p:txBody>
      </p:sp>
      <p:sp>
        <p:nvSpPr>
          <p:cNvPr id="28" name="文本框 27"/>
          <p:cNvSpPr txBox="1"/>
          <p:nvPr/>
        </p:nvSpPr>
        <p:spPr>
          <a:xfrm>
            <a:off x="4139317" y="1058393"/>
            <a:ext cx="3913366"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29" name="Rectangle 58"/>
          <p:cNvSpPr/>
          <p:nvPr/>
        </p:nvSpPr>
        <p:spPr>
          <a:xfrm>
            <a:off x="3614043" y="1478661"/>
            <a:ext cx="4963915"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单击此处添加副标题</a:t>
            </a:r>
          </a:p>
        </p:txBody>
      </p:sp>
      <p:sp>
        <p:nvSpPr>
          <p:cNvPr id="22"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三项循环</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543408036"/>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组合 7"/>
          <p:cNvGrpSpPr/>
          <p:nvPr/>
        </p:nvGrpSpPr>
        <p:grpSpPr>
          <a:xfrm>
            <a:off x="3956844" y="1281251"/>
            <a:ext cx="4278313" cy="4403725"/>
            <a:chOff x="1130300" y="1201738"/>
            <a:chExt cx="4278313" cy="4403725"/>
          </a:xfrm>
        </p:grpSpPr>
        <p:sp>
          <p:nvSpPr>
            <p:cNvPr id="3" name="Freeform 5"/>
            <p:cNvSpPr>
              <a:spLocks/>
            </p:cNvSpPr>
            <p:nvPr/>
          </p:nvSpPr>
          <p:spPr bwMode="auto">
            <a:xfrm>
              <a:off x="1204913" y="1277938"/>
              <a:ext cx="2617788" cy="2736850"/>
            </a:xfrm>
            <a:custGeom>
              <a:avLst/>
              <a:gdLst>
                <a:gd name="T0" fmla="*/ 86 w 696"/>
                <a:gd name="T1" fmla="*/ 682 h 728"/>
                <a:gd name="T2" fmla="*/ 83 w 696"/>
                <a:gd name="T3" fmla="*/ 682 h 728"/>
                <a:gd name="T4" fmla="*/ 75 w 696"/>
                <a:gd name="T5" fmla="*/ 682 h 728"/>
                <a:gd name="T6" fmla="*/ 66 w 696"/>
                <a:gd name="T7" fmla="*/ 686 h 728"/>
                <a:gd name="T8" fmla="*/ 56 w 696"/>
                <a:gd name="T9" fmla="*/ 704 h 728"/>
                <a:gd name="T10" fmla="*/ 55 w 696"/>
                <a:gd name="T11" fmla="*/ 717 h 728"/>
                <a:gd name="T12" fmla="*/ 55 w 696"/>
                <a:gd name="T13" fmla="*/ 723 h 728"/>
                <a:gd name="T14" fmla="*/ 18 w 696"/>
                <a:gd name="T15" fmla="*/ 728 h 728"/>
                <a:gd name="T16" fmla="*/ 2 w 696"/>
                <a:gd name="T17" fmla="*/ 583 h 728"/>
                <a:gd name="T18" fmla="*/ 18 w 696"/>
                <a:gd name="T19" fmla="*/ 467 h 728"/>
                <a:gd name="T20" fmla="*/ 17 w 696"/>
                <a:gd name="T21" fmla="*/ 467 h 728"/>
                <a:gd name="T22" fmla="*/ 27 w 696"/>
                <a:gd name="T23" fmla="*/ 434 h 728"/>
                <a:gd name="T24" fmla="*/ 86 w 696"/>
                <a:gd name="T25" fmla="*/ 308 h 728"/>
                <a:gd name="T26" fmla="*/ 174 w 696"/>
                <a:gd name="T27" fmla="*/ 204 h 728"/>
                <a:gd name="T28" fmla="*/ 283 w 696"/>
                <a:gd name="T29" fmla="*/ 126 h 728"/>
                <a:gd name="T30" fmla="*/ 414 w 696"/>
                <a:gd name="T31" fmla="*/ 77 h 728"/>
                <a:gd name="T32" fmla="*/ 442 w 696"/>
                <a:gd name="T33" fmla="*/ 71 h 728"/>
                <a:gd name="T34" fmla="*/ 434 w 696"/>
                <a:gd name="T35" fmla="*/ 29 h 728"/>
                <a:gd name="T36" fmla="*/ 454 w 696"/>
                <a:gd name="T37" fmla="*/ 1 h 728"/>
                <a:gd name="T38" fmla="*/ 468 w 696"/>
                <a:gd name="T39" fmla="*/ 3 h 728"/>
                <a:gd name="T40" fmla="*/ 475 w 696"/>
                <a:gd name="T41" fmla="*/ 7 h 728"/>
                <a:gd name="T42" fmla="*/ 477 w 696"/>
                <a:gd name="T43" fmla="*/ 8 h 728"/>
                <a:gd name="T44" fmla="*/ 682 w 696"/>
                <a:gd name="T45" fmla="*/ 126 h 728"/>
                <a:gd name="T46" fmla="*/ 694 w 696"/>
                <a:gd name="T47" fmla="*/ 143 h 728"/>
                <a:gd name="T48" fmla="*/ 686 w 696"/>
                <a:gd name="T49" fmla="*/ 166 h 728"/>
                <a:gd name="T50" fmla="*/ 537 w 696"/>
                <a:gd name="T51" fmla="*/ 346 h 728"/>
                <a:gd name="T52" fmla="*/ 536 w 696"/>
                <a:gd name="T53" fmla="*/ 347 h 728"/>
                <a:gd name="T54" fmla="*/ 518 w 696"/>
                <a:gd name="T55" fmla="*/ 360 h 728"/>
                <a:gd name="T56" fmla="*/ 512 w 696"/>
                <a:gd name="T57" fmla="*/ 360 h 728"/>
                <a:gd name="T58" fmla="*/ 489 w 696"/>
                <a:gd name="T59" fmla="*/ 338 h 728"/>
                <a:gd name="T60" fmla="*/ 482 w 696"/>
                <a:gd name="T61" fmla="*/ 298 h 728"/>
                <a:gd name="T62" fmla="*/ 477 w 696"/>
                <a:gd name="T63" fmla="*/ 299 h 728"/>
                <a:gd name="T64" fmla="*/ 359 w 696"/>
                <a:gd name="T65" fmla="*/ 350 h 728"/>
                <a:gd name="T66" fmla="*/ 274 w 696"/>
                <a:gd name="T67" fmla="*/ 442 h 728"/>
                <a:gd name="T68" fmla="*/ 233 w 696"/>
                <a:gd name="T69" fmla="*/ 564 h 728"/>
                <a:gd name="T70" fmla="*/ 244 w 696"/>
                <a:gd name="T71" fmla="*/ 681 h 728"/>
                <a:gd name="T72" fmla="*/ 252 w 696"/>
                <a:gd name="T73" fmla="*/ 711 h 728"/>
                <a:gd name="T74" fmla="*/ 86 w 696"/>
                <a:gd name="T75" fmla="*/ 682 h 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96" h="728">
                  <a:moveTo>
                    <a:pt x="86" y="682"/>
                  </a:moveTo>
                  <a:cubicBezTo>
                    <a:pt x="85" y="682"/>
                    <a:pt x="84" y="682"/>
                    <a:pt x="83" y="682"/>
                  </a:cubicBezTo>
                  <a:cubicBezTo>
                    <a:pt x="81" y="682"/>
                    <a:pt x="78" y="682"/>
                    <a:pt x="75" y="682"/>
                  </a:cubicBezTo>
                  <a:cubicBezTo>
                    <a:pt x="72" y="683"/>
                    <a:pt x="69" y="684"/>
                    <a:pt x="66" y="686"/>
                  </a:cubicBezTo>
                  <a:cubicBezTo>
                    <a:pt x="60" y="690"/>
                    <a:pt x="56" y="697"/>
                    <a:pt x="56" y="704"/>
                  </a:cubicBezTo>
                  <a:cubicBezTo>
                    <a:pt x="55" y="708"/>
                    <a:pt x="55" y="712"/>
                    <a:pt x="55" y="717"/>
                  </a:cubicBezTo>
                  <a:cubicBezTo>
                    <a:pt x="55" y="719"/>
                    <a:pt x="55" y="721"/>
                    <a:pt x="55" y="723"/>
                  </a:cubicBezTo>
                  <a:cubicBezTo>
                    <a:pt x="18" y="728"/>
                    <a:pt x="18" y="728"/>
                    <a:pt x="18" y="728"/>
                  </a:cubicBezTo>
                  <a:cubicBezTo>
                    <a:pt x="6" y="680"/>
                    <a:pt x="0" y="632"/>
                    <a:pt x="2" y="583"/>
                  </a:cubicBezTo>
                  <a:cubicBezTo>
                    <a:pt x="3" y="544"/>
                    <a:pt x="8" y="505"/>
                    <a:pt x="18" y="467"/>
                  </a:cubicBezTo>
                  <a:cubicBezTo>
                    <a:pt x="17" y="467"/>
                    <a:pt x="17" y="467"/>
                    <a:pt x="17" y="467"/>
                  </a:cubicBezTo>
                  <a:cubicBezTo>
                    <a:pt x="17" y="467"/>
                    <a:pt x="27" y="434"/>
                    <a:pt x="27" y="434"/>
                  </a:cubicBezTo>
                  <a:cubicBezTo>
                    <a:pt x="41" y="389"/>
                    <a:pt x="61" y="347"/>
                    <a:pt x="86" y="308"/>
                  </a:cubicBezTo>
                  <a:cubicBezTo>
                    <a:pt x="111" y="270"/>
                    <a:pt x="140" y="235"/>
                    <a:pt x="174" y="204"/>
                  </a:cubicBezTo>
                  <a:cubicBezTo>
                    <a:pt x="207" y="174"/>
                    <a:pt x="244" y="147"/>
                    <a:pt x="283" y="126"/>
                  </a:cubicBezTo>
                  <a:cubicBezTo>
                    <a:pt x="324" y="104"/>
                    <a:pt x="368" y="88"/>
                    <a:pt x="414" y="77"/>
                  </a:cubicBezTo>
                  <a:cubicBezTo>
                    <a:pt x="423" y="75"/>
                    <a:pt x="432" y="73"/>
                    <a:pt x="442" y="71"/>
                  </a:cubicBezTo>
                  <a:cubicBezTo>
                    <a:pt x="434" y="29"/>
                    <a:pt x="434" y="29"/>
                    <a:pt x="434" y="29"/>
                  </a:cubicBezTo>
                  <a:cubicBezTo>
                    <a:pt x="432" y="16"/>
                    <a:pt x="440" y="4"/>
                    <a:pt x="454" y="1"/>
                  </a:cubicBezTo>
                  <a:cubicBezTo>
                    <a:pt x="459" y="0"/>
                    <a:pt x="464" y="1"/>
                    <a:pt x="468" y="3"/>
                  </a:cubicBezTo>
                  <a:cubicBezTo>
                    <a:pt x="471" y="4"/>
                    <a:pt x="473" y="6"/>
                    <a:pt x="475" y="7"/>
                  </a:cubicBezTo>
                  <a:cubicBezTo>
                    <a:pt x="476" y="7"/>
                    <a:pt x="476" y="8"/>
                    <a:pt x="477" y="8"/>
                  </a:cubicBezTo>
                  <a:cubicBezTo>
                    <a:pt x="682" y="126"/>
                    <a:pt x="682" y="126"/>
                    <a:pt x="682" y="126"/>
                  </a:cubicBezTo>
                  <a:cubicBezTo>
                    <a:pt x="688" y="130"/>
                    <a:pt x="693" y="136"/>
                    <a:pt x="694" y="143"/>
                  </a:cubicBezTo>
                  <a:cubicBezTo>
                    <a:pt x="696" y="154"/>
                    <a:pt x="689" y="163"/>
                    <a:pt x="686" y="166"/>
                  </a:cubicBezTo>
                  <a:cubicBezTo>
                    <a:pt x="537" y="346"/>
                    <a:pt x="537" y="346"/>
                    <a:pt x="537" y="346"/>
                  </a:cubicBezTo>
                  <a:cubicBezTo>
                    <a:pt x="537" y="346"/>
                    <a:pt x="537" y="346"/>
                    <a:pt x="536" y="347"/>
                  </a:cubicBezTo>
                  <a:cubicBezTo>
                    <a:pt x="534" y="351"/>
                    <a:pt x="528" y="358"/>
                    <a:pt x="518" y="360"/>
                  </a:cubicBezTo>
                  <a:cubicBezTo>
                    <a:pt x="516" y="360"/>
                    <a:pt x="514" y="360"/>
                    <a:pt x="512" y="360"/>
                  </a:cubicBezTo>
                  <a:cubicBezTo>
                    <a:pt x="507" y="360"/>
                    <a:pt x="493" y="357"/>
                    <a:pt x="489" y="338"/>
                  </a:cubicBezTo>
                  <a:cubicBezTo>
                    <a:pt x="482" y="298"/>
                    <a:pt x="482" y="298"/>
                    <a:pt x="482" y="298"/>
                  </a:cubicBezTo>
                  <a:cubicBezTo>
                    <a:pt x="480" y="298"/>
                    <a:pt x="478" y="298"/>
                    <a:pt x="477" y="299"/>
                  </a:cubicBezTo>
                  <a:cubicBezTo>
                    <a:pt x="435" y="307"/>
                    <a:pt x="394" y="325"/>
                    <a:pt x="359" y="350"/>
                  </a:cubicBezTo>
                  <a:cubicBezTo>
                    <a:pt x="325" y="374"/>
                    <a:pt x="296" y="405"/>
                    <a:pt x="274" y="442"/>
                  </a:cubicBezTo>
                  <a:cubicBezTo>
                    <a:pt x="252" y="479"/>
                    <a:pt x="238" y="521"/>
                    <a:pt x="233" y="564"/>
                  </a:cubicBezTo>
                  <a:cubicBezTo>
                    <a:pt x="229" y="603"/>
                    <a:pt x="233" y="643"/>
                    <a:pt x="244" y="681"/>
                  </a:cubicBezTo>
                  <a:cubicBezTo>
                    <a:pt x="252" y="711"/>
                    <a:pt x="252" y="711"/>
                    <a:pt x="252" y="711"/>
                  </a:cubicBezTo>
                  <a:lnTo>
                    <a:pt x="86" y="682"/>
                  </a:lnTo>
                  <a:close/>
                </a:path>
              </a:pathLst>
            </a:custGeom>
            <a:gradFill>
              <a:gsLst>
                <a:gs pos="0">
                  <a:srgbClr val="9F73B0"/>
                </a:gs>
                <a:gs pos="100000">
                  <a:srgbClr val="253C9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4" name="Freeform 6"/>
            <p:cNvSpPr>
              <a:spLocks/>
            </p:cNvSpPr>
            <p:nvPr/>
          </p:nvSpPr>
          <p:spPr bwMode="auto">
            <a:xfrm>
              <a:off x="1412875" y="3841751"/>
              <a:ext cx="3206750" cy="1698625"/>
            </a:xfrm>
            <a:custGeom>
              <a:avLst/>
              <a:gdLst>
                <a:gd name="T0" fmla="*/ 576 w 853"/>
                <a:gd name="T1" fmla="*/ 441 h 452"/>
                <a:gd name="T2" fmla="*/ 569 w 853"/>
                <a:gd name="T3" fmla="*/ 442 h 452"/>
                <a:gd name="T4" fmla="*/ 419 w 853"/>
                <a:gd name="T5" fmla="*/ 446 h 452"/>
                <a:gd name="T6" fmla="*/ 277 w 853"/>
                <a:gd name="T7" fmla="*/ 409 h 452"/>
                <a:gd name="T8" fmla="*/ 157 w 853"/>
                <a:gd name="T9" fmla="*/ 340 h 452"/>
                <a:gd name="T10" fmla="*/ 73 w 853"/>
                <a:gd name="T11" fmla="*/ 260 h 452"/>
                <a:gd name="T12" fmla="*/ 41 w 853"/>
                <a:gd name="T13" fmla="*/ 287 h 452"/>
                <a:gd name="T14" fmla="*/ 29 w 853"/>
                <a:gd name="T15" fmla="*/ 293 h 452"/>
                <a:gd name="T16" fmla="*/ 17 w 853"/>
                <a:gd name="T17" fmla="*/ 292 h 452"/>
                <a:gd name="T18" fmla="*/ 0 w 853"/>
                <a:gd name="T19" fmla="*/ 264 h 452"/>
                <a:gd name="T20" fmla="*/ 0 w 853"/>
                <a:gd name="T21" fmla="*/ 263 h 452"/>
                <a:gd name="T22" fmla="*/ 0 w 853"/>
                <a:gd name="T23" fmla="*/ 31 h 452"/>
                <a:gd name="T24" fmla="*/ 0 w 853"/>
                <a:gd name="T25" fmla="*/ 30 h 452"/>
                <a:gd name="T26" fmla="*/ 20 w 853"/>
                <a:gd name="T27" fmla="*/ 0 h 452"/>
                <a:gd name="T28" fmla="*/ 29 w 853"/>
                <a:gd name="T29" fmla="*/ 0 h 452"/>
                <a:gd name="T30" fmla="*/ 206 w 853"/>
                <a:gd name="T31" fmla="*/ 30 h 452"/>
                <a:gd name="T32" fmla="*/ 261 w 853"/>
                <a:gd name="T33" fmla="*/ 39 h 452"/>
                <a:gd name="T34" fmla="*/ 263 w 853"/>
                <a:gd name="T35" fmla="*/ 40 h 452"/>
                <a:gd name="T36" fmla="*/ 274 w 853"/>
                <a:gd name="T37" fmla="*/ 42 h 452"/>
                <a:gd name="T38" fmla="*/ 290 w 853"/>
                <a:gd name="T39" fmla="*/ 60 h 452"/>
                <a:gd name="T40" fmla="*/ 282 w 853"/>
                <a:gd name="T41" fmla="*/ 83 h 452"/>
                <a:gd name="T42" fmla="*/ 249 w 853"/>
                <a:gd name="T43" fmla="*/ 111 h 452"/>
                <a:gd name="T44" fmla="*/ 264 w 853"/>
                <a:gd name="T45" fmla="*/ 129 h 452"/>
                <a:gd name="T46" fmla="*/ 372 w 853"/>
                <a:gd name="T47" fmla="*/ 199 h 452"/>
                <a:gd name="T48" fmla="*/ 500 w 853"/>
                <a:gd name="T49" fmla="*/ 219 h 452"/>
                <a:gd name="T50" fmla="*/ 535 w 853"/>
                <a:gd name="T51" fmla="*/ 215 h 452"/>
                <a:gd name="T52" fmla="*/ 626 w 853"/>
                <a:gd name="T53" fmla="*/ 183 h 452"/>
                <a:gd name="T54" fmla="*/ 700 w 853"/>
                <a:gd name="T55" fmla="*/ 126 h 452"/>
                <a:gd name="T56" fmla="*/ 721 w 853"/>
                <a:gd name="T57" fmla="*/ 104 h 452"/>
                <a:gd name="T58" fmla="*/ 780 w 853"/>
                <a:gd name="T59" fmla="*/ 263 h 452"/>
                <a:gd name="T60" fmla="*/ 781 w 853"/>
                <a:gd name="T61" fmla="*/ 265 h 452"/>
                <a:gd name="T62" fmla="*/ 791 w 853"/>
                <a:gd name="T63" fmla="*/ 277 h 452"/>
                <a:gd name="T64" fmla="*/ 808 w 853"/>
                <a:gd name="T65" fmla="*/ 280 h 452"/>
                <a:gd name="T66" fmla="*/ 815 w 853"/>
                <a:gd name="T67" fmla="*/ 277 h 452"/>
                <a:gd name="T68" fmla="*/ 825 w 853"/>
                <a:gd name="T69" fmla="*/ 271 h 452"/>
                <a:gd name="T70" fmla="*/ 830 w 853"/>
                <a:gd name="T71" fmla="*/ 268 h 452"/>
                <a:gd name="T72" fmla="*/ 853 w 853"/>
                <a:gd name="T73" fmla="*/ 299 h 452"/>
                <a:gd name="T74" fmla="*/ 827 w 853"/>
                <a:gd name="T75" fmla="*/ 323 h 452"/>
                <a:gd name="T76" fmla="*/ 827 w 853"/>
                <a:gd name="T77" fmla="*/ 323 h 452"/>
                <a:gd name="T78" fmla="*/ 826 w 853"/>
                <a:gd name="T79" fmla="*/ 324 h 452"/>
                <a:gd name="T80" fmla="*/ 803 w 853"/>
                <a:gd name="T81" fmla="*/ 343 h 452"/>
                <a:gd name="T82" fmla="*/ 792 w 853"/>
                <a:gd name="T83" fmla="*/ 350 h 452"/>
                <a:gd name="T84" fmla="*/ 706 w 853"/>
                <a:gd name="T85" fmla="*/ 400 h 452"/>
                <a:gd name="T86" fmla="*/ 576 w 853"/>
                <a:gd name="T87" fmla="*/ 441 h 452"/>
                <a:gd name="T88" fmla="*/ 576 w 853"/>
                <a:gd name="T89" fmla="*/ 441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53" h="452">
                  <a:moveTo>
                    <a:pt x="576" y="441"/>
                  </a:moveTo>
                  <a:cubicBezTo>
                    <a:pt x="574" y="442"/>
                    <a:pt x="571" y="442"/>
                    <a:pt x="569" y="442"/>
                  </a:cubicBezTo>
                  <a:cubicBezTo>
                    <a:pt x="520" y="451"/>
                    <a:pt x="469" y="452"/>
                    <a:pt x="419" y="446"/>
                  </a:cubicBezTo>
                  <a:cubicBezTo>
                    <a:pt x="371" y="441"/>
                    <a:pt x="323" y="428"/>
                    <a:pt x="277" y="409"/>
                  </a:cubicBezTo>
                  <a:cubicBezTo>
                    <a:pt x="234" y="392"/>
                    <a:pt x="194" y="368"/>
                    <a:pt x="157" y="340"/>
                  </a:cubicBezTo>
                  <a:cubicBezTo>
                    <a:pt x="127" y="317"/>
                    <a:pt x="99" y="291"/>
                    <a:pt x="73" y="260"/>
                  </a:cubicBezTo>
                  <a:cubicBezTo>
                    <a:pt x="41" y="287"/>
                    <a:pt x="41" y="287"/>
                    <a:pt x="41" y="287"/>
                  </a:cubicBezTo>
                  <a:cubicBezTo>
                    <a:pt x="37" y="290"/>
                    <a:pt x="33" y="292"/>
                    <a:pt x="29" y="293"/>
                  </a:cubicBezTo>
                  <a:cubicBezTo>
                    <a:pt x="25" y="293"/>
                    <a:pt x="21" y="293"/>
                    <a:pt x="17" y="292"/>
                  </a:cubicBezTo>
                  <a:cubicBezTo>
                    <a:pt x="10" y="290"/>
                    <a:pt x="0" y="283"/>
                    <a:pt x="0" y="264"/>
                  </a:cubicBezTo>
                  <a:cubicBezTo>
                    <a:pt x="0" y="264"/>
                    <a:pt x="0" y="264"/>
                    <a:pt x="0" y="263"/>
                  </a:cubicBezTo>
                  <a:cubicBezTo>
                    <a:pt x="0" y="31"/>
                    <a:pt x="0" y="31"/>
                    <a:pt x="0" y="31"/>
                  </a:cubicBezTo>
                  <a:cubicBezTo>
                    <a:pt x="0" y="31"/>
                    <a:pt x="0" y="30"/>
                    <a:pt x="0" y="30"/>
                  </a:cubicBezTo>
                  <a:cubicBezTo>
                    <a:pt x="0" y="6"/>
                    <a:pt x="14" y="1"/>
                    <a:pt x="20" y="0"/>
                  </a:cubicBezTo>
                  <a:cubicBezTo>
                    <a:pt x="23" y="0"/>
                    <a:pt x="26" y="0"/>
                    <a:pt x="29" y="0"/>
                  </a:cubicBezTo>
                  <a:cubicBezTo>
                    <a:pt x="206" y="30"/>
                    <a:pt x="206" y="30"/>
                    <a:pt x="206" y="30"/>
                  </a:cubicBezTo>
                  <a:cubicBezTo>
                    <a:pt x="261" y="39"/>
                    <a:pt x="261" y="39"/>
                    <a:pt x="261" y="39"/>
                  </a:cubicBezTo>
                  <a:cubicBezTo>
                    <a:pt x="262" y="40"/>
                    <a:pt x="262" y="40"/>
                    <a:pt x="263" y="40"/>
                  </a:cubicBezTo>
                  <a:cubicBezTo>
                    <a:pt x="266" y="40"/>
                    <a:pt x="270" y="41"/>
                    <a:pt x="274" y="42"/>
                  </a:cubicBezTo>
                  <a:cubicBezTo>
                    <a:pt x="282" y="45"/>
                    <a:pt x="288" y="52"/>
                    <a:pt x="290" y="60"/>
                  </a:cubicBezTo>
                  <a:cubicBezTo>
                    <a:pt x="292" y="69"/>
                    <a:pt x="288" y="78"/>
                    <a:pt x="282" y="83"/>
                  </a:cubicBezTo>
                  <a:cubicBezTo>
                    <a:pt x="249" y="111"/>
                    <a:pt x="249" y="111"/>
                    <a:pt x="249" y="111"/>
                  </a:cubicBezTo>
                  <a:cubicBezTo>
                    <a:pt x="254" y="118"/>
                    <a:pt x="259" y="124"/>
                    <a:pt x="264" y="129"/>
                  </a:cubicBezTo>
                  <a:cubicBezTo>
                    <a:pt x="295" y="160"/>
                    <a:pt x="333" y="185"/>
                    <a:pt x="372" y="199"/>
                  </a:cubicBezTo>
                  <a:cubicBezTo>
                    <a:pt x="414" y="215"/>
                    <a:pt x="457" y="221"/>
                    <a:pt x="500" y="219"/>
                  </a:cubicBezTo>
                  <a:cubicBezTo>
                    <a:pt x="512" y="218"/>
                    <a:pt x="523" y="217"/>
                    <a:pt x="535" y="215"/>
                  </a:cubicBezTo>
                  <a:cubicBezTo>
                    <a:pt x="567" y="209"/>
                    <a:pt x="598" y="198"/>
                    <a:pt x="626" y="183"/>
                  </a:cubicBezTo>
                  <a:cubicBezTo>
                    <a:pt x="653" y="168"/>
                    <a:pt x="678" y="149"/>
                    <a:pt x="700" y="126"/>
                  </a:cubicBezTo>
                  <a:cubicBezTo>
                    <a:pt x="721" y="104"/>
                    <a:pt x="721" y="104"/>
                    <a:pt x="721" y="104"/>
                  </a:cubicBezTo>
                  <a:cubicBezTo>
                    <a:pt x="780" y="263"/>
                    <a:pt x="780" y="263"/>
                    <a:pt x="780" y="263"/>
                  </a:cubicBezTo>
                  <a:cubicBezTo>
                    <a:pt x="780" y="264"/>
                    <a:pt x="781" y="264"/>
                    <a:pt x="781" y="265"/>
                  </a:cubicBezTo>
                  <a:cubicBezTo>
                    <a:pt x="783" y="270"/>
                    <a:pt x="787" y="274"/>
                    <a:pt x="791" y="277"/>
                  </a:cubicBezTo>
                  <a:cubicBezTo>
                    <a:pt x="796" y="280"/>
                    <a:pt x="802" y="281"/>
                    <a:pt x="808" y="280"/>
                  </a:cubicBezTo>
                  <a:cubicBezTo>
                    <a:pt x="810" y="279"/>
                    <a:pt x="813" y="279"/>
                    <a:pt x="815" y="277"/>
                  </a:cubicBezTo>
                  <a:cubicBezTo>
                    <a:pt x="818" y="275"/>
                    <a:pt x="822" y="274"/>
                    <a:pt x="825" y="271"/>
                  </a:cubicBezTo>
                  <a:cubicBezTo>
                    <a:pt x="827" y="270"/>
                    <a:pt x="829" y="269"/>
                    <a:pt x="830" y="268"/>
                  </a:cubicBezTo>
                  <a:cubicBezTo>
                    <a:pt x="853" y="299"/>
                    <a:pt x="853" y="299"/>
                    <a:pt x="853" y="299"/>
                  </a:cubicBezTo>
                  <a:cubicBezTo>
                    <a:pt x="845" y="307"/>
                    <a:pt x="836" y="315"/>
                    <a:pt x="827" y="323"/>
                  </a:cubicBezTo>
                  <a:cubicBezTo>
                    <a:pt x="827" y="323"/>
                    <a:pt x="827" y="323"/>
                    <a:pt x="827" y="323"/>
                  </a:cubicBezTo>
                  <a:cubicBezTo>
                    <a:pt x="826" y="323"/>
                    <a:pt x="826" y="323"/>
                    <a:pt x="826" y="324"/>
                  </a:cubicBezTo>
                  <a:cubicBezTo>
                    <a:pt x="803" y="343"/>
                    <a:pt x="803" y="343"/>
                    <a:pt x="803" y="343"/>
                  </a:cubicBezTo>
                  <a:cubicBezTo>
                    <a:pt x="798" y="347"/>
                    <a:pt x="796" y="349"/>
                    <a:pt x="792" y="350"/>
                  </a:cubicBezTo>
                  <a:cubicBezTo>
                    <a:pt x="765" y="369"/>
                    <a:pt x="736" y="386"/>
                    <a:pt x="706" y="400"/>
                  </a:cubicBezTo>
                  <a:cubicBezTo>
                    <a:pt x="665" y="419"/>
                    <a:pt x="621" y="433"/>
                    <a:pt x="576" y="441"/>
                  </a:cubicBezTo>
                  <a:cubicBezTo>
                    <a:pt x="576" y="441"/>
                    <a:pt x="576" y="441"/>
                    <a:pt x="576" y="441"/>
                  </a:cubicBezTo>
                  <a:close/>
                </a:path>
              </a:pathLst>
            </a:custGeom>
            <a:gradFill>
              <a:gsLst>
                <a:gs pos="0">
                  <a:srgbClr val="F28F00"/>
                </a:gs>
                <a:gs pos="98000">
                  <a:srgbClr val="E60C12"/>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5" name="Freeform 7"/>
            <p:cNvSpPr>
              <a:spLocks/>
            </p:cNvSpPr>
            <p:nvPr/>
          </p:nvSpPr>
          <p:spPr bwMode="auto">
            <a:xfrm>
              <a:off x="3386138" y="1589088"/>
              <a:ext cx="1958975" cy="3313113"/>
            </a:xfrm>
            <a:custGeom>
              <a:avLst/>
              <a:gdLst>
                <a:gd name="T0" fmla="*/ 283 w 521"/>
                <a:gd name="T1" fmla="*/ 879 h 881"/>
                <a:gd name="T2" fmla="*/ 256 w 521"/>
                <a:gd name="T3" fmla="*/ 863 h 881"/>
                <a:gd name="T4" fmla="*/ 187 w 521"/>
                <a:gd name="T5" fmla="*/ 678 h 881"/>
                <a:gd name="T6" fmla="*/ 170 w 521"/>
                <a:gd name="T7" fmla="*/ 634 h 881"/>
                <a:gd name="T8" fmla="*/ 172 w 521"/>
                <a:gd name="T9" fmla="*/ 613 h 881"/>
                <a:gd name="T10" fmla="*/ 189 w 521"/>
                <a:gd name="T11" fmla="*/ 601 h 881"/>
                <a:gd name="T12" fmla="*/ 201 w 521"/>
                <a:gd name="T13" fmla="*/ 603 h 881"/>
                <a:gd name="T14" fmla="*/ 242 w 521"/>
                <a:gd name="T15" fmla="*/ 617 h 881"/>
                <a:gd name="T16" fmla="*/ 256 w 521"/>
                <a:gd name="T17" fmla="*/ 567 h 881"/>
                <a:gd name="T18" fmla="*/ 250 w 521"/>
                <a:gd name="T19" fmla="*/ 434 h 881"/>
                <a:gd name="T20" fmla="*/ 187 w 521"/>
                <a:gd name="T21" fmla="*/ 316 h 881"/>
                <a:gd name="T22" fmla="*/ 93 w 521"/>
                <a:gd name="T23" fmla="*/ 243 h 881"/>
                <a:gd name="T24" fmla="*/ 29 w 521"/>
                <a:gd name="T25" fmla="*/ 219 h 881"/>
                <a:gd name="T26" fmla="*/ 0 w 521"/>
                <a:gd name="T27" fmla="*/ 211 h 881"/>
                <a:gd name="T28" fmla="*/ 107 w 521"/>
                <a:gd name="T29" fmla="*/ 81 h 881"/>
                <a:gd name="T30" fmla="*/ 109 w 521"/>
                <a:gd name="T31" fmla="*/ 80 h 881"/>
                <a:gd name="T32" fmla="*/ 114 w 521"/>
                <a:gd name="T33" fmla="*/ 64 h 881"/>
                <a:gd name="T34" fmla="*/ 103 w 521"/>
                <a:gd name="T35" fmla="*/ 44 h 881"/>
                <a:gd name="T36" fmla="*/ 93 w 521"/>
                <a:gd name="T37" fmla="*/ 38 h 881"/>
                <a:gd name="T38" fmla="*/ 87 w 521"/>
                <a:gd name="T39" fmla="*/ 35 h 881"/>
                <a:gd name="T40" fmla="*/ 102 w 521"/>
                <a:gd name="T41" fmla="*/ 0 h 881"/>
                <a:gd name="T42" fmla="*/ 228 w 521"/>
                <a:gd name="T43" fmla="*/ 54 h 881"/>
                <a:gd name="T44" fmla="*/ 330 w 521"/>
                <a:gd name="T45" fmla="*/ 132 h 881"/>
                <a:gd name="T46" fmla="*/ 417 w 521"/>
                <a:gd name="T47" fmla="*/ 242 h 881"/>
                <a:gd name="T48" fmla="*/ 471 w 521"/>
                <a:gd name="T49" fmla="*/ 370 h 881"/>
                <a:gd name="T50" fmla="*/ 484 w 521"/>
                <a:gd name="T51" fmla="*/ 428 h 881"/>
                <a:gd name="T52" fmla="*/ 484 w 521"/>
                <a:gd name="T53" fmla="*/ 429 h 881"/>
                <a:gd name="T54" fmla="*/ 490 w 521"/>
                <a:gd name="T55" fmla="*/ 498 h 881"/>
                <a:gd name="T56" fmla="*/ 488 w 521"/>
                <a:gd name="T57" fmla="*/ 569 h 881"/>
                <a:gd name="T58" fmla="*/ 459 w 521"/>
                <a:gd name="T59" fmla="*/ 695 h 881"/>
                <a:gd name="T60" fmla="*/ 497 w 521"/>
                <a:gd name="T61" fmla="*/ 709 h 881"/>
                <a:gd name="T62" fmla="*/ 513 w 521"/>
                <a:gd name="T63" fmla="*/ 722 h 881"/>
                <a:gd name="T64" fmla="*/ 499 w 521"/>
                <a:gd name="T65" fmla="*/ 755 h 881"/>
                <a:gd name="T66" fmla="*/ 499 w 521"/>
                <a:gd name="T67" fmla="*/ 756 h 881"/>
                <a:gd name="T68" fmla="*/ 392 w 521"/>
                <a:gd name="T69" fmla="*/ 817 h 881"/>
                <a:gd name="T70" fmla="*/ 291 w 521"/>
                <a:gd name="T71" fmla="*/ 875 h 881"/>
                <a:gd name="T72" fmla="*/ 283 w 521"/>
                <a:gd name="T73" fmla="*/ 879 h 8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1" h="881">
                  <a:moveTo>
                    <a:pt x="283" y="879"/>
                  </a:moveTo>
                  <a:cubicBezTo>
                    <a:pt x="271" y="881"/>
                    <a:pt x="260" y="874"/>
                    <a:pt x="256" y="863"/>
                  </a:cubicBezTo>
                  <a:cubicBezTo>
                    <a:pt x="187" y="678"/>
                    <a:pt x="187" y="678"/>
                    <a:pt x="187" y="678"/>
                  </a:cubicBezTo>
                  <a:cubicBezTo>
                    <a:pt x="170" y="634"/>
                    <a:pt x="170" y="634"/>
                    <a:pt x="170" y="634"/>
                  </a:cubicBezTo>
                  <a:cubicBezTo>
                    <a:pt x="168" y="627"/>
                    <a:pt x="169" y="620"/>
                    <a:pt x="172" y="613"/>
                  </a:cubicBezTo>
                  <a:cubicBezTo>
                    <a:pt x="176" y="607"/>
                    <a:pt x="182" y="603"/>
                    <a:pt x="189" y="601"/>
                  </a:cubicBezTo>
                  <a:cubicBezTo>
                    <a:pt x="193" y="601"/>
                    <a:pt x="197" y="601"/>
                    <a:pt x="201" y="603"/>
                  </a:cubicBezTo>
                  <a:cubicBezTo>
                    <a:pt x="242" y="617"/>
                    <a:pt x="242" y="617"/>
                    <a:pt x="242" y="617"/>
                  </a:cubicBezTo>
                  <a:cubicBezTo>
                    <a:pt x="249" y="599"/>
                    <a:pt x="253" y="582"/>
                    <a:pt x="256" y="567"/>
                  </a:cubicBezTo>
                  <a:cubicBezTo>
                    <a:pt x="263" y="522"/>
                    <a:pt x="261" y="476"/>
                    <a:pt x="250" y="434"/>
                  </a:cubicBezTo>
                  <a:cubicBezTo>
                    <a:pt x="238" y="391"/>
                    <a:pt x="216" y="350"/>
                    <a:pt x="187" y="316"/>
                  </a:cubicBezTo>
                  <a:cubicBezTo>
                    <a:pt x="162" y="286"/>
                    <a:pt x="129" y="261"/>
                    <a:pt x="93" y="243"/>
                  </a:cubicBezTo>
                  <a:cubicBezTo>
                    <a:pt x="73" y="232"/>
                    <a:pt x="52" y="224"/>
                    <a:pt x="29" y="219"/>
                  </a:cubicBezTo>
                  <a:cubicBezTo>
                    <a:pt x="0" y="211"/>
                    <a:pt x="0" y="211"/>
                    <a:pt x="0" y="211"/>
                  </a:cubicBezTo>
                  <a:cubicBezTo>
                    <a:pt x="107" y="81"/>
                    <a:pt x="107" y="81"/>
                    <a:pt x="107" y="81"/>
                  </a:cubicBezTo>
                  <a:cubicBezTo>
                    <a:pt x="108" y="81"/>
                    <a:pt x="109" y="80"/>
                    <a:pt x="109" y="80"/>
                  </a:cubicBezTo>
                  <a:cubicBezTo>
                    <a:pt x="113" y="75"/>
                    <a:pt x="114" y="70"/>
                    <a:pt x="114" y="64"/>
                  </a:cubicBezTo>
                  <a:cubicBezTo>
                    <a:pt x="114" y="56"/>
                    <a:pt x="110" y="49"/>
                    <a:pt x="103" y="44"/>
                  </a:cubicBezTo>
                  <a:cubicBezTo>
                    <a:pt x="100" y="42"/>
                    <a:pt x="97" y="40"/>
                    <a:pt x="93" y="38"/>
                  </a:cubicBezTo>
                  <a:cubicBezTo>
                    <a:pt x="91" y="37"/>
                    <a:pt x="89" y="36"/>
                    <a:pt x="87" y="35"/>
                  </a:cubicBezTo>
                  <a:cubicBezTo>
                    <a:pt x="102" y="0"/>
                    <a:pt x="102" y="0"/>
                    <a:pt x="102" y="0"/>
                  </a:cubicBezTo>
                  <a:cubicBezTo>
                    <a:pt x="146" y="12"/>
                    <a:pt x="189" y="31"/>
                    <a:pt x="228" y="54"/>
                  </a:cubicBezTo>
                  <a:cubicBezTo>
                    <a:pt x="265" y="76"/>
                    <a:pt x="300" y="102"/>
                    <a:pt x="330" y="132"/>
                  </a:cubicBezTo>
                  <a:cubicBezTo>
                    <a:pt x="364" y="165"/>
                    <a:pt x="393" y="203"/>
                    <a:pt x="417" y="242"/>
                  </a:cubicBezTo>
                  <a:cubicBezTo>
                    <a:pt x="440" y="282"/>
                    <a:pt x="458" y="325"/>
                    <a:pt x="471" y="370"/>
                  </a:cubicBezTo>
                  <a:cubicBezTo>
                    <a:pt x="476" y="388"/>
                    <a:pt x="480" y="407"/>
                    <a:pt x="484" y="428"/>
                  </a:cubicBezTo>
                  <a:cubicBezTo>
                    <a:pt x="484" y="429"/>
                    <a:pt x="484" y="429"/>
                    <a:pt x="484" y="429"/>
                  </a:cubicBezTo>
                  <a:cubicBezTo>
                    <a:pt x="487" y="449"/>
                    <a:pt x="490" y="473"/>
                    <a:pt x="490" y="498"/>
                  </a:cubicBezTo>
                  <a:cubicBezTo>
                    <a:pt x="491" y="522"/>
                    <a:pt x="490" y="545"/>
                    <a:pt x="488" y="569"/>
                  </a:cubicBezTo>
                  <a:cubicBezTo>
                    <a:pt x="484" y="611"/>
                    <a:pt x="474" y="653"/>
                    <a:pt x="459" y="695"/>
                  </a:cubicBezTo>
                  <a:cubicBezTo>
                    <a:pt x="497" y="709"/>
                    <a:pt x="497" y="709"/>
                    <a:pt x="497" y="709"/>
                  </a:cubicBezTo>
                  <a:cubicBezTo>
                    <a:pt x="500" y="710"/>
                    <a:pt x="508" y="713"/>
                    <a:pt x="513" y="722"/>
                  </a:cubicBezTo>
                  <a:cubicBezTo>
                    <a:pt x="514" y="727"/>
                    <a:pt x="521" y="744"/>
                    <a:pt x="499" y="755"/>
                  </a:cubicBezTo>
                  <a:cubicBezTo>
                    <a:pt x="499" y="756"/>
                    <a:pt x="499" y="756"/>
                    <a:pt x="499" y="756"/>
                  </a:cubicBezTo>
                  <a:cubicBezTo>
                    <a:pt x="392" y="817"/>
                    <a:pt x="392" y="817"/>
                    <a:pt x="392" y="817"/>
                  </a:cubicBezTo>
                  <a:cubicBezTo>
                    <a:pt x="291" y="875"/>
                    <a:pt x="291" y="875"/>
                    <a:pt x="291" y="875"/>
                  </a:cubicBezTo>
                  <a:cubicBezTo>
                    <a:pt x="289" y="877"/>
                    <a:pt x="286" y="878"/>
                    <a:pt x="283" y="879"/>
                  </a:cubicBezTo>
                  <a:close/>
                </a:path>
              </a:pathLst>
            </a:custGeom>
            <a:gradFill>
              <a:gsLst>
                <a:gs pos="0">
                  <a:srgbClr val="E0E200"/>
                </a:gs>
                <a:gs pos="84000">
                  <a:srgbClr val="94C11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6" name="Freeform 8"/>
            <p:cNvSpPr>
              <a:spLocks noEditPoints="1"/>
            </p:cNvSpPr>
            <p:nvPr/>
          </p:nvSpPr>
          <p:spPr bwMode="auto">
            <a:xfrm>
              <a:off x="1130300" y="1201738"/>
              <a:ext cx="4278313" cy="4403725"/>
            </a:xfrm>
            <a:custGeom>
              <a:avLst/>
              <a:gdLst>
                <a:gd name="T0" fmla="*/ 901 w 1138"/>
                <a:gd name="T1" fmla="*/ 184 h 1171"/>
                <a:gd name="T2" fmla="*/ 607 w 1138"/>
                <a:gd name="T3" fmla="*/ 66 h 1171"/>
                <a:gd name="T4" fmla="*/ 503 w 1138"/>
                <a:gd name="T5" fmla="*/ 9 h 1171"/>
                <a:gd name="T6" fmla="*/ 439 w 1138"/>
                <a:gd name="T7" fmla="*/ 76 h 1171"/>
                <a:gd name="T8" fmla="*/ 219 w 1138"/>
                <a:gd name="T9" fmla="*/ 178 h 1171"/>
                <a:gd name="T10" fmla="*/ 8 w 1138"/>
                <a:gd name="T11" fmla="*/ 538 h 1171"/>
                <a:gd name="T12" fmla="*/ 56 w 1138"/>
                <a:gd name="T13" fmla="*/ 856 h 1171"/>
                <a:gd name="T14" fmla="*/ 86 w 1138"/>
                <a:gd name="T15" fmla="*/ 1012 h 1171"/>
                <a:gd name="T16" fmla="*/ 150 w 1138"/>
                <a:gd name="T17" fmla="*/ 994 h 1171"/>
                <a:gd name="T18" fmla="*/ 397 w 1138"/>
                <a:gd name="T19" fmla="*/ 1148 h 1171"/>
                <a:gd name="T20" fmla="*/ 792 w 1138"/>
                <a:gd name="T21" fmla="*/ 1118 h 1171"/>
                <a:gd name="T22" fmla="*/ 1020 w 1138"/>
                <a:gd name="T23" fmla="*/ 927 h 1171"/>
                <a:gd name="T24" fmla="*/ 1105 w 1138"/>
                <a:gd name="T25" fmla="*/ 794 h 1171"/>
                <a:gd name="T26" fmla="*/ 1096 w 1138"/>
                <a:gd name="T27" fmla="*/ 740 h 1171"/>
                <a:gd name="T28" fmla="*/ 123 w 1138"/>
                <a:gd name="T29" fmla="*/ 339 h 1171"/>
                <a:gd name="T30" fmla="*/ 482 w 1138"/>
                <a:gd name="T31" fmla="*/ 107 h 1171"/>
                <a:gd name="T32" fmla="*/ 480 w 1138"/>
                <a:gd name="T33" fmla="*/ 40 h 1171"/>
                <a:gd name="T34" fmla="*/ 678 w 1138"/>
                <a:gd name="T35" fmla="*/ 155 h 1171"/>
                <a:gd name="T36" fmla="*/ 588 w 1138"/>
                <a:gd name="T37" fmla="*/ 299 h 1171"/>
                <a:gd name="T38" fmla="*/ 526 w 1138"/>
                <a:gd name="T39" fmla="*/ 340 h 1171"/>
                <a:gd name="T40" fmla="*/ 278 w 1138"/>
                <a:gd name="T41" fmla="*/ 452 h 1171"/>
                <a:gd name="T42" fmla="*/ 110 w 1138"/>
                <a:gd name="T43" fmla="*/ 684 h 1171"/>
                <a:gd name="T44" fmla="*/ 41 w 1138"/>
                <a:gd name="T45" fmla="*/ 604 h 1171"/>
                <a:gd name="T46" fmla="*/ 833 w 1138"/>
                <a:gd name="T47" fmla="*/ 548 h 1171"/>
                <a:gd name="T48" fmla="*/ 754 w 1138"/>
                <a:gd name="T49" fmla="*/ 710 h 1171"/>
                <a:gd name="T50" fmla="*/ 774 w 1138"/>
                <a:gd name="T51" fmla="*/ 800 h 1171"/>
                <a:gd name="T52" fmla="*/ 566 w 1138"/>
                <a:gd name="T53" fmla="*/ 902 h 1171"/>
                <a:gd name="T54" fmla="*/ 372 w 1138"/>
                <a:gd name="T55" fmla="*/ 797 h 1171"/>
                <a:gd name="T56" fmla="*/ 294 w 1138"/>
                <a:gd name="T57" fmla="*/ 715 h 1171"/>
                <a:gd name="T58" fmla="*/ 375 w 1138"/>
                <a:gd name="T59" fmla="*/ 397 h 1171"/>
                <a:gd name="T60" fmla="*/ 538 w 1138"/>
                <a:gd name="T61" fmla="*/ 399 h 1171"/>
                <a:gd name="T62" fmla="*/ 606 w 1138"/>
                <a:gd name="T63" fmla="*/ 337 h 1171"/>
                <a:gd name="T64" fmla="*/ 769 w 1138"/>
                <a:gd name="T65" fmla="*/ 427 h 1171"/>
                <a:gd name="T66" fmla="*/ 773 w 1138"/>
                <a:gd name="T67" fmla="*/ 1085 h 1171"/>
                <a:gd name="T68" fmla="*/ 158 w 1138"/>
                <a:gd name="T69" fmla="*/ 945 h 1171"/>
                <a:gd name="T70" fmla="*/ 104 w 1138"/>
                <a:gd name="T71" fmla="*/ 974 h 1171"/>
                <a:gd name="T72" fmla="*/ 95 w 1138"/>
                <a:gd name="T73" fmla="*/ 847 h 1171"/>
                <a:gd name="T74" fmla="*/ 178 w 1138"/>
                <a:gd name="T75" fmla="*/ 734 h 1171"/>
                <a:gd name="T76" fmla="*/ 344 w 1138"/>
                <a:gd name="T77" fmla="*/ 771 h 1171"/>
                <a:gd name="T78" fmla="*/ 301 w 1138"/>
                <a:gd name="T79" fmla="*/ 817 h 1171"/>
                <a:gd name="T80" fmla="*/ 710 w 1138"/>
                <a:gd name="T81" fmla="*/ 901 h 1171"/>
                <a:gd name="T82" fmla="*/ 838 w 1138"/>
                <a:gd name="T83" fmla="*/ 974 h 1171"/>
                <a:gd name="T84" fmla="*/ 889 w 1138"/>
                <a:gd name="T85" fmla="*/ 1011 h 1171"/>
                <a:gd name="T86" fmla="*/ 1034 w 1138"/>
                <a:gd name="T87" fmla="*/ 810 h 1171"/>
                <a:gd name="T88" fmla="*/ 1059 w 1138"/>
                <a:gd name="T89" fmla="*/ 859 h 1171"/>
                <a:gd name="T90" fmla="*/ 874 w 1138"/>
                <a:gd name="T91" fmla="*/ 960 h 1171"/>
                <a:gd name="T92" fmla="*/ 805 w 1138"/>
                <a:gd name="T93" fmla="*/ 775 h 1171"/>
                <a:gd name="T94" fmla="*/ 838 w 1138"/>
                <a:gd name="T95" fmla="*/ 739 h 1171"/>
                <a:gd name="T96" fmla="*/ 875 w 1138"/>
                <a:gd name="T97" fmla="*/ 673 h 1171"/>
                <a:gd name="T98" fmla="*/ 661 w 1138"/>
                <a:gd name="T99" fmla="*/ 271 h 1171"/>
                <a:gd name="T100" fmla="*/ 714 w 1138"/>
                <a:gd name="T101" fmla="*/ 131 h 1171"/>
                <a:gd name="T102" fmla="*/ 1052 w 1138"/>
                <a:gd name="T103" fmla="*/ 478 h 1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38" h="1171">
                  <a:moveTo>
                    <a:pt x="1099" y="509"/>
                  </a:moveTo>
                  <a:cubicBezTo>
                    <a:pt x="1094" y="486"/>
                    <a:pt x="1089" y="463"/>
                    <a:pt x="1081" y="440"/>
                  </a:cubicBezTo>
                  <a:cubicBezTo>
                    <a:pt x="1073" y="417"/>
                    <a:pt x="1064" y="395"/>
                    <a:pt x="1053" y="373"/>
                  </a:cubicBezTo>
                  <a:cubicBezTo>
                    <a:pt x="1033" y="332"/>
                    <a:pt x="1008" y="294"/>
                    <a:pt x="978" y="259"/>
                  </a:cubicBezTo>
                  <a:cubicBezTo>
                    <a:pt x="955" y="231"/>
                    <a:pt x="930" y="206"/>
                    <a:pt x="901" y="184"/>
                  </a:cubicBezTo>
                  <a:cubicBezTo>
                    <a:pt x="869" y="158"/>
                    <a:pt x="833" y="136"/>
                    <a:pt x="795" y="118"/>
                  </a:cubicBezTo>
                  <a:cubicBezTo>
                    <a:pt x="755" y="98"/>
                    <a:pt x="712" y="84"/>
                    <a:pt x="668" y="75"/>
                  </a:cubicBezTo>
                  <a:cubicBezTo>
                    <a:pt x="656" y="72"/>
                    <a:pt x="645" y="70"/>
                    <a:pt x="633" y="69"/>
                  </a:cubicBezTo>
                  <a:cubicBezTo>
                    <a:pt x="627" y="68"/>
                    <a:pt x="621" y="67"/>
                    <a:pt x="615" y="67"/>
                  </a:cubicBezTo>
                  <a:cubicBezTo>
                    <a:pt x="613" y="66"/>
                    <a:pt x="610" y="66"/>
                    <a:pt x="607" y="66"/>
                  </a:cubicBezTo>
                  <a:cubicBezTo>
                    <a:pt x="606" y="66"/>
                    <a:pt x="604" y="65"/>
                    <a:pt x="603" y="65"/>
                  </a:cubicBezTo>
                  <a:cubicBezTo>
                    <a:pt x="602" y="65"/>
                    <a:pt x="600" y="65"/>
                    <a:pt x="599" y="65"/>
                  </a:cubicBezTo>
                  <a:cubicBezTo>
                    <a:pt x="595" y="63"/>
                    <a:pt x="591" y="60"/>
                    <a:pt x="586" y="58"/>
                  </a:cubicBezTo>
                  <a:cubicBezTo>
                    <a:pt x="566" y="46"/>
                    <a:pt x="545" y="34"/>
                    <a:pt x="525" y="22"/>
                  </a:cubicBezTo>
                  <a:cubicBezTo>
                    <a:pt x="518" y="18"/>
                    <a:pt x="510" y="14"/>
                    <a:pt x="503" y="9"/>
                  </a:cubicBezTo>
                  <a:cubicBezTo>
                    <a:pt x="502" y="9"/>
                    <a:pt x="500" y="8"/>
                    <a:pt x="499" y="7"/>
                  </a:cubicBezTo>
                  <a:cubicBezTo>
                    <a:pt x="490" y="2"/>
                    <a:pt x="479" y="0"/>
                    <a:pt x="469" y="3"/>
                  </a:cubicBezTo>
                  <a:cubicBezTo>
                    <a:pt x="449" y="7"/>
                    <a:pt x="434" y="26"/>
                    <a:pt x="435" y="47"/>
                  </a:cubicBezTo>
                  <a:cubicBezTo>
                    <a:pt x="435" y="52"/>
                    <a:pt x="436" y="57"/>
                    <a:pt x="437" y="62"/>
                  </a:cubicBezTo>
                  <a:cubicBezTo>
                    <a:pt x="438" y="66"/>
                    <a:pt x="438" y="71"/>
                    <a:pt x="439" y="76"/>
                  </a:cubicBezTo>
                  <a:cubicBezTo>
                    <a:pt x="439" y="76"/>
                    <a:pt x="409" y="83"/>
                    <a:pt x="406" y="84"/>
                  </a:cubicBezTo>
                  <a:cubicBezTo>
                    <a:pt x="395" y="87"/>
                    <a:pt x="383" y="91"/>
                    <a:pt x="372" y="95"/>
                  </a:cubicBezTo>
                  <a:cubicBezTo>
                    <a:pt x="350" y="103"/>
                    <a:pt x="329" y="112"/>
                    <a:pt x="308" y="122"/>
                  </a:cubicBezTo>
                  <a:cubicBezTo>
                    <a:pt x="287" y="133"/>
                    <a:pt x="267" y="144"/>
                    <a:pt x="247" y="157"/>
                  </a:cubicBezTo>
                  <a:cubicBezTo>
                    <a:pt x="238" y="164"/>
                    <a:pt x="228" y="171"/>
                    <a:pt x="219" y="178"/>
                  </a:cubicBezTo>
                  <a:cubicBezTo>
                    <a:pt x="210" y="185"/>
                    <a:pt x="200" y="192"/>
                    <a:pt x="192" y="200"/>
                  </a:cubicBezTo>
                  <a:cubicBezTo>
                    <a:pt x="156" y="231"/>
                    <a:pt x="125" y="267"/>
                    <a:pt x="98" y="306"/>
                  </a:cubicBezTo>
                  <a:cubicBezTo>
                    <a:pt x="72" y="344"/>
                    <a:pt x="51" y="386"/>
                    <a:pt x="35" y="430"/>
                  </a:cubicBezTo>
                  <a:cubicBezTo>
                    <a:pt x="30" y="444"/>
                    <a:pt x="25" y="458"/>
                    <a:pt x="21" y="472"/>
                  </a:cubicBezTo>
                  <a:cubicBezTo>
                    <a:pt x="15" y="494"/>
                    <a:pt x="11" y="516"/>
                    <a:pt x="8" y="538"/>
                  </a:cubicBezTo>
                  <a:cubicBezTo>
                    <a:pt x="1" y="583"/>
                    <a:pt x="0" y="629"/>
                    <a:pt x="5" y="675"/>
                  </a:cubicBezTo>
                  <a:cubicBezTo>
                    <a:pt x="10" y="722"/>
                    <a:pt x="21" y="769"/>
                    <a:pt x="38" y="814"/>
                  </a:cubicBezTo>
                  <a:cubicBezTo>
                    <a:pt x="43" y="826"/>
                    <a:pt x="47" y="837"/>
                    <a:pt x="52" y="848"/>
                  </a:cubicBezTo>
                  <a:cubicBezTo>
                    <a:pt x="54" y="850"/>
                    <a:pt x="55" y="853"/>
                    <a:pt x="56" y="856"/>
                  </a:cubicBezTo>
                  <a:cubicBezTo>
                    <a:pt x="56" y="856"/>
                    <a:pt x="56" y="856"/>
                    <a:pt x="56" y="856"/>
                  </a:cubicBezTo>
                  <a:cubicBezTo>
                    <a:pt x="56" y="857"/>
                    <a:pt x="56" y="858"/>
                    <a:pt x="56" y="858"/>
                  </a:cubicBezTo>
                  <a:cubicBezTo>
                    <a:pt x="56" y="866"/>
                    <a:pt x="56" y="874"/>
                    <a:pt x="56" y="882"/>
                  </a:cubicBezTo>
                  <a:cubicBezTo>
                    <a:pt x="56" y="905"/>
                    <a:pt x="56" y="929"/>
                    <a:pt x="56" y="953"/>
                  </a:cubicBezTo>
                  <a:cubicBezTo>
                    <a:pt x="56" y="959"/>
                    <a:pt x="56" y="965"/>
                    <a:pt x="56" y="971"/>
                  </a:cubicBezTo>
                  <a:cubicBezTo>
                    <a:pt x="56" y="989"/>
                    <a:pt x="68" y="1006"/>
                    <a:pt x="86" y="1012"/>
                  </a:cubicBezTo>
                  <a:cubicBezTo>
                    <a:pt x="96" y="1015"/>
                    <a:pt x="106" y="1015"/>
                    <a:pt x="115" y="1011"/>
                  </a:cubicBezTo>
                  <a:cubicBezTo>
                    <a:pt x="122" y="1009"/>
                    <a:pt x="127" y="1005"/>
                    <a:pt x="132" y="1001"/>
                  </a:cubicBezTo>
                  <a:cubicBezTo>
                    <a:pt x="136" y="997"/>
                    <a:pt x="140" y="993"/>
                    <a:pt x="145" y="990"/>
                  </a:cubicBezTo>
                  <a:cubicBezTo>
                    <a:pt x="145" y="990"/>
                    <a:pt x="145" y="989"/>
                    <a:pt x="145" y="989"/>
                  </a:cubicBezTo>
                  <a:cubicBezTo>
                    <a:pt x="146" y="989"/>
                    <a:pt x="150" y="994"/>
                    <a:pt x="150" y="994"/>
                  </a:cubicBezTo>
                  <a:cubicBezTo>
                    <a:pt x="155" y="999"/>
                    <a:pt x="159" y="1003"/>
                    <a:pt x="163" y="1007"/>
                  </a:cubicBezTo>
                  <a:cubicBezTo>
                    <a:pt x="195" y="1039"/>
                    <a:pt x="231" y="1068"/>
                    <a:pt x="270" y="1091"/>
                  </a:cubicBezTo>
                  <a:cubicBezTo>
                    <a:pt x="280" y="1097"/>
                    <a:pt x="290" y="1103"/>
                    <a:pt x="300" y="1108"/>
                  </a:cubicBezTo>
                  <a:cubicBezTo>
                    <a:pt x="311" y="1114"/>
                    <a:pt x="322" y="1119"/>
                    <a:pt x="333" y="1124"/>
                  </a:cubicBezTo>
                  <a:cubicBezTo>
                    <a:pt x="354" y="1133"/>
                    <a:pt x="375" y="1141"/>
                    <a:pt x="397" y="1148"/>
                  </a:cubicBezTo>
                  <a:cubicBezTo>
                    <a:pt x="443" y="1161"/>
                    <a:pt x="490" y="1169"/>
                    <a:pt x="538" y="1171"/>
                  </a:cubicBezTo>
                  <a:cubicBezTo>
                    <a:pt x="561" y="1171"/>
                    <a:pt x="584" y="1171"/>
                    <a:pt x="607" y="1169"/>
                  </a:cubicBezTo>
                  <a:cubicBezTo>
                    <a:pt x="626" y="1167"/>
                    <a:pt x="645" y="1164"/>
                    <a:pt x="664" y="1160"/>
                  </a:cubicBezTo>
                  <a:cubicBezTo>
                    <a:pt x="686" y="1156"/>
                    <a:pt x="708" y="1150"/>
                    <a:pt x="729" y="1143"/>
                  </a:cubicBezTo>
                  <a:cubicBezTo>
                    <a:pt x="751" y="1136"/>
                    <a:pt x="772" y="1128"/>
                    <a:pt x="792" y="1118"/>
                  </a:cubicBezTo>
                  <a:cubicBezTo>
                    <a:pt x="834" y="1098"/>
                    <a:pt x="873" y="1074"/>
                    <a:pt x="908" y="1045"/>
                  </a:cubicBezTo>
                  <a:cubicBezTo>
                    <a:pt x="943" y="1016"/>
                    <a:pt x="975" y="983"/>
                    <a:pt x="1002" y="946"/>
                  </a:cubicBezTo>
                  <a:cubicBezTo>
                    <a:pt x="1005" y="942"/>
                    <a:pt x="1008" y="937"/>
                    <a:pt x="1011" y="933"/>
                  </a:cubicBezTo>
                  <a:cubicBezTo>
                    <a:pt x="1012" y="932"/>
                    <a:pt x="1013" y="931"/>
                    <a:pt x="1014" y="930"/>
                  </a:cubicBezTo>
                  <a:cubicBezTo>
                    <a:pt x="1016" y="929"/>
                    <a:pt x="1018" y="928"/>
                    <a:pt x="1020" y="927"/>
                  </a:cubicBezTo>
                  <a:cubicBezTo>
                    <a:pt x="1028" y="922"/>
                    <a:pt x="1037" y="917"/>
                    <a:pt x="1045" y="912"/>
                  </a:cubicBezTo>
                  <a:cubicBezTo>
                    <a:pt x="1065" y="900"/>
                    <a:pt x="1085" y="889"/>
                    <a:pt x="1104" y="878"/>
                  </a:cubicBezTo>
                  <a:cubicBezTo>
                    <a:pt x="1111" y="874"/>
                    <a:pt x="1117" y="871"/>
                    <a:pt x="1122" y="865"/>
                  </a:cubicBezTo>
                  <a:cubicBezTo>
                    <a:pt x="1137" y="849"/>
                    <a:pt x="1138" y="824"/>
                    <a:pt x="1124" y="808"/>
                  </a:cubicBezTo>
                  <a:cubicBezTo>
                    <a:pt x="1119" y="802"/>
                    <a:pt x="1112" y="797"/>
                    <a:pt x="1105" y="794"/>
                  </a:cubicBezTo>
                  <a:cubicBezTo>
                    <a:pt x="1100" y="793"/>
                    <a:pt x="1095" y="791"/>
                    <a:pt x="1089" y="789"/>
                  </a:cubicBezTo>
                  <a:cubicBezTo>
                    <a:pt x="1088" y="788"/>
                    <a:pt x="1086" y="788"/>
                    <a:pt x="1084" y="787"/>
                  </a:cubicBezTo>
                  <a:cubicBezTo>
                    <a:pt x="1083" y="787"/>
                    <a:pt x="1084" y="785"/>
                    <a:pt x="1084" y="785"/>
                  </a:cubicBezTo>
                  <a:cubicBezTo>
                    <a:pt x="1085" y="782"/>
                    <a:pt x="1086" y="778"/>
                    <a:pt x="1087" y="775"/>
                  </a:cubicBezTo>
                  <a:cubicBezTo>
                    <a:pt x="1090" y="764"/>
                    <a:pt x="1093" y="752"/>
                    <a:pt x="1096" y="740"/>
                  </a:cubicBezTo>
                  <a:cubicBezTo>
                    <a:pt x="1107" y="693"/>
                    <a:pt x="1111" y="645"/>
                    <a:pt x="1110" y="597"/>
                  </a:cubicBezTo>
                  <a:cubicBezTo>
                    <a:pt x="1108" y="567"/>
                    <a:pt x="1105" y="538"/>
                    <a:pt x="1099" y="509"/>
                  </a:cubicBezTo>
                  <a:cubicBezTo>
                    <a:pt x="1099" y="509"/>
                    <a:pt x="1100" y="512"/>
                    <a:pt x="1099" y="509"/>
                  </a:cubicBezTo>
                  <a:close/>
                  <a:moveTo>
                    <a:pt x="65" y="461"/>
                  </a:moveTo>
                  <a:cubicBezTo>
                    <a:pt x="79" y="418"/>
                    <a:pt x="98" y="377"/>
                    <a:pt x="123" y="339"/>
                  </a:cubicBezTo>
                  <a:cubicBezTo>
                    <a:pt x="146" y="302"/>
                    <a:pt x="175" y="268"/>
                    <a:pt x="207" y="238"/>
                  </a:cubicBezTo>
                  <a:cubicBezTo>
                    <a:pt x="239" y="209"/>
                    <a:pt x="274" y="184"/>
                    <a:pt x="312" y="163"/>
                  </a:cubicBezTo>
                  <a:cubicBezTo>
                    <a:pt x="352" y="142"/>
                    <a:pt x="394" y="126"/>
                    <a:pt x="438" y="115"/>
                  </a:cubicBezTo>
                  <a:cubicBezTo>
                    <a:pt x="450" y="113"/>
                    <a:pt x="462" y="110"/>
                    <a:pt x="475" y="108"/>
                  </a:cubicBezTo>
                  <a:cubicBezTo>
                    <a:pt x="477" y="108"/>
                    <a:pt x="479" y="107"/>
                    <a:pt x="482" y="107"/>
                  </a:cubicBezTo>
                  <a:cubicBezTo>
                    <a:pt x="482" y="107"/>
                    <a:pt x="484" y="107"/>
                    <a:pt x="484" y="106"/>
                  </a:cubicBezTo>
                  <a:cubicBezTo>
                    <a:pt x="482" y="97"/>
                    <a:pt x="481" y="88"/>
                    <a:pt x="479" y="79"/>
                  </a:cubicBezTo>
                  <a:cubicBezTo>
                    <a:pt x="477" y="69"/>
                    <a:pt x="475" y="58"/>
                    <a:pt x="473" y="48"/>
                  </a:cubicBezTo>
                  <a:cubicBezTo>
                    <a:pt x="473" y="47"/>
                    <a:pt x="473" y="47"/>
                    <a:pt x="473" y="46"/>
                  </a:cubicBezTo>
                  <a:cubicBezTo>
                    <a:pt x="472" y="42"/>
                    <a:pt x="476" y="39"/>
                    <a:pt x="480" y="40"/>
                  </a:cubicBezTo>
                  <a:cubicBezTo>
                    <a:pt x="483" y="42"/>
                    <a:pt x="485" y="43"/>
                    <a:pt x="487" y="45"/>
                  </a:cubicBezTo>
                  <a:cubicBezTo>
                    <a:pt x="501" y="53"/>
                    <a:pt x="515" y="61"/>
                    <a:pt x="529" y="69"/>
                  </a:cubicBezTo>
                  <a:cubicBezTo>
                    <a:pt x="548" y="80"/>
                    <a:pt x="566" y="90"/>
                    <a:pt x="585" y="101"/>
                  </a:cubicBezTo>
                  <a:cubicBezTo>
                    <a:pt x="595" y="107"/>
                    <a:pt x="606" y="113"/>
                    <a:pt x="616" y="119"/>
                  </a:cubicBezTo>
                  <a:cubicBezTo>
                    <a:pt x="637" y="131"/>
                    <a:pt x="658" y="143"/>
                    <a:pt x="678" y="155"/>
                  </a:cubicBezTo>
                  <a:cubicBezTo>
                    <a:pt x="683" y="158"/>
                    <a:pt x="688" y="160"/>
                    <a:pt x="692" y="163"/>
                  </a:cubicBezTo>
                  <a:cubicBezTo>
                    <a:pt x="698" y="166"/>
                    <a:pt x="693" y="171"/>
                    <a:pt x="691" y="175"/>
                  </a:cubicBezTo>
                  <a:cubicBezTo>
                    <a:pt x="678" y="189"/>
                    <a:pt x="666" y="204"/>
                    <a:pt x="654" y="219"/>
                  </a:cubicBezTo>
                  <a:cubicBezTo>
                    <a:pt x="639" y="237"/>
                    <a:pt x="623" y="256"/>
                    <a:pt x="608" y="274"/>
                  </a:cubicBezTo>
                  <a:cubicBezTo>
                    <a:pt x="601" y="282"/>
                    <a:pt x="595" y="291"/>
                    <a:pt x="588" y="299"/>
                  </a:cubicBezTo>
                  <a:cubicBezTo>
                    <a:pt x="577" y="312"/>
                    <a:pt x="565" y="326"/>
                    <a:pt x="554" y="340"/>
                  </a:cubicBezTo>
                  <a:cubicBezTo>
                    <a:pt x="550" y="344"/>
                    <a:pt x="546" y="349"/>
                    <a:pt x="542" y="354"/>
                  </a:cubicBezTo>
                  <a:cubicBezTo>
                    <a:pt x="540" y="356"/>
                    <a:pt x="537" y="361"/>
                    <a:pt x="533" y="361"/>
                  </a:cubicBezTo>
                  <a:cubicBezTo>
                    <a:pt x="529" y="361"/>
                    <a:pt x="529" y="357"/>
                    <a:pt x="528" y="354"/>
                  </a:cubicBezTo>
                  <a:cubicBezTo>
                    <a:pt x="527" y="349"/>
                    <a:pt x="527" y="344"/>
                    <a:pt x="526" y="340"/>
                  </a:cubicBezTo>
                  <a:cubicBezTo>
                    <a:pt x="524" y="328"/>
                    <a:pt x="522" y="316"/>
                    <a:pt x="519" y="305"/>
                  </a:cubicBezTo>
                  <a:cubicBezTo>
                    <a:pt x="519" y="302"/>
                    <a:pt x="518" y="299"/>
                    <a:pt x="518" y="296"/>
                  </a:cubicBezTo>
                  <a:cubicBezTo>
                    <a:pt x="518" y="295"/>
                    <a:pt x="497" y="299"/>
                    <a:pt x="494" y="300"/>
                  </a:cubicBezTo>
                  <a:cubicBezTo>
                    <a:pt x="448" y="309"/>
                    <a:pt x="405" y="327"/>
                    <a:pt x="367" y="354"/>
                  </a:cubicBezTo>
                  <a:cubicBezTo>
                    <a:pt x="331" y="380"/>
                    <a:pt x="301" y="414"/>
                    <a:pt x="278" y="452"/>
                  </a:cubicBezTo>
                  <a:cubicBezTo>
                    <a:pt x="254" y="492"/>
                    <a:pt x="239" y="536"/>
                    <a:pt x="234" y="582"/>
                  </a:cubicBezTo>
                  <a:cubicBezTo>
                    <a:pt x="230" y="623"/>
                    <a:pt x="234" y="666"/>
                    <a:pt x="245" y="707"/>
                  </a:cubicBezTo>
                  <a:cubicBezTo>
                    <a:pt x="231" y="704"/>
                    <a:pt x="217" y="702"/>
                    <a:pt x="203" y="699"/>
                  </a:cubicBezTo>
                  <a:cubicBezTo>
                    <a:pt x="180" y="695"/>
                    <a:pt x="156" y="691"/>
                    <a:pt x="132" y="687"/>
                  </a:cubicBezTo>
                  <a:cubicBezTo>
                    <a:pt x="125" y="686"/>
                    <a:pt x="117" y="685"/>
                    <a:pt x="110" y="684"/>
                  </a:cubicBezTo>
                  <a:cubicBezTo>
                    <a:pt x="109" y="683"/>
                    <a:pt x="107" y="683"/>
                    <a:pt x="106" y="683"/>
                  </a:cubicBezTo>
                  <a:cubicBezTo>
                    <a:pt x="95" y="681"/>
                    <a:pt x="85" y="684"/>
                    <a:pt x="76" y="690"/>
                  </a:cubicBezTo>
                  <a:cubicBezTo>
                    <a:pt x="64" y="697"/>
                    <a:pt x="57" y="710"/>
                    <a:pt x="56" y="723"/>
                  </a:cubicBezTo>
                  <a:cubicBezTo>
                    <a:pt x="56" y="730"/>
                    <a:pt x="56" y="736"/>
                    <a:pt x="56" y="743"/>
                  </a:cubicBezTo>
                  <a:cubicBezTo>
                    <a:pt x="45" y="697"/>
                    <a:pt x="40" y="650"/>
                    <a:pt x="41" y="604"/>
                  </a:cubicBezTo>
                  <a:cubicBezTo>
                    <a:pt x="42" y="559"/>
                    <a:pt x="49" y="515"/>
                    <a:pt x="61" y="473"/>
                  </a:cubicBezTo>
                  <a:cubicBezTo>
                    <a:pt x="63" y="469"/>
                    <a:pt x="64" y="465"/>
                    <a:pt x="65" y="461"/>
                  </a:cubicBezTo>
                  <a:cubicBezTo>
                    <a:pt x="69" y="448"/>
                    <a:pt x="40" y="538"/>
                    <a:pt x="65" y="461"/>
                  </a:cubicBezTo>
                  <a:close/>
                  <a:moveTo>
                    <a:pt x="769" y="427"/>
                  </a:moveTo>
                  <a:cubicBezTo>
                    <a:pt x="799" y="461"/>
                    <a:pt x="822" y="503"/>
                    <a:pt x="833" y="548"/>
                  </a:cubicBezTo>
                  <a:cubicBezTo>
                    <a:pt x="843" y="590"/>
                    <a:pt x="844" y="635"/>
                    <a:pt x="835" y="678"/>
                  </a:cubicBezTo>
                  <a:cubicBezTo>
                    <a:pt x="833" y="684"/>
                    <a:pt x="832" y="690"/>
                    <a:pt x="830" y="696"/>
                  </a:cubicBezTo>
                  <a:cubicBezTo>
                    <a:pt x="826" y="694"/>
                    <a:pt x="822" y="693"/>
                    <a:pt x="818" y="691"/>
                  </a:cubicBezTo>
                  <a:cubicBezTo>
                    <a:pt x="813" y="689"/>
                    <a:pt x="808" y="687"/>
                    <a:pt x="803" y="686"/>
                  </a:cubicBezTo>
                  <a:cubicBezTo>
                    <a:pt x="784" y="681"/>
                    <a:pt x="763" y="691"/>
                    <a:pt x="754" y="710"/>
                  </a:cubicBezTo>
                  <a:cubicBezTo>
                    <a:pt x="749" y="720"/>
                    <a:pt x="748" y="731"/>
                    <a:pt x="752" y="742"/>
                  </a:cubicBezTo>
                  <a:cubicBezTo>
                    <a:pt x="753" y="744"/>
                    <a:pt x="754" y="747"/>
                    <a:pt x="755" y="749"/>
                  </a:cubicBezTo>
                  <a:cubicBezTo>
                    <a:pt x="759" y="760"/>
                    <a:pt x="763" y="771"/>
                    <a:pt x="767" y="782"/>
                  </a:cubicBezTo>
                  <a:cubicBezTo>
                    <a:pt x="768" y="786"/>
                    <a:pt x="770" y="791"/>
                    <a:pt x="772" y="796"/>
                  </a:cubicBezTo>
                  <a:cubicBezTo>
                    <a:pt x="773" y="797"/>
                    <a:pt x="773" y="799"/>
                    <a:pt x="774" y="800"/>
                  </a:cubicBezTo>
                  <a:cubicBezTo>
                    <a:pt x="774" y="800"/>
                    <a:pt x="774" y="801"/>
                    <a:pt x="774" y="801"/>
                  </a:cubicBezTo>
                  <a:cubicBezTo>
                    <a:pt x="774" y="802"/>
                    <a:pt x="772" y="804"/>
                    <a:pt x="771" y="804"/>
                  </a:cubicBezTo>
                  <a:cubicBezTo>
                    <a:pt x="756" y="822"/>
                    <a:pt x="738" y="837"/>
                    <a:pt x="719" y="851"/>
                  </a:cubicBezTo>
                  <a:cubicBezTo>
                    <a:pt x="682" y="877"/>
                    <a:pt x="638" y="894"/>
                    <a:pt x="592" y="900"/>
                  </a:cubicBezTo>
                  <a:cubicBezTo>
                    <a:pt x="584" y="901"/>
                    <a:pt x="575" y="902"/>
                    <a:pt x="566" y="902"/>
                  </a:cubicBezTo>
                  <a:cubicBezTo>
                    <a:pt x="567" y="902"/>
                    <a:pt x="567" y="902"/>
                    <a:pt x="568" y="902"/>
                  </a:cubicBezTo>
                  <a:cubicBezTo>
                    <a:pt x="521" y="904"/>
                    <a:pt x="473" y="894"/>
                    <a:pt x="431" y="873"/>
                  </a:cubicBezTo>
                  <a:cubicBezTo>
                    <a:pt x="402" y="859"/>
                    <a:pt x="374" y="839"/>
                    <a:pt x="351" y="815"/>
                  </a:cubicBezTo>
                  <a:cubicBezTo>
                    <a:pt x="354" y="812"/>
                    <a:pt x="358" y="810"/>
                    <a:pt x="361" y="807"/>
                  </a:cubicBezTo>
                  <a:cubicBezTo>
                    <a:pt x="365" y="804"/>
                    <a:pt x="369" y="801"/>
                    <a:pt x="372" y="797"/>
                  </a:cubicBezTo>
                  <a:cubicBezTo>
                    <a:pt x="387" y="782"/>
                    <a:pt x="389" y="757"/>
                    <a:pt x="376" y="741"/>
                  </a:cubicBezTo>
                  <a:cubicBezTo>
                    <a:pt x="370" y="733"/>
                    <a:pt x="361" y="727"/>
                    <a:pt x="351" y="725"/>
                  </a:cubicBezTo>
                  <a:cubicBezTo>
                    <a:pt x="349" y="724"/>
                    <a:pt x="346" y="724"/>
                    <a:pt x="343" y="723"/>
                  </a:cubicBezTo>
                  <a:cubicBezTo>
                    <a:pt x="332" y="721"/>
                    <a:pt x="320" y="719"/>
                    <a:pt x="309" y="717"/>
                  </a:cubicBezTo>
                  <a:cubicBezTo>
                    <a:pt x="304" y="717"/>
                    <a:pt x="299" y="716"/>
                    <a:pt x="294" y="715"/>
                  </a:cubicBezTo>
                  <a:cubicBezTo>
                    <a:pt x="292" y="715"/>
                    <a:pt x="291" y="714"/>
                    <a:pt x="289" y="714"/>
                  </a:cubicBezTo>
                  <a:cubicBezTo>
                    <a:pt x="287" y="714"/>
                    <a:pt x="288" y="713"/>
                    <a:pt x="287" y="711"/>
                  </a:cubicBezTo>
                  <a:cubicBezTo>
                    <a:pt x="279" y="688"/>
                    <a:pt x="274" y="664"/>
                    <a:pt x="272" y="640"/>
                  </a:cubicBezTo>
                  <a:cubicBezTo>
                    <a:pt x="268" y="595"/>
                    <a:pt x="275" y="549"/>
                    <a:pt x="293" y="507"/>
                  </a:cubicBezTo>
                  <a:cubicBezTo>
                    <a:pt x="311" y="465"/>
                    <a:pt x="339" y="426"/>
                    <a:pt x="375" y="397"/>
                  </a:cubicBezTo>
                  <a:cubicBezTo>
                    <a:pt x="391" y="384"/>
                    <a:pt x="408" y="372"/>
                    <a:pt x="427" y="363"/>
                  </a:cubicBezTo>
                  <a:cubicBezTo>
                    <a:pt x="446" y="353"/>
                    <a:pt x="466" y="346"/>
                    <a:pt x="487" y="341"/>
                  </a:cubicBezTo>
                  <a:cubicBezTo>
                    <a:pt x="488" y="345"/>
                    <a:pt x="488" y="349"/>
                    <a:pt x="489" y="354"/>
                  </a:cubicBezTo>
                  <a:cubicBezTo>
                    <a:pt x="490" y="358"/>
                    <a:pt x="491" y="363"/>
                    <a:pt x="492" y="368"/>
                  </a:cubicBezTo>
                  <a:cubicBezTo>
                    <a:pt x="498" y="388"/>
                    <a:pt x="518" y="402"/>
                    <a:pt x="538" y="399"/>
                  </a:cubicBezTo>
                  <a:cubicBezTo>
                    <a:pt x="549" y="398"/>
                    <a:pt x="559" y="393"/>
                    <a:pt x="566" y="385"/>
                  </a:cubicBezTo>
                  <a:cubicBezTo>
                    <a:pt x="568" y="383"/>
                    <a:pt x="569" y="381"/>
                    <a:pt x="571" y="379"/>
                  </a:cubicBezTo>
                  <a:cubicBezTo>
                    <a:pt x="578" y="370"/>
                    <a:pt x="586" y="361"/>
                    <a:pt x="593" y="353"/>
                  </a:cubicBezTo>
                  <a:cubicBezTo>
                    <a:pt x="596" y="349"/>
                    <a:pt x="600" y="345"/>
                    <a:pt x="603" y="341"/>
                  </a:cubicBezTo>
                  <a:cubicBezTo>
                    <a:pt x="604" y="340"/>
                    <a:pt x="605" y="338"/>
                    <a:pt x="606" y="337"/>
                  </a:cubicBezTo>
                  <a:cubicBezTo>
                    <a:pt x="606" y="337"/>
                    <a:pt x="606" y="337"/>
                    <a:pt x="606" y="337"/>
                  </a:cubicBezTo>
                  <a:cubicBezTo>
                    <a:pt x="607" y="336"/>
                    <a:pt x="610" y="337"/>
                    <a:pt x="611" y="337"/>
                  </a:cubicBezTo>
                  <a:cubicBezTo>
                    <a:pt x="633" y="342"/>
                    <a:pt x="655" y="349"/>
                    <a:pt x="676" y="358"/>
                  </a:cubicBezTo>
                  <a:cubicBezTo>
                    <a:pt x="711" y="375"/>
                    <a:pt x="743" y="398"/>
                    <a:pt x="769" y="427"/>
                  </a:cubicBezTo>
                  <a:cubicBezTo>
                    <a:pt x="778" y="437"/>
                    <a:pt x="737" y="392"/>
                    <a:pt x="769" y="427"/>
                  </a:cubicBezTo>
                  <a:close/>
                  <a:moveTo>
                    <a:pt x="531" y="901"/>
                  </a:moveTo>
                  <a:cubicBezTo>
                    <a:pt x="527" y="901"/>
                    <a:pt x="523" y="900"/>
                    <a:pt x="519" y="900"/>
                  </a:cubicBezTo>
                  <a:cubicBezTo>
                    <a:pt x="523" y="900"/>
                    <a:pt x="527" y="901"/>
                    <a:pt x="531" y="901"/>
                  </a:cubicBezTo>
                  <a:close/>
                  <a:moveTo>
                    <a:pt x="889" y="1011"/>
                  </a:moveTo>
                  <a:cubicBezTo>
                    <a:pt x="854" y="1040"/>
                    <a:pt x="815" y="1065"/>
                    <a:pt x="773" y="1085"/>
                  </a:cubicBezTo>
                  <a:cubicBezTo>
                    <a:pt x="731" y="1104"/>
                    <a:pt x="687" y="1118"/>
                    <a:pt x="641" y="1126"/>
                  </a:cubicBezTo>
                  <a:cubicBezTo>
                    <a:pt x="593" y="1133"/>
                    <a:pt x="545" y="1135"/>
                    <a:pt x="497" y="1129"/>
                  </a:cubicBezTo>
                  <a:cubicBezTo>
                    <a:pt x="449" y="1124"/>
                    <a:pt x="403" y="1111"/>
                    <a:pt x="359" y="1093"/>
                  </a:cubicBezTo>
                  <a:cubicBezTo>
                    <a:pt x="318" y="1076"/>
                    <a:pt x="279" y="1054"/>
                    <a:pt x="243" y="1027"/>
                  </a:cubicBezTo>
                  <a:cubicBezTo>
                    <a:pt x="212" y="1003"/>
                    <a:pt x="184" y="975"/>
                    <a:pt x="158" y="945"/>
                  </a:cubicBezTo>
                  <a:cubicBezTo>
                    <a:pt x="158" y="944"/>
                    <a:pt x="150" y="935"/>
                    <a:pt x="150" y="935"/>
                  </a:cubicBezTo>
                  <a:cubicBezTo>
                    <a:pt x="147" y="937"/>
                    <a:pt x="144" y="940"/>
                    <a:pt x="141" y="942"/>
                  </a:cubicBezTo>
                  <a:cubicBezTo>
                    <a:pt x="134" y="948"/>
                    <a:pt x="127" y="954"/>
                    <a:pt x="121" y="960"/>
                  </a:cubicBezTo>
                  <a:cubicBezTo>
                    <a:pt x="117" y="963"/>
                    <a:pt x="113" y="966"/>
                    <a:pt x="109" y="969"/>
                  </a:cubicBezTo>
                  <a:cubicBezTo>
                    <a:pt x="108" y="971"/>
                    <a:pt x="106" y="972"/>
                    <a:pt x="104" y="974"/>
                  </a:cubicBezTo>
                  <a:cubicBezTo>
                    <a:pt x="102" y="975"/>
                    <a:pt x="100" y="976"/>
                    <a:pt x="98" y="976"/>
                  </a:cubicBezTo>
                  <a:cubicBezTo>
                    <a:pt x="94" y="974"/>
                    <a:pt x="95" y="969"/>
                    <a:pt x="95" y="965"/>
                  </a:cubicBezTo>
                  <a:cubicBezTo>
                    <a:pt x="95" y="960"/>
                    <a:pt x="95" y="954"/>
                    <a:pt x="95" y="949"/>
                  </a:cubicBezTo>
                  <a:cubicBezTo>
                    <a:pt x="95" y="933"/>
                    <a:pt x="95" y="918"/>
                    <a:pt x="95" y="902"/>
                  </a:cubicBezTo>
                  <a:cubicBezTo>
                    <a:pt x="95" y="884"/>
                    <a:pt x="95" y="865"/>
                    <a:pt x="95" y="847"/>
                  </a:cubicBezTo>
                  <a:cubicBezTo>
                    <a:pt x="95" y="831"/>
                    <a:pt x="95" y="815"/>
                    <a:pt x="95" y="799"/>
                  </a:cubicBezTo>
                  <a:cubicBezTo>
                    <a:pt x="95" y="777"/>
                    <a:pt x="95" y="755"/>
                    <a:pt x="95" y="733"/>
                  </a:cubicBezTo>
                  <a:cubicBezTo>
                    <a:pt x="95" y="729"/>
                    <a:pt x="93" y="720"/>
                    <a:pt x="101" y="721"/>
                  </a:cubicBezTo>
                  <a:cubicBezTo>
                    <a:pt x="105" y="722"/>
                    <a:pt x="109" y="722"/>
                    <a:pt x="114" y="723"/>
                  </a:cubicBezTo>
                  <a:cubicBezTo>
                    <a:pt x="135" y="727"/>
                    <a:pt x="157" y="731"/>
                    <a:pt x="178" y="734"/>
                  </a:cubicBezTo>
                  <a:cubicBezTo>
                    <a:pt x="201" y="738"/>
                    <a:pt x="223" y="742"/>
                    <a:pt x="245" y="745"/>
                  </a:cubicBezTo>
                  <a:cubicBezTo>
                    <a:pt x="256" y="747"/>
                    <a:pt x="267" y="749"/>
                    <a:pt x="278" y="751"/>
                  </a:cubicBezTo>
                  <a:cubicBezTo>
                    <a:pt x="296" y="754"/>
                    <a:pt x="314" y="757"/>
                    <a:pt x="333" y="760"/>
                  </a:cubicBezTo>
                  <a:cubicBezTo>
                    <a:pt x="336" y="761"/>
                    <a:pt x="340" y="761"/>
                    <a:pt x="343" y="762"/>
                  </a:cubicBezTo>
                  <a:cubicBezTo>
                    <a:pt x="347" y="763"/>
                    <a:pt x="347" y="768"/>
                    <a:pt x="344" y="771"/>
                  </a:cubicBezTo>
                  <a:cubicBezTo>
                    <a:pt x="343" y="772"/>
                    <a:pt x="342" y="773"/>
                    <a:pt x="340" y="774"/>
                  </a:cubicBezTo>
                  <a:cubicBezTo>
                    <a:pt x="334" y="779"/>
                    <a:pt x="328" y="785"/>
                    <a:pt x="322" y="790"/>
                  </a:cubicBezTo>
                  <a:cubicBezTo>
                    <a:pt x="314" y="797"/>
                    <a:pt x="306" y="803"/>
                    <a:pt x="298" y="810"/>
                  </a:cubicBezTo>
                  <a:cubicBezTo>
                    <a:pt x="297" y="810"/>
                    <a:pt x="297" y="811"/>
                    <a:pt x="297" y="811"/>
                  </a:cubicBezTo>
                  <a:cubicBezTo>
                    <a:pt x="297" y="811"/>
                    <a:pt x="301" y="816"/>
                    <a:pt x="301" y="817"/>
                  </a:cubicBezTo>
                  <a:cubicBezTo>
                    <a:pt x="303" y="819"/>
                    <a:pt x="305" y="821"/>
                    <a:pt x="307" y="823"/>
                  </a:cubicBezTo>
                  <a:cubicBezTo>
                    <a:pt x="313" y="830"/>
                    <a:pt x="319" y="837"/>
                    <a:pt x="326" y="844"/>
                  </a:cubicBezTo>
                  <a:cubicBezTo>
                    <a:pt x="358" y="877"/>
                    <a:pt x="398" y="903"/>
                    <a:pt x="441" y="919"/>
                  </a:cubicBezTo>
                  <a:cubicBezTo>
                    <a:pt x="484" y="935"/>
                    <a:pt x="530" y="943"/>
                    <a:pt x="576" y="940"/>
                  </a:cubicBezTo>
                  <a:cubicBezTo>
                    <a:pt x="623" y="937"/>
                    <a:pt x="669" y="924"/>
                    <a:pt x="710" y="901"/>
                  </a:cubicBezTo>
                  <a:cubicBezTo>
                    <a:pt x="739" y="886"/>
                    <a:pt x="766" y="865"/>
                    <a:pt x="789" y="842"/>
                  </a:cubicBezTo>
                  <a:cubicBezTo>
                    <a:pt x="794" y="855"/>
                    <a:pt x="799" y="868"/>
                    <a:pt x="804" y="881"/>
                  </a:cubicBezTo>
                  <a:cubicBezTo>
                    <a:pt x="812" y="904"/>
                    <a:pt x="821" y="927"/>
                    <a:pt x="829" y="949"/>
                  </a:cubicBezTo>
                  <a:cubicBezTo>
                    <a:pt x="832" y="956"/>
                    <a:pt x="834" y="963"/>
                    <a:pt x="837" y="970"/>
                  </a:cubicBezTo>
                  <a:cubicBezTo>
                    <a:pt x="837" y="972"/>
                    <a:pt x="838" y="973"/>
                    <a:pt x="838" y="974"/>
                  </a:cubicBezTo>
                  <a:cubicBezTo>
                    <a:pt x="842" y="983"/>
                    <a:pt x="848" y="991"/>
                    <a:pt x="856" y="995"/>
                  </a:cubicBezTo>
                  <a:cubicBezTo>
                    <a:pt x="869" y="1003"/>
                    <a:pt x="886" y="1003"/>
                    <a:pt x="899" y="996"/>
                  </a:cubicBezTo>
                  <a:cubicBezTo>
                    <a:pt x="904" y="993"/>
                    <a:pt x="910" y="990"/>
                    <a:pt x="915" y="987"/>
                  </a:cubicBezTo>
                  <a:cubicBezTo>
                    <a:pt x="906" y="995"/>
                    <a:pt x="898" y="1003"/>
                    <a:pt x="889" y="1011"/>
                  </a:cubicBezTo>
                  <a:cubicBezTo>
                    <a:pt x="824" y="1065"/>
                    <a:pt x="898" y="1003"/>
                    <a:pt x="889" y="1011"/>
                  </a:cubicBezTo>
                  <a:close/>
                  <a:moveTo>
                    <a:pt x="1065" y="535"/>
                  </a:moveTo>
                  <a:cubicBezTo>
                    <a:pt x="1068" y="557"/>
                    <a:pt x="1070" y="579"/>
                    <a:pt x="1071" y="602"/>
                  </a:cubicBezTo>
                  <a:cubicBezTo>
                    <a:pt x="1072" y="624"/>
                    <a:pt x="1071" y="647"/>
                    <a:pt x="1069" y="670"/>
                  </a:cubicBezTo>
                  <a:cubicBezTo>
                    <a:pt x="1064" y="713"/>
                    <a:pt x="1054" y="755"/>
                    <a:pt x="1040" y="795"/>
                  </a:cubicBezTo>
                  <a:cubicBezTo>
                    <a:pt x="1038" y="800"/>
                    <a:pt x="1036" y="805"/>
                    <a:pt x="1034" y="810"/>
                  </a:cubicBezTo>
                  <a:cubicBezTo>
                    <a:pt x="1051" y="816"/>
                    <a:pt x="1067" y="822"/>
                    <a:pt x="1083" y="827"/>
                  </a:cubicBezTo>
                  <a:cubicBezTo>
                    <a:pt x="1085" y="828"/>
                    <a:pt x="1088" y="829"/>
                    <a:pt x="1090" y="830"/>
                  </a:cubicBezTo>
                  <a:cubicBezTo>
                    <a:pt x="1092" y="831"/>
                    <a:pt x="1094" y="831"/>
                    <a:pt x="1095" y="833"/>
                  </a:cubicBezTo>
                  <a:cubicBezTo>
                    <a:pt x="1097" y="838"/>
                    <a:pt x="1092" y="840"/>
                    <a:pt x="1089" y="842"/>
                  </a:cubicBezTo>
                  <a:cubicBezTo>
                    <a:pt x="1079" y="848"/>
                    <a:pt x="1069" y="854"/>
                    <a:pt x="1059" y="859"/>
                  </a:cubicBezTo>
                  <a:cubicBezTo>
                    <a:pt x="1046" y="867"/>
                    <a:pt x="1032" y="875"/>
                    <a:pt x="1019" y="883"/>
                  </a:cubicBezTo>
                  <a:cubicBezTo>
                    <a:pt x="1007" y="890"/>
                    <a:pt x="995" y="897"/>
                    <a:pt x="983" y="904"/>
                  </a:cubicBezTo>
                  <a:cubicBezTo>
                    <a:pt x="965" y="914"/>
                    <a:pt x="947" y="924"/>
                    <a:pt x="929" y="935"/>
                  </a:cubicBezTo>
                  <a:cubicBezTo>
                    <a:pt x="913" y="944"/>
                    <a:pt x="898" y="953"/>
                    <a:pt x="882" y="962"/>
                  </a:cubicBezTo>
                  <a:cubicBezTo>
                    <a:pt x="879" y="964"/>
                    <a:pt x="875" y="963"/>
                    <a:pt x="874" y="960"/>
                  </a:cubicBezTo>
                  <a:cubicBezTo>
                    <a:pt x="873" y="959"/>
                    <a:pt x="873" y="957"/>
                    <a:pt x="872" y="956"/>
                  </a:cubicBezTo>
                  <a:cubicBezTo>
                    <a:pt x="870" y="949"/>
                    <a:pt x="867" y="943"/>
                    <a:pt x="865" y="936"/>
                  </a:cubicBezTo>
                  <a:cubicBezTo>
                    <a:pt x="857" y="914"/>
                    <a:pt x="848" y="891"/>
                    <a:pt x="840" y="869"/>
                  </a:cubicBezTo>
                  <a:cubicBezTo>
                    <a:pt x="833" y="851"/>
                    <a:pt x="826" y="832"/>
                    <a:pt x="820" y="814"/>
                  </a:cubicBezTo>
                  <a:cubicBezTo>
                    <a:pt x="815" y="801"/>
                    <a:pt x="810" y="788"/>
                    <a:pt x="805" y="775"/>
                  </a:cubicBezTo>
                  <a:cubicBezTo>
                    <a:pt x="800" y="760"/>
                    <a:pt x="794" y="745"/>
                    <a:pt x="788" y="730"/>
                  </a:cubicBezTo>
                  <a:cubicBezTo>
                    <a:pt x="787" y="726"/>
                    <a:pt x="791" y="722"/>
                    <a:pt x="795" y="724"/>
                  </a:cubicBezTo>
                  <a:cubicBezTo>
                    <a:pt x="796" y="724"/>
                    <a:pt x="798" y="725"/>
                    <a:pt x="799" y="725"/>
                  </a:cubicBezTo>
                  <a:cubicBezTo>
                    <a:pt x="804" y="727"/>
                    <a:pt x="810" y="729"/>
                    <a:pt x="815" y="731"/>
                  </a:cubicBezTo>
                  <a:cubicBezTo>
                    <a:pt x="823" y="734"/>
                    <a:pt x="830" y="736"/>
                    <a:pt x="838" y="739"/>
                  </a:cubicBezTo>
                  <a:cubicBezTo>
                    <a:pt x="842" y="741"/>
                    <a:pt x="847" y="742"/>
                    <a:pt x="852" y="744"/>
                  </a:cubicBezTo>
                  <a:cubicBezTo>
                    <a:pt x="852" y="744"/>
                    <a:pt x="853" y="744"/>
                    <a:pt x="853" y="745"/>
                  </a:cubicBezTo>
                  <a:cubicBezTo>
                    <a:pt x="854" y="745"/>
                    <a:pt x="855" y="741"/>
                    <a:pt x="855" y="741"/>
                  </a:cubicBezTo>
                  <a:cubicBezTo>
                    <a:pt x="856" y="738"/>
                    <a:pt x="857" y="735"/>
                    <a:pt x="859" y="732"/>
                  </a:cubicBezTo>
                  <a:cubicBezTo>
                    <a:pt x="865" y="713"/>
                    <a:pt x="871" y="693"/>
                    <a:pt x="875" y="673"/>
                  </a:cubicBezTo>
                  <a:cubicBezTo>
                    <a:pt x="883" y="626"/>
                    <a:pt x="881" y="578"/>
                    <a:pt x="868" y="532"/>
                  </a:cubicBezTo>
                  <a:cubicBezTo>
                    <a:pt x="855" y="486"/>
                    <a:pt x="833" y="443"/>
                    <a:pt x="802" y="407"/>
                  </a:cubicBezTo>
                  <a:cubicBezTo>
                    <a:pt x="774" y="374"/>
                    <a:pt x="740" y="348"/>
                    <a:pt x="702" y="328"/>
                  </a:cubicBezTo>
                  <a:cubicBezTo>
                    <a:pt x="680" y="318"/>
                    <a:pt x="658" y="309"/>
                    <a:pt x="634" y="303"/>
                  </a:cubicBezTo>
                  <a:cubicBezTo>
                    <a:pt x="643" y="292"/>
                    <a:pt x="652" y="281"/>
                    <a:pt x="661" y="271"/>
                  </a:cubicBezTo>
                  <a:cubicBezTo>
                    <a:pt x="676" y="252"/>
                    <a:pt x="692" y="233"/>
                    <a:pt x="707" y="215"/>
                  </a:cubicBezTo>
                  <a:cubicBezTo>
                    <a:pt x="712" y="209"/>
                    <a:pt x="717" y="203"/>
                    <a:pt x="721" y="198"/>
                  </a:cubicBezTo>
                  <a:cubicBezTo>
                    <a:pt x="722" y="197"/>
                    <a:pt x="723" y="196"/>
                    <a:pt x="724" y="194"/>
                  </a:cubicBezTo>
                  <a:cubicBezTo>
                    <a:pt x="730" y="187"/>
                    <a:pt x="734" y="177"/>
                    <a:pt x="733" y="167"/>
                  </a:cubicBezTo>
                  <a:cubicBezTo>
                    <a:pt x="733" y="153"/>
                    <a:pt x="726" y="139"/>
                    <a:pt x="714" y="131"/>
                  </a:cubicBezTo>
                  <a:cubicBezTo>
                    <a:pt x="709" y="128"/>
                    <a:pt x="703" y="125"/>
                    <a:pt x="697" y="121"/>
                  </a:cubicBezTo>
                  <a:cubicBezTo>
                    <a:pt x="740" y="133"/>
                    <a:pt x="781" y="151"/>
                    <a:pt x="819" y="174"/>
                  </a:cubicBezTo>
                  <a:cubicBezTo>
                    <a:pt x="854" y="195"/>
                    <a:pt x="887" y="220"/>
                    <a:pt x="917" y="249"/>
                  </a:cubicBezTo>
                  <a:cubicBezTo>
                    <a:pt x="949" y="281"/>
                    <a:pt x="977" y="316"/>
                    <a:pt x="1000" y="355"/>
                  </a:cubicBezTo>
                  <a:cubicBezTo>
                    <a:pt x="1023" y="394"/>
                    <a:pt x="1040" y="435"/>
                    <a:pt x="1052" y="478"/>
                  </a:cubicBezTo>
                  <a:cubicBezTo>
                    <a:pt x="1058" y="497"/>
                    <a:pt x="1062" y="516"/>
                    <a:pt x="1065" y="535"/>
                  </a:cubicBezTo>
                  <a:cubicBezTo>
                    <a:pt x="1065" y="536"/>
                    <a:pt x="1064" y="532"/>
                    <a:pt x="1065" y="535"/>
                  </a:cubicBezTo>
                  <a:close/>
                </a:path>
              </a:pathLst>
            </a:custGeom>
            <a:solidFill>
              <a:srgbClr val="F7F8F8"/>
            </a:solidFill>
            <a:ln w="14288" cap="flat">
              <a:noFill/>
              <a:prstDash val="solid"/>
              <a:miter lim="800000"/>
              <a:headEnd/>
              <a:tailEnd/>
            </a:ln>
            <a:effectLst>
              <a:outerShdw blurRad="101600" dist="38100" dir="2700000" algn="tl" rotWithShape="0">
                <a:prstClr val="black">
                  <a:alpha val="32000"/>
                </a:prstClr>
              </a:outerShdw>
            </a:effectLst>
          </p:spPr>
          <p:txBody>
            <a:bodyPr vert="horz" wrap="square" lIns="91440" tIns="45720" rIns="91440" bIns="45720" numCol="1" anchor="t" anchorCtr="0" compatLnSpc="1">
              <a:prstTxWarp prst="textNoShape">
                <a:avLst/>
              </a:prstTxWarp>
            </a:bodyPr>
            <a:lstStyle/>
            <a:p>
              <a:endParaRPr lang="zh-CN" altLang="en-US"/>
            </a:p>
          </p:txBody>
        </p:sp>
      </p:grpSp>
      <p:sp>
        <p:nvSpPr>
          <p:cNvPr id="12" name="文本框 11"/>
          <p:cNvSpPr txBox="1"/>
          <p:nvPr/>
        </p:nvSpPr>
        <p:spPr>
          <a:xfrm>
            <a:off x="8478934" y="2530191"/>
            <a:ext cx="2856518" cy="504241"/>
          </a:xfrm>
          <a:prstGeom prst="rect">
            <a:avLst/>
          </a:prstGeom>
          <a:noFill/>
        </p:spPr>
        <p:txBody>
          <a:bodyPr wrap="square" rtlCol="0">
            <a:spAutoFit/>
          </a:bodyPr>
          <a:lstStyle/>
          <a:p>
            <a:pPr>
              <a:lnSpc>
                <a:spcPct val="120000"/>
              </a:lnSpc>
            </a:pPr>
            <a:r>
              <a:rPr lang="zh-CN" altLang="en-US" sz="2400" b="1" dirty="0">
                <a:solidFill>
                  <a:srgbClr val="B1CE0D"/>
                </a:solidFill>
              </a:rPr>
              <a:t>添加标题</a:t>
            </a:r>
            <a:endParaRPr lang="en-US" altLang="zh-CN" sz="2400" b="1" dirty="0">
              <a:solidFill>
                <a:srgbClr val="B1CE0D"/>
              </a:solidFill>
            </a:endParaRPr>
          </a:p>
        </p:txBody>
      </p:sp>
      <p:sp>
        <p:nvSpPr>
          <p:cNvPr id="13" name="文本框 12"/>
          <p:cNvSpPr txBox="1"/>
          <p:nvPr/>
        </p:nvSpPr>
        <p:spPr>
          <a:xfrm>
            <a:off x="862324" y="2545998"/>
            <a:ext cx="2856518" cy="504241"/>
          </a:xfrm>
          <a:prstGeom prst="rect">
            <a:avLst/>
          </a:prstGeom>
          <a:noFill/>
        </p:spPr>
        <p:txBody>
          <a:bodyPr wrap="square" rtlCol="0">
            <a:spAutoFit/>
          </a:bodyPr>
          <a:lstStyle/>
          <a:p>
            <a:pPr algn="r">
              <a:lnSpc>
                <a:spcPct val="120000"/>
              </a:lnSpc>
            </a:pPr>
            <a:r>
              <a:rPr lang="zh-CN" altLang="en-US" sz="2400" b="1" dirty="0">
                <a:solidFill>
                  <a:srgbClr val="8D6BAC"/>
                </a:solidFill>
              </a:rPr>
              <a:t>添加标题</a:t>
            </a:r>
            <a:endParaRPr lang="en-US" altLang="zh-CN" sz="2400" b="1" dirty="0">
              <a:solidFill>
                <a:srgbClr val="8D6BAC"/>
              </a:solidFill>
            </a:endParaRPr>
          </a:p>
        </p:txBody>
      </p:sp>
      <p:sp>
        <p:nvSpPr>
          <p:cNvPr id="14" name="文本框 13"/>
          <p:cNvSpPr txBox="1"/>
          <p:nvPr/>
        </p:nvSpPr>
        <p:spPr>
          <a:xfrm>
            <a:off x="4667741" y="5762183"/>
            <a:ext cx="2856518" cy="504241"/>
          </a:xfrm>
          <a:prstGeom prst="rect">
            <a:avLst/>
          </a:prstGeom>
          <a:noFill/>
        </p:spPr>
        <p:txBody>
          <a:bodyPr wrap="square" rtlCol="0">
            <a:spAutoFit/>
          </a:bodyPr>
          <a:lstStyle/>
          <a:p>
            <a:pPr algn="ctr">
              <a:lnSpc>
                <a:spcPct val="120000"/>
              </a:lnSpc>
            </a:pPr>
            <a:r>
              <a:rPr lang="zh-CN" altLang="en-US" sz="2400" b="1" dirty="0">
                <a:solidFill>
                  <a:srgbClr val="EB410B"/>
                </a:solidFill>
              </a:rPr>
              <a:t>添加标题</a:t>
            </a:r>
            <a:endParaRPr lang="en-US" altLang="zh-CN" sz="2400" b="1" dirty="0">
              <a:solidFill>
                <a:srgbClr val="EB410B"/>
              </a:solidFill>
            </a:endParaRPr>
          </a:p>
        </p:txBody>
      </p:sp>
      <p:sp>
        <p:nvSpPr>
          <p:cNvPr id="15" name="Rectangle 58"/>
          <p:cNvSpPr/>
          <p:nvPr/>
        </p:nvSpPr>
        <p:spPr>
          <a:xfrm>
            <a:off x="801068" y="3062181"/>
            <a:ext cx="2917774" cy="1000851"/>
          </a:xfrm>
          <a:prstGeom prst="rect">
            <a:avLst/>
          </a:prstGeom>
        </p:spPr>
        <p:txBody>
          <a:bodyPr wrap="square">
            <a:spAutoFit/>
          </a:bodyPr>
          <a:lstStyle/>
          <a:p>
            <a:pPr algn="just">
              <a:lnSpc>
                <a:spcPct val="123000"/>
              </a:lnSpc>
              <a:spcBef>
                <a:spcPts val="600"/>
              </a:spcBef>
            </a:pPr>
            <a:r>
              <a:rPr lang="zh-CN" altLang="en-US" sz="1600" dirty="0">
                <a:solidFill>
                  <a:schemeClr val="tx1">
                    <a:lumMod val="65000"/>
                    <a:lumOff val="35000"/>
                  </a:schemeClr>
                </a:solidFill>
                <a:latin typeface="+mn-ea"/>
              </a:rPr>
              <a:t>添加内容添加内容添加内容添加内容添加内容添加内容添加内容</a:t>
            </a:r>
          </a:p>
        </p:txBody>
      </p:sp>
      <p:sp>
        <p:nvSpPr>
          <p:cNvPr id="16" name="Rectangle 58"/>
          <p:cNvSpPr/>
          <p:nvPr/>
        </p:nvSpPr>
        <p:spPr>
          <a:xfrm>
            <a:off x="8478934" y="3062181"/>
            <a:ext cx="3009020" cy="1000851"/>
          </a:xfrm>
          <a:prstGeom prst="rect">
            <a:avLst/>
          </a:prstGeom>
        </p:spPr>
        <p:txBody>
          <a:bodyPr wrap="square">
            <a:spAutoFit/>
          </a:bodyPr>
          <a:lstStyle/>
          <a:p>
            <a:pPr algn="just">
              <a:lnSpc>
                <a:spcPct val="123000"/>
              </a:lnSpc>
              <a:spcBef>
                <a:spcPts val="600"/>
              </a:spcBef>
            </a:pPr>
            <a:r>
              <a:rPr lang="zh-CN" altLang="en-US" sz="1600" dirty="0">
                <a:solidFill>
                  <a:schemeClr val="tx1">
                    <a:lumMod val="65000"/>
                    <a:lumOff val="35000"/>
                  </a:schemeClr>
                </a:solidFill>
                <a:latin typeface="+mn-ea"/>
              </a:rPr>
              <a:t>添加内容添加内容添加内容添加内容添加内容添加内容添加内容</a:t>
            </a:r>
          </a:p>
        </p:txBody>
      </p:sp>
      <p:sp>
        <p:nvSpPr>
          <p:cNvPr id="17" name="Rectangle 58"/>
          <p:cNvSpPr/>
          <p:nvPr/>
        </p:nvSpPr>
        <p:spPr>
          <a:xfrm>
            <a:off x="808731" y="6254228"/>
            <a:ext cx="10769376" cy="395173"/>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添加内容添加内容添加内容添加内容添加内容添加内容添加内容</a:t>
            </a:r>
          </a:p>
        </p:txBody>
      </p:sp>
      <p:sp>
        <p:nvSpPr>
          <p:cNvPr id="21" name="文本框 20"/>
          <p:cNvSpPr txBox="1"/>
          <p:nvPr/>
        </p:nvSpPr>
        <p:spPr>
          <a:xfrm>
            <a:off x="5257901" y="3181123"/>
            <a:ext cx="1669461"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p:txBody>
      </p:sp>
      <p:sp>
        <p:nvSpPr>
          <p:cNvPr id="22" name="Rectangle 58"/>
          <p:cNvSpPr/>
          <p:nvPr/>
        </p:nvSpPr>
        <p:spPr>
          <a:xfrm>
            <a:off x="5370566" y="3601391"/>
            <a:ext cx="1458887"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添加内容</a:t>
            </a:r>
          </a:p>
        </p:txBody>
      </p:sp>
      <p:sp>
        <p:nvSpPr>
          <p:cNvPr id="23" name="Freeform 7"/>
          <p:cNvSpPr>
            <a:spLocks noEditPoints="1"/>
          </p:cNvSpPr>
          <p:nvPr/>
        </p:nvSpPr>
        <p:spPr bwMode="auto">
          <a:xfrm>
            <a:off x="7426291" y="2905801"/>
            <a:ext cx="239813" cy="451880"/>
          </a:xfrm>
          <a:custGeom>
            <a:avLst/>
            <a:gdLst>
              <a:gd name="T0" fmla="*/ 21 w 51"/>
              <a:gd name="T1" fmla="*/ 72 h 94"/>
              <a:gd name="T2" fmla="*/ 22 w 51"/>
              <a:gd name="T3" fmla="*/ 50 h 94"/>
              <a:gd name="T4" fmla="*/ 7 w 51"/>
              <a:gd name="T5" fmla="*/ 40 h 94"/>
              <a:gd name="T6" fmla="*/ 3 w 51"/>
              <a:gd name="T7" fmla="*/ 26 h 94"/>
              <a:gd name="T8" fmla="*/ 9 w 51"/>
              <a:gd name="T9" fmla="*/ 11 h 94"/>
              <a:gd name="T10" fmla="*/ 23 w 51"/>
              <a:gd name="T11" fmla="*/ 5 h 94"/>
              <a:gd name="T12" fmla="*/ 23 w 51"/>
              <a:gd name="T13" fmla="*/ 0 h 94"/>
              <a:gd name="T14" fmla="*/ 31 w 51"/>
              <a:gd name="T15" fmla="*/ 0 h 94"/>
              <a:gd name="T16" fmla="*/ 31 w 51"/>
              <a:gd name="T17" fmla="*/ 5 h 94"/>
              <a:gd name="T18" fmla="*/ 44 w 51"/>
              <a:gd name="T19" fmla="*/ 11 h 94"/>
              <a:gd name="T20" fmla="*/ 50 w 51"/>
              <a:gd name="T21" fmla="*/ 24 h 94"/>
              <a:gd name="T22" fmla="*/ 37 w 51"/>
              <a:gd name="T23" fmla="*/ 25 h 94"/>
              <a:gd name="T24" fmla="*/ 30 w 51"/>
              <a:gd name="T25" fmla="*/ 17 h 94"/>
              <a:gd name="T26" fmla="*/ 30 w 51"/>
              <a:gd name="T27" fmla="*/ 37 h 94"/>
              <a:gd name="T28" fmla="*/ 47 w 51"/>
              <a:gd name="T29" fmla="*/ 47 h 94"/>
              <a:gd name="T30" fmla="*/ 51 w 51"/>
              <a:gd name="T31" fmla="*/ 61 h 94"/>
              <a:gd name="T32" fmla="*/ 45 w 51"/>
              <a:gd name="T33" fmla="*/ 76 h 94"/>
              <a:gd name="T34" fmla="*/ 29 w 51"/>
              <a:gd name="T35" fmla="*/ 84 h 94"/>
              <a:gd name="T36" fmla="*/ 28 w 51"/>
              <a:gd name="T37" fmla="*/ 94 h 94"/>
              <a:gd name="T38" fmla="*/ 21 w 51"/>
              <a:gd name="T39" fmla="*/ 94 h 94"/>
              <a:gd name="T40" fmla="*/ 21 w 51"/>
              <a:gd name="T41" fmla="*/ 84 h 94"/>
              <a:gd name="T42" fmla="*/ 6 w 51"/>
              <a:gd name="T43" fmla="*/ 77 h 94"/>
              <a:gd name="T44" fmla="*/ 0 w 51"/>
              <a:gd name="T45" fmla="*/ 61 h 94"/>
              <a:gd name="T46" fmla="*/ 14 w 51"/>
              <a:gd name="T47" fmla="*/ 60 h 94"/>
              <a:gd name="T48" fmla="*/ 16 w 51"/>
              <a:gd name="T49" fmla="*/ 67 h 94"/>
              <a:gd name="T50" fmla="*/ 21 w 51"/>
              <a:gd name="T51" fmla="*/ 72 h 94"/>
              <a:gd name="T52" fmla="*/ 23 w 51"/>
              <a:gd name="T53" fmla="*/ 17 h 94"/>
              <a:gd name="T54" fmla="*/ 18 w 51"/>
              <a:gd name="T55" fmla="*/ 20 h 94"/>
              <a:gd name="T56" fmla="*/ 16 w 51"/>
              <a:gd name="T57" fmla="*/ 25 h 94"/>
              <a:gd name="T58" fmla="*/ 17 w 51"/>
              <a:gd name="T59" fmla="*/ 31 h 94"/>
              <a:gd name="T60" fmla="*/ 22 w 51"/>
              <a:gd name="T61" fmla="*/ 35 h 94"/>
              <a:gd name="T62" fmla="*/ 23 w 51"/>
              <a:gd name="T63" fmla="*/ 17 h 94"/>
              <a:gd name="T64" fmla="*/ 29 w 51"/>
              <a:gd name="T65" fmla="*/ 72 h 94"/>
              <a:gd name="T66" fmla="*/ 35 w 51"/>
              <a:gd name="T67" fmla="*/ 69 h 94"/>
              <a:gd name="T68" fmla="*/ 38 w 51"/>
              <a:gd name="T69" fmla="*/ 62 h 94"/>
              <a:gd name="T70" fmla="*/ 36 w 51"/>
              <a:gd name="T71" fmla="*/ 56 h 94"/>
              <a:gd name="T72" fmla="*/ 29 w 51"/>
              <a:gd name="T73" fmla="*/ 52 h 94"/>
              <a:gd name="T74" fmla="*/ 29 w 51"/>
              <a:gd name="T75" fmla="*/ 7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 h="94">
                <a:moveTo>
                  <a:pt x="21" y="72"/>
                </a:moveTo>
                <a:cubicBezTo>
                  <a:pt x="22" y="50"/>
                  <a:pt x="22" y="50"/>
                  <a:pt x="22" y="50"/>
                </a:cubicBezTo>
                <a:cubicBezTo>
                  <a:pt x="15" y="47"/>
                  <a:pt x="10" y="44"/>
                  <a:pt x="7" y="40"/>
                </a:cubicBezTo>
                <a:cubicBezTo>
                  <a:pt x="4" y="36"/>
                  <a:pt x="3" y="31"/>
                  <a:pt x="3" y="26"/>
                </a:cubicBezTo>
                <a:cubicBezTo>
                  <a:pt x="3" y="20"/>
                  <a:pt x="5" y="15"/>
                  <a:pt x="9" y="11"/>
                </a:cubicBezTo>
                <a:cubicBezTo>
                  <a:pt x="12" y="8"/>
                  <a:pt x="17" y="6"/>
                  <a:pt x="23" y="5"/>
                </a:cubicBezTo>
                <a:cubicBezTo>
                  <a:pt x="23" y="0"/>
                  <a:pt x="23" y="0"/>
                  <a:pt x="23" y="0"/>
                </a:cubicBezTo>
                <a:cubicBezTo>
                  <a:pt x="31" y="0"/>
                  <a:pt x="31" y="0"/>
                  <a:pt x="31" y="0"/>
                </a:cubicBezTo>
                <a:cubicBezTo>
                  <a:pt x="31" y="5"/>
                  <a:pt x="31" y="5"/>
                  <a:pt x="31" y="5"/>
                </a:cubicBezTo>
                <a:cubicBezTo>
                  <a:pt x="36" y="6"/>
                  <a:pt x="41" y="8"/>
                  <a:pt x="44" y="11"/>
                </a:cubicBezTo>
                <a:cubicBezTo>
                  <a:pt x="47" y="15"/>
                  <a:pt x="49" y="19"/>
                  <a:pt x="50" y="24"/>
                </a:cubicBezTo>
                <a:cubicBezTo>
                  <a:pt x="37" y="25"/>
                  <a:pt x="37" y="25"/>
                  <a:pt x="37" y="25"/>
                </a:cubicBezTo>
                <a:cubicBezTo>
                  <a:pt x="36" y="21"/>
                  <a:pt x="34" y="18"/>
                  <a:pt x="30" y="17"/>
                </a:cubicBezTo>
                <a:cubicBezTo>
                  <a:pt x="30" y="37"/>
                  <a:pt x="30" y="37"/>
                  <a:pt x="30" y="37"/>
                </a:cubicBezTo>
                <a:cubicBezTo>
                  <a:pt x="38" y="40"/>
                  <a:pt x="44" y="43"/>
                  <a:pt x="47" y="47"/>
                </a:cubicBezTo>
                <a:cubicBezTo>
                  <a:pt x="50" y="50"/>
                  <a:pt x="51" y="55"/>
                  <a:pt x="51" y="61"/>
                </a:cubicBezTo>
                <a:cubicBezTo>
                  <a:pt x="51" y="67"/>
                  <a:pt x="49" y="72"/>
                  <a:pt x="45" y="76"/>
                </a:cubicBezTo>
                <a:cubicBezTo>
                  <a:pt x="41" y="81"/>
                  <a:pt x="36" y="83"/>
                  <a:pt x="29" y="84"/>
                </a:cubicBezTo>
                <a:cubicBezTo>
                  <a:pt x="28" y="94"/>
                  <a:pt x="28" y="94"/>
                  <a:pt x="28" y="94"/>
                </a:cubicBezTo>
                <a:cubicBezTo>
                  <a:pt x="21" y="94"/>
                  <a:pt x="21" y="94"/>
                  <a:pt x="21" y="94"/>
                </a:cubicBezTo>
                <a:cubicBezTo>
                  <a:pt x="21" y="84"/>
                  <a:pt x="21" y="84"/>
                  <a:pt x="21" y="84"/>
                </a:cubicBezTo>
                <a:cubicBezTo>
                  <a:pt x="15" y="83"/>
                  <a:pt x="10" y="81"/>
                  <a:pt x="6" y="77"/>
                </a:cubicBezTo>
                <a:cubicBezTo>
                  <a:pt x="3" y="73"/>
                  <a:pt x="1" y="68"/>
                  <a:pt x="0" y="61"/>
                </a:cubicBezTo>
                <a:cubicBezTo>
                  <a:pt x="14" y="60"/>
                  <a:pt x="14" y="60"/>
                  <a:pt x="14" y="60"/>
                </a:cubicBezTo>
                <a:cubicBezTo>
                  <a:pt x="14" y="62"/>
                  <a:pt x="15" y="65"/>
                  <a:pt x="16" y="67"/>
                </a:cubicBezTo>
                <a:cubicBezTo>
                  <a:pt x="18" y="69"/>
                  <a:pt x="19" y="71"/>
                  <a:pt x="21" y="72"/>
                </a:cubicBezTo>
                <a:close/>
                <a:moveTo>
                  <a:pt x="23" y="17"/>
                </a:moveTo>
                <a:cubicBezTo>
                  <a:pt x="21" y="17"/>
                  <a:pt x="19" y="18"/>
                  <a:pt x="18" y="20"/>
                </a:cubicBezTo>
                <a:cubicBezTo>
                  <a:pt x="16" y="22"/>
                  <a:pt x="16" y="23"/>
                  <a:pt x="16" y="25"/>
                </a:cubicBezTo>
                <a:cubicBezTo>
                  <a:pt x="16" y="27"/>
                  <a:pt x="16" y="29"/>
                  <a:pt x="17" y="31"/>
                </a:cubicBezTo>
                <a:cubicBezTo>
                  <a:pt x="18" y="32"/>
                  <a:pt x="20" y="34"/>
                  <a:pt x="22" y="35"/>
                </a:cubicBezTo>
                <a:lnTo>
                  <a:pt x="23" y="17"/>
                </a:lnTo>
                <a:close/>
                <a:moveTo>
                  <a:pt x="29" y="72"/>
                </a:moveTo>
                <a:cubicBezTo>
                  <a:pt x="32" y="72"/>
                  <a:pt x="34" y="71"/>
                  <a:pt x="35" y="69"/>
                </a:cubicBezTo>
                <a:cubicBezTo>
                  <a:pt x="37" y="67"/>
                  <a:pt x="38" y="65"/>
                  <a:pt x="38" y="62"/>
                </a:cubicBezTo>
                <a:cubicBezTo>
                  <a:pt x="38" y="60"/>
                  <a:pt x="38" y="58"/>
                  <a:pt x="36" y="56"/>
                </a:cubicBezTo>
                <a:cubicBezTo>
                  <a:pt x="35" y="54"/>
                  <a:pt x="33" y="53"/>
                  <a:pt x="29" y="52"/>
                </a:cubicBezTo>
                <a:lnTo>
                  <a:pt x="29" y="7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24" name="组合 23"/>
          <p:cNvGrpSpPr/>
          <p:nvPr/>
        </p:nvGrpSpPr>
        <p:grpSpPr>
          <a:xfrm>
            <a:off x="4580387" y="2484158"/>
            <a:ext cx="399618" cy="383770"/>
            <a:chOff x="6235701" y="4083050"/>
            <a:chExt cx="560387" cy="538163"/>
          </a:xfrm>
          <a:solidFill>
            <a:schemeClr val="bg1"/>
          </a:solidFill>
        </p:grpSpPr>
        <p:sp>
          <p:nvSpPr>
            <p:cNvPr id="25" name="Freeform 31"/>
            <p:cNvSpPr>
              <a:spLocks/>
            </p:cNvSpPr>
            <p:nvPr/>
          </p:nvSpPr>
          <p:spPr bwMode="auto">
            <a:xfrm>
              <a:off x="6637338" y="4083050"/>
              <a:ext cx="158750" cy="161925"/>
            </a:xfrm>
            <a:custGeom>
              <a:avLst/>
              <a:gdLst>
                <a:gd name="T0" fmla="*/ 33 w 42"/>
                <a:gd name="T1" fmla="*/ 10 h 43"/>
                <a:gd name="T2" fmla="*/ 2 w 42"/>
                <a:gd name="T3" fmla="*/ 6 h 43"/>
                <a:gd name="T4" fmla="*/ 2 w 42"/>
                <a:gd name="T5" fmla="*/ 13 h 43"/>
                <a:gd name="T6" fmla="*/ 29 w 42"/>
                <a:gd name="T7" fmla="*/ 41 h 43"/>
                <a:gd name="T8" fmla="*/ 36 w 42"/>
                <a:gd name="T9" fmla="*/ 40 h 43"/>
                <a:gd name="T10" fmla="*/ 33 w 42"/>
                <a:gd name="T11" fmla="*/ 10 h 43"/>
              </a:gdLst>
              <a:ahLst/>
              <a:cxnLst>
                <a:cxn ang="0">
                  <a:pos x="T0" y="T1"/>
                </a:cxn>
                <a:cxn ang="0">
                  <a:pos x="T2" y="T3"/>
                </a:cxn>
                <a:cxn ang="0">
                  <a:pos x="T4" y="T5"/>
                </a:cxn>
                <a:cxn ang="0">
                  <a:pos x="T6" y="T7"/>
                </a:cxn>
                <a:cxn ang="0">
                  <a:pos x="T8" y="T9"/>
                </a:cxn>
                <a:cxn ang="0">
                  <a:pos x="T10" y="T11"/>
                </a:cxn>
              </a:cxnLst>
              <a:rect l="0" t="0" r="r" b="b"/>
              <a:pathLst>
                <a:path w="42" h="43">
                  <a:moveTo>
                    <a:pt x="33" y="10"/>
                  </a:moveTo>
                  <a:cubicBezTo>
                    <a:pt x="24" y="2"/>
                    <a:pt x="12" y="0"/>
                    <a:pt x="2" y="6"/>
                  </a:cubicBezTo>
                  <a:cubicBezTo>
                    <a:pt x="0" y="8"/>
                    <a:pt x="0" y="11"/>
                    <a:pt x="2" y="13"/>
                  </a:cubicBezTo>
                  <a:cubicBezTo>
                    <a:pt x="29" y="41"/>
                    <a:pt x="29" y="41"/>
                    <a:pt x="29" y="41"/>
                  </a:cubicBezTo>
                  <a:cubicBezTo>
                    <a:pt x="31" y="43"/>
                    <a:pt x="34" y="42"/>
                    <a:pt x="36" y="40"/>
                  </a:cubicBezTo>
                  <a:cubicBezTo>
                    <a:pt x="42" y="31"/>
                    <a:pt x="41" y="18"/>
                    <a:pt x="33" y="10"/>
                  </a:cubicBezTo>
                  <a:close/>
                </a:path>
              </a:pathLst>
            </a:custGeom>
            <a:grp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6" name="Freeform 32"/>
            <p:cNvSpPr>
              <a:spLocks noEditPoints="1"/>
            </p:cNvSpPr>
            <p:nvPr/>
          </p:nvSpPr>
          <p:spPr bwMode="auto">
            <a:xfrm>
              <a:off x="6269038" y="4129088"/>
              <a:ext cx="481013" cy="492125"/>
            </a:xfrm>
            <a:custGeom>
              <a:avLst/>
              <a:gdLst>
                <a:gd name="T0" fmla="*/ 116 w 128"/>
                <a:gd name="T1" fmla="*/ 99 h 131"/>
                <a:gd name="T2" fmla="*/ 128 w 128"/>
                <a:gd name="T3" fmla="*/ 63 h 131"/>
                <a:gd name="T4" fmla="*/ 65 w 128"/>
                <a:gd name="T5" fmla="*/ 0 h 131"/>
                <a:gd name="T6" fmla="*/ 64 w 128"/>
                <a:gd name="T7" fmla="*/ 0 h 131"/>
                <a:gd name="T8" fmla="*/ 2 w 128"/>
                <a:gd name="T9" fmla="*/ 63 h 131"/>
                <a:gd name="T10" fmla="*/ 13 w 128"/>
                <a:gd name="T11" fmla="*/ 97 h 131"/>
                <a:gd name="T12" fmla="*/ 2 w 128"/>
                <a:gd name="T13" fmla="*/ 119 h 131"/>
                <a:gd name="T14" fmla="*/ 6 w 128"/>
                <a:gd name="T15" fmla="*/ 130 h 131"/>
                <a:gd name="T16" fmla="*/ 10 w 128"/>
                <a:gd name="T17" fmla="*/ 131 h 131"/>
                <a:gd name="T18" fmla="*/ 17 w 128"/>
                <a:gd name="T19" fmla="*/ 126 h 131"/>
                <a:gd name="T20" fmla="*/ 25 w 128"/>
                <a:gd name="T21" fmla="*/ 111 h 131"/>
                <a:gd name="T22" fmla="*/ 64 w 128"/>
                <a:gd name="T23" fmla="*/ 125 h 131"/>
                <a:gd name="T24" fmla="*/ 65 w 128"/>
                <a:gd name="T25" fmla="*/ 125 h 131"/>
                <a:gd name="T26" fmla="*/ 103 w 128"/>
                <a:gd name="T27" fmla="*/ 112 h 131"/>
                <a:gd name="T28" fmla="*/ 110 w 128"/>
                <a:gd name="T29" fmla="*/ 126 h 131"/>
                <a:gd name="T30" fmla="*/ 118 w 128"/>
                <a:gd name="T31" fmla="*/ 131 h 131"/>
                <a:gd name="T32" fmla="*/ 122 w 128"/>
                <a:gd name="T33" fmla="*/ 130 h 131"/>
                <a:gd name="T34" fmla="*/ 126 w 128"/>
                <a:gd name="T35" fmla="*/ 119 h 131"/>
                <a:gd name="T36" fmla="*/ 116 w 128"/>
                <a:gd name="T37" fmla="*/ 99 h 131"/>
                <a:gd name="T38" fmla="*/ 65 w 128"/>
                <a:gd name="T39" fmla="*/ 109 h 131"/>
                <a:gd name="T40" fmla="*/ 64 w 128"/>
                <a:gd name="T41" fmla="*/ 109 h 131"/>
                <a:gd name="T42" fmla="*/ 19 w 128"/>
                <a:gd name="T43" fmla="*/ 63 h 131"/>
                <a:gd name="T44" fmla="*/ 64 w 128"/>
                <a:gd name="T45" fmla="*/ 17 h 131"/>
                <a:gd name="T46" fmla="*/ 65 w 128"/>
                <a:gd name="T47" fmla="*/ 17 h 131"/>
                <a:gd name="T48" fmla="*/ 111 w 128"/>
                <a:gd name="T49" fmla="*/ 63 h 131"/>
                <a:gd name="T50" fmla="*/ 65 w 128"/>
                <a:gd name="T51" fmla="*/ 109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8" h="131">
                  <a:moveTo>
                    <a:pt x="116" y="99"/>
                  </a:moveTo>
                  <a:cubicBezTo>
                    <a:pt x="123" y="89"/>
                    <a:pt x="128" y="77"/>
                    <a:pt x="128" y="63"/>
                  </a:cubicBezTo>
                  <a:cubicBezTo>
                    <a:pt x="128" y="28"/>
                    <a:pt x="100" y="0"/>
                    <a:pt x="65" y="0"/>
                  </a:cubicBezTo>
                  <a:cubicBezTo>
                    <a:pt x="65" y="0"/>
                    <a:pt x="65" y="0"/>
                    <a:pt x="64" y="0"/>
                  </a:cubicBezTo>
                  <a:cubicBezTo>
                    <a:pt x="30" y="1"/>
                    <a:pt x="2" y="29"/>
                    <a:pt x="2" y="63"/>
                  </a:cubicBezTo>
                  <a:cubicBezTo>
                    <a:pt x="2" y="76"/>
                    <a:pt x="6" y="88"/>
                    <a:pt x="13" y="97"/>
                  </a:cubicBezTo>
                  <a:cubicBezTo>
                    <a:pt x="2" y="119"/>
                    <a:pt x="2" y="119"/>
                    <a:pt x="2" y="119"/>
                  </a:cubicBezTo>
                  <a:cubicBezTo>
                    <a:pt x="0" y="123"/>
                    <a:pt x="2" y="128"/>
                    <a:pt x="6" y="130"/>
                  </a:cubicBezTo>
                  <a:cubicBezTo>
                    <a:pt x="7" y="131"/>
                    <a:pt x="8" y="131"/>
                    <a:pt x="10" y="131"/>
                  </a:cubicBezTo>
                  <a:cubicBezTo>
                    <a:pt x="13" y="131"/>
                    <a:pt x="16" y="129"/>
                    <a:pt x="17" y="126"/>
                  </a:cubicBezTo>
                  <a:cubicBezTo>
                    <a:pt x="25" y="111"/>
                    <a:pt x="25" y="111"/>
                    <a:pt x="25" y="111"/>
                  </a:cubicBezTo>
                  <a:cubicBezTo>
                    <a:pt x="36" y="120"/>
                    <a:pt x="49" y="125"/>
                    <a:pt x="64" y="125"/>
                  </a:cubicBezTo>
                  <a:cubicBezTo>
                    <a:pt x="65" y="125"/>
                    <a:pt x="65" y="125"/>
                    <a:pt x="65" y="125"/>
                  </a:cubicBezTo>
                  <a:cubicBezTo>
                    <a:pt x="79" y="125"/>
                    <a:pt x="93" y="121"/>
                    <a:pt x="103" y="112"/>
                  </a:cubicBezTo>
                  <a:cubicBezTo>
                    <a:pt x="110" y="126"/>
                    <a:pt x="110" y="126"/>
                    <a:pt x="110" y="126"/>
                  </a:cubicBezTo>
                  <a:cubicBezTo>
                    <a:pt x="112" y="129"/>
                    <a:pt x="115" y="131"/>
                    <a:pt x="118" y="131"/>
                  </a:cubicBezTo>
                  <a:cubicBezTo>
                    <a:pt x="119" y="131"/>
                    <a:pt x="121" y="131"/>
                    <a:pt x="122" y="130"/>
                  </a:cubicBezTo>
                  <a:cubicBezTo>
                    <a:pt x="126" y="128"/>
                    <a:pt x="128" y="123"/>
                    <a:pt x="126" y="119"/>
                  </a:cubicBezTo>
                  <a:lnTo>
                    <a:pt x="116" y="99"/>
                  </a:lnTo>
                  <a:close/>
                  <a:moveTo>
                    <a:pt x="65" y="109"/>
                  </a:moveTo>
                  <a:cubicBezTo>
                    <a:pt x="65" y="109"/>
                    <a:pt x="65" y="109"/>
                    <a:pt x="64" y="109"/>
                  </a:cubicBezTo>
                  <a:cubicBezTo>
                    <a:pt x="39" y="108"/>
                    <a:pt x="19" y="88"/>
                    <a:pt x="19" y="63"/>
                  </a:cubicBezTo>
                  <a:cubicBezTo>
                    <a:pt x="19" y="38"/>
                    <a:pt x="39" y="18"/>
                    <a:pt x="64" y="17"/>
                  </a:cubicBezTo>
                  <a:cubicBezTo>
                    <a:pt x="65" y="17"/>
                    <a:pt x="65" y="17"/>
                    <a:pt x="65" y="17"/>
                  </a:cubicBezTo>
                  <a:cubicBezTo>
                    <a:pt x="90" y="17"/>
                    <a:pt x="111" y="38"/>
                    <a:pt x="111" y="63"/>
                  </a:cubicBezTo>
                  <a:cubicBezTo>
                    <a:pt x="111" y="88"/>
                    <a:pt x="90" y="109"/>
                    <a:pt x="65" y="109"/>
                  </a:cubicBezTo>
                  <a:close/>
                </a:path>
              </a:pathLst>
            </a:custGeom>
            <a:grp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7" name="Freeform 33"/>
            <p:cNvSpPr>
              <a:spLocks/>
            </p:cNvSpPr>
            <p:nvPr/>
          </p:nvSpPr>
          <p:spPr bwMode="auto">
            <a:xfrm>
              <a:off x="6416676" y="4279900"/>
              <a:ext cx="115888" cy="198438"/>
            </a:xfrm>
            <a:custGeom>
              <a:avLst/>
              <a:gdLst>
                <a:gd name="T0" fmla="*/ 26 w 31"/>
                <a:gd name="T1" fmla="*/ 0 h 53"/>
                <a:gd name="T2" fmla="*/ 25 w 31"/>
                <a:gd name="T3" fmla="*/ 0 h 53"/>
                <a:gd name="T4" fmla="*/ 21 w 31"/>
                <a:gd name="T5" fmla="*/ 4 h 53"/>
                <a:gd name="T6" fmla="*/ 21 w 31"/>
                <a:gd name="T7" fmla="*/ 23 h 53"/>
                <a:gd name="T8" fmla="*/ 2 w 31"/>
                <a:gd name="T9" fmla="*/ 45 h 53"/>
                <a:gd name="T10" fmla="*/ 2 w 31"/>
                <a:gd name="T11" fmla="*/ 52 h 53"/>
                <a:gd name="T12" fmla="*/ 5 w 31"/>
                <a:gd name="T13" fmla="*/ 53 h 53"/>
                <a:gd name="T14" fmla="*/ 9 w 31"/>
                <a:gd name="T15" fmla="*/ 52 h 53"/>
                <a:gd name="T16" fmla="*/ 25 w 31"/>
                <a:gd name="T17" fmla="*/ 33 h 53"/>
                <a:gd name="T18" fmla="*/ 29 w 31"/>
                <a:gd name="T19" fmla="*/ 28 h 53"/>
                <a:gd name="T20" fmla="*/ 31 w 31"/>
                <a:gd name="T21" fmla="*/ 25 h 53"/>
                <a:gd name="T22" fmla="*/ 31 w 31"/>
                <a:gd name="T23" fmla="*/ 4 h 53"/>
                <a:gd name="T24" fmla="*/ 26 w 31"/>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53">
                  <a:moveTo>
                    <a:pt x="26" y="0"/>
                  </a:moveTo>
                  <a:cubicBezTo>
                    <a:pt x="26" y="0"/>
                    <a:pt x="26" y="0"/>
                    <a:pt x="25" y="0"/>
                  </a:cubicBezTo>
                  <a:cubicBezTo>
                    <a:pt x="23" y="0"/>
                    <a:pt x="21" y="2"/>
                    <a:pt x="21" y="4"/>
                  </a:cubicBezTo>
                  <a:cubicBezTo>
                    <a:pt x="21" y="23"/>
                    <a:pt x="21" y="23"/>
                    <a:pt x="21" y="23"/>
                  </a:cubicBezTo>
                  <a:cubicBezTo>
                    <a:pt x="2" y="45"/>
                    <a:pt x="2" y="45"/>
                    <a:pt x="2" y="45"/>
                  </a:cubicBezTo>
                  <a:cubicBezTo>
                    <a:pt x="0" y="48"/>
                    <a:pt x="0" y="51"/>
                    <a:pt x="2" y="52"/>
                  </a:cubicBezTo>
                  <a:cubicBezTo>
                    <a:pt x="3" y="53"/>
                    <a:pt x="4" y="53"/>
                    <a:pt x="5" y="53"/>
                  </a:cubicBezTo>
                  <a:cubicBezTo>
                    <a:pt x="7" y="53"/>
                    <a:pt x="8" y="53"/>
                    <a:pt x="9" y="52"/>
                  </a:cubicBezTo>
                  <a:cubicBezTo>
                    <a:pt x="25" y="33"/>
                    <a:pt x="25" y="33"/>
                    <a:pt x="25" y="33"/>
                  </a:cubicBezTo>
                  <a:cubicBezTo>
                    <a:pt x="29" y="28"/>
                    <a:pt x="29" y="28"/>
                    <a:pt x="29" y="28"/>
                  </a:cubicBezTo>
                  <a:cubicBezTo>
                    <a:pt x="30" y="27"/>
                    <a:pt x="31" y="26"/>
                    <a:pt x="31" y="25"/>
                  </a:cubicBezTo>
                  <a:cubicBezTo>
                    <a:pt x="31" y="4"/>
                    <a:pt x="31" y="4"/>
                    <a:pt x="31" y="4"/>
                  </a:cubicBezTo>
                  <a:cubicBezTo>
                    <a:pt x="31" y="2"/>
                    <a:pt x="29" y="0"/>
                    <a:pt x="26" y="0"/>
                  </a:cubicBezTo>
                  <a:close/>
                </a:path>
              </a:pathLst>
            </a:custGeom>
            <a:grp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8" name="Freeform 34"/>
            <p:cNvSpPr>
              <a:spLocks/>
            </p:cNvSpPr>
            <p:nvPr/>
          </p:nvSpPr>
          <p:spPr bwMode="auto">
            <a:xfrm>
              <a:off x="6235701" y="4083050"/>
              <a:ext cx="157163" cy="161925"/>
            </a:xfrm>
            <a:custGeom>
              <a:avLst/>
              <a:gdLst>
                <a:gd name="T0" fmla="*/ 9 w 42"/>
                <a:gd name="T1" fmla="*/ 10 h 43"/>
                <a:gd name="T2" fmla="*/ 6 w 42"/>
                <a:gd name="T3" fmla="*/ 40 h 43"/>
                <a:gd name="T4" fmla="*/ 12 w 42"/>
                <a:gd name="T5" fmla="*/ 41 h 43"/>
                <a:gd name="T6" fmla="*/ 40 w 42"/>
                <a:gd name="T7" fmla="*/ 13 h 43"/>
                <a:gd name="T8" fmla="*/ 39 w 42"/>
                <a:gd name="T9" fmla="*/ 6 h 43"/>
                <a:gd name="T10" fmla="*/ 9 w 42"/>
                <a:gd name="T11" fmla="*/ 10 h 43"/>
              </a:gdLst>
              <a:ahLst/>
              <a:cxnLst>
                <a:cxn ang="0">
                  <a:pos x="T0" y="T1"/>
                </a:cxn>
                <a:cxn ang="0">
                  <a:pos x="T2" y="T3"/>
                </a:cxn>
                <a:cxn ang="0">
                  <a:pos x="T4" y="T5"/>
                </a:cxn>
                <a:cxn ang="0">
                  <a:pos x="T6" y="T7"/>
                </a:cxn>
                <a:cxn ang="0">
                  <a:pos x="T8" y="T9"/>
                </a:cxn>
                <a:cxn ang="0">
                  <a:pos x="T10" y="T11"/>
                </a:cxn>
              </a:cxnLst>
              <a:rect l="0" t="0" r="r" b="b"/>
              <a:pathLst>
                <a:path w="42" h="43">
                  <a:moveTo>
                    <a:pt x="9" y="10"/>
                  </a:moveTo>
                  <a:cubicBezTo>
                    <a:pt x="1" y="18"/>
                    <a:pt x="0" y="31"/>
                    <a:pt x="6" y="40"/>
                  </a:cubicBezTo>
                  <a:cubicBezTo>
                    <a:pt x="7" y="42"/>
                    <a:pt x="10" y="43"/>
                    <a:pt x="12" y="41"/>
                  </a:cubicBezTo>
                  <a:cubicBezTo>
                    <a:pt x="40" y="13"/>
                    <a:pt x="40" y="13"/>
                    <a:pt x="40" y="13"/>
                  </a:cubicBezTo>
                  <a:cubicBezTo>
                    <a:pt x="42" y="11"/>
                    <a:pt x="41" y="8"/>
                    <a:pt x="39" y="6"/>
                  </a:cubicBezTo>
                  <a:cubicBezTo>
                    <a:pt x="30" y="0"/>
                    <a:pt x="17" y="2"/>
                    <a:pt x="9" y="10"/>
                  </a:cubicBezTo>
                  <a:close/>
                </a:path>
              </a:pathLst>
            </a:custGeom>
            <a:grp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29" name="组合 28"/>
          <p:cNvGrpSpPr/>
          <p:nvPr/>
        </p:nvGrpSpPr>
        <p:grpSpPr>
          <a:xfrm>
            <a:off x="5649903" y="4899517"/>
            <a:ext cx="498517" cy="496240"/>
            <a:chOff x="488950" y="192088"/>
            <a:chExt cx="695325" cy="692150"/>
          </a:xfrm>
          <a:solidFill>
            <a:schemeClr val="bg1"/>
          </a:solidFill>
        </p:grpSpPr>
        <p:sp>
          <p:nvSpPr>
            <p:cNvPr id="30" name="Freeform 55"/>
            <p:cNvSpPr>
              <a:spLocks noEditPoints="1"/>
            </p:cNvSpPr>
            <p:nvPr/>
          </p:nvSpPr>
          <p:spPr bwMode="auto">
            <a:xfrm>
              <a:off x="488950" y="192088"/>
              <a:ext cx="409575" cy="415925"/>
            </a:xfrm>
            <a:custGeom>
              <a:avLst/>
              <a:gdLst>
                <a:gd name="T0" fmla="*/ 12 w 109"/>
                <a:gd name="T1" fmla="*/ 67 h 110"/>
                <a:gd name="T2" fmla="*/ 16 w 109"/>
                <a:gd name="T3" fmla="*/ 76 h 110"/>
                <a:gd name="T4" fmla="*/ 11 w 109"/>
                <a:gd name="T5" fmla="*/ 82 h 110"/>
                <a:gd name="T6" fmla="*/ 11 w 109"/>
                <a:gd name="T7" fmla="*/ 89 h 110"/>
                <a:gd name="T8" fmla="*/ 20 w 109"/>
                <a:gd name="T9" fmla="*/ 98 h 110"/>
                <a:gd name="T10" fmla="*/ 26 w 109"/>
                <a:gd name="T11" fmla="*/ 98 h 110"/>
                <a:gd name="T12" fmla="*/ 32 w 109"/>
                <a:gd name="T13" fmla="*/ 93 h 110"/>
                <a:gd name="T14" fmla="*/ 42 w 109"/>
                <a:gd name="T15" fmla="*/ 97 h 110"/>
                <a:gd name="T16" fmla="*/ 43 w 109"/>
                <a:gd name="T17" fmla="*/ 105 h 110"/>
                <a:gd name="T18" fmla="*/ 48 w 109"/>
                <a:gd name="T19" fmla="*/ 110 h 110"/>
                <a:gd name="T20" fmla="*/ 60 w 109"/>
                <a:gd name="T21" fmla="*/ 110 h 110"/>
                <a:gd name="T22" fmla="*/ 65 w 109"/>
                <a:gd name="T23" fmla="*/ 105 h 110"/>
                <a:gd name="T24" fmla="*/ 66 w 109"/>
                <a:gd name="T25" fmla="*/ 98 h 110"/>
                <a:gd name="T26" fmla="*/ 77 w 109"/>
                <a:gd name="T27" fmla="*/ 93 h 110"/>
                <a:gd name="T28" fmla="*/ 83 w 109"/>
                <a:gd name="T29" fmla="*/ 98 h 110"/>
                <a:gd name="T30" fmla="*/ 89 w 109"/>
                <a:gd name="T31" fmla="*/ 98 h 110"/>
                <a:gd name="T32" fmla="*/ 98 w 109"/>
                <a:gd name="T33" fmla="*/ 89 h 110"/>
                <a:gd name="T34" fmla="*/ 98 w 109"/>
                <a:gd name="T35" fmla="*/ 83 h 110"/>
                <a:gd name="T36" fmla="*/ 93 w 109"/>
                <a:gd name="T37" fmla="*/ 77 h 110"/>
                <a:gd name="T38" fmla="*/ 98 w 109"/>
                <a:gd name="T39" fmla="*/ 66 h 110"/>
                <a:gd name="T40" fmla="*/ 105 w 109"/>
                <a:gd name="T41" fmla="*/ 65 h 110"/>
                <a:gd name="T42" fmla="*/ 109 w 109"/>
                <a:gd name="T43" fmla="*/ 60 h 110"/>
                <a:gd name="T44" fmla="*/ 109 w 109"/>
                <a:gd name="T45" fmla="*/ 49 h 110"/>
                <a:gd name="T46" fmla="*/ 105 w 109"/>
                <a:gd name="T47" fmla="*/ 44 h 110"/>
                <a:gd name="T48" fmla="*/ 98 w 109"/>
                <a:gd name="T49" fmla="*/ 43 h 110"/>
                <a:gd name="T50" fmla="*/ 94 w 109"/>
                <a:gd name="T51" fmla="*/ 32 h 110"/>
                <a:gd name="T52" fmla="*/ 98 w 109"/>
                <a:gd name="T53" fmla="*/ 27 h 110"/>
                <a:gd name="T54" fmla="*/ 98 w 109"/>
                <a:gd name="T55" fmla="*/ 20 h 110"/>
                <a:gd name="T56" fmla="*/ 89 w 109"/>
                <a:gd name="T57" fmla="*/ 12 h 110"/>
                <a:gd name="T58" fmla="*/ 83 w 109"/>
                <a:gd name="T59" fmla="*/ 12 h 110"/>
                <a:gd name="T60" fmla="*/ 77 w 109"/>
                <a:gd name="T61" fmla="*/ 16 h 110"/>
                <a:gd name="T62" fmla="*/ 66 w 109"/>
                <a:gd name="T63" fmla="*/ 11 h 110"/>
                <a:gd name="T64" fmla="*/ 66 w 109"/>
                <a:gd name="T65" fmla="*/ 4 h 110"/>
                <a:gd name="T66" fmla="*/ 61 w 109"/>
                <a:gd name="T67" fmla="*/ 0 h 110"/>
                <a:gd name="T68" fmla="*/ 49 w 109"/>
                <a:gd name="T69" fmla="*/ 0 h 110"/>
                <a:gd name="T70" fmla="*/ 44 w 109"/>
                <a:gd name="T71" fmla="*/ 4 h 110"/>
                <a:gd name="T72" fmla="*/ 43 w 109"/>
                <a:gd name="T73" fmla="*/ 11 h 110"/>
                <a:gd name="T74" fmla="*/ 32 w 109"/>
                <a:gd name="T75" fmla="*/ 16 h 110"/>
                <a:gd name="T76" fmla="*/ 26 w 109"/>
                <a:gd name="T77" fmla="*/ 12 h 110"/>
                <a:gd name="T78" fmla="*/ 20 w 109"/>
                <a:gd name="T79" fmla="*/ 12 h 110"/>
                <a:gd name="T80" fmla="*/ 11 w 109"/>
                <a:gd name="T81" fmla="*/ 20 h 110"/>
                <a:gd name="T82" fmla="*/ 11 w 109"/>
                <a:gd name="T83" fmla="*/ 27 h 110"/>
                <a:gd name="T84" fmla="*/ 16 w 109"/>
                <a:gd name="T85" fmla="*/ 33 h 110"/>
                <a:gd name="T86" fmla="*/ 11 w 109"/>
                <a:gd name="T87" fmla="*/ 43 h 110"/>
                <a:gd name="T88" fmla="*/ 4 w 109"/>
                <a:gd name="T89" fmla="*/ 44 h 110"/>
                <a:gd name="T90" fmla="*/ 0 w 109"/>
                <a:gd name="T91" fmla="*/ 49 h 110"/>
                <a:gd name="T92" fmla="*/ 0 w 109"/>
                <a:gd name="T93" fmla="*/ 61 h 110"/>
                <a:gd name="T94" fmla="*/ 4 w 109"/>
                <a:gd name="T95" fmla="*/ 66 h 110"/>
                <a:gd name="T96" fmla="*/ 12 w 109"/>
                <a:gd name="T97" fmla="*/ 67 h 110"/>
                <a:gd name="T98" fmla="*/ 55 w 109"/>
                <a:gd name="T99" fmla="*/ 35 h 110"/>
                <a:gd name="T100" fmla="*/ 74 w 109"/>
                <a:gd name="T101" fmla="*/ 54 h 110"/>
                <a:gd name="T102" fmla="*/ 55 w 109"/>
                <a:gd name="T103" fmla="*/ 74 h 110"/>
                <a:gd name="T104" fmla="*/ 35 w 109"/>
                <a:gd name="T105" fmla="*/ 54 h 110"/>
                <a:gd name="T106" fmla="*/ 55 w 109"/>
                <a:gd name="T107" fmla="*/ 3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9" h="110">
                  <a:moveTo>
                    <a:pt x="12" y="67"/>
                  </a:moveTo>
                  <a:cubicBezTo>
                    <a:pt x="13" y="70"/>
                    <a:pt x="14" y="73"/>
                    <a:pt x="16" y="76"/>
                  </a:cubicBezTo>
                  <a:cubicBezTo>
                    <a:pt x="11" y="82"/>
                    <a:pt x="11" y="82"/>
                    <a:pt x="11" y="82"/>
                  </a:cubicBezTo>
                  <a:cubicBezTo>
                    <a:pt x="9" y="84"/>
                    <a:pt x="10" y="87"/>
                    <a:pt x="11" y="89"/>
                  </a:cubicBezTo>
                  <a:cubicBezTo>
                    <a:pt x="20" y="98"/>
                    <a:pt x="20" y="98"/>
                    <a:pt x="20" y="98"/>
                  </a:cubicBezTo>
                  <a:cubicBezTo>
                    <a:pt x="22" y="99"/>
                    <a:pt x="24" y="99"/>
                    <a:pt x="26" y="98"/>
                  </a:cubicBezTo>
                  <a:cubicBezTo>
                    <a:pt x="32" y="93"/>
                    <a:pt x="32" y="93"/>
                    <a:pt x="32" y="93"/>
                  </a:cubicBezTo>
                  <a:cubicBezTo>
                    <a:pt x="36" y="95"/>
                    <a:pt x="39" y="96"/>
                    <a:pt x="42" y="97"/>
                  </a:cubicBezTo>
                  <a:cubicBezTo>
                    <a:pt x="43" y="105"/>
                    <a:pt x="43" y="105"/>
                    <a:pt x="43" y="105"/>
                  </a:cubicBezTo>
                  <a:cubicBezTo>
                    <a:pt x="44" y="108"/>
                    <a:pt x="46" y="110"/>
                    <a:pt x="48" y="110"/>
                  </a:cubicBezTo>
                  <a:cubicBezTo>
                    <a:pt x="60" y="110"/>
                    <a:pt x="60" y="110"/>
                    <a:pt x="60" y="110"/>
                  </a:cubicBezTo>
                  <a:cubicBezTo>
                    <a:pt x="63" y="110"/>
                    <a:pt x="65" y="108"/>
                    <a:pt x="65" y="105"/>
                  </a:cubicBezTo>
                  <a:cubicBezTo>
                    <a:pt x="66" y="98"/>
                    <a:pt x="66" y="98"/>
                    <a:pt x="66" y="98"/>
                  </a:cubicBezTo>
                  <a:cubicBezTo>
                    <a:pt x="70" y="97"/>
                    <a:pt x="73" y="95"/>
                    <a:pt x="77" y="93"/>
                  </a:cubicBezTo>
                  <a:cubicBezTo>
                    <a:pt x="83" y="98"/>
                    <a:pt x="83" y="98"/>
                    <a:pt x="83" y="98"/>
                  </a:cubicBezTo>
                  <a:cubicBezTo>
                    <a:pt x="85" y="100"/>
                    <a:pt x="87" y="99"/>
                    <a:pt x="89" y="98"/>
                  </a:cubicBezTo>
                  <a:cubicBezTo>
                    <a:pt x="98" y="89"/>
                    <a:pt x="98" y="89"/>
                    <a:pt x="98" y="89"/>
                  </a:cubicBezTo>
                  <a:cubicBezTo>
                    <a:pt x="99" y="87"/>
                    <a:pt x="100" y="85"/>
                    <a:pt x="98" y="83"/>
                  </a:cubicBezTo>
                  <a:cubicBezTo>
                    <a:pt x="93" y="77"/>
                    <a:pt x="93" y="77"/>
                    <a:pt x="93" y="77"/>
                  </a:cubicBezTo>
                  <a:cubicBezTo>
                    <a:pt x="95" y="73"/>
                    <a:pt x="97" y="70"/>
                    <a:pt x="98" y="66"/>
                  </a:cubicBezTo>
                  <a:cubicBezTo>
                    <a:pt x="105" y="65"/>
                    <a:pt x="105" y="65"/>
                    <a:pt x="105" y="65"/>
                  </a:cubicBezTo>
                  <a:cubicBezTo>
                    <a:pt x="107" y="65"/>
                    <a:pt x="109" y="63"/>
                    <a:pt x="109" y="60"/>
                  </a:cubicBezTo>
                  <a:cubicBezTo>
                    <a:pt x="109" y="49"/>
                    <a:pt x="109" y="49"/>
                    <a:pt x="109" y="49"/>
                  </a:cubicBezTo>
                  <a:cubicBezTo>
                    <a:pt x="109" y="46"/>
                    <a:pt x="107" y="44"/>
                    <a:pt x="105" y="44"/>
                  </a:cubicBezTo>
                  <a:cubicBezTo>
                    <a:pt x="98" y="43"/>
                    <a:pt x="98" y="43"/>
                    <a:pt x="98" y="43"/>
                  </a:cubicBezTo>
                  <a:cubicBezTo>
                    <a:pt x="97" y="39"/>
                    <a:pt x="95" y="36"/>
                    <a:pt x="94" y="32"/>
                  </a:cubicBezTo>
                  <a:cubicBezTo>
                    <a:pt x="98" y="27"/>
                    <a:pt x="98" y="27"/>
                    <a:pt x="98" y="27"/>
                  </a:cubicBezTo>
                  <a:cubicBezTo>
                    <a:pt x="100" y="25"/>
                    <a:pt x="99" y="22"/>
                    <a:pt x="98" y="20"/>
                  </a:cubicBezTo>
                  <a:cubicBezTo>
                    <a:pt x="89" y="12"/>
                    <a:pt x="89" y="12"/>
                    <a:pt x="89" y="12"/>
                  </a:cubicBezTo>
                  <a:cubicBezTo>
                    <a:pt x="87" y="10"/>
                    <a:pt x="85" y="10"/>
                    <a:pt x="83" y="12"/>
                  </a:cubicBezTo>
                  <a:cubicBezTo>
                    <a:pt x="77" y="16"/>
                    <a:pt x="77" y="16"/>
                    <a:pt x="77" y="16"/>
                  </a:cubicBezTo>
                  <a:cubicBezTo>
                    <a:pt x="74" y="14"/>
                    <a:pt x="70" y="12"/>
                    <a:pt x="66" y="11"/>
                  </a:cubicBezTo>
                  <a:cubicBezTo>
                    <a:pt x="66" y="4"/>
                    <a:pt x="66" y="4"/>
                    <a:pt x="66" y="4"/>
                  </a:cubicBezTo>
                  <a:cubicBezTo>
                    <a:pt x="65" y="2"/>
                    <a:pt x="63" y="0"/>
                    <a:pt x="61" y="0"/>
                  </a:cubicBezTo>
                  <a:cubicBezTo>
                    <a:pt x="49" y="0"/>
                    <a:pt x="49" y="0"/>
                    <a:pt x="49" y="0"/>
                  </a:cubicBezTo>
                  <a:cubicBezTo>
                    <a:pt x="46" y="0"/>
                    <a:pt x="44" y="2"/>
                    <a:pt x="44" y="4"/>
                  </a:cubicBezTo>
                  <a:cubicBezTo>
                    <a:pt x="43" y="11"/>
                    <a:pt x="43" y="11"/>
                    <a:pt x="43" y="11"/>
                  </a:cubicBezTo>
                  <a:cubicBezTo>
                    <a:pt x="39" y="12"/>
                    <a:pt x="35" y="14"/>
                    <a:pt x="32" y="16"/>
                  </a:cubicBezTo>
                  <a:cubicBezTo>
                    <a:pt x="26" y="12"/>
                    <a:pt x="26" y="12"/>
                    <a:pt x="26" y="12"/>
                  </a:cubicBezTo>
                  <a:cubicBezTo>
                    <a:pt x="24" y="10"/>
                    <a:pt x="22" y="10"/>
                    <a:pt x="20" y="12"/>
                  </a:cubicBezTo>
                  <a:cubicBezTo>
                    <a:pt x="11" y="20"/>
                    <a:pt x="11" y="20"/>
                    <a:pt x="11" y="20"/>
                  </a:cubicBezTo>
                  <a:cubicBezTo>
                    <a:pt x="10" y="22"/>
                    <a:pt x="9" y="25"/>
                    <a:pt x="11" y="27"/>
                  </a:cubicBezTo>
                  <a:cubicBezTo>
                    <a:pt x="16" y="33"/>
                    <a:pt x="16" y="33"/>
                    <a:pt x="16" y="33"/>
                  </a:cubicBezTo>
                  <a:cubicBezTo>
                    <a:pt x="14" y="36"/>
                    <a:pt x="12" y="40"/>
                    <a:pt x="11" y="43"/>
                  </a:cubicBezTo>
                  <a:cubicBezTo>
                    <a:pt x="4" y="44"/>
                    <a:pt x="4" y="44"/>
                    <a:pt x="4" y="44"/>
                  </a:cubicBezTo>
                  <a:cubicBezTo>
                    <a:pt x="2" y="44"/>
                    <a:pt x="0" y="47"/>
                    <a:pt x="0" y="49"/>
                  </a:cubicBezTo>
                  <a:cubicBezTo>
                    <a:pt x="0" y="61"/>
                    <a:pt x="0" y="61"/>
                    <a:pt x="0" y="61"/>
                  </a:cubicBezTo>
                  <a:cubicBezTo>
                    <a:pt x="0" y="63"/>
                    <a:pt x="2" y="66"/>
                    <a:pt x="4" y="66"/>
                  </a:cubicBezTo>
                  <a:lnTo>
                    <a:pt x="12" y="67"/>
                  </a:lnTo>
                  <a:close/>
                  <a:moveTo>
                    <a:pt x="55" y="35"/>
                  </a:moveTo>
                  <a:cubicBezTo>
                    <a:pt x="66" y="35"/>
                    <a:pt x="74" y="44"/>
                    <a:pt x="74" y="54"/>
                  </a:cubicBezTo>
                  <a:cubicBezTo>
                    <a:pt x="74" y="65"/>
                    <a:pt x="66" y="74"/>
                    <a:pt x="55" y="74"/>
                  </a:cubicBezTo>
                  <a:cubicBezTo>
                    <a:pt x="44" y="74"/>
                    <a:pt x="35" y="65"/>
                    <a:pt x="35" y="54"/>
                  </a:cubicBezTo>
                  <a:cubicBezTo>
                    <a:pt x="35" y="44"/>
                    <a:pt x="44" y="35"/>
                    <a:pt x="55"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56"/>
            <p:cNvSpPr>
              <a:spLocks noEditPoints="1"/>
            </p:cNvSpPr>
            <p:nvPr/>
          </p:nvSpPr>
          <p:spPr bwMode="auto">
            <a:xfrm>
              <a:off x="841375" y="404813"/>
              <a:ext cx="342900" cy="342900"/>
            </a:xfrm>
            <a:custGeom>
              <a:avLst/>
              <a:gdLst>
                <a:gd name="T0" fmla="*/ 78 w 91"/>
                <a:gd name="T1" fmla="*/ 14 h 91"/>
                <a:gd name="T2" fmla="*/ 72 w 91"/>
                <a:gd name="T3" fmla="*/ 8 h 91"/>
                <a:gd name="T4" fmla="*/ 65 w 91"/>
                <a:gd name="T5" fmla="*/ 9 h 91"/>
                <a:gd name="T6" fmla="*/ 62 w 91"/>
                <a:gd name="T7" fmla="*/ 12 h 91"/>
                <a:gd name="T8" fmla="*/ 52 w 91"/>
                <a:gd name="T9" fmla="*/ 9 h 91"/>
                <a:gd name="T10" fmla="*/ 51 w 91"/>
                <a:gd name="T11" fmla="*/ 4 h 91"/>
                <a:gd name="T12" fmla="*/ 46 w 91"/>
                <a:gd name="T13" fmla="*/ 0 h 91"/>
                <a:gd name="T14" fmla="*/ 38 w 91"/>
                <a:gd name="T15" fmla="*/ 1 h 91"/>
                <a:gd name="T16" fmla="*/ 33 w 91"/>
                <a:gd name="T17" fmla="*/ 6 h 91"/>
                <a:gd name="T18" fmla="*/ 33 w 91"/>
                <a:gd name="T19" fmla="*/ 10 h 91"/>
                <a:gd name="T20" fmla="*/ 24 w 91"/>
                <a:gd name="T21" fmla="*/ 15 h 91"/>
                <a:gd name="T22" fmla="*/ 20 w 91"/>
                <a:gd name="T23" fmla="*/ 12 h 91"/>
                <a:gd name="T24" fmla="*/ 14 w 91"/>
                <a:gd name="T25" fmla="*/ 13 h 91"/>
                <a:gd name="T26" fmla="*/ 9 w 91"/>
                <a:gd name="T27" fmla="*/ 20 h 91"/>
                <a:gd name="T28" fmla="*/ 9 w 91"/>
                <a:gd name="T29" fmla="*/ 26 h 91"/>
                <a:gd name="T30" fmla="*/ 12 w 91"/>
                <a:gd name="T31" fmla="*/ 30 h 91"/>
                <a:gd name="T32" fmla="*/ 10 w 91"/>
                <a:gd name="T33" fmla="*/ 39 h 91"/>
                <a:gd name="T34" fmla="*/ 4 w 91"/>
                <a:gd name="T35" fmla="*/ 40 h 91"/>
                <a:gd name="T36" fmla="*/ 0 w 91"/>
                <a:gd name="T37" fmla="*/ 45 h 91"/>
                <a:gd name="T38" fmla="*/ 1 w 91"/>
                <a:gd name="T39" fmla="*/ 53 h 91"/>
                <a:gd name="T40" fmla="*/ 6 w 91"/>
                <a:gd name="T41" fmla="*/ 58 h 91"/>
                <a:gd name="T42" fmla="*/ 12 w 91"/>
                <a:gd name="T43" fmla="*/ 58 h 91"/>
                <a:gd name="T44" fmla="*/ 16 w 91"/>
                <a:gd name="T45" fmla="*/ 66 h 91"/>
                <a:gd name="T46" fmla="*/ 12 w 91"/>
                <a:gd name="T47" fmla="*/ 70 h 91"/>
                <a:gd name="T48" fmla="*/ 13 w 91"/>
                <a:gd name="T49" fmla="*/ 77 h 91"/>
                <a:gd name="T50" fmla="*/ 20 w 91"/>
                <a:gd name="T51" fmla="*/ 82 h 91"/>
                <a:gd name="T52" fmla="*/ 26 w 91"/>
                <a:gd name="T53" fmla="*/ 82 h 91"/>
                <a:gd name="T54" fmla="*/ 30 w 91"/>
                <a:gd name="T55" fmla="*/ 78 h 91"/>
                <a:gd name="T56" fmla="*/ 39 w 91"/>
                <a:gd name="T57" fmla="*/ 81 h 91"/>
                <a:gd name="T58" fmla="*/ 40 w 91"/>
                <a:gd name="T59" fmla="*/ 86 h 91"/>
                <a:gd name="T60" fmla="*/ 45 w 91"/>
                <a:gd name="T61" fmla="*/ 90 h 91"/>
                <a:gd name="T62" fmla="*/ 53 w 91"/>
                <a:gd name="T63" fmla="*/ 90 h 91"/>
                <a:gd name="T64" fmla="*/ 58 w 91"/>
                <a:gd name="T65" fmla="*/ 85 h 91"/>
                <a:gd name="T66" fmla="*/ 58 w 91"/>
                <a:gd name="T67" fmla="*/ 79 h 91"/>
                <a:gd name="T68" fmla="*/ 66 w 91"/>
                <a:gd name="T69" fmla="*/ 75 h 91"/>
                <a:gd name="T70" fmla="*/ 71 w 91"/>
                <a:gd name="T71" fmla="*/ 78 h 91"/>
                <a:gd name="T72" fmla="*/ 77 w 91"/>
                <a:gd name="T73" fmla="*/ 77 h 91"/>
                <a:gd name="T74" fmla="*/ 83 w 91"/>
                <a:gd name="T75" fmla="*/ 71 h 91"/>
                <a:gd name="T76" fmla="*/ 82 w 91"/>
                <a:gd name="T77" fmla="*/ 64 h 91"/>
                <a:gd name="T78" fmla="*/ 79 w 91"/>
                <a:gd name="T79" fmla="*/ 61 h 91"/>
                <a:gd name="T80" fmla="*/ 82 w 91"/>
                <a:gd name="T81" fmla="*/ 52 h 91"/>
                <a:gd name="T82" fmla="*/ 87 w 91"/>
                <a:gd name="T83" fmla="*/ 51 h 91"/>
                <a:gd name="T84" fmla="*/ 91 w 91"/>
                <a:gd name="T85" fmla="*/ 45 h 91"/>
                <a:gd name="T86" fmla="*/ 90 w 91"/>
                <a:gd name="T87" fmla="*/ 37 h 91"/>
                <a:gd name="T88" fmla="*/ 85 w 91"/>
                <a:gd name="T89" fmla="*/ 33 h 91"/>
                <a:gd name="T90" fmla="*/ 80 w 91"/>
                <a:gd name="T91" fmla="*/ 33 h 91"/>
                <a:gd name="T92" fmla="*/ 76 w 91"/>
                <a:gd name="T93" fmla="*/ 24 h 91"/>
                <a:gd name="T94" fmla="*/ 79 w 91"/>
                <a:gd name="T95" fmla="*/ 20 h 91"/>
                <a:gd name="T96" fmla="*/ 78 w 91"/>
                <a:gd name="T97" fmla="*/ 14 h 91"/>
                <a:gd name="T98" fmla="*/ 47 w 91"/>
                <a:gd name="T99" fmla="*/ 61 h 91"/>
                <a:gd name="T100" fmla="*/ 30 w 91"/>
                <a:gd name="T101" fmla="*/ 46 h 91"/>
                <a:gd name="T102" fmla="*/ 44 w 91"/>
                <a:gd name="T103" fmla="*/ 29 h 91"/>
                <a:gd name="T104" fmla="*/ 62 w 91"/>
                <a:gd name="T105" fmla="*/ 44 h 91"/>
                <a:gd name="T106" fmla="*/ 47 w 91"/>
                <a:gd name="T107" fmla="*/ 6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1" h="91">
                  <a:moveTo>
                    <a:pt x="78" y="14"/>
                  </a:moveTo>
                  <a:cubicBezTo>
                    <a:pt x="72" y="8"/>
                    <a:pt x="72" y="8"/>
                    <a:pt x="72" y="8"/>
                  </a:cubicBezTo>
                  <a:cubicBezTo>
                    <a:pt x="70" y="7"/>
                    <a:pt x="67" y="7"/>
                    <a:pt x="65" y="9"/>
                  </a:cubicBezTo>
                  <a:cubicBezTo>
                    <a:pt x="62" y="12"/>
                    <a:pt x="62" y="12"/>
                    <a:pt x="62" y="12"/>
                  </a:cubicBezTo>
                  <a:cubicBezTo>
                    <a:pt x="59" y="10"/>
                    <a:pt x="56" y="9"/>
                    <a:pt x="52" y="9"/>
                  </a:cubicBezTo>
                  <a:cubicBezTo>
                    <a:pt x="51" y="4"/>
                    <a:pt x="51" y="4"/>
                    <a:pt x="51" y="4"/>
                  </a:cubicBezTo>
                  <a:cubicBezTo>
                    <a:pt x="51" y="2"/>
                    <a:pt x="49" y="0"/>
                    <a:pt x="46" y="0"/>
                  </a:cubicBezTo>
                  <a:cubicBezTo>
                    <a:pt x="38" y="1"/>
                    <a:pt x="38" y="1"/>
                    <a:pt x="38" y="1"/>
                  </a:cubicBezTo>
                  <a:cubicBezTo>
                    <a:pt x="35" y="1"/>
                    <a:pt x="33" y="3"/>
                    <a:pt x="33" y="6"/>
                  </a:cubicBezTo>
                  <a:cubicBezTo>
                    <a:pt x="33" y="10"/>
                    <a:pt x="33" y="10"/>
                    <a:pt x="33" y="10"/>
                  </a:cubicBezTo>
                  <a:cubicBezTo>
                    <a:pt x="30" y="12"/>
                    <a:pt x="27" y="13"/>
                    <a:pt x="24" y="15"/>
                  </a:cubicBezTo>
                  <a:cubicBezTo>
                    <a:pt x="20" y="12"/>
                    <a:pt x="20" y="12"/>
                    <a:pt x="20" y="12"/>
                  </a:cubicBezTo>
                  <a:cubicBezTo>
                    <a:pt x="18" y="11"/>
                    <a:pt x="15" y="11"/>
                    <a:pt x="14" y="13"/>
                  </a:cubicBezTo>
                  <a:cubicBezTo>
                    <a:pt x="9" y="20"/>
                    <a:pt x="9" y="20"/>
                    <a:pt x="9" y="20"/>
                  </a:cubicBezTo>
                  <a:cubicBezTo>
                    <a:pt x="7" y="21"/>
                    <a:pt x="7" y="24"/>
                    <a:pt x="9" y="26"/>
                  </a:cubicBezTo>
                  <a:cubicBezTo>
                    <a:pt x="12" y="30"/>
                    <a:pt x="12" y="30"/>
                    <a:pt x="12" y="30"/>
                  </a:cubicBezTo>
                  <a:cubicBezTo>
                    <a:pt x="11" y="33"/>
                    <a:pt x="10" y="36"/>
                    <a:pt x="10" y="39"/>
                  </a:cubicBezTo>
                  <a:cubicBezTo>
                    <a:pt x="4" y="40"/>
                    <a:pt x="4" y="40"/>
                    <a:pt x="4" y="40"/>
                  </a:cubicBezTo>
                  <a:cubicBezTo>
                    <a:pt x="2" y="40"/>
                    <a:pt x="0" y="43"/>
                    <a:pt x="0" y="45"/>
                  </a:cubicBezTo>
                  <a:cubicBezTo>
                    <a:pt x="1" y="53"/>
                    <a:pt x="1" y="53"/>
                    <a:pt x="1" y="53"/>
                  </a:cubicBezTo>
                  <a:cubicBezTo>
                    <a:pt x="1" y="56"/>
                    <a:pt x="3" y="58"/>
                    <a:pt x="6" y="58"/>
                  </a:cubicBezTo>
                  <a:cubicBezTo>
                    <a:pt x="12" y="58"/>
                    <a:pt x="12" y="58"/>
                    <a:pt x="12" y="58"/>
                  </a:cubicBezTo>
                  <a:cubicBezTo>
                    <a:pt x="13" y="61"/>
                    <a:pt x="14" y="63"/>
                    <a:pt x="16" y="66"/>
                  </a:cubicBezTo>
                  <a:cubicBezTo>
                    <a:pt x="12" y="70"/>
                    <a:pt x="12" y="70"/>
                    <a:pt x="12" y="70"/>
                  </a:cubicBezTo>
                  <a:cubicBezTo>
                    <a:pt x="11" y="72"/>
                    <a:pt x="11" y="75"/>
                    <a:pt x="13" y="77"/>
                  </a:cubicBezTo>
                  <a:cubicBezTo>
                    <a:pt x="20" y="82"/>
                    <a:pt x="20" y="82"/>
                    <a:pt x="20" y="82"/>
                  </a:cubicBezTo>
                  <a:cubicBezTo>
                    <a:pt x="21" y="84"/>
                    <a:pt x="24" y="84"/>
                    <a:pt x="26" y="82"/>
                  </a:cubicBezTo>
                  <a:cubicBezTo>
                    <a:pt x="30" y="78"/>
                    <a:pt x="30" y="78"/>
                    <a:pt x="30" y="78"/>
                  </a:cubicBezTo>
                  <a:cubicBezTo>
                    <a:pt x="33" y="79"/>
                    <a:pt x="36" y="80"/>
                    <a:pt x="39" y="81"/>
                  </a:cubicBezTo>
                  <a:cubicBezTo>
                    <a:pt x="40" y="86"/>
                    <a:pt x="40" y="86"/>
                    <a:pt x="40" y="86"/>
                  </a:cubicBezTo>
                  <a:cubicBezTo>
                    <a:pt x="40" y="89"/>
                    <a:pt x="43" y="91"/>
                    <a:pt x="45" y="90"/>
                  </a:cubicBezTo>
                  <a:cubicBezTo>
                    <a:pt x="53" y="90"/>
                    <a:pt x="53" y="90"/>
                    <a:pt x="53" y="90"/>
                  </a:cubicBezTo>
                  <a:cubicBezTo>
                    <a:pt x="56" y="89"/>
                    <a:pt x="58" y="87"/>
                    <a:pt x="58" y="85"/>
                  </a:cubicBezTo>
                  <a:cubicBezTo>
                    <a:pt x="58" y="79"/>
                    <a:pt x="58" y="79"/>
                    <a:pt x="58" y="79"/>
                  </a:cubicBezTo>
                  <a:cubicBezTo>
                    <a:pt x="61" y="78"/>
                    <a:pt x="64" y="77"/>
                    <a:pt x="66" y="75"/>
                  </a:cubicBezTo>
                  <a:cubicBezTo>
                    <a:pt x="71" y="78"/>
                    <a:pt x="71" y="78"/>
                    <a:pt x="71" y="78"/>
                  </a:cubicBezTo>
                  <a:cubicBezTo>
                    <a:pt x="73" y="80"/>
                    <a:pt x="76" y="79"/>
                    <a:pt x="77" y="77"/>
                  </a:cubicBezTo>
                  <a:cubicBezTo>
                    <a:pt x="83" y="71"/>
                    <a:pt x="83" y="71"/>
                    <a:pt x="83" y="71"/>
                  </a:cubicBezTo>
                  <a:cubicBezTo>
                    <a:pt x="84" y="69"/>
                    <a:pt x="84" y="66"/>
                    <a:pt x="82" y="64"/>
                  </a:cubicBezTo>
                  <a:cubicBezTo>
                    <a:pt x="79" y="61"/>
                    <a:pt x="79" y="61"/>
                    <a:pt x="79" y="61"/>
                  </a:cubicBezTo>
                  <a:cubicBezTo>
                    <a:pt x="80" y="58"/>
                    <a:pt x="81" y="55"/>
                    <a:pt x="82" y="52"/>
                  </a:cubicBezTo>
                  <a:cubicBezTo>
                    <a:pt x="87" y="51"/>
                    <a:pt x="87" y="51"/>
                    <a:pt x="87" y="51"/>
                  </a:cubicBezTo>
                  <a:cubicBezTo>
                    <a:pt x="89" y="50"/>
                    <a:pt x="91" y="48"/>
                    <a:pt x="91" y="45"/>
                  </a:cubicBezTo>
                  <a:cubicBezTo>
                    <a:pt x="90" y="37"/>
                    <a:pt x="90" y="37"/>
                    <a:pt x="90" y="37"/>
                  </a:cubicBezTo>
                  <a:cubicBezTo>
                    <a:pt x="90" y="35"/>
                    <a:pt x="88" y="33"/>
                    <a:pt x="85" y="33"/>
                  </a:cubicBezTo>
                  <a:cubicBezTo>
                    <a:pt x="80" y="33"/>
                    <a:pt x="80" y="33"/>
                    <a:pt x="80" y="33"/>
                  </a:cubicBezTo>
                  <a:cubicBezTo>
                    <a:pt x="79" y="30"/>
                    <a:pt x="78" y="27"/>
                    <a:pt x="76" y="24"/>
                  </a:cubicBezTo>
                  <a:cubicBezTo>
                    <a:pt x="79" y="20"/>
                    <a:pt x="79" y="20"/>
                    <a:pt x="79" y="20"/>
                  </a:cubicBezTo>
                  <a:cubicBezTo>
                    <a:pt x="80" y="18"/>
                    <a:pt x="80" y="15"/>
                    <a:pt x="78" y="14"/>
                  </a:cubicBezTo>
                  <a:close/>
                  <a:moveTo>
                    <a:pt x="47" y="61"/>
                  </a:moveTo>
                  <a:cubicBezTo>
                    <a:pt x="38" y="62"/>
                    <a:pt x="30" y="55"/>
                    <a:pt x="30" y="46"/>
                  </a:cubicBezTo>
                  <a:cubicBezTo>
                    <a:pt x="29" y="37"/>
                    <a:pt x="36" y="30"/>
                    <a:pt x="44" y="29"/>
                  </a:cubicBezTo>
                  <a:cubicBezTo>
                    <a:pt x="53" y="28"/>
                    <a:pt x="61" y="35"/>
                    <a:pt x="62" y="44"/>
                  </a:cubicBezTo>
                  <a:cubicBezTo>
                    <a:pt x="62" y="52"/>
                    <a:pt x="56" y="60"/>
                    <a:pt x="47"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57"/>
            <p:cNvSpPr>
              <a:spLocks noEditPoints="1"/>
            </p:cNvSpPr>
            <p:nvPr/>
          </p:nvSpPr>
          <p:spPr bwMode="auto">
            <a:xfrm>
              <a:off x="623888" y="608013"/>
              <a:ext cx="274637" cy="276225"/>
            </a:xfrm>
            <a:custGeom>
              <a:avLst/>
              <a:gdLst>
                <a:gd name="T0" fmla="*/ 4 w 73"/>
                <a:gd name="T1" fmla="*/ 29 h 73"/>
                <a:gd name="T2" fmla="*/ 0 w 73"/>
                <a:gd name="T3" fmla="*/ 34 h 73"/>
                <a:gd name="T4" fmla="*/ 0 w 73"/>
                <a:gd name="T5" fmla="*/ 39 h 73"/>
                <a:gd name="T6" fmla="*/ 4 w 73"/>
                <a:gd name="T7" fmla="*/ 44 h 73"/>
                <a:gd name="T8" fmla="*/ 8 w 73"/>
                <a:gd name="T9" fmla="*/ 44 h 73"/>
                <a:gd name="T10" fmla="*/ 10 w 73"/>
                <a:gd name="T11" fmla="*/ 51 h 73"/>
                <a:gd name="T12" fmla="*/ 8 w 73"/>
                <a:gd name="T13" fmla="*/ 53 h 73"/>
                <a:gd name="T14" fmla="*/ 8 w 73"/>
                <a:gd name="T15" fmla="*/ 60 h 73"/>
                <a:gd name="T16" fmla="*/ 12 w 73"/>
                <a:gd name="T17" fmla="*/ 64 h 73"/>
                <a:gd name="T18" fmla="*/ 18 w 73"/>
                <a:gd name="T19" fmla="*/ 64 h 73"/>
                <a:gd name="T20" fmla="*/ 21 w 73"/>
                <a:gd name="T21" fmla="*/ 62 h 73"/>
                <a:gd name="T22" fmla="*/ 28 w 73"/>
                <a:gd name="T23" fmla="*/ 65 h 73"/>
                <a:gd name="T24" fmla="*/ 28 w 73"/>
                <a:gd name="T25" fmla="*/ 69 h 73"/>
                <a:gd name="T26" fmla="*/ 33 w 73"/>
                <a:gd name="T27" fmla="*/ 73 h 73"/>
                <a:gd name="T28" fmla="*/ 38 w 73"/>
                <a:gd name="T29" fmla="*/ 73 h 73"/>
                <a:gd name="T30" fmla="*/ 43 w 73"/>
                <a:gd name="T31" fmla="*/ 69 h 73"/>
                <a:gd name="T32" fmla="*/ 44 w 73"/>
                <a:gd name="T33" fmla="*/ 65 h 73"/>
                <a:gd name="T34" fmla="*/ 51 w 73"/>
                <a:gd name="T35" fmla="*/ 62 h 73"/>
                <a:gd name="T36" fmla="*/ 54 w 73"/>
                <a:gd name="T37" fmla="*/ 65 h 73"/>
                <a:gd name="T38" fmla="*/ 60 w 73"/>
                <a:gd name="T39" fmla="*/ 64 h 73"/>
                <a:gd name="T40" fmla="*/ 64 w 73"/>
                <a:gd name="T41" fmla="*/ 61 h 73"/>
                <a:gd name="T42" fmla="*/ 64 w 73"/>
                <a:gd name="T43" fmla="*/ 54 h 73"/>
                <a:gd name="T44" fmla="*/ 62 w 73"/>
                <a:gd name="T45" fmla="*/ 51 h 73"/>
                <a:gd name="T46" fmla="*/ 65 w 73"/>
                <a:gd name="T47" fmla="*/ 44 h 73"/>
                <a:gd name="T48" fmla="*/ 68 w 73"/>
                <a:gd name="T49" fmla="*/ 44 h 73"/>
                <a:gd name="T50" fmla="*/ 73 w 73"/>
                <a:gd name="T51" fmla="*/ 39 h 73"/>
                <a:gd name="T52" fmla="*/ 73 w 73"/>
                <a:gd name="T53" fmla="*/ 34 h 73"/>
                <a:gd name="T54" fmla="*/ 69 w 73"/>
                <a:gd name="T55" fmla="*/ 29 h 73"/>
                <a:gd name="T56" fmla="*/ 65 w 73"/>
                <a:gd name="T57" fmla="*/ 29 h 73"/>
                <a:gd name="T58" fmla="*/ 63 w 73"/>
                <a:gd name="T59" fmla="*/ 22 h 73"/>
                <a:gd name="T60" fmla="*/ 65 w 73"/>
                <a:gd name="T61" fmla="*/ 19 h 73"/>
                <a:gd name="T62" fmla="*/ 64 w 73"/>
                <a:gd name="T63" fmla="*/ 13 h 73"/>
                <a:gd name="T64" fmla="*/ 61 w 73"/>
                <a:gd name="T65" fmla="*/ 9 h 73"/>
                <a:gd name="T66" fmla="*/ 54 w 73"/>
                <a:gd name="T67" fmla="*/ 9 h 73"/>
                <a:gd name="T68" fmla="*/ 52 w 73"/>
                <a:gd name="T69" fmla="*/ 11 h 73"/>
                <a:gd name="T70" fmla="*/ 45 w 73"/>
                <a:gd name="T71" fmla="*/ 8 h 73"/>
                <a:gd name="T72" fmla="*/ 44 w 73"/>
                <a:gd name="T73" fmla="*/ 4 h 73"/>
                <a:gd name="T74" fmla="*/ 40 w 73"/>
                <a:gd name="T75" fmla="*/ 0 h 73"/>
                <a:gd name="T76" fmla="*/ 35 w 73"/>
                <a:gd name="T77" fmla="*/ 0 h 73"/>
                <a:gd name="T78" fmla="*/ 30 w 73"/>
                <a:gd name="T79" fmla="*/ 4 h 73"/>
                <a:gd name="T80" fmla="*/ 29 w 73"/>
                <a:gd name="T81" fmla="*/ 7 h 73"/>
                <a:gd name="T82" fmla="*/ 22 w 73"/>
                <a:gd name="T83" fmla="*/ 10 h 73"/>
                <a:gd name="T84" fmla="*/ 19 w 73"/>
                <a:gd name="T85" fmla="*/ 8 h 73"/>
                <a:gd name="T86" fmla="*/ 13 w 73"/>
                <a:gd name="T87" fmla="*/ 9 h 73"/>
                <a:gd name="T88" fmla="*/ 9 w 73"/>
                <a:gd name="T89" fmla="*/ 12 h 73"/>
                <a:gd name="T90" fmla="*/ 9 w 73"/>
                <a:gd name="T91" fmla="*/ 19 h 73"/>
                <a:gd name="T92" fmla="*/ 11 w 73"/>
                <a:gd name="T93" fmla="*/ 21 h 73"/>
                <a:gd name="T94" fmla="*/ 8 w 73"/>
                <a:gd name="T95" fmla="*/ 28 h 73"/>
                <a:gd name="T96" fmla="*/ 4 w 73"/>
                <a:gd name="T97" fmla="*/ 29 h 73"/>
                <a:gd name="T98" fmla="*/ 37 w 73"/>
                <a:gd name="T99" fmla="*/ 23 h 73"/>
                <a:gd name="T100" fmla="*/ 50 w 73"/>
                <a:gd name="T101" fmla="*/ 36 h 73"/>
                <a:gd name="T102" fmla="*/ 36 w 73"/>
                <a:gd name="T103" fmla="*/ 49 h 73"/>
                <a:gd name="T104" fmla="*/ 24 w 73"/>
                <a:gd name="T105" fmla="*/ 36 h 73"/>
                <a:gd name="T106" fmla="*/ 37 w 73"/>
                <a:gd name="T107" fmla="*/ 2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3" h="73">
                  <a:moveTo>
                    <a:pt x="4" y="29"/>
                  </a:moveTo>
                  <a:cubicBezTo>
                    <a:pt x="2" y="29"/>
                    <a:pt x="0" y="31"/>
                    <a:pt x="0" y="34"/>
                  </a:cubicBezTo>
                  <a:cubicBezTo>
                    <a:pt x="0" y="39"/>
                    <a:pt x="0" y="39"/>
                    <a:pt x="0" y="39"/>
                  </a:cubicBezTo>
                  <a:cubicBezTo>
                    <a:pt x="0" y="41"/>
                    <a:pt x="2" y="43"/>
                    <a:pt x="4" y="44"/>
                  </a:cubicBezTo>
                  <a:cubicBezTo>
                    <a:pt x="8" y="44"/>
                    <a:pt x="8" y="44"/>
                    <a:pt x="8" y="44"/>
                  </a:cubicBezTo>
                  <a:cubicBezTo>
                    <a:pt x="8" y="46"/>
                    <a:pt x="9" y="49"/>
                    <a:pt x="10" y="51"/>
                  </a:cubicBezTo>
                  <a:cubicBezTo>
                    <a:pt x="8" y="53"/>
                    <a:pt x="8" y="53"/>
                    <a:pt x="8" y="53"/>
                  </a:cubicBezTo>
                  <a:cubicBezTo>
                    <a:pt x="7" y="55"/>
                    <a:pt x="7" y="58"/>
                    <a:pt x="8" y="60"/>
                  </a:cubicBezTo>
                  <a:cubicBezTo>
                    <a:pt x="12" y="64"/>
                    <a:pt x="12" y="64"/>
                    <a:pt x="12" y="64"/>
                  </a:cubicBezTo>
                  <a:cubicBezTo>
                    <a:pt x="14" y="65"/>
                    <a:pt x="16" y="66"/>
                    <a:pt x="18" y="64"/>
                  </a:cubicBezTo>
                  <a:cubicBezTo>
                    <a:pt x="21" y="62"/>
                    <a:pt x="21" y="62"/>
                    <a:pt x="21" y="62"/>
                  </a:cubicBezTo>
                  <a:cubicBezTo>
                    <a:pt x="24" y="63"/>
                    <a:pt x="26" y="64"/>
                    <a:pt x="28" y="65"/>
                  </a:cubicBezTo>
                  <a:cubicBezTo>
                    <a:pt x="28" y="69"/>
                    <a:pt x="28" y="69"/>
                    <a:pt x="28" y="69"/>
                  </a:cubicBezTo>
                  <a:cubicBezTo>
                    <a:pt x="29" y="71"/>
                    <a:pt x="31" y="73"/>
                    <a:pt x="33" y="73"/>
                  </a:cubicBezTo>
                  <a:cubicBezTo>
                    <a:pt x="38" y="73"/>
                    <a:pt x="38" y="73"/>
                    <a:pt x="38" y="73"/>
                  </a:cubicBezTo>
                  <a:cubicBezTo>
                    <a:pt x="41" y="73"/>
                    <a:pt x="43" y="71"/>
                    <a:pt x="43" y="69"/>
                  </a:cubicBezTo>
                  <a:cubicBezTo>
                    <a:pt x="44" y="65"/>
                    <a:pt x="44" y="65"/>
                    <a:pt x="44" y="65"/>
                  </a:cubicBezTo>
                  <a:cubicBezTo>
                    <a:pt x="46" y="64"/>
                    <a:pt x="49" y="64"/>
                    <a:pt x="51" y="62"/>
                  </a:cubicBezTo>
                  <a:cubicBezTo>
                    <a:pt x="54" y="65"/>
                    <a:pt x="54" y="65"/>
                    <a:pt x="54" y="65"/>
                  </a:cubicBezTo>
                  <a:cubicBezTo>
                    <a:pt x="56" y="66"/>
                    <a:pt x="58" y="66"/>
                    <a:pt x="60" y="64"/>
                  </a:cubicBezTo>
                  <a:cubicBezTo>
                    <a:pt x="64" y="61"/>
                    <a:pt x="64" y="61"/>
                    <a:pt x="64" y="61"/>
                  </a:cubicBezTo>
                  <a:cubicBezTo>
                    <a:pt x="66" y="59"/>
                    <a:pt x="66" y="56"/>
                    <a:pt x="64" y="54"/>
                  </a:cubicBezTo>
                  <a:cubicBezTo>
                    <a:pt x="62" y="51"/>
                    <a:pt x="62" y="51"/>
                    <a:pt x="62" y="51"/>
                  </a:cubicBezTo>
                  <a:cubicBezTo>
                    <a:pt x="64" y="49"/>
                    <a:pt x="65" y="47"/>
                    <a:pt x="65" y="44"/>
                  </a:cubicBezTo>
                  <a:cubicBezTo>
                    <a:pt x="68" y="44"/>
                    <a:pt x="68" y="44"/>
                    <a:pt x="68" y="44"/>
                  </a:cubicBezTo>
                  <a:cubicBezTo>
                    <a:pt x="71" y="44"/>
                    <a:pt x="73" y="42"/>
                    <a:pt x="73" y="39"/>
                  </a:cubicBezTo>
                  <a:cubicBezTo>
                    <a:pt x="73" y="34"/>
                    <a:pt x="73" y="34"/>
                    <a:pt x="73" y="34"/>
                  </a:cubicBezTo>
                  <a:cubicBezTo>
                    <a:pt x="73" y="32"/>
                    <a:pt x="71" y="30"/>
                    <a:pt x="69" y="29"/>
                  </a:cubicBezTo>
                  <a:cubicBezTo>
                    <a:pt x="65" y="29"/>
                    <a:pt x="65" y="29"/>
                    <a:pt x="65" y="29"/>
                  </a:cubicBezTo>
                  <a:cubicBezTo>
                    <a:pt x="65" y="26"/>
                    <a:pt x="64" y="24"/>
                    <a:pt x="63" y="22"/>
                  </a:cubicBezTo>
                  <a:cubicBezTo>
                    <a:pt x="65" y="19"/>
                    <a:pt x="65" y="19"/>
                    <a:pt x="65" y="19"/>
                  </a:cubicBezTo>
                  <a:cubicBezTo>
                    <a:pt x="66" y="17"/>
                    <a:pt x="66" y="15"/>
                    <a:pt x="64" y="13"/>
                  </a:cubicBezTo>
                  <a:cubicBezTo>
                    <a:pt x="61" y="9"/>
                    <a:pt x="61" y="9"/>
                    <a:pt x="61" y="9"/>
                  </a:cubicBezTo>
                  <a:cubicBezTo>
                    <a:pt x="59" y="7"/>
                    <a:pt x="56" y="7"/>
                    <a:pt x="54" y="9"/>
                  </a:cubicBezTo>
                  <a:cubicBezTo>
                    <a:pt x="52" y="11"/>
                    <a:pt x="52" y="11"/>
                    <a:pt x="52" y="11"/>
                  </a:cubicBezTo>
                  <a:cubicBezTo>
                    <a:pt x="50" y="9"/>
                    <a:pt x="47" y="8"/>
                    <a:pt x="45" y="8"/>
                  </a:cubicBezTo>
                  <a:cubicBezTo>
                    <a:pt x="44" y="4"/>
                    <a:pt x="44" y="4"/>
                    <a:pt x="44" y="4"/>
                  </a:cubicBezTo>
                  <a:cubicBezTo>
                    <a:pt x="44" y="2"/>
                    <a:pt x="42" y="0"/>
                    <a:pt x="40" y="0"/>
                  </a:cubicBezTo>
                  <a:cubicBezTo>
                    <a:pt x="35" y="0"/>
                    <a:pt x="35" y="0"/>
                    <a:pt x="35" y="0"/>
                  </a:cubicBezTo>
                  <a:cubicBezTo>
                    <a:pt x="32" y="0"/>
                    <a:pt x="30" y="2"/>
                    <a:pt x="30" y="4"/>
                  </a:cubicBezTo>
                  <a:cubicBezTo>
                    <a:pt x="29" y="7"/>
                    <a:pt x="29" y="7"/>
                    <a:pt x="29" y="7"/>
                  </a:cubicBezTo>
                  <a:cubicBezTo>
                    <a:pt x="27" y="8"/>
                    <a:pt x="24" y="9"/>
                    <a:pt x="22" y="10"/>
                  </a:cubicBezTo>
                  <a:cubicBezTo>
                    <a:pt x="19" y="8"/>
                    <a:pt x="19" y="8"/>
                    <a:pt x="19" y="8"/>
                  </a:cubicBezTo>
                  <a:cubicBezTo>
                    <a:pt x="17" y="7"/>
                    <a:pt x="14" y="7"/>
                    <a:pt x="13" y="9"/>
                  </a:cubicBezTo>
                  <a:cubicBezTo>
                    <a:pt x="9" y="12"/>
                    <a:pt x="9" y="12"/>
                    <a:pt x="9" y="12"/>
                  </a:cubicBezTo>
                  <a:cubicBezTo>
                    <a:pt x="7" y="14"/>
                    <a:pt x="7" y="17"/>
                    <a:pt x="9" y="19"/>
                  </a:cubicBezTo>
                  <a:cubicBezTo>
                    <a:pt x="11" y="21"/>
                    <a:pt x="11" y="21"/>
                    <a:pt x="11" y="21"/>
                  </a:cubicBezTo>
                  <a:cubicBezTo>
                    <a:pt x="9" y="24"/>
                    <a:pt x="8" y="26"/>
                    <a:pt x="8" y="28"/>
                  </a:cubicBezTo>
                  <a:lnTo>
                    <a:pt x="4" y="29"/>
                  </a:lnTo>
                  <a:close/>
                  <a:moveTo>
                    <a:pt x="37" y="23"/>
                  </a:moveTo>
                  <a:cubicBezTo>
                    <a:pt x="44" y="23"/>
                    <a:pt x="50" y="29"/>
                    <a:pt x="50" y="36"/>
                  </a:cubicBezTo>
                  <a:cubicBezTo>
                    <a:pt x="50" y="44"/>
                    <a:pt x="44" y="49"/>
                    <a:pt x="36" y="49"/>
                  </a:cubicBezTo>
                  <a:cubicBezTo>
                    <a:pt x="29" y="49"/>
                    <a:pt x="23" y="43"/>
                    <a:pt x="24" y="36"/>
                  </a:cubicBezTo>
                  <a:cubicBezTo>
                    <a:pt x="24" y="29"/>
                    <a:pt x="30" y="23"/>
                    <a:pt x="37"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88387592"/>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Freeform 5"/>
          <p:cNvSpPr>
            <a:spLocks/>
          </p:cNvSpPr>
          <p:nvPr/>
        </p:nvSpPr>
        <p:spPr bwMode="auto">
          <a:xfrm>
            <a:off x="3690144" y="1350963"/>
            <a:ext cx="4699000" cy="4065587"/>
          </a:xfrm>
          <a:custGeom>
            <a:avLst/>
            <a:gdLst>
              <a:gd name="T0" fmla="*/ 161 w 1717"/>
              <a:gd name="T1" fmla="*/ 1486 h 1486"/>
              <a:gd name="T2" fmla="*/ 57 w 1717"/>
              <a:gd name="T3" fmla="*/ 1306 h 1486"/>
              <a:gd name="T4" fmla="*/ 755 w 1717"/>
              <a:gd name="T5" fmla="*/ 99 h 1486"/>
              <a:gd name="T6" fmla="*/ 963 w 1717"/>
              <a:gd name="T7" fmla="*/ 99 h 1486"/>
              <a:gd name="T8" fmla="*/ 1660 w 1717"/>
              <a:gd name="T9" fmla="*/ 1306 h 1486"/>
              <a:gd name="T10" fmla="*/ 1556 w 1717"/>
              <a:gd name="T11" fmla="*/ 1486 h 1486"/>
              <a:gd name="T12" fmla="*/ 161 w 1717"/>
              <a:gd name="T13" fmla="*/ 1486 h 1486"/>
            </a:gdLst>
            <a:ahLst/>
            <a:cxnLst>
              <a:cxn ang="0">
                <a:pos x="T0" y="T1"/>
              </a:cxn>
              <a:cxn ang="0">
                <a:pos x="T2" y="T3"/>
              </a:cxn>
              <a:cxn ang="0">
                <a:pos x="T4" y="T5"/>
              </a:cxn>
              <a:cxn ang="0">
                <a:pos x="T6" y="T7"/>
              </a:cxn>
              <a:cxn ang="0">
                <a:pos x="T8" y="T9"/>
              </a:cxn>
              <a:cxn ang="0">
                <a:pos x="T10" y="T11"/>
              </a:cxn>
              <a:cxn ang="0">
                <a:pos x="T12" y="T13"/>
              </a:cxn>
            </a:cxnLst>
            <a:rect l="0" t="0" r="r" b="b"/>
            <a:pathLst>
              <a:path w="1717" h="1486">
                <a:moveTo>
                  <a:pt x="161" y="1486"/>
                </a:moveTo>
                <a:cubicBezTo>
                  <a:pt x="47" y="1486"/>
                  <a:pt x="0" y="1405"/>
                  <a:pt x="57" y="1306"/>
                </a:cubicBezTo>
                <a:cubicBezTo>
                  <a:pt x="755" y="99"/>
                  <a:pt x="755" y="99"/>
                  <a:pt x="755" y="99"/>
                </a:cubicBezTo>
                <a:cubicBezTo>
                  <a:pt x="812" y="0"/>
                  <a:pt x="905" y="0"/>
                  <a:pt x="963" y="99"/>
                </a:cubicBezTo>
                <a:cubicBezTo>
                  <a:pt x="1660" y="1306"/>
                  <a:pt x="1660" y="1306"/>
                  <a:pt x="1660" y="1306"/>
                </a:cubicBezTo>
                <a:cubicBezTo>
                  <a:pt x="1717" y="1405"/>
                  <a:pt x="1670" y="1486"/>
                  <a:pt x="1556" y="1486"/>
                </a:cubicBezTo>
                <a:lnTo>
                  <a:pt x="161" y="1486"/>
                </a:lnTo>
                <a:close/>
              </a:path>
            </a:pathLst>
          </a:custGeom>
          <a:solidFill>
            <a:srgbClr val="849292"/>
          </a:solidFill>
          <a:ln>
            <a:noFill/>
          </a:ln>
          <a:effectLst>
            <a:innerShdw blurRad="203200" dist="12700">
              <a:schemeClr val="tx1">
                <a:lumMod val="65000"/>
                <a:lumOff val="35000"/>
                <a:alpha val="84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grpSp>
        <p:nvGrpSpPr>
          <p:cNvPr id="57" name="组合 56"/>
          <p:cNvGrpSpPr/>
          <p:nvPr/>
        </p:nvGrpSpPr>
        <p:grpSpPr>
          <a:xfrm>
            <a:off x="6509544" y="2895600"/>
            <a:ext cx="1646238" cy="2000250"/>
            <a:chOff x="4681538" y="2895600"/>
            <a:chExt cx="1646238" cy="2000250"/>
          </a:xfrm>
        </p:grpSpPr>
        <p:sp>
          <p:nvSpPr>
            <p:cNvPr id="6" name="Freeform 7"/>
            <p:cNvSpPr>
              <a:spLocks/>
            </p:cNvSpPr>
            <p:nvPr/>
          </p:nvSpPr>
          <p:spPr bwMode="auto">
            <a:xfrm>
              <a:off x="4681538" y="2895600"/>
              <a:ext cx="1646238" cy="2000250"/>
            </a:xfrm>
            <a:custGeom>
              <a:avLst/>
              <a:gdLst>
                <a:gd name="T0" fmla="*/ 1037 w 1037"/>
                <a:gd name="T1" fmla="*/ 957 h 1260"/>
                <a:gd name="T2" fmla="*/ 486 w 1037"/>
                <a:gd name="T3" fmla="*/ 75 h 1260"/>
                <a:gd name="T4" fmla="*/ 101 w 1037"/>
                <a:gd name="T5" fmla="*/ 0 h 1260"/>
                <a:gd name="T6" fmla="*/ 0 w 1037"/>
                <a:gd name="T7" fmla="*/ 378 h 1260"/>
                <a:gd name="T8" fmla="*/ 551 w 1037"/>
                <a:gd name="T9" fmla="*/ 1260 h 1260"/>
                <a:gd name="T10" fmla="*/ 1037 w 1037"/>
                <a:gd name="T11" fmla="*/ 957 h 1260"/>
              </a:gdLst>
              <a:ahLst/>
              <a:cxnLst>
                <a:cxn ang="0">
                  <a:pos x="T0" y="T1"/>
                </a:cxn>
                <a:cxn ang="0">
                  <a:pos x="T2" y="T3"/>
                </a:cxn>
                <a:cxn ang="0">
                  <a:pos x="T4" y="T5"/>
                </a:cxn>
                <a:cxn ang="0">
                  <a:pos x="T6" y="T7"/>
                </a:cxn>
                <a:cxn ang="0">
                  <a:pos x="T8" y="T9"/>
                </a:cxn>
                <a:cxn ang="0">
                  <a:pos x="T10" y="T11"/>
                </a:cxn>
              </a:cxnLst>
              <a:rect l="0" t="0" r="r" b="b"/>
              <a:pathLst>
                <a:path w="1037" h="1260">
                  <a:moveTo>
                    <a:pt x="1037" y="957"/>
                  </a:moveTo>
                  <a:lnTo>
                    <a:pt x="486" y="75"/>
                  </a:lnTo>
                  <a:lnTo>
                    <a:pt x="101" y="0"/>
                  </a:lnTo>
                  <a:lnTo>
                    <a:pt x="0" y="378"/>
                  </a:lnTo>
                  <a:lnTo>
                    <a:pt x="551" y="1260"/>
                  </a:lnTo>
                  <a:lnTo>
                    <a:pt x="1037" y="957"/>
                  </a:lnTo>
                  <a:close/>
                </a:path>
              </a:pathLst>
            </a:custGeom>
            <a:solidFill>
              <a:srgbClr val="D40E37"/>
            </a:solidFill>
            <a:ln w="9525" cap="flat">
              <a:noFill/>
              <a:prstDash val="solid"/>
              <a:miter lim="800000"/>
              <a:headEnd/>
              <a:tailEnd/>
            </a:ln>
            <a:effectLst>
              <a:outerShdw blurRad="203200" dist="38100" dir="2700000" sx="102000" sy="102000" algn="tl"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8"/>
            <p:cNvSpPr>
              <a:spLocks/>
            </p:cNvSpPr>
            <p:nvPr/>
          </p:nvSpPr>
          <p:spPr bwMode="auto">
            <a:xfrm>
              <a:off x="4845051" y="2895600"/>
              <a:ext cx="1482725" cy="1760537"/>
            </a:xfrm>
            <a:custGeom>
              <a:avLst/>
              <a:gdLst>
                <a:gd name="T0" fmla="*/ 0 w 934"/>
                <a:gd name="T1" fmla="*/ 0 h 1109"/>
                <a:gd name="T2" fmla="*/ 693 w 934"/>
                <a:gd name="T3" fmla="*/ 1109 h 1109"/>
                <a:gd name="T4" fmla="*/ 934 w 934"/>
                <a:gd name="T5" fmla="*/ 957 h 1109"/>
                <a:gd name="T6" fmla="*/ 383 w 934"/>
                <a:gd name="T7" fmla="*/ 75 h 1109"/>
                <a:gd name="T8" fmla="*/ 0 w 934"/>
                <a:gd name="T9" fmla="*/ 0 h 1109"/>
              </a:gdLst>
              <a:ahLst/>
              <a:cxnLst>
                <a:cxn ang="0">
                  <a:pos x="T0" y="T1"/>
                </a:cxn>
                <a:cxn ang="0">
                  <a:pos x="T2" y="T3"/>
                </a:cxn>
                <a:cxn ang="0">
                  <a:pos x="T4" y="T5"/>
                </a:cxn>
                <a:cxn ang="0">
                  <a:pos x="T6" y="T7"/>
                </a:cxn>
                <a:cxn ang="0">
                  <a:pos x="T8" y="T9"/>
                </a:cxn>
              </a:cxnLst>
              <a:rect l="0" t="0" r="r" b="b"/>
              <a:pathLst>
                <a:path w="934" h="1109">
                  <a:moveTo>
                    <a:pt x="0" y="0"/>
                  </a:moveTo>
                  <a:lnTo>
                    <a:pt x="693" y="1109"/>
                  </a:lnTo>
                  <a:lnTo>
                    <a:pt x="934" y="957"/>
                  </a:lnTo>
                  <a:lnTo>
                    <a:pt x="383" y="75"/>
                  </a:lnTo>
                  <a:lnTo>
                    <a:pt x="0" y="0"/>
                  </a:lnTo>
                  <a:close/>
                </a:path>
              </a:pathLst>
            </a:custGeom>
            <a:solidFill>
              <a:srgbClr val="0D0D0D">
                <a:alpha val="14118"/>
              </a:srgb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sp>
        <p:nvSpPr>
          <p:cNvPr id="56" name="Oval 13"/>
          <p:cNvSpPr>
            <a:spLocks noChangeArrowheads="1"/>
          </p:cNvSpPr>
          <p:nvPr/>
        </p:nvSpPr>
        <p:spPr bwMode="auto">
          <a:xfrm>
            <a:off x="6930232" y="4006850"/>
            <a:ext cx="2139950" cy="2139950"/>
          </a:xfrm>
          <a:prstGeom prst="ellipse">
            <a:avLst/>
          </a:prstGeom>
          <a:gradFill flip="none" rotWithShape="1">
            <a:gsLst>
              <a:gs pos="100000">
                <a:srgbClr val="FFFFFF">
                  <a:lumMod val="100000"/>
                </a:srgbClr>
              </a:gs>
              <a:gs pos="0">
                <a:srgbClr val="D9D9DA"/>
              </a:gs>
            </a:gsLst>
            <a:lin ang="2700000" scaled="1"/>
            <a:tileRect/>
          </a:gradFill>
          <a:ln w="28575" cap="flat" cmpd="sng" algn="ctr">
            <a:gradFill flip="none" rotWithShape="1">
              <a:gsLst>
                <a:gs pos="100000">
                  <a:srgbClr val="FFFFFF"/>
                </a:gs>
                <a:gs pos="0">
                  <a:srgbClr val="D9D9DA"/>
                </a:gs>
              </a:gsLst>
              <a:lin ang="13500000" scaled="1"/>
              <a:tileRect/>
            </a:gradFill>
            <a:prstDash val="solid"/>
            <a:miter lim="800000"/>
          </a:ln>
          <a:effectLst>
            <a:outerShdw blurRad="279400" dist="165100" dir="2700000" algn="t" rotWithShape="0">
              <a:prstClr val="black">
                <a:alpha val="35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30" name="Freeform 9"/>
          <p:cNvSpPr>
            <a:spLocks/>
          </p:cNvSpPr>
          <p:nvPr/>
        </p:nvSpPr>
        <p:spPr bwMode="auto">
          <a:xfrm>
            <a:off x="4579144" y="1941513"/>
            <a:ext cx="1658938" cy="1993900"/>
          </a:xfrm>
          <a:custGeom>
            <a:avLst/>
            <a:gdLst>
              <a:gd name="T0" fmla="*/ 1045 w 1045"/>
              <a:gd name="T1" fmla="*/ 310 h 1256"/>
              <a:gd name="T2" fmla="*/ 483 w 1045"/>
              <a:gd name="T3" fmla="*/ 1186 h 1256"/>
              <a:gd name="T4" fmla="*/ 97 w 1045"/>
              <a:gd name="T5" fmla="*/ 1256 h 1256"/>
              <a:gd name="T6" fmla="*/ 0 w 1045"/>
              <a:gd name="T7" fmla="*/ 877 h 1256"/>
              <a:gd name="T8" fmla="*/ 562 w 1045"/>
              <a:gd name="T9" fmla="*/ 0 h 1256"/>
              <a:gd name="T10" fmla="*/ 1045 w 1045"/>
              <a:gd name="T11" fmla="*/ 310 h 1256"/>
            </a:gdLst>
            <a:ahLst/>
            <a:cxnLst>
              <a:cxn ang="0">
                <a:pos x="T0" y="T1"/>
              </a:cxn>
              <a:cxn ang="0">
                <a:pos x="T2" y="T3"/>
              </a:cxn>
              <a:cxn ang="0">
                <a:pos x="T4" y="T5"/>
              </a:cxn>
              <a:cxn ang="0">
                <a:pos x="T6" y="T7"/>
              </a:cxn>
              <a:cxn ang="0">
                <a:pos x="T8" y="T9"/>
              </a:cxn>
              <a:cxn ang="0">
                <a:pos x="T10" y="T11"/>
              </a:cxn>
            </a:cxnLst>
            <a:rect l="0" t="0" r="r" b="b"/>
            <a:pathLst>
              <a:path w="1045" h="1256">
                <a:moveTo>
                  <a:pt x="1045" y="310"/>
                </a:moveTo>
                <a:lnTo>
                  <a:pt x="483" y="1186"/>
                </a:lnTo>
                <a:lnTo>
                  <a:pt x="97" y="1256"/>
                </a:lnTo>
                <a:lnTo>
                  <a:pt x="0" y="877"/>
                </a:lnTo>
                <a:lnTo>
                  <a:pt x="562" y="0"/>
                </a:lnTo>
                <a:lnTo>
                  <a:pt x="1045" y="310"/>
                </a:lnTo>
                <a:close/>
              </a:path>
            </a:pathLst>
          </a:custGeom>
          <a:solidFill>
            <a:srgbClr val="B1E643"/>
          </a:solidFill>
          <a:ln w="9525" cap="flat">
            <a:noFill/>
            <a:prstDash val="solid"/>
            <a:miter lim="800000"/>
            <a:headEnd/>
            <a:tailEnd/>
          </a:ln>
          <a:effectLst>
            <a:outerShdw blurRad="203200" dist="38100" dir="2700000" sx="102000" sy="102000" algn="tl"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10"/>
          <p:cNvSpPr>
            <a:spLocks/>
          </p:cNvSpPr>
          <p:nvPr/>
        </p:nvSpPr>
        <p:spPr bwMode="auto">
          <a:xfrm>
            <a:off x="4736307" y="2187575"/>
            <a:ext cx="1501775" cy="1747837"/>
          </a:xfrm>
          <a:custGeom>
            <a:avLst/>
            <a:gdLst>
              <a:gd name="T0" fmla="*/ 0 w 946"/>
              <a:gd name="T1" fmla="*/ 1101 h 1101"/>
              <a:gd name="T2" fmla="*/ 705 w 946"/>
              <a:gd name="T3" fmla="*/ 0 h 1101"/>
              <a:gd name="T4" fmla="*/ 946 w 946"/>
              <a:gd name="T5" fmla="*/ 155 h 1101"/>
              <a:gd name="T6" fmla="*/ 384 w 946"/>
              <a:gd name="T7" fmla="*/ 1031 h 1101"/>
              <a:gd name="T8" fmla="*/ 0 w 946"/>
              <a:gd name="T9" fmla="*/ 1101 h 1101"/>
            </a:gdLst>
            <a:ahLst/>
            <a:cxnLst>
              <a:cxn ang="0">
                <a:pos x="T0" y="T1"/>
              </a:cxn>
              <a:cxn ang="0">
                <a:pos x="T2" y="T3"/>
              </a:cxn>
              <a:cxn ang="0">
                <a:pos x="T4" y="T5"/>
              </a:cxn>
              <a:cxn ang="0">
                <a:pos x="T6" y="T7"/>
              </a:cxn>
              <a:cxn ang="0">
                <a:pos x="T8" y="T9"/>
              </a:cxn>
            </a:cxnLst>
            <a:rect l="0" t="0" r="r" b="b"/>
            <a:pathLst>
              <a:path w="946" h="1101">
                <a:moveTo>
                  <a:pt x="0" y="1101"/>
                </a:moveTo>
                <a:lnTo>
                  <a:pt x="705" y="0"/>
                </a:lnTo>
                <a:lnTo>
                  <a:pt x="946" y="155"/>
                </a:lnTo>
                <a:lnTo>
                  <a:pt x="384" y="1031"/>
                </a:lnTo>
                <a:lnTo>
                  <a:pt x="0" y="1101"/>
                </a:lnTo>
                <a:close/>
              </a:path>
            </a:pathLst>
          </a:custGeom>
          <a:solidFill>
            <a:srgbClr val="0D0D0D">
              <a:alpha val="14118"/>
            </a:srgb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2" name="Freeform 11"/>
          <p:cNvSpPr>
            <a:spLocks/>
          </p:cNvSpPr>
          <p:nvPr/>
        </p:nvSpPr>
        <p:spPr bwMode="auto">
          <a:xfrm>
            <a:off x="4645819" y="4619625"/>
            <a:ext cx="2076450" cy="911225"/>
          </a:xfrm>
          <a:custGeom>
            <a:avLst/>
            <a:gdLst>
              <a:gd name="T0" fmla="*/ 1 w 1308"/>
              <a:gd name="T1" fmla="*/ 574 h 574"/>
              <a:gd name="T2" fmla="*/ 1043 w 1308"/>
              <a:gd name="T3" fmla="*/ 574 h 574"/>
              <a:gd name="T4" fmla="*/ 1308 w 1308"/>
              <a:gd name="T5" fmla="*/ 288 h 574"/>
              <a:gd name="T6" fmla="*/ 1043 w 1308"/>
              <a:gd name="T7" fmla="*/ 0 h 574"/>
              <a:gd name="T8" fmla="*/ 0 w 1308"/>
              <a:gd name="T9" fmla="*/ 0 h 574"/>
              <a:gd name="T10" fmla="*/ 1 w 1308"/>
              <a:gd name="T11" fmla="*/ 574 h 574"/>
            </a:gdLst>
            <a:ahLst/>
            <a:cxnLst>
              <a:cxn ang="0">
                <a:pos x="T0" y="T1"/>
              </a:cxn>
              <a:cxn ang="0">
                <a:pos x="T2" y="T3"/>
              </a:cxn>
              <a:cxn ang="0">
                <a:pos x="T4" y="T5"/>
              </a:cxn>
              <a:cxn ang="0">
                <a:pos x="T6" y="T7"/>
              </a:cxn>
              <a:cxn ang="0">
                <a:pos x="T8" y="T9"/>
              </a:cxn>
              <a:cxn ang="0">
                <a:pos x="T10" y="T11"/>
              </a:cxn>
            </a:cxnLst>
            <a:rect l="0" t="0" r="r" b="b"/>
            <a:pathLst>
              <a:path w="1308" h="574">
                <a:moveTo>
                  <a:pt x="1" y="574"/>
                </a:moveTo>
                <a:lnTo>
                  <a:pt x="1043" y="574"/>
                </a:lnTo>
                <a:lnTo>
                  <a:pt x="1308" y="288"/>
                </a:lnTo>
                <a:lnTo>
                  <a:pt x="1043" y="0"/>
                </a:lnTo>
                <a:lnTo>
                  <a:pt x="0" y="0"/>
                </a:lnTo>
                <a:lnTo>
                  <a:pt x="1" y="574"/>
                </a:lnTo>
                <a:close/>
              </a:path>
            </a:pathLst>
          </a:custGeom>
          <a:solidFill>
            <a:srgbClr val="54BCBD"/>
          </a:solidFill>
          <a:ln w="9525" cap="flat">
            <a:noFill/>
            <a:prstDash val="solid"/>
            <a:miter lim="800000"/>
            <a:headEnd/>
            <a:tailEnd/>
          </a:ln>
          <a:effectLst>
            <a:outerShdw blurRad="203200" dist="38100" dir="2700000" sx="102000" sy="102000" algn="tl"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12"/>
          <p:cNvSpPr>
            <a:spLocks/>
          </p:cNvSpPr>
          <p:nvPr/>
        </p:nvSpPr>
        <p:spPr bwMode="auto">
          <a:xfrm>
            <a:off x="4645819" y="5076825"/>
            <a:ext cx="2076450" cy="454025"/>
          </a:xfrm>
          <a:custGeom>
            <a:avLst/>
            <a:gdLst>
              <a:gd name="T0" fmla="*/ 1308 w 1308"/>
              <a:gd name="T1" fmla="*/ 0 h 286"/>
              <a:gd name="T2" fmla="*/ 0 w 1308"/>
              <a:gd name="T3" fmla="*/ 0 h 286"/>
              <a:gd name="T4" fmla="*/ 1 w 1308"/>
              <a:gd name="T5" fmla="*/ 286 h 286"/>
              <a:gd name="T6" fmla="*/ 1043 w 1308"/>
              <a:gd name="T7" fmla="*/ 286 h 286"/>
              <a:gd name="T8" fmla="*/ 1308 w 1308"/>
              <a:gd name="T9" fmla="*/ 0 h 286"/>
            </a:gdLst>
            <a:ahLst/>
            <a:cxnLst>
              <a:cxn ang="0">
                <a:pos x="T0" y="T1"/>
              </a:cxn>
              <a:cxn ang="0">
                <a:pos x="T2" y="T3"/>
              </a:cxn>
              <a:cxn ang="0">
                <a:pos x="T4" y="T5"/>
              </a:cxn>
              <a:cxn ang="0">
                <a:pos x="T6" y="T7"/>
              </a:cxn>
              <a:cxn ang="0">
                <a:pos x="T8" y="T9"/>
              </a:cxn>
            </a:cxnLst>
            <a:rect l="0" t="0" r="r" b="b"/>
            <a:pathLst>
              <a:path w="1308" h="286">
                <a:moveTo>
                  <a:pt x="1308" y="0"/>
                </a:moveTo>
                <a:lnTo>
                  <a:pt x="0" y="0"/>
                </a:lnTo>
                <a:lnTo>
                  <a:pt x="1" y="286"/>
                </a:lnTo>
                <a:lnTo>
                  <a:pt x="1043" y="286"/>
                </a:lnTo>
                <a:lnTo>
                  <a:pt x="1308" y="0"/>
                </a:lnTo>
                <a:close/>
              </a:path>
            </a:pathLst>
          </a:custGeom>
          <a:solidFill>
            <a:srgbClr val="0D0D0D">
              <a:alpha val="14118"/>
            </a:srgb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7" name="Oval 16"/>
          <p:cNvSpPr>
            <a:spLocks noChangeArrowheads="1"/>
          </p:cNvSpPr>
          <p:nvPr/>
        </p:nvSpPr>
        <p:spPr bwMode="auto">
          <a:xfrm>
            <a:off x="7293769" y="4368800"/>
            <a:ext cx="1414463" cy="1414462"/>
          </a:xfrm>
          <a:prstGeom prst="ellipse">
            <a:avLst/>
          </a:prstGeom>
          <a:solidFill>
            <a:srgbClr val="D40E37"/>
          </a:solidFill>
          <a:ln w="9525">
            <a:gradFill flip="none" rotWithShape="1">
              <a:gsLst>
                <a:gs pos="2000">
                  <a:srgbClr val="FDFDFD"/>
                </a:gs>
                <a:gs pos="100000">
                  <a:srgbClr val="CBCDCE"/>
                </a:gs>
              </a:gsLst>
              <a:lin ang="16200000" scaled="0"/>
              <a:tileRect/>
            </a:gradFill>
          </a:ln>
          <a:effectLst>
            <a:innerShdw blurRad="190500" dist="508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43" name="Oval 22"/>
          <p:cNvSpPr>
            <a:spLocks noChangeArrowheads="1"/>
          </p:cNvSpPr>
          <p:nvPr/>
        </p:nvSpPr>
        <p:spPr bwMode="auto">
          <a:xfrm>
            <a:off x="5023644" y="701675"/>
            <a:ext cx="2141538" cy="2139950"/>
          </a:xfrm>
          <a:prstGeom prst="ellipse">
            <a:avLst/>
          </a:prstGeom>
          <a:gradFill flip="none" rotWithShape="1">
            <a:gsLst>
              <a:gs pos="100000">
                <a:srgbClr val="FFFFFF">
                  <a:lumMod val="100000"/>
                </a:srgbClr>
              </a:gs>
              <a:gs pos="0">
                <a:srgbClr val="D9D9DA"/>
              </a:gs>
            </a:gsLst>
            <a:lin ang="2700000" scaled="1"/>
            <a:tileRect/>
          </a:gradFill>
          <a:ln w="28575" cap="flat" cmpd="sng" algn="ctr">
            <a:gradFill flip="none" rotWithShape="1">
              <a:gsLst>
                <a:gs pos="100000">
                  <a:srgbClr val="FFFFFF"/>
                </a:gs>
                <a:gs pos="0">
                  <a:srgbClr val="D9D9DA"/>
                </a:gs>
              </a:gsLst>
              <a:lin ang="13500000" scaled="1"/>
              <a:tileRect/>
            </a:gradFill>
            <a:prstDash val="solid"/>
            <a:miter lim="800000"/>
          </a:ln>
          <a:effectLst>
            <a:outerShdw blurRad="279400" dist="165100" dir="2700000" algn="t" rotWithShape="0">
              <a:prstClr val="black">
                <a:alpha val="35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45" name="Oval 24"/>
          <p:cNvSpPr>
            <a:spLocks noChangeArrowheads="1"/>
          </p:cNvSpPr>
          <p:nvPr/>
        </p:nvSpPr>
        <p:spPr bwMode="auto">
          <a:xfrm>
            <a:off x="5387182" y="1063625"/>
            <a:ext cx="1414463" cy="1414462"/>
          </a:xfrm>
          <a:prstGeom prst="ellipse">
            <a:avLst/>
          </a:prstGeom>
          <a:solidFill>
            <a:srgbClr val="8BC53F"/>
          </a:solidFill>
          <a:ln w="9525">
            <a:gradFill flip="none" rotWithShape="1">
              <a:gsLst>
                <a:gs pos="2000">
                  <a:srgbClr val="FDFDFD"/>
                </a:gs>
                <a:gs pos="100000">
                  <a:srgbClr val="CBCDCE"/>
                </a:gs>
              </a:gsLst>
              <a:lin ang="16200000" scaled="0"/>
              <a:tileRect/>
            </a:gradFill>
          </a:ln>
          <a:effectLst>
            <a:innerShdw blurRad="190500" dist="508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grpSp>
        <p:nvGrpSpPr>
          <p:cNvPr id="4" name="组合 3"/>
          <p:cNvGrpSpPr/>
          <p:nvPr/>
        </p:nvGrpSpPr>
        <p:grpSpPr>
          <a:xfrm>
            <a:off x="5939632" y="6053138"/>
            <a:ext cx="358775" cy="361950"/>
            <a:chOff x="5939632" y="6053138"/>
            <a:chExt cx="358775" cy="361950"/>
          </a:xfrm>
        </p:grpSpPr>
        <p:sp>
          <p:nvSpPr>
            <p:cNvPr id="46" name="Oval 25"/>
            <p:cNvSpPr>
              <a:spLocks noChangeArrowheads="1"/>
            </p:cNvSpPr>
            <p:nvPr/>
          </p:nvSpPr>
          <p:spPr bwMode="auto">
            <a:xfrm>
              <a:off x="5939632" y="6053138"/>
              <a:ext cx="358775" cy="361950"/>
            </a:xfrm>
            <a:prstGeom prst="ellipse">
              <a:avLst/>
            </a:prstGeom>
            <a:solidFill>
              <a:srgbClr val="4FB5B7"/>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47" name="Freeform 26"/>
            <p:cNvSpPr>
              <a:spLocks/>
            </p:cNvSpPr>
            <p:nvPr/>
          </p:nvSpPr>
          <p:spPr bwMode="auto">
            <a:xfrm>
              <a:off x="6038057" y="6151563"/>
              <a:ext cx="163513" cy="165100"/>
            </a:xfrm>
            <a:custGeom>
              <a:avLst/>
              <a:gdLst>
                <a:gd name="T0" fmla="*/ 59 w 60"/>
                <a:gd name="T1" fmla="*/ 49 h 60"/>
                <a:gd name="T2" fmla="*/ 40 w 60"/>
                <a:gd name="T3" fmla="*/ 30 h 60"/>
                <a:gd name="T4" fmla="*/ 59 w 60"/>
                <a:gd name="T5" fmla="*/ 11 h 60"/>
                <a:gd name="T6" fmla="*/ 59 w 60"/>
                <a:gd name="T7" fmla="*/ 8 h 60"/>
                <a:gd name="T8" fmla="*/ 51 w 60"/>
                <a:gd name="T9" fmla="*/ 1 h 60"/>
                <a:gd name="T10" fmla="*/ 49 w 60"/>
                <a:gd name="T11" fmla="*/ 1 h 60"/>
                <a:gd name="T12" fmla="*/ 30 w 60"/>
                <a:gd name="T13" fmla="*/ 20 h 60"/>
                <a:gd name="T14" fmla="*/ 11 w 60"/>
                <a:gd name="T15" fmla="*/ 1 h 60"/>
                <a:gd name="T16" fmla="*/ 8 w 60"/>
                <a:gd name="T17" fmla="*/ 1 h 60"/>
                <a:gd name="T18" fmla="*/ 0 w 60"/>
                <a:gd name="T19" fmla="*/ 8 h 60"/>
                <a:gd name="T20" fmla="*/ 0 w 60"/>
                <a:gd name="T21" fmla="*/ 11 h 60"/>
                <a:gd name="T22" fmla="*/ 19 w 60"/>
                <a:gd name="T23" fmla="*/ 30 h 60"/>
                <a:gd name="T24" fmla="*/ 0 w 60"/>
                <a:gd name="T25" fmla="*/ 49 h 60"/>
                <a:gd name="T26" fmla="*/ 0 w 60"/>
                <a:gd name="T27" fmla="*/ 52 h 60"/>
                <a:gd name="T28" fmla="*/ 8 w 60"/>
                <a:gd name="T29" fmla="*/ 59 h 60"/>
                <a:gd name="T30" fmla="*/ 11 w 60"/>
                <a:gd name="T31" fmla="*/ 59 h 60"/>
                <a:gd name="T32" fmla="*/ 30 w 60"/>
                <a:gd name="T33" fmla="*/ 40 h 60"/>
                <a:gd name="T34" fmla="*/ 49 w 60"/>
                <a:gd name="T35" fmla="*/ 59 h 60"/>
                <a:gd name="T36" fmla="*/ 51 w 60"/>
                <a:gd name="T37" fmla="*/ 59 h 60"/>
                <a:gd name="T38" fmla="*/ 59 w 60"/>
                <a:gd name="T39" fmla="*/ 52 h 60"/>
                <a:gd name="T40" fmla="*/ 59 w 60"/>
                <a:gd name="T41" fmla="*/ 4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0" h="60">
                  <a:moveTo>
                    <a:pt x="59" y="49"/>
                  </a:moveTo>
                  <a:cubicBezTo>
                    <a:pt x="40" y="30"/>
                    <a:pt x="40" y="30"/>
                    <a:pt x="40" y="30"/>
                  </a:cubicBezTo>
                  <a:cubicBezTo>
                    <a:pt x="59" y="11"/>
                    <a:pt x="59" y="11"/>
                    <a:pt x="59" y="11"/>
                  </a:cubicBezTo>
                  <a:cubicBezTo>
                    <a:pt x="60" y="10"/>
                    <a:pt x="60" y="9"/>
                    <a:pt x="59" y="8"/>
                  </a:cubicBezTo>
                  <a:cubicBezTo>
                    <a:pt x="51" y="1"/>
                    <a:pt x="51" y="1"/>
                    <a:pt x="51" y="1"/>
                  </a:cubicBezTo>
                  <a:cubicBezTo>
                    <a:pt x="50" y="0"/>
                    <a:pt x="49" y="0"/>
                    <a:pt x="49" y="1"/>
                  </a:cubicBezTo>
                  <a:cubicBezTo>
                    <a:pt x="30" y="20"/>
                    <a:pt x="30" y="20"/>
                    <a:pt x="30" y="20"/>
                  </a:cubicBezTo>
                  <a:cubicBezTo>
                    <a:pt x="11" y="1"/>
                    <a:pt x="11" y="1"/>
                    <a:pt x="11" y="1"/>
                  </a:cubicBezTo>
                  <a:cubicBezTo>
                    <a:pt x="10" y="0"/>
                    <a:pt x="9" y="0"/>
                    <a:pt x="8" y="1"/>
                  </a:cubicBezTo>
                  <a:cubicBezTo>
                    <a:pt x="0" y="8"/>
                    <a:pt x="0" y="8"/>
                    <a:pt x="0" y="8"/>
                  </a:cubicBezTo>
                  <a:cubicBezTo>
                    <a:pt x="0" y="9"/>
                    <a:pt x="0" y="10"/>
                    <a:pt x="0" y="11"/>
                  </a:cubicBezTo>
                  <a:cubicBezTo>
                    <a:pt x="19" y="30"/>
                    <a:pt x="19" y="30"/>
                    <a:pt x="19" y="30"/>
                  </a:cubicBezTo>
                  <a:cubicBezTo>
                    <a:pt x="0" y="49"/>
                    <a:pt x="0" y="49"/>
                    <a:pt x="0" y="49"/>
                  </a:cubicBezTo>
                  <a:cubicBezTo>
                    <a:pt x="0" y="50"/>
                    <a:pt x="0" y="51"/>
                    <a:pt x="0" y="52"/>
                  </a:cubicBezTo>
                  <a:cubicBezTo>
                    <a:pt x="8" y="59"/>
                    <a:pt x="8" y="59"/>
                    <a:pt x="8" y="59"/>
                  </a:cubicBezTo>
                  <a:cubicBezTo>
                    <a:pt x="9" y="60"/>
                    <a:pt x="10" y="60"/>
                    <a:pt x="11" y="59"/>
                  </a:cubicBezTo>
                  <a:cubicBezTo>
                    <a:pt x="30" y="40"/>
                    <a:pt x="30" y="40"/>
                    <a:pt x="30" y="40"/>
                  </a:cubicBezTo>
                  <a:cubicBezTo>
                    <a:pt x="49" y="59"/>
                    <a:pt x="49" y="59"/>
                    <a:pt x="49" y="59"/>
                  </a:cubicBezTo>
                  <a:cubicBezTo>
                    <a:pt x="49" y="60"/>
                    <a:pt x="50" y="60"/>
                    <a:pt x="51" y="59"/>
                  </a:cubicBezTo>
                  <a:cubicBezTo>
                    <a:pt x="59" y="52"/>
                    <a:pt x="59" y="52"/>
                    <a:pt x="59" y="52"/>
                  </a:cubicBezTo>
                  <a:cubicBezTo>
                    <a:pt x="60" y="51"/>
                    <a:pt x="60" y="50"/>
                    <a:pt x="59" y="49"/>
                  </a:cubicBezTo>
                  <a:close/>
                </a:path>
              </a:pathLst>
            </a:custGeom>
            <a:solidFill>
              <a:schemeClr val="bg1"/>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3" name="组合 2"/>
          <p:cNvGrpSpPr/>
          <p:nvPr/>
        </p:nvGrpSpPr>
        <p:grpSpPr>
          <a:xfrm>
            <a:off x="8322469" y="2698750"/>
            <a:ext cx="358775" cy="358775"/>
            <a:chOff x="8322469" y="2698750"/>
            <a:chExt cx="358775" cy="358775"/>
          </a:xfrm>
        </p:grpSpPr>
        <p:sp>
          <p:nvSpPr>
            <p:cNvPr id="48" name="Oval 27"/>
            <p:cNvSpPr>
              <a:spLocks noChangeArrowheads="1"/>
            </p:cNvSpPr>
            <p:nvPr/>
          </p:nvSpPr>
          <p:spPr bwMode="auto">
            <a:xfrm>
              <a:off x="8322469" y="2698750"/>
              <a:ext cx="358775" cy="358775"/>
            </a:xfrm>
            <a:prstGeom prst="ellipse">
              <a:avLst/>
            </a:prstGeom>
            <a:solidFill>
              <a:srgbClr val="D40E37"/>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49" name="Freeform 28"/>
            <p:cNvSpPr>
              <a:spLocks/>
            </p:cNvSpPr>
            <p:nvPr/>
          </p:nvSpPr>
          <p:spPr bwMode="auto">
            <a:xfrm>
              <a:off x="8401844" y="2778125"/>
              <a:ext cx="196850" cy="196850"/>
            </a:xfrm>
            <a:custGeom>
              <a:avLst/>
              <a:gdLst>
                <a:gd name="T0" fmla="*/ 70 w 72"/>
                <a:gd name="T1" fmla="*/ 29 h 72"/>
                <a:gd name="T2" fmla="*/ 44 w 72"/>
                <a:gd name="T3" fmla="*/ 29 h 72"/>
                <a:gd name="T4" fmla="*/ 44 w 72"/>
                <a:gd name="T5" fmla="*/ 2 h 72"/>
                <a:gd name="T6" fmla="*/ 42 w 72"/>
                <a:gd name="T7" fmla="*/ 0 h 72"/>
                <a:gd name="T8" fmla="*/ 31 w 72"/>
                <a:gd name="T9" fmla="*/ 0 h 72"/>
                <a:gd name="T10" fmla="*/ 29 w 72"/>
                <a:gd name="T11" fmla="*/ 2 h 72"/>
                <a:gd name="T12" fmla="*/ 29 w 72"/>
                <a:gd name="T13" fmla="*/ 29 h 72"/>
                <a:gd name="T14" fmla="*/ 2 w 72"/>
                <a:gd name="T15" fmla="*/ 29 h 72"/>
                <a:gd name="T16" fmla="*/ 0 w 72"/>
                <a:gd name="T17" fmla="*/ 31 h 72"/>
                <a:gd name="T18" fmla="*/ 0 w 72"/>
                <a:gd name="T19" fmla="*/ 42 h 72"/>
                <a:gd name="T20" fmla="*/ 2 w 72"/>
                <a:gd name="T21" fmla="*/ 44 h 72"/>
                <a:gd name="T22" fmla="*/ 29 w 72"/>
                <a:gd name="T23" fmla="*/ 44 h 72"/>
                <a:gd name="T24" fmla="*/ 29 w 72"/>
                <a:gd name="T25" fmla="*/ 71 h 72"/>
                <a:gd name="T26" fmla="*/ 31 w 72"/>
                <a:gd name="T27" fmla="*/ 72 h 72"/>
                <a:gd name="T28" fmla="*/ 42 w 72"/>
                <a:gd name="T29" fmla="*/ 72 h 72"/>
                <a:gd name="T30" fmla="*/ 44 w 72"/>
                <a:gd name="T31" fmla="*/ 71 h 72"/>
                <a:gd name="T32" fmla="*/ 44 w 72"/>
                <a:gd name="T33" fmla="*/ 44 h 72"/>
                <a:gd name="T34" fmla="*/ 70 w 72"/>
                <a:gd name="T35" fmla="*/ 44 h 72"/>
                <a:gd name="T36" fmla="*/ 72 w 72"/>
                <a:gd name="T37" fmla="*/ 42 h 72"/>
                <a:gd name="T38" fmla="*/ 72 w 72"/>
                <a:gd name="T39" fmla="*/ 31 h 72"/>
                <a:gd name="T40" fmla="*/ 70 w 72"/>
                <a:gd name="T41" fmla="*/ 2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2" h="72">
                  <a:moveTo>
                    <a:pt x="70" y="29"/>
                  </a:moveTo>
                  <a:cubicBezTo>
                    <a:pt x="44" y="29"/>
                    <a:pt x="44" y="29"/>
                    <a:pt x="44" y="29"/>
                  </a:cubicBezTo>
                  <a:cubicBezTo>
                    <a:pt x="44" y="2"/>
                    <a:pt x="44" y="2"/>
                    <a:pt x="44" y="2"/>
                  </a:cubicBezTo>
                  <a:cubicBezTo>
                    <a:pt x="44" y="1"/>
                    <a:pt x="43" y="0"/>
                    <a:pt x="42" y="0"/>
                  </a:cubicBezTo>
                  <a:cubicBezTo>
                    <a:pt x="31" y="0"/>
                    <a:pt x="31" y="0"/>
                    <a:pt x="31" y="0"/>
                  </a:cubicBezTo>
                  <a:cubicBezTo>
                    <a:pt x="30" y="0"/>
                    <a:pt x="29" y="1"/>
                    <a:pt x="29" y="2"/>
                  </a:cubicBezTo>
                  <a:cubicBezTo>
                    <a:pt x="29" y="29"/>
                    <a:pt x="29" y="29"/>
                    <a:pt x="29" y="29"/>
                  </a:cubicBezTo>
                  <a:cubicBezTo>
                    <a:pt x="2" y="29"/>
                    <a:pt x="2" y="29"/>
                    <a:pt x="2" y="29"/>
                  </a:cubicBezTo>
                  <a:cubicBezTo>
                    <a:pt x="1" y="29"/>
                    <a:pt x="0" y="30"/>
                    <a:pt x="0" y="31"/>
                  </a:cubicBezTo>
                  <a:cubicBezTo>
                    <a:pt x="0" y="42"/>
                    <a:pt x="0" y="42"/>
                    <a:pt x="0" y="42"/>
                  </a:cubicBezTo>
                  <a:cubicBezTo>
                    <a:pt x="0" y="43"/>
                    <a:pt x="1" y="44"/>
                    <a:pt x="2" y="44"/>
                  </a:cubicBezTo>
                  <a:cubicBezTo>
                    <a:pt x="29" y="44"/>
                    <a:pt x="29" y="44"/>
                    <a:pt x="29" y="44"/>
                  </a:cubicBezTo>
                  <a:cubicBezTo>
                    <a:pt x="29" y="71"/>
                    <a:pt x="29" y="71"/>
                    <a:pt x="29" y="71"/>
                  </a:cubicBezTo>
                  <a:cubicBezTo>
                    <a:pt x="29" y="72"/>
                    <a:pt x="30" y="72"/>
                    <a:pt x="31" y="72"/>
                  </a:cubicBezTo>
                  <a:cubicBezTo>
                    <a:pt x="42" y="72"/>
                    <a:pt x="42" y="72"/>
                    <a:pt x="42" y="72"/>
                  </a:cubicBezTo>
                  <a:cubicBezTo>
                    <a:pt x="43" y="72"/>
                    <a:pt x="44" y="72"/>
                    <a:pt x="44" y="71"/>
                  </a:cubicBezTo>
                  <a:cubicBezTo>
                    <a:pt x="44" y="44"/>
                    <a:pt x="44" y="44"/>
                    <a:pt x="44" y="44"/>
                  </a:cubicBezTo>
                  <a:cubicBezTo>
                    <a:pt x="70" y="44"/>
                    <a:pt x="70" y="44"/>
                    <a:pt x="70" y="44"/>
                  </a:cubicBezTo>
                  <a:cubicBezTo>
                    <a:pt x="71" y="44"/>
                    <a:pt x="72" y="43"/>
                    <a:pt x="72" y="42"/>
                  </a:cubicBezTo>
                  <a:cubicBezTo>
                    <a:pt x="72" y="31"/>
                    <a:pt x="72" y="31"/>
                    <a:pt x="72" y="31"/>
                  </a:cubicBezTo>
                  <a:cubicBezTo>
                    <a:pt x="72" y="30"/>
                    <a:pt x="71" y="29"/>
                    <a:pt x="70" y="29"/>
                  </a:cubicBezTo>
                  <a:close/>
                </a:path>
              </a:pathLst>
            </a:custGeom>
            <a:solidFill>
              <a:schemeClr val="bg1"/>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2" name="组合 1"/>
          <p:cNvGrpSpPr/>
          <p:nvPr/>
        </p:nvGrpSpPr>
        <p:grpSpPr>
          <a:xfrm>
            <a:off x="3545682" y="2698750"/>
            <a:ext cx="358775" cy="358775"/>
            <a:chOff x="3545682" y="2698750"/>
            <a:chExt cx="358775" cy="358775"/>
          </a:xfrm>
        </p:grpSpPr>
        <p:sp>
          <p:nvSpPr>
            <p:cNvPr id="50" name="Oval 29"/>
            <p:cNvSpPr>
              <a:spLocks noChangeArrowheads="1"/>
            </p:cNvSpPr>
            <p:nvPr/>
          </p:nvSpPr>
          <p:spPr bwMode="auto">
            <a:xfrm>
              <a:off x="3545682" y="2698750"/>
              <a:ext cx="358775" cy="358775"/>
            </a:xfrm>
            <a:prstGeom prst="ellipse">
              <a:avLst/>
            </a:prstGeom>
            <a:solidFill>
              <a:srgbClr val="8FBE38"/>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51" name="Freeform 30"/>
            <p:cNvSpPr>
              <a:spLocks/>
            </p:cNvSpPr>
            <p:nvPr/>
          </p:nvSpPr>
          <p:spPr bwMode="auto">
            <a:xfrm>
              <a:off x="3666332" y="2770188"/>
              <a:ext cx="136525" cy="215900"/>
            </a:xfrm>
            <a:custGeom>
              <a:avLst/>
              <a:gdLst>
                <a:gd name="T0" fmla="*/ 9 w 50"/>
                <a:gd name="T1" fmla="*/ 0 h 79"/>
                <a:gd name="T2" fmla="*/ 1 w 50"/>
                <a:gd name="T3" fmla="*/ 8 h 79"/>
                <a:gd name="T4" fmla="*/ 1 w 50"/>
                <a:gd name="T5" fmla="*/ 11 h 79"/>
                <a:gd name="T6" fmla="*/ 29 w 50"/>
                <a:gd name="T7" fmla="*/ 39 h 79"/>
                <a:gd name="T8" fmla="*/ 1 w 50"/>
                <a:gd name="T9" fmla="*/ 68 h 79"/>
                <a:gd name="T10" fmla="*/ 1 w 50"/>
                <a:gd name="T11" fmla="*/ 70 h 79"/>
                <a:gd name="T12" fmla="*/ 9 w 50"/>
                <a:gd name="T13" fmla="*/ 79 h 79"/>
                <a:gd name="T14" fmla="*/ 12 w 50"/>
                <a:gd name="T15" fmla="*/ 79 h 79"/>
                <a:gd name="T16" fmla="*/ 41 w 50"/>
                <a:gd name="T17" fmla="*/ 49 h 79"/>
                <a:gd name="T18" fmla="*/ 49 w 50"/>
                <a:gd name="T19" fmla="*/ 41 h 79"/>
                <a:gd name="T20" fmla="*/ 49 w 50"/>
                <a:gd name="T21" fmla="*/ 38 h 79"/>
                <a:gd name="T22" fmla="*/ 41 w 50"/>
                <a:gd name="T23" fmla="*/ 30 h 79"/>
                <a:gd name="T24" fmla="*/ 12 w 50"/>
                <a:gd name="T25" fmla="*/ 0 h 79"/>
                <a:gd name="T26" fmla="*/ 9 w 50"/>
                <a:gd name="T27"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79">
                  <a:moveTo>
                    <a:pt x="9" y="0"/>
                  </a:moveTo>
                  <a:cubicBezTo>
                    <a:pt x="1" y="8"/>
                    <a:pt x="1" y="8"/>
                    <a:pt x="1" y="8"/>
                  </a:cubicBezTo>
                  <a:cubicBezTo>
                    <a:pt x="0" y="9"/>
                    <a:pt x="0" y="11"/>
                    <a:pt x="1" y="11"/>
                  </a:cubicBezTo>
                  <a:cubicBezTo>
                    <a:pt x="29" y="39"/>
                    <a:pt x="29" y="39"/>
                    <a:pt x="29" y="39"/>
                  </a:cubicBezTo>
                  <a:cubicBezTo>
                    <a:pt x="1" y="68"/>
                    <a:pt x="1" y="68"/>
                    <a:pt x="1" y="68"/>
                  </a:cubicBezTo>
                  <a:cubicBezTo>
                    <a:pt x="0" y="68"/>
                    <a:pt x="0" y="70"/>
                    <a:pt x="1" y="70"/>
                  </a:cubicBezTo>
                  <a:cubicBezTo>
                    <a:pt x="9" y="79"/>
                    <a:pt x="9" y="79"/>
                    <a:pt x="9" y="79"/>
                  </a:cubicBezTo>
                  <a:cubicBezTo>
                    <a:pt x="10" y="79"/>
                    <a:pt x="11" y="79"/>
                    <a:pt x="12" y="79"/>
                  </a:cubicBezTo>
                  <a:cubicBezTo>
                    <a:pt x="41" y="49"/>
                    <a:pt x="41" y="49"/>
                    <a:pt x="41" y="49"/>
                  </a:cubicBezTo>
                  <a:cubicBezTo>
                    <a:pt x="49" y="41"/>
                    <a:pt x="49" y="41"/>
                    <a:pt x="49" y="41"/>
                  </a:cubicBezTo>
                  <a:cubicBezTo>
                    <a:pt x="50" y="40"/>
                    <a:pt x="50" y="39"/>
                    <a:pt x="49" y="38"/>
                  </a:cubicBezTo>
                  <a:cubicBezTo>
                    <a:pt x="41" y="30"/>
                    <a:pt x="41" y="30"/>
                    <a:pt x="41" y="30"/>
                  </a:cubicBezTo>
                  <a:cubicBezTo>
                    <a:pt x="12" y="0"/>
                    <a:pt x="12" y="0"/>
                    <a:pt x="12" y="0"/>
                  </a:cubicBezTo>
                  <a:cubicBezTo>
                    <a:pt x="11" y="0"/>
                    <a:pt x="10" y="0"/>
                    <a:pt x="9" y="0"/>
                  </a:cubicBezTo>
                  <a:close/>
                </a:path>
              </a:pathLst>
            </a:custGeom>
            <a:solidFill>
              <a:schemeClr val="bg1"/>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sp>
        <p:nvSpPr>
          <p:cNvPr id="59" name="文本框 58"/>
          <p:cNvSpPr txBox="1"/>
          <p:nvPr/>
        </p:nvSpPr>
        <p:spPr>
          <a:xfrm>
            <a:off x="7564989" y="4508233"/>
            <a:ext cx="824265" cy="1138773"/>
          </a:xfrm>
          <a:prstGeom prst="rect">
            <a:avLst/>
          </a:prstGeom>
          <a:noFill/>
        </p:spPr>
        <p:txBody>
          <a:bodyPr wrap="none" rtlCol="0">
            <a:spAutoFit/>
          </a:bodyPr>
          <a:lstStyle/>
          <a:p>
            <a:pPr algn="ctr"/>
            <a:r>
              <a:rPr lang="en-US" altLang="zh-CN" sz="2000" dirty="0">
                <a:solidFill>
                  <a:schemeClr val="bg1"/>
                </a:solidFill>
              </a:rPr>
              <a:t>STEP</a:t>
            </a:r>
          </a:p>
          <a:p>
            <a:pPr algn="ctr"/>
            <a:r>
              <a:rPr lang="en-US" altLang="zh-CN" sz="4800" dirty="0">
                <a:solidFill>
                  <a:schemeClr val="bg1"/>
                </a:solidFill>
                <a:latin typeface="Impact" panose="020B0806030902050204" pitchFamily="34" charset="0"/>
              </a:rPr>
              <a:t>02</a:t>
            </a:r>
            <a:endParaRPr lang="zh-CN" altLang="en-US" sz="4800" dirty="0">
              <a:solidFill>
                <a:schemeClr val="bg1"/>
              </a:solidFill>
              <a:latin typeface="Impact" panose="020B0806030902050204" pitchFamily="34" charset="0"/>
            </a:endParaRPr>
          </a:p>
        </p:txBody>
      </p:sp>
      <p:sp>
        <p:nvSpPr>
          <p:cNvPr id="60" name="文本框 59"/>
          <p:cNvSpPr txBox="1"/>
          <p:nvPr/>
        </p:nvSpPr>
        <p:spPr>
          <a:xfrm>
            <a:off x="5691302" y="1225955"/>
            <a:ext cx="841898" cy="1138773"/>
          </a:xfrm>
          <a:prstGeom prst="rect">
            <a:avLst/>
          </a:prstGeom>
          <a:noFill/>
        </p:spPr>
        <p:txBody>
          <a:bodyPr wrap="none" rtlCol="0">
            <a:spAutoFit/>
          </a:bodyPr>
          <a:lstStyle/>
          <a:p>
            <a:pPr algn="ctr"/>
            <a:r>
              <a:rPr lang="en-US" altLang="zh-CN" sz="2000" dirty="0">
                <a:solidFill>
                  <a:schemeClr val="bg1"/>
                </a:solidFill>
              </a:rPr>
              <a:t>STEP</a:t>
            </a:r>
          </a:p>
          <a:p>
            <a:pPr algn="ctr"/>
            <a:r>
              <a:rPr lang="en-US" altLang="zh-CN" sz="4800" dirty="0">
                <a:solidFill>
                  <a:schemeClr val="bg1"/>
                </a:solidFill>
                <a:latin typeface="Impact" panose="020B0806030902050204" pitchFamily="34" charset="0"/>
              </a:rPr>
              <a:t>03</a:t>
            </a:r>
            <a:endParaRPr lang="zh-CN" altLang="en-US" sz="4800" dirty="0">
              <a:solidFill>
                <a:schemeClr val="bg1"/>
              </a:solidFill>
              <a:latin typeface="Impact" panose="020B0806030902050204" pitchFamily="34" charset="0"/>
            </a:endParaRPr>
          </a:p>
        </p:txBody>
      </p:sp>
      <p:sp>
        <p:nvSpPr>
          <p:cNvPr id="64" name="文本框 63"/>
          <p:cNvSpPr txBox="1"/>
          <p:nvPr/>
        </p:nvSpPr>
        <p:spPr>
          <a:xfrm>
            <a:off x="7350617" y="1179071"/>
            <a:ext cx="2856518" cy="830997"/>
          </a:xfrm>
          <a:prstGeom prst="rect">
            <a:avLst/>
          </a:prstGeom>
          <a:noFill/>
        </p:spPr>
        <p:txBody>
          <a:bodyPr wrap="square" rtlCol="0">
            <a:spAutoFit/>
          </a:bodyPr>
          <a:lstStyle/>
          <a:p>
            <a:pPr>
              <a:lnSpc>
                <a:spcPct val="120000"/>
              </a:lnSpc>
            </a:pPr>
            <a:r>
              <a:rPr lang="zh-CN" altLang="en-US" sz="2400" b="1" dirty="0">
                <a:solidFill>
                  <a:srgbClr val="8BC53F"/>
                </a:solidFill>
              </a:rPr>
              <a:t>添加标题</a:t>
            </a:r>
            <a:endParaRPr lang="en-US" altLang="zh-CN" sz="2400" b="1" dirty="0">
              <a:solidFill>
                <a:srgbClr val="8BC53F"/>
              </a:solidFill>
            </a:endParaRPr>
          </a:p>
          <a:p>
            <a:pPr>
              <a:lnSpc>
                <a:spcPct val="120000"/>
              </a:lnSpc>
            </a:pPr>
            <a:r>
              <a:rPr lang="zh-CN" altLang="en-US" sz="1600" dirty="0">
                <a:solidFill>
                  <a:schemeClr val="tx1">
                    <a:lumMod val="65000"/>
                    <a:lumOff val="35000"/>
                  </a:schemeClr>
                </a:solidFill>
              </a:rPr>
              <a:t>添加内容添加内容</a:t>
            </a:r>
          </a:p>
        </p:txBody>
      </p:sp>
      <p:sp>
        <p:nvSpPr>
          <p:cNvPr id="65" name="文本框 64"/>
          <p:cNvSpPr txBox="1"/>
          <p:nvPr/>
        </p:nvSpPr>
        <p:spPr>
          <a:xfrm>
            <a:off x="179274" y="4708126"/>
            <a:ext cx="2856518" cy="830997"/>
          </a:xfrm>
          <a:prstGeom prst="rect">
            <a:avLst/>
          </a:prstGeom>
          <a:noFill/>
        </p:spPr>
        <p:txBody>
          <a:bodyPr wrap="square" rtlCol="0">
            <a:spAutoFit/>
          </a:bodyPr>
          <a:lstStyle/>
          <a:p>
            <a:pPr algn="r">
              <a:lnSpc>
                <a:spcPct val="120000"/>
              </a:lnSpc>
            </a:pPr>
            <a:r>
              <a:rPr lang="zh-CN" altLang="en-US" sz="2400" b="1" dirty="0">
                <a:solidFill>
                  <a:srgbClr val="4FB5B7"/>
                </a:solidFill>
              </a:rPr>
              <a:t>添加标题</a:t>
            </a:r>
            <a:endParaRPr lang="en-US" altLang="zh-CN" sz="2400" b="1" dirty="0">
              <a:solidFill>
                <a:srgbClr val="4FB5B7"/>
              </a:solidFill>
            </a:endParaRPr>
          </a:p>
          <a:p>
            <a:pPr algn="r">
              <a:lnSpc>
                <a:spcPct val="120000"/>
              </a:lnSpc>
            </a:pPr>
            <a:r>
              <a:rPr lang="zh-CN" altLang="en-US" sz="1600" dirty="0">
                <a:solidFill>
                  <a:schemeClr val="tx1">
                    <a:lumMod val="65000"/>
                    <a:lumOff val="35000"/>
                  </a:schemeClr>
                </a:solidFill>
              </a:rPr>
              <a:t>添加内容添加内容</a:t>
            </a:r>
          </a:p>
        </p:txBody>
      </p:sp>
      <p:sp>
        <p:nvSpPr>
          <p:cNvPr id="66" name="文本框 65"/>
          <p:cNvSpPr txBox="1"/>
          <p:nvPr/>
        </p:nvSpPr>
        <p:spPr>
          <a:xfrm>
            <a:off x="9278145" y="4708125"/>
            <a:ext cx="2856518" cy="830997"/>
          </a:xfrm>
          <a:prstGeom prst="rect">
            <a:avLst/>
          </a:prstGeom>
          <a:noFill/>
        </p:spPr>
        <p:txBody>
          <a:bodyPr wrap="square" rtlCol="0">
            <a:spAutoFit/>
          </a:bodyPr>
          <a:lstStyle/>
          <a:p>
            <a:pPr>
              <a:lnSpc>
                <a:spcPct val="120000"/>
              </a:lnSpc>
            </a:pPr>
            <a:r>
              <a:rPr lang="zh-CN" altLang="en-US" sz="2400" b="1" dirty="0">
                <a:solidFill>
                  <a:srgbClr val="D40E37"/>
                </a:solidFill>
              </a:rPr>
              <a:t>添加标题</a:t>
            </a:r>
            <a:endParaRPr lang="en-US" altLang="zh-CN" sz="2400" b="1" dirty="0">
              <a:solidFill>
                <a:srgbClr val="D40E37"/>
              </a:solidFill>
            </a:endParaRPr>
          </a:p>
          <a:p>
            <a:pPr>
              <a:lnSpc>
                <a:spcPct val="120000"/>
              </a:lnSpc>
            </a:pPr>
            <a:r>
              <a:rPr lang="zh-CN" altLang="en-US" sz="1600" dirty="0">
                <a:solidFill>
                  <a:schemeClr val="tx1">
                    <a:lumMod val="65000"/>
                    <a:lumOff val="35000"/>
                  </a:schemeClr>
                </a:solidFill>
              </a:rPr>
              <a:t>添加内容添加内容</a:t>
            </a:r>
          </a:p>
        </p:txBody>
      </p:sp>
      <p:sp>
        <p:nvSpPr>
          <p:cNvPr id="69" name="Oval 18"/>
          <p:cNvSpPr>
            <a:spLocks noChangeArrowheads="1"/>
          </p:cNvSpPr>
          <p:nvPr/>
        </p:nvSpPr>
        <p:spPr bwMode="auto">
          <a:xfrm>
            <a:off x="3121819" y="4006850"/>
            <a:ext cx="2139950" cy="2139950"/>
          </a:xfrm>
          <a:prstGeom prst="ellipse">
            <a:avLst/>
          </a:prstGeom>
          <a:gradFill flip="none" rotWithShape="1">
            <a:gsLst>
              <a:gs pos="100000">
                <a:srgbClr val="FFFFFF">
                  <a:lumMod val="100000"/>
                </a:srgbClr>
              </a:gs>
              <a:gs pos="0">
                <a:srgbClr val="D9D9DA"/>
              </a:gs>
            </a:gsLst>
            <a:lin ang="2700000" scaled="1"/>
            <a:tileRect/>
          </a:gradFill>
          <a:ln w="28575" cap="flat" cmpd="sng" algn="ctr">
            <a:gradFill flip="none" rotWithShape="1">
              <a:gsLst>
                <a:gs pos="100000">
                  <a:srgbClr val="FFFFFF"/>
                </a:gs>
                <a:gs pos="0">
                  <a:srgbClr val="D9D9DA"/>
                </a:gs>
              </a:gsLst>
              <a:lin ang="13500000" scaled="1"/>
              <a:tileRect/>
            </a:gradFill>
            <a:prstDash val="solid"/>
            <a:miter lim="800000"/>
          </a:ln>
          <a:effectLst>
            <a:outerShdw blurRad="279400" dist="165100" dir="2700000" algn="t" rotWithShape="0">
              <a:prstClr val="black">
                <a:alpha val="35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70" name="Oval 20"/>
          <p:cNvSpPr>
            <a:spLocks noChangeArrowheads="1"/>
          </p:cNvSpPr>
          <p:nvPr/>
        </p:nvSpPr>
        <p:spPr bwMode="auto">
          <a:xfrm>
            <a:off x="3485357" y="4368800"/>
            <a:ext cx="1411288" cy="1414462"/>
          </a:xfrm>
          <a:prstGeom prst="ellipse">
            <a:avLst/>
          </a:prstGeom>
          <a:solidFill>
            <a:srgbClr val="4FB5B7"/>
          </a:solidFill>
          <a:ln w="9525">
            <a:gradFill flip="none" rotWithShape="1">
              <a:gsLst>
                <a:gs pos="2000">
                  <a:srgbClr val="FDFDFD"/>
                </a:gs>
                <a:gs pos="100000">
                  <a:srgbClr val="CBCDCE"/>
                </a:gs>
              </a:gsLst>
              <a:lin ang="16200000" scaled="0"/>
              <a:tileRect/>
            </a:gradFill>
          </a:ln>
          <a:effectLst>
            <a:innerShdw blurRad="190500" dist="508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文本框 70"/>
          <p:cNvSpPr txBox="1"/>
          <p:nvPr/>
        </p:nvSpPr>
        <p:spPr>
          <a:xfrm>
            <a:off x="3788237" y="4565115"/>
            <a:ext cx="748923" cy="1138773"/>
          </a:xfrm>
          <a:prstGeom prst="rect">
            <a:avLst/>
          </a:prstGeom>
          <a:noFill/>
        </p:spPr>
        <p:txBody>
          <a:bodyPr wrap="none" rtlCol="0">
            <a:spAutoFit/>
          </a:bodyPr>
          <a:lstStyle/>
          <a:p>
            <a:pPr algn="ctr"/>
            <a:r>
              <a:rPr lang="en-US" altLang="zh-CN" sz="2000" dirty="0">
                <a:solidFill>
                  <a:schemeClr val="bg1"/>
                </a:solidFill>
              </a:rPr>
              <a:t>STEP</a:t>
            </a:r>
          </a:p>
          <a:p>
            <a:pPr algn="ctr"/>
            <a:r>
              <a:rPr lang="en-US" altLang="zh-CN" sz="4800" dirty="0">
                <a:solidFill>
                  <a:schemeClr val="bg1"/>
                </a:solidFill>
                <a:latin typeface="Impact" panose="020B0806030902050204" pitchFamily="34" charset="0"/>
              </a:rPr>
              <a:t>01</a:t>
            </a:r>
            <a:endParaRPr lang="zh-CN" altLang="en-US" sz="4800" dirty="0">
              <a:solidFill>
                <a:schemeClr val="bg1"/>
              </a:solidFill>
              <a:latin typeface="Impact" panose="020B0806030902050204" pitchFamily="34" charset="0"/>
            </a:endParaRPr>
          </a:p>
        </p:txBody>
      </p:sp>
      <p:sp>
        <p:nvSpPr>
          <p:cNvPr id="34"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三项循环</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27426221"/>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 name="组合 31"/>
          <p:cNvGrpSpPr/>
          <p:nvPr/>
        </p:nvGrpSpPr>
        <p:grpSpPr>
          <a:xfrm>
            <a:off x="3762609" y="1995055"/>
            <a:ext cx="4666782" cy="4413772"/>
            <a:chOff x="6291263" y="327025"/>
            <a:chExt cx="6119812" cy="5788026"/>
          </a:xfrm>
        </p:grpSpPr>
        <p:grpSp>
          <p:nvGrpSpPr>
            <p:cNvPr id="33" name="组合 32"/>
            <p:cNvGrpSpPr/>
            <p:nvPr/>
          </p:nvGrpSpPr>
          <p:grpSpPr>
            <a:xfrm>
              <a:off x="6291263" y="327025"/>
              <a:ext cx="6119812" cy="5788026"/>
              <a:chOff x="6291263" y="327025"/>
              <a:chExt cx="6119812" cy="5788026"/>
            </a:xfrm>
            <a:effectLst>
              <a:outerShdw blurRad="330200" dist="152400" dir="2700000" algn="tl" rotWithShape="0">
                <a:prstClr val="black">
                  <a:alpha val="28000"/>
                </a:prstClr>
              </a:outerShdw>
            </a:effectLst>
          </p:grpSpPr>
          <p:sp>
            <p:nvSpPr>
              <p:cNvPr id="38" name="Freeform 5"/>
              <p:cNvSpPr>
                <a:spLocks/>
              </p:cNvSpPr>
              <p:nvPr/>
            </p:nvSpPr>
            <p:spPr bwMode="auto">
              <a:xfrm>
                <a:off x="8782050" y="2484438"/>
                <a:ext cx="3629025" cy="3630613"/>
              </a:xfrm>
              <a:custGeom>
                <a:avLst/>
                <a:gdLst>
                  <a:gd name="T0" fmla="*/ 483 w 966"/>
                  <a:gd name="T1" fmla="*/ 966 h 966"/>
                  <a:gd name="T2" fmla="*/ 966 w 966"/>
                  <a:gd name="T3" fmla="*/ 483 h 966"/>
                  <a:gd name="T4" fmla="*/ 483 w 966"/>
                  <a:gd name="T5" fmla="*/ 0 h 966"/>
                  <a:gd name="T6" fmla="*/ 241 w 966"/>
                  <a:gd name="T7" fmla="*/ 65 h 966"/>
                  <a:gd name="T8" fmla="*/ 393 w 966"/>
                  <a:gd name="T9" fmla="*/ 328 h 966"/>
                  <a:gd name="T10" fmla="*/ 393 w 966"/>
                  <a:gd name="T11" fmla="*/ 327 h 966"/>
                  <a:gd name="T12" fmla="*/ 483 w 966"/>
                  <a:gd name="T13" fmla="*/ 303 h 966"/>
                  <a:gd name="T14" fmla="*/ 663 w 966"/>
                  <a:gd name="T15" fmla="*/ 483 h 966"/>
                  <a:gd name="T16" fmla="*/ 483 w 966"/>
                  <a:gd name="T17" fmla="*/ 663 h 966"/>
                  <a:gd name="T18" fmla="*/ 303 w 966"/>
                  <a:gd name="T19" fmla="*/ 483 h 966"/>
                  <a:gd name="T20" fmla="*/ 0 w 966"/>
                  <a:gd name="T21" fmla="*/ 483 h 966"/>
                  <a:gd name="T22" fmla="*/ 483 w 966"/>
                  <a:gd name="T23" fmla="*/ 966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66" h="966">
                    <a:moveTo>
                      <a:pt x="483" y="966"/>
                    </a:moveTo>
                    <a:cubicBezTo>
                      <a:pt x="750" y="966"/>
                      <a:pt x="966" y="750"/>
                      <a:pt x="966" y="483"/>
                    </a:cubicBezTo>
                    <a:cubicBezTo>
                      <a:pt x="966" y="216"/>
                      <a:pt x="750" y="0"/>
                      <a:pt x="483" y="0"/>
                    </a:cubicBezTo>
                    <a:cubicBezTo>
                      <a:pt x="395" y="0"/>
                      <a:pt x="313" y="24"/>
                      <a:pt x="241" y="65"/>
                    </a:cubicBezTo>
                    <a:cubicBezTo>
                      <a:pt x="393" y="328"/>
                      <a:pt x="393" y="328"/>
                      <a:pt x="393" y="328"/>
                    </a:cubicBezTo>
                    <a:cubicBezTo>
                      <a:pt x="393" y="327"/>
                      <a:pt x="393" y="327"/>
                      <a:pt x="393" y="327"/>
                    </a:cubicBezTo>
                    <a:cubicBezTo>
                      <a:pt x="420" y="312"/>
                      <a:pt x="450" y="303"/>
                      <a:pt x="483" y="303"/>
                    </a:cubicBezTo>
                    <a:cubicBezTo>
                      <a:pt x="582" y="303"/>
                      <a:pt x="663" y="384"/>
                      <a:pt x="663" y="483"/>
                    </a:cubicBezTo>
                    <a:cubicBezTo>
                      <a:pt x="663" y="582"/>
                      <a:pt x="582" y="663"/>
                      <a:pt x="483" y="663"/>
                    </a:cubicBezTo>
                    <a:cubicBezTo>
                      <a:pt x="384" y="663"/>
                      <a:pt x="303" y="582"/>
                      <a:pt x="303" y="483"/>
                    </a:cubicBezTo>
                    <a:cubicBezTo>
                      <a:pt x="0" y="483"/>
                      <a:pt x="0" y="483"/>
                      <a:pt x="0" y="483"/>
                    </a:cubicBezTo>
                    <a:cubicBezTo>
                      <a:pt x="0" y="750"/>
                      <a:pt x="216" y="966"/>
                      <a:pt x="483" y="966"/>
                    </a:cubicBezTo>
                    <a:close/>
                  </a:path>
                </a:pathLst>
              </a:custGeom>
              <a:gradFill>
                <a:gsLst>
                  <a:gs pos="100000">
                    <a:srgbClr val="E7E507"/>
                  </a:gs>
                  <a:gs pos="16000">
                    <a:srgbClr val="78BC27"/>
                  </a:gs>
                </a:gsLst>
                <a:lin ang="2700000" scaled="0"/>
              </a:gradFill>
              <a:ln w="14288" cap="flat">
                <a:no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6"/>
              <p:cNvSpPr>
                <a:spLocks/>
              </p:cNvSpPr>
              <p:nvPr/>
            </p:nvSpPr>
            <p:spPr bwMode="auto">
              <a:xfrm>
                <a:off x="6291263" y="2484438"/>
                <a:ext cx="3629025" cy="3630613"/>
              </a:xfrm>
              <a:custGeom>
                <a:avLst/>
                <a:gdLst>
                  <a:gd name="T0" fmla="*/ 483 w 966"/>
                  <a:gd name="T1" fmla="*/ 966 h 966"/>
                  <a:gd name="T2" fmla="*/ 966 w 966"/>
                  <a:gd name="T3" fmla="*/ 483 h 966"/>
                  <a:gd name="T4" fmla="*/ 663 w 966"/>
                  <a:gd name="T5" fmla="*/ 483 h 966"/>
                  <a:gd name="T6" fmla="*/ 483 w 966"/>
                  <a:gd name="T7" fmla="*/ 663 h 966"/>
                  <a:gd name="T8" fmla="*/ 304 w 966"/>
                  <a:gd name="T9" fmla="*/ 483 h 966"/>
                  <a:gd name="T10" fmla="*/ 483 w 966"/>
                  <a:gd name="T11" fmla="*/ 303 h 966"/>
                  <a:gd name="T12" fmla="*/ 575 w 966"/>
                  <a:gd name="T13" fmla="*/ 328 h 966"/>
                  <a:gd name="T14" fmla="*/ 726 w 966"/>
                  <a:gd name="T15" fmla="*/ 65 h 966"/>
                  <a:gd name="T16" fmla="*/ 483 w 966"/>
                  <a:gd name="T17" fmla="*/ 0 h 966"/>
                  <a:gd name="T18" fmla="*/ 0 w 966"/>
                  <a:gd name="T19" fmla="*/ 483 h 966"/>
                  <a:gd name="T20" fmla="*/ 483 w 966"/>
                  <a:gd name="T21" fmla="*/ 966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66" h="966">
                    <a:moveTo>
                      <a:pt x="483" y="966"/>
                    </a:moveTo>
                    <a:cubicBezTo>
                      <a:pt x="750" y="966"/>
                      <a:pt x="966" y="750"/>
                      <a:pt x="966" y="483"/>
                    </a:cubicBezTo>
                    <a:cubicBezTo>
                      <a:pt x="663" y="483"/>
                      <a:pt x="663" y="483"/>
                      <a:pt x="663" y="483"/>
                    </a:cubicBezTo>
                    <a:cubicBezTo>
                      <a:pt x="663" y="582"/>
                      <a:pt x="583" y="663"/>
                      <a:pt x="483" y="663"/>
                    </a:cubicBezTo>
                    <a:cubicBezTo>
                      <a:pt x="384" y="663"/>
                      <a:pt x="304" y="582"/>
                      <a:pt x="304" y="483"/>
                    </a:cubicBezTo>
                    <a:cubicBezTo>
                      <a:pt x="304" y="384"/>
                      <a:pt x="384" y="303"/>
                      <a:pt x="483" y="303"/>
                    </a:cubicBezTo>
                    <a:cubicBezTo>
                      <a:pt x="517" y="303"/>
                      <a:pt x="548" y="312"/>
                      <a:pt x="575" y="328"/>
                    </a:cubicBezTo>
                    <a:cubicBezTo>
                      <a:pt x="726" y="65"/>
                      <a:pt x="726" y="65"/>
                      <a:pt x="726" y="65"/>
                    </a:cubicBezTo>
                    <a:cubicBezTo>
                      <a:pt x="655" y="24"/>
                      <a:pt x="572" y="0"/>
                      <a:pt x="483" y="0"/>
                    </a:cubicBezTo>
                    <a:cubicBezTo>
                      <a:pt x="217" y="0"/>
                      <a:pt x="0" y="216"/>
                      <a:pt x="0" y="483"/>
                    </a:cubicBezTo>
                    <a:cubicBezTo>
                      <a:pt x="0" y="750"/>
                      <a:pt x="217" y="966"/>
                      <a:pt x="483" y="966"/>
                    </a:cubicBezTo>
                  </a:path>
                </a:pathLst>
              </a:custGeom>
              <a:gradFill>
                <a:gsLst>
                  <a:gs pos="100000">
                    <a:srgbClr val="E1579B"/>
                  </a:gs>
                  <a:gs pos="15000">
                    <a:srgbClr val="9E007A"/>
                  </a:gs>
                </a:gsLst>
                <a:lin ang="2700000" scaled="0"/>
              </a:gradFill>
              <a:ln w="14288" cap="flat">
                <a:no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7"/>
              <p:cNvSpPr>
                <a:spLocks/>
              </p:cNvSpPr>
              <p:nvPr/>
            </p:nvSpPr>
            <p:spPr bwMode="auto">
              <a:xfrm>
                <a:off x="7539038" y="327025"/>
                <a:ext cx="3629025" cy="3394075"/>
              </a:xfrm>
              <a:custGeom>
                <a:avLst/>
                <a:gdLst>
                  <a:gd name="T0" fmla="*/ 243 w 966"/>
                  <a:gd name="T1" fmla="*/ 903 h 903"/>
                  <a:gd name="T2" fmla="*/ 394 w 966"/>
                  <a:gd name="T3" fmla="*/ 640 h 903"/>
                  <a:gd name="T4" fmla="*/ 303 w 966"/>
                  <a:gd name="T5" fmla="*/ 483 h 903"/>
                  <a:gd name="T6" fmla="*/ 483 w 966"/>
                  <a:gd name="T7" fmla="*/ 304 h 903"/>
                  <a:gd name="T8" fmla="*/ 663 w 966"/>
                  <a:gd name="T9" fmla="*/ 483 h 903"/>
                  <a:gd name="T10" fmla="*/ 579 w 966"/>
                  <a:gd name="T11" fmla="*/ 635 h 903"/>
                  <a:gd name="T12" fmla="*/ 814 w 966"/>
                  <a:gd name="T13" fmla="*/ 574 h 903"/>
                  <a:gd name="T14" fmla="*/ 953 w 966"/>
                  <a:gd name="T15" fmla="*/ 594 h 903"/>
                  <a:gd name="T16" fmla="*/ 966 w 966"/>
                  <a:gd name="T17" fmla="*/ 483 h 903"/>
                  <a:gd name="T18" fmla="*/ 483 w 966"/>
                  <a:gd name="T19" fmla="*/ 0 h 903"/>
                  <a:gd name="T20" fmla="*/ 0 w 966"/>
                  <a:gd name="T21" fmla="*/ 483 h 903"/>
                  <a:gd name="T22" fmla="*/ 243 w 966"/>
                  <a:gd name="T23" fmla="*/ 903 h 9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66" h="903">
                    <a:moveTo>
                      <a:pt x="243" y="903"/>
                    </a:moveTo>
                    <a:cubicBezTo>
                      <a:pt x="394" y="640"/>
                      <a:pt x="394" y="640"/>
                      <a:pt x="394" y="640"/>
                    </a:cubicBezTo>
                    <a:cubicBezTo>
                      <a:pt x="340" y="609"/>
                      <a:pt x="303" y="550"/>
                      <a:pt x="303" y="483"/>
                    </a:cubicBezTo>
                    <a:cubicBezTo>
                      <a:pt x="303" y="384"/>
                      <a:pt x="383" y="304"/>
                      <a:pt x="483" y="304"/>
                    </a:cubicBezTo>
                    <a:cubicBezTo>
                      <a:pt x="582" y="304"/>
                      <a:pt x="663" y="384"/>
                      <a:pt x="663" y="483"/>
                    </a:cubicBezTo>
                    <a:cubicBezTo>
                      <a:pt x="663" y="547"/>
                      <a:pt x="629" y="603"/>
                      <a:pt x="579" y="635"/>
                    </a:cubicBezTo>
                    <a:cubicBezTo>
                      <a:pt x="649" y="596"/>
                      <a:pt x="729" y="574"/>
                      <a:pt x="814" y="574"/>
                    </a:cubicBezTo>
                    <a:cubicBezTo>
                      <a:pt x="862" y="574"/>
                      <a:pt x="909" y="581"/>
                      <a:pt x="953" y="594"/>
                    </a:cubicBezTo>
                    <a:cubicBezTo>
                      <a:pt x="961" y="559"/>
                      <a:pt x="966" y="522"/>
                      <a:pt x="966" y="483"/>
                    </a:cubicBezTo>
                    <a:cubicBezTo>
                      <a:pt x="966" y="217"/>
                      <a:pt x="750" y="0"/>
                      <a:pt x="483" y="0"/>
                    </a:cubicBezTo>
                    <a:cubicBezTo>
                      <a:pt x="216" y="0"/>
                      <a:pt x="0" y="217"/>
                      <a:pt x="0" y="483"/>
                    </a:cubicBezTo>
                    <a:cubicBezTo>
                      <a:pt x="0" y="663"/>
                      <a:pt x="97" y="819"/>
                      <a:pt x="243" y="903"/>
                    </a:cubicBezTo>
                  </a:path>
                </a:pathLst>
              </a:custGeom>
              <a:gradFill>
                <a:gsLst>
                  <a:gs pos="84000">
                    <a:srgbClr val="FED300"/>
                  </a:gs>
                  <a:gs pos="12000">
                    <a:srgbClr val="DB4A04"/>
                  </a:gs>
                </a:gsLst>
                <a:lin ang="2700000" scaled="0"/>
              </a:gradFill>
              <a:ln w="14288" cap="flat">
                <a:no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zh-CN" altLang="en-US"/>
              </a:p>
            </p:txBody>
          </p:sp>
        </p:grpSp>
        <p:sp>
          <p:nvSpPr>
            <p:cNvPr id="34" name="等腰三角形 33"/>
            <p:cNvSpPr/>
            <p:nvPr/>
          </p:nvSpPr>
          <p:spPr>
            <a:xfrm>
              <a:off x="8117259" y="2012380"/>
              <a:ext cx="2456529" cy="2302589"/>
            </a:xfrm>
            <a:prstGeom prst="triangle">
              <a:avLst>
                <a:gd name="adj" fmla="val 51353"/>
              </a:avLst>
            </a:prstGeom>
            <a:gradFill flip="none" rotWithShape="1">
              <a:gsLst>
                <a:gs pos="100000">
                  <a:srgbClr val="FFFFFF">
                    <a:lumMod val="100000"/>
                  </a:srgbClr>
                </a:gs>
                <a:gs pos="0">
                  <a:srgbClr val="D9D9DA"/>
                </a:gs>
              </a:gsLst>
              <a:lin ang="2700000" scaled="1"/>
              <a:tileRect/>
            </a:gradFill>
            <a:ln w="19050" cap="flat" cmpd="sng" algn="ctr">
              <a:gradFill flip="none" rotWithShape="1">
                <a:gsLst>
                  <a:gs pos="100000">
                    <a:srgbClr val="FFFFFF"/>
                  </a:gs>
                  <a:gs pos="0">
                    <a:srgbClr val="D9D9DA"/>
                  </a:gs>
                </a:gsLst>
                <a:lin ang="13500000" scaled="1"/>
                <a:tileRect/>
              </a:gradFill>
              <a:prstDash val="solid"/>
              <a:miter lim="800000"/>
            </a:ln>
            <a:effectLst>
              <a:outerShdw blurRad="279400" dist="165100" dir="2700000" algn="t" rotWithShape="0">
                <a:prstClr val="black">
                  <a:alpha val="35000"/>
                </a:prstClr>
              </a:outerShdw>
            </a:effectLst>
          </p:spPr>
          <p:txBody>
            <a:bodyPr rtlCol="0" anchor="ctr"/>
            <a:lstStyle/>
            <a:p>
              <a:pPr algn="ctr"/>
              <a:endParaRPr lang="zh-CN" altLang="en-US" kern="0" dirty="0">
                <a:solidFill>
                  <a:prstClr val="white"/>
                </a:solidFill>
                <a:latin typeface="Calibri" panose="020F0502020204030204"/>
                <a:ea typeface="宋体" panose="02010600030101010101" pitchFamily="2" charset="-122"/>
              </a:endParaRPr>
            </a:p>
          </p:txBody>
        </p:sp>
        <p:sp>
          <p:nvSpPr>
            <p:cNvPr id="35" name="椭圆 34"/>
            <p:cNvSpPr/>
            <p:nvPr/>
          </p:nvSpPr>
          <p:spPr>
            <a:xfrm>
              <a:off x="8632160" y="1435160"/>
              <a:ext cx="1442779" cy="1442779"/>
            </a:xfrm>
            <a:prstGeom prst="ellipse">
              <a:avLst/>
            </a:prstGeom>
            <a:gradFill flip="none" rotWithShape="1">
              <a:gsLst>
                <a:gs pos="100000">
                  <a:srgbClr val="FFFFFF">
                    <a:lumMod val="100000"/>
                  </a:srgbClr>
                </a:gs>
                <a:gs pos="0">
                  <a:srgbClr val="D9D9DA"/>
                </a:gs>
              </a:gsLst>
              <a:lin ang="2700000" scaled="1"/>
              <a:tileRect/>
            </a:gradFill>
            <a:ln w="19050" cap="flat" cmpd="sng" algn="ctr">
              <a:gradFill flip="none" rotWithShape="1">
                <a:gsLst>
                  <a:gs pos="100000">
                    <a:srgbClr val="FFFFFF"/>
                  </a:gs>
                  <a:gs pos="0">
                    <a:srgbClr val="D9D9DA"/>
                  </a:gs>
                </a:gsLst>
                <a:lin ang="13500000" scaled="1"/>
                <a:tileRect/>
              </a:gradFill>
              <a:prstDash val="solid"/>
              <a:miter lim="800000"/>
            </a:ln>
            <a:effectLst>
              <a:outerShdw blurRad="279400" dist="165100" dir="2700000" algn="t" rotWithShape="0">
                <a:prstClr val="black">
                  <a:alpha val="35000"/>
                </a:prstClr>
              </a:outerShdw>
            </a:effectLst>
          </p:spPr>
          <p:txBody>
            <a:bodyPr rtlCol="0" anchor="ctr"/>
            <a:lstStyle/>
            <a:p>
              <a:pPr algn="ctr"/>
              <a:endParaRPr lang="zh-CN" altLang="en-US" kern="0" dirty="0">
                <a:solidFill>
                  <a:prstClr val="white"/>
                </a:solidFill>
                <a:latin typeface="Calibri" panose="020F0502020204030204"/>
                <a:ea typeface="宋体" panose="02010600030101010101" pitchFamily="2" charset="-122"/>
              </a:endParaRPr>
            </a:p>
          </p:txBody>
        </p:sp>
        <p:sp>
          <p:nvSpPr>
            <p:cNvPr id="36" name="椭圆 35"/>
            <p:cNvSpPr/>
            <p:nvPr/>
          </p:nvSpPr>
          <p:spPr>
            <a:xfrm>
              <a:off x="7384385" y="3578354"/>
              <a:ext cx="1442779" cy="1442779"/>
            </a:xfrm>
            <a:prstGeom prst="ellipse">
              <a:avLst/>
            </a:prstGeom>
            <a:gradFill flip="none" rotWithShape="1">
              <a:gsLst>
                <a:gs pos="100000">
                  <a:srgbClr val="FFFFFF">
                    <a:lumMod val="100000"/>
                  </a:srgbClr>
                </a:gs>
                <a:gs pos="0">
                  <a:srgbClr val="D9D9DA"/>
                </a:gs>
              </a:gsLst>
              <a:lin ang="2700000" scaled="1"/>
              <a:tileRect/>
            </a:gradFill>
            <a:ln w="19050" cap="flat" cmpd="sng" algn="ctr">
              <a:gradFill flip="none" rotWithShape="1">
                <a:gsLst>
                  <a:gs pos="100000">
                    <a:srgbClr val="FFFFFF"/>
                  </a:gs>
                  <a:gs pos="0">
                    <a:srgbClr val="D9D9DA"/>
                  </a:gs>
                </a:gsLst>
                <a:lin ang="13500000" scaled="1"/>
                <a:tileRect/>
              </a:gradFill>
              <a:prstDash val="solid"/>
              <a:miter lim="800000"/>
            </a:ln>
            <a:effectLst>
              <a:outerShdw blurRad="279400" dist="165100" dir="2700000" algn="t" rotWithShape="0">
                <a:prstClr val="black">
                  <a:alpha val="35000"/>
                </a:prstClr>
              </a:outerShdw>
            </a:effectLst>
          </p:spPr>
          <p:txBody>
            <a:bodyPr rtlCol="0" anchor="ctr"/>
            <a:lstStyle/>
            <a:p>
              <a:pPr algn="ctr"/>
              <a:endParaRPr lang="zh-CN" altLang="en-US" kern="0" dirty="0">
                <a:solidFill>
                  <a:prstClr val="white"/>
                </a:solidFill>
                <a:latin typeface="Calibri" panose="020F0502020204030204"/>
                <a:ea typeface="宋体" panose="02010600030101010101" pitchFamily="2" charset="-122"/>
              </a:endParaRPr>
            </a:p>
          </p:txBody>
        </p:sp>
        <p:sp>
          <p:nvSpPr>
            <p:cNvPr id="37" name="椭圆 36"/>
            <p:cNvSpPr/>
            <p:nvPr/>
          </p:nvSpPr>
          <p:spPr>
            <a:xfrm>
              <a:off x="9875174" y="3578353"/>
              <a:ext cx="1442779" cy="1442779"/>
            </a:xfrm>
            <a:prstGeom prst="ellipse">
              <a:avLst/>
            </a:prstGeom>
            <a:gradFill flip="none" rotWithShape="1">
              <a:gsLst>
                <a:gs pos="100000">
                  <a:srgbClr val="FFFFFF">
                    <a:lumMod val="100000"/>
                  </a:srgbClr>
                </a:gs>
                <a:gs pos="0">
                  <a:srgbClr val="D9D9DA"/>
                </a:gs>
              </a:gsLst>
              <a:lin ang="2700000" scaled="1"/>
              <a:tileRect/>
            </a:gradFill>
            <a:ln w="19050" cap="flat" cmpd="sng" algn="ctr">
              <a:gradFill flip="none" rotWithShape="1">
                <a:gsLst>
                  <a:gs pos="100000">
                    <a:srgbClr val="FFFFFF"/>
                  </a:gs>
                  <a:gs pos="0">
                    <a:srgbClr val="D9D9DA"/>
                  </a:gs>
                </a:gsLst>
                <a:lin ang="13500000" scaled="1"/>
                <a:tileRect/>
              </a:gradFill>
              <a:prstDash val="solid"/>
              <a:miter lim="800000"/>
            </a:ln>
            <a:effectLst>
              <a:outerShdw blurRad="279400" dist="165100" dir="2700000" algn="t" rotWithShape="0">
                <a:prstClr val="black">
                  <a:alpha val="35000"/>
                </a:prstClr>
              </a:outerShdw>
            </a:effectLst>
          </p:spPr>
          <p:txBody>
            <a:bodyPr rtlCol="0" anchor="ctr"/>
            <a:lstStyle/>
            <a:p>
              <a:pPr algn="ctr"/>
              <a:endParaRPr lang="zh-CN" altLang="en-US" kern="0" dirty="0">
                <a:solidFill>
                  <a:prstClr val="white"/>
                </a:solidFill>
                <a:latin typeface="Calibri" panose="020F0502020204030204"/>
                <a:ea typeface="宋体" panose="02010600030101010101" pitchFamily="2" charset="-122"/>
              </a:endParaRPr>
            </a:p>
          </p:txBody>
        </p:sp>
      </p:grpSp>
      <p:sp>
        <p:nvSpPr>
          <p:cNvPr id="42" name="文本框 41"/>
          <p:cNvSpPr txBox="1"/>
          <p:nvPr/>
        </p:nvSpPr>
        <p:spPr>
          <a:xfrm>
            <a:off x="8628263" y="4592687"/>
            <a:ext cx="2856518" cy="830997"/>
          </a:xfrm>
          <a:prstGeom prst="rect">
            <a:avLst/>
          </a:prstGeom>
          <a:noFill/>
        </p:spPr>
        <p:txBody>
          <a:bodyPr wrap="square" rtlCol="0">
            <a:spAutoFit/>
          </a:bodyPr>
          <a:lstStyle/>
          <a:p>
            <a:pPr>
              <a:lnSpc>
                <a:spcPct val="120000"/>
              </a:lnSpc>
            </a:pPr>
            <a:r>
              <a:rPr lang="zh-CN" altLang="en-US" sz="2400" b="1" dirty="0">
                <a:solidFill>
                  <a:srgbClr val="9FC628"/>
                </a:solidFill>
              </a:rPr>
              <a:t>添加标题</a:t>
            </a:r>
            <a:endParaRPr lang="en-US" altLang="zh-CN" sz="2400" b="1" dirty="0">
              <a:solidFill>
                <a:srgbClr val="9FC628"/>
              </a:solidFill>
            </a:endParaRPr>
          </a:p>
          <a:p>
            <a:pPr>
              <a:lnSpc>
                <a:spcPct val="120000"/>
              </a:lnSpc>
            </a:pPr>
            <a:r>
              <a:rPr lang="zh-CN" altLang="en-US" sz="1600" dirty="0">
                <a:solidFill>
                  <a:schemeClr val="tx1">
                    <a:lumMod val="65000"/>
                    <a:lumOff val="35000"/>
                  </a:schemeClr>
                </a:solidFill>
              </a:rPr>
              <a:t>添加内容添加内容</a:t>
            </a:r>
          </a:p>
        </p:txBody>
      </p:sp>
      <p:sp>
        <p:nvSpPr>
          <p:cNvPr id="43" name="文本框 42"/>
          <p:cNvSpPr txBox="1"/>
          <p:nvPr/>
        </p:nvSpPr>
        <p:spPr>
          <a:xfrm>
            <a:off x="4667741" y="1076570"/>
            <a:ext cx="2856518" cy="830997"/>
          </a:xfrm>
          <a:prstGeom prst="rect">
            <a:avLst/>
          </a:prstGeom>
          <a:noFill/>
        </p:spPr>
        <p:txBody>
          <a:bodyPr wrap="square" rtlCol="0">
            <a:spAutoFit/>
          </a:bodyPr>
          <a:lstStyle/>
          <a:p>
            <a:pPr algn="ctr">
              <a:lnSpc>
                <a:spcPct val="120000"/>
              </a:lnSpc>
            </a:pPr>
            <a:r>
              <a:rPr lang="zh-CN" altLang="en-US" sz="2400" b="1" dirty="0">
                <a:solidFill>
                  <a:srgbClr val="FF8900"/>
                </a:solidFill>
              </a:rPr>
              <a:t>添加标题</a:t>
            </a:r>
            <a:endParaRPr lang="en-US" altLang="zh-CN" sz="2400" b="1" dirty="0">
              <a:solidFill>
                <a:srgbClr val="FF8900"/>
              </a:solidFill>
            </a:endParaRPr>
          </a:p>
          <a:p>
            <a:pPr algn="ctr">
              <a:lnSpc>
                <a:spcPct val="120000"/>
              </a:lnSpc>
            </a:pPr>
            <a:r>
              <a:rPr lang="zh-CN" altLang="en-US" sz="1600" dirty="0">
                <a:solidFill>
                  <a:schemeClr val="tx1">
                    <a:lumMod val="65000"/>
                    <a:lumOff val="35000"/>
                  </a:schemeClr>
                </a:solidFill>
              </a:rPr>
              <a:t>添加内容添加内容</a:t>
            </a:r>
          </a:p>
        </p:txBody>
      </p:sp>
      <p:sp>
        <p:nvSpPr>
          <p:cNvPr id="44" name="文本框 43"/>
          <p:cNvSpPr txBox="1"/>
          <p:nvPr/>
        </p:nvSpPr>
        <p:spPr>
          <a:xfrm>
            <a:off x="789974" y="4592687"/>
            <a:ext cx="2856518" cy="830997"/>
          </a:xfrm>
          <a:prstGeom prst="rect">
            <a:avLst/>
          </a:prstGeom>
          <a:noFill/>
        </p:spPr>
        <p:txBody>
          <a:bodyPr wrap="square" rtlCol="0">
            <a:spAutoFit/>
          </a:bodyPr>
          <a:lstStyle/>
          <a:p>
            <a:pPr algn="r">
              <a:lnSpc>
                <a:spcPct val="120000"/>
              </a:lnSpc>
            </a:pPr>
            <a:r>
              <a:rPr lang="zh-CN" altLang="en-US" sz="2400" b="1" dirty="0">
                <a:solidFill>
                  <a:srgbClr val="6D5DA5"/>
                </a:solidFill>
              </a:rPr>
              <a:t>添加标题</a:t>
            </a:r>
            <a:endParaRPr lang="en-US" altLang="zh-CN" sz="2400" b="1" dirty="0">
              <a:solidFill>
                <a:srgbClr val="6D5DA5"/>
              </a:solidFill>
            </a:endParaRPr>
          </a:p>
          <a:p>
            <a:pPr algn="r">
              <a:lnSpc>
                <a:spcPct val="120000"/>
              </a:lnSpc>
            </a:pPr>
            <a:r>
              <a:rPr lang="zh-CN" altLang="en-US" sz="1600" dirty="0">
                <a:solidFill>
                  <a:schemeClr val="tx1">
                    <a:lumMod val="65000"/>
                    <a:lumOff val="35000"/>
                  </a:schemeClr>
                </a:solidFill>
              </a:rPr>
              <a:t>添加内容添加内容</a:t>
            </a:r>
          </a:p>
        </p:txBody>
      </p:sp>
      <p:sp>
        <p:nvSpPr>
          <p:cNvPr id="47" name="文本框 46"/>
          <p:cNvSpPr txBox="1"/>
          <p:nvPr/>
        </p:nvSpPr>
        <p:spPr>
          <a:xfrm>
            <a:off x="7617888" y="4515743"/>
            <a:ext cx="718466" cy="984885"/>
          </a:xfrm>
          <a:prstGeom prst="rect">
            <a:avLst/>
          </a:prstGeom>
          <a:noFill/>
        </p:spPr>
        <p:txBody>
          <a:bodyPr wrap="none" rtlCol="0">
            <a:spAutoFit/>
          </a:bodyPr>
          <a:lstStyle/>
          <a:p>
            <a:pPr algn="ctr"/>
            <a:r>
              <a:rPr lang="en-US" altLang="zh-CN" dirty="0">
                <a:solidFill>
                  <a:schemeClr val="bg1"/>
                </a:solidFill>
              </a:rPr>
              <a:t>STEP</a:t>
            </a:r>
          </a:p>
          <a:p>
            <a:pPr algn="ctr"/>
            <a:r>
              <a:rPr lang="en-US" altLang="zh-CN" sz="4000" dirty="0">
                <a:solidFill>
                  <a:schemeClr val="bg1"/>
                </a:solidFill>
                <a:latin typeface="Impact" panose="020B0806030902050204" pitchFamily="34" charset="0"/>
              </a:rPr>
              <a:t>02</a:t>
            </a:r>
            <a:endParaRPr lang="zh-CN" altLang="en-US" sz="4000" dirty="0">
              <a:solidFill>
                <a:schemeClr val="bg1"/>
              </a:solidFill>
              <a:latin typeface="Impact" panose="020B0806030902050204" pitchFamily="34" charset="0"/>
            </a:endParaRPr>
          </a:p>
        </p:txBody>
      </p:sp>
      <p:sp>
        <p:nvSpPr>
          <p:cNvPr id="48" name="文本框 47"/>
          <p:cNvSpPr txBox="1"/>
          <p:nvPr/>
        </p:nvSpPr>
        <p:spPr>
          <a:xfrm>
            <a:off x="5745804" y="1941094"/>
            <a:ext cx="732893" cy="984885"/>
          </a:xfrm>
          <a:prstGeom prst="rect">
            <a:avLst/>
          </a:prstGeom>
          <a:noFill/>
        </p:spPr>
        <p:txBody>
          <a:bodyPr wrap="none" rtlCol="0">
            <a:spAutoFit/>
          </a:bodyPr>
          <a:lstStyle/>
          <a:p>
            <a:pPr algn="ctr"/>
            <a:r>
              <a:rPr lang="en-US" altLang="zh-CN" dirty="0">
                <a:solidFill>
                  <a:schemeClr val="bg1"/>
                </a:solidFill>
              </a:rPr>
              <a:t>STEP</a:t>
            </a:r>
          </a:p>
          <a:p>
            <a:pPr algn="ctr"/>
            <a:r>
              <a:rPr lang="en-US" altLang="zh-CN" sz="4000" dirty="0">
                <a:solidFill>
                  <a:schemeClr val="bg1"/>
                </a:solidFill>
                <a:latin typeface="Impact" panose="020B0806030902050204" pitchFamily="34" charset="0"/>
              </a:rPr>
              <a:t>03</a:t>
            </a:r>
            <a:endParaRPr lang="zh-CN" altLang="en-US" sz="4000" dirty="0">
              <a:solidFill>
                <a:schemeClr val="bg1"/>
              </a:solidFill>
              <a:latin typeface="Impact" panose="020B0806030902050204" pitchFamily="34" charset="0"/>
            </a:endParaRPr>
          </a:p>
        </p:txBody>
      </p:sp>
      <p:sp>
        <p:nvSpPr>
          <p:cNvPr id="49" name="文本框 48"/>
          <p:cNvSpPr txBox="1"/>
          <p:nvPr/>
        </p:nvSpPr>
        <p:spPr>
          <a:xfrm>
            <a:off x="3834723" y="4515743"/>
            <a:ext cx="655949" cy="984885"/>
          </a:xfrm>
          <a:prstGeom prst="rect">
            <a:avLst/>
          </a:prstGeom>
          <a:noFill/>
        </p:spPr>
        <p:txBody>
          <a:bodyPr wrap="none" rtlCol="0">
            <a:spAutoFit/>
          </a:bodyPr>
          <a:lstStyle/>
          <a:p>
            <a:pPr algn="ctr"/>
            <a:r>
              <a:rPr lang="en-US" altLang="zh-CN" dirty="0">
                <a:solidFill>
                  <a:schemeClr val="bg1"/>
                </a:solidFill>
              </a:rPr>
              <a:t>STEP</a:t>
            </a:r>
          </a:p>
          <a:p>
            <a:pPr algn="ctr"/>
            <a:r>
              <a:rPr lang="en-US" altLang="zh-CN" sz="4000" dirty="0">
                <a:solidFill>
                  <a:schemeClr val="bg1"/>
                </a:solidFill>
                <a:latin typeface="Impact" panose="020B0806030902050204" pitchFamily="34" charset="0"/>
              </a:rPr>
              <a:t>01</a:t>
            </a:r>
            <a:endParaRPr lang="zh-CN" altLang="en-US" sz="4000" dirty="0">
              <a:solidFill>
                <a:schemeClr val="bg1"/>
              </a:solidFill>
              <a:latin typeface="Impact" panose="020B0806030902050204" pitchFamily="34" charset="0"/>
            </a:endParaRPr>
          </a:p>
        </p:txBody>
      </p:sp>
      <p:grpSp>
        <p:nvGrpSpPr>
          <p:cNvPr id="50" name="组合 49"/>
          <p:cNvGrpSpPr/>
          <p:nvPr/>
        </p:nvGrpSpPr>
        <p:grpSpPr>
          <a:xfrm>
            <a:off x="3196514" y="4224498"/>
            <a:ext cx="358775" cy="361950"/>
            <a:chOff x="5939632" y="6053138"/>
            <a:chExt cx="358775" cy="361950"/>
          </a:xfrm>
        </p:grpSpPr>
        <p:sp>
          <p:nvSpPr>
            <p:cNvPr id="51" name="Oval 25"/>
            <p:cNvSpPr>
              <a:spLocks noChangeArrowheads="1"/>
            </p:cNvSpPr>
            <p:nvPr/>
          </p:nvSpPr>
          <p:spPr bwMode="auto">
            <a:xfrm>
              <a:off x="5939632" y="6053138"/>
              <a:ext cx="358775" cy="361950"/>
            </a:xfrm>
            <a:prstGeom prst="ellipse">
              <a:avLst/>
            </a:prstGeom>
            <a:solidFill>
              <a:srgbClr val="6D5DA5"/>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52" name="Freeform 26"/>
            <p:cNvSpPr>
              <a:spLocks/>
            </p:cNvSpPr>
            <p:nvPr/>
          </p:nvSpPr>
          <p:spPr bwMode="auto">
            <a:xfrm>
              <a:off x="6038057" y="6151563"/>
              <a:ext cx="163513" cy="165100"/>
            </a:xfrm>
            <a:custGeom>
              <a:avLst/>
              <a:gdLst>
                <a:gd name="T0" fmla="*/ 59 w 60"/>
                <a:gd name="T1" fmla="*/ 49 h 60"/>
                <a:gd name="T2" fmla="*/ 40 w 60"/>
                <a:gd name="T3" fmla="*/ 30 h 60"/>
                <a:gd name="T4" fmla="*/ 59 w 60"/>
                <a:gd name="T5" fmla="*/ 11 h 60"/>
                <a:gd name="T6" fmla="*/ 59 w 60"/>
                <a:gd name="T7" fmla="*/ 8 h 60"/>
                <a:gd name="T8" fmla="*/ 51 w 60"/>
                <a:gd name="T9" fmla="*/ 1 h 60"/>
                <a:gd name="T10" fmla="*/ 49 w 60"/>
                <a:gd name="T11" fmla="*/ 1 h 60"/>
                <a:gd name="T12" fmla="*/ 30 w 60"/>
                <a:gd name="T13" fmla="*/ 20 h 60"/>
                <a:gd name="T14" fmla="*/ 11 w 60"/>
                <a:gd name="T15" fmla="*/ 1 h 60"/>
                <a:gd name="T16" fmla="*/ 8 w 60"/>
                <a:gd name="T17" fmla="*/ 1 h 60"/>
                <a:gd name="T18" fmla="*/ 0 w 60"/>
                <a:gd name="T19" fmla="*/ 8 h 60"/>
                <a:gd name="T20" fmla="*/ 0 w 60"/>
                <a:gd name="T21" fmla="*/ 11 h 60"/>
                <a:gd name="T22" fmla="*/ 19 w 60"/>
                <a:gd name="T23" fmla="*/ 30 h 60"/>
                <a:gd name="T24" fmla="*/ 0 w 60"/>
                <a:gd name="T25" fmla="*/ 49 h 60"/>
                <a:gd name="T26" fmla="*/ 0 w 60"/>
                <a:gd name="T27" fmla="*/ 52 h 60"/>
                <a:gd name="T28" fmla="*/ 8 w 60"/>
                <a:gd name="T29" fmla="*/ 59 h 60"/>
                <a:gd name="T30" fmla="*/ 11 w 60"/>
                <a:gd name="T31" fmla="*/ 59 h 60"/>
                <a:gd name="T32" fmla="*/ 30 w 60"/>
                <a:gd name="T33" fmla="*/ 40 h 60"/>
                <a:gd name="T34" fmla="*/ 49 w 60"/>
                <a:gd name="T35" fmla="*/ 59 h 60"/>
                <a:gd name="T36" fmla="*/ 51 w 60"/>
                <a:gd name="T37" fmla="*/ 59 h 60"/>
                <a:gd name="T38" fmla="*/ 59 w 60"/>
                <a:gd name="T39" fmla="*/ 52 h 60"/>
                <a:gd name="T40" fmla="*/ 59 w 60"/>
                <a:gd name="T41" fmla="*/ 4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0" h="60">
                  <a:moveTo>
                    <a:pt x="59" y="49"/>
                  </a:moveTo>
                  <a:cubicBezTo>
                    <a:pt x="40" y="30"/>
                    <a:pt x="40" y="30"/>
                    <a:pt x="40" y="30"/>
                  </a:cubicBezTo>
                  <a:cubicBezTo>
                    <a:pt x="59" y="11"/>
                    <a:pt x="59" y="11"/>
                    <a:pt x="59" y="11"/>
                  </a:cubicBezTo>
                  <a:cubicBezTo>
                    <a:pt x="60" y="10"/>
                    <a:pt x="60" y="9"/>
                    <a:pt x="59" y="8"/>
                  </a:cubicBezTo>
                  <a:cubicBezTo>
                    <a:pt x="51" y="1"/>
                    <a:pt x="51" y="1"/>
                    <a:pt x="51" y="1"/>
                  </a:cubicBezTo>
                  <a:cubicBezTo>
                    <a:pt x="50" y="0"/>
                    <a:pt x="49" y="0"/>
                    <a:pt x="49" y="1"/>
                  </a:cubicBezTo>
                  <a:cubicBezTo>
                    <a:pt x="30" y="20"/>
                    <a:pt x="30" y="20"/>
                    <a:pt x="30" y="20"/>
                  </a:cubicBezTo>
                  <a:cubicBezTo>
                    <a:pt x="11" y="1"/>
                    <a:pt x="11" y="1"/>
                    <a:pt x="11" y="1"/>
                  </a:cubicBezTo>
                  <a:cubicBezTo>
                    <a:pt x="10" y="0"/>
                    <a:pt x="9" y="0"/>
                    <a:pt x="8" y="1"/>
                  </a:cubicBezTo>
                  <a:cubicBezTo>
                    <a:pt x="0" y="8"/>
                    <a:pt x="0" y="8"/>
                    <a:pt x="0" y="8"/>
                  </a:cubicBezTo>
                  <a:cubicBezTo>
                    <a:pt x="0" y="9"/>
                    <a:pt x="0" y="10"/>
                    <a:pt x="0" y="11"/>
                  </a:cubicBezTo>
                  <a:cubicBezTo>
                    <a:pt x="19" y="30"/>
                    <a:pt x="19" y="30"/>
                    <a:pt x="19" y="30"/>
                  </a:cubicBezTo>
                  <a:cubicBezTo>
                    <a:pt x="0" y="49"/>
                    <a:pt x="0" y="49"/>
                    <a:pt x="0" y="49"/>
                  </a:cubicBezTo>
                  <a:cubicBezTo>
                    <a:pt x="0" y="50"/>
                    <a:pt x="0" y="51"/>
                    <a:pt x="0" y="52"/>
                  </a:cubicBezTo>
                  <a:cubicBezTo>
                    <a:pt x="8" y="59"/>
                    <a:pt x="8" y="59"/>
                    <a:pt x="8" y="59"/>
                  </a:cubicBezTo>
                  <a:cubicBezTo>
                    <a:pt x="9" y="60"/>
                    <a:pt x="10" y="60"/>
                    <a:pt x="11" y="59"/>
                  </a:cubicBezTo>
                  <a:cubicBezTo>
                    <a:pt x="30" y="40"/>
                    <a:pt x="30" y="40"/>
                    <a:pt x="30" y="40"/>
                  </a:cubicBezTo>
                  <a:cubicBezTo>
                    <a:pt x="49" y="59"/>
                    <a:pt x="49" y="59"/>
                    <a:pt x="49" y="59"/>
                  </a:cubicBezTo>
                  <a:cubicBezTo>
                    <a:pt x="49" y="60"/>
                    <a:pt x="50" y="60"/>
                    <a:pt x="51" y="59"/>
                  </a:cubicBezTo>
                  <a:cubicBezTo>
                    <a:pt x="59" y="52"/>
                    <a:pt x="59" y="52"/>
                    <a:pt x="59" y="52"/>
                  </a:cubicBezTo>
                  <a:cubicBezTo>
                    <a:pt x="60" y="51"/>
                    <a:pt x="60" y="50"/>
                    <a:pt x="59" y="49"/>
                  </a:cubicBezTo>
                  <a:close/>
                </a:path>
              </a:pathLst>
            </a:custGeom>
            <a:solidFill>
              <a:schemeClr val="bg1"/>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53" name="组合 52"/>
          <p:cNvGrpSpPr/>
          <p:nvPr/>
        </p:nvGrpSpPr>
        <p:grpSpPr>
          <a:xfrm>
            <a:off x="8716322" y="4224498"/>
            <a:ext cx="358775" cy="358775"/>
            <a:chOff x="8322469" y="2698750"/>
            <a:chExt cx="358775" cy="358775"/>
          </a:xfrm>
        </p:grpSpPr>
        <p:sp>
          <p:nvSpPr>
            <p:cNvPr id="54" name="Oval 27"/>
            <p:cNvSpPr>
              <a:spLocks noChangeArrowheads="1"/>
            </p:cNvSpPr>
            <p:nvPr/>
          </p:nvSpPr>
          <p:spPr bwMode="auto">
            <a:xfrm>
              <a:off x="8322469" y="2698750"/>
              <a:ext cx="358775" cy="358775"/>
            </a:xfrm>
            <a:prstGeom prst="ellipse">
              <a:avLst/>
            </a:prstGeom>
            <a:solidFill>
              <a:srgbClr val="96C71E"/>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55" name="Freeform 28"/>
            <p:cNvSpPr>
              <a:spLocks/>
            </p:cNvSpPr>
            <p:nvPr/>
          </p:nvSpPr>
          <p:spPr bwMode="auto">
            <a:xfrm>
              <a:off x="8401844" y="2778125"/>
              <a:ext cx="196850" cy="196850"/>
            </a:xfrm>
            <a:custGeom>
              <a:avLst/>
              <a:gdLst>
                <a:gd name="T0" fmla="*/ 70 w 72"/>
                <a:gd name="T1" fmla="*/ 29 h 72"/>
                <a:gd name="T2" fmla="*/ 44 w 72"/>
                <a:gd name="T3" fmla="*/ 29 h 72"/>
                <a:gd name="T4" fmla="*/ 44 w 72"/>
                <a:gd name="T5" fmla="*/ 2 h 72"/>
                <a:gd name="T6" fmla="*/ 42 w 72"/>
                <a:gd name="T7" fmla="*/ 0 h 72"/>
                <a:gd name="T8" fmla="*/ 31 w 72"/>
                <a:gd name="T9" fmla="*/ 0 h 72"/>
                <a:gd name="T10" fmla="*/ 29 w 72"/>
                <a:gd name="T11" fmla="*/ 2 h 72"/>
                <a:gd name="T12" fmla="*/ 29 w 72"/>
                <a:gd name="T13" fmla="*/ 29 h 72"/>
                <a:gd name="T14" fmla="*/ 2 w 72"/>
                <a:gd name="T15" fmla="*/ 29 h 72"/>
                <a:gd name="T16" fmla="*/ 0 w 72"/>
                <a:gd name="T17" fmla="*/ 31 h 72"/>
                <a:gd name="T18" fmla="*/ 0 w 72"/>
                <a:gd name="T19" fmla="*/ 42 h 72"/>
                <a:gd name="T20" fmla="*/ 2 w 72"/>
                <a:gd name="T21" fmla="*/ 44 h 72"/>
                <a:gd name="T22" fmla="*/ 29 w 72"/>
                <a:gd name="T23" fmla="*/ 44 h 72"/>
                <a:gd name="T24" fmla="*/ 29 w 72"/>
                <a:gd name="T25" fmla="*/ 71 h 72"/>
                <a:gd name="T26" fmla="*/ 31 w 72"/>
                <a:gd name="T27" fmla="*/ 72 h 72"/>
                <a:gd name="T28" fmla="*/ 42 w 72"/>
                <a:gd name="T29" fmla="*/ 72 h 72"/>
                <a:gd name="T30" fmla="*/ 44 w 72"/>
                <a:gd name="T31" fmla="*/ 71 h 72"/>
                <a:gd name="T32" fmla="*/ 44 w 72"/>
                <a:gd name="T33" fmla="*/ 44 h 72"/>
                <a:gd name="T34" fmla="*/ 70 w 72"/>
                <a:gd name="T35" fmla="*/ 44 h 72"/>
                <a:gd name="T36" fmla="*/ 72 w 72"/>
                <a:gd name="T37" fmla="*/ 42 h 72"/>
                <a:gd name="T38" fmla="*/ 72 w 72"/>
                <a:gd name="T39" fmla="*/ 31 h 72"/>
                <a:gd name="T40" fmla="*/ 70 w 72"/>
                <a:gd name="T41" fmla="*/ 2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2" h="72">
                  <a:moveTo>
                    <a:pt x="70" y="29"/>
                  </a:moveTo>
                  <a:cubicBezTo>
                    <a:pt x="44" y="29"/>
                    <a:pt x="44" y="29"/>
                    <a:pt x="44" y="29"/>
                  </a:cubicBezTo>
                  <a:cubicBezTo>
                    <a:pt x="44" y="2"/>
                    <a:pt x="44" y="2"/>
                    <a:pt x="44" y="2"/>
                  </a:cubicBezTo>
                  <a:cubicBezTo>
                    <a:pt x="44" y="1"/>
                    <a:pt x="43" y="0"/>
                    <a:pt x="42" y="0"/>
                  </a:cubicBezTo>
                  <a:cubicBezTo>
                    <a:pt x="31" y="0"/>
                    <a:pt x="31" y="0"/>
                    <a:pt x="31" y="0"/>
                  </a:cubicBezTo>
                  <a:cubicBezTo>
                    <a:pt x="30" y="0"/>
                    <a:pt x="29" y="1"/>
                    <a:pt x="29" y="2"/>
                  </a:cubicBezTo>
                  <a:cubicBezTo>
                    <a:pt x="29" y="29"/>
                    <a:pt x="29" y="29"/>
                    <a:pt x="29" y="29"/>
                  </a:cubicBezTo>
                  <a:cubicBezTo>
                    <a:pt x="2" y="29"/>
                    <a:pt x="2" y="29"/>
                    <a:pt x="2" y="29"/>
                  </a:cubicBezTo>
                  <a:cubicBezTo>
                    <a:pt x="1" y="29"/>
                    <a:pt x="0" y="30"/>
                    <a:pt x="0" y="31"/>
                  </a:cubicBezTo>
                  <a:cubicBezTo>
                    <a:pt x="0" y="42"/>
                    <a:pt x="0" y="42"/>
                    <a:pt x="0" y="42"/>
                  </a:cubicBezTo>
                  <a:cubicBezTo>
                    <a:pt x="0" y="43"/>
                    <a:pt x="1" y="44"/>
                    <a:pt x="2" y="44"/>
                  </a:cubicBezTo>
                  <a:cubicBezTo>
                    <a:pt x="29" y="44"/>
                    <a:pt x="29" y="44"/>
                    <a:pt x="29" y="44"/>
                  </a:cubicBezTo>
                  <a:cubicBezTo>
                    <a:pt x="29" y="71"/>
                    <a:pt x="29" y="71"/>
                    <a:pt x="29" y="71"/>
                  </a:cubicBezTo>
                  <a:cubicBezTo>
                    <a:pt x="29" y="72"/>
                    <a:pt x="30" y="72"/>
                    <a:pt x="31" y="72"/>
                  </a:cubicBezTo>
                  <a:cubicBezTo>
                    <a:pt x="42" y="72"/>
                    <a:pt x="42" y="72"/>
                    <a:pt x="42" y="72"/>
                  </a:cubicBezTo>
                  <a:cubicBezTo>
                    <a:pt x="43" y="72"/>
                    <a:pt x="44" y="72"/>
                    <a:pt x="44" y="71"/>
                  </a:cubicBezTo>
                  <a:cubicBezTo>
                    <a:pt x="44" y="44"/>
                    <a:pt x="44" y="44"/>
                    <a:pt x="44" y="44"/>
                  </a:cubicBezTo>
                  <a:cubicBezTo>
                    <a:pt x="70" y="44"/>
                    <a:pt x="70" y="44"/>
                    <a:pt x="70" y="44"/>
                  </a:cubicBezTo>
                  <a:cubicBezTo>
                    <a:pt x="71" y="44"/>
                    <a:pt x="72" y="43"/>
                    <a:pt x="72" y="42"/>
                  </a:cubicBezTo>
                  <a:cubicBezTo>
                    <a:pt x="72" y="31"/>
                    <a:pt x="72" y="31"/>
                    <a:pt x="72" y="31"/>
                  </a:cubicBezTo>
                  <a:cubicBezTo>
                    <a:pt x="72" y="30"/>
                    <a:pt x="71" y="29"/>
                    <a:pt x="70" y="29"/>
                  </a:cubicBezTo>
                  <a:close/>
                </a:path>
              </a:pathLst>
            </a:custGeom>
            <a:solidFill>
              <a:schemeClr val="bg1"/>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56" name="组合 55"/>
          <p:cNvGrpSpPr/>
          <p:nvPr/>
        </p:nvGrpSpPr>
        <p:grpSpPr>
          <a:xfrm>
            <a:off x="4975670" y="1166558"/>
            <a:ext cx="358775" cy="358775"/>
            <a:chOff x="3545682" y="2698750"/>
            <a:chExt cx="358775" cy="358775"/>
          </a:xfrm>
        </p:grpSpPr>
        <p:sp>
          <p:nvSpPr>
            <p:cNvPr id="57" name="Oval 29"/>
            <p:cNvSpPr>
              <a:spLocks noChangeArrowheads="1"/>
            </p:cNvSpPr>
            <p:nvPr/>
          </p:nvSpPr>
          <p:spPr bwMode="auto">
            <a:xfrm>
              <a:off x="3545682" y="2698750"/>
              <a:ext cx="358775" cy="358775"/>
            </a:xfrm>
            <a:prstGeom prst="ellipse">
              <a:avLst/>
            </a:prstGeom>
            <a:solidFill>
              <a:srgbClr val="FD8E0D"/>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58" name="Freeform 30"/>
            <p:cNvSpPr>
              <a:spLocks/>
            </p:cNvSpPr>
            <p:nvPr/>
          </p:nvSpPr>
          <p:spPr bwMode="auto">
            <a:xfrm>
              <a:off x="3666332" y="2770188"/>
              <a:ext cx="136525" cy="215900"/>
            </a:xfrm>
            <a:custGeom>
              <a:avLst/>
              <a:gdLst>
                <a:gd name="T0" fmla="*/ 9 w 50"/>
                <a:gd name="T1" fmla="*/ 0 h 79"/>
                <a:gd name="T2" fmla="*/ 1 w 50"/>
                <a:gd name="T3" fmla="*/ 8 h 79"/>
                <a:gd name="T4" fmla="*/ 1 w 50"/>
                <a:gd name="T5" fmla="*/ 11 h 79"/>
                <a:gd name="T6" fmla="*/ 29 w 50"/>
                <a:gd name="T7" fmla="*/ 39 h 79"/>
                <a:gd name="T8" fmla="*/ 1 w 50"/>
                <a:gd name="T9" fmla="*/ 68 h 79"/>
                <a:gd name="T10" fmla="*/ 1 w 50"/>
                <a:gd name="T11" fmla="*/ 70 h 79"/>
                <a:gd name="T12" fmla="*/ 9 w 50"/>
                <a:gd name="T13" fmla="*/ 79 h 79"/>
                <a:gd name="T14" fmla="*/ 12 w 50"/>
                <a:gd name="T15" fmla="*/ 79 h 79"/>
                <a:gd name="T16" fmla="*/ 41 w 50"/>
                <a:gd name="T17" fmla="*/ 49 h 79"/>
                <a:gd name="T18" fmla="*/ 49 w 50"/>
                <a:gd name="T19" fmla="*/ 41 h 79"/>
                <a:gd name="T20" fmla="*/ 49 w 50"/>
                <a:gd name="T21" fmla="*/ 38 h 79"/>
                <a:gd name="T22" fmla="*/ 41 w 50"/>
                <a:gd name="T23" fmla="*/ 30 h 79"/>
                <a:gd name="T24" fmla="*/ 12 w 50"/>
                <a:gd name="T25" fmla="*/ 0 h 79"/>
                <a:gd name="T26" fmla="*/ 9 w 50"/>
                <a:gd name="T27"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79">
                  <a:moveTo>
                    <a:pt x="9" y="0"/>
                  </a:moveTo>
                  <a:cubicBezTo>
                    <a:pt x="1" y="8"/>
                    <a:pt x="1" y="8"/>
                    <a:pt x="1" y="8"/>
                  </a:cubicBezTo>
                  <a:cubicBezTo>
                    <a:pt x="0" y="9"/>
                    <a:pt x="0" y="11"/>
                    <a:pt x="1" y="11"/>
                  </a:cubicBezTo>
                  <a:cubicBezTo>
                    <a:pt x="29" y="39"/>
                    <a:pt x="29" y="39"/>
                    <a:pt x="29" y="39"/>
                  </a:cubicBezTo>
                  <a:cubicBezTo>
                    <a:pt x="1" y="68"/>
                    <a:pt x="1" y="68"/>
                    <a:pt x="1" y="68"/>
                  </a:cubicBezTo>
                  <a:cubicBezTo>
                    <a:pt x="0" y="68"/>
                    <a:pt x="0" y="70"/>
                    <a:pt x="1" y="70"/>
                  </a:cubicBezTo>
                  <a:cubicBezTo>
                    <a:pt x="9" y="79"/>
                    <a:pt x="9" y="79"/>
                    <a:pt x="9" y="79"/>
                  </a:cubicBezTo>
                  <a:cubicBezTo>
                    <a:pt x="10" y="79"/>
                    <a:pt x="11" y="79"/>
                    <a:pt x="12" y="79"/>
                  </a:cubicBezTo>
                  <a:cubicBezTo>
                    <a:pt x="41" y="49"/>
                    <a:pt x="41" y="49"/>
                    <a:pt x="41" y="49"/>
                  </a:cubicBezTo>
                  <a:cubicBezTo>
                    <a:pt x="49" y="41"/>
                    <a:pt x="49" y="41"/>
                    <a:pt x="49" y="41"/>
                  </a:cubicBezTo>
                  <a:cubicBezTo>
                    <a:pt x="50" y="40"/>
                    <a:pt x="50" y="39"/>
                    <a:pt x="49" y="38"/>
                  </a:cubicBezTo>
                  <a:cubicBezTo>
                    <a:pt x="41" y="30"/>
                    <a:pt x="41" y="30"/>
                    <a:pt x="41" y="30"/>
                  </a:cubicBezTo>
                  <a:cubicBezTo>
                    <a:pt x="12" y="0"/>
                    <a:pt x="12" y="0"/>
                    <a:pt x="12" y="0"/>
                  </a:cubicBezTo>
                  <a:cubicBezTo>
                    <a:pt x="11" y="0"/>
                    <a:pt x="10" y="0"/>
                    <a:pt x="9" y="0"/>
                  </a:cubicBezTo>
                  <a:close/>
                </a:path>
              </a:pathLst>
            </a:custGeom>
            <a:solidFill>
              <a:schemeClr val="bg1"/>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59" name="组合 58"/>
          <p:cNvGrpSpPr>
            <a:grpSpLocks noChangeAspect="1"/>
          </p:cNvGrpSpPr>
          <p:nvPr/>
        </p:nvGrpSpPr>
        <p:grpSpPr>
          <a:xfrm>
            <a:off x="4876268" y="4734019"/>
            <a:ext cx="567348" cy="485753"/>
            <a:chOff x="2162176" y="-104775"/>
            <a:chExt cx="1655763" cy="1417638"/>
          </a:xfrm>
          <a:solidFill>
            <a:schemeClr val="bg1">
              <a:lumMod val="50000"/>
            </a:schemeClr>
          </a:solidFill>
        </p:grpSpPr>
        <p:sp>
          <p:nvSpPr>
            <p:cNvPr id="60" name="Freeform 3767"/>
            <p:cNvSpPr>
              <a:spLocks/>
            </p:cNvSpPr>
            <p:nvPr/>
          </p:nvSpPr>
          <p:spPr bwMode="auto">
            <a:xfrm>
              <a:off x="2311401" y="104775"/>
              <a:ext cx="1370013" cy="1208088"/>
            </a:xfrm>
            <a:custGeom>
              <a:avLst/>
              <a:gdLst>
                <a:gd name="T0" fmla="*/ 231 w 431"/>
                <a:gd name="T1" fmla="*/ 6 h 380"/>
                <a:gd name="T2" fmla="*/ 190 w 431"/>
                <a:gd name="T3" fmla="*/ 7 h 380"/>
                <a:gd name="T4" fmla="*/ 20 w 431"/>
                <a:gd name="T5" fmla="*/ 106 h 380"/>
                <a:gd name="T6" fmla="*/ 0 w 431"/>
                <a:gd name="T7" fmla="*/ 142 h 380"/>
                <a:gd name="T8" fmla="*/ 0 w 431"/>
                <a:gd name="T9" fmla="*/ 357 h 380"/>
                <a:gd name="T10" fmla="*/ 24 w 431"/>
                <a:gd name="T11" fmla="*/ 380 h 380"/>
                <a:gd name="T12" fmla="*/ 124 w 431"/>
                <a:gd name="T13" fmla="*/ 380 h 380"/>
                <a:gd name="T14" fmla="*/ 148 w 431"/>
                <a:gd name="T15" fmla="*/ 357 h 380"/>
                <a:gd name="T16" fmla="*/ 148 w 431"/>
                <a:gd name="T17" fmla="*/ 258 h 380"/>
                <a:gd name="T18" fmla="*/ 171 w 431"/>
                <a:gd name="T19" fmla="*/ 235 h 380"/>
                <a:gd name="T20" fmla="*/ 260 w 431"/>
                <a:gd name="T21" fmla="*/ 235 h 380"/>
                <a:gd name="T22" fmla="*/ 283 w 431"/>
                <a:gd name="T23" fmla="*/ 258 h 380"/>
                <a:gd name="T24" fmla="*/ 283 w 431"/>
                <a:gd name="T25" fmla="*/ 357 h 380"/>
                <a:gd name="T26" fmla="*/ 307 w 431"/>
                <a:gd name="T27" fmla="*/ 380 h 380"/>
                <a:gd name="T28" fmla="*/ 407 w 431"/>
                <a:gd name="T29" fmla="*/ 380 h 380"/>
                <a:gd name="T30" fmla="*/ 431 w 431"/>
                <a:gd name="T31" fmla="*/ 357 h 380"/>
                <a:gd name="T32" fmla="*/ 431 w 431"/>
                <a:gd name="T33" fmla="*/ 142 h 380"/>
                <a:gd name="T34" fmla="*/ 410 w 431"/>
                <a:gd name="T35" fmla="*/ 107 h 380"/>
                <a:gd name="T36" fmla="*/ 231 w 431"/>
                <a:gd name="T37" fmla="*/ 6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31" h="380">
                  <a:moveTo>
                    <a:pt x="231" y="6"/>
                  </a:moveTo>
                  <a:cubicBezTo>
                    <a:pt x="220" y="0"/>
                    <a:pt x="201" y="0"/>
                    <a:pt x="190" y="7"/>
                  </a:cubicBezTo>
                  <a:cubicBezTo>
                    <a:pt x="20" y="106"/>
                    <a:pt x="20" y="106"/>
                    <a:pt x="20" y="106"/>
                  </a:cubicBezTo>
                  <a:cubicBezTo>
                    <a:pt x="9" y="113"/>
                    <a:pt x="0" y="129"/>
                    <a:pt x="0" y="142"/>
                  </a:cubicBezTo>
                  <a:cubicBezTo>
                    <a:pt x="0" y="357"/>
                    <a:pt x="0" y="357"/>
                    <a:pt x="0" y="357"/>
                  </a:cubicBezTo>
                  <a:cubicBezTo>
                    <a:pt x="0" y="370"/>
                    <a:pt x="10" y="380"/>
                    <a:pt x="24" y="380"/>
                  </a:cubicBezTo>
                  <a:cubicBezTo>
                    <a:pt x="124" y="380"/>
                    <a:pt x="124" y="380"/>
                    <a:pt x="124" y="380"/>
                  </a:cubicBezTo>
                  <a:cubicBezTo>
                    <a:pt x="137" y="380"/>
                    <a:pt x="148" y="370"/>
                    <a:pt x="148" y="357"/>
                  </a:cubicBezTo>
                  <a:cubicBezTo>
                    <a:pt x="148" y="258"/>
                    <a:pt x="148" y="258"/>
                    <a:pt x="148" y="258"/>
                  </a:cubicBezTo>
                  <a:cubicBezTo>
                    <a:pt x="148" y="245"/>
                    <a:pt x="158" y="235"/>
                    <a:pt x="171" y="235"/>
                  </a:cubicBezTo>
                  <a:cubicBezTo>
                    <a:pt x="260" y="235"/>
                    <a:pt x="260" y="235"/>
                    <a:pt x="260" y="235"/>
                  </a:cubicBezTo>
                  <a:cubicBezTo>
                    <a:pt x="273" y="235"/>
                    <a:pt x="283" y="245"/>
                    <a:pt x="283" y="258"/>
                  </a:cubicBezTo>
                  <a:cubicBezTo>
                    <a:pt x="283" y="357"/>
                    <a:pt x="283" y="357"/>
                    <a:pt x="283" y="357"/>
                  </a:cubicBezTo>
                  <a:cubicBezTo>
                    <a:pt x="283" y="370"/>
                    <a:pt x="294" y="380"/>
                    <a:pt x="307" y="380"/>
                  </a:cubicBezTo>
                  <a:cubicBezTo>
                    <a:pt x="407" y="380"/>
                    <a:pt x="407" y="380"/>
                    <a:pt x="407" y="380"/>
                  </a:cubicBezTo>
                  <a:cubicBezTo>
                    <a:pt x="420" y="380"/>
                    <a:pt x="431" y="370"/>
                    <a:pt x="431" y="357"/>
                  </a:cubicBezTo>
                  <a:cubicBezTo>
                    <a:pt x="431" y="142"/>
                    <a:pt x="431" y="142"/>
                    <a:pt x="431" y="142"/>
                  </a:cubicBezTo>
                  <a:cubicBezTo>
                    <a:pt x="431" y="129"/>
                    <a:pt x="422" y="113"/>
                    <a:pt x="410" y="107"/>
                  </a:cubicBezTo>
                  <a:lnTo>
                    <a:pt x="231"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61" name="Freeform 3768"/>
            <p:cNvSpPr>
              <a:spLocks/>
            </p:cNvSpPr>
            <p:nvPr/>
          </p:nvSpPr>
          <p:spPr bwMode="auto">
            <a:xfrm>
              <a:off x="2162176" y="-104775"/>
              <a:ext cx="1655763" cy="552450"/>
            </a:xfrm>
            <a:custGeom>
              <a:avLst/>
              <a:gdLst>
                <a:gd name="T0" fmla="*/ 516 w 521"/>
                <a:gd name="T1" fmla="*/ 165 h 174"/>
                <a:gd name="T2" fmla="*/ 487 w 521"/>
                <a:gd name="T3" fmla="*/ 167 h 174"/>
                <a:gd name="T4" fmla="*/ 276 w 521"/>
                <a:gd name="T5" fmla="*/ 45 h 174"/>
                <a:gd name="T6" fmla="*/ 235 w 521"/>
                <a:gd name="T7" fmla="*/ 45 h 174"/>
                <a:gd name="T8" fmla="*/ 34 w 521"/>
                <a:gd name="T9" fmla="*/ 167 h 174"/>
                <a:gd name="T10" fmla="*/ 5 w 521"/>
                <a:gd name="T11" fmla="*/ 165 h 174"/>
                <a:gd name="T12" fmla="*/ 16 w 521"/>
                <a:gd name="T13" fmla="*/ 138 h 174"/>
                <a:gd name="T14" fmla="*/ 235 w 521"/>
                <a:gd name="T15" fmla="*/ 7 h 174"/>
                <a:gd name="T16" fmla="*/ 276 w 521"/>
                <a:gd name="T17" fmla="*/ 6 h 174"/>
                <a:gd name="T18" fmla="*/ 504 w 521"/>
                <a:gd name="T19" fmla="*/ 139 h 174"/>
                <a:gd name="T20" fmla="*/ 516 w 521"/>
                <a:gd name="T21" fmla="*/ 16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1" h="174">
                  <a:moveTo>
                    <a:pt x="516" y="165"/>
                  </a:moveTo>
                  <a:cubicBezTo>
                    <a:pt x="512" y="173"/>
                    <a:pt x="499" y="174"/>
                    <a:pt x="487" y="167"/>
                  </a:cubicBezTo>
                  <a:cubicBezTo>
                    <a:pt x="276" y="45"/>
                    <a:pt x="276" y="45"/>
                    <a:pt x="276" y="45"/>
                  </a:cubicBezTo>
                  <a:cubicBezTo>
                    <a:pt x="265" y="38"/>
                    <a:pt x="247" y="38"/>
                    <a:pt x="235" y="45"/>
                  </a:cubicBezTo>
                  <a:cubicBezTo>
                    <a:pt x="34" y="167"/>
                    <a:pt x="34" y="167"/>
                    <a:pt x="34" y="167"/>
                  </a:cubicBezTo>
                  <a:cubicBezTo>
                    <a:pt x="22" y="174"/>
                    <a:pt x="9" y="173"/>
                    <a:pt x="5" y="165"/>
                  </a:cubicBezTo>
                  <a:cubicBezTo>
                    <a:pt x="0" y="157"/>
                    <a:pt x="5" y="145"/>
                    <a:pt x="16" y="138"/>
                  </a:cubicBezTo>
                  <a:cubicBezTo>
                    <a:pt x="235" y="7"/>
                    <a:pt x="235" y="7"/>
                    <a:pt x="235" y="7"/>
                  </a:cubicBezTo>
                  <a:cubicBezTo>
                    <a:pt x="246" y="0"/>
                    <a:pt x="265" y="0"/>
                    <a:pt x="276" y="6"/>
                  </a:cubicBezTo>
                  <a:cubicBezTo>
                    <a:pt x="504" y="139"/>
                    <a:pt x="504" y="139"/>
                    <a:pt x="504" y="139"/>
                  </a:cubicBezTo>
                  <a:cubicBezTo>
                    <a:pt x="515" y="145"/>
                    <a:pt x="521" y="157"/>
                    <a:pt x="516" y="1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grpSp>
      <p:grpSp>
        <p:nvGrpSpPr>
          <p:cNvPr id="62" name="组合 61"/>
          <p:cNvGrpSpPr/>
          <p:nvPr/>
        </p:nvGrpSpPr>
        <p:grpSpPr>
          <a:xfrm>
            <a:off x="6817280" y="4759384"/>
            <a:ext cx="620976" cy="528118"/>
            <a:chOff x="8305423" y="3161246"/>
            <a:chExt cx="441678" cy="375633"/>
          </a:xfrm>
          <a:solidFill>
            <a:srgbClr val="7F7F7F"/>
          </a:solidFill>
        </p:grpSpPr>
        <p:sp>
          <p:nvSpPr>
            <p:cNvPr id="63" name="Rectangle 40"/>
            <p:cNvSpPr>
              <a:spLocks noChangeArrowheads="1"/>
            </p:cNvSpPr>
            <p:nvPr/>
          </p:nvSpPr>
          <p:spPr bwMode="auto">
            <a:xfrm>
              <a:off x="8305423" y="3277856"/>
              <a:ext cx="107324" cy="2590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Rectangle 41"/>
            <p:cNvSpPr>
              <a:spLocks noChangeArrowheads="1"/>
            </p:cNvSpPr>
            <p:nvPr/>
          </p:nvSpPr>
          <p:spPr bwMode="auto">
            <a:xfrm>
              <a:off x="8471568" y="3161246"/>
              <a:ext cx="110420" cy="37563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Rectangle 42"/>
            <p:cNvSpPr>
              <a:spLocks noChangeArrowheads="1"/>
            </p:cNvSpPr>
            <p:nvPr/>
          </p:nvSpPr>
          <p:spPr bwMode="auto">
            <a:xfrm>
              <a:off x="8639777" y="3354221"/>
              <a:ext cx="107324" cy="1826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6" name="组合 65"/>
          <p:cNvGrpSpPr/>
          <p:nvPr/>
        </p:nvGrpSpPr>
        <p:grpSpPr>
          <a:xfrm>
            <a:off x="5817094" y="3069287"/>
            <a:ext cx="629661" cy="596250"/>
            <a:chOff x="5823564" y="2160246"/>
            <a:chExt cx="505660" cy="478830"/>
          </a:xfrm>
        </p:grpSpPr>
        <p:sp>
          <p:nvSpPr>
            <p:cNvPr id="67" name="Freeform 48"/>
            <p:cNvSpPr>
              <a:spLocks noEditPoints="1"/>
            </p:cNvSpPr>
            <p:nvPr/>
          </p:nvSpPr>
          <p:spPr bwMode="auto">
            <a:xfrm>
              <a:off x="5823564" y="2438876"/>
              <a:ext cx="198136" cy="200200"/>
            </a:xfrm>
            <a:custGeom>
              <a:avLst/>
              <a:gdLst>
                <a:gd name="T0" fmla="*/ 12 w 81"/>
                <a:gd name="T1" fmla="*/ 48 h 82"/>
                <a:gd name="T2" fmla="*/ 16 w 81"/>
                <a:gd name="T3" fmla="*/ 57 h 82"/>
                <a:gd name="T4" fmla="*/ 6 w 81"/>
                <a:gd name="T5" fmla="*/ 64 h 82"/>
                <a:gd name="T6" fmla="*/ 17 w 81"/>
                <a:gd name="T7" fmla="*/ 75 h 82"/>
                <a:gd name="T8" fmla="*/ 25 w 81"/>
                <a:gd name="T9" fmla="*/ 66 h 82"/>
                <a:gd name="T10" fmla="*/ 34 w 81"/>
                <a:gd name="T11" fmla="*/ 70 h 82"/>
                <a:gd name="T12" fmla="*/ 32 w 81"/>
                <a:gd name="T13" fmla="*/ 82 h 82"/>
                <a:gd name="T14" fmla="*/ 49 w 81"/>
                <a:gd name="T15" fmla="*/ 82 h 82"/>
                <a:gd name="T16" fmla="*/ 47 w 81"/>
                <a:gd name="T17" fmla="*/ 70 h 82"/>
                <a:gd name="T18" fmla="*/ 56 w 81"/>
                <a:gd name="T19" fmla="*/ 66 h 82"/>
                <a:gd name="T20" fmla="*/ 63 w 81"/>
                <a:gd name="T21" fmla="*/ 76 h 82"/>
                <a:gd name="T22" fmla="*/ 75 w 81"/>
                <a:gd name="T23" fmla="*/ 64 h 82"/>
                <a:gd name="T24" fmla="*/ 66 w 81"/>
                <a:gd name="T25" fmla="*/ 56 h 82"/>
                <a:gd name="T26" fmla="*/ 69 w 81"/>
                <a:gd name="T27" fmla="*/ 48 h 82"/>
                <a:gd name="T28" fmla="*/ 81 w 81"/>
                <a:gd name="T29" fmla="*/ 49 h 82"/>
                <a:gd name="T30" fmla="*/ 81 w 81"/>
                <a:gd name="T31" fmla="*/ 33 h 82"/>
                <a:gd name="T32" fmla="*/ 69 w 81"/>
                <a:gd name="T33" fmla="*/ 35 h 82"/>
                <a:gd name="T34" fmla="*/ 69 w 81"/>
                <a:gd name="T35" fmla="*/ 34 h 82"/>
                <a:gd name="T36" fmla="*/ 65 w 81"/>
                <a:gd name="T37" fmla="*/ 25 h 82"/>
                <a:gd name="T38" fmla="*/ 65 w 81"/>
                <a:gd name="T39" fmla="*/ 25 h 82"/>
                <a:gd name="T40" fmla="*/ 74 w 81"/>
                <a:gd name="T41" fmla="*/ 18 h 82"/>
                <a:gd name="T42" fmla="*/ 64 w 81"/>
                <a:gd name="T43" fmla="*/ 7 h 82"/>
                <a:gd name="T44" fmla="*/ 56 w 81"/>
                <a:gd name="T45" fmla="*/ 16 h 82"/>
                <a:gd name="T46" fmla="*/ 56 w 81"/>
                <a:gd name="T47" fmla="*/ 16 h 82"/>
                <a:gd name="T48" fmla="*/ 47 w 81"/>
                <a:gd name="T49" fmla="*/ 12 h 82"/>
                <a:gd name="T50" fmla="*/ 49 w 81"/>
                <a:gd name="T51" fmla="*/ 0 h 82"/>
                <a:gd name="T52" fmla="*/ 32 w 81"/>
                <a:gd name="T53" fmla="*/ 0 h 82"/>
                <a:gd name="T54" fmla="*/ 33 w 81"/>
                <a:gd name="T55" fmla="*/ 12 h 82"/>
                <a:gd name="T56" fmla="*/ 33 w 81"/>
                <a:gd name="T57" fmla="*/ 13 h 82"/>
                <a:gd name="T58" fmla="*/ 25 w 81"/>
                <a:gd name="T59" fmla="*/ 16 h 82"/>
                <a:gd name="T60" fmla="*/ 25 w 81"/>
                <a:gd name="T61" fmla="*/ 16 h 82"/>
                <a:gd name="T62" fmla="*/ 17 w 81"/>
                <a:gd name="T63" fmla="*/ 6 h 82"/>
                <a:gd name="T64" fmla="*/ 6 w 81"/>
                <a:gd name="T65" fmla="*/ 18 h 82"/>
                <a:gd name="T66" fmla="*/ 15 w 81"/>
                <a:gd name="T67" fmla="*/ 26 h 82"/>
                <a:gd name="T68" fmla="*/ 12 w 81"/>
                <a:gd name="T69" fmla="*/ 35 h 82"/>
                <a:gd name="T70" fmla="*/ 0 w 81"/>
                <a:gd name="T71" fmla="*/ 34 h 82"/>
                <a:gd name="T72" fmla="*/ 0 w 81"/>
                <a:gd name="T73" fmla="*/ 49 h 82"/>
                <a:gd name="T74" fmla="*/ 12 w 81"/>
                <a:gd name="T75" fmla="*/ 48 h 82"/>
                <a:gd name="T76" fmla="*/ 27 w 81"/>
                <a:gd name="T77" fmla="*/ 41 h 82"/>
                <a:gd name="T78" fmla="*/ 40 w 81"/>
                <a:gd name="T79" fmla="*/ 28 h 82"/>
                <a:gd name="T80" fmla="*/ 54 w 81"/>
                <a:gd name="T81" fmla="*/ 41 h 82"/>
                <a:gd name="T82" fmla="*/ 41 w 81"/>
                <a:gd name="T83" fmla="*/ 54 h 82"/>
                <a:gd name="T84" fmla="*/ 27 w 81"/>
                <a:gd name="T85" fmla="*/ 4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1" h="82">
                  <a:moveTo>
                    <a:pt x="12" y="48"/>
                  </a:moveTo>
                  <a:cubicBezTo>
                    <a:pt x="12" y="51"/>
                    <a:pt x="14" y="54"/>
                    <a:pt x="16" y="57"/>
                  </a:cubicBezTo>
                  <a:cubicBezTo>
                    <a:pt x="6" y="64"/>
                    <a:pt x="6" y="64"/>
                    <a:pt x="6" y="64"/>
                  </a:cubicBezTo>
                  <a:cubicBezTo>
                    <a:pt x="17" y="75"/>
                    <a:pt x="17" y="75"/>
                    <a:pt x="17" y="75"/>
                  </a:cubicBezTo>
                  <a:cubicBezTo>
                    <a:pt x="25" y="66"/>
                    <a:pt x="25" y="66"/>
                    <a:pt x="25" y="66"/>
                  </a:cubicBezTo>
                  <a:cubicBezTo>
                    <a:pt x="27" y="68"/>
                    <a:pt x="30" y="69"/>
                    <a:pt x="34" y="70"/>
                  </a:cubicBezTo>
                  <a:cubicBezTo>
                    <a:pt x="32" y="82"/>
                    <a:pt x="32" y="82"/>
                    <a:pt x="32" y="82"/>
                  </a:cubicBezTo>
                  <a:cubicBezTo>
                    <a:pt x="49" y="82"/>
                    <a:pt x="49" y="82"/>
                    <a:pt x="49" y="82"/>
                  </a:cubicBezTo>
                  <a:cubicBezTo>
                    <a:pt x="47" y="70"/>
                    <a:pt x="47" y="70"/>
                    <a:pt x="47" y="70"/>
                  </a:cubicBezTo>
                  <a:cubicBezTo>
                    <a:pt x="50" y="69"/>
                    <a:pt x="53" y="68"/>
                    <a:pt x="56" y="66"/>
                  </a:cubicBezTo>
                  <a:cubicBezTo>
                    <a:pt x="63" y="76"/>
                    <a:pt x="63" y="76"/>
                    <a:pt x="63" y="76"/>
                  </a:cubicBezTo>
                  <a:cubicBezTo>
                    <a:pt x="75" y="64"/>
                    <a:pt x="75" y="64"/>
                    <a:pt x="75" y="64"/>
                  </a:cubicBezTo>
                  <a:cubicBezTo>
                    <a:pt x="66" y="56"/>
                    <a:pt x="66" y="56"/>
                    <a:pt x="66" y="56"/>
                  </a:cubicBezTo>
                  <a:cubicBezTo>
                    <a:pt x="67" y="54"/>
                    <a:pt x="68" y="51"/>
                    <a:pt x="69" y="48"/>
                  </a:cubicBezTo>
                  <a:cubicBezTo>
                    <a:pt x="81" y="49"/>
                    <a:pt x="81" y="49"/>
                    <a:pt x="81" y="49"/>
                  </a:cubicBezTo>
                  <a:cubicBezTo>
                    <a:pt x="81" y="33"/>
                    <a:pt x="81" y="33"/>
                    <a:pt x="81" y="33"/>
                  </a:cubicBezTo>
                  <a:cubicBezTo>
                    <a:pt x="69" y="35"/>
                    <a:pt x="69" y="35"/>
                    <a:pt x="69" y="35"/>
                  </a:cubicBezTo>
                  <a:cubicBezTo>
                    <a:pt x="69" y="34"/>
                    <a:pt x="69" y="34"/>
                    <a:pt x="69" y="34"/>
                  </a:cubicBezTo>
                  <a:cubicBezTo>
                    <a:pt x="68" y="31"/>
                    <a:pt x="67" y="28"/>
                    <a:pt x="65" y="25"/>
                  </a:cubicBezTo>
                  <a:cubicBezTo>
                    <a:pt x="65" y="25"/>
                    <a:pt x="65" y="25"/>
                    <a:pt x="65" y="25"/>
                  </a:cubicBezTo>
                  <a:cubicBezTo>
                    <a:pt x="74" y="18"/>
                    <a:pt x="74" y="18"/>
                    <a:pt x="74" y="18"/>
                  </a:cubicBezTo>
                  <a:cubicBezTo>
                    <a:pt x="64" y="7"/>
                    <a:pt x="64" y="7"/>
                    <a:pt x="64" y="7"/>
                  </a:cubicBezTo>
                  <a:cubicBezTo>
                    <a:pt x="56" y="16"/>
                    <a:pt x="56" y="16"/>
                    <a:pt x="56" y="16"/>
                  </a:cubicBezTo>
                  <a:cubicBezTo>
                    <a:pt x="56" y="16"/>
                    <a:pt x="56" y="16"/>
                    <a:pt x="56" y="16"/>
                  </a:cubicBezTo>
                  <a:cubicBezTo>
                    <a:pt x="53" y="14"/>
                    <a:pt x="50" y="13"/>
                    <a:pt x="47" y="12"/>
                  </a:cubicBezTo>
                  <a:cubicBezTo>
                    <a:pt x="49" y="0"/>
                    <a:pt x="49" y="0"/>
                    <a:pt x="49" y="0"/>
                  </a:cubicBezTo>
                  <a:cubicBezTo>
                    <a:pt x="32" y="0"/>
                    <a:pt x="32" y="0"/>
                    <a:pt x="32" y="0"/>
                  </a:cubicBezTo>
                  <a:cubicBezTo>
                    <a:pt x="33" y="12"/>
                    <a:pt x="33" y="12"/>
                    <a:pt x="33" y="12"/>
                  </a:cubicBezTo>
                  <a:cubicBezTo>
                    <a:pt x="33" y="13"/>
                    <a:pt x="33" y="13"/>
                    <a:pt x="33" y="13"/>
                  </a:cubicBezTo>
                  <a:cubicBezTo>
                    <a:pt x="30" y="13"/>
                    <a:pt x="28" y="14"/>
                    <a:pt x="25" y="16"/>
                  </a:cubicBezTo>
                  <a:cubicBezTo>
                    <a:pt x="25" y="16"/>
                    <a:pt x="25" y="16"/>
                    <a:pt x="25" y="16"/>
                  </a:cubicBezTo>
                  <a:cubicBezTo>
                    <a:pt x="17" y="6"/>
                    <a:pt x="17" y="6"/>
                    <a:pt x="17" y="6"/>
                  </a:cubicBezTo>
                  <a:cubicBezTo>
                    <a:pt x="6" y="18"/>
                    <a:pt x="6" y="18"/>
                    <a:pt x="6" y="18"/>
                  </a:cubicBezTo>
                  <a:cubicBezTo>
                    <a:pt x="15" y="26"/>
                    <a:pt x="15" y="26"/>
                    <a:pt x="15" y="26"/>
                  </a:cubicBezTo>
                  <a:cubicBezTo>
                    <a:pt x="14" y="28"/>
                    <a:pt x="12" y="32"/>
                    <a:pt x="12" y="35"/>
                  </a:cubicBezTo>
                  <a:cubicBezTo>
                    <a:pt x="0" y="34"/>
                    <a:pt x="0" y="34"/>
                    <a:pt x="0" y="34"/>
                  </a:cubicBezTo>
                  <a:cubicBezTo>
                    <a:pt x="0" y="49"/>
                    <a:pt x="0" y="49"/>
                    <a:pt x="0" y="49"/>
                  </a:cubicBezTo>
                  <a:cubicBezTo>
                    <a:pt x="12" y="48"/>
                    <a:pt x="12" y="48"/>
                    <a:pt x="12" y="48"/>
                  </a:cubicBezTo>
                  <a:close/>
                  <a:moveTo>
                    <a:pt x="27" y="41"/>
                  </a:moveTo>
                  <a:cubicBezTo>
                    <a:pt x="27" y="34"/>
                    <a:pt x="33" y="28"/>
                    <a:pt x="40" y="28"/>
                  </a:cubicBezTo>
                  <a:cubicBezTo>
                    <a:pt x="48" y="28"/>
                    <a:pt x="54" y="34"/>
                    <a:pt x="54" y="41"/>
                  </a:cubicBezTo>
                  <a:cubicBezTo>
                    <a:pt x="54" y="48"/>
                    <a:pt x="48" y="54"/>
                    <a:pt x="41" y="54"/>
                  </a:cubicBezTo>
                  <a:cubicBezTo>
                    <a:pt x="33" y="54"/>
                    <a:pt x="27" y="48"/>
                    <a:pt x="27" y="41"/>
                  </a:cubicBezTo>
                  <a:close/>
                </a:path>
              </a:pathLst>
            </a:custGeom>
            <a:solidFill>
              <a:srgbClr val="7F7F7F"/>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8" name="Oval 49"/>
            <p:cNvSpPr>
              <a:spLocks noChangeArrowheads="1"/>
            </p:cNvSpPr>
            <p:nvPr/>
          </p:nvSpPr>
          <p:spPr bwMode="auto">
            <a:xfrm>
              <a:off x="6109416" y="2272730"/>
              <a:ext cx="107324" cy="107324"/>
            </a:xfrm>
            <a:prstGeom prst="ellipse">
              <a:avLst/>
            </a:prstGeom>
            <a:solidFill>
              <a:srgbClr val="7F7F7F"/>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9" name="Freeform 50"/>
            <p:cNvSpPr>
              <a:spLocks noEditPoints="1"/>
            </p:cNvSpPr>
            <p:nvPr/>
          </p:nvSpPr>
          <p:spPr bwMode="auto">
            <a:xfrm>
              <a:off x="5996934" y="2160246"/>
              <a:ext cx="332290" cy="332291"/>
            </a:xfrm>
            <a:custGeom>
              <a:avLst/>
              <a:gdLst>
                <a:gd name="T0" fmla="*/ 11 w 136"/>
                <a:gd name="T1" fmla="*/ 76 h 136"/>
                <a:gd name="T2" fmla="*/ 15 w 136"/>
                <a:gd name="T3" fmla="*/ 90 h 136"/>
                <a:gd name="T4" fmla="*/ 6 w 136"/>
                <a:gd name="T5" fmla="*/ 95 h 136"/>
                <a:gd name="T6" fmla="*/ 14 w 136"/>
                <a:gd name="T7" fmla="*/ 109 h 136"/>
                <a:gd name="T8" fmla="*/ 23 w 136"/>
                <a:gd name="T9" fmla="*/ 103 h 136"/>
                <a:gd name="T10" fmla="*/ 33 w 136"/>
                <a:gd name="T11" fmla="*/ 114 h 136"/>
                <a:gd name="T12" fmla="*/ 27 w 136"/>
                <a:gd name="T13" fmla="*/ 122 h 136"/>
                <a:gd name="T14" fmla="*/ 42 w 136"/>
                <a:gd name="T15" fmla="*/ 131 h 136"/>
                <a:gd name="T16" fmla="*/ 46 w 136"/>
                <a:gd name="T17" fmla="*/ 121 h 136"/>
                <a:gd name="T18" fmla="*/ 60 w 136"/>
                <a:gd name="T19" fmla="*/ 125 h 136"/>
                <a:gd name="T20" fmla="*/ 60 w 136"/>
                <a:gd name="T21" fmla="*/ 135 h 136"/>
                <a:gd name="T22" fmla="*/ 68 w 136"/>
                <a:gd name="T23" fmla="*/ 136 h 136"/>
                <a:gd name="T24" fmla="*/ 76 w 136"/>
                <a:gd name="T25" fmla="*/ 135 h 136"/>
                <a:gd name="T26" fmla="*/ 76 w 136"/>
                <a:gd name="T27" fmla="*/ 125 h 136"/>
                <a:gd name="T28" fmla="*/ 90 w 136"/>
                <a:gd name="T29" fmla="*/ 121 h 136"/>
                <a:gd name="T30" fmla="*/ 94 w 136"/>
                <a:gd name="T31" fmla="*/ 131 h 136"/>
                <a:gd name="T32" fmla="*/ 109 w 136"/>
                <a:gd name="T33" fmla="*/ 122 h 136"/>
                <a:gd name="T34" fmla="*/ 103 w 136"/>
                <a:gd name="T35" fmla="*/ 114 h 136"/>
                <a:gd name="T36" fmla="*/ 113 w 136"/>
                <a:gd name="T37" fmla="*/ 103 h 136"/>
                <a:gd name="T38" fmla="*/ 122 w 136"/>
                <a:gd name="T39" fmla="*/ 109 h 136"/>
                <a:gd name="T40" fmla="*/ 130 w 136"/>
                <a:gd name="T41" fmla="*/ 94 h 136"/>
                <a:gd name="T42" fmla="*/ 121 w 136"/>
                <a:gd name="T43" fmla="*/ 90 h 136"/>
                <a:gd name="T44" fmla="*/ 125 w 136"/>
                <a:gd name="T45" fmla="*/ 76 h 136"/>
                <a:gd name="T46" fmla="*/ 135 w 136"/>
                <a:gd name="T47" fmla="*/ 76 h 136"/>
                <a:gd name="T48" fmla="*/ 136 w 136"/>
                <a:gd name="T49" fmla="*/ 68 h 136"/>
                <a:gd name="T50" fmla="*/ 135 w 136"/>
                <a:gd name="T51" fmla="*/ 60 h 136"/>
                <a:gd name="T52" fmla="*/ 125 w 136"/>
                <a:gd name="T53" fmla="*/ 60 h 136"/>
                <a:gd name="T54" fmla="*/ 121 w 136"/>
                <a:gd name="T55" fmla="*/ 46 h 136"/>
                <a:gd name="T56" fmla="*/ 130 w 136"/>
                <a:gd name="T57" fmla="*/ 42 h 136"/>
                <a:gd name="T58" fmla="*/ 122 w 136"/>
                <a:gd name="T59" fmla="*/ 27 h 136"/>
                <a:gd name="T60" fmla="*/ 113 w 136"/>
                <a:gd name="T61" fmla="*/ 33 h 136"/>
                <a:gd name="T62" fmla="*/ 103 w 136"/>
                <a:gd name="T63" fmla="*/ 23 h 136"/>
                <a:gd name="T64" fmla="*/ 109 w 136"/>
                <a:gd name="T65" fmla="*/ 14 h 136"/>
                <a:gd name="T66" fmla="*/ 94 w 136"/>
                <a:gd name="T67" fmla="*/ 6 h 136"/>
                <a:gd name="T68" fmla="*/ 90 w 136"/>
                <a:gd name="T69" fmla="*/ 15 h 136"/>
                <a:gd name="T70" fmla="*/ 75 w 136"/>
                <a:gd name="T71" fmla="*/ 11 h 136"/>
                <a:gd name="T72" fmla="*/ 76 w 136"/>
                <a:gd name="T73" fmla="*/ 1 h 136"/>
                <a:gd name="T74" fmla="*/ 68 w 136"/>
                <a:gd name="T75" fmla="*/ 0 h 136"/>
                <a:gd name="T76" fmla="*/ 59 w 136"/>
                <a:gd name="T77" fmla="*/ 1 h 136"/>
                <a:gd name="T78" fmla="*/ 60 w 136"/>
                <a:gd name="T79" fmla="*/ 11 h 136"/>
                <a:gd name="T80" fmla="*/ 46 w 136"/>
                <a:gd name="T81" fmla="*/ 15 h 136"/>
                <a:gd name="T82" fmla="*/ 41 w 136"/>
                <a:gd name="T83" fmla="*/ 6 h 136"/>
                <a:gd name="T84" fmla="*/ 27 w 136"/>
                <a:gd name="T85" fmla="*/ 14 h 136"/>
                <a:gd name="T86" fmla="*/ 33 w 136"/>
                <a:gd name="T87" fmla="*/ 23 h 136"/>
                <a:gd name="T88" fmla="*/ 22 w 136"/>
                <a:gd name="T89" fmla="*/ 33 h 136"/>
                <a:gd name="T90" fmla="*/ 14 w 136"/>
                <a:gd name="T91" fmla="*/ 27 h 136"/>
                <a:gd name="T92" fmla="*/ 5 w 136"/>
                <a:gd name="T93" fmla="*/ 42 h 136"/>
                <a:gd name="T94" fmla="*/ 15 w 136"/>
                <a:gd name="T95" fmla="*/ 47 h 136"/>
                <a:gd name="T96" fmla="*/ 11 w 136"/>
                <a:gd name="T97" fmla="*/ 61 h 136"/>
                <a:gd name="T98" fmla="*/ 1 w 136"/>
                <a:gd name="T99" fmla="*/ 60 h 136"/>
                <a:gd name="T100" fmla="*/ 0 w 136"/>
                <a:gd name="T101" fmla="*/ 68 h 136"/>
                <a:gd name="T102" fmla="*/ 1 w 136"/>
                <a:gd name="T103" fmla="*/ 77 h 136"/>
                <a:gd name="T104" fmla="*/ 11 w 136"/>
                <a:gd name="T105" fmla="*/ 76 h 136"/>
                <a:gd name="T106" fmla="*/ 28 w 136"/>
                <a:gd name="T107" fmla="*/ 68 h 136"/>
                <a:gd name="T108" fmla="*/ 68 w 136"/>
                <a:gd name="T109" fmla="*/ 28 h 136"/>
                <a:gd name="T110" fmla="*/ 108 w 136"/>
                <a:gd name="T111" fmla="*/ 68 h 136"/>
                <a:gd name="T112" fmla="*/ 68 w 136"/>
                <a:gd name="T113" fmla="*/ 109 h 136"/>
                <a:gd name="T114" fmla="*/ 28 w 136"/>
                <a:gd name="T115" fmla="*/ 6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6" h="136">
                  <a:moveTo>
                    <a:pt x="11" y="76"/>
                  </a:moveTo>
                  <a:cubicBezTo>
                    <a:pt x="12" y="81"/>
                    <a:pt x="13" y="86"/>
                    <a:pt x="15" y="90"/>
                  </a:cubicBezTo>
                  <a:cubicBezTo>
                    <a:pt x="6" y="95"/>
                    <a:pt x="6" y="95"/>
                    <a:pt x="6" y="95"/>
                  </a:cubicBezTo>
                  <a:cubicBezTo>
                    <a:pt x="8" y="100"/>
                    <a:pt x="11" y="105"/>
                    <a:pt x="14" y="109"/>
                  </a:cubicBezTo>
                  <a:cubicBezTo>
                    <a:pt x="23" y="103"/>
                    <a:pt x="23" y="103"/>
                    <a:pt x="23" y="103"/>
                  </a:cubicBezTo>
                  <a:cubicBezTo>
                    <a:pt x="26" y="107"/>
                    <a:pt x="29" y="111"/>
                    <a:pt x="33" y="114"/>
                  </a:cubicBezTo>
                  <a:cubicBezTo>
                    <a:pt x="27" y="122"/>
                    <a:pt x="27" y="122"/>
                    <a:pt x="27" y="122"/>
                  </a:cubicBezTo>
                  <a:cubicBezTo>
                    <a:pt x="32" y="126"/>
                    <a:pt x="36" y="128"/>
                    <a:pt x="42" y="131"/>
                  </a:cubicBezTo>
                  <a:cubicBezTo>
                    <a:pt x="46" y="121"/>
                    <a:pt x="46" y="121"/>
                    <a:pt x="46" y="121"/>
                  </a:cubicBezTo>
                  <a:cubicBezTo>
                    <a:pt x="51" y="123"/>
                    <a:pt x="55" y="124"/>
                    <a:pt x="60" y="125"/>
                  </a:cubicBezTo>
                  <a:cubicBezTo>
                    <a:pt x="60" y="135"/>
                    <a:pt x="60" y="135"/>
                    <a:pt x="60" y="135"/>
                  </a:cubicBezTo>
                  <a:cubicBezTo>
                    <a:pt x="62" y="136"/>
                    <a:pt x="65" y="136"/>
                    <a:pt x="68" y="136"/>
                  </a:cubicBezTo>
                  <a:cubicBezTo>
                    <a:pt x="71" y="136"/>
                    <a:pt x="74" y="136"/>
                    <a:pt x="76" y="135"/>
                  </a:cubicBezTo>
                  <a:cubicBezTo>
                    <a:pt x="76" y="125"/>
                    <a:pt x="76" y="125"/>
                    <a:pt x="76" y="125"/>
                  </a:cubicBezTo>
                  <a:cubicBezTo>
                    <a:pt x="81" y="124"/>
                    <a:pt x="85" y="123"/>
                    <a:pt x="90" y="121"/>
                  </a:cubicBezTo>
                  <a:cubicBezTo>
                    <a:pt x="94" y="131"/>
                    <a:pt x="94" y="131"/>
                    <a:pt x="94" y="131"/>
                  </a:cubicBezTo>
                  <a:cubicBezTo>
                    <a:pt x="100" y="128"/>
                    <a:pt x="104" y="125"/>
                    <a:pt x="109" y="122"/>
                  </a:cubicBezTo>
                  <a:cubicBezTo>
                    <a:pt x="103" y="114"/>
                    <a:pt x="103" y="114"/>
                    <a:pt x="103" y="114"/>
                  </a:cubicBezTo>
                  <a:cubicBezTo>
                    <a:pt x="107" y="111"/>
                    <a:pt x="110" y="107"/>
                    <a:pt x="113" y="103"/>
                  </a:cubicBezTo>
                  <a:cubicBezTo>
                    <a:pt x="122" y="109"/>
                    <a:pt x="122" y="109"/>
                    <a:pt x="122" y="109"/>
                  </a:cubicBezTo>
                  <a:cubicBezTo>
                    <a:pt x="125" y="104"/>
                    <a:pt x="128" y="100"/>
                    <a:pt x="130" y="94"/>
                  </a:cubicBezTo>
                  <a:cubicBezTo>
                    <a:pt x="121" y="90"/>
                    <a:pt x="121" y="90"/>
                    <a:pt x="121" y="90"/>
                  </a:cubicBezTo>
                  <a:cubicBezTo>
                    <a:pt x="123" y="85"/>
                    <a:pt x="124" y="81"/>
                    <a:pt x="125" y="76"/>
                  </a:cubicBezTo>
                  <a:cubicBezTo>
                    <a:pt x="135" y="76"/>
                    <a:pt x="135" y="76"/>
                    <a:pt x="135" y="76"/>
                  </a:cubicBezTo>
                  <a:cubicBezTo>
                    <a:pt x="135" y="74"/>
                    <a:pt x="136" y="71"/>
                    <a:pt x="136" y="68"/>
                  </a:cubicBezTo>
                  <a:cubicBezTo>
                    <a:pt x="136" y="65"/>
                    <a:pt x="135" y="62"/>
                    <a:pt x="135" y="60"/>
                  </a:cubicBezTo>
                  <a:cubicBezTo>
                    <a:pt x="125" y="60"/>
                    <a:pt x="125" y="60"/>
                    <a:pt x="125" y="60"/>
                  </a:cubicBezTo>
                  <a:cubicBezTo>
                    <a:pt x="124" y="55"/>
                    <a:pt x="123" y="51"/>
                    <a:pt x="121" y="46"/>
                  </a:cubicBezTo>
                  <a:cubicBezTo>
                    <a:pt x="130" y="42"/>
                    <a:pt x="130" y="42"/>
                    <a:pt x="130" y="42"/>
                  </a:cubicBezTo>
                  <a:cubicBezTo>
                    <a:pt x="128" y="37"/>
                    <a:pt x="125" y="32"/>
                    <a:pt x="122" y="27"/>
                  </a:cubicBezTo>
                  <a:cubicBezTo>
                    <a:pt x="113" y="33"/>
                    <a:pt x="113" y="33"/>
                    <a:pt x="113" y="33"/>
                  </a:cubicBezTo>
                  <a:cubicBezTo>
                    <a:pt x="110" y="29"/>
                    <a:pt x="107" y="26"/>
                    <a:pt x="103" y="23"/>
                  </a:cubicBezTo>
                  <a:cubicBezTo>
                    <a:pt x="109" y="14"/>
                    <a:pt x="109" y="14"/>
                    <a:pt x="109" y="14"/>
                  </a:cubicBezTo>
                  <a:cubicBezTo>
                    <a:pt x="104" y="11"/>
                    <a:pt x="99" y="8"/>
                    <a:pt x="94" y="6"/>
                  </a:cubicBezTo>
                  <a:cubicBezTo>
                    <a:pt x="90" y="15"/>
                    <a:pt x="90" y="15"/>
                    <a:pt x="90" y="15"/>
                  </a:cubicBezTo>
                  <a:cubicBezTo>
                    <a:pt x="85" y="13"/>
                    <a:pt x="80" y="12"/>
                    <a:pt x="75" y="11"/>
                  </a:cubicBezTo>
                  <a:cubicBezTo>
                    <a:pt x="76" y="1"/>
                    <a:pt x="76" y="1"/>
                    <a:pt x="76" y="1"/>
                  </a:cubicBezTo>
                  <a:cubicBezTo>
                    <a:pt x="73" y="1"/>
                    <a:pt x="71" y="0"/>
                    <a:pt x="68" y="0"/>
                  </a:cubicBezTo>
                  <a:cubicBezTo>
                    <a:pt x="65" y="0"/>
                    <a:pt x="62" y="1"/>
                    <a:pt x="59" y="1"/>
                  </a:cubicBezTo>
                  <a:cubicBezTo>
                    <a:pt x="60" y="11"/>
                    <a:pt x="60" y="11"/>
                    <a:pt x="60" y="11"/>
                  </a:cubicBezTo>
                  <a:cubicBezTo>
                    <a:pt x="55" y="12"/>
                    <a:pt x="50" y="13"/>
                    <a:pt x="46" y="15"/>
                  </a:cubicBezTo>
                  <a:cubicBezTo>
                    <a:pt x="41" y="6"/>
                    <a:pt x="41" y="6"/>
                    <a:pt x="41" y="6"/>
                  </a:cubicBezTo>
                  <a:cubicBezTo>
                    <a:pt x="36" y="8"/>
                    <a:pt x="31" y="11"/>
                    <a:pt x="27" y="14"/>
                  </a:cubicBezTo>
                  <a:cubicBezTo>
                    <a:pt x="33" y="23"/>
                    <a:pt x="33" y="23"/>
                    <a:pt x="33" y="23"/>
                  </a:cubicBezTo>
                  <a:cubicBezTo>
                    <a:pt x="29" y="26"/>
                    <a:pt x="25" y="29"/>
                    <a:pt x="22" y="33"/>
                  </a:cubicBezTo>
                  <a:cubicBezTo>
                    <a:pt x="14" y="27"/>
                    <a:pt x="14" y="27"/>
                    <a:pt x="14" y="27"/>
                  </a:cubicBezTo>
                  <a:cubicBezTo>
                    <a:pt x="10" y="32"/>
                    <a:pt x="8" y="37"/>
                    <a:pt x="5" y="42"/>
                  </a:cubicBezTo>
                  <a:cubicBezTo>
                    <a:pt x="15" y="47"/>
                    <a:pt x="15" y="47"/>
                    <a:pt x="15" y="47"/>
                  </a:cubicBezTo>
                  <a:cubicBezTo>
                    <a:pt x="13" y="51"/>
                    <a:pt x="12" y="56"/>
                    <a:pt x="11" y="61"/>
                  </a:cubicBezTo>
                  <a:cubicBezTo>
                    <a:pt x="1" y="60"/>
                    <a:pt x="1" y="60"/>
                    <a:pt x="1" y="60"/>
                  </a:cubicBezTo>
                  <a:cubicBezTo>
                    <a:pt x="0" y="63"/>
                    <a:pt x="0" y="65"/>
                    <a:pt x="0" y="68"/>
                  </a:cubicBezTo>
                  <a:cubicBezTo>
                    <a:pt x="0" y="71"/>
                    <a:pt x="0" y="74"/>
                    <a:pt x="1" y="77"/>
                  </a:cubicBezTo>
                  <a:lnTo>
                    <a:pt x="11" y="76"/>
                  </a:lnTo>
                  <a:close/>
                  <a:moveTo>
                    <a:pt x="28" y="68"/>
                  </a:moveTo>
                  <a:cubicBezTo>
                    <a:pt x="28" y="46"/>
                    <a:pt x="46" y="28"/>
                    <a:pt x="68" y="28"/>
                  </a:cubicBezTo>
                  <a:cubicBezTo>
                    <a:pt x="90" y="28"/>
                    <a:pt x="108" y="46"/>
                    <a:pt x="108" y="68"/>
                  </a:cubicBezTo>
                  <a:cubicBezTo>
                    <a:pt x="108" y="90"/>
                    <a:pt x="90" y="109"/>
                    <a:pt x="68" y="109"/>
                  </a:cubicBezTo>
                  <a:cubicBezTo>
                    <a:pt x="46" y="109"/>
                    <a:pt x="28" y="90"/>
                    <a:pt x="28" y="68"/>
                  </a:cubicBezTo>
                  <a:close/>
                </a:path>
              </a:pathLst>
            </a:custGeom>
            <a:solidFill>
              <a:srgbClr val="7F7F7F"/>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0" name="Oval 51"/>
            <p:cNvSpPr>
              <a:spLocks noChangeArrowheads="1"/>
            </p:cNvSpPr>
            <p:nvPr/>
          </p:nvSpPr>
          <p:spPr bwMode="auto">
            <a:xfrm>
              <a:off x="6109416" y="2272730"/>
              <a:ext cx="107324" cy="107324"/>
            </a:xfrm>
            <a:prstGeom prst="ellipse">
              <a:avLst/>
            </a:prstGeom>
            <a:solidFill>
              <a:srgbClr val="7F7F7F"/>
            </a:solidFill>
            <a:ln>
              <a:noFill/>
            </a:ln>
          </p:spPr>
          <p:txBody>
            <a:bodyPr vert="horz" wrap="square" lIns="91440" tIns="45720" rIns="91440" bIns="45720" numCol="1" anchor="t" anchorCtr="0" compatLnSpc="1">
              <a:prstTxWarp prst="textNoShape">
                <a:avLst/>
              </a:prstTxWarp>
            </a:bodyPr>
            <a:lstStyle/>
            <a:p>
              <a:endParaRPr lang="zh-CN" altLang="en-US"/>
            </a:p>
          </p:txBody>
        </p:sp>
      </p:grpSp>
      <p:sp>
        <p:nvSpPr>
          <p:cNvPr id="41"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三项循环</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390995889"/>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 name="Freeform 60"/>
          <p:cNvSpPr>
            <a:spLocks/>
          </p:cNvSpPr>
          <p:nvPr/>
        </p:nvSpPr>
        <p:spPr bwMode="auto">
          <a:xfrm>
            <a:off x="1007063" y="4320875"/>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 name="文本框 86"/>
          <p:cNvSpPr txBox="1"/>
          <p:nvPr/>
        </p:nvSpPr>
        <p:spPr>
          <a:xfrm>
            <a:off x="940215" y="5120476"/>
            <a:ext cx="4205526" cy="1089529"/>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网络</a:t>
            </a:r>
            <a:r>
              <a:rPr lang="en-US" altLang="zh-CN" dirty="0">
                <a:solidFill>
                  <a:prstClr val="black">
                    <a:lumMod val="65000"/>
                    <a:lumOff val="35000"/>
                  </a:prstClr>
                </a:solidFill>
                <a:latin typeface="微软雅黑" panose="020B0503020204020204" pitchFamily="34" charset="-122"/>
              </a:rPr>
              <a:t>EPS</a:t>
            </a:r>
            <a:r>
              <a:rPr lang="zh-CN" altLang="en-US" dirty="0">
                <a:solidFill>
                  <a:prstClr val="black">
                    <a:lumMod val="65000"/>
                    <a:lumOff val="35000"/>
                  </a:prstClr>
                </a:solidFill>
                <a:latin typeface="微软雅黑" panose="020B0503020204020204" pitchFamily="34" charset="-122"/>
              </a:rPr>
              <a:t>素材改编；</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文字、颜色可随意更改；</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矢量图标可替换。</a:t>
            </a:r>
            <a:endParaRPr lang="en-US" altLang="zh-CN" dirty="0">
              <a:solidFill>
                <a:prstClr val="black">
                  <a:lumMod val="65000"/>
                  <a:lumOff val="35000"/>
                </a:prstClr>
              </a:solidFill>
              <a:latin typeface="微软雅黑" panose="020B0503020204020204" pitchFamily="34" charset="-122"/>
            </a:endParaRPr>
          </a:p>
        </p:txBody>
      </p:sp>
      <p:sp>
        <p:nvSpPr>
          <p:cNvPr id="88" name="圆角矩形 87"/>
          <p:cNvSpPr/>
          <p:nvPr/>
        </p:nvSpPr>
        <p:spPr>
          <a:xfrm>
            <a:off x="1674755" y="4480160"/>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89" name="等腰三角形 88"/>
          <p:cNvSpPr/>
          <p:nvPr/>
        </p:nvSpPr>
        <p:spPr>
          <a:xfrm rot="16200000">
            <a:off x="1600123" y="4547704"/>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25" name="Arc 682"/>
          <p:cNvSpPr>
            <a:spLocks/>
          </p:cNvSpPr>
          <p:nvPr/>
        </p:nvSpPr>
        <p:spPr bwMode="auto">
          <a:xfrm rot="18746405">
            <a:off x="6340968" y="681365"/>
            <a:ext cx="1014413" cy="1003300"/>
          </a:xfrm>
          <a:custGeom>
            <a:avLst/>
            <a:gdLst>
              <a:gd name="T0" fmla="*/ 7139448 w 21600"/>
              <a:gd name="T1" fmla="*/ 0 h 21356"/>
              <a:gd name="T2" fmla="*/ 47640451 w 21600"/>
              <a:gd name="T3" fmla="*/ 47134805 h 21356"/>
              <a:gd name="T4" fmla="*/ 0 w 21600"/>
              <a:gd name="T5" fmla="*/ 47134805 h 21356"/>
              <a:gd name="T6" fmla="*/ 0 60000 65536"/>
              <a:gd name="T7" fmla="*/ 0 60000 65536"/>
              <a:gd name="T8" fmla="*/ 0 60000 65536"/>
              <a:gd name="T9" fmla="*/ 0 w 21600"/>
              <a:gd name="T10" fmla="*/ 0 h 21356"/>
              <a:gd name="T11" fmla="*/ 21600 w 21600"/>
              <a:gd name="T12" fmla="*/ 21356 h 21356"/>
            </a:gdLst>
            <a:ahLst/>
            <a:cxnLst>
              <a:cxn ang="T6">
                <a:pos x="T0" y="T1"/>
              </a:cxn>
              <a:cxn ang="T7">
                <a:pos x="T2" y="T3"/>
              </a:cxn>
              <a:cxn ang="T8">
                <a:pos x="T4" y="T5"/>
              </a:cxn>
            </a:cxnLst>
            <a:rect l="T9" t="T10" r="T11" b="T12"/>
            <a:pathLst>
              <a:path w="21600" h="21356" fill="none" extrusionOk="0">
                <a:moveTo>
                  <a:pt x="3237" y="-1"/>
                </a:moveTo>
                <a:cubicBezTo>
                  <a:pt x="13795" y="1600"/>
                  <a:pt x="21600" y="10676"/>
                  <a:pt x="21600" y="21356"/>
                </a:cubicBezTo>
              </a:path>
              <a:path w="21600" h="21356" stroke="0" extrusionOk="0">
                <a:moveTo>
                  <a:pt x="3237" y="-1"/>
                </a:moveTo>
                <a:cubicBezTo>
                  <a:pt x="13795" y="1600"/>
                  <a:pt x="21600" y="10676"/>
                  <a:pt x="21600" y="21356"/>
                </a:cubicBezTo>
                <a:lnTo>
                  <a:pt x="0" y="21356"/>
                </a:lnTo>
                <a:lnTo>
                  <a:pt x="3237" y="-1"/>
                </a:lnTo>
                <a:close/>
              </a:path>
            </a:pathLst>
          </a:custGeom>
          <a:noFill/>
          <a:ln w="76200">
            <a:solidFill>
              <a:srgbClr val="E89424"/>
            </a:solidFill>
            <a:prstDash val="solid"/>
            <a:round/>
            <a:headEnd w="lg" len="lg"/>
            <a:tailEnd type="triangle" w="lg" len="lg"/>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prstClr val="black">
                  <a:lumMod val="65000"/>
                  <a:lumOff val="35000"/>
                </a:prstClr>
              </a:solidFill>
            </a:endParaRPr>
          </a:p>
        </p:txBody>
      </p:sp>
      <p:sp>
        <p:nvSpPr>
          <p:cNvPr id="26" name="Freeform 673"/>
          <p:cNvSpPr>
            <a:spLocks noEditPoints="1"/>
          </p:cNvSpPr>
          <p:nvPr/>
        </p:nvSpPr>
        <p:spPr bwMode="auto">
          <a:xfrm rot="21275257">
            <a:off x="6991050" y="1140946"/>
            <a:ext cx="2628900" cy="2630487"/>
          </a:xfrm>
          <a:custGeom>
            <a:avLst/>
            <a:gdLst>
              <a:gd name="T0" fmla="*/ 2469660 w 1816"/>
              <a:gd name="T1" fmla="*/ 1147217 h 1816"/>
              <a:gd name="T2" fmla="*/ 2487032 w 1816"/>
              <a:gd name="T3" fmla="*/ 715562 h 1816"/>
              <a:gd name="T4" fmla="*/ 2246725 w 1816"/>
              <a:gd name="T5" fmla="*/ 614167 h 1816"/>
              <a:gd name="T6" fmla="*/ 2064323 w 1816"/>
              <a:gd name="T7" fmla="*/ 420067 h 1816"/>
              <a:gd name="T8" fmla="*/ 1910874 w 1816"/>
              <a:gd name="T9" fmla="*/ 139057 h 1816"/>
              <a:gd name="T10" fmla="*/ 1543176 w 1816"/>
              <a:gd name="T11" fmla="*/ 168027 h 1816"/>
              <a:gd name="T12" fmla="*/ 1210220 w 1816"/>
              <a:gd name="T13" fmla="*/ 150645 h 1816"/>
              <a:gd name="T14" fmla="*/ 964123 w 1816"/>
              <a:gd name="T15" fmla="*/ 199894 h 1816"/>
              <a:gd name="T16" fmla="*/ 718026 w 1816"/>
              <a:gd name="T17" fmla="*/ 309980 h 1816"/>
              <a:gd name="T18" fmla="*/ 312689 w 1816"/>
              <a:gd name="T19" fmla="*/ 457728 h 1816"/>
              <a:gd name="T20" fmla="*/ 309793 w 1816"/>
              <a:gd name="T21" fmla="*/ 718459 h 1816"/>
              <a:gd name="T22" fmla="*/ 199773 w 1816"/>
              <a:gd name="T23" fmla="*/ 964705 h 1816"/>
              <a:gd name="T24" fmla="*/ 0 w 1816"/>
              <a:gd name="T25" fmla="*/ 1210951 h 1816"/>
              <a:gd name="T26" fmla="*/ 167925 w 1816"/>
              <a:gd name="T27" fmla="*/ 1544107 h 1816"/>
              <a:gd name="T28" fmla="*/ 277945 w 1816"/>
              <a:gd name="T29" fmla="*/ 1854088 h 1816"/>
              <a:gd name="T30" fmla="*/ 416918 w 1816"/>
              <a:gd name="T31" fmla="*/ 2065570 h 1816"/>
              <a:gd name="T32" fmla="*/ 613796 w 1816"/>
              <a:gd name="T33" fmla="*/ 2250978 h 1816"/>
              <a:gd name="T34" fmla="*/ 906218 w 1816"/>
              <a:gd name="T35" fmla="*/ 2569650 h 1816"/>
              <a:gd name="T36" fmla="*/ 1146525 w 1816"/>
              <a:gd name="T37" fmla="*/ 2471151 h 1816"/>
              <a:gd name="T38" fmla="*/ 1415784 w 1816"/>
              <a:gd name="T39" fmla="*/ 2479842 h 1816"/>
              <a:gd name="T40" fmla="*/ 1719787 w 1816"/>
              <a:gd name="T41" fmla="*/ 2569650 h 1816"/>
              <a:gd name="T42" fmla="*/ 1962989 w 1816"/>
              <a:gd name="T43" fmla="*/ 2285743 h 1816"/>
              <a:gd name="T44" fmla="*/ 2209087 w 1816"/>
              <a:gd name="T45" fmla="*/ 2065570 h 1816"/>
              <a:gd name="T46" fmla="*/ 2348059 w 1816"/>
              <a:gd name="T47" fmla="*/ 1854088 h 1816"/>
              <a:gd name="T48" fmla="*/ 2443603 w 1816"/>
              <a:gd name="T49" fmla="*/ 1604945 h 1816"/>
              <a:gd name="T50" fmla="*/ 1314450 w 1816"/>
              <a:gd name="T51" fmla="*/ 2337889 h 1816"/>
              <a:gd name="T52" fmla="*/ 1108886 w 1816"/>
              <a:gd name="T53" fmla="*/ 2317610 h 1816"/>
              <a:gd name="T54" fmla="*/ 871475 w 1816"/>
              <a:gd name="T55" fmla="*/ 2236493 h 1816"/>
              <a:gd name="T56" fmla="*/ 663016 w 1816"/>
              <a:gd name="T57" fmla="*/ 2103231 h 1816"/>
              <a:gd name="T58" fmla="*/ 495090 w 1816"/>
              <a:gd name="T59" fmla="*/ 1926513 h 1816"/>
              <a:gd name="T60" fmla="*/ 370594 w 1816"/>
              <a:gd name="T61" fmla="*/ 1712134 h 1816"/>
              <a:gd name="T62" fmla="*/ 304003 w 1816"/>
              <a:gd name="T63" fmla="*/ 1471682 h 1816"/>
              <a:gd name="T64" fmla="*/ 292422 w 1816"/>
              <a:gd name="T65" fmla="*/ 1263097 h 1816"/>
              <a:gd name="T66" fmla="*/ 338746 w 1816"/>
              <a:gd name="T67" fmla="*/ 1011057 h 1816"/>
              <a:gd name="T68" fmla="*/ 440080 w 1816"/>
              <a:gd name="T69" fmla="*/ 785090 h 1816"/>
              <a:gd name="T70" fmla="*/ 590634 w 1816"/>
              <a:gd name="T71" fmla="*/ 590990 h 1816"/>
              <a:gd name="T72" fmla="*/ 784617 w 1816"/>
              <a:gd name="T73" fmla="*/ 440346 h 1816"/>
              <a:gd name="T74" fmla="*/ 1010447 w 1816"/>
              <a:gd name="T75" fmla="*/ 338950 h 1816"/>
              <a:gd name="T76" fmla="*/ 1262335 w 1816"/>
              <a:gd name="T77" fmla="*/ 292598 h 1816"/>
              <a:gd name="T78" fmla="*/ 1467899 w 1816"/>
              <a:gd name="T79" fmla="*/ 304186 h 1816"/>
              <a:gd name="T80" fmla="*/ 1711101 w 1816"/>
              <a:gd name="T81" fmla="*/ 373715 h 1816"/>
              <a:gd name="T82" fmla="*/ 1925351 w 1816"/>
              <a:gd name="T83" fmla="*/ 495389 h 1816"/>
              <a:gd name="T84" fmla="*/ 2101962 w 1816"/>
              <a:gd name="T85" fmla="*/ 663416 h 1816"/>
              <a:gd name="T86" fmla="*/ 2235144 w 1816"/>
              <a:gd name="T87" fmla="*/ 872001 h 1816"/>
              <a:gd name="T88" fmla="*/ 2313316 w 1816"/>
              <a:gd name="T89" fmla="*/ 1109556 h 1816"/>
              <a:gd name="T90" fmla="*/ 2336478 w 1816"/>
              <a:gd name="T91" fmla="*/ 1315244 h 1816"/>
              <a:gd name="T92" fmla="*/ 2304630 w 1816"/>
              <a:gd name="T93" fmla="*/ 1570181 h 1816"/>
              <a:gd name="T94" fmla="*/ 2211982 w 1816"/>
              <a:gd name="T95" fmla="*/ 1801942 h 1816"/>
              <a:gd name="T96" fmla="*/ 2070114 w 1816"/>
              <a:gd name="T97" fmla="*/ 2001835 h 1816"/>
              <a:gd name="T98" fmla="*/ 1884817 w 1816"/>
              <a:gd name="T99" fmla="*/ 2161171 h 1816"/>
              <a:gd name="T100" fmla="*/ 1664777 w 1816"/>
              <a:gd name="T101" fmla="*/ 2274155 h 1816"/>
              <a:gd name="T102" fmla="*/ 1418680 w 1816"/>
              <a:gd name="T103" fmla="*/ 2332095 h 181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816"/>
              <a:gd name="T157" fmla="*/ 0 h 1816"/>
              <a:gd name="T158" fmla="*/ 1816 w 1816"/>
              <a:gd name="T159" fmla="*/ 1816 h 181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816" h="1816">
                <a:moveTo>
                  <a:pt x="1816" y="978"/>
                </a:moveTo>
                <a:lnTo>
                  <a:pt x="1816" y="836"/>
                </a:lnTo>
                <a:lnTo>
                  <a:pt x="1710" y="836"/>
                </a:lnTo>
                <a:lnTo>
                  <a:pt x="1706" y="792"/>
                </a:lnTo>
                <a:lnTo>
                  <a:pt x="1698" y="750"/>
                </a:lnTo>
                <a:lnTo>
                  <a:pt x="1688" y="708"/>
                </a:lnTo>
                <a:lnTo>
                  <a:pt x="1678" y="666"/>
                </a:lnTo>
                <a:lnTo>
                  <a:pt x="1774" y="626"/>
                </a:lnTo>
                <a:lnTo>
                  <a:pt x="1718" y="494"/>
                </a:lnTo>
                <a:lnTo>
                  <a:pt x="1622" y="534"/>
                </a:lnTo>
                <a:lnTo>
                  <a:pt x="1602" y="496"/>
                </a:lnTo>
                <a:lnTo>
                  <a:pt x="1578" y="460"/>
                </a:lnTo>
                <a:lnTo>
                  <a:pt x="1552" y="424"/>
                </a:lnTo>
                <a:lnTo>
                  <a:pt x="1526" y="390"/>
                </a:lnTo>
                <a:lnTo>
                  <a:pt x="1600" y="316"/>
                </a:lnTo>
                <a:lnTo>
                  <a:pt x="1498" y="216"/>
                </a:lnTo>
                <a:lnTo>
                  <a:pt x="1426" y="290"/>
                </a:lnTo>
                <a:lnTo>
                  <a:pt x="1392" y="262"/>
                </a:lnTo>
                <a:lnTo>
                  <a:pt x="1356" y="236"/>
                </a:lnTo>
                <a:lnTo>
                  <a:pt x="1318" y="214"/>
                </a:lnTo>
                <a:lnTo>
                  <a:pt x="1280" y="192"/>
                </a:lnTo>
                <a:lnTo>
                  <a:pt x="1320" y="96"/>
                </a:lnTo>
                <a:lnTo>
                  <a:pt x="1188" y="42"/>
                </a:lnTo>
                <a:lnTo>
                  <a:pt x="1150" y="138"/>
                </a:lnTo>
                <a:lnTo>
                  <a:pt x="1108" y="126"/>
                </a:lnTo>
                <a:lnTo>
                  <a:pt x="1066" y="116"/>
                </a:lnTo>
                <a:lnTo>
                  <a:pt x="1022" y="110"/>
                </a:lnTo>
                <a:lnTo>
                  <a:pt x="978" y="104"/>
                </a:lnTo>
                <a:lnTo>
                  <a:pt x="978" y="0"/>
                </a:lnTo>
                <a:lnTo>
                  <a:pt x="836" y="0"/>
                </a:lnTo>
                <a:lnTo>
                  <a:pt x="836" y="104"/>
                </a:lnTo>
                <a:lnTo>
                  <a:pt x="792" y="110"/>
                </a:lnTo>
                <a:lnTo>
                  <a:pt x="750" y="116"/>
                </a:lnTo>
                <a:lnTo>
                  <a:pt x="706" y="126"/>
                </a:lnTo>
                <a:lnTo>
                  <a:pt x="666" y="138"/>
                </a:lnTo>
                <a:lnTo>
                  <a:pt x="626" y="42"/>
                </a:lnTo>
                <a:lnTo>
                  <a:pt x="494" y="96"/>
                </a:lnTo>
                <a:lnTo>
                  <a:pt x="534" y="192"/>
                </a:lnTo>
                <a:lnTo>
                  <a:pt x="496" y="214"/>
                </a:lnTo>
                <a:lnTo>
                  <a:pt x="460" y="236"/>
                </a:lnTo>
                <a:lnTo>
                  <a:pt x="424" y="262"/>
                </a:lnTo>
                <a:lnTo>
                  <a:pt x="390" y="290"/>
                </a:lnTo>
                <a:lnTo>
                  <a:pt x="316" y="216"/>
                </a:lnTo>
                <a:lnTo>
                  <a:pt x="216" y="316"/>
                </a:lnTo>
                <a:lnTo>
                  <a:pt x="288" y="390"/>
                </a:lnTo>
                <a:lnTo>
                  <a:pt x="262" y="424"/>
                </a:lnTo>
                <a:lnTo>
                  <a:pt x="236" y="460"/>
                </a:lnTo>
                <a:lnTo>
                  <a:pt x="214" y="496"/>
                </a:lnTo>
                <a:lnTo>
                  <a:pt x="192" y="534"/>
                </a:lnTo>
                <a:lnTo>
                  <a:pt x="96" y="494"/>
                </a:lnTo>
                <a:lnTo>
                  <a:pt x="42" y="626"/>
                </a:lnTo>
                <a:lnTo>
                  <a:pt x="138" y="666"/>
                </a:lnTo>
                <a:lnTo>
                  <a:pt x="126" y="708"/>
                </a:lnTo>
                <a:lnTo>
                  <a:pt x="116" y="750"/>
                </a:lnTo>
                <a:lnTo>
                  <a:pt x="108" y="792"/>
                </a:lnTo>
                <a:lnTo>
                  <a:pt x="104" y="836"/>
                </a:lnTo>
                <a:lnTo>
                  <a:pt x="0" y="836"/>
                </a:lnTo>
                <a:lnTo>
                  <a:pt x="0" y="978"/>
                </a:lnTo>
                <a:lnTo>
                  <a:pt x="104" y="978"/>
                </a:lnTo>
                <a:lnTo>
                  <a:pt x="108" y="1022"/>
                </a:lnTo>
                <a:lnTo>
                  <a:pt x="116" y="1066"/>
                </a:lnTo>
                <a:lnTo>
                  <a:pt x="126" y="1108"/>
                </a:lnTo>
                <a:lnTo>
                  <a:pt x="138" y="1150"/>
                </a:lnTo>
                <a:lnTo>
                  <a:pt x="42" y="1190"/>
                </a:lnTo>
                <a:lnTo>
                  <a:pt x="96" y="1320"/>
                </a:lnTo>
                <a:lnTo>
                  <a:pt x="192" y="1280"/>
                </a:lnTo>
                <a:lnTo>
                  <a:pt x="214" y="1320"/>
                </a:lnTo>
                <a:lnTo>
                  <a:pt x="236" y="1356"/>
                </a:lnTo>
                <a:lnTo>
                  <a:pt x="262" y="1392"/>
                </a:lnTo>
                <a:lnTo>
                  <a:pt x="288" y="1426"/>
                </a:lnTo>
                <a:lnTo>
                  <a:pt x="216" y="1500"/>
                </a:lnTo>
                <a:lnTo>
                  <a:pt x="316" y="1600"/>
                </a:lnTo>
                <a:lnTo>
                  <a:pt x="390" y="1526"/>
                </a:lnTo>
                <a:lnTo>
                  <a:pt x="424" y="1554"/>
                </a:lnTo>
                <a:lnTo>
                  <a:pt x="460" y="1578"/>
                </a:lnTo>
                <a:lnTo>
                  <a:pt x="496" y="1602"/>
                </a:lnTo>
                <a:lnTo>
                  <a:pt x="534" y="1622"/>
                </a:lnTo>
                <a:lnTo>
                  <a:pt x="494" y="1718"/>
                </a:lnTo>
                <a:lnTo>
                  <a:pt x="626" y="1774"/>
                </a:lnTo>
                <a:lnTo>
                  <a:pt x="666" y="1678"/>
                </a:lnTo>
                <a:lnTo>
                  <a:pt x="706" y="1690"/>
                </a:lnTo>
                <a:lnTo>
                  <a:pt x="750" y="1698"/>
                </a:lnTo>
                <a:lnTo>
                  <a:pt x="792" y="1706"/>
                </a:lnTo>
                <a:lnTo>
                  <a:pt x="836" y="1712"/>
                </a:lnTo>
                <a:lnTo>
                  <a:pt x="836" y="1816"/>
                </a:lnTo>
                <a:lnTo>
                  <a:pt x="978" y="1816"/>
                </a:lnTo>
                <a:lnTo>
                  <a:pt x="978" y="1712"/>
                </a:lnTo>
                <a:lnTo>
                  <a:pt x="1022" y="1706"/>
                </a:lnTo>
                <a:lnTo>
                  <a:pt x="1066" y="1698"/>
                </a:lnTo>
                <a:lnTo>
                  <a:pt x="1108" y="1690"/>
                </a:lnTo>
                <a:lnTo>
                  <a:pt x="1150" y="1678"/>
                </a:lnTo>
                <a:lnTo>
                  <a:pt x="1188" y="1774"/>
                </a:lnTo>
                <a:lnTo>
                  <a:pt x="1320" y="1718"/>
                </a:lnTo>
                <a:lnTo>
                  <a:pt x="1280" y="1622"/>
                </a:lnTo>
                <a:lnTo>
                  <a:pt x="1318" y="1602"/>
                </a:lnTo>
                <a:lnTo>
                  <a:pt x="1356" y="1578"/>
                </a:lnTo>
                <a:lnTo>
                  <a:pt x="1392" y="1554"/>
                </a:lnTo>
                <a:lnTo>
                  <a:pt x="1426" y="1526"/>
                </a:lnTo>
                <a:lnTo>
                  <a:pt x="1498" y="1600"/>
                </a:lnTo>
                <a:lnTo>
                  <a:pt x="1600" y="1500"/>
                </a:lnTo>
                <a:lnTo>
                  <a:pt x="1526" y="1426"/>
                </a:lnTo>
                <a:lnTo>
                  <a:pt x="1552" y="1392"/>
                </a:lnTo>
                <a:lnTo>
                  <a:pt x="1578" y="1356"/>
                </a:lnTo>
                <a:lnTo>
                  <a:pt x="1602" y="1320"/>
                </a:lnTo>
                <a:lnTo>
                  <a:pt x="1622" y="1280"/>
                </a:lnTo>
                <a:lnTo>
                  <a:pt x="1718" y="1320"/>
                </a:lnTo>
                <a:lnTo>
                  <a:pt x="1774" y="1190"/>
                </a:lnTo>
                <a:lnTo>
                  <a:pt x="1678" y="1150"/>
                </a:lnTo>
                <a:lnTo>
                  <a:pt x="1688" y="1108"/>
                </a:lnTo>
                <a:lnTo>
                  <a:pt x="1698" y="1066"/>
                </a:lnTo>
                <a:lnTo>
                  <a:pt x="1706" y="1022"/>
                </a:lnTo>
                <a:lnTo>
                  <a:pt x="1710" y="978"/>
                </a:lnTo>
                <a:lnTo>
                  <a:pt x="1816" y="978"/>
                </a:lnTo>
                <a:close/>
                <a:moveTo>
                  <a:pt x="908" y="1614"/>
                </a:moveTo>
                <a:lnTo>
                  <a:pt x="908" y="1614"/>
                </a:lnTo>
                <a:lnTo>
                  <a:pt x="872" y="1612"/>
                </a:lnTo>
                <a:lnTo>
                  <a:pt x="836" y="1610"/>
                </a:lnTo>
                <a:lnTo>
                  <a:pt x="800" y="1606"/>
                </a:lnTo>
                <a:lnTo>
                  <a:pt x="766" y="1600"/>
                </a:lnTo>
                <a:lnTo>
                  <a:pt x="730" y="1592"/>
                </a:lnTo>
                <a:lnTo>
                  <a:pt x="698" y="1582"/>
                </a:lnTo>
                <a:lnTo>
                  <a:pt x="664" y="1570"/>
                </a:lnTo>
                <a:lnTo>
                  <a:pt x="632" y="1558"/>
                </a:lnTo>
                <a:lnTo>
                  <a:pt x="602" y="1544"/>
                </a:lnTo>
                <a:lnTo>
                  <a:pt x="570" y="1528"/>
                </a:lnTo>
                <a:lnTo>
                  <a:pt x="542" y="1512"/>
                </a:lnTo>
                <a:lnTo>
                  <a:pt x="512" y="1492"/>
                </a:lnTo>
                <a:lnTo>
                  <a:pt x="484" y="1474"/>
                </a:lnTo>
                <a:lnTo>
                  <a:pt x="458" y="1452"/>
                </a:lnTo>
                <a:lnTo>
                  <a:pt x="432" y="1430"/>
                </a:lnTo>
                <a:lnTo>
                  <a:pt x="408" y="1406"/>
                </a:lnTo>
                <a:lnTo>
                  <a:pt x="384" y="1382"/>
                </a:lnTo>
                <a:lnTo>
                  <a:pt x="362" y="1356"/>
                </a:lnTo>
                <a:lnTo>
                  <a:pt x="342" y="1330"/>
                </a:lnTo>
                <a:lnTo>
                  <a:pt x="322" y="1302"/>
                </a:lnTo>
                <a:lnTo>
                  <a:pt x="304" y="1274"/>
                </a:lnTo>
                <a:lnTo>
                  <a:pt x="286" y="1244"/>
                </a:lnTo>
                <a:lnTo>
                  <a:pt x="272" y="1214"/>
                </a:lnTo>
                <a:lnTo>
                  <a:pt x="256" y="1182"/>
                </a:lnTo>
                <a:lnTo>
                  <a:pt x="244" y="1150"/>
                </a:lnTo>
                <a:lnTo>
                  <a:pt x="234" y="1118"/>
                </a:lnTo>
                <a:lnTo>
                  <a:pt x="224" y="1084"/>
                </a:lnTo>
                <a:lnTo>
                  <a:pt x="216" y="1050"/>
                </a:lnTo>
                <a:lnTo>
                  <a:pt x="210" y="1016"/>
                </a:lnTo>
                <a:lnTo>
                  <a:pt x="206" y="980"/>
                </a:lnTo>
                <a:lnTo>
                  <a:pt x="202" y="944"/>
                </a:lnTo>
                <a:lnTo>
                  <a:pt x="202" y="908"/>
                </a:lnTo>
                <a:lnTo>
                  <a:pt x="202" y="872"/>
                </a:lnTo>
                <a:lnTo>
                  <a:pt x="206" y="836"/>
                </a:lnTo>
                <a:lnTo>
                  <a:pt x="210" y="800"/>
                </a:lnTo>
                <a:lnTo>
                  <a:pt x="216" y="766"/>
                </a:lnTo>
                <a:lnTo>
                  <a:pt x="224" y="732"/>
                </a:lnTo>
                <a:lnTo>
                  <a:pt x="234" y="698"/>
                </a:lnTo>
                <a:lnTo>
                  <a:pt x="244" y="664"/>
                </a:lnTo>
                <a:lnTo>
                  <a:pt x="256" y="632"/>
                </a:lnTo>
                <a:lnTo>
                  <a:pt x="272" y="602"/>
                </a:lnTo>
                <a:lnTo>
                  <a:pt x="286" y="572"/>
                </a:lnTo>
                <a:lnTo>
                  <a:pt x="304" y="542"/>
                </a:lnTo>
                <a:lnTo>
                  <a:pt x="322" y="512"/>
                </a:lnTo>
                <a:lnTo>
                  <a:pt x="342" y="486"/>
                </a:lnTo>
                <a:lnTo>
                  <a:pt x="362" y="458"/>
                </a:lnTo>
                <a:lnTo>
                  <a:pt x="384" y="432"/>
                </a:lnTo>
                <a:lnTo>
                  <a:pt x="408" y="408"/>
                </a:lnTo>
                <a:lnTo>
                  <a:pt x="432" y="386"/>
                </a:lnTo>
                <a:lnTo>
                  <a:pt x="458" y="362"/>
                </a:lnTo>
                <a:lnTo>
                  <a:pt x="484" y="342"/>
                </a:lnTo>
                <a:lnTo>
                  <a:pt x="512" y="322"/>
                </a:lnTo>
                <a:lnTo>
                  <a:pt x="542" y="304"/>
                </a:lnTo>
                <a:lnTo>
                  <a:pt x="570" y="286"/>
                </a:lnTo>
                <a:lnTo>
                  <a:pt x="602" y="272"/>
                </a:lnTo>
                <a:lnTo>
                  <a:pt x="632" y="258"/>
                </a:lnTo>
                <a:lnTo>
                  <a:pt x="664" y="244"/>
                </a:lnTo>
                <a:lnTo>
                  <a:pt x="698" y="234"/>
                </a:lnTo>
                <a:lnTo>
                  <a:pt x="730" y="224"/>
                </a:lnTo>
                <a:lnTo>
                  <a:pt x="766" y="216"/>
                </a:lnTo>
                <a:lnTo>
                  <a:pt x="800" y="210"/>
                </a:lnTo>
                <a:lnTo>
                  <a:pt x="836" y="206"/>
                </a:lnTo>
                <a:lnTo>
                  <a:pt x="872" y="202"/>
                </a:lnTo>
                <a:lnTo>
                  <a:pt x="908" y="202"/>
                </a:lnTo>
                <a:lnTo>
                  <a:pt x="944" y="202"/>
                </a:lnTo>
                <a:lnTo>
                  <a:pt x="980" y="206"/>
                </a:lnTo>
                <a:lnTo>
                  <a:pt x="1014" y="210"/>
                </a:lnTo>
                <a:lnTo>
                  <a:pt x="1050" y="216"/>
                </a:lnTo>
                <a:lnTo>
                  <a:pt x="1084" y="224"/>
                </a:lnTo>
                <a:lnTo>
                  <a:pt x="1118" y="234"/>
                </a:lnTo>
                <a:lnTo>
                  <a:pt x="1150" y="244"/>
                </a:lnTo>
                <a:lnTo>
                  <a:pt x="1182" y="258"/>
                </a:lnTo>
                <a:lnTo>
                  <a:pt x="1214" y="272"/>
                </a:lnTo>
                <a:lnTo>
                  <a:pt x="1244" y="286"/>
                </a:lnTo>
                <a:lnTo>
                  <a:pt x="1274" y="304"/>
                </a:lnTo>
                <a:lnTo>
                  <a:pt x="1302" y="322"/>
                </a:lnTo>
                <a:lnTo>
                  <a:pt x="1330" y="342"/>
                </a:lnTo>
                <a:lnTo>
                  <a:pt x="1356" y="362"/>
                </a:lnTo>
                <a:lnTo>
                  <a:pt x="1382" y="386"/>
                </a:lnTo>
                <a:lnTo>
                  <a:pt x="1406" y="408"/>
                </a:lnTo>
                <a:lnTo>
                  <a:pt x="1430" y="432"/>
                </a:lnTo>
                <a:lnTo>
                  <a:pt x="1452" y="458"/>
                </a:lnTo>
                <a:lnTo>
                  <a:pt x="1474" y="486"/>
                </a:lnTo>
                <a:lnTo>
                  <a:pt x="1492" y="512"/>
                </a:lnTo>
                <a:lnTo>
                  <a:pt x="1512" y="542"/>
                </a:lnTo>
                <a:lnTo>
                  <a:pt x="1528" y="572"/>
                </a:lnTo>
                <a:lnTo>
                  <a:pt x="1544" y="602"/>
                </a:lnTo>
                <a:lnTo>
                  <a:pt x="1558" y="632"/>
                </a:lnTo>
                <a:lnTo>
                  <a:pt x="1570" y="664"/>
                </a:lnTo>
                <a:lnTo>
                  <a:pt x="1582" y="698"/>
                </a:lnTo>
                <a:lnTo>
                  <a:pt x="1592" y="732"/>
                </a:lnTo>
                <a:lnTo>
                  <a:pt x="1598" y="766"/>
                </a:lnTo>
                <a:lnTo>
                  <a:pt x="1606" y="800"/>
                </a:lnTo>
                <a:lnTo>
                  <a:pt x="1610" y="836"/>
                </a:lnTo>
                <a:lnTo>
                  <a:pt x="1612" y="872"/>
                </a:lnTo>
                <a:lnTo>
                  <a:pt x="1614" y="908"/>
                </a:lnTo>
                <a:lnTo>
                  <a:pt x="1612" y="944"/>
                </a:lnTo>
                <a:lnTo>
                  <a:pt x="1610" y="980"/>
                </a:lnTo>
                <a:lnTo>
                  <a:pt x="1606" y="1016"/>
                </a:lnTo>
                <a:lnTo>
                  <a:pt x="1598" y="1050"/>
                </a:lnTo>
                <a:lnTo>
                  <a:pt x="1592" y="1084"/>
                </a:lnTo>
                <a:lnTo>
                  <a:pt x="1582" y="1118"/>
                </a:lnTo>
                <a:lnTo>
                  <a:pt x="1570" y="1150"/>
                </a:lnTo>
                <a:lnTo>
                  <a:pt x="1558" y="1182"/>
                </a:lnTo>
                <a:lnTo>
                  <a:pt x="1544" y="1214"/>
                </a:lnTo>
                <a:lnTo>
                  <a:pt x="1528" y="1244"/>
                </a:lnTo>
                <a:lnTo>
                  <a:pt x="1512" y="1274"/>
                </a:lnTo>
                <a:lnTo>
                  <a:pt x="1492" y="1302"/>
                </a:lnTo>
                <a:lnTo>
                  <a:pt x="1474" y="1330"/>
                </a:lnTo>
                <a:lnTo>
                  <a:pt x="1452" y="1356"/>
                </a:lnTo>
                <a:lnTo>
                  <a:pt x="1430" y="1382"/>
                </a:lnTo>
                <a:lnTo>
                  <a:pt x="1406" y="1406"/>
                </a:lnTo>
                <a:lnTo>
                  <a:pt x="1382" y="1430"/>
                </a:lnTo>
                <a:lnTo>
                  <a:pt x="1356" y="1452"/>
                </a:lnTo>
                <a:lnTo>
                  <a:pt x="1330" y="1474"/>
                </a:lnTo>
                <a:lnTo>
                  <a:pt x="1302" y="1492"/>
                </a:lnTo>
                <a:lnTo>
                  <a:pt x="1274" y="1512"/>
                </a:lnTo>
                <a:lnTo>
                  <a:pt x="1244" y="1528"/>
                </a:lnTo>
                <a:lnTo>
                  <a:pt x="1214" y="1544"/>
                </a:lnTo>
                <a:lnTo>
                  <a:pt x="1182" y="1558"/>
                </a:lnTo>
                <a:lnTo>
                  <a:pt x="1150" y="1570"/>
                </a:lnTo>
                <a:lnTo>
                  <a:pt x="1118" y="1582"/>
                </a:lnTo>
                <a:lnTo>
                  <a:pt x="1084" y="1592"/>
                </a:lnTo>
                <a:lnTo>
                  <a:pt x="1050" y="1600"/>
                </a:lnTo>
                <a:lnTo>
                  <a:pt x="1014" y="1606"/>
                </a:lnTo>
                <a:lnTo>
                  <a:pt x="980" y="1610"/>
                </a:lnTo>
                <a:lnTo>
                  <a:pt x="944" y="1612"/>
                </a:lnTo>
                <a:lnTo>
                  <a:pt x="908" y="1614"/>
                </a:lnTo>
                <a:close/>
              </a:path>
            </a:pathLst>
          </a:custGeom>
          <a:solidFill>
            <a:srgbClr val="808080">
              <a:alpha val="79999"/>
            </a:srgbClr>
          </a:solidFill>
          <a:ln>
            <a:noFill/>
          </a:ln>
          <a:extLst>
            <a:ext uri="{91240B29-F687-4F45-9708-019B960494DF}">
              <a14:hiddenLine xmlns:a14="http://schemas.microsoft.com/office/drawing/2010/main" w="19050" cap="rnd">
                <a:solidFill>
                  <a:srgbClr val="000000"/>
                </a:solidFill>
                <a:prstDash val="sysDot"/>
                <a:round/>
                <a:headEnd/>
                <a:tailEnd/>
              </a14:hiddenLine>
            </a:ext>
          </a:extLst>
        </p:spPr>
        <p:txBody>
          <a:bodyPr wrap="none" anchor="ctr"/>
          <a:lstStyle/>
          <a:p>
            <a:endParaRPr lang="zh-CN" altLang="en-US">
              <a:solidFill>
                <a:prstClr val="black"/>
              </a:solidFill>
            </a:endParaRPr>
          </a:p>
        </p:txBody>
      </p:sp>
      <p:sp>
        <p:nvSpPr>
          <p:cNvPr id="27" name="Freeform 675"/>
          <p:cNvSpPr>
            <a:spLocks noEditPoints="1"/>
          </p:cNvSpPr>
          <p:nvPr/>
        </p:nvSpPr>
        <p:spPr bwMode="auto">
          <a:xfrm rot="21275257">
            <a:off x="3727150" y="1210796"/>
            <a:ext cx="3429000" cy="3429000"/>
          </a:xfrm>
          <a:custGeom>
            <a:avLst/>
            <a:gdLst>
              <a:gd name="T0" fmla="*/ 3285144 w 2622"/>
              <a:gd name="T1" fmla="*/ 1506563 h 2622"/>
              <a:gd name="T2" fmla="*/ 3217140 w 2622"/>
              <a:gd name="T3" fmla="*/ 1216236 h 2622"/>
              <a:gd name="T4" fmla="*/ 3154366 w 2622"/>
              <a:gd name="T5" fmla="*/ 776822 h 2622"/>
              <a:gd name="T6" fmla="*/ 2898041 w 2622"/>
              <a:gd name="T7" fmla="*/ 664352 h 2622"/>
              <a:gd name="T8" fmla="*/ 2678334 w 2622"/>
              <a:gd name="T9" fmla="*/ 460339 h 2622"/>
              <a:gd name="T10" fmla="*/ 2424625 w 2622"/>
              <a:gd name="T11" fmla="*/ 300789 h 2622"/>
              <a:gd name="T12" fmla="*/ 2068908 w 2622"/>
              <a:gd name="T13" fmla="*/ 34002 h 2622"/>
              <a:gd name="T14" fmla="*/ 1807352 w 2622"/>
              <a:gd name="T15" fmla="*/ 136009 h 2622"/>
              <a:gd name="T16" fmla="*/ 1509178 w 2622"/>
              <a:gd name="T17" fmla="*/ 146471 h 2622"/>
              <a:gd name="T18" fmla="*/ 1216236 w 2622"/>
              <a:gd name="T19" fmla="*/ 211860 h 2622"/>
              <a:gd name="T20" fmla="*/ 776822 w 2622"/>
              <a:gd name="T21" fmla="*/ 277249 h 2622"/>
              <a:gd name="T22" fmla="*/ 664352 w 2622"/>
              <a:gd name="T23" fmla="*/ 530959 h 2622"/>
              <a:gd name="T24" fmla="*/ 460339 w 2622"/>
              <a:gd name="T25" fmla="*/ 750666 h 2622"/>
              <a:gd name="T26" fmla="*/ 300789 w 2622"/>
              <a:gd name="T27" fmla="*/ 1004375 h 2622"/>
              <a:gd name="T28" fmla="*/ 34002 w 2622"/>
              <a:gd name="T29" fmla="*/ 1360092 h 2622"/>
              <a:gd name="T30" fmla="*/ 136009 w 2622"/>
              <a:gd name="T31" fmla="*/ 1621648 h 2622"/>
              <a:gd name="T32" fmla="*/ 146471 w 2622"/>
              <a:gd name="T33" fmla="*/ 1922437 h 2622"/>
              <a:gd name="T34" fmla="*/ 214476 w 2622"/>
              <a:gd name="T35" fmla="*/ 2212764 h 2622"/>
              <a:gd name="T36" fmla="*/ 277249 w 2622"/>
              <a:gd name="T37" fmla="*/ 2652178 h 2622"/>
              <a:gd name="T38" fmla="*/ 533574 w 2622"/>
              <a:gd name="T39" fmla="*/ 2767263 h 2622"/>
              <a:gd name="T40" fmla="*/ 753281 w 2622"/>
              <a:gd name="T41" fmla="*/ 2971277 h 2622"/>
              <a:gd name="T42" fmla="*/ 1006991 w 2622"/>
              <a:gd name="T43" fmla="*/ 3130826 h 2622"/>
              <a:gd name="T44" fmla="*/ 1362707 w 2622"/>
              <a:gd name="T45" fmla="*/ 3394998 h 2622"/>
              <a:gd name="T46" fmla="*/ 1621648 w 2622"/>
              <a:gd name="T47" fmla="*/ 3295606 h 2622"/>
              <a:gd name="T48" fmla="*/ 1922437 w 2622"/>
              <a:gd name="T49" fmla="*/ 3285144 h 2622"/>
              <a:gd name="T50" fmla="*/ 2215380 w 2622"/>
              <a:gd name="T51" fmla="*/ 3217140 h 2622"/>
              <a:gd name="T52" fmla="*/ 2652178 w 2622"/>
              <a:gd name="T53" fmla="*/ 3154366 h 2622"/>
              <a:gd name="T54" fmla="*/ 2767263 w 2622"/>
              <a:gd name="T55" fmla="*/ 2898041 h 2622"/>
              <a:gd name="T56" fmla="*/ 2971277 w 2622"/>
              <a:gd name="T57" fmla="*/ 2678334 h 2622"/>
              <a:gd name="T58" fmla="*/ 3130826 w 2622"/>
              <a:gd name="T59" fmla="*/ 2424625 h 2622"/>
              <a:gd name="T60" fmla="*/ 3394998 w 2622"/>
              <a:gd name="T61" fmla="*/ 2068908 h 2622"/>
              <a:gd name="T62" fmla="*/ 3295606 w 2622"/>
              <a:gd name="T63" fmla="*/ 1807352 h 2622"/>
              <a:gd name="T64" fmla="*/ 1493485 w 2622"/>
              <a:gd name="T65" fmla="*/ 3149135 h 2622"/>
              <a:gd name="T66" fmla="*/ 1085458 w 2622"/>
              <a:gd name="T67" fmla="*/ 3023588 h 2622"/>
              <a:gd name="T68" fmla="*/ 740204 w 2622"/>
              <a:gd name="T69" fmla="*/ 2788188 h 2622"/>
              <a:gd name="T70" fmla="*/ 473416 w 2622"/>
              <a:gd name="T71" fmla="*/ 2466474 h 2622"/>
              <a:gd name="T72" fmla="*/ 311252 w 2622"/>
              <a:gd name="T73" fmla="*/ 2076755 h 2622"/>
              <a:gd name="T74" fmla="*/ 264172 w 2622"/>
              <a:gd name="T75" fmla="*/ 1715808 h 2622"/>
              <a:gd name="T76" fmla="*/ 329561 w 2622"/>
              <a:gd name="T77" fmla="*/ 1284240 h 2622"/>
              <a:gd name="T78" fmla="*/ 512650 w 2622"/>
              <a:gd name="T79" fmla="*/ 904984 h 2622"/>
              <a:gd name="T80" fmla="*/ 792515 w 2622"/>
              <a:gd name="T81" fmla="*/ 596348 h 2622"/>
              <a:gd name="T82" fmla="*/ 1150847 w 2622"/>
              <a:gd name="T83" fmla="*/ 379256 h 2622"/>
              <a:gd name="T84" fmla="*/ 1566721 w 2622"/>
              <a:gd name="T85" fmla="*/ 272018 h 2622"/>
              <a:gd name="T86" fmla="*/ 1935515 w 2622"/>
              <a:gd name="T87" fmla="*/ 279865 h 2622"/>
              <a:gd name="T88" fmla="*/ 2343542 w 2622"/>
              <a:gd name="T89" fmla="*/ 408027 h 2622"/>
              <a:gd name="T90" fmla="*/ 2691412 w 2622"/>
              <a:gd name="T91" fmla="*/ 640812 h 2622"/>
              <a:gd name="T92" fmla="*/ 2955584 w 2622"/>
              <a:gd name="T93" fmla="*/ 962526 h 2622"/>
              <a:gd name="T94" fmla="*/ 3120364 w 2622"/>
              <a:gd name="T95" fmla="*/ 1352245 h 2622"/>
              <a:gd name="T96" fmla="*/ 3167444 w 2622"/>
              <a:gd name="T97" fmla="*/ 1715808 h 2622"/>
              <a:gd name="T98" fmla="*/ 3102055 w 2622"/>
              <a:gd name="T99" fmla="*/ 2147375 h 2622"/>
              <a:gd name="T100" fmla="*/ 2918966 w 2622"/>
              <a:gd name="T101" fmla="*/ 2526632 h 2622"/>
              <a:gd name="T102" fmla="*/ 2639101 w 2622"/>
              <a:gd name="T103" fmla="*/ 2835268 h 2622"/>
              <a:gd name="T104" fmla="*/ 2280769 w 2622"/>
              <a:gd name="T105" fmla="*/ 3052359 h 2622"/>
              <a:gd name="T106" fmla="*/ 1864895 w 2622"/>
              <a:gd name="T107" fmla="*/ 3159597 h 262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622"/>
              <a:gd name="T163" fmla="*/ 0 h 2622"/>
              <a:gd name="T164" fmla="*/ 2622 w 2622"/>
              <a:gd name="T165" fmla="*/ 2622 h 262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622" h="2622">
                <a:moveTo>
                  <a:pt x="2622" y="1382"/>
                </a:moveTo>
                <a:lnTo>
                  <a:pt x="2622" y="1240"/>
                </a:lnTo>
                <a:lnTo>
                  <a:pt x="2520" y="1240"/>
                </a:lnTo>
                <a:lnTo>
                  <a:pt x="2516" y="1196"/>
                </a:lnTo>
                <a:lnTo>
                  <a:pt x="2512" y="1152"/>
                </a:lnTo>
                <a:lnTo>
                  <a:pt x="2506" y="1110"/>
                </a:lnTo>
                <a:lnTo>
                  <a:pt x="2498" y="1068"/>
                </a:lnTo>
                <a:lnTo>
                  <a:pt x="2596" y="1040"/>
                </a:lnTo>
                <a:lnTo>
                  <a:pt x="2560" y="904"/>
                </a:lnTo>
                <a:lnTo>
                  <a:pt x="2460" y="930"/>
                </a:lnTo>
                <a:lnTo>
                  <a:pt x="2446" y="888"/>
                </a:lnTo>
                <a:lnTo>
                  <a:pt x="2430" y="848"/>
                </a:lnTo>
                <a:lnTo>
                  <a:pt x="2412" y="808"/>
                </a:lnTo>
                <a:lnTo>
                  <a:pt x="2394" y="768"/>
                </a:lnTo>
                <a:lnTo>
                  <a:pt x="2482" y="718"/>
                </a:lnTo>
                <a:lnTo>
                  <a:pt x="2412" y="594"/>
                </a:lnTo>
                <a:lnTo>
                  <a:pt x="2322" y="646"/>
                </a:lnTo>
                <a:lnTo>
                  <a:pt x="2298" y="610"/>
                </a:lnTo>
                <a:lnTo>
                  <a:pt x="2272" y="574"/>
                </a:lnTo>
                <a:lnTo>
                  <a:pt x="2244" y="540"/>
                </a:lnTo>
                <a:lnTo>
                  <a:pt x="2216" y="508"/>
                </a:lnTo>
                <a:lnTo>
                  <a:pt x="2290" y="434"/>
                </a:lnTo>
                <a:lnTo>
                  <a:pt x="2188" y="334"/>
                </a:lnTo>
                <a:lnTo>
                  <a:pt x="2116" y="406"/>
                </a:lnTo>
                <a:lnTo>
                  <a:pt x="2082" y="378"/>
                </a:lnTo>
                <a:lnTo>
                  <a:pt x="2048" y="352"/>
                </a:lnTo>
                <a:lnTo>
                  <a:pt x="2014" y="326"/>
                </a:lnTo>
                <a:lnTo>
                  <a:pt x="1978" y="300"/>
                </a:lnTo>
                <a:lnTo>
                  <a:pt x="2028" y="212"/>
                </a:lnTo>
                <a:lnTo>
                  <a:pt x="1906" y="140"/>
                </a:lnTo>
                <a:lnTo>
                  <a:pt x="1854" y="230"/>
                </a:lnTo>
                <a:lnTo>
                  <a:pt x="1816" y="210"/>
                </a:lnTo>
                <a:lnTo>
                  <a:pt x="1776" y="194"/>
                </a:lnTo>
                <a:lnTo>
                  <a:pt x="1734" y="178"/>
                </a:lnTo>
                <a:lnTo>
                  <a:pt x="1694" y="162"/>
                </a:lnTo>
                <a:lnTo>
                  <a:pt x="1720" y="64"/>
                </a:lnTo>
                <a:lnTo>
                  <a:pt x="1582" y="26"/>
                </a:lnTo>
                <a:lnTo>
                  <a:pt x="1556" y="126"/>
                </a:lnTo>
                <a:lnTo>
                  <a:pt x="1514" y="118"/>
                </a:lnTo>
                <a:lnTo>
                  <a:pt x="1470" y="112"/>
                </a:lnTo>
                <a:lnTo>
                  <a:pt x="1426" y="106"/>
                </a:lnTo>
                <a:lnTo>
                  <a:pt x="1382" y="104"/>
                </a:lnTo>
                <a:lnTo>
                  <a:pt x="1382" y="0"/>
                </a:lnTo>
                <a:lnTo>
                  <a:pt x="1240" y="0"/>
                </a:lnTo>
                <a:lnTo>
                  <a:pt x="1240" y="104"/>
                </a:lnTo>
                <a:lnTo>
                  <a:pt x="1196" y="106"/>
                </a:lnTo>
                <a:lnTo>
                  <a:pt x="1154" y="112"/>
                </a:lnTo>
                <a:lnTo>
                  <a:pt x="1110" y="118"/>
                </a:lnTo>
                <a:lnTo>
                  <a:pt x="1068" y="126"/>
                </a:lnTo>
                <a:lnTo>
                  <a:pt x="1042" y="26"/>
                </a:lnTo>
                <a:lnTo>
                  <a:pt x="904" y="64"/>
                </a:lnTo>
                <a:lnTo>
                  <a:pt x="930" y="162"/>
                </a:lnTo>
                <a:lnTo>
                  <a:pt x="890" y="178"/>
                </a:lnTo>
                <a:lnTo>
                  <a:pt x="848" y="194"/>
                </a:lnTo>
                <a:lnTo>
                  <a:pt x="808" y="210"/>
                </a:lnTo>
                <a:lnTo>
                  <a:pt x="770" y="230"/>
                </a:lnTo>
                <a:lnTo>
                  <a:pt x="718" y="140"/>
                </a:lnTo>
                <a:lnTo>
                  <a:pt x="594" y="212"/>
                </a:lnTo>
                <a:lnTo>
                  <a:pt x="646" y="300"/>
                </a:lnTo>
                <a:lnTo>
                  <a:pt x="610" y="326"/>
                </a:lnTo>
                <a:lnTo>
                  <a:pt x="576" y="352"/>
                </a:lnTo>
                <a:lnTo>
                  <a:pt x="542" y="378"/>
                </a:lnTo>
                <a:lnTo>
                  <a:pt x="508" y="406"/>
                </a:lnTo>
                <a:lnTo>
                  <a:pt x="436" y="334"/>
                </a:lnTo>
                <a:lnTo>
                  <a:pt x="334" y="434"/>
                </a:lnTo>
                <a:lnTo>
                  <a:pt x="408" y="508"/>
                </a:lnTo>
                <a:lnTo>
                  <a:pt x="378" y="540"/>
                </a:lnTo>
                <a:lnTo>
                  <a:pt x="352" y="574"/>
                </a:lnTo>
                <a:lnTo>
                  <a:pt x="326" y="610"/>
                </a:lnTo>
                <a:lnTo>
                  <a:pt x="302" y="646"/>
                </a:lnTo>
                <a:lnTo>
                  <a:pt x="212" y="594"/>
                </a:lnTo>
                <a:lnTo>
                  <a:pt x="140" y="718"/>
                </a:lnTo>
                <a:lnTo>
                  <a:pt x="230" y="768"/>
                </a:lnTo>
                <a:lnTo>
                  <a:pt x="212" y="808"/>
                </a:lnTo>
                <a:lnTo>
                  <a:pt x="194" y="848"/>
                </a:lnTo>
                <a:lnTo>
                  <a:pt x="178" y="888"/>
                </a:lnTo>
                <a:lnTo>
                  <a:pt x="164" y="930"/>
                </a:lnTo>
                <a:lnTo>
                  <a:pt x="64" y="904"/>
                </a:lnTo>
                <a:lnTo>
                  <a:pt x="26" y="1040"/>
                </a:lnTo>
                <a:lnTo>
                  <a:pt x="126" y="1068"/>
                </a:lnTo>
                <a:lnTo>
                  <a:pt x="118" y="1110"/>
                </a:lnTo>
                <a:lnTo>
                  <a:pt x="112" y="1152"/>
                </a:lnTo>
                <a:lnTo>
                  <a:pt x="108" y="1196"/>
                </a:lnTo>
                <a:lnTo>
                  <a:pt x="104" y="1240"/>
                </a:lnTo>
                <a:lnTo>
                  <a:pt x="0" y="1240"/>
                </a:lnTo>
                <a:lnTo>
                  <a:pt x="0" y="1382"/>
                </a:lnTo>
                <a:lnTo>
                  <a:pt x="104" y="1382"/>
                </a:lnTo>
                <a:lnTo>
                  <a:pt x="108" y="1426"/>
                </a:lnTo>
                <a:lnTo>
                  <a:pt x="112" y="1470"/>
                </a:lnTo>
                <a:lnTo>
                  <a:pt x="118" y="1512"/>
                </a:lnTo>
                <a:lnTo>
                  <a:pt x="126" y="1556"/>
                </a:lnTo>
                <a:lnTo>
                  <a:pt x="26" y="1582"/>
                </a:lnTo>
                <a:lnTo>
                  <a:pt x="64" y="1720"/>
                </a:lnTo>
                <a:lnTo>
                  <a:pt x="164" y="1692"/>
                </a:lnTo>
                <a:lnTo>
                  <a:pt x="178" y="1734"/>
                </a:lnTo>
                <a:lnTo>
                  <a:pt x="194" y="1774"/>
                </a:lnTo>
                <a:lnTo>
                  <a:pt x="212" y="1814"/>
                </a:lnTo>
                <a:lnTo>
                  <a:pt x="230" y="1854"/>
                </a:lnTo>
                <a:lnTo>
                  <a:pt x="140" y="1906"/>
                </a:lnTo>
                <a:lnTo>
                  <a:pt x="212" y="2028"/>
                </a:lnTo>
                <a:lnTo>
                  <a:pt x="302" y="1978"/>
                </a:lnTo>
                <a:lnTo>
                  <a:pt x="326" y="2014"/>
                </a:lnTo>
                <a:lnTo>
                  <a:pt x="352" y="2048"/>
                </a:lnTo>
                <a:lnTo>
                  <a:pt x="378" y="2082"/>
                </a:lnTo>
                <a:lnTo>
                  <a:pt x="408" y="2116"/>
                </a:lnTo>
                <a:lnTo>
                  <a:pt x="334" y="2188"/>
                </a:lnTo>
                <a:lnTo>
                  <a:pt x="436" y="2288"/>
                </a:lnTo>
                <a:lnTo>
                  <a:pt x="508" y="2216"/>
                </a:lnTo>
                <a:lnTo>
                  <a:pt x="542" y="2244"/>
                </a:lnTo>
                <a:lnTo>
                  <a:pt x="576" y="2272"/>
                </a:lnTo>
                <a:lnTo>
                  <a:pt x="610" y="2298"/>
                </a:lnTo>
                <a:lnTo>
                  <a:pt x="646" y="2322"/>
                </a:lnTo>
                <a:lnTo>
                  <a:pt x="594" y="2412"/>
                </a:lnTo>
                <a:lnTo>
                  <a:pt x="718" y="2482"/>
                </a:lnTo>
                <a:lnTo>
                  <a:pt x="770" y="2394"/>
                </a:lnTo>
                <a:lnTo>
                  <a:pt x="808" y="2412"/>
                </a:lnTo>
                <a:lnTo>
                  <a:pt x="848" y="2430"/>
                </a:lnTo>
                <a:lnTo>
                  <a:pt x="890" y="2446"/>
                </a:lnTo>
                <a:lnTo>
                  <a:pt x="930" y="2460"/>
                </a:lnTo>
                <a:lnTo>
                  <a:pt x="904" y="2560"/>
                </a:lnTo>
                <a:lnTo>
                  <a:pt x="1042" y="2596"/>
                </a:lnTo>
                <a:lnTo>
                  <a:pt x="1068" y="2498"/>
                </a:lnTo>
                <a:lnTo>
                  <a:pt x="1110" y="2504"/>
                </a:lnTo>
                <a:lnTo>
                  <a:pt x="1154" y="2512"/>
                </a:lnTo>
                <a:lnTo>
                  <a:pt x="1196" y="2516"/>
                </a:lnTo>
                <a:lnTo>
                  <a:pt x="1240" y="2520"/>
                </a:lnTo>
                <a:lnTo>
                  <a:pt x="1240" y="2622"/>
                </a:lnTo>
                <a:lnTo>
                  <a:pt x="1382" y="2622"/>
                </a:lnTo>
                <a:lnTo>
                  <a:pt x="1382" y="2520"/>
                </a:lnTo>
                <a:lnTo>
                  <a:pt x="1426" y="2516"/>
                </a:lnTo>
                <a:lnTo>
                  <a:pt x="1470" y="2512"/>
                </a:lnTo>
                <a:lnTo>
                  <a:pt x="1514" y="2504"/>
                </a:lnTo>
                <a:lnTo>
                  <a:pt x="1556" y="2498"/>
                </a:lnTo>
                <a:lnTo>
                  <a:pt x="1582" y="2596"/>
                </a:lnTo>
                <a:lnTo>
                  <a:pt x="1720" y="2560"/>
                </a:lnTo>
                <a:lnTo>
                  <a:pt x="1694" y="2460"/>
                </a:lnTo>
                <a:lnTo>
                  <a:pt x="1734" y="2446"/>
                </a:lnTo>
                <a:lnTo>
                  <a:pt x="1776" y="2430"/>
                </a:lnTo>
                <a:lnTo>
                  <a:pt x="1816" y="2412"/>
                </a:lnTo>
                <a:lnTo>
                  <a:pt x="1854" y="2394"/>
                </a:lnTo>
                <a:lnTo>
                  <a:pt x="1906" y="2482"/>
                </a:lnTo>
                <a:lnTo>
                  <a:pt x="2028" y="2412"/>
                </a:lnTo>
                <a:lnTo>
                  <a:pt x="1978" y="2322"/>
                </a:lnTo>
                <a:lnTo>
                  <a:pt x="2014" y="2298"/>
                </a:lnTo>
                <a:lnTo>
                  <a:pt x="2048" y="2272"/>
                </a:lnTo>
                <a:lnTo>
                  <a:pt x="2082" y="2244"/>
                </a:lnTo>
                <a:lnTo>
                  <a:pt x="2116" y="2216"/>
                </a:lnTo>
                <a:lnTo>
                  <a:pt x="2188" y="2288"/>
                </a:lnTo>
                <a:lnTo>
                  <a:pt x="2290" y="2188"/>
                </a:lnTo>
                <a:lnTo>
                  <a:pt x="2216" y="2116"/>
                </a:lnTo>
                <a:lnTo>
                  <a:pt x="2244" y="2082"/>
                </a:lnTo>
                <a:lnTo>
                  <a:pt x="2272" y="2048"/>
                </a:lnTo>
                <a:lnTo>
                  <a:pt x="2298" y="2014"/>
                </a:lnTo>
                <a:lnTo>
                  <a:pt x="2322" y="1978"/>
                </a:lnTo>
                <a:lnTo>
                  <a:pt x="2412" y="2028"/>
                </a:lnTo>
                <a:lnTo>
                  <a:pt x="2482" y="1906"/>
                </a:lnTo>
                <a:lnTo>
                  <a:pt x="2394" y="1854"/>
                </a:lnTo>
                <a:lnTo>
                  <a:pt x="2412" y="1814"/>
                </a:lnTo>
                <a:lnTo>
                  <a:pt x="2430" y="1774"/>
                </a:lnTo>
                <a:lnTo>
                  <a:pt x="2446" y="1734"/>
                </a:lnTo>
                <a:lnTo>
                  <a:pt x="2460" y="1692"/>
                </a:lnTo>
                <a:lnTo>
                  <a:pt x="2560" y="1720"/>
                </a:lnTo>
                <a:lnTo>
                  <a:pt x="2596" y="1582"/>
                </a:lnTo>
                <a:lnTo>
                  <a:pt x="2498" y="1556"/>
                </a:lnTo>
                <a:lnTo>
                  <a:pt x="2506" y="1512"/>
                </a:lnTo>
                <a:lnTo>
                  <a:pt x="2512" y="1470"/>
                </a:lnTo>
                <a:lnTo>
                  <a:pt x="2516" y="1426"/>
                </a:lnTo>
                <a:lnTo>
                  <a:pt x="2520" y="1382"/>
                </a:lnTo>
                <a:lnTo>
                  <a:pt x="2622" y="1382"/>
                </a:lnTo>
                <a:close/>
                <a:moveTo>
                  <a:pt x="1312" y="2420"/>
                </a:moveTo>
                <a:lnTo>
                  <a:pt x="1312" y="2420"/>
                </a:lnTo>
                <a:lnTo>
                  <a:pt x="1254" y="2420"/>
                </a:lnTo>
                <a:lnTo>
                  <a:pt x="1198" y="2416"/>
                </a:lnTo>
                <a:lnTo>
                  <a:pt x="1142" y="2408"/>
                </a:lnTo>
                <a:lnTo>
                  <a:pt x="1088" y="2398"/>
                </a:lnTo>
                <a:lnTo>
                  <a:pt x="1034" y="2386"/>
                </a:lnTo>
                <a:lnTo>
                  <a:pt x="982" y="2370"/>
                </a:lnTo>
                <a:lnTo>
                  <a:pt x="930" y="2354"/>
                </a:lnTo>
                <a:lnTo>
                  <a:pt x="880" y="2334"/>
                </a:lnTo>
                <a:lnTo>
                  <a:pt x="830" y="2312"/>
                </a:lnTo>
                <a:lnTo>
                  <a:pt x="782" y="2286"/>
                </a:lnTo>
                <a:lnTo>
                  <a:pt x="736" y="2260"/>
                </a:lnTo>
                <a:lnTo>
                  <a:pt x="692" y="2232"/>
                </a:lnTo>
                <a:lnTo>
                  <a:pt x="648" y="2200"/>
                </a:lnTo>
                <a:lnTo>
                  <a:pt x="606" y="2168"/>
                </a:lnTo>
                <a:lnTo>
                  <a:pt x="566" y="2132"/>
                </a:lnTo>
                <a:lnTo>
                  <a:pt x="528" y="2096"/>
                </a:lnTo>
                <a:lnTo>
                  <a:pt x="490" y="2058"/>
                </a:lnTo>
                <a:lnTo>
                  <a:pt x="456" y="2018"/>
                </a:lnTo>
                <a:lnTo>
                  <a:pt x="422" y="1976"/>
                </a:lnTo>
                <a:lnTo>
                  <a:pt x="392" y="1932"/>
                </a:lnTo>
                <a:lnTo>
                  <a:pt x="362" y="1886"/>
                </a:lnTo>
                <a:lnTo>
                  <a:pt x="336" y="1840"/>
                </a:lnTo>
                <a:lnTo>
                  <a:pt x="312" y="1792"/>
                </a:lnTo>
                <a:lnTo>
                  <a:pt x="290" y="1744"/>
                </a:lnTo>
                <a:lnTo>
                  <a:pt x="270" y="1692"/>
                </a:lnTo>
                <a:lnTo>
                  <a:pt x="252" y="1642"/>
                </a:lnTo>
                <a:lnTo>
                  <a:pt x="238" y="1588"/>
                </a:lnTo>
                <a:lnTo>
                  <a:pt x="224" y="1534"/>
                </a:lnTo>
                <a:lnTo>
                  <a:pt x="216" y="1480"/>
                </a:lnTo>
                <a:lnTo>
                  <a:pt x="208" y="1424"/>
                </a:lnTo>
                <a:lnTo>
                  <a:pt x="204" y="1368"/>
                </a:lnTo>
                <a:lnTo>
                  <a:pt x="202" y="1312"/>
                </a:lnTo>
                <a:lnTo>
                  <a:pt x="204" y="1254"/>
                </a:lnTo>
                <a:lnTo>
                  <a:pt x="208" y="1198"/>
                </a:lnTo>
                <a:lnTo>
                  <a:pt x="216" y="1142"/>
                </a:lnTo>
                <a:lnTo>
                  <a:pt x="224" y="1088"/>
                </a:lnTo>
                <a:lnTo>
                  <a:pt x="238" y="1034"/>
                </a:lnTo>
                <a:lnTo>
                  <a:pt x="252" y="982"/>
                </a:lnTo>
                <a:lnTo>
                  <a:pt x="270" y="930"/>
                </a:lnTo>
                <a:lnTo>
                  <a:pt x="290" y="880"/>
                </a:lnTo>
                <a:lnTo>
                  <a:pt x="312" y="830"/>
                </a:lnTo>
                <a:lnTo>
                  <a:pt x="336" y="782"/>
                </a:lnTo>
                <a:lnTo>
                  <a:pt x="362" y="736"/>
                </a:lnTo>
                <a:lnTo>
                  <a:pt x="392" y="692"/>
                </a:lnTo>
                <a:lnTo>
                  <a:pt x="422" y="648"/>
                </a:lnTo>
                <a:lnTo>
                  <a:pt x="456" y="606"/>
                </a:lnTo>
                <a:lnTo>
                  <a:pt x="490" y="566"/>
                </a:lnTo>
                <a:lnTo>
                  <a:pt x="528" y="526"/>
                </a:lnTo>
                <a:lnTo>
                  <a:pt x="566" y="490"/>
                </a:lnTo>
                <a:lnTo>
                  <a:pt x="606" y="456"/>
                </a:lnTo>
                <a:lnTo>
                  <a:pt x="648" y="422"/>
                </a:lnTo>
                <a:lnTo>
                  <a:pt x="692" y="392"/>
                </a:lnTo>
                <a:lnTo>
                  <a:pt x="736" y="362"/>
                </a:lnTo>
                <a:lnTo>
                  <a:pt x="782" y="336"/>
                </a:lnTo>
                <a:lnTo>
                  <a:pt x="830" y="312"/>
                </a:lnTo>
                <a:lnTo>
                  <a:pt x="880" y="290"/>
                </a:lnTo>
                <a:lnTo>
                  <a:pt x="930" y="270"/>
                </a:lnTo>
                <a:lnTo>
                  <a:pt x="982" y="252"/>
                </a:lnTo>
                <a:lnTo>
                  <a:pt x="1034" y="236"/>
                </a:lnTo>
                <a:lnTo>
                  <a:pt x="1088" y="224"/>
                </a:lnTo>
                <a:lnTo>
                  <a:pt x="1142" y="214"/>
                </a:lnTo>
                <a:lnTo>
                  <a:pt x="1198" y="208"/>
                </a:lnTo>
                <a:lnTo>
                  <a:pt x="1254" y="204"/>
                </a:lnTo>
                <a:lnTo>
                  <a:pt x="1312" y="202"/>
                </a:lnTo>
                <a:lnTo>
                  <a:pt x="1368" y="204"/>
                </a:lnTo>
                <a:lnTo>
                  <a:pt x="1426" y="208"/>
                </a:lnTo>
                <a:lnTo>
                  <a:pt x="1480" y="214"/>
                </a:lnTo>
                <a:lnTo>
                  <a:pt x="1536" y="224"/>
                </a:lnTo>
                <a:lnTo>
                  <a:pt x="1588" y="236"/>
                </a:lnTo>
                <a:lnTo>
                  <a:pt x="1642" y="252"/>
                </a:lnTo>
                <a:lnTo>
                  <a:pt x="1694" y="270"/>
                </a:lnTo>
                <a:lnTo>
                  <a:pt x="1744" y="290"/>
                </a:lnTo>
                <a:lnTo>
                  <a:pt x="1792" y="312"/>
                </a:lnTo>
                <a:lnTo>
                  <a:pt x="1840" y="336"/>
                </a:lnTo>
                <a:lnTo>
                  <a:pt x="1886" y="362"/>
                </a:lnTo>
                <a:lnTo>
                  <a:pt x="1932" y="392"/>
                </a:lnTo>
                <a:lnTo>
                  <a:pt x="1976" y="422"/>
                </a:lnTo>
                <a:lnTo>
                  <a:pt x="2018" y="456"/>
                </a:lnTo>
                <a:lnTo>
                  <a:pt x="2058" y="490"/>
                </a:lnTo>
                <a:lnTo>
                  <a:pt x="2096" y="526"/>
                </a:lnTo>
                <a:lnTo>
                  <a:pt x="2132" y="566"/>
                </a:lnTo>
                <a:lnTo>
                  <a:pt x="2168" y="606"/>
                </a:lnTo>
                <a:lnTo>
                  <a:pt x="2200" y="648"/>
                </a:lnTo>
                <a:lnTo>
                  <a:pt x="2232" y="692"/>
                </a:lnTo>
                <a:lnTo>
                  <a:pt x="2260" y="736"/>
                </a:lnTo>
                <a:lnTo>
                  <a:pt x="2288" y="782"/>
                </a:lnTo>
                <a:lnTo>
                  <a:pt x="2312" y="830"/>
                </a:lnTo>
                <a:lnTo>
                  <a:pt x="2334" y="880"/>
                </a:lnTo>
                <a:lnTo>
                  <a:pt x="2354" y="930"/>
                </a:lnTo>
                <a:lnTo>
                  <a:pt x="2372" y="982"/>
                </a:lnTo>
                <a:lnTo>
                  <a:pt x="2386" y="1034"/>
                </a:lnTo>
                <a:lnTo>
                  <a:pt x="2398" y="1088"/>
                </a:lnTo>
                <a:lnTo>
                  <a:pt x="2408" y="1142"/>
                </a:lnTo>
                <a:lnTo>
                  <a:pt x="2416" y="1198"/>
                </a:lnTo>
                <a:lnTo>
                  <a:pt x="2420" y="1254"/>
                </a:lnTo>
                <a:lnTo>
                  <a:pt x="2422" y="1312"/>
                </a:lnTo>
                <a:lnTo>
                  <a:pt x="2420" y="1368"/>
                </a:lnTo>
                <a:lnTo>
                  <a:pt x="2416" y="1424"/>
                </a:lnTo>
                <a:lnTo>
                  <a:pt x="2408" y="1480"/>
                </a:lnTo>
                <a:lnTo>
                  <a:pt x="2398" y="1534"/>
                </a:lnTo>
                <a:lnTo>
                  <a:pt x="2386" y="1588"/>
                </a:lnTo>
                <a:lnTo>
                  <a:pt x="2372" y="1642"/>
                </a:lnTo>
                <a:lnTo>
                  <a:pt x="2354" y="1692"/>
                </a:lnTo>
                <a:lnTo>
                  <a:pt x="2334" y="1744"/>
                </a:lnTo>
                <a:lnTo>
                  <a:pt x="2312" y="1792"/>
                </a:lnTo>
                <a:lnTo>
                  <a:pt x="2288" y="1840"/>
                </a:lnTo>
                <a:lnTo>
                  <a:pt x="2260" y="1886"/>
                </a:lnTo>
                <a:lnTo>
                  <a:pt x="2232" y="1932"/>
                </a:lnTo>
                <a:lnTo>
                  <a:pt x="2200" y="1976"/>
                </a:lnTo>
                <a:lnTo>
                  <a:pt x="2168" y="2018"/>
                </a:lnTo>
                <a:lnTo>
                  <a:pt x="2132" y="2058"/>
                </a:lnTo>
                <a:lnTo>
                  <a:pt x="2096" y="2096"/>
                </a:lnTo>
                <a:lnTo>
                  <a:pt x="2058" y="2132"/>
                </a:lnTo>
                <a:lnTo>
                  <a:pt x="2018" y="2168"/>
                </a:lnTo>
                <a:lnTo>
                  <a:pt x="1976" y="2200"/>
                </a:lnTo>
                <a:lnTo>
                  <a:pt x="1932" y="2232"/>
                </a:lnTo>
                <a:lnTo>
                  <a:pt x="1886" y="2260"/>
                </a:lnTo>
                <a:lnTo>
                  <a:pt x="1840" y="2286"/>
                </a:lnTo>
                <a:lnTo>
                  <a:pt x="1792" y="2312"/>
                </a:lnTo>
                <a:lnTo>
                  <a:pt x="1744" y="2334"/>
                </a:lnTo>
                <a:lnTo>
                  <a:pt x="1694" y="2354"/>
                </a:lnTo>
                <a:lnTo>
                  <a:pt x="1642" y="2370"/>
                </a:lnTo>
                <a:lnTo>
                  <a:pt x="1588" y="2386"/>
                </a:lnTo>
                <a:lnTo>
                  <a:pt x="1536" y="2398"/>
                </a:lnTo>
                <a:lnTo>
                  <a:pt x="1480" y="2408"/>
                </a:lnTo>
                <a:lnTo>
                  <a:pt x="1426" y="2416"/>
                </a:lnTo>
                <a:lnTo>
                  <a:pt x="1368" y="2420"/>
                </a:lnTo>
                <a:lnTo>
                  <a:pt x="1312" y="2420"/>
                </a:lnTo>
                <a:close/>
              </a:path>
            </a:pathLst>
          </a:custGeom>
          <a:solidFill>
            <a:srgbClr val="808080">
              <a:alpha val="79999"/>
            </a:srgbClr>
          </a:solidFill>
          <a:ln>
            <a:noFill/>
          </a:ln>
          <a:extLst>
            <a:ext uri="{91240B29-F687-4F45-9708-019B960494DF}">
              <a14:hiddenLine xmlns:a14="http://schemas.microsoft.com/office/drawing/2010/main" w="19050" cap="rnd">
                <a:solidFill>
                  <a:srgbClr val="000000"/>
                </a:solidFill>
                <a:prstDash val="sysDot"/>
                <a:round/>
                <a:headEnd/>
                <a:tailEnd/>
              </a14:hiddenLine>
            </a:ext>
          </a:extLst>
        </p:spPr>
        <p:txBody>
          <a:bodyPr wrap="none" anchor="ctr"/>
          <a:lstStyle/>
          <a:p>
            <a:endParaRPr lang="zh-CN" altLang="en-US">
              <a:solidFill>
                <a:prstClr val="black"/>
              </a:solidFill>
            </a:endParaRPr>
          </a:p>
        </p:txBody>
      </p:sp>
      <p:sp>
        <p:nvSpPr>
          <p:cNvPr id="28" name="Oval 676"/>
          <p:cNvSpPr>
            <a:spLocks noChangeArrowheads="1"/>
          </p:cNvSpPr>
          <p:nvPr/>
        </p:nvSpPr>
        <p:spPr bwMode="auto">
          <a:xfrm rot="21275257">
            <a:off x="4093863" y="1577508"/>
            <a:ext cx="2695575" cy="2693988"/>
          </a:xfrm>
          <a:prstGeom prst="ellipse">
            <a:avLst/>
          </a:prstGeom>
          <a:gradFill rotWithShape="1">
            <a:gsLst>
              <a:gs pos="0">
                <a:srgbClr val="F69D26"/>
              </a:gs>
              <a:gs pos="100000">
                <a:srgbClr val="CA811F"/>
              </a:gs>
            </a:gsLst>
            <a:lin ang="5400000" scaled="1"/>
          </a:gradFill>
          <a:ln>
            <a:noFill/>
          </a:ln>
          <a:extLst>
            <a:ext uri="{91240B29-F687-4F45-9708-019B960494DF}">
              <a14:hiddenLine xmlns:a14="http://schemas.microsoft.com/office/drawing/2010/main" w="19050" algn="ctr">
                <a:solidFill>
                  <a:srgbClr val="000000"/>
                </a:solidFill>
                <a:round/>
                <a:headEnd/>
                <a:tailEnd/>
              </a14:hiddenLine>
            </a:ext>
          </a:extLst>
        </p:spPr>
        <p:txBody>
          <a:bodyPr wrap="none" anchor="ctr"/>
          <a:lstStyle>
            <a:lvl1pPr eaLnBrk="0" hangingPunct="0">
              <a:defRPr kumimoji="1">
                <a:solidFill>
                  <a:schemeClr val="tx1"/>
                </a:solidFill>
                <a:latin typeface="굴림" panose="020B0600000101010101" pitchFamily="34" charset="-127"/>
                <a:ea typeface="굴림" panose="020B0600000101010101" pitchFamily="34" charset="-127"/>
              </a:defRPr>
            </a:lvl1pPr>
            <a:lvl2pPr marL="742950" indent="-285750" eaLnBrk="0" hangingPunct="0">
              <a:defRPr kumimoji="1">
                <a:solidFill>
                  <a:schemeClr val="tx1"/>
                </a:solidFill>
                <a:latin typeface="굴림" panose="020B0600000101010101" pitchFamily="34" charset="-127"/>
                <a:ea typeface="굴림" panose="020B0600000101010101" pitchFamily="34" charset="-127"/>
              </a:defRPr>
            </a:lvl2pPr>
            <a:lvl3pPr marL="1143000" indent="-228600" eaLnBrk="0" hangingPunct="0">
              <a:defRPr kumimoji="1">
                <a:solidFill>
                  <a:schemeClr val="tx1"/>
                </a:solidFill>
                <a:latin typeface="굴림" panose="020B0600000101010101" pitchFamily="34" charset="-127"/>
                <a:ea typeface="굴림" panose="020B0600000101010101" pitchFamily="34" charset="-127"/>
              </a:defRPr>
            </a:lvl3pPr>
            <a:lvl4pPr marL="1600200" indent="-228600" eaLnBrk="0" hangingPunct="0">
              <a:defRPr kumimoji="1">
                <a:solidFill>
                  <a:schemeClr val="tx1"/>
                </a:solidFill>
                <a:latin typeface="굴림" panose="020B0600000101010101" pitchFamily="34" charset="-127"/>
                <a:ea typeface="굴림" panose="020B0600000101010101" pitchFamily="34" charset="-127"/>
              </a:defRPr>
            </a:lvl4pPr>
            <a:lvl5pPr marL="2057400" indent="-228600" eaLnBrk="0" hangingPunct="0">
              <a:defRPr kumimoji="1">
                <a:solidFill>
                  <a:schemeClr val="tx1"/>
                </a:solidFill>
                <a:latin typeface="굴림" panose="020B0600000101010101" pitchFamily="34" charset="-127"/>
                <a:ea typeface="굴림" panose="020B0600000101010101" pitchFamily="34" charset="-127"/>
              </a:defRPr>
            </a:lvl5pPr>
            <a:lvl6pPr marL="2514600" indent="-228600" eaLnBrk="0" fontAlgn="base" latinLnBrk="1" hangingPunct="0">
              <a:spcBef>
                <a:spcPct val="0"/>
              </a:spcBef>
              <a:spcAft>
                <a:spcPct val="0"/>
              </a:spcAft>
              <a:defRPr kumimoji="1">
                <a:solidFill>
                  <a:schemeClr val="tx1"/>
                </a:solidFill>
                <a:latin typeface="굴림" panose="020B0600000101010101" pitchFamily="34" charset="-127"/>
                <a:ea typeface="굴림" panose="020B0600000101010101" pitchFamily="34" charset="-127"/>
              </a:defRPr>
            </a:lvl6pPr>
            <a:lvl7pPr marL="2971800" indent="-228600" eaLnBrk="0" fontAlgn="base" latinLnBrk="1" hangingPunct="0">
              <a:spcBef>
                <a:spcPct val="0"/>
              </a:spcBef>
              <a:spcAft>
                <a:spcPct val="0"/>
              </a:spcAft>
              <a:defRPr kumimoji="1">
                <a:solidFill>
                  <a:schemeClr val="tx1"/>
                </a:solidFill>
                <a:latin typeface="굴림" panose="020B0600000101010101" pitchFamily="34" charset="-127"/>
                <a:ea typeface="굴림" panose="020B0600000101010101" pitchFamily="34" charset="-127"/>
              </a:defRPr>
            </a:lvl7pPr>
            <a:lvl8pPr marL="3429000" indent="-228600" eaLnBrk="0" fontAlgn="base" latinLnBrk="1" hangingPunct="0">
              <a:spcBef>
                <a:spcPct val="0"/>
              </a:spcBef>
              <a:spcAft>
                <a:spcPct val="0"/>
              </a:spcAft>
              <a:defRPr kumimoji="1">
                <a:solidFill>
                  <a:schemeClr val="tx1"/>
                </a:solidFill>
                <a:latin typeface="굴림" panose="020B0600000101010101" pitchFamily="34" charset="-127"/>
                <a:ea typeface="굴림" panose="020B0600000101010101" pitchFamily="34" charset="-127"/>
              </a:defRPr>
            </a:lvl8pPr>
            <a:lvl9pPr marL="3886200" indent="-228600" eaLnBrk="0" fontAlgn="base" latinLnBrk="1" hangingPunct="0">
              <a:spcBef>
                <a:spcPct val="0"/>
              </a:spcBef>
              <a:spcAft>
                <a:spcPct val="0"/>
              </a:spcAft>
              <a:defRPr kumimoji="1">
                <a:solidFill>
                  <a:schemeClr val="tx1"/>
                </a:solidFill>
                <a:latin typeface="굴림" panose="020B0600000101010101" pitchFamily="34" charset="-127"/>
                <a:ea typeface="굴림" panose="020B0600000101010101" pitchFamily="34" charset="-127"/>
              </a:defRPr>
            </a:lvl9pPr>
          </a:lstStyle>
          <a:p>
            <a:pPr eaLnBrk="1" hangingPunct="1"/>
            <a:endParaRPr lang="ko-KR" altLang="en-US">
              <a:solidFill>
                <a:prstClr val="black"/>
              </a:solidFill>
            </a:endParaRPr>
          </a:p>
        </p:txBody>
      </p:sp>
      <p:sp>
        <p:nvSpPr>
          <p:cNvPr id="29" name="Oval 677"/>
          <p:cNvSpPr>
            <a:spLocks noChangeArrowheads="1"/>
          </p:cNvSpPr>
          <p:nvPr/>
        </p:nvSpPr>
        <p:spPr bwMode="auto">
          <a:xfrm rot="21275257">
            <a:off x="7403800" y="1555283"/>
            <a:ext cx="1801813" cy="1801813"/>
          </a:xfrm>
          <a:prstGeom prst="ellipse">
            <a:avLst/>
          </a:prstGeom>
          <a:gradFill rotWithShape="1">
            <a:gsLst>
              <a:gs pos="0">
                <a:srgbClr val="945803"/>
              </a:gs>
              <a:gs pos="100000">
                <a:srgbClr val="794802"/>
              </a:gs>
            </a:gsLst>
            <a:lin ang="5400000" scaled="1"/>
          </a:gradFill>
          <a:ln>
            <a:noFill/>
          </a:ln>
          <a:extLst>
            <a:ext uri="{91240B29-F687-4F45-9708-019B960494DF}">
              <a14:hiddenLine xmlns:a14="http://schemas.microsoft.com/office/drawing/2010/main" w="19050" algn="ctr">
                <a:solidFill>
                  <a:srgbClr val="000000"/>
                </a:solidFill>
                <a:round/>
                <a:headEnd/>
                <a:tailEnd/>
              </a14:hiddenLine>
            </a:ext>
          </a:extLst>
        </p:spPr>
        <p:txBody>
          <a:bodyPr wrap="none" anchor="ctr"/>
          <a:lstStyle>
            <a:lvl1pPr eaLnBrk="0" hangingPunct="0">
              <a:defRPr kumimoji="1">
                <a:solidFill>
                  <a:schemeClr val="tx1"/>
                </a:solidFill>
                <a:latin typeface="굴림" panose="020B0600000101010101" pitchFamily="34" charset="-127"/>
                <a:ea typeface="굴림" panose="020B0600000101010101" pitchFamily="34" charset="-127"/>
              </a:defRPr>
            </a:lvl1pPr>
            <a:lvl2pPr marL="742950" indent="-285750" eaLnBrk="0" hangingPunct="0">
              <a:defRPr kumimoji="1">
                <a:solidFill>
                  <a:schemeClr val="tx1"/>
                </a:solidFill>
                <a:latin typeface="굴림" panose="020B0600000101010101" pitchFamily="34" charset="-127"/>
                <a:ea typeface="굴림" panose="020B0600000101010101" pitchFamily="34" charset="-127"/>
              </a:defRPr>
            </a:lvl2pPr>
            <a:lvl3pPr marL="1143000" indent="-228600" eaLnBrk="0" hangingPunct="0">
              <a:defRPr kumimoji="1">
                <a:solidFill>
                  <a:schemeClr val="tx1"/>
                </a:solidFill>
                <a:latin typeface="굴림" panose="020B0600000101010101" pitchFamily="34" charset="-127"/>
                <a:ea typeface="굴림" panose="020B0600000101010101" pitchFamily="34" charset="-127"/>
              </a:defRPr>
            </a:lvl3pPr>
            <a:lvl4pPr marL="1600200" indent="-228600" eaLnBrk="0" hangingPunct="0">
              <a:defRPr kumimoji="1">
                <a:solidFill>
                  <a:schemeClr val="tx1"/>
                </a:solidFill>
                <a:latin typeface="굴림" panose="020B0600000101010101" pitchFamily="34" charset="-127"/>
                <a:ea typeface="굴림" panose="020B0600000101010101" pitchFamily="34" charset="-127"/>
              </a:defRPr>
            </a:lvl4pPr>
            <a:lvl5pPr marL="2057400" indent="-228600" eaLnBrk="0" hangingPunct="0">
              <a:defRPr kumimoji="1">
                <a:solidFill>
                  <a:schemeClr val="tx1"/>
                </a:solidFill>
                <a:latin typeface="굴림" panose="020B0600000101010101" pitchFamily="34" charset="-127"/>
                <a:ea typeface="굴림" panose="020B0600000101010101" pitchFamily="34" charset="-127"/>
              </a:defRPr>
            </a:lvl5pPr>
            <a:lvl6pPr marL="2514600" indent="-228600" eaLnBrk="0" fontAlgn="base" latinLnBrk="1" hangingPunct="0">
              <a:spcBef>
                <a:spcPct val="0"/>
              </a:spcBef>
              <a:spcAft>
                <a:spcPct val="0"/>
              </a:spcAft>
              <a:defRPr kumimoji="1">
                <a:solidFill>
                  <a:schemeClr val="tx1"/>
                </a:solidFill>
                <a:latin typeface="굴림" panose="020B0600000101010101" pitchFamily="34" charset="-127"/>
                <a:ea typeface="굴림" panose="020B0600000101010101" pitchFamily="34" charset="-127"/>
              </a:defRPr>
            </a:lvl6pPr>
            <a:lvl7pPr marL="2971800" indent="-228600" eaLnBrk="0" fontAlgn="base" latinLnBrk="1" hangingPunct="0">
              <a:spcBef>
                <a:spcPct val="0"/>
              </a:spcBef>
              <a:spcAft>
                <a:spcPct val="0"/>
              </a:spcAft>
              <a:defRPr kumimoji="1">
                <a:solidFill>
                  <a:schemeClr val="tx1"/>
                </a:solidFill>
                <a:latin typeface="굴림" panose="020B0600000101010101" pitchFamily="34" charset="-127"/>
                <a:ea typeface="굴림" panose="020B0600000101010101" pitchFamily="34" charset="-127"/>
              </a:defRPr>
            </a:lvl7pPr>
            <a:lvl8pPr marL="3429000" indent="-228600" eaLnBrk="0" fontAlgn="base" latinLnBrk="1" hangingPunct="0">
              <a:spcBef>
                <a:spcPct val="0"/>
              </a:spcBef>
              <a:spcAft>
                <a:spcPct val="0"/>
              </a:spcAft>
              <a:defRPr kumimoji="1">
                <a:solidFill>
                  <a:schemeClr val="tx1"/>
                </a:solidFill>
                <a:latin typeface="굴림" panose="020B0600000101010101" pitchFamily="34" charset="-127"/>
                <a:ea typeface="굴림" panose="020B0600000101010101" pitchFamily="34" charset="-127"/>
              </a:defRPr>
            </a:lvl8pPr>
            <a:lvl9pPr marL="3886200" indent="-228600" eaLnBrk="0" fontAlgn="base" latinLnBrk="1" hangingPunct="0">
              <a:spcBef>
                <a:spcPct val="0"/>
              </a:spcBef>
              <a:spcAft>
                <a:spcPct val="0"/>
              </a:spcAft>
              <a:defRPr kumimoji="1">
                <a:solidFill>
                  <a:schemeClr val="tx1"/>
                </a:solidFill>
                <a:latin typeface="굴림" panose="020B0600000101010101" pitchFamily="34" charset="-127"/>
                <a:ea typeface="굴림" panose="020B0600000101010101" pitchFamily="34" charset="-127"/>
              </a:defRPr>
            </a:lvl9pPr>
          </a:lstStyle>
          <a:p>
            <a:pPr eaLnBrk="1" hangingPunct="1"/>
            <a:endParaRPr lang="ko-KR" altLang="en-US">
              <a:solidFill>
                <a:prstClr val="black"/>
              </a:solidFill>
            </a:endParaRPr>
          </a:p>
        </p:txBody>
      </p:sp>
      <p:sp>
        <p:nvSpPr>
          <p:cNvPr id="30" name="Freeform 679"/>
          <p:cNvSpPr>
            <a:spLocks noEditPoints="1"/>
          </p:cNvSpPr>
          <p:nvPr/>
        </p:nvSpPr>
        <p:spPr bwMode="auto">
          <a:xfrm rot="21275257">
            <a:off x="8480125" y="3238033"/>
            <a:ext cx="2303463" cy="2305050"/>
          </a:xfrm>
          <a:custGeom>
            <a:avLst/>
            <a:gdLst>
              <a:gd name="T0" fmla="*/ 2163936 w 1816"/>
              <a:gd name="T1" fmla="*/ 1005286 h 1816"/>
              <a:gd name="T2" fmla="*/ 2179157 w 1816"/>
              <a:gd name="T3" fmla="*/ 627035 h 1816"/>
              <a:gd name="T4" fmla="*/ 1968598 w 1816"/>
              <a:gd name="T5" fmla="*/ 538183 h 1816"/>
              <a:gd name="T6" fmla="*/ 1808777 w 1816"/>
              <a:gd name="T7" fmla="*/ 368097 h 1816"/>
              <a:gd name="T8" fmla="*/ 1674323 w 1816"/>
              <a:gd name="T9" fmla="*/ 121853 h 1816"/>
              <a:gd name="T10" fmla="*/ 1352143 w 1816"/>
              <a:gd name="T11" fmla="*/ 147239 h 1816"/>
              <a:gd name="T12" fmla="*/ 1060405 w 1816"/>
              <a:gd name="T13" fmla="*/ 132007 h 1816"/>
              <a:gd name="T14" fmla="*/ 844772 w 1816"/>
              <a:gd name="T15" fmla="*/ 175163 h 1816"/>
              <a:gd name="T16" fmla="*/ 629140 w 1816"/>
              <a:gd name="T17" fmla="*/ 271630 h 1816"/>
              <a:gd name="T18" fmla="*/ 273980 w 1816"/>
              <a:gd name="T19" fmla="*/ 401099 h 1816"/>
              <a:gd name="T20" fmla="*/ 271443 w 1816"/>
              <a:gd name="T21" fmla="*/ 629573 h 1816"/>
              <a:gd name="T22" fmla="*/ 175043 w 1816"/>
              <a:gd name="T23" fmla="*/ 845354 h 1816"/>
              <a:gd name="T24" fmla="*/ 0 w 1816"/>
              <a:gd name="T25" fmla="*/ 1061135 h 1816"/>
              <a:gd name="T26" fmla="*/ 147138 w 1816"/>
              <a:gd name="T27" fmla="*/ 1353075 h 1816"/>
              <a:gd name="T28" fmla="*/ 243538 w 1816"/>
              <a:gd name="T29" fmla="*/ 1624705 h 1816"/>
              <a:gd name="T30" fmla="*/ 365307 w 1816"/>
              <a:gd name="T31" fmla="*/ 1810023 h 1816"/>
              <a:gd name="T32" fmla="*/ 537813 w 1816"/>
              <a:gd name="T33" fmla="*/ 1972493 h 1816"/>
              <a:gd name="T34" fmla="*/ 794035 w 1816"/>
              <a:gd name="T35" fmla="*/ 2251739 h 1816"/>
              <a:gd name="T36" fmla="*/ 1004594 w 1816"/>
              <a:gd name="T37" fmla="*/ 2165427 h 1816"/>
              <a:gd name="T38" fmla="*/ 1240521 w 1816"/>
              <a:gd name="T39" fmla="*/ 2173043 h 1816"/>
              <a:gd name="T40" fmla="*/ 1506891 w 1816"/>
              <a:gd name="T41" fmla="*/ 2251739 h 1816"/>
              <a:gd name="T42" fmla="*/ 1719987 w 1816"/>
              <a:gd name="T43" fmla="*/ 2002956 h 1816"/>
              <a:gd name="T44" fmla="*/ 1935619 w 1816"/>
              <a:gd name="T45" fmla="*/ 1810023 h 1816"/>
              <a:gd name="T46" fmla="*/ 2057388 w 1816"/>
              <a:gd name="T47" fmla="*/ 1624705 h 1816"/>
              <a:gd name="T48" fmla="*/ 2141104 w 1816"/>
              <a:gd name="T49" fmla="*/ 1406385 h 1816"/>
              <a:gd name="T50" fmla="*/ 1151732 w 1816"/>
              <a:gd name="T51" fmla="*/ 2048651 h 1816"/>
              <a:gd name="T52" fmla="*/ 971615 w 1816"/>
              <a:gd name="T53" fmla="*/ 2030881 h 1816"/>
              <a:gd name="T54" fmla="*/ 763593 w 1816"/>
              <a:gd name="T55" fmla="*/ 1959800 h 1816"/>
              <a:gd name="T56" fmla="*/ 580939 w 1816"/>
              <a:gd name="T57" fmla="*/ 1843025 h 1816"/>
              <a:gd name="T58" fmla="*/ 433802 w 1816"/>
              <a:gd name="T59" fmla="*/ 1688170 h 1816"/>
              <a:gd name="T60" fmla="*/ 324717 w 1816"/>
              <a:gd name="T61" fmla="*/ 1500313 h 1816"/>
              <a:gd name="T62" fmla="*/ 266370 w 1816"/>
              <a:gd name="T63" fmla="*/ 1289609 h 1816"/>
              <a:gd name="T64" fmla="*/ 256222 w 1816"/>
              <a:gd name="T65" fmla="*/ 1106830 h 1816"/>
              <a:gd name="T66" fmla="*/ 296812 w 1816"/>
              <a:gd name="T67" fmla="*/ 885972 h 1816"/>
              <a:gd name="T68" fmla="*/ 385602 w 1816"/>
              <a:gd name="T69" fmla="*/ 687961 h 1816"/>
              <a:gd name="T70" fmla="*/ 517518 w 1816"/>
              <a:gd name="T71" fmla="*/ 517875 h 1816"/>
              <a:gd name="T72" fmla="*/ 687487 w 1816"/>
              <a:gd name="T73" fmla="*/ 385867 h 1816"/>
              <a:gd name="T74" fmla="*/ 885362 w 1816"/>
              <a:gd name="T75" fmla="*/ 297016 h 1816"/>
              <a:gd name="T76" fmla="*/ 1106068 w 1816"/>
              <a:gd name="T77" fmla="*/ 256399 h 1816"/>
              <a:gd name="T78" fmla="*/ 1286185 w 1816"/>
              <a:gd name="T79" fmla="*/ 266553 h 1816"/>
              <a:gd name="T80" fmla="*/ 1499280 w 1816"/>
              <a:gd name="T81" fmla="*/ 327480 h 1816"/>
              <a:gd name="T82" fmla="*/ 1687008 w 1816"/>
              <a:gd name="T83" fmla="*/ 434101 h 1816"/>
              <a:gd name="T84" fmla="*/ 1841756 w 1816"/>
              <a:gd name="T85" fmla="*/ 581340 h 1816"/>
              <a:gd name="T86" fmla="*/ 1958451 w 1816"/>
              <a:gd name="T87" fmla="*/ 764119 h 1816"/>
              <a:gd name="T88" fmla="*/ 2026946 w 1816"/>
              <a:gd name="T89" fmla="*/ 972284 h 1816"/>
              <a:gd name="T90" fmla="*/ 2047241 w 1816"/>
              <a:gd name="T91" fmla="*/ 1152525 h 1816"/>
              <a:gd name="T92" fmla="*/ 2019335 w 1816"/>
              <a:gd name="T93" fmla="*/ 1375922 h 1816"/>
              <a:gd name="T94" fmla="*/ 1938156 w 1816"/>
              <a:gd name="T95" fmla="*/ 1579010 h 1816"/>
              <a:gd name="T96" fmla="*/ 1813850 w 1816"/>
              <a:gd name="T97" fmla="*/ 1754174 h 1816"/>
              <a:gd name="T98" fmla="*/ 1651492 w 1816"/>
              <a:gd name="T99" fmla="*/ 1893797 h 1816"/>
              <a:gd name="T100" fmla="*/ 1458691 w 1816"/>
              <a:gd name="T101" fmla="*/ 1992802 h 1816"/>
              <a:gd name="T102" fmla="*/ 1243058 w 1816"/>
              <a:gd name="T103" fmla="*/ 2043574 h 181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816"/>
              <a:gd name="T157" fmla="*/ 0 h 1816"/>
              <a:gd name="T158" fmla="*/ 1816 w 1816"/>
              <a:gd name="T159" fmla="*/ 1816 h 181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816" h="1816">
                <a:moveTo>
                  <a:pt x="1816" y="978"/>
                </a:moveTo>
                <a:lnTo>
                  <a:pt x="1816" y="836"/>
                </a:lnTo>
                <a:lnTo>
                  <a:pt x="1710" y="836"/>
                </a:lnTo>
                <a:lnTo>
                  <a:pt x="1706" y="792"/>
                </a:lnTo>
                <a:lnTo>
                  <a:pt x="1698" y="750"/>
                </a:lnTo>
                <a:lnTo>
                  <a:pt x="1688" y="708"/>
                </a:lnTo>
                <a:lnTo>
                  <a:pt x="1678" y="666"/>
                </a:lnTo>
                <a:lnTo>
                  <a:pt x="1774" y="626"/>
                </a:lnTo>
                <a:lnTo>
                  <a:pt x="1718" y="494"/>
                </a:lnTo>
                <a:lnTo>
                  <a:pt x="1622" y="534"/>
                </a:lnTo>
                <a:lnTo>
                  <a:pt x="1602" y="496"/>
                </a:lnTo>
                <a:lnTo>
                  <a:pt x="1578" y="460"/>
                </a:lnTo>
                <a:lnTo>
                  <a:pt x="1552" y="424"/>
                </a:lnTo>
                <a:lnTo>
                  <a:pt x="1526" y="390"/>
                </a:lnTo>
                <a:lnTo>
                  <a:pt x="1600" y="316"/>
                </a:lnTo>
                <a:lnTo>
                  <a:pt x="1498" y="216"/>
                </a:lnTo>
                <a:lnTo>
                  <a:pt x="1426" y="290"/>
                </a:lnTo>
                <a:lnTo>
                  <a:pt x="1392" y="262"/>
                </a:lnTo>
                <a:lnTo>
                  <a:pt x="1356" y="236"/>
                </a:lnTo>
                <a:lnTo>
                  <a:pt x="1318" y="214"/>
                </a:lnTo>
                <a:lnTo>
                  <a:pt x="1280" y="192"/>
                </a:lnTo>
                <a:lnTo>
                  <a:pt x="1320" y="96"/>
                </a:lnTo>
                <a:lnTo>
                  <a:pt x="1188" y="42"/>
                </a:lnTo>
                <a:lnTo>
                  <a:pt x="1150" y="138"/>
                </a:lnTo>
                <a:lnTo>
                  <a:pt x="1108" y="126"/>
                </a:lnTo>
                <a:lnTo>
                  <a:pt x="1066" y="116"/>
                </a:lnTo>
                <a:lnTo>
                  <a:pt x="1022" y="110"/>
                </a:lnTo>
                <a:lnTo>
                  <a:pt x="978" y="104"/>
                </a:lnTo>
                <a:lnTo>
                  <a:pt x="978" y="0"/>
                </a:lnTo>
                <a:lnTo>
                  <a:pt x="836" y="0"/>
                </a:lnTo>
                <a:lnTo>
                  <a:pt x="836" y="104"/>
                </a:lnTo>
                <a:lnTo>
                  <a:pt x="792" y="110"/>
                </a:lnTo>
                <a:lnTo>
                  <a:pt x="750" y="116"/>
                </a:lnTo>
                <a:lnTo>
                  <a:pt x="706" y="126"/>
                </a:lnTo>
                <a:lnTo>
                  <a:pt x="666" y="138"/>
                </a:lnTo>
                <a:lnTo>
                  <a:pt x="626" y="42"/>
                </a:lnTo>
                <a:lnTo>
                  <a:pt x="494" y="96"/>
                </a:lnTo>
                <a:lnTo>
                  <a:pt x="534" y="192"/>
                </a:lnTo>
                <a:lnTo>
                  <a:pt x="496" y="214"/>
                </a:lnTo>
                <a:lnTo>
                  <a:pt x="460" y="236"/>
                </a:lnTo>
                <a:lnTo>
                  <a:pt x="424" y="262"/>
                </a:lnTo>
                <a:lnTo>
                  <a:pt x="390" y="290"/>
                </a:lnTo>
                <a:lnTo>
                  <a:pt x="316" y="216"/>
                </a:lnTo>
                <a:lnTo>
                  <a:pt x="216" y="316"/>
                </a:lnTo>
                <a:lnTo>
                  <a:pt x="288" y="390"/>
                </a:lnTo>
                <a:lnTo>
                  <a:pt x="262" y="424"/>
                </a:lnTo>
                <a:lnTo>
                  <a:pt x="236" y="460"/>
                </a:lnTo>
                <a:lnTo>
                  <a:pt x="214" y="496"/>
                </a:lnTo>
                <a:lnTo>
                  <a:pt x="192" y="534"/>
                </a:lnTo>
                <a:lnTo>
                  <a:pt x="96" y="494"/>
                </a:lnTo>
                <a:lnTo>
                  <a:pt x="42" y="626"/>
                </a:lnTo>
                <a:lnTo>
                  <a:pt x="138" y="666"/>
                </a:lnTo>
                <a:lnTo>
                  <a:pt x="126" y="708"/>
                </a:lnTo>
                <a:lnTo>
                  <a:pt x="116" y="750"/>
                </a:lnTo>
                <a:lnTo>
                  <a:pt x="108" y="792"/>
                </a:lnTo>
                <a:lnTo>
                  <a:pt x="104" y="836"/>
                </a:lnTo>
                <a:lnTo>
                  <a:pt x="0" y="836"/>
                </a:lnTo>
                <a:lnTo>
                  <a:pt x="0" y="978"/>
                </a:lnTo>
                <a:lnTo>
                  <a:pt x="104" y="978"/>
                </a:lnTo>
                <a:lnTo>
                  <a:pt x="108" y="1022"/>
                </a:lnTo>
                <a:lnTo>
                  <a:pt x="116" y="1066"/>
                </a:lnTo>
                <a:lnTo>
                  <a:pt x="126" y="1108"/>
                </a:lnTo>
                <a:lnTo>
                  <a:pt x="138" y="1150"/>
                </a:lnTo>
                <a:lnTo>
                  <a:pt x="42" y="1190"/>
                </a:lnTo>
                <a:lnTo>
                  <a:pt x="96" y="1320"/>
                </a:lnTo>
                <a:lnTo>
                  <a:pt x="192" y="1280"/>
                </a:lnTo>
                <a:lnTo>
                  <a:pt x="214" y="1320"/>
                </a:lnTo>
                <a:lnTo>
                  <a:pt x="236" y="1356"/>
                </a:lnTo>
                <a:lnTo>
                  <a:pt x="262" y="1392"/>
                </a:lnTo>
                <a:lnTo>
                  <a:pt x="288" y="1426"/>
                </a:lnTo>
                <a:lnTo>
                  <a:pt x="216" y="1500"/>
                </a:lnTo>
                <a:lnTo>
                  <a:pt x="316" y="1600"/>
                </a:lnTo>
                <a:lnTo>
                  <a:pt x="390" y="1526"/>
                </a:lnTo>
                <a:lnTo>
                  <a:pt x="424" y="1554"/>
                </a:lnTo>
                <a:lnTo>
                  <a:pt x="460" y="1578"/>
                </a:lnTo>
                <a:lnTo>
                  <a:pt x="496" y="1602"/>
                </a:lnTo>
                <a:lnTo>
                  <a:pt x="534" y="1622"/>
                </a:lnTo>
                <a:lnTo>
                  <a:pt x="494" y="1718"/>
                </a:lnTo>
                <a:lnTo>
                  <a:pt x="626" y="1774"/>
                </a:lnTo>
                <a:lnTo>
                  <a:pt x="666" y="1678"/>
                </a:lnTo>
                <a:lnTo>
                  <a:pt x="706" y="1690"/>
                </a:lnTo>
                <a:lnTo>
                  <a:pt x="750" y="1698"/>
                </a:lnTo>
                <a:lnTo>
                  <a:pt x="792" y="1706"/>
                </a:lnTo>
                <a:lnTo>
                  <a:pt x="836" y="1712"/>
                </a:lnTo>
                <a:lnTo>
                  <a:pt x="836" y="1816"/>
                </a:lnTo>
                <a:lnTo>
                  <a:pt x="978" y="1816"/>
                </a:lnTo>
                <a:lnTo>
                  <a:pt x="978" y="1712"/>
                </a:lnTo>
                <a:lnTo>
                  <a:pt x="1022" y="1706"/>
                </a:lnTo>
                <a:lnTo>
                  <a:pt x="1066" y="1698"/>
                </a:lnTo>
                <a:lnTo>
                  <a:pt x="1108" y="1690"/>
                </a:lnTo>
                <a:lnTo>
                  <a:pt x="1150" y="1678"/>
                </a:lnTo>
                <a:lnTo>
                  <a:pt x="1188" y="1774"/>
                </a:lnTo>
                <a:lnTo>
                  <a:pt x="1320" y="1718"/>
                </a:lnTo>
                <a:lnTo>
                  <a:pt x="1280" y="1622"/>
                </a:lnTo>
                <a:lnTo>
                  <a:pt x="1318" y="1602"/>
                </a:lnTo>
                <a:lnTo>
                  <a:pt x="1356" y="1578"/>
                </a:lnTo>
                <a:lnTo>
                  <a:pt x="1392" y="1554"/>
                </a:lnTo>
                <a:lnTo>
                  <a:pt x="1426" y="1526"/>
                </a:lnTo>
                <a:lnTo>
                  <a:pt x="1498" y="1600"/>
                </a:lnTo>
                <a:lnTo>
                  <a:pt x="1600" y="1500"/>
                </a:lnTo>
                <a:lnTo>
                  <a:pt x="1526" y="1426"/>
                </a:lnTo>
                <a:lnTo>
                  <a:pt x="1552" y="1392"/>
                </a:lnTo>
                <a:lnTo>
                  <a:pt x="1578" y="1356"/>
                </a:lnTo>
                <a:lnTo>
                  <a:pt x="1602" y="1320"/>
                </a:lnTo>
                <a:lnTo>
                  <a:pt x="1622" y="1280"/>
                </a:lnTo>
                <a:lnTo>
                  <a:pt x="1718" y="1320"/>
                </a:lnTo>
                <a:lnTo>
                  <a:pt x="1774" y="1190"/>
                </a:lnTo>
                <a:lnTo>
                  <a:pt x="1678" y="1150"/>
                </a:lnTo>
                <a:lnTo>
                  <a:pt x="1688" y="1108"/>
                </a:lnTo>
                <a:lnTo>
                  <a:pt x="1698" y="1066"/>
                </a:lnTo>
                <a:lnTo>
                  <a:pt x="1706" y="1022"/>
                </a:lnTo>
                <a:lnTo>
                  <a:pt x="1710" y="978"/>
                </a:lnTo>
                <a:lnTo>
                  <a:pt x="1816" y="978"/>
                </a:lnTo>
                <a:close/>
                <a:moveTo>
                  <a:pt x="908" y="1614"/>
                </a:moveTo>
                <a:lnTo>
                  <a:pt x="908" y="1614"/>
                </a:lnTo>
                <a:lnTo>
                  <a:pt x="872" y="1612"/>
                </a:lnTo>
                <a:lnTo>
                  <a:pt x="836" y="1610"/>
                </a:lnTo>
                <a:lnTo>
                  <a:pt x="800" y="1606"/>
                </a:lnTo>
                <a:lnTo>
                  <a:pt x="766" y="1600"/>
                </a:lnTo>
                <a:lnTo>
                  <a:pt x="730" y="1592"/>
                </a:lnTo>
                <a:lnTo>
                  <a:pt x="698" y="1582"/>
                </a:lnTo>
                <a:lnTo>
                  <a:pt x="664" y="1570"/>
                </a:lnTo>
                <a:lnTo>
                  <a:pt x="632" y="1558"/>
                </a:lnTo>
                <a:lnTo>
                  <a:pt x="602" y="1544"/>
                </a:lnTo>
                <a:lnTo>
                  <a:pt x="570" y="1528"/>
                </a:lnTo>
                <a:lnTo>
                  <a:pt x="542" y="1512"/>
                </a:lnTo>
                <a:lnTo>
                  <a:pt x="512" y="1492"/>
                </a:lnTo>
                <a:lnTo>
                  <a:pt x="484" y="1474"/>
                </a:lnTo>
                <a:lnTo>
                  <a:pt x="458" y="1452"/>
                </a:lnTo>
                <a:lnTo>
                  <a:pt x="432" y="1430"/>
                </a:lnTo>
                <a:lnTo>
                  <a:pt x="408" y="1406"/>
                </a:lnTo>
                <a:lnTo>
                  <a:pt x="384" y="1382"/>
                </a:lnTo>
                <a:lnTo>
                  <a:pt x="362" y="1356"/>
                </a:lnTo>
                <a:lnTo>
                  <a:pt x="342" y="1330"/>
                </a:lnTo>
                <a:lnTo>
                  <a:pt x="322" y="1302"/>
                </a:lnTo>
                <a:lnTo>
                  <a:pt x="304" y="1274"/>
                </a:lnTo>
                <a:lnTo>
                  <a:pt x="286" y="1244"/>
                </a:lnTo>
                <a:lnTo>
                  <a:pt x="272" y="1214"/>
                </a:lnTo>
                <a:lnTo>
                  <a:pt x="256" y="1182"/>
                </a:lnTo>
                <a:lnTo>
                  <a:pt x="244" y="1150"/>
                </a:lnTo>
                <a:lnTo>
                  <a:pt x="234" y="1118"/>
                </a:lnTo>
                <a:lnTo>
                  <a:pt x="224" y="1084"/>
                </a:lnTo>
                <a:lnTo>
                  <a:pt x="216" y="1050"/>
                </a:lnTo>
                <a:lnTo>
                  <a:pt x="210" y="1016"/>
                </a:lnTo>
                <a:lnTo>
                  <a:pt x="206" y="980"/>
                </a:lnTo>
                <a:lnTo>
                  <a:pt x="202" y="944"/>
                </a:lnTo>
                <a:lnTo>
                  <a:pt x="202" y="908"/>
                </a:lnTo>
                <a:lnTo>
                  <a:pt x="202" y="872"/>
                </a:lnTo>
                <a:lnTo>
                  <a:pt x="206" y="836"/>
                </a:lnTo>
                <a:lnTo>
                  <a:pt x="210" y="800"/>
                </a:lnTo>
                <a:lnTo>
                  <a:pt x="216" y="766"/>
                </a:lnTo>
                <a:lnTo>
                  <a:pt x="224" y="732"/>
                </a:lnTo>
                <a:lnTo>
                  <a:pt x="234" y="698"/>
                </a:lnTo>
                <a:lnTo>
                  <a:pt x="244" y="664"/>
                </a:lnTo>
                <a:lnTo>
                  <a:pt x="256" y="632"/>
                </a:lnTo>
                <a:lnTo>
                  <a:pt x="272" y="602"/>
                </a:lnTo>
                <a:lnTo>
                  <a:pt x="286" y="572"/>
                </a:lnTo>
                <a:lnTo>
                  <a:pt x="304" y="542"/>
                </a:lnTo>
                <a:lnTo>
                  <a:pt x="322" y="512"/>
                </a:lnTo>
                <a:lnTo>
                  <a:pt x="342" y="486"/>
                </a:lnTo>
                <a:lnTo>
                  <a:pt x="362" y="458"/>
                </a:lnTo>
                <a:lnTo>
                  <a:pt x="384" y="432"/>
                </a:lnTo>
                <a:lnTo>
                  <a:pt x="408" y="408"/>
                </a:lnTo>
                <a:lnTo>
                  <a:pt x="432" y="386"/>
                </a:lnTo>
                <a:lnTo>
                  <a:pt x="458" y="362"/>
                </a:lnTo>
                <a:lnTo>
                  <a:pt x="484" y="342"/>
                </a:lnTo>
                <a:lnTo>
                  <a:pt x="512" y="322"/>
                </a:lnTo>
                <a:lnTo>
                  <a:pt x="542" y="304"/>
                </a:lnTo>
                <a:lnTo>
                  <a:pt x="570" y="286"/>
                </a:lnTo>
                <a:lnTo>
                  <a:pt x="602" y="272"/>
                </a:lnTo>
                <a:lnTo>
                  <a:pt x="632" y="258"/>
                </a:lnTo>
                <a:lnTo>
                  <a:pt x="664" y="244"/>
                </a:lnTo>
                <a:lnTo>
                  <a:pt x="698" y="234"/>
                </a:lnTo>
                <a:lnTo>
                  <a:pt x="730" y="224"/>
                </a:lnTo>
                <a:lnTo>
                  <a:pt x="766" y="216"/>
                </a:lnTo>
                <a:lnTo>
                  <a:pt x="800" y="210"/>
                </a:lnTo>
                <a:lnTo>
                  <a:pt x="836" y="206"/>
                </a:lnTo>
                <a:lnTo>
                  <a:pt x="872" y="202"/>
                </a:lnTo>
                <a:lnTo>
                  <a:pt x="908" y="202"/>
                </a:lnTo>
                <a:lnTo>
                  <a:pt x="944" y="202"/>
                </a:lnTo>
                <a:lnTo>
                  <a:pt x="980" y="206"/>
                </a:lnTo>
                <a:lnTo>
                  <a:pt x="1014" y="210"/>
                </a:lnTo>
                <a:lnTo>
                  <a:pt x="1050" y="216"/>
                </a:lnTo>
                <a:lnTo>
                  <a:pt x="1084" y="224"/>
                </a:lnTo>
                <a:lnTo>
                  <a:pt x="1118" y="234"/>
                </a:lnTo>
                <a:lnTo>
                  <a:pt x="1150" y="244"/>
                </a:lnTo>
                <a:lnTo>
                  <a:pt x="1182" y="258"/>
                </a:lnTo>
                <a:lnTo>
                  <a:pt x="1214" y="272"/>
                </a:lnTo>
                <a:lnTo>
                  <a:pt x="1244" y="286"/>
                </a:lnTo>
                <a:lnTo>
                  <a:pt x="1274" y="304"/>
                </a:lnTo>
                <a:lnTo>
                  <a:pt x="1302" y="322"/>
                </a:lnTo>
                <a:lnTo>
                  <a:pt x="1330" y="342"/>
                </a:lnTo>
                <a:lnTo>
                  <a:pt x="1356" y="362"/>
                </a:lnTo>
                <a:lnTo>
                  <a:pt x="1382" y="386"/>
                </a:lnTo>
                <a:lnTo>
                  <a:pt x="1406" y="408"/>
                </a:lnTo>
                <a:lnTo>
                  <a:pt x="1430" y="432"/>
                </a:lnTo>
                <a:lnTo>
                  <a:pt x="1452" y="458"/>
                </a:lnTo>
                <a:lnTo>
                  <a:pt x="1474" y="486"/>
                </a:lnTo>
                <a:lnTo>
                  <a:pt x="1492" y="512"/>
                </a:lnTo>
                <a:lnTo>
                  <a:pt x="1512" y="542"/>
                </a:lnTo>
                <a:lnTo>
                  <a:pt x="1528" y="572"/>
                </a:lnTo>
                <a:lnTo>
                  <a:pt x="1544" y="602"/>
                </a:lnTo>
                <a:lnTo>
                  <a:pt x="1558" y="632"/>
                </a:lnTo>
                <a:lnTo>
                  <a:pt x="1570" y="664"/>
                </a:lnTo>
                <a:lnTo>
                  <a:pt x="1582" y="698"/>
                </a:lnTo>
                <a:lnTo>
                  <a:pt x="1592" y="732"/>
                </a:lnTo>
                <a:lnTo>
                  <a:pt x="1598" y="766"/>
                </a:lnTo>
                <a:lnTo>
                  <a:pt x="1606" y="800"/>
                </a:lnTo>
                <a:lnTo>
                  <a:pt x="1610" y="836"/>
                </a:lnTo>
                <a:lnTo>
                  <a:pt x="1612" y="872"/>
                </a:lnTo>
                <a:lnTo>
                  <a:pt x="1614" y="908"/>
                </a:lnTo>
                <a:lnTo>
                  <a:pt x="1612" y="944"/>
                </a:lnTo>
                <a:lnTo>
                  <a:pt x="1610" y="980"/>
                </a:lnTo>
                <a:lnTo>
                  <a:pt x="1606" y="1016"/>
                </a:lnTo>
                <a:lnTo>
                  <a:pt x="1598" y="1050"/>
                </a:lnTo>
                <a:lnTo>
                  <a:pt x="1592" y="1084"/>
                </a:lnTo>
                <a:lnTo>
                  <a:pt x="1582" y="1118"/>
                </a:lnTo>
                <a:lnTo>
                  <a:pt x="1570" y="1150"/>
                </a:lnTo>
                <a:lnTo>
                  <a:pt x="1558" y="1182"/>
                </a:lnTo>
                <a:lnTo>
                  <a:pt x="1544" y="1214"/>
                </a:lnTo>
                <a:lnTo>
                  <a:pt x="1528" y="1244"/>
                </a:lnTo>
                <a:lnTo>
                  <a:pt x="1512" y="1274"/>
                </a:lnTo>
                <a:lnTo>
                  <a:pt x="1492" y="1302"/>
                </a:lnTo>
                <a:lnTo>
                  <a:pt x="1474" y="1330"/>
                </a:lnTo>
                <a:lnTo>
                  <a:pt x="1452" y="1356"/>
                </a:lnTo>
                <a:lnTo>
                  <a:pt x="1430" y="1382"/>
                </a:lnTo>
                <a:lnTo>
                  <a:pt x="1406" y="1406"/>
                </a:lnTo>
                <a:lnTo>
                  <a:pt x="1382" y="1430"/>
                </a:lnTo>
                <a:lnTo>
                  <a:pt x="1356" y="1452"/>
                </a:lnTo>
                <a:lnTo>
                  <a:pt x="1330" y="1474"/>
                </a:lnTo>
                <a:lnTo>
                  <a:pt x="1302" y="1492"/>
                </a:lnTo>
                <a:lnTo>
                  <a:pt x="1274" y="1512"/>
                </a:lnTo>
                <a:lnTo>
                  <a:pt x="1244" y="1528"/>
                </a:lnTo>
                <a:lnTo>
                  <a:pt x="1214" y="1544"/>
                </a:lnTo>
                <a:lnTo>
                  <a:pt x="1182" y="1558"/>
                </a:lnTo>
                <a:lnTo>
                  <a:pt x="1150" y="1570"/>
                </a:lnTo>
                <a:lnTo>
                  <a:pt x="1118" y="1582"/>
                </a:lnTo>
                <a:lnTo>
                  <a:pt x="1084" y="1592"/>
                </a:lnTo>
                <a:lnTo>
                  <a:pt x="1050" y="1600"/>
                </a:lnTo>
                <a:lnTo>
                  <a:pt x="1014" y="1606"/>
                </a:lnTo>
                <a:lnTo>
                  <a:pt x="980" y="1610"/>
                </a:lnTo>
                <a:lnTo>
                  <a:pt x="944" y="1612"/>
                </a:lnTo>
                <a:lnTo>
                  <a:pt x="908" y="1614"/>
                </a:lnTo>
                <a:close/>
              </a:path>
            </a:pathLst>
          </a:custGeom>
          <a:solidFill>
            <a:srgbClr val="808080">
              <a:alpha val="79999"/>
            </a:srgbClr>
          </a:solidFill>
          <a:ln>
            <a:noFill/>
          </a:ln>
          <a:extLst>
            <a:ext uri="{91240B29-F687-4F45-9708-019B960494DF}">
              <a14:hiddenLine xmlns:a14="http://schemas.microsoft.com/office/drawing/2010/main" w="19050" cap="rnd">
                <a:solidFill>
                  <a:srgbClr val="000000"/>
                </a:solidFill>
                <a:prstDash val="sysDot"/>
                <a:round/>
                <a:headEnd/>
                <a:tailEnd/>
              </a14:hiddenLine>
            </a:ext>
          </a:extLst>
        </p:spPr>
        <p:txBody>
          <a:bodyPr wrap="none" anchor="ctr"/>
          <a:lstStyle/>
          <a:p>
            <a:endParaRPr lang="zh-CN" altLang="en-US">
              <a:solidFill>
                <a:prstClr val="black"/>
              </a:solidFill>
            </a:endParaRPr>
          </a:p>
        </p:txBody>
      </p:sp>
      <p:sp>
        <p:nvSpPr>
          <p:cNvPr id="31" name="Oval 680"/>
          <p:cNvSpPr>
            <a:spLocks noChangeArrowheads="1"/>
          </p:cNvSpPr>
          <p:nvPr/>
        </p:nvSpPr>
        <p:spPr bwMode="auto">
          <a:xfrm rot="21275257">
            <a:off x="8842075" y="3601571"/>
            <a:ext cx="1577975" cy="1577975"/>
          </a:xfrm>
          <a:prstGeom prst="ellipse">
            <a:avLst/>
          </a:prstGeom>
          <a:gradFill rotWithShape="1">
            <a:gsLst>
              <a:gs pos="0">
                <a:srgbClr val="0099CC"/>
              </a:gs>
              <a:gs pos="100000">
                <a:srgbClr val="007DA7"/>
              </a:gs>
            </a:gsLst>
            <a:lin ang="5400000" scaled="1"/>
          </a:gradFill>
          <a:ln>
            <a:noFill/>
          </a:ln>
          <a:extLst>
            <a:ext uri="{91240B29-F687-4F45-9708-019B960494DF}">
              <a14:hiddenLine xmlns:a14="http://schemas.microsoft.com/office/drawing/2010/main" w="19050" algn="ctr">
                <a:solidFill>
                  <a:srgbClr val="000000"/>
                </a:solidFill>
                <a:round/>
                <a:headEnd/>
                <a:tailEnd/>
              </a14:hiddenLine>
            </a:ext>
          </a:extLst>
        </p:spPr>
        <p:txBody>
          <a:bodyPr wrap="none" anchor="ctr"/>
          <a:lstStyle>
            <a:lvl1pPr eaLnBrk="0" hangingPunct="0">
              <a:defRPr kumimoji="1">
                <a:solidFill>
                  <a:schemeClr val="tx1"/>
                </a:solidFill>
                <a:latin typeface="굴림" panose="020B0600000101010101" pitchFamily="34" charset="-127"/>
                <a:ea typeface="굴림" panose="020B0600000101010101" pitchFamily="34" charset="-127"/>
              </a:defRPr>
            </a:lvl1pPr>
            <a:lvl2pPr marL="742950" indent="-285750" eaLnBrk="0" hangingPunct="0">
              <a:defRPr kumimoji="1">
                <a:solidFill>
                  <a:schemeClr val="tx1"/>
                </a:solidFill>
                <a:latin typeface="굴림" panose="020B0600000101010101" pitchFamily="34" charset="-127"/>
                <a:ea typeface="굴림" panose="020B0600000101010101" pitchFamily="34" charset="-127"/>
              </a:defRPr>
            </a:lvl2pPr>
            <a:lvl3pPr marL="1143000" indent="-228600" eaLnBrk="0" hangingPunct="0">
              <a:defRPr kumimoji="1">
                <a:solidFill>
                  <a:schemeClr val="tx1"/>
                </a:solidFill>
                <a:latin typeface="굴림" panose="020B0600000101010101" pitchFamily="34" charset="-127"/>
                <a:ea typeface="굴림" panose="020B0600000101010101" pitchFamily="34" charset="-127"/>
              </a:defRPr>
            </a:lvl3pPr>
            <a:lvl4pPr marL="1600200" indent="-228600" eaLnBrk="0" hangingPunct="0">
              <a:defRPr kumimoji="1">
                <a:solidFill>
                  <a:schemeClr val="tx1"/>
                </a:solidFill>
                <a:latin typeface="굴림" panose="020B0600000101010101" pitchFamily="34" charset="-127"/>
                <a:ea typeface="굴림" panose="020B0600000101010101" pitchFamily="34" charset="-127"/>
              </a:defRPr>
            </a:lvl4pPr>
            <a:lvl5pPr marL="2057400" indent="-228600" eaLnBrk="0" hangingPunct="0">
              <a:defRPr kumimoji="1">
                <a:solidFill>
                  <a:schemeClr val="tx1"/>
                </a:solidFill>
                <a:latin typeface="굴림" panose="020B0600000101010101" pitchFamily="34" charset="-127"/>
                <a:ea typeface="굴림" panose="020B0600000101010101" pitchFamily="34" charset="-127"/>
              </a:defRPr>
            </a:lvl5pPr>
            <a:lvl6pPr marL="2514600" indent="-228600" eaLnBrk="0" fontAlgn="base" latinLnBrk="1" hangingPunct="0">
              <a:spcBef>
                <a:spcPct val="0"/>
              </a:spcBef>
              <a:spcAft>
                <a:spcPct val="0"/>
              </a:spcAft>
              <a:defRPr kumimoji="1">
                <a:solidFill>
                  <a:schemeClr val="tx1"/>
                </a:solidFill>
                <a:latin typeface="굴림" panose="020B0600000101010101" pitchFamily="34" charset="-127"/>
                <a:ea typeface="굴림" panose="020B0600000101010101" pitchFamily="34" charset="-127"/>
              </a:defRPr>
            </a:lvl6pPr>
            <a:lvl7pPr marL="2971800" indent="-228600" eaLnBrk="0" fontAlgn="base" latinLnBrk="1" hangingPunct="0">
              <a:spcBef>
                <a:spcPct val="0"/>
              </a:spcBef>
              <a:spcAft>
                <a:spcPct val="0"/>
              </a:spcAft>
              <a:defRPr kumimoji="1">
                <a:solidFill>
                  <a:schemeClr val="tx1"/>
                </a:solidFill>
                <a:latin typeface="굴림" panose="020B0600000101010101" pitchFamily="34" charset="-127"/>
                <a:ea typeface="굴림" panose="020B0600000101010101" pitchFamily="34" charset="-127"/>
              </a:defRPr>
            </a:lvl7pPr>
            <a:lvl8pPr marL="3429000" indent="-228600" eaLnBrk="0" fontAlgn="base" latinLnBrk="1" hangingPunct="0">
              <a:spcBef>
                <a:spcPct val="0"/>
              </a:spcBef>
              <a:spcAft>
                <a:spcPct val="0"/>
              </a:spcAft>
              <a:defRPr kumimoji="1">
                <a:solidFill>
                  <a:schemeClr val="tx1"/>
                </a:solidFill>
                <a:latin typeface="굴림" panose="020B0600000101010101" pitchFamily="34" charset="-127"/>
                <a:ea typeface="굴림" panose="020B0600000101010101" pitchFamily="34" charset="-127"/>
              </a:defRPr>
            </a:lvl8pPr>
            <a:lvl9pPr marL="3886200" indent="-228600" eaLnBrk="0" fontAlgn="base" latinLnBrk="1" hangingPunct="0">
              <a:spcBef>
                <a:spcPct val="0"/>
              </a:spcBef>
              <a:spcAft>
                <a:spcPct val="0"/>
              </a:spcAft>
              <a:defRPr kumimoji="1">
                <a:solidFill>
                  <a:schemeClr val="tx1"/>
                </a:solidFill>
                <a:latin typeface="굴림" panose="020B0600000101010101" pitchFamily="34" charset="-127"/>
                <a:ea typeface="굴림" panose="020B0600000101010101" pitchFamily="34" charset="-127"/>
              </a:defRPr>
            </a:lvl9pPr>
          </a:lstStyle>
          <a:p>
            <a:pPr eaLnBrk="1" hangingPunct="1"/>
            <a:endParaRPr lang="ko-KR" altLang="en-US">
              <a:solidFill>
                <a:prstClr val="black"/>
              </a:solidFill>
            </a:endParaRPr>
          </a:p>
        </p:txBody>
      </p:sp>
      <p:sp>
        <p:nvSpPr>
          <p:cNvPr id="32" name="Arc 681"/>
          <p:cNvSpPr>
            <a:spLocks/>
          </p:cNvSpPr>
          <p:nvPr/>
        </p:nvSpPr>
        <p:spPr bwMode="auto">
          <a:xfrm rot="7501686">
            <a:off x="6928344" y="3170565"/>
            <a:ext cx="1906587" cy="1549400"/>
          </a:xfrm>
          <a:custGeom>
            <a:avLst/>
            <a:gdLst>
              <a:gd name="T0" fmla="*/ 115621791 w 21600"/>
              <a:gd name="T1" fmla="*/ 0 h 15695"/>
              <a:gd name="T2" fmla="*/ 168290462 w 21600"/>
              <a:gd name="T3" fmla="*/ 152955741 h 15695"/>
              <a:gd name="T4" fmla="*/ 0 w 21600"/>
              <a:gd name="T5" fmla="*/ 152955741 h 15695"/>
              <a:gd name="T6" fmla="*/ 0 60000 65536"/>
              <a:gd name="T7" fmla="*/ 0 60000 65536"/>
              <a:gd name="T8" fmla="*/ 0 60000 65536"/>
              <a:gd name="T9" fmla="*/ 0 w 21600"/>
              <a:gd name="T10" fmla="*/ 0 h 15695"/>
              <a:gd name="T11" fmla="*/ 21600 w 21600"/>
              <a:gd name="T12" fmla="*/ 15695 h 15695"/>
            </a:gdLst>
            <a:ahLst/>
            <a:cxnLst>
              <a:cxn ang="T6">
                <a:pos x="T0" y="T1"/>
              </a:cxn>
              <a:cxn ang="T7">
                <a:pos x="T2" y="T3"/>
              </a:cxn>
              <a:cxn ang="T8">
                <a:pos x="T4" y="T5"/>
              </a:cxn>
            </a:cxnLst>
            <a:rect l="T9" t="T10" r="T11" b="T12"/>
            <a:pathLst>
              <a:path w="21600" h="15695" fill="none" extrusionOk="0">
                <a:moveTo>
                  <a:pt x="14840" y="-1"/>
                </a:moveTo>
                <a:cubicBezTo>
                  <a:pt x="19155" y="4079"/>
                  <a:pt x="21600" y="9756"/>
                  <a:pt x="21600" y="15695"/>
                </a:cubicBezTo>
              </a:path>
              <a:path w="21600" h="15695" stroke="0" extrusionOk="0">
                <a:moveTo>
                  <a:pt x="14840" y="-1"/>
                </a:moveTo>
                <a:cubicBezTo>
                  <a:pt x="19155" y="4079"/>
                  <a:pt x="21600" y="9756"/>
                  <a:pt x="21600" y="15695"/>
                </a:cubicBezTo>
                <a:lnTo>
                  <a:pt x="0" y="15695"/>
                </a:lnTo>
                <a:lnTo>
                  <a:pt x="14840" y="-1"/>
                </a:lnTo>
                <a:close/>
              </a:path>
            </a:pathLst>
          </a:custGeom>
          <a:noFill/>
          <a:ln w="76200">
            <a:solidFill>
              <a:srgbClr val="008FBF"/>
            </a:solidFill>
            <a:prstDash val="solid"/>
            <a:round/>
            <a:headEnd w="lg" len="lg"/>
            <a:tailEnd type="triangle" w="lg" len="lg"/>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prstClr val="black">
                  <a:lumMod val="65000"/>
                  <a:lumOff val="35000"/>
                </a:prstClr>
              </a:solidFill>
            </a:endParaRPr>
          </a:p>
        </p:txBody>
      </p:sp>
      <p:sp>
        <p:nvSpPr>
          <p:cNvPr id="33" name="Arc 683"/>
          <p:cNvSpPr>
            <a:spLocks/>
          </p:cNvSpPr>
          <p:nvPr/>
        </p:nvSpPr>
        <p:spPr bwMode="auto">
          <a:xfrm rot="256945">
            <a:off x="9805688" y="2306171"/>
            <a:ext cx="620712" cy="898525"/>
          </a:xfrm>
          <a:custGeom>
            <a:avLst/>
            <a:gdLst>
              <a:gd name="T0" fmla="*/ 2673113 w 21600"/>
              <a:gd name="T1" fmla="*/ 0 h 31203"/>
              <a:gd name="T2" fmla="*/ 15875916 w 21600"/>
              <a:gd name="T3" fmla="*/ 25874024 h 31203"/>
              <a:gd name="T4" fmla="*/ 0 w 21600"/>
              <a:gd name="T5" fmla="*/ 17708743 h 31203"/>
              <a:gd name="T6" fmla="*/ 0 60000 65536"/>
              <a:gd name="T7" fmla="*/ 0 60000 65536"/>
              <a:gd name="T8" fmla="*/ 0 60000 65536"/>
              <a:gd name="T9" fmla="*/ 0 w 21600"/>
              <a:gd name="T10" fmla="*/ 0 h 31203"/>
              <a:gd name="T11" fmla="*/ 21600 w 21600"/>
              <a:gd name="T12" fmla="*/ 31203 h 31203"/>
            </a:gdLst>
            <a:ahLst/>
            <a:cxnLst>
              <a:cxn ang="T6">
                <a:pos x="T0" y="T1"/>
              </a:cxn>
              <a:cxn ang="T7">
                <a:pos x="T2" y="T3"/>
              </a:cxn>
              <a:cxn ang="T8">
                <a:pos x="T4" y="T5"/>
              </a:cxn>
            </a:cxnLst>
            <a:rect l="T9" t="T10" r="T11" b="T12"/>
            <a:pathLst>
              <a:path w="21600" h="31203" fill="none" extrusionOk="0">
                <a:moveTo>
                  <a:pt x="3237" y="-1"/>
                </a:moveTo>
                <a:cubicBezTo>
                  <a:pt x="13795" y="1600"/>
                  <a:pt x="21600" y="10676"/>
                  <a:pt x="21600" y="21356"/>
                </a:cubicBezTo>
                <a:cubicBezTo>
                  <a:pt x="21600" y="24780"/>
                  <a:pt x="20785" y="28155"/>
                  <a:pt x="19224" y="31202"/>
                </a:cubicBezTo>
              </a:path>
              <a:path w="21600" h="31203" stroke="0" extrusionOk="0">
                <a:moveTo>
                  <a:pt x="3237" y="-1"/>
                </a:moveTo>
                <a:cubicBezTo>
                  <a:pt x="13795" y="1600"/>
                  <a:pt x="21600" y="10676"/>
                  <a:pt x="21600" y="21356"/>
                </a:cubicBezTo>
                <a:cubicBezTo>
                  <a:pt x="21600" y="24780"/>
                  <a:pt x="20785" y="28155"/>
                  <a:pt x="19224" y="31202"/>
                </a:cubicBezTo>
                <a:lnTo>
                  <a:pt x="0" y="21356"/>
                </a:lnTo>
                <a:lnTo>
                  <a:pt x="3237" y="-1"/>
                </a:lnTo>
                <a:close/>
              </a:path>
            </a:pathLst>
          </a:custGeom>
          <a:noFill/>
          <a:ln w="76200">
            <a:solidFill>
              <a:srgbClr val="905603"/>
            </a:solidFill>
            <a:prstDash val="solid"/>
            <a:round/>
            <a:headEnd w="lg" len="lg"/>
            <a:tailEnd type="triangle" w="lg" len="lg"/>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prstClr val="black">
                  <a:lumMod val="65000"/>
                  <a:lumOff val="35000"/>
                </a:prstClr>
              </a:solidFill>
            </a:endParaRPr>
          </a:p>
        </p:txBody>
      </p:sp>
      <p:grpSp>
        <p:nvGrpSpPr>
          <p:cNvPr id="59" name="组合 58"/>
          <p:cNvGrpSpPr/>
          <p:nvPr/>
        </p:nvGrpSpPr>
        <p:grpSpPr>
          <a:xfrm>
            <a:off x="4359989" y="2284250"/>
            <a:ext cx="2061287" cy="1112083"/>
            <a:chOff x="6780213" y="3556000"/>
            <a:chExt cx="582613" cy="314325"/>
          </a:xfrm>
          <a:solidFill>
            <a:schemeClr val="bg1"/>
          </a:solidFill>
        </p:grpSpPr>
        <p:sp>
          <p:nvSpPr>
            <p:cNvPr id="60" name="Freeform 4021"/>
            <p:cNvSpPr>
              <a:spLocks noEditPoints="1"/>
            </p:cNvSpPr>
            <p:nvPr/>
          </p:nvSpPr>
          <p:spPr bwMode="auto">
            <a:xfrm>
              <a:off x="6826251" y="3781425"/>
              <a:ext cx="93663" cy="88900"/>
            </a:xfrm>
            <a:custGeom>
              <a:avLst/>
              <a:gdLst>
                <a:gd name="T0" fmla="*/ 0 w 25"/>
                <a:gd name="T1" fmla="*/ 12 h 24"/>
                <a:gd name="T2" fmla="*/ 12 w 25"/>
                <a:gd name="T3" fmla="*/ 24 h 24"/>
                <a:gd name="T4" fmla="*/ 25 w 25"/>
                <a:gd name="T5" fmla="*/ 12 h 24"/>
                <a:gd name="T6" fmla="*/ 12 w 25"/>
                <a:gd name="T7" fmla="*/ 0 h 24"/>
                <a:gd name="T8" fmla="*/ 0 w 25"/>
                <a:gd name="T9" fmla="*/ 12 h 24"/>
                <a:gd name="T10" fmla="*/ 9 w 25"/>
                <a:gd name="T11" fmla="*/ 12 h 24"/>
                <a:gd name="T12" fmla="*/ 12 w 25"/>
                <a:gd name="T13" fmla="*/ 9 h 24"/>
                <a:gd name="T14" fmla="*/ 16 w 25"/>
                <a:gd name="T15" fmla="*/ 12 h 24"/>
                <a:gd name="T16" fmla="*/ 12 w 25"/>
                <a:gd name="T17" fmla="*/ 16 h 24"/>
                <a:gd name="T18" fmla="*/ 9 w 25"/>
                <a:gd name="T19"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24">
                  <a:moveTo>
                    <a:pt x="0" y="12"/>
                  </a:moveTo>
                  <a:cubicBezTo>
                    <a:pt x="0" y="19"/>
                    <a:pt x="6" y="24"/>
                    <a:pt x="12" y="24"/>
                  </a:cubicBezTo>
                  <a:cubicBezTo>
                    <a:pt x="19" y="24"/>
                    <a:pt x="25" y="19"/>
                    <a:pt x="25" y="12"/>
                  </a:cubicBezTo>
                  <a:cubicBezTo>
                    <a:pt x="25" y="5"/>
                    <a:pt x="19" y="0"/>
                    <a:pt x="12" y="0"/>
                  </a:cubicBezTo>
                  <a:cubicBezTo>
                    <a:pt x="6" y="0"/>
                    <a:pt x="0" y="5"/>
                    <a:pt x="0" y="12"/>
                  </a:cubicBezTo>
                  <a:close/>
                  <a:moveTo>
                    <a:pt x="9" y="12"/>
                  </a:moveTo>
                  <a:cubicBezTo>
                    <a:pt x="9" y="10"/>
                    <a:pt x="10" y="9"/>
                    <a:pt x="12" y="9"/>
                  </a:cubicBezTo>
                  <a:cubicBezTo>
                    <a:pt x="14" y="9"/>
                    <a:pt x="16" y="10"/>
                    <a:pt x="16" y="12"/>
                  </a:cubicBezTo>
                  <a:cubicBezTo>
                    <a:pt x="16" y="14"/>
                    <a:pt x="14" y="16"/>
                    <a:pt x="12" y="16"/>
                  </a:cubicBezTo>
                  <a:cubicBezTo>
                    <a:pt x="10" y="16"/>
                    <a:pt x="9" y="14"/>
                    <a:pt x="9"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 name="Freeform 4022"/>
            <p:cNvSpPr>
              <a:spLocks noEditPoints="1"/>
            </p:cNvSpPr>
            <p:nvPr/>
          </p:nvSpPr>
          <p:spPr bwMode="auto">
            <a:xfrm>
              <a:off x="6780213" y="3627438"/>
              <a:ext cx="398463" cy="195262"/>
            </a:xfrm>
            <a:custGeom>
              <a:avLst/>
              <a:gdLst>
                <a:gd name="T0" fmla="*/ 5 w 106"/>
                <a:gd name="T1" fmla="*/ 47 h 52"/>
                <a:gd name="T2" fmla="*/ 9 w 106"/>
                <a:gd name="T3" fmla="*/ 50 h 52"/>
                <a:gd name="T4" fmla="*/ 25 w 106"/>
                <a:gd name="T5" fmla="*/ 37 h 52"/>
                <a:gd name="T6" fmla="*/ 40 w 106"/>
                <a:gd name="T7" fmla="*/ 50 h 52"/>
                <a:gd name="T8" fmla="*/ 69 w 106"/>
                <a:gd name="T9" fmla="*/ 50 h 52"/>
                <a:gd name="T10" fmla="*/ 84 w 106"/>
                <a:gd name="T11" fmla="*/ 37 h 52"/>
                <a:gd name="T12" fmla="*/ 100 w 106"/>
                <a:gd name="T13" fmla="*/ 51 h 52"/>
                <a:gd name="T14" fmla="*/ 106 w 106"/>
                <a:gd name="T15" fmla="*/ 45 h 52"/>
                <a:gd name="T16" fmla="*/ 83 w 106"/>
                <a:gd name="T17" fmla="*/ 7 h 52"/>
                <a:gd name="T18" fmla="*/ 32 w 106"/>
                <a:gd name="T19" fmla="*/ 21 h 52"/>
                <a:gd name="T20" fmla="*/ 5 w 106"/>
                <a:gd name="T21" fmla="*/ 47 h 52"/>
                <a:gd name="T22" fmla="*/ 72 w 106"/>
                <a:gd name="T23" fmla="*/ 22 h 52"/>
                <a:gd name="T24" fmla="*/ 72 w 106"/>
                <a:gd name="T25" fmla="*/ 9 h 52"/>
                <a:gd name="T26" fmla="*/ 96 w 106"/>
                <a:gd name="T27" fmla="*/ 22 h 52"/>
                <a:gd name="T28" fmla="*/ 72 w 106"/>
                <a:gd name="T29" fmla="*/ 22 h 52"/>
                <a:gd name="T30" fmla="*/ 40 w 106"/>
                <a:gd name="T31" fmla="*/ 22 h 52"/>
                <a:gd name="T32" fmla="*/ 62 w 106"/>
                <a:gd name="T33" fmla="*/ 9 h 52"/>
                <a:gd name="T34" fmla="*/ 68 w 106"/>
                <a:gd name="T35" fmla="*/ 9 h 52"/>
                <a:gd name="T36" fmla="*/ 68 w 106"/>
                <a:gd name="T37" fmla="*/ 22 h 52"/>
                <a:gd name="T38" fmla="*/ 40 w 106"/>
                <a:gd name="T39" fmla="*/ 2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6" h="52">
                  <a:moveTo>
                    <a:pt x="5" y="47"/>
                  </a:moveTo>
                  <a:cubicBezTo>
                    <a:pt x="5" y="48"/>
                    <a:pt x="5" y="50"/>
                    <a:pt x="9" y="50"/>
                  </a:cubicBezTo>
                  <a:cubicBezTo>
                    <a:pt x="10" y="43"/>
                    <a:pt x="17" y="37"/>
                    <a:pt x="25" y="37"/>
                  </a:cubicBezTo>
                  <a:cubicBezTo>
                    <a:pt x="32" y="37"/>
                    <a:pt x="39" y="43"/>
                    <a:pt x="40" y="50"/>
                  </a:cubicBezTo>
                  <a:cubicBezTo>
                    <a:pt x="69" y="50"/>
                    <a:pt x="69" y="50"/>
                    <a:pt x="69" y="50"/>
                  </a:cubicBezTo>
                  <a:cubicBezTo>
                    <a:pt x="70" y="43"/>
                    <a:pt x="76" y="37"/>
                    <a:pt x="84" y="37"/>
                  </a:cubicBezTo>
                  <a:cubicBezTo>
                    <a:pt x="92" y="37"/>
                    <a:pt x="99" y="43"/>
                    <a:pt x="100" y="51"/>
                  </a:cubicBezTo>
                  <a:cubicBezTo>
                    <a:pt x="102" y="51"/>
                    <a:pt x="106" y="52"/>
                    <a:pt x="106" y="45"/>
                  </a:cubicBezTo>
                  <a:cubicBezTo>
                    <a:pt x="106" y="37"/>
                    <a:pt x="106" y="13"/>
                    <a:pt x="83" y="7"/>
                  </a:cubicBezTo>
                  <a:cubicBezTo>
                    <a:pt x="60" y="0"/>
                    <a:pt x="41" y="6"/>
                    <a:pt x="32" y="21"/>
                  </a:cubicBezTo>
                  <a:cubicBezTo>
                    <a:pt x="32" y="21"/>
                    <a:pt x="0" y="26"/>
                    <a:pt x="5" y="47"/>
                  </a:cubicBezTo>
                  <a:close/>
                  <a:moveTo>
                    <a:pt x="72" y="22"/>
                  </a:moveTo>
                  <a:cubicBezTo>
                    <a:pt x="72" y="9"/>
                    <a:pt x="72" y="9"/>
                    <a:pt x="72" y="9"/>
                  </a:cubicBezTo>
                  <a:cubicBezTo>
                    <a:pt x="83" y="10"/>
                    <a:pt x="92" y="14"/>
                    <a:pt x="96" y="22"/>
                  </a:cubicBezTo>
                  <a:lnTo>
                    <a:pt x="72" y="22"/>
                  </a:lnTo>
                  <a:close/>
                  <a:moveTo>
                    <a:pt x="40" y="22"/>
                  </a:moveTo>
                  <a:cubicBezTo>
                    <a:pt x="40" y="22"/>
                    <a:pt x="45" y="9"/>
                    <a:pt x="62" y="9"/>
                  </a:cubicBezTo>
                  <a:cubicBezTo>
                    <a:pt x="64" y="9"/>
                    <a:pt x="66" y="9"/>
                    <a:pt x="68" y="9"/>
                  </a:cubicBezTo>
                  <a:cubicBezTo>
                    <a:pt x="68" y="22"/>
                    <a:pt x="68" y="22"/>
                    <a:pt x="68" y="22"/>
                  </a:cubicBezTo>
                  <a:lnTo>
                    <a:pt x="40"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 name="Freeform 4023"/>
            <p:cNvSpPr>
              <a:spLocks/>
            </p:cNvSpPr>
            <p:nvPr/>
          </p:nvSpPr>
          <p:spPr bwMode="auto">
            <a:xfrm>
              <a:off x="7159626" y="3668713"/>
              <a:ext cx="176213" cy="107950"/>
            </a:xfrm>
            <a:custGeom>
              <a:avLst/>
              <a:gdLst>
                <a:gd name="T0" fmla="*/ 2 w 47"/>
                <a:gd name="T1" fmla="*/ 29 h 29"/>
                <a:gd name="T2" fmla="*/ 4 w 47"/>
                <a:gd name="T3" fmla="*/ 27 h 29"/>
                <a:gd name="T4" fmla="*/ 25 w 47"/>
                <a:gd name="T5" fmla="*/ 20 h 29"/>
                <a:gd name="T6" fmla="*/ 42 w 47"/>
                <a:gd name="T7" fmla="*/ 19 h 29"/>
                <a:gd name="T8" fmla="*/ 47 w 47"/>
                <a:gd name="T9" fmla="*/ 2 h 29"/>
                <a:gd name="T10" fmla="*/ 45 w 47"/>
                <a:gd name="T11" fmla="*/ 0 h 29"/>
                <a:gd name="T12" fmla="*/ 43 w 47"/>
                <a:gd name="T13" fmla="*/ 2 h 29"/>
                <a:gd name="T14" fmla="*/ 40 w 47"/>
                <a:gd name="T15" fmla="*/ 16 h 29"/>
                <a:gd name="T16" fmla="*/ 26 w 47"/>
                <a:gd name="T17" fmla="*/ 16 h 29"/>
                <a:gd name="T18" fmla="*/ 0 w 47"/>
                <a:gd name="T19" fmla="*/ 26 h 29"/>
                <a:gd name="T20" fmla="*/ 1 w 47"/>
                <a:gd name="T21" fmla="*/ 29 h 29"/>
                <a:gd name="T22" fmla="*/ 2 w 47"/>
                <a:gd name="T23"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29">
                  <a:moveTo>
                    <a:pt x="2" y="29"/>
                  </a:moveTo>
                  <a:cubicBezTo>
                    <a:pt x="2" y="29"/>
                    <a:pt x="3" y="28"/>
                    <a:pt x="4" y="27"/>
                  </a:cubicBezTo>
                  <a:cubicBezTo>
                    <a:pt x="7" y="16"/>
                    <a:pt x="16" y="18"/>
                    <a:pt x="25" y="20"/>
                  </a:cubicBezTo>
                  <a:cubicBezTo>
                    <a:pt x="31" y="21"/>
                    <a:pt x="38" y="23"/>
                    <a:pt x="42" y="19"/>
                  </a:cubicBezTo>
                  <a:cubicBezTo>
                    <a:pt x="46" y="16"/>
                    <a:pt x="47" y="11"/>
                    <a:pt x="47" y="2"/>
                  </a:cubicBezTo>
                  <a:cubicBezTo>
                    <a:pt x="47" y="1"/>
                    <a:pt x="46" y="0"/>
                    <a:pt x="45" y="0"/>
                  </a:cubicBezTo>
                  <a:cubicBezTo>
                    <a:pt x="44" y="0"/>
                    <a:pt x="43" y="1"/>
                    <a:pt x="43" y="2"/>
                  </a:cubicBezTo>
                  <a:cubicBezTo>
                    <a:pt x="43" y="9"/>
                    <a:pt x="42" y="14"/>
                    <a:pt x="40" y="16"/>
                  </a:cubicBezTo>
                  <a:cubicBezTo>
                    <a:pt x="37" y="18"/>
                    <a:pt x="31" y="17"/>
                    <a:pt x="26" y="16"/>
                  </a:cubicBezTo>
                  <a:cubicBezTo>
                    <a:pt x="16" y="14"/>
                    <a:pt x="5" y="12"/>
                    <a:pt x="0" y="26"/>
                  </a:cubicBezTo>
                  <a:cubicBezTo>
                    <a:pt x="0" y="27"/>
                    <a:pt x="0" y="28"/>
                    <a:pt x="1" y="29"/>
                  </a:cubicBezTo>
                  <a:cubicBezTo>
                    <a:pt x="1" y="29"/>
                    <a:pt x="1" y="29"/>
                    <a:pt x="2"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 name="Freeform 4024"/>
            <p:cNvSpPr>
              <a:spLocks/>
            </p:cNvSpPr>
            <p:nvPr/>
          </p:nvSpPr>
          <p:spPr bwMode="auto">
            <a:xfrm>
              <a:off x="7283451" y="3556000"/>
              <a:ext cx="79375" cy="131762"/>
            </a:xfrm>
            <a:custGeom>
              <a:avLst/>
              <a:gdLst>
                <a:gd name="T0" fmla="*/ 5 w 21"/>
                <a:gd name="T1" fmla="*/ 2 h 35"/>
                <a:gd name="T2" fmla="*/ 6 w 21"/>
                <a:gd name="T3" fmla="*/ 10 h 35"/>
                <a:gd name="T4" fmla="*/ 9 w 21"/>
                <a:gd name="T5" fmla="*/ 10 h 35"/>
                <a:gd name="T6" fmla="*/ 11 w 21"/>
                <a:gd name="T7" fmla="*/ 10 h 35"/>
                <a:gd name="T8" fmla="*/ 15 w 21"/>
                <a:gd name="T9" fmla="*/ 9 h 35"/>
                <a:gd name="T10" fmla="*/ 15 w 21"/>
                <a:gd name="T11" fmla="*/ 1 h 35"/>
                <a:gd name="T12" fmla="*/ 16 w 21"/>
                <a:gd name="T13" fmla="*/ 0 h 35"/>
                <a:gd name="T14" fmla="*/ 17 w 21"/>
                <a:gd name="T15" fmla="*/ 1 h 35"/>
                <a:gd name="T16" fmla="*/ 18 w 21"/>
                <a:gd name="T17" fmla="*/ 9 h 35"/>
                <a:gd name="T18" fmla="*/ 21 w 21"/>
                <a:gd name="T19" fmla="*/ 9 h 35"/>
                <a:gd name="T20" fmla="*/ 21 w 21"/>
                <a:gd name="T21" fmla="*/ 17 h 35"/>
                <a:gd name="T22" fmla="*/ 16 w 21"/>
                <a:gd name="T23" fmla="*/ 24 h 35"/>
                <a:gd name="T24" fmla="*/ 15 w 21"/>
                <a:gd name="T25" fmla="*/ 33 h 35"/>
                <a:gd name="T26" fmla="*/ 10 w 21"/>
                <a:gd name="T27" fmla="*/ 34 h 35"/>
                <a:gd name="T28" fmla="*/ 6 w 21"/>
                <a:gd name="T29" fmla="*/ 24 h 35"/>
                <a:gd name="T30" fmla="*/ 1 w 21"/>
                <a:gd name="T31" fmla="*/ 18 h 35"/>
                <a:gd name="T32" fmla="*/ 0 w 21"/>
                <a:gd name="T33" fmla="*/ 10 h 35"/>
                <a:gd name="T34" fmla="*/ 3 w 21"/>
                <a:gd name="T35" fmla="*/ 10 h 35"/>
                <a:gd name="T36" fmla="*/ 2 w 21"/>
                <a:gd name="T37" fmla="*/ 2 h 35"/>
                <a:gd name="T38" fmla="*/ 4 w 21"/>
                <a:gd name="T39" fmla="*/ 1 h 35"/>
                <a:gd name="T40" fmla="*/ 5 w 21"/>
                <a:gd name="T41" fmla="*/ 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 h="35">
                  <a:moveTo>
                    <a:pt x="5" y="2"/>
                  </a:moveTo>
                  <a:cubicBezTo>
                    <a:pt x="6" y="10"/>
                    <a:pt x="6" y="10"/>
                    <a:pt x="6" y="10"/>
                  </a:cubicBezTo>
                  <a:cubicBezTo>
                    <a:pt x="9" y="10"/>
                    <a:pt x="9" y="10"/>
                    <a:pt x="9" y="10"/>
                  </a:cubicBezTo>
                  <a:cubicBezTo>
                    <a:pt x="11" y="10"/>
                    <a:pt x="11" y="10"/>
                    <a:pt x="11" y="10"/>
                  </a:cubicBezTo>
                  <a:cubicBezTo>
                    <a:pt x="15" y="9"/>
                    <a:pt x="15" y="9"/>
                    <a:pt x="15" y="9"/>
                  </a:cubicBezTo>
                  <a:cubicBezTo>
                    <a:pt x="15" y="1"/>
                    <a:pt x="15" y="1"/>
                    <a:pt x="15" y="1"/>
                  </a:cubicBezTo>
                  <a:cubicBezTo>
                    <a:pt x="15" y="0"/>
                    <a:pt x="15" y="0"/>
                    <a:pt x="16" y="0"/>
                  </a:cubicBezTo>
                  <a:cubicBezTo>
                    <a:pt x="17" y="0"/>
                    <a:pt x="17" y="0"/>
                    <a:pt x="17" y="1"/>
                  </a:cubicBezTo>
                  <a:cubicBezTo>
                    <a:pt x="18" y="9"/>
                    <a:pt x="18" y="9"/>
                    <a:pt x="18" y="9"/>
                  </a:cubicBezTo>
                  <a:cubicBezTo>
                    <a:pt x="21" y="9"/>
                    <a:pt x="21" y="9"/>
                    <a:pt x="21" y="9"/>
                  </a:cubicBezTo>
                  <a:cubicBezTo>
                    <a:pt x="21" y="9"/>
                    <a:pt x="21" y="15"/>
                    <a:pt x="21" y="17"/>
                  </a:cubicBezTo>
                  <a:cubicBezTo>
                    <a:pt x="21" y="19"/>
                    <a:pt x="20" y="21"/>
                    <a:pt x="16" y="24"/>
                  </a:cubicBezTo>
                  <a:cubicBezTo>
                    <a:pt x="16" y="25"/>
                    <a:pt x="16" y="32"/>
                    <a:pt x="15" y="33"/>
                  </a:cubicBezTo>
                  <a:cubicBezTo>
                    <a:pt x="13" y="35"/>
                    <a:pt x="11" y="35"/>
                    <a:pt x="10" y="34"/>
                  </a:cubicBezTo>
                  <a:cubicBezTo>
                    <a:pt x="7" y="32"/>
                    <a:pt x="6" y="24"/>
                    <a:pt x="6" y="24"/>
                  </a:cubicBezTo>
                  <a:cubicBezTo>
                    <a:pt x="3" y="22"/>
                    <a:pt x="2" y="21"/>
                    <a:pt x="1" y="18"/>
                  </a:cubicBezTo>
                  <a:cubicBezTo>
                    <a:pt x="0" y="16"/>
                    <a:pt x="0" y="10"/>
                    <a:pt x="0" y="10"/>
                  </a:cubicBezTo>
                  <a:cubicBezTo>
                    <a:pt x="3" y="10"/>
                    <a:pt x="3" y="10"/>
                    <a:pt x="3" y="10"/>
                  </a:cubicBezTo>
                  <a:cubicBezTo>
                    <a:pt x="2" y="2"/>
                    <a:pt x="2" y="2"/>
                    <a:pt x="2" y="2"/>
                  </a:cubicBezTo>
                  <a:cubicBezTo>
                    <a:pt x="2" y="1"/>
                    <a:pt x="3" y="1"/>
                    <a:pt x="4" y="1"/>
                  </a:cubicBezTo>
                  <a:cubicBezTo>
                    <a:pt x="4" y="1"/>
                    <a:pt x="5" y="1"/>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 name="Freeform 4025"/>
            <p:cNvSpPr>
              <a:spLocks noEditPoints="1"/>
            </p:cNvSpPr>
            <p:nvPr/>
          </p:nvSpPr>
          <p:spPr bwMode="auto">
            <a:xfrm>
              <a:off x="7050088" y="3781425"/>
              <a:ext cx="95250" cy="88900"/>
            </a:xfrm>
            <a:custGeom>
              <a:avLst/>
              <a:gdLst>
                <a:gd name="T0" fmla="*/ 0 w 25"/>
                <a:gd name="T1" fmla="*/ 12 h 24"/>
                <a:gd name="T2" fmla="*/ 12 w 25"/>
                <a:gd name="T3" fmla="*/ 24 h 24"/>
                <a:gd name="T4" fmla="*/ 25 w 25"/>
                <a:gd name="T5" fmla="*/ 12 h 24"/>
                <a:gd name="T6" fmla="*/ 12 w 25"/>
                <a:gd name="T7" fmla="*/ 0 h 24"/>
                <a:gd name="T8" fmla="*/ 0 w 25"/>
                <a:gd name="T9" fmla="*/ 12 h 24"/>
                <a:gd name="T10" fmla="*/ 9 w 25"/>
                <a:gd name="T11" fmla="*/ 12 h 24"/>
                <a:gd name="T12" fmla="*/ 12 w 25"/>
                <a:gd name="T13" fmla="*/ 9 h 24"/>
                <a:gd name="T14" fmla="*/ 16 w 25"/>
                <a:gd name="T15" fmla="*/ 12 h 24"/>
                <a:gd name="T16" fmla="*/ 12 w 25"/>
                <a:gd name="T17" fmla="*/ 16 h 24"/>
                <a:gd name="T18" fmla="*/ 9 w 25"/>
                <a:gd name="T19"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24">
                  <a:moveTo>
                    <a:pt x="0" y="12"/>
                  </a:moveTo>
                  <a:cubicBezTo>
                    <a:pt x="0" y="19"/>
                    <a:pt x="6" y="24"/>
                    <a:pt x="12" y="24"/>
                  </a:cubicBezTo>
                  <a:cubicBezTo>
                    <a:pt x="19" y="24"/>
                    <a:pt x="25" y="19"/>
                    <a:pt x="25" y="12"/>
                  </a:cubicBezTo>
                  <a:cubicBezTo>
                    <a:pt x="25" y="5"/>
                    <a:pt x="19" y="0"/>
                    <a:pt x="12" y="0"/>
                  </a:cubicBezTo>
                  <a:cubicBezTo>
                    <a:pt x="6" y="0"/>
                    <a:pt x="0" y="5"/>
                    <a:pt x="0" y="12"/>
                  </a:cubicBezTo>
                  <a:close/>
                  <a:moveTo>
                    <a:pt x="9" y="12"/>
                  </a:moveTo>
                  <a:cubicBezTo>
                    <a:pt x="9" y="10"/>
                    <a:pt x="10" y="9"/>
                    <a:pt x="12" y="9"/>
                  </a:cubicBezTo>
                  <a:cubicBezTo>
                    <a:pt x="14" y="9"/>
                    <a:pt x="16" y="10"/>
                    <a:pt x="16" y="12"/>
                  </a:cubicBezTo>
                  <a:cubicBezTo>
                    <a:pt x="16" y="14"/>
                    <a:pt x="14" y="16"/>
                    <a:pt x="12" y="16"/>
                  </a:cubicBezTo>
                  <a:cubicBezTo>
                    <a:pt x="10" y="16"/>
                    <a:pt x="9" y="14"/>
                    <a:pt x="9"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65" name="组合 64"/>
          <p:cNvGrpSpPr/>
          <p:nvPr/>
        </p:nvGrpSpPr>
        <p:grpSpPr>
          <a:xfrm>
            <a:off x="9170301" y="4090086"/>
            <a:ext cx="974377" cy="567681"/>
            <a:chOff x="6983413" y="2925763"/>
            <a:chExt cx="547688" cy="319088"/>
          </a:xfrm>
          <a:solidFill>
            <a:schemeClr val="bg1"/>
          </a:solidFill>
        </p:grpSpPr>
        <p:sp>
          <p:nvSpPr>
            <p:cNvPr id="66" name="Freeform 3843"/>
            <p:cNvSpPr>
              <a:spLocks/>
            </p:cNvSpPr>
            <p:nvPr/>
          </p:nvSpPr>
          <p:spPr bwMode="auto">
            <a:xfrm>
              <a:off x="7286626" y="2959101"/>
              <a:ext cx="104775" cy="150813"/>
            </a:xfrm>
            <a:custGeom>
              <a:avLst/>
              <a:gdLst>
                <a:gd name="T0" fmla="*/ 4 w 28"/>
                <a:gd name="T1" fmla="*/ 40 h 40"/>
                <a:gd name="T2" fmla="*/ 2 w 28"/>
                <a:gd name="T3" fmla="*/ 40 h 40"/>
                <a:gd name="T4" fmla="*/ 1 w 28"/>
                <a:gd name="T5" fmla="*/ 35 h 40"/>
                <a:gd name="T6" fmla="*/ 21 w 28"/>
                <a:gd name="T7" fmla="*/ 2 h 40"/>
                <a:gd name="T8" fmla="*/ 26 w 28"/>
                <a:gd name="T9" fmla="*/ 1 h 40"/>
                <a:gd name="T10" fmla="*/ 27 w 28"/>
                <a:gd name="T11" fmla="*/ 5 h 40"/>
                <a:gd name="T12" fmla="*/ 7 w 28"/>
                <a:gd name="T13" fmla="*/ 39 h 40"/>
                <a:gd name="T14" fmla="*/ 4 w 28"/>
                <a:gd name="T15" fmla="*/ 40 h 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40">
                  <a:moveTo>
                    <a:pt x="4" y="40"/>
                  </a:moveTo>
                  <a:cubicBezTo>
                    <a:pt x="4" y="40"/>
                    <a:pt x="3" y="40"/>
                    <a:pt x="2" y="40"/>
                  </a:cubicBezTo>
                  <a:cubicBezTo>
                    <a:pt x="1" y="39"/>
                    <a:pt x="0" y="37"/>
                    <a:pt x="1" y="35"/>
                  </a:cubicBezTo>
                  <a:cubicBezTo>
                    <a:pt x="21" y="2"/>
                    <a:pt x="21" y="2"/>
                    <a:pt x="21" y="2"/>
                  </a:cubicBezTo>
                  <a:cubicBezTo>
                    <a:pt x="22" y="0"/>
                    <a:pt x="24" y="0"/>
                    <a:pt x="26" y="1"/>
                  </a:cubicBezTo>
                  <a:cubicBezTo>
                    <a:pt x="28" y="2"/>
                    <a:pt x="28" y="4"/>
                    <a:pt x="27" y="5"/>
                  </a:cubicBezTo>
                  <a:cubicBezTo>
                    <a:pt x="7" y="39"/>
                    <a:pt x="7" y="39"/>
                    <a:pt x="7" y="39"/>
                  </a:cubicBezTo>
                  <a:cubicBezTo>
                    <a:pt x="6" y="40"/>
                    <a:pt x="5" y="40"/>
                    <a:pt x="4"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 name="Freeform 3844"/>
            <p:cNvSpPr>
              <a:spLocks/>
            </p:cNvSpPr>
            <p:nvPr/>
          </p:nvSpPr>
          <p:spPr bwMode="auto">
            <a:xfrm>
              <a:off x="7316788" y="2952751"/>
              <a:ext cx="109538" cy="25400"/>
            </a:xfrm>
            <a:custGeom>
              <a:avLst/>
              <a:gdLst>
                <a:gd name="T0" fmla="*/ 26 w 29"/>
                <a:gd name="T1" fmla="*/ 7 h 7"/>
                <a:gd name="T2" fmla="*/ 4 w 29"/>
                <a:gd name="T3" fmla="*/ 7 h 7"/>
                <a:gd name="T4" fmla="*/ 0 w 29"/>
                <a:gd name="T5" fmla="*/ 4 h 7"/>
                <a:gd name="T6" fmla="*/ 4 w 29"/>
                <a:gd name="T7" fmla="*/ 0 h 7"/>
                <a:gd name="T8" fmla="*/ 26 w 29"/>
                <a:gd name="T9" fmla="*/ 0 h 7"/>
                <a:gd name="T10" fmla="*/ 29 w 29"/>
                <a:gd name="T11" fmla="*/ 4 h 7"/>
                <a:gd name="T12" fmla="*/ 26 w 29"/>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29" h="7">
                  <a:moveTo>
                    <a:pt x="26" y="7"/>
                  </a:moveTo>
                  <a:cubicBezTo>
                    <a:pt x="4" y="7"/>
                    <a:pt x="4" y="7"/>
                    <a:pt x="4" y="7"/>
                  </a:cubicBezTo>
                  <a:cubicBezTo>
                    <a:pt x="2" y="7"/>
                    <a:pt x="0" y="5"/>
                    <a:pt x="0" y="4"/>
                  </a:cubicBezTo>
                  <a:cubicBezTo>
                    <a:pt x="0" y="2"/>
                    <a:pt x="2" y="0"/>
                    <a:pt x="4" y="0"/>
                  </a:cubicBezTo>
                  <a:cubicBezTo>
                    <a:pt x="26" y="0"/>
                    <a:pt x="26" y="0"/>
                    <a:pt x="26" y="0"/>
                  </a:cubicBezTo>
                  <a:cubicBezTo>
                    <a:pt x="28" y="0"/>
                    <a:pt x="29" y="2"/>
                    <a:pt x="29" y="4"/>
                  </a:cubicBezTo>
                  <a:cubicBezTo>
                    <a:pt x="29" y="5"/>
                    <a:pt x="28" y="7"/>
                    <a:pt x="26"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 name="Freeform 3845"/>
            <p:cNvSpPr>
              <a:spLocks/>
            </p:cNvSpPr>
            <p:nvPr/>
          </p:nvSpPr>
          <p:spPr bwMode="auto">
            <a:xfrm>
              <a:off x="7129463" y="2925763"/>
              <a:ext cx="101600" cy="90488"/>
            </a:xfrm>
            <a:custGeom>
              <a:avLst/>
              <a:gdLst>
                <a:gd name="T0" fmla="*/ 10 w 27"/>
                <a:gd name="T1" fmla="*/ 24 h 24"/>
                <a:gd name="T2" fmla="*/ 7 w 27"/>
                <a:gd name="T3" fmla="*/ 22 h 24"/>
                <a:gd name="T4" fmla="*/ 1 w 27"/>
                <a:gd name="T5" fmla="*/ 9 h 24"/>
                <a:gd name="T6" fmla="*/ 1 w 27"/>
                <a:gd name="T7" fmla="*/ 6 h 24"/>
                <a:gd name="T8" fmla="*/ 3 w 27"/>
                <a:gd name="T9" fmla="*/ 4 h 24"/>
                <a:gd name="T10" fmla="*/ 22 w 27"/>
                <a:gd name="T11" fmla="*/ 1 h 24"/>
                <a:gd name="T12" fmla="*/ 26 w 27"/>
                <a:gd name="T13" fmla="*/ 3 h 24"/>
                <a:gd name="T14" fmla="*/ 24 w 27"/>
                <a:gd name="T15" fmla="*/ 7 h 24"/>
                <a:gd name="T16" fmla="*/ 9 w 27"/>
                <a:gd name="T17" fmla="*/ 10 h 24"/>
                <a:gd name="T18" fmla="*/ 13 w 27"/>
                <a:gd name="T19" fmla="*/ 19 h 24"/>
                <a:gd name="T20" fmla="*/ 11 w 27"/>
                <a:gd name="T21" fmla="*/ 23 h 24"/>
                <a:gd name="T22" fmla="*/ 10 w 27"/>
                <a:gd name="T23"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 h="24">
                  <a:moveTo>
                    <a:pt x="10" y="24"/>
                  </a:moveTo>
                  <a:cubicBezTo>
                    <a:pt x="8" y="24"/>
                    <a:pt x="7" y="23"/>
                    <a:pt x="7" y="22"/>
                  </a:cubicBezTo>
                  <a:cubicBezTo>
                    <a:pt x="1" y="9"/>
                    <a:pt x="1" y="9"/>
                    <a:pt x="1" y="9"/>
                  </a:cubicBezTo>
                  <a:cubicBezTo>
                    <a:pt x="0" y="8"/>
                    <a:pt x="0" y="7"/>
                    <a:pt x="1" y="6"/>
                  </a:cubicBezTo>
                  <a:cubicBezTo>
                    <a:pt x="1" y="5"/>
                    <a:pt x="2" y="5"/>
                    <a:pt x="3" y="4"/>
                  </a:cubicBezTo>
                  <a:cubicBezTo>
                    <a:pt x="22" y="1"/>
                    <a:pt x="22" y="1"/>
                    <a:pt x="22" y="1"/>
                  </a:cubicBezTo>
                  <a:cubicBezTo>
                    <a:pt x="24" y="0"/>
                    <a:pt x="26" y="1"/>
                    <a:pt x="26" y="3"/>
                  </a:cubicBezTo>
                  <a:cubicBezTo>
                    <a:pt x="27" y="5"/>
                    <a:pt x="26" y="7"/>
                    <a:pt x="24" y="7"/>
                  </a:cubicBezTo>
                  <a:cubicBezTo>
                    <a:pt x="9" y="10"/>
                    <a:pt x="9" y="10"/>
                    <a:pt x="9" y="10"/>
                  </a:cubicBezTo>
                  <a:cubicBezTo>
                    <a:pt x="13" y="19"/>
                    <a:pt x="13" y="19"/>
                    <a:pt x="13" y="19"/>
                  </a:cubicBezTo>
                  <a:cubicBezTo>
                    <a:pt x="13" y="20"/>
                    <a:pt x="13" y="22"/>
                    <a:pt x="11" y="23"/>
                  </a:cubicBezTo>
                  <a:cubicBezTo>
                    <a:pt x="11" y="23"/>
                    <a:pt x="10" y="24"/>
                    <a:pt x="10"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 name="Freeform 3846"/>
            <p:cNvSpPr>
              <a:spLocks noEditPoints="1"/>
            </p:cNvSpPr>
            <p:nvPr/>
          </p:nvSpPr>
          <p:spPr bwMode="auto">
            <a:xfrm>
              <a:off x="7339013" y="3052763"/>
              <a:ext cx="192088" cy="192088"/>
            </a:xfrm>
            <a:custGeom>
              <a:avLst/>
              <a:gdLst>
                <a:gd name="T0" fmla="*/ 26 w 51"/>
                <a:gd name="T1" fmla="*/ 51 h 51"/>
                <a:gd name="T2" fmla="*/ 0 w 51"/>
                <a:gd name="T3" fmla="*/ 26 h 51"/>
                <a:gd name="T4" fmla="*/ 26 w 51"/>
                <a:gd name="T5" fmla="*/ 0 h 51"/>
                <a:gd name="T6" fmla="*/ 51 w 51"/>
                <a:gd name="T7" fmla="*/ 26 h 51"/>
                <a:gd name="T8" fmla="*/ 26 w 51"/>
                <a:gd name="T9" fmla="*/ 51 h 51"/>
                <a:gd name="T10" fmla="*/ 26 w 51"/>
                <a:gd name="T11" fmla="*/ 7 h 51"/>
                <a:gd name="T12" fmla="*/ 7 w 51"/>
                <a:gd name="T13" fmla="*/ 26 h 51"/>
                <a:gd name="T14" fmla="*/ 26 w 51"/>
                <a:gd name="T15" fmla="*/ 44 h 51"/>
                <a:gd name="T16" fmla="*/ 44 w 51"/>
                <a:gd name="T17" fmla="*/ 26 h 51"/>
                <a:gd name="T18" fmla="*/ 26 w 51"/>
                <a:gd name="T19" fmla="*/ 7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51"/>
                  </a:moveTo>
                  <a:cubicBezTo>
                    <a:pt x="12" y="51"/>
                    <a:pt x="0" y="40"/>
                    <a:pt x="0" y="26"/>
                  </a:cubicBezTo>
                  <a:cubicBezTo>
                    <a:pt x="0" y="12"/>
                    <a:pt x="12" y="0"/>
                    <a:pt x="26" y="0"/>
                  </a:cubicBezTo>
                  <a:cubicBezTo>
                    <a:pt x="40" y="0"/>
                    <a:pt x="51" y="12"/>
                    <a:pt x="51" y="26"/>
                  </a:cubicBezTo>
                  <a:cubicBezTo>
                    <a:pt x="51" y="40"/>
                    <a:pt x="40" y="51"/>
                    <a:pt x="26" y="51"/>
                  </a:cubicBezTo>
                  <a:close/>
                  <a:moveTo>
                    <a:pt x="26" y="7"/>
                  </a:moveTo>
                  <a:cubicBezTo>
                    <a:pt x="15" y="7"/>
                    <a:pt x="7" y="15"/>
                    <a:pt x="7" y="26"/>
                  </a:cubicBezTo>
                  <a:cubicBezTo>
                    <a:pt x="7" y="36"/>
                    <a:pt x="15" y="44"/>
                    <a:pt x="26" y="44"/>
                  </a:cubicBezTo>
                  <a:cubicBezTo>
                    <a:pt x="36" y="44"/>
                    <a:pt x="44" y="36"/>
                    <a:pt x="44" y="26"/>
                  </a:cubicBezTo>
                  <a:cubicBezTo>
                    <a:pt x="44" y="15"/>
                    <a:pt x="36" y="7"/>
                    <a:pt x="26"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 name="Freeform 3847"/>
            <p:cNvSpPr>
              <a:spLocks noEditPoints="1"/>
            </p:cNvSpPr>
            <p:nvPr/>
          </p:nvSpPr>
          <p:spPr bwMode="auto">
            <a:xfrm>
              <a:off x="6983413" y="3052763"/>
              <a:ext cx="190500" cy="192088"/>
            </a:xfrm>
            <a:custGeom>
              <a:avLst/>
              <a:gdLst>
                <a:gd name="T0" fmla="*/ 26 w 51"/>
                <a:gd name="T1" fmla="*/ 51 h 51"/>
                <a:gd name="T2" fmla="*/ 0 w 51"/>
                <a:gd name="T3" fmla="*/ 26 h 51"/>
                <a:gd name="T4" fmla="*/ 26 w 51"/>
                <a:gd name="T5" fmla="*/ 0 h 51"/>
                <a:gd name="T6" fmla="*/ 51 w 51"/>
                <a:gd name="T7" fmla="*/ 26 h 51"/>
                <a:gd name="T8" fmla="*/ 26 w 51"/>
                <a:gd name="T9" fmla="*/ 51 h 51"/>
                <a:gd name="T10" fmla="*/ 26 w 51"/>
                <a:gd name="T11" fmla="*/ 7 h 51"/>
                <a:gd name="T12" fmla="*/ 7 w 51"/>
                <a:gd name="T13" fmla="*/ 26 h 51"/>
                <a:gd name="T14" fmla="*/ 26 w 51"/>
                <a:gd name="T15" fmla="*/ 44 h 51"/>
                <a:gd name="T16" fmla="*/ 44 w 51"/>
                <a:gd name="T17" fmla="*/ 26 h 51"/>
                <a:gd name="T18" fmla="*/ 26 w 51"/>
                <a:gd name="T19" fmla="*/ 7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51"/>
                  </a:moveTo>
                  <a:cubicBezTo>
                    <a:pt x="12" y="51"/>
                    <a:pt x="0" y="40"/>
                    <a:pt x="0" y="26"/>
                  </a:cubicBezTo>
                  <a:cubicBezTo>
                    <a:pt x="0" y="12"/>
                    <a:pt x="12" y="0"/>
                    <a:pt x="26" y="0"/>
                  </a:cubicBezTo>
                  <a:cubicBezTo>
                    <a:pt x="40" y="0"/>
                    <a:pt x="51" y="12"/>
                    <a:pt x="51" y="26"/>
                  </a:cubicBezTo>
                  <a:cubicBezTo>
                    <a:pt x="51" y="40"/>
                    <a:pt x="40" y="51"/>
                    <a:pt x="26" y="51"/>
                  </a:cubicBezTo>
                  <a:close/>
                  <a:moveTo>
                    <a:pt x="26" y="7"/>
                  </a:moveTo>
                  <a:cubicBezTo>
                    <a:pt x="15" y="7"/>
                    <a:pt x="7" y="15"/>
                    <a:pt x="7" y="26"/>
                  </a:cubicBezTo>
                  <a:cubicBezTo>
                    <a:pt x="7" y="36"/>
                    <a:pt x="15" y="44"/>
                    <a:pt x="26" y="44"/>
                  </a:cubicBezTo>
                  <a:cubicBezTo>
                    <a:pt x="36" y="44"/>
                    <a:pt x="44" y="36"/>
                    <a:pt x="44" y="26"/>
                  </a:cubicBezTo>
                  <a:cubicBezTo>
                    <a:pt x="44" y="15"/>
                    <a:pt x="36" y="7"/>
                    <a:pt x="26"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 name="Freeform 3848"/>
            <p:cNvSpPr>
              <a:spLocks/>
            </p:cNvSpPr>
            <p:nvPr/>
          </p:nvSpPr>
          <p:spPr bwMode="auto">
            <a:xfrm>
              <a:off x="7065963" y="2989263"/>
              <a:ext cx="385763" cy="176213"/>
            </a:xfrm>
            <a:custGeom>
              <a:avLst/>
              <a:gdLst>
                <a:gd name="T0" fmla="*/ 4 w 103"/>
                <a:gd name="T1" fmla="*/ 47 h 47"/>
                <a:gd name="T2" fmla="*/ 2 w 103"/>
                <a:gd name="T3" fmla="*/ 46 h 47"/>
                <a:gd name="T4" fmla="*/ 1 w 103"/>
                <a:gd name="T5" fmla="*/ 42 h 47"/>
                <a:gd name="T6" fmla="*/ 24 w 103"/>
                <a:gd name="T7" fmla="*/ 2 h 47"/>
                <a:gd name="T8" fmla="*/ 27 w 103"/>
                <a:gd name="T9" fmla="*/ 0 h 47"/>
                <a:gd name="T10" fmla="*/ 80 w 103"/>
                <a:gd name="T11" fmla="*/ 0 h 47"/>
                <a:gd name="T12" fmla="*/ 83 w 103"/>
                <a:gd name="T13" fmla="*/ 2 h 47"/>
                <a:gd name="T14" fmla="*/ 103 w 103"/>
                <a:gd name="T15" fmla="*/ 42 h 47"/>
                <a:gd name="T16" fmla="*/ 102 w 103"/>
                <a:gd name="T17" fmla="*/ 45 h 47"/>
                <a:gd name="T18" fmla="*/ 100 w 103"/>
                <a:gd name="T19" fmla="*/ 47 h 47"/>
                <a:gd name="T20" fmla="*/ 67 w 103"/>
                <a:gd name="T21" fmla="*/ 47 h 47"/>
                <a:gd name="T22" fmla="*/ 64 w 103"/>
                <a:gd name="T23" fmla="*/ 44 h 47"/>
                <a:gd name="T24" fmla="*/ 67 w 103"/>
                <a:gd name="T25" fmla="*/ 40 h 47"/>
                <a:gd name="T26" fmla="*/ 94 w 103"/>
                <a:gd name="T27" fmla="*/ 40 h 47"/>
                <a:gd name="T28" fmla="*/ 78 w 103"/>
                <a:gd name="T29" fmla="*/ 7 h 47"/>
                <a:gd name="T30" fmla="*/ 29 w 103"/>
                <a:gd name="T31" fmla="*/ 7 h 47"/>
                <a:gd name="T32" fmla="*/ 7 w 103"/>
                <a:gd name="T33" fmla="*/ 45 h 47"/>
                <a:gd name="T34" fmla="*/ 4 w 103"/>
                <a:gd name="T35"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3" h="47">
                  <a:moveTo>
                    <a:pt x="4" y="47"/>
                  </a:moveTo>
                  <a:cubicBezTo>
                    <a:pt x="3" y="47"/>
                    <a:pt x="2" y="47"/>
                    <a:pt x="2" y="46"/>
                  </a:cubicBezTo>
                  <a:cubicBezTo>
                    <a:pt x="0" y="45"/>
                    <a:pt x="0" y="43"/>
                    <a:pt x="1" y="42"/>
                  </a:cubicBezTo>
                  <a:cubicBezTo>
                    <a:pt x="24" y="2"/>
                    <a:pt x="24" y="2"/>
                    <a:pt x="24" y="2"/>
                  </a:cubicBezTo>
                  <a:cubicBezTo>
                    <a:pt x="24" y="0"/>
                    <a:pt x="25" y="0"/>
                    <a:pt x="27" y="0"/>
                  </a:cubicBezTo>
                  <a:cubicBezTo>
                    <a:pt x="80" y="0"/>
                    <a:pt x="80" y="0"/>
                    <a:pt x="80" y="0"/>
                  </a:cubicBezTo>
                  <a:cubicBezTo>
                    <a:pt x="82" y="0"/>
                    <a:pt x="83" y="1"/>
                    <a:pt x="83" y="2"/>
                  </a:cubicBezTo>
                  <a:cubicBezTo>
                    <a:pt x="103" y="42"/>
                    <a:pt x="103" y="42"/>
                    <a:pt x="103" y="42"/>
                  </a:cubicBezTo>
                  <a:cubicBezTo>
                    <a:pt x="103" y="43"/>
                    <a:pt x="103" y="44"/>
                    <a:pt x="102" y="45"/>
                  </a:cubicBezTo>
                  <a:cubicBezTo>
                    <a:pt x="102" y="46"/>
                    <a:pt x="101" y="47"/>
                    <a:pt x="100" y="47"/>
                  </a:cubicBezTo>
                  <a:cubicBezTo>
                    <a:pt x="67" y="47"/>
                    <a:pt x="67" y="47"/>
                    <a:pt x="67" y="47"/>
                  </a:cubicBezTo>
                  <a:cubicBezTo>
                    <a:pt x="65" y="47"/>
                    <a:pt x="64" y="45"/>
                    <a:pt x="64" y="44"/>
                  </a:cubicBezTo>
                  <a:cubicBezTo>
                    <a:pt x="64" y="42"/>
                    <a:pt x="65" y="40"/>
                    <a:pt x="67" y="40"/>
                  </a:cubicBezTo>
                  <a:cubicBezTo>
                    <a:pt x="94" y="40"/>
                    <a:pt x="94" y="40"/>
                    <a:pt x="94" y="40"/>
                  </a:cubicBezTo>
                  <a:cubicBezTo>
                    <a:pt x="78" y="7"/>
                    <a:pt x="78" y="7"/>
                    <a:pt x="78" y="7"/>
                  </a:cubicBezTo>
                  <a:cubicBezTo>
                    <a:pt x="29" y="7"/>
                    <a:pt x="29" y="7"/>
                    <a:pt x="29" y="7"/>
                  </a:cubicBezTo>
                  <a:cubicBezTo>
                    <a:pt x="7" y="45"/>
                    <a:pt x="7" y="45"/>
                    <a:pt x="7" y="45"/>
                  </a:cubicBezTo>
                  <a:cubicBezTo>
                    <a:pt x="6" y="46"/>
                    <a:pt x="5" y="47"/>
                    <a:pt x="4"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 name="Freeform 3849"/>
            <p:cNvSpPr>
              <a:spLocks/>
            </p:cNvSpPr>
            <p:nvPr/>
          </p:nvSpPr>
          <p:spPr bwMode="auto">
            <a:xfrm>
              <a:off x="7132638" y="3038476"/>
              <a:ext cx="112713" cy="90488"/>
            </a:xfrm>
            <a:custGeom>
              <a:avLst/>
              <a:gdLst>
                <a:gd name="T0" fmla="*/ 26 w 30"/>
                <a:gd name="T1" fmla="*/ 24 h 24"/>
                <a:gd name="T2" fmla="*/ 24 w 30"/>
                <a:gd name="T3" fmla="*/ 23 h 24"/>
                <a:gd name="T4" fmla="*/ 2 w 30"/>
                <a:gd name="T5" fmla="*/ 6 h 24"/>
                <a:gd name="T6" fmla="*/ 1 w 30"/>
                <a:gd name="T7" fmla="*/ 2 h 24"/>
                <a:gd name="T8" fmla="*/ 6 w 30"/>
                <a:gd name="T9" fmla="*/ 1 h 24"/>
                <a:gd name="T10" fmla="*/ 28 w 30"/>
                <a:gd name="T11" fmla="*/ 18 h 24"/>
                <a:gd name="T12" fmla="*/ 29 w 30"/>
                <a:gd name="T13" fmla="*/ 23 h 24"/>
                <a:gd name="T14" fmla="*/ 26 w 30"/>
                <a:gd name="T15" fmla="*/ 24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4">
                  <a:moveTo>
                    <a:pt x="26" y="24"/>
                  </a:moveTo>
                  <a:cubicBezTo>
                    <a:pt x="25" y="24"/>
                    <a:pt x="25" y="24"/>
                    <a:pt x="24" y="23"/>
                  </a:cubicBezTo>
                  <a:cubicBezTo>
                    <a:pt x="2" y="6"/>
                    <a:pt x="2" y="6"/>
                    <a:pt x="2" y="6"/>
                  </a:cubicBezTo>
                  <a:cubicBezTo>
                    <a:pt x="0" y="5"/>
                    <a:pt x="0" y="3"/>
                    <a:pt x="1" y="2"/>
                  </a:cubicBezTo>
                  <a:cubicBezTo>
                    <a:pt x="2" y="0"/>
                    <a:pt x="4" y="0"/>
                    <a:pt x="6" y="1"/>
                  </a:cubicBezTo>
                  <a:cubicBezTo>
                    <a:pt x="28" y="18"/>
                    <a:pt x="28" y="18"/>
                    <a:pt x="28" y="18"/>
                  </a:cubicBezTo>
                  <a:cubicBezTo>
                    <a:pt x="30" y="19"/>
                    <a:pt x="30" y="21"/>
                    <a:pt x="29" y="23"/>
                  </a:cubicBezTo>
                  <a:cubicBezTo>
                    <a:pt x="28" y="24"/>
                    <a:pt x="27" y="24"/>
                    <a:pt x="26"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 name="Freeform 3850"/>
            <p:cNvSpPr>
              <a:spLocks noEditPoints="1"/>
            </p:cNvSpPr>
            <p:nvPr/>
          </p:nvSpPr>
          <p:spPr bwMode="auto">
            <a:xfrm>
              <a:off x="7219951" y="3082926"/>
              <a:ext cx="104775" cy="109538"/>
            </a:xfrm>
            <a:custGeom>
              <a:avLst/>
              <a:gdLst>
                <a:gd name="T0" fmla="*/ 14 w 28"/>
                <a:gd name="T1" fmla="*/ 29 h 29"/>
                <a:gd name="T2" fmla="*/ 0 w 28"/>
                <a:gd name="T3" fmla="*/ 14 h 29"/>
                <a:gd name="T4" fmla="*/ 14 w 28"/>
                <a:gd name="T5" fmla="*/ 0 h 29"/>
                <a:gd name="T6" fmla="*/ 28 w 28"/>
                <a:gd name="T7" fmla="*/ 14 h 29"/>
                <a:gd name="T8" fmla="*/ 14 w 28"/>
                <a:gd name="T9" fmla="*/ 29 h 29"/>
                <a:gd name="T10" fmla="*/ 14 w 28"/>
                <a:gd name="T11" fmla="*/ 7 h 29"/>
                <a:gd name="T12" fmla="*/ 6 w 28"/>
                <a:gd name="T13" fmla="*/ 14 h 29"/>
                <a:gd name="T14" fmla="*/ 14 w 28"/>
                <a:gd name="T15" fmla="*/ 22 h 29"/>
                <a:gd name="T16" fmla="*/ 22 w 28"/>
                <a:gd name="T17" fmla="*/ 14 h 29"/>
                <a:gd name="T18" fmla="*/ 14 w 28"/>
                <a:gd name="T19" fmla="*/ 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29">
                  <a:moveTo>
                    <a:pt x="14" y="29"/>
                  </a:moveTo>
                  <a:cubicBezTo>
                    <a:pt x="6" y="29"/>
                    <a:pt x="0" y="22"/>
                    <a:pt x="0" y="14"/>
                  </a:cubicBezTo>
                  <a:cubicBezTo>
                    <a:pt x="0" y="6"/>
                    <a:pt x="6" y="0"/>
                    <a:pt x="14" y="0"/>
                  </a:cubicBezTo>
                  <a:cubicBezTo>
                    <a:pt x="22" y="0"/>
                    <a:pt x="28" y="6"/>
                    <a:pt x="28" y="14"/>
                  </a:cubicBezTo>
                  <a:cubicBezTo>
                    <a:pt x="28" y="22"/>
                    <a:pt x="22" y="29"/>
                    <a:pt x="14" y="29"/>
                  </a:cubicBezTo>
                  <a:close/>
                  <a:moveTo>
                    <a:pt x="14" y="7"/>
                  </a:moveTo>
                  <a:cubicBezTo>
                    <a:pt x="10" y="7"/>
                    <a:pt x="6" y="10"/>
                    <a:pt x="6" y="14"/>
                  </a:cubicBezTo>
                  <a:cubicBezTo>
                    <a:pt x="6" y="18"/>
                    <a:pt x="10" y="22"/>
                    <a:pt x="14" y="22"/>
                  </a:cubicBezTo>
                  <a:cubicBezTo>
                    <a:pt x="18" y="22"/>
                    <a:pt x="22" y="18"/>
                    <a:pt x="22" y="14"/>
                  </a:cubicBezTo>
                  <a:cubicBezTo>
                    <a:pt x="22" y="10"/>
                    <a:pt x="18" y="7"/>
                    <a:pt x="1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79" name="组合 78"/>
          <p:cNvGrpSpPr/>
          <p:nvPr/>
        </p:nvGrpSpPr>
        <p:grpSpPr>
          <a:xfrm>
            <a:off x="7827933" y="2072709"/>
            <a:ext cx="1097231" cy="651627"/>
            <a:chOff x="5184776" y="5205413"/>
            <a:chExt cx="2232025" cy="1325562"/>
          </a:xfrm>
          <a:solidFill>
            <a:schemeClr val="bg1"/>
          </a:solidFill>
        </p:grpSpPr>
        <p:sp>
          <p:nvSpPr>
            <p:cNvPr id="80" name="Oval 3798"/>
            <p:cNvSpPr>
              <a:spLocks noChangeArrowheads="1"/>
            </p:cNvSpPr>
            <p:nvPr/>
          </p:nvSpPr>
          <p:spPr bwMode="auto">
            <a:xfrm>
              <a:off x="5319713" y="5729288"/>
              <a:ext cx="288925" cy="2936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 name="Oval 3799"/>
            <p:cNvSpPr>
              <a:spLocks noChangeArrowheads="1"/>
            </p:cNvSpPr>
            <p:nvPr/>
          </p:nvSpPr>
          <p:spPr bwMode="auto">
            <a:xfrm>
              <a:off x="6473826" y="5729288"/>
              <a:ext cx="295275" cy="2968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 name="Freeform 3800"/>
            <p:cNvSpPr>
              <a:spLocks noEditPoints="1"/>
            </p:cNvSpPr>
            <p:nvPr/>
          </p:nvSpPr>
          <p:spPr bwMode="auto">
            <a:xfrm>
              <a:off x="5184776" y="5205413"/>
              <a:ext cx="1727200" cy="647700"/>
            </a:xfrm>
            <a:custGeom>
              <a:avLst/>
              <a:gdLst>
                <a:gd name="T0" fmla="*/ 492 w 543"/>
                <a:gd name="T1" fmla="*/ 82 h 204"/>
                <a:gd name="T2" fmla="*/ 410 w 543"/>
                <a:gd name="T3" fmla="*/ 29 h 204"/>
                <a:gd name="T4" fmla="*/ 225 w 543"/>
                <a:gd name="T5" fmla="*/ 15 h 204"/>
                <a:gd name="T6" fmla="*/ 128 w 543"/>
                <a:gd name="T7" fmla="*/ 82 h 204"/>
                <a:gd name="T8" fmla="*/ 68 w 543"/>
                <a:gd name="T9" fmla="*/ 103 h 204"/>
                <a:gd name="T10" fmla="*/ 6 w 543"/>
                <a:gd name="T11" fmla="*/ 146 h 204"/>
                <a:gd name="T12" fmla="*/ 1 w 543"/>
                <a:gd name="T13" fmla="*/ 204 h 204"/>
                <a:gd name="T14" fmla="*/ 35 w 543"/>
                <a:gd name="T15" fmla="*/ 204 h 204"/>
                <a:gd name="T16" fmla="*/ 88 w 543"/>
                <a:gd name="T17" fmla="*/ 153 h 204"/>
                <a:gd name="T18" fmla="*/ 140 w 543"/>
                <a:gd name="T19" fmla="*/ 204 h 204"/>
                <a:gd name="T20" fmla="*/ 399 w 543"/>
                <a:gd name="T21" fmla="*/ 204 h 204"/>
                <a:gd name="T22" fmla="*/ 451 w 543"/>
                <a:gd name="T23" fmla="*/ 153 h 204"/>
                <a:gd name="T24" fmla="*/ 503 w 543"/>
                <a:gd name="T25" fmla="*/ 204 h 204"/>
                <a:gd name="T26" fmla="*/ 536 w 543"/>
                <a:gd name="T27" fmla="*/ 204 h 204"/>
                <a:gd name="T28" fmla="*/ 542 w 543"/>
                <a:gd name="T29" fmla="*/ 125 h 204"/>
                <a:gd name="T30" fmla="*/ 492 w 543"/>
                <a:gd name="T31" fmla="*/ 82 h 204"/>
                <a:gd name="T32" fmla="*/ 228 w 543"/>
                <a:gd name="T33" fmla="*/ 26 h 204"/>
                <a:gd name="T34" fmla="*/ 279 w 543"/>
                <a:gd name="T35" fmla="*/ 19 h 204"/>
                <a:gd name="T36" fmla="*/ 279 w 543"/>
                <a:gd name="T37" fmla="*/ 77 h 204"/>
                <a:gd name="T38" fmla="*/ 151 w 543"/>
                <a:gd name="T39" fmla="*/ 77 h 204"/>
                <a:gd name="T40" fmla="*/ 228 w 543"/>
                <a:gd name="T41" fmla="*/ 26 h 204"/>
                <a:gd name="T42" fmla="*/ 412 w 543"/>
                <a:gd name="T43" fmla="*/ 77 h 204"/>
                <a:gd name="T44" fmla="*/ 287 w 543"/>
                <a:gd name="T45" fmla="*/ 77 h 204"/>
                <a:gd name="T46" fmla="*/ 287 w 543"/>
                <a:gd name="T47" fmla="*/ 19 h 204"/>
                <a:gd name="T48" fmla="*/ 408 w 543"/>
                <a:gd name="T49" fmla="*/ 40 h 204"/>
                <a:gd name="T50" fmla="*/ 412 w 543"/>
                <a:gd name="T51" fmla="*/ 7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3" h="204">
                  <a:moveTo>
                    <a:pt x="492" y="82"/>
                  </a:moveTo>
                  <a:cubicBezTo>
                    <a:pt x="492" y="82"/>
                    <a:pt x="435" y="41"/>
                    <a:pt x="410" y="29"/>
                  </a:cubicBezTo>
                  <a:cubicBezTo>
                    <a:pt x="368" y="10"/>
                    <a:pt x="268" y="0"/>
                    <a:pt x="225" y="15"/>
                  </a:cubicBezTo>
                  <a:cubicBezTo>
                    <a:pt x="196" y="25"/>
                    <a:pt x="128" y="82"/>
                    <a:pt x="128" y="82"/>
                  </a:cubicBezTo>
                  <a:cubicBezTo>
                    <a:pt x="128" y="82"/>
                    <a:pt x="84" y="96"/>
                    <a:pt x="68" y="103"/>
                  </a:cubicBezTo>
                  <a:cubicBezTo>
                    <a:pt x="41" y="115"/>
                    <a:pt x="18" y="117"/>
                    <a:pt x="6" y="146"/>
                  </a:cubicBezTo>
                  <a:cubicBezTo>
                    <a:pt x="0" y="159"/>
                    <a:pt x="1" y="204"/>
                    <a:pt x="1" y="204"/>
                  </a:cubicBezTo>
                  <a:cubicBezTo>
                    <a:pt x="35" y="204"/>
                    <a:pt x="35" y="204"/>
                    <a:pt x="35" y="204"/>
                  </a:cubicBezTo>
                  <a:cubicBezTo>
                    <a:pt x="35" y="176"/>
                    <a:pt x="59" y="153"/>
                    <a:pt x="88" y="153"/>
                  </a:cubicBezTo>
                  <a:cubicBezTo>
                    <a:pt x="116" y="153"/>
                    <a:pt x="140" y="176"/>
                    <a:pt x="140" y="204"/>
                  </a:cubicBezTo>
                  <a:cubicBezTo>
                    <a:pt x="399" y="204"/>
                    <a:pt x="399" y="204"/>
                    <a:pt x="399" y="204"/>
                  </a:cubicBezTo>
                  <a:cubicBezTo>
                    <a:pt x="399" y="176"/>
                    <a:pt x="422" y="153"/>
                    <a:pt x="451" y="153"/>
                  </a:cubicBezTo>
                  <a:cubicBezTo>
                    <a:pt x="480" y="153"/>
                    <a:pt x="503" y="176"/>
                    <a:pt x="503" y="204"/>
                  </a:cubicBezTo>
                  <a:cubicBezTo>
                    <a:pt x="536" y="204"/>
                    <a:pt x="536" y="204"/>
                    <a:pt x="536" y="204"/>
                  </a:cubicBezTo>
                  <a:cubicBezTo>
                    <a:pt x="536" y="204"/>
                    <a:pt x="541" y="140"/>
                    <a:pt x="542" y="125"/>
                  </a:cubicBezTo>
                  <a:cubicBezTo>
                    <a:pt x="543" y="101"/>
                    <a:pt x="522" y="87"/>
                    <a:pt x="492" y="82"/>
                  </a:cubicBezTo>
                  <a:close/>
                  <a:moveTo>
                    <a:pt x="228" y="26"/>
                  </a:moveTo>
                  <a:cubicBezTo>
                    <a:pt x="240" y="22"/>
                    <a:pt x="258" y="19"/>
                    <a:pt x="279" y="19"/>
                  </a:cubicBezTo>
                  <a:cubicBezTo>
                    <a:pt x="279" y="77"/>
                    <a:pt x="279" y="77"/>
                    <a:pt x="279" y="77"/>
                  </a:cubicBezTo>
                  <a:cubicBezTo>
                    <a:pt x="151" y="77"/>
                    <a:pt x="151" y="77"/>
                    <a:pt x="151" y="77"/>
                  </a:cubicBezTo>
                  <a:cubicBezTo>
                    <a:pt x="179" y="55"/>
                    <a:pt x="212" y="31"/>
                    <a:pt x="228" y="26"/>
                  </a:cubicBezTo>
                  <a:close/>
                  <a:moveTo>
                    <a:pt x="412" y="77"/>
                  </a:moveTo>
                  <a:cubicBezTo>
                    <a:pt x="287" y="77"/>
                    <a:pt x="287" y="77"/>
                    <a:pt x="287" y="77"/>
                  </a:cubicBezTo>
                  <a:cubicBezTo>
                    <a:pt x="287" y="19"/>
                    <a:pt x="287" y="19"/>
                    <a:pt x="287" y="19"/>
                  </a:cubicBezTo>
                  <a:cubicBezTo>
                    <a:pt x="332" y="19"/>
                    <a:pt x="382" y="28"/>
                    <a:pt x="408" y="40"/>
                  </a:cubicBezTo>
                  <a:cubicBezTo>
                    <a:pt x="414" y="43"/>
                    <a:pt x="412" y="77"/>
                    <a:pt x="412"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 name="Freeform 3801"/>
            <p:cNvSpPr>
              <a:spLocks/>
            </p:cNvSpPr>
            <p:nvPr/>
          </p:nvSpPr>
          <p:spPr bwMode="auto">
            <a:xfrm>
              <a:off x="5986463" y="6292850"/>
              <a:ext cx="209550" cy="136525"/>
            </a:xfrm>
            <a:custGeom>
              <a:avLst/>
              <a:gdLst>
                <a:gd name="T0" fmla="*/ 66 w 66"/>
                <a:gd name="T1" fmla="*/ 35 h 43"/>
                <a:gd name="T2" fmla="*/ 58 w 66"/>
                <a:gd name="T3" fmla="*/ 43 h 43"/>
                <a:gd name="T4" fmla="*/ 8 w 66"/>
                <a:gd name="T5" fmla="*/ 43 h 43"/>
                <a:gd name="T6" fmla="*/ 0 w 66"/>
                <a:gd name="T7" fmla="*/ 35 h 43"/>
                <a:gd name="T8" fmla="*/ 0 w 66"/>
                <a:gd name="T9" fmla="*/ 8 h 43"/>
                <a:gd name="T10" fmla="*/ 8 w 66"/>
                <a:gd name="T11" fmla="*/ 0 h 43"/>
                <a:gd name="T12" fmla="*/ 58 w 66"/>
                <a:gd name="T13" fmla="*/ 0 h 43"/>
                <a:gd name="T14" fmla="*/ 66 w 66"/>
                <a:gd name="T15" fmla="*/ 8 h 43"/>
                <a:gd name="T16" fmla="*/ 66 w 66"/>
                <a:gd name="T17" fmla="*/ 3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43">
                  <a:moveTo>
                    <a:pt x="66" y="35"/>
                  </a:moveTo>
                  <a:cubicBezTo>
                    <a:pt x="66" y="40"/>
                    <a:pt x="63" y="43"/>
                    <a:pt x="58" y="43"/>
                  </a:cubicBezTo>
                  <a:cubicBezTo>
                    <a:pt x="8" y="43"/>
                    <a:pt x="8" y="43"/>
                    <a:pt x="8" y="43"/>
                  </a:cubicBezTo>
                  <a:cubicBezTo>
                    <a:pt x="4" y="43"/>
                    <a:pt x="0" y="40"/>
                    <a:pt x="0" y="35"/>
                  </a:cubicBezTo>
                  <a:cubicBezTo>
                    <a:pt x="0" y="8"/>
                    <a:pt x="0" y="8"/>
                    <a:pt x="0" y="8"/>
                  </a:cubicBezTo>
                  <a:cubicBezTo>
                    <a:pt x="0" y="4"/>
                    <a:pt x="4" y="0"/>
                    <a:pt x="8" y="0"/>
                  </a:cubicBezTo>
                  <a:cubicBezTo>
                    <a:pt x="58" y="0"/>
                    <a:pt x="58" y="0"/>
                    <a:pt x="58" y="0"/>
                  </a:cubicBezTo>
                  <a:cubicBezTo>
                    <a:pt x="63" y="0"/>
                    <a:pt x="66" y="4"/>
                    <a:pt x="66" y="8"/>
                  </a:cubicBezTo>
                  <a:lnTo>
                    <a:pt x="66"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 name="Freeform 3802"/>
            <p:cNvSpPr>
              <a:spLocks/>
            </p:cNvSpPr>
            <p:nvPr/>
          </p:nvSpPr>
          <p:spPr bwMode="auto">
            <a:xfrm>
              <a:off x="5922963" y="6194425"/>
              <a:ext cx="165100" cy="336550"/>
            </a:xfrm>
            <a:custGeom>
              <a:avLst/>
              <a:gdLst>
                <a:gd name="T0" fmla="*/ 0 w 52"/>
                <a:gd name="T1" fmla="*/ 0 h 106"/>
                <a:gd name="T2" fmla="*/ 0 w 52"/>
                <a:gd name="T3" fmla="*/ 106 h 106"/>
                <a:gd name="T4" fmla="*/ 52 w 52"/>
                <a:gd name="T5" fmla="*/ 53 h 106"/>
                <a:gd name="T6" fmla="*/ 0 w 52"/>
                <a:gd name="T7" fmla="*/ 0 h 106"/>
              </a:gdLst>
              <a:ahLst/>
              <a:cxnLst>
                <a:cxn ang="0">
                  <a:pos x="T0" y="T1"/>
                </a:cxn>
                <a:cxn ang="0">
                  <a:pos x="T2" y="T3"/>
                </a:cxn>
                <a:cxn ang="0">
                  <a:pos x="T4" y="T5"/>
                </a:cxn>
                <a:cxn ang="0">
                  <a:pos x="T6" y="T7"/>
                </a:cxn>
              </a:cxnLst>
              <a:rect l="0" t="0" r="r" b="b"/>
              <a:pathLst>
                <a:path w="52" h="106">
                  <a:moveTo>
                    <a:pt x="0" y="0"/>
                  </a:moveTo>
                  <a:cubicBezTo>
                    <a:pt x="0" y="106"/>
                    <a:pt x="0" y="106"/>
                    <a:pt x="0" y="106"/>
                  </a:cubicBezTo>
                  <a:cubicBezTo>
                    <a:pt x="29" y="105"/>
                    <a:pt x="52" y="82"/>
                    <a:pt x="52" y="53"/>
                  </a:cubicBezTo>
                  <a:cubicBezTo>
                    <a:pt x="52" y="24"/>
                    <a:pt x="29"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 name="Rectangle 3803"/>
            <p:cNvSpPr>
              <a:spLocks noChangeArrowheads="1"/>
            </p:cNvSpPr>
            <p:nvPr/>
          </p:nvSpPr>
          <p:spPr bwMode="auto">
            <a:xfrm>
              <a:off x="5849938" y="6194425"/>
              <a:ext cx="73025" cy="3365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 name="Freeform 3804"/>
            <p:cNvSpPr>
              <a:spLocks/>
            </p:cNvSpPr>
            <p:nvPr/>
          </p:nvSpPr>
          <p:spPr bwMode="auto">
            <a:xfrm>
              <a:off x="5675313" y="6257925"/>
              <a:ext cx="222250" cy="41275"/>
            </a:xfrm>
            <a:custGeom>
              <a:avLst/>
              <a:gdLst>
                <a:gd name="T0" fmla="*/ 70 w 70"/>
                <a:gd name="T1" fmla="*/ 6 h 13"/>
                <a:gd name="T2" fmla="*/ 63 w 70"/>
                <a:gd name="T3" fmla="*/ 13 h 13"/>
                <a:gd name="T4" fmla="*/ 6 w 70"/>
                <a:gd name="T5" fmla="*/ 13 h 13"/>
                <a:gd name="T6" fmla="*/ 0 w 70"/>
                <a:gd name="T7" fmla="*/ 6 h 13"/>
                <a:gd name="T8" fmla="*/ 0 w 70"/>
                <a:gd name="T9" fmla="*/ 6 h 13"/>
                <a:gd name="T10" fmla="*/ 6 w 70"/>
                <a:gd name="T11" fmla="*/ 0 h 13"/>
                <a:gd name="T12" fmla="*/ 63 w 70"/>
                <a:gd name="T13" fmla="*/ 0 h 13"/>
                <a:gd name="T14" fmla="*/ 70 w 70"/>
                <a:gd name="T15" fmla="*/ 6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13">
                  <a:moveTo>
                    <a:pt x="70" y="6"/>
                  </a:moveTo>
                  <a:cubicBezTo>
                    <a:pt x="70" y="10"/>
                    <a:pt x="67" y="13"/>
                    <a:pt x="63" y="13"/>
                  </a:cubicBezTo>
                  <a:cubicBezTo>
                    <a:pt x="6" y="13"/>
                    <a:pt x="6" y="13"/>
                    <a:pt x="6" y="13"/>
                  </a:cubicBezTo>
                  <a:cubicBezTo>
                    <a:pt x="3" y="13"/>
                    <a:pt x="0" y="10"/>
                    <a:pt x="0" y="6"/>
                  </a:cubicBezTo>
                  <a:cubicBezTo>
                    <a:pt x="0" y="6"/>
                    <a:pt x="0" y="6"/>
                    <a:pt x="0" y="6"/>
                  </a:cubicBezTo>
                  <a:cubicBezTo>
                    <a:pt x="0" y="3"/>
                    <a:pt x="3" y="0"/>
                    <a:pt x="6" y="0"/>
                  </a:cubicBezTo>
                  <a:cubicBezTo>
                    <a:pt x="63" y="0"/>
                    <a:pt x="63" y="0"/>
                    <a:pt x="63" y="0"/>
                  </a:cubicBezTo>
                  <a:cubicBezTo>
                    <a:pt x="67" y="0"/>
                    <a:pt x="70" y="3"/>
                    <a:pt x="7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 name="Freeform 3805"/>
            <p:cNvSpPr>
              <a:spLocks/>
            </p:cNvSpPr>
            <p:nvPr/>
          </p:nvSpPr>
          <p:spPr bwMode="auto">
            <a:xfrm>
              <a:off x="5675313" y="6419850"/>
              <a:ext cx="222250" cy="41275"/>
            </a:xfrm>
            <a:custGeom>
              <a:avLst/>
              <a:gdLst>
                <a:gd name="T0" fmla="*/ 70 w 70"/>
                <a:gd name="T1" fmla="*/ 6 h 13"/>
                <a:gd name="T2" fmla="*/ 63 w 70"/>
                <a:gd name="T3" fmla="*/ 13 h 13"/>
                <a:gd name="T4" fmla="*/ 6 w 70"/>
                <a:gd name="T5" fmla="*/ 13 h 13"/>
                <a:gd name="T6" fmla="*/ 0 w 70"/>
                <a:gd name="T7" fmla="*/ 6 h 13"/>
                <a:gd name="T8" fmla="*/ 0 w 70"/>
                <a:gd name="T9" fmla="*/ 6 h 13"/>
                <a:gd name="T10" fmla="*/ 6 w 70"/>
                <a:gd name="T11" fmla="*/ 0 h 13"/>
                <a:gd name="T12" fmla="*/ 63 w 70"/>
                <a:gd name="T13" fmla="*/ 0 h 13"/>
                <a:gd name="T14" fmla="*/ 70 w 70"/>
                <a:gd name="T15" fmla="*/ 6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13">
                  <a:moveTo>
                    <a:pt x="70" y="6"/>
                  </a:moveTo>
                  <a:cubicBezTo>
                    <a:pt x="70" y="10"/>
                    <a:pt x="67" y="13"/>
                    <a:pt x="63" y="13"/>
                  </a:cubicBezTo>
                  <a:cubicBezTo>
                    <a:pt x="6" y="13"/>
                    <a:pt x="6" y="13"/>
                    <a:pt x="6" y="13"/>
                  </a:cubicBezTo>
                  <a:cubicBezTo>
                    <a:pt x="3" y="13"/>
                    <a:pt x="0" y="10"/>
                    <a:pt x="0" y="6"/>
                  </a:cubicBezTo>
                  <a:cubicBezTo>
                    <a:pt x="0" y="6"/>
                    <a:pt x="0" y="6"/>
                    <a:pt x="0" y="6"/>
                  </a:cubicBezTo>
                  <a:cubicBezTo>
                    <a:pt x="0" y="3"/>
                    <a:pt x="3" y="0"/>
                    <a:pt x="6" y="0"/>
                  </a:cubicBezTo>
                  <a:cubicBezTo>
                    <a:pt x="63" y="0"/>
                    <a:pt x="63" y="0"/>
                    <a:pt x="63" y="0"/>
                  </a:cubicBezTo>
                  <a:cubicBezTo>
                    <a:pt x="67" y="0"/>
                    <a:pt x="70" y="3"/>
                    <a:pt x="7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 name="Freeform 3806"/>
            <p:cNvSpPr>
              <a:spLocks/>
            </p:cNvSpPr>
            <p:nvPr/>
          </p:nvSpPr>
          <p:spPr bwMode="auto">
            <a:xfrm>
              <a:off x="5970588" y="5688013"/>
              <a:ext cx="1446213" cy="687388"/>
            </a:xfrm>
            <a:custGeom>
              <a:avLst/>
              <a:gdLst>
                <a:gd name="T0" fmla="*/ 341 w 455"/>
                <a:gd name="T1" fmla="*/ 16 h 216"/>
                <a:gd name="T2" fmla="*/ 271 w 455"/>
                <a:gd name="T3" fmla="*/ 0 h 216"/>
                <a:gd name="T4" fmla="*/ 271 w 455"/>
                <a:gd name="T5" fmla="*/ 9 h 216"/>
                <a:gd name="T6" fmla="*/ 338 w 455"/>
                <a:gd name="T7" fmla="*/ 25 h 216"/>
                <a:gd name="T8" fmla="*/ 446 w 455"/>
                <a:gd name="T9" fmla="*/ 100 h 216"/>
                <a:gd name="T10" fmla="*/ 338 w 455"/>
                <a:gd name="T11" fmla="*/ 174 h 216"/>
                <a:gd name="T12" fmla="*/ 71 w 455"/>
                <a:gd name="T13" fmla="*/ 207 h 216"/>
                <a:gd name="T14" fmla="*/ 0 w 455"/>
                <a:gd name="T15" fmla="*/ 205 h 216"/>
                <a:gd name="T16" fmla="*/ 0 w 455"/>
                <a:gd name="T17" fmla="*/ 214 h 216"/>
                <a:gd name="T18" fmla="*/ 71 w 455"/>
                <a:gd name="T19" fmla="*/ 216 h 216"/>
                <a:gd name="T20" fmla="*/ 341 w 455"/>
                <a:gd name="T21" fmla="*/ 183 h 216"/>
                <a:gd name="T22" fmla="*/ 455 w 455"/>
                <a:gd name="T23" fmla="*/ 100 h 216"/>
                <a:gd name="T24" fmla="*/ 341 w 455"/>
                <a:gd name="T25" fmla="*/ 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55" h="216">
                  <a:moveTo>
                    <a:pt x="341" y="16"/>
                  </a:moveTo>
                  <a:cubicBezTo>
                    <a:pt x="319" y="10"/>
                    <a:pt x="296" y="4"/>
                    <a:pt x="271" y="0"/>
                  </a:cubicBezTo>
                  <a:cubicBezTo>
                    <a:pt x="271" y="9"/>
                    <a:pt x="271" y="9"/>
                    <a:pt x="271" y="9"/>
                  </a:cubicBezTo>
                  <a:cubicBezTo>
                    <a:pt x="295" y="13"/>
                    <a:pt x="318" y="19"/>
                    <a:pt x="338" y="25"/>
                  </a:cubicBezTo>
                  <a:cubicBezTo>
                    <a:pt x="407" y="45"/>
                    <a:pt x="446" y="72"/>
                    <a:pt x="446" y="100"/>
                  </a:cubicBezTo>
                  <a:cubicBezTo>
                    <a:pt x="446" y="127"/>
                    <a:pt x="407" y="154"/>
                    <a:pt x="338" y="174"/>
                  </a:cubicBezTo>
                  <a:cubicBezTo>
                    <a:pt x="267" y="195"/>
                    <a:pt x="172" y="207"/>
                    <a:pt x="71" y="207"/>
                  </a:cubicBezTo>
                  <a:cubicBezTo>
                    <a:pt x="47" y="207"/>
                    <a:pt x="23" y="206"/>
                    <a:pt x="0" y="205"/>
                  </a:cubicBezTo>
                  <a:cubicBezTo>
                    <a:pt x="0" y="214"/>
                    <a:pt x="0" y="214"/>
                    <a:pt x="0" y="214"/>
                  </a:cubicBezTo>
                  <a:cubicBezTo>
                    <a:pt x="23" y="215"/>
                    <a:pt x="47" y="216"/>
                    <a:pt x="71" y="216"/>
                  </a:cubicBezTo>
                  <a:cubicBezTo>
                    <a:pt x="173" y="216"/>
                    <a:pt x="269" y="204"/>
                    <a:pt x="341" y="183"/>
                  </a:cubicBezTo>
                  <a:cubicBezTo>
                    <a:pt x="415" y="161"/>
                    <a:pt x="455" y="132"/>
                    <a:pt x="455" y="100"/>
                  </a:cubicBezTo>
                  <a:cubicBezTo>
                    <a:pt x="455" y="67"/>
                    <a:pt x="415" y="38"/>
                    <a:pt x="341"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41"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三项循环</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245767134"/>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三项对比</a:t>
            </a:r>
            <a:endParaRPr lang="zh-CN" altLang="zh-CN" sz="2800" b="1" dirty="0">
              <a:solidFill>
                <a:schemeClr val="tx1">
                  <a:lumMod val="65000"/>
                  <a:lumOff val="35000"/>
                </a:schemeClr>
              </a:solidFill>
            </a:endParaRPr>
          </a:p>
        </p:txBody>
      </p:sp>
      <p:pic>
        <p:nvPicPr>
          <p:cNvPr id="112" name="图片 11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960758" y="6076757"/>
            <a:ext cx="2865776" cy="314746"/>
          </a:xfrm>
          <a:prstGeom prst="rect">
            <a:avLst/>
          </a:prstGeom>
        </p:spPr>
      </p:pic>
      <p:pic>
        <p:nvPicPr>
          <p:cNvPr id="113" name="图片 112"/>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4639888" y="5978040"/>
            <a:ext cx="2763837" cy="303550"/>
          </a:xfrm>
          <a:prstGeom prst="rect">
            <a:avLst/>
          </a:prstGeom>
        </p:spPr>
      </p:pic>
      <p:sp>
        <p:nvSpPr>
          <p:cNvPr id="114" name="Freeform 5"/>
          <p:cNvSpPr>
            <a:spLocks/>
          </p:cNvSpPr>
          <p:nvPr/>
        </p:nvSpPr>
        <p:spPr bwMode="auto">
          <a:xfrm>
            <a:off x="2936195" y="4094389"/>
            <a:ext cx="1590675" cy="2247900"/>
          </a:xfrm>
          <a:custGeom>
            <a:avLst/>
            <a:gdLst>
              <a:gd name="T0" fmla="*/ 1002 w 1002"/>
              <a:gd name="T1" fmla="*/ 1416 h 1416"/>
              <a:gd name="T2" fmla="*/ 871 w 1002"/>
              <a:gd name="T3" fmla="*/ 1373 h 1416"/>
              <a:gd name="T4" fmla="*/ 0 w 1002"/>
              <a:gd name="T5" fmla="*/ 0 h 1416"/>
              <a:gd name="T6" fmla="*/ 109 w 1002"/>
              <a:gd name="T7" fmla="*/ 21 h 1416"/>
              <a:gd name="T8" fmla="*/ 1002 w 1002"/>
              <a:gd name="T9" fmla="*/ 1416 h 1416"/>
            </a:gdLst>
            <a:ahLst/>
            <a:cxnLst>
              <a:cxn ang="0">
                <a:pos x="T0" y="T1"/>
              </a:cxn>
              <a:cxn ang="0">
                <a:pos x="T2" y="T3"/>
              </a:cxn>
              <a:cxn ang="0">
                <a:pos x="T4" y="T5"/>
              </a:cxn>
              <a:cxn ang="0">
                <a:pos x="T6" y="T7"/>
              </a:cxn>
              <a:cxn ang="0">
                <a:pos x="T8" y="T9"/>
              </a:cxn>
            </a:cxnLst>
            <a:rect l="0" t="0" r="r" b="b"/>
            <a:pathLst>
              <a:path w="1002" h="1416">
                <a:moveTo>
                  <a:pt x="1002" y="1416"/>
                </a:moveTo>
                <a:lnTo>
                  <a:pt x="871" y="1373"/>
                </a:lnTo>
                <a:lnTo>
                  <a:pt x="0" y="0"/>
                </a:lnTo>
                <a:lnTo>
                  <a:pt x="109" y="21"/>
                </a:lnTo>
                <a:lnTo>
                  <a:pt x="1002" y="1416"/>
                </a:lnTo>
                <a:close/>
              </a:path>
            </a:pathLst>
          </a:custGeom>
          <a:solidFill>
            <a:srgbClr val="0075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6"/>
          <p:cNvSpPr>
            <a:spLocks/>
          </p:cNvSpPr>
          <p:nvPr/>
        </p:nvSpPr>
        <p:spPr bwMode="auto">
          <a:xfrm>
            <a:off x="2936195" y="1917927"/>
            <a:ext cx="1590675" cy="2209800"/>
          </a:xfrm>
          <a:custGeom>
            <a:avLst/>
            <a:gdLst>
              <a:gd name="T0" fmla="*/ 109 w 1002"/>
              <a:gd name="T1" fmla="*/ 1392 h 1392"/>
              <a:gd name="T2" fmla="*/ 0 w 1002"/>
              <a:gd name="T3" fmla="*/ 1371 h 1392"/>
              <a:gd name="T4" fmla="*/ 829 w 1002"/>
              <a:gd name="T5" fmla="*/ 76 h 1392"/>
              <a:gd name="T6" fmla="*/ 1002 w 1002"/>
              <a:gd name="T7" fmla="*/ 0 h 1392"/>
              <a:gd name="T8" fmla="*/ 109 w 1002"/>
              <a:gd name="T9" fmla="*/ 1392 h 1392"/>
            </a:gdLst>
            <a:ahLst/>
            <a:cxnLst>
              <a:cxn ang="0">
                <a:pos x="T0" y="T1"/>
              </a:cxn>
              <a:cxn ang="0">
                <a:pos x="T2" y="T3"/>
              </a:cxn>
              <a:cxn ang="0">
                <a:pos x="T4" y="T5"/>
              </a:cxn>
              <a:cxn ang="0">
                <a:pos x="T6" y="T7"/>
              </a:cxn>
              <a:cxn ang="0">
                <a:pos x="T8" y="T9"/>
              </a:cxn>
            </a:cxnLst>
            <a:rect l="0" t="0" r="r" b="b"/>
            <a:pathLst>
              <a:path w="1002" h="1392">
                <a:moveTo>
                  <a:pt x="109" y="1392"/>
                </a:moveTo>
                <a:lnTo>
                  <a:pt x="0" y="1371"/>
                </a:lnTo>
                <a:lnTo>
                  <a:pt x="829" y="76"/>
                </a:lnTo>
                <a:lnTo>
                  <a:pt x="1002" y="0"/>
                </a:lnTo>
                <a:lnTo>
                  <a:pt x="109" y="1392"/>
                </a:lnTo>
                <a:close/>
              </a:path>
            </a:pathLst>
          </a:custGeom>
          <a:solidFill>
            <a:srgbClr val="94D1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7"/>
          <p:cNvSpPr>
            <a:spLocks/>
          </p:cNvSpPr>
          <p:nvPr/>
        </p:nvSpPr>
        <p:spPr bwMode="auto">
          <a:xfrm>
            <a:off x="3109233" y="1917927"/>
            <a:ext cx="2830513" cy="4424363"/>
          </a:xfrm>
          <a:custGeom>
            <a:avLst/>
            <a:gdLst>
              <a:gd name="T0" fmla="*/ 893 w 1783"/>
              <a:gd name="T1" fmla="*/ 0 h 2787"/>
              <a:gd name="T2" fmla="*/ 1783 w 1783"/>
              <a:gd name="T3" fmla="*/ 1392 h 2787"/>
              <a:gd name="T4" fmla="*/ 893 w 1783"/>
              <a:gd name="T5" fmla="*/ 2787 h 2787"/>
              <a:gd name="T6" fmla="*/ 0 w 1783"/>
              <a:gd name="T7" fmla="*/ 1392 h 2787"/>
              <a:gd name="T8" fmla="*/ 893 w 1783"/>
              <a:gd name="T9" fmla="*/ 0 h 2787"/>
            </a:gdLst>
            <a:ahLst/>
            <a:cxnLst>
              <a:cxn ang="0">
                <a:pos x="T0" y="T1"/>
              </a:cxn>
              <a:cxn ang="0">
                <a:pos x="T2" y="T3"/>
              </a:cxn>
              <a:cxn ang="0">
                <a:pos x="T4" y="T5"/>
              </a:cxn>
              <a:cxn ang="0">
                <a:pos x="T6" y="T7"/>
              </a:cxn>
              <a:cxn ang="0">
                <a:pos x="T8" y="T9"/>
              </a:cxn>
            </a:cxnLst>
            <a:rect l="0" t="0" r="r" b="b"/>
            <a:pathLst>
              <a:path w="1783" h="2787">
                <a:moveTo>
                  <a:pt x="893" y="0"/>
                </a:moveTo>
                <a:lnTo>
                  <a:pt x="1783" y="1392"/>
                </a:lnTo>
                <a:lnTo>
                  <a:pt x="893" y="2787"/>
                </a:lnTo>
                <a:lnTo>
                  <a:pt x="0" y="1392"/>
                </a:lnTo>
                <a:lnTo>
                  <a:pt x="893" y="0"/>
                </a:lnTo>
                <a:close/>
              </a:path>
            </a:pathLst>
          </a:custGeom>
          <a:solidFill>
            <a:srgbClr val="00A9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8"/>
          <p:cNvSpPr>
            <a:spLocks/>
          </p:cNvSpPr>
          <p:nvPr/>
        </p:nvSpPr>
        <p:spPr bwMode="auto">
          <a:xfrm>
            <a:off x="4109358" y="4481739"/>
            <a:ext cx="1284288" cy="1762125"/>
          </a:xfrm>
          <a:custGeom>
            <a:avLst/>
            <a:gdLst>
              <a:gd name="T0" fmla="*/ 809 w 809"/>
              <a:gd name="T1" fmla="*/ 1110 h 1110"/>
              <a:gd name="T2" fmla="*/ 660 w 809"/>
              <a:gd name="T3" fmla="*/ 1075 h 1110"/>
              <a:gd name="T4" fmla="*/ 0 w 809"/>
              <a:gd name="T5" fmla="*/ 0 h 1110"/>
              <a:gd name="T6" fmla="*/ 114 w 809"/>
              <a:gd name="T7" fmla="*/ 24 h 1110"/>
              <a:gd name="T8" fmla="*/ 809 w 809"/>
              <a:gd name="T9" fmla="*/ 1110 h 1110"/>
            </a:gdLst>
            <a:ahLst/>
            <a:cxnLst>
              <a:cxn ang="0">
                <a:pos x="T0" y="T1"/>
              </a:cxn>
              <a:cxn ang="0">
                <a:pos x="T2" y="T3"/>
              </a:cxn>
              <a:cxn ang="0">
                <a:pos x="T4" y="T5"/>
              </a:cxn>
              <a:cxn ang="0">
                <a:pos x="T6" y="T7"/>
              </a:cxn>
              <a:cxn ang="0">
                <a:pos x="T8" y="T9"/>
              </a:cxn>
            </a:cxnLst>
            <a:rect l="0" t="0" r="r" b="b"/>
            <a:pathLst>
              <a:path w="809" h="1110">
                <a:moveTo>
                  <a:pt x="809" y="1110"/>
                </a:moveTo>
                <a:lnTo>
                  <a:pt x="660" y="1075"/>
                </a:lnTo>
                <a:lnTo>
                  <a:pt x="0" y="0"/>
                </a:lnTo>
                <a:lnTo>
                  <a:pt x="114" y="24"/>
                </a:lnTo>
                <a:lnTo>
                  <a:pt x="809" y="1110"/>
                </a:lnTo>
                <a:close/>
              </a:path>
            </a:pathLst>
          </a:custGeom>
          <a:solidFill>
            <a:srgbClr val="AD5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9"/>
          <p:cNvSpPr>
            <a:spLocks/>
          </p:cNvSpPr>
          <p:nvPr/>
        </p:nvSpPr>
        <p:spPr bwMode="auto">
          <a:xfrm>
            <a:off x="4109358" y="2794227"/>
            <a:ext cx="1284288" cy="1725613"/>
          </a:xfrm>
          <a:custGeom>
            <a:avLst/>
            <a:gdLst>
              <a:gd name="T0" fmla="*/ 114 w 809"/>
              <a:gd name="T1" fmla="*/ 1087 h 1087"/>
              <a:gd name="T2" fmla="*/ 0 w 809"/>
              <a:gd name="T3" fmla="*/ 1063 h 1087"/>
              <a:gd name="T4" fmla="*/ 660 w 809"/>
              <a:gd name="T5" fmla="*/ 28 h 1087"/>
              <a:gd name="T6" fmla="*/ 809 w 809"/>
              <a:gd name="T7" fmla="*/ 0 h 1087"/>
              <a:gd name="T8" fmla="*/ 114 w 809"/>
              <a:gd name="T9" fmla="*/ 1087 h 1087"/>
            </a:gdLst>
            <a:ahLst/>
            <a:cxnLst>
              <a:cxn ang="0">
                <a:pos x="T0" y="T1"/>
              </a:cxn>
              <a:cxn ang="0">
                <a:pos x="T2" y="T3"/>
              </a:cxn>
              <a:cxn ang="0">
                <a:pos x="T4" y="T5"/>
              </a:cxn>
              <a:cxn ang="0">
                <a:pos x="T6" y="T7"/>
              </a:cxn>
              <a:cxn ang="0">
                <a:pos x="T8" y="T9"/>
              </a:cxn>
            </a:cxnLst>
            <a:rect l="0" t="0" r="r" b="b"/>
            <a:pathLst>
              <a:path w="809" h="1087">
                <a:moveTo>
                  <a:pt x="114" y="1087"/>
                </a:moveTo>
                <a:lnTo>
                  <a:pt x="0" y="1063"/>
                </a:lnTo>
                <a:lnTo>
                  <a:pt x="660" y="28"/>
                </a:lnTo>
                <a:lnTo>
                  <a:pt x="809" y="0"/>
                </a:lnTo>
                <a:lnTo>
                  <a:pt x="114" y="1087"/>
                </a:lnTo>
                <a:close/>
              </a:path>
            </a:pathLst>
          </a:custGeom>
          <a:solidFill>
            <a:srgbClr val="F9C6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10"/>
          <p:cNvSpPr>
            <a:spLocks/>
          </p:cNvSpPr>
          <p:nvPr/>
        </p:nvSpPr>
        <p:spPr bwMode="auto">
          <a:xfrm>
            <a:off x="4290333" y="2789464"/>
            <a:ext cx="2208213" cy="3454400"/>
          </a:xfrm>
          <a:custGeom>
            <a:avLst/>
            <a:gdLst>
              <a:gd name="T0" fmla="*/ 695 w 1391"/>
              <a:gd name="T1" fmla="*/ 0 h 2176"/>
              <a:gd name="T2" fmla="*/ 1391 w 1391"/>
              <a:gd name="T3" fmla="*/ 1090 h 2176"/>
              <a:gd name="T4" fmla="*/ 695 w 1391"/>
              <a:gd name="T5" fmla="*/ 2176 h 2176"/>
              <a:gd name="T6" fmla="*/ 0 w 1391"/>
              <a:gd name="T7" fmla="*/ 1090 h 2176"/>
              <a:gd name="T8" fmla="*/ 695 w 1391"/>
              <a:gd name="T9" fmla="*/ 0 h 2176"/>
            </a:gdLst>
            <a:ahLst/>
            <a:cxnLst>
              <a:cxn ang="0">
                <a:pos x="T0" y="T1"/>
              </a:cxn>
              <a:cxn ang="0">
                <a:pos x="T2" y="T3"/>
              </a:cxn>
              <a:cxn ang="0">
                <a:pos x="T4" y="T5"/>
              </a:cxn>
              <a:cxn ang="0">
                <a:pos x="T6" y="T7"/>
              </a:cxn>
              <a:cxn ang="0">
                <a:pos x="T8" y="T9"/>
              </a:cxn>
            </a:cxnLst>
            <a:rect l="0" t="0" r="r" b="b"/>
            <a:pathLst>
              <a:path w="1391" h="2176">
                <a:moveTo>
                  <a:pt x="695" y="0"/>
                </a:moveTo>
                <a:lnTo>
                  <a:pt x="1391" y="1090"/>
                </a:lnTo>
                <a:lnTo>
                  <a:pt x="695" y="2176"/>
                </a:lnTo>
                <a:lnTo>
                  <a:pt x="0" y="1090"/>
                </a:lnTo>
                <a:lnTo>
                  <a:pt x="695" y="0"/>
                </a:lnTo>
                <a:close/>
              </a:path>
            </a:pathLst>
          </a:custGeom>
          <a:solidFill>
            <a:srgbClr val="E193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11"/>
          <p:cNvSpPr>
            <a:spLocks/>
          </p:cNvSpPr>
          <p:nvPr/>
        </p:nvSpPr>
        <p:spPr bwMode="auto">
          <a:xfrm>
            <a:off x="4285570" y="2789464"/>
            <a:ext cx="1123950" cy="3454400"/>
          </a:xfrm>
          <a:custGeom>
            <a:avLst/>
            <a:gdLst>
              <a:gd name="T0" fmla="*/ 696 w 708"/>
              <a:gd name="T1" fmla="*/ 0 h 2176"/>
              <a:gd name="T2" fmla="*/ 708 w 708"/>
              <a:gd name="T3" fmla="*/ 17 h 2176"/>
              <a:gd name="T4" fmla="*/ 19 w 708"/>
              <a:gd name="T5" fmla="*/ 1092 h 2176"/>
              <a:gd name="T6" fmla="*/ 706 w 708"/>
              <a:gd name="T7" fmla="*/ 2162 h 2176"/>
              <a:gd name="T8" fmla="*/ 696 w 708"/>
              <a:gd name="T9" fmla="*/ 2176 h 2176"/>
              <a:gd name="T10" fmla="*/ 0 w 708"/>
              <a:gd name="T11" fmla="*/ 1090 h 2176"/>
              <a:gd name="T12" fmla="*/ 696 w 708"/>
              <a:gd name="T13" fmla="*/ 0 h 2176"/>
            </a:gdLst>
            <a:ahLst/>
            <a:cxnLst>
              <a:cxn ang="0">
                <a:pos x="T0" y="T1"/>
              </a:cxn>
              <a:cxn ang="0">
                <a:pos x="T2" y="T3"/>
              </a:cxn>
              <a:cxn ang="0">
                <a:pos x="T4" y="T5"/>
              </a:cxn>
              <a:cxn ang="0">
                <a:pos x="T6" y="T7"/>
              </a:cxn>
              <a:cxn ang="0">
                <a:pos x="T8" y="T9"/>
              </a:cxn>
              <a:cxn ang="0">
                <a:pos x="T10" y="T11"/>
              </a:cxn>
              <a:cxn ang="0">
                <a:pos x="T12" y="T13"/>
              </a:cxn>
            </a:cxnLst>
            <a:rect l="0" t="0" r="r" b="b"/>
            <a:pathLst>
              <a:path w="708" h="2176">
                <a:moveTo>
                  <a:pt x="696" y="0"/>
                </a:moveTo>
                <a:lnTo>
                  <a:pt x="708" y="17"/>
                </a:lnTo>
                <a:lnTo>
                  <a:pt x="19" y="1092"/>
                </a:lnTo>
                <a:lnTo>
                  <a:pt x="706" y="2162"/>
                </a:lnTo>
                <a:lnTo>
                  <a:pt x="696" y="2176"/>
                </a:lnTo>
                <a:lnTo>
                  <a:pt x="0" y="1090"/>
                </a:lnTo>
                <a:lnTo>
                  <a:pt x="696" y="0"/>
                </a:lnTo>
                <a:close/>
              </a:path>
            </a:pathLst>
          </a:custGeom>
          <a:solidFill>
            <a:srgbClr val="FDDC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12"/>
          <p:cNvSpPr>
            <a:spLocks/>
          </p:cNvSpPr>
          <p:nvPr/>
        </p:nvSpPr>
        <p:spPr bwMode="auto">
          <a:xfrm>
            <a:off x="5217433" y="4861152"/>
            <a:ext cx="939800" cy="1282700"/>
          </a:xfrm>
          <a:custGeom>
            <a:avLst/>
            <a:gdLst>
              <a:gd name="T0" fmla="*/ 592 w 592"/>
              <a:gd name="T1" fmla="*/ 808 h 808"/>
              <a:gd name="T2" fmla="*/ 481 w 592"/>
              <a:gd name="T3" fmla="*/ 781 h 808"/>
              <a:gd name="T4" fmla="*/ 0 w 592"/>
              <a:gd name="T5" fmla="*/ 0 h 808"/>
              <a:gd name="T6" fmla="*/ 85 w 592"/>
              <a:gd name="T7" fmla="*/ 17 h 808"/>
              <a:gd name="T8" fmla="*/ 592 w 592"/>
              <a:gd name="T9" fmla="*/ 808 h 808"/>
            </a:gdLst>
            <a:ahLst/>
            <a:cxnLst>
              <a:cxn ang="0">
                <a:pos x="T0" y="T1"/>
              </a:cxn>
              <a:cxn ang="0">
                <a:pos x="T2" y="T3"/>
              </a:cxn>
              <a:cxn ang="0">
                <a:pos x="T4" y="T5"/>
              </a:cxn>
              <a:cxn ang="0">
                <a:pos x="T6" y="T7"/>
              </a:cxn>
              <a:cxn ang="0">
                <a:pos x="T8" y="T9"/>
              </a:cxn>
            </a:cxnLst>
            <a:rect l="0" t="0" r="r" b="b"/>
            <a:pathLst>
              <a:path w="592" h="808">
                <a:moveTo>
                  <a:pt x="592" y="808"/>
                </a:moveTo>
                <a:lnTo>
                  <a:pt x="481" y="781"/>
                </a:lnTo>
                <a:lnTo>
                  <a:pt x="0" y="0"/>
                </a:lnTo>
                <a:lnTo>
                  <a:pt x="85" y="17"/>
                </a:lnTo>
                <a:lnTo>
                  <a:pt x="592" y="808"/>
                </a:lnTo>
                <a:close/>
              </a:path>
            </a:pathLst>
          </a:custGeom>
          <a:solidFill>
            <a:srgbClr val="6987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13"/>
          <p:cNvSpPr>
            <a:spLocks/>
          </p:cNvSpPr>
          <p:nvPr/>
        </p:nvSpPr>
        <p:spPr bwMode="auto">
          <a:xfrm>
            <a:off x="5217433" y="3627664"/>
            <a:ext cx="939800" cy="1260475"/>
          </a:xfrm>
          <a:custGeom>
            <a:avLst/>
            <a:gdLst>
              <a:gd name="T0" fmla="*/ 85 w 592"/>
              <a:gd name="T1" fmla="*/ 794 h 794"/>
              <a:gd name="T2" fmla="*/ 0 w 592"/>
              <a:gd name="T3" fmla="*/ 777 h 794"/>
              <a:gd name="T4" fmla="*/ 481 w 592"/>
              <a:gd name="T5" fmla="*/ 24 h 794"/>
              <a:gd name="T6" fmla="*/ 592 w 592"/>
              <a:gd name="T7" fmla="*/ 0 h 794"/>
              <a:gd name="T8" fmla="*/ 85 w 592"/>
              <a:gd name="T9" fmla="*/ 794 h 794"/>
            </a:gdLst>
            <a:ahLst/>
            <a:cxnLst>
              <a:cxn ang="0">
                <a:pos x="T0" y="T1"/>
              </a:cxn>
              <a:cxn ang="0">
                <a:pos x="T2" y="T3"/>
              </a:cxn>
              <a:cxn ang="0">
                <a:pos x="T4" y="T5"/>
              </a:cxn>
              <a:cxn ang="0">
                <a:pos x="T6" y="T7"/>
              </a:cxn>
              <a:cxn ang="0">
                <a:pos x="T8" y="T9"/>
              </a:cxn>
            </a:cxnLst>
            <a:rect l="0" t="0" r="r" b="b"/>
            <a:pathLst>
              <a:path w="592" h="794">
                <a:moveTo>
                  <a:pt x="85" y="794"/>
                </a:moveTo>
                <a:lnTo>
                  <a:pt x="0" y="777"/>
                </a:lnTo>
                <a:lnTo>
                  <a:pt x="481" y="24"/>
                </a:lnTo>
                <a:lnTo>
                  <a:pt x="592" y="0"/>
                </a:lnTo>
                <a:lnTo>
                  <a:pt x="85" y="794"/>
                </a:lnTo>
                <a:close/>
              </a:path>
            </a:pathLst>
          </a:custGeom>
          <a:solidFill>
            <a:srgbClr val="D4DD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4"/>
          <p:cNvSpPr>
            <a:spLocks/>
          </p:cNvSpPr>
          <p:nvPr/>
        </p:nvSpPr>
        <p:spPr bwMode="auto">
          <a:xfrm>
            <a:off x="5352370" y="3627664"/>
            <a:ext cx="1608138" cy="2516188"/>
          </a:xfrm>
          <a:custGeom>
            <a:avLst/>
            <a:gdLst>
              <a:gd name="T0" fmla="*/ 507 w 1013"/>
              <a:gd name="T1" fmla="*/ 0 h 1585"/>
              <a:gd name="T2" fmla="*/ 1013 w 1013"/>
              <a:gd name="T3" fmla="*/ 794 h 1585"/>
              <a:gd name="T4" fmla="*/ 507 w 1013"/>
              <a:gd name="T5" fmla="*/ 1585 h 1585"/>
              <a:gd name="T6" fmla="*/ 0 w 1013"/>
              <a:gd name="T7" fmla="*/ 794 h 1585"/>
              <a:gd name="T8" fmla="*/ 507 w 1013"/>
              <a:gd name="T9" fmla="*/ 0 h 1585"/>
            </a:gdLst>
            <a:ahLst/>
            <a:cxnLst>
              <a:cxn ang="0">
                <a:pos x="T0" y="T1"/>
              </a:cxn>
              <a:cxn ang="0">
                <a:pos x="T2" y="T3"/>
              </a:cxn>
              <a:cxn ang="0">
                <a:pos x="T4" y="T5"/>
              </a:cxn>
              <a:cxn ang="0">
                <a:pos x="T6" y="T7"/>
              </a:cxn>
              <a:cxn ang="0">
                <a:pos x="T8" y="T9"/>
              </a:cxn>
            </a:cxnLst>
            <a:rect l="0" t="0" r="r" b="b"/>
            <a:pathLst>
              <a:path w="1013" h="1585">
                <a:moveTo>
                  <a:pt x="507" y="0"/>
                </a:moveTo>
                <a:lnTo>
                  <a:pt x="1013" y="794"/>
                </a:lnTo>
                <a:lnTo>
                  <a:pt x="507" y="1585"/>
                </a:lnTo>
                <a:lnTo>
                  <a:pt x="0" y="794"/>
                </a:lnTo>
                <a:lnTo>
                  <a:pt x="507" y="0"/>
                </a:lnTo>
                <a:close/>
              </a:path>
            </a:pathLst>
          </a:custGeom>
          <a:solidFill>
            <a:srgbClr val="B3C4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15"/>
          <p:cNvSpPr>
            <a:spLocks/>
          </p:cNvSpPr>
          <p:nvPr/>
        </p:nvSpPr>
        <p:spPr bwMode="auto">
          <a:xfrm>
            <a:off x="3109233" y="1917927"/>
            <a:ext cx="1436688" cy="4413250"/>
          </a:xfrm>
          <a:custGeom>
            <a:avLst/>
            <a:gdLst>
              <a:gd name="T0" fmla="*/ 890 w 905"/>
              <a:gd name="T1" fmla="*/ 0 h 2780"/>
              <a:gd name="T2" fmla="*/ 905 w 905"/>
              <a:gd name="T3" fmla="*/ 21 h 2780"/>
              <a:gd name="T4" fmla="*/ 26 w 905"/>
              <a:gd name="T5" fmla="*/ 1395 h 2780"/>
              <a:gd name="T6" fmla="*/ 902 w 905"/>
              <a:gd name="T7" fmla="*/ 2763 h 2780"/>
              <a:gd name="T8" fmla="*/ 890 w 905"/>
              <a:gd name="T9" fmla="*/ 2780 h 2780"/>
              <a:gd name="T10" fmla="*/ 0 w 905"/>
              <a:gd name="T11" fmla="*/ 1390 h 2780"/>
              <a:gd name="T12" fmla="*/ 890 w 905"/>
              <a:gd name="T13" fmla="*/ 0 h 2780"/>
            </a:gdLst>
            <a:ahLst/>
            <a:cxnLst>
              <a:cxn ang="0">
                <a:pos x="T0" y="T1"/>
              </a:cxn>
              <a:cxn ang="0">
                <a:pos x="T2" y="T3"/>
              </a:cxn>
              <a:cxn ang="0">
                <a:pos x="T4" y="T5"/>
              </a:cxn>
              <a:cxn ang="0">
                <a:pos x="T6" y="T7"/>
              </a:cxn>
              <a:cxn ang="0">
                <a:pos x="T8" y="T9"/>
              </a:cxn>
              <a:cxn ang="0">
                <a:pos x="T10" y="T11"/>
              </a:cxn>
              <a:cxn ang="0">
                <a:pos x="T12" y="T13"/>
              </a:cxn>
            </a:cxnLst>
            <a:rect l="0" t="0" r="r" b="b"/>
            <a:pathLst>
              <a:path w="905" h="2780">
                <a:moveTo>
                  <a:pt x="890" y="0"/>
                </a:moveTo>
                <a:lnTo>
                  <a:pt x="905" y="21"/>
                </a:lnTo>
                <a:lnTo>
                  <a:pt x="26" y="1395"/>
                </a:lnTo>
                <a:lnTo>
                  <a:pt x="902" y="2763"/>
                </a:lnTo>
                <a:lnTo>
                  <a:pt x="890" y="2780"/>
                </a:lnTo>
                <a:lnTo>
                  <a:pt x="0" y="1390"/>
                </a:lnTo>
                <a:lnTo>
                  <a:pt x="890" y="0"/>
                </a:lnTo>
                <a:close/>
              </a:path>
            </a:pathLst>
          </a:custGeom>
          <a:solidFill>
            <a:srgbClr val="C4E4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16"/>
          <p:cNvSpPr>
            <a:spLocks/>
          </p:cNvSpPr>
          <p:nvPr/>
        </p:nvSpPr>
        <p:spPr bwMode="auto">
          <a:xfrm>
            <a:off x="5352370" y="3627664"/>
            <a:ext cx="812800" cy="2503488"/>
          </a:xfrm>
          <a:custGeom>
            <a:avLst/>
            <a:gdLst>
              <a:gd name="T0" fmla="*/ 505 w 512"/>
              <a:gd name="T1" fmla="*/ 0 h 1577"/>
              <a:gd name="T2" fmla="*/ 512 w 512"/>
              <a:gd name="T3" fmla="*/ 12 h 1577"/>
              <a:gd name="T4" fmla="*/ 15 w 512"/>
              <a:gd name="T5" fmla="*/ 791 h 1577"/>
              <a:gd name="T6" fmla="*/ 512 w 512"/>
              <a:gd name="T7" fmla="*/ 1568 h 1577"/>
              <a:gd name="T8" fmla="*/ 505 w 512"/>
              <a:gd name="T9" fmla="*/ 1577 h 1577"/>
              <a:gd name="T10" fmla="*/ 0 w 512"/>
              <a:gd name="T11" fmla="*/ 789 h 1577"/>
              <a:gd name="T12" fmla="*/ 505 w 512"/>
              <a:gd name="T13" fmla="*/ 0 h 1577"/>
            </a:gdLst>
            <a:ahLst/>
            <a:cxnLst>
              <a:cxn ang="0">
                <a:pos x="T0" y="T1"/>
              </a:cxn>
              <a:cxn ang="0">
                <a:pos x="T2" y="T3"/>
              </a:cxn>
              <a:cxn ang="0">
                <a:pos x="T4" y="T5"/>
              </a:cxn>
              <a:cxn ang="0">
                <a:pos x="T6" y="T7"/>
              </a:cxn>
              <a:cxn ang="0">
                <a:pos x="T8" y="T9"/>
              </a:cxn>
              <a:cxn ang="0">
                <a:pos x="T10" y="T11"/>
              </a:cxn>
              <a:cxn ang="0">
                <a:pos x="T12" y="T13"/>
              </a:cxn>
            </a:cxnLst>
            <a:rect l="0" t="0" r="r" b="b"/>
            <a:pathLst>
              <a:path w="512" h="1577">
                <a:moveTo>
                  <a:pt x="505" y="0"/>
                </a:moveTo>
                <a:lnTo>
                  <a:pt x="512" y="12"/>
                </a:lnTo>
                <a:lnTo>
                  <a:pt x="15" y="791"/>
                </a:lnTo>
                <a:lnTo>
                  <a:pt x="512" y="1568"/>
                </a:lnTo>
                <a:lnTo>
                  <a:pt x="505" y="1577"/>
                </a:lnTo>
                <a:lnTo>
                  <a:pt x="0" y="789"/>
                </a:lnTo>
                <a:lnTo>
                  <a:pt x="505" y="0"/>
                </a:lnTo>
                <a:close/>
              </a:path>
            </a:pathLst>
          </a:custGeom>
          <a:solidFill>
            <a:srgbClr val="E2E6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18"/>
          <p:cNvSpPr>
            <a:spLocks/>
          </p:cNvSpPr>
          <p:nvPr/>
        </p:nvSpPr>
        <p:spPr bwMode="auto">
          <a:xfrm>
            <a:off x="4514527" y="2156845"/>
            <a:ext cx="1255713" cy="376238"/>
          </a:xfrm>
          <a:custGeom>
            <a:avLst/>
            <a:gdLst>
              <a:gd name="T0" fmla="*/ 334 w 334"/>
              <a:gd name="T1" fmla="*/ 4 h 100"/>
              <a:gd name="T2" fmla="*/ 111 w 334"/>
              <a:gd name="T3" fmla="*/ 5 h 100"/>
              <a:gd name="T4" fmla="*/ 20 w 334"/>
              <a:gd name="T5" fmla="*/ 84 h 100"/>
              <a:gd name="T6" fmla="*/ 22 w 334"/>
              <a:gd name="T7" fmla="*/ 89 h 100"/>
              <a:gd name="T8" fmla="*/ 11 w 334"/>
              <a:gd name="T9" fmla="*/ 100 h 100"/>
              <a:gd name="T10" fmla="*/ 0 w 334"/>
              <a:gd name="T11" fmla="*/ 89 h 100"/>
              <a:gd name="T12" fmla="*/ 11 w 334"/>
              <a:gd name="T13" fmla="*/ 79 h 100"/>
              <a:gd name="T14" fmla="*/ 17 w 334"/>
              <a:gd name="T15" fmla="*/ 81 h 100"/>
              <a:gd name="T16" fmla="*/ 109 w 334"/>
              <a:gd name="T17" fmla="*/ 0 h 100"/>
              <a:gd name="T18" fmla="*/ 334 w 334"/>
              <a:gd name="T19" fmla="*/ 0 h 100"/>
              <a:gd name="T20" fmla="*/ 334 w 334"/>
              <a:gd name="T21" fmla="*/ 4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4" h="100">
                <a:moveTo>
                  <a:pt x="334" y="4"/>
                </a:moveTo>
                <a:cubicBezTo>
                  <a:pt x="111" y="5"/>
                  <a:pt x="111" y="5"/>
                  <a:pt x="111" y="5"/>
                </a:cubicBezTo>
                <a:cubicBezTo>
                  <a:pt x="20" y="84"/>
                  <a:pt x="20" y="84"/>
                  <a:pt x="20" y="84"/>
                </a:cubicBezTo>
                <a:cubicBezTo>
                  <a:pt x="21" y="85"/>
                  <a:pt x="22" y="87"/>
                  <a:pt x="22" y="89"/>
                </a:cubicBezTo>
                <a:cubicBezTo>
                  <a:pt x="22" y="95"/>
                  <a:pt x="17" y="100"/>
                  <a:pt x="11" y="100"/>
                </a:cubicBezTo>
                <a:cubicBezTo>
                  <a:pt x="5" y="100"/>
                  <a:pt x="0" y="95"/>
                  <a:pt x="0" y="89"/>
                </a:cubicBezTo>
                <a:cubicBezTo>
                  <a:pt x="0" y="84"/>
                  <a:pt x="5" y="79"/>
                  <a:pt x="11" y="79"/>
                </a:cubicBezTo>
                <a:cubicBezTo>
                  <a:pt x="13" y="79"/>
                  <a:pt x="15" y="80"/>
                  <a:pt x="17" y="81"/>
                </a:cubicBezTo>
                <a:cubicBezTo>
                  <a:pt x="109" y="0"/>
                  <a:pt x="109" y="0"/>
                  <a:pt x="109" y="0"/>
                </a:cubicBezTo>
                <a:cubicBezTo>
                  <a:pt x="334" y="0"/>
                  <a:pt x="334" y="0"/>
                  <a:pt x="334" y="0"/>
                </a:cubicBezTo>
                <a:lnTo>
                  <a:pt x="334" y="4"/>
                </a:ln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7" name="Freeform 20"/>
          <p:cNvSpPr>
            <a:spLocks/>
          </p:cNvSpPr>
          <p:nvPr/>
        </p:nvSpPr>
        <p:spPr bwMode="auto">
          <a:xfrm>
            <a:off x="5465440" y="3145858"/>
            <a:ext cx="1255713" cy="376238"/>
          </a:xfrm>
          <a:custGeom>
            <a:avLst/>
            <a:gdLst>
              <a:gd name="T0" fmla="*/ 334 w 334"/>
              <a:gd name="T1" fmla="*/ 4 h 100"/>
              <a:gd name="T2" fmla="*/ 110 w 334"/>
              <a:gd name="T3" fmla="*/ 5 h 100"/>
              <a:gd name="T4" fmla="*/ 19 w 334"/>
              <a:gd name="T5" fmla="*/ 83 h 100"/>
              <a:gd name="T6" fmla="*/ 21 w 334"/>
              <a:gd name="T7" fmla="*/ 89 h 100"/>
              <a:gd name="T8" fmla="*/ 11 w 334"/>
              <a:gd name="T9" fmla="*/ 100 h 100"/>
              <a:gd name="T10" fmla="*/ 0 w 334"/>
              <a:gd name="T11" fmla="*/ 89 h 100"/>
              <a:gd name="T12" fmla="*/ 11 w 334"/>
              <a:gd name="T13" fmla="*/ 79 h 100"/>
              <a:gd name="T14" fmla="*/ 16 w 334"/>
              <a:gd name="T15" fmla="*/ 80 h 100"/>
              <a:gd name="T16" fmla="*/ 109 w 334"/>
              <a:gd name="T17" fmla="*/ 0 h 100"/>
              <a:gd name="T18" fmla="*/ 334 w 334"/>
              <a:gd name="T19" fmla="*/ 0 h 100"/>
              <a:gd name="T20" fmla="*/ 334 w 334"/>
              <a:gd name="T21" fmla="*/ 4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4" h="100">
                <a:moveTo>
                  <a:pt x="334" y="4"/>
                </a:moveTo>
                <a:cubicBezTo>
                  <a:pt x="110" y="5"/>
                  <a:pt x="110" y="5"/>
                  <a:pt x="110" y="5"/>
                </a:cubicBezTo>
                <a:cubicBezTo>
                  <a:pt x="19" y="83"/>
                  <a:pt x="19" y="83"/>
                  <a:pt x="19" y="83"/>
                </a:cubicBezTo>
                <a:cubicBezTo>
                  <a:pt x="20" y="85"/>
                  <a:pt x="21" y="87"/>
                  <a:pt x="21" y="89"/>
                </a:cubicBezTo>
                <a:cubicBezTo>
                  <a:pt x="21" y="95"/>
                  <a:pt x="16" y="100"/>
                  <a:pt x="11" y="100"/>
                </a:cubicBezTo>
                <a:cubicBezTo>
                  <a:pt x="5" y="100"/>
                  <a:pt x="0" y="95"/>
                  <a:pt x="0" y="89"/>
                </a:cubicBezTo>
                <a:cubicBezTo>
                  <a:pt x="0" y="83"/>
                  <a:pt x="5" y="79"/>
                  <a:pt x="11" y="79"/>
                </a:cubicBezTo>
                <a:cubicBezTo>
                  <a:pt x="13" y="79"/>
                  <a:pt x="15" y="79"/>
                  <a:pt x="16" y="80"/>
                </a:cubicBezTo>
                <a:cubicBezTo>
                  <a:pt x="109" y="0"/>
                  <a:pt x="109" y="0"/>
                  <a:pt x="109" y="0"/>
                </a:cubicBezTo>
                <a:cubicBezTo>
                  <a:pt x="334" y="0"/>
                  <a:pt x="334" y="0"/>
                  <a:pt x="334" y="0"/>
                </a:cubicBezTo>
                <a:lnTo>
                  <a:pt x="334" y="4"/>
                </a:ln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8" name="Freeform 22"/>
          <p:cNvSpPr>
            <a:spLocks/>
          </p:cNvSpPr>
          <p:nvPr/>
        </p:nvSpPr>
        <p:spPr bwMode="auto">
          <a:xfrm>
            <a:off x="6292527" y="4228533"/>
            <a:ext cx="1255713" cy="376238"/>
          </a:xfrm>
          <a:custGeom>
            <a:avLst/>
            <a:gdLst>
              <a:gd name="T0" fmla="*/ 334 w 334"/>
              <a:gd name="T1" fmla="*/ 4 h 100"/>
              <a:gd name="T2" fmla="*/ 110 w 334"/>
              <a:gd name="T3" fmla="*/ 5 h 100"/>
              <a:gd name="T4" fmla="*/ 19 w 334"/>
              <a:gd name="T5" fmla="*/ 83 h 100"/>
              <a:gd name="T6" fmla="*/ 21 w 334"/>
              <a:gd name="T7" fmla="*/ 89 h 100"/>
              <a:gd name="T8" fmla="*/ 10 w 334"/>
              <a:gd name="T9" fmla="*/ 100 h 100"/>
              <a:gd name="T10" fmla="*/ 0 w 334"/>
              <a:gd name="T11" fmla="*/ 89 h 100"/>
              <a:gd name="T12" fmla="*/ 10 w 334"/>
              <a:gd name="T13" fmla="*/ 79 h 100"/>
              <a:gd name="T14" fmla="*/ 16 w 334"/>
              <a:gd name="T15" fmla="*/ 80 h 100"/>
              <a:gd name="T16" fmla="*/ 109 w 334"/>
              <a:gd name="T17" fmla="*/ 0 h 100"/>
              <a:gd name="T18" fmla="*/ 334 w 334"/>
              <a:gd name="T19" fmla="*/ 0 h 100"/>
              <a:gd name="T20" fmla="*/ 334 w 334"/>
              <a:gd name="T21" fmla="*/ 4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4" h="100">
                <a:moveTo>
                  <a:pt x="334" y="4"/>
                </a:moveTo>
                <a:cubicBezTo>
                  <a:pt x="110" y="5"/>
                  <a:pt x="110" y="5"/>
                  <a:pt x="110" y="5"/>
                </a:cubicBezTo>
                <a:cubicBezTo>
                  <a:pt x="19" y="83"/>
                  <a:pt x="19" y="83"/>
                  <a:pt x="19" y="83"/>
                </a:cubicBezTo>
                <a:cubicBezTo>
                  <a:pt x="20" y="85"/>
                  <a:pt x="21" y="87"/>
                  <a:pt x="21" y="89"/>
                </a:cubicBezTo>
                <a:cubicBezTo>
                  <a:pt x="21" y="95"/>
                  <a:pt x="16" y="100"/>
                  <a:pt x="10" y="100"/>
                </a:cubicBezTo>
                <a:cubicBezTo>
                  <a:pt x="4" y="100"/>
                  <a:pt x="0" y="95"/>
                  <a:pt x="0" y="89"/>
                </a:cubicBezTo>
                <a:cubicBezTo>
                  <a:pt x="0" y="83"/>
                  <a:pt x="4" y="79"/>
                  <a:pt x="10" y="79"/>
                </a:cubicBezTo>
                <a:cubicBezTo>
                  <a:pt x="12" y="79"/>
                  <a:pt x="14" y="79"/>
                  <a:pt x="16" y="80"/>
                </a:cubicBezTo>
                <a:cubicBezTo>
                  <a:pt x="109" y="0"/>
                  <a:pt x="109" y="0"/>
                  <a:pt x="109" y="0"/>
                </a:cubicBezTo>
                <a:cubicBezTo>
                  <a:pt x="334" y="0"/>
                  <a:pt x="334" y="0"/>
                  <a:pt x="334" y="0"/>
                </a:cubicBezTo>
                <a:lnTo>
                  <a:pt x="334" y="4"/>
                </a:ln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pic>
        <p:nvPicPr>
          <p:cNvPr id="129" name="图片 128"/>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035108" y="6170709"/>
            <a:ext cx="2978761" cy="327155"/>
          </a:xfrm>
          <a:prstGeom prst="rect">
            <a:avLst/>
          </a:prstGeom>
        </p:spPr>
      </p:pic>
      <p:sp>
        <p:nvSpPr>
          <p:cNvPr id="130" name="圆角矩形 129"/>
          <p:cNvSpPr/>
          <p:nvPr/>
        </p:nvSpPr>
        <p:spPr>
          <a:xfrm>
            <a:off x="5793255" y="1856249"/>
            <a:ext cx="630188" cy="630188"/>
          </a:xfrm>
          <a:prstGeom prst="roundRect">
            <a:avLst/>
          </a:prstGeom>
          <a:solidFill>
            <a:srgbClr val="00A9A8"/>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latin typeface="Impact" panose="020B0806030902050204" pitchFamily="34" charset="0"/>
            </a:endParaRPr>
          </a:p>
        </p:txBody>
      </p:sp>
      <p:sp>
        <p:nvSpPr>
          <p:cNvPr id="131" name="圆角矩形 130"/>
          <p:cNvSpPr/>
          <p:nvPr/>
        </p:nvSpPr>
        <p:spPr>
          <a:xfrm>
            <a:off x="6754656" y="2856358"/>
            <a:ext cx="630188" cy="630188"/>
          </a:xfrm>
          <a:prstGeom prst="roundRect">
            <a:avLst/>
          </a:prstGeom>
          <a:solidFill>
            <a:srgbClr val="E1931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latin typeface="Impact" panose="020B0806030902050204" pitchFamily="34" charset="0"/>
            </a:endParaRPr>
          </a:p>
        </p:txBody>
      </p:sp>
      <p:sp>
        <p:nvSpPr>
          <p:cNvPr id="132" name="圆角矩形 131"/>
          <p:cNvSpPr/>
          <p:nvPr/>
        </p:nvSpPr>
        <p:spPr>
          <a:xfrm>
            <a:off x="7599834" y="3913439"/>
            <a:ext cx="630188" cy="630188"/>
          </a:xfrm>
          <a:prstGeom prst="roundRect">
            <a:avLst/>
          </a:prstGeom>
          <a:solidFill>
            <a:srgbClr val="B3C40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latin typeface="Impact" panose="020B0806030902050204" pitchFamily="34" charset="0"/>
            </a:endParaRPr>
          </a:p>
        </p:txBody>
      </p:sp>
      <p:sp>
        <p:nvSpPr>
          <p:cNvPr id="133" name="文本框 132"/>
          <p:cNvSpPr txBox="1"/>
          <p:nvPr/>
        </p:nvSpPr>
        <p:spPr>
          <a:xfrm>
            <a:off x="8324972" y="3833300"/>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134" name="文本框 133"/>
          <p:cNvSpPr txBox="1"/>
          <p:nvPr/>
        </p:nvSpPr>
        <p:spPr>
          <a:xfrm>
            <a:off x="7461781" y="2778562"/>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135" name="文本框 134"/>
          <p:cNvSpPr txBox="1"/>
          <p:nvPr/>
        </p:nvSpPr>
        <p:spPr>
          <a:xfrm>
            <a:off x="6498546" y="1723824"/>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grpSp>
        <p:nvGrpSpPr>
          <p:cNvPr id="136" name="组合 82"/>
          <p:cNvGrpSpPr/>
          <p:nvPr/>
        </p:nvGrpSpPr>
        <p:grpSpPr>
          <a:xfrm>
            <a:off x="5912975" y="1972541"/>
            <a:ext cx="399618" cy="383770"/>
            <a:chOff x="6235701" y="4083050"/>
            <a:chExt cx="560387" cy="538163"/>
          </a:xfrm>
          <a:solidFill>
            <a:schemeClr val="bg1"/>
          </a:solidFill>
        </p:grpSpPr>
        <p:sp>
          <p:nvSpPr>
            <p:cNvPr id="137" name="Freeform 31"/>
            <p:cNvSpPr>
              <a:spLocks/>
            </p:cNvSpPr>
            <p:nvPr/>
          </p:nvSpPr>
          <p:spPr bwMode="auto">
            <a:xfrm>
              <a:off x="6637338" y="4083050"/>
              <a:ext cx="158750" cy="161925"/>
            </a:xfrm>
            <a:custGeom>
              <a:avLst/>
              <a:gdLst>
                <a:gd name="T0" fmla="*/ 33 w 42"/>
                <a:gd name="T1" fmla="*/ 10 h 43"/>
                <a:gd name="T2" fmla="*/ 2 w 42"/>
                <a:gd name="T3" fmla="*/ 6 h 43"/>
                <a:gd name="T4" fmla="*/ 2 w 42"/>
                <a:gd name="T5" fmla="*/ 13 h 43"/>
                <a:gd name="T6" fmla="*/ 29 w 42"/>
                <a:gd name="T7" fmla="*/ 41 h 43"/>
                <a:gd name="T8" fmla="*/ 36 w 42"/>
                <a:gd name="T9" fmla="*/ 40 h 43"/>
                <a:gd name="T10" fmla="*/ 33 w 42"/>
                <a:gd name="T11" fmla="*/ 10 h 43"/>
              </a:gdLst>
              <a:ahLst/>
              <a:cxnLst>
                <a:cxn ang="0">
                  <a:pos x="T0" y="T1"/>
                </a:cxn>
                <a:cxn ang="0">
                  <a:pos x="T2" y="T3"/>
                </a:cxn>
                <a:cxn ang="0">
                  <a:pos x="T4" y="T5"/>
                </a:cxn>
                <a:cxn ang="0">
                  <a:pos x="T6" y="T7"/>
                </a:cxn>
                <a:cxn ang="0">
                  <a:pos x="T8" y="T9"/>
                </a:cxn>
                <a:cxn ang="0">
                  <a:pos x="T10" y="T11"/>
                </a:cxn>
              </a:cxnLst>
              <a:rect l="0" t="0" r="r" b="b"/>
              <a:pathLst>
                <a:path w="42" h="43">
                  <a:moveTo>
                    <a:pt x="33" y="10"/>
                  </a:moveTo>
                  <a:cubicBezTo>
                    <a:pt x="24" y="2"/>
                    <a:pt x="12" y="0"/>
                    <a:pt x="2" y="6"/>
                  </a:cubicBezTo>
                  <a:cubicBezTo>
                    <a:pt x="0" y="8"/>
                    <a:pt x="0" y="11"/>
                    <a:pt x="2" y="13"/>
                  </a:cubicBezTo>
                  <a:cubicBezTo>
                    <a:pt x="29" y="41"/>
                    <a:pt x="29" y="41"/>
                    <a:pt x="29" y="41"/>
                  </a:cubicBezTo>
                  <a:cubicBezTo>
                    <a:pt x="31" y="43"/>
                    <a:pt x="34" y="42"/>
                    <a:pt x="36" y="40"/>
                  </a:cubicBezTo>
                  <a:cubicBezTo>
                    <a:pt x="42" y="31"/>
                    <a:pt x="41" y="18"/>
                    <a:pt x="33" y="10"/>
                  </a:cubicBezTo>
                  <a:close/>
                </a:path>
              </a:pathLst>
            </a:custGeom>
            <a:grp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38" name="Freeform 32"/>
            <p:cNvSpPr>
              <a:spLocks noEditPoints="1"/>
            </p:cNvSpPr>
            <p:nvPr/>
          </p:nvSpPr>
          <p:spPr bwMode="auto">
            <a:xfrm>
              <a:off x="6269038" y="4129088"/>
              <a:ext cx="481013" cy="492125"/>
            </a:xfrm>
            <a:custGeom>
              <a:avLst/>
              <a:gdLst>
                <a:gd name="T0" fmla="*/ 116 w 128"/>
                <a:gd name="T1" fmla="*/ 99 h 131"/>
                <a:gd name="T2" fmla="*/ 128 w 128"/>
                <a:gd name="T3" fmla="*/ 63 h 131"/>
                <a:gd name="T4" fmla="*/ 65 w 128"/>
                <a:gd name="T5" fmla="*/ 0 h 131"/>
                <a:gd name="T6" fmla="*/ 64 w 128"/>
                <a:gd name="T7" fmla="*/ 0 h 131"/>
                <a:gd name="T8" fmla="*/ 2 w 128"/>
                <a:gd name="T9" fmla="*/ 63 h 131"/>
                <a:gd name="T10" fmla="*/ 13 w 128"/>
                <a:gd name="T11" fmla="*/ 97 h 131"/>
                <a:gd name="T12" fmla="*/ 2 w 128"/>
                <a:gd name="T13" fmla="*/ 119 h 131"/>
                <a:gd name="T14" fmla="*/ 6 w 128"/>
                <a:gd name="T15" fmla="*/ 130 h 131"/>
                <a:gd name="T16" fmla="*/ 10 w 128"/>
                <a:gd name="T17" fmla="*/ 131 h 131"/>
                <a:gd name="T18" fmla="*/ 17 w 128"/>
                <a:gd name="T19" fmla="*/ 126 h 131"/>
                <a:gd name="T20" fmla="*/ 25 w 128"/>
                <a:gd name="T21" fmla="*/ 111 h 131"/>
                <a:gd name="T22" fmla="*/ 64 w 128"/>
                <a:gd name="T23" fmla="*/ 125 h 131"/>
                <a:gd name="T24" fmla="*/ 65 w 128"/>
                <a:gd name="T25" fmla="*/ 125 h 131"/>
                <a:gd name="T26" fmla="*/ 103 w 128"/>
                <a:gd name="T27" fmla="*/ 112 h 131"/>
                <a:gd name="T28" fmla="*/ 110 w 128"/>
                <a:gd name="T29" fmla="*/ 126 h 131"/>
                <a:gd name="T30" fmla="*/ 118 w 128"/>
                <a:gd name="T31" fmla="*/ 131 h 131"/>
                <a:gd name="T32" fmla="*/ 122 w 128"/>
                <a:gd name="T33" fmla="*/ 130 h 131"/>
                <a:gd name="T34" fmla="*/ 126 w 128"/>
                <a:gd name="T35" fmla="*/ 119 h 131"/>
                <a:gd name="T36" fmla="*/ 116 w 128"/>
                <a:gd name="T37" fmla="*/ 99 h 131"/>
                <a:gd name="T38" fmla="*/ 65 w 128"/>
                <a:gd name="T39" fmla="*/ 109 h 131"/>
                <a:gd name="T40" fmla="*/ 64 w 128"/>
                <a:gd name="T41" fmla="*/ 109 h 131"/>
                <a:gd name="T42" fmla="*/ 19 w 128"/>
                <a:gd name="T43" fmla="*/ 63 h 131"/>
                <a:gd name="T44" fmla="*/ 64 w 128"/>
                <a:gd name="T45" fmla="*/ 17 h 131"/>
                <a:gd name="T46" fmla="*/ 65 w 128"/>
                <a:gd name="T47" fmla="*/ 17 h 131"/>
                <a:gd name="T48" fmla="*/ 111 w 128"/>
                <a:gd name="T49" fmla="*/ 63 h 131"/>
                <a:gd name="T50" fmla="*/ 65 w 128"/>
                <a:gd name="T51" fmla="*/ 109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8" h="131">
                  <a:moveTo>
                    <a:pt x="116" y="99"/>
                  </a:moveTo>
                  <a:cubicBezTo>
                    <a:pt x="123" y="89"/>
                    <a:pt x="128" y="77"/>
                    <a:pt x="128" y="63"/>
                  </a:cubicBezTo>
                  <a:cubicBezTo>
                    <a:pt x="128" y="28"/>
                    <a:pt x="100" y="0"/>
                    <a:pt x="65" y="0"/>
                  </a:cubicBezTo>
                  <a:cubicBezTo>
                    <a:pt x="65" y="0"/>
                    <a:pt x="65" y="0"/>
                    <a:pt x="64" y="0"/>
                  </a:cubicBezTo>
                  <a:cubicBezTo>
                    <a:pt x="30" y="1"/>
                    <a:pt x="2" y="29"/>
                    <a:pt x="2" y="63"/>
                  </a:cubicBezTo>
                  <a:cubicBezTo>
                    <a:pt x="2" y="76"/>
                    <a:pt x="6" y="88"/>
                    <a:pt x="13" y="97"/>
                  </a:cubicBezTo>
                  <a:cubicBezTo>
                    <a:pt x="2" y="119"/>
                    <a:pt x="2" y="119"/>
                    <a:pt x="2" y="119"/>
                  </a:cubicBezTo>
                  <a:cubicBezTo>
                    <a:pt x="0" y="123"/>
                    <a:pt x="2" y="128"/>
                    <a:pt x="6" y="130"/>
                  </a:cubicBezTo>
                  <a:cubicBezTo>
                    <a:pt x="7" y="131"/>
                    <a:pt x="8" y="131"/>
                    <a:pt x="10" y="131"/>
                  </a:cubicBezTo>
                  <a:cubicBezTo>
                    <a:pt x="13" y="131"/>
                    <a:pt x="16" y="129"/>
                    <a:pt x="17" y="126"/>
                  </a:cubicBezTo>
                  <a:cubicBezTo>
                    <a:pt x="25" y="111"/>
                    <a:pt x="25" y="111"/>
                    <a:pt x="25" y="111"/>
                  </a:cubicBezTo>
                  <a:cubicBezTo>
                    <a:pt x="36" y="120"/>
                    <a:pt x="49" y="125"/>
                    <a:pt x="64" y="125"/>
                  </a:cubicBezTo>
                  <a:cubicBezTo>
                    <a:pt x="65" y="125"/>
                    <a:pt x="65" y="125"/>
                    <a:pt x="65" y="125"/>
                  </a:cubicBezTo>
                  <a:cubicBezTo>
                    <a:pt x="79" y="125"/>
                    <a:pt x="93" y="121"/>
                    <a:pt x="103" y="112"/>
                  </a:cubicBezTo>
                  <a:cubicBezTo>
                    <a:pt x="110" y="126"/>
                    <a:pt x="110" y="126"/>
                    <a:pt x="110" y="126"/>
                  </a:cubicBezTo>
                  <a:cubicBezTo>
                    <a:pt x="112" y="129"/>
                    <a:pt x="115" y="131"/>
                    <a:pt x="118" y="131"/>
                  </a:cubicBezTo>
                  <a:cubicBezTo>
                    <a:pt x="119" y="131"/>
                    <a:pt x="121" y="131"/>
                    <a:pt x="122" y="130"/>
                  </a:cubicBezTo>
                  <a:cubicBezTo>
                    <a:pt x="126" y="128"/>
                    <a:pt x="128" y="123"/>
                    <a:pt x="126" y="119"/>
                  </a:cubicBezTo>
                  <a:lnTo>
                    <a:pt x="116" y="99"/>
                  </a:lnTo>
                  <a:close/>
                  <a:moveTo>
                    <a:pt x="65" y="109"/>
                  </a:moveTo>
                  <a:cubicBezTo>
                    <a:pt x="65" y="109"/>
                    <a:pt x="65" y="109"/>
                    <a:pt x="64" y="109"/>
                  </a:cubicBezTo>
                  <a:cubicBezTo>
                    <a:pt x="39" y="108"/>
                    <a:pt x="19" y="88"/>
                    <a:pt x="19" y="63"/>
                  </a:cubicBezTo>
                  <a:cubicBezTo>
                    <a:pt x="19" y="38"/>
                    <a:pt x="39" y="18"/>
                    <a:pt x="64" y="17"/>
                  </a:cubicBezTo>
                  <a:cubicBezTo>
                    <a:pt x="65" y="17"/>
                    <a:pt x="65" y="17"/>
                    <a:pt x="65" y="17"/>
                  </a:cubicBezTo>
                  <a:cubicBezTo>
                    <a:pt x="90" y="17"/>
                    <a:pt x="111" y="38"/>
                    <a:pt x="111" y="63"/>
                  </a:cubicBezTo>
                  <a:cubicBezTo>
                    <a:pt x="111" y="88"/>
                    <a:pt x="90" y="109"/>
                    <a:pt x="65" y="109"/>
                  </a:cubicBezTo>
                  <a:close/>
                </a:path>
              </a:pathLst>
            </a:custGeom>
            <a:grp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39" name="Freeform 33"/>
            <p:cNvSpPr>
              <a:spLocks/>
            </p:cNvSpPr>
            <p:nvPr/>
          </p:nvSpPr>
          <p:spPr bwMode="auto">
            <a:xfrm>
              <a:off x="6416676" y="4279900"/>
              <a:ext cx="115888" cy="198438"/>
            </a:xfrm>
            <a:custGeom>
              <a:avLst/>
              <a:gdLst>
                <a:gd name="T0" fmla="*/ 26 w 31"/>
                <a:gd name="T1" fmla="*/ 0 h 53"/>
                <a:gd name="T2" fmla="*/ 25 w 31"/>
                <a:gd name="T3" fmla="*/ 0 h 53"/>
                <a:gd name="T4" fmla="*/ 21 w 31"/>
                <a:gd name="T5" fmla="*/ 4 h 53"/>
                <a:gd name="T6" fmla="*/ 21 w 31"/>
                <a:gd name="T7" fmla="*/ 23 h 53"/>
                <a:gd name="T8" fmla="*/ 2 w 31"/>
                <a:gd name="T9" fmla="*/ 45 h 53"/>
                <a:gd name="T10" fmla="*/ 2 w 31"/>
                <a:gd name="T11" fmla="*/ 52 h 53"/>
                <a:gd name="T12" fmla="*/ 5 w 31"/>
                <a:gd name="T13" fmla="*/ 53 h 53"/>
                <a:gd name="T14" fmla="*/ 9 w 31"/>
                <a:gd name="T15" fmla="*/ 52 h 53"/>
                <a:gd name="T16" fmla="*/ 25 w 31"/>
                <a:gd name="T17" fmla="*/ 33 h 53"/>
                <a:gd name="T18" fmla="*/ 29 w 31"/>
                <a:gd name="T19" fmla="*/ 28 h 53"/>
                <a:gd name="T20" fmla="*/ 31 w 31"/>
                <a:gd name="T21" fmla="*/ 25 h 53"/>
                <a:gd name="T22" fmla="*/ 31 w 31"/>
                <a:gd name="T23" fmla="*/ 4 h 53"/>
                <a:gd name="T24" fmla="*/ 26 w 31"/>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53">
                  <a:moveTo>
                    <a:pt x="26" y="0"/>
                  </a:moveTo>
                  <a:cubicBezTo>
                    <a:pt x="26" y="0"/>
                    <a:pt x="26" y="0"/>
                    <a:pt x="25" y="0"/>
                  </a:cubicBezTo>
                  <a:cubicBezTo>
                    <a:pt x="23" y="0"/>
                    <a:pt x="21" y="2"/>
                    <a:pt x="21" y="4"/>
                  </a:cubicBezTo>
                  <a:cubicBezTo>
                    <a:pt x="21" y="23"/>
                    <a:pt x="21" y="23"/>
                    <a:pt x="21" y="23"/>
                  </a:cubicBezTo>
                  <a:cubicBezTo>
                    <a:pt x="2" y="45"/>
                    <a:pt x="2" y="45"/>
                    <a:pt x="2" y="45"/>
                  </a:cubicBezTo>
                  <a:cubicBezTo>
                    <a:pt x="0" y="48"/>
                    <a:pt x="0" y="51"/>
                    <a:pt x="2" y="52"/>
                  </a:cubicBezTo>
                  <a:cubicBezTo>
                    <a:pt x="3" y="53"/>
                    <a:pt x="4" y="53"/>
                    <a:pt x="5" y="53"/>
                  </a:cubicBezTo>
                  <a:cubicBezTo>
                    <a:pt x="7" y="53"/>
                    <a:pt x="8" y="53"/>
                    <a:pt x="9" y="52"/>
                  </a:cubicBezTo>
                  <a:cubicBezTo>
                    <a:pt x="25" y="33"/>
                    <a:pt x="25" y="33"/>
                    <a:pt x="25" y="33"/>
                  </a:cubicBezTo>
                  <a:cubicBezTo>
                    <a:pt x="29" y="28"/>
                    <a:pt x="29" y="28"/>
                    <a:pt x="29" y="28"/>
                  </a:cubicBezTo>
                  <a:cubicBezTo>
                    <a:pt x="30" y="27"/>
                    <a:pt x="31" y="26"/>
                    <a:pt x="31" y="25"/>
                  </a:cubicBezTo>
                  <a:cubicBezTo>
                    <a:pt x="31" y="4"/>
                    <a:pt x="31" y="4"/>
                    <a:pt x="31" y="4"/>
                  </a:cubicBezTo>
                  <a:cubicBezTo>
                    <a:pt x="31" y="2"/>
                    <a:pt x="29" y="0"/>
                    <a:pt x="26" y="0"/>
                  </a:cubicBezTo>
                  <a:close/>
                </a:path>
              </a:pathLst>
            </a:custGeom>
            <a:grp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40" name="Freeform 34"/>
            <p:cNvSpPr>
              <a:spLocks/>
            </p:cNvSpPr>
            <p:nvPr/>
          </p:nvSpPr>
          <p:spPr bwMode="auto">
            <a:xfrm>
              <a:off x="6235701" y="4083050"/>
              <a:ext cx="157163" cy="161925"/>
            </a:xfrm>
            <a:custGeom>
              <a:avLst/>
              <a:gdLst>
                <a:gd name="T0" fmla="*/ 9 w 42"/>
                <a:gd name="T1" fmla="*/ 10 h 43"/>
                <a:gd name="T2" fmla="*/ 6 w 42"/>
                <a:gd name="T3" fmla="*/ 40 h 43"/>
                <a:gd name="T4" fmla="*/ 12 w 42"/>
                <a:gd name="T5" fmla="*/ 41 h 43"/>
                <a:gd name="T6" fmla="*/ 40 w 42"/>
                <a:gd name="T7" fmla="*/ 13 h 43"/>
                <a:gd name="T8" fmla="*/ 39 w 42"/>
                <a:gd name="T9" fmla="*/ 6 h 43"/>
                <a:gd name="T10" fmla="*/ 9 w 42"/>
                <a:gd name="T11" fmla="*/ 10 h 43"/>
              </a:gdLst>
              <a:ahLst/>
              <a:cxnLst>
                <a:cxn ang="0">
                  <a:pos x="T0" y="T1"/>
                </a:cxn>
                <a:cxn ang="0">
                  <a:pos x="T2" y="T3"/>
                </a:cxn>
                <a:cxn ang="0">
                  <a:pos x="T4" y="T5"/>
                </a:cxn>
                <a:cxn ang="0">
                  <a:pos x="T6" y="T7"/>
                </a:cxn>
                <a:cxn ang="0">
                  <a:pos x="T8" y="T9"/>
                </a:cxn>
                <a:cxn ang="0">
                  <a:pos x="T10" y="T11"/>
                </a:cxn>
              </a:cxnLst>
              <a:rect l="0" t="0" r="r" b="b"/>
              <a:pathLst>
                <a:path w="42" h="43">
                  <a:moveTo>
                    <a:pt x="9" y="10"/>
                  </a:moveTo>
                  <a:cubicBezTo>
                    <a:pt x="1" y="18"/>
                    <a:pt x="0" y="31"/>
                    <a:pt x="6" y="40"/>
                  </a:cubicBezTo>
                  <a:cubicBezTo>
                    <a:pt x="7" y="42"/>
                    <a:pt x="10" y="43"/>
                    <a:pt x="12" y="41"/>
                  </a:cubicBezTo>
                  <a:cubicBezTo>
                    <a:pt x="40" y="13"/>
                    <a:pt x="40" y="13"/>
                    <a:pt x="40" y="13"/>
                  </a:cubicBezTo>
                  <a:cubicBezTo>
                    <a:pt x="42" y="11"/>
                    <a:pt x="41" y="8"/>
                    <a:pt x="39" y="6"/>
                  </a:cubicBezTo>
                  <a:cubicBezTo>
                    <a:pt x="30" y="0"/>
                    <a:pt x="17" y="2"/>
                    <a:pt x="9" y="10"/>
                  </a:cubicBezTo>
                  <a:close/>
                </a:path>
              </a:pathLst>
            </a:custGeom>
            <a:grp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141" name="组合 87"/>
          <p:cNvGrpSpPr/>
          <p:nvPr/>
        </p:nvGrpSpPr>
        <p:grpSpPr>
          <a:xfrm>
            <a:off x="6829122" y="2982263"/>
            <a:ext cx="505808" cy="351714"/>
            <a:chOff x="6972301" y="3038475"/>
            <a:chExt cx="682625" cy="474663"/>
          </a:xfrm>
          <a:solidFill>
            <a:schemeClr val="bg1"/>
          </a:solidFill>
        </p:grpSpPr>
        <p:sp>
          <p:nvSpPr>
            <p:cNvPr id="142" name="Freeform 45"/>
            <p:cNvSpPr>
              <a:spLocks noEditPoints="1"/>
            </p:cNvSpPr>
            <p:nvPr/>
          </p:nvSpPr>
          <p:spPr bwMode="auto">
            <a:xfrm>
              <a:off x="7035801" y="3038475"/>
              <a:ext cx="555625" cy="392113"/>
            </a:xfrm>
            <a:custGeom>
              <a:avLst/>
              <a:gdLst>
                <a:gd name="T0" fmla="*/ 140 w 148"/>
                <a:gd name="T1" fmla="*/ 104 h 104"/>
                <a:gd name="T2" fmla="*/ 8 w 148"/>
                <a:gd name="T3" fmla="*/ 104 h 104"/>
                <a:gd name="T4" fmla="*/ 0 w 148"/>
                <a:gd name="T5" fmla="*/ 96 h 104"/>
                <a:gd name="T6" fmla="*/ 0 w 148"/>
                <a:gd name="T7" fmla="*/ 8 h 104"/>
                <a:gd name="T8" fmla="*/ 8 w 148"/>
                <a:gd name="T9" fmla="*/ 0 h 104"/>
                <a:gd name="T10" fmla="*/ 140 w 148"/>
                <a:gd name="T11" fmla="*/ 0 h 104"/>
                <a:gd name="T12" fmla="*/ 148 w 148"/>
                <a:gd name="T13" fmla="*/ 8 h 104"/>
                <a:gd name="T14" fmla="*/ 148 w 148"/>
                <a:gd name="T15" fmla="*/ 96 h 104"/>
                <a:gd name="T16" fmla="*/ 140 w 148"/>
                <a:gd name="T17" fmla="*/ 104 h 104"/>
                <a:gd name="T18" fmla="*/ 8 w 148"/>
                <a:gd name="T19" fmla="*/ 7 h 104"/>
                <a:gd name="T20" fmla="*/ 7 w 148"/>
                <a:gd name="T21" fmla="*/ 8 h 104"/>
                <a:gd name="T22" fmla="*/ 7 w 148"/>
                <a:gd name="T23" fmla="*/ 96 h 104"/>
                <a:gd name="T24" fmla="*/ 8 w 148"/>
                <a:gd name="T25" fmla="*/ 97 h 104"/>
                <a:gd name="T26" fmla="*/ 140 w 148"/>
                <a:gd name="T27" fmla="*/ 97 h 104"/>
                <a:gd name="T28" fmla="*/ 141 w 148"/>
                <a:gd name="T29" fmla="*/ 96 h 104"/>
                <a:gd name="T30" fmla="*/ 141 w 148"/>
                <a:gd name="T31" fmla="*/ 8 h 104"/>
                <a:gd name="T32" fmla="*/ 140 w 148"/>
                <a:gd name="T33" fmla="*/ 7 h 104"/>
                <a:gd name="T34" fmla="*/ 8 w 148"/>
                <a:gd name="T35" fmla="*/ 7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8" h="104">
                  <a:moveTo>
                    <a:pt x="140" y="104"/>
                  </a:moveTo>
                  <a:cubicBezTo>
                    <a:pt x="8" y="104"/>
                    <a:pt x="8" y="104"/>
                    <a:pt x="8" y="104"/>
                  </a:cubicBezTo>
                  <a:cubicBezTo>
                    <a:pt x="4" y="104"/>
                    <a:pt x="0" y="101"/>
                    <a:pt x="0" y="96"/>
                  </a:cubicBezTo>
                  <a:cubicBezTo>
                    <a:pt x="0" y="8"/>
                    <a:pt x="0" y="8"/>
                    <a:pt x="0" y="8"/>
                  </a:cubicBezTo>
                  <a:cubicBezTo>
                    <a:pt x="0" y="4"/>
                    <a:pt x="4" y="0"/>
                    <a:pt x="8" y="0"/>
                  </a:cubicBezTo>
                  <a:cubicBezTo>
                    <a:pt x="140" y="0"/>
                    <a:pt x="140" y="0"/>
                    <a:pt x="140" y="0"/>
                  </a:cubicBezTo>
                  <a:cubicBezTo>
                    <a:pt x="144" y="0"/>
                    <a:pt x="148" y="4"/>
                    <a:pt x="148" y="8"/>
                  </a:cubicBezTo>
                  <a:cubicBezTo>
                    <a:pt x="148" y="96"/>
                    <a:pt x="148" y="96"/>
                    <a:pt x="148" y="96"/>
                  </a:cubicBezTo>
                  <a:cubicBezTo>
                    <a:pt x="148" y="101"/>
                    <a:pt x="144" y="104"/>
                    <a:pt x="140" y="104"/>
                  </a:cubicBezTo>
                  <a:close/>
                  <a:moveTo>
                    <a:pt x="8" y="7"/>
                  </a:moveTo>
                  <a:cubicBezTo>
                    <a:pt x="7" y="7"/>
                    <a:pt x="7" y="8"/>
                    <a:pt x="7" y="8"/>
                  </a:cubicBezTo>
                  <a:cubicBezTo>
                    <a:pt x="7" y="96"/>
                    <a:pt x="7" y="96"/>
                    <a:pt x="7" y="96"/>
                  </a:cubicBezTo>
                  <a:cubicBezTo>
                    <a:pt x="7" y="97"/>
                    <a:pt x="7" y="97"/>
                    <a:pt x="8" y="97"/>
                  </a:cubicBezTo>
                  <a:cubicBezTo>
                    <a:pt x="140" y="97"/>
                    <a:pt x="140" y="97"/>
                    <a:pt x="140" y="97"/>
                  </a:cubicBezTo>
                  <a:cubicBezTo>
                    <a:pt x="140" y="97"/>
                    <a:pt x="141" y="97"/>
                    <a:pt x="141" y="96"/>
                  </a:cubicBezTo>
                  <a:cubicBezTo>
                    <a:pt x="141" y="8"/>
                    <a:pt x="141" y="8"/>
                    <a:pt x="141" y="8"/>
                  </a:cubicBezTo>
                  <a:cubicBezTo>
                    <a:pt x="141" y="8"/>
                    <a:pt x="140" y="7"/>
                    <a:pt x="140" y="7"/>
                  </a:cubicBezTo>
                  <a:lnTo>
                    <a:pt x="8" y="7"/>
                  </a:lnTo>
                  <a:close/>
                </a:path>
              </a:pathLst>
            </a:custGeom>
            <a:grp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43" name="Freeform 46"/>
            <p:cNvSpPr>
              <a:spLocks/>
            </p:cNvSpPr>
            <p:nvPr/>
          </p:nvSpPr>
          <p:spPr bwMode="auto">
            <a:xfrm>
              <a:off x="6972301" y="3460750"/>
              <a:ext cx="682625" cy="52388"/>
            </a:xfrm>
            <a:custGeom>
              <a:avLst/>
              <a:gdLst>
                <a:gd name="T0" fmla="*/ 175 w 182"/>
                <a:gd name="T1" fmla="*/ 14 h 14"/>
                <a:gd name="T2" fmla="*/ 7 w 182"/>
                <a:gd name="T3" fmla="*/ 14 h 14"/>
                <a:gd name="T4" fmla="*/ 0 w 182"/>
                <a:gd name="T5" fmla="*/ 7 h 14"/>
                <a:gd name="T6" fmla="*/ 0 w 182"/>
                <a:gd name="T7" fmla="*/ 7 h 14"/>
                <a:gd name="T8" fmla="*/ 7 w 182"/>
                <a:gd name="T9" fmla="*/ 0 h 14"/>
                <a:gd name="T10" fmla="*/ 175 w 182"/>
                <a:gd name="T11" fmla="*/ 0 h 14"/>
                <a:gd name="T12" fmla="*/ 182 w 182"/>
                <a:gd name="T13" fmla="*/ 7 h 14"/>
                <a:gd name="T14" fmla="*/ 182 w 182"/>
                <a:gd name="T15" fmla="*/ 7 h 14"/>
                <a:gd name="T16" fmla="*/ 175 w 182"/>
                <a:gd name="T17"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2" h="14">
                  <a:moveTo>
                    <a:pt x="175" y="14"/>
                  </a:moveTo>
                  <a:cubicBezTo>
                    <a:pt x="7" y="14"/>
                    <a:pt x="7" y="14"/>
                    <a:pt x="7" y="14"/>
                  </a:cubicBezTo>
                  <a:cubicBezTo>
                    <a:pt x="3" y="14"/>
                    <a:pt x="0" y="11"/>
                    <a:pt x="0" y="7"/>
                  </a:cubicBezTo>
                  <a:cubicBezTo>
                    <a:pt x="0" y="7"/>
                    <a:pt x="0" y="7"/>
                    <a:pt x="0" y="7"/>
                  </a:cubicBezTo>
                  <a:cubicBezTo>
                    <a:pt x="0" y="3"/>
                    <a:pt x="3" y="0"/>
                    <a:pt x="7" y="0"/>
                  </a:cubicBezTo>
                  <a:cubicBezTo>
                    <a:pt x="175" y="0"/>
                    <a:pt x="175" y="0"/>
                    <a:pt x="175" y="0"/>
                  </a:cubicBezTo>
                  <a:cubicBezTo>
                    <a:pt x="179" y="0"/>
                    <a:pt x="182" y="3"/>
                    <a:pt x="182" y="7"/>
                  </a:cubicBezTo>
                  <a:cubicBezTo>
                    <a:pt x="182" y="7"/>
                    <a:pt x="182" y="7"/>
                    <a:pt x="182" y="7"/>
                  </a:cubicBezTo>
                  <a:cubicBezTo>
                    <a:pt x="182" y="11"/>
                    <a:pt x="179" y="14"/>
                    <a:pt x="175" y="14"/>
                  </a:cubicBezTo>
                  <a:close/>
                </a:path>
              </a:pathLst>
            </a:custGeom>
            <a:grp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44" name="Freeform 47"/>
            <p:cNvSpPr>
              <a:spLocks noEditPoints="1"/>
            </p:cNvSpPr>
            <p:nvPr/>
          </p:nvSpPr>
          <p:spPr bwMode="auto">
            <a:xfrm>
              <a:off x="7046913" y="3054350"/>
              <a:ext cx="530225" cy="55563"/>
            </a:xfrm>
            <a:custGeom>
              <a:avLst/>
              <a:gdLst>
                <a:gd name="T0" fmla="*/ 137 w 141"/>
                <a:gd name="T1" fmla="*/ 0 h 15"/>
                <a:gd name="T2" fmla="*/ 5 w 141"/>
                <a:gd name="T3" fmla="*/ 0 h 15"/>
                <a:gd name="T4" fmla="*/ 0 w 141"/>
                <a:gd name="T5" fmla="*/ 4 h 15"/>
                <a:gd name="T6" fmla="*/ 0 w 141"/>
                <a:gd name="T7" fmla="*/ 15 h 15"/>
                <a:gd name="T8" fmla="*/ 141 w 141"/>
                <a:gd name="T9" fmla="*/ 15 h 15"/>
                <a:gd name="T10" fmla="*/ 141 w 141"/>
                <a:gd name="T11" fmla="*/ 4 h 15"/>
                <a:gd name="T12" fmla="*/ 137 w 141"/>
                <a:gd name="T13" fmla="*/ 0 h 15"/>
                <a:gd name="T14" fmla="*/ 71 w 141"/>
                <a:gd name="T15" fmla="*/ 11 h 15"/>
                <a:gd name="T16" fmla="*/ 67 w 141"/>
                <a:gd name="T17" fmla="*/ 8 h 15"/>
                <a:gd name="T18" fmla="*/ 71 w 141"/>
                <a:gd name="T19" fmla="*/ 4 h 15"/>
                <a:gd name="T20" fmla="*/ 75 w 141"/>
                <a:gd name="T21" fmla="*/ 8 h 15"/>
                <a:gd name="T22" fmla="*/ 71 w 141"/>
                <a:gd name="T23"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1" h="15">
                  <a:moveTo>
                    <a:pt x="137" y="0"/>
                  </a:moveTo>
                  <a:cubicBezTo>
                    <a:pt x="5" y="0"/>
                    <a:pt x="5" y="0"/>
                    <a:pt x="5" y="0"/>
                  </a:cubicBezTo>
                  <a:cubicBezTo>
                    <a:pt x="2" y="0"/>
                    <a:pt x="0" y="2"/>
                    <a:pt x="0" y="4"/>
                  </a:cubicBezTo>
                  <a:cubicBezTo>
                    <a:pt x="0" y="15"/>
                    <a:pt x="0" y="15"/>
                    <a:pt x="0" y="15"/>
                  </a:cubicBezTo>
                  <a:cubicBezTo>
                    <a:pt x="141" y="15"/>
                    <a:pt x="141" y="15"/>
                    <a:pt x="141" y="15"/>
                  </a:cubicBezTo>
                  <a:cubicBezTo>
                    <a:pt x="141" y="4"/>
                    <a:pt x="141" y="4"/>
                    <a:pt x="141" y="4"/>
                  </a:cubicBezTo>
                  <a:cubicBezTo>
                    <a:pt x="141" y="2"/>
                    <a:pt x="139" y="0"/>
                    <a:pt x="137" y="0"/>
                  </a:cubicBezTo>
                  <a:close/>
                  <a:moveTo>
                    <a:pt x="71" y="11"/>
                  </a:moveTo>
                  <a:cubicBezTo>
                    <a:pt x="69" y="11"/>
                    <a:pt x="67" y="10"/>
                    <a:pt x="67" y="8"/>
                  </a:cubicBezTo>
                  <a:cubicBezTo>
                    <a:pt x="67" y="6"/>
                    <a:pt x="69" y="4"/>
                    <a:pt x="71" y="4"/>
                  </a:cubicBezTo>
                  <a:cubicBezTo>
                    <a:pt x="73" y="4"/>
                    <a:pt x="75" y="6"/>
                    <a:pt x="75" y="8"/>
                  </a:cubicBezTo>
                  <a:cubicBezTo>
                    <a:pt x="75" y="10"/>
                    <a:pt x="73" y="11"/>
                    <a:pt x="71" y="11"/>
                  </a:cubicBezTo>
                  <a:close/>
                </a:path>
              </a:pathLst>
            </a:custGeom>
            <a:grp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45" name="Freeform 48"/>
            <p:cNvSpPr>
              <a:spLocks/>
            </p:cNvSpPr>
            <p:nvPr/>
          </p:nvSpPr>
          <p:spPr bwMode="auto">
            <a:xfrm>
              <a:off x="7423151" y="3246438"/>
              <a:ext cx="47625" cy="63500"/>
            </a:xfrm>
            <a:custGeom>
              <a:avLst/>
              <a:gdLst>
                <a:gd name="T0" fmla="*/ 9 w 13"/>
                <a:gd name="T1" fmla="*/ 17 h 17"/>
                <a:gd name="T2" fmla="*/ 7 w 13"/>
                <a:gd name="T3" fmla="*/ 15 h 17"/>
                <a:gd name="T4" fmla="*/ 1 w 13"/>
                <a:gd name="T5" fmla="*/ 5 h 17"/>
                <a:gd name="T6" fmla="*/ 2 w 13"/>
                <a:gd name="T7" fmla="*/ 1 h 17"/>
                <a:gd name="T8" fmla="*/ 6 w 13"/>
                <a:gd name="T9" fmla="*/ 2 h 17"/>
                <a:gd name="T10" fmla="*/ 12 w 13"/>
                <a:gd name="T11" fmla="*/ 13 h 17"/>
                <a:gd name="T12" fmla="*/ 11 w 13"/>
                <a:gd name="T13" fmla="*/ 16 h 17"/>
                <a:gd name="T14" fmla="*/ 9 w 13"/>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7">
                  <a:moveTo>
                    <a:pt x="9" y="17"/>
                  </a:moveTo>
                  <a:cubicBezTo>
                    <a:pt x="9" y="17"/>
                    <a:pt x="8" y="16"/>
                    <a:pt x="7" y="15"/>
                  </a:cubicBezTo>
                  <a:cubicBezTo>
                    <a:pt x="1" y="5"/>
                    <a:pt x="1" y="5"/>
                    <a:pt x="1" y="5"/>
                  </a:cubicBezTo>
                  <a:cubicBezTo>
                    <a:pt x="0" y="4"/>
                    <a:pt x="0" y="2"/>
                    <a:pt x="2" y="1"/>
                  </a:cubicBezTo>
                  <a:cubicBezTo>
                    <a:pt x="3" y="0"/>
                    <a:pt x="5" y="1"/>
                    <a:pt x="6" y="2"/>
                  </a:cubicBezTo>
                  <a:cubicBezTo>
                    <a:pt x="12" y="13"/>
                    <a:pt x="12" y="13"/>
                    <a:pt x="12" y="13"/>
                  </a:cubicBezTo>
                  <a:cubicBezTo>
                    <a:pt x="13" y="14"/>
                    <a:pt x="12" y="16"/>
                    <a:pt x="11" y="16"/>
                  </a:cubicBezTo>
                  <a:cubicBezTo>
                    <a:pt x="10" y="17"/>
                    <a:pt x="10" y="17"/>
                    <a:pt x="9" y="17"/>
                  </a:cubicBezTo>
                  <a:close/>
                </a:path>
              </a:pathLst>
            </a:custGeom>
            <a:grp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46" name="Freeform 49"/>
            <p:cNvSpPr>
              <a:spLocks/>
            </p:cNvSpPr>
            <p:nvPr/>
          </p:nvSpPr>
          <p:spPr bwMode="auto">
            <a:xfrm>
              <a:off x="7392988" y="3194050"/>
              <a:ext cx="82550" cy="100013"/>
            </a:xfrm>
            <a:custGeom>
              <a:avLst/>
              <a:gdLst>
                <a:gd name="T0" fmla="*/ 5 w 22"/>
                <a:gd name="T1" fmla="*/ 25 h 27"/>
                <a:gd name="T2" fmla="*/ 0 w 22"/>
                <a:gd name="T3" fmla="*/ 2 h 27"/>
                <a:gd name="T4" fmla="*/ 3 w 22"/>
                <a:gd name="T5" fmla="*/ 1 h 27"/>
                <a:gd name="T6" fmla="*/ 21 w 22"/>
                <a:gd name="T7" fmla="*/ 15 h 27"/>
                <a:gd name="T8" fmla="*/ 20 w 22"/>
                <a:gd name="T9" fmla="*/ 18 h 27"/>
                <a:gd name="T10" fmla="*/ 13 w 22"/>
                <a:gd name="T11" fmla="*/ 18 h 27"/>
                <a:gd name="T12" fmla="*/ 11 w 22"/>
                <a:gd name="T13" fmla="*/ 19 h 27"/>
                <a:gd name="T14" fmla="*/ 8 w 22"/>
                <a:gd name="T15" fmla="*/ 25 h 27"/>
                <a:gd name="T16" fmla="*/ 5 w 22"/>
                <a:gd name="T17" fmla="*/ 2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27">
                  <a:moveTo>
                    <a:pt x="5" y="25"/>
                  </a:moveTo>
                  <a:cubicBezTo>
                    <a:pt x="0" y="2"/>
                    <a:pt x="0" y="2"/>
                    <a:pt x="0" y="2"/>
                  </a:cubicBezTo>
                  <a:cubicBezTo>
                    <a:pt x="0" y="1"/>
                    <a:pt x="2" y="0"/>
                    <a:pt x="3" y="1"/>
                  </a:cubicBezTo>
                  <a:cubicBezTo>
                    <a:pt x="21" y="15"/>
                    <a:pt x="21" y="15"/>
                    <a:pt x="21" y="15"/>
                  </a:cubicBezTo>
                  <a:cubicBezTo>
                    <a:pt x="22" y="16"/>
                    <a:pt x="21" y="18"/>
                    <a:pt x="20" y="18"/>
                  </a:cubicBezTo>
                  <a:cubicBezTo>
                    <a:pt x="13" y="18"/>
                    <a:pt x="13" y="18"/>
                    <a:pt x="13" y="18"/>
                  </a:cubicBezTo>
                  <a:cubicBezTo>
                    <a:pt x="12" y="18"/>
                    <a:pt x="11" y="18"/>
                    <a:pt x="11" y="19"/>
                  </a:cubicBezTo>
                  <a:cubicBezTo>
                    <a:pt x="8" y="25"/>
                    <a:pt x="8" y="25"/>
                    <a:pt x="8" y="25"/>
                  </a:cubicBezTo>
                  <a:cubicBezTo>
                    <a:pt x="7" y="27"/>
                    <a:pt x="5" y="27"/>
                    <a:pt x="5" y="25"/>
                  </a:cubicBezTo>
                  <a:close/>
                </a:path>
              </a:pathLst>
            </a:custGeom>
            <a:grp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sp>
        <p:nvSpPr>
          <p:cNvPr id="147" name="Freeform 7"/>
          <p:cNvSpPr>
            <a:spLocks noEditPoints="1"/>
          </p:cNvSpPr>
          <p:nvPr/>
        </p:nvSpPr>
        <p:spPr bwMode="auto">
          <a:xfrm>
            <a:off x="7799713" y="4000831"/>
            <a:ext cx="239813" cy="451880"/>
          </a:xfrm>
          <a:custGeom>
            <a:avLst/>
            <a:gdLst>
              <a:gd name="T0" fmla="*/ 21 w 51"/>
              <a:gd name="T1" fmla="*/ 72 h 94"/>
              <a:gd name="T2" fmla="*/ 22 w 51"/>
              <a:gd name="T3" fmla="*/ 50 h 94"/>
              <a:gd name="T4" fmla="*/ 7 w 51"/>
              <a:gd name="T5" fmla="*/ 40 h 94"/>
              <a:gd name="T6" fmla="*/ 3 w 51"/>
              <a:gd name="T7" fmla="*/ 26 h 94"/>
              <a:gd name="T8" fmla="*/ 9 w 51"/>
              <a:gd name="T9" fmla="*/ 11 h 94"/>
              <a:gd name="T10" fmla="*/ 23 w 51"/>
              <a:gd name="T11" fmla="*/ 5 h 94"/>
              <a:gd name="T12" fmla="*/ 23 w 51"/>
              <a:gd name="T13" fmla="*/ 0 h 94"/>
              <a:gd name="T14" fmla="*/ 31 w 51"/>
              <a:gd name="T15" fmla="*/ 0 h 94"/>
              <a:gd name="T16" fmla="*/ 31 w 51"/>
              <a:gd name="T17" fmla="*/ 5 h 94"/>
              <a:gd name="T18" fmla="*/ 44 w 51"/>
              <a:gd name="T19" fmla="*/ 11 h 94"/>
              <a:gd name="T20" fmla="*/ 50 w 51"/>
              <a:gd name="T21" fmla="*/ 24 h 94"/>
              <a:gd name="T22" fmla="*/ 37 w 51"/>
              <a:gd name="T23" fmla="*/ 25 h 94"/>
              <a:gd name="T24" fmla="*/ 30 w 51"/>
              <a:gd name="T25" fmla="*/ 17 h 94"/>
              <a:gd name="T26" fmla="*/ 30 w 51"/>
              <a:gd name="T27" fmla="*/ 37 h 94"/>
              <a:gd name="T28" fmla="*/ 47 w 51"/>
              <a:gd name="T29" fmla="*/ 47 h 94"/>
              <a:gd name="T30" fmla="*/ 51 w 51"/>
              <a:gd name="T31" fmla="*/ 61 h 94"/>
              <a:gd name="T32" fmla="*/ 45 w 51"/>
              <a:gd name="T33" fmla="*/ 76 h 94"/>
              <a:gd name="T34" fmla="*/ 29 w 51"/>
              <a:gd name="T35" fmla="*/ 84 h 94"/>
              <a:gd name="T36" fmla="*/ 28 w 51"/>
              <a:gd name="T37" fmla="*/ 94 h 94"/>
              <a:gd name="T38" fmla="*/ 21 w 51"/>
              <a:gd name="T39" fmla="*/ 94 h 94"/>
              <a:gd name="T40" fmla="*/ 21 w 51"/>
              <a:gd name="T41" fmla="*/ 84 h 94"/>
              <a:gd name="T42" fmla="*/ 6 w 51"/>
              <a:gd name="T43" fmla="*/ 77 h 94"/>
              <a:gd name="T44" fmla="*/ 0 w 51"/>
              <a:gd name="T45" fmla="*/ 61 h 94"/>
              <a:gd name="T46" fmla="*/ 14 w 51"/>
              <a:gd name="T47" fmla="*/ 60 h 94"/>
              <a:gd name="T48" fmla="*/ 16 w 51"/>
              <a:gd name="T49" fmla="*/ 67 h 94"/>
              <a:gd name="T50" fmla="*/ 21 w 51"/>
              <a:gd name="T51" fmla="*/ 72 h 94"/>
              <a:gd name="T52" fmla="*/ 23 w 51"/>
              <a:gd name="T53" fmla="*/ 17 h 94"/>
              <a:gd name="T54" fmla="*/ 18 w 51"/>
              <a:gd name="T55" fmla="*/ 20 h 94"/>
              <a:gd name="T56" fmla="*/ 16 w 51"/>
              <a:gd name="T57" fmla="*/ 25 h 94"/>
              <a:gd name="T58" fmla="*/ 17 w 51"/>
              <a:gd name="T59" fmla="*/ 31 h 94"/>
              <a:gd name="T60" fmla="*/ 22 w 51"/>
              <a:gd name="T61" fmla="*/ 35 h 94"/>
              <a:gd name="T62" fmla="*/ 23 w 51"/>
              <a:gd name="T63" fmla="*/ 17 h 94"/>
              <a:gd name="T64" fmla="*/ 29 w 51"/>
              <a:gd name="T65" fmla="*/ 72 h 94"/>
              <a:gd name="T66" fmla="*/ 35 w 51"/>
              <a:gd name="T67" fmla="*/ 69 h 94"/>
              <a:gd name="T68" fmla="*/ 38 w 51"/>
              <a:gd name="T69" fmla="*/ 62 h 94"/>
              <a:gd name="T70" fmla="*/ 36 w 51"/>
              <a:gd name="T71" fmla="*/ 56 h 94"/>
              <a:gd name="T72" fmla="*/ 29 w 51"/>
              <a:gd name="T73" fmla="*/ 52 h 94"/>
              <a:gd name="T74" fmla="*/ 29 w 51"/>
              <a:gd name="T75" fmla="*/ 7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 h="94">
                <a:moveTo>
                  <a:pt x="21" y="72"/>
                </a:moveTo>
                <a:cubicBezTo>
                  <a:pt x="22" y="50"/>
                  <a:pt x="22" y="50"/>
                  <a:pt x="22" y="50"/>
                </a:cubicBezTo>
                <a:cubicBezTo>
                  <a:pt x="15" y="47"/>
                  <a:pt x="10" y="44"/>
                  <a:pt x="7" y="40"/>
                </a:cubicBezTo>
                <a:cubicBezTo>
                  <a:pt x="4" y="36"/>
                  <a:pt x="3" y="31"/>
                  <a:pt x="3" y="26"/>
                </a:cubicBezTo>
                <a:cubicBezTo>
                  <a:pt x="3" y="20"/>
                  <a:pt x="5" y="15"/>
                  <a:pt x="9" y="11"/>
                </a:cubicBezTo>
                <a:cubicBezTo>
                  <a:pt x="12" y="8"/>
                  <a:pt x="17" y="6"/>
                  <a:pt x="23" y="5"/>
                </a:cubicBezTo>
                <a:cubicBezTo>
                  <a:pt x="23" y="0"/>
                  <a:pt x="23" y="0"/>
                  <a:pt x="23" y="0"/>
                </a:cubicBezTo>
                <a:cubicBezTo>
                  <a:pt x="31" y="0"/>
                  <a:pt x="31" y="0"/>
                  <a:pt x="31" y="0"/>
                </a:cubicBezTo>
                <a:cubicBezTo>
                  <a:pt x="31" y="5"/>
                  <a:pt x="31" y="5"/>
                  <a:pt x="31" y="5"/>
                </a:cubicBezTo>
                <a:cubicBezTo>
                  <a:pt x="36" y="6"/>
                  <a:pt x="41" y="8"/>
                  <a:pt x="44" y="11"/>
                </a:cubicBezTo>
                <a:cubicBezTo>
                  <a:pt x="47" y="15"/>
                  <a:pt x="49" y="19"/>
                  <a:pt x="50" y="24"/>
                </a:cubicBezTo>
                <a:cubicBezTo>
                  <a:pt x="37" y="25"/>
                  <a:pt x="37" y="25"/>
                  <a:pt x="37" y="25"/>
                </a:cubicBezTo>
                <a:cubicBezTo>
                  <a:pt x="36" y="21"/>
                  <a:pt x="34" y="18"/>
                  <a:pt x="30" y="17"/>
                </a:cubicBezTo>
                <a:cubicBezTo>
                  <a:pt x="30" y="37"/>
                  <a:pt x="30" y="37"/>
                  <a:pt x="30" y="37"/>
                </a:cubicBezTo>
                <a:cubicBezTo>
                  <a:pt x="38" y="40"/>
                  <a:pt x="44" y="43"/>
                  <a:pt x="47" y="47"/>
                </a:cubicBezTo>
                <a:cubicBezTo>
                  <a:pt x="50" y="50"/>
                  <a:pt x="51" y="55"/>
                  <a:pt x="51" y="61"/>
                </a:cubicBezTo>
                <a:cubicBezTo>
                  <a:pt x="51" y="67"/>
                  <a:pt x="49" y="72"/>
                  <a:pt x="45" y="76"/>
                </a:cubicBezTo>
                <a:cubicBezTo>
                  <a:pt x="41" y="81"/>
                  <a:pt x="36" y="83"/>
                  <a:pt x="29" y="84"/>
                </a:cubicBezTo>
                <a:cubicBezTo>
                  <a:pt x="28" y="94"/>
                  <a:pt x="28" y="94"/>
                  <a:pt x="28" y="94"/>
                </a:cubicBezTo>
                <a:cubicBezTo>
                  <a:pt x="21" y="94"/>
                  <a:pt x="21" y="94"/>
                  <a:pt x="21" y="94"/>
                </a:cubicBezTo>
                <a:cubicBezTo>
                  <a:pt x="21" y="84"/>
                  <a:pt x="21" y="84"/>
                  <a:pt x="21" y="84"/>
                </a:cubicBezTo>
                <a:cubicBezTo>
                  <a:pt x="15" y="83"/>
                  <a:pt x="10" y="81"/>
                  <a:pt x="6" y="77"/>
                </a:cubicBezTo>
                <a:cubicBezTo>
                  <a:pt x="3" y="73"/>
                  <a:pt x="1" y="68"/>
                  <a:pt x="0" y="61"/>
                </a:cubicBezTo>
                <a:cubicBezTo>
                  <a:pt x="14" y="60"/>
                  <a:pt x="14" y="60"/>
                  <a:pt x="14" y="60"/>
                </a:cubicBezTo>
                <a:cubicBezTo>
                  <a:pt x="14" y="62"/>
                  <a:pt x="15" y="65"/>
                  <a:pt x="16" y="67"/>
                </a:cubicBezTo>
                <a:cubicBezTo>
                  <a:pt x="18" y="69"/>
                  <a:pt x="19" y="71"/>
                  <a:pt x="21" y="72"/>
                </a:cubicBezTo>
                <a:close/>
                <a:moveTo>
                  <a:pt x="23" y="17"/>
                </a:moveTo>
                <a:cubicBezTo>
                  <a:pt x="21" y="17"/>
                  <a:pt x="19" y="18"/>
                  <a:pt x="18" y="20"/>
                </a:cubicBezTo>
                <a:cubicBezTo>
                  <a:pt x="16" y="22"/>
                  <a:pt x="16" y="23"/>
                  <a:pt x="16" y="25"/>
                </a:cubicBezTo>
                <a:cubicBezTo>
                  <a:pt x="16" y="27"/>
                  <a:pt x="16" y="29"/>
                  <a:pt x="17" y="31"/>
                </a:cubicBezTo>
                <a:cubicBezTo>
                  <a:pt x="18" y="32"/>
                  <a:pt x="20" y="34"/>
                  <a:pt x="22" y="35"/>
                </a:cubicBezTo>
                <a:lnTo>
                  <a:pt x="23" y="17"/>
                </a:lnTo>
                <a:close/>
                <a:moveTo>
                  <a:pt x="29" y="72"/>
                </a:moveTo>
                <a:cubicBezTo>
                  <a:pt x="32" y="72"/>
                  <a:pt x="34" y="71"/>
                  <a:pt x="35" y="69"/>
                </a:cubicBezTo>
                <a:cubicBezTo>
                  <a:pt x="37" y="67"/>
                  <a:pt x="38" y="65"/>
                  <a:pt x="38" y="62"/>
                </a:cubicBezTo>
                <a:cubicBezTo>
                  <a:pt x="38" y="60"/>
                  <a:pt x="38" y="58"/>
                  <a:pt x="36" y="56"/>
                </a:cubicBezTo>
                <a:cubicBezTo>
                  <a:pt x="35" y="54"/>
                  <a:pt x="33" y="53"/>
                  <a:pt x="29" y="52"/>
                </a:cubicBezTo>
                <a:lnTo>
                  <a:pt x="29" y="7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Tree>
    <p:extLst>
      <p:ext uri="{BB962C8B-B14F-4D97-AF65-F5344CB8AC3E}">
        <p14:creationId xmlns:p14="http://schemas.microsoft.com/office/powerpoint/2010/main" val="754340410"/>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8" name="组合 27"/>
          <p:cNvGrpSpPr/>
          <p:nvPr/>
        </p:nvGrpSpPr>
        <p:grpSpPr>
          <a:xfrm>
            <a:off x="2621329" y="1524464"/>
            <a:ext cx="4579632" cy="4242706"/>
            <a:chOff x="376238" y="0"/>
            <a:chExt cx="7358062" cy="6816725"/>
          </a:xfrm>
        </p:grpSpPr>
        <p:sp>
          <p:nvSpPr>
            <p:cNvPr id="29" name="AutoShape 3"/>
            <p:cNvSpPr>
              <a:spLocks noChangeAspect="1" noChangeArrowheads="1" noTextEdit="1"/>
            </p:cNvSpPr>
            <p:nvPr/>
          </p:nvSpPr>
          <p:spPr bwMode="auto">
            <a:xfrm>
              <a:off x="376238" y="0"/>
              <a:ext cx="7358062" cy="681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Oval 5"/>
            <p:cNvSpPr>
              <a:spLocks noChangeArrowheads="1"/>
            </p:cNvSpPr>
            <p:nvPr/>
          </p:nvSpPr>
          <p:spPr bwMode="auto">
            <a:xfrm>
              <a:off x="3854450" y="987425"/>
              <a:ext cx="120650" cy="117475"/>
            </a:xfrm>
            <a:prstGeom prst="ellipse">
              <a:avLst/>
            </a:prstGeom>
            <a:solidFill>
              <a:srgbClr val="007BC6"/>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1" name="Freeform 6"/>
            <p:cNvSpPr>
              <a:spLocks noEditPoints="1"/>
            </p:cNvSpPr>
            <p:nvPr/>
          </p:nvSpPr>
          <p:spPr bwMode="auto">
            <a:xfrm>
              <a:off x="4767263" y="442913"/>
              <a:ext cx="420687" cy="30163"/>
            </a:xfrm>
            <a:custGeom>
              <a:avLst/>
              <a:gdLst>
                <a:gd name="T0" fmla="*/ 108 w 112"/>
                <a:gd name="T1" fmla="*/ 8 h 8"/>
                <a:gd name="T2" fmla="*/ 96 w 112"/>
                <a:gd name="T3" fmla="*/ 8 h 8"/>
                <a:gd name="T4" fmla="*/ 92 w 112"/>
                <a:gd name="T5" fmla="*/ 4 h 8"/>
                <a:gd name="T6" fmla="*/ 96 w 112"/>
                <a:gd name="T7" fmla="*/ 0 h 8"/>
                <a:gd name="T8" fmla="*/ 108 w 112"/>
                <a:gd name="T9" fmla="*/ 0 h 8"/>
                <a:gd name="T10" fmla="*/ 112 w 112"/>
                <a:gd name="T11" fmla="*/ 4 h 8"/>
                <a:gd name="T12" fmla="*/ 108 w 112"/>
                <a:gd name="T13" fmla="*/ 8 h 8"/>
                <a:gd name="T14" fmla="*/ 84 w 112"/>
                <a:gd name="T15" fmla="*/ 8 h 8"/>
                <a:gd name="T16" fmla="*/ 72 w 112"/>
                <a:gd name="T17" fmla="*/ 8 h 8"/>
                <a:gd name="T18" fmla="*/ 68 w 112"/>
                <a:gd name="T19" fmla="*/ 4 h 8"/>
                <a:gd name="T20" fmla="*/ 72 w 112"/>
                <a:gd name="T21" fmla="*/ 0 h 8"/>
                <a:gd name="T22" fmla="*/ 84 w 112"/>
                <a:gd name="T23" fmla="*/ 0 h 8"/>
                <a:gd name="T24" fmla="*/ 88 w 112"/>
                <a:gd name="T25" fmla="*/ 4 h 8"/>
                <a:gd name="T26" fmla="*/ 84 w 112"/>
                <a:gd name="T27" fmla="*/ 8 h 8"/>
                <a:gd name="T28" fmla="*/ 60 w 112"/>
                <a:gd name="T29" fmla="*/ 8 h 8"/>
                <a:gd name="T30" fmla="*/ 48 w 112"/>
                <a:gd name="T31" fmla="*/ 8 h 8"/>
                <a:gd name="T32" fmla="*/ 44 w 112"/>
                <a:gd name="T33" fmla="*/ 4 h 8"/>
                <a:gd name="T34" fmla="*/ 48 w 112"/>
                <a:gd name="T35" fmla="*/ 0 h 8"/>
                <a:gd name="T36" fmla="*/ 60 w 112"/>
                <a:gd name="T37" fmla="*/ 0 h 8"/>
                <a:gd name="T38" fmla="*/ 64 w 112"/>
                <a:gd name="T39" fmla="*/ 4 h 8"/>
                <a:gd name="T40" fmla="*/ 60 w 112"/>
                <a:gd name="T41" fmla="*/ 8 h 8"/>
                <a:gd name="T42" fmla="*/ 36 w 112"/>
                <a:gd name="T43" fmla="*/ 8 h 8"/>
                <a:gd name="T44" fmla="*/ 24 w 112"/>
                <a:gd name="T45" fmla="*/ 8 h 8"/>
                <a:gd name="T46" fmla="*/ 20 w 112"/>
                <a:gd name="T47" fmla="*/ 4 h 8"/>
                <a:gd name="T48" fmla="*/ 24 w 112"/>
                <a:gd name="T49" fmla="*/ 0 h 8"/>
                <a:gd name="T50" fmla="*/ 36 w 112"/>
                <a:gd name="T51" fmla="*/ 0 h 8"/>
                <a:gd name="T52" fmla="*/ 40 w 112"/>
                <a:gd name="T53" fmla="*/ 4 h 8"/>
                <a:gd name="T54" fmla="*/ 36 w 112"/>
                <a:gd name="T55" fmla="*/ 8 h 8"/>
                <a:gd name="T56" fmla="*/ 12 w 112"/>
                <a:gd name="T57" fmla="*/ 8 h 8"/>
                <a:gd name="T58" fmla="*/ 4 w 112"/>
                <a:gd name="T59" fmla="*/ 8 h 8"/>
                <a:gd name="T60" fmla="*/ 0 w 112"/>
                <a:gd name="T61" fmla="*/ 4 h 8"/>
                <a:gd name="T62" fmla="*/ 4 w 112"/>
                <a:gd name="T63" fmla="*/ 0 h 8"/>
                <a:gd name="T64" fmla="*/ 12 w 112"/>
                <a:gd name="T65" fmla="*/ 0 h 8"/>
                <a:gd name="T66" fmla="*/ 16 w 112"/>
                <a:gd name="T67" fmla="*/ 4 h 8"/>
                <a:gd name="T68" fmla="*/ 12 w 112"/>
                <a:gd name="T69"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2" h="8">
                  <a:moveTo>
                    <a:pt x="108" y="8"/>
                  </a:moveTo>
                  <a:cubicBezTo>
                    <a:pt x="96" y="8"/>
                    <a:pt x="96" y="8"/>
                    <a:pt x="96" y="8"/>
                  </a:cubicBezTo>
                  <a:cubicBezTo>
                    <a:pt x="94" y="8"/>
                    <a:pt x="92" y="6"/>
                    <a:pt x="92" y="4"/>
                  </a:cubicBezTo>
                  <a:cubicBezTo>
                    <a:pt x="92" y="2"/>
                    <a:pt x="94" y="0"/>
                    <a:pt x="96" y="0"/>
                  </a:cubicBezTo>
                  <a:cubicBezTo>
                    <a:pt x="108" y="0"/>
                    <a:pt x="108" y="0"/>
                    <a:pt x="108" y="0"/>
                  </a:cubicBezTo>
                  <a:cubicBezTo>
                    <a:pt x="110" y="0"/>
                    <a:pt x="112" y="2"/>
                    <a:pt x="112" y="4"/>
                  </a:cubicBezTo>
                  <a:cubicBezTo>
                    <a:pt x="112" y="6"/>
                    <a:pt x="110" y="8"/>
                    <a:pt x="108" y="8"/>
                  </a:cubicBezTo>
                  <a:close/>
                  <a:moveTo>
                    <a:pt x="84" y="8"/>
                  </a:moveTo>
                  <a:cubicBezTo>
                    <a:pt x="72" y="8"/>
                    <a:pt x="72" y="8"/>
                    <a:pt x="72" y="8"/>
                  </a:cubicBezTo>
                  <a:cubicBezTo>
                    <a:pt x="70" y="8"/>
                    <a:pt x="68" y="6"/>
                    <a:pt x="68" y="4"/>
                  </a:cubicBezTo>
                  <a:cubicBezTo>
                    <a:pt x="68" y="2"/>
                    <a:pt x="70" y="0"/>
                    <a:pt x="72" y="0"/>
                  </a:cubicBezTo>
                  <a:cubicBezTo>
                    <a:pt x="84" y="0"/>
                    <a:pt x="84" y="0"/>
                    <a:pt x="84" y="0"/>
                  </a:cubicBezTo>
                  <a:cubicBezTo>
                    <a:pt x="86" y="0"/>
                    <a:pt x="88" y="2"/>
                    <a:pt x="88" y="4"/>
                  </a:cubicBezTo>
                  <a:cubicBezTo>
                    <a:pt x="88" y="6"/>
                    <a:pt x="86" y="8"/>
                    <a:pt x="84" y="8"/>
                  </a:cubicBezTo>
                  <a:close/>
                  <a:moveTo>
                    <a:pt x="60" y="8"/>
                  </a:moveTo>
                  <a:cubicBezTo>
                    <a:pt x="48" y="8"/>
                    <a:pt x="48" y="8"/>
                    <a:pt x="48" y="8"/>
                  </a:cubicBezTo>
                  <a:cubicBezTo>
                    <a:pt x="46" y="8"/>
                    <a:pt x="44" y="6"/>
                    <a:pt x="44" y="4"/>
                  </a:cubicBezTo>
                  <a:cubicBezTo>
                    <a:pt x="44" y="2"/>
                    <a:pt x="46" y="0"/>
                    <a:pt x="48" y="0"/>
                  </a:cubicBezTo>
                  <a:cubicBezTo>
                    <a:pt x="60" y="0"/>
                    <a:pt x="60" y="0"/>
                    <a:pt x="60" y="0"/>
                  </a:cubicBezTo>
                  <a:cubicBezTo>
                    <a:pt x="62" y="0"/>
                    <a:pt x="64" y="2"/>
                    <a:pt x="64" y="4"/>
                  </a:cubicBezTo>
                  <a:cubicBezTo>
                    <a:pt x="64" y="6"/>
                    <a:pt x="62" y="8"/>
                    <a:pt x="60" y="8"/>
                  </a:cubicBezTo>
                  <a:close/>
                  <a:moveTo>
                    <a:pt x="36" y="8"/>
                  </a:moveTo>
                  <a:cubicBezTo>
                    <a:pt x="24" y="8"/>
                    <a:pt x="24" y="8"/>
                    <a:pt x="24" y="8"/>
                  </a:cubicBezTo>
                  <a:cubicBezTo>
                    <a:pt x="22" y="8"/>
                    <a:pt x="20" y="6"/>
                    <a:pt x="20" y="4"/>
                  </a:cubicBezTo>
                  <a:cubicBezTo>
                    <a:pt x="20" y="2"/>
                    <a:pt x="22" y="0"/>
                    <a:pt x="24" y="0"/>
                  </a:cubicBezTo>
                  <a:cubicBezTo>
                    <a:pt x="36" y="0"/>
                    <a:pt x="36" y="0"/>
                    <a:pt x="36" y="0"/>
                  </a:cubicBezTo>
                  <a:cubicBezTo>
                    <a:pt x="38" y="0"/>
                    <a:pt x="40" y="2"/>
                    <a:pt x="40" y="4"/>
                  </a:cubicBezTo>
                  <a:cubicBezTo>
                    <a:pt x="40" y="6"/>
                    <a:pt x="38" y="8"/>
                    <a:pt x="36" y="8"/>
                  </a:cubicBezTo>
                  <a:close/>
                  <a:moveTo>
                    <a:pt x="12" y="8"/>
                  </a:moveTo>
                  <a:cubicBezTo>
                    <a:pt x="4" y="8"/>
                    <a:pt x="4" y="8"/>
                    <a:pt x="4" y="8"/>
                  </a:cubicBezTo>
                  <a:cubicBezTo>
                    <a:pt x="2" y="8"/>
                    <a:pt x="0" y="6"/>
                    <a:pt x="0" y="4"/>
                  </a:cubicBezTo>
                  <a:cubicBezTo>
                    <a:pt x="0" y="2"/>
                    <a:pt x="2" y="0"/>
                    <a:pt x="4" y="0"/>
                  </a:cubicBezTo>
                  <a:cubicBezTo>
                    <a:pt x="12" y="0"/>
                    <a:pt x="12" y="0"/>
                    <a:pt x="12" y="0"/>
                  </a:cubicBezTo>
                  <a:cubicBezTo>
                    <a:pt x="14" y="0"/>
                    <a:pt x="16" y="2"/>
                    <a:pt x="16" y="4"/>
                  </a:cubicBezTo>
                  <a:cubicBezTo>
                    <a:pt x="16" y="6"/>
                    <a:pt x="14" y="8"/>
                    <a:pt x="12" y="8"/>
                  </a:cubicBezTo>
                  <a:close/>
                </a:path>
              </a:pathLst>
            </a:custGeom>
            <a:solidFill>
              <a:srgbClr val="007BC6"/>
            </a:soli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32" name="Freeform 8"/>
            <p:cNvSpPr>
              <a:spLocks/>
            </p:cNvSpPr>
            <p:nvPr/>
          </p:nvSpPr>
          <p:spPr bwMode="auto">
            <a:xfrm>
              <a:off x="3903663" y="458788"/>
              <a:ext cx="682625" cy="592138"/>
            </a:xfrm>
            <a:custGeom>
              <a:avLst/>
              <a:gdLst>
                <a:gd name="T0" fmla="*/ 0 w 430"/>
                <a:gd name="T1" fmla="*/ 373 h 373"/>
                <a:gd name="T2" fmla="*/ 0 w 430"/>
                <a:gd name="T3" fmla="*/ 0 h 373"/>
                <a:gd name="T4" fmla="*/ 430 w 430"/>
                <a:gd name="T5" fmla="*/ 0 h 373"/>
              </a:gdLst>
              <a:ahLst/>
              <a:cxnLst>
                <a:cxn ang="0">
                  <a:pos x="T0" y="T1"/>
                </a:cxn>
                <a:cxn ang="0">
                  <a:pos x="T2" y="T3"/>
                </a:cxn>
                <a:cxn ang="0">
                  <a:pos x="T4" y="T5"/>
                </a:cxn>
              </a:cxnLst>
              <a:rect l="0" t="0" r="r" b="b"/>
              <a:pathLst>
                <a:path w="430" h="373">
                  <a:moveTo>
                    <a:pt x="0" y="373"/>
                  </a:moveTo>
                  <a:lnTo>
                    <a:pt x="0" y="0"/>
                  </a:lnTo>
                  <a:lnTo>
                    <a:pt x="430" y="0"/>
                  </a:lnTo>
                </a:path>
              </a:pathLst>
            </a:custGeom>
            <a:noFill/>
            <a:ln w="14288" cap="flat">
              <a:solidFill>
                <a:srgbClr val="007BC6"/>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3" name="Rectangle 9"/>
            <p:cNvSpPr>
              <a:spLocks noChangeArrowheads="1"/>
            </p:cNvSpPr>
            <p:nvPr/>
          </p:nvSpPr>
          <p:spPr bwMode="auto">
            <a:xfrm>
              <a:off x="4545013" y="3175"/>
              <a:ext cx="71437" cy="1201738"/>
            </a:xfrm>
            <a:prstGeom prst="rect">
              <a:avLst/>
            </a:prstGeom>
            <a:solidFill>
              <a:srgbClr val="007BC6"/>
            </a:soli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34" name="Freeform 10"/>
            <p:cNvSpPr>
              <a:spLocks noEditPoints="1"/>
            </p:cNvSpPr>
            <p:nvPr/>
          </p:nvSpPr>
          <p:spPr bwMode="auto">
            <a:xfrm>
              <a:off x="6148388" y="2005013"/>
              <a:ext cx="420687" cy="30163"/>
            </a:xfrm>
            <a:custGeom>
              <a:avLst/>
              <a:gdLst>
                <a:gd name="T0" fmla="*/ 108 w 112"/>
                <a:gd name="T1" fmla="*/ 8 h 8"/>
                <a:gd name="T2" fmla="*/ 96 w 112"/>
                <a:gd name="T3" fmla="*/ 8 h 8"/>
                <a:gd name="T4" fmla="*/ 92 w 112"/>
                <a:gd name="T5" fmla="*/ 4 h 8"/>
                <a:gd name="T6" fmla="*/ 96 w 112"/>
                <a:gd name="T7" fmla="*/ 0 h 8"/>
                <a:gd name="T8" fmla="*/ 108 w 112"/>
                <a:gd name="T9" fmla="*/ 0 h 8"/>
                <a:gd name="T10" fmla="*/ 112 w 112"/>
                <a:gd name="T11" fmla="*/ 4 h 8"/>
                <a:gd name="T12" fmla="*/ 108 w 112"/>
                <a:gd name="T13" fmla="*/ 8 h 8"/>
                <a:gd name="T14" fmla="*/ 84 w 112"/>
                <a:gd name="T15" fmla="*/ 8 h 8"/>
                <a:gd name="T16" fmla="*/ 72 w 112"/>
                <a:gd name="T17" fmla="*/ 8 h 8"/>
                <a:gd name="T18" fmla="*/ 68 w 112"/>
                <a:gd name="T19" fmla="*/ 4 h 8"/>
                <a:gd name="T20" fmla="*/ 72 w 112"/>
                <a:gd name="T21" fmla="*/ 0 h 8"/>
                <a:gd name="T22" fmla="*/ 84 w 112"/>
                <a:gd name="T23" fmla="*/ 0 h 8"/>
                <a:gd name="T24" fmla="*/ 88 w 112"/>
                <a:gd name="T25" fmla="*/ 4 h 8"/>
                <a:gd name="T26" fmla="*/ 84 w 112"/>
                <a:gd name="T27" fmla="*/ 8 h 8"/>
                <a:gd name="T28" fmla="*/ 60 w 112"/>
                <a:gd name="T29" fmla="*/ 8 h 8"/>
                <a:gd name="T30" fmla="*/ 48 w 112"/>
                <a:gd name="T31" fmla="*/ 8 h 8"/>
                <a:gd name="T32" fmla="*/ 44 w 112"/>
                <a:gd name="T33" fmla="*/ 4 h 8"/>
                <a:gd name="T34" fmla="*/ 48 w 112"/>
                <a:gd name="T35" fmla="*/ 0 h 8"/>
                <a:gd name="T36" fmla="*/ 60 w 112"/>
                <a:gd name="T37" fmla="*/ 0 h 8"/>
                <a:gd name="T38" fmla="*/ 64 w 112"/>
                <a:gd name="T39" fmla="*/ 4 h 8"/>
                <a:gd name="T40" fmla="*/ 60 w 112"/>
                <a:gd name="T41" fmla="*/ 8 h 8"/>
                <a:gd name="T42" fmla="*/ 36 w 112"/>
                <a:gd name="T43" fmla="*/ 8 h 8"/>
                <a:gd name="T44" fmla="*/ 24 w 112"/>
                <a:gd name="T45" fmla="*/ 8 h 8"/>
                <a:gd name="T46" fmla="*/ 20 w 112"/>
                <a:gd name="T47" fmla="*/ 4 h 8"/>
                <a:gd name="T48" fmla="*/ 24 w 112"/>
                <a:gd name="T49" fmla="*/ 0 h 8"/>
                <a:gd name="T50" fmla="*/ 36 w 112"/>
                <a:gd name="T51" fmla="*/ 0 h 8"/>
                <a:gd name="T52" fmla="*/ 40 w 112"/>
                <a:gd name="T53" fmla="*/ 4 h 8"/>
                <a:gd name="T54" fmla="*/ 36 w 112"/>
                <a:gd name="T55" fmla="*/ 8 h 8"/>
                <a:gd name="T56" fmla="*/ 12 w 112"/>
                <a:gd name="T57" fmla="*/ 8 h 8"/>
                <a:gd name="T58" fmla="*/ 4 w 112"/>
                <a:gd name="T59" fmla="*/ 8 h 8"/>
                <a:gd name="T60" fmla="*/ 0 w 112"/>
                <a:gd name="T61" fmla="*/ 4 h 8"/>
                <a:gd name="T62" fmla="*/ 4 w 112"/>
                <a:gd name="T63" fmla="*/ 0 h 8"/>
                <a:gd name="T64" fmla="*/ 12 w 112"/>
                <a:gd name="T65" fmla="*/ 0 h 8"/>
                <a:gd name="T66" fmla="*/ 16 w 112"/>
                <a:gd name="T67" fmla="*/ 4 h 8"/>
                <a:gd name="T68" fmla="*/ 12 w 112"/>
                <a:gd name="T69"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2" h="8">
                  <a:moveTo>
                    <a:pt x="108" y="8"/>
                  </a:moveTo>
                  <a:cubicBezTo>
                    <a:pt x="96" y="8"/>
                    <a:pt x="96" y="8"/>
                    <a:pt x="96" y="8"/>
                  </a:cubicBezTo>
                  <a:cubicBezTo>
                    <a:pt x="94" y="8"/>
                    <a:pt x="92" y="6"/>
                    <a:pt x="92" y="4"/>
                  </a:cubicBezTo>
                  <a:cubicBezTo>
                    <a:pt x="92" y="2"/>
                    <a:pt x="94" y="0"/>
                    <a:pt x="96" y="0"/>
                  </a:cubicBezTo>
                  <a:cubicBezTo>
                    <a:pt x="108" y="0"/>
                    <a:pt x="108" y="0"/>
                    <a:pt x="108" y="0"/>
                  </a:cubicBezTo>
                  <a:cubicBezTo>
                    <a:pt x="110" y="0"/>
                    <a:pt x="112" y="2"/>
                    <a:pt x="112" y="4"/>
                  </a:cubicBezTo>
                  <a:cubicBezTo>
                    <a:pt x="112" y="6"/>
                    <a:pt x="110" y="8"/>
                    <a:pt x="108" y="8"/>
                  </a:cubicBezTo>
                  <a:close/>
                  <a:moveTo>
                    <a:pt x="84" y="8"/>
                  </a:moveTo>
                  <a:cubicBezTo>
                    <a:pt x="72" y="8"/>
                    <a:pt x="72" y="8"/>
                    <a:pt x="72" y="8"/>
                  </a:cubicBezTo>
                  <a:cubicBezTo>
                    <a:pt x="70" y="8"/>
                    <a:pt x="68" y="6"/>
                    <a:pt x="68" y="4"/>
                  </a:cubicBezTo>
                  <a:cubicBezTo>
                    <a:pt x="68" y="2"/>
                    <a:pt x="70" y="0"/>
                    <a:pt x="72" y="0"/>
                  </a:cubicBezTo>
                  <a:cubicBezTo>
                    <a:pt x="84" y="0"/>
                    <a:pt x="84" y="0"/>
                    <a:pt x="84" y="0"/>
                  </a:cubicBezTo>
                  <a:cubicBezTo>
                    <a:pt x="86" y="0"/>
                    <a:pt x="88" y="2"/>
                    <a:pt x="88" y="4"/>
                  </a:cubicBezTo>
                  <a:cubicBezTo>
                    <a:pt x="88" y="6"/>
                    <a:pt x="86" y="8"/>
                    <a:pt x="84" y="8"/>
                  </a:cubicBezTo>
                  <a:close/>
                  <a:moveTo>
                    <a:pt x="60" y="8"/>
                  </a:moveTo>
                  <a:cubicBezTo>
                    <a:pt x="48" y="8"/>
                    <a:pt x="48" y="8"/>
                    <a:pt x="48" y="8"/>
                  </a:cubicBezTo>
                  <a:cubicBezTo>
                    <a:pt x="46" y="8"/>
                    <a:pt x="44" y="6"/>
                    <a:pt x="44" y="4"/>
                  </a:cubicBezTo>
                  <a:cubicBezTo>
                    <a:pt x="44" y="2"/>
                    <a:pt x="46" y="0"/>
                    <a:pt x="48" y="0"/>
                  </a:cubicBezTo>
                  <a:cubicBezTo>
                    <a:pt x="60" y="0"/>
                    <a:pt x="60" y="0"/>
                    <a:pt x="60" y="0"/>
                  </a:cubicBezTo>
                  <a:cubicBezTo>
                    <a:pt x="62" y="0"/>
                    <a:pt x="64" y="2"/>
                    <a:pt x="64" y="4"/>
                  </a:cubicBezTo>
                  <a:cubicBezTo>
                    <a:pt x="64" y="6"/>
                    <a:pt x="62" y="8"/>
                    <a:pt x="60" y="8"/>
                  </a:cubicBezTo>
                  <a:close/>
                  <a:moveTo>
                    <a:pt x="36" y="8"/>
                  </a:moveTo>
                  <a:cubicBezTo>
                    <a:pt x="24" y="8"/>
                    <a:pt x="24" y="8"/>
                    <a:pt x="24" y="8"/>
                  </a:cubicBezTo>
                  <a:cubicBezTo>
                    <a:pt x="22" y="8"/>
                    <a:pt x="20" y="6"/>
                    <a:pt x="20" y="4"/>
                  </a:cubicBezTo>
                  <a:cubicBezTo>
                    <a:pt x="20" y="2"/>
                    <a:pt x="22" y="0"/>
                    <a:pt x="24" y="0"/>
                  </a:cubicBezTo>
                  <a:cubicBezTo>
                    <a:pt x="36" y="0"/>
                    <a:pt x="36" y="0"/>
                    <a:pt x="36" y="0"/>
                  </a:cubicBezTo>
                  <a:cubicBezTo>
                    <a:pt x="38" y="0"/>
                    <a:pt x="40" y="2"/>
                    <a:pt x="40" y="4"/>
                  </a:cubicBezTo>
                  <a:cubicBezTo>
                    <a:pt x="40" y="6"/>
                    <a:pt x="38" y="8"/>
                    <a:pt x="36" y="8"/>
                  </a:cubicBezTo>
                  <a:close/>
                  <a:moveTo>
                    <a:pt x="12" y="8"/>
                  </a:moveTo>
                  <a:cubicBezTo>
                    <a:pt x="4" y="8"/>
                    <a:pt x="4" y="8"/>
                    <a:pt x="4" y="8"/>
                  </a:cubicBezTo>
                  <a:cubicBezTo>
                    <a:pt x="2" y="8"/>
                    <a:pt x="0" y="6"/>
                    <a:pt x="0" y="4"/>
                  </a:cubicBezTo>
                  <a:cubicBezTo>
                    <a:pt x="0" y="2"/>
                    <a:pt x="2" y="0"/>
                    <a:pt x="4" y="0"/>
                  </a:cubicBezTo>
                  <a:cubicBezTo>
                    <a:pt x="12" y="0"/>
                    <a:pt x="12" y="0"/>
                    <a:pt x="12" y="0"/>
                  </a:cubicBezTo>
                  <a:cubicBezTo>
                    <a:pt x="14" y="0"/>
                    <a:pt x="16" y="2"/>
                    <a:pt x="16" y="4"/>
                  </a:cubicBezTo>
                  <a:cubicBezTo>
                    <a:pt x="16" y="6"/>
                    <a:pt x="14" y="8"/>
                    <a:pt x="12" y="8"/>
                  </a:cubicBezTo>
                  <a:close/>
                </a:path>
              </a:pathLst>
            </a:custGeom>
            <a:solidFill>
              <a:srgbClr val="9FC628"/>
            </a:soli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35" name="Oval 11"/>
            <p:cNvSpPr>
              <a:spLocks noChangeArrowheads="1"/>
            </p:cNvSpPr>
            <p:nvPr/>
          </p:nvSpPr>
          <p:spPr bwMode="auto">
            <a:xfrm>
              <a:off x="5100638" y="2565400"/>
              <a:ext cx="120650" cy="115888"/>
            </a:xfrm>
            <a:prstGeom prst="ellipse">
              <a:avLst/>
            </a:prstGeom>
            <a:solidFill>
              <a:srgbClr val="9FC628"/>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6" name="Freeform 13"/>
            <p:cNvSpPr>
              <a:spLocks/>
            </p:cNvSpPr>
            <p:nvPr/>
          </p:nvSpPr>
          <p:spPr bwMode="auto">
            <a:xfrm>
              <a:off x="5149850" y="2035175"/>
              <a:ext cx="698500" cy="579438"/>
            </a:xfrm>
            <a:custGeom>
              <a:avLst/>
              <a:gdLst>
                <a:gd name="T0" fmla="*/ 0 w 440"/>
                <a:gd name="T1" fmla="*/ 365 h 365"/>
                <a:gd name="T2" fmla="*/ 0 w 440"/>
                <a:gd name="T3" fmla="*/ 0 h 365"/>
                <a:gd name="T4" fmla="*/ 440 w 440"/>
                <a:gd name="T5" fmla="*/ 0 h 365"/>
              </a:gdLst>
              <a:ahLst/>
              <a:cxnLst>
                <a:cxn ang="0">
                  <a:pos x="T0" y="T1"/>
                </a:cxn>
                <a:cxn ang="0">
                  <a:pos x="T2" y="T3"/>
                </a:cxn>
                <a:cxn ang="0">
                  <a:pos x="T4" y="T5"/>
                </a:cxn>
              </a:cxnLst>
              <a:rect l="0" t="0" r="r" b="b"/>
              <a:pathLst>
                <a:path w="440" h="365">
                  <a:moveTo>
                    <a:pt x="0" y="365"/>
                  </a:moveTo>
                  <a:lnTo>
                    <a:pt x="0" y="0"/>
                  </a:lnTo>
                  <a:lnTo>
                    <a:pt x="440" y="0"/>
                  </a:lnTo>
                </a:path>
              </a:pathLst>
            </a:custGeom>
            <a:noFill/>
            <a:ln w="14288" cap="flat">
              <a:solidFill>
                <a:srgbClr val="9FC628"/>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Rectangle 14"/>
            <p:cNvSpPr>
              <a:spLocks noChangeArrowheads="1"/>
            </p:cNvSpPr>
            <p:nvPr/>
          </p:nvSpPr>
          <p:spPr bwMode="auto">
            <a:xfrm>
              <a:off x="5807075" y="1566863"/>
              <a:ext cx="71437" cy="1201738"/>
            </a:xfrm>
            <a:prstGeom prst="rect">
              <a:avLst/>
            </a:prstGeom>
            <a:solidFill>
              <a:srgbClr val="9FC628"/>
            </a:soli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38" name="Oval 15"/>
            <p:cNvSpPr>
              <a:spLocks noChangeArrowheads="1"/>
            </p:cNvSpPr>
            <p:nvPr/>
          </p:nvSpPr>
          <p:spPr bwMode="auto">
            <a:xfrm>
              <a:off x="6243638" y="4187825"/>
              <a:ext cx="119062" cy="115888"/>
            </a:xfrm>
            <a:prstGeom prst="ellipse">
              <a:avLst/>
            </a:prstGeom>
            <a:solidFill>
              <a:srgbClr val="FF8900"/>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9" name="Freeform 16"/>
            <p:cNvSpPr>
              <a:spLocks noEditPoints="1"/>
            </p:cNvSpPr>
            <p:nvPr/>
          </p:nvSpPr>
          <p:spPr bwMode="auto">
            <a:xfrm>
              <a:off x="7305675" y="3643313"/>
              <a:ext cx="420687" cy="30163"/>
            </a:xfrm>
            <a:custGeom>
              <a:avLst/>
              <a:gdLst>
                <a:gd name="T0" fmla="*/ 108 w 112"/>
                <a:gd name="T1" fmla="*/ 8 h 8"/>
                <a:gd name="T2" fmla="*/ 96 w 112"/>
                <a:gd name="T3" fmla="*/ 8 h 8"/>
                <a:gd name="T4" fmla="*/ 92 w 112"/>
                <a:gd name="T5" fmla="*/ 4 h 8"/>
                <a:gd name="T6" fmla="*/ 96 w 112"/>
                <a:gd name="T7" fmla="*/ 0 h 8"/>
                <a:gd name="T8" fmla="*/ 108 w 112"/>
                <a:gd name="T9" fmla="*/ 0 h 8"/>
                <a:gd name="T10" fmla="*/ 112 w 112"/>
                <a:gd name="T11" fmla="*/ 4 h 8"/>
                <a:gd name="T12" fmla="*/ 108 w 112"/>
                <a:gd name="T13" fmla="*/ 8 h 8"/>
                <a:gd name="T14" fmla="*/ 84 w 112"/>
                <a:gd name="T15" fmla="*/ 8 h 8"/>
                <a:gd name="T16" fmla="*/ 72 w 112"/>
                <a:gd name="T17" fmla="*/ 8 h 8"/>
                <a:gd name="T18" fmla="*/ 68 w 112"/>
                <a:gd name="T19" fmla="*/ 4 h 8"/>
                <a:gd name="T20" fmla="*/ 72 w 112"/>
                <a:gd name="T21" fmla="*/ 0 h 8"/>
                <a:gd name="T22" fmla="*/ 84 w 112"/>
                <a:gd name="T23" fmla="*/ 0 h 8"/>
                <a:gd name="T24" fmla="*/ 88 w 112"/>
                <a:gd name="T25" fmla="*/ 4 h 8"/>
                <a:gd name="T26" fmla="*/ 84 w 112"/>
                <a:gd name="T27" fmla="*/ 8 h 8"/>
                <a:gd name="T28" fmla="*/ 60 w 112"/>
                <a:gd name="T29" fmla="*/ 8 h 8"/>
                <a:gd name="T30" fmla="*/ 48 w 112"/>
                <a:gd name="T31" fmla="*/ 8 h 8"/>
                <a:gd name="T32" fmla="*/ 44 w 112"/>
                <a:gd name="T33" fmla="*/ 4 h 8"/>
                <a:gd name="T34" fmla="*/ 48 w 112"/>
                <a:gd name="T35" fmla="*/ 0 h 8"/>
                <a:gd name="T36" fmla="*/ 60 w 112"/>
                <a:gd name="T37" fmla="*/ 0 h 8"/>
                <a:gd name="T38" fmla="*/ 64 w 112"/>
                <a:gd name="T39" fmla="*/ 4 h 8"/>
                <a:gd name="T40" fmla="*/ 60 w 112"/>
                <a:gd name="T41" fmla="*/ 8 h 8"/>
                <a:gd name="T42" fmla="*/ 36 w 112"/>
                <a:gd name="T43" fmla="*/ 8 h 8"/>
                <a:gd name="T44" fmla="*/ 24 w 112"/>
                <a:gd name="T45" fmla="*/ 8 h 8"/>
                <a:gd name="T46" fmla="*/ 20 w 112"/>
                <a:gd name="T47" fmla="*/ 4 h 8"/>
                <a:gd name="T48" fmla="*/ 24 w 112"/>
                <a:gd name="T49" fmla="*/ 0 h 8"/>
                <a:gd name="T50" fmla="*/ 36 w 112"/>
                <a:gd name="T51" fmla="*/ 0 h 8"/>
                <a:gd name="T52" fmla="*/ 40 w 112"/>
                <a:gd name="T53" fmla="*/ 4 h 8"/>
                <a:gd name="T54" fmla="*/ 36 w 112"/>
                <a:gd name="T55" fmla="*/ 8 h 8"/>
                <a:gd name="T56" fmla="*/ 12 w 112"/>
                <a:gd name="T57" fmla="*/ 8 h 8"/>
                <a:gd name="T58" fmla="*/ 4 w 112"/>
                <a:gd name="T59" fmla="*/ 8 h 8"/>
                <a:gd name="T60" fmla="*/ 0 w 112"/>
                <a:gd name="T61" fmla="*/ 4 h 8"/>
                <a:gd name="T62" fmla="*/ 4 w 112"/>
                <a:gd name="T63" fmla="*/ 0 h 8"/>
                <a:gd name="T64" fmla="*/ 12 w 112"/>
                <a:gd name="T65" fmla="*/ 0 h 8"/>
                <a:gd name="T66" fmla="*/ 16 w 112"/>
                <a:gd name="T67" fmla="*/ 4 h 8"/>
                <a:gd name="T68" fmla="*/ 12 w 112"/>
                <a:gd name="T69"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2" h="8">
                  <a:moveTo>
                    <a:pt x="108" y="8"/>
                  </a:moveTo>
                  <a:cubicBezTo>
                    <a:pt x="96" y="8"/>
                    <a:pt x="96" y="8"/>
                    <a:pt x="96" y="8"/>
                  </a:cubicBezTo>
                  <a:cubicBezTo>
                    <a:pt x="94" y="8"/>
                    <a:pt x="92" y="6"/>
                    <a:pt x="92" y="4"/>
                  </a:cubicBezTo>
                  <a:cubicBezTo>
                    <a:pt x="92" y="2"/>
                    <a:pt x="94" y="0"/>
                    <a:pt x="96" y="0"/>
                  </a:cubicBezTo>
                  <a:cubicBezTo>
                    <a:pt x="108" y="0"/>
                    <a:pt x="108" y="0"/>
                    <a:pt x="108" y="0"/>
                  </a:cubicBezTo>
                  <a:cubicBezTo>
                    <a:pt x="110" y="0"/>
                    <a:pt x="112" y="2"/>
                    <a:pt x="112" y="4"/>
                  </a:cubicBezTo>
                  <a:cubicBezTo>
                    <a:pt x="112" y="6"/>
                    <a:pt x="110" y="8"/>
                    <a:pt x="108" y="8"/>
                  </a:cubicBezTo>
                  <a:close/>
                  <a:moveTo>
                    <a:pt x="84" y="8"/>
                  </a:moveTo>
                  <a:cubicBezTo>
                    <a:pt x="72" y="8"/>
                    <a:pt x="72" y="8"/>
                    <a:pt x="72" y="8"/>
                  </a:cubicBezTo>
                  <a:cubicBezTo>
                    <a:pt x="70" y="8"/>
                    <a:pt x="68" y="6"/>
                    <a:pt x="68" y="4"/>
                  </a:cubicBezTo>
                  <a:cubicBezTo>
                    <a:pt x="68" y="2"/>
                    <a:pt x="70" y="0"/>
                    <a:pt x="72" y="0"/>
                  </a:cubicBezTo>
                  <a:cubicBezTo>
                    <a:pt x="84" y="0"/>
                    <a:pt x="84" y="0"/>
                    <a:pt x="84" y="0"/>
                  </a:cubicBezTo>
                  <a:cubicBezTo>
                    <a:pt x="86" y="0"/>
                    <a:pt x="88" y="2"/>
                    <a:pt x="88" y="4"/>
                  </a:cubicBezTo>
                  <a:cubicBezTo>
                    <a:pt x="88" y="6"/>
                    <a:pt x="86" y="8"/>
                    <a:pt x="84" y="8"/>
                  </a:cubicBezTo>
                  <a:close/>
                  <a:moveTo>
                    <a:pt x="60" y="8"/>
                  </a:moveTo>
                  <a:cubicBezTo>
                    <a:pt x="48" y="8"/>
                    <a:pt x="48" y="8"/>
                    <a:pt x="48" y="8"/>
                  </a:cubicBezTo>
                  <a:cubicBezTo>
                    <a:pt x="46" y="8"/>
                    <a:pt x="44" y="6"/>
                    <a:pt x="44" y="4"/>
                  </a:cubicBezTo>
                  <a:cubicBezTo>
                    <a:pt x="44" y="2"/>
                    <a:pt x="46" y="0"/>
                    <a:pt x="48" y="0"/>
                  </a:cubicBezTo>
                  <a:cubicBezTo>
                    <a:pt x="60" y="0"/>
                    <a:pt x="60" y="0"/>
                    <a:pt x="60" y="0"/>
                  </a:cubicBezTo>
                  <a:cubicBezTo>
                    <a:pt x="62" y="0"/>
                    <a:pt x="64" y="2"/>
                    <a:pt x="64" y="4"/>
                  </a:cubicBezTo>
                  <a:cubicBezTo>
                    <a:pt x="64" y="6"/>
                    <a:pt x="62" y="8"/>
                    <a:pt x="60" y="8"/>
                  </a:cubicBezTo>
                  <a:close/>
                  <a:moveTo>
                    <a:pt x="36" y="8"/>
                  </a:moveTo>
                  <a:cubicBezTo>
                    <a:pt x="24" y="8"/>
                    <a:pt x="24" y="8"/>
                    <a:pt x="24" y="8"/>
                  </a:cubicBezTo>
                  <a:cubicBezTo>
                    <a:pt x="22" y="8"/>
                    <a:pt x="20" y="6"/>
                    <a:pt x="20" y="4"/>
                  </a:cubicBezTo>
                  <a:cubicBezTo>
                    <a:pt x="20" y="2"/>
                    <a:pt x="22" y="0"/>
                    <a:pt x="24" y="0"/>
                  </a:cubicBezTo>
                  <a:cubicBezTo>
                    <a:pt x="36" y="0"/>
                    <a:pt x="36" y="0"/>
                    <a:pt x="36" y="0"/>
                  </a:cubicBezTo>
                  <a:cubicBezTo>
                    <a:pt x="38" y="0"/>
                    <a:pt x="40" y="2"/>
                    <a:pt x="40" y="4"/>
                  </a:cubicBezTo>
                  <a:cubicBezTo>
                    <a:pt x="40" y="6"/>
                    <a:pt x="38" y="8"/>
                    <a:pt x="36" y="8"/>
                  </a:cubicBezTo>
                  <a:close/>
                  <a:moveTo>
                    <a:pt x="12" y="8"/>
                  </a:moveTo>
                  <a:cubicBezTo>
                    <a:pt x="4" y="8"/>
                    <a:pt x="4" y="8"/>
                    <a:pt x="4" y="8"/>
                  </a:cubicBezTo>
                  <a:cubicBezTo>
                    <a:pt x="2" y="8"/>
                    <a:pt x="0" y="6"/>
                    <a:pt x="0" y="4"/>
                  </a:cubicBezTo>
                  <a:cubicBezTo>
                    <a:pt x="0" y="2"/>
                    <a:pt x="2" y="0"/>
                    <a:pt x="4" y="0"/>
                  </a:cubicBezTo>
                  <a:cubicBezTo>
                    <a:pt x="12" y="0"/>
                    <a:pt x="12" y="0"/>
                    <a:pt x="12" y="0"/>
                  </a:cubicBezTo>
                  <a:cubicBezTo>
                    <a:pt x="14" y="0"/>
                    <a:pt x="16" y="2"/>
                    <a:pt x="16" y="4"/>
                  </a:cubicBezTo>
                  <a:cubicBezTo>
                    <a:pt x="16" y="6"/>
                    <a:pt x="14" y="8"/>
                    <a:pt x="12" y="8"/>
                  </a:cubicBezTo>
                  <a:close/>
                </a:path>
              </a:pathLst>
            </a:custGeom>
            <a:solidFill>
              <a:srgbClr val="FF8900"/>
            </a:soli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40" name="Freeform 18"/>
            <p:cNvSpPr>
              <a:spLocks/>
            </p:cNvSpPr>
            <p:nvPr/>
          </p:nvSpPr>
          <p:spPr bwMode="auto">
            <a:xfrm>
              <a:off x="6291263" y="3687763"/>
              <a:ext cx="714375" cy="563563"/>
            </a:xfrm>
            <a:custGeom>
              <a:avLst/>
              <a:gdLst>
                <a:gd name="T0" fmla="*/ 0 w 450"/>
                <a:gd name="T1" fmla="*/ 355 h 355"/>
                <a:gd name="T2" fmla="*/ 0 w 450"/>
                <a:gd name="T3" fmla="*/ 0 h 355"/>
                <a:gd name="T4" fmla="*/ 450 w 450"/>
                <a:gd name="T5" fmla="*/ 0 h 355"/>
              </a:gdLst>
              <a:ahLst/>
              <a:cxnLst>
                <a:cxn ang="0">
                  <a:pos x="T0" y="T1"/>
                </a:cxn>
                <a:cxn ang="0">
                  <a:pos x="T2" y="T3"/>
                </a:cxn>
                <a:cxn ang="0">
                  <a:pos x="T4" y="T5"/>
                </a:cxn>
              </a:cxnLst>
              <a:rect l="0" t="0" r="r" b="b"/>
              <a:pathLst>
                <a:path w="450" h="355">
                  <a:moveTo>
                    <a:pt x="0" y="355"/>
                  </a:moveTo>
                  <a:lnTo>
                    <a:pt x="0" y="0"/>
                  </a:lnTo>
                  <a:lnTo>
                    <a:pt x="450" y="0"/>
                  </a:lnTo>
                </a:path>
              </a:pathLst>
            </a:custGeom>
            <a:noFill/>
            <a:ln w="14288" cap="flat">
              <a:solidFill>
                <a:srgbClr val="FF89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Rectangle 19"/>
            <p:cNvSpPr>
              <a:spLocks noChangeArrowheads="1"/>
            </p:cNvSpPr>
            <p:nvPr/>
          </p:nvSpPr>
          <p:spPr bwMode="auto">
            <a:xfrm>
              <a:off x="6964363" y="3203575"/>
              <a:ext cx="71437" cy="1201738"/>
            </a:xfrm>
            <a:prstGeom prst="rect">
              <a:avLst/>
            </a:prstGeom>
            <a:solidFill>
              <a:srgbClr val="FF8900"/>
            </a:soli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42" name="Freeform 20"/>
            <p:cNvSpPr>
              <a:spLocks/>
            </p:cNvSpPr>
            <p:nvPr/>
          </p:nvSpPr>
          <p:spPr bwMode="auto">
            <a:xfrm>
              <a:off x="387350" y="627063"/>
              <a:ext cx="5672137" cy="6186488"/>
            </a:xfrm>
            <a:custGeom>
              <a:avLst/>
              <a:gdLst>
                <a:gd name="T0" fmla="*/ 3573 w 3573"/>
                <a:gd name="T1" fmla="*/ 3897 h 3897"/>
                <a:gd name="T2" fmla="*/ 0 w 3573"/>
                <a:gd name="T3" fmla="*/ 3897 h 3897"/>
                <a:gd name="T4" fmla="*/ 1782 w 3573"/>
                <a:gd name="T5" fmla="*/ 0 h 3897"/>
                <a:gd name="T6" fmla="*/ 1976 w 3573"/>
                <a:gd name="T7" fmla="*/ 0 h 3897"/>
                <a:gd name="T8" fmla="*/ 3573 w 3573"/>
                <a:gd name="T9" fmla="*/ 3897 h 3897"/>
              </a:gdLst>
              <a:ahLst/>
              <a:cxnLst>
                <a:cxn ang="0">
                  <a:pos x="T0" y="T1"/>
                </a:cxn>
                <a:cxn ang="0">
                  <a:pos x="T2" y="T3"/>
                </a:cxn>
                <a:cxn ang="0">
                  <a:pos x="T4" y="T5"/>
                </a:cxn>
                <a:cxn ang="0">
                  <a:pos x="T6" y="T7"/>
                </a:cxn>
                <a:cxn ang="0">
                  <a:pos x="T8" y="T9"/>
                </a:cxn>
              </a:cxnLst>
              <a:rect l="0" t="0" r="r" b="b"/>
              <a:pathLst>
                <a:path w="3573" h="3897">
                  <a:moveTo>
                    <a:pt x="3573" y="3897"/>
                  </a:moveTo>
                  <a:lnTo>
                    <a:pt x="0" y="3897"/>
                  </a:lnTo>
                  <a:lnTo>
                    <a:pt x="1782" y="0"/>
                  </a:lnTo>
                  <a:lnTo>
                    <a:pt x="1976" y="0"/>
                  </a:lnTo>
                  <a:lnTo>
                    <a:pt x="3573" y="3897"/>
                  </a:lnTo>
                  <a:close/>
                </a:path>
              </a:pathLst>
            </a:custGeom>
            <a:solidFill>
              <a:srgbClr val="007BC6"/>
            </a:soli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43" name="Freeform 22"/>
            <p:cNvSpPr>
              <a:spLocks/>
            </p:cNvSpPr>
            <p:nvPr/>
          </p:nvSpPr>
          <p:spPr bwMode="auto">
            <a:xfrm>
              <a:off x="695326" y="627063"/>
              <a:ext cx="5713413" cy="6186489"/>
            </a:xfrm>
            <a:custGeom>
              <a:avLst/>
              <a:gdLst>
                <a:gd name="T0" fmla="*/ 3573 w 3573"/>
                <a:gd name="T1" fmla="*/ 3897 h 3897"/>
                <a:gd name="T2" fmla="*/ 0 w 3573"/>
                <a:gd name="T3" fmla="*/ 3897 h 3897"/>
                <a:gd name="T4" fmla="*/ 1782 w 3573"/>
                <a:gd name="T5" fmla="*/ 0 h 3897"/>
                <a:gd name="T6" fmla="*/ 3573 w 3573"/>
                <a:gd name="T7" fmla="*/ 3897 h 3897"/>
              </a:gdLst>
              <a:ahLst/>
              <a:cxnLst>
                <a:cxn ang="0">
                  <a:pos x="T0" y="T1"/>
                </a:cxn>
                <a:cxn ang="0">
                  <a:pos x="T2" y="T3"/>
                </a:cxn>
                <a:cxn ang="0">
                  <a:pos x="T4" y="T5"/>
                </a:cxn>
                <a:cxn ang="0">
                  <a:pos x="T6" y="T7"/>
                </a:cxn>
              </a:cxnLst>
              <a:rect l="0" t="0" r="r" b="b"/>
              <a:pathLst>
                <a:path w="3573" h="3897">
                  <a:moveTo>
                    <a:pt x="3573" y="3897"/>
                  </a:moveTo>
                  <a:lnTo>
                    <a:pt x="0" y="3897"/>
                  </a:lnTo>
                  <a:lnTo>
                    <a:pt x="1782" y="0"/>
                  </a:lnTo>
                  <a:lnTo>
                    <a:pt x="3573" y="3897"/>
                  </a:lnTo>
                  <a:close/>
                </a:path>
              </a:pathLst>
            </a:custGeom>
            <a:solidFill>
              <a:srgbClr val="039FFF"/>
            </a:soli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44" name="Freeform 23"/>
            <p:cNvSpPr>
              <a:spLocks/>
            </p:cNvSpPr>
            <p:nvPr/>
          </p:nvSpPr>
          <p:spPr bwMode="auto">
            <a:xfrm>
              <a:off x="1998663" y="2039938"/>
              <a:ext cx="4379912" cy="4773613"/>
            </a:xfrm>
            <a:custGeom>
              <a:avLst/>
              <a:gdLst>
                <a:gd name="T0" fmla="*/ 2759 w 2759"/>
                <a:gd name="T1" fmla="*/ 3007 h 3007"/>
                <a:gd name="T2" fmla="*/ 0 w 2759"/>
                <a:gd name="T3" fmla="*/ 3007 h 3007"/>
                <a:gd name="T4" fmla="*/ 1375 w 2759"/>
                <a:gd name="T5" fmla="*/ 0 h 3007"/>
                <a:gd name="T6" fmla="*/ 1524 w 2759"/>
                <a:gd name="T7" fmla="*/ 0 h 3007"/>
                <a:gd name="T8" fmla="*/ 2759 w 2759"/>
                <a:gd name="T9" fmla="*/ 3007 h 3007"/>
              </a:gdLst>
              <a:ahLst/>
              <a:cxnLst>
                <a:cxn ang="0">
                  <a:pos x="T0" y="T1"/>
                </a:cxn>
                <a:cxn ang="0">
                  <a:pos x="T2" y="T3"/>
                </a:cxn>
                <a:cxn ang="0">
                  <a:pos x="T4" y="T5"/>
                </a:cxn>
                <a:cxn ang="0">
                  <a:pos x="T6" y="T7"/>
                </a:cxn>
                <a:cxn ang="0">
                  <a:pos x="T8" y="T9"/>
                </a:cxn>
              </a:cxnLst>
              <a:rect l="0" t="0" r="r" b="b"/>
              <a:pathLst>
                <a:path w="2759" h="3007">
                  <a:moveTo>
                    <a:pt x="2759" y="3007"/>
                  </a:moveTo>
                  <a:lnTo>
                    <a:pt x="0" y="3007"/>
                  </a:lnTo>
                  <a:lnTo>
                    <a:pt x="1375" y="0"/>
                  </a:lnTo>
                  <a:lnTo>
                    <a:pt x="1524" y="0"/>
                  </a:lnTo>
                  <a:lnTo>
                    <a:pt x="2759" y="3007"/>
                  </a:lnTo>
                  <a:close/>
                </a:path>
              </a:pathLst>
            </a:custGeom>
            <a:solidFill>
              <a:srgbClr val="9FC628"/>
            </a:soli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5" name="Freeform 24"/>
            <p:cNvSpPr>
              <a:spLocks/>
            </p:cNvSpPr>
            <p:nvPr/>
          </p:nvSpPr>
          <p:spPr bwMode="auto">
            <a:xfrm>
              <a:off x="2235200" y="2039938"/>
              <a:ext cx="4379912" cy="4773613"/>
            </a:xfrm>
            <a:custGeom>
              <a:avLst/>
              <a:gdLst>
                <a:gd name="T0" fmla="*/ 2759 w 2759"/>
                <a:gd name="T1" fmla="*/ 3007 h 3007"/>
                <a:gd name="T2" fmla="*/ 0 w 2759"/>
                <a:gd name="T3" fmla="*/ 3007 h 3007"/>
                <a:gd name="T4" fmla="*/ 1375 w 2759"/>
                <a:gd name="T5" fmla="*/ 0 h 3007"/>
                <a:gd name="T6" fmla="*/ 2759 w 2759"/>
                <a:gd name="T7" fmla="*/ 3007 h 3007"/>
              </a:gdLst>
              <a:ahLst/>
              <a:cxnLst>
                <a:cxn ang="0">
                  <a:pos x="T0" y="T1"/>
                </a:cxn>
                <a:cxn ang="0">
                  <a:pos x="T2" y="T3"/>
                </a:cxn>
                <a:cxn ang="0">
                  <a:pos x="T4" y="T5"/>
                </a:cxn>
                <a:cxn ang="0">
                  <a:pos x="T6" y="T7"/>
                </a:cxn>
              </a:cxnLst>
              <a:rect l="0" t="0" r="r" b="b"/>
              <a:pathLst>
                <a:path w="2759" h="3007">
                  <a:moveTo>
                    <a:pt x="2759" y="3007"/>
                  </a:moveTo>
                  <a:lnTo>
                    <a:pt x="0" y="3007"/>
                  </a:lnTo>
                  <a:lnTo>
                    <a:pt x="1375" y="0"/>
                  </a:lnTo>
                  <a:lnTo>
                    <a:pt x="2759" y="3007"/>
                  </a:lnTo>
                  <a:close/>
                </a:path>
              </a:pathLst>
            </a:custGeom>
            <a:solidFill>
              <a:srgbClr val="BADB4F"/>
            </a:soli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46" name="Freeform 25"/>
            <p:cNvSpPr>
              <a:spLocks/>
            </p:cNvSpPr>
            <p:nvPr/>
          </p:nvSpPr>
          <p:spPr bwMode="auto">
            <a:xfrm>
              <a:off x="3571875" y="3492500"/>
              <a:ext cx="3043237" cy="3321050"/>
            </a:xfrm>
            <a:custGeom>
              <a:avLst/>
              <a:gdLst>
                <a:gd name="T0" fmla="*/ 1917 w 1917"/>
                <a:gd name="T1" fmla="*/ 2092 h 2092"/>
                <a:gd name="T2" fmla="*/ 0 w 1917"/>
                <a:gd name="T3" fmla="*/ 2092 h 2092"/>
                <a:gd name="T4" fmla="*/ 956 w 1917"/>
                <a:gd name="T5" fmla="*/ 0 h 2092"/>
                <a:gd name="T6" fmla="*/ 1058 w 1917"/>
                <a:gd name="T7" fmla="*/ 0 h 2092"/>
                <a:gd name="T8" fmla="*/ 1917 w 1917"/>
                <a:gd name="T9" fmla="*/ 2092 h 2092"/>
              </a:gdLst>
              <a:ahLst/>
              <a:cxnLst>
                <a:cxn ang="0">
                  <a:pos x="T0" y="T1"/>
                </a:cxn>
                <a:cxn ang="0">
                  <a:pos x="T2" y="T3"/>
                </a:cxn>
                <a:cxn ang="0">
                  <a:pos x="T4" y="T5"/>
                </a:cxn>
                <a:cxn ang="0">
                  <a:pos x="T6" y="T7"/>
                </a:cxn>
                <a:cxn ang="0">
                  <a:pos x="T8" y="T9"/>
                </a:cxn>
              </a:cxnLst>
              <a:rect l="0" t="0" r="r" b="b"/>
              <a:pathLst>
                <a:path w="1917" h="2092">
                  <a:moveTo>
                    <a:pt x="1917" y="2092"/>
                  </a:moveTo>
                  <a:lnTo>
                    <a:pt x="0" y="2092"/>
                  </a:lnTo>
                  <a:lnTo>
                    <a:pt x="956" y="0"/>
                  </a:lnTo>
                  <a:lnTo>
                    <a:pt x="1058" y="0"/>
                  </a:lnTo>
                  <a:lnTo>
                    <a:pt x="1917" y="2092"/>
                  </a:lnTo>
                  <a:close/>
                </a:path>
              </a:pathLst>
            </a:custGeom>
            <a:solidFill>
              <a:srgbClr val="FF8900"/>
            </a:soli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47" name="Freeform 26"/>
            <p:cNvSpPr>
              <a:spLocks/>
            </p:cNvSpPr>
            <p:nvPr/>
          </p:nvSpPr>
          <p:spPr bwMode="auto">
            <a:xfrm>
              <a:off x="3733800" y="3492500"/>
              <a:ext cx="3230561" cy="3321050"/>
            </a:xfrm>
            <a:custGeom>
              <a:avLst/>
              <a:gdLst>
                <a:gd name="T0" fmla="*/ 2035 w 2035"/>
                <a:gd name="T1" fmla="*/ 2092 h 2092"/>
                <a:gd name="T2" fmla="*/ 0 w 2035"/>
                <a:gd name="T3" fmla="*/ 2092 h 2092"/>
                <a:gd name="T4" fmla="*/ 956 w 2035"/>
                <a:gd name="T5" fmla="*/ 0 h 2092"/>
                <a:gd name="T6" fmla="*/ 2035 w 2035"/>
                <a:gd name="T7" fmla="*/ 2092 h 2092"/>
              </a:gdLst>
              <a:ahLst/>
              <a:cxnLst>
                <a:cxn ang="0">
                  <a:pos x="T0" y="T1"/>
                </a:cxn>
                <a:cxn ang="0">
                  <a:pos x="T2" y="T3"/>
                </a:cxn>
                <a:cxn ang="0">
                  <a:pos x="T4" y="T5"/>
                </a:cxn>
                <a:cxn ang="0">
                  <a:pos x="T6" y="T7"/>
                </a:cxn>
              </a:cxnLst>
              <a:rect l="0" t="0" r="r" b="b"/>
              <a:pathLst>
                <a:path w="2035" h="2092">
                  <a:moveTo>
                    <a:pt x="2035" y="2092"/>
                  </a:moveTo>
                  <a:lnTo>
                    <a:pt x="0" y="2092"/>
                  </a:lnTo>
                  <a:lnTo>
                    <a:pt x="956" y="0"/>
                  </a:lnTo>
                  <a:lnTo>
                    <a:pt x="2035" y="2092"/>
                  </a:lnTo>
                  <a:close/>
                </a:path>
              </a:pathLst>
            </a:custGeom>
            <a:solidFill>
              <a:srgbClr val="FFA73D"/>
            </a:soli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grpSp>
      <p:sp>
        <p:nvSpPr>
          <p:cNvPr id="26" name="文本框 25"/>
          <p:cNvSpPr txBox="1"/>
          <p:nvPr/>
        </p:nvSpPr>
        <p:spPr>
          <a:xfrm>
            <a:off x="6578954" y="2361776"/>
            <a:ext cx="2856518" cy="830997"/>
          </a:xfrm>
          <a:prstGeom prst="rect">
            <a:avLst/>
          </a:prstGeom>
          <a:noFill/>
        </p:spPr>
        <p:txBody>
          <a:bodyPr wrap="square" rtlCol="0">
            <a:spAutoFit/>
          </a:bodyPr>
          <a:lstStyle/>
          <a:p>
            <a:pPr>
              <a:lnSpc>
                <a:spcPct val="120000"/>
              </a:lnSpc>
            </a:pPr>
            <a:r>
              <a:rPr lang="zh-CN" altLang="en-US" sz="2400" b="1" dirty="0">
                <a:solidFill>
                  <a:srgbClr val="007BC6"/>
                </a:solidFill>
              </a:rPr>
              <a:t>添加标题</a:t>
            </a:r>
            <a:endParaRPr lang="en-US" altLang="zh-CN" sz="2400" b="1" dirty="0">
              <a:solidFill>
                <a:srgbClr val="007BC6"/>
              </a:solidFill>
            </a:endParaRPr>
          </a:p>
          <a:p>
            <a:pPr>
              <a:lnSpc>
                <a:spcPct val="120000"/>
              </a:lnSpc>
            </a:pPr>
            <a:r>
              <a:rPr lang="zh-CN" altLang="en-US" sz="1600" dirty="0">
                <a:solidFill>
                  <a:schemeClr val="tx1">
                    <a:lumMod val="65000"/>
                    <a:lumOff val="35000"/>
                  </a:schemeClr>
                </a:solidFill>
              </a:rPr>
              <a:t>添加内容添加内容</a:t>
            </a:r>
          </a:p>
        </p:txBody>
      </p:sp>
      <p:sp>
        <p:nvSpPr>
          <p:cNvPr id="27" name="文本框 26"/>
          <p:cNvSpPr txBox="1"/>
          <p:nvPr/>
        </p:nvSpPr>
        <p:spPr>
          <a:xfrm>
            <a:off x="5709988" y="1394019"/>
            <a:ext cx="2856518" cy="830997"/>
          </a:xfrm>
          <a:prstGeom prst="rect">
            <a:avLst/>
          </a:prstGeom>
          <a:noFill/>
        </p:spPr>
        <p:txBody>
          <a:bodyPr wrap="square" rtlCol="0">
            <a:spAutoFit/>
          </a:bodyPr>
          <a:lstStyle/>
          <a:p>
            <a:pPr>
              <a:lnSpc>
                <a:spcPct val="120000"/>
              </a:lnSpc>
            </a:pPr>
            <a:r>
              <a:rPr lang="zh-CN" altLang="en-US" sz="2400" b="1" dirty="0">
                <a:solidFill>
                  <a:srgbClr val="9FC628"/>
                </a:solidFill>
              </a:rPr>
              <a:t>添加标题</a:t>
            </a:r>
            <a:endParaRPr lang="en-US" altLang="zh-CN" sz="2400" b="1" dirty="0">
              <a:solidFill>
                <a:srgbClr val="9FC628"/>
              </a:solidFill>
            </a:endParaRPr>
          </a:p>
          <a:p>
            <a:pPr>
              <a:lnSpc>
                <a:spcPct val="120000"/>
              </a:lnSpc>
            </a:pPr>
            <a:r>
              <a:rPr lang="zh-CN" altLang="en-US" sz="1600" dirty="0">
                <a:solidFill>
                  <a:schemeClr val="tx1">
                    <a:lumMod val="65000"/>
                    <a:lumOff val="35000"/>
                  </a:schemeClr>
                </a:solidFill>
              </a:rPr>
              <a:t>添加内容添加内容</a:t>
            </a:r>
          </a:p>
        </p:txBody>
      </p:sp>
      <p:sp>
        <p:nvSpPr>
          <p:cNvPr id="48" name="文本框 47"/>
          <p:cNvSpPr txBox="1"/>
          <p:nvPr/>
        </p:nvSpPr>
        <p:spPr>
          <a:xfrm>
            <a:off x="7301743" y="3435319"/>
            <a:ext cx="2856518" cy="830997"/>
          </a:xfrm>
          <a:prstGeom prst="rect">
            <a:avLst/>
          </a:prstGeom>
          <a:noFill/>
        </p:spPr>
        <p:txBody>
          <a:bodyPr wrap="square" rtlCol="0">
            <a:spAutoFit/>
          </a:bodyPr>
          <a:lstStyle/>
          <a:p>
            <a:pPr>
              <a:lnSpc>
                <a:spcPct val="120000"/>
              </a:lnSpc>
            </a:pPr>
            <a:r>
              <a:rPr lang="zh-CN" altLang="en-US" sz="2400" b="1" dirty="0">
                <a:solidFill>
                  <a:srgbClr val="FF8900"/>
                </a:solidFill>
              </a:rPr>
              <a:t>添加标题</a:t>
            </a:r>
            <a:endParaRPr lang="en-US" altLang="zh-CN" sz="2400" b="1" dirty="0">
              <a:solidFill>
                <a:srgbClr val="FF8900"/>
              </a:solidFill>
            </a:endParaRPr>
          </a:p>
          <a:p>
            <a:pPr>
              <a:lnSpc>
                <a:spcPct val="120000"/>
              </a:lnSpc>
            </a:pPr>
            <a:r>
              <a:rPr lang="zh-CN" altLang="en-US" sz="1600" dirty="0">
                <a:solidFill>
                  <a:schemeClr val="tx1">
                    <a:lumMod val="65000"/>
                    <a:lumOff val="35000"/>
                  </a:schemeClr>
                </a:solidFill>
              </a:rPr>
              <a:t>添加内容添加内容</a:t>
            </a:r>
          </a:p>
        </p:txBody>
      </p:sp>
      <p:sp>
        <p:nvSpPr>
          <p:cNvPr id="49" name="Rectangle 58"/>
          <p:cNvSpPr/>
          <p:nvPr/>
        </p:nvSpPr>
        <p:spPr>
          <a:xfrm>
            <a:off x="6990505" y="5008865"/>
            <a:ext cx="3750476" cy="698012"/>
          </a:xfrm>
          <a:prstGeom prst="rect">
            <a:avLst/>
          </a:prstGeom>
        </p:spPr>
        <p:txBody>
          <a:bodyPr wrap="square">
            <a:spAutoFit/>
          </a:bodyPr>
          <a:lstStyle/>
          <a:p>
            <a:pPr algn="just">
              <a:lnSpc>
                <a:spcPct val="123000"/>
              </a:lnSpc>
              <a:spcBef>
                <a:spcPts val="600"/>
              </a:spcBef>
            </a:pPr>
            <a:r>
              <a:rPr lang="zh-CN" altLang="en-US" sz="1600" dirty="0">
                <a:solidFill>
                  <a:schemeClr val="tx1">
                    <a:lumMod val="65000"/>
                    <a:lumOff val="35000"/>
                  </a:schemeClr>
                </a:solidFill>
                <a:latin typeface="+mn-ea"/>
              </a:rPr>
              <a:t>添加内容添加内容添加内容添加内容添加内容添加内容添加内容</a:t>
            </a:r>
          </a:p>
        </p:txBody>
      </p:sp>
      <p:sp>
        <p:nvSpPr>
          <p:cNvPr id="53" name="椭圆 52"/>
          <p:cNvSpPr/>
          <p:nvPr/>
        </p:nvSpPr>
        <p:spPr>
          <a:xfrm>
            <a:off x="3287450" y="5808817"/>
            <a:ext cx="2620963" cy="323850"/>
          </a:xfrm>
          <a:prstGeom prst="ellipse">
            <a:avLst/>
          </a:prstGeom>
          <a:gradFill flip="none" rotWithShape="1">
            <a:gsLst>
              <a:gs pos="0">
                <a:schemeClr val="tx1">
                  <a:lumMod val="95000"/>
                  <a:lumOff val="5000"/>
                  <a:alpha val="65000"/>
                </a:schemeClr>
              </a:gs>
              <a:gs pos="90000">
                <a:schemeClr val="tx1">
                  <a:alpha val="0"/>
                  <a:lumMod val="0"/>
                  <a:lumOff val="100000"/>
                </a:schemeClr>
              </a:gs>
            </a:gsLst>
            <a:path path="shape">
              <a:fillToRect l="50000" t="50000" r="50000" b="50000"/>
            </a:path>
            <a:tileRect/>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1"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三项对比</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939850123"/>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
          <p:cNvGrpSpPr/>
          <p:nvPr/>
        </p:nvGrpSpPr>
        <p:grpSpPr>
          <a:xfrm>
            <a:off x="3782096" y="1633843"/>
            <a:ext cx="4627808" cy="4510484"/>
            <a:chOff x="1493838" y="406400"/>
            <a:chExt cx="6199187" cy="6042026"/>
          </a:xfrm>
        </p:grpSpPr>
        <p:sp>
          <p:nvSpPr>
            <p:cNvPr id="23" name="Freeform 15"/>
            <p:cNvSpPr>
              <a:spLocks/>
            </p:cNvSpPr>
            <p:nvPr/>
          </p:nvSpPr>
          <p:spPr bwMode="auto">
            <a:xfrm>
              <a:off x="2551113" y="2349500"/>
              <a:ext cx="1943100" cy="1843088"/>
            </a:xfrm>
            <a:custGeom>
              <a:avLst/>
              <a:gdLst>
                <a:gd name="T0" fmla="*/ 326 w 665"/>
                <a:gd name="T1" fmla="*/ 631 h 631"/>
                <a:gd name="T2" fmla="*/ 665 w 665"/>
                <a:gd name="T3" fmla="*/ 80 h 631"/>
                <a:gd name="T4" fmla="*/ 340 w 665"/>
                <a:gd name="T5" fmla="*/ 0 h 631"/>
                <a:gd name="T6" fmla="*/ 0 w 665"/>
                <a:gd name="T7" fmla="*/ 88 h 631"/>
                <a:gd name="T8" fmla="*/ 326 w 665"/>
                <a:gd name="T9" fmla="*/ 631 h 631"/>
              </a:gdLst>
              <a:ahLst/>
              <a:cxnLst>
                <a:cxn ang="0">
                  <a:pos x="T0" y="T1"/>
                </a:cxn>
                <a:cxn ang="0">
                  <a:pos x="T2" y="T3"/>
                </a:cxn>
                <a:cxn ang="0">
                  <a:pos x="T4" y="T5"/>
                </a:cxn>
                <a:cxn ang="0">
                  <a:pos x="T6" y="T7"/>
                </a:cxn>
                <a:cxn ang="0">
                  <a:pos x="T8" y="T9"/>
                </a:cxn>
              </a:cxnLst>
              <a:rect l="0" t="0" r="r" b="b"/>
              <a:pathLst>
                <a:path w="665" h="631">
                  <a:moveTo>
                    <a:pt x="326" y="631"/>
                  </a:moveTo>
                  <a:cubicBezTo>
                    <a:pt x="348" y="399"/>
                    <a:pt x="478" y="199"/>
                    <a:pt x="665" y="80"/>
                  </a:cubicBezTo>
                  <a:cubicBezTo>
                    <a:pt x="568" y="29"/>
                    <a:pt x="457" y="0"/>
                    <a:pt x="340" y="0"/>
                  </a:cubicBezTo>
                  <a:cubicBezTo>
                    <a:pt x="217" y="0"/>
                    <a:pt x="101" y="32"/>
                    <a:pt x="0" y="88"/>
                  </a:cubicBezTo>
                  <a:cubicBezTo>
                    <a:pt x="16" y="317"/>
                    <a:pt x="143" y="515"/>
                    <a:pt x="326" y="631"/>
                  </a:cubicBezTo>
                  <a:close/>
                </a:path>
              </a:pathLst>
            </a:custGeom>
            <a:solidFill>
              <a:srgbClr val="5B52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13"/>
            <p:cNvSpPr>
              <a:spLocks/>
            </p:cNvSpPr>
            <p:nvPr/>
          </p:nvSpPr>
          <p:spPr bwMode="auto">
            <a:xfrm>
              <a:off x="4695825" y="2349500"/>
              <a:ext cx="1943100" cy="1843088"/>
            </a:xfrm>
            <a:custGeom>
              <a:avLst/>
              <a:gdLst>
                <a:gd name="T0" fmla="*/ 0 w 665"/>
                <a:gd name="T1" fmla="*/ 80 h 631"/>
                <a:gd name="T2" fmla="*/ 339 w 665"/>
                <a:gd name="T3" fmla="*/ 631 h 631"/>
                <a:gd name="T4" fmla="*/ 665 w 665"/>
                <a:gd name="T5" fmla="*/ 88 h 631"/>
                <a:gd name="T6" fmla="*/ 325 w 665"/>
                <a:gd name="T7" fmla="*/ 0 h 631"/>
                <a:gd name="T8" fmla="*/ 0 w 665"/>
                <a:gd name="T9" fmla="*/ 80 h 631"/>
              </a:gdLst>
              <a:ahLst/>
              <a:cxnLst>
                <a:cxn ang="0">
                  <a:pos x="T0" y="T1"/>
                </a:cxn>
                <a:cxn ang="0">
                  <a:pos x="T2" y="T3"/>
                </a:cxn>
                <a:cxn ang="0">
                  <a:pos x="T4" y="T5"/>
                </a:cxn>
                <a:cxn ang="0">
                  <a:pos x="T6" y="T7"/>
                </a:cxn>
                <a:cxn ang="0">
                  <a:pos x="T8" y="T9"/>
                </a:cxn>
              </a:cxnLst>
              <a:rect l="0" t="0" r="r" b="b"/>
              <a:pathLst>
                <a:path w="665" h="631">
                  <a:moveTo>
                    <a:pt x="0" y="80"/>
                  </a:moveTo>
                  <a:cubicBezTo>
                    <a:pt x="187" y="199"/>
                    <a:pt x="316" y="399"/>
                    <a:pt x="339" y="631"/>
                  </a:cubicBezTo>
                  <a:cubicBezTo>
                    <a:pt x="522" y="515"/>
                    <a:pt x="648" y="317"/>
                    <a:pt x="665" y="88"/>
                  </a:cubicBezTo>
                  <a:cubicBezTo>
                    <a:pt x="564" y="32"/>
                    <a:pt x="448" y="0"/>
                    <a:pt x="325" y="0"/>
                  </a:cubicBezTo>
                  <a:cubicBezTo>
                    <a:pt x="208" y="0"/>
                    <a:pt x="97" y="29"/>
                    <a:pt x="0" y="80"/>
                  </a:cubicBezTo>
                  <a:close/>
                </a:path>
              </a:pathLst>
            </a:custGeom>
            <a:solidFill>
              <a:srgbClr val="88AD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12"/>
            <p:cNvSpPr>
              <a:spLocks/>
            </p:cNvSpPr>
            <p:nvPr/>
          </p:nvSpPr>
          <p:spPr bwMode="auto">
            <a:xfrm>
              <a:off x="4695825" y="2665413"/>
              <a:ext cx="2997200" cy="3783013"/>
            </a:xfrm>
            <a:custGeom>
              <a:avLst/>
              <a:gdLst>
                <a:gd name="T0" fmla="*/ 341 w 1026"/>
                <a:gd name="T1" fmla="*/ 561 h 1295"/>
                <a:gd name="T2" fmla="*/ 342 w 1026"/>
                <a:gd name="T3" fmla="*/ 594 h 1295"/>
                <a:gd name="T4" fmla="*/ 0 w 1026"/>
                <a:gd name="T5" fmla="*/ 1215 h 1295"/>
                <a:gd name="T6" fmla="*/ 325 w 1026"/>
                <a:gd name="T7" fmla="*/ 1295 h 1295"/>
                <a:gd name="T8" fmla="*/ 1026 w 1026"/>
                <a:gd name="T9" fmla="*/ 594 h 1295"/>
                <a:gd name="T10" fmla="*/ 698 w 1026"/>
                <a:gd name="T11" fmla="*/ 0 h 1295"/>
                <a:gd name="T12" fmla="*/ 341 w 1026"/>
                <a:gd name="T13" fmla="*/ 561 h 1295"/>
              </a:gdLst>
              <a:ahLst/>
              <a:cxnLst>
                <a:cxn ang="0">
                  <a:pos x="T0" y="T1"/>
                </a:cxn>
                <a:cxn ang="0">
                  <a:pos x="T2" y="T3"/>
                </a:cxn>
                <a:cxn ang="0">
                  <a:pos x="T4" y="T5"/>
                </a:cxn>
                <a:cxn ang="0">
                  <a:pos x="T6" y="T7"/>
                </a:cxn>
                <a:cxn ang="0">
                  <a:pos x="T8" y="T9"/>
                </a:cxn>
                <a:cxn ang="0">
                  <a:pos x="T10" y="T11"/>
                </a:cxn>
                <a:cxn ang="0">
                  <a:pos x="T12" y="T13"/>
                </a:cxn>
              </a:cxnLst>
              <a:rect l="0" t="0" r="r" b="b"/>
              <a:pathLst>
                <a:path w="1026" h="1295">
                  <a:moveTo>
                    <a:pt x="341" y="561"/>
                  </a:moveTo>
                  <a:cubicBezTo>
                    <a:pt x="342" y="572"/>
                    <a:pt x="342" y="583"/>
                    <a:pt x="342" y="594"/>
                  </a:cubicBezTo>
                  <a:cubicBezTo>
                    <a:pt x="342" y="855"/>
                    <a:pt x="205" y="1085"/>
                    <a:pt x="0" y="1215"/>
                  </a:cubicBezTo>
                  <a:cubicBezTo>
                    <a:pt x="97" y="1266"/>
                    <a:pt x="208" y="1295"/>
                    <a:pt x="325" y="1295"/>
                  </a:cubicBezTo>
                  <a:cubicBezTo>
                    <a:pt x="712" y="1295"/>
                    <a:pt x="1026" y="980"/>
                    <a:pt x="1026" y="594"/>
                  </a:cubicBezTo>
                  <a:cubicBezTo>
                    <a:pt x="1026" y="344"/>
                    <a:pt x="895" y="124"/>
                    <a:pt x="698" y="0"/>
                  </a:cubicBezTo>
                  <a:cubicBezTo>
                    <a:pt x="675" y="239"/>
                    <a:pt x="538" y="444"/>
                    <a:pt x="341" y="561"/>
                  </a:cubicBezTo>
                  <a:close/>
                </a:path>
              </a:pathLst>
            </a:custGeom>
            <a:solidFill>
              <a:srgbClr val="FBB3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16"/>
            <p:cNvSpPr>
              <a:spLocks/>
            </p:cNvSpPr>
            <p:nvPr/>
          </p:nvSpPr>
          <p:spPr bwMode="auto">
            <a:xfrm>
              <a:off x="3594100" y="4359275"/>
              <a:ext cx="2001837" cy="1800225"/>
            </a:xfrm>
            <a:custGeom>
              <a:avLst/>
              <a:gdLst>
                <a:gd name="T0" fmla="*/ 685 w 685"/>
                <a:gd name="T1" fmla="*/ 14 h 616"/>
                <a:gd name="T2" fmla="*/ 684 w 685"/>
                <a:gd name="T3" fmla="*/ 0 h 616"/>
                <a:gd name="T4" fmla="*/ 342 w 685"/>
                <a:gd name="T5" fmla="*/ 85 h 616"/>
                <a:gd name="T6" fmla="*/ 0 w 685"/>
                <a:gd name="T7" fmla="*/ 0 h 616"/>
                <a:gd name="T8" fmla="*/ 0 w 685"/>
                <a:gd name="T9" fmla="*/ 14 h 616"/>
                <a:gd name="T10" fmla="*/ 342 w 685"/>
                <a:gd name="T11" fmla="*/ 616 h 616"/>
                <a:gd name="T12" fmla="*/ 685 w 685"/>
                <a:gd name="T13" fmla="*/ 14 h 616"/>
              </a:gdLst>
              <a:ahLst/>
              <a:cxnLst>
                <a:cxn ang="0">
                  <a:pos x="T0" y="T1"/>
                </a:cxn>
                <a:cxn ang="0">
                  <a:pos x="T2" y="T3"/>
                </a:cxn>
                <a:cxn ang="0">
                  <a:pos x="T4" y="T5"/>
                </a:cxn>
                <a:cxn ang="0">
                  <a:pos x="T6" y="T7"/>
                </a:cxn>
                <a:cxn ang="0">
                  <a:pos x="T8" y="T9"/>
                </a:cxn>
                <a:cxn ang="0">
                  <a:pos x="T10" y="T11"/>
                </a:cxn>
                <a:cxn ang="0">
                  <a:pos x="T12" y="T13"/>
                </a:cxn>
              </a:cxnLst>
              <a:rect l="0" t="0" r="r" b="b"/>
              <a:pathLst>
                <a:path w="685" h="616">
                  <a:moveTo>
                    <a:pt x="685" y="14"/>
                  </a:moveTo>
                  <a:cubicBezTo>
                    <a:pt x="685" y="9"/>
                    <a:pt x="684" y="5"/>
                    <a:pt x="684" y="0"/>
                  </a:cubicBezTo>
                  <a:cubicBezTo>
                    <a:pt x="582" y="54"/>
                    <a:pt x="466" y="85"/>
                    <a:pt x="342" y="85"/>
                  </a:cubicBezTo>
                  <a:cubicBezTo>
                    <a:pt x="219" y="85"/>
                    <a:pt x="103" y="54"/>
                    <a:pt x="0" y="0"/>
                  </a:cubicBezTo>
                  <a:cubicBezTo>
                    <a:pt x="0" y="5"/>
                    <a:pt x="0" y="9"/>
                    <a:pt x="0" y="14"/>
                  </a:cubicBezTo>
                  <a:cubicBezTo>
                    <a:pt x="0" y="269"/>
                    <a:pt x="138" y="493"/>
                    <a:pt x="342" y="616"/>
                  </a:cubicBezTo>
                  <a:cubicBezTo>
                    <a:pt x="547" y="493"/>
                    <a:pt x="685" y="269"/>
                    <a:pt x="685" y="14"/>
                  </a:cubicBezTo>
                  <a:close/>
                </a:path>
              </a:pathLst>
            </a:custGeom>
            <a:solidFill>
              <a:srgbClr val="EB63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14"/>
            <p:cNvSpPr>
              <a:spLocks/>
            </p:cNvSpPr>
            <p:nvPr/>
          </p:nvSpPr>
          <p:spPr bwMode="auto">
            <a:xfrm>
              <a:off x="1493838" y="2665413"/>
              <a:ext cx="3000375" cy="3783013"/>
            </a:xfrm>
            <a:custGeom>
              <a:avLst/>
              <a:gdLst>
                <a:gd name="T0" fmla="*/ 685 w 1027"/>
                <a:gd name="T1" fmla="*/ 594 h 1295"/>
                <a:gd name="T2" fmla="*/ 685 w 1027"/>
                <a:gd name="T3" fmla="*/ 561 h 1295"/>
                <a:gd name="T4" fmla="*/ 329 w 1027"/>
                <a:gd name="T5" fmla="*/ 0 h 1295"/>
                <a:gd name="T6" fmla="*/ 0 w 1027"/>
                <a:gd name="T7" fmla="*/ 594 h 1295"/>
                <a:gd name="T8" fmla="*/ 702 w 1027"/>
                <a:gd name="T9" fmla="*/ 1295 h 1295"/>
                <a:gd name="T10" fmla="*/ 1027 w 1027"/>
                <a:gd name="T11" fmla="*/ 1215 h 1295"/>
                <a:gd name="T12" fmla="*/ 685 w 1027"/>
                <a:gd name="T13" fmla="*/ 594 h 1295"/>
              </a:gdLst>
              <a:ahLst/>
              <a:cxnLst>
                <a:cxn ang="0">
                  <a:pos x="T0" y="T1"/>
                </a:cxn>
                <a:cxn ang="0">
                  <a:pos x="T2" y="T3"/>
                </a:cxn>
                <a:cxn ang="0">
                  <a:pos x="T4" y="T5"/>
                </a:cxn>
                <a:cxn ang="0">
                  <a:pos x="T6" y="T7"/>
                </a:cxn>
                <a:cxn ang="0">
                  <a:pos x="T8" y="T9"/>
                </a:cxn>
                <a:cxn ang="0">
                  <a:pos x="T10" y="T11"/>
                </a:cxn>
                <a:cxn ang="0">
                  <a:pos x="T12" y="T13"/>
                </a:cxn>
              </a:cxnLst>
              <a:rect l="0" t="0" r="r" b="b"/>
              <a:pathLst>
                <a:path w="1027" h="1295">
                  <a:moveTo>
                    <a:pt x="685" y="594"/>
                  </a:moveTo>
                  <a:cubicBezTo>
                    <a:pt x="685" y="583"/>
                    <a:pt x="685" y="572"/>
                    <a:pt x="685" y="561"/>
                  </a:cubicBezTo>
                  <a:cubicBezTo>
                    <a:pt x="489" y="444"/>
                    <a:pt x="352" y="239"/>
                    <a:pt x="329" y="0"/>
                  </a:cubicBezTo>
                  <a:cubicBezTo>
                    <a:pt x="132" y="124"/>
                    <a:pt x="0" y="344"/>
                    <a:pt x="0" y="594"/>
                  </a:cubicBezTo>
                  <a:cubicBezTo>
                    <a:pt x="0" y="980"/>
                    <a:pt x="315" y="1295"/>
                    <a:pt x="702" y="1295"/>
                  </a:cubicBezTo>
                  <a:cubicBezTo>
                    <a:pt x="819" y="1295"/>
                    <a:pt x="930" y="1266"/>
                    <a:pt x="1027" y="1215"/>
                  </a:cubicBezTo>
                  <a:cubicBezTo>
                    <a:pt x="821" y="1085"/>
                    <a:pt x="685" y="855"/>
                    <a:pt x="685" y="594"/>
                  </a:cubicBezTo>
                  <a:close/>
                </a:path>
              </a:pathLst>
            </a:custGeom>
            <a:solidFill>
              <a:srgbClr val="E634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11"/>
            <p:cNvSpPr>
              <a:spLocks/>
            </p:cNvSpPr>
            <p:nvPr/>
          </p:nvSpPr>
          <p:spPr bwMode="auto">
            <a:xfrm>
              <a:off x="2546350" y="406400"/>
              <a:ext cx="4097337" cy="2116138"/>
            </a:xfrm>
            <a:custGeom>
              <a:avLst/>
              <a:gdLst>
                <a:gd name="T0" fmla="*/ 701 w 1403"/>
                <a:gd name="T1" fmla="*/ 724 h 724"/>
                <a:gd name="T2" fmla="*/ 1061 w 1403"/>
                <a:gd name="T3" fmla="*/ 630 h 724"/>
                <a:gd name="T4" fmla="*/ 1403 w 1403"/>
                <a:gd name="T5" fmla="*/ 715 h 724"/>
                <a:gd name="T6" fmla="*/ 1403 w 1403"/>
                <a:gd name="T7" fmla="*/ 702 h 724"/>
                <a:gd name="T8" fmla="*/ 701 w 1403"/>
                <a:gd name="T9" fmla="*/ 0 h 724"/>
                <a:gd name="T10" fmla="*/ 0 w 1403"/>
                <a:gd name="T11" fmla="*/ 702 h 724"/>
                <a:gd name="T12" fmla="*/ 0 w 1403"/>
                <a:gd name="T13" fmla="*/ 715 h 724"/>
                <a:gd name="T14" fmla="*/ 342 w 1403"/>
                <a:gd name="T15" fmla="*/ 630 h 724"/>
                <a:gd name="T16" fmla="*/ 701 w 1403"/>
                <a:gd name="T17" fmla="*/ 724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03" h="724">
                  <a:moveTo>
                    <a:pt x="701" y="724"/>
                  </a:moveTo>
                  <a:cubicBezTo>
                    <a:pt x="808" y="665"/>
                    <a:pt x="930" y="630"/>
                    <a:pt x="1061" y="630"/>
                  </a:cubicBezTo>
                  <a:cubicBezTo>
                    <a:pt x="1184" y="630"/>
                    <a:pt x="1301" y="661"/>
                    <a:pt x="1403" y="715"/>
                  </a:cubicBezTo>
                  <a:cubicBezTo>
                    <a:pt x="1403" y="711"/>
                    <a:pt x="1403" y="706"/>
                    <a:pt x="1403" y="702"/>
                  </a:cubicBezTo>
                  <a:cubicBezTo>
                    <a:pt x="1403" y="315"/>
                    <a:pt x="1088" y="0"/>
                    <a:pt x="701" y="0"/>
                  </a:cubicBezTo>
                  <a:cubicBezTo>
                    <a:pt x="315" y="0"/>
                    <a:pt x="0" y="315"/>
                    <a:pt x="0" y="702"/>
                  </a:cubicBezTo>
                  <a:cubicBezTo>
                    <a:pt x="0" y="706"/>
                    <a:pt x="0" y="711"/>
                    <a:pt x="0" y="715"/>
                  </a:cubicBezTo>
                  <a:cubicBezTo>
                    <a:pt x="102" y="661"/>
                    <a:pt x="219" y="630"/>
                    <a:pt x="342" y="630"/>
                  </a:cubicBezTo>
                  <a:cubicBezTo>
                    <a:pt x="472" y="630"/>
                    <a:pt x="595" y="665"/>
                    <a:pt x="701" y="724"/>
                  </a:cubicBezTo>
                  <a:close/>
                </a:path>
              </a:pathLst>
            </a:custGeom>
            <a:solidFill>
              <a:srgbClr val="0477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45"/>
            <p:cNvSpPr>
              <a:spLocks/>
            </p:cNvSpPr>
            <p:nvPr/>
          </p:nvSpPr>
          <p:spPr bwMode="auto">
            <a:xfrm>
              <a:off x="3475038" y="1262063"/>
              <a:ext cx="2239962" cy="58738"/>
            </a:xfrm>
            <a:custGeom>
              <a:avLst/>
              <a:gdLst>
                <a:gd name="T0" fmla="*/ 20 w 767"/>
                <a:gd name="T1" fmla="*/ 18 h 20"/>
                <a:gd name="T2" fmla="*/ 49 w 767"/>
                <a:gd name="T3" fmla="*/ 5 h 20"/>
                <a:gd name="T4" fmla="*/ 75 w 767"/>
                <a:gd name="T5" fmla="*/ 18 h 20"/>
                <a:gd name="T6" fmla="*/ 104 w 767"/>
                <a:gd name="T7" fmla="*/ 5 h 20"/>
                <a:gd name="T8" fmla="*/ 130 w 767"/>
                <a:gd name="T9" fmla="*/ 18 h 20"/>
                <a:gd name="T10" fmla="*/ 159 w 767"/>
                <a:gd name="T11" fmla="*/ 5 h 20"/>
                <a:gd name="T12" fmla="*/ 184 w 767"/>
                <a:gd name="T13" fmla="*/ 18 h 20"/>
                <a:gd name="T14" fmla="*/ 214 w 767"/>
                <a:gd name="T15" fmla="*/ 5 h 20"/>
                <a:gd name="T16" fmla="*/ 239 w 767"/>
                <a:gd name="T17" fmla="*/ 18 h 20"/>
                <a:gd name="T18" fmla="*/ 268 w 767"/>
                <a:gd name="T19" fmla="*/ 5 h 20"/>
                <a:gd name="T20" fmla="*/ 294 w 767"/>
                <a:gd name="T21" fmla="*/ 18 h 20"/>
                <a:gd name="T22" fmla="*/ 323 w 767"/>
                <a:gd name="T23" fmla="*/ 5 h 20"/>
                <a:gd name="T24" fmla="*/ 349 w 767"/>
                <a:gd name="T25" fmla="*/ 18 h 20"/>
                <a:gd name="T26" fmla="*/ 378 w 767"/>
                <a:gd name="T27" fmla="*/ 5 h 20"/>
                <a:gd name="T28" fmla="*/ 403 w 767"/>
                <a:gd name="T29" fmla="*/ 18 h 20"/>
                <a:gd name="T30" fmla="*/ 432 w 767"/>
                <a:gd name="T31" fmla="*/ 5 h 20"/>
                <a:gd name="T32" fmla="*/ 458 w 767"/>
                <a:gd name="T33" fmla="*/ 18 h 20"/>
                <a:gd name="T34" fmla="*/ 487 w 767"/>
                <a:gd name="T35" fmla="*/ 5 h 20"/>
                <a:gd name="T36" fmla="*/ 513 w 767"/>
                <a:gd name="T37" fmla="*/ 18 h 20"/>
                <a:gd name="T38" fmla="*/ 542 w 767"/>
                <a:gd name="T39" fmla="*/ 5 h 20"/>
                <a:gd name="T40" fmla="*/ 568 w 767"/>
                <a:gd name="T41" fmla="*/ 18 h 20"/>
                <a:gd name="T42" fmla="*/ 597 w 767"/>
                <a:gd name="T43" fmla="*/ 5 h 20"/>
                <a:gd name="T44" fmla="*/ 622 w 767"/>
                <a:gd name="T45" fmla="*/ 18 h 20"/>
                <a:gd name="T46" fmla="*/ 651 w 767"/>
                <a:gd name="T47" fmla="*/ 5 h 20"/>
                <a:gd name="T48" fmla="*/ 677 w 767"/>
                <a:gd name="T49" fmla="*/ 18 h 20"/>
                <a:gd name="T50" fmla="*/ 706 w 767"/>
                <a:gd name="T51" fmla="*/ 5 h 20"/>
                <a:gd name="T52" fmla="*/ 732 w 767"/>
                <a:gd name="T53" fmla="*/ 18 h 20"/>
                <a:gd name="T54" fmla="*/ 761 w 767"/>
                <a:gd name="T55" fmla="*/ 5 h 20"/>
                <a:gd name="T56" fmla="*/ 749 w 767"/>
                <a:gd name="T57" fmla="*/ 11 h 20"/>
                <a:gd name="T58" fmla="*/ 724 w 767"/>
                <a:gd name="T59" fmla="*/ 5 h 20"/>
                <a:gd name="T60" fmla="*/ 694 w 767"/>
                <a:gd name="T61" fmla="*/ 11 h 20"/>
                <a:gd name="T62" fmla="*/ 670 w 767"/>
                <a:gd name="T63" fmla="*/ 5 h 20"/>
                <a:gd name="T64" fmla="*/ 639 w 767"/>
                <a:gd name="T65" fmla="*/ 11 h 20"/>
                <a:gd name="T66" fmla="*/ 615 w 767"/>
                <a:gd name="T67" fmla="*/ 5 h 20"/>
                <a:gd name="T68" fmla="*/ 585 w 767"/>
                <a:gd name="T69" fmla="*/ 11 h 20"/>
                <a:gd name="T70" fmla="*/ 560 w 767"/>
                <a:gd name="T71" fmla="*/ 5 h 20"/>
                <a:gd name="T72" fmla="*/ 530 w 767"/>
                <a:gd name="T73" fmla="*/ 11 h 20"/>
                <a:gd name="T74" fmla="*/ 505 w 767"/>
                <a:gd name="T75" fmla="*/ 5 h 20"/>
                <a:gd name="T76" fmla="*/ 475 w 767"/>
                <a:gd name="T77" fmla="*/ 11 h 20"/>
                <a:gd name="T78" fmla="*/ 451 w 767"/>
                <a:gd name="T79" fmla="*/ 5 h 20"/>
                <a:gd name="T80" fmla="*/ 420 w 767"/>
                <a:gd name="T81" fmla="*/ 11 h 20"/>
                <a:gd name="T82" fmla="*/ 396 w 767"/>
                <a:gd name="T83" fmla="*/ 5 h 20"/>
                <a:gd name="T84" fmla="*/ 366 w 767"/>
                <a:gd name="T85" fmla="*/ 11 h 20"/>
                <a:gd name="T86" fmla="*/ 341 w 767"/>
                <a:gd name="T87" fmla="*/ 5 h 20"/>
                <a:gd name="T88" fmla="*/ 311 w 767"/>
                <a:gd name="T89" fmla="*/ 11 h 20"/>
                <a:gd name="T90" fmla="*/ 286 w 767"/>
                <a:gd name="T91" fmla="*/ 5 h 20"/>
                <a:gd name="T92" fmla="*/ 256 w 767"/>
                <a:gd name="T93" fmla="*/ 11 h 20"/>
                <a:gd name="T94" fmla="*/ 232 w 767"/>
                <a:gd name="T95" fmla="*/ 5 h 20"/>
                <a:gd name="T96" fmla="*/ 201 w 767"/>
                <a:gd name="T97" fmla="*/ 11 h 20"/>
                <a:gd name="T98" fmla="*/ 177 w 767"/>
                <a:gd name="T99" fmla="*/ 5 h 20"/>
                <a:gd name="T100" fmla="*/ 147 w 767"/>
                <a:gd name="T101" fmla="*/ 11 h 20"/>
                <a:gd name="T102" fmla="*/ 122 w 767"/>
                <a:gd name="T103" fmla="*/ 5 h 20"/>
                <a:gd name="T104" fmla="*/ 92 w 767"/>
                <a:gd name="T105" fmla="*/ 11 h 20"/>
                <a:gd name="T106" fmla="*/ 67 w 767"/>
                <a:gd name="T107" fmla="*/ 5 h 20"/>
                <a:gd name="T108" fmla="*/ 37 w 767"/>
                <a:gd name="T109" fmla="*/ 11 h 20"/>
                <a:gd name="T110" fmla="*/ 13 w 767"/>
                <a:gd name="T111" fmla="*/ 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67" h="20">
                  <a:moveTo>
                    <a:pt x="0" y="4"/>
                  </a:moveTo>
                  <a:cubicBezTo>
                    <a:pt x="3" y="4"/>
                    <a:pt x="5" y="5"/>
                    <a:pt x="7" y="6"/>
                  </a:cubicBezTo>
                  <a:cubicBezTo>
                    <a:pt x="10" y="8"/>
                    <a:pt x="12" y="11"/>
                    <a:pt x="15" y="14"/>
                  </a:cubicBezTo>
                  <a:cubicBezTo>
                    <a:pt x="17" y="15"/>
                    <a:pt x="18" y="17"/>
                    <a:pt x="20" y="18"/>
                  </a:cubicBezTo>
                  <a:cubicBezTo>
                    <a:pt x="22" y="19"/>
                    <a:pt x="25" y="20"/>
                    <a:pt x="28" y="20"/>
                  </a:cubicBezTo>
                  <a:cubicBezTo>
                    <a:pt x="31" y="20"/>
                    <a:pt x="34" y="19"/>
                    <a:pt x="37" y="17"/>
                  </a:cubicBezTo>
                  <a:cubicBezTo>
                    <a:pt x="40" y="14"/>
                    <a:pt x="43" y="11"/>
                    <a:pt x="45" y="8"/>
                  </a:cubicBezTo>
                  <a:cubicBezTo>
                    <a:pt x="47" y="7"/>
                    <a:pt x="48" y="6"/>
                    <a:pt x="49" y="5"/>
                  </a:cubicBezTo>
                  <a:cubicBezTo>
                    <a:pt x="51" y="4"/>
                    <a:pt x="53" y="4"/>
                    <a:pt x="55" y="4"/>
                  </a:cubicBezTo>
                  <a:cubicBezTo>
                    <a:pt x="58" y="4"/>
                    <a:pt x="60" y="5"/>
                    <a:pt x="62" y="6"/>
                  </a:cubicBezTo>
                  <a:cubicBezTo>
                    <a:pt x="65" y="8"/>
                    <a:pt x="67" y="11"/>
                    <a:pt x="70" y="14"/>
                  </a:cubicBezTo>
                  <a:cubicBezTo>
                    <a:pt x="71" y="15"/>
                    <a:pt x="73" y="17"/>
                    <a:pt x="75" y="18"/>
                  </a:cubicBezTo>
                  <a:cubicBezTo>
                    <a:pt x="77" y="19"/>
                    <a:pt x="79" y="20"/>
                    <a:pt x="82" y="20"/>
                  </a:cubicBezTo>
                  <a:cubicBezTo>
                    <a:pt x="86" y="20"/>
                    <a:pt x="89" y="19"/>
                    <a:pt x="92" y="17"/>
                  </a:cubicBezTo>
                  <a:cubicBezTo>
                    <a:pt x="95" y="14"/>
                    <a:pt x="97" y="11"/>
                    <a:pt x="100" y="8"/>
                  </a:cubicBezTo>
                  <a:cubicBezTo>
                    <a:pt x="101" y="7"/>
                    <a:pt x="103" y="6"/>
                    <a:pt x="104" y="5"/>
                  </a:cubicBezTo>
                  <a:cubicBezTo>
                    <a:pt x="106" y="4"/>
                    <a:pt x="107" y="4"/>
                    <a:pt x="110" y="4"/>
                  </a:cubicBezTo>
                  <a:cubicBezTo>
                    <a:pt x="113" y="4"/>
                    <a:pt x="115" y="5"/>
                    <a:pt x="117" y="6"/>
                  </a:cubicBezTo>
                  <a:cubicBezTo>
                    <a:pt x="119" y="8"/>
                    <a:pt x="122" y="11"/>
                    <a:pt x="124" y="14"/>
                  </a:cubicBezTo>
                  <a:cubicBezTo>
                    <a:pt x="126" y="15"/>
                    <a:pt x="128" y="17"/>
                    <a:pt x="130" y="18"/>
                  </a:cubicBezTo>
                  <a:cubicBezTo>
                    <a:pt x="132" y="19"/>
                    <a:pt x="134" y="20"/>
                    <a:pt x="137" y="20"/>
                  </a:cubicBezTo>
                  <a:cubicBezTo>
                    <a:pt x="141" y="20"/>
                    <a:pt x="144" y="19"/>
                    <a:pt x="146" y="17"/>
                  </a:cubicBezTo>
                  <a:cubicBezTo>
                    <a:pt x="150" y="14"/>
                    <a:pt x="152" y="11"/>
                    <a:pt x="155" y="8"/>
                  </a:cubicBezTo>
                  <a:cubicBezTo>
                    <a:pt x="156" y="7"/>
                    <a:pt x="157" y="6"/>
                    <a:pt x="159" y="5"/>
                  </a:cubicBezTo>
                  <a:cubicBezTo>
                    <a:pt x="160" y="4"/>
                    <a:pt x="162" y="4"/>
                    <a:pt x="164" y="4"/>
                  </a:cubicBezTo>
                  <a:cubicBezTo>
                    <a:pt x="167" y="4"/>
                    <a:pt x="169" y="5"/>
                    <a:pt x="171" y="6"/>
                  </a:cubicBezTo>
                  <a:cubicBezTo>
                    <a:pt x="174" y="8"/>
                    <a:pt x="176" y="11"/>
                    <a:pt x="179" y="14"/>
                  </a:cubicBezTo>
                  <a:cubicBezTo>
                    <a:pt x="181" y="15"/>
                    <a:pt x="182" y="17"/>
                    <a:pt x="184" y="18"/>
                  </a:cubicBezTo>
                  <a:cubicBezTo>
                    <a:pt x="186" y="19"/>
                    <a:pt x="189" y="20"/>
                    <a:pt x="192" y="20"/>
                  </a:cubicBezTo>
                  <a:cubicBezTo>
                    <a:pt x="196" y="20"/>
                    <a:pt x="199" y="19"/>
                    <a:pt x="201" y="17"/>
                  </a:cubicBezTo>
                  <a:cubicBezTo>
                    <a:pt x="205" y="14"/>
                    <a:pt x="207" y="11"/>
                    <a:pt x="209" y="8"/>
                  </a:cubicBezTo>
                  <a:cubicBezTo>
                    <a:pt x="211" y="7"/>
                    <a:pt x="212" y="6"/>
                    <a:pt x="214" y="5"/>
                  </a:cubicBezTo>
                  <a:cubicBezTo>
                    <a:pt x="215" y="4"/>
                    <a:pt x="217" y="4"/>
                    <a:pt x="219" y="4"/>
                  </a:cubicBezTo>
                  <a:cubicBezTo>
                    <a:pt x="222" y="4"/>
                    <a:pt x="224" y="5"/>
                    <a:pt x="226" y="6"/>
                  </a:cubicBezTo>
                  <a:cubicBezTo>
                    <a:pt x="229" y="8"/>
                    <a:pt x="231" y="11"/>
                    <a:pt x="234" y="14"/>
                  </a:cubicBezTo>
                  <a:cubicBezTo>
                    <a:pt x="235" y="15"/>
                    <a:pt x="237" y="17"/>
                    <a:pt x="239" y="18"/>
                  </a:cubicBezTo>
                  <a:cubicBezTo>
                    <a:pt x="241" y="19"/>
                    <a:pt x="244" y="20"/>
                    <a:pt x="246" y="20"/>
                  </a:cubicBezTo>
                  <a:cubicBezTo>
                    <a:pt x="250" y="20"/>
                    <a:pt x="253" y="19"/>
                    <a:pt x="256" y="17"/>
                  </a:cubicBezTo>
                  <a:cubicBezTo>
                    <a:pt x="259" y="14"/>
                    <a:pt x="262" y="11"/>
                    <a:pt x="264" y="8"/>
                  </a:cubicBezTo>
                  <a:cubicBezTo>
                    <a:pt x="265" y="7"/>
                    <a:pt x="267" y="6"/>
                    <a:pt x="268" y="5"/>
                  </a:cubicBezTo>
                  <a:cubicBezTo>
                    <a:pt x="270" y="4"/>
                    <a:pt x="272" y="4"/>
                    <a:pt x="274" y="4"/>
                  </a:cubicBezTo>
                  <a:cubicBezTo>
                    <a:pt x="277" y="4"/>
                    <a:pt x="279" y="5"/>
                    <a:pt x="281" y="6"/>
                  </a:cubicBezTo>
                  <a:cubicBezTo>
                    <a:pt x="284" y="8"/>
                    <a:pt x="286" y="11"/>
                    <a:pt x="289" y="14"/>
                  </a:cubicBezTo>
                  <a:cubicBezTo>
                    <a:pt x="290" y="15"/>
                    <a:pt x="292" y="17"/>
                    <a:pt x="294" y="18"/>
                  </a:cubicBezTo>
                  <a:cubicBezTo>
                    <a:pt x="296" y="19"/>
                    <a:pt x="298" y="20"/>
                    <a:pt x="301" y="20"/>
                  </a:cubicBezTo>
                  <a:cubicBezTo>
                    <a:pt x="305" y="20"/>
                    <a:pt x="308" y="19"/>
                    <a:pt x="310" y="17"/>
                  </a:cubicBezTo>
                  <a:cubicBezTo>
                    <a:pt x="314" y="14"/>
                    <a:pt x="316" y="11"/>
                    <a:pt x="319" y="8"/>
                  </a:cubicBezTo>
                  <a:cubicBezTo>
                    <a:pt x="320" y="7"/>
                    <a:pt x="321" y="6"/>
                    <a:pt x="323" y="5"/>
                  </a:cubicBezTo>
                  <a:cubicBezTo>
                    <a:pt x="325" y="4"/>
                    <a:pt x="326" y="4"/>
                    <a:pt x="329" y="4"/>
                  </a:cubicBezTo>
                  <a:cubicBezTo>
                    <a:pt x="332" y="4"/>
                    <a:pt x="334" y="5"/>
                    <a:pt x="336" y="6"/>
                  </a:cubicBezTo>
                  <a:cubicBezTo>
                    <a:pt x="338" y="8"/>
                    <a:pt x="341" y="11"/>
                    <a:pt x="343" y="14"/>
                  </a:cubicBezTo>
                  <a:cubicBezTo>
                    <a:pt x="345" y="15"/>
                    <a:pt x="346" y="17"/>
                    <a:pt x="349" y="18"/>
                  </a:cubicBezTo>
                  <a:cubicBezTo>
                    <a:pt x="351" y="19"/>
                    <a:pt x="353" y="20"/>
                    <a:pt x="356" y="20"/>
                  </a:cubicBezTo>
                  <a:cubicBezTo>
                    <a:pt x="360" y="20"/>
                    <a:pt x="363" y="19"/>
                    <a:pt x="365" y="17"/>
                  </a:cubicBezTo>
                  <a:cubicBezTo>
                    <a:pt x="369" y="14"/>
                    <a:pt x="371" y="11"/>
                    <a:pt x="374" y="8"/>
                  </a:cubicBezTo>
                  <a:cubicBezTo>
                    <a:pt x="375" y="7"/>
                    <a:pt x="376" y="6"/>
                    <a:pt x="378" y="5"/>
                  </a:cubicBezTo>
                  <a:cubicBezTo>
                    <a:pt x="379" y="4"/>
                    <a:pt x="381" y="4"/>
                    <a:pt x="383" y="4"/>
                  </a:cubicBezTo>
                  <a:cubicBezTo>
                    <a:pt x="386" y="4"/>
                    <a:pt x="388" y="5"/>
                    <a:pt x="390" y="6"/>
                  </a:cubicBezTo>
                  <a:cubicBezTo>
                    <a:pt x="393" y="8"/>
                    <a:pt x="395" y="11"/>
                    <a:pt x="398" y="14"/>
                  </a:cubicBezTo>
                  <a:cubicBezTo>
                    <a:pt x="400" y="15"/>
                    <a:pt x="401" y="17"/>
                    <a:pt x="403" y="18"/>
                  </a:cubicBezTo>
                  <a:cubicBezTo>
                    <a:pt x="405" y="19"/>
                    <a:pt x="408" y="20"/>
                    <a:pt x="411" y="20"/>
                  </a:cubicBezTo>
                  <a:cubicBezTo>
                    <a:pt x="414" y="20"/>
                    <a:pt x="418" y="19"/>
                    <a:pt x="420" y="17"/>
                  </a:cubicBezTo>
                  <a:cubicBezTo>
                    <a:pt x="424" y="14"/>
                    <a:pt x="426" y="11"/>
                    <a:pt x="428" y="8"/>
                  </a:cubicBezTo>
                  <a:cubicBezTo>
                    <a:pt x="430" y="7"/>
                    <a:pt x="431" y="6"/>
                    <a:pt x="432" y="5"/>
                  </a:cubicBezTo>
                  <a:cubicBezTo>
                    <a:pt x="434" y="4"/>
                    <a:pt x="436" y="4"/>
                    <a:pt x="438" y="4"/>
                  </a:cubicBezTo>
                  <a:cubicBezTo>
                    <a:pt x="441" y="4"/>
                    <a:pt x="443" y="5"/>
                    <a:pt x="445" y="6"/>
                  </a:cubicBezTo>
                  <a:cubicBezTo>
                    <a:pt x="448" y="8"/>
                    <a:pt x="450" y="11"/>
                    <a:pt x="453" y="14"/>
                  </a:cubicBezTo>
                  <a:cubicBezTo>
                    <a:pt x="454" y="15"/>
                    <a:pt x="456" y="17"/>
                    <a:pt x="458" y="18"/>
                  </a:cubicBezTo>
                  <a:cubicBezTo>
                    <a:pt x="460" y="19"/>
                    <a:pt x="463" y="20"/>
                    <a:pt x="465" y="20"/>
                  </a:cubicBezTo>
                  <a:cubicBezTo>
                    <a:pt x="469" y="20"/>
                    <a:pt x="472" y="19"/>
                    <a:pt x="475" y="17"/>
                  </a:cubicBezTo>
                  <a:cubicBezTo>
                    <a:pt x="478" y="14"/>
                    <a:pt x="481" y="11"/>
                    <a:pt x="483" y="8"/>
                  </a:cubicBezTo>
                  <a:cubicBezTo>
                    <a:pt x="484" y="7"/>
                    <a:pt x="486" y="6"/>
                    <a:pt x="487" y="5"/>
                  </a:cubicBezTo>
                  <a:cubicBezTo>
                    <a:pt x="489" y="4"/>
                    <a:pt x="490" y="4"/>
                    <a:pt x="493" y="4"/>
                  </a:cubicBezTo>
                  <a:cubicBezTo>
                    <a:pt x="496" y="4"/>
                    <a:pt x="498" y="5"/>
                    <a:pt x="500" y="6"/>
                  </a:cubicBezTo>
                  <a:cubicBezTo>
                    <a:pt x="503" y="8"/>
                    <a:pt x="505" y="11"/>
                    <a:pt x="508" y="14"/>
                  </a:cubicBezTo>
                  <a:cubicBezTo>
                    <a:pt x="509" y="15"/>
                    <a:pt x="511" y="17"/>
                    <a:pt x="513" y="18"/>
                  </a:cubicBezTo>
                  <a:cubicBezTo>
                    <a:pt x="515" y="19"/>
                    <a:pt x="517" y="20"/>
                    <a:pt x="520" y="20"/>
                  </a:cubicBezTo>
                  <a:cubicBezTo>
                    <a:pt x="524" y="20"/>
                    <a:pt x="527" y="19"/>
                    <a:pt x="529" y="17"/>
                  </a:cubicBezTo>
                  <a:cubicBezTo>
                    <a:pt x="533" y="14"/>
                    <a:pt x="535" y="11"/>
                    <a:pt x="538" y="8"/>
                  </a:cubicBezTo>
                  <a:cubicBezTo>
                    <a:pt x="539" y="7"/>
                    <a:pt x="540" y="6"/>
                    <a:pt x="542" y="5"/>
                  </a:cubicBezTo>
                  <a:cubicBezTo>
                    <a:pt x="543" y="4"/>
                    <a:pt x="545" y="4"/>
                    <a:pt x="547" y="4"/>
                  </a:cubicBezTo>
                  <a:cubicBezTo>
                    <a:pt x="551" y="4"/>
                    <a:pt x="553" y="5"/>
                    <a:pt x="554" y="6"/>
                  </a:cubicBezTo>
                  <a:cubicBezTo>
                    <a:pt x="557" y="8"/>
                    <a:pt x="559" y="11"/>
                    <a:pt x="562" y="14"/>
                  </a:cubicBezTo>
                  <a:cubicBezTo>
                    <a:pt x="564" y="15"/>
                    <a:pt x="565" y="17"/>
                    <a:pt x="568" y="18"/>
                  </a:cubicBezTo>
                  <a:cubicBezTo>
                    <a:pt x="570" y="19"/>
                    <a:pt x="572" y="20"/>
                    <a:pt x="575" y="20"/>
                  </a:cubicBezTo>
                  <a:cubicBezTo>
                    <a:pt x="579" y="20"/>
                    <a:pt x="582" y="19"/>
                    <a:pt x="584" y="17"/>
                  </a:cubicBezTo>
                  <a:cubicBezTo>
                    <a:pt x="588" y="14"/>
                    <a:pt x="590" y="11"/>
                    <a:pt x="593" y="8"/>
                  </a:cubicBezTo>
                  <a:cubicBezTo>
                    <a:pt x="594" y="7"/>
                    <a:pt x="595" y="6"/>
                    <a:pt x="597" y="5"/>
                  </a:cubicBezTo>
                  <a:cubicBezTo>
                    <a:pt x="598" y="4"/>
                    <a:pt x="600" y="4"/>
                    <a:pt x="602" y="4"/>
                  </a:cubicBezTo>
                  <a:cubicBezTo>
                    <a:pt x="605" y="4"/>
                    <a:pt x="607" y="5"/>
                    <a:pt x="609" y="6"/>
                  </a:cubicBezTo>
                  <a:cubicBezTo>
                    <a:pt x="612" y="8"/>
                    <a:pt x="614" y="11"/>
                    <a:pt x="617" y="14"/>
                  </a:cubicBezTo>
                  <a:cubicBezTo>
                    <a:pt x="619" y="15"/>
                    <a:pt x="620" y="17"/>
                    <a:pt x="622" y="18"/>
                  </a:cubicBezTo>
                  <a:cubicBezTo>
                    <a:pt x="624" y="19"/>
                    <a:pt x="627" y="20"/>
                    <a:pt x="630" y="20"/>
                  </a:cubicBezTo>
                  <a:cubicBezTo>
                    <a:pt x="633" y="20"/>
                    <a:pt x="636" y="19"/>
                    <a:pt x="639" y="17"/>
                  </a:cubicBezTo>
                  <a:cubicBezTo>
                    <a:pt x="643" y="14"/>
                    <a:pt x="645" y="11"/>
                    <a:pt x="647" y="8"/>
                  </a:cubicBezTo>
                  <a:cubicBezTo>
                    <a:pt x="649" y="7"/>
                    <a:pt x="650" y="6"/>
                    <a:pt x="651" y="5"/>
                  </a:cubicBezTo>
                  <a:cubicBezTo>
                    <a:pt x="653" y="4"/>
                    <a:pt x="655" y="4"/>
                    <a:pt x="657" y="4"/>
                  </a:cubicBezTo>
                  <a:cubicBezTo>
                    <a:pt x="660" y="4"/>
                    <a:pt x="662" y="5"/>
                    <a:pt x="664" y="6"/>
                  </a:cubicBezTo>
                  <a:cubicBezTo>
                    <a:pt x="667" y="8"/>
                    <a:pt x="669" y="11"/>
                    <a:pt x="672" y="14"/>
                  </a:cubicBezTo>
                  <a:cubicBezTo>
                    <a:pt x="673" y="15"/>
                    <a:pt x="675" y="17"/>
                    <a:pt x="677" y="18"/>
                  </a:cubicBezTo>
                  <a:cubicBezTo>
                    <a:pt x="679" y="19"/>
                    <a:pt x="682" y="20"/>
                    <a:pt x="684" y="20"/>
                  </a:cubicBezTo>
                  <a:cubicBezTo>
                    <a:pt x="688" y="20"/>
                    <a:pt x="691" y="19"/>
                    <a:pt x="694" y="17"/>
                  </a:cubicBezTo>
                  <a:cubicBezTo>
                    <a:pt x="697" y="14"/>
                    <a:pt x="700" y="11"/>
                    <a:pt x="702" y="8"/>
                  </a:cubicBezTo>
                  <a:cubicBezTo>
                    <a:pt x="703" y="7"/>
                    <a:pt x="705" y="6"/>
                    <a:pt x="706" y="5"/>
                  </a:cubicBezTo>
                  <a:cubicBezTo>
                    <a:pt x="708" y="4"/>
                    <a:pt x="709" y="4"/>
                    <a:pt x="712" y="4"/>
                  </a:cubicBezTo>
                  <a:cubicBezTo>
                    <a:pt x="715" y="4"/>
                    <a:pt x="717" y="5"/>
                    <a:pt x="719" y="6"/>
                  </a:cubicBezTo>
                  <a:cubicBezTo>
                    <a:pt x="722" y="8"/>
                    <a:pt x="724" y="11"/>
                    <a:pt x="727" y="14"/>
                  </a:cubicBezTo>
                  <a:cubicBezTo>
                    <a:pt x="728" y="15"/>
                    <a:pt x="730" y="17"/>
                    <a:pt x="732" y="18"/>
                  </a:cubicBezTo>
                  <a:cubicBezTo>
                    <a:pt x="734" y="19"/>
                    <a:pt x="736" y="20"/>
                    <a:pt x="739" y="20"/>
                  </a:cubicBezTo>
                  <a:cubicBezTo>
                    <a:pt x="743" y="20"/>
                    <a:pt x="746" y="19"/>
                    <a:pt x="748" y="17"/>
                  </a:cubicBezTo>
                  <a:cubicBezTo>
                    <a:pt x="752" y="14"/>
                    <a:pt x="754" y="11"/>
                    <a:pt x="757" y="8"/>
                  </a:cubicBezTo>
                  <a:cubicBezTo>
                    <a:pt x="758" y="7"/>
                    <a:pt x="760" y="6"/>
                    <a:pt x="761" y="5"/>
                  </a:cubicBezTo>
                  <a:cubicBezTo>
                    <a:pt x="763" y="4"/>
                    <a:pt x="764" y="4"/>
                    <a:pt x="767" y="4"/>
                  </a:cubicBezTo>
                  <a:cubicBezTo>
                    <a:pt x="767" y="0"/>
                    <a:pt x="767" y="0"/>
                    <a:pt x="767" y="0"/>
                  </a:cubicBezTo>
                  <a:cubicBezTo>
                    <a:pt x="763" y="0"/>
                    <a:pt x="760" y="1"/>
                    <a:pt x="757" y="3"/>
                  </a:cubicBezTo>
                  <a:cubicBezTo>
                    <a:pt x="754" y="5"/>
                    <a:pt x="751" y="9"/>
                    <a:pt x="749" y="11"/>
                  </a:cubicBezTo>
                  <a:cubicBezTo>
                    <a:pt x="748" y="13"/>
                    <a:pt x="746" y="14"/>
                    <a:pt x="745" y="14"/>
                  </a:cubicBezTo>
                  <a:cubicBezTo>
                    <a:pt x="743" y="15"/>
                    <a:pt x="741" y="16"/>
                    <a:pt x="739" y="16"/>
                  </a:cubicBezTo>
                  <a:cubicBezTo>
                    <a:pt x="736" y="16"/>
                    <a:pt x="734" y="15"/>
                    <a:pt x="732" y="14"/>
                  </a:cubicBezTo>
                  <a:cubicBezTo>
                    <a:pt x="729" y="12"/>
                    <a:pt x="727" y="8"/>
                    <a:pt x="724" y="5"/>
                  </a:cubicBezTo>
                  <a:cubicBezTo>
                    <a:pt x="723" y="4"/>
                    <a:pt x="721" y="2"/>
                    <a:pt x="719" y="1"/>
                  </a:cubicBezTo>
                  <a:cubicBezTo>
                    <a:pt x="717" y="0"/>
                    <a:pt x="715" y="0"/>
                    <a:pt x="712" y="0"/>
                  </a:cubicBezTo>
                  <a:cubicBezTo>
                    <a:pt x="708" y="0"/>
                    <a:pt x="705" y="1"/>
                    <a:pt x="702" y="3"/>
                  </a:cubicBezTo>
                  <a:cubicBezTo>
                    <a:pt x="699" y="5"/>
                    <a:pt x="697" y="9"/>
                    <a:pt x="694" y="11"/>
                  </a:cubicBezTo>
                  <a:cubicBezTo>
                    <a:pt x="693" y="13"/>
                    <a:pt x="691" y="14"/>
                    <a:pt x="690" y="14"/>
                  </a:cubicBezTo>
                  <a:cubicBezTo>
                    <a:pt x="688" y="15"/>
                    <a:pt x="687" y="16"/>
                    <a:pt x="684" y="16"/>
                  </a:cubicBezTo>
                  <a:cubicBezTo>
                    <a:pt x="681" y="16"/>
                    <a:pt x="679" y="15"/>
                    <a:pt x="677" y="14"/>
                  </a:cubicBezTo>
                  <a:cubicBezTo>
                    <a:pt x="675" y="12"/>
                    <a:pt x="672" y="8"/>
                    <a:pt x="670" y="5"/>
                  </a:cubicBezTo>
                  <a:cubicBezTo>
                    <a:pt x="668" y="4"/>
                    <a:pt x="666" y="2"/>
                    <a:pt x="664" y="1"/>
                  </a:cubicBezTo>
                  <a:cubicBezTo>
                    <a:pt x="662" y="0"/>
                    <a:pt x="660" y="0"/>
                    <a:pt x="657" y="0"/>
                  </a:cubicBezTo>
                  <a:cubicBezTo>
                    <a:pt x="653" y="0"/>
                    <a:pt x="650" y="1"/>
                    <a:pt x="648" y="3"/>
                  </a:cubicBezTo>
                  <a:cubicBezTo>
                    <a:pt x="644" y="5"/>
                    <a:pt x="642" y="9"/>
                    <a:pt x="639" y="11"/>
                  </a:cubicBezTo>
                  <a:cubicBezTo>
                    <a:pt x="638" y="13"/>
                    <a:pt x="637" y="14"/>
                    <a:pt x="635" y="14"/>
                  </a:cubicBezTo>
                  <a:cubicBezTo>
                    <a:pt x="634" y="15"/>
                    <a:pt x="632" y="16"/>
                    <a:pt x="630" y="16"/>
                  </a:cubicBezTo>
                  <a:cubicBezTo>
                    <a:pt x="627" y="16"/>
                    <a:pt x="625" y="15"/>
                    <a:pt x="623" y="14"/>
                  </a:cubicBezTo>
                  <a:cubicBezTo>
                    <a:pt x="620" y="12"/>
                    <a:pt x="618" y="8"/>
                    <a:pt x="615" y="5"/>
                  </a:cubicBezTo>
                  <a:cubicBezTo>
                    <a:pt x="613" y="4"/>
                    <a:pt x="612" y="2"/>
                    <a:pt x="610" y="1"/>
                  </a:cubicBezTo>
                  <a:cubicBezTo>
                    <a:pt x="608" y="0"/>
                    <a:pt x="605" y="0"/>
                    <a:pt x="602" y="0"/>
                  </a:cubicBezTo>
                  <a:cubicBezTo>
                    <a:pt x="598" y="0"/>
                    <a:pt x="595" y="1"/>
                    <a:pt x="593" y="3"/>
                  </a:cubicBezTo>
                  <a:cubicBezTo>
                    <a:pt x="589" y="5"/>
                    <a:pt x="587" y="9"/>
                    <a:pt x="585" y="11"/>
                  </a:cubicBezTo>
                  <a:cubicBezTo>
                    <a:pt x="583" y="13"/>
                    <a:pt x="582" y="14"/>
                    <a:pt x="580" y="14"/>
                  </a:cubicBezTo>
                  <a:cubicBezTo>
                    <a:pt x="579" y="15"/>
                    <a:pt x="577" y="16"/>
                    <a:pt x="575" y="16"/>
                  </a:cubicBezTo>
                  <a:cubicBezTo>
                    <a:pt x="572" y="16"/>
                    <a:pt x="570" y="15"/>
                    <a:pt x="568" y="14"/>
                  </a:cubicBezTo>
                  <a:cubicBezTo>
                    <a:pt x="565" y="12"/>
                    <a:pt x="563" y="8"/>
                    <a:pt x="560" y="5"/>
                  </a:cubicBezTo>
                  <a:cubicBezTo>
                    <a:pt x="559" y="4"/>
                    <a:pt x="557" y="2"/>
                    <a:pt x="555" y="1"/>
                  </a:cubicBezTo>
                  <a:cubicBezTo>
                    <a:pt x="553" y="0"/>
                    <a:pt x="550" y="0"/>
                    <a:pt x="547" y="0"/>
                  </a:cubicBezTo>
                  <a:cubicBezTo>
                    <a:pt x="544" y="0"/>
                    <a:pt x="541" y="1"/>
                    <a:pt x="538" y="3"/>
                  </a:cubicBezTo>
                  <a:cubicBezTo>
                    <a:pt x="535" y="5"/>
                    <a:pt x="532" y="9"/>
                    <a:pt x="530" y="11"/>
                  </a:cubicBezTo>
                  <a:cubicBezTo>
                    <a:pt x="528" y="13"/>
                    <a:pt x="527" y="14"/>
                    <a:pt x="526" y="14"/>
                  </a:cubicBezTo>
                  <a:cubicBezTo>
                    <a:pt x="524" y="15"/>
                    <a:pt x="522" y="16"/>
                    <a:pt x="520" y="16"/>
                  </a:cubicBezTo>
                  <a:cubicBezTo>
                    <a:pt x="517" y="16"/>
                    <a:pt x="515" y="15"/>
                    <a:pt x="513" y="14"/>
                  </a:cubicBezTo>
                  <a:cubicBezTo>
                    <a:pt x="510" y="12"/>
                    <a:pt x="508" y="8"/>
                    <a:pt x="505" y="5"/>
                  </a:cubicBezTo>
                  <a:cubicBezTo>
                    <a:pt x="504" y="4"/>
                    <a:pt x="502" y="2"/>
                    <a:pt x="500" y="1"/>
                  </a:cubicBezTo>
                  <a:cubicBezTo>
                    <a:pt x="498" y="0"/>
                    <a:pt x="496" y="0"/>
                    <a:pt x="493" y="0"/>
                  </a:cubicBezTo>
                  <a:cubicBezTo>
                    <a:pt x="489" y="0"/>
                    <a:pt x="486" y="1"/>
                    <a:pt x="483" y="3"/>
                  </a:cubicBezTo>
                  <a:cubicBezTo>
                    <a:pt x="480" y="5"/>
                    <a:pt x="478" y="9"/>
                    <a:pt x="475" y="11"/>
                  </a:cubicBezTo>
                  <a:cubicBezTo>
                    <a:pt x="474" y="13"/>
                    <a:pt x="472" y="14"/>
                    <a:pt x="471" y="14"/>
                  </a:cubicBezTo>
                  <a:cubicBezTo>
                    <a:pt x="469" y="15"/>
                    <a:pt x="468" y="16"/>
                    <a:pt x="465" y="16"/>
                  </a:cubicBezTo>
                  <a:cubicBezTo>
                    <a:pt x="462" y="16"/>
                    <a:pt x="460" y="15"/>
                    <a:pt x="458" y="14"/>
                  </a:cubicBezTo>
                  <a:cubicBezTo>
                    <a:pt x="456" y="12"/>
                    <a:pt x="453" y="8"/>
                    <a:pt x="451" y="5"/>
                  </a:cubicBezTo>
                  <a:cubicBezTo>
                    <a:pt x="449" y="4"/>
                    <a:pt x="447" y="2"/>
                    <a:pt x="445" y="1"/>
                  </a:cubicBezTo>
                  <a:cubicBezTo>
                    <a:pt x="443" y="0"/>
                    <a:pt x="441" y="0"/>
                    <a:pt x="438" y="0"/>
                  </a:cubicBezTo>
                  <a:cubicBezTo>
                    <a:pt x="434" y="0"/>
                    <a:pt x="431" y="1"/>
                    <a:pt x="429" y="3"/>
                  </a:cubicBezTo>
                  <a:cubicBezTo>
                    <a:pt x="425" y="5"/>
                    <a:pt x="423" y="9"/>
                    <a:pt x="420" y="11"/>
                  </a:cubicBezTo>
                  <a:cubicBezTo>
                    <a:pt x="419" y="13"/>
                    <a:pt x="418" y="14"/>
                    <a:pt x="416" y="14"/>
                  </a:cubicBezTo>
                  <a:cubicBezTo>
                    <a:pt x="415" y="15"/>
                    <a:pt x="413" y="16"/>
                    <a:pt x="411" y="16"/>
                  </a:cubicBezTo>
                  <a:cubicBezTo>
                    <a:pt x="408" y="16"/>
                    <a:pt x="406" y="15"/>
                    <a:pt x="404" y="14"/>
                  </a:cubicBezTo>
                  <a:cubicBezTo>
                    <a:pt x="401" y="12"/>
                    <a:pt x="399" y="8"/>
                    <a:pt x="396" y="5"/>
                  </a:cubicBezTo>
                  <a:cubicBezTo>
                    <a:pt x="394" y="4"/>
                    <a:pt x="393" y="2"/>
                    <a:pt x="391" y="1"/>
                  </a:cubicBezTo>
                  <a:cubicBezTo>
                    <a:pt x="389" y="0"/>
                    <a:pt x="386" y="0"/>
                    <a:pt x="383" y="0"/>
                  </a:cubicBezTo>
                  <a:cubicBezTo>
                    <a:pt x="379" y="0"/>
                    <a:pt x="376" y="1"/>
                    <a:pt x="374" y="3"/>
                  </a:cubicBezTo>
                  <a:cubicBezTo>
                    <a:pt x="370" y="5"/>
                    <a:pt x="368" y="9"/>
                    <a:pt x="366" y="11"/>
                  </a:cubicBezTo>
                  <a:cubicBezTo>
                    <a:pt x="364" y="13"/>
                    <a:pt x="363" y="14"/>
                    <a:pt x="361" y="14"/>
                  </a:cubicBezTo>
                  <a:cubicBezTo>
                    <a:pt x="360" y="15"/>
                    <a:pt x="358" y="16"/>
                    <a:pt x="356" y="16"/>
                  </a:cubicBezTo>
                  <a:cubicBezTo>
                    <a:pt x="353" y="16"/>
                    <a:pt x="351" y="15"/>
                    <a:pt x="349" y="14"/>
                  </a:cubicBezTo>
                  <a:cubicBezTo>
                    <a:pt x="346" y="12"/>
                    <a:pt x="344" y="8"/>
                    <a:pt x="341" y="5"/>
                  </a:cubicBezTo>
                  <a:cubicBezTo>
                    <a:pt x="340" y="4"/>
                    <a:pt x="338" y="2"/>
                    <a:pt x="336" y="1"/>
                  </a:cubicBezTo>
                  <a:cubicBezTo>
                    <a:pt x="334" y="0"/>
                    <a:pt x="331" y="0"/>
                    <a:pt x="329" y="0"/>
                  </a:cubicBezTo>
                  <a:cubicBezTo>
                    <a:pt x="325" y="0"/>
                    <a:pt x="322" y="1"/>
                    <a:pt x="319" y="3"/>
                  </a:cubicBezTo>
                  <a:cubicBezTo>
                    <a:pt x="316" y="5"/>
                    <a:pt x="313" y="9"/>
                    <a:pt x="311" y="11"/>
                  </a:cubicBezTo>
                  <a:cubicBezTo>
                    <a:pt x="310" y="13"/>
                    <a:pt x="308" y="14"/>
                    <a:pt x="307" y="14"/>
                  </a:cubicBezTo>
                  <a:cubicBezTo>
                    <a:pt x="305" y="15"/>
                    <a:pt x="303" y="16"/>
                    <a:pt x="301" y="16"/>
                  </a:cubicBezTo>
                  <a:cubicBezTo>
                    <a:pt x="298" y="16"/>
                    <a:pt x="296" y="15"/>
                    <a:pt x="294" y="14"/>
                  </a:cubicBezTo>
                  <a:cubicBezTo>
                    <a:pt x="291" y="12"/>
                    <a:pt x="289" y="8"/>
                    <a:pt x="286" y="5"/>
                  </a:cubicBezTo>
                  <a:cubicBezTo>
                    <a:pt x="285" y="4"/>
                    <a:pt x="283" y="2"/>
                    <a:pt x="281" y="1"/>
                  </a:cubicBezTo>
                  <a:cubicBezTo>
                    <a:pt x="279" y="0"/>
                    <a:pt x="277" y="0"/>
                    <a:pt x="274" y="0"/>
                  </a:cubicBezTo>
                  <a:cubicBezTo>
                    <a:pt x="270" y="0"/>
                    <a:pt x="267" y="1"/>
                    <a:pt x="265" y="3"/>
                  </a:cubicBezTo>
                  <a:cubicBezTo>
                    <a:pt x="261" y="5"/>
                    <a:pt x="259" y="9"/>
                    <a:pt x="256" y="11"/>
                  </a:cubicBezTo>
                  <a:cubicBezTo>
                    <a:pt x="255" y="13"/>
                    <a:pt x="253" y="14"/>
                    <a:pt x="252" y="14"/>
                  </a:cubicBezTo>
                  <a:cubicBezTo>
                    <a:pt x="250" y="15"/>
                    <a:pt x="249" y="16"/>
                    <a:pt x="246" y="16"/>
                  </a:cubicBezTo>
                  <a:cubicBezTo>
                    <a:pt x="243" y="16"/>
                    <a:pt x="241" y="15"/>
                    <a:pt x="239" y="14"/>
                  </a:cubicBezTo>
                  <a:cubicBezTo>
                    <a:pt x="237" y="12"/>
                    <a:pt x="234" y="8"/>
                    <a:pt x="232" y="5"/>
                  </a:cubicBezTo>
                  <a:cubicBezTo>
                    <a:pt x="230" y="4"/>
                    <a:pt x="228" y="2"/>
                    <a:pt x="226" y="1"/>
                  </a:cubicBezTo>
                  <a:cubicBezTo>
                    <a:pt x="224" y="0"/>
                    <a:pt x="222" y="0"/>
                    <a:pt x="219" y="0"/>
                  </a:cubicBezTo>
                  <a:cubicBezTo>
                    <a:pt x="215" y="0"/>
                    <a:pt x="212" y="1"/>
                    <a:pt x="210" y="3"/>
                  </a:cubicBezTo>
                  <a:cubicBezTo>
                    <a:pt x="206" y="5"/>
                    <a:pt x="204" y="9"/>
                    <a:pt x="201" y="11"/>
                  </a:cubicBezTo>
                  <a:cubicBezTo>
                    <a:pt x="200" y="13"/>
                    <a:pt x="199" y="14"/>
                    <a:pt x="197" y="14"/>
                  </a:cubicBezTo>
                  <a:cubicBezTo>
                    <a:pt x="196" y="15"/>
                    <a:pt x="194" y="16"/>
                    <a:pt x="192" y="16"/>
                  </a:cubicBezTo>
                  <a:cubicBezTo>
                    <a:pt x="189" y="16"/>
                    <a:pt x="187" y="15"/>
                    <a:pt x="185" y="14"/>
                  </a:cubicBezTo>
                  <a:cubicBezTo>
                    <a:pt x="182" y="12"/>
                    <a:pt x="180" y="8"/>
                    <a:pt x="177" y="5"/>
                  </a:cubicBezTo>
                  <a:cubicBezTo>
                    <a:pt x="175" y="4"/>
                    <a:pt x="174" y="2"/>
                    <a:pt x="172" y="1"/>
                  </a:cubicBezTo>
                  <a:cubicBezTo>
                    <a:pt x="170" y="0"/>
                    <a:pt x="167" y="0"/>
                    <a:pt x="164" y="0"/>
                  </a:cubicBezTo>
                  <a:cubicBezTo>
                    <a:pt x="161" y="0"/>
                    <a:pt x="157" y="1"/>
                    <a:pt x="155" y="3"/>
                  </a:cubicBezTo>
                  <a:cubicBezTo>
                    <a:pt x="151" y="5"/>
                    <a:pt x="149" y="9"/>
                    <a:pt x="147" y="11"/>
                  </a:cubicBezTo>
                  <a:cubicBezTo>
                    <a:pt x="145" y="13"/>
                    <a:pt x="144" y="14"/>
                    <a:pt x="143" y="14"/>
                  </a:cubicBezTo>
                  <a:cubicBezTo>
                    <a:pt x="141" y="15"/>
                    <a:pt x="139" y="16"/>
                    <a:pt x="137" y="16"/>
                  </a:cubicBezTo>
                  <a:cubicBezTo>
                    <a:pt x="134" y="16"/>
                    <a:pt x="132" y="15"/>
                    <a:pt x="130" y="14"/>
                  </a:cubicBezTo>
                  <a:cubicBezTo>
                    <a:pt x="127" y="12"/>
                    <a:pt x="125" y="8"/>
                    <a:pt x="122" y="5"/>
                  </a:cubicBezTo>
                  <a:cubicBezTo>
                    <a:pt x="121" y="4"/>
                    <a:pt x="119" y="2"/>
                    <a:pt x="117" y="1"/>
                  </a:cubicBezTo>
                  <a:cubicBezTo>
                    <a:pt x="115" y="0"/>
                    <a:pt x="112" y="0"/>
                    <a:pt x="110" y="0"/>
                  </a:cubicBezTo>
                  <a:cubicBezTo>
                    <a:pt x="106" y="0"/>
                    <a:pt x="103" y="1"/>
                    <a:pt x="100" y="3"/>
                  </a:cubicBezTo>
                  <a:cubicBezTo>
                    <a:pt x="97" y="5"/>
                    <a:pt x="94" y="9"/>
                    <a:pt x="92" y="11"/>
                  </a:cubicBezTo>
                  <a:cubicBezTo>
                    <a:pt x="91" y="13"/>
                    <a:pt x="89" y="14"/>
                    <a:pt x="88" y="14"/>
                  </a:cubicBezTo>
                  <a:cubicBezTo>
                    <a:pt x="86" y="15"/>
                    <a:pt x="85" y="16"/>
                    <a:pt x="82" y="16"/>
                  </a:cubicBezTo>
                  <a:cubicBezTo>
                    <a:pt x="79" y="16"/>
                    <a:pt x="77" y="15"/>
                    <a:pt x="75" y="14"/>
                  </a:cubicBezTo>
                  <a:cubicBezTo>
                    <a:pt x="73" y="12"/>
                    <a:pt x="70" y="8"/>
                    <a:pt x="67" y="5"/>
                  </a:cubicBezTo>
                  <a:cubicBezTo>
                    <a:pt x="66" y="4"/>
                    <a:pt x="64" y="2"/>
                    <a:pt x="62" y="1"/>
                  </a:cubicBezTo>
                  <a:cubicBezTo>
                    <a:pt x="60" y="0"/>
                    <a:pt x="58" y="0"/>
                    <a:pt x="55" y="0"/>
                  </a:cubicBezTo>
                  <a:cubicBezTo>
                    <a:pt x="51" y="0"/>
                    <a:pt x="48" y="1"/>
                    <a:pt x="46" y="3"/>
                  </a:cubicBezTo>
                  <a:cubicBezTo>
                    <a:pt x="42" y="5"/>
                    <a:pt x="40" y="9"/>
                    <a:pt x="37" y="11"/>
                  </a:cubicBezTo>
                  <a:cubicBezTo>
                    <a:pt x="36" y="13"/>
                    <a:pt x="35" y="14"/>
                    <a:pt x="33" y="14"/>
                  </a:cubicBezTo>
                  <a:cubicBezTo>
                    <a:pt x="32" y="15"/>
                    <a:pt x="30" y="16"/>
                    <a:pt x="28" y="16"/>
                  </a:cubicBezTo>
                  <a:cubicBezTo>
                    <a:pt x="25" y="16"/>
                    <a:pt x="22" y="15"/>
                    <a:pt x="21" y="14"/>
                  </a:cubicBezTo>
                  <a:cubicBezTo>
                    <a:pt x="18" y="12"/>
                    <a:pt x="16" y="8"/>
                    <a:pt x="13" y="5"/>
                  </a:cubicBezTo>
                  <a:cubicBezTo>
                    <a:pt x="11" y="4"/>
                    <a:pt x="10" y="2"/>
                    <a:pt x="8" y="1"/>
                  </a:cubicBezTo>
                  <a:cubicBezTo>
                    <a:pt x="6" y="0"/>
                    <a:pt x="3" y="0"/>
                    <a:pt x="0" y="0"/>
                  </a:cubicBezTo>
                  <a:lnTo>
                    <a:pt x="0"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77"/>
            <p:cNvSpPr>
              <a:spLocks/>
            </p:cNvSpPr>
            <p:nvPr/>
          </p:nvSpPr>
          <p:spPr bwMode="auto">
            <a:xfrm>
              <a:off x="1754188" y="4573588"/>
              <a:ext cx="1481137" cy="57150"/>
            </a:xfrm>
            <a:custGeom>
              <a:avLst/>
              <a:gdLst>
                <a:gd name="T0" fmla="*/ 15 w 507"/>
                <a:gd name="T1" fmla="*/ 14 h 20"/>
                <a:gd name="T2" fmla="*/ 38 w 507"/>
                <a:gd name="T3" fmla="*/ 17 h 20"/>
                <a:gd name="T4" fmla="*/ 56 w 507"/>
                <a:gd name="T5" fmla="*/ 4 h 20"/>
                <a:gd name="T6" fmla="*/ 77 w 507"/>
                <a:gd name="T7" fmla="*/ 18 h 20"/>
                <a:gd name="T8" fmla="*/ 103 w 507"/>
                <a:gd name="T9" fmla="*/ 9 h 20"/>
                <a:gd name="T10" fmla="*/ 120 w 507"/>
                <a:gd name="T11" fmla="*/ 6 h 20"/>
                <a:gd name="T12" fmla="*/ 141 w 507"/>
                <a:gd name="T13" fmla="*/ 20 h 20"/>
                <a:gd name="T14" fmla="*/ 163 w 507"/>
                <a:gd name="T15" fmla="*/ 5 h 20"/>
                <a:gd name="T16" fmla="*/ 184 w 507"/>
                <a:gd name="T17" fmla="*/ 14 h 20"/>
                <a:gd name="T18" fmla="*/ 207 w 507"/>
                <a:gd name="T19" fmla="*/ 17 h 20"/>
                <a:gd name="T20" fmla="*/ 225 w 507"/>
                <a:gd name="T21" fmla="*/ 4 h 20"/>
                <a:gd name="T22" fmla="*/ 246 w 507"/>
                <a:gd name="T23" fmla="*/ 18 h 20"/>
                <a:gd name="T24" fmla="*/ 272 w 507"/>
                <a:gd name="T25" fmla="*/ 9 h 20"/>
                <a:gd name="T26" fmla="*/ 289 w 507"/>
                <a:gd name="T27" fmla="*/ 6 h 20"/>
                <a:gd name="T28" fmla="*/ 310 w 507"/>
                <a:gd name="T29" fmla="*/ 20 h 20"/>
                <a:gd name="T30" fmla="*/ 332 w 507"/>
                <a:gd name="T31" fmla="*/ 5 h 20"/>
                <a:gd name="T32" fmla="*/ 353 w 507"/>
                <a:gd name="T33" fmla="*/ 14 h 20"/>
                <a:gd name="T34" fmla="*/ 376 w 507"/>
                <a:gd name="T35" fmla="*/ 17 h 20"/>
                <a:gd name="T36" fmla="*/ 394 w 507"/>
                <a:gd name="T37" fmla="*/ 4 h 20"/>
                <a:gd name="T38" fmla="*/ 415 w 507"/>
                <a:gd name="T39" fmla="*/ 18 h 20"/>
                <a:gd name="T40" fmla="*/ 441 w 507"/>
                <a:gd name="T41" fmla="*/ 9 h 20"/>
                <a:gd name="T42" fmla="*/ 458 w 507"/>
                <a:gd name="T43" fmla="*/ 6 h 20"/>
                <a:gd name="T44" fmla="*/ 479 w 507"/>
                <a:gd name="T45" fmla="*/ 20 h 20"/>
                <a:gd name="T46" fmla="*/ 502 w 507"/>
                <a:gd name="T47" fmla="*/ 5 h 20"/>
                <a:gd name="T48" fmla="*/ 498 w 507"/>
                <a:gd name="T49" fmla="*/ 3 h 20"/>
                <a:gd name="T50" fmla="*/ 479 w 507"/>
                <a:gd name="T51" fmla="*/ 16 h 20"/>
                <a:gd name="T52" fmla="*/ 458 w 507"/>
                <a:gd name="T53" fmla="*/ 2 h 20"/>
                <a:gd name="T54" fmla="*/ 433 w 507"/>
                <a:gd name="T55" fmla="*/ 12 h 20"/>
                <a:gd name="T56" fmla="*/ 415 w 507"/>
                <a:gd name="T57" fmla="*/ 14 h 20"/>
                <a:gd name="T58" fmla="*/ 394 w 507"/>
                <a:gd name="T59" fmla="*/ 0 h 20"/>
                <a:gd name="T60" fmla="*/ 372 w 507"/>
                <a:gd name="T61" fmla="*/ 15 h 20"/>
                <a:gd name="T62" fmla="*/ 351 w 507"/>
                <a:gd name="T63" fmla="*/ 6 h 20"/>
                <a:gd name="T64" fmla="*/ 329 w 507"/>
                <a:gd name="T65" fmla="*/ 3 h 20"/>
                <a:gd name="T66" fmla="*/ 310 w 507"/>
                <a:gd name="T67" fmla="*/ 16 h 20"/>
                <a:gd name="T68" fmla="*/ 289 w 507"/>
                <a:gd name="T69" fmla="*/ 2 h 20"/>
                <a:gd name="T70" fmla="*/ 264 w 507"/>
                <a:gd name="T71" fmla="*/ 12 h 20"/>
                <a:gd name="T72" fmla="*/ 246 w 507"/>
                <a:gd name="T73" fmla="*/ 14 h 20"/>
                <a:gd name="T74" fmla="*/ 225 w 507"/>
                <a:gd name="T75" fmla="*/ 0 h 20"/>
                <a:gd name="T76" fmla="*/ 203 w 507"/>
                <a:gd name="T77" fmla="*/ 15 h 20"/>
                <a:gd name="T78" fmla="*/ 182 w 507"/>
                <a:gd name="T79" fmla="*/ 6 h 20"/>
                <a:gd name="T80" fmla="*/ 160 w 507"/>
                <a:gd name="T81" fmla="*/ 3 h 20"/>
                <a:gd name="T82" fmla="*/ 141 w 507"/>
                <a:gd name="T83" fmla="*/ 16 h 20"/>
                <a:gd name="T84" fmla="*/ 120 w 507"/>
                <a:gd name="T85" fmla="*/ 2 h 20"/>
                <a:gd name="T86" fmla="*/ 94 w 507"/>
                <a:gd name="T87" fmla="*/ 12 h 20"/>
                <a:gd name="T88" fmla="*/ 77 w 507"/>
                <a:gd name="T89" fmla="*/ 14 h 20"/>
                <a:gd name="T90" fmla="*/ 56 w 507"/>
                <a:gd name="T91" fmla="*/ 0 h 20"/>
                <a:gd name="T92" fmla="*/ 34 w 507"/>
                <a:gd name="T93" fmla="*/ 15 h 20"/>
                <a:gd name="T94" fmla="*/ 13 w 507"/>
                <a:gd name="T95" fmla="*/ 6 h 20"/>
                <a:gd name="T96" fmla="*/ 0 w 507"/>
                <a:gd name="T97" fmla="*/ 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07" h="20">
                  <a:moveTo>
                    <a:pt x="0" y="4"/>
                  </a:moveTo>
                  <a:cubicBezTo>
                    <a:pt x="3" y="4"/>
                    <a:pt x="5" y="5"/>
                    <a:pt x="7" y="6"/>
                  </a:cubicBezTo>
                  <a:cubicBezTo>
                    <a:pt x="10" y="8"/>
                    <a:pt x="12" y="11"/>
                    <a:pt x="15" y="14"/>
                  </a:cubicBezTo>
                  <a:cubicBezTo>
                    <a:pt x="17" y="16"/>
                    <a:pt x="18" y="17"/>
                    <a:pt x="21" y="18"/>
                  </a:cubicBezTo>
                  <a:cubicBezTo>
                    <a:pt x="23" y="19"/>
                    <a:pt x="25" y="20"/>
                    <a:pt x="28" y="20"/>
                  </a:cubicBezTo>
                  <a:cubicBezTo>
                    <a:pt x="32" y="20"/>
                    <a:pt x="35" y="19"/>
                    <a:pt x="38" y="17"/>
                  </a:cubicBezTo>
                  <a:cubicBezTo>
                    <a:pt x="41" y="15"/>
                    <a:pt x="44" y="11"/>
                    <a:pt x="46" y="9"/>
                  </a:cubicBezTo>
                  <a:cubicBezTo>
                    <a:pt x="48" y="7"/>
                    <a:pt x="49" y="6"/>
                    <a:pt x="51" y="5"/>
                  </a:cubicBezTo>
                  <a:cubicBezTo>
                    <a:pt x="52" y="5"/>
                    <a:pt x="54" y="4"/>
                    <a:pt x="56" y="4"/>
                  </a:cubicBezTo>
                  <a:cubicBezTo>
                    <a:pt x="59" y="4"/>
                    <a:pt x="62" y="5"/>
                    <a:pt x="64" y="6"/>
                  </a:cubicBezTo>
                  <a:cubicBezTo>
                    <a:pt x="66" y="8"/>
                    <a:pt x="69" y="11"/>
                    <a:pt x="72" y="14"/>
                  </a:cubicBezTo>
                  <a:cubicBezTo>
                    <a:pt x="73" y="16"/>
                    <a:pt x="75" y="17"/>
                    <a:pt x="77" y="18"/>
                  </a:cubicBezTo>
                  <a:cubicBezTo>
                    <a:pt x="79" y="19"/>
                    <a:pt x="82" y="20"/>
                    <a:pt x="84" y="20"/>
                  </a:cubicBezTo>
                  <a:cubicBezTo>
                    <a:pt x="88" y="20"/>
                    <a:pt x="91" y="19"/>
                    <a:pt x="94" y="17"/>
                  </a:cubicBezTo>
                  <a:cubicBezTo>
                    <a:pt x="98" y="15"/>
                    <a:pt x="100" y="11"/>
                    <a:pt x="103" y="9"/>
                  </a:cubicBezTo>
                  <a:cubicBezTo>
                    <a:pt x="104" y="7"/>
                    <a:pt x="105" y="6"/>
                    <a:pt x="107" y="5"/>
                  </a:cubicBezTo>
                  <a:cubicBezTo>
                    <a:pt x="108" y="5"/>
                    <a:pt x="110" y="4"/>
                    <a:pt x="113" y="4"/>
                  </a:cubicBezTo>
                  <a:cubicBezTo>
                    <a:pt x="116" y="4"/>
                    <a:pt x="118" y="5"/>
                    <a:pt x="120" y="6"/>
                  </a:cubicBezTo>
                  <a:cubicBezTo>
                    <a:pt x="123" y="8"/>
                    <a:pt x="125" y="11"/>
                    <a:pt x="128" y="14"/>
                  </a:cubicBezTo>
                  <a:cubicBezTo>
                    <a:pt x="130" y="16"/>
                    <a:pt x="131" y="17"/>
                    <a:pt x="133" y="18"/>
                  </a:cubicBezTo>
                  <a:cubicBezTo>
                    <a:pt x="135" y="19"/>
                    <a:pt x="138" y="20"/>
                    <a:pt x="141" y="20"/>
                  </a:cubicBezTo>
                  <a:cubicBezTo>
                    <a:pt x="145" y="20"/>
                    <a:pt x="148" y="19"/>
                    <a:pt x="150" y="17"/>
                  </a:cubicBezTo>
                  <a:cubicBezTo>
                    <a:pt x="154" y="15"/>
                    <a:pt x="156" y="11"/>
                    <a:pt x="159" y="9"/>
                  </a:cubicBezTo>
                  <a:cubicBezTo>
                    <a:pt x="160" y="7"/>
                    <a:pt x="162" y="6"/>
                    <a:pt x="163" y="5"/>
                  </a:cubicBezTo>
                  <a:cubicBezTo>
                    <a:pt x="165" y="5"/>
                    <a:pt x="167" y="4"/>
                    <a:pt x="169" y="4"/>
                  </a:cubicBezTo>
                  <a:cubicBezTo>
                    <a:pt x="172" y="4"/>
                    <a:pt x="174" y="5"/>
                    <a:pt x="176" y="6"/>
                  </a:cubicBezTo>
                  <a:cubicBezTo>
                    <a:pt x="179" y="8"/>
                    <a:pt x="181" y="11"/>
                    <a:pt x="184" y="14"/>
                  </a:cubicBezTo>
                  <a:cubicBezTo>
                    <a:pt x="186" y="16"/>
                    <a:pt x="188" y="17"/>
                    <a:pt x="190" y="18"/>
                  </a:cubicBezTo>
                  <a:cubicBezTo>
                    <a:pt x="192" y="19"/>
                    <a:pt x="194" y="20"/>
                    <a:pt x="197" y="20"/>
                  </a:cubicBezTo>
                  <a:cubicBezTo>
                    <a:pt x="201" y="20"/>
                    <a:pt x="204" y="19"/>
                    <a:pt x="207" y="17"/>
                  </a:cubicBezTo>
                  <a:cubicBezTo>
                    <a:pt x="210" y="15"/>
                    <a:pt x="213" y="11"/>
                    <a:pt x="215" y="9"/>
                  </a:cubicBezTo>
                  <a:cubicBezTo>
                    <a:pt x="217" y="7"/>
                    <a:pt x="218" y="6"/>
                    <a:pt x="220" y="5"/>
                  </a:cubicBezTo>
                  <a:cubicBezTo>
                    <a:pt x="221" y="5"/>
                    <a:pt x="223" y="4"/>
                    <a:pt x="225" y="4"/>
                  </a:cubicBezTo>
                  <a:cubicBezTo>
                    <a:pt x="229" y="4"/>
                    <a:pt x="231" y="5"/>
                    <a:pt x="233" y="6"/>
                  </a:cubicBezTo>
                  <a:cubicBezTo>
                    <a:pt x="236" y="8"/>
                    <a:pt x="238" y="11"/>
                    <a:pt x="241" y="14"/>
                  </a:cubicBezTo>
                  <a:cubicBezTo>
                    <a:pt x="242" y="16"/>
                    <a:pt x="244" y="17"/>
                    <a:pt x="246" y="18"/>
                  </a:cubicBezTo>
                  <a:cubicBezTo>
                    <a:pt x="248" y="19"/>
                    <a:pt x="251" y="20"/>
                    <a:pt x="254" y="20"/>
                  </a:cubicBezTo>
                  <a:cubicBezTo>
                    <a:pt x="257" y="20"/>
                    <a:pt x="261" y="19"/>
                    <a:pt x="263" y="17"/>
                  </a:cubicBezTo>
                  <a:cubicBezTo>
                    <a:pt x="267" y="15"/>
                    <a:pt x="269" y="11"/>
                    <a:pt x="272" y="9"/>
                  </a:cubicBezTo>
                  <a:cubicBezTo>
                    <a:pt x="273" y="7"/>
                    <a:pt x="274" y="6"/>
                    <a:pt x="276" y="5"/>
                  </a:cubicBezTo>
                  <a:cubicBezTo>
                    <a:pt x="278" y="5"/>
                    <a:pt x="279" y="4"/>
                    <a:pt x="282" y="4"/>
                  </a:cubicBezTo>
                  <a:cubicBezTo>
                    <a:pt x="285" y="4"/>
                    <a:pt x="287" y="5"/>
                    <a:pt x="289" y="6"/>
                  </a:cubicBezTo>
                  <a:cubicBezTo>
                    <a:pt x="292" y="8"/>
                    <a:pt x="294" y="11"/>
                    <a:pt x="297" y="14"/>
                  </a:cubicBezTo>
                  <a:cubicBezTo>
                    <a:pt x="299" y="16"/>
                    <a:pt x="300" y="17"/>
                    <a:pt x="302" y="18"/>
                  </a:cubicBezTo>
                  <a:cubicBezTo>
                    <a:pt x="305" y="19"/>
                    <a:pt x="307" y="20"/>
                    <a:pt x="310" y="20"/>
                  </a:cubicBezTo>
                  <a:cubicBezTo>
                    <a:pt x="314" y="20"/>
                    <a:pt x="317" y="19"/>
                    <a:pt x="319" y="17"/>
                  </a:cubicBezTo>
                  <a:cubicBezTo>
                    <a:pt x="323" y="15"/>
                    <a:pt x="325" y="11"/>
                    <a:pt x="328" y="9"/>
                  </a:cubicBezTo>
                  <a:cubicBezTo>
                    <a:pt x="329" y="7"/>
                    <a:pt x="331" y="6"/>
                    <a:pt x="332" y="5"/>
                  </a:cubicBezTo>
                  <a:cubicBezTo>
                    <a:pt x="334" y="5"/>
                    <a:pt x="336" y="4"/>
                    <a:pt x="338" y="4"/>
                  </a:cubicBezTo>
                  <a:cubicBezTo>
                    <a:pt x="341" y="4"/>
                    <a:pt x="343" y="5"/>
                    <a:pt x="345" y="6"/>
                  </a:cubicBezTo>
                  <a:cubicBezTo>
                    <a:pt x="348" y="8"/>
                    <a:pt x="351" y="11"/>
                    <a:pt x="353" y="14"/>
                  </a:cubicBezTo>
                  <a:cubicBezTo>
                    <a:pt x="355" y="16"/>
                    <a:pt x="357" y="17"/>
                    <a:pt x="359" y="18"/>
                  </a:cubicBezTo>
                  <a:cubicBezTo>
                    <a:pt x="361" y="19"/>
                    <a:pt x="363" y="20"/>
                    <a:pt x="366" y="20"/>
                  </a:cubicBezTo>
                  <a:cubicBezTo>
                    <a:pt x="370" y="20"/>
                    <a:pt x="373" y="19"/>
                    <a:pt x="376" y="17"/>
                  </a:cubicBezTo>
                  <a:cubicBezTo>
                    <a:pt x="380" y="15"/>
                    <a:pt x="382" y="11"/>
                    <a:pt x="385" y="9"/>
                  </a:cubicBezTo>
                  <a:cubicBezTo>
                    <a:pt x="386" y="7"/>
                    <a:pt x="387" y="6"/>
                    <a:pt x="389" y="5"/>
                  </a:cubicBezTo>
                  <a:cubicBezTo>
                    <a:pt x="390" y="5"/>
                    <a:pt x="392" y="4"/>
                    <a:pt x="394" y="4"/>
                  </a:cubicBezTo>
                  <a:cubicBezTo>
                    <a:pt x="398" y="4"/>
                    <a:pt x="400" y="5"/>
                    <a:pt x="402" y="6"/>
                  </a:cubicBezTo>
                  <a:cubicBezTo>
                    <a:pt x="405" y="8"/>
                    <a:pt x="407" y="11"/>
                    <a:pt x="410" y="14"/>
                  </a:cubicBezTo>
                  <a:cubicBezTo>
                    <a:pt x="411" y="16"/>
                    <a:pt x="413" y="17"/>
                    <a:pt x="415" y="18"/>
                  </a:cubicBezTo>
                  <a:cubicBezTo>
                    <a:pt x="417" y="19"/>
                    <a:pt x="420" y="20"/>
                    <a:pt x="423" y="20"/>
                  </a:cubicBezTo>
                  <a:cubicBezTo>
                    <a:pt x="427" y="20"/>
                    <a:pt x="430" y="19"/>
                    <a:pt x="432" y="17"/>
                  </a:cubicBezTo>
                  <a:cubicBezTo>
                    <a:pt x="436" y="15"/>
                    <a:pt x="438" y="11"/>
                    <a:pt x="441" y="9"/>
                  </a:cubicBezTo>
                  <a:cubicBezTo>
                    <a:pt x="442" y="7"/>
                    <a:pt x="444" y="6"/>
                    <a:pt x="445" y="5"/>
                  </a:cubicBezTo>
                  <a:cubicBezTo>
                    <a:pt x="447" y="5"/>
                    <a:pt x="449" y="4"/>
                    <a:pt x="451" y="4"/>
                  </a:cubicBezTo>
                  <a:cubicBezTo>
                    <a:pt x="454" y="4"/>
                    <a:pt x="456" y="5"/>
                    <a:pt x="458" y="6"/>
                  </a:cubicBezTo>
                  <a:cubicBezTo>
                    <a:pt x="461" y="8"/>
                    <a:pt x="463" y="11"/>
                    <a:pt x="466" y="14"/>
                  </a:cubicBezTo>
                  <a:cubicBezTo>
                    <a:pt x="468" y="16"/>
                    <a:pt x="469" y="17"/>
                    <a:pt x="472" y="18"/>
                  </a:cubicBezTo>
                  <a:cubicBezTo>
                    <a:pt x="474" y="19"/>
                    <a:pt x="476" y="20"/>
                    <a:pt x="479" y="20"/>
                  </a:cubicBezTo>
                  <a:cubicBezTo>
                    <a:pt x="483" y="20"/>
                    <a:pt x="486" y="19"/>
                    <a:pt x="489" y="17"/>
                  </a:cubicBezTo>
                  <a:cubicBezTo>
                    <a:pt x="492" y="15"/>
                    <a:pt x="495" y="11"/>
                    <a:pt x="497" y="9"/>
                  </a:cubicBezTo>
                  <a:cubicBezTo>
                    <a:pt x="499" y="7"/>
                    <a:pt x="500" y="6"/>
                    <a:pt x="502" y="5"/>
                  </a:cubicBezTo>
                  <a:cubicBezTo>
                    <a:pt x="503" y="5"/>
                    <a:pt x="505" y="4"/>
                    <a:pt x="507" y="4"/>
                  </a:cubicBezTo>
                  <a:cubicBezTo>
                    <a:pt x="507" y="0"/>
                    <a:pt x="507" y="0"/>
                    <a:pt x="507" y="0"/>
                  </a:cubicBezTo>
                  <a:cubicBezTo>
                    <a:pt x="503" y="0"/>
                    <a:pt x="500" y="1"/>
                    <a:pt x="498" y="3"/>
                  </a:cubicBezTo>
                  <a:cubicBezTo>
                    <a:pt x="494" y="5"/>
                    <a:pt x="492" y="9"/>
                    <a:pt x="489" y="12"/>
                  </a:cubicBezTo>
                  <a:cubicBezTo>
                    <a:pt x="488" y="13"/>
                    <a:pt x="486" y="14"/>
                    <a:pt x="485" y="15"/>
                  </a:cubicBezTo>
                  <a:cubicBezTo>
                    <a:pt x="483" y="16"/>
                    <a:pt x="481" y="16"/>
                    <a:pt x="479" y="16"/>
                  </a:cubicBezTo>
                  <a:cubicBezTo>
                    <a:pt x="476" y="16"/>
                    <a:pt x="474" y="15"/>
                    <a:pt x="472" y="14"/>
                  </a:cubicBezTo>
                  <a:cubicBezTo>
                    <a:pt x="469" y="12"/>
                    <a:pt x="467" y="9"/>
                    <a:pt x="464" y="6"/>
                  </a:cubicBezTo>
                  <a:cubicBezTo>
                    <a:pt x="462" y="4"/>
                    <a:pt x="461" y="3"/>
                    <a:pt x="458" y="2"/>
                  </a:cubicBezTo>
                  <a:cubicBezTo>
                    <a:pt x="456" y="1"/>
                    <a:pt x="454" y="0"/>
                    <a:pt x="451" y="0"/>
                  </a:cubicBezTo>
                  <a:cubicBezTo>
                    <a:pt x="447" y="0"/>
                    <a:pt x="444" y="1"/>
                    <a:pt x="441" y="3"/>
                  </a:cubicBezTo>
                  <a:cubicBezTo>
                    <a:pt x="438" y="5"/>
                    <a:pt x="435" y="9"/>
                    <a:pt x="433" y="12"/>
                  </a:cubicBezTo>
                  <a:cubicBezTo>
                    <a:pt x="431" y="13"/>
                    <a:pt x="430" y="14"/>
                    <a:pt x="428" y="15"/>
                  </a:cubicBezTo>
                  <a:cubicBezTo>
                    <a:pt x="427" y="16"/>
                    <a:pt x="425" y="16"/>
                    <a:pt x="423" y="16"/>
                  </a:cubicBezTo>
                  <a:cubicBezTo>
                    <a:pt x="420" y="16"/>
                    <a:pt x="417" y="15"/>
                    <a:pt x="415" y="14"/>
                  </a:cubicBezTo>
                  <a:cubicBezTo>
                    <a:pt x="413" y="12"/>
                    <a:pt x="410" y="9"/>
                    <a:pt x="407" y="6"/>
                  </a:cubicBezTo>
                  <a:cubicBezTo>
                    <a:pt x="406" y="4"/>
                    <a:pt x="404" y="3"/>
                    <a:pt x="402" y="2"/>
                  </a:cubicBezTo>
                  <a:cubicBezTo>
                    <a:pt x="400" y="1"/>
                    <a:pt x="397" y="0"/>
                    <a:pt x="394" y="0"/>
                  </a:cubicBezTo>
                  <a:cubicBezTo>
                    <a:pt x="391" y="0"/>
                    <a:pt x="387" y="1"/>
                    <a:pt x="385" y="3"/>
                  </a:cubicBezTo>
                  <a:cubicBezTo>
                    <a:pt x="381" y="5"/>
                    <a:pt x="379" y="9"/>
                    <a:pt x="376" y="12"/>
                  </a:cubicBezTo>
                  <a:cubicBezTo>
                    <a:pt x="375" y="13"/>
                    <a:pt x="374" y="14"/>
                    <a:pt x="372" y="15"/>
                  </a:cubicBezTo>
                  <a:cubicBezTo>
                    <a:pt x="370" y="16"/>
                    <a:pt x="369" y="16"/>
                    <a:pt x="366" y="16"/>
                  </a:cubicBezTo>
                  <a:cubicBezTo>
                    <a:pt x="363" y="16"/>
                    <a:pt x="361" y="15"/>
                    <a:pt x="359" y="14"/>
                  </a:cubicBezTo>
                  <a:cubicBezTo>
                    <a:pt x="356" y="12"/>
                    <a:pt x="354" y="9"/>
                    <a:pt x="351" y="6"/>
                  </a:cubicBezTo>
                  <a:cubicBezTo>
                    <a:pt x="349" y="4"/>
                    <a:pt x="348" y="3"/>
                    <a:pt x="346" y="2"/>
                  </a:cubicBezTo>
                  <a:cubicBezTo>
                    <a:pt x="344" y="1"/>
                    <a:pt x="341" y="0"/>
                    <a:pt x="338" y="0"/>
                  </a:cubicBezTo>
                  <a:cubicBezTo>
                    <a:pt x="334" y="0"/>
                    <a:pt x="331" y="1"/>
                    <a:pt x="329" y="3"/>
                  </a:cubicBezTo>
                  <a:cubicBezTo>
                    <a:pt x="325" y="5"/>
                    <a:pt x="323" y="9"/>
                    <a:pt x="320" y="12"/>
                  </a:cubicBezTo>
                  <a:cubicBezTo>
                    <a:pt x="319" y="13"/>
                    <a:pt x="317" y="14"/>
                    <a:pt x="316" y="15"/>
                  </a:cubicBezTo>
                  <a:cubicBezTo>
                    <a:pt x="314" y="16"/>
                    <a:pt x="312" y="16"/>
                    <a:pt x="310" y="16"/>
                  </a:cubicBezTo>
                  <a:cubicBezTo>
                    <a:pt x="307" y="16"/>
                    <a:pt x="305" y="15"/>
                    <a:pt x="303" y="14"/>
                  </a:cubicBezTo>
                  <a:cubicBezTo>
                    <a:pt x="300" y="12"/>
                    <a:pt x="298" y="9"/>
                    <a:pt x="295" y="6"/>
                  </a:cubicBezTo>
                  <a:cubicBezTo>
                    <a:pt x="293" y="4"/>
                    <a:pt x="291" y="3"/>
                    <a:pt x="289" y="2"/>
                  </a:cubicBezTo>
                  <a:cubicBezTo>
                    <a:pt x="287" y="1"/>
                    <a:pt x="285" y="0"/>
                    <a:pt x="282" y="0"/>
                  </a:cubicBezTo>
                  <a:cubicBezTo>
                    <a:pt x="278" y="0"/>
                    <a:pt x="275" y="1"/>
                    <a:pt x="272" y="3"/>
                  </a:cubicBezTo>
                  <a:cubicBezTo>
                    <a:pt x="269" y="5"/>
                    <a:pt x="266" y="9"/>
                    <a:pt x="264" y="12"/>
                  </a:cubicBezTo>
                  <a:cubicBezTo>
                    <a:pt x="262" y="13"/>
                    <a:pt x="261" y="14"/>
                    <a:pt x="259" y="15"/>
                  </a:cubicBezTo>
                  <a:cubicBezTo>
                    <a:pt x="258" y="16"/>
                    <a:pt x="256" y="16"/>
                    <a:pt x="254" y="16"/>
                  </a:cubicBezTo>
                  <a:cubicBezTo>
                    <a:pt x="250" y="16"/>
                    <a:pt x="248" y="15"/>
                    <a:pt x="246" y="14"/>
                  </a:cubicBezTo>
                  <a:cubicBezTo>
                    <a:pt x="243" y="12"/>
                    <a:pt x="241" y="9"/>
                    <a:pt x="238" y="6"/>
                  </a:cubicBezTo>
                  <a:cubicBezTo>
                    <a:pt x="237" y="4"/>
                    <a:pt x="235" y="3"/>
                    <a:pt x="233" y="2"/>
                  </a:cubicBezTo>
                  <a:cubicBezTo>
                    <a:pt x="231" y="1"/>
                    <a:pt x="228" y="0"/>
                    <a:pt x="225" y="0"/>
                  </a:cubicBezTo>
                  <a:cubicBezTo>
                    <a:pt x="221" y="0"/>
                    <a:pt x="218" y="1"/>
                    <a:pt x="216" y="3"/>
                  </a:cubicBezTo>
                  <a:cubicBezTo>
                    <a:pt x="212" y="5"/>
                    <a:pt x="210" y="9"/>
                    <a:pt x="207" y="12"/>
                  </a:cubicBezTo>
                  <a:cubicBezTo>
                    <a:pt x="206" y="13"/>
                    <a:pt x="205" y="14"/>
                    <a:pt x="203" y="15"/>
                  </a:cubicBezTo>
                  <a:cubicBezTo>
                    <a:pt x="201" y="16"/>
                    <a:pt x="200" y="16"/>
                    <a:pt x="197" y="16"/>
                  </a:cubicBezTo>
                  <a:cubicBezTo>
                    <a:pt x="194" y="16"/>
                    <a:pt x="192" y="15"/>
                    <a:pt x="190" y="14"/>
                  </a:cubicBezTo>
                  <a:cubicBezTo>
                    <a:pt x="187" y="12"/>
                    <a:pt x="185" y="9"/>
                    <a:pt x="182" y="6"/>
                  </a:cubicBezTo>
                  <a:cubicBezTo>
                    <a:pt x="180" y="4"/>
                    <a:pt x="179" y="3"/>
                    <a:pt x="177" y="2"/>
                  </a:cubicBezTo>
                  <a:cubicBezTo>
                    <a:pt x="174" y="1"/>
                    <a:pt x="172" y="0"/>
                    <a:pt x="169" y="0"/>
                  </a:cubicBezTo>
                  <a:cubicBezTo>
                    <a:pt x="165" y="0"/>
                    <a:pt x="162" y="1"/>
                    <a:pt x="160" y="3"/>
                  </a:cubicBezTo>
                  <a:cubicBezTo>
                    <a:pt x="156" y="5"/>
                    <a:pt x="153" y="9"/>
                    <a:pt x="151" y="12"/>
                  </a:cubicBezTo>
                  <a:cubicBezTo>
                    <a:pt x="149" y="13"/>
                    <a:pt x="148" y="14"/>
                    <a:pt x="147" y="15"/>
                  </a:cubicBezTo>
                  <a:cubicBezTo>
                    <a:pt x="145" y="16"/>
                    <a:pt x="143" y="16"/>
                    <a:pt x="141" y="16"/>
                  </a:cubicBezTo>
                  <a:cubicBezTo>
                    <a:pt x="138" y="16"/>
                    <a:pt x="136" y="15"/>
                    <a:pt x="134" y="14"/>
                  </a:cubicBezTo>
                  <a:cubicBezTo>
                    <a:pt x="131" y="12"/>
                    <a:pt x="128" y="9"/>
                    <a:pt x="125" y="6"/>
                  </a:cubicBezTo>
                  <a:cubicBezTo>
                    <a:pt x="124" y="4"/>
                    <a:pt x="122" y="3"/>
                    <a:pt x="120" y="2"/>
                  </a:cubicBezTo>
                  <a:cubicBezTo>
                    <a:pt x="118" y="1"/>
                    <a:pt x="116" y="0"/>
                    <a:pt x="113" y="0"/>
                  </a:cubicBezTo>
                  <a:cubicBezTo>
                    <a:pt x="109" y="0"/>
                    <a:pt x="106" y="1"/>
                    <a:pt x="103" y="3"/>
                  </a:cubicBezTo>
                  <a:cubicBezTo>
                    <a:pt x="99" y="5"/>
                    <a:pt x="97" y="9"/>
                    <a:pt x="94" y="12"/>
                  </a:cubicBezTo>
                  <a:cubicBezTo>
                    <a:pt x="93" y="13"/>
                    <a:pt x="92" y="14"/>
                    <a:pt x="90" y="15"/>
                  </a:cubicBezTo>
                  <a:cubicBezTo>
                    <a:pt x="89" y="16"/>
                    <a:pt x="87" y="16"/>
                    <a:pt x="84" y="16"/>
                  </a:cubicBezTo>
                  <a:cubicBezTo>
                    <a:pt x="81" y="16"/>
                    <a:pt x="79" y="15"/>
                    <a:pt x="77" y="14"/>
                  </a:cubicBezTo>
                  <a:cubicBezTo>
                    <a:pt x="74" y="12"/>
                    <a:pt x="72" y="9"/>
                    <a:pt x="69" y="6"/>
                  </a:cubicBezTo>
                  <a:cubicBezTo>
                    <a:pt x="68" y="4"/>
                    <a:pt x="66" y="3"/>
                    <a:pt x="64" y="2"/>
                  </a:cubicBezTo>
                  <a:cubicBezTo>
                    <a:pt x="62" y="1"/>
                    <a:pt x="59" y="0"/>
                    <a:pt x="56" y="0"/>
                  </a:cubicBezTo>
                  <a:cubicBezTo>
                    <a:pt x="52" y="0"/>
                    <a:pt x="49" y="1"/>
                    <a:pt x="47" y="3"/>
                  </a:cubicBezTo>
                  <a:cubicBezTo>
                    <a:pt x="43" y="5"/>
                    <a:pt x="41" y="9"/>
                    <a:pt x="38" y="12"/>
                  </a:cubicBezTo>
                  <a:cubicBezTo>
                    <a:pt x="37" y="13"/>
                    <a:pt x="35" y="14"/>
                    <a:pt x="34" y="15"/>
                  </a:cubicBezTo>
                  <a:cubicBezTo>
                    <a:pt x="32" y="16"/>
                    <a:pt x="30" y="16"/>
                    <a:pt x="28" y="16"/>
                  </a:cubicBezTo>
                  <a:cubicBezTo>
                    <a:pt x="25" y="16"/>
                    <a:pt x="23" y="15"/>
                    <a:pt x="21" y="14"/>
                  </a:cubicBezTo>
                  <a:cubicBezTo>
                    <a:pt x="18" y="12"/>
                    <a:pt x="16" y="9"/>
                    <a:pt x="13" y="6"/>
                  </a:cubicBezTo>
                  <a:cubicBezTo>
                    <a:pt x="11" y="4"/>
                    <a:pt x="10" y="3"/>
                    <a:pt x="7" y="2"/>
                  </a:cubicBezTo>
                  <a:cubicBezTo>
                    <a:pt x="5" y="1"/>
                    <a:pt x="3" y="0"/>
                    <a:pt x="0" y="0"/>
                  </a:cubicBezTo>
                  <a:lnTo>
                    <a:pt x="0"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107"/>
            <p:cNvSpPr>
              <a:spLocks/>
            </p:cNvSpPr>
            <p:nvPr/>
          </p:nvSpPr>
          <p:spPr bwMode="auto">
            <a:xfrm>
              <a:off x="5849938" y="4573588"/>
              <a:ext cx="1585912" cy="57150"/>
            </a:xfrm>
            <a:custGeom>
              <a:avLst/>
              <a:gdLst>
                <a:gd name="T0" fmla="*/ 15 w 543"/>
                <a:gd name="T1" fmla="*/ 14 h 20"/>
                <a:gd name="T2" fmla="*/ 37 w 543"/>
                <a:gd name="T3" fmla="*/ 17 h 20"/>
                <a:gd name="T4" fmla="*/ 55 w 543"/>
                <a:gd name="T5" fmla="*/ 4 h 20"/>
                <a:gd name="T6" fmla="*/ 74 w 543"/>
                <a:gd name="T7" fmla="*/ 18 h 20"/>
                <a:gd name="T8" fmla="*/ 99 w 543"/>
                <a:gd name="T9" fmla="*/ 8 h 20"/>
                <a:gd name="T10" fmla="*/ 116 w 543"/>
                <a:gd name="T11" fmla="*/ 6 h 20"/>
                <a:gd name="T12" fmla="*/ 136 w 543"/>
                <a:gd name="T13" fmla="*/ 20 h 20"/>
                <a:gd name="T14" fmla="*/ 158 w 543"/>
                <a:gd name="T15" fmla="*/ 5 h 20"/>
                <a:gd name="T16" fmla="*/ 178 w 543"/>
                <a:gd name="T17" fmla="*/ 14 h 20"/>
                <a:gd name="T18" fmla="*/ 200 w 543"/>
                <a:gd name="T19" fmla="*/ 17 h 20"/>
                <a:gd name="T20" fmla="*/ 217 w 543"/>
                <a:gd name="T21" fmla="*/ 4 h 20"/>
                <a:gd name="T22" fmla="*/ 237 w 543"/>
                <a:gd name="T23" fmla="*/ 18 h 20"/>
                <a:gd name="T24" fmla="*/ 262 w 543"/>
                <a:gd name="T25" fmla="*/ 8 h 20"/>
                <a:gd name="T26" fmla="*/ 279 w 543"/>
                <a:gd name="T27" fmla="*/ 6 h 20"/>
                <a:gd name="T28" fmla="*/ 299 w 543"/>
                <a:gd name="T29" fmla="*/ 20 h 20"/>
                <a:gd name="T30" fmla="*/ 321 w 543"/>
                <a:gd name="T31" fmla="*/ 5 h 20"/>
                <a:gd name="T32" fmla="*/ 341 w 543"/>
                <a:gd name="T33" fmla="*/ 14 h 20"/>
                <a:gd name="T34" fmla="*/ 362 w 543"/>
                <a:gd name="T35" fmla="*/ 17 h 20"/>
                <a:gd name="T36" fmla="*/ 380 w 543"/>
                <a:gd name="T37" fmla="*/ 4 h 20"/>
                <a:gd name="T38" fmla="*/ 400 w 543"/>
                <a:gd name="T39" fmla="*/ 18 h 20"/>
                <a:gd name="T40" fmla="*/ 425 w 543"/>
                <a:gd name="T41" fmla="*/ 8 h 20"/>
                <a:gd name="T42" fmla="*/ 442 w 543"/>
                <a:gd name="T43" fmla="*/ 6 h 20"/>
                <a:gd name="T44" fmla="*/ 462 w 543"/>
                <a:gd name="T45" fmla="*/ 20 h 20"/>
                <a:gd name="T46" fmla="*/ 484 w 543"/>
                <a:gd name="T47" fmla="*/ 5 h 20"/>
                <a:gd name="T48" fmla="*/ 504 w 543"/>
                <a:gd name="T49" fmla="*/ 14 h 20"/>
                <a:gd name="T50" fmla="*/ 525 w 543"/>
                <a:gd name="T51" fmla="*/ 17 h 20"/>
                <a:gd name="T52" fmla="*/ 543 w 543"/>
                <a:gd name="T53" fmla="*/ 4 h 20"/>
                <a:gd name="T54" fmla="*/ 526 w 543"/>
                <a:gd name="T55" fmla="*/ 12 h 20"/>
                <a:gd name="T56" fmla="*/ 509 w 543"/>
                <a:gd name="T57" fmla="*/ 14 h 20"/>
                <a:gd name="T58" fmla="*/ 489 w 543"/>
                <a:gd name="T59" fmla="*/ 0 h 20"/>
                <a:gd name="T60" fmla="*/ 467 w 543"/>
                <a:gd name="T61" fmla="*/ 15 h 20"/>
                <a:gd name="T62" fmla="*/ 447 w 543"/>
                <a:gd name="T63" fmla="*/ 6 h 20"/>
                <a:gd name="T64" fmla="*/ 425 w 543"/>
                <a:gd name="T65" fmla="*/ 3 h 20"/>
                <a:gd name="T66" fmla="*/ 408 w 543"/>
                <a:gd name="T67" fmla="*/ 16 h 20"/>
                <a:gd name="T68" fmla="*/ 388 w 543"/>
                <a:gd name="T69" fmla="*/ 2 h 20"/>
                <a:gd name="T70" fmla="*/ 363 w 543"/>
                <a:gd name="T71" fmla="*/ 12 h 20"/>
                <a:gd name="T72" fmla="*/ 346 w 543"/>
                <a:gd name="T73" fmla="*/ 14 h 20"/>
                <a:gd name="T74" fmla="*/ 326 w 543"/>
                <a:gd name="T75" fmla="*/ 0 h 20"/>
                <a:gd name="T76" fmla="*/ 304 w 543"/>
                <a:gd name="T77" fmla="*/ 15 h 20"/>
                <a:gd name="T78" fmla="*/ 284 w 543"/>
                <a:gd name="T79" fmla="*/ 6 h 20"/>
                <a:gd name="T80" fmla="*/ 263 w 543"/>
                <a:gd name="T81" fmla="*/ 3 h 20"/>
                <a:gd name="T82" fmla="*/ 245 w 543"/>
                <a:gd name="T83" fmla="*/ 16 h 20"/>
                <a:gd name="T84" fmla="*/ 225 w 543"/>
                <a:gd name="T85" fmla="*/ 2 h 20"/>
                <a:gd name="T86" fmla="*/ 200 w 543"/>
                <a:gd name="T87" fmla="*/ 12 h 20"/>
                <a:gd name="T88" fmla="*/ 183 w 543"/>
                <a:gd name="T89" fmla="*/ 14 h 20"/>
                <a:gd name="T90" fmla="*/ 163 w 543"/>
                <a:gd name="T91" fmla="*/ 0 h 20"/>
                <a:gd name="T92" fmla="*/ 141 w 543"/>
                <a:gd name="T93" fmla="*/ 15 h 20"/>
                <a:gd name="T94" fmla="*/ 121 w 543"/>
                <a:gd name="T95" fmla="*/ 6 h 20"/>
                <a:gd name="T96" fmla="*/ 100 w 543"/>
                <a:gd name="T97" fmla="*/ 3 h 20"/>
                <a:gd name="T98" fmla="*/ 82 w 543"/>
                <a:gd name="T99" fmla="*/ 16 h 20"/>
                <a:gd name="T100" fmla="*/ 62 w 543"/>
                <a:gd name="T101" fmla="*/ 2 h 20"/>
                <a:gd name="T102" fmla="*/ 37 w 543"/>
                <a:gd name="T103" fmla="*/ 12 h 20"/>
                <a:gd name="T104" fmla="*/ 20 w 543"/>
                <a:gd name="T105" fmla="*/ 14 h 20"/>
                <a:gd name="T106" fmla="*/ 0 w 543"/>
                <a:gd name="T10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43" h="20">
                  <a:moveTo>
                    <a:pt x="0" y="4"/>
                  </a:moveTo>
                  <a:cubicBezTo>
                    <a:pt x="3" y="4"/>
                    <a:pt x="5" y="5"/>
                    <a:pt x="7" y="6"/>
                  </a:cubicBezTo>
                  <a:cubicBezTo>
                    <a:pt x="10" y="8"/>
                    <a:pt x="12" y="11"/>
                    <a:pt x="15" y="14"/>
                  </a:cubicBezTo>
                  <a:cubicBezTo>
                    <a:pt x="16" y="16"/>
                    <a:pt x="18" y="17"/>
                    <a:pt x="20" y="18"/>
                  </a:cubicBezTo>
                  <a:cubicBezTo>
                    <a:pt x="22" y="19"/>
                    <a:pt x="25" y="20"/>
                    <a:pt x="27" y="20"/>
                  </a:cubicBezTo>
                  <a:cubicBezTo>
                    <a:pt x="31" y="20"/>
                    <a:pt x="34" y="19"/>
                    <a:pt x="37" y="17"/>
                  </a:cubicBezTo>
                  <a:cubicBezTo>
                    <a:pt x="40" y="15"/>
                    <a:pt x="42" y="11"/>
                    <a:pt x="45" y="8"/>
                  </a:cubicBezTo>
                  <a:cubicBezTo>
                    <a:pt x="46" y="7"/>
                    <a:pt x="48" y="6"/>
                    <a:pt x="49" y="5"/>
                  </a:cubicBezTo>
                  <a:cubicBezTo>
                    <a:pt x="51" y="5"/>
                    <a:pt x="52" y="4"/>
                    <a:pt x="55" y="4"/>
                  </a:cubicBezTo>
                  <a:cubicBezTo>
                    <a:pt x="58" y="4"/>
                    <a:pt x="60" y="5"/>
                    <a:pt x="61" y="6"/>
                  </a:cubicBezTo>
                  <a:cubicBezTo>
                    <a:pt x="64" y="8"/>
                    <a:pt x="66" y="11"/>
                    <a:pt x="69" y="14"/>
                  </a:cubicBezTo>
                  <a:cubicBezTo>
                    <a:pt x="71" y="16"/>
                    <a:pt x="72" y="17"/>
                    <a:pt x="74" y="18"/>
                  </a:cubicBezTo>
                  <a:cubicBezTo>
                    <a:pt x="76" y="19"/>
                    <a:pt x="79" y="20"/>
                    <a:pt x="82" y="20"/>
                  </a:cubicBezTo>
                  <a:cubicBezTo>
                    <a:pt x="85" y="20"/>
                    <a:pt x="89" y="19"/>
                    <a:pt x="91" y="17"/>
                  </a:cubicBezTo>
                  <a:cubicBezTo>
                    <a:pt x="94" y="15"/>
                    <a:pt x="97" y="11"/>
                    <a:pt x="99" y="8"/>
                  </a:cubicBezTo>
                  <a:cubicBezTo>
                    <a:pt x="101" y="7"/>
                    <a:pt x="102" y="6"/>
                    <a:pt x="103" y="5"/>
                  </a:cubicBezTo>
                  <a:cubicBezTo>
                    <a:pt x="105" y="5"/>
                    <a:pt x="107" y="4"/>
                    <a:pt x="109" y="4"/>
                  </a:cubicBezTo>
                  <a:cubicBezTo>
                    <a:pt x="112" y="4"/>
                    <a:pt x="114" y="5"/>
                    <a:pt x="116" y="6"/>
                  </a:cubicBezTo>
                  <a:cubicBezTo>
                    <a:pt x="119" y="8"/>
                    <a:pt x="121" y="11"/>
                    <a:pt x="124" y="14"/>
                  </a:cubicBezTo>
                  <a:cubicBezTo>
                    <a:pt x="125" y="16"/>
                    <a:pt x="127" y="17"/>
                    <a:pt x="129" y="18"/>
                  </a:cubicBezTo>
                  <a:cubicBezTo>
                    <a:pt x="131" y="19"/>
                    <a:pt x="133" y="20"/>
                    <a:pt x="136" y="20"/>
                  </a:cubicBezTo>
                  <a:cubicBezTo>
                    <a:pt x="140" y="20"/>
                    <a:pt x="143" y="19"/>
                    <a:pt x="145" y="17"/>
                  </a:cubicBezTo>
                  <a:cubicBezTo>
                    <a:pt x="149" y="15"/>
                    <a:pt x="151" y="11"/>
                    <a:pt x="154" y="8"/>
                  </a:cubicBezTo>
                  <a:cubicBezTo>
                    <a:pt x="155" y="7"/>
                    <a:pt x="156" y="6"/>
                    <a:pt x="158" y="5"/>
                  </a:cubicBezTo>
                  <a:cubicBezTo>
                    <a:pt x="159" y="5"/>
                    <a:pt x="161" y="4"/>
                    <a:pt x="163" y="4"/>
                  </a:cubicBezTo>
                  <a:cubicBezTo>
                    <a:pt x="166" y="4"/>
                    <a:pt x="168" y="5"/>
                    <a:pt x="170" y="6"/>
                  </a:cubicBezTo>
                  <a:cubicBezTo>
                    <a:pt x="173" y="8"/>
                    <a:pt x="175" y="11"/>
                    <a:pt x="178" y="14"/>
                  </a:cubicBezTo>
                  <a:cubicBezTo>
                    <a:pt x="179" y="16"/>
                    <a:pt x="181" y="17"/>
                    <a:pt x="183" y="18"/>
                  </a:cubicBezTo>
                  <a:cubicBezTo>
                    <a:pt x="185" y="19"/>
                    <a:pt x="187" y="20"/>
                    <a:pt x="190" y="20"/>
                  </a:cubicBezTo>
                  <a:cubicBezTo>
                    <a:pt x="194" y="20"/>
                    <a:pt x="197" y="19"/>
                    <a:pt x="200" y="17"/>
                  </a:cubicBezTo>
                  <a:cubicBezTo>
                    <a:pt x="203" y="15"/>
                    <a:pt x="205" y="11"/>
                    <a:pt x="208" y="8"/>
                  </a:cubicBezTo>
                  <a:cubicBezTo>
                    <a:pt x="209" y="7"/>
                    <a:pt x="210" y="6"/>
                    <a:pt x="212" y="5"/>
                  </a:cubicBezTo>
                  <a:cubicBezTo>
                    <a:pt x="213" y="5"/>
                    <a:pt x="215" y="4"/>
                    <a:pt x="217" y="4"/>
                  </a:cubicBezTo>
                  <a:cubicBezTo>
                    <a:pt x="220" y="4"/>
                    <a:pt x="222" y="5"/>
                    <a:pt x="224" y="6"/>
                  </a:cubicBezTo>
                  <a:cubicBezTo>
                    <a:pt x="227" y="8"/>
                    <a:pt x="229" y="11"/>
                    <a:pt x="232" y="14"/>
                  </a:cubicBezTo>
                  <a:cubicBezTo>
                    <a:pt x="234" y="16"/>
                    <a:pt x="235" y="17"/>
                    <a:pt x="237" y="18"/>
                  </a:cubicBezTo>
                  <a:cubicBezTo>
                    <a:pt x="239" y="19"/>
                    <a:pt x="242" y="20"/>
                    <a:pt x="245" y="20"/>
                  </a:cubicBezTo>
                  <a:cubicBezTo>
                    <a:pt x="248" y="20"/>
                    <a:pt x="251" y="19"/>
                    <a:pt x="254" y="17"/>
                  </a:cubicBezTo>
                  <a:cubicBezTo>
                    <a:pt x="257" y="15"/>
                    <a:pt x="260" y="11"/>
                    <a:pt x="262" y="8"/>
                  </a:cubicBezTo>
                  <a:cubicBezTo>
                    <a:pt x="263" y="7"/>
                    <a:pt x="265" y="6"/>
                    <a:pt x="266" y="5"/>
                  </a:cubicBezTo>
                  <a:cubicBezTo>
                    <a:pt x="268" y="5"/>
                    <a:pt x="270" y="4"/>
                    <a:pt x="272" y="4"/>
                  </a:cubicBezTo>
                  <a:cubicBezTo>
                    <a:pt x="275" y="4"/>
                    <a:pt x="277" y="5"/>
                    <a:pt x="279" y="6"/>
                  </a:cubicBezTo>
                  <a:cubicBezTo>
                    <a:pt x="281" y="8"/>
                    <a:pt x="284" y="11"/>
                    <a:pt x="286" y="14"/>
                  </a:cubicBezTo>
                  <a:cubicBezTo>
                    <a:pt x="288" y="16"/>
                    <a:pt x="290" y="17"/>
                    <a:pt x="292" y="18"/>
                  </a:cubicBezTo>
                  <a:cubicBezTo>
                    <a:pt x="294" y="19"/>
                    <a:pt x="296" y="20"/>
                    <a:pt x="299" y="20"/>
                  </a:cubicBezTo>
                  <a:cubicBezTo>
                    <a:pt x="303" y="20"/>
                    <a:pt x="306" y="19"/>
                    <a:pt x="308" y="17"/>
                  </a:cubicBezTo>
                  <a:cubicBezTo>
                    <a:pt x="312" y="15"/>
                    <a:pt x="314" y="11"/>
                    <a:pt x="317" y="8"/>
                  </a:cubicBezTo>
                  <a:cubicBezTo>
                    <a:pt x="318" y="7"/>
                    <a:pt x="319" y="6"/>
                    <a:pt x="321" y="5"/>
                  </a:cubicBezTo>
                  <a:cubicBezTo>
                    <a:pt x="322" y="5"/>
                    <a:pt x="324" y="4"/>
                    <a:pt x="326" y="4"/>
                  </a:cubicBezTo>
                  <a:cubicBezTo>
                    <a:pt x="329" y="4"/>
                    <a:pt x="331" y="5"/>
                    <a:pt x="333" y="6"/>
                  </a:cubicBezTo>
                  <a:cubicBezTo>
                    <a:pt x="336" y="8"/>
                    <a:pt x="338" y="11"/>
                    <a:pt x="341" y="14"/>
                  </a:cubicBezTo>
                  <a:cubicBezTo>
                    <a:pt x="342" y="16"/>
                    <a:pt x="344" y="17"/>
                    <a:pt x="346" y="18"/>
                  </a:cubicBezTo>
                  <a:cubicBezTo>
                    <a:pt x="348" y="19"/>
                    <a:pt x="350" y="20"/>
                    <a:pt x="353" y="20"/>
                  </a:cubicBezTo>
                  <a:cubicBezTo>
                    <a:pt x="357" y="20"/>
                    <a:pt x="360" y="19"/>
                    <a:pt x="362" y="17"/>
                  </a:cubicBezTo>
                  <a:cubicBezTo>
                    <a:pt x="366" y="15"/>
                    <a:pt x="368" y="11"/>
                    <a:pt x="371" y="8"/>
                  </a:cubicBezTo>
                  <a:cubicBezTo>
                    <a:pt x="372" y="7"/>
                    <a:pt x="373" y="6"/>
                    <a:pt x="375" y="5"/>
                  </a:cubicBezTo>
                  <a:cubicBezTo>
                    <a:pt x="376" y="5"/>
                    <a:pt x="378" y="4"/>
                    <a:pt x="380" y="4"/>
                  </a:cubicBezTo>
                  <a:cubicBezTo>
                    <a:pt x="383" y="4"/>
                    <a:pt x="385" y="5"/>
                    <a:pt x="387" y="6"/>
                  </a:cubicBezTo>
                  <a:cubicBezTo>
                    <a:pt x="390" y="8"/>
                    <a:pt x="392" y="11"/>
                    <a:pt x="395" y="14"/>
                  </a:cubicBezTo>
                  <a:cubicBezTo>
                    <a:pt x="397" y="16"/>
                    <a:pt x="398" y="17"/>
                    <a:pt x="400" y="18"/>
                  </a:cubicBezTo>
                  <a:cubicBezTo>
                    <a:pt x="402" y="19"/>
                    <a:pt x="405" y="20"/>
                    <a:pt x="408" y="20"/>
                  </a:cubicBezTo>
                  <a:cubicBezTo>
                    <a:pt x="411" y="20"/>
                    <a:pt x="414" y="19"/>
                    <a:pt x="417" y="17"/>
                  </a:cubicBezTo>
                  <a:cubicBezTo>
                    <a:pt x="420" y="15"/>
                    <a:pt x="423" y="11"/>
                    <a:pt x="425" y="8"/>
                  </a:cubicBezTo>
                  <a:cubicBezTo>
                    <a:pt x="426" y="7"/>
                    <a:pt x="428" y="6"/>
                    <a:pt x="429" y="5"/>
                  </a:cubicBezTo>
                  <a:cubicBezTo>
                    <a:pt x="431" y="5"/>
                    <a:pt x="432" y="4"/>
                    <a:pt x="435" y="4"/>
                  </a:cubicBezTo>
                  <a:cubicBezTo>
                    <a:pt x="438" y="4"/>
                    <a:pt x="440" y="5"/>
                    <a:pt x="442" y="6"/>
                  </a:cubicBezTo>
                  <a:cubicBezTo>
                    <a:pt x="444" y="8"/>
                    <a:pt x="447" y="11"/>
                    <a:pt x="449" y="14"/>
                  </a:cubicBezTo>
                  <a:cubicBezTo>
                    <a:pt x="451" y="16"/>
                    <a:pt x="452" y="17"/>
                    <a:pt x="455" y="18"/>
                  </a:cubicBezTo>
                  <a:cubicBezTo>
                    <a:pt x="457" y="19"/>
                    <a:pt x="459" y="20"/>
                    <a:pt x="462" y="20"/>
                  </a:cubicBezTo>
                  <a:cubicBezTo>
                    <a:pt x="466" y="20"/>
                    <a:pt x="469" y="19"/>
                    <a:pt x="471" y="17"/>
                  </a:cubicBezTo>
                  <a:cubicBezTo>
                    <a:pt x="475" y="15"/>
                    <a:pt x="477" y="11"/>
                    <a:pt x="479" y="8"/>
                  </a:cubicBezTo>
                  <a:cubicBezTo>
                    <a:pt x="481" y="7"/>
                    <a:pt x="482" y="6"/>
                    <a:pt x="484" y="5"/>
                  </a:cubicBezTo>
                  <a:cubicBezTo>
                    <a:pt x="485" y="5"/>
                    <a:pt x="487" y="4"/>
                    <a:pt x="489" y="4"/>
                  </a:cubicBezTo>
                  <a:cubicBezTo>
                    <a:pt x="492" y="4"/>
                    <a:pt x="494" y="5"/>
                    <a:pt x="496" y="6"/>
                  </a:cubicBezTo>
                  <a:cubicBezTo>
                    <a:pt x="499" y="8"/>
                    <a:pt x="501" y="11"/>
                    <a:pt x="504" y="14"/>
                  </a:cubicBezTo>
                  <a:cubicBezTo>
                    <a:pt x="505" y="16"/>
                    <a:pt x="507" y="17"/>
                    <a:pt x="509" y="18"/>
                  </a:cubicBezTo>
                  <a:cubicBezTo>
                    <a:pt x="511" y="19"/>
                    <a:pt x="513" y="20"/>
                    <a:pt x="516" y="20"/>
                  </a:cubicBezTo>
                  <a:cubicBezTo>
                    <a:pt x="520" y="20"/>
                    <a:pt x="523" y="19"/>
                    <a:pt x="525" y="17"/>
                  </a:cubicBezTo>
                  <a:cubicBezTo>
                    <a:pt x="529" y="15"/>
                    <a:pt x="531" y="11"/>
                    <a:pt x="534" y="8"/>
                  </a:cubicBezTo>
                  <a:cubicBezTo>
                    <a:pt x="535" y="7"/>
                    <a:pt x="536" y="6"/>
                    <a:pt x="538" y="5"/>
                  </a:cubicBezTo>
                  <a:cubicBezTo>
                    <a:pt x="539" y="5"/>
                    <a:pt x="541" y="4"/>
                    <a:pt x="543" y="4"/>
                  </a:cubicBezTo>
                  <a:cubicBezTo>
                    <a:pt x="543" y="0"/>
                    <a:pt x="543" y="0"/>
                    <a:pt x="543" y="0"/>
                  </a:cubicBezTo>
                  <a:cubicBezTo>
                    <a:pt x="540" y="0"/>
                    <a:pt x="537" y="1"/>
                    <a:pt x="534" y="3"/>
                  </a:cubicBezTo>
                  <a:cubicBezTo>
                    <a:pt x="531" y="5"/>
                    <a:pt x="528" y="9"/>
                    <a:pt x="526" y="12"/>
                  </a:cubicBezTo>
                  <a:cubicBezTo>
                    <a:pt x="524" y="13"/>
                    <a:pt x="523" y="14"/>
                    <a:pt x="522" y="15"/>
                  </a:cubicBezTo>
                  <a:cubicBezTo>
                    <a:pt x="520" y="16"/>
                    <a:pt x="518" y="16"/>
                    <a:pt x="516" y="16"/>
                  </a:cubicBezTo>
                  <a:cubicBezTo>
                    <a:pt x="513" y="16"/>
                    <a:pt x="511" y="15"/>
                    <a:pt x="509" y="14"/>
                  </a:cubicBezTo>
                  <a:cubicBezTo>
                    <a:pt x="506" y="12"/>
                    <a:pt x="504" y="9"/>
                    <a:pt x="501" y="6"/>
                  </a:cubicBezTo>
                  <a:cubicBezTo>
                    <a:pt x="500" y="4"/>
                    <a:pt x="498" y="3"/>
                    <a:pt x="496" y="2"/>
                  </a:cubicBezTo>
                  <a:cubicBezTo>
                    <a:pt x="494" y="1"/>
                    <a:pt x="492" y="0"/>
                    <a:pt x="489" y="0"/>
                  </a:cubicBezTo>
                  <a:cubicBezTo>
                    <a:pt x="485" y="0"/>
                    <a:pt x="482" y="1"/>
                    <a:pt x="480" y="3"/>
                  </a:cubicBezTo>
                  <a:cubicBezTo>
                    <a:pt x="476" y="5"/>
                    <a:pt x="474" y="9"/>
                    <a:pt x="471" y="12"/>
                  </a:cubicBezTo>
                  <a:cubicBezTo>
                    <a:pt x="470" y="13"/>
                    <a:pt x="469" y="14"/>
                    <a:pt x="467" y="15"/>
                  </a:cubicBezTo>
                  <a:cubicBezTo>
                    <a:pt x="466" y="16"/>
                    <a:pt x="464" y="16"/>
                    <a:pt x="462" y="16"/>
                  </a:cubicBezTo>
                  <a:cubicBezTo>
                    <a:pt x="459" y="16"/>
                    <a:pt x="457" y="15"/>
                    <a:pt x="455" y="14"/>
                  </a:cubicBezTo>
                  <a:cubicBezTo>
                    <a:pt x="452" y="12"/>
                    <a:pt x="450" y="9"/>
                    <a:pt x="447" y="6"/>
                  </a:cubicBezTo>
                  <a:cubicBezTo>
                    <a:pt x="446" y="4"/>
                    <a:pt x="444" y="3"/>
                    <a:pt x="442" y="2"/>
                  </a:cubicBezTo>
                  <a:cubicBezTo>
                    <a:pt x="440" y="1"/>
                    <a:pt x="438" y="0"/>
                    <a:pt x="435" y="0"/>
                  </a:cubicBezTo>
                  <a:cubicBezTo>
                    <a:pt x="431" y="0"/>
                    <a:pt x="428" y="1"/>
                    <a:pt x="425" y="3"/>
                  </a:cubicBezTo>
                  <a:cubicBezTo>
                    <a:pt x="422" y="5"/>
                    <a:pt x="420" y="9"/>
                    <a:pt x="417" y="12"/>
                  </a:cubicBezTo>
                  <a:cubicBezTo>
                    <a:pt x="416" y="13"/>
                    <a:pt x="414" y="14"/>
                    <a:pt x="413" y="15"/>
                  </a:cubicBezTo>
                  <a:cubicBezTo>
                    <a:pt x="411" y="16"/>
                    <a:pt x="410" y="16"/>
                    <a:pt x="408" y="16"/>
                  </a:cubicBezTo>
                  <a:cubicBezTo>
                    <a:pt x="405" y="16"/>
                    <a:pt x="402" y="15"/>
                    <a:pt x="401" y="14"/>
                  </a:cubicBezTo>
                  <a:cubicBezTo>
                    <a:pt x="398" y="12"/>
                    <a:pt x="396" y="9"/>
                    <a:pt x="393" y="6"/>
                  </a:cubicBezTo>
                  <a:cubicBezTo>
                    <a:pt x="391" y="4"/>
                    <a:pt x="390" y="3"/>
                    <a:pt x="388" y="2"/>
                  </a:cubicBezTo>
                  <a:cubicBezTo>
                    <a:pt x="386" y="1"/>
                    <a:pt x="383" y="0"/>
                    <a:pt x="380" y="0"/>
                  </a:cubicBezTo>
                  <a:cubicBezTo>
                    <a:pt x="377" y="0"/>
                    <a:pt x="374" y="1"/>
                    <a:pt x="371" y="3"/>
                  </a:cubicBezTo>
                  <a:cubicBezTo>
                    <a:pt x="368" y="5"/>
                    <a:pt x="365" y="9"/>
                    <a:pt x="363" y="12"/>
                  </a:cubicBezTo>
                  <a:cubicBezTo>
                    <a:pt x="361" y="13"/>
                    <a:pt x="360" y="14"/>
                    <a:pt x="359" y="15"/>
                  </a:cubicBezTo>
                  <a:cubicBezTo>
                    <a:pt x="357" y="16"/>
                    <a:pt x="355" y="16"/>
                    <a:pt x="353" y="16"/>
                  </a:cubicBezTo>
                  <a:cubicBezTo>
                    <a:pt x="350" y="16"/>
                    <a:pt x="348" y="15"/>
                    <a:pt x="346" y="14"/>
                  </a:cubicBezTo>
                  <a:cubicBezTo>
                    <a:pt x="344" y="12"/>
                    <a:pt x="341" y="9"/>
                    <a:pt x="338" y="6"/>
                  </a:cubicBezTo>
                  <a:cubicBezTo>
                    <a:pt x="337" y="4"/>
                    <a:pt x="335" y="3"/>
                    <a:pt x="333" y="2"/>
                  </a:cubicBezTo>
                  <a:cubicBezTo>
                    <a:pt x="331" y="1"/>
                    <a:pt x="329" y="0"/>
                    <a:pt x="326" y="0"/>
                  </a:cubicBezTo>
                  <a:cubicBezTo>
                    <a:pt x="322" y="0"/>
                    <a:pt x="319" y="1"/>
                    <a:pt x="317" y="3"/>
                  </a:cubicBezTo>
                  <a:cubicBezTo>
                    <a:pt x="313" y="5"/>
                    <a:pt x="311" y="9"/>
                    <a:pt x="308" y="12"/>
                  </a:cubicBezTo>
                  <a:cubicBezTo>
                    <a:pt x="307" y="13"/>
                    <a:pt x="306" y="14"/>
                    <a:pt x="304" y="15"/>
                  </a:cubicBezTo>
                  <a:cubicBezTo>
                    <a:pt x="303" y="16"/>
                    <a:pt x="301" y="16"/>
                    <a:pt x="299" y="16"/>
                  </a:cubicBezTo>
                  <a:cubicBezTo>
                    <a:pt x="296" y="16"/>
                    <a:pt x="294" y="15"/>
                    <a:pt x="292" y="14"/>
                  </a:cubicBezTo>
                  <a:cubicBezTo>
                    <a:pt x="289" y="12"/>
                    <a:pt x="287" y="9"/>
                    <a:pt x="284" y="6"/>
                  </a:cubicBezTo>
                  <a:cubicBezTo>
                    <a:pt x="283" y="4"/>
                    <a:pt x="281" y="3"/>
                    <a:pt x="279" y="2"/>
                  </a:cubicBezTo>
                  <a:cubicBezTo>
                    <a:pt x="277" y="1"/>
                    <a:pt x="275" y="0"/>
                    <a:pt x="272" y="0"/>
                  </a:cubicBezTo>
                  <a:cubicBezTo>
                    <a:pt x="268" y="0"/>
                    <a:pt x="265" y="1"/>
                    <a:pt x="263" y="3"/>
                  </a:cubicBezTo>
                  <a:cubicBezTo>
                    <a:pt x="259" y="5"/>
                    <a:pt x="257" y="9"/>
                    <a:pt x="254" y="12"/>
                  </a:cubicBezTo>
                  <a:cubicBezTo>
                    <a:pt x="253" y="13"/>
                    <a:pt x="252" y="14"/>
                    <a:pt x="250" y="15"/>
                  </a:cubicBezTo>
                  <a:cubicBezTo>
                    <a:pt x="249" y="16"/>
                    <a:pt x="247" y="16"/>
                    <a:pt x="245" y="16"/>
                  </a:cubicBezTo>
                  <a:cubicBezTo>
                    <a:pt x="242" y="16"/>
                    <a:pt x="240" y="15"/>
                    <a:pt x="238" y="14"/>
                  </a:cubicBezTo>
                  <a:cubicBezTo>
                    <a:pt x="235" y="12"/>
                    <a:pt x="233" y="9"/>
                    <a:pt x="230" y="6"/>
                  </a:cubicBezTo>
                  <a:cubicBezTo>
                    <a:pt x="228" y="4"/>
                    <a:pt x="227" y="3"/>
                    <a:pt x="225" y="2"/>
                  </a:cubicBezTo>
                  <a:cubicBezTo>
                    <a:pt x="223" y="1"/>
                    <a:pt x="220" y="0"/>
                    <a:pt x="217" y="0"/>
                  </a:cubicBezTo>
                  <a:cubicBezTo>
                    <a:pt x="214" y="0"/>
                    <a:pt x="211" y="1"/>
                    <a:pt x="208" y="3"/>
                  </a:cubicBezTo>
                  <a:cubicBezTo>
                    <a:pt x="205" y="5"/>
                    <a:pt x="202" y="9"/>
                    <a:pt x="200" y="12"/>
                  </a:cubicBezTo>
                  <a:cubicBezTo>
                    <a:pt x="199" y="13"/>
                    <a:pt x="197" y="14"/>
                    <a:pt x="196" y="15"/>
                  </a:cubicBezTo>
                  <a:cubicBezTo>
                    <a:pt x="194" y="16"/>
                    <a:pt x="193" y="16"/>
                    <a:pt x="190" y="16"/>
                  </a:cubicBezTo>
                  <a:cubicBezTo>
                    <a:pt x="187" y="16"/>
                    <a:pt x="185" y="15"/>
                    <a:pt x="183" y="14"/>
                  </a:cubicBezTo>
                  <a:cubicBezTo>
                    <a:pt x="181" y="12"/>
                    <a:pt x="178" y="9"/>
                    <a:pt x="176" y="6"/>
                  </a:cubicBezTo>
                  <a:cubicBezTo>
                    <a:pt x="174" y="4"/>
                    <a:pt x="172" y="3"/>
                    <a:pt x="170" y="2"/>
                  </a:cubicBezTo>
                  <a:cubicBezTo>
                    <a:pt x="168" y="1"/>
                    <a:pt x="166" y="0"/>
                    <a:pt x="163" y="0"/>
                  </a:cubicBezTo>
                  <a:cubicBezTo>
                    <a:pt x="159" y="0"/>
                    <a:pt x="156" y="1"/>
                    <a:pt x="154" y="3"/>
                  </a:cubicBezTo>
                  <a:cubicBezTo>
                    <a:pt x="150" y="5"/>
                    <a:pt x="148" y="9"/>
                    <a:pt x="146" y="12"/>
                  </a:cubicBezTo>
                  <a:cubicBezTo>
                    <a:pt x="144" y="13"/>
                    <a:pt x="143" y="14"/>
                    <a:pt x="141" y="15"/>
                  </a:cubicBezTo>
                  <a:cubicBezTo>
                    <a:pt x="140" y="16"/>
                    <a:pt x="138" y="16"/>
                    <a:pt x="136" y="16"/>
                  </a:cubicBezTo>
                  <a:cubicBezTo>
                    <a:pt x="133" y="16"/>
                    <a:pt x="131" y="15"/>
                    <a:pt x="129" y="14"/>
                  </a:cubicBezTo>
                  <a:cubicBezTo>
                    <a:pt x="126" y="12"/>
                    <a:pt x="124" y="9"/>
                    <a:pt x="121" y="6"/>
                  </a:cubicBezTo>
                  <a:cubicBezTo>
                    <a:pt x="120" y="4"/>
                    <a:pt x="118" y="3"/>
                    <a:pt x="116" y="2"/>
                  </a:cubicBezTo>
                  <a:cubicBezTo>
                    <a:pt x="114" y="1"/>
                    <a:pt x="112" y="0"/>
                    <a:pt x="109" y="0"/>
                  </a:cubicBezTo>
                  <a:cubicBezTo>
                    <a:pt x="105" y="0"/>
                    <a:pt x="102" y="1"/>
                    <a:pt x="100" y="3"/>
                  </a:cubicBezTo>
                  <a:cubicBezTo>
                    <a:pt x="96" y="5"/>
                    <a:pt x="94" y="9"/>
                    <a:pt x="91" y="12"/>
                  </a:cubicBezTo>
                  <a:cubicBezTo>
                    <a:pt x="90" y="13"/>
                    <a:pt x="89" y="14"/>
                    <a:pt x="87" y="15"/>
                  </a:cubicBezTo>
                  <a:cubicBezTo>
                    <a:pt x="86" y="16"/>
                    <a:pt x="84" y="16"/>
                    <a:pt x="82" y="16"/>
                  </a:cubicBezTo>
                  <a:cubicBezTo>
                    <a:pt x="79" y="16"/>
                    <a:pt x="77" y="15"/>
                    <a:pt x="75" y="14"/>
                  </a:cubicBezTo>
                  <a:cubicBezTo>
                    <a:pt x="72" y="12"/>
                    <a:pt x="70" y="9"/>
                    <a:pt x="67" y="6"/>
                  </a:cubicBezTo>
                  <a:cubicBezTo>
                    <a:pt x="66" y="4"/>
                    <a:pt x="64" y="3"/>
                    <a:pt x="62" y="2"/>
                  </a:cubicBezTo>
                  <a:cubicBezTo>
                    <a:pt x="60" y="1"/>
                    <a:pt x="57" y="0"/>
                    <a:pt x="55" y="0"/>
                  </a:cubicBezTo>
                  <a:cubicBezTo>
                    <a:pt x="51" y="0"/>
                    <a:pt x="48" y="1"/>
                    <a:pt x="45" y="3"/>
                  </a:cubicBezTo>
                  <a:cubicBezTo>
                    <a:pt x="42" y="5"/>
                    <a:pt x="39" y="9"/>
                    <a:pt x="37" y="12"/>
                  </a:cubicBezTo>
                  <a:cubicBezTo>
                    <a:pt x="36" y="13"/>
                    <a:pt x="34" y="14"/>
                    <a:pt x="33" y="15"/>
                  </a:cubicBezTo>
                  <a:cubicBezTo>
                    <a:pt x="31" y="16"/>
                    <a:pt x="30" y="16"/>
                    <a:pt x="27" y="16"/>
                  </a:cubicBezTo>
                  <a:cubicBezTo>
                    <a:pt x="24" y="16"/>
                    <a:pt x="22" y="15"/>
                    <a:pt x="20" y="14"/>
                  </a:cubicBezTo>
                  <a:cubicBezTo>
                    <a:pt x="18" y="12"/>
                    <a:pt x="16" y="9"/>
                    <a:pt x="13" y="6"/>
                  </a:cubicBezTo>
                  <a:cubicBezTo>
                    <a:pt x="11" y="4"/>
                    <a:pt x="10" y="3"/>
                    <a:pt x="8" y="2"/>
                  </a:cubicBezTo>
                  <a:cubicBezTo>
                    <a:pt x="6" y="1"/>
                    <a:pt x="3" y="0"/>
                    <a:pt x="0" y="0"/>
                  </a:cubicBezTo>
                  <a:lnTo>
                    <a:pt x="0"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108"/>
            <p:cNvSpPr>
              <a:spLocks noEditPoints="1"/>
            </p:cNvSpPr>
            <p:nvPr/>
          </p:nvSpPr>
          <p:spPr bwMode="auto">
            <a:xfrm>
              <a:off x="4111625" y="3152775"/>
              <a:ext cx="966787" cy="1066800"/>
            </a:xfrm>
            <a:custGeom>
              <a:avLst/>
              <a:gdLst>
                <a:gd name="T0" fmla="*/ 200 w 331"/>
                <a:gd name="T1" fmla="*/ 326 h 365"/>
                <a:gd name="T2" fmla="*/ 122 w 331"/>
                <a:gd name="T3" fmla="*/ 317 h 365"/>
                <a:gd name="T4" fmla="*/ 200 w 331"/>
                <a:gd name="T5" fmla="*/ 309 h 365"/>
                <a:gd name="T6" fmla="*/ 200 w 331"/>
                <a:gd name="T7" fmla="*/ 331 h 365"/>
                <a:gd name="T8" fmla="*/ 122 w 331"/>
                <a:gd name="T9" fmla="*/ 342 h 365"/>
                <a:gd name="T10" fmla="*/ 131 w 331"/>
                <a:gd name="T11" fmla="*/ 348 h 365"/>
                <a:gd name="T12" fmla="*/ 143 w 331"/>
                <a:gd name="T13" fmla="*/ 355 h 365"/>
                <a:gd name="T14" fmla="*/ 172 w 331"/>
                <a:gd name="T15" fmla="*/ 365 h 365"/>
                <a:gd name="T16" fmla="*/ 188 w 331"/>
                <a:gd name="T17" fmla="*/ 355 h 365"/>
                <a:gd name="T18" fmla="*/ 200 w 331"/>
                <a:gd name="T19" fmla="*/ 348 h 365"/>
                <a:gd name="T20" fmla="*/ 200 w 331"/>
                <a:gd name="T21" fmla="*/ 331 h 365"/>
                <a:gd name="T22" fmla="*/ 174 w 331"/>
                <a:gd name="T23" fmla="*/ 43 h 365"/>
                <a:gd name="T24" fmla="*/ 165 w 331"/>
                <a:gd name="T25" fmla="*/ 0 h 365"/>
                <a:gd name="T26" fmla="*/ 157 w 331"/>
                <a:gd name="T27" fmla="*/ 43 h 365"/>
                <a:gd name="T28" fmla="*/ 73 w 331"/>
                <a:gd name="T29" fmla="*/ 85 h 365"/>
                <a:gd name="T30" fmla="*/ 85 w 331"/>
                <a:gd name="T31" fmla="*/ 85 h 365"/>
                <a:gd name="T32" fmla="*/ 61 w 331"/>
                <a:gd name="T33" fmla="*/ 48 h 365"/>
                <a:gd name="T34" fmla="*/ 49 w 331"/>
                <a:gd name="T35" fmla="*/ 61 h 365"/>
                <a:gd name="T36" fmla="*/ 52 w 331"/>
                <a:gd name="T37" fmla="*/ 165 h 365"/>
                <a:gd name="T38" fmla="*/ 9 w 331"/>
                <a:gd name="T39" fmla="*/ 157 h 365"/>
                <a:gd name="T40" fmla="*/ 9 w 331"/>
                <a:gd name="T41" fmla="*/ 174 h 365"/>
                <a:gd name="T42" fmla="*/ 52 w 331"/>
                <a:gd name="T43" fmla="*/ 165 h 365"/>
                <a:gd name="T44" fmla="*/ 49 w 331"/>
                <a:gd name="T45" fmla="*/ 270 h 365"/>
                <a:gd name="T46" fmla="*/ 55 w 331"/>
                <a:gd name="T47" fmla="*/ 285 h 365"/>
                <a:gd name="T48" fmla="*/ 85 w 331"/>
                <a:gd name="T49" fmla="*/ 258 h 365"/>
                <a:gd name="T50" fmla="*/ 73 w 331"/>
                <a:gd name="T51" fmla="*/ 245 h 365"/>
                <a:gd name="T52" fmla="*/ 245 w 331"/>
                <a:gd name="T53" fmla="*/ 245 h 365"/>
                <a:gd name="T54" fmla="*/ 270 w 331"/>
                <a:gd name="T55" fmla="*/ 282 h 365"/>
                <a:gd name="T56" fmla="*/ 282 w 331"/>
                <a:gd name="T57" fmla="*/ 282 h 365"/>
                <a:gd name="T58" fmla="*/ 258 w 331"/>
                <a:gd name="T59" fmla="*/ 245 h 365"/>
                <a:gd name="T60" fmla="*/ 287 w 331"/>
                <a:gd name="T61" fmla="*/ 157 h 365"/>
                <a:gd name="T62" fmla="*/ 287 w 331"/>
                <a:gd name="T63" fmla="*/ 174 h 365"/>
                <a:gd name="T64" fmla="*/ 331 w 331"/>
                <a:gd name="T65" fmla="*/ 165 h 365"/>
                <a:gd name="T66" fmla="*/ 251 w 331"/>
                <a:gd name="T67" fmla="*/ 88 h 365"/>
                <a:gd name="T68" fmla="*/ 282 w 331"/>
                <a:gd name="T69" fmla="*/ 61 h 365"/>
                <a:gd name="T70" fmla="*/ 270 w 331"/>
                <a:gd name="T71" fmla="*/ 48 h 365"/>
                <a:gd name="T72" fmla="*/ 245 w 331"/>
                <a:gd name="T73" fmla="*/ 85 h 365"/>
                <a:gd name="T74" fmla="*/ 209 w 331"/>
                <a:gd name="T75" fmla="*/ 296 h 365"/>
                <a:gd name="T76" fmla="*/ 131 w 331"/>
                <a:gd name="T77" fmla="*/ 304 h 365"/>
                <a:gd name="T78" fmla="*/ 130 w 331"/>
                <a:gd name="T79" fmla="*/ 287 h 365"/>
                <a:gd name="T80" fmla="*/ 165 w 331"/>
                <a:gd name="T81" fmla="*/ 78 h 365"/>
                <a:gd name="T82" fmla="*/ 201 w 331"/>
                <a:gd name="T83" fmla="*/ 287 h 365"/>
                <a:gd name="T84" fmla="*/ 145 w 331"/>
                <a:gd name="T85" fmla="*/ 103 h 365"/>
                <a:gd name="T86" fmla="*/ 92 w 331"/>
                <a:gd name="T87" fmla="*/ 151 h 365"/>
                <a:gd name="T88" fmla="*/ 98 w 331"/>
                <a:gd name="T89" fmla="*/ 159 h 365"/>
                <a:gd name="T90" fmla="*/ 142 w 331"/>
                <a:gd name="T91" fmla="*/ 111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31" h="365">
                  <a:moveTo>
                    <a:pt x="209" y="317"/>
                  </a:moveTo>
                  <a:cubicBezTo>
                    <a:pt x="209" y="322"/>
                    <a:pt x="205" y="326"/>
                    <a:pt x="200" y="326"/>
                  </a:cubicBezTo>
                  <a:cubicBezTo>
                    <a:pt x="131" y="326"/>
                    <a:pt x="131" y="326"/>
                    <a:pt x="131" y="326"/>
                  </a:cubicBezTo>
                  <a:cubicBezTo>
                    <a:pt x="126" y="326"/>
                    <a:pt x="122" y="322"/>
                    <a:pt x="122" y="317"/>
                  </a:cubicBezTo>
                  <a:cubicBezTo>
                    <a:pt x="122" y="313"/>
                    <a:pt x="126" y="309"/>
                    <a:pt x="131" y="309"/>
                  </a:cubicBezTo>
                  <a:cubicBezTo>
                    <a:pt x="200" y="309"/>
                    <a:pt x="200" y="309"/>
                    <a:pt x="200" y="309"/>
                  </a:cubicBezTo>
                  <a:cubicBezTo>
                    <a:pt x="205" y="309"/>
                    <a:pt x="209" y="313"/>
                    <a:pt x="209" y="317"/>
                  </a:cubicBezTo>
                  <a:close/>
                  <a:moveTo>
                    <a:pt x="200" y="331"/>
                  </a:moveTo>
                  <a:cubicBezTo>
                    <a:pt x="131" y="331"/>
                    <a:pt x="131" y="331"/>
                    <a:pt x="131" y="331"/>
                  </a:cubicBezTo>
                  <a:cubicBezTo>
                    <a:pt x="125" y="331"/>
                    <a:pt x="120" y="336"/>
                    <a:pt x="122" y="342"/>
                  </a:cubicBezTo>
                  <a:cubicBezTo>
                    <a:pt x="124" y="346"/>
                    <a:pt x="127" y="348"/>
                    <a:pt x="131" y="348"/>
                  </a:cubicBezTo>
                  <a:cubicBezTo>
                    <a:pt x="131" y="348"/>
                    <a:pt x="131" y="348"/>
                    <a:pt x="131" y="348"/>
                  </a:cubicBezTo>
                  <a:cubicBezTo>
                    <a:pt x="136" y="348"/>
                    <a:pt x="141" y="351"/>
                    <a:pt x="143" y="355"/>
                  </a:cubicBezTo>
                  <a:cubicBezTo>
                    <a:pt x="143" y="355"/>
                    <a:pt x="143" y="355"/>
                    <a:pt x="143" y="355"/>
                  </a:cubicBezTo>
                  <a:cubicBezTo>
                    <a:pt x="146" y="362"/>
                    <a:pt x="152" y="365"/>
                    <a:pt x="159" y="365"/>
                  </a:cubicBezTo>
                  <a:cubicBezTo>
                    <a:pt x="172" y="365"/>
                    <a:pt x="172" y="365"/>
                    <a:pt x="172" y="365"/>
                  </a:cubicBezTo>
                  <a:cubicBezTo>
                    <a:pt x="179" y="365"/>
                    <a:pt x="185" y="362"/>
                    <a:pt x="188" y="355"/>
                  </a:cubicBezTo>
                  <a:cubicBezTo>
                    <a:pt x="188" y="355"/>
                    <a:pt x="188" y="355"/>
                    <a:pt x="188" y="355"/>
                  </a:cubicBezTo>
                  <a:cubicBezTo>
                    <a:pt x="190" y="351"/>
                    <a:pt x="195" y="348"/>
                    <a:pt x="200" y="348"/>
                  </a:cubicBezTo>
                  <a:cubicBezTo>
                    <a:pt x="200" y="348"/>
                    <a:pt x="200" y="348"/>
                    <a:pt x="200" y="348"/>
                  </a:cubicBezTo>
                  <a:cubicBezTo>
                    <a:pt x="204" y="348"/>
                    <a:pt x="207" y="346"/>
                    <a:pt x="208" y="342"/>
                  </a:cubicBezTo>
                  <a:cubicBezTo>
                    <a:pt x="210" y="336"/>
                    <a:pt x="206" y="331"/>
                    <a:pt x="200" y="331"/>
                  </a:cubicBezTo>
                  <a:close/>
                  <a:moveTo>
                    <a:pt x="165" y="52"/>
                  </a:moveTo>
                  <a:cubicBezTo>
                    <a:pt x="170" y="52"/>
                    <a:pt x="174" y="48"/>
                    <a:pt x="174" y="43"/>
                  </a:cubicBezTo>
                  <a:cubicBezTo>
                    <a:pt x="174" y="9"/>
                    <a:pt x="174" y="9"/>
                    <a:pt x="174" y="9"/>
                  </a:cubicBezTo>
                  <a:cubicBezTo>
                    <a:pt x="174" y="4"/>
                    <a:pt x="170" y="0"/>
                    <a:pt x="165" y="0"/>
                  </a:cubicBezTo>
                  <a:cubicBezTo>
                    <a:pt x="161" y="0"/>
                    <a:pt x="157" y="4"/>
                    <a:pt x="157" y="9"/>
                  </a:cubicBezTo>
                  <a:cubicBezTo>
                    <a:pt x="157" y="43"/>
                    <a:pt x="157" y="43"/>
                    <a:pt x="157" y="43"/>
                  </a:cubicBezTo>
                  <a:cubicBezTo>
                    <a:pt x="157" y="48"/>
                    <a:pt x="161" y="52"/>
                    <a:pt x="165" y="52"/>
                  </a:cubicBezTo>
                  <a:close/>
                  <a:moveTo>
                    <a:pt x="73" y="85"/>
                  </a:moveTo>
                  <a:cubicBezTo>
                    <a:pt x="75" y="87"/>
                    <a:pt x="77" y="88"/>
                    <a:pt x="79" y="88"/>
                  </a:cubicBezTo>
                  <a:cubicBezTo>
                    <a:pt x="82" y="88"/>
                    <a:pt x="84" y="87"/>
                    <a:pt x="85" y="85"/>
                  </a:cubicBezTo>
                  <a:cubicBezTo>
                    <a:pt x="89" y="82"/>
                    <a:pt x="89" y="76"/>
                    <a:pt x="85" y="73"/>
                  </a:cubicBezTo>
                  <a:cubicBezTo>
                    <a:pt x="61" y="48"/>
                    <a:pt x="61" y="48"/>
                    <a:pt x="61" y="48"/>
                  </a:cubicBezTo>
                  <a:cubicBezTo>
                    <a:pt x="57" y="45"/>
                    <a:pt x="52" y="45"/>
                    <a:pt x="49" y="48"/>
                  </a:cubicBezTo>
                  <a:cubicBezTo>
                    <a:pt x="45" y="52"/>
                    <a:pt x="45" y="57"/>
                    <a:pt x="49" y="61"/>
                  </a:cubicBezTo>
                  <a:lnTo>
                    <a:pt x="73" y="85"/>
                  </a:lnTo>
                  <a:close/>
                  <a:moveTo>
                    <a:pt x="52" y="165"/>
                  </a:moveTo>
                  <a:cubicBezTo>
                    <a:pt x="52" y="160"/>
                    <a:pt x="48" y="157"/>
                    <a:pt x="44" y="157"/>
                  </a:cubicBezTo>
                  <a:cubicBezTo>
                    <a:pt x="9" y="157"/>
                    <a:pt x="9" y="157"/>
                    <a:pt x="9" y="157"/>
                  </a:cubicBezTo>
                  <a:cubicBezTo>
                    <a:pt x="4" y="157"/>
                    <a:pt x="0" y="160"/>
                    <a:pt x="0" y="165"/>
                  </a:cubicBezTo>
                  <a:cubicBezTo>
                    <a:pt x="0" y="170"/>
                    <a:pt x="4" y="174"/>
                    <a:pt x="9" y="174"/>
                  </a:cubicBezTo>
                  <a:cubicBezTo>
                    <a:pt x="44" y="174"/>
                    <a:pt x="44" y="174"/>
                    <a:pt x="44" y="174"/>
                  </a:cubicBezTo>
                  <a:cubicBezTo>
                    <a:pt x="48" y="174"/>
                    <a:pt x="52" y="170"/>
                    <a:pt x="52" y="165"/>
                  </a:cubicBezTo>
                  <a:close/>
                  <a:moveTo>
                    <a:pt x="73" y="245"/>
                  </a:moveTo>
                  <a:cubicBezTo>
                    <a:pt x="49" y="270"/>
                    <a:pt x="49" y="270"/>
                    <a:pt x="49" y="270"/>
                  </a:cubicBezTo>
                  <a:cubicBezTo>
                    <a:pt x="45" y="273"/>
                    <a:pt x="45" y="279"/>
                    <a:pt x="49" y="282"/>
                  </a:cubicBezTo>
                  <a:cubicBezTo>
                    <a:pt x="50" y="284"/>
                    <a:pt x="52" y="285"/>
                    <a:pt x="55" y="285"/>
                  </a:cubicBezTo>
                  <a:cubicBezTo>
                    <a:pt x="57" y="285"/>
                    <a:pt x="59" y="284"/>
                    <a:pt x="61" y="282"/>
                  </a:cubicBezTo>
                  <a:cubicBezTo>
                    <a:pt x="85" y="258"/>
                    <a:pt x="85" y="258"/>
                    <a:pt x="85" y="258"/>
                  </a:cubicBezTo>
                  <a:cubicBezTo>
                    <a:pt x="89" y="254"/>
                    <a:pt x="89" y="249"/>
                    <a:pt x="85" y="245"/>
                  </a:cubicBezTo>
                  <a:cubicBezTo>
                    <a:pt x="82" y="242"/>
                    <a:pt x="77" y="242"/>
                    <a:pt x="73" y="245"/>
                  </a:cubicBezTo>
                  <a:close/>
                  <a:moveTo>
                    <a:pt x="258" y="245"/>
                  </a:moveTo>
                  <a:cubicBezTo>
                    <a:pt x="254" y="242"/>
                    <a:pt x="249" y="242"/>
                    <a:pt x="245" y="245"/>
                  </a:cubicBezTo>
                  <a:cubicBezTo>
                    <a:pt x="242" y="249"/>
                    <a:pt x="242" y="254"/>
                    <a:pt x="245" y="258"/>
                  </a:cubicBezTo>
                  <a:cubicBezTo>
                    <a:pt x="270" y="282"/>
                    <a:pt x="270" y="282"/>
                    <a:pt x="270" y="282"/>
                  </a:cubicBezTo>
                  <a:cubicBezTo>
                    <a:pt x="272" y="284"/>
                    <a:pt x="274" y="285"/>
                    <a:pt x="276" y="285"/>
                  </a:cubicBezTo>
                  <a:cubicBezTo>
                    <a:pt x="278" y="285"/>
                    <a:pt x="281" y="284"/>
                    <a:pt x="282" y="282"/>
                  </a:cubicBezTo>
                  <a:cubicBezTo>
                    <a:pt x="286" y="279"/>
                    <a:pt x="286" y="273"/>
                    <a:pt x="282" y="270"/>
                  </a:cubicBezTo>
                  <a:lnTo>
                    <a:pt x="258" y="245"/>
                  </a:lnTo>
                  <a:close/>
                  <a:moveTo>
                    <a:pt x="322" y="157"/>
                  </a:moveTo>
                  <a:cubicBezTo>
                    <a:pt x="287" y="157"/>
                    <a:pt x="287" y="157"/>
                    <a:pt x="287" y="157"/>
                  </a:cubicBezTo>
                  <a:cubicBezTo>
                    <a:pt x="282" y="157"/>
                    <a:pt x="278" y="160"/>
                    <a:pt x="278" y="165"/>
                  </a:cubicBezTo>
                  <a:cubicBezTo>
                    <a:pt x="278" y="170"/>
                    <a:pt x="282" y="174"/>
                    <a:pt x="287" y="174"/>
                  </a:cubicBezTo>
                  <a:cubicBezTo>
                    <a:pt x="322" y="174"/>
                    <a:pt x="322" y="174"/>
                    <a:pt x="322" y="174"/>
                  </a:cubicBezTo>
                  <a:cubicBezTo>
                    <a:pt x="327" y="174"/>
                    <a:pt x="331" y="170"/>
                    <a:pt x="331" y="165"/>
                  </a:cubicBezTo>
                  <a:cubicBezTo>
                    <a:pt x="331" y="160"/>
                    <a:pt x="327" y="157"/>
                    <a:pt x="322" y="157"/>
                  </a:cubicBezTo>
                  <a:close/>
                  <a:moveTo>
                    <a:pt x="251" y="88"/>
                  </a:moveTo>
                  <a:cubicBezTo>
                    <a:pt x="254" y="88"/>
                    <a:pt x="256" y="87"/>
                    <a:pt x="258" y="85"/>
                  </a:cubicBezTo>
                  <a:cubicBezTo>
                    <a:pt x="282" y="61"/>
                    <a:pt x="282" y="61"/>
                    <a:pt x="282" y="61"/>
                  </a:cubicBezTo>
                  <a:cubicBezTo>
                    <a:pt x="286" y="57"/>
                    <a:pt x="286" y="52"/>
                    <a:pt x="282" y="48"/>
                  </a:cubicBezTo>
                  <a:cubicBezTo>
                    <a:pt x="279" y="45"/>
                    <a:pt x="273" y="45"/>
                    <a:pt x="270" y="48"/>
                  </a:cubicBezTo>
                  <a:cubicBezTo>
                    <a:pt x="245" y="73"/>
                    <a:pt x="245" y="73"/>
                    <a:pt x="245" y="73"/>
                  </a:cubicBezTo>
                  <a:cubicBezTo>
                    <a:pt x="242" y="76"/>
                    <a:pt x="242" y="82"/>
                    <a:pt x="245" y="85"/>
                  </a:cubicBezTo>
                  <a:cubicBezTo>
                    <a:pt x="247" y="87"/>
                    <a:pt x="249" y="88"/>
                    <a:pt x="251" y="88"/>
                  </a:cubicBezTo>
                  <a:close/>
                  <a:moveTo>
                    <a:pt x="209" y="296"/>
                  </a:moveTo>
                  <a:cubicBezTo>
                    <a:pt x="209" y="301"/>
                    <a:pt x="205" y="304"/>
                    <a:pt x="200" y="304"/>
                  </a:cubicBezTo>
                  <a:cubicBezTo>
                    <a:pt x="131" y="304"/>
                    <a:pt x="131" y="304"/>
                    <a:pt x="131" y="304"/>
                  </a:cubicBezTo>
                  <a:cubicBezTo>
                    <a:pt x="126" y="304"/>
                    <a:pt x="122" y="301"/>
                    <a:pt x="122" y="296"/>
                  </a:cubicBezTo>
                  <a:cubicBezTo>
                    <a:pt x="122" y="291"/>
                    <a:pt x="126" y="287"/>
                    <a:pt x="130" y="287"/>
                  </a:cubicBezTo>
                  <a:cubicBezTo>
                    <a:pt x="125" y="238"/>
                    <a:pt x="74" y="227"/>
                    <a:pt x="74" y="170"/>
                  </a:cubicBezTo>
                  <a:cubicBezTo>
                    <a:pt x="74" y="119"/>
                    <a:pt x="115" y="78"/>
                    <a:pt x="165" y="78"/>
                  </a:cubicBezTo>
                  <a:cubicBezTo>
                    <a:pt x="216" y="78"/>
                    <a:pt x="257" y="119"/>
                    <a:pt x="257" y="170"/>
                  </a:cubicBezTo>
                  <a:cubicBezTo>
                    <a:pt x="257" y="227"/>
                    <a:pt x="206" y="238"/>
                    <a:pt x="201" y="287"/>
                  </a:cubicBezTo>
                  <a:cubicBezTo>
                    <a:pt x="205" y="287"/>
                    <a:pt x="209" y="291"/>
                    <a:pt x="209" y="296"/>
                  </a:cubicBezTo>
                  <a:close/>
                  <a:moveTo>
                    <a:pt x="145" y="103"/>
                  </a:moveTo>
                  <a:cubicBezTo>
                    <a:pt x="144" y="99"/>
                    <a:pt x="140" y="98"/>
                    <a:pt x="137" y="99"/>
                  </a:cubicBezTo>
                  <a:cubicBezTo>
                    <a:pt x="115" y="108"/>
                    <a:pt x="98" y="127"/>
                    <a:pt x="92" y="151"/>
                  </a:cubicBezTo>
                  <a:cubicBezTo>
                    <a:pt x="91" y="154"/>
                    <a:pt x="93" y="158"/>
                    <a:pt x="96" y="159"/>
                  </a:cubicBezTo>
                  <a:cubicBezTo>
                    <a:pt x="97" y="159"/>
                    <a:pt x="98" y="159"/>
                    <a:pt x="98" y="159"/>
                  </a:cubicBezTo>
                  <a:cubicBezTo>
                    <a:pt x="101" y="159"/>
                    <a:pt x="104" y="157"/>
                    <a:pt x="104" y="154"/>
                  </a:cubicBezTo>
                  <a:cubicBezTo>
                    <a:pt x="109" y="135"/>
                    <a:pt x="123" y="119"/>
                    <a:pt x="142" y="111"/>
                  </a:cubicBezTo>
                  <a:cubicBezTo>
                    <a:pt x="145" y="110"/>
                    <a:pt x="147" y="106"/>
                    <a:pt x="145" y="10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sp>
        <p:nvSpPr>
          <p:cNvPr id="30" name="Freeform 26"/>
          <p:cNvSpPr>
            <a:spLocks/>
          </p:cNvSpPr>
          <p:nvPr/>
        </p:nvSpPr>
        <p:spPr bwMode="auto">
          <a:xfrm>
            <a:off x="6811448" y="1934679"/>
            <a:ext cx="1767315" cy="479332"/>
          </a:xfrm>
          <a:custGeom>
            <a:avLst/>
            <a:gdLst>
              <a:gd name="T0" fmla="*/ 219 w 842"/>
              <a:gd name="T1" fmla="*/ 2 h 228"/>
              <a:gd name="T2" fmla="*/ 42 w 842"/>
              <a:gd name="T3" fmla="*/ 181 h 228"/>
              <a:gd name="T4" fmla="*/ 26 w 842"/>
              <a:gd name="T5" fmla="*/ 176 h 228"/>
              <a:gd name="T6" fmla="*/ 0 w 842"/>
              <a:gd name="T7" fmla="*/ 202 h 228"/>
              <a:gd name="T8" fmla="*/ 26 w 842"/>
              <a:gd name="T9" fmla="*/ 228 h 228"/>
              <a:gd name="T10" fmla="*/ 52 w 842"/>
              <a:gd name="T11" fmla="*/ 202 h 228"/>
              <a:gd name="T12" fmla="*/ 45 w 842"/>
              <a:gd name="T13" fmla="*/ 184 h 228"/>
              <a:gd name="T14" fmla="*/ 222 w 842"/>
              <a:gd name="T15" fmla="*/ 4 h 228"/>
              <a:gd name="T16" fmla="*/ 842 w 842"/>
              <a:gd name="T17" fmla="*/ 4 h 228"/>
              <a:gd name="T18" fmla="*/ 842 w 842"/>
              <a:gd name="T19" fmla="*/ 0 h 228"/>
              <a:gd name="T20" fmla="*/ 219 w 842"/>
              <a:gd name="T21" fmla="*/ 2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42" h="228">
                <a:moveTo>
                  <a:pt x="219" y="2"/>
                </a:moveTo>
                <a:cubicBezTo>
                  <a:pt x="42" y="181"/>
                  <a:pt x="42" y="181"/>
                  <a:pt x="42" y="181"/>
                </a:cubicBezTo>
                <a:cubicBezTo>
                  <a:pt x="37" y="178"/>
                  <a:pt x="32" y="176"/>
                  <a:pt x="26" y="176"/>
                </a:cubicBezTo>
                <a:cubicBezTo>
                  <a:pt x="12" y="176"/>
                  <a:pt x="0" y="187"/>
                  <a:pt x="0" y="202"/>
                </a:cubicBezTo>
                <a:cubicBezTo>
                  <a:pt x="0" y="216"/>
                  <a:pt x="12" y="228"/>
                  <a:pt x="26" y="228"/>
                </a:cubicBezTo>
                <a:cubicBezTo>
                  <a:pt x="40" y="228"/>
                  <a:pt x="52" y="216"/>
                  <a:pt x="52" y="202"/>
                </a:cubicBezTo>
                <a:cubicBezTo>
                  <a:pt x="52" y="195"/>
                  <a:pt x="49" y="189"/>
                  <a:pt x="45" y="184"/>
                </a:cubicBezTo>
                <a:cubicBezTo>
                  <a:pt x="222" y="4"/>
                  <a:pt x="222" y="4"/>
                  <a:pt x="222" y="4"/>
                </a:cubicBezTo>
                <a:cubicBezTo>
                  <a:pt x="842" y="4"/>
                  <a:pt x="842" y="4"/>
                  <a:pt x="842" y="4"/>
                </a:cubicBezTo>
                <a:cubicBezTo>
                  <a:pt x="842" y="0"/>
                  <a:pt x="842" y="0"/>
                  <a:pt x="842" y="0"/>
                </a:cubicBezTo>
                <a:lnTo>
                  <a:pt x="219" y="2"/>
                </a:lnTo>
                <a:close/>
              </a:path>
            </a:pathLst>
          </a:custGeom>
          <a:solidFill>
            <a:srgbClr val="FFFFFF"/>
          </a:solidFill>
          <a:ln w="15875" cap="flat">
            <a:solidFill>
              <a:schemeClr val="tx1">
                <a:lumMod val="65000"/>
                <a:lumOff val="3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1" name="Freeform 27"/>
          <p:cNvSpPr>
            <a:spLocks/>
          </p:cNvSpPr>
          <p:nvPr/>
        </p:nvSpPr>
        <p:spPr bwMode="auto">
          <a:xfrm>
            <a:off x="7705757" y="5527895"/>
            <a:ext cx="1746012" cy="476669"/>
          </a:xfrm>
          <a:custGeom>
            <a:avLst/>
            <a:gdLst>
              <a:gd name="T0" fmla="*/ 195 w 832"/>
              <a:gd name="T1" fmla="*/ 223 h 227"/>
              <a:gd name="T2" fmla="*/ 45 w 832"/>
              <a:gd name="T3" fmla="*/ 44 h 227"/>
              <a:gd name="T4" fmla="*/ 43 w 832"/>
              <a:gd name="T5" fmla="*/ 45 h 227"/>
              <a:gd name="T6" fmla="*/ 52 w 832"/>
              <a:gd name="T7" fmla="*/ 26 h 227"/>
              <a:gd name="T8" fmla="*/ 26 w 832"/>
              <a:gd name="T9" fmla="*/ 0 h 227"/>
              <a:gd name="T10" fmla="*/ 0 w 832"/>
              <a:gd name="T11" fmla="*/ 26 h 227"/>
              <a:gd name="T12" fmla="*/ 26 w 832"/>
              <a:gd name="T13" fmla="*/ 52 h 227"/>
              <a:gd name="T14" fmla="*/ 41 w 832"/>
              <a:gd name="T15" fmla="*/ 46 h 227"/>
              <a:gd name="T16" fmla="*/ 193 w 832"/>
              <a:gd name="T17" fmla="*/ 227 h 227"/>
              <a:gd name="T18" fmla="*/ 832 w 832"/>
              <a:gd name="T19" fmla="*/ 227 h 227"/>
              <a:gd name="T20" fmla="*/ 832 w 832"/>
              <a:gd name="T21" fmla="*/ 223 h 227"/>
              <a:gd name="T22" fmla="*/ 195 w 832"/>
              <a:gd name="T23" fmla="*/ 223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2" h="227">
                <a:moveTo>
                  <a:pt x="195" y="223"/>
                </a:moveTo>
                <a:cubicBezTo>
                  <a:pt x="45" y="44"/>
                  <a:pt x="45" y="44"/>
                  <a:pt x="45" y="44"/>
                </a:cubicBezTo>
                <a:cubicBezTo>
                  <a:pt x="43" y="45"/>
                  <a:pt x="43" y="45"/>
                  <a:pt x="43" y="45"/>
                </a:cubicBezTo>
                <a:cubicBezTo>
                  <a:pt x="48" y="40"/>
                  <a:pt x="52" y="33"/>
                  <a:pt x="52" y="26"/>
                </a:cubicBezTo>
                <a:cubicBezTo>
                  <a:pt x="52" y="12"/>
                  <a:pt x="40" y="0"/>
                  <a:pt x="26" y="0"/>
                </a:cubicBezTo>
                <a:cubicBezTo>
                  <a:pt x="11" y="0"/>
                  <a:pt x="0" y="12"/>
                  <a:pt x="0" y="26"/>
                </a:cubicBezTo>
                <a:cubicBezTo>
                  <a:pt x="0" y="40"/>
                  <a:pt x="11" y="52"/>
                  <a:pt x="26" y="52"/>
                </a:cubicBezTo>
                <a:cubicBezTo>
                  <a:pt x="32" y="52"/>
                  <a:pt x="37" y="50"/>
                  <a:pt x="41" y="46"/>
                </a:cubicBezTo>
                <a:cubicBezTo>
                  <a:pt x="193" y="227"/>
                  <a:pt x="193" y="227"/>
                  <a:pt x="193" y="227"/>
                </a:cubicBezTo>
                <a:cubicBezTo>
                  <a:pt x="832" y="227"/>
                  <a:pt x="832" y="227"/>
                  <a:pt x="832" y="227"/>
                </a:cubicBezTo>
                <a:cubicBezTo>
                  <a:pt x="832" y="223"/>
                  <a:pt x="832" y="223"/>
                  <a:pt x="832" y="223"/>
                </a:cubicBezTo>
                <a:lnTo>
                  <a:pt x="195" y="223"/>
                </a:lnTo>
                <a:close/>
              </a:path>
            </a:pathLst>
          </a:custGeom>
          <a:solidFill>
            <a:schemeClr val="bg1"/>
          </a:solidFill>
          <a:ln w="15875" cap="flat">
            <a:solidFill>
              <a:schemeClr val="tx1">
                <a:lumMod val="65000"/>
                <a:lumOff val="3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2" name="Freeform 28"/>
          <p:cNvSpPr>
            <a:spLocks/>
          </p:cNvSpPr>
          <p:nvPr/>
        </p:nvSpPr>
        <p:spPr bwMode="auto">
          <a:xfrm>
            <a:off x="2444200" y="5527895"/>
            <a:ext cx="2029173" cy="476669"/>
          </a:xfrm>
          <a:custGeom>
            <a:avLst/>
            <a:gdLst>
              <a:gd name="T0" fmla="*/ 941 w 967"/>
              <a:gd name="T1" fmla="*/ 0 h 227"/>
              <a:gd name="T2" fmla="*/ 915 w 967"/>
              <a:gd name="T3" fmla="*/ 26 h 227"/>
              <a:gd name="T4" fmla="*/ 923 w 967"/>
              <a:gd name="T5" fmla="*/ 44 h 227"/>
              <a:gd name="T6" fmla="*/ 745 w 967"/>
              <a:gd name="T7" fmla="*/ 224 h 227"/>
              <a:gd name="T8" fmla="*/ 0 w 967"/>
              <a:gd name="T9" fmla="*/ 224 h 227"/>
              <a:gd name="T10" fmla="*/ 0 w 967"/>
              <a:gd name="T11" fmla="*/ 227 h 227"/>
              <a:gd name="T12" fmla="*/ 747 w 967"/>
              <a:gd name="T13" fmla="*/ 227 h 227"/>
              <a:gd name="T14" fmla="*/ 925 w 967"/>
              <a:gd name="T15" fmla="*/ 47 h 227"/>
              <a:gd name="T16" fmla="*/ 941 w 967"/>
              <a:gd name="T17" fmla="*/ 52 h 227"/>
              <a:gd name="T18" fmla="*/ 967 w 967"/>
              <a:gd name="T19" fmla="*/ 26 h 227"/>
              <a:gd name="T20" fmla="*/ 941 w 967"/>
              <a:gd name="T21" fmla="*/ 0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67" h="227">
                <a:moveTo>
                  <a:pt x="941" y="0"/>
                </a:moveTo>
                <a:cubicBezTo>
                  <a:pt x="927" y="0"/>
                  <a:pt x="915" y="12"/>
                  <a:pt x="915" y="26"/>
                </a:cubicBezTo>
                <a:cubicBezTo>
                  <a:pt x="915" y="33"/>
                  <a:pt x="918" y="40"/>
                  <a:pt x="923" y="44"/>
                </a:cubicBezTo>
                <a:cubicBezTo>
                  <a:pt x="745" y="224"/>
                  <a:pt x="745" y="224"/>
                  <a:pt x="745" y="224"/>
                </a:cubicBezTo>
                <a:cubicBezTo>
                  <a:pt x="0" y="224"/>
                  <a:pt x="0" y="224"/>
                  <a:pt x="0" y="224"/>
                </a:cubicBezTo>
                <a:cubicBezTo>
                  <a:pt x="0" y="227"/>
                  <a:pt x="0" y="227"/>
                  <a:pt x="0" y="227"/>
                </a:cubicBezTo>
                <a:cubicBezTo>
                  <a:pt x="747" y="227"/>
                  <a:pt x="747" y="227"/>
                  <a:pt x="747" y="227"/>
                </a:cubicBezTo>
                <a:cubicBezTo>
                  <a:pt x="925" y="47"/>
                  <a:pt x="925" y="47"/>
                  <a:pt x="925" y="47"/>
                </a:cubicBezTo>
                <a:cubicBezTo>
                  <a:pt x="930" y="50"/>
                  <a:pt x="935" y="52"/>
                  <a:pt x="941" y="52"/>
                </a:cubicBezTo>
                <a:cubicBezTo>
                  <a:pt x="955" y="52"/>
                  <a:pt x="967" y="41"/>
                  <a:pt x="967" y="26"/>
                </a:cubicBezTo>
                <a:cubicBezTo>
                  <a:pt x="967" y="12"/>
                  <a:pt x="955" y="0"/>
                  <a:pt x="941" y="0"/>
                </a:cubicBezTo>
                <a:close/>
              </a:path>
            </a:pathLst>
          </a:custGeom>
          <a:solidFill>
            <a:srgbClr val="FFFFFF"/>
          </a:solidFill>
          <a:ln w="15875" cap="flat">
            <a:solidFill>
              <a:schemeClr val="tx1">
                <a:lumMod val="65000"/>
                <a:lumOff val="3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3" name="文本框 32"/>
          <p:cNvSpPr txBox="1"/>
          <p:nvPr/>
        </p:nvSpPr>
        <p:spPr>
          <a:xfrm>
            <a:off x="7218880" y="1153757"/>
            <a:ext cx="2856518" cy="830997"/>
          </a:xfrm>
          <a:prstGeom prst="rect">
            <a:avLst/>
          </a:prstGeom>
          <a:noFill/>
        </p:spPr>
        <p:txBody>
          <a:bodyPr wrap="square" rtlCol="0">
            <a:spAutoFit/>
          </a:bodyPr>
          <a:lstStyle/>
          <a:p>
            <a:pPr>
              <a:lnSpc>
                <a:spcPct val="120000"/>
              </a:lnSpc>
            </a:pPr>
            <a:r>
              <a:rPr lang="zh-CN" altLang="en-US" sz="2400" b="1" dirty="0">
                <a:solidFill>
                  <a:srgbClr val="9FC628"/>
                </a:solidFill>
              </a:rPr>
              <a:t>添加标题</a:t>
            </a:r>
            <a:endParaRPr lang="en-US" altLang="zh-CN" sz="2400" b="1" dirty="0">
              <a:solidFill>
                <a:srgbClr val="9FC628"/>
              </a:solidFill>
            </a:endParaRPr>
          </a:p>
          <a:p>
            <a:pPr>
              <a:lnSpc>
                <a:spcPct val="120000"/>
              </a:lnSpc>
            </a:pPr>
            <a:r>
              <a:rPr lang="zh-CN" altLang="en-US" sz="1600" dirty="0">
                <a:solidFill>
                  <a:schemeClr val="tx1">
                    <a:lumMod val="65000"/>
                    <a:lumOff val="35000"/>
                  </a:schemeClr>
                </a:solidFill>
              </a:rPr>
              <a:t>添加内容添加内容</a:t>
            </a:r>
          </a:p>
        </p:txBody>
      </p:sp>
      <p:sp>
        <p:nvSpPr>
          <p:cNvPr id="34" name="文本框 33"/>
          <p:cNvSpPr txBox="1"/>
          <p:nvPr/>
        </p:nvSpPr>
        <p:spPr>
          <a:xfrm>
            <a:off x="8289830" y="5158667"/>
            <a:ext cx="2856518" cy="830997"/>
          </a:xfrm>
          <a:prstGeom prst="rect">
            <a:avLst/>
          </a:prstGeom>
          <a:noFill/>
        </p:spPr>
        <p:txBody>
          <a:bodyPr wrap="square" rtlCol="0">
            <a:spAutoFit/>
          </a:bodyPr>
          <a:lstStyle/>
          <a:p>
            <a:pPr>
              <a:lnSpc>
                <a:spcPct val="120000"/>
              </a:lnSpc>
            </a:pPr>
            <a:r>
              <a:rPr lang="zh-CN" altLang="en-US" sz="2400" b="1" dirty="0">
                <a:solidFill>
                  <a:srgbClr val="EB430A"/>
                </a:solidFill>
              </a:rPr>
              <a:t>添加标题</a:t>
            </a:r>
            <a:endParaRPr lang="en-US" altLang="zh-CN" sz="2400" b="1" dirty="0">
              <a:solidFill>
                <a:srgbClr val="EB430A"/>
              </a:solidFill>
            </a:endParaRPr>
          </a:p>
          <a:p>
            <a:pPr>
              <a:lnSpc>
                <a:spcPct val="120000"/>
              </a:lnSpc>
            </a:pPr>
            <a:r>
              <a:rPr lang="zh-CN" altLang="en-US" sz="1600" dirty="0">
                <a:solidFill>
                  <a:schemeClr val="tx1">
                    <a:lumMod val="65000"/>
                    <a:lumOff val="35000"/>
                  </a:schemeClr>
                </a:solidFill>
              </a:rPr>
              <a:t>添加内容添加内容</a:t>
            </a:r>
          </a:p>
        </p:txBody>
      </p:sp>
      <p:sp>
        <p:nvSpPr>
          <p:cNvPr id="35" name="文本框 34"/>
          <p:cNvSpPr txBox="1"/>
          <p:nvPr/>
        </p:nvSpPr>
        <p:spPr>
          <a:xfrm>
            <a:off x="962238" y="5158667"/>
            <a:ext cx="2856518" cy="830997"/>
          </a:xfrm>
          <a:prstGeom prst="rect">
            <a:avLst/>
          </a:prstGeom>
          <a:noFill/>
        </p:spPr>
        <p:txBody>
          <a:bodyPr wrap="square" rtlCol="0">
            <a:spAutoFit/>
          </a:bodyPr>
          <a:lstStyle/>
          <a:p>
            <a:pPr algn="r">
              <a:lnSpc>
                <a:spcPct val="120000"/>
              </a:lnSpc>
            </a:pPr>
            <a:r>
              <a:rPr lang="zh-CN" altLang="en-US" sz="2400" b="1" dirty="0">
                <a:solidFill>
                  <a:srgbClr val="6D5DA5"/>
                </a:solidFill>
              </a:rPr>
              <a:t>添加标题</a:t>
            </a:r>
            <a:endParaRPr lang="en-US" altLang="zh-CN" sz="2400" b="1" dirty="0">
              <a:solidFill>
                <a:srgbClr val="6D5DA5"/>
              </a:solidFill>
            </a:endParaRPr>
          </a:p>
          <a:p>
            <a:pPr algn="r">
              <a:lnSpc>
                <a:spcPct val="120000"/>
              </a:lnSpc>
            </a:pPr>
            <a:r>
              <a:rPr lang="zh-CN" altLang="en-US" sz="1600" dirty="0">
                <a:solidFill>
                  <a:schemeClr val="tx1">
                    <a:lumMod val="65000"/>
                    <a:lumOff val="35000"/>
                  </a:schemeClr>
                </a:solidFill>
              </a:rPr>
              <a:t>添加内容添加内容</a:t>
            </a:r>
          </a:p>
        </p:txBody>
      </p:sp>
      <p:sp>
        <p:nvSpPr>
          <p:cNvPr id="36"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三项交叉</a:t>
            </a:r>
            <a:endParaRPr lang="zh-CN" altLang="zh-CN" sz="2800" b="1" dirty="0">
              <a:solidFill>
                <a:schemeClr val="tx1">
                  <a:lumMod val="65000"/>
                  <a:lumOff val="35000"/>
                </a:schemeClr>
              </a:solidFill>
            </a:endParaRPr>
          </a:p>
        </p:txBody>
      </p:sp>
      <p:sp>
        <p:nvSpPr>
          <p:cNvPr id="4" name="文本框 3"/>
          <p:cNvSpPr txBox="1"/>
          <p:nvPr/>
        </p:nvSpPr>
        <p:spPr>
          <a:xfrm>
            <a:off x="5543187" y="1883132"/>
            <a:ext cx="1107996" cy="369332"/>
          </a:xfrm>
          <a:prstGeom prst="rect">
            <a:avLst/>
          </a:prstGeom>
          <a:noFill/>
        </p:spPr>
        <p:txBody>
          <a:bodyPr wrap="none" rtlCol="0">
            <a:spAutoFit/>
          </a:bodyPr>
          <a:lstStyle/>
          <a:p>
            <a:r>
              <a:rPr lang="zh-CN" altLang="en-US" b="1" dirty="0">
                <a:solidFill>
                  <a:schemeClr val="bg1"/>
                </a:solidFill>
              </a:rPr>
              <a:t>添加标题</a:t>
            </a:r>
          </a:p>
        </p:txBody>
      </p:sp>
      <p:sp>
        <p:nvSpPr>
          <p:cNvPr id="39" name="文本框 38"/>
          <p:cNvSpPr txBox="1"/>
          <p:nvPr/>
        </p:nvSpPr>
        <p:spPr>
          <a:xfrm>
            <a:off x="7112222" y="4357911"/>
            <a:ext cx="1107996" cy="369332"/>
          </a:xfrm>
          <a:prstGeom prst="rect">
            <a:avLst/>
          </a:prstGeom>
          <a:noFill/>
        </p:spPr>
        <p:txBody>
          <a:bodyPr wrap="none" rtlCol="0">
            <a:spAutoFit/>
          </a:bodyPr>
          <a:lstStyle/>
          <a:p>
            <a:r>
              <a:rPr lang="zh-CN" altLang="en-US" b="1" dirty="0">
                <a:solidFill>
                  <a:schemeClr val="bg1"/>
                </a:solidFill>
              </a:rPr>
              <a:t>添加标题</a:t>
            </a:r>
          </a:p>
        </p:txBody>
      </p:sp>
      <p:sp>
        <p:nvSpPr>
          <p:cNvPr id="40" name="文本框 39"/>
          <p:cNvSpPr txBox="1"/>
          <p:nvPr/>
        </p:nvSpPr>
        <p:spPr>
          <a:xfrm>
            <a:off x="3984878" y="4357911"/>
            <a:ext cx="1107996" cy="369332"/>
          </a:xfrm>
          <a:prstGeom prst="rect">
            <a:avLst/>
          </a:prstGeom>
          <a:noFill/>
        </p:spPr>
        <p:txBody>
          <a:bodyPr wrap="none" rtlCol="0">
            <a:spAutoFit/>
          </a:bodyPr>
          <a:lstStyle/>
          <a:p>
            <a:r>
              <a:rPr lang="zh-CN" altLang="en-US" b="1" dirty="0">
                <a:solidFill>
                  <a:schemeClr val="bg1"/>
                </a:solidFill>
              </a:rPr>
              <a:t>添加标题</a:t>
            </a:r>
          </a:p>
        </p:txBody>
      </p:sp>
      <p:sp>
        <p:nvSpPr>
          <p:cNvPr id="41" name="Rectangle 58"/>
          <p:cNvSpPr/>
          <p:nvPr/>
        </p:nvSpPr>
        <p:spPr>
          <a:xfrm>
            <a:off x="5057670" y="2356752"/>
            <a:ext cx="2076661" cy="622350"/>
          </a:xfrm>
          <a:prstGeom prst="rect">
            <a:avLst/>
          </a:prstGeom>
        </p:spPr>
        <p:txBody>
          <a:bodyPr wrap="square">
            <a:spAutoFit/>
          </a:bodyPr>
          <a:lstStyle/>
          <a:p>
            <a:pPr algn="ctr">
              <a:lnSpc>
                <a:spcPct val="123000"/>
              </a:lnSpc>
              <a:spcBef>
                <a:spcPts val="600"/>
              </a:spcBef>
            </a:pPr>
            <a:r>
              <a:rPr lang="zh-CN" altLang="en-US" sz="1400" dirty="0">
                <a:solidFill>
                  <a:schemeClr val="bg1"/>
                </a:solidFill>
                <a:latin typeface="+mn-ea"/>
              </a:rPr>
              <a:t>添加内容，添加内容添加内容</a:t>
            </a:r>
          </a:p>
        </p:txBody>
      </p:sp>
      <p:sp>
        <p:nvSpPr>
          <p:cNvPr id="42" name="Rectangle 58"/>
          <p:cNvSpPr/>
          <p:nvPr/>
        </p:nvSpPr>
        <p:spPr>
          <a:xfrm>
            <a:off x="6811447" y="4868023"/>
            <a:ext cx="1478383" cy="887359"/>
          </a:xfrm>
          <a:prstGeom prst="rect">
            <a:avLst/>
          </a:prstGeom>
        </p:spPr>
        <p:txBody>
          <a:bodyPr wrap="square">
            <a:spAutoFit/>
          </a:bodyPr>
          <a:lstStyle/>
          <a:p>
            <a:pPr>
              <a:lnSpc>
                <a:spcPct val="123000"/>
              </a:lnSpc>
              <a:spcBef>
                <a:spcPts val="600"/>
              </a:spcBef>
            </a:pPr>
            <a:r>
              <a:rPr lang="zh-CN" altLang="en-US" sz="1400" dirty="0">
                <a:solidFill>
                  <a:schemeClr val="bg1"/>
                </a:solidFill>
                <a:latin typeface="+mn-ea"/>
              </a:rPr>
              <a:t>单击添加内容，添加内容添加内容</a:t>
            </a:r>
          </a:p>
        </p:txBody>
      </p:sp>
      <p:sp>
        <p:nvSpPr>
          <p:cNvPr id="43" name="Rectangle 58"/>
          <p:cNvSpPr/>
          <p:nvPr/>
        </p:nvSpPr>
        <p:spPr>
          <a:xfrm>
            <a:off x="4155569" y="4868023"/>
            <a:ext cx="1478383" cy="887359"/>
          </a:xfrm>
          <a:prstGeom prst="rect">
            <a:avLst/>
          </a:prstGeom>
        </p:spPr>
        <p:txBody>
          <a:bodyPr wrap="square">
            <a:spAutoFit/>
          </a:bodyPr>
          <a:lstStyle/>
          <a:p>
            <a:pPr>
              <a:lnSpc>
                <a:spcPct val="123000"/>
              </a:lnSpc>
              <a:spcBef>
                <a:spcPts val="600"/>
              </a:spcBef>
            </a:pPr>
            <a:r>
              <a:rPr lang="zh-CN" altLang="en-US" sz="1400" dirty="0">
                <a:solidFill>
                  <a:schemeClr val="bg1"/>
                </a:solidFill>
                <a:latin typeface="+mn-ea"/>
              </a:rPr>
              <a:t>单击添加内容，添加内容添加内容</a:t>
            </a:r>
          </a:p>
        </p:txBody>
      </p:sp>
      <p:grpSp>
        <p:nvGrpSpPr>
          <p:cNvPr id="44" name="组合 43"/>
          <p:cNvGrpSpPr/>
          <p:nvPr/>
        </p:nvGrpSpPr>
        <p:grpSpPr>
          <a:xfrm>
            <a:off x="4844424" y="3294212"/>
            <a:ext cx="589359" cy="477219"/>
            <a:chOff x="1722438" y="11113"/>
            <a:chExt cx="750888" cy="608013"/>
          </a:xfrm>
          <a:solidFill>
            <a:schemeClr val="bg1"/>
          </a:solidFill>
        </p:grpSpPr>
        <p:sp>
          <p:nvSpPr>
            <p:cNvPr id="45" name="Freeform 11"/>
            <p:cNvSpPr>
              <a:spLocks noEditPoints="1"/>
            </p:cNvSpPr>
            <p:nvPr/>
          </p:nvSpPr>
          <p:spPr bwMode="auto">
            <a:xfrm>
              <a:off x="1722438" y="103188"/>
              <a:ext cx="508000" cy="515938"/>
            </a:xfrm>
            <a:custGeom>
              <a:avLst/>
              <a:gdLst>
                <a:gd name="T0" fmla="*/ 0 w 135"/>
                <a:gd name="T1" fmla="*/ 68 h 135"/>
                <a:gd name="T2" fmla="*/ 135 w 135"/>
                <a:gd name="T3" fmla="*/ 68 h 135"/>
                <a:gd name="T4" fmla="*/ 47 w 135"/>
                <a:gd name="T5" fmla="*/ 16 h 135"/>
                <a:gd name="T6" fmla="*/ 20 w 135"/>
                <a:gd name="T7" fmla="*/ 38 h 135"/>
                <a:gd name="T8" fmla="*/ 18 w 135"/>
                <a:gd name="T9" fmla="*/ 42 h 135"/>
                <a:gd name="T10" fmla="*/ 32 w 135"/>
                <a:gd name="T11" fmla="*/ 66 h 135"/>
                <a:gd name="T12" fmla="*/ 18 w 135"/>
                <a:gd name="T13" fmla="*/ 42 h 135"/>
                <a:gd name="T14" fmla="*/ 12 w 135"/>
                <a:gd name="T15" fmla="*/ 71 h 135"/>
                <a:gd name="T16" fmla="*/ 35 w 135"/>
                <a:gd name="T17" fmla="*/ 95 h 135"/>
                <a:gd name="T18" fmla="*/ 21 w 135"/>
                <a:gd name="T19" fmla="*/ 99 h 135"/>
                <a:gd name="T20" fmla="*/ 48 w 135"/>
                <a:gd name="T21" fmla="*/ 120 h 135"/>
                <a:gd name="T22" fmla="*/ 63 w 135"/>
                <a:gd name="T23" fmla="*/ 123 h 135"/>
                <a:gd name="T24" fmla="*/ 63 w 135"/>
                <a:gd name="T25" fmla="*/ 99 h 135"/>
                <a:gd name="T26" fmla="*/ 63 w 135"/>
                <a:gd name="T27" fmla="*/ 95 h 135"/>
                <a:gd name="T28" fmla="*/ 40 w 135"/>
                <a:gd name="T29" fmla="*/ 71 h 135"/>
                <a:gd name="T30" fmla="*/ 63 w 135"/>
                <a:gd name="T31" fmla="*/ 95 h 135"/>
                <a:gd name="T32" fmla="*/ 40 w 135"/>
                <a:gd name="T33" fmla="*/ 66 h 135"/>
                <a:gd name="T34" fmla="*/ 63 w 135"/>
                <a:gd name="T35" fmla="*/ 42 h 135"/>
                <a:gd name="T36" fmla="*/ 63 w 135"/>
                <a:gd name="T37" fmla="*/ 38 h 135"/>
                <a:gd name="T38" fmla="*/ 63 w 135"/>
                <a:gd name="T39" fmla="*/ 12 h 135"/>
                <a:gd name="T40" fmla="*/ 63 w 135"/>
                <a:gd name="T41" fmla="*/ 38 h 135"/>
                <a:gd name="T42" fmla="*/ 123 w 135"/>
                <a:gd name="T43" fmla="*/ 66 h 135"/>
                <a:gd name="T44" fmla="*/ 101 w 135"/>
                <a:gd name="T45" fmla="*/ 42 h 135"/>
                <a:gd name="T46" fmla="*/ 115 w 135"/>
                <a:gd name="T47" fmla="*/ 38 h 135"/>
                <a:gd name="T48" fmla="*/ 88 w 135"/>
                <a:gd name="T49" fmla="*/ 15 h 135"/>
                <a:gd name="T50" fmla="*/ 72 w 135"/>
                <a:gd name="T51" fmla="*/ 12 h 135"/>
                <a:gd name="T52" fmla="*/ 90 w 135"/>
                <a:gd name="T53" fmla="*/ 38 h 135"/>
                <a:gd name="T54" fmla="*/ 72 w 135"/>
                <a:gd name="T55" fmla="*/ 12 h 135"/>
                <a:gd name="T56" fmla="*/ 92 w 135"/>
                <a:gd name="T57" fmla="*/ 42 h 135"/>
                <a:gd name="T58" fmla="*/ 72 w 135"/>
                <a:gd name="T59" fmla="*/ 66 h 135"/>
                <a:gd name="T60" fmla="*/ 72 w 135"/>
                <a:gd name="T61" fmla="*/ 71 h 135"/>
                <a:gd name="T62" fmla="*/ 91 w 135"/>
                <a:gd name="T63" fmla="*/ 95 h 135"/>
                <a:gd name="T64" fmla="*/ 72 w 135"/>
                <a:gd name="T65" fmla="*/ 71 h 135"/>
                <a:gd name="T66" fmla="*/ 72 w 135"/>
                <a:gd name="T67" fmla="*/ 99 h 135"/>
                <a:gd name="T68" fmla="*/ 72 w 135"/>
                <a:gd name="T69" fmla="*/ 123 h 135"/>
                <a:gd name="T70" fmla="*/ 99 w 135"/>
                <a:gd name="T71" fmla="*/ 99 h 135"/>
                <a:gd name="T72" fmla="*/ 87 w 135"/>
                <a:gd name="T73" fmla="*/ 120 h 135"/>
                <a:gd name="T74" fmla="*/ 100 w 135"/>
                <a:gd name="T75" fmla="*/ 95 h 135"/>
                <a:gd name="T76" fmla="*/ 123 w 135"/>
                <a:gd name="T77" fmla="*/ 71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5" h="135">
                  <a:moveTo>
                    <a:pt x="68" y="0"/>
                  </a:moveTo>
                  <a:cubicBezTo>
                    <a:pt x="30" y="0"/>
                    <a:pt x="0" y="30"/>
                    <a:pt x="0" y="68"/>
                  </a:cubicBezTo>
                  <a:cubicBezTo>
                    <a:pt x="0" y="105"/>
                    <a:pt x="30" y="135"/>
                    <a:pt x="68" y="135"/>
                  </a:cubicBezTo>
                  <a:cubicBezTo>
                    <a:pt x="105" y="135"/>
                    <a:pt x="135" y="105"/>
                    <a:pt x="135" y="68"/>
                  </a:cubicBezTo>
                  <a:cubicBezTo>
                    <a:pt x="135" y="30"/>
                    <a:pt x="105" y="0"/>
                    <a:pt x="68" y="0"/>
                  </a:cubicBezTo>
                  <a:close/>
                  <a:moveTo>
                    <a:pt x="47" y="16"/>
                  </a:moveTo>
                  <a:cubicBezTo>
                    <a:pt x="42" y="21"/>
                    <a:pt x="38" y="28"/>
                    <a:pt x="35" y="38"/>
                  </a:cubicBezTo>
                  <a:cubicBezTo>
                    <a:pt x="20" y="38"/>
                    <a:pt x="20" y="38"/>
                    <a:pt x="20" y="38"/>
                  </a:cubicBezTo>
                  <a:cubicBezTo>
                    <a:pt x="26" y="28"/>
                    <a:pt x="36" y="20"/>
                    <a:pt x="47" y="16"/>
                  </a:cubicBezTo>
                  <a:close/>
                  <a:moveTo>
                    <a:pt x="18" y="42"/>
                  </a:moveTo>
                  <a:cubicBezTo>
                    <a:pt x="34" y="42"/>
                    <a:pt x="34" y="42"/>
                    <a:pt x="34" y="42"/>
                  </a:cubicBezTo>
                  <a:cubicBezTo>
                    <a:pt x="33" y="49"/>
                    <a:pt x="32" y="57"/>
                    <a:pt x="32" y="66"/>
                  </a:cubicBezTo>
                  <a:cubicBezTo>
                    <a:pt x="12" y="66"/>
                    <a:pt x="12" y="66"/>
                    <a:pt x="12" y="66"/>
                  </a:cubicBezTo>
                  <a:cubicBezTo>
                    <a:pt x="12" y="58"/>
                    <a:pt x="14" y="50"/>
                    <a:pt x="18" y="42"/>
                  </a:cubicBezTo>
                  <a:close/>
                  <a:moveTo>
                    <a:pt x="19" y="95"/>
                  </a:moveTo>
                  <a:cubicBezTo>
                    <a:pt x="15" y="87"/>
                    <a:pt x="12" y="79"/>
                    <a:pt x="12" y="71"/>
                  </a:cubicBezTo>
                  <a:cubicBezTo>
                    <a:pt x="32" y="71"/>
                    <a:pt x="32" y="71"/>
                    <a:pt x="32" y="71"/>
                  </a:cubicBezTo>
                  <a:cubicBezTo>
                    <a:pt x="32" y="80"/>
                    <a:pt x="33" y="88"/>
                    <a:pt x="35" y="95"/>
                  </a:cubicBezTo>
                  <a:lnTo>
                    <a:pt x="19" y="95"/>
                  </a:lnTo>
                  <a:close/>
                  <a:moveTo>
                    <a:pt x="21" y="99"/>
                  </a:moveTo>
                  <a:cubicBezTo>
                    <a:pt x="36" y="99"/>
                    <a:pt x="36" y="99"/>
                    <a:pt x="36" y="99"/>
                  </a:cubicBezTo>
                  <a:cubicBezTo>
                    <a:pt x="39" y="108"/>
                    <a:pt x="44" y="115"/>
                    <a:pt x="48" y="120"/>
                  </a:cubicBezTo>
                  <a:cubicBezTo>
                    <a:pt x="37" y="116"/>
                    <a:pt x="28" y="109"/>
                    <a:pt x="21" y="99"/>
                  </a:cubicBezTo>
                  <a:close/>
                  <a:moveTo>
                    <a:pt x="63" y="123"/>
                  </a:moveTo>
                  <a:cubicBezTo>
                    <a:pt x="58" y="119"/>
                    <a:pt x="51" y="112"/>
                    <a:pt x="45" y="99"/>
                  </a:cubicBezTo>
                  <a:cubicBezTo>
                    <a:pt x="63" y="99"/>
                    <a:pt x="63" y="99"/>
                    <a:pt x="63" y="99"/>
                  </a:cubicBezTo>
                  <a:lnTo>
                    <a:pt x="63" y="123"/>
                  </a:lnTo>
                  <a:close/>
                  <a:moveTo>
                    <a:pt x="63" y="95"/>
                  </a:moveTo>
                  <a:cubicBezTo>
                    <a:pt x="44" y="95"/>
                    <a:pt x="44" y="95"/>
                    <a:pt x="44" y="95"/>
                  </a:cubicBezTo>
                  <a:cubicBezTo>
                    <a:pt x="42" y="88"/>
                    <a:pt x="40" y="80"/>
                    <a:pt x="40" y="71"/>
                  </a:cubicBezTo>
                  <a:cubicBezTo>
                    <a:pt x="63" y="71"/>
                    <a:pt x="63" y="71"/>
                    <a:pt x="63" y="71"/>
                  </a:cubicBezTo>
                  <a:lnTo>
                    <a:pt x="63" y="95"/>
                  </a:lnTo>
                  <a:close/>
                  <a:moveTo>
                    <a:pt x="63" y="66"/>
                  </a:moveTo>
                  <a:cubicBezTo>
                    <a:pt x="40" y="66"/>
                    <a:pt x="40" y="66"/>
                    <a:pt x="40" y="66"/>
                  </a:cubicBezTo>
                  <a:cubicBezTo>
                    <a:pt x="40" y="57"/>
                    <a:pt x="41" y="49"/>
                    <a:pt x="43" y="42"/>
                  </a:cubicBezTo>
                  <a:cubicBezTo>
                    <a:pt x="63" y="42"/>
                    <a:pt x="63" y="42"/>
                    <a:pt x="63" y="42"/>
                  </a:cubicBezTo>
                  <a:lnTo>
                    <a:pt x="63" y="66"/>
                  </a:lnTo>
                  <a:close/>
                  <a:moveTo>
                    <a:pt x="63" y="38"/>
                  </a:moveTo>
                  <a:cubicBezTo>
                    <a:pt x="44" y="38"/>
                    <a:pt x="44" y="38"/>
                    <a:pt x="44" y="38"/>
                  </a:cubicBezTo>
                  <a:cubicBezTo>
                    <a:pt x="49" y="24"/>
                    <a:pt x="57" y="16"/>
                    <a:pt x="63" y="12"/>
                  </a:cubicBezTo>
                  <a:cubicBezTo>
                    <a:pt x="63" y="12"/>
                    <a:pt x="63" y="12"/>
                    <a:pt x="63" y="12"/>
                  </a:cubicBezTo>
                  <a:lnTo>
                    <a:pt x="63" y="38"/>
                  </a:lnTo>
                  <a:close/>
                  <a:moveTo>
                    <a:pt x="117" y="42"/>
                  </a:moveTo>
                  <a:cubicBezTo>
                    <a:pt x="121" y="50"/>
                    <a:pt x="123" y="58"/>
                    <a:pt x="123" y="66"/>
                  </a:cubicBezTo>
                  <a:cubicBezTo>
                    <a:pt x="103" y="66"/>
                    <a:pt x="103" y="66"/>
                    <a:pt x="103" y="66"/>
                  </a:cubicBezTo>
                  <a:cubicBezTo>
                    <a:pt x="103" y="57"/>
                    <a:pt x="102" y="49"/>
                    <a:pt x="101" y="42"/>
                  </a:cubicBezTo>
                  <a:lnTo>
                    <a:pt x="117" y="42"/>
                  </a:lnTo>
                  <a:close/>
                  <a:moveTo>
                    <a:pt x="115" y="38"/>
                  </a:moveTo>
                  <a:cubicBezTo>
                    <a:pt x="99" y="38"/>
                    <a:pt x="99" y="38"/>
                    <a:pt x="99" y="38"/>
                  </a:cubicBezTo>
                  <a:cubicBezTo>
                    <a:pt x="97" y="28"/>
                    <a:pt x="92" y="21"/>
                    <a:pt x="88" y="15"/>
                  </a:cubicBezTo>
                  <a:cubicBezTo>
                    <a:pt x="99" y="20"/>
                    <a:pt x="109" y="28"/>
                    <a:pt x="115" y="38"/>
                  </a:cubicBezTo>
                  <a:close/>
                  <a:moveTo>
                    <a:pt x="72" y="12"/>
                  </a:moveTo>
                  <a:cubicBezTo>
                    <a:pt x="72" y="12"/>
                    <a:pt x="72" y="12"/>
                    <a:pt x="72" y="12"/>
                  </a:cubicBezTo>
                  <a:cubicBezTo>
                    <a:pt x="78" y="16"/>
                    <a:pt x="86" y="24"/>
                    <a:pt x="90" y="38"/>
                  </a:cubicBezTo>
                  <a:cubicBezTo>
                    <a:pt x="72" y="38"/>
                    <a:pt x="72" y="38"/>
                    <a:pt x="72" y="38"/>
                  </a:cubicBezTo>
                  <a:lnTo>
                    <a:pt x="72" y="12"/>
                  </a:lnTo>
                  <a:close/>
                  <a:moveTo>
                    <a:pt x="72" y="42"/>
                  </a:moveTo>
                  <a:cubicBezTo>
                    <a:pt x="92" y="42"/>
                    <a:pt x="92" y="42"/>
                    <a:pt x="92" y="42"/>
                  </a:cubicBezTo>
                  <a:cubicBezTo>
                    <a:pt x="94" y="49"/>
                    <a:pt x="95" y="57"/>
                    <a:pt x="95" y="66"/>
                  </a:cubicBezTo>
                  <a:cubicBezTo>
                    <a:pt x="72" y="66"/>
                    <a:pt x="72" y="66"/>
                    <a:pt x="72" y="66"/>
                  </a:cubicBezTo>
                  <a:lnTo>
                    <a:pt x="72" y="42"/>
                  </a:lnTo>
                  <a:close/>
                  <a:moveTo>
                    <a:pt x="72" y="71"/>
                  </a:moveTo>
                  <a:cubicBezTo>
                    <a:pt x="95" y="71"/>
                    <a:pt x="95" y="71"/>
                    <a:pt x="95" y="71"/>
                  </a:cubicBezTo>
                  <a:cubicBezTo>
                    <a:pt x="94" y="80"/>
                    <a:pt x="93" y="88"/>
                    <a:pt x="91" y="95"/>
                  </a:cubicBezTo>
                  <a:cubicBezTo>
                    <a:pt x="72" y="95"/>
                    <a:pt x="72" y="95"/>
                    <a:pt x="72" y="95"/>
                  </a:cubicBezTo>
                  <a:lnTo>
                    <a:pt x="72" y="71"/>
                  </a:lnTo>
                  <a:close/>
                  <a:moveTo>
                    <a:pt x="72" y="123"/>
                  </a:moveTo>
                  <a:cubicBezTo>
                    <a:pt x="72" y="99"/>
                    <a:pt x="72" y="99"/>
                    <a:pt x="72" y="99"/>
                  </a:cubicBezTo>
                  <a:cubicBezTo>
                    <a:pt x="89" y="99"/>
                    <a:pt x="89" y="99"/>
                    <a:pt x="89" y="99"/>
                  </a:cubicBezTo>
                  <a:cubicBezTo>
                    <a:pt x="84" y="112"/>
                    <a:pt x="77" y="119"/>
                    <a:pt x="72" y="123"/>
                  </a:cubicBezTo>
                  <a:close/>
                  <a:moveTo>
                    <a:pt x="87" y="120"/>
                  </a:moveTo>
                  <a:cubicBezTo>
                    <a:pt x="91" y="115"/>
                    <a:pt x="95" y="108"/>
                    <a:pt x="99" y="99"/>
                  </a:cubicBezTo>
                  <a:cubicBezTo>
                    <a:pt x="114" y="99"/>
                    <a:pt x="114" y="99"/>
                    <a:pt x="114" y="99"/>
                  </a:cubicBezTo>
                  <a:cubicBezTo>
                    <a:pt x="107" y="109"/>
                    <a:pt x="98" y="116"/>
                    <a:pt x="87" y="120"/>
                  </a:cubicBezTo>
                  <a:close/>
                  <a:moveTo>
                    <a:pt x="116" y="95"/>
                  </a:moveTo>
                  <a:cubicBezTo>
                    <a:pt x="100" y="95"/>
                    <a:pt x="100" y="95"/>
                    <a:pt x="100" y="95"/>
                  </a:cubicBezTo>
                  <a:cubicBezTo>
                    <a:pt x="102" y="88"/>
                    <a:pt x="103" y="80"/>
                    <a:pt x="103" y="71"/>
                  </a:cubicBezTo>
                  <a:cubicBezTo>
                    <a:pt x="123" y="71"/>
                    <a:pt x="123" y="71"/>
                    <a:pt x="123" y="71"/>
                  </a:cubicBezTo>
                  <a:cubicBezTo>
                    <a:pt x="123" y="79"/>
                    <a:pt x="121" y="87"/>
                    <a:pt x="116" y="9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12"/>
            <p:cNvSpPr>
              <a:spLocks noEditPoints="1"/>
            </p:cNvSpPr>
            <p:nvPr/>
          </p:nvSpPr>
          <p:spPr bwMode="auto">
            <a:xfrm>
              <a:off x="2030413" y="11113"/>
              <a:ext cx="442913" cy="515938"/>
            </a:xfrm>
            <a:custGeom>
              <a:avLst/>
              <a:gdLst>
                <a:gd name="T0" fmla="*/ 51 w 118"/>
                <a:gd name="T1" fmla="*/ 0 h 135"/>
                <a:gd name="T2" fmla="*/ 0 w 118"/>
                <a:gd name="T3" fmla="*/ 24 h 135"/>
                <a:gd name="T4" fmla="*/ 12 w 118"/>
                <a:gd name="T5" fmla="*/ 27 h 135"/>
                <a:gd name="T6" fmla="*/ 30 w 118"/>
                <a:gd name="T7" fmla="*/ 16 h 135"/>
                <a:gd name="T8" fmla="*/ 21 w 118"/>
                <a:gd name="T9" fmla="*/ 32 h 135"/>
                <a:gd name="T10" fmla="*/ 28 w 118"/>
                <a:gd name="T11" fmla="*/ 37 h 135"/>
                <a:gd name="T12" fmla="*/ 46 w 118"/>
                <a:gd name="T13" fmla="*/ 12 h 135"/>
                <a:gd name="T14" fmla="*/ 47 w 118"/>
                <a:gd name="T15" fmla="*/ 12 h 135"/>
                <a:gd name="T16" fmla="*/ 47 w 118"/>
                <a:gd name="T17" fmla="*/ 38 h 135"/>
                <a:gd name="T18" fmla="*/ 30 w 118"/>
                <a:gd name="T19" fmla="*/ 38 h 135"/>
                <a:gd name="T20" fmla="*/ 35 w 118"/>
                <a:gd name="T21" fmla="*/ 42 h 135"/>
                <a:gd name="T22" fmla="*/ 47 w 118"/>
                <a:gd name="T23" fmla="*/ 42 h 135"/>
                <a:gd name="T24" fmla="*/ 47 w 118"/>
                <a:gd name="T25" fmla="*/ 58 h 135"/>
                <a:gd name="T26" fmla="*/ 55 w 118"/>
                <a:gd name="T27" fmla="*/ 82 h 135"/>
                <a:gd name="T28" fmla="*/ 55 w 118"/>
                <a:gd name="T29" fmla="*/ 71 h 135"/>
                <a:gd name="T30" fmla="*/ 78 w 118"/>
                <a:gd name="T31" fmla="*/ 71 h 135"/>
                <a:gd name="T32" fmla="*/ 74 w 118"/>
                <a:gd name="T33" fmla="*/ 95 h 135"/>
                <a:gd name="T34" fmla="*/ 56 w 118"/>
                <a:gd name="T35" fmla="*/ 95 h 135"/>
                <a:gd name="T36" fmla="*/ 56 w 118"/>
                <a:gd name="T37" fmla="*/ 99 h 135"/>
                <a:gd name="T38" fmla="*/ 73 w 118"/>
                <a:gd name="T39" fmla="*/ 99 h 135"/>
                <a:gd name="T40" fmla="*/ 55 w 118"/>
                <a:gd name="T41" fmla="*/ 123 h 135"/>
                <a:gd name="T42" fmla="*/ 55 w 118"/>
                <a:gd name="T43" fmla="*/ 104 h 135"/>
                <a:gd name="T44" fmla="*/ 42 w 118"/>
                <a:gd name="T45" fmla="*/ 135 h 135"/>
                <a:gd name="T46" fmla="*/ 51 w 118"/>
                <a:gd name="T47" fmla="*/ 135 h 135"/>
                <a:gd name="T48" fmla="*/ 118 w 118"/>
                <a:gd name="T49" fmla="*/ 68 h 135"/>
                <a:gd name="T50" fmla="*/ 51 w 118"/>
                <a:gd name="T51" fmla="*/ 0 h 135"/>
                <a:gd name="T52" fmla="*/ 101 w 118"/>
                <a:gd name="T53" fmla="*/ 42 h 135"/>
                <a:gd name="T54" fmla="*/ 107 w 118"/>
                <a:gd name="T55" fmla="*/ 66 h 135"/>
                <a:gd name="T56" fmla="*/ 87 w 118"/>
                <a:gd name="T57" fmla="*/ 66 h 135"/>
                <a:gd name="T58" fmla="*/ 84 w 118"/>
                <a:gd name="T59" fmla="*/ 42 h 135"/>
                <a:gd name="T60" fmla="*/ 101 w 118"/>
                <a:gd name="T61" fmla="*/ 42 h 135"/>
                <a:gd name="T62" fmla="*/ 98 w 118"/>
                <a:gd name="T63" fmla="*/ 38 h 135"/>
                <a:gd name="T64" fmla="*/ 83 w 118"/>
                <a:gd name="T65" fmla="*/ 38 h 135"/>
                <a:gd name="T66" fmla="*/ 71 w 118"/>
                <a:gd name="T67" fmla="*/ 16 h 135"/>
                <a:gd name="T68" fmla="*/ 98 w 118"/>
                <a:gd name="T69" fmla="*/ 38 h 135"/>
                <a:gd name="T70" fmla="*/ 55 w 118"/>
                <a:gd name="T71" fmla="*/ 12 h 135"/>
                <a:gd name="T72" fmla="*/ 55 w 118"/>
                <a:gd name="T73" fmla="*/ 12 h 135"/>
                <a:gd name="T74" fmla="*/ 74 w 118"/>
                <a:gd name="T75" fmla="*/ 38 h 135"/>
                <a:gd name="T76" fmla="*/ 55 w 118"/>
                <a:gd name="T77" fmla="*/ 38 h 135"/>
                <a:gd name="T78" fmla="*/ 55 w 118"/>
                <a:gd name="T79" fmla="*/ 12 h 135"/>
                <a:gd name="T80" fmla="*/ 55 w 118"/>
                <a:gd name="T81" fmla="*/ 66 h 135"/>
                <a:gd name="T82" fmla="*/ 55 w 118"/>
                <a:gd name="T83" fmla="*/ 42 h 135"/>
                <a:gd name="T84" fmla="*/ 75 w 118"/>
                <a:gd name="T85" fmla="*/ 42 h 135"/>
                <a:gd name="T86" fmla="*/ 78 w 118"/>
                <a:gd name="T87" fmla="*/ 66 h 135"/>
                <a:gd name="T88" fmla="*/ 55 w 118"/>
                <a:gd name="T89" fmla="*/ 66 h 135"/>
                <a:gd name="T90" fmla="*/ 70 w 118"/>
                <a:gd name="T91" fmla="*/ 120 h 135"/>
                <a:gd name="T92" fmla="*/ 82 w 118"/>
                <a:gd name="T93" fmla="*/ 99 h 135"/>
                <a:gd name="T94" fmla="*/ 97 w 118"/>
                <a:gd name="T95" fmla="*/ 99 h 135"/>
                <a:gd name="T96" fmla="*/ 70 w 118"/>
                <a:gd name="T97" fmla="*/ 120 h 135"/>
                <a:gd name="T98" fmla="*/ 100 w 118"/>
                <a:gd name="T99" fmla="*/ 95 h 135"/>
                <a:gd name="T100" fmla="*/ 83 w 118"/>
                <a:gd name="T101" fmla="*/ 95 h 135"/>
                <a:gd name="T102" fmla="*/ 87 w 118"/>
                <a:gd name="T103" fmla="*/ 71 h 135"/>
                <a:gd name="T104" fmla="*/ 107 w 118"/>
                <a:gd name="T105" fmla="*/ 71 h 135"/>
                <a:gd name="T106" fmla="*/ 100 w 118"/>
                <a:gd name="T107" fmla="*/ 9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8" h="135">
                  <a:moveTo>
                    <a:pt x="51" y="0"/>
                  </a:moveTo>
                  <a:cubicBezTo>
                    <a:pt x="30" y="0"/>
                    <a:pt x="12" y="9"/>
                    <a:pt x="0" y="24"/>
                  </a:cubicBezTo>
                  <a:cubicBezTo>
                    <a:pt x="4" y="25"/>
                    <a:pt x="8" y="26"/>
                    <a:pt x="12" y="27"/>
                  </a:cubicBezTo>
                  <a:cubicBezTo>
                    <a:pt x="17" y="23"/>
                    <a:pt x="23" y="19"/>
                    <a:pt x="30" y="16"/>
                  </a:cubicBezTo>
                  <a:cubicBezTo>
                    <a:pt x="27" y="20"/>
                    <a:pt x="23" y="25"/>
                    <a:pt x="21" y="32"/>
                  </a:cubicBezTo>
                  <a:cubicBezTo>
                    <a:pt x="23" y="33"/>
                    <a:pt x="26" y="35"/>
                    <a:pt x="28" y="37"/>
                  </a:cubicBezTo>
                  <a:cubicBezTo>
                    <a:pt x="33" y="23"/>
                    <a:pt x="41" y="16"/>
                    <a:pt x="46" y="12"/>
                  </a:cubicBezTo>
                  <a:cubicBezTo>
                    <a:pt x="46" y="12"/>
                    <a:pt x="46" y="12"/>
                    <a:pt x="47" y="12"/>
                  </a:cubicBezTo>
                  <a:cubicBezTo>
                    <a:pt x="47" y="38"/>
                    <a:pt x="47" y="38"/>
                    <a:pt x="47" y="38"/>
                  </a:cubicBezTo>
                  <a:cubicBezTo>
                    <a:pt x="30" y="38"/>
                    <a:pt x="30" y="38"/>
                    <a:pt x="30" y="38"/>
                  </a:cubicBezTo>
                  <a:cubicBezTo>
                    <a:pt x="32" y="40"/>
                    <a:pt x="33" y="41"/>
                    <a:pt x="35" y="42"/>
                  </a:cubicBezTo>
                  <a:cubicBezTo>
                    <a:pt x="47" y="42"/>
                    <a:pt x="47" y="42"/>
                    <a:pt x="47" y="42"/>
                  </a:cubicBezTo>
                  <a:cubicBezTo>
                    <a:pt x="47" y="58"/>
                    <a:pt x="47" y="58"/>
                    <a:pt x="47" y="58"/>
                  </a:cubicBezTo>
                  <a:cubicBezTo>
                    <a:pt x="51" y="65"/>
                    <a:pt x="54" y="73"/>
                    <a:pt x="55" y="82"/>
                  </a:cubicBezTo>
                  <a:cubicBezTo>
                    <a:pt x="55" y="71"/>
                    <a:pt x="55" y="71"/>
                    <a:pt x="55" y="71"/>
                  </a:cubicBezTo>
                  <a:cubicBezTo>
                    <a:pt x="78" y="71"/>
                    <a:pt x="78" y="71"/>
                    <a:pt x="78" y="71"/>
                  </a:cubicBezTo>
                  <a:cubicBezTo>
                    <a:pt x="78" y="80"/>
                    <a:pt x="76" y="88"/>
                    <a:pt x="74" y="95"/>
                  </a:cubicBezTo>
                  <a:cubicBezTo>
                    <a:pt x="56" y="95"/>
                    <a:pt x="56" y="95"/>
                    <a:pt x="56" y="95"/>
                  </a:cubicBezTo>
                  <a:cubicBezTo>
                    <a:pt x="56" y="96"/>
                    <a:pt x="56" y="98"/>
                    <a:pt x="56" y="99"/>
                  </a:cubicBezTo>
                  <a:cubicBezTo>
                    <a:pt x="73" y="99"/>
                    <a:pt x="73" y="99"/>
                    <a:pt x="73" y="99"/>
                  </a:cubicBezTo>
                  <a:cubicBezTo>
                    <a:pt x="68" y="112"/>
                    <a:pt x="60" y="119"/>
                    <a:pt x="55" y="123"/>
                  </a:cubicBezTo>
                  <a:cubicBezTo>
                    <a:pt x="55" y="104"/>
                    <a:pt x="55" y="104"/>
                    <a:pt x="55" y="104"/>
                  </a:cubicBezTo>
                  <a:cubicBezTo>
                    <a:pt x="53" y="116"/>
                    <a:pt x="49" y="126"/>
                    <a:pt x="42" y="135"/>
                  </a:cubicBezTo>
                  <a:cubicBezTo>
                    <a:pt x="45" y="135"/>
                    <a:pt x="48" y="135"/>
                    <a:pt x="51" y="135"/>
                  </a:cubicBezTo>
                  <a:cubicBezTo>
                    <a:pt x="88" y="135"/>
                    <a:pt x="118" y="105"/>
                    <a:pt x="118" y="68"/>
                  </a:cubicBezTo>
                  <a:cubicBezTo>
                    <a:pt x="118" y="31"/>
                    <a:pt x="88" y="0"/>
                    <a:pt x="51" y="0"/>
                  </a:cubicBezTo>
                  <a:close/>
                  <a:moveTo>
                    <a:pt x="101" y="42"/>
                  </a:moveTo>
                  <a:cubicBezTo>
                    <a:pt x="104" y="50"/>
                    <a:pt x="107" y="58"/>
                    <a:pt x="107" y="66"/>
                  </a:cubicBezTo>
                  <a:cubicBezTo>
                    <a:pt x="87" y="66"/>
                    <a:pt x="87" y="66"/>
                    <a:pt x="87" y="66"/>
                  </a:cubicBezTo>
                  <a:cubicBezTo>
                    <a:pt x="87" y="57"/>
                    <a:pt x="85" y="49"/>
                    <a:pt x="84" y="42"/>
                  </a:cubicBezTo>
                  <a:lnTo>
                    <a:pt x="101" y="42"/>
                  </a:lnTo>
                  <a:close/>
                  <a:moveTo>
                    <a:pt x="98" y="38"/>
                  </a:moveTo>
                  <a:cubicBezTo>
                    <a:pt x="83" y="38"/>
                    <a:pt x="83" y="38"/>
                    <a:pt x="83" y="38"/>
                  </a:cubicBezTo>
                  <a:cubicBezTo>
                    <a:pt x="80" y="29"/>
                    <a:pt x="76" y="21"/>
                    <a:pt x="71" y="16"/>
                  </a:cubicBezTo>
                  <a:cubicBezTo>
                    <a:pt x="83" y="20"/>
                    <a:pt x="92" y="28"/>
                    <a:pt x="98" y="38"/>
                  </a:cubicBezTo>
                  <a:close/>
                  <a:moveTo>
                    <a:pt x="55" y="12"/>
                  </a:moveTo>
                  <a:cubicBezTo>
                    <a:pt x="55" y="12"/>
                    <a:pt x="55" y="12"/>
                    <a:pt x="55" y="12"/>
                  </a:cubicBezTo>
                  <a:cubicBezTo>
                    <a:pt x="61" y="16"/>
                    <a:pt x="69" y="24"/>
                    <a:pt x="74" y="38"/>
                  </a:cubicBezTo>
                  <a:cubicBezTo>
                    <a:pt x="55" y="38"/>
                    <a:pt x="55" y="38"/>
                    <a:pt x="55" y="38"/>
                  </a:cubicBezTo>
                  <a:lnTo>
                    <a:pt x="55" y="12"/>
                  </a:lnTo>
                  <a:close/>
                  <a:moveTo>
                    <a:pt x="55" y="66"/>
                  </a:moveTo>
                  <a:cubicBezTo>
                    <a:pt x="55" y="42"/>
                    <a:pt x="55" y="42"/>
                    <a:pt x="55" y="42"/>
                  </a:cubicBezTo>
                  <a:cubicBezTo>
                    <a:pt x="75" y="42"/>
                    <a:pt x="75" y="42"/>
                    <a:pt x="75" y="42"/>
                  </a:cubicBezTo>
                  <a:cubicBezTo>
                    <a:pt x="77" y="49"/>
                    <a:pt x="78" y="57"/>
                    <a:pt x="78" y="66"/>
                  </a:cubicBezTo>
                  <a:lnTo>
                    <a:pt x="55" y="66"/>
                  </a:lnTo>
                  <a:close/>
                  <a:moveTo>
                    <a:pt x="70" y="120"/>
                  </a:moveTo>
                  <a:cubicBezTo>
                    <a:pt x="74" y="115"/>
                    <a:pt x="79" y="108"/>
                    <a:pt x="82" y="99"/>
                  </a:cubicBezTo>
                  <a:cubicBezTo>
                    <a:pt x="97" y="99"/>
                    <a:pt x="97" y="99"/>
                    <a:pt x="97" y="99"/>
                  </a:cubicBezTo>
                  <a:cubicBezTo>
                    <a:pt x="91" y="109"/>
                    <a:pt x="81" y="116"/>
                    <a:pt x="70" y="120"/>
                  </a:cubicBezTo>
                  <a:close/>
                  <a:moveTo>
                    <a:pt x="100" y="95"/>
                  </a:moveTo>
                  <a:cubicBezTo>
                    <a:pt x="83" y="95"/>
                    <a:pt x="83" y="95"/>
                    <a:pt x="83" y="95"/>
                  </a:cubicBezTo>
                  <a:cubicBezTo>
                    <a:pt x="85" y="88"/>
                    <a:pt x="86" y="80"/>
                    <a:pt x="87" y="71"/>
                  </a:cubicBezTo>
                  <a:cubicBezTo>
                    <a:pt x="107" y="71"/>
                    <a:pt x="107" y="71"/>
                    <a:pt x="107" y="71"/>
                  </a:cubicBezTo>
                  <a:cubicBezTo>
                    <a:pt x="106" y="79"/>
                    <a:pt x="104" y="88"/>
                    <a:pt x="100" y="9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8" name="组合 47"/>
          <p:cNvGrpSpPr/>
          <p:nvPr/>
        </p:nvGrpSpPr>
        <p:grpSpPr>
          <a:xfrm>
            <a:off x="5799238" y="4950933"/>
            <a:ext cx="530796" cy="477218"/>
            <a:chOff x="3573463" y="14288"/>
            <a:chExt cx="676275" cy="608012"/>
          </a:xfrm>
          <a:solidFill>
            <a:schemeClr val="bg1"/>
          </a:solidFill>
        </p:grpSpPr>
        <p:sp>
          <p:nvSpPr>
            <p:cNvPr id="49" name="Freeform 13"/>
            <p:cNvSpPr>
              <a:spLocks noEditPoints="1"/>
            </p:cNvSpPr>
            <p:nvPr/>
          </p:nvSpPr>
          <p:spPr bwMode="auto">
            <a:xfrm>
              <a:off x="3649663" y="14288"/>
              <a:ext cx="566738" cy="542925"/>
            </a:xfrm>
            <a:custGeom>
              <a:avLst/>
              <a:gdLst>
                <a:gd name="T0" fmla="*/ 128 w 151"/>
                <a:gd name="T1" fmla="*/ 0 h 142"/>
                <a:gd name="T2" fmla="*/ 144 w 151"/>
                <a:gd name="T3" fmla="*/ 0 h 142"/>
                <a:gd name="T4" fmla="*/ 151 w 151"/>
                <a:gd name="T5" fmla="*/ 8 h 142"/>
                <a:gd name="T6" fmla="*/ 151 w 151"/>
                <a:gd name="T7" fmla="*/ 141 h 142"/>
                <a:gd name="T8" fmla="*/ 121 w 151"/>
                <a:gd name="T9" fmla="*/ 141 h 142"/>
                <a:gd name="T10" fmla="*/ 121 w 151"/>
                <a:gd name="T11" fmla="*/ 8 h 142"/>
                <a:gd name="T12" fmla="*/ 128 w 151"/>
                <a:gd name="T13" fmla="*/ 0 h 142"/>
                <a:gd name="T14" fmla="*/ 87 w 151"/>
                <a:gd name="T15" fmla="*/ 58 h 142"/>
                <a:gd name="T16" fmla="*/ 104 w 151"/>
                <a:gd name="T17" fmla="*/ 58 h 142"/>
                <a:gd name="T18" fmla="*/ 111 w 151"/>
                <a:gd name="T19" fmla="*/ 66 h 142"/>
                <a:gd name="T20" fmla="*/ 111 w 151"/>
                <a:gd name="T21" fmla="*/ 141 h 142"/>
                <a:gd name="T22" fmla="*/ 80 w 151"/>
                <a:gd name="T23" fmla="*/ 141 h 142"/>
                <a:gd name="T24" fmla="*/ 80 w 151"/>
                <a:gd name="T25" fmla="*/ 66 h 142"/>
                <a:gd name="T26" fmla="*/ 87 w 151"/>
                <a:gd name="T27" fmla="*/ 58 h 142"/>
                <a:gd name="T28" fmla="*/ 47 w 151"/>
                <a:gd name="T29" fmla="*/ 84 h 142"/>
                <a:gd name="T30" fmla="*/ 64 w 151"/>
                <a:gd name="T31" fmla="*/ 84 h 142"/>
                <a:gd name="T32" fmla="*/ 71 w 151"/>
                <a:gd name="T33" fmla="*/ 92 h 142"/>
                <a:gd name="T34" fmla="*/ 71 w 151"/>
                <a:gd name="T35" fmla="*/ 142 h 142"/>
                <a:gd name="T36" fmla="*/ 40 w 151"/>
                <a:gd name="T37" fmla="*/ 142 h 142"/>
                <a:gd name="T38" fmla="*/ 40 w 151"/>
                <a:gd name="T39" fmla="*/ 92 h 142"/>
                <a:gd name="T40" fmla="*/ 47 w 151"/>
                <a:gd name="T41" fmla="*/ 84 h 142"/>
                <a:gd name="T42" fmla="*/ 7 w 151"/>
                <a:gd name="T43" fmla="*/ 103 h 142"/>
                <a:gd name="T44" fmla="*/ 24 w 151"/>
                <a:gd name="T45" fmla="*/ 103 h 142"/>
                <a:gd name="T46" fmla="*/ 30 w 151"/>
                <a:gd name="T47" fmla="*/ 111 h 142"/>
                <a:gd name="T48" fmla="*/ 30 w 151"/>
                <a:gd name="T49" fmla="*/ 142 h 142"/>
                <a:gd name="T50" fmla="*/ 0 w 151"/>
                <a:gd name="T51" fmla="*/ 142 h 142"/>
                <a:gd name="T52" fmla="*/ 0 w 151"/>
                <a:gd name="T53" fmla="*/ 111 h 142"/>
                <a:gd name="T54" fmla="*/ 7 w 151"/>
                <a:gd name="T55" fmla="*/ 103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1" h="142">
                  <a:moveTo>
                    <a:pt x="128" y="0"/>
                  </a:moveTo>
                  <a:cubicBezTo>
                    <a:pt x="144" y="0"/>
                    <a:pt x="144" y="0"/>
                    <a:pt x="144" y="0"/>
                  </a:cubicBezTo>
                  <a:cubicBezTo>
                    <a:pt x="148" y="0"/>
                    <a:pt x="151" y="4"/>
                    <a:pt x="151" y="8"/>
                  </a:cubicBezTo>
                  <a:cubicBezTo>
                    <a:pt x="151" y="141"/>
                    <a:pt x="151" y="141"/>
                    <a:pt x="151" y="141"/>
                  </a:cubicBezTo>
                  <a:cubicBezTo>
                    <a:pt x="121" y="141"/>
                    <a:pt x="121" y="141"/>
                    <a:pt x="121" y="141"/>
                  </a:cubicBezTo>
                  <a:cubicBezTo>
                    <a:pt x="121" y="8"/>
                    <a:pt x="121" y="8"/>
                    <a:pt x="121" y="8"/>
                  </a:cubicBezTo>
                  <a:cubicBezTo>
                    <a:pt x="121" y="4"/>
                    <a:pt x="124" y="0"/>
                    <a:pt x="128" y="0"/>
                  </a:cubicBezTo>
                  <a:close/>
                  <a:moveTo>
                    <a:pt x="87" y="58"/>
                  </a:moveTo>
                  <a:cubicBezTo>
                    <a:pt x="104" y="58"/>
                    <a:pt x="104" y="58"/>
                    <a:pt x="104" y="58"/>
                  </a:cubicBezTo>
                  <a:cubicBezTo>
                    <a:pt x="108" y="58"/>
                    <a:pt x="111" y="62"/>
                    <a:pt x="111" y="66"/>
                  </a:cubicBezTo>
                  <a:cubicBezTo>
                    <a:pt x="111" y="141"/>
                    <a:pt x="111" y="141"/>
                    <a:pt x="111" y="141"/>
                  </a:cubicBezTo>
                  <a:cubicBezTo>
                    <a:pt x="80" y="141"/>
                    <a:pt x="80" y="141"/>
                    <a:pt x="80" y="141"/>
                  </a:cubicBezTo>
                  <a:cubicBezTo>
                    <a:pt x="80" y="66"/>
                    <a:pt x="80" y="66"/>
                    <a:pt x="80" y="66"/>
                  </a:cubicBezTo>
                  <a:cubicBezTo>
                    <a:pt x="80" y="62"/>
                    <a:pt x="83" y="58"/>
                    <a:pt x="87" y="58"/>
                  </a:cubicBezTo>
                  <a:close/>
                  <a:moveTo>
                    <a:pt x="47" y="84"/>
                  </a:moveTo>
                  <a:cubicBezTo>
                    <a:pt x="64" y="84"/>
                    <a:pt x="64" y="84"/>
                    <a:pt x="64" y="84"/>
                  </a:cubicBezTo>
                  <a:cubicBezTo>
                    <a:pt x="68" y="84"/>
                    <a:pt x="71" y="88"/>
                    <a:pt x="71" y="92"/>
                  </a:cubicBezTo>
                  <a:cubicBezTo>
                    <a:pt x="71" y="142"/>
                    <a:pt x="71" y="142"/>
                    <a:pt x="71" y="142"/>
                  </a:cubicBezTo>
                  <a:cubicBezTo>
                    <a:pt x="40" y="142"/>
                    <a:pt x="40" y="142"/>
                    <a:pt x="40" y="142"/>
                  </a:cubicBezTo>
                  <a:cubicBezTo>
                    <a:pt x="40" y="92"/>
                    <a:pt x="40" y="92"/>
                    <a:pt x="40" y="92"/>
                  </a:cubicBezTo>
                  <a:cubicBezTo>
                    <a:pt x="40" y="88"/>
                    <a:pt x="43" y="84"/>
                    <a:pt x="47" y="84"/>
                  </a:cubicBezTo>
                  <a:close/>
                  <a:moveTo>
                    <a:pt x="7" y="103"/>
                  </a:moveTo>
                  <a:cubicBezTo>
                    <a:pt x="24" y="103"/>
                    <a:pt x="24" y="103"/>
                    <a:pt x="24" y="103"/>
                  </a:cubicBezTo>
                  <a:cubicBezTo>
                    <a:pt x="27" y="103"/>
                    <a:pt x="30" y="107"/>
                    <a:pt x="30" y="111"/>
                  </a:cubicBezTo>
                  <a:cubicBezTo>
                    <a:pt x="30" y="142"/>
                    <a:pt x="30" y="142"/>
                    <a:pt x="30" y="142"/>
                  </a:cubicBezTo>
                  <a:cubicBezTo>
                    <a:pt x="0" y="142"/>
                    <a:pt x="0" y="142"/>
                    <a:pt x="0" y="142"/>
                  </a:cubicBezTo>
                  <a:cubicBezTo>
                    <a:pt x="0" y="111"/>
                    <a:pt x="0" y="111"/>
                    <a:pt x="0" y="111"/>
                  </a:cubicBezTo>
                  <a:cubicBezTo>
                    <a:pt x="0" y="107"/>
                    <a:pt x="3" y="103"/>
                    <a:pt x="7"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14"/>
            <p:cNvSpPr>
              <a:spLocks/>
            </p:cNvSpPr>
            <p:nvPr/>
          </p:nvSpPr>
          <p:spPr bwMode="auto">
            <a:xfrm>
              <a:off x="3573463" y="76200"/>
              <a:ext cx="676275" cy="546100"/>
            </a:xfrm>
            <a:custGeom>
              <a:avLst/>
              <a:gdLst>
                <a:gd name="T0" fmla="*/ 176 w 180"/>
                <a:gd name="T1" fmla="*/ 134 h 143"/>
                <a:gd name="T2" fmla="*/ 9 w 180"/>
                <a:gd name="T3" fmla="*/ 134 h 143"/>
                <a:gd name="T4" fmla="*/ 9 w 180"/>
                <a:gd name="T5" fmla="*/ 4 h 143"/>
                <a:gd name="T6" fmla="*/ 5 w 180"/>
                <a:gd name="T7" fmla="*/ 0 h 143"/>
                <a:gd name="T8" fmla="*/ 4 w 180"/>
                <a:gd name="T9" fmla="*/ 0 h 143"/>
                <a:gd name="T10" fmla="*/ 0 w 180"/>
                <a:gd name="T11" fmla="*/ 4 h 143"/>
                <a:gd name="T12" fmla="*/ 0 w 180"/>
                <a:gd name="T13" fmla="*/ 139 h 143"/>
                <a:gd name="T14" fmla="*/ 4 w 180"/>
                <a:gd name="T15" fmla="*/ 143 h 143"/>
                <a:gd name="T16" fmla="*/ 5 w 180"/>
                <a:gd name="T17" fmla="*/ 143 h 143"/>
                <a:gd name="T18" fmla="*/ 5 w 180"/>
                <a:gd name="T19" fmla="*/ 143 h 143"/>
                <a:gd name="T20" fmla="*/ 176 w 180"/>
                <a:gd name="T21" fmla="*/ 143 h 143"/>
                <a:gd name="T22" fmla="*/ 180 w 180"/>
                <a:gd name="T23" fmla="*/ 139 h 143"/>
                <a:gd name="T24" fmla="*/ 180 w 180"/>
                <a:gd name="T25" fmla="*/ 139 h 143"/>
                <a:gd name="T26" fmla="*/ 176 w 180"/>
                <a:gd name="T27" fmla="*/ 134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0" h="143">
                  <a:moveTo>
                    <a:pt x="176" y="134"/>
                  </a:moveTo>
                  <a:cubicBezTo>
                    <a:pt x="9" y="134"/>
                    <a:pt x="9" y="134"/>
                    <a:pt x="9" y="134"/>
                  </a:cubicBezTo>
                  <a:cubicBezTo>
                    <a:pt x="9" y="4"/>
                    <a:pt x="9" y="4"/>
                    <a:pt x="9" y="4"/>
                  </a:cubicBezTo>
                  <a:cubicBezTo>
                    <a:pt x="9" y="2"/>
                    <a:pt x="7" y="0"/>
                    <a:pt x="5" y="0"/>
                  </a:cubicBezTo>
                  <a:cubicBezTo>
                    <a:pt x="4" y="0"/>
                    <a:pt x="4" y="0"/>
                    <a:pt x="4" y="0"/>
                  </a:cubicBezTo>
                  <a:cubicBezTo>
                    <a:pt x="2" y="0"/>
                    <a:pt x="0" y="2"/>
                    <a:pt x="0" y="4"/>
                  </a:cubicBezTo>
                  <a:cubicBezTo>
                    <a:pt x="0" y="139"/>
                    <a:pt x="0" y="139"/>
                    <a:pt x="0" y="139"/>
                  </a:cubicBezTo>
                  <a:cubicBezTo>
                    <a:pt x="0" y="142"/>
                    <a:pt x="2" y="143"/>
                    <a:pt x="4" y="143"/>
                  </a:cubicBezTo>
                  <a:cubicBezTo>
                    <a:pt x="5" y="143"/>
                    <a:pt x="5" y="143"/>
                    <a:pt x="5" y="143"/>
                  </a:cubicBezTo>
                  <a:cubicBezTo>
                    <a:pt x="5" y="143"/>
                    <a:pt x="5" y="143"/>
                    <a:pt x="5" y="143"/>
                  </a:cubicBezTo>
                  <a:cubicBezTo>
                    <a:pt x="176" y="143"/>
                    <a:pt x="176" y="143"/>
                    <a:pt x="176" y="143"/>
                  </a:cubicBezTo>
                  <a:cubicBezTo>
                    <a:pt x="179" y="143"/>
                    <a:pt x="180" y="141"/>
                    <a:pt x="180" y="139"/>
                  </a:cubicBezTo>
                  <a:cubicBezTo>
                    <a:pt x="180" y="139"/>
                    <a:pt x="180" y="139"/>
                    <a:pt x="180" y="139"/>
                  </a:cubicBezTo>
                  <a:cubicBezTo>
                    <a:pt x="180" y="136"/>
                    <a:pt x="179" y="134"/>
                    <a:pt x="176" y="1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1" name="组合 50"/>
          <p:cNvGrpSpPr/>
          <p:nvPr/>
        </p:nvGrpSpPr>
        <p:grpSpPr>
          <a:xfrm>
            <a:off x="6782078" y="3262388"/>
            <a:ext cx="468496" cy="477219"/>
            <a:chOff x="5429250" y="6350"/>
            <a:chExt cx="596900" cy="608013"/>
          </a:xfrm>
          <a:solidFill>
            <a:schemeClr val="bg1"/>
          </a:solidFill>
        </p:grpSpPr>
        <p:sp>
          <p:nvSpPr>
            <p:cNvPr id="52" name="Freeform 15"/>
            <p:cNvSpPr>
              <a:spLocks noEditPoints="1"/>
            </p:cNvSpPr>
            <p:nvPr/>
          </p:nvSpPr>
          <p:spPr bwMode="auto">
            <a:xfrm>
              <a:off x="5429250" y="6350"/>
              <a:ext cx="596900" cy="608013"/>
            </a:xfrm>
            <a:custGeom>
              <a:avLst/>
              <a:gdLst>
                <a:gd name="T0" fmla="*/ 79 w 159"/>
                <a:gd name="T1" fmla="*/ 0 h 159"/>
                <a:gd name="T2" fmla="*/ 0 w 159"/>
                <a:gd name="T3" fmla="*/ 80 h 159"/>
                <a:gd name="T4" fmla="*/ 79 w 159"/>
                <a:gd name="T5" fmla="*/ 159 h 159"/>
                <a:gd name="T6" fmla="*/ 159 w 159"/>
                <a:gd name="T7" fmla="*/ 80 h 159"/>
                <a:gd name="T8" fmla="*/ 79 w 159"/>
                <a:gd name="T9" fmla="*/ 0 h 159"/>
                <a:gd name="T10" fmla="*/ 79 w 159"/>
                <a:gd name="T11" fmla="*/ 146 h 159"/>
                <a:gd name="T12" fmla="*/ 13 w 159"/>
                <a:gd name="T13" fmla="*/ 80 h 159"/>
                <a:gd name="T14" fmla="*/ 79 w 159"/>
                <a:gd name="T15" fmla="*/ 14 h 159"/>
                <a:gd name="T16" fmla="*/ 145 w 159"/>
                <a:gd name="T17" fmla="*/ 80 h 159"/>
                <a:gd name="T18" fmla="*/ 79 w 159"/>
                <a:gd name="T19" fmla="*/ 146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9" h="159">
                  <a:moveTo>
                    <a:pt x="79" y="0"/>
                  </a:moveTo>
                  <a:cubicBezTo>
                    <a:pt x="35" y="0"/>
                    <a:pt x="0" y="36"/>
                    <a:pt x="0" y="80"/>
                  </a:cubicBezTo>
                  <a:cubicBezTo>
                    <a:pt x="0" y="124"/>
                    <a:pt x="35" y="159"/>
                    <a:pt x="79" y="159"/>
                  </a:cubicBezTo>
                  <a:cubicBezTo>
                    <a:pt x="123" y="159"/>
                    <a:pt x="159" y="124"/>
                    <a:pt x="159" y="80"/>
                  </a:cubicBezTo>
                  <a:cubicBezTo>
                    <a:pt x="159" y="36"/>
                    <a:pt x="123" y="0"/>
                    <a:pt x="79" y="0"/>
                  </a:cubicBezTo>
                  <a:close/>
                  <a:moveTo>
                    <a:pt x="79" y="146"/>
                  </a:moveTo>
                  <a:cubicBezTo>
                    <a:pt x="43" y="146"/>
                    <a:pt x="13" y="116"/>
                    <a:pt x="13" y="80"/>
                  </a:cubicBezTo>
                  <a:cubicBezTo>
                    <a:pt x="13" y="43"/>
                    <a:pt x="43" y="14"/>
                    <a:pt x="79" y="14"/>
                  </a:cubicBezTo>
                  <a:cubicBezTo>
                    <a:pt x="115" y="14"/>
                    <a:pt x="145" y="43"/>
                    <a:pt x="145" y="80"/>
                  </a:cubicBezTo>
                  <a:cubicBezTo>
                    <a:pt x="145" y="116"/>
                    <a:pt x="115" y="146"/>
                    <a:pt x="79" y="1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16"/>
            <p:cNvSpPr>
              <a:spLocks/>
            </p:cNvSpPr>
            <p:nvPr/>
          </p:nvSpPr>
          <p:spPr bwMode="auto">
            <a:xfrm>
              <a:off x="5616575" y="152400"/>
              <a:ext cx="247650" cy="190500"/>
            </a:xfrm>
            <a:custGeom>
              <a:avLst/>
              <a:gdLst>
                <a:gd name="T0" fmla="*/ 64 w 66"/>
                <a:gd name="T1" fmla="*/ 2 h 50"/>
                <a:gd name="T2" fmla="*/ 59 w 66"/>
                <a:gd name="T3" fmla="*/ 2 h 50"/>
                <a:gd name="T4" fmla="*/ 28 w 66"/>
                <a:gd name="T5" fmla="*/ 41 h 50"/>
                <a:gd name="T6" fmla="*/ 6 w 66"/>
                <a:gd name="T7" fmla="*/ 30 h 50"/>
                <a:gd name="T8" fmla="*/ 1 w 66"/>
                <a:gd name="T9" fmla="*/ 31 h 50"/>
                <a:gd name="T10" fmla="*/ 2 w 66"/>
                <a:gd name="T11" fmla="*/ 36 h 50"/>
                <a:gd name="T12" fmla="*/ 26 w 66"/>
                <a:gd name="T13" fmla="*/ 49 h 50"/>
                <a:gd name="T14" fmla="*/ 26 w 66"/>
                <a:gd name="T15" fmla="*/ 49 h 50"/>
                <a:gd name="T16" fmla="*/ 32 w 66"/>
                <a:gd name="T17" fmla="*/ 48 h 50"/>
                <a:gd name="T18" fmla="*/ 65 w 66"/>
                <a:gd name="T19" fmla="*/ 7 h 50"/>
                <a:gd name="T20" fmla="*/ 64 w 66"/>
                <a:gd name="T21"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 h="50">
                  <a:moveTo>
                    <a:pt x="64" y="2"/>
                  </a:moveTo>
                  <a:cubicBezTo>
                    <a:pt x="62" y="0"/>
                    <a:pt x="60" y="0"/>
                    <a:pt x="59" y="2"/>
                  </a:cubicBezTo>
                  <a:cubicBezTo>
                    <a:pt x="28" y="41"/>
                    <a:pt x="28" y="41"/>
                    <a:pt x="28" y="41"/>
                  </a:cubicBezTo>
                  <a:cubicBezTo>
                    <a:pt x="6" y="30"/>
                    <a:pt x="6" y="30"/>
                    <a:pt x="6" y="30"/>
                  </a:cubicBezTo>
                  <a:cubicBezTo>
                    <a:pt x="4" y="29"/>
                    <a:pt x="2" y="29"/>
                    <a:pt x="1" y="31"/>
                  </a:cubicBezTo>
                  <a:cubicBezTo>
                    <a:pt x="0" y="33"/>
                    <a:pt x="0" y="36"/>
                    <a:pt x="2" y="36"/>
                  </a:cubicBezTo>
                  <a:cubicBezTo>
                    <a:pt x="26" y="49"/>
                    <a:pt x="26" y="49"/>
                    <a:pt x="26" y="49"/>
                  </a:cubicBezTo>
                  <a:cubicBezTo>
                    <a:pt x="26" y="49"/>
                    <a:pt x="26" y="49"/>
                    <a:pt x="26" y="49"/>
                  </a:cubicBezTo>
                  <a:cubicBezTo>
                    <a:pt x="28" y="50"/>
                    <a:pt x="31" y="50"/>
                    <a:pt x="32" y="48"/>
                  </a:cubicBezTo>
                  <a:cubicBezTo>
                    <a:pt x="65" y="7"/>
                    <a:pt x="65" y="7"/>
                    <a:pt x="65" y="7"/>
                  </a:cubicBezTo>
                  <a:cubicBezTo>
                    <a:pt x="66" y="5"/>
                    <a:pt x="66" y="3"/>
                    <a:pt x="6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17"/>
            <p:cNvSpPr>
              <a:spLocks/>
            </p:cNvSpPr>
            <p:nvPr/>
          </p:nvSpPr>
          <p:spPr bwMode="auto">
            <a:xfrm>
              <a:off x="5899150" y="301625"/>
              <a:ext cx="55563" cy="26988"/>
            </a:xfrm>
            <a:custGeom>
              <a:avLst/>
              <a:gdLst>
                <a:gd name="T0" fmla="*/ 4 w 15"/>
                <a:gd name="T1" fmla="*/ 7 h 7"/>
                <a:gd name="T2" fmla="*/ 0 w 15"/>
                <a:gd name="T3" fmla="*/ 3 h 7"/>
                <a:gd name="T4" fmla="*/ 4 w 15"/>
                <a:gd name="T5" fmla="*/ 0 h 7"/>
                <a:gd name="T6" fmla="*/ 11 w 15"/>
                <a:gd name="T7" fmla="*/ 0 h 7"/>
                <a:gd name="T8" fmla="*/ 15 w 15"/>
                <a:gd name="T9" fmla="*/ 4 h 7"/>
                <a:gd name="T10" fmla="*/ 11 w 15"/>
                <a:gd name="T11" fmla="*/ 7 h 7"/>
                <a:gd name="T12" fmla="*/ 4 w 15"/>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15" h="7">
                  <a:moveTo>
                    <a:pt x="4" y="7"/>
                  </a:moveTo>
                  <a:cubicBezTo>
                    <a:pt x="2" y="7"/>
                    <a:pt x="0" y="5"/>
                    <a:pt x="0" y="3"/>
                  </a:cubicBezTo>
                  <a:cubicBezTo>
                    <a:pt x="0" y="1"/>
                    <a:pt x="2" y="0"/>
                    <a:pt x="4" y="0"/>
                  </a:cubicBezTo>
                  <a:cubicBezTo>
                    <a:pt x="11" y="0"/>
                    <a:pt x="11" y="0"/>
                    <a:pt x="11" y="0"/>
                  </a:cubicBezTo>
                  <a:cubicBezTo>
                    <a:pt x="13" y="0"/>
                    <a:pt x="15" y="1"/>
                    <a:pt x="15" y="4"/>
                  </a:cubicBezTo>
                  <a:cubicBezTo>
                    <a:pt x="15" y="6"/>
                    <a:pt x="13" y="7"/>
                    <a:pt x="11" y="7"/>
                  </a:cubicBezTo>
                  <a:lnTo>
                    <a:pt x="4"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18"/>
            <p:cNvSpPr>
              <a:spLocks/>
            </p:cNvSpPr>
            <p:nvPr/>
          </p:nvSpPr>
          <p:spPr bwMode="auto">
            <a:xfrm>
              <a:off x="5492750" y="293688"/>
              <a:ext cx="52388" cy="30163"/>
            </a:xfrm>
            <a:custGeom>
              <a:avLst/>
              <a:gdLst>
                <a:gd name="T0" fmla="*/ 4 w 14"/>
                <a:gd name="T1" fmla="*/ 8 h 8"/>
                <a:gd name="T2" fmla="*/ 0 w 14"/>
                <a:gd name="T3" fmla="*/ 4 h 8"/>
                <a:gd name="T4" fmla="*/ 4 w 14"/>
                <a:gd name="T5" fmla="*/ 0 h 8"/>
                <a:gd name="T6" fmla="*/ 11 w 14"/>
                <a:gd name="T7" fmla="*/ 0 h 8"/>
                <a:gd name="T8" fmla="*/ 14 w 14"/>
                <a:gd name="T9" fmla="*/ 4 h 8"/>
                <a:gd name="T10" fmla="*/ 11 w 14"/>
                <a:gd name="T11" fmla="*/ 8 h 8"/>
                <a:gd name="T12" fmla="*/ 4 w 14"/>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4" h="8">
                  <a:moveTo>
                    <a:pt x="4" y="8"/>
                  </a:moveTo>
                  <a:cubicBezTo>
                    <a:pt x="2" y="8"/>
                    <a:pt x="0" y="6"/>
                    <a:pt x="0" y="4"/>
                  </a:cubicBezTo>
                  <a:cubicBezTo>
                    <a:pt x="0" y="2"/>
                    <a:pt x="2" y="0"/>
                    <a:pt x="4" y="0"/>
                  </a:cubicBezTo>
                  <a:cubicBezTo>
                    <a:pt x="11" y="0"/>
                    <a:pt x="11" y="0"/>
                    <a:pt x="11" y="0"/>
                  </a:cubicBezTo>
                  <a:cubicBezTo>
                    <a:pt x="13" y="0"/>
                    <a:pt x="14" y="2"/>
                    <a:pt x="14" y="4"/>
                  </a:cubicBezTo>
                  <a:cubicBezTo>
                    <a:pt x="14" y="6"/>
                    <a:pt x="13" y="8"/>
                    <a:pt x="11" y="8"/>
                  </a:cubicBezTo>
                  <a:lnTo>
                    <a:pt x="4"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19"/>
            <p:cNvSpPr>
              <a:spLocks/>
            </p:cNvSpPr>
            <p:nvPr/>
          </p:nvSpPr>
          <p:spPr bwMode="auto">
            <a:xfrm>
              <a:off x="5707063" y="492125"/>
              <a:ext cx="30163" cy="53975"/>
            </a:xfrm>
            <a:custGeom>
              <a:avLst/>
              <a:gdLst>
                <a:gd name="T0" fmla="*/ 0 w 8"/>
                <a:gd name="T1" fmla="*/ 3 h 14"/>
                <a:gd name="T2" fmla="*/ 4 w 8"/>
                <a:gd name="T3" fmla="*/ 0 h 14"/>
                <a:gd name="T4" fmla="*/ 8 w 8"/>
                <a:gd name="T5" fmla="*/ 4 h 14"/>
                <a:gd name="T6" fmla="*/ 8 w 8"/>
                <a:gd name="T7" fmla="*/ 10 h 14"/>
                <a:gd name="T8" fmla="*/ 4 w 8"/>
                <a:gd name="T9" fmla="*/ 14 h 14"/>
                <a:gd name="T10" fmla="*/ 0 w 8"/>
                <a:gd name="T11" fmla="*/ 10 h 14"/>
                <a:gd name="T12" fmla="*/ 0 w 8"/>
                <a:gd name="T13" fmla="*/ 3 h 14"/>
              </a:gdLst>
              <a:ahLst/>
              <a:cxnLst>
                <a:cxn ang="0">
                  <a:pos x="T0" y="T1"/>
                </a:cxn>
                <a:cxn ang="0">
                  <a:pos x="T2" y="T3"/>
                </a:cxn>
                <a:cxn ang="0">
                  <a:pos x="T4" y="T5"/>
                </a:cxn>
                <a:cxn ang="0">
                  <a:pos x="T6" y="T7"/>
                </a:cxn>
                <a:cxn ang="0">
                  <a:pos x="T8" y="T9"/>
                </a:cxn>
                <a:cxn ang="0">
                  <a:pos x="T10" y="T11"/>
                </a:cxn>
                <a:cxn ang="0">
                  <a:pos x="T12" y="T13"/>
                </a:cxn>
              </a:cxnLst>
              <a:rect l="0" t="0" r="r" b="b"/>
              <a:pathLst>
                <a:path w="8" h="14">
                  <a:moveTo>
                    <a:pt x="0" y="3"/>
                  </a:moveTo>
                  <a:cubicBezTo>
                    <a:pt x="0" y="1"/>
                    <a:pt x="2" y="0"/>
                    <a:pt x="4" y="0"/>
                  </a:cubicBezTo>
                  <a:cubicBezTo>
                    <a:pt x="6" y="0"/>
                    <a:pt x="8" y="1"/>
                    <a:pt x="8" y="4"/>
                  </a:cubicBezTo>
                  <a:cubicBezTo>
                    <a:pt x="8" y="10"/>
                    <a:pt x="8" y="10"/>
                    <a:pt x="8" y="10"/>
                  </a:cubicBezTo>
                  <a:cubicBezTo>
                    <a:pt x="7" y="12"/>
                    <a:pt x="6" y="14"/>
                    <a:pt x="4" y="14"/>
                  </a:cubicBezTo>
                  <a:cubicBezTo>
                    <a:pt x="2" y="14"/>
                    <a:pt x="0" y="12"/>
                    <a:pt x="0" y="10"/>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20"/>
            <p:cNvSpPr>
              <a:spLocks/>
            </p:cNvSpPr>
            <p:nvPr/>
          </p:nvSpPr>
          <p:spPr bwMode="auto">
            <a:xfrm>
              <a:off x="5710238" y="76200"/>
              <a:ext cx="30163" cy="57150"/>
            </a:xfrm>
            <a:custGeom>
              <a:avLst/>
              <a:gdLst>
                <a:gd name="T0" fmla="*/ 0 w 8"/>
                <a:gd name="T1" fmla="*/ 4 h 15"/>
                <a:gd name="T2" fmla="*/ 4 w 8"/>
                <a:gd name="T3" fmla="*/ 0 h 15"/>
                <a:gd name="T4" fmla="*/ 8 w 8"/>
                <a:gd name="T5" fmla="*/ 4 h 15"/>
                <a:gd name="T6" fmla="*/ 8 w 8"/>
                <a:gd name="T7" fmla="*/ 11 h 15"/>
                <a:gd name="T8" fmla="*/ 4 w 8"/>
                <a:gd name="T9" fmla="*/ 15 h 15"/>
                <a:gd name="T10" fmla="*/ 0 w 8"/>
                <a:gd name="T11" fmla="*/ 11 h 15"/>
                <a:gd name="T12" fmla="*/ 0 w 8"/>
                <a:gd name="T13" fmla="*/ 4 h 15"/>
              </a:gdLst>
              <a:ahLst/>
              <a:cxnLst>
                <a:cxn ang="0">
                  <a:pos x="T0" y="T1"/>
                </a:cxn>
                <a:cxn ang="0">
                  <a:pos x="T2" y="T3"/>
                </a:cxn>
                <a:cxn ang="0">
                  <a:pos x="T4" y="T5"/>
                </a:cxn>
                <a:cxn ang="0">
                  <a:pos x="T6" y="T7"/>
                </a:cxn>
                <a:cxn ang="0">
                  <a:pos x="T8" y="T9"/>
                </a:cxn>
                <a:cxn ang="0">
                  <a:pos x="T10" y="T11"/>
                </a:cxn>
                <a:cxn ang="0">
                  <a:pos x="T12" y="T13"/>
                </a:cxn>
              </a:cxnLst>
              <a:rect l="0" t="0" r="r" b="b"/>
              <a:pathLst>
                <a:path w="8" h="15">
                  <a:moveTo>
                    <a:pt x="0" y="4"/>
                  </a:moveTo>
                  <a:cubicBezTo>
                    <a:pt x="0" y="2"/>
                    <a:pt x="2" y="0"/>
                    <a:pt x="4" y="0"/>
                  </a:cubicBezTo>
                  <a:cubicBezTo>
                    <a:pt x="6" y="0"/>
                    <a:pt x="8" y="2"/>
                    <a:pt x="8" y="4"/>
                  </a:cubicBezTo>
                  <a:cubicBezTo>
                    <a:pt x="8" y="11"/>
                    <a:pt x="8" y="11"/>
                    <a:pt x="8" y="11"/>
                  </a:cubicBezTo>
                  <a:cubicBezTo>
                    <a:pt x="8" y="13"/>
                    <a:pt x="6" y="15"/>
                    <a:pt x="4" y="15"/>
                  </a:cubicBezTo>
                  <a:cubicBezTo>
                    <a:pt x="2" y="15"/>
                    <a:pt x="0" y="13"/>
                    <a:pt x="0" y="11"/>
                  </a:cubicBezTo>
                  <a:lnTo>
                    <a:pt x="0"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961378458"/>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3486006" y="1475271"/>
            <a:ext cx="5268250" cy="4716928"/>
            <a:chOff x="3168834" y="807125"/>
            <a:chExt cx="5902594" cy="5284888"/>
          </a:xfrm>
        </p:grpSpPr>
        <p:sp>
          <p:nvSpPr>
            <p:cNvPr id="18" name="椭圆 17"/>
            <p:cNvSpPr/>
            <p:nvPr/>
          </p:nvSpPr>
          <p:spPr>
            <a:xfrm>
              <a:off x="6687096" y="2216374"/>
              <a:ext cx="2384332" cy="2384332"/>
            </a:xfrm>
            <a:prstGeom prst="ellipse">
              <a:avLst/>
            </a:prstGeom>
            <a:gradFill flip="none" rotWithShape="1">
              <a:gsLst>
                <a:gs pos="0">
                  <a:srgbClr val="F0F0F0"/>
                </a:gs>
                <a:gs pos="100000">
                  <a:srgbClr val="F1F1F1"/>
                </a:gs>
              </a:gsLst>
              <a:lin ang="2700000" scaled="1"/>
              <a:tileRect/>
            </a:gradFill>
            <a:ln w="28575">
              <a:gradFill flip="none" rotWithShape="1">
                <a:gsLst>
                  <a:gs pos="100000">
                    <a:srgbClr val="FFFFFF"/>
                  </a:gs>
                  <a:gs pos="0">
                    <a:srgbClr val="CECED0"/>
                  </a:gs>
                </a:gsLst>
                <a:lin ang="13500000" scaled="1"/>
                <a:tileRect/>
              </a:gra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任意多边形 18"/>
            <p:cNvSpPr/>
            <p:nvPr/>
          </p:nvSpPr>
          <p:spPr>
            <a:xfrm>
              <a:off x="4765983" y="3687992"/>
              <a:ext cx="1650805" cy="2019125"/>
            </a:xfrm>
            <a:custGeom>
              <a:avLst/>
              <a:gdLst>
                <a:gd name="connsiteX0" fmla="*/ 41626868 w 53433560"/>
                <a:gd name="connsiteY0" fmla="*/ 0 h 65355416"/>
                <a:gd name="connsiteX1" fmla="*/ 53433560 w 53433560"/>
                <a:gd name="connsiteY1" fmla="*/ 6196292 h 65355416"/>
                <a:gd name="connsiteX2" fmla="*/ 41626868 w 53433560"/>
                <a:gd name="connsiteY2" fmla="*/ 12392582 h 65355416"/>
                <a:gd name="connsiteX3" fmla="*/ 41626868 w 53433560"/>
                <a:gd name="connsiteY3" fmla="*/ 8866274 h 65355416"/>
                <a:gd name="connsiteX4" fmla="*/ 26379392 w 53433560"/>
                <a:gd name="connsiteY4" fmla="*/ 8866274 h 65355416"/>
                <a:gd name="connsiteX5" fmla="*/ 22763240 w 53433560"/>
                <a:gd name="connsiteY5" fmla="*/ 12482430 h 65355416"/>
                <a:gd name="connsiteX6" fmla="*/ 22763240 w 53433560"/>
                <a:gd name="connsiteY6" fmla="*/ 38684920 h 65355416"/>
                <a:gd name="connsiteX7" fmla="*/ 22761576 w 53433560"/>
                <a:gd name="connsiteY7" fmla="*/ 38684920 h 65355416"/>
                <a:gd name="connsiteX8" fmla="*/ 22754692 w 53433560"/>
                <a:gd name="connsiteY8" fmla="*/ 39346188 h 65355416"/>
                <a:gd name="connsiteX9" fmla="*/ 199076 w 53433560"/>
                <a:gd name="connsiteY9" fmla="*/ 65355416 h 65355416"/>
                <a:gd name="connsiteX10" fmla="*/ 0 w 53433560"/>
                <a:gd name="connsiteY10" fmla="*/ 59993096 h 65355416"/>
                <a:gd name="connsiteX11" fmla="*/ 17395920 w 53433560"/>
                <a:gd name="connsiteY11" fmla="*/ 38680466 h 65355416"/>
                <a:gd name="connsiteX12" fmla="*/ 17423272 w 53433560"/>
                <a:gd name="connsiteY12" fmla="*/ 38680450 h 65355416"/>
                <a:gd name="connsiteX13" fmla="*/ 17423272 w 53433560"/>
                <a:gd name="connsiteY13" fmla="*/ 12482430 h 65355416"/>
                <a:gd name="connsiteX14" fmla="*/ 26379392 w 53433560"/>
                <a:gd name="connsiteY14" fmla="*/ 3526308 h 65355416"/>
                <a:gd name="connsiteX15" fmla="*/ 41626868 w 53433560"/>
                <a:gd name="connsiteY15" fmla="*/ 3526308 h 65355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3433560" h="65355416">
                  <a:moveTo>
                    <a:pt x="41626868" y="0"/>
                  </a:moveTo>
                  <a:lnTo>
                    <a:pt x="53433560" y="6196292"/>
                  </a:lnTo>
                  <a:lnTo>
                    <a:pt x="41626868" y="12392582"/>
                  </a:lnTo>
                  <a:lnTo>
                    <a:pt x="41626868" y="8866274"/>
                  </a:lnTo>
                  <a:lnTo>
                    <a:pt x="26379392" y="8866274"/>
                  </a:lnTo>
                  <a:cubicBezTo>
                    <a:pt x="24382244" y="8866274"/>
                    <a:pt x="22763240" y="10485280"/>
                    <a:pt x="22763240" y="12482430"/>
                  </a:cubicBezTo>
                  <a:lnTo>
                    <a:pt x="22763240" y="38684920"/>
                  </a:lnTo>
                  <a:lnTo>
                    <a:pt x="22761576" y="38684920"/>
                  </a:lnTo>
                  <a:lnTo>
                    <a:pt x="22754692" y="39346188"/>
                  </a:lnTo>
                  <a:cubicBezTo>
                    <a:pt x="22456396" y="53350760"/>
                    <a:pt x="12618072" y="64763416"/>
                    <a:pt x="199076" y="65355416"/>
                  </a:cubicBezTo>
                  <a:lnTo>
                    <a:pt x="0" y="59993096"/>
                  </a:lnTo>
                  <a:cubicBezTo>
                    <a:pt x="9730952" y="59496520"/>
                    <a:pt x="17400704" y="50099912"/>
                    <a:pt x="17395920" y="38680466"/>
                  </a:cubicBezTo>
                  <a:lnTo>
                    <a:pt x="17423272" y="38680450"/>
                  </a:lnTo>
                  <a:lnTo>
                    <a:pt x="17423272" y="12482430"/>
                  </a:lnTo>
                  <a:cubicBezTo>
                    <a:pt x="17423272" y="7536102"/>
                    <a:pt x="21433064" y="3526308"/>
                    <a:pt x="26379392" y="3526308"/>
                  </a:cubicBezTo>
                  <a:lnTo>
                    <a:pt x="41626868" y="3526308"/>
                  </a:lnTo>
                  <a:close/>
                </a:path>
              </a:pathLst>
            </a:custGeom>
            <a:solidFill>
              <a:srgbClr val="FF73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tx1"/>
                </a:solidFill>
              </a:endParaRPr>
            </a:p>
          </p:txBody>
        </p:sp>
        <p:sp>
          <p:nvSpPr>
            <p:cNvPr id="20" name="任意多边形 19"/>
            <p:cNvSpPr/>
            <p:nvPr/>
          </p:nvSpPr>
          <p:spPr>
            <a:xfrm flipV="1">
              <a:off x="4765983" y="1181276"/>
              <a:ext cx="1650805" cy="2019125"/>
            </a:xfrm>
            <a:custGeom>
              <a:avLst/>
              <a:gdLst>
                <a:gd name="connsiteX0" fmla="*/ 41626868 w 53433560"/>
                <a:gd name="connsiteY0" fmla="*/ 0 h 65355416"/>
                <a:gd name="connsiteX1" fmla="*/ 53433560 w 53433560"/>
                <a:gd name="connsiteY1" fmla="*/ 6196292 h 65355416"/>
                <a:gd name="connsiteX2" fmla="*/ 41626868 w 53433560"/>
                <a:gd name="connsiteY2" fmla="*/ 12392582 h 65355416"/>
                <a:gd name="connsiteX3" fmla="*/ 41626868 w 53433560"/>
                <a:gd name="connsiteY3" fmla="*/ 8866274 h 65355416"/>
                <a:gd name="connsiteX4" fmla="*/ 26379392 w 53433560"/>
                <a:gd name="connsiteY4" fmla="*/ 8866274 h 65355416"/>
                <a:gd name="connsiteX5" fmla="*/ 22763240 w 53433560"/>
                <a:gd name="connsiteY5" fmla="*/ 12482430 h 65355416"/>
                <a:gd name="connsiteX6" fmla="*/ 22763240 w 53433560"/>
                <a:gd name="connsiteY6" fmla="*/ 38684920 h 65355416"/>
                <a:gd name="connsiteX7" fmla="*/ 22761576 w 53433560"/>
                <a:gd name="connsiteY7" fmla="*/ 38684920 h 65355416"/>
                <a:gd name="connsiteX8" fmla="*/ 22754692 w 53433560"/>
                <a:gd name="connsiteY8" fmla="*/ 39346188 h 65355416"/>
                <a:gd name="connsiteX9" fmla="*/ 199076 w 53433560"/>
                <a:gd name="connsiteY9" fmla="*/ 65355416 h 65355416"/>
                <a:gd name="connsiteX10" fmla="*/ 0 w 53433560"/>
                <a:gd name="connsiteY10" fmla="*/ 59993096 h 65355416"/>
                <a:gd name="connsiteX11" fmla="*/ 17395920 w 53433560"/>
                <a:gd name="connsiteY11" fmla="*/ 38680466 h 65355416"/>
                <a:gd name="connsiteX12" fmla="*/ 17423272 w 53433560"/>
                <a:gd name="connsiteY12" fmla="*/ 38680450 h 65355416"/>
                <a:gd name="connsiteX13" fmla="*/ 17423272 w 53433560"/>
                <a:gd name="connsiteY13" fmla="*/ 12482430 h 65355416"/>
                <a:gd name="connsiteX14" fmla="*/ 26379392 w 53433560"/>
                <a:gd name="connsiteY14" fmla="*/ 3526308 h 65355416"/>
                <a:gd name="connsiteX15" fmla="*/ 41626868 w 53433560"/>
                <a:gd name="connsiteY15" fmla="*/ 3526308 h 65355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3433560" h="65355416">
                  <a:moveTo>
                    <a:pt x="41626868" y="0"/>
                  </a:moveTo>
                  <a:lnTo>
                    <a:pt x="53433560" y="6196292"/>
                  </a:lnTo>
                  <a:lnTo>
                    <a:pt x="41626868" y="12392582"/>
                  </a:lnTo>
                  <a:lnTo>
                    <a:pt x="41626868" y="8866274"/>
                  </a:lnTo>
                  <a:lnTo>
                    <a:pt x="26379392" y="8866274"/>
                  </a:lnTo>
                  <a:cubicBezTo>
                    <a:pt x="24382244" y="8866274"/>
                    <a:pt x="22763240" y="10485280"/>
                    <a:pt x="22763240" y="12482430"/>
                  </a:cubicBezTo>
                  <a:lnTo>
                    <a:pt x="22763240" y="38684920"/>
                  </a:lnTo>
                  <a:lnTo>
                    <a:pt x="22761576" y="38684920"/>
                  </a:lnTo>
                  <a:lnTo>
                    <a:pt x="22754692" y="39346188"/>
                  </a:lnTo>
                  <a:cubicBezTo>
                    <a:pt x="22456396" y="53350760"/>
                    <a:pt x="12618072" y="64763416"/>
                    <a:pt x="199076" y="65355416"/>
                  </a:cubicBezTo>
                  <a:lnTo>
                    <a:pt x="0" y="59993096"/>
                  </a:lnTo>
                  <a:cubicBezTo>
                    <a:pt x="9730952" y="59496520"/>
                    <a:pt x="17400704" y="50099912"/>
                    <a:pt x="17395920" y="38680466"/>
                  </a:cubicBezTo>
                  <a:lnTo>
                    <a:pt x="17423272" y="38680450"/>
                  </a:lnTo>
                  <a:lnTo>
                    <a:pt x="17423272" y="12482430"/>
                  </a:lnTo>
                  <a:cubicBezTo>
                    <a:pt x="17423272" y="7536102"/>
                    <a:pt x="21433064" y="3526308"/>
                    <a:pt x="26379392" y="3526308"/>
                  </a:cubicBezTo>
                  <a:lnTo>
                    <a:pt x="41626868" y="3526308"/>
                  </a:lnTo>
                  <a:close/>
                </a:path>
              </a:pathLst>
            </a:custGeom>
            <a:solidFill>
              <a:srgbClr val="9BC127"/>
            </a:solidFill>
            <a:ln>
              <a:noFill/>
            </a:ln>
          </p:spPr>
          <p:txBody>
            <a:bodyPr vert="horz" wrap="square" lIns="91440" tIns="45720" rIns="91440" bIns="45720" numCol="1" anchor="t" anchorCtr="0" compatLnSpc="1">
              <a:prstTxWarp prst="textNoShape">
                <a:avLst/>
              </a:prstTxWarp>
            </a:bodyPr>
            <a:lstStyle/>
            <a:p>
              <a:endParaRPr lang="zh-CN" altLang="en-US">
                <a:solidFill>
                  <a:schemeClr val="tx1"/>
                </a:solidFill>
              </a:endParaRPr>
            </a:p>
          </p:txBody>
        </p:sp>
        <p:sp>
          <p:nvSpPr>
            <p:cNvPr id="21" name="左箭头 20"/>
            <p:cNvSpPr/>
            <p:nvPr/>
          </p:nvSpPr>
          <p:spPr>
            <a:xfrm flipH="1">
              <a:off x="4765983" y="3234927"/>
              <a:ext cx="1892085" cy="388145"/>
            </a:xfrm>
            <a:prstGeom prst="leftArrow">
              <a:avLst>
                <a:gd name="adj1" fmla="val 42638"/>
                <a:gd name="adj2" fmla="val 94618"/>
              </a:avLst>
            </a:prstGeom>
            <a:solidFill>
              <a:srgbClr val="007BC6"/>
            </a:solidFill>
            <a:ln>
              <a:noFill/>
            </a:ln>
          </p:spPr>
          <p:txBody>
            <a:bodyPr vert="horz" wrap="square" lIns="91440" tIns="45720" rIns="91440" bIns="45720" numCol="1" anchor="t" anchorCtr="0" compatLnSpc="1">
              <a:prstTxWarp prst="textNoShape">
                <a:avLst/>
              </a:prstTxWarp>
            </a:bodyPr>
            <a:lstStyle/>
            <a:p>
              <a:endParaRPr lang="zh-CN" altLang="en-US">
                <a:solidFill>
                  <a:schemeClr val="tx1"/>
                </a:solidFill>
              </a:endParaRPr>
            </a:p>
          </p:txBody>
        </p:sp>
        <p:sp>
          <p:nvSpPr>
            <p:cNvPr id="15" name="流程图: 可选过程 14"/>
            <p:cNvSpPr/>
            <p:nvPr/>
          </p:nvSpPr>
          <p:spPr>
            <a:xfrm>
              <a:off x="3168834" y="807125"/>
              <a:ext cx="1597149" cy="1596895"/>
            </a:xfrm>
            <a:prstGeom prst="flowChartAlternateProcess">
              <a:avLst/>
            </a:prstGeom>
            <a:gradFill flip="none" rotWithShape="1">
              <a:gsLst>
                <a:gs pos="0">
                  <a:srgbClr val="F0F0F0"/>
                </a:gs>
                <a:gs pos="100000">
                  <a:srgbClr val="F1F1F1"/>
                </a:gs>
              </a:gsLst>
              <a:lin ang="2700000" scaled="1"/>
              <a:tileRect/>
            </a:gradFill>
            <a:ln w="28575">
              <a:gradFill flip="none" rotWithShape="1">
                <a:gsLst>
                  <a:gs pos="100000">
                    <a:srgbClr val="FFFFFF"/>
                  </a:gs>
                  <a:gs pos="0">
                    <a:srgbClr val="CECED0"/>
                  </a:gs>
                </a:gsLst>
                <a:lin ang="13500000" scaled="1"/>
                <a:tileRect/>
              </a:gra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流程图: 可选过程 15"/>
            <p:cNvSpPr/>
            <p:nvPr/>
          </p:nvSpPr>
          <p:spPr>
            <a:xfrm>
              <a:off x="3168834" y="2630551"/>
              <a:ext cx="1597149" cy="1596895"/>
            </a:xfrm>
            <a:prstGeom prst="flowChartAlternateProcess">
              <a:avLst/>
            </a:prstGeom>
            <a:gradFill flip="none" rotWithShape="1">
              <a:gsLst>
                <a:gs pos="0">
                  <a:srgbClr val="F0F0F0"/>
                </a:gs>
                <a:gs pos="100000">
                  <a:srgbClr val="F1F1F1"/>
                </a:gs>
              </a:gsLst>
              <a:lin ang="2700000" scaled="1"/>
              <a:tileRect/>
            </a:gradFill>
            <a:ln w="28575">
              <a:gradFill flip="none" rotWithShape="1">
                <a:gsLst>
                  <a:gs pos="100000">
                    <a:srgbClr val="FFFFFF"/>
                  </a:gs>
                  <a:gs pos="0">
                    <a:srgbClr val="CECED0"/>
                  </a:gs>
                </a:gsLst>
                <a:lin ang="13500000" scaled="1"/>
                <a:tileRect/>
              </a:gra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 name="流程图: 可选过程 16"/>
            <p:cNvSpPr/>
            <p:nvPr/>
          </p:nvSpPr>
          <p:spPr>
            <a:xfrm>
              <a:off x="3168834" y="4495118"/>
              <a:ext cx="1597149" cy="1596895"/>
            </a:xfrm>
            <a:prstGeom prst="flowChartAlternateProcess">
              <a:avLst/>
            </a:prstGeom>
            <a:gradFill flip="none" rotWithShape="1">
              <a:gsLst>
                <a:gs pos="0">
                  <a:srgbClr val="F0F0F0"/>
                </a:gs>
                <a:gs pos="100000">
                  <a:srgbClr val="F1F1F1"/>
                </a:gs>
              </a:gsLst>
              <a:lin ang="2700000" scaled="1"/>
              <a:tileRect/>
            </a:gradFill>
            <a:ln w="28575">
              <a:gradFill flip="none" rotWithShape="1">
                <a:gsLst>
                  <a:gs pos="100000">
                    <a:srgbClr val="FFFFFF"/>
                  </a:gs>
                  <a:gs pos="0">
                    <a:srgbClr val="CECED0"/>
                  </a:gs>
                </a:gsLst>
                <a:lin ang="13500000" scaled="1"/>
                <a:tileRect/>
              </a:gra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0" name="文本框 9"/>
          <p:cNvSpPr txBox="1"/>
          <p:nvPr/>
        </p:nvSpPr>
        <p:spPr>
          <a:xfrm>
            <a:off x="508859" y="3660131"/>
            <a:ext cx="2856518" cy="830997"/>
          </a:xfrm>
          <a:prstGeom prst="rect">
            <a:avLst/>
          </a:prstGeom>
          <a:noFill/>
        </p:spPr>
        <p:txBody>
          <a:bodyPr wrap="square" rtlCol="0">
            <a:spAutoFit/>
          </a:bodyPr>
          <a:lstStyle/>
          <a:p>
            <a:pPr algn="r">
              <a:lnSpc>
                <a:spcPct val="120000"/>
              </a:lnSpc>
            </a:pPr>
            <a:r>
              <a:rPr lang="zh-CN" altLang="en-US" sz="2400" b="1" dirty="0">
                <a:solidFill>
                  <a:srgbClr val="007BC6"/>
                </a:solidFill>
              </a:rPr>
              <a:t>添加标题</a:t>
            </a:r>
            <a:endParaRPr lang="en-US" altLang="zh-CN" sz="2400" b="1" dirty="0">
              <a:solidFill>
                <a:srgbClr val="007BC6"/>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1" name="文本框 10"/>
          <p:cNvSpPr txBox="1"/>
          <p:nvPr/>
        </p:nvSpPr>
        <p:spPr>
          <a:xfrm>
            <a:off x="508859" y="1902073"/>
            <a:ext cx="2856518" cy="830997"/>
          </a:xfrm>
          <a:prstGeom prst="rect">
            <a:avLst/>
          </a:prstGeom>
          <a:noFill/>
        </p:spPr>
        <p:txBody>
          <a:bodyPr wrap="square" rtlCol="0">
            <a:spAutoFit/>
          </a:bodyPr>
          <a:lstStyle/>
          <a:p>
            <a:pPr algn="r">
              <a:lnSpc>
                <a:spcPct val="120000"/>
              </a:lnSpc>
            </a:pPr>
            <a:r>
              <a:rPr lang="zh-CN" altLang="en-US" sz="2400" b="1" dirty="0">
                <a:solidFill>
                  <a:srgbClr val="9BC127"/>
                </a:solidFill>
              </a:rPr>
              <a:t>添加标题</a:t>
            </a:r>
            <a:endParaRPr lang="en-US" altLang="zh-CN" sz="2400" b="1" dirty="0">
              <a:solidFill>
                <a:srgbClr val="9BC127"/>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2" name="文本框 11"/>
          <p:cNvSpPr txBox="1"/>
          <p:nvPr/>
        </p:nvSpPr>
        <p:spPr>
          <a:xfrm>
            <a:off x="508859" y="5418190"/>
            <a:ext cx="2856518" cy="830997"/>
          </a:xfrm>
          <a:prstGeom prst="rect">
            <a:avLst/>
          </a:prstGeom>
          <a:noFill/>
        </p:spPr>
        <p:txBody>
          <a:bodyPr wrap="square" rtlCol="0">
            <a:spAutoFit/>
          </a:bodyPr>
          <a:lstStyle/>
          <a:p>
            <a:pPr algn="r">
              <a:lnSpc>
                <a:spcPct val="120000"/>
              </a:lnSpc>
            </a:pPr>
            <a:r>
              <a:rPr lang="zh-CN" altLang="en-US" sz="2400" b="1" dirty="0">
                <a:solidFill>
                  <a:srgbClr val="FF7300"/>
                </a:solidFill>
              </a:rPr>
              <a:t>添加标题</a:t>
            </a:r>
            <a:endParaRPr lang="en-US" altLang="zh-CN" sz="2400" b="1" dirty="0">
              <a:solidFill>
                <a:srgbClr val="FF7300"/>
              </a:solidFill>
            </a:endParaRPr>
          </a:p>
          <a:p>
            <a:pPr algn="r">
              <a:lnSpc>
                <a:spcPct val="120000"/>
              </a:lnSpc>
            </a:pPr>
            <a:r>
              <a:rPr lang="zh-CN" altLang="en-US" sz="1600" dirty="0">
                <a:solidFill>
                  <a:schemeClr val="tx1">
                    <a:lumMod val="65000"/>
                    <a:lumOff val="35000"/>
                  </a:schemeClr>
                </a:solidFill>
              </a:rPr>
              <a:t>添加内容添加内容</a:t>
            </a:r>
          </a:p>
        </p:txBody>
      </p:sp>
      <p:grpSp>
        <p:nvGrpSpPr>
          <p:cNvPr id="13" name="组合 12"/>
          <p:cNvGrpSpPr/>
          <p:nvPr/>
        </p:nvGrpSpPr>
        <p:grpSpPr>
          <a:xfrm>
            <a:off x="2908543" y="3331718"/>
            <a:ext cx="358775" cy="361950"/>
            <a:chOff x="5939632" y="6053138"/>
            <a:chExt cx="358775" cy="361950"/>
          </a:xfrm>
        </p:grpSpPr>
        <p:sp>
          <p:nvSpPr>
            <p:cNvPr id="14" name="Oval 25"/>
            <p:cNvSpPr>
              <a:spLocks noChangeArrowheads="1"/>
            </p:cNvSpPr>
            <p:nvPr/>
          </p:nvSpPr>
          <p:spPr bwMode="auto">
            <a:xfrm>
              <a:off x="5939632" y="6053138"/>
              <a:ext cx="358775" cy="361950"/>
            </a:xfrm>
            <a:prstGeom prst="ellipse">
              <a:avLst/>
            </a:prstGeom>
            <a:solidFill>
              <a:srgbClr val="3A83CB"/>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2" name="Freeform 26"/>
            <p:cNvSpPr>
              <a:spLocks/>
            </p:cNvSpPr>
            <p:nvPr/>
          </p:nvSpPr>
          <p:spPr bwMode="auto">
            <a:xfrm>
              <a:off x="6038057" y="6151563"/>
              <a:ext cx="163513" cy="165100"/>
            </a:xfrm>
            <a:custGeom>
              <a:avLst/>
              <a:gdLst>
                <a:gd name="T0" fmla="*/ 59 w 60"/>
                <a:gd name="T1" fmla="*/ 49 h 60"/>
                <a:gd name="T2" fmla="*/ 40 w 60"/>
                <a:gd name="T3" fmla="*/ 30 h 60"/>
                <a:gd name="T4" fmla="*/ 59 w 60"/>
                <a:gd name="T5" fmla="*/ 11 h 60"/>
                <a:gd name="T6" fmla="*/ 59 w 60"/>
                <a:gd name="T7" fmla="*/ 8 h 60"/>
                <a:gd name="T8" fmla="*/ 51 w 60"/>
                <a:gd name="T9" fmla="*/ 1 h 60"/>
                <a:gd name="T10" fmla="*/ 49 w 60"/>
                <a:gd name="T11" fmla="*/ 1 h 60"/>
                <a:gd name="T12" fmla="*/ 30 w 60"/>
                <a:gd name="T13" fmla="*/ 20 h 60"/>
                <a:gd name="T14" fmla="*/ 11 w 60"/>
                <a:gd name="T15" fmla="*/ 1 h 60"/>
                <a:gd name="T16" fmla="*/ 8 w 60"/>
                <a:gd name="T17" fmla="*/ 1 h 60"/>
                <a:gd name="T18" fmla="*/ 0 w 60"/>
                <a:gd name="T19" fmla="*/ 8 h 60"/>
                <a:gd name="T20" fmla="*/ 0 w 60"/>
                <a:gd name="T21" fmla="*/ 11 h 60"/>
                <a:gd name="T22" fmla="*/ 19 w 60"/>
                <a:gd name="T23" fmla="*/ 30 h 60"/>
                <a:gd name="T24" fmla="*/ 0 w 60"/>
                <a:gd name="T25" fmla="*/ 49 h 60"/>
                <a:gd name="T26" fmla="*/ 0 w 60"/>
                <a:gd name="T27" fmla="*/ 52 h 60"/>
                <a:gd name="T28" fmla="*/ 8 w 60"/>
                <a:gd name="T29" fmla="*/ 59 h 60"/>
                <a:gd name="T30" fmla="*/ 11 w 60"/>
                <a:gd name="T31" fmla="*/ 59 h 60"/>
                <a:gd name="T32" fmla="*/ 30 w 60"/>
                <a:gd name="T33" fmla="*/ 40 h 60"/>
                <a:gd name="T34" fmla="*/ 49 w 60"/>
                <a:gd name="T35" fmla="*/ 59 h 60"/>
                <a:gd name="T36" fmla="*/ 51 w 60"/>
                <a:gd name="T37" fmla="*/ 59 h 60"/>
                <a:gd name="T38" fmla="*/ 59 w 60"/>
                <a:gd name="T39" fmla="*/ 52 h 60"/>
                <a:gd name="T40" fmla="*/ 59 w 60"/>
                <a:gd name="T41" fmla="*/ 4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0" h="60">
                  <a:moveTo>
                    <a:pt x="59" y="49"/>
                  </a:moveTo>
                  <a:cubicBezTo>
                    <a:pt x="40" y="30"/>
                    <a:pt x="40" y="30"/>
                    <a:pt x="40" y="30"/>
                  </a:cubicBezTo>
                  <a:cubicBezTo>
                    <a:pt x="59" y="11"/>
                    <a:pt x="59" y="11"/>
                    <a:pt x="59" y="11"/>
                  </a:cubicBezTo>
                  <a:cubicBezTo>
                    <a:pt x="60" y="10"/>
                    <a:pt x="60" y="9"/>
                    <a:pt x="59" y="8"/>
                  </a:cubicBezTo>
                  <a:cubicBezTo>
                    <a:pt x="51" y="1"/>
                    <a:pt x="51" y="1"/>
                    <a:pt x="51" y="1"/>
                  </a:cubicBezTo>
                  <a:cubicBezTo>
                    <a:pt x="50" y="0"/>
                    <a:pt x="49" y="0"/>
                    <a:pt x="49" y="1"/>
                  </a:cubicBezTo>
                  <a:cubicBezTo>
                    <a:pt x="30" y="20"/>
                    <a:pt x="30" y="20"/>
                    <a:pt x="30" y="20"/>
                  </a:cubicBezTo>
                  <a:cubicBezTo>
                    <a:pt x="11" y="1"/>
                    <a:pt x="11" y="1"/>
                    <a:pt x="11" y="1"/>
                  </a:cubicBezTo>
                  <a:cubicBezTo>
                    <a:pt x="10" y="0"/>
                    <a:pt x="9" y="0"/>
                    <a:pt x="8" y="1"/>
                  </a:cubicBezTo>
                  <a:cubicBezTo>
                    <a:pt x="0" y="8"/>
                    <a:pt x="0" y="8"/>
                    <a:pt x="0" y="8"/>
                  </a:cubicBezTo>
                  <a:cubicBezTo>
                    <a:pt x="0" y="9"/>
                    <a:pt x="0" y="10"/>
                    <a:pt x="0" y="11"/>
                  </a:cubicBezTo>
                  <a:cubicBezTo>
                    <a:pt x="19" y="30"/>
                    <a:pt x="19" y="30"/>
                    <a:pt x="19" y="30"/>
                  </a:cubicBezTo>
                  <a:cubicBezTo>
                    <a:pt x="0" y="49"/>
                    <a:pt x="0" y="49"/>
                    <a:pt x="0" y="49"/>
                  </a:cubicBezTo>
                  <a:cubicBezTo>
                    <a:pt x="0" y="50"/>
                    <a:pt x="0" y="51"/>
                    <a:pt x="0" y="52"/>
                  </a:cubicBezTo>
                  <a:cubicBezTo>
                    <a:pt x="8" y="59"/>
                    <a:pt x="8" y="59"/>
                    <a:pt x="8" y="59"/>
                  </a:cubicBezTo>
                  <a:cubicBezTo>
                    <a:pt x="9" y="60"/>
                    <a:pt x="10" y="60"/>
                    <a:pt x="11" y="59"/>
                  </a:cubicBezTo>
                  <a:cubicBezTo>
                    <a:pt x="30" y="40"/>
                    <a:pt x="30" y="40"/>
                    <a:pt x="30" y="40"/>
                  </a:cubicBezTo>
                  <a:cubicBezTo>
                    <a:pt x="49" y="59"/>
                    <a:pt x="49" y="59"/>
                    <a:pt x="49" y="59"/>
                  </a:cubicBezTo>
                  <a:cubicBezTo>
                    <a:pt x="49" y="60"/>
                    <a:pt x="50" y="60"/>
                    <a:pt x="51" y="59"/>
                  </a:cubicBezTo>
                  <a:cubicBezTo>
                    <a:pt x="59" y="52"/>
                    <a:pt x="59" y="52"/>
                    <a:pt x="59" y="52"/>
                  </a:cubicBezTo>
                  <a:cubicBezTo>
                    <a:pt x="60" y="51"/>
                    <a:pt x="60" y="50"/>
                    <a:pt x="59" y="49"/>
                  </a:cubicBezTo>
                  <a:close/>
                </a:path>
              </a:pathLst>
            </a:custGeom>
            <a:solidFill>
              <a:schemeClr val="bg1"/>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23" name="组合 22"/>
          <p:cNvGrpSpPr/>
          <p:nvPr/>
        </p:nvGrpSpPr>
        <p:grpSpPr>
          <a:xfrm>
            <a:off x="2895497" y="5059414"/>
            <a:ext cx="358775" cy="358775"/>
            <a:chOff x="8322469" y="2698750"/>
            <a:chExt cx="358775" cy="358775"/>
          </a:xfrm>
        </p:grpSpPr>
        <p:sp>
          <p:nvSpPr>
            <p:cNvPr id="24" name="Oval 27"/>
            <p:cNvSpPr>
              <a:spLocks noChangeArrowheads="1"/>
            </p:cNvSpPr>
            <p:nvPr/>
          </p:nvSpPr>
          <p:spPr bwMode="auto">
            <a:xfrm>
              <a:off x="8322469" y="2698750"/>
              <a:ext cx="358775" cy="358775"/>
            </a:xfrm>
            <a:prstGeom prst="ellipse">
              <a:avLst/>
            </a:prstGeom>
            <a:solidFill>
              <a:srgbClr val="FF7300"/>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5" name="Freeform 28"/>
            <p:cNvSpPr>
              <a:spLocks/>
            </p:cNvSpPr>
            <p:nvPr/>
          </p:nvSpPr>
          <p:spPr bwMode="auto">
            <a:xfrm>
              <a:off x="8401844" y="2778125"/>
              <a:ext cx="196850" cy="196850"/>
            </a:xfrm>
            <a:custGeom>
              <a:avLst/>
              <a:gdLst>
                <a:gd name="T0" fmla="*/ 70 w 72"/>
                <a:gd name="T1" fmla="*/ 29 h 72"/>
                <a:gd name="T2" fmla="*/ 44 w 72"/>
                <a:gd name="T3" fmla="*/ 29 h 72"/>
                <a:gd name="T4" fmla="*/ 44 w 72"/>
                <a:gd name="T5" fmla="*/ 2 h 72"/>
                <a:gd name="T6" fmla="*/ 42 w 72"/>
                <a:gd name="T7" fmla="*/ 0 h 72"/>
                <a:gd name="T8" fmla="*/ 31 w 72"/>
                <a:gd name="T9" fmla="*/ 0 h 72"/>
                <a:gd name="T10" fmla="*/ 29 w 72"/>
                <a:gd name="T11" fmla="*/ 2 h 72"/>
                <a:gd name="T12" fmla="*/ 29 w 72"/>
                <a:gd name="T13" fmla="*/ 29 h 72"/>
                <a:gd name="T14" fmla="*/ 2 w 72"/>
                <a:gd name="T15" fmla="*/ 29 h 72"/>
                <a:gd name="T16" fmla="*/ 0 w 72"/>
                <a:gd name="T17" fmla="*/ 31 h 72"/>
                <a:gd name="T18" fmla="*/ 0 w 72"/>
                <a:gd name="T19" fmla="*/ 42 h 72"/>
                <a:gd name="T20" fmla="*/ 2 w 72"/>
                <a:gd name="T21" fmla="*/ 44 h 72"/>
                <a:gd name="T22" fmla="*/ 29 w 72"/>
                <a:gd name="T23" fmla="*/ 44 h 72"/>
                <a:gd name="T24" fmla="*/ 29 w 72"/>
                <a:gd name="T25" fmla="*/ 71 h 72"/>
                <a:gd name="T26" fmla="*/ 31 w 72"/>
                <a:gd name="T27" fmla="*/ 72 h 72"/>
                <a:gd name="T28" fmla="*/ 42 w 72"/>
                <a:gd name="T29" fmla="*/ 72 h 72"/>
                <a:gd name="T30" fmla="*/ 44 w 72"/>
                <a:gd name="T31" fmla="*/ 71 h 72"/>
                <a:gd name="T32" fmla="*/ 44 w 72"/>
                <a:gd name="T33" fmla="*/ 44 h 72"/>
                <a:gd name="T34" fmla="*/ 70 w 72"/>
                <a:gd name="T35" fmla="*/ 44 h 72"/>
                <a:gd name="T36" fmla="*/ 72 w 72"/>
                <a:gd name="T37" fmla="*/ 42 h 72"/>
                <a:gd name="T38" fmla="*/ 72 w 72"/>
                <a:gd name="T39" fmla="*/ 31 h 72"/>
                <a:gd name="T40" fmla="*/ 70 w 72"/>
                <a:gd name="T41" fmla="*/ 2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2" h="72">
                  <a:moveTo>
                    <a:pt x="70" y="29"/>
                  </a:moveTo>
                  <a:cubicBezTo>
                    <a:pt x="44" y="29"/>
                    <a:pt x="44" y="29"/>
                    <a:pt x="44" y="29"/>
                  </a:cubicBezTo>
                  <a:cubicBezTo>
                    <a:pt x="44" y="2"/>
                    <a:pt x="44" y="2"/>
                    <a:pt x="44" y="2"/>
                  </a:cubicBezTo>
                  <a:cubicBezTo>
                    <a:pt x="44" y="1"/>
                    <a:pt x="43" y="0"/>
                    <a:pt x="42" y="0"/>
                  </a:cubicBezTo>
                  <a:cubicBezTo>
                    <a:pt x="31" y="0"/>
                    <a:pt x="31" y="0"/>
                    <a:pt x="31" y="0"/>
                  </a:cubicBezTo>
                  <a:cubicBezTo>
                    <a:pt x="30" y="0"/>
                    <a:pt x="29" y="1"/>
                    <a:pt x="29" y="2"/>
                  </a:cubicBezTo>
                  <a:cubicBezTo>
                    <a:pt x="29" y="29"/>
                    <a:pt x="29" y="29"/>
                    <a:pt x="29" y="29"/>
                  </a:cubicBezTo>
                  <a:cubicBezTo>
                    <a:pt x="2" y="29"/>
                    <a:pt x="2" y="29"/>
                    <a:pt x="2" y="29"/>
                  </a:cubicBezTo>
                  <a:cubicBezTo>
                    <a:pt x="1" y="29"/>
                    <a:pt x="0" y="30"/>
                    <a:pt x="0" y="31"/>
                  </a:cubicBezTo>
                  <a:cubicBezTo>
                    <a:pt x="0" y="42"/>
                    <a:pt x="0" y="42"/>
                    <a:pt x="0" y="42"/>
                  </a:cubicBezTo>
                  <a:cubicBezTo>
                    <a:pt x="0" y="43"/>
                    <a:pt x="1" y="44"/>
                    <a:pt x="2" y="44"/>
                  </a:cubicBezTo>
                  <a:cubicBezTo>
                    <a:pt x="29" y="44"/>
                    <a:pt x="29" y="44"/>
                    <a:pt x="29" y="44"/>
                  </a:cubicBezTo>
                  <a:cubicBezTo>
                    <a:pt x="29" y="71"/>
                    <a:pt x="29" y="71"/>
                    <a:pt x="29" y="71"/>
                  </a:cubicBezTo>
                  <a:cubicBezTo>
                    <a:pt x="29" y="72"/>
                    <a:pt x="30" y="72"/>
                    <a:pt x="31" y="72"/>
                  </a:cubicBezTo>
                  <a:cubicBezTo>
                    <a:pt x="42" y="72"/>
                    <a:pt x="42" y="72"/>
                    <a:pt x="42" y="72"/>
                  </a:cubicBezTo>
                  <a:cubicBezTo>
                    <a:pt x="43" y="72"/>
                    <a:pt x="44" y="72"/>
                    <a:pt x="44" y="71"/>
                  </a:cubicBezTo>
                  <a:cubicBezTo>
                    <a:pt x="44" y="44"/>
                    <a:pt x="44" y="44"/>
                    <a:pt x="44" y="44"/>
                  </a:cubicBezTo>
                  <a:cubicBezTo>
                    <a:pt x="70" y="44"/>
                    <a:pt x="70" y="44"/>
                    <a:pt x="70" y="44"/>
                  </a:cubicBezTo>
                  <a:cubicBezTo>
                    <a:pt x="71" y="44"/>
                    <a:pt x="72" y="43"/>
                    <a:pt x="72" y="42"/>
                  </a:cubicBezTo>
                  <a:cubicBezTo>
                    <a:pt x="72" y="31"/>
                    <a:pt x="72" y="31"/>
                    <a:pt x="72" y="31"/>
                  </a:cubicBezTo>
                  <a:cubicBezTo>
                    <a:pt x="72" y="30"/>
                    <a:pt x="71" y="29"/>
                    <a:pt x="70" y="29"/>
                  </a:cubicBezTo>
                  <a:close/>
                </a:path>
              </a:pathLst>
            </a:custGeom>
            <a:solidFill>
              <a:schemeClr val="bg1"/>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26" name="组合 25"/>
          <p:cNvGrpSpPr/>
          <p:nvPr/>
        </p:nvGrpSpPr>
        <p:grpSpPr>
          <a:xfrm>
            <a:off x="2885973" y="1543298"/>
            <a:ext cx="358775" cy="358775"/>
            <a:chOff x="3545682" y="2698750"/>
            <a:chExt cx="358775" cy="358775"/>
          </a:xfrm>
        </p:grpSpPr>
        <p:sp>
          <p:nvSpPr>
            <p:cNvPr id="27" name="Oval 29"/>
            <p:cNvSpPr>
              <a:spLocks noChangeArrowheads="1"/>
            </p:cNvSpPr>
            <p:nvPr/>
          </p:nvSpPr>
          <p:spPr bwMode="auto">
            <a:xfrm>
              <a:off x="3545682" y="2698750"/>
              <a:ext cx="358775" cy="358775"/>
            </a:xfrm>
            <a:prstGeom prst="ellipse">
              <a:avLst/>
            </a:prstGeom>
            <a:solidFill>
              <a:srgbClr val="9BC127"/>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8" name="Freeform 30"/>
            <p:cNvSpPr>
              <a:spLocks/>
            </p:cNvSpPr>
            <p:nvPr/>
          </p:nvSpPr>
          <p:spPr bwMode="auto">
            <a:xfrm>
              <a:off x="3666332" y="2770188"/>
              <a:ext cx="136525" cy="215900"/>
            </a:xfrm>
            <a:custGeom>
              <a:avLst/>
              <a:gdLst>
                <a:gd name="T0" fmla="*/ 9 w 50"/>
                <a:gd name="T1" fmla="*/ 0 h 79"/>
                <a:gd name="T2" fmla="*/ 1 w 50"/>
                <a:gd name="T3" fmla="*/ 8 h 79"/>
                <a:gd name="T4" fmla="*/ 1 w 50"/>
                <a:gd name="T5" fmla="*/ 11 h 79"/>
                <a:gd name="T6" fmla="*/ 29 w 50"/>
                <a:gd name="T7" fmla="*/ 39 h 79"/>
                <a:gd name="T8" fmla="*/ 1 w 50"/>
                <a:gd name="T9" fmla="*/ 68 h 79"/>
                <a:gd name="T10" fmla="*/ 1 w 50"/>
                <a:gd name="T11" fmla="*/ 70 h 79"/>
                <a:gd name="T12" fmla="*/ 9 w 50"/>
                <a:gd name="T13" fmla="*/ 79 h 79"/>
                <a:gd name="T14" fmla="*/ 12 w 50"/>
                <a:gd name="T15" fmla="*/ 79 h 79"/>
                <a:gd name="T16" fmla="*/ 41 w 50"/>
                <a:gd name="T17" fmla="*/ 49 h 79"/>
                <a:gd name="T18" fmla="*/ 49 w 50"/>
                <a:gd name="T19" fmla="*/ 41 h 79"/>
                <a:gd name="T20" fmla="*/ 49 w 50"/>
                <a:gd name="T21" fmla="*/ 38 h 79"/>
                <a:gd name="T22" fmla="*/ 41 w 50"/>
                <a:gd name="T23" fmla="*/ 30 h 79"/>
                <a:gd name="T24" fmla="*/ 12 w 50"/>
                <a:gd name="T25" fmla="*/ 0 h 79"/>
                <a:gd name="T26" fmla="*/ 9 w 50"/>
                <a:gd name="T27"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79">
                  <a:moveTo>
                    <a:pt x="9" y="0"/>
                  </a:moveTo>
                  <a:cubicBezTo>
                    <a:pt x="1" y="8"/>
                    <a:pt x="1" y="8"/>
                    <a:pt x="1" y="8"/>
                  </a:cubicBezTo>
                  <a:cubicBezTo>
                    <a:pt x="0" y="9"/>
                    <a:pt x="0" y="11"/>
                    <a:pt x="1" y="11"/>
                  </a:cubicBezTo>
                  <a:cubicBezTo>
                    <a:pt x="29" y="39"/>
                    <a:pt x="29" y="39"/>
                    <a:pt x="29" y="39"/>
                  </a:cubicBezTo>
                  <a:cubicBezTo>
                    <a:pt x="1" y="68"/>
                    <a:pt x="1" y="68"/>
                    <a:pt x="1" y="68"/>
                  </a:cubicBezTo>
                  <a:cubicBezTo>
                    <a:pt x="0" y="68"/>
                    <a:pt x="0" y="70"/>
                    <a:pt x="1" y="70"/>
                  </a:cubicBezTo>
                  <a:cubicBezTo>
                    <a:pt x="9" y="79"/>
                    <a:pt x="9" y="79"/>
                    <a:pt x="9" y="79"/>
                  </a:cubicBezTo>
                  <a:cubicBezTo>
                    <a:pt x="10" y="79"/>
                    <a:pt x="11" y="79"/>
                    <a:pt x="12" y="79"/>
                  </a:cubicBezTo>
                  <a:cubicBezTo>
                    <a:pt x="41" y="49"/>
                    <a:pt x="41" y="49"/>
                    <a:pt x="41" y="49"/>
                  </a:cubicBezTo>
                  <a:cubicBezTo>
                    <a:pt x="49" y="41"/>
                    <a:pt x="49" y="41"/>
                    <a:pt x="49" y="41"/>
                  </a:cubicBezTo>
                  <a:cubicBezTo>
                    <a:pt x="50" y="40"/>
                    <a:pt x="50" y="39"/>
                    <a:pt x="49" y="38"/>
                  </a:cubicBezTo>
                  <a:cubicBezTo>
                    <a:pt x="41" y="30"/>
                    <a:pt x="41" y="30"/>
                    <a:pt x="41" y="30"/>
                  </a:cubicBezTo>
                  <a:cubicBezTo>
                    <a:pt x="12" y="0"/>
                    <a:pt x="12" y="0"/>
                    <a:pt x="12" y="0"/>
                  </a:cubicBezTo>
                  <a:cubicBezTo>
                    <a:pt x="11" y="0"/>
                    <a:pt x="10" y="0"/>
                    <a:pt x="9" y="0"/>
                  </a:cubicBezTo>
                  <a:close/>
                </a:path>
              </a:pathLst>
            </a:custGeom>
            <a:solidFill>
              <a:schemeClr val="bg1"/>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sp>
        <p:nvSpPr>
          <p:cNvPr id="29" name="文本框 28"/>
          <p:cNvSpPr txBox="1"/>
          <p:nvPr/>
        </p:nvSpPr>
        <p:spPr>
          <a:xfrm>
            <a:off x="3769390" y="3288505"/>
            <a:ext cx="824265" cy="1138773"/>
          </a:xfrm>
          <a:prstGeom prst="rect">
            <a:avLst/>
          </a:prstGeom>
          <a:noFill/>
        </p:spPr>
        <p:txBody>
          <a:bodyPr wrap="none" rtlCol="0">
            <a:spAutoFit/>
          </a:bodyPr>
          <a:lstStyle/>
          <a:p>
            <a:pPr algn="ctr"/>
            <a:r>
              <a:rPr lang="en-US" altLang="zh-CN" sz="2000" dirty="0">
                <a:solidFill>
                  <a:schemeClr val="tx1">
                    <a:lumMod val="65000"/>
                    <a:lumOff val="35000"/>
                  </a:schemeClr>
                </a:solidFill>
                <a:latin typeface="Agency FB" panose="020B0503020202020204" pitchFamily="34" charset="0"/>
              </a:rPr>
              <a:t>OPTION</a:t>
            </a:r>
          </a:p>
          <a:p>
            <a:pPr algn="ctr"/>
            <a:r>
              <a:rPr lang="en-US" altLang="zh-CN" sz="4800" dirty="0">
                <a:solidFill>
                  <a:schemeClr val="tx1">
                    <a:lumMod val="65000"/>
                    <a:lumOff val="35000"/>
                  </a:schemeClr>
                </a:solidFill>
                <a:latin typeface="Impact" panose="020B0806030902050204" pitchFamily="34" charset="0"/>
              </a:rPr>
              <a:t>02</a:t>
            </a:r>
            <a:endParaRPr lang="zh-CN" altLang="en-US" sz="4800" dirty="0">
              <a:solidFill>
                <a:schemeClr val="tx1">
                  <a:lumMod val="65000"/>
                  <a:lumOff val="35000"/>
                </a:schemeClr>
              </a:solidFill>
              <a:latin typeface="Impact" panose="020B0806030902050204" pitchFamily="34" charset="0"/>
            </a:endParaRPr>
          </a:p>
        </p:txBody>
      </p:sp>
      <p:sp>
        <p:nvSpPr>
          <p:cNvPr id="30" name="文本框 29"/>
          <p:cNvSpPr txBox="1"/>
          <p:nvPr/>
        </p:nvSpPr>
        <p:spPr>
          <a:xfrm>
            <a:off x="3796640" y="1618925"/>
            <a:ext cx="769762" cy="1138773"/>
          </a:xfrm>
          <a:prstGeom prst="rect">
            <a:avLst/>
          </a:prstGeom>
          <a:noFill/>
        </p:spPr>
        <p:txBody>
          <a:bodyPr wrap="none" rtlCol="0">
            <a:spAutoFit/>
          </a:bodyPr>
          <a:lstStyle/>
          <a:p>
            <a:pPr algn="ctr"/>
            <a:r>
              <a:rPr lang="en-US" altLang="zh-CN" sz="2000" dirty="0">
                <a:solidFill>
                  <a:schemeClr val="tx1">
                    <a:lumMod val="65000"/>
                    <a:lumOff val="35000"/>
                  </a:schemeClr>
                </a:solidFill>
                <a:latin typeface="Agency FB" panose="020B0503020202020204" pitchFamily="34" charset="0"/>
              </a:rPr>
              <a:t>OPTION</a:t>
            </a:r>
          </a:p>
          <a:p>
            <a:pPr algn="ctr"/>
            <a:r>
              <a:rPr lang="en-US" altLang="zh-CN" sz="4800" dirty="0">
                <a:solidFill>
                  <a:schemeClr val="tx1">
                    <a:lumMod val="65000"/>
                    <a:lumOff val="35000"/>
                  </a:schemeClr>
                </a:solidFill>
                <a:latin typeface="Impact" panose="020B0806030902050204" pitchFamily="34" charset="0"/>
              </a:rPr>
              <a:t>01</a:t>
            </a:r>
            <a:endParaRPr lang="zh-CN" altLang="en-US" sz="4800" dirty="0">
              <a:solidFill>
                <a:schemeClr val="tx1">
                  <a:lumMod val="65000"/>
                  <a:lumOff val="35000"/>
                </a:schemeClr>
              </a:solidFill>
              <a:latin typeface="Impact" panose="020B0806030902050204" pitchFamily="34" charset="0"/>
            </a:endParaRPr>
          </a:p>
        </p:txBody>
      </p:sp>
      <p:sp>
        <p:nvSpPr>
          <p:cNvPr id="31" name="文本框 30"/>
          <p:cNvSpPr txBox="1"/>
          <p:nvPr/>
        </p:nvSpPr>
        <p:spPr>
          <a:xfrm>
            <a:off x="3760574" y="4958085"/>
            <a:ext cx="841897" cy="1138773"/>
          </a:xfrm>
          <a:prstGeom prst="rect">
            <a:avLst/>
          </a:prstGeom>
          <a:noFill/>
        </p:spPr>
        <p:txBody>
          <a:bodyPr wrap="none" rtlCol="0">
            <a:spAutoFit/>
          </a:bodyPr>
          <a:lstStyle/>
          <a:p>
            <a:pPr algn="ctr"/>
            <a:r>
              <a:rPr lang="en-US" altLang="zh-CN" sz="2000" dirty="0">
                <a:solidFill>
                  <a:schemeClr val="tx1">
                    <a:lumMod val="65000"/>
                    <a:lumOff val="35000"/>
                  </a:schemeClr>
                </a:solidFill>
                <a:latin typeface="Agency FB" panose="020B0503020202020204" pitchFamily="34" charset="0"/>
              </a:rPr>
              <a:t>OPTION</a:t>
            </a:r>
          </a:p>
          <a:p>
            <a:pPr algn="ctr"/>
            <a:r>
              <a:rPr lang="en-US" altLang="zh-CN" sz="4800" dirty="0">
                <a:solidFill>
                  <a:schemeClr val="tx1">
                    <a:lumMod val="65000"/>
                    <a:lumOff val="35000"/>
                  </a:schemeClr>
                </a:solidFill>
                <a:latin typeface="Impact" panose="020B0806030902050204" pitchFamily="34" charset="0"/>
              </a:rPr>
              <a:t>03</a:t>
            </a:r>
            <a:endParaRPr lang="zh-CN" altLang="en-US" sz="4800" dirty="0">
              <a:solidFill>
                <a:schemeClr val="tx1">
                  <a:lumMod val="65000"/>
                  <a:lumOff val="35000"/>
                </a:schemeClr>
              </a:solidFill>
              <a:latin typeface="Impact" panose="020B0806030902050204" pitchFamily="34" charset="0"/>
            </a:endParaRPr>
          </a:p>
        </p:txBody>
      </p:sp>
      <p:sp>
        <p:nvSpPr>
          <p:cNvPr id="32" name="矩形 31"/>
          <p:cNvSpPr/>
          <p:nvPr/>
        </p:nvSpPr>
        <p:spPr>
          <a:xfrm>
            <a:off x="8969606" y="2900550"/>
            <a:ext cx="2509351" cy="1372683"/>
          </a:xfrm>
          <a:prstGeom prst="rect">
            <a:avLst/>
          </a:prstGeom>
          <a:noFill/>
        </p:spPr>
        <p:txBody>
          <a:bodyPr wrap="square">
            <a:spAutoFit/>
          </a:bodyPr>
          <a:lstStyle/>
          <a:p>
            <a:pPr>
              <a:lnSpc>
                <a:spcPct val="130000"/>
              </a:lnSpc>
            </a:pPr>
            <a:r>
              <a:rPr lang="zh-CN" altLang="en-US" sz="1600" dirty="0">
                <a:solidFill>
                  <a:schemeClr val="tx1">
                    <a:lumMod val="65000"/>
                    <a:lumOff val="35000"/>
                  </a:schemeClr>
                </a:solidFill>
              </a:rPr>
              <a:t>添加内容添加内容添加内容添加内容添加内容添加内容添加内容添加内容添加内容添加内容添加内容</a:t>
            </a:r>
          </a:p>
        </p:txBody>
      </p:sp>
      <p:sp>
        <p:nvSpPr>
          <p:cNvPr id="33" name="文本框 32"/>
          <p:cNvSpPr txBox="1"/>
          <p:nvPr/>
        </p:nvSpPr>
        <p:spPr>
          <a:xfrm>
            <a:off x="6841515" y="3642160"/>
            <a:ext cx="1699883" cy="53553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p:txBody>
      </p:sp>
      <p:sp>
        <p:nvSpPr>
          <p:cNvPr id="34" name="Rectangle 58"/>
          <p:cNvSpPr/>
          <p:nvPr/>
        </p:nvSpPr>
        <p:spPr>
          <a:xfrm>
            <a:off x="6841516" y="4062428"/>
            <a:ext cx="1699882"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添加内容</a:t>
            </a:r>
          </a:p>
        </p:txBody>
      </p:sp>
      <p:sp>
        <p:nvSpPr>
          <p:cNvPr id="35"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三项因果</a:t>
            </a:r>
            <a:endParaRPr lang="zh-CN" altLang="zh-CN" sz="2800" b="1" dirty="0">
              <a:solidFill>
                <a:schemeClr val="tx1">
                  <a:lumMod val="65000"/>
                  <a:lumOff val="35000"/>
                </a:schemeClr>
              </a:solidFill>
            </a:endParaRPr>
          </a:p>
        </p:txBody>
      </p:sp>
      <p:grpSp>
        <p:nvGrpSpPr>
          <p:cNvPr id="37" name="组合 36"/>
          <p:cNvGrpSpPr>
            <a:grpSpLocks noChangeAspect="1"/>
          </p:cNvGrpSpPr>
          <p:nvPr/>
        </p:nvGrpSpPr>
        <p:grpSpPr>
          <a:xfrm>
            <a:off x="7406536" y="3142402"/>
            <a:ext cx="567348" cy="485753"/>
            <a:chOff x="2162176" y="-104775"/>
            <a:chExt cx="1655763" cy="1417638"/>
          </a:xfrm>
          <a:solidFill>
            <a:srgbClr val="8820A0"/>
          </a:solidFill>
        </p:grpSpPr>
        <p:sp>
          <p:nvSpPr>
            <p:cNvPr id="38" name="Freeform 3767"/>
            <p:cNvSpPr>
              <a:spLocks/>
            </p:cNvSpPr>
            <p:nvPr/>
          </p:nvSpPr>
          <p:spPr bwMode="auto">
            <a:xfrm>
              <a:off x="2311401" y="104775"/>
              <a:ext cx="1370013" cy="1208088"/>
            </a:xfrm>
            <a:custGeom>
              <a:avLst/>
              <a:gdLst>
                <a:gd name="T0" fmla="*/ 231 w 431"/>
                <a:gd name="T1" fmla="*/ 6 h 380"/>
                <a:gd name="T2" fmla="*/ 190 w 431"/>
                <a:gd name="T3" fmla="*/ 7 h 380"/>
                <a:gd name="T4" fmla="*/ 20 w 431"/>
                <a:gd name="T5" fmla="*/ 106 h 380"/>
                <a:gd name="T6" fmla="*/ 0 w 431"/>
                <a:gd name="T7" fmla="*/ 142 h 380"/>
                <a:gd name="T8" fmla="*/ 0 w 431"/>
                <a:gd name="T9" fmla="*/ 357 h 380"/>
                <a:gd name="T10" fmla="*/ 24 w 431"/>
                <a:gd name="T11" fmla="*/ 380 h 380"/>
                <a:gd name="T12" fmla="*/ 124 w 431"/>
                <a:gd name="T13" fmla="*/ 380 h 380"/>
                <a:gd name="T14" fmla="*/ 148 w 431"/>
                <a:gd name="T15" fmla="*/ 357 h 380"/>
                <a:gd name="T16" fmla="*/ 148 w 431"/>
                <a:gd name="T17" fmla="*/ 258 h 380"/>
                <a:gd name="T18" fmla="*/ 171 w 431"/>
                <a:gd name="T19" fmla="*/ 235 h 380"/>
                <a:gd name="T20" fmla="*/ 260 w 431"/>
                <a:gd name="T21" fmla="*/ 235 h 380"/>
                <a:gd name="T22" fmla="*/ 283 w 431"/>
                <a:gd name="T23" fmla="*/ 258 h 380"/>
                <a:gd name="T24" fmla="*/ 283 w 431"/>
                <a:gd name="T25" fmla="*/ 357 h 380"/>
                <a:gd name="T26" fmla="*/ 307 w 431"/>
                <a:gd name="T27" fmla="*/ 380 h 380"/>
                <a:gd name="T28" fmla="*/ 407 w 431"/>
                <a:gd name="T29" fmla="*/ 380 h 380"/>
                <a:gd name="T30" fmla="*/ 431 w 431"/>
                <a:gd name="T31" fmla="*/ 357 h 380"/>
                <a:gd name="T32" fmla="*/ 431 w 431"/>
                <a:gd name="T33" fmla="*/ 142 h 380"/>
                <a:gd name="T34" fmla="*/ 410 w 431"/>
                <a:gd name="T35" fmla="*/ 107 h 380"/>
                <a:gd name="T36" fmla="*/ 231 w 431"/>
                <a:gd name="T37" fmla="*/ 6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31" h="380">
                  <a:moveTo>
                    <a:pt x="231" y="6"/>
                  </a:moveTo>
                  <a:cubicBezTo>
                    <a:pt x="220" y="0"/>
                    <a:pt x="201" y="0"/>
                    <a:pt x="190" y="7"/>
                  </a:cubicBezTo>
                  <a:cubicBezTo>
                    <a:pt x="20" y="106"/>
                    <a:pt x="20" y="106"/>
                    <a:pt x="20" y="106"/>
                  </a:cubicBezTo>
                  <a:cubicBezTo>
                    <a:pt x="9" y="113"/>
                    <a:pt x="0" y="129"/>
                    <a:pt x="0" y="142"/>
                  </a:cubicBezTo>
                  <a:cubicBezTo>
                    <a:pt x="0" y="357"/>
                    <a:pt x="0" y="357"/>
                    <a:pt x="0" y="357"/>
                  </a:cubicBezTo>
                  <a:cubicBezTo>
                    <a:pt x="0" y="370"/>
                    <a:pt x="10" y="380"/>
                    <a:pt x="24" y="380"/>
                  </a:cubicBezTo>
                  <a:cubicBezTo>
                    <a:pt x="124" y="380"/>
                    <a:pt x="124" y="380"/>
                    <a:pt x="124" y="380"/>
                  </a:cubicBezTo>
                  <a:cubicBezTo>
                    <a:pt x="137" y="380"/>
                    <a:pt x="148" y="370"/>
                    <a:pt x="148" y="357"/>
                  </a:cubicBezTo>
                  <a:cubicBezTo>
                    <a:pt x="148" y="258"/>
                    <a:pt x="148" y="258"/>
                    <a:pt x="148" y="258"/>
                  </a:cubicBezTo>
                  <a:cubicBezTo>
                    <a:pt x="148" y="245"/>
                    <a:pt x="158" y="235"/>
                    <a:pt x="171" y="235"/>
                  </a:cubicBezTo>
                  <a:cubicBezTo>
                    <a:pt x="260" y="235"/>
                    <a:pt x="260" y="235"/>
                    <a:pt x="260" y="235"/>
                  </a:cubicBezTo>
                  <a:cubicBezTo>
                    <a:pt x="273" y="235"/>
                    <a:pt x="283" y="245"/>
                    <a:pt x="283" y="258"/>
                  </a:cubicBezTo>
                  <a:cubicBezTo>
                    <a:pt x="283" y="357"/>
                    <a:pt x="283" y="357"/>
                    <a:pt x="283" y="357"/>
                  </a:cubicBezTo>
                  <a:cubicBezTo>
                    <a:pt x="283" y="370"/>
                    <a:pt x="294" y="380"/>
                    <a:pt x="307" y="380"/>
                  </a:cubicBezTo>
                  <a:cubicBezTo>
                    <a:pt x="407" y="380"/>
                    <a:pt x="407" y="380"/>
                    <a:pt x="407" y="380"/>
                  </a:cubicBezTo>
                  <a:cubicBezTo>
                    <a:pt x="420" y="380"/>
                    <a:pt x="431" y="370"/>
                    <a:pt x="431" y="357"/>
                  </a:cubicBezTo>
                  <a:cubicBezTo>
                    <a:pt x="431" y="142"/>
                    <a:pt x="431" y="142"/>
                    <a:pt x="431" y="142"/>
                  </a:cubicBezTo>
                  <a:cubicBezTo>
                    <a:pt x="431" y="129"/>
                    <a:pt x="422" y="113"/>
                    <a:pt x="410" y="107"/>
                  </a:cubicBezTo>
                  <a:lnTo>
                    <a:pt x="231"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39" name="Freeform 3768"/>
            <p:cNvSpPr>
              <a:spLocks/>
            </p:cNvSpPr>
            <p:nvPr/>
          </p:nvSpPr>
          <p:spPr bwMode="auto">
            <a:xfrm>
              <a:off x="2162176" y="-104775"/>
              <a:ext cx="1655763" cy="552450"/>
            </a:xfrm>
            <a:custGeom>
              <a:avLst/>
              <a:gdLst>
                <a:gd name="T0" fmla="*/ 516 w 521"/>
                <a:gd name="T1" fmla="*/ 165 h 174"/>
                <a:gd name="T2" fmla="*/ 487 w 521"/>
                <a:gd name="T3" fmla="*/ 167 h 174"/>
                <a:gd name="T4" fmla="*/ 276 w 521"/>
                <a:gd name="T5" fmla="*/ 45 h 174"/>
                <a:gd name="T6" fmla="*/ 235 w 521"/>
                <a:gd name="T7" fmla="*/ 45 h 174"/>
                <a:gd name="T8" fmla="*/ 34 w 521"/>
                <a:gd name="T9" fmla="*/ 167 h 174"/>
                <a:gd name="T10" fmla="*/ 5 w 521"/>
                <a:gd name="T11" fmla="*/ 165 h 174"/>
                <a:gd name="T12" fmla="*/ 16 w 521"/>
                <a:gd name="T13" fmla="*/ 138 h 174"/>
                <a:gd name="T14" fmla="*/ 235 w 521"/>
                <a:gd name="T15" fmla="*/ 7 h 174"/>
                <a:gd name="T16" fmla="*/ 276 w 521"/>
                <a:gd name="T17" fmla="*/ 6 h 174"/>
                <a:gd name="T18" fmla="*/ 504 w 521"/>
                <a:gd name="T19" fmla="*/ 139 h 174"/>
                <a:gd name="T20" fmla="*/ 516 w 521"/>
                <a:gd name="T21" fmla="*/ 16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1" h="174">
                  <a:moveTo>
                    <a:pt x="516" y="165"/>
                  </a:moveTo>
                  <a:cubicBezTo>
                    <a:pt x="512" y="173"/>
                    <a:pt x="499" y="174"/>
                    <a:pt x="487" y="167"/>
                  </a:cubicBezTo>
                  <a:cubicBezTo>
                    <a:pt x="276" y="45"/>
                    <a:pt x="276" y="45"/>
                    <a:pt x="276" y="45"/>
                  </a:cubicBezTo>
                  <a:cubicBezTo>
                    <a:pt x="265" y="38"/>
                    <a:pt x="247" y="38"/>
                    <a:pt x="235" y="45"/>
                  </a:cubicBezTo>
                  <a:cubicBezTo>
                    <a:pt x="34" y="167"/>
                    <a:pt x="34" y="167"/>
                    <a:pt x="34" y="167"/>
                  </a:cubicBezTo>
                  <a:cubicBezTo>
                    <a:pt x="22" y="174"/>
                    <a:pt x="9" y="173"/>
                    <a:pt x="5" y="165"/>
                  </a:cubicBezTo>
                  <a:cubicBezTo>
                    <a:pt x="0" y="157"/>
                    <a:pt x="5" y="145"/>
                    <a:pt x="16" y="138"/>
                  </a:cubicBezTo>
                  <a:cubicBezTo>
                    <a:pt x="235" y="7"/>
                    <a:pt x="235" y="7"/>
                    <a:pt x="235" y="7"/>
                  </a:cubicBezTo>
                  <a:cubicBezTo>
                    <a:pt x="246" y="0"/>
                    <a:pt x="265" y="0"/>
                    <a:pt x="276" y="6"/>
                  </a:cubicBezTo>
                  <a:cubicBezTo>
                    <a:pt x="504" y="139"/>
                    <a:pt x="504" y="139"/>
                    <a:pt x="504" y="139"/>
                  </a:cubicBezTo>
                  <a:cubicBezTo>
                    <a:pt x="515" y="145"/>
                    <a:pt x="521" y="157"/>
                    <a:pt x="516" y="1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grpSp>
    </p:spTree>
    <p:extLst>
      <p:ext uri="{BB962C8B-B14F-4D97-AF65-F5344CB8AC3E}">
        <p14:creationId xmlns:p14="http://schemas.microsoft.com/office/powerpoint/2010/main" val="892515777"/>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4008236" y="1168212"/>
            <a:ext cx="4175528" cy="3731244"/>
            <a:chOff x="-147016" y="84900"/>
            <a:chExt cx="3595688" cy="3213101"/>
          </a:xfrm>
        </p:grpSpPr>
        <p:sp>
          <p:nvSpPr>
            <p:cNvPr id="3" name="Freeform 923"/>
            <p:cNvSpPr>
              <a:spLocks/>
            </p:cNvSpPr>
            <p:nvPr/>
          </p:nvSpPr>
          <p:spPr bwMode="auto">
            <a:xfrm>
              <a:off x="1135684" y="1394588"/>
              <a:ext cx="2312988" cy="1903413"/>
            </a:xfrm>
            <a:custGeom>
              <a:avLst/>
              <a:gdLst>
                <a:gd name="T0" fmla="*/ 391 w 616"/>
                <a:gd name="T1" fmla="*/ 0 h 507"/>
                <a:gd name="T2" fmla="*/ 513 w 616"/>
                <a:gd name="T3" fmla="*/ 321 h 507"/>
                <a:gd name="T4" fmla="*/ 0 w 616"/>
                <a:gd name="T5" fmla="*/ 425 h 507"/>
                <a:gd name="T6" fmla="*/ 327 w 616"/>
                <a:gd name="T7" fmla="*/ 275 h 507"/>
                <a:gd name="T8" fmla="*/ 391 w 616"/>
                <a:gd name="T9" fmla="*/ 0 h 507"/>
              </a:gdLst>
              <a:ahLst/>
              <a:cxnLst>
                <a:cxn ang="0">
                  <a:pos x="T0" y="T1"/>
                </a:cxn>
                <a:cxn ang="0">
                  <a:pos x="T2" y="T3"/>
                </a:cxn>
                <a:cxn ang="0">
                  <a:pos x="T4" y="T5"/>
                </a:cxn>
                <a:cxn ang="0">
                  <a:pos x="T6" y="T7"/>
                </a:cxn>
                <a:cxn ang="0">
                  <a:pos x="T8" y="T9"/>
                </a:cxn>
              </a:cxnLst>
              <a:rect l="0" t="0" r="r" b="b"/>
              <a:pathLst>
                <a:path w="616" h="507">
                  <a:moveTo>
                    <a:pt x="391" y="0"/>
                  </a:moveTo>
                  <a:cubicBezTo>
                    <a:pt x="391" y="0"/>
                    <a:pt x="616" y="168"/>
                    <a:pt x="513" y="321"/>
                  </a:cubicBezTo>
                  <a:cubicBezTo>
                    <a:pt x="387" y="507"/>
                    <a:pt x="0" y="425"/>
                    <a:pt x="0" y="425"/>
                  </a:cubicBezTo>
                  <a:cubicBezTo>
                    <a:pt x="0" y="425"/>
                    <a:pt x="202" y="410"/>
                    <a:pt x="327" y="275"/>
                  </a:cubicBezTo>
                  <a:cubicBezTo>
                    <a:pt x="414" y="179"/>
                    <a:pt x="391" y="0"/>
                    <a:pt x="391" y="0"/>
                  </a:cubicBezTo>
                  <a:close/>
                </a:path>
              </a:pathLst>
            </a:custGeom>
            <a:solidFill>
              <a:srgbClr val="EA981E"/>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 name="Freeform 924"/>
            <p:cNvSpPr>
              <a:spLocks/>
            </p:cNvSpPr>
            <p:nvPr/>
          </p:nvSpPr>
          <p:spPr bwMode="auto">
            <a:xfrm>
              <a:off x="-147016" y="723075"/>
              <a:ext cx="1643063" cy="2484438"/>
            </a:xfrm>
            <a:custGeom>
              <a:avLst/>
              <a:gdLst>
                <a:gd name="T0" fmla="*/ 438 w 438"/>
                <a:gd name="T1" fmla="*/ 551 h 662"/>
                <a:gd name="T2" fmla="*/ 99 w 438"/>
                <a:gd name="T3" fmla="*/ 496 h 662"/>
                <a:gd name="T4" fmla="*/ 265 w 438"/>
                <a:gd name="T5" fmla="*/ 0 h 662"/>
                <a:gd name="T6" fmla="*/ 232 w 438"/>
                <a:gd name="T7" fmla="*/ 358 h 662"/>
                <a:gd name="T8" fmla="*/ 438 w 438"/>
                <a:gd name="T9" fmla="*/ 551 h 662"/>
              </a:gdLst>
              <a:ahLst/>
              <a:cxnLst>
                <a:cxn ang="0">
                  <a:pos x="T0" y="T1"/>
                </a:cxn>
                <a:cxn ang="0">
                  <a:pos x="T2" y="T3"/>
                </a:cxn>
                <a:cxn ang="0">
                  <a:pos x="T4" y="T5"/>
                </a:cxn>
                <a:cxn ang="0">
                  <a:pos x="T6" y="T7"/>
                </a:cxn>
                <a:cxn ang="0">
                  <a:pos x="T8" y="T9"/>
                </a:cxn>
              </a:cxnLst>
              <a:rect l="0" t="0" r="r" b="b"/>
              <a:pathLst>
                <a:path w="438" h="662">
                  <a:moveTo>
                    <a:pt x="438" y="551"/>
                  </a:moveTo>
                  <a:cubicBezTo>
                    <a:pt x="438" y="551"/>
                    <a:pt x="179" y="662"/>
                    <a:pt x="99" y="496"/>
                  </a:cubicBezTo>
                  <a:cubicBezTo>
                    <a:pt x="0" y="294"/>
                    <a:pt x="265" y="0"/>
                    <a:pt x="265" y="0"/>
                  </a:cubicBezTo>
                  <a:cubicBezTo>
                    <a:pt x="265" y="0"/>
                    <a:pt x="176" y="183"/>
                    <a:pt x="232" y="358"/>
                  </a:cubicBezTo>
                  <a:cubicBezTo>
                    <a:pt x="271" y="481"/>
                    <a:pt x="438" y="551"/>
                    <a:pt x="438" y="551"/>
                  </a:cubicBezTo>
                  <a:close/>
                </a:path>
              </a:pathLst>
            </a:custGeom>
            <a:solidFill>
              <a:srgbClr val="3A8F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 name="Freeform 925"/>
            <p:cNvSpPr>
              <a:spLocks/>
            </p:cNvSpPr>
            <p:nvPr/>
          </p:nvSpPr>
          <p:spPr bwMode="auto">
            <a:xfrm>
              <a:off x="840409" y="84900"/>
              <a:ext cx="2116138" cy="1524000"/>
            </a:xfrm>
            <a:custGeom>
              <a:avLst/>
              <a:gdLst>
                <a:gd name="T0" fmla="*/ 0 w 564"/>
                <a:gd name="T1" fmla="*/ 279 h 406"/>
                <a:gd name="T2" fmla="*/ 217 w 564"/>
                <a:gd name="T3" fmla="*/ 13 h 406"/>
                <a:gd name="T4" fmla="*/ 564 w 564"/>
                <a:gd name="T5" fmla="*/ 406 h 406"/>
                <a:gd name="T6" fmla="*/ 270 w 564"/>
                <a:gd name="T7" fmla="*/ 198 h 406"/>
                <a:gd name="T8" fmla="*/ 0 w 564"/>
                <a:gd name="T9" fmla="*/ 279 h 406"/>
              </a:gdLst>
              <a:ahLst/>
              <a:cxnLst>
                <a:cxn ang="0">
                  <a:pos x="T0" y="T1"/>
                </a:cxn>
                <a:cxn ang="0">
                  <a:pos x="T2" y="T3"/>
                </a:cxn>
                <a:cxn ang="0">
                  <a:pos x="T4" y="T5"/>
                </a:cxn>
                <a:cxn ang="0">
                  <a:pos x="T6" y="T7"/>
                </a:cxn>
                <a:cxn ang="0">
                  <a:pos x="T8" y="T9"/>
                </a:cxn>
              </a:cxnLst>
              <a:rect l="0" t="0" r="r" b="b"/>
              <a:pathLst>
                <a:path w="564" h="406">
                  <a:moveTo>
                    <a:pt x="0" y="279"/>
                  </a:moveTo>
                  <a:cubicBezTo>
                    <a:pt x="0" y="279"/>
                    <a:pt x="33" y="0"/>
                    <a:pt x="217" y="13"/>
                  </a:cubicBezTo>
                  <a:cubicBezTo>
                    <a:pt x="441" y="29"/>
                    <a:pt x="564" y="406"/>
                    <a:pt x="564" y="406"/>
                  </a:cubicBezTo>
                  <a:cubicBezTo>
                    <a:pt x="564" y="406"/>
                    <a:pt x="450" y="237"/>
                    <a:pt x="270" y="198"/>
                  </a:cubicBezTo>
                  <a:cubicBezTo>
                    <a:pt x="144" y="170"/>
                    <a:pt x="0" y="279"/>
                    <a:pt x="0" y="279"/>
                  </a:cubicBezTo>
                  <a:close/>
                </a:path>
              </a:pathLst>
            </a:custGeom>
            <a:solidFill>
              <a:srgbClr val="219980"/>
            </a:solidFill>
            <a:ln>
              <a:noFill/>
            </a:ln>
          </p:spPr>
          <p:txBody>
            <a:bodyPr vert="horz" wrap="square" lIns="91440" tIns="45720" rIns="91440" bIns="45720" numCol="1" anchor="t" anchorCtr="0" compatLnSpc="1">
              <a:prstTxWarp prst="textNoShape">
                <a:avLst/>
              </a:prstTxWarp>
            </a:bodyPr>
            <a:lstStyle/>
            <a:p>
              <a:endParaRPr lang="zh-CN" altLang="en-US"/>
            </a:p>
          </p:txBody>
        </p:sp>
      </p:grpSp>
      <p:sp>
        <p:nvSpPr>
          <p:cNvPr id="6" name="Freeform 34"/>
          <p:cNvSpPr>
            <a:spLocks noEditPoints="1"/>
          </p:cNvSpPr>
          <p:nvPr/>
        </p:nvSpPr>
        <p:spPr bwMode="auto">
          <a:xfrm>
            <a:off x="7111011" y="3351837"/>
            <a:ext cx="589591" cy="678609"/>
          </a:xfrm>
          <a:custGeom>
            <a:avLst/>
            <a:gdLst>
              <a:gd name="T0" fmla="*/ 120 w 241"/>
              <a:gd name="T1" fmla="*/ 0 h 277"/>
              <a:gd name="T2" fmla="*/ 187 w 241"/>
              <a:gd name="T3" fmla="*/ 66 h 277"/>
              <a:gd name="T4" fmla="*/ 120 w 241"/>
              <a:gd name="T5" fmla="*/ 132 h 277"/>
              <a:gd name="T6" fmla="*/ 54 w 241"/>
              <a:gd name="T7" fmla="*/ 66 h 277"/>
              <a:gd name="T8" fmla="*/ 120 w 241"/>
              <a:gd name="T9" fmla="*/ 0 h 277"/>
              <a:gd name="T10" fmla="*/ 49 w 241"/>
              <a:gd name="T11" fmla="*/ 148 h 277"/>
              <a:gd name="T12" fmla="*/ 79 w 241"/>
              <a:gd name="T13" fmla="*/ 148 h 277"/>
              <a:gd name="T14" fmla="*/ 106 w 241"/>
              <a:gd name="T15" fmla="*/ 193 h 277"/>
              <a:gd name="T16" fmla="*/ 134 w 241"/>
              <a:gd name="T17" fmla="*/ 193 h 277"/>
              <a:gd name="T18" fmla="*/ 161 w 241"/>
              <a:gd name="T19" fmla="*/ 148 h 277"/>
              <a:gd name="T20" fmla="*/ 192 w 241"/>
              <a:gd name="T21" fmla="*/ 148 h 277"/>
              <a:gd name="T22" fmla="*/ 241 w 241"/>
              <a:gd name="T23" fmla="*/ 197 h 277"/>
              <a:gd name="T24" fmla="*/ 241 w 241"/>
              <a:gd name="T25" fmla="*/ 277 h 277"/>
              <a:gd name="T26" fmla="*/ 0 w 241"/>
              <a:gd name="T27" fmla="*/ 277 h 277"/>
              <a:gd name="T28" fmla="*/ 0 w 241"/>
              <a:gd name="T29" fmla="*/ 197 h 277"/>
              <a:gd name="T30" fmla="*/ 49 w 241"/>
              <a:gd name="T31" fmla="*/ 148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1" h="277">
                <a:moveTo>
                  <a:pt x="120" y="0"/>
                </a:moveTo>
                <a:cubicBezTo>
                  <a:pt x="157" y="0"/>
                  <a:pt x="187" y="29"/>
                  <a:pt x="187" y="66"/>
                </a:cubicBezTo>
                <a:cubicBezTo>
                  <a:pt x="187" y="102"/>
                  <a:pt x="157" y="132"/>
                  <a:pt x="120" y="132"/>
                </a:cubicBezTo>
                <a:cubicBezTo>
                  <a:pt x="84" y="132"/>
                  <a:pt x="54" y="102"/>
                  <a:pt x="54" y="66"/>
                </a:cubicBezTo>
                <a:cubicBezTo>
                  <a:pt x="54" y="29"/>
                  <a:pt x="84" y="0"/>
                  <a:pt x="120" y="0"/>
                </a:cubicBezTo>
                <a:close/>
                <a:moveTo>
                  <a:pt x="49" y="148"/>
                </a:moveTo>
                <a:cubicBezTo>
                  <a:pt x="79" y="148"/>
                  <a:pt x="79" y="148"/>
                  <a:pt x="79" y="148"/>
                </a:cubicBezTo>
                <a:cubicBezTo>
                  <a:pt x="106" y="193"/>
                  <a:pt x="106" y="193"/>
                  <a:pt x="106" y="193"/>
                </a:cubicBezTo>
                <a:cubicBezTo>
                  <a:pt x="114" y="206"/>
                  <a:pt x="127" y="206"/>
                  <a:pt x="134" y="193"/>
                </a:cubicBezTo>
                <a:cubicBezTo>
                  <a:pt x="161" y="148"/>
                  <a:pt x="161" y="148"/>
                  <a:pt x="161" y="148"/>
                </a:cubicBezTo>
                <a:cubicBezTo>
                  <a:pt x="192" y="148"/>
                  <a:pt x="192" y="148"/>
                  <a:pt x="192" y="148"/>
                </a:cubicBezTo>
                <a:cubicBezTo>
                  <a:pt x="219" y="148"/>
                  <a:pt x="241" y="171"/>
                  <a:pt x="241" y="197"/>
                </a:cubicBezTo>
                <a:cubicBezTo>
                  <a:pt x="241" y="277"/>
                  <a:pt x="241" y="277"/>
                  <a:pt x="241" y="277"/>
                </a:cubicBezTo>
                <a:cubicBezTo>
                  <a:pt x="202" y="277"/>
                  <a:pt x="39" y="277"/>
                  <a:pt x="0" y="277"/>
                </a:cubicBezTo>
                <a:cubicBezTo>
                  <a:pt x="0" y="197"/>
                  <a:pt x="0" y="197"/>
                  <a:pt x="0" y="197"/>
                </a:cubicBezTo>
                <a:cubicBezTo>
                  <a:pt x="0" y="171"/>
                  <a:pt x="22" y="148"/>
                  <a:pt x="49" y="148"/>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 name="Freeform 7"/>
          <p:cNvSpPr>
            <a:spLocks noEditPoints="1"/>
          </p:cNvSpPr>
          <p:nvPr/>
        </p:nvSpPr>
        <p:spPr bwMode="auto">
          <a:xfrm>
            <a:off x="5916259" y="1364919"/>
            <a:ext cx="299176" cy="563737"/>
          </a:xfrm>
          <a:custGeom>
            <a:avLst/>
            <a:gdLst>
              <a:gd name="T0" fmla="*/ 21 w 51"/>
              <a:gd name="T1" fmla="*/ 72 h 94"/>
              <a:gd name="T2" fmla="*/ 22 w 51"/>
              <a:gd name="T3" fmla="*/ 50 h 94"/>
              <a:gd name="T4" fmla="*/ 7 w 51"/>
              <a:gd name="T5" fmla="*/ 40 h 94"/>
              <a:gd name="T6" fmla="*/ 3 w 51"/>
              <a:gd name="T7" fmla="*/ 26 h 94"/>
              <a:gd name="T8" fmla="*/ 9 w 51"/>
              <a:gd name="T9" fmla="*/ 11 h 94"/>
              <a:gd name="T10" fmla="*/ 23 w 51"/>
              <a:gd name="T11" fmla="*/ 5 h 94"/>
              <a:gd name="T12" fmla="*/ 23 w 51"/>
              <a:gd name="T13" fmla="*/ 0 h 94"/>
              <a:gd name="T14" fmla="*/ 31 w 51"/>
              <a:gd name="T15" fmla="*/ 0 h 94"/>
              <a:gd name="T16" fmla="*/ 31 w 51"/>
              <a:gd name="T17" fmla="*/ 5 h 94"/>
              <a:gd name="T18" fmla="*/ 44 w 51"/>
              <a:gd name="T19" fmla="*/ 11 h 94"/>
              <a:gd name="T20" fmla="*/ 50 w 51"/>
              <a:gd name="T21" fmla="*/ 24 h 94"/>
              <a:gd name="T22" fmla="*/ 37 w 51"/>
              <a:gd name="T23" fmla="*/ 25 h 94"/>
              <a:gd name="T24" fmla="*/ 30 w 51"/>
              <a:gd name="T25" fmla="*/ 17 h 94"/>
              <a:gd name="T26" fmla="*/ 30 w 51"/>
              <a:gd name="T27" fmla="*/ 37 h 94"/>
              <a:gd name="T28" fmla="*/ 47 w 51"/>
              <a:gd name="T29" fmla="*/ 47 h 94"/>
              <a:gd name="T30" fmla="*/ 51 w 51"/>
              <a:gd name="T31" fmla="*/ 61 h 94"/>
              <a:gd name="T32" fmla="*/ 45 w 51"/>
              <a:gd name="T33" fmla="*/ 76 h 94"/>
              <a:gd name="T34" fmla="*/ 29 w 51"/>
              <a:gd name="T35" fmla="*/ 84 h 94"/>
              <a:gd name="T36" fmla="*/ 28 w 51"/>
              <a:gd name="T37" fmla="*/ 94 h 94"/>
              <a:gd name="T38" fmla="*/ 21 w 51"/>
              <a:gd name="T39" fmla="*/ 94 h 94"/>
              <a:gd name="T40" fmla="*/ 21 w 51"/>
              <a:gd name="T41" fmla="*/ 84 h 94"/>
              <a:gd name="T42" fmla="*/ 6 w 51"/>
              <a:gd name="T43" fmla="*/ 77 h 94"/>
              <a:gd name="T44" fmla="*/ 0 w 51"/>
              <a:gd name="T45" fmla="*/ 61 h 94"/>
              <a:gd name="T46" fmla="*/ 14 w 51"/>
              <a:gd name="T47" fmla="*/ 60 h 94"/>
              <a:gd name="T48" fmla="*/ 16 w 51"/>
              <a:gd name="T49" fmla="*/ 67 h 94"/>
              <a:gd name="T50" fmla="*/ 21 w 51"/>
              <a:gd name="T51" fmla="*/ 72 h 94"/>
              <a:gd name="T52" fmla="*/ 23 w 51"/>
              <a:gd name="T53" fmla="*/ 17 h 94"/>
              <a:gd name="T54" fmla="*/ 18 w 51"/>
              <a:gd name="T55" fmla="*/ 20 h 94"/>
              <a:gd name="T56" fmla="*/ 16 w 51"/>
              <a:gd name="T57" fmla="*/ 25 h 94"/>
              <a:gd name="T58" fmla="*/ 17 w 51"/>
              <a:gd name="T59" fmla="*/ 31 h 94"/>
              <a:gd name="T60" fmla="*/ 22 w 51"/>
              <a:gd name="T61" fmla="*/ 35 h 94"/>
              <a:gd name="T62" fmla="*/ 23 w 51"/>
              <a:gd name="T63" fmla="*/ 17 h 94"/>
              <a:gd name="T64" fmla="*/ 29 w 51"/>
              <a:gd name="T65" fmla="*/ 72 h 94"/>
              <a:gd name="T66" fmla="*/ 35 w 51"/>
              <a:gd name="T67" fmla="*/ 69 h 94"/>
              <a:gd name="T68" fmla="*/ 38 w 51"/>
              <a:gd name="T69" fmla="*/ 62 h 94"/>
              <a:gd name="T70" fmla="*/ 36 w 51"/>
              <a:gd name="T71" fmla="*/ 56 h 94"/>
              <a:gd name="T72" fmla="*/ 29 w 51"/>
              <a:gd name="T73" fmla="*/ 52 h 94"/>
              <a:gd name="T74" fmla="*/ 29 w 51"/>
              <a:gd name="T75" fmla="*/ 7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 h="94">
                <a:moveTo>
                  <a:pt x="21" y="72"/>
                </a:moveTo>
                <a:cubicBezTo>
                  <a:pt x="22" y="50"/>
                  <a:pt x="22" y="50"/>
                  <a:pt x="22" y="50"/>
                </a:cubicBezTo>
                <a:cubicBezTo>
                  <a:pt x="15" y="47"/>
                  <a:pt x="10" y="44"/>
                  <a:pt x="7" y="40"/>
                </a:cubicBezTo>
                <a:cubicBezTo>
                  <a:pt x="4" y="36"/>
                  <a:pt x="3" y="31"/>
                  <a:pt x="3" y="26"/>
                </a:cubicBezTo>
                <a:cubicBezTo>
                  <a:pt x="3" y="20"/>
                  <a:pt x="5" y="15"/>
                  <a:pt x="9" y="11"/>
                </a:cubicBezTo>
                <a:cubicBezTo>
                  <a:pt x="12" y="8"/>
                  <a:pt x="17" y="6"/>
                  <a:pt x="23" y="5"/>
                </a:cubicBezTo>
                <a:cubicBezTo>
                  <a:pt x="23" y="0"/>
                  <a:pt x="23" y="0"/>
                  <a:pt x="23" y="0"/>
                </a:cubicBezTo>
                <a:cubicBezTo>
                  <a:pt x="31" y="0"/>
                  <a:pt x="31" y="0"/>
                  <a:pt x="31" y="0"/>
                </a:cubicBezTo>
                <a:cubicBezTo>
                  <a:pt x="31" y="5"/>
                  <a:pt x="31" y="5"/>
                  <a:pt x="31" y="5"/>
                </a:cubicBezTo>
                <a:cubicBezTo>
                  <a:pt x="36" y="6"/>
                  <a:pt x="41" y="8"/>
                  <a:pt x="44" y="11"/>
                </a:cubicBezTo>
                <a:cubicBezTo>
                  <a:pt x="47" y="15"/>
                  <a:pt x="49" y="19"/>
                  <a:pt x="50" y="24"/>
                </a:cubicBezTo>
                <a:cubicBezTo>
                  <a:pt x="37" y="25"/>
                  <a:pt x="37" y="25"/>
                  <a:pt x="37" y="25"/>
                </a:cubicBezTo>
                <a:cubicBezTo>
                  <a:pt x="36" y="21"/>
                  <a:pt x="34" y="18"/>
                  <a:pt x="30" y="17"/>
                </a:cubicBezTo>
                <a:cubicBezTo>
                  <a:pt x="30" y="37"/>
                  <a:pt x="30" y="37"/>
                  <a:pt x="30" y="37"/>
                </a:cubicBezTo>
                <a:cubicBezTo>
                  <a:pt x="38" y="40"/>
                  <a:pt x="44" y="43"/>
                  <a:pt x="47" y="47"/>
                </a:cubicBezTo>
                <a:cubicBezTo>
                  <a:pt x="50" y="50"/>
                  <a:pt x="51" y="55"/>
                  <a:pt x="51" y="61"/>
                </a:cubicBezTo>
                <a:cubicBezTo>
                  <a:pt x="51" y="67"/>
                  <a:pt x="49" y="72"/>
                  <a:pt x="45" y="76"/>
                </a:cubicBezTo>
                <a:cubicBezTo>
                  <a:pt x="41" y="81"/>
                  <a:pt x="36" y="83"/>
                  <a:pt x="29" y="84"/>
                </a:cubicBezTo>
                <a:cubicBezTo>
                  <a:pt x="28" y="94"/>
                  <a:pt x="28" y="94"/>
                  <a:pt x="28" y="94"/>
                </a:cubicBezTo>
                <a:cubicBezTo>
                  <a:pt x="21" y="94"/>
                  <a:pt x="21" y="94"/>
                  <a:pt x="21" y="94"/>
                </a:cubicBezTo>
                <a:cubicBezTo>
                  <a:pt x="21" y="84"/>
                  <a:pt x="21" y="84"/>
                  <a:pt x="21" y="84"/>
                </a:cubicBezTo>
                <a:cubicBezTo>
                  <a:pt x="15" y="83"/>
                  <a:pt x="10" y="81"/>
                  <a:pt x="6" y="77"/>
                </a:cubicBezTo>
                <a:cubicBezTo>
                  <a:pt x="3" y="73"/>
                  <a:pt x="1" y="68"/>
                  <a:pt x="0" y="61"/>
                </a:cubicBezTo>
                <a:cubicBezTo>
                  <a:pt x="14" y="60"/>
                  <a:pt x="14" y="60"/>
                  <a:pt x="14" y="60"/>
                </a:cubicBezTo>
                <a:cubicBezTo>
                  <a:pt x="14" y="62"/>
                  <a:pt x="15" y="65"/>
                  <a:pt x="16" y="67"/>
                </a:cubicBezTo>
                <a:cubicBezTo>
                  <a:pt x="18" y="69"/>
                  <a:pt x="19" y="71"/>
                  <a:pt x="21" y="72"/>
                </a:cubicBezTo>
                <a:close/>
                <a:moveTo>
                  <a:pt x="23" y="17"/>
                </a:moveTo>
                <a:cubicBezTo>
                  <a:pt x="21" y="17"/>
                  <a:pt x="19" y="18"/>
                  <a:pt x="18" y="20"/>
                </a:cubicBezTo>
                <a:cubicBezTo>
                  <a:pt x="16" y="22"/>
                  <a:pt x="16" y="23"/>
                  <a:pt x="16" y="25"/>
                </a:cubicBezTo>
                <a:cubicBezTo>
                  <a:pt x="16" y="27"/>
                  <a:pt x="16" y="29"/>
                  <a:pt x="17" y="31"/>
                </a:cubicBezTo>
                <a:cubicBezTo>
                  <a:pt x="18" y="32"/>
                  <a:pt x="20" y="34"/>
                  <a:pt x="22" y="35"/>
                </a:cubicBezTo>
                <a:lnTo>
                  <a:pt x="23" y="17"/>
                </a:lnTo>
                <a:close/>
                <a:moveTo>
                  <a:pt x="29" y="72"/>
                </a:moveTo>
                <a:cubicBezTo>
                  <a:pt x="32" y="72"/>
                  <a:pt x="34" y="71"/>
                  <a:pt x="35" y="69"/>
                </a:cubicBezTo>
                <a:cubicBezTo>
                  <a:pt x="37" y="67"/>
                  <a:pt x="38" y="65"/>
                  <a:pt x="38" y="62"/>
                </a:cubicBezTo>
                <a:cubicBezTo>
                  <a:pt x="38" y="60"/>
                  <a:pt x="38" y="58"/>
                  <a:pt x="36" y="56"/>
                </a:cubicBezTo>
                <a:cubicBezTo>
                  <a:pt x="35" y="54"/>
                  <a:pt x="33" y="53"/>
                  <a:pt x="29" y="52"/>
                </a:cubicBezTo>
                <a:lnTo>
                  <a:pt x="29" y="7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 name="Freeform 11"/>
          <p:cNvSpPr>
            <a:spLocks noEditPoints="1"/>
          </p:cNvSpPr>
          <p:nvPr/>
        </p:nvSpPr>
        <p:spPr bwMode="auto">
          <a:xfrm>
            <a:off x="4553024" y="3535762"/>
            <a:ext cx="409223" cy="494684"/>
          </a:xfrm>
          <a:custGeom>
            <a:avLst/>
            <a:gdLst>
              <a:gd name="T0" fmla="*/ 186 w 498"/>
              <a:gd name="T1" fmla="*/ 490 h 602"/>
              <a:gd name="T2" fmla="*/ 412 w 498"/>
              <a:gd name="T3" fmla="*/ 138 h 602"/>
              <a:gd name="T4" fmla="*/ 422 w 498"/>
              <a:gd name="T5" fmla="*/ 150 h 602"/>
              <a:gd name="T6" fmla="*/ 440 w 498"/>
              <a:gd name="T7" fmla="*/ 180 h 602"/>
              <a:gd name="T8" fmla="*/ 192 w 498"/>
              <a:gd name="T9" fmla="*/ 516 h 602"/>
              <a:gd name="T10" fmla="*/ 102 w 498"/>
              <a:gd name="T11" fmla="*/ 550 h 602"/>
              <a:gd name="T12" fmla="*/ 62 w 498"/>
              <a:gd name="T13" fmla="*/ 568 h 602"/>
              <a:gd name="T14" fmla="*/ 42 w 498"/>
              <a:gd name="T15" fmla="*/ 572 h 602"/>
              <a:gd name="T16" fmla="*/ 38 w 498"/>
              <a:gd name="T17" fmla="*/ 570 h 602"/>
              <a:gd name="T18" fmla="*/ 32 w 498"/>
              <a:gd name="T19" fmla="*/ 560 h 602"/>
              <a:gd name="T20" fmla="*/ 30 w 498"/>
              <a:gd name="T21" fmla="*/ 536 h 602"/>
              <a:gd name="T22" fmla="*/ 32 w 498"/>
              <a:gd name="T23" fmla="*/ 502 h 602"/>
              <a:gd name="T24" fmla="*/ 34 w 498"/>
              <a:gd name="T25" fmla="*/ 502 h 602"/>
              <a:gd name="T26" fmla="*/ 34 w 498"/>
              <a:gd name="T27" fmla="*/ 500 h 602"/>
              <a:gd name="T28" fmla="*/ 48 w 498"/>
              <a:gd name="T29" fmla="*/ 500 h 602"/>
              <a:gd name="T30" fmla="*/ 56 w 498"/>
              <a:gd name="T31" fmla="*/ 504 h 602"/>
              <a:gd name="T32" fmla="*/ 76 w 498"/>
              <a:gd name="T33" fmla="*/ 516 h 602"/>
              <a:gd name="T34" fmla="*/ 90 w 498"/>
              <a:gd name="T35" fmla="*/ 530 h 602"/>
              <a:gd name="T36" fmla="*/ 100 w 498"/>
              <a:gd name="T37" fmla="*/ 540 h 602"/>
              <a:gd name="T38" fmla="*/ 102 w 498"/>
              <a:gd name="T39" fmla="*/ 550 h 602"/>
              <a:gd name="T40" fmla="*/ 288 w 498"/>
              <a:gd name="T41" fmla="*/ 72 h 602"/>
              <a:gd name="T42" fmla="*/ 308 w 498"/>
              <a:gd name="T43" fmla="*/ 76 h 602"/>
              <a:gd name="T44" fmla="*/ 334 w 498"/>
              <a:gd name="T45" fmla="*/ 86 h 602"/>
              <a:gd name="T46" fmla="*/ 70 w 498"/>
              <a:gd name="T47" fmla="*/ 396 h 602"/>
              <a:gd name="T48" fmla="*/ 288 w 498"/>
              <a:gd name="T49" fmla="*/ 72 h 602"/>
              <a:gd name="T50" fmla="*/ 130 w 498"/>
              <a:gd name="T51" fmla="*/ 480 h 602"/>
              <a:gd name="T52" fmla="*/ 130 w 498"/>
              <a:gd name="T53" fmla="*/ 444 h 602"/>
              <a:gd name="T54" fmla="*/ 130 w 498"/>
              <a:gd name="T55" fmla="*/ 442 h 602"/>
              <a:gd name="T56" fmla="*/ 118 w 498"/>
              <a:gd name="T57" fmla="*/ 442 h 602"/>
              <a:gd name="T58" fmla="*/ 356 w 498"/>
              <a:gd name="T59" fmla="*/ 96 h 602"/>
              <a:gd name="T60" fmla="*/ 378 w 498"/>
              <a:gd name="T61" fmla="*/ 108 h 602"/>
              <a:gd name="T62" fmla="*/ 396 w 498"/>
              <a:gd name="T63" fmla="*/ 122 h 602"/>
              <a:gd name="T64" fmla="*/ 130 w 498"/>
              <a:gd name="T65" fmla="*/ 480 h 602"/>
              <a:gd name="T66" fmla="*/ 432 w 498"/>
              <a:gd name="T67" fmla="*/ 38 h 602"/>
              <a:gd name="T68" fmla="*/ 388 w 498"/>
              <a:gd name="T69" fmla="*/ 14 h 602"/>
              <a:gd name="T70" fmla="*/ 350 w 498"/>
              <a:gd name="T71" fmla="*/ 2 h 602"/>
              <a:gd name="T72" fmla="*/ 322 w 498"/>
              <a:gd name="T73" fmla="*/ 0 h 602"/>
              <a:gd name="T74" fmla="*/ 308 w 498"/>
              <a:gd name="T75" fmla="*/ 4 h 602"/>
              <a:gd name="T76" fmla="*/ 260 w 498"/>
              <a:gd name="T77" fmla="*/ 70 h 602"/>
              <a:gd name="T78" fmla="*/ 8 w 498"/>
              <a:gd name="T79" fmla="*/ 408 h 602"/>
              <a:gd name="T80" fmla="*/ 2 w 498"/>
              <a:gd name="T81" fmla="*/ 450 h 602"/>
              <a:gd name="T82" fmla="*/ 0 w 498"/>
              <a:gd name="T83" fmla="*/ 516 h 602"/>
              <a:gd name="T84" fmla="*/ 0 w 498"/>
              <a:gd name="T85" fmla="*/ 538 h 602"/>
              <a:gd name="T86" fmla="*/ 6 w 498"/>
              <a:gd name="T87" fmla="*/ 578 h 602"/>
              <a:gd name="T88" fmla="*/ 12 w 498"/>
              <a:gd name="T89" fmla="*/ 598 h 602"/>
              <a:gd name="T90" fmla="*/ 14 w 498"/>
              <a:gd name="T91" fmla="*/ 602 h 602"/>
              <a:gd name="T92" fmla="*/ 24 w 498"/>
              <a:gd name="T93" fmla="*/ 602 h 602"/>
              <a:gd name="T94" fmla="*/ 62 w 498"/>
              <a:gd name="T95" fmla="*/ 596 h 602"/>
              <a:gd name="T96" fmla="*/ 448 w 498"/>
              <a:gd name="T97" fmla="*/ 210 h 602"/>
              <a:gd name="T98" fmla="*/ 478 w 498"/>
              <a:gd name="T99" fmla="*/ 168 h 602"/>
              <a:gd name="T100" fmla="*/ 496 w 498"/>
              <a:gd name="T101" fmla="*/ 144 h 602"/>
              <a:gd name="T102" fmla="*/ 498 w 498"/>
              <a:gd name="T103" fmla="*/ 128 h 602"/>
              <a:gd name="T104" fmla="*/ 488 w 498"/>
              <a:gd name="T105" fmla="*/ 100 h 602"/>
              <a:gd name="T106" fmla="*/ 466 w 498"/>
              <a:gd name="T107" fmla="*/ 68 h 602"/>
              <a:gd name="T108" fmla="*/ 432 w 498"/>
              <a:gd name="T109" fmla="*/ 38 h 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98" h="602">
                <a:moveTo>
                  <a:pt x="192" y="516"/>
                </a:moveTo>
                <a:lnTo>
                  <a:pt x="186" y="490"/>
                </a:lnTo>
                <a:lnTo>
                  <a:pt x="144" y="500"/>
                </a:lnTo>
                <a:lnTo>
                  <a:pt x="412" y="138"/>
                </a:lnTo>
                <a:lnTo>
                  <a:pt x="412" y="138"/>
                </a:lnTo>
                <a:lnTo>
                  <a:pt x="422" y="150"/>
                </a:lnTo>
                <a:lnTo>
                  <a:pt x="428" y="160"/>
                </a:lnTo>
                <a:lnTo>
                  <a:pt x="440" y="180"/>
                </a:lnTo>
                <a:lnTo>
                  <a:pt x="192" y="516"/>
                </a:lnTo>
                <a:lnTo>
                  <a:pt x="192" y="516"/>
                </a:lnTo>
                <a:close/>
                <a:moveTo>
                  <a:pt x="102" y="550"/>
                </a:moveTo>
                <a:lnTo>
                  <a:pt x="102" y="550"/>
                </a:lnTo>
                <a:lnTo>
                  <a:pt x="80" y="560"/>
                </a:lnTo>
                <a:lnTo>
                  <a:pt x="62" y="568"/>
                </a:lnTo>
                <a:lnTo>
                  <a:pt x="52" y="570"/>
                </a:lnTo>
                <a:lnTo>
                  <a:pt x="42" y="572"/>
                </a:lnTo>
                <a:lnTo>
                  <a:pt x="42" y="572"/>
                </a:lnTo>
                <a:lnTo>
                  <a:pt x="38" y="570"/>
                </a:lnTo>
                <a:lnTo>
                  <a:pt x="36" y="568"/>
                </a:lnTo>
                <a:lnTo>
                  <a:pt x="32" y="560"/>
                </a:lnTo>
                <a:lnTo>
                  <a:pt x="32" y="550"/>
                </a:lnTo>
                <a:lnTo>
                  <a:pt x="30" y="536"/>
                </a:lnTo>
                <a:lnTo>
                  <a:pt x="32" y="512"/>
                </a:lnTo>
                <a:lnTo>
                  <a:pt x="32" y="502"/>
                </a:lnTo>
                <a:lnTo>
                  <a:pt x="34" y="502"/>
                </a:lnTo>
                <a:lnTo>
                  <a:pt x="34" y="502"/>
                </a:lnTo>
                <a:lnTo>
                  <a:pt x="34" y="500"/>
                </a:lnTo>
                <a:lnTo>
                  <a:pt x="34" y="500"/>
                </a:lnTo>
                <a:lnTo>
                  <a:pt x="40" y="500"/>
                </a:lnTo>
                <a:lnTo>
                  <a:pt x="48" y="500"/>
                </a:lnTo>
                <a:lnTo>
                  <a:pt x="56" y="504"/>
                </a:lnTo>
                <a:lnTo>
                  <a:pt x="56" y="504"/>
                </a:lnTo>
                <a:lnTo>
                  <a:pt x="66" y="508"/>
                </a:lnTo>
                <a:lnTo>
                  <a:pt x="76" y="516"/>
                </a:lnTo>
                <a:lnTo>
                  <a:pt x="76" y="516"/>
                </a:lnTo>
                <a:lnTo>
                  <a:pt x="90" y="530"/>
                </a:lnTo>
                <a:lnTo>
                  <a:pt x="100" y="540"/>
                </a:lnTo>
                <a:lnTo>
                  <a:pt x="100" y="540"/>
                </a:lnTo>
                <a:lnTo>
                  <a:pt x="102" y="546"/>
                </a:lnTo>
                <a:lnTo>
                  <a:pt x="102" y="550"/>
                </a:lnTo>
                <a:lnTo>
                  <a:pt x="102" y="550"/>
                </a:lnTo>
                <a:close/>
                <a:moveTo>
                  <a:pt x="288" y="72"/>
                </a:moveTo>
                <a:lnTo>
                  <a:pt x="288" y="72"/>
                </a:lnTo>
                <a:lnTo>
                  <a:pt x="308" y="76"/>
                </a:lnTo>
                <a:lnTo>
                  <a:pt x="334" y="84"/>
                </a:lnTo>
                <a:lnTo>
                  <a:pt x="334" y="86"/>
                </a:lnTo>
                <a:lnTo>
                  <a:pt x="70" y="444"/>
                </a:lnTo>
                <a:lnTo>
                  <a:pt x="70" y="396"/>
                </a:lnTo>
                <a:lnTo>
                  <a:pt x="46" y="398"/>
                </a:lnTo>
                <a:lnTo>
                  <a:pt x="288" y="72"/>
                </a:lnTo>
                <a:lnTo>
                  <a:pt x="288" y="72"/>
                </a:lnTo>
                <a:close/>
                <a:moveTo>
                  <a:pt x="130" y="480"/>
                </a:moveTo>
                <a:lnTo>
                  <a:pt x="130" y="480"/>
                </a:lnTo>
                <a:lnTo>
                  <a:pt x="130" y="444"/>
                </a:lnTo>
                <a:lnTo>
                  <a:pt x="130" y="444"/>
                </a:lnTo>
                <a:lnTo>
                  <a:pt x="130" y="442"/>
                </a:lnTo>
                <a:lnTo>
                  <a:pt x="126" y="442"/>
                </a:lnTo>
                <a:lnTo>
                  <a:pt x="118" y="442"/>
                </a:lnTo>
                <a:lnTo>
                  <a:pt x="92" y="452"/>
                </a:lnTo>
                <a:lnTo>
                  <a:pt x="356" y="96"/>
                </a:lnTo>
                <a:lnTo>
                  <a:pt x="356" y="96"/>
                </a:lnTo>
                <a:lnTo>
                  <a:pt x="378" y="108"/>
                </a:lnTo>
                <a:lnTo>
                  <a:pt x="378" y="108"/>
                </a:lnTo>
                <a:lnTo>
                  <a:pt x="396" y="122"/>
                </a:lnTo>
                <a:lnTo>
                  <a:pt x="130" y="480"/>
                </a:lnTo>
                <a:lnTo>
                  <a:pt x="130" y="480"/>
                </a:lnTo>
                <a:close/>
                <a:moveTo>
                  <a:pt x="432" y="38"/>
                </a:moveTo>
                <a:lnTo>
                  <a:pt x="432" y="38"/>
                </a:lnTo>
                <a:lnTo>
                  <a:pt x="410" y="24"/>
                </a:lnTo>
                <a:lnTo>
                  <a:pt x="388" y="14"/>
                </a:lnTo>
                <a:lnTo>
                  <a:pt x="368" y="6"/>
                </a:lnTo>
                <a:lnTo>
                  <a:pt x="350" y="2"/>
                </a:lnTo>
                <a:lnTo>
                  <a:pt x="334" y="0"/>
                </a:lnTo>
                <a:lnTo>
                  <a:pt x="322" y="0"/>
                </a:lnTo>
                <a:lnTo>
                  <a:pt x="314" y="0"/>
                </a:lnTo>
                <a:lnTo>
                  <a:pt x="308" y="4"/>
                </a:lnTo>
                <a:lnTo>
                  <a:pt x="290" y="28"/>
                </a:lnTo>
                <a:lnTo>
                  <a:pt x="260" y="70"/>
                </a:lnTo>
                <a:lnTo>
                  <a:pt x="16" y="398"/>
                </a:lnTo>
                <a:lnTo>
                  <a:pt x="8" y="408"/>
                </a:lnTo>
                <a:lnTo>
                  <a:pt x="8" y="408"/>
                </a:lnTo>
                <a:lnTo>
                  <a:pt x="2" y="450"/>
                </a:lnTo>
                <a:lnTo>
                  <a:pt x="0" y="492"/>
                </a:lnTo>
                <a:lnTo>
                  <a:pt x="0" y="516"/>
                </a:lnTo>
                <a:lnTo>
                  <a:pt x="0" y="538"/>
                </a:lnTo>
                <a:lnTo>
                  <a:pt x="0" y="538"/>
                </a:lnTo>
                <a:lnTo>
                  <a:pt x="2" y="560"/>
                </a:lnTo>
                <a:lnTo>
                  <a:pt x="6" y="578"/>
                </a:lnTo>
                <a:lnTo>
                  <a:pt x="10" y="594"/>
                </a:lnTo>
                <a:lnTo>
                  <a:pt x="12" y="598"/>
                </a:lnTo>
                <a:lnTo>
                  <a:pt x="14" y="602"/>
                </a:lnTo>
                <a:lnTo>
                  <a:pt x="14" y="602"/>
                </a:lnTo>
                <a:lnTo>
                  <a:pt x="18" y="602"/>
                </a:lnTo>
                <a:lnTo>
                  <a:pt x="24" y="602"/>
                </a:lnTo>
                <a:lnTo>
                  <a:pt x="40" y="600"/>
                </a:lnTo>
                <a:lnTo>
                  <a:pt x="62" y="596"/>
                </a:lnTo>
                <a:lnTo>
                  <a:pt x="196" y="548"/>
                </a:lnTo>
                <a:lnTo>
                  <a:pt x="448" y="210"/>
                </a:lnTo>
                <a:lnTo>
                  <a:pt x="452" y="204"/>
                </a:lnTo>
                <a:lnTo>
                  <a:pt x="478" y="168"/>
                </a:lnTo>
                <a:lnTo>
                  <a:pt x="496" y="144"/>
                </a:lnTo>
                <a:lnTo>
                  <a:pt x="496" y="144"/>
                </a:lnTo>
                <a:lnTo>
                  <a:pt x="498" y="138"/>
                </a:lnTo>
                <a:lnTo>
                  <a:pt x="498" y="128"/>
                </a:lnTo>
                <a:lnTo>
                  <a:pt x="494" y="114"/>
                </a:lnTo>
                <a:lnTo>
                  <a:pt x="488" y="100"/>
                </a:lnTo>
                <a:lnTo>
                  <a:pt x="478" y="84"/>
                </a:lnTo>
                <a:lnTo>
                  <a:pt x="466" y="68"/>
                </a:lnTo>
                <a:lnTo>
                  <a:pt x="450" y="52"/>
                </a:lnTo>
                <a:lnTo>
                  <a:pt x="432" y="38"/>
                </a:lnTo>
                <a:lnTo>
                  <a:pt x="432"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ko-KR" altLang="en-US" sz="1600"/>
          </a:p>
        </p:txBody>
      </p:sp>
      <p:sp>
        <p:nvSpPr>
          <p:cNvPr id="9" name="文本框 8"/>
          <p:cNvSpPr txBox="1"/>
          <p:nvPr/>
        </p:nvSpPr>
        <p:spPr>
          <a:xfrm>
            <a:off x="7405806" y="1364919"/>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10" name="文本框 9"/>
          <p:cNvSpPr txBox="1"/>
          <p:nvPr/>
        </p:nvSpPr>
        <p:spPr>
          <a:xfrm>
            <a:off x="7950257" y="3304374"/>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11" name="文本框 10"/>
          <p:cNvSpPr txBox="1"/>
          <p:nvPr/>
        </p:nvSpPr>
        <p:spPr>
          <a:xfrm>
            <a:off x="1397330" y="3304374"/>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3" name="文本框 12"/>
          <p:cNvSpPr txBox="1"/>
          <p:nvPr/>
        </p:nvSpPr>
        <p:spPr>
          <a:xfrm>
            <a:off x="5202156" y="3182009"/>
            <a:ext cx="1836000" cy="830997"/>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ctr">
              <a:lnSpc>
                <a:spcPct val="120000"/>
              </a:lnSpc>
            </a:pPr>
            <a:r>
              <a:rPr lang="zh-CN" altLang="en-US" sz="1600" dirty="0">
                <a:solidFill>
                  <a:schemeClr val="tx1">
                    <a:lumMod val="65000"/>
                    <a:lumOff val="35000"/>
                  </a:schemeClr>
                </a:solidFill>
              </a:rPr>
              <a:t>添加内容</a:t>
            </a:r>
          </a:p>
        </p:txBody>
      </p:sp>
      <p:sp>
        <p:nvSpPr>
          <p:cNvPr id="14"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多项并列</a:t>
            </a:r>
            <a:endParaRPr lang="zh-CN" altLang="zh-CN" sz="2800" b="1" dirty="0">
              <a:solidFill>
                <a:schemeClr val="tx1">
                  <a:lumMod val="65000"/>
                  <a:lumOff val="35000"/>
                </a:schemeClr>
              </a:solidFill>
            </a:endParaRPr>
          </a:p>
        </p:txBody>
      </p:sp>
      <p:grpSp>
        <p:nvGrpSpPr>
          <p:cNvPr id="17" name="组合 16"/>
          <p:cNvGrpSpPr/>
          <p:nvPr/>
        </p:nvGrpSpPr>
        <p:grpSpPr>
          <a:xfrm>
            <a:off x="9191742" y="5237659"/>
            <a:ext cx="1521356" cy="1521356"/>
            <a:chOff x="7650773" y="6388571"/>
            <a:chExt cx="3201988" cy="3201987"/>
          </a:xfrm>
        </p:grpSpPr>
        <p:sp>
          <p:nvSpPr>
            <p:cNvPr id="66" name="Freeform 364"/>
            <p:cNvSpPr>
              <a:spLocks/>
            </p:cNvSpPr>
            <p:nvPr/>
          </p:nvSpPr>
          <p:spPr bwMode="auto">
            <a:xfrm>
              <a:off x="7650773" y="7282333"/>
              <a:ext cx="1009650" cy="1873250"/>
            </a:xfrm>
            <a:custGeom>
              <a:avLst/>
              <a:gdLst>
                <a:gd name="T0" fmla="*/ 192 w 269"/>
                <a:gd name="T1" fmla="*/ 499 h 499"/>
                <a:gd name="T2" fmla="*/ 45 w 269"/>
                <a:gd name="T3" fmla="*/ 299 h 499"/>
                <a:gd name="T4" fmla="*/ 269 w 269"/>
                <a:gd name="T5" fmla="*/ 0 h 499"/>
                <a:gd name="T6" fmla="*/ 167 w 269"/>
                <a:gd name="T7" fmla="*/ 195 h 499"/>
                <a:gd name="T8" fmla="*/ 192 w 269"/>
                <a:gd name="T9" fmla="*/ 499 h 499"/>
              </a:gdLst>
              <a:ahLst/>
              <a:cxnLst>
                <a:cxn ang="0">
                  <a:pos x="T0" y="T1"/>
                </a:cxn>
                <a:cxn ang="0">
                  <a:pos x="T2" y="T3"/>
                </a:cxn>
                <a:cxn ang="0">
                  <a:pos x="T4" y="T5"/>
                </a:cxn>
                <a:cxn ang="0">
                  <a:pos x="T6" y="T7"/>
                </a:cxn>
                <a:cxn ang="0">
                  <a:pos x="T8" y="T9"/>
                </a:cxn>
              </a:cxnLst>
              <a:rect l="0" t="0" r="r" b="b"/>
              <a:pathLst>
                <a:path w="269" h="499">
                  <a:moveTo>
                    <a:pt x="192" y="499"/>
                  </a:moveTo>
                  <a:cubicBezTo>
                    <a:pt x="192" y="499"/>
                    <a:pt x="76" y="392"/>
                    <a:pt x="45" y="299"/>
                  </a:cubicBezTo>
                  <a:cubicBezTo>
                    <a:pt x="0" y="160"/>
                    <a:pt x="269" y="0"/>
                    <a:pt x="269" y="0"/>
                  </a:cubicBezTo>
                  <a:cubicBezTo>
                    <a:pt x="269" y="0"/>
                    <a:pt x="186" y="101"/>
                    <a:pt x="167" y="195"/>
                  </a:cubicBezTo>
                  <a:cubicBezTo>
                    <a:pt x="128" y="388"/>
                    <a:pt x="192" y="499"/>
                    <a:pt x="192" y="499"/>
                  </a:cubicBezTo>
                  <a:close/>
                </a:path>
              </a:pathLst>
            </a:custGeom>
            <a:solidFill>
              <a:srgbClr val="C954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365"/>
            <p:cNvSpPr>
              <a:spLocks/>
            </p:cNvSpPr>
            <p:nvPr/>
          </p:nvSpPr>
          <p:spPr bwMode="auto">
            <a:xfrm>
              <a:off x="7788886" y="6633046"/>
              <a:ext cx="1647825" cy="1355725"/>
            </a:xfrm>
            <a:custGeom>
              <a:avLst/>
              <a:gdLst>
                <a:gd name="T0" fmla="*/ 0 w 439"/>
                <a:gd name="T1" fmla="*/ 361 h 361"/>
                <a:gd name="T2" fmla="*/ 65 w 439"/>
                <a:gd name="T3" fmla="*/ 122 h 361"/>
                <a:gd name="T4" fmla="*/ 439 w 439"/>
                <a:gd name="T5" fmla="*/ 111 h 361"/>
                <a:gd name="T6" fmla="*/ 223 w 439"/>
                <a:gd name="T7" fmla="*/ 152 h 361"/>
                <a:gd name="T8" fmla="*/ 0 w 439"/>
                <a:gd name="T9" fmla="*/ 361 h 361"/>
              </a:gdLst>
              <a:ahLst/>
              <a:cxnLst>
                <a:cxn ang="0">
                  <a:pos x="T0" y="T1"/>
                </a:cxn>
                <a:cxn ang="0">
                  <a:pos x="T2" y="T3"/>
                </a:cxn>
                <a:cxn ang="0">
                  <a:pos x="T4" y="T5"/>
                </a:cxn>
                <a:cxn ang="0">
                  <a:pos x="T6" y="T7"/>
                </a:cxn>
                <a:cxn ang="0">
                  <a:pos x="T8" y="T9"/>
                </a:cxn>
              </a:cxnLst>
              <a:rect l="0" t="0" r="r" b="b"/>
              <a:pathLst>
                <a:path w="439" h="361">
                  <a:moveTo>
                    <a:pt x="0" y="361"/>
                  </a:moveTo>
                  <a:cubicBezTo>
                    <a:pt x="0" y="361"/>
                    <a:pt x="12" y="203"/>
                    <a:pt x="65" y="122"/>
                  </a:cubicBezTo>
                  <a:cubicBezTo>
                    <a:pt x="146" y="0"/>
                    <a:pt x="439" y="111"/>
                    <a:pt x="439" y="111"/>
                  </a:cubicBezTo>
                  <a:cubicBezTo>
                    <a:pt x="439" y="111"/>
                    <a:pt x="309" y="108"/>
                    <a:pt x="223" y="152"/>
                  </a:cubicBezTo>
                  <a:cubicBezTo>
                    <a:pt x="47" y="242"/>
                    <a:pt x="0" y="361"/>
                    <a:pt x="0" y="361"/>
                  </a:cubicBezTo>
                  <a:close/>
                </a:path>
              </a:pathLst>
            </a:custGeom>
            <a:solidFill>
              <a:srgbClr val="DA4D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366"/>
            <p:cNvSpPr>
              <a:spLocks/>
            </p:cNvSpPr>
            <p:nvPr/>
          </p:nvSpPr>
          <p:spPr bwMode="auto">
            <a:xfrm>
              <a:off x="8344511" y="6388571"/>
              <a:ext cx="1757363" cy="1122362"/>
            </a:xfrm>
            <a:custGeom>
              <a:avLst/>
              <a:gdLst>
                <a:gd name="T0" fmla="*/ 0 w 468"/>
                <a:gd name="T1" fmla="*/ 111 h 299"/>
                <a:gd name="T2" fmla="*/ 227 w 468"/>
                <a:gd name="T3" fmla="*/ 13 h 299"/>
                <a:gd name="T4" fmla="*/ 468 w 468"/>
                <a:gd name="T5" fmla="*/ 299 h 299"/>
                <a:gd name="T6" fmla="*/ 302 w 468"/>
                <a:gd name="T7" fmla="*/ 156 h 299"/>
                <a:gd name="T8" fmla="*/ 0 w 468"/>
                <a:gd name="T9" fmla="*/ 111 h 299"/>
              </a:gdLst>
              <a:ahLst/>
              <a:cxnLst>
                <a:cxn ang="0">
                  <a:pos x="T0" y="T1"/>
                </a:cxn>
                <a:cxn ang="0">
                  <a:pos x="T2" y="T3"/>
                </a:cxn>
                <a:cxn ang="0">
                  <a:pos x="T4" y="T5"/>
                </a:cxn>
                <a:cxn ang="0">
                  <a:pos x="T6" y="T7"/>
                </a:cxn>
                <a:cxn ang="0">
                  <a:pos x="T8" y="T9"/>
                </a:cxn>
              </a:cxnLst>
              <a:rect l="0" t="0" r="r" b="b"/>
              <a:pathLst>
                <a:path w="468" h="299">
                  <a:moveTo>
                    <a:pt x="0" y="111"/>
                  </a:moveTo>
                  <a:cubicBezTo>
                    <a:pt x="0" y="111"/>
                    <a:pt x="130" y="22"/>
                    <a:pt x="227" y="13"/>
                  </a:cubicBezTo>
                  <a:cubicBezTo>
                    <a:pt x="373" y="0"/>
                    <a:pt x="468" y="299"/>
                    <a:pt x="468" y="299"/>
                  </a:cubicBezTo>
                  <a:cubicBezTo>
                    <a:pt x="468" y="299"/>
                    <a:pt x="389" y="196"/>
                    <a:pt x="302" y="156"/>
                  </a:cubicBezTo>
                  <a:cubicBezTo>
                    <a:pt x="122" y="74"/>
                    <a:pt x="0" y="111"/>
                    <a:pt x="0" y="111"/>
                  </a:cubicBezTo>
                  <a:close/>
                </a:path>
              </a:pathLst>
            </a:custGeom>
            <a:solidFill>
              <a:srgbClr val="3A8F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367"/>
            <p:cNvSpPr>
              <a:spLocks/>
            </p:cNvSpPr>
            <p:nvPr/>
          </p:nvSpPr>
          <p:spPr bwMode="auto">
            <a:xfrm>
              <a:off x="9612923" y="6501283"/>
              <a:ext cx="1198563" cy="1817687"/>
            </a:xfrm>
            <a:custGeom>
              <a:avLst/>
              <a:gdLst>
                <a:gd name="T0" fmla="*/ 0 w 319"/>
                <a:gd name="T1" fmla="*/ 0 h 484"/>
                <a:gd name="T2" fmla="*/ 218 w 319"/>
                <a:gd name="T3" fmla="*/ 118 h 484"/>
                <a:gd name="T4" fmla="*/ 144 w 319"/>
                <a:gd name="T5" fmla="*/ 484 h 484"/>
                <a:gd name="T6" fmla="*/ 153 w 319"/>
                <a:gd name="T7" fmla="*/ 264 h 484"/>
                <a:gd name="T8" fmla="*/ 0 w 319"/>
                <a:gd name="T9" fmla="*/ 0 h 484"/>
              </a:gdLst>
              <a:ahLst/>
              <a:cxnLst>
                <a:cxn ang="0">
                  <a:pos x="T0" y="T1"/>
                </a:cxn>
                <a:cxn ang="0">
                  <a:pos x="T2" y="T3"/>
                </a:cxn>
                <a:cxn ang="0">
                  <a:pos x="T4" y="T5"/>
                </a:cxn>
                <a:cxn ang="0">
                  <a:pos x="T6" y="T7"/>
                </a:cxn>
                <a:cxn ang="0">
                  <a:pos x="T8" y="T9"/>
                </a:cxn>
              </a:cxnLst>
              <a:rect l="0" t="0" r="r" b="b"/>
              <a:pathLst>
                <a:path w="319" h="484">
                  <a:moveTo>
                    <a:pt x="0" y="0"/>
                  </a:moveTo>
                  <a:cubicBezTo>
                    <a:pt x="0" y="0"/>
                    <a:pt x="151" y="48"/>
                    <a:pt x="218" y="118"/>
                  </a:cubicBezTo>
                  <a:cubicBezTo>
                    <a:pt x="319" y="224"/>
                    <a:pt x="144" y="484"/>
                    <a:pt x="144" y="484"/>
                  </a:cubicBezTo>
                  <a:cubicBezTo>
                    <a:pt x="144" y="484"/>
                    <a:pt x="176" y="358"/>
                    <a:pt x="153" y="264"/>
                  </a:cubicBezTo>
                  <a:cubicBezTo>
                    <a:pt x="105" y="73"/>
                    <a:pt x="0" y="0"/>
                    <a:pt x="0" y="0"/>
                  </a:cubicBezTo>
                  <a:close/>
                </a:path>
              </a:pathLst>
            </a:custGeom>
            <a:solidFill>
              <a:srgbClr val="4BB5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368"/>
            <p:cNvSpPr>
              <a:spLocks/>
            </p:cNvSpPr>
            <p:nvPr/>
          </p:nvSpPr>
          <p:spPr bwMode="auto">
            <a:xfrm>
              <a:off x="9557361" y="7309321"/>
              <a:ext cx="1295400" cy="1554162"/>
            </a:xfrm>
            <a:custGeom>
              <a:avLst/>
              <a:gdLst>
                <a:gd name="T0" fmla="*/ 288 w 345"/>
                <a:gd name="T1" fmla="*/ 0 h 414"/>
                <a:gd name="T2" fmla="*/ 332 w 345"/>
                <a:gd name="T3" fmla="*/ 244 h 414"/>
                <a:gd name="T4" fmla="*/ 0 w 345"/>
                <a:gd name="T5" fmla="*/ 414 h 414"/>
                <a:gd name="T6" fmla="*/ 177 w 345"/>
                <a:gd name="T7" fmla="*/ 284 h 414"/>
                <a:gd name="T8" fmla="*/ 288 w 345"/>
                <a:gd name="T9" fmla="*/ 0 h 414"/>
              </a:gdLst>
              <a:ahLst/>
              <a:cxnLst>
                <a:cxn ang="0">
                  <a:pos x="T0" y="T1"/>
                </a:cxn>
                <a:cxn ang="0">
                  <a:pos x="T2" y="T3"/>
                </a:cxn>
                <a:cxn ang="0">
                  <a:pos x="T4" y="T5"/>
                </a:cxn>
                <a:cxn ang="0">
                  <a:pos x="T6" y="T7"/>
                </a:cxn>
                <a:cxn ang="0">
                  <a:pos x="T8" y="T9"/>
                </a:cxn>
              </a:cxnLst>
              <a:rect l="0" t="0" r="r" b="b"/>
              <a:pathLst>
                <a:path w="345" h="414">
                  <a:moveTo>
                    <a:pt x="288" y="0"/>
                  </a:moveTo>
                  <a:cubicBezTo>
                    <a:pt x="288" y="0"/>
                    <a:pt x="345" y="147"/>
                    <a:pt x="332" y="244"/>
                  </a:cubicBezTo>
                  <a:cubicBezTo>
                    <a:pt x="312" y="389"/>
                    <a:pt x="0" y="414"/>
                    <a:pt x="0" y="414"/>
                  </a:cubicBezTo>
                  <a:cubicBezTo>
                    <a:pt x="0" y="414"/>
                    <a:pt x="118" y="361"/>
                    <a:pt x="177" y="284"/>
                  </a:cubicBezTo>
                  <a:cubicBezTo>
                    <a:pt x="297" y="128"/>
                    <a:pt x="288" y="0"/>
                    <a:pt x="288" y="0"/>
                  </a:cubicBezTo>
                  <a:close/>
                </a:path>
              </a:pathLst>
            </a:custGeom>
            <a:solidFill>
              <a:srgbClr val="2199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369"/>
            <p:cNvSpPr>
              <a:spLocks/>
            </p:cNvSpPr>
            <p:nvPr/>
          </p:nvSpPr>
          <p:spPr bwMode="auto">
            <a:xfrm>
              <a:off x="8757261" y="8611071"/>
              <a:ext cx="1892300" cy="979487"/>
            </a:xfrm>
            <a:custGeom>
              <a:avLst/>
              <a:gdLst>
                <a:gd name="T0" fmla="*/ 504 w 504"/>
                <a:gd name="T1" fmla="*/ 0 h 261"/>
                <a:gd name="T2" fmla="*/ 340 w 504"/>
                <a:gd name="T3" fmla="*/ 187 h 261"/>
                <a:gd name="T4" fmla="*/ 0 w 504"/>
                <a:gd name="T5" fmla="*/ 33 h 261"/>
                <a:gd name="T6" fmla="*/ 212 w 504"/>
                <a:gd name="T7" fmla="*/ 90 h 261"/>
                <a:gd name="T8" fmla="*/ 504 w 504"/>
                <a:gd name="T9" fmla="*/ 0 h 261"/>
              </a:gdLst>
              <a:ahLst/>
              <a:cxnLst>
                <a:cxn ang="0">
                  <a:pos x="T0" y="T1"/>
                </a:cxn>
                <a:cxn ang="0">
                  <a:pos x="T2" y="T3"/>
                </a:cxn>
                <a:cxn ang="0">
                  <a:pos x="T4" y="T5"/>
                </a:cxn>
                <a:cxn ang="0">
                  <a:pos x="T6" y="T7"/>
                </a:cxn>
                <a:cxn ang="0">
                  <a:pos x="T8" y="T9"/>
                </a:cxn>
              </a:cxnLst>
              <a:rect l="0" t="0" r="r" b="b"/>
              <a:pathLst>
                <a:path w="504" h="261">
                  <a:moveTo>
                    <a:pt x="504" y="0"/>
                  </a:moveTo>
                  <a:cubicBezTo>
                    <a:pt x="504" y="0"/>
                    <a:pt x="424" y="137"/>
                    <a:pt x="340" y="187"/>
                  </a:cubicBezTo>
                  <a:cubicBezTo>
                    <a:pt x="214" y="261"/>
                    <a:pt x="0" y="33"/>
                    <a:pt x="0" y="33"/>
                  </a:cubicBezTo>
                  <a:cubicBezTo>
                    <a:pt x="0" y="33"/>
                    <a:pt x="116" y="92"/>
                    <a:pt x="212" y="90"/>
                  </a:cubicBezTo>
                  <a:cubicBezTo>
                    <a:pt x="409" y="87"/>
                    <a:pt x="504" y="0"/>
                    <a:pt x="504" y="0"/>
                  </a:cubicBezTo>
                  <a:close/>
                </a:path>
              </a:pathLst>
            </a:custGeom>
            <a:solidFill>
              <a:srgbClr val="E7BE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370"/>
            <p:cNvSpPr>
              <a:spLocks/>
            </p:cNvSpPr>
            <p:nvPr/>
          </p:nvSpPr>
          <p:spPr bwMode="auto">
            <a:xfrm>
              <a:off x="8190523" y="8030046"/>
              <a:ext cx="1441450" cy="1485900"/>
            </a:xfrm>
            <a:custGeom>
              <a:avLst/>
              <a:gdLst>
                <a:gd name="T0" fmla="*/ 384 w 384"/>
                <a:gd name="T1" fmla="*/ 374 h 396"/>
                <a:gd name="T2" fmla="*/ 137 w 384"/>
                <a:gd name="T3" fmla="*/ 362 h 396"/>
                <a:gd name="T4" fmla="*/ 45 w 384"/>
                <a:gd name="T5" fmla="*/ 0 h 396"/>
                <a:gd name="T6" fmla="*/ 132 w 384"/>
                <a:gd name="T7" fmla="*/ 202 h 396"/>
                <a:gd name="T8" fmla="*/ 384 w 384"/>
                <a:gd name="T9" fmla="*/ 374 h 396"/>
              </a:gdLst>
              <a:ahLst/>
              <a:cxnLst>
                <a:cxn ang="0">
                  <a:pos x="T0" y="T1"/>
                </a:cxn>
                <a:cxn ang="0">
                  <a:pos x="T2" y="T3"/>
                </a:cxn>
                <a:cxn ang="0">
                  <a:pos x="T4" y="T5"/>
                </a:cxn>
                <a:cxn ang="0">
                  <a:pos x="T6" y="T7"/>
                </a:cxn>
                <a:cxn ang="0">
                  <a:pos x="T8" y="T9"/>
                </a:cxn>
              </a:cxnLst>
              <a:rect l="0" t="0" r="r" b="b"/>
              <a:pathLst>
                <a:path w="384" h="396">
                  <a:moveTo>
                    <a:pt x="384" y="374"/>
                  </a:moveTo>
                  <a:cubicBezTo>
                    <a:pt x="384" y="374"/>
                    <a:pt x="228" y="396"/>
                    <a:pt x="137" y="362"/>
                  </a:cubicBezTo>
                  <a:cubicBezTo>
                    <a:pt x="0" y="310"/>
                    <a:pt x="45" y="0"/>
                    <a:pt x="45" y="0"/>
                  </a:cubicBezTo>
                  <a:cubicBezTo>
                    <a:pt x="45" y="0"/>
                    <a:pt x="71" y="127"/>
                    <a:pt x="132" y="202"/>
                  </a:cubicBezTo>
                  <a:cubicBezTo>
                    <a:pt x="258" y="354"/>
                    <a:pt x="384" y="374"/>
                    <a:pt x="384" y="374"/>
                  </a:cubicBezTo>
                  <a:close/>
                </a:path>
              </a:pathLst>
            </a:custGeom>
            <a:solidFill>
              <a:srgbClr val="EA98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8" name="组合 17"/>
          <p:cNvGrpSpPr/>
          <p:nvPr/>
        </p:nvGrpSpPr>
        <p:grpSpPr>
          <a:xfrm>
            <a:off x="7671685" y="5242938"/>
            <a:ext cx="1528898" cy="1510796"/>
            <a:chOff x="6119123" y="3389320"/>
            <a:chExt cx="3217863" cy="3179763"/>
          </a:xfrm>
        </p:grpSpPr>
        <p:sp>
          <p:nvSpPr>
            <p:cNvPr id="59" name="Freeform 807"/>
            <p:cNvSpPr>
              <a:spLocks/>
            </p:cNvSpPr>
            <p:nvPr/>
          </p:nvSpPr>
          <p:spPr bwMode="auto">
            <a:xfrm>
              <a:off x="6171511" y="4338644"/>
              <a:ext cx="803275" cy="1727200"/>
            </a:xfrm>
            <a:custGeom>
              <a:avLst/>
              <a:gdLst>
                <a:gd name="T0" fmla="*/ 193 w 214"/>
                <a:gd name="T1" fmla="*/ 460 h 460"/>
                <a:gd name="T2" fmla="*/ 43 w 214"/>
                <a:gd name="T3" fmla="*/ 314 h 460"/>
                <a:gd name="T4" fmla="*/ 214 w 214"/>
                <a:gd name="T5" fmla="*/ 0 h 460"/>
                <a:gd name="T6" fmla="*/ 149 w 214"/>
                <a:gd name="T7" fmla="*/ 261 h 460"/>
                <a:gd name="T8" fmla="*/ 193 w 214"/>
                <a:gd name="T9" fmla="*/ 460 h 460"/>
              </a:gdLst>
              <a:ahLst/>
              <a:cxnLst>
                <a:cxn ang="0">
                  <a:pos x="T0" y="T1"/>
                </a:cxn>
                <a:cxn ang="0">
                  <a:pos x="T2" y="T3"/>
                </a:cxn>
                <a:cxn ang="0">
                  <a:pos x="T4" y="T5"/>
                </a:cxn>
                <a:cxn ang="0">
                  <a:pos x="T6" y="T7"/>
                </a:cxn>
                <a:cxn ang="0">
                  <a:pos x="T8" y="T9"/>
                </a:cxn>
              </a:cxnLst>
              <a:rect l="0" t="0" r="r" b="b"/>
              <a:pathLst>
                <a:path w="214" h="460">
                  <a:moveTo>
                    <a:pt x="193" y="460"/>
                  </a:moveTo>
                  <a:cubicBezTo>
                    <a:pt x="193" y="460"/>
                    <a:pt x="77" y="435"/>
                    <a:pt x="43" y="314"/>
                  </a:cubicBezTo>
                  <a:cubicBezTo>
                    <a:pt x="0" y="166"/>
                    <a:pt x="214" y="0"/>
                    <a:pt x="214" y="0"/>
                  </a:cubicBezTo>
                  <a:cubicBezTo>
                    <a:pt x="214" y="0"/>
                    <a:pt x="146" y="155"/>
                    <a:pt x="149" y="261"/>
                  </a:cubicBezTo>
                  <a:cubicBezTo>
                    <a:pt x="152" y="377"/>
                    <a:pt x="193" y="460"/>
                    <a:pt x="193" y="460"/>
                  </a:cubicBezTo>
                  <a:close/>
                </a:path>
              </a:pathLst>
            </a:custGeom>
            <a:solidFill>
              <a:srgbClr val="C954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809"/>
            <p:cNvSpPr>
              <a:spLocks/>
            </p:cNvSpPr>
            <p:nvPr/>
          </p:nvSpPr>
          <p:spPr bwMode="auto">
            <a:xfrm>
              <a:off x="6119123" y="3722695"/>
              <a:ext cx="1595438" cy="1254125"/>
            </a:xfrm>
            <a:custGeom>
              <a:avLst/>
              <a:gdLst>
                <a:gd name="T0" fmla="*/ 52 w 425"/>
                <a:gd name="T1" fmla="*/ 334 h 334"/>
                <a:gd name="T2" fmla="*/ 73 w 425"/>
                <a:gd name="T3" fmla="*/ 125 h 334"/>
                <a:gd name="T4" fmla="*/ 425 w 425"/>
                <a:gd name="T5" fmla="*/ 65 h 334"/>
                <a:gd name="T6" fmla="*/ 180 w 425"/>
                <a:gd name="T7" fmla="*/ 176 h 334"/>
                <a:gd name="T8" fmla="*/ 52 w 425"/>
                <a:gd name="T9" fmla="*/ 334 h 334"/>
              </a:gdLst>
              <a:ahLst/>
              <a:cxnLst>
                <a:cxn ang="0">
                  <a:pos x="T0" y="T1"/>
                </a:cxn>
                <a:cxn ang="0">
                  <a:pos x="T2" y="T3"/>
                </a:cxn>
                <a:cxn ang="0">
                  <a:pos x="T4" y="T5"/>
                </a:cxn>
                <a:cxn ang="0">
                  <a:pos x="T6" y="T7"/>
                </a:cxn>
                <a:cxn ang="0">
                  <a:pos x="T8" y="T9"/>
                </a:cxn>
              </a:cxnLst>
              <a:rect l="0" t="0" r="r" b="b"/>
              <a:pathLst>
                <a:path w="425" h="334">
                  <a:moveTo>
                    <a:pt x="52" y="334"/>
                  </a:moveTo>
                  <a:cubicBezTo>
                    <a:pt x="52" y="334"/>
                    <a:pt x="0" y="228"/>
                    <a:pt x="73" y="125"/>
                  </a:cubicBezTo>
                  <a:cubicBezTo>
                    <a:pt x="162" y="0"/>
                    <a:pt x="425" y="65"/>
                    <a:pt x="425" y="65"/>
                  </a:cubicBezTo>
                  <a:cubicBezTo>
                    <a:pt x="425" y="65"/>
                    <a:pt x="261" y="108"/>
                    <a:pt x="180" y="176"/>
                  </a:cubicBezTo>
                  <a:cubicBezTo>
                    <a:pt x="91" y="250"/>
                    <a:pt x="52" y="334"/>
                    <a:pt x="52" y="334"/>
                  </a:cubicBezTo>
                  <a:close/>
                </a:path>
              </a:pathLst>
            </a:custGeom>
            <a:solidFill>
              <a:srgbClr val="DA4D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810"/>
            <p:cNvSpPr>
              <a:spLocks/>
            </p:cNvSpPr>
            <p:nvPr/>
          </p:nvSpPr>
          <p:spPr bwMode="auto">
            <a:xfrm>
              <a:off x="6803336" y="3389320"/>
              <a:ext cx="1662113" cy="919163"/>
            </a:xfrm>
            <a:custGeom>
              <a:avLst/>
              <a:gdLst>
                <a:gd name="T0" fmla="*/ 0 w 443"/>
                <a:gd name="T1" fmla="*/ 121 h 245"/>
                <a:gd name="T2" fmla="*/ 176 w 443"/>
                <a:gd name="T3" fmla="*/ 8 h 245"/>
                <a:gd name="T4" fmla="*/ 443 w 443"/>
                <a:gd name="T5" fmla="*/ 245 h 245"/>
                <a:gd name="T6" fmla="*/ 204 w 443"/>
                <a:gd name="T7" fmla="*/ 123 h 245"/>
                <a:gd name="T8" fmla="*/ 0 w 443"/>
                <a:gd name="T9" fmla="*/ 121 h 245"/>
              </a:gdLst>
              <a:ahLst/>
              <a:cxnLst>
                <a:cxn ang="0">
                  <a:pos x="T0" y="T1"/>
                </a:cxn>
                <a:cxn ang="0">
                  <a:pos x="T2" y="T3"/>
                </a:cxn>
                <a:cxn ang="0">
                  <a:pos x="T4" y="T5"/>
                </a:cxn>
                <a:cxn ang="0">
                  <a:pos x="T6" y="T7"/>
                </a:cxn>
                <a:cxn ang="0">
                  <a:pos x="T8" y="T9"/>
                </a:cxn>
              </a:cxnLst>
              <a:rect l="0" t="0" r="r" b="b"/>
              <a:pathLst>
                <a:path w="443" h="245">
                  <a:moveTo>
                    <a:pt x="0" y="121"/>
                  </a:moveTo>
                  <a:cubicBezTo>
                    <a:pt x="0" y="121"/>
                    <a:pt x="51" y="14"/>
                    <a:pt x="176" y="8"/>
                  </a:cubicBezTo>
                  <a:cubicBezTo>
                    <a:pt x="330" y="0"/>
                    <a:pt x="443" y="245"/>
                    <a:pt x="443" y="245"/>
                  </a:cubicBezTo>
                  <a:cubicBezTo>
                    <a:pt x="443" y="245"/>
                    <a:pt x="308" y="144"/>
                    <a:pt x="204" y="123"/>
                  </a:cubicBezTo>
                  <a:cubicBezTo>
                    <a:pt x="90" y="99"/>
                    <a:pt x="0" y="121"/>
                    <a:pt x="0" y="121"/>
                  </a:cubicBezTo>
                  <a:close/>
                </a:path>
              </a:pathLst>
            </a:custGeom>
            <a:solidFill>
              <a:srgbClr val="3A8F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811"/>
            <p:cNvSpPr>
              <a:spLocks/>
            </p:cNvSpPr>
            <p:nvPr/>
          </p:nvSpPr>
          <p:spPr bwMode="auto">
            <a:xfrm>
              <a:off x="7992373" y="3419482"/>
              <a:ext cx="1130300" cy="1692275"/>
            </a:xfrm>
            <a:custGeom>
              <a:avLst/>
              <a:gdLst>
                <a:gd name="T0" fmla="*/ 0 w 301"/>
                <a:gd name="T1" fmla="*/ 27 h 451"/>
                <a:gd name="T2" fmla="*/ 199 w 301"/>
                <a:gd name="T3" fmla="*/ 95 h 451"/>
                <a:gd name="T4" fmla="*/ 179 w 301"/>
                <a:gd name="T5" fmla="*/ 451 h 451"/>
                <a:gd name="T6" fmla="*/ 126 w 301"/>
                <a:gd name="T7" fmla="*/ 188 h 451"/>
                <a:gd name="T8" fmla="*/ 0 w 301"/>
                <a:gd name="T9" fmla="*/ 27 h 451"/>
              </a:gdLst>
              <a:ahLst/>
              <a:cxnLst>
                <a:cxn ang="0">
                  <a:pos x="T0" y="T1"/>
                </a:cxn>
                <a:cxn ang="0">
                  <a:pos x="T2" y="T3"/>
                </a:cxn>
                <a:cxn ang="0">
                  <a:pos x="T4" y="T5"/>
                </a:cxn>
                <a:cxn ang="0">
                  <a:pos x="T6" y="T7"/>
                </a:cxn>
                <a:cxn ang="0">
                  <a:pos x="T8" y="T9"/>
                </a:cxn>
              </a:cxnLst>
              <a:rect l="0" t="0" r="r" b="b"/>
              <a:pathLst>
                <a:path w="301" h="451">
                  <a:moveTo>
                    <a:pt x="0" y="27"/>
                  </a:moveTo>
                  <a:cubicBezTo>
                    <a:pt x="0" y="27"/>
                    <a:pt x="116" y="0"/>
                    <a:pt x="199" y="95"/>
                  </a:cubicBezTo>
                  <a:cubicBezTo>
                    <a:pt x="301" y="210"/>
                    <a:pt x="179" y="451"/>
                    <a:pt x="179" y="451"/>
                  </a:cubicBezTo>
                  <a:cubicBezTo>
                    <a:pt x="179" y="451"/>
                    <a:pt x="174" y="282"/>
                    <a:pt x="126" y="188"/>
                  </a:cubicBezTo>
                  <a:cubicBezTo>
                    <a:pt x="73" y="84"/>
                    <a:pt x="0" y="27"/>
                    <a:pt x="0" y="27"/>
                  </a:cubicBezTo>
                  <a:close/>
                </a:path>
              </a:pathLst>
            </a:custGeom>
            <a:solidFill>
              <a:srgbClr val="4BB5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812"/>
            <p:cNvSpPr>
              <a:spLocks/>
            </p:cNvSpPr>
            <p:nvPr/>
          </p:nvSpPr>
          <p:spPr bwMode="auto">
            <a:xfrm>
              <a:off x="8160648" y="4252920"/>
              <a:ext cx="1176338" cy="1516063"/>
            </a:xfrm>
            <a:custGeom>
              <a:avLst/>
              <a:gdLst>
                <a:gd name="T0" fmla="*/ 220 w 313"/>
                <a:gd name="T1" fmla="*/ 0 h 404"/>
                <a:gd name="T2" fmla="*/ 291 w 313"/>
                <a:gd name="T3" fmla="*/ 197 h 404"/>
                <a:gd name="T4" fmla="*/ 0 w 313"/>
                <a:gd name="T5" fmla="*/ 404 h 404"/>
                <a:gd name="T6" fmla="*/ 173 w 313"/>
                <a:gd name="T7" fmla="*/ 198 h 404"/>
                <a:gd name="T8" fmla="*/ 220 w 313"/>
                <a:gd name="T9" fmla="*/ 0 h 404"/>
              </a:gdLst>
              <a:ahLst/>
              <a:cxnLst>
                <a:cxn ang="0">
                  <a:pos x="T0" y="T1"/>
                </a:cxn>
                <a:cxn ang="0">
                  <a:pos x="T2" y="T3"/>
                </a:cxn>
                <a:cxn ang="0">
                  <a:pos x="T4" y="T5"/>
                </a:cxn>
                <a:cxn ang="0">
                  <a:pos x="T6" y="T7"/>
                </a:cxn>
                <a:cxn ang="0">
                  <a:pos x="T8" y="T9"/>
                </a:cxn>
              </a:cxnLst>
              <a:rect l="0" t="0" r="r" b="b"/>
              <a:pathLst>
                <a:path w="313" h="404">
                  <a:moveTo>
                    <a:pt x="220" y="0"/>
                  </a:moveTo>
                  <a:cubicBezTo>
                    <a:pt x="220" y="0"/>
                    <a:pt x="313" y="73"/>
                    <a:pt x="291" y="197"/>
                  </a:cubicBezTo>
                  <a:cubicBezTo>
                    <a:pt x="265" y="349"/>
                    <a:pt x="0" y="404"/>
                    <a:pt x="0" y="404"/>
                  </a:cubicBezTo>
                  <a:cubicBezTo>
                    <a:pt x="0" y="404"/>
                    <a:pt x="129" y="295"/>
                    <a:pt x="173" y="198"/>
                  </a:cubicBezTo>
                  <a:cubicBezTo>
                    <a:pt x="221" y="92"/>
                    <a:pt x="220" y="0"/>
                    <a:pt x="220" y="0"/>
                  </a:cubicBezTo>
                  <a:close/>
                </a:path>
              </a:pathLst>
            </a:custGeom>
            <a:solidFill>
              <a:srgbClr val="2199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813"/>
            <p:cNvSpPr>
              <a:spLocks/>
            </p:cNvSpPr>
            <p:nvPr/>
          </p:nvSpPr>
          <p:spPr bwMode="auto">
            <a:xfrm>
              <a:off x="7331973" y="5487995"/>
              <a:ext cx="1703388" cy="946150"/>
            </a:xfrm>
            <a:custGeom>
              <a:avLst/>
              <a:gdLst>
                <a:gd name="T0" fmla="*/ 454 w 454"/>
                <a:gd name="T1" fmla="*/ 0 h 252"/>
                <a:gd name="T2" fmla="*/ 343 w 454"/>
                <a:gd name="T3" fmla="*/ 178 h 252"/>
                <a:gd name="T4" fmla="*/ 0 w 454"/>
                <a:gd name="T5" fmla="*/ 79 h 252"/>
                <a:gd name="T6" fmla="*/ 269 w 454"/>
                <a:gd name="T7" fmla="*/ 86 h 252"/>
                <a:gd name="T8" fmla="*/ 454 w 454"/>
                <a:gd name="T9" fmla="*/ 0 h 252"/>
              </a:gdLst>
              <a:ahLst/>
              <a:cxnLst>
                <a:cxn ang="0">
                  <a:pos x="T0" y="T1"/>
                </a:cxn>
                <a:cxn ang="0">
                  <a:pos x="T2" y="T3"/>
                </a:cxn>
                <a:cxn ang="0">
                  <a:pos x="T4" y="T5"/>
                </a:cxn>
                <a:cxn ang="0">
                  <a:pos x="T6" y="T7"/>
                </a:cxn>
                <a:cxn ang="0">
                  <a:pos x="T8" y="T9"/>
                </a:cxn>
              </a:cxnLst>
              <a:rect l="0" t="0" r="r" b="b"/>
              <a:pathLst>
                <a:path w="454" h="252">
                  <a:moveTo>
                    <a:pt x="454" y="0"/>
                  </a:moveTo>
                  <a:cubicBezTo>
                    <a:pt x="454" y="0"/>
                    <a:pt x="454" y="118"/>
                    <a:pt x="343" y="178"/>
                  </a:cubicBezTo>
                  <a:cubicBezTo>
                    <a:pt x="208" y="252"/>
                    <a:pt x="0" y="79"/>
                    <a:pt x="0" y="79"/>
                  </a:cubicBezTo>
                  <a:cubicBezTo>
                    <a:pt x="0" y="79"/>
                    <a:pt x="166" y="111"/>
                    <a:pt x="269" y="86"/>
                  </a:cubicBezTo>
                  <a:cubicBezTo>
                    <a:pt x="382" y="58"/>
                    <a:pt x="454" y="0"/>
                    <a:pt x="454" y="0"/>
                  </a:cubicBezTo>
                  <a:close/>
                </a:path>
              </a:pathLst>
            </a:custGeom>
            <a:solidFill>
              <a:srgbClr val="E7BE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814"/>
            <p:cNvSpPr>
              <a:spLocks/>
            </p:cNvSpPr>
            <p:nvPr/>
          </p:nvSpPr>
          <p:spPr bwMode="auto">
            <a:xfrm>
              <a:off x="6784286" y="5141920"/>
              <a:ext cx="1317625" cy="1427163"/>
            </a:xfrm>
            <a:custGeom>
              <a:avLst/>
              <a:gdLst>
                <a:gd name="T0" fmla="*/ 351 w 351"/>
                <a:gd name="T1" fmla="*/ 306 h 380"/>
                <a:gd name="T2" fmla="*/ 142 w 351"/>
                <a:gd name="T3" fmla="*/ 331 h 380"/>
                <a:gd name="T4" fmla="*/ 6 w 351"/>
                <a:gd name="T5" fmla="*/ 0 h 380"/>
                <a:gd name="T6" fmla="*/ 168 w 351"/>
                <a:gd name="T7" fmla="*/ 215 h 380"/>
                <a:gd name="T8" fmla="*/ 351 w 351"/>
                <a:gd name="T9" fmla="*/ 306 h 380"/>
              </a:gdLst>
              <a:ahLst/>
              <a:cxnLst>
                <a:cxn ang="0">
                  <a:pos x="T0" y="T1"/>
                </a:cxn>
                <a:cxn ang="0">
                  <a:pos x="T2" y="T3"/>
                </a:cxn>
                <a:cxn ang="0">
                  <a:pos x="T4" y="T5"/>
                </a:cxn>
                <a:cxn ang="0">
                  <a:pos x="T6" y="T7"/>
                </a:cxn>
                <a:cxn ang="0">
                  <a:pos x="T8" y="T9"/>
                </a:cxn>
              </a:cxnLst>
              <a:rect l="0" t="0" r="r" b="b"/>
              <a:pathLst>
                <a:path w="351" h="380">
                  <a:moveTo>
                    <a:pt x="351" y="306"/>
                  </a:moveTo>
                  <a:cubicBezTo>
                    <a:pt x="351" y="306"/>
                    <a:pt x="258" y="380"/>
                    <a:pt x="142" y="331"/>
                  </a:cubicBezTo>
                  <a:cubicBezTo>
                    <a:pt x="0" y="271"/>
                    <a:pt x="6" y="0"/>
                    <a:pt x="6" y="0"/>
                  </a:cubicBezTo>
                  <a:cubicBezTo>
                    <a:pt x="6" y="0"/>
                    <a:pt x="84" y="150"/>
                    <a:pt x="168" y="215"/>
                  </a:cubicBezTo>
                  <a:cubicBezTo>
                    <a:pt x="260" y="286"/>
                    <a:pt x="351" y="306"/>
                    <a:pt x="351" y="306"/>
                  </a:cubicBezTo>
                  <a:close/>
                </a:path>
              </a:pathLst>
            </a:custGeom>
            <a:solidFill>
              <a:srgbClr val="EA98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9" name="组合 18"/>
          <p:cNvGrpSpPr/>
          <p:nvPr/>
        </p:nvGrpSpPr>
        <p:grpSpPr>
          <a:xfrm>
            <a:off x="4668528" y="5242938"/>
            <a:ext cx="1517584" cy="1510796"/>
            <a:chOff x="-312117" y="3678237"/>
            <a:chExt cx="3194050" cy="3179763"/>
          </a:xfrm>
        </p:grpSpPr>
        <p:sp>
          <p:nvSpPr>
            <p:cNvPr id="53" name="Freeform 479"/>
            <p:cNvSpPr>
              <a:spLocks/>
            </p:cNvSpPr>
            <p:nvPr/>
          </p:nvSpPr>
          <p:spPr bwMode="auto">
            <a:xfrm>
              <a:off x="-312117" y="4421187"/>
              <a:ext cx="1157288" cy="1884363"/>
            </a:xfrm>
            <a:custGeom>
              <a:avLst/>
              <a:gdLst>
                <a:gd name="T0" fmla="*/ 157 w 308"/>
                <a:gd name="T1" fmla="*/ 502 h 502"/>
                <a:gd name="T2" fmla="*/ 24 w 308"/>
                <a:gd name="T3" fmla="*/ 267 h 502"/>
                <a:gd name="T4" fmla="*/ 308 w 308"/>
                <a:gd name="T5" fmla="*/ 0 h 502"/>
                <a:gd name="T6" fmla="*/ 167 w 308"/>
                <a:gd name="T7" fmla="*/ 179 h 502"/>
                <a:gd name="T8" fmla="*/ 157 w 308"/>
                <a:gd name="T9" fmla="*/ 502 h 502"/>
              </a:gdLst>
              <a:ahLst/>
              <a:cxnLst>
                <a:cxn ang="0">
                  <a:pos x="T0" y="T1"/>
                </a:cxn>
                <a:cxn ang="0">
                  <a:pos x="T2" y="T3"/>
                </a:cxn>
                <a:cxn ang="0">
                  <a:pos x="T4" y="T5"/>
                </a:cxn>
                <a:cxn ang="0">
                  <a:pos x="T6" y="T7"/>
                </a:cxn>
                <a:cxn ang="0">
                  <a:pos x="T8" y="T9"/>
                </a:cxn>
              </a:cxnLst>
              <a:rect l="0" t="0" r="r" b="b"/>
              <a:pathLst>
                <a:path w="308" h="502">
                  <a:moveTo>
                    <a:pt x="157" y="502"/>
                  </a:moveTo>
                  <a:cubicBezTo>
                    <a:pt x="157" y="502"/>
                    <a:pt x="40" y="367"/>
                    <a:pt x="24" y="267"/>
                  </a:cubicBezTo>
                  <a:cubicBezTo>
                    <a:pt x="0" y="115"/>
                    <a:pt x="308" y="0"/>
                    <a:pt x="308" y="0"/>
                  </a:cubicBezTo>
                  <a:cubicBezTo>
                    <a:pt x="308" y="0"/>
                    <a:pt x="202" y="84"/>
                    <a:pt x="167" y="179"/>
                  </a:cubicBezTo>
                  <a:cubicBezTo>
                    <a:pt x="95" y="372"/>
                    <a:pt x="157" y="502"/>
                    <a:pt x="157" y="502"/>
                  </a:cubicBezTo>
                  <a:close/>
                </a:path>
              </a:pathLst>
            </a:custGeom>
            <a:solidFill>
              <a:srgbClr val="C954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480"/>
            <p:cNvSpPr>
              <a:spLocks/>
            </p:cNvSpPr>
            <p:nvPr/>
          </p:nvSpPr>
          <p:spPr bwMode="auto">
            <a:xfrm>
              <a:off x="-116854" y="3678237"/>
              <a:ext cx="1911350" cy="1235075"/>
            </a:xfrm>
            <a:custGeom>
              <a:avLst/>
              <a:gdLst>
                <a:gd name="T0" fmla="*/ 0 w 509"/>
                <a:gd name="T1" fmla="*/ 329 h 329"/>
                <a:gd name="T2" fmla="*/ 136 w 509"/>
                <a:gd name="T3" fmla="*/ 97 h 329"/>
                <a:gd name="T4" fmla="*/ 509 w 509"/>
                <a:gd name="T5" fmla="*/ 209 h 329"/>
                <a:gd name="T6" fmla="*/ 284 w 509"/>
                <a:gd name="T7" fmla="*/ 176 h 329"/>
                <a:gd name="T8" fmla="*/ 0 w 509"/>
                <a:gd name="T9" fmla="*/ 329 h 329"/>
              </a:gdLst>
              <a:ahLst/>
              <a:cxnLst>
                <a:cxn ang="0">
                  <a:pos x="T0" y="T1"/>
                </a:cxn>
                <a:cxn ang="0">
                  <a:pos x="T2" y="T3"/>
                </a:cxn>
                <a:cxn ang="0">
                  <a:pos x="T4" y="T5"/>
                </a:cxn>
                <a:cxn ang="0">
                  <a:pos x="T6" y="T7"/>
                </a:cxn>
                <a:cxn ang="0">
                  <a:pos x="T8" y="T9"/>
                </a:cxn>
              </a:cxnLst>
              <a:rect l="0" t="0" r="r" b="b"/>
              <a:pathLst>
                <a:path w="509" h="329">
                  <a:moveTo>
                    <a:pt x="0" y="329"/>
                  </a:moveTo>
                  <a:cubicBezTo>
                    <a:pt x="0" y="329"/>
                    <a:pt x="58" y="161"/>
                    <a:pt x="136" y="97"/>
                  </a:cubicBezTo>
                  <a:cubicBezTo>
                    <a:pt x="256" y="0"/>
                    <a:pt x="509" y="209"/>
                    <a:pt x="509" y="209"/>
                  </a:cubicBezTo>
                  <a:cubicBezTo>
                    <a:pt x="509" y="209"/>
                    <a:pt x="384" y="160"/>
                    <a:pt x="284" y="176"/>
                  </a:cubicBezTo>
                  <a:cubicBezTo>
                    <a:pt x="81" y="211"/>
                    <a:pt x="0" y="329"/>
                    <a:pt x="0" y="329"/>
                  </a:cubicBezTo>
                  <a:close/>
                </a:path>
              </a:pathLst>
            </a:custGeom>
            <a:solidFill>
              <a:srgbClr val="DA4D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481"/>
            <p:cNvSpPr>
              <a:spLocks/>
            </p:cNvSpPr>
            <p:nvPr/>
          </p:nvSpPr>
          <p:spPr bwMode="auto">
            <a:xfrm>
              <a:off x="889621" y="3749675"/>
              <a:ext cx="1549400" cy="1557338"/>
            </a:xfrm>
            <a:custGeom>
              <a:avLst/>
              <a:gdLst>
                <a:gd name="T0" fmla="*/ 0 w 413"/>
                <a:gd name="T1" fmla="*/ 34 h 415"/>
                <a:gd name="T2" fmla="*/ 270 w 413"/>
                <a:gd name="T3" fmla="*/ 36 h 415"/>
                <a:gd name="T4" fmla="*/ 358 w 413"/>
                <a:gd name="T5" fmla="*/ 415 h 415"/>
                <a:gd name="T6" fmla="*/ 274 w 413"/>
                <a:gd name="T7" fmla="*/ 204 h 415"/>
                <a:gd name="T8" fmla="*/ 0 w 413"/>
                <a:gd name="T9" fmla="*/ 34 h 415"/>
              </a:gdLst>
              <a:ahLst/>
              <a:cxnLst>
                <a:cxn ang="0">
                  <a:pos x="T0" y="T1"/>
                </a:cxn>
                <a:cxn ang="0">
                  <a:pos x="T2" y="T3"/>
                </a:cxn>
                <a:cxn ang="0">
                  <a:pos x="T4" y="T5"/>
                </a:cxn>
                <a:cxn ang="0">
                  <a:pos x="T6" y="T7"/>
                </a:cxn>
                <a:cxn ang="0">
                  <a:pos x="T8" y="T9"/>
                </a:cxn>
              </a:cxnLst>
              <a:rect l="0" t="0" r="r" b="b"/>
              <a:pathLst>
                <a:path w="413" h="415">
                  <a:moveTo>
                    <a:pt x="0" y="34"/>
                  </a:moveTo>
                  <a:cubicBezTo>
                    <a:pt x="0" y="34"/>
                    <a:pt x="175" y="0"/>
                    <a:pt x="270" y="36"/>
                  </a:cubicBezTo>
                  <a:cubicBezTo>
                    <a:pt x="413" y="91"/>
                    <a:pt x="358" y="415"/>
                    <a:pt x="358" y="415"/>
                  </a:cubicBezTo>
                  <a:cubicBezTo>
                    <a:pt x="358" y="415"/>
                    <a:pt x="339" y="282"/>
                    <a:pt x="274" y="204"/>
                  </a:cubicBezTo>
                  <a:cubicBezTo>
                    <a:pt x="143" y="45"/>
                    <a:pt x="0" y="34"/>
                    <a:pt x="0" y="34"/>
                  </a:cubicBezTo>
                  <a:close/>
                </a:path>
              </a:pathLst>
            </a:custGeom>
            <a:solidFill>
              <a:srgbClr val="4BB5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482"/>
            <p:cNvSpPr>
              <a:spLocks/>
            </p:cNvSpPr>
            <p:nvPr/>
          </p:nvSpPr>
          <p:spPr bwMode="auto">
            <a:xfrm>
              <a:off x="1723058" y="4230687"/>
              <a:ext cx="1158875" cy="1879600"/>
            </a:xfrm>
            <a:custGeom>
              <a:avLst/>
              <a:gdLst>
                <a:gd name="T0" fmla="*/ 151 w 309"/>
                <a:gd name="T1" fmla="*/ 0 h 501"/>
                <a:gd name="T2" fmla="*/ 284 w 309"/>
                <a:gd name="T3" fmla="*/ 235 h 501"/>
                <a:gd name="T4" fmla="*/ 0 w 309"/>
                <a:gd name="T5" fmla="*/ 501 h 501"/>
                <a:gd name="T6" fmla="*/ 141 w 309"/>
                <a:gd name="T7" fmla="*/ 323 h 501"/>
                <a:gd name="T8" fmla="*/ 151 w 309"/>
                <a:gd name="T9" fmla="*/ 0 h 501"/>
              </a:gdLst>
              <a:ahLst/>
              <a:cxnLst>
                <a:cxn ang="0">
                  <a:pos x="T0" y="T1"/>
                </a:cxn>
                <a:cxn ang="0">
                  <a:pos x="T2" y="T3"/>
                </a:cxn>
                <a:cxn ang="0">
                  <a:pos x="T4" y="T5"/>
                </a:cxn>
                <a:cxn ang="0">
                  <a:pos x="T6" y="T7"/>
                </a:cxn>
                <a:cxn ang="0">
                  <a:pos x="T8" y="T9"/>
                </a:cxn>
              </a:cxnLst>
              <a:rect l="0" t="0" r="r" b="b"/>
              <a:pathLst>
                <a:path w="309" h="501">
                  <a:moveTo>
                    <a:pt x="151" y="0"/>
                  </a:moveTo>
                  <a:cubicBezTo>
                    <a:pt x="151" y="0"/>
                    <a:pt x="268" y="134"/>
                    <a:pt x="284" y="235"/>
                  </a:cubicBezTo>
                  <a:cubicBezTo>
                    <a:pt x="309" y="386"/>
                    <a:pt x="0" y="501"/>
                    <a:pt x="0" y="501"/>
                  </a:cubicBezTo>
                  <a:cubicBezTo>
                    <a:pt x="0" y="501"/>
                    <a:pt x="106" y="417"/>
                    <a:pt x="141" y="323"/>
                  </a:cubicBezTo>
                  <a:cubicBezTo>
                    <a:pt x="214" y="129"/>
                    <a:pt x="151" y="0"/>
                    <a:pt x="151" y="0"/>
                  </a:cubicBezTo>
                  <a:close/>
                </a:path>
              </a:pathLst>
            </a:custGeom>
            <a:solidFill>
              <a:srgbClr val="2199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483"/>
            <p:cNvSpPr>
              <a:spLocks/>
            </p:cNvSpPr>
            <p:nvPr/>
          </p:nvSpPr>
          <p:spPr bwMode="auto">
            <a:xfrm>
              <a:off x="773733" y="5618162"/>
              <a:ext cx="1909763" cy="1239838"/>
            </a:xfrm>
            <a:custGeom>
              <a:avLst/>
              <a:gdLst>
                <a:gd name="T0" fmla="*/ 509 w 509"/>
                <a:gd name="T1" fmla="*/ 0 h 330"/>
                <a:gd name="T2" fmla="*/ 373 w 509"/>
                <a:gd name="T3" fmla="*/ 233 h 330"/>
                <a:gd name="T4" fmla="*/ 0 w 509"/>
                <a:gd name="T5" fmla="*/ 120 h 330"/>
                <a:gd name="T6" fmla="*/ 225 w 509"/>
                <a:gd name="T7" fmla="*/ 153 h 330"/>
                <a:gd name="T8" fmla="*/ 509 w 509"/>
                <a:gd name="T9" fmla="*/ 0 h 330"/>
              </a:gdLst>
              <a:ahLst/>
              <a:cxnLst>
                <a:cxn ang="0">
                  <a:pos x="T0" y="T1"/>
                </a:cxn>
                <a:cxn ang="0">
                  <a:pos x="T2" y="T3"/>
                </a:cxn>
                <a:cxn ang="0">
                  <a:pos x="T4" y="T5"/>
                </a:cxn>
                <a:cxn ang="0">
                  <a:pos x="T6" y="T7"/>
                </a:cxn>
                <a:cxn ang="0">
                  <a:pos x="T8" y="T9"/>
                </a:cxn>
              </a:cxnLst>
              <a:rect l="0" t="0" r="r" b="b"/>
              <a:pathLst>
                <a:path w="509" h="330">
                  <a:moveTo>
                    <a:pt x="509" y="0"/>
                  </a:moveTo>
                  <a:cubicBezTo>
                    <a:pt x="509" y="0"/>
                    <a:pt x="452" y="169"/>
                    <a:pt x="373" y="233"/>
                  </a:cubicBezTo>
                  <a:cubicBezTo>
                    <a:pt x="254" y="330"/>
                    <a:pt x="0" y="120"/>
                    <a:pt x="0" y="120"/>
                  </a:cubicBezTo>
                  <a:cubicBezTo>
                    <a:pt x="0" y="120"/>
                    <a:pt x="125" y="170"/>
                    <a:pt x="225" y="153"/>
                  </a:cubicBezTo>
                  <a:cubicBezTo>
                    <a:pt x="429" y="119"/>
                    <a:pt x="509" y="0"/>
                    <a:pt x="509" y="0"/>
                  </a:cubicBezTo>
                </a:path>
              </a:pathLst>
            </a:custGeom>
            <a:solidFill>
              <a:srgbClr val="E7BE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484"/>
            <p:cNvSpPr>
              <a:spLocks/>
            </p:cNvSpPr>
            <p:nvPr/>
          </p:nvSpPr>
          <p:spPr bwMode="auto">
            <a:xfrm>
              <a:off x="127621" y="5224462"/>
              <a:ext cx="1554163" cy="1562100"/>
            </a:xfrm>
            <a:custGeom>
              <a:avLst/>
              <a:gdLst>
                <a:gd name="T0" fmla="*/ 414 w 414"/>
                <a:gd name="T1" fmla="*/ 381 h 416"/>
                <a:gd name="T2" fmla="*/ 144 w 414"/>
                <a:gd name="T3" fmla="*/ 379 h 416"/>
                <a:gd name="T4" fmla="*/ 55 w 414"/>
                <a:gd name="T5" fmla="*/ 0 h 416"/>
                <a:gd name="T6" fmla="*/ 139 w 414"/>
                <a:gd name="T7" fmla="*/ 212 h 416"/>
                <a:gd name="T8" fmla="*/ 414 w 414"/>
                <a:gd name="T9" fmla="*/ 381 h 416"/>
              </a:gdLst>
              <a:ahLst/>
              <a:cxnLst>
                <a:cxn ang="0">
                  <a:pos x="T0" y="T1"/>
                </a:cxn>
                <a:cxn ang="0">
                  <a:pos x="T2" y="T3"/>
                </a:cxn>
                <a:cxn ang="0">
                  <a:pos x="T4" y="T5"/>
                </a:cxn>
                <a:cxn ang="0">
                  <a:pos x="T6" y="T7"/>
                </a:cxn>
                <a:cxn ang="0">
                  <a:pos x="T8" y="T9"/>
                </a:cxn>
              </a:cxnLst>
              <a:rect l="0" t="0" r="r" b="b"/>
              <a:pathLst>
                <a:path w="414" h="416">
                  <a:moveTo>
                    <a:pt x="414" y="381"/>
                  </a:moveTo>
                  <a:cubicBezTo>
                    <a:pt x="414" y="381"/>
                    <a:pt x="239" y="416"/>
                    <a:pt x="144" y="379"/>
                  </a:cubicBezTo>
                  <a:cubicBezTo>
                    <a:pt x="0" y="325"/>
                    <a:pt x="55" y="0"/>
                    <a:pt x="55" y="0"/>
                  </a:cubicBezTo>
                  <a:cubicBezTo>
                    <a:pt x="55" y="0"/>
                    <a:pt x="75" y="134"/>
                    <a:pt x="139" y="212"/>
                  </a:cubicBezTo>
                  <a:cubicBezTo>
                    <a:pt x="270" y="371"/>
                    <a:pt x="414" y="381"/>
                    <a:pt x="414" y="381"/>
                  </a:cubicBezTo>
                  <a:close/>
                </a:path>
              </a:pathLst>
            </a:custGeom>
            <a:solidFill>
              <a:srgbClr val="EA98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0" name="组合 19"/>
          <p:cNvGrpSpPr/>
          <p:nvPr/>
        </p:nvGrpSpPr>
        <p:grpSpPr>
          <a:xfrm>
            <a:off x="10704256" y="5229739"/>
            <a:ext cx="1537195" cy="1537195"/>
            <a:chOff x="9651311" y="3123084"/>
            <a:chExt cx="3235325" cy="3235324"/>
          </a:xfrm>
        </p:grpSpPr>
        <p:sp>
          <p:nvSpPr>
            <p:cNvPr id="45" name="Freeform 248"/>
            <p:cNvSpPr>
              <a:spLocks/>
            </p:cNvSpPr>
            <p:nvPr/>
          </p:nvSpPr>
          <p:spPr bwMode="auto">
            <a:xfrm>
              <a:off x="9779898" y="4342284"/>
              <a:ext cx="746125" cy="1622425"/>
            </a:xfrm>
            <a:custGeom>
              <a:avLst/>
              <a:gdLst>
                <a:gd name="T0" fmla="*/ 199 w 199"/>
                <a:gd name="T1" fmla="*/ 432 h 432"/>
                <a:gd name="T2" fmla="*/ 53 w 199"/>
                <a:gd name="T3" fmla="*/ 308 h 432"/>
                <a:gd name="T4" fmla="*/ 172 w 199"/>
                <a:gd name="T5" fmla="*/ 0 h 432"/>
                <a:gd name="T6" fmla="*/ 145 w 199"/>
                <a:gd name="T7" fmla="*/ 250 h 432"/>
                <a:gd name="T8" fmla="*/ 199 w 199"/>
                <a:gd name="T9" fmla="*/ 432 h 432"/>
              </a:gdLst>
              <a:ahLst/>
              <a:cxnLst>
                <a:cxn ang="0">
                  <a:pos x="T0" y="T1"/>
                </a:cxn>
                <a:cxn ang="0">
                  <a:pos x="T2" y="T3"/>
                </a:cxn>
                <a:cxn ang="0">
                  <a:pos x="T4" y="T5"/>
                </a:cxn>
                <a:cxn ang="0">
                  <a:pos x="T6" y="T7"/>
                </a:cxn>
                <a:cxn ang="0">
                  <a:pos x="T8" y="T9"/>
                </a:cxn>
              </a:cxnLst>
              <a:rect l="0" t="0" r="r" b="b"/>
              <a:pathLst>
                <a:path w="199" h="432">
                  <a:moveTo>
                    <a:pt x="199" y="432"/>
                  </a:moveTo>
                  <a:cubicBezTo>
                    <a:pt x="199" y="432"/>
                    <a:pt x="96" y="415"/>
                    <a:pt x="53" y="308"/>
                  </a:cubicBezTo>
                  <a:cubicBezTo>
                    <a:pt x="0" y="178"/>
                    <a:pt x="172" y="0"/>
                    <a:pt x="172" y="0"/>
                  </a:cubicBezTo>
                  <a:cubicBezTo>
                    <a:pt x="172" y="0"/>
                    <a:pt x="132" y="154"/>
                    <a:pt x="145" y="250"/>
                  </a:cubicBezTo>
                  <a:cubicBezTo>
                    <a:pt x="158" y="356"/>
                    <a:pt x="199" y="432"/>
                    <a:pt x="199" y="432"/>
                  </a:cubicBezTo>
                  <a:close/>
                </a:path>
              </a:pathLst>
            </a:custGeom>
            <a:solidFill>
              <a:srgbClr val="DA4D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249"/>
            <p:cNvSpPr>
              <a:spLocks/>
            </p:cNvSpPr>
            <p:nvPr/>
          </p:nvSpPr>
          <p:spPr bwMode="auto">
            <a:xfrm>
              <a:off x="9651311" y="3861271"/>
              <a:ext cx="1303338" cy="1220787"/>
            </a:xfrm>
            <a:custGeom>
              <a:avLst/>
              <a:gdLst>
                <a:gd name="T0" fmla="*/ 60 w 347"/>
                <a:gd name="T1" fmla="*/ 325 h 325"/>
                <a:gd name="T2" fmla="*/ 45 w 347"/>
                <a:gd name="T3" fmla="*/ 134 h 325"/>
                <a:gd name="T4" fmla="*/ 347 w 347"/>
                <a:gd name="T5" fmla="*/ 0 h 325"/>
                <a:gd name="T6" fmla="*/ 151 w 347"/>
                <a:gd name="T7" fmla="*/ 158 h 325"/>
                <a:gd name="T8" fmla="*/ 60 w 347"/>
                <a:gd name="T9" fmla="*/ 325 h 325"/>
              </a:gdLst>
              <a:ahLst/>
              <a:cxnLst>
                <a:cxn ang="0">
                  <a:pos x="T0" y="T1"/>
                </a:cxn>
                <a:cxn ang="0">
                  <a:pos x="T2" y="T3"/>
                </a:cxn>
                <a:cxn ang="0">
                  <a:pos x="T4" y="T5"/>
                </a:cxn>
                <a:cxn ang="0">
                  <a:pos x="T6" y="T7"/>
                </a:cxn>
                <a:cxn ang="0">
                  <a:pos x="T8" y="T9"/>
                </a:cxn>
              </a:cxnLst>
              <a:rect l="0" t="0" r="r" b="b"/>
              <a:pathLst>
                <a:path w="347" h="325">
                  <a:moveTo>
                    <a:pt x="60" y="325"/>
                  </a:moveTo>
                  <a:cubicBezTo>
                    <a:pt x="60" y="325"/>
                    <a:pt x="0" y="240"/>
                    <a:pt x="45" y="134"/>
                  </a:cubicBezTo>
                  <a:cubicBezTo>
                    <a:pt x="100" y="5"/>
                    <a:pt x="347" y="0"/>
                    <a:pt x="347" y="0"/>
                  </a:cubicBezTo>
                  <a:cubicBezTo>
                    <a:pt x="347" y="0"/>
                    <a:pt x="210" y="81"/>
                    <a:pt x="151" y="158"/>
                  </a:cubicBezTo>
                  <a:cubicBezTo>
                    <a:pt x="86" y="242"/>
                    <a:pt x="60" y="325"/>
                    <a:pt x="60" y="325"/>
                  </a:cubicBezTo>
                  <a:close/>
                </a:path>
              </a:pathLst>
            </a:custGeom>
            <a:solidFill>
              <a:srgbClr val="8F58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250"/>
            <p:cNvSpPr>
              <a:spLocks/>
            </p:cNvSpPr>
            <p:nvPr/>
          </p:nvSpPr>
          <p:spPr bwMode="auto">
            <a:xfrm>
              <a:off x="10045011" y="3253259"/>
              <a:ext cx="1622425" cy="744537"/>
            </a:xfrm>
            <a:custGeom>
              <a:avLst/>
              <a:gdLst>
                <a:gd name="T0" fmla="*/ 0 w 432"/>
                <a:gd name="T1" fmla="*/ 198 h 198"/>
                <a:gd name="T2" fmla="*/ 123 w 432"/>
                <a:gd name="T3" fmla="*/ 52 h 198"/>
                <a:gd name="T4" fmla="*/ 432 w 432"/>
                <a:gd name="T5" fmla="*/ 171 h 198"/>
                <a:gd name="T6" fmla="*/ 182 w 432"/>
                <a:gd name="T7" fmla="*/ 144 h 198"/>
                <a:gd name="T8" fmla="*/ 0 w 432"/>
                <a:gd name="T9" fmla="*/ 198 h 198"/>
              </a:gdLst>
              <a:ahLst/>
              <a:cxnLst>
                <a:cxn ang="0">
                  <a:pos x="T0" y="T1"/>
                </a:cxn>
                <a:cxn ang="0">
                  <a:pos x="T2" y="T3"/>
                </a:cxn>
                <a:cxn ang="0">
                  <a:pos x="T4" y="T5"/>
                </a:cxn>
                <a:cxn ang="0">
                  <a:pos x="T6" y="T7"/>
                </a:cxn>
                <a:cxn ang="0">
                  <a:pos x="T8" y="T9"/>
                </a:cxn>
              </a:cxnLst>
              <a:rect l="0" t="0" r="r" b="b"/>
              <a:pathLst>
                <a:path w="432" h="198">
                  <a:moveTo>
                    <a:pt x="0" y="198"/>
                  </a:moveTo>
                  <a:cubicBezTo>
                    <a:pt x="0" y="198"/>
                    <a:pt x="17" y="96"/>
                    <a:pt x="123" y="52"/>
                  </a:cubicBezTo>
                  <a:cubicBezTo>
                    <a:pt x="254" y="0"/>
                    <a:pt x="432" y="171"/>
                    <a:pt x="432" y="171"/>
                  </a:cubicBezTo>
                  <a:cubicBezTo>
                    <a:pt x="432" y="171"/>
                    <a:pt x="278" y="131"/>
                    <a:pt x="182" y="144"/>
                  </a:cubicBezTo>
                  <a:cubicBezTo>
                    <a:pt x="76" y="158"/>
                    <a:pt x="0" y="198"/>
                    <a:pt x="0" y="198"/>
                  </a:cubicBezTo>
                  <a:close/>
                </a:path>
              </a:pathLst>
            </a:custGeom>
            <a:solidFill>
              <a:srgbClr val="3A8F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251"/>
            <p:cNvSpPr>
              <a:spLocks/>
            </p:cNvSpPr>
            <p:nvPr/>
          </p:nvSpPr>
          <p:spPr bwMode="auto">
            <a:xfrm>
              <a:off x="10927661" y="3123084"/>
              <a:ext cx="1219200" cy="1301750"/>
            </a:xfrm>
            <a:custGeom>
              <a:avLst/>
              <a:gdLst>
                <a:gd name="T0" fmla="*/ 0 w 325"/>
                <a:gd name="T1" fmla="*/ 61 h 347"/>
                <a:gd name="T2" fmla="*/ 191 w 325"/>
                <a:gd name="T3" fmla="*/ 45 h 347"/>
                <a:gd name="T4" fmla="*/ 325 w 325"/>
                <a:gd name="T5" fmla="*/ 347 h 347"/>
                <a:gd name="T6" fmla="*/ 167 w 325"/>
                <a:gd name="T7" fmla="*/ 151 h 347"/>
                <a:gd name="T8" fmla="*/ 0 w 325"/>
                <a:gd name="T9" fmla="*/ 61 h 347"/>
              </a:gdLst>
              <a:ahLst/>
              <a:cxnLst>
                <a:cxn ang="0">
                  <a:pos x="T0" y="T1"/>
                </a:cxn>
                <a:cxn ang="0">
                  <a:pos x="T2" y="T3"/>
                </a:cxn>
                <a:cxn ang="0">
                  <a:pos x="T4" y="T5"/>
                </a:cxn>
                <a:cxn ang="0">
                  <a:pos x="T6" y="T7"/>
                </a:cxn>
                <a:cxn ang="0">
                  <a:pos x="T8" y="T9"/>
                </a:cxn>
              </a:cxnLst>
              <a:rect l="0" t="0" r="r" b="b"/>
              <a:pathLst>
                <a:path w="325" h="347">
                  <a:moveTo>
                    <a:pt x="0" y="61"/>
                  </a:moveTo>
                  <a:cubicBezTo>
                    <a:pt x="0" y="61"/>
                    <a:pt x="85" y="0"/>
                    <a:pt x="191" y="45"/>
                  </a:cubicBezTo>
                  <a:cubicBezTo>
                    <a:pt x="320" y="100"/>
                    <a:pt x="325" y="347"/>
                    <a:pt x="325" y="347"/>
                  </a:cubicBezTo>
                  <a:cubicBezTo>
                    <a:pt x="325" y="347"/>
                    <a:pt x="244" y="210"/>
                    <a:pt x="167" y="151"/>
                  </a:cubicBezTo>
                  <a:cubicBezTo>
                    <a:pt x="83" y="86"/>
                    <a:pt x="0" y="61"/>
                    <a:pt x="0" y="61"/>
                  </a:cubicBezTo>
                  <a:close/>
                </a:path>
              </a:pathLst>
            </a:custGeom>
            <a:solidFill>
              <a:srgbClr val="4BB5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252"/>
            <p:cNvSpPr>
              <a:spLocks/>
            </p:cNvSpPr>
            <p:nvPr/>
          </p:nvSpPr>
          <p:spPr bwMode="auto">
            <a:xfrm>
              <a:off x="12008748" y="3516784"/>
              <a:ext cx="746125" cy="1620837"/>
            </a:xfrm>
            <a:custGeom>
              <a:avLst/>
              <a:gdLst>
                <a:gd name="T0" fmla="*/ 0 w 199"/>
                <a:gd name="T1" fmla="*/ 0 h 432"/>
                <a:gd name="T2" fmla="*/ 146 w 199"/>
                <a:gd name="T3" fmla="*/ 124 h 432"/>
                <a:gd name="T4" fmla="*/ 28 w 199"/>
                <a:gd name="T5" fmla="*/ 432 h 432"/>
                <a:gd name="T6" fmla="*/ 55 w 199"/>
                <a:gd name="T7" fmla="*/ 182 h 432"/>
                <a:gd name="T8" fmla="*/ 0 w 199"/>
                <a:gd name="T9" fmla="*/ 0 h 432"/>
              </a:gdLst>
              <a:ahLst/>
              <a:cxnLst>
                <a:cxn ang="0">
                  <a:pos x="T0" y="T1"/>
                </a:cxn>
                <a:cxn ang="0">
                  <a:pos x="T2" y="T3"/>
                </a:cxn>
                <a:cxn ang="0">
                  <a:pos x="T4" y="T5"/>
                </a:cxn>
                <a:cxn ang="0">
                  <a:pos x="T6" y="T7"/>
                </a:cxn>
                <a:cxn ang="0">
                  <a:pos x="T8" y="T9"/>
                </a:cxn>
              </a:cxnLst>
              <a:rect l="0" t="0" r="r" b="b"/>
              <a:pathLst>
                <a:path w="199" h="432">
                  <a:moveTo>
                    <a:pt x="0" y="0"/>
                  </a:moveTo>
                  <a:cubicBezTo>
                    <a:pt x="0" y="0"/>
                    <a:pt x="103" y="17"/>
                    <a:pt x="146" y="124"/>
                  </a:cubicBezTo>
                  <a:cubicBezTo>
                    <a:pt x="199" y="254"/>
                    <a:pt x="28" y="432"/>
                    <a:pt x="28" y="432"/>
                  </a:cubicBezTo>
                  <a:cubicBezTo>
                    <a:pt x="28" y="432"/>
                    <a:pt x="67" y="278"/>
                    <a:pt x="55" y="182"/>
                  </a:cubicBezTo>
                  <a:cubicBezTo>
                    <a:pt x="41" y="76"/>
                    <a:pt x="0" y="0"/>
                    <a:pt x="0" y="0"/>
                  </a:cubicBezTo>
                  <a:close/>
                </a:path>
              </a:pathLst>
            </a:custGeom>
            <a:solidFill>
              <a:srgbClr val="2199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253"/>
            <p:cNvSpPr>
              <a:spLocks/>
            </p:cNvSpPr>
            <p:nvPr/>
          </p:nvSpPr>
          <p:spPr bwMode="auto">
            <a:xfrm>
              <a:off x="11580123" y="4399434"/>
              <a:ext cx="1306513" cy="1219200"/>
            </a:xfrm>
            <a:custGeom>
              <a:avLst/>
              <a:gdLst>
                <a:gd name="T0" fmla="*/ 287 w 348"/>
                <a:gd name="T1" fmla="*/ 0 h 325"/>
                <a:gd name="T2" fmla="*/ 303 w 348"/>
                <a:gd name="T3" fmla="*/ 191 h 325"/>
                <a:gd name="T4" fmla="*/ 0 w 348"/>
                <a:gd name="T5" fmla="*/ 325 h 325"/>
                <a:gd name="T6" fmla="*/ 197 w 348"/>
                <a:gd name="T7" fmla="*/ 167 h 325"/>
                <a:gd name="T8" fmla="*/ 287 w 348"/>
                <a:gd name="T9" fmla="*/ 0 h 325"/>
              </a:gdLst>
              <a:ahLst/>
              <a:cxnLst>
                <a:cxn ang="0">
                  <a:pos x="T0" y="T1"/>
                </a:cxn>
                <a:cxn ang="0">
                  <a:pos x="T2" y="T3"/>
                </a:cxn>
                <a:cxn ang="0">
                  <a:pos x="T4" y="T5"/>
                </a:cxn>
                <a:cxn ang="0">
                  <a:pos x="T6" y="T7"/>
                </a:cxn>
                <a:cxn ang="0">
                  <a:pos x="T8" y="T9"/>
                </a:cxn>
              </a:cxnLst>
              <a:rect l="0" t="0" r="r" b="b"/>
              <a:pathLst>
                <a:path w="348" h="325">
                  <a:moveTo>
                    <a:pt x="287" y="0"/>
                  </a:moveTo>
                  <a:cubicBezTo>
                    <a:pt x="287" y="0"/>
                    <a:pt x="348" y="85"/>
                    <a:pt x="303" y="191"/>
                  </a:cubicBezTo>
                  <a:cubicBezTo>
                    <a:pt x="248" y="320"/>
                    <a:pt x="0" y="325"/>
                    <a:pt x="0" y="325"/>
                  </a:cubicBezTo>
                  <a:cubicBezTo>
                    <a:pt x="0" y="325"/>
                    <a:pt x="138" y="244"/>
                    <a:pt x="197" y="167"/>
                  </a:cubicBezTo>
                  <a:cubicBezTo>
                    <a:pt x="262" y="83"/>
                    <a:pt x="287" y="0"/>
                    <a:pt x="287" y="0"/>
                  </a:cubicBezTo>
                  <a:close/>
                </a:path>
              </a:pathLst>
            </a:custGeom>
            <a:solidFill>
              <a:srgbClr val="E7BE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254"/>
            <p:cNvSpPr>
              <a:spLocks/>
            </p:cNvSpPr>
            <p:nvPr/>
          </p:nvSpPr>
          <p:spPr bwMode="auto">
            <a:xfrm>
              <a:off x="10867336" y="5483696"/>
              <a:ext cx="1625600" cy="742950"/>
            </a:xfrm>
            <a:custGeom>
              <a:avLst/>
              <a:gdLst>
                <a:gd name="T0" fmla="*/ 433 w 433"/>
                <a:gd name="T1" fmla="*/ 0 h 198"/>
                <a:gd name="T2" fmla="*/ 309 w 433"/>
                <a:gd name="T3" fmla="*/ 146 h 198"/>
                <a:gd name="T4" fmla="*/ 0 w 433"/>
                <a:gd name="T5" fmla="*/ 27 h 198"/>
                <a:gd name="T6" fmla="*/ 251 w 433"/>
                <a:gd name="T7" fmla="*/ 54 h 198"/>
                <a:gd name="T8" fmla="*/ 433 w 433"/>
                <a:gd name="T9" fmla="*/ 0 h 198"/>
              </a:gdLst>
              <a:ahLst/>
              <a:cxnLst>
                <a:cxn ang="0">
                  <a:pos x="T0" y="T1"/>
                </a:cxn>
                <a:cxn ang="0">
                  <a:pos x="T2" y="T3"/>
                </a:cxn>
                <a:cxn ang="0">
                  <a:pos x="T4" y="T5"/>
                </a:cxn>
                <a:cxn ang="0">
                  <a:pos x="T6" y="T7"/>
                </a:cxn>
                <a:cxn ang="0">
                  <a:pos x="T8" y="T9"/>
                </a:cxn>
              </a:cxnLst>
              <a:rect l="0" t="0" r="r" b="b"/>
              <a:pathLst>
                <a:path w="433" h="198">
                  <a:moveTo>
                    <a:pt x="433" y="0"/>
                  </a:moveTo>
                  <a:cubicBezTo>
                    <a:pt x="433" y="0"/>
                    <a:pt x="416" y="102"/>
                    <a:pt x="309" y="146"/>
                  </a:cubicBezTo>
                  <a:cubicBezTo>
                    <a:pt x="179" y="198"/>
                    <a:pt x="0" y="27"/>
                    <a:pt x="0" y="27"/>
                  </a:cubicBezTo>
                  <a:cubicBezTo>
                    <a:pt x="0" y="27"/>
                    <a:pt x="155" y="67"/>
                    <a:pt x="251" y="54"/>
                  </a:cubicBezTo>
                  <a:cubicBezTo>
                    <a:pt x="356" y="40"/>
                    <a:pt x="433" y="0"/>
                    <a:pt x="433" y="0"/>
                  </a:cubicBezTo>
                  <a:close/>
                </a:path>
              </a:pathLst>
            </a:custGeom>
            <a:solidFill>
              <a:srgbClr val="EA98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255"/>
            <p:cNvSpPr>
              <a:spLocks/>
            </p:cNvSpPr>
            <p:nvPr/>
          </p:nvSpPr>
          <p:spPr bwMode="auto">
            <a:xfrm>
              <a:off x="10391086" y="5055071"/>
              <a:ext cx="1216025" cy="1303337"/>
            </a:xfrm>
            <a:custGeom>
              <a:avLst/>
              <a:gdLst>
                <a:gd name="T0" fmla="*/ 324 w 324"/>
                <a:gd name="T1" fmla="*/ 286 h 347"/>
                <a:gd name="T2" fmla="*/ 134 w 324"/>
                <a:gd name="T3" fmla="*/ 302 h 347"/>
                <a:gd name="T4" fmla="*/ 0 w 324"/>
                <a:gd name="T5" fmla="*/ 0 h 347"/>
                <a:gd name="T6" fmla="*/ 157 w 324"/>
                <a:gd name="T7" fmla="*/ 196 h 347"/>
                <a:gd name="T8" fmla="*/ 324 w 324"/>
                <a:gd name="T9" fmla="*/ 286 h 347"/>
              </a:gdLst>
              <a:ahLst/>
              <a:cxnLst>
                <a:cxn ang="0">
                  <a:pos x="T0" y="T1"/>
                </a:cxn>
                <a:cxn ang="0">
                  <a:pos x="T2" y="T3"/>
                </a:cxn>
                <a:cxn ang="0">
                  <a:pos x="T4" y="T5"/>
                </a:cxn>
                <a:cxn ang="0">
                  <a:pos x="T6" y="T7"/>
                </a:cxn>
                <a:cxn ang="0">
                  <a:pos x="T8" y="T9"/>
                </a:cxn>
              </a:cxnLst>
              <a:rect l="0" t="0" r="r" b="b"/>
              <a:pathLst>
                <a:path w="324" h="347">
                  <a:moveTo>
                    <a:pt x="324" y="286"/>
                  </a:moveTo>
                  <a:cubicBezTo>
                    <a:pt x="324" y="286"/>
                    <a:pt x="240" y="347"/>
                    <a:pt x="134" y="302"/>
                  </a:cubicBezTo>
                  <a:cubicBezTo>
                    <a:pt x="4" y="247"/>
                    <a:pt x="0" y="0"/>
                    <a:pt x="0" y="0"/>
                  </a:cubicBezTo>
                  <a:cubicBezTo>
                    <a:pt x="0" y="0"/>
                    <a:pt x="81" y="137"/>
                    <a:pt x="157" y="196"/>
                  </a:cubicBezTo>
                  <a:cubicBezTo>
                    <a:pt x="242" y="261"/>
                    <a:pt x="324" y="286"/>
                    <a:pt x="324" y="286"/>
                  </a:cubicBezTo>
                  <a:close/>
                </a:path>
              </a:pathLst>
            </a:custGeom>
            <a:solidFill>
              <a:srgbClr val="C954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 name="组合 20"/>
          <p:cNvGrpSpPr/>
          <p:nvPr/>
        </p:nvGrpSpPr>
        <p:grpSpPr>
          <a:xfrm>
            <a:off x="-1140" y="5228628"/>
            <a:ext cx="1538076" cy="1539417"/>
            <a:chOff x="3489812" y="172010"/>
            <a:chExt cx="3237179" cy="3240000"/>
          </a:xfrm>
        </p:grpSpPr>
        <p:sp>
          <p:nvSpPr>
            <p:cNvPr id="41" name="Freeform 6"/>
            <p:cNvSpPr>
              <a:spLocks/>
            </p:cNvSpPr>
            <p:nvPr/>
          </p:nvSpPr>
          <p:spPr bwMode="auto">
            <a:xfrm>
              <a:off x="3520857" y="172010"/>
              <a:ext cx="2191516" cy="1454895"/>
            </a:xfrm>
            <a:custGeom>
              <a:avLst/>
              <a:gdLst>
                <a:gd name="T0" fmla="*/ 121 w 657"/>
                <a:gd name="T1" fmla="*/ 436 h 436"/>
                <a:gd name="T2" fmla="*/ 159 w 657"/>
                <a:gd name="T3" fmla="*/ 112 h 436"/>
                <a:gd name="T4" fmla="*/ 657 w 657"/>
                <a:gd name="T5" fmla="*/ 249 h 436"/>
                <a:gd name="T6" fmla="*/ 304 w 657"/>
                <a:gd name="T7" fmla="*/ 234 h 436"/>
                <a:gd name="T8" fmla="*/ 121 w 657"/>
                <a:gd name="T9" fmla="*/ 436 h 436"/>
              </a:gdLst>
              <a:ahLst/>
              <a:cxnLst>
                <a:cxn ang="0">
                  <a:pos x="T0" y="T1"/>
                </a:cxn>
                <a:cxn ang="0">
                  <a:pos x="T2" y="T3"/>
                </a:cxn>
                <a:cxn ang="0">
                  <a:pos x="T4" y="T5"/>
                </a:cxn>
                <a:cxn ang="0">
                  <a:pos x="T6" y="T7"/>
                </a:cxn>
                <a:cxn ang="0">
                  <a:pos x="T8" y="T9"/>
                </a:cxn>
              </a:cxnLst>
              <a:rect l="0" t="0" r="r" b="b"/>
              <a:pathLst>
                <a:path w="657" h="436">
                  <a:moveTo>
                    <a:pt x="121" y="436"/>
                  </a:moveTo>
                  <a:cubicBezTo>
                    <a:pt x="121" y="436"/>
                    <a:pt x="0" y="202"/>
                    <a:pt x="159" y="112"/>
                  </a:cubicBezTo>
                  <a:cubicBezTo>
                    <a:pt x="353" y="0"/>
                    <a:pt x="657" y="249"/>
                    <a:pt x="657" y="249"/>
                  </a:cubicBezTo>
                  <a:cubicBezTo>
                    <a:pt x="657" y="249"/>
                    <a:pt x="475" y="167"/>
                    <a:pt x="304" y="234"/>
                  </a:cubicBezTo>
                  <a:cubicBezTo>
                    <a:pt x="185" y="281"/>
                    <a:pt x="121" y="436"/>
                    <a:pt x="121" y="436"/>
                  </a:cubicBezTo>
                  <a:close/>
                </a:path>
              </a:pathLst>
            </a:custGeom>
            <a:solidFill>
              <a:srgbClr val="21998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2" name="Freeform 7"/>
            <p:cNvSpPr>
              <a:spLocks/>
            </p:cNvSpPr>
            <p:nvPr/>
          </p:nvSpPr>
          <p:spPr bwMode="auto">
            <a:xfrm>
              <a:off x="5272095" y="201645"/>
              <a:ext cx="1454896" cy="2191515"/>
            </a:xfrm>
            <a:custGeom>
              <a:avLst/>
              <a:gdLst>
                <a:gd name="T0" fmla="*/ 0 w 436"/>
                <a:gd name="T1" fmla="*/ 121 h 657"/>
                <a:gd name="T2" fmla="*/ 325 w 436"/>
                <a:gd name="T3" fmla="*/ 159 h 657"/>
                <a:gd name="T4" fmla="*/ 187 w 436"/>
                <a:gd name="T5" fmla="*/ 657 h 657"/>
                <a:gd name="T6" fmla="*/ 202 w 436"/>
                <a:gd name="T7" fmla="*/ 305 h 657"/>
                <a:gd name="T8" fmla="*/ 0 w 436"/>
                <a:gd name="T9" fmla="*/ 121 h 657"/>
              </a:gdLst>
              <a:ahLst/>
              <a:cxnLst>
                <a:cxn ang="0">
                  <a:pos x="T0" y="T1"/>
                </a:cxn>
                <a:cxn ang="0">
                  <a:pos x="T2" y="T3"/>
                </a:cxn>
                <a:cxn ang="0">
                  <a:pos x="T4" y="T5"/>
                </a:cxn>
                <a:cxn ang="0">
                  <a:pos x="T6" y="T7"/>
                </a:cxn>
                <a:cxn ang="0">
                  <a:pos x="T8" y="T9"/>
                </a:cxn>
              </a:cxnLst>
              <a:rect l="0" t="0" r="r" b="b"/>
              <a:pathLst>
                <a:path w="436" h="657">
                  <a:moveTo>
                    <a:pt x="0" y="121"/>
                  </a:moveTo>
                  <a:cubicBezTo>
                    <a:pt x="0" y="121"/>
                    <a:pt x="234" y="0"/>
                    <a:pt x="325" y="159"/>
                  </a:cubicBezTo>
                  <a:cubicBezTo>
                    <a:pt x="436" y="353"/>
                    <a:pt x="187" y="657"/>
                    <a:pt x="187" y="657"/>
                  </a:cubicBezTo>
                  <a:cubicBezTo>
                    <a:pt x="187" y="657"/>
                    <a:pt x="269" y="475"/>
                    <a:pt x="202" y="305"/>
                  </a:cubicBezTo>
                  <a:cubicBezTo>
                    <a:pt x="156" y="186"/>
                    <a:pt x="0" y="121"/>
                    <a:pt x="0" y="121"/>
                  </a:cubicBezTo>
                  <a:close/>
                </a:path>
              </a:pathLst>
            </a:custGeom>
            <a:solidFill>
              <a:srgbClr val="8F58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8"/>
            <p:cNvSpPr>
              <a:spLocks/>
            </p:cNvSpPr>
            <p:nvPr/>
          </p:nvSpPr>
          <p:spPr bwMode="auto">
            <a:xfrm>
              <a:off x="4504429" y="1957115"/>
              <a:ext cx="2192927" cy="1454895"/>
            </a:xfrm>
            <a:custGeom>
              <a:avLst/>
              <a:gdLst>
                <a:gd name="T0" fmla="*/ 536 w 657"/>
                <a:gd name="T1" fmla="*/ 0 h 436"/>
                <a:gd name="T2" fmla="*/ 499 w 657"/>
                <a:gd name="T3" fmla="*/ 324 h 436"/>
                <a:gd name="T4" fmla="*/ 0 w 657"/>
                <a:gd name="T5" fmla="*/ 187 h 436"/>
                <a:gd name="T6" fmla="*/ 353 w 657"/>
                <a:gd name="T7" fmla="*/ 202 h 436"/>
                <a:gd name="T8" fmla="*/ 536 w 657"/>
                <a:gd name="T9" fmla="*/ 0 h 436"/>
              </a:gdLst>
              <a:ahLst/>
              <a:cxnLst>
                <a:cxn ang="0">
                  <a:pos x="T0" y="T1"/>
                </a:cxn>
                <a:cxn ang="0">
                  <a:pos x="T2" y="T3"/>
                </a:cxn>
                <a:cxn ang="0">
                  <a:pos x="T4" y="T5"/>
                </a:cxn>
                <a:cxn ang="0">
                  <a:pos x="T6" y="T7"/>
                </a:cxn>
                <a:cxn ang="0">
                  <a:pos x="T8" y="T9"/>
                </a:cxn>
              </a:cxnLst>
              <a:rect l="0" t="0" r="r" b="b"/>
              <a:pathLst>
                <a:path w="657" h="436">
                  <a:moveTo>
                    <a:pt x="536" y="0"/>
                  </a:moveTo>
                  <a:cubicBezTo>
                    <a:pt x="536" y="0"/>
                    <a:pt x="657" y="234"/>
                    <a:pt x="499" y="324"/>
                  </a:cubicBezTo>
                  <a:cubicBezTo>
                    <a:pt x="305" y="436"/>
                    <a:pt x="0" y="187"/>
                    <a:pt x="0" y="187"/>
                  </a:cubicBezTo>
                  <a:cubicBezTo>
                    <a:pt x="0" y="187"/>
                    <a:pt x="183" y="269"/>
                    <a:pt x="353" y="202"/>
                  </a:cubicBezTo>
                  <a:cubicBezTo>
                    <a:pt x="472" y="155"/>
                    <a:pt x="536" y="0"/>
                    <a:pt x="536" y="0"/>
                  </a:cubicBezTo>
                </a:path>
              </a:pathLst>
            </a:custGeom>
            <a:solidFill>
              <a:srgbClr val="EA981E"/>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4" name="Freeform 9"/>
            <p:cNvSpPr>
              <a:spLocks/>
            </p:cNvSpPr>
            <p:nvPr/>
          </p:nvSpPr>
          <p:spPr bwMode="auto">
            <a:xfrm>
              <a:off x="3489812" y="1189449"/>
              <a:ext cx="1454896" cy="2191515"/>
            </a:xfrm>
            <a:custGeom>
              <a:avLst/>
              <a:gdLst>
                <a:gd name="T0" fmla="*/ 436 w 436"/>
                <a:gd name="T1" fmla="*/ 536 h 657"/>
                <a:gd name="T2" fmla="*/ 111 w 436"/>
                <a:gd name="T3" fmla="*/ 498 h 657"/>
                <a:gd name="T4" fmla="*/ 249 w 436"/>
                <a:gd name="T5" fmla="*/ 0 h 657"/>
                <a:gd name="T6" fmla="*/ 234 w 436"/>
                <a:gd name="T7" fmla="*/ 352 h 657"/>
                <a:gd name="T8" fmla="*/ 436 w 436"/>
                <a:gd name="T9" fmla="*/ 536 h 657"/>
              </a:gdLst>
              <a:ahLst/>
              <a:cxnLst>
                <a:cxn ang="0">
                  <a:pos x="T0" y="T1"/>
                </a:cxn>
                <a:cxn ang="0">
                  <a:pos x="T2" y="T3"/>
                </a:cxn>
                <a:cxn ang="0">
                  <a:pos x="T4" y="T5"/>
                </a:cxn>
                <a:cxn ang="0">
                  <a:pos x="T6" y="T7"/>
                </a:cxn>
                <a:cxn ang="0">
                  <a:pos x="T8" y="T9"/>
                </a:cxn>
              </a:cxnLst>
              <a:rect l="0" t="0" r="r" b="b"/>
              <a:pathLst>
                <a:path w="436" h="657">
                  <a:moveTo>
                    <a:pt x="436" y="536"/>
                  </a:moveTo>
                  <a:cubicBezTo>
                    <a:pt x="436" y="536"/>
                    <a:pt x="202" y="657"/>
                    <a:pt x="111" y="498"/>
                  </a:cubicBezTo>
                  <a:cubicBezTo>
                    <a:pt x="0" y="304"/>
                    <a:pt x="249" y="0"/>
                    <a:pt x="249" y="0"/>
                  </a:cubicBezTo>
                  <a:cubicBezTo>
                    <a:pt x="249" y="0"/>
                    <a:pt x="167" y="182"/>
                    <a:pt x="234" y="352"/>
                  </a:cubicBezTo>
                  <a:cubicBezTo>
                    <a:pt x="281" y="471"/>
                    <a:pt x="436" y="536"/>
                    <a:pt x="436" y="536"/>
                  </a:cubicBezTo>
                  <a:close/>
                </a:path>
              </a:pathLst>
            </a:custGeom>
            <a:solidFill>
              <a:srgbClr val="DA4D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2" name="组合 21"/>
          <p:cNvGrpSpPr/>
          <p:nvPr/>
        </p:nvGrpSpPr>
        <p:grpSpPr>
          <a:xfrm>
            <a:off x="1528095" y="5223327"/>
            <a:ext cx="1553035" cy="1550018"/>
            <a:chOff x="6768132" y="-203202"/>
            <a:chExt cx="3268663" cy="3262312"/>
          </a:xfrm>
        </p:grpSpPr>
        <p:sp>
          <p:nvSpPr>
            <p:cNvPr id="36" name="Freeform 114"/>
            <p:cNvSpPr>
              <a:spLocks/>
            </p:cNvSpPr>
            <p:nvPr/>
          </p:nvSpPr>
          <p:spPr bwMode="auto">
            <a:xfrm>
              <a:off x="6768132" y="266698"/>
              <a:ext cx="1779588" cy="1485900"/>
            </a:xfrm>
            <a:custGeom>
              <a:avLst/>
              <a:gdLst>
                <a:gd name="T0" fmla="*/ 126 w 474"/>
                <a:gd name="T1" fmla="*/ 396 h 396"/>
                <a:gd name="T2" fmla="*/ 75 w 474"/>
                <a:gd name="T3" fmla="*/ 153 h 396"/>
                <a:gd name="T4" fmla="*/ 474 w 474"/>
                <a:gd name="T5" fmla="*/ 73 h 396"/>
                <a:gd name="T6" fmla="*/ 225 w 474"/>
                <a:gd name="T7" fmla="*/ 182 h 396"/>
                <a:gd name="T8" fmla="*/ 126 w 474"/>
                <a:gd name="T9" fmla="*/ 396 h 396"/>
              </a:gdLst>
              <a:ahLst/>
              <a:cxnLst>
                <a:cxn ang="0">
                  <a:pos x="T0" y="T1"/>
                </a:cxn>
                <a:cxn ang="0">
                  <a:pos x="T2" y="T3"/>
                </a:cxn>
                <a:cxn ang="0">
                  <a:pos x="T4" y="T5"/>
                </a:cxn>
                <a:cxn ang="0">
                  <a:pos x="T6" y="T7"/>
                </a:cxn>
                <a:cxn ang="0">
                  <a:pos x="T8" y="T9"/>
                </a:cxn>
              </a:cxnLst>
              <a:rect l="0" t="0" r="r" b="b"/>
              <a:pathLst>
                <a:path w="474" h="396">
                  <a:moveTo>
                    <a:pt x="126" y="396"/>
                  </a:moveTo>
                  <a:cubicBezTo>
                    <a:pt x="126" y="396"/>
                    <a:pt x="0" y="278"/>
                    <a:pt x="75" y="153"/>
                  </a:cubicBezTo>
                  <a:cubicBezTo>
                    <a:pt x="168" y="0"/>
                    <a:pt x="474" y="73"/>
                    <a:pt x="474" y="73"/>
                  </a:cubicBezTo>
                  <a:cubicBezTo>
                    <a:pt x="474" y="73"/>
                    <a:pt x="318" y="69"/>
                    <a:pt x="225" y="182"/>
                  </a:cubicBezTo>
                  <a:cubicBezTo>
                    <a:pt x="160" y="261"/>
                    <a:pt x="126" y="396"/>
                    <a:pt x="126" y="396"/>
                  </a:cubicBezTo>
                  <a:close/>
                </a:path>
              </a:pathLst>
            </a:custGeom>
            <a:solidFill>
              <a:srgbClr val="21998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7" name="Freeform 115"/>
            <p:cNvSpPr>
              <a:spLocks/>
            </p:cNvSpPr>
            <p:nvPr/>
          </p:nvSpPr>
          <p:spPr bwMode="auto">
            <a:xfrm>
              <a:off x="7811120" y="-203202"/>
              <a:ext cx="1557338" cy="1460500"/>
            </a:xfrm>
            <a:custGeom>
              <a:avLst/>
              <a:gdLst>
                <a:gd name="T0" fmla="*/ 0 w 415"/>
                <a:gd name="T1" fmla="*/ 157 h 389"/>
                <a:gd name="T2" fmla="*/ 216 w 415"/>
                <a:gd name="T3" fmla="*/ 34 h 389"/>
                <a:gd name="T4" fmla="*/ 415 w 415"/>
                <a:gd name="T5" fmla="*/ 389 h 389"/>
                <a:gd name="T6" fmla="*/ 234 w 415"/>
                <a:gd name="T7" fmla="*/ 185 h 389"/>
                <a:gd name="T8" fmla="*/ 0 w 415"/>
                <a:gd name="T9" fmla="*/ 157 h 389"/>
              </a:gdLst>
              <a:ahLst/>
              <a:cxnLst>
                <a:cxn ang="0">
                  <a:pos x="T0" y="T1"/>
                </a:cxn>
                <a:cxn ang="0">
                  <a:pos x="T2" y="T3"/>
                </a:cxn>
                <a:cxn ang="0">
                  <a:pos x="T4" y="T5"/>
                </a:cxn>
                <a:cxn ang="0">
                  <a:pos x="T6" y="T7"/>
                </a:cxn>
                <a:cxn ang="0">
                  <a:pos x="T8" y="T9"/>
                </a:cxn>
              </a:cxnLst>
              <a:rect l="0" t="0" r="r" b="b"/>
              <a:pathLst>
                <a:path w="415" h="389">
                  <a:moveTo>
                    <a:pt x="0" y="157"/>
                  </a:moveTo>
                  <a:cubicBezTo>
                    <a:pt x="0" y="157"/>
                    <a:pt x="74" y="0"/>
                    <a:pt x="216" y="34"/>
                  </a:cubicBezTo>
                  <a:cubicBezTo>
                    <a:pt x="390" y="74"/>
                    <a:pt x="415" y="389"/>
                    <a:pt x="415" y="389"/>
                  </a:cubicBezTo>
                  <a:cubicBezTo>
                    <a:pt x="415" y="389"/>
                    <a:pt x="370" y="238"/>
                    <a:pt x="234" y="185"/>
                  </a:cubicBezTo>
                  <a:cubicBezTo>
                    <a:pt x="139" y="147"/>
                    <a:pt x="0" y="157"/>
                    <a:pt x="0" y="157"/>
                  </a:cubicBezTo>
                  <a:close/>
                </a:path>
              </a:pathLst>
            </a:custGeom>
            <a:solidFill>
              <a:srgbClr val="8F58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116"/>
            <p:cNvSpPr>
              <a:spLocks/>
            </p:cNvSpPr>
            <p:nvPr/>
          </p:nvSpPr>
          <p:spPr bwMode="auto">
            <a:xfrm>
              <a:off x="8944595" y="511173"/>
              <a:ext cx="1092200" cy="1744662"/>
            </a:xfrm>
            <a:custGeom>
              <a:avLst/>
              <a:gdLst>
                <a:gd name="T0" fmla="*/ 91 w 291"/>
                <a:gd name="T1" fmla="*/ 0 h 465"/>
                <a:gd name="T2" fmla="*/ 276 w 291"/>
                <a:gd name="T3" fmla="*/ 166 h 465"/>
                <a:gd name="T4" fmla="*/ 0 w 291"/>
                <a:gd name="T5" fmla="*/ 465 h 465"/>
                <a:gd name="T6" fmla="*/ 138 w 291"/>
                <a:gd name="T7" fmla="*/ 231 h 465"/>
                <a:gd name="T8" fmla="*/ 91 w 291"/>
                <a:gd name="T9" fmla="*/ 0 h 465"/>
              </a:gdLst>
              <a:ahLst/>
              <a:cxnLst>
                <a:cxn ang="0">
                  <a:pos x="T0" y="T1"/>
                </a:cxn>
                <a:cxn ang="0">
                  <a:pos x="T2" y="T3"/>
                </a:cxn>
                <a:cxn ang="0">
                  <a:pos x="T4" y="T5"/>
                </a:cxn>
                <a:cxn ang="0">
                  <a:pos x="T6" y="T7"/>
                </a:cxn>
                <a:cxn ang="0">
                  <a:pos x="T8" y="T9"/>
                </a:cxn>
              </a:cxnLst>
              <a:rect l="0" t="0" r="r" b="b"/>
              <a:pathLst>
                <a:path w="291" h="465">
                  <a:moveTo>
                    <a:pt x="91" y="0"/>
                  </a:moveTo>
                  <a:cubicBezTo>
                    <a:pt x="91" y="0"/>
                    <a:pt x="263" y="21"/>
                    <a:pt x="276" y="166"/>
                  </a:cubicBezTo>
                  <a:cubicBezTo>
                    <a:pt x="291" y="344"/>
                    <a:pt x="0" y="465"/>
                    <a:pt x="0" y="465"/>
                  </a:cubicBezTo>
                  <a:cubicBezTo>
                    <a:pt x="0" y="465"/>
                    <a:pt x="129" y="376"/>
                    <a:pt x="138" y="231"/>
                  </a:cubicBezTo>
                  <a:cubicBezTo>
                    <a:pt x="144" y="129"/>
                    <a:pt x="91" y="0"/>
                    <a:pt x="91" y="0"/>
                  </a:cubicBezTo>
                  <a:close/>
                </a:path>
              </a:pathLst>
            </a:custGeom>
            <a:solidFill>
              <a:srgbClr val="3A8F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117"/>
            <p:cNvSpPr>
              <a:spLocks/>
            </p:cNvSpPr>
            <p:nvPr/>
          </p:nvSpPr>
          <p:spPr bwMode="auto">
            <a:xfrm>
              <a:off x="7860332" y="1947860"/>
              <a:ext cx="1890713" cy="1111250"/>
            </a:xfrm>
            <a:custGeom>
              <a:avLst/>
              <a:gdLst>
                <a:gd name="T0" fmla="*/ 471 w 504"/>
                <a:gd name="T1" fmla="*/ 0 h 296"/>
                <a:gd name="T2" fmla="*/ 369 w 504"/>
                <a:gd name="T3" fmla="*/ 227 h 296"/>
                <a:gd name="T4" fmla="*/ 0 w 504"/>
                <a:gd name="T5" fmla="*/ 57 h 296"/>
                <a:gd name="T6" fmla="*/ 266 w 504"/>
                <a:gd name="T7" fmla="*/ 116 h 296"/>
                <a:gd name="T8" fmla="*/ 471 w 504"/>
                <a:gd name="T9" fmla="*/ 0 h 296"/>
              </a:gdLst>
              <a:ahLst/>
              <a:cxnLst>
                <a:cxn ang="0">
                  <a:pos x="T0" y="T1"/>
                </a:cxn>
                <a:cxn ang="0">
                  <a:pos x="T2" y="T3"/>
                </a:cxn>
                <a:cxn ang="0">
                  <a:pos x="T4" y="T5"/>
                </a:cxn>
                <a:cxn ang="0">
                  <a:pos x="T6" y="T7"/>
                </a:cxn>
                <a:cxn ang="0">
                  <a:pos x="T8" y="T9"/>
                </a:cxn>
              </a:cxnLst>
              <a:rect l="0" t="0" r="r" b="b"/>
              <a:pathLst>
                <a:path w="504" h="296">
                  <a:moveTo>
                    <a:pt x="471" y="0"/>
                  </a:moveTo>
                  <a:cubicBezTo>
                    <a:pt x="471" y="0"/>
                    <a:pt x="504" y="170"/>
                    <a:pt x="369" y="227"/>
                  </a:cubicBezTo>
                  <a:cubicBezTo>
                    <a:pt x="205" y="296"/>
                    <a:pt x="0" y="57"/>
                    <a:pt x="0" y="57"/>
                  </a:cubicBezTo>
                  <a:cubicBezTo>
                    <a:pt x="0" y="57"/>
                    <a:pt x="124" y="152"/>
                    <a:pt x="266" y="116"/>
                  </a:cubicBezTo>
                  <a:cubicBezTo>
                    <a:pt x="365" y="90"/>
                    <a:pt x="471" y="0"/>
                    <a:pt x="471" y="0"/>
                  </a:cubicBezTo>
                  <a:close/>
                </a:path>
              </a:pathLst>
            </a:custGeom>
            <a:solidFill>
              <a:srgbClr val="EA981E"/>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0" name="Freeform 118"/>
            <p:cNvSpPr>
              <a:spLocks/>
            </p:cNvSpPr>
            <p:nvPr/>
          </p:nvSpPr>
          <p:spPr bwMode="auto">
            <a:xfrm>
              <a:off x="6996732" y="1100135"/>
              <a:ext cx="1366838" cy="1933575"/>
            </a:xfrm>
            <a:custGeom>
              <a:avLst/>
              <a:gdLst>
                <a:gd name="T0" fmla="*/ 364 w 364"/>
                <a:gd name="T1" fmla="*/ 431 h 515"/>
                <a:gd name="T2" fmla="*/ 117 w 364"/>
                <a:gd name="T3" fmla="*/ 404 h 515"/>
                <a:gd name="T4" fmla="*/ 165 w 364"/>
                <a:gd name="T5" fmla="*/ 0 h 515"/>
                <a:gd name="T6" fmla="*/ 191 w 364"/>
                <a:gd name="T7" fmla="*/ 271 h 515"/>
                <a:gd name="T8" fmla="*/ 364 w 364"/>
                <a:gd name="T9" fmla="*/ 431 h 515"/>
              </a:gdLst>
              <a:ahLst/>
              <a:cxnLst>
                <a:cxn ang="0">
                  <a:pos x="T0" y="T1"/>
                </a:cxn>
                <a:cxn ang="0">
                  <a:pos x="T2" y="T3"/>
                </a:cxn>
                <a:cxn ang="0">
                  <a:pos x="T4" y="T5"/>
                </a:cxn>
                <a:cxn ang="0">
                  <a:pos x="T6" y="T7"/>
                </a:cxn>
                <a:cxn ang="0">
                  <a:pos x="T8" y="T9"/>
                </a:cxn>
              </a:cxnLst>
              <a:rect l="0" t="0" r="r" b="b"/>
              <a:pathLst>
                <a:path w="364" h="515">
                  <a:moveTo>
                    <a:pt x="364" y="431"/>
                  </a:moveTo>
                  <a:cubicBezTo>
                    <a:pt x="364" y="431"/>
                    <a:pt x="213" y="515"/>
                    <a:pt x="117" y="404"/>
                  </a:cubicBezTo>
                  <a:cubicBezTo>
                    <a:pt x="0" y="269"/>
                    <a:pt x="165" y="0"/>
                    <a:pt x="165" y="0"/>
                  </a:cubicBezTo>
                  <a:cubicBezTo>
                    <a:pt x="165" y="0"/>
                    <a:pt x="113" y="148"/>
                    <a:pt x="191" y="271"/>
                  </a:cubicBezTo>
                  <a:cubicBezTo>
                    <a:pt x="246" y="358"/>
                    <a:pt x="364" y="431"/>
                    <a:pt x="364" y="431"/>
                  </a:cubicBezTo>
                </a:path>
              </a:pathLst>
            </a:custGeom>
            <a:solidFill>
              <a:srgbClr val="DA4D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3" name="组合 22"/>
          <p:cNvGrpSpPr/>
          <p:nvPr/>
        </p:nvGrpSpPr>
        <p:grpSpPr>
          <a:xfrm>
            <a:off x="3072290" y="5219933"/>
            <a:ext cx="1605080" cy="1556806"/>
            <a:chOff x="10000282" y="-56027"/>
            <a:chExt cx="3378201" cy="3276600"/>
          </a:xfrm>
        </p:grpSpPr>
        <p:sp>
          <p:nvSpPr>
            <p:cNvPr id="31" name="Freeform 575"/>
            <p:cNvSpPr>
              <a:spLocks/>
            </p:cNvSpPr>
            <p:nvPr/>
          </p:nvSpPr>
          <p:spPr bwMode="auto">
            <a:xfrm>
              <a:off x="10000282" y="518648"/>
              <a:ext cx="1558925" cy="1898650"/>
            </a:xfrm>
            <a:custGeom>
              <a:avLst/>
              <a:gdLst>
                <a:gd name="T0" fmla="*/ 138 w 415"/>
                <a:gd name="T1" fmla="*/ 506 h 506"/>
                <a:gd name="T2" fmla="*/ 33 w 415"/>
                <a:gd name="T3" fmla="*/ 204 h 506"/>
                <a:gd name="T4" fmla="*/ 415 w 415"/>
                <a:gd name="T5" fmla="*/ 26 h 506"/>
                <a:gd name="T6" fmla="*/ 200 w 415"/>
                <a:gd name="T7" fmla="*/ 183 h 506"/>
                <a:gd name="T8" fmla="*/ 138 w 415"/>
                <a:gd name="T9" fmla="*/ 506 h 506"/>
              </a:gdLst>
              <a:ahLst/>
              <a:cxnLst>
                <a:cxn ang="0">
                  <a:pos x="T0" y="T1"/>
                </a:cxn>
                <a:cxn ang="0">
                  <a:pos x="T2" y="T3"/>
                </a:cxn>
                <a:cxn ang="0">
                  <a:pos x="T4" y="T5"/>
                </a:cxn>
                <a:cxn ang="0">
                  <a:pos x="T6" y="T7"/>
                </a:cxn>
                <a:cxn ang="0">
                  <a:pos x="T8" y="T9"/>
                </a:cxn>
              </a:cxnLst>
              <a:rect l="0" t="0" r="r" b="b"/>
              <a:pathLst>
                <a:path w="415" h="506">
                  <a:moveTo>
                    <a:pt x="138" y="506"/>
                  </a:moveTo>
                  <a:cubicBezTo>
                    <a:pt x="138" y="506"/>
                    <a:pt x="0" y="346"/>
                    <a:pt x="33" y="204"/>
                  </a:cubicBezTo>
                  <a:cubicBezTo>
                    <a:pt x="81" y="0"/>
                    <a:pt x="415" y="26"/>
                    <a:pt x="415" y="26"/>
                  </a:cubicBezTo>
                  <a:cubicBezTo>
                    <a:pt x="415" y="26"/>
                    <a:pt x="247" y="114"/>
                    <a:pt x="200" y="183"/>
                  </a:cubicBezTo>
                  <a:cubicBezTo>
                    <a:pt x="103" y="325"/>
                    <a:pt x="138" y="506"/>
                    <a:pt x="138" y="506"/>
                  </a:cubicBezTo>
                  <a:close/>
                </a:path>
              </a:pathLst>
            </a:custGeom>
            <a:solidFill>
              <a:srgbClr val="4C53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576"/>
            <p:cNvSpPr>
              <a:spLocks/>
            </p:cNvSpPr>
            <p:nvPr/>
          </p:nvSpPr>
          <p:spPr bwMode="auto">
            <a:xfrm>
              <a:off x="10492407" y="-56027"/>
              <a:ext cx="2038350" cy="1223963"/>
            </a:xfrm>
            <a:custGeom>
              <a:avLst/>
              <a:gdLst>
                <a:gd name="T0" fmla="*/ 0 w 543"/>
                <a:gd name="T1" fmla="*/ 211 h 326"/>
                <a:gd name="T2" fmla="*/ 256 w 543"/>
                <a:gd name="T3" fmla="*/ 18 h 326"/>
                <a:gd name="T4" fmla="*/ 543 w 543"/>
                <a:gd name="T5" fmla="*/ 326 h 326"/>
                <a:gd name="T6" fmla="*/ 327 w 543"/>
                <a:gd name="T7" fmla="*/ 170 h 326"/>
                <a:gd name="T8" fmla="*/ 0 w 543"/>
                <a:gd name="T9" fmla="*/ 211 h 326"/>
              </a:gdLst>
              <a:ahLst/>
              <a:cxnLst>
                <a:cxn ang="0">
                  <a:pos x="T0" y="T1"/>
                </a:cxn>
                <a:cxn ang="0">
                  <a:pos x="T2" y="T3"/>
                </a:cxn>
                <a:cxn ang="0">
                  <a:pos x="T4" y="T5"/>
                </a:cxn>
                <a:cxn ang="0">
                  <a:pos x="T6" y="T7"/>
                </a:cxn>
                <a:cxn ang="0">
                  <a:pos x="T8" y="T9"/>
                </a:cxn>
              </a:cxnLst>
              <a:rect l="0" t="0" r="r" b="b"/>
              <a:pathLst>
                <a:path w="543" h="326">
                  <a:moveTo>
                    <a:pt x="0" y="211"/>
                  </a:moveTo>
                  <a:cubicBezTo>
                    <a:pt x="0" y="211"/>
                    <a:pt x="111" y="30"/>
                    <a:pt x="256" y="18"/>
                  </a:cubicBezTo>
                  <a:cubicBezTo>
                    <a:pt x="464" y="0"/>
                    <a:pt x="543" y="326"/>
                    <a:pt x="543" y="326"/>
                  </a:cubicBezTo>
                  <a:cubicBezTo>
                    <a:pt x="543" y="326"/>
                    <a:pt x="408" y="194"/>
                    <a:pt x="327" y="170"/>
                  </a:cubicBezTo>
                  <a:cubicBezTo>
                    <a:pt x="162" y="122"/>
                    <a:pt x="0" y="211"/>
                    <a:pt x="0" y="211"/>
                  </a:cubicBezTo>
                  <a:close/>
                </a:path>
              </a:pathLst>
            </a:custGeom>
            <a:solidFill>
              <a:srgbClr val="4BB5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577"/>
            <p:cNvSpPr>
              <a:spLocks/>
            </p:cNvSpPr>
            <p:nvPr/>
          </p:nvSpPr>
          <p:spPr bwMode="auto">
            <a:xfrm>
              <a:off x="12087845" y="191623"/>
              <a:ext cx="1290638" cy="2071688"/>
            </a:xfrm>
            <a:custGeom>
              <a:avLst/>
              <a:gdLst>
                <a:gd name="T0" fmla="*/ 0 w 344"/>
                <a:gd name="T1" fmla="*/ 0 h 552"/>
                <a:gd name="T2" fmla="*/ 263 w 344"/>
                <a:gd name="T3" fmla="*/ 184 h 552"/>
                <a:gd name="T4" fmla="*/ 58 w 344"/>
                <a:gd name="T5" fmla="*/ 552 h 552"/>
                <a:gd name="T6" fmla="*/ 140 w 344"/>
                <a:gd name="T7" fmla="*/ 299 h 552"/>
                <a:gd name="T8" fmla="*/ 0 w 344"/>
                <a:gd name="T9" fmla="*/ 0 h 552"/>
              </a:gdLst>
              <a:ahLst/>
              <a:cxnLst>
                <a:cxn ang="0">
                  <a:pos x="T0" y="T1"/>
                </a:cxn>
                <a:cxn ang="0">
                  <a:pos x="T2" y="T3"/>
                </a:cxn>
                <a:cxn ang="0">
                  <a:pos x="T4" y="T5"/>
                </a:cxn>
                <a:cxn ang="0">
                  <a:pos x="T6" y="T7"/>
                </a:cxn>
                <a:cxn ang="0">
                  <a:pos x="T8" y="T9"/>
                </a:cxn>
              </a:cxnLst>
              <a:rect l="0" t="0" r="r" b="b"/>
              <a:pathLst>
                <a:path w="344" h="552">
                  <a:moveTo>
                    <a:pt x="0" y="0"/>
                  </a:moveTo>
                  <a:cubicBezTo>
                    <a:pt x="0" y="0"/>
                    <a:pt x="206" y="49"/>
                    <a:pt x="263" y="184"/>
                  </a:cubicBezTo>
                  <a:cubicBezTo>
                    <a:pt x="344" y="376"/>
                    <a:pt x="58" y="552"/>
                    <a:pt x="58" y="552"/>
                  </a:cubicBezTo>
                  <a:cubicBezTo>
                    <a:pt x="58" y="552"/>
                    <a:pt x="142" y="382"/>
                    <a:pt x="140" y="299"/>
                  </a:cubicBezTo>
                  <a:cubicBezTo>
                    <a:pt x="135" y="126"/>
                    <a:pt x="0" y="0"/>
                    <a:pt x="0" y="0"/>
                  </a:cubicBezTo>
                  <a:close/>
                </a:path>
              </a:pathLst>
            </a:custGeom>
            <a:solidFill>
              <a:srgbClr val="2199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578"/>
            <p:cNvSpPr>
              <a:spLocks/>
            </p:cNvSpPr>
            <p:nvPr/>
          </p:nvSpPr>
          <p:spPr bwMode="auto">
            <a:xfrm>
              <a:off x="11194082" y="1539411"/>
              <a:ext cx="1966913" cy="1662113"/>
            </a:xfrm>
            <a:custGeom>
              <a:avLst/>
              <a:gdLst>
                <a:gd name="T0" fmla="*/ 507 w 524"/>
                <a:gd name="T1" fmla="*/ 0 h 443"/>
                <a:gd name="T2" fmla="*/ 414 w 524"/>
                <a:gd name="T3" fmla="*/ 307 h 443"/>
                <a:gd name="T4" fmla="*/ 0 w 524"/>
                <a:gd name="T5" fmla="*/ 226 h 443"/>
                <a:gd name="T6" fmla="*/ 266 w 524"/>
                <a:gd name="T7" fmla="*/ 226 h 443"/>
                <a:gd name="T8" fmla="*/ 507 w 524"/>
                <a:gd name="T9" fmla="*/ 0 h 443"/>
              </a:gdLst>
              <a:ahLst/>
              <a:cxnLst>
                <a:cxn ang="0">
                  <a:pos x="T0" y="T1"/>
                </a:cxn>
                <a:cxn ang="0">
                  <a:pos x="T2" y="T3"/>
                </a:cxn>
                <a:cxn ang="0">
                  <a:pos x="T4" y="T5"/>
                </a:cxn>
                <a:cxn ang="0">
                  <a:pos x="T6" y="T7"/>
                </a:cxn>
                <a:cxn ang="0">
                  <a:pos x="T8" y="T9"/>
                </a:cxn>
              </a:cxnLst>
              <a:rect l="0" t="0" r="r" b="b"/>
              <a:pathLst>
                <a:path w="524" h="443">
                  <a:moveTo>
                    <a:pt x="507" y="0"/>
                  </a:moveTo>
                  <a:cubicBezTo>
                    <a:pt x="507" y="0"/>
                    <a:pt x="524" y="211"/>
                    <a:pt x="414" y="307"/>
                  </a:cubicBezTo>
                  <a:cubicBezTo>
                    <a:pt x="256" y="443"/>
                    <a:pt x="0" y="226"/>
                    <a:pt x="0" y="226"/>
                  </a:cubicBezTo>
                  <a:cubicBezTo>
                    <a:pt x="0" y="226"/>
                    <a:pt x="187" y="254"/>
                    <a:pt x="266" y="226"/>
                  </a:cubicBezTo>
                  <a:cubicBezTo>
                    <a:pt x="429" y="168"/>
                    <a:pt x="507" y="0"/>
                    <a:pt x="507" y="0"/>
                  </a:cubicBezTo>
                  <a:close/>
                </a:path>
              </a:pathLst>
            </a:custGeom>
            <a:solidFill>
              <a:srgbClr val="C954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579"/>
            <p:cNvSpPr>
              <a:spLocks/>
            </p:cNvSpPr>
            <p:nvPr/>
          </p:nvSpPr>
          <p:spPr bwMode="auto">
            <a:xfrm>
              <a:off x="10252695" y="1369548"/>
              <a:ext cx="1873250" cy="1851025"/>
            </a:xfrm>
            <a:custGeom>
              <a:avLst/>
              <a:gdLst>
                <a:gd name="T0" fmla="*/ 499 w 499"/>
                <a:gd name="T1" fmla="*/ 412 h 493"/>
                <a:gd name="T2" fmla="*/ 179 w 499"/>
                <a:gd name="T3" fmla="*/ 418 h 493"/>
                <a:gd name="T4" fmla="*/ 128 w 499"/>
                <a:gd name="T5" fmla="*/ 0 h 493"/>
                <a:gd name="T6" fmla="*/ 211 w 499"/>
                <a:gd name="T7" fmla="*/ 253 h 493"/>
                <a:gd name="T8" fmla="*/ 499 w 499"/>
                <a:gd name="T9" fmla="*/ 412 h 493"/>
              </a:gdLst>
              <a:ahLst/>
              <a:cxnLst>
                <a:cxn ang="0">
                  <a:pos x="T0" y="T1"/>
                </a:cxn>
                <a:cxn ang="0">
                  <a:pos x="T2" y="T3"/>
                </a:cxn>
                <a:cxn ang="0">
                  <a:pos x="T4" y="T5"/>
                </a:cxn>
                <a:cxn ang="0">
                  <a:pos x="T6" y="T7"/>
                </a:cxn>
                <a:cxn ang="0">
                  <a:pos x="T8" y="T9"/>
                </a:cxn>
              </a:cxnLst>
              <a:rect l="0" t="0" r="r" b="b"/>
              <a:pathLst>
                <a:path w="499" h="493">
                  <a:moveTo>
                    <a:pt x="499" y="412"/>
                  </a:moveTo>
                  <a:cubicBezTo>
                    <a:pt x="499" y="412"/>
                    <a:pt x="304" y="493"/>
                    <a:pt x="179" y="418"/>
                  </a:cubicBezTo>
                  <a:cubicBezTo>
                    <a:pt x="0" y="310"/>
                    <a:pt x="128" y="0"/>
                    <a:pt x="128" y="0"/>
                  </a:cubicBezTo>
                  <a:cubicBezTo>
                    <a:pt x="128" y="0"/>
                    <a:pt x="160" y="186"/>
                    <a:pt x="211" y="253"/>
                  </a:cubicBezTo>
                  <a:cubicBezTo>
                    <a:pt x="316" y="389"/>
                    <a:pt x="499" y="412"/>
                    <a:pt x="499" y="412"/>
                  </a:cubicBezTo>
                </a:path>
              </a:pathLst>
            </a:custGeom>
            <a:solidFill>
              <a:srgbClr val="DA4D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4" name="组合 23"/>
          <p:cNvGrpSpPr/>
          <p:nvPr/>
        </p:nvGrpSpPr>
        <p:grpSpPr>
          <a:xfrm>
            <a:off x="6177272" y="5208242"/>
            <a:ext cx="1503253" cy="1580189"/>
            <a:chOff x="2919548" y="3532187"/>
            <a:chExt cx="3163888" cy="3325813"/>
          </a:xfrm>
        </p:grpSpPr>
        <p:sp>
          <p:nvSpPr>
            <p:cNvPr id="25" name="Freeform 712"/>
            <p:cNvSpPr>
              <a:spLocks/>
            </p:cNvSpPr>
            <p:nvPr/>
          </p:nvSpPr>
          <p:spPr bwMode="auto">
            <a:xfrm>
              <a:off x="2919548" y="4425950"/>
              <a:ext cx="1001713" cy="1744663"/>
            </a:xfrm>
            <a:custGeom>
              <a:avLst/>
              <a:gdLst>
                <a:gd name="T0" fmla="*/ 167 w 267"/>
                <a:gd name="T1" fmla="*/ 465 h 465"/>
                <a:gd name="T2" fmla="*/ 20 w 267"/>
                <a:gd name="T3" fmla="*/ 289 h 465"/>
                <a:gd name="T4" fmla="*/ 267 w 267"/>
                <a:gd name="T5" fmla="*/ 0 h 465"/>
                <a:gd name="T6" fmla="*/ 143 w 267"/>
                <a:gd name="T7" fmla="*/ 250 h 465"/>
                <a:gd name="T8" fmla="*/ 167 w 267"/>
                <a:gd name="T9" fmla="*/ 465 h 465"/>
              </a:gdLst>
              <a:ahLst/>
              <a:cxnLst>
                <a:cxn ang="0">
                  <a:pos x="T0" y="T1"/>
                </a:cxn>
                <a:cxn ang="0">
                  <a:pos x="T2" y="T3"/>
                </a:cxn>
                <a:cxn ang="0">
                  <a:pos x="T4" y="T5"/>
                </a:cxn>
                <a:cxn ang="0">
                  <a:pos x="T6" y="T7"/>
                </a:cxn>
                <a:cxn ang="0">
                  <a:pos x="T8" y="T9"/>
                </a:cxn>
              </a:cxnLst>
              <a:rect l="0" t="0" r="r" b="b"/>
              <a:pathLst>
                <a:path w="267" h="465">
                  <a:moveTo>
                    <a:pt x="167" y="465"/>
                  </a:moveTo>
                  <a:cubicBezTo>
                    <a:pt x="167" y="465"/>
                    <a:pt x="37" y="424"/>
                    <a:pt x="20" y="289"/>
                  </a:cubicBezTo>
                  <a:cubicBezTo>
                    <a:pt x="0" y="123"/>
                    <a:pt x="267" y="0"/>
                    <a:pt x="267" y="0"/>
                  </a:cubicBezTo>
                  <a:cubicBezTo>
                    <a:pt x="267" y="0"/>
                    <a:pt x="158" y="136"/>
                    <a:pt x="143" y="250"/>
                  </a:cubicBezTo>
                  <a:cubicBezTo>
                    <a:pt x="126" y="376"/>
                    <a:pt x="167" y="465"/>
                    <a:pt x="167" y="465"/>
                  </a:cubicBezTo>
                  <a:close/>
                </a:path>
              </a:pathLst>
            </a:custGeom>
            <a:solidFill>
              <a:srgbClr val="C954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713"/>
            <p:cNvSpPr>
              <a:spLocks/>
            </p:cNvSpPr>
            <p:nvPr/>
          </p:nvSpPr>
          <p:spPr bwMode="auto">
            <a:xfrm>
              <a:off x="3065598" y="3671887"/>
              <a:ext cx="1812925" cy="1185863"/>
            </a:xfrm>
            <a:custGeom>
              <a:avLst/>
              <a:gdLst>
                <a:gd name="T0" fmla="*/ 30 w 483"/>
                <a:gd name="T1" fmla="*/ 316 h 316"/>
                <a:gd name="T2" fmla="*/ 109 w 483"/>
                <a:gd name="T3" fmla="*/ 100 h 316"/>
                <a:gd name="T4" fmla="*/ 483 w 483"/>
                <a:gd name="T5" fmla="*/ 170 h 316"/>
                <a:gd name="T6" fmla="*/ 204 w 483"/>
                <a:gd name="T7" fmla="*/ 187 h 316"/>
                <a:gd name="T8" fmla="*/ 30 w 483"/>
                <a:gd name="T9" fmla="*/ 316 h 316"/>
              </a:gdLst>
              <a:ahLst/>
              <a:cxnLst>
                <a:cxn ang="0">
                  <a:pos x="T0" y="T1"/>
                </a:cxn>
                <a:cxn ang="0">
                  <a:pos x="T2" y="T3"/>
                </a:cxn>
                <a:cxn ang="0">
                  <a:pos x="T4" y="T5"/>
                </a:cxn>
                <a:cxn ang="0">
                  <a:pos x="T6" y="T7"/>
                </a:cxn>
                <a:cxn ang="0">
                  <a:pos x="T8" y="T9"/>
                </a:cxn>
              </a:cxnLst>
              <a:rect l="0" t="0" r="r" b="b"/>
              <a:pathLst>
                <a:path w="483" h="316">
                  <a:moveTo>
                    <a:pt x="30" y="316"/>
                  </a:moveTo>
                  <a:cubicBezTo>
                    <a:pt x="30" y="316"/>
                    <a:pt x="0" y="183"/>
                    <a:pt x="109" y="100"/>
                  </a:cubicBezTo>
                  <a:cubicBezTo>
                    <a:pt x="243" y="0"/>
                    <a:pt x="483" y="170"/>
                    <a:pt x="483" y="170"/>
                  </a:cubicBezTo>
                  <a:cubicBezTo>
                    <a:pt x="483" y="170"/>
                    <a:pt x="310" y="143"/>
                    <a:pt x="204" y="187"/>
                  </a:cubicBezTo>
                  <a:cubicBezTo>
                    <a:pt x="87" y="235"/>
                    <a:pt x="30" y="316"/>
                    <a:pt x="30" y="316"/>
                  </a:cubicBezTo>
                  <a:close/>
                </a:path>
              </a:pathLst>
            </a:custGeom>
            <a:solidFill>
              <a:srgbClr val="DA4D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714"/>
            <p:cNvSpPr>
              <a:spLocks/>
            </p:cNvSpPr>
            <p:nvPr/>
          </p:nvSpPr>
          <p:spPr bwMode="auto">
            <a:xfrm>
              <a:off x="4130811" y="3532187"/>
              <a:ext cx="1427163" cy="1546225"/>
            </a:xfrm>
            <a:custGeom>
              <a:avLst/>
              <a:gdLst>
                <a:gd name="T0" fmla="*/ 0 w 380"/>
                <a:gd name="T1" fmla="*/ 92 h 412"/>
                <a:gd name="T2" fmla="*/ 227 w 380"/>
                <a:gd name="T3" fmla="*/ 53 h 412"/>
                <a:gd name="T4" fmla="*/ 354 w 380"/>
                <a:gd name="T5" fmla="*/ 412 h 412"/>
                <a:gd name="T6" fmla="*/ 199 w 380"/>
                <a:gd name="T7" fmla="*/ 179 h 412"/>
                <a:gd name="T8" fmla="*/ 0 w 380"/>
                <a:gd name="T9" fmla="*/ 92 h 412"/>
              </a:gdLst>
              <a:ahLst/>
              <a:cxnLst>
                <a:cxn ang="0">
                  <a:pos x="T0" y="T1"/>
                </a:cxn>
                <a:cxn ang="0">
                  <a:pos x="T2" y="T3"/>
                </a:cxn>
                <a:cxn ang="0">
                  <a:pos x="T4" y="T5"/>
                </a:cxn>
                <a:cxn ang="0">
                  <a:pos x="T6" y="T7"/>
                </a:cxn>
                <a:cxn ang="0">
                  <a:pos x="T8" y="T9"/>
                </a:cxn>
              </a:cxnLst>
              <a:rect l="0" t="0" r="r" b="b"/>
              <a:pathLst>
                <a:path w="380" h="412">
                  <a:moveTo>
                    <a:pt x="0" y="92"/>
                  </a:moveTo>
                  <a:cubicBezTo>
                    <a:pt x="0" y="92"/>
                    <a:pt x="101" y="0"/>
                    <a:pt x="227" y="53"/>
                  </a:cubicBezTo>
                  <a:cubicBezTo>
                    <a:pt x="380" y="119"/>
                    <a:pt x="354" y="412"/>
                    <a:pt x="354" y="412"/>
                  </a:cubicBezTo>
                  <a:cubicBezTo>
                    <a:pt x="354" y="412"/>
                    <a:pt x="290" y="249"/>
                    <a:pt x="199" y="179"/>
                  </a:cubicBezTo>
                  <a:cubicBezTo>
                    <a:pt x="99" y="102"/>
                    <a:pt x="0" y="92"/>
                    <a:pt x="0" y="92"/>
                  </a:cubicBezTo>
                  <a:close/>
                </a:path>
              </a:pathLst>
            </a:custGeom>
            <a:solidFill>
              <a:srgbClr val="4BB5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715"/>
            <p:cNvSpPr>
              <a:spLocks/>
            </p:cNvSpPr>
            <p:nvPr/>
          </p:nvSpPr>
          <p:spPr bwMode="auto">
            <a:xfrm>
              <a:off x="5081723" y="4219575"/>
              <a:ext cx="1001713" cy="1744663"/>
            </a:xfrm>
            <a:custGeom>
              <a:avLst/>
              <a:gdLst>
                <a:gd name="T0" fmla="*/ 100 w 267"/>
                <a:gd name="T1" fmla="*/ 0 h 465"/>
                <a:gd name="T2" fmla="*/ 247 w 267"/>
                <a:gd name="T3" fmla="*/ 176 h 465"/>
                <a:gd name="T4" fmla="*/ 0 w 267"/>
                <a:gd name="T5" fmla="*/ 465 h 465"/>
                <a:gd name="T6" fmla="*/ 124 w 267"/>
                <a:gd name="T7" fmla="*/ 215 h 465"/>
                <a:gd name="T8" fmla="*/ 100 w 267"/>
                <a:gd name="T9" fmla="*/ 0 h 465"/>
              </a:gdLst>
              <a:ahLst/>
              <a:cxnLst>
                <a:cxn ang="0">
                  <a:pos x="T0" y="T1"/>
                </a:cxn>
                <a:cxn ang="0">
                  <a:pos x="T2" y="T3"/>
                </a:cxn>
                <a:cxn ang="0">
                  <a:pos x="T4" y="T5"/>
                </a:cxn>
                <a:cxn ang="0">
                  <a:pos x="T6" y="T7"/>
                </a:cxn>
                <a:cxn ang="0">
                  <a:pos x="T8" y="T9"/>
                </a:cxn>
              </a:cxnLst>
              <a:rect l="0" t="0" r="r" b="b"/>
              <a:pathLst>
                <a:path w="267" h="465">
                  <a:moveTo>
                    <a:pt x="100" y="0"/>
                  </a:moveTo>
                  <a:cubicBezTo>
                    <a:pt x="100" y="0"/>
                    <a:pt x="230" y="41"/>
                    <a:pt x="247" y="176"/>
                  </a:cubicBezTo>
                  <a:cubicBezTo>
                    <a:pt x="267" y="342"/>
                    <a:pt x="0" y="465"/>
                    <a:pt x="0" y="465"/>
                  </a:cubicBezTo>
                  <a:cubicBezTo>
                    <a:pt x="0" y="465"/>
                    <a:pt x="109" y="329"/>
                    <a:pt x="124" y="215"/>
                  </a:cubicBezTo>
                  <a:cubicBezTo>
                    <a:pt x="141" y="89"/>
                    <a:pt x="100" y="0"/>
                    <a:pt x="100" y="0"/>
                  </a:cubicBezTo>
                  <a:close/>
                </a:path>
              </a:pathLst>
            </a:custGeom>
            <a:solidFill>
              <a:srgbClr val="2199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716"/>
            <p:cNvSpPr>
              <a:spLocks/>
            </p:cNvSpPr>
            <p:nvPr/>
          </p:nvSpPr>
          <p:spPr bwMode="auto">
            <a:xfrm>
              <a:off x="4124461" y="5534025"/>
              <a:ext cx="1812925" cy="1185863"/>
            </a:xfrm>
            <a:custGeom>
              <a:avLst/>
              <a:gdLst>
                <a:gd name="T0" fmla="*/ 453 w 483"/>
                <a:gd name="T1" fmla="*/ 0 h 316"/>
                <a:gd name="T2" fmla="*/ 374 w 483"/>
                <a:gd name="T3" fmla="*/ 216 h 316"/>
                <a:gd name="T4" fmla="*/ 0 w 483"/>
                <a:gd name="T5" fmla="*/ 146 h 316"/>
                <a:gd name="T6" fmla="*/ 279 w 483"/>
                <a:gd name="T7" fmla="*/ 129 h 316"/>
                <a:gd name="T8" fmla="*/ 453 w 483"/>
                <a:gd name="T9" fmla="*/ 0 h 316"/>
              </a:gdLst>
              <a:ahLst/>
              <a:cxnLst>
                <a:cxn ang="0">
                  <a:pos x="T0" y="T1"/>
                </a:cxn>
                <a:cxn ang="0">
                  <a:pos x="T2" y="T3"/>
                </a:cxn>
                <a:cxn ang="0">
                  <a:pos x="T4" y="T5"/>
                </a:cxn>
                <a:cxn ang="0">
                  <a:pos x="T6" y="T7"/>
                </a:cxn>
                <a:cxn ang="0">
                  <a:pos x="T8" y="T9"/>
                </a:cxn>
              </a:cxnLst>
              <a:rect l="0" t="0" r="r" b="b"/>
              <a:pathLst>
                <a:path w="483" h="316">
                  <a:moveTo>
                    <a:pt x="453" y="0"/>
                  </a:moveTo>
                  <a:cubicBezTo>
                    <a:pt x="453" y="0"/>
                    <a:pt x="483" y="133"/>
                    <a:pt x="374" y="216"/>
                  </a:cubicBezTo>
                  <a:cubicBezTo>
                    <a:pt x="241" y="316"/>
                    <a:pt x="0" y="146"/>
                    <a:pt x="0" y="146"/>
                  </a:cubicBezTo>
                  <a:cubicBezTo>
                    <a:pt x="0" y="146"/>
                    <a:pt x="173" y="173"/>
                    <a:pt x="279" y="129"/>
                  </a:cubicBezTo>
                  <a:cubicBezTo>
                    <a:pt x="396" y="81"/>
                    <a:pt x="453" y="0"/>
                    <a:pt x="453" y="0"/>
                  </a:cubicBezTo>
                  <a:close/>
                </a:path>
              </a:pathLst>
            </a:custGeom>
            <a:solidFill>
              <a:srgbClr val="E7BE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717"/>
            <p:cNvSpPr>
              <a:spLocks/>
            </p:cNvSpPr>
            <p:nvPr/>
          </p:nvSpPr>
          <p:spPr bwMode="auto">
            <a:xfrm>
              <a:off x="3445011" y="5311775"/>
              <a:ext cx="1425575" cy="1546225"/>
            </a:xfrm>
            <a:custGeom>
              <a:avLst/>
              <a:gdLst>
                <a:gd name="T0" fmla="*/ 380 w 380"/>
                <a:gd name="T1" fmla="*/ 320 h 412"/>
                <a:gd name="T2" fmla="*/ 153 w 380"/>
                <a:gd name="T3" fmla="*/ 359 h 412"/>
                <a:gd name="T4" fmla="*/ 27 w 380"/>
                <a:gd name="T5" fmla="*/ 0 h 412"/>
                <a:gd name="T6" fmla="*/ 181 w 380"/>
                <a:gd name="T7" fmla="*/ 233 h 412"/>
                <a:gd name="T8" fmla="*/ 380 w 380"/>
                <a:gd name="T9" fmla="*/ 320 h 412"/>
              </a:gdLst>
              <a:ahLst/>
              <a:cxnLst>
                <a:cxn ang="0">
                  <a:pos x="T0" y="T1"/>
                </a:cxn>
                <a:cxn ang="0">
                  <a:pos x="T2" y="T3"/>
                </a:cxn>
                <a:cxn ang="0">
                  <a:pos x="T4" y="T5"/>
                </a:cxn>
                <a:cxn ang="0">
                  <a:pos x="T6" y="T7"/>
                </a:cxn>
                <a:cxn ang="0">
                  <a:pos x="T8" y="T9"/>
                </a:cxn>
              </a:cxnLst>
              <a:rect l="0" t="0" r="r" b="b"/>
              <a:pathLst>
                <a:path w="380" h="412">
                  <a:moveTo>
                    <a:pt x="380" y="320"/>
                  </a:moveTo>
                  <a:cubicBezTo>
                    <a:pt x="380" y="320"/>
                    <a:pt x="279" y="412"/>
                    <a:pt x="153" y="359"/>
                  </a:cubicBezTo>
                  <a:cubicBezTo>
                    <a:pt x="0" y="293"/>
                    <a:pt x="27" y="0"/>
                    <a:pt x="27" y="0"/>
                  </a:cubicBezTo>
                  <a:cubicBezTo>
                    <a:pt x="27" y="0"/>
                    <a:pt x="90" y="163"/>
                    <a:pt x="181" y="233"/>
                  </a:cubicBezTo>
                  <a:cubicBezTo>
                    <a:pt x="282" y="310"/>
                    <a:pt x="380" y="320"/>
                    <a:pt x="380" y="320"/>
                  </a:cubicBezTo>
                  <a:close/>
                </a:path>
              </a:pathLst>
            </a:custGeom>
            <a:solidFill>
              <a:srgbClr val="EA98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73" name="Freeform 43"/>
          <p:cNvSpPr>
            <a:spLocks noEditPoints="1"/>
          </p:cNvSpPr>
          <p:nvPr/>
        </p:nvSpPr>
        <p:spPr bwMode="auto">
          <a:xfrm>
            <a:off x="5544497" y="2227219"/>
            <a:ext cx="1100044" cy="906499"/>
          </a:xfrm>
          <a:custGeom>
            <a:avLst/>
            <a:gdLst>
              <a:gd name="T0" fmla="*/ 427 w 471"/>
              <a:gd name="T1" fmla="*/ 128 h 388"/>
              <a:gd name="T2" fmla="*/ 401 w 471"/>
              <a:gd name="T3" fmla="*/ 155 h 388"/>
              <a:gd name="T4" fmla="*/ 427 w 471"/>
              <a:gd name="T5" fmla="*/ 181 h 388"/>
              <a:gd name="T6" fmla="*/ 454 w 471"/>
              <a:gd name="T7" fmla="*/ 155 h 388"/>
              <a:gd name="T8" fmla="*/ 427 w 471"/>
              <a:gd name="T9" fmla="*/ 128 h 388"/>
              <a:gd name="T10" fmla="*/ 44 w 471"/>
              <a:gd name="T11" fmla="*/ 128 h 388"/>
              <a:gd name="T12" fmla="*/ 18 w 471"/>
              <a:gd name="T13" fmla="*/ 155 h 388"/>
              <a:gd name="T14" fmla="*/ 44 w 471"/>
              <a:gd name="T15" fmla="*/ 181 h 388"/>
              <a:gd name="T16" fmla="*/ 71 w 471"/>
              <a:gd name="T17" fmla="*/ 155 h 388"/>
              <a:gd name="T18" fmla="*/ 44 w 471"/>
              <a:gd name="T19" fmla="*/ 128 h 388"/>
              <a:gd name="T20" fmla="*/ 348 w 471"/>
              <a:gd name="T21" fmla="*/ 80 h 388"/>
              <a:gd name="T22" fmla="*/ 309 w 471"/>
              <a:gd name="T23" fmla="*/ 119 h 388"/>
              <a:gd name="T24" fmla="*/ 348 w 471"/>
              <a:gd name="T25" fmla="*/ 159 h 388"/>
              <a:gd name="T26" fmla="*/ 388 w 471"/>
              <a:gd name="T27" fmla="*/ 119 h 388"/>
              <a:gd name="T28" fmla="*/ 348 w 471"/>
              <a:gd name="T29" fmla="*/ 80 h 388"/>
              <a:gd name="T30" fmla="*/ 471 w 471"/>
              <a:gd name="T31" fmla="*/ 321 h 388"/>
              <a:gd name="T32" fmla="*/ 426 w 471"/>
              <a:gd name="T33" fmla="*/ 321 h 388"/>
              <a:gd name="T34" fmla="*/ 426 w 471"/>
              <a:gd name="T35" fmla="*/ 238 h 388"/>
              <a:gd name="T36" fmla="*/ 415 w 471"/>
              <a:gd name="T37" fmla="*/ 198 h 388"/>
              <a:gd name="T38" fmla="*/ 427 w 471"/>
              <a:gd name="T39" fmla="*/ 197 h 388"/>
              <a:gd name="T40" fmla="*/ 471 w 471"/>
              <a:gd name="T41" fmla="*/ 240 h 388"/>
              <a:gd name="T42" fmla="*/ 471 w 471"/>
              <a:gd name="T43" fmla="*/ 321 h 388"/>
              <a:gd name="T44" fmla="*/ 124 w 471"/>
              <a:gd name="T45" fmla="*/ 80 h 388"/>
              <a:gd name="T46" fmla="*/ 84 w 471"/>
              <a:gd name="T47" fmla="*/ 119 h 388"/>
              <a:gd name="T48" fmla="*/ 124 w 471"/>
              <a:gd name="T49" fmla="*/ 159 h 388"/>
              <a:gd name="T50" fmla="*/ 163 w 471"/>
              <a:gd name="T51" fmla="*/ 119 h 388"/>
              <a:gd name="T52" fmla="*/ 124 w 471"/>
              <a:gd name="T53" fmla="*/ 80 h 388"/>
              <a:gd name="T54" fmla="*/ 44 w 471"/>
              <a:gd name="T55" fmla="*/ 197 h 388"/>
              <a:gd name="T56" fmla="*/ 57 w 471"/>
              <a:gd name="T57" fmla="*/ 198 h 388"/>
              <a:gd name="T58" fmla="*/ 46 w 471"/>
              <a:gd name="T59" fmla="*/ 238 h 388"/>
              <a:gd name="T60" fmla="*/ 46 w 471"/>
              <a:gd name="T61" fmla="*/ 321 h 388"/>
              <a:gd name="T62" fmla="*/ 0 w 471"/>
              <a:gd name="T63" fmla="*/ 321 h 388"/>
              <a:gd name="T64" fmla="*/ 0 w 471"/>
              <a:gd name="T65" fmla="*/ 240 h 388"/>
              <a:gd name="T66" fmla="*/ 44 w 471"/>
              <a:gd name="T67" fmla="*/ 197 h 388"/>
              <a:gd name="T68" fmla="*/ 236 w 471"/>
              <a:gd name="T69" fmla="*/ 0 h 388"/>
              <a:gd name="T70" fmla="*/ 177 w 471"/>
              <a:gd name="T71" fmla="*/ 59 h 388"/>
              <a:gd name="T72" fmla="*/ 236 w 471"/>
              <a:gd name="T73" fmla="*/ 118 h 388"/>
              <a:gd name="T74" fmla="*/ 294 w 471"/>
              <a:gd name="T75" fmla="*/ 59 h 388"/>
              <a:gd name="T76" fmla="*/ 236 w 471"/>
              <a:gd name="T77" fmla="*/ 0 h 388"/>
              <a:gd name="T78" fmla="*/ 412 w 471"/>
              <a:gd name="T79" fmla="*/ 352 h 388"/>
              <a:gd name="T80" fmla="*/ 342 w 471"/>
              <a:gd name="T81" fmla="*/ 352 h 388"/>
              <a:gd name="T82" fmla="*/ 342 w 471"/>
              <a:gd name="T83" fmla="*/ 225 h 388"/>
              <a:gd name="T84" fmla="*/ 330 w 471"/>
              <a:gd name="T85" fmla="*/ 177 h 388"/>
              <a:gd name="T86" fmla="*/ 348 w 471"/>
              <a:gd name="T87" fmla="*/ 174 h 388"/>
              <a:gd name="T88" fmla="*/ 412 w 471"/>
              <a:gd name="T89" fmla="*/ 238 h 388"/>
              <a:gd name="T90" fmla="*/ 412 w 471"/>
              <a:gd name="T91" fmla="*/ 352 h 388"/>
              <a:gd name="T92" fmla="*/ 129 w 471"/>
              <a:gd name="T93" fmla="*/ 225 h 388"/>
              <a:gd name="T94" fmla="*/ 129 w 471"/>
              <a:gd name="T95" fmla="*/ 352 h 388"/>
              <a:gd name="T96" fmla="*/ 60 w 471"/>
              <a:gd name="T97" fmla="*/ 352 h 388"/>
              <a:gd name="T98" fmla="*/ 60 w 471"/>
              <a:gd name="T99" fmla="*/ 238 h 388"/>
              <a:gd name="T100" fmla="*/ 124 w 471"/>
              <a:gd name="T101" fmla="*/ 174 h 388"/>
              <a:gd name="T102" fmla="*/ 141 w 471"/>
              <a:gd name="T103" fmla="*/ 177 h 388"/>
              <a:gd name="T104" fmla="*/ 129 w 471"/>
              <a:gd name="T105" fmla="*/ 225 h 388"/>
              <a:gd name="T106" fmla="*/ 144 w 471"/>
              <a:gd name="T107" fmla="*/ 388 h 388"/>
              <a:gd name="T108" fmla="*/ 328 w 471"/>
              <a:gd name="T109" fmla="*/ 388 h 388"/>
              <a:gd name="T110" fmla="*/ 328 w 471"/>
              <a:gd name="T111" fmla="*/ 225 h 388"/>
              <a:gd name="T112" fmla="*/ 236 w 471"/>
              <a:gd name="T113" fmla="*/ 133 h 388"/>
              <a:gd name="T114" fmla="*/ 144 w 471"/>
              <a:gd name="T115" fmla="*/ 225 h 388"/>
              <a:gd name="T116" fmla="*/ 144 w 471"/>
              <a:gd name="T117" fmla="*/ 388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71" h="388">
                <a:moveTo>
                  <a:pt x="427" y="128"/>
                </a:moveTo>
                <a:cubicBezTo>
                  <a:pt x="413" y="128"/>
                  <a:pt x="401" y="140"/>
                  <a:pt x="401" y="155"/>
                </a:cubicBezTo>
                <a:cubicBezTo>
                  <a:pt x="401" y="169"/>
                  <a:pt x="413" y="181"/>
                  <a:pt x="427" y="181"/>
                </a:cubicBezTo>
                <a:cubicBezTo>
                  <a:pt x="442" y="181"/>
                  <a:pt x="454" y="169"/>
                  <a:pt x="454" y="155"/>
                </a:cubicBezTo>
                <a:cubicBezTo>
                  <a:pt x="454" y="140"/>
                  <a:pt x="442" y="128"/>
                  <a:pt x="427" y="128"/>
                </a:cubicBezTo>
                <a:close/>
                <a:moveTo>
                  <a:pt x="44" y="128"/>
                </a:moveTo>
                <a:cubicBezTo>
                  <a:pt x="30" y="128"/>
                  <a:pt x="18" y="140"/>
                  <a:pt x="18" y="155"/>
                </a:cubicBezTo>
                <a:cubicBezTo>
                  <a:pt x="18" y="169"/>
                  <a:pt x="30" y="181"/>
                  <a:pt x="44" y="181"/>
                </a:cubicBezTo>
                <a:cubicBezTo>
                  <a:pt x="59" y="181"/>
                  <a:pt x="71" y="169"/>
                  <a:pt x="71" y="155"/>
                </a:cubicBezTo>
                <a:cubicBezTo>
                  <a:pt x="71" y="140"/>
                  <a:pt x="59" y="128"/>
                  <a:pt x="44" y="128"/>
                </a:cubicBezTo>
                <a:close/>
                <a:moveTo>
                  <a:pt x="348" y="80"/>
                </a:moveTo>
                <a:cubicBezTo>
                  <a:pt x="326" y="80"/>
                  <a:pt x="309" y="97"/>
                  <a:pt x="309" y="119"/>
                </a:cubicBezTo>
                <a:cubicBezTo>
                  <a:pt x="309" y="141"/>
                  <a:pt x="326" y="159"/>
                  <a:pt x="348" y="159"/>
                </a:cubicBezTo>
                <a:cubicBezTo>
                  <a:pt x="370" y="159"/>
                  <a:pt x="388" y="141"/>
                  <a:pt x="388" y="119"/>
                </a:cubicBezTo>
                <a:cubicBezTo>
                  <a:pt x="388" y="97"/>
                  <a:pt x="370" y="80"/>
                  <a:pt x="348" y="80"/>
                </a:cubicBezTo>
                <a:close/>
                <a:moveTo>
                  <a:pt x="471" y="321"/>
                </a:moveTo>
                <a:cubicBezTo>
                  <a:pt x="426" y="321"/>
                  <a:pt x="426" y="321"/>
                  <a:pt x="426" y="321"/>
                </a:cubicBezTo>
                <a:cubicBezTo>
                  <a:pt x="426" y="238"/>
                  <a:pt x="426" y="238"/>
                  <a:pt x="426" y="238"/>
                </a:cubicBezTo>
                <a:cubicBezTo>
                  <a:pt x="426" y="223"/>
                  <a:pt x="422" y="210"/>
                  <a:pt x="415" y="198"/>
                </a:cubicBezTo>
                <a:cubicBezTo>
                  <a:pt x="419" y="197"/>
                  <a:pt x="423" y="197"/>
                  <a:pt x="427" y="197"/>
                </a:cubicBezTo>
                <a:cubicBezTo>
                  <a:pt x="452" y="197"/>
                  <a:pt x="471" y="216"/>
                  <a:pt x="471" y="240"/>
                </a:cubicBezTo>
                <a:lnTo>
                  <a:pt x="471" y="321"/>
                </a:lnTo>
                <a:close/>
                <a:moveTo>
                  <a:pt x="124" y="80"/>
                </a:moveTo>
                <a:cubicBezTo>
                  <a:pt x="102" y="80"/>
                  <a:pt x="84" y="97"/>
                  <a:pt x="84" y="119"/>
                </a:cubicBezTo>
                <a:cubicBezTo>
                  <a:pt x="84" y="141"/>
                  <a:pt x="102" y="159"/>
                  <a:pt x="124" y="159"/>
                </a:cubicBezTo>
                <a:cubicBezTo>
                  <a:pt x="145" y="159"/>
                  <a:pt x="163" y="141"/>
                  <a:pt x="163" y="119"/>
                </a:cubicBezTo>
                <a:cubicBezTo>
                  <a:pt x="163" y="97"/>
                  <a:pt x="145" y="80"/>
                  <a:pt x="124" y="80"/>
                </a:cubicBezTo>
                <a:close/>
                <a:moveTo>
                  <a:pt x="44" y="197"/>
                </a:moveTo>
                <a:cubicBezTo>
                  <a:pt x="49" y="197"/>
                  <a:pt x="53" y="197"/>
                  <a:pt x="57" y="198"/>
                </a:cubicBezTo>
                <a:cubicBezTo>
                  <a:pt x="50" y="210"/>
                  <a:pt x="46" y="223"/>
                  <a:pt x="46" y="238"/>
                </a:cubicBezTo>
                <a:cubicBezTo>
                  <a:pt x="46" y="321"/>
                  <a:pt x="46" y="321"/>
                  <a:pt x="46" y="321"/>
                </a:cubicBezTo>
                <a:cubicBezTo>
                  <a:pt x="0" y="321"/>
                  <a:pt x="0" y="321"/>
                  <a:pt x="0" y="321"/>
                </a:cubicBezTo>
                <a:cubicBezTo>
                  <a:pt x="0" y="240"/>
                  <a:pt x="0" y="240"/>
                  <a:pt x="0" y="240"/>
                </a:cubicBezTo>
                <a:cubicBezTo>
                  <a:pt x="0" y="216"/>
                  <a:pt x="20" y="197"/>
                  <a:pt x="44" y="197"/>
                </a:cubicBezTo>
                <a:close/>
                <a:moveTo>
                  <a:pt x="236" y="0"/>
                </a:moveTo>
                <a:cubicBezTo>
                  <a:pt x="204" y="0"/>
                  <a:pt x="177" y="27"/>
                  <a:pt x="177" y="59"/>
                </a:cubicBezTo>
                <a:cubicBezTo>
                  <a:pt x="177" y="91"/>
                  <a:pt x="203" y="118"/>
                  <a:pt x="236" y="118"/>
                </a:cubicBezTo>
                <a:cubicBezTo>
                  <a:pt x="268" y="118"/>
                  <a:pt x="294" y="91"/>
                  <a:pt x="294" y="59"/>
                </a:cubicBezTo>
                <a:cubicBezTo>
                  <a:pt x="295" y="27"/>
                  <a:pt x="268" y="0"/>
                  <a:pt x="236" y="0"/>
                </a:cubicBezTo>
                <a:close/>
                <a:moveTo>
                  <a:pt x="412" y="352"/>
                </a:moveTo>
                <a:cubicBezTo>
                  <a:pt x="342" y="352"/>
                  <a:pt x="342" y="352"/>
                  <a:pt x="342" y="352"/>
                </a:cubicBezTo>
                <a:cubicBezTo>
                  <a:pt x="342" y="225"/>
                  <a:pt x="342" y="225"/>
                  <a:pt x="342" y="225"/>
                </a:cubicBezTo>
                <a:cubicBezTo>
                  <a:pt x="342" y="208"/>
                  <a:pt x="338" y="192"/>
                  <a:pt x="330" y="177"/>
                </a:cubicBezTo>
                <a:cubicBezTo>
                  <a:pt x="336" y="175"/>
                  <a:pt x="342" y="174"/>
                  <a:pt x="348" y="174"/>
                </a:cubicBezTo>
                <a:cubicBezTo>
                  <a:pt x="383" y="174"/>
                  <a:pt x="412" y="203"/>
                  <a:pt x="412" y="238"/>
                </a:cubicBezTo>
                <a:lnTo>
                  <a:pt x="412" y="352"/>
                </a:lnTo>
                <a:close/>
                <a:moveTo>
                  <a:pt x="129" y="225"/>
                </a:moveTo>
                <a:cubicBezTo>
                  <a:pt x="129" y="352"/>
                  <a:pt x="129" y="352"/>
                  <a:pt x="129" y="352"/>
                </a:cubicBezTo>
                <a:cubicBezTo>
                  <a:pt x="60" y="352"/>
                  <a:pt x="60" y="352"/>
                  <a:pt x="60" y="352"/>
                </a:cubicBezTo>
                <a:cubicBezTo>
                  <a:pt x="60" y="238"/>
                  <a:pt x="60" y="238"/>
                  <a:pt x="60" y="238"/>
                </a:cubicBezTo>
                <a:cubicBezTo>
                  <a:pt x="60" y="203"/>
                  <a:pt x="89" y="174"/>
                  <a:pt x="124" y="174"/>
                </a:cubicBezTo>
                <a:cubicBezTo>
                  <a:pt x="130" y="174"/>
                  <a:pt x="136" y="175"/>
                  <a:pt x="141" y="177"/>
                </a:cubicBezTo>
                <a:cubicBezTo>
                  <a:pt x="134" y="192"/>
                  <a:pt x="129" y="208"/>
                  <a:pt x="129" y="225"/>
                </a:cubicBezTo>
                <a:close/>
                <a:moveTo>
                  <a:pt x="144" y="388"/>
                </a:moveTo>
                <a:cubicBezTo>
                  <a:pt x="328" y="388"/>
                  <a:pt x="328" y="388"/>
                  <a:pt x="328" y="388"/>
                </a:cubicBezTo>
                <a:cubicBezTo>
                  <a:pt x="328" y="225"/>
                  <a:pt x="328" y="225"/>
                  <a:pt x="328" y="225"/>
                </a:cubicBezTo>
                <a:cubicBezTo>
                  <a:pt x="328" y="175"/>
                  <a:pt x="286" y="133"/>
                  <a:pt x="236" y="133"/>
                </a:cubicBezTo>
                <a:cubicBezTo>
                  <a:pt x="185" y="133"/>
                  <a:pt x="144" y="175"/>
                  <a:pt x="144" y="225"/>
                </a:cubicBezTo>
                <a:lnTo>
                  <a:pt x="144" y="388"/>
                </a:lnTo>
                <a:close/>
              </a:path>
            </a:pathLst>
          </a:custGeom>
          <a:solidFill>
            <a:srgbClr val="3448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Tree>
    <p:extLst>
      <p:ext uri="{BB962C8B-B14F-4D97-AF65-F5344CB8AC3E}">
        <p14:creationId xmlns:p14="http://schemas.microsoft.com/office/powerpoint/2010/main" val="3277126584"/>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4464675" y="1601194"/>
            <a:ext cx="3262650" cy="3271844"/>
            <a:chOff x="7648575" y="-1587"/>
            <a:chExt cx="2816225" cy="2824162"/>
          </a:xfrm>
        </p:grpSpPr>
        <p:sp>
          <p:nvSpPr>
            <p:cNvPr id="3" name="Freeform 42"/>
            <p:cNvSpPr>
              <a:spLocks/>
            </p:cNvSpPr>
            <p:nvPr/>
          </p:nvSpPr>
          <p:spPr bwMode="auto">
            <a:xfrm>
              <a:off x="9117013" y="-1587"/>
              <a:ext cx="1347787" cy="1350962"/>
            </a:xfrm>
            <a:custGeom>
              <a:avLst/>
              <a:gdLst>
                <a:gd name="T0" fmla="*/ 179 w 359"/>
                <a:gd name="T1" fmla="*/ 0 h 359"/>
                <a:gd name="T2" fmla="*/ 0 w 359"/>
                <a:gd name="T3" fmla="*/ 179 h 359"/>
                <a:gd name="T4" fmla="*/ 0 w 359"/>
                <a:gd name="T5" fmla="*/ 359 h 359"/>
                <a:gd name="T6" fmla="*/ 179 w 359"/>
                <a:gd name="T7" fmla="*/ 359 h 359"/>
                <a:gd name="T8" fmla="*/ 359 w 359"/>
                <a:gd name="T9" fmla="*/ 179 h 359"/>
                <a:gd name="T10" fmla="*/ 179 w 359"/>
                <a:gd name="T11" fmla="*/ 0 h 359"/>
              </a:gdLst>
              <a:ahLst/>
              <a:cxnLst>
                <a:cxn ang="0">
                  <a:pos x="T0" y="T1"/>
                </a:cxn>
                <a:cxn ang="0">
                  <a:pos x="T2" y="T3"/>
                </a:cxn>
                <a:cxn ang="0">
                  <a:pos x="T4" y="T5"/>
                </a:cxn>
                <a:cxn ang="0">
                  <a:pos x="T6" y="T7"/>
                </a:cxn>
                <a:cxn ang="0">
                  <a:pos x="T8" y="T9"/>
                </a:cxn>
                <a:cxn ang="0">
                  <a:pos x="T10" y="T11"/>
                </a:cxn>
              </a:cxnLst>
              <a:rect l="0" t="0" r="r" b="b"/>
              <a:pathLst>
                <a:path w="359" h="359">
                  <a:moveTo>
                    <a:pt x="179" y="0"/>
                  </a:moveTo>
                  <a:cubicBezTo>
                    <a:pt x="80" y="0"/>
                    <a:pt x="0" y="80"/>
                    <a:pt x="0" y="179"/>
                  </a:cubicBezTo>
                  <a:cubicBezTo>
                    <a:pt x="0" y="359"/>
                    <a:pt x="0" y="359"/>
                    <a:pt x="0" y="359"/>
                  </a:cubicBezTo>
                  <a:cubicBezTo>
                    <a:pt x="179" y="359"/>
                    <a:pt x="179" y="359"/>
                    <a:pt x="179" y="359"/>
                  </a:cubicBezTo>
                  <a:cubicBezTo>
                    <a:pt x="278" y="359"/>
                    <a:pt x="359" y="279"/>
                    <a:pt x="359" y="179"/>
                  </a:cubicBezTo>
                  <a:cubicBezTo>
                    <a:pt x="359" y="80"/>
                    <a:pt x="278" y="0"/>
                    <a:pt x="179" y="0"/>
                  </a:cubicBezTo>
                  <a:close/>
                </a:path>
              </a:pathLst>
            </a:custGeom>
            <a:solidFill>
              <a:srgbClr val="2941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Freeform 43"/>
            <p:cNvSpPr>
              <a:spLocks/>
            </p:cNvSpPr>
            <p:nvPr/>
          </p:nvSpPr>
          <p:spPr bwMode="auto">
            <a:xfrm>
              <a:off x="7648575" y="-1587"/>
              <a:ext cx="1347787" cy="1350962"/>
            </a:xfrm>
            <a:custGeom>
              <a:avLst/>
              <a:gdLst>
                <a:gd name="T0" fmla="*/ 0 w 359"/>
                <a:gd name="T1" fmla="*/ 180 h 359"/>
                <a:gd name="T2" fmla="*/ 179 w 359"/>
                <a:gd name="T3" fmla="*/ 359 h 359"/>
                <a:gd name="T4" fmla="*/ 359 w 359"/>
                <a:gd name="T5" fmla="*/ 359 h 359"/>
                <a:gd name="T6" fmla="*/ 359 w 359"/>
                <a:gd name="T7" fmla="*/ 180 h 359"/>
                <a:gd name="T8" fmla="*/ 179 w 359"/>
                <a:gd name="T9" fmla="*/ 0 h 359"/>
                <a:gd name="T10" fmla="*/ 0 w 359"/>
                <a:gd name="T11" fmla="*/ 180 h 359"/>
              </a:gdLst>
              <a:ahLst/>
              <a:cxnLst>
                <a:cxn ang="0">
                  <a:pos x="T0" y="T1"/>
                </a:cxn>
                <a:cxn ang="0">
                  <a:pos x="T2" y="T3"/>
                </a:cxn>
                <a:cxn ang="0">
                  <a:pos x="T4" y="T5"/>
                </a:cxn>
                <a:cxn ang="0">
                  <a:pos x="T6" y="T7"/>
                </a:cxn>
                <a:cxn ang="0">
                  <a:pos x="T8" y="T9"/>
                </a:cxn>
                <a:cxn ang="0">
                  <a:pos x="T10" y="T11"/>
                </a:cxn>
              </a:cxnLst>
              <a:rect l="0" t="0" r="r" b="b"/>
              <a:pathLst>
                <a:path w="359" h="359">
                  <a:moveTo>
                    <a:pt x="0" y="180"/>
                  </a:moveTo>
                  <a:cubicBezTo>
                    <a:pt x="0" y="279"/>
                    <a:pt x="80" y="359"/>
                    <a:pt x="179" y="359"/>
                  </a:cubicBezTo>
                  <a:cubicBezTo>
                    <a:pt x="359" y="359"/>
                    <a:pt x="359" y="359"/>
                    <a:pt x="359" y="359"/>
                  </a:cubicBezTo>
                  <a:cubicBezTo>
                    <a:pt x="359" y="180"/>
                    <a:pt x="359" y="180"/>
                    <a:pt x="359" y="180"/>
                  </a:cubicBezTo>
                  <a:cubicBezTo>
                    <a:pt x="359" y="81"/>
                    <a:pt x="279" y="0"/>
                    <a:pt x="179" y="0"/>
                  </a:cubicBezTo>
                  <a:cubicBezTo>
                    <a:pt x="80" y="0"/>
                    <a:pt x="0" y="81"/>
                    <a:pt x="0" y="180"/>
                  </a:cubicBezTo>
                  <a:close/>
                </a:path>
              </a:pathLst>
            </a:custGeom>
            <a:solidFill>
              <a:srgbClr val="EA98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 name="Freeform 44"/>
            <p:cNvSpPr>
              <a:spLocks/>
            </p:cNvSpPr>
            <p:nvPr/>
          </p:nvSpPr>
          <p:spPr bwMode="auto">
            <a:xfrm>
              <a:off x="7648575" y="1470025"/>
              <a:ext cx="1347787" cy="1352550"/>
            </a:xfrm>
            <a:custGeom>
              <a:avLst/>
              <a:gdLst>
                <a:gd name="T0" fmla="*/ 180 w 359"/>
                <a:gd name="T1" fmla="*/ 359 h 359"/>
                <a:gd name="T2" fmla="*/ 359 w 359"/>
                <a:gd name="T3" fmla="*/ 180 h 359"/>
                <a:gd name="T4" fmla="*/ 359 w 359"/>
                <a:gd name="T5" fmla="*/ 0 h 359"/>
                <a:gd name="T6" fmla="*/ 180 w 359"/>
                <a:gd name="T7" fmla="*/ 0 h 359"/>
                <a:gd name="T8" fmla="*/ 0 w 359"/>
                <a:gd name="T9" fmla="*/ 180 h 359"/>
                <a:gd name="T10" fmla="*/ 180 w 359"/>
                <a:gd name="T11" fmla="*/ 359 h 359"/>
              </a:gdLst>
              <a:ahLst/>
              <a:cxnLst>
                <a:cxn ang="0">
                  <a:pos x="T0" y="T1"/>
                </a:cxn>
                <a:cxn ang="0">
                  <a:pos x="T2" y="T3"/>
                </a:cxn>
                <a:cxn ang="0">
                  <a:pos x="T4" y="T5"/>
                </a:cxn>
                <a:cxn ang="0">
                  <a:pos x="T6" y="T7"/>
                </a:cxn>
                <a:cxn ang="0">
                  <a:pos x="T8" y="T9"/>
                </a:cxn>
                <a:cxn ang="0">
                  <a:pos x="T10" y="T11"/>
                </a:cxn>
              </a:cxnLst>
              <a:rect l="0" t="0" r="r" b="b"/>
              <a:pathLst>
                <a:path w="359" h="359">
                  <a:moveTo>
                    <a:pt x="180" y="359"/>
                  </a:moveTo>
                  <a:cubicBezTo>
                    <a:pt x="279" y="359"/>
                    <a:pt x="359" y="279"/>
                    <a:pt x="359" y="180"/>
                  </a:cubicBezTo>
                  <a:cubicBezTo>
                    <a:pt x="359" y="0"/>
                    <a:pt x="359" y="0"/>
                    <a:pt x="359" y="0"/>
                  </a:cubicBezTo>
                  <a:cubicBezTo>
                    <a:pt x="180" y="0"/>
                    <a:pt x="180" y="0"/>
                    <a:pt x="180" y="0"/>
                  </a:cubicBezTo>
                  <a:cubicBezTo>
                    <a:pt x="81" y="0"/>
                    <a:pt x="0" y="80"/>
                    <a:pt x="0" y="180"/>
                  </a:cubicBezTo>
                  <a:cubicBezTo>
                    <a:pt x="0" y="279"/>
                    <a:pt x="81" y="359"/>
                    <a:pt x="180" y="359"/>
                  </a:cubicBezTo>
                  <a:close/>
                </a:path>
              </a:pathLst>
            </a:custGeom>
            <a:solidFill>
              <a:srgbClr val="E91E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Freeform 45"/>
            <p:cNvSpPr>
              <a:spLocks/>
            </p:cNvSpPr>
            <p:nvPr/>
          </p:nvSpPr>
          <p:spPr bwMode="auto">
            <a:xfrm>
              <a:off x="9117013" y="1470025"/>
              <a:ext cx="1347787" cy="1352550"/>
            </a:xfrm>
            <a:custGeom>
              <a:avLst/>
              <a:gdLst>
                <a:gd name="T0" fmla="*/ 359 w 359"/>
                <a:gd name="T1" fmla="*/ 179 h 359"/>
                <a:gd name="T2" fmla="*/ 180 w 359"/>
                <a:gd name="T3" fmla="*/ 0 h 359"/>
                <a:gd name="T4" fmla="*/ 0 w 359"/>
                <a:gd name="T5" fmla="*/ 0 h 359"/>
                <a:gd name="T6" fmla="*/ 0 w 359"/>
                <a:gd name="T7" fmla="*/ 179 h 359"/>
                <a:gd name="T8" fmla="*/ 180 w 359"/>
                <a:gd name="T9" fmla="*/ 359 h 359"/>
                <a:gd name="T10" fmla="*/ 359 w 359"/>
                <a:gd name="T11" fmla="*/ 179 h 359"/>
              </a:gdLst>
              <a:ahLst/>
              <a:cxnLst>
                <a:cxn ang="0">
                  <a:pos x="T0" y="T1"/>
                </a:cxn>
                <a:cxn ang="0">
                  <a:pos x="T2" y="T3"/>
                </a:cxn>
                <a:cxn ang="0">
                  <a:pos x="T4" y="T5"/>
                </a:cxn>
                <a:cxn ang="0">
                  <a:pos x="T6" y="T7"/>
                </a:cxn>
                <a:cxn ang="0">
                  <a:pos x="T8" y="T9"/>
                </a:cxn>
                <a:cxn ang="0">
                  <a:pos x="T10" y="T11"/>
                </a:cxn>
              </a:cxnLst>
              <a:rect l="0" t="0" r="r" b="b"/>
              <a:pathLst>
                <a:path w="359" h="359">
                  <a:moveTo>
                    <a:pt x="359" y="179"/>
                  </a:moveTo>
                  <a:cubicBezTo>
                    <a:pt x="359" y="80"/>
                    <a:pt x="279" y="0"/>
                    <a:pt x="180" y="0"/>
                  </a:cubicBezTo>
                  <a:cubicBezTo>
                    <a:pt x="0" y="0"/>
                    <a:pt x="0" y="0"/>
                    <a:pt x="0" y="0"/>
                  </a:cubicBezTo>
                  <a:cubicBezTo>
                    <a:pt x="0" y="179"/>
                    <a:pt x="0" y="179"/>
                    <a:pt x="0" y="179"/>
                  </a:cubicBezTo>
                  <a:cubicBezTo>
                    <a:pt x="0" y="278"/>
                    <a:pt x="80" y="359"/>
                    <a:pt x="180" y="359"/>
                  </a:cubicBezTo>
                  <a:cubicBezTo>
                    <a:pt x="279" y="359"/>
                    <a:pt x="359" y="278"/>
                    <a:pt x="359" y="179"/>
                  </a:cubicBezTo>
                  <a:close/>
                </a:path>
              </a:pathLst>
            </a:custGeom>
            <a:solidFill>
              <a:srgbClr val="2199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34" name="文本框 33"/>
          <p:cNvSpPr txBox="1"/>
          <p:nvPr/>
        </p:nvSpPr>
        <p:spPr>
          <a:xfrm>
            <a:off x="7799210" y="3799998"/>
            <a:ext cx="2856518" cy="830997"/>
          </a:xfrm>
          <a:prstGeom prst="rect">
            <a:avLst/>
          </a:prstGeom>
          <a:noFill/>
        </p:spPr>
        <p:txBody>
          <a:bodyPr wrap="square" rtlCol="0">
            <a:spAutoFit/>
          </a:bodyPr>
          <a:lstStyle/>
          <a:p>
            <a:pPr>
              <a:lnSpc>
                <a:spcPct val="120000"/>
              </a:lnSpc>
            </a:pPr>
            <a:r>
              <a:rPr lang="zh-CN" altLang="en-US" sz="2400" b="1" dirty="0">
                <a:solidFill>
                  <a:srgbClr val="219980"/>
                </a:solidFill>
              </a:rPr>
              <a:t>添加标题</a:t>
            </a:r>
            <a:endParaRPr lang="en-US" altLang="zh-CN" sz="2400" b="1" dirty="0">
              <a:solidFill>
                <a:srgbClr val="219980"/>
              </a:solidFill>
            </a:endParaRPr>
          </a:p>
          <a:p>
            <a:pPr>
              <a:lnSpc>
                <a:spcPct val="120000"/>
              </a:lnSpc>
            </a:pPr>
            <a:r>
              <a:rPr lang="zh-CN" altLang="en-US" sz="1600" dirty="0">
                <a:solidFill>
                  <a:schemeClr val="tx1">
                    <a:lumMod val="65000"/>
                    <a:lumOff val="35000"/>
                  </a:schemeClr>
                </a:solidFill>
              </a:rPr>
              <a:t>添加内容添加内容</a:t>
            </a:r>
          </a:p>
        </p:txBody>
      </p:sp>
      <p:sp>
        <p:nvSpPr>
          <p:cNvPr id="35" name="文本框 34"/>
          <p:cNvSpPr txBox="1"/>
          <p:nvPr/>
        </p:nvSpPr>
        <p:spPr>
          <a:xfrm>
            <a:off x="7822610" y="1843395"/>
            <a:ext cx="2856518" cy="830997"/>
          </a:xfrm>
          <a:prstGeom prst="rect">
            <a:avLst/>
          </a:prstGeom>
          <a:noFill/>
        </p:spPr>
        <p:txBody>
          <a:bodyPr wrap="square" rtlCol="0">
            <a:spAutoFit/>
          </a:bodyPr>
          <a:lstStyle/>
          <a:p>
            <a:pPr>
              <a:lnSpc>
                <a:spcPct val="120000"/>
              </a:lnSpc>
            </a:pPr>
            <a:r>
              <a:rPr lang="zh-CN" altLang="en-US" sz="2400" b="1" dirty="0">
                <a:solidFill>
                  <a:srgbClr val="29414F"/>
                </a:solidFill>
              </a:rPr>
              <a:t>添加标题</a:t>
            </a:r>
            <a:endParaRPr lang="en-US" altLang="zh-CN" sz="2400" b="1" dirty="0">
              <a:solidFill>
                <a:srgbClr val="29414F"/>
              </a:solidFill>
            </a:endParaRPr>
          </a:p>
          <a:p>
            <a:pPr>
              <a:lnSpc>
                <a:spcPct val="120000"/>
              </a:lnSpc>
            </a:pPr>
            <a:r>
              <a:rPr lang="zh-CN" altLang="en-US" sz="1600" dirty="0">
                <a:solidFill>
                  <a:schemeClr val="tx1">
                    <a:lumMod val="65000"/>
                    <a:lumOff val="35000"/>
                  </a:schemeClr>
                </a:solidFill>
              </a:rPr>
              <a:t>添加内容添加内容</a:t>
            </a:r>
          </a:p>
        </p:txBody>
      </p:sp>
      <p:sp>
        <p:nvSpPr>
          <p:cNvPr id="36" name="文本框 35"/>
          <p:cNvSpPr txBox="1"/>
          <p:nvPr/>
        </p:nvSpPr>
        <p:spPr>
          <a:xfrm>
            <a:off x="1512873" y="3799998"/>
            <a:ext cx="2856518" cy="830997"/>
          </a:xfrm>
          <a:prstGeom prst="rect">
            <a:avLst/>
          </a:prstGeom>
          <a:noFill/>
        </p:spPr>
        <p:txBody>
          <a:bodyPr wrap="square" rtlCol="0">
            <a:spAutoFit/>
          </a:bodyPr>
          <a:lstStyle/>
          <a:p>
            <a:pPr algn="r">
              <a:lnSpc>
                <a:spcPct val="120000"/>
              </a:lnSpc>
            </a:pPr>
            <a:r>
              <a:rPr lang="zh-CN" altLang="en-US" sz="2400" b="1" dirty="0">
                <a:solidFill>
                  <a:srgbClr val="E91E63"/>
                </a:solidFill>
              </a:rPr>
              <a:t>添加标题</a:t>
            </a:r>
            <a:endParaRPr lang="en-US" altLang="zh-CN" sz="2400" b="1" dirty="0">
              <a:solidFill>
                <a:srgbClr val="E91E63"/>
              </a:solidFill>
            </a:endParaRPr>
          </a:p>
          <a:p>
            <a:pPr algn="r">
              <a:lnSpc>
                <a:spcPct val="120000"/>
              </a:lnSpc>
            </a:pPr>
            <a:r>
              <a:rPr lang="zh-CN" altLang="en-US" sz="1600" dirty="0">
                <a:solidFill>
                  <a:schemeClr val="tx1">
                    <a:lumMod val="65000"/>
                    <a:lumOff val="35000"/>
                  </a:schemeClr>
                </a:solidFill>
              </a:rPr>
              <a:t>添加内容添加内容</a:t>
            </a:r>
          </a:p>
        </p:txBody>
      </p:sp>
      <p:sp>
        <p:nvSpPr>
          <p:cNvPr id="37" name="文本框 36"/>
          <p:cNvSpPr txBox="1"/>
          <p:nvPr/>
        </p:nvSpPr>
        <p:spPr>
          <a:xfrm>
            <a:off x="1518383" y="1843395"/>
            <a:ext cx="2856518" cy="830997"/>
          </a:xfrm>
          <a:prstGeom prst="rect">
            <a:avLst/>
          </a:prstGeom>
          <a:noFill/>
        </p:spPr>
        <p:txBody>
          <a:bodyPr wrap="square" rtlCol="0">
            <a:spAutoFit/>
          </a:bodyPr>
          <a:lstStyle/>
          <a:p>
            <a:pPr algn="r">
              <a:lnSpc>
                <a:spcPct val="120000"/>
              </a:lnSpc>
            </a:pPr>
            <a:r>
              <a:rPr lang="zh-CN" altLang="en-US" sz="2400" b="1" dirty="0">
                <a:solidFill>
                  <a:srgbClr val="EA981E"/>
                </a:solidFill>
              </a:rPr>
              <a:t>添加标题</a:t>
            </a:r>
            <a:endParaRPr lang="en-US" altLang="zh-CN" sz="2400" b="1" dirty="0">
              <a:solidFill>
                <a:srgbClr val="EA981E"/>
              </a:solidFill>
            </a:endParaRPr>
          </a:p>
          <a:p>
            <a:pPr algn="r">
              <a:lnSpc>
                <a:spcPct val="120000"/>
              </a:lnSpc>
            </a:pPr>
            <a:r>
              <a:rPr lang="zh-CN" altLang="en-US" sz="1600" dirty="0">
                <a:solidFill>
                  <a:schemeClr val="tx1">
                    <a:lumMod val="65000"/>
                    <a:lumOff val="35000"/>
                  </a:schemeClr>
                </a:solidFill>
              </a:rPr>
              <a:t>添加内容添加内容</a:t>
            </a:r>
          </a:p>
        </p:txBody>
      </p:sp>
      <p:sp>
        <p:nvSpPr>
          <p:cNvPr id="39"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多项并列</a:t>
            </a:r>
            <a:endParaRPr lang="zh-CN" altLang="zh-CN" sz="2800" b="1" dirty="0">
              <a:solidFill>
                <a:schemeClr val="tx1">
                  <a:lumMod val="65000"/>
                  <a:lumOff val="35000"/>
                </a:schemeClr>
              </a:solidFill>
            </a:endParaRPr>
          </a:p>
        </p:txBody>
      </p:sp>
      <p:sp>
        <p:nvSpPr>
          <p:cNvPr id="44" name="文本框 43"/>
          <p:cNvSpPr txBox="1"/>
          <p:nvPr/>
        </p:nvSpPr>
        <p:spPr>
          <a:xfrm>
            <a:off x="4816201" y="1886479"/>
            <a:ext cx="769762" cy="1138773"/>
          </a:xfrm>
          <a:prstGeom prst="rect">
            <a:avLst/>
          </a:prstGeom>
          <a:noFill/>
        </p:spPr>
        <p:txBody>
          <a:bodyPr wrap="none" rtlCol="0">
            <a:spAutoFit/>
          </a:bodyPr>
          <a:lstStyle/>
          <a:p>
            <a:pPr algn="ctr"/>
            <a:r>
              <a:rPr lang="en-US" altLang="zh-CN" sz="2000" dirty="0">
                <a:solidFill>
                  <a:schemeClr val="bg1"/>
                </a:solidFill>
                <a:latin typeface="Agency FB" panose="020B0503020202020204" pitchFamily="34" charset="0"/>
              </a:rPr>
              <a:t>OPTION</a:t>
            </a:r>
          </a:p>
          <a:p>
            <a:pPr algn="ctr"/>
            <a:r>
              <a:rPr lang="en-US" altLang="zh-CN" sz="4800" dirty="0">
                <a:solidFill>
                  <a:schemeClr val="bg1"/>
                </a:solidFill>
                <a:latin typeface="Impact" panose="020B0806030902050204" pitchFamily="34" charset="0"/>
              </a:rPr>
              <a:t>01</a:t>
            </a:r>
            <a:endParaRPr lang="zh-CN" altLang="en-US" sz="4800" dirty="0">
              <a:solidFill>
                <a:schemeClr val="bg1"/>
              </a:solidFill>
              <a:latin typeface="Impact" panose="020B0806030902050204" pitchFamily="34" charset="0"/>
            </a:endParaRPr>
          </a:p>
        </p:txBody>
      </p:sp>
      <p:sp>
        <p:nvSpPr>
          <p:cNvPr id="45" name="文本框 44"/>
          <p:cNvSpPr txBox="1"/>
          <p:nvPr/>
        </p:nvSpPr>
        <p:spPr>
          <a:xfrm>
            <a:off x="4789752" y="3520174"/>
            <a:ext cx="822661" cy="1138773"/>
          </a:xfrm>
          <a:prstGeom prst="rect">
            <a:avLst/>
          </a:prstGeom>
          <a:noFill/>
        </p:spPr>
        <p:txBody>
          <a:bodyPr wrap="none" rtlCol="0">
            <a:spAutoFit/>
          </a:bodyPr>
          <a:lstStyle/>
          <a:p>
            <a:pPr algn="ctr"/>
            <a:r>
              <a:rPr lang="en-US" altLang="zh-CN" sz="2000" dirty="0">
                <a:solidFill>
                  <a:schemeClr val="bg1"/>
                </a:solidFill>
                <a:latin typeface="Agency FB" panose="020B0503020202020204" pitchFamily="34" charset="0"/>
              </a:rPr>
              <a:t>OPTION</a:t>
            </a:r>
          </a:p>
          <a:p>
            <a:pPr algn="ctr"/>
            <a:r>
              <a:rPr lang="en-US" altLang="zh-CN" sz="4800" dirty="0">
                <a:solidFill>
                  <a:schemeClr val="bg1"/>
                </a:solidFill>
                <a:latin typeface="Impact" panose="020B0806030902050204" pitchFamily="34" charset="0"/>
              </a:rPr>
              <a:t>04</a:t>
            </a:r>
            <a:endParaRPr lang="zh-CN" altLang="en-US" sz="4800" dirty="0">
              <a:solidFill>
                <a:schemeClr val="bg1"/>
              </a:solidFill>
              <a:latin typeface="Impact" panose="020B0806030902050204" pitchFamily="34" charset="0"/>
            </a:endParaRPr>
          </a:p>
        </p:txBody>
      </p:sp>
      <p:sp>
        <p:nvSpPr>
          <p:cNvPr id="46" name="文本框 45"/>
          <p:cNvSpPr txBox="1"/>
          <p:nvPr/>
        </p:nvSpPr>
        <p:spPr>
          <a:xfrm>
            <a:off x="6522074" y="1886479"/>
            <a:ext cx="824265" cy="1138773"/>
          </a:xfrm>
          <a:prstGeom prst="rect">
            <a:avLst/>
          </a:prstGeom>
          <a:noFill/>
        </p:spPr>
        <p:txBody>
          <a:bodyPr wrap="none" rtlCol="0">
            <a:spAutoFit/>
          </a:bodyPr>
          <a:lstStyle/>
          <a:p>
            <a:pPr algn="ctr"/>
            <a:r>
              <a:rPr lang="en-US" altLang="zh-CN" sz="2000" dirty="0">
                <a:solidFill>
                  <a:schemeClr val="bg1"/>
                </a:solidFill>
                <a:latin typeface="Agency FB" panose="020B0503020202020204" pitchFamily="34" charset="0"/>
              </a:rPr>
              <a:t>OPTION</a:t>
            </a:r>
          </a:p>
          <a:p>
            <a:pPr algn="ctr"/>
            <a:r>
              <a:rPr lang="en-US" altLang="zh-CN" sz="4800" dirty="0">
                <a:solidFill>
                  <a:schemeClr val="bg1"/>
                </a:solidFill>
                <a:latin typeface="Impact" panose="020B0806030902050204" pitchFamily="34" charset="0"/>
              </a:rPr>
              <a:t>02</a:t>
            </a:r>
            <a:endParaRPr lang="zh-CN" altLang="en-US" sz="4800" dirty="0">
              <a:solidFill>
                <a:schemeClr val="bg1"/>
              </a:solidFill>
              <a:latin typeface="Impact" panose="020B0806030902050204" pitchFamily="34" charset="0"/>
            </a:endParaRPr>
          </a:p>
        </p:txBody>
      </p:sp>
      <p:sp>
        <p:nvSpPr>
          <p:cNvPr id="47" name="文本框 46"/>
          <p:cNvSpPr txBox="1"/>
          <p:nvPr/>
        </p:nvSpPr>
        <p:spPr>
          <a:xfrm>
            <a:off x="6513258" y="3520174"/>
            <a:ext cx="841897" cy="1138773"/>
          </a:xfrm>
          <a:prstGeom prst="rect">
            <a:avLst/>
          </a:prstGeom>
          <a:noFill/>
        </p:spPr>
        <p:txBody>
          <a:bodyPr wrap="none" rtlCol="0">
            <a:spAutoFit/>
          </a:bodyPr>
          <a:lstStyle/>
          <a:p>
            <a:pPr algn="ctr"/>
            <a:r>
              <a:rPr lang="en-US" altLang="zh-CN" sz="2000" dirty="0">
                <a:solidFill>
                  <a:schemeClr val="bg1"/>
                </a:solidFill>
                <a:latin typeface="Agency FB" panose="020B0503020202020204" pitchFamily="34" charset="0"/>
              </a:rPr>
              <a:t>OPTION</a:t>
            </a:r>
          </a:p>
          <a:p>
            <a:pPr algn="ctr"/>
            <a:r>
              <a:rPr lang="en-US" altLang="zh-CN" sz="4800" dirty="0">
                <a:solidFill>
                  <a:schemeClr val="bg1"/>
                </a:solidFill>
                <a:latin typeface="Impact" panose="020B0806030902050204" pitchFamily="34" charset="0"/>
              </a:rPr>
              <a:t>03</a:t>
            </a:r>
            <a:endParaRPr lang="zh-CN" altLang="en-US" sz="4800" dirty="0">
              <a:solidFill>
                <a:schemeClr val="bg1"/>
              </a:solidFill>
              <a:latin typeface="Impact" panose="020B0806030902050204" pitchFamily="34" charset="0"/>
            </a:endParaRPr>
          </a:p>
        </p:txBody>
      </p:sp>
      <p:grpSp>
        <p:nvGrpSpPr>
          <p:cNvPr id="9" name="组合 8"/>
          <p:cNvGrpSpPr>
            <a:grpSpLocks noChangeAspect="1"/>
          </p:cNvGrpSpPr>
          <p:nvPr/>
        </p:nvGrpSpPr>
        <p:grpSpPr>
          <a:xfrm>
            <a:off x="1518670" y="5590553"/>
            <a:ext cx="1078404" cy="1079655"/>
            <a:chOff x="3399717" y="5363376"/>
            <a:chExt cx="1269063" cy="1270535"/>
          </a:xfrm>
        </p:grpSpPr>
        <p:sp>
          <p:nvSpPr>
            <p:cNvPr id="30" name="Freeform 9"/>
            <p:cNvSpPr>
              <a:spLocks/>
            </p:cNvSpPr>
            <p:nvPr/>
          </p:nvSpPr>
          <p:spPr bwMode="auto">
            <a:xfrm>
              <a:off x="3399717" y="5363376"/>
              <a:ext cx="611330" cy="612067"/>
            </a:xfrm>
            <a:custGeom>
              <a:avLst/>
              <a:gdLst>
                <a:gd name="T0" fmla="*/ 0 w 351"/>
                <a:gd name="T1" fmla="*/ 351 h 351"/>
                <a:gd name="T2" fmla="*/ 165 w 351"/>
                <a:gd name="T3" fmla="*/ 351 h 351"/>
                <a:gd name="T4" fmla="*/ 351 w 351"/>
                <a:gd name="T5" fmla="*/ 165 h 351"/>
                <a:gd name="T6" fmla="*/ 351 w 351"/>
                <a:gd name="T7" fmla="*/ 0 h 351"/>
                <a:gd name="T8" fmla="*/ 0 w 351"/>
                <a:gd name="T9" fmla="*/ 351 h 351"/>
              </a:gdLst>
              <a:ahLst/>
              <a:cxnLst>
                <a:cxn ang="0">
                  <a:pos x="T0" y="T1"/>
                </a:cxn>
                <a:cxn ang="0">
                  <a:pos x="T2" y="T3"/>
                </a:cxn>
                <a:cxn ang="0">
                  <a:pos x="T4" y="T5"/>
                </a:cxn>
                <a:cxn ang="0">
                  <a:pos x="T6" y="T7"/>
                </a:cxn>
                <a:cxn ang="0">
                  <a:pos x="T8" y="T9"/>
                </a:cxn>
              </a:cxnLst>
              <a:rect l="0" t="0" r="r" b="b"/>
              <a:pathLst>
                <a:path w="351" h="351">
                  <a:moveTo>
                    <a:pt x="0" y="351"/>
                  </a:moveTo>
                  <a:cubicBezTo>
                    <a:pt x="165" y="351"/>
                    <a:pt x="165" y="351"/>
                    <a:pt x="165" y="351"/>
                  </a:cubicBezTo>
                  <a:cubicBezTo>
                    <a:pt x="351" y="165"/>
                    <a:pt x="351" y="165"/>
                    <a:pt x="351" y="165"/>
                  </a:cubicBezTo>
                  <a:cubicBezTo>
                    <a:pt x="351" y="0"/>
                    <a:pt x="351" y="0"/>
                    <a:pt x="351" y="0"/>
                  </a:cubicBezTo>
                  <a:cubicBezTo>
                    <a:pt x="161" y="7"/>
                    <a:pt x="7" y="162"/>
                    <a:pt x="0" y="351"/>
                  </a:cubicBezTo>
                  <a:close/>
                </a:path>
              </a:pathLst>
            </a:custGeom>
            <a:solidFill>
              <a:srgbClr val="21998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1" name="Freeform 10"/>
            <p:cNvSpPr>
              <a:spLocks/>
            </p:cNvSpPr>
            <p:nvPr/>
          </p:nvSpPr>
          <p:spPr bwMode="auto">
            <a:xfrm>
              <a:off x="4057450" y="6022581"/>
              <a:ext cx="611330" cy="611330"/>
            </a:xfrm>
            <a:custGeom>
              <a:avLst/>
              <a:gdLst>
                <a:gd name="T0" fmla="*/ 351 w 351"/>
                <a:gd name="T1" fmla="*/ 0 h 351"/>
                <a:gd name="T2" fmla="*/ 185 w 351"/>
                <a:gd name="T3" fmla="*/ 0 h 351"/>
                <a:gd name="T4" fmla="*/ 0 w 351"/>
                <a:gd name="T5" fmla="*/ 186 h 351"/>
                <a:gd name="T6" fmla="*/ 0 w 351"/>
                <a:gd name="T7" fmla="*/ 351 h 351"/>
                <a:gd name="T8" fmla="*/ 351 w 351"/>
                <a:gd name="T9" fmla="*/ 0 h 351"/>
              </a:gdLst>
              <a:ahLst/>
              <a:cxnLst>
                <a:cxn ang="0">
                  <a:pos x="T0" y="T1"/>
                </a:cxn>
                <a:cxn ang="0">
                  <a:pos x="T2" y="T3"/>
                </a:cxn>
                <a:cxn ang="0">
                  <a:pos x="T4" y="T5"/>
                </a:cxn>
                <a:cxn ang="0">
                  <a:pos x="T6" y="T7"/>
                </a:cxn>
                <a:cxn ang="0">
                  <a:pos x="T8" y="T9"/>
                </a:cxn>
              </a:cxnLst>
              <a:rect l="0" t="0" r="r" b="b"/>
              <a:pathLst>
                <a:path w="351" h="351">
                  <a:moveTo>
                    <a:pt x="351" y="0"/>
                  </a:moveTo>
                  <a:cubicBezTo>
                    <a:pt x="185" y="0"/>
                    <a:pt x="185" y="0"/>
                    <a:pt x="185" y="0"/>
                  </a:cubicBezTo>
                  <a:cubicBezTo>
                    <a:pt x="0" y="186"/>
                    <a:pt x="0" y="186"/>
                    <a:pt x="0" y="186"/>
                  </a:cubicBezTo>
                  <a:cubicBezTo>
                    <a:pt x="0" y="351"/>
                    <a:pt x="0" y="351"/>
                    <a:pt x="0" y="351"/>
                  </a:cubicBezTo>
                  <a:cubicBezTo>
                    <a:pt x="189" y="344"/>
                    <a:pt x="344" y="189"/>
                    <a:pt x="351" y="0"/>
                  </a:cubicBezTo>
                  <a:close/>
                </a:path>
              </a:pathLst>
            </a:custGeom>
            <a:solidFill>
              <a:srgbClr val="EA981E"/>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2" name="Freeform 11"/>
            <p:cNvSpPr>
              <a:spLocks/>
            </p:cNvSpPr>
            <p:nvPr/>
          </p:nvSpPr>
          <p:spPr bwMode="auto">
            <a:xfrm>
              <a:off x="4057450" y="5363376"/>
              <a:ext cx="611330" cy="612067"/>
            </a:xfrm>
            <a:custGeom>
              <a:avLst/>
              <a:gdLst>
                <a:gd name="T0" fmla="*/ 0 w 351"/>
                <a:gd name="T1" fmla="*/ 0 h 351"/>
                <a:gd name="T2" fmla="*/ 0 w 351"/>
                <a:gd name="T3" fmla="*/ 165 h 351"/>
                <a:gd name="T4" fmla="*/ 185 w 351"/>
                <a:gd name="T5" fmla="*/ 351 h 351"/>
                <a:gd name="T6" fmla="*/ 351 w 351"/>
                <a:gd name="T7" fmla="*/ 351 h 351"/>
                <a:gd name="T8" fmla="*/ 0 w 351"/>
                <a:gd name="T9" fmla="*/ 0 h 351"/>
              </a:gdLst>
              <a:ahLst/>
              <a:cxnLst>
                <a:cxn ang="0">
                  <a:pos x="T0" y="T1"/>
                </a:cxn>
                <a:cxn ang="0">
                  <a:pos x="T2" y="T3"/>
                </a:cxn>
                <a:cxn ang="0">
                  <a:pos x="T4" y="T5"/>
                </a:cxn>
                <a:cxn ang="0">
                  <a:pos x="T6" y="T7"/>
                </a:cxn>
                <a:cxn ang="0">
                  <a:pos x="T8" y="T9"/>
                </a:cxn>
              </a:cxnLst>
              <a:rect l="0" t="0" r="r" b="b"/>
              <a:pathLst>
                <a:path w="351" h="351">
                  <a:moveTo>
                    <a:pt x="0" y="0"/>
                  </a:moveTo>
                  <a:cubicBezTo>
                    <a:pt x="0" y="165"/>
                    <a:pt x="0" y="165"/>
                    <a:pt x="0" y="165"/>
                  </a:cubicBezTo>
                  <a:cubicBezTo>
                    <a:pt x="185" y="351"/>
                    <a:pt x="185" y="351"/>
                    <a:pt x="185" y="351"/>
                  </a:cubicBezTo>
                  <a:cubicBezTo>
                    <a:pt x="351" y="351"/>
                    <a:pt x="351" y="351"/>
                    <a:pt x="351" y="351"/>
                  </a:cubicBezTo>
                  <a:cubicBezTo>
                    <a:pt x="344" y="162"/>
                    <a:pt x="189" y="7"/>
                    <a:pt x="0" y="0"/>
                  </a:cubicBezTo>
                  <a:close/>
                </a:path>
              </a:pathLst>
            </a:custGeom>
            <a:solidFill>
              <a:srgbClr val="8F58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12"/>
            <p:cNvSpPr>
              <a:spLocks/>
            </p:cNvSpPr>
            <p:nvPr/>
          </p:nvSpPr>
          <p:spPr bwMode="auto">
            <a:xfrm>
              <a:off x="3399717" y="6022581"/>
              <a:ext cx="611330" cy="611330"/>
            </a:xfrm>
            <a:custGeom>
              <a:avLst/>
              <a:gdLst>
                <a:gd name="T0" fmla="*/ 0 w 351"/>
                <a:gd name="T1" fmla="*/ 0 h 351"/>
                <a:gd name="T2" fmla="*/ 351 w 351"/>
                <a:gd name="T3" fmla="*/ 351 h 351"/>
                <a:gd name="T4" fmla="*/ 351 w 351"/>
                <a:gd name="T5" fmla="*/ 186 h 351"/>
                <a:gd name="T6" fmla="*/ 165 w 351"/>
                <a:gd name="T7" fmla="*/ 0 h 351"/>
                <a:gd name="T8" fmla="*/ 0 w 351"/>
                <a:gd name="T9" fmla="*/ 0 h 351"/>
              </a:gdLst>
              <a:ahLst/>
              <a:cxnLst>
                <a:cxn ang="0">
                  <a:pos x="T0" y="T1"/>
                </a:cxn>
                <a:cxn ang="0">
                  <a:pos x="T2" y="T3"/>
                </a:cxn>
                <a:cxn ang="0">
                  <a:pos x="T4" y="T5"/>
                </a:cxn>
                <a:cxn ang="0">
                  <a:pos x="T6" y="T7"/>
                </a:cxn>
                <a:cxn ang="0">
                  <a:pos x="T8" y="T9"/>
                </a:cxn>
              </a:cxnLst>
              <a:rect l="0" t="0" r="r" b="b"/>
              <a:pathLst>
                <a:path w="351" h="351">
                  <a:moveTo>
                    <a:pt x="0" y="0"/>
                  </a:moveTo>
                  <a:cubicBezTo>
                    <a:pt x="7" y="189"/>
                    <a:pt x="161" y="344"/>
                    <a:pt x="351" y="351"/>
                  </a:cubicBezTo>
                  <a:cubicBezTo>
                    <a:pt x="351" y="186"/>
                    <a:pt x="351" y="186"/>
                    <a:pt x="351" y="186"/>
                  </a:cubicBezTo>
                  <a:cubicBezTo>
                    <a:pt x="165" y="0"/>
                    <a:pt x="165" y="0"/>
                    <a:pt x="165" y="0"/>
                  </a:cubicBezTo>
                  <a:lnTo>
                    <a:pt x="0" y="0"/>
                  </a:lnTo>
                  <a:close/>
                </a:path>
              </a:pathLst>
            </a:custGeom>
            <a:solidFill>
              <a:srgbClr val="DA4D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3" name="组合 12"/>
          <p:cNvGrpSpPr>
            <a:grpSpLocks noChangeAspect="1"/>
          </p:cNvGrpSpPr>
          <p:nvPr/>
        </p:nvGrpSpPr>
        <p:grpSpPr>
          <a:xfrm>
            <a:off x="2672029" y="5590867"/>
            <a:ext cx="1078404" cy="1079026"/>
            <a:chOff x="4084666" y="1152450"/>
            <a:chExt cx="2747963" cy="2749550"/>
          </a:xfrm>
        </p:grpSpPr>
        <p:sp>
          <p:nvSpPr>
            <p:cNvPr id="26" name="Freeform 5"/>
            <p:cNvSpPr>
              <a:spLocks/>
            </p:cNvSpPr>
            <p:nvPr/>
          </p:nvSpPr>
          <p:spPr bwMode="auto">
            <a:xfrm>
              <a:off x="4970491" y="3117775"/>
              <a:ext cx="1725613" cy="784225"/>
            </a:xfrm>
            <a:custGeom>
              <a:avLst/>
              <a:gdLst>
                <a:gd name="T0" fmla="*/ 287 w 460"/>
                <a:gd name="T1" fmla="*/ 0 h 209"/>
                <a:gd name="T2" fmla="*/ 273 w 460"/>
                <a:gd name="T3" fmla="*/ 0 h 209"/>
                <a:gd name="T4" fmla="*/ 260 w 460"/>
                <a:gd name="T5" fmla="*/ 0 h 209"/>
                <a:gd name="T6" fmla="*/ 0 w 460"/>
                <a:gd name="T7" fmla="*/ 0 h 209"/>
                <a:gd name="T8" fmla="*/ 0 w 460"/>
                <a:gd name="T9" fmla="*/ 185 h 209"/>
                <a:gd name="T10" fmla="*/ 130 w 460"/>
                <a:gd name="T11" fmla="*/ 209 h 209"/>
                <a:gd name="T12" fmla="*/ 260 w 460"/>
                <a:gd name="T13" fmla="*/ 185 h 209"/>
                <a:gd name="T14" fmla="*/ 273 w 460"/>
                <a:gd name="T15" fmla="*/ 179 h 209"/>
                <a:gd name="T16" fmla="*/ 287 w 460"/>
                <a:gd name="T17" fmla="*/ 173 h 209"/>
                <a:gd name="T18" fmla="*/ 460 w 460"/>
                <a:gd name="T19" fmla="*/ 0 h 209"/>
                <a:gd name="T20" fmla="*/ 287 w 460"/>
                <a:gd name="T21"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0" h="209">
                  <a:moveTo>
                    <a:pt x="287" y="0"/>
                  </a:moveTo>
                  <a:cubicBezTo>
                    <a:pt x="273" y="0"/>
                    <a:pt x="273" y="0"/>
                    <a:pt x="273" y="0"/>
                  </a:cubicBezTo>
                  <a:cubicBezTo>
                    <a:pt x="260" y="0"/>
                    <a:pt x="260" y="0"/>
                    <a:pt x="260" y="0"/>
                  </a:cubicBezTo>
                  <a:cubicBezTo>
                    <a:pt x="0" y="0"/>
                    <a:pt x="0" y="0"/>
                    <a:pt x="0" y="0"/>
                  </a:cubicBezTo>
                  <a:cubicBezTo>
                    <a:pt x="0" y="185"/>
                    <a:pt x="0" y="185"/>
                    <a:pt x="0" y="185"/>
                  </a:cubicBezTo>
                  <a:cubicBezTo>
                    <a:pt x="40" y="200"/>
                    <a:pt x="84" y="209"/>
                    <a:pt x="130" y="209"/>
                  </a:cubicBezTo>
                  <a:cubicBezTo>
                    <a:pt x="176" y="209"/>
                    <a:pt x="219" y="200"/>
                    <a:pt x="260" y="185"/>
                  </a:cubicBezTo>
                  <a:cubicBezTo>
                    <a:pt x="264" y="183"/>
                    <a:pt x="269" y="181"/>
                    <a:pt x="273" y="179"/>
                  </a:cubicBezTo>
                  <a:cubicBezTo>
                    <a:pt x="278" y="178"/>
                    <a:pt x="282" y="176"/>
                    <a:pt x="287" y="173"/>
                  </a:cubicBezTo>
                  <a:cubicBezTo>
                    <a:pt x="363" y="137"/>
                    <a:pt x="424" y="76"/>
                    <a:pt x="460" y="0"/>
                  </a:cubicBezTo>
                  <a:lnTo>
                    <a:pt x="287" y="0"/>
                  </a:lnTo>
                  <a:close/>
                </a:path>
              </a:pathLst>
            </a:custGeom>
            <a:solidFill>
              <a:srgbClr val="EA981E"/>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7" name="Freeform 6"/>
            <p:cNvSpPr>
              <a:spLocks/>
            </p:cNvSpPr>
            <p:nvPr/>
          </p:nvSpPr>
          <p:spPr bwMode="auto">
            <a:xfrm>
              <a:off x="6046816" y="1284213"/>
              <a:ext cx="785813" cy="1731963"/>
            </a:xfrm>
            <a:custGeom>
              <a:avLst/>
              <a:gdLst>
                <a:gd name="T0" fmla="*/ 185 w 209"/>
                <a:gd name="T1" fmla="*/ 201 h 461"/>
                <a:gd name="T2" fmla="*/ 179 w 209"/>
                <a:gd name="T3" fmla="*/ 187 h 461"/>
                <a:gd name="T4" fmla="*/ 173 w 209"/>
                <a:gd name="T5" fmla="*/ 174 h 461"/>
                <a:gd name="T6" fmla="*/ 0 w 209"/>
                <a:gd name="T7" fmla="*/ 0 h 461"/>
                <a:gd name="T8" fmla="*/ 0 w 209"/>
                <a:gd name="T9" fmla="*/ 174 h 461"/>
                <a:gd name="T10" fmla="*/ 0 w 209"/>
                <a:gd name="T11" fmla="*/ 187 h 461"/>
                <a:gd name="T12" fmla="*/ 0 w 209"/>
                <a:gd name="T13" fmla="*/ 201 h 461"/>
                <a:gd name="T14" fmla="*/ 0 w 209"/>
                <a:gd name="T15" fmla="*/ 461 h 461"/>
                <a:gd name="T16" fmla="*/ 185 w 209"/>
                <a:gd name="T17" fmla="*/ 461 h 461"/>
                <a:gd name="T18" fmla="*/ 209 w 209"/>
                <a:gd name="T19" fmla="*/ 331 h 461"/>
                <a:gd name="T20" fmla="*/ 185 w 209"/>
                <a:gd name="T21" fmla="*/ 201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9" h="461">
                  <a:moveTo>
                    <a:pt x="185" y="201"/>
                  </a:moveTo>
                  <a:cubicBezTo>
                    <a:pt x="183" y="196"/>
                    <a:pt x="181" y="192"/>
                    <a:pt x="179" y="187"/>
                  </a:cubicBezTo>
                  <a:cubicBezTo>
                    <a:pt x="178" y="183"/>
                    <a:pt x="176" y="178"/>
                    <a:pt x="173" y="174"/>
                  </a:cubicBezTo>
                  <a:cubicBezTo>
                    <a:pt x="137" y="98"/>
                    <a:pt x="76" y="36"/>
                    <a:pt x="0" y="0"/>
                  </a:cubicBezTo>
                  <a:cubicBezTo>
                    <a:pt x="0" y="174"/>
                    <a:pt x="0" y="174"/>
                    <a:pt x="0" y="174"/>
                  </a:cubicBezTo>
                  <a:cubicBezTo>
                    <a:pt x="0" y="187"/>
                    <a:pt x="0" y="187"/>
                    <a:pt x="0" y="187"/>
                  </a:cubicBezTo>
                  <a:cubicBezTo>
                    <a:pt x="0" y="201"/>
                    <a:pt x="0" y="201"/>
                    <a:pt x="0" y="201"/>
                  </a:cubicBezTo>
                  <a:cubicBezTo>
                    <a:pt x="0" y="461"/>
                    <a:pt x="0" y="461"/>
                    <a:pt x="0" y="461"/>
                  </a:cubicBezTo>
                  <a:cubicBezTo>
                    <a:pt x="185" y="461"/>
                    <a:pt x="185" y="461"/>
                    <a:pt x="185" y="461"/>
                  </a:cubicBezTo>
                  <a:cubicBezTo>
                    <a:pt x="200" y="420"/>
                    <a:pt x="209" y="377"/>
                    <a:pt x="209" y="331"/>
                  </a:cubicBezTo>
                  <a:cubicBezTo>
                    <a:pt x="209" y="285"/>
                    <a:pt x="200" y="241"/>
                    <a:pt x="185" y="201"/>
                  </a:cubicBezTo>
                  <a:close/>
                </a:path>
              </a:pathLst>
            </a:custGeom>
            <a:solidFill>
              <a:srgbClr val="8F58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7"/>
            <p:cNvSpPr>
              <a:spLocks/>
            </p:cNvSpPr>
            <p:nvPr/>
          </p:nvSpPr>
          <p:spPr bwMode="auto">
            <a:xfrm>
              <a:off x="4214841" y="1152450"/>
              <a:ext cx="1730375" cy="785813"/>
            </a:xfrm>
            <a:custGeom>
              <a:avLst/>
              <a:gdLst>
                <a:gd name="T0" fmla="*/ 331 w 461"/>
                <a:gd name="T1" fmla="*/ 0 h 209"/>
                <a:gd name="T2" fmla="*/ 201 w 461"/>
                <a:gd name="T3" fmla="*/ 24 h 209"/>
                <a:gd name="T4" fmla="*/ 187 w 461"/>
                <a:gd name="T5" fmla="*/ 29 h 209"/>
                <a:gd name="T6" fmla="*/ 174 w 461"/>
                <a:gd name="T7" fmla="*/ 35 h 209"/>
                <a:gd name="T8" fmla="*/ 0 w 461"/>
                <a:gd name="T9" fmla="*/ 209 h 209"/>
                <a:gd name="T10" fmla="*/ 174 w 461"/>
                <a:gd name="T11" fmla="*/ 209 h 209"/>
                <a:gd name="T12" fmla="*/ 187 w 461"/>
                <a:gd name="T13" fmla="*/ 209 h 209"/>
                <a:gd name="T14" fmla="*/ 201 w 461"/>
                <a:gd name="T15" fmla="*/ 209 h 209"/>
                <a:gd name="T16" fmla="*/ 461 w 461"/>
                <a:gd name="T17" fmla="*/ 209 h 209"/>
                <a:gd name="T18" fmla="*/ 461 w 461"/>
                <a:gd name="T19" fmla="*/ 24 h 209"/>
                <a:gd name="T20" fmla="*/ 331 w 461"/>
                <a:gd name="T21"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1" h="209">
                  <a:moveTo>
                    <a:pt x="331" y="0"/>
                  </a:moveTo>
                  <a:cubicBezTo>
                    <a:pt x="285" y="0"/>
                    <a:pt x="241" y="8"/>
                    <a:pt x="201" y="24"/>
                  </a:cubicBezTo>
                  <a:cubicBezTo>
                    <a:pt x="196" y="26"/>
                    <a:pt x="192" y="27"/>
                    <a:pt x="187" y="29"/>
                  </a:cubicBezTo>
                  <a:cubicBezTo>
                    <a:pt x="183" y="31"/>
                    <a:pt x="178" y="33"/>
                    <a:pt x="174" y="35"/>
                  </a:cubicBezTo>
                  <a:cubicBezTo>
                    <a:pt x="98" y="71"/>
                    <a:pt x="36" y="133"/>
                    <a:pt x="0" y="209"/>
                  </a:cubicBezTo>
                  <a:cubicBezTo>
                    <a:pt x="174" y="209"/>
                    <a:pt x="174" y="209"/>
                    <a:pt x="174" y="209"/>
                  </a:cubicBezTo>
                  <a:cubicBezTo>
                    <a:pt x="187" y="209"/>
                    <a:pt x="187" y="209"/>
                    <a:pt x="187" y="209"/>
                  </a:cubicBezTo>
                  <a:cubicBezTo>
                    <a:pt x="201" y="209"/>
                    <a:pt x="201" y="209"/>
                    <a:pt x="201" y="209"/>
                  </a:cubicBezTo>
                  <a:cubicBezTo>
                    <a:pt x="461" y="209"/>
                    <a:pt x="461" y="209"/>
                    <a:pt x="461" y="209"/>
                  </a:cubicBezTo>
                  <a:cubicBezTo>
                    <a:pt x="461" y="24"/>
                    <a:pt x="461" y="24"/>
                    <a:pt x="461" y="24"/>
                  </a:cubicBezTo>
                  <a:cubicBezTo>
                    <a:pt x="420" y="8"/>
                    <a:pt x="377" y="0"/>
                    <a:pt x="331" y="0"/>
                  </a:cubicBezTo>
                  <a:close/>
                </a:path>
              </a:pathLst>
            </a:custGeom>
            <a:solidFill>
              <a:srgbClr val="21998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9" name="Freeform 8"/>
            <p:cNvSpPr>
              <a:spLocks/>
            </p:cNvSpPr>
            <p:nvPr/>
          </p:nvSpPr>
          <p:spPr bwMode="auto">
            <a:xfrm>
              <a:off x="4084666" y="2039863"/>
              <a:ext cx="784225" cy="1727200"/>
            </a:xfrm>
            <a:custGeom>
              <a:avLst/>
              <a:gdLst>
                <a:gd name="T0" fmla="*/ 24 w 209"/>
                <a:gd name="T1" fmla="*/ 0 h 460"/>
                <a:gd name="T2" fmla="*/ 0 w 209"/>
                <a:gd name="T3" fmla="*/ 130 h 460"/>
                <a:gd name="T4" fmla="*/ 24 w 209"/>
                <a:gd name="T5" fmla="*/ 260 h 460"/>
                <a:gd name="T6" fmla="*/ 29 w 209"/>
                <a:gd name="T7" fmla="*/ 273 h 460"/>
                <a:gd name="T8" fmla="*/ 35 w 209"/>
                <a:gd name="T9" fmla="*/ 287 h 460"/>
                <a:gd name="T10" fmla="*/ 209 w 209"/>
                <a:gd name="T11" fmla="*/ 460 h 460"/>
                <a:gd name="T12" fmla="*/ 209 w 209"/>
                <a:gd name="T13" fmla="*/ 287 h 460"/>
                <a:gd name="T14" fmla="*/ 209 w 209"/>
                <a:gd name="T15" fmla="*/ 273 h 460"/>
                <a:gd name="T16" fmla="*/ 209 w 209"/>
                <a:gd name="T17" fmla="*/ 260 h 460"/>
                <a:gd name="T18" fmla="*/ 209 w 209"/>
                <a:gd name="T19" fmla="*/ 0 h 460"/>
                <a:gd name="T20" fmla="*/ 24 w 209"/>
                <a:gd name="T21" fmla="*/ 0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9" h="460">
                  <a:moveTo>
                    <a:pt x="24" y="0"/>
                  </a:moveTo>
                  <a:cubicBezTo>
                    <a:pt x="8" y="40"/>
                    <a:pt x="0" y="84"/>
                    <a:pt x="0" y="130"/>
                  </a:cubicBezTo>
                  <a:cubicBezTo>
                    <a:pt x="0" y="176"/>
                    <a:pt x="8" y="219"/>
                    <a:pt x="24" y="260"/>
                  </a:cubicBezTo>
                  <a:cubicBezTo>
                    <a:pt x="26" y="264"/>
                    <a:pt x="27" y="269"/>
                    <a:pt x="29" y="273"/>
                  </a:cubicBezTo>
                  <a:cubicBezTo>
                    <a:pt x="31" y="278"/>
                    <a:pt x="33" y="282"/>
                    <a:pt x="35" y="287"/>
                  </a:cubicBezTo>
                  <a:cubicBezTo>
                    <a:pt x="71" y="363"/>
                    <a:pt x="133" y="424"/>
                    <a:pt x="209" y="460"/>
                  </a:cubicBezTo>
                  <a:cubicBezTo>
                    <a:pt x="209" y="287"/>
                    <a:pt x="209" y="287"/>
                    <a:pt x="209" y="287"/>
                  </a:cubicBezTo>
                  <a:cubicBezTo>
                    <a:pt x="209" y="273"/>
                    <a:pt x="209" y="273"/>
                    <a:pt x="209" y="273"/>
                  </a:cubicBezTo>
                  <a:cubicBezTo>
                    <a:pt x="209" y="260"/>
                    <a:pt x="209" y="260"/>
                    <a:pt x="209" y="260"/>
                  </a:cubicBezTo>
                  <a:cubicBezTo>
                    <a:pt x="209" y="0"/>
                    <a:pt x="209" y="0"/>
                    <a:pt x="209" y="0"/>
                  </a:cubicBezTo>
                  <a:lnTo>
                    <a:pt x="24" y="0"/>
                  </a:lnTo>
                  <a:close/>
                </a:path>
              </a:pathLst>
            </a:custGeom>
            <a:solidFill>
              <a:srgbClr val="DA4D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4" name="组合 13"/>
          <p:cNvGrpSpPr>
            <a:grpSpLocks noChangeAspect="1"/>
          </p:cNvGrpSpPr>
          <p:nvPr/>
        </p:nvGrpSpPr>
        <p:grpSpPr>
          <a:xfrm>
            <a:off x="3825388" y="5590561"/>
            <a:ext cx="1078404" cy="1079638"/>
            <a:chOff x="7643014" y="4537761"/>
            <a:chExt cx="2773362" cy="2776537"/>
          </a:xfrm>
        </p:grpSpPr>
        <p:sp>
          <p:nvSpPr>
            <p:cNvPr id="22" name="Freeform 22"/>
            <p:cNvSpPr>
              <a:spLocks/>
            </p:cNvSpPr>
            <p:nvPr/>
          </p:nvSpPr>
          <p:spPr bwMode="auto">
            <a:xfrm>
              <a:off x="8322464" y="4537761"/>
              <a:ext cx="1925638" cy="995363"/>
            </a:xfrm>
            <a:custGeom>
              <a:avLst/>
              <a:gdLst>
                <a:gd name="T0" fmla="*/ 261 w 513"/>
                <a:gd name="T1" fmla="*/ 191 h 265"/>
                <a:gd name="T2" fmla="*/ 386 w 513"/>
                <a:gd name="T3" fmla="*/ 151 h 265"/>
                <a:gd name="T4" fmla="*/ 513 w 513"/>
                <a:gd name="T5" fmla="*/ 193 h 265"/>
                <a:gd name="T6" fmla="*/ 189 w 513"/>
                <a:gd name="T7" fmla="*/ 0 h 265"/>
                <a:gd name="T8" fmla="*/ 78 w 513"/>
                <a:gd name="T9" fmla="*/ 17 h 265"/>
                <a:gd name="T10" fmla="*/ 0 w 513"/>
                <a:gd name="T11" fmla="*/ 169 h 265"/>
                <a:gd name="T12" fmla="*/ 27 w 513"/>
                <a:gd name="T13" fmla="*/ 265 h 265"/>
                <a:gd name="T14" fmla="*/ 189 w 513"/>
                <a:gd name="T15" fmla="*/ 177 h 265"/>
                <a:gd name="T16" fmla="*/ 261 w 513"/>
                <a:gd name="T17" fmla="*/ 191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3" h="265">
                  <a:moveTo>
                    <a:pt x="261" y="191"/>
                  </a:moveTo>
                  <a:cubicBezTo>
                    <a:pt x="298" y="165"/>
                    <a:pt x="341" y="151"/>
                    <a:pt x="386" y="151"/>
                  </a:cubicBezTo>
                  <a:cubicBezTo>
                    <a:pt x="432" y="151"/>
                    <a:pt x="477" y="166"/>
                    <a:pt x="513" y="193"/>
                  </a:cubicBezTo>
                  <a:cubicBezTo>
                    <a:pt x="449" y="74"/>
                    <a:pt x="326" y="0"/>
                    <a:pt x="189" y="0"/>
                  </a:cubicBezTo>
                  <a:cubicBezTo>
                    <a:pt x="151" y="0"/>
                    <a:pt x="113" y="5"/>
                    <a:pt x="78" y="17"/>
                  </a:cubicBezTo>
                  <a:cubicBezTo>
                    <a:pt x="29" y="52"/>
                    <a:pt x="0" y="109"/>
                    <a:pt x="0" y="169"/>
                  </a:cubicBezTo>
                  <a:cubicBezTo>
                    <a:pt x="0" y="203"/>
                    <a:pt x="9" y="236"/>
                    <a:pt x="27" y="265"/>
                  </a:cubicBezTo>
                  <a:cubicBezTo>
                    <a:pt x="62" y="211"/>
                    <a:pt x="123" y="177"/>
                    <a:pt x="189" y="177"/>
                  </a:cubicBezTo>
                  <a:cubicBezTo>
                    <a:pt x="214" y="177"/>
                    <a:pt x="238" y="182"/>
                    <a:pt x="261" y="191"/>
                  </a:cubicBezTo>
                  <a:close/>
                </a:path>
              </a:pathLst>
            </a:custGeom>
            <a:solidFill>
              <a:srgbClr val="8F58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23"/>
            <p:cNvSpPr>
              <a:spLocks/>
            </p:cNvSpPr>
            <p:nvPr/>
          </p:nvSpPr>
          <p:spPr bwMode="auto">
            <a:xfrm>
              <a:off x="7643014" y="4704448"/>
              <a:ext cx="993775" cy="1919288"/>
            </a:xfrm>
            <a:custGeom>
              <a:avLst/>
              <a:gdLst>
                <a:gd name="T0" fmla="*/ 178 w 265"/>
                <a:gd name="T1" fmla="*/ 325 h 511"/>
                <a:gd name="T2" fmla="*/ 194 w 265"/>
                <a:gd name="T3" fmla="*/ 248 h 511"/>
                <a:gd name="T4" fmla="*/ 154 w 265"/>
                <a:gd name="T5" fmla="*/ 125 h 511"/>
                <a:gd name="T6" fmla="*/ 195 w 265"/>
                <a:gd name="T7" fmla="*/ 0 h 511"/>
                <a:gd name="T8" fmla="*/ 0 w 265"/>
                <a:gd name="T9" fmla="*/ 325 h 511"/>
                <a:gd name="T10" fmla="*/ 13 w 265"/>
                <a:gd name="T11" fmla="*/ 424 h 511"/>
                <a:gd name="T12" fmla="*/ 172 w 265"/>
                <a:gd name="T13" fmla="*/ 511 h 511"/>
                <a:gd name="T14" fmla="*/ 265 w 265"/>
                <a:gd name="T15" fmla="*/ 486 h 511"/>
                <a:gd name="T16" fmla="*/ 178 w 265"/>
                <a:gd name="T17" fmla="*/ 325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5" h="511">
                  <a:moveTo>
                    <a:pt x="178" y="325"/>
                  </a:moveTo>
                  <a:cubicBezTo>
                    <a:pt x="178" y="298"/>
                    <a:pt x="183" y="273"/>
                    <a:pt x="194" y="248"/>
                  </a:cubicBezTo>
                  <a:cubicBezTo>
                    <a:pt x="168" y="212"/>
                    <a:pt x="154" y="169"/>
                    <a:pt x="154" y="125"/>
                  </a:cubicBezTo>
                  <a:cubicBezTo>
                    <a:pt x="154" y="80"/>
                    <a:pt x="169" y="36"/>
                    <a:pt x="195" y="0"/>
                  </a:cubicBezTo>
                  <a:cubicBezTo>
                    <a:pt x="75" y="63"/>
                    <a:pt x="0" y="187"/>
                    <a:pt x="0" y="325"/>
                  </a:cubicBezTo>
                  <a:cubicBezTo>
                    <a:pt x="0" y="359"/>
                    <a:pt x="5" y="392"/>
                    <a:pt x="13" y="424"/>
                  </a:cubicBezTo>
                  <a:cubicBezTo>
                    <a:pt x="48" y="478"/>
                    <a:pt x="107" y="511"/>
                    <a:pt x="172" y="511"/>
                  </a:cubicBezTo>
                  <a:cubicBezTo>
                    <a:pt x="205" y="511"/>
                    <a:pt x="237" y="502"/>
                    <a:pt x="265" y="486"/>
                  </a:cubicBezTo>
                  <a:cubicBezTo>
                    <a:pt x="211" y="451"/>
                    <a:pt x="178" y="390"/>
                    <a:pt x="178" y="325"/>
                  </a:cubicBezTo>
                  <a:close/>
                </a:path>
              </a:pathLst>
            </a:custGeom>
            <a:solidFill>
              <a:srgbClr val="4BB5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4"/>
            <p:cNvSpPr>
              <a:spLocks/>
            </p:cNvSpPr>
            <p:nvPr/>
          </p:nvSpPr>
          <p:spPr bwMode="auto">
            <a:xfrm>
              <a:off x="7792239" y="6304648"/>
              <a:ext cx="1944688" cy="1009650"/>
            </a:xfrm>
            <a:custGeom>
              <a:avLst/>
              <a:gdLst>
                <a:gd name="T0" fmla="*/ 252 w 518"/>
                <a:gd name="T1" fmla="*/ 75 h 269"/>
                <a:gd name="T2" fmla="*/ 132 w 518"/>
                <a:gd name="T3" fmla="*/ 112 h 269"/>
                <a:gd name="T4" fmla="*/ 0 w 518"/>
                <a:gd name="T5" fmla="*/ 66 h 269"/>
                <a:gd name="T6" fmla="*/ 330 w 518"/>
                <a:gd name="T7" fmla="*/ 269 h 269"/>
                <a:gd name="T8" fmla="*/ 425 w 518"/>
                <a:gd name="T9" fmla="*/ 256 h 269"/>
                <a:gd name="T10" fmla="*/ 518 w 518"/>
                <a:gd name="T11" fmla="*/ 94 h 269"/>
                <a:gd name="T12" fmla="*/ 493 w 518"/>
                <a:gd name="T13" fmla="*/ 0 h 269"/>
                <a:gd name="T14" fmla="*/ 330 w 518"/>
                <a:gd name="T15" fmla="*/ 91 h 269"/>
                <a:gd name="T16" fmla="*/ 252 w 518"/>
                <a:gd name="T17" fmla="*/ 75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8" h="269">
                  <a:moveTo>
                    <a:pt x="252" y="75"/>
                  </a:moveTo>
                  <a:cubicBezTo>
                    <a:pt x="216" y="99"/>
                    <a:pt x="175" y="112"/>
                    <a:pt x="132" y="112"/>
                  </a:cubicBezTo>
                  <a:cubicBezTo>
                    <a:pt x="84" y="112"/>
                    <a:pt x="37" y="95"/>
                    <a:pt x="0" y="66"/>
                  </a:cubicBezTo>
                  <a:cubicBezTo>
                    <a:pt x="62" y="189"/>
                    <a:pt x="189" y="269"/>
                    <a:pt x="330" y="269"/>
                  </a:cubicBezTo>
                  <a:cubicBezTo>
                    <a:pt x="362" y="269"/>
                    <a:pt x="394" y="264"/>
                    <a:pt x="425" y="256"/>
                  </a:cubicBezTo>
                  <a:cubicBezTo>
                    <a:pt x="482" y="222"/>
                    <a:pt x="518" y="160"/>
                    <a:pt x="518" y="94"/>
                  </a:cubicBezTo>
                  <a:cubicBezTo>
                    <a:pt x="518" y="61"/>
                    <a:pt x="509" y="29"/>
                    <a:pt x="493" y="0"/>
                  </a:cubicBezTo>
                  <a:cubicBezTo>
                    <a:pt x="458" y="57"/>
                    <a:pt x="397" y="91"/>
                    <a:pt x="330" y="91"/>
                  </a:cubicBezTo>
                  <a:cubicBezTo>
                    <a:pt x="303" y="91"/>
                    <a:pt x="276" y="86"/>
                    <a:pt x="252" y="75"/>
                  </a:cubicBezTo>
                  <a:close/>
                </a:path>
              </a:pathLst>
            </a:custGeom>
            <a:solidFill>
              <a:srgbClr val="4C53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25"/>
            <p:cNvSpPr>
              <a:spLocks/>
            </p:cNvSpPr>
            <p:nvPr/>
          </p:nvSpPr>
          <p:spPr bwMode="auto">
            <a:xfrm>
              <a:off x="9406726" y="5207686"/>
              <a:ext cx="1009650" cy="1952625"/>
            </a:xfrm>
            <a:custGeom>
              <a:avLst/>
              <a:gdLst>
                <a:gd name="T0" fmla="*/ 97 w 269"/>
                <a:gd name="T1" fmla="*/ 0 h 520"/>
                <a:gd name="T2" fmla="*/ 0 w 269"/>
                <a:gd name="T3" fmla="*/ 27 h 520"/>
                <a:gd name="T4" fmla="*/ 92 w 269"/>
                <a:gd name="T5" fmla="*/ 191 h 520"/>
                <a:gd name="T6" fmla="*/ 77 w 269"/>
                <a:gd name="T7" fmla="*/ 264 h 520"/>
                <a:gd name="T8" fmla="*/ 115 w 269"/>
                <a:gd name="T9" fmla="*/ 386 h 520"/>
                <a:gd name="T10" fmla="*/ 68 w 269"/>
                <a:gd name="T11" fmla="*/ 520 h 520"/>
                <a:gd name="T12" fmla="*/ 269 w 269"/>
                <a:gd name="T13" fmla="*/ 191 h 520"/>
                <a:gd name="T14" fmla="*/ 253 w 269"/>
                <a:gd name="T15" fmla="*/ 82 h 520"/>
                <a:gd name="T16" fmla="*/ 97 w 269"/>
                <a:gd name="T17" fmla="*/ 0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9" h="520">
                  <a:moveTo>
                    <a:pt x="97" y="0"/>
                  </a:moveTo>
                  <a:cubicBezTo>
                    <a:pt x="62" y="0"/>
                    <a:pt x="29" y="9"/>
                    <a:pt x="0" y="27"/>
                  </a:cubicBezTo>
                  <a:cubicBezTo>
                    <a:pt x="57" y="62"/>
                    <a:pt x="92" y="124"/>
                    <a:pt x="92" y="191"/>
                  </a:cubicBezTo>
                  <a:cubicBezTo>
                    <a:pt x="92" y="217"/>
                    <a:pt x="87" y="241"/>
                    <a:pt x="77" y="264"/>
                  </a:cubicBezTo>
                  <a:cubicBezTo>
                    <a:pt x="102" y="300"/>
                    <a:pt x="115" y="342"/>
                    <a:pt x="115" y="386"/>
                  </a:cubicBezTo>
                  <a:cubicBezTo>
                    <a:pt x="115" y="436"/>
                    <a:pt x="98" y="482"/>
                    <a:pt x="68" y="520"/>
                  </a:cubicBezTo>
                  <a:cubicBezTo>
                    <a:pt x="190" y="458"/>
                    <a:pt x="269" y="331"/>
                    <a:pt x="269" y="191"/>
                  </a:cubicBezTo>
                  <a:cubicBezTo>
                    <a:pt x="269" y="154"/>
                    <a:pt x="264" y="117"/>
                    <a:pt x="253" y="82"/>
                  </a:cubicBezTo>
                  <a:cubicBezTo>
                    <a:pt x="217" y="31"/>
                    <a:pt x="159" y="0"/>
                    <a:pt x="97" y="0"/>
                  </a:cubicBezTo>
                  <a:close/>
                </a:path>
              </a:pathLst>
            </a:custGeom>
            <a:solidFill>
              <a:srgbClr val="EA981E"/>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5" name="组合 14"/>
          <p:cNvGrpSpPr/>
          <p:nvPr/>
        </p:nvGrpSpPr>
        <p:grpSpPr>
          <a:xfrm>
            <a:off x="7287061" y="5591589"/>
            <a:ext cx="1076364" cy="1077583"/>
            <a:chOff x="7612851" y="691248"/>
            <a:chExt cx="2803525" cy="2806701"/>
          </a:xfrm>
        </p:grpSpPr>
        <p:sp>
          <p:nvSpPr>
            <p:cNvPr id="16" name="Freeform 26"/>
            <p:cNvSpPr>
              <a:spLocks/>
            </p:cNvSpPr>
            <p:nvPr/>
          </p:nvSpPr>
          <p:spPr bwMode="auto">
            <a:xfrm>
              <a:off x="9065414" y="691248"/>
              <a:ext cx="1136650" cy="1014413"/>
            </a:xfrm>
            <a:custGeom>
              <a:avLst/>
              <a:gdLst>
                <a:gd name="T0" fmla="*/ 303 w 303"/>
                <a:gd name="T1" fmla="*/ 175 h 270"/>
                <a:gd name="T2" fmla="*/ 0 w 303"/>
                <a:gd name="T3" fmla="*/ 0 h 270"/>
                <a:gd name="T4" fmla="*/ 0 w 303"/>
                <a:gd name="T5" fmla="*/ 190 h 270"/>
                <a:gd name="T6" fmla="*/ 139 w 303"/>
                <a:gd name="T7" fmla="*/ 270 h 270"/>
                <a:gd name="T8" fmla="*/ 303 w 303"/>
                <a:gd name="T9" fmla="*/ 175 h 270"/>
              </a:gdLst>
              <a:ahLst/>
              <a:cxnLst>
                <a:cxn ang="0">
                  <a:pos x="T0" y="T1"/>
                </a:cxn>
                <a:cxn ang="0">
                  <a:pos x="T2" y="T3"/>
                </a:cxn>
                <a:cxn ang="0">
                  <a:pos x="T4" y="T5"/>
                </a:cxn>
                <a:cxn ang="0">
                  <a:pos x="T6" y="T7"/>
                </a:cxn>
                <a:cxn ang="0">
                  <a:pos x="T8" y="T9"/>
                </a:cxn>
              </a:cxnLst>
              <a:rect l="0" t="0" r="r" b="b"/>
              <a:pathLst>
                <a:path w="303" h="270">
                  <a:moveTo>
                    <a:pt x="303" y="175"/>
                  </a:moveTo>
                  <a:cubicBezTo>
                    <a:pt x="237" y="69"/>
                    <a:pt x="125" y="4"/>
                    <a:pt x="0" y="0"/>
                  </a:cubicBezTo>
                  <a:cubicBezTo>
                    <a:pt x="0" y="190"/>
                    <a:pt x="0" y="190"/>
                    <a:pt x="0" y="190"/>
                  </a:cubicBezTo>
                  <a:cubicBezTo>
                    <a:pt x="139" y="270"/>
                    <a:pt x="139" y="270"/>
                    <a:pt x="139" y="270"/>
                  </a:cubicBezTo>
                  <a:lnTo>
                    <a:pt x="303" y="175"/>
                  </a:lnTo>
                  <a:close/>
                </a:path>
              </a:pathLst>
            </a:custGeom>
            <a:solidFill>
              <a:srgbClr val="8F58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27"/>
            <p:cNvSpPr>
              <a:spLocks/>
            </p:cNvSpPr>
            <p:nvPr/>
          </p:nvSpPr>
          <p:spPr bwMode="auto">
            <a:xfrm>
              <a:off x="7825576" y="691248"/>
              <a:ext cx="1138238" cy="1014413"/>
            </a:xfrm>
            <a:custGeom>
              <a:avLst/>
              <a:gdLst>
                <a:gd name="T0" fmla="*/ 0 w 303"/>
                <a:gd name="T1" fmla="*/ 175 h 270"/>
                <a:gd name="T2" fmla="*/ 164 w 303"/>
                <a:gd name="T3" fmla="*/ 270 h 270"/>
                <a:gd name="T4" fmla="*/ 303 w 303"/>
                <a:gd name="T5" fmla="*/ 190 h 270"/>
                <a:gd name="T6" fmla="*/ 303 w 303"/>
                <a:gd name="T7" fmla="*/ 0 h 270"/>
                <a:gd name="T8" fmla="*/ 0 w 303"/>
                <a:gd name="T9" fmla="*/ 175 h 270"/>
              </a:gdLst>
              <a:ahLst/>
              <a:cxnLst>
                <a:cxn ang="0">
                  <a:pos x="T0" y="T1"/>
                </a:cxn>
                <a:cxn ang="0">
                  <a:pos x="T2" y="T3"/>
                </a:cxn>
                <a:cxn ang="0">
                  <a:pos x="T4" y="T5"/>
                </a:cxn>
                <a:cxn ang="0">
                  <a:pos x="T6" y="T7"/>
                </a:cxn>
                <a:cxn ang="0">
                  <a:pos x="T8" y="T9"/>
                </a:cxn>
              </a:cxnLst>
              <a:rect l="0" t="0" r="r" b="b"/>
              <a:pathLst>
                <a:path w="303" h="270">
                  <a:moveTo>
                    <a:pt x="0" y="175"/>
                  </a:moveTo>
                  <a:cubicBezTo>
                    <a:pt x="164" y="270"/>
                    <a:pt x="164" y="270"/>
                    <a:pt x="164" y="270"/>
                  </a:cubicBezTo>
                  <a:cubicBezTo>
                    <a:pt x="303" y="190"/>
                    <a:pt x="303" y="190"/>
                    <a:pt x="303" y="190"/>
                  </a:cubicBezTo>
                  <a:cubicBezTo>
                    <a:pt x="303" y="0"/>
                    <a:pt x="303" y="0"/>
                    <a:pt x="303" y="0"/>
                  </a:cubicBezTo>
                  <a:cubicBezTo>
                    <a:pt x="178" y="4"/>
                    <a:pt x="66" y="69"/>
                    <a:pt x="0" y="175"/>
                  </a:cubicBezTo>
                  <a:close/>
                </a:path>
              </a:pathLst>
            </a:custGeom>
            <a:solidFill>
              <a:srgbClr val="4BB5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28"/>
            <p:cNvSpPr>
              <a:spLocks/>
            </p:cNvSpPr>
            <p:nvPr/>
          </p:nvSpPr>
          <p:spPr bwMode="auto">
            <a:xfrm>
              <a:off x="9635326" y="1435786"/>
              <a:ext cx="781050" cy="1314450"/>
            </a:xfrm>
            <a:custGeom>
              <a:avLst/>
              <a:gdLst>
                <a:gd name="T0" fmla="*/ 165 w 208"/>
                <a:gd name="T1" fmla="*/ 0 h 350"/>
                <a:gd name="T2" fmla="*/ 0 w 208"/>
                <a:gd name="T3" fmla="*/ 95 h 350"/>
                <a:gd name="T4" fmla="*/ 0 w 208"/>
                <a:gd name="T5" fmla="*/ 255 h 350"/>
                <a:gd name="T6" fmla="*/ 165 w 208"/>
                <a:gd name="T7" fmla="*/ 350 h 350"/>
                <a:gd name="T8" fmla="*/ 208 w 208"/>
                <a:gd name="T9" fmla="*/ 175 h 350"/>
                <a:gd name="T10" fmla="*/ 165 w 208"/>
                <a:gd name="T11" fmla="*/ 0 h 350"/>
              </a:gdLst>
              <a:ahLst/>
              <a:cxnLst>
                <a:cxn ang="0">
                  <a:pos x="T0" y="T1"/>
                </a:cxn>
                <a:cxn ang="0">
                  <a:pos x="T2" y="T3"/>
                </a:cxn>
                <a:cxn ang="0">
                  <a:pos x="T4" y="T5"/>
                </a:cxn>
                <a:cxn ang="0">
                  <a:pos x="T6" y="T7"/>
                </a:cxn>
                <a:cxn ang="0">
                  <a:pos x="T8" y="T9"/>
                </a:cxn>
                <a:cxn ang="0">
                  <a:pos x="T10" y="T11"/>
                </a:cxn>
              </a:cxnLst>
              <a:rect l="0" t="0" r="r" b="b"/>
              <a:pathLst>
                <a:path w="208" h="350">
                  <a:moveTo>
                    <a:pt x="165" y="0"/>
                  </a:moveTo>
                  <a:cubicBezTo>
                    <a:pt x="0" y="95"/>
                    <a:pt x="0" y="95"/>
                    <a:pt x="0" y="95"/>
                  </a:cubicBezTo>
                  <a:cubicBezTo>
                    <a:pt x="0" y="255"/>
                    <a:pt x="0" y="255"/>
                    <a:pt x="0" y="255"/>
                  </a:cubicBezTo>
                  <a:cubicBezTo>
                    <a:pt x="165" y="350"/>
                    <a:pt x="165" y="350"/>
                    <a:pt x="165" y="350"/>
                  </a:cubicBezTo>
                  <a:cubicBezTo>
                    <a:pt x="193" y="297"/>
                    <a:pt x="208" y="236"/>
                    <a:pt x="208" y="175"/>
                  </a:cubicBezTo>
                  <a:cubicBezTo>
                    <a:pt x="208" y="114"/>
                    <a:pt x="193" y="54"/>
                    <a:pt x="165" y="0"/>
                  </a:cubicBezTo>
                  <a:close/>
                </a:path>
              </a:pathLst>
            </a:custGeom>
            <a:solidFill>
              <a:srgbClr val="C954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29"/>
            <p:cNvSpPr>
              <a:spLocks/>
            </p:cNvSpPr>
            <p:nvPr/>
          </p:nvSpPr>
          <p:spPr bwMode="auto">
            <a:xfrm>
              <a:off x="9065414" y="2483536"/>
              <a:ext cx="1136650" cy="1014413"/>
            </a:xfrm>
            <a:custGeom>
              <a:avLst/>
              <a:gdLst>
                <a:gd name="T0" fmla="*/ 303 w 303"/>
                <a:gd name="T1" fmla="*/ 95 h 270"/>
                <a:gd name="T2" fmla="*/ 139 w 303"/>
                <a:gd name="T3" fmla="*/ 0 h 270"/>
                <a:gd name="T4" fmla="*/ 0 w 303"/>
                <a:gd name="T5" fmla="*/ 80 h 270"/>
                <a:gd name="T6" fmla="*/ 0 w 303"/>
                <a:gd name="T7" fmla="*/ 270 h 270"/>
                <a:gd name="T8" fmla="*/ 303 w 303"/>
                <a:gd name="T9" fmla="*/ 95 h 270"/>
              </a:gdLst>
              <a:ahLst/>
              <a:cxnLst>
                <a:cxn ang="0">
                  <a:pos x="T0" y="T1"/>
                </a:cxn>
                <a:cxn ang="0">
                  <a:pos x="T2" y="T3"/>
                </a:cxn>
                <a:cxn ang="0">
                  <a:pos x="T4" y="T5"/>
                </a:cxn>
                <a:cxn ang="0">
                  <a:pos x="T6" y="T7"/>
                </a:cxn>
                <a:cxn ang="0">
                  <a:pos x="T8" y="T9"/>
                </a:cxn>
              </a:cxnLst>
              <a:rect l="0" t="0" r="r" b="b"/>
              <a:pathLst>
                <a:path w="303" h="270">
                  <a:moveTo>
                    <a:pt x="303" y="95"/>
                  </a:moveTo>
                  <a:cubicBezTo>
                    <a:pt x="139" y="0"/>
                    <a:pt x="139" y="0"/>
                    <a:pt x="139" y="0"/>
                  </a:cubicBezTo>
                  <a:cubicBezTo>
                    <a:pt x="0" y="80"/>
                    <a:pt x="0" y="80"/>
                    <a:pt x="0" y="80"/>
                  </a:cubicBezTo>
                  <a:cubicBezTo>
                    <a:pt x="0" y="270"/>
                    <a:pt x="0" y="270"/>
                    <a:pt x="0" y="270"/>
                  </a:cubicBezTo>
                  <a:cubicBezTo>
                    <a:pt x="125" y="265"/>
                    <a:pt x="237" y="200"/>
                    <a:pt x="303" y="95"/>
                  </a:cubicBezTo>
                  <a:close/>
                </a:path>
              </a:pathLst>
            </a:custGeom>
            <a:solidFill>
              <a:srgbClr val="DA4D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30"/>
            <p:cNvSpPr>
              <a:spLocks/>
            </p:cNvSpPr>
            <p:nvPr/>
          </p:nvSpPr>
          <p:spPr bwMode="auto">
            <a:xfrm>
              <a:off x="7612851" y="1435786"/>
              <a:ext cx="779463" cy="1314450"/>
            </a:xfrm>
            <a:custGeom>
              <a:avLst/>
              <a:gdLst>
                <a:gd name="T0" fmla="*/ 43 w 208"/>
                <a:gd name="T1" fmla="*/ 0 h 350"/>
                <a:gd name="T2" fmla="*/ 0 w 208"/>
                <a:gd name="T3" fmla="*/ 175 h 350"/>
                <a:gd name="T4" fmla="*/ 43 w 208"/>
                <a:gd name="T5" fmla="*/ 350 h 350"/>
                <a:gd name="T6" fmla="*/ 208 w 208"/>
                <a:gd name="T7" fmla="*/ 255 h 350"/>
                <a:gd name="T8" fmla="*/ 208 w 208"/>
                <a:gd name="T9" fmla="*/ 95 h 350"/>
                <a:gd name="T10" fmla="*/ 43 w 208"/>
                <a:gd name="T11" fmla="*/ 0 h 350"/>
              </a:gdLst>
              <a:ahLst/>
              <a:cxnLst>
                <a:cxn ang="0">
                  <a:pos x="T0" y="T1"/>
                </a:cxn>
                <a:cxn ang="0">
                  <a:pos x="T2" y="T3"/>
                </a:cxn>
                <a:cxn ang="0">
                  <a:pos x="T4" y="T5"/>
                </a:cxn>
                <a:cxn ang="0">
                  <a:pos x="T6" y="T7"/>
                </a:cxn>
                <a:cxn ang="0">
                  <a:pos x="T8" y="T9"/>
                </a:cxn>
                <a:cxn ang="0">
                  <a:pos x="T10" y="T11"/>
                </a:cxn>
              </a:cxnLst>
              <a:rect l="0" t="0" r="r" b="b"/>
              <a:pathLst>
                <a:path w="208" h="350">
                  <a:moveTo>
                    <a:pt x="43" y="0"/>
                  </a:moveTo>
                  <a:cubicBezTo>
                    <a:pt x="15" y="54"/>
                    <a:pt x="0" y="114"/>
                    <a:pt x="0" y="175"/>
                  </a:cubicBezTo>
                  <a:cubicBezTo>
                    <a:pt x="0" y="236"/>
                    <a:pt x="15" y="297"/>
                    <a:pt x="43" y="350"/>
                  </a:cubicBezTo>
                  <a:cubicBezTo>
                    <a:pt x="208" y="255"/>
                    <a:pt x="208" y="255"/>
                    <a:pt x="208" y="255"/>
                  </a:cubicBezTo>
                  <a:cubicBezTo>
                    <a:pt x="208" y="95"/>
                    <a:pt x="208" y="95"/>
                    <a:pt x="208" y="95"/>
                  </a:cubicBezTo>
                  <a:lnTo>
                    <a:pt x="43" y="0"/>
                  </a:lnTo>
                  <a:close/>
                </a:path>
              </a:pathLst>
            </a:custGeom>
            <a:solidFill>
              <a:srgbClr val="4C53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31"/>
            <p:cNvSpPr>
              <a:spLocks/>
            </p:cNvSpPr>
            <p:nvPr/>
          </p:nvSpPr>
          <p:spPr bwMode="auto">
            <a:xfrm>
              <a:off x="7825576" y="2483536"/>
              <a:ext cx="1138238" cy="1014413"/>
            </a:xfrm>
            <a:custGeom>
              <a:avLst/>
              <a:gdLst>
                <a:gd name="T0" fmla="*/ 0 w 303"/>
                <a:gd name="T1" fmla="*/ 95 h 270"/>
                <a:gd name="T2" fmla="*/ 303 w 303"/>
                <a:gd name="T3" fmla="*/ 270 h 270"/>
                <a:gd name="T4" fmla="*/ 303 w 303"/>
                <a:gd name="T5" fmla="*/ 80 h 270"/>
                <a:gd name="T6" fmla="*/ 164 w 303"/>
                <a:gd name="T7" fmla="*/ 0 h 270"/>
                <a:gd name="T8" fmla="*/ 0 w 303"/>
                <a:gd name="T9" fmla="*/ 95 h 270"/>
              </a:gdLst>
              <a:ahLst/>
              <a:cxnLst>
                <a:cxn ang="0">
                  <a:pos x="T0" y="T1"/>
                </a:cxn>
                <a:cxn ang="0">
                  <a:pos x="T2" y="T3"/>
                </a:cxn>
                <a:cxn ang="0">
                  <a:pos x="T4" y="T5"/>
                </a:cxn>
                <a:cxn ang="0">
                  <a:pos x="T6" y="T7"/>
                </a:cxn>
                <a:cxn ang="0">
                  <a:pos x="T8" y="T9"/>
                </a:cxn>
              </a:cxnLst>
              <a:rect l="0" t="0" r="r" b="b"/>
              <a:pathLst>
                <a:path w="303" h="270">
                  <a:moveTo>
                    <a:pt x="0" y="95"/>
                  </a:moveTo>
                  <a:cubicBezTo>
                    <a:pt x="66" y="200"/>
                    <a:pt x="178" y="265"/>
                    <a:pt x="303" y="270"/>
                  </a:cubicBezTo>
                  <a:cubicBezTo>
                    <a:pt x="303" y="80"/>
                    <a:pt x="303" y="80"/>
                    <a:pt x="303" y="80"/>
                  </a:cubicBezTo>
                  <a:cubicBezTo>
                    <a:pt x="164" y="0"/>
                    <a:pt x="164" y="0"/>
                    <a:pt x="164" y="0"/>
                  </a:cubicBezTo>
                  <a:lnTo>
                    <a:pt x="0" y="95"/>
                  </a:lnTo>
                  <a:close/>
                </a:path>
              </a:pathLst>
            </a:custGeom>
            <a:solidFill>
              <a:srgbClr val="EA981E"/>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7" name="组合 6"/>
          <p:cNvGrpSpPr/>
          <p:nvPr/>
        </p:nvGrpSpPr>
        <p:grpSpPr>
          <a:xfrm>
            <a:off x="365311" y="5600054"/>
            <a:ext cx="1078404" cy="1060652"/>
            <a:chOff x="9025419" y="5327687"/>
            <a:chExt cx="1278011" cy="1281747"/>
          </a:xfrm>
        </p:grpSpPr>
        <p:sp>
          <p:nvSpPr>
            <p:cNvPr id="42" name="Freeform 15"/>
            <p:cNvSpPr>
              <a:spLocks/>
            </p:cNvSpPr>
            <p:nvPr/>
          </p:nvSpPr>
          <p:spPr bwMode="auto">
            <a:xfrm>
              <a:off x="9499255" y="5986872"/>
              <a:ext cx="804175" cy="622562"/>
            </a:xfrm>
            <a:custGeom>
              <a:avLst/>
              <a:gdLst>
                <a:gd name="T0" fmla="*/ 414 w 455"/>
                <a:gd name="T1" fmla="*/ 0 h 351"/>
                <a:gd name="T2" fmla="*/ 404 w 455"/>
                <a:gd name="T3" fmla="*/ 6 h 351"/>
                <a:gd name="T4" fmla="*/ 404 w 455"/>
                <a:gd name="T5" fmla="*/ 18 h 351"/>
                <a:gd name="T6" fmla="*/ 416 w 455"/>
                <a:gd name="T7" fmla="*/ 54 h 351"/>
                <a:gd name="T8" fmla="*/ 366 w 455"/>
                <a:gd name="T9" fmla="*/ 98 h 351"/>
                <a:gd name="T10" fmla="*/ 315 w 455"/>
                <a:gd name="T11" fmla="*/ 54 h 351"/>
                <a:gd name="T12" fmla="*/ 327 w 455"/>
                <a:gd name="T13" fmla="*/ 18 h 351"/>
                <a:gd name="T14" fmla="*/ 328 w 455"/>
                <a:gd name="T15" fmla="*/ 6 h 351"/>
                <a:gd name="T16" fmla="*/ 317 w 455"/>
                <a:gd name="T17" fmla="*/ 0 h 351"/>
                <a:gd name="T18" fmla="*/ 281 w 455"/>
                <a:gd name="T19" fmla="*/ 0 h 351"/>
                <a:gd name="T20" fmla="*/ 104 w 455"/>
                <a:gd name="T21" fmla="*/ 177 h 351"/>
                <a:gd name="T22" fmla="*/ 104 w 455"/>
                <a:gd name="T23" fmla="*/ 215 h 351"/>
                <a:gd name="T24" fmla="*/ 93 w 455"/>
                <a:gd name="T25" fmla="*/ 238 h 351"/>
                <a:gd name="T26" fmla="*/ 87 w 455"/>
                <a:gd name="T27" fmla="*/ 243 h 351"/>
                <a:gd name="T28" fmla="*/ 83 w 455"/>
                <a:gd name="T29" fmla="*/ 245 h 351"/>
                <a:gd name="T30" fmla="*/ 54 w 455"/>
                <a:gd name="T31" fmla="*/ 243 h 351"/>
                <a:gd name="T32" fmla="*/ 26 w 455"/>
                <a:gd name="T33" fmla="*/ 232 h 351"/>
                <a:gd name="T34" fmla="*/ 0 w 455"/>
                <a:gd name="T35" fmla="*/ 264 h 351"/>
                <a:gd name="T36" fmla="*/ 26 w 455"/>
                <a:gd name="T37" fmla="*/ 296 h 351"/>
                <a:gd name="T38" fmla="*/ 54 w 455"/>
                <a:gd name="T39" fmla="*/ 286 h 351"/>
                <a:gd name="T40" fmla="*/ 83 w 455"/>
                <a:gd name="T41" fmla="*/ 284 h 351"/>
                <a:gd name="T42" fmla="*/ 87 w 455"/>
                <a:gd name="T43" fmla="*/ 286 h 351"/>
                <a:gd name="T44" fmla="*/ 93 w 455"/>
                <a:gd name="T45" fmla="*/ 291 h 351"/>
                <a:gd name="T46" fmla="*/ 104 w 455"/>
                <a:gd name="T47" fmla="*/ 312 h 351"/>
                <a:gd name="T48" fmla="*/ 104 w 455"/>
                <a:gd name="T49" fmla="*/ 313 h 351"/>
                <a:gd name="T50" fmla="*/ 104 w 455"/>
                <a:gd name="T51" fmla="*/ 317 h 351"/>
                <a:gd name="T52" fmla="*/ 104 w 455"/>
                <a:gd name="T53" fmla="*/ 318 h 351"/>
                <a:gd name="T54" fmla="*/ 104 w 455"/>
                <a:gd name="T55" fmla="*/ 321 h 351"/>
                <a:gd name="T56" fmla="*/ 104 w 455"/>
                <a:gd name="T57" fmla="*/ 351 h 351"/>
                <a:gd name="T58" fmla="*/ 455 w 455"/>
                <a:gd name="T59" fmla="*/ 0 h 351"/>
                <a:gd name="T60" fmla="*/ 414 w 455"/>
                <a:gd name="T61" fmla="*/ 0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55" h="351">
                  <a:moveTo>
                    <a:pt x="414" y="0"/>
                  </a:moveTo>
                  <a:cubicBezTo>
                    <a:pt x="410" y="1"/>
                    <a:pt x="406" y="2"/>
                    <a:pt x="404" y="6"/>
                  </a:cubicBezTo>
                  <a:cubicBezTo>
                    <a:pt x="401" y="10"/>
                    <a:pt x="403" y="15"/>
                    <a:pt x="404" y="18"/>
                  </a:cubicBezTo>
                  <a:cubicBezTo>
                    <a:pt x="406" y="20"/>
                    <a:pt x="416" y="42"/>
                    <a:pt x="416" y="54"/>
                  </a:cubicBezTo>
                  <a:cubicBezTo>
                    <a:pt x="416" y="78"/>
                    <a:pt x="394" y="98"/>
                    <a:pt x="366" y="98"/>
                  </a:cubicBezTo>
                  <a:cubicBezTo>
                    <a:pt x="338" y="98"/>
                    <a:pt x="315" y="78"/>
                    <a:pt x="315" y="54"/>
                  </a:cubicBezTo>
                  <a:cubicBezTo>
                    <a:pt x="315" y="42"/>
                    <a:pt x="326" y="20"/>
                    <a:pt x="327" y="18"/>
                  </a:cubicBezTo>
                  <a:cubicBezTo>
                    <a:pt x="329" y="15"/>
                    <a:pt x="331" y="10"/>
                    <a:pt x="328" y="6"/>
                  </a:cubicBezTo>
                  <a:cubicBezTo>
                    <a:pt x="326" y="2"/>
                    <a:pt x="320" y="0"/>
                    <a:pt x="317" y="0"/>
                  </a:cubicBezTo>
                  <a:cubicBezTo>
                    <a:pt x="281" y="0"/>
                    <a:pt x="281" y="0"/>
                    <a:pt x="281" y="0"/>
                  </a:cubicBezTo>
                  <a:cubicBezTo>
                    <a:pt x="275" y="95"/>
                    <a:pt x="199" y="172"/>
                    <a:pt x="104" y="177"/>
                  </a:cubicBezTo>
                  <a:cubicBezTo>
                    <a:pt x="104" y="215"/>
                    <a:pt x="104" y="215"/>
                    <a:pt x="104" y="215"/>
                  </a:cubicBezTo>
                  <a:cubicBezTo>
                    <a:pt x="103" y="224"/>
                    <a:pt x="99" y="232"/>
                    <a:pt x="93" y="238"/>
                  </a:cubicBezTo>
                  <a:cubicBezTo>
                    <a:pt x="92" y="240"/>
                    <a:pt x="89" y="241"/>
                    <a:pt x="87" y="243"/>
                  </a:cubicBezTo>
                  <a:cubicBezTo>
                    <a:pt x="86" y="243"/>
                    <a:pt x="84" y="244"/>
                    <a:pt x="83" y="245"/>
                  </a:cubicBezTo>
                  <a:cubicBezTo>
                    <a:pt x="74" y="248"/>
                    <a:pt x="64" y="248"/>
                    <a:pt x="54" y="243"/>
                  </a:cubicBezTo>
                  <a:cubicBezTo>
                    <a:pt x="45" y="238"/>
                    <a:pt x="30" y="232"/>
                    <a:pt x="26" y="232"/>
                  </a:cubicBezTo>
                  <a:cubicBezTo>
                    <a:pt x="12" y="232"/>
                    <a:pt x="0" y="247"/>
                    <a:pt x="0" y="264"/>
                  </a:cubicBezTo>
                  <a:cubicBezTo>
                    <a:pt x="0" y="282"/>
                    <a:pt x="12" y="296"/>
                    <a:pt x="26" y="296"/>
                  </a:cubicBezTo>
                  <a:cubicBezTo>
                    <a:pt x="30" y="296"/>
                    <a:pt x="45" y="291"/>
                    <a:pt x="54" y="286"/>
                  </a:cubicBezTo>
                  <a:cubicBezTo>
                    <a:pt x="64" y="281"/>
                    <a:pt x="74" y="280"/>
                    <a:pt x="83" y="284"/>
                  </a:cubicBezTo>
                  <a:cubicBezTo>
                    <a:pt x="84" y="284"/>
                    <a:pt x="86" y="285"/>
                    <a:pt x="87" y="286"/>
                  </a:cubicBezTo>
                  <a:cubicBezTo>
                    <a:pt x="89" y="287"/>
                    <a:pt x="92" y="289"/>
                    <a:pt x="93" y="291"/>
                  </a:cubicBezTo>
                  <a:cubicBezTo>
                    <a:pt x="99" y="296"/>
                    <a:pt x="102" y="304"/>
                    <a:pt x="104" y="312"/>
                  </a:cubicBezTo>
                  <a:cubicBezTo>
                    <a:pt x="104" y="313"/>
                    <a:pt x="104" y="313"/>
                    <a:pt x="104" y="313"/>
                  </a:cubicBezTo>
                  <a:cubicBezTo>
                    <a:pt x="104" y="317"/>
                    <a:pt x="104" y="317"/>
                    <a:pt x="104" y="317"/>
                  </a:cubicBezTo>
                  <a:cubicBezTo>
                    <a:pt x="104" y="318"/>
                    <a:pt x="104" y="318"/>
                    <a:pt x="104" y="318"/>
                  </a:cubicBezTo>
                  <a:cubicBezTo>
                    <a:pt x="104" y="321"/>
                    <a:pt x="104" y="321"/>
                    <a:pt x="104" y="321"/>
                  </a:cubicBezTo>
                  <a:cubicBezTo>
                    <a:pt x="104" y="351"/>
                    <a:pt x="104" y="351"/>
                    <a:pt x="104" y="351"/>
                  </a:cubicBezTo>
                  <a:cubicBezTo>
                    <a:pt x="295" y="346"/>
                    <a:pt x="449" y="191"/>
                    <a:pt x="455" y="0"/>
                  </a:cubicBezTo>
                  <a:lnTo>
                    <a:pt x="414" y="0"/>
                  </a:lnTo>
                  <a:close/>
                </a:path>
              </a:pathLst>
            </a:custGeom>
            <a:solidFill>
              <a:srgbClr val="8F58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22"/>
            <p:cNvSpPr>
              <a:spLocks/>
            </p:cNvSpPr>
            <p:nvPr/>
          </p:nvSpPr>
          <p:spPr bwMode="auto">
            <a:xfrm>
              <a:off x="9682361" y="5327687"/>
              <a:ext cx="621068" cy="797449"/>
            </a:xfrm>
            <a:custGeom>
              <a:avLst/>
              <a:gdLst>
                <a:gd name="T0" fmla="*/ 0 w 351"/>
                <a:gd name="T1" fmla="*/ 0 h 450"/>
                <a:gd name="T2" fmla="*/ 0 w 351"/>
                <a:gd name="T3" fmla="*/ 41 h 450"/>
                <a:gd name="T4" fmla="*/ 6 w 351"/>
                <a:gd name="T5" fmla="*/ 52 h 450"/>
                <a:gd name="T6" fmla="*/ 19 w 351"/>
                <a:gd name="T7" fmla="*/ 52 h 450"/>
                <a:gd name="T8" fmla="*/ 57 w 351"/>
                <a:gd name="T9" fmla="*/ 39 h 450"/>
                <a:gd name="T10" fmla="*/ 103 w 351"/>
                <a:gd name="T11" fmla="*/ 92 h 450"/>
                <a:gd name="T12" fmla="*/ 57 w 351"/>
                <a:gd name="T13" fmla="*/ 144 h 450"/>
                <a:gd name="T14" fmla="*/ 19 w 351"/>
                <a:gd name="T15" fmla="*/ 132 h 450"/>
                <a:gd name="T16" fmla="*/ 6 w 351"/>
                <a:gd name="T17" fmla="*/ 131 h 450"/>
                <a:gd name="T18" fmla="*/ 0 w 351"/>
                <a:gd name="T19" fmla="*/ 143 h 450"/>
                <a:gd name="T20" fmla="*/ 0 w 351"/>
                <a:gd name="T21" fmla="*/ 174 h 450"/>
                <a:gd name="T22" fmla="*/ 177 w 351"/>
                <a:gd name="T23" fmla="*/ 351 h 450"/>
                <a:gd name="T24" fmla="*/ 215 w 351"/>
                <a:gd name="T25" fmla="*/ 351 h 450"/>
                <a:gd name="T26" fmla="*/ 237 w 351"/>
                <a:gd name="T27" fmla="*/ 362 h 450"/>
                <a:gd name="T28" fmla="*/ 242 w 351"/>
                <a:gd name="T29" fmla="*/ 367 h 450"/>
                <a:gd name="T30" fmla="*/ 243 w 351"/>
                <a:gd name="T31" fmla="*/ 369 h 450"/>
                <a:gd name="T32" fmla="*/ 243 w 351"/>
                <a:gd name="T33" fmla="*/ 370 h 450"/>
                <a:gd name="T34" fmla="*/ 244 w 351"/>
                <a:gd name="T35" fmla="*/ 372 h 450"/>
                <a:gd name="T36" fmla="*/ 244 w 351"/>
                <a:gd name="T37" fmla="*/ 372 h 450"/>
                <a:gd name="T38" fmla="*/ 244 w 351"/>
                <a:gd name="T39" fmla="*/ 372 h 450"/>
                <a:gd name="T40" fmla="*/ 246 w 351"/>
                <a:gd name="T41" fmla="*/ 382 h 450"/>
                <a:gd name="T42" fmla="*/ 246 w 351"/>
                <a:gd name="T43" fmla="*/ 382 h 450"/>
                <a:gd name="T44" fmla="*/ 246 w 351"/>
                <a:gd name="T45" fmla="*/ 385 h 450"/>
                <a:gd name="T46" fmla="*/ 246 w 351"/>
                <a:gd name="T47" fmla="*/ 385 h 450"/>
                <a:gd name="T48" fmla="*/ 245 w 351"/>
                <a:gd name="T49" fmla="*/ 392 h 450"/>
                <a:gd name="T50" fmla="*/ 245 w 351"/>
                <a:gd name="T51" fmla="*/ 392 h 450"/>
                <a:gd name="T52" fmla="*/ 244 w 351"/>
                <a:gd name="T53" fmla="*/ 395 h 450"/>
                <a:gd name="T54" fmla="*/ 243 w 351"/>
                <a:gd name="T55" fmla="*/ 396 h 450"/>
                <a:gd name="T56" fmla="*/ 242 w 351"/>
                <a:gd name="T57" fmla="*/ 399 h 450"/>
                <a:gd name="T58" fmla="*/ 232 w 351"/>
                <a:gd name="T59" fmla="*/ 426 h 450"/>
                <a:gd name="T60" fmla="*/ 262 w 351"/>
                <a:gd name="T61" fmla="*/ 450 h 450"/>
                <a:gd name="T62" fmla="*/ 292 w 351"/>
                <a:gd name="T63" fmla="*/ 426 h 450"/>
                <a:gd name="T64" fmla="*/ 282 w 351"/>
                <a:gd name="T65" fmla="*/ 399 h 450"/>
                <a:gd name="T66" fmla="*/ 280 w 351"/>
                <a:gd name="T67" fmla="*/ 396 h 450"/>
                <a:gd name="T68" fmla="*/ 280 w 351"/>
                <a:gd name="T69" fmla="*/ 395 h 450"/>
                <a:gd name="T70" fmla="*/ 279 w 351"/>
                <a:gd name="T71" fmla="*/ 392 h 450"/>
                <a:gd name="T72" fmla="*/ 279 w 351"/>
                <a:gd name="T73" fmla="*/ 392 h 450"/>
                <a:gd name="T74" fmla="*/ 278 w 351"/>
                <a:gd name="T75" fmla="*/ 385 h 450"/>
                <a:gd name="T76" fmla="*/ 278 w 351"/>
                <a:gd name="T77" fmla="*/ 385 h 450"/>
                <a:gd name="T78" fmla="*/ 278 w 351"/>
                <a:gd name="T79" fmla="*/ 382 h 450"/>
                <a:gd name="T80" fmla="*/ 278 w 351"/>
                <a:gd name="T81" fmla="*/ 382 h 450"/>
                <a:gd name="T82" fmla="*/ 280 w 351"/>
                <a:gd name="T83" fmla="*/ 372 h 450"/>
                <a:gd name="T84" fmla="*/ 281 w 351"/>
                <a:gd name="T85" fmla="*/ 370 h 450"/>
                <a:gd name="T86" fmla="*/ 281 w 351"/>
                <a:gd name="T87" fmla="*/ 369 h 450"/>
                <a:gd name="T88" fmla="*/ 282 w 351"/>
                <a:gd name="T89" fmla="*/ 367 h 450"/>
                <a:gd name="T90" fmla="*/ 286 w 351"/>
                <a:gd name="T91" fmla="*/ 362 h 450"/>
                <a:gd name="T92" fmla="*/ 308 w 351"/>
                <a:gd name="T93" fmla="*/ 351 h 450"/>
                <a:gd name="T94" fmla="*/ 308 w 351"/>
                <a:gd name="T95" fmla="*/ 351 h 450"/>
                <a:gd name="T96" fmla="*/ 312 w 351"/>
                <a:gd name="T97" fmla="*/ 351 h 450"/>
                <a:gd name="T98" fmla="*/ 313 w 351"/>
                <a:gd name="T99" fmla="*/ 351 h 450"/>
                <a:gd name="T100" fmla="*/ 316 w 351"/>
                <a:gd name="T101" fmla="*/ 351 h 450"/>
                <a:gd name="T102" fmla="*/ 351 w 351"/>
                <a:gd name="T103" fmla="*/ 351 h 450"/>
                <a:gd name="T104" fmla="*/ 0 w 351"/>
                <a:gd name="T105" fmla="*/ 0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51" h="450">
                  <a:moveTo>
                    <a:pt x="0" y="0"/>
                  </a:moveTo>
                  <a:cubicBezTo>
                    <a:pt x="0" y="41"/>
                    <a:pt x="0" y="41"/>
                    <a:pt x="0" y="41"/>
                  </a:cubicBezTo>
                  <a:cubicBezTo>
                    <a:pt x="1" y="45"/>
                    <a:pt x="2" y="50"/>
                    <a:pt x="6" y="52"/>
                  </a:cubicBezTo>
                  <a:cubicBezTo>
                    <a:pt x="10" y="54"/>
                    <a:pt x="14" y="54"/>
                    <a:pt x="19" y="52"/>
                  </a:cubicBezTo>
                  <a:cubicBezTo>
                    <a:pt x="22" y="50"/>
                    <a:pt x="45" y="39"/>
                    <a:pt x="57" y="39"/>
                  </a:cubicBezTo>
                  <a:cubicBezTo>
                    <a:pt x="83" y="39"/>
                    <a:pt x="103" y="63"/>
                    <a:pt x="103" y="92"/>
                  </a:cubicBezTo>
                  <a:cubicBezTo>
                    <a:pt x="103" y="121"/>
                    <a:pt x="83" y="144"/>
                    <a:pt x="57" y="144"/>
                  </a:cubicBezTo>
                  <a:cubicBezTo>
                    <a:pt x="45" y="144"/>
                    <a:pt x="22" y="133"/>
                    <a:pt x="19" y="132"/>
                  </a:cubicBezTo>
                  <a:cubicBezTo>
                    <a:pt x="14" y="129"/>
                    <a:pt x="10" y="129"/>
                    <a:pt x="6" y="131"/>
                  </a:cubicBezTo>
                  <a:cubicBezTo>
                    <a:pt x="2" y="134"/>
                    <a:pt x="0" y="139"/>
                    <a:pt x="0" y="143"/>
                  </a:cubicBezTo>
                  <a:cubicBezTo>
                    <a:pt x="0" y="174"/>
                    <a:pt x="0" y="174"/>
                    <a:pt x="0" y="174"/>
                  </a:cubicBezTo>
                  <a:cubicBezTo>
                    <a:pt x="95" y="180"/>
                    <a:pt x="171" y="256"/>
                    <a:pt x="177" y="351"/>
                  </a:cubicBezTo>
                  <a:cubicBezTo>
                    <a:pt x="215" y="351"/>
                    <a:pt x="215" y="351"/>
                    <a:pt x="215" y="351"/>
                  </a:cubicBezTo>
                  <a:cubicBezTo>
                    <a:pt x="224" y="352"/>
                    <a:pt x="232" y="356"/>
                    <a:pt x="237" y="362"/>
                  </a:cubicBezTo>
                  <a:cubicBezTo>
                    <a:pt x="239" y="363"/>
                    <a:pt x="241" y="365"/>
                    <a:pt x="242" y="367"/>
                  </a:cubicBezTo>
                  <a:cubicBezTo>
                    <a:pt x="242" y="368"/>
                    <a:pt x="243" y="369"/>
                    <a:pt x="243" y="369"/>
                  </a:cubicBezTo>
                  <a:cubicBezTo>
                    <a:pt x="243" y="370"/>
                    <a:pt x="243" y="370"/>
                    <a:pt x="243" y="370"/>
                  </a:cubicBezTo>
                  <a:cubicBezTo>
                    <a:pt x="244" y="370"/>
                    <a:pt x="244" y="371"/>
                    <a:pt x="244" y="372"/>
                  </a:cubicBezTo>
                  <a:cubicBezTo>
                    <a:pt x="244" y="372"/>
                    <a:pt x="244" y="372"/>
                    <a:pt x="244" y="372"/>
                  </a:cubicBezTo>
                  <a:cubicBezTo>
                    <a:pt x="244" y="372"/>
                    <a:pt x="244" y="372"/>
                    <a:pt x="244" y="372"/>
                  </a:cubicBezTo>
                  <a:cubicBezTo>
                    <a:pt x="245" y="375"/>
                    <a:pt x="246" y="378"/>
                    <a:pt x="246" y="382"/>
                  </a:cubicBezTo>
                  <a:cubicBezTo>
                    <a:pt x="246" y="382"/>
                    <a:pt x="246" y="382"/>
                    <a:pt x="246" y="382"/>
                  </a:cubicBezTo>
                  <a:cubicBezTo>
                    <a:pt x="246" y="383"/>
                    <a:pt x="246" y="384"/>
                    <a:pt x="246" y="385"/>
                  </a:cubicBezTo>
                  <a:cubicBezTo>
                    <a:pt x="246" y="385"/>
                    <a:pt x="246" y="385"/>
                    <a:pt x="246" y="385"/>
                  </a:cubicBezTo>
                  <a:cubicBezTo>
                    <a:pt x="246" y="387"/>
                    <a:pt x="245" y="390"/>
                    <a:pt x="245" y="392"/>
                  </a:cubicBezTo>
                  <a:cubicBezTo>
                    <a:pt x="245" y="392"/>
                    <a:pt x="245" y="392"/>
                    <a:pt x="245" y="392"/>
                  </a:cubicBezTo>
                  <a:cubicBezTo>
                    <a:pt x="244" y="393"/>
                    <a:pt x="244" y="394"/>
                    <a:pt x="244" y="395"/>
                  </a:cubicBezTo>
                  <a:cubicBezTo>
                    <a:pt x="244" y="396"/>
                    <a:pt x="243" y="396"/>
                    <a:pt x="243" y="396"/>
                  </a:cubicBezTo>
                  <a:cubicBezTo>
                    <a:pt x="243" y="397"/>
                    <a:pt x="242" y="398"/>
                    <a:pt x="242" y="399"/>
                  </a:cubicBezTo>
                  <a:cubicBezTo>
                    <a:pt x="237" y="408"/>
                    <a:pt x="232" y="421"/>
                    <a:pt x="232" y="426"/>
                  </a:cubicBezTo>
                  <a:cubicBezTo>
                    <a:pt x="232" y="439"/>
                    <a:pt x="246" y="450"/>
                    <a:pt x="262" y="450"/>
                  </a:cubicBezTo>
                  <a:cubicBezTo>
                    <a:pt x="278" y="450"/>
                    <a:pt x="292" y="439"/>
                    <a:pt x="292" y="426"/>
                  </a:cubicBezTo>
                  <a:cubicBezTo>
                    <a:pt x="292" y="421"/>
                    <a:pt x="286" y="408"/>
                    <a:pt x="282" y="399"/>
                  </a:cubicBezTo>
                  <a:cubicBezTo>
                    <a:pt x="281" y="398"/>
                    <a:pt x="281" y="397"/>
                    <a:pt x="280" y="396"/>
                  </a:cubicBezTo>
                  <a:cubicBezTo>
                    <a:pt x="280" y="396"/>
                    <a:pt x="280" y="396"/>
                    <a:pt x="280" y="395"/>
                  </a:cubicBezTo>
                  <a:cubicBezTo>
                    <a:pt x="280" y="394"/>
                    <a:pt x="279" y="393"/>
                    <a:pt x="279" y="392"/>
                  </a:cubicBezTo>
                  <a:cubicBezTo>
                    <a:pt x="279" y="392"/>
                    <a:pt x="279" y="392"/>
                    <a:pt x="279" y="392"/>
                  </a:cubicBezTo>
                  <a:cubicBezTo>
                    <a:pt x="278" y="390"/>
                    <a:pt x="278" y="387"/>
                    <a:pt x="278" y="385"/>
                  </a:cubicBezTo>
                  <a:cubicBezTo>
                    <a:pt x="278" y="385"/>
                    <a:pt x="278" y="385"/>
                    <a:pt x="278" y="385"/>
                  </a:cubicBezTo>
                  <a:cubicBezTo>
                    <a:pt x="278" y="384"/>
                    <a:pt x="278" y="383"/>
                    <a:pt x="278" y="382"/>
                  </a:cubicBezTo>
                  <a:cubicBezTo>
                    <a:pt x="278" y="382"/>
                    <a:pt x="278" y="382"/>
                    <a:pt x="278" y="382"/>
                  </a:cubicBezTo>
                  <a:cubicBezTo>
                    <a:pt x="278" y="378"/>
                    <a:pt x="278" y="375"/>
                    <a:pt x="280" y="372"/>
                  </a:cubicBezTo>
                  <a:cubicBezTo>
                    <a:pt x="280" y="371"/>
                    <a:pt x="280" y="370"/>
                    <a:pt x="281" y="370"/>
                  </a:cubicBezTo>
                  <a:cubicBezTo>
                    <a:pt x="281" y="370"/>
                    <a:pt x="281" y="370"/>
                    <a:pt x="281" y="369"/>
                  </a:cubicBezTo>
                  <a:cubicBezTo>
                    <a:pt x="281" y="369"/>
                    <a:pt x="281" y="368"/>
                    <a:pt x="282" y="367"/>
                  </a:cubicBezTo>
                  <a:cubicBezTo>
                    <a:pt x="283" y="365"/>
                    <a:pt x="285" y="363"/>
                    <a:pt x="286" y="362"/>
                  </a:cubicBezTo>
                  <a:cubicBezTo>
                    <a:pt x="292" y="356"/>
                    <a:pt x="299" y="353"/>
                    <a:pt x="308" y="351"/>
                  </a:cubicBezTo>
                  <a:cubicBezTo>
                    <a:pt x="308" y="351"/>
                    <a:pt x="308" y="351"/>
                    <a:pt x="308" y="351"/>
                  </a:cubicBezTo>
                  <a:cubicBezTo>
                    <a:pt x="312" y="351"/>
                    <a:pt x="312" y="351"/>
                    <a:pt x="312" y="351"/>
                  </a:cubicBezTo>
                  <a:cubicBezTo>
                    <a:pt x="313" y="351"/>
                    <a:pt x="313" y="351"/>
                    <a:pt x="313" y="351"/>
                  </a:cubicBezTo>
                  <a:cubicBezTo>
                    <a:pt x="316" y="351"/>
                    <a:pt x="316" y="351"/>
                    <a:pt x="316" y="351"/>
                  </a:cubicBezTo>
                  <a:cubicBezTo>
                    <a:pt x="351" y="351"/>
                    <a:pt x="351" y="351"/>
                    <a:pt x="351" y="351"/>
                  </a:cubicBezTo>
                  <a:cubicBezTo>
                    <a:pt x="345" y="160"/>
                    <a:pt x="191" y="6"/>
                    <a:pt x="0" y="0"/>
                  </a:cubicBezTo>
                  <a:close/>
                </a:path>
              </a:pathLst>
            </a:custGeom>
            <a:solidFill>
              <a:srgbClr val="21998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8" name="Freeform 28"/>
            <p:cNvSpPr>
              <a:spLocks/>
            </p:cNvSpPr>
            <p:nvPr/>
          </p:nvSpPr>
          <p:spPr bwMode="auto">
            <a:xfrm>
              <a:off x="9025419" y="5327687"/>
              <a:ext cx="804175" cy="621816"/>
            </a:xfrm>
            <a:custGeom>
              <a:avLst/>
              <a:gdLst>
                <a:gd name="T0" fmla="*/ 429 w 455"/>
                <a:gd name="T1" fmla="*/ 60 h 351"/>
                <a:gd name="T2" fmla="*/ 401 w 455"/>
                <a:gd name="T3" fmla="*/ 70 h 351"/>
                <a:gd name="T4" fmla="*/ 372 w 455"/>
                <a:gd name="T5" fmla="*/ 72 h 351"/>
                <a:gd name="T6" fmla="*/ 368 w 455"/>
                <a:gd name="T7" fmla="*/ 70 h 351"/>
                <a:gd name="T8" fmla="*/ 361 w 455"/>
                <a:gd name="T9" fmla="*/ 65 h 351"/>
                <a:gd name="T10" fmla="*/ 351 w 455"/>
                <a:gd name="T11" fmla="*/ 43 h 351"/>
                <a:gd name="T12" fmla="*/ 351 w 455"/>
                <a:gd name="T13" fmla="*/ 42 h 351"/>
                <a:gd name="T14" fmla="*/ 351 w 455"/>
                <a:gd name="T15" fmla="*/ 38 h 351"/>
                <a:gd name="T16" fmla="*/ 351 w 455"/>
                <a:gd name="T17" fmla="*/ 37 h 351"/>
                <a:gd name="T18" fmla="*/ 351 w 455"/>
                <a:gd name="T19" fmla="*/ 35 h 351"/>
                <a:gd name="T20" fmla="*/ 351 w 455"/>
                <a:gd name="T21" fmla="*/ 0 h 351"/>
                <a:gd name="T22" fmla="*/ 0 w 455"/>
                <a:gd name="T23" fmla="*/ 351 h 351"/>
                <a:gd name="T24" fmla="*/ 35 w 455"/>
                <a:gd name="T25" fmla="*/ 351 h 351"/>
                <a:gd name="T26" fmla="*/ 46 w 455"/>
                <a:gd name="T27" fmla="*/ 345 h 351"/>
                <a:gd name="T28" fmla="*/ 46 w 455"/>
                <a:gd name="T29" fmla="*/ 332 h 351"/>
                <a:gd name="T30" fmla="*/ 33 w 455"/>
                <a:gd name="T31" fmla="*/ 294 h 351"/>
                <a:gd name="T32" fmla="*/ 86 w 455"/>
                <a:gd name="T33" fmla="*/ 248 h 351"/>
                <a:gd name="T34" fmla="*/ 138 w 455"/>
                <a:gd name="T35" fmla="*/ 294 h 351"/>
                <a:gd name="T36" fmla="*/ 126 w 455"/>
                <a:gd name="T37" fmla="*/ 332 h 351"/>
                <a:gd name="T38" fmla="*/ 125 w 455"/>
                <a:gd name="T39" fmla="*/ 345 h 351"/>
                <a:gd name="T40" fmla="*/ 137 w 455"/>
                <a:gd name="T41" fmla="*/ 351 h 351"/>
                <a:gd name="T42" fmla="*/ 174 w 455"/>
                <a:gd name="T43" fmla="*/ 351 h 351"/>
                <a:gd name="T44" fmla="*/ 351 w 455"/>
                <a:gd name="T45" fmla="*/ 174 h 351"/>
                <a:gd name="T46" fmla="*/ 351 w 455"/>
                <a:gd name="T47" fmla="*/ 141 h 351"/>
                <a:gd name="T48" fmla="*/ 361 w 455"/>
                <a:gd name="T49" fmla="*/ 118 h 351"/>
                <a:gd name="T50" fmla="*/ 368 w 455"/>
                <a:gd name="T51" fmla="*/ 113 h 351"/>
                <a:gd name="T52" fmla="*/ 372 w 455"/>
                <a:gd name="T53" fmla="*/ 111 h 351"/>
                <a:gd name="T54" fmla="*/ 401 w 455"/>
                <a:gd name="T55" fmla="*/ 113 h 351"/>
                <a:gd name="T56" fmla="*/ 429 w 455"/>
                <a:gd name="T57" fmla="*/ 123 h 351"/>
                <a:gd name="T58" fmla="*/ 455 w 455"/>
                <a:gd name="T59" fmla="*/ 92 h 351"/>
                <a:gd name="T60" fmla="*/ 429 w 455"/>
                <a:gd name="T61" fmla="*/ 60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55" h="351">
                  <a:moveTo>
                    <a:pt x="429" y="60"/>
                  </a:moveTo>
                  <a:cubicBezTo>
                    <a:pt x="424" y="60"/>
                    <a:pt x="410" y="65"/>
                    <a:pt x="401" y="70"/>
                  </a:cubicBezTo>
                  <a:cubicBezTo>
                    <a:pt x="391" y="75"/>
                    <a:pt x="381" y="76"/>
                    <a:pt x="372" y="72"/>
                  </a:cubicBezTo>
                  <a:cubicBezTo>
                    <a:pt x="370" y="72"/>
                    <a:pt x="369" y="71"/>
                    <a:pt x="368" y="70"/>
                  </a:cubicBezTo>
                  <a:cubicBezTo>
                    <a:pt x="365" y="69"/>
                    <a:pt x="363" y="67"/>
                    <a:pt x="361" y="65"/>
                  </a:cubicBezTo>
                  <a:cubicBezTo>
                    <a:pt x="356" y="60"/>
                    <a:pt x="353" y="52"/>
                    <a:pt x="351" y="43"/>
                  </a:cubicBezTo>
                  <a:cubicBezTo>
                    <a:pt x="351" y="42"/>
                    <a:pt x="351" y="42"/>
                    <a:pt x="351" y="42"/>
                  </a:cubicBezTo>
                  <a:cubicBezTo>
                    <a:pt x="351" y="38"/>
                    <a:pt x="351" y="38"/>
                    <a:pt x="351" y="38"/>
                  </a:cubicBezTo>
                  <a:cubicBezTo>
                    <a:pt x="351" y="37"/>
                    <a:pt x="351" y="37"/>
                    <a:pt x="351" y="37"/>
                  </a:cubicBezTo>
                  <a:cubicBezTo>
                    <a:pt x="351" y="35"/>
                    <a:pt x="351" y="35"/>
                    <a:pt x="351" y="35"/>
                  </a:cubicBezTo>
                  <a:cubicBezTo>
                    <a:pt x="351" y="0"/>
                    <a:pt x="351" y="0"/>
                    <a:pt x="351" y="0"/>
                  </a:cubicBezTo>
                  <a:cubicBezTo>
                    <a:pt x="160" y="6"/>
                    <a:pt x="5" y="160"/>
                    <a:pt x="0" y="351"/>
                  </a:cubicBezTo>
                  <a:cubicBezTo>
                    <a:pt x="35" y="351"/>
                    <a:pt x="35" y="351"/>
                    <a:pt x="35" y="351"/>
                  </a:cubicBezTo>
                  <a:cubicBezTo>
                    <a:pt x="39" y="350"/>
                    <a:pt x="44" y="349"/>
                    <a:pt x="46" y="345"/>
                  </a:cubicBezTo>
                  <a:cubicBezTo>
                    <a:pt x="49" y="340"/>
                    <a:pt x="48" y="335"/>
                    <a:pt x="46" y="332"/>
                  </a:cubicBezTo>
                  <a:cubicBezTo>
                    <a:pt x="44" y="329"/>
                    <a:pt x="33" y="306"/>
                    <a:pt x="33" y="294"/>
                  </a:cubicBezTo>
                  <a:cubicBezTo>
                    <a:pt x="33" y="268"/>
                    <a:pt x="57" y="248"/>
                    <a:pt x="86" y="248"/>
                  </a:cubicBezTo>
                  <a:cubicBezTo>
                    <a:pt x="115" y="248"/>
                    <a:pt x="138" y="268"/>
                    <a:pt x="138" y="294"/>
                  </a:cubicBezTo>
                  <a:cubicBezTo>
                    <a:pt x="138" y="306"/>
                    <a:pt x="127" y="329"/>
                    <a:pt x="126" y="332"/>
                  </a:cubicBezTo>
                  <a:cubicBezTo>
                    <a:pt x="124" y="335"/>
                    <a:pt x="122" y="340"/>
                    <a:pt x="125" y="345"/>
                  </a:cubicBezTo>
                  <a:cubicBezTo>
                    <a:pt x="128" y="349"/>
                    <a:pt x="133" y="351"/>
                    <a:pt x="137" y="351"/>
                  </a:cubicBezTo>
                  <a:cubicBezTo>
                    <a:pt x="174" y="351"/>
                    <a:pt x="174" y="351"/>
                    <a:pt x="174" y="351"/>
                  </a:cubicBezTo>
                  <a:cubicBezTo>
                    <a:pt x="179" y="256"/>
                    <a:pt x="256" y="180"/>
                    <a:pt x="351" y="174"/>
                  </a:cubicBezTo>
                  <a:cubicBezTo>
                    <a:pt x="351" y="141"/>
                    <a:pt x="351" y="141"/>
                    <a:pt x="351" y="141"/>
                  </a:cubicBezTo>
                  <a:cubicBezTo>
                    <a:pt x="352" y="132"/>
                    <a:pt x="356" y="124"/>
                    <a:pt x="361" y="118"/>
                  </a:cubicBezTo>
                  <a:cubicBezTo>
                    <a:pt x="363" y="116"/>
                    <a:pt x="365" y="114"/>
                    <a:pt x="368" y="113"/>
                  </a:cubicBezTo>
                  <a:cubicBezTo>
                    <a:pt x="369" y="112"/>
                    <a:pt x="370" y="112"/>
                    <a:pt x="372" y="111"/>
                  </a:cubicBezTo>
                  <a:cubicBezTo>
                    <a:pt x="381" y="107"/>
                    <a:pt x="391" y="108"/>
                    <a:pt x="401" y="113"/>
                  </a:cubicBezTo>
                  <a:cubicBezTo>
                    <a:pt x="410" y="118"/>
                    <a:pt x="424" y="123"/>
                    <a:pt x="429" y="123"/>
                  </a:cubicBezTo>
                  <a:cubicBezTo>
                    <a:pt x="443" y="123"/>
                    <a:pt x="455" y="109"/>
                    <a:pt x="455" y="92"/>
                  </a:cubicBezTo>
                  <a:cubicBezTo>
                    <a:pt x="455" y="74"/>
                    <a:pt x="443" y="60"/>
                    <a:pt x="429" y="60"/>
                  </a:cubicBezTo>
                  <a:close/>
                </a:path>
              </a:pathLst>
            </a:custGeom>
            <a:solidFill>
              <a:srgbClr val="EA98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29"/>
            <p:cNvSpPr>
              <a:spLocks/>
            </p:cNvSpPr>
            <p:nvPr/>
          </p:nvSpPr>
          <p:spPr bwMode="auto">
            <a:xfrm>
              <a:off x="9025419" y="5802270"/>
              <a:ext cx="620322" cy="807164"/>
            </a:xfrm>
            <a:custGeom>
              <a:avLst/>
              <a:gdLst>
                <a:gd name="T0" fmla="*/ 294 w 351"/>
                <a:gd name="T1" fmla="*/ 316 h 455"/>
                <a:gd name="T2" fmla="*/ 332 w 351"/>
                <a:gd name="T3" fmla="*/ 328 h 455"/>
                <a:gd name="T4" fmla="*/ 344 w 351"/>
                <a:gd name="T5" fmla="*/ 329 h 455"/>
                <a:gd name="T6" fmla="*/ 351 w 351"/>
                <a:gd name="T7" fmla="*/ 317 h 455"/>
                <a:gd name="T8" fmla="*/ 351 w 351"/>
                <a:gd name="T9" fmla="*/ 281 h 455"/>
                <a:gd name="T10" fmla="*/ 174 w 351"/>
                <a:gd name="T11" fmla="*/ 104 h 455"/>
                <a:gd name="T12" fmla="*/ 135 w 351"/>
                <a:gd name="T13" fmla="*/ 104 h 455"/>
                <a:gd name="T14" fmla="*/ 107 w 351"/>
                <a:gd name="T15" fmla="*/ 87 h 455"/>
                <a:gd name="T16" fmla="*/ 105 w 351"/>
                <a:gd name="T17" fmla="*/ 83 h 455"/>
                <a:gd name="T18" fmla="*/ 107 w 351"/>
                <a:gd name="T19" fmla="*/ 54 h 455"/>
                <a:gd name="T20" fmla="*/ 118 w 351"/>
                <a:gd name="T21" fmla="*/ 26 h 455"/>
                <a:gd name="T22" fmla="*/ 86 w 351"/>
                <a:gd name="T23" fmla="*/ 0 h 455"/>
                <a:gd name="T24" fmla="*/ 54 w 351"/>
                <a:gd name="T25" fmla="*/ 26 h 455"/>
                <a:gd name="T26" fmla="*/ 64 w 351"/>
                <a:gd name="T27" fmla="*/ 54 h 455"/>
                <a:gd name="T28" fmla="*/ 66 w 351"/>
                <a:gd name="T29" fmla="*/ 83 h 455"/>
                <a:gd name="T30" fmla="*/ 64 w 351"/>
                <a:gd name="T31" fmla="*/ 87 h 455"/>
                <a:gd name="T32" fmla="*/ 37 w 351"/>
                <a:gd name="T33" fmla="*/ 104 h 455"/>
                <a:gd name="T34" fmla="*/ 37 w 351"/>
                <a:gd name="T35" fmla="*/ 104 h 455"/>
                <a:gd name="T36" fmla="*/ 32 w 351"/>
                <a:gd name="T37" fmla="*/ 104 h 455"/>
                <a:gd name="T38" fmla="*/ 31 w 351"/>
                <a:gd name="T39" fmla="*/ 104 h 455"/>
                <a:gd name="T40" fmla="*/ 29 w 351"/>
                <a:gd name="T41" fmla="*/ 104 h 455"/>
                <a:gd name="T42" fmla="*/ 0 w 351"/>
                <a:gd name="T43" fmla="*/ 104 h 455"/>
                <a:gd name="T44" fmla="*/ 351 w 351"/>
                <a:gd name="T45" fmla="*/ 455 h 455"/>
                <a:gd name="T46" fmla="*/ 351 w 351"/>
                <a:gd name="T47" fmla="*/ 419 h 455"/>
                <a:gd name="T48" fmla="*/ 344 w 351"/>
                <a:gd name="T49" fmla="*/ 407 h 455"/>
                <a:gd name="T50" fmla="*/ 332 w 351"/>
                <a:gd name="T51" fmla="*/ 408 h 455"/>
                <a:gd name="T52" fmla="*/ 294 w 351"/>
                <a:gd name="T53" fmla="*/ 421 h 455"/>
                <a:gd name="T54" fmla="*/ 247 w 351"/>
                <a:gd name="T55" fmla="*/ 368 h 455"/>
                <a:gd name="T56" fmla="*/ 294 w 351"/>
                <a:gd name="T57" fmla="*/ 316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51" h="455">
                  <a:moveTo>
                    <a:pt x="294" y="316"/>
                  </a:moveTo>
                  <a:cubicBezTo>
                    <a:pt x="306" y="316"/>
                    <a:pt x="329" y="327"/>
                    <a:pt x="332" y="328"/>
                  </a:cubicBezTo>
                  <a:cubicBezTo>
                    <a:pt x="336" y="331"/>
                    <a:pt x="341" y="331"/>
                    <a:pt x="344" y="329"/>
                  </a:cubicBezTo>
                  <a:cubicBezTo>
                    <a:pt x="349" y="326"/>
                    <a:pt x="351" y="320"/>
                    <a:pt x="351" y="317"/>
                  </a:cubicBezTo>
                  <a:cubicBezTo>
                    <a:pt x="351" y="281"/>
                    <a:pt x="351" y="281"/>
                    <a:pt x="351" y="281"/>
                  </a:cubicBezTo>
                  <a:cubicBezTo>
                    <a:pt x="256" y="276"/>
                    <a:pt x="179" y="199"/>
                    <a:pt x="174" y="104"/>
                  </a:cubicBezTo>
                  <a:cubicBezTo>
                    <a:pt x="135" y="104"/>
                    <a:pt x="135" y="104"/>
                    <a:pt x="135" y="104"/>
                  </a:cubicBezTo>
                  <a:cubicBezTo>
                    <a:pt x="123" y="102"/>
                    <a:pt x="113" y="96"/>
                    <a:pt x="107" y="87"/>
                  </a:cubicBezTo>
                  <a:cubicBezTo>
                    <a:pt x="106" y="86"/>
                    <a:pt x="106" y="85"/>
                    <a:pt x="105" y="83"/>
                  </a:cubicBezTo>
                  <a:cubicBezTo>
                    <a:pt x="102" y="74"/>
                    <a:pt x="102" y="64"/>
                    <a:pt x="107" y="54"/>
                  </a:cubicBezTo>
                  <a:cubicBezTo>
                    <a:pt x="112" y="45"/>
                    <a:pt x="118" y="31"/>
                    <a:pt x="118" y="26"/>
                  </a:cubicBezTo>
                  <a:cubicBezTo>
                    <a:pt x="118" y="12"/>
                    <a:pt x="103" y="0"/>
                    <a:pt x="86" y="0"/>
                  </a:cubicBezTo>
                  <a:cubicBezTo>
                    <a:pt x="68" y="0"/>
                    <a:pt x="54" y="12"/>
                    <a:pt x="54" y="26"/>
                  </a:cubicBezTo>
                  <a:cubicBezTo>
                    <a:pt x="54" y="31"/>
                    <a:pt x="59" y="45"/>
                    <a:pt x="64" y="54"/>
                  </a:cubicBezTo>
                  <a:cubicBezTo>
                    <a:pt x="69" y="64"/>
                    <a:pt x="70" y="74"/>
                    <a:pt x="66" y="83"/>
                  </a:cubicBezTo>
                  <a:cubicBezTo>
                    <a:pt x="66" y="85"/>
                    <a:pt x="65" y="86"/>
                    <a:pt x="64" y="87"/>
                  </a:cubicBezTo>
                  <a:cubicBezTo>
                    <a:pt x="59" y="96"/>
                    <a:pt x="49" y="102"/>
                    <a:pt x="37" y="104"/>
                  </a:cubicBezTo>
                  <a:cubicBezTo>
                    <a:pt x="37" y="104"/>
                    <a:pt x="37" y="104"/>
                    <a:pt x="37" y="104"/>
                  </a:cubicBezTo>
                  <a:cubicBezTo>
                    <a:pt x="32" y="104"/>
                    <a:pt x="32" y="104"/>
                    <a:pt x="32" y="104"/>
                  </a:cubicBezTo>
                  <a:cubicBezTo>
                    <a:pt x="31" y="104"/>
                    <a:pt x="31" y="104"/>
                    <a:pt x="31" y="104"/>
                  </a:cubicBezTo>
                  <a:cubicBezTo>
                    <a:pt x="29" y="104"/>
                    <a:pt x="29" y="104"/>
                    <a:pt x="29" y="104"/>
                  </a:cubicBezTo>
                  <a:cubicBezTo>
                    <a:pt x="0" y="104"/>
                    <a:pt x="0" y="104"/>
                    <a:pt x="0" y="104"/>
                  </a:cubicBezTo>
                  <a:cubicBezTo>
                    <a:pt x="5" y="295"/>
                    <a:pt x="160" y="450"/>
                    <a:pt x="351" y="455"/>
                  </a:cubicBezTo>
                  <a:cubicBezTo>
                    <a:pt x="351" y="419"/>
                    <a:pt x="351" y="419"/>
                    <a:pt x="351" y="419"/>
                  </a:cubicBezTo>
                  <a:cubicBezTo>
                    <a:pt x="350" y="415"/>
                    <a:pt x="349" y="410"/>
                    <a:pt x="344" y="407"/>
                  </a:cubicBezTo>
                  <a:cubicBezTo>
                    <a:pt x="341" y="405"/>
                    <a:pt x="336" y="406"/>
                    <a:pt x="332" y="408"/>
                  </a:cubicBezTo>
                  <a:cubicBezTo>
                    <a:pt x="329" y="409"/>
                    <a:pt x="306" y="421"/>
                    <a:pt x="294" y="421"/>
                  </a:cubicBezTo>
                  <a:cubicBezTo>
                    <a:pt x="268" y="421"/>
                    <a:pt x="247" y="397"/>
                    <a:pt x="247" y="368"/>
                  </a:cubicBezTo>
                  <a:cubicBezTo>
                    <a:pt x="247" y="339"/>
                    <a:pt x="268" y="316"/>
                    <a:pt x="294" y="316"/>
                  </a:cubicBezTo>
                  <a:close/>
                </a:path>
              </a:pathLst>
            </a:custGeom>
            <a:solidFill>
              <a:srgbClr val="DA4D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 name="组合 7"/>
          <p:cNvGrpSpPr>
            <a:grpSpLocks noChangeAspect="1"/>
          </p:cNvGrpSpPr>
          <p:nvPr/>
        </p:nvGrpSpPr>
        <p:grpSpPr>
          <a:xfrm>
            <a:off x="4978747" y="5600741"/>
            <a:ext cx="1078404" cy="1059279"/>
            <a:chOff x="10774413" y="778630"/>
            <a:chExt cx="5003080" cy="4914349"/>
          </a:xfrm>
        </p:grpSpPr>
        <p:sp>
          <p:nvSpPr>
            <p:cNvPr id="51" name="Freeform 5"/>
            <p:cNvSpPr>
              <a:spLocks/>
            </p:cNvSpPr>
            <p:nvPr/>
          </p:nvSpPr>
          <p:spPr bwMode="auto">
            <a:xfrm>
              <a:off x="14319115" y="1620440"/>
              <a:ext cx="1458378" cy="3110145"/>
            </a:xfrm>
            <a:custGeom>
              <a:avLst/>
              <a:gdLst>
                <a:gd name="T0" fmla="*/ 89 w 6408"/>
                <a:gd name="T1" fmla="*/ 13555 h 13673"/>
                <a:gd name="T2" fmla="*/ 225 w 6408"/>
                <a:gd name="T3" fmla="*/ 13477 h 13673"/>
                <a:gd name="T4" fmla="*/ 351 w 6408"/>
                <a:gd name="T5" fmla="*/ 13337 h 13673"/>
                <a:gd name="T6" fmla="*/ 506 w 6408"/>
                <a:gd name="T7" fmla="*/ 13062 h 13673"/>
                <a:gd name="T8" fmla="*/ 546 w 6408"/>
                <a:gd name="T9" fmla="*/ 12913 h 13673"/>
                <a:gd name="T10" fmla="*/ 552 w 6408"/>
                <a:gd name="T11" fmla="*/ 12601 h 13673"/>
                <a:gd name="T12" fmla="*/ 478 w 6408"/>
                <a:gd name="T13" fmla="*/ 12263 h 13673"/>
                <a:gd name="T14" fmla="*/ 265 w 6408"/>
                <a:gd name="T15" fmla="*/ 11703 h 13673"/>
                <a:gd name="T16" fmla="*/ 153 w 6408"/>
                <a:gd name="T17" fmla="*/ 11391 h 13673"/>
                <a:gd name="T18" fmla="*/ 75 w 6408"/>
                <a:gd name="T19" fmla="*/ 11064 h 13673"/>
                <a:gd name="T20" fmla="*/ 8 w 6408"/>
                <a:gd name="T21" fmla="*/ 10488 h 13673"/>
                <a:gd name="T22" fmla="*/ 7 w 6408"/>
                <a:gd name="T23" fmla="*/ 9911 h 13673"/>
                <a:gd name="T24" fmla="*/ 96 w 6408"/>
                <a:gd name="T25" fmla="*/ 9224 h 13673"/>
                <a:gd name="T26" fmla="*/ 289 w 6408"/>
                <a:gd name="T27" fmla="*/ 8563 h 13673"/>
                <a:gd name="T28" fmla="*/ 562 w 6408"/>
                <a:gd name="T29" fmla="*/ 7986 h 13673"/>
                <a:gd name="T30" fmla="*/ 746 w 6408"/>
                <a:gd name="T31" fmla="*/ 7695 h 13673"/>
                <a:gd name="T32" fmla="*/ 956 w 6408"/>
                <a:gd name="T33" fmla="*/ 7421 h 13673"/>
                <a:gd name="T34" fmla="*/ 1192 w 6408"/>
                <a:gd name="T35" fmla="*/ 7165 h 13673"/>
                <a:gd name="T36" fmla="*/ 2082 w 6408"/>
                <a:gd name="T37" fmla="*/ 6288 h 13673"/>
                <a:gd name="T38" fmla="*/ 2619 w 6408"/>
                <a:gd name="T39" fmla="*/ 5711 h 13673"/>
                <a:gd name="T40" fmla="*/ 3102 w 6408"/>
                <a:gd name="T41" fmla="*/ 5095 h 13673"/>
                <a:gd name="T42" fmla="*/ 3426 w 6408"/>
                <a:gd name="T43" fmla="*/ 4569 h 13673"/>
                <a:gd name="T44" fmla="*/ 3600 w 6408"/>
                <a:gd name="T45" fmla="*/ 4211 h 13673"/>
                <a:gd name="T46" fmla="*/ 3746 w 6408"/>
                <a:gd name="T47" fmla="*/ 3832 h 13673"/>
                <a:gd name="T48" fmla="*/ 3860 w 6408"/>
                <a:gd name="T49" fmla="*/ 3429 h 13673"/>
                <a:gd name="T50" fmla="*/ 3938 w 6408"/>
                <a:gd name="T51" fmla="*/ 2998 h 13673"/>
                <a:gd name="T52" fmla="*/ 3978 w 6408"/>
                <a:gd name="T53" fmla="*/ 2540 h 13673"/>
                <a:gd name="T54" fmla="*/ 3977 w 6408"/>
                <a:gd name="T55" fmla="*/ 2049 h 13673"/>
                <a:gd name="T56" fmla="*/ 3930 w 6408"/>
                <a:gd name="T57" fmla="*/ 1524 h 13673"/>
                <a:gd name="T58" fmla="*/ 3835 w 6408"/>
                <a:gd name="T59" fmla="*/ 962 h 13673"/>
                <a:gd name="T60" fmla="*/ 3689 w 6408"/>
                <a:gd name="T61" fmla="*/ 362 h 13673"/>
                <a:gd name="T62" fmla="*/ 3591 w 6408"/>
                <a:gd name="T63" fmla="*/ 26 h 13673"/>
                <a:gd name="T64" fmla="*/ 3703 w 6408"/>
                <a:gd name="T65" fmla="*/ 169 h 13673"/>
                <a:gd name="T66" fmla="*/ 3964 w 6408"/>
                <a:gd name="T67" fmla="*/ 419 h 13673"/>
                <a:gd name="T68" fmla="*/ 4304 w 6408"/>
                <a:gd name="T69" fmla="*/ 847 h 13673"/>
                <a:gd name="T70" fmla="*/ 4714 w 6408"/>
                <a:gd name="T71" fmla="*/ 1447 h 13673"/>
                <a:gd name="T72" fmla="*/ 5061 w 6408"/>
                <a:gd name="T73" fmla="*/ 2034 h 13673"/>
                <a:gd name="T74" fmla="*/ 5478 w 6408"/>
                <a:gd name="T75" fmla="*/ 2881 h 13673"/>
                <a:gd name="T76" fmla="*/ 5823 w 6408"/>
                <a:gd name="T77" fmla="*/ 3769 h 13673"/>
                <a:gd name="T78" fmla="*/ 6092 w 6408"/>
                <a:gd name="T79" fmla="*/ 4691 h 13673"/>
                <a:gd name="T80" fmla="*/ 6281 w 6408"/>
                <a:gd name="T81" fmla="*/ 5635 h 13673"/>
                <a:gd name="T82" fmla="*/ 6387 w 6408"/>
                <a:gd name="T83" fmla="*/ 6590 h 13673"/>
                <a:gd name="T84" fmla="*/ 6404 w 6408"/>
                <a:gd name="T85" fmla="*/ 7549 h 13673"/>
                <a:gd name="T86" fmla="*/ 6328 w 6408"/>
                <a:gd name="T87" fmla="*/ 8500 h 13673"/>
                <a:gd name="T88" fmla="*/ 6153 w 6408"/>
                <a:gd name="T89" fmla="*/ 9434 h 13673"/>
                <a:gd name="T90" fmla="*/ 5922 w 6408"/>
                <a:gd name="T91" fmla="*/ 10213 h 13673"/>
                <a:gd name="T92" fmla="*/ 5749 w 6408"/>
                <a:gd name="T93" fmla="*/ 10654 h 13673"/>
                <a:gd name="T94" fmla="*/ 5543 w 6408"/>
                <a:gd name="T95" fmla="*/ 11078 h 13673"/>
                <a:gd name="T96" fmla="*/ 5306 w 6408"/>
                <a:gd name="T97" fmla="*/ 11482 h 13673"/>
                <a:gd name="T98" fmla="*/ 5037 w 6408"/>
                <a:gd name="T99" fmla="*/ 11863 h 13673"/>
                <a:gd name="T100" fmla="*/ 4736 w 6408"/>
                <a:gd name="T101" fmla="*/ 12217 h 13673"/>
                <a:gd name="T102" fmla="*/ 4404 w 6408"/>
                <a:gd name="T103" fmla="*/ 12542 h 13673"/>
                <a:gd name="T104" fmla="*/ 4041 w 6408"/>
                <a:gd name="T105" fmla="*/ 12834 h 13673"/>
                <a:gd name="T106" fmla="*/ 3646 w 6408"/>
                <a:gd name="T107" fmla="*/ 13088 h 13673"/>
                <a:gd name="T108" fmla="*/ 3221 w 6408"/>
                <a:gd name="T109" fmla="*/ 13303 h 13673"/>
                <a:gd name="T110" fmla="*/ 2923 w 6408"/>
                <a:gd name="T111" fmla="*/ 13421 h 13673"/>
                <a:gd name="T112" fmla="*/ 2397 w 6408"/>
                <a:gd name="T113" fmla="*/ 13567 h 13673"/>
                <a:gd name="T114" fmla="*/ 1714 w 6408"/>
                <a:gd name="T115" fmla="*/ 13659 h 13673"/>
                <a:gd name="T116" fmla="*/ 1021 w 6408"/>
                <a:gd name="T117" fmla="*/ 13664 h 13673"/>
                <a:gd name="T118" fmla="*/ 327 w 6408"/>
                <a:gd name="T119" fmla="*/ 13601 h 13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408" h="13673">
                  <a:moveTo>
                    <a:pt x="32" y="13558"/>
                  </a:moveTo>
                  <a:lnTo>
                    <a:pt x="32" y="13558"/>
                  </a:lnTo>
                  <a:lnTo>
                    <a:pt x="41" y="13559"/>
                  </a:lnTo>
                  <a:lnTo>
                    <a:pt x="51" y="13559"/>
                  </a:lnTo>
                  <a:lnTo>
                    <a:pt x="60" y="13559"/>
                  </a:lnTo>
                  <a:lnTo>
                    <a:pt x="70" y="13559"/>
                  </a:lnTo>
                  <a:lnTo>
                    <a:pt x="89" y="13555"/>
                  </a:lnTo>
                  <a:lnTo>
                    <a:pt x="108" y="13550"/>
                  </a:lnTo>
                  <a:lnTo>
                    <a:pt x="127" y="13543"/>
                  </a:lnTo>
                  <a:lnTo>
                    <a:pt x="147" y="13533"/>
                  </a:lnTo>
                  <a:lnTo>
                    <a:pt x="167" y="13522"/>
                  </a:lnTo>
                  <a:lnTo>
                    <a:pt x="186" y="13509"/>
                  </a:lnTo>
                  <a:lnTo>
                    <a:pt x="206" y="13494"/>
                  </a:lnTo>
                  <a:lnTo>
                    <a:pt x="225" y="13477"/>
                  </a:lnTo>
                  <a:lnTo>
                    <a:pt x="243" y="13460"/>
                  </a:lnTo>
                  <a:lnTo>
                    <a:pt x="262" y="13442"/>
                  </a:lnTo>
                  <a:lnTo>
                    <a:pt x="280" y="13422"/>
                  </a:lnTo>
                  <a:lnTo>
                    <a:pt x="298" y="13402"/>
                  </a:lnTo>
                  <a:lnTo>
                    <a:pt x="316" y="13381"/>
                  </a:lnTo>
                  <a:lnTo>
                    <a:pt x="333" y="13359"/>
                  </a:lnTo>
                  <a:lnTo>
                    <a:pt x="351" y="13337"/>
                  </a:lnTo>
                  <a:lnTo>
                    <a:pt x="367" y="13314"/>
                  </a:lnTo>
                  <a:lnTo>
                    <a:pt x="398" y="13268"/>
                  </a:lnTo>
                  <a:lnTo>
                    <a:pt x="426" y="13222"/>
                  </a:lnTo>
                  <a:lnTo>
                    <a:pt x="451" y="13178"/>
                  </a:lnTo>
                  <a:lnTo>
                    <a:pt x="473" y="13136"/>
                  </a:lnTo>
                  <a:lnTo>
                    <a:pt x="492" y="13096"/>
                  </a:lnTo>
                  <a:lnTo>
                    <a:pt x="506" y="13062"/>
                  </a:lnTo>
                  <a:lnTo>
                    <a:pt x="517" y="13033"/>
                  </a:lnTo>
                  <a:lnTo>
                    <a:pt x="517" y="13033"/>
                  </a:lnTo>
                  <a:lnTo>
                    <a:pt x="524" y="13010"/>
                  </a:lnTo>
                  <a:lnTo>
                    <a:pt x="531" y="12986"/>
                  </a:lnTo>
                  <a:lnTo>
                    <a:pt x="536" y="12962"/>
                  </a:lnTo>
                  <a:lnTo>
                    <a:pt x="541" y="12937"/>
                  </a:lnTo>
                  <a:lnTo>
                    <a:pt x="546" y="12913"/>
                  </a:lnTo>
                  <a:lnTo>
                    <a:pt x="550" y="12890"/>
                  </a:lnTo>
                  <a:lnTo>
                    <a:pt x="555" y="12842"/>
                  </a:lnTo>
                  <a:lnTo>
                    <a:pt x="559" y="12794"/>
                  </a:lnTo>
                  <a:lnTo>
                    <a:pt x="560" y="12745"/>
                  </a:lnTo>
                  <a:lnTo>
                    <a:pt x="560" y="12697"/>
                  </a:lnTo>
                  <a:lnTo>
                    <a:pt x="557" y="12649"/>
                  </a:lnTo>
                  <a:lnTo>
                    <a:pt x="552" y="12601"/>
                  </a:lnTo>
                  <a:lnTo>
                    <a:pt x="546" y="12552"/>
                  </a:lnTo>
                  <a:lnTo>
                    <a:pt x="538" y="12503"/>
                  </a:lnTo>
                  <a:lnTo>
                    <a:pt x="529" y="12455"/>
                  </a:lnTo>
                  <a:lnTo>
                    <a:pt x="518" y="12407"/>
                  </a:lnTo>
                  <a:lnTo>
                    <a:pt x="505" y="12359"/>
                  </a:lnTo>
                  <a:lnTo>
                    <a:pt x="492" y="12311"/>
                  </a:lnTo>
                  <a:lnTo>
                    <a:pt x="478" y="12263"/>
                  </a:lnTo>
                  <a:lnTo>
                    <a:pt x="462" y="12215"/>
                  </a:lnTo>
                  <a:lnTo>
                    <a:pt x="446" y="12167"/>
                  </a:lnTo>
                  <a:lnTo>
                    <a:pt x="430" y="12120"/>
                  </a:lnTo>
                  <a:lnTo>
                    <a:pt x="412" y="12073"/>
                  </a:lnTo>
                  <a:lnTo>
                    <a:pt x="377" y="11978"/>
                  </a:lnTo>
                  <a:lnTo>
                    <a:pt x="340" y="11886"/>
                  </a:lnTo>
                  <a:lnTo>
                    <a:pt x="265" y="11703"/>
                  </a:lnTo>
                  <a:lnTo>
                    <a:pt x="230" y="11613"/>
                  </a:lnTo>
                  <a:lnTo>
                    <a:pt x="214" y="11570"/>
                  </a:lnTo>
                  <a:lnTo>
                    <a:pt x="198" y="11526"/>
                  </a:lnTo>
                  <a:lnTo>
                    <a:pt x="198" y="11526"/>
                  </a:lnTo>
                  <a:lnTo>
                    <a:pt x="183" y="11481"/>
                  </a:lnTo>
                  <a:lnTo>
                    <a:pt x="168" y="11436"/>
                  </a:lnTo>
                  <a:lnTo>
                    <a:pt x="153" y="11391"/>
                  </a:lnTo>
                  <a:lnTo>
                    <a:pt x="140" y="11345"/>
                  </a:lnTo>
                  <a:lnTo>
                    <a:pt x="128" y="11298"/>
                  </a:lnTo>
                  <a:lnTo>
                    <a:pt x="116" y="11252"/>
                  </a:lnTo>
                  <a:lnTo>
                    <a:pt x="105" y="11206"/>
                  </a:lnTo>
                  <a:lnTo>
                    <a:pt x="94" y="11159"/>
                  </a:lnTo>
                  <a:lnTo>
                    <a:pt x="84" y="11111"/>
                  </a:lnTo>
                  <a:lnTo>
                    <a:pt x="75" y="11064"/>
                  </a:lnTo>
                  <a:lnTo>
                    <a:pt x="66" y="11017"/>
                  </a:lnTo>
                  <a:lnTo>
                    <a:pt x="58" y="10969"/>
                  </a:lnTo>
                  <a:lnTo>
                    <a:pt x="44" y="10874"/>
                  </a:lnTo>
                  <a:lnTo>
                    <a:pt x="32" y="10777"/>
                  </a:lnTo>
                  <a:lnTo>
                    <a:pt x="22" y="10681"/>
                  </a:lnTo>
                  <a:lnTo>
                    <a:pt x="14" y="10584"/>
                  </a:lnTo>
                  <a:lnTo>
                    <a:pt x="8" y="10488"/>
                  </a:lnTo>
                  <a:lnTo>
                    <a:pt x="3" y="10391"/>
                  </a:lnTo>
                  <a:lnTo>
                    <a:pt x="1" y="10295"/>
                  </a:lnTo>
                  <a:lnTo>
                    <a:pt x="0" y="10199"/>
                  </a:lnTo>
                  <a:lnTo>
                    <a:pt x="1" y="10104"/>
                  </a:lnTo>
                  <a:lnTo>
                    <a:pt x="3" y="10009"/>
                  </a:lnTo>
                  <a:lnTo>
                    <a:pt x="3" y="10009"/>
                  </a:lnTo>
                  <a:lnTo>
                    <a:pt x="7" y="9911"/>
                  </a:lnTo>
                  <a:lnTo>
                    <a:pt x="14" y="9811"/>
                  </a:lnTo>
                  <a:lnTo>
                    <a:pt x="22" y="9713"/>
                  </a:lnTo>
                  <a:lnTo>
                    <a:pt x="33" y="9614"/>
                  </a:lnTo>
                  <a:lnTo>
                    <a:pt x="45" y="9516"/>
                  </a:lnTo>
                  <a:lnTo>
                    <a:pt x="60" y="9418"/>
                  </a:lnTo>
                  <a:lnTo>
                    <a:pt x="77" y="9321"/>
                  </a:lnTo>
                  <a:lnTo>
                    <a:pt x="96" y="9224"/>
                  </a:lnTo>
                  <a:lnTo>
                    <a:pt x="117" y="9127"/>
                  </a:lnTo>
                  <a:lnTo>
                    <a:pt x="140" y="9032"/>
                  </a:lnTo>
                  <a:lnTo>
                    <a:pt x="167" y="8936"/>
                  </a:lnTo>
                  <a:lnTo>
                    <a:pt x="194" y="8842"/>
                  </a:lnTo>
                  <a:lnTo>
                    <a:pt x="224" y="8748"/>
                  </a:lnTo>
                  <a:lnTo>
                    <a:pt x="255" y="8656"/>
                  </a:lnTo>
                  <a:lnTo>
                    <a:pt x="289" y="8563"/>
                  </a:lnTo>
                  <a:lnTo>
                    <a:pt x="325" y="8472"/>
                  </a:lnTo>
                  <a:lnTo>
                    <a:pt x="364" y="8381"/>
                  </a:lnTo>
                  <a:lnTo>
                    <a:pt x="404" y="8292"/>
                  </a:lnTo>
                  <a:lnTo>
                    <a:pt x="446" y="8203"/>
                  </a:lnTo>
                  <a:lnTo>
                    <a:pt x="490" y="8116"/>
                  </a:lnTo>
                  <a:lnTo>
                    <a:pt x="538" y="8029"/>
                  </a:lnTo>
                  <a:lnTo>
                    <a:pt x="562" y="7986"/>
                  </a:lnTo>
                  <a:lnTo>
                    <a:pt x="586" y="7944"/>
                  </a:lnTo>
                  <a:lnTo>
                    <a:pt x="612" y="7901"/>
                  </a:lnTo>
                  <a:lnTo>
                    <a:pt x="637" y="7860"/>
                  </a:lnTo>
                  <a:lnTo>
                    <a:pt x="663" y="7818"/>
                  </a:lnTo>
                  <a:lnTo>
                    <a:pt x="690" y="7777"/>
                  </a:lnTo>
                  <a:lnTo>
                    <a:pt x="718" y="7737"/>
                  </a:lnTo>
                  <a:lnTo>
                    <a:pt x="746" y="7695"/>
                  </a:lnTo>
                  <a:lnTo>
                    <a:pt x="774" y="7655"/>
                  </a:lnTo>
                  <a:lnTo>
                    <a:pt x="803" y="7615"/>
                  </a:lnTo>
                  <a:lnTo>
                    <a:pt x="832" y="7576"/>
                  </a:lnTo>
                  <a:lnTo>
                    <a:pt x="862" y="7536"/>
                  </a:lnTo>
                  <a:lnTo>
                    <a:pt x="893" y="7497"/>
                  </a:lnTo>
                  <a:lnTo>
                    <a:pt x="924" y="7459"/>
                  </a:lnTo>
                  <a:lnTo>
                    <a:pt x="956" y="7421"/>
                  </a:lnTo>
                  <a:lnTo>
                    <a:pt x="988" y="7384"/>
                  </a:lnTo>
                  <a:lnTo>
                    <a:pt x="1020" y="7346"/>
                  </a:lnTo>
                  <a:lnTo>
                    <a:pt x="1054" y="7309"/>
                  </a:lnTo>
                  <a:lnTo>
                    <a:pt x="1088" y="7272"/>
                  </a:lnTo>
                  <a:lnTo>
                    <a:pt x="1122" y="7237"/>
                  </a:lnTo>
                  <a:lnTo>
                    <a:pt x="1156" y="7201"/>
                  </a:lnTo>
                  <a:lnTo>
                    <a:pt x="1192" y="7165"/>
                  </a:lnTo>
                  <a:lnTo>
                    <a:pt x="1192" y="7165"/>
                  </a:lnTo>
                  <a:lnTo>
                    <a:pt x="1354" y="7005"/>
                  </a:lnTo>
                  <a:lnTo>
                    <a:pt x="1517" y="6847"/>
                  </a:lnTo>
                  <a:lnTo>
                    <a:pt x="1680" y="6688"/>
                  </a:lnTo>
                  <a:lnTo>
                    <a:pt x="1842" y="6529"/>
                  </a:lnTo>
                  <a:lnTo>
                    <a:pt x="2003" y="6369"/>
                  </a:lnTo>
                  <a:lnTo>
                    <a:pt x="2082" y="6288"/>
                  </a:lnTo>
                  <a:lnTo>
                    <a:pt x="2162" y="6208"/>
                  </a:lnTo>
                  <a:lnTo>
                    <a:pt x="2240" y="6127"/>
                  </a:lnTo>
                  <a:lnTo>
                    <a:pt x="2318" y="6044"/>
                  </a:lnTo>
                  <a:lnTo>
                    <a:pt x="2394" y="5962"/>
                  </a:lnTo>
                  <a:lnTo>
                    <a:pt x="2471" y="5879"/>
                  </a:lnTo>
                  <a:lnTo>
                    <a:pt x="2546" y="5796"/>
                  </a:lnTo>
                  <a:lnTo>
                    <a:pt x="2619" y="5711"/>
                  </a:lnTo>
                  <a:lnTo>
                    <a:pt x="2693" y="5626"/>
                  </a:lnTo>
                  <a:lnTo>
                    <a:pt x="2764" y="5540"/>
                  </a:lnTo>
                  <a:lnTo>
                    <a:pt x="2835" y="5453"/>
                  </a:lnTo>
                  <a:lnTo>
                    <a:pt x="2904" y="5365"/>
                  </a:lnTo>
                  <a:lnTo>
                    <a:pt x="2971" y="5276"/>
                  </a:lnTo>
                  <a:lnTo>
                    <a:pt x="3038" y="5185"/>
                  </a:lnTo>
                  <a:lnTo>
                    <a:pt x="3102" y="5095"/>
                  </a:lnTo>
                  <a:lnTo>
                    <a:pt x="3166" y="5002"/>
                  </a:lnTo>
                  <a:lnTo>
                    <a:pt x="3226" y="4908"/>
                  </a:lnTo>
                  <a:lnTo>
                    <a:pt x="3286" y="4813"/>
                  </a:lnTo>
                  <a:lnTo>
                    <a:pt x="3344" y="4717"/>
                  </a:lnTo>
                  <a:lnTo>
                    <a:pt x="3372" y="4667"/>
                  </a:lnTo>
                  <a:lnTo>
                    <a:pt x="3399" y="4619"/>
                  </a:lnTo>
                  <a:lnTo>
                    <a:pt x="3426" y="4569"/>
                  </a:lnTo>
                  <a:lnTo>
                    <a:pt x="3452" y="4520"/>
                  </a:lnTo>
                  <a:lnTo>
                    <a:pt x="3478" y="4469"/>
                  </a:lnTo>
                  <a:lnTo>
                    <a:pt x="3504" y="4418"/>
                  </a:lnTo>
                  <a:lnTo>
                    <a:pt x="3529" y="4367"/>
                  </a:lnTo>
                  <a:lnTo>
                    <a:pt x="3554" y="4316"/>
                  </a:lnTo>
                  <a:lnTo>
                    <a:pt x="3577" y="4263"/>
                  </a:lnTo>
                  <a:lnTo>
                    <a:pt x="3600" y="4211"/>
                  </a:lnTo>
                  <a:lnTo>
                    <a:pt x="3623" y="4159"/>
                  </a:lnTo>
                  <a:lnTo>
                    <a:pt x="3645" y="4105"/>
                  </a:lnTo>
                  <a:lnTo>
                    <a:pt x="3666" y="4051"/>
                  </a:lnTo>
                  <a:lnTo>
                    <a:pt x="3688" y="3997"/>
                  </a:lnTo>
                  <a:lnTo>
                    <a:pt x="3708" y="3942"/>
                  </a:lnTo>
                  <a:lnTo>
                    <a:pt x="3727" y="3887"/>
                  </a:lnTo>
                  <a:lnTo>
                    <a:pt x="3746" y="3832"/>
                  </a:lnTo>
                  <a:lnTo>
                    <a:pt x="3764" y="3776"/>
                  </a:lnTo>
                  <a:lnTo>
                    <a:pt x="3782" y="3719"/>
                  </a:lnTo>
                  <a:lnTo>
                    <a:pt x="3799" y="3662"/>
                  </a:lnTo>
                  <a:lnTo>
                    <a:pt x="3815" y="3605"/>
                  </a:lnTo>
                  <a:lnTo>
                    <a:pt x="3830" y="3546"/>
                  </a:lnTo>
                  <a:lnTo>
                    <a:pt x="3845" y="3488"/>
                  </a:lnTo>
                  <a:lnTo>
                    <a:pt x="3860" y="3429"/>
                  </a:lnTo>
                  <a:lnTo>
                    <a:pt x="3874" y="3368"/>
                  </a:lnTo>
                  <a:lnTo>
                    <a:pt x="3886" y="3308"/>
                  </a:lnTo>
                  <a:lnTo>
                    <a:pt x="3898" y="3248"/>
                  </a:lnTo>
                  <a:lnTo>
                    <a:pt x="3909" y="3186"/>
                  </a:lnTo>
                  <a:lnTo>
                    <a:pt x="3920" y="3124"/>
                  </a:lnTo>
                  <a:lnTo>
                    <a:pt x="3930" y="3062"/>
                  </a:lnTo>
                  <a:lnTo>
                    <a:pt x="3938" y="2998"/>
                  </a:lnTo>
                  <a:lnTo>
                    <a:pt x="3947" y="2935"/>
                  </a:lnTo>
                  <a:lnTo>
                    <a:pt x="3954" y="2870"/>
                  </a:lnTo>
                  <a:lnTo>
                    <a:pt x="3960" y="2805"/>
                  </a:lnTo>
                  <a:lnTo>
                    <a:pt x="3966" y="2740"/>
                  </a:lnTo>
                  <a:lnTo>
                    <a:pt x="3971" y="2673"/>
                  </a:lnTo>
                  <a:lnTo>
                    <a:pt x="3975" y="2607"/>
                  </a:lnTo>
                  <a:lnTo>
                    <a:pt x="3978" y="2540"/>
                  </a:lnTo>
                  <a:lnTo>
                    <a:pt x="3981" y="2471"/>
                  </a:lnTo>
                  <a:lnTo>
                    <a:pt x="3982" y="2403"/>
                  </a:lnTo>
                  <a:lnTo>
                    <a:pt x="3983" y="2334"/>
                  </a:lnTo>
                  <a:lnTo>
                    <a:pt x="3983" y="2263"/>
                  </a:lnTo>
                  <a:lnTo>
                    <a:pt x="3982" y="2193"/>
                  </a:lnTo>
                  <a:lnTo>
                    <a:pt x="3980" y="2121"/>
                  </a:lnTo>
                  <a:lnTo>
                    <a:pt x="3977" y="2049"/>
                  </a:lnTo>
                  <a:lnTo>
                    <a:pt x="3973" y="1976"/>
                  </a:lnTo>
                  <a:lnTo>
                    <a:pt x="3968" y="1902"/>
                  </a:lnTo>
                  <a:lnTo>
                    <a:pt x="3963" y="1828"/>
                  </a:lnTo>
                  <a:lnTo>
                    <a:pt x="3956" y="1753"/>
                  </a:lnTo>
                  <a:lnTo>
                    <a:pt x="3948" y="1678"/>
                  </a:lnTo>
                  <a:lnTo>
                    <a:pt x="3940" y="1601"/>
                  </a:lnTo>
                  <a:lnTo>
                    <a:pt x="3930" y="1524"/>
                  </a:lnTo>
                  <a:lnTo>
                    <a:pt x="3920" y="1446"/>
                  </a:lnTo>
                  <a:lnTo>
                    <a:pt x="3909" y="1367"/>
                  </a:lnTo>
                  <a:lnTo>
                    <a:pt x="3896" y="1288"/>
                  </a:lnTo>
                  <a:lnTo>
                    <a:pt x="3883" y="1207"/>
                  </a:lnTo>
                  <a:lnTo>
                    <a:pt x="3868" y="1127"/>
                  </a:lnTo>
                  <a:lnTo>
                    <a:pt x="3852" y="1044"/>
                  </a:lnTo>
                  <a:lnTo>
                    <a:pt x="3835" y="962"/>
                  </a:lnTo>
                  <a:lnTo>
                    <a:pt x="3817" y="878"/>
                  </a:lnTo>
                  <a:lnTo>
                    <a:pt x="3799" y="795"/>
                  </a:lnTo>
                  <a:lnTo>
                    <a:pt x="3779" y="709"/>
                  </a:lnTo>
                  <a:lnTo>
                    <a:pt x="3758" y="624"/>
                  </a:lnTo>
                  <a:lnTo>
                    <a:pt x="3736" y="538"/>
                  </a:lnTo>
                  <a:lnTo>
                    <a:pt x="3713" y="450"/>
                  </a:lnTo>
                  <a:lnTo>
                    <a:pt x="3689" y="362"/>
                  </a:lnTo>
                  <a:lnTo>
                    <a:pt x="3663" y="272"/>
                  </a:lnTo>
                  <a:lnTo>
                    <a:pt x="3637" y="183"/>
                  </a:lnTo>
                  <a:lnTo>
                    <a:pt x="3609" y="91"/>
                  </a:lnTo>
                  <a:lnTo>
                    <a:pt x="3581" y="0"/>
                  </a:lnTo>
                  <a:lnTo>
                    <a:pt x="3581" y="0"/>
                  </a:lnTo>
                  <a:lnTo>
                    <a:pt x="3586" y="13"/>
                  </a:lnTo>
                  <a:lnTo>
                    <a:pt x="3591" y="26"/>
                  </a:lnTo>
                  <a:lnTo>
                    <a:pt x="3599" y="39"/>
                  </a:lnTo>
                  <a:lnTo>
                    <a:pt x="3607" y="53"/>
                  </a:lnTo>
                  <a:lnTo>
                    <a:pt x="3616" y="67"/>
                  </a:lnTo>
                  <a:lnTo>
                    <a:pt x="3626" y="81"/>
                  </a:lnTo>
                  <a:lnTo>
                    <a:pt x="3649" y="110"/>
                  </a:lnTo>
                  <a:lnTo>
                    <a:pt x="3674" y="140"/>
                  </a:lnTo>
                  <a:lnTo>
                    <a:pt x="3703" y="169"/>
                  </a:lnTo>
                  <a:lnTo>
                    <a:pt x="3733" y="200"/>
                  </a:lnTo>
                  <a:lnTo>
                    <a:pt x="3764" y="230"/>
                  </a:lnTo>
                  <a:lnTo>
                    <a:pt x="3827" y="288"/>
                  </a:lnTo>
                  <a:lnTo>
                    <a:pt x="3888" y="344"/>
                  </a:lnTo>
                  <a:lnTo>
                    <a:pt x="3916" y="371"/>
                  </a:lnTo>
                  <a:lnTo>
                    <a:pt x="3941" y="395"/>
                  </a:lnTo>
                  <a:lnTo>
                    <a:pt x="3964" y="419"/>
                  </a:lnTo>
                  <a:lnTo>
                    <a:pt x="3983" y="440"/>
                  </a:lnTo>
                  <a:lnTo>
                    <a:pt x="3983" y="440"/>
                  </a:lnTo>
                  <a:lnTo>
                    <a:pt x="4050" y="520"/>
                  </a:lnTo>
                  <a:lnTo>
                    <a:pt x="4114" y="601"/>
                  </a:lnTo>
                  <a:lnTo>
                    <a:pt x="4178" y="682"/>
                  </a:lnTo>
                  <a:lnTo>
                    <a:pt x="4242" y="765"/>
                  </a:lnTo>
                  <a:lnTo>
                    <a:pt x="4304" y="847"/>
                  </a:lnTo>
                  <a:lnTo>
                    <a:pt x="4365" y="931"/>
                  </a:lnTo>
                  <a:lnTo>
                    <a:pt x="4426" y="1015"/>
                  </a:lnTo>
                  <a:lnTo>
                    <a:pt x="4485" y="1101"/>
                  </a:lnTo>
                  <a:lnTo>
                    <a:pt x="4544" y="1186"/>
                  </a:lnTo>
                  <a:lnTo>
                    <a:pt x="4602" y="1273"/>
                  </a:lnTo>
                  <a:lnTo>
                    <a:pt x="4659" y="1359"/>
                  </a:lnTo>
                  <a:lnTo>
                    <a:pt x="4714" y="1447"/>
                  </a:lnTo>
                  <a:lnTo>
                    <a:pt x="4770" y="1534"/>
                  </a:lnTo>
                  <a:lnTo>
                    <a:pt x="4824" y="1623"/>
                  </a:lnTo>
                  <a:lnTo>
                    <a:pt x="4877" y="1711"/>
                  </a:lnTo>
                  <a:lnTo>
                    <a:pt x="4930" y="1801"/>
                  </a:lnTo>
                  <a:lnTo>
                    <a:pt x="4930" y="1801"/>
                  </a:lnTo>
                  <a:lnTo>
                    <a:pt x="4996" y="1917"/>
                  </a:lnTo>
                  <a:lnTo>
                    <a:pt x="5061" y="2034"/>
                  </a:lnTo>
                  <a:lnTo>
                    <a:pt x="5125" y="2152"/>
                  </a:lnTo>
                  <a:lnTo>
                    <a:pt x="5187" y="2271"/>
                  </a:lnTo>
                  <a:lnTo>
                    <a:pt x="5248" y="2391"/>
                  </a:lnTo>
                  <a:lnTo>
                    <a:pt x="5308" y="2512"/>
                  </a:lnTo>
                  <a:lnTo>
                    <a:pt x="5365" y="2634"/>
                  </a:lnTo>
                  <a:lnTo>
                    <a:pt x="5422" y="2757"/>
                  </a:lnTo>
                  <a:lnTo>
                    <a:pt x="5478" y="2881"/>
                  </a:lnTo>
                  <a:lnTo>
                    <a:pt x="5531" y="3005"/>
                  </a:lnTo>
                  <a:lnTo>
                    <a:pt x="5583" y="3131"/>
                  </a:lnTo>
                  <a:lnTo>
                    <a:pt x="5635" y="3257"/>
                  </a:lnTo>
                  <a:lnTo>
                    <a:pt x="5684" y="3384"/>
                  </a:lnTo>
                  <a:lnTo>
                    <a:pt x="5731" y="3512"/>
                  </a:lnTo>
                  <a:lnTo>
                    <a:pt x="5777" y="3641"/>
                  </a:lnTo>
                  <a:lnTo>
                    <a:pt x="5823" y="3769"/>
                  </a:lnTo>
                  <a:lnTo>
                    <a:pt x="5866" y="3899"/>
                  </a:lnTo>
                  <a:lnTo>
                    <a:pt x="5907" y="4030"/>
                  </a:lnTo>
                  <a:lnTo>
                    <a:pt x="5947" y="4161"/>
                  </a:lnTo>
                  <a:lnTo>
                    <a:pt x="5986" y="4292"/>
                  </a:lnTo>
                  <a:lnTo>
                    <a:pt x="6023" y="4425"/>
                  </a:lnTo>
                  <a:lnTo>
                    <a:pt x="6058" y="4558"/>
                  </a:lnTo>
                  <a:lnTo>
                    <a:pt x="6092" y="4691"/>
                  </a:lnTo>
                  <a:lnTo>
                    <a:pt x="6124" y="4824"/>
                  </a:lnTo>
                  <a:lnTo>
                    <a:pt x="6155" y="4959"/>
                  </a:lnTo>
                  <a:lnTo>
                    <a:pt x="6184" y="5093"/>
                  </a:lnTo>
                  <a:lnTo>
                    <a:pt x="6211" y="5228"/>
                  </a:lnTo>
                  <a:lnTo>
                    <a:pt x="6236" y="5363"/>
                  </a:lnTo>
                  <a:lnTo>
                    <a:pt x="6260" y="5499"/>
                  </a:lnTo>
                  <a:lnTo>
                    <a:pt x="6281" y="5635"/>
                  </a:lnTo>
                  <a:lnTo>
                    <a:pt x="6302" y="5771"/>
                  </a:lnTo>
                  <a:lnTo>
                    <a:pt x="6321" y="5906"/>
                  </a:lnTo>
                  <a:lnTo>
                    <a:pt x="6338" y="6043"/>
                  </a:lnTo>
                  <a:lnTo>
                    <a:pt x="6353" y="6180"/>
                  </a:lnTo>
                  <a:lnTo>
                    <a:pt x="6366" y="6317"/>
                  </a:lnTo>
                  <a:lnTo>
                    <a:pt x="6378" y="6453"/>
                  </a:lnTo>
                  <a:lnTo>
                    <a:pt x="6387" y="6590"/>
                  </a:lnTo>
                  <a:lnTo>
                    <a:pt x="6395" y="6728"/>
                  </a:lnTo>
                  <a:lnTo>
                    <a:pt x="6401" y="6865"/>
                  </a:lnTo>
                  <a:lnTo>
                    <a:pt x="6405" y="7001"/>
                  </a:lnTo>
                  <a:lnTo>
                    <a:pt x="6408" y="7138"/>
                  </a:lnTo>
                  <a:lnTo>
                    <a:pt x="6408" y="7276"/>
                  </a:lnTo>
                  <a:lnTo>
                    <a:pt x="6407" y="7413"/>
                  </a:lnTo>
                  <a:lnTo>
                    <a:pt x="6404" y="7549"/>
                  </a:lnTo>
                  <a:lnTo>
                    <a:pt x="6399" y="7685"/>
                  </a:lnTo>
                  <a:lnTo>
                    <a:pt x="6392" y="7822"/>
                  </a:lnTo>
                  <a:lnTo>
                    <a:pt x="6383" y="7958"/>
                  </a:lnTo>
                  <a:lnTo>
                    <a:pt x="6372" y="8095"/>
                  </a:lnTo>
                  <a:lnTo>
                    <a:pt x="6359" y="8229"/>
                  </a:lnTo>
                  <a:lnTo>
                    <a:pt x="6344" y="8365"/>
                  </a:lnTo>
                  <a:lnTo>
                    <a:pt x="6328" y="8500"/>
                  </a:lnTo>
                  <a:lnTo>
                    <a:pt x="6308" y="8635"/>
                  </a:lnTo>
                  <a:lnTo>
                    <a:pt x="6287" y="8769"/>
                  </a:lnTo>
                  <a:lnTo>
                    <a:pt x="6264" y="8903"/>
                  </a:lnTo>
                  <a:lnTo>
                    <a:pt x="6240" y="9037"/>
                  </a:lnTo>
                  <a:lnTo>
                    <a:pt x="6213" y="9169"/>
                  </a:lnTo>
                  <a:lnTo>
                    <a:pt x="6184" y="9302"/>
                  </a:lnTo>
                  <a:lnTo>
                    <a:pt x="6153" y="9434"/>
                  </a:lnTo>
                  <a:lnTo>
                    <a:pt x="6119" y="9566"/>
                  </a:lnTo>
                  <a:lnTo>
                    <a:pt x="6084" y="9696"/>
                  </a:lnTo>
                  <a:lnTo>
                    <a:pt x="6047" y="9826"/>
                  </a:lnTo>
                  <a:lnTo>
                    <a:pt x="6008" y="9956"/>
                  </a:lnTo>
                  <a:lnTo>
                    <a:pt x="5966" y="10085"/>
                  </a:lnTo>
                  <a:lnTo>
                    <a:pt x="5922" y="10213"/>
                  </a:lnTo>
                  <a:lnTo>
                    <a:pt x="5922" y="10213"/>
                  </a:lnTo>
                  <a:lnTo>
                    <a:pt x="5899" y="10277"/>
                  </a:lnTo>
                  <a:lnTo>
                    <a:pt x="5876" y="10340"/>
                  </a:lnTo>
                  <a:lnTo>
                    <a:pt x="5852" y="10403"/>
                  </a:lnTo>
                  <a:lnTo>
                    <a:pt x="5828" y="10467"/>
                  </a:lnTo>
                  <a:lnTo>
                    <a:pt x="5802" y="10530"/>
                  </a:lnTo>
                  <a:lnTo>
                    <a:pt x="5775" y="10592"/>
                  </a:lnTo>
                  <a:lnTo>
                    <a:pt x="5749" y="10654"/>
                  </a:lnTo>
                  <a:lnTo>
                    <a:pt x="5722" y="10716"/>
                  </a:lnTo>
                  <a:lnTo>
                    <a:pt x="5694" y="10777"/>
                  </a:lnTo>
                  <a:lnTo>
                    <a:pt x="5665" y="10839"/>
                  </a:lnTo>
                  <a:lnTo>
                    <a:pt x="5636" y="10899"/>
                  </a:lnTo>
                  <a:lnTo>
                    <a:pt x="5605" y="10959"/>
                  </a:lnTo>
                  <a:lnTo>
                    <a:pt x="5575" y="11019"/>
                  </a:lnTo>
                  <a:lnTo>
                    <a:pt x="5543" y="11078"/>
                  </a:lnTo>
                  <a:lnTo>
                    <a:pt x="5512" y="11137"/>
                  </a:lnTo>
                  <a:lnTo>
                    <a:pt x="5479" y="11196"/>
                  </a:lnTo>
                  <a:lnTo>
                    <a:pt x="5446" y="11254"/>
                  </a:lnTo>
                  <a:lnTo>
                    <a:pt x="5411" y="11312"/>
                  </a:lnTo>
                  <a:lnTo>
                    <a:pt x="5377" y="11370"/>
                  </a:lnTo>
                  <a:lnTo>
                    <a:pt x="5342" y="11426"/>
                  </a:lnTo>
                  <a:lnTo>
                    <a:pt x="5306" y="11482"/>
                  </a:lnTo>
                  <a:lnTo>
                    <a:pt x="5270" y="11539"/>
                  </a:lnTo>
                  <a:lnTo>
                    <a:pt x="5232" y="11594"/>
                  </a:lnTo>
                  <a:lnTo>
                    <a:pt x="5195" y="11649"/>
                  </a:lnTo>
                  <a:lnTo>
                    <a:pt x="5156" y="11704"/>
                  </a:lnTo>
                  <a:lnTo>
                    <a:pt x="5117" y="11758"/>
                  </a:lnTo>
                  <a:lnTo>
                    <a:pt x="5077" y="11811"/>
                  </a:lnTo>
                  <a:lnTo>
                    <a:pt x="5037" y="11863"/>
                  </a:lnTo>
                  <a:lnTo>
                    <a:pt x="4996" y="11916"/>
                  </a:lnTo>
                  <a:lnTo>
                    <a:pt x="4955" y="11968"/>
                  </a:lnTo>
                  <a:lnTo>
                    <a:pt x="4911" y="12019"/>
                  </a:lnTo>
                  <a:lnTo>
                    <a:pt x="4869" y="12070"/>
                  </a:lnTo>
                  <a:lnTo>
                    <a:pt x="4825" y="12120"/>
                  </a:lnTo>
                  <a:lnTo>
                    <a:pt x="4781" y="12169"/>
                  </a:lnTo>
                  <a:lnTo>
                    <a:pt x="4736" y="12217"/>
                  </a:lnTo>
                  <a:lnTo>
                    <a:pt x="4690" y="12266"/>
                  </a:lnTo>
                  <a:lnTo>
                    <a:pt x="4645" y="12314"/>
                  </a:lnTo>
                  <a:lnTo>
                    <a:pt x="4598" y="12360"/>
                  </a:lnTo>
                  <a:lnTo>
                    <a:pt x="4550" y="12407"/>
                  </a:lnTo>
                  <a:lnTo>
                    <a:pt x="4502" y="12453"/>
                  </a:lnTo>
                  <a:lnTo>
                    <a:pt x="4454" y="12498"/>
                  </a:lnTo>
                  <a:lnTo>
                    <a:pt x="4404" y="12542"/>
                  </a:lnTo>
                  <a:lnTo>
                    <a:pt x="4354" y="12585"/>
                  </a:lnTo>
                  <a:lnTo>
                    <a:pt x="4303" y="12629"/>
                  </a:lnTo>
                  <a:lnTo>
                    <a:pt x="4252" y="12671"/>
                  </a:lnTo>
                  <a:lnTo>
                    <a:pt x="4200" y="12713"/>
                  </a:lnTo>
                  <a:lnTo>
                    <a:pt x="4148" y="12753"/>
                  </a:lnTo>
                  <a:lnTo>
                    <a:pt x="4095" y="12794"/>
                  </a:lnTo>
                  <a:lnTo>
                    <a:pt x="4041" y="12834"/>
                  </a:lnTo>
                  <a:lnTo>
                    <a:pt x="3986" y="12872"/>
                  </a:lnTo>
                  <a:lnTo>
                    <a:pt x="3931" y="12910"/>
                  </a:lnTo>
                  <a:lnTo>
                    <a:pt x="3876" y="12947"/>
                  </a:lnTo>
                  <a:lnTo>
                    <a:pt x="3819" y="12984"/>
                  </a:lnTo>
                  <a:lnTo>
                    <a:pt x="3762" y="13019"/>
                  </a:lnTo>
                  <a:lnTo>
                    <a:pt x="3705" y="13054"/>
                  </a:lnTo>
                  <a:lnTo>
                    <a:pt x="3646" y="13088"/>
                  </a:lnTo>
                  <a:lnTo>
                    <a:pt x="3588" y="13121"/>
                  </a:lnTo>
                  <a:lnTo>
                    <a:pt x="3528" y="13154"/>
                  </a:lnTo>
                  <a:lnTo>
                    <a:pt x="3468" y="13186"/>
                  </a:lnTo>
                  <a:lnTo>
                    <a:pt x="3407" y="13216"/>
                  </a:lnTo>
                  <a:lnTo>
                    <a:pt x="3346" y="13246"/>
                  </a:lnTo>
                  <a:lnTo>
                    <a:pt x="3284" y="13275"/>
                  </a:lnTo>
                  <a:lnTo>
                    <a:pt x="3221" y="13303"/>
                  </a:lnTo>
                  <a:lnTo>
                    <a:pt x="3158" y="13331"/>
                  </a:lnTo>
                  <a:lnTo>
                    <a:pt x="3158" y="13331"/>
                  </a:lnTo>
                  <a:lnTo>
                    <a:pt x="3111" y="13350"/>
                  </a:lnTo>
                  <a:lnTo>
                    <a:pt x="3064" y="13369"/>
                  </a:lnTo>
                  <a:lnTo>
                    <a:pt x="3018" y="13387"/>
                  </a:lnTo>
                  <a:lnTo>
                    <a:pt x="2970" y="13404"/>
                  </a:lnTo>
                  <a:lnTo>
                    <a:pt x="2923" y="13421"/>
                  </a:lnTo>
                  <a:lnTo>
                    <a:pt x="2876" y="13437"/>
                  </a:lnTo>
                  <a:lnTo>
                    <a:pt x="2829" y="13453"/>
                  </a:lnTo>
                  <a:lnTo>
                    <a:pt x="2781" y="13468"/>
                  </a:lnTo>
                  <a:lnTo>
                    <a:pt x="2686" y="13497"/>
                  </a:lnTo>
                  <a:lnTo>
                    <a:pt x="2590" y="13523"/>
                  </a:lnTo>
                  <a:lnTo>
                    <a:pt x="2494" y="13546"/>
                  </a:lnTo>
                  <a:lnTo>
                    <a:pt x="2397" y="13567"/>
                  </a:lnTo>
                  <a:lnTo>
                    <a:pt x="2301" y="13587"/>
                  </a:lnTo>
                  <a:lnTo>
                    <a:pt x="2203" y="13604"/>
                  </a:lnTo>
                  <a:lnTo>
                    <a:pt x="2107" y="13619"/>
                  </a:lnTo>
                  <a:lnTo>
                    <a:pt x="2008" y="13632"/>
                  </a:lnTo>
                  <a:lnTo>
                    <a:pt x="1910" y="13643"/>
                  </a:lnTo>
                  <a:lnTo>
                    <a:pt x="1812" y="13652"/>
                  </a:lnTo>
                  <a:lnTo>
                    <a:pt x="1714" y="13659"/>
                  </a:lnTo>
                  <a:lnTo>
                    <a:pt x="1616" y="13665"/>
                  </a:lnTo>
                  <a:lnTo>
                    <a:pt x="1516" y="13669"/>
                  </a:lnTo>
                  <a:lnTo>
                    <a:pt x="1418" y="13672"/>
                  </a:lnTo>
                  <a:lnTo>
                    <a:pt x="1319" y="13673"/>
                  </a:lnTo>
                  <a:lnTo>
                    <a:pt x="1220" y="13672"/>
                  </a:lnTo>
                  <a:lnTo>
                    <a:pt x="1121" y="13668"/>
                  </a:lnTo>
                  <a:lnTo>
                    <a:pt x="1021" y="13664"/>
                  </a:lnTo>
                  <a:lnTo>
                    <a:pt x="922" y="13659"/>
                  </a:lnTo>
                  <a:lnTo>
                    <a:pt x="823" y="13652"/>
                  </a:lnTo>
                  <a:lnTo>
                    <a:pt x="724" y="13644"/>
                  </a:lnTo>
                  <a:lnTo>
                    <a:pt x="625" y="13635"/>
                  </a:lnTo>
                  <a:lnTo>
                    <a:pt x="526" y="13625"/>
                  </a:lnTo>
                  <a:lnTo>
                    <a:pt x="427" y="13614"/>
                  </a:lnTo>
                  <a:lnTo>
                    <a:pt x="327" y="13601"/>
                  </a:lnTo>
                  <a:lnTo>
                    <a:pt x="229" y="13588"/>
                  </a:lnTo>
                  <a:lnTo>
                    <a:pt x="130" y="13573"/>
                  </a:lnTo>
                  <a:lnTo>
                    <a:pt x="32" y="13558"/>
                  </a:lnTo>
                  <a:lnTo>
                    <a:pt x="32" y="13558"/>
                  </a:lnTo>
                  <a:close/>
                </a:path>
              </a:pathLst>
            </a:custGeom>
            <a:solidFill>
              <a:srgbClr val="219980"/>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6"/>
            <p:cNvSpPr>
              <a:spLocks/>
            </p:cNvSpPr>
            <p:nvPr/>
          </p:nvSpPr>
          <p:spPr bwMode="auto">
            <a:xfrm>
              <a:off x="12222554" y="4351771"/>
              <a:ext cx="3187502" cy="1341208"/>
            </a:xfrm>
            <a:custGeom>
              <a:avLst/>
              <a:gdLst>
                <a:gd name="T0" fmla="*/ 18 w 14013"/>
                <a:gd name="T1" fmla="*/ 1202 h 5897"/>
                <a:gd name="T2" fmla="*/ 131 w 14013"/>
                <a:gd name="T3" fmla="*/ 1311 h 5897"/>
                <a:gd name="T4" fmla="*/ 301 w 14013"/>
                <a:gd name="T5" fmla="*/ 1392 h 5897"/>
                <a:gd name="T6" fmla="*/ 608 w 14013"/>
                <a:gd name="T7" fmla="*/ 1466 h 5897"/>
                <a:gd name="T8" fmla="*/ 761 w 14013"/>
                <a:gd name="T9" fmla="*/ 1463 h 5897"/>
                <a:gd name="T10" fmla="*/ 1064 w 14013"/>
                <a:gd name="T11" fmla="*/ 1383 h 5897"/>
                <a:gd name="T12" fmla="*/ 1368 w 14013"/>
                <a:gd name="T13" fmla="*/ 1218 h 5897"/>
                <a:gd name="T14" fmla="*/ 1848 w 14013"/>
                <a:gd name="T15" fmla="*/ 859 h 5897"/>
                <a:gd name="T16" fmla="*/ 2117 w 14013"/>
                <a:gd name="T17" fmla="*/ 666 h 5897"/>
                <a:gd name="T18" fmla="*/ 2409 w 14013"/>
                <a:gd name="T19" fmla="*/ 500 h 5897"/>
                <a:gd name="T20" fmla="*/ 2945 w 14013"/>
                <a:gd name="T21" fmla="*/ 276 h 5897"/>
                <a:gd name="T22" fmla="*/ 3500 w 14013"/>
                <a:gd name="T23" fmla="*/ 116 h 5897"/>
                <a:gd name="T24" fmla="*/ 4184 w 14013"/>
                <a:gd name="T25" fmla="*/ 12 h 5897"/>
                <a:gd name="T26" fmla="*/ 4873 w 14013"/>
                <a:gd name="T27" fmla="*/ 15 h 5897"/>
                <a:gd name="T28" fmla="*/ 5502 w 14013"/>
                <a:gd name="T29" fmla="*/ 118 h 5897"/>
                <a:gd name="T30" fmla="*/ 5832 w 14013"/>
                <a:gd name="T31" fmla="*/ 213 h 5897"/>
                <a:gd name="T32" fmla="*/ 6154 w 14013"/>
                <a:gd name="T33" fmla="*/ 340 h 5897"/>
                <a:gd name="T34" fmla="*/ 6466 w 14013"/>
                <a:gd name="T35" fmla="*/ 496 h 5897"/>
                <a:gd name="T36" fmla="*/ 7554 w 14013"/>
                <a:gd name="T37" fmla="*/ 1110 h 5897"/>
                <a:gd name="T38" fmla="*/ 8258 w 14013"/>
                <a:gd name="T39" fmla="*/ 1466 h 5897"/>
                <a:gd name="T40" fmla="*/ 8983 w 14013"/>
                <a:gd name="T41" fmla="*/ 1760 h 5897"/>
                <a:gd name="T42" fmla="*/ 9578 w 14013"/>
                <a:gd name="T43" fmla="*/ 1926 h 5897"/>
                <a:gd name="T44" fmla="*/ 9970 w 14013"/>
                <a:gd name="T45" fmla="*/ 1994 h 5897"/>
                <a:gd name="T46" fmla="*/ 10375 w 14013"/>
                <a:gd name="T47" fmla="*/ 2030 h 5897"/>
                <a:gd name="T48" fmla="*/ 10795 w 14013"/>
                <a:gd name="T49" fmla="*/ 2028 h 5897"/>
                <a:gd name="T50" fmla="*/ 11229 w 14013"/>
                <a:gd name="T51" fmla="*/ 1984 h 5897"/>
                <a:gd name="T52" fmla="*/ 11682 w 14013"/>
                <a:gd name="T53" fmla="*/ 1897 h 5897"/>
                <a:gd name="T54" fmla="*/ 12153 w 14013"/>
                <a:gd name="T55" fmla="*/ 1759 h 5897"/>
                <a:gd name="T56" fmla="*/ 12645 w 14013"/>
                <a:gd name="T57" fmla="*/ 1569 h 5897"/>
                <a:gd name="T58" fmla="*/ 13158 w 14013"/>
                <a:gd name="T59" fmla="*/ 1323 h 5897"/>
                <a:gd name="T60" fmla="*/ 13695 w 14013"/>
                <a:gd name="T61" fmla="*/ 1016 h 5897"/>
                <a:gd name="T62" fmla="*/ 13991 w 14013"/>
                <a:gd name="T63" fmla="*/ 830 h 5897"/>
                <a:gd name="T64" fmla="*/ 13883 w 14013"/>
                <a:gd name="T65" fmla="*/ 977 h 5897"/>
                <a:gd name="T66" fmla="*/ 13716 w 14013"/>
                <a:gd name="T67" fmla="*/ 1296 h 5897"/>
                <a:gd name="T68" fmla="*/ 13398 w 14013"/>
                <a:gd name="T69" fmla="*/ 1742 h 5897"/>
                <a:gd name="T70" fmla="*/ 12936 w 14013"/>
                <a:gd name="T71" fmla="*/ 2302 h 5897"/>
                <a:gd name="T72" fmla="*/ 12467 w 14013"/>
                <a:gd name="T73" fmla="*/ 2797 h 5897"/>
                <a:gd name="T74" fmla="*/ 11768 w 14013"/>
                <a:gd name="T75" fmla="*/ 3430 h 5897"/>
                <a:gd name="T76" fmla="*/ 11009 w 14013"/>
                <a:gd name="T77" fmla="*/ 4009 h 5897"/>
                <a:gd name="T78" fmla="*/ 10197 w 14013"/>
                <a:gd name="T79" fmla="*/ 4521 h 5897"/>
                <a:gd name="T80" fmla="*/ 9343 w 14013"/>
                <a:gd name="T81" fmla="*/ 4965 h 5897"/>
                <a:gd name="T82" fmla="*/ 8453 w 14013"/>
                <a:gd name="T83" fmla="*/ 5330 h 5897"/>
                <a:gd name="T84" fmla="*/ 7536 w 14013"/>
                <a:gd name="T85" fmla="*/ 5610 h 5897"/>
                <a:gd name="T86" fmla="*/ 6601 w 14013"/>
                <a:gd name="T87" fmla="*/ 5799 h 5897"/>
                <a:gd name="T88" fmla="*/ 5655 w 14013"/>
                <a:gd name="T89" fmla="*/ 5890 h 5897"/>
                <a:gd name="T90" fmla="*/ 4843 w 14013"/>
                <a:gd name="T91" fmla="*/ 5884 h 5897"/>
                <a:gd name="T92" fmla="*/ 4371 w 14013"/>
                <a:gd name="T93" fmla="*/ 5840 h 5897"/>
                <a:gd name="T94" fmla="*/ 3906 w 14013"/>
                <a:gd name="T95" fmla="*/ 5759 h 5897"/>
                <a:gd name="T96" fmla="*/ 3452 w 14013"/>
                <a:gd name="T97" fmla="*/ 5643 h 5897"/>
                <a:gd name="T98" fmla="*/ 3011 w 14013"/>
                <a:gd name="T99" fmla="*/ 5489 h 5897"/>
                <a:gd name="T100" fmla="*/ 2588 w 14013"/>
                <a:gd name="T101" fmla="*/ 5298 h 5897"/>
                <a:gd name="T102" fmla="*/ 2185 w 14013"/>
                <a:gd name="T103" fmla="*/ 5068 h 5897"/>
                <a:gd name="T104" fmla="*/ 1804 w 14013"/>
                <a:gd name="T105" fmla="*/ 4800 h 5897"/>
                <a:gd name="T106" fmla="*/ 1450 w 14013"/>
                <a:gd name="T107" fmla="*/ 4491 h 5897"/>
                <a:gd name="T108" fmla="*/ 1126 w 14013"/>
                <a:gd name="T109" fmla="*/ 4142 h 5897"/>
                <a:gd name="T110" fmla="*/ 930 w 14013"/>
                <a:gd name="T111" fmla="*/ 3888 h 5897"/>
                <a:gd name="T112" fmla="*/ 645 w 14013"/>
                <a:gd name="T113" fmla="*/ 3423 h 5897"/>
                <a:gd name="T114" fmla="*/ 367 w 14013"/>
                <a:gd name="T115" fmla="*/ 2792 h 5897"/>
                <a:gd name="T116" fmla="*/ 171 w 14013"/>
                <a:gd name="T117" fmla="*/ 2128 h 5897"/>
                <a:gd name="T118" fmla="*/ 40 w 14013"/>
                <a:gd name="T119" fmla="*/ 1443 h 58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013" h="5897">
                  <a:moveTo>
                    <a:pt x="0" y="1148"/>
                  </a:moveTo>
                  <a:lnTo>
                    <a:pt x="0" y="1148"/>
                  </a:lnTo>
                  <a:lnTo>
                    <a:pt x="2" y="1157"/>
                  </a:lnTo>
                  <a:lnTo>
                    <a:pt x="4" y="1166"/>
                  </a:lnTo>
                  <a:lnTo>
                    <a:pt x="7" y="1175"/>
                  </a:lnTo>
                  <a:lnTo>
                    <a:pt x="10" y="1184"/>
                  </a:lnTo>
                  <a:lnTo>
                    <a:pt x="18" y="1202"/>
                  </a:lnTo>
                  <a:lnTo>
                    <a:pt x="29" y="1219"/>
                  </a:lnTo>
                  <a:lnTo>
                    <a:pt x="41" y="1235"/>
                  </a:lnTo>
                  <a:lnTo>
                    <a:pt x="56" y="1251"/>
                  </a:lnTo>
                  <a:lnTo>
                    <a:pt x="73" y="1267"/>
                  </a:lnTo>
                  <a:lnTo>
                    <a:pt x="91" y="1282"/>
                  </a:lnTo>
                  <a:lnTo>
                    <a:pt x="110" y="1296"/>
                  </a:lnTo>
                  <a:lnTo>
                    <a:pt x="131" y="1311"/>
                  </a:lnTo>
                  <a:lnTo>
                    <a:pt x="152" y="1324"/>
                  </a:lnTo>
                  <a:lnTo>
                    <a:pt x="175" y="1337"/>
                  </a:lnTo>
                  <a:lnTo>
                    <a:pt x="199" y="1349"/>
                  </a:lnTo>
                  <a:lnTo>
                    <a:pt x="223" y="1361"/>
                  </a:lnTo>
                  <a:lnTo>
                    <a:pt x="250" y="1372"/>
                  </a:lnTo>
                  <a:lnTo>
                    <a:pt x="275" y="1382"/>
                  </a:lnTo>
                  <a:lnTo>
                    <a:pt x="301" y="1392"/>
                  </a:lnTo>
                  <a:lnTo>
                    <a:pt x="327" y="1402"/>
                  </a:lnTo>
                  <a:lnTo>
                    <a:pt x="380" y="1419"/>
                  </a:lnTo>
                  <a:lnTo>
                    <a:pt x="432" y="1433"/>
                  </a:lnTo>
                  <a:lnTo>
                    <a:pt x="482" y="1445"/>
                  </a:lnTo>
                  <a:lnTo>
                    <a:pt x="528" y="1455"/>
                  </a:lnTo>
                  <a:lnTo>
                    <a:pt x="571" y="1462"/>
                  </a:lnTo>
                  <a:lnTo>
                    <a:pt x="608" y="1466"/>
                  </a:lnTo>
                  <a:lnTo>
                    <a:pt x="639" y="1468"/>
                  </a:lnTo>
                  <a:lnTo>
                    <a:pt x="639" y="1468"/>
                  </a:lnTo>
                  <a:lnTo>
                    <a:pt x="664" y="1468"/>
                  </a:lnTo>
                  <a:lnTo>
                    <a:pt x="688" y="1468"/>
                  </a:lnTo>
                  <a:lnTo>
                    <a:pt x="713" y="1467"/>
                  </a:lnTo>
                  <a:lnTo>
                    <a:pt x="737" y="1465"/>
                  </a:lnTo>
                  <a:lnTo>
                    <a:pt x="761" y="1463"/>
                  </a:lnTo>
                  <a:lnTo>
                    <a:pt x="786" y="1460"/>
                  </a:lnTo>
                  <a:lnTo>
                    <a:pt x="834" y="1452"/>
                  </a:lnTo>
                  <a:lnTo>
                    <a:pt x="881" y="1442"/>
                  </a:lnTo>
                  <a:lnTo>
                    <a:pt x="927" y="1430"/>
                  </a:lnTo>
                  <a:lnTo>
                    <a:pt x="974" y="1416"/>
                  </a:lnTo>
                  <a:lnTo>
                    <a:pt x="1019" y="1400"/>
                  </a:lnTo>
                  <a:lnTo>
                    <a:pt x="1064" y="1383"/>
                  </a:lnTo>
                  <a:lnTo>
                    <a:pt x="1109" y="1364"/>
                  </a:lnTo>
                  <a:lnTo>
                    <a:pt x="1154" y="1343"/>
                  </a:lnTo>
                  <a:lnTo>
                    <a:pt x="1197" y="1320"/>
                  </a:lnTo>
                  <a:lnTo>
                    <a:pt x="1241" y="1296"/>
                  </a:lnTo>
                  <a:lnTo>
                    <a:pt x="1283" y="1271"/>
                  </a:lnTo>
                  <a:lnTo>
                    <a:pt x="1327" y="1245"/>
                  </a:lnTo>
                  <a:lnTo>
                    <a:pt x="1368" y="1218"/>
                  </a:lnTo>
                  <a:lnTo>
                    <a:pt x="1410" y="1191"/>
                  </a:lnTo>
                  <a:lnTo>
                    <a:pt x="1451" y="1162"/>
                  </a:lnTo>
                  <a:lnTo>
                    <a:pt x="1493" y="1133"/>
                  </a:lnTo>
                  <a:lnTo>
                    <a:pt x="1533" y="1102"/>
                  </a:lnTo>
                  <a:lnTo>
                    <a:pt x="1613" y="1042"/>
                  </a:lnTo>
                  <a:lnTo>
                    <a:pt x="1693" y="981"/>
                  </a:lnTo>
                  <a:lnTo>
                    <a:pt x="1848" y="859"/>
                  </a:lnTo>
                  <a:lnTo>
                    <a:pt x="1924" y="801"/>
                  </a:lnTo>
                  <a:lnTo>
                    <a:pt x="1962" y="773"/>
                  </a:lnTo>
                  <a:lnTo>
                    <a:pt x="2000" y="745"/>
                  </a:lnTo>
                  <a:lnTo>
                    <a:pt x="2000" y="745"/>
                  </a:lnTo>
                  <a:lnTo>
                    <a:pt x="2039" y="718"/>
                  </a:lnTo>
                  <a:lnTo>
                    <a:pt x="2078" y="692"/>
                  </a:lnTo>
                  <a:lnTo>
                    <a:pt x="2117" y="666"/>
                  </a:lnTo>
                  <a:lnTo>
                    <a:pt x="2157" y="641"/>
                  </a:lnTo>
                  <a:lnTo>
                    <a:pt x="2199" y="616"/>
                  </a:lnTo>
                  <a:lnTo>
                    <a:pt x="2240" y="592"/>
                  </a:lnTo>
                  <a:lnTo>
                    <a:pt x="2281" y="567"/>
                  </a:lnTo>
                  <a:lnTo>
                    <a:pt x="2323" y="544"/>
                  </a:lnTo>
                  <a:lnTo>
                    <a:pt x="2367" y="522"/>
                  </a:lnTo>
                  <a:lnTo>
                    <a:pt x="2409" y="500"/>
                  </a:lnTo>
                  <a:lnTo>
                    <a:pt x="2452" y="479"/>
                  </a:lnTo>
                  <a:lnTo>
                    <a:pt x="2495" y="458"/>
                  </a:lnTo>
                  <a:lnTo>
                    <a:pt x="2584" y="418"/>
                  </a:lnTo>
                  <a:lnTo>
                    <a:pt x="2672" y="379"/>
                  </a:lnTo>
                  <a:lnTo>
                    <a:pt x="2763" y="342"/>
                  </a:lnTo>
                  <a:lnTo>
                    <a:pt x="2853" y="308"/>
                  </a:lnTo>
                  <a:lnTo>
                    <a:pt x="2945" y="276"/>
                  </a:lnTo>
                  <a:lnTo>
                    <a:pt x="3036" y="245"/>
                  </a:lnTo>
                  <a:lnTo>
                    <a:pt x="3128" y="215"/>
                  </a:lnTo>
                  <a:lnTo>
                    <a:pt x="3219" y="188"/>
                  </a:lnTo>
                  <a:lnTo>
                    <a:pt x="3312" y="163"/>
                  </a:lnTo>
                  <a:lnTo>
                    <a:pt x="3404" y="139"/>
                  </a:lnTo>
                  <a:lnTo>
                    <a:pt x="3404" y="139"/>
                  </a:lnTo>
                  <a:lnTo>
                    <a:pt x="3500" y="116"/>
                  </a:lnTo>
                  <a:lnTo>
                    <a:pt x="3597" y="95"/>
                  </a:lnTo>
                  <a:lnTo>
                    <a:pt x="3694" y="76"/>
                  </a:lnTo>
                  <a:lnTo>
                    <a:pt x="3792" y="59"/>
                  </a:lnTo>
                  <a:lnTo>
                    <a:pt x="3889" y="43"/>
                  </a:lnTo>
                  <a:lnTo>
                    <a:pt x="3987" y="31"/>
                  </a:lnTo>
                  <a:lnTo>
                    <a:pt x="4085" y="20"/>
                  </a:lnTo>
                  <a:lnTo>
                    <a:pt x="4184" y="12"/>
                  </a:lnTo>
                  <a:lnTo>
                    <a:pt x="4283" y="5"/>
                  </a:lnTo>
                  <a:lnTo>
                    <a:pt x="4381" y="1"/>
                  </a:lnTo>
                  <a:lnTo>
                    <a:pt x="4480" y="0"/>
                  </a:lnTo>
                  <a:lnTo>
                    <a:pt x="4578" y="0"/>
                  </a:lnTo>
                  <a:lnTo>
                    <a:pt x="4677" y="3"/>
                  </a:lnTo>
                  <a:lnTo>
                    <a:pt x="4774" y="7"/>
                  </a:lnTo>
                  <a:lnTo>
                    <a:pt x="4873" y="15"/>
                  </a:lnTo>
                  <a:lnTo>
                    <a:pt x="4970" y="24"/>
                  </a:lnTo>
                  <a:lnTo>
                    <a:pt x="5068" y="36"/>
                  </a:lnTo>
                  <a:lnTo>
                    <a:pt x="5166" y="50"/>
                  </a:lnTo>
                  <a:lnTo>
                    <a:pt x="5262" y="67"/>
                  </a:lnTo>
                  <a:lnTo>
                    <a:pt x="5359" y="85"/>
                  </a:lnTo>
                  <a:lnTo>
                    <a:pt x="5454" y="106"/>
                  </a:lnTo>
                  <a:lnTo>
                    <a:pt x="5502" y="118"/>
                  </a:lnTo>
                  <a:lnTo>
                    <a:pt x="5550" y="129"/>
                  </a:lnTo>
                  <a:lnTo>
                    <a:pt x="5597" y="142"/>
                  </a:lnTo>
                  <a:lnTo>
                    <a:pt x="5644" y="155"/>
                  </a:lnTo>
                  <a:lnTo>
                    <a:pt x="5692" y="169"/>
                  </a:lnTo>
                  <a:lnTo>
                    <a:pt x="5739" y="183"/>
                  </a:lnTo>
                  <a:lnTo>
                    <a:pt x="5786" y="198"/>
                  </a:lnTo>
                  <a:lnTo>
                    <a:pt x="5832" y="213"/>
                  </a:lnTo>
                  <a:lnTo>
                    <a:pt x="5879" y="231"/>
                  </a:lnTo>
                  <a:lnTo>
                    <a:pt x="5926" y="247"/>
                  </a:lnTo>
                  <a:lnTo>
                    <a:pt x="5971" y="265"/>
                  </a:lnTo>
                  <a:lnTo>
                    <a:pt x="6017" y="282"/>
                  </a:lnTo>
                  <a:lnTo>
                    <a:pt x="6064" y="301"/>
                  </a:lnTo>
                  <a:lnTo>
                    <a:pt x="6109" y="320"/>
                  </a:lnTo>
                  <a:lnTo>
                    <a:pt x="6154" y="340"/>
                  </a:lnTo>
                  <a:lnTo>
                    <a:pt x="6199" y="360"/>
                  </a:lnTo>
                  <a:lnTo>
                    <a:pt x="6245" y="381"/>
                  </a:lnTo>
                  <a:lnTo>
                    <a:pt x="6289" y="403"/>
                  </a:lnTo>
                  <a:lnTo>
                    <a:pt x="6333" y="426"/>
                  </a:lnTo>
                  <a:lnTo>
                    <a:pt x="6377" y="449"/>
                  </a:lnTo>
                  <a:lnTo>
                    <a:pt x="6422" y="472"/>
                  </a:lnTo>
                  <a:lnTo>
                    <a:pt x="6466" y="496"/>
                  </a:lnTo>
                  <a:lnTo>
                    <a:pt x="6466" y="496"/>
                  </a:lnTo>
                  <a:lnTo>
                    <a:pt x="6664" y="609"/>
                  </a:lnTo>
                  <a:lnTo>
                    <a:pt x="6861" y="721"/>
                  </a:lnTo>
                  <a:lnTo>
                    <a:pt x="7059" y="834"/>
                  </a:lnTo>
                  <a:lnTo>
                    <a:pt x="7256" y="945"/>
                  </a:lnTo>
                  <a:lnTo>
                    <a:pt x="7455" y="1056"/>
                  </a:lnTo>
                  <a:lnTo>
                    <a:pt x="7554" y="1110"/>
                  </a:lnTo>
                  <a:lnTo>
                    <a:pt x="7654" y="1164"/>
                  </a:lnTo>
                  <a:lnTo>
                    <a:pt x="7753" y="1216"/>
                  </a:lnTo>
                  <a:lnTo>
                    <a:pt x="7854" y="1268"/>
                  </a:lnTo>
                  <a:lnTo>
                    <a:pt x="7954" y="1320"/>
                  </a:lnTo>
                  <a:lnTo>
                    <a:pt x="8055" y="1370"/>
                  </a:lnTo>
                  <a:lnTo>
                    <a:pt x="8157" y="1419"/>
                  </a:lnTo>
                  <a:lnTo>
                    <a:pt x="8258" y="1466"/>
                  </a:lnTo>
                  <a:lnTo>
                    <a:pt x="8360" y="1513"/>
                  </a:lnTo>
                  <a:lnTo>
                    <a:pt x="8462" y="1558"/>
                  </a:lnTo>
                  <a:lnTo>
                    <a:pt x="8565" y="1602"/>
                  </a:lnTo>
                  <a:lnTo>
                    <a:pt x="8668" y="1644"/>
                  </a:lnTo>
                  <a:lnTo>
                    <a:pt x="8773" y="1685"/>
                  </a:lnTo>
                  <a:lnTo>
                    <a:pt x="8878" y="1723"/>
                  </a:lnTo>
                  <a:lnTo>
                    <a:pt x="8983" y="1760"/>
                  </a:lnTo>
                  <a:lnTo>
                    <a:pt x="9090" y="1795"/>
                  </a:lnTo>
                  <a:lnTo>
                    <a:pt x="9196" y="1827"/>
                  </a:lnTo>
                  <a:lnTo>
                    <a:pt x="9305" y="1859"/>
                  </a:lnTo>
                  <a:lnTo>
                    <a:pt x="9414" y="1888"/>
                  </a:lnTo>
                  <a:lnTo>
                    <a:pt x="9468" y="1901"/>
                  </a:lnTo>
                  <a:lnTo>
                    <a:pt x="9523" y="1914"/>
                  </a:lnTo>
                  <a:lnTo>
                    <a:pt x="9578" y="1926"/>
                  </a:lnTo>
                  <a:lnTo>
                    <a:pt x="9633" y="1938"/>
                  </a:lnTo>
                  <a:lnTo>
                    <a:pt x="9689" y="1949"/>
                  </a:lnTo>
                  <a:lnTo>
                    <a:pt x="9745" y="1959"/>
                  </a:lnTo>
                  <a:lnTo>
                    <a:pt x="9801" y="1969"/>
                  </a:lnTo>
                  <a:lnTo>
                    <a:pt x="9857" y="1978"/>
                  </a:lnTo>
                  <a:lnTo>
                    <a:pt x="9914" y="1987"/>
                  </a:lnTo>
                  <a:lnTo>
                    <a:pt x="9970" y="1994"/>
                  </a:lnTo>
                  <a:lnTo>
                    <a:pt x="10027" y="2001"/>
                  </a:lnTo>
                  <a:lnTo>
                    <a:pt x="10084" y="2008"/>
                  </a:lnTo>
                  <a:lnTo>
                    <a:pt x="10142" y="2014"/>
                  </a:lnTo>
                  <a:lnTo>
                    <a:pt x="10200" y="2019"/>
                  </a:lnTo>
                  <a:lnTo>
                    <a:pt x="10258" y="2023"/>
                  </a:lnTo>
                  <a:lnTo>
                    <a:pt x="10317" y="2026"/>
                  </a:lnTo>
                  <a:lnTo>
                    <a:pt x="10375" y="2030"/>
                  </a:lnTo>
                  <a:lnTo>
                    <a:pt x="10434" y="2032"/>
                  </a:lnTo>
                  <a:lnTo>
                    <a:pt x="10494" y="2034"/>
                  </a:lnTo>
                  <a:lnTo>
                    <a:pt x="10553" y="2034"/>
                  </a:lnTo>
                  <a:lnTo>
                    <a:pt x="10612" y="2034"/>
                  </a:lnTo>
                  <a:lnTo>
                    <a:pt x="10673" y="2033"/>
                  </a:lnTo>
                  <a:lnTo>
                    <a:pt x="10733" y="2031"/>
                  </a:lnTo>
                  <a:lnTo>
                    <a:pt x="10795" y="2028"/>
                  </a:lnTo>
                  <a:lnTo>
                    <a:pt x="10856" y="2024"/>
                  </a:lnTo>
                  <a:lnTo>
                    <a:pt x="10917" y="2019"/>
                  </a:lnTo>
                  <a:lnTo>
                    <a:pt x="10979" y="2014"/>
                  </a:lnTo>
                  <a:lnTo>
                    <a:pt x="11041" y="2008"/>
                  </a:lnTo>
                  <a:lnTo>
                    <a:pt x="11103" y="2001"/>
                  </a:lnTo>
                  <a:lnTo>
                    <a:pt x="11167" y="1993"/>
                  </a:lnTo>
                  <a:lnTo>
                    <a:pt x="11229" y="1984"/>
                  </a:lnTo>
                  <a:lnTo>
                    <a:pt x="11293" y="1975"/>
                  </a:lnTo>
                  <a:lnTo>
                    <a:pt x="11357" y="1964"/>
                  </a:lnTo>
                  <a:lnTo>
                    <a:pt x="11421" y="1952"/>
                  </a:lnTo>
                  <a:lnTo>
                    <a:pt x="11485" y="1940"/>
                  </a:lnTo>
                  <a:lnTo>
                    <a:pt x="11551" y="1926"/>
                  </a:lnTo>
                  <a:lnTo>
                    <a:pt x="11616" y="1912"/>
                  </a:lnTo>
                  <a:lnTo>
                    <a:pt x="11682" y="1897"/>
                  </a:lnTo>
                  <a:lnTo>
                    <a:pt x="11748" y="1880"/>
                  </a:lnTo>
                  <a:lnTo>
                    <a:pt x="11814" y="1863"/>
                  </a:lnTo>
                  <a:lnTo>
                    <a:pt x="11882" y="1843"/>
                  </a:lnTo>
                  <a:lnTo>
                    <a:pt x="11948" y="1824"/>
                  </a:lnTo>
                  <a:lnTo>
                    <a:pt x="12016" y="1803"/>
                  </a:lnTo>
                  <a:lnTo>
                    <a:pt x="12085" y="1782"/>
                  </a:lnTo>
                  <a:lnTo>
                    <a:pt x="12153" y="1759"/>
                  </a:lnTo>
                  <a:lnTo>
                    <a:pt x="12222" y="1736"/>
                  </a:lnTo>
                  <a:lnTo>
                    <a:pt x="12291" y="1711"/>
                  </a:lnTo>
                  <a:lnTo>
                    <a:pt x="12361" y="1685"/>
                  </a:lnTo>
                  <a:lnTo>
                    <a:pt x="12431" y="1657"/>
                  </a:lnTo>
                  <a:lnTo>
                    <a:pt x="12502" y="1629"/>
                  </a:lnTo>
                  <a:lnTo>
                    <a:pt x="12573" y="1600"/>
                  </a:lnTo>
                  <a:lnTo>
                    <a:pt x="12645" y="1569"/>
                  </a:lnTo>
                  <a:lnTo>
                    <a:pt x="12716" y="1538"/>
                  </a:lnTo>
                  <a:lnTo>
                    <a:pt x="12789" y="1505"/>
                  </a:lnTo>
                  <a:lnTo>
                    <a:pt x="12862" y="1471"/>
                  </a:lnTo>
                  <a:lnTo>
                    <a:pt x="12936" y="1436"/>
                  </a:lnTo>
                  <a:lnTo>
                    <a:pt x="13009" y="1399"/>
                  </a:lnTo>
                  <a:lnTo>
                    <a:pt x="13084" y="1362"/>
                  </a:lnTo>
                  <a:lnTo>
                    <a:pt x="13158" y="1323"/>
                  </a:lnTo>
                  <a:lnTo>
                    <a:pt x="13233" y="1283"/>
                  </a:lnTo>
                  <a:lnTo>
                    <a:pt x="13309" y="1242"/>
                  </a:lnTo>
                  <a:lnTo>
                    <a:pt x="13385" y="1199"/>
                  </a:lnTo>
                  <a:lnTo>
                    <a:pt x="13462" y="1156"/>
                  </a:lnTo>
                  <a:lnTo>
                    <a:pt x="13539" y="1110"/>
                  </a:lnTo>
                  <a:lnTo>
                    <a:pt x="13617" y="1064"/>
                  </a:lnTo>
                  <a:lnTo>
                    <a:pt x="13695" y="1016"/>
                  </a:lnTo>
                  <a:lnTo>
                    <a:pt x="13774" y="968"/>
                  </a:lnTo>
                  <a:lnTo>
                    <a:pt x="13853" y="917"/>
                  </a:lnTo>
                  <a:lnTo>
                    <a:pt x="13933" y="865"/>
                  </a:lnTo>
                  <a:lnTo>
                    <a:pt x="14013" y="813"/>
                  </a:lnTo>
                  <a:lnTo>
                    <a:pt x="14013" y="813"/>
                  </a:lnTo>
                  <a:lnTo>
                    <a:pt x="14002" y="821"/>
                  </a:lnTo>
                  <a:lnTo>
                    <a:pt x="13991" y="830"/>
                  </a:lnTo>
                  <a:lnTo>
                    <a:pt x="13980" y="841"/>
                  </a:lnTo>
                  <a:lnTo>
                    <a:pt x="13969" y="852"/>
                  </a:lnTo>
                  <a:lnTo>
                    <a:pt x="13959" y="865"/>
                  </a:lnTo>
                  <a:lnTo>
                    <a:pt x="13947" y="878"/>
                  </a:lnTo>
                  <a:lnTo>
                    <a:pt x="13925" y="908"/>
                  </a:lnTo>
                  <a:lnTo>
                    <a:pt x="13904" y="941"/>
                  </a:lnTo>
                  <a:lnTo>
                    <a:pt x="13883" y="977"/>
                  </a:lnTo>
                  <a:lnTo>
                    <a:pt x="13863" y="1014"/>
                  </a:lnTo>
                  <a:lnTo>
                    <a:pt x="13843" y="1052"/>
                  </a:lnTo>
                  <a:lnTo>
                    <a:pt x="13804" y="1129"/>
                  </a:lnTo>
                  <a:lnTo>
                    <a:pt x="13766" y="1202"/>
                  </a:lnTo>
                  <a:lnTo>
                    <a:pt x="13749" y="1236"/>
                  </a:lnTo>
                  <a:lnTo>
                    <a:pt x="13732" y="1268"/>
                  </a:lnTo>
                  <a:lnTo>
                    <a:pt x="13716" y="1296"/>
                  </a:lnTo>
                  <a:lnTo>
                    <a:pt x="13701" y="1321"/>
                  </a:lnTo>
                  <a:lnTo>
                    <a:pt x="13701" y="1321"/>
                  </a:lnTo>
                  <a:lnTo>
                    <a:pt x="13643" y="1406"/>
                  </a:lnTo>
                  <a:lnTo>
                    <a:pt x="13582" y="1492"/>
                  </a:lnTo>
                  <a:lnTo>
                    <a:pt x="13522" y="1575"/>
                  </a:lnTo>
                  <a:lnTo>
                    <a:pt x="13461" y="1658"/>
                  </a:lnTo>
                  <a:lnTo>
                    <a:pt x="13398" y="1742"/>
                  </a:lnTo>
                  <a:lnTo>
                    <a:pt x="13335" y="1823"/>
                  </a:lnTo>
                  <a:lnTo>
                    <a:pt x="13271" y="1905"/>
                  </a:lnTo>
                  <a:lnTo>
                    <a:pt x="13205" y="1985"/>
                  </a:lnTo>
                  <a:lnTo>
                    <a:pt x="13139" y="2066"/>
                  </a:lnTo>
                  <a:lnTo>
                    <a:pt x="13071" y="2145"/>
                  </a:lnTo>
                  <a:lnTo>
                    <a:pt x="13004" y="2224"/>
                  </a:lnTo>
                  <a:lnTo>
                    <a:pt x="12936" y="2302"/>
                  </a:lnTo>
                  <a:lnTo>
                    <a:pt x="12866" y="2378"/>
                  </a:lnTo>
                  <a:lnTo>
                    <a:pt x="12797" y="2455"/>
                  </a:lnTo>
                  <a:lnTo>
                    <a:pt x="12726" y="2531"/>
                  </a:lnTo>
                  <a:lnTo>
                    <a:pt x="12654" y="2607"/>
                  </a:lnTo>
                  <a:lnTo>
                    <a:pt x="12654" y="2607"/>
                  </a:lnTo>
                  <a:lnTo>
                    <a:pt x="12562" y="2702"/>
                  </a:lnTo>
                  <a:lnTo>
                    <a:pt x="12467" y="2797"/>
                  </a:lnTo>
                  <a:lnTo>
                    <a:pt x="12370" y="2890"/>
                  </a:lnTo>
                  <a:lnTo>
                    <a:pt x="12274" y="2984"/>
                  </a:lnTo>
                  <a:lnTo>
                    <a:pt x="12175" y="3075"/>
                  </a:lnTo>
                  <a:lnTo>
                    <a:pt x="12075" y="3166"/>
                  </a:lnTo>
                  <a:lnTo>
                    <a:pt x="11974" y="3255"/>
                  </a:lnTo>
                  <a:lnTo>
                    <a:pt x="11872" y="3344"/>
                  </a:lnTo>
                  <a:lnTo>
                    <a:pt x="11768" y="3430"/>
                  </a:lnTo>
                  <a:lnTo>
                    <a:pt x="11662" y="3517"/>
                  </a:lnTo>
                  <a:lnTo>
                    <a:pt x="11557" y="3602"/>
                  </a:lnTo>
                  <a:lnTo>
                    <a:pt x="11449" y="3686"/>
                  </a:lnTo>
                  <a:lnTo>
                    <a:pt x="11341" y="3768"/>
                  </a:lnTo>
                  <a:lnTo>
                    <a:pt x="11231" y="3850"/>
                  </a:lnTo>
                  <a:lnTo>
                    <a:pt x="11120" y="3929"/>
                  </a:lnTo>
                  <a:lnTo>
                    <a:pt x="11009" y="4009"/>
                  </a:lnTo>
                  <a:lnTo>
                    <a:pt x="10896" y="4086"/>
                  </a:lnTo>
                  <a:lnTo>
                    <a:pt x="10781" y="4161"/>
                  </a:lnTo>
                  <a:lnTo>
                    <a:pt x="10667" y="4237"/>
                  </a:lnTo>
                  <a:lnTo>
                    <a:pt x="10551" y="4310"/>
                  </a:lnTo>
                  <a:lnTo>
                    <a:pt x="10433" y="4382"/>
                  </a:lnTo>
                  <a:lnTo>
                    <a:pt x="10316" y="4452"/>
                  </a:lnTo>
                  <a:lnTo>
                    <a:pt x="10197" y="4521"/>
                  </a:lnTo>
                  <a:lnTo>
                    <a:pt x="10077" y="4590"/>
                  </a:lnTo>
                  <a:lnTo>
                    <a:pt x="9958" y="4656"/>
                  </a:lnTo>
                  <a:lnTo>
                    <a:pt x="9836" y="4720"/>
                  </a:lnTo>
                  <a:lnTo>
                    <a:pt x="9714" y="4784"/>
                  </a:lnTo>
                  <a:lnTo>
                    <a:pt x="9591" y="4845"/>
                  </a:lnTo>
                  <a:lnTo>
                    <a:pt x="9467" y="4905"/>
                  </a:lnTo>
                  <a:lnTo>
                    <a:pt x="9343" y="4965"/>
                  </a:lnTo>
                  <a:lnTo>
                    <a:pt x="9218" y="5022"/>
                  </a:lnTo>
                  <a:lnTo>
                    <a:pt x="9092" y="5077"/>
                  </a:lnTo>
                  <a:lnTo>
                    <a:pt x="8965" y="5131"/>
                  </a:lnTo>
                  <a:lnTo>
                    <a:pt x="8838" y="5183"/>
                  </a:lnTo>
                  <a:lnTo>
                    <a:pt x="8711" y="5234"/>
                  </a:lnTo>
                  <a:lnTo>
                    <a:pt x="8582" y="5283"/>
                  </a:lnTo>
                  <a:lnTo>
                    <a:pt x="8453" y="5330"/>
                  </a:lnTo>
                  <a:lnTo>
                    <a:pt x="8323" y="5375"/>
                  </a:lnTo>
                  <a:lnTo>
                    <a:pt x="8194" y="5419"/>
                  </a:lnTo>
                  <a:lnTo>
                    <a:pt x="8063" y="5461"/>
                  </a:lnTo>
                  <a:lnTo>
                    <a:pt x="7932" y="5501"/>
                  </a:lnTo>
                  <a:lnTo>
                    <a:pt x="7801" y="5539"/>
                  </a:lnTo>
                  <a:lnTo>
                    <a:pt x="7669" y="5576"/>
                  </a:lnTo>
                  <a:lnTo>
                    <a:pt x="7536" y="5610"/>
                  </a:lnTo>
                  <a:lnTo>
                    <a:pt x="7403" y="5644"/>
                  </a:lnTo>
                  <a:lnTo>
                    <a:pt x="7270" y="5674"/>
                  </a:lnTo>
                  <a:lnTo>
                    <a:pt x="7137" y="5703"/>
                  </a:lnTo>
                  <a:lnTo>
                    <a:pt x="7004" y="5730"/>
                  </a:lnTo>
                  <a:lnTo>
                    <a:pt x="6869" y="5755"/>
                  </a:lnTo>
                  <a:lnTo>
                    <a:pt x="6735" y="5778"/>
                  </a:lnTo>
                  <a:lnTo>
                    <a:pt x="6601" y="5799"/>
                  </a:lnTo>
                  <a:lnTo>
                    <a:pt x="6466" y="5819"/>
                  </a:lnTo>
                  <a:lnTo>
                    <a:pt x="6331" y="5836"/>
                  </a:lnTo>
                  <a:lnTo>
                    <a:pt x="6196" y="5851"/>
                  </a:lnTo>
                  <a:lnTo>
                    <a:pt x="6062" y="5864"/>
                  </a:lnTo>
                  <a:lnTo>
                    <a:pt x="5926" y="5875"/>
                  </a:lnTo>
                  <a:lnTo>
                    <a:pt x="5791" y="5884"/>
                  </a:lnTo>
                  <a:lnTo>
                    <a:pt x="5655" y="5890"/>
                  </a:lnTo>
                  <a:lnTo>
                    <a:pt x="5520" y="5895"/>
                  </a:lnTo>
                  <a:lnTo>
                    <a:pt x="5385" y="5897"/>
                  </a:lnTo>
                  <a:lnTo>
                    <a:pt x="5249" y="5897"/>
                  </a:lnTo>
                  <a:lnTo>
                    <a:pt x="5113" y="5895"/>
                  </a:lnTo>
                  <a:lnTo>
                    <a:pt x="4978" y="5891"/>
                  </a:lnTo>
                  <a:lnTo>
                    <a:pt x="4843" y="5884"/>
                  </a:lnTo>
                  <a:lnTo>
                    <a:pt x="4843" y="5884"/>
                  </a:lnTo>
                  <a:lnTo>
                    <a:pt x="4775" y="5880"/>
                  </a:lnTo>
                  <a:lnTo>
                    <a:pt x="4707" y="5875"/>
                  </a:lnTo>
                  <a:lnTo>
                    <a:pt x="4640" y="5869"/>
                  </a:lnTo>
                  <a:lnTo>
                    <a:pt x="4572" y="5863"/>
                  </a:lnTo>
                  <a:lnTo>
                    <a:pt x="4505" y="5856"/>
                  </a:lnTo>
                  <a:lnTo>
                    <a:pt x="4437" y="5848"/>
                  </a:lnTo>
                  <a:lnTo>
                    <a:pt x="4371" y="5840"/>
                  </a:lnTo>
                  <a:lnTo>
                    <a:pt x="4304" y="5830"/>
                  </a:lnTo>
                  <a:lnTo>
                    <a:pt x="4237" y="5820"/>
                  </a:lnTo>
                  <a:lnTo>
                    <a:pt x="4171" y="5810"/>
                  </a:lnTo>
                  <a:lnTo>
                    <a:pt x="4105" y="5797"/>
                  </a:lnTo>
                  <a:lnTo>
                    <a:pt x="4038" y="5785"/>
                  </a:lnTo>
                  <a:lnTo>
                    <a:pt x="3972" y="5772"/>
                  </a:lnTo>
                  <a:lnTo>
                    <a:pt x="3906" y="5759"/>
                  </a:lnTo>
                  <a:lnTo>
                    <a:pt x="3840" y="5744"/>
                  </a:lnTo>
                  <a:lnTo>
                    <a:pt x="3775" y="5729"/>
                  </a:lnTo>
                  <a:lnTo>
                    <a:pt x="3710" y="5714"/>
                  </a:lnTo>
                  <a:lnTo>
                    <a:pt x="3645" y="5697"/>
                  </a:lnTo>
                  <a:lnTo>
                    <a:pt x="3581" y="5680"/>
                  </a:lnTo>
                  <a:lnTo>
                    <a:pt x="3516" y="5662"/>
                  </a:lnTo>
                  <a:lnTo>
                    <a:pt x="3452" y="5643"/>
                  </a:lnTo>
                  <a:lnTo>
                    <a:pt x="3388" y="5622"/>
                  </a:lnTo>
                  <a:lnTo>
                    <a:pt x="3324" y="5602"/>
                  </a:lnTo>
                  <a:lnTo>
                    <a:pt x="3262" y="5581"/>
                  </a:lnTo>
                  <a:lnTo>
                    <a:pt x="3198" y="5559"/>
                  </a:lnTo>
                  <a:lnTo>
                    <a:pt x="3136" y="5537"/>
                  </a:lnTo>
                  <a:lnTo>
                    <a:pt x="3074" y="5513"/>
                  </a:lnTo>
                  <a:lnTo>
                    <a:pt x="3011" y="5489"/>
                  </a:lnTo>
                  <a:lnTo>
                    <a:pt x="2950" y="5465"/>
                  </a:lnTo>
                  <a:lnTo>
                    <a:pt x="2889" y="5438"/>
                  </a:lnTo>
                  <a:lnTo>
                    <a:pt x="2827" y="5412"/>
                  </a:lnTo>
                  <a:lnTo>
                    <a:pt x="2767" y="5384"/>
                  </a:lnTo>
                  <a:lnTo>
                    <a:pt x="2707" y="5356"/>
                  </a:lnTo>
                  <a:lnTo>
                    <a:pt x="2647" y="5328"/>
                  </a:lnTo>
                  <a:lnTo>
                    <a:pt x="2588" y="5298"/>
                  </a:lnTo>
                  <a:lnTo>
                    <a:pt x="2529" y="5268"/>
                  </a:lnTo>
                  <a:lnTo>
                    <a:pt x="2470" y="5236"/>
                  </a:lnTo>
                  <a:lnTo>
                    <a:pt x="2413" y="5204"/>
                  </a:lnTo>
                  <a:lnTo>
                    <a:pt x="2355" y="5172"/>
                  </a:lnTo>
                  <a:lnTo>
                    <a:pt x="2297" y="5138"/>
                  </a:lnTo>
                  <a:lnTo>
                    <a:pt x="2241" y="5104"/>
                  </a:lnTo>
                  <a:lnTo>
                    <a:pt x="2185" y="5068"/>
                  </a:lnTo>
                  <a:lnTo>
                    <a:pt x="2128" y="5032"/>
                  </a:lnTo>
                  <a:lnTo>
                    <a:pt x="2073" y="4996"/>
                  </a:lnTo>
                  <a:lnTo>
                    <a:pt x="2019" y="4958"/>
                  </a:lnTo>
                  <a:lnTo>
                    <a:pt x="1964" y="4920"/>
                  </a:lnTo>
                  <a:lnTo>
                    <a:pt x="1910" y="4880"/>
                  </a:lnTo>
                  <a:lnTo>
                    <a:pt x="1857" y="4840"/>
                  </a:lnTo>
                  <a:lnTo>
                    <a:pt x="1804" y="4800"/>
                  </a:lnTo>
                  <a:lnTo>
                    <a:pt x="1752" y="4758"/>
                  </a:lnTo>
                  <a:lnTo>
                    <a:pt x="1700" y="4715"/>
                  </a:lnTo>
                  <a:lnTo>
                    <a:pt x="1650" y="4672"/>
                  </a:lnTo>
                  <a:lnTo>
                    <a:pt x="1598" y="4628"/>
                  </a:lnTo>
                  <a:lnTo>
                    <a:pt x="1549" y="4584"/>
                  </a:lnTo>
                  <a:lnTo>
                    <a:pt x="1499" y="4537"/>
                  </a:lnTo>
                  <a:lnTo>
                    <a:pt x="1450" y="4491"/>
                  </a:lnTo>
                  <a:lnTo>
                    <a:pt x="1402" y="4444"/>
                  </a:lnTo>
                  <a:lnTo>
                    <a:pt x="1355" y="4396"/>
                  </a:lnTo>
                  <a:lnTo>
                    <a:pt x="1308" y="4346"/>
                  </a:lnTo>
                  <a:lnTo>
                    <a:pt x="1261" y="4296"/>
                  </a:lnTo>
                  <a:lnTo>
                    <a:pt x="1215" y="4246"/>
                  </a:lnTo>
                  <a:lnTo>
                    <a:pt x="1171" y="4195"/>
                  </a:lnTo>
                  <a:lnTo>
                    <a:pt x="1126" y="4142"/>
                  </a:lnTo>
                  <a:lnTo>
                    <a:pt x="1082" y="4089"/>
                  </a:lnTo>
                  <a:lnTo>
                    <a:pt x="1082" y="4089"/>
                  </a:lnTo>
                  <a:lnTo>
                    <a:pt x="1051" y="4049"/>
                  </a:lnTo>
                  <a:lnTo>
                    <a:pt x="1020" y="4010"/>
                  </a:lnTo>
                  <a:lnTo>
                    <a:pt x="990" y="3969"/>
                  </a:lnTo>
                  <a:lnTo>
                    <a:pt x="960" y="3929"/>
                  </a:lnTo>
                  <a:lnTo>
                    <a:pt x="930" y="3888"/>
                  </a:lnTo>
                  <a:lnTo>
                    <a:pt x="902" y="3848"/>
                  </a:lnTo>
                  <a:lnTo>
                    <a:pt x="874" y="3806"/>
                  </a:lnTo>
                  <a:lnTo>
                    <a:pt x="846" y="3764"/>
                  </a:lnTo>
                  <a:lnTo>
                    <a:pt x="793" y="3681"/>
                  </a:lnTo>
                  <a:lnTo>
                    <a:pt x="741" y="3596"/>
                  </a:lnTo>
                  <a:lnTo>
                    <a:pt x="692" y="3510"/>
                  </a:lnTo>
                  <a:lnTo>
                    <a:pt x="645" y="3423"/>
                  </a:lnTo>
                  <a:lnTo>
                    <a:pt x="600" y="3336"/>
                  </a:lnTo>
                  <a:lnTo>
                    <a:pt x="556" y="3247"/>
                  </a:lnTo>
                  <a:lnTo>
                    <a:pt x="515" y="3158"/>
                  </a:lnTo>
                  <a:lnTo>
                    <a:pt x="475" y="3067"/>
                  </a:lnTo>
                  <a:lnTo>
                    <a:pt x="438" y="2976"/>
                  </a:lnTo>
                  <a:lnTo>
                    <a:pt x="401" y="2884"/>
                  </a:lnTo>
                  <a:lnTo>
                    <a:pt x="367" y="2792"/>
                  </a:lnTo>
                  <a:lnTo>
                    <a:pt x="334" y="2699"/>
                  </a:lnTo>
                  <a:lnTo>
                    <a:pt x="304" y="2605"/>
                  </a:lnTo>
                  <a:lnTo>
                    <a:pt x="274" y="2510"/>
                  </a:lnTo>
                  <a:lnTo>
                    <a:pt x="247" y="2416"/>
                  </a:lnTo>
                  <a:lnTo>
                    <a:pt x="219" y="2320"/>
                  </a:lnTo>
                  <a:lnTo>
                    <a:pt x="194" y="2225"/>
                  </a:lnTo>
                  <a:lnTo>
                    <a:pt x="171" y="2128"/>
                  </a:lnTo>
                  <a:lnTo>
                    <a:pt x="149" y="2032"/>
                  </a:lnTo>
                  <a:lnTo>
                    <a:pt x="128" y="1934"/>
                  </a:lnTo>
                  <a:lnTo>
                    <a:pt x="108" y="1836"/>
                  </a:lnTo>
                  <a:lnTo>
                    <a:pt x="90" y="1739"/>
                  </a:lnTo>
                  <a:lnTo>
                    <a:pt x="72" y="1640"/>
                  </a:lnTo>
                  <a:lnTo>
                    <a:pt x="55" y="1542"/>
                  </a:lnTo>
                  <a:lnTo>
                    <a:pt x="40" y="1443"/>
                  </a:lnTo>
                  <a:lnTo>
                    <a:pt x="26" y="1345"/>
                  </a:lnTo>
                  <a:lnTo>
                    <a:pt x="13" y="1246"/>
                  </a:lnTo>
                  <a:lnTo>
                    <a:pt x="0" y="1148"/>
                  </a:lnTo>
                  <a:lnTo>
                    <a:pt x="0" y="1148"/>
                  </a:lnTo>
                  <a:close/>
                </a:path>
              </a:pathLst>
            </a:custGeom>
            <a:solidFill>
              <a:srgbClr val="DA4D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 name="Freeform 7"/>
            <p:cNvSpPr>
              <a:spLocks/>
            </p:cNvSpPr>
            <p:nvPr/>
          </p:nvSpPr>
          <p:spPr bwMode="auto">
            <a:xfrm>
              <a:off x="10877933" y="2693179"/>
              <a:ext cx="1895210" cy="2946334"/>
            </a:xfrm>
            <a:custGeom>
              <a:avLst/>
              <a:gdLst>
                <a:gd name="T0" fmla="*/ 2920 w 8330"/>
                <a:gd name="T1" fmla="*/ 36 h 12948"/>
                <a:gd name="T2" fmla="*/ 2859 w 8330"/>
                <a:gd name="T3" fmla="*/ 180 h 12948"/>
                <a:gd name="T4" fmla="*/ 2844 w 8330"/>
                <a:gd name="T5" fmla="*/ 369 h 12948"/>
                <a:gd name="T6" fmla="*/ 2885 w 8330"/>
                <a:gd name="T7" fmla="*/ 682 h 12948"/>
                <a:gd name="T8" fmla="*/ 2944 w 8330"/>
                <a:gd name="T9" fmla="*/ 823 h 12948"/>
                <a:gd name="T10" fmla="*/ 3128 w 8330"/>
                <a:gd name="T11" fmla="*/ 1077 h 12948"/>
                <a:gd name="T12" fmla="*/ 3391 w 8330"/>
                <a:gd name="T13" fmla="*/ 1301 h 12948"/>
                <a:gd name="T14" fmla="*/ 3900 w 8330"/>
                <a:gd name="T15" fmla="*/ 1619 h 12948"/>
                <a:gd name="T16" fmla="*/ 4176 w 8330"/>
                <a:gd name="T17" fmla="*/ 1801 h 12948"/>
                <a:gd name="T18" fmla="*/ 4437 w 8330"/>
                <a:gd name="T19" fmla="*/ 2013 h 12948"/>
                <a:gd name="T20" fmla="*/ 4839 w 8330"/>
                <a:gd name="T21" fmla="*/ 2431 h 12948"/>
                <a:gd name="T22" fmla="*/ 5188 w 8330"/>
                <a:gd name="T23" fmla="*/ 2891 h 12948"/>
                <a:gd name="T24" fmla="*/ 5532 w 8330"/>
                <a:gd name="T25" fmla="*/ 3492 h 12948"/>
                <a:gd name="T26" fmla="*/ 5777 w 8330"/>
                <a:gd name="T27" fmla="*/ 4135 h 12948"/>
                <a:gd name="T28" fmla="*/ 5909 w 8330"/>
                <a:gd name="T29" fmla="*/ 4759 h 12948"/>
                <a:gd name="T30" fmla="*/ 5938 w 8330"/>
                <a:gd name="T31" fmla="*/ 5102 h 12948"/>
                <a:gd name="T32" fmla="*/ 5936 w 8330"/>
                <a:gd name="T33" fmla="*/ 5448 h 12948"/>
                <a:gd name="T34" fmla="*/ 5903 w 8330"/>
                <a:gd name="T35" fmla="*/ 5794 h 12948"/>
                <a:gd name="T36" fmla="*/ 5723 w 8330"/>
                <a:gd name="T37" fmla="*/ 7031 h 12948"/>
                <a:gd name="T38" fmla="*/ 5645 w 8330"/>
                <a:gd name="T39" fmla="*/ 7815 h 12948"/>
                <a:gd name="T40" fmla="*/ 5633 w 8330"/>
                <a:gd name="T41" fmla="*/ 8599 h 12948"/>
                <a:gd name="T42" fmla="*/ 5692 w 8330"/>
                <a:gd name="T43" fmla="*/ 9213 h 12948"/>
                <a:gd name="T44" fmla="*/ 5769 w 8330"/>
                <a:gd name="T45" fmla="*/ 9603 h 12948"/>
                <a:gd name="T46" fmla="*/ 5882 w 8330"/>
                <a:gd name="T47" fmla="*/ 9993 h 12948"/>
                <a:gd name="T48" fmla="*/ 6036 w 8330"/>
                <a:gd name="T49" fmla="*/ 10383 h 12948"/>
                <a:gd name="T50" fmla="*/ 6233 w 8330"/>
                <a:gd name="T51" fmla="*/ 10774 h 12948"/>
                <a:gd name="T52" fmla="*/ 6478 w 8330"/>
                <a:gd name="T53" fmla="*/ 11164 h 12948"/>
                <a:gd name="T54" fmla="*/ 6776 w 8330"/>
                <a:gd name="T55" fmla="*/ 11554 h 12948"/>
                <a:gd name="T56" fmla="*/ 7130 w 8330"/>
                <a:gd name="T57" fmla="*/ 11944 h 12948"/>
                <a:gd name="T58" fmla="*/ 7545 w 8330"/>
                <a:gd name="T59" fmla="*/ 12334 h 12948"/>
                <a:gd name="T60" fmla="*/ 8025 w 8330"/>
                <a:gd name="T61" fmla="*/ 12724 h 12948"/>
                <a:gd name="T62" fmla="*/ 8306 w 8330"/>
                <a:gd name="T63" fmla="*/ 12933 h 12948"/>
                <a:gd name="T64" fmla="*/ 8130 w 8330"/>
                <a:gd name="T65" fmla="*/ 12885 h 12948"/>
                <a:gd name="T66" fmla="*/ 7772 w 8330"/>
                <a:gd name="T67" fmla="*/ 12845 h 12948"/>
                <a:gd name="T68" fmla="*/ 7242 w 8330"/>
                <a:gd name="T69" fmla="*/ 12708 h 12948"/>
                <a:gd name="T70" fmla="*/ 6553 w 8330"/>
                <a:gd name="T71" fmla="*/ 12479 h 12948"/>
                <a:gd name="T72" fmla="*/ 5921 w 8330"/>
                <a:gd name="T73" fmla="*/ 12221 h 12948"/>
                <a:gd name="T74" fmla="*/ 5077 w 8330"/>
                <a:gd name="T75" fmla="*/ 11797 h 12948"/>
                <a:gd name="T76" fmla="*/ 4266 w 8330"/>
                <a:gd name="T77" fmla="*/ 11298 h 12948"/>
                <a:gd name="T78" fmla="*/ 3494 w 8330"/>
                <a:gd name="T79" fmla="*/ 10726 h 12948"/>
                <a:gd name="T80" fmla="*/ 2772 w 8330"/>
                <a:gd name="T81" fmla="*/ 10089 h 12948"/>
                <a:gd name="T82" fmla="*/ 2111 w 8330"/>
                <a:gd name="T83" fmla="*/ 9391 h 12948"/>
                <a:gd name="T84" fmla="*/ 1518 w 8330"/>
                <a:gd name="T85" fmla="*/ 8638 h 12948"/>
                <a:gd name="T86" fmla="*/ 1004 w 8330"/>
                <a:gd name="T87" fmla="*/ 7833 h 12948"/>
                <a:gd name="T88" fmla="*/ 579 w 8330"/>
                <a:gd name="T89" fmla="*/ 6984 h 12948"/>
                <a:gd name="T90" fmla="*/ 292 w 8330"/>
                <a:gd name="T91" fmla="*/ 6224 h 12948"/>
                <a:gd name="T92" fmla="*/ 164 w 8330"/>
                <a:gd name="T93" fmla="*/ 5768 h 12948"/>
                <a:gd name="T94" fmla="*/ 71 w 8330"/>
                <a:gd name="T95" fmla="*/ 5305 h 12948"/>
                <a:gd name="T96" fmla="*/ 16 w 8330"/>
                <a:gd name="T97" fmla="*/ 4840 h 12948"/>
                <a:gd name="T98" fmla="*/ 0 w 8330"/>
                <a:gd name="T99" fmla="*/ 4374 h 12948"/>
                <a:gd name="T100" fmla="*/ 26 w 8330"/>
                <a:gd name="T101" fmla="*/ 3909 h 12948"/>
                <a:gd name="T102" fmla="*/ 94 w 8330"/>
                <a:gd name="T103" fmla="*/ 3451 h 12948"/>
                <a:gd name="T104" fmla="*/ 208 w 8330"/>
                <a:gd name="T105" fmla="*/ 2999 h 12948"/>
                <a:gd name="T106" fmla="*/ 368 w 8330"/>
                <a:gd name="T107" fmla="*/ 2558 h 12948"/>
                <a:gd name="T108" fmla="*/ 577 w 8330"/>
                <a:gd name="T109" fmla="*/ 2130 h 12948"/>
                <a:gd name="T110" fmla="*/ 743 w 8330"/>
                <a:gd name="T111" fmla="*/ 1856 h 12948"/>
                <a:gd name="T112" fmla="*/ 1074 w 8330"/>
                <a:gd name="T113" fmla="*/ 1422 h 12948"/>
                <a:gd name="T114" fmla="*/ 1562 w 8330"/>
                <a:gd name="T115" fmla="*/ 935 h 12948"/>
                <a:gd name="T116" fmla="*/ 2111 w 8330"/>
                <a:gd name="T117" fmla="*/ 513 h 12948"/>
                <a:gd name="T118" fmla="*/ 2702 w 8330"/>
                <a:gd name="T119" fmla="*/ 144 h 129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330" h="12948">
                  <a:moveTo>
                    <a:pt x="2964" y="0"/>
                  </a:moveTo>
                  <a:lnTo>
                    <a:pt x="2964" y="0"/>
                  </a:lnTo>
                  <a:lnTo>
                    <a:pt x="2956" y="5"/>
                  </a:lnTo>
                  <a:lnTo>
                    <a:pt x="2948" y="10"/>
                  </a:lnTo>
                  <a:lnTo>
                    <a:pt x="2940" y="16"/>
                  </a:lnTo>
                  <a:lnTo>
                    <a:pt x="2933" y="22"/>
                  </a:lnTo>
                  <a:lnTo>
                    <a:pt x="2920" y="36"/>
                  </a:lnTo>
                  <a:lnTo>
                    <a:pt x="2908" y="52"/>
                  </a:lnTo>
                  <a:lnTo>
                    <a:pt x="2897" y="70"/>
                  </a:lnTo>
                  <a:lnTo>
                    <a:pt x="2887" y="89"/>
                  </a:lnTo>
                  <a:lnTo>
                    <a:pt x="2879" y="110"/>
                  </a:lnTo>
                  <a:lnTo>
                    <a:pt x="2871" y="132"/>
                  </a:lnTo>
                  <a:lnTo>
                    <a:pt x="2865" y="156"/>
                  </a:lnTo>
                  <a:lnTo>
                    <a:pt x="2859" y="180"/>
                  </a:lnTo>
                  <a:lnTo>
                    <a:pt x="2855" y="205"/>
                  </a:lnTo>
                  <a:lnTo>
                    <a:pt x="2851" y="231"/>
                  </a:lnTo>
                  <a:lnTo>
                    <a:pt x="2848" y="258"/>
                  </a:lnTo>
                  <a:lnTo>
                    <a:pt x="2846" y="285"/>
                  </a:lnTo>
                  <a:lnTo>
                    <a:pt x="2845" y="312"/>
                  </a:lnTo>
                  <a:lnTo>
                    <a:pt x="2844" y="341"/>
                  </a:lnTo>
                  <a:lnTo>
                    <a:pt x="2844" y="369"/>
                  </a:lnTo>
                  <a:lnTo>
                    <a:pt x="2845" y="397"/>
                  </a:lnTo>
                  <a:lnTo>
                    <a:pt x="2848" y="452"/>
                  </a:lnTo>
                  <a:lnTo>
                    <a:pt x="2853" y="506"/>
                  </a:lnTo>
                  <a:lnTo>
                    <a:pt x="2860" y="557"/>
                  </a:lnTo>
                  <a:lnTo>
                    <a:pt x="2868" y="603"/>
                  </a:lnTo>
                  <a:lnTo>
                    <a:pt x="2876" y="645"/>
                  </a:lnTo>
                  <a:lnTo>
                    <a:pt x="2885" y="682"/>
                  </a:lnTo>
                  <a:lnTo>
                    <a:pt x="2895" y="711"/>
                  </a:lnTo>
                  <a:lnTo>
                    <a:pt x="2895" y="711"/>
                  </a:lnTo>
                  <a:lnTo>
                    <a:pt x="2903" y="734"/>
                  </a:lnTo>
                  <a:lnTo>
                    <a:pt x="2913" y="757"/>
                  </a:lnTo>
                  <a:lnTo>
                    <a:pt x="2922" y="779"/>
                  </a:lnTo>
                  <a:lnTo>
                    <a:pt x="2933" y="801"/>
                  </a:lnTo>
                  <a:lnTo>
                    <a:pt x="2944" y="823"/>
                  </a:lnTo>
                  <a:lnTo>
                    <a:pt x="2955" y="844"/>
                  </a:lnTo>
                  <a:lnTo>
                    <a:pt x="2980" y="887"/>
                  </a:lnTo>
                  <a:lnTo>
                    <a:pt x="3007" y="927"/>
                  </a:lnTo>
                  <a:lnTo>
                    <a:pt x="3035" y="966"/>
                  </a:lnTo>
                  <a:lnTo>
                    <a:pt x="3064" y="1004"/>
                  </a:lnTo>
                  <a:lnTo>
                    <a:pt x="3095" y="1042"/>
                  </a:lnTo>
                  <a:lnTo>
                    <a:pt x="3128" y="1077"/>
                  </a:lnTo>
                  <a:lnTo>
                    <a:pt x="3163" y="1112"/>
                  </a:lnTo>
                  <a:lnTo>
                    <a:pt x="3198" y="1146"/>
                  </a:lnTo>
                  <a:lnTo>
                    <a:pt x="3235" y="1178"/>
                  </a:lnTo>
                  <a:lnTo>
                    <a:pt x="3272" y="1210"/>
                  </a:lnTo>
                  <a:lnTo>
                    <a:pt x="3311" y="1242"/>
                  </a:lnTo>
                  <a:lnTo>
                    <a:pt x="3351" y="1272"/>
                  </a:lnTo>
                  <a:lnTo>
                    <a:pt x="3391" y="1301"/>
                  </a:lnTo>
                  <a:lnTo>
                    <a:pt x="3432" y="1330"/>
                  </a:lnTo>
                  <a:lnTo>
                    <a:pt x="3474" y="1358"/>
                  </a:lnTo>
                  <a:lnTo>
                    <a:pt x="3516" y="1386"/>
                  </a:lnTo>
                  <a:lnTo>
                    <a:pt x="3559" y="1414"/>
                  </a:lnTo>
                  <a:lnTo>
                    <a:pt x="3644" y="1466"/>
                  </a:lnTo>
                  <a:lnTo>
                    <a:pt x="3730" y="1518"/>
                  </a:lnTo>
                  <a:lnTo>
                    <a:pt x="3900" y="1619"/>
                  </a:lnTo>
                  <a:lnTo>
                    <a:pt x="3981" y="1669"/>
                  </a:lnTo>
                  <a:lnTo>
                    <a:pt x="4021" y="1694"/>
                  </a:lnTo>
                  <a:lnTo>
                    <a:pt x="4060" y="1719"/>
                  </a:lnTo>
                  <a:lnTo>
                    <a:pt x="4060" y="1719"/>
                  </a:lnTo>
                  <a:lnTo>
                    <a:pt x="4099" y="1745"/>
                  </a:lnTo>
                  <a:lnTo>
                    <a:pt x="4138" y="1773"/>
                  </a:lnTo>
                  <a:lnTo>
                    <a:pt x="4176" y="1801"/>
                  </a:lnTo>
                  <a:lnTo>
                    <a:pt x="4215" y="1829"/>
                  </a:lnTo>
                  <a:lnTo>
                    <a:pt x="4253" y="1858"/>
                  </a:lnTo>
                  <a:lnTo>
                    <a:pt x="4290" y="1888"/>
                  </a:lnTo>
                  <a:lnTo>
                    <a:pt x="4327" y="1918"/>
                  </a:lnTo>
                  <a:lnTo>
                    <a:pt x="4364" y="1950"/>
                  </a:lnTo>
                  <a:lnTo>
                    <a:pt x="4401" y="1981"/>
                  </a:lnTo>
                  <a:lnTo>
                    <a:pt x="4437" y="2013"/>
                  </a:lnTo>
                  <a:lnTo>
                    <a:pt x="4472" y="2045"/>
                  </a:lnTo>
                  <a:lnTo>
                    <a:pt x="4507" y="2078"/>
                  </a:lnTo>
                  <a:lnTo>
                    <a:pt x="4577" y="2146"/>
                  </a:lnTo>
                  <a:lnTo>
                    <a:pt x="4645" y="2215"/>
                  </a:lnTo>
                  <a:lnTo>
                    <a:pt x="4711" y="2285"/>
                  </a:lnTo>
                  <a:lnTo>
                    <a:pt x="4776" y="2358"/>
                  </a:lnTo>
                  <a:lnTo>
                    <a:pt x="4839" y="2431"/>
                  </a:lnTo>
                  <a:lnTo>
                    <a:pt x="4900" y="2506"/>
                  </a:lnTo>
                  <a:lnTo>
                    <a:pt x="4961" y="2581"/>
                  </a:lnTo>
                  <a:lnTo>
                    <a:pt x="5019" y="2657"/>
                  </a:lnTo>
                  <a:lnTo>
                    <a:pt x="5076" y="2733"/>
                  </a:lnTo>
                  <a:lnTo>
                    <a:pt x="5132" y="2809"/>
                  </a:lnTo>
                  <a:lnTo>
                    <a:pt x="5132" y="2809"/>
                  </a:lnTo>
                  <a:lnTo>
                    <a:pt x="5188" y="2891"/>
                  </a:lnTo>
                  <a:lnTo>
                    <a:pt x="5243" y="2974"/>
                  </a:lnTo>
                  <a:lnTo>
                    <a:pt x="5296" y="3058"/>
                  </a:lnTo>
                  <a:lnTo>
                    <a:pt x="5347" y="3142"/>
                  </a:lnTo>
                  <a:lnTo>
                    <a:pt x="5396" y="3229"/>
                  </a:lnTo>
                  <a:lnTo>
                    <a:pt x="5444" y="3315"/>
                  </a:lnTo>
                  <a:lnTo>
                    <a:pt x="5489" y="3403"/>
                  </a:lnTo>
                  <a:lnTo>
                    <a:pt x="5532" y="3492"/>
                  </a:lnTo>
                  <a:lnTo>
                    <a:pt x="5573" y="3582"/>
                  </a:lnTo>
                  <a:lnTo>
                    <a:pt x="5612" y="3672"/>
                  </a:lnTo>
                  <a:lnTo>
                    <a:pt x="5650" y="3763"/>
                  </a:lnTo>
                  <a:lnTo>
                    <a:pt x="5685" y="3855"/>
                  </a:lnTo>
                  <a:lnTo>
                    <a:pt x="5718" y="3948"/>
                  </a:lnTo>
                  <a:lnTo>
                    <a:pt x="5749" y="4041"/>
                  </a:lnTo>
                  <a:lnTo>
                    <a:pt x="5777" y="4135"/>
                  </a:lnTo>
                  <a:lnTo>
                    <a:pt x="5805" y="4229"/>
                  </a:lnTo>
                  <a:lnTo>
                    <a:pt x="5829" y="4325"/>
                  </a:lnTo>
                  <a:lnTo>
                    <a:pt x="5851" y="4420"/>
                  </a:lnTo>
                  <a:lnTo>
                    <a:pt x="5870" y="4517"/>
                  </a:lnTo>
                  <a:lnTo>
                    <a:pt x="5887" y="4613"/>
                  </a:lnTo>
                  <a:lnTo>
                    <a:pt x="5902" y="4711"/>
                  </a:lnTo>
                  <a:lnTo>
                    <a:pt x="5909" y="4759"/>
                  </a:lnTo>
                  <a:lnTo>
                    <a:pt x="5915" y="4808"/>
                  </a:lnTo>
                  <a:lnTo>
                    <a:pt x="5920" y="4857"/>
                  </a:lnTo>
                  <a:lnTo>
                    <a:pt x="5925" y="4906"/>
                  </a:lnTo>
                  <a:lnTo>
                    <a:pt x="5929" y="4954"/>
                  </a:lnTo>
                  <a:lnTo>
                    <a:pt x="5933" y="5004"/>
                  </a:lnTo>
                  <a:lnTo>
                    <a:pt x="5936" y="5053"/>
                  </a:lnTo>
                  <a:lnTo>
                    <a:pt x="5938" y="5102"/>
                  </a:lnTo>
                  <a:lnTo>
                    <a:pt x="5940" y="5151"/>
                  </a:lnTo>
                  <a:lnTo>
                    <a:pt x="5941" y="5201"/>
                  </a:lnTo>
                  <a:lnTo>
                    <a:pt x="5941" y="5250"/>
                  </a:lnTo>
                  <a:lnTo>
                    <a:pt x="5941" y="5299"/>
                  </a:lnTo>
                  <a:lnTo>
                    <a:pt x="5940" y="5348"/>
                  </a:lnTo>
                  <a:lnTo>
                    <a:pt x="5938" y="5399"/>
                  </a:lnTo>
                  <a:lnTo>
                    <a:pt x="5936" y="5448"/>
                  </a:lnTo>
                  <a:lnTo>
                    <a:pt x="5934" y="5497"/>
                  </a:lnTo>
                  <a:lnTo>
                    <a:pt x="5930" y="5547"/>
                  </a:lnTo>
                  <a:lnTo>
                    <a:pt x="5926" y="5596"/>
                  </a:lnTo>
                  <a:lnTo>
                    <a:pt x="5921" y="5646"/>
                  </a:lnTo>
                  <a:lnTo>
                    <a:pt x="5916" y="5695"/>
                  </a:lnTo>
                  <a:lnTo>
                    <a:pt x="5910" y="5745"/>
                  </a:lnTo>
                  <a:lnTo>
                    <a:pt x="5903" y="5794"/>
                  </a:lnTo>
                  <a:lnTo>
                    <a:pt x="5903" y="5794"/>
                  </a:lnTo>
                  <a:lnTo>
                    <a:pt x="5870" y="6019"/>
                  </a:lnTo>
                  <a:lnTo>
                    <a:pt x="5836" y="6244"/>
                  </a:lnTo>
                  <a:lnTo>
                    <a:pt x="5803" y="6470"/>
                  </a:lnTo>
                  <a:lnTo>
                    <a:pt x="5769" y="6694"/>
                  </a:lnTo>
                  <a:lnTo>
                    <a:pt x="5738" y="6919"/>
                  </a:lnTo>
                  <a:lnTo>
                    <a:pt x="5723" y="7031"/>
                  </a:lnTo>
                  <a:lnTo>
                    <a:pt x="5709" y="7143"/>
                  </a:lnTo>
                  <a:lnTo>
                    <a:pt x="5696" y="7255"/>
                  </a:lnTo>
                  <a:lnTo>
                    <a:pt x="5683" y="7368"/>
                  </a:lnTo>
                  <a:lnTo>
                    <a:pt x="5672" y="7479"/>
                  </a:lnTo>
                  <a:lnTo>
                    <a:pt x="5662" y="7592"/>
                  </a:lnTo>
                  <a:lnTo>
                    <a:pt x="5652" y="7704"/>
                  </a:lnTo>
                  <a:lnTo>
                    <a:pt x="5645" y="7815"/>
                  </a:lnTo>
                  <a:lnTo>
                    <a:pt x="5638" y="7928"/>
                  </a:lnTo>
                  <a:lnTo>
                    <a:pt x="5633" y="8039"/>
                  </a:lnTo>
                  <a:lnTo>
                    <a:pt x="5629" y="8151"/>
                  </a:lnTo>
                  <a:lnTo>
                    <a:pt x="5628" y="8263"/>
                  </a:lnTo>
                  <a:lnTo>
                    <a:pt x="5627" y="8375"/>
                  </a:lnTo>
                  <a:lnTo>
                    <a:pt x="5629" y="8487"/>
                  </a:lnTo>
                  <a:lnTo>
                    <a:pt x="5633" y="8599"/>
                  </a:lnTo>
                  <a:lnTo>
                    <a:pt x="5638" y="8710"/>
                  </a:lnTo>
                  <a:lnTo>
                    <a:pt x="5646" y="8822"/>
                  </a:lnTo>
                  <a:lnTo>
                    <a:pt x="5656" y="8933"/>
                  </a:lnTo>
                  <a:lnTo>
                    <a:pt x="5669" y="9045"/>
                  </a:lnTo>
                  <a:lnTo>
                    <a:pt x="5676" y="9101"/>
                  </a:lnTo>
                  <a:lnTo>
                    <a:pt x="5684" y="9157"/>
                  </a:lnTo>
                  <a:lnTo>
                    <a:pt x="5692" y="9213"/>
                  </a:lnTo>
                  <a:lnTo>
                    <a:pt x="5701" y="9268"/>
                  </a:lnTo>
                  <a:lnTo>
                    <a:pt x="5710" y="9325"/>
                  </a:lnTo>
                  <a:lnTo>
                    <a:pt x="5721" y="9380"/>
                  </a:lnTo>
                  <a:lnTo>
                    <a:pt x="5732" y="9436"/>
                  </a:lnTo>
                  <a:lnTo>
                    <a:pt x="5743" y="9491"/>
                  </a:lnTo>
                  <a:lnTo>
                    <a:pt x="5756" y="9548"/>
                  </a:lnTo>
                  <a:lnTo>
                    <a:pt x="5769" y="9603"/>
                  </a:lnTo>
                  <a:lnTo>
                    <a:pt x="5783" y="9658"/>
                  </a:lnTo>
                  <a:lnTo>
                    <a:pt x="5798" y="9715"/>
                  </a:lnTo>
                  <a:lnTo>
                    <a:pt x="5814" y="9770"/>
                  </a:lnTo>
                  <a:lnTo>
                    <a:pt x="5830" y="9826"/>
                  </a:lnTo>
                  <a:lnTo>
                    <a:pt x="5846" y="9882"/>
                  </a:lnTo>
                  <a:lnTo>
                    <a:pt x="5864" y="9938"/>
                  </a:lnTo>
                  <a:lnTo>
                    <a:pt x="5882" y="9993"/>
                  </a:lnTo>
                  <a:lnTo>
                    <a:pt x="5902" y="10050"/>
                  </a:lnTo>
                  <a:lnTo>
                    <a:pt x="5922" y="10105"/>
                  </a:lnTo>
                  <a:lnTo>
                    <a:pt x="5943" y="10160"/>
                  </a:lnTo>
                  <a:lnTo>
                    <a:pt x="5964" y="10217"/>
                  </a:lnTo>
                  <a:lnTo>
                    <a:pt x="5988" y="10272"/>
                  </a:lnTo>
                  <a:lnTo>
                    <a:pt x="6011" y="10328"/>
                  </a:lnTo>
                  <a:lnTo>
                    <a:pt x="6036" y="10383"/>
                  </a:lnTo>
                  <a:lnTo>
                    <a:pt x="6061" y="10440"/>
                  </a:lnTo>
                  <a:lnTo>
                    <a:pt x="6087" y="10495"/>
                  </a:lnTo>
                  <a:lnTo>
                    <a:pt x="6114" y="10550"/>
                  </a:lnTo>
                  <a:lnTo>
                    <a:pt x="6142" y="10607"/>
                  </a:lnTo>
                  <a:lnTo>
                    <a:pt x="6172" y="10662"/>
                  </a:lnTo>
                  <a:lnTo>
                    <a:pt x="6202" y="10718"/>
                  </a:lnTo>
                  <a:lnTo>
                    <a:pt x="6233" y="10774"/>
                  </a:lnTo>
                  <a:lnTo>
                    <a:pt x="6265" y="10830"/>
                  </a:lnTo>
                  <a:lnTo>
                    <a:pt x="6297" y="10885"/>
                  </a:lnTo>
                  <a:lnTo>
                    <a:pt x="6332" y="10941"/>
                  </a:lnTo>
                  <a:lnTo>
                    <a:pt x="6367" y="10997"/>
                  </a:lnTo>
                  <a:lnTo>
                    <a:pt x="6403" y="11052"/>
                  </a:lnTo>
                  <a:lnTo>
                    <a:pt x="6440" y="11108"/>
                  </a:lnTo>
                  <a:lnTo>
                    <a:pt x="6478" y="11164"/>
                  </a:lnTo>
                  <a:lnTo>
                    <a:pt x="6518" y="11219"/>
                  </a:lnTo>
                  <a:lnTo>
                    <a:pt x="6558" y="11275"/>
                  </a:lnTo>
                  <a:lnTo>
                    <a:pt x="6599" y="11331"/>
                  </a:lnTo>
                  <a:lnTo>
                    <a:pt x="6641" y="11387"/>
                  </a:lnTo>
                  <a:lnTo>
                    <a:pt x="6686" y="11442"/>
                  </a:lnTo>
                  <a:lnTo>
                    <a:pt x="6730" y="11498"/>
                  </a:lnTo>
                  <a:lnTo>
                    <a:pt x="6776" y="11554"/>
                  </a:lnTo>
                  <a:lnTo>
                    <a:pt x="6823" y="11609"/>
                  </a:lnTo>
                  <a:lnTo>
                    <a:pt x="6872" y="11666"/>
                  </a:lnTo>
                  <a:lnTo>
                    <a:pt x="6921" y="11721"/>
                  </a:lnTo>
                  <a:lnTo>
                    <a:pt x="6971" y="11776"/>
                  </a:lnTo>
                  <a:lnTo>
                    <a:pt x="7024" y="11832"/>
                  </a:lnTo>
                  <a:lnTo>
                    <a:pt x="7076" y="11888"/>
                  </a:lnTo>
                  <a:lnTo>
                    <a:pt x="7130" y="11944"/>
                  </a:lnTo>
                  <a:lnTo>
                    <a:pt x="7185" y="11999"/>
                  </a:lnTo>
                  <a:lnTo>
                    <a:pt x="7243" y="12056"/>
                  </a:lnTo>
                  <a:lnTo>
                    <a:pt x="7300" y="12111"/>
                  </a:lnTo>
                  <a:lnTo>
                    <a:pt x="7359" y="12166"/>
                  </a:lnTo>
                  <a:lnTo>
                    <a:pt x="7421" y="12223"/>
                  </a:lnTo>
                  <a:lnTo>
                    <a:pt x="7482" y="12278"/>
                  </a:lnTo>
                  <a:lnTo>
                    <a:pt x="7545" y="12334"/>
                  </a:lnTo>
                  <a:lnTo>
                    <a:pt x="7610" y="12390"/>
                  </a:lnTo>
                  <a:lnTo>
                    <a:pt x="7675" y="12446"/>
                  </a:lnTo>
                  <a:lnTo>
                    <a:pt x="7743" y="12501"/>
                  </a:lnTo>
                  <a:lnTo>
                    <a:pt x="7811" y="12557"/>
                  </a:lnTo>
                  <a:lnTo>
                    <a:pt x="7881" y="12613"/>
                  </a:lnTo>
                  <a:lnTo>
                    <a:pt x="7953" y="12668"/>
                  </a:lnTo>
                  <a:lnTo>
                    <a:pt x="8025" y="12724"/>
                  </a:lnTo>
                  <a:lnTo>
                    <a:pt x="8100" y="12780"/>
                  </a:lnTo>
                  <a:lnTo>
                    <a:pt x="8175" y="12836"/>
                  </a:lnTo>
                  <a:lnTo>
                    <a:pt x="8251" y="12891"/>
                  </a:lnTo>
                  <a:lnTo>
                    <a:pt x="8330" y="12948"/>
                  </a:lnTo>
                  <a:lnTo>
                    <a:pt x="8330" y="12948"/>
                  </a:lnTo>
                  <a:lnTo>
                    <a:pt x="8319" y="12940"/>
                  </a:lnTo>
                  <a:lnTo>
                    <a:pt x="8306" y="12933"/>
                  </a:lnTo>
                  <a:lnTo>
                    <a:pt x="8292" y="12927"/>
                  </a:lnTo>
                  <a:lnTo>
                    <a:pt x="8278" y="12921"/>
                  </a:lnTo>
                  <a:lnTo>
                    <a:pt x="8262" y="12915"/>
                  </a:lnTo>
                  <a:lnTo>
                    <a:pt x="8244" y="12909"/>
                  </a:lnTo>
                  <a:lnTo>
                    <a:pt x="8209" y="12900"/>
                  </a:lnTo>
                  <a:lnTo>
                    <a:pt x="8170" y="12892"/>
                  </a:lnTo>
                  <a:lnTo>
                    <a:pt x="8130" y="12885"/>
                  </a:lnTo>
                  <a:lnTo>
                    <a:pt x="8088" y="12879"/>
                  </a:lnTo>
                  <a:lnTo>
                    <a:pt x="8045" y="12874"/>
                  </a:lnTo>
                  <a:lnTo>
                    <a:pt x="7960" y="12866"/>
                  </a:lnTo>
                  <a:lnTo>
                    <a:pt x="7877" y="12858"/>
                  </a:lnTo>
                  <a:lnTo>
                    <a:pt x="7839" y="12854"/>
                  </a:lnTo>
                  <a:lnTo>
                    <a:pt x="7804" y="12850"/>
                  </a:lnTo>
                  <a:lnTo>
                    <a:pt x="7772" y="12845"/>
                  </a:lnTo>
                  <a:lnTo>
                    <a:pt x="7744" y="12839"/>
                  </a:lnTo>
                  <a:lnTo>
                    <a:pt x="7744" y="12839"/>
                  </a:lnTo>
                  <a:lnTo>
                    <a:pt x="7642" y="12815"/>
                  </a:lnTo>
                  <a:lnTo>
                    <a:pt x="7541" y="12791"/>
                  </a:lnTo>
                  <a:lnTo>
                    <a:pt x="7441" y="12765"/>
                  </a:lnTo>
                  <a:lnTo>
                    <a:pt x="7341" y="12737"/>
                  </a:lnTo>
                  <a:lnTo>
                    <a:pt x="7242" y="12708"/>
                  </a:lnTo>
                  <a:lnTo>
                    <a:pt x="7142" y="12679"/>
                  </a:lnTo>
                  <a:lnTo>
                    <a:pt x="7043" y="12648"/>
                  </a:lnTo>
                  <a:lnTo>
                    <a:pt x="6944" y="12617"/>
                  </a:lnTo>
                  <a:lnTo>
                    <a:pt x="6845" y="12584"/>
                  </a:lnTo>
                  <a:lnTo>
                    <a:pt x="6748" y="12549"/>
                  </a:lnTo>
                  <a:lnTo>
                    <a:pt x="6649" y="12515"/>
                  </a:lnTo>
                  <a:lnTo>
                    <a:pt x="6553" y="12479"/>
                  </a:lnTo>
                  <a:lnTo>
                    <a:pt x="6455" y="12443"/>
                  </a:lnTo>
                  <a:lnTo>
                    <a:pt x="6359" y="12405"/>
                  </a:lnTo>
                  <a:lnTo>
                    <a:pt x="6262" y="12366"/>
                  </a:lnTo>
                  <a:lnTo>
                    <a:pt x="6167" y="12327"/>
                  </a:lnTo>
                  <a:lnTo>
                    <a:pt x="6167" y="12327"/>
                  </a:lnTo>
                  <a:lnTo>
                    <a:pt x="6044" y="12275"/>
                  </a:lnTo>
                  <a:lnTo>
                    <a:pt x="5921" y="12221"/>
                  </a:lnTo>
                  <a:lnTo>
                    <a:pt x="5800" y="12165"/>
                  </a:lnTo>
                  <a:lnTo>
                    <a:pt x="5678" y="12108"/>
                  </a:lnTo>
                  <a:lnTo>
                    <a:pt x="5556" y="12049"/>
                  </a:lnTo>
                  <a:lnTo>
                    <a:pt x="5436" y="11988"/>
                  </a:lnTo>
                  <a:lnTo>
                    <a:pt x="5316" y="11926"/>
                  </a:lnTo>
                  <a:lnTo>
                    <a:pt x="5196" y="11863"/>
                  </a:lnTo>
                  <a:lnTo>
                    <a:pt x="5077" y="11797"/>
                  </a:lnTo>
                  <a:lnTo>
                    <a:pt x="4960" y="11731"/>
                  </a:lnTo>
                  <a:lnTo>
                    <a:pt x="4842" y="11663"/>
                  </a:lnTo>
                  <a:lnTo>
                    <a:pt x="4725" y="11592"/>
                  </a:lnTo>
                  <a:lnTo>
                    <a:pt x="4609" y="11521"/>
                  </a:lnTo>
                  <a:lnTo>
                    <a:pt x="4494" y="11447"/>
                  </a:lnTo>
                  <a:lnTo>
                    <a:pt x="4379" y="11373"/>
                  </a:lnTo>
                  <a:lnTo>
                    <a:pt x="4266" y="11298"/>
                  </a:lnTo>
                  <a:lnTo>
                    <a:pt x="4152" y="11220"/>
                  </a:lnTo>
                  <a:lnTo>
                    <a:pt x="4041" y="11142"/>
                  </a:lnTo>
                  <a:lnTo>
                    <a:pt x="3929" y="11061"/>
                  </a:lnTo>
                  <a:lnTo>
                    <a:pt x="3819" y="10980"/>
                  </a:lnTo>
                  <a:lnTo>
                    <a:pt x="3710" y="10896"/>
                  </a:lnTo>
                  <a:lnTo>
                    <a:pt x="3601" y="10812"/>
                  </a:lnTo>
                  <a:lnTo>
                    <a:pt x="3494" y="10726"/>
                  </a:lnTo>
                  <a:lnTo>
                    <a:pt x="3388" y="10639"/>
                  </a:lnTo>
                  <a:lnTo>
                    <a:pt x="3282" y="10550"/>
                  </a:lnTo>
                  <a:lnTo>
                    <a:pt x="3178" y="10461"/>
                  </a:lnTo>
                  <a:lnTo>
                    <a:pt x="3075" y="10370"/>
                  </a:lnTo>
                  <a:lnTo>
                    <a:pt x="2973" y="10278"/>
                  </a:lnTo>
                  <a:lnTo>
                    <a:pt x="2872" y="10184"/>
                  </a:lnTo>
                  <a:lnTo>
                    <a:pt x="2772" y="10089"/>
                  </a:lnTo>
                  <a:lnTo>
                    <a:pt x="2674" y="9993"/>
                  </a:lnTo>
                  <a:lnTo>
                    <a:pt x="2577" y="9896"/>
                  </a:lnTo>
                  <a:lnTo>
                    <a:pt x="2481" y="9797"/>
                  </a:lnTo>
                  <a:lnTo>
                    <a:pt x="2386" y="9698"/>
                  </a:lnTo>
                  <a:lnTo>
                    <a:pt x="2294" y="9596"/>
                  </a:lnTo>
                  <a:lnTo>
                    <a:pt x="2201" y="9495"/>
                  </a:lnTo>
                  <a:lnTo>
                    <a:pt x="2111" y="9391"/>
                  </a:lnTo>
                  <a:lnTo>
                    <a:pt x="2022" y="9286"/>
                  </a:lnTo>
                  <a:lnTo>
                    <a:pt x="1935" y="9181"/>
                  </a:lnTo>
                  <a:lnTo>
                    <a:pt x="1848" y="9074"/>
                  </a:lnTo>
                  <a:lnTo>
                    <a:pt x="1764" y="8967"/>
                  </a:lnTo>
                  <a:lnTo>
                    <a:pt x="1680" y="8858"/>
                  </a:lnTo>
                  <a:lnTo>
                    <a:pt x="1599" y="8748"/>
                  </a:lnTo>
                  <a:lnTo>
                    <a:pt x="1518" y="8638"/>
                  </a:lnTo>
                  <a:lnTo>
                    <a:pt x="1440" y="8525"/>
                  </a:lnTo>
                  <a:lnTo>
                    <a:pt x="1363" y="8412"/>
                  </a:lnTo>
                  <a:lnTo>
                    <a:pt x="1288" y="8299"/>
                  </a:lnTo>
                  <a:lnTo>
                    <a:pt x="1214" y="8183"/>
                  </a:lnTo>
                  <a:lnTo>
                    <a:pt x="1143" y="8068"/>
                  </a:lnTo>
                  <a:lnTo>
                    <a:pt x="1073" y="7951"/>
                  </a:lnTo>
                  <a:lnTo>
                    <a:pt x="1004" y="7833"/>
                  </a:lnTo>
                  <a:lnTo>
                    <a:pt x="938" y="7715"/>
                  </a:lnTo>
                  <a:lnTo>
                    <a:pt x="874" y="7595"/>
                  </a:lnTo>
                  <a:lnTo>
                    <a:pt x="811" y="7474"/>
                  </a:lnTo>
                  <a:lnTo>
                    <a:pt x="750" y="7354"/>
                  </a:lnTo>
                  <a:lnTo>
                    <a:pt x="692" y="7231"/>
                  </a:lnTo>
                  <a:lnTo>
                    <a:pt x="634" y="7108"/>
                  </a:lnTo>
                  <a:lnTo>
                    <a:pt x="579" y="6984"/>
                  </a:lnTo>
                  <a:lnTo>
                    <a:pt x="527" y="6859"/>
                  </a:lnTo>
                  <a:lnTo>
                    <a:pt x="475" y="6734"/>
                  </a:lnTo>
                  <a:lnTo>
                    <a:pt x="426" y="6607"/>
                  </a:lnTo>
                  <a:lnTo>
                    <a:pt x="380" y="6481"/>
                  </a:lnTo>
                  <a:lnTo>
                    <a:pt x="334" y="6353"/>
                  </a:lnTo>
                  <a:lnTo>
                    <a:pt x="292" y="6224"/>
                  </a:lnTo>
                  <a:lnTo>
                    <a:pt x="292" y="6224"/>
                  </a:lnTo>
                  <a:lnTo>
                    <a:pt x="271" y="6159"/>
                  </a:lnTo>
                  <a:lnTo>
                    <a:pt x="252" y="6095"/>
                  </a:lnTo>
                  <a:lnTo>
                    <a:pt x="233" y="6029"/>
                  </a:lnTo>
                  <a:lnTo>
                    <a:pt x="215" y="5964"/>
                  </a:lnTo>
                  <a:lnTo>
                    <a:pt x="197" y="5899"/>
                  </a:lnTo>
                  <a:lnTo>
                    <a:pt x="180" y="5833"/>
                  </a:lnTo>
                  <a:lnTo>
                    <a:pt x="164" y="5768"/>
                  </a:lnTo>
                  <a:lnTo>
                    <a:pt x="148" y="5701"/>
                  </a:lnTo>
                  <a:lnTo>
                    <a:pt x="133" y="5636"/>
                  </a:lnTo>
                  <a:lnTo>
                    <a:pt x="119" y="5570"/>
                  </a:lnTo>
                  <a:lnTo>
                    <a:pt x="106" y="5504"/>
                  </a:lnTo>
                  <a:lnTo>
                    <a:pt x="93" y="5438"/>
                  </a:lnTo>
                  <a:lnTo>
                    <a:pt x="82" y="5372"/>
                  </a:lnTo>
                  <a:lnTo>
                    <a:pt x="71" y="5305"/>
                  </a:lnTo>
                  <a:lnTo>
                    <a:pt x="61" y="5239"/>
                  </a:lnTo>
                  <a:lnTo>
                    <a:pt x="51" y="5172"/>
                  </a:lnTo>
                  <a:lnTo>
                    <a:pt x="43" y="5106"/>
                  </a:lnTo>
                  <a:lnTo>
                    <a:pt x="35" y="5040"/>
                  </a:lnTo>
                  <a:lnTo>
                    <a:pt x="28" y="4973"/>
                  </a:lnTo>
                  <a:lnTo>
                    <a:pt x="21" y="4906"/>
                  </a:lnTo>
                  <a:lnTo>
                    <a:pt x="16" y="4840"/>
                  </a:lnTo>
                  <a:lnTo>
                    <a:pt x="11" y="4773"/>
                  </a:lnTo>
                  <a:lnTo>
                    <a:pt x="7" y="4707"/>
                  </a:lnTo>
                  <a:lnTo>
                    <a:pt x="4" y="4640"/>
                  </a:lnTo>
                  <a:lnTo>
                    <a:pt x="2" y="4573"/>
                  </a:lnTo>
                  <a:lnTo>
                    <a:pt x="1" y="4507"/>
                  </a:lnTo>
                  <a:lnTo>
                    <a:pt x="0" y="4440"/>
                  </a:lnTo>
                  <a:lnTo>
                    <a:pt x="0" y="4374"/>
                  </a:lnTo>
                  <a:lnTo>
                    <a:pt x="1" y="4308"/>
                  </a:lnTo>
                  <a:lnTo>
                    <a:pt x="3" y="4241"/>
                  </a:lnTo>
                  <a:lnTo>
                    <a:pt x="6" y="4175"/>
                  </a:lnTo>
                  <a:lnTo>
                    <a:pt x="10" y="4109"/>
                  </a:lnTo>
                  <a:lnTo>
                    <a:pt x="14" y="4042"/>
                  </a:lnTo>
                  <a:lnTo>
                    <a:pt x="20" y="3976"/>
                  </a:lnTo>
                  <a:lnTo>
                    <a:pt x="26" y="3909"/>
                  </a:lnTo>
                  <a:lnTo>
                    <a:pt x="33" y="3844"/>
                  </a:lnTo>
                  <a:lnTo>
                    <a:pt x="41" y="3778"/>
                  </a:lnTo>
                  <a:lnTo>
                    <a:pt x="50" y="3712"/>
                  </a:lnTo>
                  <a:lnTo>
                    <a:pt x="59" y="3647"/>
                  </a:lnTo>
                  <a:lnTo>
                    <a:pt x="70" y="3582"/>
                  </a:lnTo>
                  <a:lnTo>
                    <a:pt x="82" y="3516"/>
                  </a:lnTo>
                  <a:lnTo>
                    <a:pt x="94" y="3451"/>
                  </a:lnTo>
                  <a:lnTo>
                    <a:pt x="107" y="3386"/>
                  </a:lnTo>
                  <a:lnTo>
                    <a:pt x="122" y="3321"/>
                  </a:lnTo>
                  <a:lnTo>
                    <a:pt x="137" y="3256"/>
                  </a:lnTo>
                  <a:lnTo>
                    <a:pt x="153" y="3191"/>
                  </a:lnTo>
                  <a:lnTo>
                    <a:pt x="171" y="3127"/>
                  </a:lnTo>
                  <a:lnTo>
                    <a:pt x="189" y="3063"/>
                  </a:lnTo>
                  <a:lnTo>
                    <a:pt x="208" y="2999"/>
                  </a:lnTo>
                  <a:lnTo>
                    <a:pt x="228" y="2935"/>
                  </a:lnTo>
                  <a:lnTo>
                    <a:pt x="249" y="2872"/>
                  </a:lnTo>
                  <a:lnTo>
                    <a:pt x="270" y="2808"/>
                  </a:lnTo>
                  <a:lnTo>
                    <a:pt x="293" y="2746"/>
                  </a:lnTo>
                  <a:lnTo>
                    <a:pt x="317" y="2683"/>
                  </a:lnTo>
                  <a:lnTo>
                    <a:pt x="343" y="2620"/>
                  </a:lnTo>
                  <a:lnTo>
                    <a:pt x="368" y="2558"/>
                  </a:lnTo>
                  <a:lnTo>
                    <a:pt x="395" y="2496"/>
                  </a:lnTo>
                  <a:lnTo>
                    <a:pt x="423" y="2434"/>
                  </a:lnTo>
                  <a:lnTo>
                    <a:pt x="451" y="2373"/>
                  </a:lnTo>
                  <a:lnTo>
                    <a:pt x="481" y="2312"/>
                  </a:lnTo>
                  <a:lnTo>
                    <a:pt x="512" y="2250"/>
                  </a:lnTo>
                  <a:lnTo>
                    <a:pt x="544" y="2190"/>
                  </a:lnTo>
                  <a:lnTo>
                    <a:pt x="577" y="2130"/>
                  </a:lnTo>
                  <a:lnTo>
                    <a:pt x="611" y="2069"/>
                  </a:lnTo>
                  <a:lnTo>
                    <a:pt x="611" y="2069"/>
                  </a:lnTo>
                  <a:lnTo>
                    <a:pt x="636" y="2026"/>
                  </a:lnTo>
                  <a:lnTo>
                    <a:pt x="662" y="1983"/>
                  </a:lnTo>
                  <a:lnTo>
                    <a:pt x="688" y="1940"/>
                  </a:lnTo>
                  <a:lnTo>
                    <a:pt x="716" y="1897"/>
                  </a:lnTo>
                  <a:lnTo>
                    <a:pt x="743" y="1856"/>
                  </a:lnTo>
                  <a:lnTo>
                    <a:pt x="771" y="1814"/>
                  </a:lnTo>
                  <a:lnTo>
                    <a:pt x="799" y="1773"/>
                  </a:lnTo>
                  <a:lnTo>
                    <a:pt x="827" y="1732"/>
                  </a:lnTo>
                  <a:lnTo>
                    <a:pt x="887" y="1652"/>
                  </a:lnTo>
                  <a:lnTo>
                    <a:pt x="947" y="1574"/>
                  </a:lnTo>
                  <a:lnTo>
                    <a:pt x="1009" y="1497"/>
                  </a:lnTo>
                  <a:lnTo>
                    <a:pt x="1074" y="1422"/>
                  </a:lnTo>
                  <a:lnTo>
                    <a:pt x="1139" y="1347"/>
                  </a:lnTo>
                  <a:lnTo>
                    <a:pt x="1206" y="1276"/>
                  </a:lnTo>
                  <a:lnTo>
                    <a:pt x="1275" y="1204"/>
                  </a:lnTo>
                  <a:lnTo>
                    <a:pt x="1344" y="1135"/>
                  </a:lnTo>
                  <a:lnTo>
                    <a:pt x="1416" y="1067"/>
                  </a:lnTo>
                  <a:lnTo>
                    <a:pt x="1488" y="1000"/>
                  </a:lnTo>
                  <a:lnTo>
                    <a:pt x="1562" y="935"/>
                  </a:lnTo>
                  <a:lnTo>
                    <a:pt x="1637" y="871"/>
                  </a:lnTo>
                  <a:lnTo>
                    <a:pt x="1713" y="808"/>
                  </a:lnTo>
                  <a:lnTo>
                    <a:pt x="1791" y="747"/>
                  </a:lnTo>
                  <a:lnTo>
                    <a:pt x="1869" y="687"/>
                  </a:lnTo>
                  <a:lnTo>
                    <a:pt x="1949" y="627"/>
                  </a:lnTo>
                  <a:lnTo>
                    <a:pt x="2029" y="569"/>
                  </a:lnTo>
                  <a:lnTo>
                    <a:pt x="2111" y="513"/>
                  </a:lnTo>
                  <a:lnTo>
                    <a:pt x="2193" y="457"/>
                  </a:lnTo>
                  <a:lnTo>
                    <a:pt x="2277" y="402"/>
                  </a:lnTo>
                  <a:lnTo>
                    <a:pt x="2360" y="349"/>
                  </a:lnTo>
                  <a:lnTo>
                    <a:pt x="2444" y="296"/>
                  </a:lnTo>
                  <a:lnTo>
                    <a:pt x="2530" y="244"/>
                  </a:lnTo>
                  <a:lnTo>
                    <a:pt x="2615" y="194"/>
                  </a:lnTo>
                  <a:lnTo>
                    <a:pt x="2702" y="144"/>
                  </a:lnTo>
                  <a:lnTo>
                    <a:pt x="2789" y="95"/>
                  </a:lnTo>
                  <a:lnTo>
                    <a:pt x="2877" y="47"/>
                  </a:lnTo>
                  <a:lnTo>
                    <a:pt x="2964" y="0"/>
                  </a:lnTo>
                  <a:lnTo>
                    <a:pt x="2964" y="0"/>
                  </a:lnTo>
                  <a:close/>
                </a:path>
              </a:pathLst>
            </a:custGeom>
            <a:solidFill>
              <a:srgbClr val="EA981E"/>
            </a:solidFill>
            <a:ln>
              <a:noFill/>
            </a:ln>
          </p:spPr>
          <p:txBody>
            <a:bodyPr vert="horz" wrap="square" lIns="91440" tIns="45720" rIns="91440" bIns="45720" numCol="1" anchor="t" anchorCtr="0" compatLnSpc="1">
              <a:prstTxWarp prst="textNoShape">
                <a:avLst/>
              </a:prstTxWarp>
            </a:bodyPr>
            <a:lstStyle/>
            <a:p>
              <a:endParaRPr lang="en-US"/>
            </a:p>
          </p:txBody>
        </p:sp>
        <p:sp>
          <p:nvSpPr>
            <p:cNvPr id="54" name="Freeform 8"/>
            <p:cNvSpPr>
              <a:spLocks/>
            </p:cNvSpPr>
            <p:nvPr/>
          </p:nvSpPr>
          <p:spPr bwMode="auto">
            <a:xfrm>
              <a:off x="10774413" y="1081226"/>
              <a:ext cx="2510641" cy="2401433"/>
            </a:xfrm>
            <a:custGeom>
              <a:avLst/>
              <a:gdLst>
                <a:gd name="T0" fmla="*/ 10987 w 11035"/>
                <a:gd name="T1" fmla="*/ 1789 h 10555"/>
                <a:gd name="T2" fmla="*/ 10833 w 11035"/>
                <a:gd name="T3" fmla="*/ 1770 h 10555"/>
                <a:gd name="T4" fmla="*/ 10647 w 11035"/>
                <a:gd name="T5" fmla="*/ 1808 h 10555"/>
                <a:gd name="T6" fmla="*/ 10357 w 11035"/>
                <a:gd name="T7" fmla="*/ 1934 h 10555"/>
                <a:gd name="T8" fmla="*/ 10237 w 11035"/>
                <a:gd name="T9" fmla="*/ 2030 h 10555"/>
                <a:gd name="T10" fmla="*/ 10044 w 11035"/>
                <a:gd name="T11" fmla="*/ 2277 h 10555"/>
                <a:gd name="T12" fmla="*/ 9901 w 11035"/>
                <a:gd name="T13" fmla="*/ 2592 h 10555"/>
                <a:gd name="T14" fmla="*/ 9736 w 11035"/>
                <a:gd name="T15" fmla="*/ 3168 h 10555"/>
                <a:gd name="T16" fmla="*/ 9639 w 11035"/>
                <a:gd name="T17" fmla="*/ 3485 h 10555"/>
                <a:gd name="T18" fmla="*/ 9506 w 11035"/>
                <a:gd name="T19" fmla="*/ 3792 h 10555"/>
                <a:gd name="T20" fmla="*/ 9215 w 11035"/>
                <a:gd name="T21" fmla="*/ 4295 h 10555"/>
                <a:gd name="T22" fmla="*/ 8869 w 11035"/>
                <a:gd name="T23" fmla="*/ 4758 h 10555"/>
                <a:gd name="T24" fmla="*/ 8388 w 11035"/>
                <a:gd name="T25" fmla="*/ 5254 h 10555"/>
                <a:gd name="T26" fmla="*/ 7837 w 11035"/>
                <a:gd name="T27" fmla="*/ 5668 h 10555"/>
                <a:gd name="T28" fmla="*/ 7273 w 11035"/>
                <a:gd name="T29" fmla="*/ 5967 h 10555"/>
                <a:gd name="T30" fmla="*/ 6952 w 11035"/>
                <a:gd name="T31" fmla="*/ 6089 h 10555"/>
                <a:gd name="T32" fmla="*/ 6619 w 11035"/>
                <a:gd name="T33" fmla="*/ 6183 h 10555"/>
                <a:gd name="T34" fmla="*/ 6277 w 11035"/>
                <a:gd name="T35" fmla="*/ 6247 h 10555"/>
                <a:gd name="T36" fmla="*/ 5038 w 11035"/>
                <a:gd name="T37" fmla="*/ 6416 h 10555"/>
                <a:gd name="T38" fmla="*/ 4262 w 11035"/>
                <a:gd name="T39" fmla="*/ 6557 h 10555"/>
                <a:gd name="T40" fmla="*/ 3507 w 11035"/>
                <a:gd name="T41" fmla="*/ 6761 h 10555"/>
                <a:gd name="T42" fmla="*/ 2933 w 11035"/>
                <a:gd name="T43" fmla="*/ 6988 h 10555"/>
                <a:gd name="T44" fmla="*/ 2579 w 11035"/>
                <a:gd name="T45" fmla="*/ 7170 h 10555"/>
                <a:gd name="T46" fmla="*/ 2235 w 11035"/>
                <a:gd name="T47" fmla="*/ 7386 h 10555"/>
                <a:gd name="T48" fmla="*/ 1902 w 11035"/>
                <a:gd name="T49" fmla="*/ 7642 h 10555"/>
                <a:gd name="T50" fmla="*/ 1581 w 11035"/>
                <a:gd name="T51" fmla="*/ 7939 h 10555"/>
                <a:gd name="T52" fmla="*/ 1274 w 11035"/>
                <a:gd name="T53" fmla="*/ 8282 h 10555"/>
                <a:gd name="T54" fmla="*/ 982 w 11035"/>
                <a:gd name="T55" fmla="*/ 8677 h 10555"/>
                <a:gd name="T56" fmla="*/ 705 w 11035"/>
                <a:gd name="T57" fmla="*/ 9125 h 10555"/>
                <a:gd name="T58" fmla="*/ 445 w 11035"/>
                <a:gd name="T59" fmla="*/ 9632 h 10555"/>
                <a:gd name="T60" fmla="*/ 202 w 11035"/>
                <a:gd name="T61" fmla="*/ 10200 h 10555"/>
                <a:gd name="T62" fmla="*/ 78 w 11035"/>
                <a:gd name="T63" fmla="*/ 10528 h 10555"/>
                <a:gd name="T64" fmla="*/ 75 w 11035"/>
                <a:gd name="T65" fmla="*/ 10346 h 10555"/>
                <a:gd name="T66" fmla="*/ 16 w 11035"/>
                <a:gd name="T67" fmla="*/ 9990 h 10555"/>
                <a:gd name="T68" fmla="*/ 0 w 11035"/>
                <a:gd name="T69" fmla="*/ 9443 h 10555"/>
                <a:gd name="T70" fmla="*/ 30 w 11035"/>
                <a:gd name="T71" fmla="*/ 8718 h 10555"/>
                <a:gd name="T72" fmla="*/ 105 w 11035"/>
                <a:gd name="T73" fmla="*/ 8039 h 10555"/>
                <a:gd name="T74" fmla="*/ 279 w 11035"/>
                <a:gd name="T75" fmla="*/ 7112 h 10555"/>
                <a:gd name="T76" fmla="*/ 534 w 11035"/>
                <a:gd name="T77" fmla="*/ 6194 h 10555"/>
                <a:gd name="T78" fmla="*/ 870 w 11035"/>
                <a:gd name="T79" fmla="*/ 5294 h 10555"/>
                <a:gd name="T80" fmla="*/ 1283 w 11035"/>
                <a:gd name="T81" fmla="*/ 4425 h 10555"/>
                <a:gd name="T82" fmla="*/ 1772 w 11035"/>
                <a:gd name="T83" fmla="*/ 3596 h 10555"/>
                <a:gd name="T84" fmla="*/ 2332 w 11035"/>
                <a:gd name="T85" fmla="*/ 2819 h 10555"/>
                <a:gd name="T86" fmla="*/ 2964 w 11035"/>
                <a:gd name="T87" fmla="*/ 2103 h 10555"/>
                <a:gd name="T88" fmla="*/ 3663 w 11035"/>
                <a:gd name="T89" fmla="*/ 1459 h 10555"/>
                <a:gd name="T90" fmla="*/ 4314 w 11035"/>
                <a:gd name="T91" fmla="*/ 974 h 10555"/>
                <a:gd name="T92" fmla="*/ 4717 w 11035"/>
                <a:gd name="T93" fmla="*/ 723 h 10555"/>
                <a:gd name="T94" fmla="*/ 5135 w 11035"/>
                <a:gd name="T95" fmla="*/ 507 h 10555"/>
                <a:gd name="T96" fmla="*/ 5568 w 11035"/>
                <a:gd name="T97" fmla="*/ 325 h 10555"/>
                <a:gd name="T98" fmla="*/ 6011 w 11035"/>
                <a:gd name="T99" fmla="*/ 181 h 10555"/>
                <a:gd name="T100" fmla="*/ 6465 w 11035"/>
                <a:gd name="T101" fmla="*/ 78 h 10555"/>
                <a:gd name="T102" fmla="*/ 6924 w 11035"/>
                <a:gd name="T103" fmla="*/ 17 h 10555"/>
                <a:gd name="T104" fmla="*/ 7390 w 11035"/>
                <a:gd name="T105" fmla="*/ 1 h 10555"/>
                <a:gd name="T106" fmla="*/ 7859 w 11035"/>
                <a:gd name="T107" fmla="*/ 34 h 10555"/>
                <a:gd name="T108" fmla="*/ 8328 w 11035"/>
                <a:gd name="T109" fmla="*/ 116 h 10555"/>
                <a:gd name="T110" fmla="*/ 8637 w 11035"/>
                <a:gd name="T111" fmla="*/ 199 h 10555"/>
                <a:gd name="T112" fmla="*/ 9146 w 11035"/>
                <a:gd name="T113" fmla="*/ 398 h 10555"/>
                <a:gd name="T114" fmla="*/ 9748 w 11035"/>
                <a:gd name="T115" fmla="*/ 733 h 10555"/>
                <a:gd name="T116" fmla="*/ 10306 w 11035"/>
                <a:gd name="T117" fmla="*/ 1144 h 10555"/>
                <a:gd name="T118" fmla="*/ 10824 w 11035"/>
                <a:gd name="T119" fmla="*/ 1610 h 10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035" h="10555">
                  <a:moveTo>
                    <a:pt x="11035" y="1823"/>
                  </a:moveTo>
                  <a:lnTo>
                    <a:pt x="11035" y="1823"/>
                  </a:lnTo>
                  <a:lnTo>
                    <a:pt x="11028" y="1815"/>
                  </a:lnTo>
                  <a:lnTo>
                    <a:pt x="11021" y="1809"/>
                  </a:lnTo>
                  <a:lnTo>
                    <a:pt x="11013" y="1803"/>
                  </a:lnTo>
                  <a:lnTo>
                    <a:pt x="11005" y="1798"/>
                  </a:lnTo>
                  <a:lnTo>
                    <a:pt x="10987" y="1789"/>
                  </a:lnTo>
                  <a:lnTo>
                    <a:pt x="10968" y="1782"/>
                  </a:lnTo>
                  <a:lnTo>
                    <a:pt x="10948" y="1776"/>
                  </a:lnTo>
                  <a:lnTo>
                    <a:pt x="10927" y="1772"/>
                  </a:lnTo>
                  <a:lnTo>
                    <a:pt x="10905" y="1770"/>
                  </a:lnTo>
                  <a:lnTo>
                    <a:pt x="10882" y="1769"/>
                  </a:lnTo>
                  <a:lnTo>
                    <a:pt x="10858" y="1769"/>
                  </a:lnTo>
                  <a:lnTo>
                    <a:pt x="10833" y="1770"/>
                  </a:lnTo>
                  <a:lnTo>
                    <a:pt x="10806" y="1773"/>
                  </a:lnTo>
                  <a:lnTo>
                    <a:pt x="10780" y="1777"/>
                  </a:lnTo>
                  <a:lnTo>
                    <a:pt x="10754" y="1781"/>
                  </a:lnTo>
                  <a:lnTo>
                    <a:pt x="10728" y="1787"/>
                  </a:lnTo>
                  <a:lnTo>
                    <a:pt x="10701" y="1793"/>
                  </a:lnTo>
                  <a:lnTo>
                    <a:pt x="10674" y="1800"/>
                  </a:lnTo>
                  <a:lnTo>
                    <a:pt x="10647" y="1808"/>
                  </a:lnTo>
                  <a:lnTo>
                    <a:pt x="10620" y="1816"/>
                  </a:lnTo>
                  <a:lnTo>
                    <a:pt x="10568" y="1836"/>
                  </a:lnTo>
                  <a:lnTo>
                    <a:pt x="10518" y="1855"/>
                  </a:lnTo>
                  <a:lnTo>
                    <a:pt x="10471" y="1875"/>
                  </a:lnTo>
                  <a:lnTo>
                    <a:pt x="10427" y="1896"/>
                  </a:lnTo>
                  <a:lnTo>
                    <a:pt x="10389" y="1916"/>
                  </a:lnTo>
                  <a:lnTo>
                    <a:pt x="10357" y="1934"/>
                  </a:lnTo>
                  <a:lnTo>
                    <a:pt x="10332" y="1951"/>
                  </a:lnTo>
                  <a:lnTo>
                    <a:pt x="10332" y="1951"/>
                  </a:lnTo>
                  <a:lnTo>
                    <a:pt x="10312" y="1966"/>
                  </a:lnTo>
                  <a:lnTo>
                    <a:pt x="10293" y="1981"/>
                  </a:lnTo>
                  <a:lnTo>
                    <a:pt x="10273" y="1997"/>
                  </a:lnTo>
                  <a:lnTo>
                    <a:pt x="10255" y="2014"/>
                  </a:lnTo>
                  <a:lnTo>
                    <a:pt x="10237" y="2030"/>
                  </a:lnTo>
                  <a:lnTo>
                    <a:pt x="10220" y="2047"/>
                  </a:lnTo>
                  <a:lnTo>
                    <a:pt x="10186" y="2082"/>
                  </a:lnTo>
                  <a:lnTo>
                    <a:pt x="10155" y="2118"/>
                  </a:lnTo>
                  <a:lnTo>
                    <a:pt x="10125" y="2156"/>
                  </a:lnTo>
                  <a:lnTo>
                    <a:pt x="10096" y="2196"/>
                  </a:lnTo>
                  <a:lnTo>
                    <a:pt x="10069" y="2236"/>
                  </a:lnTo>
                  <a:lnTo>
                    <a:pt x="10044" y="2277"/>
                  </a:lnTo>
                  <a:lnTo>
                    <a:pt x="10020" y="2319"/>
                  </a:lnTo>
                  <a:lnTo>
                    <a:pt x="9998" y="2364"/>
                  </a:lnTo>
                  <a:lnTo>
                    <a:pt x="9977" y="2408"/>
                  </a:lnTo>
                  <a:lnTo>
                    <a:pt x="9957" y="2453"/>
                  </a:lnTo>
                  <a:lnTo>
                    <a:pt x="9936" y="2498"/>
                  </a:lnTo>
                  <a:lnTo>
                    <a:pt x="9918" y="2545"/>
                  </a:lnTo>
                  <a:lnTo>
                    <a:pt x="9901" y="2592"/>
                  </a:lnTo>
                  <a:lnTo>
                    <a:pt x="9885" y="2639"/>
                  </a:lnTo>
                  <a:lnTo>
                    <a:pt x="9869" y="2687"/>
                  </a:lnTo>
                  <a:lnTo>
                    <a:pt x="9854" y="2736"/>
                  </a:lnTo>
                  <a:lnTo>
                    <a:pt x="9840" y="2784"/>
                  </a:lnTo>
                  <a:lnTo>
                    <a:pt x="9813" y="2880"/>
                  </a:lnTo>
                  <a:lnTo>
                    <a:pt x="9787" y="2977"/>
                  </a:lnTo>
                  <a:lnTo>
                    <a:pt x="9736" y="3168"/>
                  </a:lnTo>
                  <a:lnTo>
                    <a:pt x="9711" y="3261"/>
                  </a:lnTo>
                  <a:lnTo>
                    <a:pt x="9698" y="3306"/>
                  </a:lnTo>
                  <a:lnTo>
                    <a:pt x="9684" y="3350"/>
                  </a:lnTo>
                  <a:lnTo>
                    <a:pt x="9684" y="3350"/>
                  </a:lnTo>
                  <a:lnTo>
                    <a:pt x="9670" y="3395"/>
                  </a:lnTo>
                  <a:lnTo>
                    <a:pt x="9655" y="3439"/>
                  </a:lnTo>
                  <a:lnTo>
                    <a:pt x="9639" y="3485"/>
                  </a:lnTo>
                  <a:lnTo>
                    <a:pt x="9622" y="3529"/>
                  </a:lnTo>
                  <a:lnTo>
                    <a:pt x="9605" y="3573"/>
                  </a:lnTo>
                  <a:lnTo>
                    <a:pt x="9585" y="3617"/>
                  </a:lnTo>
                  <a:lnTo>
                    <a:pt x="9567" y="3662"/>
                  </a:lnTo>
                  <a:lnTo>
                    <a:pt x="9547" y="3706"/>
                  </a:lnTo>
                  <a:lnTo>
                    <a:pt x="9527" y="3749"/>
                  </a:lnTo>
                  <a:lnTo>
                    <a:pt x="9506" y="3792"/>
                  </a:lnTo>
                  <a:lnTo>
                    <a:pt x="9485" y="3836"/>
                  </a:lnTo>
                  <a:lnTo>
                    <a:pt x="9463" y="3879"/>
                  </a:lnTo>
                  <a:lnTo>
                    <a:pt x="9418" y="3964"/>
                  </a:lnTo>
                  <a:lnTo>
                    <a:pt x="9369" y="4049"/>
                  </a:lnTo>
                  <a:lnTo>
                    <a:pt x="9320" y="4132"/>
                  </a:lnTo>
                  <a:lnTo>
                    <a:pt x="9269" y="4214"/>
                  </a:lnTo>
                  <a:lnTo>
                    <a:pt x="9215" y="4295"/>
                  </a:lnTo>
                  <a:lnTo>
                    <a:pt x="9161" y="4375"/>
                  </a:lnTo>
                  <a:lnTo>
                    <a:pt x="9106" y="4454"/>
                  </a:lnTo>
                  <a:lnTo>
                    <a:pt x="9048" y="4531"/>
                  </a:lnTo>
                  <a:lnTo>
                    <a:pt x="8991" y="4607"/>
                  </a:lnTo>
                  <a:lnTo>
                    <a:pt x="8933" y="4681"/>
                  </a:lnTo>
                  <a:lnTo>
                    <a:pt x="8933" y="4681"/>
                  </a:lnTo>
                  <a:lnTo>
                    <a:pt x="8869" y="4758"/>
                  </a:lnTo>
                  <a:lnTo>
                    <a:pt x="8805" y="4833"/>
                  </a:lnTo>
                  <a:lnTo>
                    <a:pt x="8740" y="4908"/>
                  </a:lnTo>
                  <a:lnTo>
                    <a:pt x="8672" y="4980"/>
                  </a:lnTo>
                  <a:lnTo>
                    <a:pt x="8603" y="5050"/>
                  </a:lnTo>
                  <a:lnTo>
                    <a:pt x="8533" y="5120"/>
                  </a:lnTo>
                  <a:lnTo>
                    <a:pt x="8460" y="5188"/>
                  </a:lnTo>
                  <a:lnTo>
                    <a:pt x="8388" y="5254"/>
                  </a:lnTo>
                  <a:lnTo>
                    <a:pt x="8312" y="5319"/>
                  </a:lnTo>
                  <a:lnTo>
                    <a:pt x="8237" y="5381"/>
                  </a:lnTo>
                  <a:lnTo>
                    <a:pt x="8159" y="5443"/>
                  </a:lnTo>
                  <a:lnTo>
                    <a:pt x="8080" y="5502"/>
                  </a:lnTo>
                  <a:lnTo>
                    <a:pt x="8000" y="5559"/>
                  </a:lnTo>
                  <a:lnTo>
                    <a:pt x="7919" y="5615"/>
                  </a:lnTo>
                  <a:lnTo>
                    <a:pt x="7837" y="5668"/>
                  </a:lnTo>
                  <a:lnTo>
                    <a:pt x="7753" y="5719"/>
                  </a:lnTo>
                  <a:lnTo>
                    <a:pt x="7669" y="5769"/>
                  </a:lnTo>
                  <a:lnTo>
                    <a:pt x="7582" y="5817"/>
                  </a:lnTo>
                  <a:lnTo>
                    <a:pt x="7496" y="5862"/>
                  </a:lnTo>
                  <a:lnTo>
                    <a:pt x="7407" y="5905"/>
                  </a:lnTo>
                  <a:lnTo>
                    <a:pt x="7319" y="5946"/>
                  </a:lnTo>
                  <a:lnTo>
                    <a:pt x="7273" y="5967"/>
                  </a:lnTo>
                  <a:lnTo>
                    <a:pt x="7228" y="5986"/>
                  </a:lnTo>
                  <a:lnTo>
                    <a:pt x="7183" y="6005"/>
                  </a:lnTo>
                  <a:lnTo>
                    <a:pt x="7137" y="6023"/>
                  </a:lnTo>
                  <a:lnTo>
                    <a:pt x="7091" y="6040"/>
                  </a:lnTo>
                  <a:lnTo>
                    <a:pt x="7045" y="6057"/>
                  </a:lnTo>
                  <a:lnTo>
                    <a:pt x="6998" y="6073"/>
                  </a:lnTo>
                  <a:lnTo>
                    <a:pt x="6952" y="6089"/>
                  </a:lnTo>
                  <a:lnTo>
                    <a:pt x="6904" y="6104"/>
                  </a:lnTo>
                  <a:lnTo>
                    <a:pt x="6858" y="6119"/>
                  </a:lnTo>
                  <a:lnTo>
                    <a:pt x="6811" y="6133"/>
                  </a:lnTo>
                  <a:lnTo>
                    <a:pt x="6762" y="6147"/>
                  </a:lnTo>
                  <a:lnTo>
                    <a:pt x="6715" y="6160"/>
                  </a:lnTo>
                  <a:lnTo>
                    <a:pt x="6667" y="6172"/>
                  </a:lnTo>
                  <a:lnTo>
                    <a:pt x="6619" y="6183"/>
                  </a:lnTo>
                  <a:lnTo>
                    <a:pt x="6570" y="6194"/>
                  </a:lnTo>
                  <a:lnTo>
                    <a:pt x="6522" y="6205"/>
                  </a:lnTo>
                  <a:lnTo>
                    <a:pt x="6474" y="6214"/>
                  </a:lnTo>
                  <a:lnTo>
                    <a:pt x="6425" y="6223"/>
                  </a:lnTo>
                  <a:lnTo>
                    <a:pt x="6375" y="6232"/>
                  </a:lnTo>
                  <a:lnTo>
                    <a:pt x="6326" y="6240"/>
                  </a:lnTo>
                  <a:lnTo>
                    <a:pt x="6277" y="6247"/>
                  </a:lnTo>
                  <a:lnTo>
                    <a:pt x="6277" y="6247"/>
                  </a:lnTo>
                  <a:lnTo>
                    <a:pt x="6050" y="6277"/>
                  </a:lnTo>
                  <a:lnTo>
                    <a:pt x="5825" y="6306"/>
                  </a:lnTo>
                  <a:lnTo>
                    <a:pt x="5600" y="6337"/>
                  </a:lnTo>
                  <a:lnTo>
                    <a:pt x="5375" y="6367"/>
                  </a:lnTo>
                  <a:lnTo>
                    <a:pt x="5150" y="6399"/>
                  </a:lnTo>
                  <a:lnTo>
                    <a:pt x="5038" y="6416"/>
                  </a:lnTo>
                  <a:lnTo>
                    <a:pt x="4926" y="6433"/>
                  </a:lnTo>
                  <a:lnTo>
                    <a:pt x="4815" y="6451"/>
                  </a:lnTo>
                  <a:lnTo>
                    <a:pt x="4704" y="6470"/>
                  </a:lnTo>
                  <a:lnTo>
                    <a:pt x="4593" y="6490"/>
                  </a:lnTo>
                  <a:lnTo>
                    <a:pt x="4482" y="6511"/>
                  </a:lnTo>
                  <a:lnTo>
                    <a:pt x="4372" y="6533"/>
                  </a:lnTo>
                  <a:lnTo>
                    <a:pt x="4262" y="6557"/>
                  </a:lnTo>
                  <a:lnTo>
                    <a:pt x="4153" y="6581"/>
                  </a:lnTo>
                  <a:lnTo>
                    <a:pt x="4044" y="6607"/>
                  </a:lnTo>
                  <a:lnTo>
                    <a:pt x="3935" y="6634"/>
                  </a:lnTo>
                  <a:lnTo>
                    <a:pt x="3828" y="6663"/>
                  </a:lnTo>
                  <a:lnTo>
                    <a:pt x="3720" y="6695"/>
                  </a:lnTo>
                  <a:lnTo>
                    <a:pt x="3613" y="6727"/>
                  </a:lnTo>
                  <a:lnTo>
                    <a:pt x="3507" y="6761"/>
                  </a:lnTo>
                  <a:lnTo>
                    <a:pt x="3400" y="6797"/>
                  </a:lnTo>
                  <a:lnTo>
                    <a:pt x="3296" y="6836"/>
                  </a:lnTo>
                  <a:lnTo>
                    <a:pt x="3191" y="6877"/>
                  </a:lnTo>
                  <a:lnTo>
                    <a:pt x="3088" y="6919"/>
                  </a:lnTo>
                  <a:lnTo>
                    <a:pt x="3035" y="6942"/>
                  </a:lnTo>
                  <a:lnTo>
                    <a:pt x="2984" y="6964"/>
                  </a:lnTo>
                  <a:lnTo>
                    <a:pt x="2933" y="6988"/>
                  </a:lnTo>
                  <a:lnTo>
                    <a:pt x="2881" y="7012"/>
                  </a:lnTo>
                  <a:lnTo>
                    <a:pt x="2830" y="7036"/>
                  </a:lnTo>
                  <a:lnTo>
                    <a:pt x="2780" y="7062"/>
                  </a:lnTo>
                  <a:lnTo>
                    <a:pt x="2730" y="7088"/>
                  </a:lnTo>
                  <a:lnTo>
                    <a:pt x="2679" y="7115"/>
                  </a:lnTo>
                  <a:lnTo>
                    <a:pt x="2629" y="7142"/>
                  </a:lnTo>
                  <a:lnTo>
                    <a:pt x="2579" y="7170"/>
                  </a:lnTo>
                  <a:lnTo>
                    <a:pt x="2528" y="7199"/>
                  </a:lnTo>
                  <a:lnTo>
                    <a:pt x="2479" y="7229"/>
                  </a:lnTo>
                  <a:lnTo>
                    <a:pt x="2430" y="7259"/>
                  </a:lnTo>
                  <a:lnTo>
                    <a:pt x="2381" y="7290"/>
                  </a:lnTo>
                  <a:lnTo>
                    <a:pt x="2332" y="7321"/>
                  </a:lnTo>
                  <a:lnTo>
                    <a:pt x="2283" y="7353"/>
                  </a:lnTo>
                  <a:lnTo>
                    <a:pt x="2235" y="7386"/>
                  </a:lnTo>
                  <a:lnTo>
                    <a:pt x="2186" y="7421"/>
                  </a:lnTo>
                  <a:lnTo>
                    <a:pt x="2138" y="7456"/>
                  </a:lnTo>
                  <a:lnTo>
                    <a:pt x="2091" y="7491"/>
                  </a:lnTo>
                  <a:lnTo>
                    <a:pt x="2043" y="7527"/>
                  </a:lnTo>
                  <a:lnTo>
                    <a:pt x="1995" y="7564"/>
                  </a:lnTo>
                  <a:lnTo>
                    <a:pt x="1949" y="7603"/>
                  </a:lnTo>
                  <a:lnTo>
                    <a:pt x="1902" y="7642"/>
                  </a:lnTo>
                  <a:lnTo>
                    <a:pt x="1856" y="7682"/>
                  </a:lnTo>
                  <a:lnTo>
                    <a:pt x="1809" y="7722"/>
                  </a:lnTo>
                  <a:lnTo>
                    <a:pt x="1763" y="7764"/>
                  </a:lnTo>
                  <a:lnTo>
                    <a:pt x="1717" y="7806"/>
                  </a:lnTo>
                  <a:lnTo>
                    <a:pt x="1672" y="7850"/>
                  </a:lnTo>
                  <a:lnTo>
                    <a:pt x="1626" y="7894"/>
                  </a:lnTo>
                  <a:lnTo>
                    <a:pt x="1581" y="7939"/>
                  </a:lnTo>
                  <a:lnTo>
                    <a:pt x="1537" y="7985"/>
                  </a:lnTo>
                  <a:lnTo>
                    <a:pt x="1492" y="8032"/>
                  </a:lnTo>
                  <a:lnTo>
                    <a:pt x="1448" y="8080"/>
                  </a:lnTo>
                  <a:lnTo>
                    <a:pt x="1404" y="8130"/>
                  </a:lnTo>
                  <a:lnTo>
                    <a:pt x="1361" y="8180"/>
                  </a:lnTo>
                  <a:lnTo>
                    <a:pt x="1317" y="8230"/>
                  </a:lnTo>
                  <a:lnTo>
                    <a:pt x="1274" y="8282"/>
                  </a:lnTo>
                  <a:lnTo>
                    <a:pt x="1232" y="8336"/>
                  </a:lnTo>
                  <a:lnTo>
                    <a:pt x="1189" y="8390"/>
                  </a:lnTo>
                  <a:lnTo>
                    <a:pt x="1148" y="8445"/>
                  </a:lnTo>
                  <a:lnTo>
                    <a:pt x="1105" y="8502"/>
                  </a:lnTo>
                  <a:lnTo>
                    <a:pt x="1064" y="8559"/>
                  </a:lnTo>
                  <a:lnTo>
                    <a:pt x="1023" y="8617"/>
                  </a:lnTo>
                  <a:lnTo>
                    <a:pt x="982" y="8677"/>
                  </a:lnTo>
                  <a:lnTo>
                    <a:pt x="941" y="8737"/>
                  </a:lnTo>
                  <a:lnTo>
                    <a:pt x="901" y="8799"/>
                  </a:lnTo>
                  <a:lnTo>
                    <a:pt x="861" y="8862"/>
                  </a:lnTo>
                  <a:lnTo>
                    <a:pt x="822" y="8926"/>
                  </a:lnTo>
                  <a:lnTo>
                    <a:pt x="782" y="8991"/>
                  </a:lnTo>
                  <a:lnTo>
                    <a:pt x="743" y="9058"/>
                  </a:lnTo>
                  <a:lnTo>
                    <a:pt x="705" y="9125"/>
                  </a:lnTo>
                  <a:lnTo>
                    <a:pt x="667" y="9193"/>
                  </a:lnTo>
                  <a:lnTo>
                    <a:pt x="629" y="9264"/>
                  </a:lnTo>
                  <a:lnTo>
                    <a:pt x="591" y="9334"/>
                  </a:lnTo>
                  <a:lnTo>
                    <a:pt x="554" y="9407"/>
                  </a:lnTo>
                  <a:lnTo>
                    <a:pt x="517" y="9480"/>
                  </a:lnTo>
                  <a:lnTo>
                    <a:pt x="481" y="9555"/>
                  </a:lnTo>
                  <a:lnTo>
                    <a:pt x="445" y="9632"/>
                  </a:lnTo>
                  <a:lnTo>
                    <a:pt x="408" y="9708"/>
                  </a:lnTo>
                  <a:lnTo>
                    <a:pt x="373" y="9788"/>
                  </a:lnTo>
                  <a:lnTo>
                    <a:pt x="338" y="9867"/>
                  </a:lnTo>
                  <a:lnTo>
                    <a:pt x="304" y="9949"/>
                  </a:lnTo>
                  <a:lnTo>
                    <a:pt x="270" y="10031"/>
                  </a:lnTo>
                  <a:lnTo>
                    <a:pt x="235" y="10116"/>
                  </a:lnTo>
                  <a:lnTo>
                    <a:pt x="202" y="10200"/>
                  </a:lnTo>
                  <a:lnTo>
                    <a:pt x="169" y="10287"/>
                  </a:lnTo>
                  <a:lnTo>
                    <a:pt x="136" y="10375"/>
                  </a:lnTo>
                  <a:lnTo>
                    <a:pt x="104" y="10465"/>
                  </a:lnTo>
                  <a:lnTo>
                    <a:pt x="71" y="10555"/>
                  </a:lnTo>
                  <a:lnTo>
                    <a:pt x="71" y="10555"/>
                  </a:lnTo>
                  <a:lnTo>
                    <a:pt x="75" y="10542"/>
                  </a:lnTo>
                  <a:lnTo>
                    <a:pt x="78" y="10528"/>
                  </a:lnTo>
                  <a:lnTo>
                    <a:pt x="81" y="10513"/>
                  </a:lnTo>
                  <a:lnTo>
                    <a:pt x="82" y="10497"/>
                  </a:lnTo>
                  <a:lnTo>
                    <a:pt x="83" y="10480"/>
                  </a:lnTo>
                  <a:lnTo>
                    <a:pt x="84" y="10463"/>
                  </a:lnTo>
                  <a:lnTo>
                    <a:pt x="83" y="10425"/>
                  </a:lnTo>
                  <a:lnTo>
                    <a:pt x="80" y="10386"/>
                  </a:lnTo>
                  <a:lnTo>
                    <a:pt x="75" y="10346"/>
                  </a:lnTo>
                  <a:lnTo>
                    <a:pt x="69" y="10304"/>
                  </a:lnTo>
                  <a:lnTo>
                    <a:pt x="63" y="10261"/>
                  </a:lnTo>
                  <a:lnTo>
                    <a:pt x="47" y="10176"/>
                  </a:lnTo>
                  <a:lnTo>
                    <a:pt x="32" y="10095"/>
                  </a:lnTo>
                  <a:lnTo>
                    <a:pt x="25" y="10057"/>
                  </a:lnTo>
                  <a:lnTo>
                    <a:pt x="20" y="10022"/>
                  </a:lnTo>
                  <a:lnTo>
                    <a:pt x="16" y="9990"/>
                  </a:lnTo>
                  <a:lnTo>
                    <a:pt x="13" y="9961"/>
                  </a:lnTo>
                  <a:lnTo>
                    <a:pt x="13" y="9961"/>
                  </a:lnTo>
                  <a:lnTo>
                    <a:pt x="8" y="9857"/>
                  </a:lnTo>
                  <a:lnTo>
                    <a:pt x="4" y="9754"/>
                  </a:lnTo>
                  <a:lnTo>
                    <a:pt x="2" y="9650"/>
                  </a:lnTo>
                  <a:lnTo>
                    <a:pt x="1" y="9546"/>
                  </a:lnTo>
                  <a:lnTo>
                    <a:pt x="0" y="9443"/>
                  </a:lnTo>
                  <a:lnTo>
                    <a:pt x="1" y="9339"/>
                  </a:lnTo>
                  <a:lnTo>
                    <a:pt x="3" y="9236"/>
                  </a:lnTo>
                  <a:lnTo>
                    <a:pt x="7" y="9132"/>
                  </a:lnTo>
                  <a:lnTo>
                    <a:pt x="11" y="9028"/>
                  </a:lnTo>
                  <a:lnTo>
                    <a:pt x="16" y="8924"/>
                  </a:lnTo>
                  <a:lnTo>
                    <a:pt x="23" y="8820"/>
                  </a:lnTo>
                  <a:lnTo>
                    <a:pt x="30" y="8718"/>
                  </a:lnTo>
                  <a:lnTo>
                    <a:pt x="38" y="8614"/>
                  </a:lnTo>
                  <a:lnTo>
                    <a:pt x="48" y="8511"/>
                  </a:lnTo>
                  <a:lnTo>
                    <a:pt x="58" y="8407"/>
                  </a:lnTo>
                  <a:lnTo>
                    <a:pt x="70" y="8305"/>
                  </a:lnTo>
                  <a:lnTo>
                    <a:pt x="70" y="8305"/>
                  </a:lnTo>
                  <a:lnTo>
                    <a:pt x="86" y="8172"/>
                  </a:lnTo>
                  <a:lnTo>
                    <a:pt x="105" y="8039"/>
                  </a:lnTo>
                  <a:lnTo>
                    <a:pt x="124" y="7906"/>
                  </a:lnTo>
                  <a:lnTo>
                    <a:pt x="146" y="7775"/>
                  </a:lnTo>
                  <a:lnTo>
                    <a:pt x="169" y="7642"/>
                  </a:lnTo>
                  <a:lnTo>
                    <a:pt x="194" y="7509"/>
                  </a:lnTo>
                  <a:lnTo>
                    <a:pt x="220" y="7376"/>
                  </a:lnTo>
                  <a:lnTo>
                    <a:pt x="248" y="7245"/>
                  </a:lnTo>
                  <a:lnTo>
                    <a:pt x="279" y="7112"/>
                  </a:lnTo>
                  <a:lnTo>
                    <a:pt x="310" y="6980"/>
                  </a:lnTo>
                  <a:lnTo>
                    <a:pt x="343" y="6848"/>
                  </a:lnTo>
                  <a:lnTo>
                    <a:pt x="378" y="6717"/>
                  </a:lnTo>
                  <a:lnTo>
                    <a:pt x="414" y="6585"/>
                  </a:lnTo>
                  <a:lnTo>
                    <a:pt x="454" y="6454"/>
                  </a:lnTo>
                  <a:lnTo>
                    <a:pt x="493" y="6324"/>
                  </a:lnTo>
                  <a:lnTo>
                    <a:pt x="534" y="6194"/>
                  </a:lnTo>
                  <a:lnTo>
                    <a:pt x="577" y="6063"/>
                  </a:lnTo>
                  <a:lnTo>
                    <a:pt x="623" y="5934"/>
                  </a:lnTo>
                  <a:lnTo>
                    <a:pt x="669" y="5805"/>
                  </a:lnTo>
                  <a:lnTo>
                    <a:pt x="717" y="5676"/>
                  </a:lnTo>
                  <a:lnTo>
                    <a:pt x="766" y="5548"/>
                  </a:lnTo>
                  <a:lnTo>
                    <a:pt x="818" y="5421"/>
                  </a:lnTo>
                  <a:lnTo>
                    <a:pt x="870" y="5294"/>
                  </a:lnTo>
                  <a:lnTo>
                    <a:pt x="924" y="5168"/>
                  </a:lnTo>
                  <a:lnTo>
                    <a:pt x="981" y="5042"/>
                  </a:lnTo>
                  <a:lnTo>
                    <a:pt x="1038" y="4918"/>
                  </a:lnTo>
                  <a:lnTo>
                    <a:pt x="1097" y="4793"/>
                  </a:lnTo>
                  <a:lnTo>
                    <a:pt x="1158" y="4669"/>
                  </a:lnTo>
                  <a:lnTo>
                    <a:pt x="1220" y="4547"/>
                  </a:lnTo>
                  <a:lnTo>
                    <a:pt x="1283" y="4425"/>
                  </a:lnTo>
                  <a:lnTo>
                    <a:pt x="1349" y="4303"/>
                  </a:lnTo>
                  <a:lnTo>
                    <a:pt x="1416" y="4184"/>
                  </a:lnTo>
                  <a:lnTo>
                    <a:pt x="1483" y="4064"/>
                  </a:lnTo>
                  <a:lnTo>
                    <a:pt x="1554" y="3945"/>
                  </a:lnTo>
                  <a:lnTo>
                    <a:pt x="1625" y="3828"/>
                  </a:lnTo>
                  <a:lnTo>
                    <a:pt x="1698" y="3712"/>
                  </a:lnTo>
                  <a:lnTo>
                    <a:pt x="1772" y="3596"/>
                  </a:lnTo>
                  <a:lnTo>
                    <a:pt x="1848" y="3482"/>
                  </a:lnTo>
                  <a:lnTo>
                    <a:pt x="1925" y="3368"/>
                  </a:lnTo>
                  <a:lnTo>
                    <a:pt x="2003" y="3256"/>
                  </a:lnTo>
                  <a:lnTo>
                    <a:pt x="2084" y="3145"/>
                  </a:lnTo>
                  <a:lnTo>
                    <a:pt x="2165" y="3035"/>
                  </a:lnTo>
                  <a:lnTo>
                    <a:pt x="2248" y="2926"/>
                  </a:lnTo>
                  <a:lnTo>
                    <a:pt x="2332" y="2819"/>
                  </a:lnTo>
                  <a:lnTo>
                    <a:pt x="2419" y="2712"/>
                  </a:lnTo>
                  <a:lnTo>
                    <a:pt x="2506" y="2607"/>
                  </a:lnTo>
                  <a:lnTo>
                    <a:pt x="2595" y="2503"/>
                  </a:lnTo>
                  <a:lnTo>
                    <a:pt x="2685" y="2402"/>
                  </a:lnTo>
                  <a:lnTo>
                    <a:pt x="2777" y="2300"/>
                  </a:lnTo>
                  <a:lnTo>
                    <a:pt x="2869" y="2201"/>
                  </a:lnTo>
                  <a:lnTo>
                    <a:pt x="2964" y="2103"/>
                  </a:lnTo>
                  <a:lnTo>
                    <a:pt x="3059" y="2007"/>
                  </a:lnTo>
                  <a:lnTo>
                    <a:pt x="3157" y="1911"/>
                  </a:lnTo>
                  <a:lnTo>
                    <a:pt x="3254" y="1817"/>
                  </a:lnTo>
                  <a:lnTo>
                    <a:pt x="3355" y="1726"/>
                  </a:lnTo>
                  <a:lnTo>
                    <a:pt x="3456" y="1635"/>
                  </a:lnTo>
                  <a:lnTo>
                    <a:pt x="3558" y="1546"/>
                  </a:lnTo>
                  <a:lnTo>
                    <a:pt x="3663" y="1459"/>
                  </a:lnTo>
                  <a:lnTo>
                    <a:pt x="3767" y="1374"/>
                  </a:lnTo>
                  <a:lnTo>
                    <a:pt x="3874" y="1291"/>
                  </a:lnTo>
                  <a:lnTo>
                    <a:pt x="3982" y="1208"/>
                  </a:lnTo>
                  <a:lnTo>
                    <a:pt x="4091" y="1129"/>
                  </a:lnTo>
                  <a:lnTo>
                    <a:pt x="4202" y="1050"/>
                  </a:lnTo>
                  <a:lnTo>
                    <a:pt x="4314" y="974"/>
                  </a:lnTo>
                  <a:lnTo>
                    <a:pt x="4314" y="974"/>
                  </a:lnTo>
                  <a:lnTo>
                    <a:pt x="4370" y="936"/>
                  </a:lnTo>
                  <a:lnTo>
                    <a:pt x="4427" y="899"/>
                  </a:lnTo>
                  <a:lnTo>
                    <a:pt x="4484" y="862"/>
                  </a:lnTo>
                  <a:lnTo>
                    <a:pt x="4542" y="827"/>
                  </a:lnTo>
                  <a:lnTo>
                    <a:pt x="4600" y="792"/>
                  </a:lnTo>
                  <a:lnTo>
                    <a:pt x="4658" y="758"/>
                  </a:lnTo>
                  <a:lnTo>
                    <a:pt x="4717" y="723"/>
                  </a:lnTo>
                  <a:lnTo>
                    <a:pt x="4775" y="691"/>
                  </a:lnTo>
                  <a:lnTo>
                    <a:pt x="4834" y="658"/>
                  </a:lnTo>
                  <a:lnTo>
                    <a:pt x="4895" y="627"/>
                  </a:lnTo>
                  <a:lnTo>
                    <a:pt x="4954" y="596"/>
                  </a:lnTo>
                  <a:lnTo>
                    <a:pt x="5015" y="566"/>
                  </a:lnTo>
                  <a:lnTo>
                    <a:pt x="5075" y="536"/>
                  </a:lnTo>
                  <a:lnTo>
                    <a:pt x="5135" y="507"/>
                  </a:lnTo>
                  <a:lnTo>
                    <a:pt x="5197" y="479"/>
                  </a:lnTo>
                  <a:lnTo>
                    <a:pt x="5258" y="452"/>
                  </a:lnTo>
                  <a:lnTo>
                    <a:pt x="5319" y="425"/>
                  </a:lnTo>
                  <a:lnTo>
                    <a:pt x="5381" y="399"/>
                  </a:lnTo>
                  <a:lnTo>
                    <a:pt x="5443" y="373"/>
                  </a:lnTo>
                  <a:lnTo>
                    <a:pt x="5505" y="349"/>
                  </a:lnTo>
                  <a:lnTo>
                    <a:pt x="5568" y="325"/>
                  </a:lnTo>
                  <a:lnTo>
                    <a:pt x="5630" y="302"/>
                  </a:lnTo>
                  <a:lnTo>
                    <a:pt x="5693" y="280"/>
                  </a:lnTo>
                  <a:lnTo>
                    <a:pt x="5757" y="259"/>
                  </a:lnTo>
                  <a:lnTo>
                    <a:pt x="5820" y="239"/>
                  </a:lnTo>
                  <a:lnTo>
                    <a:pt x="5883" y="219"/>
                  </a:lnTo>
                  <a:lnTo>
                    <a:pt x="5948" y="199"/>
                  </a:lnTo>
                  <a:lnTo>
                    <a:pt x="6011" y="181"/>
                  </a:lnTo>
                  <a:lnTo>
                    <a:pt x="6076" y="164"/>
                  </a:lnTo>
                  <a:lnTo>
                    <a:pt x="6140" y="148"/>
                  </a:lnTo>
                  <a:lnTo>
                    <a:pt x="6204" y="132"/>
                  </a:lnTo>
                  <a:lnTo>
                    <a:pt x="6270" y="117"/>
                  </a:lnTo>
                  <a:lnTo>
                    <a:pt x="6334" y="103"/>
                  </a:lnTo>
                  <a:lnTo>
                    <a:pt x="6399" y="90"/>
                  </a:lnTo>
                  <a:lnTo>
                    <a:pt x="6465" y="78"/>
                  </a:lnTo>
                  <a:lnTo>
                    <a:pt x="6530" y="67"/>
                  </a:lnTo>
                  <a:lnTo>
                    <a:pt x="6595" y="56"/>
                  </a:lnTo>
                  <a:lnTo>
                    <a:pt x="6661" y="47"/>
                  </a:lnTo>
                  <a:lnTo>
                    <a:pt x="6726" y="38"/>
                  </a:lnTo>
                  <a:lnTo>
                    <a:pt x="6793" y="30"/>
                  </a:lnTo>
                  <a:lnTo>
                    <a:pt x="6858" y="24"/>
                  </a:lnTo>
                  <a:lnTo>
                    <a:pt x="6924" y="17"/>
                  </a:lnTo>
                  <a:lnTo>
                    <a:pt x="6991" y="12"/>
                  </a:lnTo>
                  <a:lnTo>
                    <a:pt x="7057" y="8"/>
                  </a:lnTo>
                  <a:lnTo>
                    <a:pt x="7123" y="4"/>
                  </a:lnTo>
                  <a:lnTo>
                    <a:pt x="7190" y="2"/>
                  </a:lnTo>
                  <a:lnTo>
                    <a:pt x="7256" y="1"/>
                  </a:lnTo>
                  <a:lnTo>
                    <a:pt x="7324" y="0"/>
                  </a:lnTo>
                  <a:lnTo>
                    <a:pt x="7390" y="1"/>
                  </a:lnTo>
                  <a:lnTo>
                    <a:pt x="7456" y="3"/>
                  </a:lnTo>
                  <a:lnTo>
                    <a:pt x="7524" y="5"/>
                  </a:lnTo>
                  <a:lnTo>
                    <a:pt x="7590" y="9"/>
                  </a:lnTo>
                  <a:lnTo>
                    <a:pt x="7658" y="13"/>
                  </a:lnTo>
                  <a:lnTo>
                    <a:pt x="7724" y="19"/>
                  </a:lnTo>
                  <a:lnTo>
                    <a:pt x="7791" y="26"/>
                  </a:lnTo>
                  <a:lnTo>
                    <a:pt x="7859" y="34"/>
                  </a:lnTo>
                  <a:lnTo>
                    <a:pt x="7925" y="43"/>
                  </a:lnTo>
                  <a:lnTo>
                    <a:pt x="7992" y="52"/>
                  </a:lnTo>
                  <a:lnTo>
                    <a:pt x="8060" y="63"/>
                  </a:lnTo>
                  <a:lnTo>
                    <a:pt x="8127" y="75"/>
                  </a:lnTo>
                  <a:lnTo>
                    <a:pt x="8194" y="87"/>
                  </a:lnTo>
                  <a:lnTo>
                    <a:pt x="8261" y="101"/>
                  </a:lnTo>
                  <a:lnTo>
                    <a:pt x="8328" y="116"/>
                  </a:lnTo>
                  <a:lnTo>
                    <a:pt x="8395" y="132"/>
                  </a:lnTo>
                  <a:lnTo>
                    <a:pt x="8395" y="132"/>
                  </a:lnTo>
                  <a:lnTo>
                    <a:pt x="8444" y="144"/>
                  </a:lnTo>
                  <a:lnTo>
                    <a:pt x="8492" y="157"/>
                  </a:lnTo>
                  <a:lnTo>
                    <a:pt x="8541" y="171"/>
                  </a:lnTo>
                  <a:lnTo>
                    <a:pt x="8589" y="185"/>
                  </a:lnTo>
                  <a:lnTo>
                    <a:pt x="8637" y="199"/>
                  </a:lnTo>
                  <a:lnTo>
                    <a:pt x="8684" y="216"/>
                  </a:lnTo>
                  <a:lnTo>
                    <a:pt x="8732" y="231"/>
                  </a:lnTo>
                  <a:lnTo>
                    <a:pt x="8779" y="248"/>
                  </a:lnTo>
                  <a:lnTo>
                    <a:pt x="8872" y="282"/>
                  </a:lnTo>
                  <a:lnTo>
                    <a:pt x="8964" y="318"/>
                  </a:lnTo>
                  <a:lnTo>
                    <a:pt x="9055" y="357"/>
                  </a:lnTo>
                  <a:lnTo>
                    <a:pt x="9146" y="398"/>
                  </a:lnTo>
                  <a:lnTo>
                    <a:pt x="9234" y="440"/>
                  </a:lnTo>
                  <a:lnTo>
                    <a:pt x="9323" y="485"/>
                  </a:lnTo>
                  <a:lnTo>
                    <a:pt x="9409" y="531"/>
                  </a:lnTo>
                  <a:lnTo>
                    <a:pt x="9496" y="579"/>
                  </a:lnTo>
                  <a:lnTo>
                    <a:pt x="9580" y="629"/>
                  </a:lnTo>
                  <a:lnTo>
                    <a:pt x="9665" y="680"/>
                  </a:lnTo>
                  <a:lnTo>
                    <a:pt x="9748" y="733"/>
                  </a:lnTo>
                  <a:lnTo>
                    <a:pt x="9831" y="788"/>
                  </a:lnTo>
                  <a:lnTo>
                    <a:pt x="9912" y="843"/>
                  </a:lnTo>
                  <a:lnTo>
                    <a:pt x="9993" y="901"/>
                  </a:lnTo>
                  <a:lnTo>
                    <a:pt x="10072" y="960"/>
                  </a:lnTo>
                  <a:lnTo>
                    <a:pt x="10151" y="1020"/>
                  </a:lnTo>
                  <a:lnTo>
                    <a:pt x="10229" y="1081"/>
                  </a:lnTo>
                  <a:lnTo>
                    <a:pt x="10306" y="1144"/>
                  </a:lnTo>
                  <a:lnTo>
                    <a:pt x="10382" y="1207"/>
                  </a:lnTo>
                  <a:lnTo>
                    <a:pt x="10457" y="1272"/>
                  </a:lnTo>
                  <a:lnTo>
                    <a:pt x="10532" y="1338"/>
                  </a:lnTo>
                  <a:lnTo>
                    <a:pt x="10606" y="1404"/>
                  </a:lnTo>
                  <a:lnTo>
                    <a:pt x="10680" y="1473"/>
                  </a:lnTo>
                  <a:lnTo>
                    <a:pt x="10752" y="1541"/>
                  </a:lnTo>
                  <a:lnTo>
                    <a:pt x="10824" y="1610"/>
                  </a:lnTo>
                  <a:lnTo>
                    <a:pt x="10895" y="1680"/>
                  </a:lnTo>
                  <a:lnTo>
                    <a:pt x="10964" y="1751"/>
                  </a:lnTo>
                  <a:lnTo>
                    <a:pt x="11035" y="1823"/>
                  </a:lnTo>
                  <a:lnTo>
                    <a:pt x="11035" y="1823"/>
                  </a:lnTo>
                  <a:close/>
                </a:path>
              </a:pathLst>
            </a:custGeom>
            <a:solidFill>
              <a:srgbClr val="4C53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 name="Freeform 9"/>
            <p:cNvSpPr>
              <a:spLocks/>
            </p:cNvSpPr>
            <p:nvPr/>
          </p:nvSpPr>
          <p:spPr bwMode="auto">
            <a:xfrm>
              <a:off x="12296496" y="778630"/>
              <a:ext cx="2864429" cy="1932750"/>
            </a:xfrm>
            <a:custGeom>
              <a:avLst/>
              <a:gdLst>
                <a:gd name="T0" fmla="*/ 11854 w 12590"/>
                <a:gd name="T1" fmla="*/ 8438 h 8493"/>
                <a:gd name="T2" fmla="*/ 11822 w 12590"/>
                <a:gd name="T3" fmla="*/ 8286 h 8493"/>
                <a:gd name="T4" fmla="*/ 11726 w 12590"/>
                <a:gd name="T5" fmla="*/ 8123 h 8493"/>
                <a:gd name="T6" fmla="*/ 11511 w 12590"/>
                <a:gd name="T7" fmla="*/ 7890 h 8493"/>
                <a:gd name="T8" fmla="*/ 11382 w 12590"/>
                <a:gd name="T9" fmla="*/ 7808 h 8493"/>
                <a:gd name="T10" fmla="*/ 11085 w 12590"/>
                <a:gd name="T11" fmla="*/ 7707 h 8493"/>
                <a:gd name="T12" fmla="*/ 10741 w 12590"/>
                <a:gd name="T13" fmla="*/ 7675 h 8493"/>
                <a:gd name="T14" fmla="*/ 10143 w 12590"/>
                <a:gd name="T15" fmla="*/ 7707 h 8493"/>
                <a:gd name="T16" fmla="*/ 9812 w 12590"/>
                <a:gd name="T17" fmla="*/ 7718 h 8493"/>
                <a:gd name="T18" fmla="*/ 9477 w 12590"/>
                <a:gd name="T19" fmla="*/ 7694 h 8493"/>
                <a:gd name="T20" fmla="*/ 8907 w 12590"/>
                <a:gd name="T21" fmla="*/ 7583 h 8493"/>
                <a:gd name="T22" fmla="*/ 8357 w 12590"/>
                <a:gd name="T23" fmla="*/ 7408 h 8493"/>
                <a:gd name="T24" fmla="*/ 7730 w 12590"/>
                <a:gd name="T25" fmla="*/ 7115 h 8493"/>
                <a:gd name="T26" fmla="*/ 7159 w 12590"/>
                <a:gd name="T27" fmla="*/ 6729 h 8493"/>
                <a:gd name="T28" fmla="*/ 6692 w 12590"/>
                <a:gd name="T29" fmla="*/ 6295 h 8493"/>
                <a:gd name="T30" fmla="*/ 6471 w 12590"/>
                <a:gd name="T31" fmla="*/ 6032 h 8493"/>
                <a:gd name="T32" fmla="*/ 6274 w 12590"/>
                <a:gd name="T33" fmla="*/ 5748 h 8493"/>
                <a:gd name="T34" fmla="*/ 6102 w 12590"/>
                <a:gd name="T35" fmla="*/ 5445 h 8493"/>
                <a:gd name="T36" fmla="*/ 5537 w 12590"/>
                <a:gd name="T37" fmla="*/ 4330 h 8493"/>
                <a:gd name="T38" fmla="*/ 5150 w 12590"/>
                <a:gd name="T39" fmla="*/ 3643 h 8493"/>
                <a:gd name="T40" fmla="*/ 4709 w 12590"/>
                <a:gd name="T41" fmla="*/ 2996 h 8493"/>
                <a:gd name="T42" fmla="*/ 4308 w 12590"/>
                <a:gd name="T43" fmla="*/ 2528 h 8493"/>
                <a:gd name="T44" fmla="*/ 4019 w 12590"/>
                <a:gd name="T45" fmla="*/ 2253 h 8493"/>
                <a:gd name="T46" fmla="*/ 3702 w 12590"/>
                <a:gd name="T47" fmla="*/ 1999 h 8493"/>
                <a:gd name="T48" fmla="*/ 3352 w 12590"/>
                <a:gd name="T49" fmla="*/ 1768 h 8493"/>
                <a:gd name="T50" fmla="*/ 2966 w 12590"/>
                <a:gd name="T51" fmla="*/ 1562 h 8493"/>
                <a:gd name="T52" fmla="*/ 2541 w 12590"/>
                <a:gd name="T53" fmla="*/ 1385 h 8493"/>
                <a:gd name="T54" fmla="*/ 2073 w 12590"/>
                <a:gd name="T55" fmla="*/ 1237 h 8493"/>
                <a:gd name="T56" fmla="*/ 1559 w 12590"/>
                <a:gd name="T57" fmla="*/ 1121 h 8493"/>
                <a:gd name="T58" fmla="*/ 995 w 12590"/>
                <a:gd name="T59" fmla="*/ 1041 h 8493"/>
                <a:gd name="T60" fmla="*/ 378 w 12590"/>
                <a:gd name="T61" fmla="*/ 998 h 8493"/>
                <a:gd name="T62" fmla="*/ 28 w 12590"/>
                <a:gd name="T63" fmla="*/ 988 h 8493"/>
                <a:gd name="T64" fmla="*/ 199 w 12590"/>
                <a:gd name="T65" fmla="*/ 926 h 8493"/>
                <a:gd name="T66" fmla="*/ 516 w 12590"/>
                <a:gd name="T67" fmla="*/ 753 h 8493"/>
                <a:gd name="T68" fmla="*/ 1028 w 12590"/>
                <a:gd name="T69" fmla="*/ 560 h 8493"/>
                <a:gd name="T70" fmla="*/ 1724 w 12590"/>
                <a:gd name="T71" fmla="*/ 351 h 8493"/>
                <a:gd name="T72" fmla="*/ 2389 w 12590"/>
                <a:gd name="T73" fmla="*/ 199 h 8493"/>
                <a:gd name="T74" fmla="*/ 3322 w 12590"/>
                <a:gd name="T75" fmla="*/ 60 h 8493"/>
                <a:gd name="T76" fmla="*/ 4274 w 12590"/>
                <a:gd name="T77" fmla="*/ 2 h 8493"/>
                <a:gd name="T78" fmla="*/ 5234 w 12590"/>
                <a:gd name="T79" fmla="*/ 25 h 8493"/>
                <a:gd name="T80" fmla="*/ 6190 w 12590"/>
                <a:gd name="T81" fmla="*/ 132 h 8493"/>
                <a:gd name="T82" fmla="*/ 7134 w 12590"/>
                <a:gd name="T83" fmla="*/ 322 h 8493"/>
                <a:gd name="T84" fmla="*/ 8052 w 12590"/>
                <a:gd name="T85" fmla="*/ 597 h 8493"/>
                <a:gd name="T86" fmla="*/ 8935 w 12590"/>
                <a:gd name="T87" fmla="*/ 959 h 8493"/>
                <a:gd name="T88" fmla="*/ 9771 w 12590"/>
                <a:gd name="T89" fmla="*/ 1409 h 8493"/>
                <a:gd name="T90" fmla="*/ 10443 w 12590"/>
                <a:gd name="T91" fmla="*/ 1865 h 8493"/>
                <a:gd name="T92" fmla="*/ 10811 w 12590"/>
                <a:gd name="T93" fmla="*/ 2165 h 8493"/>
                <a:gd name="T94" fmla="*/ 11152 w 12590"/>
                <a:gd name="T95" fmla="*/ 2490 h 8493"/>
                <a:gd name="T96" fmla="*/ 11466 w 12590"/>
                <a:gd name="T97" fmla="*/ 2839 h 8493"/>
                <a:gd name="T98" fmla="*/ 11747 w 12590"/>
                <a:gd name="T99" fmla="*/ 3211 h 8493"/>
                <a:gd name="T100" fmla="*/ 11993 w 12590"/>
                <a:gd name="T101" fmla="*/ 3605 h 8493"/>
                <a:gd name="T102" fmla="*/ 12201 w 12590"/>
                <a:gd name="T103" fmla="*/ 4019 h 8493"/>
                <a:gd name="T104" fmla="*/ 12368 w 12590"/>
                <a:gd name="T105" fmla="*/ 4455 h 8493"/>
                <a:gd name="T106" fmla="*/ 12491 w 12590"/>
                <a:gd name="T107" fmla="*/ 4907 h 8493"/>
                <a:gd name="T108" fmla="*/ 12566 w 12590"/>
                <a:gd name="T109" fmla="*/ 5378 h 8493"/>
                <a:gd name="T110" fmla="*/ 12589 w 12590"/>
                <a:gd name="T111" fmla="*/ 5698 h 8493"/>
                <a:gd name="T112" fmla="*/ 12567 w 12590"/>
                <a:gd name="T113" fmla="*/ 6243 h 8493"/>
                <a:gd name="T114" fmla="*/ 12448 w 12590"/>
                <a:gd name="T115" fmla="*/ 6922 h 8493"/>
                <a:gd name="T116" fmla="*/ 12243 w 12590"/>
                <a:gd name="T117" fmla="*/ 7583 h 8493"/>
                <a:gd name="T118" fmla="*/ 11971 w 12590"/>
                <a:gd name="T119" fmla="*/ 8225 h 8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590" h="8493">
                  <a:moveTo>
                    <a:pt x="11839" y="8493"/>
                  </a:moveTo>
                  <a:lnTo>
                    <a:pt x="11839" y="8493"/>
                  </a:lnTo>
                  <a:lnTo>
                    <a:pt x="11843" y="8485"/>
                  </a:lnTo>
                  <a:lnTo>
                    <a:pt x="11846" y="8476"/>
                  </a:lnTo>
                  <a:lnTo>
                    <a:pt x="11849" y="8467"/>
                  </a:lnTo>
                  <a:lnTo>
                    <a:pt x="11851" y="8458"/>
                  </a:lnTo>
                  <a:lnTo>
                    <a:pt x="11854" y="8438"/>
                  </a:lnTo>
                  <a:lnTo>
                    <a:pt x="11855" y="8418"/>
                  </a:lnTo>
                  <a:lnTo>
                    <a:pt x="11854" y="8398"/>
                  </a:lnTo>
                  <a:lnTo>
                    <a:pt x="11851" y="8376"/>
                  </a:lnTo>
                  <a:lnTo>
                    <a:pt x="11846" y="8354"/>
                  </a:lnTo>
                  <a:lnTo>
                    <a:pt x="11839" y="8331"/>
                  </a:lnTo>
                  <a:lnTo>
                    <a:pt x="11831" y="8309"/>
                  </a:lnTo>
                  <a:lnTo>
                    <a:pt x="11822" y="8286"/>
                  </a:lnTo>
                  <a:lnTo>
                    <a:pt x="11811" y="8262"/>
                  </a:lnTo>
                  <a:lnTo>
                    <a:pt x="11799" y="8239"/>
                  </a:lnTo>
                  <a:lnTo>
                    <a:pt x="11786" y="8216"/>
                  </a:lnTo>
                  <a:lnTo>
                    <a:pt x="11772" y="8192"/>
                  </a:lnTo>
                  <a:lnTo>
                    <a:pt x="11757" y="8168"/>
                  </a:lnTo>
                  <a:lnTo>
                    <a:pt x="11742" y="8145"/>
                  </a:lnTo>
                  <a:lnTo>
                    <a:pt x="11726" y="8123"/>
                  </a:lnTo>
                  <a:lnTo>
                    <a:pt x="11709" y="8100"/>
                  </a:lnTo>
                  <a:lnTo>
                    <a:pt x="11674" y="8057"/>
                  </a:lnTo>
                  <a:lnTo>
                    <a:pt x="11639" y="8016"/>
                  </a:lnTo>
                  <a:lnTo>
                    <a:pt x="11605" y="7978"/>
                  </a:lnTo>
                  <a:lnTo>
                    <a:pt x="11571" y="7944"/>
                  </a:lnTo>
                  <a:lnTo>
                    <a:pt x="11540" y="7915"/>
                  </a:lnTo>
                  <a:lnTo>
                    <a:pt x="11511" y="7890"/>
                  </a:lnTo>
                  <a:lnTo>
                    <a:pt x="11487" y="7872"/>
                  </a:lnTo>
                  <a:lnTo>
                    <a:pt x="11487" y="7872"/>
                  </a:lnTo>
                  <a:lnTo>
                    <a:pt x="11467" y="7858"/>
                  </a:lnTo>
                  <a:lnTo>
                    <a:pt x="11446" y="7845"/>
                  </a:lnTo>
                  <a:lnTo>
                    <a:pt x="11425" y="7832"/>
                  </a:lnTo>
                  <a:lnTo>
                    <a:pt x="11404" y="7819"/>
                  </a:lnTo>
                  <a:lnTo>
                    <a:pt x="11382" y="7808"/>
                  </a:lnTo>
                  <a:lnTo>
                    <a:pt x="11361" y="7797"/>
                  </a:lnTo>
                  <a:lnTo>
                    <a:pt x="11316" y="7777"/>
                  </a:lnTo>
                  <a:lnTo>
                    <a:pt x="11271" y="7759"/>
                  </a:lnTo>
                  <a:lnTo>
                    <a:pt x="11226" y="7743"/>
                  </a:lnTo>
                  <a:lnTo>
                    <a:pt x="11180" y="7729"/>
                  </a:lnTo>
                  <a:lnTo>
                    <a:pt x="11132" y="7717"/>
                  </a:lnTo>
                  <a:lnTo>
                    <a:pt x="11085" y="7707"/>
                  </a:lnTo>
                  <a:lnTo>
                    <a:pt x="11038" y="7698"/>
                  </a:lnTo>
                  <a:lnTo>
                    <a:pt x="10988" y="7691"/>
                  </a:lnTo>
                  <a:lnTo>
                    <a:pt x="10940" y="7685"/>
                  </a:lnTo>
                  <a:lnTo>
                    <a:pt x="10891" y="7681"/>
                  </a:lnTo>
                  <a:lnTo>
                    <a:pt x="10842" y="7678"/>
                  </a:lnTo>
                  <a:lnTo>
                    <a:pt x="10791" y="7676"/>
                  </a:lnTo>
                  <a:lnTo>
                    <a:pt x="10741" y="7675"/>
                  </a:lnTo>
                  <a:lnTo>
                    <a:pt x="10691" y="7675"/>
                  </a:lnTo>
                  <a:lnTo>
                    <a:pt x="10641" y="7676"/>
                  </a:lnTo>
                  <a:lnTo>
                    <a:pt x="10590" y="7678"/>
                  </a:lnTo>
                  <a:lnTo>
                    <a:pt x="10540" y="7680"/>
                  </a:lnTo>
                  <a:lnTo>
                    <a:pt x="10439" y="7686"/>
                  </a:lnTo>
                  <a:lnTo>
                    <a:pt x="10340" y="7693"/>
                  </a:lnTo>
                  <a:lnTo>
                    <a:pt x="10143" y="7707"/>
                  </a:lnTo>
                  <a:lnTo>
                    <a:pt x="10047" y="7713"/>
                  </a:lnTo>
                  <a:lnTo>
                    <a:pt x="10000" y="7716"/>
                  </a:lnTo>
                  <a:lnTo>
                    <a:pt x="9954" y="7718"/>
                  </a:lnTo>
                  <a:lnTo>
                    <a:pt x="9954" y="7718"/>
                  </a:lnTo>
                  <a:lnTo>
                    <a:pt x="9906" y="7719"/>
                  </a:lnTo>
                  <a:lnTo>
                    <a:pt x="9859" y="7719"/>
                  </a:lnTo>
                  <a:lnTo>
                    <a:pt x="9812" y="7718"/>
                  </a:lnTo>
                  <a:lnTo>
                    <a:pt x="9764" y="7717"/>
                  </a:lnTo>
                  <a:lnTo>
                    <a:pt x="9716" y="7715"/>
                  </a:lnTo>
                  <a:lnTo>
                    <a:pt x="9668" y="7712"/>
                  </a:lnTo>
                  <a:lnTo>
                    <a:pt x="9621" y="7709"/>
                  </a:lnTo>
                  <a:lnTo>
                    <a:pt x="9572" y="7705"/>
                  </a:lnTo>
                  <a:lnTo>
                    <a:pt x="9525" y="7700"/>
                  </a:lnTo>
                  <a:lnTo>
                    <a:pt x="9477" y="7694"/>
                  </a:lnTo>
                  <a:lnTo>
                    <a:pt x="9430" y="7688"/>
                  </a:lnTo>
                  <a:lnTo>
                    <a:pt x="9381" y="7682"/>
                  </a:lnTo>
                  <a:lnTo>
                    <a:pt x="9286" y="7667"/>
                  </a:lnTo>
                  <a:lnTo>
                    <a:pt x="9190" y="7648"/>
                  </a:lnTo>
                  <a:lnTo>
                    <a:pt x="9096" y="7628"/>
                  </a:lnTo>
                  <a:lnTo>
                    <a:pt x="9001" y="7607"/>
                  </a:lnTo>
                  <a:lnTo>
                    <a:pt x="8907" y="7583"/>
                  </a:lnTo>
                  <a:lnTo>
                    <a:pt x="8814" y="7558"/>
                  </a:lnTo>
                  <a:lnTo>
                    <a:pt x="8722" y="7531"/>
                  </a:lnTo>
                  <a:lnTo>
                    <a:pt x="8630" y="7503"/>
                  </a:lnTo>
                  <a:lnTo>
                    <a:pt x="8540" y="7474"/>
                  </a:lnTo>
                  <a:lnTo>
                    <a:pt x="8450" y="7442"/>
                  </a:lnTo>
                  <a:lnTo>
                    <a:pt x="8450" y="7442"/>
                  </a:lnTo>
                  <a:lnTo>
                    <a:pt x="8357" y="7408"/>
                  </a:lnTo>
                  <a:lnTo>
                    <a:pt x="8264" y="7372"/>
                  </a:lnTo>
                  <a:lnTo>
                    <a:pt x="8172" y="7334"/>
                  </a:lnTo>
                  <a:lnTo>
                    <a:pt x="8082" y="7294"/>
                  </a:lnTo>
                  <a:lnTo>
                    <a:pt x="7992" y="7252"/>
                  </a:lnTo>
                  <a:lnTo>
                    <a:pt x="7904" y="7208"/>
                  </a:lnTo>
                  <a:lnTo>
                    <a:pt x="7816" y="7163"/>
                  </a:lnTo>
                  <a:lnTo>
                    <a:pt x="7730" y="7115"/>
                  </a:lnTo>
                  <a:lnTo>
                    <a:pt x="7644" y="7065"/>
                  </a:lnTo>
                  <a:lnTo>
                    <a:pt x="7560" y="7014"/>
                  </a:lnTo>
                  <a:lnTo>
                    <a:pt x="7478" y="6961"/>
                  </a:lnTo>
                  <a:lnTo>
                    <a:pt x="7396" y="6905"/>
                  </a:lnTo>
                  <a:lnTo>
                    <a:pt x="7316" y="6849"/>
                  </a:lnTo>
                  <a:lnTo>
                    <a:pt x="7236" y="6791"/>
                  </a:lnTo>
                  <a:lnTo>
                    <a:pt x="7159" y="6729"/>
                  </a:lnTo>
                  <a:lnTo>
                    <a:pt x="7082" y="6668"/>
                  </a:lnTo>
                  <a:lnTo>
                    <a:pt x="7008" y="6604"/>
                  </a:lnTo>
                  <a:lnTo>
                    <a:pt x="6935" y="6538"/>
                  </a:lnTo>
                  <a:lnTo>
                    <a:pt x="6863" y="6471"/>
                  </a:lnTo>
                  <a:lnTo>
                    <a:pt x="6794" y="6402"/>
                  </a:lnTo>
                  <a:lnTo>
                    <a:pt x="6725" y="6331"/>
                  </a:lnTo>
                  <a:lnTo>
                    <a:pt x="6692" y="6295"/>
                  </a:lnTo>
                  <a:lnTo>
                    <a:pt x="6659" y="6259"/>
                  </a:lnTo>
                  <a:lnTo>
                    <a:pt x="6627" y="6222"/>
                  </a:lnTo>
                  <a:lnTo>
                    <a:pt x="6595" y="6184"/>
                  </a:lnTo>
                  <a:lnTo>
                    <a:pt x="6563" y="6147"/>
                  </a:lnTo>
                  <a:lnTo>
                    <a:pt x="6532" y="6109"/>
                  </a:lnTo>
                  <a:lnTo>
                    <a:pt x="6501" y="6070"/>
                  </a:lnTo>
                  <a:lnTo>
                    <a:pt x="6471" y="6032"/>
                  </a:lnTo>
                  <a:lnTo>
                    <a:pt x="6442" y="5992"/>
                  </a:lnTo>
                  <a:lnTo>
                    <a:pt x="6412" y="5952"/>
                  </a:lnTo>
                  <a:lnTo>
                    <a:pt x="6383" y="5912"/>
                  </a:lnTo>
                  <a:lnTo>
                    <a:pt x="6355" y="5872"/>
                  </a:lnTo>
                  <a:lnTo>
                    <a:pt x="6327" y="5830"/>
                  </a:lnTo>
                  <a:lnTo>
                    <a:pt x="6300" y="5789"/>
                  </a:lnTo>
                  <a:lnTo>
                    <a:pt x="6274" y="5748"/>
                  </a:lnTo>
                  <a:lnTo>
                    <a:pt x="6248" y="5706"/>
                  </a:lnTo>
                  <a:lnTo>
                    <a:pt x="6221" y="5663"/>
                  </a:lnTo>
                  <a:lnTo>
                    <a:pt x="6196" y="5620"/>
                  </a:lnTo>
                  <a:lnTo>
                    <a:pt x="6172" y="5577"/>
                  </a:lnTo>
                  <a:lnTo>
                    <a:pt x="6148" y="5534"/>
                  </a:lnTo>
                  <a:lnTo>
                    <a:pt x="6124" y="5489"/>
                  </a:lnTo>
                  <a:lnTo>
                    <a:pt x="6102" y="5445"/>
                  </a:lnTo>
                  <a:lnTo>
                    <a:pt x="6102" y="5445"/>
                  </a:lnTo>
                  <a:lnTo>
                    <a:pt x="5999" y="5242"/>
                  </a:lnTo>
                  <a:lnTo>
                    <a:pt x="5897" y="5038"/>
                  </a:lnTo>
                  <a:lnTo>
                    <a:pt x="5795" y="4835"/>
                  </a:lnTo>
                  <a:lnTo>
                    <a:pt x="5692" y="4632"/>
                  </a:lnTo>
                  <a:lnTo>
                    <a:pt x="5589" y="4431"/>
                  </a:lnTo>
                  <a:lnTo>
                    <a:pt x="5537" y="4330"/>
                  </a:lnTo>
                  <a:lnTo>
                    <a:pt x="5484" y="4231"/>
                  </a:lnTo>
                  <a:lnTo>
                    <a:pt x="5430" y="4131"/>
                  </a:lnTo>
                  <a:lnTo>
                    <a:pt x="5376" y="4031"/>
                  </a:lnTo>
                  <a:lnTo>
                    <a:pt x="5320" y="3934"/>
                  </a:lnTo>
                  <a:lnTo>
                    <a:pt x="5265" y="3836"/>
                  </a:lnTo>
                  <a:lnTo>
                    <a:pt x="5208" y="3739"/>
                  </a:lnTo>
                  <a:lnTo>
                    <a:pt x="5150" y="3643"/>
                  </a:lnTo>
                  <a:lnTo>
                    <a:pt x="5091" y="3548"/>
                  </a:lnTo>
                  <a:lnTo>
                    <a:pt x="5031" y="3453"/>
                  </a:lnTo>
                  <a:lnTo>
                    <a:pt x="4969" y="3360"/>
                  </a:lnTo>
                  <a:lnTo>
                    <a:pt x="4907" y="3267"/>
                  </a:lnTo>
                  <a:lnTo>
                    <a:pt x="4843" y="3176"/>
                  </a:lnTo>
                  <a:lnTo>
                    <a:pt x="4776" y="3085"/>
                  </a:lnTo>
                  <a:lnTo>
                    <a:pt x="4709" y="2996"/>
                  </a:lnTo>
                  <a:lnTo>
                    <a:pt x="4640" y="2908"/>
                  </a:lnTo>
                  <a:lnTo>
                    <a:pt x="4570" y="2821"/>
                  </a:lnTo>
                  <a:lnTo>
                    <a:pt x="4497" y="2735"/>
                  </a:lnTo>
                  <a:lnTo>
                    <a:pt x="4422" y="2652"/>
                  </a:lnTo>
                  <a:lnTo>
                    <a:pt x="4385" y="2609"/>
                  </a:lnTo>
                  <a:lnTo>
                    <a:pt x="4346" y="2568"/>
                  </a:lnTo>
                  <a:lnTo>
                    <a:pt x="4308" y="2528"/>
                  </a:lnTo>
                  <a:lnTo>
                    <a:pt x="4267" y="2487"/>
                  </a:lnTo>
                  <a:lnTo>
                    <a:pt x="4228" y="2448"/>
                  </a:lnTo>
                  <a:lnTo>
                    <a:pt x="4187" y="2407"/>
                  </a:lnTo>
                  <a:lnTo>
                    <a:pt x="4146" y="2368"/>
                  </a:lnTo>
                  <a:lnTo>
                    <a:pt x="4104" y="2329"/>
                  </a:lnTo>
                  <a:lnTo>
                    <a:pt x="4062" y="2291"/>
                  </a:lnTo>
                  <a:lnTo>
                    <a:pt x="4019" y="2253"/>
                  </a:lnTo>
                  <a:lnTo>
                    <a:pt x="3976" y="2215"/>
                  </a:lnTo>
                  <a:lnTo>
                    <a:pt x="3931" y="2178"/>
                  </a:lnTo>
                  <a:lnTo>
                    <a:pt x="3887" y="2141"/>
                  </a:lnTo>
                  <a:lnTo>
                    <a:pt x="3842" y="2105"/>
                  </a:lnTo>
                  <a:lnTo>
                    <a:pt x="3796" y="2069"/>
                  </a:lnTo>
                  <a:lnTo>
                    <a:pt x="3749" y="2033"/>
                  </a:lnTo>
                  <a:lnTo>
                    <a:pt x="3702" y="1999"/>
                  </a:lnTo>
                  <a:lnTo>
                    <a:pt x="3654" y="1964"/>
                  </a:lnTo>
                  <a:lnTo>
                    <a:pt x="3606" y="1931"/>
                  </a:lnTo>
                  <a:lnTo>
                    <a:pt x="3556" y="1897"/>
                  </a:lnTo>
                  <a:lnTo>
                    <a:pt x="3506" y="1863"/>
                  </a:lnTo>
                  <a:lnTo>
                    <a:pt x="3456" y="1831"/>
                  </a:lnTo>
                  <a:lnTo>
                    <a:pt x="3404" y="1799"/>
                  </a:lnTo>
                  <a:lnTo>
                    <a:pt x="3352" y="1768"/>
                  </a:lnTo>
                  <a:lnTo>
                    <a:pt x="3299" y="1737"/>
                  </a:lnTo>
                  <a:lnTo>
                    <a:pt x="3245" y="1706"/>
                  </a:lnTo>
                  <a:lnTo>
                    <a:pt x="3191" y="1676"/>
                  </a:lnTo>
                  <a:lnTo>
                    <a:pt x="3136" y="1647"/>
                  </a:lnTo>
                  <a:lnTo>
                    <a:pt x="3081" y="1618"/>
                  </a:lnTo>
                  <a:lnTo>
                    <a:pt x="3024" y="1590"/>
                  </a:lnTo>
                  <a:lnTo>
                    <a:pt x="2966" y="1562"/>
                  </a:lnTo>
                  <a:lnTo>
                    <a:pt x="2909" y="1535"/>
                  </a:lnTo>
                  <a:lnTo>
                    <a:pt x="2849" y="1508"/>
                  </a:lnTo>
                  <a:lnTo>
                    <a:pt x="2789" y="1482"/>
                  </a:lnTo>
                  <a:lnTo>
                    <a:pt x="2729" y="1457"/>
                  </a:lnTo>
                  <a:lnTo>
                    <a:pt x="2667" y="1432"/>
                  </a:lnTo>
                  <a:lnTo>
                    <a:pt x="2605" y="1408"/>
                  </a:lnTo>
                  <a:lnTo>
                    <a:pt x="2541" y="1385"/>
                  </a:lnTo>
                  <a:lnTo>
                    <a:pt x="2477" y="1362"/>
                  </a:lnTo>
                  <a:lnTo>
                    <a:pt x="2412" y="1338"/>
                  </a:lnTo>
                  <a:lnTo>
                    <a:pt x="2346" y="1317"/>
                  </a:lnTo>
                  <a:lnTo>
                    <a:pt x="2279" y="1296"/>
                  </a:lnTo>
                  <a:lnTo>
                    <a:pt x="2212" y="1276"/>
                  </a:lnTo>
                  <a:lnTo>
                    <a:pt x="2143" y="1256"/>
                  </a:lnTo>
                  <a:lnTo>
                    <a:pt x="2073" y="1237"/>
                  </a:lnTo>
                  <a:lnTo>
                    <a:pt x="2002" y="1218"/>
                  </a:lnTo>
                  <a:lnTo>
                    <a:pt x="1931" y="1201"/>
                  </a:lnTo>
                  <a:lnTo>
                    <a:pt x="1859" y="1184"/>
                  </a:lnTo>
                  <a:lnTo>
                    <a:pt x="1785" y="1166"/>
                  </a:lnTo>
                  <a:lnTo>
                    <a:pt x="1711" y="1151"/>
                  </a:lnTo>
                  <a:lnTo>
                    <a:pt x="1635" y="1136"/>
                  </a:lnTo>
                  <a:lnTo>
                    <a:pt x="1559" y="1121"/>
                  </a:lnTo>
                  <a:lnTo>
                    <a:pt x="1481" y="1108"/>
                  </a:lnTo>
                  <a:lnTo>
                    <a:pt x="1403" y="1095"/>
                  </a:lnTo>
                  <a:lnTo>
                    <a:pt x="1324" y="1083"/>
                  </a:lnTo>
                  <a:lnTo>
                    <a:pt x="1243" y="1071"/>
                  </a:lnTo>
                  <a:lnTo>
                    <a:pt x="1162" y="1061"/>
                  </a:lnTo>
                  <a:lnTo>
                    <a:pt x="1078" y="1051"/>
                  </a:lnTo>
                  <a:lnTo>
                    <a:pt x="995" y="1041"/>
                  </a:lnTo>
                  <a:lnTo>
                    <a:pt x="910" y="1033"/>
                  </a:lnTo>
                  <a:lnTo>
                    <a:pt x="824" y="1025"/>
                  </a:lnTo>
                  <a:lnTo>
                    <a:pt x="737" y="1018"/>
                  </a:lnTo>
                  <a:lnTo>
                    <a:pt x="649" y="1012"/>
                  </a:lnTo>
                  <a:lnTo>
                    <a:pt x="560" y="1007"/>
                  </a:lnTo>
                  <a:lnTo>
                    <a:pt x="470" y="1002"/>
                  </a:lnTo>
                  <a:lnTo>
                    <a:pt x="378" y="998"/>
                  </a:lnTo>
                  <a:lnTo>
                    <a:pt x="286" y="996"/>
                  </a:lnTo>
                  <a:lnTo>
                    <a:pt x="191" y="993"/>
                  </a:lnTo>
                  <a:lnTo>
                    <a:pt x="97" y="992"/>
                  </a:lnTo>
                  <a:lnTo>
                    <a:pt x="0" y="992"/>
                  </a:lnTo>
                  <a:lnTo>
                    <a:pt x="0" y="992"/>
                  </a:lnTo>
                  <a:lnTo>
                    <a:pt x="14" y="991"/>
                  </a:lnTo>
                  <a:lnTo>
                    <a:pt x="28" y="988"/>
                  </a:lnTo>
                  <a:lnTo>
                    <a:pt x="43" y="986"/>
                  </a:lnTo>
                  <a:lnTo>
                    <a:pt x="59" y="982"/>
                  </a:lnTo>
                  <a:lnTo>
                    <a:pt x="75" y="978"/>
                  </a:lnTo>
                  <a:lnTo>
                    <a:pt x="92" y="972"/>
                  </a:lnTo>
                  <a:lnTo>
                    <a:pt x="127" y="959"/>
                  </a:lnTo>
                  <a:lnTo>
                    <a:pt x="163" y="944"/>
                  </a:lnTo>
                  <a:lnTo>
                    <a:pt x="199" y="926"/>
                  </a:lnTo>
                  <a:lnTo>
                    <a:pt x="237" y="907"/>
                  </a:lnTo>
                  <a:lnTo>
                    <a:pt x="275" y="887"/>
                  </a:lnTo>
                  <a:lnTo>
                    <a:pt x="350" y="845"/>
                  </a:lnTo>
                  <a:lnTo>
                    <a:pt x="421" y="803"/>
                  </a:lnTo>
                  <a:lnTo>
                    <a:pt x="456" y="785"/>
                  </a:lnTo>
                  <a:lnTo>
                    <a:pt x="487" y="768"/>
                  </a:lnTo>
                  <a:lnTo>
                    <a:pt x="516" y="753"/>
                  </a:lnTo>
                  <a:lnTo>
                    <a:pt x="542" y="742"/>
                  </a:lnTo>
                  <a:lnTo>
                    <a:pt x="542" y="742"/>
                  </a:lnTo>
                  <a:lnTo>
                    <a:pt x="639" y="703"/>
                  </a:lnTo>
                  <a:lnTo>
                    <a:pt x="735" y="666"/>
                  </a:lnTo>
                  <a:lnTo>
                    <a:pt x="833" y="629"/>
                  </a:lnTo>
                  <a:lnTo>
                    <a:pt x="930" y="594"/>
                  </a:lnTo>
                  <a:lnTo>
                    <a:pt x="1028" y="560"/>
                  </a:lnTo>
                  <a:lnTo>
                    <a:pt x="1126" y="527"/>
                  </a:lnTo>
                  <a:lnTo>
                    <a:pt x="1225" y="495"/>
                  </a:lnTo>
                  <a:lnTo>
                    <a:pt x="1324" y="465"/>
                  </a:lnTo>
                  <a:lnTo>
                    <a:pt x="1423" y="434"/>
                  </a:lnTo>
                  <a:lnTo>
                    <a:pt x="1523" y="405"/>
                  </a:lnTo>
                  <a:lnTo>
                    <a:pt x="1623" y="378"/>
                  </a:lnTo>
                  <a:lnTo>
                    <a:pt x="1724" y="351"/>
                  </a:lnTo>
                  <a:lnTo>
                    <a:pt x="1823" y="325"/>
                  </a:lnTo>
                  <a:lnTo>
                    <a:pt x="1925" y="301"/>
                  </a:lnTo>
                  <a:lnTo>
                    <a:pt x="2026" y="277"/>
                  </a:lnTo>
                  <a:lnTo>
                    <a:pt x="2127" y="253"/>
                  </a:lnTo>
                  <a:lnTo>
                    <a:pt x="2127" y="253"/>
                  </a:lnTo>
                  <a:lnTo>
                    <a:pt x="2257" y="225"/>
                  </a:lnTo>
                  <a:lnTo>
                    <a:pt x="2389" y="199"/>
                  </a:lnTo>
                  <a:lnTo>
                    <a:pt x="2520" y="175"/>
                  </a:lnTo>
                  <a:lnTo>
                    <a:pt x="2653" y="152"/>
                  </a:lnTo>
                  <a:lnTo>
                    <a:pt x="2786" y="130"/>
                  </a:lnTo>
                  <a:lnTo>
                    <a:pt x="2919" y="111"/>
                  </a:lnTo>
                  <a:lnTo>
                    <a:pt x="3052" y="92"/>
                  </a:lnTo>
                  <a:lnTo>
                    <a:pt x="3187" y="75"/>
                  </a:lnTo>
                  <a:lnTo>
                    <a:pt x="3322" y="60"/>
                  </a:lnTo>
                  <a:lnTo>
                    <a:pt x="3457" y="47"/>
                  </a:lnTo>
                  <a:lnTo>
                    <a:pt x="3592" y="35"/>
                  </a:lnTo>
                  <a:lnTo>
                    <a:pt x="3728" y="25"/>
                  </a:lnTo>
                  <a:lnTo>
                    <a:pt x="3864" y="17"/>
                  </a:lnTo>
                  <a:lnTo>
                    <a:pt x="4001" y="10"/>
                  </a:lnTo>
                  <a:lnTo>
                    <a:pt x="4138" y="5"/>
                  </a:lnTo>
                  <a:lnTo>
                    <a:pt x="4274" y="2"/>
                  </a:lnTo>
                  <a:lnTo>
                    <a:pt x="4411" y="0"/>
                  </a:lnTo>
                  <a:lnTo>
                    <a:pt x="4548" y="0"/>
                  </a:lnTo>
                  <a:lnTo>
                    <a:pt x="4685" y="2"/>
                  </a:lnTo>
                  <a:lnTo>
                    <a:pt x="4822" y="5"/>
                  </a:lnTo>
                  <a:lnTo>
                    <a:pt x="4959" y="10"/>
                  </a:lnTo>
                  <a:lnTo>
                    <a:pt x="5096" y="17"/>
                  </a:lnTo>
                  <a:lnTo>
                    <a:pt x="5234" y="25"/>
                  </a:lnTo>
                  <a:lnTo>
                    <a:pt x="5371" y="35"/>
                  </a:lnTo>
                  <a:lnTo>
                    <a:pt x="5507" y="47"/>
                  </a:lnTo>
                  <a:lnTo>
                    <a:pt x="5645" y="60"/>
                  </a:lnTo>
                  <a:lnTo>
                    <a:pt x="5781" y="75"/>
                  </a:lnTo>
                  <a:lnTo>
                    <a:pt x="5918" y="93"/>
                  </a:lnTo>
                  <a:lnTo>
                    <a:pt x="6054" y="111"/>
                  </a:lnTo>
                  <a:lnTo>
                    <a:pt x="6190" y="132"/>
                  </a:lnTo>
                  <a:lnTo>
                    <a:pt x="6326" y="153"/>
                  </a:lnTo>
                  <a:lnTo>
                    <a:pt x="6462" y="177"/>
                  </a:lnTo>
                  <a:lnTo>
                    <a:pt x="6597" y="202"/>
                  </a:lnTo>
                  <a:lnTo>
                    <a:pt x="6731" y="229"/>
                  </a:lnTo>
                  <a:lnTo>
                    <a:pt x="6866" y="258"/>
                  </a:lnTo>
                  <a:lnTo>
                    <a:pt x="7000" y="290"/>
                  </a:lnTo>
                  <a:lnTo>
                    <a:pt x="7134" y="322"/>
                  </a:lnTo>
                  <a:lnTo>
                    <a:pt x="7266" y="356"/>
                  </a:lnTo>
                  <a:lnTo>
                    <a:pt x="7398" y="391"/>
                  </a:lnTo>
                  <a:lnTo>
                    <a:pt x="7531" y="429"/>
                  </a:lnTo>
                  <a:lnTo>
                    <a:pt x="7662" y="469"/>
                  </a:lnTo>
                  <a:lnTo>
                    <a:pt x="7792" y="510"/>
                  </a:lnTo>
                  <a:lnTo>
                    <a:pt x="7922" y="552"/>
                  </a:lnTo>
                  <a:lnTo>
                    <a:pt x="8052" y="597"/>
                  </a:lnTo>
                  <a:lnTo>
                    <a:pt x="8181" y="644"/>
                  </a:lnTo>
                  <a:lnTo>
                    <a:pt x="8308" y="692"/>
                  </a:lnTo>
                  <a:lnTo>
                    <a:pt x="8435" y="742"/>
                  </a:lnTo>
                  <a:lnTo>
                    <a:pt x="8561" y="793"/>
                  </a:lnTo>
                  <a:lnTo>
                    <a:pt x="8686" y="847"/>
                  </a:lnTo>
                  <a:lnTo>
                    <a:pt x="8811" y="902"/>
                  </a:lnTo>
                  <a:lnTo>
                    <a:pt x="8935" y="959"/>
                  </a:lnTo>
                  <a:lnTo>
                    <a:pt x="9057" y="1019"/>
                  </a:lnTo>
                  <a:lnTo>
                    <a:pt x="9178" y="1079"/>
                  </a:lnTo>
                  <a:lnTo>
                    <a:pt x="9299" y="1141"/>
                  </a:lnTo>
                  <a:lnTo>
                    <a:pt x="9419" y="1206"/>
                  </a:lnTo>
                  <a:lnTo>
                    <a:pt x="9537" y="1272"/>
                  </a:lnTo>
                  <a:lnTo>
                    <a:pt x="9655" y="1339"/>
                  </a:lnTo>
                  <a:lnTo>
                    <a:pt x="9771" y="1409"/>
                  </a:lnTo>
                  <a:lnTo>
                    <a:pt x="9886" y="1480"/>
                  </a:lnTo>
                  <a:lnTo>
                    <a:pt x="10000" y="1554"/>
                  </a:lnTo>
                  <a:lnTo>
                    <a:pt x="10113" y="1629"/>
                  </a:lnTo>
                  <a:lnTo>
                    <a:pt x="10224" y="1706"/>
                  </a:lnTo>
                  <a:lnTo>
                    <a:pt x="10335" y="1785"/>
                  </a:lnTo>
                  <a:lnTo>
                    <a:pt x="10443" y="1865"/>
                  </a:lnTo>
                  <a:lnTo>
                    <a:pt x="10443" y="1865"/>
                  </a:lnTo>
                  <a:lnTo>
                    <a:pt x="10498" y="1907"/>
                  </a:lnTo>
                  <a:lnTo>
                    <a:pt x="10551" y="1948"/>
                  </a:lnTo>
                  <a:lnTo>
                    <a:pt x="10604" y="1990"/>
                  </a:lnTo>
                  <a:lnTo>
                    <a:pt x="10657" y="2033"/>
                  </a:lnTo>
                  <a:lnTo>
                    <a:pt x="10709" y="2077"/>
                  </a:lnTo>
                  <a:lnTo>
                    <a:pt x="10760" y="2121"/>
                  </a:lnTo>
                  <a:lnTo>
                    <a:pt x="10811" y="2165"/>
                  </a:lnTo>
                  <a:lnTo>
                    <a:pt x="10862" y="2209"/>
                  </a:lnTo>
                  <a:lnTo>
                    <a:pt x="10911" y="2255"/>
                  </a:lnTo>
                  <a:lnTo>
                    <a:pt x="10961" y="2301"/>
                  </a:lnTo>
                  <a:lnTo>
                    <a:pt x="11010" y="2347"/>
                  </a:lnTo>
                  <a:lnTo>
                    <a:pt x="11058" y="2394"/>
                  </a:lnTo>
                  <a:lnTo>
                    <a:pt x="11106" y="2442"/>
                  </a:lnTo>
                  <a:lnTo>
                    <a:pt x="11152" y="2490"/>
                  </a:lnTo>
                  <a:lnTo>
                    <a:pt x="11200" y="2538"/>
                  </a:lnTo>
                  <a:lnTo>
                    <a:pt x="11245" y="2586"/>
                  </a:lnTo>
                  <a:lnTo>
                    <a:pt x="11291" y="2637"/>
                  </a:lnTo>
                  <a:lnTo>
                    <a:pt x="11335" y="2686"/>
                  </a:lnTo>
                  <a:lnTo>
                    <a:pt x="11380" y="2736"/>
                  </a:lnTo>
                  <a:lnTo>
                    <a:pt x="11423" y="2787"/>
                  </a:lnTo>
                  <a:lnTo>
                    <a:pt x="11466" y="2839"/>
                  </a:lnTo>
                  <a:lnTo>
                    <a:pt x="11508" y="2890"/>
                  </a:lnTo>
                  <a:lnTo>
                    <a:pt x="11550" y="2942"/>
                  </a:lnTo>
                  <a:lnTo>
                    <a:pt x="11591" y="2996"/>
                  </a:lnTo>
                  <a:lnTo>
                    <a:pt x="11630" y="3049"/>
                  </a:lnTo>
                  <a:lnTo>
                    <a:pt x="11670" y="3102"/>
                  </a:lnTo>
                  <a:lnTo>
                    <a:pt x="11709" y="3157"/>
                  </a:lnTo>
                  <a:lnTo>
                    <a:pt x="11747" y="3211"/>
                  </a:lnTo>
                  <a:lnTo>
                    <a:pt x="11784" y="3266"/>
                  </a:lnTo>
                  <a:lnTo>
                    <a:pt x="11821" y="3321"/>
                  </a:lnTo>
                  <a:lnTo>
                    <a:pt x="11856" y="3377"/>
                  </a:lnTo>
                  <a:lnTo>
                    <a:pt x="11892" y="3433"/>
                  </a:lnTo>
                  <a:lnTo>
                    <a:pt x="11927" y="3490"/>
                  </a:lnTo>
                  <a:lnTo>
                    <a:pt x="11960" y="3548"/>
                  </a:lnTo>
                  <a:lnTo>
                    <a:pt x="11993" y="3605"/>
                  </a:lnTo>
                  <a:lnTo>
                    <a:pt x="12025" y="3663"/>
                  </a:lnTo>
                  <a:lnTo>
                    <a:pt x="12057" y="3722"/>
                  </a:lnTo>
                  <a:lnTo>
                    <a:pt x="12087" y="3780"/>
                  </a:lnTo>
                  <a:lnTo>
                    <a:pt x="12117" y="3839"/>
                  </a:lnTo>
                  <a:lnTo>
                    <a:pt x="12146" y="3900"/>
                  </a:lnTo>
                  <a:lnTo>
                    <a:pt x="12174" y="3959"/>
                  </a:lnTo>
                  <a:lnTo>
                    <a:pt x="12201" y="4019"/>
                  </a:lnTo>
                  <a:lnTo>
                    <a:pt x="12228" y="4081"/>
                  </a:lnTo>
                  <a:lnTo>
                    <a:pt x="12253" y="4142"/>
                  </a:lnTo>
                  <a:lnTo>
                    <a:pt x="12278" y="4203"/>
                  </a:lnTo>
                  <a:lnTo>
                    <a:pt x="12302" y="4266"/>
                  </a:lnTo>
                  <a:lnTo>
                    <a:pt x="12325" y="4328"/>
                  </a:lnTo>
                  <a:lnTo>
                    <a:pt x="12347" y="4391"/>
                  </a:lnTo>
                  <a:lnTo>
                    <a:pt x="12368" y="4455"/>
                  </a:lnTo>
                  <a:lnTo>
                    <a:pt x="12388" y="4518"/>
                  </a:lnTo>
                  <a:lnTo>
                    <a:pt x="12408" y="4582"/>
                  </a:lnTo>
                  <a:lnTo>
                    <a:pt x="12427" y="4647"/>
                  </a:lnTo>
                  <a:lnTo>
                    <a:pt x="12444" y="4711"/>
                  </a:lnTo>
                  <a:lnTo>
                    <a:pt x="12461" y="4777"/>
                  </a:lnTo>
                  <a:lnTo>
                    <a:pt x="12476" y="4842"/>
                  </a:lnTo>
                  <a:lnTo>
                    <a:pt x="12491" y="4907"/>
                  </a:lnTo>
                  <a:lnTo>
                    <a:pt x="12505" y="4974"/>
                  </a:lnTo>
                  <a:lnTo>
                    <a:pt x="12517" y="5040"/>
                  </a:lnTo>
                  <a:lnTo>
                    <a:pt x="12529" y="5107"/>
                  </a:lnTo>
                  <a:lnTo>
                    <a:pt x="12540" y="5175"/>
                  </a:lnTo>
                  <a:lnTo>
                    <a:pt x="12550" y="5242"/>
                  </a:lnTo>
                  <a:lnTo>
                    <a:pt x="12558" y="5309"/>
                  </a:lnTo>
                  <a:lnTo>
                    <a:pt x="12566" y="5378"/>
                  </a:lnTo>
                  <a:lnTo>
                    <a:pt x="12574" y="5446"/>
                  </a:lnTo>
                  <a:lnTo>
                    <a:pt x="12574" y="5446"/>
                  </a:lnTo>
                  <a:lnTo>
                    <a:pt x="12578" y="5497"/>
                  </a:lnTo>
                  <a:lnTo>
                    <a:pt x="12582" y="5547"/>
                  </a:lnTo>
                  <a:lnTo>
                    <a:pt x="12585" y="5597"/>
                  </a:lnTo>
                  <a:lnTo>
                    <a:pt x="12587" y="5647"/>
                  </a:lnTo>
                  <a:lnTo>
                    <a:pt x="12589" y="5698"/>
                  </a:lnTo>
                  <a:lnTo>
                    <a:pt x="12590" y="5748"/>
                  </a:lnTo>
                  <a:lnTo>
                    <a:pt x="12590" y="5797"/>
                  </a:lnTo>
                  <a:lnTo>
                    <a:pt x="12590" y="5847"/>
                  </a:lnTo>
                  <a:lnTo>
                    <a:pt x="12588" y="5947"/>
                  </a:lnTo>
                  <a:lnTo>
                    <a:pt x="12584" y="6046"/>
                  </a:lnTo>
                  <a:lnTo>
                    <a:pt x="12577" y="6144"/>
                  </a:lnTo>
                  <a:lnTo>
                    <a:pt x="12567" y="6243"/>
                  </a:lnTo>
                  <a:lnTo>
                    <a:pt x="12556" y="6341"/>
                  </a:lnTo>
                  <a:lnTo>
                    <a:pt x="12543" y="6439"/>
                  </a:lnTo>
                  <a:lnTo>
                    <a:pt x="12528" y="6536"/>
                  </a:lnTo>
                  <a:lnTo>
                    <a:pt x="12511" y="6633"/>
                  </a:lnTo>
                  <a:lnTo>
                    <a:pt x="12492" y="6729"/>
                  </a:lnTo>
                  <a:lnTo>
                    <a:pt x="12471" y="6826"/>
                  </a:lnTo>
                  <a:lnTo>
                    <a:pt x="12448" y="6922"/>
                  </a:lnTo>
                  <a:lnTo>
                    <a:pt x="12424" y="7018"/>
                  </a:lnTo>
                  <a:lnTo>
                    <a:pt x="12398" y="7113"/>
                  </a:lnTo>
                  <a:lnTo>
                    <a:pt x="12369" y="7208"/>
                  </a:lnTo>
                  <a:lnTo>
                    <a:pt x="12340" y="7303"/>
                  </a:lnTo>
                  <a:lnTo>
                    <a:pt x="12309" y="7396"/>
                  </a:lnTo>
                  <a:lnTo>
                    <a:pt x="12276" y="7490"/>
                  </a:lnTo>
                  <a:lnTo>
                    <a:pt x="12243" y="7583"/>
                  </a:lnTo>
                  <a:lnTo>
                    <a:pt x="12207" y="7676"/>
                  </a:lnTo>
                  <a:lnTo>
                    <a:pt x="12170" y="7768"/>
                  </a:lnTo>
                  <a:lnTo>
                    <a:pt x="12133" y="7861"/>
                  </a:lnTo>
                  <a:lnTo>
                    <a:pt x="12094" y="7952"/>
                  </a:lnTo>
                  <a:lnTo>
                    <a:pt x="12054" y="8044"/>
                  </a:lnTo>
                  <a:lnTo>
                    <a:pt x="12013" y="8134"/>
                  </a:lnTo>
                  <a:lnTo>
                    <a:pt x="11971" y="8225"/>
                  </a:lnTo>
                  <a:lnTo>
                    <a:pt x="11928" y="8315"/>
                  </a:lnTo>
                  <a:lnTo>
                    <a:pt x="11884" y="8405"/>
                  </a:lnTo>
                  <a:lnTo>
                    <a:pt x="11839" y="8493"/>
                  </a:lnTo>
                  <a:lnTo>
                    <a:pt x="11839" y="8493"/>
                  </a:lnTo>
                  <a:close/>
                </a:path>
              </a:pathLst>
            </a:custGeom>
            <a:solidFill>
              <a:srgbClr val="8F58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1" name="组合 10"/>
          <p:cNvGrpSpPr/>
          <p:nvPr/>
        </p:nvGrpSpPr>
        <p:grpSpPr>
          <a:xfrm>
            <a:off x="8438380" y="5590380"/>
            <a:ext cx="1078404" cy="1080000"/>
            <a:chOff x="10413192" y="5314305"/>
            <a:chExt cx="1303200" cy="1305128"/>
          </a:xfrm>
        </p:grpSpPr>
        <p:sp>
          <p:nvSpPr>
            <p:cNvPr id="50" name="Freeform 8"/>
            <p:cNvSpPr>
              <a:spLocks/>
            </p:cNvSpPr>
            <p:nvPr/>
          </p:nvSpPr>
          <p:spPr bwMode="auto">
            <a:xfrm>
              <a:off x="11321845" y="5651000"/>
              <a:ext cx="394547" cy="618624"/>
            </a:xfrm>
            <a:custGeom>
              <a:avLst/>
              <a:gdLst>
                <a:gd name="T0" fmla="*/ 111 w 731"/>
                <a:gd name="T1" fmla="*/ 870 h 1146"/>
                <a:gd name="T2" fmla="*/ 507 w 731"/>
                <a:gd name="T3" fmla="*/ 1086 h 1146"/>
                <a:gd name="T4" fmla="*/ 649 w 731"/>
                <a:gd name="T5" fmla="*/ 917 h 1146"/>
                <a:gd name="T6" fmla="*/ 617 w 731"/>
                <a:gd name="T7" fmla="*/ 140 h 1146"/>
                <a:gd name="T8" fmla="*/ 484 w 731"/>
                <a:gd name="T9" fmla="*/ 52 h 1146"/>
                <a:gd name="T10" fmla="*/ 75 w 731"/>
                <a:gd name="T11" fmla="*/ 302 h 1146"/>
                <a:gd name="T12" fmla="*/ 23 w 731"/>
                <a:gd name="T13" fmla="*/ 401 h 1146"/>
                <a:gd name="T14" fmla="*/ 41 w 731"/>
                <a:gd name="T15" fmla="*/ 692 h 1146"/>
                <a:gd name="T16" fmla="*/ 111 w 731"/>
                <a:gd name="T17" fmla="*/ 870 h 1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1" h="1146">
                  <a:moveTo>
                    <a:pt x="111" y="870"/>
                  </a:moveTo>
                  <a:cubicBezTo>
                    <a:pt x="176" y="904"/>
                    <a:pt x="507" y="1086"/>
                    <a:pt x="507" y="1086"/>
                  </a:cubicBezTo>
                  <a:cubicBezTo>
                    <a:pt x="507" y="1086"/>
                    <a:pt x="584" y="1146"/>
                    <a:pt x="649" y="917"/>
                  </a:cubicBezTo>
                  <a:cubicBezTo>
                    <a:pt x="714" y="689"/>
                    <a:pt x="731" y="416"/>
                    <a:pt x="617" y="140"/>
                  </a:cubicBezTo>
                  <a:cubicBezTo>
                    <a:pt x="602" y="104"/>
                    <a:pt x="565" y="0"/>
                    <a:pt x="484" y="52"/>
                  </a:cubicBezTo>
                  <a:cubicBezTo>
                    <a:pt x="403" y="103"/>
                    <a:pt x="75" y="302"/>
                    <a:pt x="75" y="302"/>
                  </a:cubicBezTo>
                  <a:cubicBezTo>
                    <a:pt x="75" y="302"/>
                    <a:pt x="11" y="338"/>
                    <a:pt x="23" y="401"/>
                  </a:cubicBezTo>
                  <a:cubicBezTo>
                    <a:pt x="36" y="463"/>
                    <a:pt x="60" y="594"/>
                    <a:pt x="41" y="692"/>
                  </a:cubicBezTo>
                  <a:cubicBezTo>
                    <a:pt x="23" y="782"/>
                    <a:pt x="0" y="813"/>
                    <a:pt x="111" y="870"/>
                  </a:cubicBezTo>
                  <a:close/>
                </a:path>
              </a:pathLst>
            </a:custGeom>
            <a:solidFill>
              <a:srgbClr val="C954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9"/>
            <p:cNvSpPr>
              <a:spLocks/>
            </p:cNvSpPr>
            <p:nvPr/>
          </p:nvSpPr>
          <p:spPr bwMode="auto">
            <a:xfrm>
              <a:off x="11085426" y="5317005"/>
              <a:ext cx="536861" cy="485952"/>
            </a:xfrm>
            <a:custGeom>
              <a:avLst/>
              <a:gdLst>
                <a:gd name="T0" fmla="*/ 517 w 995"/>
                <a:gd name="T1" fmla="*/ 834 h 900"/>
                <a:gd name="T2" fmla="*/ 905 w 995"/>
                <a:gd name="T3" fmla="*/ 604 h 900"/>
                <a:gd name="T4" fmla="*/ 831 w 995"/>
                <a:gd name="T5" fmla="*/ 395 h 900"/>
                <a:gd name="T6" fmla="*/ 147 w 995"/>
                <a:gd name="T7" fmla="*/ 26 h 900"/>
                <a:gd name="T8" fmla="*/ 3 w 995"/>
                <a:gd name="T9" fmla="*/ 96 h 900"/>
                <a:gd name="T10" fmla="*/ 9 w 995"/>
                <a:gd name="T11" fmla="*/ 576 h 900"/>
                <a:gd name="T12" fmla="*/ 68 w 995"/>
                <a:gd name="T13" fmla="*/ 670 h 900"/>
                <a:gd name="T14" fmla="*/ 328 w 995"/>
                <a:gd name="T15" fmla="*/ 804 h 900"/>
                <a:gd name="T16" fmla="*/ 517 w 995"/>
                <a:gd name="T17" fmla="*/ 834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5" h="900">
                  <a:moveTo>
                    <a:pt x="517" y="834"/>
                  </a:moveTo>
                  <a:cubicBezTo>
                    <a:pt x="579" y="796"/>
                    <a:pt x="905" y="604"/>
                    <a:pt x="905" y="604"/>
                  </a:cubicBezTo>
                  <a:cubicBezTo>
                    <a:pt x="905" y="604"/>
                    <a:pt x="995" y="568"/>
                    <a:pt x="831" y="395"/>
                  </a:cubicBezTo>
                  <a:cubicBezTo>
                    <a:pt x="669" y="223"/>
                    <a:pt x="442" y="70"/>
                    <a:pt x="147" y="26"/>
                  </a:cubicBezTo>
                  <a:cubicBezTo>
                    <a:pt x="108" y="21"/>
                    <a:pt x="0" y="0"/>
                    <a:pt x="3" y="96"/>
                  </a:cubicBezTo>
                  <a:cubicBezTo>
                    <a:pt x="6" y="192"/>
                    <a:pt x="9" y="576"/>
                    <a:pt x="9" y="576"/>
                  </a:cubicBezTo>
                  <a:cubicBezTo>
                    <a:pt x="9" y="576"/>
                    <a:pt x="8" y="649"/>
                    <a:pt x="68" y="670"/>
                  </a:cubicBezTo>
                  <a:cubicBezTo>
                    <a:pt x="128" y="692"/>
                    <a:pt x="253" y="737"/>
                    <a:pt x="328" y="804"/>
                  </a:cubicBezTo>
                  <a:cubicBezTo>
                    <a:pt x="396" y="865"/>
                    <a:pt x="411" y="900"/>
                    <a:pt x="517" y="834"/>
                  </a:cubicBezTo>
                  <a:close/>
                </a:path>
              </a:pathLst>
            </a:custGeom>
            <a:solidFill>
              <a:srgbClr val="8F58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10"/>
            <p:cNvSpPr>
              <a:spLocks/>
            </p:cNvSpPr>
            <p:nvPr/>
          </p:nvSpPr>
          <p:spPr bwMode="auto">
            <a:xfrm>
              <a:off x="11081569" y="6130781"/>
              <a:ext cx="532619" cy="488652"/>
            </a:xfrm>
            <a:custGeom>
              <a:avLst/>
              <a:gdLst>
                <a:gd name="T0" fmla="*/ 7 w 987"/>
                <a:gd name="T1" fmla="*/ 357 h 905"/>
                <a:gd name="T2" fmla="*/ 23 w 987"/>
                <a:gd name="T3" fmla="*/ 808 h 905"/>
                <a:gd name="T4" fmla="*/ 242 w 987"/>
                <a:gd name="T5" fmla="*/ 844 h 905"/>
                <a:gd name="T6" fmla="*/ 894 w 987"/>
                <a:gd name="T7" fmla="*/ 420 h 905"/>
                <a:gd name="T8" fmla="*/ 901 w 987"/>
                <a:gd name="T9" fmla="*/ 261 h 905"/>
                <a:gd name="T10" fmla="*/ 477 w 987"/>
                <a:gd name="T11" fmla="*/ 36 h 905"/>
                <a:gd name="T12" fmla="*/ 366 w 987"/>
                <a:gd name="T13" fmla="*/ 43 h 905"/>
                <a:gd name="T14" fmla="*/ 124 w 987"/>
                <a:gd name="T15" fmla="*/ 206 h 905"/>
                <a:gd name="T16" fmla="*/ 7 w 987"/>
                <a:gd name="T17" fmla="*/ 357 h 9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7" h="905">
                  <a:moveTo>
                    <a:pt x="7" y="357"/>
                  </a:moveTo>
                  <a:cubicBezTo>
                    <a:pt x="11" y="430"/>
                    <a:pt x="23" y="808"/>
                    <a:pt x="23" y="808"/>
                  </a:cubicBezTo>
                  <a:cubicBezTo>
                    <a:pt x="23" y="808"/>
                    <a:pt x="11" y="905"/>
                    <a:pt x="242" y="844"/>
                  </a:cubicBezTo>
                  <a:cubicBezTo>
                    <a:pt x="470" y="783"/>
                    <a:pt x="714" y="658"/>
                    <a:pt x="894" y="420"/>
                  </a:cubicBezTo>
                  <a:cubicBezTo>
                    <a:pt x="917" y="389"/>
                    <a:pt x="987" y="304"/>
                    <a:pt x="901" y="261"/>
                  </a:cubicBezTo>
                  <a:cubicBezTo>
                    <a:pt x="815" y="217"/>
                    <a:pt x="477" y="36"/>
                    <a:pt x="477" y="36"/>
                  </a:cubicBezTo>
                  <a:cubicBezTo>
                    <a:pt x="477" y="36"/>
                    <a:pt x="413" y="0"/>
                    <a:pt x="366" y="43"/>
                  </a:cubicBezTo>
                  <a:cubicBezTo>
                    <a:pt x="318" y="85"/>
                    <a:pt x="219" y="173"/>
                    <a:pt x="124" y="206"/>
                  </a:cubicBezTo>
                  <a:cubicBezTo>
                    <a:pt x="38" y="237"/>
                    <a:pt x="0" y="232"/>
                    <a:pt x="7" y="357"/>
                  </a:cubicBezTo>
                  <a:close/>
                </a:path>
              </a:pathLst>
            </a:custGeom>
            <a:solidFill>
              <a:srgbClr val="DA4D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11"/>
            <p:cNvSpPr>
              <a:spLocks/>
            </p:cNvSpPr>
            <p:nvPr/>
          </p:nvSpPr>
          <p:spPr bwMode="auto">
            <a:xfrm>
              <a:off x="10508454" y="6123839"/>
              <a:ext cx="538404" cy="484795"/>
            </a:xfrm>
            <a:custGeom>
              <a:avLst/>
              <a:gdLst>
                <a:gd name="T0" fmla="*/ 477 w 998"/>
                <a:gd name="T1" fmla="*/ 67 h 898"/>
                <a:gd name="T2" fmla="*/ 90 w 998"/>
                <a:gd name="T3" fmla="*/ 299 h 898"/>
                <a:gd name="T4" fmla="*/ 165 w 998"/>
                <a:gd name="T5" fmla="*/ 508 h 898"/>
                <a:gd name="T6" fmla="*/ 851 w 998"/>
                <a:gd name="T7" fmla="*/ 873 h 898"/>
                <a:gd name="T8" fmla="*/ 995 w 998"/>
                <a:gd name="T9" fmla="*/ 802 h 898"/>
                <a:gd name="T10" fmla="*/ 986 w 998"/>
                <a:gd name="T11" fmla="*/ 323 h 898"/>
                <a:gd name="T12" fmla="*/ 926 w 998"/>
                <a:gd name="T13" fmla="*/ 229 h 898"/>
                <a:gd name="T14" fmla="*/ 666 w 998"/>
                <a:gd name="T15" fmla="*/ 96 h 898"/>
                <a:gd name="T16" fmla="*/ 477 w 998"/>
                <a:gd name="T17" fmla="*/ 67 h 8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8" h="898">
                  <a:moveTo>
                    <a:pt x="477" y="67"/>
                  </a:moveTo>
                  <a:cubicBezTo>
                    <a:pt x="415" y="106"/>
                    <a:pt x="90" y="299"/>
                    <a:pt x="90" y="299"/>
                  </a:cubicBezTo>
                  <a:cubicBezTo>
                    <a:pt x="90" y="299"/>
                    <a:pt x="0" y="336"/>
                    <a:pt x="165" y="508"/>
                  </a:cubicBezTo>
                  <a:cubicBezTo>
                    <a:pt x="328" y="679"/>
                    <a:pt x="556" y="831"/>
                    <a:pt x="851" y="873"/>
                  </a:cubicBezTo>
                  <a:cubicBezTo>
                    <a:pt x="890" y="878"/>
                    <a:pt x="998" y="898"/>
                    <a:pt x="995" y="802"/>
                  </a:cubicBezTo>
                  <a:cubicBezTo>
                    <a:pt x="991" y="706"/>
                    <a:pt x="986" y="323"/>
                    <a:pt x="986" y="323"/>
                  </a:cubicBezTo>
                  <a:cubicBezTo>
                    <a:pt x="986" y="323"/>
                    <a:pt x="986" y="250"/>
                    <a:pt x="926" y="229"/>
                  </a:cubicBezTo>
                  <a:cubicBezTo>
                    <a:pt x="866" y="208"/>
                    <a:pt x="741" y="163"/>
                    <a:pt x="666" y="96"/>
                  </a:cubicBezTo>
                  <a:cubicBezTo>
                    <a:pt x="597" y="36"/>
                    <a:pt x="582" y="0"/>
                    <a:pt x="477" y="67"/>
                  </a:cubicBezTo>
                </a:path>
              </a:pathLst>
            </a:custGeom>
            <a:solidFill>
              <a:srgbClr val="EA981E"/>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9" name="Freeform 12"/>
            <p:cNvSpPr>
              <a:spLocks/>
            </p:cNvSpPr>
            <p:nvPr/>
          </p:nvSpPr>
          <p:spPr bwMode="auto">
            <a:xfrm>
              <a:off x="10413192" y="5652929"/>
              <a:ext cx="394547" cy="618239"/>
            </a:xfrm>
            <a:custGeom>
              <a:avLst/>
              <a:gdLst>
                <a:gd name="T0" fmla="*/ 620 w 731"/>
                <a:gd name="T1" fmla="*/ 276 h 1146"/>
                <a:gd name="T2" fmla="*/ 224 w 731"/>
                <a:gd name="T3" fmla="*/ 59 h 1146"/>
                <a:gd name="T4" fmla="*/ 81 w 731"/>
                <a:gd name="T5" fmla="*/ 229 h 1146"/>
                <a:gd name="T6" fmla="*/ 113 w 731"/>
                <a:gd name="T7" fmla="*/ 1006 h 1146"/>
                <a:gd name="T8" fmla="*/ 246 w 731"/>
                <a:gd name="T9" fmla="*/ 1094 h 1146"/>
                <a:gd name="T10" fmla="*/ 656 w 731"/>
                <a:gd name="T11" fmla="*/ 844 h 1146"/>
                <a:gd name="T12" fmla="*/ 707 w 731"/>
                <a:gd name="T13" fmla="*/ 745 h 1146"/>
                <a:gd name="T14" fmla="*/ 690 w 731"/>
                <a:gd name="T15" fmla="*/ 453 h 1146"/>
                <a:gd name="T16" fmla="*/ 620 w 731"/>
                <a:gd name="T17" fmla="*/ 276 h 1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1" h="1146">
                  <a:moveTo>
                    <a:pt x="620" y="276"/>
                  </a:moveTo>
                  <a:cubicBezTo>
                    <a:pt x="555" y="242"/>
                    <a:pt x="224" y="59"/>
                    <a:pt x="224" y="59"/>
                  </a:cubicBezTo>
                  <a:cubicBezTo>
                    <a:pt x="224" y="59"/>
                    <a:pt x="147" y="0"/>
                    <a:pt x="81" y="229"/>
                  </a:cubicBezTo>
                  <a:cubicBezTo>
                    <a:pt x="17" y="456"/>
                    <a:pt x="0" y="730"/>
                    <a:pt x="113" y="1006"/>
                  </a:cubicBezTo>
                  <a:cubicBezTo>
                    <a:pt x="128" y="1042"/>
                    <a:pt x="166" y="1146"/>
                    <a:pt x="246" y="1094"/>
                  </a:cubicBezTo>
                  <a:cubicBezTo>
                    <a:pt x="327" y="1042"/>
                    <a:pt x="656" y="844"/>
                    <a:pt x="656" y="844"/>
                  </a:cubicBezTo>
                  <a:cubicBezTo>
                    <a:pt x="656" y="844"/>
                    <a:pt x="719" y="807"/>
                    <a:pt x="707" y="745"/>
                  </a:cubicBezTo>
                  <a:cubicBezTo>
                    <a:pt x="695" y="682"/>
                    <a:pt x="670" y="552"/>
                    <a:pt x="690" y="453"/>
                  </a:cubicBezTo>
                  <a:cubicBezTo>
                    <a:pt x="708" y="363"/>
                    <a:pt x="731" y="333"/>
                    <a:pt x="620" y="276"/>
                  </a:cubicBezTo>
                  <a:close/>
                </a:path>
              </a:pathLst>
            </a:custGeom>
            <a:solidFill>
              <a:srgbClr val="4C53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Oval 37"/>
            <p:cNvSpPr>
              <a:spLocks noChangeArrowheads="1"/>
            </p:cNvSpPr>
            <p:nvPr/>
          </p:nvSpPr>
          <p:spPr bwMode="auto">
            <a:xfrm>
              <a:off x="10820852" y="5721193"/>
              <a:ext cx="484024" cy="484024"/>
            </a:xfrm>
            <a:prstGeom prst="ellipse">
              <a:avLst/>
            </a:prstGeom>
            <a:solidFill>
              <a:srgbClr val="3F28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38"/>
            <p:cNvSpPr>
              <a:spLocks/>
            </p:cNvSpPr>
            <p:nvPr/>
          </p:nvSpPr>
          <p:spPr bwMode="auto">
            <a:xfrm>
              <a:off x="10512696" y="5314305"/>
              <a:ext cx="537633" cy="480552"/>
            </a:xfrm>
            <a:custGeom>
              <a:avLst/>
              <a:gdLst>
                <a:gd name="T0" fmla="*/ 982 w 996"/>
                <a:gd name="T1" fmla="*/ 547 h 890"/>
                <a:gd name="T2" fmla="*/ 982 w 996"/>
                <a:gd name="T3" fmla="*/ 96 h 890"/>
                <a:gd name="T4" fmla="*/ 764 w 996"/>
                <a:gd name="T5" fmla="*/ 53 h 890"/>
                <a:gd name="T6" fmla="*/ 98 w 996"/>
                <a:gd name="T7" fmla="*/ 453 h 890"/>
                <a:gd name="T8" fmla="*/ 85 w 996"/>
                <a:gd name="T9" fmla="*/ 613 h 890"/>
                <a:gd name="T10" fmla="*/ 501 w 996"/>
                <a:gd name="T11" fmla="*/ 852 h 890"/>
                <a:gd name="T12" fmla="*/ 612 w 996"/>
                <a:gd name="T13" fmla="*/ 849 h 890"/>
                <a:gd name="T14" fmla="*/ 859 w 996"/>
                <a:gd name="T15" fmla="*/ 694 h 890"/>
                <a:gd name="T16" fmla="*/ 982 w 996"/>
                <a:gd name="T17" fmla="*/ 547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6" h="890">
                  <a:moveTo>
                    <a:pt x="982" y="547"/>
                  </a:moveTo>
                  <a:cubicBezTo>
                    <a:pt x="980" y="474"/>
                    <a:pt x="982" y="96"/>
                    <a:pt x="982" y="96"/>
                  </a:cubicBezTo>
                  <a:cubicBezTo>
                    <a:pt x="982" y="96"/>
                    <a:pt x="996" y="0"/>
                    <a:pt x="764" y="53"/>
                  </a:cubicBezTo>
                  <a:cubicBezTo>
                    <a:pt x="534" y="105"/>
                    <a:pt x="286" y="222"/>
                    <a:pt x="98" y="453"/>
                  </a:cubicBezTo>
                  <a:cubicBezTo>
                    <a:pt x="73" y="484"/>
                    <a:pt x="0" y="567"/>
                    <a:pt x="85" y="613"/>
                  </a:cubicBezTo>
                  <a:cubicBezTo>
                    <a:pt x="169" y="659"/>
                    <a:pt x="501" y="852"/>
                    <a:pt x="501" y="852"/>
                  </a:cubicBezTo>
                  <a:cubicBezTo>
                    <a:pt x="501" y="852"/>
                    <a:pt x="563" y="890"/>
                    <a:pt x="612" y="849"/>
                  </a:cubicBezTo>
                  <a:cubicBezTo>
                    <a:pt x="661" y="808"/>
                    <a:pt x="764" y="724"/>
                    <a:pt x="859" y="694"/>
                  </a:cubicBezTo>
                  <a:cubicBezTo>
                    <a:pt x="947" y="667"/>
                    <a:pt x="984" y="672"/>
                    <a:pt x="982" y="547"/>
                  </a:cubicBezTo>
                  <a:close/>
                </a:path>
              </a:pathLst>
            </a:custGeom>
            <a:solidFill>
              <a:srgbClr val="4BB5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2" name="组合 11"/>
          <p:cNvGrpSpPr>
            <a:grpSpLocks/>
          </p:cNvGrpSpPr>
          <p:nvPr/>
        </p:nvGrpSpPr>
        <p:grpSpPr>
          <a:xfrm>
            <a:off x="6132106" y="5590380"/>
            <a:ext cx="1080000" cy="1080000"/>
            <a:chOff x="-6378984" y="980435"/>
            <a:chExt cx="4476751" cy="4470401"/>
          </a:xfrm>
        </p:grpSpPr>
        <p:sp>
          <p:nvSpPr>
            <p:cNvPr id="112" name="Freeform 40"/>
            <p:cNvSpPr>
              <a:spLocks/>
            </p:cNvSpPr>
            <p:nvPr/>
          </p:nvSpPr>
          <p:spPr bwMode="auto">
            <a:xfrm>
              <a:off x="-4102509" y="980435"/>
              <a:ext cx="2070100" cy="1903889"/>
            </a:xfrm>
            <a:custGeom>
              <a:avLst/>
              <a:gdLst>
                <a:gd name="connsiteX0" fmla="*/ 0 w 2070100"/>
                <a:gd name="connsiteY0" fmla="*/ 0 h 1903889"/>
                <a:gd name="connsiteX1" fmla="*/ 88106 w 2070100"/>
                <a:gd name="connsiteY1" fmla="*/ 1588 h 1903889"/>
                <a:gd name="connsiteX2" fmla="*/ 175419 w 2070100"/>
                <a:gd name="connsiteY2" fmla="*/ 7938 h 1903889"/>
                <a:gd name="connsiteX3" fmla="*/ 261938 w 2070100"/>
                <a:gd name="connsiteY3" fmla="*/ 15081 h 1903889"/>
                <a:gd name="connsiteX4" fmla="*/ 347663 w 2070100"/>
                <a:gd name="connsiteY4" fmla="*/ 27781 h 1903889"/>
                <a:gd name="connsiteX5" fmla="*/ 432594 w 2070100"/>
                <a:gd name="connsiteY5" fmla="*/ 42863 h 1903889"/>
                <a:gd name="connsiteX6" fmla="*/ 515144 w 2070100"/>
                <a:gd name="connsiteY6" fmla="*/ 62706 h 1903889"/>
                <a:gd name="connsiteX7" fmla="*/ 599281 w 2070100"/>
                <a:gd name="connsiteY7" fmla="*/ 84138 h 1903889"/>
                <a:gd name="connsiteX8" fmla="*/ 679450 w 2070100"/>
                <a:gd name="connsiteY8" fmla="*/ 109538 h 1903889"/>
                <a:gd name="connsiteX9" fmla="*/ 760413 w 2070100"/>
                <a:gd name="connsiteY9" fmla="*/ 137319 h 1903889"/>
                <a:gd name="connsiteX10" fmla="*/ 838200 w 2070100"/>
                <a:gd name="connsiteY10" fmla="*/ 167481 h 1903889"/>
                <a:gd name="connsiteX11" fmla="*/ 915988 w 2070100"/>
                <a:gd name="connsiteY11" fmla="*/ 202406 h 1903889"/>
                <a:gd name="connsiteX12" fmla="*/ 992188 w 2070100"/>
                <a:gd name="connsiteY12" fmla="*/ 238919 h 1903889"/>
                <a:gd name="connsiteX13" fmla="*/ 1066800 w 2070100"/>
                <a:gd name="connsiteY13" fmla="*/ 278606 h 1903889"/>
                <a:gd name="connsiteX14" fmla="*/ 1138238 w 2070100"/>
                <a:gd name="connsiteY14" fmla="*/ 321469 h 1903889"/>
                <a:gd name="connsiteX15" fmla="*/ 1210469 w 2070100"/>
                <a:gd name="connsiteY15" fmla="*/ 367506 h 1903889"/>
                <a:gd name="connsiteX16" fmla="*/ 1278731 w 2070100"/>
                <a:gd name="connsiteY16" fmla="*/ 415925 h 1903889"/>
                <a:gd name="connsiteX17" fmla="*/ 1346200 w 2070100"/>
                <a:gd name="connsiteY17" fmla="*/ 466725 h 1903889"/>
                <a:gd name="connsiteX18" fmla="*/ 1411288 w 2070100"/>
                <a:gd name="connsiteY18" fmla="*/ 519906 h 1903889"/>
                <a:gd name="connsiteX19" fmla="*/ 1473994 w 2070100"/>
                <a:gd name="connsiteY19" fmla="*/ 576263 h 1903889"/>
                <a:gd name="connsiteX20" fmla="*/ 1535113 w 2070100"/>
                <a:gd name="connsiteY20" fmla="*/ 634206 h 1903889"/>
                <a:gd name="connsiteX21" fmla="*/ 1593850 w 2070100"/>
                <a:gd name="connsiteY21" fmla="*/ 695325 h 1903889"/>
                <a:gd name="connsiteX22" fmla="*/ 1651000 w 2070100"/>
                <a:gd name="connsiteY22" fmla="*/ 757238 h 1903889"/>
                <a:gd name="connsiteX23" fmla="*/ 1704181 w 2070100"/>
                <a:gd name="connsiteY23" fmla="*/ 823119 h 1903889"/>
                <a:gd name="connsiteX24" fmla="*/ 1755775 w 2070100"/>
                <a:gd name="connsiteY24" fmla="*/ 889794 h 1903889"/>
                <a:gd name="connsiteX25" fmla="*/ 1804194 w 2070100"/>
                <a:gd name="connsiteY25" fmla="*/ 960438 h 1903889"/>
                <a:gd name="connsiteX26" fmla="*/ 1850231 w 2070100"/>
                <a:gd name="connsiteY26" fmla="*/ 1031875 h 1903889"/>
                <a:gd name="connsiteX27" fmla="*/ 1894681 w 2070100"/>
                <a:gd name="connsiteY27" fmla="*/ 1106488 h 1903889"/>
                <a:gd name="connsiteX28" fmla="*/ 1935956 w 2070100"/>
                <a:gd name="connsiteY28" fmla="*/ 1181100 h 1903889"/>
                <a:gd name="connsiteX29" fmla="*/ 1974056 w 2070100"/>
                <a:gd name="connsiteY29" fmla="*/ 1258888 h 1903889"/>
                <a:gd name="connsiteX30" fmla="*/ 2008981 w 2070100"/>
                <a:gd name="connsiteY30" fmla="*/ 1339850 h 1903889"/>
                <a:gd name="connsiteX31" fmla="*/ 2040731 w 2070100"/>
                <a:gd name="connsiteY31" fmla="*/ 1420019 h 1903889"/>
                <a:gd name="connsiteX32" fmla="*/ 2070100 w 2070100"/>
                <a:gd name="connsiteY32" fmla="*/ 1504157 h 1903889"/>
                <a:gd name="connsiteX33" fmla="*/ 839284 w 2070100"/>
                <a:gd name="connsiteY33" fmla="*/ 1903889 h 1903889"/>
                <a:gd name="connsiteX34" fmla="*/ 0 w 2070100"/>
                <a:gd name="connsiteY34" fmla="*/ 1293264 h 1903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70100" h="1903889">
                  <a:moveTo>
                    <a:pt x="0" y="0"/>
                  </a:moveTo>
                  <a:lnTo>
                    <a:pt x="88106" y="1588"/>
                  </a:lnTo>
                  <a:lnTo>
                    <a:pt x="175419" y="7938"/>
                  </a:lnTo>
                  <a:lnTo>
                    <a:pt x="261938" y="15081"/>
                  </a:lnTo>
                  <a:lnTo>
                    <a:pt x="347663" y="27781"/>
                  </a:lnTo>
                  <a:lnTo>
                    <a:pt x="432594" y="42863"/>
                  </a:lnTo>
                  <a:lnTo>
                    <a:pt x="515144" y="62706"/>
                  </a:lnTo>
                  <a:lnTo>
                    <a:pt x="599281" y="84138"/>
                  </a:lnTo>
                  <a:lnTo>
                    <a:pt x="679450" y="109538"/>
                  </a:lnTo>
                  <a:lnTo>
                    <a:pt x="760413" y="137319"/>
                  </a:lnTo>
                  <a:lnTo>
                    <a:pt x="838200" y="167481"/>
                  </a:lnTo>
                  <a:lnTo>
                    <a:pt x="915988" y="202406"/>
                  </a:lnTo>
                  <a:lnTo>
                    <a:pt x="992188" y="238919"/>
                  </a:lnTo>
                  <a:lnTo>
                    <a:pt x="1066800" y="278606"/>
                  </a:lnTo>
                  <a:lnTo>
                    <a:pt x="1138238" y="321469"/>
                  </a:lnTo>
                  <a:lnTo>
                    <a:pt x="1210469" y="367506"/>
                  </a:lnTo>
                  <a:lnTo>
                    <a:pt x="1278731" y="415925"/>
                  </a:lnTo>
                  <a:lnTo>
                    <a:pt x="1346200" y="466725"/>
                  </a:lnTo>
                  <a:lnTo>
                    <a:pt x="1411288" y="519906"/>
                  </a:lnTo>
                  <a:lnTo>
                    <a:pt x="1473994" y="576263"/>
                  </a:lnTo>
                  <a:lnTo>
                    <a:pt x="1535113" y="634206"/>
                  </a:lnTo>
                  <a:lnTo>
                    <a:pt x="1593850" y="695325"/>
                  </a:lnTo>
                  <a:lnTo>
                    <a:pt x="1651000" y="757238"/>
                  </a:lnTo>
                  <a:lnTo>
                    <a:pt x="1704181" y="823119"/>
                  </a:lnTo>
                  <a:lnTo>
                    <a:pt x="1755775" y="889794"/>
                  </a:lnTo>
                  <a:lnTo>
                    <a:pt x="1804194" y="960438"/>
                  </a:lnTo>
                  <a:lnTo>
                    <a:pt x="1850231" y="1031875"/>
                  </a:lnTo>
                  <a:lnTo>
                    <a:pt x="1894681" y="1106488"/>
                  </a:lnTo>
                  <a:lnTo>
                    <a:pt x="1935956" y="1181100"/>
                  </a:lnTo>
                  <a:lnTo>
                    <a:pt x="1974056" y="1258888"/>
                  </a:lnTo>
                  <a:lnTo>
                    <a:pt x="2008981" y="1339850"/>
                  </a:lnTo>
                  <a:lnTo>
                    <a:pt x="2040731" y="1420019"/>
                  </a:lnTo>
                  <a:lnTo>
                    <a:pt x="2070100" y="1504157"/>
                  </a:lnTo>
                  <a:lnTo>
                    <a:pt x="839284" y="1903889"/>
                  </a:lnTo>
                  <a:lnTo>
                    <a:pt x="0" y="1293264"/>
                  </a:lnTo>
                  <a:close/>
                </a:path>
              </a:pathLst>
            </a:custGeom>
            <a:solidFill>
              <a:srgbClr val="EC6E62"/>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13" name="Freeform 41"/>
            <p:cNvSpPr>
              <a:spLocks/>
            </p:cNvSpPr>
            <p:nvPr/>
          </p:nvSpPr>
          <p:spPr bwMode="auto">
            <a:xfrm>
              <a:off x="-3555363" y="2556823"/>
              <a:ext cx="1653130" cy="2433638"/>
            </a:xfrm>
            <a:custGeom>
              <a:avLst/>
              <a:gdLst>
                <a:gd name="connsiteX0" fmla="*/ 1545974 w 1653130"/>
                <a:gd name="connsiteY0" fmla="*/ 0 h 2433638"/>
                <a:gd name="connsiteX1" fmla="*/ 1572168 w 1653130"/>
                <a:gd name="connsiteY1" fmla="*/ 85697 h 2433638"/>
                <a:gd name="connsiteX2" fmla="*/ 1593599 w 1653130"/>
                <a:gd name="connsiteY2" fmla="*/ 169014 h 2433638"/>
                <a:gd name="connsiteX3" fmla="*/ 1613443 w 1653130"/>
                <a:gd name="connsiteY3" fmla="*/ 254711 h 2433638"/>
                <a:gd name="connsiteX4" fmla="*/ 1626936 w 1653130"/>
                <a:gd name="connsiteY4" fmla="*/ 339614 h 2433638"/>
                <a:gd name="connsiteX5" fmla="*/ 1639636 w 1653130"/>
                <a:gd name="connsiteY5" fmla="*/ 425312 h 2433638"/>
                <a:gd name="connsiteX6" fmla="*/ 1646780 w 1653130"/>
                <a:gd name="connsiteY6" fmla="*/ 510215 h 2433638"/>
                <a:gd name="connsiteX7" fmla="*/ 1651543 w 1653130"/>
                <a:gd name="connsiteY7" fmla="*/ 595912 h 2433638"/>
                <a:gd name="connsiteX8" fmla="*/ 1653130 w 1653130"/>
                <a:gd name="connsiteY8" fmla="*/ 681609 h 2433638"/>
                <a:gd name="connsiteX9" fmla="*/ 1651543 w 1653130"/>
                <a:gd name="connsiteY9" fmla="*/ 766513 h 2433638"/>
                <a:gd name="connsiteX10" fmla="*/ 1645193 w 1653130"/>
                <a:gd name="connsiteY10" fmla="*/ 850623 h 2433638"/>
                <a:gd name="connsiteX11" fmla="*/ 1638049 w 1653130"/>
                <a:gd name="connsiteY11" fmla="*/ 933939 h 2433638"/>
                <a:gd name="connsiteX12" fmla="*/ 1625349 w 1653130"/>
                <a:gd name="connsiteY12" fmla="*/ 1018050 h 2433638"/>
                <a:gd name="connsiteX13" fmla="*/ 1610268 w 1653130"/>
                <a:gd name="connsiteY13" fmla="*/ 1101366 h 2433638"/>
                <a:gd name="connsiteX14" fmla="*/ 1592011 w 1653130"/>
                <a:gd name="connsiteY14" fmla="*/ 1183889 h 2433638"/>
                <a:gd name="connsiteX15" fmla="*/ 1570580 w 1653130"/>
                <a:gd name="connsiteY15" fmla="*/ 1264825 h 2433638"/>
                <a:gd name="connsiteX16" fmla="*/ 1545974 w 1653130"/>
                <a:gd name="connsiteY16" fmla="*/ 1345762 h 2433638"/>
                <a:gd name="connsiteX17" fmla="*/ 1518986 w 1653130"/>
                <a:gd name="connsiteY17" fmla="*/ 1424317 h 2433638"/>
                <a:gd name="connsiteX18" fmla="*/ 1488030 w 1653130"/>
                <a:gd name="connsiteY18" fmla="*/ 1503666 h 2433638"/>
                <a:gd name="connsiteX19" fmla="*/ 1454693 w 1653130"/>
                <a:gd name="connsiteY19" fmla="*/ 1579841 h 2433638"/>
                <a:gd name="connsiteX20" fmla="*/ 1418180 w 1653130"/>
                <a:gd name="connsiteY20" fmla="*/ 1656017 h 2433638"/>
                <a:gd name="connsiteX21" fmla="*/ 1378493 w 1653130"/>
                <a:gd name="connsiteY21" fmla="*/ 1730605 h 2433638"/>
                <a:gd name="connsiteX22" fmla="*/ 1335630 w 1653130"/>
                <a:gd name="connsiteY22" fmla="*/ 1804400 h 2433638"/>
                <a:gd name="connsiteX23" fmla="*/ 1290386 w 1653130"/>
                <a:gd name="connsiteY23" fmla="*/ 1875814 h 2433638"/>
                <a:gd name="connsiteX24" fmla="*/ 1242761 w 1653130"/>
                <a:gd name="connsiteY24" fmla="*/ 1945641 h 2433638"/>
                <a:gd name="connsiteX25" fmla="*/ 1191168 w 1653130"/>
                <a:gd name="connsiteY25" fmla="*/ 2013088 h 2433638"/>
                <a:gd name="connsiteX26" fmla="*/ 1137986 w 1653130"/>
                <a:gd name="connsiteY26" fmla="*/ 2079741 h 2433638"/>
                <a:gd name="connsiteX27" fmla="*/ 1080043 w 1653130"/>
                <a:gd name="connsiteY27" fmla="*/ 2144014 h 2433638"/>
                <a:gd name="connsiteX28" fmla="*/ 1020511 w 1653130"/>
                <a:gd name="connsiteY28" fmla="*/ 2205906 h 2433638"/>
                <a:gd name="connsiteX29" fmla="*/ 959393 w 1653130"/>
                <a:gd name="connsiteY29" fmla="*/ 2265418 h 2433638"/>
                <a:gd name="connsiteX30" fmla="*/ 894305 w 1653130"/>
                <a:gd name="connsiteY30" fmla="*/ 2323343 h 2433638"/>
                <a:gd name="connsiteX31" fmla="*/ 826836 w 1653130"/>
                <a:gd name="connsiteY31" fmla="*/ 2379681 h 2433638"/>
                <a:gd name="connsiteX32" fmla="*/ 756986 w 1653130"/>
                <a:gd name="connsiteY32" fmla="*/ 2433638 h 2433638"/>
                <a:gd name="connsiteX33" fmla="*/ 0 w 1653130"/>
                <a:gd name="connsiteY33" fmla="*/ 1393063 h 2433638"/>
                <a:gd name="connsiteX34" fmla="*/ 322797 w 1653130"/>
                <a:gd name="connsiteY34" fmla="*/ 398212 h 2433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53130" h="2433638">
                  <a:moveTo>
                    <a:pt x="1545974" y="0"/>
                  </a:moveTo>
                  <a:lnTo>
                    <a:pt x="1572168" y="85697"/>
                  </a:lnTo>
                  <a:lnTo>
                    <a:pt x="1593599" y="169014"/>
                  </a:lnTo>
                  <a:lnTo>
                    <a:pt x="1613443" y="254711"/>
                  </a:lnTo>
                  <a:lnTo>
                    <a:pt x="1626936" y="339614"/>
                  </a:lnTo>
                  <a:lnTo>
                    <a:pt x="1639636" y="425312"/>
                  </a:lnTo>
                  <a:lnTo>
                    <a:pt x="1646780" y="510215"/>
                  </a:lnTo>
                  <a:lnTo>
                    <a:pt x="1651543" y="595912"/>
                  </a:lnTo>
                  <a:lnTo>
                    <a:pt x="1653130" y="681609"/>
                  </a:lnTo>
                  <a:lnTo>
                    <a:pt x="1651543" y="766513"/>
                  </a:lnTo>
                  <a:lnTo>
                    <a:pt x="1645193" y="850623"/>
                  </a:lnTo>
                  <a:lnTo>
                    <a:pt x="1638049" y="933939"/>
                  </a:lnTo>
                  <a:lnTo>
                    <a:pt x="1625349" y="1018050"/>
                  </a:lnTo>
                  <a:lnTo>
                    <a:pt x="1610268" y="1101366"/>
                  </a:lnTo>
                  <a:lnTo>
                    <a:pt x="1592011" y="1183889"/>
                  </a:lnTo>
                  <a:lnTo>
                    <a:pt x="1570580" y="1264825"/>
                  </a:lnTo>
                  <a:lnTo>
                    <a:pt x="1545974" y="1345762"/>
                  </a:lnTo>
                  <a:lnTo>
                    <a:pt x="1518986" y="1424317"/>
                  </a:lnTo>
                  <a:lnTo>
                    <a:pt x="1488030" y="1503666"/>
                  </a:lnTo>
                  <a:lnTo>
                    <a:pt x="1454693" y="1579841"/>
                  </a:lnTo>
                  <a:lnTo>
                    <a:pt x="1418180" y="1656017"/>
                  </a:lnTo>
                  <a:lnTo>
                    <a:pt x="1378493" y="1730605"/>
                  </a:lnTo>
                  <a:lnTo>
                    <a:pt x="1335630" y="1804400"/>
                  </a:lnTo>
                  <a:lnTo>
                    <a:pt x="1290386" y="1875814"/>
                  </a:lnTo>
                  <a:lnTo>
                    <a:pt x="1242761" y="1945641"/>
                  </a:lnTo>
                  <a:lnTo>
                    <a:pt x="1191168" y="2013088"/>
                  </a:lnTo>
                  <a:lnTo>
                    <a:pt x="1137986" y="2079741"/>
                  </a:lnTo>
                  <a:lnTo>
                    <a:pt x="1080043" y="2144014"/>
                  </a:lnTo>
                  <a:lnTo>
                    <a:pt x="1020511" y="2205906"/>
                  </a:lnTo>
                  <a:lnTo>
                    <a:pt x="959393" y="2265418"/>
                  </a:lnTo>
                  <a:lnTo>
                    <a:pt x="894305" y="2323343"/>
                  </a:lnTo>
                  <a:lnTo>
                    <a:pt x="826836" y="2379681"/>
                  </a:lnTo>
                  <a:lnTo>
                    <a:pt x="756986" y="2433638"/>
                  </a:lnTo>
                  <a:lnTo>
                    <a:pt x="0" y="1393063"/>
                  </a:lnTo>
                  <a:lnTo>
                    <a:pt x="322797" y="398212"/>
                  </a:lnTo>
                  <a:close/>
                </a:path>
              </a:pathLst>
            </a:custGeom>
            <a:solidFill>
              <a:srgbClr val="F4CF3B"/>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14" name="Freeform 42"/>
            <p:cNvSpPr>
              <a:spLocks/>
            </p:cNvSpPr>
            <p:nvPr/>
          </p:nvSpPr>
          <p:spPr bwMode="auto">
            <a:xfrm>
              <a:off x="-5420134" y="4000922"/>
              <a:ext cx="2559050" cy="1449914"/>
            </a:xfrm>
            <a:custGeom>
              <a:avLst/>
              <a:gdLst>
                <a:gd name="connsiteX0" fmla="*/ 751904 w 2559050"/>
                <a:gd name="connsiteY0" fmla="*/ 0 h 1449914"/>
                <a:gd name="connsiteX1" fmla="*/ 1808079 w 2559050"/>
                <a:gd name="connsiteY1" fmla="*/ 0 h 1449914"/>
                <a:gd name="connsiteX2" fmla="*/ 2559050 w 2559050"/>
                <a:gd name="connsiteY2" fmla="*/ 1033837 h 1449914"/>
                <a:gd name="connsiteX3" fmla="*/ 2486025 w 2559050"/>
                <a:gd name="connsiteY3" fmla="*/ 1084656 h 1449914"/>
                <a:gd name="connsiteX4" fmla="*/ 2413000 w 2559050"/>
                <a:gd name="connsiteY4" fmla="*/ 1131504 h 1449914"/>
                <a:gd name="connsiteX5" fmla="*/ 2338388 w 2559050"/>
                <a:gd name="connsiteY5" fmla="*/ 1175970 h 1449914"/>
                <a:gd name="connsiteX6" fmla="*/ 2262188 w 2559050"/>
                <a:gd name="connsiteY6" fmla="*/ 1217261 h 1449914"/>
                <a:gd name="connsiteX7" fmla="*/ 2184400 w 2559050"/>
                <a:gd name="connsiteY7" fmla="*/ 1253786 h 1449914"/>
                <a:gd name="connsiteX8" fmla="*/ 2105025 w 2559050"/>
                <a:gd name="connsiteY8" fmla="*/ 1287136 h 1449914"/>
                <a:gd name="connsiteX9" fmla="*/ 2025650 w 2559050"/>
                <a:gd name="connsiteY9" fmla="*/ 1318898 h 1449914"/>
                <a:gd name="connsiteX10" fmla="*/ 1944688 w 2559050"/>
                <a:gd name="connsiteY10" fmla="*/ 1346689 h 1449914"/>
                <a:gd name="connsiteX11" fmla="*/ 1862138 w 2559050"/>
                <a:gd name="connsiteY11" fmla="*/ 1371304 h 1449914"/>
                <a:gd name="connsiteX12" fmla="*/ 1781969 w 2559050"/>
                <a:gd name="connsiteY12" fmla="*/ 1391949 h 1449914"/>
                <a:gd name="connsiteX13" fmla="*/ 1697831 w 2559050"/>
                <a:gd name="connsiteY13" fmla="*/ 1409418 h 1449914"/>
                <a:gd name="connsiteX14" fmla="*/ 1615281 w 2559050"/>
                <a:gd name="connsiteY14" fmla="*/ 1424505 h 1449914"/>
                <a:gd name="connsiteX15" fmla="*/ 1531938 w 2559050"/>
                <a:gd name="connsiteY15" fmla="*/ 1434827 h 1449914"/>
                <a:gd name="connsiteX16" fmla="*/ 1447800 w 2559050"/>
                <a:gd name="connsiteY16" fmla="*/ 1444356 h 1449914"/>
                <a:gd name="connsiteX17" fmla="*/ 1364456 w 2559050"/>
                <a:gd name="connsiteY17" fmla="*/ 1448326 h 1449914"/>
                <a:gd name="connsiteX18" fmla="*/ 1280319 w 2559050"/>
                <a:gd name="connsiteY18" fmla="*/ 1449914 h 1449914"/>
                <a:gd name="connsiteX19" fmla="*/ 1194594 w 2559050"/>
                <a:gd name="connsiteY19" fmla="*/ 1448326 h 1449914"/>
                <a:gd name="connsiteX20" fmla="*/ 1111250 w 2559050"/>
                <a:gd name="connsiteY20" fmla="*/ 1444356 h 1449914"/>
                <a:gd name="connsiteX21" fmla="*/ 1027113 w 2559050"/>
                <a:gd name="connsiteY21" fmla="*/ 1434827 h 1449914"/>
                <a:gd name="connsiteX22" fmla="*/ 943769 w 2559050"/>
                <a:gd name="connsiteY22" fmla="*/ 1424505 h 1449914"/>
                <a:gd name="connsiteX23" fmla="*/ 861219 w 2559050"/>
                <a:gd name="connsiteY23" fmla="*/ 1409418 h 1449914"/>
                <a:gd name="connsiteX24" fmla="*/ 778669 w 2559050"/>
                <a:gd name="connsiteY24" fmla="*/ 1391949 h 1449914"/>
                <a:gd name="connsiteX25" fmla="*/ 696913 w 2559050"/>
                <a:gd name="connsiteY25" fmla="*/ 1371304 h 1449914"/>
                <a:gd name="connsiteX26" fmla="*/ 614363 w 2559050"/>
                <a:gd name="connsiteY26" fmla="*/ 1346689 h 1449914"/>
                <a:gd name="connsiteX27" fmla="*/ 534988 w 2559050"/>
                <a:gd name="connsiteY27" fmla="*/ 1318898 h 1449914"/>
                <a:gd name="connsiteX28" fmla="*/ 454025 w 2559050"/>
                <a:gd name="connsiteY28" fmla="*/ 1287136 h 1449914"/>
                <a:gd name="connsiteX29" fmla="*/ 376238 w 2559050"/>
                <a:gd name="connsiteY29" fmla="*/ 1253786 h 1449914"/>
                <a:gd name="connsiteX30" fmla="*/ 298450 w 2559050"/>
                <a:gd name="connsiteY30" fmla="*/ 1217261 h 1449914"/>
                <a:gd name="connsiteX31" fmla="*/ 222250 w 2559050"/>
                <a:gd name="connsiteY31" fmla="*/ 1175970 h 1449914"/>
                <a:gd name="connsiteX32" fmla="*/ 146050 w 2559050"/>
                <a:gd name="connsiteY32" fmla="*/ 1131504 h 1449914"/>
                <a:gd name="connsiteX33" fmla="*/ 73025 w 2559050"/>
                <a:gd name="connsiteY33" fmla="*/ 1084656 h 1449914"/>
                <a:gd name="connsiteX34" fmla="*/ 0 w 2559050"/>
                <a:gd name="connsiteY34" fmla="*/ 1033837 h 1449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559050" h="1449914">
                  <a:moveTo>
                    <a:pt x="751904" y="0"/>
                  </a:moveTo>
                  <a:lnTo>
                    <a:pt x="1808079" y="0"/>
                  </a:lnTo>
                  <a:lnTo>
                    <a:pt x="2559050" y="1033837"/>
                  </a:lnTo>
                  <a:lnTo>
                    <a:pt x="2486025" y="1084656"/>
                  </a:lnTo>
                  <a:lnTo>
                    <a:pt x="2413000" y="1131504"/>
                  </a:lnTo>
                  <a:lnTo>
                    <a:pt x="2338388" y="1175970"/>
                  </a:lnTo>
                  <a:lnTo>
                    <a:pt x="2262188" y="1217261"/>
                  </a:lnTo>
                  <a:lnTo>
                    <a:pt x="2184400" y="1253786"/>
                  </a:lnTo>
                  <a:lnTo>
                    <a:pt x="2105025" y="1287136"/>
                  </a:lnTo>
                  <a:lnTo>
                    <a:pt x="2025650" y="1318898"/>
                  </a:lnTo>
                  <a:lnTo>
                    <a:pt x="1944688" y="1346689"/>
                  </a:lnTo>
                  <a:lnTo>
                    <a:pt x="1862138" y="1371304"/>
                  </a:lnTo>
                  <a:lnTo>
                    <a:pt x="1781969" y="1391949"/>
                  </a:lnTo>
                  <a:lnTo>
                    <a:pt x="1697831" y="1409418"/>
                  </a:lnTo>
                  <a:lnTo>
                    <a:pt x="1615281" y="1424505"/>
                  </a:lnTo>
                  <a:lnTo>
                    <a:pt x="1531938" y="1434827"/>
                  </a:lnTo>
                  <a:lnTo>
                    <a:pt x="1447800" y="1444356"/>
                  </a:lnTo>
                  <a:lnTo>
                    <a:pt x="1364456" y="1448326"/>
                  </a:lnTo>
                  <a:lnTo>
                    <a:pt x="1280319" y="1449914"/>
                  </a:lnTo>
                  <a:lnTo>
                    <a:pt x="1194594" y="1448326"/>
                  </a:lnTo>
                  <a:lnTo>
                    <a:pt x="1111250" y="1444356"/>
                  </a:lnTo>
                  <a:lnTo>
                    <a:pt x="1027113" y="1434827"/>
                  </a:lnTo>
                  <a:lnTo>
                    <a:pt x="943769" y="1424505"/>
                  </a:lnTo>
                  <a:lnTo>
                    <a:pt x="861219" y="1409418"/>
                  </a:lnTo>
                  <a:lnTo>
                    <a:pt x="778669" y="1391949"/>
                  </a:lnTo>
                  <a:lnTo>
                    <a:pt x="696913" y="1371304"/>
                  </a:lnTo>
                  <a:lnTo>
                    <a:pt x="614363" y="1346689"/>
                  </a:lnTo>
                  <a:lnTo>
                    <a:pt x="534988" y="1318898"/>
                  </a:lnTo>
                  <a:lnTo>
                    <a:pt x="454025" y="1287136"/>
                  </a:lnTo>
                  <a:lnTo>
                    <a:pt x="376238" y="1253786"/>
                  </a:lnTo>
                  <a:lnTo>
                    <a:pt x="298450" y="1217261"/>
                  </a:lnTo>
                  <a:lnTo>
                    <a:pt x="222250" y="1175970"/>
                  </a:lnTo>
                  <a:lnTo>
                    <a:pt x="146050" y="1131504"/>
                  </a:lnTo>
                  <a:lnTo>
                    <a:pt x="73025" y="1084656"/>
                  </a:lnTo>
                  <a:lnTo>
                    <a:pt x="0" y="1033837"/>
                  </a:lnTo>
                  <a:close/>
                </a:path>
              </a:pathLst>
            </a:custGeom>
            <a:solidFill>
              <a:srgbClr val="5DC3AE"/>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15" name="Freeform 43"/>
            <p:cNvSpPr>
              <a:spLocks/>
            </p:cNvSpPr>
            <p:nvPr/>
          </p:nvSpPr>
          <p:spPr bwMode="auto">
            <a:xfrm>
              <a:off x="-6378984" y="2556823"/>
              <a:ext cx="1651997" cy="2433638"/>
            </a:xfrm>
            <a:custGeom>
              <a:avLst/>
              <a:gdLst>
                <a:gd name="connsiteX0" fmla="*/ 107156 w 1651997"/>
                <a:gd name="connsiteY0" fmla="*/ 0 h 2433638"/>
                <a:gd name="connsiteX1" fmla="*/ 1328176 w 1651997"/>
                <a:gd name="connsiteY1" fmla="*/ 397510 h 2433638"/>
                <a:gd name="connsiteX2" fmla="*/ 1651997 w 1651997"/>
                <a:gd name="connsiteY2" fmla="*/ 1395517 h 2433638"/>
                <a:gd name="connsiteX3" fmla="*/ 897732 w 1651997"/>
                <a:gd name="connsiteY3" fmla="*/ 2433638 h 2433638"/>
                <a:gd name="connsiteX4" fmla="*/ 827882 w 1651997"/>
                <a:gd name="connsiteY4" fmla="*/ 2379681 h 2433638"/>
                <a:gd name="connsiteX5" fmla="*/ 758825 w 1651997"/>
                <a:gd name="connsiteY5" fmla="*/ 2323343 h 2433638"/>
                <a:gd name="connsiteX6" fmla="*/ 695325 w 1651997"/>
                <a:gd name="connsiteY6" fmla="*/ 2265418 h 2433638"/>
                <a:gd name="connsiteX7" fmla="*/ 632619 w 1651997"/>
                <a:gd name="connsiteY7" fmla="*/ 2205906 h 2433638"/>
                <a:gd name="connsiteX8" fmla="*/ 573088 w 1651997"/>
                <a:gd name="connsiteY8" fmla="*/ 2144014 h 2433638"/>
                <a:gd name="connsiteX9" fmla="*/ 516732 w 1651997"/>
                <a:gd name="connsiteY9" fmla="*/ 2079741 h 2433638"/>
                <a:gd name="connsiteX10" fmla="*/ 461963 w 1651997"/>
                <a:gd name="connsiteY10" fmla="*/ 2013088 h 2433638"/>
                <a:gd name="connsiteX11" fmla="*/ 411956 w 1651997"/>
                <a:gd name="connsiteY11" fmla="*/ 1945641 h 2433638"/>
                <a:gd name="connsiteX12" fmla="*/ 362744 w 1651997"/>
                <a:gd name="connsiteY12" fmla="*/ 1875814 h 2433638"/>
                <a:gd name="connsiteX13" fmla="*/ 317500 w 1651997"/>
                <a:gd name="connsiteY13" fmla="*/ 1804400 h 2433638"/>
                <a:gd name="connsiteX14" fmla="*/ 274638 w 1651997"/>
                <a:gd name="connsiteY14" fmla="*/ 1730605 h 2433638"/>
                <a:gd name="connsiteX15" fmla="*/ 234950 w 1651997"/>
                <a:gd name="connsiteY15" fmla="*/ 1656017 h 2433638"/>
                <a:gd name="connsiteX16" fmla="*/ 198438 w 1651997"/>
                <a:gd name="connsiteY16" fmla="*/ 1579841 h 2433638"/>
                <a:gd name="connsiteX17" fmla="*/ 165100 w 1651997"/>
                <a:gd name="connsiteY17" fmla="*/ 1503666 h 2433638"/>
                <a:gd name="connsiteX18" fmla="*/ 134144 w 1651997"/>
                <a:gd name="connsiteY18" fmla="*/ 1424317 h 2433638"/>
                <a:gd name="connsiteX19" fmla="*/ 107156 w 1651997"/>
                <a:gd name="connsiteY19" fmla="*/ 1345762 h 2433638"/>
                <a:gd name="connsiteX20" fmla="*/ 82550 w 1651997"/>
                <a:gd name="connsiteY20" fmla="*/ 1264825 h 2433638"/>
                <a:gd name="connsiteX21" fmla="*/ 61119 w 1651997"/>
                <a:gd name="connsiteY21" fmla="*/ 1183889 h 2433638"/>
                <a:gd name="connsiteX22" fmla="*/ 42863 w 1651997"/>
                <a:gd name="connsiteY22" fmla="*/ 1101366 h 2433638"/>
                <a:gd name="connsiteX23" fmla="*/ 27781 w 1651997"/>
                <a:gd name="connsiteY23" fmla="*/ 1018050 h 2433638"/>
                <a:gd name="connsiteX24" fmla="*/ 16669 w 1651997"/>
                <a:gd name="connsiteY24" fmla="*/ 933939 h 2433638"/>
                <a:gd name="connsiteX25" fmla="*/ 7938 w 1651997"/>
                <a:gd name="connsiteY25" fmla="*/ 850623 h 2433638"/>
                <a:gd name="connsiteX26" fmla="*/ 1588 w 1651997"/>
                <a:gd name="connsiteY26" fmla="*/ 766513 h 2433638"/>
                <a:gd name="connsiteX27" fmla="*/ 0 w 1651997"/>
                <a:gd name="connsiteY27" fmla="*/ 681609 h 2433638"/>
                <a:gd name="connsiteX28" fmla="*/ 1588 w 1651997"/>
                <a:gd name="connsiteY28" fmla="*/ 595912 h 2433638"/>
                <a:gd name="connsiteX29" fmla="*/ 6350 w 1651997"/>
                <a:gd name="connsiteY29" fmla="*/ 510215 h 2433638"/>
                <a:gd name="connsiteX30" fmla="*/ 13494 w 1651997"/>
                <a:gd name="connsiteY30" fmla="*/ 425312 h 2433638"/>
                <a:gd name="connsiteX31" fmla="*/ 26194 w 1651997"/>
                <a:gd name="connsiteY31" fmla="*/ 339614 h 2433638"/>
                <a:gd name="connsiteX32" fmla="*/ 41275 w 1651997"/>
                <a:gd name="connsiteY32" fmla="*/ 254711 h 2433638"/>
                <a:gd name="connsiteX33" fmla="*/ 59531 w 1651997"/>
                <a:gd name="connsiteY33" fmla="*/ 169014 h 2433638"/>
                <a:gd name="connsiteX34" fmla="*/ 80963 w 1651997"/>
                <a:gd name="connsiteY34" fmla="*/ 85697 h 2433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51997" h="2433638">
                  <a:moveTo>
                    <a:pt x="107156" y="0"/>
                  </a:moveTo>
                  <a:lnTo>
                    <a:pt x="1328176" y="397510"/>
                  </a:lnTo>
                  <a:lnTo>
                    <a:pt x="1651997" y="1395517"/>
                  </a:lnTo>
                  <a:lnTo>
                    <a:pt x="897732" y="2433638"/>
                  </a:lnTo>
                  <a:lnTo>
                    <a:pt x="827882" y="2379681"/>
                  </a:lnTo>
                  <a:lnTo>
                    <a:pt x="758825" y="2323343"/>
                  </a:lnTo>
                  <a:lnTo>
                    <a:pt x="695325" y="2265418"/>
                  </a:lnTo>
                  <a:lnTo>
                    <a:pt x="632619" y="2205906"/>
                  </a:lnTo>
                  <a:lnTo>
                    <a:pt x="573088" y="2144014"/>
                  </a:lnTo>
                  <a:lnTo>
                    <a:pt x="516732" y="2079741"/>
                  </a:lnTo>
                  <a:lnTo>
                    <a:pt x="461963" y="2013088"/>
                  </a:lnTo>
                  <a:lnTo>
                    <a:pt x="411956" y="1945641"/>
                  </a:lnTo>
                  <a:lnTo>
                    <a:pt x="362744" y="1875814"/>
                  </a:lnTo>
                  <a:lnTo>
                    <a:pt x="317500" y="1804400"/>
                  </a:lnTo>
                  <a:lnTo>
                    <a:pt x="274638" y="1730605"/>
                  </a:lnTo>
                  <a:lnTo>
                    <a:pt x="234950" y="1656017"/>
                  </a:lnTo>
                  <a:lnTo>
                    <a:pt x="198438" y="1579841"/>
                  </a:lnTo>
                  <a:lnTo>
                    <a:pt x="165100" y="1503666"/>
                  </a:lnTo>
                  <a:lnTo>
                    <a:pt x="134144" y="1424317"/>
                  </a:lnTo>
                  <a:lnTo>
                    <a:pt x="107156" y="1345762"/>
                  </a:lnTo>
                  <a:lnTo>
                    <a:pt x="82550" y="1264825"/>
                  </a:lnTo>
                  <a:lnTo>
                    <a:pt x="61119" y="1183889"/>
                  </a:lnTo>
                  <a:lnTo>
                    <a:pt x="42863" y="1101366"/>
                  </a:lnTo>
                  <a:lnTo>
                    <a:pt x="27781" y="1018050"/>
                  </a:lnTo>
                  <a:lnTo>
                    <a:pt x="16669" y="933939"/>
                  </a:lnTo>
                  <a:lnTo>
                    <a:pt x="7938" y="850623"/>
                  </a:lnTo>
                  <a:lnTo>
                    <a:pt x="1588" y="766513"/>
                  </a:lnTo>
                  <a:lnTo>
                    <a:pt x="0" y="681609"/>
                  </a:lnTo>
                  <a:lnTo>
                    <a:pt x="1588" y="595912"/>
                  </a:lnTo>
                  <a:lnTo>
                    <a:pt x="6350" y="510215"/>
                  </a:lnTo>
                  <a:lnTo>
                    <a:pt x="13494" y="425312"/>
                  </a:lnTo>
                  <a:lnTo>
                    <a:pt x="26194" y="339614"/>
                  </a:lnTo>
                  <a:lnTo>
                    <a:pt x="41275" y="254711"/>
                  </a:lnTo>
                  <a:lnTo>
                    <a:pt x="59531" y="169014"/>
                  </a:lnTo>
                  <a:lnTo>
                    <a:pt x="80963" y="85697"/>
                  </a:lnTo>
                  <a:close/>
                </a:path>
              </a:pathLst>
            </a:custGeom>
            <a:solidFill>
              <a:srgbClr val="AAB5B7"/>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16" name="Freeform 44"/>
            <p:cNvSpPr>
              <a:spLocks/>
            </p:cNvSpPr>
            <p:nvPr/>
          </p:nvSpPr>
          <p:spPr bwMode="auto">
            <a:xfrm>
              <a:off x="-6247221" y="980435"/>
              <a:ext cx="2068513" cy="1903311"/>
            </a:xfrm>
            <a:custGeom>
              <a:avLst/>
              <a:gdLst>
                <a:gd name="connsiteX0" fmla="*/ 2068513 w 2068513"/>
                <a:gd name="connsiteY0" fmla="*/ 0 h 1903311"/>
                <a:gd name="connsiteX1" fmla="*/ 2068513 w 2068513"/>
                <a:gd name="connsiteY1" fmla="*/ 1291861 h 1903311"/>
                <a:gd name="connsiteX2" fmla="*/ 1228094 w 2068513"/>
                <a:gd name="connsiteY2" fmla="*/ 1903311 h 1903311"/>
                <a:gd name="connsiteX3" fmla="*/ 0 w 2068513"/>
                <a:gd name="connsiteY3" fmla="*/ 1504157 h 1903311"/>
                <a:gd name="connsiteX4" fmla="*/ 29369 w 2068513"/>
                <a:gd name="connsiteY4" fmla="*/ 1420019 h 1903311"/>
                <a:gd name="connsiteX5" fmla="*/ 61119 w 2068513"/>
                <a:gd name="connsiteY5" fmla="*/ 1339850 h 1903311"/>
                <a:gd name="connsiteX6" fmla="*/ 96044 w 2068513"/>
                <a:gd name="connsiteY6" fmla="*/ 1258888 h 1903311"/>
                <a:gd name="connsiteX7" fmla="*/ 132556 w 2068513"/>
                <a:gd name="connsiteY7" fmla="*/ 1181100 h 1903311"/>
                <a:gd name="connsiteX8" fmla="*/ 173831 w 2068513"/>
                <a:gd name="connsiteY8" fmla="*/ 1106488 h 1903311"/>
                <a:gd name="connsiteX9" fmla="*/ 218281 w 2068513"/>
                <a:gd name="connsiteY9" fmla="*/ 1031875 h 1903311"/>
                <a:gd name="connsiteX10" fmla="*/ 264319 w 2068513"/>
                <a:gd name="connsiteY10" fmla="*/ 960438 h 1903311"/>
                <a:gd name="connsiteX11" fmla="*/ 312738 w 2068513"/>
                <a:gd name="connsiteY11" fmla="*/ 889794 h 1903311"/>
                <a:gd name="connsiteX12" fmla="*/ 364331 w 2068513"/>
                <a:gd name="connsiteY12" fmla="*/ 823119 h 1903311"/>
                <a:gd name="connsiteX13" fmla="*/ 419100 w 2068513"/>
                <a:gd name="connsiteY13" fmla="*/ 757238 h 1903311"/>
                <a:gd name="connsiteX14" fmla="*/ 475457 w 2068513"/>
                <a:gd name="connsiteY14" fmla="*/ 695325 h 1903311"/>
                <a:gd name="connsiteX15" fmla="*/ 533400 w 2068513"/>
                <a:gd name="connsiteY15" fmla="*/ 634206 h 1903311"/>
                <a:gd name="connsiteX16" fmla="*/ 594519 w 2068513"/>
                <a:gd name="connsiteY16" fmla="*/ 576263 h 1903311"/>
                <a:gd name="connsiteX17" fmla="*/ 657225 w 2068513"/>
                <a:gd name="connsiteY17" fmla="*/ 519906 h 1903311"/>
                <a:gd name="connsiteX18" fmla="*/ 722313 w 2068513"/>
                <a:gd name="connsiteY18" fmla="*/ 466725 h 1903311"/>
                <a:gd name="connsiteX19" fmla="*/ 789782 w 2068513"/>
                <a:gd name="connsiteY19" fmla="*/ 415925 h 1903311"/>
                <a:gd name="connsiteX20" fmla="*/ 859632 w 2068513"/>
                <a:gd name="connsiteY20" fmla="*/ 367506 h 1903311"/>
                <a:gd name="connsiteX21" fmla="*/ 930275 w 2068513"/>
                <a:gd name="connsiteY21" fmla="*/ 321469 h 1903311"/>
                <a:gd name="connsiteX22" fmla="*/ 1003300 w 2068513"/>
                <a:gd name="connsiteY22" fmla="*/ 278606 h 1903311"/>
                <a:gd name="connsiteX23" fmla="*/ 1076325 w 2068513"/>
                <a:gd name="connsiteY23" fmla="*/ 238919 h 1903311"/>
                <a:gd name="connsiteX24" fmla="*/ 1152525 w 2068513"/>
                <a:gd name="connsiteY24" fmla="*/ 202406 h 1903311"/>
                <a:gd name="connsiteX25" fmla="*/ 1230313 w 2068513"/>
                <a:gd name="connsiteY25" fmla="*/ 167481 h 1903311"/>
                <a:gd name="connsiteX26" fmla="*/ 1309688 w 2068513"/>
                <a:gd name="connsiteY26" fmla="*/ 137319 h 1903311"/>
                <a:gd name="connsiteX27" fmla="*/ 1389063 w 2068513"/>
                <a:gd name="connsiteY27" fmla="*/ 109538 h 1903311"/>
                <a:gd name="connsiteX28" fmla="*/ 1470819 w 2068513"/>
                <a:gd name="connsiteY28" fmla="*/ 84138 h 1903311"/>
                <a:gd name="connsiteX29" fmla="*/ 1553369 w 2068513"/>
                <a:gd name="connsiteY29" fmla="*/ 62706 h 1903311"/>
                <a:gd name="connsiteX30" fmla="*/ 1637507 w 2068513"/>
                <a:gd name="connsiteY30" fmla="*/ 42863 h 1903311"/>
                <a:gd name="connsiteX31" fmla="*/ 1720851 w 2068513"/>
                <a:gd name="connsiteY31" fmla="*/ 27781 h 1903311"/>
                <a:gd name="connsiteX32" fmla="*/ 1808163 w 2068513"/>
                <a:gd name="connsiteY32" fmla="*/ 15081 h 1903311"/>
                <a:gd name="connsiteX33" fmla="*/ 1893094 w 2068513"/>
                <a:gd name="connsiteY33" fmla="*/ 7938 h 1903311"/>
                <a:gd name="connsiteX34" fmla="*/ 1981994 w 2068513"/>
                <a:gd name="connsiteY34" fmla="*/ 1588 h 190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68513" h="1903311">
                  <a:moveTo>
                    <a:pt x="2068513" y="0"/>
                  </a:moveTo>
                  <a:lnTo>
                    <a:pt x="2068513" y="1291861"/>
                  </a:lnTo>
                  <a:lnTo>
                    <a:pt x="1228094" y="1903311"/>
                  </a:lnTo>
                  <a:lnTo>
                    <a:pt x="0" y="1504157"/>
                  </a:lnTo>
                  <a:lnTo>
                    <a:pt x="29369" y="1420019"/>
                  </a:lnTo>
                  <a:lnTo>
                    <a:pt x="61119" y="1339850"/>
                  </a:lnTo>
                  <a:lnTo>
                    <a:pt x="96044" y="1258888"/>
                  </a:lnTo>
                  <a:lnTo>
                    <a:pt x="132556" y="1181100"/>
                  </a:lnTo>
                  <a:lnTo>
                    <a:pt x="173831" y="1106488"/>
                  </a:lnTo>
                  <a:lnTo>
                    <a:pt x="218281" y="1031875"/>
                  </a:lnTo>
                  <a:lnTo>
                    <a:pt x="264319" y="960438"/>
                  </a:lnTo>
                  <a:lnTo>
                    <a:pt x="312738" y="889794"/>
                  </a:lnTo>
                  <a:lnTo>
                    <a:pt x="364331" y="823119"/>
                  </a:lnTo>
                  <a:lnTo>
                    <a:pt x="419100" y="757238"/>
                  </a:lnTo>
                  <a:lnTo>
                    <a:pt x="475457" y="695325"/>
                  </a:lnTo>
                  <a:lnTo>
                    <a:pt x="533400" y="634206"/>
                  </a:lnTo>
                  <a:lnTo>
                    <a:pt x="594519" y="576263"/>
                  </a:lnTo>
                  <a:lnTo>
                    <a:pt x="657225" y="519906"/>
                  </a:lnTo>
                  <a:lnTo>
                    <a:pt x="722313" y="466725"/>
                  </a:lnTo>
                  <a:lnTo>
                    <a:pt x="789782" y="415925"/>
                  </a:lnTo>
                  <a:lnTo>
                    <a:pt x="859632" y="367506"/>
                  </a:lnTo>
                  <a:lnTo>
                    <a:pt x="930275" y="321469"/>
                  </a:lnTo>
                  <a:lnTo>
                    <a:pt x="1003300" y="278606"/>
                  </a:lnTo>
                  <a:lnTo>
                    <a:pt x="1076325" y="238919"/>
                  </a:lnTo>
                  <a:lnTo>
                    <a:pt x="1152525" y="202406"/>
                  </a:lnTo>
                  <a:lnTo>
                    <a:pt x="1230313" y="167481"/>
                  </a:lnTo>
                  <a:lnTo>
                    <a:pt x="1309688" y="137319"/>
                  </a:lnTo>
                  <a:lnTo>
                    <a:pt x="1389063" y="109538"/>
                  </a:lnTo>
                  <a:lnTo>
                    <a:pt x="1470819" y="84138"/>
                  </a:lnTo>
                  <a:lnTo>
                    <a:pt x="1553369" y="62706"/>
                  </a:lnTo>
                  <a:lnTo>
                    <a:pt x="1637507" y="42863"/>
                  </a:lnTo>
                  <a:lnTo>
                    <a:pt x="1720851" y="27781"/>
                  </a:lnTo>
                  <a:lnTo>
                    <a:pt x="1808163" y="15081"/>
                  </a:lnTo>
                  <a:lnTo>
                    <a:pt x="1893094" y="7938"/>
                  </a:lnTo>
                  <a:lnTo>
                    <a:pt x="1981994" y="1588"/>
                  </a:lnTo>
                  <a:close/>
                </a:path>
              </a:pathLst>
            </a:custGeom>
            <a:solidFill>
              <a:srgbClr val="A47BB3"/>
            </a:solidFill>
            <a:ln>
              <a:noFill/>
            </a:ln>
          </p:spPr>
          <p:txBody>
            <a:bodyPr vert="horz" wrap="square" lIns="91440" tIns="45720" rIns="91440" bIns="45720" numCol="1" anchor="t" anchorCtr="0" compatLnSpc="1">
              <a:prstTxWarp prst="textNoShape">
                <a:avLst/>
              </a:prstTxWarp>
              <a:noAutofit/>
            </a:bodyPr>
            <a:lstStyle/>
            <a:p>
              <a:endParaRPr lang="en-US"/>
            </a:p>
          </p:txBody>
        </p:sp>
      </p:grpSp>
      <p:grpSp>
        <p:nvGrpSpPr>
          <p:cNvPr id="38" name="组合 37"/>
          <p:cNvGrpSpPr>
            <a:grpSpLocks noChangeAspect="1"/>
          </p:cNvGrpSpPr>
          <p:nvPr/>
        </p:nvGrpSpPr>
        <p:grpSpPr>
          <a:xfrm>
            <a:off x="10746690" y="5590380"/>
            <a:ext cx="1080000" cy="1080000"/>
            <a:chOff x="-7248624" y="6748413"/>
            <a:chExt cx="4473575" cy="4473575"/>
          </a:xfrm>
        </p:grpSpPr>
        <p:sp>
          <p:nvSpPr>
            <p:cNvPr id="202" name="Freeform 36"/>
            <p:cNvSpPr>
              <a:spLocks/>
            </p:cNvSpPr>
            <p:nvPr/>
          </p:nvSpPr>
          <p:spPr bwMode="auto">
            <a:xfrm>
              <a:off x="-4986437" y="6748413"/>
              <a:ext cx="1539875" cy="1626932"/>
            </a:xfrm>
            <a:custGeom>
              <a:avLst/>
              <a:gdLst>
                <a:gd name="connsiteX0" fmla="*/ 0 w 1539875"/>
                <a:gd name="connsiteY0" fmla="*/ 0 h 1626932"/>
                <a:gd name="connsiteX1" fmla="*/ 108006 w 1539875"/>
                <a:gd name="connsiteY1" fmla="*/ 3175 h 1626932"/>
                <a:gd name="connsiteX2" fmla="*/ 214423 w 1539875"/>
                <a:gd name="connsiteY2" fmla="*/ 11113 h 1626932"/>
                <a:gd name="connsiteX3" fmla="*/ 321635 w 1539875"/>
                <a:gd name="connsiteY3" fmla="*/ 24606 h 1626932"/>
                <a:gd name="connsiteX4" fmla="*/ 426464 w 1539875"/>
                <a:gd name="connsiteY4" fmla="*/ 42863 h 1626932"/>
                <a:gd name="connsiteX5" fmla="*/ 530499 w 1539875"/>
                <a:gd name="connsiteY5" fmla="*/ 65881 h 1626932"/>
                <a:gd name="connsiteX6" fmla="*/ 632945 w 1539875"/>
                <a:gd name="connsiteY6" fmla="*/ 94456 h 1626932"/>
                <a:gd name="connsiteX7" fmla="*/ 733009 w 1539875"/>
                <a:gd name="connsiteY7" fmla="*/ 128588 h 1626932"/>
                <a:gd name="connsiteX8" fmla="*/ 832279 w 1539875"/>
                <a:gd name="connsiteY8" fmla="*/ 166688 h 1626932"/>
                <a:gd name="connsiteX9" fmla="*/ 929961 w 1539875"/>
                <a:gd name="connsiteY9" fmla="*/ 208756 h 1626932"/>
                <a:gd name="connsiteX10" fmla="*/ 1024466 w 1539875"/>
                <a:gd name="connsiteY10" fmla="*/ 256381 h 1626932"/>
                <a:gd name="connsiteX11" fmla="*/ 1117382 w 1539875"/>
                <a:gd name="connsiteY11" fmla="*/ 309563 h 1626932"/>
                <a:gd name="connsiteX12" fmla="*/ 1207122 w 1539875"/>
                <a:gd name="connsiteY12" fmla="*/ 365919 h 1626932"/>
                <a:gd name="connsiteX13" fmla="*/ 1294480 w 1539875"/>
                <a:gd name="connsiteY13" fmla="*/ 427038 h 1626932"/>
                <a:gd name="connsiteX14" fmla="*/ 1379455 w 1539875"/>
                <a:gd name="connsiteY14" fmla="*/ 492919 h 1626932"/>
                <a:gd name="connsiteX15" fmla="*/ 1460459 w 1539875"/>
                <a:gd name="connsiteY15" fmla="*/ 564356 h 1626932"/>
                <a:gd name="connsiteX16" fmla="*/ 1539875 w 1539875"/>
                <a:gd name="connsiteY16" fmla="*/ 637381 h 1626932"/>
                <a:gd name="connsiteX17" fmla="*/ 549815 w 1539875"/>
                <a:gd name="connsiteY17" fmla="*/ 1626932 h 1626932"/>
                <a:gd name="connsiteX18" fmla="*/ 271593 w 1539875"/>
                <a:gd name="connsiteY18" fmla="*/ 1497163 h 1626932"/>
                <a:gd name="connsiteX19" fmla="*/ 0 w 1539875"/>
                <a:gd name="connsiteY19" fmla="*/ 1382474 h 1626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539875" h="1626932">
                  <a:moveTo>
                    <a:pt x="0" y="0"/>
                  </a:moveTo>
                  <a:lnTo>
                    <a:pt x="108006" y="3175"/>
                  </a:lnTo>
                  <a:lnTo>
                    <a:pt x="214423" y="11113"/>
                  </a:lnTo>
                  <a:lnTo>
                    <a:pt x="321635" y="24606"/>
                  </a:lnTo>
                  <a:lnTo>
                    <a:pt x="426464" y="42863"/>
                  </a:lnTo>
                  <a:lnTo>
                    <a:pt x="530499" y="65881"/>
                  </a:lnTo>
                  <a:lnTo>
                    <a:pt x="632945" y="94456"/>
                  </a:lnTo>
                  <a:lnTo>
                    <a:pt x="733009" y="128588"/>
                  </a:lnTo>
                  <a:lnTo>
                    <a:pt x="832279" y="166688"/>
                  </a:lnTo>
                  <a:lnTo>
                    <a:pt x="929961" y="208756"/>
                  </a:lnTo>
                  <a:lnTo>
                    <a:pt x="1024466" y="256381"/>
                  </a:lnTo>
                  <a:lnTo>
                    <a:pt x="1117382" y="309563"/>
                  </a:lnTo>
                  <a:lnTo>
                    <a:pt x="1207122" y="365919"/>
                  </a:lnTo>
                  <a:lnTo>
                    <a:pt x="1294480" y="427038"/>
                  </a:lnTo>
                  <a:lnTo>
                    <a:pt x="1379455" y="492919"/>
                  </a:lnTo>
                  <a:lnTo>
                    <a:pt x="1460459" y="564356"/>
                  </a:lnTo>
                  <a:lnTo>
                    <a:pt x="1539875" y="637381"/>
                  </a:lnTo>
                  <a:lnTo>
                    <a:pt x="549815" y="1626932"/>
                  </a:lnTo>
                  <a:lnTo>
                    <a:pt x="271593" y="1497163"/>
                  </a:lnTo>
                  <a:lnTo>
                    <a:pt x="0" y="1382474"/>
                  </a:lnTo>
                  <a:close/>
                </a:path>
              </a:pathLst>
            </a:custGeom>
            <a:solidFill>
              <a:srgbClr val="EC6E62"/>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203" name="Freeform 60"/>
            <p:cNvSpPr>
              <a:spLocks/>
            </p:cNvSpPr>
            <p:nvPr/>
          </p:nvSpPr>
          <p:spPr bwMode="auto">
            <a:xfrm>
              <a:off x="-4400975" y="7421513"/>
              <a:ext cx="1625926" cy="1538288"/>
            </a:xfrm>
            <a:custGeom>
              <a:avLst/>
              <a:gdLst>
                <a:gd name="connsiteX0" fmla="*/ 988545 w 1625926"/>
                <a:gd name="connsiteY0" fmla="*/ 0 h 1538288"/>
                <a:gd name="connsiteX1" fmla="*/ 1063157 w 1625926"/>
                <a:gd name="connsiteY1" fmla="*/ 79334 h 1538288"/>
                <a:gd name="connsiteX2" fmla="*/ 1133801 w 1625926"/>
                <a:gd name="connsiteY2" fmla="*/ 160255 h 1538288"/>
                <a:gd name="connsiteX3" fmla="*/ 1198889 w 1625926"/>
                <a:gd name="connsiteY3" fmla="*/ 245142 h 1538288"/>
                <a:gd name="connsiteX4" fmla="*/ 1260007 w 1625926"/>
                <a:gd name="connsiteY4" fmla="*/ 332410 h 1538288"/>
                <a:gd name="connsiteX5" fmla="*/ 1316364 w 1625926"/>
                <a:gd name="connsiteY5" fmla="*/ 422057 h 1538288"/>
                <a:gd name="connsiteX6" fmla="*/ 1369545 w 1625926"/>
                <a:gd name="connsiteY6" fmla="*/ 514878 h 1538288"/>
                <a:gd name="connsiteX7" fmla="*/ 1417170 w 1625926"/>
                <a:gd name="connsiteY7" fmla="*/ 609286 h 1538288"/>
                <a:gd name="connsiteX8" fmla="*/ 1460032 w 1625926"/>
                <a:gd name="connsiteY8" fmla="*/ 706867 h 1538288"/>
                <a:gd name="connsiteX9" fmla="*/ 1498132 w 1625926"/>
                <a:gd name="connsiteY9" fmla="*/ 806035 h 1538288"/>
                <a:gd name="connsiteX10" fmla="*/ 1531470 w 1625926"/>
                <a:gd name="connsiteY10" fmla="*/ 906789 h 1538288"/>
                <a:gd name="connsiteX11" fmla="*/ 1560045 w 1625926"/>
                <a:gd name="connsiteY11" fmla="*/ 1008336 h 1538288"/>
                <a:gd name="connsiteX12" fmla="*/ 1583064 w 1625926"/>
                <a:gd name="connsiteY12" fmla="*/ 1112264 h 1538288"/>
                <a:gd name="connsiteX13" fmla="*/ 1601320 w 1625926"/>
                <a:gd name="connsiteY13" fmla="*/ 1216985 h 1538288"/>
                <a:gd name="connsiteX14" fmla="*/ 1614814 w 1625926"/>
                <a:gd name="connsiteY14" fmla="*/ 1324086 h 1538288"/>
                <a:gd name="connsiteX15" fmla="*/ 1622751 w 1625926"/>
                <a:gd name="connsiteY15" fmla="*/ 1430394 h 1538288"/>
                <a:gd name="connsiteX16" fmla="*/ 1625926 w 1625926"/>
                <a:gd name="connsiteY16" fmla="*/ 1538288 h 1538288"/>
                <a:gd name="connsiteX17" fmla="*/ 215029 w 1625926"/>
                <a:gd name="connsiteY17" fmla="*/ 1538288 h 1538288"/>
                <a:gd name="connsiteX18" fmla="*/ 111704 w 1625926"/>
                <a:gd name="connsiteY18" fmla="*/ 1263033 h 1538288"/>
                <a:gd name="connsiteX19" fmla="*/ 0 w 1625926"/>
                <a:gd name="connsiteY19" fmla="*/ 988035 h 153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25926" h="1538288">
                  <a:moveTo>
                    <a:pt x="988545" y="0"/>
                  </a:moveTo>
                  <a:lnTo>
                    <a:pt x="1063157" y="79334"/>
                  </a:lnTo>
                  <a:lnTo>
                    <a:pt x="1133801" y="160255"/>
                  </a:lnTo>
                  <a:lnTo>
                    <a:pt x="1198889" y="245142"/>
                  </a:lnTo>
                  <a:lnTo>
                    <a:pt x="1260007" y="332410"/>
                  </a:lnTo>
                  <a:lnTo>
                    <a:pt x="1316364" y="422057"/>
                  </a:lnTo>
                  <a:lnTo>
                    <a:pt x="1369545" y="514878"/>
                  </a:lnTo>
                  <a:lnTo>
                    <a:pt x="1417170" y="609286"/>
                  </a:lnTo>
                  <a:lnTo>
                    <a:pt x="1460032" y="706867"/>
                  </a:lnTo>
                  <a:lnTo>
                    <a:pt x="1498132" y="806035"/>
                  </a:lnTo>
                  <a:lnTo>
                    <a:pt x="1531470" y="906789"/>
                  </a:lnTo>
                  <a:lnTo>
                    <a:pt x="1560045" y="1008336"/>
                  </a:lnTo>
                  <a:lnTo>
                    <a:pt x="1583064" y="1112264"/>
                  </a:lnTo>
                  <a:lnTo>
                    <a:pt x="1601320" y="1216985"/>
                  </a:lnTo>
                  <a:lnTo>
                    <a:pt x="1614814" y="1324086"/>
                  </a:lnTo>
                  <a:lnTo>
                    <a:pt x="1622751" y="1430394"/>
                  </a:lnTo>
                  <a:lnTo>
                    <a:pt x="1625926" y="1538288"/>
                  </a:lnTo>
                  <a:lnTo>
                    <a:pt x="215029" y="1538288"/>
                  </a:lnTo>
                  <a:lnTo>
                    <a:pt x="111704" y="1263033"/>
                  </a:lnTo>
                  <a:lnTo>
                    <a:pt x="0" y="988035"/>
                  </a:lnTo>
                  <a:close/>
                </a:path>
              </a:pathLst>
            </a:custGeom>
            <a:solidFill>
              <a:srgbClr val="EA964D"/>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204" name="Freeform 61"/>
            <p:cNvSpPr>
              <a:spLocks/>
            </p:cNvSpPr>
            <p:nvPr/>
          </p:nvSpPr>
          <p:spPr bwMode="auto">
            <a:xfrm>
              <a:off x="-4383920" y="9010600"/>
              <a:ext cx="1608871" cy="1536700"/>
            </a:xfrm>
            <a:custGeom>
              <a:avLst/>
              <a:gdLst>
                <a:gd name="connsiteX0" fmla="*/ 208118 w 1608871"/>
                <a:gd name="connsiteY0" fmla="*/ 0 h 1536700"/>
                <a:gd name="connsiteX1" fmla="*/ 1608871 w 1608871"/>
                <a:gd name="connsiteY1" fmla="*/ 0 h 1536700"/>
                <a:gd name="connsiteX2" fmla="*/ 1605696 w 1608871"/>
                <a:gd name="connsiteY2" fmla="*/ 107894 h 1536700"/>
                <a:gd name="connsiteX3" fmla="*/ 1597759 w 1608871"/>
                <a:gd name="connsiteY3" fmla="*/ 214202 h 1536700"/>
                <a:gd name="connsiteX4" fmla="*/ 1584265 w 1608871"/>
                <a:gd name="connsiteY4" fmla="*/ 321303 h 1536700"/>
                <a:gd name="connsiteX5" fmla="*/ 1566009 w 1608871"/>
                <a:gd name="connsiteY5" fmla="*/ 426024 h 1536700"/>
                <a:gd name="connsiteX6" fmla="*/ 1542990 w 1608871"/>
                <a:gd name="connsiteY6" fmla="*/ 529951 h 1536700"/>
                <a:gd name="connsiteX7" fmla="*/ 1514415 w 1608871"/>
                <a:gd name="connsiteY7" fmla="*/ 631499 h 1536700"/>
                <a:gd name="connsiteX8" fmla="*/ 1481077 w 1608871"/>
                <a:gd name="connsiteY8" fmla="*/ 732253 h 1536700"/>
                <a:gd name="connsiteX9" fmla="*/ 1442977 w 1608871"/>
                <a:gd name="connsiteY9" fmla="*/ 831421 h 1536700"/>
                <a:gd name="connsiteX10" fmla="*/ 1400115 w 1608871"/>
                <a:gd name="connsiteY10" fmla="*/ 929002 h 1536700"/>
                <a:gd name="connsiteX11" fmla="*/ 1352490 w 1608871"/>
                <a:gd name="connsiteY11" fmla="*/ 1023409 h 1536700"/>
                <a:gd name="connsiteX12" fmla="*/ 1299309 w 1608871"/>
                <a:gd name="connsiteY12" fmla="*/ 1116230 h 1536700"/>
                <a:gd name="connsiteX13" fmla="*/ 1242952 w 1608871"/>
                <a:gd name="connsiteY13" fmla="*/ 1205877 h 1536700"/>
                <a:gd name="connsiteX14" fmla="*/ 1181834 w 1608871"/>
                <a:gd name="connsiteY14" fmla="*/ 1293145 h 1536700"/>
                <a:gd name="connsiteX15" fmla="*/ 1116746 w 1608871"/>
                <a:gd name="connsiteY15" fmla="*/ 1378032 h 1536700"/>
                <a:gd name="connsiteX16" fmla="*/ 1046102 w 1608871"/>
                <a:gd name="connsiteY16" fmla="*/ 1458953 h 1536700"/>
                <a:gd name="connsiteX17" fmla="*/ 971490 w 1608871"/>
                <a:gd name="connsiteY17" fmla="*/ 1536700 h 1536700"/>
                <a:gd name="connsiteX18" fmla="*/ 0 w 1608871"/>
                <a:gd name="connsiteY18" fmla="*/ 566714 h 1536700"/>
                <a:gd name="connsiteX19" fmla="*/ 100027 w 1608871"/>
                <a:gd name="connsiteY19" fmla="*/ 302400 h 153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08871" h="1536700">
                  <a:moveTo>
                    <a:pt x="208118" y="0"/>
                  </a:moveTo>
                  <a:lnTo>
                    <a:pt x="1608871" y="0"/>
                  </a:lnTo>
                  <a:lnTo>
                    <a:pt x="1605696" y="107894"/>
                  </a:lnTo>
                  <a:lnTo>
                    <a:pt x="1597759" y="214202"/>
                  </a:lnTo>
                  <a:lnTo>
                    <a:pt x="1584265" y="321303"/>
                  </a:lnTo>
                  <a:lnTo>
                    <a:pt x="1566009" y="426024"/>
                  </a:lnTo>
                  <a:lnTo>
                    <a:pt x="1542990" y="529951"/>
                  </a:lnTo>
                  <a:lnTo>
                    <a:pt x="1514415" y="631499"/>
                  </a:lnTo>
                  <a:lnTo>
                    <a:pt x="1481077" y="732253"/>
                  </a:lnTo>
                  <a:lnTo>
                    <a:pt x="1442977" y="831421"/>
                  </a:lnTo>
                  <a:lnTo>
                    <a:pt x="1400115" y="929002"/>
                  </a:lnTo>
                  <a:lnTo>
                    <a:pt x="1352490" y="1023409"/>
                  </a:lnTo>
                  <a:lnTo>
                    <a:pt x="1299309" y="1116230"/>
                  </a:lnTo>
                  <a:lnTo>
                    <a:pt x="1242952" y="1205877"/>
                  </a:lnTo>
                  <a:lnTo>
                    <a:pt x="1181834" y="1293145"/>
                  </a:lnTo>
                  <a:lnTo>
                    <a:pt x="1116746" y="1378032"/>
                  </a:lnTo>
                  <a:lnTo>
                    <a:pt x="1046102" y="1458953"/>
                  </a:lnTo>
                  <a:lnTo>
                    <a:pt x="971490" y="1536700"/>
                  </a:lnTo>
                  <a:lnTo>
                    <a:pt x="0" y="566714"/>
                  </a:lnTo>
                  <a:lnTo>
                    <a:pt x="100027" y="302400"/>
                  </a:lnTo>
                  <a:close/>
                </a:path>
              </a:pathLst>
            </a:custGeom>
            <a:solidFill>
              <a:srgbClr val="F4CF3B"/>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205" name="Freeform 62"/>
            <p:cNvSpPr>
              <a:spLocks/>
            </p:cNvSpPr>
            <p:nvPr/>
          </p:nvSpPr>
          <p:spPr bwMode="auto">
            <a:xfrm>
              <a:off x="-4986437" y="9617431"/>
              <a:ext cx="1539875" cy="1604557"/>
            </a:xfrm>
            <a:custGeom>
              <a:avLst/>
              <a:gdLst>
                <a:gd name="connsiteX0" fmla="*/ 572201 w 1539875"/>
                <a:gd name="connsiteY0" fmla="*/ 0 h 1604557"/>
                <a:gd name="connsiteX1" fmla="*/ 1539875 w 1539875"/>
                <a:gd name="connsiteY1" fmla="*/ 967176 h 1604557"/>
                <a:gd name="connsiteX2" fmla="*/ 1460459 w 1539875"/>
                <a:gd name="connsiteY2" fmla="*/ 1040201 h 1604557"/>
                <a:gd name="connsiteX3" fmla="*/ 1379455 w 1539875"/>
                <a:gd name="connsiteY3" fmla="*/ 1110845 h 1604557"/>
                <a:gd name="connsiteX4" fmla="*/ 1294480 w 1539875"/>
                <a:gd name="connsiteY4" fmla="*/ 1177520 h 1604557"/>
                <a:gd name="connsiteX5" fmla="*/ 1207122 w 1539875"/>
                <a:gd name="connsiteY5" fmla="*/ 1238638 h 1604557"/>
                <a:gd name="connsiteX6" fmla="*/ 1117382 w 1539875"/>
                <a:gd name="connsiteY6" fmla="*/ 1294995 h 1604557"/>
                <a:gd name="connsiteX7" fmla="*/ 1024466 w 1539875"/>
                <a:gd name="connsiteY7" fmla="*/ 1348176 h 1604557"/>
                <a:gd name="connsiteX8" fmla="*/ 929961 w 1539875"/>
                <a:gd name="connsiteY8" fmla="*/ 1395801 h 1604557"/>
                <a:gd name="connsiteX9" fmla="*/ 832279 w 1539875"/>
                <a:gd name="connsiteY9" fmla="*/ 1437870 h 1604557"/>
                <a:gd name="connsiteX10" fmla="*/ 733009 w 1539875"/>
                <a:gd name="connsiteY10" fmla="*/ 1475970 h 1604557"/>
                <a:gd name="connsiteX11" fmla="*/ 632945 w 1539875"/>
                <a:gd name="connsiteY11" fmla="*/ 1510101 h 1604557"/>
                <a:gd name="connsiteX12" fmla="*/ 530499 w 1539875"/>
                <a:gd name="connsiteY12" fmla="*/ 1538676 h 1604557"/>
                <a:gd name="connsiteX13" fmla="*/ 426464 w 1539875"/>
                <a:gd name="connsiteY13" fmla="*/ 1561695 h 1604557"/>
                <a:gd name="connsiteX14" fmla="*/ 321635 w 1539875"/>
                <a:gd name="connsiteY14" fmla="*/ 1579951 h 1604557"/>
                <a:gd name="connsiteX15" fmla="*/ 214423 w 1539875"/>
                <a:gd name="connsiteY15" fmla="*/ 1593445 h 1604557"/>
                <a:gd name="connsiteX16" fmla="*/ 108006 w 1539875"/>
                <a:gd name="connsiteY16" fmla="*/ 1601382 h 1604557"/>
                <a:gd name="connsiteX17" fmla="*/ 0 w 1539875"/>
                <a:gd name="connsiteY17" fmla="*/ 1604557 h 1604557"/>
                <a:gd name="connsiteX18" fmla="*/ 0 w 1539875"/>
                <a:gd name="connsiteY18" fmla="*/ 247158 h 1604557"/>
                <a:gd name="connsiteX19" fmla="*/ 271593 w 1539875"/>
                <a:gd name="connsiteY19" fmla="*/ 128925 h 1604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539875" h="1604557">
                  <a:moveTo>
                    <a:pt x="572201" y="0"/>
                  </a:moveTo>
                  <a:lnTo>
                    <a:pt x="1539875" y="967176"/>
                  </a:lnTo>
                  <a:lnTo>
                    <a:pt x="1460459" y="1040201"/>
                  </a:lnTo>
                  <a:lnTo>
                    <a:pt x="1379455" y="1110845"/>
                  </a:lnTo>
                  <a:lnTo>
                    <a:pt x="1294480" y="1177520"/>
                  </a:lnTo>
                  <a:lnTo>
                    <a:pt x="1207122" y="1238638"/>
                  </a:lnTo>
                  <a:lnTo>
                    <a:pt x="1117382" y="1294995"/>
                  </a:lnTo>
                  <a:lnTo>
                    <a:pt x="1024466" y="1348176"/>
                  </a:lnTo>
                  <a:lnTo>
                    <a:pt x="929961" y="1395801"/>
                  </a:lnTo>
                  <a:lnTo>
                    <a:pt x="832279" y="1437870"/>
                  </a:lnTo>
                  <a:lnTo>
                    <a:pt x="733009" y="1475970"/>
                  </a:lnTo>
                  <a:lnTo>
                    <a:pt x="632945" y="1510101"/>
                  </a:lnTo>
                  <a:lnTo>
                    <a:pt x="530499" y="1538676"/>
                  </a:lnTo>
                  <a:lnTo>
                    <a:pt x="426464" y="1561695"/>
                  </a:lnTo>
                  <a:lnTo>
                    <a:pt x="321635" y="1579951"/>
                  </a:lnTo>
                  <a:lnTo>
                    <a:pt x="214423" y="1593445"/>
                  </a:lnTo>
                  <a:lnTo>
                    <a:pt x="108006" y="1601382"/>
                  </a:lnTo>
                  <a:lnTo>
                    <a:pt x="0" y="1604557"/>
                  </a:lnTo>
                  <a:lnTo>
                    <a:pt x="0" y="247158"/>
                  </a:lnTo>
                  <a:lnTo>
                    <a:pt x="271593" y="128925"/>
                  </a:lnTo>
                  <a:close/>
                </a:path>
              </a:pathLst>
            </a:custGeom>
            <a:solidFill>
              <a:srgbClr val="74C18B"/>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206" name="Freeform 63"/>
            <p:cNvSpPr>
              <a:spLocks/>
            </p:cNvSpPr>
            <p:nvPr/>
          </p:nvSpPr>
          <p:spPr bwMode="auto">
            <a:xfrm>
              <a:off x="-6575524" y="9610756"/>
              <a:ext cx="1538288" cy="1611232"/>
            </a:xfrm>
            <a:custGeom>
              <a:avLst/>
              <a:gdLst>
                <a:gd name="connsiteX0" fmla="*/ 973348 w 1538288"/>
                <a:gd name="connsiteY0" fmla="*/ 0 h 1611232"/>
                <a:gd name="connsiteX1" fmla="*/ 1266693 w 1538288"/>
                <a:gd name="connsiteY1" fmla="*/ 135600 h 1611232"/>
                <a:gd name="connsiteX2" fmla="*/ 1538288 w 1538288"/>
                <a:gd name="connsiteY2" fmla="*/ 252901 h 1611232"/>
                <a:gd name="connsiteX3" fmla="*/ 1538288 w 1538288"/>
                <a:gd name="connsiteY3" fmla="*/ 1611232 h 1611232"/>
                <a:gd name="connsiteX4" fmla="*/ 1430282 w 1538288"/>
                <a:gd name="connsiteY4" fmla="*/ 1608057 h 1611232"/>
                <a:gd name="connsiteX5" fmla="*/ 1323865 w 1538288"/>
                <a:gd name="connsiteY5" fmla="*/ 1600120 h 1611232"/>
                <a:gd name="connsiteX6" fmla="*/ 1216653 w 1538288"/>
                <a:gd name="connsiteY6" fmla="*/ 1586626 h 1611232"/>
                <a:gd name="connsiteX7" fmla="*/ 1111824 w 1538288"/>
                <a:gd name="connsiteY7" fmla="*/ 1568370 h 1611232"/>
                <a:gd name="connsiteX8" fmla="*/ 1007789 w 1538288"/>
                <a:gd name="connsiteY8" fmla="*/ 1545351 h 1611232"/>
                <a:gd name="connsiteX9" fmla="*/ 905343 w 1538288"/>
                <a:gd name="connsiteY9" fmla="*/ 1516776 h 1611232"/>
                <a:gd name="connsiteX10" fmla="*/ 805278 w 1538288"/>
                <a:gd name="connsiteY10" fmla="*/ 1482645 h 1611232"/>
                <a:gd name="connsiteX11" fmla="*/ 706008 w 1538288"/>
                <a:gd name="connsiteY11" fmla="*/ 1444545 h 1611232"/>
                <a:gd name="connsiteX12" fmla="*/ 608327 w 1538288"/>
                <a:gd name="connsiteY12" fmla="*/ 1402476 h 1611232"/>
                <a:gd name="connsiteX13" fmla="*/ 513822 w 1538288"/>
                <a:gd name="connsiteY13" fmla="*/ 1354851 h 1611232"/>
                <a:gd name="connsiteX14" fmla="*/ 420905 w 1538288"/>
                <a:gd name="connsiteY14" fmla="*/ 1301670 h 1611232"/>
                <a:gd name="connsiteX15" fmla="*/ 331165 w 1538288"/>
                <a:gd name="connsiteY15" fmla="*/ 1245313 h 1611232"/>
                <a:gd name="connsiteX16" fmla="*/ 243807 w 1538288"/>
                <a:gd name="connsiteY16" fmla="*/ 1184195 h 1611232"/>
                <a:gd name="connsiteX17" fmla="*/ 158832 w 1538288"/>
                <a:gd name="connsiteY17" fmla="*/ 1117520 h 1611232"/>
                <a:gd name="connsiteX18" fmla="*/ 77828 w 1538288"/>
                <a:gd name="connsiteY18" fmla="*/ 1046876 h 1611232"/>
                <a:gd name="connsiteX19" fmla="*/ 0 w 1538288"/>
                <a:gd name="connsiteY19" fmla="*/ 973851 h 1611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538288" h="1611232">
                  <a:moveTo>
                    <a:pt x="973348" y="0"/>
                  </a:moveTo>
                  <a:lnTo>
                    <a:pt x="1266693" y="135600"/>
                  </a:lnTo>
                  <a:lnTo>
                    <a:pt x="1538288" y="252901"/>
                  </a:lnTo>
                  <a:lnTo>
                    <a:pt x="1538288" y="1611232"/>
                  </a:lnTo>
                  <a:lnTo>
                    <a:pt x="1430282" y="1608057"/>
                  </a:lnTo>
                  <a:lnTo>
                    <a:pt x="1323865" y="1600120"/>
                  </a:lnTo>
                  <a:lnTo>
                    <a:pt x="1216653" y="1586626"/>
                  </a:lnTo>
                  <a:lnTo>
                    <a:pt x="1111824" y="1568370"/>
                  </a:lnTo>
                  <a:lnTo>
                    <a:pt x="1007789" y="1545351"/>
                  </a:lnTo>
                  <a:lnTo>
                    <a:pt x="905343" y="1516776"/>
                  </a:lnTo>
                  <a:lnTo>
                    <a:pt x="805278" y="1482645"/>
                  </a:lnTo>
                  <a:lnTo>
                    <a:pt x="706008" y="1444545"/>
                  </a:lnTo>
                  <a:lnTo>
                    <a:pt x="608327" y="1402476"/>
                  </a:lnTo>
                  <a:lnTo>
                    <a:pt x="513822" y="1354851"/>
                  </a:lnTo>
                  <a:lnTo>
                    <a:pt x="420905" y="1301670"/>
                  </a:lnTo>
                  <a:lnTo>
                    <a:pt x="331165" y="1245313"/>
                  </a:lnTo>
                  <a:lnTo>
                    <a:pt x="243807" y="1184195"/>
                  </a:lnTo>
                  <a:lnTo>
                    <a:pt x="158832" y="1117520"/>
                  </a:lnTo>
                  <a:lnTo>
                    <a:pt x="77828" y="1046876"/>
                  </a:lnTo>
                  <a:lnTo>
                    <a:pt x="0" y="973851"/>
                  </a:lnTo>
                  <a:close/>
                </a:path>
              </a:pathLst>
            </a:custGeom>
            <a:solidFill>
              <a:srgbClr val="5DC3AE"/>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207" name="Freeform 64"/>
            <p:cNvSpPr>
              <a:spLocks/>
            </p:cNvSpPr>
            <p:nvPr/>
          </p:nvSpPr>
          <p:spPr bwMode="auto">
            <a:xfrm>
              <a:off x="-7248624" y="9010600"/>
              <a:ext cx="1614866" cy="1536700"/>
            </a:xfrm>
            <a:custGeom>
              <a:avLst/>
              <a:gdLst>
                <a:gd name="connsiteX0" fmla="*/ 0 w 1614866"/>
                <a:gd name="connsiteY0" fmla="*/ 0 h 1536700"/>
                <a:gd name="connsiteX1" fmla="*/ 1400959 w 1614866"/>
                <a:gd name="connsiteY1" fmla="*/ 0 h 1536700"/>
                <a:gd name="connsiteX2" fmla="*/ 1514221 w 1614866"/>
                <a:gd name="connsiteY2" fmla="*/ 302400 h 1536700"/>
                <a:gd name="connsiteX3" fmla="*/ 1614866 w 1614866"/>
                <a:gd name="connsiteY3" fmla="*/ 560728 h 1536700"/>
                <a:gd name="connsiteX4" fmla="*/ 637382 w 1614866"/>
                <a:gd name="connsiteY4" fmla="*/ 1536700 h 1536700"/>
                <a:gd name="connsiteX5" fmla="*/ 564357 w 1614866"/>
                <a:gd name="connsiteY5" fmla="*/ 1458953 h 1536700"/>
                <a:gd name="connsiteX6" fmla="*/ 493713 w 1614866"/>
                <a:gd name="connsiteY6" fmla="*/ 1378032 h 1536700"/>
                <a:gd name="connsiteX7" fmla="*/ 427038 w 1614866"/>
                <a:gd name="connsiteY7" fmla="*/ 1293145 h 1536700"/>
                <a:gd name="connsiteX8" fmla="*/ 365919 w 1614866"/>
                <a:gd name="connsiteY8" fmla="*/ 1205877 h 1536700"/>
                <a:gd name="connsiteX9" fmla="*/ 309563 w 1614866"/>
                <a:gd name="connsiteY9" fmla="*/ 1116230 h 1536700"/>
                <a:gd name="connsiteX10" fmla="*/ 257969 w 1614866"/>
                <a:gd name="connsiteY10" fmla="*/ 1023409 h 1536700"/>
                <a:gd name="connsiteX11" fmla="*/ 208756 w 1614866"/>
                <a:gd name="connsiteY11" fmla="*/ 929002 h 1536700"/>
                <a:gd name="connsiteX12" fmla="*/ 165894 w 1614866"/>
                <a:gd name="connsiteY12" fmla="*/ 831421 h 1536700"/>
                <a:gd name="connsiteX13" fmla="*/ 127794 w 1614866"/>
                <a:gd name="connsiteY13" fmla="*/ 732253 h 1536700"/>
                <a:gd name="connsiteX14" fmla="*/ 94456 w 1614866"/>
                <a:gd name="connsiteY14" fmla="*/ 631499 h 1536700"/>
                <a:gd name="connsiteX15" fmla="*/ 65881 w 1614866"/>
                <a:gd name="connsiteY15" fmla="*/ 529951 h 1536700"/>
                <a:gd name="connsiteX16" fmla="*/ 42863 w 1614866"/>
                <a:gd name="connsiteY16" fmla="*/ 426024 h 1536700"/>
                <a:gd name="connsiteX17" fmla="*/ 24606 w 1614866"/>
                <a:gd name="connsiteY17" fmla="*/ 321303 h 1536700"/>
                <a:gd name="connsiteX18" fmla="*/ 11113 w 1614866"/>
                <a:gd name="connsiteY18" fmla="*/ 214202 h 1536700"/>
                <a:gd name="connsiteX19" fmla="*/ 3175 w 1614866"/>
                <a:gd name="connsiteY19" fmla="*/ 107894 h 153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14866" h="1536700">
                  <a:moveTo>
                    <a:pt x="0" y="0"/>
                  </a:moveTo>
                  <a:lnTo>
                    <a:pt x="1400959" y="0"/>
                  </a:lnTo>
                  <a:lnTo>
                    <a:pt x="1514221" y="302400"/>
                  </a:lnTo>
                  <a:lnTo>
                    <a:pt x="1614866" y="560728"/>
                  </a:lnTo>
                  <a:lnTo>
                    <a:pt x="637382" y="1536700"/>
                  </a:lnTo>
                  <a:lnTo>
                    <a:pt x="564357" y="1458953"/>
                  </a:lnTo>
                  <a:lnTo>
                    <a:pt x="493713" y="1378032"/>
                  </a:lnTo>
                  <a:lnTo>
                    <a:pt x="427038" y="1293145"/>
                  </a:lnTo>
                  <a:lnTo>
                    <a:pt x="365919" y="1205877"/>
                  </a:lnTo>
                  <a:lnTo>
                    <a:pt x="309563" y="1116230"/>
                  </a:lnTo>
                  <a:lnTo>
                    <a:pt x="257969" y="1023409"/>
                  </a:lnTo>
                  <a:lnTo>
                    <a:pt x="208756" y="929002"/>
                  </a:lnTo>
                  <a:lnTo>
                    <a:pt x="165894" y="831421"/>
                  </a:lnTo>
                  <a:lnTo>
                    <a:pt x="127794" y="732253"/>
                  </a:lnTo>
                  <a:lnTo>
                    <a:pt x="94456" y="631499"/>
                  </a:lnTo>
                  <a:lnTo>
                    <a:pt x="65881" y="529951"/>
                  </a:lnTo>
                  <a:lnTo>
                    <a:pt x="42863" y="426024"/>
                  </a:lnTo>
                  <a:lnTo>
                    <a:pt x="24606" y="321303"/>
                  </a:lnTo>
                  <a:lnTo>
                    <a:pt x="11113" y="214202"/>
                  </a:lnTo>
                  <a:lnTo>
                    <a:pt x="3175" y="107894"/>
                  </a:lnTo>
                  <a:close/>
                </a:path>
              </a:pathLst>
            </a:custGeom>
            <a:solidFill>
              <a:srgbClr val="5FABDC"/>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208" name="Freeform 65"/>
            <p:cNvSpPr>
              <a:spLocks/>
            </p:cNvSpPr>
            <p:nvPr/>
          </p:nvSpPr>
          <p:spPr bwMode="auto">
            <a:xfrm>
              <a:off x="-7248624" y="7421513"/>
              <a:ext cx="1624961" cy="1538288"/>
            </a:xfrm>
            <a:custGeom>
              <a:avLst/>
              <a:gdLst>
                <a:gd name="connsiteX0" fmla="*/ 637382 w 1624961"/>
                <a:gd name="connsiteY0" fmla="*/ 0 h 1538288"/>
                <a:gd name="connsiteX1" fmla="*/ 1624961 w 1624961"/>
                <a:gd name="connsiteY1" fmla="*/ 987070 h 1538288"/>
                <a:gd name="connsiteX2" fmla="*/ 1516910 w 1624961"/>
                <a:gd name="connsiteY2" fmla="*/ 1263033 h 1538288"/>
                <a:gd name="connsiteX3" fmla="*/ 1411227 w 1624961"/>
                <a:gd name="connsiteY3" fmla="*/ 1538288 h 1538288"/>
                <a:gd name="connsiteX4" fmla="*/ 0 w 1624961"/>
                <a:gd name="connsiteY4" fmla="*/ 1538288 h 1538288"/>
                <a:gd name="connsiteX5" fmla="*/ 3175 w 1624961"/>
                <a:gd name="connsiteY5" fmla="*/ 1430394 h 1538288"/>
                <a:gd name="connsiteX6" fmla="*/ 11113 w 1624961"/>
                <a:gd name="connsiteY6" fmla="*/ 1324086 h 1538288"/>
                <a:gd name="connsiteX7" fmla="*/ 24606 w 1624961"/>
                <a:gd name="connsiteY7" fmla="*/ 1216985 h 1538288"/>
                <a:gd name="connsiteX8" fmla="*/ 42863 w 1624961"/>
                <a:gd name="connsiteY8" fmla="*/ 1112264 h 1538288"/>
                <a:gd name="connsiteX9" fmla="*/ 65881 w 1624961"/>
                <a:gd name="connsiteY9" fmla="*/ 1008336 h 1538288"/>
                <a:gd name="connsiteX10" fmla="*/ 94456 w 1624961"/>
                <a:gd name="connsiteY10" fmla="*/ 906789 h 1538288"/>
                <a:gd name="connsiteX11" fmla="*/ 127794 w 1624961"/>
                <a:gd name="connsiteY11" fmla="*/ 806035 h 1538288"/>
                <a:gd name="connsiteX12" fmla="*/ 165894 w 1624961"/>
                <a:gd name="connsiteY12" fmla="*/ 706867 h 1538288"/>
                <a:gd name="connsiteX13" fmla="*/ 208756 w 1624961"/>
                <a:gd name="connsiteY13" fmla="*/ 609286 h 1538288"/>
                <a:gd name="connsiteX14" fmla="*/ 257969 w 1624961"/>
                <a:gd name="connsiteY14" fmla="*/ 514878 h 1538288"/>
                <a:gd name="connsiteX15" fmla="*/ 309563 w 1624961"/>
                <a:gd name="connsiteY15" fmla="*/ 422057 h 1538288"/>
                <a:gd name="connsiteX16" fmla="*/ 365919 w 1624961"/>
                <a:gd name="connsiteY16" fmla="*/ 332410 h 1538288"/>
                <a:gd name="connsiteX17" fmla="*/ 427038 w 1624961"/>
                <a:gd name="connsiteY17" fmla="*/ 245142 h 1538288"/>
                <a:gd name="connsiteX18" fmla="*/ 493713 w 1624961"/>
                <a:gd name="connsiteY18" fmla="*/ 160255 h 1538288"/>
                <a:gd name="connsiteX19" fmla="*/ 564357 w 1624961"/>
                <a:gd name="connsiteY19" fmla="*/ 79334 h 153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24961" h="1538288">
                  <a:moveTo>
                    <a:pt x="637382" y="0"/>
                  </a:moveTo>
                  <a:lnTo>
                    <a:pt x="1624961" y="987070"/>
                  </a:lnTo>
                  <a:lnTo>
                    <a:pt x="1516910" y="1263033"/>
                  </a:lnTo>
                  <a:lnTo>
                    <a:pt x="1411227" y="1538288"/>
                  </a:lnTo>
                  <a:lnTo>
                    <a:pt x="0" y="1538288"/>
                  </a:lnTo>
                  <a:lnTo>
                    <a:pt x="3175" y="1430394"/>
                  </a:lnTo>
                  <a:lnTo>
                    <a:pt x="11113" y="1324086"/>
                  </a:lnTo>
                  <a:lnTo>
                    <a:pt x="24606" y="1216985"/>
                  </a:lnTo>
                  <a:lnTo>
                    <a:pt x="42863" y="1112264"/>
                  </a:lnTo>
                  <a:lnTo>
                    <a:pt x="65881" y="1008336"/>
                  </a:lnTo>
                  <a:lnTo>
                    <a:pt x="94456" y="906789"/>
                  </a:lnTo>
                  <a:lnTo>
                    <a:pt x="127794" y="806035"/>
                  </a:lnTo>
                  <a:lnTo>
                    <a:pt x="165894" y="706867"/>
                  </a:lnTo>
                  <a:lnTo>
                    <a:pt x="208756" y="609286"/>
                  </a:lnTo>
                  <a:lnTo>
                    <a:pt x="257969" y="514878"/>
                  </a:lnTo>
                  <a:lnTo>
                    <a:pt x="309563" y="422057"/>
                  </a:lnTo>
                  <a:lnTo>
                    <a:pt x="365919" y="332410"/>
                  </a:lnTo>
                  <a:lnTo>
                    <a:pt x="427038" y="245142"/>
                  </a:lnTo>
                  <a:lnTo>
                    <a:pt x="493713" y="160255"/>
                  </a:lnTo>
                  <a:lnTo>
                    <a:pt x="564357" y="79334"/>
                  </a:lnTo>
                  <a:close/>
                </a:path>
              </a:pathLst>
            </a:custGeom>
            <a:solidFill>
              <a:srgbClr val="AAB5B7"/>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209" name="Freeform 66"/>
            <p:cNvSpPr>
              <a:spLocks/>
            </p:cNvSpPr>
            <p:nvPr/>
          </p:nvSpPr>
          <p:spPr bwMode="auto">
            <a:xfrm>
              <a:off x="-6575524" y="6748413"/>
              <a:ext cx="1538288" cy="1627510"/>
            </a:xfrm>
            <a:custGeom>
              <a:avLst/>
              <a:gdLst>
                <a:gd name="connsiteX0" fmla="*/ 1538288 w 1538288"/>
                <a:gd name="connsiteY0" fmla="*/ 0 h 1627510"/>
                <a:gd name="connsiteX1" fmla="*/ 1538288 w 1538288"/>
                <a:gd name="connsiteY1" fmla="*/ 1383278 h 1627510"/>
                <a:gd name="connsiteX2" fmla="*/ 1264004 w 1538288"/>
                <a:gd name="connsiteY2" fmla="*/ 1497163 h 1627510"/>
                <a:gd name="connsiteX3" fmla="*/ 989618 w 1538288"/>
                <a:gd name="connsiteY3" fmla="*/ 1627510 h 1627510"/>
                <a:gd name="connsiteX4" fmla="*/ 0 w 1538288"/>
                <a:gd name="connsiteY4" fmla="*/ 637381 h 1627510"/>
                <a:gd name="connsiteX5" fmla="*/ 77828 w 1538288"/>
                <a:gd name="connsiteY5" fmla="*/ 564356 h 1627510"/>
                <a:gd name="connsiteX6" fmla="*/ 158832 w 1538288"/>
                <a:gd name="connsiteY6" fmla="*/ 492919 h 1627510"/>
                <a:gd name="connsiteX7" fmla="*/ 243807 w 1538288"/>
                <a:gd name="connsiteY7" fmla="*/ 427038 h 1627510"/>
                <a:gd name="connsiteX8" fmla="*/ 331165 w 1538288"/>
                <a:gd name="connsiteY8" fmla="*/ 365919 h 1627510"/>
                <a:gd name="connsiteX9" fmla="*/ 420905 w 1538288"/>
                <a:gd name="connsiteY9" fmla="*/ 309563 h 1627510"/>
                <a:gd name="connsiteX10" fmla="*/ 513822 w 1538288"/>
                <a:gd name="connsiteY10" fmla="*/ 256381 h 1627510"/>
                <a:gd name="connsiteX11" fmla="*/ 608327 w 1538288"/>
                <a:gd name="connsiteY11" fmla="*/ 208756 h 1627510"/>
                <a:gd name="connsiteX12" fmla="*/ 706008 w 1538288"/>
                <a:gd name="connsiteY12" fmla="*/ 166688 h 1627510"/>
                <a:gd name="connsiteX13" fmla="*/ 805278 w 1538288"/>
                <a:gd name="connsiteY13" fmla="*/ 128588 h 1627510"/>
                <a:gd name="connsiteX14" fmla="*/ 905343 w 1538288"/>
                <a:gd name="connsiteY14" fmla="*/ 94456 h 1627510"/>
                <a:gd name="connsiteX15" fmla="*/ 1007789 w 1538288"/>
                <a:gd name="connsiteY15" fmla="*/ 65881 h 1627510"/>
                <a:gd name="connsiteX16" fmla="*/ 1111824 w 1538288"/>
                <a:gd name="connsiteY16" fmla="*/ 42863 h 1627510"/>
                <a:gd name="connsiteX17" fmla="*/ 1216653 w 1538288"/>
                <a:gd name="connsiteY17" fmla="*/ 24606 h 1627510"/>
                <a:gd name="connsiteX18" fmla="*/ 1323865 w 1538288"/>
                <a:gd name="connsiteY18" fmla="*/ 11113 h 1627510"/>
                <a:gd name="connsiteX19" fmla="*/ 1430282 w 1538288"/>
                <a:gd name="connsiteY19" fmla="*/ 3175 h 1627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538288" h="1627510">
                  <a:moveTo>
                    <a:pt x="1538288" y="0"/>
                  </a:moveTo>
                  <a:lnTo>
                    <a:pt x="1538288" y="1383278"/>
                  </a:lnTo>
                  <a:lnTo>
                    <a:pt x="1264004" y="1497163"/>
                  </a:lnTo>
                  <a:lnTo>
                    <a:pt x="989618" y="1627510"/>
                  </a:lnTo>
                  <a:lnTo>
                    <a:pt x="0" y="637381"/>
                  </a:lnTo>
                  <a:lnTo>
                    <a:pt x="77828" y="564356"/>
                  </a:lnTo>
                  <a:lnTo>
                    <a:pt x="158832" y="492919"/>
                  </a:lnTo>
                  <a:lnTo>
                    <a:pt x="243807" y="427038"/>
                  </a:lnTo>
                  <a:lnTo>
                    <a:pt x="331165" y="365919"/>
                  </a:lnTo>
                  <a:lnTo>
                    <a:pt x="420905" y="309563"/>
                  </a:lnTo>
                  <a:lnTo>
                    <a:pt x="513822" y="256381"/>
                  </a:lnTo>
                  <a:lnTo>
                    <a:pt x="608327" y="208756"/>
                  </a:lnTo>
                  <a:lnTo>
                    <a:pt x="706008" y="166688"/>
                  </a:lnTo>
                  <a:lnTo>
                    <a:pt x="805278" y="128588"/>
                  </a:lnTo>
                  <a:lnTo>
                    <a:pt x="905343" y="94456"/>
                  </a:lnTo>
                  <a:lnTo>
                    <a:pt x="1007789" y="65881"/>
                  </a:lnTo>
                  <a:lnTo>
                    <a:pt x="1111824" y="42863"/>
                  </a:lnTo>
                  <a:lnTo>
                    <a:pt x="1216653" y="24606"/>
                  </a:lnTo>
                  <a:lnTo>
                    <a:pt x="1323865" y="11113"/>
                  </a:lnTo>
                  <a:lnTo>
                    <a:pt x="1430282" y="3175"/>
                  </a:lnTo>
                  <a:close/>
                </a:path>
              </a:pathLst>
            </a:custGeom>
            <a:solidFill>
              <a:srgbClr val="A47BB3"/>
            </a:solidFill>
            <a:ln>
              <a:noFill/>
            </a:ln>
          </p:spPr>
          <p:txBody>
            <a:bodyPr vert="horz" wrap="square" lIns="91440" tIns="45720" rIns="91440" bIns="45720" numCol="1" anchor="t" anchorCtr="0" compatLnSpc="1">
              <a:prstTxWarp prst="textNoShape">
                <a:avLst/>
              </a:prstTxWarp>
              <a:noAutofit/>
            </a:bodyPr>
            <a:lstStyle/>
            <a:p>
              <a:endParaRPr lang="en-US"/>
            </a:p>
          </p:txBody>
        </p:sp>
      </p:grpSp>
      <p:grpSp>
        <p:nvGrpSpPr>
          <p:cNvPr id="10" name="组合 9"/>
          <p:cNvGrpSpPr/>
          <p:nvPr/>
        </p:nvGrpSpPr>
        <p:grpSpPr>
          <a:xfrm>
            <a:off x="9591739" y="5590380"/>
            <a:ext cx="1080000" cy="1080000"/>
            <a:chOff x="4848164" y="7188542"/>
            <a:chExt cx="4479925" cy="4476751"/>
          </a:xfrm>
        </p:grpSpPr>
        <p:sp>
          <p:nvSpPr>
            <p:cNvPr id="210" name="Freeform 40"/>
            <p:cNvSpPr>
              <a:spLocks/>
            </p:cNvSpPr>
            <p:nvPr/>
          </p:nvSpPr>
          <p:spPr bwMode="auto">
            <a:xfrm>
              <a:off x="7116701" y="7188542"/>
              <a:ext cx="1700213" cy="1649668"/>
            </a:xfrm>
            <a:custGeom>
              <a:avLst/>
              <a:gdLst>
                <a:gd name="connsiteX0" fmla="*/ 0 w 1700213"/>
                <a:gd name="connsiteY0" fmla="*/ 0 h 1649668"/>
                <a:gd name="connsiteX1" fmla="*/ 61913 w 1700213"/>
                <a:gd name="connsiteY1" fmla="*/ 1588 h 1649668"/>
                <a:gd name="connsiteX2" fmla="*/ 123032 w 1700213"/>
                <a:gd name="connsiteY2" fmla="*/ 3175 h 1649668"/>
                <a:gd name="connsiteX3" fmla="*/ 185738 w 1700213"/>
                <a:gd name="connsiteY3" fmla="*/ 7938 h 1649668"/>
                <a:gd name="connsiteX4" fmla="*/ 246857 w 1700213"/>
                <a:gd name="connsiteY4" fmla="*/ 14288 h 1649668"/>
                <a:gd name="connsiteX5" fmla="*/ 307182 w 1700213"/>
                <a:gd name="connsiteY5" fmla="*/ 21431 h 1649668"/>
                <a:gd name="connsiteX6" fmla="*/ 366713 w 1700213"/>
                <a:gd name="connsiteY6" fmla="*/ 32544 h 1649668"/>
                <a:gd name="connsiteX7" fmla="*/ 427832 w 1700213"/>
                <a:gd name="connsiteY7" fmla="*/ 42863 h 1649668"/>
                <a:gd name="connsiteX8" fmla="*/ 487363 w 1700213"/>
                <a:gd name="connsiteY8" fmla="*/ 54769 h 1649668"/>
                <a:gd name="connsiteX9" fmla="*/ 546894 w 1700213"/>
                <a:gd name="connsiteY9" fmla="*/ 70644 h 1649668"/>
                <a:gd name="connsiteX10" fmla="*/ 604838 w 1700213"/>
                <a:gd name="connsiteY10" fmla="*/ 85725 h 1649668"/>
                <a:gd name="connsiteX11" fmla="*/ 662782 w 1700213"/>
                <a:gd name="connsiteY11" fmla="*/ 103981 h 1649668"/>
                <a:gd name="connsiteX12" fmla="*/ 720725 w 1700213"/>
                <a:gd name="connsiteY12" fmla="*/ 123825 h 1649668"/>
                <a:gd name="connsiteX13" fmla="*/ 777082 w 1700213"/>
                <a:gd name="connsiteY13" fmla="*/ 143669 h 1649668"/>
                <a:gd name="connsiteX14" fmla="*/ 833438 w 1700213"/>
                <a:gd name="connsiteY14" fmla="*/ 166688 h 1649668"/>
                <a:gd name="connsiteX15" fmla="*/ 889794 w 1700213"/>
                <a:gd name="connsiteY15" fmla="*/ 190500 h 1649668"/>
                <a:gd name="connsiteX16" fmla="*/ 944563 w 1700213"/>
                <a:gd name="connsiteY16" fmla="*/ 216694 h 1649668"/>
                <a:gd name="connsiteX17" fmla="*/ 1050925 w 1700213"/>
                <a:gd name="connsiteY17" fmla="*/ 271463 h 1649668"/>
                <a:gd name="connsiteX18" fmla="*/ 1156494 w 1700213"/>
                <a:gd name="connsiteY18" fmla="*/ 332581 h 1649668"/>
                <a:gd name="connsiteX19" fmla="*/ 1257301 w 1700213"/>
                <a:gd name="connsiteY19" fmla="*/ 399256 h 1649668"/>
                <a:gd name="connsiteX20" fmla="*/ 1354932 w 1700213"/>
                <a:gd name="connsiteY20" fmla="*/ 473075 h 1649668"/>
                <a:gd name="connsiteX21" fmla="*/ 1447801 w 1700213"/>
                <a:gd name="connsiteY21" fmla="*/ 551656 h 1649668"/>
                <a:gd name="connsiteX22" fmla="*/ 1537494 w 1700213"/>
                <a:gd name="connsiteY22" fmla="*/ 635794 h 1649668"/>
                <a:gd name="connsiteX23" fmla="*/ 1621632 w 1700213"/>
                <a:gd name="connsiteY23" fmla="*/ 725488 h 1649668"/>
                <a:gd name="connsiteX24" fmla="*/ 1700213 w 1700213"/>
                <a:gd name="connsiteY24" fmla="*/ 819944 h 1649668"/>
                <a:gd name="connsiteX25" fmla="*/ 660267 w 1700213"/>
                <a:gd name="connsiteY25" fmla="*/ 1649668 h 1649668"/>
                <a:gd name="connsiteX26" fmla="*/ 318902 w 1700213"/>
                <a:gd name="connsiteY26" fmla="*/ 1474309 h 1649668"/>
                <a:gd name="connsiteX27" fmla="*/ 0 w 1700213"/>
                <a:gd name="connsiteY27" fmla="*/ 1312853 h 1649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00213" h="1649668">
                  <a:moveTo>
                    <a:pt x="0" y="0"/>
                  </a:moveTo>
                  <a:lnTo>
                    <a:pt x="61913" y="1588"/>
                  </a:lnTo>
                  <a:lnTo>
                    <a:pt x="123032" y="3175"/>
                  </a:lnTo>
                  <a:lnTo>
                    <a:pt x="185738" y="7938"/>
                  </a:lnTo>
                  <a:lnTo>
                    <a:pt x="246857" y="14288"/>
                  </a:lnTo>
                  <a:lnTo>
                    <a:pt x="307182" y="21431"/>
                  </a:lnTo>
                  <a:lnTo>
                    <a:pt x="366713" y="32544"/>
                  </a:lnTo>
                  <a:lnTo>
                    <a:pt x="427832" y="42863"/>
                  </a:lnTo>
                  <a:lnTo>
                    <a:pt x="487363" y="54769"/>
                  </a:lnTo>
                  <a:lnTo>
                    <a:pt x="546894" y="70644"/>
                  </a:lnTo>
                  <a:lnTo>
                    <a:pt x="604838" y="85725"/>
                  </a:lnTo>
                  <a:lnTo>
                    <a:pt x="662782" y="103981"/>
                  </a:lnTo>
                  <a:lnTo>
                    <a:pt x="720725" y="123825"/>
                  </a:lnTo>
                  <a:lnTo>
                    <a:pt x="777082" y="143669"/>
                  </a:lnTo>
                  <a:lnTo>
                    <a:pt x="833438" y="166688"/>
                  </a:lnTo>
                  <a:lnTo>
                    <a:pt x="889794" y="190500"/>
                  </a:lnTo>
                  <a:lnTo>
                    <a:pt x="944563" y="216694"/>
                  </a:lnTo>
                  <a:lnTo>
                    <a:pt x="1050925" y="271463"/>
                  </a:lnTo>
                  <a:lnTo>
                    <a:pt x="1156494" y="332581"/>
                  </a:lnTo>
                  <a:lnTo>
                    <a:pt x="1257301" y="399256"/>
                  </a:lnTo>
                  <a:lnTo>
                    <a:pt x="1354932" y="473075"/>
                  </a:lnTo>
                  <a:lnTo>
                    <a:pt x="1447801" y="551656"/>
                  </a:lnTo>
                  <a:lnTo>
                    <a:pt x="1537494" y="635794"/>
                  </a:lnTo>
                  <a:lnTo>
                    <a:pt x="1621632" y="725488"/>
                  </a:lnTo>
                  <a:lnTo>
                    <a:pt x="1700213" y="819944"/>
                  </a:lnTo>
                  <a:lnTo>
                    <a:pt x="660267" y="1649668"/>
                  </a:lnTo>
                  <a:lnTo>
                    <a:pt x="318902" y="1474309"/>
                  </a:lnTo>
                  <a:lnTo>
                    <a:pt x="0" y="1312853"/>
                  </a:lnTo>
                  <a:close/>
                </a:path>
              </a:pathLst>
            </a:custGeom>
            <a:solidFill>
              <a:srgbClr val="EC6E62"/>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211" name="Freeform 41"/>
            <p:cNvSpPr>
              <a:spLocks/>
            </p:cNvSpPr>
            <p:nvPr/>
          </p:nvSpPr>
          <p:spPr bwMode="auto">
            <a:xfrm>
              <a:off x="7807347" y="8052142"/>
              <a:ext cx="1520742" cy="1841500"/>
            </a:xfrm>
            <a:custGeom>
              <a:avLst/>
              <a:gdLst>
                <a:gd name="connsiteX0" fmla="*/ 1046873 w 1520742"/>
                <a:gd name="connsiteY0" fmla="*/ 0 h 1841500"/>
                <a:gd name="connsiteX1" fmla="*/ 1084973 w 1520742"/>
                <a:gd name="connsiteY1" fmla="*/ 48440 h 1841500"/>
                <a:gd name="connsiteX2" fmla="*/ 1119898 w 1520742"/>
                <a:gd name="connsiteY2" fmla="*/ 99262 h 1841500"/>
                <a:gd name="connsiteX3" fmla="*/ 1154823 w 1520742"/>
                <a:gd name="connsiteY3" fmla="*/ 149289 h 1841500"/>
                <a:gd name="connsiteX4" fmla="*/ 1188161 w 1520742"/>
                <a:gd name="connsiteY4" fmla="*/ 200905 h 1841500"/>
                <a:gd name="connsiteX5" fmla="*/ 1219911 w 1520742"/>
                <a:gd name="connsiteY5" fmla="*/ 253316 h 1841500"/>
                <a:gd name="connsiteX6" fmla="*/ 1250867 w 1520742"/>
                <a:gd name="connsiteY6" fmla="*/ 306520 h 1841500"/>
                <a:gd name="connsiteX7" fmla="*/ 1279442 w 1520742"/>
                <a:gd name="connsiteY7" fmla="*/ 359724 h 1841500"/>
                <a:gd name="connsiteX8" fmla="*/ 1307223 w 1520742"/>
                <a:gd name="connsiteY8" fmla="*/ 414516 h 1841500"/>
                <a:gd name="connsiteX9" fmla="*/ 1331830 w 1520742"/>
                <a:gd name="connsiteY9" fmla="*/ 469309 h 1841500"/>
                <a:gd name="connsiteX10" fmla="*/ 1355642 w 1520742"/>
                <a:gd name="connsiteY10" fmla="*/ 525689 h 1841500"/>
                <a:gd name="connsiteX11" fmla="*/ 1378661 w 1520742"/>
                <a:gd name="connsiteY11" fmla="*/ 582070 h 1841500"/>
                <a:gd name="connsiteX12" fmla="*/ 1398505 w 1520742"/>
                <a:gd name="connsiteY12" fmla="*/ 640039 h 1841500"/>
                <a:gd name="connsiteX13" fmla="*/ 1418348 w 1520742"/>
                <a:gd name="connsiteY13" fmla="*/ 696419 h 1841500"/>
                <a:gd name="connsiteX14" fmla="*/ 1436605 w 1520742"/>
                <a:gd name="connsiteY14" fmla="*/ 754388 h 1841500"/>
                <a:gd name="connsiteX15" fmla="*/ 1451686 w 1520742"/>
                <a:gd name="connsiteY15" fmla="*/ 813945 h 1841500"/>
                <a:gd name="connsiteX16" fmla="*/ 1465973 w 1520742"/>
                <a:gd name="connsiteY16" fmla="*/ 871913 h 1841500"/>
                <a:gd name="connsiteX17" fmla="*/ 1479467 w 1520742"/>
                <a:gd name="connsiteY17" fmla="*/ 931470 h 1841500"/>
                <a:gd name="connsiteX18" fmla="*/ 1489786 w 1520742"/>
                <a:gd name="connsiteY18" fmla="*/ 991027 h 1841500"/>
                <a:gd name="connsiteX19" fmla="*/ 1499311 w 1520742"/>
                <a:gd name="connsiteY19" fmla="*/ 1050584 h 1841500"/>
                <a:gd name="connsiteX20" fmla="*/ 1506455 w 1520742"/>
                <a:gd name="connsiteY20" fmla="*/ 1111729 h 1841500"/>
                <a:gd name="connsiteX21" fmla="*/ 1512805 w 1520742"/>
                <a:gd name="connsiteY21" fmla="*/ 1171286 h 1841500"/>
                <a:gd name="connsiteX22" fmla="*/ 1517567 w 1520742"/>
                <a:gd name="connsiteY22" fmla="*/ 1231637 h 1841500"/>
                <a:gd name="connsiteX23" fmla="*/ 1520742 w 1520742"/>
                <a:gd name="connsiteY23" fmla="*/ 1292782 h 1841500"/>
                <a:gd name="connsiteX24" fmla="*/ 1520742 w 1520742"/>
                <a:gd name="connsiteY24" fmla="*/ 1353928 h 1841500"/>
                <a:gd name="connsiteX25" fmla="*/ 1520742 w 1520742"/>
                <a:gd name="connsiteY25" fmla="*/ 1415073 h 1841500"/>
                <a:gd name="connsiteX26" fmla="*/ 1517567 w 1520742"/>
                <a:gd name="connsiteY26" fmla="*/ 1476218 h 1841500"/>
                <a:gd name="connsiteX27" fmla="*/ 1512805 w 1520742"/>
                <a:gd name="connsiteY27" fmla="*/ 1536569 h 1841500"/>
                <a:gd name="connsiteX28" fmla="*/ 1506455 w 1520742"/>
                <a:gd name="connsiteY28" fmla="*/ 1597714 h 1841500"/>
                <a:gd name="connsiteX29" fmla="*/ 1499311 w 1520742"/>
                <a:gd name="connsiteY29" fmla="*/ 1658859 h 1841500"/>
                <a:gd name="connsiteX30" fmla="*/ 1489786 w 1520742"/>
                <a:gd name="connsiteY30" fmla="*/ 1720004 h 1841500"/>
                <a:gd name="connsiteX31" fmla="*/ 1479467 w 1520742"/>
                <a:gd name="connsiteY31" fmla="*/ 1781149 h 1841500"/>
                <a:gd name="connsiteX32" fmla="*/ 1465973 w 1520742"/>
                <a:gd name="connsiteY32" fmla="*/ 1841500 h 1841500"/>
                <a:gd name="connsiteX33" fmla="*/ 141125 w 1520742"/>
                <a:gd name="connsiteY33" fmla="*/ 1539029 h 1841500"/>
                <a:gd name="connsiteX34" fmla="*/ 108572 w 1520742"/>
                <a:gd name="connsiteY34" fmla="*/ 1373813 h 1841500"/>
                <a:gd name="connsiteX35" fmla="*/ 69838 w 1520742"/>
                <a:gd name="connsiteY35" fmla="*/ 1177233 h 1841500"/>
                <a:gd name="connsiteX36" fmla="*/ 0 w 1520742"/>
                <a:gd name="connsiteY36" fmla="*/ 834442 h 184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520742" h="1841500">
                  <a:moveTo>
                    <a:pt x="1046873" y="0"/>
                  </a:moveTo>
                  <a:lnTo>
                    <a:pt x="1084973" y="48440"/>
                  </a:lnTo>
                  <a:lnTo>
                    <a:pt x="1119898" y="99262"/>
                  </a:lnTo>
                  <a:lnTo>
                    <a:pt x="1154823" y="149289"/>
                  </a:lnTo>
                  <a:lnTo>
                    <a:pt x="1188161" y="200905"/>
                  </a:lnTo>
                  <a:lnTo>
                    <a:pt x="1219911" y="253316"/>
                  </a:lnTo>
                  <a:lnTo>
                    <a:pt x="1250867" y="306520"/>
                  </a:lnTo>
                  <a:lnTo>
                    <a:pt x="1279442" y="359724"/>
                  </a:lnTo>
                  <a:lnTo>
                    <a:pt x="1307223" y="414516"/>
                  </a:lnTo>
                  <a:lnTo>
                    <a:pt x="1331830" y="469309"/>
                  </a:lnTo>
                  <a:lnTo>
                    <a:pt x="1355642" y="525689"/>
                  </a:lnTo>
                  <a:lnTo>
                    <a:pt x="1378661" y="582070"/>
                  </a:lnTo>
                  <a:lnTo>
                    <a:pt x="1398505" y="640039"/>
                  </a:lnTo>
                  <a:lnTo>
                    <a:pt x="1418348" y="696419"/>
                  </a:lnTo>
                  <a:lnTo>
                    <a:pt x="1436605" y="754388"/>
                  </a:lnTo>
                  <a:lnTo>
                    <a:pt x="1451686" y="813945"/>
                  </a:lnTo>
                  <a:lnTo>
                    <a:pt x="1465973" y="871913"/>
                  </a:lnTo>
                  <a:lnTo>
                    <a:pt x="1479467" y="931470"/>
                  </a:lnTo>
                  <a:lnTo>
                    <a:pt x="1489786" y="991027"/>
                  </a:lnTo>
                  <a:lnTo>
                    <a:pt x="1499311" y="1050584"/>
                  </a:lnTo>
                  <a:lnTo>
                    <a:pt x="1506455" y="1111729"/>
                  </a:lnTo>
                  <a:lnTo>
                    <a:pt x="1512805" y="1171286"/>
                  </a:lnTo>
                  <a:lnTo>
                    <a:pt x="1517567" y="1231637"/>
                  </a:lnTo>
                  <a:lnTo>
                    <a:pt x="1520742" y="1292782"/>
                  </a:lnTo>
                  <a:lnTo>
                    <a:pt x="1520742" y="1353928"/>
                  </a:lnTo>
                  <a:lnTo>
                    <a:pt x="1520742" y="1415073"/>
                  </a:lnTo>
                  <a:lnTo>
                    <a:pt x="1517567" y="1476218"/>
                  </a:lnTo>
                  <a:lnTo>
                    <a:pt x="1512805" y="1536569"/>
                  </a:lnTo>
                  <a:lnTo>
                    <a:pt x="1506455" y="1597714"/>
                  </a:lnTo>
                  <a:lnTo>
                    <a:pt x="1499311" y="1658859"/>
                  </a:lnTo>
                  <a:lnTo>
                    <a:pt x="1489786" y="1720004"/>
                  </a:lnTo>
                  <a:lnTo>
                    <a:pt x="1479467" y="1781149"/>
                  </a:lnTo>
                  <a:lnTo>
                    <a:pt x="1465973" y="1841500"/>
                  </a:lnTo>
                  <a:lnTo>
                    <a:pt x="141125" y="1539029"/>
                  </a:lnTo>
                  <a:lnTo>
                    <a:pt x="108572" y="1373813"/>
                  </a:lnTo>
                  <a:cubicBezTo>
                    <a:pt x="96353" y="1308272"/>
                    <a:pt x="84135" y="1242731"/>
                    <a:pt x="69838" y="1177233"/>
                  </a:cubicBezTo>
                  <a:lnTo>
                    <a:pt x="0" y="834442"/>
                  </a:lnTo>
                  <a:close/>
                </a:path>
              </a:pathLst>
            </a:custGeom>
            <a:solidFill>
              <a:srgbClr val="EA964D"/>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212" name="Freeform 42"/>
            <p:cNvSpPr>
              <a:spLocks/>
            </p:cNvSpPr>
            <p:nvPr/>
          </p:nvSpPr>
          <p:spPr bwMode="auto">
            <a:xfrm>
              <a:off x="7506054" y="9645727"/>
              <a:ext cx="1755360" cy="1778266"/>
            </a:xfrm>
            <a:custGeom>
              <a:avLst/>
              <a:gdLst>
                <a:gd name="connsiteX0" fmla="*/ 431666 w 1755360"/>
                <a:gd name="connsiteY0" fmla="*/ 0 h 1778266"/>
                <a:gd name="connsiteX1" fmla="*/ 1755360 w 1755360"/>
                <a:gd name="connsiteY1" fmla="*/ 302087 h 1778266"/>
                <a:gd name="connsiteX2" fmla="*/ 1740273 w 1755360"/>
                <a:gd name="connsiteY2" fmla="*/ 361642 h 1778266"/>
                <a:gd name="connsiteX3" fmla="*/ 1725186 w 1755360"/>
                <a:gd name="connsiteY3" fmla="*/ 421198 h 1778266"/>
                <a:gd name="connsiteX4" fmla="*/ 1706923 w 1755360"/>
                <a:gd name="connsiteY4" fmla="*/ 480753 h 1778266"/>
                <a:gd name="connsiteX5" fmla="*/ 1687072 w 1755360"/>
                <a:gd name="connsiteY5" fmla="*/ 538720 h 1778266"/>
                <a:gd name="connsiteX6" fmla="*/ 1665633 w 1755360"/>
                <a:gd name="connsiteY6" fmla="*/ 596688 h 1778266"/>
                <a:gd name="connsiteX7" fmla="*/ 1642605 w 1755360"/>
                <a:gd name="connsiteY7" fmla="*/ 653067 h 1778266"/>
                <a:gd name="connsiteX8" fmla="*/ 1619578 w 1755360"/>
                <a:gd name="connsiteY8" fmla="*/ 709446 h 1778266"/>
                <a:gd name="connsiteX9" fmla="*/ 1594169 w 1755360"/>
                <a:gd name="connsiteY9" fmla="*/ 764237 h 1778266"/>
                <a:gd name="connsiteX10" fmla="*/ 1537791 w 1755360"/>
                <a:gd name="connsiteY10" fmla="*/ 873024 h 1778266"/>
                <a:gd name="connsiteX11" fmla="*/ 1475062 w 1755360"/>
                <a:gd name="connsiteY11" fmla="*/ 977842 h 1778266"/>
                <a:gd name="connsiteX12" fmla="*/ 1407568 w 1755360"/>
                <a:gd name="connsiteY12" fmla="*/ 1078689 h 1778266"/>
                <a:gd name="connsiteX13" fmla="*/ 1334515 w 1755360"/>
                <a:gd name="connsiteY13" fmla="*/ 1174772 h 1778266"/>
                <a:gd name="connsiteX14" fmla="*/ 1256699 w 1755360"/>
                <a:gd name="connsiteY14" fmla="*/ 1267678 h 1778266"/>
                <a:gd name="connsiteX15" fmla="*/ 1174912 w 1755360"/>
                <a:gd name="connsiteY15" fmla="*/ 1355820 h 1778266"/>
                <a:gd name="connsiteX16" fmla="*/ 1085978 w 1755360"/>
                <a:gd name="connsiteY16" fmla="*/ 1439992 h 1778266"/>
                <a:gd name="connsiteX17" fmla="*/ 993075 w 1755360"/>
                <a:gd name="connsiteY17" fmla="*/ 1517811 h 1778266"/>
                <a:gd name="connsiteX18" fmla="*/ 895407 w 1755360"/>
                <a:gd name="connsiteY18" fmla="*/ 1590865 h 1778266"/>
                <a:gd name="connsiteX19" fmla="*/ 793769 w 1755360"/>
                <a:gd name="connsiteY19" fmla="*/ 1659155 h 1778266"/>
                <a:gd name="connsiteX20" fmla="*/ 688161 w 1755360"/>
                <a:gd name="connsiteY20" fmla="*/ 1721887 h 1778266"/>
                <a:gd name="connsiteX21" fmla="*/ 578582 w 1755360"/>
                <a:gd name="connsiteY21" fmla="*/ 1778266 h 1778266"/>
                <a:gd name="connsiteX22" fmla="*/ 0 w 1755360"/>
                <a:gd name="connsiteY22" fmla="*/ 578800 h 1778266"/>
                <a:gd name="connsiteX23" fmla="*/ 216196 w 1755360"/>
                <a:gd name="connsiteY23" fmla="*/ 295114 h 177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55360" h="1778266">
                  <a:moveTo>
                    <a:pt x="431666" y="0"/>
                  </a:moveTo>
                  <a:lnTo>
                    <a:pt x="1755360" y="302087"/>
                  </a:lnTo>
                  <a:lnTo>
                    <a:pt x="1740273" y="361642"/>
                  </a:lnTo>
                  <a:lnTo>
                    <a:pt x="1725186" y="421198"/>
                  </a:lnTo>
                  <a:lnTo>
                    <a:pt x="1706923" y="480753"/>
                  </a:lnTo>
                  <a:lnTo>
                    <a:pt x="1687072" y="538720"/>
                  </a:lnTo>
                  <a:lnTo>
                    <a:pt x="1665633" y="596688"/>
                  </a:lnTo>
                  <a:lnTo>
                    <a:pt x="1642605" y="653067"/>
                  </a:lnTo>
                  <a:lnTo>
                    <a:pt x="1619578" y="709446"/>
                  </a:lnTo>
                  <a:lnTo>
                    <a:pt x="1594169" y="764237"/>
                  </a:lnTo>
                  <a:lnTo>
                    <a:pt x="1537791" y="873024"/>
                  </a:lnTo>
                  <a:lnTo>
                    <a:pt x="1475062" y="977842"/>
                  </a:lnTo>
                  <a:lnTo>
                    <a:pt x="1407568" y="1078689"/>
                  </a:lnTo>
                  <a:lnTo>
                    <a:pt x="1334515" y="1174772"/>
                  </a:lnTo>
                  <a:lnTo>
                    <a:pt x="1256699" y="1267678"/>
                  </a:lnTo>
                  <a:lnTo>
                    <a:pt x="1174912" y="1355820"/>
                  </a:lnTo>
                  <a:lnTo>
                    <a:pt x="1085978" y="1439992"/>
                  </a:lnTo>
                  <a:lnTo>
                    <a:pt x="993075" y="1517811"/>
                  </a:lnTo>
                  <a:lnTo>
                    <a:pt x="895407" y="1590865"/>
                  </a:lnTo>
                  <a:lnTo>
                    <a:pt x="793769" y="1659155"/>
                  </a:lnTo>
                  <a:lnTo>
                    <a:pt x="688161" y="1721887"/>
                  </a:lnTo>
                  <a:lnTo>
                    <a:pt x="578582" y="1778266"/>
                  </a:lnTo>
                  <a:lnTo>
                    <a:pt x="0" y="578800"/>
                  </a:lnTo>
                  <a:lnTo>
                    <a:pt x="216196" y="295114"/>
                  </a:lnTo>
                  <a:close/>
                </a:path>
              </a:pathLst>
            </a:custGeom>
            <a:solidFill>
              <a:srgbClr val="F4CF3B"/>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213" name="Freeform 43"/>
            <p:cNvSpPr>
              <a:spLocks/>
            </p:cNvSpPr>
            <p:nvPr/>
          </p:nvSpPr>
          <p:spPr bwMode="auto">
            <a:xfrm>
              <a:off x="6143564" y="10250203"/>
              <a:ext cx="1889125" cy="1415090"/>
            </a:xfrm>
            <a:custGeom>
              <a:avLst/>
              <a:gdLst>
                <a:gd name="connsiteX0" fmla="*/ 578515 w 1889125"/>
                <a:gd name="connsiteY0" fmla="*/ 0 h 1415090"/>
                <a:gd name="connsiteX1" fmla="*/ 945082 w 1889125"/>
                <a:gd name="connsiteY1" fmla="*/ 2412 h 1415090"/>
                <a:gd name="connsiteX2" fmla="*/ 1312742 w 1889125"/>
                <a:gd name="connsiteY2" fmla="*/ 2412 h 1415090"/>
                <a:gd name="connsiteX3" fmla="*/ 1889125 w 1889125"/>
                <a:gd name="connsiteY3" fmla="*/ 1200699 h 1415090"/>
                <a:gd name="connsiteX4" fmla="*/ 1832769 w 1889125"/>
                <a:gd name="connsiteY4" fmla="*/ 1226109 h 1415090"/>
                <a:gd name="connsiteX5" fmla="*/ 1775619 w 1889125"/>
                <a:gd name="connsiteY5" fmla="*/ 1250724 h 1415090"/>
                <a:gd name="connsiteX6" fmla="*/ 1718469 w 1889125"/>
                <a:gd name="connsiteY6" fmla="*/ 1273751 h 1415090"/>
                <a:gd name="connsiteX7" fmla="*/ 1661319 w 1889125"/>
                <a:gd name="connsiteY7" fmla="*/ 1293602 h 1415090"/>
                <a:gd name="connsiteX8" fmla="*/ 1602581 w 1889125"/>
                <a:gd name="connsiteY8" fmla="*/ 1313453 h 1415090"/>
                <a:gd name="connsiteX9" fmla="*/ 1544638 w 1889125"/>
                <a:gd name="connsiteY9" fmla="*/ 1331716 h 1415090"/>
                <a:gd name="connsiteX10" fmla="*/ 1485106 w 1889125"/>
                <a:gd name="connsiteY10" fmla="*/ 1346803 h 1415090"/>
                <a:gd name="connsiteX11" fmla="*/ 1425575 w 1889125"/>
                <a:gd name="connsiteY11" fmla="*/ 1361889 h 1415090"/>
                <a:gd name="connsiteX12" fmla="*/ 1366044 w 1889125"/>
                <a:gd name="connsiteY12" fmla="*/ 1374594 h 1415090"/>
                <a:gd name="connsiteX13" fmla="*/ 1306513 w 1889125"/>
                <a:gd name="connsiteY13" fmla="*/ 1384917 h 1415090"/>
                <a:gd name="connsiteX14" fmla="*/ 1246981 w 1889125"/>
                <a:gd name="connsiteY14" fmla="*/ 1393651 h 1415090"/>
                <a:gd name="connsiteX15" fmla="*/ 1185863 w 1889125"/>
                <a:gd name="connsiteY15" fmla="*/ 1401591 h 1415090"/>
                <a:gd name="connsiteX16" fmla="*/ 1126331 w 1889125"/>
                <a:gd name="connsiteY16" fmla="*/ 1407944 h 1415090"/>
                <a:gd name="connsiteX17" fmla="*/ 1066006 w 1889125"/>
                <a:gd name="connsiteY17" fmla="*/ 1412708 h 1415090"/>
                <a:gd name="connsiteX18" fmla="*/ 1004888 w 1889125"/>
                <a:gd name="connsiteY18" fmla="*/ 1413502 h 1415090"/>
                <a:gd name="connsiteX19" fmla="*/ 945356 w 1889125"/>
                <a:gd name="connsiteY19" fmla="*/ 1415090 h 1415090"/>
                <a:gd name="connsiteX20" fmla="*/ 884238 w 1889125"/>
                <a:gd name="connsiteY20" fmla="*/ 1413502 h 1415090"/>
                <a:gd name="connsiteX21" fmla="*/ 823119 w 1889125"/>
                <a:gd name="connsiteY21" fmla="*/ 1412708 h 1415090"/>
                <a:gd name="connsiteX22" fmla="*/ 763588 w 1889125"/>
                <a:gd name="connsiteY22" fmla="*/ 1407944 h 1415090"/>
                <a:gd name="connsiteX23" fmla="*/ 703263 w 1889125"/>
                <a:gd name="connsiteY23" fmla="*/ 1401591 h 1415090"/>
                <a:gd name="connsiteX24" fmla="*/ 642144 w 1889125"/>
                <a:gd name="connsiteY24" fmla="*/ 1393651 h 1415090"/>
                <a:gd name="connsiteX25" fmla="*/ 582613 w 1889125"/>
                <a:gd name="connsiteY25" fmla="*/ 1384917 h 1415090"/>
                <a:gd name="connsiteX26" fmla="*/ 523081 w 1889125"/>
                <a:gd name="connsiteY26" fmla="*/ 1374594 h 1415090"/>
                <a:gd name="connsiteX27" fmla="*/ 463550 w 1889125"/>
                <a:gd name="connsiteY27" fmla="*/ 1361889 h 1415090"/>
                <a:gd name="connsiteX28" fmla="*/ 404019 w 1889125"/>
                <a:gd name="connsiteY28" fmla="*/ 1346803 h 1415090"/>
                <a:gd name="connsiteX29" fmla="*/ 344488 w 1889125"/>
                <a:gd name="connsiteY29" fmla="*/ 1331716 h 1415090"/>
                <a:gd name="connsiteX30" fmla="*/ 286544 w 1889125"/>
                <a:gd name="connsiteY30" fmla="*/ 1313453 h 1415090"/>
                <a:gd name="connsiteX31" fmla="*/ 228600 w 1889125"/>
                <a:gd name="connsiteY31" fmla="*/ 1293602 h 1415090"/>
                <a:gd name="connsiteX32" fmla="*/ 170656 w 1889125"/>
                <a:gd name="connsiteY32" fmla="*/ 1273751 h 1415090"/>
                <a:gd name="connsiteX33" fmla="*/ 113506 w 1889125"/>
                <a:gd name="connsiteY33" fmla="*/ 1250724 h 1415090"/>
                <a:gd name="connsiteX34" fmla="*/ 56356 w 1889125"/>
                <a:gd name="connsiteY34" fmla="*/ 1226109 h 1415090"/>
                <a:gd name="connsiteX35" fmla="*/ 0 w 1889125"/>
                <a:gd name="connsiteY35" fmla="*/ 1200699 h 1415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889125" h="1415090">
                  <a:moveTo>
                    <a:pt x="578515" y="0"/>
                  </a:moveTo>
                  <a:lnTo>
                    <a:pt x="945082" y="2412"/>
                  </a:lnTo>
                  <a:lnTo>
                    <a:pt x="1312742" y="2412"/>
                  </a:lnTo>
                  <a:lnTo>
                    <a:pt x="1889125" y="1200699"/>
                  </a:lnTo>
                  <a:lnTo>
                    <a:pt x="1832769" y="1226109"/>
                  </a:lnTo>
                  <a:lnTo>
                    <a:pt x="1775619" y="1250724"/>
                  </a:lnTo>
                  <a:lnTo>
                    <a:pt x="1718469" y="1273751"/>
                  </a:lnTo>
                  <a:lnTo>
                    <a:pt x="1661319" y="1293602"/>
                  </a:lnTo>
                  <a:lnTo>
                    <a:pt x="1602581" y="1313453"/>
                  </a:lnTo>
                  <a:lnTo>
                    <a:pt x="1544638" y="1331716"/>
                  </a:lnTo>
                  <a:lnTo>
                    <a:pt x="1485106" y="1346803"/>
                  </a:lnTo>
                  <a:lnTo>
                    <a:pt x="1425575" y="1361889"/>
                  </a:lnTo>
                  <a:lnTo>
                    <a:pt x="1366044" y="1374594"/>
                  </a:lnTo>
                  <a:lnTo>
                    <a:pt x="1306513" y="1384917"/>
                  </a:lnTo>
                  <a:lnTo>
                    <a:pt x="1246981" y="1393651"/>
                  </a:lnTo>
                  <a:lnTo>
                    <a:pt x="1185863" y="1401591"/>
                  </a:lnTo>
                  <a:lnTo>
                    <a:pt x="1126331" y="1407944"/>
                  </a:lnTo>
                  <a:lnTo>
                    <a:pt x="1066006" y="1412708"/>
                  </a:lnTo>
                  <a:lnTo>
                    <a:pt x="1004888" y="1413502"/>
                  </a:lnTo>
                  <a:lnTo>
                    <a:pt x="945356" y="1415090"/>
                  </a:lnTo>
                  <a:lnTo>
                    <a:pt x="884238" y="1413502"/>
                  </a:lnTo>
                  <a:lnTo>
                    <a:pt x="823119" y="1412708"/>
                  </a:lnTo>
                  <a:lnTo>
                    <a:pt x="763588" y="1407944"/>
                  </a:lnTo>
                  <a:lnTo>
                    <a:pt x="703263" y="1401591"/>
                  </a:lnTo>
                  <a:lnTo>
                    <a:pt x="642144" y="1393651"/>
                  </a:lnTo>
                  <a:lnTo>
                    <a:pt x="582613" y="1384917"/>
                  </a:lnTo>
                  <a:lnTo>
                    <a:pt x="523081" y="1374594"/>
                  </a:lnTo>
                  <a:lnTo>
                    <a:pt x="463550" y="1361889"/>
                  </a:lnTo>
                  <a:lnTo>
                    <a:pt x="404019" y="1346803"/>
                  </a:lnTo>
                  <a:lnTo>
                    <a:pt x="344488" y="1331716"/>
                  </a:lnTo>
                  <a:lnTo>
                    <a:pt x="286544" y="1313453"/>
                  </a:lnTo>
                  <a:lnTo>
                    <a:pt x="228600" y="1293602"/>
                  </a:lnTo>
                  <a:lnTo>
                    <a:pt x="170656" y="1273751"/>
                  </a:lnTo>
                  <a:lnTo>
                    <a:pt x="113506" y="1250724"/>
                  </a:lnTo>
                  <a:lnTo>
                    <a:pt x="56356" y="1226109"/>
                  </a:lnTo>
                  <a:lnTo>
                    <a:pt x="0" y="1200699"/>
                  </a:lnTo>
                  <a:close/>
                </a:path>
              </a:pathLst>
            </a:custGeom>
            <a:solidFill>
              <a:srgbClr val="5DC3AE"/>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214" name="Freeform 44"/>
            <p:cNvSpPr>
              <a:spLocks/>
            </p:cNvSpPr>
            <p:nvPr/>
          </p:nvSpPr>
          <p:spPr bwMode="auto">
            <a:xfrm>
              <a:off x="4914839" y="9645717"/>
              <a:ext cx="1754552" cy="1778276"/>
            </a:xfrm>
            <a:custGeom>
              <a:avLst/>
              <a:gdLst>
                <a:gd name="connsiteX0" fmla="*/ 1323738 w 1754552"/>
                <a:gd name="connsiteY0" fmla="*/ 0 h 1778276"/>
                <a:gd name="connsiteX1" fmla="*/ 1541936 w 1754552"/>
                <a:gd name="connsiteY1" fmla="*/ 297949 h 1778276"/>
                <a:gd name="connsiteX2" fmla="*/ 1754552 w 1754552"/>
                <a:gd name="connsiteY2" fmla="*/ 581770 h 1778276"/>
                <a:gd name="connsiteX3" fmla="*/ 1178366 w 1754552"/>
                <a:gd name="connsiteY3" fmla="*/ 1778276 h 1778276"/>
                <a:gd name="connsiteX4" fmla="*/ 1068788 w 1754552"/>
                <a:gd name="connsiteY4" fmla="*/ 1721897 h 1778276"/>
                <a:gd name="connsiteX5" fmla="*/ 961591 w 1754552"/>
                <a:gd name="connsiteY5" fmla="*/ 1659165 h 1778276"/>
                <a:gd name="connsiteX6" fmla="*/ 859953 w 1754552"/>
                <a:gd name="connsiteY6" fmla="*/ 1590875 h 1778276"/>
                <a:gd name="connsiteX7" fmla="*/ 762285 w 1754552"/>
                <a:gd name="connsiteY7" fmla="*/ 1517821 h 1778276"/>
                <a:gd name="connsiteX8" fmla="*/ 670970 w 1754552"/>
                <a:gd name="connsiteY8" fmla="*/ 1440002 h 1778276"/>
                <a:gd name="connsiteX9" fmla="*/ 582037 w 1754552"/>
                <a:gd name="connsiteY9" fmla="*/ 1355830 h 1778276"/>
                <a:gd name="connsiteX10" fmla="*/ 498662 w 1754552"/>
                <a:gd name="connsiteY10" fmla="*/ 1267688 h 1778276"/>
                <a:gd name="connsiteX11" fmla="*/ 420845 w 1754552"/>
                <a:gd name="connsiteY11" fmla="*/ 1174782 h 1778276"/>
                <a:gd name="connsiteX12" fmla="*/ 347793 w 1754552"/>
                <a:gd name="connsiteY12" fmla="*/ 1078699 h 1778276"/>
                <a:gd name="connsiteX13" fmla="*/ 280299 w 1754552"/>
                <a:gd name="connsiteY13" fmla="*/ 977852 h 1778276"/>
                <a:gd name="connsiteX14" fmla="*/ 217569 w 1754552"/>
                <a:gd name="connsiteY14" fmla="*/ 873034 h 1778276"/>
                <a:gd name="connsiteX15" fmla="*/ 162780 w 1754552"/>
                <a:gd name="connsiteY15" fmla="*/ 764247 h 1778276"/>
                <a:gd name="connsiteX16" fmla="*/ 137370 w 1754552"/>
                <a:gd name="connsiteY16" fmla="*/ 709456 h 1778276"/>
                <a:gd name="connsiteX17" fmla="*/ 112755 w 1754552"/>
                <a:gd name="connsiteY17" fmla="*/ 653077 h 1778276"/>
                <a:gd name="connsiteX18" fmla="*/ 89727 w 1754552"/>
                <a:gd name="connsiteY18" fmla="*/ 596698 h 1778276"/>
                <a:gd name="connsiteX19" fmla="*/ 68288 w 1754552"/>
                <a:gd name="connsiteY19" fmla="*/ 538730 h 1778276"/>
                <a:gd name="connsiteX20" fmla="*/ 48437 w 1754552"/>
                <a:gd name="connsiteY20" fmla="*/ 480763 h 1778276"/>
                <a:gd name="connsiteX21" fmla="*/ 31762 w 1754552"/>
                <a:gd name="connsiteY21" fmla="*/ 421208 h 1778276"/>
                <a:gd name="connsiteX22" fmla="*/ 15087 w 1754552"/>
                <a:gd name="connsiteY22" fmla="*/ 361652 h 1778276"/>
                <a:gd name="connsiteX23" fmla="*/ 0 w 1754552"/>
                <a:gd name="connsiteY23" fmla="*/ 302097 h 1778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54552" h="1778276">
                  <a:moveTo>
                    <a:pt x="1323738" y="0"/>
                  </a:moveTo>
                  <a:lnTo>
                    <a:pt x="1541936" y="297949"/>
                  </a:lnTo>
                  <a:lnTo>
                    <a:pt x="1754552" y="581770"/>
                  </a:lnTo>
                  <a:lnTo>
                    <a:pt x="1178366" y="1778276"/>
                  </a:lnTo>
                  <a:lnTo>
                    <a:pt x="1068788" y="1721897"/>
                  </a:lnTo>
                  <a:lnTo>
                    <a:pt x="961591" y="1659165"/>
                  </a:lnTo>
                  <a:lnTo>
                    <a:pt x="859953" y="1590875"/>
                  </a:lnTo>
                  <a:lnTo>
                    <a:pt x="762285" y="1517821"/>
                  </a:lnTo>
                  <a:lnTo>
                    <a:pt x="670970" y="1440002"/>
                  </a:lnTo>
                  <a:lnTo>
                    <a:pt x="582037" y="1355830"/>
                  </a:lnTo>
                  <a:lnTo>
                    <a:pt x="498662" y="1267688"/>
                  </a:lnTo>
                  <a:lnTo>
                    <a:pt x="420845" y="1174782"/>
                  </a:lnTo>
                  <a:lnTo>
                    <a:pt x="347793" y="1078699"/>
                  </a:lnTo>
                  <a:lnTo>
                    <a:pt x="280299" y="977852"/>
                  </a:lnTo>
                  <a:lnTo>
                    <a:pt x="217569" y="873034"/>
                  </a:lnTo>
                  <a:lnTo>
                    <a:pt x="162780" y="764247"/>
                  </a:lnTo>
                  <a:lnTo>
                    <a:pt x="137370" y="709456"/>
                  </a:lnTo>
                  <a:lnTo>
                    <a:pt x="112755" y="653077"/>
                  </a:lnTo>
                  <a:lnTo>
                    <a:pt x="89727" y="596698"/>
                  </a:lnTo>
                  <a:lnTo>
                    <a:pt x="68288" y="538730"/>
                  </a:lnTo>
                  <a:lnTo>
                    <a:pt x="48437" y="480763"/>
                  </a:lnTo>
                  <a:lnTo>
                    <a:pt x="31762" y="421208"/>
                  </a:lnTo>
                  <a:lnTo>
                    <a:pt x="15087" y="361652"/>
                  </a:lnTo>
                  <a:lnTo>
                    <a:pt x="0" y="302097"/>
                  </a:lnTo>
                  <a:close/>
                </a:path>
              </a:pathLst>
            </a:custGeom>
            <a:solidFill>
              <a:srgbClr val="5FABDC"/>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215" name="Freeform 45"/>
            <p:cNvSpPr>
              <a:spLocks/>
            </p:cNvSpPr>
            <p:nvPr/>
          </p:nvSpPr>
          <p:spPr bwMode="auto">
            <a:xfrm>
              <a:off x="4848164" y="8052142"/>
              <a:ext cx="1518449" cy="1841500"/>
            </a:xfrm>
            <a:custGeom>
              <a:avLst/>
              <a:gdLst>
                <a:gd name="connsiteX0" fmla="*/ 475456 w 1518449"/>
                <a:gd name="connsiteY0" fmla="*/ 0 h 1841500"/>
                <a:gd name="connsiteX1" fmla="*/ 1518449 w 1518449"/>
                <a:gd name="connsiteY1" fmla="*/ 832125 h 1841500"/>
                <a:gd name="connsiteX2" fmla="*/ 1450904 w 1518449"/>
                <a:gd name="connsiteY2" fmla="*/ 1182706 h 1841500"/>
                <a:gd name="connsiteX3" fmla="*/ 1412170 w 1518449"/>
                <a:gd name="connsiteY3" fmla="*/ 1376550 h 1841500"/>
                <a:gd name="connsiteX4" fmla="*/ 1379707 w 1518449"/>
                <a:gd name="connsiteY4" fmla="*/ 1539008 h 1841500"/>
                <a:gd name="connsiteX5" fmla="*/ 54769 w 1518449"/>
                <a:gd name="connsiteY5" fmla="*/ 1841500 h 1841500"/>
                <a:gd name="connsiteX6" fmla="*/ 41275 w 1518449"/>
                <a:gd name="connsiteY6" fmla="*/ 1781149 h 1841500"/>
                <a:gd name="connsiteX7" fmla="*/ 30956 w 1518449"/>
                <a:gd name="connsiteY7" fmla="*/ 1720004 h 1841500"/>
                <a:gd name="connsiteX8" fmla="*/ 21431 w 1518449"/>
                <a:gd name="connsiteY8" fmla="*/ 1658859 h 1841500"/>
                <a:gd name="connsiteX9" fmla="*/ 14288 w 1518449"/>
                <a:gd name="connsiteY9" fmla="*/ 1597714 h 1841500"/>
                <a:gd name="connsiteX10" fmla="*/ 7938 w 1518449"/>
                <a:gd name="connsiteY10" fmla="*/ 1536569 h 1841500"/>
                <a:gd name="connsiteX11" fmla="*/ 3175 w 1518449"/>
                <a:gd name="connsiteY11" fmla="*/ 1476218 h 1841500"/>
                <a:gd name="connsiteX12" fmla="*/ 1588 w 1518449"/>
                <a:gd name="connsiteY12" fmla="*/ 1415073 h 1841500"/>
                <a:gd name="connsiteX13" fmla="*/ 0 w 1518449"/>
                <a:gd name="connsiteY13" fmla="*/ 1353928 h 1841500"/>
                <a:gd name="connsiteX14" fmla="*/ 1588 w 1518449"/>
                <a:gd name="connsiteY14" fmla="*/ 1292782 h 1841500"/>
                <a:gd name="connsiteX15" fmla="*/ 4763 w 1518449"/>
                <a:gd name="connsiteY15" fmla="*/ 1231637 h 1841500"/>
                <a:gd name="connsiteX16" fmla="*/ 7938 w 1518449"/>
                <a:gd name="connsiteY16" fmla="*/ 1171286 h 1841500"/>
                <a:gd name="connsiteX17" fmla="*/ 14288 w 1518449"/>
                <a:gd name="connsiteY17" fmla="*/ 1111729 h 1841500"/>
                <a:gd name="connsiteX18" fmla="*/ 21431 w 1518449"/>
                <a:gd name="connsiteY18" fmla="*/ 1050584 h 1841500"/>
                <a:gd name="connsiteX19" fmla="*/ 30956 w 1518449"/>
                <a:gd name="connsiteY19" fmla="*/ 991027 h 1841500"/>
                <a:gd name="connsiteX20" fmla="*/ 42863 w 1518449"/>
                <a:gd name="connsiteY20" fmla="*/ 931470 h 1841500"/>
                <a:gd name="connsiteX21" fmla="*/ 54769 w 1518449"/>
                <a:gd name="connsiteY21" fmla="*/ 871913 h 1841500"/>
                <a:gd name="connsiteX22" fmla="*/ 69056 w 1518449"/>
                <a:gd name="connsiteY22" fmla="*/ 813945 h 1841500"/>
                <a:gd name="connsiteX23" fmla="*/ 85725 w 1518449"/>
                <a:gd name="connsiteY23" fmla="*/ 754388 h 1841500"/>
                <a:gd name="connsiteX24" fmla="*/ 102394 w 1518449"/>
                <a:gd name="connsiteY24" fmla="*/ 696419 h 1841500"/>
                <a:gd name="connsiteX25" fmla="*/ 122238 w 1518449"/>
                <a:gd name="connsiteY25" fmla="*/ 640039 h 1841500"/>
                <a:gd name="connsiteX26" fmla="*/ 142081 w 1518449"/>
                <a:gd name="connsiteY26" fmla="*/ 582070 h 1841500"/>
                <a:gd name="connsiteX27" fmla="*/ 165100 w 1518449"/>
                <a:gd name="connsiteY27" fmla="*/ 525689 h 1841500"/>
                <a:gd name="connsiteX28" fmla="*/ 188913 w 1518449"/>
                <a:gd name="connsiteY28" fmla="*/ 469309 h 1841500"/>
                <a:gd name="connsiteX29" fmla="*/ 215106 w 1518449"/>
                <a:gd name="connsiteY29" fmla="*/ 414516 h 1841500"/>
                <a:gd name="connsiteX30" fmla="*/ 241300 w 1518449"/>
                <a:gd name="connsiteY30" fmla="*/ 359724 h 1841500"/>
                <a:gd name="connsiteX31" fmla="*/ 269875 w 1518449"/>
                <a:gd name="connsiteY31" fmla="*/ 306520 h 1841500"/>
                <a:gd name="connsiteX32" fmla="*/ 300831 w 1518449"/>
                <a:gd name="connsiteY32" fmla="*/ 253316 h 1841500"/>
                <a:gd name="connsiteX33" fmla="*/ 332581 w 1518449"/>
                <a:gd name="connsiteY33" fmla="*/ 200905 h 1841500"/>
                <a:gd name="connsiteX34" fmla="*/ 365919 w 1518449"/>
                <a:gd name="connsiteY34" fmla="*/ 149289 h 1841500"/>
                <a:gd name="connsiteX35" fmla="*/ 400844 w 1518449"/>
                <a:gd name="connsiteY35" fmla="*/ 99262 h 1841500"/>
                <a:gd name="connsiteX36" fmla="*/ 437356 w 1518449"/>
                <a:gd name="connsiteY36" fmla="*/ 48440 h 184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518449" h="1841500">
                  <a:moveTo>
                    <a:pt x="475456" y="0"/>
                  </a:moveTo>
                  <a:lnTo>
                    <a:pt x="1518449" y="832125"/>
                  </a:lnTo>
                  <a:lnTo>
                    <a:pt x="1450904" y="1182706"/>
                  </a:lnTo>
                  <a:cubicBezTo>
                    <a:pt x="1436606" y="1248203"/>
                    <a:pt x="1424388" y="1312377"/>
                    <a:pt x="1412170" y="1376550"/>
                  </a:cubicBezTo>
                  <a:lnTo>
                    <a:pt x="1379707" y="1539008"/>
                  </a:lnTo>
                  <a:lnTo>
                    <a:pt x="54769" y="1841500"/>
                  </a:lnTo>
                  <a:lnTo>
                    <a:pt x="41275" y="1781149"/>
                  </a:lnTo>
                  <a:lnTo>
                    <a:pt x="30956" y="1720004"/>
                  </a:lnTo>
                  <a:lnTo>
                    <a:pt x="21431" y="1658859"/>
                  </a:lnTo>
                  <a:lnTo>
                    <a:pt x="14288" y="1597714"/>
                  </a:lnTo>
                  <a:lnTo>
                    <a:pt x="7938" y="1536569"/>
                  </a:lnTo>
                  <a:lnTo>
                    <a:pt x="3175" y="1476218"/>
                  </a:lnTo>
                  <a:lnTo>
                    <a:pt x="1588" y="1415073"/>
                  </a:lnTo>
                  <a:lnTo>
                    <a:pt x="0" y="1353928"/>
                  </a:lnTo>
                  <a:lnTo>
                    <a:pt x="1588" y="1292782"/>
                  </a:lnTo>
                  <a:lnTo>
                    <a:pt x="4763" y="1231637"/>
                  </a:lnTo>
                  <a:lnTo>
                    <a:pt x="7938" y="1171286"/>
                  </a:lnTo>
                  <a:lnTo>
                    <a:pt x="14288" y="1111729"/>
                  </a:lnTo>
                  <a:lnTo>
                    <a:pt x="21431" y="1050584"/>
                  </a:lnTo>
                  <a:lnTo>
                    <a:pt x="30956" y="991027"/>
                  </a:lnTo>
                  <a:lnTo>
                    <a:pt x="42863" y="931470"/>
                  </a:lnTo>
                  <a:lnTo>
                    <a:pt x="54769" y="871913"/>
                  </a:lnTo>
                  <a:lnTo>
                    <a:pt x="69056" y="813945"/>
                  </a:lnTo>
                  <a:lnTo>
                    <a:pt x="85725" y="754388"/>
                  </a:lnTo>
                  <a:lnTo>
                    <a:pt x="102394" y="696419"/>
                  </a:lnTo>
                  <a:lnTo>
                    <a:pt x="122238" y="640039"/>
                  </a:lnTo>
                  <a:lnTo>
                    <a:pt x="142081" y="582070"/>
                  </a:lnTo>
                  <a:lnTo>
                    <a:pt x="165100" y="525689"/>
                  </a:lnTo>
                  <a:lnTo>
                    <a:pt x="188913" y="469309"/>
                  </a:lnTo>
                  <a:lnTo>
                    <a:pt x="215106" y="414516"/>
                  </a:lnTo>
                  <a:lnTo>
                    <a:pt x="241300" y="359724"/>
                  </a:lnTo>
                  <a:lnTo>
                    <a:pt x="269875" y="306520"/>
                  </a:lnTo>
                  <a:lnTo>
                    <a:pt x="300831" y="253316"/>
                  </a:lnTo>
                  <a:lnTo>
                    <a:pt x="332581" y="200905"/>
                  </a:lnTo>
                  <a:lnTo>
                    <a:pt x="365919" y="149289"/>
                  </a:lnTo>
                  <a:lnTo>
                    <a:pt x="400844" y="99262"/>
                  </a:lnTo>
                  <a:lnTo>
                    <a:pt x="437356" y="48440"/>
                  </a:lnTo>
                  <a:close/>
                </a:path>
              </a:pathLst>
            </a:custGeom>
            <a:solidFill>
              <a:srgbClr val="AAB5B7"/>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216" name="Freeform 46"/>
            <p:cNvSpPr>
              <a:spLocks/>
            </p:cNvSpPr>
            <p:nvPr/>
          </p:nvSpPr>
          <p:spPr bwMode="auto">
            <a:xfrm>
              <a:off x="5359339" y="7188542"/>
              <a:ext cx="1700213" cy="1647293"/>
            </a:xfrm>
            <a:custGeom>
              <a:avLst/>
              <a:gdLst>
                <a:gd name="connsiteX0" fmla="*/ 1700213 w 1700213"/>
                <a:gd name="connsiteY0" fmla="*/ 0 h 1647293"/>
                <a:gd name="connsiteX1" fmla="*/ 1700213 w 1700213"/>
                <a:gd name="connsiteY1" fmla="*/ 1313335 h 1647293"/>
                <a:gd name="connsiteX2" fmla="*/ 1381310 w 1700213"/>
                <a:gd name="connsiteY2" fmla="*/ 1474309 h 1647293"/>
                <a:gd name="connsiteX3" fmla="*/ 1036970 w 1700213"/>
                <a:gd name="connsiteY3" fmla="*/ 1647293 h 1647293"/>
                <a:gd name="connsiteX4" fmla="*/ 0 w 1700213"/>
                <a:gd name="connsiteY4" fmla="*/ 819944 h 1647293"/>
                <a:gd name="connsiteX5" fmla="*/ 78581 w 1700213"/>
                <a:gd name="connsiteY5" fmla="*/ 725488 h 1647293"/>
                <a:gd name="connsiteX6" fmla="*/ 164306 w 1700213"/>
                <a:gd name="connsiteY6" fmla="*/ 635794 h 1647293"/>
                <a:gd name="connsiteX7" fmla="*/ 252413 w 1700213"/>
                <a:gd name="connsiteY7" fmla="*/ 551656 h 1647293"/>
                <a:gd name="connsiteX8" fmla="*/ 345281 w 1700213"/>
                <a:gd name="connsiteY8" fmla="*/ 473075 h 1647293"/>
                <a:gd name="connsiteX9" fmla="*/ 442913 w 1700213"/>
                <a:gd name="connsiteY9" fmla="*/ 399256 h 1647293"/>
                <a:gd name="connsiteX10" fmla="*/ 545307 w 1700213"/>
                <a:gd name="connsiteY10" fmla="*/ 332581 h 1647293"/>
                <a:gd name="connsiteX11" fmla="*/ 649288 w 1700213"/>
                <a:gd name="connsiteY11" fmla="*/ 271463 h 1647293"/>
                <a:gd name="connsiteX12" fmla="*/ 757238 w 1700213"/>
                <a:gd name="connsiteY12" fmla="*/ 216694 h 1647293"/>
                <a:gd name="connsiteX13" fmla="*/ 812007 w 1700213"/>
                <a:gd name="connsiteY13" fmla="*/ 190500 h 1647293"/>
                <a:gd name="connsiteX14" fmla="*/ 866775 w 1700213"/>
                <a:gd name="connsiteY14" fmla="*/ 166688 h 1647293"/>
                <a:gd name="connsiteX15" fmla="*/ 923132 w 1700213"/>
                <a:gd name="connsiteY15" fmla="*/ 143669 h 1647293"/>
                <a:gd name="connsiteX16" fmla="*/ 979488 w 1700213"/>
                <a:gd name="connsiteY16" fmla="*/ 123825 h 1647293"/>
                <a:gd name="connsiteX17" fmla="*/ 1037432 w 1700213"/>
                <a:gd name="connsiteY17" fmla="*/ 103981 h 1647293"/>
                <a:gd name="connsiteX18" fmla="*/ 1095376 w 1700213"/>
                <a:gd name="connsiteY18" fmla="*/ 85725 h 1647293"/>
                <a:gd name="connsiteX19" fmla="*/ 1154907 w 1700213"/>
                <a:gd name="connsiteY19" fmla="*/ 70644 h 1647293"/>
                <a:gd name="connsiteX20" fmla="*/ 1212851 w 1700213"/>
                <a:gd name="connsiteY20" fmla="*/ 54769 h 1647293"/>
                <a:gd name="connsiteX21" fmla="*/ 1273969 w 1700213"/>
                <a:gd name="connsiteY21" fmla="*/ 42863 h 1647293"/>
                <a:gd name="connsiteX22" fmla="*/ 1333501 w 1700213"/>
                <a:gd name="connsiteY22" fmla="*/ 32544 h 1647293"/>
                <a:gd name="connsiteX23" fmla="*/ 1394619 w 1700213"/>
                <a:gd name="connsiteY23" fmla="*/ 21431 h 1647293"/>
                <a:gd name="connsiteX24" fmla="*/ 1453357 w 1700213"/>
                <a:gd name="connsiteY24" fmla="*/ 14288 h 1647293"/>
                <a:gd name="connsiteX25" fmla="*/ 1516063 w 1700213"/>
                <a:gd name="connsiteY25" fmla="*/ 7938 h 1647293"/>
                <a:gd name="connsiteX26" fmla="*/ 1577182 w 1700213"/>
                <a:gd name="connsiteY26" fmla="*/ 3175 h 1647293"/>
                <a:gd name="connsiteX27" fmla="*/ 1638301 w 1700213"/>
                <a:gd name="connsiteY27" fmla="*/ 1588 h 1647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00213" h="1647293">
                  <a:moveTo>
                    <a:pt x="1700213" y="0"/>
                  </a:moveTo>
                  <a:lnTo>
                    <a:pt x="1700213" y="1313335"/>
                  </a:lnTo>
                  <a:lnTo>
                    <a:pt x="1381310" y="1474309"/>
                  </a:lnTo>
                  <a:lnTo>
                    <a:pt x="1036970" y="1647293"/>
                  </a:lnTo>
                  <a:lnTo>
                    <a:pt x="0" y="819944"/>
                  </a:lnTo>
                  <a:lnTo>
                    <a:pt x="78581" y="725488"/>
                  </a:lnTo>
                  <a:lnTo>
                    <a:pt x="164306" y="635794"/>
                  </a:lnTo>
                  <a:lnTo>
                    <a:pt x="252413" y="551656"/>
                  </a:lnTo>
                  <a:lnTo>
                    <a:pt x="345281" y="473075"/>
                  </a:lnTo>
                  <a:lnTo>
                    <a:pt x="442913" y="399256"/>
                  </a:lnTo>
                  <a:lnTo>
                    <a:pt x="545307" y="332581"/>
                  </a:lnTo>
                  <a:lnTo>
                    <a:pt x="649288" y="271463"/>
                  </a:lnTo>
                  <a:lnTo>
                    <a:pt x="757238" y="216694"/>
                  </a:lnTo>
                  <a:lnTo>
                    <a:pt x="812007" y="190500"/>
                  </a:lnTo>
                  <a:lnTo>
                    <a:pt x="866775" y="166688"/>
                  </a:lnTo>
                  <a:lnTo>
                    <a:pt x="923132" y="143669"/>
                  </a:lnTo>
                  <a:lnTo>
                    <a:pt x="979488" y="123825"/>
                  </a:lnTo>
                  <a:lnTo>
                    <a:pt x="1037432" y="103981"/>
                  </a:lnTo>
                  <a:lnTo>
                    <a:pt x="1095376" y="85725"/>
                  </a:lnTo>
                  <a:lnTo>
                    <a:pt x="1154907" y="70644"/>
                  </a:lnTo>
                  <a:lnTo>
                    <a:pt x="1212851" y="54769"/>
                  </a:lnTo>
                  <a:lnTo>
                    <a:pt x="1273969" y="42863"/>
                  </a:lnTo>
                  <a:lnTo>
                    <a:pt x="1333501" y="32544"/>
                  </a:lnTo>
                  <a:lnTo>
                    <a:pt x="1394619" y="21431"/>
                  </a:lnTo>
                  <a:lnTo>
                    <a:pt x="1453357" y="14288"/>
                  </a:lnTo>
                  <a:lnTo>
                    <a:pt x="1516063" y="7938"/>
                  </a:lnTo>
                  <a:lnTo>
                    <a:pt x="1577182" y="3175"/>
                  </a:lnTo>
                  <a:lnTo>
                    <a:pt x="1638301" y="1588"/>
                  </a:lnTo>
                  <a:close/>
                </a:path>
              </a:pathLst>
            </a:custGeom>
            <a:solidFill>
              <a:srgbClr val="A47BB3"/>
            </a:solidFill>
            <a:ln>
              <a:noFill/>
            </a:ln>
          </p:spPr>
          <p:txBody>
            <a:bodyPr vert="horz" wrap="square" lIns="91440" tIns="45720" rIns="91440" bIns="45720" numCol="1" anchor="t" anchorCtr="0" compatLnSpc="1">
              <a:prstTxWarp prst="textNoShape">
                <a:avLst/>
              </a:prstTxWarp>
              <a:noAutofit/>
            </a:bodyPr>
            <a:lstStyle/>
            <a:p>
              <a:endParaRPr lang="en-US"/>
            </a:p>
          </p:txBody>
        </p:sp>
      </p:grpSp>
    </p:spTree>
    <p:extLst>
      <p:ext uri="{BB962C8B-B14F-4D97-AF65-F5344CB8AC3E}">
        <p14:creationId xmlns:p14="http://schemas.microsoft.com/office/powerpoint/2010/main" val="2371043623"/>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2" name="组合 41"/>
          <p:cNvGrpSpPr/>
          <p:nvPr/>
        </p:nvGrpSpPr>
        <p:grpSpPr>
          <a:xfrm>
            <a:off x="4537075" y="2134317"/>
            <a:ext cx="3117850" cy="3117850"/>
            <a:chOff x="4454525" y="1830387"/>
            <a:chExt cx="3117850" cy="3117850"/>
          </a:xfrm>
        </p:grpSpPr>
        <p:sp>
          <p:nvSpPr>
            <p:cNvPr id="36" name="Freeform 5"/>
            <p:cNvSpPr>
              <a:spLocks/>
            </p:cNvSpPr>
            <p:nvPr/>
          </p:nvSpPr>
          <p:spPr bwMode="auto">
            <a:xfrm>
              <a:off x="6096000" y="1833562"/>
              <a:ext cx="1476375" cy="1784350"/>
            </a:xfrm>
            <a:custGeom>
              <a:avLst/>
              <a:gdLst>
                <a:gd name="T0" fmla="*/ 0 w 539"/>
                <a:gd name="T1" fmla="*/ 321 h 651"/>
                <a:gd name="T2" fmla="*/ 218 w 539"/>
                <a:gd name="T3" fmla="*/ 564 h 651"/>
                <a:gd name="T4" fmla="*/ 380 w 539"/>
                <a:gd name="T5" fmla="*/ 651 h 651"/>
                <a:gd name="T6" fmla="*/ 539 w 539"/>
                <a:gd name="T7" fmla="*/ 564 h 651"/>
                <a:gd name="T8" fmla="*/ 2 w 539"/>
                <a:gd name="T9" fmla="*/ 0 h 651"/>
                <a:gd name="T10" fmla="*/ 89 w 539"/>
                <a:gd name="T11" fmla="*/ 158 h 651"/>
                <a:gd name="T12" fmla="*/ 0 w 539"/>
                <a:gd name="T13" fmla="*/ 321 h 651"/>
              </a:gdLst>
              <a:ahLst/>
              <a:cxnLst>
                <a:cxn ang="0">
                  <a:pos x="T0" y="T1"/>
                </a:cxn>
                <a:cxn ang="0">
                  <a:pos x="T2" y="T3"/>
                </a:cxn>
                <a:cxn ang="0">
                  <a:pos x="T4" y="T5"/>
                </a:cxn>
                <a:cxn ang="0">
                  <a:pos x="T6" y="T7"/>
                </a:cxn>
                <a:cxn ang="0">
                  <a:pos x="T8" y="T9"/>
                </a:cxn>
                <a:cxn ang="0">
                  <a:pos x="T10" y="T11"/>
                </a:cxn>
                <a:cxn ang="0">
                  <a:pos x="T12" y="T13"/>
                </a:cxn>
              </a:cxnLst>
              <a:rect l="0" t="0" r="r" b="b"/>
              <a:pathLst>
                <a:path w="539" h="651">
                  <a:moveTo>
                    <a:pt x="0" y="321"/>
                  </a:moveTo>
                  <a:cubicBezTo>
                    <a:pt x="122" y="336"/>
                    <a:pt x="216" y="439"/>
                    <a:pt x="218" y="564"/>
                  </a:cubicBezTo>
                  <a:cubicBezTo>
                    <a:pt x="380" y="651"/>
                    <a:pt x="380" y="651"/>
                    <a:pt x="380" y="651"/>
                  </a:cubicBezTo>
                  <a:cubicBezTo>
                    <a:pt x="539" y="564"/>
                    <a:pt x="539" y="564"/>
                    <a:pt x="539" y="564"/>
                  </a:cubicBezTo>
                  <a:cubicBezTo>
                    <a:pt x="537" y="262"/>
                    <a:pt x="300" y="17"/>
                    <a:pt x="2" y="0"/>
                  </a:cubicBezTo>
                  <a:cubicBezTo>
                    <a:pt x="89" y="158"/>
                    <a:pt x="89" y="158"/>
                    <a:pt x="89" y="158"/>
                  </a:cubicBezTo>
                  <a:lnTo>
                    <a:pt x="0" y="321"/>
                  </a:ln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6"/>
            <p:cNvSpPr>
              <a:spLocks/>
            </p:cNvSpPr>
            <p:nvPr/>
          </p:nvSpPr>
          <p:spPr bwMode="auto">
            <a:xfrm>
              <a:off x="4457700" y="1830387"/>
              <a:ext cx="1782762" cy="1474788"/>
            </a:xfrm>
            <a:custGeom>
              <a:avLst/>
              <a:gdLst>
                <a:gd name="T0" fmla="*/ 321 w 651"/>
                <a:gd name="T1" fmla="*/ 538 h 538"/>
                <a:gd name="T2" fmla="*/ 563 w 651"/>
                <a:gd name="T3" fmla="*/ 320 h 538"/>
                <a:gd name="T4" fmla="*/ 651 w 651"/>
                <a:gd name="T5" fmla="*/ 159 h 538"/>
                <a:gd name="T6" fmla="*/ 564 w 651"/>
                <a:gd name="T7" fmla="*/ 0 h 538"/>
                <a:gd name="T8" fmla="*/ 0 w 651"/>
                <a:gd name="T9" fmla="*/ 536 h 538"/>
                <a:gd name="T10" fmla="*/ 158 w 651"/>
                <a:gd name="T11" fmla="*/ 450 h 538"/>
                <a:gd name="T12" fmla="*/ 321 w 651"/>
                <a:gd name="T13" fmla="*/ 538 h 538"/>
              </a:gdLst>
              <a:ahLst/>
              <a:cxnLst>
                <a:cxn ang="0">
                  <a:pos x="T0" y="T1"/>
                </a:cxn>
                <a:cxn ang="0">
                  <a:pos x="T2" y="T3"/>
                </a:cxn>
                <a:cxn ang="0">
                  <a:pos x="T4" y="T5"/>
                </a:cxn>
                <a:cxn ang="0">
                  <a:pos x="T6" y="T7"/>
                </a:cxn>
                <a:cxn ang="0">
                  <a:pos x="T8" y="T9"/>
                </a:cxn>
                <a:cxn ang="0">
                  <a:pos x="T10" y="T11"/>
                </a:cxn>
                <a:cxn ang="0">
                  <a:pos x="T12" y="T13"/>
                </a:cxn>
              </a:cxnLst>
              <a:rect l="0" t="0" r="r" b="b"/>
              <a:pathLst>
                <a:path w="651" h="538">
                  <a:moveTo>
                    <a:pt x="321" y="538"/>
                  </a:moveTo>
                  <a:cubicBezTo>
                    <a:pt x="336" y="417"/>
                    <a:pt x="438" y="322"/>
                    <a:pt x="563" y="320"/>
                  </a:cubicBezTo>
                  <a:cubicBezTo>
                    <a:pt x="651" y="159"/>
                    <a:pt x="651" y="159"/>
                    <a:pt x="651" y="159"/>
                  </a:cubicBezTo>
                  <a:cubicBezTo>
                    <a:pt x="564" y="0"/>
                    <a:pt x="564" y="0"/>
                    <a:pt x="564" y="0"/>
                  </a:cubicBezTo>
                  <a:cubicBezTo>
                    <a:pt x="262" y="2"/>
                    <a:pt x="16" y="239"/>
                    <a:pt x="0" y="536"/>
                  </a:cubicBezTo>
                  <a:cubicBezTo>
                    <a:pt x="158" y="450"/>
                    <a:pt x="158" y="450"/>
                    <a:pt x="158" y="450"/>
                  </a:cubicBezTo>
                  <a:lnTo>
                    <a:pt x="321" y="538"/>
                  </a:ln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7"/>
            <p:cNvSpPr>
              <a:spLocks/>
            </p:cNvSpPr>
            <p:nvPr/>
          </p:nvSpPr>
          <p:spPr bwMode="auto">
            <a:xfrm>
              <a:off x="5786438" y="3475037"/>
              <a:ext cx="1784350" cy="1473200"/>
            </a:xfrm>
            <a:custGeom>
              <a:avLst/>
              <a:gdLst>
                <a:gd name="T0" fmla="*/ 651 w 651"/>
                <a:gd name="T1" fmla="*/ 1 h 538"/>
                <a:gd name="T2" fmla="*/ 493 w 651"/>
                <a:gd name="T3" fmla="*/ 88 h 538"/>
                <a:gd name="T4" fmla="*/ 329 w 651"/>
                <a:gd name="T5" fmla="*/ 0 h 538"/>
                <a:gd name="T6" fmla="*/ 87 w 651"/>
                <a:gd name="T7" fmla="*/ 217 h 538"/>
                <a:gd name="T8" fmla="*/ 0 w 651"/>
                <a:gd name="T9" fmla="*/ 379 h 538"/>
                <a:gd name="T10" fmla="*/ 87 w 651"/>
                <a:gd name="T11" fmla="*/ 538 h 538"/>
                <a:gd name="T12" fmla="*/ 651 w 651"/>
                <a:gd name="T13" fmla="*/ 1 h 538"/>
              </a:gdLst>
              <a:ahLst/>
              <a:cxnLst>
                <a:cxn ang="0">
                  <a:pos x="T0" y="T1"/>
                </a:cxn>
                <a:cxn ang="0">
                  <a:pos x="T2" y="T3"/>
                </a:cxn>
                <a:cxn ang="0">
                  <a:pos x="T4" y="T5"/>
                </a:cxn>
                <a:cxn ang="0">
                  <a:pos x="T6" y="T7"/>
                </a:cxn>
                <a:cxn ang="0">
                  <a:pos x="T8" y="T9"/>
                </a:cxn>
                <a:cxn ang="0">
                  <a:pos x="T10" y="T11"/>
                </a:cxn>
                <a:cxn ang="0">
                  <a:pos x="T12" y="T13"/>
                </a:cxn>
              </a:cxnLst>
              <a:rect l="0" t="0" r="r" b="b"/>
              <a:pathLst>
                <a:path w="651" h="538">
                  <a:moveTo>
                    <a:pt x="651" y="1"/>
                  </a:moveTo>
                  <a:cubicBezTo>
                    <a:pt x="493" y="88"/>
                    <a:pt x="493" y="88"/>
                    <a:pt x="493" y="88"/>
                  </a:cubicBezTo>
                  <a:cubicBezTo>
                    <a:pt x="329" y="0"/>
                    <a:pt x="329" y="0"/>
                    <a:pt x="329" y="0"/>
                  </a:cubicBezTo>
                  <a:cubicBezTo>
                    <a:pt x="315" y="121"/>
                    <a:pt x="212" y="215"/>
                    <a:pt x="87" y="217"/>
                  </a:cubicBezTo>
                  <a:cubicBezTo>
                    <a:pt x="0" y="379"/>
                    <a:pt x="0" y="379"/>
                    <a:pt x="0" y="379"/>
                  </a:cubicBezTo>
                  <a:cubicBezTo>
                    <a:pt x="87" y="538"/>
                    <a:pt x="87" y="538"/>
                    <a:pt x="87" y="538"/>
                  </a:cubicBezTo>
                  <a:cubicBezTo>
                    <a:pt x="388" y="536"/>
                    <a:pt x="634" y="299"/>
                    <a:pt x="651" y="1"/>
                  </a:cubicBezTo>
                  <a:close/>
                </a:path>
              </a:pathLst>
            </a:custGeom>
            <a:solidFill>
              <a:srgbClr val="F26D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8"/>
            <p:cNvSpPr>
              <a:spLocks/>
            </p:cNvSpPr>
            <p:nvPr/>
          </p:nvSpPr>
          <p:spPr bwMode="auto">
            <a:xfrm>
              <a:off x="4454525" y="3162300"/>
              <a:ext cx="1474787" cy="1784350"/>
            </a:xfrm>
            <a:custGeom>
              <a:avLst/>
              <a:gdLst>
                <a:gd name="T0" fmla="*/ 538 w 538"/>
                <a:gd name="T1" fmla="*/ 330 h 651"/>
                <a:gd name="T2" fmla="*/ 320 w 538"/>
                <a:gd name="T3" fmla="*/ 87 h 651"/>
                <a:gd name="T4" fmla="*/ 159 w 538"/>
                <a:gd name="T5" fmla="*/ 0 h 651"/>
                <a:gd name="T6" fmla="*/ 0 w 538"/>
                <a:gd name="T7" fmla="*/ 87 h 651"/>
                <a:gd name="T8" fmla="*/ 536 w 538"/>
                <a:gd name="T9" fmla="*/ 651 h 651"/>
                <a:gd name="T10" fmla="*/ 450 w 538"/>
                <a:gd name="T11" fmla="*/ 493 h 651"/>
                <a:gd name="T12" fmla="*/ 538 w 538"/>
                <a:gd name="T13" fmla="*/ 330 h 651"/>
              </a:gdLst>
              <a:ahLst/>
              <a:cxnLst>
                <a:cxn ang="0">
                  <a:pos x="T0" y="T1"/>
                </a:cxn>
                <a:cxn ang="0">
                  <a:pos x="T2" y="T3"/>
                </a:cxn>
                <a:cxn ang="0">
                  <a:pos x="T4" y="T5"/>
                </a:cxn>
                <a:cxn ang="0">
                  <a:pos x="T6" y="T7"/>
                </a:cxn>
                <a:cxn ang="0">
                  <a:pos x="T8" y="T9"/>
                </a:cxn>
                <a:cxn ang="0">
                  <a:pos x="T10" y="T11"/>
                </a:cxn>
                <a:cxn ang="0">
                  <a:pos x="T12" y="T13"/>
                </a:cxn>
              </a:cxnLst>
              <a:rect l="0" t="0" r="r" b="b"/>
              <a:pathLst>
                <a:path w="538" h="651">
                  <a:moveTo>
                    <a:pt x="538" y="330"/>
                  </a:moveTo>
                  <a:cubicBezTo>
                    <a:pt x="417" y="315"/>
                    <a:pt x="322" y="212"/>
                    <a:pt x="320" y="87"/>
                  </a:cubicBezTo>
                  <a:cubicBezTo>
                    <a:pt x="159" y="0"/>
                    <a:pt x="159" y="0"/>
                    <a:pt x="159" y="0"/>
                  </a:cubicBezTo>
                  <a:cubicBezTo>
                    <a:pt x="0" y="87"/>
                    <a:pt x="0" y="87"/>
                    <a:pt x="0" y="87"/>
                  </a:cubicBezTo>
                  <a:cubicBezTo>
                    <a:pt x="2" y="389"/>
                    <a:pt x="238" y="634"/>
                    <a:pt x="536" y="651"/>
                  </a:cubicBezTo>
                  <a:cubicBezTo>
                    <a:pt x="450" y="493"/>
                    <a:pt x="450" y="493"/>
                    <a:pt x="450" y="493"/>
                  </a:cubicBezTo>
                  <a:lnTo>
                    <a:pt x="538" y="330"/>
                  </a:ln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43" name="文本框 42"/>
          <p:cNvSpPr txBox="1"/>
          <p:nvPr/>
        </p:nvSpPr>
        <p:spPr>
          <a:xfrm>
            <a:off x="7702501" y="2623224"/>
            <a:ext cx="2856518" cy="830997"/>
          </a:xfrm>
          <a:prstGeom prst="rect">
            <a:avLst/>
          </a:prstGeom>
          <a:noFill/>
        </p:spPr>
        <p:txBody>
          <a:bodyPr wrap="square" rtlCol="0">
            <a:spAutoFit/>
          </a:bodyPr>
          <a:lstStyle/>
          <a:p>
            <a:pPr>
              <a:lnSpc>
                <a:spcPct val="120000"/>
              </a:lnSpc>
            </a:pPr>
            <a:r>
              <a:rPr lang="zh-CN" altLang="en-US" sz="2400" b="1" dirty="0">
                <a:solidFill>
                  <a:srgbClr val="5EC6D3"/>
                </a:solidFill>
              </a:rPr>
              <a:t>添加标题</a:t>
            </a:r>
            <a:endParaRPr lang="en-US" altLang="zh-CN" sz="2400" b="1" dirty="0">
              <a:solidFill>
                <a:srgbClr val="5EC6D3"/>
              </a:solidFill>
            </a:endParaRPr>
          </a:p>
          <a:p>
            <a:pPr>
              <a:lnSpc>
                <a:spcPct val="120000"/>
              </a:lnSpc>
            </a:pPr>
            <a:r>
              <a:rPr lang="zh-CN" altLang="en-US" sz="1600" dirty="0">
                <a:solidFill>
                  <a:schemeClr val="tx1">
                    <a:lumMod val="65000"/>
                    <a:lumOff val="35000"/>
                  </a:schemeClr>
                </a:solidFill>
              </a:rPr>
              <a:t>添加内容添加内容</a:t>
            </a:r>
          </a:p>
        </p:txBody>
      </p:sp>
      <p:sp>
        <p:nvSpPr>
          <p:cNvPr id="44" name="文本框 43"/>
          <p:cNvSpPr txBox="1"/>
          <p:nvPr/>
        </p:nvSpPr>
        <p:spPr>
          <a:xfrm>
            <a:off x="1638951" y="2623224"/>
            <a:ext cx="2856518" cy="830997"/>
          </a:xfrm>
          <a:prstGeom prst="rect">
            <a:avLst/>
          </a:prstGeom>
          <a:noFill/>
        </p:spPr>
        <p:txBody>
          <a:bodyPr wrap="square" rtlCol="0">
            <a:spAutoFit/>
          </a:bodyPr>
          <a:lstStyle/>
          <a:p>
            <a:pPr algn="r">
              <a:lnSpc>
                <a:spcPct val="120000"/>
              </a:lnSpc>
            </a:pPr>
            <a:r>
              <a:rPr lang="zh-CN" altLang="en-US" sz="2400" b="1" dirty="0">
                <a:solidFill>
                  <a:srgbClr val="546E7A"/>
                </a:solidFill>
              </a:rPr>
              <a:t>添加标题</a:t>
            </a:r>
            <a:endParaRPr lang="en-US" altLang="zh-CN" sz="2400" b="1" dirty="0">
              <a:solidFill>
                <a:srgbClr val="546E7A"/>
              </a:solidFill>
            </a:endParaRPr>
          </a:p>
          <a:p>
            <a:pPr algn="r">
              <a:lnSpc>
                <a:spcPct val="120000"/>
              </a:lnSpc>
            </a:pPr>
            <a:r>
              <a:rPr lang="zh-CN" altLang="en-US" sz="1600" dirty="0">
                <a:solidFill>
                  <a:schemeClr val="tx1">
                    <a:lumMod val="65000"/>
                    <a:lumOff val="35000"/>
                  </a:schemeClr>
                </a:solidFill>
              </a:rPr>
              <a:t>添加内容添加内容</a:t>
            </a:r>
          </a:p>
        </p:txBody>
      </p:sp>
      <p:sp>
        <p:nvSpPr>
          <p:cNvPr id="45" name="文本框 44"/>
          <p:cNvSpPr txBox="1"/>
          <p:nvPr/>
        </p:nvSpPr>
        <p:spPr>
          <a:xfrm>
            <a:off x="7702501" y="3920684"/>
            <a:ext cx="2856518" cy="830997"/>
          </a:xfrm>
          <a:prstGeom prst="rect">
            <a:avLst/>
          </a:prstGeom>
          <a:noFill/>
        </p:spPr>
        <p:txBody>
          <a:bodyPr wrap="square" rtlCol="0">
            <a:spAutoFit/>
          </a:bodyPr>
          <a:lstStyle/>
          <a:p>
            <a:pPr>
              <a:lnSpc>
                <a:spcPct val="120000"/>
              </a:lnSpc>
            </a:pPr>
            <a:r>
              <a:rPr lang="zh-CN" altLang="en-US" sz="2400" b="1" dirty="0">
                <a:solidFill>
                  <a:srgbClr val="F26D64"/>
                </a:solidFill>
              </a:rPr>
              <a:t>添加标题</a:t>
            </a:r>
            <a:endParaRPr lang="en-US" altLang="zh-CN" sz="2400" b="1" dirty="0">
              <a:solidFill>
                <a:srgbClr val="F26D64"/>
              </a:solidFill>
            </a:endParaRPr>
          </a:p>
          <a:p>
            <a:pPr>
              <a:lnSpc>
                <a:spcPct val="120000"/>
              </a:lnSpc>
            </a:pPr>
            <a:r>
              <a:rPr lang="zh-CN" altLang="en-US" sz="1600" dirty="0">
                <a:solidFill>
                  <a:schemeClr val="tx1">
                    <a:lumMod val="65000"/>
                    <a:lumOff val="35000"/>
                  </a:schemeClr>
                </a:solidFill>
              </a:rPr>
              <a:t>添加内容添加内容</a:t>
            </a:r>
          </a:p>
        </p:txBody>
      </p:sp>
      <p:sp>
        <p:nvSpPr>
          <p:cNvPr id="46" name="文本框 45"/>
          <p:cNvSpPr txBox="1"/>
          <p:nvPr/>
        </p:nvSpPr>
        <p:spPr>
          <a:xfrm>
            <a:off x="1638951" y="3920684"/>
            <a:ext cx="2856518" cy="830997"/>
          </a:xfrm>
          <a:prstGeom prst="rect">
            <a:avLst/>
          </a:prstGeom>
          <a:noFill/>
        </p:spPr>
        <p:txBody>
          <a:bodyPr wrap="square" rtlCol="0">
            <a:spAutoFit/>
          </a:bodyPr>
          <a:lstStyle/>
          <a:p>
            <a:pPr algn="r">
              <a:lnSpc>
                <a:spcPct val="120000"/>
              </a:lnSpc>
            </a:pPr>
            <a:r>
              <a:rPr lang="zh-CN" altLang="en-US" sz="2400" b="1" dirty="0">
                <a:solidFill>
                  <a:srgbClr val="F8841D"/>
                </a:solidFill>
              </a:rPr>
              <a:t>添加标题</a:t>
            </a:r>
            <a:endParaRPr lang="en-US" altLang="zh-CN" sz="2400" b="1" dirty="0">
              <a:solidFill>
                <a:srgbClr val="F8841D"/>
              </a:solidFill>
            </a:endParaRPr>
          </a:p>
          <a:p>
            <a:pPr algn="r">
              <a:lnSpc>
                <a:spcPct val="120000"/>
              </a:lnSpc>
            </a:pPr>
            <a:r>
              <a:rPr lang="zh-CN" altLang="en-US" sz="1600" dirty="0">
                <a:solidFill>
                  <a:schemeClr val="tx1">
                    <a:lumMod val="65000"/>
                    <a:lumOff val="35000"/>
                  </a:schemeClr>
                </a:solidFill>
              </a:rPr>
              <a:t>添加内容添加内容</a:t>
            </a:r>
          </a:p>
        </p:txBody>
      </p:sp>
      <p:sp>
        <p:nvSpPr>
          <p:cNvPr id="47" name="文本框 46"/>
          <p:cNvSpPr txBox="1"/>
          <p:nvPr/>
        </p:nvSpPr>
        <p:spPr>
          <a:xfrm>
            <a:off x="4139317" y="1058393"/>
            <a:ext cx="3913366"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48" name="Rectangle 58"/>
          <p:cNvSpPr/>
          <p:nvPr/>
        </p:nvSpPr>
        <p:spPr>
          <a:xfrm>
            <a:off x="3614043" y="1478661"/>
            <a:ext cx="4963915"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单击此处添加副标题</a:t>
            </a:r>
          </a:p>
        </p:txBody>
      </p:sp>
      <p:sp>
        <p:nvSpPr>
          <p:cNvPr id="49" name="Freeform 24"/>
          <p:cNvSpPr>
            <a:spLocks noEditPoints="1"/>
          </p:cNvSpPr>
          <p:nvPr/>
        </p:nvSpPr>
        <p:spPr bwMode="auto">
          <a:xfrm flipH="1">
            <a:off x="4937259" y="3999999"/>
            <a:ext cx="604477" cy="607263"/>
          </a:xfrm>
          <a:custGeom>
            <a:avLst/>
            <a:gdLst>
              <a:gd name="T0" fmla="*/ 149 w 264"/>
              <a:gd name="T1" fmla="*/ 58 h 265"/>
              <a:gd name="T2" fmla="*/ 116 w 264"/>
              <a:gd name="T3" fmla="*/ 58 h 265"/>
              <a:gd name="T4" fmla="*/ 116 w 264"/>
              <a:gd name="T5" fmla="*/ 116 h 265"/>
              <a:gd name="T6" fmla="*/ 60 w 264"/>
              <a:gd name="T7" fmla="*/ 116 h 265"/>
              <a:gd name="T8" fmla="*/ 60 w 264"/>
              <a:gd name="T9" fmla="*/ 148 h 265"/>
              <a:gd name="T10" fmla="*/ 116 w 264"/>
              <a:gd name="T11" fmla="*/ 148 h 265"/>
              <a:gd name="T12" fmla="*/ 116 w 264"/>
              <a:gd name="T13" fmla="*/ 207 h 265"/>
              <a:gd name="T14" fmla="*/ 149 w 264"/>
              <a:gd name="T15" fmla="*/ 207 h 265"/>
              <a:gd name="T16" fmla="*/ 149 w 264"/>
              <a:gd name="T17" fmla="*/ 148 h 265"/>
              <a:gd name="T18" fmla="*/ 205 w 264"/>
              <a:gd name="T19" fmla="*/ 148 h 265"/>
              <a:gd name="T20" fmla="*/ 205 w 264"/>
              <a:gd name="T21" fmla="*/ 116 h 265"/>
              <a:gd name="T22" fmla="*/ 149 w 264"/>
              <a:gd name="T23" fmla="*/ 116 h 265"/>
              <a:gd name="T24" fmla="*/ 149 w 264"/>
              <a:gd name="T25" fmla="*/ 58 h 265"/>
              <a:gd name="T26" fmla="*/ 132 w 264"/>
              <a:gd name="T27" fmla="*/ 235 h 265"/>
              <a:gd name="T28" fmla="*/ 30 w 264"/>
              <a:gd name="T29" fmla="*/ 133 h 265"/>
              <a:gd name="T30" fmla="*/ 132 w 264"/>
              <a:gd name="T31" fmla="*/ 30 h 265"/>
              <a:gd name="T32" fmla="*/ 235 w 264"/>
              <a:gd name="T33" fmla="*/ 133 h 265"/>
              <a:gd name="T34" fmla="*/ 132 w 264"/>
              <a:gd name="T35" fmla="*/ 235 h 265"/>
              <a:gd name="T36" fmla="*/ 132 w 264"/>
              <a:gd name="T37" fmla="*/ 0 h 265"/>
              <a:gd name="T38" fmla="*/ 0 w 264"/>
              <a:gd name="T39" fmla="*/ 133 h 265"/>
              <a:gd name="T40" fmla="*/ 132 w 264"/>
              <a:gd name="T41" fmla="*/ 265 h 265"/>
              <a:gd name="T42" fmla="*/ 264 w 264"/>
              <a:gd name="T43" fmla="*/ 133 h 265"/>
              <a:gd name="T44" fmla="*/ 132 w 264"/>
              <a:gd name="T45" fmla="*/ 0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4" h="265">
                <a:moveTo>
                  <a:pt x="149" y="58"/>
                </a:moveTo>
                <a:cubicBezTo>
                  <a:pt x="116" y="58"/>
                  <a:pt x="116" y="58"/>
                  <a:pt x="116" y="58"/>
                </a:cubicBezTo>
                <a:cubicBezTo>
                  <a:pt x="116" y="116"/>
                  <a:pt x="116" y="116"/>
                  <a:pt x="116" y="116"/>
                </a:cubicBezTo>
                <a:cubicBezTo>
                  <a:pt x="60" y="116"/>
                  <a:pt x="60" y="116"/>
                  <a:pt x="60" y="116"/>
                </a:cubicBezTo>
                <a:cubicBezTo>
                  <a:pt x="60" y="148"/>
                  <a:pt x="60" y="148"/>
                  <a:pt x="60" y="148"/>
                </a:cubicBezTo>
                <a:cubicBezTo>
                  <a:pt x="116" y="148"/>
                  <a:pt x="116" y="148"/>
                  <a:pt x="116" y="148"/>
                </a:cubicBezTo>
                <a:cubicBezTo>
                  <a:pt x="116" y="207"/>
                  <a:pt x="116" y="207"/>
                  <a:pt x="116" y="207"/>
                </a:cubicBezTo>
                <a:cubicBezTo>
                  <a:pt x="149" y="207"/>
                  <a:pt x="149" y="207"/>
                  <a:pt x="149" y="207"/>
                </a:cubicBezTo>
                <a:cubicBezTo>
                  <a:pt x="149" y="148"/>
                  <a:pt x="149" y="148"/>
                  <a:pt x="149" y="148"/>
                </a:cubicBezTo>
                <a:cubicBezTo>
                  <a:pt x="205" y="148"/>
                  <a:pt x="205" y="148"/>
                  <a:pt x="205" y="148"/>
                </a:cubicBezTo>
                <a:cubicBezTo>
                  <a:pt x="205" y="116"/>
                  <a:pt x="205" y="116"/>
                  <a:pt x="205" y="116"/>
                </a:cubicBezTo>
                <a:cubicBezTo>
                  <a:pt x="149" y="116"/>
                  <a:pt x="149" y="116"/>
                  <a:pt x="149" y="116"/>
                </a:cubicBezTo>
                <a:cubicBezTo>
                  <a:pt x="149" y="58"/>
                  <a:pt x="149" y="58"/>
                  <a:pt x="149" y="58"/>
                </a:cubicBezTo>
                <a:moveTo>
                  <a:pt x="132" y="235"/>
                </a:moveTo>
                <a:cubicBezTo>
                  <a:pt x="76" y="235"/>
                  <a:pt x="30" y="189"/>
                  <a:pt x="30" y="133"/>
                </a:cubicBezTo>
                <a:cubicBezTo>
                  <a:pt x="30" y="76"/>
                  <a:pt x="76" y="30"/>
                  <a:pt x="132" y="30"/>
                </a:cubicBezTo>
                <a:cubicBezTo>
                  <a:pt x="189" y="30"/>
                  <a:pt x="235" y="76"/>
                  <a:pt x="235" y="133"/>
                </a:cubicBezTo>
                <a:cubicBezTo>
                  <a:pt x="235" y="189"/>
                  <a:pt x="189" y="235"/>
                  <a:pt x="132" y="235"/>
                </a:cubicBezTo>
                <a:moveTo>
                  <a:pt x="132" y="0"/>
                </a:moveTo>
                <a:cubicBezTo>
                  <a:pt x="59" y="0"/>
                  <a:pt x="0" y="60"/>
                  <a:pt x="0" y="133"/>
                </a:cubicBezTo>
                <a:cubicBezTo>
                  <a:pt x="0" y="206"/>
                  <a:pt x="59" y="265"/>
                  <a:pt x="132" y="265"/>
                </a:cubicBezTo>
                <a:cubicBezTo>
                  <a:pt x="205" y="265"/>
                  <a:pt x="264" y="206"/>
                  <a:pt x="264" y="133"/>
                </a:cubicBezTo>
                <a:cubicBezTo>
                  <a:pt x="264" y="60"/>
                  <a:pt x="205" y="0"/>
                  <a:pt x="132"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0" name="Freeform 21"/>
          <p:cNvSpPr>
            <a:spLocks noEditPoints="1"/>
          </p:cNvSpPr>
          <p:nvPr/>
        </p:nvSpPr>
        <p:spPr bwMode="auto">
          <a:xfrm flipH="1">
            <a:off x="5128037" y="2421290"/>
            <a:ext cx="505588" cy="834290"/>
          </a:xfrm>
          <a:custGeom>
            <a:avLst/>
            <a:gdLst>
              <a:gd name="T0" fmla="*/ 76 w 221"/>
              <a:gd name="T1" fmla="*/ 315 h 365"/>
              <a:gd name="T2" fmla="*/ 110 w 221"/>
              <a:gd name="T3" fmla="*/ 186 h 365"/>
              <a:gd name="T4" fmla="*/ 171 w 221"/>
              <a:gd name="T5" fmla="*/ 289 h 365"/>
              <a:gd name="T6" fmla="*/ 97 w 221"/>
              <a:gd name="T7" fmla="*/ 145 h 365"/>
              <a:gd name="T8" fmla="*/ 70 w 221"/>
              <a:gd name="T9" fmla="*/ 174 h 365"/>
              <a:gd name="T10" fmla="*/ 23 w 221"/>
              <a:gd name="T11" fmla="*/ 186 h 365"/>
              <a:gd name="T12" fmla="*/ 24 w 221"/>
              <a:gd name="T13" fmla="*/ 226 h 365"/>
              <a:gd name="T14" fmla="*/ 0 w 221"/>
              <a:gd name="T15" fmla="*/ 268 h 365"/>
              <a:gd name="T16" fmla="*/ 29 w 221"/>
              <a:gd name="T17" fmla="*/ 296 h 365"/>
              <a:gd name="T18" fmla="*/ 42 w 221"/>
              <a:gd name="T19" fmla="*/ 342 h 365"/>
              <a:gd name="T20" fmla="*/ 82 w 221"/>
              <a:gd name="T21" fmla="*/ 341 h 365"/>
              <a:gd name="T22" fmla="*/ 118 w 221"/>
              <a:gd name="T23" fmla="*/ 346 h 365"/>
              <a:gd name="T24" fmla="*/ 156 w 221"/>
              <a:gd name="T25" fmla="*/ 356 h 365"/>
              <a:gd name="T26" fmla="*/ 180 w 221"/>
              <a:gd name="T27" fmla="*/ 314 h 365"/>
              <a:gd name="T28" fmla="*/ 214 w 221"/>
              <a:gd name="T29" fmla="*/ 294 h 365"/>
              <a:gd name="T30" fmla="*/ 201 w 221"/>
              <a:gd name="T31" fmla="*/ 247 h 365"/>
              <a:gd name="T32" fmla="*/ 211 w 221"/>
              <a:gd name="T33" fmla="*/ 209 h 365"/>
              <a:gd name="T34" fmla="*/ 169 w 221"/>
              <a:gd name="T35" fmla="*/ 186 h 365"/>
              <a:gd name="T36" fmla="*/ 149 w 221"/>
              <a:gd name="T37" fmla="*/ 151 h 365"/>
              <a:gd name="T38" fmla="*/ 110 w 221"/>
              <a:gd name="T39" fmla="*/ 164 h 365"/>
              <a:gd name="T40" fmla="*/ 97 w 221"/>
              <a:gd name="T41" fmla="*/ 145 h 365"/>
              <a:gd name="T42" fmla="*/ 74 w 221"/>
              <a:gd name="T43" fmla="*/ 116 h 365"/>
              <a:gd name="T44" fmla="*/ 97 w 221"/>
              <a:gd name="T45" fmla="*/ 27 h 365"/>
              <a:gd name="T46" fmla="*/ 138 w 221"/>
              <a:gd name="T47" fmla="*/ 98 h 365"/>
              <a:gd name="T48" fmla="*/ 88 w 221"/>
              <a:gd name="T49" fmla="*/ 0 h 365"/>
              <a:gd name="T50" fmla="*/ 70 w 221"/>
              <a:gd name="T51" fmla="*/ 19 h 365"/>
              <a:gd name="T52" fmla="*/ 38 w 221"/>
              <a:gd name="T53" fmla="*/ 28 h 365"/>
              <a:gd name="T54" fmla="*/ 39 w 221"/>
              <a:gd name="T55" fmla="*/ 55 h 365"/>
              <a:gd name="T56" fmla="*/ 22 w 221"/>
              <a:gd name="T57" fmla="*/ 83 h 365"/>
              <a:gd name="T58" fmla="*/ 42 w 221"/>
              <a:gd name="T59" fmla="*/ 102 h 365"/>
              <a:gd name="T60" fmla="*/ 50 w 221"/>
              <a:gd name="T61" fmla="*/ 134 h 365"/>
              <a:gd name="T62" fmla="*/ 78 w 221"/>
              <a:gd name="T63" fmla="*/ 133 h 365"/>
              <a:gd name="T64" fmla="*/ 102 w 221"/>
              <a:gd name="T65" fmla="*/ 136 h 365"/>
              <a:gd name="T66" fmla="*/ 128 w 221"/>
              <a:gd name="T67" fmla="*/ 143 h 365"/>
              <a:gd name="T68" fmla="*/ 144 w 221"/>
              <a:gd name="T69" fmla="*/ 114 h 365"/>
              <a:gd name="T70" fmla="*/ 168 w 221"/>
              <a:gd name="T71" fmla="*/ 101 h 365"/>
              <a:gd name="T72" fmla="*/ 159 w 221"/>
              <a:gd name="T73" fmla="*/ 69 h 365"/>
              <a:gd name="T74" fmla="*/ 166 w 221"/>
              <a:gd name="T75" fmla="*/ 43 h 365"/>
              <a:gd name="T76" fmla="*/ 137 w 221"/>
              <a:gd name="T77" fmla="*/ 27 h 365"/>
              <a:gd name="T78" fmla="*/ 123 w 221"/>
              <a:gd name="T79" fmla="*/ 4 h 365"/>
              <a:gd name="T80" fmla="*/ 97 w 221"/>
              <a:gd name="T81" fmla="*/ 13 h 365"/>
              <a:gd name="T82" fmla="*/ 88 w 221"/>
              <a:gd name="T83"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1" h="365">
                <a:moveTo>
                  <a:pt x="110" y="324"/>
                </a:moveTo>
                <a:cubicBezTo>
                  <a:pt x="99" y="324"/>
                  <a:pt x="87" y="321"/>
                  <a:pt x="76" y="315"/>
                </a:cubicBezTo>
                <a:cubicBezTo>
                  <a:pt x="43" y="297"/>
                  <a:pt x="31" y="254"/>
                  <a:pt x="50" y="221"/>
                </a:cubicBezTo>
                <a:cubicBezTo>
                  <a:pt x="63" y="198"/>
                  <a:pt x="86" y="186"/>
                  <a:pt x="110" y="186"/>
                </a:cubicBezTo>
                <a:cubicBezTo>
                  <a:pt x="122" y="186"/>
                  <a:pt x="134" y="188"/>
                  <a:pt x="144" y="194"/>
                </a:cubicBezTo>
                <a:cubicBezTo>
                  <a:pt x="178" y="213"/>
                  <a:pt x="190" y="256"/>
                  <a:pt x="171" y="289"/>
                </a:cubicBezTo>
                <a:cubicBezTo>
                  <a:pt x="158" y="312"/>
                  <a:pt x="135" y="324"/>
                  <a:pt x="110" y="324"/>
                </a:cubicBezTo>
                <a:moveTo>
                  <a:pt x="97" y="145"/>
                </a:moveTo>
                <a:cubicBezTo>
                  <a:pt x="64" y="154"/>
                  <a:pt x="64" y="154"/>
                  <a:pt x="64" y="154"/>
                </a:cubicBezTo>
                <a:cubicBezTo>
                  <a:pt x="70" y="174"/>
                  <a:pt x="70" y="174"/>
                  <a:pt x="70" y="174"/>
                </a:cubicBezTo>
                <a:cubicBezTo>
                  <a:pt x="59" y="179"/>
                  <a:pt x="49" y="187"/>
                  <a:pt x="41" y="196"/>
                </a:cubicBezTo>
                <a:cubicBezTo>
                  <a:pt x="23" y="186"/>
                  <a:pt x="23" y="186"/>
                  <a:pt x="23" y="186"/>
                </a:cubicBezTo>
                <a:cubicBezTo>
                  <a:pt x="6" y="216"/>
                  <a:pt x="6" y="216"/>
                  <a:pt x="6" y="216"/>
                </a:cubicBezTo>
                <a:cubicBezTo>
                  <a:pt x="24" y="226"/>
                  <a:pt x="24" y="226"/>
                  <a:pt x="24" y="226"/>
                </a:cubicBezTo>
                <a:cubicBezTo>
                  <a:pt x="20" y="238"/>
                  <a:pt x="19" y="250"/>
                  <a:pt x="20" y="263"/>
                </a:cubicBezTo>
                <a:cubicBezTo>
                  <a:pt x="0" y="268"/>
                  <a:pt x="0" y="268"/>
                  <a:pt x="0" y="268"/>
                </a:cubicBezTo>
                <a:cubicBezTo>
                  <a:pt x="9" y="301"/>
                  <a:pt x="9" y="301"/>
                  <a:pt x="9" y="301"/>
                </a:cubicBezTo>
                <a:cubicBezTo>
                  <a:pt x="29" y="296"/>
                  <a:pt x="29" y="296"/>
                  <a:pt x="29" y="296"/>
                </a:cubicBezTo>
                <a:cubicBezTo>
                  <a:pt x="34" y="306"/>
                  <a:pt x="42" y="316"/>
                  <a:pt x="52" y="324"/>
                </a:cubicBezTo>
                <a:cubicBezTo>
                  <a:pt x="42" y="342"/>
                  <a:pt x="42" y="342"/>
                  <a:pt x="42" y="342"/>
                </a:cubicBezTo>
                <a:cubicBezTo>
                  <a:pt x="72" y="359"/>
                  <a:pt x="72" y="359"/>
                  <a:pt x="72" y="359"/>
                </a:cubicBezTo>
                <a:cubicBezTo>
                  <a:pt x="82" y="341"/>
                  <a:pt x="82" y="341"/>
                  <a:pt x="82" y="341"/>
                </a:cubicBezTo>
                <a:cubicBezTo>
                  <a:pt x="91" y="344"/>
                  <a:pt x="101" y="346"/>
                  <a:pt x="110" y="346"/>
                </a:cubicBezTo>
                <a:cubicBezTo>
                  <a:pt x="113" y="346"/>
                  <a:pt x="115" y="346"/>
                  <a:pt x="118" y="346"/>
                </a:cubicBezTo>
                <a:cubicBezTo>
                  <a:pt x="123" y="365"/>
                  <a:pt x="123" y="365"/>
                  <a:pt x="123" y="365"/>
                </a:cubicBezTo>
                <a:cubicBezTo>
                  <a:pt x="156" y="356"/>
                  <a:pt x="156" y="356"/>
                  <a:pt x="156" y="356"/>
                </a:cubicBezTo>
                <a:cubicBezTo>
                  <a:pt x="151" y="336"/>
                  <a:pt x="151" y="336"/>
                  <a:pt x="151" y="336"/>
                </a:cubicBezTo>
                <a:cubicBezTo>
                  <a:pt x="162" y="331"/>
                  <a:pt x="172" y="323"/>
                  <a:pt x="180" y="314"/>
                </a:cubicBezTo>
                <a:cubicBezTo>
                  <a:pt x="198" y="324"/>
                  <a:pt x="198" y="324"/>
                  <a:pt x="198" y="324"/>
                </a:cubicBezTo>
                <a:cubicBezTo>
                  <a:pt x="214" y="294"/>
                  <a:pt x="214" y="294"/>
                  <a:pt x="214" y="294"/>
                </a:cubicBezTo>
                <a:cubicBezTo>
                  <a:pt x="197" y="284"/>
                  <a:pt x="197" y="284"/>
                  <a:pt x="197" y="284"/>
                </a:cubicBezTo>
                <a:cubicBezTo>
                  <a:pt x="201" y="272"/>
                  <a:pt x="202" y="259"/>
                  <a:pt x="201" y="247"/>
                </a:cubicBezTo>
                <a:cubicBezTo>
                  <a:pt x="221" y="242"/>
                  <a:pt x="221" y="242"/>
                  <a:pt x="221" y="242"/>
                </a:cubicBezTo>
                <a:cubicBezTo>
                  <a:pt x="211" y="209"/>
                  <a:pt x="211" y="209"/>
                  <a:pt x="211" y="209"/>
                </a:cubicBezTo>
                <a:cubicBezTo>
                  <a:pt x="192" y="214"/>
                  <a:pt x="192" y="214"/>
                  <a:pt x="192" y="214"/>
                </a:cubicBezTo>
                <a:cubicBezTo>
                  <a:pt x="186" y="203"/>
                  <a:pt x="179" y="194"/>
                  <a:pt x="169" y="186"/>
                </a:cubicBezTo>
                <a:cubicBezTo>
                  <a:pt x="179" y="168"/>
                  <a:pt x="179" y="168"/>
                  <a:pt x="179" y="168"/>
                </a:cubicBezTo>
                <a:cubicBezTo>
                  <a:pt x="149" y="151"/>
                  <a:pt x="149" y="151"/>
                  <a:pt x="149" y="151"/>
                </a:cubicBezTo>
                <a:cubicBezTo>
                  <a:pt x="139" y="169"/>
                  <a:pt x="139" y="169"/>
                  <a:pt x="139" y="169"/>
                </a:cubicBezTo>
                <a:cubicBezTo>
                  <a:pt x="130" y="166"/>
                  <a:pt x="120" y="164"/>
                  <a:pt x="110" y="164"/>
                </a:cubicBezTo>
                <a:cubicBezTo>
                  <a:pt x="108" y="164"/>
                  <a:pt x="105" y="164"/>
                  <a:pt x="103" y="164"/>
                </a:cubicBezTo>
                <a:cubicBezTo>
                  <a:pt x="97" y="145"/>
                  <a:pt x="97" y="145"/>
                  <a:pt x="97" y="145"/>
                </a:cubicBezTo>
                <a:moveTo>
                  <a:pt x="97" y="122"/>
                </a:moveTo>
                <a:cubicBezTo>
                  <a:pt x="89" y="122"/>
                  <a:pt x="81" y="120"/>
                  <a:pt x="74" y="116"/>
                </a:cubicBezTo>
                <a:cubicBezTo>
                  <a:pt x="51" y="103"/>
                  <a:pt x="43" y="74"/>
                  <a:pt x="56" y="51"/>
                </a:cubicBezTo>
                <a:cubicBezTo>
                  <a:pt x="65" y="36"/>
                  <a:pt x="81" y="27"/>
                  <a:pt x="97" y="27"/>
                </a:cubicBezTo>
                <a:cubicBezTo>
                  <a:pt x="105" y="27"/>
                  <a:pt x="113" y="29"/>
                  <a:pt x="120" y="34"/>
                </a:cubicBezTo>
                <a:cubicBezTo>
                  <a:pt x="143" y="46"/>
                  <a:pt x="151" y="75"/>
                  <a:pt x="138" y="98"/>
                </a:cubicBezTo>
                <a:cubicBezTo>
                  <a:pt x="130" y="113"/>
                  <a:pt x="114" y="122"/>
                  <a:pt x="97" y="122"/>
                </a:cubicBezTo>
                <a:moveTo>
                  <a:pt x="88" y="0"/>
                </a:moveTo>
                <a:cubicBezTo>
                  <a:pt x="66" y="6"/>
                  <a:pt x="66" y="6"/>
                  <a:pt x="66" y="6"/>
                </a:cubicBezTo>
                <a:cubicBezTo>
                  <a:pt x="70" y="19"/>
                  <a:pt x="70" y="19"/>
                  <a:pt x="70" y="19"/>
                </a:cubicBezTo>
                <a:cubicBezTo>
                  <a:pt x="62" y="23"/>
                  <a:pt x="55" y="28"/>
                  <a:pt x="50" y="35"/>
                </a:cubicBezTo>
                <a:cubicBezTo>
                  <a:pt x="38" y="28"/>
                  <a:pt x="38" y="28"/>
                  <a:pt x="38" y="28"/>
                </a:cubicBezTo>
                <a:cubicBezTo>
                  <a:pt x="26" y="48"/>
                  <a:pt x="26" y="48"/>
                  <a:pt x="26" y="48"/>
                </a:cubicBezTo>
                <a:cubicBezTo>
                  <a:pt x="39" y="55"/>
                  <a:pt x="39" y="55"/>
                  <a:pt x="39" y="55"/>
                </a:cubicBezTo>
                <a:cubicBezTo>
                  <a:pt x="36" y="63"/>
                  <a:pt x="35" y="72"/>
                  <a:pt x="36" y="80"/>
                </a:cubicBezTo>
                <a:cubicBezTo>
                  <a:pt x="22" y="83"/>
                  <a:pt x="22" y="83"/>
                  <a:pt x="22" y="83"/>
                </a:cubicBezTo>
                <a:cubicBezTo>
                  <a:pt x="29" y="106"/>
                  <a:pt x="29" y="106"/>
                  <a:pt x="29" y="106"/>
                </a:cubicBezTo>
                <a:cubicBezTo>
                  <a:pt x="42" y="102"/>
                  <a:pt x="42" y="102"/>
                  <a:pt x="42" y="102"/>
                </a:cubicBezTo>
                <a:cubicBezTo>
                  <a:pt x="45" y="110"/>
                  <a:pt x="51" y="116"/>
                  <a:pt x="57" y="122"/>
                </a:cubicBezTo>
                <a:cubicBezTo>
                  <a:pt x="50" y="134"/>
                  <a:pt x="50" y="134"/>
                  <a:pt x="50" y="134"/>
                </a:cubicBezTo>
                <a:cubicBezTo>
                  <a:pt x="71" y="145"/>
                  <a:pt x="71" y="145"/>
                  <a:pt x="71" y="145"/>
                </a:cubicBezTo>
                <a:cubicBezTo>
                  <a:pt x="78" y="133"/>
                  <a:pt x="78" y="133"/>
                  <a:pt x="78" y="133"/>
                </a:cubicBezTo>
                <a:cubicBezTo>
                  <a:pt x="84" y="135"/>
                  <a:pt x="91" y="136"/>
                  <a:pt x="97" y="136"/>
                </a:cubicBezTo>
                <a:cubicBezTo>
                  <a:pt x="99" y="136"/>
                  <a:pt x="101" y="136"/>
                  <a:pt x="102" y="136"/>
                </a:cubicBezTo>
                <a:cubicBezTo>
                  <a:pt x="106" y="149"/>
                  <a:pt x="106" y="149"/>
                  <a:pt x="106" y="149"/>
                </a:cubicBezTo>
                <a:cubicBezTo>
                  <a:pt x="128" y="143"/>
                  <a:pt x="128" y="143"/>
                  <a:pt x="128" y="143"/>
                </a:cubicBezTo>
                <a:cubicBezTo>
                  <a:pt x="125" y="130"/>
                  <a:pt x="125" y="130"/>
                  <a:pt x="125" y="130"/>
                </a:cubicBezTo>
                <a:cubicBezTo>
                  <a:pt x="132" y="126"/>
                  <a:pt x="139" y="121"/>
                  <a:pt x="144" y="114"/>
                </a:cubicBezTo>
                <a:cubicBezTo>
                  <a:pt x="156" y="121"/>
                  <a:pt x="156" y="121"/>
                  <a:pt x="156" y="121"/>
                </a:cubicBezTo>
                <a:cubicBezTo>
                  <a:pt x="168" y="101"/>
                  <a:pt x="168" y="101"/>
                  <a:pt x="168" y="101"/>
                </a:cubicBezTo>
                <a:cubicBezTo>
                  <a:pt x="156" y="94"/>
                  <a:pt x="156" y="94"/>
                  <a:pt x="156" y="94"/>
                </a:cubicBezTo>
                <a:cubicBezTo>
                  <a:pt x="158" y="86"/>
                  <a:pt x="159" y="78"/>
                  <a:pt x="159" y="69"/>
                </a:cubicBezTo>
                <a:cubicBezTo>
                  <a:pt x="172" y="66"/>
                  <a:pt x="172" y="66"/>
                  <a:pt x="172" y="66"/>
                </a:cubicBezTo>
                <a:cubicBezTo>
                  <a:pt x="166" y="43"/>
                  <a:pt x="166" y="43"/>
                  <a:pt x="166" y="43"/>
                </a:cubicBezTo>
                <a:cubicBezTo>
                  <a:pt x="152" y="47"/>
                  <a:pt x="152" y="47"/>
                  <a:pt x="152" y="47"/>
                </a:cubicBezTo>
                <a:cubicBezTo>
                  <a:pt x="149" y="40"/>
                  <a:pt x="144" y="33"/>
                  <a:pt x="137" y="27"/>
                </a:cubicBezTo>
                <a:cubicBezTo>
                  <a:pt x="144" y="15"/>
                  <a:pt x="144" y="15"/>
                  <a:pt x="144" y="15"/>
                </a:cubicBezTo>
                <a:cubicBezTo>
                  <a:pt x="123" y="4"/>
                  <a:pt x="123" y="4"/>
                  <a:pt x="123" y="4"/>
                </a:cubicBezTo>
                <a:cubicBezTo>
                  <a:pt x="117" y="16"/>
                  <a:pt x="117" y="16"/>
                  <a:pt x="117" y="16"/>
                </a:cubicBezTo>
                <a:cubicBezTo>
                  <a:pt x="110" y="14"/>
                  <a:pt x="104" y="13"/>
                  <a:pt x="97" y="13"/>
                </a:cubicBezTo>
                <a:cubicBezTo>
                  <a:pt x="95" y="13"/>
                  <a:pt x="94" y="13"/>
                  <a:pt x="92" y="13"/>
                </a:cubicBezTo>
                <a:cubicBezTo>
                  <a:pt x="88" y="0"/>
                  <a:pt x="88" y="0"/>
                  <a:pt x="88"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1" name="Freeform 22"/>
          <p:cNvSpPr>
            <a:spLocks noEditPoints="1"/>
          </p:cNvSpPr>
          <p:nvPr/>
        </p:nvSpPr>
        <p:spPr bwMode="auto">
          <a:xfrm flipH="1">
            <a:off x="6691849" y="2789510"/>
            <a:ext cx="534837" cy="555730"/>
          </a:xfrm>
          <a:custGeom>
            <a:avLst/>
            <a:gdLst>
              <a:gd name="T0" fmla="*/ 117 w 234"/>
              <a:gd name="T1" fmla="*/ 89 h 243"/>
              <a:gd name="T2" fmla="*/ 85 w 234"/>
              <a:gd name="T3" fmla="*/ 121 h 243"/>
              <a:gd name="T4" fmla="*/ 117 w 234"/>
              <a:gd name="T5" fmla="*/ 153 h 243"/>
              <a:gd name="T6" fmla="*/ 149 w 234"/>
              <a:gd name="T7" fmla="*/ 121 h 243"/>
              <a:gd name="T8" fmla="*/ 117 w 234"/>
              <a:gd name="T9" fmla="*/ 89 h 243"/>
              <a:gd name="T10" fmla="*/ 90 w 234"/>
              <a:gd name="T11" fmla="*/ 7 h 243"/>
              <a:gd name="T12" fmla="*/ 0 w 234"/>
              <a:gd name="T13" fmla="*/ 121 h 243"/>
              <a:gd name="T14" fmla="*/ 34 w 234"/>
              <a:gd name="T15" fmla="*/ 204 h 243"/>
              <a:gd name="T16" fmla="*/ 44 w 234"/>
              <a:gd name="T17" fmla="*/ 213 h 243"/>
              <a:gd name="T18" fmla="*/ 33 w 234"/>
              <a:gd name="T19" fmla="*/ 243 h 243"/>
              <a:gd name="T20" fmla="*/ 117 w 234"/>
              <a:gd name="T21" fmla="*/ 232 h 243"/>
              <a:gd name="T22" fmla="*/ 60 w 234"/>
              <a:gd name="T23" fmla="*/ 169 h 243"/>
              <a:gd name="T24" fmla="*/ 49 w 234"/>
              <a:gd name="T25" fmla="*/ 200 h 243"/>
              <a:gd name="T26" fmla="*/ 44 w 234"/>
              <a:gd name="T27" fmla="*/ 194 h 243"/>
              <a:gd name="T28" fmla="*/ 13 w 234"/>
              <a:gd name="T29" fmla="*/ 121 h 243"/>
              <a:gd name="T30" fmla="*/ 94 w 234"/>
              <a:gd name="T31" fmla="*/ 21 h 243"/>
              <a:gd name="T32" fmla="*/ 90 w 234"/>
              <a:gd name="T33" fmla="*/ 7 h 243"/>
              <a:gd name="T34" fmla="*/ 200 w 234"/>
              <a:gd name="T35" fmla="*/ 0 h 243"/>
              <a:gd name="T36" fmla="*/ 117 w 234"/>
              <a:gd name="T37" fmla="*/ 11 h 243"/>
              <a:gd name="T38" fmla="*/ 173 w 234"/>
              <a:gd name="T39" fmla="*/ 73 h 243"/>
              <a:gd name="T40" fmla="*/ 184 w 234"/>
              <a:gd name="T41" fmla="*/ 43 h 243"/>
              <a:gd name="T42" fmla="*/ 220 w 234"/>
              <a:gd name="T43" fmla="*/ 121 h 243"/>
              <a:gd name="T44" fmla="*/ 190 w 234"/>
              <a:gd name="T45" fmla="*/ 194 h 243"/>
              <a:gd name="T46" fmla="*/ 140 w 234"/>
              <a:gd name="T47" fmla="*/ 222 h 243"/>
              <a:gd name="T48" fmla="*/ 143 w 234"/>
              <a:gd name="T49" fmla="*/ 235 h 243"/>
              <a:gd name="T50" fmla="*/ 200 w 234"/>
              <a:gd name="T51" fmla="*/ 204 h 243"/>
              <a:gd name="T52" fmla="*/ 234 w 234"/>
              <a:gd name="T53" fmla="*/ 121 h 243"/>
              <a:gd name="T54" fmla="*/ 189 w 234"/>
              <a:gd name="T55" fmla="*/ 29 h 243"/>
              <a:gd name="T56" fmla="*/ 200 w 234"/>
              <a:gd name="T57" fmla="*/ 0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4" h="243">
                <a:moveTo>
                  <a:pt x="117" y="89"/>
                </a:moveTo>
                <a:cubicBezTo>
                  <a:pt x="99" y="89"/>
                  <a:pt x="85" y="104"/>
                  <a:pt x="85" y="121"/>
                </a:cubicBezTo>
                <a:cubicBezTo>
                  <a:pt x="85" y="139"/>
                  <a:pt x="99" y="153"/>
                  <a:pt x="117" y="153"/>
                </a:cubicBezTo>
                <a:cubicBezTo>
                  <a:pt x="135" y="153"/>
                  <a:pt x="149" y="139"/>
                  <a:pt x="149" y="121"/>
                </a:cubicBezTo>
                <a:cubicBezTo>
                  <a:pt x="149" y="104"/>
                  <a:pt x="135" y="89"/>
                  <a:pt x="117" y="89"/>
                </a:cubicBezTo>
                <a:moveTo>
                  <a:pt x="90" y="7"/>
                </a:moveTo>
                <a:cubicBezTo>
                  <a:pt x="38" y="19"/>
                  <a:pt x="0" y="66"/>
                  <a:pt x="0" y="121"/>
                </a:cubicBezTo>
                <a:cubicBezTo>
                  <a:pt x="0" y="153"/>
                  <a:pt x="12" y="182"/>
                  <a:pt x="34" y="204"/>
                </a:cubicBezTo>
                <a:cubicBezTo>
                  <a:pt x="37" y="207"/>
                  <a:pt x="41" y="210"/>
                  <a:pt x="44" y="213"/>
                </a:cubicBezTo>
                <a:cubicBezTo>
                  <a:pt x="33" y="243"/>
                  <a:pt x="33" y="243"/>
                  <a:pt x="33" y="243"/>
                </a:cubicBezTo>
                <a:cubicBezTo>
                  <a:pt x="117" y="232"/>
                  <a:pt x="117" y="232"/>
                  <a:pt x="117" y="232"/>
                </a:cubicBezTo>
                <a:cubicBezTo>
                  <a:pt x="60" y="169"/>
                  <a:pt x="60" y="169"/>
                  <a:pt x="60" y="169"/>
                </a:cubicBezTo>
                <a:cubicBezTo>
                  <a:pt x="49" y="200"/>
                  <a:pt x="49" y="200"/>
                  <a:pt x="49" y="200"/>
                </a:cubicBezTo>
                <a:cubicBezTo>
                  <a:pt x="47" y="198"/>
                  <a:pt x="46" y="196"/>
                  <a:pt x="44" y="194"/>
                </a:cubicBezTo>
                <a:cubicBezTo>
                  <a:pt x="24" y="175"/>
                  <a:pt x="13" y="149"/>
                  <a:pt x="13" y="121"/>
                </a:cubicBezTo>
                <a:cubicBezTo>
                  <a:pt x="13" y="72"/>
                  <a:pt x="48" y="31"/>
                  <a:pt x="94" y="21"/>
                </a:cubicBezTo>
                <a:cubicBezTo>
                  <a:pt x="90" y="7"/>
                  <a:pt x="90" y="7"/>
                  <a:pt x="90" y="7"/>
                </a:cubicBezTo>
                <a:moveTo>
                  <a:pt x="200" y="0"/>
                </a:moveTo>
                <a:cubicBezTo>
                  <a:pt x="117" y="11"/>
                  <a:pt x="117" y="11"/>
                  <a:pt x="117" y="11"/>
                </a:cubicBezTo>
                <a:cubicBezTo>
                  <a:pt x="173" y="73"/>
                  <a:pt x="173" y="73"/>
                  <a:pt x="173" y="73"/>
                </a:cubicBezTo>
                <a:cubicBezTo>
                  <a:pt x="184" y="43"/>
                  <a:pt x="184" y="43"/>
                  <a:pt x="184" y="43"/>
                </a:cubicBezTo>
                <a:cubicBezTo>
                  <a:pt x="206" y="62"/>
                  <a:pt x="220" y="90"/>
                  <a:pt x="220" y="121"/>
                </a:cubicBezTo>
                <a:cubicBezTo>
                  <a:pt x="220" y="149"/>
                  <a:pt x="209" y="175"/>
                  <a:pt x="190" y="194"/>
                </a:cubicBezTo>
                <a:cubicBezTo>
                  <a:pt x="176" y="208"/>
                  <a:pt x="159" y="218"/>
                  <a:pt x="140" y="222"/>
                </a:cubicBezTo>
                <a:cubicBezTo>
                  <a:pt x="143" y="235"/>
                  <a:pt x="143" y="235"/>
                  <a:pt x="143" y="235"/>
                </a:cubicBezTo>
                <a:cubicBezTo>
                  <a:pt x="164" y="231"/>
                  <a:pt x="184" y="220"/>
                  <a:pt x="200" y="204"/>
                </a:cubicBezTo>
                <a:cubicBezTo>
                  <a:pt x="222" y="182"/>
                  <a:pt x="234" y="153"/>
                  <a:pt x="234" y="121"/>
                </a:cubicBezTo>
                <a:cubicBezTo>
                  <a:pt x="234" y="84"/>
                  <a:pt x="216" y="51"/>
                  <a:pt x="189" y="29"/>
                </a:cubicBezTo>
                <a:cubicBezTo>
                  <a:pt x="200" y="0"/>
                  <a:pt x="200" y="0"/>
                  <a:pt x="200"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2" name="Freeform 23"/>
          <p:cNvSpPr>
            <a:spLocks noEditPoints="1"/>
          </p:cNvSpPr>
          <p:nvPr/>
        </p:nvSpPr>
        <p:spPr bwMode="auto">
          <a:xfrm flipH="1">
            <a:off x="6447681" y="4303630"/>
            <a:ext cx="544587" cy="618405"/>
          </a:xfrm>
          <a:custGeom>
            <a:avLst/>
            <a:gdLst>
              <a:gd name="T0" fmla="*/ 122 w 238"/>
              <a:gd name="T1" fmla="*/ 76 h 270"/>
              <a:gd name="T2" fmla="*/ 116 w 238"/>
              <a:gd name="T3" fmla="*/ 76 h 270"/>
              <a:gd name="T4" fmla="*/ 116 w 238"/>
              <a:gd name="T5" fmla="*/ 150 h 270"/>
              <a:gd name="T6" fmla="*/ 110 w 238"/>
              <a:gd name="T7" fmla="*/ 156 h 270"/>
              <a:gd name="T8" fmla="*/ 114 w 238"/>
              <a:gd name="T9" fmla="*/ 160 h 270"/>
              <a:gd name="T10" fmla="*/ 116 w 238"/>
              <a:gd name="T11" fmla="*/ 158 h 270"/>
              <a:gd name="T12" fmla="*/ 116 w 238"/>
              <a:gd name="T13" fmla="*/ 166 h 270"/>
              <a:gd name="T14" fmla="*/ 122 w 238"/>
              <a:gd name="T15" fmla="*/ 166 h 270"/>
              <a:gd name="T16" fmla="*/ 122 w 238"/>
              <a:gd name="T17" fmla="*/ 152 h 270"/>
              <a:gd name="T18" fmla="*/ 163 w 238"/>
              <a:gd name="T19" fmla="*/ 111 h 270"/>
              <a:gd name="T20" fmla="*/ 160 w 238"/>
              <a:gd name="T21" fmla="*/ 107 h 270"/>
              <a:gd name="T22" fmla="*/ 122 w 238"/>
              <a:gd name="T23" fmla="*/ 144 h 270"/>
              <a:gd name="T24" fmla="*/ 122 w 238"/>
              <a:gd name="T25" fmla="*/ 76 h 270"/>
              <a:gd name="T26" fmla="*/ 116 w 238"/>
              <a:gd name="T27" fmla="*/ 70 h 270"/>
              <a:gd name="T28" fmla="*/ 122 w 238"/>
              <a:gd name="T29" fmla="*/ 70 h 270"/>
              <a:gd name="T30" fmla="*/ 122 w 238"/>
              <a:gd name="T31" fmla="*/ 48 h 270"/>
              <a:gd name="T32" fmla="*/ 189 w 238"/>
              <a:gd name="T33" fmla="*/ 76 h 270"/>
              <a:gd name="T34" fmla="*/ 174 w 238"/>
              <a:gd name="T35" fmla="*/ 92 h 270"/>
              <a:gd name="T36" fmla="*/ 179 w 238"/>
              <a:gd name="T37" fmla="*/ 96 h 270"/>
              <a:gd name="T38" fmla="*/ 194 w 238"/>
              <a:gd name="T39" fmla="*/ 81 h 270"/>
              <a:gd name="T40" fmla="*/ 222 w 238"/>
              <a:gd name="T41" fmla="*/ 148 h 270"/>
              <a:gd name="T42" fmla="*/ 200 w 238"/>
              <a:gd name="T43" fmla="*/ 148 h 270"/>
              <a:gd name="T44" fmla="*/ 200 w 238"/>
              <a:gd name="T45" fmla="*/ 154 h 270"/>
              <a:gd name="T46" fmla="*/ 222 w 238"/>
              <a:gd name="T47" fmla="*/ 154 h 270"/>
              <a:gd name="T48" fmla="*/ 194 w 238"/>
              <a:gd name="T49" fmla="*/ 221 h 270"/>
              <a:gd name="T50" fmla="*/ 179 w 238"/>
              <a:gd name="T51" fmla="*/ 206 h 270"/>
              <a:gd name="T52" fmla="*/ 174 w 238"/>
              <a:gd name="T53" fmla="*/ 210 h 270"/>
              <a:gd name="T54" fmla="*/ 189 w 238"/>
              <a:gd name="T55" fmla="*/ 226 h 270"/>
              <a:gd name="T56" fmla="*/ 122 w 238"/>
              <a:gd name="T57" fmla="*/ 254 h 270"/>
              <a:gd name="T58" fmla="*/ 122 w 238"/>
              <a:gd name="T59" fmla="*/ 232 h 270"/>
              <a:gd name="T60" fmla="*/ 116 w 238"/>
              <a:gd name="T61" fmla="*/ 232 h 270"/>
              <a:gd name="T62" fmla="*/ 116 w 238"/>
              <a:gd name="T63" fmla="*/ 254 h 270"/>
              <a:gd name="T64" fmla="*/ 49 w 238"/>
              <a:gd name="T65" fmla="*/ 226 h 270"/>
              <a:gd name="T66" fmla="*/ 64 w 238"/>
              <a:gd name="T67" fmla="*/ 210 h 270"/>
              <a:gd name="T68" fmla="*/ 60 w 238"/>
              <a:gd name="T69" fmla="*/ 206 h 270"/>
              <a:gd name="T70" fmla="*/ 44 w 238"/>
              <a:gd name="T71" fmla="*/ 221 h 270"/>
              <a:gd name="T72" fmla="*/ 17 w 238"/>
              <a:gd name="T73" fmla="*/ 154 h 270"/>
              <a:gd name="T74" fmla="*/ 38 w 238"/>
              <a:gd name="T75" fmla="*/ 154 h 270"/>
              <a:gd name="T76" fmla="*/ 38 w 238"/>
              <a:gd name="T77" fmla="*/ 148 h 270"/>
              <a:gd name="T78" fmla="*/ 17 w 238"/>
              <a:gd name="T79" fmla="*/ 148 h 270"/>
              <a:gd name="T80" fmla="*/ 44 w 238"/>
              <a:gd name="T81" fmla="*/ 81 h 270"/>
              <a:gd name="T82" fmla="*/ 60 w 238"/>
              <a:gd name="T83" fmla="*/ 96 h 270"/>
              <a:gd name="T84" fmla="*/ 64 w 238"/>
              <a:gd name="T85" fmla="*/ 92 h 270"/>
              <a:gd name="T86" fmla="*/ 49 w 238"/>
              <a:gd name="T87" fmla="*/ 76 h 270"/>
              <a:gd name="T88" fmla="*/ 116 w 238"/>
              <a:gd name="T89" fmla="*/ 48 h 270"/>
              <a:gd name="T90" fmla="*/ 116 w 238"/>
              <a:gd name="T91" fmla="*/ 70 h 270"/>
              <a:gd name="T92" fmla="*/ 147 w 238"/>
              <a:gd name="T93" fmla="*/ 0 h 270"/>
              <a:gd name="T94" fmla="*/ 91 w 238"/>
              <a:gd name="T95" fmla="*/ 0 h 270"/>
              <a:gd name="T96" fmla="*/ 91 w 238"/>
              <a:gd name="T97" fmla="*/ 23 h 270"/>
              <a:gd name="T98" fmla="*/ 112 w 238"/>
              <a:gd name="T99" fmla="*/ 23 h 270"/>
              <a:gd name="T100" fmla="*/ 112 w 238"/>
              <a:gd name="T101" fmla="*/ 32 h 270"/>
              <a:gd name="T102" fmla="*/ 0 w 238"/>
              <a:gd name="T103" fmla="*/ 151 h 270"/>
              <a:gd name="T104" fmla="*/ 119 w 238"/>
              <a:gd name="T105" fmla="*/ 270 h 270"/>
              <a:gd name="T106" fmla="*/ 238 w 238"/>
              <a:gd name="T107" fmla="*/ 151 h 270"/>
              <a:gd name="T108" fmla="*/ 126 w 238"/>
              <a:gd name="T109" fmla="*/ 32 h 270"/>
              <a:gd name="T110" fmla="*/ 126 w 238"/>
              <a:gd name="T111" fmla="*/ 23 h 270"/>
              <a:gd name="T112" fmla="*/ 147 w 238"/>
              <a:gd name="T113" fmla="*/ 23 h 270"/>
              <a:gd name="T114" fmla="*/ 147 w 238"/>
              <a:gd name="T115" fmla="*/ 0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8" h="270">
                <a:moveTo>
                  <a:pt x="122" y="76"/>
                </a:moveTo>
                <a:cubicBezTo>
                  <a:pt x="116" y="76"/>
                  <a:pt x="116" y="76"/>
                  <a:pt x="116" y="76"/>
                </a:cubicBezTo>
                <a:cubicBezTo>
                  <a:pt x="116" y="150"/>
                  <a:pt x="116" y="150"/>
                  <a:pt x="116" y="150"/>
                </a:cubicBezTo>
                <a:cubicBezTo>
                  <a:pt x="110" y="156"/>
                  <a:pt x="110" y="156"/>
                  <a:pt x="110" y="156"/>
                </a:cubicBezTo>
                <a:cubicBezTo>
                  <a:pt x="114" y="160"/>
                  <a:pt x="114" y="160"/>
                  <a:pt x="114" y="160"/>
                </a:cubicBezTo>
                <a:cubicBezTo>
                  <a:pt x="116" y="158"/>
                  <a:pt x="116" y="158"/>
                  <a:pt x="116" y="158"/>
                </a:cubicBezTo>
                <a:cubicBezTo>
                  <a:pt x="116" y="166"/>
                  <a:pt x="116" y="166"/>
                  <a:pt x="116" y="166"/>
                </a:cubicBezTo>
                <a:cubicBezTo>
                  <a:pt x="122" y="166"/>
                  <a:pt x="122" y="166"/>
                  <a:pt x="122" y="166"/>
                </a:cubicBezTo>
                <a:cubicBezTo>
                  <a:pt x="122" y="152"/>
                  <a:pt x="122" y="152"/>
                  <a:pt x="122" y="152"/>
                </a:cubicBezTo>
                <a:cubicBezTo>
                  <a:pt x="163" y="111"/>
                  <a:pt x="163" y="111"/>
                  <a:pt x="163" y="111"/>
                </a:cubicBezTo>
                <a:cubicBezTo>
                  <a:pt x="160" y="107"/>
                  <a:pt x="160" y="107"/>
                  <a:pt x="160" y="107"/>
                </a:cubicBezTo>
                <a:cubicBezTo>
                  <a:pt x="122" y="144"/>
                  <a:pt x="122" y="144"/>
                  <a:pt x="122" y="144"/>
                </a:cubicBezTo>
                <a:cubicBezTo>
                  <a:pt x="122" y="76"/>
                  <a:pt x="122" y="76"/>
                  <a:pt x="122" y="76"/>
                </a:cubicBezTo>
                <a:moveTo>
                  <a:pt x="116" y="70"/>
                </a:moveTo>
                <a:cubicBezTo>
                  <a:pt x="122" y="70"/>
                  <a:pt x="122" y="70"/>
                  <a:pt x="122" y="70"/>
                </a:cubicBezTo>
                <a:cubicBezTo>
                  <a:pt x="122" y="48"/>
                  <a:pt x="122" y="48"/>
                  <a:pt x="122" y="48"/>
                </a:cubicBezTo>
                <a:cubicBezTo>
                  <a:pt x="148" y="49"/>
                  <a:pt x="172" y="60"/>
                  <a:pt x="189" y="76"/>
                </a:cubicBezTo>
                <a:cubicBezTo>
                  <a:pt x="174" y="92"/>
                  <a:pt x="174" y="92"/>
                  <a:pt x="174" y="92"/>
                </a:cubicBezTo>
                <a:cubicBezTo>
                  <a:pt x="179" y="96"/>
                  <a:pt x="179" y="96"/>
                  <a:pt x="179" y="96"/>
                </a:cubicBezTo>
                <a:cubicBezTo>
                  <a:pt x="194" y="81"/>
                  <a:pt x="194" y="81"/>
                  <a:pt x="194" y="81"/>
                </a:cubicBezTo>
                <a:cubicBezTo>
                  <a:pt x="210" y="98"/>
                  <a:pt x="221" y="122"/>
                  <a:pt x="222" y="148"/>
                </a:cubicBezTo>
                <a:cubicBezTo>
                  <a:pt x="200" y="148"/>
                  <a:pt x="200" y="148"/>
                  <a:pt x="200" y="148"/>
                </a:cubicBezTo>
                <a:cubicBezTo>
                  <a:pt x="200" y="154"/>
                  <a:pt x="200" y="154"/>
                  <a:pt x="200" y="154"/>
                </a:cubicBezTo>
                <a:cubicBezTo>
                  <a:pt x="222" y="154"/>
                  <a:pt x="222" y="154"/>
                  <a:pt x="222" y="154"/>
                </a:cubicBezTo>
                <a:cubicBezTo>
                  <a:pt x="221" y="180"/>
                  <a:pt x="210" y="204"/>
                  <a:pt x="194" y="221"/>
                </a:cubicBezTo>
                <a:cubicBezTo>
                  <a:pt x="179" y="206"/>
                  <a:pt x="179" y="206"/>
                  <a:pt x="179" y="206"/>
                </a:cubicBezTo>
                <a:cubicBezTo>
                  <a:pt x="174" y="210"/>
                  <a:pt x="174" y="210"/>
                  <a:pt x="174" y="210"/>
                </a:cubicBezTo>
                <a:cubicBezTo>
                  <a:pt x="189" y="226"/>
                  <a:pt x="189" y="226"/>
                  <a:pt x="189" y="226"/>
                </a:cubicBezTo>
                <a:cubicBezTo>
                  <a:pt x="172" y="242"/>
                  <a:pt x="148" y="253"/>
                  <a:pt x="122" y="254"/>
                </a:cubicBezTo>
                <a:cubicBezTo>
                  <a:pt x="122" y="232"/>
                  <a:pt x="122" y="232"/>
                  <a:pt x="122" y="232"/>
                </a:cubicBezTo>
                <a:cubicBezTo>
                  <a:pt x="116" y="232"/>
                  <a:pt x="116" y="232"/>
                  <a:pt x="116" y="232"/>
                </a:cubicBezTo>
                <a:cubicBezTo>
                  <a:pt x="116" y="254"/>
                  <a:pt x="116" y="254"/>
                  <a:pt x="116" y="254"/>
                </a:cubicBezTo>
                <a:cubicBezTo>
                  <a:pt x="90" y="253"/>
                  <a:pt x="67" y="242"/>
                  <a:pt x="49" y="226"/>
                </a:cubicBezTo>
                <a:cubicBezTo>
                  <a:pt x="64" y="210"/>
                  <a:pt x="64" y="210"/>
                  <a:pt x="64" y="210"/>
                </a:cubicBezTo>
                <a:cubicBezTo>
                  <a:pt x="60" y="206"/>
                  <a:pt x="60" y="206"/>
                  <a:pt x="60" y="206"/>
                </a:cubicBezTo>
                <a:cubicBezTo>
                  <a:pt x="44" y="221"/>
                  <a:pt x="44" y="221"/>
                  <a:pt x="44" y="221"/>
                </a:cubicBezTo>
                <a:cubicBezTo>
                  <a:pt x="28" y="204"/>
                  <a:pt x="17" y="180"/>
                  <a:pt x="17" y="154"/>
                </a:cubicBezTo>
                <a:cubicBezTo>
                  <a:pt x="38" y="154"/>
                  <a:pt x="38" y="154"/>
                  <a:pt x="38" y="154"/>
                </a:cubicBezTo>
                <a:cubicBezTo>
                  <a:pt x="38" y="148"/>
                  <a:pt x="38" y="148"/>
                  <a:pt x="38" y="148"/>
                </a:cubicBezTo>
                <a:cubicBezTo>
                  <a:pt x="17" y="148"/>
                  <a:pt x="17" y="148"/>
                  <a:pt x="17" y="148"/>
                </a:cubicBezTo>
                <a:cubicBezTo>
                  <a:pt x="17" y="122"/>
                  <a:pt x="28" y="98"/>
                  <a:pt x="44" y="81"/>
                </a:cubicBezTo>
                <a:cubicBezTo>
                  <a:pt x="60" y="96"/>
                  <a:pt x="60" y="96"/>
                  <a:pt x="60" y="96"/>
                </a:cubicBezTo>
                <a:cubicBezTo>
                  <a:pt x="64" y="92"/>
                  <a:pt x="64" y="92"/>
                  <a:pt x="64" y="92"/>
                </a:cubicBezTo>
                <a:cubicBezTo>
                  <a:pt x="49" y="76"/>
                  <a:pt x="49" y="76"/>
                  <a:pt x="49" y="76"/>
                </a:cubicBezTo>
                <a:cubicBezTo>
                  <a:pt x="67" y="60"/>
                  <a:pt x="90" y="49"/>
                  <a:pt x="116" y="48"/>
                </a:cubicBezTo>
                <a:cubicBezTo>
                  <a:pt x="116" y="70"/>
                  <a:pt x="116" y="70"/>
                  <a:pt x="116" y="70"/>
                </a:cubicBezTo>
                <a:moveTo>
                  <a:pt x="147" y="0"/>
                </a:moveTo>
                <a:cubicBezTo>
                  <a:pt x="91" y="0"/>
                  <a:pt x="91" y="0"/>
                  <a:pt x="91" y="0"/>
                </a:cubicBezTo>
                <a:cubicBezTo>
                  <a:pt x="91" y="23"/>
                  <a:pt x="91" y="23"/>
                  <a:pt x="91" y="23"/>
                </a:cubicBezTo>
                <a:cubicBezTo>
                  <a:pt x="112" y="23"/>
                  <a:pt x="112" y="23"/>
                  <a:pt x="112" y="23"/>
                </a:cubicBezTo>
                <a:cubicBezTo>
                  <a:pt x="112" y="32"/>
                  <a:pt x="112" y="32"/>
                  <a:pt x="112" y="32"/>
                </a:cubicBezTo>
                <a:cubicBezTo>
                  <a:pt x="50" y="36"/>
                  <a:pt x="0" y="88"/>
                  <a:pt x="0" y="151"/>
                </a:cubicBezTo>
                <a:cubicBezTo>
                  <a:pt x="0" y="217"/>
                  <a:pt x="54" y="270"/>
                  <a:pt x="119" y="270"/>
                </a:cubicBezTo>
                <a:cubicBezTo>
                  <a:pt x="185" y="270"/>
                  <a:pt x="238" y="217"/>
                  <a:pt x="238" y="151"/>
                </a:cubicBezTo>
                <a:cubicBezTo>
                  <a:pt x="238" y="88"/>
                  <a:pt x="189" y="36"/>
                  <a:pt x="126" y="32"/>
                </a:cubicBezTo>
                <a:cubicBezTo>
                  <a:pt x="126" y="23"/>
                  <a:pt x="126" y="23"/>
                  <a:pt x="126" y="23"/>
                </a:cubicBezTo>
                <a:cubicBezTo>
                  <a:pt x="147" y="23"/>
                  <a:pt x="147" y="23"/>
                  <a:pt x="147" y="23"/>
                </a:cubicBezTo>
                <a:cubicBezTo>
                  <a:pt x="147" y="0"/>
                  <a:pt x="147" y="0"/>
                  <a:pt x="147"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55"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多项循环</a:t>
            </a:r>
            <a:endParaRPr lang="zh-CN" altLang="zh-CN" sz="2800" b="1" dirty="0">
              <a:solidFill>
                <a:schemeClr val="tx1">
                  <a:lumMod val="65000"/>
                  <a:lumOff val="35000"/>
                </a:schemeClr>
              </a:solidFill>
            </a:endParaRPr>
          </a:p>
        </p:txBody>
      </p:sp>
      <p:grpSp>
        <p:nvGrpSpPr>
          <p:cNvPr id="4" name="组合 3"/>
          <p:cNvGrpSpPr>
            <a:grpSpLocks noChangeAspect="1"/>
          </p:cNvGrpSpPr>
          <p:nvPr/>
        </p:nvGrpSpPr>
        <p:grpSpPr>
          <a:xfrm>
            <a:off x="10927182" y="5435239"/>
            <a:ext cx="1080000" cy="1080000"/>
            <a:chOff x="4962525" y="3846513"/>
            <a:chExt cx="3117850" cy="3117850"/>
          </a:xfrm>
        </p:grpSpPr>
        <p:sp>
          <p:nvSpPr>
            <p:cNvPr id="18" name="Freeform 141"/>
            <p:cNvSpPr>
              <a:spLocks/>
            </p:cNvSpPr>
            <p:nvPr/>
          </p:nvSpPr>
          <p:spPr bwMode="auto">
            <a:xfrm>
              <a:off x="7102475" y="4503738"/>
              <a:ext cx="977900" cy="1376363"/>
            </a:xfrm>
            <a:custGeom>
              <a:avLst/>
              <a:gdLst>
                <a:gd name="T0" fmla="*/ 0 w 357"/>
                <a:gd name="T1" fmla="*/ 200 h 502"/>
                <a:gd name="T2" fmla="*/ 36 w 357"/>
                <a:gd name="T3" fmla="*/ 329 h 502"/>
                <a:gd name="T4" fmla="*/ 31 w 357"/>
                <a:gd name="T5" fmla="*/ 381 h 502"/>
                <a:gd name="T6" fmla="*/ 168 w 357"/>
                <a:gd name="T7" fmla="*/ 502 h 502"/>
                <a:gd name="T8" fmla="*/ 343 w 357"/>
                <a:gd name="T9" fmla="*/ 452 h 502"/>
                <a:gd name="T10" fmla="*/ 357 w 357"/>
                <a:gd name="T11" fmla="*/ 329 h 502"/>
                <a:gd name="T12" fmla="*/ 252 w 357"/>
                <a:gd name="T13" fmla="*/ 0 h 502"/>
                <a:gd name="T14" fmla="*/ 182 w 357"/>
                <a:gd name="T15" fmla="*/ 167 h 502"/>
                <a:gd name="T16" fmla="*/ 0 w 357"/>
                <a:gd name="T17" fmla="*/ 200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7" h="502">
                  <a:moveTo>
                    <a:pt x="0" y="200"/>
                  </a:moveTo>
                  <a:cubicBezTo>
                    <a:pt x="23" y="237"/>
                    <a:pt x="36" y="282"/>
                    <a:pt x="36" y="329"/>
                  </a:cubicBezTo>
                  <a:cubicBezTo>
                    <a:pt x="36" y="347"/>
                    <a:pt x="34" y="364"/>
                    <a:pt x="31" y="381"/>
                  </a:cubicBezTo>
                  <a:cubicBezTo>
                    <a:pt x="168" y="502"/>
                    <a:pt x="168" y="502"/>
                    <a:pt x="168" y="502"/>
                  </a:cubicBezTo>
                  <a:cubicBezTo>
                    <a:pt x="343" y="452"/>
                    <a:pt x="343" y="452"/>
                    <a:pt x="343" y="452"/>
                  </a:cubicBezTo>
                  <a:cubicBezTo>
                    <a:pt x="352" y="412"/>
                    <a:pt x="357" y="371"/>
                    <a:pt x="357" y="329"/>
                  </a:cubicBezTo>
                  <a:cubicBezTo>
                    <a:pt x="357" y="206"/>
                    <a:pt x="318" y="93"/>
                    <a:pt x="252" y="0"/>
                  </a:cubicBezTo>
                  <a:cubicBezTo>
                    <a:pt x="182" y="167"/>
                    <a:pt x="182" y="167"/>
                    <a:pt x="182" y="167"/>
                  </a:cubicBezTo>
                  <a:lnTo>
                    <a:pt x="0" y="200"/>
                  </a:lnTo>
                  <a:close/>
                </a:path>
              </a:pathLst>
            </a:custGeom>
            <a:solidFill>
              <a:srgbClr val="F26D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42"/>
            <p:cNvSpPr>
              <a:spLocks/>
            </p:cNvSpPr>
            <p:nvPr/>
          </p:nvSpPr>
          <p:spPr bwMode="auto">
            <a:xfrm>
              <a:off x="5000625" y="5430838"/>
              <a:ext cx="1147762" cy="1336675"/>
            </a:xfrm>
            <a:custGeom>
              <a:avLst/>
              <a:gdLst>
                <a:gd name="T0" fmla="*/ 419 w 419"/>
                <a:gd name="T1" fmla="*/ 199 h 488"/>
                <a:gd name="T2" fmla="*/ 313 w 419"/>
                <a:gd name="T3" fmla="*/ 50 h 488"/>
                <a:gd name="T4" fmla="*/ 136 w 419"/>
                <a:gd name="T5" fmla="*/ 0 h 488"/>
                <a:gd name="T6" fmla="*/ 0 w 419"/>
                <a:gd name="T7" fmla="*/ 121 h 488"/>
                <a:gd name="T8" fmla="*/ 278 w 419"/>
                <a:gd name="T9" fmla="*/ 488 h 488"/>
                <a:gd name="T10" fmla="*/ 268 w 419"/>
                <a:gd name="T11" fmla="*/ 308 h 488"/>
                <a:gd name="T12" fmla="*/ 419 w 419"/>
                <a:gd name="T13" fmla="*/ 199 h 488"/>
              </a:gdLst>
              <a:ahLst/>
              <a:cxnLst>
                <a:cxn ang="0">
                  <a:pos x="T0" y="T1"/>
                </a:cxn>
                <a:cxn ang="0">
                  <a:pos x="T2" y="T3"/>
                </a:cxn>
                <a:cxn ang="0">
                  <a:pos x="T4" y="T5"/>
                </a:cxn>
                <a:cxn ang="0">
                  <a:pos x="T6" y="T7"/>
                </a:cxn>
                <a:cxn ang="0">
                  <a:pos x="T8" y="T9"/>
                </a:cxn>
                <a:cxn ang="0">
                  <a:pos x="T10" y="T11"/>
                </a:cxn>
                <a:cxn ang="0">
                  <a:pos x="T12" y="T13"/>
                </a:cxn>
              </a:cxnLst>
              <a:rect l="0" t="0" r="r" b="b"/>
              <a:pathLst>
                <a:path w="419" h="488">
                  <a:moveTo>
                    <a:pt x="419" y="199"/>
                  </a:moveTo>
                  <a:cubicBezTo>
                    <a:pt x="367" y="165"/>
                    <a:pt x="328" y="112"/>
                    <a:pt x="313" y="50"/>
                  </a:cubicBezTo>
                  <a:cubicBezTo>
                    <a:pt x="136" y="0"/>
                    <a:pt x="136" y="0"/>
                    <a:pt x="136" y="0"/>
                  </a:cubicBezTo>
                  <a:cubicBezTo>
                    <a:pt x="0" y="121"/>
                    <a:pt x="0" y="121"/>
                    <a:pt x="0" y="121"/>
                  </a:cubicBezTo>
                  <a:cubicBezTo>
                    <a:pt x="37" y="278"/>
                    <a:pt x="140" y="411"/>
                    <a:pt x="278" y="488"/>
                  </a:cubicBezTo>
                  <a:cubicBezTo>
                    <a:pt x="268" y="308"/>
                    <a:pt x="268" y="308"/>
                    <a:pt x="268" y="308"/>
                  </a:cubicBezTo>
                  <a:lnTo>
                    <a:pt x="419" y="199"/>
                  </a:lnTo>
                  <a:close/>
                </a:path>
              </a:pathLst>
            </a:custGeom>
            <a:solidFill>
              <a:srgbClr val="936C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143"/>
            <p:cNvSpPr>
              <a:spLocks/>
            </p:cNvSpPr>
            <p:nvPr/>
          </p:nvSpPr>
          <p:spPr bwMode="auto">
            <a:xfrm>
              <a:off x="6604000" y="3849688"/>
              <a:ext cx="1128712" cy="1123950"/>
            </a:xfrm>
            <a:custGeom>
              <a:avLst/>
              <a:gdLst>
                <a:gd name="T0" fmla="*/ 0 w 412"/>
                <a:gd name="T1" fmla="*/ 321 h 410"/>
                <a:gd name="T2" fmla="*/ 162 w 412"/>
                <a:gd name="T3" fmla="*/ 410 h 410"/>
                <a:gd name="T4" fmla="*/ 342 w 412"/>
                <a:gd name="T5" fmla="*/ 378 h 410"/>
                <a:gd name="T6" fmla="*/ 412 w 412"/>
                <a:gd name="T7" fmla="*/ 210 h 410"/>
                <a:gd name="T8" fmla="*/ 2 w 412"/>
                <a:gd name="T9" fmla="*/ 0 h 410"/>
                <a:gd name="T10" fmla="*/ 89 w 412"/>
                <a:gd name="T11" fmla="*/ 158 h 410"/>
                <a:gd name="T12" fmla="*/ 0 w 412"/>
                <a:gd name="T13" fmla="*/ 321 h 410"/>
              </a:gdLst>
              <a:ahLst/>
              <a:cxnLst>
                <a:cxn ang="0">
                  <a:pos x="T0" y="T1"/>
                </a:cxn>
                <a:cxn ang="0">
                  <a:pos x="T2" y="T3"/>
                </a:cxn>
                <a:cxn ang="0">
                  <a:pos x="T4" y="T5"/>
                </a:cxn>
                <a:cxn ang="0">
                  <a:pos x="T6" y="T7"/>
                </a:cxn>
                <a:cxn ang="0">
                  <a:pos x="T8" y="T9"/>
                </a:cxn>
                <a:cxn ang="0">
                  <a:pos x="T10" y="T11"/>
                </a:cxn>
                <a:cxn ang="0">
                  <a:pos x="T12" y="T13"/>
                </a:cxn>
              </a:cxnLst>
              <a:rect l="0" t="0" r="r" b="b"/>
              <a:pathLst>
                <a:path w="412" h="410">
                  <a:moveTo>
                    <a:pt x="0" y="321"/>
                  </a:moveTo>
                  <a:cubicBezTo>
                    <a:pt x="65" y="329"/>
                    <a:pt x="122" y="362"/>
                    <a:pt x="162" y="410"/>
                  </a:cubicBezTo>
                  <a:cubicBezTo>
                    <a:pt x="342" y="378"/>
                    <a:pt x="342" y="378"/>
                    <a:pt x="342" y="378"/>
                  </a:cubicBezTo>
                  <a:cubicBezTo>
                    <a:pt x="412" y="210"/>
                    <a:pt x="412" y="210"/>
                    <a:pt x="412" y="210"/>
                  </a:cubicBezTo>
                  <a:cubicBezTo>
                    <a:pt x="314" y="89"/>
                    <a:pt x="167" y="9"/>
                    <a:pt x="2" y="0"/>
                  </a:cubicBezTo>
                  <a:cubicBezTo>
                    <a:pt x="89" y="158"/>
                    <a:pt x="89" y="158"/>
                    <a:pt x="89" y="158"/>
                  </a:cubicBezTo>
                  <a:lnTo>
                    <a:pt x="0" y="321"/>
                  </a:ln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144"/>
            <p:cNvSpPr>
              <a:spLocks/>
            </p:cNvSpPr>
            <p:nvPr/>
          </p:nvSpPr>
          <p:spPr bwMode="auto">
            <a:xfrm>
              <a:off x="5826125" y="6022975"/>
              <a:ext cx="1287462" cy="941388"/>
            </a:xfrm>
            <a:custGeom>
              <a:avLst/>
              <a:gdLst>
                <a:gd name="T0" fmla="*/ 332 w 470"/>
                <a:gd name="T1" fmla="*/ 11 h 344"/>
                <a:gd name="T2" fmla="*/ 254 w 470"/>
                <a:gd name="T3" fmla="*/ 24 h 344"/>
                <a:gd name="T4" fmla="*/ 149 w 470"/>
                <a:gd name="T5" fmla="*/ 0 h 344"/>
                <a:gd name="T6" fmla="*/ 0 w 470"/>
                <a:gd name="T7" fmla="*/ 108 h 344"/>
                <a:gd name="T8" fmla="*/ 9 w 470"/>
                <a:gd name="T9" fmla="*/ 289 h 344"/>
                <a:gd name="T10" fmla="*/ 254 w 470"/>
                <a:gd name="T11" fmla="*/ 344 h 344"/>
                <a:gd name="T12" fmla="*/ 470 w 470"/>
                <a:gd name="T13" fmla="*/ 301 h 344"/>
                <a:gd name="T14" fmla="*/ 323 w 470"/>
                <a:gd name="T15" fmla="*/ 196 h 344"/>
                <a:gd name="T16" fmla="*/ 332 w 470"/>
                <a:gd name="T17" fmla="*/ 11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0" h="344">
                  <a:moveTo>
                    <a:pt x="332" y="11"/>
                  </a:moveTo>
                  <a:cubicBezTo>
                    <a:pt x="307" y="19"/>
                    <a:pt x="281" y="24"/>
                    <a:pt x="254" y="24"/>
                  </a:cubicBezTo>
                  <a:cubicBezTo>
                    <a:pt x="216" y="24"/>
                    <a:pt x="181" y="15"/>
                    <a:pt x="149" y="0"/>
                  </a:cubicBezTo>
                  <a:cubicBezTo>
                    <a:pt x="0" y="108"/>
                    <a:pt x="0" y="108"/>
                    <a:pt x="0" y="108"/>
                  </a:cubicBezTo>
                  <a:cubicBezTo>
                    <a:pt x="9" y="289"/>
                    <a:pt x="9" y="289"/>
                    <a:pt x="9" y="289"/>
                  </a:cubicBezTo>
                  <a:cubicBezTo>
                    <a:pt x="83" y="324"/>
                    <a:pt x="166" y="344"/>
                    <a:pt x="254" y="344"/>
                  </a:cubicBezTo>
                  <a:cubicBezTo>
                    <a:pt x="330" y="344"/>
                    <a:pt x="403" y="329"/>
                    <a:pt x="470" y="301"/>
                  </a:cubicBezTo>
                  <a:cubicBezTo>
                    <a:pt x="323" y="196"/>
                    <a:pt x="323" y="196"/>
                    <a:pt x="323" y="196"/>
                  </a:cubicBezTo>
                  <a:cubicBezTo>
                    <a:pt x="332" y="11"/>
                    <a:pt x="332" y="11"/>
                    <a:pt x="332" y="11"/>
                  </a:cubicBezTo>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145"/>
            <p:cNvSpPr>
              <a:spLocks/>
            </p:cNvSpPr>
            <p:nvPr/>
          </p:nvSpPr>
          <p:spPr bwMode="auto">
            <a:xfrm>
              <a:off x="6797675" y="5641975"/>
              <a:ext cx="1220787" cy="1163638"/>
            </a:xfrm>
            <a:custGeom>
              <a:avLst/>
              <a:gdLst>
                <a:gd name="T0" fmla="*/ 445 w 445"/>
                <a:gd name="T1" fmla="*/ 72 h 425"/>
                <a:gd name="T2" fmla="*/ 271 w 445"/>
                <a:gd name="T3" fmla="*/ 122 h 425"/>
                <a:gd name="T4" fmla="*/ 132 w 445"/>
                <a:gd name="T5" fmla="*/ 0 h 425"/>
                <a:gd name="T6" fmla="*/ 9 w 445"/>
                <a:gd name="T7" fmla="*/ 137 h 425"/>
                <a:gd name="T8" fmla="*/ 0 w 445"/>
                <a:gd name="T9" fmla="*/ 320 h 425"/>
                <a:gd name="T10" fmla="*/ 148 w 445"/>
                <a:gd name="T11" fmla="*/ 425 h 425"/>
                <a:gd name="T12" fmla="*/ 445 w 445"/>
                <a:gd name="T13" fmla="*/ 72 h 425"/>
              </a:gdLst>
              <a:ahLst/>
              <a:cxnLst>
                <a:cxn ang="0">
                  <a:pos x="T0" y="T1"/>
                </a:cxn>
                <a:cxn ang="0">
                  <a:pos x="T2" y="T3"/>
                </a:cxn>
                <a:cxn ang="0">
                  <a:pos x="T4" y="T5"/>
                </a:cxn>
                <a:cxn ang="0">
                  <a:pos x="T6" y="T7"/>
                </a:cxn>
                <a:cxn ang="0">
                  <a:pos x="T8" y="T9"/>
                </a:cxn>
                <a:cxn ang="0">
                  <a:pos x="T10" y="T11"/>
                </a:cxn>
                <a:cxn ang="0">
                  <a:pos x="T12" y="T13"/>
                </a:cxn>
              </a:cxnLst>
              <a:rect l="0" t="0" r="r" b="b"/>
              <a:pathLst>
                <a:path w="445" h="425">
                  <a:moveTo>
                    <a:pt x="445" y="72"/>
                  </a:moveTo>
                  <a:cubicBezTo>
                    <a:pt x="271" y="122"/>
                    <a:pt x="271" y="122"/>
                    <a:pt x="271" y="122"/>
                  </a:cubicBezTo>
                  <a:cubicBezTo>
                    <a:pt x="132" y="0"/>
                    <a:pt x="132" y="0"/>
                    <a:pt x="132" y="0"/>
                  </a:cubicBezTo>
                  <a:cubicBezTo>
                    <a:pt x="110" y="60"/>
                    <a:pt x="66" y="109"/>
                    <a:pt x="9" y="137"/>
                  </a:cubicBezTo>
                  <a:cubicBezTo>
                    <a:pt x="0" y="320"/>
                    <a:pt x="0" y="320"/>
                    <a:pt x="0" y="320"/>
                  </a:cubicBezTo>
                  <a:cubicBezTo>
                    <a:pt x="148" y="425"/>
                    <a:pt x="148" y="425"/>
                    <a:pt x="148" y="425"/>
                  </a:cubicBezTo>
                  <a:cubicBezTo>
                    <a:pt x="291" y="356"/>
                    <a:pt x="400" y="228"/>
                    <a:pt x="445" y="72"/>
                  </a:cubicBezTo>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146"/>
            <p:cNvSpPr>
              <a:spLocks/>
            </p:cNvSpPr>
            <p:nvPr/>
          </p:nvSpPr>
          <p:spPr bwMode="auto">
            <a:xfrm>
              <a:off x="4962525" y="4441825"/>
              <a:ext cx="1019175" cy="1222375"/>
            </a:xfrm>
            <a:custGeom>
              <a:avLst/>
              <a:gdLst>
                <a:gd name="T0" fmla="*/ 321 w 372"/>
                <a:gd name="T1" fmla="*/ 377 h 446"/>
                <a:gd name="T2" fmla="*/ 320 w 372"/>
                <a:gd name="T3" fmla="*/ 352 h 446"/>
                <a:gd name="T4" fmla="*/ 372 w 372"/>
                <a:gd name="T5" fmla="*/ 200 h 446"/>
                <a:gd name="T6" fmla="*/ 300 w 372"/>
                <a:gd name="T7" fmla="*/ 31 h 446"/>
                <a:gd name="T8" fmla="*/ 122 w 372"/>
                <a:gd name="T9" fmla="*/ 0 h 446"/>
                <a:gd name="T10" fmla="*/ 0 w 372"/>
                <a:gd name="T11" fmla="*/ 352 h 446"/>
                <a:gd name="T12" fmla="*/ 7 w 372"/>
                <a:gd name="T13" fmla="*/ 446 h 446"/>
                <a:gd name="T14" fmla="*/ 142 w 372"/>
                <a:gd name="T15" fmla="*/ 326 h 446"/>
                <a:gd name="T16" fmla="*/ 321 w 372"/>
                <a:gd name="T17" fmla="*/ 377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2" h="446">
                  <a:moveTo>
                    <a:pt x="321" y="377"/>
                  </a:moveTo>
                  <a:cubicBezTo>
                    <a:pt x="320" y="368"/>
                    <a:pt x="320" y="360"/>
                    <a:pt x="320" y="352"/>
                  </a:cubicBezTo>
                  <a:cubicBezTo>
                    <a:pt x="320" y="295"/>
                    <a:pt x="339" y="242"/>
                    <a:pt x="372" y="200"/>
                  </a:cubicBezTo>
                  <a:cubicBezTo>
                    <a:pt x="300" y="31"/>
                    <a:pt x="300" y="31"/>
                    <a:pt x="300" y="31"/>
                  </a:cubicBezTo>
                  <a:cubicBezTo>
                    <a:pt x="122" y="0"/>
                    <a:pt x="122" y="0"/>
                    <a:pt x="122" y="0"/>
                  </a:cubicBezTo>
                  <a:cubicBezTo>
                    <a:pt x="45" y="97"/>
                    <a:pt x="0" y="219"/>
                    <a:pt x="0" y="352"/>
                  </a:cubicBezTo>
                  <a:cubicBezTo>
                    <a:pt x="0" y="384"/>
                    <a:pt x="2" y="415"/>
                    <a:pt x="7" y="446"/>
                  </a:cubicBezTo>
                  <a:cubicBezTo>
                    <a:pt x="142" y="326"/>
                    <a:pt x="142" y="326"/>
                    <a:pt x="142" y="326"/>
                  </a:cubicBezTo>
                  <a:lnTo>
                    <a:pt x="321" y="377"/>
                  </a:lnTo>
                  <a:close/>
                </a:path>
              </a:pathLst>
            </a:custGeom>
            <a:solidFill>
              <a:srgbClr val="9BBB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147"/>
            <p:cNvSpPr>
              <a:spLocks/>
            </p:cNvSpPr>
            <p:nvPr/>
          </p:nvSpPr>
          <p:spPr bwMode="auto">
            <a:xfrm>
              <a:off x="5359400" y="3846513"/>
              <a:ext cx="1389062" cy="1071563"/>
            </a:xfrm>
            <a:custGeom>
              <a:avLst/>
              <a:gdLst>
                <a:gd name="T0" fmla="*/ 250 w 507"/>
                <a:gd name="T1" fmla="*/ 391 h 391"/>
                <a:gd name="T2" fmla="*/ 419 w 507"/>
                <a:gd name="T3" fmla="*/ 320 h 391"/>
                <a:gd name="T4" fmla="*/ 507 w 507"/>
                <a:gd name="T5" fmla="*/ 159 h 391"/>
                <a:gd name="T6" fmla="*/ 420 w 507"/>
                <a:gd name="T7" fmla="*/ 0 h 391"/>
                <a:gd name="T8" fmla="*/ 0 w 507"/>
                <a:gd name="T9" fmla="*/ 189 h 391"/>
                <a:gd name="T10" fmla="*/ 177 w 507"/>
                <a:gd name="T11" fmla="*/ 220 h 391"/>
                <a:gd name="T12" fmla="*/ 250 w 507"/>
                <a:gd name="T13" fmla="*/ 391 h 391"/>
              </a:gdLst>
              <a:ahLst/>
              <a:cxnLst>
                <a:cxn ang="0">
                  <a:pos x="T0" y="T1"/>
                </a:cxn>
                <a:cxn ang="0">
                  <a:pos x="T2" y="T3"/>
                </a:cxn>
                <a:cxn ang="0">
                  <a:pos x="T4" y="T5"/>
                </a:cxn>
                <a:cxn ang="0">
                  <a:pos x="T6" y="T7"/>
                </a:cxn>
                <a:cxn ang="0">
                  <a:pos x="T8" y="T9"/>
                </a:cxn>
                <a:cxn ang="0">
                  <a:pos x="T10" y="T11"/>
                </a:cxn>
                <a:cxn ang="0">
                  <a:pos x="T12" y="T13"/>
                </a:cxn>
              </a:cxnLst>
              <a:rect l="0" t="0" r="r" b="b"/>
              <a:pathLst>
                <a:path w="507" h="391">
                  <a:moveTo>
                    <a:pt x="250" y="391"/>
                  </a:moveTo>
                  <a:cubicBezTo>
                    <a:pt x="294" y="348"/>
                    <a:pt x="353" y="322"/>
                    <a:pt x="419" y="320"/>
                  </a:cubicBezTo>
                  <a:cubicBezTo>
                    <a:pt x="507" y="159"/>
                    <a:pt x="507" y="159"/>
                    <a:pt x="507" y="159"/>
                  </a:cubicBezTo>
                  <a:cubicBezTo>
                    <a:pt x="420" y="0"/>
                    <a:pt x="420" y="0"/>
                    <a:pt x="420" y="0"/>
                  </a:cubicBezTo>
                  <a:cubicBezTo>
                    <a:pt x="253" y="1"/>
                    <a:pt x="103" y="74"/>
                    <a:pt x="0" y="189"/>
                  </a:cubicBezTo>
                  <a:cubicBezTo>
                    <a:pt x="177" y="220"/>
                    <a:pt x="177" y="220"/>
                    <a:pt x="177" y="220"/>
                  </a:cubicBezTo>
                  <a:lnTo>
                    <a:pt x="250" y="391"/>
                  </a:lnTo>
                  <a:close/>
                </a:path>
              </a:pathLst>
            </a:custGeom>
            <a:solidFill>
              <a:srgbClr val="AA7B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 name="组合 7"/>
          <p:cNvGrpSpPr>
            <a:grpSpLocks noChangeAspect="1"/>
          </p:cNvGrpSpPr>
          <p:nvPr/>
        </p:nvGrpSpPr>
        <p:grpSpPr>
          <a:xfrm>
            <a:off x="9634515" y="5435239"/>
            <a:ext cx="1080000" cy="1080000"/>
            <a:chOff x="9205617" y="5576928"/>
            <a:chExt cx="982705" cy="982705"/>
          </a:xfrm>
        </p:grpSpPr>
        <p:sp>
          <p:nvSpPr>
            <p:cNvPr id="26" name="Freeform 102"/>
            <p:cNvSpPr>
              <a:spLocks/>
            </p:cNvSpPr>
            <p:nvPr/>
          </p:nvSpPr>
          <p:spPr bwMode="auto">
            <a:xfrm>
              <a:off x="9722988" y="5577929"/>
              <a:ext cx="397285" cy="381774"/>
            </a:xfrm>
            <a:custGeom>
              <a:avLst/>
              <a:gdLst>
                <a:gd name="T0" fmla="*/ 0 w 460"/>
                <a:gd name="T1" fmla="*/ 321 h 442"/>
                <a:gd name="T2" fmla="*/ 184 w 460"/>
                <a:gd name="T3" fmla="*/ 442 h 442"/>
                <a:gd name="T4" fmla="*/ 365 w 460"/>
                <a:gd name="T5" fmla="*/ 437 h 442"/>
                <a:gd name="T6" fmla="*/ 460 w 460"/>
                <a:gd name="T7" fmla="*/ 280 h 442"/>
                <a:gd name="T8" fmla="*/ 2 w 460"/>
                <a:gd name="T9" fmla="*/ 0 h 442"/>
                <a:gd name="T10" fmla="*/ 89 w 460"/>
                <a:gd name="T11" fmla="*/ 158 h 442"/>
                <a:gd name="T12" fmla="*/ 0 w 460"/>
                <a:gd name="T13" fmla="*/ 321 h 442"/>
              </a:gdLst>
              <a:ahLst/>
              <a:cxnLst>
                <a:cxn ang="0">
                  <a:pos x="T0" y="T1"/>
                </a:cxn>
                <a:cxn ang="0">
                  <a:pos x="T2" y="T3"/>
                </a:cxn>
                <a:cxn ang="0">
                  <a:pos x="T4" y="T5"/>
                </a:cxn>
                <a:cxn ang="0">
                  <a:pos x="T6" y="T7"/>
                </a:cxn>
                <a:cxn ang="0">
                  <a:pos x="T8" y="T9"/>
                </a:cxn>
                <a:cxn ang="0">
                  <a:pos x="T10" y="T11"/>
                </a:cxn>
                <a:cxn ang="0">
                  <a:pos x="T12" y="T13"/>
                </a:cxn>
              </a:cxnLst>
              <a:rect l="0" t="0" r="r" b="b"/>
              <a:pathLst>
                <a:path w="460" h="442">
                  <a:moveTo>
                    <a:pt x="0" y="321"/>
                  </a:moveTo>
                  <a:cubicBezTo>
                    <a:pt x="79" y="331"/>
                    <a:pt x="146" y="377"/>
                    <a:pt x="184" y="442"/>
                  </a:cubicBezTo>
                  <a:cubicBezTo>
                    <a:pt x="365" y="437"/>
                    <a:pt x="365" y="437"/>
                    <a:pt x="365" y="437"/>
                  </a:cubicBezTo>
                  <a:cubicBezTo>
                    <a:pt x="460" y="280"/>
                    <a:pt x="460" y="280"/>
                    <a:pt x="460" y="280"/>
                  </a:cubicBezTo>
                  <a:cubicBezTo>
                    <a:pt x="367" y="121"/>
                    <a:pt x="198" y="11"/>
                    <a:pt x="2" y="0"/>
                  </a:cubicBezTo>
                  <a:cubicBezTo>
                    <a:pt x="89" y="158"/>
                    <a:pt x="89" y="158"/>
                    <a:pt x="89" y="158"/>
                  </a:cubicBezTo>
                  <a:lnTo>
                    <a:pt x="0" y="321"/>
                  </a:lnTo>
                  <a:close/>
                </a:path>
              </a:pathLst>
            </a:custGeom>
            <a:solidFill>
              <a:srgbClr val="936C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103"/>
            <p:cNvSpPr>
              <a:spLocks/>
            </p:cNvSpPr>
            <p:nvPr/>
          </p:nvSpPr>
          <p:spPr bwMode="auto">
            <a:xfrm>
              <a:off x="9882603" y="5847122"/>
              <a:ext cx="305719" cy="465834"/>
            </a:xfrm>
            <a:custGeom>
              <a:avLst/>
              <a:gdLst>
                <a:gd name="T0" fmla="*/ 15 w 354"/>
                <a:gd name="T1" fmla="*/ 161 h 539"/>
                <a:gd name="T2" fmla="*/ 33 w 354"/>
                <a:gd name="T3" fmla="*/ 256 h 539"/>
                <a:gd name="T4" fmla="*/ 0 w 354"/>
                <a:gd name="T5" fmla="*/ 381 h 539"/>
                <a:gd name="T6" fmla="*/ 94 w 354"/>
                <a:gd name="T7" fmla="*/ 535 h 539"/>
                <a:gd name="T8" fmla="*/ 278 w 354"/>
                <a:gd name="T9" fmla="*/ 539 h 539"/>
                <a:gd name="T10" fmla="*/ 354 w 354"/>
                <a:gd name="T11" fmla="*/ 256 h 539"/>
                <a:gd name="T12" fmla="*/ 293 w 354"/>
                <a:gd name="T13" fmla="*/ 0 h 539"/>
                <a:gd name="T14" fmla="*/ 198 w 354"/>
                <a:gd name="T15" fmla="*/ 156 h 539"/>
                <a:gd name="T16" fmla="*/ 15 w 354"/>
                <a:gd name="T17" fmla="*/ 161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4" h="539">
                  <a:moveTo>
                    <a:pt x="15" y="161"/>
                  </a:moveTo>
                  <a:cubicBezTo>
                    <a:pt x="27" y="190"/>
                    <a:pt x="33" y="222"/>
                    <a:pt x="33" y="256"/>
                  </a:cubicBezTo>
                  <a:cubicBezTo>
                    <a:pt x="33" y="302"/>
                    <a:pt x="21" y="344"/>
                    <a:pt x="0" y="381"/>
                  </a:cubicBezTo>
                  <a:cubicBezTo>
                    <a:pt x="94" y="535"/>
                    <a:pt x="94" y="535"/>
                    <a:pt x="94" y="535"/>
                  </a:cubicBezTo>
                  <a:cubicBezTo>
                    <a:pt x="278" y="539"/>
                    <a:pt x="278" y="539"/>
                    <a:pt x="278" y="539"/>
                  </a:cubicBezTo>
                  <a:cubicBezTo>
                    <a:pt x="326" y="456"/>
                    <a:pt x="354" y="359"/>
                    <a:pt x="354" y="256"/>
                  </a:cubicBezTo>
                  <a:cubicBezTo>
                    <a:pt x="354" y="164"/>
                    <a:pt x="332" y="77"/>
                    <a:pt x="293" y="0"/>
                  </a:cubicBezTo>
                  <a:cubicBezTo>
                    <a:pt x="198" y="156"/>
                    <a:pt x="198" y="156"/>
                    <a:pt x="198" y="156"/>
                  </a:cubicBezTo>
                  <a:cubicBezTo>
                    <a:pt x="15" y="161"/>
                    <a:pt x="15" y="161"/>
                    <a:pt x="15" y="161"/>
                  </a:cubicBezTo>
                </a:path>
              </a:pathLst>
            </a:custGeom>
            <a:solidFill>
              <a:srgbClr val="9BBB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104"/>
            <p:cNvSpPr>
              <a:spLocks/>
            </p:cNvSpPr>
            <p:nvPr/>
          </p:nvSpPr>
          <p:spPr bwMode="auto">
            <a:xfrm>
              <a:off x="9286675" y="5576928"/>
              <a:ext cx="481846" cy="361760"/>
            </a:xfrm>
            <a:custGeom>
              <a:avLst/>
              <a:gdLst>
                <a:gd name="T0" fmla="*/ 276 w 558"/>
                <a:gd name="T1" fmla="*/ 419 h 419"/>
                <a:gd name="T2" fmla="*/ 470 w 558"/>
                <a:gd name="T3" fmla="*/ 320 h 419"/>
                <a:gd name="T4" fmla="*/ 558 w 558"/>
                <a:gd name="T5" fmla="*/ 159 h 419"/>
                <a:gd name="T6" fmla="*/ 470 w 558"/>
                <a:gd name="T7" fmla="*/ 0 h 419"/>
                <a:gd name="T8" fmla="*/ 0 w 558"/>
                <a:gd name="T9" fmla="*/ 255 h 419"/>
                <a:gd name="T10" fmla="*/ 178 w 558"/>
                <a:gd name="T11" fmla="*/ 259 h 419"/>
                <a:gd name="T12" fmla="*/ 276 w 558"/>
                <a:gd name="T13" fmla="*/ 419 h 419"/>
              </a:gdLst>
              <a:ahLst/>
              <a:cxnLst>
                <a:cxn ang="0">
                  <a:pos x="T0" y="T1"/>
                </a:cxn>
                <a:cxn ang="0">
                  <a:pos x="T2" y="T3"/>
                </a:cxn>
                <a:cxn ang="0">
                  <a:pos x="T4" y="T5"/>
                </a:cxn>
                <a:cxn ang="0">
                  <a:pos x="T6" y="T7"/>
                </a:cxn>
                <a:cxn ang="0">
                  <a:pos x="T8" y="T9"/>
                </a:cxn>
                <a:cxn ang="0">
                  <a:pos x="T10" y="T11"/>
                </a:cxn>
                <a:cxn ang="0">
                  <a:pos x="T12" y="T13"/>
                </a:cxn>
              </a:cxnLst>
              <a:rect l="0" t="0" r="r" b="b"/>
              <a:pathLst>
                <a:path w="558" h="419">
                  <a:moveTo>
                    <a:pt x="276" y="419"/>
                  </a:moveTo>
                  <a:cubicBezTo>
                    <a:pt x="321" y="360"/>
                    <a:pt x="391" y="322"/>
                    <a:pt x="470" y="320"/>
                  </a:cubicBezTo>
                  <a:cubicBezTo>
                    <a:pt x="558" y="159"/>
                    <a:pt x="558" y="159"/>
                    <a:pt x="558" y="159"/>
                  </a:cubicBezTo>
                  <a:cubicBezTo>
                    <a:pt x="470" y="0"/>
                    <a:pt x="470" y="0"/>
                    <a:pt x="470" y="0"/>
                  </a:cubicBezTo>
                  <a:cubicBezTo>
                    <a:pt x="274" y="1"/>
                    <a:pt x="101" y="102"/>
                    <a:pt x="0" y="255"/>
                  </a:cubicBezTo>
                  <a:cubicBezTo>
                    <a:pt x="178" y="259"/>
                    <a:pt x="178" y="259"/>
                    <a:pt x="178" y="259"/>
                  </a:cubicBezTo>
                  <a:lnTo>
                    <a:pt x="276" y="419"/>
                  </a:ln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105"/>
            <p:cNvSpPr>
              <a:spLocks/>
            </p:cNvSpPr>
            <p:nvPr/>
          </p:nvSpPr>
          <p:spPr bwMode="auto">
            <a:xfrm>
              <a:off x="9205617" y="5824105"/>
              <a:ext cx="303218" cy="460831"/>
            </a:xfrm>
            <a:custGeom>
              <a:avLst/>
              <a:gdLst>
                <a:gd name="T0" fmla="*/ 339 w 351"/>
                <a:gd name="T1" fmla="*/ 378 h 534"/>
                <a:gd name="T2" fmla="*/ 320 w 351"/>
                <a:gd name="T3" fmla="*/ 283 h 534"/>
                <a:gd name="T4" fmla="*/ 351 w 351"/>
                <a:gd name="T5" fmla="*/ 162 h 534"/>
                <a:gd name="T6" fmla="*/ 254 w 351"/>
                <a:gd name="T7" fmla="*/ 4 h 534"/>
                <a:gd name="T8" fmla="*/ 75 w 351"/>
                <a:gd name="T9" fmla="*/ 0 h 534"/>
                <a:gd name="T10" fmla="*/ 0 w 351"/>
                <a:gd name="T11" fmla="*/ 283 h 534"/>
                <a:gd name="T12" fmla="*/ 58 w 351"/>
                <a:gd name="T13" fmla="*/ 534 h 534"/>
                <a:gd name="T14" fmla="*/ 150 w 351"/>
                <a:gd name="T15" fmla="*/ 383 h 534"/>
                <a:gd name="T16" fmla="*/ 339 w 351"/>
                <a:gd name="T17" fmla="*/ 378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1" h="534">
                  <a:moveTo>
                    <a:pt x="339" y="378"/>
                  </a:moveTo>
                  <a:cubicBezTo>
                    <a:pt x="327" y="348"/>
                    <a:pt x="320" y="316"/>
                    <a:pt x="320" y="283"/>
                  </a:cubicBezTo>
                  <a:cubicBezTo>
                    <a:pt x="320" y="239"/>
                    <a:pt x="331" y="198"/>
                    <a:pt x="351" y="162"/>
                  </a:cubicBezTo>
                  <a:cubicBezTo>
                    <a:pt x="254" y="4"/>
                    <a:pt x="254" y="4"/>
                    <a:pt x="254" y="4"/>
                  </a:cubicBezTo>
                  <a:cubicBezTo>
                    <a:pt x="75" y="0"/>
                    <a:pt x="75" y="0"/>
                    <a:pt x="75" y="0"/>
                  </a:cubicBezTo>
                  <a:cubicBezTo>
                    <a:pt x="27" y="83"/>
                    <a:pt x="0" y="180"/>
                    <a:pt x="0" y="283"/>
                  </a:cubicBezTo>
                  <a:cubicBezTo>
                    <a:pt x="0" y="373"/>
                    <a:pt x="21" y="459"/>
                    <a:pt x="58" y="534"/>
                  </a:cubicBezTo>
                  <a:cubicBezTo>
                    <a:pt x="150" y="383"/>
                    <a:pt x="150" y="383"/>
                    <a:pt x="150" y="383"/>
                  </a:cubicBezTo>
                  <a:lnTo>
                    <a:pt x="339" y="378"/>
                  </a:ln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106"/>
            <p:cNvSpPr>
              <a:spLocks/>
            </p:cNvSpPr>
            <p:nvPr/>
          </p:nvSpPr>
          <p:spPr bwMode="auto">
            <a:xfrm>
              <a:off x="9270163" y="6177359"/>
              <a:ext cx="395784" cy="381774"/>
            </a:xfrm>
            <a:custGeom>
              <a:avLst/>
              <a:gdLst>
                <a:gd name="T0" fmla="*/ 458 w 458"/>
                <a:gd name="T1" fmla="*/ 120 h 442"/>
                <a:gd name="T2" fmla="*/ 279 w 458"/>
                <a:gd name="T3" fmla="*/ 0 h 442"/>
                <a:gd name="T4" fmla="*/ 93 w 458"/>
                <a:gd name="T5" fmla="*/ 5 h 442"/>
                <a:gd name="T6" fmla="*/ 0 w 458"/>
                <a:gd name="T7" fmla="*/ 158 h 442"/>
                <a:gd name="T8" fmla="*/ 456 w 458"/>
                <a:gd name="T9" fmla="*/ 442 h 442"/>
                <a:gd name="T10" fmla="*/ 369 w 458"/>
                <a:gd name="T11" fmla="*/ 284 h 442"/>
                <a:gd name="T12" fmla="*/ 458 w 458"/>
                <a:gd name="T13" fmla="*/ 120 h 442"/>
              </a:gdLst>
              <a:ahLst/>
              <a:cxnLst>
                <a:cxn ang="0">
                  <a:pos x="T0" y="T1"/>
                </a:cxn>
                <a:cxn ang="0">
                  <a:pos x="T2" y="T3"/>
                </a:cxn>
                <a:cxn ang="0">
                  <a:pos x="T4" y="T5"/>
                </a:cxn>
                <a:cxn ang="0">
                  <a:pos x="T6" y="T7"/>
                </a:cxn>
                <a:cxn ang="0">
                  <a:pos x="T8" y="T9"/>
                </a:cxn>
                <a:cxn ang="0">
                  <a:pos x="T10" y="T11"/>
                </a:cxn>
                <a:cxn ang="0">
                  <a:pos x="T12" y="T13"/>
                </a:cxn>
              </a:cxnLst>
              <a:rect l="0" t="0" r="r" b="b"/>
              <a:pathLst>
                <a:path w="458" h="442">
                  <a:moveTo>
                    <a:pt x="458" y="120"/>
                  </a:moveTo>
                  <a:cubicBezTo>
                    <a:pt x="382" y="109"/>
                    <a:pt x="317" y="64"/>
                    <a:pt x="279" y="0"/>
                  </a:cubicBezTo>
                  <a:cubicBezTo>
                    <a:pt x="93" y="5"/>
                    <a:pt x="93" y="5"/>
                    <a:pt x="93" y="5"/>
                  </a:cubicBezTo>
                  <a:cubicBezTo>
                    <a:pt x="0" y="158"/>
                    <a:pt x="0" y="158"/>
                    <a:pt x="0" y="158"/>
                  </a:cubicBezTo>
                  <a:cubicBezTo>
                    <a:pt x="93" y="318"/>
                    <a:pt x="261" y="429"/>
                    <a:pt x="456" y="442"/>
                  </a:cubicBezTo>
                  <a:cubicBezTo>
                    <a:pt x="369" y="284"/>
                    <a:pt x="369" y="284"/>
                    <a:pt x="369" y="284"/>
                  </a:cubicBezTo>
                  <a:lnTo>
                    <a:pt x="458" y="120"/>
                  </a:lnTo>
                  <a:close/>
                </a:path>
              </a:pathLst>
            </a:custGeom>
            <a:solidFill>
              <a:srgbClr val="F26D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107"/>
            <p:cNvSpPr>
              <a:spLocks/>
            </p:cNvSpPr>
            <p:nvPr/>
          </p:nvSpPr>
          <p:spPr bwMode="auto">
            <a:xfrm>
              <a:off x="9619914" y="6201376"/>
              <a:ext cx="486349" cy="358257"/>
            </a:xfrm>
            <a:custGeom>
              <a:avLst/>
              <a:gdLst>
                <a:gd name="T0" fmla="*/ 284 w 563"/>
                <a:gd name="T1" fmla="*/ 0 h 415"/>
                <a:gd name="T2" fmla="*/ 89 w 563"/>
                <a:gd name="T3" fmla="*/ 95 h 415"/>
                <a:gd name="T4" fmla="*/ 88 w 563"/>
                <a:gd name="T5" fmla="*/ 95 h 415"/>
                <a:gd name="T6" fmla="*/ 0 w 563"/>
                <a:gd name="T7" fmla="*/ 256 h 415"/>
                <a:gd name="T8" fmla="*/ 88 w 563"/>
                <a:gd name="T9" fmla="*/ 415 h 415"/>
                <a:gd name="T10" fmla="*/ 89 w 563"/>
                <a:gd name="T11" fmla="*/ 415 h 415"/>
                <a:gd name="T12" fmla="*/ 563 w 563"/>
                <a:gd name="T13" fmla="*/ 160 h 415"/>
                <a:gd name="T14" fmla="*/ 380 w 563"/>
                <a:gd name="T15" fmla="*/ 156 h 415"/>
                <a:gd name="T16" fmla="*/ 284 w 563"/>
                <a:gd name="T17" fmla="*/ 0 h 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3" h="415">
                  <a:moveTo>
                    <a:pt x="284" y="0"/>
                  </a:moveTo>
                  <a:cubicBezTo>
                    <a:pt x="239" y="57"/>
                    <a:pt x="168" y="95"/>
                    <a:pt x="89" y="95"/>
                  </a:cubicBezTo>
                  <a:cubicBezTo>
                    <a:pt x="88" y="95"/>
                    <a:pt x="88" y="95"/>
                    <a:pt x="88" y="95"/>
                  </a:cubicBezTo>
                  <a:cubicBezTo>
                    <a:pt x="0" y="256"/>
                    <a:pt x="0" y="256"/>
                    <a:pt x="0" y="256"/>
                  </a:cubicBezTo>
                  <a:cubicBezTo>
                    <a:pt x="88" y="415"/>
                    <a:pt x="88" y="415"/>
                    <a:pt x="88" y="415"/>
                  </a:cubicBezTo>
                  <a:cubicBezTo>
                    <a:pt x="89" y="415"/>
                    <a:pt x="89" y="415"/>
                    <a:pt x="89" y="415"/>
                  </a:cubicBezTo>
                  <a:cubicBezTo>
                    <a:pt x="287" y="415"/>
                    <a:pt x="461" y="314"/>
                    <a:pt x="563" y="160"/>
                  </a:cubicBezTo>
                  <a:cubicBezTo>
                    <a:pt x="380" y="156"/>
                    <a:pt x="380" y="156"/>
                    <a:pt x="380" y="156"/>
                  </a:cubicBezTo>
                  <a:cubicBezTo>
                    <a:pt x="284" y="0"/>
                    <a:pt x="284" y="0"/>
                    <a:pt x="284" y="0"/>
                  </a:cubicBezTo>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0" name="组合 39"/>
          <p:cNvGrpSpPr>
            <a:grpSpLocks noChangeAspect="1"/>
          </p:cNvGrpSpPr>
          <p:nvPr/>
        </p:nvGrpSpPr>
        <p:grpSpPr>
          <a:xfrm>
            <a:off x="8341849" y="5435239"/>
            <a:ext cx="1080000" cy="1080000"/>
            <a:chOff x="893763" y="-112713"/>
            <a:chExt cx="3117850" cy="3117850"/>
          </a:xfrm>
        </p:grpSpPr>
        <p:sp>
          <p:nvSpPr>
            <p:cNvPr id="33" name="Freeform 56"/>
            <p:cNvSpPr>
              <a:spLocks/>
            </p:cNvSpPr>
            <p:nvPr/>
          </p:nvSpPr>
          <p:spPr bwMode="auto">
            <a:xfrm>
              <a:off x="893763" y="-112713"/>
              <a:ext cx="1785937" cy="2247900"/>
            </a:xfrm>
            <a:custGeom>
              <a:avLst/>
              <a:gdLst>
                <a:gd name="T0" fmla="*/ 338 w 652"/>
                <a:gd name="T1" fmla="*/ 663 h 820"/>
                <a:gd name="T2" fmla="*/ 320 w 652"/>
                <a:gd name="T3" fmla="*/ 569 h 820"/>
                <a:gd name="T4" fmla="*/ 564 w 652"/>
                <a:gd name="T5" fmla="*/ 320 h 820"/>
                <a:gd name="T6" fmla="*/ 652 w 652"/>
                <a:gd name="T7" fmla="*/ 159 h 820"/>
                <a:gd name="T8" fmla="*/ 564 w 652"/>
                <a:gd name="T9" fmla="*/ 0 h 820"/>
                <a:gd name="T10" fmla="*/ 0 w 652"/>
                <a:gd name="T11" fmla="*/ 569 h 820"/>
                <a:gd name="T12" fmla="*/ 58 w 652"/>
                <a:gd name="T13" fmla="*/ 820 h 820"/>
                <a:gd name="T14" fmla="*/ 150 w 652"/>
                <a:gd name="T15" fmla="*/ 668 h 820"/>
                <a:gd name="T16" fmla="*/ 338 w 652"/>
                <a:gd name="T17" fmla="*/ 663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2" h="820">
                  <a:moveTo>
                    <a:pt x="338" y="663"/>
                  </a:moveTo>
                  <a:cubicBezTo>
                    <a:pt x="327" y="634"/>
                    <a:pt x="320" y="602"/>
                    <a:pt x="320" y="569"/>
                  </a:cubicBezTo>
                  <a:cubicBezTo>
                    <a:pt x="320" y="433"/>
                    <a:pt x="429" y="323"/>
                    <a:pt x="564" y="320"/>
                  </a:cubicBezTo>
                  <a:cubicBezTo>
                    <a:pt x="652" y="159"/>
                    <a:pt x="652" y="159"/>
                    <a:pt x="652" y="159"/>
                  </a:cubicBezTo>
                  <a:cubicBezTo>
                    <a:pt x="564" y="0"/>
                    <a:pt x="564" y="0"/>
                    <a:pt x="564" y="0"/>
                  </a:cubicBezTo>
                  <a:cubicBezTo>
                    <a:pt x="252" y="2"/>
                    <a:pt x="0" y="256"/>
                    <a:pt x="0" y="569"/>
                  </a:cubicBezTo>
                  <a:cubicBezTo>
                    <a:pt x="0" y="659"/>
                    <a:pt x="21" y="744"/>
                    <a:pt x="58" y="820"/>
                  </a:cubicBezTo>
                  <a:cubicBezTo>
                    <a:pt x="150" y="668"/>
                    <a:pt x="150" y="668"/>
                    <a:pt x="150" y="668"/>
                  </a:cubicBezTo>
                  <a:lnTo>
                    <a:pt x="338" y="663"/>
                  </a:ln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57"/>
            <p:cNvSpPr>
              <a:spLocks/>
            </p:cNvSpPr>
            <p:nvPr/>
          </p:nvSpPr>
          <p:spPr bwMode="auto">
            <a:xfrm>
              <a:off x="2535238" y="-109538"/>
              <a:ext cx="1476375" cy="2332038"/>
            </a:xfrm>
            <a:custGeom>
              <a:avLst/>
              <a:gdLst>
                <a:gd name="T0" fmla="*/ 0 w 539"/>
                <a:gd name="T1" fmla="*/ 321 h 851"/>
                <a:gd name="T2" fmla="*/ 218 w 539"/>
                <a:gd name="T3" fmla="*/ 568 h 851"/>
                <a:gd name="T4" fmla="*/ 184 w 539"/>
                <a:gd name="T5" fmla="*/ 693 h 851"/>
                <a:gd name="T6" fmla="*/ 279 w 539"/>
                <a:gd name="T7" fmla="*/ 847 h 851"/>
                <a:gd name="T8" fmla="*/ 463 w 539"/>
                <a:gd name="T9" fmla="*/ 851 h 851"/>
                <a:gd name="T10" fmla="*/ 539 w 539"/>
                <a:gd name="T11" fmla="*/ 568 h 851"/>
                <a:gd name="T12" fmla="*/ 2 w 539"/>
                <a:gd name="T13" fmla="*/ 0 h 851"/>
                <a:gd name="T14" fmla="*/ 89 w 539"/>
                <a:gd name="T15" fmla="*/ 158 h 851"/>
                <a:gd name="T16" fmla="*/ 0 w 539"/>
                <a:gd name="T17" fmla="*/ 321 h 8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9" h="851">
                  <a:moveTo>
                    <a:pt x="0" y="321"/>
                  </a:moveTo>
                  <a:cubicBezTo>
                    <a:pt x="123" y="336"/>
                    <a:pt x="218" y="441"/>
                    <a:pt x="218" y="568"/>
                  </a:cubicBezTo>
                  <a:cubicBezTo>
                    <a:pt x="218" y="614"/>
                    <a:pt x="206" y="656"/>
                    <a:pt x="184" y="693"/>
                  </a:cubicBezTo>
                  <a:cubicBezTo>
                    <a:pt x="279" y="847"/>
                    <a:pt x="279" y="847"/>
                    <a:pt x="279" y="847"/>
                  </a:cubicBezTo>
                  <a:cubicBezTo>
                    <a:pt x="463" y="851"/>
                    <a:pt x="463" y="851"/>
                    <a:pt x="463" y="851"/>
                  </a:cubicBezTo>
                  <a:cubicBezTo>
                    <a:pt x="511" y="768"/>
                    <a:pt x="539" y="671"/>
                    <a:pt x="539" y="568"/>
                  </a:cubicBezTo>
                  <a:cubicBezTo>
                    <a:pt x="539" y="264"/>
                    <a:pt x="301" y="17"/>
                    <a:pt x="2" y="0"/>
                  </a:cubicBezTo>
                  <a:cubicBezTo>
                    <a:pt x="89" y="158"/>
                    <a:pt x="89" y="158"/>
                    <a:pt x="89" y="158"/>
                  </a:cubicBezTo>
                  <a:lnTo>
                    <a:pt x="0" y="321"/>
                  </a:ln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58"/>
            <p:cNvSpPr>
              <a:spLocks/>
            </p:cNvSpPr>
            <p:nvPr/>
          </p:nvSpPr>
          <p:spPr bwMode="auto">
            <a:xfrm>
              <a:off x="1098550" y="1789112"/>
              <a:ext cx="2652712" cy="1216025"/>
            </a:xfrm>
            <a:custGeom>
              <a:avLst/>
              <a:gdLst>
                <a:gd name="T0" fmla="*/ 689 w 968"/>
                <a:gd name="T1" fmla="*/ 29 h 444"/>
                <a:gd name="T2" fmla="*/ 494 w 968"/>
                <a:gd name="T3" fmla="*/ 124 h 444"/>
                <a:gd name="T4" fmla="*/ 279 w 968"/>
                <a:gd name="T5" fmla="*/ 0 h 444"/>
                <a:gd name="T6" fmla="*/ 93 w 968"/>
                <a:gd name="T7" fmla="*/ 5 h 444"/>
                <a:gd name="T8" fmla="*/ 0 w 968"/>
                <a:gd name="T9" fmla="*/ 158 h 444"/>
                <a:gd name="T10" fmla="*/ 494 w 968"/>
                <a:gd name="T11" fmla="*/ 444 h 444"/>
                <a:gd name="T12" fmla="*/ 968 w 968"/>
                <a:gd name="T13" fmla="*/ 189 h 444"/>
                <a:gd name="T14" fmla="*/ 785 w 968"/>
                <a:gd name="T15" fmla="*/ 185 h 444"/>
                <a:gd name="T16" fmla="*/ 689 w 968"/>
                <a:gd name="T17" fmla="*/ 29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68" h="444">
                  <a:moveTo>
                    <a:pt x="689" y="29"/>
                  </a:moveTo>
                  <a:cubicBezTo>
                    <a:pt x="643" y="87"/>
                    <a:pt x="573" y="124"/>
                    <a:pt x="494" y="124"/>
                  </a:cubicBezTo>
                  <a:cubicBezTo>
                    <a:pt x="402" y="124"/>
                    <a:pt x="322" y="74"/>
                    <a:pt x="279" y="0"/>
                  </a:cubicBezTo>
                  <a:cubicBezTo>
                    <a:pt x="93" y="5"/>
                    <a:pt x="93" y="5"/>
                    <a:pt x="93" y="5"/>
                  </a:cubicBezTo>
                  <a:cubicBezTo>
                    <a:pt x="0" y="158"/>
                    <a:pt x="0" y="158"/>
                    <a:pt x="0" y="158"/>
                  </a:cubicBezTo>
                  <a:cubicBezTo>
                    <a:pt x="98" y="329"/>
                    <a:pt x="283" y="444"/>
                    <a:pt x="494" y="444"/>
                  </a:cubicBezTo>
                  <a:cubicBezTo>
                    <a:pt x="692" y="444"/>
                    <a:pt x="866" y="343"/>
                    <a:pt x="968" y="189"/>
                  </a:cubicBezTo>
                  <a:cubicBezTo>
                    <a:pt x="785" y="185"/>
                    <a:pt x="785" y="185"/>
                    <a:pt x="785" y="185"/>
                  </a:cubicBezTo>
                  <a:lnTo>
                    <a:pt x="689" y="29"/>
                  </a:lnTo>
                  <a:close/>
                </a:path>
              </a:pathLst>
            </a:custGeom>
            <a:solidFill>
              <a:srgbClr val="F26D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 name="组合 8"/>
          <p:cNvGrpSpPr>
            <a:grpSpLocks noChangeAspect="1"/>
          </p:cNvGrpSpPr>
          <p:nvPr/>
        </p:nvGrpSpPr>
        <p:grpSpPr>
          <a:xfrm>
            <a:off x="2919185" y="5428567"/>
            <a:ext cx="1080000" cy="1093344"/>
            <a:chOff x="2714418" y="5550669"/>
            <a:chExt cx="1022587" cy="1035222"/>
          </a:xfrm>
        </p:grpSpPr>
        <p:sp>
          <p:nvSpPr>
            <p:cNvPr id="88" name="Freeform 5"/>
            <p:cNvSpPr>
              <a:spLocks/>
            </p:cNvSpPr>
            <p:nvPr/>
          </p:nvSpPr>
          <p:spPr bwMode="auto">
            <a:xfrm>
              <a:off x="2714418" y="5550669"/>
              <a:ext cx="683550" cy="754726"/>
            </a:xfrm>
            <a:custGeom>
              <a:avLst/>
              <a:gdLst>
                <a:gd name="T0" fmla="*/ 904 w 904"/>
                <a:gd name="T1" fmla="*/ 267 h 998"/>
                <a:gd name="T2" fmla="*/ 482 w 904"/>
                <a:gd name="T3" fmla="*/ 0 h 998"/>
                <a:gd name="T4" fmla="*/ 482 w 904"/>
                <a:gd name="T5" fmla="*/ 144 h 998"/>
                <a:gd name="T6" fmla="*/ 0 w 904"/>
                <a:gd name="T7" fmla="*/ 749 h 998"/>
                <a:gd name="T8" fmla="*/ 53 w 904"/>
                <a:gd name="T9" fmla="*/ 998 h 998"/>
                <a:gd name="T10" fmla="*/ 66 w 904"/>
                <a:gd name="T11" fmla="*/ 754 h 998"/>
                <a:gd name="T12" fmla="*/ 256 w 904"/>
                <a:gd name="T13" fmla="*/ 857 h 998"/>
                <a:gd name="T14" fmla="*/ 241 w 904"/>
                <a:gd name="T15" fmla="*/ 749 h 998"/>
                <a:gd name="T16" fmla="*/ 482 w 904"/>
                <a:gd name="T17" fmla="*/ 394 h 998"/>
                <a:gd name="T18" fmla="*/ 482 w 904"/>
                <a:gd name="T19" fmla="*/ 534 h 998"/>
                <a:gd name="T20" fmla="*/ 904 w 904"/>
                <a:gd name="T21" fmla="*/ 267 h 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4" h="998">
                  <a:moveTo>
                    <a:pt x="904" y="267"/>
                  </a:moveTo>
                  <a:cubicBezTo>
                    <a:pt x="482" y="0"/>
                    <a:pt x="482" y="0"/>
                    <a:pt x="482" y="0"/>
                  </a:cubicBezTo>
                  <a:cubicBezTo>
                    <a:pt x="482" y="144"/>
                    <a:pt x="482" y="144"/>
                    <a:pt x="482" y="144"/>
                  </a:cubicBezTo>
                  <a:cubicBezTo>
                    <a:pt x="207" y="207"/>
                    <a:pt x="0" y="454"/>
                    <a:pt x="0" y="749"/>
                  </a:cubicBezTo>
                  <a:cubicBezTo>
                    <a:pt x="0" y="837"/>
                    <a:pt x="19" y="921"/>
                    <a:pt x="53" y="998"/>
                  </a:cubicBezTo>
                  <a:cubicBezTo>
                    <a:pt x="66" y="754"/>
                    <a:pt x="66" y="754"/>
                    <a:pt x="66" y="754"/>
                  </a:cubicBezTo>
                  <a:cubicBezTo>
                    <a:pt x="256" y="857"/>
                    <a:pt x="256" y="857"/>
                    <a:pt x="256" y="857"/>
                  </a:cubicBezTo>
                  <a:cubicBezTo>
                    <a:pt x="246" y="823"/>
                    <a:pt x="241" y="786"/>
                    <a:pt x="241" y="749"/>
                  </a:cubicBezTo>
                  <a:cubicBezTo>
                    <a:pt x="241" y="588"/>
                    <a:pt x="341" y="450"/>
                    <a:pt x="482" y="394"/>
                  </a:cubicBezTo>
                  <a:cubicBezTo>
                    <a:pt x="482" y="534"/>
                    <a:pt x="482" y="534"/>
                    <a:pt x="482" y="534"/>
                  </a:cubicBezTo>
                  <a:lnTo>
                    <a:pt x="904" y="267"/>
                  </a:ln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6"/>
            <p:cNvSpPr>
              <a:spLocks/>
            </p:cNvSpPr>
            <p:nvPr/>
          </p:nvSpPr>
          <p:spPr bwMode="auto">
            <a:xfrm>
              <a:off x="2743478" y="6120926"/>
              <a:ext cx="826325" cy="464965"/>
            </a:xfrm>
            <a:custGeom>
              <a:avLst/>
              <a:gdLst>
                <a:gd name="T0" fmla="*/ 895 w 1093"/>
                <a:gd name="T1" fmla="*/ 476 h 615"/>
                <a:gd name="T2" fmla="*/ 865 w 1093"/>
                <a:gd name="T3" fmla="*/ 250 h 615"/>
                <a:gd name="T4" fmla="*/ 583 w 1093"/>
                <a:gd name="T5" fmla="*/ 375 h 615"/>
                <a:gd name="T6" fmla="*/ 356 w 1093"/>
                <a:gd name="T7" fmla="*/ 300 h 615"/>
                <a:gd name="T8" fmla="*/ 467 w 1093"/>
                <a:gd name="T9" fmla="*/ 238 h 615"/>
                <a:gd name="T10" fmla="*/ 28 w 1093"/>
                <a:gd name="T11" fmla="*/ 0 h 615"/>
                <a:gd name="T12" fmla="*/ 0 w 1093"/>
                <a:gd name="T13" fmla="*/ 498 h 615"/>
                <a:gd name="T14" fmla="*/ 135 w 1093"/>
                <a:gd name="T15" fmla="*/ 423 h 615"/>
                <a:gd name="T16" fmla="*/ 583 w 1093"/>
                <a:gd name="T17" fmla="*/ 615 h 615"/>
                <a:gd name="T18" fmla="*/ 1093 w 1093"/>
                <a:gd name="T19" fmla="*/ 348 h 615"/>
                <a:gd name="T20" fmla="*/ 895 w 1093"/>
                <a:gd name="T21" fmla="*/ 476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93" h="615">
                  <a:moveTo>
                    <a:pt x="895" y="476"/>
                  </a:moveTo>
                  <a:cubicBezTo>
                    <a:pt x="865" y="250"/>
                    <a:pt x="865" y="250"/>
                    <a:pt x="865" y="250"/>
                  </a:cubicBezTo>
                  <a:cubicBezTo>
                    <a:pt x="795" y="327"/>
                    <a:pt x="695" y="375"/>
                    <a:pt x="583" y="375"/>
                  </a:cubicBezTo>
                  <a:cubicBezTo>
                    <a:pt x="498" y="375"/>
                    <a:pt x="420" y="347"/>
                    <a:pt x="356" y="300"/>
                  </a:cubicBezTo>
                  <a:cubicBezTo>
                    <a:pt x="467" y="238"/>
                    <a:pt x="467" y="238"/>
                    <a:pt x="467" y="238"/>
                  </a:cubicBezTo>
                  <a:cubicBezTo>
                    <a:pt x="28" y="0"/>
                    <a:pt x="28" y="0"/>
                    <a:pt x="28" y="0"/>
                  </a:cubicBezTo>
                  <a:cubicBezTo>
                    <a:pt x="0" y="498"/>
                    <a:pt x="0" y="498"/>
                    <a:pt x="0" y="498"/>
                  </a:cubicBezTo>
                  <a:cubicBezTo>
                    <a:pt x="135" y="423"/>
                    <a:pt x="135" y="423"/>
                    <a:pt x="135" y="423"/>
                  </a:cubicBezTo>
                  <a:cubicBezTo>
                    <a:pt x="248" y="542"/>
                    <a:pt x="407" y="615"/>
                    <a:pt x="583" y="615"/>
                  </a:cubicBezTo>
                  <a:cubicBezTo>
                    <a:pt x="794" y="615"/>
                    <a:pt x="981" y="510"/>
                    <a:pt x="1093" y="348"/>
                  </a:cubicBezTo>
                  <a:lnTo>
                    <a:pt x="895" y="476"/>
                  </a:ln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7"/>
            <p:cNvSpPr>
              <a:spLocks/>
            </p:cNvSpPr>
            <p:nvPr/>
          </p:nvSpPr>
          <p:spPr bwMode="auto">
            <a:xfrm>
              <a:off x="3236241" y="5650485"/>
              <a:ext cx="500764" cy="830536"/>
            </a:xfrm>
            <a:custGeom>
              <a:avLst/>
              <a:gdLst>
                <a:gd name="T0" fmla="*/ 533 w 662"/>
                <a:gd name="T1" fmla="*/ 768 h 1098"/>
                <a:gd name="T2" fmla="*/ 552 w 662"/>
                <a:gd name="T3" fmla="*/ 617 h 1098"/>
                <a:gd name="T4" fmla="*/ 0 w 662"/>
                <a:gd name="T5" fmla="*/ 0 h 1098"/>
                <a:gd name="T6" fmla="*/ 214 w 662"/>
                <a:gd name="T7" fmla="*/ 135 h 1098"/>
                <a:gd name="T8" fmla="*/ 33 w 662"/>
                <a:gd name="T9" fmla="*/ 250 h 1098"/>
                <a:gd name="T10" fmla="*/ 312 w 662"/>
                <a:gd name="T11" fmla="*/ 617 h 1098"/>
                <a:gd name="T12" fmla="*/ 309 w 662"/>
                <a:gd name="T13" fmla="*/ 664 h 1098"/>
                <a:gd name="T14" fmla="*/ 177 w 662"/>
                <a:gd name="T15" fmla="*/ 603 h 1098"/>
                <a:gd name="T16" fmla="*/ 243 w 662"/>
                <a:gd name="T17" fmla="*/ 1098 h 1098"/>
                <a:gd name="T18" fmla="*/ 662 w 662"/>
                <a:gd name="T19" fmla="*/ 828 h 1098"/>
                <a:gd name="T20" fmla="*/ 533 w 662"/>
                <a:gd name="T21" fmla="*/ 768 h 1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2" h="1098">
                  <a:moveTo>
                    <a:pt x="533" y="768"/>
                  </a:moveTo>
                  <a:cubicBezTo>
                    <a:pt x="545" y="720"/>
                    <a:pt x="552" y="669"/>
                    <a:pt x="552" y="617"/>
                  </a:cubicBezTo>
                  <a:cubicBezTo>
                    <a:pt x="552" y="298"/>
                    <a:pt x="310" y="34"/>
                    <a:pt x="0" y="0"/>
                  </a:cubicBezTo>
                  <a:cubicBezTo>
                    <a:pt x="214" y="135"/>
                    <a:pt x="214" y="135"/>
                    <a:pt x="214" y="135"/>
                  </a:cubicBezTo>
                  <a:cubicBezTo>
                    <a:pt x="33" y="250"/>
                    <a:pt x="33" y="250"/>
                    <a:pt x="33" y="250"/>
                  </a:cubicBezTo>
                  <a:cubicBezTo>
                    <a:pt x="193" y="294"/>
                    <a:pt x="312" y="442"/>
                    <a:pt x="312" y="617"/>
                  </a:cubicBezTo>
                  <a:cubicBezTo>
                    <a:pt x="312" y="633"/>
                    <a:pt x="310" y="649"/>
                    <a:pt x="309" y="664"/>
                  </a:cubicBezTo>
                  <a:cubicBezTo>
                    <a:pt x="177" y="603"/>
                    <a:pt x="177" y="603"/>
                    <a:pt x="177" y="603"/>
                  </a:cubicBezTo>
                  <a:cubicBezTo>
                    <a:pt x="243" y="1098"/>
                    <a:pt x="243" y="1098"/>
                    <a:pt x="243" y="1098"/>
                  </a:cubicBezTo>
                  <a:cubicBezTo>
                    <a:pt x="662" y="828"/>
                    <a:pt x="662" y="828"/>
                    <a:pt x="662" y="828"/>
                  </a:cubicBezTo>
                  <a:lnTo>
                    <a:pt x="533" y="768"/>
                  </a:ln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3" name="组合 52"/>
          <p:cNvGrpSpPr>
            <a:grpSpLocks noChangeAspect="1"/>
          </p:cNvGrpSpPr>
          <p:nvPr/>
        </p:nvGrpSpPr>
        <p:grpSpPr>
          <a:xfrm>
            <a:off x="5504517" y="5389857"/>
            <a:ext cx="1188000" cy="1170764"/>
            <a:chOff x="8825165" y="3380906"/>
            <a:chExt cx="2954337" cy="2911476"/>
          </a:xfrm>
        </p:grpSpPr>
        <p:sp>
          <p:nvSpPr>
            <p:cNvPr id="54" name="Freeform 17"/>
            <p:cNvSpPr>
              <a:spLocks/>
            </p:cNvSpPr>
            <p:nvPr/>
          </p:nvSpPr>
          <p:spPr bwMode="auto">
            <a:xfrm>
              <a:off x="10522202" y="3603156"/>
              <a:ext cx="1257300" cy="1385888"/>
            </a:xfrm>
            <a:custGeom>
              <a:avLst/>
              <a:gdLst>
                <a:gd name="T0" fmla="*/ 124 w 335"/>
                <a:gd name="T1" fmla="*/ 247 h 369"/>
                <a:gd name="T2" fmla="*/ 131 w 335"/>
                <a:gd name="T3" fmla="*/ 258 h 369"/>
                <a:gd name="T4" fmla="*/ 79 w 335"/>
                <a:gd name="T5" fmla="*/ 275 h 369"/>
                <a:gd name="T6" fmla="*/ 251 w 335"/>
                <a:gd name="T7" fmla="*/ 369 h 369"/>
                <a:gd name="T8" fmla="*/ 315 w 335"/>
                <a:gd name="T9" fmla="*/ 233 h 369"/>
                <a:gd name="T10" fmla="*/ 315 w 335"/>
                <a:gd name="T11" fmla="*/ 233 h 369"/>
                <a:gd name="T12" fmla="*/ 335 w 335"/>
                <a:gd name="T13" fmla="*/ 192 h 369"/>
                <a:gd name="T14" fmla="*/ 282 w 335"/>
                <a:gd name="T15" fmla="*/ 209 h 369"/>
                <a:gd name="T16" fmla="*/ 278 w 335"/>
                <a:gd name="T17" fmla="*/ 201 h 369"/>
                <a:gd name="T18" fmla="*/ 8 w 335"/>
                <a:gd name="T19" fmla="*/ 0 h 369"/>
                <a:gd name="T20" fmla="*/ 88 w 335"/>
                <a:gd name="T21" fmla="*/ 76 h 369"/>
                <a:gd name="T22" fmla="*/ 0 w 335"/>
                <a:gd name="T23" fmla="*/ 159 h 369"/>
                <a:gd name="T24" fmla="*/ 124 w 335"/>
                <a:gd name="T25" fmla="*/ 247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5" h="369">
                  <a:moveTo>
                    <a:pt x="124" y="247"/>
                  </a:moveTo>
                  <a:cubicBezTo>
                    <a:pt x="131" y="258"/>
                    <a:pt x="131" y="258"/>
                    <a:pt x="131" y="258"/>
                  </a:cubicBezTo>
                  <a:cubicBezTo>
                    <a:pt x="79" y="275"/>
                    <a:pt x="79" y="275"/>
                    <a:pt x="79" y="275"/>
                  </a:cubicBezTo>
                  <a:cubicBezTo>
                    <a:pt x="251" y="369"/>
                    <a:pt x="251" y="369"/>
                    <a:pt x="251" y="369"/>
                  </a:cubicBezTo>
                  <a:cubicBezTo>
                    <a:pt x="315" y="233"/>
                    <a:pt x="315" y="233"/>
                    <a:pt x="315" y="233"/>
                  </a:cubicBezTo>
                  <a:cubicBezTo>
                    <a:pt x="315" y="233"/>
                    <a:pt x="315" y="233"/>
                    <a:pt x="315" y="233"/>
                  </a:cubicBezTo>
                  <a:cubicBezTo>
                    <a:pt x="335" y="192"/>
                    <a:pt x="335" y="192"/>
                    <a:pt x="335" y="192"/>
                  </a:cubicBezTo>
                  <a:cubicBezTo>
                    <a:pt x="282" y="209"/>
                    <a:pt x="282" y="209"/>
                    <a:pt x="282" y="209"/>
                  </a:cubicBezTo>
                  <a:cubicBezTo>
                    <a:pt x="278" y="201"/>
                    <a:pt x="278" y="201"/>
                    <a:pt x="278" y="201"/>
                  </a:cubicBezTo>
                  <a:cubicBezTo>
                    <a:pt x="227" y="93"/>
                    <a:pt x="125" y="18"/>
                    <a:pt x="8" y="0"/>
                  </a:cubicBezTo>
                  <a:cubicBezTo>
                    <a:pt x="88" y="76"/>
                    <a:pt x="88" y="76"/>
                    <a:pt x="88" y="76"/>
                  </a:cubicBezTo>
                  <a:cubicBezTo>
                    <a:pt x="0" y="159"/>
                    <a:pt x="0" y="159"/>
                    <a:pt x="0" y="159"/>
                  </a:cubicBezTo>
                  <a:cubicBezTo>
                    <a:pt x="51" y="171"/>
                    <a:pt x="95" y="202"/>
                    <a:pt x="124" y="247"/>
                  </a:cubicBez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18"/>
            <p:cNvSpPr>
              <a:spLocks/>
            </p:cNvSpPr>
            <p:nvPr/>
          </p:nvSpPr>
          <p:spPr bwMode="auto">
            <a:xfrm>
              <a:off x="10642852" y="4715994"/>
              <a:ext cx="1054100" cy="1397000"/>
            </a:xfrm>
            <a:custGeom>
              <a:avLst/>
              <a:gdLst>
                <a:gd name="T0" fmla="*/ 77 w 281"/>
                <a:gd name="T1" fmla="*/ 190 h 372"/>
                <a:gd name="T2" fmla="*/ 69 w 281"/>
                <a:gd name="T3" fmla="*/ 200 h 372"/>
                <a:gd name="T4" fmla="*/ 36 w 281"/>
                <a:gd name="T5" fmla="*/ 155 h 372"/>
                <a:gd name="T6" fmla="*/ 25 w 281"/>
                <a:gd name="T7" fmla="*/ 211 h 372"/>
                <a:gd name="T8" fmla="*/ 25 w 281"/>
                <a:gd name="T9" fmla="*/ 211 h 372"/>
                <a:gd name="T10" fmla="*/ 0 w 281"/>
                <a:gd name="T11" fmla="*/ 347 h 372"/>
                <a:gd name="T12" fmla="*/ 194 w 281"/>
                <a:gd name="T13" fmla="*/ 372 h 372"/>
                <a:gd name="T14" fmla="*/ 162 w 281"/>
                <a:gd name="T15" fmla="*/ 328 h 372"/>
                <a:gd name="T16" fmla="*/ 168 w 281"/>
                <a:gd name="T17" fmla="*/ 322 h 372"/>
                <a:gd name="T18" fmla="*/ 281 w 281"/>
                <a:gd name="T19" fmla="*/ 60 h 372"/>
                <a:gd name="T20" fmla="*/ 276 w 281"/>
                <a:gd name="T21" fmla="*/ 0 h 372"/>
                <a:gd name="T22" fmla="*/ 249 w 281"/>
                <a:gd name="T23" fmla="*/ 58 h 372"/>
                <a:gd name="T24" fmla="*/ 228 w 281"/>
                <a:gd name="T25" fmla="*/ 102 h 372"/>
                <a:gd name="T26" fmla="*/ 123 w 281"/>
                <a:gd name="T27" fmla="*/ 44 h 372"/>
                <a:gd name="T28" fmla="*/ 124 w 281"/>
                <a:gd name="T29" fmla="*/ 60 h 372"/>
                <a:gd name="T30" fmla="*/ 77 w 281"/>
                <a:gd name="T31" fmla="*/ 190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1" h="372">
                  <a:moveTo>
                    <a:pt x="77" y="190"/>
                  </a:moveTo>
                  <a:cubicBezTo>
                    <a:pt x="69" y="200"/>
                    <a:pt x="69" y="200"/>
                    <a:pt x="69" y="200"/>
                  </a:cubicBezTo>
                  <a:cubicBezTo>
                    <a:pt x="36" y="155"/>
                    <a:pt x="36" y="155"/>
                    <a:pt x="36" y="155"/>
                  </a:cubicBezTo>
                  <a:cubicBezTo>
                    <a:pt x="25" y="211"/>
                    <a:pt x="25" y="211"/>
                    <a:pt x="25" y="211"/>
                  </a:cubicBezTo>
                  <a:cubicBezTo>
                    <a:pt x="25" y="211"/>
                    <a:pt x="25" y="211"/>
                    <a:pt x="25" y="211"/>
                  </a:cubicBezTo>
                  <a:cubicBezTo>
                    <a:pt x="0" y="347"/>
                    <a:pt x="0" y="347"/>
                    <a:pt x="0" y="347"/>
                  </a:cubicBezTo>
                  <a:cubicBezTo>
                    <a:pt x="194" y="372"/>
                    <a:pt x="194" y="372"/>
                    <a:pt x="194" y="372"/>
                  </a:cubicBezTo>
                  <a:cubicBezTo>
                    <a:pt x="162" y="328"/>
                    <a:pt x="162" y="328"/>
                    <a:pt x="162" y="328"/>
                  </a:cubicBezTo>
                  <a:cubicBezTo>
                    <a:pt x="168" y="322"/>
                    <a:pt x="168" y="322"/>
                    <a:pt x="168" y="322"/>
                  </a:cubicBezTo>
                  <a:cubicBezTo>
                    <a:pt x="241" y="253"/>
                    <a:pt x="281" y="160"/>
                    <a:pt x="281" y="60"/>
                  </a:cubicBezTo>
                  <a:cubicBezTo>
                    <a:pt x="281" y="40"/>
                    <a:pt x="280" y="20"/>
                    <a:pt x="276" y="0"/>
                  </a:cubicBezTo>
                  <a:cubicBezTo>
                    <a:pt x="249" y="58"/>
                    <a:pt x="249" y="58"/>
                    <a:pt x="249" y="58"/>
                  </a:cubicBezTo>
                  <a:cubicBezTo>
                    <a:pt x="228" y="102"/>
                    <a:pt x="228" y="102"/>
                    <a:pt x="228" y="102"/>
                  </a:cubicBezTo>
                  <a:cubicBezTo>
                    <a:pt x="123" y="44"/>
                    <a:pt x="123" y="44"/>
                    <a:pt x="123" y="44"/>
                  </a:cubicBezTo>
                  <a:cubicBezTo>
                    <a:pt x="124" y="50"/>
                    <a:pt x="124" y="55"/>
                    <a:pt x="124" y="60"/>
                  </a:cubicBezTo>
                  <a:cubicBezTo>
                    <a:pt x="124" y="107"/>
                    <a:pt x="107" y="153"/>
                    <a:pt x="77" y="190"/>
                  </a:cubicBez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19"/>
            <p:cNvSpPr>
              <a:spLocks/>
            </p:cNvSpPr>
            <p:nvPr/>
          </p:nvSpPr>
          <p:spPr bwMode="auto">
            <a:xfrm>
              <a:off x="9410952" y="5458944"/>
              <a:ext cx="1562100" cy="833438"/>
            </a:xfrm>
            <a:custGeom>
              <a:avLst/>
              <a:gdLst>
                <a:gd name="T0" fmla="*/ 173 w 416"/>
                <a:gd name="T1" fmla="*/ 49 h 222"/>
                <a:gd name="T2" fmla="*/ 161 w 416"/>
                <a:gd name="T3" fmla="*/ 44 h 222"/>
                <a:gd name="T4" fmla="*/ 193 w 416"/>
                <a:gd name="T5" fmla="*/ 0 h 222"/>
                <a:gd name="T6" fmla="*/ 138 w 416"/>
                <a:gd name="T7" fmla="*/ 7 h 222"/>
                <a:gd name="T8" fmla="*/ 138 w 416"/>
                <a:gd name="T9" fmla="*/ 7 h 222"/>
                <a:gd name="T10" fmla="*/ 0 w 416"/>
                <a:gd name="T11" fmla="*/ 25 h 222"/>
                <a:gd name="T12" fmla="*/ 27 w 416"/>
                <a:gd name="T13" fmla="*/ 172 h 222"/>
                <a:gd name="T14" fmla="*/ 27 w 416"/>
                <a:gd name="T15" fmla="*/ 172 h 222"/>
                <a:gd name="T16" fmla="*/ 35 w 416"/>
                <a:gd name="T17" fmla="*/ 217 h 222"/>
                <a:gd name="T18" fmla="*/ 68 w 416"/>
                <a:gd name="T19" fmla="*/ 173 h 222"/>
                <a:gd name="T20" fmla="*/ 76 w 416"/>
                <a:gd name="T21" fmla="*/ 177 h 222"/>
                <a:gd name="T22" fmla="*/ 250 w 416"/>
                <a:gd name="T23" fmla="*/ 222 h 222"/>
                <a:gd name="T24" fmla="*/ 416 w 416"/>
                <a:gd name="T25" fmla="*/ 181 h 222"/>
                <a:gd name="T26" fmla="*/ 303 w 416"/>
                <a:gd name="T27" fmla="*/ 167 h 222"/>
                <a:gd name="T28" fmla="*/ 325 w 416"/>
                <a:gd name="T29" fmla="*/ 50 h 222"/>
                <a:gd name="T30" fmla="*/ 250 w 416"/>
                <a:gd name="T31" fmla="*/ 64 h 222"/>
                <a:gd name="T32" fmla="*/ 173 w 416"/>
                <a:gd name="T33" fmla="*/ 49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16" h="222">
                  <a:moveTo>
                    <a:pt x="173" y="49"/>
                  </a:moveTo>
                  <a:cubicBezTo>
                    <a:pt x="161" y="44"/>
                    <a:pt x="161" y="44"/>
                    <a:pt x="161" y="44"/>
                  </a:cubicBezTo>
                  <a:cubicBezTo>
                    <a:pt x="193" y="0"/>
                    <a:pt x="193" y="0"/>
                    <a:pt x="193" y="0"/>
                  </a:cubicBezTo>
                  <a:cubicBezTo>
                    <a:pt x="138" y="7"/>
                    <a:pt x="138" y="7"/>
                    <a:pt x="138" y="7"/>
                  </a:cubicBezTo>
                  <a:cubicBezTo>
                    <a:pt x="138" y="7"/>
                    <a:pt x="138" y="7"/>
                    <a:pt x="138" y="7"/>
                  </a:cubicBezTo>
                  <a:cubicBezTo>
                    <a:pt x="0" y="25"/>
                    <a:pt x="0" y="25"/>
                    <a:pt x="0" y="25"/>
                  </a:cubicBezTo>
                  <a:cubicBezTo>
                    <a:pt x="27" y="172"/>
                    <a:pt x="27" y="172"/>
                    <a:pt x="27" y="172"/>
                  </a:cubicBezTo>
                  <a:cubicBezTo>
                    <a:pt x="27" y="172"/>
                    <a:pt x="27" y="172"/>
                    <a:pt x="27" y="172"/>
                  </a:cubicBezTo>
                  <a:cubicBezTo>
                    <a:pt x="35" y="217"/>
                    <a:pt x="35" y="217"/>
                    <a:pt x="35" y="217"/>
                  </a:cubicBezTo>
                  <a:cubicBezTo>
                    <a:pt x="68" y="173"/>
                    <a:pt x="68" y="173"/>
                    <a:pt x="68" y="173"/>
                  </a:cubicBezTo>
                  <a:cubicBezTo>
                    <a:pt x="76" y="177"/>
                    <a:pt x="76" y="177"/>
                    <a:pt x="76" y="177"/>
                  </a:cubicBezTo>
                  <a:cubicBezTo>
                    <a:pt x="129" y="206"/>
                    <a:pt x="189" y="222"/>
                    <a:pt x="250" y="222"/>
                  </a:cubicBezTo>
                  <a:cubicBezTo>
                    <a:pt x="308" y="222"/>
                    <a:pt x="365" y="208"/>
                    <a:pt x="416" y="181"/>
                  </a:cubicBezTo>
                  <a:cubicBezTo>
                    <a:pt x="303" y="167"/>
                    <a:pt x="303" y="167"/>
                    <a:pt x="303" y="167"/>
                  </a:cubicBezTo>
                  <a:cubicBezTo>
                    <a:pt x="325" y="50"/>
                    <a:pt x="325" y="50"/>
                    <a:pt x="325" y="50"/>
                  </a:cubicBezTo>
                  <a:cubicBezTo>
                    <a:pt x="301" y="59"/>
                    <a:pt x="276" y="64"/>
                    <a:pt x="250" y="64"/>
                  </a:cubicBezTo>
                  <a:cubicBezTo>
                    <a:pt x="223" y="64"/>
                    <a:pt x="198" y="59"/>
                    <a:pt x="173" y="49"/>
                  </a:cubicBez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20"/>
            <p:cNvSpPr>
              <a:spLocks/>
            </p:cNvSpPr>
            <p:nvPr/>
          </p:nvSpPr>
          <p:spPr bwMode="auto">
            <a:xfrm>
              <a:off x="8825165" y="4238156"/>
              <a:ext cx="962025" cy="1660525"/>
            </a:xfrm>
            <a:custGeom>
              <a:avLst/>
              <a:gdLst>
                <a:gd name="T0" fmla="*/ 204 w 256"/>
                <a:gd name="T1" fmla="*/ 173 h 442"/>
                <a:gd name="T2" fmla="*/ 205 w 256"/>
                <a:gd name="T3" fmla="*/ 160 h 442"/>
                <a:gd name="T4" fmla="*/ 256 w 256"/>
                <a:gd name="T5" fmla="*/ 176 h 442"/>
                <a:gd name="T6" fmla="*/ 233 w 256"/>
                <a:gd name="T7" fmla="*/ 128 h 442"/>
                <a:gd name="T8" fmla="*/ 233 w 256"/>
                <a:gd name="T9" fmla="*/ 128 h 442"/>
                <a:gd name="T10" fmla="*/ 172 w 256"/>
                <a:gd name="T11" fmla="*/ 0 h 442"/>
                <a:gd name="T12" fmla="*/ 42 w 256"/>
                <a:gd name="T13" fmla="*/ 70 h 442"/>
                <a:gd name="T14" fmla="*/ 42 w 256"/>
                <a:gd name="T15" fmla="*/ 70 h 442"/>
                <a:gd name="T16" fmla="*/ 0 w 256"/>
                <a:gd name="T17" fmla="*/ 93 h 442"/>
                <a:gd name="T18" fmla="*/ 54 w 256"/>
                <a:gd name="T19" fmla="*/ 111 h 442"/>
                <a:gd name="T20" fmla="*/ 52 w 256"/>
                <a:gd name="T21" fmla="*/ 120 h 442"/>
                <a:gd name="T22" fmla="*/ 46 w 256"/>
                <a:gd name="T23" fmla="*/ 187 h 442"/>
                <a:gd name="T24" fmla="*/ 152 w 256"/>
                <a:gd name="T25" fmla="*/ 442 h 442"/>
                <a:gd name="T26" fmla="*/ 131 w 256"/>
                <a:gd name="T27" fmla="*/ 332 h 442"/>
                <a:gd name="T28" fmla="*/ 250 w 256"/>
                <a:gd name="T29" fmla="*/ 317 h 442"/>
                <a:gd name="T30" fmla="*/ 203 w 256"/>
                <a:gd name="T31" fmla="*/ 187 h 442"/>
                <a:gd name="T32" fmla="*/ 204 w 256"/>
                <a:gd name="T33" fmla="*/ 173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6" h="442">
                  <a:moveTo>
                    <a:pt x="204" y="173"/>
                  </a:moveTo>
                  <a:cubicBezTo>
                    <a:pt x="205" y="160"/>
                    <a:pt x="205" y="160"/>
                    <a:pt x="205" y="160"/>
                  </a:cubicBezTo>
                  <a:cubicBezTo>
                    <a:pt x="256" y="176"/>
                    <a:pt x="256" y="176"/>
                    <a:pt x="256" y="176"/>
                  </a:cubicBezTo>
                  <a:cubicBezTo>
                    <a:pt x="233" y="128"/>
                    <a:pt x="233" y="128"/>
                    <a:pt x="233" y="128"/>
                  </a:cubicBezTo>
                  <a:cubicBezTo>
                    <a:pt x="233" y="128"/>
                    <a:pt x="233" y="128"/>
                    <a:pt x="233" y="128"/>
                  </a:cubicBezTo>
                  <a:cubicBezTo>
                    <a:pt x="172" y="0"/>
                    <a:pt x="172" y="0"/>
                    <a:pt x="172" y="0"/>
                  </a:cubicBezTo>
                  <a:cubicBezTo>
                    <a:pt x="42" y="70"/>
                    <a:pt x="42" y="70"/>
                    <a:pt x="42" y="70"/>
                  </a:cubicBezTo>
                  <a:cubicBezTo>
                    <a:pt x="42" y="70"/>
                    <a:pt x="42" y="70"/>
                    <a:pt x="42" y="70"/>
                  </a:cubicBezTo>
                  <a:cubicBezTo>
                    <a:pt x="0" y="93"/>
                    <a:pt x="0" y="93"/>
                    <a:pt x="0" y="93"/>
                  </a:cubicBezTo>
                  <a:cubicBezTo>
                    <a:pt x="54" y="111"/>
                    <a:pt x="54" y="111"/>
                    <a:pt x="54" y="111"/>
                  </a:cubicBezTo>
                  <a:cubicBezTo>
                    <a:pt x="52" y="120"/>
                    <a:pt x="52" y="120"/>
                    <a:pt x="52" y="120"/>
                  </a:cubicBezTo>
                  <a:cubicBezTo>
                    <a:pt x="48" y="142"/>
                    <a:pt x="46" y="165"/>
                    <a:pt x="46" y="187"/>
                  </a:cubicBezTo>
                  <a:cubicBezTo>
                    <a:pt x="46" y="283"/>
                    <a:pt x="84" y="374"/>
                    <a:pt x="152" y="442"/>
                  </a:cubicBezTo>
                  <a:cubicBezTo>
                    <a:pt x="131" y="332"/>
                    <a:pt x="131" y="332"/>
                    <a:pt x="131" y="332"/>
                  </a:cubicBezTo>
                  <a:cubicBezTo>
                    <a:pt x="250" y="317"/>
                    <a:pt x="250" y="317"/>
                    <a:pt x="250" y="317"/>
                  </a:cubicBezTo>
                  <a:cubicBezTo>
                    <a:pt x="220" y="281"/>
                    <a:pt x="203" y="235"/>
                    <a:pt x="203" y="187"/>
                  </a:cubicBezTo>
                  <a:cubicBezTo>
                    <a:pt x="203" y="183"/>
                    <a:pt x="204" y="178"/>
                    <a:pt x="204" y="173"/>
                  </a:cubicBezTo>
                  <a:close/>
                </a:path>
              </a:pathLst>
            </a:custGeom>
            <a:solidFill>
              <a:srgbClr val="936C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21"/>
            <p:cNvSpPr>
              <a:spLocks/>
            </p:cNvSpPr>
            <p:nvPr/>
          </p:nvSpPr>
          <p:spPr bwMode="auto">
            <a:xfrm>
              <a:off x="9144252" y="3380906"/>
              <a:ext cx="1595438" cy="1162050"/>
            </a:xfrm>
            <a:custGeom>
              <a:avLst/>
              <a:gdLst>
                <a:gd name="T0" fmla="*/ 270 w 425"/>
                <a:gd name="T1" fmla="*/ 219 h 309"/>
                <a:gd name="T2" fmla="*/ 283 w 425"/>
                <a:gd name="T3" fmla="*/ 216 h 309"/>
                <a:gd name="T4" fmla="*/ 283 w 425"/>
                <a:gd name="T5" fmla="*/ 269 h 309"/>
                <a:gd name="T6" fmla="*/ 322 w 425"/>
                <a:gd name="T7" fmla="*/ 232 h 309"/>
                <a:gd name="T8" fmla="*/ 322 w 425"/>
                <a:gd name="T9" fmla="*/ 232 h 309"/>
                <a:gd name="T10" fmla="*/ 425 w 425"/>
                <a:gd name="T11" fmla="*/ 135 h 309"/>
                <a:gd name="T12" fmla="*/ 318 w 425"/>
                <a:gd name="T13" fmla="*/ 34 h 309"/>
                <a:gd name="T14" fmla="*/ 318 w 425"/>
                <a:gd name="T15" fmla="*/ 34 h 309"/>
                <a:gd name="T16" fmla="*/ 283 w 425"/>
                <a:gd name="T17" fmla="*/ 0 h 309"/>
                <a:gd name="T18" fmla="*/ 283 w 425"/>
                <a:gd name="T19" fmla="*/ 57 h 309"/>
                <a:gd name="T20" fmla="*/ 274 w 425"/>
                <a:gd name="T21" fmla="*/ 58 h 309"/>
                <a:gd name="T22" fmla="*/ 0 w 425"/>
                <a:gd name="T23" fmla="*/ 251 h 309"/>
                <a:gd name="T24" fmla="*/ 96 w 425"/>
                <a:gd name="T25" fmla="*/ 199 h 309"/>
                <a:gd name="T26" fmla="*/ 148 w 425"/>
                <a:gd name="T27" fmla="*/ 309 h 309"/>
                <a:gd name="T28" fmla="*/ 270 w 425"/>
                <a:gd name="T29" fmla="*/ 219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25" h="309">
                  <a:moveTo>
                    <a:pt x="270" y="219"/>
                  </a:moveTo>
                  <a:cubicBezTo>
                    <a:pt x="283" y="216"/>
                    <a:pt x="283" y="216"/>
                    <a:pt x="283" y="216"/>
                  </a:cubicBezTo>
                  <a:cubicBezTo>
                    <a:pt x="283" y="269"/>
                    <a:pt x="283" y="269"/>
                    <a:pt x="283" y="269"/>
                  </a:cubicBezTo>
                  <a:cubicBezTo>
                    <a:pt x="322" y="232"/>
                    <a:pt x="322" y="232"/>
                    <a:pt x="322" y="232"/>
                  </a:cubicBezTo>
                  <a:cubicBezTo>
                    <a:pt x="322" y="232"/>
                    <a:pt x="322" y="232"/>
                    <a:pt x="322" y="232"/>
                  </a:cubicBezTo>
                  <a:cubicBezTo>
                    <a:pt x="425" y="135"/>
                    <a:pt x="425" y="135"/>
                    <a:pt x="425" y="135"/>
                  </a:cubicBezTo>
                  <a:cubicBezTo>
                    <a:pt x="318" y="34"/>
                    <a:pt x="318" y="34"/>
                    <a:pt x="318" y="34"/>
                  </a:cubicBezTo>
                  <a:cubicBezTo>
                    <a:pt x="318" y="34"/>
                    <a:pt x="318" y="34"/>
                    <a:pt x="318" y="34"/>
                  </a:cubicBezTo>
                  <a:cubicBezTo>
                    <a:pt x="283" y="0"/>
                    <a:pt x="283" y="0"/>
                    <a:pt x="283" y="0"/>
                  </a:cubicBezTo>
                  <a:cubicBezTo>
                    <a:pt x="283" y="57"/>
                    <a:pt x="283" y="57"/>
                    <a:pt x="283" y="57"/>
                  </a:cubicBezTo>
                  <a:cubicBezTo>
                    <a:pt x="274" y="58"/>
                    <a:pt x="274" y="58"/>
                    <a:pt x="274" y="58"/>
                  </a:cubicBezTo>
                  <a:cubicBezTo>
                    <a:pt x="156" y="74"/>
                    <a:pt x="54" y="146"/>
                    <a:pt x="0" y="251"/>
                  </a:cubicBezTo>
                  <a:cubicBezTo>
                    <a:pt x="96" y="199"/>
                    <a:pt x="96" y="199"/>
                    <a:pt x="96" y="199"/>
                  </a:cubicBezTo>
                  <a:cubicBezTo>
                    <a:pt x="148" y="309"/>
                    <a:pt x="148" y="309"/>
                    <a:pt x="148" y="309"/>
                  </a:cubicBezTo>
                  <a:cubicBezTo>
                    <a:pt x="176" y="265"/>
                    <a:pt x="219" y="232"/>
                    <a:pt x="270" y="219"/>
                  </a:cubicBezTo>
                  <a:close/>
                </a:path>
              </a:pathLst>
            </a:custGeom>
            <a:solidFill>
              <a:srgbClr val="9BBB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64" name="Freeform 25"/>
          <p:cNvSpPr>
            <a:spLocks/>
          </p:cNvSpPr>
          <p:nvPr/>
        </p:nvSpPr>
        <p:spPr bwMode="auto">
          <a:xfrm flipH="1">
            <a:off x="184818" y="5441944"/>
            <a:ext cx="1121035" cy="1066591"/>
          </a:xfrm>
          <a:custGeom>
            <a:avLst/>
            <a:gdLst>
              <a:gd name="T0" fmla="*/ 203 w 383"/>
              <a:gd name="T1" fmla="*/ 0 h 362"/>
              <a:gd name="T2" fmla="*/ 60 w 383"/>
              <a:gd name="T3" fmla="*/ 71 h 362"/>
              <a:gd name="T4" fmla="*/ 60 w 383"/>
              <a:gd name="T5" fmla="*/ 71 h 362"/>
              <a:gd name="T6" fmla="*/ 47 w 383"/>
              <a:gd name="T7" fmla="*/ 90 h 362"/>
              <a:gd name="T8" fmla="*/ 36 w 383"/>
              <a:gd name="T9" fmla="*/ 113 h 362"/>
              <a:gd name="T10" fmla="*/ 0 w 383"/>
              <a:gd name="T11" fmla="*/ 105 h 362"/>
              <a:gd name="T12" fmla="*/ 50 w 383"/>
              <a:gd name="T13" fmla="*/ 181 h 362"/>
              <a:gd name="T14" fmla="*/ 126 w 383"/>
              <a:gd name="T15" fmla="*/ 131 h 362"/>
              <a:gd name="T16" fmla="*/ 92 w 383"/>
              <a:gd name="T17" fmla="*/ 124 h 362"/>
              <a:gd name="T18" fmla="*/ 95 w 383"/>
              <a:gd name="T19" fmla="*/ 119 h 362"/>
              <a:gd name="T20" fmla="*/ 100 w 383"/>
              <a:gd name="T21" fmla="*/ 111 h 362"/>
              <a:gd name="T22" fmla="*/ 100 w 383"/>
              <a:gd name="T23" fmla="*/ 111 h 362"/>
              <a:gd name="T24" fmla="*/ 203 w 383"/>
              <a:gd name="T25" fmla="*/ 57 h 362"/>
              <a:gd name="T26" fmla="*/ 327 w 383"/>
              <a:gd name="T27" fmla="*/ 181 h 362"/>
              <a:gd name="T28" fmla="*/ 203 w 383"/>
              <a:gd name="T29" fmla="*/ 305 h 362"/>
              <a:gd name="T30" fmla="*/ 79 w 383"/>
              <a:gd name="T31" fmla="*/ 181 h 362"/>
              <a:gd name="T32" fmla="*/ 79 w 383"/>
              <a:gd name="T33" fmla="*/ 180 h 362"/>
              <a:gd name="T34" fmla="*/ 46 w 383"/>
              <a:gd name="T35" fmla="*/ 202 h 362"/>
              <a:gd name="T36" fmla="*/ 23 w 383"/>
              <a:gd name="T37" fmla="*/ 167 h 362"/>
              <a:gd name="T38" fmla="*/ 22 w 383"/>
              <a:gd name="T39" fmla="*/ 181 h 362"/>
              <a:gd name="T40" fmla="*/ 203 w 383"/>
              <a:gd name="T41" fmla="*/ 362 h 362"/>
              <a:gd name="T42" fmla="*/ 383 w 383"/>
              <a:gd name="T43" fmla="*/ 181 h 362"/>
              <a:gd name="T44" fmla="*/ 203 w 383"/>
              <a:gd name="T45" fmla="*/ 0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83" h="362">
                <a:moveTo>
                  <a:pt x="203" y="0"/>
                </a:moveTo>
                <a:cubicBezTo>
                  <a:pt x="145" y="0"/>
                  <a:pt x="93" y="28"/>
                  <a:pt x="60" y="71"/>
                </a:cubicBezTo>
                <a:cubicBezTo>
                  <a:pt x="60" y="71"/>
                  <a:pt x="60" y="71"/>
                  <a:pt x="60" y="71"/>
                </a:cubicBezTo>
                <a:cubicBezTo>
                  <a:pt x="55" y="77"/>
                  <a:pt x="50" y="84"/>
                  <a:pt x="47" y="90"/>
                </a:cubicBezTo>
                <a:cubicBezTo>
                  <a:pt x="42" y="98"/>
                  <a:pt x="39" y="105"/>
                  <a:pt x="36" y="113"/>
                </a:cubicBezTo>
                <a:cubicBezTo>
                  <a:pt x="0" y="105"/>
                  <a:pt x="0" y="105"/>
                  <a:pt x="0" y="105"/>
                </a:cubicBezTo>
                <a:cubicBezTo>
                  <a:pt x="50" y="181"/>
                  <a:pt x="50" y="181"/>
                  <a:pt x="50" y="181"/>
                </a:cubicBezTo>
                <a:cubicBezTo>
                  <a:pt x="126" y="131"/>
                  <a:pt x="126" y="131"/>
                  <a:pt x="126" y="131"/>
                </a:cubicBezTo>
                <a:cubicBezTo>
                  <a:pt x="92" y="124"/>
                  <a:pt x="92" y="124"/>
                  <a:pt x="92" y="124"/>
                </a:cubicBezTo>
                <a:cubicBezTo>
                  <a:pt x="93" y="122"/>
                  <a:pt x="94" y="120"/>
                  <a:pt x="95" y="119"/>
                </a:cubicBezTo>
                <a:cubicBezTo>
                  <a:pt x="97" y="116"/>
                  <a:pt x="99" y="113"/>
                  <a:pt x="100" y="111"/>
                </a:cubicBezTo>
                <a:cubicBezTo>
                  <a:pt x="100" y="111"/>
                  <a:pt x="100" y="111"/>
                  <a:pt x="100" y="111"/>
                </a:cubicBezTo>
                <a:cubicBezTo>
                  <a:pt x="123" y="78"/>
                  <a:pt x="160" y="57"/>
                  <a:pt x="203" y="57"/>
                </a:cubicBezTo>
                <a:cubicBezTo>
                  <a:pt x="271" y="57"/>
                  <a:pt x="327" y="112"/>
                  <a:pt x="327" y="181"/>
                </a:cubicBezTo>
                <a:cubicBezTo>
                  <a:pt x="327" y="250"/>
                  <a:pt x="271" y="305"/>
                  <a:pt x="203" y="305"/>
                </a:cubicBezTo>
                <a:cubicBezTo>
                  <a:pt x="134" y="305"/>
                  <a:pt x="79" y="250"/>
                  <a:pt x="79" y="181"/>
                </a:cubicBezTo>
                <a:cubicBezTo>
                  <a:pt x="79" y="180"/>
                  <a:pt x="79" y="180"/>
                  <a:pt x="79" y="180"/>
                </a:cubicBezTo>
                <a:cubicBezTo>
                  <a:pt x="46" y="202"/>
                  <a:pt x="46" y="202"/>
                  <a:pt x="46" y="202"/>
                </a:cubicBezTo>
                <a:cubicBezTo>
                  <a:pt x="23" y="167"/>
                  <a:pt x="23" y="167"/>
                  <a:pt x="23" y="167"/>
                </a:cubicBezTo>
                <a:cubicBezTo>
                  <a:pt x="22" y="171"/>
                  <a:pt x="22" y="176"/>
                  <a:pt x="22" y="181"/>
                </a:cubicBezTo>
                <a:cubicBezTo>
                  <a:pt x="22" y="281"/>
                  <a:pt x="103" y="362"/>
                  <a:pt x="203" y="362"/>
                </a:cubicBezTo>
                <a:cubicBezTo>
                  <a:pt x="302" y="362"/>
                  <a:pt x="383" y="281"/>
                  <a:pt x="383" y="181"/>
                </a:cubicBezTo>
                <a:cubicBezTo>
                  <a:pt x="383" y="81"/>
                  <a:pt x="302" y="0"/>
                  <a:pt x="203" y="0"/>
                </a:cubicBez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6" name="组合 5"/>
          <p:cNvGrpSpPr>
            <a:grpSpLocks noChangeAspect="1"/>
          </p:cNvGrpSpPr>
          <p:nvPr/>
        </p:nvGrpSpPr>
        <p:grpSpPr>
          <a:xfrm>
            <a:off x="4211851" y="5428975"/>
            <a:ext cx="1080000" cy="1092529"/>
            <a:chOff x="7475805" y="-2602857"/>
            <a:chExt cx="2524542" cy="2553829"/>
          </a:xfrm>
        </p:grpSpPr>
        <p:sp>
          <p:nvSpPr>
            <p:cNvPr id="66" name="Freeform 26"/>
            <p:cNvSpPr>
              <a:spLocks/>
            </p:cNvSpPr>
            <p:nvPr/>
          </p:nvSpPr>
          <p:spPr bwMode="auto">
            <a:xfrm flipH="1">
              <a:off x="8114264" y="-2602857"/>
              <a:ext cx="1669359" cy="817108"/>
            </a:xfrm>
            <a:custGeom>
              <a:avLst/>
              <a:gdLst>
                <a:gd name="T0" fmla="*/ 13 w 241"/>
                <a:gd name="T1" fmla="*/ 117 h 117"/>
                <a:gd name="T2" fmla="*/ 103 w 241"/>
                <a:gd name="T3" fmla="*/ 104 h 117"/>
                <a:gd name="T4" fmla="*/ 76 w 241"/>
                <a:gd name="T5" fmla="*/ 84 h 117"/>
                <a:gd name="T6" fmla="*/ 152 w 241"/>
                <a:gd name="T7" fmla="*/ 58 h 117"/>
                <a:gd name="T8" fmla="*/ 204 w 241"/>
                <a:gd name="T9" fmla="*/ 70 h 117"/>
                <a:gd name="T10" fmla="*/ 205 w 241"/>
                <a:gd name="T11" fmla="*/ 71 h 117"/>
                <a:gd name="T12" fmla="*/ 200 w 241"/>
                <a:gd name="T13" fmla="*/ 32 h 117"/>
                <a:gd name="T14" fmla="*/ 241 w 241"/>
                <a:gd name="T15" fmla="*/ 26 h 117"/>
                <a:gd name="T16" fmla="*/ 228 w 241"/>
                <a:gd name="T17" fmla="*/ 19 h 117"/>
                <a:gd name="T18" fmla="*/ 137 w 241"/>
                <a:gd name="T19" fmla="*/ 2 h 117"/>
                <a:gd name="T20" fmla="*/ 29 w 241"/>
                <a:gd name="T21" fmla="*/ 49 h 117"/>
                <a:gd name="T22" fmla="*/ 0 w 241"/>
                <a:gd name="T23" fmla="*/ 27 h 117"/>
                <a:gd name="T24" fmla="*/ 13 w 241"/>
                <a:gd name="T25" fmla="*/ 11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1" h="117">
                  <a:moveTo>
                    <a:pt x="13" y="117"/>
                  </a:moveTo>
                  <a:cubicBezTo>
                    <a:pt x="103" y="104"/>
                    <a:pt x="103" y="104"/>
                    <a:pt x="103" y="104"/>
                  </a:cubicBezTo>
                  <a:cubicBezTo>
                    <a:pt x="76" y="84"/>
                    <a:pt x="76" y="84"/>
                    <a:pt x="76" y="84"/>
                  </a:cubicBezTo>
                  <a:cubicBezTo>
                    <a:pt x="97" y="67"/>
                    <a:pt x="124" y="58"/>
                    <a:pt x="152" y="58"/>
                  </a:cubicBezTo>
                  <a:cubicBezTo>
                    <a:pt x="169" y="58"/>
                    <a:pt x="187" y="62"/>
                    <a:pt x="204" y="70"/>
                  </a:cubicBezTo>
                  <a:cubicBezTo>
                    <a:pt x="205" y="71"/>
                    <a:pt x="205" y="71"/>
                    <a:pt x="205" y="71"/>
                  </a:cubicBezTo>
                  <a:cubicBezTo>
                    <a:pt x="200" y="32"/>
                    <a:pt x="200" y="32"/>
                    <a:pt x="200" y="32"/>
                  </a:cubicBezTo>
                  <a:cubicBezTo>
                    <a:pt x="241" y="26"/>
                    <a:pt x="241" y="26"/>
                    <a:pt x="241" y="26"/>
                  </a:cubicBezTo>
                  <a:cubicBezTo>
                    <a:pt x="237" y="24"/>
                    <a:pt x="233" y="21"/>
                    <a:pt x="228" y="19"/>
                  </a:cubicBezTo>
                  <a:cubicBezTo>
                    <a:pt x="199" y="5"/>
                    <a:pt x="168" y="0"/>
                    <a:pt x="137" y="2"/>
                  </a:cubicBezTo>
                  <a:cubicBezTo>
                    <a:pt x="97" y="6"/>
                    <a:pt x="59" y="22"/>
                    <a:pt x="29" y="49"/>
                  </a:cubicBezTo>
                  <a:cubicBezTo>
                    <a:pt x="0" y="27"/>
                    <a:pt x="0" y="27"/>
                    <a:pt x="0" y="27"/>
                  </a:cubicBezTo>
                  <a:lnTo>
                    <a:pt x="13" y="117"/>
                  </a:ln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27"/>
            <p:cNvSpPr>
              <a:spLocks/>
            </p:cNvSpPr>
            <p:nvPr/>
          </p:nvSpPr>
          <p:spPr bwMode="auto">
            <a:xfrm flipH="1">
              <a:off x="9189096" y="-1961471"/>
              <a:ext cx="811251" cy="1681074"/>
            </a:xfrm>
            <a:custGeom>
              <a:avLst/>
              <a:gdLst>
                <a:gd name="T0" fmla="*/ 117 w 117"/>
                <a:gd name="T1" fmla="*/ 228 h 241"/>
                <a:gd name="T2" fmla="*/ 104 w 117"/>
                <a:gd name="T3" fmla="*/ 139 h 241"/>
                <a:gd name="T4" fmla="*/ 83 w 117"/>
                <a:gd name="T5" fmla="*/ 166 h 241"/>
                <a:gd name="T6" fmla="*/ 58 w 117"/>
                <a:gd name="T7" fmla="*/ 99 h 241"/>
                <a:gd name="T8" fmla="*/ 70 w 117"/>
                <a:gd name="T9" fmla="*/ 37 h 241"/>
                <a:gd name="T10" fmla="*/ 70 w 117"/>
                <a:gd name="T11" fmla="*/ 36 h 241"/>
                <a:gd name="T12" fmla="*/ 31 w 117"/>
                <a:gd name="T13" fmla="*/ 42 h 241"/>
                <a:gd name="T14" fmla="*/ 26 w 117"/>
                <a:gd name="T15" fmla="*/ 0 h 241"/>
                <a:gd name="T16" fmla="*/ 19 w 117"/>
                <a:gd name="T17" fmla="*/ 13 h 241"/>
                <a:gd name="T18" fmla="*/ 2 w 117"/>
                <a:gd name="T19" fmla="*/ 102 h 241"/>
                <a:gd name="T20" fmla="*/ 49 w 117"/>
                <a:gd name="T21" fmla="*/ 212 h 241"/>
                <a:gd name="T22" fmla="*/ 27 w 117"/>
                <a:gd name="T23" fmla="*/ 241 h 241"/>
                <a:gd name="T24" fmla="*/ 117 w 117"/>
                <a:gd name="T25" fmla="*/ 228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7" h="241">
                  <a:moveTo>
                    <a:pt x="117" y="228"/>
                  </a:moveTo>
                  <a:cubicBezTo>
                    <a:pt x="104" y="139"/>
                    <a:pt x="104" y="139"/>
                    <a:pt x="104" y="139"/>
                  </a:cubicBezTo>
                  <a:cubicBezTo>
                    <a:pt x="83" y="166"/>
                    <a:pt x="83" y="166"/>
                    <a:pt x="83" y="166"/>
                  </a:cubicBezTo>
                  <a:cubicBezTo>
                    <a:pt x="69" y="146"/>
                    <a:pt x="60" y="123"/>
                    <a:pt x="58" y="99"/>
                  </a:cubicBezTo>
                  <a:cubicBezTo>
                    <a:pt x="57" y="78"/>
                    <a:pt x="60" y="57"/>
                    <a:pt x="70" y="37"/>
                  </a:cubicBezTo>
                  <a:cubicBezTo>
                    <a:pt x="70" y="36"/>
                    <a:pt x="70" y="36"/>
                    <a:pt x="70" y="36"/>
                  </a:cubicBezTo>
                  <a:cubicBezTo>
                    <a:pt x="31" y="42"/>
                    <a:pt x="31" y="42"/>
                    <a:pt x="31" y="42"/>
                  </a:cubicBezTo>
                  <a:cubicBezTo>
                    <a:pt x="26" y="0"/>
                    <a:pt x="26" y="0"/>
                    <a:pt x="26" y="0"/>
                  </a:cubicBezTo>
                  <a:cubicBezTo>
                    <a:pt x="23" y="5"/>
                    <a:pt x="21" y="9"/>
                    <a:pt x="19" y="13"/>
                  </a:cubicBezTo>
                  <a:cubicBezTo>
                    <a:pt x="5" y="42"/>
                    <a:pt x="0" y="73"/>
                    <a:pt x="2" y="102"/>
                  </a:cubicBezTo>
                  <a:cubicBezTo>
                    <a:pt x="5" y="143"/>
                    <a:pt x="21" y="182"/>
                    <a:pt x="49" y="212"/>
                  </a:cubicBezTo>
                  <a:cubicBezTo>
                    <a:pt x="27" y="241"/>
                    <a:pt x="27" y="241"/>
                    <a:pt x="27" y="241"/>
                  </a:cubicBezTo>
                  <a:lnTo>
                    <a:pt x="117" y="228"/>
                  </a:lnTo>
                  <a:close/>
                </a:path>
              </a:pathLst>
            </a:custGeom>
            <a:solidFill>
              <a:srgbClr val="F26D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28"/>
            <p:cNvSpPr>
              <a:spLocks/>
            </p:cNvSpPr>
            <p:nvPr/>
          </p:nvSpPr>
          <p:spPr bwMode="auto">
            <a:xfrm flipH="1">
              <a:off x="7692531" y="-871994"/>
              <a:ext cx="1669359" cy="822966"/>
            </a:xfrm>
            <a:custGeom>
              <a:avLst/>
              <a:gdLst>
                <a:gd name="T0" fmla="*/ 241 w 241"/>
                <a:gd name="T1" fmla="*/ 90 h 118"/>
                <a:gd name="T2" fmla="*/ 228 w 241"/>
                <a:gd name="T3" fmla="*/ 0 h 118"/>
                <a:gd name="T4" fmla="*/ 138 w 241"/>
                <a:gd name="T5" fmla="*/ 13 h 118"/>
                <a:gd name="T6" fmla="*/ 165 w 241"/>
                <a:gd name="T7" fmla="*/ 33 h 118"/>
                <a:gd name="T8" fmla="*/ 96 w 241"/>
                <a:gd name="T9" fmla="*/ 59 h 118"/>
                <a:gd name="T10" fmla="*/ 37 w 241"/>
                <a:gd name="T11" fmla="*/ 47 h 118"/>
                <a:gd name="T12" fmla="*/ 36 w 241"/>
                <a:gd name="T13" fmla="*/ 46 h 118"/>
                <a:gd name="T14" fmla="*/ 42 w 241"/>
                <a:gd name="T15" fmla="*/ 85 h 118"/>
                <a:gd name="T16" fmla="*/ 0 w 241"/>
                <a:gd name="T17" fmla="*/ 91 h 118"/>
                <a:gd name="T18" fmla="*/ 13 w 241"/>
                <a:gd name="T19" fmla="*/ 98 h 118"/>
                <a:gd name="T20" fmla="*/ 112 w 241"/>
                <a:gd name="T21" fmla="*/ 114 h 118"/>
                <a:gd name="T22" fmla="*/ 212 w 241"/>
                <a:gd name="T23" fmla="*/ 68 h 118"/>
                <a:gd name="T24" fmla="*/ 241 w 241"/>
                <a:gd name="T25" fmla="*/ 9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1" h="118">
                  <a:moveTo>
                    <a:pt x="241" y="90"/>
                  </a:moveTo>
                  <a:cubicBezTo>
                    <a:pt x="228" y="0"/>
                    <a:pt x="228" y="0"/>
                    <a:pt x="228" y="0"/>
                  </a:cubicBezTo>
                  <a:cubicBezTo>
                    <a:pt x="138" y="13"/>
                    <a:pt x="138" y="13"/>
                    <a:pt x="138" y="13"/>
                  </a:cubicBezTo>
                  <a:cubicBezTo>
                    <a:pt x="165" y="33"/>
                    <a:pt x="165" y="33"/>
                    <a:pt x="165" y="33"/>
                  </a:cubicBezTo>
                  <a:cubicBezTo>
                    <a:pt x="145" y="48"/>
                    <a:pt x="121" y="57"/>
                    <a:pt x="96" y="59"/>
                  </a:cubicBezTo>
                  <a:cubicBezTo>
                    <a:pt x="76" y="60"/>
                    <a:pt x="56" y="56"/>
                    <a:pt x="37" y="47"/>
                  </a:cubicBezTo>
                  <a:cubicBezTo>
                    <a:pt x="36" y="46"/>
                    <a:pt x="36" y="46"/>
                    <a:pt x="36" y="46"/>
                  </a:cubicBezTo>
                  <a:cubicBezTo>
                    <a:pt x="42" y="85"/>
                    <a:pt x="42" y="85"/>
                    <a:pt x="42" y="85"/>
                  </a:cubicBezTo>
                  <a:cubicBezTo>
                    <a:pt x="0" y="91"/>
                    <a:pt x="0" y="91"/>
                    <a:pt x="0" y="91"/>
                  </a:cubicBezTo>
                  <a:cubicBezTo>
                    <a:pt x="4" y="93"/>
                    <a:pt x="8" y="96"/>
                    <a:pt x="13" y="98"/>
                  </a:cubicBezTo>
                  <a:cubicBezTo>
                    <a:pt x="45" y="113"/>
                    <a:pt x="79" y="118"/>
                    <a:pt x="112" y="114"/>
                  </a:cubicBezTo>
                  <a:cubicBezTo>
                    <a:pt x="149" y="109"/>
                    <a:pt x="184" y="93"/>
                    <a:pt x="212" y="68"/>
                  </a:cubicBezTo>
                  <a:lnTo>
                    <a:pt x="241" y="90"/>
                  </a:ln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29"/>
            <p:cNvSpPr>
              <a:spLocks/>
            </p:cNvSpPr>
            <p:nvPr/>
          </p:nvSpPr>
          <p:spPr bwMode="auto">
            <a:xfrm flipH="1">
              <a:off x="7475805" y="-2380276"/>
              <a:ext cx="811251" cy="1675217"/>
            </a:xfrm>
            <a:custGeom>
              <a:avLst/>
              <a:gdLst>
                <a:gd name="T0" fmla="*/ 0 w 117"/>
                <a:gd name="T1" fmla="*/ 13 h 240"/>
                <a:gd name="T2" fmla="*/ 13 w 117"/>
                <a:gd name="T3" fmla="*/ 102 h 240"/>
                <a:gd name="T4" fmla="*/ 34 w 117"/>
                <a:gd name="T5" fmla="*/ 75 h 240"/>
                <a:gd name="T6" fmla="*/ 59 w 117"/>
                <a:gd name="T7" fmla="*/ 143 h 240"/>
                <a:gd name="T8" fmla="*/ 47 w 117"/>
                <a:gd name="T9" fmla="*/ 204 h 240"/>
                <a:gd name="T10" fmla="*/ 47 w 117"/>
                <a:gd name="T11" fmla="*/ 205 h 240"/>
                <a:gd name="T12" fmla="*/ 86 w 117"/>
                <a:gd name="T13" fmla="*/ 199 h 240"/>
                <a:gd name="T14" fmla="*/ 92 w 117"/>
                <a:gd name="T15" fmla="*/ 240 h 240"/>
                <a:gd name="T16" fmla="*/ 98 w 117"/>
                <a:gd name="T17" fmla="*/ 228 h 240"/>
                <a:gd name="T18" fmla="*/ 115 w 117"/>
                <a:gd name="T19" fmla="*/ 139 h 240"/>
                <a:gd name="T20" fmla="*/ 68 w 117"/>
                <a:gd name="T21" fmla="*/ 29 h 240"/>
                <a:gd name="T22" fmla="*/ 90 w 117"/>
                <a:gd name="T23" fmla="*/ 0 h 240"/>
                <a:gd name="T24" fmla="*/ 0 w 117"/>
                <a:gd name="T25" fmla="*/ 13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7" h="240">
                  <a:moveTo>
                    <a:pt x="0" y="13"/>
                  </a:moveTo>
                  <a:cubicBezTo>
                    <a:pt x="13" y="102"/>
                    <a:pt x="13" y="102"/>
                    <a:pt x="13" y="102"/>
                  </a:cubicBezTo>
                  <a:cubicBezTo>
                    <a:pt x="34" y="75"/>
                    <a:pt x="34" y="75"/>
                    <a:pt x="34" y="75"/>
                  </a:cubicBezTo>
                  <a:cubicBezTo>
                    <a:pt x="49" y="95"/>
                    <a:pt x="58" y="118"/>
                    <a:pt x="59" y="143"/>
                  </a:cubicBezTo>
                  <a:cubicBezTo>
                    <a:pt x="60" y="163"/>
                    <a:pt x="57" y="184"/>
                    <a:pt x="47" y="204"/>
                  </a:cubicBezTo>
                  <a:cubicBezTo>
                    <a:pt x="47" y="205"/>
                    <a:pt x="47" y="205"/>
                    <a:pt x="47" y="205"/>
                  </a:cubicBezTo>
                  <a:cubicBezTo>
                    <a:pt x="86" y="199"/>
                    <a:pt x="86" y="199"/>
                    <a:pt x="86" y="199"/>
                  </a:cubicBezTo>
                  <a:cubicBezTo>
                    <a:pt x="92" y="240"/>
                    <a:pt x="92" y="240"/>
                    <a:pt x="92" y="240"/>
                  </a:cubicBezTo>
                  <a:cubicBezTo>
                    <a:pt x="94" y="236"/>
                    <a:pt x="96" y="232"/>
                    <a:pt x="98" y="228"/>
                  </a:cubicBezTo>
                  <a:cubicBezTo>
                    <a:pt x="112" y="199"/>
                    <a:pt x="117" y="168"/>
                    <a:pt x="115" y="139"/>
                  </a:cubicBezTo>
                  <a:cubicBezTo>
                    <a:pt x="112" y="98"/>
                    <a:pt x="96" y="59"/>
                    <a:pt x="68" y="29"/>
                  </a:cubicBezTo>
                  <a:cubicBezTo>
                    <a:pt x="90" y="0"/>
                    <a:pt x="90" y="0"/>
                    <a:pt x="90" y="0"/>
                  </a:cubicBezTo>
                  <a:lnTo>
                    <a:pt x="0" y="13"/>
                  </a:ln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 name="组合 6"/>
          <p:cNvGrpSpPr>
            <a:grpSpLocks noChangeAspect="1"/>
          </p:cNvGrpSpPr>
          <p:nvPr/>
        </p:nvGrpSpPr>
        <p:grpSpPr>
          <a:xfrm>
            <a:off x="6905183" y="5326089"/>
            <a:ext cx="1224000" cy="1298300"/>
            <a:chOff x="4525764" y="-2784436"/>
            <a:chExt cx="2750049" cy="2916986"/>
          </a:xfrm>
        </p:grpSpPr>
        <p:sp>
          <p:nvSpPr>
            <p:cNvPr id="71" name="Freeform 30"/>
            <p:cNvSpPr>
              <a:spLocks/>
            </p:cNvSpPr>
            <p:nvPr/>
          </p:nvSpPr>
          <p:spPr bwMode="auto">
            <a:xfrm flipH="1">
              <a:off x="6321057" y="-2441777"/>
              <a:ext cx="954756" cy="1115836"/>
            </a:xfrm>
            <a:custGeom>
              <a:avLst/>
              <a:gdLst>
                <a:gd name="T0" fmla="*/ 49 w 138"/>
                <a:gd name="T1" fmla="*/ 160 h 160"/>
                <a:gd name="T2" fmla="*/ 123 w 138"/>
                <a:gd name="T3" fmla="*/ 111 h 160"/>
                <a:gd name="T4" fmla="*/ 90 w 138"/>
                <a:gd name="T5" fmla="*/ 104 h 160"/>
                <a:gd name="T6" fmla="*/ 124 w 138"/>
                <a:gd name="T7" fmla="*/ 64 h 160"/>
                <a:gd name="T8" fmla="*/ 138 w 138"/>
                <a:gd name="T9" fmla="*/ 54 h 160"/>
                <a:gd name="T10" fmla="*/ 104 w 138"/>
                <a:gd name="T11" fmla="*/ 37 h 160"/>
                <a:gd name="T12" fmla="*/ 122 w 138"/>
                <a:gd name="T13" fmla="*/ 0 h 160"/>
                <a:gd name="T14" fmla="*/ 86 w 138"/>
                <a:gd name="T15" fmla="*/ 23 h 160"/>
                <a:gd name="T16" fmla="*/ 35 w 138"/>
                <a:gd name="T17" fmla="*/ 93 h 160"/>
                <a:gd name="T18" fmla="*/ 0 w 138"/>
                <a:gd name="T19" fmla="*/ 86 h 160"/>
                <a:gd name="T20" fmla="*/ 49 w 138"/>
                <a:gd name="T21" fmla="*/ 16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8" h="160">
                  <a:moveTo>
                    <a:pt x="49" y="160"/>
                  </a:moveTo>
                  <a:cubicBezTo>
                    <a:pt x="123" y="111"/>
                    <a:pt x="123" y="111"/>
                    <a:pt x="123" y="111"/>
                  </a:cubicBezTo>
                  <a:cubicBezTo>
                    <a:pt x="90" y="104"/>
                    <a:pt x="90" y="104"/>
                    <a:pt x="90" y="104"/>
                  </a:cubicBezTo>
                  <a:cubicBezTo>
                    <a:pt x="98" y="89"/>
                    <a:pt x="110" y="75"/>
                    <a:pt x="124" y="64"/>
                  </a:cubicBezTo>
                  <a:cubicBezTo>
                    <a:pt x="128" y="60"/>
                    <a:pt x="133" y="57"/>
                    <a:pt x="138" y="54"/>
                  </a:cubicBezTo>
                  <a:cubicBezTo>
                    <a:pt x="104" y="37"/>
                    <a:pt x="104" y="37"/>
                    <a:pt x="104" y="37"/>
                  </a:cubicBezTo>
                  <a:cubicBezTo>
                    <a:pt x="122" y="0"/>
                    <a:pt x="122" y="0"/>
                    <a:pt x="122" y="0"/>
                  </a:cubicBezTo>
                  <a:cubicBezTo>
                    <a:pt x="109" y="6"/>
                    <a:pt x="97" y="14"/>
                    <a:pt x="86" y="23"/>
                  </a:cubicBezTo>
                  <a:cubicBezTo>
                    <a:pt x="64" y="42"/>
                    <a:pt x="46" y="66"/>
                    <a:pt x="35" y="93"/>
                  </a:cubicBezTo>
                  <a:cubicBezTo>
                    <a:pt x="0" y="86"/>
                    <a:pt x="0" y="86"/>
                    <a:pt x="0" y="86"/>
                  </a:cubicBezTo>
                  <a:lnTo>
                    <a:pt x="49" y="160"/>
                  </a:lnTo>
                  <a:close/>
                </a:path>
              </a:pathLst>
            </a:custGeom>
            <a:solidFill>
              <a:srgbClr val="936C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31"/>
            <p:cNvSpPr>
              <a:spLocks/>
            </p:cNvSpPr>
            <p:nvPr/>
          </p:nvSpPr>
          <p:spPr bwMode="auto">
            <a:xfrm flipH="1">
              <a:off x="6417703" y="-1422589"/>
              <a:ext cx="711675" cy="1036760"/>
            </a:xfrm>
            <a:custGeom>
              <a:avLst/>
              <a:gdLst>
                <a:gd name="T0" fmla="*/ 103 w 103"/>
                <a:gd name="T1" fmla="*/ 144 h 149"/>
                <a:gd name="T2" fmla="*/ 97 w 103"/>
                <a:gd name="T3" fmla="*/ 55 h 149"/>
                <a:gd name="T4" fmla="*/ 75 w 103"/>
                <a:gd name="T5" fmla="*/ 80 h 149"/>
                <a:gd name="T6" fmla="*/ 59 w 103"/>
                <a:gd name="T7" fmla="*/ 41 h 149"/>
                <a:gd name="T8" fmla="*/ 56 w 103"/>
                <a:gd name="T9" fmla="*/ 14 h 149"/>
                <a:gd name="T10" fmla="*/ 56 w 103"/>
                <a:gd name="T11" fmla="*/ 13 h 149"/>
                <a:gd name="T12" fmla="*/ 24 w 103"/>
                <a:gd name="T13" fmla="*/ 34 h 149"/>
                <a:gd name="T14" fmla="*/ 1 w 103"/>
                <a:gd name="T15" fmla="*/ 0 h 149"/>
                <a:gd name="T16" fmla="*/ 0 w 103"/>
                <a:gd name="T17" fmla="*/ 14 h 149"/>
                <a:gd name="T18" fmla="*/ 8 w 103"/>
                <a:gd name="T19" fmla="*/ 65 h 149"/>
                <a:gd name="T20" fmla="*/ 38 w 103"/>
                <a:gd name="T21" fmla="*/ 122 h 149"/>
                <a:gd name="T22" fmla="*/ 14 w 103"/>
                <a:gd name="T23" fmla="*/ 149 h 149"/>
                <a:gd name="T24" fmla="*/ 103 w 103"/>
                <a:gd name="T25" fmla="*/ 144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 h="149">
                  <a:moveTo>
                    <a:pt x="103" y="144"/>
                  </a:moveTo>
                  <a:cubicBezTo>
                    <a:pt x="97" y="55"/>
                    <a:pt x="97" y="55"/>
                    <a:pt x="97" y="55"/>
                  </a:cubicBezTo>
                  <a:cubicBezTo>
                    <a:pt x="75" y="80"/>
                    <a:pt x="75" y="80"/>
                    <a:pt x="75" y="80"/>
                  </a:cubicBezTo>
                  <a:cubicBezTo>
                    <a:pt x="67" y="68"/>
                    <a:pt x="62" y="55"/>
                    <a:pt x="59" y="41"/>
                  </a:cubicBezTo>
                  <a:cubicBezTo>
                    <a:pt x="57" y="32"/>
                    <a:pt x="56" y="23"/>
                    <a:pt x="56" y="14"/>
                  </a:cubicBezTo>
                  <a:cubicBezTo>
                    <a:pt x="56" y="13"/>
                    <a:pt x="56" y="13"/>
                    <a:pt x="56" y="13"/>
                  </a:cubicBezTo>
                  <a:cubicBezTo>
                    <a:pt x="24" y="34"/>
                    <a:pt x="24" y="34"/>
                    <a:pt x="24" y="34"/>
                  </a:cubicBezTo>
                  <a:cubicBezTo>
                    <a:pt x="1" y="0"/>
                    <a:pt x="1" y="0"/>
                    <a:pt x="1" y="0"/>
                  </a:cubicBezTo>
                  <a:cubicBezTo>
                    <a:pt x="1" y="5"/>
                    <a:pt x="0" y="9"/>
                    <a:pt x="0" y="14"/>
                  </a:cubicBezTo>
                  <a:cubicBezTo>
                    <a:pt x="0" y="32"/>
                    <a:pt x="3" y="49"/>
                    <a:pt x="8" y="65"/>
                  </a:cubicBezTo>
                  <a:cubicBezTo>
                    <a:pt x="14" y="86"/>
                    <a:pt x="24" y="105"/>
                    <a:pt x="38" y="122"/>
                  </a:cubicBezTo>
                  <a:cubicBezTo>
                    <a:pt x="14" y="149"/>
                    <a:pt x="14" y="149"/>
                    <a:pt x="14" y="149"/>
                  </a:cubicBezTo>
                  <a:lnTo>
                    <a:pt x="103" y="144"/>
                  </a:lnTo>
                  <a:close/>
                </a:path>
              </a:pathLst>
            </a:custGeom>
            <a:solidFill>
              <a:srgbClr val="9BBB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32"/>
            <p:cNvSpPr>
              <a:spLocks/>
            </p:cNvSpPr>
            <p:nvPr/>
          </p:nvSpPr>
          <p:spPr bwMode="auto">
            <a:xfrm flipH="1">
              <a:off x="5383872" y="-699201"/>
              <a:ext cx="1212482" cy="831751"/>
            </a:xfrm>
            <a:custGeom>
              <a:avLst/>
              <a:gdLst>
                <a:gd name="T0" fmla="*/ 106 w 175"/>
                <a:gd name="T1" fmla="*/ 32 h 119"/>
                <a:gd name="T2" fmla="*/ 101 w 175"/>
                <a:gd name="T3" fmla="*/ 32 h 119"/>
                <a:gd name="T4" fmla="*/ 66 w 175"/>
                <a:gd name="T5" fmla="*/ 27 h 119"/>
                <a:gd name="T6" fmla="*/ 39 w 175"/>
                <a:gd name="T7" fmla="*/ 15 h 119"/>
                <a:gd name="T8" fmla="*/ 41 w 175"/>
                <a:gd name="T9" fmla="*/ 53 h 119"/>
                <a:gd name="T10" fmla="*/ 0 w 175"/>
                <a:gd name="T11" fmla="*/ 56 h 119"/>
                <a:gd name="T12" fmla="*/ 64 w 175"/>
                <a:gd name="T13" fmla="*/ 83 h 119"/>
                <a:gd name="T14" fmla="*/ 101 w 175"/>
                <a:gd name="T15" fmla="*/ 87 h 119"/>
                <a:gd name="T16" fmla="*/ 124 w 175"/>
                <a:gd name="T17" fmla="*/ 86 h 119"/>
                <a:gd name="T18" fmla="*/ 136 w 175"/>
                <a:gd name="T19" fmla="*/ 119 h 119"/>
                <a:gd name="T20" fmla="*/ 175 w 175"/>
                <a:gd name="T21" fmla="*/ 40 h 119"/>
                <a:gd name="T22" fmla="*/ 96 w 175"/>
                <a:gd name="T23" fmla="*/ 0 h 119"/>
                <a:gd name="T24" fmla="*/ 106 w 175"/>
                <a:gd name="T25" fmla="*/ 32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5" h="119">
                  <a:moveTo>
                    <a:pt x="106" y="32"/>
                  </a:moveTo>
                  <a:cubicBezTo>
                    <a:pt x="104" y="32"/>
                    <a:pt x="103" y="32"/>
                    <a:pt x="101" y="32"/>
                  </a:cubicBezTo>
                  <a:cubicBezTo>
                    <a:pt x="89" y="32"/>
                    <a:pt x="77" y="30"/>
                    <a:pt x="66" y="27"/>
                  </a:cubicBezTo>
                  <a:cubicBezTo>
                    <a:pt x="56" y="24"/>
                    <a:pt x="47" y="20"/>
                    <a:pt x="39" y="15"/>
                  </a:cubicBezTo>
                  <a:cubicBezTo>
                    <a:pt x="41" y="53"/>
                    <a:pt x="41" y="53"/>
                    <a:pt x="41" y="53"/>
                  </a:cubicBezTo>
                  <a:cubicBezTo>
                    <a:pt x="0" y="56"/>
                    <a:pt x="0" y="56"/>
                    <a:pt x="0" y="56"/>
                  </a:cubicBezTo>
                  <a:cubicBezTo>
                    <a:pt x="19" y="69"/>
                    <a:pt x="41" y="78"/>
                    <a:pt x="64" y="83"/>
                  </a:cubicBezTo>
                  <a:cubicBezTo>
                    <a:pt x="76" y="86"/>
                    <a:pt x="88" y="87"/>
                    <a:pt x="101" y="87"/>
                  </a:cubicBezTo>
                  <a:cubicBezTo>
                    <a:pt x="109" y="87"/>
                    <a:pt x="117" y="87"/>
                    <a:pt x="124" y="86"/>
                  </a:cubicBezTo>
                  <a:cubicBezTo>
                    <a:pt x="136" y="119"/>
                    <a:pt x="136" y="119"/>
                    <a:pt x="136" y="119"/>
                  </a:cubicBezTo>
                  <a:cubicBezTo>
                    <a:pt x="175" y="40"/>
                    <a:pt x="175" y="40"/>
                    <a:pt x="175" y="40"/>
                  </a:cubicBezTo>
                  <a:cubicBezTo>
                    <a:pt x="96" y="0"/>
                    <a:pt x="96" y="0"/>
                    <a:pt x="96" y="0"/>
                  </a:cubicBezTo>
                  <a:lnTo>
                    <a:pt x="106" y="32"/>
                  </a:ln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33"/>
            <p:cNvSpPr>
              <a:spLocks/>
            </p:cNvSpPr>
            <p:nvPr/>
          </p:nvSpPr>
          <p:spPr bwMode="auto">
            <a:xfrm flipH="1">
              <a:off x="4525764" y="-1325943"/>
              <a:ext cx="954756" cy="1115836"/>
            </a:xfrm>
            <a:custGeom>
              <a:avLst/>
              <a:gdLst>
                <a:gd name="T0" fmla="*/ 138 w 138"/>
                <a:gd name="T1" fmla="*/ 74 h 160"/>
                <a:gd name="T2" fmla="*/ 89 w 138"/>
                <a:gd name="T3" fmla="*/ 0 h 160"/>
                <a:gd name="T4" fmla="*/ 15 w 138"/>
                <a:gd name="T5" fmla="*/ 49 h 160"/>
                <a:gd name="T6" fmla="*/ 48 w 138"/>
                <a:gd name="T7" fmla="*/ 56 h 160"/>
                <a:gd name="T8" fmla="*/ 26 w 138"/>
                <a:gd name="T9" fmla="*/ 86 h 160"/>
                <a:gd name="T10" fmla="*/ 0 w 138"/>
                <a:gd name="T11" fmla="*/ 106 h 160"/>
                <a:gd name="T12" fmla="*/ 34 w 138"/>
                <a:gd name="T13" fmla="*/ 123 h 160"/>
                <a:gd name="T14" fmla="*/ 16 w 138"/>
                <a:gd name="T15" fmla="*/ 160 h 160"/>
                <a:gd name="T16" fmla="*/ 69 w 138"/>
                <a:gd name="T17" fmla="*/ 121 h 160"/>
                <a:gd name="T18" fmla="*/ 103 w 138"/>
                <a:gd name="T19" fmla="*/ 67 h 160"/>
                <a:gd name="T20" fmla="*/ 138 w 138"/>
                <a:gd name="T21" fmla="*/ 7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8" h="160">
                  <a:moveTo>
                    <a:pt x="138" y="74"/>
                  </a:moveTo>
                  <a:cubicBezTo>
                    <a:pt x="89" y="0"/>
                    <a:pt x="89" y="0"/>
                    <a:pt x="89" y="0"/>
                  </a:cubicBezTo>
                  <a:cubicBezTo>
                    <a:pt x="15" y="49"/>
                    <a:pt x="15" y="49"/>
                    <a:pt x="15" y="49"/>
                  </a:cubicBezTo>
                  <a:cubicBezTo>
                    <a:pt x="48" y="56"/>
                    <a:pt x="48" y="56"/>
                    <a:pt x="48" y="56"/>
                  </a:cubicBezTo>
                  <a:cubicBezTo>
                    <a:pt x="42" y="67"/>
                    <a:pt x="35" y="77"/>
                    <a:pt x="26" y="86"/>
                  </a:cubicBezTo>
                  <a:cubicBezTo>
                    <a:pt x="19" y="94"/>
                    <a:pt x="10" y="100"/>
                    <a:pt x="0" y="106"/>
                  </a:cubicBezTo>
                  <a:cubicBezTo>
                    <a:pt x="34" y="123"/>
                    <a:pt x="34" y="123"/>
                    <a:pt x="34" y="123"/>
                  </a:cubicBezTo>
                  <a:cubicBezTo>
                    <a:pt x="16" y="160"/>
                    <a:pt x="16" y="160"/>
                    <a:pt x="16" y="160"/>
                  </a:cubicBezTo>
                  <a:cubicBezTo>
                    <a:pt x="36" y="150"/>
                    <a:pt x="54" y="137"/>
                    <a:pt x="69" y="121"/>
                  </a:cubicBezTo>
                  <a:cubicBezTo>
                    <a:pt x="83" y="106"/>
                    <a:pt x="95" y="87"/>
                    <a:pt x="103" y="67"/>
                  </a:cubicBezTo>
                  <a:lnTo>
                    <a:pt x="138" y="74"/>
                  </a:lnTo>
                  <a:close/>
                </a:path>
              </a:pathLst>
            </a:custGeom>
            <a:solidFill>
              <a:srgbClr val="F26D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34"/>
            <p:cNvSpPr>
              <a:spLocks/>
            </p:cNvSpPr>
            <p:nvPr/>
          </p:nvSpPr>
          <p:spPr bwMode="auto">
            <a:xfrm flipH="1">
              <a:off x="4669269" y="-2266055"/>
              <a:ext cx="714603" cy="1036760"/>
            </a:xfrm>
            <a:custGeom>
              <a:avLst/>
              <a:gdLst>
                <a:gd name="T0" fmla="*/ 0 w 103"/>
                <a:gd name="T1" fmla="*/ 5 h 149"/>
                <a:gd name="T2" fmla="*/ 6 w 103"/>
                <a:gd name="T3" fmla="*/ 94 h 149"/>
                <a:gd name="T4" fmla="*/ 28 w 103"/>
                <a:gd name="T5" fmla="*/ 69 h 149"/>
                <a:gd name="T6" fmla="*/ 44 w 103"/>
                <a:gd name="T7" fmla="*/ 104 h 149"/>
                <a:gd name="T8" fmla="*/ 48 w 103"/>
                <a:gd name="T9" fmla="*/ 135 h 149"/>
                <a:gd name="T10" fmla="*/ 48 w 103"/>
                <a:gd name="T11" fmla="*/ 136 h 149"/>
                <a:gd name="T12" fmla="*/ 79 w 103"/>
                <a:gd name="T13" fmla="*/ 115 h 149"/>
                <a:gd name="T14" fmla="*/ 102 w 103"/>
                <a:gd name="T15" fmla="*/ 149 h 149"/>
                <a:gd name="T16" fmla="*/ 103 w 103"/>
                <a:gd name="T17" fmla="*/ 135 h 149"/>
                <a:gd name="T18" fmla="*/ 97 w 103"/>
                <a:gd name="T19" fmla="*/ 89 h 149"/>
                <a:gd name="T20" fmla="*/ 66 w 103"/>
                <a:gd name="T21" fmla="*/ 27 h 149"/>
                <a:gd name="T22" fmla="*/ 89 w 103"/>
                <a:gd name="T23" fmla="*/ 0 h 149"/>
                <a:gd name="T24" fmla="*/ 0 w 103"/>
                <a:gd name="T25" fmla="*/ 5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 h="149">
                  <a:moveTo>
                    <a:pt x="0" y="5"/>
                  </a:moveTo>
                  <a:cubicBezTo>
                    <a:pt x="6" y="94"/>
                    <a:pt x="6" y="94"/>
                    <a:pt x="6" y="94"/>
                  </a:cubicBezTo>
                  <a:cubicBezTo>
                    <a:pt x="28" y="69"/>
                    <a:pt x="28" y="69"/>
                    <a:pt x="28" y="69"/>
                  </a:cubicBezTo>
                  <a:cubicBezTo>
                    <a:pt x="35" y="80"/>
                    <a:pt x="40" y="91"/>
                    <a:pt x="44" y="104"/>
                  </a:cubicBezTo>
                  <a:cubicBezTo>
                    <a:pt x="46" y="114"/>
                    <a:pt x="48" y="124"/>
                    <a:pt x="48" y="135"/>
                  </a:cubicBezTo>
                  <a:cubicBezTo>
                    <a:pt x="48" y="136"/>
                    <a:pt x="48" y="136"/>
                    <a:pt x="48" y="136"/>
                  </a:cubicBezTo>
                  <a:cubicBezTo>
                    <a:pt x="79" y="115"/>
                    <a:pt x="79" y="115"/>
                    <a:pt x="79" y="115"/>
                  </a:cubicBezTo>
                  <a:cubicBezTo>
                    <a:pt x="102" y="149"/>
                    <a:pt x="102" y="149"/>
                    <a:pt x="102" y="149"/>
                  </a:cubicBezTo>
                  <a:cubicBezTo>
                    <a:pt x="103" y="144"/>
                    <a:pt x="103" y="140"/>
                    <a:pt x="103" y="135"/>
                  </a:cubicBezTo>
                  <a:cubicBezTo>
                    <a:pt x="103" y="119"/>
                    <a:pt x="101" y="104"/>
                    <a:pt x="97" y="89"/>
                  </a:cubicBezTo>
                  <a:cubicBezTo>
                    <a:pt x="90" y="66"/>
                    <a:pt x="80" y="45"/>
                    <a:pt x="66" y="27"/>
                  </a:cubicBezTo>
                  <a:cubicBezTo>
                    <a:pt x="89" y="0"/>
                    <a:pt x="89" y="0"/>
                    <a:pt x="89" y="0"/>
                  </a:cubicBezTo>
                  <a:lnTo>
                    <a:pt x="0" y="5"/>
                  </a:ln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35"/>
            <p:cNvSpPr>
              <a:spLocks/>
            </p:cNvSpPr>
            <p:nvPr/>
          </p:nvSpPr>
          <p:spPr bwMode="auto">
            <a:xfrm flipH="1">
              <a:off x="5205223" y="-2784436"/>
              <a:ext cx="1212482" cy="831751"/>
            </a:xfrm>
            <a:custGeom>
              <a:avLst/>
              <a:gdLst>
                <a:gd name="T0" fmla="*/ 69 w 175"/>
                <a:gd name="T1" fmla="*/ 87 h 119"/>
                <a:gd name="T2" fmla="*/ 75 w 175"/>
                <a:gd name="T3" fmla="*/ 87 h 119"/>
                <a:gd name="T4" fmla="*/ 105 w 175"/>
                <a:gd name="T5" fmla="*/ 91 h 119"/>
                <a:gd name="T6" fmla="*/ 136 w 175"/>
                <a:gd name="T7" fmla="*/ 104 h 119"/>
                <a:gd name="T8" fmla="*/ 134 w 175"/>
                <a:gd name="T9" fmla="*/ 66 h 119"/>
                <a:gd name="T10" fmla="*/ 175 w 175"/>
                <a:gd name="T11" fmla="*/ 63 h 119"/>
                <a:gd name="T12" fmla="*/ 113 w 175"/>
                <a:gd name="T13" fmla="*/ 36 h 119"/>
                <a:gd name="T14" fmla="*/ 75 w 175"/>
                <a:gd name="T15" fmla="*/ 32 h 119"/>
                <a:gd name="T16" fmla="*/ 51 w 175"/>
                <a:gd name="T17" fmla="*/ 33 h 119"/>
                <a:gd name="T18" fmla="*/ 39 w 175"/>
                <a:gd name="T19" fmla="*/ 0 h 119"/>
                <a:gd name="T20" fmla="*/ 0 w 175"/>
                <a:gd name="T21" fmla="*/ 79 h 119"/>
                <a:gd name="T22" fmla="*/ 79 w 175"/>
                <a:gd name="T23" fmla="*/ 119 h 119"/>
                <a:gd name="T24" fmla="*/ 69 w 175"/>
                <a:gd name="T25" fmla="*/ 87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5" h="119">
                  <a:moveTo>
                    <a:pt x="69" y="87"/>
                  </a:moveTo>
                  <a:cubicBezTo>
                    <a:pt x="71" y="87"/>
                    <a:pt x="73" y="87"/>
                    <a:pt x="75" y="87"/>
                  </a:cubicBezTo>
                  <a:cubicBezTo>
                    <a:pt x="85" y="87"/>
                    <a:pt x="95" y="88"/>
                    <a:pt x="105" y="91"/>
                  </a:cubicBezTo>
                  <a:cubicBezTo>
                    <a:pt x="116" y="94"/>
                    <a:pt x="127" y="98"/>
                    <a:pt x="136" y="104"/>
                  </a:cubicBezTo>
                  <a:cubicBezTo>
                    <a:pt x="134" y="66"/>
                    <a:pt x="134" y="66"/>
                    <a:pt x="134" y="66"/>
                  </a:cubicBezTo>
                  <a:cubicBezTo>
                    <a:pt x="175" y="63"/>
                    <a:pt x="175" y="63"/>
                    <a:pt x="175" y="63"/>
                  </a:cubicBezTo>
                  <a:cubicBezTo>
                    <a:pt x="156" y="50"/>
                    <a:pt x="135" y="41"/>
                    <a:pt x="113" y="36"/>
                  </a:cubicBezTo>
                  <a:cubicBezTo>
                    <a:pt x="100" y="33"/>
                    <a:pt x="88" y="32"/>
                    <a:pt x="75" y="32"/>
                  </a:cubicBezTo>
                  <a:cubicBezTo>
                    <a:pt x="66" y="32"/>
                    <a:pt x="58" y="32"/>
                    <a:pt x="51" y="33"/>
                  </a:cubicBezTo>
                  <a:cubicBezTo>
                    <a:pt x="39" y="0"/>
                    <a:pt x="39" y="0"/>
                    <a:pt x="39" y="0"/>
                  </a:cubicBezTo>
                  <a:cubicBezTo>
                    <a:pt x="0" y="79"/>
                    <a:pt x="0" y="79"/>
                    <a:pt x="0" y="79"/>
                  </a:cubicBezTo>
                  <a:cubicBezTo>
                    <a:pt x="79" y="119"/>
                    <a:pt x="79" y="119"/>
                    <a:pt x="79" y="119"/>
                  </a:cubicBezTo>
                  <a:lnTo>
                    <a:pt x="69" y="87"/>
                  </a:ln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 name="组合 9"/>
          <p:cNvGrpSpPr>
            <a:grpSpLocks noChangeAspect="1"/>
          </p:cNvGrpSpPr>
          <p:nvPr/>
        </p:nvGrpSpPr>
        <p:grpSpPr>
          <a:xfrm>
            <a:off x="1518519" y="5399314"/>
            <a:ext cx="1188000" cy="1151850"/>
            <a:chOff x="600604" y="5148387"/>
            <a:chExt cx="1914043" cy="1855798"/>
          </a:xfrm>
        </p:grpSpPr>
        <p:sp>
          <p:nvSpPr>
            <p:cNvPr id="78" name="Freeform 37"/>
            <p:cNvSpPr>
              <a:spLocks/>
            </p:cNvSpPr>
            <p:nvPr/>
          </p:nvSpPr>
          <p:spPr bwMode="auto">
            <a:xfrm flipH="1">
              <a:off x="737178" y="5764978"/>
              <a:ext cx="1777469" cy="1239207"/>
            </a:xfrm>
            <a:custGeom>
              <a:avLst/>
              <a:gdLst>
                <a:gd name="T0" fmla="*/ 348 w 374"/>
                <a:gd name="T1" fmla="*/ 109 h 259"/>
                <a:gd name="T2" fmla="*/ 261 w 374"/>
                <a:gd name="T3" fmla="*/ 135 h 259"/>
                <a:gd name="T4" fmla="*/ 291 w 374"/>
                <a:gd name="T5" fmla="*/ 151 h 259"/>
                <a:gd name="T6" fmla="*/ 166 w 374"/>
                <a:gd name="T7" fmla="*/ 184 h 259"/>
                <a:gd name="T8" fmla="*/ 166 w 374"/>
                <a:gd name="T9" fmla="*/ 184 h 259"/>
                <a:gd name="T10" fmla="*/ 82 w 374"/>
                <a:gd name="T11" fmla="*/ 30 h 259"/>
                <a:gd name="T12" fmla="*/ 83 w 374"/>
                <a:gd name="T13" fmla="*/ 29 h 259"/>
                <a:gd name="T14" fmla="*/ 45 w 374"/>
                <a:gd name="T15" fmla="*/ 41 h 259"/>
                <a:gd name="T16" fmla="*/ 33 w 374"/>
                <a:gd name="T17" fmla="*/ 0 h 259"/>
                <a:gd name="T18" fmla="*/ 28 w 374"/>
                <a:gd name="T19" fmla="*/ 14 h 259"/>
                <a:gd name="T20" fmla="*/ 150 w 374"/>
                <a:gd name="T21" fmla="*/ 238 h 259"/>
                <a:gd name="T22" fmla="*/ 152 w 374"/>
                <a:gd name="T23" fmla="*/ 239 h 259"/>
                <a:gd name="T24" fmla="*/ 342 w 374"/>
                <a:gd name="T25" fmla="*/ 178 h 259"/>
                <a:gd name="T26" fmla="*/ 374 w 374"/>
                <a:gd name="T27" fmla="*/ 195 h 259"/>
                <a:gd name="T28" fmla="*/ 348 w 374"/>
                <a:gd name="T29" fmla="*/ 109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74" h="259">
                  <a:moveTo>
                    <a:pt x="348" y="109"/>
                  </a:moveTo>
                  <a:cubicBezTo>
                    <a:pt x="261" y="135"/>
                    <a:pt x="261" y="135"/>
                    <a:pt x="261" y="135"/>
                  </a:cubicBezTo>
                  <a:cubicBezTo>
                    <a:pt x="291" y="151"/>
                    <a:pt x="291" y="151"/>
                    <a:pt x="291" y="151"/>
                  </a:cubicBezTo>
                  <a:cubicBezTo>
                    <a:pt x="260" y="184"/>
                    <a:pt x="212" y="198"/>
                    <a:pt x="166" y="184"/>
                  </a:cubicBezTo>
                  <a:cubicBezTo>
                    <a:pt x="166" y="184"/>
                    <a:pt x="166" y="184"/>
                    <a:pt x="166" y="184"/>
                  </a:cubicBezTo>
                  <a:cubicBezTo>
                    <a:pt x="100" y="165"/>
                    <a:pt x="63" y="96"/>
                    <a:pt x="82" y="30"/>
                  </a:cubicBezTo>
                  <a:cubicBezTo>
                    <a:pt x="83" y="29"/>
                    <a:pt x="83" y="29"/>
                    <a:pt x="83" y="29"/>
                  </a:cubicBezTo>
                  <a:cubicBezTo>
                    <a:pt x="45" y="41"/>
                    <a:pt x="45" y="41"/>
                    <a:pt x="45" y="41"/>
                  </a:cubicBezTo>
                  <a:cubicBezTo>
                    <a:pt x="33" y="0"/>
                    <a:pt x="33" y="0"/>
                    <a:pt x="33" y="0"/>
                  </a:cubicBezTo>
                  <a:cubicBezTo>
                    <a:pt x="31" y="5"/>
                    <a:pt x="30" y="9"/>
                    <a:pt x="28" y="14"/>
                  </a:cubicBezTo>
                  <a:cubicBezTo>
                    <a:pt x="0" y="109"/>
                    <a:pt x="55" y="210"/>
                    <a:pt x="150" y="238"/>
                  </a:cubicBezTo>
                  <a:cubicBezTo>
                    <a:pt x="151" y="239"/>
                    <a:pt x="151" y="239"/>
                    <a:pt x="152" y="239"/>
                  </a:cubicBezTo>
                  <a:cubicBezTo>
                    <a:pt x="224" y="259"/>
                    <a:pt x="298" y="233"/>
                    <a:pt x="342" y="178"/>
                  </a:cubicBezTo>
                  <a:cubicBezTo>
                    <a:pt x="374" y="195"/>
                    <a:pt x="374" y="195"/>
                    <a:pt x="374" y="195"/>
                  </a:cubicBezTo>
                  <a:lnTo>
                    <a:pt x="348" y="109"/>
                  </a:ln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38"/>
            <p:cNvSpPr>
              <a:spLocks/>
            </p:cNvSpPr>
            <p:nvPr/>
          </p:nvSpPr>
          <p:spPr bwMode="auto">
            <a:xfrm flipH="1">
              <a:off x="600604" y="5148387"/>
              <a:ext cx="1777469" cy="1239207"/>
            </a:xfrm>
            <a:custGeom>
              <a:avLst/>
              <a:gdLst>
                <a:gd name="T0" fmla="*/ 222 w 374"/>
                <a:gd name="T1" fmla="*/ 21 h 259"/>
                <a:gd name="T2" fmla="*/ 32 w 374"/>
                <a:gd name="T3" fmla="*/ 81 h 259"/>
                <a:gd name="T4" fmla="*/ 0 w 374"/>
                <a:gd name="T5" fmla="*/ 64 h 259"/>
                <a:gd name="T6" fmla="*/ 26 w 374"/>
                <a:gd name="T7" fmla="*/ 151 h 259"/>
                <a:gd name="T8" fmla="*/ 113 w 374"/>
                <a:gd name="T9" fmla="*/ 124 h 259"/>
                <a:gd name="T10" fmla="*/ 83 w 374"/>
                <a:gd name="T11" fmla="*/ 108 h 259"/>
                <a:gd name="T12" fmla="*/ 208 w 374"/>
                <a:gd name="T13" fmla="*/ 75 h 259"/>
                <a:gd name="T14" fmla="*/ 208 w 374"/>
                <a:gd name="T15" fmla="*/ 75 h 259"/>
                <a:gd name="T16" fmla="*/ 292 w 374"/>
                <a:gd name="T17" fmla="*/ 230 h 259"/>
                <a:gd name="T18" fmla="*/ 291 w 374"/>
                <a:gd name="T19" fmla="*/ 230 h 259"/>
                <a:gd name="T20" fmla="*/ 329 w 374"/>
                <a:gd name="T21" fmla="*/ 219 h 259"/>
                <a:gd name="T22" fmla="*/ 341 w 374"/>
                <a:gd name="T23" fmla="*/ 259 h 259"/>
                <a:gd name="T24" fmla="*/ 346 w 374"/>
                <a:gd name="T25" fmla="*/ 246 h 259"/>
                <a:gd name="T26" fmla="*/ 224 w 374"/>
                <a:gd name="T27" fmla="*/ 21 h 259"/>
                <a:gd name="T28" fmla="*/ 222 w 374"/>
                <a:gd name="T29" fmla="*/ 21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74" h="259">
                  <a:moveTo>
                    <a:pt x="222" y="21"/>
                  </a:moveTo>
                  <a:cubicBezTo>
                    <a:pt x="151" y="0"/>
                    <a:pt x="76" y="26"/>
                    <a:pt x="32" y="81"/>
                  </a:cubicBezTo>
                  <a:cubicBezTo>
                    <a:pt x="0" y="64"/>
                    <a:pt x="0" y="64"/>
                    <a:pt x="0" y="64"/>
                  </a:cubicBezTo>
                  <a:cubicBezTo>
                    <a:pt x="26" y="151"/>
                    <a:pt x="26" y="151"/>
                    <a:pt x="26" y="151"/>
                  </a:cubicBezTo>
                  <a:cubicBezTo>
                    <a:pt x="113" y="124"/>
                    <a:pt x="113" y="124"/>
                    <a:pt x="113" y="124"/>
                  </a:cubicBezTo>
                  <a:cubicBezTo>
                    <a:pt x="83" y="108"/>
                    <a:pt x="83" y="108"/>
                    <a:pt x="83" y="108"/>
                  </a:cubicBezTo>
                  <a:cubicBezTo>
                    <a:pt x="114" y="76"/>
                    <a:pt x="162" y="61"/>
                    <a:pt x="208" y="75"/>
                  </a:cubicBezTo>
                  <a:cubicBezTo>
                    <a:pt x="208" y="75"/>
                    <a:pt x="208" y="75"/>
                    <a:pt x="208" y="75"/>
                  </a:cubicBezTo>
                  <a:cubicBezTo>
                    <a:pt x="274" y="95"/>
                    <a:pt x="311" y="164"/>
                    <a:pt x="292" y="230"/>
                  </a:cubicBezTo>
                  <a:cubicBezTo>
                    <a:pt x="291" y="230"/>
                    <a:pt x="291" y="230"/>
                    <a:pt x="291" y="230"/>
                  </a:cubicBezTo>
                  <a:cubicBezTo>
                    <a:pt x="329" y="219"/>
                    <a:pt x="329" y="219"/>
                    <a:pt x="329" y="219"/>
                  </a:cubicBezTo>
                  <a:cubicBezTo>
                    <a:pt x="341" y="259"/>
                    <a:pt x="341" y="259"/>
                    <a:pt x="341" y="259"/>
                  </a:cubicBezTo>
                  <a:cubicBezTo>
                    <a:pt x="343" y="255"/>
                    <a:pt x="344" y="250"/>
                    <a:pt x="346" y="246"/>
                  </a:cubicBezTo>
                  <a:cubicBezTo>
                    <a:pt x="374" y="150"/>
                    <a:pt x="319" y="49"/>
                    <a:pt x="224" y="21"/>
                  </a:cubicBezTo>
                  <a:cubicBezTo>
                    <a:pt x="223" y="21"/>
                    <a:pt x="223" y="21"/>
                    <a:pt x="222" y="21"/>
                  </a:cubicBez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2024813346"/>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a:spLocks noChangeArrowheads="1"/>
          </p:cNvSpPr>
          <p:nvPr/>
        </p:nvSpPr>
        <p:spPr bwMode="auto">
          <a:xfrm>
            <a:off x="4781551" y="2665838"/>
            <a:ext cx="85725" cy="787400"/>
          </a:xfrm>
          <a:prstGeom prst="rect">
            <a:avLst/>
          </a:prstGeom>
          <a:solidFill>
            <a:srgbClr val="2EA7E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6"/>
          <p:cNvSpPr>
            <a:spLocks/>
          </p:cNvSpPr>
          <p:nvPr/>
        </p:nvSpPr>
        <p:spPr bwMode="auto">
          <a:xfrm>
            <a:off x="4387851" y="2184825"/>
            <a:ext cx="885825" cy="612775"/>
          </a:xfrm>
          <a:custGeom>
            <a:avLst/>
            <a:gdLst>
              <a:gd name="T0" fmla="*/ 0 w 236"/>
              <a:gd name="T1" fmla="*/ 137 h 163"/>
              <a:gd name="T2" fmla="*/ 25 w 236"/>
              <a:gd name="T3" fmla="*/ 163 h 163"/>
              <a:gd name="T4" fmla="*/ 211 w 236"/>
              <a:gd name="T5" fmla="*/ 163 h 163"/>
              <a:gd name="T6" fmla="*/ 236 w 236"/>
              <a:gd name="T7" fmla="*/ 137 h 163"/>
              <a:gd name="T8" fmla="*/ 236 w 236"/>
              <a:gd name="T9" fmla="*/ 26 h 163"/>
              <a:gd name="T10" fmla="*/ 211 w 236"/>
              <a:gd name="T11" fmla="*/ 0 h 163"/>
              <a:gd name="T12" fmla="*/ 25 w 236"/>
              <a:gd name="T13" fmla="*/ 0 h 163"/>
              <a:gd name="T14" fmla="*/ 0 w 236"/>
              <a:gd name="T15" fmla="*/ 26 h 163"/>
              <a:gd name="T16" fmla="*/ 0 w 236"/>
              <a:gd name="T17" fmla="*/ 13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6" h="163">
                <a:moveTo>
                  <a:pt x="0" y="137"/>
                </a:moveTo>
                <a:cubicBezTo>
                  <a:pt x="0" y="152"/>
                  <a:pt x="11" y="163"/>
                  <a:pt x="25" y="163"/>
                </a:cubicBezTo>
                <a:cubicBezTo>
                  <a:pt x="211" y="163"/>
                  <a:pt x="211" y="163"/>
                  <a:pt x="211" y="163"/>
                </a:cubicBezTo>
                <a:cubicBezTo>
                  <a:pt x="225" y="163"/>
                  <a:pt x="236" y="152"/>
                  <a:pt x="236" y="137"/>
                </a:cubicBezTo>
                <a:cubicBezTo>
                  <a:pt x="236" y="26"/>
                  <a:pt x="236" y="26"/>
                  <a:pt x="236" y="26"/>
                </a:cubicBezTo>
                <a:cubicBezTo>
                  <a:pt x="236" y="12"/>
                  <a:pt x="225" y="0"/>
                  <a:pt x="211" y="0"/>
                </a:cubicBezTo>
                <a:cubicBezTo>
                  <a:pt x="25" y="0"/>
                  <a:pt x="25" y="0"/>
                  <a:pt x="25" y="0"/>
                </a:cubicBezTo>
                <a:cubicBezTo>
                  <a:pt x="11" y="0"/>
                  <a:pt x="0" y="12"/>
                  <a:pt x="0" y="26"/>
                </a:cubicBezTo>
                <a:lnTo>
                  <a:pt x="0" y="137"/>
                </a:lnTo>
                <a:close/>
              </a:path>
            </a:pathLst>
          </a:custGeom>
          <a:solidFill>
            <a:srgbClr val="2EA7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7"/>
          <p:cNvSpPr>
            <a:spLocks noEditPoints="1"/>
          </p:cNvSpPr>
          <p:nvPr/>
        </p:nvSpPr>
        <p:spPr bwMode="auto">
          <a:xfrm>
            <a:off x="4649788" y="3019850"/>
            <a:ext cx="2205038" cy="2663825"/>
          </a:xfrm>
          <a:custGeom>
            <a:avLst/>
            <a:gdLst>
              <a:gd name="T0" fmla="*/ 7 w 587"/>
              <a:gd name="T1" fmla="*/ 79 h 708"/>
              <a:gd name="T2" fmla="*/ 1 w 587"/>
              <a:gd name="T3" fmla="*/ 101 h 708"/>
              <a:gd name="T4" fmla="*/ 12 w 587"/>
              <a:gd name="T5" fmla="*/ 120 h 708"/>
              <a:gd name="T6" fmla="*/ 111 w 587"/>
              <a:gd name="T7" fmla="*/ 194 h 708"/>
              <a:gd name="T8" fmla="*/ 140 w 587"/>
              <a:gd name="T9" fmla="*/ 203 h 708"/>
              <a:gd name="T10" fmla="*/ 166 w 587"/>
              <a:gd name="T11" fmla="*/ 188 h 708"/>
              <a:gd name="T12" fmla="*/ 244 w 587"/>
              <a:gd name="T13" fmla="*/ 90 h 708"/>
              <a:gd name="T14" fmla="*/ 244 w 587"/>
              <a:gd name="T15" fmla="*/ 668 h 708"/>
              <a:gd name="T16" fmla="*/ 283 w 587"/>
              <a:gd name="T17" fmla="*/ 708 h 708"/>
              <a:gd name="T18" fmla="*/ 294 w 587"/>
              <a:gd name="T19" fmla="*/ 708 h 708"/>
              <a:gd name="T20" fmla="*/ 333 w 587"/>
              <a:gd name="T21" fmla="*/ 668 h 708"/>
              <a:gd name="T22" fmla="*/ 333 w 587"/>
              <a:gd name="T23" fmla="*/ 348 h 708"/>
              <a:gd name="T24" fmla="*/ 359 w 587"/>
              <a:gd name="T25" fmla="*/ 348 h 708"/>
              <a:gd name="T26" fmla="*/ 359 w 587"/>
              <a:gd name="T27" fmla="*/ 668 h 708"/>
              <a:gd name="T28" fmla="*/ 398 w 587"/>
              <a:gd name="T29" fmla="*/ 708 h 708"/>
              <a:gd name="T30" fmla="*/ 409 w 587"/>
              <a:gd name="T31" fmla="*/ 708 h 708"/>
              <a:gd name="T32" fmla="*/ 448 w 587"/>
              <a:gd name="T33" fmla="*/ 668 h 708"/>
              <a:gd name="T34" fmla="*/ 448 w 587"/>
              <a:gd name="T35" fmla="*/ 328 h 708"/>
              <a:gd name="T36" fmla="*/ 569 w 587"/>
              <a:gd name="T37" fmla="*/ 231 h 708"/>
              <a:gd name="T38" fmla="*/ 579 w 587"/>
              <a:gd name="T39" fmla="*/ 184 h 708"/>
              <a:gd name="T40" fmla="*/ 503 w 587"/>
              <a:gd name="T41" fmla="*/ 22 h 708"/>
              <a:gd name="T42" fmla="*/ 467 w 587"/>
              <a:gd name="T43" fmla="*/ 0 h 708"/>
              <a:gd name="T44" fmla="*/ 229 w 587"/>
              <a:gd name="T45" fmla="*/ 0 h 708"/>
              <a:gd name="T46" fmla="*/ 196 w 587"/>
              <a:gd name="T47" fmla="*/ 17 h 708"/>
              <a:gd name="T48" fmla="*/ 134 w 587"/>
              <a:gd name="T49" fmla="*/ 111 h 708"/>
              <a:gd name="T50" fmla="*/ 128 w 587"/>
              <a:gd name="T51" fmla="*/ 115 h 708"/>
              <a:gd name="T52" fmla="*/ 122 w 587"/>
              <a:gd name="T53" fmla="*/ 113 h 708"/>
              <a:gd name="T54" fmla="*/ 54 w 587"/>
              <a:gd name="T55" fmla="*/ 64 h 708"/>
              <a:gd name="T56" fmla="*/ 15 w 587"/>
              <a:gd name="T57" fmla="*/ 69 h 708"/>
              <a:gd name="T58" fmla="*/ 7 w 587"/>
              <a:gd name="T59" fmla="*/ 79 h 708"/>
              <a:gd name="T60" fmla="*/ 448 w 587"/>
              <a:gd name="T61" fmla="*/ 244 h 708"/>
              <a:gd name="T62" fmla="*/ 448 w 587"/>
              <a:gd name="T63" fmla="*/ 90 h 708"/>
              <a:gd name="T64" fmla="*/ 504 w 587"/>
              <a:gd name="T65" fmla="*/ 189 h 708"/>
              <a:gd name="T66" fmla="*/ 502 w 587"/>
              <a:gd name="T67" fmla="*/ 199 h 708"/>
              <a:gd name="T68" fmla="*/ 448 w 587"/>
              <a:gd name="T69" fmla="*/ 244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7" h="708">
                <a:moveTo>
                  <a:pt x="7" y="79"/>
                </a:moveTo>
                <a:cubicBezTo>
                  <a:pt x="2" y="85"/>
                  <a:pt x="0" y="93"/>
                  <a:pt x="1" y="101"/>
                </a:cubicBezTo>
                <a:cubicBezTo>
                  <a:pt x="2" y="108"/>
                  <a:pt x="6" y="115"/>
                  <a:pt x="12" y="120"/>
                </a:cubicBezTo>
                <a:cubicBezTo>
                  <a:pt x="111" y="194"/>
                  <a:pt x="111" y="194"/>
                  <a:pt x="111" y="194"/>
                </a:cubicBezTo>
                <a:cubicBezTo>
                  <a:pt x="119" y="201"/>
                  <a:pt x="129" y="204"/>
                  <a:pt x="140" y="203"/>
                </a:cubicBezTo>
                <a:cubicBezTo>
                  <a:pt x="150" y="201"/>
                  <a:pt x="160" y="196"/>
                  <a:pt x="166" y="188"/>
                </a:cubicBezTo>
                <a:cubicBezTo>
                  <a:pt x="244" y="90"/>
                  <a:pt x="244" y="90"/>
                  <a:pt x="244" y="90"/>
                </a:cubicBezTo>
                <a:cubicBezTo>
                  <a:pt x="244" y="107"/>
                  <a:pt x="244" y="648"/>
                  <a:pt x="244" y="668"/>
                </a:cubicBezTo>
                <a:cubicBezTo>
                  <a:pt x="244" y="690"/>
                  <a:pt x="261" y="708"/>
                  <a:pt x="283" y="708"/>
                </a:cubicBezTo>
                <a:cubicBezTo>
                  <a:pt x="294" y="708"/>
                  <a:pt x="294" y="708"/>
                  <a:pt x="294" y="708"/>
                </a:cubicBezTo>
                <a:cubicBezTo>
                  <a:pt x="316" y="708"/>
                  <a:pt x="333" y="690"/>
                  <a:pt x="333" y="668"/>
                </a:cubicBezTo>
                <a:cubicBezTo>
                  <a:pt x="333" y="348"/>
                  <a:pt x="333" y="348"/>
                  <a:pt x="333" y="348"/>
                </a:cubicBezTo>
                <a:cubicBezTo>
                  <a:pt x="359" y="348"/>
                  <a:pt x="359" y="348"/>
                  <a:pt x="359" y="348"/>
                </a:cubicBezTo>
                <a:cubicBezTo>
                  <a:pt x="359" y="668"/>
                  <a:pt x="359" y="668"/>
                  <a:pt x="359" y="668"/>
                </a:cubicBezTo>
                <a:cubicBezTo>
                  <a:pt x="359" y="690"/>
                  <a:pt x="376" y="708"/>
                  <a:pt x="398" y="708"/>
                </a:cubicBezTo>
                <a:cubicBezTo>
                  <a:pt x="409" y="708"/>
                  <a:pt x="409" y="708"/>
                  <a:pt x="409" y="708"/>
                </a:cubicBezTo>
                <a:cubicBezTo>
                  <a:pt x="431" y="708"/>
                  <a:pt x="448" y="690"/>
                  <a:pt x="448" y="668"/>
                </a:cubicBezTo>
                <a:cubicBezTo>
                  <a:pt x="448" y="651"/>
                  <a:pt x="448" y="338"/>
                  <a:pt x="448" y="328"/>
                </a:cubicBezTo>
                <a:cubicBezTo>
                  <a:pt x="569" y="231"/>
                  <a:pt x="569" y="231"/>
                  <a:pt x="569" y="231"/>
                </a:cubicBezTo>
                <a:cubicBezTo>
                  <a:pt x="583" y="220"/>
                  <a:pt x="587" y="200"/>
                  <a:pt x="579" y="184"/>
                </a:cubicBezTo>
                <a:cubicBezTo>
                  <a:pt x="503" y="22"/>
                  <a:pt x="503" y="22"/>
                  <a:pt x="503" y="22"/>
                </a:cubicBezTo>
                <a:cubicBezTo>
                  <a:pt x="496" y="9"/>
                  <a:pt x="482" y="0"/>
                  <a:pt x="467" y="0"/>
                </a:cubicBezTo>
                <a:cubicBezTo>
                  <a:pt x="406" y="0"/>
                  <a:pt x="281" y="0"/>
                  <a:pt x="229" y="0"/>
                </a:cubicBezTo>
                <a:cubicBezTo>
                  <a:pt x="216" y="0"/>
                  <a:pt x="203" y="6"/>
                  <a:pt x="196" y="17"/>
                </a:cubicBezTo>
                <a:cubicBezTo>
                  <a:pt x="134" y="111"/>
                  <a:pt x="134" y="111"/>
                  <a:pt x="134" y="111"/>
                </a:cubicBezTo>
                <a:cubicBezTo>
                  <a:pt x="133" y="113"/>
                  <a:pt x="131" y="114"/>
                  <a:pt x="128" y="115"/>
                </a:cubicBezTo>
                <a:cubicBezTo>
                  <a:pt x="126" y="115"/>
                  <a:pt x="124" y="114"/>
                  <a:pt x="122" y="113"/>
                </a:cubicBezTo>
                <a:cubicBezTo>
                  <a:pt x="54" y="64"/>
                  <a:pt x="54" y="64"/>
                  <a:pt x="54" y="64"/>
                </a:cubicBezTo>
                <a:cubicBezTo>
                  <a:pt x="42" y="55"/>
                  <a:pt x="25" y="58"/>
                  <a:pt x="15" y="69"/>
                </a:cubicBezTo>
                <a:lnTo>
                  <a:pt x="7" y="79"/>
                </a:lnTo>
                <a:close/>
                <a:moveTo>
                  <a:pt x="448" y="244"/>
                </a:moveTo>
                <a:cubicBezTo>
                  <a:pt x="448" y="90"/>
                  <a:pt x="448" y="90"/>
                  <a:pt x="448" y="90"/>
                </a:cubicBezTo>
                <a:cubicBezTo>
                  <a:pt x="504" y="189"/>
                  <a:pt x="504" y="189"/>
                  <a:pt x="504" y="189"/>
                </a:cubicBezTo>
                <a:cubicBezTo>
                  <a:pt x="506" y="192"/>
                  <a:pt x="505" y="196"/>
                  <a:pt x="502" y="199"/>
                </a:cubicBezTo>
                <a:lnTo>
                  <a:pt x="448" y="244"/>
                </a:lnTo>
                <a:close/>
              </a:path>
            </a:pathLst>
          </a:custGeom>
          <a:solidFill>
            <a:srgbClr val="2EA7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Oval 8"/>
          <p:cNvSpPr>
            <a:spLocks noChangeArrowheads="1"/>
          </p:cNvSpPr>
          <p:nvPr/>
        </p:nvSpPr>
        <p:spPr bwMode="auto">
          <a:xfrm>
            <a:off x="5614988" y="2308650"/>
            <a:ext cx="665163" cy="666750"/>
          </a:xfrm>
          <a:prstGeom prst="ellipse">
            <a:avLst/>
          </a:prstGeom>
          <a:solidFill>
            <a:srgbClr val="2EA7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9"/>
          <p:cNvSpPr>
            <a:spLocks/>
          </p:cNvSpPr>
          <p:nvPr/>
        </p:nvSpPr>
        <p:spPr bwMode="auto">
          <a:xfrm>
            <a:off x="5856288" y="3057950"/>
            <a:ext cx="206375" cy="785813"/>
          </a:xfrm>
          <a:custGeom>
            <a:avLst/>
            <a:gdLst>
              <a:gd name="T0" fmla="*/ 4 w 55"/>
              <a:gd name="T1" fmla="*/ 32 h 209"/>
              <a:gd name="T2" fmla="*/ 4 w 55"/>
              <a:gd name="T3" fmla="*/ 21 h 209"/>
              <a:gd name="T4" fmla="*/ 22 w 55"/>
              <a:gd name="T5" fmla="*/ 2 h 209"/>
              <a:gd name="T6" fmla="*/ 28 w 55"/>
              <a:gd name="T7" fmla="*/ 0 h 209"/>
              <a:gd name="T8" fmla="*/ 34 w 55"/>
              <a:gd name="T9" fmla="*/ 2 h 209"/>
              <a:gd name="T10" fmla="*/ 52 w 55"/>
              <a:gd name="T11" fmla="*/ 21 h 209"/>
              <a:gd name="T12" fmla="*/ 52 w 55"/>
              <a:gd name="T13" fmla="*/ 32 h 209"/>
              <a:gd name="T14" fmla="*/ 38 w 55"/>
              <a:gd name="T15" fmla="*/ 45 h 209"/>
              <a:gd name="T16" fmla="*/ 55 w 55"/>
              <a:gd name="T17" fmla="*/ 166 h 209"/>
              <a:gd name="T18" fmla="*/ 52 w 55"/>
              <a:gd name="T19" fmla="*/ 178 h 209"/>
              <a:gd name="T20" fmla="*/ 34 w 55"/>
              <a:gd name="T21" fmla="*/ 206 h 209"/>
              <a:gd name="T22" fmla="*/ 28 w 55"/>
              <a:gd name="T23" fmla="*/ 209 h 209"/>
              <a:gd name="T24" fmla="*/ 22 w 55"/>
              <a:gd name="T25" fmla="*/ 206 h 209"/>
              <a:gd name="T26" fmla="*/ 4 w 55"/>
              <a:gd name="T27" fmla="*/ 178 h 209"/>
              <a:gd name="T28" fmla="*/ 1 w 55"/>
              <a:gd name="T29" fmla="*/ 166 h 209"/>
              <a:gd name="T30" fmla="*/ 17 w 55"/>
              <a:gd name="T31" fmla="*/ 45 h 209"/>
              <a:gd name="T32" fmla="*/ 4 w 55"/>
              <a:gd name="T33" fmla="*/ 32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5" h="209">
                <a:moveTo>
                  <a:pt x="4" y="32"/>
                </a:moveTo>
                <a:cubicBezTo>
                  <a:pt x="1" y="29"/>
                  <a:pt x="1" y="24"/>
                  <a:pt x="4" y="21"/>
                </a:cubicBezTo>
                <a:cubicBezTo>
                  <a:pt x="22" y="2"/>
                  <a:pt x="22" y="2"/>
                  <a:pt x="22" y="2"/>
                </a:cubicBezTo>
                <a:cubicBezTo>
                  <a:pt x="24" y="1"/>
                  <a:pt x="26" y="0"/>
                  <a:pt x="28" y="0"/>
                </a:cubicBezTo>
                <a:cubicBezTo>
                  <a:pt x="30" y="0"/>
                  <a:pt x="32" y="1"/>
                  <a:pt x="34" y="2"/>
                </a:cubicBezTo>
                <a:cubicBezTo>
                  <a:pt x="52" y="21"/>
                  <a:pt x="52" y="21"/>
                  <a:pt x="52" y="21"/>
                </a:cubicBezTo>
                <a:cubicBezTo>
                  <a:pt x="55" y="24"/>
                  <a:pt x="55" y="29"/>
                  <a:pt x="52" y="32"/>
                </a:cubicBezTo>
                <a:cubicBezTo>
                  <a:pt x="38" y="45"/>
                  <a:pt x="38" y="45"/>
                  <a:pt x="38" y="45"/>
                </a:cubicBezTo>
                <a:cubicBezTo>
                  <a:pt x="55" y="166"/>
                  <a:pt x="55" y="166"/>
                  <a:pt x="55" y="166"/>
                </a:cubicBezTo>
                <a:cubicBezTo>
                  <a:pt x="55" y="171"/>
                  <a:pt x="54" y="175"/>
                  <a:pt x="52" y="178"/>
                </a:cubicBezTo>
                <a:cubicBezTo>
                  <a:pt x="34" y="206"/>
                  <a:pt x="34" y="206"/>
                  <a:pt x="34" y="206"/>
                </a:cubicBezTo>
                <a:cubicBezTo>
                  <a:pt x="32" y="208"/>
                  <a:pt x="30" y="209"/>
                  <a:pt x="28" y="209"/>
                </a:cubicBezTo>
                <a:cubicBezTo>
                  <a:pt x="26" y="209"/>
                  <a:pt x="23" y="208"/>
                  <a:pt x="22" y="206"/>
                </a:cubicBezTo>
                <a:cubicBezTo>
                  <a:pt x="4" y="178"/>
                  <a:pt x="4" y="178"/>
                  <a:pt x="4" y="178"/>
                </a:cubicBezTo>
                <a:cubicBezTo>
                  <a:pt x="1" y="175"/>
                  <a:pt x="0" y="171"/>
                  <a:pt x="1" y="166"/>
                </a:cubicBezTo>
                <a:cubicBezTo>
                  <a:pt x="17" y="45"/>
                  <a:pt x="17" y="45"/>
                  <a:pt x="17" y="45"/>
                </a:cubicBezTo>
                <a:lnTo>
                  <a:pt x="4" y="3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grpSp>
        <p:nvGrpSpPr>
          <p:cNvPr id="2" name="组合 1"/>
          <p:cNvGrpSpPr/>
          <p:nvPr/>
        </p:nvGrpSpPr>
        <p:grpSpPr>
          <a:xfrm>
            <a:off x="5765801" y="2821413"/>
            <a:ext cx="2001837" cy="2838450"/>
            <a:chOff x="5765801" y="2821413"/>
            <a:chExt cx="2001837" cy="2838450"/>
          </a:xfrm>
          <a:effectLst>
            <a:outerShdw blurRad="101600" dist="50800" dir="2700000" algn="tl" rotWithShape="0">
              <a:prstClr val="black">
                <a:alpha val="32000"/>
              </a:prstClr>
            </a:outerShdw>
          </a:effectLst>
        </p:grpSpPr>
        <p:sp>
          <p:nvSpPr>
            <p:cNvPr id="11" name="Rectangle 10"/>
            <p:cNvSpPr>
              <a:spLocks noChangeArrowheads="1"/>
            </p:cNvSpPr>
            <p:nvPr/>
          </p:nvSpPr>
          <p:spPr bwMode="auto">
            <a:xfrm>
              <a:off x="7377113" y="3211938"/>
              <a:ext cx="71438" cy="639763"/>
            </a:xfrm>
            <a:prstGeom prst="rect">
              <a:avLst/>
            </a:prstGeom>
            <a:solidFill>
              <a:srgbClr val="DCDD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11"/>
            <p:cNvSpPr>
              <a:spLocks/>
            </p:cNvSpPr>
            <p:nvPr/>
          </p:nvSpPr>
          <p:spPr bwMode="auto">
            <a:xfrm>
              <a:off x="7046913" y="2821413"/>
              <a:ext cx="720725" cy="495300"/>
            </a:xfrm>
            <a:custGeom>
              <a:avLst/>
              <a:gdLst>
                <a:gd name="T0" fmla="*/ 192 w 192"/>
                <a:gd name="T1" fmla="*/ 112 h 132"/>
                <a:gd name="T2" fmla="*/ 171 w 192"/>
                <a:gd name="T3" fmla="*/ 132 h 132"/>
                <a:gd name="T4" fmla="*/ 21 w 192"/>
                <a:gd name="T5" fmla="*/ 132 h 132"/>
                <a:gd name="T6" fmla="*/ 0 w 192"/>
                <a:gd name="T7" fmla="*/ 112 h 132"/>
                <a:gd name="T8" fmla="*/ 0 w 192"/>
                <a:gd name="T9" fmla="*/ 21 h 132"/>
                <a:gd name="T10" fmla="*/ 21 w 192"/>
                <a:gd name="T11" fmla="*/ 0 h 132"/>
                <a:gd name="T12" fmla="*/ 171 w 192"/>
                <a:gd name="T13" fmla="*/ 0 h 132"/>
                <a:gd name="T14" fmla="*/ 192 w 192"/>
                <a:gd name="T15" fmla="*/ 21 h 132"/>
                <a:gd name="T16" fmla="*/ 192 w 192"/>
                <a:gd name="T17" fmla="*/ 11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32">
                  <a:moveTo>
                    <a:pt x="192" y="112"/>
                  </a:moveTo>
                  <a:cubicBezTo>
                    <a:pt x="192" y="123"/>
                    <a:pt x="183" y="132"/>
                    <a:pt x="171" y="132"/>
                  </a:cubicBezTo>
                  <a:cubicBezTo>
                    <a:pt x="21" y="132"/>
                    <a:pt x="21" y="132"/>
                    <a:pt x="21" y="132"/>
                  </a:cubicBezTo>
                  <a:cubicBezTo>
                    <a:pt x="10" y="132"/>
                    <a:pt x="0" y="123"/>
                    <a:pt x="0" y="112"/>
                  </a:cubicBezTo>
                  <a:cubicBezTo>
                    <a:pt x="0" y="21"/>
                    <a:pt x="0" y="21"/>
                    <a:pt x="0" y="21"/>
                  </a:cubicBezTo>
                  <a:cubicBezTo>
                    <a:pt x="0" y="10"/>
                    <a:pt x="10" y="0"/>
                    <a:pt x="21" y="0"/>
                  </a:cubicBezTo>
                  <a:cubicBezTo>
                    <a:pt x="171" y="0"/>
                    <a:pt x="171" y="0"/>
                    <a:pt x="171" y="0"/>
                  </a:cubicBezTo>
                  <a:cubicBezTo>
                    <a:pt x="183" y="0"/>
                    <a:pt x="192" y="10"/>
                    <a:pt x="192" y="21"/>
                  </a:cubicBezTo>
                  <a:lnTo>
                    <a:pt x="192" y="112"/>
                  </a:ln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2"/>
            <p:cNvSpPr>
              <a:spLocks noEditPoints="1"/>
            </p:cNvSpPr>
            <p:nvPr/>
          </p:nvSpPr>
          <p:spPr bwMode="auto">
            <a:xfrm>
              <a:off x="5765801" y="3497688"/>
              <a:ext cx="1787525" cy="2162175"/>
            </a:xfrm>
            <a:custGeom>
              <a:avLst/>
              <a:gdLst>
                <a:gd name="T0" fmla="*/ 464 w 476"/>
                <a:gd name="T1" fmla="*/ 57 h 575"/>
                <a:gd name="T2" fmla="*/ 433 w 476"/>
                <a:gd name="T3" fmla="*/ 52 h 575"/>
                <a:gd name="T4" fmla="*/ 377 w 476"/>
                <a:gd name="T5" fmla="*/ 92 h 575"/>
                <a:gd name="T6" fmla="*/ 372 w 476"/>
                <a:gd name="T7" fmla="*/ 93 h 575"/>
                <a:gd name="T8" fmla="*/ 367 w 476"/>
                <a:gd name="T9" fmla="*/ 91 h 575"/>
                <a:gd name="T10" fmla="*/ 317 w 476"/>
                <a:gd name="T11" fmla="*/ 14 h 575"/>
                <a:gd name="T12" fmla="*/ 290 w 476"/>
                <a:gd name="T13" fmla="*/ 0 h 575"/>
                <a:gd name="T14" fmla="*/ 97 w 476"/>
                <a:gd name="T15" fmla="*/ 0 h 575"/>
                <a:gd name="T16" fmla="*/ 68 w 476"/>
                <a:gd name="T17" fmla="*/ 18 h 575"/>
                <a:gd name="T18" fmla="*/ 6 w 476"/>
                <a:gd name="T19" fmla="*/ 150 h 575"/>
                <a:gd name="T20" fmla="*/ 15 w 476"/>
                <a:gd name="T21" fmla="*/ 188 h 575"/>
                <a:gd name="T22" fmla="*/ 112 w 476"/>
                <a:gd name="T23" fmla="*/ 267 h 575"/>
                <a:gd name="T24" fmla="*/ 112 w 476"/>
                <a:gd name="T25" fmla="*/ 543 h 575"/>
                <a:gd name="T26" fmla="*/ 144 w 476"/>
                <a:gd name="T27" fmla="*/ 575 h 575"/>
                <a:gd name="T28" fmla="*/ 153 w 476"/>
                <a:gd name="T29" fmla="*/ 575 h 575"/>
                <a:gd name="T30" fmla="*/ 185 w 476"/>
                <a:gd name="T31" fmla="*/ 543 h 575"/>
                <a:gd name="T32" fmla="*/ 185 w 476"/>
                <a:gd name="T33" fmla="*/ 282 h 575"/>
                <a:gd name="T34" fmla="*/ 205 w 476"/>
                <a:gd name="T35" fmla="*/ 282 h 575"/>
                <a:gd name="T36" fmla="*/ 205 w 476"/>
                <a:gd name="T37" fmla="*/ 543 h 575"/>
                <a:gd name="T38" fmla="*/ 237 w 476"/>
                <a:gd name="T39" fmla="*/ 575 h 575"/>
                <a:gd name="T40" fmla="*/ 246 w 476"/>
                <a:gd name="T41" fmla="*/ 575 h 575"/>
                <a:gd name="T42" fmla="*/ 278 w 476"/>
                <a:gd name="T43" fmla="*/ 543 h 575"/>
                <a:gd name="T44" fmla="*/ 278 w 476"/>
                <a:gd name="T45" fmla="*/ 73 h 575"/>
                <a:gd name="T46" fmla="*/ 341 w 476"/>
                <a:gd name="T47" fmla="*/ 153 h 575"/>
                <a:gd name="T48" fmla="*/ 363 w 476"/>
                <a:gd name="T49" fmla="*/ 165 h 575"/>
                <a:gd name="T50" fmla="*/ 386 w 476"/>
                <a:gd name="T51" fmla="*/ 158 h 575"/>
                <a:gd name="T52" fmla="*/ 466 w 476"/>
                <a:gd name="T53" fmla="*/ 97 h 575"/>
                <a:gd name="T54" fmla="*/ 475 w 476"/>
                <a:gd name="T55" fmla="*/ 82 h 575"/>
                <a:gd name="T56" fmla="*/ 470 w 476"/>
                <a:gd name="T57" fmla="*/ 65 h 575"/>
                <a:gd name="T58" fmla="*/ 464 w 476"/>
                <a:gd name="T59" fmla="*/ 57 h 575"/>
                <a:gd name="T60" fmla="*/ 69 w 476"/>
                <a:gd name="T61" fmla="*/ 162 h 575"/>
                <a:gd name="T62" fmla="*/ 67 w 476"/>
                <a:gd name="T63" fmla="*/ 153 h 575"/>
                <a:gd name="T64" fmla="*/ 112 w 476"/>
                <a:gd name="T65" fmla="*/ 73 h 575"/>
                <a:gd name="T66" fmla="*/ 112 w 476"/>
                <a:gd name="T67" fmla="*/ 199 h 575"/>
                <a:gd name="T68" fmla="*/ 69 w 476"/>
                <a:gd name="T69" fmla="*/ 162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76" h="575">
                  <a:moveTo>
                    <a:pt x="464" y="57"/>
                  </a:moveTo>
                  <a:cubicBezTo>
                    <a:pt x="456" y="47"/>
                    <a:pt x="442" y="45"/>
                    <a:pt x="433" y="52"/>
                  </a:cubicBezTo>
                  <a:cubicBezTo>
                    <a:pt x="377" y="92"/>
                    <a:pt x="377" y="92"/>
                    <a:pt x="377" y="92"/>
                  </a:cubicBezTo>
                  <a:cubicBezTo>
                    <a:pt x="376" y="93"/>
                    <a:pt x="374" y="94"/>
                    <a:pt x="372" y="93"/>
                  </a:cubicBezTo>
                  <a:cubicBezTo>
                    <a:pt x="370" y="93"/>
                    <a:pt x="368" y="92"/>
                    <a:pt x="367" y="91"/>
                  </a:cubicBezTo>
                  <a:cubicBezTo>
                    <a:pt x="317" y="14"/>
                    <a:pt x="317" y="14"/>
                    <a:pt x="317" y="14"/>
                  </a:cubicBezTo>
                  <a:cubicBezTo>
                    <a:pt x="311" y="6"/>
                    <a:pt x="301" y="0"/>
                    <a:pt x="290" y="0"/>
                  </a:cubicBezTo>
                  <a:cubicBezTo>
                    <a:pt x="248" y="0"/>
                    <a:pt x="146" y="0"/>
                    <a:pt x="97" y="0"/>
                  </a:cubicBezTo>
                  <a:cubicBezTo>
                    <a:pt x="85" y="0"/>
                    <a:pt x="73" y="7"/>
                    <a:pt x="68" y="18"/>
                  </a:cubicBezTo>
                  <a:cubicBezTo>
                    <a:pt x="6" y="150"/>
                    <a:pt x="6" y="150"/>
                    <a:pt x="6" y="150"/>
                  </a:cubicBezTo>
                  <a:cubicBezTo>
                    <a:pt x="0" y="163"/>
                    <a:pt x="3" y="179"/>
                    <a:pt x="15" y="188"/>
                  </a:cubicBezTo>
                  <a:cubicBezTo>
                    <a:pt x="112" y="267"/>
                    <a:pt x="112" y="267"/>
                    <a:pt x="112" y="267"/>
                  </a:cubicBezTo>
                  <a:cubicBezTo>
                    <a:pt x="112" y="274"/>
                    <a:pt x="112" y="529"/>
                    <a:pt x="112" y="543"/>
                  </a:cubicBezTo>
                  <a:cubicBezTo>
                    <a:pt x="112" y="560"/>
                    <a:pt x="126" y="575"/>
                    <a:pt x="144" y="575"/>
                  </a:cubicBezTo>
                  <a:cubicBezTo>
                    <a:pt x="153" y="575"/>
                    <a:pt x="153" y="575"/>
                    <a:pt x="153" y="575"/>
                  </a:cubicBezTo>
                  <a:cubicBezTo>
                    <a:pt x="171" y="575"/>
                    <a:pt x="185" y="560"/>
                    <a:pt x="185" y="543"/>
                  </a:cubicBezTo>
                  <a:cubicBezTo>
                    <a:pt x="185" y="282"/>
                    <a:pt x="185" y="282"/>
                    <a:pt x="185" y="282"/>
                  </a:cubicBezTo>
                  <a:cubicBezTo>
                    <a:pt x="205" y="282"/>
                    <a:pt x="205" y="282"/>
                    <a:pt x="205" y="282"/>
                  </a:cubicBezTo>
                  <a:cubicBezTo>
                    <a:pt x="205" y="543"/>
                    <a:pt x="205" y="543"/>
                    <a:pt x="205" y="543"/>
                  </a:cubicBezTo>
                  <a:cubicBezTo>
                    <a:pt x="205" y="560"/>
                    <a:pt x="220" y="575"/>
                    <a:pt x="237" y="575"/>
                  </a:cubicBezTo>
                  <a:cubicBezTo>
                    <a:pt x="246" y="575"/>
                    <a:pt x="246" y="575"/>
                    <a:pt x="246" y="575"/>
                  </a:cubicBezTo>
                  <a:cubicBezTo>
                    <a:pt x="264" y="575"/>
                    <a:pt x="278" y="560"/>
                    <a:pt x="278" y="543"/>
                  </a:cubicBezTo>
                  <a:cubicBezTo>
                    <a:pt x="278" y="527"/>
                    <a:pt x="278" y="87"/>
                    <a:pt x="278" y="73"/>
                  </a:cubicBezTo>
                  <a:cubicBezTo>
                    <a:pt x="341" y="153"/>
                    <a:pt x="341" y="153"/>
                    <a:pt x="341" y="153"/>
                  </a:cubicBezTo>
                  <a:cubicBezTo>
                    <a:pt x="347" y="160"/>
                    <a:pt x="354" y="164"/>
                    <a:pt x="363" y="165"/>
                  </a:cubicBezTo>
                  <a:cubicBezTo>
                    <a:pt x="371" y="166"/>
                    <a:pt x="380" y="163"/>
                    <a:pt x="386" y="158"/>
                  </a:cubicBezTo>
                  <a:cubicBezTo>
                    <a:pt x="466" y="97"/>
                    <a:pt x="466" y="97"/>
                    <a:pt x="466" y="97"/>
                  </a:cubicBezTo>
                  <a:cubicBezTo>
                    <a:pt x="471" y="94"/>
                    <a:pt x="474" y="88"/>
                    <a:pt x="475" y="82"/>
                  </a:cubicBezTo>
                  <a:cubicBezTo>
                    <a:pt x="476" y="76"/>
                    <a:pt x="474" y="70"/>
                    <a:pt x="470" y="65"/>
                  </a:cubicBezTo>
                  <a:lnTo>
                    <a:pt x="464" y="57"/>
                  </a:lnTo>
                  <a:close/>
                  <a:moveTo>
                    <a:pt x="69" y="162"/>
                  </a:moveTo>
                  <a:cubicBezTo>
                    <a:pt x="66" y="160"/>
                    <a:pt x="65" y="156"/>
                    <a:pt x="67" y="153"/>
                  </a:cubicBezTo>
                  <a:cubicBezTo>
                    <a:pt x="112" y="73"/>
                    <a:pt x="112" y="73"/>
                    <a:pt x="112" y="73"/>
                  </a:cubicBezTo>
                  <a:cubicBezTo>
                    <a:pt x="112" y="199"/>
                    <a:pt x="112" y="199"/>
                    <a:pt x="112" y="199"/>
                  </a:cubicBezTo>
                  <a:lnTo>
                    <a:pt x="69" y="162"/>
                  </a:ln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Oval 13"/>
            <p:cNvSpPr>
              <a:spLocks noChangeArrowheads="1"/>
            </p:cNvSpPr>
            <p:nvPr/>
          </p:nvSpPr>
          <p:spPr bwMode="auto">
            <a:xfrm>
              <a:off x="6230938" y="2923013"/>
              <a:ext cx="536575" cy="536575"/>
            </a:xfrm>
            <a:prstGeom prst="ellipse">
              <a:avLst/>
            </a:pr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4"/>
            <p:cNvSpPr>
              <a:spLocks/>
            </p:cNvSpPr>
            <p:nvPr/>
          </p:nvSpPr>
          <p:spPr bwMode="auto">
            <a:xfrm>
              <a:off x="6407151" y="3527850"/>
              <a:ext cx="165100" cy="639763"/>
            </a:xfrm>
            <a:custGeom>
              <a:avLst/>
              <a:gdLst>
                <a:gd name="T0" fmla="*/ 41 w 44"/>
                <a:gd name="T1" fmla="*/ 26 h 170"/>
                <a:gd name="T2" fmla="*/ 43 w 44"/>
                <a:gd name="T3" fmla="*/ 22 h 170"/>
                <a:gd name="T4" fmla="*/ 41 w 44"/>
                <a:gd name="T5" fmla="*/ 17 h 170"/>
                <a:gd name="T6" fmla="*/ 27 w 44"/>
                <a:gd name="T7" fmla="*/ 2 h 170"/>
                <a:gd name="T8" fmla="*/ 17 w 44"/>
                <a:gd name="T9" fmla="*/ 2 h 170"/>
                <a:gd name="T10" fmla="*/ 3 w 44"/>
                <a:gd name="T11" fmla="*/ 17 h 170"/>
                <a:gd name="T12" fmla="*/ 3 w 44"/>
                <a:gd name="T13" fmla="*/ 26 h 170"/>
                <a:gd name="T14" fmla="*/ 13 w 44"/>
                <a:gd name="T15" fmla="*/ 37 h 170"/>
                <a:gd name="T16" fmla="*/ 0 w 44"/>
                <a:gd name="T17" fmla="*/ 136 h 170"/>
                <a:gd name="T18" fmla="*/ 2 w 44"/>
                <a:gd name="T19" fmla="*/ 145 h 170"/>
                <a:gd name="T20" fmla="*/ 17 w 44"/>
                <a:gd name="T21" fmla="*/ 168 h 170"/>
                <a:gd name="T22" fmla="*/ 22 w 44"/>
                <a:gd name="T23" fmla="*/ 170 h 170"/>
                <a:gd name="T24" fmla="*/ 27 w 44"/>
                <a:gd name="T25" fmla="*/ 168 h 170"/>
                <a:gd name="T26" fmla="*/ 42 w 44"/>
                <a:gd name="T27" fmla="*/ 145 h 170"/>
                <a:gd name="T28" fmla="*/ 44 w 44"/>
                <a:gd name="T29" fmla="*/ 136 h 170"/>
                <a:gd name="T30" fmla="*/ 30 w 44"/>
                <a:gd name="T31" fmla="*/ 37 h 170"/>
                <a:gd name="T32" fmla="*/ 41 w 44"/>
                <a:gd name="T33" fmla="*/ 26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4" h="170">
                  <a:moveTo>
                    <a:pt x="41" y="26"/>
                  </a:moveTo>
                  <a:cubicBezTo>
                    <a:pt x="43" y="25"/>
                    <a:pt x="43" y="24"/>
                    <a:pt x="43" y="22"/>
                  </a:cubicBezTo>
                  <a:cubicBezTo>
                    <a:pt x="43" y="20"/>
                    <a:pt x="43" y="18"/>
                    <a:pt x="41" y="17"/>
                  </a:cubicBezTo>
                  <a:cubicBezTo>
                    <a:pt x="27" y="2"/>
                    <a:pt x="27" y="2"/>
                    <a:pt x="27" y="2"/>
                  </a:cubicBezTo>
                  <a:cubicBezTo>
                    <a:pt x="24" y="0"/>
                    <a:pt x="20" y="0"/>
                    <a:pt x="17" y="2"/>
                  </a:cubicBezTo>
                  <a:cubicBezTo>
                    <a:pt x="3" y="17"/>
                    <a:pt x="3" y="17"/>
                    <a:pt x="3" y="17"/>
                  </a:cubicBezTo>
                  <a:cubicBezTo>
                    <a:pt x="0" y="20"/>
                    <a:pt x="0" y="24"/>
                    <a:pt x="3" y="26"/>
                  </a:cubicBezTo>
                  <a:cubicBezTo>
                    <a:pt x="13" y="37"/>
                    <a:pt x="13" y="37"/>
                    <a:pt x="13" y="37"/>
                  </a:cubicBezTo>
                  <a:cubicBezTo>
                    <a:pt x="0" y="136"/>
                    <a:pt x="0" y="136"/>
                    <a:pt x="0" y="136"/>
                  </a:cubicBezTo>
                  <a:cubicBezTo>
                    <a:pt x="0" y="139"/>
                    <a:pt x="0" y="142"/>
                    <a:pt x="2" y="145"/>
                  </a:cubicBezTo>
                  <a:cubicBezTo>
                    <a:pt x="17" y="168"/>
                    <a:pt x="17" y="168"/>
                    <a:pt x="17" y="168"/>
                  </a:cubicBezTo>
                  <a:cubicBezTo>
                    <a:pt x="18" y="170"/>
                    <a:pt x="20" y="170"/>
                    <a:pt x="22" y="170"/>
                  </a:cubicBezTo>
                  <a:cubicBezTo>
                    <a:pt x="24" y="170"/>
                    <a:pt x="26" y="170"/>
                    <a:pt x="27" y="168"/>
                  </a:cubicBezTo>
                  <a:cubicBezTo>
                    <a:pt x="42" y="145"/>
                    <a:pt x="42" y="145"/>
                    <a:pt x="42" y="145"/>
                  </a:cubicBezTo>
                  <a:cubicBezTo>
                    <a:pt x="43" y="142"/>
                    <a:pt x="44" y="139"/>
                    <a:pt x="44" y="136"/>
                  </a:cubicBezTo>
                  <a:cubicBezTo>
                    <a:pt x="30" y="37"/>
                    <a:pt x="30" y="37"/>
                    <a:pt x="30" y="37"/>
                  </a:cubicBezTo>
                  <a:lnTo>
                    <a:pt x="41" y="2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3" name="组合 2"/>
          <p:cNvGrpSpPr/>
          <p:nvPr/>
        </p:nvGrpSpPr>
        <p:grpSpPr>
          <a:xfrm>
            <a:off x="4999038" y="3242100"/>
            <a:ext cx="1709738" cy="2417763"/>
            <a:chOff x="4999038" y="3242100"/>
            <a:chExt cx="1709738" cy="2417763"/>
          </a:xfrm>
          <a:effectLst>
            <a:outerShdw blurRad="101600" dist="50800" dir="2700000" algn="tl" rotWithShape="0">
              <a:prstClr val="black">
                <a:alpha val="32000"/>
              </a:prstClr>
            </a:outerShdw>
          </a:effectLst>
        </p:grpSpPr>
        <p:sp>
          <p:nvSpPr>
            <p:cNvPr id="16" name="Rectangle 15"/>
            <p:cNvSpPr>
              <a:spLocks noChangeArrowheads="1"/>
            </p:cNvSpPr>
            <p:nvPr/>
          </p:nvSpPr>
          <p:spPr bwMode="auto">
            <a:xfrm>
              <a:off x="5270501" y="3572300"/>
              <a:ext cx="63500" cy="546100"/>
            </a:xfrm>
            <a:prstGeom prst="rect">
              <a:avLst/>
            </a:prstGeom>
            <a:solidFill>
              <a:srgbClr val="604C3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6"/>
            <p:cNvSpPr>
              <a:spLocks/>
            </p:cNvSpPr>
            <p:nvPr/>
          </p:nvSpPr>
          <p:spPr bwMode="auto">
            <a:xfrm>
              <a:off x="4999038" y="3242100"/>
              <a:ext cx="615950" cy="425450"/>
            </a:xfrm>
            <a:custGeom>
              <a:avLst/>
              <a:gdLst>
                <a:gd name="T0" fmla="*/ 0 w 164"/>
                <a:gd name="T1" fmla="*/ 95 h 113"/>
                <a:gd name="T2" fmla="*/ 18 w 164"/>
                <a:gd name="T3" fmla="*/ 113 h 113"/>
                <a:gd name="T4" fmla="*/ 146 w 164"/>
                <a:gd name="T5" fmla="*/ 113 h 113"/>
                <a:gd name="T6" fmla="*/ 164 w 164"/>
                <a:gd name="T7" fmla="*/ 95 h 113"/>
                <a:gd name="T8" fmla="*/ 164 w 164"/>
                <a:gd name="T9" fmla="*/ 18 h 113"/>
                <a:gd name="T10" fmla="*/ 146 w 164"/>
                <a:gd name="T11" fmla="*/ 0 h 113"/>
                <a:gd name="T12" fmla="*/ 18 w 164"/>
                <a:gd name="T13" fmla="*/ 0 h 113"/>
                <a:gd name="T14" fmla="*/ 0 w 164"/>
                <a:gd name="T15" fmla="*/ 18 h 113"/>
                <a:gd name="T16" fmla="*/ 0 w 164"/>
                <a:gd name="T17" fmla="*/ 95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4" h="113">
                  <a:moveTo>
                    <a:pt x="0" y="95"/>
                  </a:moveTo>
                  <a:cubicBezTo>
                    <a:pt x="0" y="105"/>
                    <a:pt x="8" y="113"/>
                    <a:pt x="18" y="113"/>
                  </a:cubicBezTo>
                  <a:cubicBezTo>
                    <a:pt x="146" y="113"/>
                    <a:pt x="146" y="113"/>
                    <a:pt x="146" y="113"/>
                  </a:cubicBezTo>
                  <a:cubicBezTo>
                    <a:pt x="156" y="113"/>
                    <a:pt x="164" y="105"/>
                    <a:pt x="164" y="95"/>
                  </a:cubicBezTo>
                  <a:cubicBezTo>
                    <a:pt x="164" y="18"/>
                    <a:pt x="164" y="18"/>
                    <a:pt x="164" y="18"/>
                  </a:cubicBezTo>
                  <a:cubicBezTo>
                    <a:pt x="164" y="8"/>
                    <a:pt x="156" y="0"/>
                    <a:pt x="146" y="0"/>
                  </a:cubicBezTo>
                  <a:cubicBezTo>
                    <a:pt x="18" y="0"/>
                    <a:pt x="18" y="0"/>
                    <a:pt x="18" y="0"/>
                  </a:cubicBezTo>
                  <a:cubicBezTo>
                    <a:pt x="8" y="0"/>
                    <a:pt x="0" y="8"/>
                    <a:pt x="0" y="18"/>
                  </a:cubicBezTo>
                  <a:lnTo>
                    <a:pt x="0" y="95"/>
                  </a:lnTo>
                  <a:close/>
                </a:path>
              </a:pathLst>
            </a:custGeom>
            <a:solidFill>
              <a:srgbClr val="604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7"/>
            <p:cNvSpPr>
              <a:spLocks noEditPoints="1"/>
            </p:cNvSpPr>
            <p:nvPr/>
          </p:nvSpPr>
          <p:spPr bwMode="auto">
            <a:xfrm>
              <a:off x="5183188" y="3816775"/>
              <a:ext cx="1525588" cy="1843088"/>
            </a:xfrm>
            <a:custGeom>
              <a:avLst/>
              <a:gdLst>
                <a:gd name="T0" fmla="*/ 5 w 406"/>
                <a:gd name="T1" fmla="*/ 55 h 490"/>
                <a:gd name="T2" fmla="*/ 0 w 406"/>
                <a:gd name="T3" fmla="*/ 70 h 490"/>
                <a:gd name="T4" fmla="*/ 8 w 406"/>
                <a:gd name="T5" fmla="*/ 83 h 490"/>
                <a:gd name="T6" fmla="*/ 76 w 406"/>
                <a:gd name="T7" fmla="*/ 134 h 490"/>
                <a:gd name="T8" fmla="*/ 96 w 406"/>
                <a:gd name="T9" fmla="*/ 140 h 490"/>
                <a:gd name="T10" fmla="*/ 115 w 406"/>
                <a:gd name="T11" fmla="*/ 130 h 490"/>
                <a:gd name="T12" fmla="*/ 168 w 406"/>
                <a:gd name="T13" fmla="*/ 62 h 490"/>
                <a:gd name="T14" fmla="*/ 168 w 406"/>
                <a:gd name="T15" fmla="*/ 463 h 490"/>
                <a:gd name="T16" fmla="*/ 195 w 406"/>
                <a:gd name="T17" fmla="*/ 490 h 490"/>
                <a:gd name="T18" fmla="*/ 203 w 406"/>
                <a:gd name="T19" fmla="*/ 490 h 490"/>
                <a:gd name="T20" fmla="*/ 230 w 406"/>
                <a:gd name="T21" fmla="*/ 463 h 490"/>
                <a:gd name="T22" fmla="*/ 230 w 406"/>
                <a:gd name="T23" fmla="*/ 241 h 490"/>
                <a:gd name="T24" fmla="*/ 248 w 406"/>
                <a:gd name="T25" fmla="*/ 241 h 490"/>
                <a:gd name="T26" fmla="*/ 248 w 406"/>
                <a:gd name="T27" fmla="*/ 463 h 490"/>
                <a:gd name="T28" fmla="*/ 275 w 406"/>
                <a:gd name="T29" fmla="*/ 490 h 490"/>
                <a:gd name="T30" fmla="*/ 283 w 406"/>
                <a:gd name="T31" fmla="*/ 490 h 490"/>
                <a:gd name="T32" fmla="*/ 310 w 406"/>
                <a:gd name="T33" fmla="*/ 463 h 490"/>
                <a:gd name="T34" fmla="*/ 310 w 406"/>
                <a:gd name="T35" fmla="*/ 227 h 490"/>
                <a:gd name="T36" fmla="*/ 393 w 406"/>
                <a:gd name="T37" fmla="*/ 160 h 490"/>
                <a:gd name="T38" fmla="*/ 400 w 406"/>
                <a:gd name="T39" fmla="*/ 128 h 490"/>
                <a:gd name="T40" fmla="*/ 347 w 406"/>
                <a:gd name="T41" fmla="*/ 16 h 490"/>
                <a:gd name="T42" fmla="*/ 323 w 406"/>
                <a:gd name="T43" fmla="*/ 0 h 490"/>
                <a:gd name="T44" fmla="*/ 158 w 406"/>
                <a:gd name="T45" fmla="*/ 0 h 490"/>
                <a:gd name="T46" fmla="*/ 135 w 406"/>
                <a:gd name="T47" fmla="*/ 12 h 490"/>
                <a:gd name="T48" fmla="*/ 92 w 406"/>
                <a:gd name="T49" fmla="*/ 77 h 490"/>
                <a:gd name="T50" fmla="*/ 88 w 406"/>
                <a:gd name="T51" fmla="*/ 80 h 490"/>
                <a:gd name="T52" fmla="*/ 84 w 406"/>
                <a:gd name="T53" fmla="*/ 79 h 490"/>
                <a:gd name="T54" fmla="*/ 37 w 406"/>
                <a:gd name="T55" fmla="*/ 45 h 490"/>
                <a:gd name="T56" fmla="*/ 10 w 406"/>
                <a:gd name="T57" fmla="*/ 48 h 490"/>
                <a:gd name="T58" fmla="*/ 5 w 406"/>
                <a:gd name="T59" fmla="*/ 55 h 490"/>
                <a:gd name="T60" fmla="*/ 310 w 406"/>
                <a:gd name="T61" fmla="*/ 169 h 490"/>
                <a:gd name="T62" fmla="*/ 310 w 406"/>
                <a:gd name="T63" fmla="*/ 62 h 490"/>
                <a:gd name="T64" fmla="*/ 348 w 406"/>
                <a:gd name="T65" fmla="*/ 131 h 490"/>
                <a:gd name="T66" fmla="*/ 347 w 406"/>
                <a:gd name="T67" fmla="*/ 138 h 490"/>
                <a:gd name="T68" fmla="*/ 310 w 406"/>
                <a:gd name="T69" fmla="*/ 169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6" h="490">
                  <a:moveTo>
                    <a:pt x="5" y="55"/>
                  </a:moveTo>
                  <a:cubicBezTo>
                    <a:pt x="1" y="59"/>
                    <a:pt x="0" y="65"/>
                    <a:pt x="0" y="70"/>
                  </a:cubicBezTo>
                  <a:cubicBezTo>
                    <a:pt x="1" y="75"/>
                    <a:pt x="4" y="80"/>
                    <a:pt x="8" y="83"/>
                  </a:cubicBezTo>
                  <a:cubicBezTo>
                    <a:pt x="76" y="134"/>
                    <a:pt x="76" y="134"/>
                    <a:pt x="76" y="134"/>
                  </a:cubicBezTo>
                  <a:cubicBezTo>
                    <a:pt x="82" y="139"/>
                    <a:pt x="89" y="141"/>
                    <a:pt x="96" y="140"/>
                  </a:cubicBezTo>
                  <a:cubicBezTo>
                    <a:pt x="103" y="140"/>
                    <a:pt x="110" y="136"/>
                    <a:pt x="115" y="130"/>
                  </a:cubicBezTo>
                  <a:cubicBezTo>
                    <a:pt x="168" y="62"/>
                    <a:pt x="168" y="62"/>
                    <a:pt x="168" y="62"/>
                  </a:cubicBezTo>
                  <a:cubicBezTo>
                    <a:pt x="168" y="75"/>
                    <a:pt x="168" y="449"/>
                    <a:pt x="168" y="463"/>
                  </a:cubicBezTo>
                  <a:cubicBezTo>
                    <a:pt x="168" y="478"/>
                    <a:pt x="180" y="490"/>
                    <a:pt x="195" y="490"/>
                  </a:cubicBezTo>
                  <a:cubicBezTo>
                    <a:pt x="203" y="490"/>
                    <a:pt x="203" y="490"/>
                    <a:pt x="203" y="490"/>
                  </a:cubicBezTo>
                  <a:cubicBezTo>
                    <a:pt x="218" y="490"/>
                    <a:pt x="230" y="478"/>
                    <a:pt x="230" y="463"/>
                  </a:cubicBezTo>
                  <a:cubicBezTo>
                    <a:pt x="230" y="241"/>
                    <a:pt x="230" y="241"/>
                    <a:pt x="230" y="241"/>
                  </a:cubicBezTo>
                  <a:cubicBezTo>
                    <a:pt x="248" y="241"/>
                    <a:pt x="248" y="241"/>
                    <a:pt x="248" y="241"/>
                  </a:cubicBezTo>
                  <a:cubicBezTo>
                    <a:pt x="248" y="463"/>
                    <a:pt x="248" y="463"/>
                    <a:pt x="248" y="463"/>
                  </a:cubicBezTo>
                  <a:cubicBezTo>
                    <a:pt x="248" y="478"/>
                    <a:pt x="260" y="490"/>
                    <a:pt x="275" y="490"/>
                  </a:cubicBezTo>
                  <a:cubicBezTo>
                    <a:pt x="283" y="490"/>
                    <a:pt x="283" y="490"/>
                    <a:pt x="283" y="490"/>
                  </a:cubicBezTo>
                  <a:cubicBezTo>
                    <a:pt x="297" y="490"/>
                    <a:pt x="310" y="478"/>
                    <a:pt x="310" y="463"/>
                  </a:cubicBezTo>
                  <a:cubicBezTo>
                    <a:pt x="310" y="451"/>
                    <a:pt x="310" y="234"/>
                    <a:pt x="310" y="227"/>
                  </a:cubicBezTo>
                  <a:cubicBezTo>
                    <a:pt x="393" y="160"/>
                    <a:pt x="393" y="160"/>
                    <a:pt x="393" y="160"/>
                  </a:cubicBezTo>
                  <a:cubicBezTo>
                    <a:pt x="402" y="153"/>
                    <a:pt x="406" y="139"/>
                    <a:pt x="400" y="128"/>
                  </a:cubicBezTo>
                  <a:cubicBezTo>
                    <a:pt x="347" y="16"/>
                    <a:pt x="347" y="16"/>
                    <a:pt x="347" y="16"/>
                  </a:cubicBezTo>
                  <a:cubicBezTo>
                    <a:pt x="343" y="6"/>
                    <a:pt x="333" y="0"/>
                    <a:pt x="323" y="0"/>
                  </a:cubicBezTo>
                  <a:cubicBezTo>
                    <a:pt x="281" y="0"/>
                    <a:pt x="194" y="0"/>
                    <a:pt x="158" y="0"/>
                  </a:cubicBezTo>
                  <a:cubicBezTo>
                    <a:pt x="149" y="0"/>
                    <a:pt x="140" y="5"/>
                    <a:pt x="135" y="12"/>
                  </a:cubicBezTo>
                  <a:cubicBezTo>
                    <a:pt x="92" y="77"/>
                    <a:pt x="92" y="77"/>
                    <a:pt x="92" y="77"/>
                  </a:cubicBezTo>
                  <a:cubicBezTo>
                    <a:pt x="91" y="79"/>
                    <a:pt x="90" y="80"/>
                    <a:pt x="88" y="80"/>
                  </a:cubicBezTo>
                  <a:cubicBezTo>
                    <a:pt x="87" y="80"/>
                    <a:pt x="85" y="80"/>
                    <a:pt x="84" y="79"/>
                  </a:cubicBezTo>
                  <a:cubicBezTo>
                    <a:pt x="37" y="45"/>
                    <a:pt x="37" y="45"/>
                    <a:pt x="37" y="45"/>
                  </a:cubicBezTo>
                  <a:cubicBezTo>
                    <a:pt x="28" y="39"/>
                    <a:pt x="17" y="40"/>
                    <a:pt x="10" y="48"/>
                  </a:cubicBezTo>
                  <a:lnTo>
                    <a:pt x="5" y="55"/>
                  </a:lnTo>
                  <a:close/>
                  <a:moveTo>
                    <a:pt x="310" y="169"/>
                  </a:moveTo>
                  <a:cubicBezTo>
                    <a:pt x="310" y="62"/>
                    <a:pt x="310" y="62"/>
                    <a:pt x="310" y="62"/>
                  </a:cubicBezTo>
                  <a:cubicBezTo>
                    <a:pt x="348" y="131"/>
                    <a:pt x="348" y="131"/>
                    <a:pt x="348" y="131"/>
                  </a:cubicBezTo>
                  <a:cubicBezTo>
                    <a:pt x="349" y="133"/>
                    <a:pt x="349" y="136"/>
                    <a:pt x="347" y="138"/>
                  </a:cubicBezTo>
                  <a:lnTo>
                    <a:pt x="310" y="169"/>
                  </a:lnTo>
                  <a:close/>
                </a:path>
              </a:pathLst>
            </a:custGeom>
            <a:solidFill>
              <a:srgbClr val="604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Oval 18"/>
            <p:cNvSpPr>
              <a:spLocks noChangeArrowheads="1"/>
            </p:cNvSpPr>
            <p:nvPr/>
          </p:nvSpPr>
          <p:spPr bwMode="auto">
            <a:xfrm>
              <a:off x="5851526" y="3327825"/>
              <a:ext cx="458788" cy="458788"/>
            </a:xfrm>
            <a:prstGeom prst="ellipse">
              <a:avLst/>
            </a:prstGeom>
            <a:solidFill>
              <a:srgbClr val="604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19"/>
            <p:cNvSpPr>
              <a:spLocks/>
            </p:cNvSpPr>
            <p:nvPr/>
          </p:nvSpPr>
          <p:spPr bwMode="auto">
            <a:xfrm>
              <a:off x="6016626" y="3843763"/>
              <a:ext cx="142875" cy="546100"/>
            </a:xfrm>
            <a:custGeom>
              <a:avLst/>
              <a:gdLst>
                <a:gd name="T0" fmla="*/ 2 w 38"/>
                <a:gd name="T1" fmla="*/ 22 h 145"/>
                <a:gd name="T2" fmla="*/ 2 w 38"/>
                <a:gd name="T3" fmla="*/ 15 h 145"/>
                <a:gd name="T4" fmla="*/ 15 w 38"/>
                <a:gd name="T5" fmla="*/ 2 h 145"/>
                <a:gd name="T6" fmla="*/ 19 w 38"/>
                <a:gd name="T7" fmla="*/ 0 h 145"/>
                <a:gd name="T8" fmla="*/ 23 w 38"/>
                <a:gd name="T9" fmla="*/ 2 h 145"/>
                <a:gd name="T10" fmla="*/ 35 w 38"/>
                <a:gd name="T11" fmla="*/ 15 h 145"/>
                <a:gd name="T12" fmla="*/ 35 w 38"/>
                <a:gd name="T13" fmla="*/ 22 h 145"/>
                <a:gd name="T14" fmla="*/ 26 w 38"/>
                <a:gd name="T15" fmla="*/ 32 h 145"/>
                <a:gd name="T16" fmla="*/ 37 w 38"/>
                <a:gd name="T17" fmla="*/ 115 h 145"/>
                <a:gd name="T18" fmla="*/ 36 w 38"/>
                <a:gd name="T19" fmla="*/ 124 h 145"/>
                <a:gd name="T20" fmla="*/ 23 w 38"/>
                <a:gd name="T21" fmla="*/ 143 h 145"/>
                <a:gd name="T22" fmla="*/ 19 w 38"/>
                <a:gd name="T23" fmla="*/ 145 h 145"/>
                <a:gd name="T24" fmla="*/ 15 w 38"/>
                <a:gd name="T25" fmla="*/ 143 h 145"/>
                <a:gd name="T26" fmla="*/ 2 w 38"/>
                <a:gd name="T27" fmla="*/ 124 h 145"/>
                <a:gd name="T28" fmla="*/ 0 w 38"/>
                <a:gd name="T29" fmla="*/ 115 h 145"/>
                <a:gd name="T30" fmla="*/ 12 w 38"/>
                <a:gd name="T31" fmla="*/ 32 h 145"/>
                <a:gd name="T32" fmla="*/ 2 w 38"/>
                <a:gd name="T33" fmla="*/ 2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8" h="145">
                  <a:moveTo>
                    <a:pt x="2" y="22"/>
                  </a:moveTo>
                  <a:cubicBezTo>
                    <a:pt x="0" y="20"/>
                    <a:pt x="0" y="17"/>
                    <a:pt x="2" y="15"/>
                  </a:cubicBezTo>
                  <a:cubicBezTo>
                    <a:pt x="15" y="2"/>
                    <a:pt x="15" y="2"/>
                    <a:pt x="15" y="2"/>
                  </a:cubicBezTo>
                  <a:cubicBezTo>
                    <a:pt x="16" y="1"/>
                    <a:pt x="17" y="0"/>
                    <a:pt x="19" y="0"/>
                  </a:cubicBezTo>
                  <a:cubicBezTo>
                    <a:pt x="20" y="0"/>
                    <a:pt x="22" y="1"/>
                    <a:pt x="23" y="2"/>
                  </a:cubicBezTo>
                  <a:cubicBezTo>
                    <a:pt x="35" y="15"/>
                    <a:pt x="35" y="15"/>
                    <a:pt x="35" y="15"/>
                  </a:cubicBezTo>
                  <a:cubicBezTo>
                    <a:pt x="37" y="17"/>
                    <a:pt x="37" y="20"/>
                    <a:pt x="35" y="22"/>
                  </a:cubicBezTo>
                  <a:cubicBezTo>
                    <a:pt x="26" y="32"/>
                    <a:pt x="26" y="32"/>
                    <a:pt x="26" y="32"/>
                  </a:cubicBezTo>
                  <a:cubicBezTo>
                    <a:pt x="37" y="115"/>
                    <a:pt x="37" y="115"/>
                    <a:pt x="37" y="115"/>
                  </a:cubicBezTo>
                  <a:cubicBezTo>
                    <a:pt x="38" y="118"/>
                    <a:pt x="37" y="121"/>
                    <a:pt x="36" y="124"/>
                  </a:cubicBezTo>
                  <a:cubicBezTo>
                    <a:pt x="23" y="143"/>
                    <a:pt x="23" y="143"/>
                    <a:pt x="23" y="143"/>
                  </a:cubicBezTo>
                  <a:cubicBezTo>
                    <a:pt x="22" y="144"/>
                    <a:pt x="20" y="145"/>
                    <a:pt x="19" y="145"/>
                  </a:cubicBezTo>
                  <a:cubicBezTo>
                    <a:pt x="17" y="145"/>
                    <a:pt x="16" y="144"/>
                    <a:pt x="15" y="143"/>
                  </a:cubicBezTo>
                  <a:cubicBezTo>
                    <a:pt x="2" y="124"/>
                    <a:pt x="2" y="124"/>
                    <a:pt x="2" y="124"/>
                  </a:cubicBezTo>
                  <a:cubicBezTo>
                    <a:pt x="1" y="121"/>
                    <a:pt x="0" y="118"/>
                    <a:pt x="0" y="115"/>
                  </a:cubicBezTo>
                  <a:cubicBezTo>
                    <a:pt x="12" y="32"/>
                    <a:pt x="12" y="32"/>
                    <a:pt x="12" y="32"/>
                  </a:cubicBezTo>
                  <a:lnTo>
                    <a:pt x="2" y="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grpSp>
      <p:grpSp>
        <p:nvGrpSpPr>
          <p:cNvPr id="4" name="组合 3"/>
          <p:cNvGrpSpPr/>
          <p:nvPr/>
        </p:nvGrpSpPr>
        <p:grpSpPr>
          <a:xfrm>
            <a:off x="5180013" y="3643738"/>
            <a:ext cx="1422401" cy="2016125"/>
            <a:chOff x="5180013" y="3643738"/>
            <a:chExt cx="1422401" cy="2016125"/>
          </a:xfrm>
          <a:effectLst>
            <a:outerShdw blurRad="101600" dist="50800" dir="2700000" algn="tl" rotWithShape="0">
              <a:prstClr val="black">
                <a:alpha val="32000"/>
              </a:prstClr>
            </a:outerShdw>
          </a:effectLst>
        </p:grpSpPr>
        <p:sp>
          <p:nvSpPr>
            <p:cNvPr id="21" name="Rectangle 20"/>
            <p:cNvSpPr>
              <a:spLocks noChangeArrowheads="1"/>
            </p:cNvSpPr>
            <p:nvPr/>
          </p:nvSpPr>
          <p:spPr bwMode="auto">
            <a:xfrm>
              <a:off x="6324601" y="3923138"/>
              <a:ext cx="52388" cy="450850"/>
            </a:xfrm>
            <a:prstGeom prst="rect">
              <a:avLst/>
            </a:prstGeom>
            <a:solidFill>
              <a:srgbClr val="FFE2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21"/>
            <p:cNvSpPr>
              <a:spLocks/>
            </p:cNvSpPr>
            <p:nvPr/>
          </p:nvSpPr>
          <p:spPr bwMode="auto">
            <a:xfrm>
              <a:off x="6092826" y="3643738"/>
              <a:ext cx="509588" cy="354013"/>
            </a:xfrm>
            <a:custGeom>
              <a:avLst/>
              <a:gdLst>
                <a:gd name="T0" fmla="*/ 136 w 136"/>
                <a:gd name="T1" fmla="*/ 79 h 94"/>
                <a:gd name="T2" fmla="*/ 121 w 136"/>
                <a:gd name="T3" fmla="*/ 94 h 94"/>
                <a:gd name="T4" fmla="*/ 15 w 136"/>
                <a:gd name="T5" fmla="*/ 94 h 94"/>
                <a:gd name="T6" fmla="*/ 0 w 136"/>
                <a:gd name="T7" fmla="*/ 79 h 94"/>
                <a:gd name="T8" fmla="*/ 0 w 136"/>
                <a:gd name="T9" fmla="*/ 15 h 94"/>
                <a:gd name="T10" fmla="*/ 15 w 136"/>
                <a:gd name="T11" fmla="*/ 0 h 94"/>
                <a:gd name="T12" fmla="*/ 121 w 136"/>
                <a:gd name="T13" fmla="*/ 0 h 94"/>
                <a:gd name="T14" fmla="*/ 136 w 136"/>
                <a:gd name="T15" fmla="*/ 15 h 94"/>
                <a:gd name="T16" fmla="*/ 136 w 136"/>
                <a:gd name="T17" fmla="*/ 7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94">
                  <a:moveTo>
                    <a:pt x="136" y="79"/>
                  </a:moveTo>
                  <a:cubicBezTo>
                    <a:pt x="136" y="87"/>
                    <a:pt x="130" y="94"/>
                    <a:pt x="121" y="94"/>
                  </a:cubicBezTo>
                  <a:cubicBezTo>
                    <a:pt x="15" y="94"/>
                    <a:pt x="15" y="94"/>
                    <a:pt x="15" y="94"/>
                  </a:cubicBezTo>
                  <a:cubicBezTo>
                    <a:pt x="6" y="94"/>
                    <a:pt x="0" y="87"/>
                    <a:pt x="0" y="79"/>
                  </a:cubicBezTo>
                  <a:cubicBezTo>
                    <a:pt x="0" y="15"/>
                    <a:pt x="0" y="15"/>
                    <a:pt x="0" y="15"/>
                  </a:cubicBezTo>
                  <a:cubicBezTo>
                    <a:pt x="0" y="6"/>
                    <a:pt x="6" y="0"/>
                    <a:pt x="15" y="0"/>
                  </a:cubicBezTo>
                  <a:cubicBezTo>
                    <a:pt x="121" y="0"/>
                    <a:pt x="121" y="0"/>
                    <a:pt x="121" y="0"/>
                  </a:cubicBezTo>
                  <a:cubicBezTo>
                    <a:pt x="130" y="0"/>
                    <a:pt x="136" y="6"/>
                    <a:pt x="136" y="15"/>
                  </a:cubicBezTo>
                  <a:lnTo>
                    <a:pt x="136" y="79"/>
                  </a:lnTo>
                  <a:close/>
                </a:path>
              </a:pathLst>
            </a:custGeom>
            <a:solidFill>
              <a:srgbClr val="FFE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22"/>
            <p:cNvSpPr>
              <a:spLocks noEditPoints="1"/>
            </p:cNvSpPr>
            <p:nvPr/>
          </p:nvSpPr>
          <p:spPr bwMode="auto">
            <a:xfrm>
              <a:off x="5180013" y="4126338"/>
              <a:ext cx="1273175" cy="1533525"/>
            </a:xfrm>
            <a:custGeom>
              <a:avLst/>
              <a:gdLst>
                <a:gd name="T0" fmla="*/ 330 w 339"/>
                <a:gd name="T1" fmla="*/ 40 h 408"/>
                <a:gd name="T2" fmla="*/ 308 w 339"/>
                <a:gd name="T3" fmla="*/ 37 h 408"/>
                <a:gd name="T4" fmla="*/ 268 w 339"/>
                <a:gd name="T5" fmla="*/ 65 h 408"/>
                <a:gd name="T6" fmla="*/ 265 w 339"/>
                <a:gd name="T7" fmla="*/ 66 h 408"/>
                <a:gd name="T8" fmla="*/ 261 w 339"/>
                <a:gd name="T9" fmla="*/ 64 h 408"/>
                <a:gd name="T10" fmla="*/ 226 w 339"/>
                <a:gd name="T11" fmla="*/ 10 h 408"/>
                <a:gd name="T12" fmla="*/ 207 w 339"/>
                <a:gd name="T13" fmla="*/ 0 h 408"/>
                <a:gd name="T14" fmla="*/ 69 w 339"/>
                <a:gd name="T15" fmla="*/ 0 h 408"/>
                <a:gd name="T16" fmla="*/ 49 w 339"/>
                <a:gd name="T17" fmla="*/ 13 h 408"/>
                <a:gd name="T18" fmla="*/ 5 w 339"/>
                <a:gd name="T19" fmla="*/ 106 h 408"/>
                <a:gd name="T20" fmla="*/ 11 w 339"/>
                <a:gd name="T21" fmla="*/ 133 h 408"/>
                <a:gd name="T22" fmla="*/ 80 w 339"/>
                <a:gd name="T23" fmla="*/ 189 h 408"/>
                <a:gd name="T24" fmla="*/ 80 w 339"/>
                <a:gd name="T25" fmla="*/ 385 h 408"/>
                <a:gd name="T26" fmla="*/ 103 w 339"/>
                <a:gd name="T27" fmla="*/ 408 h 408"/>
                <a:gd name="T28" fmla="*/ 109 w 339"/>
                <a:gd name="T29" fmla="*/ 408 h 408"/>
                <a:gd name="T30" fmla="*/ 132 w 339"/>
                <a:gd name="T31" fmla="*/ 385 h 408"/>
                <a:gd name="T32" fmla="*/ 132 w 339"/>
                <a:gd name="T33" fmla="*/ 200 h 408"/>
                <a:gd name="T34" fmla="*/ 146 w 339"/>
                <a:gd name="T35" fmla="*/ 200 h 408"/>
                <a:gd name="T36" fmla="*/ 146 w 339"/>
                <a:gd name="T37" fmla="*/ 385 h 408"/>
                <a:gd name="T38" fmla="*/ 169 w 339"/>
                <a:gd name="T39" fmla="*/ 408 h 408"/>
                <a:gd name="T40" fmla="*/ 176 w 339"/>
                <a:gd name="T41" fmla="*/ 408 h 408"/>
                <a:gd name="T42" fmla="*/ 198 w 339"/>
                <a:gd name="T43" fmla="*/ 385 h 408"/>
                <a:gd name="T44" fmla="*/ 198 w 339"/>
                <a:gd name="T45" fmla="*/ 51 h 408"/>
                <a:gd name="T46" fmla="*/ 243 w 339"/>
                <a:gd name="T47" fmla="*/ 108 h 408"/>
                <a:gd name="T48" fmla="*/ 258 w 339"/>
                <a:gd name="T49" fmla="*/ 116 h 408"/>
                <a:gd name="T50" fmla="*/ 275 w 339"/>
                <a:gd name="T51" fmla="*/ 111 h 408"/>
                <a:gd name="T52" fmla="*/ 332 w 339"/>
                <a:gd name="T53" fmla="*/ 69 h 408"/>
                <a:gd name="T54" fmla="*/ 338 w 339"/>
                <a:gd name="T55" fmla="*/ 58 h 408"/>
                <a:gd name="T56" fmla="*/ 335 w 339"/>
                <a:gd name="T57" fmla="*/ 46 h 408"/>
                <a:gd name="T58" fmla="*/ 330 w 339"/>
                <a:gd name="T59" fmla="*/ 40 h 408"/>
                <a:gd name="T60" fmla="*/ 49 w 339"/>
                <a:gd name="T61" fmla="*/ 114 h 408"/>
                <a:gd name="T62" fmla="*/ 48 w 339"/>
                <a:gd name="T63" fmla="*/ 108 h 408"/>
                <a:gd name="T64" fmla="*/ 80 w 339"/>
                <a:gd name="T65" fmla="*/ 51 h 408"/>
                <a:gd name="T66" fmla="*/ 80 w 339"/>
                <a:gd name="T67" fmla="*/ 141 h 408"/>
                <a:gd name="T68" fmla="*/ 49 w 339"/>
                <a:gd name="T69" fmla="*/ 114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39" h="408">
                  <a:moveTo>
                    <a:pt x="330" y="40"/>
                  </a:moveTo>
                  <a:cubicBezTo>
                    <a:pt x="324" y="33"/>
                    <a:pt x="315" y="32"/>
                    <a:pt x="308" y="37"/>
                  </a:cubicBezTo>
                  <a:cubicBezTo>
                    <a:pt x="268" y="65"/>
                    <a:pt x="268" y="65"/>
                    <a:pt x="268" y="65"/>
                  </a:cubicBezTo>
                  <a:cubicBezTo>
                    <a:pt x="267" y="66"/>
                    <a:pt x="266" y="66"/>
                    <a:pt x="265" y="66"/>
                  </a:cubicBezTo>
                  <a:cubicBezTo>
                    <a:pt x="263" y="66"/>
                    <a:pt x="262" y="65"/>
                    <a:pt x="261" y="64"/>
                  </a:cubicBezTo>
                  <a:cubicBezTo>
                    <a:pt x="226" y="10"/>
                    <a:pt x="226" y="10"/>
                    <a:pt x="226" y="10"/>
                  </a:cubicBezTo>
                  <a:cubicBezTo>
                    <a:pt x="221" y="3"/>
                    <a:pt x="214" y="0"/>
                    <a:pt x="207" y="0"/>
                  </a:cubicBezTo>
                  <a:cubicBezTo>
                    <a:pt x="177" y="0"/>
                    <a:pt x="104" y="0"/>
                    <a:pt x="69" y="0"/>
                  </a:cubicBezTo>
                  <a:cubicBezTo>
                    <a:pt x="61" y="0"/>
                    <a:pt x="53" y="5"/>
                    <a:pt x="49" y="13"/>
                  </a:cubicBezTo>
                  <a:cubicBezTo>
                    <a:pt x="5" y="106"/>
                    <a:pt x="5" y="106"/>
                    <a:pt x="5" y="106"/>
                  </a:cubicBezTo>
                  <a:cubicBezTo>
                    <a:pt x="0" y="115"/>
                    <a:pt x="3" y="127"/>
                    <a:pt x="11" y="133"/>
                  </a:cubicBezTo>
                  <a:cubicBezTo>
                    <a:pt x="80" y="189"/>
                    <a:pt x="80" y="189"/>
                    <a:pt x="80" y="189"/>
                  </a:cubicBezTo>
                  <a:cubicBezTo>
                    <a:pt x="80" y="194"/>
                    <a:pt x="80" y="375"/>
                    <a:pt x="80" y="385"/>
                  </a:cubicBezTo>
                  <a:cubicBezTo>
                    <a:pt x="80" y="398"/>
                    <a:pt x="90" y="408"/>
                    <a:pt x="103" y="408"/>
                  </a:cubicBezTo>
                  <a:cubicBezTo>
                    <a:pt x="109" y="408"/>
                    <a:pt x="109" y="408"/>
                    <a:pt x="109" y="408"/>
                  </a:cubicBezTo>
                  <a:cubicBezTo>
                    <a:pt x="122" y="408"/>
                    <a:pt x="132" y="398"/>
                    <a:pt x="132" y="385"/>
                  </a:cubicBezTo>
                  <a:cubicBezTo>
                    <a:pt x="132" y="200"/>
                    <a:pt x="132" y="200"/>
                    <a:pt x="132" y="200"/>
                  </a:cubicBezTo>
                  <a:cubicBezTo>
                    <a:pt x="146" y="200"/>
                    <a:pt x="146" y="200"/>
                    <a:pt x="146" y="200"/>
                  </a:cubicBezTo>
                  <a:cubicBezTo>
                    <a:pt x="146" y="385"/>
                    <a:pt x="146" y="385"/>
                    <a:pt x="146" y="385"/>
                  </a:cubicBezTo>
                  <a:cubicBezTo>
                    <a:pt x="146" y="398"/>
                    <a:pt x="157" y="408"/>
                    <a:pt x="169" y="408"/>
                  </a:cubicBezTo>
                  <a:cubicBezTo>
                    <a:pt x="176" y="408"/>
                    <a:pt x="176" y="408"/>
                    <a:pt x="176" y="408"/>
                  </a:cubicBezTo>
                  <a:cubicBezTo>
                    <a:pt x="188" y="408"/>
                    <a:pt x="198" y="398"/>
                    <a:pt x="198" y="385"/>
                  </a:cubicBezTo>
                  <a:cubicBezTo>
                    <a:pt x="198" y="374"/>
                    <a:pt x="198" y="62"/>
                    <a:pt x="198" y="51"/>
                  </a:cubicBezTo>
                  <a:cubicBezTo>
                    <a:pt x="243" y="108"/>
                    <a:pt x="243" y="108"/>
                    <a:pt x="243" y="108"/>
                  </a:cubicBezTo>
                  <a:cubicBezTo>
                    <a:pt x="247" y="113"/>
                    <a:pt x="252" y="116"/>
                    <a:pt x="258" y="116"/>
                  </a:cubicBezTo>
                  <a:cubicBezTo>
                    <a:pt x="264" y="117"/>
                    <a:pt x="270" y="115"/>
                    <a:pt x="275" y="111"/>
                  </a:cubicBezTo>
                  <a:cubicBezTo>
                    <a:pt x="332" y="69"/>
                    <a:pt x="332" y="69"/>
                    <a:pt x="332" y="69"/>
                  </a:cubicBezTo>
                  <a:cubicBezTo>
                    <a:pt x="335" y="66"/>
                    <a:pt x="338" y="62"/>
                    <a:pt x="338" y="58"/>
                  </a:cubicBezTo>
                  <a:cubicBezTo>
                    <a:pt x="339" y="53"/>
                    <a:pt x="337" y="49"/>
                    <a:pt x="335" y="46"/>
                  </a:cubicBezTo>
                  <a:lnTo>
                    <a:pt x="330" y="40"/>
                  </a:lnTo>
                  <a:close/>
                  <a:moveTo>
                    <a:pt x="49" y="114"/>
                  </a:moveTo>
                  <a:cubicBezTo>
                    <a:pt x="47" y="113"/>
                    <a:pt x="47" y="110"/>
                    <a:pt x="48" y="108"/>
                  </a:cubicBezTo>
                  <a:cubicBezTo>
                    <a:pt x="80" y="51"/>
                    <a:pt x="80" y="51"/>
                    <a:pt x="80" y="51"/>
                  </a:cubicBezTo>
                  <a:cubicBezTo>
                    <a:pt x="80" y="141"/>
                    <a:pt x="80" y="141"/>
                    <a:pt x="80" y="141"/>
                  </a:cubicBezTo>
                  <a:lnTo>
                    <a:pt x="49" y="114"/>
                  </a:lnTo>
                  <a:close/>
                </a:path>
              </a:pathLst>
            </a:custGeom>
            <a:solidFill>
              <a:srgbClr val="FFE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Oval 23"/>
            <p:cNvSpPr>
              <a:spLocks noChangeArrowheads="1"/>
            </p:cNvSpPr>
            <p:nvPr/>
          </p:nvSpPr>
          <p:spPr bwMode="auto">
            <a:xfrm>
              <a:off x="5513388" y="3715175"/>
              <a:ext cx="379413" cy="381000"/>
            </a:xfrm>
            <a:prstGeom prst="ellipse">
              <a:avLst/>
            </a:prstGeom>
            <a:solidFill>
              <a:srgbClr val="FFE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24"/>
            <p:cNvSpPr>
              <a:spLocks/>
            </p:cNvSpPr>
            <p:nvPr/>
          </p:nvSpPr>
          <p:spPr bwMode="auto">
            <a:xfrm>
              <a:off x="5637213" y="4148563"/>
              <a:ext cx="117475" cy="450850"/>
            </a:xfrm>
            <a:custGeom>
              <a:avLst/>
              <a:gdLst>
                <a:gd name="T0" fmla="*/ 29 w 31"/>
                <a:gd name="T1" fmla="*/ 18 h 120"/>
                <a:gd name="T2" fmla="*/ 29 w 31"/>
                <a:gd name="T3" fmla="*/ 11 h 120"/>
                <a:gd name="T4" fmla="*/ 19 w 31"/>
                <a:gd name="T5" fmla="*/ 1 h 120"/>
                <a:gd name="T6" fmla="*/ 16 w 31"/>
                <a:gd name="T7" fmla="*/ 0 h 120"/>
                <a:gd name="T8" fmla="*/ 12 w 31"/>
                <a:gd name="T9" fmla="*/ 1 h 120"/>
                <a:gd name="T10" fmla="*/ 2 w 31"/>
                <a:gd name="T11" fmla="*/ 11 h 120"/>
                <a:gd name="T12" fmla="*/ 2 w 31"/>
                <a:gd name="T13" fmla="*/ 18 h 120"/>
                <a:gd name="T14" fmla="*/ 10 w 31"/>
                <a:gd name="T15" fmla="*/ 26 h 120"/>
                <a:gd name="T16" fmla="*/ 0 w 31"/>
                <a:gd name="T17" fmla="*/ 95 h 120"/>
                <a:gd name="T18" fmla="*/ 2 w 31"/>
                <a:gd name="T19" fmla="*/ 102 h 120"/>
                <a:gd name="T20" fmla="*/ 12 w 31"/>
                <a:gd name="T21" fmla="*/ 118 h 120"/>
                <a:gd name="T22" fmla="*/ 16 w 31"/>
                <a:gd name="T23" fmla="*/ 120 h 120"/>
                <a:gd name="T24" fmla="*/ 19 w 31"/>
                <a:gd name="T25" fmla="*/ 118 h 120"/>
                <a:gd name="T26" fmla="*/ 30 w 31"/>
                <a:gd name="T27" fmla="*/ 102 h 120"/>
                <a:gd name="T28" fmla="*/ 31 w 31"/>
                <a:gd name="T29" fmla="*/ 95 h 120"/>
                <a:gd name="T30" fmla="*/ 22 w 31"/>
                <a:gd name="T31" fmla="*/ 26 h 120"/>
                <a:gd name="T32" fmla="*/ 29 w 31"/>
                <a:gd name="T33" fmla="*/ 18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 h="120">
                  <a:moveTo>
                    <a:pt x="29" y="18"/>
                  </a:moveTo>
                  <a:cubicBezTo>
                    <a:pt x="31" y="16"/>
                    <a:pt x="31" y="13"/>
                    <a:pt x="29" y="11"/>
                  </a:cubicBezTo>
                  <a:cubicBezTo>
                    <a:pt x="19" y="1"/>
                    <a:pt x="19" y="1"/>
                    <a:pt x="19" y="1"/>
                  </a:cubicBezTo>
                  <a:cubicBezTo>
                    <a:pt x="18" y="0"/>
                    <a:pt x="17" y="0"/>
                    <a:pt x="16" y="0"/>
                  </a:cubicBezTo>
                  <a:cubicBezTo>
                    <a:pt x="14" y="0"/>
                    <a:pt x="13" y="0"/>
                    <a:pt x="12" y="1"/>
                  </a:cubicBezTo>
                  <a:cubicBezTo>
                    <a:pt x="2" y="11"/>
                    <a:pt x="2" y="11"/>
                    <a:pt x="2" y="11"/>
                  </a:cubicBezTo>
                  <a:cubicBezTo>
                    <a:pt x="0" y="13"/>
                    <a:pt x="0" y="16"/>
                    <a:pt x="2" y="18"/>
                  </a:cubicBezTo>
                  <a:cubicBezTo>
                    <a:pt x="10" y="26"/>
                    <a:pt x="10" y="26"/>
                    <a:pt x="10" y="26"/>
                  </a:cubicBezTo>
                  <a:cubicBezTo>
                    <a:pt x="0" y="95"/>
                    <a:pt x="0" y="95"/>
                    <a:pt x="0" y="95"/>
                  </a:cubicBezTo>
                  <a:cubicBezTo>
                    <a:pt x="0" y="98"/>
                    <a:pt x="0" y="100"/>
                    <a:pt x="2" y="102"/>
                  </a:cubicBezTo>
                  <a:cubicBezTo>
                    <a:pt x="12" y="118"/>
                    <a:pt x="12" y="118"/>
                    <a:pt x="12" y="118"/>
                  </a:cubicBezTo>
                  <a:cubicBezTo>
                    <a:pt x="13" y="120"/>
                    <a:pt x="14" y="120"/>
                    <a:pt x="16" y="120"/>
                  </a:cubicBezTo>
                  <a:cubicBezTo>
                    <a:pt x="17" y="120"/>
                    <a:pt x="18" y="120"/>
                    <a:pt x="19" y="118"/>
                  </a:cubicBezTo>
                  <a:cubicBezTo>
                    <a:pt x="30" y="102"/>
                    <a:pt x="30" y="102"/>
                    <a:pt x="30" y="102"/>
                  </a:cubicBezTo>
                  <a:cubicBezTo>
                    <a:pt x="31" y="100"/>
                    <a:pt x="31" y="98"/>
                    <a:pt x="31" y="95"/>
                  </a:cubicBezTo>
                  <a:cubicBezTo>
                    <a:pt x="22" y="26"/>
                    <a:pt x="22" y="26"/>
                    <a:pt x="22" y="26"/>
                  </a:cubicBezTo>
                  <a:lnTo>
                    <a:pt x="29" y="1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grpSp>
      <p:sp>
        <p:nvSpPr>
          <p:cNvPr id="26" name="Freeform 25"/>
          <p:cNvSpPr>
            <a:spLocks/>
          </p:cNvSpPr>
          <p:nvPr/>
        </p:nvSpPr>
        <p:spPr bwMode="auto">
          <a:xfrm>
            <a:off x="2598738" y="4780388"/>
            <a:ext cx="2982913" cy="439738"/>
          </a:xfrm>
          <a:custGeom>
            <a:avLst/>
            <a:gdLst>
              <a:gd name="T0" fmla="*/ 17 w 794"/>
              <a:gd name="T1" fmla="*/ 117 h 117"/>
              <a:gd name="T2" fmla="*/ 34 w 794"/>
              <a:gd name="T3" fmla="*/ 100 h 117"/>
              <a:gd name="T4" fmla="*/ 644 w 794"/>
              <a:gd name="T5" fmla="*/ 100 h 117"/>
              <a:gd name="T6" fmla="*/ 794 w 794"/>
              <a:gd name="T7" fmla="*/ 3 h 117"/>
              <a:gd name="T8" fmla="*/ 791 w 794"/>
              <a:gd name="T9" fmla="*/ 0 h 117"/>
              <a:gd name="T10" fmla="*/ 642 w 794"/>
              <a:gd name="T11" fmla="*/ 97 h 117"/>
              <a:gd name="T12" fmla="*/ 33 w 794"/>
              <a:gd name="T13" fmla="*/ 97 h 117"/>
              <a:gd name="T14" fmla="*/ 17 w 794"/>
              <a:gd name="T15" fmla="*/ 83 h 117"/>
              <a:gd name="T16" fmla="*/ 0 w 794"/>
              <a:gd name="T17" fmla="*/ 100 h 117"/>
              <a:gd name="T18" fmla="*/ 17 w 794"/>
              <a:gd name="T19" fmla="*/ 11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4" h="117">
                <a:moveTo>
                  <a:pt x="17" y="117"/>
                </a:moveTo>
                <a:cubicBezTo>
                  <a:pt x="26" y="117"/>
                  <a:pt x="33" y="110"/>
                  <a:pt x="34" y="100"/>
                </a:cubicBezTo>
                <a:cubicBezTo>
                  <a:pt x="644" y="100"/>
                  <a:pt x="644" y="100"/>
                  <a:pt x="644" y="100"/>
                </a:cubicBezTo>
                <a:cubicBezTo>
                  <a:pt x="794" y="3"/>
                  <a:pt x="794" y="3"/>
                  <a:pt x="794" y="3"/>
                </a:cubicBezTo>
                <a:cubicBezTo>
                  <a:pt x="791" y="0"/>
                  <a:pt x="791" y="0"/>
                  <a:pt x="791" y="0"/>
                </a:cubicBezTo>
                <a:cubicBezTo>
                  <a:pt x="642" y="97"/>
                  <a:pt x="642" y="97"/>
                  <a:pt x="642" y="97"/>
                </a:cubicBezTo>
                <a:cubicBezTo>
                  <a:pt x="33" y="97"/>
                  <a:pt x="33" y="97"/>
                  <a:pt x="33" y="97"/>
                </a:cubicBezTo>
                <a:cubicBezTo>
                  <a:pt x="32" y="89"/>
                  <a:pt x="25" y="83"/>
                  <a:pt x="17" y="83"/>
                </a:cubicBezTo>
                <a:cubicBezTo>
                  <a:pt x="7" y="83"/>
                  <a:pt x="0" y="90"/>
                  <a:pt x="0" y="100"/>
                </a:cubicBezTo>
                <a:cubicBezTo>
                  <a:pt x="0" y="109"/>
                  <a:pt x="7" y="117"/>
                  <a:pt x="17" y="117"/>
                </a:cubicBezTo>
                <a:close/>
              </a:path>
            </a:pathLst>
          </a:custGeom>
          <a:solidFill>
            <a:srgbClr val="E99A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26"/>
          <p:cNvSpPr>
            <a:spLocks/>
          </p:cNvSpPr>
          <p:nvPr/>
        </p:nvSpPr>
        <p:spPr bwMode="auto">
          <a:xfrm>
            <a:off x="7297738" y="2410250"/>
            <a:ext cx="2609850" cy="458788"/>
          </a:xfrm>
          <a:custGeom>
            <a:avLst/>
            <a:gdLst>
              <a:gd name="T0" fmla="*/ 678 w 695"/>
              <a:gd name="T1" fmla="*/ 0 h 122"/>
              <a:gd name="T2" fmla="*/ 661 w 695"/>
              <a:gd name="T3" fmla="*/ 16 h 122"/>
              <a:gd name="T4" fmla="*/ 137 w 695"/>
              <a:gd name="T5" fmla="*/ 16 h 122"/>
              <a:gd name="T6" fmla="*/ 0 w 695"/>
              <a:gd name="T7" fmla="*/ 119 h 122"/>
              <a:gd name="T8" fmla="*/ 3 w 695"/>
              <a:gd name="T9" fmla="*/ 122 h 122"/>
              <a:gd name="T10" fmla="*/ 138 w 695"/>
              <a:gd name="T11" fmla="*/ 20 h 122"/>
              <a:gd name="T12" fmla="*/ 661 w 695"/>
              <a:gd name="T13" fmla="*/ 20 h 122"/>
              <a:gd name="T14" fmla="*/ 678 w 695"/>
              <a:gd name="T15" fmla="*/ 34 h 122"/>
              <a:gd name="T16" fmla="*/ 695 w 695"/>
              <a:gd name="T17" fmla="*/ 17 h 122"/>
              <a:gd name="T18" fmla="*/ 678 w 695"/>
              <a:gd name="T19"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5" h="122">
                <a:moveTo>
                  <a:pt x="678" y="0"/>
                </a:moveTo>
                <a:cubicBezTo>
                  <a:pt x="668" y="0"/>
                  <a:pt x="661" y="7"/>
                  <a:pt x="661" y="16"/>
                </a:cubicBezTo>
                <a:cubicBezTo>
                  <a:pt x="137" y="16"/>
                  <a:pt x="137" y="16"/>
                  <a:pt x="137" y="16"/>
                </a:cubicBezTo>
                <a:cubicBezTo>
                  <a:pt x="0" y="119"/>
                  <a:pt x="0" y="119"/>
                  <a:pt x="0" y="119"/>
                </a:cubicBezTo>
                <a:cubicBezTo>
                  <a:pt x="3" y="122"/>
                  <a:pt x="3" y="122"/>
                  <a:pt x="3" y="122"/>
                </a:cubicBezTo>
                <a:cubicBezTo>
                  <a:pt x="138" y="20"/>
                  <a:pt x="138" y="20"/>
                  <a:pt x="138" y="20"/>
                </a:cubicBezTo>
                <a:cubicBezTo>
                  <a:pt x="661" y="20"/>
                  <a:pt x="661" y="20"/>
                  <a:pt x="661" y="20"/>
                </a:cubicBezTo>
                <a:cubicBezTo>
                  <a:pt x="662" y="28"/>
                  <a:pt x="669" y="34"/>
                  <a:pt x="678" y="34"/>
                </a:cubicBezTo>
                <a:cubicBezTo>
                  <a:pt x="687" y="34"/>
                  <a:pt x="695" y="26"/>
                  <a:pt x="695" y="17"/>
                </a:cubicBezTo>
                <a:cubicBezTo>
                  <a:pt x="695" y="8"/>
                  <a:pt x="687" y="0"/>
                  <a:pt x="678" y="0"/>
                </a:cubicBezTo>
                <a:close/>
              </a:path>
            </a:pathLst>
          </a:custGeom>
          <a:solidFill>
            <a:srgbClr val="C2BF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27"/>
          <p:cNvSpPr>
            <a:spLocks/>
          </p:cNvSpPr>
          <p:nvPr/>
        </p:nvSpPr>
        <p:spPr bwMode="auto">
          <a:xfrm>
            <a:off x="2284413" y="1718100"/>
            <a:ext cx="2417763" cy="477838"/>
          </a:xfrm>
          <a:custGeom>
            <a:avLst/>
            <a:gdLst>
              <a:gd name="T0" fmla="*/ 17 w 644"/>
              <a:gd name="T1" fmla="*/ 34 h 127"/>
              <a:gd name="T2" fmla="*/ 34 w 644"/>
              <a:gd name="T3" fmla="*/ 17 h 127"/>
              <a:gd name="T4" fmla="*/ 550 w 644"/>
              <a:gd name="T5" fmla="*/ 17 h 127"/>
              <a:gd name="T6" fmla="*/ 644 w 644"/>
              <a:gd name="T7" fmla="*/ 127 h 127"/>
              <a:gd name="T8" fmla="*/ 644 w 644"/>
              <a:gd name="T9" fmla="*/ 122 h 127"/>
              <a:gd name="T10" fmla="*/ 551 w 644"/>
              <a:gd name="T11" fmla="*/ 14 h 127"/>
              <a:gd name="T12" fmla="*/ 34 w 644"/>
              <a:gd name="T13" fmla="*/ 14 h 127"/>
              <a:gd name="T14" fmla="*/ 17 w 644"/>
              <a:gd name="T15" fmla="*/ 0 h 127"/>
              <a:gd name="T16" fmla="*/ 0 w 644"/>
              <a:gd name="T17" fmla="*/ 17 h 127"/>
              <a:gd name="T18" fmla="*/ 17 w 644"/>
              <a:gd name="T19" fmla="*/ 34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4" h="127">
                <a:moveTo>
                  <a:pt x="17" y="34"/>
                </a:moveTo>
                <a:cubicBezTo>
                  <a:pt x="27" y="34"/>
                  <a:pt x="34" y="26"/>
                  <a:pt x="34" y="17"/>
                </a:cubicBezTo>
                <a:cubicBezTo>
                  <a:pt x="550" y="17"/>
                  <a:pt x="550" y="17"/>
                  <a:pt x="550" y="17"/>
                </a:cubicBezTo>
                <a:cubicBezTo>
                  <a:pt x="644" y="127"/>
                  <a:pt x="644" y="127"/>
                  <a:pt x="644" y="127"/>
                </a:cubicBezTo>
                <a:cubicBezTo>
                  <a:pt x="644" y="122"/>
                  <a:pt x="644" y="122"/>
                  <a:pt x="644" y="122"/>
                </a:cubicBezTo>
                <a:cubicBezTo>
                  <a:pt x="551" y="14"/>
                  <a:pt x="551" y="14"/>
                  <a:pt x="551" y="14"/>
                </a:cubicBezTo>
                <a:cubicBezTo>
                  <a:pt x="34" y="14"/>
                  <a:pt x="34" y="14"/>
                  <a:pt x="34" y="14"/>
                </a:cubicBezTo>
                <a:cubicBezTo>
                  <a:pt x="33" y="6"/>
                  <a:pt x="26" y="0"/>
                  <a:pt x="17" y="0"/>
                </a:cubicBezTo>
                <a:cubicBezTo>
                  <a:pt x="8" y="0"/>
                  <a:pt x="0" y="7"/>
                  <a:pt x="0" y="17"/>
                </a:cubicBezTo>
                <a:cubicBezTo>
                  <a:pt x="0" y="26"/>
                  <a:pt x="8" y="34"/>
                  <a:pt x="17" y="34"/>
                </a:cubicBezTo>
                <a:close/>
              </a:path>
            </a:pathLst>
          </a:custGeom>
          <a:solidFill>
            <a:srgbClr val="21B3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28"/>
          <p:cNvSpPr>
            <a:spLocks/>
          </p:cNvSpPr>
          <p:nvPr/>
        </p:nvSpPr>
        <p:spPr bwMode="auto">
          <a:xfrm>
            <a:off x="6283326" y="5464600"/>
            <a:ext cx="3203575" cy="425450"/>
          </a:xfrm>
          <a:custGeom>
            <a:avLst/>
            <a:gdLst>
              <a:gd name="T0" fmla="*/ 836 w 853"/>
              <a:gd name="T1" fmla="*/ 113 h 113"/>
              <a:gd name="T2" fmla="*/ 819 w 853"/>
              <a:gd name="T3" fmla="*/ 97 h 113"/>
              <a:gd name="T4" fmla="*/ 135 w 853"/>
              <a:gd name="T5" fmla="*/ 97 h 113"/>
              <a:gd name="T6" fmla="*/ 0 w 853"/>
              <a:gd name="T7" fmla="*/ 5 h 113"/>
              <a:gd name="T8" fmla="*/ 0 w 853"/>
              <a:gd name="T9" fmla="*/ 0 h 113"/>
              <a:gd name="T10" fmla="*/ 137 w 853"/>
              <a:gd name="T11" fmla="*/ 93 h 113"/>
              <a:gd name="T12" fmla="*/ 819 w 853"/>
              <a:gd name="T13" fmla="*/ 93 h 113"/>
              <a:gd name="T14" fmla="*/ 836 w 853"/>
              <a:gd name="T15" fmla="*/ 79 h 113"/>
              <a:gd name="T16" fmla="*/ 853 w 853"/>
              <a:gd name="T17" fmla="*/ 96 h 113"/>
              <a:gd name="T18" fmla="*/ 836 w 853"/>
              <a:gd name="T19"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3" h="113">
                <a:moveTo>
                  <a:pt x="836" y="113"/>
                </a:moveTo>
                <a:cubicBezTo>
                  <a:pt x="827" y="113"/>
                  <a:pt x="819" y="106"/>
                  <a:pt x="819" y="97"/>
                </a:cubicBezTo>
                <a:cubicBezTo>
                  <a:pt x="135" y="97"/>
                  <a:pt x="135" y="97"/>
                  <a:pt x="135" y="97"/>
                </a:cubicBezTo>
                <a:cubicBezTo>
                  <a:pt x="0" y="5"/>
                  <a:pt x="0" y="5"/>
                  <a:pt x="0" y="5"/>
                </a:cubicBezTo>
                <a:cubicBezTo>
                  <a:pt x="0" y="0"/>
                  <a:pt x="0" y="0"/>
                  <a:pt x="0" y="0"/>
                </a:cubicBezTo>
                <a:cubicBezTo>
                  <a:pt x="137" y="93"/>
                  <a:pt x="137" y="93"/>
                  <a:pt x="137" y="93"/>
                </a:cubicBezTo>
                <a:cubicBezTo>
                  <a:pt x="819" y="93"/>
                  <a:pt x="819" y="93"/>
                  <a:pt x="819" y="93"/>
                </a:cubicBezTo>
                <a:cubicBezTo>
                  <a:pt x="821" y="85"/>
                  <a:pt x="828" y="79"/>
                  <a:pt x="836" y="79"/>
                </a:cubicBezTo>
                <a:cubicBezTo>
                  <a:pt x="845" y="79"/>
                  <a:pt x="853" y="87"/>
                  <a:pt x="853" y="96"/>
                </a:cubicBezTo>
                <a:cubicBezTo>
                  <a:pt x="853" y="106"/>
                  <a:pt x="845" y="113"/>
                  <a:pt x="836" y="113"/>
                </a:cubicBezTo>
                <a:close/>
              </a:path>
            </a:pathLst>
          </a:custGeom>
          <a:solidFill>
            <a:srgbClr val="5663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文本框 31"/>
          <p:cNvSpPr txBox="1"/>
          <p:nvPr/>
        </p:nvSpPr>
        <p:spPr>
          <a:xfrm>
            <a:off x="1531333" y="1191410"/>
            <a:ext cx="2856518" cy="1015663"/>
          </a:xfrm>
          <a:prstGeom prst="rect">
            <a:avLst/>
          </a:prstGeom>
          <a:noFill/>
        </p:spPr>
        <p:txBody>
          <a:bodyPr wrap="square" rtlCol="0">
            <a:spAutoFit/>
          </a:bodyPr>
          <a:lstStyle/>
          <a:p>
            <a:pPr algn="r">
              <a:lnSpc>
                <a:spcPct val="150000"/>
              </a:lnSpc>
            </a:pPr>
            <a:r>
              <a:rPr lang="zh-CN" altLang="en-US" sz="2400" b="1" dirty="0">
                <a:solidFill>
                  <a:srgbClr val="2EA7E0"/>
                </a:solidFill>
              </a:rPr>
              <a:t>添加标题</a:t>
            </a:r>
            <a:endParaRPr lang="en-US" altLang="zh-CN" sz="2400" b="1" dirty="0">
              <a:solidFill>
                <a:srgbClr val="2EA7E0"/>
              </a:solidFill>
            </a:endParaRPr>
          </a:p>
          <a:p>
            <a:pPr algn="r">
              <a:lnSpc>
                <a:spcPct val="150000"/>
              </a:lnSpc>
            </a:pPr>
            <a:r>
              <a:rPr lang="zh-CN" altLang="en-US" sz="1600" dirty="0">
                <a:solidFill>
                  <a:schemeClr val="tx1">
                    <a:lumMod val="65000"/>
                    <a:lumOff val="35000"/>
                  </a:schemeClr>
                </a:solidFill>
              </a:rPr>
              <a:t>添加内容添加内容</a:t>
            </a:r>
          </a:p>
        </p:txBody>
      </p:sp>
      <p:sp>
        <p:nvSpPr>
          <p:cNvPr id="33" name="文本框 32"/>
          <p:cNvSpPr txBox="1"/>
          <p:nvPr/>
        </p:nvSpPr>
        <p:spPr>
          <a:xfrm>
            <a:off x="7885113" y="1869601"/>
            <a:ext cx="2856518" cy="1015663"/>
          </a:xfrm>
          <a:prstGeom prst="rect">
            <a:avLst/>
          </a:prstGeom>
          <a:noFill/>
        </p:spPr>
        <p:txBody>
          <a:bodyPr wrap="square" rtlCol="0">
            <a:spAutoFit/>
          </a:bodyPr>
          <a:lstStyle/>
          <a:p>
            <a:pPr>
              <a:lnSpc>
                <a:spcPct val="150000"/>
              </a:lnSpc>
            </a:pPr>
            <a:r>
              <a:rPr lang="zh-CN" altLang="en-US" sz="2400" b="1" dirty="0">
                <a:solidFill>
                  <a:schemeClr val="bg1">
                    <a:lumMod val="65000"/>
                  </a:schemeClr>
                </a:solidFill>
              </a:rPr>
              <a:t>添加标题</a:t>
            </a:r>
            <a:endParaRPr lang="en-US" altLang="zh-CN" sz="2400" b="1" dirty="0">
              <a:solidFill>
                <a:schemeClr val="bg1">
                  <a:lumMod val="65000"/>
                </a:schemeClr>
              </a:solidFill>
            </a:endParaRPr>
          </a:p>
          <a:p>
            <a:pPr>
              <a:lnSpc>
                <a:spcPct val="150000"/>
              </a:lnSpc>
            </a:pPr>
            <a:r>
              <a:rPr lang="zh-CN" altLang="en-US" sz="1600" dirty="0">
                <a:solidFill>
                  <a:schemeClr val="tx1">
                    <a:lumMod val="65000"/>
                    <a:lumOff val="35000"/>
                  </a:schemeClr>
                </a:solidFill>
              </a:rPr>
              <a:t>添加内容添加内容</a:t>
            </a:r>
          </a:p>
        </p:txBody>
      </p:sp>
      <p:sp>
        <p:nvSpPr>
          <p:cNvPr id="34" name="文本框 33"/>
          <p:cNvSpPr txBox="1"/>
          <p:nvPr/>
        </p:nvSpPr>
        <p:spPr>
          <a:xfrm>
            <a:off x="2171440" y="4523687"/>
            <a:ext cx="2856518" cy="1015663"/>
          </a:xfrm>
          <a:prstGeom prst="rect">
            <a:avLst/>
          </a:prstGeom>
          <a:noFill/>
        </p:spPr>
        <p:txBody>
          <a:bodyPr wrap="square" rtlCol="0">
            <a:spAutoFit/>
          </a:bodyPr>
          <a:lstStyle/>
          <a:p>
            <a:pPr algn="r">
              <a:lnSpc>
                <a:spcPct val="150000"/>
              </a:lnSpc>
            </a:pPr>
            <a:r>
              <a:rPr lang="zh-CN" altLang="en-US" sz="2400" b="1" dirty="0">
                <a:solidFill>
                  <a:srgbClr val="E99A14"/>
                </a:solidFill>
              </a:rPr>
              <a:t>添加标题</a:t>
            </a:r>
            <a:endParaRPr lang="en-US" altLang="zh-CN" sz="2400" b="1" dirty="0">
              <a:solidFill>
                <a:srgbClr val="E99A14"/>
              </a:solidFill>
            </a:endParaRPr>
          </a:p>
          <a:p>
            <a:pPr algn="r">
              <a:lnSpc>
                <a:spcPct val="150000"/>
              </a:lnSpc>
            </a:pPr>
            <a:r>
              <a:rPr lang="zh-CN" altLang="en-US" sz="1600" dirty="0">
                <a:solidFill>
                  <a:schemeClr val="tx1">
                    <a:lumMod val="65000"/>
                    <a:lumOff val="35000"/>
                  </a:schemeClr>
                </a:solidFill>
              </a:rPr>
              <a:t>添加内容添加内容</a:t>
            </a:r>
          </a:p>
        </p:txBody>
      </p:sp>
      <p:sp>
        <p:nvSpPr>
          <p:cNvPr id="35" name="文本框 34"/>
          <p:cNvSpPr txBox="1"/>
          <p:nvPr/>
        </p:nvSpPr>
        <p:spPr>
          <a:xfrm>
            <a:off x="6854826" y="5201878"/>
            <a:ext cx="2856518" cy="1015663"/>
          </a:xfrm>
          <a:prstGeom prst="rect">
            <a:avLst/>
          </a:prstGeom>
          <a:noFill/>
        </p:spPr>
        <p:txBody>
          <a:bodyPr wrap="square" rtlCol="0">
            <a:spAutoFit/>
          </a:bodyPr>
          <a:lstStyle/>
          <a:p>
            <a:pPr>
              <a:lnSpc>
                <a:spcPct val="15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50000"/>
              </a:lnSpc>
            </a:pPr>
            <a:r>
              <a:rPr lang="zh-CN" altLang="en-US" sz="1600" dirty="0">
                <a:solidFill>
                  <a:schemeClr val="tx1">
                    <a:lumMod val="65000"/>
                    <a:lumOff val="35000"/>
                  </a:schemeClr>
                </a:solidFill>
              </a:rPr>
              <a:t>添加内容添加内容</a:t>
            </a:r>
          </a:p>
        </p:txBody>
      </p:sp>
      <p:sp>
        <p:nvSpPr>
          <p:cNvPr id="36"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endParaRPr lang="zh-CN" altLang="zh-CN" sz="2800" b="1" dirty="0">
              <a:solidFill>
                <a:schemeClr val="tx1">
                  <a:lumMod val="65000"/>
                  <a:lumOff val="35000"/>
                </a:schemeClr>
              </a:solidFill>
            </a:endParaRPr>
          </a:p>
        </p:txBody>
      </p:sp>
      <p:sp>
        <p:nvSpPr>
          <p:cNvPr id="38" name="椭圆 37"/>
          <p:cNvSpPr/>
          <p:nvPr/>
        </p:nvSpPr>
        <p:spPr>
          <a:xfrm>
            <a:off x="4860591" y="5563024"/>
            <a:ext cx="2620963" cy="323850"/>
          </a:xfrm>
          <a:prstGeom prst="ellipse">
            <a:avLst/>
          </a:prstGeom>
          <a:gradFill flip="none" rotWithShape="1">
            <a:gsLst>
              <a:gs pos="0">
                <a:schemeClr val="tx1">
                  <a:lumMod val="95000"/>
                  <a:lumOff val="5000"/>
                  <a:alpha val="65000"/>
                </a:schemeClr>
              </a:gs>
              <a:gs pos="90000">
                <a:schemeClr val="tx1">
                  <a:alpha val="0"/>
                  <a:lumMod val="0"/>
                  <a:lumOff val="100000"/>
                </a:schemeClr>
              </a:gs>
            </a:gsLst>
            <a:path path="shape">
              <a:fillToRect l="50000" t="50000" r="50000" b="50000"/>
            </a:path>
            <a:tileRect/>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1433487944"/>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梯形 4"/>
          <p:cNvSpPr/>
          <p:nvPr/>
        </p:nvSpPr>
        <p:spPr>
          <a:xfrm>
            <a:off x="4377000" y="4788756"/>
            <a:ext cx="3438000" cy="2016574"/>
          </a:xfrm>
          <a:prstGeom prst="trapezoid">
            <a:avLst>
              <a:gd name="adj" fmla="val 1400"/>
            </a:avLst>
          </a:prstGeom>
          <a:gradFill>
            <a:gsLst>
              <a:gs pos="0">
                <a:schemeClr val="tx1">
                  <a:lumMod val="95000"/>
                  <a:lumOff val="5000"/>
                  <a:alpha val="20000"/>
                </a:schemeClr>
              </a:gs>
              <a:gs pos="100000">
                <a:schemeClr val="bg1">
                  <a:alpha val="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latin typeface="Impact" panose="020B0806030902050204" pitchFamily="34" charset="0"/>
            </a:endParaRPr>
          </a:p>
        </p:txBody>
      </p:sp>
      <p:grpSp>
        <p:nvGrpSpPr>
          <p:cNvPr id="30" name="组合 29"/>
          <p:cNvGrpSpPr/>
          <p:nvPr/>
        </p:nvGrpSpPr>
        <p:grpSpPr>
          <a:xfrm>
            <a:off x="4241368" y="1919045"/>
            <a:ext cx="3709264" cy="3934412"/>
            <a:chOff x="500063" y="681038"/>
            <a:chExt cx="5178425" cy="5492751"/>
          </a:xfrm>
        </p:grpSpPr>
        <p:sp>
          <p:nvSpPr>
            <p:cNvPr id="33" name="AutoShape 3"/>
            <p:cNvSpPr>
              <a:spLocks noChangeAspect="1" noChangeArrowheads="1" noTextEdit="1"/>
            </p:cNvSpPr>
            <p:nvPr/>
          </p:nvSpPr>
          <p:spPr bwMode="auto">
            <a:xfrm>
              <a:off x="503238" y="684213"/>
              <a:ext cx="5175250" cy="548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5"/>
            <p:cNvSpPr>
              <a:spLocks/>
            </p:cNvSpPr>
            <p:nvPr/>
          </p:nvSpPr>
          <p:spPr bwMode="auto">
            <a:xfrm>
              <a:off x="4059238" y="3314701"/>
              <a:ext cx="1484313" cy="679450"/>
            </a:xfrm>
            <a:custGeom>
              <a:avLst/>
              <a:gdLst>
                <a:gd name="T0" fmla="*/ 935 w 935"/>
                <a:gd name="T1" fmla="*/ 0 h 428"/>
                <a:gd name="T2" fmla="*/ 558 w 935"/>
                <a:gd name="T3" fmla="*/ 151 h 428"/>
                <a:gd name="T4" fmla="*/ 248 w 935"/>
                <a:gd name="T5" fmla="*/ 383 h 428"/>
                <a:gd name="T6" fmla="*/ 113 w 935"/>
                <a:gd name="T7" fmla="*/ 191 h 428"/>
                <a:gd name="T8" fmla="*/ 0 w 935"/>
                <a:gd name="T9" fmla="*/ 303 h 428"/>
                <a:gd name="T10" fmla="*/ 208 w 935"/>
                <a:gd name="T11" fmla="*/ 428 h 428"/>
                <a:gd name="T12" fmla="*/ 385 w 935"/>
                <a:gd name="T13" fmla="*/ 414 h 428"/>
                <a:gd name="T14" fmla="*/ 935 w 935"/>
                <a:gd name="T15" fmla="*/ 0 h 4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5" h="428">
                  <a:moveTo>
                    <a:pt x="935" y="0"/>
                  </a:moveTo>
                  <a:lnTo>
                    <a:pt x="558" y="151"/>
                  </a:lnTo>
                  <a:lnTo>
                    <a:pt x="248" y="383"/>
                  </a:lnTo>
                  <a:lnTo>
                    <a:pt x="113" y="191"/>
                  </a:lnTo>
                  <a:lnTo>
                    <a:pt x="0" y="303"/>
                  </a:lnTo>
                  <a:lnTo>
                    <a:pt x="208" y="428"/>
                  </a:lnTo>
                  <a:lnTo>
                    <a:pt x="385" y="414"/>
                  </a:lnTo>
                  <a:lnTo>
                    <a:pt x="935" y="0"/>
                  </a:lnTo>
                  <a:close/>
                </a:path>
              </a:pathLst>
            </a:custGeom>
            <a:solidFill>
              <a:srgbClr val="325A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6"/>
            <p:cNvSpPr>
              <a:spLocks/>
            </p:cNvSpPr>
            <p:nvPr/>
          </p:nvSpPr>
          <p:spPr bwMode="auto">
            <a:xfrm>
              <a:off x="1935163" y="1104901"/>
              <a:ext cx="1149350" cy="777875"/>
            </a:xfrm>
            <a:custGeom>
              <a:avLst/>
              <a:gdLst>
                <a:gd name="T0" fmla="*/ 0 w 724"/>
                <a:gd name="T1" fmla="*/ 0 h 490"/>
                <a:gd name="T2" fmla="*/ 0 w 724"/>
                <a:gd name="T3" fmla="*/ 116 h 490"/>
                <a:gd name="T4" fmla="*/ 499 w 724"/>
                <a:gd name="T5" fmla="*/ 339 h 490"/>
                <a:gd name="T6" fmla="*/ 526 w 724"/>
                <a:gd name="T7" fmla="*/ 490 h 490"/>
                <a:gd name="T8" fmla="*/ 724 w 724"/>
                <a:gd name="T9" fmla="*/ 398 h 490"/>
                <a:gd name="T10" fmla="*/ 722 w 724"/>
                <a:gd name="T11" fmla="*/ 308 h 490"/>
                <a:gd name="T12" fmla="*/ 0 w 724"/>
                <a:gd name="T13" fmla="*/ 0 h 490"/>
              </a:gdLst>
              <a:ahLst/>
              <a:cxnLst>
                <a:cxn ang="0">
                  <a:pos x="T0" y="T1"/>
                </a:cxn>
                <a:cxn ang="0">
                  <a:pos x="T2" y="T3"/>
                </a:cxn>
                <a:cxn ang="0">
                  <a:pos x="T4" y="T5"/>
                </a:cxn>
                <a:cxn ang="0">
                  <a:pos x="T6" y="T7"/>
                </a:cxn>
                <a:cxn ang="0">
                  <a:pos x="T8" y="T9"/>
                </a:cxn>
                <a:cxn ang="0">
                  <a:pos x="T10" y="T11"/>
                </a:cxn>
                <a:cxn ang="0">
                  <a:pos x="T12" y="T13"/>
                </a:cxn>
              </a:cxnLst>
              <a:rect l="0" t="0" r="r" b="b"/>
              <a:pathLst>
                <a:path w="724" h="490">
                  <a:moveTo>
                    <a:pt x="0" y="0"/>
                  </a:moveTo>
                  <a:lnTo>
                    <a:pt x="0" y="116"/>
                  </a:lnTo>
                  <a:lnTo>
                    <a:pt x="499" y="339"/>
                  </a:lnTo>
                  <a:lnTo>
                    <a:pt x="526" y="490"/>
                  </a:lnTo>
                  <a:lnTo>
                    <a:pt x="724" y="398"/>
                  </a:lnTo>
                  <a:lnTo>
                    <a:pt x="722" y="308"/>
                  </a:lnTo>
                  <a:lnTo>
                    <a:pt x="0" y="0"/>
                  </a:lnTo>
                  <a:close/>
                </a:path>
              </a:pathLst>
            </a:custGeom>
            <a:solidFill>
              <a:srgbClr val="FBB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7"/>
            <p:cNvSpPr>
              <a:spLocks/>
            </p:cNvSpPr>
            <p:nvPr/>
          </p:nvSpPr>
          <p:spPr bwMode="auto">
            <a:xfrm>
              <a:off x="635001" y="3314701"/>
              <a:ext cx="1165225" cy="2032000"/>
            </a:xfrm>
            <a:custGeom>
              <a:avLst/>
              <a:gdLst>
                <a:gd name="T0" fmla="*/ 720 w 734"/>
                <a:gd name="T1" fmla="*/ 1280 h 1280"/>
                <a:gd name="T2" fmla="*/ 606 w 734"/>
                <a:gd name="T3" fmla="*/ 665 h 1280"/>
                <a:gd name="T4" fmla="*/ 689 w 734"/>
                <a:gd name="T5" fmla="*/ 388 h 1280"/>
                <a:gd name="T6" fmla="*/ 227 w 734"/>
                <a:gd name="T7" fmla="*/ 289 h 1280"/>
                <a:gd name="T8" fmla="*/ 0 w 734"/>
                <a:gd name="T9" fmla="*/ 0 h 1280"/>
                <a:gd name="T10" fmla="*/ 298 w 734"/>
                <a:gd name="T11" fmla="*/ 123 h 1280"/>
                <a:gd name="T12" fmla="*/ 691 w 734"/>
                <a:gd name="T13" fmla="*/ 360 h 1280"/>
                <a:gd name="T14" fmla="*/ 734 w 734"/>
                <a:gd name="T15" fmla="*/ 558 h 1280"/>
                <a:gd name="T16" fmla="*/ 720 w 734"/>
                <a:gd name="T17" fmla="*/ 1280 h 1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4" h="1280">
                  <a:moveTo>
                    <a:pt x="720" y="1280"/>
                  </a:moveTo>
                  <a:lnTo>
                    <a:pt x="606" y="665"/>
                  </a:lnTo>
                  <a:lnTo>
                    <a:pt x="689" y="388"/>
                  </a:lnTo>
                  <a:lnTo>
                    <a:pt x="227" y="289"/>
                  </a:lnTo>
                  <a:lnTo>
                    <a:pt x="0" y="0"/>
                  </a:lnTo>
                  <a:lnTo>
                    <a:pt x="298" y="123"/>
                  </a:lnTo>
                  <a:lnTo>
                    <a:pt x="691" y="360"/>
                  </a:lnTo>
                  <a:lnTo>
                    <a:pt x="734" y="558"/>
                  </a:lnTo>
                  <a:lnTo>
                    <a:pt x="720" y="1280"/>
                  </a:lnTo>
                  <a:close/>
                </a:path>
              </a:pathLst>
            </a:custGeom>
            <a:solidFill>
              <a:srgbClr val="1A36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8"/>
            <p:cNvSpPr>
              <a:spLocks/>
            </p:cNvSpPr>
            <p:nvPr/>
          </p:nvSpPr>
          <p:spPr bwMode="auto">
            <a:xfrm>
              <a:off x="1728788" y="3735388"/>
              <a:ext cx="434975" cy="1611313"/>
            </a:xfrm>
            <a:custGeom>
              <a:avLst/>
              <a:gdLst>
                <a:gd name="T0" fmla="*/ 31 w 274"/>
                <a:gd name="T1" fmla="*/ 1015 h 1015"/>
                <a:gd name="T2" fmla="*/ 274 w 274"/>
                <a:gd name="T3" fmla="*/ 887 h 1015"/>
                <a:gd name="T4" fmla="*/ 220 w 274"/>
                <a:gd name="T5" fmla="*/ 0 h 1015"/>
                <a:gd name="T6" fmla="*/ 0 w 274"/>
                <a:gd name="T7" fmla="*/ 123 h 1015"/>
                <a:gd name="T8" fmla="*/ 31 w 274"/>
                <a:gd name="T9" fmla="*/ 1015 h 1015"/>
              </a:gdLst>
              <a:ahLst/>
              <a:cxnLst>
                <a:cxn ang="0">
                  <a:pos x="T0" y="T1"/>
                </a:cxn>
                <a:cxn ang="0">
                  <a:pos x="T2" y="T3"/>
                </a:cxn>
                <a:cxn ang="0">
                  <a:pos x="T4" y="T5"/>
                </a:cxn>
                <a:cxn ang="0">
                  <a:pos x="T6" y="T7"/>
                </a:cxn>
                <a:cxn ang="0">
                  <a:pos x="T8" y="T9"/>
                </a:cxn>
              </a:cxnLst>
              <a:rect l="0" t="0" r="r" b="b"/>
              <a:pathLst>
                <a:path w="274" h="1015">
                  <a:moveTo>
                    <a:pt x="31" y="1015"/>
                  </a:moveTo>
                  <a:lnTo>
                    <a:pt x="274" y="887"/>
                  </a:lnTo>
                  <a:lnTo>
                    <a:pt x="220" y="0"/>
                  </a:lnTo>
                  <a:lnTo>
                    <a:pt x="0" y="123"/>
                  </a:lnTo>
                  <a:lnTo>
                    <a:pt x="31" y="1015"/>
                  </a:lnTo>
                  <a:close/>
                </a:path>
              </a:pathLst>
            </a:custGeom>
            <a:solidFill>
              <a:srgbClr val="1A36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9"/>
            <p:cNvSpPr>
              <a:spLocks/>
            </p:cNvSpPr>
            <p:nvPr/>
          </p:nvSpPr>
          <p:spPr bwMode="auto">
            <a:xfrm>
              <a:off x="1649413" y="1643063"/>
              <a:ext cx="1311275" cy="2130425"/>
            </a:xfrm>
            <a:custGeom>
              <a:avLst/>
              <a:gdLst>
                <a:gd name="T0" fmla="*/ 43 w 826"/>
                <a:gd name="T1" fmla="*/ 1342 h 1342"/>
                <a:gd name="T2" fmla="*/ 211 w 826"/>
                <a:gd name="T3" fmla="*/ 1263 h 1342"/>
                <a:gd name="T4" fmla="*/ 192 w 826"/>
                <a:gd name="T5" fmla="*/ 475 h 1342"/>
                <a:gd name="T6" fmla="*/ 826 w 826"/>
                <a:gd name="T7" fmla="*/ 108 h 1342"/>
                <a:gd name="T8" fmla="*/ 826 w 826"/>
                <a:gd name="T9" fmla="*/ 0 h 1342"/>
                <a:gd name="T10" fmla="*/ 0 w 826"/>
                <a:gd name="T11" fmla="*/ 347 h 1342"/>
                <a:gd name="T12" fmla="*/ 43 w 826"/>
                <a:gd name="T13" fmla="*/ 1342 h 1342"/>
              </a:gdLst>
              <a:ahLst/>
              <a:cxnLst>
                <a:cxn ang="0">
                  <a:pos x="T0" y="T1"/>
                </a:cxn>
                <a:cxn ang="0">
                  <a:pos x="T2" y="T3"/>
                </a:cxn>
                <a:cxn ang="0">
                  <a:pos x="T4" y="T5"/>
                </a:cxn>
                <a:cxn ang="0">
                  <a:pos x="T6" y="T7"/>
                </a:cxn>
                <a:cxn ang="0">
                  <a:pos x="T8" y="T9"/>
                </a:cxn>
                <a:cxn ang="0">
                  <a:pos x="T10" y="T11"/>
                </a:cxn>
                <a:cxn ang="0">
                  <a:pos x="T12" y="T13"/>
                </a:cxn>
              </a:cxnLst>
              <a:rect l="0" t="0" r="r" b="b"/>
              <a:pathLst>
                <a:path w="826" h="1342">
                  <a:moveTo>
                    <a:pt x="43" y="1342"/>
                  </a:moveTo>
                  <a:lnTo>
                    <a:pt x="211" y="1263"/>
                  </a:lnTo>
                  <a:lnTo>
                    <a:pt x="192" y="475"/>
                  </a:lnTo>
                  <a:lnTo>
                    <a:pt x="826" y="108"/>
                  </a:lnTo>
                  <a:lnTo>
                    <a:pt x="826" y="0"/>
                  </a:lnTo>
                  <a:lnTo>
                    <a:pt x="0" y="347"/>
                  </a:lnTo>
                  <a:lnTo>
                    <a:pt x="43" y="1342"/>
                  </a:lnTo>
                  <a:close/>
                </a:path>
              </a:pathLst>
            </a:custGeom>
            <a:solidFill>
              <a:srgbClr val="5396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10"/>
            <p:cNvSpPr>
              <a:spLocks/>
            </p:cNvSpPr>
            <p:nvPr/>
          </p:nvSpPr>
          <p:spPr bwMode="auto">
            <a:xfrm>
              <a:off x="4329113" y="3922713"/>
              <a:ext cx="195263" cy="1423988"/>
            </a:xfrm>
            <a:custGeom>
              <a:avLst/>
              <a:gdLst>
                <a:gd name="T0" fmla="*/ 78 w 123"/>
                <a:gd name="T1" fmla="*/ 0 h 897"/>
                <a:gd name="T2" fmla="*/ 0 w 123"/>
                <a:gd name="T3" fmla="*/ 358 h 897"/>
                <a:gd name="T4" fmla="*/ 38 w 123"/>
                <a:gd name="T5" fmla="*/ 897 h 897"/>
                <a:gd name="T6" fmla="*/ 123 w 123"/>
                <a:gd name="T7" fmla="*/ 358 h 897"/>
                <a:gd name="T8" fmla="*/ 78 w 123"/>
                <a:gd name="T9" fmla="*/ 0 h 897"/>
              </a:gdLst>
              <a:ahLst/>
              <a:cxnLst>
                <a:cxn ang="0">
                  <a:pos x="T0" y="T1"/>
                </a:cxn>
                <a:cxn ang="0">
                  <a:pos x="T2" y="T3"/>
                </a:cxn>
                <a:cxn ang="0">
                  <a:pos x="T4" y="T5"/>
                </a:cxn>
                <a:cxn ang="0">
                  <a:pos x="T6" y="T7"/>
                </a:cxn>
                <a:cxn ang="0">
                  <a:pos x="T8" y="T9"/>
                </a:cxn>
              </a:cxnLst>
              <a:rect l="0" t="0" r="r" b="b"/>
              <a:pathLst>
                <a:path w="123" h="897">
                  <a:moveTo>
                    <a:pt x="78" y="0"/>
                  </a:moveTo>
                  <a:lnTo>
                    <a:pt x="0" y="358"/>
                  </a:lnTo>
                  <a:lnTo>
                    <a:pt x="38" y="897"/>
                  </a:lnTo>
                  <a:lnTo>
                    <a:pt x="123" y="358"/>
                  </a:lnTo>
                  <a:lnTo>
                    <a:pt x="78" y="0"/>
                  </a:lnTo>
                  <a:close/>
                </a:path>
              </a:pathLst>
            </a:custGeom>
            <a:solidFill>
              <a:srgbClr val="B81F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11"/>
            <p:cNvSpPr>
              <a:spLocks/>
            </p:cNvSpPr>
            <p:nvPr/>
          </p:nvSpPr>
          <p:spPr bwMode="auto">
            <a:xfrm>
              <a:off x="3875088" y="3713163"/>
              <a:ext cx="577850" cy="1633538"/>
            </a:xfrm>
            <a:custGeom>
              <a:avLst/>
              <a:gdLst>
                <a:gd name="T0" fmla="*/ 364 w 364"/>
                <a:gd name="T1" fmla="*/ 132 h 1029"/>
                <a:gd name="T2" fmla="*/ 106 w 364"/>
                <a:gd name="T3" fmla="*/ 0 h 1029"/>
                <a:gd name="T4" fmla="*/ 0 w 364"/>
                <a:gd name="T5" fmla="*/ 38 h 1029"/>
                <a:gd name="T6" fmla="*/ 30 w 364"/>
                <a:gd name="T7" fmla="*/ 194 h 1029"/>
                <a:gd name="T8" fmla="*/ 146 w 364"/>
                <a:gd name="T9" fmla="*/ 255 h 1029"/>
                <a:gd name="T10" fmla="*/ 258 w 364"/>
                <a:gd name="T11" fmla="*/ 998 h 1029"/>
                <a:gd name="T12" fmla="*/ 324 w 364"/>
                <a:gd name="T13" fmla="*/ 1029 h 1029"/>
                <a:gd name="T14" fmla="*/ 364 w 364"/>
                <a:gd name="T15" fmla="*/ 132 h 10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4" h="1029">
                  <a:moveTo>
                    <a:pt x="364" y="132"/>
                  </a:moveTo>
                  <a:lnTo>
                    <a:pt x="106" y="0"/>
                  </a:lnTo>
                  <a:lnTo>
                    <a:pt x="0" y="38"/>
                  </a:lnTo>
                  <a:lnTo>
                    <a:pt x="30" y="194"/>
                  </a:lnTo>
                  <a:lnTo>
                    <a:pt x="146" y="255"/>
                  </a:lnTo>
                  <a:lnTo>
                    <a:pt x="258" y="998"/>
                  </a:lnTo>
                  <a:lnTo>
                    <a:pt x="324" y="1029"/>
                  </a:lnTo>
                  <a:lnTo>
                    <a:pt x="364" y="132"/>
                  </a:lnTo>
                  <a:close/>
                </a:path>
              </a:pathLst>
            </a:custGeom>
            <a:solidFill>
              <a:srgbClr val="B81F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12"/>
            <p:cNvSpPr>
              <a:spLocks/>
            </p:cNvSpPr>
            <p:nvPr/>
          </p:nvSpPr>
          <p:spPr bwMode="auto">
            <a:xfrm>
              <a:off x="3073401" y="1104901"/>
              <a:ext cx="1157288" cy="747713"/>
            </a:xfrm>
            <a:custGeom>
              <a:avLst/>
              <a:gdLst>
                <a:gd name="T0" fmla="*/ 5 w 729"/>
                <a:gd name="T1" fmla="*/ 308 h 471"/>
                <a:gd name="T2" fmla="*/ 729 w 729"/>
                <a:gd name="T3" fmla="*/ 0 h 471"/>
                <a:gd name="T4" fmla="*/ 729 w 729"/>
                <a:gd name="T5" fmla="*/ 85 h 471"/>
                <a:gd name="T6" fmla="*/ 147 w 729"/>
                <a:gd name="T7" fmla="*/ 339 h 471"/>
                <a:gd name="T8" fmla="*/ 149 w 729"/>
                <a:gd name="T9" fmla="*/ 471 h 471"/>
                <a:gd name="T10" fmla="*/ 0 w 729"/>
                <a:gd name="T11" fmla="*/ 438 h 471"/>
                <a:gd name="T12" fmla="*/ 5 w 729"/>
                <a:gd name="T13" fmla="*/ 308 h 471"/>
              </a:gdLst>
              <a:ahLst/>
              <a:cxnLst>
                <a:cxn ang="0">
                  <a:pos x="T0" y="T1"/>
                </a:cxn>
                <a:cxn ang="0">
                  <a:pos x="T2" y="T3"/>
                </a:cxn>
                <a:cxn ang="0">
                  <a:pos x="T4" y="T5"/>
                </a:cxn>
                <a:cxn ang="0">
                  <a:pos x="T6" y="T7"/>
                </a:cxn>
                <a:cxn ang="0">
                  <a:pos x="T8" y="T9"/>
                </a:cxn>
                <a:cxn ang="0">
                  <a:pos x="T10" y="T11"/>
                </a:cxn>
                <a:cxn ang="0">
                  <a:pos x="T12" y="T13"/>
                </a:cxn>
              </a:cxnLst>
              <a:rect l="0" t="0" r="r" b="b"/>
              <a:pathLst>
                <a:path w="729" h="471">
                  <a:moveTo>
                    <a:pt x="5" y="308"/>
                  </a:moveTo>
                  <a:lnTo>
                    <a:pt x="729" y="0"/>
                  </a:lnTo>
                  <a:lnTo>
                    <a:pt x="729" y="85"/>
                  </a:lnTo>
                  <a:lnTo>
                    <a:pt x="147" y="339"/>
                  </a:lnTo>
                  <a:lnTo>
                    <a:pt x="149" y="471"/>
                  </a:lnTo>
                  <a:lnTo>
                    <a:pt x="0" y="438"/>
                  </a:lnTo>
                  <a:lnTo>
                    <a:pt x="5" y="308"/>
                  </a:lnTo>
                  <a:close/>
                </a:path>
              </a:pathLst>
            </a:custGeom>
            <a:solidFill>
              <a:srgbClr val="E090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13"/>
            <p:cNvSpPr>
              <a:spLocks/>
            </p:cNvSpPr>
            <p:nvPr/>
          </p:nvSpPr>
          <p:spPr bwMode="auto">
            <a:xfrm>
              <a:off x="1836738" y="3817938"/>
              <a:ext cx="2492375" cy="874713"/>
            </a:xfrm>
            <a:custGeom>
              <a:avLst/>
              <a:gdLst>
                <a:gd name="T0" fmla="*/ 0 w 1570"/>
                <a:gd name="T1" fmla="*/ 111 h 551"/>
                <a:gd name="T2" fmla="*/ 190 w 1570"/>
                <a:gd name="T3" fmla="*/ 0 h 551"/>
                <a:gd name="T4" fmla="*/ 1466 w 1570"/>
                <a:gd name="T5" fmla="*/ 54 h 551"/>
                <a:gd name="T6" fmla="*/ 1570 w 1570"/>
                <a:gd name="T7" fmla="*/ 111 h 551"/>
                <a:gd name="T8" fmla="*/ 786 w 1570"/>
                <a:gd name="T9" fmla="*/ 551 h 551"/>
                <a:gd name="T10" fmla="*/ 0 w 1570"/>
                <a:gd name="T11" fmla="*/ 111 h 551"/>
              </a:gdLst>
              <a:ahLst/>
              <a:cxnLst>
                <a:cxn ang="0">
                  <a:pos x="T0" y="T1"/>
                </a:cxn>
                <a:cxn ang="0">
                  <a:pos x="T2" y="T3"/>
                </a:cxn>
                <a:cxn ang="0">
                  <a:pos x="T4" y="T5"/>
                </a:cxn>
                <a:cxn ang="0">
                  <a:pos x="T6" y="T7"/>
                </a:cxn>
                <a:cxn ang="0">
                  <a:pos x="T8" y="T9"/>
                </a:cxn>
                <a:cxn ang="0">
                  <a:pos x="T10" y="T11"/>
                </a:cxn>
              </a:cxnLst>
              <a:rect l="0" t="0" r="r" b="b"/>
              <a:pathLst>
                <a:path w="1570" h="551">
                  <a:moveTo>
                    <a:pt x="0" y="111"/>
                  </a:moveTo>
                  <a:lnTo>
                    <a:pt x="190" y="0"/>
                  </a:lnTo>
                  <a:lnTo>
                    <a:pt x="1466" y="54"/>
                  </a:lnTo>
                  <a:lnTo>
                    <a:pt x="1570" y="111"/>
                  </a:lnTo>
                  <a:lnTo>
                    <a:pt x="786" y="551"/>
                  </a:lnTo>
                  <a:lnTo>
                    <a:pt x="0" y="111"/>
                  </a:lnTo>
                  <a:close/>
                </a:path>
              </a:pathLst>
            </a:custGeom>
            <a:solidFill>
              <a:srgbClr val="D8D8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14"/>
            <p:cNvSpPr>
              <a:spLocks/>
            </p:cNvSpPr>
            <p:nvPr/>
          </p:nvSpPr>
          <p:spPr bwMode="auto">
            <a:xfrm>
              <a:off x="4186238" y="3073401"/>
              <a:ext cx="1357313" cy="849313"/>
            </a:xfrm>
            <a:custGeom>
              <a:avLst/>
              <a:gdLst>
                <a:gd name="T0" fmla="*/ 855 w 855"/>
                <a:gd name="T1" fmla="*/ 152 h 535"/>
                <a:gd name="T2" fmla="*/ 578 w 855"/>
                <a:gd name="T3" fmla="*/ 0 h 535"/>
                <a:gd name="T4" fmla="*/ 0 w 855"/>
                <a:gd name="T5" fmla="*/ 228 h 535"/>
                <a:gd name="T6" fmla="*/ 76 w 855"/>
                <a:gd name="T7" fmla="*/ 488 h 535"/>
                <a:gd name="T8" fmla="*/ 168 w 855"/>
                <a:gd name="T9" fmla="*/ 535 h 535"/>
                <a:gd name="T10" fmla="*/ 855 w 855"/>
                <a:gd name="T11" fmla="*/ 152 h 535"/>
              </a:gdLst>
              <a:ahLst/>
              <a:cxnLst>
                <a:cxn ang="0">
                  <a:pos x="T0" y="T1"/>
                </a:cxn>
                <a:cxn ang="0">
                  <a:pos x="T2" y="T3"/>
                </a:cxn>
                <a:cxn ang="0">
                  <a:pos x="T4" y="T5"/>
                </a:cxn>
                <a:cxn ang="0">
                  <a:pos x="T6" y="T7"/>
                </a:cxn>
                <a:cxn ang="0">
                  <a:pos x="T8" y="T9"/>
                </a:cxn>
                <a:cxn ang="0">
                  <a:pos x="T10" y="T11"/>
                </a:cxn>
              </a:cxnLst>
              <a:rect l="0" t="0" r="r" b="b"/>
              <a:pathLst>
                <a:path w="855" h="535">
                  <a:moveTo>
                    <a:pt x="855" y="152"/>
                  </a:moveTo>
                  <a:lnTo>
                    <a:pt x="578" y="0"/>
                  </a:lnTo>
                  <a:lnTo>
                    <a:pt x="0" y="228"/>
                  </a:lnTo>
                  <a:lnTo>
                    <a:pt x="76" y="488"/>
                  </a:lnTo>
                  <a:lnTo>
                    <a:pt x="168" y="535"/>
                  </a:lnTo>
                  <a:lnTo>
                    <a:pt x="855" y="152"/>
                  </a:lnTo>
                  <a:close/>
                </a:path>
              </a:pathLst>
            </a:custGeom>
            <a:solidFill>
              <a:srgbClr val="EC1A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15"/>
            <p:cNvSpPr>
              <a:spLocks/>
            </p:cNvSpPr>
            <p:nvPr/>
          </p:nvSpPr>
          <p:spPr bwMode="auto">
            <a:xfrm>
              <a:off x="635001" y="3084513"/>
              <a:ext cx="1231900" cy="846138"/>
            </a:xfrm>
            <a:custGeom>
              <a:avLst/>
              <a:gdLst>
                <a:gd name="T0" fmla="*/ 0 w 776"/>
                <a:gd name="T1" fmla="*/ 145 h 533"/>
                <a:gd name="T2" fmla="*/ 265 w 776"/>
                <a:gd name="T3" fmla="*/ 0 h 533"/>
                <a:gd name="T4" fmla="*/ 682 w 776"/>
                <a:gd name="T5" fmla="*/ 434 h 533"/>
                <a:gd name="T6" fmla="*/ 776 w 776"/>
                <a:gd name="T7" fmla="*/ 389 h 533"/>
                <a:gd name="T8" fmla="*/ 776 w 776"/>
                <a:gd name="T9" fmla="*/ 486 h 533"/>
                <a:gd name="T10" fmla="*/ 689 w 776"/>
                <a:gd name="T11" fmla="*/ 533 h 533"/>
                <a:gd name="T12" fmla="*/ 0 w 776"/>
                <a:gd name="T13" fmla="*/ 145 h 533"/>
              </a:gdLst>
              <a:ahLst/>
              <a:cxnLst>
                <a:cxn ang="0">
                  <a:pos x="T0" y="T1"/>
                </a:cxn>
                <a:cxn ang="0">
                  <a:pos x="T2" y="T3"/>
                </a:cxn>
                <a:cxn ang="0">
                  <a:pos x="T4" y="T5"/>
                </a:cxn>
                <a:cxn ang="0">
                  <a:pos x="T6" y="T7"/>
                </a:cxn>
                <a:cxn ang="0">
                  <a:pos x="T8" y="T9"/>
                </a:cxn>
                <a:cxn ang="0">
                  <a:pos x="T10" y="T11"/>
                </a:cxn>
                <a:cxn ang="0">
                  <a:pos x="T12" y="T13"/>
                </a:cxn>
              </a:cxnLst>
              <a:rect l="0" t="0" r="r" b="b"/>
              <a:pathLst>
                <a:path w="776" h="533">
                  <a:moveTo>
                    <a:pt x="0" y="145"/>
                  </a:moveTo>
                  <a:lnTo>
                    <a:pt x="265" y="0"/>
                  </a:lnTo>
                  <a:lnTo>
                    <a:pt x="682" y="434"/>
                  </a:lnTo>
                  <a:lnTo>
                    <a:pt x="776" y="389"/>
                  </a:lnTo>
                  <a:lnTo>
                    <a:pt x="776" y="486"/>
                  </a:lnTo>
                  <a:lnTo>
                    <a:pt x="689" y="533"/>
                  </a:lnTo>
                  <a:lnTo>
                    <a:pt x="0" y="145"/>
                  </a:lnTo>
                  <a:close/>
                </a:path>
              </a:pathLst>
            </a:custGeom>
            <a:solidFill>
              <a:srgbClr val="325A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16"/>
            <p:cNvSpPr>
              <a:spLocks/>
            </p:cNvSpPr>
            <p:nvPr/>
          </p:nvSpPr>
          <p:spPr bwMode="auto">
            <a:xfrm>
              <a:off x="1476376" y="2193926"/>
              <a:ext cx="241300" cy="1579563"/>
            </a:xfrm>
            <a:custGeom>
              <a:avLst/>
              <a:gdLst>
                <a:gd name="T0" fmla="*/ 152 w 152"/>
                <a:gd name="T1" fmla="*/ 995 h 995"/>
                <a:gd name="T2" fmla="*/ 0 w 152"/>
                <a:gd name="T3" fmla="*/ 38 h 995"/>
                <a:gd name="T4" fmla="*/ 109 w 152"/>
                <a:gd name="T5" fmla="*/ 0 h 995"/>
                <a:gd name="T6" fmla="*/ 152 w 152"/>
                <a:gd name="T7" fmla="*/ 60 h 995"/>
                <a:gd name="T8" fmla="*/ 152 w 152"/>
                <a:gd name="T9" fmla="*/ 995 h 995"/>
              </a:gdLst>
              <a:ahLst/>
              <a:cxnLst>
                <a:cxn ang="0">
                  <a:pos x="T0" y="T1"/>
                </a:cxn>
                <a:cxn ang="0">
                  <a:pos x="T2" y="T3"/>
                </a:cxn>
                <a:cxn ang="0">
                  <a:pos x="T4" y="T5"/>
                </a:cxn>
                <a:cxn ang="0">
                  <a:pos x="T6" y="T7"/>
                </a:cxn>
                <a:cxn ang="0">
                  <a:pos x="T8" y="T9"/>
                </a:cxn>
              </a:cxnLst>
              <a:rect l="0" t="0" r="r" b="b"/>
              <a:pathLst>
                <a:path w="152" h="995">
                  <a:moveTo>
                    <a:pt x="152" y="995"/>
                  </a:moveTo>
                  <a:lnTo>
                    <a:pt x="0" y="38"/>
                  </a:lnTo>
                  <a:lnTo>
                    <a:pt x="109" y="0"/>
                  </a:lnTo>
                  <a:lnTo>
                    <a:pt x="152" y="60"/>
                  </a:lnTo>
                  <a:lnTo>
                    <a:pt x="152" y="995"/>
                  </a:lnTo>
                  <a:close/>
                </a:path>
              </a:pathLst>
            </a:custGeom>
            <a:solidFill>
              <a:srgbClr val="5396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17"/>
            <p:cNvSpPr>
              <a:spLocks/>
            </p:cNvSpPr>
            <p:nvPr/>
          </p:nvSpPr>
          <p:spPr bwMode="auto">
            <a:xfrm>
              <a:off x="635001" y="3314701"/>
              <a:ext cx="1143000" cy="2032000"/>
            </a:xfrm>
            <a:custGeom>
              <a:avLst/>
              <a:gdLst>
                <a:gd name="T0" fmla="*/ 59 w 720"/>
                <a:gd name="T1" fmla="*/ 866 h 1280"/>
                <a:gd name="T2" fmla="*/ 720 w 720"/>
                <a:gd name="T3" fmla="*/ 1280 h 1280"/>
                <a:gd name="T4" fmla="*/ 689 w 720"/>
                <a:gd name="T5" fmla="*/ 388 h 1280"/>
                <a:gd name="T6" fmla="*/ 0 w 720"/>
                <a:gd name="T7" fmla="*/ 0 h 1280"/>
                <a:gd name="T8" fmla="*/ 59 w 720"/>
                <a:gd name="T9" fmla="*/ 866 h 1280"/>
              </a:gdLst>
              <a:ahLst/>
              <a:cxnLst>
                <a:cxn ang="0">
                  <a:pos x="T0" y="T1"/>
                </a:cxn>
                <a:cxn ang="0">
                  <a:pos x="T2" y="T3"/>
                </a:cxn>
                <a:cxn ang="0">
                  <a:pos x="T4" y="T5"/>
                </a:cxn>
                <a:cxn ang="0">
                  <a:pos x="T6" y="T7"/>
                </a:cxn>
                <a:cxn ang="0">
                  <a:pos x="T8" y="T9"/>
                </a:cxn>
              </a:cxnLst>
              <a:rect l="0" t="0" r="r" b="b"/>
              <a:pathLst>
                <a:path w="720" h="1280">
                  <a:moveTo>
                    <a:pt x="59" y="866"/>
                  </a:moveTo>
                  <a:lnTo>
                    <a:pt x="720" y="1280"/>
                  </a:lnTo>
                  <a:lnTo>
                    <a:pt x="689" y="388"/>
                  </a:lnTo>
                  <a:lnTo>
                    <a:pt x="0" y="0"/>
                  </a:lnTo>
                  <a:lnTo>
                    <a:pt x="59" y="866"/>
                  </a:lnTo>
                  <a:close/>
                </a:path>
              </a:pathLst>
            </a:custGeom>
            <a:solidFill>
              <a:srgbClr val="3B63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18"/>
            <p:cNvSpPr>
              <a:spLocks/>
            </p:cNvSpPr>
            <p:nvPr/>
          </p:nvSpPr>
          <p:spPr bwMode="auto">
            <a:xfrm>
              <a:off x="500063" y="1654176"/>
              <a:ext cx="1217613" cy="2119313"/>
            </a:xfrm>
            <a:custGeom>
              <a:avLst/>
              <a:gdLst>
                <a:gd name="T0" fmla="*/ 71 w 767"/>
                <a:gd name="T1" fmla="*/ 949 h 1335"/>
                <a:gd name="T2" fmla="*/ 767 w 767"/>
                <a:gd name="T3" fmla="*/ 1335 h 1335"/>
                <a:gd name="T4" fmla="*/ 724 w 767"/>
                <a:gd name="T5" fmla="*/ 340 h 1335"/>
                <a:gd name="T6" fmla="*/ 0 w 767"/>
                <a:gd name="T7" fmla="*/ 0 h 1335"/>
                <a:gd name="T8" fmla="*/ 71 w 767"/>
                <a:gd name="T9" fmla="*/ 949 h 1335"/>
              </a:gdLst>
              <a:ahLst/>
              <a:cxnLst>
                <a:cxn ang="0">
                  <a:pos x="T0" y="T1"/>
                </a:cxn>
                <a:cxn ang="0">
                  <a:pos x="T2" y="T3"/>
                </a:cxn>
                <a:cxn ang="0">
                  <a:pos x="T4" y="T5"/>
                </a:cxn>
                <a:cxn ang="0">
                  <a:pos x="T6" y="T7"/>
                </a:cxn>
                <a:cxn ang="0">
                  <a:pos x="T8" y="T9"/>
                </a:cxn>
              </a:cxnLst>
              <a:rect l="0" t="0" r="r" b="b"/>
              <a:pathLst>
                <a:path w="767" h="1335">
                  <a:moveTo>
                    <a:pt x="71" y="949"/>
                  </a:moveTo>
                  <a:lnTo>
                    <a:pt x="767" y="1335"/>
                  </a:lnTo>
                  <a:lnTo>
                    <a:pt x="724" y="340"/>
                  </a:lnTo>
                  <a:lnTo>
                    <a:pt x="0" y="0"/>
                  </a:lnTo>
                  <a:lnTo>
                    <a:pt x="71" y="949"/>
                  </a:lnTo>
                  <a:close/>
                </a:path>
              </a:pathLst>
            </a:custGeom>
            <a:solidFill>
              <a:srgbClr val="05AC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19"/>
            <p:cNvSpPr>
              <a:spLocks/>
            </p:cNvSpPr>
            <p:nvPr/>
          </p:nvSpPr>
          <p:spPr bwMode="auto">
            <a:xfrm>
              <a:off x="3216276" y="1654176"/>
              <a:ext cx="1308100" cy="2119313"/>
            </a:xfrm>
            <a:custGeom>
              <a:avLst/>
              <a:gdLst>
                <a:gd name="T0" fmla="*/ 0 w 824"/>
                <a:gd name="T1" fmla="*/ 0 h 1335"/>
                <a:gd name="T2" fmla="*/ 0 w 824"/>
                <a:gd name="T3" fmla="*/ 113 h 1335"/>
                <a:gd name="T4" fmla="*/ 654 w 824"/>
                <a:gd name="T5" fmla="*/ 400 h 1335"/>
                <a:gd name="T6" fmla="*/ 654 w 824"/>
                <a:gd name="T7" fmla="*/ 1282 h 1335"/>
                <a:gd name="T8" fmla="*/ 779 w 824"/>
                <a:gd name="T9" fmla="*/ 1335 h 1335"/>
                <a:gd name="T10" fmla="*/ 824 w 824"/>
                <a:gd name="T11" fmla="*/ 343 h 1335"/>
                <a:gd name="T12" fmla="*/ 0 w 824"/>
                <a:gd name="T13" fmla="*/ 0 h 1335"/>
              </a:gdLst>
              <a:ahLst/>
              <a:cxnLst>
                <a:cxn ang="0">
                  <a:pos x="T0" y="T1"/>
                </a:cxn>
                <a:cxn ang="0">
                  <a:pos x="T2" y="T3"/>
                </a:cxn>
                <a:cxn ang="0">
                  <a:pos x="T4" y="T5"/>
                </a:cxn>
                <a:cxn ang="0">
                  <a:pos x="T6" y="T7"/>
                </a:cxn>
                <a:cxn ang="0">
                  <a:pos x="T8" y="T9"/>
                </a:cxn>
                <a:cxn ang="0">
                  <a:pos x="T10" y="T11"/>
                </a:cxn>
                <a:cxn ang="0">
                  <a:pos x="T12" y="T13"/>
                </a:cxn>
              </a:cxnLst>
              <a:rect l="0" t="0" r="r" b="b"/>
              <a:pathLst>
                <a:path w="824" h="1335">
                  <a:moveTo>
                    <a:pt x="0" y="0"/>
                  </a:moveTo>
                  <a:lnTo>
                    <a:pt x="0" y="113"/>
                  </a:lnTo>
                  <a:lnTo>
                    <a:pt x="654" y="400"/>
                  </a:lnTo>
                  <a:lnTo>
                    <a:pt x="654" y="1282"/>
                  </a:lnTo>
                  <a:lnTo>
                    <a:pt x="779" y="1335"/>
                  </a:lnTo>
                  <a:lnTo>
                    <a:pt x="824" y="343"/>
                  </a:lnTo>
                  <a:lnTo>
                    <a:pt x="0" y="0"/>
                  </a:lnTo>
                  <a:close/>
                </a:path>
              </a:pathLst>
            </a:custGeom>
            <a:solidFill>
              <a:srgbClr val="C1C1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20"/>
            <p:cNvSpPr>
              <a:spLocks/>
            </p:cNvSpPr>
            <p:nvPr/>
          </p:nvSpPr>
          <p:spPr bwMode="auto">
            <a:xfrm>
              <a:off x="1778001" y="2254251"/>
              <a:ext cx="1306513" cy="2266950"/>
            </a:xfrm>
            <a:custGeom>
              <a:avLst/>
              <a:gdLst>
                <a:gd name="T0" fmla="*/ 0 w 823"/>
                <a:gd name="T1" fmla="*/ 0 h 1428"/>
                <a:gd name="T2" fmla="*/ 37 w 823"/>
                <a:gd name="T3" fmla="*/ 997 h 1428"/>
                <a:gd name="T4" fmla="*/ 823 w 823"/>
                <a:gd name="T5" fmla="*/ 1428 h 1428"/>
                <a:gd name="T6" fmla="*/ 823 w 823"/>
                <a:gd name="T7" fmla="*/ 393 h 1428"/>
                <a:gd name="T8" fmla="*/ 0 w 823"/>
                <a:gd name="T9" fmla="*/ 0 h 1428"/>
              </a:gdLst>
              <a:ahLst/>
              <a:cxnLst>
                <a:cxn ang="0">
                  <a:pos x="T0" y="T1"/>
                </a:cxn>
                <a:cxn ang="0">
                  <a:pos x="T2" y="T3"/>
                </a:cxn>
                <a:cxn ang="0">
                  <a:pos x="T4" y="T5"/>
                </a:cxn>
                <a:cxn ang="0">
                  <a:pos x="T6" y="T7"/>
                </a:cxn>
                <a:cxn ang="0">
                  <a:pos x="T8" y="T9"/>
                </a:cxn>
              </a:cxnLst>
              <a:rect l="0" t="0" r="r" b="b"/>
              <a:pathLst>
                <a:path w="823" h="1428">
                  <a:moveTo>
                    <a:pt x="0" y="0"/>
                  </a:moveTo>
                  <a:lnTo>
                    <a:pt x="37" y="997"/>
                  </a:lnTo>
                  <a:lnTo>
                    <a:pt x="823" y="1428"/>
                  </a:lnTo>
                  <a:lnTo>
                    <a:pt x="823" y="393"/>
                  </a:lnTo>
                  <a:lnTo>
                    <a:pt x="0" y="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21"/>
            <p:cNvSpPr>
              <a:spLocks/>
            </p:cNvSpPr>
            <p:nvPr/>
          </p:nvSpPr>
          <p:spPr bwMode="auto">
            <a:xfrm>
              <a:off x="1836738" y="3994151"/>
              <a:ext cx="1247775" cy="2179638"/>
            </a:xfrm>
            <a:custGeom>
              <a:avLst/>
              <a:gdLst>
                <a:gd name="T0" fmla="*/ 786 w 786"/>
                <a:gd name="T1" fmla="*/ 1373 h 1373"/>
                <a:gd name="T2" fmla="*/ 786 w 786"/>
                <a:gd name="T3" fmla="*/ 440 h 1373"/>
                <a:gd name="T4" fmla="*/ 0 w 786"/>
                <a:gd name="T5" fmla="*/ 0 h 1373"/>
                <a:gd name="T6" fmla="*/ 36 w 786"/>
                <a:gd name="T7" fmla="*/ 900 h 1373"/>
                <a:gd name="T8" fmla="*/ 786 w 786"/>
                <a:gd name="T9" fmla="*/ 1373 h 1373"/>
              </a:gdLst>
              <a:ahLst/>
              <a:cxnLst>
                <a:cxn ang="0">
                  <a:pos x="T0" y="T1"/>
                </a:cxn>
                <a:cxn ang="0">
                  <a:pos x="T2" y="T3"/>
                </a:cxn>
                <a:cxn ang="0">
                  <a:pos x="T4" y="T5"/>
                </a:cxn>
                <a:cxn ang="0">
                  <a:pos x="T6" y="T7"/>
                </a:cxn>
                <a:cxn ang="0">
                  <a:pos x="T8" y="T9"/>
                </a:cxn>
              </a:cxnLst>
              <a:rect l="0" t="0" r="r" b="b"/>
              <a:pathLst>
                <a:path w="786" h="1373">
                  <a:moveTo>
                    <a:pt x="786" y="1373"/>
                  </a:moveTo>
                  <a:lnTo>
                    <a:pt x="786" y="440"/>
                  </a:lnTo>
                  <a:lnTo>
                    <a:pt x="0" y="0"/>
                  </a:lnTo>
                  <a:lnTo>
                    <a:pt x="36" y="900"/>
                  </a:lnTo>
                  <a:lnTo>
                    <a:pt x="786" y="1373"/>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22"/>
            <p:cNvSpPr>
              <a:spLocks/>
            </p:cNvSpPr>
            <p:nvPr/>
          </p:nvSpPr>
          <p:spPr bwMode="auto">
            <a:xfrm>
              <a:off x="3084513" y="3994151"/>
              <a:ext cx="1244600" cy="2179638"/>
            </a:xfrm>
            <a:custGeom>
              <a:avLst/>
              <a:gdLst>
                <a:gd name="T0" fmla="*/ 0 w 784"/>
                <a:gd name="T1" fmla="*/ 440 h 1373"/>
                <a:gd name="T2" fmla="*/ 784 w 784"/>
                <a:gd name="T3" fmla="*/ 0 h 1373"/>
                <a:gd name="T4" fmla="*/ 753 w 784"/>
                <a:gd name="T5" fmla="*/ 900 h 1373"/>
                <a:gd name="T6" fmla="*/ 0 w 784"/>
                <a:gd name="T7" fmla="*/ 1373 h 1373"/>
                <a:gd name="T8" fmla="*/ 0 w 784"/>
                <a:gd name="T9" fmla="*/ 440 h 1373"/>
              </a:gdLst>
              <a:ahLst/>
              <a:cxnLst>
                <a:cxn ang="0">
                  <a:pos x="T0" y="T1"/>
                </a:cxn>
                <a:cxn ang="0">
                  <a:pos x="T2" y="T3"/>
                </a:cxn>
                <a:cxn ang="0">
                  <a:pos x="T4" y="T5"/>
                </a:cxn>
                <a:cxn ang="0">
                  <a:pos x="T6" y="T7"/>
                </a:cxn>
                <a:cxn ang="0">
                  <a:pos x="T8" y="T9"/>
                </a:cxn>
              </a:cxnLst>
              <a:rect l="0" t="0" r="r" b="b"/>
              <a:pathLst>
                <a:path w="784" h="1373">
                  <a:moveTo>
                    <a:pt x="0" y="440"/>
                  </a:moveTo>
                  <a:lnTo>
                    <a:pt x="784" y="0"/>
                  </a:lnTo>
                  <a:lnTo>
                    <a:pt x="753" y="900"/>
                  </a:lnTo>
                  <a:lnTo>
                    <a:pt x="0" y="1373"/>
                  </a:lnTo>
                  <a:lnTo>
                    <a:pt x="0" y="440"/>
                  </a:lnTo>
                  <a:close/>
                </a:path>
              </a:pathLst>
            </a:custGeom>
            <a:solidFill>
              <a:srgbClr val="CFCE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23"/>
            <p:cNvSpPr>
              <a:spLocks/>
            </p:cNvSpPr>
            <p:nvPr/>
          </p:nvSpPr>
          <p:spPr bwMode="auto">
            <a:xfrm>
              <a:off x="3084513" y="2254251"/>
              <a:ext cx="1304925" cy="2266950"/>
            </a:xfrm>
            <a:custGeom>
              <a:avLst/>
              <a:gdLst>
                <a:gd name="T0" fmla="*/ 0 w 822"/>
                <a:gd name="T1" fmla="*/ 393 h 1428"/>
                <a:gd name="T2" fmla="*/ 822 w 822"/>
                <a:gd name="T3" fmla="*/ 0 h 1428"/>
                <a:gd name="T4" fmla="*/ 784 w 822"/>
                <a:gd name="T5" fmla="*/ 997 h 1428"/>
                <a:gd name="T6" fmla="*/ 0 w 822"/>
                <a:gd name="T7" fmla="*/ 1428 h 1428"/>
                <a:gd name="T8" fmla="*/ 0 w 822"/>
                <a:gd name="T9" fmla="*/ 393 h 1428"/>
              </a:gdLst>
              <a:ahLst/>
              <a:cxnLst>
                <a:cxn ang="0">
                  <a:pos x="T0" y="T1"/>
                </a:cxn>
                <a:cxn ang="0">
                  <a:pos x="T2" y="T3"/>
                </a:cxn>
                <a:cxn ang="0">
                  <a:pos x="T4" y="T5"/>
                </a:cxn>
                <a:cxn ang="0">
                  <a:pos x="T6" y="T7"/>
                </a:cxn>
                <a:cxn ang="0">
                  <a:pos x="T8" y="T9"/>
                </a:cxn>
              </a:cxnLst>
              <a:rect l="0" t="0" r="r" b="b"/>
              <a:pathLst>
                <a:path w="822" h="1428">
                  <a:moveTo>
                    <a:pt x="0" y="393"/>
                  </a:moveTo>
                  <a:lnTo>
                    <a:pt x="822" y="0"/>
                  </a:lnTo>
                  <a:lnTo>
                    <a:pt x="784" y="997"/>
                  </a:lnTo>
                  <a:lnTo>
                    <a:pt x="0" y="1428"/>
                  </a:lnTo>
                  <a:lnTo>
                    <a:pt x="0" y="393"/>
                  </a:lnTo>
                  <a:close/>
                </a:path>
              </a:pathLst>
            </a:custGeom>
            <a:solidFill>
              <a:srgbClr val="CFCE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24"/>
            <p:cNvSpPr>
              <a:spLocks/>
            </p:cNvSpPr>
            <p:nvPr/>
          </p:nvSpPr>
          <p:spPr bwMode="auto">
            <a:xfrm>
              <a:off x="4452938" y="1654176"/>
              <a:ext cx="1222375" cy="2119313"/>
            </a:xfrm>
            <a:custGeom>
              <a:avLst/>
              <a:gdLst>
                <a:gd name="T0" fmla="*/ 45 w 770"/>
                <a:gd name="T1" fmla="*/ 343 h 1335"/>
                <a:gd name="T2" fmla="*/ 0 w 770"/>
                <a:gd name="T3" fmla="*/ 1335 h 1335"/>
                <a:gd name="T4" fmla="*/ 696 w 770"/>
                <a:gd name="T5" fmla="*/ 946 h 1335"/>
                <a:gd name="T6" fmla="*/ 770 w 770"/>
                <a:gd name="T7" fmla="*/ 0 h 1335"/>
                <a:gd name="T8" fmla="*/ 45 w 770"/>
                <a:gd name="T9" fmla="*/ 343 h 1335"/>
              </a:gdLst>
              <a:ahLst/>
              <a:cxnLst>
                <a:cxn ang="0">
                  <a:pos x="T0" y="T1"/>
                </a:cxn>
                <a:cxn ang="0">
                  <a:pos x="T2" y="T3"/>
                </a:cxn>
                <a:cxn ang="0">
                  <a:pos x="T4" y="T5"/>
                </a:cxn>
                <a:cxn ang="0">
                  <a:pos x="T6" y="T7"/>
                </a:cxn>
                <a:cxn ang="0">
                  <a:pos x="T8" y="T9"/>
                </a:cxn>
              </a:cxnLst>
              <a:rect l="0" t="0" r="r" b="b"/>
              <a:pathLst>
                <a:path w="770" h="1335">
                  <a:moveTo>
                    <a:pt x="45" y="343"/>
                  </a:moveTo>
                  <a:lnTo>
                    <a:pt x="0" y="1335"/>
                  </a:lnTo>
                  <a:lnTo>
                    <a:pt x="696" y="946"/>
                  </a:lnTo>
                  <a:lnTo>
                    <a:pt x="770" y="0"/>
                  </a:lnTo>
                  <a:lnTo>
                    <a:pt x="45" y="343"/>
                  </a:lnTo>
                  <a:close/>
                </a:path>
              </a:pathLst>
            </a:custGeom>
            <a:solidFill>
              <a:srgbClr val="CFCE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25"/>
            <p:cNvSpPr>
              <a:spLocks/>
            </p:cNvSpPr>
            <p:nvPr/>
          </p:nvSpPr>
          <p:spPr bwMode="auto">
            <a:xfrm>
              <a:off x="4389438" y="3314701"/>
              <a:ext cx="1154113" cy="2032000"/>
            </a:xfrm>
            <a:custGeom>
              <a:avLst/>
              <a:gdLst>
                <a:gd name="T0" fmla="*/ 0 w 727"/>
                <a:gd name="T1" fmla="*/ 1280 h 1280"/>
                <a:gd name="T2" fmla="*/ 40 w 727"/>
                <a:gd name="T3" fmla="*/ 383 h 1280"/>
                <a:gd name="T4" fmla="*/ 727 w 727"/>
                <a:gd name="T5" fmla="*/ 0 h 1280"/>
                <a:gd name="T6" fmla="*/ 663 w 727"/>
                <a:gd name="T7" fmla="*/ 861 h 1280"/>
                <a:gd name="T8" fmla="*/ 0 w 727"/>
                <a:gd name="T9" fmla="*/ 1280 h 1280"/>
              </a:gdLst>
              <a:ahLst/>
              <a:cxnLst>
                <a:cxn ang="0">
                  <a:pos x="T0" y="T1"/>
                </a:cxn>
                <a:cxn ang="0">
                  <a:pos x="T2" y="T3"/>
                </a:cxn>
                <a:cxn ang="0">
                  <a:pos x="T4" y="T5"/>
                </a:cxn>
                <a:cxn ang="0">
                  <a:pos x="T6" y="T7"/>
                </a:cxn>
                <a:cxn ang="0">
                  <a:pos x="T8" y="T9"/>
                </a:cxn>
              </a:cxnLst>
              <a:rect l="0" t="0" r="r" b="b"/>
              <a:pathLst>
                <a:path w="727" h="1280">
                  <a:moveTo>
                    <a:pt x="0" y="1280"/>
                  </a:moveTo>
                  <a:lnTo>
                    <a:pt x="40" y="383"/>
                  </a:lnTo>
                  <a:lnTo>
                    <a:pt x="727" y="0"/>
                  </a:lnTo>
                  <a:lnTo>
                    <a:pt x="663" y="861"/>
                  </a:lnTo>
                  <a:lnTo>
                    <a:pt x="0" y="1280"/>
                  </a:lnTo>
                  <a:close/>
                </a:path>
              </a:pathLst>
            </a:custGeom>
            <a:solidFill>
              <a:srgbClr val="F15F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26"/>
            <p:cNvSpPr>
              <a:spLocks/>
            </p:cNvSpPr>
            <p:nvPr/>
          </p:nvSpPr>
          <p:spPr bwMode="auto">
            <a:xfrm>
              <a:off x="1778001" y="1698626"/>
              <a:ext cx="2611438" cy="1179513"/>
            </a:xfrm>
            <a:custGeom>
              <a:avLst/>
              <a:gdLst>
                <a:gd name="T0" fmla="*/ 0 w 1645"/>
                <a:gd name="T1" fmla="*/ 350 h 743"/>
                <a:gd name="T2" fmla="*/ 823 w 1645"/>
                <a:gd name="T3" fmla="*/ 0 h 743"/>
                <a:gd name="T4" fmla="*/ 1645 w 1645"/>
                <a:gd name="T5" fmla="*/ 350 h 743"/>
                <a:gd name="T6" fmla="*/ 823 w 1645"/>
                <a:gd name="T7" fmla="*/ 743 h 743"/>
                <a:gd name="T8" fmla="*/ 0 w 1645"/>
                <a:gd name="T9" fmla="*/ 350 h 743"/>
              </a:gdLst>
              <a:ahLst/>
              <a:cxnLst>
                <a:cxn ang="0">
                  <a:pos x="T0" y="T1"/>
                </a:cxn>
                <a:cxn ang="0">
                  <a:pos x="T2" y="T3"/>
                </a:cxn>
                <a:cxn ang="0">
                  <a:pos x="T4" y="T5"/>
                </a:cxn>
                <a:cxn ang="0">
                  <a:pos x="T6" y="T7"/>
                </a:cxn>
                <a:cxn ang="0">
                  <a:pos x="T8" y="T9"/>
                </a:cxn>
              </a:cxnLst>
              <a:rect l="0" t="0" r="r" b="b"/>
              <a:pathLst>
                <a:path w="1645" h="743">
                  <a:moveTo>
                    <a:pt x="0" y="350"/>
                  </a:moveTo>
                  <a:lnTo>
                    <a:pt x="823" y="0"/>
                  </a:lnTo>
                  <a:lnTo>
                    <a:pt x="1645" y="350"/>
                  </a:lnTo>
                  <a:lnTo>
                    <a:pt x="823" y="743"/>
                  </a:lnTo>
                  <a:lnTo>
                    <a:pt x="0" y="350"/>
                  </a:lnTo>
                  <a:close/>
                </a:path>
              </a:pathLst>
            </a:custGeom>
            <a:solidFill>
              <a:srgbClr val="EFE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27"/>
            <p:cNvSpPr>
              <a:spLocks/>
            </p:cNvSpPr>
            <p:nvPr/>
          </p:nvSpPr>
          <p:spPr bwMode="auto">
            <a:xfrm>
              <a:off x="500063" y="1157288"/>
              <a:ext cx="2460625" cy="1036638"/>
            </a:xfrm>
            <a:custGeom>
              <a:avLst/>
              <a:gdLst>
                <a:gd name="T0" fmla="*/ 0 w 1550"/>
                <a:gd name="T1" fmla="*/ 313 h 653"/>
                <a:gd name="T2" fmla="*/ 819 w 1550"/>
                <a:gd name="T3" fmla="*/ 0 h 653"/>
                <a:gd name="T4" fmla="*/ 1550 w 1550"/>
                <a:gd name="T5" fmla="*/ 306 h 653"/>
                <a:gd name="T6" fmla="*/ 724 w 1550"/>
                <a:gd name="T7" fmla="*/ 653 h 653"/>
                <a:gd name="T8" fmla="*/ 0 w 1550"/>
                <a:gd name="T9" fmla="*/ 313 h 653"/>
              </a:gdLst>
              <a:ahLst/>
              <a:cxnLst>
                <a:cxn ang="0">
                  <a:pos x="T0" y="T1"/>
                </a:cxn>
                <a:cxn ang="0">
                  <a:pos x="T2" y="T3"/>
                </a:cxn>
                <a:cxn ang="0">
                  <a:pos x="T4" y="T5"/>
                </a:cxn>
                <a:cxn ang="0">
                  <a:pos x="T6" y="T7"/>
                </a:cxn>
                <a:cxn ang="0">
                  <a:pos x="T8" y="T9"/>
                </a:cxn>
              </a:cxnLst>
              <a:rect l="0" t="0" r="r" b="b"/>
              <a:pathLst>
                <a:path w="1550" h="653">
                  <a:moveTo>
                    <a:pt x="0" y="313"/>
                  </a:moveTo>
                  <a:lnTo>
                    <a:pt x="819" y="0"/>
                  </a:lnTo>
                  <a:lnTo>
                    <a:pt x="1550" y="306"/>
                  </a:lnTo>
                  <a:lnTo>
                    <a:pt x="724" y="653"/>
                  </a:lnTo>
                  <a:lnTo>
                    <a:pt x="0" y="313"/>
                  </a:lnTo>
                  <a:close/>
                </a:path>
              </a:pathLst>
            </a:custGeom>
            <a:solidFill>
              <a:srgbClr val="45C4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28"/>
            <p:cNvSpPr>
              <a:spLocks/>
            </p:cNvSpPr>
            <p:nvPr/>
          </p:nvSpPr>
          <p:spPr bwMode="auto">
            <a:xfrm>
              <a:off x="3216276" y="1157288"/>
              <a:ext cx="2459038" cy="1041400"/>
            </a:xfrm>
            <a:custGeom>
              <a:avLst/>
              <a:gdLst>
                <a:gd name="T0" fmla="*/ 824 w 1549"/>
                <a:gd name="T1" fmla="*/ 656 h 656"/>
                <a:gd name="T2" fmla="*/ 0 w 1549"/>
                <a:gd name="T3" fmla="*/ 313 h 656"/>
                <a:gd name="T4" fmla="*/ 732 w 1549"/>
                <a:gd name="T5" fmla="*/ 0 h 656"/>
                <a:gd name="T6" fmla="*/ 1549 w 1549"/>
                <a:gd name="T7" fmla="*/ 313 h 656"/>
                <a:gd name="T8" fmla="*/ 824 w 1549"/>
                <a:gd name="T9" fmla="*/ 656 h 656"/>
              </a:gdLst>
              <a:ahLst/>
              <a:cxnLst>
                <a:cxn ang="0">
                  <a:pos x="T0" y="T1"/>
                </a:cxn>
                <a:cxn ang="0">
                  <a:pos x="T2" y="T3"/>
                </a:cxn>
                <a:cxn ang="0">
                  <a:pos x="T4" y="T5"/>
                </a:cxn>
                <a:cxn ang="0">
                  <a:pos x="T6" y="T7"/>
                </a:cxn>
                <a:cxn ang="0">
                  <a:pos x="T8" y="T9"/>
                </a:cxn>
              </a:cxnLst>
              <a:rect l="0" t="0" r="r" b="b"/>
              <a:pathLst>
                <a:path w="1549" h="656">
                  <a:moveTo>
                    <a:pt x="824" y="656"/>
                  </a:moveTo>
                  <a:lnTo>
                    <a:pt x="0" y="313"/>
                  </a:lnTo>
                  <a:lnTo>
                    <a:pt x="732" y="0"/>
                  </a:lnTo>
                  <a:lnTo>
                    <a:pt x="1549" y="313"/>
                  </a:lnTo>
                  <a:lnTo>
                    <a:pt x="824" y="656"/>
                  </a:lnTo>
                  <a:close/>
                </a:path>
              </a:pathLst>
            </a:custGeom>
            <a:solidFill>
              <a:srgbClr val="EFE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29"/>
            <p:cNvSpPr>
              <a:spLocks/>
            </p:cNvSpPr>
            <p:nvPr/>
          </p:nvSpPr>
          <p:spPr bwMode="auto">
            <a:xfrm>
              <a:off x="1927226" y="681038"/>
              <a:ext cx="2316163" cy="915988"/>
            </a:xfrm>
            <a:custGeom>
              <a:avLst/>
              <a:gdLst>
                <a:gd name="T0" fmla="*/ 727 w 1459"/>
                <a:gd name="T1" fmla="*/ 0 h 577"/>
                <a:gd name="T2" fmla="*/ 1459 w 1459"/>
                <a:gd name="T3" fmla="*/ 267 h 577"/>
                <a:gd name="T4" fmla="*/ 727 w 1459"/>
                <a:gd name="T5" fmla="*/ 577 h 577"/>
                <a:gd name="T6" fmla="*/ 0 w 1459"/>
                <a:gd name="T7" fmla="*/ 267 h 577"/>
                <a:gd name="T8" fmla="*/ 727 w 1459"/>
                <a:gd name="T9" fmla="*/ 0 h 577"/>
              </a:gdLst>
              <a:ahLst/>
              <a:cxnLst>
                <a:cxn ang="0">
                  <a:pos x="T0" y="T1"/>
                </a:cxn>
                <a:cxn ang="0">
                  <a:pos x="T2" y="T3"/>
                </a:cxn>
                <a:cxn ang="0">
                  <a:pos x="T4" y="T5"/>
                </a:cxn>
                <a:cxn ang="0">
                  <a:pos x="T6" y="T7"/>
                </a:cxn>
                <a:cxn ang="0">
                  <a:pos x="T8" y="T9"/>
                </a:cxn>
              </a:cxnLst>
              <a:rect l="0" t="0" r="r" b="b"/>
              <a:pathLst>
                <a:path w="1459" h="577">
                  <a:moveTo>
                    <a:pt x="727" y="0"/>
                  </a:moveTo>
                  <a:lnTo>
                    <a:pt x="1459" y="267"/>
                  </a:lnTo>
                  <a:lnTo>
                    <a:pt x="727" y="577"/>
                  </a:lnTo>
                  <a:lnTo>
                    <a:pt x="0" y="267"/>
                  </a:lnTo>
                  <a:lnTo>
                    <a:pt x="727" y="0"/>
                  </a:lnTo>
                  <a:close/>
                </a:path>
              </a:pathLst>
            </a:custGeom>
            <a:solidFill>
              <a:srgbClr val="FFDB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9" name="文本框 28"/>
          <p:cNvSpPr txBox="1"/>
          <p:nvPr/>
        </p:nvSpPr>
        <p:spPr>
          <a:xfrm>
            <a:off x="1459900" y="4256005"/>
            <a:ext cx="2856518" cy="830997"/>
          </a:xfrm>
          <a:prstGeom prst="rect">
            <a:avLst/>
          </a:prstGeom>
          <a:noFill/>
        </p:spPr>
        <p:txBody>
          <a:bodyPr wrap="square" rtlCol="0">
            <a:spAutoFit/>
          </a:bodyPr>
          <a:lstStyle/>
          <a:p>
            <a:pPr algn="r">
              <a:lnSpc>
                <a:spcPct val="120000"/>
              </a:lnSpc>
            </a:pPr>
            <a:r>
              <a:rPr lang="zh-CN" altLang="en-US" sz="2400" b="1" dirty="0">
                <a:solidFill>
                  <a:srgbClr val="3B6374"/>
                </a:solidFill>
              </a:rPr>
              <a:t>添加标题</a:t>
            </a:r>
            <a:endParaRPr lang="en-US" altLang="zh-CN" sz="2400" b="1" dirty="0">
              <a:solidFill>
                <a:srgbClr val="3B6374"/>
              </a:solidFill>
            </a:endParaRPr>
          </a:p>
          <a:p>
            <a:pPr algn="r">
              <a:lnSpc>
                <a:spcPct val="120000"/>
              </a:lnSpc>
            </a:pPr>
            <a:r>
              <a:rPr lang="zh-CN" altLang="en-US" sz="1600" dirty="0">
                <a:solidFill>
                  <a:schemeClr val="tx1">
                    <a:lumMod val="65000"/>
                    <a:lumOff val="35000"/>
                  </a:schemeClr>
                </a:solidFill>
              </a:rPr>
              <a:t>添加内容添加内容</a:t>
            </a:r>
          </a:p>
        </p:txBody>
      </p:sp>
      <p:sp>
        <p:nvSpPr>
          <p:cNvPr id="31" name="文本框 30"/>
          <p:cNvSpPr txBox="1"/>
          <p:nvPr/>
        </p:nvSpPr>
        <p:spPr>
          <a:xfrm>
            <a:off x="7818726" y="4133447"/>
            <a:ext cx="2856518" cy="830997"/>
          </a:xfrm>
          <a:prstGeom prst="rect">
            <a:avLst/>
          </a:prstGeom>
          <a:noFill/>
        </p:spPr>
        <p:txBody>
          <a:bodyPr wrap="square" rtlCol="0">
            <a:spAutoFit/>
          </a:bodyPr>
          <a:lstStyle/>
          <a:p>
            <a:pPr>
              <a:lnSpc>
                <a:spcPct val="120000"/>
              </a:lnSpc>
            </a:pPr>
            <a:r>
              <a:rPr lang="zh-CN" altLang="en-US" sz="2400" b="1" dirty="0">
                <a:solidFill>
                  <a:srgbClr val="E61F59"/>
                </a:solidFill>
              </a:rPr>
              <a:t>添加标题</a:t>
            </a:r>
            <a:endParaRPr lang="en-US" altLang="zh-CN" sz="2400" b="1" dirty="0">
              <a:solidFill>
                <a:srgbClr val="E61F59"/>
              </a:solidFill>
            </a:endParaRPr>
          </a:p>
          <a:p>
            <a:pPr>
              <a:lnSpc>
                <a:spcPct val="120000"/>
              </a:lnSpc>
            </a:pPr>
            <a:r>
              <a:rPr lang="zh-CN" altLang="en-US" sz="1600" dirty="0">
                <a:solidFill>
                  <a:schemeClr val="tx1">
                    <a:lumMod val="65000"/>
                    <a:lumOff val="35000"/>
                  </a:schemeClr>
                </a:solidFill>
              </a:rPr>
              <a:t>添加内容添加内容</a:t>
            </a:r>
          </a:p>
        </p:txBody>
      </p:sp>
      <p:sp>
        <p:nvSpPr>
          <p:cNvPr id="32" name="文本框 31"/>
          <p:cNvSpPr txBox="1"/>
          <p:nvPr/>
        </p:nvSpPr>
        <p:spPr>
          <a:xfrm>
            <a:off x="1330837" y="2364341"/>
            <a:ext cx="2856518" cy="830997"/>
          </a:xfrm>
          <a:prstGeom prst="rect">
            <a:avLst/>
          </a:prstGeom>
          <a:noFill/>
        </p:spPr>
        <p:txBody>
          <a:bodyPr wrap="square" rtlCol="0">
            <a:spAutoFit/>
          </a:bodyPr>
          <a:lstStyle/>
          <a:p>
            <a:pPr algn="r">
              <a:lnSpc>
                <a:spcPct val="120000"/>
              </a:lnSpc>
            </a:pPr>
            <a:r>
              <a:rPr lang="zh-CN" altLang="en-US" sz="2400" b="1" dirty="0">
                <a:solidFill>
                  <a:srgbClr val="05ACC7"/>
                </a:solidFill>
              </a:rPr>
              <a:t>添加标题</a:t>
            </a:r>
            <a:endParaRPr lang="en-US" altLang="zh-CN" sz="2400" b="1" dirty="0">
              <a:solidFill>
                <a:srgbClr val="05ACC7"/>
              </a:solidFill>
            </a:endParaRPr>
          </a:p>
          <a:p>
            <a:pPr algn="r">
              <a:lnSpc>
                <a:spcPct val="120000"/>
              </a:lnSpc>
            </a:pPr>
            <a:r>
              <a:rPr lang="zh-CN" altLang="en-US" sz="1600" dirty="0">
                <a:solidFill>
                  <a:schemeClr val="tx1">
                    <a:lumMod val="65000"/>
                    <a:lumOff val="35000"/>
                  </a:schemeClr>
                </a:solidFill>
              </a:rPr>
              <a:t>添加内容添加内容</a:t>
            </a:r>
          </a:p>
        </p:txBody>
      </p:sp>
      <p:sp>
        <p:nvSpPr>
          <p:cNvPr id="59" name="文本框 58"/>
          <p:cNvSpPr txBox="1"/>
          <p:nvPr/>
        </p:nvSpPr>
        <p:spPr>
          <a:xfrm>
            <a:off x="4667741" y="1069286"/>
            <a:ext cx="2856518" cy="830997"/>
          </a:xfrm>
          <a:prstGeom prst="rect">
            <a:avLst/>
          </a:prstGeom>
          <a:noFill/>
        </p:spPr>
        <p:txBody>
          <a:bodyPr wrap="square" rtlCol="0">
            <a:spAutoFit/>
          </a:bodyPr>
          <a:lstStyle/>
          <a:p>
            <a:pPr algn="ctr">
              <a:lnSpc>
                <a:spcPct val="120000"/>
              </a:lnSpc>
            </a:pPr>
            <a:r>
              <a:rPr lang="zh-CN" altLang="en-US" sz="2400" b="1" dirty="0">
                <a:solidFill>
                  <a:srgbClr val="F0951A"/>
                </a:solidFill>
              </a:rPr>
              <a:t>添加标题</a:t>
            </a:r>
            <a:endParaRPr lang="en-US" altLang="zh-CN" sz="2400" b="1" dirty="0">
              <a:solidFill>
                <a:srgbClr val="F0951A"/>
              </a:solidFill>
            </a:endParaRPr>
          </a:p>
          <a:p>
            <a:pPr algn="ctr">
              <a:lnSpc>
                <a:spcPct val="120000"/>
              </a:lnSpc>
            </a:pPr>
            <a:r>
              <a:rPr lang="zh-CN" altLang="en-US" sz="1600" dirty="0">
                <a:solidFill>
                  <a:schemeClr val="tx1">
                    <a:lumMod val="65000"/>
                    <a:lumOff val="35000"/>
                  </a:schemeClr>
                </a:solidFill>
              </a:rPr>
              <a:t>添加内容添加内容</a:t>
            </a:r>
          </a:p>
        </p:txBody>
      </p:sp>
      <p:sp>
        <p:nvSpPr>
          <p:cNvPr id="62" name="矩形 61"/>
          <p:cNvSpPr/>
          <p:nvPr/>
        </p:nvSpPr>
        <p:spPr>
          <a:xfrm>
            <a:off x="1120462" y="5951740"/>
            <a:ext cx="9982915" cy="412421"/>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添加内容添加内容添加内容添加内容添加内容添加内容添加内容添加内容添加内容添加内容添加内容</a:t>
            </a:r>
          </a:p>
        </p:txBody>
      </p:sp>
      <p:sp>
        <p:nvSpPr>
          <p:cNvPr id="60"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2839115"/>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5"/>
          <p:cNvSpPr>
            <a:spLocks/>
          </p:cNvSpPr>
          <p:nvPr/>
        </p:nvSpPr>
        <p:spPr bwMode="auto">
          <a:xfrm>
            <a:off x="5597525" y="2773920"/>
            <a:ext cx="3113088" cy="1557338"/>
          </a:xfrm>
          <a:custGeom>
            <a:avLst/>
            <a:gdLst>
              <a:gd name="T0" fmla="*/ 641 w 1282"/>
              <a:gd name="T1" fmla="*/ 0 h 641"/>
              <a:gd name="T2" fmla="*/ 0 w 1282"/>
              <a:gd name="T3" fmla="*/ 641 h 641"/>
              <a:gd name="T4" fmla="*/ 428 w 1282"/>
              <a:gd name="T5" fmla="*/ 641 h 641"/>
              <a:gd name="T6" fmla="*/ 641 w 1282"/>
              <a:gd name="T7" fmla="*/ 428 h 641"/>
              <a:gd name="T8" fmla="*/ 855 w 1282"/>
              <a:gd name="T9" fmla="*/ 641 h 641"/>
              <a:gd name="T10" fmla="*/ 1282 w 1282"/>
              <a:gd name="T11" fmla="*/ 641 h 641"/>
              <a:gd name="T12" fmla="*/ 641 w 1282"/>
              <a:gd name="T13" fmla="*/ 0 h 641"/>
            </a:gdLst>
            <a:ahLst/>
            <a:cxnLst>
              <a:cxn ang="0">
                <a:pos x="T0" y="T1"/>
              </a:cxn>
              <a:cxn ang="0">
                <a:pos x="T2" y="T3"/>
              </a:cxn>
              <a:cxn ang="0">
                <a:pos x="T4" y="T5"/>
              </a:cxn>
              <a:cxn ang="0">
                <a:pos x="T6" y="T7"/>
              </a:cxn>
              <a:cxn ang="0">
                <a:pos x="T8" y="T9"/>
              </a:cxn>
              <a:cxn ang="0">
                <a:pos x="T10" y="T11"/>
              </a:cxn>
              <a:cxn ang="0">
                <a:pos x="T12" y="T13"/>
              </a:cxn>
            </a:cxnLst>
            <a:rect l="0" t="0" r="r" b="b"/>
            <a:pathLst>
              <a:path w="1282" h="641">
                <a:moveTo>
                  <a:pt x="641" y="0"/>
                </a:moveTo>
                <a:cubicBezTo>
                  <a:pt x="288" y="0"/>
                  <a:pt x="0" y="288"/>
                  <a:pt x="0" y="641"/>
                </a:cubicBezTo>
                <a:cubicBezTo>
                  <a:pt x="428" y="641"/>
                  <a:pt x="428" y="641"/>
                  <a:pt x="428" y="641"/>
                </a:cubicBezTo>
                <a:cubicBezTo>
                  <a:pt x="428" y="523"/>
                  <a:pt x="523" y="428"/>
                  <a:pt x="641" y="428"/>
                </a:cubicBezTo>
                <a:cubicBezTo>
                  <a:pt x="759" y="428"/>
                  <a:pt x="855" y="523"/>
                  <a:pt x="855" y="641"/>
                </a:cubicBezTo>
                <a:cubicBezTo>
                  <a:pt x="1282" y="641"/>
                  <a:pt x="1282" y="641"/>
                  <a:pt x="1282" y="641"/>
                </a:cubicBezTo>
                <a:cubicBezTo>
                  <a:pt x="1282" y="288"/>
                  <a:pt x="995" y="0"/>
                  <a:pt x="641" y="0"/>
                </a:cubicBezTo>
                <a:close/>
              </a:path>
            </a:pathLst>
          </a:custGeom>
          <a:gradFill>
            <a:gsLst>
              <a:gs pos="0">
                <a:srgbClr val="F28F00"/>
              </a:gs>
              <a:gs pos="98000">
                <a:srgbClr val="E60C12"/>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7" name="Freeform 7"/>
          <p:cNvSpPr>
            <a:spLocks/>
          </p:cNvSpPr>
          <p:nvPr/>
        </p:nvSpPr>
        <p:spPr bwMode="auto">
          <a:xfrm>
            <a:off x="3522663" y="4331258"/>
            <a:ext cx="3113088" cy="1558925"/>
          </a:xfrm>
          <a:custGeom>
            <a:avLst/>
            <a:gdLst>
              <a:gd name="T0" fmla="*/ 854 w 1282"/>
              <a:gd name="T1" fmla="*/ 0 h 641"/>
              <a:gd name="T2" fmla="*/ 641 w 1282"/>
              <a:gd name="T3" fmla="*/ 214 h 641"/>
              <a:gd name="T4" fmla="*/ 427 w 1282"/>
              <a:gd name="T5" fmla="*/ 0 h 641"/>
              <a:gd name="T6" fmla="*/ 0 w 1282"/>
              <a:gd name="T7" fmla="*/ 0 h 641"/>
              <a:gd name="T8" fmla="*/ 641 w 1282"/>
              <a:gd name="T9" fmla="*/ 641 h 641"/>
              <a:gd name="T10" fmla="*/ 1282 w 1282"/>
              <a:gd name="T11" fmla="*/ 0 h 641"/>
              <a:gd name="T12" fmla="*/ 854 w 1282"/>
              <a:gd name="T13" fmla="*/ 0 h 641"/>
            </a:gdLst>
            <a:ahLst/>
            <a:cxnLst>
              <a:cxn ang="0">
                <a:pos x="T0" y="T1"/>
              </a:cxn>
              <a:cxn ang="0">
                <a:pos x="T2" y="T3"/>
              </a:cxn>
              <a:cxn ang="0">
                <a:pos x="T4" y="T5"/>
              </a:cxn>
              <a:cxn ang="0">
                <a:pos x="T6" y="T7"/>
              </a:cxn>
              <a:cxn ang="0">
                <a:pos x="T8" y="T9"/>
              </a:cxn>
              <a:cxn ang="0">
                <a:pos x="T10" y="T11"/>
              </a:cxn>
              <a:cxn ang="0">
                <a:pos x="T12" y="T13"/>
              </a:cxn>
            </a:cxnLst>
            <a:rect l="0" t="0" r="r" b="b"/>
            <a:pathLst>
              <a:path w="1282" h="641">
                <a:moveTo>
                  <a:pt x="854" y="0"/>
                </a:moveTo>
                <a:cubicBezTo>
                  <a:pt x="854" y="118"/>
                  <a:pt x="759" y="214"/>
                  <a:pt x="641" y="214"/>
                </a:cubicBezTo>
                <a:cubicBezTo>
                  <a:pt x="523" y="214"/>
                  <a:pt x="427" y="118"/>
                  <a:pt x="427" y="0"/>
                </a:cubicBezTo>
                <a:cubicBezTo>
                  <a:pt x="0" y="0"/>
                  <a:pt x="0" y="0"/>
                  <a:pt x="0" y="0"/>
                </a:cubicBezTo>
                <a:cubicBezTo>
                  <a:pt x="0" y="353"/>
                  <a:pt x="288" y="641"/>
                  <a:pt x="641" y="641"/>
                </a:cubicBezTo>
                <a:cubicBezTo>
                  <a:pt x="994" y="641"/>
                  <a:pt x="1282" y="353"/>
                  <a:pt x="1282" y="0"/>
                </a:cubicBezTo>
                <a:lnTo>
                  <a:pt x="854" y="0"/>
                </a:lnTo>
                <a:close/>
              </a:path>
            </a:pathLst>
          </a:custGeom>
          <a:gradFill>
            <a:gsLst>
              <a:gs pos="0">
                <a:srgbClr val="9F73B0"/>
              </a:gs>
              <a:gs pos="100000">
                <a:srgbClr val="253C9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8" name="Freeform 8"/>
          <p:cNvSpPr>
            <a:spLocks/>
          </p:cNvSpPr>
          <p:nvPr/>
        </p:nvSpPr>
        <p:spPr bwMode="auto">
          <a:xfrm>
            <a:off x="3522663" y="2773920"/>
            <a:ext cx="3113088" cy="1557338"/>
          </a:xfrm>
          <a:custGeom>
            <a:avLst/>
            <a:gdLst>
              <a:gd name="T0" fmla="*/ 641 w 1282"/>
              <a:gd name="T1" fmla="*/ 0 h 641"/>
              <a:gd name="T2" fmla="*/ 0 w 1282"/>
              <a:gd name="T3" fmla="*/ 641 h 641"/>
              <a:gd name="T4" fmla="*/ 427 w 1282"/>
              <a:gd name="T5" fmla="*/ 641 h 641"/>
              <a:gd name="T6" fmla="*/ 641 w 1282"/>
              <a:gd name="T7" fmla="*/ 428 h 641"/>
              <a:gd name="T8" fmla="*/ 854 w 1282"/>
              <a:gd name="T9" fmla="*/ 641 h 641"/>
              <a:gd name="T10" fmla="*/ 1282 w 1282"/>
              <a:gd name="T11" fmla="*/ 641 h 641"/>
              <a:gd name="T12" fmla="*/ 641 w 1282"/>
              <a:gd name="T13" fmla="*/ 0 h 641"/>
            </a:gdLst>
            <a:ahLst/>
            <a:cxnLst>
              <a:cxn ang="0">
                <a:pos x="T0" y="T1"/>
              </a:cxn>
              <a:cxn ang="0">
                <a:pos x="T2" y="T3"/>
              </a:cxn>
              <a:cxn ang="0">
                <a:pos x="T4" y="T5"/>
              </a:cxn>
              <a:cxn ang="0">
                <a:pos x="T6" y="T7"/>
              </a:cxn>
              <a:cxn ang="0">
                <a:pos x="T8" y="T9"/>
              </a:cxn>
              <a:cxn ang="0">
                <a:pos x="T10" y="T11"/>
              </a:cxn>
              <a:cxn ang="0">
                <a:pos x="T12" y="T13"/>
              </a:cxn>
            </a:cxnLst>
            <a:rect l="0" t="0" r="r" b="b"/>
            <a:pathLst>
              <a:path w="1282" h="641">
                <a:moveTo>
                  <a:pt x="641" y="0"/>
                </a:moveTo>
                <a:cubicBezTo>
                  <a:pt x="288" y="0"/>
                  <a:pt x="0" y="288"/>
                  <a:pt x="0" y="641"/>
                </a:cubicBezTo>
                <a:cubicBezTo>
                  <a:pt x="427" y="641"/>
                  <a:pt x="427" y="641"/>
                  <a:pt x="427" y="641"/>
                </a:cubicBezTo>
                <a:cubicBezTo>
                  <a:pt x="427" y="523"/>
                  <a:pt x="523" y="428"/>
                  <a:pt x="641" y="428"/>
                </a:cubicBezTo>
                <a:cubicBezTo>
                  <a:pt x="759" y="428"/>
                  <a:pt x="854" y="523"/>
                  <a:pt x="854" y="641"/>
                </a:cubicBezTo>
                <a:cubicBezTo>
                  <a:pt x="1282" y="641"/>
                  <a:pt x="1282" y="641"/>
                  <a:pt x="1282" y="641"/>
                </a:cubicBezTo>
                <a:cubicBezTo>
                  <a:pt x="1282" y="288"/>
                  <a:pt x="994" y="0"/>
                  <a:pt x="641" y="0"/>
                </a:cubicBezTo>
                <a:close/>
              </a:path>
            </a:pathLst>
          </a:custGeom>
          <a:gradFill>
            <a:gsLst>
              <a:gs pos="0">
                <a:srgbClr val="E0E200"/>
              </a:gs>
              <a:gs pos="84000">
                <a:srgbClr val="94C11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0" name="Freeform 10"/>
          <p:cNvSpPr>
            <a:spLocks/>
          </p:cNvSpPr>
          <p:nvPr/>
        </p:nvSpPr>
        <p:spPr bwMode="auto">
          <a:xfrm>
            <a:off x="5597525" y="4331258"/>
            <a:ext cx="3113088" cy="1558925"/>
          </a:xfrm>
          <a:custGeom>
            <a:avLst/>
            <a:gdLst>
              <a:gd name="T0" fmla="*/ 855 w 1282"/>
              <a:gd name="T1" fmla="*/ 0 h 641"/>
              <a:gd name="T2" fmla="*/ 641 w 1282"/>
              <a:gd name="T3" fmla="*/ 214 h 641"/>
              <a:gd name="T4" fmla="*/ 428 w 1282"/>
              <a:gd name="T5" fmla="*/ 0 h 641"/>
              <a:gd name="T6" fmla="*/ 0 w 1282"/>
              <a:gd name="T7" fmla="*/ 0 h 641"/>
              <a:gd name="T8" fmla="*/ 641 w 1282"/>
              <a:gd name="T9" fmla="*/ 641 h 641"/>
              <a:gd name="T10" fmla="*/ 1282 w 1282"/>
              <a:gd name="T11" fmla="*/ 0 h 641"/>
              <a:gd name="T12" fmla="*/ 855 w 1282"/>
              <a:gd name="T13" fmla="*/ 0 h 641"/>
            </a:gdLst>
            <a:ahLst/>
            <a:cxnLst>
              <a:cxn ang="0">
                <a:pos x="T0" y="T1"/>
              </a:cxn>
              <a:cxn ang="0">
                <a:pos x="T2" y="T3"/>
              </a:cxn>
              <a:cxn ang="0">
                <a:pos x="T4" y="T5"/>
              </a:cxn>
              <a:cxn ang="0">
                <a:pos x="T6" y="T7"/>
              </a:cxn>
              <a:cxn ang="0">
                <a:pos x="T8" y="T9"/>
              </a:cxn>
              <a:cxn ang="0">
                <a:pos x="T10" y="T11"/>
              </a:cxn>
              <a:cxn ang="0">
                <a:pos x="T12" y="T13"/>
              </a:cxn>
            </a:cxnLst>
            <a:rect l="0" t="0" r="r" b="b"/>
            <a:pathLst>
              <a:path w="1282" h="641">
                <a:moveTo>
                  <a:pt x="855" y="0"/>
                </a:moveTo>
                <a:cubicBezTo>
                  <a:pt x="855" y="118"/>
                  <a:pt x="759" y="214"/>
                  <a:pt x="641" y="214"/>
                </a:cubicBezTo>
                <a:cubicBezTo>
                  <a:pt x="523" y="214"/>
                  <a:pt x="428" y="118"/>
                  <a:pt x="428" y="0"/>
                </a:cubicBezTo>
                <a:cubicBezTo>
                  <a:pt x="0" y="0"/>
                  <a:pt x="0" y="0"/>
                  <a:pt x="0" y="0"/>
                </a:cubicBezTo>
                <a:cubicBezTo>
                  <a:pt x="0" y="353"/>
                  <a:pt x="288" y="641"/>
                  <a:pt x="641" y="641"/>
                </a:cubicBezTo>
                <a:cubicBezTo>
                  <a:pt x="995" y="641"/>
                  <a:pt x="1282" y="353"/>
                  <a:pt x="1282" y="0"/>
                </a:cubicBezTo>
                <a:lnTo>
                  <a:pt x="855" y="0"/>
                </a:lnTo>
                <a:close/>
              </a:path>
            </a:pathLst>
          </a:custGeom>
          <a:gradFill>
            <a:gsLst>
              <a:gs pos="0">
                <a:srgbClr val="86C1A8"/>
              </a:gs>
              <a:gs pos="74000">
                <a:srgbClr val="0080C8"/>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1" name="Freeform 11"/>
          <p:cNvSpPr>
            <a:spLocks/>
          </p:cNvSpPr>
          <p:nvPr/>
        </p:nvSpPr>
        <p:spPr bwMode="auto">
          <a:xfrm>
            <a:off x="7877175" y="6047345"/>
            <a:ext cx="1722438" cy="476250"/>
          </a:xfrm>
          <a:custGeom>
            <a:avLst/>
            <a:gdLst>
              <a:gd name="T0" fmla="*/ 1085 w 1085"/>
              <a:gd name="T1" fmla="*/ 300 h 300"/>
              <a:gd name="T2" fmla="*/ 216 w 1085"/>
              <a:gd name="T3" fmla="*/ 300 h 300"/>
              <a:gd name="T4" fmla="*/ 214 w 1085"/>
              <a:gd name="T5" fmla="*/ 297 h 300"/>
              <a:gd name="T6" fmla="*/ 0 w 1085"/>
              <a:gd name="T7" fmla="*/ 6 h 300"/>
              <a:gd name="T8" fmla="*/ 9 w 1085"/>
              <a:gd name="T9" fmla="*/ 0 h 300"/>
              <a:gd name="T10" fmla="*/ 222 w 1085"/>
              <a:gd name="T11" fmla="*/ 290 h 300"/>
              <a:gd name="T12" fmla="*/ 1085 w 1085"/>
              <a:gd name="T13" fmla="*/ 290 h 300"/>
              <a:gd name="T14" fmla="*/ 1085 w 1085"/>
              <a:gd name="T15" fmla="*/ 300 h 3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5" h="300">
                <a:moveTo>
                  <a:pt x="1085" y="300"/>
                </a:moveTo>
                <a:lnTo>
                  <a:pt x="216" y="300"/>
                </a:lnTo>
                <a:lnTo>
                  <a:pt x="214" y="297"/>
                </a:lnTo>
                <a:lnTo>
                  <a:pt x="0" y="6"/>
                </a:lnTo>
                <a:lnTo>
                  <a:pt x="9" y="0"/>
                </a:lnTo>
                <a:lnTo>
                  <a:pt x="222" y="290"/>
                </a:lnTo>
                <a:lnTo>
                  <a:pt x="1085" y="290"/>
                </a:lnTo>
                <a:lnTo>
                  <a:pt x="1085" y="300"/>
                </a:lnTo>
                <a:close/>
              </a:path>
            </a:pathLst>
          </a:custGeom>
          <a:solidFill>
            <a:schemeClr val="bg1">
              <a:lumMod val="50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2" name="Freeform 12"/>
          <p:cNvSpPr>
            <a:spLocks/>
          </p:cNvSpPr>
          <p:nvPr/>
        </p:nvSpPr>
        <p:spPr bwMode="auto">
          <a:xfrm>
            <a:off x="7850188" y="6015595"/>
            <a:ext cx="73025" cy="76200"/>
          </a:xfrm>
          <a:custGeom>
            <a:avLst/>
            <a:gdLst>
              <a:gd name="T0" fmla="*/ 4 w 30"/>
              <a:gd name="T1" fmla="*/ 23 h 31"/>
              <a:gd name="T2" fmla="*/ 7 w 30"/>
              <a:gd name="T3" fmla="*/ 5 h 31"/>
              <a:gd name="T4" fmla="*/ 25 w 30"/>
              <a:gd name="T5" fmla="*/ 8 h 31"/>
              <a:gd name="T6" fmla="*/ 23 w 30"/>
              <a:gd name="T7" fmla="*/ 26 h 31"/>
              <a:gd name="T8" fmla="*/ 4 w 30"/>
              <a:gd name="T9" fmla="*/ 23 h 31"/>
            </a:gdLst>
            <a:ahLst/>
            <a:cxnLst>
              <a:cxn ang="0">
                <a:pos x="T0" y="T1"/>
              </a:cxn>
              <a:cxn ang="0">
                <a:pos x="T2" y="T3"/>
              </a:cxn>
              <a:cxn ang="0">
                <a:pos x="T4" y="T5"/>
              </a:cxn>
              <a:cxn ang="0">
                <a:pos x="T6" y="T7"/>
              </a:cxn>
              <a:cxn ang="0">
                <a:pos x="T8" y="T9"/>
              </a:cxn>
            </a:cxnLst>
            <a:rect l="0" t="0" r="r" b="b"/>
            <a:pathLst>
              <a:path w="30" h="31">
                <a:moveTo>
                  <a:pt x="4" y="23"/>
                </a:moveTo>
                <a:cubicBezTo>
                  <a:pt x="0" y="18"/>
                  <a:pt x="1" y="9"/>
                  <a:pt x="7" y="5"/>
                </a:cubicBezTo>
                <a:cubicBezTo>
                  <a:pt x="13" y="0"/>
                  <a:pt x="21" y="2"/>
                  <a:pt x="25" y="8"/>
                </a:cubicBezTo>
                <a:cubicBezTo>
                  <a:pt x="30" y="14"/>
                  <a:pt x="28" y="22"/>
                  <a:pt x="23" y="26"/>
                </a:cubicBezTo>
                <a:cubicBezTo>
                  <a:pt x="17" y="31"/>
                  <a:pt x="8" y="29"/>
                  <a:pt x="4" y="23"/>
                </a:cubicBezTo>
                <a:close/>
              </a:path>
            </a:pathLst>
          </a:custGeom>
          <a:solidFill>
            <a:schemeClr val="bg1">
              <a:lumMod val="50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3" name="Freeform 13"/>
          <p:cNvSpPr>
            <a:spLocks/>
          </p:cNvSpPr>
          <p:nvPr/>
        </p:nvSpPr>
        <p:spPr bwMode="auto">
          <a:xfrm>
            <a:off x="7854950" y="2256395"/>
            <a:ext cx="1720850" cy="476250"/>
          </a:xfrm>
          <a:custGeom>
            <a:avLst/>
            <a:gdLst>
              <a:gd name="T0" fmla="*/ 1084 w 1084"/>
              <a:gd name="T1" fmla="*/ 0 h 300"/>
              <a:gd name="T2" fmla="*/ 216 w 1084"/>
              <a:gd name="T3" fmla="*/ 0 h 300"/>
              <a:gd name="T4" fmla="*/ 215 w 1084"/>
              <a:gd name="T5" fmla="*/ 3 h 300"/>
              <a:gd name="T6" fmla="*/ 0 w 1084"/>
              <a:gd name="T7" fmla="*/ 294 h 300"/>
              <a:gd name="T8" fmla="*/ 8 w 1084"/>
              <a:gd name="T9" fmla="*/ 300 h 300"/>
              <a:gd name="T10" fmla="*/ 221 w 1084"/>
              <a:gd name="T11" fmla="*/ 10 h 300"/>
              <a:gd name="T12" fmla="*/ 1084 w 1084"/>
              <a:gd name="T13" fmla="*/ 10 h 300"/>
              <a:gd name="T14" fmla="*/ 1084 w 1084"/>
              <a:gd name="T15" fmla="*/ 0 h 3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4" h="300">
                <a:moveTo>
                  <a:pt x="1084" y="0"/>
                </a:moveTo>
                <a:lnTo>
                  <a:pt x="216" y="0"/>
                </a:lnTo>
                <a:lnTo>
                  <a:pt x="215" y="3"/>
                </a:lnTo>
                <a:lnTo>
                  <a:pt x="0" y="294"/>
                </a:lnTo>
                <a:lnTo>
                  <a:pt x="8" y="300"/>
                </a:lnTo>
                <a:lnTo>
                  <a:pt x="221" y="10"/>
                </a:lnTo>
                <a:lnTo>
                  <a:pt x="1084" y="10"/>
                </a:lnTo>
                <a:lnTo>
                  <a:pt x="1084" y="0"/>
                </a:lnTo>
                <a:close/>
              </a:path>
            </a:pathLst>
          </a:custGeom>
          <a:solidFill>
            <a:schemeClr val="bg1">
              <a:lumMod val="50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4" name="Freeform 14"/>
          <p:cNvSpPr>
            <a:spLocks/>
          </p:cNvSpPr>
          <p:nvPr/>
        </p:nvSpPr>
        <p:spPr bwMode="auto">
          <a:xfrm>
            <a:off x="7826375" y="2688195"/>
            <a:ext cx="73025" cy="76200"/>
          </a:xfrm>
          <a:custGeom>
            <a:avLst/>
            <a:gdLst>
              <a:gd name="T0" fmla="*/ 4 w 30"/>
              <a:gd name="T1" fmla="*/ 8 h 31"/>
              <a:gd name="T2" fmla="*/ 7 w 30"/>
              <a:gd name="T3" fmla="*/ 26 h 31"/>
              <a:gd name="T4" fmla="*/ 26 w 30"/>
              <a:gd name="T5" fmla="*/ 23 h 31"/>
              <a:gd name="T6" fmla="*/ 23 w 30"/>
              <a:gd name="T7" fmla="*/ 5 h 31"/>
              <a:gd name="T8" fmla="*/ 4 w 30"/>
              <a:gd name="T9" fmla="*/ 8 h 31"/>
            </a:gdLst>
            <a:ahLst/>
            <a:cxnLst>
              <a:cxn ang="0">
                <a:pos x="T0" y="T1"/>
              </a:cxn>
              <a:cxn ang="0">
                <a:pos x="T2" y="T3"/>
              </a:cxn>
              <a:cxn ang="0">
                <a:pos x="T4" y="T5"/>
              </a:cxn>
              <a:cxn ang="0">
                <a:pos x="T6" y="T7"/>
              </a:cxn>
              <a:cxn ang="0">
                <a:pos x="T8" y="T9"/>
              </a:cxn>
            </a:cxnLst>
            <a:rect l="0" t="0" r="r" b="b"/>
            <a:pathLst>
              <a:path w="30" h="31">
                <a:moveTo>
                  <a:pt x="4" y="8"/>
                </a:moveTo>
                <a:cubicBezTo>
                  <a:pt x="0" y="14"/>
                  <a:pt x="1" y="22"/>
                  <a:pt x="7" y="26"/>
                </a:cubicBezTo>
                <a:cubicBezTo>
                  <a:pt x="13" y="31"/>
                  <a:pt x="21" y="29"/>
                  <a:pt x="26" y="23"/>
                </a:cubicBezTo>
                <a:cubicBezTo>
                  <a:pt x="30" y="17"/>
                  <a:pt x="29" y="9"/>
                  <a:pt x="23" y="5"/>
                </a:cubicBezTo>
                <a:cubicBezTo>
                  <a:pt x="17" y="0"/>
                  <a:pt x="9" y="2"/>
                  <a:pt x="4" y="8"/>
                </a:cubicBezTo>
                <a:close/>
              </a:path>
            </a:pathLst>
          </a:custGeom>
          <a:solidFill>
            <a:schemeClr val="bg1">
              <a:lumMod val="50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5" name="Freeform 15"/>
          <p:cNvSpPr>
            <a:spLocks/>
          </p:cNvSpPr>
          <p:nvPr/>
        </p:nvSpPr>
        <p:spPr bwMode="auto">
          <a:xfrm>
            <a:off x="2589213" y="2251633"/>
            <a:ext cx="1722438" cy="476250"/>
          </a:xfrm>
          <a:custGeom>
            <a:avLst/>
            <a:gdLst>
              <a:gd name="T0" fmla="*/ 0 w 1085"/>
              <a:gd name="T1" fmla="*/ 0 h 300"/>
              <a:gd name="T2" fmla="*/ 869 w 1085"/>
              <a:gd name="T3" fmla="*/ 0 h 300"/>
              <a:gd name="T4" fmla="*/ 871 w 1085"/>
              <a:gd name="T5" fmla="*/ 1 h 300"/>
              <a:gd name="T6" fmla="*/ 1085 w 1085"/>
              <a:gd name="T7" fmla="*/ 292 h 300"/>
              <a:gd name="T8" fmla="*/ 1076 w 1085"/>
              <a:gd name="T9" fmla="*/ 300 h 300"/>
              <a:gd name="T10" fmla="*/ 863 w 1085"/>
              <a:gd name="T11" fmla="*/ 10 h 300"/>
              <a:gd name="T12" fmla="*/ 0 w 1085"/>
              <a:gd name="T13" fmla="*/ 10 h 300"/>
              <a:gd name="T14" fmla="*/ 0 w 1085"/>
              <a:gd name="T15" fmla="*/ 0 h 3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5" h="300">
                <a:moveTo>
                  <a:pt x="0" y="0"/>
                </a:moveTo>
                <a:lnTo>
                  <a:pt x="869" y="0"/>
                </a:lnTo>
                <a:lnTo>
                  <a:pt x="871" y="1"/>
                </a:lnTo>
                <a:lnTo>
                  <a:pt x="1085" y="292"/>
                </a:lnTo>
                <a:lnTo>
                  <a:pt x="1076" y="300"/>
                </a:lnTo>
                <a:lnTo>
                  <a:pt x="863" y="10"/>
                </a:lnTo>
                <a:lnTo>
                  <a:pt x="0" y="10"/>
                </a:lnTo>
                <a:lnTo>
                  <a:pt x="0" y="0"/>
                </a:lnTo>
                <a:close/>
              </a:path>
            </a:pathLst>
          </a:custGeom>
          <a:solidFill>
            <a:schemeClr val="bg1">
              <a:lumMod val="50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6" name="Freeform 16"/>
          <p:cNvSpPr>
            <a:spLocks/>
          </p:cNvSpPr>
          <p:nvPr/>
        </p:nvSpPr>
        <p:spPr bwMode="auto">
          <a:xfrm>
            <a:off x="4265613" y="2683433"/>
            <a:ext cx="73025" cy="73025"/>
          </a:xfrm>
          <a:custGeom>
            <a:avLst/>
            <a:gdLst>
              <a:gd name="T0" fmla="*/ 26 w 30"/>
              <a:gd name="T1" fmla="*/ 7 h 30"/>
              <a:gd name="T2" fmla="*/ 23 w 30"/>
              <a:gd name="T3" fmla="*/ 26 h 30"/>
              <a:gd name="T4" fmla="*/ 5 w 30"/>
              <a:gd name="T5" fmla="*/ 23 h 30"/>
              <a:gd name="T6" fmla="*/ 7 w 30"/>
              <a:gd name="T7" fmla="*/ 4 h 30"/>
              <a:gd name="T8" fmla="*/ 26 w 30"/>
              <a:gd name="T9" fmla="*/ 7 h 30"/>
            </a:gdLst>
            <a:ahLst/>
            <a:cxnLst>
              <a:cxn ang="0">
                <a:pos x="T0" y="T1"/>
              </a:cxn>
              <a:cxn ang="0">
                <a:pos x="T2" y="T3"/>
              </a:cxn>
              <a:cxn ang="0">
                <a:pos x="T4" y="T5"/>
              </a:cxn>
              <a:cxn ang="0">
                <a:pos x="T6" y="T7"/>
              </a:cxn>
              <a:cxn ang="0">
                <a:pos x="T8" y="T9"/>
              </a:cxn>
            </a:cxnLst>
            <a:rect l="0" t="0" r="r" b="b"/>
            <a:pathLst>
              <a:path w="30" h="30">
                <a:moveTo>
                  <a:pt x="26" y="7"/>
                </a:moveTo>
                <a:cubicBezTo>
                  <a:pt x="30" y="13"/>
                  <a:pt x="29" y="21"/>
                  <a:pt x="23" y="26"/>
                </a:cubicBezTo>
                <a:cubicBezTo>
                  <a:pt x="17" y="30"/>
                  <a:pt x="9" y="29"/>
                  <a:pt x="5" y="23"/>
                </a:cubicBezTo>
                <a:cubicBezTo>
                  <a:pt x="0" y="17"/>
                  <a:pt x="2" y="8"/>
                  <a:pt x="7" y="4"/>
                </a:cubicBezTo>
                <a:cubicBezTo>
                  <a:pt x="13" y="0"/>
                  <a:pt x="22" y="1"/>
                  <a:pt x="26" y="7"/>
                </a:cubicBezTo>
                <a:close/>
              </a:path>
            </a:pathLst>
          </a:custGeom>
          <a:solidFill>
            <a:schemeClr val="bg1">
              <a:lumMod val="50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7" name="Freeform 17"/>
          <p:cNvSpPr>
            <a:spLocks/>
          </p:cNvSpPr>
          <p:nvPr/>
        </p:nvSpPr>
        <p:spPr bwMode="auto">
          <a:xfrm>
            <a:off x="2589213" y="6047345"/>
            <a:ext cx="1722438" cy="476250"/>
          </a:xfrm>
          <a:custGeom>
            <a:avLst/>
            <a:gdLst>
              <a:gd name="T0" fmla="*/ 0 w 1085"/>
              <a:gd name="T1" fmla="*/ 300 h 300"/>
              <a:gd name="T2" fmla="*/ 869 w 1085"/>
              <a:gd name="T3" fmla="*/ 300 h 300"/>
              <a:gd name="T4" fmla="*/ 871 w 1085"/>
              <a:gd name="T5" fmla="*/ 297 h 300"/>
              <a:gd name="T6" fmla="*/ 1085 w 1085"/>
              <a:gd name="T7" fmla="*/ 6 h 300"/>
              <a:gd name="T8" fmla="*/ 1076 w 1085"/>
              <a:gd name="T9" fmla="*/ 0 h 300"/>
              <a:gd name="T10" fmla="*/ 863 w 1085"/>
              <a:gd name="T11" fmla="*/ 290 h 300"/>
              <a:gd name="T12" fmla="*/ 0 w 1085"/>
              <a:gd name="T13" fmla="*/ 290 h 300"/>
              <a:gd name="T14" fmla="*/ 0 w 1085"/>
              <a:gd name="T15" fmla="*/ 300 h 3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5" h="300">
                <a:moveTo>
                  <a:pt x="0" y="300"/>
                </a:moveTo>
                <a:lnTo>
                  <a:pt x="869" y="300"/>
                </a:lnTo>
                <a:lnTo>
                  <a:pt x="871" y="297"/>
                </a:lnTo>
                <a:lnTo>
                  <a:pt x="1085" y="6"/>
                </a:lnTo>
                <a:lnTo>
                  <a:pt x="1076" y="0"/>
                </a:lnTo>
                <a:lnTo>
                  <a:pt x="863" y="290"/>
                </a:lnTo>
                <a:lnTo>
                  <a:pt x="0" y="290"/>
                </a:lnTo>
                <a:lnTo>
                  <a:pt x="0" y="300"/>
                </a:lnTo>
                <a:close/>
              </a:path>
            </a:pathLst>
          </a:custGeom>
          <a:solidFill>
            <a:schemeClr val="bg1">
              <a:lumMod val="50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8" name="Freeform 18"/>
          <p:cNvSpPr>
            <a:spLocks/>
          </p:cNvSpPr>
          <p:nvPr/>
        </p:nvSpPr>
        <p:spPr bwMode="auto">
          <a:xfrm>
            <a:off x="4265613" y="6015595"/>
            <a:ext cx="73025" cy="76200"/>
          </a:xfrm>
          <a:custGeom>
            <a:avLst/>
            <a:gdLst>
              <a:gd name="T0" fmla="*/ 26 w 30"/>
              <a:gd name="T1" fmla="*/ 23 h 31"/>
              <a:gd name="T2" fmla="*/ 23 w 30"/>
              <a:gd name="T3" fmla="*/ 5 h 31"/>
              <a:gd name="T4" fmla="*/ 5 w 30"/>
              <a:gd name="T5" fmla="*/ 8 h 31"/>
              <a:gd name="T6" fmla="*/ 7 w 30"/>
              <a:gd name="T7" fmla="*/ 26 h 31"/>
              <a:gd name="T8" fmla="*/ 26 w 30"/>
              <a:gd name="T9" fmla="*/ 23 h 31"/>
            </a:gdLst>
            <a:ahLst/>
            <a:cxnLst>
              <a:cxn ang="0">
                <a:pos x="T0" y="T1"/>
              </a:cxn>
              <a:cxn ang="0">
                <a:pos x="T2" y="T3"/>
              </a:cxn>
              <a:cxn ang="0">
                <a:pos x="T4" y="T5"/>
              </a:cxn>
              <a:cxn ang="0">
                <a:pos x="T6" y="T7"/>
              </a:cxn>
              <a:cxn ang="0">
                <a:pos x="T8" y="T9"/>
              </a:cxn>
            </a:cxnLst>
            <a:rect l="0" t="0" r="r" b="b"/>
            <a:pathLst>
              <a:path w="30" h="31">
                <a:moveTo>
                  <a:pt x="26" y="23"/>
                </a:moveTo>
                <a:cubicBezTo>
                  <a:pt x="30" y="18"/>
                  <a:pt x="29" y="9"/>
                  <a:pt x="23" y="5"/>
                </a:cubicBezTo>
                <a:cubicBezTo>
                  <a:pt x="17" y="0"/>
                  <a:pt x="9" y="2"/>
                  <a:pt x="5" y="8"/>
                </a:cubicBezTo>
                <a:cubicBezTo>
                  <a:pt x="0" y="14"/>
                  <a:pt x="2" y="22"/>
                  <a:pt x="7" y="26"/>
                </a:cubicBezTo>
                <a:cubicBezTo>
                  <a:pt x="13" y="31"/>
                  <a:pt x="22" y="29"/>
                  <a:pt x="26" y="23"/>
                </a:cubicBezTo>
                <a:close/>
              </a:path>
            </a:pathLst>
          </a:custGeom>
          <a:solidFill>
            <a:schemeClr val="bg1">
              <a:lumMod val="50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9" name="Oval 19"/>
          <p:cNvSpPr>
            <a:spLocks noChangeArrowheads="1"/>
          </p:cNvSpPr>
          <p:nvPr/>
        </p:nvSpPr>
        <p:spPr bwMode="auto">
          <a:xfrm>
            <a:off x="4559300" y="3813733"/>
            <a:ext cx="1038225" cy="1038225"/>
          </a:xfrm>
          <a:prstGeom prst="ellipse">
            <a:avLst/>
          </a:prstGeom>
          <a:solidFill>
            <a:srgbClr val="F4F4F4"/>
          </a:solidFill>
          <a:ln>
            <a:noFill/>
          </a:ln>
          <a:effectLst>
            <a:innerShdw blurRad="203200" dist="12700">
              <a:schemeClr val="tx1">
                <a:lumMod val="65000"/>
                <a:lumOff val="35000"/>
                <a:alpha val="84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0" name="Oval 20"/>
          <p:cNvSpPr>
            <a:spLocks noChangeArrowheads="1"/>
          </p:cNvSpPr>
          <p:nvPr/>
        </p:nvSpPr>
        <p:spPr bwMode="auto">
          <a:xfrm>
            <a:off x="6635750" y="3813733"/>
            <a:ext cx="1038225" cy="1038225"/>
          </a:xfrm>
          <a:prstGeom prst="ellipse">
            <a:avLst/>
          </a:prstGeom>
          <a:solidFill>
            <a:srgbClr val="F4F4F4"/>
          </a:solidFill>
          <a:ln>
            <a:noFill/>
          </a:ln>
          <a:effectLst>
            <a:innerShdw blurRad="203200" dist="12700">
              <a:schemeClr val="tx1">
                <a:lumMod val="65000"/>
                <a:lumOff val="35000"/>
                <a:alpha val="84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1" name="Rectangle 21"/>
          <p:cNvSpPr>
            <a:spLocks noChangeArrowheads="1"/>
          </p:cNvSpPr>
          <p:nvPr/>
        </p:nvSpPr>
        <p:spPr bwMode="auto">
          <a:xfrm>
            <a:off x="7204074" y="4961495"/>
            <a:ext cx="21600" cy="769938"/>
          </a:xfrm>
          <a:prstGeom prst="rect">
            <a:avLst/>
          </a:prstGeom>
          <a:solidFill>
            <a:schemeClr val="bg1"/>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2" name="Rectangle 22"/>
          <p:cNvSpPr>
            <a:spLocks noChangeArrowheads="1"/>
          </p:cNvSpPr>
          <p:nvPr/>
        </p:nvSpPr>
        <p:spPr bwMode="auto">
          <a:xfrm>
            <a:off x="7204074" y="2915208"/>
            <a:ext cx="21600" cy="769938"/>
          </a:xfrm>
          <a:prstGeom prst="rect">
            <a:avLst/>
          </a:prstGeom>
          <a:solidFill>
            <a:schemeClr val="bg1"/>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3" name="Rectangle 23"/>
          <p:cNvSpPr>
            <a:spLocks noChangeArrowheads="1"/>
          </p:cNvSpPr>
          <p:nvPr/>
        </p:nvSpPr>
        <p:spPr bwMode="auto">
          <a:xfrm>
            <a:off x="5057774" y="4961495"/>
            <a:ext cx="21600" cy="769938"/>
          </a:xfrm>
          <a:prstGeom prst="rect">
            <a:avLst/>
          </a:prstGeom>
          <a:solidFill>
            <a:schemeClr val="bg1"/>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4" name="Rectangle 24"/>
          <p:cNvSpPr>
            <a:spLocks noChangeArrowheads="1"/>
          </p:cNvSpPr>
          <p:nvPr/>
        </p:nvSpPr>
        <p:spPr bwMode="auto">
          <a:xfrm>
            <a:off x="5057774" y="2915208"/>
            <a:ext cx="21600" cy="769938"/>
          </a:xfrm>
          <a:prstGeom prst="rect">
            <a:avLst/>
          </a:prstGeom>
          <a:solidFill>
            <a:schemeClr val="bg1"/>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7" name="Freeform 27"/>
          <p:cNvSpPr>
            <a:spLocks noEditPoints="1"/>
          </p:cNvSpPr>
          <p:nvPr/>
        </p:nvSpPr>
        <p:spPr bwMode="auto">
          <a:xfrm>
            <a:off x="5240338" y="3178733"/>
            <a:ext cx="523875" cy="395288"/>
          </a:xfrm>
          <a:custGeom>
            <a:avLst/>
            <a:gdLst>
              <a:gd name="T0" fmla="*/ 124 w 216"/>
              <a:gd name="T1" fmla="*/ 0 h 162"/>
              <a:gd name="T2" fmla="*/ 48 w 216"/>
              <a:gd name="T3" fmla="*/ 38 h 162"/>
              <a:gd name="T4" fmla="*/ 88 w 216"/>
              <a:gd name="T5" fmla="*/ 31 h 162"/>
              <a:gd name="T6" fmla="*/ 169 w 216"/>
              <a:gd name="T7" fmla="*/ 91 h 162"/>
              <a:gd name="T8" fmla="*/ 161 w 216"/>
              <a:gd name="T9" fmla="*/ 117 h 162"/>
              <a:gd name="T10" fmla="*/ 216 w 216"/>
              <a:gd name="T11" fmla="*/ 127 h 162"/>
              <a:gd name="T12" fmla="*/ 183 w 216"/>
              <a:gd name="T13" fmla="*/ 101 h 162"/>
              <a:gd name="T14" fmla="*/ 206 w 216"/>
              <a:gd name="T15" fmla="*/ 60 h 162"/>
              <a:gd name="T16" fmla="*/ 124 w 216"/>
              <a:gd name="T17" fmla="*/ 0 h 162"/>
              <a:gd name="T18" fmla="*/ 86 w 216"/>
              <a:gd name="T19" fmla="*/ 39 h 162"/>
              <a:gd name="T20" fmla="*/ 10 w 216"/>
              <a:gd name="T21" fmla="*/ 97 h 162"/>
              <a:gd name="T22" fmla="*/ 31 w 216"/>
              <a:gd name="T23" fmla="*/ 137 h 162"/>
              <a:gd name="T24" fmla="*/ 0 w 216"/>
              <a:gd name="T25" fmla="*/ 162 h 162"/>
              <a:gd name="T26" fmla="*/ 58 w 216"/>
              <a:gd name="T27" fmla="*/ 151 h 162"/>
              <a:gd name="T28" fmla="*/ 86 w 216"/>
              <a:gd name="T29" fmla="*/ 155 h 162"/>
              <a:gd name="T30" fmla="*/ 161 w 216"/>
              <a:gd name="T31" fmla="*/ 97 h 162"/>
              <a:gd name="T32" fmla="*/ 86 w 216"/>
              <a:gd name="T33" fmla="*/ 39 h 162"/>
              <a:gd name="T34" fmla="*/ 85 w 216"/>
              <a:gd name="T35" fmla="*/ 45 h 162"/>
              <a:gd name="T36" fmla="*/ 153 w 216"/>
              <a:gd name="T37" fmla="*/ 97 h 162"/>
              <a:gd name="T38" fmla="*/ 85 w 216"/>
              <a:gd name="T39" fmla="*/ 148 h 162"/>
              <a:gd name="T40" fmla="*/ 59 w 216"/>
              <a:gd name="T41" fmla="*/ 143 h 162"/>
              <a:gd name="T42" fmla="*/ 20 w 216"/>
              <a:gd name="T43" fmla="*/ 154 h 162"/>
              <a:gd name="T44" fmla="*/ 42 w 216"/>
              <a:gd name="T45" fmla="*/ 135 h 162"/>
              <a:gd name="T46" fmla="*/ 18 w 216"/>
              <a:gd name="T47" fmla="*/ 98 h 162"/>
              <a:gd name="T48" fmla="*/ 85 w 216"/>
              <a:gd name="T49" fmla="*/ 45 h 162"/>
              <a:gd name="T50" fmla="*/ 59 w 216"/>
              <a:gd name="T51" fmla="*/ 91 h 162"/>
              <a:gd name="T52" fmla="*/ 50 w 216"/>
              <a:gd name="T53" fmla="*/ 100 h 162"/>
              <a:gd name="T54" fmla="*/ 59 w 216"/>
              <a:gd name="T55" fmla="*/ 109 h 162"/>
              <a:gd name="T56" fmla="*/ 69 w 216"/>
              <a:gd name="T57" fmla="*/ 100 h 162"/>
              <a:gd name="T58" fmla="*/ 59 w 216"/>
              <a:gd name="T59" fmla="*/ 91 h 162"/>
              <a:gd name="T60" fmla="*/ 84 w 216"/>
              <a:gd name="T61" fmla="*/ 91 h 162"/>
              <a:gd name="T62" fmla="*/ 75 w 216"/>
              <a:gd name="T63" fmla="*/ 100 h 162"/>
              <a:gd name="T64" fmla="*/ 84 w 216"/>
              <a:gd name="T65" fmla="*/ 109 h 162"/>
              <a:gd name="T66" fmla="*/ 93 w 216"/>
              <a:gd name="T67" fmla="*/ 100 h 162"/>
              <a:gd name="T68" fmla="*/ 84 w 216"/>
              <a:gd name="T69" fmla="*/ 91 h 162"/>
              <a:gd name="T70" fmla="*/ 108 w 216"/>
              <a:gd name="T71" fmla="*/ 91 h 162"/>
              <a:gd name="T72" fmla="*/ 99 w 216"/>
              <a:gd name="T73" fmla="*/ 100 h 162"/>
              <a:gd name="T74" fmla="*/ 108 w 216"/>
              <a:gd name="T75" fmla="*/ 109 h 162"/>
              <a:gd name="T76" fmla="*/ 117 w 216"/>
              <a:gd name="T77" fmla="*/ 100 h 162"/>
              <a:gd name="T78" fmla="*/ 108 w 216"/>
              <a:gd name="T79" fmla="*/ 9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16" h="162">
                <a:moveTo>
                  <a:pt x="124" y="0"/>
                </a:moveTo>
                <a:cubicBezTo>
                  <a:pt x="89" y="0"/>
                  <a:pt x="59" y="16"/>
                  <a:pt x="48" y="38"/>
                </a:cubicBezTo>
                <a:cubicBezTo>
                  <a:pt x="59" y="34"/>
                  <a:pt x="73" y="31"/>
                  <a:pt x="88" y="31"/>
                </a:cubicBezTo>
                <a:cubicBezTo>
                  <a:pt x="133" y="31"/>
                  <a:pt x="169" y="57"/>
                  <a:pt x="169" y="91"/>
                </a:cubicBezTo>
                <a:cubicBezTo>
                  <a:pt x="169" y="100"/>
                  <a:pt x="166" y="109"/>
                  <a:pt x="161" y="117"/>
                </a:cubicBezTo>
                <a:cubicBezTo>
                  <a:pt x="185" y="124"/>
                  <a:pt x="216" y="127"/>
                  <a:pt x="216" y="127"/>
                </a:cubicBezTo>
                <a:cubicBezTo>
                  <a:pt x="216" y="127"/>
                  <a:pt x="196" y="114"/>
                  <a:pt x="183" y="101"/>
                </a:cubicBezTo>
                <a:cubicBezTo>
                  <a:pt x="197" y="90"/>
                  <a:pt x="206" y="76"/>
                  <a:pt x="206" y="60"/>
                </a:cubicBezTo>
                <a:cubicBezTo>
                  <a:pt x="206" y="26"/>
                  <a:pt x="169" y="0"/>
                  <a:pt x="124" y="0"/>
                </a:cubicBezTo>
                <a:close/>
                <a:moveTo>
                  <a:pt x="86" y="39"/>
                </a:moveTo>
                <a:cubicBezTo>
                  <a:pt x="44" y="39"/>
                  <a:pt x="10" y="65"/>
                  <a:pt x="10" y="97"/>
                </a:cubicBezTo>
                <a:cubicBezTo>
                  <a:pt x="10" y="112"/>
                  <a:pt x="18" y="126"/>
                  <a:pt x="31" y="137"/>
                </a:cubicBezTo>
                <a:cubicBezTo>
                  <a:pt x="19" y="150"/>
                  <a:pt x="0" y="162"/>
                  <a:pt x="0" y="162"/>
                </a:cubicBezTo>
                <a:cubicBezTo>
                  <a:pt x="0" y="162"/>
                  <a:pt x="35" y="159"/>
                  <a:pt x="58" y="151"/>
                </a:cubicBezTo>
                <a:cubicBezTo>
                  <a:pt x="67" y="154"/>
                  <a:pt x="76" y="155"/>
                  <a:pt x="86" y="155"/>
                </a:cubicBezTo>
                <a:cubicBezTo>
                  <a:pt x="127" y="155"/>
                  <a:pt x="161" y="129"/>
                  <a:pt x="161" y="97"/>
                </a:cubicBezTo>
                <a:cubicBezTo>
                  <a:pt x="161" y="65"/>
                  <a:pt x="127" y="39"/>
                  <a:pt x="86" y="39"/>
                </a:cubicBezTo>
                <a:close/>
                <a:moveTo>
                  <a:pt x="85" y="45"/>
                </a:moveTo>
                <a:cubicBezTo>
                  <a:pt x="122" y="45"/>
                  <a:pt x="153" y="68"/>
                  <a:pt x="153" y="97"/>
                </a:cubicBezTo>
                <a:cubicBezTo>
                  <a:pt x="153" y="125"/>
                  <a:pt x="122" y="148"/>
                  <a:pt x="85" y="148"/>
                </a:cubicBezTo>
                <a:cubicBezTo>
                  <a:pt x="76" y="148"/>
                  <a:pt x="66" y="145"/>
                  <a:pt x="59" y="143"/>
                </a:cubicBezTo>
                <a:cubicBezTo>
                  <a:pt x="38" y="150"/>
                  <a:pt x="20" y="154"/>
                  <a:pt x="20" y="154"/>
                </a:cubicBezTo>
                <a:cubicBezTo>
                  <a:pt x="20" y="154"/>
                  <a:pt x="34" y="146"/>
                  <a:pt x="42" y="135"/>
                </a:cubicBezTo>
                <a:cubicBezTo>
                  <a:pt x="30" y="126"/>
                  <a:pt x="18" y="112"/>
                  <a:pt x="18" y="98"/>
                </a:cubicBezTo>
                <a:cubicBezTo>
                  <a:pt x="18" y="69"/>
                  <a:pt x="48" y="45"/>
                  <a:pt x="85" y="45"/>
                </a:cubicBezTo>
                <a:close/>
                <a:moveTo>
                  <a:pt x="59" y="91"/>
                </a:moveTo>
                <a:cubicBezTo>
                  <a:pt x="54" y="91"/>
                  <a:pt x="50" y="95"/>
                  <a:pt x="50" y="100"/>
                </a:cubicBezTo>
                <a:cubicBezTo>
                  <a:pt x="50" y="105"/>
                  <a:pt x="54" y="109"/>
                  <a:pt x="59" y="109"/>
                </a:cubicBezTo>
                <a:cubicBezTo>
                  <a:pt x="64" y="109"/>
                  <a:pt x="69" y="105"/>
                  <a:pt x="69" y="100"/>
                </a:cubicBezTo>
                <a:cubicBezTo>
                  <a:pt x="69" y="95"/>
                  <a:pt x="64" y="91"/>
                  <a:pt x="59" y="91"/>
                </a:cubicBezTo>
                <a:close/>
                <a:moveTo>
                  <a:pt x="84" y="91"/>
                </a:moveTo>
                <a:cubicBezTo>
                  <a:pt x="79" y="91"/>
                  <a:pt x="75" y="95"/>
                  <a:pt x="75" y="100"/>
                </a:cubicBezTo>
                <a:cubicBezTo>
                  <a:pt x="75" y="105"/>
                  <a:pt x="79" y="109"/>
                  <a:pt x="84" y="109"/>
                </a:cubicBezTo>
                <a:cubicBezTo>
                  <a:pt x="89" y="109"/>
                  <a:pt x="93" y="105"/>
                  <a:pt x="93" y="100"/>
                </a:cubicBezTo>
                <a:cubicBezTo>
                  <a:pt x="93" y="95"/>
                  <a:pt x="89" y="91"/>
                  <a:pt x="84" y="91"/>
                </a:cubicBezTo>
                <a:close/>
                <a:moveTo>
                  <a:pt x="108" y="91"/>
                </a:moveTo>
                <a:cubicBezTo>
                  <a:pt x="103" y="91"/>
                  <a:pt x="99" y="95"/>
                  <a:pt x="99" y="100"/>
                </a:cubicBezTo>
                <a:cubicBezTo>
                  <a:pt x="99" y="105"/>
                  <a:pt x="103" y="109"/>
                  <a:pt x="108" y="109"/>
                </a:cubicBezTo>
                <a:cubicBezTo>
                  <a:pt x="113" y="109"/>
                  <a:pt x="117" y="105"/>
                  <a:pt x="117" y="100"/>
                </a:cubicBezTo>
                <a:cubicBezTo>
                  <a:pt x="117" y="95"/>
                  <a:pt x="113" y="91"/>
                  <a:pt x="108" y="91"/>
                </a:cubicBezTo>
                <a:close/>
              </a:path>
            </a:pathLst>
          </a:custGeom>
          <a:solidFill>
            <a:schemeClr val="bg1"/>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8" name="Freeform 28"/>
          <p:cNvSpPr>
            <a:spLocks/>
          </p:cNvSpPr>
          <p:nvPr/>
        </p:nvSpPr>
        <p:spPr bwMode="auto">
          <a:xfrm>
            <a:off x="6699250" y="3177145"/>
            <a:ext cx="307975" cy="277813"/>
          </a:xfrm>
          <a:custGeom>
            <a:avLst/>
            <a:gdLst>
              <a:gd name="T0" fmla="*/ 60 w 127"/>
              <a:gd name="T1" fmla="*/ 0 h 114"/>
              <a:gd name="T2" fmla="*/ 15 w 127"/>
              <a:gd name="T3" fmla="*/ 44 h 114"/>
              <a:gd name="T4" fmla="*/ 0 w 127"/>
              <a:gd name="T5" fmla="*/ 65 h 114"/>
              <a:gd name="T6" fmla="*/ 21 w 127"/>
              <a:gd name="T7" fmla="*/ 87 h 114"/>
              <a:gd name="T8" fmla="*/ 21 w 127"/>
              <a:gd name="T9" fmla="*/ 46 h 114"/>
              <a:gd name="T10" fmla="*/ 63 w 127"/>
              <a:gd name="T11" fmla="*/ 8 h 114"/>
              <a:gd name="T12" fmla="*/ 106 w 127"/>
              <a:gd name="T13" fmla="*/ 43 h 114"/>
              <a:gd name="T14" fmla="*/ 106 w 127"/>
              <a:gd name="T15" fmla="*/ 86 h 114"/>
              <a:gd name="T16" fmla="*/ 96 w 127"/>
              <a:gd name="T17" fmla="*/ 97 h 114"/>
              <a:gd name="T18" fmla="*/ 77 w 127"/>
              <a:gd name="T19" fmla="*/ 108 h 114"/>
              <a:gd name="T20" fmla="*/ 76 w 127"/>
              <a:gd name="T21" fmla="*/ 112 h 114"/>
              <a:gd name="T22" fmla="*/ 79 w 127"/>
              <a:gd name="T23" fmla="*/ 113 h 114"/>
              <a:gd name="T24" fmla="*/ 99 w 127"/>
              <a:gd name="T25" fmla="*/ 101 h 114"/>
              <a:gd name="T26" fmla="*/ 110 w 127"/>
              <a:gd name="T27" fmla="*/ 86 h 114"/>
              <a:gd name="T28" fmla="*/ 127 w 127"/>
              <a:gd name="T29" fmla="*/ 65 h 114"/>
              <a:gd name="T30" fmla="*/ 113 w 127"/>
              <a:gd name="T31" fmla="*/ 45 h 114"/>
              <a:gd name="T32" fmla="*/ 63 w 127"/>
              <a:gd name="T33" fmla="*/ 0 h 114"/>
              <a:gd name="T34" fmla="*/ 60 w 127"/>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7" h="114">
                <a:moveTo>
                  <a:pt x="60" y="0"/>
                </a:moveTo>
                <a:cubicBezTo>
                  <a:pt x="34" y="1"/>
                  <a:pt x="17" y="21"/>
                  <a:pt x="15" y="44"/>
                </a:cubicBezTo>
                <a:cubicBezTo>
                  <a:pt x="6" y="48"/>
                  <a:pt x="0" y="56"/>
                  <a:pt x="0" y="65"/>
                </a:cubicBezTo>
                <a:cubicBezTo>
                  <a:pt x="1" y="87"/>
                  <a:pt x="10" y="87"/>
                  <a:pt x="21" y="87"/>
                </a:cubicBezTo>
                <a:cubicBezTo>
                  <a:pt x="21" y="46"/>
                  <a:pt x="21" y="46"/>
                  <a:pt x="21" y="46"/>
                </a:cubicBezTo>
                <a:cubicBezTo>
                  <a:pt x="22" y="28"/>
                  <a:pt x="39" y="8"/>
                  <a:pt x="63" y="8"/>
                </a:cubicBezTo>
                <a:cubicBezTo>
                  <a:pt x="87" y="8"/>
                  <a:pt x="100" y="27"/>
                  <a:pt x="106" y="43"/>
                </a:cubicBezTo>
                <a:cubicBezTo>
                  <a:pt x="106" y="86"/>
                  <a:pt x="106" y="86"/>
                  <a:pt x="106" y="86"/>
                </a:cubicBezTo>
                <a:cubicBezTo>
                  <a:pt x="104" y="89"/>
                  <a:pt x="101" y="92"/>
                  <a:pt x="96" y="97"/>
                </a:cubicBezTo>
                <a:cubicBezTo>
                  <a:pt x="88" y="104"/>
                  <a:pt x="77" y="108"/>
                  <a:pt x="77" y="108"/>
                </a:cubicBezTo>
                <a:cubicBezTo>
                  <a:pt x="76" y="108"/>
                  <a:pt x="75" y="110"/>
                  <a:pt x="76" y="112"/>
                </a:cubicBezTo>
                <a:cubicBezTo>
                  <a:pt x="76" y="113"/>
                  <a:pt x="78" y="114"/>
                  <a:pt x="79" y="113"/>
                </a:cubicBezTo>
                <a:cubicBezTo>
                  <a:pt x="79" y="113"/>
                  <a:pt x="90" y="110"/>
                  <a:pt x="99" y="101"/>
                </a:cubicBezTo>
                <a:cubicBezTo>
                  <a:pt x="107" y="93"/>
                  <a:pt x="110" y="87"/>
                  <a:pt x="110" y="86"/>
                </a:cubicBezTo>
                <a:cubicBezTo>
                  <a:pt x="120" y="84"/>
                  <a:pt x="127" y="84"/>
                  <a:pt x="127" y="65"/>
                </a:cubicBezTo>
                <a:cubicBezTo>
                  <a:pt x="127" y="56"/>
                  <a:pt x="121" y="48"/>
                  <a:pt x="113" y="45"/>
                </a:cubicBezTo>
                <a:cubicBezTo>
                  <a:pt x="108" y="23"/>
                  <a:pt x="90" y="1"/>
                  <a:pt x="63" y="0"/>
                </a:cubicBezTo>
                <a:cubicBezTo>
                  <a:pt x="62" y="0"/>
                  <a:pt x="61" y="0"/>
                  <a:pt x="60" y="0"/>
                </a:cubicBezTo>
                <a:close/>
              </a:path>
            </a:pathLst>
          </a:custGeom>
          <a:solidFill>
            <a:schemeClr val="bg1"/>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9" name="Freeform 29"/>
          <p:cNvSpPr>
            <a:spLocks/>
          </p:cNvSpPr>
          <p:nvPr/>
        </p:nvSpPr>
        <p:spPr bwMode="auto">
          <a:xfrm>
            <a:off x="6743700" y="3227945"/>
            <a:ext cx="203200" cy="114300"/>
          </a:xfrm>
          <a:custGeom>
            <a:avLst/>
            <a:gdLst>
              <a:gd name="T0" fmla="*/ 45 w 84"/>
              <a:gd name="T1" fmla="*/ 0 h 47"/>
              <a:gd name="T2" fmla="*/ 7 w 84"/>
              <a:gd name="T3" fmla="*/ 47 h 47"/>
              <a:gd name="T4" fmla="*/ 59 w 84"/>
              <a:gd name="T5" fmla="*/ 14 h 47"/>
              <a:gd name="T6" fmla="*/ 84 w 84"/>
              <a:gd name="T7" fmla="*/ 36 h 47"/>
              <a:gd name="T8" fmla="*/ 45 w 84"/>
              <a:gd name="T9" fmla="*/ 0 h 47"/>
            </a:gdLst>
            <a:ahLst/>
            <a:cxnLst>
              <a:cxn ang="0">
                <a:pos x="T0" y="T1"/>
              </a:cxn>
              <a:cxn ang="0">
                <a:pos x="T2" y="T3"/>
              </a:cxn>
              <a:cxn ang="0">
                <a:pos x="T4" y="T5"/>
              </a:cxn>
              <a:cxn ang="0">
                <a:pos x="T6" y="T7"/>
              </a:cxn>
              <a:cxn ang="0">
                <a:pos x="T8" y="T9"/>
              </a:cxn>
            </a:cxnLst>
            <a:rect l="0" t="0" r="r" b="b"/>
            <a:pathLst>
              <a:path w="84" h="47">
                <a:moveTo>
                  <a:pt x="45" y="0"/>
                </a:moveTo>
                <a:cubicBezTo>
                  <a:pt x="15" y="0"/>
                  <a:pt x="0" y="23"/>
                  <a:pt x="7" y="47"/>
                </a:cubicBezTo>
                <a:cubicBezTo>
                  <a:pt x="7" y="47"/>
                  <a:pt x="59" y="25"/>
                  <a:pt x="59" y="14"/>
                </a:cubicBezTo>
                <a:cubicBezTo>
                  <a:pt x="71" y="30"/>
                  <a:pt x="84" y="36"/>
                  <a:pt x="84" y="36"/>
                </a:cubicBezTo>
                <a:cubicBezTo>
                  <a:pt x="82" y="9"/>
                  <a:pt x="70" y="0"/>
                  <a:pt x="45" y="0"/>
                </a:cubicBezTo>
                <a:close/>
              </a:path>
            </a:pathLst>
          </a:custGeom>
          <a:solidFill>
            <a:schemeClr val="bg1"/>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0" name="Oval 30"/>
          <p:cNvSpPr>
            <a:spLocks noChangeArrowheads="1"/>
          </p:cNvSpPr>
          <p:nvPr/>
        </p:nvSpPr>
        <p:spPr bwMode="auto">
          <a:xfrm>
            <a:off x="6796088" y="3329545"/>
            <a:ext cx="39688" cy="31750"/>
          </a:xfrm>
          <a:prstGeom prst="ellipse">
            <a:avLst/>
          </a:prstGeom>
          <a:solidFill>
            <a:schemeClr val="bg1"/>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1" name="Oval 31"/>
          <p:cNvSpPr>
            <a:spLocks noChangeArrowheads="1"/>
          </p:cNvSpPr>
          <p:nvPr/>
        </p:nvSpPr>
        <p:spPr bwMode="auto">
          <a:xfrm>
            <a:off x="6877050" y="3329545"/>
            <a:ext cx="38100" cy="31750"/>
          </a:xfrm>
          <a:prstGeom prst="ellipse">
            <a:avLst/>
          </a:prstGeom>
          <a:solidFill>
            <a:schemeClr val="bg1"/>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2" name="Freeform 32"/>
          <p:cNvSpPr>
            <a:spLocks/>
          </p:cNvSpPr>
          <p:nvPr/>
        </p:nvSpPr>
        <p:spPr bwMode="auto">
          <a:xfrm>
            <a:off x="6837363" y="3434320"/>
            <a:ext cx="41275" cy="31750"/>
          </a:xfrm>
          <a:custGeom>
            <a:avLst/>
            <a:gdLst>
              <a:gd name="T0" fmla="*/ 12 w 17"/>
              <a:gd name="T1" fmla="*/ 1 h 13"/>
              <a:gd name="T2" fmla="*/ 4 w 17"/>
              <a:gd name="T3" fmla="*/ 1 h 13"/>
              <a:gd name="T4" fmla="*/ 0 w 17"/>
              <a:gd name="T5" fmla="*/ 5 h 13"/>
              <a:gd name="T6" fmla="*/ 0 w 17"/>
              <a:gd name="T7" fmla="*/ 10 h 13"/>
              <a:gd name="T8" fmla="*/ 5 w 17"/>
              <a:gd name="T9" fmla="*/ 13 h 13"/>
              <a:gd name="T10" fmla="*/ 13 w 17"/>
              <a:gd name="T11" fmla="*/ 12 h 13"/>
              <a:gd name="T12" fmla="*/ 17 w 17"/>
              <a:gd name="T13" fmla="*/ 8 h 13"/>
              <a:gd name="T14" fmla="*/ 17 w 17"/>
              <a:gd name="T15" fmla="*/ 3 h 13"/>
              <a:gd name="T16" fmla="*/ 12 w 17"/>
              <a:gd name="T17"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3">
                <a:moveTo>
                  <a:pt x="12" y="1"/>
                </a:moveTo>
                <a:cubicBezTo>
                  <a:pt x="4" y="1"/>
                  <a:pt x="4" y="1"/>
                  <a:pt x="4" y="1"/>
                </a:cubicBezTo>
                <a:cubicBezTo>
                  <a:pt x="2" y="1"/>
                  <a:pt x="0" y="3"/>
                  <a:pt x="0" y="5"/>
                </a:cubicBezTo>
                <a:cubicBezTo>
                  <a:pt x="0" y="10"/>
                  <a:pt x="0" y="10"/>
                  <a:pt x="0" y="10"/>
                </a:cubicBezTo>
                <a:cubicBezTo>
                  <a:pt x="0" y="12"/>
                  <a:pt x="3" y="13"/>
                  <a:pt x="5" y="13"/>
                </a:cubicBezTo>
                <a:cubicBezTo>
                  <a:pt x="13" y="12"/>
                  <a:pt x="13" y="12"/>
                  <a:pt x="13" y="12"/>
                </a:cubicBezTo>
                <a:cubicBezTo>
                  <a:pt x="15" y="12"/>
                  <a:pt x="17" y="10"/>
                  <a:pt x="17" y="8"/>
                </a:cubicBezTo>
                <a:cubicBezTo>
                  <a:pt x="17" y="3"/>
                  <a:pt x="17" y="3"/>
                  <a:pt x="17" y="3"/>
                </a:cubicBezTo>
                <a:cubicBezTo>
                  <a:pt x="16" y="2"/>
                  <a:pt x="14" y="0"/>
                  <a:pt x="12" y="1"/>
                </a:cubicBezTo>
                <a:close/>
              </a:path>
            </a:pathLst>
          </a:custGeom>
          <a:solidFill>
            <a:schemeClr val="bg1"/>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3" name="Freeform 33"/>
          <p:cNvSpPr>
            <a:spLocks/>
          </p:cNvSpPr>
          <p:nvPr/>
        </p:nvSpPr>
        <p:spPr bwMode="auto">
          <a:xfrm>
            <a:off x="6896100" y="3451783"/>
            <a:ext cx="117475" cy="122238"/>
          </a:xfrm>
          <a:custGeom>
            <a:avLst/>
            <a:gdLst>
              <a:gd name="T0" fmla="*/ 10 w 48"/>
              <a:gd name="T1" fmla="*/ 1 h 50"/>
              <a:gd name="T2" fmla="*/ 4 w 48"/>
              <a:gd name="T3" fmla="*/ 3 h 50"/>
              <a:gd name="T4" fmla="*/ 0 w 48"/>
              <a:gd name="T5" fmla="*/ 50 h 50"/>
              <a:gd name="T6" fmla="*/ 48 w 48"/>
              <a:gd name="T7" fmla="*/ 50 h 50"/>
              <a:gd name="T8" fmla="*/ 10 w 48"/>
              <a:gd name="T9" fmla="*/ 1 h 50"/>
            </a:gdLst>
            <a:ahLst/>
            <a:cxnLst>
              <a:cxn ang="0">
                <a:pos x="T0" y="T1"/>
              </a:cxn>
              <a:cxn ang="0">
                <a:pos x="T2" y="T3"/>
              </a:cxn>
              <a:cxn ang="0">
                <a:pos x="T4" y="T5"/>
              </a:cxn>
              <a:cxn ang="0">
                <a:pos x="T6" y="T7"/>
              </a:cxn>
              <a:cxn ang="0">
                <a:pos x="T8" y="T9"/>
              </a:cxn>
            </a:cxnLst>
            <a:rect l="0" t="0" r="r" b="b"/>
            <a:pathLst>
              <a:path w="48" h="50">
                <a:moveTo>
                  <a:pt x="10" y="1"/>
                </a:moveTo>
                <a:cubicBezTo>
                  <a:pt x="8" y="1"/>
                  <a:pt x="6" y="2"/>
                  <a:pt x="4" y="3"/>
                </a:cubicBezTo>
                <a:cubicBezTo>
                  <a:pt x="0" y="50"/>
                  <a:pt x="0" y="50"/>
                  <a:pt x="0" y="50"/>
                </a:cubicBezTo>
                <a:cubicBezTo>
                  <a:pt x="48" y="50"/>
                  <a:pt x="48" y="50"/>
                  <a:pt x="48" y="50"/>
                </a:cubicBezTo>
                <a:cubicBezTo>
                  <a:pt x="41" y="35"/>
                  <a:pt x="29" y="0"/>
                  <a:pt x="10" y="1"/>
                </a:cubicBezTo>
                <a:close/>
              </a:path>
            </a:pathLst>
          </a:custGeom>
          <a:solidFill>
            <a:schemeClr val="bg1"/>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4" name="Freeform 34"/>
          <p:cNvSpPr>
            <a:spLocks/>
          </p:cNvSpPr>
          <p:nvPr/>
        </p:nvSpPr>
        <p:spPr bwMode="auto">
          <a:xfrm>
            <a:off x="6699250" y="3456545"/>
            <a:ext cx="117475" cy="117475"/>
          </a:xfrm>
          <a:custGeom>
            <a:avLst/>
            <a:gdLst>
              <a:gd name="T0" fmla="*/ 39 w 48"/>
              <a:gd name="T1" fmla="*/ 0 h 48"/>
              <a:gd name="T2" fmla="*/ 0 w 48"/>
              <a:gd name="T3" fmla="*/ 48 h 48"/>
              <a:gd name="T4" fmla="*/ 48 w 48"/>
              <a:gd name="T5" fmla="*/ 48 h 48"/>
              <a:gd name="T6" fmla="*/ 43 w 48"/>
              <a:gd name="T7" fmla="*/ 0 h 48"/>
              <a:gd name="T8" fmla="*/ 39 w 48"/>
              <a:gd name="T9" fmla="*/ 0 h 48"/>
            </a:gdLst>
            <a:ahLst/>
            <a:cxnLst>
              <a:cxn ang="0">
                <a:pos x="T0" y="T1"/>
              </a:cxn>
              <a:cxn ang="0">
                <a:pos x="T2" y="T3"/>
              </a:cxn>
              <a:cxn ang="0">
                <a:pos x="T4" y="T5"/>
              </a:cxn>
              <a:cxn ang="0">
                <a:pos x="T6" y="T7"/>
              </a:cxn>
              <a:cxn ang="0">
                <a:pos x="T8" y="T9"/>
              </a:cxn>
            </a:cxnLst>
            <a:rect l="0" t="0" r="r" b="b"/>
            <a:pathLst>
              <a:path w="48" h="48">
                <a:moveTo>
                  <a:pt x="39" y="0"/>
                </a:moveTo>
                <a:cubicBezTo>
                  <a:pt x="17" y="1"/>
                  <a:pt x="7" y="33"/>
                  <a:pt x="0" y="48"/>
                </a:cubicBezTo>
                <a:cubicBezTo>
                  <a:pt x="48" y="48"/>
                  <a:pt x="48" y="48"/>
                  <a:pt x="48" y="48"/>
                </a:cubicBezTo>
                <a:cubicBezTo>
                  <a:pt x="43" y="0"/>
                  <a:pt x="43" y="0"/>
                  <a:pt x="43" y="0"/>
                </a:cubicBezTo>
                <a:cubicBezTo>
                  <a:pt x="42" y="0"/>
                  <a:pt x="40" y="0"/>
                  <a:pt x="39" y="0"/>
                </a:cubicBezTo>
                <a:close/>
              </a:path>
            </a:pathLst>
          </a:custGeom>
          <a:solidFill>
            <a:schemeClr val="bg1"/>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5" name="Freeform 35"/>
          <p:cNvSpPr>
            <a:spLocks/>
          </p:cNvSpPr>
          <p:nvPr/>
        </p:nvSpPr>
        <p:spPr bwMode="auto">
          <a:xfrm>
            <a:off x="6831013" y="3480358"/>
            <a:ext cx="50800" cy="93663"/>
          </a:xfrm>
          <a:custGeom>
            <a:avLst/>
            <a:gdLst>
              <a:gd name="T0" fmla="*/ 2 w 21"/>
              <a:gd name="T1" fmla="*/ 0 h 38"/>
              <a:gd name="T2" fmla="*/ 0 w 21"/>
              <a:gd name="T3" fmla="*/ 1 h 38"/>
              <a:gd name="T4" fmla="*/ 3 w 21"/>
              <a:gd name="T5" fmla="*/ 38 h 38"/>
              <a:gd name="T6" fmla="*/ 18 w 21"/>
              <a:gd name="T7" fmla="*/ 38 h 38"/>
              <a:gd name="T8" fmla="*/ 20 w 21"/>
              <a:gd name="T9" fmla="*/ 1 h 38"/>
              <a:gd name="T10" fmla="*/ 19 w 21"/>
              <a:gd name="T11" fmla="*/ 0 h 38"/>
              <a:gd name="T12" fmla="*/ 2 w 21"/>
              <a:gd name="T13" fmla="*/ 0 h 38"/>
            </a:gdLst>
            <a:ahLst/>
            <a:cxnLst>
              <a:cxn ang="0">
                <a:pos x="T0" y="T1"/>
              </a:cxn>
              <a:cxn ang="0">
                <a:pos x="T2" y="T3"/>
              </a:cxn>
              <a:cxn ang="0">
                <a:pos x="T4" y="T5"/>
              </a:cxn>
              <a:cxn ang="0">
                <a:pos x="T6" y="T7"/>
              </a:cxn>
              <a:cxn ang="0">
                <a:pos x="T8" y="T9"/>
              </a:cxn>
              <a:cxn ang="0">
                <a:pos x="T10" y="T11"/>
              </a:cxn>
              <a:cxn ang="0">
                <a:pos x="T12" y="T13"/>
              </a:cxn>
            </a:cxnLst>
            <a:rect l="0" t="0" r="r" b="b"/>
            <a:pathLst>
              <a:path w="21" h="38">
                <a:moveTo>
                  <a:pt x="2" y="0"/>
                </a:moveTo>
                <a:cubicBezTo>
                  <a:pt x="1" y="0"/>
                  <a:pt x="0" y="0"/>
                  <a:pt x="0" y="1"/>
                </a:cubicBezTo>
                <a:cubicBezTo>
                  <a:pt x="3" y="38"/>
                  <a:pt x="3" y="38"/>
                  <a:pt x="3" y="38"/>
                </a:cubicBezTo>
                <a:cubicBezTo>
                  <a:pt x="18" y="38"/>
                  <a:pt x="18" y="38"/>
                  <a:pt x="18" y="38"/>
                </a:cubicBezTo>
                <a:cubicBezTo>
                  <a:pt x="20" y="1"/>
                  <a:pt x="20" y="1"/>
                  <a:pt x="20" y="1"/>
                </a:cubicBezTo>
                <a:cubicBezTo>
                  <a:pt x="21" y="0"/>
                  <a:pt x="20" y="0"/>
                  <a:pt x="19" y="0"/>
                </a:cubicBezTo>
                <a:lnTo>
                  <a:pt x="2" y="0"/>
                </a:lnTo>
                <a:close/>
              </a:path>
            </a:pathLst>
          </a:custGeom>
          <a:solidFill>
            <a:schemeClr val="bg1"/>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6" name="Freeform 36"/>
          <p:cNvSpPr>
            <a:spLocks noEditPoints="1"/>
          </p:cNvSpPr>
          <p:nvPr/>
        </p:nvSpPr>
        <p:spPr bwMode="auto">
          <a:xfrm>
            <a:off x="5338763" y="5361545"/>
            <a:ext cx="195263" cy="198438"/>
          </a:xfrm>
          <a:custGeom>
            <a:avLst/>
            <a:gdLst>
              <a:gd name="T0" fmla="*/ 23 w 80"/>
              <a:gd name="T1" fmla="*/ 7 h 81"/>
              <a:gd name="T2" fmla="*/ 13 w 80"/>
              <a:gd name="T3" fmla="*/ 11 h 81"/>
              <a:gd name="T4" fmla="*/ 18 w 80"/>
              <a:gd name="T5" fmla="*/ 21 h 81"/>
              <a:gd name="T6" fmla="*/ 7 w 80"/>
              <a:gd name="T7" fmla="*/ 22 h 81"/>
              <a:gd name="T8" fmla="*/ 1 w 80"/>
              <a:gd name="T9" fmla="*/ 30 h 81"/>
              <a:gd name="T10" fmla="*/ 10 w 80"/>
              <a:gd name="T11" fmla="*/ 36 h 81"/>
              <a:gd name="T12" fmla="*/ 2 w 80"/>
              <a:gd name="T13" fmla="*/ 43 h 81"/>
              <a:gd name="T14" fmla="*/ 1 w 80"/>
              <a:gd name="T15" fmla="*/ 52 h 81"/>
              <a:gd name="T16" fmla="*/ 13 w 80"/>
              <a:gd name="T17" fmla="*/ 53 h 81"/>
              <a:gd name="T18" fmla="*/ 9 w 80"/>
              <a:gd name="T19" fmla="*/ 63 h 81"/>
              <a:gd name="T20" fmla="*/ 14 w 80"/>
              <a:gd name="T21" fmla="*/ 71 h 81"/>
              <a:gd name="T22" fmla="*/ 24 w 80"/>
              <a:gd name="T23" fmla="*/ 65 h 81"/>
              <a:gd name="T24" fmla="*/ 26 w 80"/>
              <a:gd name="T25" fmla="*/ 76 h 81"/>
              <a:gd name="T26" fmla="*/ 34 w 80"/>
              <a:gd name="T27" fmla="*/ 81 h 81"/>
              <a:gd name="T28" fmla="*/ 39 w 80"/>
              <a:gd name="T29" fmla="*/ 70 h 81"/>
              <a:gd name="T30" fmla="*/ 47 w 80"/>
              <a:gd name="T31" fmla="*/ 78 h 81"/>
              <a:gd name="T32" fmla="*/ 57 w 80"/>
              <a:gd name="T33" fmla="*/ 77 h 81"/>
              <a:gd name="T34" fmla="*/ 56 w 80"/>
              <a:gd name="T35" fmla="*/ 66 h 81"/>
              <a:gd name="T36" fmla="*/ 66 w 80"/>
              <a:gd name="T37" fmla="*/ 68 h 81"/>
              <a:gd name="T38" fmla="*/ 74 w 80"/>
              <a:gd name="T39" fmla="*/ 62 h 81"/>
              <a:gd name="T40" fmla="*/ 67 w 80"/>
              <a:gd name="T41" fmla="*/ 53 h 81"/>
              <a:gd name="T42" fmla="*/ 77 w 80"/>
              <a:gd name="T43" fmla="*/ 50 h 81"/>
              <a:gd name="T44" fmla="*/ 80 w 80"/>
              <a:gd name="T45" fmla="*/ 40 h 81"/>
              <a:gd name="T46" fmla="*/ 69 w 80"/>
              <a:gd name="T47" fmla="*/ 37 h 81"/>
              <a:gd name="T48" fmla="*/ 76 w 80"/>
              <a:gd name="T49" fmla="*/ 28 h 81"/>
              <a:gd name="T50" fmla="*/ 74 w 80"/>
              <a:gd name="T51" fmla="*/ 19 h 81"/>
              <a:gd name="T52" fmla="*/ 62 w 80"/>
              <a:gd name="T53" fmla="*/ 22 h 81"/>
              <a:gd name="T54" fmla="*/ 63 w 80"/>
              <a:gd name="T55" fmla="*/ 11 h 81"/>
              <a:gd name="T56" fmla="*/ 56 w 80"/>
              <a:gd name="T57" fmla="*/ 4 h 81"/>
              <a:gd name="T58" fmla="*/ 49 w 80"/>
              <a:gd name="T59" fmla="*/ 12 h 81"/>
              <a:gd name="T60" fmla="*/ 43 w 80"/>
              <a:gd name="T61" fmla="*/ 3 h 81"/>
              <a:gd name="T62" fmla="*/ 34 w 80"/>
              <a:gd name="T63" fmla="*/ 1 h 81"/>
              <a:gd name="T64" fmla="*/ 32 w 80"/>
              <a:gd name="T65" fmla="*/ 12 h 81"/>
              <a:gd name="T66" fmla="*/ 27 w 80"/>
              <a:gd name="T67" fmla="*/ 14 h 81"/>
              <a:gd name="T68" fmla="*/ 59 w 80"/>
              <a:gd name="T69" fmla="*/ 34 h 81"/>
              <a:gd name="T70" fmla="*/ 21 w 80"/>
              <a:gd name="T71" fmla="*/ 48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0" h="81">
                <a:moveTo>
                  <a:pt x="27" y="14"/>
                </a:moveTo>
                <a:cubicBezTo>
                  <a:pt x="23" y="7"/>
                  <a:pt x="23" y="7"/>
                  <a:pt x="23" y="7"/>
                </a:cubicBezTo>
                <a:cubicBezTo>
                  <a:pt x="22" y="6"/>
                  <a:pt x="20" y="6"/>
                  <a:pt x="19" y="6"/>
                </a:cubicBezTo>
                <a:cubicBezTo>
                  <a:pt x="13" y="11"/>
                  <a:pt x="13" y="11"/>
                  <a:pt x="13" y="11"/>
                </a:cubicBezTo>
                <a:cubicBezTo>
                  <a:pt x="12" y="11"/>
                  <a:pt x="12" y="13"/>
                  <a:pt x="13" y="14"/>
                </a:cubicBezTo>
                <a:cubicBezTo>
                  <a:pt x="18" y="21"/>
                  <a:pt x="18" y="21"/>
                  <a:pt x="18" y="21"/>
                </a:cubicBezTo>
                <a:cubicBezTo>
                  <a:pt x="17" y="22"/>
                  <a:pt x="16" y="23"/>
                  <a:pt x="15" y="25"/>
                </a:cubicBezTo>
                <a:cubicBezTo>
                  <a:pt x="7" y="22"/>
                  <a:pt x="7" y="22"/>
                  <a:pt x="7" y="22"/>
                </a:cubicBezTo>
                <a:cubicBezTo>
                  <a:pt x="6" y="21"/>
                  <a:pt x="4" y="22"/>
                  <a:pt x="4" y="23"/>
                </a:cubicBezTo>
                <a:cubicBezTo>
                  <a:pt x="1" y="30"/>
                  <a:pt x="1" y="30"/>
                  <a:pt x="1" y="30"/>
                </a:cubicBezTo>
                <a:cubicBezTo>
                  <a:pt x="1" y="31"/>
                  <a:pt x="1" y="33"/>
                  <a:pt x="3" y="33"/>
                </a:cubicBezTo>
                <a:cubicBezTo>
                  <a:pt x="10" y="36"/>
                  <a:pt x="10" y="36"/>
                  <a:pt x="10" y="36"/>
                </a:cubicBezTo>
                <a:cubicBezTo>
                  <a:pt x="10" y="38"/>
                  <a:pt x="10" y="39"/>
                  <a:pt x="10" y="41"/>
                </a:cubicBezTo>
                <a:cubicBezTo>
                  <a:pt x="2" y="43"/>
                  <a:pt x="2" y="43"/>
                  <a:pt x="2" y="43"/>
                </a:cubicBezTo>
                <a:cubicBezTo>
                  <a:pt x="1" y="43"/>
                  <a:pt x="0" y="44"/>
                  <a:pt x="0" y="46"/>
                </a:cubicBezTo>
                <a:cubicBezTo>
                  <a:pt x="1" y="52"/>
                  <a:pt x="1" y="52"/>
                  <a:pt x="1" y="52"/>
                </a:cubicBezTo>
                <a:cubicBezTo>
                  <a:pt x="2" y="54"/>
                  <a:pt x="3" y="55"/>
                  <a:pt x="5" y="54"/>
                </a:cubicBezTo>
                <a:cubicBezTo>
                  <a:pt x="13" y="53"/>
                  <a:pt x="13" y="53"/>
                  <a:pt x="13" y="53"/>
                </a:cubicBezTo>
                <a:cubicBezTo>
                  <a:pt x="13" y="54"/>
                  <a:pt x="14" y="56"/>
                  <a:pt x="15" y="57"/>
                </a:cubicBezTo>
                <a:cubicBezTo>
                  <a:pt x="9" y="63"/>
                  <a:pt x="9" y="63"/>
                  <a:pt x="9" y="63"/>
                </a:cubicBezTo>
                <a:cubicBezTo>
                  <a:pt x="8" y="64"/>
                  <a:pt x="8" y="65"/>
                  <a:pt x="9" y="67"/>
                </a:cubicBezTo>
                <a:cubicBezTo>
                  <a:pt x="14" y="71"/>
                  <a:pt x="14" y="71"/>
                  <a:pt x="14" y="71"/>
                </a:cubicBezTo>
                <a:cubicBezTo>
                  <a:pt x="15" y="72"/>
                  <a:pt x="17" y="72"/>
                  <a:pt x="18" y="71"/>
                </a:cubicBezTo>
                <a:cubicBezTo>
                  <a:pt x="24" y="65"/>
                  <a:pt x="24" y="65"/>
                  <a:pt x="24" y="65"/>
                </a:cubicBezTo>
                <a:cubicBezTo>
                  <a:pt x="25" y="66"/>
                  <a:pt x="26" y="67"/>
                  <a:pt x="28" y="68"/>
                </a:cubicBezTo>
                <a:cubicBezTo>
                  <a:pt x="26" y="76"/>
                  <a:pt x="26" y="76"/>
                  <a:pt x="26" y="76"/>
                </a:cubicBezTo>
                <a:cubicBezTo>
                  <a:pt x="25" y="77"/>
                  <a:pt x="26" y="79"/>
                  <a:pt x="28" y="79"/>
                </a:cubicBezTo>
                <a:cubicBezTo>
                  <a:pt x="34" y="81"/>
                  <a:pt x="34" y="81"/>
                  <a:pt x="34" y="81"/>
                </a:cubicBezTo>
                <a:cubicBezTo>
                  <a:pt x="36" y="81"/>
                  <a:pt x="37" y="80"/>
                  <a:pt x="38" y="79"/>
                </a:cubicBezTo>
                <a:cubicBezTo>
                  <a:pt x="39" y="70"/>
                  <a:pt x="39" y="70"/>
                  <a:pt x="39" y="70"/>
                </a:cubicBezTo>
                <a:cubicBezTo>
                  <a:pt x="41" y="70"/>
                  <a:pt x="43" y="70"/>
                  <a:pt x="44" y="70"/>
                </a:cubicBezTo>
                <a:cubicBezTo>
                  <a:pt x="47" y="78"/>
                  <a:pt x="47" y="78"/>
                  <a:pt x="47" y="78"/>
                </a:cubicBezTo>
                <a:cubicBezTo>
                  <a:pt x="48" y="79"/>
                  <a:pt x="49" y="80"/>
                  <a:pt x="50" y="80"/>
                </a:cubicBezTo>
                <a:cubicBezTo>
                  <a:pt x="57" y="77"/>
                  <a:pt x="57" y="77"/>
                  <a:pt x="57" y="77"/>
                </a:cubicBezTo>
                <a:cubicBezTo>
                  <a:pt x="58" y="77"/>
                  <a:pt x="59" y="75"/>
                  <a:pt x="58" y="74"/>
                </a:cubicBezTo>
                <a:cubicBezTo>
                  <a:pt x="56" y="66"/>
                  <a:pt x="56" y="66"/>
                  <a:pt x="56" y="66"/>
                </a:cubicBezTo>
                <a:cubicBezTo>
                  <a:pt x="57" y="65"/>
                  <a:pt x="58" y="64"/>
                  <a:pt x="59" y="63"/>
                </a:cubicBezTo>
                <a:cubicBezTo>
                  <a:pt x="66" y="68"/>
                  <a:pt x="66" y="68"/>
                  <a:pt x="66" y="68"/>
                </a:cubicBezTo>
                <a:cubicBezTo>
                  <a:pt x="67" y="69"/>
                  <a:pt x="69" y="69"/>
                  <a:pt x="70" y="68"/>
                </a:cubicBezTo>
                <a:cubicBezTo>
                  <a:pt x="74" y="62"/>
                  <a:pt x="74" y="62"/>
                  <a:pt x="74" y="62"/>
                </a:cubicBezTo>
                <a:cubicBezTo>
                  <a:pt x="75" y="61"/>
                  <a:pt x="75" y="59"/>
                  <a:pt x="73" y="58"/>
                </a:cubicBezTo>
                <a:cubicBezTo>
                  <a:pt x="67" y="53"/>
                  <a:pt x="67" y="53"/>
                  <a:pt x="67" y="53"/>
                </a:cubicBezTo>
                <a:cubicBezTo>
                  <a:pt x="67" y="52"/>
                  <a:pt x="68" y="51"/>
                  <a:pt x="68" y="49"/>
                </a:cubicBezTo>
                <a:cubicBezTo>
                  <a:pt x="77" y="50"/>
                  <a:pt x="77" y="50"/>
                  <a:pt x="77" y="50"/>
                </a:cubicBezTo>
                <a:cubicBezTo>
                  <a:pt x="78" y="50"/>
                  <a:pt x="79" y="49"/>
                  <a:pt x="80" y="47"/>
                </a:cubicBezTo>
                <a:cubicBezTo>
                  <a:pt x="80" y="40"/>
                  <a:pt x="80" y="40"/>
                  <a:pt x="80" y="40"/>
                </a:cubicBezTo>
                <a:cubicBezTo>
                  <a:pt x="80" y="39"/>
                  <a:pt x="79" y="38"/>
                  <a:pt x="78" y="38"/>
                </a:cubicBezTo>
                <a:cubicBezTo>
                  <a:pt x="69" y="37"/>
                  <a:pt x="69" y="37"/>
                  <a:pt x="69" y="37"/>
                </a:cubicBezTo>
                <a:cubicBezTo>
                  <a:pt x="69" y="35"/>
                  <a:pt x="69" y="34"/>
                  <a:pt x="68" y="32"/>
                </a:cubicBezTo>
                <a:cubicBezTo>
                  <a:pt x="76" y="28"/>
                  <a:pt x="76" y="28"/>
                  <a:pt x="76" y="28"/>
                </a:cubicBezTo>
                <a:cubicBezTo>
                  <a:pt x="77" y="28"/>
                  <a:pt x="77" y="26"/>
                  <a:pt x="77" y="25"/>
                </a:cubicBezTo>
                <a:cubicBezTo>
                  <a:pt x="74" y="19"/>
                  <a:pt x="74" y="19"/>
                  <a:pt x="74" y="19"/>
                </a:cubicBezTo>
                <a:cubicBezTo>
                  <a:pt x="73" y="17"/>
                  <a:pt x="71" y="17"/>
                  <a:pt x="70" y="18"/>
                </a:cubicBezTo>
                <a:cubicBezTo>
                  <a:pt x="62" y="22"/>
                  <a:pt x="62" y="22"/>
                  <a:pt x="62" y="22"/>
                </a:cubicBezTo>
                <a:cubicBezTo>
                  <a:pt x="61" y="20"/>
                  <a:pt x="60" y="19"/>
                  <a:pt x="59" y="18"/>
                </a:cubicBezTo>
                <a:cubicBezTo>
                  <a:pt x="63" y="11"/>
                  <a:pt x="63" y="11"/>
                  <a:pt x="63" y="11"/>
                </a:cubicBezTo>
                <a:cubicBezTo>
                  <a:pt x="64" y="10"/>
                  <a:pt x="64" y="8"/>
                  <a:pt x="62" y="7"/>
                </a:cubicBezTo>
                <a:cubicBezTo>
                  <a:pt x="56" y="4"/>
                  <a:pt x="56" y="4"/>
                  <a:pt x="56" y="4"/>
                </a:cubicBezTo>
                <a:cubicBezTo>
                  <a:pt x="55" y="3"/>
                  <a:pt x="53" y="4"/>
                  <a:pt x="53" y="5"/>
                </a:cubicBezTo>
                <a:cubicBezTo>
                  <a:pt x="49" y="12"/>
                  <a:pt x="49" y="12"/>
                  <a:pt x="49" y="12"/>
                </a:cubicBezTo>
                <a:cubicBezTo>
                  <a:pt x="47" y="12"/>
                  <a:pt x="46" y="12"/>
                  <a:pt x="44" y="11"/>
                </a:cubicBezTo>
                <a:cubicBezTo>
                  <a:pt x="43" y="3"/>
                  <a:pt x="43" y="3"/>
                  <a:pt x="43" y="3"/>
                </a:cubicBezTo>
                <a:cubicBezTo>
                  <a:pt x="43" y="2"/>
                  <a:pt x="42" y="0"/>
                  <a:pt x="41" y="1"/>
                </a:cubicBezTo>
                <a:cubicBezTo>
                  <a:pt x="34" y="1"/>
                  <a:pt x="34" y="1"/>
                  <a:pt x="34" y="1"/>
                </a:cubicBezTo>
                <a:cubicBezTo>
                  <a:pt x="32" y="1"/>
                  <a:pt x="31" y="2"/>
                  <a:pt x="31" y="4"/>
                </a:cubicBezTo>
                <a:cubicBezTo>
                  <a:pt x="32" y="12"/>
                  <a:pt x="32" y="12"/>
                  <a:pt x="32" y="12"/>
                </a:cubicBezTo>
                <a:cubicBezTo>
                  <a:pt x="31" y="12"/>
                  <a:pt x="30" y="13"/>
                  <a:pt x="30" y="13"/>
                </a:cubicBezTo>
                <a:cubicBezTo>
                  <a:pt x="29" y="13"/>
                  <a:pt x="28" y="13"/>
                  <a:pt x="27" y="14"/>
                </a:cubicBezTo>
                <a:close/>
                <a:moveTo>
                  <a:pt x="33" y="22"/>
                </a:moveTo>
                <a:cubicBezTo>
                  <a:pt x="43" y="18"/>
                  <a:pt x="55" y="23"/>
                  <a:pt x="59" y="34"/>
                </a:cubicBezTo>
                <a:cubicBezTo>
                  <a:pt x="63" y="44"/>
                  <a:pt x="57" y="56"/>
                  <a:pt x="47" y="60"/>
                </a:cubicBezTo>
                <a:cubicBezTo>
                  <a:pt x="36" y="63"/>
                  <a:pt x="25" y="58"/>
                  <a:pt x="21" y="48"/>
                </a:cubicBezTo>
                <a:cubicBezTo>
                  <a:pt x="17" y="37"/>
                  <a:pt x="22" y="26"/>
                  <a:pt x="33" y="22"/>
                </a:cubicBezTo>
                <a:close/>
              </a:path>
            </a:pathLst>
          </a:custGeom>
          <a:solidFill>
            <a:schemeClr val="bg1"/>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7" name="Freeform 37"/>
          <p:cNvSpPr>
            <a:spLocks noEditPoints="1"/>
          </p:cNvSpPr>
          <p:nvPr/>
        </p:nvSpPr>
        <p:spPr bwMode="auto">
          <a:xfrm>
            <a:off x="5370513" y="5090083"/>
            <a:ext cx="282575" cy="284163"/>
          </a:xfrm>
          <a:custGeom>
            <a:avLst/>
            <a:gdLst>
              <a:gd name="T0" fmla="*/ 109 w 116"/>
              <a:gd name="T1" fmla="*/ 38 h 117"/>
              <a:gd name="T2" fmla="*/ 93 w 116"/>
              <a:gd name="T3" fmla="*/ 35 h 117"/>
              <a:gd name="T4" fmla="*/ 102 w 116"/>
              <a:gd name="T5" fmla="*/ 20 h 117"/>
              <a:gd name="T6" fmla="*/ 89 w 116"/>
              <a:gd name="T7" fmla="*/ 14 h 117"/>
              <a:gd name="T8" fmla="*/ 75 w 116"/>
              <a:gd name="T9" fmla="*/ 19 h 117"/>
              <a:gd name="T10" fmla="*/ 74 w 116"/>
              <a:gd name="T11" fmla="*/ 3 h 117"/>
              <a:gd name="T12" fmla="*/ 60 w 116"/>
              <a:gd name="T13" fmla="*/ 4 h 117"/>
              <a:gd name="T14" fmla="*/ 54 w 116"/>
              <a:gd name="T15" fmla="*/ 16 h 117"/>
              <a:gd name="T16" fmla="*/ 46 w 116"/>
              <a:gd name="T17" fmla="*/ 5 h 117"/>
              <a:gd name="T18" fmla="*/ 32 w 116"/>
              <a:gd name="T19" fmla="*/ 7 h 117"/>
              <a:gd name="T20" fmla="*/ 34 w 116"/>
              <a:gd name="T21" fmla="*/ 23 h 117"/>
              <a:gd name="T22" fmla="*/ 19 w 116"/>
              <a:gd name="T23" fmla="*/ 20 h 117"/>
              <a:gd name="T24" fmla="*/ 8 w 116"/>
              <a:gd name="T25" fmla="*/ 29 h 117"/>
              <a:gd name="T26" fmla="*/ 19 w 116"/>
              <a:gd name="T27" fmla="*/ 41 h 117"/>
              <a:gd name="T28" fmla="*/ 4 w 116"/>
              <a:gd name="T29" fmla="*/ 47 h 117"/>
              <a:gd name="T30" fmla="*/ 0 w 116"/>
              <a:gd name="T31" fmla="*/ 61 h 117"/>
              <a:gd name="T32" fmla="*/ 15 w 116"/>
              <a:gd name="T33" fmla="*/ 65 h 117"/>
              <a:gd name="T34" fmla="*/ 7 w 116"/>
              <a:gd name="T35" fmla="*/ 78 h 117"/>
              <a:gd name="T36" fmla="*/ 10 w 116"/>
              <a:gd name="T37" fmla="*/ 92 h 117"/>
              <a:gd name="T38" fmla="*/ 26 w 116"/>
              <a:gd name="T39" fmla="*/ 87 h 117"/>
              <a:gd name="T40" fmla="*/ 25 w 116"/>
              <a:gd name="T41" fmla="*/ 103 h 117"/>
              <a:gd name="T42" fmla="*/ 36 w 116"/>
              <a:gd name="T43" fmla="*/ 113 h 117"/>
              <a:gd name="T44" fmla="*/ 46 w 116"/>
              <a:gd name="T45" fmla="*/ 100 h 117"/>
              <a:gd name="T46" fmla="*/ 54 w 116"/>
              <a:gd name="T47" fmla="*/ 114 h 117"/>
              <a:gd name="T48" fmla="*/ 68 w 116"/>
              <a:gd name="T49" fmla="*/ 116 h 117"/>
              <a:gd name="T50" fmla="*/ 71 w 116"/>
              <a:gd name="T51" fmla="*/ 100 h 117"/>
              <a:gd name="T52" fmla="*/ 84 w 116"/>
              <a:gd name="T53" fmla="*/ 107 h 117"/>
              <a:gd name="T54" fmla="*/ 98 w 116"/>
              <a:gd name="T55" fmla="*/ 101 h 117"/>
              <a:gd name="T56" fmla="*/ 91 w 116"/>
              <a:gd name="T57" fmla="*/ 86 h 117"/>
              <a:gd name="T58" fmla="*/ 106 w 116"/>
              <a:gd name="T59" fmla="*/ 85 h 117"/>
              <a:gd name="T60" fmla="*/ 114 w 116"/>
              <a:gd name="T61" fmla="*/ 73 h 117"/>
              <a:gd name="T62" fmla="*/ 101 w 116"/>
              <a:gd name="T63" fmla="*/ 64 h 117"/>
              <a:gd name="T64" fmla="*/ 113 w 116"/>
              <a:gd name="T65" fmla="*/ 55 h 117"/>
              <a:gd name="T66" fmla="*/ 113 w 116"/>
              <a:gd name="T67" fmla="*/ 40 h 117"/>
              <a:gd name="T68" fmla="*/ 27 w 116"/>
              <a:gd name="T69" fmla="*/ 62 h 117"/>
              <a:gd name="T70" fmla="*/ 89 w 116"/>
              <a:gd name="T71" fmla="*/ 5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6" h="117">
                <a:moveTo>
                  <a:pt x="113" y="40"/>
                </a:moveTo>
                <a:cubicBezTo>
                  <a:pt x="113" y="38"/>
                  <a:pt x="111" y="37"/>
                  <a:pt x="109" y="38"/>
                </a:cubicBezTo>
                <a:cubicBezTo>
                  <a:pt x="97" y="40"/>
                  <a:pt x="97" y="40"/>
                  <a:pt x="97" y="40"/>
                </a:cubicBezTo>
                <a:cubicBezTo>
                  <a:pt x="96" y="38"/>
                  <a:pt x="95" y="36"/>
                  <a:pt x="93" y="35"/>
                </a:cubicBezTo>
                <a:cubicBezTo>
                  <a:pt x="102" y="26"/>
                  <a:pt x="102" y="26"/>
                  <a:pt x="102" y="26"/>
                </a:cubicBezTo>
                <a:cubicBezTo>
                  <a:pt x="103" y="24"/>
                  <a:pt x="103" y="22"/>
                  <a:pt x="102" y="20"/>
                </a:cubicBezTo>
                <a:cubicBezTo>
                  <a:pt x="95" y="13"/>
                  <a:pt x="95" y="13"/>
                  <a:pt x="95" y="13"/>
                </a:cubicBezTo>
                <a:cubicBezTo>
                  <a:pt x="93" y="12"/>
                  <a:pt x="91" y="12"/>
                  <a:pt x="89" y="14"/>
                </a:cubicBezTo>
                <a:cubicBezTo>
                  <a:pt x="81" y="22"/>
                  <a:pt x="81" y="22"/>
                  <a:pt x="81" y="22"/>
                </a:cubicBezTo>
                <a:cubicBezTo>
                  <a:pt x="79" y="21"/>
                  <a:pt x="77" y="20"/>
                  <a:pt x="75" y="19"/>
                </a:cubicBezTo>
                <a:cubicBezTo>
                  <a:pt x="77" y="7"/>
                  <a:pt x="77" y="7"/>
                  <a:pt x="77" y="7"/>
                </a:cubicBezTo>
                <a:cubicBezTo>
                  <a:pt x="77" y="5"/>
                  <a:pt x="76" y="3"/>
                  <a:pt x="74" y="3"/>
                </a:cubicBezTo>
                <a:cubicBezTo>
                  <a:pt x="64" y="1"/>
                  <a:pt x="64" y="1"/>
                  <a:pt x="64" y="1"/>
                </a:cubicBezTo>
                <a:cubicBezTo>
                  <a:pt x="62" y="0"/>
                  <a:pt x="60" y="2"/>
                  <a:pt x="60" y="4"/>
                </a:cubicBezTo>
                <a:cubicBezTo>
                  <a:pt x="57" y="16"/>
                  <a:pt x="57" y="16"/>
                  <a:pt x="57" y="16"/>
                </a:cubicBezTo>
                <a:cubicBezTo>
                  <a:pt x="56" y="16"/>
                  <a:pt x="55" y="16"/>
                  <a:pt x="54" y="16"/>
                </a:cubicBezTo>
                <a:cubicBezTo>
                  <a:pt x="53" y="16"/>
                  <a:pt x="52" y="16"/>
                  <a:pt x="51" y="16"/>
                </a:cubicBezTo>
                <a:cubicBezTo>
                  <a:pt x="46" y="5"/>
                  <a:pt x="46" y="5"/>
                  <a:pt x="46" y="5"/>
                </a:cubicBezTo>
                <a:cubicBezTo>
                  <a:pt x="45" y="3"/>
                  <a:pt x="43" y="2"/>
                  <a:pt x="41" y="3"/>
                </a:cubicBezTo>
                <a:cubicBezTo>
                  <a:pt x="32" y="7"/>
                  <a:pt x="32" y="7"/>
                  <a:pt x="32" y="7"/>
                </a:cubicBezTo>
                <a:cubicBezTo>
                  <a:pt x="30" y="7"/>
                  <a:pt x="29" y="10"/>
                  <a:pt x="30" y="12"/>
                </a:cubicBezTo>
                <a:cubicBezTo>
                  <a:pt x="34" y="23"/>
                  <a:pt x="34" y="23"/>
                  <a:pt x="34" y="23"/>
                </a:cubicBezTo>
                <a:cubicBezTo>
                  <a:pt x="32" y="24"/>
                  <a:pt x="30" y="25"/>
                  <a:pt x="29" y="27"/>
                </a:cubicBezTo>
                <a:cubicBezTo>
                  <a:pt x="19" y="20"/>
                  <a:pt x="19" y="20"/>
                  <a:pt x="19" y="20"/>
                </a:cubicBezTo>
                <a:cubicBezTo>
                  <a:pt x="17" y="19"/>
                  <a:pt x="15" y="19"/>
                  <a:pt x="14" y="21"/>
                </a:cubicBezTo>
                <a:cubicBezTo>
                  <a:pt x="8" y="29"/>
                  <a:pt x="8" y="29"/>
                  <a:pt x="8" y="29"/>
                </a:cubicBezTo>
                <a:cubicBezTo>
                  <a:pt x="7" y="31"/>
                  <a:pt x="7" y="33"/>
                  <a:pt x="9" y="34"/>
                </a:cubicBezTo>
                <a:cubicBezTo>
                  <a:pt x="19" y="41"/>
                  <a:pt x="19" y="41"/>
                  <a:pt x="19" y="41"/>
                </a:cubicBezTo>
                <a:cubicBezTo>
                  <a:pt x="18" y="43"/>
                  <a:pt x="17" y="46"/>
                  <a:pt x="16" y="48"/>
                </a:cubicBezTo>
                <a:cubicBezTo>
                  <a:pt x="4" y="47"/>
                  <a:pt x="4" y="47"/>
                  <a:pt x="4" y="47"/>
                </a:cubicBezTo>
                <a:cubicBezTo>
                  <a:pt x="2" y="47"/>
                  <a:pt x="0" y="49"/>
                  <a:pt x="0" y="51"/>
                </a:cubicBezTo>
                <a:cubicBezTo>
                  <a:pt x="0" y="61"/>
                  <a:pt x="0" y="61"/>
                  <a:pt x="0" y="61"/>
                </a:cubicBezTo>
                <a:cubicBezTo>
                  <a:pt x="0" y="63"/>
                  <a:pt x="1" y="65"/>
                  <a:pt x="3" y="65"/>
                </a:cubicBezTo>
                <a:cubicBezTo>
                  <a:pt x="15" y="65"/>
                  <a:pt x="15" y="65"/>
                  <a:pt x="15" y="65"/>
                </a:cubicBezTo>
                <a:cubicBezTo>
                  <a:pt x="16" y="68"/>
                  <a:pt x="16" y="70"/>
                  <a:pt x="17" y="72"/>
                </a:cubicBezTo>
                <a:cubicBezTo>
                  <a:pt x="7" y="78"/>
                  <a:pt x="7" y="78"/>
                  <a:pt x="7" y="78"/>
                </a:cubicBezTo>
                <a:cubicBezTo>
                  <a:pt x="5" y="79"/>
                  <a:pt x="4" y="81"/>
                  <a:pt x="5" y="83"/>
                </a:cubicBezTo>
                <a:cubicBezTo>
                  <a:pt x="10" y="92"/>
                  <a:pt x="10" y="92"/>
                  <a:pt x="10" y="92"/>
                </a:cubicBezTo>
                <a:cubicBezTo>
                  <a:pt x="11" y="94"/>
                  <a:pt x="13" y="94"/>
                  <a:pt x="15" y="93"/>
                </a:cubicBezTo>
                <a:cubicBezTo>
                  <a:pt x="26" y="87"/>
                  <a:pt x="26" y="87"/>
                  <a:pt x="26" y="87"/>
                </a:cubicBezTo>
                <a:cubicBezTo>
                  <a:pt x="27" y="89"/>
                  <a:pt x="29" y="91"/>
                  <a:pt x="31" y="92"/>
                </a:cubicBezTo>
                <a:cubicBezTo>
                  <a:pt x="25" y="103"/>
                  <a:pt x="25" y="103"/>
                  <a:pt x="25" y="103"/>
                </a:cubicBezTo>
                <a:cubicBezTo>
                  <a:pt x="24" y="105"/>
                  <a:pt x="25" y="107"/>
                  <a:pt x="27" y="108"/>
                </a:cubicBezTo>
                <a:cubicBezTo>
                  <a:pt x="36" y="113"/>
                  <a:pt x="36" y="113"/>
                  <a:pt x="36" y="113"/>
                </a:cubicBezTo>
                <a:cubicBezTo>
                  <a:pt x="37" y="114"/>
                  <a:pt x="40" y="113"/>
                  <a:pt x="41" y="111"/>
                </a:cubicBezTo>
                <a:cubicBezTo>
                  <a:pt x="46" y="100"/>
                  <a:pt x="46" y="100"/>
                  <a:pt x="46" y="100"/>
                </a:cubicBezTo>
                <a:cubicBezTo>
                  <a:pt x="49" y="101"/>
                  <a:pt x="51" y="101"/>
                  <a:pt x="53" y="101"/>
                </a:cubicBezTo>
                <a:cubicBezTo>
                  <a:pt x="54" y="114"/>
                  <a:pt x="54" y="114"/>
                  <a:pt x="54" y="114"/>
                </a:cubicBezTo>
                <a:cubicBezTo>
                  <a:pt x="54" y="116"/>
                  <a:pt x="56" y="117"/>
                  <a:pt x="58" y="117"/>
                </a:cubicBezTo>
                <a:cubicBezTo>
                  <a:pt x="68" y="116"/>
                  <a:pt x="68" y="116"/>
                  <a:pt x="68" y="116"/>
                </a:cubicBezTo>
                <a:cubicBezTo>
                  <a:pt x="70" y="116"/>
                  <a:pt x="72" y="114"/>
                  <a:pt x="72" y="112"/>
                </a:cubicBezTo>
                <a:cubicBezTo>
                  <a:pt x="71" y="100"/>
                  <a:pt x="71" y="100"/>
                  <a:pt x="71" y="100"/>
                </a:cubicBezTo>
                <a:cubicBezTo>
                  <a:pt x="73" y="99"/>
                  <a:pt x="75" y="98"/>
                  <a:pt x="77" y="97"/>
                </a:cubicBezTo>
                <a:cubicBezTo>
                  <a:pt x="84" y="107"/>
                  <a:pt x="84" y="107"/>
                  <a:pt x="84" y="107"/>
                </a:cubicBezTo>
                <a:cubicBezTo>
                  <a:pt x="86" y="109"/>
                  <a:pt x="88" y="109"/>
                  <a:pt x="90" y="108"/>
                </a:cubicBezTo>
                <a:cubicBezTo>
                  <a:pt x="98" y="101"/>
                  <a:pt x="98" y="101"/>
                  <a:pt x="98" y="101"/>
                </a:cubicBezTo>
                <a:cubicBezTo>
                  <a:pt x="99" y="100"/>
                  <a:pt x="100" y="98"/>
                  <a:pt x="98" y="96"/>
                </a:cubicBezTo>
                <a:cubicBezTo>
                  <a:pt x="91" y="86"/>
                  <a:pt x="91" y="86"/>
                  <a:pt x="91" y="86"/>
                </a:cubicBezTo>
                <a:cubicBezTo>
                  <a:pt x="92" y="85"/>
                  <a:pt x="93" y="83"/>
                  <a:pt x="95" y="81"/>
                </a:cubicBezTo>
                <a:cubicBezTo>
                  <a:pt x="106" y="85"/>
                  <a:pt x="106" y="85"/>
                  <a:pt x="106" y="85"/>
                </a:cubicBezTo>
                <a:cubicBezTo>
                  <a:pt x="108" y="86"/>
                  <a:pt x="110" y="85"/>
                  <a:pt x="111" y="83"/>
                </a:cubicBezTo>
                <a:cubicBezTo>
                  <a:pt x="114" y="73"/>
                  <a:pt x="114" y="73"/>
                  <a:pt x="114" y="73"/>
                </a:cubicBezTo>
                <a:cubicBezTo>
                  <a:pt x="115" y="71"/>
                  <a:pt x="114" y="69"/>
                  <a:pt x="112" y="68"/>
                </a:cubicBezTo>
                <a:cubicBezTo>
                  <a:pt x="101" y="64"/>
                  <a:pt x="101" y="64"/>
                  <a:pt x="101" y="64"/>
                </a:cubicBezTo>
                <a:cubicBezTo>
                  <a:pt x="101" y="62"/>
                  <a:pt x="101" y="60"/>
                  <a:pt x="101" y="58"/>
                </a:cubicBezTo>
                <a:cubicBezTo>
                  <a:pt x="113" y="55"/>
                  <a:pt x="113" y="55"/>
                  <a:pt x="113" y="55"/>
                </a:cubicBezTo>
                <a:cubicBezTo>
                  <a:pt x="115" y="54"/>
                  <a:pt x="116" y="52"/>
                  <a:pt x="116" y="50"/>
                </a:cubicBezTo>
                <a:lnTo>
                  <a:pt x="113" y="40"/>
                </a:lnTo>
                <a:close/>
                <a:moveTo>
                  <a:pt x="61" y="89"/>
                </a:moveTo>
                <a:cubicBezTo>
                  <a:pt x="44" y="91"/>
                  <a:pt x="29" y="78"/>
                  <a:pt x="27" y="62"/>
                </a:cubicBezTo>
                <a:cubicBezTo>
                  <a:pt x="26" y="45"/>
                  <a:pt x="38" y="30"/>
                  <a:pt x="55" y="28"/>
                </a:cubicBezTo>
                <a:cubicBezTo>
                  <a:pt x="72" y="26"/>
                  <a:pt x="87" y="39"/>
                  <a:pt x="89" y="56"/>
                </a:cubicBezTo>
                <a:cubicBezTo>
                  <a:pt x="90" y="73"/>
                  <a:pt x="78" y="88"/>
                  <a:pt x="61" y="89"/>
                </a:cubicBezTo>
                <a:close/>
              </a:path>
            </a:pathLst>
          </a:custGeom>
          <a:solidFill>
            <a:schemeClr val="bg1"/>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8" name="Freeform 38"/>
          <p:cNvSpPr>
            <a:spLocks noEditPoints="1"/>
          </p:cNvSpPr>
          <p:nvPr/>
        </p:nvSpPr>
        <p:spPr bwMode="auto">
          <a:xfrm>
            <a:off x="5237163" y="5286933"/>
            <a:ext cx="136525" cy="136525"/>
          </a:xfrm>
          <a:custGeom>
            <a:avLst/>
            <a:gdLst>
              <a:gd name="T0" fmla="*/ 5 w 56"/>
              <a:gd name="T1" fmla="*/ 41 h 56"/>
              <a:gd name="T2" fmla="*/ 8 w 56"/>
              <a:gd name="T3" fmla="*/ 47 h 56"/>
              <a:gd name="T4" fmla="*/ 15 w 56"/>
              <a:gd name="T5" fmla="*/ 44 h 56"/>
              <a:gd name="T6" fmla="*/ 16 w 56"/>
              <a:gd name="T7" fmla="*/ 51 h 56"/>
              <a:gd name="T8" fmla="*/ 21 w 56"/>
              <a:gd name="T9" fmla="*/ 55 h 56"/>
              <a:gd name="T10" fmla="*/ 26 w 56"/>
              <a:gd name="T11" fmla="*/ 48 h 56"/>
              <a:gd name="T12" fmla="*/ 29 w 56"/>
              <a:gd name="T13" fmla="*/ 48 h 56"/>
              <a:gd name="T14" fmla="*/ 33 w 56"/>
              <a:gd name="T15" fmla="*/ 55 h 56"/>
              <a:gd name="T16" fmla="*/ 38 w 56"/>
              <a:gd name="T17" fmla="*/ 52 h 56"/>
              <a:gd name="T18" fmla="*/ 40 w 56"/>
              <a:gd name="T19" fmla="*/ 45 h 56"/>
              <a:gd name="T20" fmla="*/ 47 w 56"/>
              <a:gd name="T21" fmla="*/ 48 h 56"/>
              <a:gd name="T22" fmla="*/ 50 w 56"/>
              <a:gd name="T23" fmla="*/ 42 h 56"/>
              <a:gd name="T24" fmla="*/ 47 w 56"/>
              <a:gd name="T25" fmla="*/ 35 h 56"/>
              <a:gd name="T26" fmla="*/ 55 w 56"/>
              <a:gd name="T27" fmla="*/ 35 h 56"/>
              <a:gd name="T28" fmla="*/ 54 w 56"/>
              <a:gd name="T29" fmla="*/ 28 h 56"/>
              <a:gd name="T30" fmla="*/ 48 w 56"/>
              <a:gd name="T31" fmla="*/ 24 h 56"/>
              <a:gd name="T32" fmla="*/ 54 w 56"/>
              <a:gd name="T33" fmla="*/ 19 h 56"/>
              <a:gd name="T34" fmla="*/ 50 w 56"/>
              <a:gd name="T35" fmla="*/ 14 h 56"/>
              <a:gd name="T36" fmla="*/ 42 w 56"/>
              <a:gd name="T37" fmla="*/ 14 h 56"/>
              <a:gd name="T38" fmla="*/ 45 w 56"/>
              <a:gd name="T39" fmla="*/ 6 h 56"/>
              <a:gd name="T40" fmla="*/ 39 w 56"/>
              <a:gd name="T41" fmla="*/ 4 h 56"/>
              <a:gd name="T42" fmla="*/ 32 w 56"/>
              <a:gd name="T43" fmla="*/ 8 h 56"/>
              <a:gd name="T44" fmla="*/ 31 w 56"/>
              <a:gd name="T45" fmla="*/ 0 h 56"/>
              <a:gd name="T46" fmla="*/ 24 w 56"/>
              <a:gd name="T47" fmla="*/ 2 h 56"/>
              <a:gd name="T48" fmla="*/ 21 w 56"/>
              <a:gd name="T49" fmla="*/ 9 h 56"/>
              <a:gd name="T50" fmla="*/ 15 w 56"/>
              <a:gd name="T51" fmla="*/ 3 h 56"/>
              <a:gd name="T52" fmla="*/ 11 w 56"/>
              <a:gd name="T53" fmla="*/ 8 h 56"/>
              <a:gd name="T54" fmla="*/ 11 w 56"/>
              <a:gd name="T55" fmla="*/ 15 h 56"/>
              <a:gd name="T56" fmla="*/ 4 w 56"/>
              <a:gd name="T57" fmla="*/ 14 h 56"/>
              <a:gd name="T58" fmla="*/ 2 w 56"/>
              <a:gd name="T59" fmla="*/ 20 h 56"/>
              <a:gd name="T60" fmla="*/ 7 w 56"/>
              <a:gd name="T61" fmla="*/ 26 h 56"/>
              <a:gd name="T62" fmla="*/ 0 w 56"/>
              <a:gd name="T63" fmla="*/ 29 h 56"/>
              <a:gd name="T64" fmla="*/ 2 w 56"/>
              <a:gd name="T65" fmla="*/ 35 h 56"/>
              <a:gd name="T66" fmla="*/ 9 w 56"/>
              <a:gd name="T67" fmla="*/ 37 h 56"/>
              <a:gd name="T68" fmla="*/ 31 w 56"/>
              <a:gd name="T69" fmla="*/ 15 h 56"/>
              <a:gd name="T70" fmla="*/ 24 w 56"/>
              <a:gd name="T71" fmla="*/ 4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6" h="56">
                <a:moveTo>
                  <a:pt x="9" y="37"/>
                </a:moveTo>
                <a:cubicBezTo>
                  <a:pt x="5" y="41"/>
                  <a:pt x="5" y="41"/>
                  <a:pt x="5" y="41"/>
                </a:cubicBezTo>
                <a:cubicBezTo>
                  <a:pt x="4" y="42"/>
                  <a:pt x="4" y="43"/>
                  <a:pt x="5" y="44"/>
                </a:cubicBezTo>
                <a:cubicBezTo>
                  <a:pt x="8" y="47"/>
                  <a:pt x="8" y="47"/>
                  <a:pt x="8" y="47"/>
                </a:cubicBezTo>
                <a:cubicBezTo>
                  <a:pt x="8" y="48"/>
                  <a:pt x="10" y="48"/>
                  <a:pt x="10" y="48"/>
                </a:cubicBezTo>
                <a:cubicBezTo>
                  <a:pt x="15" y="44"/>
                  <a:pt x="15" y="44"/>
                  <a:pt x="15" y="44"/>
                </a:cubicBezTo>
                <a:cubicBezTo>
                  <a:pt x="16" y="45"/>
                  <a:pt x="17" y="45"/>
                  <a:pt x="17" y="46"/>
                </a:cubicBezTo>
                <a:cubicBezTo>
                  <a:pt x="16" y="51"/>
                  <a:pt x="16" y="51"/>
                  <a:pt x="16" y="51"/>
                </a:cubicBezTo>
                <a:cubicBezTo>
                  <a:pt x="15" y="52"/>
                  <a:pt x="16" y="53"/>
                  <a:pt x="17" y="54"/>
                </a:cubicBezTo>
                <a:cubicBezTo>
                  <a:pt x="21" y="55"/>
                  <a:pt x="21" y="55"/>
                  <a:pt x="21" y="55"/>
                </a:cubicBezTo>
                <a:cubicBezTo>
                  <a:pt x="22" y="55"/>
                  <a:pt x="24" y="55"/>
                  <a:pt x="24" y="54"/>
                </a:cubicBezTo>
                <a:cubicBezTo>
                  <a:pt x="26" y="48"/>
                  <a:pt x="26" y="48"/>
                  <a:pt x="26" y="48"/>
                </a:cubicBezTo>
                <a:cubicBezTo>
                  <a:pt x="26" y="48"/>
                  <a:pt x="27" y="48"/>
                  <a:pt x="27" y="48"/>
                </a:cubicBezTo>
                <a:cubicBezTo>
                  <a:pt x="28" y="48"/>
                  <a:pt x="28" y="48"/>
                  <a:pt x="29" y="48"/>
                </a:cubicBezTo>
                <a:cubicBezTo>
                  <a:pt x="30" y="54"/>
                  <a:pt x="30" y="54"/>
                  <a:pt x="30" y="54"/>
                </a:cubicBezTo>
                <a:cubicBezTo>
                  <a:pt x="31" y="55"/>
                  <a:pt x="32" y="56"/>
                  <a:pt x="33" y="55"/>
                </a:cubicBezTo>
                <a:cubicBezTo>
                  <a:pt x="37" y="54"/>
                  <a:pt x="37" y="54"/>
                  <a:pt x="37" y="54"/>
                </a:cubicBezTo>
                <a:cubicBezTo>
                  <a:pt x="38" y="54"/>
                  <a:pt x="39" y="53"/>
                  <a:pt x="38" y="52"/>
                </a:cubicBezTo>
                <a:cubicBezTo>
                  <a:pt x="37" y="46"/>
                  <a:pt x="37" y="46"/>
                  <a:pt x="37" y="46"/>
                </a:cubicBezTo>
                <a:cubicBezTo>
                  <a:pt x="38" y="46"/>
                  <a:pt x="39" y="45"/>
                  <a:pt x="40" y="45"/>
                </a:cubicBezTo>
                <a:cubicBezTo>
                  <a:pt x="44" y="48"/>
                  <a:pt x="44" y="48"/>
                  <a:pt x="44" y="48"/>
                </a:cubicBezTo>
                <a:cubicBezTo>
                  <a:pt x="45" y="49"/>
                  <a:pt x="46" y="49"/>
                  <a:pt x="47" y="48"/>
                </a:cubicBezTo>
                <a:cubicBezTo>
                  <a:pt x="50" y="45"/>
                  <a:pt x="50" y="45"/>
                  <a:pt x="50" y="45"/>
                </a:cubicBezTo>
                <a:cubicBezTo>
                  <a:pt x="50" y="44"/>
                  <a:pt x="50" y="43"/>
                  <a:pt x="50" y="42"/>
                </a:cubicBezTo>
                <a:cubicBezTo>
                  <a:pt x="45" y="38"/>
                  <a:pt x="45" y="38"/>
                  <a:pt x="45" y="38"/>
                </a:cubicBezTo>
                <a:cubicBezTo>
                  <a:pt x="46" y="37"/>
                  <a:pt x="46" y="36"/>
                  <a:pt x="47" y="35"/>
                </a:cubicBezTo>
                <a:cubicBezTo>
                  <a:pt x="52" y="36"/>
                  <a:pt x="52" y="36"/>
                  <a:pt x="52" y="36"/>
                </a:cubicBezTo>
                <a:cubicBezTo>
                  <a:pt x="53" y="36"/>
                  <a:pt x="54" y="36"/>
                  <a:pt x="55" y="35"/>
                </a:cubicBezTo>
                <a:cubicBezTo>
                  <a:pt x="55" y="30"/>
                  <a:pt x="55" y="30"/>
                  <a:pt x="55" y="30"/>
                </a:cubicBezTo>
                <a:cubicBezTo>
                  <a:pt x="56" y="29"/>
                  <a:pt x="55" y="28"/>
                  <a:pt x="54" y="28"/>
                </a:cubicBezTo>
                <a:cubicBezTo>
                  <a:pt x="48" y="27"/>
                  <a:pt x="48" y="27"/>
                  <a:pt x="48" y="27"/>
                </a:cubicBezTo>
                <a:cubicBezTo>
                  <a:pt x="48" y="26"/>
                  <a:pt x="48" y="25"/>
                  <a:pt x="48" y="24"/>
                </a:cubicBezTo>
                <a:cubicBezTo>
                  <a:pt x="53" y="22"/>
                  <a:pt x="53" y="22"/>
                  <a:pt x="53" y="22"/>
                </a:cubicBezTo>
                <a:cubicBezTo>
                  <a:pt x="54" y="21"/>
                  <a:pt x="54" y="20"/>
                  <a:pt x="54" y="19"/>
                </a:cubicBezTo>
                <a:cubicBezTo>
                  <a:pt x="52" y="15"/>
                  <a:pt x="52" y="15"/>
                  <a:pt x="52" y="15"/>
                </a:cubicBezTo>
                <a:cubicBezTo>
                  <a:pt x="52" y="14"/>
                  <a:pt x="51" y="13"/>
                  <a:pt x="50" y="14"/>
                </a:cubicBezTo>
                <a:cubicBezTo>
                  <a:pt x="44" y="16"/>
                  <a:pt x="44" y="16"/>
                  <a:pt x="44" y="16"/>
                </a:cubicBezTo>
                <a:cubicBezTo>
                  <a:pt x="44" y="15"/>
                  <a:pt x="43" y="14"/>
                  <a:pt x="42" y="14"/>
                </a:cubicBezTo>
                <a:cubicBezTo>
                  <a:pt x="46" y="9"/>
                  <a:pt x="46" y="9"/>
                  <a:pt x="46" y="9"/>
                </a:cubicBezTo>
                <a:cubicBezTo>
                  <a:pt x="46" y="8"/>
                  <a:pt x="46" y="7"/>
                  <a:pt x="45" y="6"/>
                </a:cubicBezTo>
                <a:cubicBezTo>
                  <a:pt x="41" y="4"/>
                  <a:pt x="41" y="4"/>
                  <a:pt x="41" y="4"/>
                </a:cubicBezTo>
                <a:cubicBezTo>
                  <a:pt x="40" y="3"/>
                  <a:pt x="39" y="3"/>
                  <a:pt x="39" y="4"/>
                </a:cubicBezTo>
                <a:cubicBezTo>
                  <a:pt x="35" y="9"/>
                  <a:pt x="35" y="9"/>
                  <a:pt x="35" y="9"/>
                </a:cubicBezTo>
                <a:cubicBezTo>
                  <a:pt x="34" y="9"/>
                  <a:pt x="33" y="8"/>
                  <a:pt x="32" y="8"/>
                </a:cubicBezTo>
                <a:cubicBezTo>
                  <a:pt x="32" y="2"/>
                  <a:pt x="32" y="2"/>
                  <a:pt x="32" y="2"/>
                </a:cubicBezTo>
                <a:cubicBezTo>
                  <a:pt x="32" y="1"/>
                  <a:pt x="32" y="0"/>
                  <a:pt x="31" y="0"/>
                </a:cubicBezTo>
                <a:cubicBezTo>
                  <a:pt x="26" y="0"/>
                  <a:pt x="26" y="0"/>
                  <a:pt x="26" y="0"/>
                </a:cubicBezTo>
                <a:cubicBezTo>
                  <a:pt x="25" y="0"/>
                  <a:pt x="24" y="1"/>
                  <a:pt x="24" y="2"/>
                </a:cubicBezTo>
                <a:cubicBezTo>
                  <a:pt x="24" y="8"/>
                  <a:pt x="24" y="8"/>
                  <a:pt x="24" y="8"/>
                </a:cubicBezTo>
                <a:cubicBezTo>
                  <a:pt x="23" y="8"/>
                  <a:pt x="22" y="8"/>
                  <a:pt x="21" y="9"/>
                </a:cubicBezTo>
                <a:cubicBezTo>
                  <a:pt x="18" y="4"/>
                  <a:pt x="18" y="4"/>
                  <a:pt x="18" y="4"/>
                </a:cubicBezTo>
                <a:cubicBezTo>
                  <a:pt x="17" y="3"/>
                  <a:pt x="16" y="2"/>
                  <a:pt x="15" y="3"/>
                </a:cubicBezTo>
                <a:cubicBezTo>
                  <a:pt x="11" y="5"/>
                  <a:pt x="11" y="5"/>
                  <a:pt x="11" y="5"/>
                </a:cubicBezTo>
                <a:cubicBezTo>
                  <a:pt x="10" y="6"/>
                  <a:pt x="10" y="7"/>
                  <a:pt x="11" y="8"/>
                </a:cubicBezTo>
                <a:cubicBezTo>
                  <a:pt x="14" y="13"/>
                  <a:pt x="14" y="13"/>
                  <a:pt x="14" y="13"/>
                </a:cubicBezTo>
                <a:cubicBezTo>
                  <a:pt x="13" y="14"/>
                  <a:pt x="12" y="15"/>
                  <a:pt x="11" y="15"/>
                </a:cubicBezTo>
                <a:cubicBezTo>
                  <a:pt x="6" y="13"/>
                  <a:pt x="6" y="13"/>
                  <a:pt x="6" y="13"/>
                </a:cubicBezTo>
                <a:cubicBezTo>
                  <a:pt x="5" y="12"/>
                  <a:pt x="4" y="13"/>
                  <a:pt x="4" y="14"/>
                </a:cubicBezTo>
                <a:cubicBezTo>
                  <a:pt x="2" y="18"/>
                  <a:pt x="2" y="18"/>
                  <a:pt x="2" y="18"/>
                </a:cubicBezTo>
                <a:cubicBezTo>
                  <a:pt x="1" y="19"/>
                  <a:pt x="2" y="20"/>
                  <a:pt x="2" y="20"/>
                </a:cubicBezTo>
                <a:cubicBezTo>
                  <a:pt x="8" y="23"/>
                  <a:pt x="8" y="23"/>
                  <a:pt x="8" y="23"/>
                </a:cubicBezTo>
                <a:cubicBezTo>
                  <a:pt x="7" y="24"/>
                  <a:pt x="7" y="25"/>
                  <a:pt x="7" y="26"/>
                </a:cubicBezTo>
                <a:cubicBezTo>
                  <a:pt x="1" y="27"/>
                  <a:pt x="1" y="27"/>
                  <a:pt x="1" y="27"/>
                </a:cubicBezTo>
                <a:cubicBezTo>
                  <a:pt x="0" y="27"/>
                  <a:pt x="0" y="28"/>
                  <a:pt x="0" y="29"/>
                </a:cubicBezTo>
                <a:cubicBezTo>
                  <a:pt x="0" y="34"/>
                  <a:pt x="0" y="34"/>
                  <a:pt x="0" y="34"/>
                </a:cubicBezTo>
                <a:cubicBezTo>
                  <a:pt x="1" y="35"/>
                  <a:pt x="1" y="35"/>
                  <a:pt x="2" y="35"/>
                </a:cubicBezTo>
                <a:cubicBezTo>
                  <a:pt x="8" y="34"/>
                  <a:pt x="8" y="34"/>
                  <a:pt x="8" y="34"/>
                </a:cubicBezTo>
                <a:cubicBezTo>
                  <a:pt x="9" y="35"/>
                  <a:pt x="9" y="36"/>
                  <a:pt x="9" y="37"/>
                </a:cubicBezTo>
                <a:close/>
                <a:moveTo>
                  <a:pt x="14" y="25"/>
                </a:moveTo>
                <a:cubicBezTo>
                  <a:pt x="16" y="17"/>
                  <a:pt x="23" y="13"/>
                  <a:pt x="31" y="15"/>
                </a:cubicBezTo>
                <a:cubicBezTo>
                  <a:pt x="38" y="16"/>
                  <a:pt x="43" y="24"/>
                  <a:pt x="41" y="31"/>
                </a:cubicBezTo>
                <a:cubicBezTo>
                  <a:pt x="39" y="39"/>
                  <a:pt x="32" y="43"/>
                  <a:pt x="24" y="41"/>
                </a:cubicBezTo>
                <a:cubicBezTo>
                  <a:pt x="17" y="40"/>
                  <a:pt x="12" y="32"/>
                  <a:pt x="14" y="25"/>
                </a:cubicBezTo>
                <a:close/>
              </a:path>
            </a:pathLst>
          </a:custGeom>
          <a:solidFill>
            <a:schemeClr val="bg1"/>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9" name="Freeform 39"/>
          <p:cNvSpPr>
            <a:spLocks/>
          </p:cNvSpPr>
          <p:nvPr/>
        </p:nvSpPr>
        <p:spPr bwMode="auto">
          <a:xfrm>
            <a:off x="6646863" y="5131358"/>
            <a:ext cx="419100" cy="385763"/>
          </a:xfrm>
          <a:custGeom>
            <a:avLst/>
            <a:gdLst>
              <a:gd name="T0" fmla="*/ 133 w 173"/>
              <a:gd name="T1" fmla="*/ 159 h 159"/>
              <a:gd name="T2" fmla="*/ 90 w 173"/>
              <a:gd name="T3" fmla="*/ 159 h 159"/>
              <a:gd name="T4" fmla="*/ 86 w 173"/>
              <a:gd name="T5" fmla="*/ 146 h 159"/>
              <a:gd name="T6" fmla="*/ 70 w 173"/>
              <a:gd name="T7" fmla="*/ 120 h 159"/>
              <a:gd name="T8" fmla="*/ 52 w 173"/>
              <a:gd name="T9" fmla="*/ 139 h 159"/>
              <a:gd name="T10" fmla="*/ 51 w 173"/>
              <a:gd name="T11" fmla="*/ 157 h 159"/>
              <a:gd name="T12" fmla="*/ 5 w 173"/>
              <a:gd name="T13" fmla="*/ 157 h 159"/>
              <a:gd name="T14" fmla="*/ 0 w 173"/>
              <a:gd name="T15" fmla="*/ 152 h 159"/>
              <a:gd name="T16" fmla="*/ 0 w 173"/>
              <a:gd name="T17" fmla="*/ 107 h 159"/>
              <a:gd name="T18" fmla="*/ 13 w 173"/>
              <a:gd name="T19" fmla="*/ 105 h 159"/>
              <a:gd name="T20" fmla="*/ 36 w 173"/>
              <a:gd name="T21" fmla="*/ 93 h 159"/>
              <a:gd name="T22" fmla="*/ 14 w 173"/>
              <a:gd name="T23" fmla="*/ 80 h 159"/>
              <a:gd name="T24" fmla="*/ 0 w 173"/>
              <a:gd name="T25" fmla="*/ 77 h 159"/>
              <a:gd name="T26" fmla="*/ 2 w 173"/>
              <a:gd name="T27" fmla="*/ 42 h 159"/>
              <a:gd name="T28" fmla="*/ 6 w 173"/>
              <a:gd name="T29" fmla="*/ 38 h 159"/>
              <a:gd name="T30" fmla="*/ 56 w 173"/>
              <a:gd name="T31" fmla="*/ 38 h 159"/>
              <a:gd name="T32" fmla="*/ 60 w 173"/>
              <a:gd name="T33" fmla="*/ 25 h 159"/>
              <a:gd name="T34" fmla="*/ 70 w 173"/>
              <a:gd name="T35" fmla="*/ 1 h 159"/>
              <a:gd name="T36" fmla="*/ 85 w 173"/>
              <a:gd name="T37" fmla="*/ 25 h 159"/>
              <a:gd name="T38" fmla="*/ 91 w 173"/>
              <a:gd name="T39" fmla="*/ 38 h 159"/>
              <a:gd name="T40" fmla="*/ 132 w 173"/>
              <a:gd name="T41" fmla="*/ 39 h 159"/>
              <a:gd name="T42" fmla="*/ 137 w 173"/>
              <a:gd name="T43" fmla="*/ 43 h 159"/>
              <a:gd name="T44" fmla="*/ 137 w 173"/>
              <a:gd name="T45" fmla="*/ 80 h 159"/>
              <a:gd name="T46" fmla="*/ 153 w 173"/>
              <a:gd name="T47" fmla="*/ 81 h 159"/>
              <a:gd name="T48" fmla="*/ 173 w 173"/>
              <a:gd name="T49" fmla="*/ 95 h 159"/>
              <a:gd name="T50" fmla="*/ 147 w 173"/>
              <a:gd name="T51" fmla="*/ 107 h 159"/>
              <a:gd name="T52" fmla="*/ 138 w 173"/>
              <a:gd name="T53" fmla="*/ 110 h 159"/>
              <a:gd name="T54" fmla="*/ 137 w 173"/>
              <a:gd name="T55" fmla="*/ 155 h 159"/>
              <a:gd name="T56" fmla="*/ 133 w 173"/>
              <a:gd name="T57"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73" h="159">
                <a:moveTo>
                  <a:pt x="133" y="159"/>
                </a:moveTo>
                <a:cubicBezTo>
                  <a:pt x="122" y="158"/>
                  <a:pt x="94" y="158"/>
                  <a:pt x="90" y="159"/>
                </a:cubicBezTo>
                <a:cubicBezTo>
                  <a:pt x="84" y="159"/>
                  <a:pt x="82" y="152"/>
                  <a:pt x="86" y="146"/>
                </a:cubicBezTo>
                <a:cubicBezTo>
                  <a:pt x="91" y="139"/>
                  <a:pt x="98" y="120"/>
                  <a:pt x="70" y="120"/>
                </a:cubicBezTo>
                <a:cubicBezTo>
                  <a:pt x="42" y="120"/>
                  <a:pt x="50" y="135"/>
                  <a:pt x="52" y="139"/>
                </a:cubicBezTo>
                <a:cubicBezTo>
                  <a:pt x="54" y="144"/>
                  <a:pt x="64" y="157"/>
                  <a:pt x="51" y="157"/>
                </a:cubicBezTo>
                <a:cubicBezTo>
                  <a:pt x="42" y="157"/>
                  <a:pt x="16" y="157"/>
                  <a:pt x="5" y="157"/>
                </a:cubicBezTo>
                <a:cubicBezTo>
                  <a:pt x="2" y="157"/>
                  <a:pt x="0" y="155"/>
                  <a:pt x="0" y="152"/>
                </a:cubicBezTo>
                <a:cubicBezTo>
                  <a:pt x="0" y="140"/>
                  <a:pt x="0" y="112"/>
                  <a:pt x="0" y="107"/>
                </a:cubicBezTo>
                <a:cubicBezTo>
                  <a:pt x="0" y="102"/>
                  <a:pt x="9" y="102"/>
                  <a:pt x="13" y="105"/>
                </a:cubicBezTo>
                <a:cubicBezTo>
                  <a:pt x="16" y="108"/>
                  <a:pt x="36" y="125"/>
                  <a:pt x="36" y="93"/>
                </a:cubicBezTo>
                <a:cubicBezTo>
                  <a:pt x="37" y="60"/>
                  <a:pt x="16" y="77"/>
                  <a:pt x="14" y="80"/>
                </a:cubicBezTo>
                <a:cubicBezTo>
                  <a:pt x="12" y="82"/>
                  <a:pt x="0" y="89"/>
                  <a:pt x="0" y="77"/>
                </a:cubicBezTo>
                <a:cubicBezTo>
                  <a:pt x="0" y="68"/>
                  <a:pt x="1" y="50"/>
                  <a:pt x="2" y="42"/>
                </a:cubicBezTo>
                <a:cubicBezTo>
                  <a:pt x="2" y="39"/>
                  <a:pt x="3" y="38"/>
                  <a:pt x="6" y="38"/>
                </a:cubicBezTo>
                <a:cubicBezTo>
                  <a:pt x="18" y="38"/>
                  <a:pt x="54" y="38"/>
                  <a:pt x="56" y="38"/>
                </a:cubicBezTo>
                <a:cubicBezTo>
                  <a:pt x="60" y="37"/>
                  <a:pt x="64" y="33"/>
                  <a:pt x="60" y="25"/>
                </a:cubicBezTo>
                <a:cubicBezTo>
                  <a:pt x="56" y="17"/>
                  <a:pt x="49" y="1"/>
                  <a:pt x="70" y="1"/>
                </a:cubicBezTo>
                <a:cubicBezTo>
                  <a:pt x="91" y="0"/>
                  <a:pt x="90" y="13"/>
                  <a:pt x="85" y="25"/>
                </a:cubicBezTo>
                <a:cubicBezTo>
                  <a:pt x="80" y="38"/>
                  <a:pt x="85" y="37"/>
                  <a:pt x="91" y="38"/>
                </a:cubicBezTo>
                <a:cubicBezTo>
                  <a:pt x="96" y="38"/>
                  <a:pt x="121" y="39"/>
                  <a:pt x="132" y="39"/>
                </a:cubicBezTo>
                <a:cubicBezTo>
                  <a:pt x="135" y="39"/>
                  <a:pt x="137" y="42"/>
                  <a:pt x="137" y="43"/>
                </a:cubicBezTo>
                <a:cubicBezTo>
                  <a:pt x="137" y="62"/>
                  <a:pt x="137" y="76"/>
                  <a:pt x="137" y="80"/>
                </a:cubicBezTo>
                <a:cubicBezTo>
                  <a:pt x="137" y="82"/>
                  <a:pt x="142" y="89"/>
                  <a:pt x="153" y="81"/>
                </a:cubicBezTo>
                <a:cubicBezTo>
                  <a:pt x="164" y="73"/>
                  <a:pt x="173" y="79"/>
                  <a:pt x="173" y="95"/>
                </a:cubicBezTo>
                <a:cubicBezTo>
                  <a:pt x="173" y="111"/>
                  <a:pt x="162" y="122"/>
                  <a:pt x="147" y="107"/>
                </a:cubicBezTo>
                <a:cubicBezTo>
                  <a:pt x="140" y="101"/>
                  <a:pt x="138" y="104"/>
                  <a:pt x="138" y="110"/>
                </a:cubicBezTo>
                <a:cubicBezTo>
                  <a:pt x="139" y="115"/>
                  <a:pt x="137" y="144"/>
                  <a:pt x="137" y="155"/>
                </a:cubicBezTo>
                <a:cubicBezTo>
                  <a:pt x="137" y="157"/>
                  <a:pt x="135" y="159"/>
                  <a:pt x="133" y="159"/>
                </a:cubicBezTo>
                <a:close/>
              </a:path>
            </a:pathLst>
          </a:custGeom>
          <a:solidFill>
            <a:schemeClr val="bg1"/>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42" name="文本框 41"/>
          <p:cNvSpPr txBox="1"/>
          <p:nvPr/>
        </p:nvSpPr>
        <p:spPr>
          <a:xfrm>
            <a:off x="8147541" y="5737539"/>
            <a:ext cx="2856518" cy="830997"/>
          </a:xfrm>
          <a:prstGeom prst="rect">
            <a:avLst/>
          </a:prstGeom>
          <a:noFill/>
        </p:spPr>
        <p:txBody>
          <a:bodyPr wrap="square" rtlCol="0">
            <a:spAutoFit/>
          </a:bodyPr>
          <a:lstStyle/>
          <a:p>
            <a:pPr>
              <a:lnSpc>
                <a:spcPct val="120000"/>
              </a:lnSpc>
            </a:pPr>
            <a:r>
              <a:rPr lang="zh-CN" altLang="en-US" sz="2400" b="1" dirty="0">
                <a:solidFill>
                  <a:srgbClr val="007BC6"/>
                </a:solidFill>
              </a:rPr>
              <a:t>添加标题</a:t>
            </a:r>
            <a:endParaRPr lang="en-US" altLang="zh-CN" sz="2400" b="1" dirty="0">
              <a:solidFill>
                <a:srgbClr val="007BC6"/>
              </a:solidFill>
            </a:endParaRPr>
          </a:p>
          <a:p>
            <a:pPr>
              <a:lnSpc>
                <a:spcPct val="120000"/>
              </a:lnSpc>
            </a:pPr>
            <a:r>
              <a:rPr lang="zh-CN" altLang="en-US" sz="1600" dirty="0">
                <a:solidFill>
                  <a:schemeClr val="tx1">
                    <a:lumMod val="65000"/>
                    <a:lumOff val="35000"/>
                  </a:schemeClr>
                </a:solidFill>
              </a:rPr>
              <a:t>添加内容添加内容</a:t>
            </a:r>
          </a:p>
        </p:txBody>
      </p:sp>
      <p:sp>
        <p:nvSpPr>
          <p:cNvPr id="46" name="文本框 45"/>
          <p:cNvSpPr txBox="1"/>
          <p:nvPr/>
        </p:nvSpPr>
        <p:spPr>
          <a:xfrm>
            <a:off x="8120554" y="2260690"/>
            <a:ext cx="2856518" cy="830997"/>
          </a:xfrm>
          <a:prstGeom prst="rect">
            <a:avLst/>
          </a:prstGeom>
          <a:noFill/>
        </p:spPr>
        <p:txBody>
          <a:bodyPr wrap="square" rtlCol="0">
            <a:spAutoFit/>
          </a:bodyPr>
          <a:lstStyle/>
          <a:p>
            <a:pPr>
              <a:lnSpc>
                <a:spcPct val="120000"/>
              </a:lnSpc>
            </a:pPr>
            <a:r>
              <a:rPr lang="zh-CN" altLang="en-US" sz="2400" b="1" dirty="0">
                <a:solidFill>
                  <a:srgbClr val="FF8900"/>
                </a:solidFill>
              </a:rPr>
              <a:t>添加标题</a:t>
            </a:r>
            <a:endParaRPr lang="en-US" altLang="zh-CN" sz="2400" b="1" dirty="0">
              <a:solidFill>
                <a:srgbClr val="FF8900"/>
              </a:solidFill>
            </a:endParaRPr>
          </a:p>
          <a:p>
            <a:pPr>
              <a:lnSpc>
                <a:spcPct val="120000"/>
              </a:lnSpc>
            </a:pPr>
            <a:r>
              <a:rPr lang="zh-CN" altLang="en-US" sz="1600" dirty="0">
                <a:solidFill>
                  <a:schemeClr val="tx1">
                    <a:lumMod val="65000"/>
                    <a:lumOff val="35000"/>
                  </a:schemeClr>
                </a:solidFill>
              </a:rPr>
              <a:t>添加内容添加内容</a:t>
            </a:r>
          </a:p>
        </p:txBody>
      </p:sp>
      <p:sp>
        <p:nvSpPr>
          <p:cNvPr id="47" name="文本框 46"/>
          <p:cNvSpPr txBox="1"/>
          <p:nvPr/>
        </p:nvSpPr>
        <p:spPr>
          <a:xfrm>
            <a:off x="1187091" y="2260690"/>
            <a:ext cx="2856518" cy="830997"/>
          </a:xfrm>
          <a:prstGeom prst="rect">
            <a:avLst/>
          </a:prstGeom>
          <a:noFill/>
        </p:spPr>
        <p:txBody>
          <a:bodyPr wrap="square" rtlCol="0">
            <a:spAutoFit/>
          </a:bodyPr>
          <a:lstStyle/>
          <a:p>
            <a:pPr algn="r">
              <a:lnSpc>
                <a:spcPct val="120000"/>
              </a:lnSpc>
            </a:pPr>
            <a:r>
              <a:rPr lang="zh-CN" altLang="en-US" sz="2400" b="1" dirty="0">
                <a:solidFill>
                  <a:srgbClr val="9FC628"/>
                </a:solidFill>
              </a:rPr>
              <a:t>添加标题</a:t>
            </a:r>
            <a:endParaRPr lang="en-US" altLang="zh-CN" sz="2400" b="1" dirty="0">
              <a:solidFill>
                <a:srgbClr val="9FC628"/>
              </a:solidFill>
            </a:endParaRPr>
          </a:p>
          <a:p>
            <a:pPr algn="r">
              <a:lnSpc>
                <a:spcPct val="120000"/>
              </a:lnSpc>
            </a:pPr>
            <a:r>
              <a:rPr lang="zh-CN" altLang="en-US" sz="1600" dirty="0">
                <a:solidFill>
                  <a:schemeClr val="tx1">
                    <a:lumMod val="65000"/>
                    <a:lumOff val="35000"/>
                  </a:schemeClr>
                </a:solidFill>
              </a:rPr>
              <a:t>添加内容添加内容</a:t>
            </a:r>
          </a:p>
        </p:txBody>
      </p:sp>
      <p:sp>
        <p:nvSpPr>
          <p:cNvPr id="48" name="文本框 47"/>
          <p:cNvSpPr txBox="1"/>
          <p:nvPr/>
        </p:nvSpPr>
        <p:spPr>
          <a:xfrm>
            <a:off x="1155154" y="5676296"/>
            <a:ext cx="2856518" cy="830997"/>
          </a:xfrm>
          <a:prstGeom prst="rect">
            <a:avLst/>
          </a:prstGeom>
          <a:noFill/>
        </p:spPr>
        <p:txBody>
          <a:bodyPr wrap="square" rtlCol="0">
            <a:spAutoFit/>
          </a:bodyPr>
          <a:lstStyle/>
          <a:p>
            <a:pPr algn="r">
              <a:lnSpc>
                <a:spcPct val="120000"/>
              </a:lnSpc>
            </a:pPr>
            <a:r>
              <a:rPr lang="zh-CN" altLang="en-US" sz="2400" b="1" dirty="0">
                <a:solidFill>
                  <a:srgbClr val="6D5DA5"/>
                </a:solidFill>
              </a:rPr>
              <a:t>添加标题</a:t>
            </a:r>
            <a:endParaRPr lang="en-US" altLang="zh-CN" sz="2400" b="1" dirty="0">
              <a:solidFill>
                <a:srgbClr val="6D5DA5"/>
              </a:solidFill>
            </a:endParaRPr>
          </a:p>
          <a:p>
            <a:pPr algn="r">
              <a:lnSpc>
                <a:spcPct val="120000"/>
              </a:lnSpc>
            </a:pPr>
            <a:r>
              <a:rPr lang="zh-CN" altLang="en-US" sz="1600" dirty="0">
                <a:solidFill>
                  <a:schemeClr val="tx1">
                    <a:lumMod val="65000"/>
                    <a:lumOff val="35000"/>
                  </a:schemeClr>
                </a:solidFill>
              </a:rPr>
              <a:t>添加内容添加内容</a:t>
            </a:r>
          </a:p>
        </p:txBody>
      </p:sp>
      <p:sp>
        <p:nvSpPr>
          <p:cNvPr id="4" name="文本框 3"/>
          <p:cNvSpPr txBox="1"/>
          <p:nvPr/>
        </p:nvSpPr>
        <p:spPr>
          <a:xfrm>
            <a:off x="4336844" y="3208850"/>
            <a:ext cx="697627" cy="400110"/>
          </a:xfrm>
          <a:prstGeom prst="rect">
            <a:avLst/>
          </a:prstGeom>
          <a:noFill/>
        </p:spPr>
        <p:txBody>
          <a:bodyPr wrap="none" rtlCol="0">
            <a:spAutoFit/>
          </a:bodyPr>
          <a:lstStyle/>
          <a:p>
            <a:r>
              <a:rPr lang="zh-CN" altLang="en-US" sz="2000" b="1" dirty="0">
                <a:solidFill>
                  <a:schemeClr val="bg1"/>
                </a:solidFill>
              </a:rPr>
              <a:t>标题</a:t>
            </a:r>
          </a:p>
        </p:txBody>
      </p:sp>
      <p:sp>
        <p:nvSpPr>
          <p:cNvPr id="50" name="文本框 49"/>
          <p:cNvSpPr txBox="1"/>
          <p:nvPr/>
        </p:nvSpPr>
        <p:spPr>
          <a:xfrm>
            <a:off x="4336844" y="5124184"/>
            <a:ext cx="697627" cy="400110"/>
          </a:xfrm>
          <a:prstGeom prst="rect">
            <a:avLst/>
          </a:prstGeom>
          <a:noFill/>
        </p:spPr>
        <p:txBody>
          <a:bodyPr wrap="none" rtlCol="0">
            <a:spAutoFit/>
          </a:bodyPr>
          <a:lstStyle/>
          <a:p>
            <a:r>
              <a:rPr lang="zh-CN" altLang="en-US" sz="2000" b="1" dirty="0">
                <a:solidFill>
                  <a:schemeClr val="bg1"/>
                </a:solidFill>
              </a:rPr>
              <a:t>标题</a:t>
            </a:r>
          </a:p>
        </p:txBody>
      </p:sp>
      <p:sp>
        <p:nvSpPr>
          <p:cNvPr id="51" name="文本框 50"/>
          <p:cNvSpPr txBox="1"/>
          <p:nvPr/>
        </p:nvSpPr>
        <p:spPr>
          <a:xfrm>
            <a:off x="7262812" y="3208850"/>
            <a:ext cx="697627" cy="400110"/>
          </a:xfrm>
          <a:prstGeom prst="rect">
            <a:avLst/>
          </a:prstGeom>
          <a:noFill/>
        </p:spPr>
        <p:txBody>
          <a:bodyPr wrap="none" rtlCol="0">
            <a:spAutoFit/>
          </a:bodyPr>
          <a:lstStyle/>
          <a:p>
            <a:r>
              <a:rPr lang="zh-CN" altLang="en-US" sz="2000" b="1" dirty="0">
                <a:solidFill>
                  <a:schemeClr val="bg1"/>
                </a:solidFill>
              </a:rPr>
              <a:t>标题</a:t>
            </a:r>
          </a:p>
        </p:txBody>
      </p:sp>
      <p:sp>
        <p:nvSpPr>
          <p:cNvPr id="52" name="文本框 51"/>
          <p:cNvSpPr txBox="1"/>
          <p:nvPr/>
        </p:nvSpPr>
        <p:spPr>
          <a:xfrm>
            <a:off x="7262812" y="5124184"/>
            <a:ext cx="697627" cy="400110"/>
          </a:xfrm>
          <a:prstGeom prst="rect">
            <a:avLst/>
          </a:prstGeom>
          <a:noFill/>
        </p:spPr>
        <p:txBody>
          <a:bodyPr wrap="none" rtlCol="0">
            <a:spAutoFit/>
          </a:bodyPr>
          <a:lstStyle/>
          <a:p>
            <a:r>
              <a:rPr lang="zh-CN" altLang="en-US" sz="2000" b="1" dirty="0">
                <a:solidFill>
                  <a:schemeClr val="bg1"/>
                </a:solidFill>
              </a:rPr>
              <a:t>标题</a:t>
            </a:r>
          </a:p>
        </p:txBody>
      </p:sp>
      <p:sp>
        <p:nvSpPr>
          <p:cNvPr id="41" name="矩形 39"/>
          <p:cNvSpPr/>
          <p:nvPr/>
        </p:nvSpPr>
        <p:spPr>
          <a:xfrm>
            <a:off x="0" y="203088"/>
            <a:ext cx="2492990"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循环</a:t>
            </a:r>
            <a:endParaRPr lang="zh-CN" altLang="zh-CN" sz="2800" b="1" dirty="0">
              <a:solidFill>
                <a:schemeClr val="tx1">
                  <a:lumMod val="65000"/>
                  <a:lumOff val="35000"/>
                </a:schemeClr>
              </a:solidFill>
            </a:endParaRPr>
          </a:p>
        </p:txBody>
      </p:sp>
      <p:sp>
        <p:nvSpPr>
          <p:cNvPr id="44" name="文本框 43"/>
          <p:cNvSpPr txBox="1"/>
          <p:nvPr/>
        </p:nvSpPr>
        <p:spPr>
          <a:xfrm>
            <a:off x="4139317" y="1058393"/>
            <a:ext cx="3913366"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45" name="Rectangle 58"/>
          <p:cNvSpPr/>
          <p:nvPr/>
        </p:nvSpPr>
        <p:spPr>
          <a:xfrm>
            <a:off x="3614043" y="1478661"/>
            <a:ext cx="4963915"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单击此处添加副标题</a:t>
            </a:r>
          </a:p>
        </p:txBody>
      </p:sp>
    </p:spTree>
    <p:extLst>
      <p:ext uri="{BB962C8B-B14F-4D97-AF65-F5344CB8AC3E}">
        <p14:creationId xmlns:p14="http://schemas.microsoft.com/office/powerpoint/2010/main" val="1344913354"/>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椭圆 168"/>
          <p:cNvSpPr/>
          <p:nvPr/>
        </p:nvSpPr>
        <p:spPr bwMode="auto">
          <a:xfrm rot="2700000">
            <a:off x="5487578" y="1976033"/>
            <a:ext cx="2469617" cy="2469617"/>
          </a:xfrm>
          <a:custGeom>
            <a:avLst/>
            <a:gdLst/>
            <a:ahLst/>
            <a:cxnLst/>
            <a:rect l="l" t="t" r="r" b="b"/>
            <a:pathLst>
              <a:path w="2207694" h="2207694">
                <a:moveTo>
                  <a:pt x="1240201" y="2198410"/>
                </a:moveTo>
                <a:cubicBezTo>
                  <a:pt x="1195601" y="2204855"/>
                  <a:pt x="1150057" y="2207694"/>
                  <a:pt x="1103851" y="2207694"/>
                </a:cubicBezTo>
                <a:close/>
                <a:moveTo>
                  <a:pt x="1396176" y="2167304"/>
                </a:moveTo>
                <a:cubicBezTo>
                  <a:pt x="1355911" y="2179613"/>
                  <a:pt x="1314389" y="2188486"/>
                  <a:pt x="1271865" y="2193577"/>
                </a:cubicBezTo>
                <a:close/>
                <a:moveTo>
                  <a:pt x="7872" y="976750"/>
                </a:moveTo>
                <a:lnTo>
                  <a:pt x="1" y="1103847"/>
                </a:lnTo>
                <a:cubicBezTo>
                  <a:pt x="1" y="1713485"/>
                  <a:pt x="494210" y="2207694"/>
                  <a:pt x="1103848" y="2207694"/>
                </a:cubicBezTo>
                <a:cubicBezTo>
                  <a:pt x="494209" y="2207694"/>
                  <a:pt x="0" y="1713485"/>
                  <a:pt x="0" y="1103847"/>
                </a:cubicBezTo>
                <a:cubicBezTo>
                  <a:pt x="0" y="1060839"/>
                  <a:pt x="2460" y="1018405"/>
                  <a:pt x="7872" y="976750"/>
                </a:cubicBezTo>
                <a:close/>
                <a:moveTo>
                  <a:pt x="1103847" y="0"/>
                </a:moveTo>
                <a:cubicBezTo>
                  <a:pt x="1713485" y="0"/>
                  <a:pt x="2207694" y="494209"/>
                  <a:pt x="2207694" y="1103847"/>
                </a:cubicBezTo>
                <a:cubicBezTo>
                  <a:pt x="2207694" y="1612162"/>
                  <a:pt x="1864110" y="2040229"/>
                  <a:pt x="1396188" y="2167301"/>
                </a:cubicBezTo>
                <a:cubicBezTo>
                  <a:pt x="1418536" y="2082435"/>
                  <a:pt x="1429716" y="1993353"/>
                  <a:pt x="1429716" y="1901660"/>
                </a:cubicBezTo>
                <a:cubicBezTo>
                  <a:pt x="1429716" y="1292022"/>
                  <a:pt x="935507" y="797813"/>
                  <a:pt x="325869" y="797813"/>
                </a:cubicBezTo>
                <a:cubicBezTo>
                  <a:pt x="224547" y="797813"/>
                  <a:pt x="126413" y="811464"/>
                  <a:pt x="33529" y="838206"/>
                </a:cubicBezTo>
                <a:cubicBezTo>
                  <a:pt x="23934" y="874644"/>
                  <a:pt x="16397" y="911859"/>
                  <a:pt x="11973" y="949877"/>
                </a:cubicBezTo>
                <a:cubicBezTo>
                  <a:pt x="85667" y="413031"/>
                  <a:pt x="546523" y="0"/>
                  <a:pt x="1103847" y="0"/>
                </a:cubicBezTo>
                <a:close/>
              </a:path>
            </a:pathLst>
          </a:custGeom>
          <a:gradFill>
            <a:gsLst>
              <a:gs pos="0">
                <a:srgbClr val="F28F00"/>
              </a:gs>
              <a:gs pos="98000">
                <a:srgbClr val="E60C12"/>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 name="椭圆 161"/>
          <p:cNvSpPr/>
          <p:nvPr/>
        </p:nvSpPr>
        <p:spPr bwMode="auto">
          <a:xfrm rot="2700000">
            <a:off x="4242206" y="1989764"/>
            <a:ext cx="2469618" cy="2471730"/>
          </a:xfrm>
          <a:custGeom>
            <a:avLst/>
            <a:gdLst/>
            <a:ahLst/>
            <a:cxnLst/>
            <a:rect l="l" t="t" r="r" b="b"/>
            <a:pathLst>
              <a:path w="2207690" h="2207691">
                <a:moveTo>
                  <a:pt x="967503" y="2198411"/>
                </a:moveTo>
                <a:lnTo>
                  <a:pt x="1103795" y="2207691"/>
                </a:lnTo>
                <a:cubicBezTo>
                  <a:pt x="1057608" y="2207692"/>
                  <a:pt x="1012085" y="2204853"/>
                  <a:pt x="967503" y="2198411"/>
                </a:cubicBezTo>
                <a:close/>
                <a:moveTo>
                  <a:pt x="811529" y="2167307"/>
                </a:moveTo>
                <a:lnTo>
                  <a:pt x="935821" y="2193576"/>
                </a:lnTo>
                <a:cubicBezTo>
                  <a:pt x="893304" y="2188486"/>
                  <a:pt x="851788" y="2179614"/>
                  <a:pt x="811529" y="2167307"/>
                </a:cubicBezTo>
                <a:close/>
                <a:moveTo>
                  <a:pt x="2199826" y="976772"/>
                </a:moveTo>
                <a:cubicBezTo>
                  <a:pt x="2205232" y="1018393"/>
                  <a:pt x="2207691" y="1060793"/>
                  <a:pt x="2207690" y="1103766"/>
                </a:cubicBezTo>
                <a:close/>
                <a:moveTo>
                  <a:pt x="2174170" y="838223"/>
                </a:moveTo>
                <a:cubicBezTo>
                  <a:pt x="2184491" y="874470"/>
                  <a:pt x="2191713" y="911752"/>
                  <a:pt x="2195714" y="949832"/>
                </a:cubicBezTo>
                <a:close/>
                <a:moveTo>
                  <a:pt x="1103847" y="0"/>
                </a:moveTo>
                <a:cubicBezTo>
                  <a:pt x="1621792" y="0"/>
                  <a:pt x="2056420" y="356726"/>
                  <a:pt x="2174166" y="838207"/>
                </a:cubicBezTo>
                <a:cubicBezTo>
                  <a:pt x="2081282" y="811466"/>
                  <a:pt x="1983150" y="797814"/>
                  <a:pt x="1881827" y="797814"/>
                </a:cubicBezTo>
                <a:cubicBezTo>
                  <a:pt x="1272189" y="797814"/>
                  <a:pt x="777980" y="1292023"/>
                  <a:pt x="777980" y="1901661"/>
                </a:cubicBezTo>
                <a:cubicBezTo>
                  <a:pt x="777980" y="1993354"/>
                  <a:pt x="789160" y="2082435"/>
                  <a:pt x="811508" y="2167301"/>
                </a:cubicBezTo>
                <a:cubicBezTo>
                  <a:pt x="343585" y="2040230"/>
                  <a:pt x="0" y="1612163"/>
                  <a:pt x="0" y="1103847"/>
                </a:cubicBezTo>
                <a:cubicBezTo>
                  <a:pt x="0" y="494209"/>
                  <a:pt x="494209" y="0"/>
                  <a:pt x="1103847" y="0"/>
                </a:cubicBezTo>
                <a:close/>
              </a:path>
            </a:pathLst>
          </a:custGeom>
          <a:gradFill>
            <a:gsLst>
              <a:gs pos="0">
                <a:srgbClr val="E0E200"/>
              </a:gs>
              <a:gs pos="84000">
                <a:srgbClr val="94C11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椭圆 162"/>
          <p:cNvSpPr/>
          <p:nvPr/>
        </p:nvSpPr>
        <p:spPr bwMode="auto">
          <a:xfrm rot="2700000">
            <a:off x="5478071" y="3225630"/>
            <a:ext cx="2469617" cy="2471730"/>
          </a:xfrm>
          <a:custGeom>
            <a:avLst/>
            <a:gdLst/>
            <a:ahLst/>
            <a:cxnLst/>
            <a:rect l="l" t="t" r="r" b="b"/>
            <a:pathLst>
              <a:path w="2207694" h="2207694">
                <a:moveTo>
                  <a:pt x="1269814" y="13804"/>
                </a:moveTo>
                <a:cubicBezTo>
                  <a:pt x="1800820" y="92567"/>
                  <a:pt x="2207694" y="550692"/>
                  <a:pt x="2207694" y="1103847"/>
                </a:cubicBezTo>
                <a:cubicBezTo>
                  <a:pt x="2207694" y="1713485"/>
                  <a:pt x="1713485" y="2207694"/>
                  <a:pt x="1103847" y="2207694"/>
                </a:cubicBezTo>
                <a:cubicBezTo>
                  <a:pt x="546709" y="2207694"/>
                  <a:pt x="85975" y="1794939"/>
                  <a:pt x="12055" y="1258354"/>
                </a:cubicBezTo>
                <a:lnTo>
                  <a:pt x="33789" y="1370498"/>
                </a:lnTo>
                <a:cubicBezTo>
                  <a:pt x="125494" y="1396610"/>
                  <a:pt x="222299" y="1409882"/>
                  <a:pt x="322205" y="1409882"/>
                </a:cubicBezTo>
                <a:cubicBezTo>
                  <a:pt x="931843" y="1409882"/>
                  <a:pt x="1426052" y="915673"/>
                  <a:pt x="1426052" y="306035"/>
                </a:cubicBezTo>
                <a:cubicBezTo>
                  <a:pt x="1426052" y="213979"/>
                  <a:pt x="1414784" y="124554"/>
                  <a:pt x="1392265" y="39385"/>
                </a:cubicBezTo>
                <a:cubicBezTo>
                  <a:pt x="1352416" y="28038"/>
                  <a:pt x="1311604" y="19116"/>
                  <a:pt x="1269814" y="13804"/>
                </a:cubicBezTo>
                <a:close/>
                <a:moveTo>
                  <a:pt x="1103847" y="0"/>
                </a:moveTo>
                <a:cubicBezTo>
                  <a:pt x="1149577" y="0"/>
                  <a:pt x="1194657" y="2781"/>
                  <a:pt x="1238818" y="9073"/>
                </a:cubicBezTo>
                <a:lnTo>
                  <a:pt x="1103848" y="1"/>
                </a:lnTo>
                <a:cubicBezTo>
                  <a:pt x="494210" y="1"/>
                  <a:pt x="1" y="494210"/>
                  <a:pt x="1" y="1103848"/>
                </a:cubicBezTo>
                <a:cubicBezTo>
                  <a:pt x="1" y="1146981"/>
                  <a:pt x="2475" y="1189536"/>
                  <a:pt x="7924" y="1231287"/>
                </a:cubicBezTo>
                <a:cubicBezTo>
                  <a:pt x="2473" y="1189523"/>
                  <a:pt x="0" y="1146974"/>
                  <a:pt x="0" y="1103847"/>
                </a:cubicBezTo>
                <a:cubicBezTo>
                  <a:pt x="0" y="494209"/>
                  <a:pt x="494209" y="0"/>
                  <a:pt x="1103847" y="0"/>
                </a:cubicBezTo>
                <a:close/>
              </a:path>
            </a:pathLst>
          </a:custGeom>
          <a:gradFill>
            <a:gsLst>
              <a:gs pos="0">
                <a:srgbClr val="86C1A8"/>
              </a:gs>
              <a:gs pos="74000">
                <a:srgbClr val="0080C8"/>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椭圆 163"/>
          <p:cNvSpPr/>
          <p:nvPr/>
        </p:nvSpPr>
        <p:spPr bwMode="auto">
          <a:xfrm rot="2700000">
            <a:off x="4226361" y="3239362"/>
            <a:ext cx="2469617" cy="2469618"/>
          </a:xfrm>
          <a:custGeom>
            <a:avLst/>
            <a:gdLst/>
            <a:ahLst/>
            <a:cxnLst/>
            <a:rect l="l" t="t" r="r" b="b"/>
            <a:pathLst>
              <a:path w="2207690" h="2207692">
                <a:moveTo>
                  <a:pt x="2195631" y="1258405"/>
                </a:moveTo>
                <a:cubicBezTo>
                  <a:pt x="2191595" y="1296645"/>
                  <a:pt x="2184315" y="1334081"/>
                  <a:pt x="2173913" y="1370472"/>
                </a:cubicBezTo>
                <a:close/>
                <a:moveTo>
                  <a:pt x="2207690" y="1103924"/>
                </a:moveTo>
                <a:cubicBezTo>
                  <a:pt x="2207691" y="1147015"/>
                  <a:pt x="2205219" y="1189529"/>
                  <a:pt x="2199774" y="1231259"/>
                </a:cubicBezTo>
                <a:close/>
                <a:moveTo>
                  <a:pt x="815432" y="39382"/>
                </a:moveTo>
                <a:cubicBezTo>
                  <a:pt x="792913" y="124550"/>
                  <a:pt x="781644" y="213975"/>
                  <a:pt x="781644" y="306031"/>
                </a:cubicBezTo>
                <a:cubicBezTo>
                  <a:pt x="781644" y="915669"/>
                  <a:pt x="1275853" y="1409878"/>
                  <a:pt x="1885491" y="1409878"/>
                </a:cubicBezTo>
                <a:cubicBezTo>
                  <a:pt x="1985397" y="1409878"/>
                  <a:pt x="2082202" y="1396606"/>
                  <a:pt x="2173907" y="1370494"/>
                </a:cubicBezTo>
                <a:cubicBezTo>
                  <a:pt x="2055810" y="1851467"/>
                  <a:pt x="1621429" y="2207692"/>
                  <a:pt x="1103847" y="2207692"/>
                </a:cubicBezTo>
                <a:cubicBezTo>
                  <a:pt x="494209" y="2207692"/>
                  <a:pt x="0" y="1713483"/>
                  <a:pt x="0" y="1103845"/>
                </a:cubicBezTo>
                <a:cubicBezTo>
                  <a:pt x="0" y="594112"/>
                  <a:pt x="345503" y="165076"/>
                  <a:pt x="815432" y="39382"/>
                </a:cubicBezTo>
                <a:close/>
                <a:moveTo>
                  <a:pt x="937859" y="13805"/>
                </a:moveTo>
                <a:lnTo>
                  <a:pt x="815433" y="39382"/>
                </a:lnTo>
                <a:cubicBezTo>
                  <a:pt x="855095" y="27337"/>
                  <a:pt x="895991" y="18718"/>
                  <a:pt x="937859" y="13805"/>
                </a:cubicBezTo>
                <a:close/>
                <a:moveTo>
                  <a:pt x="1103792" y="1"/>
                </a:moveTo>
                <a:lnTo>
                  <a:pt x="968896" y="9068"/>
                </a:lnTo>
                <a:cubicBezTo>
                  <a:pt x="1013034" y="2780"/>
                  <a:pt x="1058088" y="0"/>
                  <a:pt x="1103792" y="1"/>
                </a:cubicBezTo>
                <a:close/>
              </a:path>
            </a:pathLst>
          </a:custGeom>
          <a:gradFill>
            <a:gsLst>
              <a:gs pos="0">
                <a:srgbClr val="9F73B0"/>
              </a:gs>
              <a:gs pos="100000">
                <a:srgbClr val="253C9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椭圆 6"/>
          <p:cNvSpPr/>
          <p:nvPr/>
        </p:nvSpPr>
        <p:spPr>
          <a:xfrm>
            <a:off x="5058721" y="2814730"/>
            <a:ext cx="2059776" cy="2059776"/>
          </a:xfrm>
          <a:prstGeom prst="ellipse">
            <a:avLst/>
          </a:prstGeom>
          <a:gradFill flip="none" rotWithShape="1">
            <a:gsLst>
              <a:gs pos="100000">
                <a:srgbClr val="FFFFFF"/>
              </a:gs>
              <a:gs pos="0">
                <a:srgbClr val="D9DEDF"/>
              </a:gs>
            </a:gsLst>
            <a:lin ang="2700000" scaled="0"/>
            <a:tileRect/>
          </a:gradFill>
          <a:ln w="57150">
            <a:gradFill flip="none" rotWithShape="1">
              <a:gsLst>
                <a:gs pos="0">
                  <a:srgbClr val="FFFFFF"/>
                </a:gs>
                <a:gs pos="100000">
                  <a:srgbClr val="D9D9DA"/>
                </a:gs>
              </a:gsLst>
              <a:lin ang="2700000" scaled="0"/>
              <a:tileRect/>
            </a:gradFill>
          </a:ln>
          <a:effectLst>
            <a:outerShdw blurRad="279400" dist="76200" dir="2700000" sx="101000" sy="101000" algn="tl"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文本框 8"/>
          <p:cNvSpPr txBox="1"/>
          <p:nvPr/>
        </p:nvSpPr>
        <p:spPr>
          <a:xfrm>
            <a:off x="5253879" y="3784351"/>
            <a:ext cx="1669461"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p:txBody>
      </p:sp>
      <p:sp>
        <p:nvSpPr>
          <p:cNvPr id="10" name="Rectangle 58"/>
          <p:cNvSpPr/>
          <p:nvPr/>
        </p:nvSpPr>
        <p:spPr>
          <a:xfrm>
            <a:off x="5359166" y="4204619"/>
            <a:ext cx="1458887"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添加内容</a:t>
            </a:r>
          </a:p>
        </p:txBody>
      </p:sp>
      <p:sp>
        <p:nvSpPr>
          <p:cNvPr id="11" name="文本框 10"/>
          <p:cNvSpPr txBox="1"/>
          <p:nvPr/>
        </p:nvSpPr>
        <p:spPr>
          <a:xfrm>
            <a:off x="8147543" y="4372814"/>
            <a:ext cx="2856518" cy="830997"/>
          </a:xfrm>
          <a:prstGeom prst="rect">
            <a:avLst/>
          </a:prstGeom>
          <a:noFill/>
        </p:spPr>
        <p:txBody>
          <a:bodyPr wrap="square" rtlCol="0">
            <a:spAutoFit/>
          </a:bodyPr>
          <a:lstStyle/>
          <a:p>
            <a:pPr>
              <a:lnSpc>
                <a:spcPct val="120000"/>
              </a:lnSpc>
            </a:pPr>
            <a:r>
              <a:rPr lang="zh-CN" altLang="en-US" sz="2400" b="1" dirty="0">
                <a:solidFill>
                  <a:srgbClr val="007BC6"/>
                </a:solidFill>
              </a:rPr>
              <a:t>添加标题</a:t>
            </a:r>
            <a:endParaRPr lang="en-US" altLang="zh-CN" sz="2400" b="1" dirty="0">
              <a:solidFill>
                <a:srgbClr val="007BC6"/>
              </a:solidFill>
            </a:endParaRPr>
          </a:p>
          <a:p>
            <a:pPr>
              <a:lnSpc>
                <a:spcPct val="120000"/>
              </a:lnSpc>
            </a:pPr>
            <a:r>
              <a:rPr lang="zh-CN" altLang="en-US" sz="1600" dirty="0">
                <a:solidFill>
                  <a:schemeClr val="tx1">
                    <a:lumMod val="65000"/>
                    <a:lumOff val="35000"/>
                  </a:schemeClr>
                </a:solidFill>
              </a:rPr>
              <a:t>添加内容添加内容</a:t>
            </a:r>
          </a:p>
        </p:txBody>
      </p:sp>
      <p:sp>
        <p:nvSpPr>
          <p:cNvPr id="12" name="文本框 11"/>
          <p:cNvSpPr txBox="1"/>
          <p:nvPr/>
        </p:nvSpPr>
        <p:spPr>
          <a:xfrm>
            <a:off x="8120556" y="2608297"/>
            <a:ext cx="2856518" cy="830997"/>
          </a:xfrm>
          <a:prstGeom prst="rect">
            <a:avLst/>
          </a:prstGeom>
          <a:noFill/>
        </p:spPr>
        <p:txBody>
          <a:bodyPr wrap="square" rtlCol="0">
            <a:spAutoFit/>
          </a:bodyPr>
          <a:lstStyle/>
          <a:p>
            <a:pPr>
              <a:lnSpc>
                <a:spcPct val="120000"/>
              </a:lnSpc>
            </a:pPr>
            <a:r>
              <a:rPr lang="zh-CN" altLang="en-US" sz="2400" b="1" dirty="0">
                <a:solidFill>
                  <a:srgbClr val="FF8900"/>
                </a:solidFill>
              </a:rPr>
              <a:t>添加标题</a:t>
            </a:r>
            <a:endParaRPr lang="en-US" altLang="zh-CN" sz="2400" b="1" dirty="0">
              <a:solidFill>
                <a:srgbClr val="FF8900"/>
              </a:solidFill>
            </a:endParaRPr>
          </a:p>
          <a:p>
            <a:pPr>
              <a:lnSpc>
                <a:spcPct val="120000"/>
              </a:lnSpc>
            </a:pPr>
            <a:r>
              <a:rPr lang="zh-CN" altLang="en-US" sz="1600" dirty="0">
                <a:solidFill>
                  <a:schemeClr val="tx1">
                    <a:lumMod val="65000"/>
                    <a:lumOff val="35000"/>
                  </a:schemeClr>
                </a:solidFill>
              </a:rPr>
              <a:t>添加内容添加内容</a:t>
            </a:r>
          </a:p>
        </p:txBody>
      </p:sp>
      <p:sp>
        <p:nvSpPr>
          <p:cNvPr id="13" name="文本框 12"/>
          <p:cNvSpPr txBox="1"/>
          <p:nvPr/>
        </p:nvSpPr>
        <p:spPr>
          <a:xfrm>
            <a:off x="1187093" y="2608298"/>
            <a:ext cx="2856518" cy="830997"/>
          </a:xfrm>
          <a:prstGeom prst="rect">
            <a:avLst/>
          </a:prstGeom>
          <a:noFill/>
        </p:spPr>
        <p:txBody>
          <a:bodyPr wrap="square" rtlCol="0">
            <a:spAutoFit/>
          </a:bodyPr>
          <a:lstStyle/>
          <a:p>
            <a:pPr algn="r">
              <a:lnSpc>
                <a:spcPct val="120000"/>
              </a:lnSpc>
            </a:pPr>
            <a:r>
              <a:rPr lang="zh-CN" altLang="en-US" sz="2400" b="1" dirty="0">
                <a:solidFill>
                  <a:srgbClr val="9FC628"/>
                </a:solidFill>
              </a:rPr>
              <a:t>添加标题</a:t>
            </a:r>
            <a:endParaRPr lang="en-US" altLang="zh-CN" sz="2400" b="1" dirty="0">
              <a:solidFill>
                <a:srgbClr val="9FC628"/>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4" name="文本框 13"/>
          <p:cNvSpPr txBox="1"/>
          <p:nvPr/>
        </p:nvSpPr>
        <p:spPr>
          <a:xfrm>
            <a:off x="1155156" y="4372815"/>
            <a:ext cx="2856518" cy="830997"/>
          </a:xfrm>
          <a:prstGeom prst="rect">
            <a:avLst/>
          </a:prstGeom>
          <a:noFill/>
        </p:spPr>
        <p:txBody>
          <a:bodyPr wrap="square" rtlCol="0">
            <a:spAutoFit/>
          </a:bodyPr>
          <a:lstStyle/>
          <a:p>
            <a:pPr algn="r">
              <a:lnSpc>
                <a:spcPct val="120000"/>
              </a:lnSpc>
            </a:pPr>
            <a:r>
              <a:rPr lang="zh-CN" altLang="en-US" sz="2400" b="1" dirty="0">
                <a:solidFill>
                  <a:srgbClr val="6D5DA5"/>
                </a:solidFill>
              </a:rPr>
              <a:t>添加标题</a:t>
            </a:r>
            <a:endParaRPr lang="en-US" altLang="zh-CN" sz="2400" b="1" dirty="0">
              <a:solidFill>
                <a:srgbClr val="6D5DA5"/>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5" name="矩形 39"/>
          <p:cNvSpPr/>
          <p:nvPr/>
        </p:nvSpPr>
        <p:spPr>
          <a:xfrm>
            <a:off x="0" y="203088"/>
            <a:ext cx="2492990" cy="523220"/>
          </a:xfrm>
          <a:prstGeom prst="rect">
            <a:avLst/>
          </a:prstGeom>
          <a:noFill/>
        </p:spPr>
        <p:txBody>
          <a:bodyPr wrap="none" rtlCol="0">
            <a:spAutoFit/>
          </a:bodyPr>
          <a:lstStyle/>
          <a:p>
            <a:r>
              <a:rPr lang="zh-CN" altLang="en-US" sz="2800" b="1" dirty="0">
                <a:solidFill>
                  <a:schemeClr val="tx1">
                    <a:lumMod val="65000"/>
                    <a:lumOff val="35000"/>
                  </a:schemeClr>
                </a:solidFill>
              </a:rPr>
              <a:t>四项循环</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并列</a:t>
            </a:r>
            <a:endParaRPr lang="zh-CN" altLang="zh-CN" sz="2800" b="1" dirty="0">
              <a:solidFill>
                <a:schemeClr val="tx1">
                  <a:lumMod val="65000"/>
                  <a:lumOff val="35000"/>
                </a:schemeClr>
              </a:solidFill>
            </a:endParaRPr>
          </a:p>
        </p:txBody>
      </p:sp>
      <p:sp>
        <p:nvSpPr>
          <p:cNvPr id="20" name="文本框 19"/>
          <p:cNvSpPr txBox="1"/>
          <p:nvPr/>
        </p:nvSpPr>
        <p:spPr>
          <a:xfrm>
            <a:off x="6929712" y="4488415"/>
            <a:ext cx="676788" cy="923330"/>
          </a:xfrm>
          <a:prstGeom prst="rect">
            <a:avLst/>
          </a:prstGeom>
          <a:noFill/>
        </p:spPr>
        <p:txBody>
          <a:bodyPr wrap="none" rtlCol="0">
            <a:spAutoFit/>
          </a:bodyPr>
          <a:lstStyle/>
          <a:p>
            <a:pPr algn="ctr"/>
            <a:r>
              <a:rPr lang="en-US" altLang="zh-CN" dirty="0">
                <a:solidFill>
                  <a:schemeClr val="bg1"/>
                </a:solidFill>
              </a:rPr>
              <a:t>STEP</a:t>
            </a:r>
          </a:p>
          <a:p>
            <a:pPr algn="ctr"/>
            <a:r>
              <a:rPr lang="en-US" altLang="zh-CN" sz="3600" dirty="0">
                <a:solidFill>
                  <a:schemeClr val="bg1"/>
                </a:solidFill>
                <a:latin typeface="Impact" panose="020B0806030902050204" pitchFamily="34" charset="0"/>
              </a:rPr>
              <a:t>03</a:t>
            </a:r>
            <a:endParaRPr lang="zh-CN" altLang="en-US" sz="3600" dirty="0">
              <a:solidFill>
                <a:schemeClr val="bg1"/>
              </a:solidFill>
              <a:latin typeface="Impact" panose="020B0806030902050204" pitchFamily="34" charset="0"/>
            </a:endParaRPr>
          </a:p>
        </p:txBody>
      </p:sp>
      <p:sp>
        <p:nvSpPr>
          <p:cNvPr id="21" name="文本框 20"/>
          <p:cNvSpPr txBox="1"/>
          <p:nvPr/>
        </p:nvSpPr>
        <p:spPr>
          <a:xfrm>
            <a:off x="4541739" y="4488415"/>
            <a:ext cx="662361" cy="923330"/>
          </a:xfrm>
          <a:prstGeom prst="rect">
            <a:avLst/>
          </a:prstGeom>
          <a:noFill/>
        </p:spPr>
        <p:txBody>
          <a:bodyPr wrap="none" rtlCol="0">
            <a:spAutoFit/>
          </a:bodyPr>
          <a:lstStyle/>
          <a:p>
            <a:pPr algn="ctr"/>
            <a:r>
              <a:rPr lang="en-US" altLang="zh-CN" dirty="0">
                <a:solidFill>
                  <a:schemeClr val="bg1"/>
                </a:solidFill>
              </a:rPr>
              <a:t>STEP</a:t>
            </a:r>
          </a:p>
          <a:p>
            <a:pPr algn="ctr"/>
            <a:r>
              <a:rPr lang="en-US" altLang="zh-CN" sz="3600" dirty="0">
                <a:solidFill>
                  <a:schemeClr val="bg1"/>
                </a:solidFill>
                <a:latin typeface="Impact" panose="020B0806030902050204" pitchFamily="34" charset="0"/>
              </a:rPr>
              <a:t>04</a:t>
            </a:r>
            <a:endParaRPr lang="zh-CN" altLang="en-US" sz="3600" dirty="0">
              <a:solidFill>
                <a:schemeClr val="bg1"/>
              </a:solidFill>
              <a:latin typeface="Impact" panose="020B0806030902050204" pitchFamily="34" charset="0"/>
            </a:endParaRPr>
          </a:p>
        </p:txBody>
      </p:sp>
      <p:sp>
        <p:nvSpPr>
          <p:cNvPr id="22" name="文本框 21"/>
          <p:cNvSpPr txBox="1"/>
          <p:nvPr/>
        </p:nvSpPr>
        <p:spPr>
          <a:xfrm>
            <a:off x="6936124" y="2375645"/>
            <a:ext cx="663964" cy="923330"/>
          </a:xfrm>
          <a:prstGeom prst="rect">
            <a:avLst/>
          </a:prstGeom>
          <a:noFill/>
        </p:spPr>
        <p:txBody>
          <a:bodyPr wrap="none" rtlCol="0">
            <a:spAutoFit/>
          </a:bodyPr>
          <a:lstStyle/>
          <a:p>
            <a:pPr algn="ctr"/>
            <a:r>
              <a:rPr lang="en-US" altLang="zh-CN" dirty="0">
                <a:solidFill>
                  <a:schemeClr val="bg1"/>
                </a:solidFill>
              </a:rPr>
              <a:t>STEP</a:t>
            </a:r>
          </a:p>
          <a:p>
            <a:pPr algn="ctr"/>
            <a:r>
              <a:rPr lang="en-US" altLang="zh-CN" sz="3600" dirty="0">
                <a:solidFill>
                  <a:schemeClr val="bg1"/>
                </a:solidFill>
                <a:latin typeface="Impact" panose="020B0806030902050204" pitchFamily="34" charset="0"/>
              </a:rPr>
              <a:t>02</a:t>
            </a:r>
            <a:endParaRPr lang="zh-CN" altLang="en-US" sz="3600" dirty="0">
              <a:solidFill>
                <a:schemeClr val="bg1"/>
              </a:solidFill>
              <a:latin typeface="Impact" panose="020B0806030902050204" pitchFamily="34" charset="0"/>
            </a:endParaRPr>
          </a:p>
        </p:txBody>
      </p:sp>
      <p:sp>
        <p:nvSpPr>
          <p:cNvPr id="23" name="文本框 22"/>
          <p:cNvSpPr txBox="1"/>
          <p:nvPr/>
        </p:nvSpPr>
        <p:spPr>
          <a:xfrm>
            <a:off x="4556968" y="2375645"/>
            <a:ext cx="631903" cy="923330"/>
          </a:xfrm>
          <a:prstGeom prst="rect">
            <a:avLst/>
          </a:prstGeom>
          <a:noFill/>
        </p:spPr>
        <p:txBody>
          <a:bodyPr wrap="none" rtlCol="0">
            <a:spAutoFit/>
          </a:bodyPr>
          <a:lstStyle/>
          <a:p>
            <a:pPr algn="ctr"/>
            <a:r>
              <a:rPr lang="en-US" altLang="zh-CN" dirty="0">
                <a:solidFill>
                  <a:schemeClr val="bg1"/>
                </a:solidFill>
              </a:rPr>
              <a:t>STEP</a:t>
            </a:r>
          </a:p>
          <a:p>
            <a:pPr algn="ctr"/>
            <a:r>
              <a:rPr lang="en-US" altLang="zh-CN" sz="3600" dirty="0">
                <a:solidFill>
                  <a:schemeClr val="bg1"/>
                </a:solidFill>
                <a:latin typeface="Impact" panose="020B0806030902050204" pitchFamily="34" charset="0"/>
              </a:rPr>
              <a:t>01</a:t>
            </a:r>
            <a:endParaRPr lang="zh-CN" altLang="en-US" sz="3600" dirty="0">
              <a:solidFill>
                <a:schemeClr val="bg1"/>
              </a:solidFill>
              <a:latin typeface="Impact" panose="020B0806030902050204" pitchFamily="34" charset="0"/>
            </a:endParaRPr>
          </a:p>
        </p:txBody>
      </p:sp>
      <p:sp>
        <p:nvSpPr>
          <p:cNvPr id="24" name="文本框 23"/>
          <p:cNvSpPr txBox="1"/>
          <p:nvPr/>
        </p:nvSpPr>
        <p:spPr>
          <a:xfrm>
            <a:off x="4139317" y="1058393"/>
            <a:ext cx="3913366"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25" name="Rectangle 58"/>
          <p:cNvSpPr/>
          <p:nvPr/>
        </p:nvSpPr>
        <p:spPr>
          <a:xfrm>
            <a:off x="3614043" y="1478661"/>
            <a:ext cx="4963915"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单击此处添加副标题</a:t>
            </a:r>
          </a:p>
        </p:txBody>
      </p:sp>
      <p:sp>
        <p:nvSpPr>
          <p:cNvPr id="26" name="矩形 25"/>
          <p:cNvSpPr/>
          <p:nvPr/>
        </p:nvSpPr>
        <p:spPr>
          <a:xfrm>
            <a:off x="1120462" y="5951740"/>
            <a:ext cx="9982915" cy="412421"/>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添加内容添加内容添加内容添加内容添加内容添加内容添加内容添加内容添加内容添加内容添加内容</a:t>
            </a:r>
          </a:p>
        </p:txBody>
      </p:sp>
      <p:grpSp>
        <p:nvGrpSpPr>
          <p:cNvPr id="2" name="组合 1"/>
          <p:cNvGrpSpPr/>
          <p:nvPr/>
        </p:nvGrpSpPr>
        <p:grpSpPr>
          <a:xfrm>
            <a:off x="5624742" y="3077416"/>
            <a:ext cx="875500" cy="739054"/>
            <a:chOff x="575175" y="3025198"/>
            <a:chExt cx="875500" cy="739054"/>
          </a:xfrm>
          <a:solidFill>
            <a:schemeClr val="tx1">
              <a:lumMod val="50000"/>
              <a:lumOff val="50000"/>
            </a:schemeClr>
          </a:solidFill>
        </p:grpSpPr>
        <p:sp>
          <p:nvSpPr>
            <p:cNvPr id="27" name="Freeform 54"/>
            <p:cNvSpPr>
              <a:spLocks noEditPoints="1"/>
            </p:cNvSpPr>
            <p:nvPr/>
          </p:nvSpPr>
          <p:spPr bwMode="auto">
            <a:xfrm>
              <a:off x="575175" y="3226375"/>
              <a:ext cx="537877" cy="537877"/>
            </a:xfrm>
            <a:custGeom>
              <a:avLst/>
              <a:gdLst>
                <a:gd name="T0" fmla="*/ 56 w 112"/>
                <a:gd name="T1" fmla="*/ 8 h 112"/>
                <a:gd name="T2" fmla="*/ 61 w 112"/>
                <a:gd name="T3" fmla="*/ 8 h 112"/>
                <a:gd name="T4" fmla="*/ 64 w 112"/>
                <a:gd name="T5" fmla="*/ 0 h 112"/>
                <a:gd name="T6" fmla="*/ 81 w 112"/>
                <a:gd name="T7" fmla="*/ 5 h 112"/>
                <a:gd name="T8" fmla="*/ 78 w 112"/>
                <a:gd name="T9" fmla="*/ 13 h 112"/>
                <a:gd name="T10" fmla="*/ 94 w 112"/>
                <a:gd name="T11" fmla="*/ 26 h 112"/>
                <a:gd name="T12" fmla="*/ 101 w 112"/>
                <a:gd name="T13" fmla="*/ 22 h 112"/>
                <a:gd name="T14" fmla="*/ 109 w 112"/>
                <a:gd name="T15" fmla="*/ 37 h 112"/>
                <a:gd name="T16" fmla="*/ 102 w 112"/>
                <a:gd name="T17" fmla="*/ 41 h 112"/>
                <a:gd name="T18" fmla="*/ 104 w 112"/>
                <a:gd name="T19" fmla="*/ 61 h 112"/>
                <a:gd name="T20" fmla="*/ 112 w 112"/>
                <a:gd name="T21" fmla="*/ 64 h 112"/>
                <a:gd name="T22" fmla="*/ 107 w 112"/>
                <a:gd name="T23" fmla="*/ 81 h 112"/>
                <a:gd name="T24" fmla="*/ 99 w 112"/>
                <a:gd name="T25" fmla="*/ 78 h 112"/>
                <a:gd name="T26" fmla="*/ 86 w 112"/>
                <a:gd name="T27" fmla="*/ 94 h 112"/>
                <a:gd name="T28" fmla="*/ 90 w 112"/>
                <a:gd name="T29" fmla="*/ 101 h 112"/>
                <a:gd name="T30" fmla="*/ 74 w 112"/>
                <a:gd name="T31" fmla="*/ 110 h 112"/>
                <a:gd name="T32" fmla="*/ 70 w 112"/>
                <a:gd name="T33" fmla="*/ 102 h 112"/>
                <a:gd name="T34" fmla="*/ 56 w 112"/>
                <a:gd name="T35" fmla="*/ 105 h 112"/>
                <a:gd name="T36" fmla="*/ 56 w 112"/>
                <a:gd name="T37" fmla="*/ 92 h 112"/>
                <a:gd name="T38" fmla="*/ 90 w 112"/>
                <a:gd name="T39" fmla="*/ 66 h 112"/>
                <a:gd name="T40" fmla="*/ 66 w 112"/>
                <a:gd name="T41" fmla="*/ 22 h 112"/>
                <a:gd name="T42" fmla="*/ 56 w 112"/>
                <a:gd name="T43" fmla="*/ 20 h 112"/>
                <a:gd name="T44" fmla="*/ 56 w 112"/>
                <a:gd name="T45" fmla="*/ 8 h 112"/>
                <a:gd name="T46" fmla="*/ 25 w 112"/>
                <a:gd name="T47" fmla="*/ 18 h 112"/>
                <a:gd name="T48" fmla="*/ 22 w 112"/>
                <a:gd name="T49" fmla="*/ 11 h 112"/>
                <a:gd name="T50" fmla="*/ 37 w 112"/>
                <a:gd name="T51" fmla="*/ 2 h 112"/>
                <a:gd name="T52" fmla="*/ 41 w 112"/>
                <a:gd name="T53" fmla="*/ 10 h 112"/>
                <a:gd name="T54" fmla="*/ 56 w 112"/>
                <a:gd name="T55" fmla="*/ 8 h 112"/>
                <a:gd name="T56" fmla="*/ 56 w 112"/>
                <a:gd name="T57" fmla="*/ 20 h 112"/>
                <a:gd name="T58" fmla="*/ 21 w 112"/>
                <a:gd name="T59" fmla="*/ 46 h 112"/>
                <a:gd name="T60" fmla="*/ 45 w 112"/>
                <a:gd name="T61" fmla="*/ 90 h 112"/>
                <a:gd name="T62" fmla="*/ 56 w 112"/>
                <a:gd name="T63" fmla="*/ 92 h 112"/>
                <a:gd name="T64" fmla="*/ 56 w 112"/>
                <a:gd name="T65" fmla="*/ 105 h 112"/>
                <a:gd name="T66" fmla="*/ 50 w 112"/>
                <a:gd name="T67" fmla="*/ 104 h 112"/>
                <a:gd name="T68" fmla="*/ 48 w 112"/>
                <a:gd name="T69" fmla="*/ 112 h 112"/>
                <a:gd name="T70" fmla="*/ 31 w 112"/>
                <a:gd name="T71" fmla="*/ 107 h 112"/>
                <a:gd name="T72" fmla="*/ 33 w 112"/>
                <a:gd name="T73" fmla="*/ 99 h 112"/>
                <a:gd name="T74" fmla="*/ 18 w 112"/>
                <a:gd name="T75" fmla="*/ 86 h 112"/>
                <a:gd name="T76" fmla="*/ 10 w 112"/>
                <a:gd name="T77" fmla="*/ 90 h 112"/>
                <a:gd name="T78" fmla="*/ 2 w 112"/>
                <a:gd name="T79" fmla="*/ 75 h 112"/>
                <a:gd name="T80" fmla="*/ 10 w 112"/>
                <a:gd name="T81" fmla="*/ 71 h 112"/>
                <a:gd name="T82" fmla="*/ 8 w 112"/>
                <a:gd name="T83" fmla="*/ 51 h 112"/>
                <a:gd name="T84" fmla="*/ 0 w 112"/>
                <a:gd name="T85" fmla="*/ 48 h 112"/>
                <a:gd name="T86" fmla="*/ 5 w 112"/>
                <a:gd name="T87" fmla="*/ 31 h 112"/>
                <a:gd name="T88" fmla="*/ 13 w 112"/>
                <a:gd name="T89" fmla="*/ 34 h 112"/>
                <a:gd name="T90" fmla="*/ 25 w 112"/>
                <a:gd name="T91" fmla="*/ 1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2" h="112">
                  <a:moveTo>
                    <a:pt x="56" y="8"/>
                  </a:moveTo>
                  <a:cubicBezTo>
                    <a:pt x="58" y="8"/>
                    <a:pt x="59" y="8"/>
                    <a:pt x="61" y="8"/>
                  </a:cubicBezTo>
                  <a:cubicBezTo>
                    <a:pt x="64" y="0"/>
                    <a:pt x="64" y="0"/>
                    <a:pt x="64" y="0"/>
                  </a:cubicBezTo>
                  <a:cubicBezTo>
                    <a:pt x="81" y="5"/>
                    <a:pt x="81" y="5"/>
                    <a:pt x="81" y="5"/>
                  </a:cubicBezTo>
                  <a:cubicBezTo>
                    <a:pt x="78" y="13"/>
                    <a:pt x="78" y="13"/>
                    <a:pt x="78" y="13"/>
                  </a:cubicBezTo>
                  <a:cubicBezTo>
                    <a:pt x="84" y="16"/>
                    <a:pt x="89" y="21"/>
                    <a:pt x="94" y="26"/>
                  </a:cubicBezTo>
                  <a:cubicBezTo>
                    <a:pt x="101" y="22"/>
                    <a:pt x="101" y="22"/>
                    <a:pt x="101" y="22"/>
                  </a:cubicBezTo>
                  <a:cubicBezTo>
                    <a:pt x="109" y="37"/>
                    <a:pt x="109" y="37"/>
                    <a:pt x="109" y="37"/>
                  </a:cubicBezTo>
                  <a:cubicBezTo>
                    <a:pt x="102" y="41"/>
                    <a:pt x="102" y="41"/>
                    <a:pt x="102" y="41"/>
                  </a:cubicBezTo>
                  <a:cubicBezTo>
                    <a:pt x="104" y="48"/>
                    <a:pt x="105" y="55"/>
                    <a:pt x="104" y="61"/>
                  </a:cubicBezTo>
                  <a:cubicBezTo>
                    <a:pt x="112" y="64"/>
                    <a:pt x="112" y="64"/>
                    <a:pt x="112" y="64"/>
                  </a:cubicBezTo>
                  <a:cubicBezTo>
                    <a:pt x="107" y="81"/>
                    <a:pt x="107" y="81"/>
                    <a:pt x="107" y="81"/>
                  </a:cubicBezTo>
                  <a:cubicBezTo>
                    <a:pt x="99" y="78"/>
                    <a:pt x="99" y="78"/>
                    <a:pt x="99" y="78"/>
                  </a:cubicBezTo>
                  <a:cubicBezTo>
                    <a:pt x="96" y="85"/>
                    <a:pt x="91" y="90"/>
                    <a:pt x="86" y="94"/>
                  </a:cubicBezTo>
                  <a:cubicBezTo>
                    <a:pt x="90" y="101"/>
                    <a:pt x="90" y="101"/>
                    <a:pt x="90" y="101"/>
                  </a:cubicBezTo>
                  <a:cubicBezTo>
                    <a:pt x="74" y="110"/>
                    <a:pt x="74" y="110"/>
                    <a:pt x="74" y="110"/>
                  </a:cubicBezTo>
                  <a:cubicBezTo>
                    <a:pt x="70" y="102"/>
                    <a:pt x="70" y="102"/>
                    <a:pt x="70" y="102"/>
                  </a:cubicBezTo>
                  <a:cubicBezTo>
                    <a:pt x="66" y="104"/>
                    <a:pt x="61" y="105"/>
                    <a:pt x="56" y="105"/>
                  </a:cubicBezTo>
                  <a:cubicBezTo>
                    <a:pt x="56" y="92"/>
                    <a:pt x="56" y="92"/>
                    <a:pt x="56" y="92"/>
                  </a:cubicBezTo>
                  <a:cubicBezTo>
                    <a:pt x="71" y="92"/>
                    <a:pt x="85" y="82"/>
                    <a:pt x="90" y="66"/>
                  </a:cubicBezTo>
                  <a:cubicBezTo>
                    <a:pt x="96" y="48"/>
                    <a:pt x="85" y="28"/>
                    <a:pt x="66" y="22"/>
                  </a:cubicBezTo>
                  <a:cubicBezTo>
                    <a:pt x="63" y="21"/>
                    <a:pt x="59" y="20"/>
                    <a:pt x="56" y="20"/>
                  </a:cubicBezTo>
                  <a:lnTo>
                    <a:pt x="56" y="8"/>
                  </a:lnTo>
                  <a:close/>
                  <a:moveTo>
                    <a:pt x="25" y="18"/>
                  </a:moveTo>
                  <a:cubicBezTo>
                    <a:pt x="22" y="11"/>
                    <a:pt x="22" y="11"/>
                    <a:pt x="22" y="11"/>
                  </a:cubicBezTo>
                  <a:cubicBezTo>
                    <a:pt x="37" y="2"/>
                    <a:pt x="37" y="2"/>
                    <a:pt x="37" y="2"/>
                  </a:cubicBezTo>
                  <a:cubicBezTo>
                    <a:pt x="41" y="10"/>
                    <a:pt x="41" y="10"/>
                    <a:pt x="41" y="10"/>
                  </a:cubicBezTo>
                  <a:cubicBezTo>
                    <a:pt x="46" y="8"/>
                    <a:pt x="51" y="8"/>
                    <a:pt x="56" y="8"/>
                  </a:cubicBezTo>
                  <a:cubicBezTo>
                    <a:pt x="56" y="20"/>
                    <a:pt x="56" y="20"/>
                    <a:pt x="56" y="20"/>
                  </a:cubicBezTo>
                  <a:cubicBezTo>
                    <a:pt x="40" y="20"/>
                    <a:pt x="26" y="30"/>
                    <a:pt x="21" y="46"/>
                  </a:cubicBezTo>
                  <a:cubicBezTo>
                    <a:pt x="16" y="65"/>
                    <a:pt x="26" y="85"/>
                    <a:pt x="45" y="90"/>
                  </a:cubicBezTo>
                  <a:cubicBezTo>
                    <a:pt x="49" y="91"/>
                    <a:pt x="52" y="92"/>
                    <a:pt x="56" y="92"/>
                  </a:cubicBezTo>
                  <a:cubicBezTo>
                    <a:pt x="56" y="105"/>
                    <a:pt x="56" y="105"/>
                    <a:pt x="56" y="105"/>
                  </a:cubicBezTo>
                  <a:cubicBezTo>
                    <a:pt x="54" y="105"/>
                    <a:pt x="52" y="104"/>
                    <a:pt x="50" y="104"/>
                  </a:cubicBezTo>
                  <a:cubicBezTo>
                    <a:pt x="48" y="112"/>
                    <a:pt x="48" y="112"/>
                    <a:pt x="48" y="112"/>
                  </a:cubicBezTo>
                  <a:cubicBezTo>
                    <a:pt x="31" y="107"/>
                    <a:pt x="31" y="107"/>
                    <a:pt x="31" y="107"/>
                  </a:cubicBezTo>
                  <a:cubicBezTo>
                    <a:pt x="33" y="99"/>
                    <a:pt x="33" y="99"/>
                    <a:pt x="33" y="99"/>
                  </a:cubicBezTo>
                  <a:cubicBezTo>
                    <a:pt x="27" y="96"/>
                    <a:pt x="22" y="92"/>
                    <a:pt x="18" y="86"/>
                  </a:cubicBezTo>
                  <a:cubicBezTo>
                    <a:pt x="10" y="90"/>
                    <a:pt x="10" y="90"/>
                    <a:pt x="10" y="90"/>
                  </a:cubicBezTo>
                  <a:cubicBezTo>
                    <a:pt x="2" y="75"/>
                    <a:pt x="2" y="75"/>
                    <a:pt x="2" y="75"/>
                  </a:cubicBezTo>
                  <a:cubicBezTo>
                    <a:pt x="10" y="71"/>
                    <a:pt x="10" y="71"/>
                    <a:pt x="10" y="71"/>
                  </a:cubicBezTo>
                  <a:cubicBezTo>
                    <a:pt x="7" y="64"/>
                    <a:pt x="7" y="58"/>
                    <a:pt x="8" y="51"/>
                  </a:cubicBezTo>
                  <a:cubicBezTo>
                    <a:pt x="0" y="48"/>
                    <a:pt x="0" y="48"/>
                    <a:pt x="0" y="48"/>
                  </a:cubicBezTo>
                  <a:cubicBezTo>
                    <a:pt x="5" y="31"/>
                    <a:pt x="5" y="31"/>
                    <a:pt x="5" y="31"/>
                  </a:cubicBezTo>
                  <a:cubicBezTo>
                    <a:pt x="13" y="34"/>
                    <a:pt x="13" y="34"/>
                    <a:pt x="13" y="34"/>
                  </a:cubicBezTo>
                  <a:cubicBezTo>
                    <a:pt x="16" y="28"/>
                    <a:pt x="20" y="22"/>
                    <a:pt x="25"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54"/>
            <p:cNvSpPr>
              <a:spLocks noEditPoints="1"/>
            </p:cNvSpPr>
            <p:nvPr/>
          </p:nvSpPr>
          <p:spPr bwMode="auto">
            <a:xfrm>
              <a:off x="1000079" y="3025198"/>
              <a:ext cx="314902" cy="314902"/>
            </a:xfrm>
            <a:custGeom>
              <a:avLst/>
              <a:gdLst>
                <a:gd name="T0" fmla="*/ 56 w 112"/>
                <a:gd name="T1" fmla="*/ 8 h 112"/>
                <a:gd name="T2" fmla="*/ 61 w 112"/>
                <a:gd name="T3" fmla="*/ 8 h 112"/>
                <a:gd name="T4" fmla="*/ 64 w 112"/>
                <a:gd name="T5" fmla="*/ 0 h 112"/>
                <a:gd name="T6" fmla="*/ 81 w 112"/>
                <a:gd name="T7" fmla="*/ 5 h 112"/>
                <a:gd name="T8" fmla="*/ 78 w 112"/>
                <a:gd name="T9" fmla="*/ 13 h 112"/>
                <a:gd name="T10" fmla="*/ 94 w 112"/>
                <a:gd name="T11" fmla="*/ 26 h 112"/>
                <a:gd name="T12" fmla="*/ 101 w 112"/>
                <a:gd name="T13" fmla="*/ 22 h 112"/>
                <a:gd name="T14" fmla="*/ 109 w 112"/>
                <a:gd name="T15" fmla="*/ 37 h 112"/>
                <a:gd name="T16" fmla="*/ 102 w 112"/>
                <a:gd name="T17" fmla="*/ 41 h 112"/>
                <a:gd name="T18" fmla="*/ 104 w 112"/>
                <a:gd name="T19" fmla="*/ 61 h 112"/>
                <a:gd name="T20" fmla="*/ 112 w 112"/>
                <a:gd name="T21" fmla="*/ 64 h 112"/>
                <a:gd name="T22" fmla="*/ 107 w 112"/>
                <a:gd name="T23" fmla="*/ 81 h 112"/>
                <a:gd name="T24" fmla="*/ 99 w 112"/>
                <a:gd name="T25" fmla="*/ 78 h 112"/>
                <a:gd name="T26" fmla="*/ 86 w 112"/>
                <a:gd name="T27" fmla="*/ 94 h 112"/>
                <a:gd name="T28" fmla="*/ 90 w 112"/>
                <a:gd name="T29" fmla="*/ 101 h 112"/>
                <a:gd name="T30" fmla="*/ 74 w 112"/>
                <a:gd name="T31" fmla="*/ 110 h 112"/>
                <a:gd name="T32" fmla="*/ 70 w 112"/>
                <a:gd name="T33" fmla="*/ 102 h 112"/>
                <a:gd name="T34" fmla="*/ 56 w 112"/>
                <a:gd name="T35" fmla="*/ 105 h 112"/>
                <a:gd name="T36" fmla="*/ 56 w 112"/>
                <a:gd name="T37" fmla="*/ 92 h 112"/>
                <a:gd name="T38" fmla="*/ 90 w 112"/>
                <a:gd name="T39" fmla="*/ 66 h 112"/>
                <a:gd name="T40" fmla="*/ 66 w 112"/>
                <a:gd name="T41" fmla="*/ 22 h 112"/>
                <a:gd name="T42" fmla="*/ 56 w 112"/>
                <a:gd name="T43" fmla="*/ 20 h 112"/>
                <a:gd name="T44" fmla="*/ 56 w 112"/>
                <a:gd name="T45" fmla="*/ 8 h 112"/>
                <a:gd name="T46" fmla="*/ 25 w 112"/>
                <a:gd name="T47" fmla="*/ 18 h 112"/>
                <a:gd name="T48" fmla="*/ 22 w 112"/>
                <a:gd name="T49" fmla="*/ 11 h 112"/>
                <a:gd name="T50" fmla="*/ 37 w 112"/>
                <a:gd name="T51" fmla="*/ 2 h 112"/>
                <a:gd name="T52" fmla="*/ 41 w 112"/>
                <a:gd name="T53" fmla="*/ 10 h 112"/>
                <a:gd name="T54" fmla="*/ 56 w 112"/>
                <a:gd name="T55" fmla="*/ 8 h 112"/>
                <a:gd name="T56" fmla="*/ 56 w 112"/>
                <a:gd name="T57" fmla="*/ 20 h 112"/>
                <a:gd name="T58" fmla="*/ 21 w 112"/>
                <a:gd name="T59" fmla="*/ 46 h 112"/>
                <a:gd name="T60" fmla="*/ 45 w 112"/>
                <a:gd name="T61" fmla="*/ 90 h 112"/>
                <a:gd name="T62" fmla="*/ 56 w 112"/>
                <a:gd name="T63" fmla="*/ 92 h 112"/>
                <a:gd name="T64" fmla="*/ 56 w 112"/>
                <a:gd name="T65" fmla="*/ 105 h 112"/>
                <a:gd name="T66" fmla="*/ 50 w 112"/>
                <a:gd name="T67" fmla="*/ 104 h 112"/>
                <a:gd name="T68" fmla="*/ 48 w 112"/>
                <a:gd name="T69" fmla="*/ 112 h 112"/>
                <a:gd name="T70" fmla="*/ 31 w 112"/>
                <a:gd name="T71" fmla="*/ 107 h 112"/>
                <a:gd name="T72" fmla="*/ 33 w 112"/>
                <a:gd name="T73" fmla="*/ 99 h 112"/>
                <a:gd name="T74" fmla="*/ 18 w 112"/>
                <a:gd name="T75" fmla="*/ 86 h 112"/>
                <a:gd name="T76" fmla="*/ 10 w 112"/>
                <a:gd name="T77" fmla="*/ 90 h 112"/>
                <a:gd name="T78" fmla="*/ 2 w 112"/>
                <a:gd name="T79" fmla="*/ 75 h 112"/>
                <a:gd name="T80" fmla="*/ 10 w 112"/>
                <a:gd name="T81" fmla="*/ 71 h 112"/>
                <a:gd name="T82" fmla="*/ 8 w 112"/>
                <a:gd name="T83" fmla="*/ 51 h 112"/>
                <a:gd name="T84" fmla="*/ 0 w 112"/>
                <a:gd name="T85" fmla="*/ 48 h 112"/>
                <a:gd name="T86" fmla="*/ 5 w 112"/>
                <a:gd name="T87" fmla="*/ 31 h 112"/>
                <a:gd name="T88" fmla="*/ 13 w 112"/>
                <a:gd name="T89" fmla="*/ 34 h 112"/>
                <a:gd name="T90" fmla="*/ 25 w 112"/>
                <a:gd name="T91" fmla="*/ 1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2" h="112">
                  <a:moveTo>
                    <a:pt x="56" y="8"/>
                  </a:moveTo>
                  <a:cubicBezTo>
                    <a:pt x="58" y="8"/>
                    <a:pt x="59" y="8"/>
                    <a:pt x="61" y="8"/>
                  </a:cubicBezTo>
                  <a:cubicBezTo>
                    <a:pt x="64" y="0"/>
                    <a:pt x="64" y="0"/>
                    <a:pt x="64" y="0"/>
                  </a:cubicBezTo>
                  <a:cubicBezTo>
                    <a:pt x="81" y="5"/>
                    <a:pt x="81" y="5"/>
                    <a:pt x="81" y="5"/>
                  </a:cubicBezTo>
                  <a:cubicBezTo>
                    <a:pt x="78" y="13"/>
                    <a:pt x="78" y="13"/>
                    <a:pt x="78" y="13"/>
                  </a:cubicBezTo>
                  <a:cubicBezTo>
                    <a:pt x="84" y="16"/>
                    <a:pt x="89" y="21"/>
                    <a:pt x="94" y="26"/>
                  </a:cubicBezTo>
                  <a:cubicBezTo>
                    <a:pt x="101" y="22"/>
                    <a:pt x="101" y="22"/>
                    <a:pt x="101" y="22"/>
                  </a:cubicBezTo>
                  <a:cubicBezTo>
                    <a:pt x="109" y="37"/>
                    <a:pt x="109" y="37"/>
                    <a:pt x="109" y="37"/>
                  </a:cubicBezTo>
                  <a:cubicBezTo>
                    <a:pt x="102" y="41"/>
                    <a:pt x="102" y="41"/>
                    <a:pt x="102" y="41"/>
                  </a:cubicBezTo>
                  <a:cubicBezTo>
                    <a:pt x="104" y="48"/>
                    <a:pt x="105" y="55"/>
                    <a:pt x="104" y="61"/>
                  </a:cubicBezTo>
                  <a:cubicBezTo>
                    <a:pt x="112" y="64"/>
                    <a:pt x="112" y="64"/>
                    <a:pt x="112" y="64"/>
                  </a:cubicBezTo>
                  <a:cubicBezTo>
                    <a:pt x="107" y="81"/>
                    <a:pt x="107" y="81"/>
                    <a:pt x="107" y="81"/>
                  </a:cubicBezTo>
                  <a:cubicBezTo>
                    <a:pt x="99" y="78"/>
                    <a:pt x="99" y="78"/>
                    <a:pt x="99" y="78"/>
                  </a:cubicBezTo>
                  <a:cubicBezTo>
                    <a:pt x="96" y="85"/>
                    <a:pt x="91" y="90"/>
                    <a:pt x="86" y="94"/>
                  </a:cubicBezTo>
                  <a:cubicBezTo>
                    <a:pt x="90" y="101"/>
                    <a:pt x="90" y="101"/>
                    <a:pt x="90" y="101"/>
                  </a:cubicBezTo>
                  <a:cubicBezTo>
                    <a:pt x="74" y="110"/>
                    <a:pt x="74" y="110"/>
                    <a:pt x="74" y="110"/>
                  </a:cubicBezTo>
                  <a:cubicBezTo>
                    <a:pt x="70" y="102"/>
                    <a:pt x="70" y="102"/>
                    <a:pt x="70" y="102"/>
                  </a:cubicBezTo>
                  <a:cubicBezTo>
                    <a:pt x="66" y="104"/>
                    <a:pt x="61" y="105"/>
                    <a:pt x="56" y="105"/>
                  </a:cubicBezTo>
                  <a:cubicBezTo>
                    <a:pt x="56" y="92"/>
                    <a:pt x="56" y="92"/>
                    <a:pt x="56" y="92"/>
                  </a:cubicBezTo>
                  <a:cubicBezTo>
                    <a:pt x="71" y="92"/>
                    <a:pt x="85" y="82"/>
                    <a:pt x="90" y="66"/>
                  </a:cubicBezTo>
                  <a:cubicBezTo>
                    <a:pt x="96" y="48"/>
                    <a:pt x="85" y="28"/>
                    <a:pt x="66" y="22"/>
                  </a:cubicBezTo>
                  <a:cubicBezTo>
                    <a:pt x="63" y="21"/>
                    <a:pt x="59" y="20"/>
                    <a:pt x="56" y="20"/>
                  </a:cubicBezTo>
                  <a:lnTo>
                    <a:pt x="56" y="8"/>
                  </a:lnTo>
                  <a:close/>
                  <a:moveTo>
                    <a:pt x="25" y="18"/>
                  </a:moveTo>
                  <a:cubicBezTo>
                    <a:pt x="22" y="11"/>
                    <a:pt x="22" y="11"/>
                    <a:pt x="22" y="11"/>
                  </a:cubicBezTo>
                  <a:cubicBezTo>
                    <a:pt x="37" y="2"/>
                    <a:pt x="37" y="2"/>
                    <a:pt x="37" y="2"/>
                  </a:cubicBezTo>
                  <a:cubicBezTo>
                    <a:pt x="41" y="10"/>
                    <a:pt x="41" y="10"/>
                    <a:pt x="41" y="10"/>
                  </a:cubicBezTo>
                  <a:cubicBezTo>
                    <a:pt x="46" y="8"/>
                    <a:pt x="51" y="8"/>
                    <a:pt x="56" y="8"/>
                  </a:cubicBezTo>
                  <a:cubicBezTo>
                    <a:pt x="56" y="20"/>
                    <a:pt x="56" y="20"/>
                    <a:pt x="56" y="20"/>
                  </a:cubicBezTo>
                  <a:cubicBezTo>
                    <a:pt x="40" y="20"/>
                    <a:pt x="26" y="30"/>
                    <a:pt x="21" y="46"/>
                  </a:cubicBezTo>
                  <a:cubicBezTo>
                    <a:pt x="16" y="65"/>
                    <a:pt x="26" y="85"/>
                    <a:pt x="45" y="90"/>
                  </a:cubicBezTo>
                  <a:cubicBezTo>
                    <a:pt x="49" y="91"/>
                    <a:pt x="52" y="92"/>
                    <a:pt x="56" y="92"/>
                  </a:cubicBezTo>
                  <a:cubicBezTo>
                    <a:pt x="56" y="105"/>
                    <a:pt x="56" y="105"/>
                    <a:pt x="56" y="105"/>
                  </a:cubicBezTo>
                  <a:cubicBezTo>
                    <a:pt x="54" y="105"/>
                    <a:pt x="52" y="104"/>
                    <a:pt x="50" y="104"/>
                  </a:cubicBezTo>
                  <a:cubicBezTo>
                    <a:pt x="48" y="112"/>
                    <a:pt x="48" y="112"/>
                    <a:pt x="48" y="112"/>
                  </a:cubicBezTo>
                  <a:cubicBezTo>
                    <a:pt x="31" y="107"/>
                    <a:pt x="31" y="107"/>
                    <a:pt x="31" y="107"/>
                  </a:cubicBezTo>
                  <a:cubicBezTo>
                    <a:pt x="33" y="99"/>
                    <a:pt x="33" y="99"/>
                    <a:pt x="33" y="99"/>
                  </a:cubicBezTo>
                  <a:cubicBezTo>
                    <a:pt x="27" y="96"/>
                    <a:pt x="22" y="92"/>
                    <a:pt x="18" y="86"/>
                  </a:cubicBezTo>
                  <a:cubicBezTo>
                    <a:pt x="10" y="90"/>
                    <a:pt x="10" y="90"/>
                    <a:pt x="10" y="90"/>
                  </a:cubicBezTo>
                  <a:cubicBezTo>
                    <a:pt x="2" y="75"/>
                    <a:pt x="2" y="75"/>
                    <a:pt x="2" y="75"/>
                  </a:cubicBezTo>
                  <a:cubicBezTo>
                    <a:pt x="10" y="71"/>
                    <a:pt x="10" y="71"/>
                    <a:pt x="10" y="71"/>
                  </a:cubicBezTo>
                  <a:cubicBezTo>
                    <a:pt x="7" y="64"/>
                    <a:pt x="7" y="58"/>
                    <a:pt x="8" y="51"/>
                  </a:cubicBezTo>
                  <a:cubicBezTo>
                    <a:pt x="0" y="48"/>
                    <a:pt x="0" y="48"/>
                    <a:pt x="0" y="48"/>
                  </a:cubicBezTo>
                  <a:cubicBezTo>
                    <a:pt x="5" y="31"/>
                    <a:pt x="5" y="31"/>
                    <a:pt x="5" y="31"/>
                  </a:cubicBezTo>
                  <a:cubicBezTo>
                    <a:pt x="13" y="34"/>
                    <a:pt x="13" y="34"/>
                    <a:pt x="13" y="34"/>
                  </a:cubicBezTo>
                  <a:cubicBezTo>
                    <a:pt x="16" y="28"/>
                    <a:pt x="20" y="22"/>
                    <a:pt x="25"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54"/>
            <p:cNvSpPr>
              <a:spLocks noEditPoints="1"/>
            </p:cNvSpPr>
            <p:nvPr/>
          </p:nvSpPr>
          <p:spPr bwMode="auto">
            <a:xfrm>
              <a:off x="1094396" y="3340100"/>
              <a:ext cx="356279" cy="356279"/>
            </a:xfrm>
            <a:custGeom>
              <a:avLst/>
              <a:gdLst>
                <a:gd name="T0" fmla="*/ 56 w 112"/>
                <a:gd name="T1" fmla="*/ 8 h 112"/>
                <a:gd name="T2" fmla="*/ 61 w 112"/>
                <a:gd name="T3" fmla="*/ 8 h 112"/>
                <a:gd name="T4" fmla="*/ 64 w 112"/>
                <a:gd name="T5" fmla="*/ 0 h 112"/>
                <a:gd name="T6" fmla="*/ 81 w 112"/>
                <a:gd name="T7" fmla="*/ 5 h 112"/>
                <a:gd name="T8" fmla="*/ 78 w 112"/>
                <a:gd name="T9" fmla="*/ 13 h 112"/>
                <a:gd name="T10" fmla="*/ 94 w 112"/>
                <a:gd name="T11" fmla="*/ 26 h 112"/>
                <a:gd name="T12" fmla="*/ 101 w 112"/>
                <a:gd name="T13" fmla="*/ 22 h 112"/>
                <a:gd name="T14" fmla="*/ 109 w 112"/>
                <a:gd name="T15" fmla="*/ 37 h 112"/>
                <a:gd name="T16" fmla="*/ 102 w 112"/>
                <a:gd name="T17" fmla="*/ 41 h 112"/>
                <a:gd name="T18" fmla="*/ 104 w 112"/>
                <a:gd name="T19" fmla="*/ 61 h 112"/>
                <a:gd name="T20" fmla="*/ 112 w 112"/>
                <a:gd name="T21" fmla="*/ 64 h 112"/>
                <a:gd name="T22" fmla="*/ 107 w 112"/>
                <a:gd name="T23" fmla="*/ 81 h 112"/>
                <a:gd name="T24" fmla="*/ 99 w 112"/>
                <a:gd name="T25" fmla="*/ 78 h 112"/>
                <a:gd name="T26" fmla="*/ 86 w 112"/>
                <a:gd name="T27" fmla="*/ 94 h 112"/>
                <a:gd name="T28" fmla="*/ 90 w 112"/>
                <a:gd name="T29" fmla="*/ 101 h 112"/>
                <a:gd name="T30" fmla="*/ 74 w 112"/>
                <a:gd name="T31" fmla="*/ 110 h 112"/>
                <a:gd name="T32" fmla="*/ 70 w 112"/>
                <a:gd name="T33" fmla="*/ 102 h 112"/>
                <a:gd name="T34" fmla="*/ 56 w 112"/>
                <a:gd name="T35" fmla="*/ 105 h 112"/>
                <a:gd name="T36" fmla="*/ 56 w 112"/>
                <a:gd name="T37" fmla="*/ 92 h 112"/>
                <a:gd name="T38" fmla="*/ 90 w 112"/>
                <a:gd name="T39" fmla="*/ 66 h 112"/>
                <a:gd name="T40" fmla="*/ 66 w 112"/>
                <a:gd name="T41" fmla="*/ 22 h 112"/>
                <a:gd name="T42" fmla="*/ 56 w 112"/>
                <a:gd name="T43" fmla="*/ 20 h 112"/>
                <a:gd name="T44" fmla="*/ 56 w 112"/>
                <a:gd name="T45" fmla="*/ 8 h 112"/>
                <a:gd name="T46" fmla="*/ 25 w 112"/>
                <a:gd name="T47" fmla="*/ 18 h 112"/>
                <a:gd name="T48" fmla="*/ 22 w 112"/>
                <a:gd name="T49" fmla="*/ 11 h 112"/>
                <a:gd name="T50" fmla="*/ 37 w 112"/>
                <a:gd name="T51" fmla="*/ 2 h 112"/>
                <a:gd name="T52" fmla="*/ 41 w 112"/>
                <a:gd name="T53" fmla="*/ 10 h 112"/>
                <a:gd name="T54" fmla="*/ 56 w 112"/>
                <a:gd name="T55" fmla="*/ 8 h 112"/>
                <a:gd name="T56" fmla="*/ 56 w 112"/>
                <a:gd name="T57" fmla="*/ 20 h 112"/>
                <a:gd name="T58" fmla="*/ 21 w 112"/>
                <a:gd name="T59" fmla="*/ 46 h 112"/>
                <a:gd name="T60" fmla="*/ 45 w 112"/>
                <a:gd name="T61" fmla="*/ 90 h 112"/>
                <a:gd name="T62" fmla="*/ 56 w 112"/>
                <a:gd name="T63" fmla="*/ 92 h 112"/>
                <a:gd name="T64" fmla="*/ 56 w 112"/>
                <a:gd name="T65" fmla="*/ 105 h 112"/>
                <a:gd name="T66" fmla="*/ 50 w 112"/>
                <a:gd name="T67" fmla="*/ 104 h 112"/>
                <a:gd name="T68" fmla="*/ 48 w 112"/>
                <a:gd name="T69" fmla="*/ 112 h 112"/>
                <a:gd name="T70" fmla="*/ 31 w 112"/>
                <a:gd name="T71" fmla="*/ 107 h 112"/>
                <a:gd name="T72" fmla="*/ 33 w 112"/>
                <a:gd name="T73" fmla="*/ 99 h 112"/>
                <a:gd name="T74" fmla="*/ 18 w 112"/>
                <a:gd name="T75" fmla="*/ 86 h 112"/>
                <a:gd name="T76" fmla="*/ 10 w 112"/>
                <a:gd name="T77" fmla="*/ 90 h 112"/>
                <a:gd name="T78" fmla="*/ 2 w 112"/>
                <a:gd name="T79" fmla="*/ 75 h 112"/>
                <a:gd name="T80" fmla="*/ 10 w 112"/>
                <a:gd name="T81" fmla="*/ 71 h 112"/>
                <a:gd name="T82" fmla="*/ 8 w 112"/>
                <a:gd name="T83" fmla="*/ 51 h 112"/>
                <a:gd name="T84" fmla="*/ 0 w 112"/>
                <a:gd name="T85" fmla="*/ 48 h 112"/>
                <a:gd name="T86" fmla="*/ 5 w 112"/>
                <a:gd name="T87" fmla="*/ 31 h 112"/>
                <a:gd name="T88" fmla="*/ 13 w 112"/>
                <a:gd name="T89" fmla="*/ 34 h 112"/>
                <a:gd name="T90" fmla="*/ 25 w 112"/>
                <a:gd name="T91" fmla="*/ 1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2" h="112">
                  <a:moveTo>
                    <a:pt x="56" y="8"/>
                  </a:moveTo>
                  <a:cubicBezTo>
                    <a:pt x="58" y="8"/>
                    <a:pt x="59" y="8"/>
                    <a:pt x="61" y="8"/>
                  </a:cubicBezTo>
                  <a:cubicBezTo>
                    <a:pt x="64" y="0"/>
                    <a:pt x="64" y="0"/>
                    <a:pt x="64" y="0"/>
                  </a:cubicBezTo>
                  <a:cubicBezTo>
                    <a:pt x="81" y="5"/>
                    <a:pt x="81" y="5"/>
                    <a:pt x="81" y="5"/>
                  </a:cubicBezTo>
                  <a:cubicBezTo>
                    <a:pt x="78" y="13"/>
                    <a:pt x="78" y="13"/>
                    <a:pt x="78" y="13"/>
                  </a:cubicBezTo>
                  <a:cubicBezTo>
                    <a:pt x="84" y="16"/>
                    <a:pt x="89" y="21"/>
                    <a:pt x="94" y="26"/>
                  </a:cubicBezTo>
                  <a:cubicBezTo>
                    <a:pt x="101" y="22"/>
                    <a:pt x="101" y="22"/>
                    <a:pt x="101" y="22"/>
                  </a:cubicBezTo>
                  <a:cubicBezTo>
                    <a:pt x="109" y="37"/>
                    <a:pt x="109" y="37"/>
                    <a:pt x="109" y="37"/>
                  </a:cubicBezTo>
                  <a:cubicBezTo>
                    <a:pt x="102" y="41"/>
                    <a:pt x="102" y="41"/>
                    <a:pt x="102" y="41"/>
                  </a:cubicBezTo>
                  <a:cubicBezTo>
                    <a:pt x="104" y="48"/>
                    <a:pt x="105" y="55"/>
                    <a:pt x="104" y="61"/>
                  </a:cubicBezTo>
                  <a:cubicBezTo>
                    <a:pt x="112" y="64"/>
                    <a:pt x="112" y="64"/>
                    <a:pt x="112" y="64"/>
                  </a:cubicBezTo>
                  <a:cubicBezTo>
                    <a:pt x="107" y="81"/>
                    <a:pt x="107" y="81"/>
                    <a:pt x="107" y="81"/>
                  </a:cubicBezTo>
                  <a:cubicBezTo>
                    <a:pt x="99" y="78"/>
                    <a:pt x="99" y="78"/>
                    <a:pt x="99" y="78"/>
                  </a:cubicBezTo>
                  <a:cubicBezTo>
                    <a:pt x="96" y="85"/>
                    <a:pt x="91" y="90"/>
                    <a:pt x="86" y="94"/>
                  </a:cubicBezTo>
                  <a:cubicBezTo>
                    <a:pt x="90" y="101"/>
                    <a:pt x="90" y="101"/>
                    <a:pt x="90" y="101"/>
                  </a:cubicBezTo>
                  <a:cubicBezTo>
                    <a:pt x="74" y="110"/>
                    <a:pt x="74" y="110"/>
                    <a:pt x="74" y="110"/>
                  </a:cubicBezTo>
                  <a:cubicBezTo>
                    <a:pt x="70" y="102"/>
                    <a:pt x="70" y="102"/>
                    <a:pt x="70" y="102"/>
                  </a:cubicBezTo>
                  <a:cubicBezTo>
                    <a:pt x="66" y="104"/>
                    <a:pt x="61" y="105"/>
                    <a:pt x="56" y="105"/>
                  </a:cubicBezTo>
                  <a:cubicBezTo>
                    <a:pt x="56" y="92"/>
                    <a:pt x="56" y="92"/>
                    <a:pt x="56" y="92"/>
                  </a:cubicBezTo>
                  <a:cubicBezTo>
                    <a:pt x="71" y="92"/>
                    <a:pt x="85" y="82"/>
                    <a:pt x="90" y="66"/>
                  </a:cubicBezTo>
                  <a:cubicBezTo>
                    <a:pt x="96" y="48"/>
                    <a:pt x="85" y="28"/>
                    <a:pt x="66" y="22"/>
                  </a:cubicBezTo>
                  <a:cubicBezTo>
                    <a:pt x="63" y="21"/>
                    <a:pt x="59" y="20"/>
                    <a:pt x="56" y="20"/>
                  </a:cubicBezTo>
                  <a:lnTo>
                    <a:pt x="56" y="8"/>
                  </a:lnTo>
                  <a:close/>
                  <a:moveTo>
                    <a:pt x="25" y="18"/>
                  </a:moveTo>
                  <a:cubicBezTo>
                    <a:pt x="22" y="11"/>
                    <a:pt x="22" y="11"/>
                    <a:pt x="22" y="11"/>
                  </a:cubicBezTo>
                  <a:cubicBezTo>
                    <a:pt x="37" y="2"/>
                    <a:pt x="37" y="2"/>
                    <a:pt x="37" y="2"/>
                  </a:cubicBezTo>
                  <a:cubicBezTo>
                    <a:pt x="41" y="10"/>
                    <a:pt x="41" y="10"/>
                    <a:pt x="41" y="10"/>
                  </a:cubicBezTo>
                  <a:cubicBezTo>
                    <a:pt x="46" y="8"/>
                    <a:pt x="51" y="8"/>
                    <a:pt x="56" y="8"/>
                  </a:cubicBezTo>
                  <a:cubicBezTo>
                    <a:pt x="56" y="20"/>
                    <a:pt x="56" y="20"/>
                    <a:pt x="56" y="20"/>
                  </a:cubicBezTo>
                  <a:cubicBezTo>
                    <a:pt x="40" y="20"/>
                    <a:pt x="26" y="30"/>
                    <a:pt x="21" y="46"/>
                  </a:cubicBezTo>
                  <a:cubicBezTo>
                    <a:pt x="16" y="65"/>
                    <a:pt x="26" y="85"/>
                    <a:pt x="45" y="90"/>
                  </a:cubicBezTo>
                  <a:cubicBezTo>
                    <a:pt x="49" y="91"/>
                    <a:pt x="52" y="92"/>
                    <a:pt x="56" y="92"/>
                  </a:cubicBezTo>
                  <a:cubicBezTo>
                    <a:pt x="56" y="105"/>
                    <a:pt x="56" y="105"/>
                    <a:pt x="56" y="105"/>
                  </a:cubicBezTo>
                  <a:cubicBezTo>
                    <a:pt x="54" y="105"/>
                    <a:pt x="52" y="104"/>
                    <a:pt x="50" y="104"/>
                  </a:cubicBezTo>
                  <a:cubicBezTo>
                    <a:pt x="48" y="112"/>
                    <a:pt x="48" y="112"/>
                    <a:pt x="48" y="112"/>
                  </a:cubicBezTo>
                  <a:cubicBezTo>
                    <a:pt x="31" y="107"/>
                    <a:pt x="31" y="107"/>
                    <a:pt x="31" y="107"/>
                  </a:cubicBezTo>
                  <a:cubicBezTo>
                    <a:pt x="33" y="99"/>
                    <a:pt x="33" y="99"/>
                    <a:pt x="33" y="99"/>
                  </a:cubicBezTo>
                  <a:cubicBezTo>
                    <a:pt x="27" y="96"/>
                    <a:pt x="22" y="92"/>
                    <a:pt x="18" y="86"/>
                  </a:cubicBezTo>
                  <a:cubicBezTo>
                    <a:pt x="10" y="90"/>
                    <a:pt x="10" y="90"/>
                    <a:pt x="10" y="90"/>
                  </a:cubicBezTo>
                  <a:cubicBezTo>
                    <a:pt x="2" y="75"/>
                    <a:pt x="2" y="75"/>
                    <a:pt x="2" y="75"/>
                  </a:cubicBezTo>
                  <a:cubicBezTo>
                    <a:pt x="10" y="71"/>
                    <a:pt x="10" y="71"/>
                    <a:pt x="10" y="71"/>
                  </a:cubicBezTo>
                  <a:cubicBezTo>
                    <a:pt x="7" y="64"/>
                    <a:pt x="7" y="58"/>
                    <a:pt x="8" y="51"/>
                  </a:cubicBezTo>
                  <a:cubicBezTo>
                    <a:pt x="0" y="48"/>
                    <a:pt x="0" y="48"/>
                    <a:pt x="0" y="48"/>
                  </a:cubicBezTo>
                  <a:cubicBezTo>
                    <a:pt x="5" y="31"/>
                    <a:pt x="5" y="31"/>
                    <a:pt x="5" y="31"/>
                  </a:cubicBezTo>
                  <a:cubicBezTo>
                    <a:pt x="13" y="34"/>
                    <a:pt x="13" y="34"/>
                    <a:pt x="13" y="34"/>
                  </a:cubicBezTo>
                  <a:cubicBezTo>
                    <a:pt x="16" y="28"/>
                    <a:pt x="20" y="22"/>
                    <a:pt x="25"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1693356003"/>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 name="组合 29"/>
          <p:cNvGrpSpPr/>
          <p:nvPr/>
        </p:nvGrpSpPr>
        <p:grpSpPr>
          <a:xfrm>
            <a:off x="5589587" y="4359275"/>
            <a:ext cx="4975225" cy="2493963"/>
            <a:chOff x="1062038" y="4359275"/>
            <a:chExt cx="4975225" cy="2493963"/>
          </a:xfrm>
        </p:grpSpPr>
        <p:sp>
          <p:nvSpPr>
            <p:cNvPr id="6" name="Freeform 268"/>
            <p:cNvSpPr>
              <a:spLocks/>
            </p:cNvSpPr>
            <p:nvPr/>
          </p:nvSpPr>
          <p:spPr bwMode="auto">
            <a:xfrm>
              <a:off x="1062038" y="4359275"/>
              <a:ext cx="1092200" cy="2493963"/>
            </a:xfrm>
            <a:custGeom>
              <a:avLst/>
              <a:gdLst>
                <a:gd name="T0" fmla="*/ 227 w 459"/>
                <a:gd name="T1" fmla="*/ 0 h 1048"/>
                <a:gd name="T2" fmla="*/ 232 w 459"/>
                <a:gd name="T3" fmla="*/ 0 h 1048"/>
                <a:gd name="T4" fmla="*/ 459 w 459"/>
                <a:gd name="T5" fmla="*/ 227 h 1048"/>
                <a:gd name="T6" fmla="*/ 459 w 459"/>
                <a:gd name="T7" fmla="*/ 1048 h 1048"/>
                <a:gd name="T8" fmla="*/ 0 w 459"/>
                <a:gd name="T9" fmla="*/ 1048 h 1048"/>
                <a:gd name="T10" fmla="*/ 0 w 459"/>
                <a:gd name="T11" fmla="*/ 227 h 1048"/>
                <a:gd name="T12" fmla="*/ 227 w 459"/>
                <a:gd name="T13" fmla="*/ 0 h 1048"/>
              </a:gdLst>
              <a:ahLst/>
              <a:cxnLst>
                <a:cxn ang="0">
                  <a:pos x="T0" y="T1"/>
                </a:cxn>
                <a:cxn ang="0">
                  <a:pos x="T2" y="T3"/>
                </a:cxn>
                <a:cxn ang="0">
                  <a:pos x="T4" y="T5"/>
                </a:cxn>
                <a:cxn ang="0">
                  <a:pos x="T6" y="T7"/>
                </a:cxn>
                <a:cxn ang="0">
                  <a:pos x="T8" y="T9"/>
                </a:cxn>
                <a:cxn ang="0">
                  <a:pos x="T10" y="T11"/>
                </a:cxn>
                <a:cxn ang="0">
                  <a:pos x="T12" y="T13"/>
                </a:cxn>
              </a:cxnLst>
              <a:rect l="0" t="0" r="r" b="b"/>
              <a:pathLst>
                <a:path w="459" h="1048">
                  <a:moveTo>
                    <a:pt x="227" y="0"/>
                  </a:moveTo>
                  <a:cubicBezTo>
                    <a:pt x="232" y="0"/>
                    <a:pt x="232" y="0"/>
                    <a:pt x="232" y="0"/>
                  </a:cubicBezTo>
                  <a:cubicBezTo>
                    <a:pt x="357" y="0"/>
                    <a:pt x="459" y="101"/>
                    <a:pt x="459" y="227"/>
                  </a:cubicBezTo>
                  <a:cubicBezTo>
                    <a:pt x="459" y="1048"/>
                    <a:pt x="459" y="1048"/>
                    <a:pt x="459" y="1048"/>
                  </a:cubicBezTo>
                  <a:cubicBezTo>
                    <a:pt x="0" y="1048"/>
                    <a:pt x="0" y="1048"/>
                    <a:pt x="0" y="1048"/>
                  </a:cubicBezTo>
                  <a:cubicBezTo>
                    <a:pt x="0" y="227"/>
                    <a:pt x="0" y="227"/>
                    <a:pt x="0" y="227"/>
                  </a:cubicBezTo>
                  <a:cubicBezTo>
                    <a:pt x="0" y="101"/>
                    <a:pt x="102" y="0"/>
                    <a:pt x="227" y="0"/>
                  </a:cubicBezTo>
                  <a:close/>
                </a:path>
              </a:pathLst>
            </a:custGeom>
            <a:solidFill>
              <a:srgbClr val="D8D8E0"/>
            </a:solidFill>
            <a:ln>
              <a:noFill/>
            </a:ln>
            <a:effectLst>
              <a:innerShdw blurRad="88900" dist="63500" dir="16200000">
                <a:prstClr val="black">
                  <a:alpha val="38000"/>
                </a:prstClr>
              </a:innerShdw>
            </a:effectLst>
          </p:spPr>
          <p:txBody>
            <a:bodyPr vert="horz" wrap="square" lIns="91440" tIns="45720" rIns="91440" bIns="45720" numCol="1" anchor="t" anchorCtr="0" compatLnSpc="1">
              <a:prstTxWarp prst="textNoShape">
                <a:avLst/>
              </a:prstTxWarp>
            </a:bodyPr>
            <a:lstStyle/>
            <a:p>
              <a:endParaRPr lang="zh-CN" altLang="en-US"/>
            </a:p>
          </p:txBody>
        </p:sp>
        <p:sp>
          <p:nvSpPr>
            <p:cNvPr id="7" name="Freeform 274"/>
            <p:cNvSpPr>
              <a:spLocks/>
            </p:cNvSpPr>
            <p:nvPr/>
          </p:nvSpPr>
          <p:spPr bwMode="auto">
            <a:xfrm>
              <a:off x="2357438" y="4359275"/>
              <a:ext cx="1089025" cy="2493963"/>
            </a:xfrm>
            <a:custGeom>
              <a:avLst/>
              <a:gdLst>
                <a:gd name="T0" fmla="*/ 227 w 458"/>
                <a:gd name="T1" fmla="*/ 0 h 1048"/>
                <a:gd name="T2" fmla="*/ 231 w 458"/>
                <a:gd name="T3" fmla="*/ 0 h 1048"/>
                <a:gd name="T4" fmla="*/ 458 w 458"/>
                <a:gd name="T5" fmla="*/ 227 h 1048"/>
                <a:gd name="T6" fmla="*/ 458 w 458"/>
                <a:gd name="T7" fmla="*/ 1048 h 1048"/>
                <a:gd name="T8" fmla="*/ 0 w 458"/>
                <a:gd name="T9" fmla="*/ 1048 h 1048"/>
                <a:gd name="T10" fmla="*/ 0 w 458"/>
                <a:gd name="T11" fmla="*/ 227 h 1048"/>
                <a:gd name="T12" fmla="*/ 227 w 458"/>
                <a:gd name="T13" fmla="*/ 0 h 1048"/>
              </a:gdLst>
              <a:ahLst/>
              <a:cxnLst>
                <a:cxn ang="0">
                  <a:pos x="T0" y="T1"/>
                </a:cxn>
                <a:cxn ang="0">
                  <a:pos x="T2" y="T3"/>
                </a:cxn>
                <a:cxn ang="0">
                  <a:pos x="T4" y="T5"/>
                </a:cxn>
                <a:cxn ang="0">
                  <a:pos x="T6" y="T7"/>
                </a:cxn>
                <a:cxn ang="0">
                  <a:pos x="T8" y="T9"/>
                </a:cxn>
                <a:cxn ang="0">
                  <a:pos x="T10" y="T11"/>
                </a:cxn>
                <a:cxn ang="0">
                  <a:pos x="T12" y="T13"/>
                </a:cxn>
              </a:cxnLst>
              <a:rect l="0" t="0" r="r" b="b"/>
              <a:pathLst>
                <a:path w="458" h="1048">
                  <a:moveTo>
                    <a:pt x="227" y="0"/>
                  </a:moveTo>
                  <a:cubicBezTo>
                    <a:pt x="231" y="0"/>
                    <a:pt x="231" y="0"/>
                    <a:pt x="231" y="0"/>
                  </a:cubicBezTo>
                  <a:cubicBezTo>
                    <a:pt x="357" y="0"/>
                    <a:pt x="458" y="101"/>
                    <a:pt x="458" y="227"/>
                  </a:cubicBezTo>
                  <a:cubicBezTo>
                    <a:pt x="458" y="1048"/>
                    <a:pt x="458" y="1048"/>
                    <a:pt x="458" y="1048"/>
                  </a:cubicBezTo>
                  <a:cubicBezTo>
                    <a:pt x="0" y="1048"/>
                    <a:pt x="0" y="1048"/>
                    <a:pt x="0" y="1048"/>
                  </a:cubicBezTo>
                  <a:cubicBezTo>
                    <a:pt x="0" y="227"/>
                    <a:pt x="0" y="227"/>
                    <a:pt x="0" y="227"/>
                  </a:cubicBezTo>
                  <a:cubicBezTo>
                    <a:pt x="0" y="101"/>
                    <a:pt x="101" y="0"/>
                    <a:pt x="227" y="0"/>
                  </a:cubicBezTo>
                  <a:close/>
                </a:path>
              </a:pathLst>
            </a:custGeom>
            <a:solidFill>
              <a:srgbClr val="D8D8E0"/>
            </a:solidFill>
            <a:ln>
              <a:noFill/>
            </a:ln>
            <a:effectLst>
              <a:innerShdw blurRad="88900" dist="63500" dir="16200000">
                <a:prstClr val="black">
                  <a:alpha val="38000"/>
                </a:prstClr>
              </a:innerShdw>
            </a:effectLst>
          </p:spPr>
          <p:txBody>
            <a:bodyPr vert="horz" wrap="square" lIns="91440" tIns="45720" rIns="91440" bIns="45720" numCol="1" anchor="t" anchorCtr="0" compatLnSpc="1">
              <a:prstTxWarp prst="textNoShape">
                <a:avLst/>
              </a:prstTxWarp>
            </a:bodyPr>
            <a:lstStyle/>
            <a:p>
              <a:endParaRPr lang="zh-CN" altLang="en-US"/>
            </a:p>
          </p:txBody>
        </p:sp>
        <p:sp>
          <p:nvSpPr>
            <p:cNvPr id="8" name="Freeform 280"/>
            <p:cNvSpPr>
              <a:spLocks/>
            </p:cNvSpPr>
            <p:nvPr/>
          </p:nvSpPr>
          <p:spPr bwMode="auto">
            <a:xfrm>
              <a:off x="4945063" y="4359275"/>
              <a:ext cx="1092200" cy="2493963"/>
            </a:xfrm>
            <a:custGeom>
              <a:avLst/>
              <a:gdLst>
                <a:gd name="T0" fmla="*/ 227 w 459"/>
                <a:gd name="T1" fmla="*/ 0 h 1048"/>
                <a:gd name="T2" fmla="*/ 232 w 459"/>
                <a:gd name="T3" fmla="*/ 0 h 1048"/>
                <a:gd name="T4" fmla="*/ 459 w 459"/>
                <a:gd name="T5" fmla="*/ 227 h 1048"/>
                <a:gd name="T6" fmla="*/ 459 w 459"/>
                <a:gd name="T7" fmla="*/ 1048 h 1048"/>
                <a:gd name="T8" fmla="*/ 0 w 459"/>
                <a:gd name="T9" fmla="*/ 1048 h 1048"/>
                <a:gd name="T10" fmla="*/ 0 w 459"/>
                <a:gd name="T11" fmla="*/ 227 h 1048"/>
                <a:gd name="T12" fmla="*/ 227 w 459"/>
                <a:gd name="T13" fmla="*/ 0 h 1048"/>
              </a:gdLst>
              <a:ahLst/>
              <a:cxnLst>
                <a:cxn ang="0">
                  <a:pos x="T0" y="T1"/>
                </a:cxn>
                <a:cxn ang="0">
                  <a:pos x="T2" y="T3"/>
                </a:cxn>
                <a:cxn ang="0">
                  <a:pos x="T4" y="T5"/>
                </a:cxn>
                <a:cxn ang="0">
                  <a:pos x="T6" y="T7"/>
                </a:cxn>
                <a:cxn ang="0">
                  <a:pos x="T8" y="T9"/>
                </a:cxn>
                <a:cxn ang="0">
                  <a:pos x="T10" y="T11"/>
                </a:cxn>
                <a:cxn ang="0">
                  <a:pos x="T12" y="T13"/>
                </a:cxn>
              </a:cxnLst>
              <a:rect l="0" t="0" r="r" b="b"/>
              <a:pathLst>
                <a:path w="459" h="1048">
                  <a:moveTo>
                    <a:pt x="227" y="0"/>
                  </a:moveTo>
                  <a:cubicBezTo>
                    <a:pt x="232" y="0"/>
                    <a:pt x="232" y="0"/>
                    <a:pt x="232" y="0"/>
                  </a:cubicBezTo>
                  <a:cubicBezTo>
                    <a:pt x="357" y="0"/>
                    <a:pt x="459" y="101"/>
                    <a:pt x="459" y="227"/>
                  </a:cubicBezTo>
                  <a:cubicBezTo>
                    <a:pt x="459" y="1048"/>
                    <a:pt x="459" y="1048"/>
                    <a:pt x="459" y="1048"/>
                  </a:cubicBezTo>
                  <a:cubicBezTo>
                    <a:pt x="0" y="1048"/>
                    <a:pt x="0" y="1048"/>
                    <a:pt x="0" y="1048"/>
                  </a:cubicBezTo>
                  <a:cubicBezTo>
                    <a:pt x="0" y="227"/>
                    <a:pt x="0" y="227"/>
                    <a:pt x="0" y="227"/>
                  </a:cubicBezTo>
                  <a:cubicBezTo>
                    <a:pt x="0" y="101"/>
                    <a:pt x="102" y="0"/>
                    <a:pt x="227" y="0"/>
                  </a:cubicBezTo>
                  <a:close/>
                </a:path>
              </a:pathLst>
            </a:custGeom>
            <a:solidFill>
              <a:srgbClr val="D8D8E0"/>
            </a:solidFill>
            <a:ln>
              <a:noFill/>
            </a:ln>
            <a:effectLst>
              <a:innerShdw blurRad="88900" dist="63500" dir="16200000">
                <a:prstClr val="black">
                  <a:alpha val="38000"/>
                </a:prstClr>
              </a:innerShdw>
            </a:effectLst>
          </p:spPr>
          <p:txBody>
            <a:bodyPr vert="horz" wrap="square" lIns="91440" tIns="45720" rIns="91440" bIns="45720" numCol="1" anchor="t" anchorCtr="0" compatLnSpc="1">
              <a:prstTxWarp prst="textNoShape">
                <a:avLst/>
              </a:prstTxWarp>
            </a:bodyPr>
            <a:lstStyle/>
            <a:p>
              <a:endParaRPr lang="zh-CN" altLang="en-US"/>
            </a:p>
          </p:txBody>
        </p:sp>
        <p:sp>
          <p:nvSpPr>
            <p:cNvPr id="9" name="Freeform 286"/>
            <p:cNvSpPr>
              <a:spLocks/>
            </p:cNvSpPr>
            <p:nvPr/>
          </p:nvSpPr>
          <p:spPr bwMode="auto">
            <a:xfrm>
              <a:off x="3651251" y="4359275"/>
              <a:ext cx="1090613" cy="2493963"/>
            </a:xfrm>
            <a:custGeom>
              <a:avLst/>
              <a:gdLst>
                <a:gd name="T0" fmla="*/ 227 w 458"/>
                <a:gd name="T1" fmla="*/ 0 h 1048"/>
                <a:gd name="T2" fmla="*/ 231 w 458"/>
                <a:gd name="T3" fmla="*/ 0 h 1048"/>
                <a:gd name="T4" fmla="*/ 458 w 458"/>
                <a:gd name="T5" fmla="*/ 227 h 1048"/>
                <a:gd name="T6" fmla="*/ 458 w 458"/>
                <a:gd name="T7" fmla="*/ 1048 h 1048"/>
                <a:gd name="T8" fmla="*/ 0 w 458"/>
                <a:gd name="T9" fmla="*/ 1048 h 1048"/>
                <a:gd name="T10" fmla="*/ 0 w 458"/>
                <a:gd name="T11" fmla="*/ 227 h 1048"/>
                <a:gd name="T12" fmla="*/ 227 w 458"/>
                <a:gd name="T13" fmla="*/ 0 h 1048"/>
              </a:gdLst>
              <a:ahLst/>
              <a:cxnLst>
                <a:cxn ang="0">
                  <a:pos x="T0" y="T1"/>
                </a:cxn>
                <a:cxn ang="0">
                  <a:pos x="T2" y="T3"/>
                </a:cxn>
                <a:cxn ang="0">
                  <a:pos x="T4" y="T5"/>
                </a:cxn>
                <a:cxn ang="0">
                  <a:pos x="T6" y="T7"/>
                </a:cxn>
                <a:cxn ang="0">
                  <a:pos x="T8" y="T9"/>
                </a:cxn>
                <a:cxn ang="0">
                  <a:pos x="T10" y="T11"/>
                </a:cxn>
                <a:cxn ang="0">
                  <a:pos x="T12" y="T13"/>
                </a:cxn>
              </a:cxnLst>
              <a:rect l="0" t="0" r="r" b="b"/>
              <a:pathLst>
                <a:path w="458" h="1048">
                  <a:moveTo>
                    <a:pt x="227" y="0"/>
                  </a:moveTo>
                  <a:cubicBezTo>
                    <a:pt x="231" y="0"/>
                    <a:pt x="231" y="0"/>
                    <a:pt x="231" y="0"/>
                  </a:cubicBezTo>
                  <a:cubicBezTo>
                    <a:pt x="357" y="0"/>
                    <a:pt x="458" y="101"/>
                    <a:pt x="458" y="227"/>
                  </a:cubicBezTo>
                  <a:cubicBezTo>
                    <a:pt x="458" y="1048"/>
                    <a:pt x="458" y="1048"/>
                    <a:pt x="458" y="1048"/>
                  </a:cubicBezTo>
                  <a:cubicBezTo>
                    <a:pt x="0" y="1048"/>
                    <a:pt x="0" y="1048"/>
                    <a:pt x="0" y="1048"/>
                  </a:cubicBezTo>
                  <a:cubicBezTo>
                    <a:pt x="0" y="227"/>
                    <a:pt x="0" y="227"/>
                    <a:pt x="0" y="227"/>
                  </a:cubicBezTo>
                  <a:cubicBezTo>
                    <a:pt x="0" y="101"/>
                    <a:pt x="101" y="0"/>
                    <a:pt x="227" y="0"/>
                  </a:cubicBezTo>
                  <a:close/>
                </a:path>
              </a:pathLst>
            </a:custGeom>
            <a:solidFill>
              <a:srgbClr val="D8D8E0"/>
            </a:solidFill>
            <a:ln>
              <a:noFill/>
            </a:ln>
            <a:effectLst>
              <a:innerShdw blurRad="88900" dist="63500" dir="16200000">
                <a:prstClr val="black">
                  <a:alpha val="38000"/>
                </a:prstClr>
              </a:innerShdw>
            </a:effectLst>
          </p:spPr>
          <p:txBody>
            <a:bodyPr vert="horz" wrap="square" lIns="91440" tIns="45720" rIns="91440" bIns="45720" numCol="1" anchor="t" anchorCtr="0" compatLnSpc="1">
              <a:prstTxWarp prst="textNoShape">
                <a:avLst/>
              </a:prstTxWarp>
            </a:bodyPr>
            <a:lstStyle/>
            <a:p>
              <a:endParaRPr lang="zh-CN" altLang="en-US"/>
            </a:p>
          </p:txBody>
        </p:sp>
        <p:sp>
          <p:nvSpPr>
            <p:cNvPr id="2" name="Oval 272"/>
            <p:cNvSpPr>
              <a:spLocks noChangeArrowheads="1"/>
            </p:cNvSpPr>
            <p:nvPr/>
          </p:nvSpPr>
          <p:spPr bwMode="auto">
            <a:xfrm>
              <a:off x="1109663" y="4411663"/>
              <a:ext cx="996950" cy="996950"/>
            </a:xfrm>
            <a:prstGeom prst="ellipse">
              <a:avLst/>
            </a:prstGeom>
            <a:gradFill flip="none" rotWithShape="1">
              <a:gsLst>
                <a:gs pos="100000">
                  <a:srgbClr val="FFFFFF">
                    <a:lumMod val="100000"/>
                  </a:srgbClr>
                </a:gs>
                <a:gs pos="0">
                  <a:srgbClr val="D9D9DA"/>
                </a:gs>
              </a:gsLst>
              <a:lin ang="2700000" scaled="1"/>
              <a:tileRect/>
            </a:gradFill>
            <a:ln w="12700" cap="flat" cmpd="sng" algn="ctr">
              <a:gradFill flip="none" rotWithShape="1">
                <a:gsLst>
                  <a:gs pos="100000">
                    <a:srgbClr val="FFFFFF"/>
                  </a:gs>
                  <a:gs pos="0">
                    <a:srgbClr val="D9D9DA"/>
                  </a:gs>
                </a:gsLst>
                <a:lin ang="13500000" scaled="1"/>
                <a:tileRect/>
              </a:gradFill>
              <a:prstDash val="solid"/>
              <a:miter lim="800000"/>
            </a:ln>
            <a:effectLst>
              <a:outerShdw blurRad="114300" dist="25400" dir="2700000" algn="t" rotWithShape="0">
                <a:prstClr val="black">
                  <a:alpha val="35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3" name="Oval 278"/>
            <p:cNvSpPr>
              <a:spLocks noChangeArrowheads="1"/>
            </p:cNvSpPr>
            <p:nvPr/>
          </p:nvSpPr>
          <p:spPr bwMode="auto">
            <a:xfrm>
              <a:off x="2405063" y="4411663"/>
              <a:ext cx="996950" cy="996950"/>
            </a:xfrm>
            <a:prstGeom prst="ellipse">
              <a:avLst/>
            </a:prstGeom>
            <a:gradFill flip="none" rotWithShape="1">
              <a:gsLst>
                <a:gs pos="100000">
                  <a:srgbClr val="FFFFFF">
                    <a:lumMod val="100000"/>
                  </a:srgbClr>
                </a:gs>
                <a:gs pos="0">
                  <a:srgbClr val="D9D9DA"/>
                </a:gs>
              </a:gsLst>
              <a:lin ang="2700000" scaled="1"/>
              <a:tileRect/>
            </a:gradFill>
            <a:ln w="12700" cap="flat" cmpd="sng" algn="ctr">
              <a:gradFill flip="none" rotWithShape="1">
                <a:gsLst>
                  <a:gs pos="100000">
                    <a:srgbClr val="FFFFFF"/>
                  </a:gs>
                  <a:gs pos="0">
                    <a:srgbClr val="D9D9DA"/>
                  </a:gs>
                </a:gsLst>
                <a:lin ang="13500000" scaled="1"/>
                <a:tileRect/>
              </a:gradFill>
              <a:prstDash val="solid"/>
              <a:miter lim="800000"/>
            </a:ln>
            <a:effectLst>
              <a:outerShdw blurRad="114300" dist="25400" dir="2700000" algn="t" rotWithShape="0">
                <a:prstClr val="black">
                  <a:alpha val="35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4" name="Oval 284"/>
            <p:cNvSpPr>
              <a:spLocks noChangeArrowheads="1"/>
            </p:cNvSpPr>
            <p:nvPr/>
          </p:nvSpPr>
          <p:spPr bwMode="auto">
            <a:xfrm>
              <a:off x="4992688" y="4411663"/>
              <a:ext cx="996950" cy="996950"/>
            </a:xfrm>
            <a:prstGeom prst="ellipse">
              <a:avLst/>
            </a:prstGeom>
            <a:gradFill flip="none" rotWithShape="1">
              <a:gsLst>
                <a:gs pos="100000">
                  <a:srgbClr val="FFFFFF">
                    <a:lumMod val="100000"/>
                  </a:srgbClr>
                </a:gs>
                <a:gs pos="0">
                  <a:srgbClr val="D9D9DA"/>
                </a:gs>
              </a:gsLst>
              <a:lin ang="2700000" scaled="1"/>
              <a:tileRect/>
            </a:gradFill>
            <a:ln w="12700" cap="flat" cmpd="sng" algn="ctr">
              <a:gradFill flip="none" rotWithShape="1">
                <a:gsLst>
                  <a:gs pos="100000">
                    <a:srgbClr val="FFFFFF"/>
                  </a:gs>
                  <a:gs pos="0">
                    <a:srgbClr val="D9D9DA"/>
                  </a:gs>
                </a:gsLst>
                <a:lin ang="13500000" scaled="1"/>
                <a:tileRect/>
              </a:gradFill>
              <a:prstDash val="solid"/>
              <a:miter lim="800000"/>
            </a:ln>
            <a:effectLst>
              <a:outerShdw blurRad="114300" dist="25400" dir="2700000" algn="t" rotWithShape="0">
                <a:prstClr val="black">
                  <a:alpha val="35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5" name="Oval 290"/>
            <p:cNvSpPr>
              <a:spLocks noChangeArrowheads="1"/>
            </p:cNvSpPr>
            <p:nvPr/>
          </p:nvSpPr>
          <p:spPr bwMode="auto">
            <a:xfrm>
              <a:off x="3697288" y="4411663"/>
              <a:ext cx="996950" cy="996950"/>
            </a:xfrm>
            <a:prstGeom prst="ellipse">
              <a:avLst/>
            </a:prstGeom>
            <a:gradFill flip="none" rotWithShape="1">
              <a:gsLst>
                <a:gs pos="100000">
                  <a:srgbClr val="FFFFFF">
                    <a:lumMod val="100000"/>
                  </a:srgbClr>
                </a:gs>
                <a:gs pos="0">
                  <a:srgbClr val="D9D9DA"/>
                </a:gs>
              </a:gsLst>
              <a:lin ang="2700000" scaled="1"/>
              <a:tileRect/>
            </a:gradFill>
            <a:ln w="12700" cap="flat" cmpd="sng" algn="ctr">
              <a:gradFill flip="none" rotWithShape="1">
                <a:gsLst>
                  <a:gs pos="100000">
                    <a:srgbClr val="FFFFFF"/>
                  </a:gs>
                  <a:gs pos="0">
                    <a:srgbClr val="D9D9DA"/>
                  </a:gs>
                </a:gsLst>
                <a:lin ang="13500000" scaled="1"/>
                <a:tileRect/>
              </a:gradFill>
              <a:prstDash val="solid"/>
              <a:miter lim="800000"/>
            </a:ln>
            <a:effectLst>
              <a:outerShdw blurRad="114300" dist="25400" dir="2700000" algn="t" rotWithShape="0">
                <a:prstClr val="black">
                  <a:alpha val="35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grpSp>
          <p:nvGrpSpPr>
            <p:cNvPr id="26" name="组合 25"/>
            <p:cNvGrpSpPr/>
            <p:nvPr/>
          </p:nvGrpSpPr>
          <p:grpSpPr>
            <a:xfrm>
              <a:off x="1331120" y="4629944"/>
              <a:ext cx="563562" cy="560388"/>
              <a:chOff x="970936" y="2022475"/>
              <a:chExt cx="563562" cy="560388"/>
            </a:xfrm>
          </p:grpSpPr>
          <p:sp>
            <p:nvSpPr>
              <p:cNvPr id="12" name="Freeform 5"/>
              <p:cNvSpPr>
                <a:spLocks noEditPoints="1"/>
              </p:cNvSpPr>
              <p:nvPr/>
            </p:nvSpPr>
            <p:spPr bwMode="auto">
              <a:xfrm>
                <a:off x="1026498" y="2092325"/>
                <a:ext cx="450850" cy="490538"/>
              </a:xfrm>
              <a:custGeom>
                <a:avLst/>
                <a:gdLst>
                  <a:gd name="T0" fmla="*/ 60 w 120"/>
                  <a:gd name="T1" fmla="*/ 0 h 129"/>
                  <a:gd name="T2" fmla="*/ 0 w 120"/>
                  <a:gd name="T3" fmla="*/ 45 h 129"/>
                  <a:gd name="T4" fmla="*/ 0 w 120"/>
                  <a:gd name="T5" fmla="*/ 129 h 129"/>
                  <a:gd name="T6" fmla="*/ 120 w 120"/>
                  <a:gd name="T7" fmla="*/ 129 h 129"/>
                  <a:gd name="T8" fmla="*/ 120 w 120"/>
                  <a:gd name="T9" fmla="*/ 45 h 129"/>
                  <a:gd name="T10" fmla="*/ 60 w 120"/>
                  <a:gd name="T11" fmla="*/ 0 h 129"/>
                  <a:gd name="T12" fmla="*/ 60 w 120"/>
                  <a:gd name="T13" fmla="*/ 18 h 129"/>
                  <a:gd name="T14" fmla="*/ 69 w 120"/>
                  <a:gd name="T15" fmla="*/ 27 h 129"/>
                  <a:gd name="T16" fmla="*/ 60 w 120"/>
                  <a:gd name="T17" fmla="*/ 36 h 129"/>
                  <a:gd name="T18" fmla="*/ 51 w 120"/>
                  <a:gd name="T19" fmla="*/ 27 h 129"/>
                  <a:gd name="T20" fmla="*/ 60 w 120"/>
                  <a:gd name="T21" fmla="*/ 18 h 129"/>
                  <a:gd name="T22" fmla="*/ 81 w 120"/>
                  <a:gd name="T23" fmla="*/ 102 h 129"/>
                  <a:gd name="T24" fmla="*/ 39 w 120"/>
                  <a:gd name="T25" fmla="*/ 102 h 129"/>
                  <a:gd name="T26" fmla="*/ 39 w 120"/>
                  <a:gd name="T27" fmla="*/ 60 h 129"/>
                  <a:gd name="T28" fmla="*/ 81 w 120"/>
                  <a:gd name="T29" fmla="*/ 60 h 129"/>
                  <a:gd name="T30" fmla="*/ 81 w 120"/>
                  <a:gd name="T31" fmla="*/ 102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129">
                    <a:moveTo>
                      <a:pt x="60" y="0"/>
                    </a:moveTo>
                    <a:cubicBezTo>
                      <a:pt x="0" y="45"/>
                      <a:pt x="0" y="45"/>
                      <a:pt x="0" y="45"/>
                    </a:cubicBezTo>
                    <a:cubicBezTo>
                      <a:pt x="0" y="129"/>
                      <a:pt x="0" y="129"/>
                      <a:pt x="0" y="129"/>
                    </a:cubicBezTo>
                    <a:cubicBezTo>
                      <a:pt x="120" y="129"/>
                      <a:pt x="120" y="129"/>
                      <a:pt x="120" y="129"/>
                    </a:cubicBezTo>
                    <a:cubicBezTo>
                      <a:pt x="120" y="45"/>
                      <a:pt x="120" y="45"/>
                      <a:pt x="120" y="45"/>
                    </a:cubicBezTo>
                    <a:lnTo>
                      <a:pt x="60" y="0"/>
                    </a:lnTo>
                    <a:close/>
                    <a:moveTo>
                      <a:pt x="60" y="18"/>
                    </a:moveTo>
                    <a:cubicBezTo>
                      <a:pt x="65" y="18"/>
                      <a:pt x="69" y="22"/>
                      <a:pt x="69" y="27"/>
                    </a:cubicBezTo>
                    <a:cubicBezTo>
                      <a:pt x="69" y="32"/>
                      <a:pt x="65" y="36"/>
                      <a:pt x="60" y="36"/>
                    </a:cubicBezTo>
                    <a:cubicBezTo>
                      <a:pt x="55" y="36"/>
                      <a:pt x="51" y="32"/>
                      <a:pt x="51" y="27"/>
                    </a:cubicBezTo>
                    <a:cubicBezTo>
                      <a:pt x="51" y="22"/>
                      <a:pt x="55" y="18"/>
                      <a:pt x="60" y="18"/>
                    </a:cubicBezTo>
                    <a:close/>
                    <a:moveTo>
                      <a:pt x="81" y="102"/>
                    </a:moveTo>
                    <a:cubicBezTo>
                      <a:pt x="39" y="102"/>
                      <a:pt x="39" y="102"/>
                      <a:pt x="39" y="102"/>
                    </a:cubicBezTo>
                    <a:cubicBezTo>
                      <a:pt x="39" y="60"/>
                      <a:pt x="39" y="60"/>
                      <a:pt x="39" y="60"/>
                    </a:cubicBezTo>
                    <a:cubicBezTo>
                      <a:pt x="81" y="60"/>
                      <a:pt x="81" y="60"/>
                      <a:pt x="81" y="60"/>
                    </a:cubicBezTo>
                    <a:lnTo>
                      <a:pt x="81" y="102"/>
                    </a:lnTo>
                    <a:close/>
                  </a:path>
                </a:pathLst>
              </a:custGeom>
              <a:solidFill>
                <a:srgbClr val="EF8B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Rectangle 6"/>
              <p:cNvSpPr>
                <a:spLocks noChangeArrowheads="1"/>
              </p:cNvSpPr>
              <p:nvPr/>
            </p:nvSpPr>
            <p:spPr bwMode="auto">
              <a:xfrm>
                <a:off x="1240811" y="2320925"/>
                <a:ext cx="22225" cy="160338"/>
              </a:xfrm>
              <a:prstGeom prst="rect">
                <a:avLst/>
              </a:prstGeom>
              <a:solidFill>
                <a:srgbClr val="EF8B1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Rectangle 7"/>
              <p:cNvSpPr>
                <a:spLocks noChangeArrowheads="1"/>
              </p:cNvSpPr>
              <p:nvPr/>
            </p:nvSpPr>
            <p:spPr bwMode="auto">
              <a:xfrm>
                <a:off x="1174136" y="2389188"/>
                <a:ext cx="157162" cy="22225"/>
              </a:xfrm>
              <a:prstGeom prst="rect">
                <a:avLst/>
              </a:prstGeom>
              <a:solidFill>
                <a:srgbClr val="EF8B1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8"/>
              <p:cNvSpPr>
                <a:spLocks/>
              </p:cNvSpPr>
              <p:nvPr/>
            </p:nvSpPr>
            <p:spPr bwMode="auto">
              <a:xfrm>
                <a:off x="970936" y="2022475"/>
                <a:ext cx="563562" cy="249238"/>
              </a:xfrm>
              <a:custGeom>
                <a:avLst/>
                <a:gdLst>
                  <a:gd name="T0" fmla="*/ 149 w 150"/>
                  <a:gd name="T1" fmla="*/ 55 h 65"/>
                  <a:gd name="T2" fmla="*/ 135 w 150"/>
                  <a:gd name="T3" fmla="*/ 45 h 65"/>
                  <a:gd name="T4" fmla="*/ 75 w 150"/>
                  <a:gd name="T5" fmla="*/ 0 h 65"/>
                  <a:gd name="T6" fmla="*/ 48 w 150"/>
                  <a:gd name="T7" fmla="*/ 20 h 65"/>
                  <a:gd name="T8" fmla="*/ 48 w 150"/>
                  <a:gd name="T9" fmla="*/ 9 h 65"/>
                  <a:gd name="T10" fmla="*/ 45 w 150"/>
                  <a:gd name="T11" fmla="*/ 6 h 65"/>
                  <a:gd name="T12" fmla="*/ 43 w 150"/>
                  <a:gd name="T13" fmla="*/ 6 h 65"/>
                  <a:gd name="T14" fmla="*/ 39 w 150"/>
                  <a:gd name="T15" fmla="*/ 9 h 65"/>
                  <a:gd name="T16" fmla="*/ 39 w 150"/>
                  <a:gd name="T17" fmla="*/ 27 h 65"/>
                  <a:gd name="T18" fmla="*/ 15 w 150"/>
                  <a:gd name="T19" fmla="*/ 45 h 65"/>
                  <a:gd name="T20" fmla="*/ 2 w 150"/>
                  <a:gd name="T21" fmla="*/ 55 h 65"/>
                  <a:gd name="T22" fmla="*/ 0 w 150"/>
                  <a:gd name="T23" fmla="*/ 58 h 65"/>
                  <a:gd name="T24" fmla="*/ 0 w 150"/>
                  <a:gd name="T25" fmla="*/ 59 h 65"/>
                  <a:gd name="T26" fmla="*/ 8 w 150"/>
                  <a:gd name="T27" fmla="*/ 62 h 65"/>
                  <a:gd name="T28" fmla="*/ 15 w 150"/>
                  <a:gd name="T29" fmla="*/ 57 h 65"/>
                  <a:gd name="T30" fmla="*/ 75 w 150"/>
                  <a:gd name="T31" fmla="*/ 12 h 65"/>
                  <a:gd name="T32" fmla="*/ 135 w 150"/>
                  <a:gd name="T33" fmla="*/ 57 h 65"/>
                  <a:gd name="T34" fmla="*/ 143 w 150"/>
                  <a:gd name="T35" fmla="*/ 62 h 65"/>
                  <a:gd name="T36" fmla="*/ 150 w 150"/>
                  <a:gd name="T37" fmla="*/ 59 h 65"/>
                  <a:gd name="T38" fmla="*/ 150 w 150"/>
                  <a:gd name="T39" fmla="*/ 58 h 65"/>
                  <a:gd name="T40" fmla="*/ 149 w 150"/>
                  <a:gd name="T41" fmla="*/ 5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0" h="65">
                    <a:moveTo>
                      <a:pt x="149" y="55"/>
                    </a:moveTo>
                    <a:cubicBezTo>
                      <a:pt x="135" y="45"/>
                      <a:pt x="135" y="45"/>
                      <a:pt x="135" y="45"/>
                    </a:cubicBezTo>
                    <a:cubicBezTo>
                      <a:pt x="75" y="0"/>
                      <a:pt x="75" y="0"/>
                      <a:pt x="75" y="0"/>
                    </a:cubicBezTo>
                    <a:cubicBezTo>
                      <a:pt x="48" y="20"/>
                      <a:pt x="48" y="20"/>
                      <a:pt x="48" y="20"/>
                    </a:cubicBezTo>
                    <a:cubicBezTo>
                      <a:pt x="48" y="9"/>
                      <a:pt x="48" y="9"/>
                      <a:pt x="48" y="9"/>
                    </a:cubicBezTo>
                    <a:cubicBezTo>
                      <a:pt x="48" y="7"/>
                      <a:pt x="47" y="6"/>
                      <a:pt x="45" y="6"/>
                    </a:cubicBezTo>
                    <a:cubicBezTo>
                      <a:pt x="43" y="6"/>
                      <a:pt x="43" y="6"/>
                      <a:pt x="43" y="6"/>
                    </a:cubicBezTo>
                    <a:cubicBezTo>
                      <a:pt x="41" y="6"/>
                      <a:pt x="39" y="7"/>
                      <a:pt x="39" y="9"/>
                    </a:cubicBezTo>
                    <a:cubicBezTo>
                      <a:pt x="39" y="27"/>
                      <a:pt x="39" y="27"/>
                      <a:pt x="39" y="27"/>
                    </a:cubicBezTo>
                    <a:cubicBezTo>
                      <a:pt x="15" y="45"/>
                      <a:pt x="15" y="45"/>
                      <a:pt x="15" y="45"/>
                    </a:cubicBezTo>
                    <a:cubicBezTo>
                      <a:pt x="2" y="55"/>
                      <a:pt x="2" y="55"/>
                      <a:pt x="2" y="55"/>
                    </a:cubicBezTo>
                    <a:cubicBezTo>
                      <a:pt x="1" y="56"/>
                      <a:pt x="0" y="57"/>
                      <a:pt x="0" y="58"/>
                    </a:cubicBezTo>
                    <a:cubicBezTo>
                      <a:pt x="0" y="59"/>
                      <a:pt x="0" y="59"/>
                      <a:pt x="0" y="59"/>
                    </a:cubicBezTo>
                    <a:cubicBezTo>
                      <a:pt x="0" y="62"/>
                      <a:pt x="5" y="65"/>
                      <a:pt x="8" y="62"/>
                    </a:cubicBezTo>
                    <a:cubicBezTo>
                      <a:pt x="15" y="57"/>
                      <a:pt x="15" y="57"/>
                      <a:pt x="15" y="57"/>
                    </a:cubicBezTo>
                    <a:cubicBezTo>
                      <a:pt x="75" y="12"/>
                      <a:pt x="75" y="12"/>
                      <a:pt x="75" y="12"/>
                    </a:cubicBezTo>
                    <a:cubicBezTo>
                      <a:pt x="135" y="57"/>
                      <a:pt x="135" y="57"/>
                      <a:pt x="135" y="57"/>
                    </a:cubicBezTo>
                    <a:cubicBezTo>
                      <a:pt x="143" y="62"/>
                      <a:pt x="143" y="62"/>
                      <a:pt x="143" y="62"/>
                    </a:cubicBezTo>
                    <a:cubicBezTo>
                      <a:pt x="146" y="65"/>
                      <a:pt x="150" y="62"/>
                      <a:pt x="150" y="59"/>
                    </a:cubicBezTo>
                    <a:cubicBezTo>
                      <a:pt x="150" y="58"/>
                      <a:pt x="150" y="58"/>
                      <a:pt x="150" y="58"/>
                    </a:cubicBezTo>
                    <a:cubicBezTo>
                      <a:pt x="150" y="57"/>
                      <a:pt x="150" y="56"/>
                      <a:pt x="149" y="55"/>
                    </a:cubicBezTo>
                    <a:close/>
                  </a:path>
                </a:pathLst>
              </a:custGeom>
              <a:solidFill>
                <a:srgbClr val="EF8B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7" name="组合 26"/>
            <p:cNvGrpSpPr>
              <a:grpSpLocks noChangeAspect="1"/>
            </p:cNvGrpSpPr>
            <p:nvPr/>
          </p:nvGrpSpPr>
          <p:grpSpPr>
            <a:xfrm>
              <a:off x="2624191" y="4593302"/>
              <a:ext cx="622554" cy="633671"/>
              <a:chOff x="2956898" y="1924050"/>
              <a:chExt cx="711200" cy="723900"/>
            </a:xfrm>
          </p:grpSpPr>
          <p:sp>
            <p:nvSpPr>
              <p:cNvPr id="16" name="Freeform 9"/>
              <p:cNvSpPr>
                <a:spLocks/>
              </p:cNvSpPr>
              <p:nvPr/>
            </p:nvSpPr>
            <p:spPr bwMode="auto">
              <a:xfrm>
                <a:off x="3096598" y="2130425"/>
                <a:ext cx="368300" cy="373063"/>
              </a:xfrm>
              <a:custGeom>
                <a:avLst/>
                <a:gdLst>
                  <a:gd name="T0" fmla="*/ 83 w 98"/>
                  <a:gd name="T1" fmla="*/ 49 h 98"/>
                  <a:gd name="T2" fmla="*/ 49 w 98"/>
                  <a:gd name="T3" fmla="*/ 82 h 98"/>
                  <a:gd name="T4" fmla="*/ 16 w 98"/>
                  <a:gd name="T5" fmla="*/ 49 h 98"/>
                  <a:gd name="T6" fmla="*/ 49 w 98"/>
                  <a:gd name="T7" fmla="*/ 16 h 98"/>
                  <a:gd name="T8" fmla="*/ 67 w 98"/>
                  <a:gd name="T9" fmla="*/ 21 h 98"/>
                  <a:gd name="T10" fmla="*/ 78 w 98"/>
                  <a:gd name="T11" fmla="*/ 9 h 98"/>
                  <a:gd name="T12" fmla="*/ 49 w 98"/>
                  <a:gd name="T13" fmla="*/ 0 h 98"/>
                  <a:gd name="T14" fmla="*/ 0 w 98"/>
                  <a:gd name="T15" fmla="*/ 49 h 98"/>
                  <a:gd name="T16" fmla="*/ 49 w 98"/>
                  <a:gd name="T17" fmla="*/ 98 h 98"/>
                  <a:gd name="T18" fmla="*/ 98 w 98"/>
                  <a:gd name="T19" fmla="*/ 49 h 98"/>
                  <a:gd name="T20" fmla="*/ 89 w 98"/>
                  <a:gd name="T21" fmla="*/ 20 h 98"/>
                  <a:gd name="T22" fmla="*/ 78 w 98"/>
                  <a:gd name="T23" fmla="*/ 32 h 98"/>
                  <a:gd name="T24" fmla="*/ 83 w 98"/>
                  <a:gd name="T25" fmla="*/ 49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8" h="98">
                    <a:moveTo>
                      <a:pt x="83" y="49"/>
                    </a:moveTo>
                    <a:cubicBezTo>
                      <a:pt x="83" y="67"/>
                      <a:pt x="68" y="82"/>
                      <a:pt x="49" y="82"/>
                    </a:cubicBezTo>
                    <a:cubicBezTo>
                      <a:pt x="31" y="82"/>
                      <a:pt x="16" y="67"/>
                      <a:pt x="16" y="49"/>
                    </a:cubicBezTo>
                    <a:cubicBezTo>
                      <a:pt x="16" y="31"/>
                      <a:pt x="31" y="16"/>
                      <a:pt x="49" y="16"/>
                    </a:cubicBezTo>
                    <a:cubicBezTo>
                      <a:pt x="56" y="16"/>
                      <a:pt x="62" y="18"/>
                      <a:pt x="67" y="21"/>
                    </a:cubicBezTo>
                    <a:cubicBezTo>
                      <a:pt x="78" y="9"/>
                      <a:pt x="78" y="9"/>
                      <a:pt x="78" y="9"/>
                    </a:cubicBezTo>
                    <a:cubicBezTo>
                      <a:pt x="70" y="4"/>
                      <a:pt x="60" y="0"/>
                      <a:pt x="49" y="0"/>
                    </a:cubicBezTo>
                    <a:cubicBezTo>
                      <a:pt x="22" y="0"/>
                      <a:pt x="0" y="22"/>
                      <a:pt x="0" y="49"/>
                    </a:cubicBezTo>
                    <a:cubicBezTo>
                      <a:pt x="0" y="76"/>
                      <a:pt x="22" y="98"/>
                      <a:pt x="49" y="98"/>
                    </a:cubicBezTo>
                    <a:cubicBezTo>
                      <a:pt x="76" y="98"/>
                      <a:pt x="98" y="76"/>
                      <a:pt x="98" y="49"/>
                    </a:cubicBezTo>
                    <a:cubicBezTo>
                      <a:pt x="98" y="38"/>
                      <a:pt x="95" y="29"/>
                      <a:pt x="89" y="20"/>
                    </a:cubicBezTo>
                    <a:cubicBezTo>
                      <a:pt x="78" y="32"/>
                      <a:pt x="78" y="32"/>
                      <a:pt x="78" y="32"/>
                    </a:cubicBezTo>
                    <a:cubicBezTo>
                      <a:pt x="81" y="37"/>
                      <a:pt x="83" y="43"/>
                      <a:pt x="83" y="49"/>
                    </a:cubicBezTo>
                    <a:close/>
                  </a:path>
                </a:pathLst>
              </a:custGeom>
              <a:solidFill>
                <a:srgbClr val="28B8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0"/>
              <p:cNvSpPr>
                <a:spLocks/>
              </p:cNvSpPr>
              <p:nvPr/>
            </p:nvSpPr>
            <p:spPr bwMode="auto">
              <a:xfrm>
                <a:off x="3223598" y="2259013"/>
                <a:ext cx="117475" cy="119063"/>
              </a:xfrm>
              <a:custGeom>
                <a:avLst/>
                <a:gdLst>
                  <a:gd name="T0" fmla="*/ 21 w 31"/>
                  <a:gd name="T1" fmla="*/ 1 h 31"/>
                  <a:gd name="T2" fmla="*/ 15 w 31"/>
                  <a:gd name="T3" fmla="*/ 0 h 31"/>
                  <a:gd name="T4" fmla="*/ 0 w 31"/>
                  <a:gd name="T5" fmla="*/ 15 h 31"/>
                  <a:gd name="T6" fmla="*/ 15 w 31"/>
                  <a:gd name="T7" fmla="*/ 31 h 31"/>
                  <a:gd name="T8" fmla="*/ 31 w 31"/>
                  <a:gd name="T9" fmla="*/ 15 h 31"/>
                  <a:gd name="T10" fmla="*/ 30 w 31"/>
                  <a:gd name="T11" fmla="*/ 10 h 31"/>
                  <a:gd name="T12" fmla="*/ 15 w 31"/>
                  <a:gd name="T13" fmla="*/ 16 h 31"/>
                  <a:gd name="T14" fmla="*/ 21 w 31"/>
                  <a:gd name="T15" fmla="*/ 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31">
                    <a:moveTo>
                      <a:pt x="21" y="1"/>
                    </a:moveTo>
                    <a:cubicBezTo>
                      <a:pt x="19" y="0"/>
                      <a:pt x="17" y="0"/>
                      <a:pt x="15" y="0"/>
                    </a:cubicBezTo>
                    <a:cubicBezTo>
                      <a:pt x="7" y="0"/>
                      <a:pt x="0" y="6"/>
                      <a:pt x="0" y="15"/>
                    </a:cubicBezTo>
                    <a:cubicBezTo>
                      <a:pt x="0" y="24"/>
                      <a:pt x="7" y="31"/>
                      <a:pt x="15" y="31"/>
                    </a:cubicBezTo>
                    <a:cubicBezTo>
                      <a:pt x="24" y="31"/>
                      <a:pt x="31" y="24"/>
                      <a:pt x="31" y="15"/>
                    </a:cubicBezTo>
                    <a:cubicBezTo>
                      <a:pt x="31" y="13"/>
                      <a:pt x="31" y="11"/>
                      <a:pt x="30" y="10"/>
                    </a:cubicBezTo>
                    <a:cubicBezTo>
                      <a:pt x="15" y="16"/>
                      <a:pt x="15" y="16"/>
                      <a:pt x="15" y="16"/>
                    </a:cubicBezTo>
                    <a:lnTo>
                      <a:pt x="21" y="1"/>
                    </a:lnTo>
                    <a:close/>
                  </a:path>
                </a:pathLst>
              </a:custGeom>
              <a:solidFill>
                <a:srgbClr val="28B8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1"/>
              <p:cNvSpPr>
                <a:spLocks/>
              </p:cNvSpPr>
              <p:nvPr/>
            </p:nvSpPr>
            <p:spPr bwMode="auto">
              <a:xfrm>
                <a:off x="2956898" y="1984375"/>
                <a:ext cx="650875" cy="663575"/>
              </a:xfrm>
              <a:custGeom>
                <a:avLst/>
                <a:gdLst>
                  <a:gd name="T0" fmla="*/ 145 w 173"/>
                  <a:gd name="T1" fmla="*/ 39 h 174"/>
                  <a:gd name="T2" fmla="*/ 142 w 173"/>
                  <a:gd name="T3" fmla="*/ 43 h 174"/>
                  <a:gd name="T4" fmla="*/ 158 w 173"/>
                  <a:gd name="T5" fmla="*/ 87 h 174"/>
                  <a:gd name="T6" fmla="*/ 86 w 173"/>
                  <a:gd name="T7" fmla="*/ 158 h 174"/>
                  <a:gd name="T8" fmla="*/ 15 w 173"/>
                  <a:gd name="T9" fmla="*/ 87 h 174"/>
                  <a:gd name="T10" fmla="*/ 86 w 173"/>
                  <a:gd name="T11" fmla="*/ 16 h 174"/>
                  <a:gd name="T12" fmla="*/ 131 w 173"/>
                  <a:gd name="T13" fmla="*/ 32 h 174"/>
                  <a:gd name="T14" fmla="*/ 134 w 173"/>
                  <a:gd name="T15" fmla="*/ 28 h 174"/>
                  <a:gd name="T16" fmla="*/ 134 w 173"/>
                  <a:gd name="T17" fmla="*/ 15 h 174"/>
                  <a:gd name="T18" fmla="*/ 86 w 173"/>
                  <a:gd name="T19" fmla="*/ 0 h 174"/>
                  <a:gd name="T20" fmla="*/ 0 w 173"/>
                  <a:gd name="T21" fmla="*/ 87 h 174"/>
                  <a:gd name="T22" fmla="*/ 86 w 173"/>
                  <a:gd name="T23" fmla="*/ 174 h 174"/>
                  <a:gd name="T24" fmla="*/ 173 w 173"/>
                  <a:gd name="T25" fmla="*/ 87 h 174"/>
                  <a:gd name="T26" fmla="*/ 158 w 173"/>
                  <a:gd name="T27" fmla="*/ 39 h 174"/>
                  <a:gd name="T28" fmla="*/ 145 w 173"/>
                  <a:gd name="T29" fmla="*/ 39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3" h="174">
                    <a:moveTo>
                      <a:pt x="145" y="39"/>
                    </a:moveTo>
                    <a:cubicBezTo>
                      <a:pt x="142" y="43"/>
                      <a:pt x="142" y="43"/>
                      <a:pt x="142" y="43"/>
                    </a:cubicBezTo>
                    <a:cubicBezTo>
                      <a:pt x="152" y="55"/>
                      <a:pt x="158" y="70"/>
                      <a:pt x="158" y="87"/>
                    </a:cubicBezTo>
                    <a:cubicBezTo>
                      <a:pt x="158" y="126"/>
                      <a:pt x="126" y="158"/>
                      <a:pt x="86" y="158"/>
                    </a:cubicBezTo>
                    <a:cubicBezTo>
                      <a:pt x="47" y="158"/>
                      <a:pt x="15" y="126"/>
                      <a:pt x="15" y="87"/>
                    </a:cubicBezTo>
                    <a:cubicBezTo>
                      <a:pt x="15" y="48"/>
                      <a:pt x="47" y="16"/>
                      <a:pt x="86" y="16"/>
                    </a:cubicBezTo>
                    <a:cubicBezTo>
                      <a:pt x="103" y="16"/>
                      <a:pt x="119" y="22"/>
                      <a:pt x="131" y="32"/>
                    </a:cubicBezTo>
                    <a:cubicBezTo>
                      <a:pt x="134" y="28"/>
                      <a:pt x="134" y="28"/>
                      <a:pt x="134" y="28"/>
                    </a:cubicBezTo>
                    <a:cubicBezTo>
                      <a:pt x="134" y="15"/>
                      <a:pt x="134" y="15"/>
                      <a:pt x="134" y="15"/>
                    </a:cubicBezTo>
                    <a:cubicBezTo>
                      <a:pt x="121" y="6"/>
                      <a:pt x="104" y="0"/>
                      <a:pt x="86" y="0"/>
                    </a:cubicBezTo>
                    <a:cubicBezTo>
                      <a:pt x="39" y="0"/>
                      <a:pt x="0" y="39"/>
                      <a:pt x="0" y="87"/>
                    </a:cubicBezTo>
                    <a:cubicBezTo>
                      <a:pt x="0" y="135"/>
                      <a:pt x="39" y="174"/>
                      <a:pt x="86" y="174"/>
                    </a:cubicBezTo>
                    <a:cubicBezTo>
                      <a:pt x="134" y="174"/>
                      <a:pt x="173" y="135"/>
                      <a:pt x="173" y="87"/>
                    </a:cubicBezTo>
                    <a:cubicBezTo>
                      <a:pt x="173" y="69"/>
                      <a:pt x="168" y="53"/>
                      <a:pt x="158" y="39"/>
                    </a:cubicBezTo>
                    <a:lnTo>
                      <a:pt x="145" y="39"/>
                    </a:lnTo>
                    <a:close/>
                  </a:path>
                </a:pathLst>
              </a:custGeom>
              <a:solidFill>
                <a:srgbClr val="28B8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2"/>
              <p:cNvSpPr>
                <a:spLocks/>
              </p:cNvSpPr>
              <p:nvPr/>
            </p:nvSpPr>
            <p:spPr bwMode="auto">
              <a:xfrm>
                <a:off x="3280748" y="1924050"/>
                <a:ext cx="387350" cy="392113"/>
              </a:xfrm>
              <a:custGeom>
                <a:avLst/>
                <a:gdLst>
                  <a:gd name="T0" fmla="*/ 187 w 244"/>
                  <a:gd name="T1" fmla="*/ 58 h 247"/>
                  <a:gd name="T2" fmla="*/ 189 w 244"/>
                  <a:gd name="T3" fmla="*/ 0 h 247"/>
                  <a:gd name="T4" fmla="*/ 156 w 244"/>
                  <a:gd name="T5" fmla="*/ 31 h 247"/>
                  <a:gd name="T6" fmla="*/ 125 w 244"/>
                  <a:gd name="T7" fmla="*/ 65 h 247"/>
                  <a:gd name="T8" fmla="*/ 123 w 244"/>
                  <a:gd name="T9" fmla="*/ 110 h 247"/>
                  <a:gd name="T10" fmla="*/ 71 w 244"/>
                  <a:gd name="T11" fmla="*/ 163 h 247"/>
                  <a:gd name="T12" fmla="*/ 26 w 244"/>
                  <a:gd name="T13" fmla="*/ 211 h 247"/>
                  <a:gd name="T14" fmla="*/ 0 w 244"/>
                  <a:gd name="T15" fmla="*/ 247 h 247"/>
                  <a:gd name="T16" fmla="*/ 35 w 244"/>
                  <a:gd name="T17" fmla="*/ 223 h 247"/>
                  <a:gd name="T18" fmla="*/ 83 w 244"/>
                  <a:gd name="T19" fmla="*/ 175 h 247"/>
                  <a:gd name="T20" fmla="*/ 135 w 244"/>
                  <a:gd name="T21" fmla="*/ 122 h 247"/>
                  <a:gd name="T22" fmla="*/ 182 w 244"/>
                  <a:gd name="T23" fmla="*/ 120 h 247"/>
                  <a:gd name="T24" fmla="*/ 213 w 244"/>
                  <a:gd name="T25" fmla="*/ 89 h 247"/>
                  <a:gd name="T26" fmla="*/ 244 w 244"/>
                  <a:gd name="T27" fmla="*/ 58 h 247"/>
                  <a:gd name="T28" fmla="*/ 187 w 244"/>
                  <a:gd name="T29" fmla="*/ 5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4" h="247">
                    <a:moveTo>
                      <a:pt x="187" y="58"/>
                    </a:moveTo>
                    <a:lnTo>
                      <a:pt x="189" y="0"/>
                    </a:lnTo>
                    <a:lnTo>
                      <a:pt x="156" y="31"/>
                    </a:lnTo>
                    <a:lnTo>
                      <a:pt x="125" y="65"/>
                    </a:lnTo>
                    <a:lnTo>
                      <a:pt x="123" y="110"/>
                    </a:lnTo>
                    <a:lnTo>
                      <a:pt x="71" y="163"/>
                    </a:lnTo>
                    <a:lnTo>
                      <a:pt x="26" y="211"/>
                    </a:lnTo>
                    <a:lnTo>
                      <a:pt x="0" y="247"/>
                    </a:lnTo>
                    <a:lnTo>
                      <a:pt x="35" y="223"/>
                    </a:lnTo>
                    <a:lnTo>
                      <a:pt x="83" y="175"/>
                    </a:lnTo>
                    <a:lnTo>
                      <a:pt x="135" y="122"/>
                    </a:lnTo>
                    <a:lnTo>
                      <a:pt x="182" y="120"/>
                    </a:lnTo>
                    <a:lnTo>
                      <a:pt x="213" y="89"/>
                    </a:lnTo>
                    <a:lnTo>
                      <a:pt x="244" y="58"/>
                    </a:lnTo>
                    <a:lnTo>
                      <a:pt x="187" y="58"/>
                    </a:lnTo>
                    <a:close/>
                  </a:path>
                </a:pathLst>
              </a:custGeom>
              <a:solidFill>
                <a:srgbClr val="28B8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9" name="组合 28"/>
            <p:cNvGrpSpPr>
              <a:grpSpLocks noChangeAspect="1"/>
            </p:cNvGrpSpPr>
            <p:nvPr/>
          </p:nvGrpSpPr>
          <p:grpSpPr>
            <a:xfrm>
              <a:off x="5218113" y="4604175"/>
              <a:ext cx="546100" cy="550013"/>
              <a:chOff x="7058998" y="1958975"/>
              <a:chExt cx="665162" cy="669925"/>
            </a:xfrm>
          </p:grpSpPr>
          <p:sp>
            <p:nvSpPr>
              <p:cNvPr id="20" name="Freeform 13"/>
              <p:cNvSpPr>
                <a:spLocks/>
              </p:cNvSpPr>
              <p:nvPr/>
            </p:nvSpPr>
            <p:spPr bwMode="auto">
              <a:xfrm>
                <a:off x="7344748" y="2022475"/>
                <a:ext cx="303212" cy="190500"/>
              </a:xfrm>
              <a:custGeom>
                <a:avLst/>
                <a:gdLst>
                  <a:gd name="T0" fmla="*/ 13 w 81"/>
                  <a:gd name="T1" fmla="*/ 30 h 50"/>
                  <a:gd name="T2" fmla="*/ 68 w 81"/>
                  <a:gd name="T3" fmla="*/ 30 h 50"/>
                  <a:gd name="T4" fmla="*/ 79 w 81"/>
                  <a:gd name="T5" fmla="*/ 50 h 50"/>
                  <a:gd name="T6" fmla="*/ 68 w 81"/>
                  <a:gd name="T7" fmla="*/ 15 h 50"/>
                  <a:gd name="T8" fmla="*/ 13 w 81"/>
                  <a:gd name="T9" fmla="*/ 15 h 50"/>
                  <a:gd name="T10" fmla="*/ 3 w 81"/>
                  <a:gd name="T11" fmla="*/ 50 h 50"/>
                  <a:gd name="T12" fmla="*/ 13 w 81"/>
                  <a:gd name="T13" fmla="*/ 30 h 50"/>
                </a:gdLst>
                <a:ahLst/>
                <a:cxnLst>
                  <a:cxn ang="0">
                    <a:pos x="T0" y="T1"/>
                  </a:cxn>
                  <a:cxn ang="0">
                    <a:pos x="T2" y="T3"/>
                  </a:cxn>
                  <a:cxn ang="0">
                    <a:pos x="T4" y="T5"/>
                  </a:cxn>
                  <a:cxn ang="0">
                    <a:pos x="T6" y="T7"/>
                  </a:cxn>
                  <a:cxn ang="0">
                    <a:pos x="T8" y="T9"/>
                  </a:cxn>
                  <a:cxn ang="0">
                    <a:pos x="T10" y="T11"/>
                  </a:cxn>
                  <a:cxn ang="0">
                    <a:pos x="T12" y="T13"/>
                  </a:cxn>
                </a:cxnLst>
                <a:rect l="0" t="0" r="r" b="b"/>
                <a:pathLst>
                  <a:path w="81" h="50">
                    <a:moveTo>
                      <a:pt x="13" y="30"/>
                    </a:moveTo>
                    <a:cubicBezTo>
                      <a:pt x="28" y="14"/>
                      <a:pt x="53" y="14"/>
                      <a:pt x="68" y="30"/>
                    </a:cubicBezTo>
                    <a:cubicBezTo>
                      <a:pt x="74" y="35"/>
                      <a:pt x="77" y="42"/>
                      <a:pt x="79" y="50"/>
                    </a:cubicBezTo>
                    <a:cubicBezTo>
                      <a:pt x="81" y="37"/>
                      <a:pt x="77" y="24"/>
                      <a:pt x="68" y="15"/>
                    </a:cubicBezTo>
                    <a:cubicBezTo>
                      <a:pt x="53" y="0"/>
                      <a:pt x="28" y="0"/>
                      <a:pt x="13" y="15"/>
                    </a:cubicBezTo>
                    <a:cubicBezTo>
                      <a:pt x="4" y="24"/>
                      <a:pt x="0" y="37"/>
                      <a:pt x="3" y="50"/>
                    </a:cubicBezTo>
                    <a:cubicBezTo>
                      <a:pt x="4" y="42"/>
                      <a:pt x="7" y="35"/>
                      <a:pt x="13" y="30"/>
                    </a:cubicBezTo>
                    <a:close/>
                  </a:path>
                </a:pathLst>
              </a:custGeom>
              <a:solidFill>
                <a:srgbClr val="E61F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14"/>
              <p:cNvSpPr>
                <a:spLocks/>
              </p:cNvSpPr>
              <p:nvPr/>
            </p:nvSpPr>
            <p:spPr bwMode="auto">
              <a:xfrm>
                <a:off x="7381260" y="2274888"/>
                <a:ext cx="206375" cy="73025"/>
              </a:xfrm>
              <a:custGeom>
                <a:avLst/>
                <a:gdLst>
                  <a:gd name="T0" fmla="*/ 0 w 55"/>
                  <a:gd name="T1" fmla="*/ 0 h 19"/>
                  <a:gd name="T2" fmla="*/ 3 w 55"/>
                  <a:gd name="T3" fmla="*/ 4 h 19"/>
                  <a:gd name="T4" fmla="*/ 55 w 55"/>
                  <a:gd name="T5" fmla="*/ 6 h 19"/>
                  <a:gd name="T6" fmla="*/ 0 w 55"/>
                  <a:gd name="T7" fmla="*/ 0 h 19"/>
                </a:gdLst>
                <a:ahLst/>
                <a:cxnLst>
                  <a:cxn ang="0">
                    <a:pos x="T0" y="T1"/>
                  </a:cxn>
                  <a:cxn ang="0">
                    <a:pos x="T2" y="T3"/>
                  </a:cxn>
                  <a:cxn ang="0">
                    <a:pos x="T4" y="T5"/>
                  </a:cxn>
                  <a:cxn ang="0">
                    <a:pos x="T6" y="T7"/>
                  </a:cxn>
                </a:cxnLst>
                <a:rect l="0" t="0" r="r" b="b"/>
                <a:pathLst>
                  <a:path w="55" h="19">
                    <a:moveTo>
                      <a:pt x="0" y="0"/>
                    </a:moveTo>
                    <a:cubicBezTo>
                      <a:pt x="1" y="1"/>
                      <a:pt x="2" y="3"/>
                      <a:pt x="3" y="4"/>
                    </a:cubicBezTo>
                    <a:cubicBezTo>
                      <a:pt x="17" y="18"/>
                      <a:pt x="40" y="19"/>
                      <a:pt x="55" y="6"/>
                    </a:cubicBezTo>
                    <a:cubicBezTo>
                      <a:pt x="38" y="15"/>
                      <a:pt x="16" y="13"/>
                      <a:pt x="0" y="0"/>
                    </a:cubicBezTo>
                    <a:close/>
                  </a:path>
                </a:pathLst>
              </a:custGeom>
              <a:solidFill>
                <a:srgbClr val="E61F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15"/>
              <p:cNvSpPr>
                <a:spLocks noEditPoints="1"/>
              </p:cNvSpPr>
              <p:nvPr/>
            </p:nvSpPr>
            <p:spPr bwMode="auto">
              <a:xfrm>
                <a:off x="7058998" y="1958975"/>
                <a:ext cx="665162" cy="669925"/>
              </a:xfrm>
              <a:custGeom>
                <a:avLst/>
                <a:gdLst>
                  <a:gd name="T0" fmla="*/ 155 w 177"/>
                  <a:gd name="T1" fmla="*/ 98 h 176"/>
                  <a:gd name="T2" fmla="*/ 153 w 177"/>
                  <a:gd name="T3" fmla="*/ 19 h 176"/>
                  <a:gd name="T4" fmla="*/ 81 w 177"/>
                  <a:gd name="T5" fmla="*/ 18 h 176"/>
                  <a:gd name="T6" fmla="*/ 76 w 177"/>
                  <a:gd name="T7" fmla="*/ 95 h 176"/>
                  <a:gd name="T8" fmla="*/ 66 w 177"/>
                  <a:gd name="T9" fmla="*/ 104 h 176"/>
                  <a:gd name="T10" fmla="*/ 64 w 177"/>
                  <a:gd name="T11" fmla="*/ 102 h 176"/>
                  <a:gd name="T12" fmla="*/ 2 w 177"/>
                  <a:gd name="T13" fmla="*/ 165 h 176"/>
                  <a:gd name="T14" fmla="*/ 2 w 177"/>
                  <a:gd name="T15" fmla="*/ 174 h 176"/>
                  <a:gd name="T16" fmla="*/ 2 w 177"/>
                  <a:gd name="T17" fmla="*/ 174 h 176"/>
                  <a:gd name="T18" fmla="*/ 11 w 177"/>
                  <a:gd name="T19" fmla="*/ 174 h 176"/>
                  <a:gd name="T20" fmla="*/ 74 w 177"/>
                  <a:gd name="T21" fmla="*/ 111 h 176"/>
                  <a:gd name="T22" fmla="*/ 72 w 177"/>
                  <a:gd name="T23" fmla="*/ 110 h 176"/>
                  <a:gd name="T24" fmla="*/ 81 w 177"/>
                  <a:gd name="T25" fmla="*/ 100 h 176"/>
                  <a:gd name="T26" fmla="*/ 155 w 177"/>
                  <a:gd name="T27" fmla="*/ 98 h 176"/>
                  <a:gd name="T28" fmla="*/ 86 w 177"/>
                  <a:gd name="T29" fmla="*/ 28 h 176"/>
                  <a:gd name="T30" fmla="*/ 148 w 177"/>
                  <a:gd name="T31" fmla="*/ 28 h 176"/>
                  <a:gd name="T32" fmla="*/ 148 w 177"/>
                  <a:gd name="T33" fmla="*/ 90 h 176"/>
                  <a:gd name="T34" fmla="*/ 86 w 177"/>
                  <a:gd name="T35" fmla="*/ 90 h 176"/>
                  <a:gd name="T36" fmla="*/ 86 w 177"/>
                  <a:gd name="T37" fmla="*/ 28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7" h="176">
                    <a:moveTo>
                      <a:pt x="155" y="98"/>
                    </a:moveTo>
                    <a:cubicBezTo>
                      <a:pt x="177" y="76"/>
                      <a:pt x="176" y="40"/>
                      <a:pt x="153" y="19"/>
                    </a:cubicBezTo>
                    <a:cubicBezTo>
                      <a:pt x="133" y="1"/>
                      <a:pt x="102" y="0"/>
                      <a:pt x="81" y="18"/>
                    </a:cubicBezTo>
                    <a:cubicBezTo>
                      <a:pt x="58" y="38"/>
                      <a:pt x="56" y="73"/>
                      <a:pt x="76" y="95"/>
                    </a:cubicBezTo>
                    <a:cubicBezTo>
                      <a:pt x="66" y="104"/>
                      <a:pt x="66" y="104"/>
                      <a:pt x="66" y="104"/>
                    </a:cubicBezTo>
                    <a:cubicBezTo>
                      <a:pt x="64" y="102"/>
                      <a:pt x="64" y="102"/>
                      <a:pt x="64" y="102"/>
                    </a:cubicBezTo>
                    <a:cubicBezTo>
                      <a:pt x="2" y="165"/>
                      <a:pt x="2" y="165"/>
                      <a:pt x="2" y="165"/>
                    </a:cubicBezTo>
                    <a:cubicBezTo>
                      <a:pt x="0" y="167"/>
                      <a:pt x="0" y="171"/>
                      <a:pt x="2" y="174"/>
                    </a:cubicBezTo>
                    <a:cubicBezTo>
                      <a:pt x="2" y="174"/>
                      <a:pt x="2" y="174"/>
                      <a:pt x="2" y="174"/>
                    </a:cubicBezTo>
                    <a:cubicBezTo>
                      <a:pt x="5" y="176"/>
                      <a:pt x="9" y="176"/>
                      <a:pt x="11" y="174"/>
                    </a:cubicBezTo>
                    <a:cubicBezTo>
                      <a:pt x="74" y="111"/>
                      <a:pt x="74" y="111"/>
                      <a:pt x="74" y="111"/>
                    </a:cubicBezTo>
                    <a:cubicBezTo>
                      <a:pt x="72" y="110"/>
                      <a:pt x="72" y="110"/>
                      <a:pt x="72" y="110"/>
                    </a:cubicBezTo>
                    <a:cubicBezTo>
                      <a:pt x="81" y="100"/>
                      <a:pt x="81" y="100"/>
                      <a:pt x="81" y="100"/>
                    </a:cubicBezTo>
                    <a:cubicBezTo>
                      <a:pt x="102" y="119"/>
                      <a:pt x="135" y="118"/>
                      <a:pt x="155" y="98"/>
                    </a:cubicBezTo>
                    <a:close/>
                    <a:moveTo>
                      <a:pt x="86" y="28"/>
                    </a:moveTo>
                    <a:cubicBezTo>
                      <a:pt x="103" y="11"/>
                      <a:pt x="131" y="11"/>
                      <a:pt x="148" y="28"/>
                    </a:cubicBezTo>
                    <a:cubicBezTo>
                      <a:pt x="165" y="45"/>
                      <a:pt x="165" y="73"/>
                      <a:pt x="148" y="90"/>
                    </a:cubicBezTo>
                    <a:cubicBezTo>
                      <a:pt x="131" y="108"/>
                      <a:pt x="103" y="108"/>
                      <a:pt x="86" y="90"/>
                    </a:cubicBezTo>
                    <a:cubicBezTo>
                      <a:pt x="68" y="73"/>
                      <a:pt x="68" y="45"/>
                      <a:pt x="86" y="28"/>
                    </a:cubicBezTo>
                    <a:close/>
                  </a:path>
                </a:pathLst>
              </a:custGeom>
              <a:solidFill>
                <a:srgbClr val="E61F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8" name="组合 27"/>
            <p:cNvGrpSpPr>
              <a:grpSpLocks noChangeAspect="1"/>
            </p:cNvGrpSpPr>
            <p:nvPr/>
          </p:nvGrpSpPr>
          <p:grpSpPr>
            <a:xfrm>
              <a:off x="3942716" y="4564016"/>
              <a:ext cx="491490" cy="562816"/>
              <a:chOff x="5038110" y="1958975"/>
              <a:chExt cx="601662" cy="688976"/>
            </a:xfrm>
          </p:grpSpPr>
          <p:sp>
            <p:nvSpPr>
              <p:cNvPr id="23" name="Oval 16"/>
              <p:cNvSpPr>
                <a:spLocks noChangeArrowheads="1"/>
              </p:cNvSpPr>
              <p:nvPr/>
            </p:nvSpPr>
            <p:spPr bwMode="auto">
              <a:xfrm>
                <a:off x="5211148" y="1958975"/>
                <a:ext cx="255587" cy="254000"/>
              </a:xfrm>
              <a:prstGeom prst="ellipse">
                <a:avLst/>
              </a:prstGeom>
              <a:solidFill>
                <a:srgbClr val="ADCF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17"/>
              <p:cNvSpPr>
                <a:spLocks/>
              </p:cNvSpPr>
              <p:nvPr/>
            </p:nvSpPr>
            <p:spPr bwMode="auto">
              <a:xfrm>
                <a:off x="5307985" y="2252663"/>
                <a:ext cx="60325" cy="196850"/>
              </a:xfrm>
              <a:custGeom>
                <a:avLst/>
                <a:gdLst>
                  <a:gd name="T0" fmla="*/ 38 w 38"/>
                  <a:gd name="T1" fmla="*/ 0 h 124"/>
                  <a:gd name="T2" fmla="*/ 0 w 38"/>
                  <a:gd name="T3" fmla="*/ 0 h 124"/>
                  <a:gd name="T4" fmla="*/ 12 w 38"/>
                  <a:gd name="T5" fmla="*/ 14 h 124"/>
                  <a:gd name="T6" fmla="*/ 7 w 38"/>
                  <a:gd name="T7" fmla="*/ 124 h 124"/>
                  <a:gd name="T8" fmla="*/ 31 w 38"/>
                  <a:gd name="T9" fmla="*/ 124 h 124"/>
                  <a:gd name="T10" fmla="*/ 24 w 38"/>
                  <a:gd name="T11" fmla="*/ 14 h 124"/>
                  <a:gd name="T12" fmla="*/ 38 w 38"/>
                  <a:gd name="T13" fmla="*/ 0 h 124"/>
                </a:gdLst>
                <a:ahLst/>
                <a:cxnLst>
                  <a:cxn ang="0">
                    <a:pos x="T0" y="T1"/>
                  </a:cxn>
                  <a:cxn ang="0">
                    <a:pos x="T2" y="T3"/>
                  </a:cxn>
                  <a:cxn ang="0">
                    <a:pos x="T4" y="T5"/>
                  </a:cxn>
                  <a:cxn ang="0">
                    <a:pos x="T6" y="T7"/>
                  </a:cxn>
                  <a:cxn ang="0">
                    <a:pos x="T8" y="T9"/>
                  </a:cxn>
                  <a:cxn ang="0">
                    <a:pos x="T10" y="T11"/>
                  </a:cxn>
                  <a:cxn ang="0">
                    <a:pos x="T12" y="T13"/>
                  </a:cxn>
                </a:cxnLst>
                <a:rect l="0" t="0" r="r" b="b"/>
                <a:pathLst>
                  <a:path w="38" h="124">
                    <a:moveTo>
                      <a:pt x="38" y="0"/>
                    </a:moveTo>
                    <a:lnTo>
                      <a:pt x="0" y="0"/>
                    </a:lnTo>
                    <a:lnTo>
                      <a:pt x="12" y="14"/>
                    </a:lnTo>
                    <a:lnTo>
                      <a:pt x="7" y="124"/>
                    </a:lnTo>
                    <a:lnTo>
                      <a:pt x="31" y="124"/>
                    </a:lnTo>
                    <a:lnTo>
                      <a:pt x="24" y="14"/>
                    </a:lnTo>
                    <a:lnTo>
                      <a:pt x="38" y="0"/>
                    </a:lnTo>
                    <a:close/>
                  </a:path>
                </a:pathLst>
              </a:custGeom>
              <a:solidFill>
                <a:srgbClr val="ADCF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18"/>
              <p:cNvSpPr>
                <a:spLocks/>
              </p:cNvSpPr>
              <p:nvPr/>
            </p:nvSpPr>
            <p:spPr bwMode="auto">
              <a:xfrm>
                <a:off x="5038110" y="2252663"/>
                <a:ext cx="601662" cy="395288"/>
              </a:xfrm>
              <a:custGeom>
                <a:avLst/>
                <a:gdLst>
                  <a:gd name="T0" fmla="*/ 129 w 160"/>
                  <a:gd name="T1" fmla="*/ 0 h 104"/>
                  <a:gd name="T2" fmla="*/ 106 w 160"/>
                  <a:gd name="T3" fmla="*/ 0 h 104"/>
                  <a:gd name="T4" fmla="*/ 80 w 160"/>
                  <a:gd name="T5" fmla="*/ 50 h 104"/>
                  <a:gd name="T6" fmla="*/ 54 w 160"/>
                  <a:gd name="T7" fmla="*/ 0 h 104"/>
                  <a:gd name="T8" fmla="*/ 31 w 160"/>
                  <a:gd name="T9" fmla="*/ 0 h 104"/>
                  <a:gd name="T10" fmla="*/ 0 w 160"/>
                  <a:gd name="T11" fmla="*/ 31 h 104"/>
                  <a:gd name="T12" fmla="*/ 0 w 160"/>
                  <a:gd name="T13" fmla="*/ 104 h 104"/>
                  <a:gd name="T14" fmla="*/ 28 w 160"/>
                  <a:gd name="T15" fmla="*/ 104 h 104"/>
                  <a:gd name="T16" fmla="*/ 28 w 160"/>
                  <a:gd name="T17" fmla="*/ 44 h 104"/>
                  <a:gd name="T18" fmla="*/ 31 w 160"/>
                  <a:gd name="T19" fmla="*/ 42 h 104"/>
                  <a:gd name="T20" fmla="*/ 31 w 160"/>
                  <a:gd name="T21" fmla="*/ 42 h 104"/>
                  <a:gd name="T22" fmla="*/ 33 w 160"/>
                  <a:gd name="T23" fmla="*/ 44 h 104"/>
                  <a:gd name="T24" fmla="*/ 33 w 160"/>
                  <a:gd name="T25" fmla="*/ 104 h 104"/>
                  <a:gd name="T26" fmla="*/ 126 w 160"/>
                  <a:gd name="T27" fmla="*/ 104 h 104"/>
                  <a:gd name="T28" fmla="*/ 126 w 160"/>
                  <a:gd name="T29" fmla="*/ 44 h 104"/>
                  <a:gd name="T30" fmla="*/ 129 w 160"/>
                  <a:gd name="T31" fmla="*/ 42 h 104"/>
                  <a:gd name="T32" fmla="*/ 129 w 160"/>
                  <a:gd name="T33" fmla="*/ 42 h 104"/>
                  <a:gd name="T34" fmla="*/ 132 w 160"/>
                  <a:gd name="T35" fmla="*/ 44 h 104"/>
                  <a:gd name="T36" fmla="*/ 132 w 160"/>
                  <a:gd name="T37" fmla="*/ 104 h 104"/>
                  <a:gd name="T38" fmla="*/ 160 w 160"/>
                  <a:gd name="T39" fmla="*/ 104 h 104"/>
                  <a:gd name="T40" fmla="*/ 160 w 160"/>
                  <a:gd name="T41" fmla="*/ 31 h 104"/>
                  <a:gd name="T42" fmla="*/ 129 w 160"/>
                  <a:gd name="T43"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0" h="104">
                    <a:moveTo>
                      <a:pt x="129" y="0"/>
                    </a:moveTo>
                    <a:cubicBezTo>
                      <a:pt x="106" y="0"/>
                      <a:pt x="106" y="0"/>
                      <a:pt x="106" y="0"/>
                    </a:cubicBezTo>
                    <a:cubicBezTo>
                      <a:pt x="106" y="0"/>
                      <a:pt x="101" y="50"/>
                      <a:pt x="80" y="50"/>
                    </a:cubicBezTo>
                    <a:cubicBezTo>
                      <a:pt x="59" y="50"/>
                      <a:pt x="54" y="0"/>
                      <a:pt x="54" y="0"/>
                    </a:cubicBezTo>
                    <a:cubicBezTo>
                      <a:pt x="31" y="0"/>
                      <a:pt x="31" y="0"/>
                      <a:pt x="31" y="0"/>
                    </a:cubicBezTo>
                    <a:cubicBezTo>
                      <a:pt x="14" y="0"/>
                      <a:pt x="0" y="14"/>
                      <a:pt x="0" y="31"/>
                    </a:cubicBezTo>
                    <a:cubicBezTo>
                      <a:pt x="0" y="104"/>
                      <a:pt x="0" y="104"/>
                      <a:pt x="0" y="104"/>
                    </a:cubicBezTo>
                    <a:cubicBezTo>
                      <a:pt x="28" y="104"/>
                      <a:pt x="28" y="104"/>
                      <a:pt x="28" y="104"/>
                    </a:cubicBezTo>
                    <a:cubicBezTo>
                      <a:pt x="28" y="44"/>
                      <a:pt x="28" y="44"/>
                      <a:pt x="28" y="44"/>
                    </a:cubicBezTo>
                    <a:cubicBezTo>
                      <a:pt x="28" y="43"/>
                      <a:pt x="29" y="42"/>
                      <a:pt x="31" y="42"/>
                    </a:cubicBezTo>
                    <a:cubicBezTo>
                      <a:pt x="31" y="42"/>
                      <a:pt x="31" y="42"/>
                      <a:pt x="31" y="42"/>
                    </a:cubicBezTo>
                    <a:cubicBezTo>
                      <a:pt x="32" y="42"/>
                      <a:pt x="33" y="43"/>
                      <a:pt x="33" y="44"/>
                    </a:cubicBezTo>
                    <a:cubicBezTo>
                      <a:pt x="33" y="104"/>
                      <a:pt x="33" y="104"/>
                      <a:pt x="33" y="104"/>
                    </a:cubicBezTo>
                    <a:cubicBezTo>
                      <a:pt x="126" y="104"/>
                      <a:pt x="126" y="104"/>
                      <a:pt x="126" y="104"/>
                    </a:cubicBezTo>
                    <a:cubicBezTo>
                      <a:pt x="126" y="44"/>
                      <a:pt x="126" y="44"/>
                      <a:pt x="126" y="44"/>
                    </a:cubicBezTo>
                    <a:cubicBezTo>
                      <a:pt x="126" y="43"/>
                      <a:pt x="128" y="42"/>
                      <a:pt x="129" y="42"/>
                    </a:cubicBezTo>
                    <a:cubicBezTo>
                      <a:pt x="129" y="42"/>
                      <a:pt x="129" y="42"/>
                      <a:pt x="129" y="42"/>
                    </a:cubicBezTo>
                    <a:cubicBezTo>
                      <a:pt x="130" y="42"/>
                      <a:pt x="132" y="43"/>
                      <a:pt x="132" y="44"/>
                    </a:cubicBezTo>
                    <a:cubicBezTo>
                      <a:pt x="132" y="104"/>
                      <a:pt x="132" y="104"/>
                      <a:pt x="132" y="104"/>
                    </a:cubicBezTo>
                    <a:cubicBezTo>
                      <a:pt x="160" y="104"/>
                      <a:pt x="160" y="104"/>
                      <a:pt x="160" y="104"/>
                    </a:cubicBezTo>
                    <a:cubicBezTo>
                      <a:pt x="160" y="31"/>
                      <a:pt x="160" y="31"/>
                      <a:pt x="160" y="31"/>
                    </a:cubicBezTo>
                    <a:cubicBezTo>
                      <a:pt x="160" y="14"/>
                      <a:pt x="146" y="0"/>
                      <a:pt x="129" y="0"/>
                    </a:cubicBezTo>
                    <a:close/>
                  </a:path>
                </a:pathLst>
              </a:custGeom>
              <a:solidFill>
                <a:srgbClr val="ADCF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31" name="组合 30"/>
          <p:cNvGrpSpPr/>
          <p:nvPr/>
        </p:nvGrpSpPr>
        <p:grpSpPr>
          <a:xfrm>
            <a:off x="4513242" y="893284"/>
            <a:ext cx="6522104" cy="3247710"/>
            <a:chOff x="1009650" y="720725"/>
            <a:chExt cx="10864851" cy="5410200"/>
          </a:xfrm>
          <a:solidFill>
            <a:srgbClr val="CDD0D9"/>
          </a:solidFill>
        </p:grpSpPr>
        <p:sp>
          <p:nvSpPr>
            <p:cNvPr id="32" name="Freeform 5"/>
            <p:cNvSpPr>
              <a:spLocks/>
            </p:cNvSpPr>
            <p:nvPr/>
          </p:nvSpPr>
          <p:spPr bwMode="auto">
            <a:xfrm>
              <a:off x="7404100" y="4586288"/>
              <a:ext cx="220663" cy="423863"/>
            </a:xfrm>
            <a:custGeom>
              <a:avLst/>
              <a:gdLst>
                <a:gd name="T0" fmla="*/ 47 w 59"/>
                <a:gd name="T1" fmla="*/ 0 h 113"/>
                <a:gd name="T2" fmla="*/ 46 w 59"/>
                <a:gd name="T3" fmla="*/ 9 h 113"/>
                <a:gd name="T4" fmla="*/ 26 w 59"/>
                <a:gd name="T5" fmla="*/ 28 h 113"/>
                <a:gd name="T6" fmla="*/ 7 w 59"/>
                <a:gd name="T7" fmla="*/ 46 h 113"/>
                <a:gd name="T8" fmla="*/ 12 w 59"/>
                <a:gd name="T9" fmla="*/ 61 h 113"/>
                <a:gd name="T10" fmla="*/ 6 w 59"/>
                <a:gd name="T11" fmla="*/ 73 h 113"/>
                <a:gd name="T12" fmla="*/ 0 w 59"/>
                <a:gd name="T13" fmla="*/ 79 h 113"/>
                <a:gd name="T14" fmla="*/ 4 w 59"/>
                <a:gd name="T15" fmla="*/ 91 h 113"/>
                <a:gd name="T16" fmla="*/ 3 w 59"/>
                <a:gd name="T17" fmla="*/ 98 h 113"/>
                <a:gd name="T18" fmla="*/ 16 w 59"/>
                <a:gd name="T19" fmla="*/ 113 h 113"/>
                <a:gd name="T20" fmla="*/ 41 w 59"/>
                <a:gd name="T21" fmla="*/ 81 h 113"/>
                <a:gd name="T22" fmla="*/ 54 w 59"/>
                <a:gd name="T23" fmla="*/ 30 h 113"/>
                <a:gd name="T24" fmla="*/ 59 w 59"/>
                <a:gd name="T25" fmla="*/ 32 h 113"/>
                <a:gd name="T26" fmla="*/ 59 w 59"/>
                <a:gd name="T27" fmla="*/ 27 h 113"/>
                <a:gd name="T28" fmla="*/ 47 w 59"/>
                <a:gd name="T29" fmla="*/ 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9" h="113">
                  <a:moveTo>
                    <a:pt x="47" y="0"/>
                  </a:moveTo>
                  <a:cubicBezTo>
                    <a:pt x="46" y="3"/>
                    <a:pt x="47" y="7"/>
                    <a:pt x="46" y="9"/>
                  </a:cubicBezTo>
                  <a:cubicBezTo>
                    <a:pt x="41" y="13"/>
                    <a:pt x="32" y="24"/>
                    <a:pt x="26" y="28"/>
                  </a:cubicBezTo>
                  <a:cubicBezTo>
                    <a:pt x="18" y="33"/>
                    <a:pt x="7" y="32"/>
                    <a:pt x="7" y="46"/>
                  </a:cubicBezTo>
                  <a:cubicBezTo>
                    <a:pt x="7" y="50"/>
                    <a:pt x="12" y="58"/>
                    <a:pt x="12" y="61"/>
                  </a:cubicBezTo>
                  <a:cubicBezTo>
                    <a:pt x="12" y="61"/>
                    <a:pt x="6" y="73"/>
                    <a:pt x="6" y="73"/>
                  </a:cubicBezTo>
                  <a:cubicBezTo>
                    <a:pt x="5" y="73"/>
                    <a:pt x="0" y="78"/>
                    <a:pt x="0" y="79"/>
                  </a:cubicBezTo>
                  <a:cubicBezTo>
                    <a:pt x="0" y="83"/>
                    <a:pt x="0" y="88"/>
                    <a:pt x="4" y="91"/>
                  </a:cubicBezTo>
                  <a:cubicBezTo>
                    <a:pt x="4" y="92"/>
                    <a:pt x="3" y="94"/>
                    <a:pt x="3" y="98"/>
                  </a:cubicBezTo>
                  <a:cubicBezTo>
                    <a:pt x="3" y="105"/>
                    <a:pt x="9" y="113"/>
                    <a:pt x="16" y="113"/>
                  </a:cubicBezTo>
                  <a:cubicBezTo>
                    <a:pt x="34" y="113"/>
                    <a:pt x="36" y="94"/>
                    <a:pt x="41" y="81"/>
                  </a:cubicBezTo>
                  <a:cubicBezTo>
                    <a:pt x="48" y="65"/>
                    <a:pt x="54" y="51"/>
                    <a:pt x="54" y="30"/>
                  </a:cubicBezTo>
                  <a:cubicBezTo>
                    <a:pt x="55" y="30"/>
                    <a:pt x="58" y="31"/>
                    <a:pt x="59" y="32"/>
                  </a:cubicBezTo>
                  <a:cubicBezTo>
                    <a:pt x="59" y="27"/>
                    <a:pt x="59" y="27"/>
                    <a:pt x="59" y="27"/>
                  </a:cubicBezTo>
                  <a:cubicBezTo>
                    <a:pt x="56" y="20"/>
                    <a:pt x="57" y="1"/>
                    <a:pt x="4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 name="Freeform 6"/>
            <p:cNvSpPr>
              <a:spLocks/>
            </p:cNvSpPr>
            <p:nvPr/>
          </p:nvSpPr>
          <p:spPr bwMode="auto">
            <a:xfrm>
              <a:off x="5578475" y="3008313"/>
              <a:ext cx="2073275" cy="2317750"/>
            </a:xfrm>
            <a:custGeom>
              <a:avLst/>
              <a:gdLst>
                <a:gd name="T0" fmla="*/ 207 w 552"/>
                <a:gd name="T1" fmla="*/ 4 h 617"/>
                <a:gd name="T2" fmla="*/ 186 w 552"/>
                <a:gd name="T3" fmla="*/ 7 h 617"/>
                <a:gd name="T4" fmla="*/ 131 w 552"/>
                <a:gd name="T5" fmla="*/ 17 h 617"/>
                <a:gd name="T6" fmla="*/ 97 w 552"/>
                <a:gd name="T7" fmla="*/ 15 h 617"/>
                <a:gd name="T8" fmla="*/ 91 w 552"/>
                <a:gd name="T9" fmla="*/ 23 h 617"/>
                <a:gd name="T10" fmla="*/ 62 w 552"/>
                <a:gd name="T11" fmla="*/ 72 h 617"/>
                <a:gd name="T12" fmla="*/ 33 w 552"/>
                <a:gd name="T13" fmla="*/ 92 h 617"/>
                <a:gd name="T14" fmla="*/ 6 w 552"/>
                <a:gd name="T15" fmla="*/ 142 h 617"/>
                <a:gd name="T16" fmla="*/ 0 w 552"/>
                <a:gd name="T17" fmla="*/ 199 h 617"/>
                <a:gd name="T18" fmla="*/ 5 w 552"/>
                <a:gd name="T19" fmla="*/ 218 h 617"/>
                <a:gd name="T20" fmla="*/ 8 w 552"/>
                <a:gd name="T21" fmla="*/ 222 h 617"/>
                <a:gd name="T22" fmla="*/ 40 w 552"/>
                <a:gd name="T23" fmla="*/ 258 h 617"/>
                <a:gd name="T24" fmla="*/ 79 w 552"/>
                <a:gd name="T25" fmla="*/ 285 h 617"/>
                <a:gd name="T26" fmla="*/ 123 w 552"/>
                <a:gd name="T27" fmla="*/ 284 h 617"/>
                <a:gd name="T28" fmla="*/ 168 w 552"/>
                <a:gd name="T29" fmla="*/ 269 h 617"/>
                <a:gd name="T30" fmla="*/ 202 w 552"/>
                <a:gd name="T31" fmla="*/ 285 h 617"/>
                <a:gd name="T32" fmla="*/ 217 w 552"/>
                <a:gd name="T33" fmla="*/ 311 h 617"/>
                <a:gd name="T34" fmla="*/ 211 w 552"/>
                <a:gd name="T35" fmla="*/ 327 h 617"/>
                <a:gd name="T36" fmla="*/ 239 w 552"/>
                <a:gd name="T37" fmla="*/ 377 h 617"/>
                <a:gd name="T38" fmla="*/ 250 w 552"/>
                <a:gd name="T39" fmla="*/ 417 h 617"/>
                <a:gd name="T40" fmla="*/ 249 w 552"/>
                <a:gd name="T41" fmla="*/ 499 h 617"/>
                <a:gd name="T42" fmla="*/ 254 w 552"/>
                <a:gd name="T43" fmla="*/ 516 h 617"/>
                <a:gd name="T44" fmla="*/ 287 w 552"/>
                <a:gd name="T45" fmla="*/ 591 h 617"/>
                <a:gd name="T46" fmla="*/ 288 w 552"/>
                <a:gd name="T47" fmla="*/ 613 h 617"/>
                <a:gd name="T48" fmla="*/ 300 w 552"/>
                <a:gd name="T49" fmla="*/ 617 h 617"/>
                <a:gd name="T50" fmla="*/ 338 w 552"/>
                <a:gd name="T51" fmla="*/ 611 h 617"/>
                <a:gd name="T52" fmla="*/ 360 w 552"/>
                <a:gd name="T53" fmla="*/ 604 h 617"/>
                <a:gd name="T54" fmla="*/ 393 w 552"/>
                <a:gd name="T55" fmla="*/ 563 h 617"/>
                <a:gd name="T56" fmla="*/ 400 w 552"/>
                <a:gd name="T57" fmla="*/ 540 h 617"/>
                <a:gd name="T58" fmla="*/ 423 w 552"/>
                <a:gd name="T59" fmla="*/ 524 h 617"/>
                <a:gd name="T60" fmla="*/ 417 w 552"/>
                <a:gd name="T61" fmla="*/ 489 h 617"/>
                <a:gd name="T62" fmla="*/ 466 w 552"/>
                <a:gd name="T63" fmla="*/ 442 h 617"/>
                <a:gd name="T64" fmla="*/ 465 w 552"/>
                <a:gd name="T65" fmla="*/ 418 h 617"/>
                <a:gd name="T66" fmla="*/ 467 w 552"/>
                <a:gd name="T67" fmla="*/ 407 h 617"/>
                <a:gd name="T68" fmla="*/ 454 w 552"/>
                <a:gd name="T69" fmla="*/ 365 h 617"/>
                <a:gd name="T70" fmla="*/ 509 w 552"/>
                <a:gd name="T71" fmla="*/ 304 h 617"/>
                <a:gd name="T72" fmla="*/ 552 w 552"/>
                <a:gd name="T73" fmla="*/ 227 h 617"/>
                <a:gd name="T74" fmla="*/ 519 w 552"/>
                <a:gd name="T75" fmla="*/ 231 h 617"/>
                <a:gd name="T76" fmla="*/ 514 w 552"/>
                <a:gd name="T77" fmla="*/ 231 h 617"/>
                <a:gd name="T78" fmla="*/ 507 w 552"/>
                <a:gd name="T79" fmla="*/ 231 h 617"/>
                <a:gd name="T80" fmla="*/ 487 w 552"/>
                <a:gd name="T81" fmla="*/ 224 h 617"/>
                <a:gd name="T82" fmla="*/ 471 w 552"/>
                <a:gd name="T83" fmla="*/ 200 h 617"/>
                <a:gd name="T84" fmla="*/ 451 w 552"/>
                <a:gd name="T85" fmla="*/ 172 h 617"/>
                <a:gd name="T86" fmla="*/ 438 w 552"/>
                <a:gd name="T87" fmla="*/ 144 h 617"/>
                <a:gd name="T88" fmla="*/ 399 w 552"/>
                <a:gd name="T89" fmla="*/ 74 h 617"/>
                <a:gd name="T90" fmla="*/ 415 w 552"/>
                <a:gd name="T91" fmla="*/ 88 h 617"/>
                <a:gd name="T92" fmla="*/ 421 w 552"/>
                <a:gd name="T93" fmla="*/ 70 h 617"/>
                <a:gd name="T94" fmla="*/ 415 w 552"/>
                <a:gd name="T95" fmla="*/ 57 h 617"/>
                <a:gd name="T96" fmla="*/ 392 w 552"/>
                <a:gd name="T97" fmla="*/ 55 h 617"/>
                <a:gd name="T98" fmla="*/ 340 w 552"/>
                <a:gd name="T99" fmla="*/ 52 h 617"/>
                <a:gd name="T100" fmla="*/ 322 w 552"/>
                <a:gd name="T101" fmla="*/ 43 h 617"/>
                <a:gd name="T102" fmla="*/ 315 w 552"/>
                <a:gd name="T103" fmla="*/ 42 h 617"/>
                <a:gd name="T104" fmla="*/ 299 w 552"/>
                <a:gd name="T105" fmla="*/ 60 h 617"/>
                <a:gd name="T106" fmla="*/ 247 w 552"/>
                <a:gd name="T107" fmla="*/ 41 h 617"/>
                <a:gd name="T108" fmla="*/ 226 w 552"/>
                <a:gd name="T109" fmla="*/ 28 h 617"/>
                <a:gd name="T110" fmla="*/ 226 w 552"/>
                <a:gd name="T111" fmla="*/ 11 h 617"/>
                <a:gd name="T112" fmla="*/ 226 w 552"/>
                <a:gd name="T113" fmla="*/ 5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52" h="617">
                  <a:moveTo>
                    <a:pt x="218" y="0"/>
                  </a:moveTo>
                  <a:cubicBezTo>
                    <a:pt x="213" y="0"/>
                    <a:pt x="212" y="4"/>
                    <a:pt x="207" y="4"/>
                  </a:cubicBezTo>
                  <a:cubicBezTo>
                    <a:pt x="203" y="4"/>
                    <a:pt x="202" y="2"/>
                    <a:pt x="198" y="2"/>
                  </a:cubicBezTo>
                  <a:cubicBezTo>
                    <a:pt x="194" y="2"/>
                    <a:pt x="189" y="7"/>
                    <a:pt x="186" y="7"/>
                  </a:cubicBezTo>
                  <a:cubicBezTo>
                    <a:pt x="184" y="7"/>
                    <a:pt x="180" y="4"/>
                    <a:pt x="176" y="4"/>
                  </a:cubicBezTo>
                  <a:cubicBezTo>
                    <a:pt x="163" y="4"/>
                    <a:pt x="142" y="12"/>
                    <a:pt x="131" y="17"/>
                  </a:cubicBezTo>
                  <a:cubicBezTo>
                    <a:pt x="128" y="19"/>
                    <a:pt x="127" y="22"/>
                    <a:pt x="121" y="22"/>
                  </a:cubicBezTo>
                  <a:cubicBezTo>
                    <a:pt x="111" y="22"/>
                    <a:pt x="104" y="20"/>
                    <a:pt x="97" y="15"/>
                  </a:cubicBezTo>
                  <a:cubicBezTo>
                    <a:pt x="94" y="17"/>
                    <a:pt x="93" y="20"/>
                    <a:pt x="91" y="23"/>
                  </a:cubicBezTo>
                  <a:cubicBezTo>
                    <a:pt x="91" y="23"/>
                    <a:pt x="91" y="23"/>
                    <a:pt x="91" y="23"/>
                  </a:cubicBezTo>
                  <a:cubicBezTo>
                    <a:pt x="84" y="32"/>
                    <a:pt x="75" y="40"/>
                    <a:pt x="67" y="50"/>
                  </a:cubicBezTo>
                  <a:cubicBezTo>
                    <a:pt x="62" y="57"/>
                    <a:pt x="66" y="61"/>
                    <a:pt x="62" y="72"/>
                  </a:cubicBezTo>
                  <a:cubicBezTo>
                    <a:pt x="61" y="76"/>
                    <a:pt x="54" y="82"/>
                    <a:pt x="50" y="85"/>
                  </a:cubicBezTo>
                  <a:cubicBezTo>
                    <a:pt x="44" y="88"/>
                    <a:pt x="37" y="87"/>
                    <a:pt x="33" y="92"/>
                  </a:cubicBezTo>
                  <a:cubicBezTo>
                    <a:pt x="26" y="102"/>
                    <a:pt x="18" y="117"/>
                    <a:pt x="14" y="128"/>
                  </a:cubicBezTo>
                  <a:cubicBezTo>
                    <a:pt x="13" y="133"/>
                    <a:pt x="6" y="136"/>
                    <a:pt x="6" y="142"/>
                  </a:cubicBezTo>
                  <a:cubicBezTo>
                    <a:pt x="6" y="153"/>
                    <a:pt x="12" y="161"/>
                    <a:pt x="12" y="173"/>
                  </a:cubicBezTo>
                  <a:cubicBezTo>
                    <a:pt x="12" y="181"/>
                    <a:pt x="6" y="196"/>
                    <a:pt x="0" y="199"/>
                  </a:cubicBezTo>
                  <a:cubicBezTo>
                    <a:pt x="2" y="203"/>
                    <a:pt x="4" y="204"/>
                    <a:pt x="4" y="208"/>
                  </a:cubicBezTo>
                  <a:cubicBezTo>
                    <a:pt x="4" y="211"/>
                    <a:pt x="5" y="213"/>
                    <a:pt x="5" y="218"/>
                  </a:cubicBezTo>
                  <a:cubicBezTo>
                    <a:pt x="5" y="218"/>
                    <a:pt x="5" y="218"/>
                    <a:pt x="5" y="218"/>
                  </a:cubicBezTo>
                  <a:cubicBezTo>
                    <a:pt x="6" y="219"/>
                    <a:pt x="7" y="220"/>
                    <a:pt x="8" y="222"/>
                  </a:cubicBezTo>
                  <a:cubicBezTo>
                    <a:pt x="8" y="223"/>
                    <a:pt x="23" y="236"/>
                    <a:pt x="25" y="237"/>
                  </a:cubicBezTo>
                  <a:cubicBezTo>
                    <a:pt x="33" y="243"/>
                    <a:pt x="34" y="250"/>
                    <a:pt x="40" y="258"/>
                  </a:cubicBezTo>
                  <a:cubicBezTo>
                    <a:pt x="46" y="267"/>
                    <a:pt x="62" y="277"/>
                    <a:pt x="70" y="283"/>
                  </a:cubicBezTo>
                  <a:cubicBezTo>
                    <a:pt x="71" y="284"/>
                    <a:pt x="75" y="285"/>
                    <a:pt x="79" y="285"/>
                  </a:cubicBezTo>
                  <a:cubicBezTo>
                    <a:pt x="90" y="285"/>
                    <a:pt x="95" y="280"/>
                    <a:pt x="106" y="280"/>
                  </a:cubicBezTo>
                  <a:cubicBezTo>
                    <a:pt x="111" y="280"/>
                    <a:pt x="118" y="284"/>
                    <a:pt x="123" y="284"/>
                  </a:cubicBezTo>
                  <a:cubicBezTo>
                    <a:pt x="127" y="284"/>
                    <a:pt x="128" y="280"/>
                    <a:pt x="133" y="279"/>
                  </a:cubicBezTo>
                  <a:cubicBezTo>
                    <a:pt x="143" y="275"/>
                    <a:pt x="154" y="269"/>
                    <a:pt x="168" y="269"/>
                  </a:cubicBezTo>
                  <a:cubicBezTo>
                    <a:pt x="180" y="269"/>
                    <a:pt x="182" y="285"/>
                    <a:pt x="190" y="285"/>
                  </a:cubicBezTo>
                  <a:cubicBezTo>
                    <a:pt x="193" y="285"/>
                    <a:pt x="197" y="285"/>
                    <a:pt x="202" y="285"/>
                  </a:cubicBezTo>
                  <a:cubicBezTo>
                    <a:pt x="212" y="285"/>
                    <a:pt x="217" y="291"/>
                    <a:pt x="220" y="297"/>
                  </a:cubicBezTo>
                  <a:cubicBezTo>
                    <a:pt x="217" y="299"/>
                    <a:pt x="217" y="308"/>
                    <a:pt x="217" y="311"/>
                  </a:cubicBezTo>
                  <a:cubicBezTo>
                    <a:pt x="217" y="313"/>
                    <a:pt x="216" y="313"/>
                    <a:pt x="217" y="316"/>
                  </a:cubicBezTo>
                  <a:cubicBezTo>
                    <a:pt x="215" y="317"/>
                    <a:pt x="211" y="324"/>
                    <a:pt x="211" y="327"/>
                  </a:cubicBezTo>
                  <a:cubicBezTo>
                    <a:pt x="211" y="340"/>
                    <a:pt x="227" y="350"/>
                    <a:pt x="234" y="360"/>
                  </a:cubicBezTo>
                  <a:cubicBezTo>
                    <a:pt x="238" y="365"/>
                    <a:pt x="237" y="371"/>
                    <a:pt x="239" y="377"/>
                  </a:cubicBezTo>
                  <a:cubicBezTo>
                    <a:pt x="242" y="384"/>
                    <a:pt x="244" y="388"/>
                    <a:pt x="246" y="400"/>
                  </a:cubicBezTo>
                  <a:cubicBezTo>
                    <a:pt x="247" y="407"/>
                    <a:pt x="250" y="410"/>
                    <a:pt x="250" y="417"/>
                  </a:cubicBezTo>
                  <a:cubicBezTo>
                    <a:pt x="250" y="432"/>
                    <a:pt x="232" y="437"/>
                    <a:pt x="232" y="456"/>
                  </a:cubicBezTo>
                  <a:cubicBezTo>
                    <a:pt x="232" y="475"/>
                    <a:pt x="241" y="486"/>
                    <a:pt x="249" y="499"/>
                  </a:cubicBezTo>
                  <a:cubicBezTo>
                    <a:pt x="251" y="503"/>
                    <a:pt x="254" y="505"/>
                    <a:pt x="254" y="509"/>
                  </a:cubicBezTo>
                  <a:cubicBezTo>
                    <a:pt x="254" y="511"/>
                    <a:pt x="254" y="512"/>
                    <a:pt x="254" y="516"/>
                  </a:cubicBezTo>
                  <a:cubicBezTo>
                    <a:pt x="254" y="541"/>
                    <a:pt x="267" y="558"/>
                    <a:pt x="278" y="575"/>
                  </a:cubicBezTo>
                  <a:cubicBezTo>
                    <a:pt x="279" y="578"/>
                    <a:pt x="287" y="586"/>
                    <a:pt x="287" y="591"/>
                  </a:cubicBezTo>
                  <a:cubicBezTo>
                    <a:pt x="287" y="594"/>
                    <a:pt x="286" y="596"/>
                    <a:pt x="283" y="599"/>
                  </a:cubicBezTo>
                  <a:cubicBezTo>
                    <a:pt x="286" y="601"/>
                    <a:pt x="288" y="607"/>
                    <a:pt x="288" y="613"/>
                  </a:cubicBezTo>
                  <a:cubicBezTo>
                    <a:pt x="289" y="613"/>
                    <a:pt x="290" y="612"/>
                    <a:pt x="291" y="611"/>
                  </a:cubicBezTo>
                  <a:cubicBezTo>
                    <a:pt x="293" y="615"/>
                    <a:pt x="296" y="617"/>
                    <a:pt x="300" y="617"/>
                  </a:cubicBezTo>
                  <a:cubicBezTo>
                    <a:pt x="311" y="617"/>
                    <a:pt x="318" y="609"/>
                    <a:pt x="330" y="609"/>
                  </a:cubicBezTo>
                  <a:cubicBezTo>
                    <a:pt x="333" y="609"/>
                    <a:pt x="335" y="611"/>
                    <a:pt x="338" y="611"/>
                  </a:cubicBezTo>
                  <a:cubicBezTo>
                    <a:pt x="341" y="611"/>
                    <a:pt x="343" y="610"/>
                    <a:pt x="347" y="610"/>
                  </a:cubicBezTo>
                  <a:cubicBezTo>
                    <a:pt x="348" y="604"/>
                    <a:pt x="355" y="607"/>
                    <a:pt x="360" y="604"/>
                  </a:cubicBezTo>
                  <a:cubicBezTo>
                    <a:pt x="371" y="599"/>
                    <a:pt x="374" y="591"/>
                    <a:pt x="381" y="582"/>
                  </a:cubicBezTo>
                  <a:cubicBezTo>
                    <a:pt x="386" y="576"/>
                    <a:pt x="387" y="569"/>
                    <a:pt x="393" y="563"/>
                  </a:cubicBezTo>
                  <a:cubicBezTo>
                    <a:pt x="396" y="560"/>
                    <a:pt x="404" y="553"/>
                    <a:pt x="404" y="546"/>
                  </a:cubicBezTo>
                  <a:cubicBezTo>
                    <a:pt x="404" y="543"/>
                    <a:pt x="403" y="541"/>
                    <a:pt x="400" y="540"/>
                  </a:cubicBezTo>
                  <a:cubicBezTo>
                    <a:pt x="403" y="532"/>
                    <a:pt x="407" y="530"/>
                    <a:pt x="414" y="526"/>
                  </a:cubicBezTo>
                  <a:cubicBezTo>
                    <a:pt x="416" y="525"/>
                    <a:pt x="421" y="526"/>
                    <a:pt x="423" y="524"/>
                  </a:cubicBezTo>
                  <a:cubicBezTo>
                    <a:pt x="424" y="522"/>
                    <a:pt x="425" y="512"/>
                    <a:pt x="425" y="508"/>
                  </a:cubicBezTo>
                  <a:cubicBezTo>
                    <a:pt x="425" y="499"/>
                    <a:pt x="417" y="495"/>
                    <a:pt x="417" y="489"/>
                  </a:cubicBezTo>
                  <a:cubicBezTo>
                    <a:pt x="417" y="485"/>
                    <a:pt x="422" y="481"/>
                    <a:pt x="426" y="480"/>
                  </a:cubicBezTo>
                  <a:cubicBezTo>
                    <a:pt x="429" y="461"/>
                    <a:pt x="466" y="464"/>
                    <a:pt x="466" y="442"/>
                  </a:cubicBezTo>
                  <a:cubicBezTo>
                    <a:pt x="466" y="439"/>
                    <a:pt x="466" y="438"/>
                    <a:pt x="464" y="436"/>
                  </a:cubicBezTo>
                  <a:cubicBezTo>
                    <a:pt x="464" y="428"/>
                    <a:pt x="465" y="423"/>
                    <a:pt x="465" y="418"/>
                  </a:cubicBezTo>
                  <a:cubicBezTo>
                    <a:pt x="465" y="411"/>
                    <a:pt x="465" y="411"/>
                    <a:pt x="465" y="411"/>
                  </a:cubicBezTo>
                  <a:cubicBezTo>
                    <a:pt x="465" y="410"/>
                    <a:pt x="467" y="408"/>
                    <a:pt x="467" y="407"/>
                  </a:cubicBezTo>
                  <a:cubicBezTo>
                    <a:pt x="467" y="401"/>
                    <a:pt x="456" y="396"/>
                    <a:pt x="456" y="387"/>
                  </a:cubicBezTo>
                  <a:cubicBezTo>
                    <a:pt x="456" y="378"/>
                    <a:pt x="454" y="374"/>
                    <a:pt x="454" y="365"/>
                  </a:cubicBezTo>
                  <a:cubicBezTo>
                    <a:pt x="454" y="357"/>
                    <a:pt x="461" y="355"/>
                    <a:pt x="463" y="348"/>
                  </a:cubicBezTo>
                  <a:cubicBezTo>
                    <a:pt x="471" y="323"/>
                    <a:pt x="491" y="319"/>
                    <a:pt x="509" y="304"/>
                  </a:cubicBezTo>
                  <a:cubicBezTo>
                    <a:pt x="520" y="295"/>
                    <a:pt x="524" y="285"/>
                    <a:pt x="532" y="274"/>
                  </a:cubicBezTo>
                  <a:cubicBezTo>
                    <a:pt x="539" y="264"/>
                    <a:pt x="552" y="243"/>
                    <a:pt x="552" y="227"/>
                  </a:cubicBezTo>
                  <a:cubicBezTo>
                    <a:pt x="552" y="225"/>
                    <a:pt x="551" y="224"/>
                    <a:pt x="550" y="223"/>
                  </a:cubicBezTo>
                  <a:cubicBezTo>
                    <a:pt x="540" y="225"/>
                    <a:pt x="530" y="229"/>
                    <a:pt x="519" y="231"/>
                  </a:cubicBezTo>
                  <a:cubicBezTo>
                    <a:pt x="518" y="231"/>
                    <a:pt x="518" y="231"/>
                    <a:pt x="517" y="231"/>
                  </a:cubicBezTo>
                  <a:cubicBezTo>
                    <a:pt x="516" y="231"/>
                    <a:pt x="515" y="231"/>
                    <a:pt x="514" y="231"/>
                  </a:cubicBezTo>
                  <a:cubicBezTo>
                    <a:pt x="513" y="231"/>
                    <a:pt x="512" y="231"/>
                    <a:pt x="511" y="231"/>
                  </a:cubicBezTo>
                  <a:cubicBezTo>
                    <a:pt x="510" y="231"/>
                    <a:pt x="509" y="231"/>
                    <a:pt x="507" y="231"/>
                  </a:cubicBezTo>
                  <a:cubicBezTo>
                    <a:pt x="504" y="232"/>
                    <a:pt x="504" y="236"/>
                    <a:pt x="499" y="236"/>
                  </a:cubicBezTo>
                  <a:cubicBezTo>
                    <a:pt x="494" y="236"/>
                    <a:pt x="490" y="227"/>
                    <a:pt x="487" y="224"/>
                  </a:cubicBezTo>
                  <a:cubicBezTo>
                    <a:pt x="490" y="221"/>
                    <a:pt x="487" y="220"/>
                    <a:pt x="487" y="215"/>
                  </a:cubicBezTo>
                  <a:cubicBezTo>
                    <a:pt x="478" y="215"/>
                    <a:pt x="475" y="203"/>
                    <a:pt x="471" y="200"/>
                  </a:cubicBezTo>
                  <a:cubicBezTo>
                    <a:pt x="465" y="196"/>
                    <a:pt x="462" y="196"/>
                    <a:pt x="458" y="191"/>
                  </a:cubicBezTo>
                  <a:cubicBezTo>
                    <a:pt x="453" y="186"/>
                    <a:pt x="456" y="179"/>
                    <a:pt x="451" y="172"/>
                  </a:cubicBezTo>
                  <a:cubicBezTo>
                    <a:pt x="446" y="166"/>
                    <a:pt x="441" y="166"/>
                    <a:pt x="438" y="159"/>
                  </a:cubicBezTo>
                  <a:cubicBezTo>
                    <a:pt x="438" y="144"/>
                    <a:pt x="438" y="144"/>
                    <a:pt x="438" y="144"/>
                  </a:cubicBezTo>
                  <a:cubicBezTo>
                    <a:pt x="434" y="140"/>
                    <a:pt x="425" y="128"/>
                    <a:pt x="426" y="122"/>
                  </a:cubicBezTo>
                  <a:cubicBezTo>
                    <a:pt x="399" y="74"/>
                    <a:pt x="399" y="74"/>
                    <a:pt x="399" y="74"/>
                  </a:cubicBezTo>
                  <a:cubicBezTo>
                    <a:pt x="399" y="69"/>
                    <a:pt x="399" y="69"/>
                    <a:pt x="399" y="69"/>
                  </a:cubicBezTo>
                  <a:cubicBezTo>
                    <a:pt x="404" y="74"/>
                    <a:pt x="409" y="87"/>
                    <a:pt x="415" y="88"/>
                  </a:cubicBezTo>
                  <a:cubicBezTo>
                    <a:pt x="416" y="85"/>
                    <a:pt x="419" y="78"/>
                    <a:pt x="420" y="73"/>
                  </a:cubicBezTo>
                  <a:cubicBezTo>
                    <a:pt x="420" y="72"/>
                    <a:pt x="421" y="71"/>
                    <a:pt x="421" y="70"/>
                  </a:cubicBezTo>
                  <a:cubicBezTo>
                    <a:pt x="416" y="60"/>
                    <a:pt x="416" y="60"/>
                    <a:pt x="416" y="60"/>
                  </a:cubicBezTo>
                  <a:cubicBezTo>
                    <a:pt x="416" y="59"/>
                    <a:pt x="415" y="58"/>
                    <a:pt x="415" y="57"/>
                  </a:cubicBezTo>
                  <a:cubicBezTo>
                    <a:pt x="411" y="58"/>
                    <a:pt x="411" y="59"/>
                    <a:pt x="407" y="59"/>
                  </a:cubicBezTo>
                  <a:cubicBezTo>
                    <a:pt x="401" y="59"/>
                    <a:pt x="398" y="55"/>
                    <a:pt x="392" y="55"/>
                  </a:cubicBezTo>
                  <a:cubicBezTo>
                    <a:pt x="383" y="55"/>
                    <a:pt x="381" y="60"/>
                    <a:pt x="372" y="60"/>
                  </a:cubicBezTo>
                  <a:cubicBezTo>
                    <a:pt x="362" y="60"/>
                    <a:pt x="349" y="55"/>
                    <a:pt x="340" y="52"/>
                  </a:cubicBezTo>
                  <a:cubicBezTo>
                    <a:pt x="335" y="50"/>
                    <a:pt x="329" y="53"/>
                    <a:pt x="326" y="49"/>
                  </a:cubicBezTo>
                  <a:cubicBezTo>
                    <a:pt x="325" y="47"/>
                    <a:pt x="322" y="47"/>
                    <a:pt x="322" y="43"/>
                  </a:cubicBezTo>
                  <a:cubicBezTo>
                    <a:pt x="316" y="43"/>
                    <a:pt x="316" y="43"/>
                    <a:pt x="316" y="43"/>
                  </a:cubicBezTo>
                  <a:cubicBezTo>
                    <a:pt x="315" y="42"/>
                    <a:pt x="315" y="42"/>
                    <a:pt x="315" y="42"/>
                  </a:cubicBezTo>
                  <a:cubicBezTo>
                    <a:pt x="306" y="45"/>
                    <a:pt x="299" y="45"/>
                    <a:pt x="299" y="54"/>
                  </a:cubicBezTo>
                  <a:cubicBezTo>
                    <a:pt x="299" y="56"/>
                    <a:pt x="299" y="58"/>
                    <a:pt x="299" y="60"/>
                  </a:cubicBezTo>
                  <a:cubicBezTo>
                    <a:pt x="299" y="61"/>
                    <a:pt x="296" y="64"/>
                    <a:pt x="293" y="64"/>
                  </a:cubicBezTo>
                  <a:cubicBezTo>
                    <a:pt x="272" y="64"/>
                    <a:pt x="266" y="41"/>
                    <a:pt x="247" y="41"/>
                  </a:cubicBezTo>
                  <a:cubicBezTo>
                    <a:pt x="245" y="41"/>
                    <a:pt x="243" y="41"/>
                    <a:pt x="239" y="41"/>
                  </a:cubicBezTo>
                  <a:cubicBezTo>
                    <a:pt x="234" y="41"/>
                    <a:pt x="226" y="35"/>
                    <a:pt x="226" y="28"/>
                  </a:cubicBezTo>
                  <a:cubicBezTo>
                    <a:pt x="226" y="24"/>
                    <a:pt x="230" y="21"/>
                    <a:pt x="230" y="17"/>
                  </a:cubicBezTo>
                  <a:cubicBezTo>
                    <a:pt x="230" y="14"/>
                    <a:pt x="226" y="13"/>
                    <a:pt x="226" y="11"/>
                  </a:cubicBezTo>
                  <a:cubicBezTo>
                    <a:pt x="226" y="7"/>
                    <a:pt x="230" y="8"/>
                    <a:pt x="231" y="3"/>
                  </a:cubicBezTo>
                  <a:cubicBezTo>
                    <a:pt x="229" y="4"/>
                    <a:pt x="228" y="5"/>
                    <a:pt x="226" y="5"/>
                  </a:cubicBezTo>
                  <a:cubicBezTo>
                    <a:pt x="222" y="5"/>
                    <a:pt x="223" y="0"/>
                    <a:pt x="21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 name="Freeform 7"/>
            <p:cNvSpPr>
              <a:spLocks/>
            </p:cNvSpPr>
            <p:nvPr/>
          </p:nvSpPr>
          <p:spPr bwMode="auto">
            <a:xfrm>
              <a:off x="6889750" y="2843213"/>
              <a:ext cx="1128713" cy="979488"/>
            </a:xfrm>
            <a:custGeom>
              <a:avLst/>
              <a:gdLst>
                <a:gd name="T0" fmla="*/ 40 w 301"/>
                <a:gd name="T1" fmla="*/ 8 h 261"/>
                <a:gd name="T2" fmla="*/ 24 w 301"/>
                <a:gd name="T3" fmla="*/ 10 h 261"/>
                <a:gd name="T4" fmla="*/ 4 w 301"/>
                <a:gd name="T5" fmla="*/ 24 h 261"/>
                <a:gd name="T6" fmla="*/ 0 w 301"/>
                <a:gd name="T7" fmla="*/ 35 h 261"/>
                <a:gd name="T8" fmla="*/ 14 w 301"/>
                <a:gd name="T9" fmla="*/ 51 h 261"/>
                <a:gd name="T10" fmla="*/ 31 w 301"/>
                <a:gd name="T11" fmla="*/ 56 h 261"/>
                <a:gd name="T12" fmla="*/ 69 w 301"/>
                <a:gd name="T13" fmla="*/ 50 h 261"/>
                <a:gd name="T14" fmla="*/ 80 w 301"/>
                <a:gd name="T15" fmla="*/ 52 h 261"/>
                <a:gd name="T16" fmla="*/ 72 w 301"/>
                <a:gd name="T17" fmla="*/ 81 h 261"/>
                <a:gd name="T18" fmla="*/ 67 w 301"/>
                <a:gd name="T19" fmla="*/ 104 h 261"/>
                <a:gd name="T20" fmla="*/ 70 w 301"/>
                <a:gd name="T21" fmla="*/ 126 h 261"/>
                <a:gd name="T22" fmla="*/ 88 w 301"/>
                <a:gd name="T23" fmla="*/ 154 h 261"/>
                <a:gd name="T24" fmla="*/ 99 w 301"/>
                <a:gd name="T25" fmla="*/ 167 h 261"/>
                <a:gd name="T26" fmla="*/ 127 w 301"/>
                <a:gd name="T27" fmla="*/ 219 h 261"/>
                <a:gd name="T28" fmla="*/ 139 w 301"/>
                <a:gd name="T29" fmla="*/ 254 h 261"/>
                <a:gd name="T30" fmla="*/ 150 w 301"/>
                <a:gd name="T31" fmla="*/ 260 h 261"/>
                <a:gd name="T32" fmla="*/ 189 w 301"/>
                <a:gd name="T33" fmla="*/ 244 h 261"/>
                <a:gd name="T34" fmla="*/ 235 w 301"/>
                <a:gd name="T35" fmla="*/ 224 h 261"/>
                <a:gd name="T36" fmla="*/ 256 w 301"/>
                <a:gd name="T37" fmla="*/ 199 h 261"/>
                <a:gd name="T38" fmla="*/ 267 w 301"/>
                <a:gd name="T39" fmla="*/ 174 h 261"/>
                <a:gd name="T40" fmla="*/ 244 w 301"/>
                <a:gd name="T41" fmla="*/ 155 h 261"/>
                <a:gd name="T42" fmla="*/ 201 w 301"/>
                <a:gd name="T43" fmla="*/ 158 h 261"/>
                <a:gd name="T44" fmla="*/ 197 w 301"/>
                <a:gd name="T45" fmla="*/ 151 h 261"/>
                <a:gd name="T46" fmla="*/ 179 w 301"/>
                <a:gd name="T47" fmla="*/ 118 h 261"/>
                <a:gd name="T48" fmla="*/ 203 w 301"/>
                <a:gd name="T49" fmla="*/ 129 h 261"/>
                <a:gd name="T50" fmla="*/ 238 w 301"/>
                <a:gd name="T51" fmla="*/ 142 h 261"/>
                <a:gd name="T52" fmla="*/ 263 w 301"/>
                <a:gd name="T53" fmla="*/ 151 h 261"/>
                <a:gd name="T54" fmla="*/ 289 w 301"/>
                <a:gd name="T55" fmla="*/ 150 h 261"/>
                <a:gd name="T56" fmla="*/ 301 w 301"/>
                <a:gd name="T57" fmla="*/ 139 h 261"/>
                <a:gd name="T58" fmla="*/ 283 w 301"/>
                <a:gd name="T59" fmla="*/ 111 h 261"/>
                <a:gd name="T60" fmla="*/ 283 w 301"/>
                <a:gd name="T61" fmla="*/ 96 h 261"/>
                <a:gd name="T62" fmla="*/ 280 w 301"/>
                <a:gd name="T63" fmla="*/ 77 h 261"/>
                <a:gd name="T64" fmla="*/ 280 w 301"/>
                <a:gd name="T65" fmla="*/ 76 h 261"/>
                <a:gd name="T66" fmla="*/ 280 w 301"/>
                <a:gd name="T67" fmla="*/ 74 h 261"/>
                <a:gd name="T68" fmla="*/ 285 w 301"/>
                <a:gd name="T69" fmla="*/ 51 h 261"/>
                <a:gd name="T70" fmla="*/ 265 w 301"/>
                <a:gd name="T71" fmla="*/ 39 h 261"/>
                <a:gd name="T72" fmla="*/ 231 w 301"/>
                <a:gd name="T73" fmla="*/ 40 h 261"/>
                <a:gd name="T74" fmla="*/ 212 w 301"/>
                <a:gd name="T75" fmla="*/ 51 h 261"/>
                <a:gd name="T76" fmla="*/ 194 w 301"/>
                <a:gd name="T77" fmla="*/ 44 h 261"/>
                <a:gd name="T78" fmla="*/ 190 w 301"/>
                <a:gd name="T79" fmla="*/ 44 h 261"/>
                <a:gd name="T80" fmla="*/ 181 w 301"/>
                <a:gd name="T81" fmla="*/ 28 h 261"/>
                <a:gd name="T82" fmla="*/ 179 w 301"/>
                <a:gd name="T83" fmla="*/ 21 h 261"/>
                <a:gd name="T84" fmla="*/ 150 w 301"/>
                <a:gd name="T85" fmla="*/ 18 h 261"/>
                <a:gd name="T86" fmla="*/ 132 w 301"/>
                <a:gd name="T87" fmla="*/ 2 h 261"/>
                <a:gd name="T88" fmla="*/ 132 w 301"/>
                <a:gd name="T89" fmla="*/ 2 h 261"/>
                <a:gd name="T90" fmla="*/ 132 w 301"/>
                <a:gd name="T91" fmla="*/ 2 h 261"/>
                <a:gd name="T92" fmla="*/ 132 w 301"/>
                <a:gd name="T93" fmla="*/ 2 h 261"/>
                <a:gd name="T94" fmla="*/ 131 w 301"/>
                <a:gd name="T95" fmla="*/ 2 h 261"/>
                <a:gd name="T96" fmla="*/ 130 w 301"/>
                <a:gd name="T97" fmla="*/ 2 h 261"/>
                <a:gd name="T98" fmla="*/ 130 w 301"/>
                <a:gd name="T99" fmla="*/ 2 h 261"/>
                <a:gd name="T100" fmla="*/ 130 w 301"/>
                <a:gd name="T101" fmla="*/ 2 h 261"/>
                <a:gd name="T102" fmla="*/ 130 w 301"/>
                <a:gd name="T103" fmla="*/ 2 h 261"/>
                <a:gd name="T104" fmla="*/ 96 w 301"/>
                <a:gd name="T105" fmla="*/ 1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01" h="261">
                  <a:moveTo>
                    <a:pt x="68" y="0"/>
                  </a:moveTo>
                  <a:cubicBezTo>
                    <a:pt x="63" y="0"/>
                    <a:pt x="55" y="0"/>
                    <a:pt x="51" y="2"/>
                  </a:cubicBezTo>
                  <a:cubicBezTo>
                    <a:pt x="48" y="4"/>
                    <a:pt x="43" y="8"/>
                    <a:pt x="40" y="8"/>
                  </a:cubicBezTo>
                  <a:cubicBezTo>
                    <a:pt x="40" y="8"/>
                    <a:pt x="34" y="8"/>
                    <a:pt x="31" y="8"/>
                  </a:cubicBezTo>
                  <a:cubicBezTo>
                    <a:pt x="30" y="8"/>
                    <a:pt x="29" y="8"/>
                    <a:pt x="27" y="8"/>
                  </a:cubicBezTo>
                  <a:cubicBezTo>
                    <a:pt x="25" y="8"/>
                    <a:pt x="24" y="8"/>
                    <a:pt x="24" y="10"/>
                  </a:cubicBezTo>
                  <a:cubicBezTo>
                    <a:pt x="24" y="12"/>
                    <a:pt x="26" y="11"/>
                    <a:pt x="26" y="13"/>
                  </a:cubicBezTo>
                  <a:cubicBezTo>
                    <a:pt x="21" y="16"/>
                    <a:pt x="1" y="14"/>
                    <a:pt x="1" y="23"/>
                  </a:cubicBezTo>
                  <a:cubicBezTo>
                    <a:pt x="1" y="24"/>
                    <a:pt x="2" y="24"/>
                    <a:pt x="4" y="24"/>
                  </a:cubicBezTo>
                  <a:cubicBezTo>
                    <a:pt x="4" y="24"/>
                    <a:pt x="5" y="24"/>
                    <a:pt x="5" y="24"/>
                  </a:cubicBezTo>
                  <a:cubicBezTo>
                    <a:pt x="5" y="25"/>
                    <a:pt x="5" y="25"/>
                    <a:pt x="5" y="27"/>
                  </a:cubicBezTo>
                  <a:cubicBezTo>
                    <a:pt x="5" y="33"/>
                    <a:pt x="2" y="32"/>
                    <a:pt x="0" y="35"/>
                  </a:cubicBezTo>
                  <a:cubicBezTo>
                    <a:pt x="3" y="37"/>
                    <a:pt x="7" y="37"/>
                    <a:pt x="9" y="41"/>
                  </a:cubicBezTo>
                  <a:cubicBezTo>
                    <a:pt x="6" y="43"/>
                    <a:pt x="15" y="48"/>
                    <a:pt x="16" y="49"/>
                  </a:cubicBezTo>
                  <a:cubicBezTo>
                    <a:pt x="16" y="50"/>
                    <a:pt x="15" y="51"/>
                    <a:pt x="14" y="51"/>
                  </a:cubicBezTo>
                  <a:cubicBezTo>
                    <a:pt x="17" y="51"/>
                    <a:pt x="17" y="51"/>
                    <a:pt x="17" y="51"/>
                  </a:cubicBezTo>
                  <a:cubicBezTo>
                    <a:pt x="18" y="51"/>
                    <a:pt x="19" y="51"/>
                    <a:pt x="19" y="51"/>
                  </a:cubicBezTo>
                  <a:cubicBezTo>
                    <a:pt x="23" y="51"/>
                    <a:pt x="26" y="56"/>
                    <a:pt x="31" y="56"/>
                  </a:cubicBezTo>
                  <a:cubicBezTo>
                    <a:pt x="36" y="56"/>
                    <a:pt x="35" y="50"/>
                    <a:pt x="41" y="50"/>
                  </a:cubicBezTo>
                  <a:cubicBezTo>
                    <a:pt x="47" y="50"/>
                    <a:pt x="49" y="57"/>
                    <a:pt x="55" y="57"/>
                  </a:cubicBezTo>
                  <a:cubicBezTo>
                    <a:pt x="63" y="57"/>
                    <a:pt x="65" y="53"/>
                    <a:pt x="69" y="50"/>
                  </a:cubicBezTo>
                  <a:cubicBezTo>
                    <a:pt x="70" y="51"/>
                    <a:pt x="72" y="52"/>
                    <a:pt x="75" y="52"/>
                  </a:cubicBezTo>
                  <a:cubicBezTo>
                    <a:pt x="77" y="52"/>
                    <a:pt x="78" y="50"/>
                    <a:pt x="80" y="49"/>
                  </a:cubicBezTo>
                  <a:cubicBezTo>
                    <a:pt x="80" y="52"/>
                    <a:pt x="80" y="52"/>
                    <a:pt x="80" y="52"/>
                  </a:cubicBezTo>
                  <a:cubicBezTo>
                    <a:pt x="80" y="53"/>
                    <a:pt x="78" y="53"/>
                    <a:pt x="78" y="55"/>
                  </a:cubicBezTo>
                  <a:cubicBezTo>
                    <a:pt x="78" y="58"/>
                    <a:pt x="80" y="62"/>
                    <a:pt x="80" y="67"/>
                  </a:cubicBezTo>
                  <a:cubicBezTo>
                    <a:pt x="80" y="74"/>
                    <a:pt x="74" y="75"/>
                    <a:pt x="72" y="81"/>
                  </a:cubicBezTo>
                  <a:cubicBezTo>
                    <a:pt x="71" y="87"/>
                    <a:pt x="70" y="90"/>
                    <a:pt x="68" y="96"/>
                  </a:cubicBezTo>
                  <a:cubicBezTo>
                    <a:pt x="67" y="97"/>
                    <a:pt x="65" y="97"/>
                    <a:pt x="65" y="99"/>
                  </a:cubicBezTo>
                  <a:cubicBezTo>
                    <a:pt x="67" y="104"/>
                    <a:pt x="67" y="104"/>
                    <a:pt x="67" y="104"/>
                  </a:cubicBezTo>
                  <a:cubicBezTo>
                    <a:pt x="72" y="114"/>
                    <a:pt x="72" y="114"/>
                    <a:pt x="72" y="114"/>
                  </a:cubicBezTo>
                  <a:cubicBezTo>
                    <a:pt x="72" y="115"/>
                    <a:pt x="71" y="116"/>
                    <a:pt x="71" y="117"/>
                  </a:cubicBezTo>
                  <a:cubicBezTo>
                    <a:pt x="71" y="121"/>
                    <a:pt x="70" y="125"/>
                    <a:pt x="70" y="126"/>
                  </a:cubicBezTo>
                  <a:cubicBezTo>
                    <a:pt x="70" y="127"/>
                    <a:pt x="74" y="132"/>
                    <a:pt x="75" y="133"/>
                  </a:cubicBezTo>
                  <a:cubicBezTo>
                    <a:pt x="78" y="138"/>
                    <a:pt x="81" y="142"/>
                    <a:pt x="84" y="148"/>
                  </a:cubicBezTo>
                  <a:cubicBezTo>
                    <a:pt x="85" y="149"/>
                    <a:pt x="87" y="151"/>
                    <a:pt x="88" y="154"/>
                  </a:cubicBezTo>
                  <a:cubicBezTo>
                    <a:pt x="89" y="156"/>
                    <a:pt x="88" y="160"/>
                    <a:pt x="90" y="162"/>
                  </a:cubicBezTo>
                  <a:cubicBezTo>
                    <a:pt x="91" y="163"/>
                    <a:pt x="94" y="162"/>
                    <a:pt x="95" y="163"/>
                  </a:cubicBezTo>
                  <a:cubicBezTo>
                    <a:pt x="96" y="164"/>
                    <a:pt x="98" y="166"/>
                    <a:pt x="99" y="167"/>
                  </a:cubicBezTo>
                  <a:cubicBezTo>
                    <a:pt x="100" y="173"/>
                    <a:pt x="104" y="174"/>
                    <a:pt x="104" y="180"/>
                  </a:cubicBezTo>
                  <a:cubicBezTo>
                    <a:pt x="104" y="191"/>
                    <a:pt x="106" y="197"/>
                    <a:pt x="116" y="199"/>
                  </a:cubicBezTo>
                  <a:cubicBezTo>
                    <a:pt x="116" y="206"/>
                    <a:pt x="124" y="216"/>
                    <a:pt x="127" y="219"/>
                  </a:cubicBezTo>
                  <a:cubicBezTo>
                    <a:pt x="131" y="223"/>
                    <a:pt x="135" y="225"/>
                    <a:pt x="134" y="231"/>
                  </a:cubicBezTo>
                  <a:cubicBezTo>
                    <a:pt x="133" y="234"/>
                    <a:pt x="131" y="239"/>
                    <a:pt x="134" y="240"/>
                  </a:cubicBezTo>
                  <a:cubicBezTo>
                    <a:pt x="134" y="245"/>
                    <a:pt x="136" y="250"/>
                    <a:pt x="139" y="254"/>
                  </a:cubicBezTo>
                  <a:cubicBezTo>
                    <a:pt x="141" y="257"/>
                    <a:pt x="139" y="257"/>
                    <a:pt x="140" y="257"/>
                  </a:cubicBezTo>
                  <a:cubicBezTo>
                    <a:pt x="140" y="258"/>
                    <a:pt x="148" y="261"/>
                    <a:pt x="149" y="261"/>
                  </a:cubicBezTo>
                  <a:cubicBezTo>
                    <a:pt x="150" y="260"/>
                    <a:pt x="150" y="260"/>
                    <a:pt x="150" y="260"/>
                  </a:cubicBezTo>
                  <a:cubicBezTo>
                    <a:pt x="156" y="260"/>
                    <a:pt x="157" y="258"/>
                    <a:pt x="162" y="254"/>
                  </a:cubicBezTo>
                  <a:cubicBezTo>
                    <a:pt x="171" y="254"/>
                    <a:pt x="171" y="254"/>
                    <a:pt x="171" y="254"/>
                  </a:cubicBezTo>
                  <a:cubicBezTo>
                    <a:pt x="174" y="253"/>
                    <a:pt x="186" y="245"/>
                    <a:pt x="189" y="244"/>
                  </a:cubicBezTo>
                  <a:cubicBezTo>
                    <a:pt x="196" y="242"/>
                    <a:pt x="205" y="240"/>
                    <a:pt x="211" y="237"/>
                  </a:cubicBezTo>
                  <a:cubicBezTo>
                    <a:pt x="211" y="237"/>
                    <a:pt x="210" y="235"/>
                    <a:pt x="210" y="235"/>
                  </a:cubicBezTo>
                  <a:cubicBezTo>
                    <a:pt x="210" y="228"/>
                    <a:pt x="228" y="225"/>
                    <a:pt x="235" y="224"/>
                  </a:cubicBezTo>
                  <a:cubicBezTo>
                    <a:pt x="235" y="220"/>
                    <a:pt x="241" y="215"/>
                    <a:pt x="243" y="215"/>
                  </a:cubicBezTo>
                  <a:cubicBezTo>
                    <a:pt x="248" y="215"/>
                    <a:pt x="247" y="207"/>
                    <a:pt x="251" y="207"/>
                  </a:cubicBezTo>
                  <a:cubicBezTo>
                    <a:pt x="255" y="207"/>
                    <a:pt x="255" y="202"/>
                    <a:pt x="256" y="199"/>
                  </a:cubicBezTo>
                  <a:cubicBezTo>
                    <a:pt x="257" y="196"/>
                    <a:pt x="260" y="194"/>
                    <a:pt x="264" y="194"/>
                  </a:cubicBezTo>
                  <a:cubicBezTo>
                    <a:pt x="264" y="188"/>
                    <a:pt x="272" y="185"/>
                    <a:pt x="272" y="179"/>
                  </a:cubicBezTo>
                  <a:cubicBezTo>
                    <a:pt x="272" y="176"/>
                    <a:pt x="268" y="177"/>
                    <a:pt x="267" y="174"/>
                  </a:cubicBezTo>
                  <a:cubicBezTo>
                    <a:pt x="267" y="175"/>
                    <a:pt x="267" y="175"/>
                    <a:pt x="267" y="175"/>
                  </a:cubicBezTo>
                  <a:cubicBezTo>
                    <a:pt x="265" y="173"/>
                    <a:pt x="265" y="169"/>
                    <a:pt x="261" y="168"/>
                  </a:cubicBezTo>
                  <a:cubicBezTo>
                    <a:pt x="253" y="165"/>
                    <a:pt x="248" y="164"/>
                    <a:pt x="244" y="155"/>
                  </a:cubicBezTo>
                  <a:cubicBezTo>
                    <a:pt x="244" y="145"/>
                    <a:pt x="244" y="145"/>
                    <a:pt x="244" y="145"/>
                  </a:cubicBezTo>
                  <a:cubicBezTo>
                    <a:pt x="234" y="153"/>
                    <a:pt x="232" y="164"/>
                    <a:pt x="213" y="164"/>
                  </a:cubicBezTo>
                  <a:cubicBezTo>
                    <a:pt x="209" y="164"/>
                    <a:pt x="201" y="162"/>
                    <a:pt x="201" y="158"/>
                  </a:cubicBezTo>
                  <a:cubicBezTo>
                    <a:pt x="201" y="155"/>
                    <a:pt x="203" y="153"/>
                    <a:pt x="203" y="149"/>
                  </a:cubicBezTo>
                  <a:cubicBezTo>
                    <a:pt x="203" y="148"/>
                    <a:pt x="203" y="147"/>
                    <a:pt x="203" y="146"/>
                  </a:cubicBezTo>
                  <a:cubicBezTo>
                    <a:pt x="200" y="147"/>
                    <a:pt x="201" y="150"/>
                    <a:pt x="197" y="151"/>
                  </a:cubicBezTo>
                  <a:cubicBezTo>
                    <a:pt x="197" y="149"/>
                    <a:pt x="195" y="148"/>
                    <a:pt x="195" y="145"/>
                  </a:cubicBezTo>
                  <a:cubicBezTo>
                    <a:pt x="189" y="143"/>
                    <a:pt x="181" y="131"/>
                    <a:pt x="179" y="124"/>
                  </a:cubicBezTo>
                  <a:cubicBezTo>
                    <a:pt x="179" y="122"/>
                    <a:pt x="179" y="120"/>
                    <a:pt x="179" y="118"/>
                  </a:cubicBezTo>
                  <a:cubicBezTo>
                    <a:pt x="179" y="114"/>
                    <a:pt x="180" y="109"/>
                    <a:pt x="184" y="109"/>
                  </a:cubicBezTo>
                  <a:cubicBezTo>
                    <a:pt x="192" y="109"/>
                    <a:pt x="199" y="117"/>
                    <a:pt x="202" y="124"/>
                  </a:cubicBezTo>
                  <a:cubicBezTo>
                    <a:pt x="202" y="125"/>
                    <a:pt x="201" y="127"/>
                    <a:pt x="203" y="129"/>
                  </a:cubicBezTo>
                  <a:cubicBezTo>
                    <a:pt x="206" y="132"/>
                    <a:pt x="211" y="130"/>
                    <a:pt x="214" y="134"/>
                  </a:cubicBezTo>
                  <a:cubicBezTo>
                    <a:pt x="217" y="136"/>
                    <a:pt x="219" y="140"/>
                    <a:pt x="224" y="142"/>
                  </a:cubicBezTo>
                  <a:cubicBezTo>
                    <a:pt x="238" y="142"/>
                    <a:pt x="238" y="142"/>
                    <a:pt x="238" y="142"/>
                  </a:cubicBezTo>
                  <a:cubicBezTo>
                    <a:pt x="240" y="140"/>
                    <a:pt x="241" y="137"/>
                    <a:pt x="244" y="137"/>
                  </a:cubicBezTo>
                  <a:cubicBezTo>
                    <a:pt x="250" y="137"/>
                    <a:pt x="250" y="146"/>
                    <a:pt x="253" y="149"/>
                  </a:cubicBezTo>
                  <a:cubicBezTo>
                    <a:pt x="253" y="149"/>
                    <a:pt x="261" y="151"/>
                    <a:pt x="263" y="151"/>
                  </a:cubicBezTo>
                  <a:cubicBezTo>
                    <a:pt x="271" y="151"/>
                    <a:pt x="283" y="155"/>
                    <a:pt x="288" y="155"/>
                  </a:cubicBezTo>
                  <a:cubicBezTo>
                    <a:pt x="290" y="155"/>
                    <a:pt x="290" y="155"/>
                    <a:pt x="290" y="155"/>
                  </a:cubicBezTo>
                  <a:cubicBezTo>
                    <a:pt x="290" y="153"/>
                    <a:pt x="289" y="152"/>
                    <a:pt x="289" y="150"/>
                  </a:cubicBezTo>
                  <a:cubicBezTo>
                    <a:pt x="289" y="150"/>
                    <a:pt x="289" y="150"/>
                    <a:pt x="289" y="150"/>
                  </a:cubicBezTo>
                  <a:cubicBezTo>
                    <a:pt x="289" y="150"/>
                    <a:pt x="289" y="150"/>
                    <a:pt x="289" y="150"/>
                  </a:cubicBezTo>
                  <a:cubicBezTo>
                    <a:pt x="289" y="142"/>
                    <a:pt x="294" y="140"/>
                    <a:pt x="301" y="139"/>
                  </a:cubicBezTo>
                  <a:cubicBezTo>
                    <a:pt x="301" y="126"/>
                    <a:pt x="291" y="125"/>
                    <a:pt x="286" y="116"/>
                  </a:cubicBezTo>
                  <a:cubicBezTo>
                    <a:pt x="286" y="114"/>
                    <a:pt x="283" y="114"/>
                    <a:pt x="283" y="111"/>
                  </a:cubicBezTo>
                  <a:cubicBezTo>
                    <a:pt x="283" y="111"/>
                    <a:pt x="283" y="111"/>
                    <a:pt x="283" y="111"/>
                  </a:cubicBezTo>
                  <a:cubicBezTo>
                    <a:pt x="283" y="111"/>
                    <a:pt x="283" y="111"/>
                    <a:pt x="283" y="111"/>
                  </a:cubicBezTo>
                  <a:cubicBezTo>
                    <a:pt x="283" y="105"/>
                    <a:pt x="289" y="107"/>
                    <a:pt x="289" y="101"/>
                  </a:cubicBezTo>
                  <a:cubicBezTo>
                    <a:pt x="289" y="96"/>
                    <a:pt x="284" y="98"/>
                    <a:pt x="283" y="96"/>
                  </a:cubicBezTo>
                  <a:cubicBezTo>
                    <a:pt x="281" y="93"/>
                    <a:pt x="282" y="91"/>
                    <a:pt x="281" y="89"/>
                  </a:cubicBezTo>
                  <a:cubicBezTo>
                    <a:pt x="281" y="80"/>
                    <a:pt x="281" y="80"/>
                    <a:pt x="281" y="80"/>
                  </a:cubicBezTo>
                  <a:cubicBezTo>
                    <a:pt x="281" y="79"/>
                    <a:pt x="281" y="78"/>
                    <a:pt x="280" y="77"/>
                  </a:cubicBezTo>
                  <a:cubicBezTo>
                    <a:pt x="280" y="77"/>
                    <a:pt x="280" y="77"/>
                    <a:pt x="280" y="77"/>
                  </a:cubicBezTo>
                  <a:cubicBezTo>
                    <a:pt x="280" y="77"/>
                    <a:pt x="280" y="77"/>
                    <a:pt x="280" y="77"/>
                  </a:cubicBezTo>
                  <a:cubicBezTo>
                    <a:pt x="280" y="76"/>
                    <a:pt x="280" y="76"/>
                    <a:pt x="280" y="76"/>
                  </a:cubicBezTo>
                  <a:cubicBezTo>
                    <a:pt x="280" y="75"/>
                    <a:pt x="280" y="74"/>
                    <a:pt x="280" y="74"/>
                  </a:cubicBezTo>
                  <a:cubicBezTo>
                    <a:pt x="280" y="74"/>
                    <a:pt x="280" y="74"/>
                    <a:pt x="280" y="74"/>
                  </a:cubicBezTo>
                  <a:cubicBezTo>
                    <a:pt x="280" y="74"/>
                    <a:pt x="280" y="74"/>
                    <a:pt x="280" y="74"/>
                  </a:cubicBezTo>
                  <a:cubicBezTo>
                    <a:pt x="280" y="73"/>
                    <a:pt x="284" y="63"/>
                    <a:pt x="286" y="62"/>
                  </a:cubicBezTo>
                  <a:cubicBezTo>
                    <a:pt x="286" y="60"/>
                    <a:pt x="286" y="59"/>
                    <a:pt x="286" y="57"/>
                  </a:cubicBezTo>
                  <a:cubicBezTo>
                    <a:pt x="286" y="55"/>
                    <a:pt x="286" y="53"/>
                    <a:pt x="285" y="51"/>
                  </a:cubicBezTo>
                  <a:cubicBezTo>
                    <a:pt x="285" y="51"/>
                    <a:pt x="285" y="51"/>
                    <a:pt x="285" y="51"/>
                  </a:cubicBezTo>
                  <a:cubicBezTo>
                    <a:pt x="285" y="50"/>
                    <a:pt x="283" y="49"/>
                    <a:pt x="283" y="47"/>
                  </a:cubicBezTo>
                  <a:cubicBezTo>
                    <a:pt x="275" y="47"/>
                    <a:pt x="272" y="41"/>
                    <a:pt x="265" y="39"/>
                  </a:cubicBezTo>
                  <a:cubicBezTo>
                    <a:pt x="259" y="37"/>
                    <a:pt x="256" y="37"/>
                    <a:pt x="250" y="33"/>
                  </a:cubicBezTo>
                  <a:cubicBezTo>
                    <a:pt x="245" y="36"/>
                    <a:pt x="242" y="35"/>
                    <a:pt x="237" y="37"/>
                  </a:cubicBezTo>
                  <a:cubicBezTo>
                    <a:pt x="234" y="38"/>
                    <a:pt x="235" y="39"/>
                    <a:pt x="231" y="40"/>
                  </a:cubicBezTo>
                  <a:cubicBezTo>
                    <a:pt x="229" y="41"/>
                    <a:pt x="225" y="41"/>
                    <a:pt x="225" y="44"/>
                  </a:cubicBezTo>
                  <a:cubicBezTo>
                    <a:pt x="225" y="46"/>
                    <a:pt x="225" y="46"/>
                    <a:pt x="225" y="49"/>
                  </a:cubicBezTo>
                  <a:cubicBezTo>
                    <a:pt x="222" y="50"/>
                    <a:pt x="217" y="51"/>
                    <a:pt x="212" y="51"/>
                  </a:cubicBezTo>
                  <a:cubicBezTo>
                    <a:pt x="211" y="51"/>
                    <a:pt x="209" y="51"/>
                    <a:pt x="207" y="51"/>
                  </a:cubicBezTo>
                  <a:cubicBezTo>
                    <a:pt x="204" y="51"/>
                    <a:pt x="200" y="50"/>
                    <a:pt x="199" y="49"/>
                  </a:cubicBezTo>
                  <a:cubicBezTo>
                    <a:pt x="197" y="47"/>
                    <a:pt x="197" y="44"/>
                    <a:pt x="194" y="44"/>
                  </a:cubicBezTo>
                  <a:cubicBezTo>
                    <a:pt x="193" y="44"/>
                    <a:pt x="193" y="44"/>
                    <a:pt x="192" y="44"/>
                  </a:cubicBezTo>
                  <a:cubicBezTo>
                    <a:pt x="192" y="44"/>
                    <a:pt x="191" y="44"/>
                    <a:pt x="191" y="44"/>
                  </a:cubicBezTo>
                  <a:cubicBezTo>
                    <a:pt x="190" y="44"/>
                    <a:pt x="190" y="44"/>
                    <a:pt x="190" y="44"/>
                  </a:cubicBezTo>
                  <a:cubicBezTo>
                    <a:pt x="188" y="44"/>
                    <a:pt x="187" y="43"/>
                    <a:pt x="186" y="42"/>
                  </a:cubicBezTo>
                  <a:cubicBezTo>
                    <a:pt x="184" y="38"/>
                    <a:pt x="187" y="36"/>
                    <a:pt x="184" y="33"/>
                  </a:cubicBezTo>
                  <a:cubicBezTo>
                    <a:pt x="183" y="30"/>
                    <a:pt x="181" y="31"/>
                    <a:pt x="181" y="28"/>
                  </a:cubicBezTo>
                  <a:cubicBezTo>
                    <a:pt x="181" y="27"/>
                    <a:pt x="181" y="27"/>
                    <a:pt x="181" y="27"/>
                  </a:cubicBezTo>
                  <a:cubicBezTo>
                    <a:pt x="181" y="26"/>
                    <a:pt x="181" y="26"/>
                    <a:pt x="181" y="26"/>
                  </a:cubicBezTo>
                  <a:cubicBezTo>
                    <a:pt x="180" y="25"/>
                    <a:pt x="180" y="23"/>
                    <a:pt x="179" y="21"/>
                  </a:cubicBezTo>
                  <a:cubicBezTo>
                    <a:pt x="177" y="21"/>
                    <a:pt x="177" y="21"/>
                    <a:pt x="175" y="22"/>
                  </a:cubicBezTo>
                  <a:cubicBezTo>
                    <a:pt x="170" y="23"/>
                    <a:pt x="171" y="28"/>
                    <a:pt x="164" y="28"/>
                  </a:cubicBezTo>
                  <a:cubicBezTo>
                    <a:pt x="157" y="28"/>
                    <a:pt x="155" y="20"/>
                    <a:pt x="150" y="18"/>
                  </a:cubicBezTo>
                  <a:cubicBezTo>
                    <a:pt x="150" y="18"/>
                    <a:pt x="144" y="15"/>
                    <a:pt x="143" y="14"/>
                  </a:cubicBezTo>
                  <a:cubicBezTo>
                    <a:pt x="141" y="8"/>
                    <a:pt x="141" y="2"/>
                    <a:pt x="132" y="2"/>
                  </a:cubicBezTo>
                  <a:cubicBezTo>
                    <a:pt x="132" y="2"/>
                    <a:pt x="132" y="2"/>
                    <a:pt x="132" y="2"/>
                  </a:cubicBezTo>
                  <a:cubicBezTo>
                    <a:pt x="132" y="2"/>
                    <a:pt x="132" y="2"/>
                    <a:pt x="132" y="2"/>
                  </a:cubicBezTo>
                  <a:cubicBezTo>
                    <a:pt x="132" y="2"/>
                    <a:pt x="132" y="2"/>
                    <a:pt x="132" y="2"/>
                  </a:cubicBezTo>
                  <a:cubicBezTo>
                    <a:pt x="132" y="2"/>
                    <a:pt x="132" y="2"/>
                    <a:pt x="132" y="2"/>
                  </a:cubicBezTo>
                  <a:cubicBezTo>
                    <a:pt x="132" y="2"/>
                    <a:pt x="132" y="2"/>
                    <a:pt x="132" y="2"/>
                  </a:cubicBezTo>
                  <a:cubicBezTo>
                    <a:pt x="132" y="2"/>
                    <a:pt x="132" y="2"/>
                    <a:pt x="132" y="2"/>
                  </a:cubicBezTo>
                  <a:cubicBezTo>
                    <a:pt x="132" y="2"/>
                    <a:pt x="132" y="2"/>
                    <a:pt x="132" y="2"/>
                  </a:cubicBezTo>
                  <a:cubicBezTo>
                    <a:pt x="132" y="2"/>
                    <a:pt x="132" y="2"/>
                    <a:pt x="132" y="2"/>
                  </a:cubicBezTo>
                  <a:cubicBezTo>
                    <a:pt x="132" y="2"/>
                    <a:pt x="132" y="2"/>
                    <a:pt x="132" y="2"/>
                  </a:cubicBezTo>
                  <a:cubicBezTo>
                    <a:pt x="132" y="2"/>
                    <a:pt x="132" y="2"/>
                    <a:pt x="132" y="2"/>
                  </a:cubicBezTo>
                  <a:cubicBezTo>
                    <a:pt x="132" y="2"/>
                    <a:pt x="131" y="2"/>
                    <a:pt x="131" y="2"/>
                  </a:cubicBezTo>
                  <a:cubicBezTo>
                    <a:pt x="131" y="2"/>
                    <a:pt x="131" y="2"/>
                    <a:pt x="131" y="2"/>
                  </a:cubicBezTo>
                  <a:cubicBezTo>
                    <a:pt x="131" y="2"/>
                    <a:pt x="131" y="2"/>
                    <a:pt x="131" y="2"/>
                  </a:cubicBezTo>
                  <a:cubicBezTo>
                    <a:pt x="131" y="2"/>
                    <a:pt x="131" y="2"/>
                    <a:pt x="131" y="2"/>
                  </a:cubicBezTo>
                  <a:cubicBezTo>
                    <a:pt x="131" y="2"/>
                    <a:pt x="131" y="2"/>
                    <a:pt x="131" y="2"/>
                  </a:cubicBezTo>
                  <a:cubicBezTo>
                    <a:pt x="131" y="2"/>
                    <a:pt x="131" y="2"/>
                    <a:pt x="130" y="2"/>
                  </a:cubicBezTo>
                  <a:cubicBezTo>
                    <a:pt x="130" y="2"/>
                    <a:pt x="130" y="2"/>
                    <a:pt x="130" y="2"/>
                  </a:cubicBezTo>
                  <a:cubicBezTo>
                    <a:pt x="130" y="2"/>
                    <a:pt x="130" y="2"/>
                    <a:pt x="130" y="2"/>
                  </a:cubicBezTo>
                  <a:cubicBezTo>
                    <a:pt x="130" y="2"/>
                    <a:pt x="130" y="2"/>
                    <a:pt x="130" y="2"/>
                  </a:cubicBezTo>
                  <a:cubicBezTo>
                    <a:pt x="130" y="2"/>
                    <a:pt x="130" y="2"/>
                    <a:pt x="130" y="2"/>
                  </a:cubicBezTo>
                  <a:cubicBezTo>
                    <a:pt x="130" y="2"/>
                    <a:pt x="130" y="2"/>
                    <a:pt x="130" y="2"/>
                  </a:cubicBezTo>
                  <a:cubicBezTo>
                    <a:pt x="130" y="2"/>
                    <a:pt x="130" y="2"/>
                    <a:pt x="130" y="2"/>
                  </a:cubicBezTo>
                  <a:cubicBezTo>
                    <a:pt x="130" y="2"/>
                    <a:pt x="130" y="2"/>
                    <a:pt x="130" y="2"/>
                  </a:cubicBezTo>
                  <a:cubicBezTo>
                    <a:pt x="130" y="2"/>
                    <a:pt x="130" y="2"/>
                    <a:pt x="130" y="2"/>
                  </a:cubicBezTo>
                  <a:cubicBezTo>
                    <a:pt x="130" y="2"/>
                    <a:pt x="130" y="2"/>
                    <a:pt x="130" y="2"/>
                  </a:cubicBezTo>
                  <a:cubicBezTo>
                    <a:pt x="130" y="2"/>
                    <a:pt x="130" y="2"/>
                    <a:pt x="130" y="2"/>
                  </a:cubicBezTo>
                  <a:cubicBezTo>
                    <a:pt x="123" y="3"/>
                    <a:pt x="119" y="10"/>
                    <a:pt x="112" y="10"/>
                  </a:cubicBezTo>
                  <a:cubicBezTo>
                    <a:pt x="109" y="10"/>
                    <a:pt x="104" y="10"/>
                    <a:pt x="96" y="10"/>
                  </a:cubicBezTo>
                  <a:cubicBezTo>
                    <a:pt x="93" y="10"/>
                    <a:pt x="82" y="8"/>
                    <a:pt x="82" y="4"/>
                  </a:cubicBezTo>
                  <a:cubicBezTo>
                    <a:pt x="75" y="4"/>
                    <a:pt x="75" y="0"/>
                    <a:pt x="6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 name="Freeform 8"/>
            <p:cNvSpPr>
              <a:spLocks/>
            </p:cNvSpPr>
            <p:nvPr/>
          </p:nvSpPr>
          <p:spPr bwMode="auto">
            <a:xfrm>
              <a:off x="8515350" y="3910013"/>
              <a:ext cx="58738" cy="115888"/>
            </a:xfrm>
            <a:custGeom>
              <a:avLst/>
              <a:gdLst>
                <a:gd name="T0" fmla="*/ 4 w 16"/>
                <a:gd name="T1" fmla="*/ 0 h 31"/>
                <a:gd name="T2" fmla="*/ 0 w 16"/>
                <a:gd name="T3" fmla="*/ 23 h 31"/>
                <a:gd name="T4" fmla="*/ 7 w 16"/>
                <a:gd name="T5" fmla="*/ 31 h 31"/>
                <a:gd name="T6" fmla="*/ 16 w 16"/>
                <a:gd name="T7" fmla="*/ 19 h 31"/>
                <a:gd name="T8" fmla="*/ 4 w 16"/>
                <a:gd name="T9" fmla="*/ 0 h 31"/>
              </a:gdLst>
              <a:ahLst/>
              <a:cxnLst>
                <a:cxn ang="0">
                  <a:pos x="T0" y="T1"/>
                </a:cxn>
                <a:cxn ang="0">
                  <a:pos x="T2" y="T3"/>
                </a:cxn>
                <a:cxn ang="0">
                  <a:pos x="T4" y="T5"/>
                </a:cxn>
                <a:cxn ang="0">
                  <a:pos x="T6" y="T7"/>
                </a:cxn>
                <a:cxn ang="0">
                  <a:pos x="T8" y="T9"/>
                </a:cxn>
              </a:cxnLst>
              <a:rect l="0" t="0" r="r" b="b"/>
              <a:pathLst>
                <a:path w="16" h="31">
                  <a:moveTo>
                    <a:pt x="4" y="0"/>
                  </a:moveTo>
                  <a:cubicBezTo>
                    <a:pt x="4" y="9"/>
                    <a:pt x="0" y="15"/>
                    <a:pt x="0" y="23"/>
                  </a:cubicBezTo>
                  <a:cubicBezTo>
                    <a:pt x="0" y="27"/>
                    <a:pt x="3" y="31"/>
                    <a:pt x="7" y="31"/>
                  </a:cubicBezTo>
                  <a:cubicBezTo>
                    <a:pt x="13" y="31"/>
                    <a:pt x="16" y="24"/>
                    <a:pt x="16" y="19"/>
                  </a:cubicBezTo>
                  <a:cubicBezTo>
                    <a:pt x="16" y="10"/>
                    <a:pt x="8" y="7"/>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 name="Freeform 9"/>
            <p:cNvSpPr>
              <a:spLocks/>
            </p:cNvSpPr>
            <p:nvPr/>
          </p:nvSpPr>
          <p:spPr bwMode="auto">
            <a:xfrm>
              <a:off x="7940675" y="2967038"/>
              <a:ext cx="1230313" cy="992188"/>
            </a:xfrm>
            <a:custGeom>
              <a:avLst/>
              <a:gdLst>
                <a:gd name="T0" fmla="*/ 74 w 328"/>
                <a:gd name="T1" fmla="*/ 7 h 264"/>
                <a:gd name="T2" fmla="*/ 74 w 328"/>
                <a:gd name="T3" fmla="*/ 7 h 264"/>
                <a:gd name="T4" fmla="*/ 73 w 328"/>
                <a:gd name="T5" fmla="*/ 6 h 264"/>
                <a:gd name="T6" fmla="*/ 54 w 328"/>
                <a:gd name="T7" fmla="*/ 11 h 264"/>
                <a:gd name="T8" fmla="*/ 50 w 328"/>
                <a:gd name="T9" fmla="*/ 11 h 264"/>
                <a:gd name="T10" fmla="*/ 47 w 328"/>
                <a:gd name="T11" fmla="*/ 9 h 264"/>
                <a:gd name="T12" fmla="*/ 15 w 328"/>
                <a:gd name="T13" fmla="*/ 29 h 264"/>
                <a:gd name="T14" fmla="*/ 0 w 328"/>
                <a:gd name="T15" fmla="*/ 41 h 264"/>
                <a:gd name="T16" fmla="*/ 0 w 328"/>
                <a:gd name="T17" fmla="*/ 44 h 264"/>
                <a:gd name="T18" fmla="*/ 9 w 328"/>
                <a:gd name="T19" fmla="*/ 68 h 264"/>
                <a:gd name="T20" fmla="*/ 6 w 328"/>
                <a:gd name="T21" fmla="*/ 83 h 264"/>
                <a:gd name="T22" fmla="*/ 9 w 328"/>
                <a:gd name="T23" fmla="*/ 117 h 264"/>
                <a:gd name="T24" fmla="*/ 30 w 328"/>
                <a:gd name="T25" fmla="*/ 121 h 264"/>
                <a:gd name="T26" fmla="*/ 53 w 328"/>
                <a:gd name="T27" fmla="*/ 130 h 264"/>
                <a:gd name="T28" fmla="*/ 70 w 328"/>
                <a:gd name="T29" fmla="*/ 146 h 264"/>
                <a:gd name="T30" fmla="*/ 82 w 328"/>
                <a:gd name="T31" fmla="*/ 159 h 264"/>
                <a:gd name="T32" fmla="*/ 97 w 328"/>
                <a:gd name="T33" fmla="*/ 162 h 264"/>
                <a:gd name="T34" fmla="*/ 100 w 328"/>
                <a:gd name="T35" fmla="*/ 190 h 264"/>
                <a:gd name="T36" fmla="*/ 122 w 328"/>
                <a:gd name="T37" fmla="*/ 240 h 264"/>
                <a:gd name="T38" fmla="*/ 136 w 328"/>
                <a:gd name="T39" fmla="*/ 264 h 264"/>
                <a:gd name="T40" fmla="*/ 153 w 328"/>
                <a:gd name="T41" fmla="*/ 244 h 264"/>
                <a:gd name="T42" fmla="*/ 155 w 328"/>
                <a:gd name="T43" fmla="*/ 207 h 264"/>
                <a:gd name="T44" fmla="*/ 207 w 328"/>
                <a:gd name="T45" fmla="*/ 164 h 264"/>
                <a:gd name="T46" fmla="*/ 242 w 328"/>
                <a:gd name="T47" fmla="*/ 140 h 264"/>
                <a:gd name="T48" fmla="*/ 272 w 328"/>
                <a:gd name="T49" fmla="*/ 182 h 264"/>
                <a:gd name="T50" fmla="*/ 292 w 328"/>
                <a:gd name="T51" fmla="*/ 188 h 264"/>
                <a:gd name="T52" fmla="*/ 307 w 328"/>
                <a:gd name="T53" fmla="*/ 236 h 264"/>
                <a:gd name="T54" fmla="*/ 315 w 328"/>
                <a:gd name="T55" fmla="*/ 231 h 264"/>
                <a:gd name="T56" fmla="*/ 304 w 328"/>
                <a:gd name="T57" fmla="*/ 206 h 264"/>
                <a:gd name="T58" fmla="*/ 305 w 328"/>
                <a:gd name="T59" fmla="*/ 186 h 264"/>
                <a:gd name="T60" fmla="*/ 304 w 328"/>
                <a:gd name="T61" fmla="*/ 166 h 264"/>
                <a:gd name="T62" fmla="*/ 314 w 328"/>
                <a:gd name="T63" fmla="*/ 137 h 264"/>
                <a:gd name="T64" fmla="*/ 301 w 328"/>
                <a:gd name="T65" fmla="*/ 127 h 264"/>
                <a:gd name="T66" fmla="*/ 287 w 328"/>
                <a:gd name="T67" fmla="*/ 81 h 264"/>
                <a:gd name="T68" fmla="*/ 283 w 328"/>
                <a:gd name="T69" fmla="*/ 83 h 264"/>
                <a:gd name="T70" fmla="*/ 281 w 328"/>
                <a:gd name="T71" fmla="*/ 83 h 264"/>
                <a:gd name="T72" fmla="*/ 278 w 328"/>
                <a:gd name="T73" fmla="*/ 83 h 264"/>
                <a:gd name="T74" fmla="*/ 276 w 328"/>
                <a:gd name="T75" fmla="*/ 83 h 264"/>
                <a:gd name="T76" fmla="*/ 273 w 328"/>
                <a:gd name="T77" fmla="*/ 84 h 264"/>
                <a:gd name="T78" fmla="*/ 228 w 328"/>
                <a:gd name="T79" fmla="*/ 100 h 264"/>
                <a:gd name="T80" fmla="*/ 195 w 328"/>
                <a:gd name="T81" fmla="*/ 88 h 264"/>
                <a:gd name="T82" fmla="*/ 193 w 328"/>
                <a:gd name="T83" fmla="*/ 88 h 264"/>
                <a:gd name="T84" fmla="*/ 193 w 328"/>
                <a:gd name="T85" fmla="*/ 88 h 264"/>
                <a:gd name="T86" fmla="*/ 192 w 328"/>
                <a:gd name="T87" fmla="*/ 88 h 264"/>
                <a:gd name="T88" fmla="*/ 191 w 328"/>
                <a:gd name="T89" fmla="*/ 87 h 264"/>
                <a:gd name="T90" fmla="*/ 190 w 328"/>
                <a:gd name="T91" fmla="*/ 87 h 264"/>
                <a:gd name="T92" fmla="*/ 152 w 328"/>
                <a:gd name="T93" fmla="*/ 68 h 264"/>
                <a:gd name="T94" fmla="*/ 146 w 328"/>
                <a:gd name="T95" fmla="*/ 54 h 264"/>
                <a:gd name="T96" fmla="*/ 148 w 328"/>
                <a:gd name="T97" fmla="*/ 55 h 264"/>
                <a:gd name="T98" fmla="*/ 148 w 328"/>
                <a:gd name="T99" fmla="*/ 44 h 264"/>
                <a:gd name="T100" fmla="*/ 125 w 328"/>
                <a:gd name="T101" fmla="*/ 21 h 264"/>
                <a:gd name="T102" fmla="*/ 91 w 328"/>
                <a:gd name="T103" fmla="*/ 14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28" h="264">
                  <a:moveTo>
                    <a:pt x="85" y="0"/>
                  </a:moveTo>
                  <a:cubicBezTo>
                    <a:pt x="79" y="0"/>
                    <a:pt x="78" y="6"/>
                    <a:pt x="75" y="6"/>
                  </a:cubicBezTo>
                  <a:cubicBezTo>
                    <a:pt x="75" y="6"/>
                    <a:pt x="75" y="6"/>
                    <a:pt x="74" y="6"/>
                  </a:cubicBezTo>
                  <a:cubicBezTo>
                    <a:pt x="74" y="7"/>
                    <a:pt x="74" y="7"/>
                    <a:pt x="74" y="7"/>
                  </a:cubicBezTo>
                  <a:cubicBezTo>
                    <a:pt x="74" y="7"/>
                    <a:pt x="74" y="7"/>
                    <a:pt x="74" y="7"/>
                  </a:cubicBezTo>
                  <a:cubicBezTo>
                    <a:pt x="74" y="7"/>
                    <a:pt x="74" y="7"/>
                    <a:pt x="74" y="7"/>
                  </a:cubicBezTo>
                  <a:cubicBezTo>
                    <a:pt x="74" y="7"/>
                    <a:pt x="74" y="7"/>
                    <a:pt x="74" y="7"/>
                  </a:cubicBezTo>
                  <a:cubicBezTo>
                    <a:pt x="74" y="7"/>
                    <a:pt x="74" y="7"/>
                    <a:pt x="74" y="7"/>
                  </a:cubicBezTo>
                  <a:cubicBezTo>
                    <a:pt x="74" y="7"/>
                    <a:pt x="74" y="7"/>
                    <a:pt x="73" y="6"/>
                  </a:cubicBezTo>
                  <a:cubicBezTo>
                    <a:pt x="73" y="6"/>
                    <a:pt x="73" y="6"/>
                    <a:pt x="73" y="6"/>
                  </a:cubicBezTo>
                  <a:cubicBezTo>
                    <a:pt x="73" y="6"/>
                    <a:pt x="73" y="6"/>
                    <a:pt x="73" y="6"/>
                  </a:cubicBezTo>
                  <a:cubicBezTo>
                    <a:pt x="73" y="6"/>
                    <a:pt x="73" y="6"/>
                    <a:pt x="73" y="6"/>
                  </a:cubicBezTo>
                  <a:cubicBezTo>
                    <a:pt x="73" y="6"/>
                    <a:pt x="73" y="6"/>
                    <a:pt x="73" y="6"/>
                  </a:cubicBezTo>
                  <a:cubicBezTo>
                    <a:pt x="71" y="10"/>
                    <a:pt x="66" y="14"/>
                    <a:pt x="61" y="14"/>
                  </a:cubicBezTo>
                  <a:cubicBezTo>
                    <a:pt x="59" y="14"/>
                    <a:pt x="58" y="10"/>
                    <a:pt x="56" y="10"/>
                  </a:cubicBezTo>
                  <a:cubicBezTo>
                    <a:pt x="55" y="10"/>
                    <a:pt x="55" y="11"/>
                    <a:pt x="54" y="11"/>
                  </a:cubicBezTo>
                  <a:cubicBezTo>
                    <a:pt x="53" y="11"/>
                    <a:pt x="51" y="11"/>
                    <a:pt x="50" y="11"/>
                  </a:cubicBezTo>
                  <a:cubicBezTo>
                    <a:pt x="50" y="11"/>
                    <a:pt x="50" y="11"/>
                    <a:pt x="50" y="11"/>
                  </a:cubicBezTo>
                  <a:cubicBezTo>
                    <a:pt x="50" y="11"/>
                    <a:pt x="50" y="11"/>
                    <a:pt x="50" y="11"/>
                  </a:cubicBezTo>
                  <a:cubicBezTo>
                    <a:pt x="50" y="11"/>
                    <a:pt x="50" y="11"/>
                    <a:pt x="50" y="11"/>
                  </a:cubicBezTo>
                  <a:cubicBezTo>
                    <a:pt x="50" y="11"/>
                    <a:pt x="50" y="11"/>
                    <a:pt x="50" y="11"/>
                  </a:cubicBezTo>
                  <a:cubicBezTo>
                    <a:pt x="48" y="11"/>
                    <a:pt x="47" y="11"/>
                    <a:pt x="47" y="9"/>
                  </a:cubicBezTo>
                  <a:cubicBezTo>
                    <a:pt x="47" y="9"/>
                    <a:pt x="47" y="9"/>
                    <a:pt x="47" y="9"/>
                  </a:cubicBezTo>
                  <a:cubicBezTo>
                    <a:pt x="47" y="9"/>
                    <a:pt x="47" y="9"/>
                    <a:pt x="47" y="9"/>
                  </a:cubicBezTo>
                  <a:cubicBezTo>
                    <a:pt x="44" y="9"/>
                    <a:pt x="45" y="8"/>
                    <a:pt x="42" y="8"/>
                  </a:cubicBezTo>
                  <a:cubicBezTo>
                    <a:pt x="35" y="8"/>
                    <a:pt x="34" y="16"/>
                    <a:pt x="30" y="20"/>
                  </a:cubicBezTo>
                  <a:cubicBezTo>
                    <a:pt x="27" y="23"/>
                    <a:pt x="24" y="23"/>
                    <a:pt x="22" y="25"/>
                  </a:cubicBezTo>
                  <a:cubicBezTo>
                    <a:pt x="20" y="27"/>
                    <a:pt x="18" y="29"/>
                    <a:pt x="15" y="29"/>
                  </a:cubicBezTo>
                  <a:cubicBezTo>
                    <a:pt x="12" y="29"/>
                    <a:pt x="11" y="27"/>
                    <a:pt x="8" y="27"/>
                  </a:cubicBezTo>
                  <a:cubicBezTo>
                    <a:pt x="7" y="27"/>
                    <a:pt x="7" y="29"/>
                    <a:pt x="6" y="29"/>
                  </a:cubicBezTo>
                  <a:cubicBezTo>
                    <a:pt x="6" y="29"/>
                    <a:pt x="6" y="29"/>
                    <a:pt x="6" y="29"/>
                  </a:cubicBezTo>
                  <a:cubicBezTo>
                    <a:pt x="4" y="30"/>
                    <a:pt x="0" y="40"/>
                    <a:pt x="0" y="41"/>
                  </a:cubicBezTo>
                  <a:cubicBezTo>
                    <a:pt x="0" y="41"/>
                    <a:pt x="0" y="41"/>
                    <a:pt x="0" y="41"/>
                  </a:cubicBezTo>
                  <a:cubicBezTo>
                    <a:pt x="0" y="41"/>
                    <a:pt x="0" y="42"/>
                    <a:pt x="0" y="43"/>
                  </a:cubicBezTo>
                  <a:cubicBezTo>
                    <a:pt x="0" y="43"/>
                    <a:pt x="0" y="43"/>
                    <a:pt x="0" y="44"/>
                  </a:cubicBezTo>
                  <a:cubicBezTo>
                    <a:pt x="0" y="44"/>
                    <a:pt x="0" y="44"/>
                    <a:pt x="0" y="44"/>
                  </a:cubicBezTo>
                  <a:cubicBezTo>
                    <a:pt x="1" y="45"/>
                    <a:pt x="1" y="46"/>
                    <a:pt x="1" y="47"/>
                  </a:cubicBezTo>
                  <a:cubicBezTo>
                    <a:pt x="1" y="56"/>
                    <a:pt x="1" y="56"/>
                    <a:pt x="1" y="56"/>
                  </a:cubicBezTo>
                  <a:cubicBezTo>
                    <a:pt x="2" y="58"/>
                    <a:pt x="1" y="60"/>
                    <a:pt x="3" y="63"/>
                  </a:cubicBezTo>
                  <a:cubicBezTo>
                    <a:pt x="4" y="65"/>
                    <a:pt x="9" y="63"/>
                    <a:pt x="9" y="68"/>
                  </a:cubicBezTo>
                  <a:cubicBezTo>
                    <a:pt x="9" y="68"/>
                    <a:pt x="9" y="68"/>
                    <a:pt x="9" y="68"/>
                  </a:cubicBezTo>
                  <a:cubicBezTo>
                    <a:pt x="9" y="74"/>
                    <a:pt x="3" y="72"/>
                    <a:pt x="3" y="78"/>
                  </a:cubicBezTo>
                  <a:cubicBezTo>
                    <a:pt x="3" y="78"/>
                    <a:pt x="3" y="78"/>
                    <a:pt x="3" y="78"/>
                  </a:cubicBezTo>
                  <a:cubicBezTo>
                    <a:pt x="3" y="81"/>
                    <a:pt x="6" y="81"/>
                    <a:pt x="6" y="83"/>
                  </a:cubicBezTo>
                  <a:cubicBezTo>
                    <a:pt x="11" y="92"/>
                    <a:pt x="21" y="93"/>
                    <a:pt x="21" y="106"/>
                  </a:cubicBezTo>
                  <a:cubicBezTo>
                    <a:pt x="21" y="106"/>
                    <a:pt x="21" y="106"/>
                    <a:pt x="21" y="106"/>
                  </a:cubicBezTo>
                  <a:cubicBezTo>
                    <a:pt x="14" y="107"/>
                    <a:pt x="9" y="109"/>
                    <a:pt x="9" y="117"/>
                  </a:cubicBezTo>
                  <a:cubicBezTo>
                    <a:pt x="9" y="117"/>
                    <a:pt x="9" y="117"/>
                    <a:pt x="9" y="117"/>
                  </a:cubicBezTo>
                  <a:cubicBezTo>
                    <a:pt x="9" y="119"/>
                    <a:pt x="10" y="120"/>
                    <a:pt x="10" y="122"/>
                  </a:cubicBezTo>
                  <a:cubicBezTo>
                    <a:pt x="20" y="121"/>
                    <a:pt x="20" y="121"/>
                    <a:pt x="20" y="121"/>
                  </a:cubicBezTo>
                  <a:cubicBezTo>
                    <a:pt x="20" y="120"/>
                    <a:pt x="21" y="120"/>
                    <a:pt x="22" y="119"/>
                  </a:cubicBezTo>
                  <a:cubicBezTo>
                    <a:pt x="30" y="121"/>
                    <a:pt x="30" y="121"/>
                    <a:pt x="30" y="121"/>
                  </a:cubicBezTo>
                  <a:cubicBezTo>
                    <a:pt x="33" y="121"/>
                    <a:pt x="33" y="119"/>
                    <a:pt x="37" y="119"/>
                  </a:cubicBezTo>
                  <a:cubicBezTo>
                    <a:pt x="39" y="119"/>
                    <a:pt x="40" y="119"/>
                    <a:pt x="42" y="119"/>
                  </a:cubicBezTo>
                  <a:cubicBezTo>
                    <a:pt x="43" y="119"/>
                    <a:pt x="44" y="119"/>
                    <a:pt x="45" y="119"/>
                  </a:cubicBezTo>
                  <a:cubicBezTo>
                    <a:pt x="49" y="120"/>
                    <a:pt x="51" y="127"/>
                    <a:pt x="53" y="130"/>
                  </a:cubicBezTo>
                  <a:cubicBezTo>
                    <a:pt x="56" y="135"/>
                    <a:pt x="64" y="140"/>
                    <a:pt x="70" y="140"/>
                  </a:cubicBezTo>
                  <a:cubicBezTo>
                    <a:pt x="72" y="140"/>
                    <a:pt x="74" y="140"/>
                    <a:pt x="76" y="141"/>
                  </a:cubicBezTo>
                  <a:cubicBezTo>
                    <a:pt x="75" y="142"/>
                    <a:pt x="75" y="145"/>
                    <a:pt x="72" y="145"/>
                  </a:cubicBezTo>
                  <a:cubicBezTo>
                    <a:pt x="72" y="145"/>
                    <a:pt x="71" y="146"/>
                    <a:pt x="70" y="146"/>
                  </a:cubicBezTo>
                  <a:cubicBezTo>
                    <a:pt x="70" y="146"/>
                    <a:pt x="70" y="146"/>
                    <a:pt x="69" y="145"/>
                  </a:cubicBezTo>
                  <a:cubicBezTo>
                    <a:pt x="69" y="145"/>
                    <a:pt x="69" y="145"/>
                    <a:pt x="68" y="145"/>
                  </a:cubicBezTo>
                  <a:cubicBezTo>
                    <a:pt x="67" y="145"/>
                    <a:pt x="66" y="146"/>
                    <a:pt x="65" y="146"/>
                  </a:cubicBezTo>
                  <a:cubicBezTo>
                    <a:pt x="70" y="151"/>
                    <a:pt x="73" y="159"/>
                    <a:pt x="82" y="159"/>
                  </a:cubicBezTo>
                  <a:cubicBezTo>
                    <a:pt x="89" y="159"/>
                    <a:pt x="90" y="150"/>
                    <a:pt x="93" y="146"/>
                  </a:cubicBezTo>
                  <a:cubicBezTo>
                    <a:pt x="95" y="146"/>
                    <a:pt x="95" y="146"/>
                    <a:pt x="95" y="146"/>
                  </a:cubicBezTo>
                  <a:cubicBezTo>
                    <a:pt x="95" y="147"/>
                    <a:pt x="94" y="149"/>
                    <a:pt x="94" y="150"/>
                  </a:cubicBezTo>
                  <a:cubicBezTo>
                    <a:pt x="94" y="154"/>
                    <a:pt x="97" y="157"/>
                    <a:pt x="97" y="162"/>
                  </a:cubicBezTo>
                  <a:cubicBezTo>
                    <a:pt x="97" y="165"/>
                    <a:pt x="95" y="166"/>
                    <a:pt x="95" y="170"/>
                  </a:cubicBezTo>
                  <a:cubicBezTo>
                    <a:pt x="95" y="170"/>
                    <a:pt x="95" y="170"/>
                    <a:pt x="95" y="170"/>
                  </a:cubicBezTo>
                  <a:cubicBezTo>
                    <a:pt x="95" y="170"/>
                    <a:pt x="95" y="173"/>
                    <a:pt x="95" y="174"/>
                  </a:cubicBezTo>
                  <a:cubicBezTo>
                    <a:pt x="95" y="179"/>
                    <a:pt x="99" y="184"/>
                    <a:pt x="100" y="190"/>
                  </a:cubicBezTo>
                  <a:cubicBezTo>
                    <a:pt x="102" y="196"/>
                    <a:pt x="107" y="206"/>
                    <a:pt x="109" y="210"/>
                  </a:cubicBezTo>
                  <a:cubicBezTo>
                    <a:pt x="110" y="214"/>
                    <a:pt x="110" y="215"/>
                    <a:pt x="112" y="219"/>
                  </a:cubicBezTo>
                  <a:cubicBezTo>
                    <a:pt x="115" y="223"/>
                    <a:pt x="113" y="226"/>
                    <a:pt x="115" y="231"/>
                  </a:cubicBezTo>
                  <a:cubicBezTo>
                    <a:pt x="117" y="233"/>
                    <a:pt x="121" y="236"/>
                    <a:pt x="122" y="240"/>
                  </a:cubicBezTo>
                  <a:cubicBezTo>
                    <a:pt x="124" y="246"/>
                    <a:pt x="127" y="252"/>
                    <a:pt x="129" y="258"/>
                  </a:cubicBezTo>
                  <a:cubicBezTo>
                    <a:pt x="129" y="259"/>
                    <a:pt x="130" y="261"/>
                    <a:pt x="132" y="261"/>
                  </a:cubicBezTo>
                  <a:cubicBezTo>
                    <a:pt x="132" y="263"/>
                    <a:pt x="133" y="264"/>
                    <a:pt x="135" y="264"/>
                  </a:cubicBezTo>
                  <a:cubicBezTo>
                    <a:pt x="135" y="264"/>
                    <a:pt x="136" y="264"/>
                    <a:pt x="136" y="264"/>
                  </a:cubicBezTo>
                  <a:cubicBezTo>
                    <a:pt x="138" y="264"/>
                    <a:pt x="138" y="261"/>
                    <a:pt x="140" y="258"/>
                  </a:cubicBezTo>
                  <a:cubicBezTo>
                    <a:pt x="141" y="256"/>
                    <a:pt x="142" y="257"/>
                    <a:pt x="145" y="255"/>
                  </a:cubicBezTo>
                  <a:cubicBezTo>
                    <a:pt x="147" y="254"/>
                    <a:pt x="146" y="246"/>
                    <a:pt x="150" y="245"/>
                  </a:cubicBezTo>
                  <a:cubicBezTo>
                    <a:pt x="151" y="245"/>
                    <a:pt x="153" y="245"/>
                    <a:pt x="153" y="244"/>
                  </a:cubicBezTo>
                  <a:cubicBezTo>
                    <a:pt x="155" y="244"/>
                    <a:pt x="155" y="244"/>
                    <a:pt x="155" y="244"/>
                  </a:cubicBezTo>
                  <a:cubicBezTo>
                    <a:pt x="153" y="237"/>
                    <a:pt x="153" y="237"/>
                    <a:pt x="153" y="237"/>
                  </a:cubicBezTo>
                  <a:cubicBezTo>
                    <a:pt x="153" y="231"/>
                    <a:pt x="157" y="227"/>
                    <a:pt x="157" y="219"/>
                  </a:cubicBezTo>
                  <a:cubicBezTo>
                    <a:pt x="157" y="215"/>
                    <a:pt x="155" y="212"/>
                    <a:pt x="155" y="207"/>
                  </a:cubicBezTo>
                  <a:cubicBezTo>
                    <a:pt x="155" y="201"/>
                    <a:pt x="161" y="200"/>
                    <a:pt x="166" y="198"/>
                  </a:cubicBezTo>
                  <a:cubicBezTo>
                    <a:pt x="168" y="198"/>
                    <a:pt x="171" y="194"/>
                    <a:pt x="173" y="192"/>
                  </a:cubicBezTo>
                  <a:cubicBezTo>
                    <a:pt x="179" y="187"/>
                    <a:pt x="184" y="181"/>
                    <a:pt x="189" y="175"/>
                  </a:cubicBezTo>
                  <a:cubicBezTo>
                    <a:pt x="194" y="171"/>
                    <a:pt x="202" y="169"/>
                    <a:pt x="207" y="164"/>
                  </a:cubicBezTo>
                  <a:cubicBezTo>
                    <a:pt x="210" y="162"/>
                    <a:pt x="210" y="159"/>
                    <a:pt x="211" y="155"/>
                  </a:cubicBezTo>
                  <a:cubicBezTo>
                    <a:pt x="212" y="152"/>
                    <a:pt x="218" y="152"/>
                    <a:pt x="219" y="147"/>
                  </a:cubicBezTo>
                  <a:cubicBezTo>
                    <a:pt x="222" y="149"/>
                    <a:pt x="222" y="150"/>
                    <a:pt x="226" y="150"/>
                  </a:cubicBezTo>
                  <a:cubicBezTo>
                    <a:pt x="234" y="150"/>
                    <a:pt x="242" y="149"/>
                    <a:pt x="242" y="140"/>
                  </a:cubicBezTo>
                  <a:cubicBezTo>
                    <a:pt x="246" y="141"/>
                    <a:pt x="251" y="143"/>
                    <a:pt x="252" y="147"/>
                  </a:cubicBezTo>
                  <a:cubicBezTo>
                    <a:pt x="253" y="150"/>
                    <a:pt x="252" y="155"/>
                    <a:pt x="255" y="158"/>
                  </a:cubicBezTo>
                  <a:cubicBezTo>
                    <a:pt x="257" y="162"/>
                    <a:pt x="260" y="164"/>
                    <a:pt x="264" y="167"/>
                  </a:cubicBezTo>
                  <a:cubicBezTo>
                    <a:pt x="267" y="172"/>
                    <a:pt x="270" y="176"/>
                    <a:pt x="272" y="182"/>
                  </a:cubicBezTo>
                  <a:cubicBezTo>
                    <a:pt x="273" y="184"/>
                    <a:pt x="274" y="184"/>
                    <a:pt x="274" y="186"/>
                  </a:cubicBezTo>
                  <a:cubicBezTo>
                    <a:pt x="274" y="189"/>
                    <a:pt x="273" y="191"/>
                    <a:pt x="273" y="194"/>
                  </a:cubicBezTo>
                  <a:cubicBezTo>
                    <a:pt x="273" y="198"/>
                    <a:pt x="273" y="202"/>
                    <a:pt x="277" y="202"/>
                  </a:cubicBezTo>
                  <a:cubicBezTo>
                    <a:pt x="285" y="202"/>
                    <a:pt x="287" y="193"/>
                    <a:pt x="292" y="188"/>
                  </a:cubicBezTo>
                  <a:cubicBezTo>
                    <a:pt x="294" y="190"/>
                    <a:pt x="293" y="191"/>
                    <a:pt x="295" y="193"/>
                  </a:cubicBezTo>
                  <a:cubicBezTo>
                    <a:pt x="295" y="194"/>
                    <a:pt x="297" y="193"/>
                    <a:pt x="298" y="194"/>
                  </a:cubicBezTo>
                  <a:cubicBezTo>
                    <a:pt x="301" y="199"/>
                    <a:pt x="296" y="207"/>
                    <a:pt x="300" y="207"/>
                  </a:cubicBezTo>
                  <a:cubicBezTo>
                    <a:pt x="300" y="216"/>
                    <a:pt x="307" y="224"/>
                    <a:pt x="307" y="236"/>
                  </a:cubicBezTo>
                  <a:cubicBezTo>
                    <a:pt x="307" y="239"/>
                    <a:pt x="305" y="246"/>
                    <a:pt x="307" y="247"/>
                  </a:cubicBezTo>
                  <a:cubicBezTo>
                    <a:pt x="307" y="247"/>
                    <a:pt x="307" y="247"/>
                    <a:pt x="307" y="247"/>
                  </a:cubicBezTo>
                  <a:cubicBezTo>
                    <a:pt x="310" y="242"/>
                    <a:pt x="311" y="239"/>
                    <a:pt x="313" y="234"/>
                  </a:cubicBezTo>
                  <a:cubicBezTo>
                    <a:pt x="313" y="233"/>
                    <a:pt x="315" y="232"/>
                    <a:pt x="315" y="231"/>
                  </a:cubicBezTo>
                  <a:cubicBezTo>
                    <a:pt x="315" y="228"/>
                    <a:pt x="311" y="215"/>
                    <a:pt x="309" y="213"/>
                  </a:cubicBezTo>
                  <a:cubicBezTo>
                    <a:pt x="307" y="211"/>
                    <a:pt x="304" y="209"/>
                    <a:pt x="304" y="206"/>
                  </a:cubicBezTo>
                  <a:cubicBezTo>
                    <a:pt x="304" y="206"/>
                    <a:pt x="304" y="206"/>
                    <a:pt x="304" y="206"/>
                  </a:cubicBezTo>
                  <a:cubicBezTo>
                    <a:pt x="304" y="206"/>
                    <a:pt x="304" y="206"/>
                    <a:pt x="304" y="206"/>
                  </a:cubicBezTo>
                  <a:cubicBezTo>
                    <a:pt x="304" y="206"/>
                    <a:pt x="305" y="205"/>
                    <a:pt x="305" y="204"/>
                  </a:cubicBezTo>
                  <a:cubicBezTo>
                    <a:pt x="305" y="204"/>
                    <a:pt x="305" y="204"/>
                    <a:pt x="305" y="204"/>
                  </a:cubicBezTo>
                  <a:cubicBezTo>
                    <a:pt x="305" y="204"/>
                    <a:pt x="307" y="200"/>
                    <a:pt x="307" y="198"/>
                  </a:cubicBezTo>
                  <a:cubicBezTo>
                    <a:pt x="307" y="195"/>
                    <a:pt x="307" y="189"/>
                    <a:pt x="305" y="186"/>
                  </a:cubicBezTo>
                  <a:cubicBezTo>
                    <a:pt x="303" y="183"/>
                    <a:pt x="300" y="183"/>
                    <a:pt x="300" y="178"/>
                  </a:cubicBezTo>
                  <a:cubicBezTo>
                    <a:pt x="300" y="178"/>
                    <a:pt x="300" y="178"/>
                    <a:pt x="300" y="178"/>
                  </a:cubicBezTo>
                  <a:cubicBezTo>
                    <a:pt x="300" y="178"/>
                    <a:pt x="300" y="178"/>
                    <a:pt x="300" y="178"/>
                  </a:cubicBezTo>
                  <a:cubicBezTo>
                    <a:pt x="300" y="173"/>
                    <a:pt x="301" y="169"/>
                    <a:pt x="304" y="166"/>
                  </a:cubicBezTo>
                  <a:cubicBezTo>
                    <a:pt x="306" y="165"/>
                    <a:pt x="309" y="165"/>
                    <a:pt x="311" y="164"/>
                  </a:cubicBezTo>
                  <a:cubicBezTo>
                    <a:pt x="318" y="159"/>
                    <a:pt x="322" y="157"/>
                    <a:pt x="328" y="148"/>
                  </a:cubicBezTo>
                  <a:cubicBezTo>
                    <a:pt x="326" y="148"/>
                    <a:pt x="326" y="149"/>
                    <a:pt x="324" y="149"/>
                  </a:cubicBezTo>
                  <a:cubicBezTo>
                    <a:pt x="318" y="149"/>
                    <a:pt x="314" y="143"/>
                    <a:pt x="314" y="137"/>
                  </a:cubicBezTo>
                  <a:cubicBezTo>
                    <a:pt x="311" y="136"/>
                    <a:pt x="311" y="128"/>
                    <a:pt x="309" y="128"/>
                  </a:cubicBezTo>
                  <a:cubicBezTo>
                    <a:pt x="306" y="128"/>
                    <a:pt x="305" y="130"/>
                    <a:pt x="303" y="130"/>
                  </a:cubicBezTo>
                  <a:cubicBezTo>
                    <a:pt x="302" y="130"/>
                    <a:pt x="301" y="128"/>
                    <a:pt x="301" y="127"/>
                  </a:cubicBezTo>
                  <a:cubicBezTo>
                    <a:pt x="301" y="127"/>
                    <a:pt x="301" y="127"/>
                    <a:pt x="301" y="127"/>
                  </a:cubicBezTo>
                  <a:cubicBezTo>
                    <a:pt x="301" y="127"/>
                    <a:pt x="301" y="127"/>
                    <a:pt x="301" y="127"/>
                  </a:cubicBezTo>
                  <a:cubicBezTo>
                    <a:pt x="301" y="116"/>
                    <a:pt x="309" y="116"/>
                    <a:pt x="309" y="105"/>
                  </a:cubicBezTo>
                  <a:cubicBezTo>
                    <a:pt x="309" y="99"/>
                    <a:pt x="305" y="97"/>
                    <a:pt x="302" y="93"/>
                  </a:cubicBezTo>
                  <a:cubicBezTo>
                    <a:pt x="295" y="89"/>
                    <a:pt x="289" y="90"/>
                    <a:pt x="287" y="81"/>
                  </a:cubicBezTo>
                  <a:cubicBezTo>
                    <a:pt x="285" y="81"/>
                    <a:pt x="285" y="81"/>
                    <a:pt x="285" y="81"/>
                  </a:cubicBezTo>
                  <a:cubicBezTo>
                    <a:pt x="283" y="83"/>
                    <a:pt x="283" y="83"/>
                    <a:pt x="283" y="83"/>
                  </a:cubicBezTo>
                  <a:cubicBezTo>
                    <a:pt x="283" y="83"/>
                    <a:pt x="283" y="83"/>
                    <a:pt x="283" y="83"/>
                  </a:cubicBezTo>
                  <a:cubicBezTo>
                    <a:pt x="283" y="83"/>
                    <a:pt x="283" y="83"/>
                    <a:pt x="283" y="83"/>
                  </a:cubicBezTo>
                  <a:cubicBezTo>
                    <a:pt x="283" y="83"/>
                    <a:pt x="283" y="83"/>
                    <a:pt x="282" y="83"/>
                  </a:cubicBezTo>
                  <a:cubicBezTo>
                    <a:pt x="282" y="83"/>
                    <a:pt x="282" y="83"/>
                    <a:pt x="281" y="83"/>
                  </a:cubicBezTo>
                  <a:cubicBezTo>
                    <a:pt x="281" y="83"/>
                    <a:pt x="281" y="83"/>
                    <a:pt x="281" y="83"/>
                  </a:cubicBezTo>
                  <a:cubicBezTo>
                    <a:pt x="281" y="83"/>
                    <a:pt x="281" y="83"/>
                    <a:pt x="281" y="83"/>
                  </a:cubicBezTo>
                  <a:cubicBezTo>
                    <a:pt x="281" y="83"/>
                    <a:pt x="281" y="83"/>
                    <a:pt x="281" y="83"/>
                  </a:cubicBezTo>
                  <a:cubicBezTo>
                    <a:pt x="280" y="83"/>
                    <a:pt x="279" y="83"/>
                    <a:pt x="278" y="83"/>
                  </a:cubicBezTo>
                  <a:cubicBezTo>
                    <a:pt x="278" y="83"/>
                    <a:pt x="278" y="83"/>
                    <a:pt x="278" y="83"/>
                  </a:cubicBezTo>
                  <a:cubicBezTo>
                    <a:pt x="278" y="83"/>
                    <a:pt x="278" y="83"/>
                    <a:pt x="278" y="83"/>
                  </a:cubicBezTo>
                  <a:cubicBezTo>
                    <a:pt x="278" y="83"/>
                    <a:pt x="278" y="83"/>
                    <a:pt x="278" y="83"/>
                  </a:cubicBezTo>
                  <a:cubicBezTo>
                    <a:pt x="278" y="83"/>
                    <a:pt x="278" y="83"/>
                    <a:pt x="278" y="83"/>
                  </a:cubicBezTo>
                  <a:cubicBezTo>
                    <a:pt x="278" y="83"/>
                    <a:pt x="278" y="83"/>
                    <a:pt x="278" y="83"/>
                  </a:cubicBezTo>
                  <a:cubicBezTo>
                    <a:pt x="277" y="83"/>
                    <a:pt x="276" y="83"/>
                    <a:pt x="276" y="83"/>
                  </a:cubicBezTo>
                  <a:cubicBezTo>
                    <a:pt x="276" y="83"/>
                    <a:pt x="275" y="83"/>
                    <a:pt x="275" y="83"/>
                  </a:cubicBezTo>
                  <a:cubicBezTo>
                    <a:pt x="275" y="83"/>
                    <a:pt x="275" y="83"/>
                    <a:pt x="275" y="83"/>
                  </a:cubicBezTo>
                  <a:cubicBezTo>
                    <a:pt x="275" y="83"/>
                    <a:pt x="274" y="83"/>
                    <a:pt x="273" y="83"/>
                  </a:cubicBezTo>
                  <a:cubicBezTo>
                    <a:pt x="273" y="83"/>
                    <a:pt x="273" y="84"/>
                    <a:pt x="273" y="84"/>
                  </a:cubicBezTo>
                  <a:cubicBezTo>
                    <a:pt x="272" y="85"/>
                    <a:pt x="272" y="86"/>
                    <a:pt x="270" y="87"/>
                  </a:cubicBezTo>
                  <a:cubicBezTo>
                    <a:pt x="268" y="88"/>
                    <a:pt x="258" y="96"/>
                    <a:pt x="254" y="96"/>
                  </a:cubicBezTo>
                  <a:cubicBezTo>
                    <a:pt x="250" y="96"/>
                    <a:pt x="247" y="93"/>
                    <a:pt x="241" y="93"/>
                  </a:cubicBezTo>
                  <a:cubicBezTo>
                    <a:pt x="233" y="93"/>
                    <a:pt x="232" y="98"/>
                    <a:pt x="228" y="100"/>
                  </a:cubicBezTo>
                  <a:cubicBezTo>
                    <a:pt x="228" y="98"/>
                    <a:pt x="227" y="93"/>
                    <a:pt x="225" y="93"/>
                  </a:cubicBezTo>
                  <a:cubicBezTo>
                    <a:pt x="224" y="93"/>
                    <a:pt x="223" y="95"/>
                    <a:pt x="220" y="95"/>
                  </a:cubicBezTo>
                  <a:cubicBezTo>
                    <a:pt x="216" y="95"/>
                    <a:pt x="212" y="95"/>
                    <a:pt x="208" y="95"/>
                  </a:cubicBezTo>
                  <a:cubicBezTo>
                    <a:pt x="202" y="95"/>
                    <a:pt x="199" y="91"/>
                    <a:pt x="195" y="88"/>
                  </a:cubicBezTo>
                  <a:cubicBezTo>
                    <a:pt x="195" y="88"/>
                    <a:pt x="195" y="88"/>
                    <a:pt x="194" y="88"/>
                  </a:cubicBezTo>
                  <a:cubicBezTo>
                    <a:pt x="194" y="88"/>
                    <a:pt x="194" y="88"/>
                    <a:pt x="194" y="88"/>
                  </a:cubicBezTo>
                  <a:cubicBezTo>
                    <a:pt x="194" y="88"/>
                    <a:pt x="194" y="88"/>
                    <a:pt x="194" y="88"/>
                  </a:cubicBezTo>
                  <a:cubicBezTo>
                    <a:pt x="194" y="88"/>
                    <a:pt x="194" y="88"/>
                    <a:pt x="193" y="88"/>
                  </a:cubicBezTo>
                  <a:cubicBezTo>
                    <a:pt x="193" y="88"/>
                    <a:pt x="193" y="88"/>
                    <a:pt x="193" y="88"/>
                  </a:cubicBezTo>
                  <a:cubicBezTo>
                    <a:pt x="193" y="88"/>
                    <a:pt x="193" y="88"/>
                    <a:pt x="193" y="88"/>
                  </a:cubicBezTo>
                  <a:cubicBezTo>
                    <a:pt x="193" y="88"/>
                    <a:pt x="193" y="88"/>
                    <a:pt x="193" y="88"/>
                  </a:cubicBezTo>
                  <a:cubicBezTo>
                    <a:pt x="193" y="88"/>
                    <a:pt x="193" y="88"/>
                    <a:pt x="193" y="88"/>
                  </a:cubicBezTo>
                  <a:cubicBezTo>
                    <a:pt x="193" y="88"/>
                    <a:pt x="193" y="88"/>
                    <a:pt x="193" y="88"/>
                  </a:cubicBezTo>
                  <a:cubicBezTo>
                    <a:pt x="193" y="88"/>
                    <a:pt x="193" y="88"/>
                    <a:pt x="193" y="88"/>
                  </a:cubicBezTo>
                  <a:cubicBezTo>
                    <a:pt x="192" y="88"/>
                    <a:pt x="192" y="88"/>
                    <a:pt x="192" y="88"/>
                  </a:cubicBezTo>
                  <a:cubicBezTo>
                    <a:pt x="192" y="88"/>
                    <a:pt x="192" y="88"/>
                    <a:pt x="192" y="88"/>
                  </a:cubicBezTo>
                  <a:cubicBezTo>
                    <a:pt x="192" y="88"/>
                    <a:pt x="192" y="88"/>
                    <a:pt x="192" y="88"/>
                  </a:cubicBezTo>
                  <a:cubicBezTo>
                    <a:pt x="192" y="88"/>
                    <a:pt x="192" y="88"/>
                    <a:pt x="192" y="88"/>
                  </a:cubicBezTo>
                  <a:cubicBezTo>
                    <a:pt x="192" y="88"/>
                    <a:pt x="192" y="88"/>
                    <a:pt x="192" y="88"/>
                  </a:cubicBezTo>
                  <a:cubicBezTo>
                    <a:pt x="191" y="88"/>
                    <a:pt x="191" y="88"/>
                    <a:pt x="191" y="87"/>
                  </a:cubicBezTo>
                  <a:cubicBezTo>
                    <a:pt x="191" y="87"/>
                    <a:pt x="191" y="87"/>
                    <a:pt x="191" y="87"/>
                  </a:cubicBezTo>
                  <a:cubicBezTo>
                    <a:pt x="191" y="87"/>
                    <a:pt x="191" y="87"/>
                    <a:pt x="191" y="87"/>
                  </a:cubicBezTo>
                  <a:cubicBezTo>
                    <a:pt x="191" y="87"/>
                    <a:pt x="191" y="87"/>
                    <a:pt x="190" y="87"/>
                  </a:cubicBezTo>
                  <a:cubicBezTo>
                    <a:pt x="190" y="87"/>
                    <a:pt x="190" y="87"/>
                    <a:pt x="190" y="87"/>
                  </a:cubicBezTo>
                  <a:cubicBezTo>
                    <a:pt x="189" y="85"/>
                    <a:pt x="189" y="83"/>
                    <a:pt x="187" y="82"/>
                  </a:cubicBezTo>
                  <a:cubicBezTo>
                    <a:pt x="183" y="80"/>
                    <a:pt x="180" y="81"/>
                    <a:pt x="177" y="78"/>
                  </a:cubicBezTo>
                  <a:cubicBezTo>
                    <a:pt x="173" y="74"/>
                    <a:pt x="170" y="76"/>
                    <a:pt x="164" y="74"/>
                  </a:cubicBezTo>
                  <a:cubicBezTo>
                    <a:pt x="159" y="73"/>
                    <a:pt x="157" y="70"/>
                    <a:pt x="152" y="68"/>
                  </a:cubicBezTo>
                  <a:cubicBezTo>
                    <a:pt x="151" y="68"/>
                    <a:pt x="148" y="68"/>
                    <a:pt x="148" y="66"/>
                  </a:cubicBezTo>
                  <a:cubicBezTo>
                    <a:pt x="146" y="63"/>
                    <a:pt x="147" y="60"/>
                    <a:pt x="146" y="57"/>
                  </a:cubicBezTo>
                  <a:cubicBezTo>
                    <a:pt x="146" y="54"/>
                    <a:pt x="146" y="54"/>
                    <a:pt x="146" y="54"/>
                  </a:cubicBezTo>
                  <a:cubicBezTo>
                    <a:pt x="146" y="54"/>
                    <a:pt x="146" y="54"/>
                    <a:pt x="146" y="54"/>
                  </a:cubicBezTo>
                  <a:cubicBezTo>
                    <a:pt x="146" y="54"/>
                    <a:pt x="147" y="54"/>
                    <a:pt x="147" y="55"/>
                  </a:cubicBezTo>
                  <a:cubicBezTo>
                    <a:pt x="147" y="55"/>
                    <a:pt x="148" y="55"/>
                    <a:pt x="148" y="55"/>
                  </a:cubicBezTo>
                  <a:cubicBezTo>
                    <a:pt x="148" y="55"/>
                    <a:pt x="148" y="55"/>
                    <a:pt x="148" y="55"/>
                  </a:cubicBezTo>
                  <a:cubicBezTo>
                    <a:pt x="148" y="55"/>
                    <a:pt x="148" y="55"/>
                    <a:pt x="148" y="55"/>
                  </a:cubicBezTo>
                  <a:cubicBezTo>
                    <a:pt x="150" y="55"/>
                    <a:pt x="152" y="54"/>
                    <a:pt x="152" y="51"/>
                  </a:cubicBezTo>
                  <a:cubicBezTo>
                    <a:pt x="152" y="48"/>
                    <a:pt x="148" y="47"/>
                    <a:pt x="148" y="44"/>
                  </a:cubicBezTo>
                  <a:cubicBezTo>
                    <a:pt x="148" y="44"/>
                    <a:pt x="148" y="44"/>
                    <a:pt x="148" y="44"/>
                  </a:cubicBezTo>
                  <a:cubicBezTo>
                    <a:pt x="148" y="44"/>
                    <a:pt x="148" y="44"/>
                    <a:pt x="148" y="44"/>
                  </a:cubicBezTo>
                  <a:cubicBezTo>
                    <a:pt x="148" y="37"/>
                    <a:pt x="159" y="38"/>
                    <a:pt x="159" y="30"/>
                  </a:cubicBezTo>
                  <a:cubicBezTo>
                    <a:pt x="159" y="27"/>
                    <a:pt x="152" y="22"/>
                    <a:pt x="150" y="22"/>
                  </a:cubicBezTo>
                  <a:cubicBezTo>
                    <a:pt x="145" y="22"/>
                    <a:pt x="143" y="27"/>
                    <a:pt x="138" y="27"/>
                  </a:cubicBezTo>
                  <a:cubicBezTo>
                    <a:pt x="132" y="26"/>
                    <a:pt x="129" y="26"/>
                    <a:pt x="125" y="21"/>
                  </a:cubicBezTo>
                  <a:cubicBezTo>
                    <a:pt x="123" y="20"/>
                    <a:pt x="125" y="16"/>
                    <a:pt x="122" y="15"/>
                  </a:cubicBezTo>
                  <a:cubicBezTo>
                    <a:pt x="117" y="14"/>
                    <a:pt x="115" y="15"/>
                    <a:pt x="115" y="10"/>
                  </a:cubicBezTo>
                  <a:cubicBezTo>
                    <a:pt x="111" y="10"/>
                    <a:pt x="109" y="10"/>
                    <a:pt x="105" y="10"/>
                  </a:cubicBezTo>
                  <a:cubicBezTo>
                    <a:pt x="99" y="10"/>
                    <a:pt x="97" y="14"/>
                    <a:pt x="91" y="14"/>
                  </a:cubicBezTo>
                  <a:cubicBezTo>
                    <a:pt x="88" y="14"/>
                    <a:pt x="87" y="11"/>
                    <a:pt x="87" y="8"/>
                  </a:cubicBezTo>
                  <a:cubicBezTo>
                    <a:pt x="87" y="7"/>
                    <a:pt x="87" y="6"/>
                    <a:pt x="87" y="5"/>
                  </a:cubicBezTo>
                  <a:cubicBezTo>
                    <a:pt x="87" y="2"/>
                    <a:pt x="87" y="0"/>
                    <a:pt x="8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 name="Freeform 10"/>
            <p:cNvSpPr>
              <a:spLocks/>
            </p:cNvSpPr>
            <p:nvPr/>
          </p:nvSpPr>
          <p:spPr bwMode="auto">
            <a:xfrm>
              <a:off x="8991600" y="4033838"/>
              <a:ext cx="322263" cy="349250"/>
            </a:xfrm>
            <a:custGeom>
              <a:avLst/>
              <a:gdLst>
                <a:gd name="T0" fmla="*/ 2 w 86"/>
                <a:gd name="T1" fmla="*/ 0 h 93"/>
                <a:gd name="T2" fmla="*/ 0 w 86"/>
                <a:gd name="T3" fmla="*/ 0 h 93"/>
                <a:gd name="T4" fmla="*/ 0 w 86"/>
                <a:gd name="T5" fmla="*/ 2 h 93"/>
                <a:gd name="T6" fmla="*/ 7 w 86"/>
                <a:gd name="T7" fmla="*/ 14 h 93"/>
                <a:gd name="T8" fmla="*/ 14 w 86"/>
                <a:gd name="T9" fmla="*/ 16 h 93"/>
                <a:gd name="T10" fmla="*/ 18 w 86"/>
                <a:gd name="T11" fmla="*/ 25 h 93"/>
                <a:gd name="T12" fmla="*/ 29 w 86"/>
                <a:gd name="T13" fmla="*/ 34 h 93"/>
                <a:gd name="T14" fmla="*/ 33 w 86"/>
                <a:gd name="T15" fmla="*/ 44 h 93"/>
                <a:gd name="T16" fmla="*/ 37 w 86"/>
                <a:gd name="T17" fmla="*/ 46 h 93"/>
                <a:gd name="T18" fmla="*/ 38 w 86"/>
                <a:gd name="T19" fmla="*/ 48 h 93"/>
                <a:gd name="T20" fmla="*/ 43 w 86"/>
                <a:gd name="T21" fmla="*/ 55 h 93"/>
                <a:gd name="T22" fmla="*/ 54 w 86"/>
                <a:gd name="T23" fmla="*/ 73 h 93"/>
                <a:gd name="T24" fmla="*/ 70 w 86"/>
                <a:gd name="T25" fmla="*/ 85 h 93"/>
                <a:gd name="T26" fmla="*/ 77 w 86"/>
                <a:gd name="T27" fmla="*/ 93 h 93"/>
                <a:gd name="T28" fmla="*/ 84 w 86"/>
                <a:gd name="T29" fmla="*/ 89 h 93"/>
                <a:gd name="T30" fmla="*/ 86 w 86"/>
                <a:gd name="T31" fmla="*/ 81 h 93"/>
                <a:gd name="T32" fmla="*/ 86 w 86"/>
                <a:gd name="T33" fmla="*/ 69 h 93"/>
                <a:gd name="T34" fmla="*/ 80 w 86"/>
                <a:gd name="T35" fmla="*/ 63 h 93"/>
                <a:gd name="T36" fmla="*/ 73 w 86"/>
                <a:gd name="T37" fmla="*/ 53 h 93"/>
                <a:gd name="T38" fmla="*/ 68 w 86"/>
                <a:gd name="T39" fmla="*/ 48 h 93"/>
                <a:gd name="T40" fmla="*/ 69 w 86"/>
                <a:gd name="T41" fmla="*/ 45 h 93"/>
                <a:gd name="T42" fmla="*/ 67 w 86"/>
                <a:gd name="T43" fmla="*/ 43 h 93"/>
                <a:gd name="T44" fmla="*/ 64 w 86"/>
                <a:gd name="T45" fmla="*/ 43 h 93"/>
                <a:gd name="T46" fmla="*/ 65 w 86"/>
                <a:gd name="T47" fmla="*/ 41 h 93"/>
                <a:gd name="T48" fmla="*/ 56 w 86"/>
                <a:gd name="T49" fmla="*/ 34 h 93"/>
                <a:gd name="T50" fmla="*/ 39 w 86"/>
                <a:gd name="T51" fmla="*/ 22 h 93"/>
                <a:gd name="T52" fmla="*/ 30 w 86"/>
                <a:gd name="T53" fmla="*/ 15 h 93"/>
                <a:gd name="T54" fmla="*/ 27 w 86"/>
                <a:gd name="T55" fmla="*/ 13 h 93"/>
                <a:gd name="T56" fmla="*/ 17 w 86"/>
                <a:gd name="T57" fmla="*/ 3 h 93"/>
                <a:gd name="T58" fmla="*/ 7 w 86"/>
                <a:gd name="T59" fmla="*/ 3 h 93"/>
                <a:gd name="T60" fmla="*/ 2 w 86"/>
                <a:gd name="T61"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6" h="93">
                  <a:moveTo>
                    <a:pt x="2" y="0"/>
                  </a:moveTo>
                  <a:cubicBezTo>
                    <a:pt x="1" y="0"/>
                    <a:pt x="0" y="0"/>
                    <a:pt x="0" y="0"/>
                  </a:cubicBezTo>
                  <a:cubicBezTo>
                    <a:pt x="0" y="2"/>
                    <a:pt x="0" y="2"/>
                    <a:pt x="0" y="2"/>
                  </a:cubicBezTo>
                  <a:cubicBezTo>
                    <a:pt x="1" y="5"/>
                    <a:pt x="5" y="13"/>
                    <a:pt x="7" y="14"/>
                  </a:cubicBezTo>
                  <a:cubicBezTo>
                    <a:pt x="10" y="14"/>
                    <a:pt x="13" y="14"/>
                    <a:pt x="14" y="16"/>
                  </a:cubicBezTo>
                  <a:cubicBezTo>
                    <a:pt x="16" y="20"/>
                    <a:pt x="17" y="21"/>
                    <a:pt x="18" y="25"/>
                  </a:cubicBezTo>
                  <a:cubicBezTo>
                    <a:pt x="20" y="29"/>
                    <a:pt x="27" y="28"/>
                    <a:pt x="29" y="34"/>
                  </a:cubicBezTo>
                  <a:cubicBezTo>
                    <a:pt x="29" y="36"/>
                    <a:pt x="31" y="43"/>
                    <a:pt x="33" y="44"/>
                  </a:cubicBezTo>
                  <a:cubicBezTo>
                    <a:pt x="34" y="45"/>
                    <a:pt x="37" y="45"/>
                    <a:pt x="37" y="46"/>
                  </a:cubicBezTo>
                  <a:cubicBezTo>
                    <a:pt x="38" y="46"/>
                    <a:pt x="37" y="48"/>
                    <a:pt x="38" y="48"/>
                  </a:cubicBezTo>
                  <a:cubicBezTo>
                    <a:pt x="39" y="48"/>
                    <a:pt x="42" y="54"/>
                    <a:pt x="43" y="55"/>
                  </a:cubicBezTo>
                  <a:cubicBezTo>
                    <a:pt x="46" y="62"/>
                    <a:pt x="48" y="67"/>
                    <a:pt x="54" y="73"/>
                  </a:cubicBezTo>
                  <a:cubicBezTo>
                    <a:pt x="59" y="78"/>
                    <a:pt x="64" y="80"/>
                    <a:pt x="70" y="85"/>
                  </a:cubicBezTo>
                  <a:cubicBezTo>
                    <a:pt x="70" y="86"/>
                    <a:pt x="75" y="93"/>
                    <a:pt x="77" y="93"/>
                  </a:cubicBezTo>
                  <a:cubicBezTo>
                    <a:pt x="79" y="93"/>
                    <a:pt x="84" y="92"/>
                    <a:pt x="84" y="89"/>
                  </a:cubicBezTo>
                  <a:cubicBezTo>
                    <a:pt x="84" y="86"/>
                    <a:pt x="83" y="82"/>
                    <a:pt x="86" y="81"/>
                  </a:cubicBezTo>
                  <a:cubicBezTo>
                    <a:pt x="86" y="75"/>
                    <a:pt x="86" y="73"/>
                    <a:pt x="86" y="69"/>
                  </a:cubicBezTo>
                  <a:cubicBezTo>
                    <a:pt x="86" y="66"/>
                    <a:pt x="82" y="65"/>
                    <a:pt x="80" y="63"/>
                  </a:cubicBezTo>
                  <a:cubicBezTo>
                    <a:pt x="77" y="60"/>
                    <a:pt x="73" y="59"/>
                    <a:pt x="73" y="53"/>
                  </a:cubicBezTo>
                  <a:cubicBezTo>
                    <a:pt x="70" y="53"/>
                    <a:pt x="68" y="52"/>
                    <a:pt x="68" y="48"/>
                  </a:cubicBezTo>
                  <a:cubicBezTo>
                    <a:pt x="69" y="45"/>
                    <a:pt x="69" y="45"/>
                    <a:pt x="69" y="45"/>
                  </a:cubicBezTo>
                  <a:cubicBezTo>
                    <a:pt x="69" y="44"/>
                    <a:pt x="68" y="43"/>
                    <a:pt x="67" y="43"/>
                  </a:cubicBezTo>
                  <a:cubicBezTo>
                    <a:pt x="66" y="43"/>
                    <a:pt x="65" y="43"/>
                    <a:pt x="64" y="43"/>
                  </a:cubicBezTo>
                  <a:cubicBezTo>
                    <a:pt x="65" y="41"/>
                    <a:pt x="65" y="41"/>
                    <a:pt x="65" y="41"/>
                  </a:cubicBezTo>
                  <a:cubicBezTo>
                    <a:pt x="65" y="37"/>
                    <a:pt x="60" y="36"/>
                    <a:pt x="56" y="34"/>
                  </a:cubicBezTo>
                  <a:cubicBezTo>
                    <a:pt x="48" y="32"/>
                    <a:pt x="45" y="28"/>
                    <a:pt x="39" y="22"/>
                  </a:cubicBezTo>
                  <a:cubicBezTo>
                    <a:pt x="36" y="20"/>
                    <a:pt x="34" y="16"/>
                    <a:pt x="30" y="15"/>
                  </a:cubicBezTo>
                  <a:cubicBezTo>
                    <a:pt x="29" y="15"/>
                    <a:pt x="28" y="15"/>
                    <a:pt x="27" y="13"/>
                  </a:cubicBezTo>
                  <a:cubicBezTo>
                    <a:pt x="25" y="9"/>
                    <a:pt x="23" y="5"/>
                    <a:pt x="17" y="3"/>
                  </a:cubicBezTo>
                  <a:cubicBezTo>
                    <a:pt x="7" y="3"/>
                    <a:pt x="7" y="3"/>
                    <a:pt x="7" y="3"/>
                  </a:cubicBezTo>
                  <a:cubicBezTo>
                    <a:pt x="5" y="1"/>
                    <a:pt x="4"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 name="Freeform 11"/>
            <p:cNvSpPr>
              <a:spLocks/>
            </p:cNvSpPr>
            <p:nvPr/>
          </p:nvSpPr>
          <p:spPr bwMode="auto">
            <a:xfrm>
              <a:off x="9407525" y="3989388"/>
              <a:ext cx="307975" cy="341313"/>
            </a:xfrm>
            <a:custGeom>
              <a:avLst/>
              <a:gdLst>
                <a:gd name="T0" fmla="*/ 66 w 82"/>
                <a:gd name="T1" fmla="*/ 0 h 91"/>
                <a:gd name="T2" fmla="*/ 53 w 82"/>
                <a:gd name="T3" fmla="*/ 16 h 91"/>
                <a:gd name="T4" fmla="*/ 42 w 82"/>
                <a:gd name="T5" fmla="*/ 19 h 91"/>
                <a:gd name="T6" fmla="*/ 41 w 82"/>
                <a:gd name="T7" fmla="*/ 21 h 91"/>
                <a:gd name="T8" fmla="*/ 38 w 82"/>
                <a:gd name="T9" fmla="*/ 23 h 91"/>
                <a:gd name="T10" fmla="*/ 36 w 82"/>
                <a:gd name="T11" fmla="*/ 27 h 91"/>
                <a:gd name="T12" fmla="*/ 29 w 82"/>
                <a:gd name="T13" fmla="*/ 33 h 91"/>
                <a:gd name="T14" fmla="*/ 21 w 82"/>
                <a:gd name="T15" fmla="*/ 35 h 91"/>
                <a:gd name="T16" fmla="*/ 10 w 82"/>
                <a:gd name="T17" fmla="*/ 48 h 91"/>
                <a:gd name="T18" fmla="*/ 4 w 82"/>
                <a:gd name="T19" fmla="*/ 48 h 91"/>
                <a:gd name="T20" fmla="*/ 0 w 82"/>
                <a:gd name="T21" fmla="*/ 51 h 91"/>
                <a:gd name="T22" fmla="*/ 4 w 82"/>
                <a:gd name="T23" fmla="*/ 63 h 91"/>
                <a:gd name="T24" fmla="*/ 8 w 82"/>
                <a:gd name="T25" fmla="*/ 65 h 91"/>
                <a:gd name="T26" fmla="*/ 7 w 82"/>
                <a:gd name="T27" fmla="*/ 66 h 91"/>
                <a:gd name="T28" fmla="*/ 17 w 82"/>
                <a:gd name="T29" fmla="*/ 82 h 91"/>
                <a:gd name="T30" fmla="*/ 23 w 82"/>
                <a:gd name="T31" fmla="*/ 80 h 91"/>
                <a:gd name="T32" fmla="*/ 23 w 82"/>
                <a:gd name="T33" fmla="*/ 80 h 91"/>
                <a:gd name="T34" fmla="*/ 24 w 82"/>
                <a:gd name="T35" fmla="*/ 85 h 91"/>
                <a:gd name="T36" fmla="*/ 26 w 82"/>
                <a:gd name="T37" fmla="*/ 86 h 91"/>
                <a:gd name="T38" fmla="*/ 33 w 82"/>
                <a:gd name="T39" fmla="*/ 83 h 91"/>
                <a:gd name="T40" fmla="*/ 46 w 82"/>
                <a:gd name="T41" fmla="*/ 87 h 91"/>
                <a:gd name="T42" fmla="*/ 49 w 82"/>
                <a:gd name="T43" fmla="*/ 91 h 91"/>
                <a:gd name="T44" fmla="*/ 58 w 82"/>
                <a:gd name="T45" fmla="*/ 87 h 91"/>
                <a:gd name="T46" fmla="*/ 61 w 82"/>
                <a:gd name="T47" fmla="*/ 77 h 91"/>
                <a:gd name="T48" fmla="*/ 60 w 82"/>
                <a:gd name="T49" fmla="*/ 73 h 91"/>
                <a:gd name="T50" fmla="*/ 66 w 82"/>
                <a:gd name="T51" fmla="*/ 67 h 91"/>
                <a:gd name="T52" fmla="*/ 70 w 82"/>
                <a:gd name="T53" fmla="*/ 54 h 91"/>
                <a:gd name="T54" fmla="*/ 71 w 82"/>
                <a:gd name="T55" fmla="*/ 51 h 91"/>
                <a:gd name="T56" fmla="*/ 74 w 82"/>
                <a:gd name="T57" fmla="*/ 50 h 91"/>
                <a:gd name="T58" fmla="*/ 78 w 82"/>
                <a:gd name="T59" fmla="*/ 51 h 91"/>
                <a:gd name="T60" fmla="*/ 80 w 82"/>
                <a:gd name="T61" fmla="*/ 48 h 91"/>
                <a:gd name="T62" fmla="*/ 68 w 82"/>
                <a:gd name="T63" fmla="*/ 29 h 91"/>
                <a:gd name="T64" fmla="*/ 70 w 82"/>
                <a:gd name="T65" fmla="*/ 27 h 91"/>
                <a:gd name="T66" fmla="*/ 69 w 82"/>
                <a:gd name="T67" fmla="*/ 25 h 91"/>
                <a:gd name="T68" fmla="*/ 77 w 82"/>
                <a:gd name="T69" fmla="*/ 21 h 91"/>
                <a:gd name="T70" fmla="*/ 76 w 82"/>
                <a:gd name="T71" fmla="*/ 19 h 91"/>
                <a:gd name="T72" fmla="*/ 82 w 82"/>
                <a:gd name="T73" fmla="*/ 16 h 91"/>
                <a:gd name="T74" fmla="*/ 70 w 82"/>
                <a:gd name="T75" fmla="*/ 7 h 91"/>
                <a:gd name="T76" fmla="*/ 66 w 82"/>
                <a:gd name="T7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2" h="91">
                  <a:moveTo>
                    <a:pt x="66" y="0"/>
                  </a:moveTo>
                  <a:cubicBezTo>
                    <a:pt x="61" y="0"/>
                    <a:pt x="55" y="11"/>
                    <a:pt x="53" y="16"/>
                  </a:cubicBezTo>
                  <a:cubicBezTo>
                    <a:pt x="51" y="18"/>
                    <a:pt x="45" y="17"/>
                    <a:pt x="42" y="19"/>
                  </a:cubicBezTo>
                  <a:cubicBezTo>
                    <a:pt x="42" y="20"/>
                    <a:pt x="42" y="21"/>
                    <a:pt x="41" y="21"/>
                  </a:cubicBezTo>
                  <a:cubicBezTo>
                    <a:pt x="39" y="22"/>
                    <a:pt x="40" y="23"/>
                    <a:pt x="38" y="23"/>
                  </a:cubicBezTo>
                  <a:cubicBezTo>
                    <a:pt x="38" y="23"/>
                    <a:pt x="35" y="26"/>
                    <a:pt x="36" y="27"/>
                  </a:cubicBezTo>
                  <a:cubicBezTo>
                    <a:pt x="34" y="29"/>
                    <a:pt x="34" y="32"/>
                    <a:pt x="29" y="33"/>
                  </a:cubicBezTo>
                  <a:cubicBezTo>
                    <a:pt x="26" y="33"/>
                    <a:pt x="23" y="33"/>
                    <a:pt x="21" y="35"/>
                  </a:cubicBezTo>
                  <a:cubicBezTo>
                    <a:pt x="17" y="39"/>
                    <a:pt x="18" y="48"/>
                    <a:pt x="10" y="48"/>
                  </a:cubicBezTo>
                  <a:cubicBezTo>
                    <a:pt x="8" y="48"/>
                    <a:pt x="6" y="48"/>
                    <a:pt x="4" y="48"/>
                  </a:cubicBezTo>
                  <a:cubicBezTo>
                    <a:pt x="2" y="48"/>
                    <a:pt x="0" y="48"/>
                    <a:pt x="0" y="51"/>
                  </a:cubicBezTo>
                  <a:cubicBezTo>
                    <a:pt x="0" y="52"/>
                    <a:pt x="3" y="63"/>
                    <a:pt x="4" y="63"/>
                  </a:cubicBezTo>
                  <a:cubicBezTo>
                    <a:pt x="5" y="63"/>
                    <a:pt x="7" y="63"/>
                    <a:pt x="8" y="65"/>
                  </a:cubicBezTo>
                  <a:cubicBezTo>
                    <a:pt x="7" y="66"/>
                    <a:pt x="7" y="66"/>
                    <a:pt x="7" y="66"/>
                  </a:cubicBezTo>
                  <a:cubicBezTo>
                    <a:pt x="11" y="72"/>
                    <a:pt x="7" y="82"/>
                    <a:pt x="17" y="82"/>
                  </a:cubicBezTo>
                  <a:cubicBezTo>
                    <a:pt x="19" y="82"/>
                    <a:pt x="21" y="80"/>
                    <a:pt x="23" y="80"/>
                  </a:cubicBezTo>
                  <a:cubicBezTo>
                    <a:pt x="23" y="80"/>
                    <a:pt x="23" y="80"/>
                    <a:pt x="23" y="80"/>
                  </a:cubicBezTo>
                  <a:cubicBezTo>
                    <a:pt x="23" y="81"/>
                    <a:pt x="23" y="85"/>
                    <a:pt x="24" y="85"/>
                  </a:cubicBezTo>
                  <a:cubicBezTo>
                    <a:pt x="24" y="85"/>
                    <a:pt x="25" y="86"/>
                    <a:pt x="26" y="86"/>
                  </a:cubicBezTo>
                  <a:cubicBezTo>
                    <a:pt x="29" y="86"/>
                    <a:pt x="31" y="83"/>
                    <a:pt x="33" y="83"/>
                  </a:cubicBezTo>
                  <a:cubicBezTo>
                    <a:pt x="38" y="83"/>
                    <a:pt x="41" y="86"/>
                    <a:pt x="46" y="87"/>
                  </a:cubicBezTo>
                  <a:cubicBezTo>
                    <a:pt x="46" y="89"/>
                    <a:pt x="46" y="91"/>
                    <a:pt x="49" y="91"/>
                  </a:cubicBezTo>
                  <a:cubicBezTo>
                    <a:pt x="53" y="91"/>
                    <a:pt x="53" y="88"/>
                    <a:pt x="58" y="87"/>
                  </a:cubicBezTo>
                  <a:cubicBezTo>
                    <a:pt x="58" y="84"/>
                    <a:pt x="61" y="79"/>
                    <a:pt x="61" y="77"/>
                  </a:cubicBezTo>
                  <a:cubicBezTo>
                    <a:pt x="61" y="76"/>
                    <a:pt x="60" y="75"/>
                    <a:pt x="60" y="73"/>
                  </a:cubicBezTo>
                  <a:cubicBezTo>
                    <a:pt x="60" y="71"/>
                    <a:pt x="63" y="67"/>
                    <a:pt x="66" y="67"/>
                  </a:cubicBezTo>
                  <a:cubicBezTo>
                    <a:pt x="66" y="62"/>
                    <a:pt x="69" y="60"/>
                    <a:pt x="70" y="54"/>
                  </a:cubicBezTo>
                  <a:cubicBezTo>
                    <a:pt x="71" y="51"/>
                    <a:pt x="71" y="51"/>
                    <a:pt x="71" y="51"/>
                  </a:cubicBezTo>
                  <a:cubicBezTo>
                    <a:pt x="72" y="51"/>
                    <a:pt x="73" y="50"/>
                    <a:pt x="74" y="50"/>
                  </a:cubicBezTo>
                  <a:cubicBezTo>
                    <a:pt x="75" y="50"/>
                    <a:pt x="77" y="51"/>
                    <a:pt x="78" y="51"/>
                  </a:cubicBezTo>
                  <a:cubicBezTo>
                    <a:pt x="79" y="51"/>
                    <a:pt x="80" y="50"/>
                    <a:pt x="80" y="48"/>
                  </a:cubicBezTo>
                  <a:cubicBezTo>
                    <a:pt x="75" y="48"/>
                    <a:pt x="68" y="33"/>
                    <a:pt x="68" y="29"/>
                  </a:cubicBezTo>
                  <a:cubicBezTo>
                    <a:pt x="68" y="28"/>
                    <a:pt x="69" y="27"/>
                    <a:pt x="70" y="27"/>
                  </a:cubicBezTo>
                  <a:cubicBezTo>
                    <a:pt x="69" y="26"/>
                    <a:pt x="69" y="25"/>
                    <a:pt x="69" y="25"/>
                  </a:cubicBezTo>
                  <a:cubicBezTo>
                    <a:pt x="69" y="25"/>
                    <a:pt x="76" y="21"/>
                    <a:pt x="77" y="21"/>
                  </a:cubicBezTo>
                  <a:cubicBezTo>
                    <a:pt x="76" y="21"/>
                    <a:pt x="76" y="20"/>
                    <a:pt x="76" y="19"/>
                  </a:cubicBezTo>
                  <a:cubicBezTo>
                    <a:pt x="76" y="17"/>
                    <a:pt x="82" y="18"/>
                    <a:pt x="82" y="16"/>
                  </a:cubicBezTo>
                  <a:cubicBezTo>
                    <a:pt x="82" y="10"/>
                    <a:pt x="70" y="13"/>
                    <a:pt x="70" y="7"/>
                  </a:cubicBezTo>
                  <a:cubicBezTo>
                    <a:pt x="70" y="3"/>
                    <a:pt x="71" y="0"/>
                    <a:pt x="6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 name="Freeform 12"/>
            <p:cNvSpPr>
              <a:spLocks/>
            </p:cNvSpPr>
            <p:nvPr/>
          </p:nvSpPr>
          <p:spPr bwMode="auto">
            <a:xfrm>
              <a:off x="9704388" y="4154488"/>
              <a:ext cx="195263" cy="225425"/>
            </a:xfrm>
            <a:custGeom>
              <a:avLst/>
              <a:gdLst>
                <a:gd name="T0" fmla="*/ 52 w 52"/>
                <a:gd name="T1" fmla="*/ 0 h 60"/>
                <a:gd name="T2" fmla="*/ 50 w 52"/>
                <a:gd name="T3" fmla="*/ 0 h 60"/>
                <a:gd name="T4" fmla="*/ 41 w 52"/>
                <a:gd name="T5" fmla="*/ 6 h 60"/>
                <a:gd name="T6" fmla="*/ 38 w 52"/>
                <a:gd name="T7" fmla="*/ 6 h 60"/>
                <a:gd name="T8" fmla="*/ 19 w 52"/>
                <a:gd name="T9" fmla="*/ 3 h 60"/>
                <a:gd name="T10" fmla="*/ 8 w 52"/>
                <a:gd name="T11" fmla="*/ 19 h 60"/>
                <a:gd name="T12" fmla="*/ 5 w 52"/>
                <a:gd name="T13" fmla="*/ 23 h 60"/>
                <a:gd name="T14" fmla="*/ 0 w 52"/>
                <a:gd name="T15" fmla="*/ 39 h 60"/>
                <a:gd name="T16" fmla="*/ 6 w 52"/>
                <a:gd name="T17" fmla="*/ 43 h 60"/>
                <a:gd name="T18" fmla="*/ 6 w 52"/>
                <a:gd name="T19" fmla="*/ 56 h 60"/>
                <a:gd name="T20" fmla="*/ 10 w 52"/>
                <a:gd name="T21" fmla="*/ 60 h 60"/>
                <a:gd name="T22" fmla="*/ 15 w 52"/>
                <a:gd name="T23" fmla="*/ 49 h 60"/>
                <a:gd name="T24" fmla="*/ 12 w 52"/>
                <a:gd name="T25" fmla="*/ 39 h 60"/>
                <a:gd name="T26" fmla="*/ 16 w 52"/>
                <a:gd name="T27" fmla="*/ 36 h 60"/>
                <a:gd name="T28" fmla="*/ 18 w 52"/>
                <a:gd name="T29" fmla="*/ 36 h 60"/>
                <a:gd name="T30" fmla="*/ 19 w 52"/>
                <a:gd name="T31" fmla="*/ 36 h 60"/>
                <a:gd name="T32" fmla="*/ 17 w 52"/>
                <a:gd name="T33" fmla="*/ 42 h 60"/>
                <a:gd name="T34" fmla="*/ 22 w 52"/>
                <a:gd name="T35" fmla="*/ 50 h 60"/>
                <a:gd name="T36" fmla="*/ 22 w 52"/>
                <a:gd name="T37" fmla="*/ 53 h 60"/>
                <a:gd name="T38" fmla="*/ 26 w 52"/>
                <a:gd name="T39" fmla="*/ 53 h 60"/>
                <a:gd name="T40" fmla="*/ 32 w 52"/>
                <a:gd name="T41" fmla="*/ 47 h 60"/>
                <a:gd name="T42" fmla="*/ 28 w 52"/>
                <a:gd name="T43" fmla="*/ 42 h 60"/>
                <a:gd name="T44" fmla="*/ 29 w 52"/>
                <a:gd name="T45" fmla="*/ 40 h 60"/>
                <a:gd name="T46" fmla="*/ 22 w 52"/>
                <a:gd name="T47" fmla="*/ 28 h 60"/>
                <a:gd name="T48" fmla="*/ 37 w 52"/>
                <a:gd name="T49" fmla="*/ 20 h 60"/>
                <a:gd name="T50" fmla="*/ 37 w 52"/>
                <a:gd name="T51" fmla="*/ 18 h 60"/>
                <a:gd name="T52" fmla="*/ 37 w 52"/>
                <a:gd name="T53" fmla="*/ 18 h 60"/>
                <a:gd name="T54" fmla="*/ 20 w 52"/>
                <a:gd name="T55" fmla="*/ 23 h 60"/>
                <a:gd name="T56" fmla="*/ 21 w 52"/>
                <a:gd name="T57" fmla="*/ 22 h 60"/>
                <a:gd name="T58" fmla="*/ 17 w 52"/>
                <a:gd name="T59" fmla="*/ 25 h 60"/>
                <a:gd name="T60" fmla="*/ 11 w 52"/>
                <a:gd name="T61" fmla="*/ 15 h 60"/>
                <a:gd name="T62" fmla="*/ 17 w 52"/>
                <a:gd name="T63" fmla="*/ 10 h 60"/>
                <a:gd name="T64" fmla="*/ 21 w 52"/>
                <a:gd name="T65" fmla="*/ 10 h 60"/>
                <a:gd name="T66" fmla="*/ 32 w 52"/>
                <a:gd name="T67" fmla="*/ 9 h 60"/>
                <a:gd name="T68" fmla="*/ 42 w 52"/>
                <a:gd name="T69" fmla="*/ 11 h 60"/>
                <a:gd name="T70" fmla="*/ 50 w 52"/>
                <a:gd name="T71" fmla="*/ 2 h 60"/>
                <a:gd name="T72" fmla="*/ 52 w 52"/>
                <a:gd name="T73"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60">
                  <a:moveTo>
                    <a:pt x="52" y="0"/>
                  </a:moveTo>
                  <a:cubicBezTo>
                    <a:pt x="50" y="0"/>
                    <a:pt x="50" y="0"/>
                    <a:pt x="50" y="0"/>
                  </a:cubicBezTo>
                  <a:cubicBezTo>
                    <a:pt x="46" y="2"/>
                    <a:pt x="42" y="5"/>
                    <a:pt x="41" y="6"/>
                  </a:cubicBezTo>
                  <a:cubicBezTo>
                    <a:pt x="38" y="6"/>
                    <a:pt x="38" y="6"/>
                    <a:pt x="38" y="6"/>
                  </a:cubicBezTo>
                  <a:cubicBezTo>
                    <a:pt x="19" y="3"/>
                    <a:pt x="19" y="3"/>
                    <a:pt x="19" y="3"/>
                  </a:cubicBezTo>
                  <a:cubicBezTo>
                    <a:pt x="11" y="3"/>
                    <a:pt x="8" y="12"/>
                    <a:pt x="8" y="19"/>
                  </a:cubicBezTo>
                  <a:cubicBezTo>
                    <a:pt x="8" y="21"/>
                    <a:pt x="5" y="22"/>
                    <a:pt x="5" y="23"/>
                  </a:cubicBezTo>
                  <a:cubicBezTo>
                    <a:pt x="3" y="30"/>
                    <a:pt x="0" y="33"/>
                    <a:pt x="0" y="39"/>
                  </a:cubicBezTo>
                  <a:cubicBezTo>
                    <a:pt x="0" y="42"/>
                    <a:pt x="4" y="42"/>
                    <a:pt x="6" y="43"/>
                  </a:cubicBezTo>
                  <a:cubicBezTo>
                    <a:pt x="6" y="47"/>
                    <a:pt x="6" y="53"/>
                    <a:pt x="6" y="56"/>
                  </a:cubicBezTo>
                  <a:cubicBezTo>
                    <a:pt x="6" y="58"/>
                    <a:pt x="8" y="60"/>
                    <a:pt x="10" y="60"/>
                  </a:cubicBezTo>
                  <a:cubicBezTo>
                    <a:pt x="13" y="60"/>
                    <a:pt x="15" y="50"/>
                    <a:pt x="15" y="49"/>
                  </a:cubicBezTo>
                  <a:cubicBezTo>
                    <a:pt x="15" y="45"/>
                    <a:pt x="12" y="43"/>
                    <a:pt x="12" y="39"/>
                  </a:cubicBezTo>
                  <a:cubicBezTo>
                    <a:pt x="12" y="37"/>
                    <a:pt x="14" y="36"/>
                    <a:pt x="16" y="36"/>
                  </a:cubicBezTo>
                  <a:cubicBezTo>
                    <a:pt x="17" y="36"/>
                    <a:pt x="17" y="36"/>
                    <a:pt x="18" y="36"/>
                  </a:cubicBezTo>
                  <a:cubicBezTo>
                    <a:pt x="18" y="36"/>
                    <a:pt x="18" y="36"/>
                    <a:pt x="19" y="36"/>
                  </a:cubicBezTo>
                  <a:cubicBezTo>
                    <a:pt x="17" y="42"/>
                    <a:pt x="17" y="42"/>
                    <a:pt x="17" y="42"/>
                  </a:cubicBezTo>
                  <a:cubicBezTo>
                    <a:pt x="17" y="45"/>
                    <a:pt x="22" y="47"/>
                    <a:pt x="22" y="50"/>
                  </a:cubicBezTo>
                  <a:cubicBezTo>
                    <a:pt x="22" y="51"/>
                    <a:pt x="22" y="52"/>
                    <a:pt x="22" y="53"/>
                  </a:cubicBezTo>
                  <a:cubicBezTo>
                    <a:pt x="26" y="53"/>
                    <a:pt x="26" y="53"/>
                    <a:pt x="26" y="53"/>
                  </a:cubicBezTo>
                  <a:cubicBezTo>
                    <a:pt x="26" y="50"/>
                    <a:pt x="32" y="50"/>
                    <a:pt x="32" y="47"/>
                  </a:cubicBezTo>
                  <a:cubicBezTo>
                    <a:pt x="31" y="47"/>
                    <a:pt x="28" y="44"/>
                    <a:pt x="28" y="42"/>
                  </a:cubicBezTo>
                  <a:cubicBezTo>
                    <a:pt x="28" y="41"/>
                    <a:pt x="29" y="41"/>
                    <a:pt x="29" y="40"/>
                  </a:cubicBezTo>
                  <a:cubicBezTo>
                    <a:pt x="27" y="39"/>
                    <a:pt x="22" y="29"/>
                    <a:pt x="22" y="28"/>
                  </a:cubicBezTo>
                  <a:cubicBezTo>
                    <a:pt x="30" y="28"/>
                    <a:pt x="31" y="22"/>
                    <a:pt x="37" y="20"/>
                  </a:cubicBezTo>
                  <a:cubicBezTo>
                    <a:pt x="37" y="18"/>
                    <a:pt x="37" y="18"/>
                    <a:pt x="37" y="18"/>
                  </a:cubicBezTo>
                  <a:cubicBezTo>
                    <a:pt x="37" y="18"/>
                    <a:pt x="37" y="18"/>
                    <a:pt x="37" y="18"/>
                  </a:cubicBezTo>
                  <a:cubicBezTo>
                    <a:pt x="34" y="18"/>
                    <a:pt x="21" y="22"/>
                    <a:pt x="20" y="23"/>
                  </a:cubicBezTo>
                  <a:cubicBezTo>
                    <a:pt x="21" y="22"/>
                    <a:pt x="21" y="22"/>
                    <a:pt x="21" y="22"/>
                  </a:cubicBezTo>
                  <a:cubicBezTo>
                    <a:pt x="19" y="23"/>
                    <a:pt x="19" y="25"/>
                    <a:pt x="17" y="25"/>
                  </a:cubicBezTo>
                  <a:cubicBezTo>
                    <a:pt x="13" y="25"/>
                    <a:pt x="11" y="19"/>
                    <a:pt x="11" y="15"/>
                  </a:cubicBezTo>
                  <a:cubicBezTo>
                    <a:pt x="11" y="11"/>
                    <a:pt x="14" y="10"/>
                    <a:pt x="17" y="10"/>
                  </a:cubicBezTo>
                  <a:cubicBezTo>
                    <a:pt x="18" y="10"/>
                    <a:pt x="19" y="10"/>
                    <a:pt x="21" y="10"/>
                  </a:cubicBezTo>
                  <a:cubicBezTo>
                    <a:pt x="26" y="10"/>
                    <a:pt x="28" y="9"/>
                    <a:pt x="32" y="9"/>
                  </a:cubicBezTo>
                  <a:cubicBezTo>
                    <a:pt x="35" y="9"/>
                    <a:pt x="38" y="11"/>
                    <a:pt x="42" y="11"/>
                  </a:cubicBezTo>
                  <a:cubicBezTo>
                    <a:pt x="47" y="11"/>
                    <a:pt x="49" y="6"/>
                    <a:pt x="50" y="2"/>
                  </a:cubicBezTo>
                  <a:cubicBezTo>
                    <a:pt x="51" y="2"/>
                    <a:pt x="51" y="1"/>
                    <a:pt x="5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 name="Freeform 13"/>
            <p:cNvSpPr>
              <a:spLocks/>
            </p:cNvSpPr>
            <p:nvPr/>
          </p:nvSpPr>
          <p:spPr bwMode="auto">
            <a:xfrm>
              <a:off x="9302750" y="4383088"/>
              <a:ext cx="307975" cy="90488"/>
            </a:xfrm>
            <a:custGeom>
              <a:avLst/>
              <a:gdLst>
                <a:gd name="T0" fmla="*/ 14 w 82"/>
                <a:gd name="T1" fmla="*/ 0 h 24"/>
                <a:gd name="T2" fmla="*/ 9 w 82"/>
                <a:gd name="T3" fmla="*/ 2 h 24"/>
                <a:gd name="T4" fmla="*/ 7 w 82"/>
                <a:gd name="T5" fmla="*/ 1 h 24"/>
                <a:gd name="T6" fmla="*/ 0 w 82"/>
                <a:gd name="T7" fmla="*/ 7 h 24"/>
                <a:gd name="T8" fmla="*/ 9 w 82"/>
                <a:gd name="T9" fmla="*/ 13 h 24"/>
                <a:gd name="T10" fmla="*/ 13 w 82"/>
                <a:gd name="T11" fmla="*/ 14 h 24"/>
                <a:gd name="T12" fmla="*/ 15 w 82"/>
                <a:gd name="T13" fmla="*/ 14 h 24"/>
                <a:gd name="T14" fmla="*/ 17 w 82"/>
                <a:gd name="T15" fmla="*/ 14 h 24"/>
                <a:gd name="T16" fmla="*/ 20 w 82"/>
                <a:gd name="T17" fmla="*/ 14 h 24"/>
                <a:gd name="T18" fmla="*/ 36 w 82"/>
                <a:gd name="T19" fmla="*/ 16 h 24"/>
                <a:gd name="T20" fmla="*/ 43 w 82"/>
                <a:gd name="T21" fmla="*/ 20 h 24"/>
                <a:gd name="T22" fmla="*/ 73 w 82"/>
                <a:gd name="T23" fmla="*/ 24 h 24"/>
                <a:gd name="T24" fmla="*/ 73 w 82"/>
                <a:gd name="T25" fmla="*/ 21 h 24"/>
                <a:gd name="T26" fmla="*/ 79 w 82"/>
                <a:gd name="T27" fmla="*/ 23 h 24"/>
                <a:gd name="T28" fmla="*/ 82 w 82"/>
                <a:gd name="T29" fmla="*/ 20 h 24"/>
                <a:gd name="T30" fmla="*/ 78 w 82"/>
                <a:gd name="T31" fmla="*/ 18 h 24"/>
                <a:gd name="T32" fmla="*/ 77 w 82"/>
                <a:gd name="T33" fmla="*/ 17 h 24"/>
                <a:gd name="T34" fmla="*/ 75 w 82"/>
                <a:gd name="T35" fmla="*/ 18 h 24"/>
                <a:gd name="T36" fmla="*/ 73 w 82"/>
                <a:gd name="T37" fmla="*/ 18 h 24"/>
                <a:gd name="T38" fmla="*/ 71 w 82"/>
                <a:gd name="T39" fmla="*/ 17 h 24"/>
                <a:gd name="T40" fmla="*/ 69 w 82"/>
                <a:gd name="T41" fmla="*/ 15 h 24"/>
                <a:gd name="T42" fmla="*/ 57 w 82"/>
                <a:gd name="T43" fmla="*/ 11 h 24"/>
                <a:gd name="T44" fmla="*/ 57 w 82"/>
                <a:gd name="T45" fmla="*/ 11 h 24"/>
                <a:gd name="T46" fmla="*/ 67 w 82"/>
                <a:gd name="T47" fmla="*/ 9 h 24"/>
                <a:gd name="T48" fmla="*/ 65 w 82"/>
                <a:gd name="T49" fmla="*/ 9 h 24"/>
                <a:gd name="T50" fmla="*/ 56 w 82"/>
                <a:gd name="T51" fmla="*/ 10 h 24"/>
                <a:gd name="T52" fmla="*/ 44 w 82"/>
                <a:gd name="T53" fmla="*/ 5 h 24"/>
                <a:gd name="T54" fmla="*/ 35 w 82"/>
                <a:gd name="T55" fmla="*/ 9 h 24"/>
                <a:gd name="T56" fmla="*/ 14 w 82"/>
                <a:gd name="T5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2" h="24">
                  <a:moveTo>
                    <a:pt x="14" y="0"/>
                  </a:moveTo>
                  <a:cubicBezTo>
                    <a:pt x="12" y="0"/>
                    <a:pt x="11" y="2"/>
                    <a:pt x="9" y="2"/>
                  </a:cubicBezTo>
                  <a:cubicBezTo>
                    <a:pt x="8" y="2"/>
                    <a:pt x="8" y="1"/>
                    <a:pt x="7" y="1"/>
                  </a:cubicBezTo>
                  <a:cubicBezTo>
                    <a:pt x="5" y="1"/>
                    <a:pt x="0" y="6"/>
                    <a:pt x="0" y="7"/>
                  </a:cubicBezTo>
                  <a:cubicBezTo>
                    <a:pt x="4" y="7"/>
                    <a:pt x="6" y="10"/>
                    <a:pt x="9" y="13"/>
                  </a:cubicBezTo>
                  <a:cubicBezTo>
                    <a:pt x="10" y="14"/>
                    <a:pt x="11" y="14"/>
                    <a:pt x="13" y="14"/>
                  </a:cubicBezTo>
                  <a:cubicBezTo>
                    <a:pt x="13" y="14"/>
                    <a:pt x="14" y="14"/>
                    <a:pt x="15" y="14"/>
                  </a:cubicBezTo>
                  <a:cubicBezTo>
                    <a:pt x="16" y="14"/>
                    <a:pt x="17" y="14"/>
                    <a:pt x="17" y="14"/>
                  </a:cubicBezTo>
                  <a:cubicBezTo>
                    <a:pt x="18" y="14"/>
                    <a:pt x="19" y="14"/>
                    <a:pt x="20" y="14"/>
                  </a:cubicBezTo>
                  <a:cubicBezTo>
                    <a:pt x="26" y="16"/>
                    <a:pt x="31" y="16"/>
                    <a:pt x="36" y="16"/>
                  </a:cubicBezTo>
                  <a:cubicBezTo>
                    <a:pt x="39" y="16"/>
                    <a:pt x="40" y="20"/>
                    <a:pt x="43" y="20"/>
                  </a:cubicBezTo>
                  <a:cubicBezTo>
                    <a:pt x="54" y="20"/>
                    <a:pt x="64" y="20"/>
                    <a:pt x="73" y="24"/>
                  </a:cubicBezTo>
                  <a:cubicBezTo>
                    <a:pt x="73" y="23"/>
                    <a:pt x="72" y="21"/>
                    <a:pt x="73" y="21"/>
                  </a:cubicBezTo>
                  <a:cubicBezTo>
                    <a:pt x="77" y="21"/>
                    <a:pt x="76" y="23"/>
                    <a:pt x="79" y="23"/>
                  </a:cubicBezTo>
                  <a:cubicBezTo>
                    <a:pt x="80" y="23"/>
                    <a:pt x="82" y="21"/>
                    <a:pt x="82" y="20"/>
                  </a:cubicBezTo>
                  <a:cubicBezTo>
                    <a:pt x="80" y="19"/>
                    <a:pt x="80" y="19"/>
                    <a:pt x="78" y="18"/>
                  </a:cubicBezTo>
                  <a:cubicBezTo>
                    <a:pt x="77" y="18"/>
                    <a:pt x="77" y="17"/>
                    <a:pt x="77" y="17"/>
                  </a:cubicBezTo>
                  <a:cubicBezTo>
                    <a:pt x="76" y="17"/>
                    <a:pt x="75" y="18"/>
                    <a:pt x="75" y="18"/>
                  </a:cubicBezTo>
                  <a:cubicBezTo>
                    <a:pt x="74" y="18"/>
                    <a:pt x="74" y="18"/>
                    <a:pt x="73" y="18"/>
                  </a:cubicBezTo>
                  <a:cubicBezTo>
                    <a:pt x="72" y="18"/>
                    <a:pt x="72" y="18"/>
                    <a:pt x="71" y="17"/>
                  </a:cubicBezTo>
                  <a:cubicBezTo>
                    <a:pt x="70" y="17"/>
                    <a:pt x="70" y="15"/>
                    <a:pt x="69" y="15"/>
                  </a:cubicBezTo>
                  <a:cubicBezTo>
                    <a:pt x="64" y="15"/>
                    <a:pt x="60" y="14"/>
                    <a:pt x="57" y="11"/>
                  </a:cubicBezTo>
                  <a:cubicBezTo>
                    <a:pt x="57" y="11"/>
                    <a:pt x="57" y="11"/>
                    <a:pt x="57" y="11"/>
                  </a:cubicBezTo>
                  <a:cubicBezTo>
                    <a:pt x="60" y="11"/>
                    <a:pt x="67" y="10"/>
                    <a:pt x="67" y="9"/>
                  </a:cubicBezTo>
                  <a:cubicBezTo>
                    <a:pt x="65" y="9"/>
                    <a:pt x="65" y="9"/>
                    <a:pt x="65" y="9"/>
                  </a:cubicBezTo>
                  <a:cubicBezTo>
                    <a:pt x="56" y="10"/>
                    <a:pt x="56" y="10"/>
                    <a:pt x="56" y="10"/>
                  </a:cubicBezTo>
                  <a:cubicBezTo>
                    <a:pt x="51" y="10"/>
                    <a:pt x="49" y="5"/>
                    <a:pt x="44" y="5"/>
                  </a:cubicBezTo>
                  <a:cubicBezTo>
                    <a:pt x="40" y="5"/>
                    <a:pt x="39" y="9"/>
                    <a:pt x="35" y="9"/>
                  </a:cubicBezTo>
                  <a:cubicBezTo>
                    <a:pt x="26" y="9"/>
                    <a:pt x="22"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 name="Freeform 14"/>
            <p:cNvSpPr>
              <a:spLocks/>
            </p:cNvSpPr>
            <p:nvPr/>
          </p:nvSpPr>
          <p:spPr bwMode="auto">
            <a:xfrm>
              <a:off x="9737725" y="4454525"/>
              <a:ext cx="95250" cy="22225"/>
            </a:xfrm>
            <a:custGeom>
              <a:avLst/>
              <a:gdLst>
                <a:gd name="T0" fmla="*/ 25 w 25"/>
                <a:gd name="T1" fmla="*/ 0 h 6"/>
                <a:gd name="T2" fmla="*/ 17 w 25"/>
                <a:gd name="T3" fmla="*/ 3 h 6"/>
                <a:gd name="T4" fmla="*/ 6 w 25"/>
                <a:gd name="T5" fmla="*/ 1 h 6"/>
                <a:gd name="T6" fmla="*/ 4 w 25"/>
                <a:gd name="T7" fmla="*/ 1 h 6"/>
                <a:gd name="T8" fmla="*/ 0 w 25"/>
                <a:gd name="T9" fmla="*/ 3 h 6"/>
                <a:gd name="T10" fmla="*/ 6 w 25"/>
                <a:gd name="T11" fmla="*/ 6 h 6"/>
                <a:gd name="T12" fmla="*/ 7 w 25"/>
                <a:gd name="T13" fmla="*/ 6 h 6"/>
                <a:gd name="T14" fmla="*/ 17 w 25"/>
                <a:gd name="T15" fmla="*/ 6 h 6"/>
                <a:gd name="T16" fmla="*/ 25 w 25"/>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6">
                  <a:moveTo>
                    <a:pt x="25" y="0"/>
                  </a:moveTo>
                  <a:cubicBezTo>
                    <a:pt x="23" y="1"/>
                    <a:pt x="21" y="3"/>
                    <a:pt x="17" y="3"/>
                  </a:cubicBezTo>
                  <a:cubicBezTo>
                    <a:pt x="13" y="3"/>
                    <a:pt x="11" y="1"/>
                    <a:pt x="6" y="1"/>
                  </a:cubicBezTo>
                  <a:cubicBezTo>
                    <a:pt x="5" y="1"/>
                    <a:pt x="5" y="1"/>
                    <a:pt x="4" y="1"/>
                  </a:cubicBezTo>
                  <a:cubicBezTo>
                    <a:pt x="3" y="1"/>
                    <a:pt x="0" y="1"/>
                    <a:pt x="0" y="3"/>
                  </a:cubicBezTo>
                  <a:cubicBezTo>
                    <a:pt x="0" y="6"/>
                    <a:pt x="4" y="6"/>
                    <a:pt x="6" y="6"/>
                  </a:cubicBezTo>
                  <a:cubicBezTo>
                    <a:pt x="6" y="6"/>
                    <a:pt x="6" y="6"/>
                    <a:pt x="7" y="6"/>
                  </a:cubicBezTo>
                  <a:cubicBezTo>
                    <a:pt x="9" y="6"/>
                    <a:pt x="13" y="6"/>
                    <a:pt x="17" y="6"/>
                  </a:cubicBezTo>
                  <a:cubicBezTo>
                    <a:pt x="21" y="5"/>
                    <a:pt x="23" y="4"/>
                    <a:pt x="2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 name="Freeform 15"/>
            <p:cNvSpPr>
              <a:spLocks/>
            </p:cNvSpPr>
            <p:nvPr/>
          </p:nvSpPr>
          <p:spPr bwMode="auto">
            <a:xfrm>
              <a:off x="9648825" y="4457700"/>
              <a:ext cx="63500" cy="23813"/>
            </a:xfrm>
            <a:custGeom>
              <a:avLst/>
              <a:gdLst>
                <a:gd name="T0" fmla="*/ 17 w 17"/>
                <a:gd name="T1" fmla="*/ 0 h 6"/>
                <a:gd name="T2" fmla="*/ 10 w 17"/>
                <a:gd name="T3" fmla="*/ 0 h 6"/>
                <a:gd name="T4" fmla="*/ 10 w 17"/>
                <a:gd name="T5" fmla="*/ 3 h 6"/>
                <a:gd name="T6" fmla="*/ 5 w 17"/>
                <a:gd name="T7" fmla="*/ 2 h 6"/>
                <a:gd name="T8" fmla="*/ 3 w 17"/>
                <a:gd name="T9" fmla="*/ 2 h 6"/>
                <a:gd name="T10" fmla="*/ 0 w 17"/>
                <a:gd name="T11" fmla="*/ 4 h 6"/>
                <a:gd name="T12" fmla="*/ 5 w 17"/>
                <a:gd name="T13" fmla="*/ 6 h 6"/>
                <a:gd name="T14" fmla="*/ 12 w 17"/>
                <a:gd name="T15" fmla="*/ 4 h 6"/>
                <a:gd name="T16" fmla="*/ 15 w 17"/>
                <a:gd name="T17" fmla="*/ 5 h 6"/>
                <a:gd name="T18" fmla="*/ 17 w 17"/>
                <a:gd name="T19" fmla="*/ 5 h 6"/>
                <a:gd name="T20" fmla="*/ 17 w 17"/>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6">
                  <a:moveTo>
                    <a:pt x="17" y="0"/>
                  </a:moveTo>
                  <a:cubicBezTo>
                    <a:pt x="10" y="0"/>
                    <a:pt x="10" y="0"/>
                    <a:pt x="10" y="0"/>
                  </a:cubicBezTo>
                  <a:cubicBezTo>
                    <a:pt x="10" y="1"/>
                    <a:pt x="10" y="2"/>
                    <a:pt x="10" y="3"/>
                  </a:cubicBezTo>
                  <a:cubicBezTo>
                    <a:pt x="9" y="2"/>
                    <a:pt x="7" y="2"/>
                    <a:pt x="5" y="2"/>
                  </a:cubicBezTo>
                  <a:cubicBezTo>
                    <a:pt x="4" y="2"/>
                    <a:pt x="4" y="2"/>
                    <a:pt x="3" y="2"/>
                  </a:cubicBezTo>
                  <a:cubicBezTo>
                    <a:pt x="1" y="2"/>
                    <a:pt x="0" y="2"/>
                    <a:pt x="0" y="4"/>
                  </a:cubicBezTo>
                  <a:cubicBezTo>
                    <a:pt x="0" y="6"/>
                    <a:pt x="3" y="6"/>
                    <a:pt x="5" y="6"/>
                  </a:cubicBezTo>
                  <a:cubicBezTo>
                    <a:pt x="8" y="6"/>
                    <a:pt x="9" y="5"/>
                    <a:pt x="12" y="4"/>
                  </a:cubicBezTo>
                  <a:cubicBezTo>
                    <a:pt x="15" y="5"/>
                    <a:pt x="15" y="5"/>
                    <a:pt x="15" y="5"/>
                  </a:cubicBezTo>
                  <a:cubicBezTo>
                    <a:pt x="17" y="5"/>
                    <a:pt x="17" y="5"/>
                    <a:pt x="17" y="5"/>
                  </a:cubicBezTo>
                  <a:cubicBezTo>
                    <a:pt x="16" y="4"/>
                    <a:pt x="17" y="3"/>
                    <a:pt x="1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 name="Freeform 16"/>
            <p:cNvSpPr>
              <a:spLocks/>
            </p:cNvSpPr>
            <p:nvPr/>
          </p:nvSpPr>
          <p:spPr bwMode="auto">
            <a:xfrm>
              <a:off x="9715500" y="4487863"/>
              <a:ext cx="49213" cy="34925"/>
            </a:xfrm>
            <a:custGeom>
              <a:avLst/>
              <a:gdLst>
                <a:gd name="T0" fmla="*/ 3 w 13"/>
                <a:gd name="T1" fmla="*/ 0 h 9"/>
                <a:gd name="T2" fmla="*/ 0 w 13"/>
                <a:gd name="T3" fmla="*/ 2 h 9"/>
                <a:gd name="T4" fmla="*/ 8 w 13"/>
                <a:gd name="T5" fmla="*/ 5 h 9"/>
                <a:gd name="T6" fmla="*/ 9 w 13"/>
                <a:gd name="T7" fmla="*/ 9 h 9"/>
                <a:gd name="T8" fmla="*/ 10 w 13"/>
                <a:gd name="T9" fmla="*/ 9 h 9"/>
                <a:gd name="T10" fmla="*/ 13 w 13"/>
                <a:gd name="T11" fmla="*/ 7 h 9"/>
                <a:gd name="T12" fmla="*/ 8 w 13"/>
                <a:gd name="T13" fmla="*/ 0 h 9"/>
                <a:gd name="T14" fmla="*/ 6 w 13"/>
                <a:gd name="T15" fmla="*/ 0 h 9"/>
                <a:gd name="T16" fmla="*/ 3 w 13"/>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9">
                  <a:moveTo>
                    <a:pt x="3" y="0"/>
                  </a:moveTo>
                  <a:cubicBezTo>
                    <a:pt x="2" y="0"/>
                    <a:pt x="0" y="1"/>
                    <a:pt x="0" y="2"/>
                  </a:cubicBezTo>
                  <a:cubicBezTo>
                    <a:pt x="0" y="5"/>
                    <a:pt x="5" y="5"/>
                    <a:pt x="8" y="5"/>
                  </a:cubicBezTo>
                  <a:cubicBezTo>
                    <a:pt x="8" y="6"/>
                    <a:pt x="8" y="9"/>
                    <a:pt x="9" y="9"/>
                  </a:cubicBezTo>
                  <a:cubicBezTo>
                    <a:pt x="10" y="9"/>
                    <a:pt x="10" y="9"/>
                    <a:pt x="10" y="9"/>
                  </a:cubicBezTo>
                  <a:cubicBezTo>
                    <a:pt x="11" y="9"/>
                    <a:pt x="13" y="8"/>
                    <a:pt x="13" y="7"/>
                  </a:cubicBezTo>
                  <a:cubicBezTo>
                    <a:pt x="13" y="4"/>
                    <a:pt x="8" y="4"/>
                    <a:pt x="8" y="0"/>
                  </a:cubicBezTo>
                  <a:cubicBezTo>
                    <a:pt x="8" y="0"/>
                    <a:pt x="6" y="0"/>
                    <a:pt x="6" y="0"/>
                  </a:cubicBezTo>
                  <a:cubicBezTo>
                    <a:pt x="5" y="0"/>
                    <a:pt x="4"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 name="Freeform 17"/>
            <p:cNvSpPr>
              <a:spLocks/>
            </p:cNvSpPr>
            <p:nvPr/>
          </p:nvSpPr>
          <p:spPr bwMode="auto">
            <a:xfrm>
              <a:off x="9621838" y="4457700"/>
              <a:ext cx="19050" cy="19050"/>
            </a:xfrm>
            <a:custGeom>
              <a:avLst/>
              <a:gdLst>
                <a:gd name="T0" fmla="*/ 3 w 5"/>
                <a:gd name="T1" fmla="*/ 0 h 5"/>
                <a:gd name="T2" fmla="*/ 0 w 5"/>
                <a:gd name="T3" fmla="*/ 0 h 5"/>
                <a:gd name="T4" fmla="*/ 0 w 5"/>
                <a:gd name="T5" fmla="*/ 3 h 5"/>
                <a:gd name="T6" fmla="*/ 2 w 5"/>
                <a:gd name="T7" fmla="*/ 5 h 5"/>
                <a:gd name="T8" fmla="*/ 5 w 5"/>
                <a:gd name="T9" fmla="*/ 2 h 5"/>
                <a:gd name="T10" fmla="*/ 3 w 5"/>
                <a:gd name="T11" fmla="*/ 0 h 5"/>
              </a:gdLst>
              <a:ahLst/>
              <a:cxnLst>
                <a:cxn ang="0">
                  <a:pos x="T0" y="T1"/>
                </a:cxn>
                <a:cxn ang="0">
                  <a:pos x="T2" y="T3"/>
                </a:cxn>
                <a:cxn ang="0">
                  <a:pos x="T4" y="T5"/>
                </a:cxn>
                <a:cxn ang="0">
                  <a:pos x="T6" y="T7"/>
                </a:cxn>
                <a:cxn ang="0">
                  <a:pos x="T8" y="T9"/>
                </a:cxn>
                <a:cxn ang="0">
                  <a:pos x="T10" y="T11"/>
                </a:cxn>
              </a:cxnLst>
              <a:rect l="0" t="0" r="r" b="b"/>
              <a:pathLst>
                <a:path w="5" h="5">
                  <a:moveTo>
                    <a:pt x="3" y="0"/>
                  </a:moveTo>
                  <a:cubicBezTo>
                    <a:pt x="2" y="0"/>
                    <a:pt x="1" y="0"/>
                    <a:pt x="0" y="0"/>
                  </a:cubicBezTo>
                  <a:cubicBezTo>
                    <a:pt x="0" y="1"/>
                    <a:pt x="0" y="2"/>
                    <a:pt x="0" y="3"/>
                  </a:cubicBezTo>
                  <a:cubicBezTo>
                    <a:pt x="0" y="4"/>
                    <a:pt x="2" y="5"/>
                    <a:pt x="2" y="5"/>
                  </a:cubicBezTo>
                  <a:cubicBezTo>
                    <a:pt x="4" y="5"/>
                    <a:pt x="5" y="4"/>
                    <a:pt x="5" y="2"/>
                  </a:cubicBezTo>
                  <a:cubicBezTo>
                    <a:pt x="4" y="2"/>
                    <a:pt x="4"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 name="Freeform 18"/>
            <p:cNvSpPr>
              <a:spLocks/>
            </p:cNvSpPr>
            <p:nvPr/>
          </p:nvSpPr>
          <p:spPr bwMode="auto">
            <a:xfrm>
              <a:off x="9850438" y="4465638"/>
              <a:ext cx="109538" cy="60325"/>
            </a:xfrm>
            <a:custGeom>
              <a:avLst/>
              <a:gdLst>
                <a:gd name="T0" fmla="*/ 24 w 29"/>
                <a:gd name="T1" fmla="*/ 0 h 16"/>
                <a:gd name="T2" fmla="*/ 11 w 29"/>
                <a:gd name="T3" fmla="*/ 3 h 16"/>
                <a:gd name="T4" fmla="*/ 9 w 29"/>
                <a:gd name="T5" fmla="*/ 5 h 16"/>
                <a:gd name="T6" fmla="*/ 0 w 29"/>
                <a:gd name="T7" fmla="*/ 13 h 16"/>
                <a:gd name="T8" fmla="*/ 2 w 29"/>
                <a:gd name="T9" fmla="*/ 16 h 16"/>
                <a:gd name="T10" fmla="*/ 11 w 29"/>
                <a:gd name="T11" fmla="*/ 11 h 16"/>
                <a:gd name="T12" fmla="*/ 12 w 29"/>
                <a:gd name="T13" fmla="*/ 7 h 16"/>
                <a:gd name="T14" fmla="*/ 29 w 29"/>
                <a:gd name="T15" fmla="*/ 0 h 16"/>
                <a:gd name="T16" fmla="*/ 24 w 29"/>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16">
                  <a:moveTo>
                    <a:pt x="24" y="0"/>
                  </a:moveTo>
                  <a:cubicBezTo>
                    <a:pt x="19" y="0"/>
                    <a:pt x="13" y="1"/>
                    <a:pt x="11" y="3"/>
                  </a:cubicBezTo>
                  <a:cubicBezTo>
                    <a:pt x="10" y="3"/>
                    <a:pt x="10" y="5"/>
                    <a:pt x="9" y="5"/>
                  </a:cubicBezTo>
                  <a:cubicBezTo>
                    <a:pt x="5" y="7"/>
                    <a:pt x="0" y="7"/>
                    <a:pt x="0" y="13"/>
                  </a:cubicBezTo>
                  <a:cubicBezTo>
                    <a:pt x="0" y="14"/>
                    <a:pt x="1" y="16"/>
                    <a:pt x="2" y="16"/>
                  </a:cubicBezTo>
                  <a:cubicBezTo>
                    <a:pt x="5" y="16"/>
                    <a:pt x="10" y="12"/>
                    <a:pt x="11" y="11"/>
                  </a:cubicBezTo>
                  <a:cubicBezTo>
                    <a:pt x="12" y="10"/>
                    <a:pt x="11" y="7"/>
                    <a:pt x="12" y="7"/>
                  </a:cubicBezTo>
                  <a:cubicBezTo>
                    <a:pt x="17" y="7"/>
                    <a:pt x="26" y="5"/>
                    <a:pt x="29" y="0"/>
                  </a:cubicBezTo>
                  <a:cubicBezTo>
                    <a:pt x="28" y="0"/>
                    <a:pt x="26" y="0"/>
                    <a:pt x="2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 name="Freeform 19"/>
            <p:cNvSpPr>
              <a:spLocks/>
            </p:cNvSpPr>
            <p:nvPr/>
          </p:nvSpPr>
          <p:spPr bwMode="auto">
            <a:xfrm>
              <a:off x="10169525" y="4371975"/>
              <a:ext cx="19050" cy="44450"/>
            </a:xfrm>
            <a:custGeom>
              <a:avLst/>
              <a:gdLst>
                <a:gd name="T0" fmla="*/ 4 w 5"/>
                <a:gd name="T1" fmla="*/ 0 h 12"/>
                <a:gd name="T2" fmla="*/ 3 w 5"/>
                <a:gd name="T3" fmla="*/ 5 h 12"/>
                <a:gd name="T4" fmla="*/ 0 w 5"/>
                <a:gd name="T5" fmla="*/ 10 h 12"/>
                <a:gd name="T6" fmla="*/ 2 w 5"/>
                <a:gd name="T7" fmla="*/ 12 h 12"/>
                <a:gd name="T8" fmla="*/ 3 w 5"/>
                <a:gd name="T9" fmla="*/ 6 h 12"/>
                <a:gd name="T10" fmla="*/ 5 w 5"/>
                <a:gd name="T11" fmla="*/ 4 h 12"/>
                <a:gd name="T12" fmla="*/ 4 w 5"/>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5" h="12">
                  <a:moveTo>
                    <a:pt x="4" y="0"/>
                  </a:moveTo>
                  <a:cubicBezTo>
                    <a:pt x="2" y="1"/>
                    <a:pt x="3" y="3"/>
                    <a:pt x="3" y="5"/>
                  </a:cubicBezTo>
                  <a:cubicBezTo>
                    <a:pt x="3" y="7"/>
                    <a:pt x="0" y="7"/>
                    <a:pt x="0" y="10"/>
                  </a:cubicBezTo>
                  <a:cubicBezTo>
                    <a:pt x="0" y="11"/>
                    <a:pt x="1" y="12"/>
                    <a:pt x="2" y="12"/>
                  </a:cubicBezTo>
                  <a:cubicBezTo>
                    <a:pt x="4" y="12"/>
                    <a:pt x="3" y="9"/>
                    <a:pt x="3" y="6"/>
                  </a:cubicBezTo>
                  <a:cubicBezTo>
                    <a:pt x="5" y="6"/>
                    <a:pt x="5" y="5"/>
                    <a:pt x="5" y="4"/>
                  </a:cubicBezTo>
                  <a:cubicBezTo>
                    <a:pt x="5" y="2"/>
                    <a:pt x="5"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 name="Freeform 20"/>
            <p:cNvSpPr>
              <a:spLocks/>
            </p:cNvSpPr>
            <p:nvPr/>
          </p:nvSpPr>
          <p:spPr bwMode="auto">
            <a:xfrm>
              <a:off x="9926638" y="4297363"/>
              <a:ext cx="30163" cy="25400"/>
            </a:xfrm>
            <a:custGeom>
              <a:avLst/>
              <a:gdLst>
                <a:gd name="T0" fmla="*/ 3 w 8"/>
                <a:gd name="T1" fmla="*/ 0 h 7"/>
                <a:gd name="T2" fmla="*/ 0 w 8"/>
                <a:gd name="T3" fmla="*/ 2 h 7"/>
                <a:gd name="T4" fmla="*/ 5 w 8"/>
                <a:gd name="T5" fmla="*/ 7 h 7"/>
                <a:gd name="T6" fmla="*/ 8 w 8"/>
                <a:gd name="T7" fmla="*/ 4 h 7"/>
                <a:gd name="T8" fmla="*/ 3 w 8"/>
                <a:gd name="T9" fmla="*/ 0 h 7"/>
              </a:gdLst>
              <a:ahLst/>
              <a:cxnLst>
                <a:cxn ang="0">
                  <a:pos x="T0" y="T1"/>
                </a:cxn>
                <a:cxn ang="0">
                  <a:pos x="T2" y="T3"/>
                </a:cxn>
                <a:cxn ang="0">
                  <a:pos x="T4" y="T5"/>
                </a:cxn>
                <a:cxn ang="0">
                  <a:pos x="T6" y="T7"/>
                </a:cxn>
                <a:cxn ang="0">
                  <a:pos x="T8" y="T9"/>
                </a:cxn>
              </a:cxnLst>
              <a:rect l="0" t="0" r="r" b="b"/>
              <a:pathLst>
                <a:path w="8" h="7">
                  <a:moveTo>
                    <a:pt x="3" y="0"/>
                  </a:moveTo>
                  <a:cubicBezTo>
                    <a:pt x="1" y="0"/>
                    <a:pt x="0" y="1"/>
                    <a:pt x="0" y="2"/>
                  </a:cubicBezTo>
                  <a:cubicBezTo>
                    <a:pt x="0" y="4"/>
                    <a:pt x="4" y="7"/>
                    <a:pt x="5" y="7"/>
                  </a:cubicBezTo>
                  <a:cubicBezTo>
                    <a:pt x="6" y="7"/>
                    <a:pt x="8" y="4"/>
                    <a:pt x="8" y="4"/>
                  </a:cubicBezTo>
                  <a:cubicBezTo>
                    <a:pt x="8" y="2"/>
                    <a:pt x="5"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 name="Freeform 21"/>
            <p:cNvSpPr>
              <a:spLocks/>
            </p:cNvSpPr>
            <p:nvPr/>
          </p:nvSpPr>
          <p:spPr bwMode="auto">
            <a:xfrm>
              <a:off x="9982200" y="4292600"/>
              <a:ext cx="87313" cy="26988"/>
            </a:xfrm>
            <a:custGeom>
              <a:avLst/>
              <a:gdLst>
                <a:gd name="T0" fmla="*/ 15 w 23"/>
                <a:gd name="T1" fmla="*/ 0 h 7"/>
                <a:gd name="T2" fmla="*/ 2 w 23"/>
                <a:gd name="T3" fmla="*/ 0 h 7"/>
                <a:gd name="T4" fmla="*/ 0 w 23"/>
                <a:gd name="T5" fmla="*/ 3 h 7"/>
                <a:gd name="T6" fmla="*/ 5 w 23"/>
                <a:gd name="T7" fmla="*/ 4 h 7"/>
                <a:gd name="T8" fmla="*/ 12 w 23"/>
                <a:gd name="T9" fmla="*/ 4 h 7"/>
                <a:gd name="T10" fmla="*/ 22 w 23"/>
                <a:gd name="T11" fmla="*/ 7 h 7"/>
                <a:gd name="T12" fmla="*/ 23 w 23"/>
                <a:gd name="T13" fmla="*/ 6 h 7"/>
                <a:gd name="T14" fmla="*/ 20 w 23"/>
                <a:gd name="T15" fmla="*/ 1 h 7"/>
                <a:gd name="T16" fmla="*/ 19 w 23"/>
                <a:gd name="T17" fmla="*/ 2 h 7"/>
                <a:gd name="T18" fmla="*/ 17 w 23"/>
                <a:gd name="T19" fmla="*/ 2 h 7"/>
                <a:gd name="T20" fmla="*/ 15 w 23"/>
                <a:gd name="T2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7">
                  <a:moveTo>
                    <a:pt x="15" y="0"/>
                  </a:moveTo>
                  <a:cubicBezTo>
                    <a:pt x="2" y="0"/>
                    <a:pt x="2" y="0"/>
                    <a:pt x="2" y="0"/>
                  </a:cubicBezTo>
                  <a:cubicBezTo>
                    <a:pt x="1" y="1"/>
                    <a:pt x="0" y="2"/>
                    <a:pt x="0" y="3"/>
                  </a:cubicBezTo>
                  <a:cubicBezTo>
                    <a:pt x="0" y="3"/>
                    <a:pt x="4" y="4"/>
                    <a:pt x="5" y="4"/>
                  </a:cubicBezTo>
                  <a:cubicBezTo>
                    <a:pt x="7" y="4"/>
                    <a:pt x="9" y="4"/>
                    <a:pt x="12" y="4"/>
                  </a:cubicBezTo>
                  <a:cubicBezTo>
                    <a:pt x="16" y="4"/>
                    <a:pt x="18" y="7"/>
                    <a:pt x="22" y="7"/>
                  </a:cubicBezTo>
                  <a:cubicBezTo>
                    <a:pt x="22" y="7"/>
                    <a:pt x="23" y="7"/>
                    <a:pt x="23" y="6"/>
                  </a:cubicBezTo>
                  <a:cubicBezTo>
                    <a:pt x="23" y="4"/>
                    <a:pt x="20" y="4"/>
                    <a:pt x="20" y="1"/>
                  </a:cubicBezTo>
                  <a:cubicBezTo>
                    <a:pt x="19" y="2"/>
                    <a:pt x="19" y="2"/>
                    <a:pt x="19" y="2"/>
                  </a:cubicBezTo>
                  <a:cubicBezTo>
                    <a:pt x="18" y="2"/>
                    <a:pt x="17" y="2"/>
                    <a:pt x="17" y="2"/>
                  </a:cubicBezTo>
                  <a:cubicBezTo>
                    <a:pt x="16" y="2"/>
                    <a:pt x="15" y="1"/>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 name="Freeform 22"/>
            <p:cNvSpPr>
              <a:spLocks/>
            </p:cNvSpPr>
            <p:nvPr/>
          </p:nvSpPr>
          <p:spPr bwMode="auto">
            <a:xfrm>
              <a:off x="9967913" y="4135438"/>
              <a:ext cx="36513" cy="82550"/>
            </a:xfrm>
            <a:custGeom>
              <a:avLst/>
              <a:gdLst>
                <a:gd name="T0" fmla="*/ 3 w 10"/>
                <a:gd name="T1" fmla="*/ 0 h 22"/>
                <a:gd name="T2" fmla="*/ 0 w 10"/>
                <a:gd name="T3" fmla="*/ 5 h 22"/>
                <a:gd name="T4" fmla="*/ 3 w 10"/>
                <a:gd name="T5" fmla="*/ 13 h 22"/>
                <a:gd name="T6" fmla="*/ 3 w 10"/>
                <a:gd name="T7" fmla="*/ 17 h 22"/>
                <a:gd name="T8" fmla="*/ 6 w 10"/>
                <a:gd name="T9" fmla="*/ 22 h 22"/>
                <a:gd name="T10" fmla="*/ 3 w 10"/>
                <a:gd name="T11" fmla="*/ 18 h 22"/>
                <a:gd name="T12" fmla="*/ 3 w 10"/>
                <a:gd name="T13" fmla="*/ 16 h 22"/>
                <a:gd name="T14" fmla="*/ 10 w 10"/>
                <a:gd name="T15" fmla="*/ 15 h 22"/>
                <a:gd name="T16" fmla="*/ 7 w 10"/>
                <a:gd name="T17" fmla="*/ 11 h 22"/>
                <a:gd name="T18" fmla="*/ 10 w 10"/>
                <a:gd name="T19" fmla="*/ 7 h 22"/>
                <a:gd name="T20" fmla="*/ 3 w 10"/>
                <a:gd name="T2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22">
                  <a:moveTo>
                    <a:pt x="3" y="0"/>
                  </a:moveTo>
                  <a:cubicBezTo>
                    <a:pt x="1" y="1"/>
                    <a:pt x="0" y="3"/>
                    <a:pt x="0" y="5"/>
                  </a:cubicBezTo>
                  <a:cubicBezTo>
                    <a:pt x="0" y="9"/>
                    <a:pt x="3" y="10"/>
                    <a:pt x="3" y="13"/>
                  </a:cubicBezTo>
                  <a:cubicBezTo>
                    <a:pt x="3" y="16"/>
                    <a:pt x="3" y="15"/>
                    <a:pt x="3" y="17"/>
                  </a:cubicBezTo>
                  <a:cubicBezTo>
                    <a:pt x="3" y="19"/>
                    <a:pt x="3" y="22"/>
                    <a:pt x="6" y="22"/>
                  </a:cubicBezTo>
                  <a:cubicBezTo>
                    <a:pt x="5" y="21"/>
                    <a:pt x="4" y="19"/>
                    <a:pt x="3" y="18"/>
                  </a:cubicBezTo>
                  <a:cubicBezTo>
                    <a:pt x="3" y="16"/>
                    <a:pt x="3" y="16"/>
                    <a:pt x="3" y="16"/>
                  </a:cubicBezTo>
                  <a:cubicBezTo>
                    <a:pt x="5" y="16"/>
                    <a:pt x="9" y="15"/>
                    <a:pt x="10" y="15"/>
                  </a:cubicBezTo>
                  <a:cubicBezTo>
                    <a:pt x="9" y="13"/>
                    <a:pt x="7" y="12"/>
                    <a:pt x="7" y="11"/>
                  </a:cubicBezTo>
                  <a:cubicBezTo>
                    <a:pt x="7" y="9"/>
                    <a:pt x="10" y="9"/>
                    <a:pt x="10" y="7"/>
                  </a:cubicBezTo>
                  <a:cubicBezTo>
                    <a:pt x="5" y="6"/>
                    <a:pt x="3" y="4"/>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 name="Freeform 23"/>
            <p:cNvSpPr>
              <a:spLocks noEditPoints="1"/>
            </p:cNvSpPr>
            <p:nvPr/>
          </p:nvSpPr>
          <p:spPr bwMode="auto">
            <a:xfrm>
              <a:off x="10612438" y="4330700"/>
              <a:ext cx="120650" cy="71438"/>
            </a:xfrm>
            <a:custGeom>
              <a:avLst/>
              <a:gdLst>
                <a:gd name="T0" fmla="*/ 8 w 32"/>
                <a:gd name="T1" fmla="*/ 17 h 19"/>
                <a:gd name="T2" fmla="*/ 8 w 32"/>
                <a:gd name="T3" fmla="*/ 17 h 19"/>
                <a:gd name="T4" fmla="*/ 8 w 32"/>
                <a:gd name="T5" fmla="*/ 17 h 19"/>
                <a:gd name="T6" fmla="*/ 8 w 32"/>
                <a:gd name="T7" fmla="*/ 17 h 19"/>
                <a:gd name="T8" fmla="*/ 29 w 32"/>
                <a:gd name="T9" fmla="*/ 0 h 19"/>
                <a:gd name="T10" fmla="*/ 23 w 32"/>
                <a:gd name="T11" fmla="*/ 8 h 19"/>
                <a:gd name="T12" fmla="*/ 12 w 32"/>
                <a:gd name="T13" fmla="*/ 11 h 19"/>
                <a:gd name="T14" fmla="*/ 9 w 32"/>
                <a:gd name="T15" fmla="*/ 12 h 19"/>
                <a:gd name="T16" fmla="*/ 9 w 32"/>
                <a:gd name="T17" fmla="*/ 11 h 19"/>
                <a:gd name="T18" fmla="*/ 0 w 32"/>
                <a:gd name="T19" fmla="*/ 11 h 19"/>
                <a:gd name="T20" fmla="*/ 7 w 32"/>
                <a:gd name="T21" fmla="*/ 16 h 19"/>
                <a:gd name="T22" fmla="*/ 8 w 32"/>
                <a:gd name="T23" fmla="*/ 17 h 19"/>
                <a:gd name="T24" fmla="*/ 8 w 32"/>
                <a:gd name="T25" fmla="*/ 16 h 19"/>
                <a:gd name="T26" fmla="*/ 8 w 32"/>
                <a:gd name="T27" fmla="*/ 17 h 19"/>
                <a:gd name="T28" fmla="*/ 12 w 32"/>
                <a:gd name="T29" fmla="*/ 19 h 19"/>
                <a:gd name="T30" fmla="*/ 26 w 32"/>
                <a:gd name="T31" fmla="*/ 14 h 19"/>
                <a:gd name="T32" fmla="*/ 32 w 32"/>
                <a:gd name="T33" fmla="*/ 4 h 19"/>
                <a:gd name="T34" fmla="*/ 29 w 32"/>
                <a:gd name="T3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 h="19">
                  <a:moveTo>
                    <a:pt x="8" y="17"/>
                  </a:moveTo>
                  <a:cubicBezTo>
                    <a:pt x="8" y="17"/>
                    <a:pt x="8" y="17"/>
                    <a:pt x="8" y="17"/>
                  </a:cubicBezTo>
                  <a:cubicBezTo>
                    <a:pt x="8" y="17"/>
                    <a:pt x="8" y="17"/>
                    <a:pt x="8" y="17"/>
                  </a:cubicBezTo>
                  <a:cubicBezTo>
                    <a:pt x="8" y="17"/>
                    <a:pt x="8" y="17"/>
                    <a:pt x="8" y="17"/>
                  </a:cubicBezTo>
                  <a:moveTo>
                    <a:pt x="29" y="0"/>
                  </a:moveTo>
                  <a:cubicBezTo>
                    <a:pt x="25" y="0"/>
                    <a:pt x="27" y="6"/>
                    <a:pt x="23" y="8"/>
                  </a:cubicBezTo>
                  <a:cubicBezTo>
                    <a:pt x="20" y="9"/>
                    <a:pt x="16" y="9"/>
                    <a:pt x="12" y="11"/>
                  </a:cubicBezTo>
                  <a:cubicBezTo>
                    <a:pt x="12" y="11"/>
                    <a:pt x="10" y="12"/>
                    <a:pt x="9" y="12"/>
                  </a:cubicBezTo>
                  <a:cubicBezTo>
                    <a:pt x="9" y="12"/>
                    <a:pt x="9" y="11"/>
                    <a:pt x="9" y="11"/>
                  </a:cubicBezTo>
                  <a:cubicBezTo>
                    <a:pt x="0" y="11"/>
                    <a:pt x="0" y="11"/>
                    <a:pt x="0" y="11"/>
                  </a:cubicBezTo>
                  <a:cubicBezTo>
                    <a:pt x="1" y="15"/>
                    <a:pt x="5" y="14"/>
                    <a:pt x="7" y="16"/>
                  </a:cubicBezTo>
                  <a:cubicBezTo>
                    <a:pt x="7" y="16"/>
                    <a:pt x="8" y="16"/>
                    <a:pt x="8" y="17"/>
                  </a:cubicBezTo>
                  <a:cubicBezTo>
                    <a:pt x="8" y="16"/>
                    <a:pt x="8" y="16"/>
                    <a:pt x="8" y="16"/>
                  </a:cubicBezTo>
                  <a:cubicBezTo>
                    <a:pt x="8" y="17"/>
                    <a:pt x="8" y="17"/>
                    <a:pt x="8" y="17"/>
                  </a:cubicBezTo>
                  <a:cubicBezTo>
                    <a:pt x="9" y="18"/>
                    <a:pt x="11" y="19"/>
                    <a:pt x="12" y="19"/>
                  </a:cubicBezTo>
                  <a:cubicBezTo>
                    <a:pt x="18" y="19"/>
                    <a:pt x="21" y="15"/>
                    <a:pt x="26" y="14"/>
                  </a:cubicBezTo>
                  <a:cubicBezTo>
                    <a:pt x="26" y="9"/>
                    <a:pt x="32" y="10"/>
                    <a:pt x="32" y="4"/>
                  </a:cubicBezTo>
                  <a:cubicBezTo>
                    <a:pt x="32" y="3"/>
                    <a:pt x="31" y="0"/>
                    <a:pt x="2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 name="Freeform 24"/>
            <p:cNvSpPr>
              <a:spLocks/>
            </p:cNvSpPr>
            <p:nvPr/>
          </p:nvSpPr>
          <p:spPr bwMode="auto">
            <a:xfrm>
              <a:off x="10069513" y="4214813"/>
              <a:ext cx="619125" cy="319088"/>
            </a:xfrm>
            <a:custGeom>
              <a:avLst/>
              <a:gdLst>
                <a:gd name="T0" fmla="*/ 4 w 165"/>
                <a:gd name="T1" fmla="*/ 4 h 85"/>
                <a:gd name="T2" fmla="*/ 9 w 165"/>
                <a:gd name="T3" fmla="*/ 13 h 85"/>
                <a:gd name="T4" fmla="*/ 15 w 165"/>
                <a:gd name="T5" fmla="*/ 17 h 85"/>
                <a:gd name="T6" fmla="*/ 25 w 165"/>
                <a:gd name="T7" fmla="*/ 15 h 85"/>
                <a:gd name="T8" fmla="*/ 15 w 165"/>
                <a:gd name="T9" fmla="*/ 24 h 85"/>
                <a:gd name="T10" fmla="*/ 20 w 165"/>
                <a:gd name="T11" fmla="*/ 31 h 85"/>
                <a:gd name="T12" fmla="*/ 24 w 165"/>
                <a:gd name="T13" fmla="*/ 28 h 85"/>
                <a:gd name="T14" fmla="*/ 34 w 165"/>
                <a:gd name="T15" fmla="*/ 34 h 85"/>
                <a:gd name="T16" fmla="*/ 62 w 165"/>
                <a:gd name="T17" fmla="*/ 45 h 85"/>
                <a:gd name="T18" fmla="*/ 58 w 165"/>
                <a:gd name="T19" fmla="*/ 63 h 85"/>
                <a:gd name="T20" fmla="*/ 69 w 165"/>
                <a:gd name="T21" fmla="*/ 65 h 85"/>
                <a:gd name="T22" fmla="*/ 90 w 165"/>
                <a:gd name="T23" fmla="*/ 72 h 85"/>
                <a:gd name="T24" fmla="*/ 102 w 165"/>
                <a:gd name="T25" fmla="*/ 65 h 85"/>
                <a:gd name="T26" fmla="*/ 133 w 165"/>
                <a:gd name="T27" fmla="*/ 72 h 85"/>
                <a:gd name="T28" fmla="*/ 147 w 165"/>
                <a:gd name="T29" fmla="*/ 81 h 85"/>
                <a:gd name="T30" fmla="*/ 159 w 165"/>
                <a:gd name="T31" fmla="*/ 85 h 85"/>
                <a:gd name="T32" fmla="*/ 165 w 165"/>
                <a:gd name="T33" fmla="*/ 80 h 85"/>
                <a:gd name="T34" fmla="*/ 156 w 165"/>
                <a:gd name="T35" fmla="*/ 76 h 85"/>
                <a:gd name="T36" fmla="*/ 155 w 165"/>
                <a:gd name="T37" fmla="*/ 76 h 85"/>
                <a:gd name="T38" fmla="*/ 153 w 165"/>
                <a:gd name="T39" fmla="*/ 75 h 85"/>
                <a:gd name="T40" fmla="*/ 144 w 165"/>
                <a:gd name="T41" fmla="*/ 69 h 85"/>
                <a:gd name="T42" fmla="*/ 134 w 165"/>
                <a:gd name="T43" fmla="*/ 54 h 85"/>
                <a:gd name="T44" fmla="*/ 135 w 165"/>
                <a:gd name="T45" fmla="*/ 45 h 85"/>
                <a:gd name="T46" fmla="*/ 134 w 165"/>
                <a:gd name="T47" fmla="*/ 45 h 85"/>
                <a:gd name="T48" fmla="*/ 115 w 165"/>
                <a:gd name="T49" fmla="*/ 31 h 85"/>
                <a:gd name="T50" fmla="*/ 103 w 165"/>
                <a:gd name="T51" fmla="*/ 24 h 85"/>
                <a:gd name="T52" fmla="*/ 84 w 165"/>
                <a:gd name="T53" fmla="*/ 18 h 85"/>
                <a:gd name="T54" fmla="*/ 82 w 165"/>
                <a:gd name="T55" fmla="*/ 17 h 85"/>
                <a:gd name="T56" fmla="*/ 78 w 165"/>
                <a:gd name="T57" fmla="*/ 15 h 85"/>
                <a:gd name="T58" fmla="*/ 63 w 165"/>
                <a:gd name="T59" fmla="*/ 10 h 85"/>
                <a:gd name="T60" fmla="*/ 50 w 165"/>
                <a:gd name="T61" fmla="*/ 15 h 85"/>
                <a:gd name="T62" fmla="*/ 38 w 165"/>
                <a:gd name="T63" fmla="*/ 24 h 85"/>
                <a:gd name="T64" fmla="*/ 28 w 165"/>
                <a:gd name="T65" fmla="*/ 15 h 85"/>
                <a:gd name="T66" fmla="*/ 15 w 165"/>
                <a:gd name="T67"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5" h="85">
                  <a:moveTo>
                    <a:pt x="15" y="0"/>
                  </a:moveTo>
                  <a:cubicBezTo>
                    <a:pt x="9" y="0"/>
                    <a:pt x="7" y="4"/>
                    <a:pt x="4" y="4"/>
                  </a:cubicBezTo>
                  <a:cubicBezTo>
                    <a:pt x="2" y="4"/>
                    <a:pt x="0" y="5"/>
                    <a:pt x="0" y="7"/>
                  </a:cubicBezTo>
                  <a:cubicBezTo>
                    <a:pt x="0" y="11"/>
                    <a:pt x="7" y="9"/>
                    <a:pt x="9" y="13"/>
                  </a:cubicBezTo>
                  <a:cubicBezTo>
                    <a:pt x="9" y="14"/>
                    <a:pt x="10" y="15"/>
                    <a:pt x="11" y="16"/>
                  </a:cubicBezTo>
                  <a:cubicBezTo>
                    <a:pt x="12" y="16"/>
                    <a:pt x="13" y="17"/>
                    <a:pt x="15" y="17"/>
                  </a:cubicBezTo>
                  <a:cubicBezTo>
                    <a:pt x="18" y="17"/>
                    <a:pt x="20" y="16"/>
                    <a:pt x="23" y="15"/>
                  </a:cubicBezTo>
                  <a:cubicBezTo>
                    <a:pt x="25" y="15"/>
                    <a:pt x="25" y="15"/>
                    <a:pt x="25" y="15"/>
                  </a:cubicBezTo>
                  <a:cubicBezTo>
                    <a:pt x="23" y="19"/>
                    <a:pt x="14" y="18"/>
                    <a:pt x="10" y="20"/>
                  </a:cubicBezTo>
                  <a:cubicBezTo>
                    <a:pt x="11" y="23"/>
                    <a:pt x="14" y="21"/>
                    <a:pt x="15" y="24"/>
                  </a:cubicBezTo>
                  <a:cubicBezTo>
                    <a:pt x="17" y="26"/>
                    <a:pt x="15" y="27"/>
                    <a:pt x="17" y="30"/>
                  </a:cubicBezTo>
                  <a:cubicBezTo>
                    <a:pt x="17" y="31"/>
                    <a:pt x="19" y="31"/>
                    <a:pt x="20" y="31"/>
                  </a:cubicBezTo>
                  <a:cubicBezTo>
                    <a:pt x="22" y="31"/>
                    <a:pt x="23" y="28"/>
                    <a:pt x="24" y="26"/>
                  </a:cubicBezTo>
                  <a:cubicBezTo>
                    <a:pt x="24" y="28"/>
                    <a:pt x="24" y="28"/>
                    <a:pt x="24" y="28"/>
                  </a:cubicBezTo>
                  <a:cubicBezTo>
                    <a:pt x="24" y="28"/>
                    <a:pt x="25" y="28"/>
                    <a:pt x="25" y="28"/>
                  </a:cubicBezTo>
                  <a:cubicBezTo>
                    <a:pt x="29" y="28"/>
                    <a:pt x="31" y="34"/>
                    <a:pt x="34" y="34"/>
                  </a:cubicBezTo>
                  <a:cubicBezTo>
                    <a:pt x="39" y="34"/>
                    <a:pt x="47" y="36"/>
                    <a:pt x="50" y="37"/>
                  </a:cubicBezTo>
                  <a:cubicBezTo>
                    <a:pt x="53" y="38"/>
                    <a:pt x="61" y="42"/>
                    <a:pt x="62" y="45"/>
                  </a:cubicBezTo>
                  <a:cubicBezTo>
                    <a:pt x="63" y="49"/>
                    <a:pt x="62" y="53"/>
                    <a:pt x="65" y="57"/>
                  </a:cubicBezTo>
                  <a:cubicBezTo>
                    <a:pt x="64" y="58"/>
                    <a:pt x="58" y="60"/>
                    <a:pt x="58" y="63"/>
                  </a:cubicBezTo>
                  <a:cubicBezTo>
                    <a:pt x="58" y="65"/>
                    <a:pt x="61" y="65"/>
                    <a:pt x="63" y="65"/>
                  </a:cubicBezTo>
                  <a:cubicBezTo>
                    <a:pt x="69" y="65"/>
                    <a:pt x="69" y="65"/>
                    <a:pt x="69" y="65"/>
                  </a:cubicBezTo>
                  <a:cubicBezTo>
                    <a:pt x="69" y="64"/>
                    <a:pt x="72" y="64"/>
                    <a:pt x="73" y="64"/>
                  </a:cubicBezTo>
                  <a:cubicBezTo>
                    <a:pt x="81" y="64"/>
                    <a:pt x="83" y="72"/>
                    <a:pt x="90" y="72"/>
                  </a:cubicBezTo>
                  <a:cubicBezTo>
                    <a:pt x="93" y="72"/>
                    <a:pt x="94" y="72"/>
                    <a:pt x="101" y="72"/>
                  </a:cubicBezTo>
                  <a:cubicBezTo>
                    <a:pt x="101" y="70"/>
                    <a:pt x="103" y="69"/>
                    <a:pt x="102" y="65"/>
                  </a:cubicBezTo>
                  <a:cubicBezTo>
                    <a:pt x="106" y="64"/>
                    <a:pt x="106" y="58"/>
                    <a:pt x="113" y="58"/>
                  </a:cubicBezTo>
                  <a:cubicBezTo>
                    <a:pt x="122" y="58"/>
                    <a:pt x="127" y="66"/>
                    <a:pt x="133" y="72"/>
                  </a:cubicBezTo>
                  <a:cubicBezTo>
                    <a:pt x="133" y="73"/>
                    <a:pt x="136" y="73"/>
                    <a:pt x="136" y="74"/>
                  </a:cubicBezTo>
                  <a:cubicBezTo>
                    <a:pt x="136" y="77"/>
                    <a:pt x="142" y="81"/>
                    <a:pt x="147" y="81"/>
                  </a:cubicBezTo>
                  <a:cubicBezTo>
                    <a:pt x="154" y="81"/>
                    <a:pt x="154" y="81"/>
                    <a:pt x="154" y="81"/>
                  </a:cubicBezTo>
                  <a:cubicBezTo>
                    <a:pt x="155" y="82"/>
                    <a:pt x="159" y="85"/>
                    <a:pt x="159" y="85"/>
                  </a:cubicBezTo>
                  <a:cubicBezTo>
                    <a:pt x="160" y="85"/>
                    <a:pt x="160" y="85"/>
                    <a:pt x="161" y="85"/>
                  </a:cubicBezTo>
                  <a:cubicBezTo>
                    <a:pt x="161" y="83"/>
                    <a:pt x="163" y="81"/>
                    <a:pt x="165" y="80"/>
                  </a:cubicBezTo>
                  <a:cubicBezTo>
                    <a:pt x="164" y="80"/>
                    <a:pt x="160" y="81"/>
                    <a:pt x="159" y="79"/>
                  </a:cubicBezTo>
                  <a:cubicBezTo>
                    <a:pt x="159" y="78"/>
                    <a:pt x="158" y="76"/>
                    <a:pt x="156" y="76"/>
                  </a:cubicBezTo>
                  <a:cubicBezTo>
                    <a:pt x="156" y="76"/>
                    <a:pt x="156" y="76"/>
                    <a:pt x="156" y="76"/>
                  </a:cubicBezTo>
                  <a:cubicBezTo>
                    <a:pt x="155" y="76"/>
                    <a:pt x="155" y="76"/>
                    <a:pt x="155" y="76"/>
                  </a:cubicBezTo>
                  <a:cubicBezTo>
                    <a:pt x="155" y="76"/>
                    <a:pt x="154" y="76"/>
                    <a:pt x="154" y="76"/>
                  </a:cubicBezTo>
                  <a:cubicBezTo>
                    <a:pt x="153" y="76"/>
                    <a:pt x="153" y="76"/>
                    <a:pt x="153" y="75"/>
                  </a:cubicBezTo>
                  <a:cubicBezTo>
                    <a:pt x="152" y="74"/>
                    <a:pt x="151" y="72"/>
                    <a:pt x="151" y="72"/>
                  </a:cubicBezTo>
                  <a:cubicBezTo>
                    <a:pt x="149" y="72"/>
                    <a:pt x="145" y="71"/>
                    <a:pt x="144" y="69"/>
                  </a:cubicBezTo>
                  <a:cubicBezTo>
                    <a:pt x="142" y="66"/>
                    <a:pt x="143" y="64"/>
                    <a:pt x="140" y="61"/>
                  </a:cubicBezTo>
                  <a:cubicBezTo>
                    <a:pt x="139" y="60"/>
                    <a:pt x="134" y="56"/>
                    <a:pt x="134" y="54"/>
                  </a:cubicBezTo>
                  <a:cubicBezTo>
                    <a:pt x="134" y="52"/>
                    <a:pt x="140" y="53"/>
                    <a:pt x="140" y="50"/>
                  </a:cubicBezTo>
                  <a:cubicBezTo>
                    <a:pt x="140" y="46"/>
                    <a:pt x="138" y="45"/>
                    <a:pt x="135" y="45"/>
                  </a:cubicBezTo>
                  <a:cubicBezTo>
                    <a:pt x="135" y="45"/>
                    <a:pt x="135" y="45"/>
                    <a:pt x="134" y="45"/>
                  </a:cubicBezTo>
                  <a:cubicBezTo>
                    <a:pt x="134" y="45"/>
                    <a:pt x="134" y="45"/>
                    <a:pt x="134" y="45"/>
                  </a:cubicBezTo>
                  <a:cubicBezTo>
                    <a:pt x="133" y="45"/>
                    <a:pt x="132" y="45"/>
                    <a:pt x="131" y="45"/>
                  </a:cubicBezTo>
                  <a:cubicBezTo>
                    <a:pt x="124" y="42"/>
                    <a:pt x="124" y="34"/>
                    <a:pt x="115" y="31"/>
                  </a:cubicBezTo>
                  <a:cubicBezTo>
                    <a:pt x="114" y="31"/>
                    <a:pt x="112" y="31"/>
                    <a:pt x="112" y="28"/>
                  </a:cubicBezTo>
                  <a:cubicBezTo>
                    <a:pt x="108" y="28"/>
                    <a:pt x="106" y="24"/>
                    <a:pt x="103" y="24"/>
                  </a:cubicBezTo>
                  <a:cubicBezTo>
                    <a:pt x="97" y="24"/>
                    <a:pt x="88" y="21"/>
                    <a:pt x="84" y="18"/>
                  </a:cubicBezTo>
                  <a:cubicBezTo>
                    <a:pt x="84" y="18"/>
                    <a:pt x="84" y="18"/>
                    <a:pt x="84" y="18"/>
                  </a:cubicBezTo>
                  <a:cubicBezTo>
                    <a:pt x="84" y="18"/>
                    <a:pt x="83" y="18"/>
                    <a:pt x="83" y="18"/>
                  </a:cubicBezTo>
                  <a:cubicBezTo>
                    <a:pt x="83" y="18"/>
                    <a:pt x="82" y="17"/>
                    <a:pt x="82" y="17"/>
                  </a:cubicBezTo>
                  <a:cubicBezTo>
                    <a:pt x="83" y="18"/>
                    <a:pt x="83" y="18"/>
                    <a:pt x="83" y="18"/>
                  </a:cubicBezTo>
                  <a:cubicBezTo>
                    <a:pt x="81" y="17"/>
                    <a:pt x="79" y="17"/>
                    <a:pt x="78" y="15"/>
                  </a:cubicBezTo>
                  <a:cubicBezTo>
                    <a:pt x="70" y="15"/>
                    <a:pt x="70" y="15"/>
                    <a:pt x="70" y="15"/>
                  </a:cubicBezTo>
                  <a:cubicBezTo>
                    <a:pt x="69" y="15"/>
                    <a:pt x="66" y="11"/>
                    <a:pt x="63" y="10"/>
                  </a:cubicBezTo>
                  <a:cubicBezTo>
                    <a:pt x="62" y="10"/>
                    <a:pt x="60" y="10"/>
                    <a:pt x="60" y="9"/>
                  </a:cubicBezTo>
                  <a:cubicBezTo>
                    <a:pt x="56" y="9"/>
                    <a:pt x="53" y="14"/>
                    <a:pt x="50" y="15"/>
                  </a:cubicBezTo>
                  <a:cubicBezTo>
                    <a:pt x="46" y="16"/>
                    <a:pt x="46" y="17"/>
                    <a:pt x="43" y="19"/>
                  </a:cubicBezTo>
                  <a:cubicBezTo>
                    <a:pt x="43" y="19"/>
                    <a:pt x="40" y="24"/>
                    <a:pt x="38" y="24"/>
                  </a:cubicBezTo>
                  <a:cubicBezTo>
                    <a:pt x="36" y="24"/>
                    <a:pt x="32" y="19"/>
                    <a:pt x="32" y="18"/>
                  </a:cubicBezTo>
                  <a:cubicBezTo>
                    <a:pt x="30" y="18"/>
                    <a:pt x="28" y="17"/>
                    <a:pt x="28" y="15"/>
                  </a:cubicBezTo>
                  <a:cubicBezTo>
                    <a:pt x="28" y="13"/>
                    <a:pt x="28" y="9"/>
                    <a:pt x="28" y="5"/>
                  </a:cubicBezTo>
                  <a:cubicBezTo>
                    <a:pt x="23" y="4"/>
                    <a:pt x="19"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 name="Freeform 25"/>
            <p:cNvSpPr>
              <a:spLocks/>
            </p:cNvSpPr>
            <p:nvPr/>
          </p:nvSpPr>
          <p:spPr bwMode="auto">
            <a:xfrm>
              <a:off x="10694988" y="4281488"/>
              <a:ext cx="65088" cy="60325"/>
            </a:xfrm>
            <a:custGeom>
              <a:avLst/>
              <a:gdLst>
                <a:gd name="T0" fmla="*/ 0 w 17"/>
                <a:gd name="T1" fmla="*/ 0 h 16"/>
                <a:gd name="T2" fmla="*/ 5 w 17"/>
                <a:gd name="T3" fmla="*/ 4 h 16"/>
                <a:gd name="T4" fmla="*/ 12 w 17"/>
                <a:gd name="T5" fmla="*/ 11 h 16"/>
                <a:gd name="T6" fmla="*/ 15 w 17"/>
                <a:gd name="T7" fmla="*/ 16 h 16"/>
                <a:gd name="T8" fmla="*/ 16 w 17"/>
                <a:gd name="T9" fmla="*/ 16 h 16"/>
                <a:gd name="T10" fmla="*/ 17 w 17"/>
                <a:gd name="T11" fmla="*/ 16 h 16"/>
                <a:gd name="T12" fmla="*/ 17 w 17"/>
                <a:gd name="T13" fmla="*/ 14 h 16"/>
                <a:gd name="T14" fmla="*/ 11 w 17"/>
                <a:gd name="T15" fmla="*/ 9 h 16"/>
                <a:gd name="T16" fmla="*/ 0 w 17"/>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6">
                  <a:moveTo>
                    <a:pt x="0" y="0"/>
                  </a:moveTo>
                  <a:cubicBezTo>
                    <a:pt x="1" y="3"/>
                    <a:pt x="3" y="2"/>
                    <a:pt x="5" y="4"/>
                  </a:cubicBezTo>
                  <a:cubicBezTo>
                    <a:pt x="9" y="6"/>
                    <a:pt x="9" y="9"/>
                    <a:pt x="12" y="11"/>
                  </a:cubicBezTo>
                  <a:cubicBezTo>
                    <a:pt x="12" y="14"/>
                    <a:pt x="12" y="16"/>
                    <a:pt x="15" y="16"/>
                  </a:cubicBezTo>
                  <a:cubicBezTo>
                    <a:pt x="15" y="16"/>
                    <a:pt x="15" y="16"/>
                    <a:pt x="16" y="16"/>
                  </a:cubicBezTo>
                  <a:cubicBezTo>
                    <a:pt x="16" y="16"/>
                    <a:pt x="16" y="16"/>
                    <a:pt x="17" y="16"/>
                  </a:cubicBezTo>
                  <a:cubicBezTo>
                    <a:pt x="17" y="16"/>
                    <a:pt x="17" y="15"/>
                    <a:pt x="17" y="14"/>
                  </a:cubicBezTo>
                  <a:cubicBezTo>
                    <a:pt x="17" y="10"/>
                    <a:pt x="14" y="11"/>
                    <a:pt x="11" y="9"/>
                  </a:cubicBezTo>
                  <a:cubicBezTo>
                    <a:pt x="8" y="5"/>
                    <a:pt x="6" y="2"/>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 name="Freeform 26"/>
            <p:cNvSpPr>
              <a:spLocks/>
            </p:cNvSpPr>
            <p:nvPr/>
          </p:nvSpPr>
          <p:spPr bwMode="auto">
            <a:xfrm>
              <a:off x="10804525" y="4371975"/>
              <a:ext cx="33338" cy="38100"/>
            </a:xfrm>
            <a:custGeom>
              <a:avLst/>
              <a:gdLst>
                <a:gd name="T0" fmla="*/ 1 w 9"/>
                <a:gd name="T1" fmla="*/ 0 h 10"/>
                <a:gd name="T2" fmla="*/ 5 w 9"/>
                <a:gd name="T3" fmla="*/ 6 h 10"/>
                <a:gd name="T4" fmla="*/ 5 w 9"/>
                <a:gd name="T5" fmla="*/ 8 h 10"/>
                <a:gd name="T6" fmla="*/ 7 w 9"/>
                <a:gd name="T7" fmla="*/ 10 h 10"/>
                <a:gd name="T8" fmla="*/ 9 w 9"/>
                <a:gd name="T9" fmla="*/ 8 h 10"/>
                <a:gd name="T10" fmla="*/ 1 w 9"/>
                <a:gd name="T11" fmla="*/ 0 h 10"/>
              </a:gdLst>
              <a:ahLst/>
              <a:cxnLst>
                <a:cxn ang="0">
                  <a:pos x="T0" y="T1"/>
                </a:cxn>
                <a:cxn ang="0">
                  <a:pos x="T2" y="T3"/>
                </a:cxn>
                <a:cxn ang="0">
                  <a:pos x="T4" y="T5"/>
                </a:cxn>
                <a:cxn ang="0">
                  <a:pos x="T6" y="T7"/>
                </a:cxn>
                <a:cxn ang="0">
                  <a:pos x="T8" y="T9"/>
                </a:cxn>
                <a:cxn ang="0">
                  <a:pos x="T10" y="T11"/>
                </a:cxn>
              </a:cxnLst>
              <a:rect l="0" t="0" r="r" b="b"/>
              <a:pathLst>
                <a:path w="9" h="10">
                  <a:moveTo>
                    <a:pt x="1" y="0"/>
                  </a:moveTo>
                  <a:cubicBezTo>
                    <a:pt x="0" y="2"/>
                    <a:pt x="1" y="5"/>
                    <a:pt x="5" y="6"/>
                  </a:cubicBezTo>
                  <a:cubicBezTo>
                    <a:pt x="5" y="7"/>
                    <a:pt x="5" y="7"/>
                    <a:pt x="5" y="8"/>
                  </a:cubicBezTo>
                  <a:cubicBezTo>
                    <a:pt x="5" y="9"/>
                    <a:pt x="6" y="10"/>
                    <a:pt x="7" y="10"/>
                  </a:cubicBezTo>
                  <a:cubicBezTo>
                    <a:pt x="7" y="10"/>
                    <a:pt x="9" y="9"/>
                    <a:pt x="9" y="8"/>
                  </a:cubicBezTo>
                  <a:cubicBezTo>
                    <a:pt x="9" y="7"/>
                    <a:pt x="3" y="1"/>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 name="Freeform 27"/>
            <p:cNvSpPr>
              <a:spLocks/>
            </p:cNvSpPr>
            <p:nvPr/>
          </p:nvSpPr>
          <p:spPr bwMode="auto">
            <a:xfrm>
              <a:off x="11014075" y="4514850"/>
              <a:ext cx="15875" cy="22225"/>
            </a:xfrm>
            <a:custGeom>
              <a:avLst/>
              <a:gdLst>
                <a:gd name="T0" fmla="*/ 0 w 4"/>
                <a:gd name="T1" fmla="*/ 0 h 6"/>
                <a:gd name="T2" fmla="*/ 4 w 4"/>
                <a:gd name="T3" fmla="*/ 6 h 6"/>
                <a:gd name="T4" fmla="*/ 4 w 4"/>
                <a:gd name="T5" fmla="*/ 4 h 6"/>
                <a:gd name="T6" fmla="*/ 0 w 4"/>
                <a:gd name="T7" fmla="*/ 0 h 6"/>
              </a:gdLst>
              <a:ahLst/>
              <a:cxnLst>
                <a:cxn ang="0">
                  <a:pos x="T0" y="T1"/>
                </a:cxn>
                <a:cxn ang="0">
                  <a:pos x="T2" y="T3"/>
                </a:cxn>
                <a:cxn ang="0">
                  <a:pos x="T4" y="T5"/>
                </a:cxn>
                <a:cxn ang="0">
                  <a:pos x="T6" y="T7"/>
                </a:cxn>
              </a:cxnLst>
              <a:rect l="0" t="0" r="r" b="b"/>
              <a:pathLst>
                <a:path w="4" h="6">
                  <a:moveTo>
                    <a:pt x="0" y="0"/>
                  </a:moveTo>
                  <a:cubicBezTo>
                    <a:pt x="0" y="1"/>
                    <a:pt x="1" y="6"/>
                    <a:pt x="4" y="6"/>
                  </a:cubicBezTo>
                  <a:cubicBezTo>
                    <a:pt x="4" y="5"/>
                    <a:pt x="4" y="5"/>
                    <a:pt x="4" y="4"/>
                  </a:cubicBezTo>
                  <a:cubicBezTo>
                    <a:pt x="4"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 name="Freeform 28"/>
            <p:cNvSpPr>
              <a:spLocks/>
            </p:cNvSpPr>
            <p:nvPr/>
          </p:nvSpPr>
          <p:spPr bwMode="auto">
            <a:xfrm>
              <a:off x="10966450" y="4495800"/>
              <a:ext cx="36513" cy="19050"/>
            </a:xfrm>
            <a:custGeom>
              <a:avLst/>
              <a:gdLst>
                <a:gd name="T0" fmla="*/ 0 w 10"/>
                <a:gd name="T1" fmla="*/ 0 h 5"/>
                <a:gd name="T2" fmla="*/ 8 w 10"/>
                <a:gd name="T3" fmla="*/ 5 h 5"/>
                <a:gd name="T4" fmla="*/ 10 w 10"/>
                <a:gd name="T5" fmla="*/ 4 h 5"/>
                <a:gd name="T6" fmla="*/ 0 w 10"/>
                <a:gd name="T7" fmla="*/ 0 h 5"/>
              </a:gdLst>
              <a:ahLst/>
              <a:cxnLst>
                <a:cxn ang="0">
                  <a:pos x="T0" y="T1"/>
                </a:cxn>
                <a:cxn ang="0">
                  <a:pos x="T2" y="T3"/>
                </a:cxn>
                <a:cxn ang="0">
                  <a:pos x="T4" y="T5"/>
                </a:cxn>
                <a:cxn ang="0">
                  <a:pos x="T6" y="T7"/>
                </a:cxn>
              </a:cxnLst>
              <a:rect l="0" t="0" r="r" b="b"/>
              <a:pathLst>
                <a:path w="10" h="5">
                  <a:moveTo>
                    <a:pt x="0" y="0"/>
                  </a:moveTo>
                  <a:cubicBezTo>
                    <a:pt x="0" y="4"/>
                    <a:pt x="5" y="5"/>
                    <a:pt x="8" y="5"/>
                  </a:cubicBezTo>
                  <a:cubicBezTo>
                    <a:pt x="10" y="4"/>
                    <a:pt x="10" y="4"/>
                    <a:pt x="10" y="4"/>
                  </a:cubicBezTo>
                  <a:cubicBezTo>
                    <a:pt x="8" y="1"/>
                    <a:pt x="5"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 name="Freeform 29"/>
            <p:cNvSpPr>
              <a:spLocks/>
            </p:cNvSpPr>
            <p:nvPr/>
          </p:nvSpPr>
          <p:spPr bwMode="auto">
            <a:xfrm>
              <a:off x="10972800" y="4454525"/>
              <a:ext cx="30163" cy="33338"/>
            </a:xfrm>
            <a:custGeom>
              <a:avLst/>
              <a:gdLst>
                <a:gd name="T0" fmla="*/ 0 w 8"/>
                <a:gd name="T1" fmla="*/ 0 h 9"/>
                <a:gd name="T2" fmla="*/ 8 w 8"/>
                <a:gd name="T3" fmla="*/ 9 h 9"/>
                <a:gd name="T4" fmla="*/ 0 w 8"/>
                <a:gd name="T5" fmla="*/ 0 h 9"/>
              </a:gdLst>
              <a:ahLst/>
              <a:cxnLst>
                <a:cxn ang="0">
                  <a:pos x="T0" y="T1"/>
                </a:cxn>
                <a:cxn ang="0">
                  <a:pos x="T2" y="T3"/>
                </a:cxn>
                <a:cxn ang="0">
                  <a:pos x="T4" y="T5"/>
                </a:cxn>
              </a:cxnLst>
              <a:rect l="0" t="0" r="r" b="b"/>
              <a:pathLst>
                <a:path w="8" h="9">
                  <a:moveTo>
                    <a:pt x="0" y="0"/>
                  </a:moveTo>
                  <a:cubicBezTo>
                    <a:pt x="0" y="2"/>
                    <a:pt x="5" y="9"/>
                    <a:pt x="8" y="9"/>
                  </a:cubicBezTo>
                  <a:cubicBezTo>
                    <a:pt x="7" y="5"/>
                    <a:pt x="4" y="2"/>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 name="Freeform 30"/>
            <p:cNvSpPr>
              <a:spLocks/>
            </p:cNvSpPr>
            <p:nvPr/>
          </p:nvSpPr>
          <p:spPr bwMode="auto">
            <a:xfrm>
              <a:off x="10906125" y="4427538"/>
              <a:ext cx="41275" cy="26988"/>
            </a:xfrm>
            <a:custGeom>
              <a:avLst/>
              <a:gdLst>
                <a:gd name="T0" fmla="*/ 1 w 11"/>
                <a:gd name="T1" fmla="*/ 0 h 7"/>
                <a:gd name="T2" fmla="*/ 1 w 11"/>
                <a:gd name="T3" fmla="*/ 1 h 7"/>
                <a:gd name="T4" fmla="*/ 0 w 11"/>
                <a:gd name="T5" fmla="*/ 1 h 7"/>
                <a:gd name="T6" fmla="*/ 9 w 11"/>
                <a:gd name="T7" fmla="*/ 7 h 7"/>
                <a:gd name="T8" fmla="*/ 11 w 11"/>
                <a:gd name="T9" fmla="*/ 6 h 7"/>
                <a:gd name="T10" fmla="*/ 1 w 11"/>
                <a:gd name="T11" fmla="*/ 0 h 7"/>
              </a:gdLst>
              <a:ahLst/>
              <a:cxnLst>
                <a:cxn ang="0">
                  <a:pos x="T0" y="T1"/>
                </a:cxn>
                <a:cxn ang="0">
                  <a:pos x="T2" y="T3"/>
                </a:cxn>
                <a:cxn ang="0">
                  <a:pos x="T4" y="T5"/>
                </a:cxn>
                <a:cxn ang="0">
                  <a:pos x="T6" y="T7"/>
                </a:cxn>
                <a:cxn ang="0">
                  <a:pos x="T8" y="T9"/>
                </a:cxn>
                <a:cxn ang="0">
                  <a:pos x="T10" y="T11"/>
                </a:cxn>
              </a:cxnLst>
              <a:rect l="0" t="0" r="r" b="b"/>
              <a:pathLst>
                <a:path w="11" h="7">
                  <a:moveTo>
                    <a:pt x="1" y="0"/>
                  </a:moveTo>
                  <a:cubicBezTo>
                    <a:pt x="1" y="1"/>
                    <a:pt x="1" y="1"/>
                    <a:pt x="1" y="1"/>
                  </a:cubicBezTo>
                  <a:cubicBezTo>
                    <a:pt x="0" y="1"/>
                    <a:pt x="0" y="1"/>
                    <a:pt x="0" y="1"/>
                  </a:cubicBezTo>
                  <a:cubicBezTo>
                    <a:pt x="0" y="4"/>
                    <a:pt x="7" y="7"/>
                    <a:pt x="9" y="7"/>
                  </a:cubicBezTo>
                  <a:cubicBezTo>
                    <a:pt x="10" y="7"/>
                    <a:pt x="11" y="6"/>
                    <a:pt x="11" y="6"/>
                  </a:cubicBezTo>
                  <a:cubicBezTo>
                    <a:pt x="10" y="3"/>
                    <a:pt x="4"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 name="Freeform 31"/>
            <p:cNvSpPr>
              <a:spLocks noEditPoints="1"/>
            </p:cNvSpPr>
            <p:nvPr/>
          </p:nvSpPr>
          <p:spPr bwMode="auto">
            <a:xfrm>
              <a:off x="10860088" y="4402138"/>
              <a:ext cx="23813" cy="14288"/>
            </a:xfrm>
            <a:custGeom>
              <a:avLst/>
              <a:gdLst>
                <a:gd name="T0" fmla="*/ 1 w 6"/>
                <a:gd name="T1" fmla="*/ 1 h 4"/>
                <a:gd name="T2" fmla="*/ 0 w 6"/>
                <a:gd name="T3" fmla="*/ 1 h 4"/>
                <a:gd name="T4" fmla="*/ 4 w 6"/>
                <a:gd name="T5" fmla="*/ 4 h 4"/>
                <a:gd name="T6" fmla="*/ 6 w 6"/>
                <a:gd name="T7" fmla="*/ 4 h 4"/>
                <a:gd name="T8" fmla="*/ 1 w 6"/>
                <a:gd name="T9" fmla="*/ 1 h 4"/>
                <a:gd name="T10" fmla="*/ 0 w 6"/>
                <a:gd name="T11" fmla="*/ 0 h 4"/>
                <a:gd name="T12" fmla="*/ 1 w 6"/>
                <a:gd name="T13" fmla="*/ 1 h 4"/>
                <a:gd name="T14" fmla="*/ 1 w 6"/>
                <a:gd name="T15" fmla="*/ 1 h 4"/>
                <a:gd name="T16" fmla="*/ 0 w 6"/>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4">
                  <a:moveTo>
                    <a:pt x="1" y="1"/>
                  </a:moveTo>
                  <a:cubicBezTo>
                    <a:pt x="0" y="1"/>
                    <a:pt x="0" y="1"/>
                    <a:pt x="0" y="1"/>
                  </a:cubicBezTo>
                  <a:cubicBezTo>
                    <a:pt x="4" y="4"/>
                    <a:pt x="4" y="4"/>
                    <a:pt x="4" y="4"/>
                  </a:cubicBezTo>
                  <a:cubicBezTo>
                    <a:pt x="6" y="4"/>
                    <a:pt x="6" y="4"/>
                    <a:pt x="6" y="4"/>
                  </a:cubicBezTo>
                  <a:cubicBezTo>
                    <a:pt x="5" y="2"/>
                    <a:pt x="3" y="2"/>
                    <a:pt x="1" y="1"/>
                  </a:cubicBezTo>
                  <a:moveTo>
                    <a:pt x="0" y="0"/>
                  </a:moveTo>
                  <a:cubicBezTo>
                    <a:pt x="0" y="0"/>
                    <a:pt x="0" y="1"/>
                    <a:pt x="1" y="1"/>
                  </a:cubicBezTo>
                  <a:cubicBezTo>
                    <a:pt x="1" y="1"/>
                    <a:pt x="1" y="1"/>
                    <a:pt x="1"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 name="Freeform 32"/>
            <p:cNvSpPr>
              <a:spLocks/>
            </p:cNvSpPr>
            <p:nvPr/>
          </p:nvSpPr>
          <p:spPr bwMode="auto">
            <a:xfrm>
              <a:off x="10493375" y="5518150"/>
              <a:ext cx="115888" cy="112713"/>
            </a:xfrm>
            <a:custGeom>
              <a:avLst/>
              <a:gdLst>
                <a:gd name="T0" fmla="*/ 28 w 31"/>
                <a:gd name="T1" fmla="*/ 0 h 30"/>
                <a:gd name="T2" fmla="*/ 15 w 31"/>
                <a:gd name="T3" fmla="*/ 3 h 30"/>
                <a:gd name="T4" fmla="*/ 4 w 31"/>
                <a:gd name="T5" fmla="*/ 1 h 30"/>
                <a:gd name="T6" fmla="*/ 0 w 31"/>
                <a:gd name="T7" fmla="*/ 3 h 30"/>
                <a:gd name="T8" fmla="*/ 18 w 31"/>
                <a:gd name="T9" fmla="*/ 30 h 30"/>
                <a:gd name="T10" fmla="*/ 31 w 31"/>
                <a:gd name="T11" fmla="*/ 9 h 30"/>
                <a:gd name="T12" fmla="*/ 28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28" y="0"/>
                  </a:moveTo>
                  <a:cubicBezTo>
                    <a:pt x="24" y="1"/>
                    <a:pt x="19" y="3"/>
                    <a:pt x="15" y="3"/>
                  </a:cubicBezTo>
                  <a:cubicBezTo>
                    <a:pt x="15" y="3"/>
                    <a:pt x="8" y="1"/>
                    <a:pt x="4" y="1"/>
                  </a:cubicBezTo>
                  <a:cubicBezTo>
                    <a:pt x="1" y="1"/>
                    <a:pt x="0" y="2"/>
                    <a:pt x="0" y="3"/>
                  </a:cubicBezTo>
                  <a:cubicBezTo>
                    <a:pt x="0" y="9"/>
                    <a:pt x="9" y="30"/>
                    <a:pt x="18" y="30"/>
                  </a:cubicBezTo>
                  <a:cubicBezTo>
                    <a:pt x="23" y="30"/>
                    <a:pt x="31" y="15"/>
                    <a:pt x="31" y="9"/>
                  </a:cubicBezTo>
                  <a:cubicBezTo>
                    <a:pt x="31" y="5"/>
                    <a:pt x="29" y="4"/>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 name="Freeform 33"/>
            <p:cNvSpPr>
              <a:spLocks/>
            </p:cNvSpPr>
            <p:nvPr/>
          </p:nvSpPr>
          <p:spPr bwMode="auto">
            <a:xfrm>
              <a:off x="10594975" y="5491163"/>
              <a:ext cx="11113" cy="19050"/>
            </a:xfrm>
            <a:custGeom>
              <a:avLst/>
              <a:gdLst>
                <a:gd name="T0" fmla="*/ 3 w 3"/>
                <a:gd name="T1" fmla="*/ 0 h 5"/>
                <a:gd name="T2" fmla="*/ 2 w 3"/>
                <a:gd name="T3" fmla="*/ 0 h 5"/>
                <a:gd name="T4" fmla="*/ 0 w 3"/>
                <a:gd name="T5" fmla="*/ 0 h 5"/>
                <a:gd name="T6" fmla="*/ 3 w 3"/>
                <a:gd name="T7" fmla="*/ 5 h 5"/>
                <a:gd name="T8" fmla="*/ 3 w 3"/>
                <a:gd name="T9" fmla="*/ 0 h 5"/>
              </a:gdLst>
              <a:ahLst/>
              <a:cxnLst>
                <a:cxn ang="0">
                  <a:pos x="T0" y="T1"/>
                </a:cxn>
                <a:cxn ang="0">
                  <a:pos x="T2" y="T3"/>
                </a:cxn>
                <a:cxn ang="0">
                  <a:pos x="T4" y="T5"/>
                </a:cxn>
                <a:cxn ang="0">
                  <a:pos x="T6" y="T7"/>
                </a:cxn>
                <a:cxn ang="0">
                  <a:pos x="T8" y="T9"/>
                </a:cxn>
              </a:cxnLst>
              <a:rect l="0" t="0" r="r" b="b"/>
              <a:pathLst>
                <a:path w="3" h="5">
                  <a:moveTo>
                    <a:pt x="3" y="0"/>
                  </a:moveTo>
                  <a:cubicBezTo>
                    <a:pt x="3" y="0"/>
                    <a:pt x="2" y="0"/>
                    <a:pt x="2" y="0"/>
                  </a:cubicBezTo>
                  <a:cubicBezTo>
                    <a:pt x="1" y="0"/>
                    <a:pt x="0" y="0"/>
                    <a:pt x="0" y="0"/>
                  </a:cubicBezTo>
                  <a:cubicBezTo>
                    <a:pt x="0" y="2"/>
                    <a:pt x="0" y="4"/>
                    <a:pt x="3" y="5"/>
                  </a:cubicBezTo>
                  <a:cubicBezTo>
                    <a:pt x="3" y="3"/>
                    <a:pt x="3" y="3"/>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 name="Freeform 34"/>
            <p:cNvSpPr>
              <a:spLocks/>
            </p:cNvSpPr>
            <p:nvPr/>
          </p:nvSpPr>
          <p:spPr bwMode="auto">
            <a:xfrm>
              <a:off x="10245725" y="5345113"/>
              <a:ext cx="36513" cy="11113"/>
            </a:xfrm>
            <a:custGeom>
              <a:avLst/>
              <a:gdLst>
                <a:gd name="T0" fmla="*/ 6 w 10"/>
                <a:gd name="T1" fmla="*/ 0 h 3"/>
                <a:gd name="T2" fmla="*/ 0 w 10"/>
                <a:gd name="T3" fmla="*/ 2 h 3"/>
                <a:gd name="T4" fmla="*/ 5 w 10"/>
                <a:gd name="T5" fmla="*/ 3 h 3"/>
                <a:gd name="T6" fmla="*/ 10 w 10"/>
                <a:gd name="T7" fmla="*/ 2 h 3"/>
                <a:gd name="T8" fmla="*/ 6 w 10"/>
                <a:gd name="T9" fmla="*/ 0 h 3"/>
              </a:gdLst>
              <a:ahLst/>
              <a:cxnLst>
                <a:cxn ang="0">
                  <a:pos x="T0" y="T1"/>
                </a:cxn>
                <a:cxn ang="0">
                  <a:pos x="T2" y="T3"/>
                </a:cxn>
                <a:cxn ang="0">
                  <a:pos x="T4" y="T5"/>
                </a:cxn>
                <a:cxn ang="0">
                  <a:pos x="T6" y="T7"/>
                </a:cxn>
                <a:cxn ang="0">
                  <a:pos x="T8" y="T9"/>
                </a:cxn>
              </a:cxnLst>
              <a:rect l="0" t="0" r="r" b="b"/>
              <a:pathLst>
                <a:path w="10" h="3">
                  <a:moveTo>
                    <a:pt x="6" y="0"/>
                  </a:moveTo>
                  <a:cubicBezTo>
                    <a:pt x="4" y="0"/>
                    <a:pt x="3" y="1"/>
                    <a:pt x="0" y="2"/>
                  </a:cubicBezTo>
                  <a:cubicBezTo>
                    <a:pt x="1" y="3"/>
                    <a:pt x="3" y="3"/>
                    <a:pt x="5" y="3"/>
                  </a:cubicBezTo>
                  <a:cubicBezTo>
                    <a:pt x="7" y="3"/>
                    <a:pt x="9" y="3"/>
                    <a:pt x="10" y="2"/>
                  </a:cubicBezTo>
                  <a:cubicBezTo>
                    <a:pt x="8" y="1"/>
                    <a:pt x="7"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 name="Freeform 35"/>
            <p:cNvSpPr>
              <a:spLocks/>
            </p:cNvSpPr>
            <p:nvPr/>
          </p:nvSpPr>
          <p:spPr bwMode="auto">
            <a:xfrm>
              <a:off x="10045700" y="4552950"/>
              <a:ext cx="41275" cy="14288"/>
            </a:xfrm>
            <a:custGeom>
              <a:avLst/>
              <a:gdLst>
                <a:gd name="T0" fmla="*/ 9 w 11"/>
                <a:gd name="T1" fmla="*/ 0 h 4"/>
                <a:gd name="T2" fmla="*/ 0 w 11"/>
                <a:gd name="T3" fmla="*/ 1 h 4"/>
                <a:gd name="T4" fmla="*/ 9 w 11"/>
                <a:gd name="T5" fmla="*/ 4 h 4"/>
                <a:gd name="T6" fmla="*/ 11 w 11"/>
                <a:gd name="T7" fmla="*/ 4 h 4"/>
                <a:gd name="T8" fmla="*/ 11 w 11"/>
                <a:gd name="T9" fmla="*/ 0 h 4"/>
                <a:gd name="T10" fmla="*/ 9 w 11"/>
                <a:gd name="T11" fmla="*/ 0 h 4"/>
              </a:gdLst>
              <a:ahLst/>
              <a:cxnLst>
                <a:cxn ang="0">
                  <a:pos x="T0" y="T1"/>
                </a:cxn>
                <a:cxn ang="0">
                  <a:pos x="T2" y="T3"/>
                </a:cxn>
                <a:cxn ang="0">
                  <a:pos x="T4" y="T5"/>
                </a:cxn>
                <a:cxn ang="0">
                  <a:pos x="T6" y="T7"/>
                </a:cxn>
                <a:cxn ang="0">
                  <a:pos x="T8" y="T9"/>
                </a:cxn>
                <a:cxn ang="0">
                  <a:pos x="T10" y="T11"/>
                </a:cxn>
              </a:cxnLst>
              <a:rect l="0" t="0" r="r" b="b"/>
              <a:pathLst>
                <a:path w="11" h="4">
                  <a:moveTo>
                    <a:pt x="9" y="0"/>
                  </a:moveTo>
                  <a:cubicBezTo>
                    <a:pt x="6" y="0"/>
                    <a:pt x="4" y="0"/>
                    <a:pt x="0" y="1"/>
                  </a:cubicBezTo>
                  <a:cubicBezTo>
                    <a:pt x="1" y="3"/>
                    <a:pt x="5" y="4"/>
                    <a:pt x="9" y="4"/>
                  </a:cubicBezTo>
                  <a:cubicBezTo>
                    <a:pt x="9" y="4"/>
                    <a:pt x="11" y="4"/>
                    <a:pt x="11" y="4"/>
                  </a:cubicBezTo>
                  <a:cubicBezTo>
                    <a:pt x="11" y="0"/>
                    <a:pt x="11" y="0"/>
                    <a:pt x="11" y="0"/>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 name="Freeform 36"/>
            <p:cNvSpPr>
              <a:spLocks/>
            </p:cNvSpPr>
            <p:nvPr/>
          </p:nvSpPr>
          <p:spPr bwMode="auto">
            <a:xfrm>
              <a:off x="9536113" y="4533900"/>
              <a:ext cx="1230313" cy="931863"/>
            </a:xfrm>
            <a:custGeom>
              <a:avLst/>
              <a:gdLst>
                <a:gd name="T0" fmla="*/ 232 w 328"/>
                <a:gd name="T1" fmla="*/ 10 h 248"/>
                <a:gd name="T2" fmla="*/ 220 w 328"/>
                <a:gd name="T3" fmla="*/ 59 h 248"/>
                <a:gd name="T4" fmla="*/ 190 w 328"/>
                <a:gd name="T5" fmla="*/ 44 h 248"/>
                <a:gd name="T6" fmla="*/ 182 w 328"/>
                <a:gd name="T7" fmla="*/ 36 h 248"/>
                <a:gd name="T8" fmla="*/ 192 w 328"/>
                <a:gd name="T9" fmla="*/ 16 h 248"/>
                <a:gd name="T10" fmla="*/ 178 w 328"/>
                <a:gd name="T11" fmla="*/ 13 h 248"/>
                <a:gd name="T12" fmla="*/ 157 w 328"/>
                <a:gd name="T13" fmla="*/ 12 h 248"/>
                <a:gd name="T14" fmla="*/ 136 w 328"/>
                <a:gd name="T15" fmla="*/ 20 h 248"/>
                <a:gd name="T16" fmla="*/ 131 w 328"/>
                <a:gd name="T17" fmla="*/ 37 h 248"/>
                <a:gd name="T18" fmla="*/ 120 w 328"/>
                <a:gd name="T19" fmla="*/ 38 h 248"/>
                <a:gd name="T20" fmla="*/ 97 w 328"/>
                <a:gd name="T21" fmla="*/ 33 h 248"/>
                <a:gd name="T22" fmla="*/ 85 w 328"/>
                <a:gd name="T23" fmla="*/ 46 h 248"/>
                <a:gd name="T24" fmla="*/ 77 w 328"/>
                <a:gd name="T25" fmla="*/ 50 h 248"/>
                <a:gd name="T26" fmla="*/ 74 w 328"/>
                <a:gd name="T27" fmla="*/ 62 h 248"/>
                <a:gd name="T28" fmla="*/ 21 w 328"/>
                <a:gd name="T29" fmla="*/ 86 h 248"/>
                <a:gd name="T30" fmla="*/ 6 w 328"/>
                <a:gd name="T31" fmla="*/ 94 h 248"/>
                <a:gd name="T32" fmla="*/ 2 w 328"/>
                <a:gd name="T33" fmla="*/ 114 h 248"/>
                <a:gd name="T34" fmla="*/ 6 w 328"/>
                <a:gd name="T35" fmla="*/ 132 h 248"/>
                <a:gd name="T36" fmla="*/ 2 w 328"/>
                <a:gd name="T37" fmla="*/ 132 h 248"/>
                <a:gd name="T38" fmla="*/ 15 w 328"/>
                <a:gd name="T39" fmla="*/ 170 h 248"/>
                <a:gd name="T40" fmla="*/ 14 w 328"/>
                <a:gd name="T41" fmla="*/ 201 h 248"/>
                <a:gd name="T42" fmla="*/ 60 w 328"/>
                <a:gd name="T43" fmla="*/ 201 h 248"/>
                <a:gd name="T44" fmla="*/ 68 w 328"/>
                <a:gd name="T45" fmla="*/ 201 h 248"/>
                <a:gd name="T46" fmla="*/ 120 w 328"/>
                <a:gd name="T47" fmla="*/ 185 h 248"/>
                <a:gd name="T48" fmla="*/ 169 w 328"/>
                <a:gd name="T49" fmla="*/ 187 h 248"/>
                <a:gd name="T50" fmla="*/ 182 w 328"/>
                <a:gd name="T51" fmla="*/ 209 h 248"/>
                <a:gd name="T52" fmla="*/ 192 w 328"/>
                <a:gd name="T53" fmla="*/ 210 h 248"/>
                <a:gd name="T54" fmla="*/ 202 w 328"/>
                <a:gd name="T55" fmla="*/ 206 h 248"/>
                <a:gd name="T56" fmla="*/ 205 w 328"/>
                <a:gd name="T57" fmla="*/ 209 h 248"/>
                <a:gd name="T58" fmla="*/ 206 w 328"/>
                <a:gd name="T59" fmla="*/ 215 h 248"/>
                <a:gd name="T60" fmla="*/ 212 w 328"/>
                <a:gd name="T61" fmla="*/ 215 h 248"/>
                <a:gd name="T62" fmla="*/ 246 w 328"/>
                <a:gd name="T63" fmla="*/ 245 h 248"/>
                <a:gd name="T64" fmla="*/ 271 w 328"/>
                <a:gd name="T65" fmla="*/ 248 h 248"/>
                <a:gd name="T66" fmla="*/ 300 w 328"/>
                <a:gd name="T67" fmla="*/ 227 h 248"/>
                <a:gd name="T68" fmla="*/ 321 w 328"/>
                <a:gd name="T69" fmla="*/ 182 h 248"/>
                <a:gd name="T70" fmla="*/ 323 w 328"/>
                <a:gd name="T71" fmla="*/ 168 h 248"/>
                <a:gd name="T72" fmla="*/ 320 w 328"/>
                <a:gd name="T73" fmla="*/ 121 h 248"/>
                <a:gd name="T74" fmla="*/ 304 w 328"/>
                <a:gd name="T75" fmla="*/ 98 h 248"/>
                <a:gd name="T76" fmla="*/ 290 w 328"/>
                <a:gd name="T77" fmla="*/ 82 h 248"/>
                <a:gd name="T78" fmla="*/ 263 w 328"/>
                <a:gd name="T79" fmla="*/ 49 h 248"/>
                <a:gd name="T80" fmla="*/ 249 w 328"/>
                <a:gd name="T81" fmla="*/ 30 h 248"/>
                <a:gd name="T82" fmla="*/ 240 w 328"/>
                <a:gd name="T83" fmla="*/ 0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8" h="248">
                  <a:moveTo>
                    <a:pt x="240" y="0"/>
                  </a:moveTo>
                  <a:cubicBezTo>
                    <a:pt x="235" y="3"/>
                    <a:pt x="236" y="7"/>
                    <a:pt x="232" y="10"/>
                  </a:cubicBezTo>
                  <a:cubicBezTo>
                    <a:pt x="232" y="36"/>
                    <a:pt x="232" y="36"/>
                    <a:pt x="232" y="36"/>
                  </a:cubicBezTo>
                  <a:cubicBezTo>
                    <a:pt x="231" y="42"/>
                    <a:pt x="229" y="59"/>
                    <a:pt x="220" y="59"/>
                  </a:cubicBezTo>
                  <a:cubicBezTo>
                    <a:pt x="215" y="59"/>
                    <a:pt x="213" y="53"/>
                    <a:pt x="209" y="51"/>
                  </a:cubicBezTo>
                  <a:cubicBezTo>
                    <a:pt x="202" y="48"/>
                    <a:pt x="198" y="47"/>
                    <a:pt x="190" y="44"/>
                  </a:cubicBezTo>
                  <a:cubicBezTo>
                    <a:pt x="189" y="44"/>
                    <a:pt x="189" y="40"/>
                    <a:pt x="187" y="39"/>
                  </a:cubicBezTo>
                  <a:cubicBezTo>
                    <a:pt x="186" y="37"/>
                    <a:pt x="182" y="38"/>
                    <a:pt x="182" y="36"/>
                  </a:cubicBezTo>
                  <a:cubicBezTo>
                    <a:pt x="185" y="21"/>
                    <a:pt x="185" y="21"/>
                    <a:pt x="185" y="21"/>
                  </a:cubicBezTo>
                  <a:cubicBezTo>
                    <a:pt x="187" y="20"/>
                    <a:pt x="192" y="19"/>
                    <a:pt x="192" y="16"/>
                  </a:cubicBezTo>
                  <a:cubicBezTo>
                    <a:pt x="192" y="14"/>
                    <a:pt x="188" y="11"/>
                    <a:pt x="186" y="11"/>
                  </a:cubicBezTo>
                  <a:cubicBezTo>
                    <a:pt x="183" y="11"/>
                    <a:pt x="182" y="13"/>
                    <a:pt x="178" y="13"/>
                  </a:cubicBezTo>
                  <a:cubicBezTo>
                    <a:pt x="168" y="13"/>
                    <a:pt x="162" y="9"/>
                    <a:pt x="152" y="5"/>
                  </a:cubicBezTo>
                  <a:cubicBezTo>
                    <a:pt x="153" y="8"/>
                    <a:pt x="156" y="9"/>
                    <a:pt x="157" y="12"/>
                  </a:cubicBezTo>
                  <a:cubicBezTo>
                    <a:pt x="157" y="12"/>
                    <a:pt x="154" y="14"/>
                    <a:pt x="152" y="14"/>
                  </a:cubicBezTo>
                  <a:cubicBezTo>
                    <a:pt x="147" y="14"/>
                    <a:pt x="136" y="16"/>
                    <a:pt x="136" y="20"/>
                  </a:cubicBezTo>
                  <a:cubicBezTo>
                    <a:pt x="136" y="24"/>
                    <a:pt x="132" y="26"/>
                    <a:pt x="132" y="30"/>
                  </a:cubicBezTo>
                  <a:cubicBezTo>
                    <a:pt x="132" y="33"/>
                    <a:pt x="133" y="35"/>
                    <a:pt x="131" y="37"/>
                  </a:cubicBezTo>
                  <a:cubicBezTo>
                    <a:pt x="130" y="37"/>
                    <a:pt x="128" y="35"/>
                    <a:pt x="127" y="35"/>
                  </a:cubicBezTo>
                  <a:cubicBezTo>
                    <a:pt x="124" y="35"/>
                    <a:pt x="122" y="36"/>
                    <a:pt x="120" y="38"/>
                  </a:cubicBezTo>
                  <a:cubicBezTo>
                    <a:pt x="120" y="33"/>
                    <a:pt x="117" y="27"/>
                    <a:pt x="112" y="27"/>
                  </a:cubicBezTo>
                  <a:cubicBezTo>
                    <a:pt x="106" y="27"/>
                    <a:pt x="105" y="33"/>
                    <a:pt x="97" y="33"/>
                  </a:cubicBezTo>
                  <a:cubicBezTo>
                    <a:pt x="96" y="39"/>
                    <a:pt x="91" y="41"/>
                    <a:pt x="91" y="48"/>
                  </a:cubicBezTo>
                  <a:cubicBezTo>
                    <a:pt x="88" y="48"/>
                    <a:pt x="87" y="47"/>
                    <a:pt x="85" y="46"/>
                  </a:cubicBezTo>
                  <a:cubicBezTo>
                    <a:pt x="83" y="49"/>
                    <a:pt x="85" y="54"/>
                    <a:pt x="81" y="56"/>
                  </a:cubicBezTo>
                  <a:cubicBezTo>
                    <a:pt x="80" y="54"/>
                    <a:pt x="79" y="52"/>
                    <a:pt x="77" y="50"/>
                  </a:cubicBezTo>
                  <a:cubicBezTo>
                    <a:pt x="74" y="51"/>
                    <a:pt x="74" y="54"/>
                    <a:pt x="74" y="57"/>
                  </a:cubicBezTo>
                  <a:cubicBezTo>
                    <a:pt x="74" y="59"/>
                    <a:pt x="74" y="60"/>
                    <a:pt x="74" y="62"/>
                  </a:cubicBezTo>
                  <a:cubicBezTo>
                    <a:pt x="74" y="72"/>
                    <a:pt x="50" y="79"/>
                    <a:pt x="40" y="81"/>
                  </a:cubicBezTo>
                  <a:cubicBezTo>
                    <a:pt x="35" y="82"/>
                    <a:pt x="24" y="83"/>
                    <a:pt x="21" y="86"/>
                  </a:cubicBezTo>
                  <a:cubicBezTo>
                    <a:pt x="18" y="89"/>
                    <a:pt x="11" y="96"/>
                    <a:pt x="6" y="97"/>
                  </a:cubicBezTo>
                  <a:cubicBezTo>
                    <a:pt x="6" y="96"/>
                    <a:pt x="6" y="95"/>
                    <a:pt x="6" y="94"/>
                  </a:cubicBezTo>
                  <a:cubicBezTo>
                    <a:pt x="4" y="95"/>
                    <a:pt x="2" y="95"/>
                    <a:pt x="2" y="97"/>
                  </a:cubicBezTo>
                  <a:cubicBezTo>
                    <a:pt x="2" y="105"/>
                    <a:pt x="2" y="105"/>
                    <a:pt x="2" y="114"/>
                  </a:cubicBezTo>
                  <a:cubicBezTo>
                    <a:pt x="2" y="121"/>
                    <a:pt x="6" y="124"/>
                    <a:pt x="6" y="129"/>
                  </a:cubicBezTo>
                  <a:cubicBezTo>
                    <a:pt x="6" y="130"/>
                    <a:pt x="7" y="131"/>
                    <a:pt x="6" y="132"/>
                  </a:cubicBezTo>
                  <a:cubicBezTo>
                    <a:pt x="5" y="132"/>
                    <a:pt x="4" y="130"/>
                    <a:pt x="3" y="129"/>
                  </a:cubicBezTo>
                  <a:cubicBezTo>
                    <a:pt x="2" y="130"/>
                    <a:pt x="2" y="131"/>
                    <a:pt x="2" y="132"/>
                  </a:cubicBezTo>
                  <a:cubicBezTo>
                    <a:pt x="0" y="137"/>
                    <a:pt x="6" y="138"/>
                    <a:pt x="7" y="142"/>
                  </a:cubicBezTo>
                  <a:cubicBezTo>
                    <a:pt x="11" y="153"/>
                    <a:pt x="12" y="157"/>
                    <a:pt x="15" y="170"/>
                  </a:cubicBezTo>
                  <a:cubicBezTo>
                    <a:pt x="17" y="175"/>
                    <a:pt x="21" y="180"/>
                    <a:pt x="21" y="188"/>
                  </a:cubicBezTo>
                  <a:cubicBezTo>
                    <a:pt x="21" y="194"/>
                    <a:pt x="14" y="196"/>
                    <a:pt x="14" y="201"/>
                  </a:cubicBezTo>
                  <a:cubicBezTo>
                    <a:pt x="14" y="205"/>
                    <a:pt x="28" y="211"/>
                    <a:pt x="33" y="211"/>
                  </a:cubicBezTo>
                  <a:cubicBezTo>
                    <a:pt x="46" y="211"/>
                    <a:pt x="50" y="201"/>
                    <a:pt x="60" y="201"/>
                  </a:cubicBezTo>
                  <a:cubicBezTo>
                    <a:pt x="62" y="201"/>
                    <a:pt x="63" y="200"/>
                    <a:pt x="64" y="200"/>
                  </a:cubicBezTo>
                  <a:cubicBezTo>
                    <a:pt x="65" y="200"/>
                    <a:pt x="66" y="200"/>
                    <a:pt x="68" y="201"/>
                  </a:cubicBezTo>
                  <a:cubicBezTo>
                    <a:pt x="74" y="201"/>
                    <a:pt x="79" y="200"/>
                    <a:pt x="85" y="199"/>
                  </a:cubicBezTo>
                  <a:cubicBezTo>
                    <a:pt x="87" y="185"/>
                    <a:pt x="105" y="190"/>
                    <a:pt x="120" y="185"/>
                  </a:cubicBezTo>
                  <a:cubicBezTo>
                    <a:pt x="126" y="183"/>
                    <a:pt x="128" y="178"/>
                    <a:pt x="138" y="178"/>
                  </a:cubicBezTo>
                  <a:cubicBezTo>
                    <a:pt x="147" y="178"/>
                    <a:pt x="164" y="181"/>
                    <a:pt x="169" y="187"/>
                  </a:cubicBezTo>
                  <a:cubicBezTo>
                    <a:pt x="171" y="190"/>
                    <a:pt x="177" y="204"/>
                    <a:pt x="179" y="204"/>
                  </a:cubicBezTo>
                  <a:cubicBezTo>
                    <a:pt x="179" y="204"/>
                    <a:pt x="178" y="209"/>
                    <a:pt x="182" y="209"/>
                  </a:cubicBezTo>
                  <a:cubicBezTo>
                    <a:pt x="188" y="209"/>
                    <a:pt x="195" y="194"/>
                    <a:pt x="200" y="189"/>
                  </a:cubicBezTo>
                  <a:cubicBezTo>
                    <a:pt x="200" y="194"/>
                    <a:pt x="199" y="208"/>
                    <a:pt x="192" y="210"/>
                  </a:cubicBezTo>
                  <a:cubicBezTo>
                    <a:pt x="192" y="211"/>
                    <a:pt x="193" y="213"/>
                    <a:pt x="194" y="213"/>
                  </a:cubicBezTo>
                  <a:cubicBezTo>
                    <a:pt x="199" y="213"/>
                    <a:pt x="199" y="207"/>
                    <a:pt x="202" y="206"/>
                  </a:cubicBezTo>
                  <a:cubicBezTo>
                    <a:pt x="202" y="205"/>
                    <a:pt x="202" y="204"/>
                    <a:pt x="202" y="204"/>
                  </a:cubicBezTo>
                  <a:cubicBezTo>
                    <a:pt x="203" y="205"/>
                    <a:pt x="205" y="206"/>
                    <a:pt x="205" y="209"/>
                  </a:cubicBezTo>
                  <a:cubicBezTo>
                    <a:pt x="205" y="212"/>
                    <a:pt x="204" y="214"/>
                    <a:pt x="203" y="215"/>
                  </a:cubicBezTo>
                  <a:cubicBezTo>
                    <a:pt x="206" y="215"/>
                    <a:pt x="206" y="215"/>
                    <a:pt x="206" y="215"/>
                  </a:cubicBezTo>
                  <a:cubicBezTo>
                    <a:pt x="209" y="215"/>
                    <a:pt x="210" y="215"/>
                    <a:pt x="212" y="213"/>
                  </a:cubicBezTo>
                  <a:cubicBezTo>
                    <a:pt x="212" y="215"/>
                    <a:pt x="212" y="215"/>
                    <a:pt x="212" y="215"/>
                  </a:cubicBezTo>
                  <a:cubicBezTo>
                    <a:pt x="213" y="219"/>
                    <a:pt x="216" y="222"/>
                    <a:pt x="216" y="226"/>
                  </a:cubicBezTo>
                  <a:cubicBezTo>
                    <a:pt x="216" y="238"/>
                    <a:pt x="234" y="245"/>
                    <a:pt x="246" y="245"/>
                  </a:cubicBezTo>
                  <a:cubicBezTo>
                    <a:pt x="253" y="245"/>
                    <a:pt x="250" y="240"/>
                    <a:pt x="257" y="239"/>
                  </a:cubicBezTo>
                  <a:cubicBezTo>
                    <a:pt x="257" y="241"/>
                    <a:pt x="269" y="247"/>
                    <a:pt x="271" y="248"/>
                  </a:cubicBezTo>
                  <a:cubicBezTo>
                    <a:pt x="273" y="234"/>
                    <a:pt x="297" y="240"/>
                    <a:pt x="300" y="227"/>
                  </a:cubicBezTo>
                  <a:cubicBezTo>
                    <a:pt x="300" y="227"/>
                    <a:pt x="300" y="227"/>
                    <a:pt x="300" y="227"/>
                  </a:cubicBezTo>
                  <a:cubicBezTo>
                    <a:pt x="300" y="217"/>
                    <a:pt x="306" y="209"/>
                    <a:pt x="308" y="202"/>
                  </a:cubicBezTo>
                  <a:cubicBezTo>
                    <a:pt x="311" y="193"/>
                    <a:pt x="316" y="190"/>
                    <a:pt x="321" y="182"/>
                  </a:cubicBezTo>
                  <a:cubicBezTo>
                    <a:pt x="323" y="180"/>
                    <a:pt x="322" y="178"/>
                    <a:pt x="323" y="176"/>
                  </a:cubicBezTo>
                  <a:cubicBezTo>
                    <a:pt x="323" y="168"/>
                    <a:pt x="323" y="168"/>
                    <a:pt x="323" y="168"/>
                  </a:cubicBezTo>
                  <a:cubicBezTo>
                    <a:pt x="326" y="166"/>
                    <a:pt x="328" y="157"/>
                    <a:pt x="328" y="151"/>
                  </a:cubicBezTo>
                  <a:cubicBezTo>
                    <a:pt x="328" y="142"/>
                    <a:pt x="325" y="127"/>
                    <a:pt x="320" y="121"/>
                  </a:cubicBezTo>
                  <a:cubicBezTo>
                    <a:pt x="320" y="120"/>
                    <a:pt x="320" y="120"/>
                    <a:pt x="320" y="120"/>
                  </a:cubicBezTo>
                  <a:cubicBezTo>
                    <a:pt x="315" y="114"/>
                    <a:pt x="304" y="110"/>
                    <a:pt x="304" y="98"/>
                  </a:cubicBezTo>
                  <a:cubicBezTo>
                    <a:pt x="301" y="98"/>
                    <a:pt x="296" y="98"/>
                    <a:pt x="295" y="95"/>
                  </a:cubicBezTo>
                  <a:cubicBezTo>
                    <a:pt x="294" y="91"/>
                    <a:pt x="293" y="85"/>
                    <a:pt x="290" y="82"/>
                  </a:cubicBezTo>
                  <a:cubicBezTo>
                    <a:pt x="285" y="77"/>
                    <a:pt x="273" y="74"/>
                    <a:pt x="270" y="68"/>
                  </a:cubicBezTo>
                  <a:cubicBezTo>
                    <a:pt x="268" y="60"/>
                    <a:pt x="266" y="57"/>
                    <a:pt x="263" y="49"/>
                  </a:cubicBezTo>
                  <a:cubicBezTo>
                    <a:pt x="262" y="44"/>
                    <a:pt x="262" y="35"/>
                    <a:pt x="258" y="33"/>
                  </a:cubicBezTo>
                  <a:cubicBezTo>
                    <a:pt x="257" y="33"/>
                    <a:pt x="252" y="31"/>
                    <a:pt x="249" y="30"/>
                  </a:cubicBezTo>
                  <a:cubicBezTo>
                    <a:pt x="246" y="28"/>
                    <a:pt x="247" y="23"/>
                    <a:pt x="246" y="19"/>
                  </a:cubicBezTo>
                  <a:cubicBezTo>
                    <a:pt x="244" y="13"/>
                    <a:pt x="241" y="8"/>
                    <a:pt x="2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 name="Freeform 37"/>
            <p:cNvSpPr>
              <a:spLocks/>
            </p:cNvSpPr>
            <p:nvPr/>
          </p:nvSpPr>
          <p:spPr bwMode="auto">
            <a:xfrm>
              <a:off x="11156950" y="5518150"/>
              <a:ext cx="233363" cy="228600"/>
            </a:xfrm>
            <a:custGeom>
              <a:avLst/>
              <a:gdLst>
                <a:gd name="T0" fmla="*/ 50 w 62"/>
                <a:gd name="T1" fmla="*/ 0 h 61"/>
                <a:gd name="T2" fmla="*/ 43 w 62"/>
                <a:gd name="T3" fmla="*/ 10 h 61"/>
                <a:gd name="T4" fmla="*/ 43 w 62"/>
                <a:gd name="T5" fmla="*/ 11 h 61"/>
                <a:gd name="T6" fmla="*/ 37 w 62"/>
                <a:gd name="T7" fmla="*/ 15 h 61"/>
                <a:gd name="T8" fmla="*/ 37 w 62"/>
                <a:gd name="T9" fmla="*/ 17 h 61"/>
                <a:gd name="T10" fmla="*/ 32 w 62"/>
                <a:gd name="T11" fmla="*/ 24 h 61"/>
                <a:gd name="T12" fmla="*/ 16 w 62"/>
                <a:gd name="T13" fmla="*/ 34 h 61"/>
                <a:gd name="T14" fmla="*/ 11 w 62"/>
                <a:gd name="T15" fmla="*/ 37 h 61"/>
                <a:gd name="T16" fmla="*/ 0 w 62"/>
                <a:gd name="T17" fmla="*/ 53 h 61"/>
                <a:gd name="T18" fmla="*/ 1 w 62"/>
                <a:gd name="T19" fmla="*/ 54 h 61"/>
                <a:gd name="T20" fmla="*/ 14 w 62"/>
                <a:gd name="T21" fmla="*/ 60 h 61"/>
                <a:gd name="T22" fmla="*/ 20 w 62"/>
                <a:gd name="T23" fmla="*/ 61 h 61"/>
                <a:gd name="T24" fmla="*/ 31 w 62"/>
                <a:gd name="T25" fmla="*/ 54 h 61"/>
                <a:gd name="T26" fmla="*/ 40 w 62"/>
                <a:gd name="T27" fmla="*/ 35 h 61"/>
                <a:gd name="T28" fmla="*/ 51 w 62"/>
                <a:gd name="T29" fmla="*/ 33 h 61"/>
                <a:gd name="T30" fmla="*/ 51 w 62"/>
                <a:gd name="T31" fmla="*/ 24 h 61"/>
                <a:gd name="T32" fmla="*/ 62 w 62"/>
                <a:gd name="T33" fmla="*/ 10 h 61"/>
                <a:gd name="T34" fmla="*/ 60 w 62"/>
                <a:gd name="T35" fmla="*/ 6 h 61"/>
                <a:gd name="T36" fmla="*/ 58 w 62"/>
                <a:gd name="T37" fmla="*/ 5 h 61"/>
                <a:gd name="T38" fmla="*/ 53 w 62"/>
                <a:gd name="T39" fmla="*/ 7 h 61"/>
                <a:gd name="T40" fmla="*/ 52 w 62"/>
                <a:gd name="T41" fmla="*/ 3 h 61"/>
                <a:gd name="T42" fmla="*/ 50 w 62"/>
                <a:gd name="T43"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2" h="61">
                  <a:moveTo>
                    <a:pt x="50" y="0"/>
                  </a:moveTo>
                  <a:cubicBezTo>
                    <a:pt x="47" y="1"/>
                    <a:pt x="43" y="5"/>
                    <a:pt x="43" y="10"/>
                  </a:cubicBezTo>
                  <a:cubicBezTo>
                    <a:pt x="43" y="10"/>
                    <a:pt x="43" y="11"/>
                    <a:pt x="43" y="11"/>
                  </a:cubicBezTo>
                  <a:cubicBezTo>
                    <a:pt x="40" y="12"/>
                    <a:pt x="39" y="12"/>
                    <a:pt x="37" y="15"/>
                  </a:cubicBezTo>
                  <a:cubicBezTo>
                    <a:pt x="37" y="15"/>
                    <a:pt x="37" y="17"/>
                    <a:pt x="37" y="17"/>
                  </a:cubicBezTo>
                  <a:cubicBezTo>
                    <a:pt x="37" y="17"/>
                    <a:pt x="33" y="24"/>
                    <a:pt x="32" y="24"/>
                  </a:cubicBezTo>
                  <a:cubicBezTo>
                    <a:pt x="27" y="27"/>
                    <a:pt x="23" y="34"/>
                    <a:pt x="16" y="34"/>
                  </a:cubicBezTo>
                  <a:cubicBezTo>
                    <a:pt x="14" y="34"/>
                    <a:pt x="12" y="35"/>
                    <a:pt x="11" y="37"/>
                  </a:cubicBezTo>
                  <a:cubicBezTo>
                    <a:pt x="8" y="42"/>
                    <a:pt x="0" y="46"/>
                    <a:pt x="0" y="53"/>
                  </a:cubicBezTo>
                  <a:cubicBezTo>
                    <a:pt x="0" y="54"/>
                    <a:pt x="1" y="54"/>
                    <a:pt x="1" y="54"/>
                  </a:cubicBezTo>
                  <a:cubicBezTo>
                    <a:pt x="1" y="56"/>
                    <a:pt x="12" y="60"/>
                    <a:pt x="14" y="60"/>
                  </a:cubicBezTo>
                  <a:cubicBezTo>
                    <a:pt x="16" y="60"/>
                    <a:pt x="19" y="61"/>
                    <a:pt x="20" y="61"/>
                  </a:cubicBezTo>
                  <a:cubicBezTo>
                    <a:pt x="24" y="61"/>
                    <a:pt x="29" y="57"/>
                    <a:pt x="31" y="54"/>
                  </a:cubicBezTo>
                  <a:cubicBezTo>
                    <a:pt x="31" y="54"/>
                    <a:pt x="39" y="38"/>
                    <a:pt x="40" y="35"/>
                  </a:cubicBezTo>
                  <a:cubicBezTo>
                    <a:pt x="42" y="35"/>
                    <a:pt x="49" y="33"/>
                    <a:pt x="51" y="33"/>
                  </a:cubicBezTo>
                  <a:cubicBezTo>
                    <a:pt x="51" y="30"/>
                    <a:pt x="50" y="29"/>
                    <a:pt x="51" y="24"/>
                  </a:cubicBezTo>
                  <a:cubicBezTo>
                    <a:pt x="55" y="24"/>
                    <a:pt x="61" y="14"/>
                    <a:pt x="62" y="10"/>
                  </a:cubicBezTo>
                  <a:cubicBezTo>
                    <a:pt x="60" y="9"/>
                    <a:pt x="60" y="8"/>
                    <a:pt x="60" y="6"/>
                  </a:cubicBezTo>
                  <a:cubicBezTo>
                    <a:pt x="59" y="6"/>
                    <a:pt x="58" y="5"/>
                    <a:pt x="58" y="5"/>
                  </a:cubicBezTo>
                  <a:cubicBezTo>
                    <a:pt x="56" y="5"/>
                    <a:pt x="55" y="7"/>
                    <a:pt x="53" y="7"/>
                  </a:cubicBezTo>
                  <a:cubicBezTo>
                    <a:pt x="51" y="7"/>
                    <a:pt x="52" y="5"/>
                    <a:pt x="52" y="3"/>
                  </a:cubicBezTo>
                  <a:cubicBezTo>
                    <a:pt x="51" y="3"/>
                    <a:pt x="50" y="2"/>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 name="Freeform 38"/>
            <p:cNvSpPr>
              <a:spLocks/>
            </p:cNvSpPr>
            <p:nvPr/>
          </p:nvSpPr>
          <p:spPr bwMode="auto">
            <a:xfrm>
              <a:off x="11345863" y="5300663"/>
              <a:ext cx="176213" cy="250825"/>
            </a:xfrm>
            <a:custGeom>
              <a:avLst/>
              <a:gdLst>
                <a:gd name="T0" fmla="*/ 0 w 47"/>
                <a:gd name="T1" fmla="*/ 0 h 67"/>
                <a:gd name="T2" fmla="*/ 12 w 47"/>
                <a:gd name="T3" fmla="*/ 17 h 67"/>
                <a:gd name="T4" fmla="*/ 12 w 47"/>
                <a:gd name="T5" fmla="*/ 20 h 67"/>
                <a:gd name="T6" fmla="*/ 15 w 47"/>
                <a:gd name="T7" fmla="*/ 25 h 67"/>
                <a:gd name="T8" fmla="*/ 15 w 47"/>
                <a:gd name="T9" fmla="*/ 25 h 67"/>
                <a:gd name="T10" fmla="*/ 16 w 47"/>
                <a:gd name="T11" fmla="*/ 31 h 67"/>
                <a:gd name="T12" fmla="*/ 12 w 47"/>
                <a:gd name="T13" fmla="*/ 42 h 67"/>
                <a:gd name="T14" fmla="*/ 8 w 47"/>
                <a:gd name="T15" fmla="*/ 46 h 67"/>
                <a:gd name="T16" fmla="*/ 19 w 47"/>
                <a:gd name="T17" fmla="*/ 55 h 67"/>
                <a:gd name="T18" fmla="*/ 16 w 47"/>
                <a:gd name="T19" fmla="*/ 63 h 67"/>
                <a:gd name="T20" fmla="*/ 20 w 47"/>
                <a:gd name="T21" fmla="*/ 67 h 67"/>
                <a:gd name="T22" fmla="*/ 30 w 47"/>
                <a:gd name="T23" fmla="*/ 57 h 67"/>
                <a:gd name="T24" fmla="*/ 34 w 47"/>
                <a:gd name="T25" fmla="*/ 51 h 67"/>
                <a:gd name="T26" fmla="*/ 33 w 47"/>
                <a:gd name="T27" fmla="*/ 48 h 67"/>
                <a:gd name="T28" fmla="*/ 39 w 47"/>
                <a:gd name="T29" fmla="*/ 45 h 67"/>
                <a:gd name="T30" fmla="*/ 40 w 47"/>
                <a:gd name="T31" fmla="*/ 44 h 67"/>
                <a:gd name="T32" fmla="*/ 41 w 47"/>
                <a:gd name="T33" fmla="*/ 45 h 67"/>
                <a:gd name="T34" fmla="*/ 47 w 47"/>
                <a:gd name="T35" fmla="*/ 31 h 67"/>
                <a:gd name="T36" fmla="*/ 44 w 47"/>
                <a:gd name="T37" fmla="*/ 29 h 67"/>
                <a:gd name="T38" fmla="*/ 35 w 47"/>
                <a:gd name="T39" fmla="*/ 32 h 67"/>
                <a:gd name="T40" fmla="*/ 24 w 47"/>
                <a:gd name="T41" fmla="*/ 21 h 67"/>
                <a:gd name="T42" fmla="*/ 22 w 47"/>
                <a:gd name="T43" fmla="*/ 21 h 67"/>
                <a:gd name="T44" fmla="*/ 20 w 47"/>
                <a:gd name="T45" fmla="*/ 23 h 67"/>
                <a:gd name="T46" fmla="*/ 18 w 47"/>
                <a:gd name="T47" fmla="*/ 23 h 67"/>
                <a:gd name="T48" fmla="*/ 13 w 47"/>
                <a:gd name="T49" fmla="*/ 14 h 67"/>
                <a:gd name="T50" fmla="*/ 14 w 47"/>
                <a:gd name="T51" fmla="*/ 12 h 67"/>
                <a:gd name="T52" fmla="*/ 11 w 47"/>
                <a:gd name="T53" fmla="*/ 8 h 67"/>
                <a:gd name="T54" fmla="*/ 0 w 47"/>
                <a:gd name="T55"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7" h="67">
                  <a:moveTo>
                    <a:pt x="0" y="0"/>
                  </a:moveTo>
                  <a:cubicBezTo>
                    <a:pt x="2" y="7"/>
                    <a:pt x="6" y="16"/>
                    <a:pt x="12" y="17"/>
                  </a:cubicBezTo>
                  <a:cubicBezTo>
                    <a:pt x="12" y="18"/>
                    <a:pt x="12" y="19"/>
                    <a:pt x="12" y="20"/>
                  </a:cubicBezTo>
                  <a:cubicBezTo>
                    <a:pt x="12" y="22"/>
                    <a:pt x="14" y="23"/>
                    <a:pt x="15" y="25"/>
                  </a:cubicBezTo>
                  <a:cubicBezTo>
                    <a:pt x="15" y="25"/>
                    <a:pt x="15" y="25"/>
                    <a:pt x="15" y="25"/>
                  </a:cubicBezTo>
                  <a:cubicBezTo>
                    <a:pt x="15" y="27"/>
                    <a:pt x="16" y="29"/>
                    <a:pt x="16" y="31"/>
                  </a:cubicBezTo>
                  <a:cubicBezTo>
                    <a:pt x="16" y="35"/>
                    <a:pt x="15" y="39"/>
                    <a:pt x="12" y="42"/>
                  </a:cubicBezTo>
                  <a:cubicBezTo>
                    <a:pt x="11" y="43"/>
                    <a:pt x="8" y="44"/>
                    <a:pt x="8" y="46"/>
                  </a:cubicBezTo>
                  <a:cubicBezTo>
                    <a:pt x="8" y="52"/>
                    <a:pt x="19" y="49"/>
                    <a:pt x="19" y="55"/>
                  </a:cubicBezTo>
                  <a:cubicBezTo>
                    <a:pt x="19" y="58"/>
                    <a:pt x="16" y="60"/>
                    <a:pt x="16" y="63"/>
                  </a:cubicBezTo>
                  <a:cubicBezTo>
                    <a:pt x="16" y="65"/>
                    <a:pt x="17" y="67"/>
                    <a:pt x="20" y="67"/>
                  </a:cubicBezTo>
                  <a:cubicBezTo>
                    <a:pt x="26" y="67"/>
                    <a:pt x="28" y="61"/>
                    <a:pt x="30" y="57"/>
                  </a:cubicBezTo>
                  <a:cubicBezTo>
                    <a:pt x="31" y="56"/>
                    <a:pt x="34" y="53"/>
                    <a:pt x="34" y="51"/>
                  </a:cubicBezTo>
                  <a:cubicBezTo>
                    <a:pt x="34" y="50"/>
                    <a:pt x="33" y="49"/>
                    <a:pt x="33" y="48"/>
                  </a:cubicBezTo>
                  <a:cubicBezTo>
                    <a:pt x="33" y="46"/>
                    <a:pt x="36" y="45"/>
                    <a:pt x="39" y="45"/>
                  </a:cubicBezTo>
                  <a:cubicBezTo>
                    <a:pt x="40" y="44"/>
                    <a:pt x="40" y="44"/>
                    <a:pt x="40" y="44"/>
                  </a:cubicBezTo>
                  <a:cubicBezTo>
                    <a:pt x="41" y="45"/>
                    <a:pt x="41" y="45"/>
                    <a:pt x="41" y="45"/>
                  </a:cubicBezTo>
                  <a:cubicBezTo>
                    <a:pt x="44" y="41"/>
                    <a:pt x="43" y="35"/>
                    <a:pt x="47" y="31"/>
                  </a:cubicBezTo>
                  <a:cubicBezTo>
                    <a:pt x="46" y="30"/>
                    <a:pt x="45" y="29"/>
                    <a:pt x="44" y="29"/>
                  </a:cubicBezTo>
                  <a:cubicBezTo>
                    <a:pt x="40" y="29"/>
                    <a:pt x="40" y="32"/>
                    <a:pt x="35" y="32"/>
                  </a:cubicBezTo>
                  <a:cubicBezTo>
                    <a:pt x="28" y="32"/>
                    <a:pt x="24" y="28"/>
                    <a:pt x="24" y="21"/>
                  </a:cubicBezTo>
                  <a:cubicBezTo>
                    <a:pt x="24" y="21"/>
                    <a:pt x="23" y="21"/>
                    <a:pt x="22" y="21"/>
                  </a:cubicBezTo>
                  <a:cubicBezTo>
                    <a:pt x="21" y="21"/>
                    <a:pt x="20" y="22"/>
                    <a:pt x="20" y="23"/>
                  </a:cubicBezTo>
                  <a:cubicBezTo>
                    <a:pt x="18" y="23"/>
                    <a:pt x="18" y="23"/>
                    <a:pt x="18" y="23"/>
                  </a:cubicBezTo>
                  <a:cubicBezTo>
                    <a:pt x="17" y="22"/>
                    <a:pt x="13" y="16"/>
                    <a:pt x="13" y="14"/>
                  </a:cubicBezTo>
                  <a:cubicBezTo>
                    <a:pt x="13" y="13"/>
                    <a:pt x="14" y="13"/>
                    <a:pt x="14" y="12"/>
                  </a:cubicBezTo>
                  <a:cubicBezTo>
                    <a:pt x="13" y="11"/>
                    <a:pt x="13" y="9"/>
                    <a:pt x="11" y="8"/>
                  </a:cubicBezTo>
                  <a:cubicBezTo>
                    <a:pt x="8" y="5"/>
                    <a:pt x="3" y="5"/>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 name="Freeform 39"/>
            <p:cNvSpPr>
              <a:spLocks/>
            </p:cNvSpPr>
            <p:nvPr/>
          </p:nvSpPr>
          <p:spPr bwMode="auto">
            <a:xfrm>
              <a:off x="11476038" y="4737100"/>
              <a:ext cx="38100" cy="28575"/>
            </a:xfrm>
            <a:custGeom>
              <a:avLst/>
              <a:gdLst>
                <a:gd name="T0" fmla="*/ 7 w 10"/>
                <a:gd name="T1" fmla="*/ 0 h 8"/>
                <a:gd name="T2" fmla="*/ 0 w 10"/>
                <a:gd name="T3" fmla="*/ 6 h 8"/>
                <a:gd name="T4" fmla="*/ 6 w 10"/>
                <a:gd name="T5" fmla="*/ 8 h 8"/>
                <a:gd name="T6" fmla="*/ 8 w 10"/>
                <a:gd name="T7" fmla="*/ 8 h 8"/>
                <a:gd name="T8" fmla="*/ 10 w 10"/>
                <a:gd name="T9" fmla="*/ 6 h 8"/>
                <a:gd name="T10" fmla="*/ 10 w 10"/>
                <a:gd name="T11" fmla="*/ 3 h 8"/>
                <a:gd name="T12" fmla="*/ 7 w 10"/>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0" h="8">
                  <a:moveTo>
                    <a:pt x="7" y="0"/>
                  </a:moveTo>
                  <a:cubicBezTo>
                    <a:pt x="4" y="1"/>
                    <a:pt x="0" y="2"/>
                    <a:pt x="0" y="6"/>
                  </a:cubicBezTo>
                  <a:cubicBezTo>
                    <a:pt x="0" y="7"/>
                    <a:pt x="4" y="8"/>
                    <a:pt x="6" y="8"/>
                  </a:cubicBezTo>
                  <a:cubicBezTo>
                    <a:pt x="7" y="8"/>
                    <a:pt x="8" y="8"/>
                    <a:pt x="8" y="8"/>
                  </a:cubicBezTo>
                  <a:cubicBezTo>
                    <a:pt x="9" y="8"/>
                    <a:pt x="9" y="7"/>
                    <a:pt x="10" y="6"/>
                  </a:cubicBezTo>
                  <a:cubicBezTo>
                    <a:pt x="10" y="3"/>
                    <a:pt x="10" y="3"/>
                    <a:pt x="10" y="3"/>
                  </a:cubicBezTo>
                  <a:cubicBezTo>
                    <a:pt x="9" y="3"/>
                    <a:pt x="8" y="2"/>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 name="Freeform 40"/>
            <p:cNvSpPr>
              <a:spLocks/>
            </p:cNvSpPr>
            <p:nvPr/>
          </p:nvSpPr>
          <p:spPr bwMode="auto">
            <a:xfrm>
              <a:off x="11522075" y="4706938"/>
              <a:ext cx="30163" cy="22225"/>
            </a:xfrm>
            <a:custGeom>
              <a:avLst/>
              <a:gdLst>
                <a:gd name="T0" fmla="*/ 8 w 8"/>
                <a:gd name="T1" fmla="*/ 0 h 6"/>
                <a:gd name="T2" fmla="*/ 0 w 8"/>
                <a:gd name="T3" fmla="*/ 4 h 6"/>
                <a:gd name="T4" fmla="*/ 1 w 8"/>
                <a:gd name="T5" fmla="*/ 6 h 6"/>
                <a:gd name="T6" fmla="*/ 8 w 8"/>
                <a:gd name="T7" fmla="*/ 3 h 6"/>
                <a:gd name="T8" fmla="*/ 8 w 8"/>
                <a:gd name="T9" fmla="*/ 0 h 6"/>
              </a:gdLst>
              <a:ahLst/>
              <a:cxnLst>
                <a:cxn ang="0">
                  <a:pos x="T0" y="T1"/>
                </a:cxn>
                <a:cxn ang="0">
                  <a:pos x="T2" y="T3"/>
                </a:cxn>
                <a:cxn ang="0">
                  <a:pos x="T4" y="T5"/>
                </a:cxn>
                <a:cxn ang="0">
                  <a:pos x="T6" y="T7"/>
                </a:cxn>
                <a:cxn ang="0">
                  <a:pos x="T8" y="T9"/>
                </a:cxn>
              </a:cxnLst>
              <a:rect l="0" t="0" r="r" b="b"/>
              <a:pathLst>
                <a:path w="8" h="6">
                  <a:moveTo>
                    <a:pt x="8" y="0"/>
                  </a:moveTo>
                  <a:cubicBezTo>
                    <a:pt x="7" y="0"/>
                    <a:pt x="0" y="0"/>
                    <a:pt x="0" y="4"/>
                  </a:cubicBezTo>
                  <a:cubicBezTo>
                    <a:pt x="0" y="5"/>
                    <a:pt x="0" y="6"/>
                    <a:pt x="1" y="6"/>
                  </a:cubicBezTo>
                  <a:cubicBezTo>
                    <a:pt x="4" y="6"/>
                    <a:pt x="5" y="4"/>
                    <a:pt x="8" y="3"/>
                  </a:cubicBezTo>
                  <a:cubicBezTo>
                    <a:pt x="8" y="2"/>
                    <a:pt x="8"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 name="Freeform 41"/>
            <p:cNvSpPr>
              <a:spLocks/>
            </p:cNvSpPr>
            <p:nvPr/>
          </p:nvSpPr>
          <p:spPr bwMode="auto">
            <a:xfrm>
              <a:off x="9809163" y="3902075"/>
              <a:ext cx="139700" cy="131763"/>
            </a:xfrm>
            <a:custGeom>
              <a:avLst/>
              <a:gdLst>
                <a:gd name="T0" fmla="*/ 26 w 37"/>
                <a:gd name="T1" fmla="*/ 0 h 35"/>
                <a:gd name="T2" fmla="*/ 26 w 37"/>
                <a:gd name="T3" fmla="*/ 6 h 35"/>
                <a:gd name="T4" fmla="*/ 20 w 37"/>
                <a:gd name="T5" fmla="*/ 10 h 35"/>
                <a:gd name="T6" fmla="*/ 18 w 37"/>
                <a:gd name="T7" fmla="*/ 13 h 35"/>
                <a:gd name="T8" fmla="*/ 16 w 37"/>
                <a:gd name="T9" fmla="*/ 13 h 35"/>
                <a:gd name="T10" fmla="*/ 11 w 37"/>
                <a:gd name="T11" fmla="*/ 9 h 35"/>
                <a:gd name="T12" fmla="*/ 11 w 37"/>
                <a:gd name="T13" fmla="*/ 9 h 35"/>
                <a:gd name="T14" fmla="*/ 7 w 37"/>
                <a:gd name="T15" fmla="*/ 12 h 35"/>
                <a:gd name="T16" fmla="*/ 3 w 37"/>
                <a:gd name="T17" fmla="*/ 15 h 35"/>
                <a:gd name="T18" fmla="*/ 3 w 37"/>
                <a:gd name="T19" fmla="*/ 15 h 35"/>
                <a:gd name="T20" fmla="*/ 1 w 37"/>
                <a:gd name="T21" fmla="*/ 21 h 35"/>
                <a:gd name="T22" fmla="*/ 2 w 37"/>
                <a:gd name="T23" fmla="*/ 23 h 35"/>
                <a:gd name="T24" fmla="*/ 2 w 37"/>
                <a:gd name="T25" fmla="*/ 29 h 35"/>
                <a:gd name="T26" fmla="*/ 2 w 37"/>
                <a:gd name="T27" fmla="*/ 29 h 35"/>
                <a:gd name="T28" fmla="*/ 7 w 37"/>
                <a:gd name="T29" fmla="*/ 19 h 35"/>
                <a:gd name="T30" fmla="*/ 9 w 37"/>
                <a:gd name="T31" fmla="*/ 21 h 35"/>
                <a:gd name="T32" fmla="*/ 10 w 37"/>
                <a:gd name="T33" fmla="*/ 20 h 35"/>
                <a:gd name="T34" fmla="*/ 13 w 37"/>
                <a:gd name="T35" fmla="*/ 21 h 35"/>
                <a:gd name="T36" fmla="*/ 13 w 37"/>
                <a:gd name="T37" fmla="*/ 19 h 35"/>
                <a:gd name="T38" fmla="*/ 17 w 37"/>
                <a:gd name="T39" fmla="*/ 19 h 35"/>
                <a:gd name="T40" fmla="*/ 18 w 37"/>
                <a:gd name="T41" fmla="*/ 21 h 35"/>
                <a:gd name="T42" fmla="*/ 16 w 37"/>
                <a:gd name="T43" fmla="*/ 24 h 35"/>
                <a:gd name="T44" fmla="*/ 23 w 37"/>
                <a:gd name="T45" fmla="*/ 33 h 35"/>
                <a:gd name="T46" fmla="*/ 24 w 37"/>
                <a:gd name="T47" fmla="*/ 33 h 35"/>
                <a:gd name="T48" fmla="*/ 25 w 37"/>
                <a:gd name="T49" fmla="*/ 33 h 35"/>
                <a:gd name="T50" fmla="*/ 27 w 37"/>
                <a:gd name="T51" fmla="*/ 35 h 35"/>
                <a:gd name="T52" fmla="*/ 27 w 37"/>
                <a:gd name="T53" fmla="*/ 35 h 35"/>
                <a:gd name="T54" fmla="*/ 30 w 37"/>
                <a:gd name="T55" fmla="*/ 31 h 35"/>
                <a:gd name="T56" fmla="*/ 27 w 37"/>
                <a:gd name="T57" fmla="*/ 26 h 35"/>
                <a:gd name="T58" fmla="*/ 29 w 37"/>
                <a:gd name="T59" fmla="*/ 23 h 35"/>
                <a:gd name="T60" fmla="*/ 30 w 37"/>
                <a:gd name="T61" fmla="*/ 25 h 35"/>
                <a:gd name="T62" fmla="*/ 30 w 37"/>
                <a:gd name="T63" fmla="*/ 24 h 35"/>
                <a:gd name="T64" fmla="*/ 33 w 37"/>
                <a:gd name="T65" fmla="*/ 30 h 35"/>
                <a:gd name="T66" fmla="*/ 37 w 37"/>
                <a:gd name="T67" fmla="*/ 22 h 35"/>
                <a:gd name="T68" fmla="*/ 31 w 37"/>
                <a:gd name="T69" fmla="*/ 3 h 35"/>
                <a:gd name="T70" fmla="*/ 26 w 37"/>
                <a:gd name="T71"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7" h="35">
                  <a:moveTo>
                    <a:pt x="26" y="0"/>
                  </a:moveTo>
                  <a:cubicBezTo>
                    <a:pt x="26" y="1"/>
                    <a:pt x="26" y="5"/>
                    <a:pt x="26" y="6"/>
                  </a:cubicBezTo>
                  <a:cubicBezTo>
                    <a:pt x="25" y="8"/>
                    <a:pt x="20" y="7"/>
                    <a:pt x="20" y="10"/>
                  </a:cubicBezTo>
                  <a:cubicBezTo>
                    <a:pt x="18" y="10"/>
                    <a:pt x="18" y="12"/>
                    <a:pt x="18" y="13"/>
                  </a:cubicBezTo>
                  <a:cubicBezTo>
                    <a:pt x="17" y="13"/>
                    <a:pt x="17" y="13"/>
                    <a:pt x="16" y="13"/>
                  </a:cubicBezTo>
                  <a:cubicBezTo>
                    <a:pt x="14" y="13"/>
                    <a:pt x="15" y="9"/>
                    <a:pt x="11" y="9"/>
                  </a:cubicBezTo>
                  <a:cubicBezTo>
                    <a:pt x="11" y="9"/>
                    <a:pt x="11" y="9"/>
                    <a:pt x="11" y="9"/>
                  </a:cubicBezTo>
                  <a:cubicBezTo>
                    <a:pt x="9" y="9"/>
                    <a:pt x="8" y="11"/>
                    <a:pt x="7" y="12"/>
                  </a:cubicBezTo>
                  <a:cubicBezTo>
                    <a:pt x="6" y="13"/>
                    <a:pt x="5" y="15"/>
                    <a:pt x="3" y="15"/>
                  </a:cubicBezTo>
                  <a:cubicBezTo>
                    <a:pt x="3" y="15"/>
                    <a:pt x="3" y="15"/>
                    <a:pt x="3" y="15"/>
                  </a:cubicBezTo>
                  <a:cubicBezTo>
                    <a:pt x="2" y="17"/>
                    <a:pt x="1" y="19"/>
                    <a:pt x="1" y="21"/>
                  </a:cubicBezTo>
                  <a:cubicBezTo>
                    <a:pt x="1" y="22"/>
                    <a:pt x="2" y="23"/>
                    <a:pt x="2" y="23"/>
                  </a:cubicBezTo>
                  <a:cubicBezTo>
                    <a:pt x="2" y="25"/>
                    <a:pt x="0" y="29"/>
                    <a:pt x="2" y="29"/>
                  </a:cubicBezTo>
                  <a:cubicBezTo>
                    <a:pt x="2" y="29"/>
                    <a:pt x="2" y="29"/>
                    <a:pt x="2" y="29"/>
                  </a:cubicBezTo>
                  <a:cubicBezTo>
                    <a:pt x="5" y="29"/>
                    <a:pt x="4" y="21"/>
                    <a:pt x="7" y="19"/>
                  </a:cubicBezTo>
                  <a:cubicBezTo>
                    <a:pt x="7" y="19"/>
                    <a:pt x="9" y="21"/>
                    <a:pt x="9" y="21"/>
                  </a:cubicBezTo>
                  <a:cubicBezTo>
                    <a:pt x="10" y="20"/>
                    <a:pt x="10" y="20"/>
                    <a:pt x="10" y="20"/>
                  </a:cubicBezTo>
                  <a:cubicBezTo>
                    <a:pt x="11" y="20"/>
                    <a:pt x="11" y="21"/>
                    <a:pt x="13" y="21"/>
                  </a:cubicBezTo>
                  <a:cubicBezTo>
                    <a:pt x="13" y="20"/>
                    <a:pt x="13" y="19"/>
                    <a:pt x="13" y="19"/>
                  </a:cubicBezTo>
                  <a:cubicBezTo>
                    <a:pt x="17" y="19"/>
                    <a:pt x="17" y="19"/>
                    <a:pt x="17" y="19"/>
                  </a:cubicBezTo>
                  <a:cubicBezTo>
                    <a:pt x="17" y="20"/>
                    <a:pt x="17" y="21"/>
                    <a:pt x="18" y="21"/>
                  </a:cubicBezTo>
                  <a:cubicBezTo>
                    <a:pt x="17" y="22"/>
                    <a:pt x="16" y="23"/>
                    <a:pt x="16" y="24"/>
                  </a:cubicBezTo>
                  <a:cubicBezTo>
                    <a:pt x="16" y="29"/>
                    <a:pt x="19" y="33"/>
                    <a:pt x="23" y="33"/>
                  </a:cubicBezTo>
                  <a:cubicBezTo>
                    <a:pt x="23" y="33"/>
                    <a:pt x="24" y="33"/>
                    <a:pt x="24" y="33"/>
                  </a:cubicBezTo>
                  <a:cubicBezTo>
                    <a:pt x="25" y="33"/>
                    <a:pt x="25" y="33"/>
                    <a:pt x="25" y="33"/>
                  </a:cubicBezTo>
                  <a:cubicBezTo>
                    <a:pt x="25" y="34"/>
                    <a:pt x="26" y="35"/>
                    <a:pt x="27" y="35"/>
                  </a:cubicBezTo>
                  <a:cubicBezTo>
                    <a:pt x="27" y="35"/>
                    <a:pt x="27" y="35"/>
                    <a:pt x="27" y="35"/>
                  </a:cubicBezTo>
                  <a:cubicBezTo>
                    <a:pt x="28" y="35"/>
                    <a:pt x="30" y="33"/>
                    <a:pt x="30" y="31"/>
                  </a:cubicBezTo>
                  <a:cubicBezTo>
                    <a:pt x="30" y="29"/>
                    <a:pt x="26" y="28"/>
                    <a:pt x="27" y="26"/>
                  </a:cubicBezTo>
                  <a:cubicBezTo>
                    <a:pt x="27" y="25"/>
                    <a:pt x="28" y="24"/>
                    <a:pt x="29" y="23"/>
                  </a:cubicBezTo>
                  <a:cubicBezTo>
                    <a:pt x="29" y="23"/>
                    <a:pt x="30" y="24"/>
                    <a:pt x="30" y="25"/>
                  </a:cubicBezTo>
                  <a:cubicBezTo>
                    <a:pt x="30" y="24"/>
                    <a:pt x="30" y="24"/>
                    <a:pt x="30" y="24"/>
                  </a:cubicBezTo>
                  <a:cubicBezTo>
                    <a:pt x="31" y="26"/>
                    <a:pt x="33" y="30"/>
                    <a:pt x="33" y="30"/>
                  </a:cubicBezTo>
                  <a:cubicBezTo>
                    <a:pt x="34" y="26"/>
                    <a:pt x="37" y="24"/>
                    <a:pt x="37" y="22"/>
                  </a:cubicBezTo>
                  <a:cubicBezTo>
                    <a:pt x="37" y="19"/>
                    <a:pt x="33" y="5"/>
                    <a:pt x="31" y="3"/>
                  </a:cubicBezTo>
                  <a:cubicBezTo>
                    <a:pt x="30" y="2"/>
                    <a:pt x="28" y="0"/>
                    <a:pt x="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 name="Freeform 42"/>
            <p:cNvSpPr>
              <a:spLocks/>
            </p:cNvSpPr>
            <p:nvPr/>
          </p:nvSpPr>
          <p:spPr bwMode="auto">
            <a:xfrm>
              <a:off x="9682163" y="3868738"/>
              <a:ext cx="68263" cy="71438"/>
            </a:xfrm>
            <a:custGeom>
              <a:avLst/>
              <a:gdLst>
                <a:gd name="T0" fmla="*/ 16 w 18"/>
                <a:gd name="T1" fmla="*/ 0 h 19"/>
                <a:gd name="T2" fmla="*/ 14 w 18"/>
                <a:gd name="T3" fmla="*/ 4 h 19"/>
                <a:gd name="T4" fmla="*/ 0 w 18"/>
                <a:gd name="T5" fmla="*/ 19 h 19"/>
                <a:gd name="T6" fmla="*/ 2 w 18"/>
                <a:gd name="T7" fmla="*/ 19 h 19"/>
                <a:gd name="T8" fmla="*/ 11 w 18"/>
                <a:gd name="T9" fmla="*/ 9 h 19"/>
                <a:gd name="T10" fmla="*/ 11 w 18"/>
                <a:gd name="T11" fmla="*/ 9 h 19"/>
                <a:gd name="T12" fmla="*/ 15 w 18"/>
                <a:gd name="T13" fmla="*/ 6 h 19"/>
                <a:gd name="T14" fmla="*/ 15 w 18"/>
                <a:gd name="T15" fmla="*/ 6 h 19"/>
                <a:gd name="T16" fmla="*/ 18 w 18"/>
                <a:gd name="T17" fmla="*/ 4 h 19"/>
                <a:gd name="T18" fmla="*/ 16 w 18"/>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19">
                  <a:moveTo>
                    <a:pt x="16" y="0"/>
                  </a:moveTo>
                  <a:cubicBezTo>
                    <a:pt x="15" y="1"/>
                    <a:pt x="15" y="2"/>
                    <a:pt x="14" y="4"/>
                  </a:cubicBezTo>
                  <a:cubicBezTo>
                    <a:pt x="11" y="9"/>
                    <a:pt x="3" y="12"/>
                    <a:pt x="0" y="19"/>
                  </a:cubicBezTo>
                  <a:cubicBezTo>
                    <a:pt x="2" y="19"/>
                    <a:pt x="2" y="19"/>
                    <a:pt x="2" y="19"/>
                  </a:cubicBezTo>
                  <a:cubicBezTo>
                    <a:pt x="5" y="17"/>
                    <a:pt x="10" y="14"/>
                    <a:pt x="11" y="9"/>
                  </a:cubicBezTo>
                  <a:cubicBezTo>
                    <a:pt x="11" y="9"/>
                    <a:pt x="11" y="9"/>
                    <a:pt x="11" y="9"/>
                  </a:cubicBezTo>
                  <a:cubicBezTo>
                    <a:pt x="13" y="9"/>
                    <a:pt x="15" y="8"/>
                    <a:pt x="15" y="6"/>
                  </a:cubicBezTo>
                  <a:cubicBezTo>
                    <a:pt x="15" y="6"/>
                    <a:pt x="15" y="6"/>
                    <a:pt x="15" y="6"/>
                  </a:cubicBezTo>
                  <a:cubicBezTo>
                    <a:pt x="17" y="6"/>
                    <a:pt x="17" y="5"/>
                    <a:pt x="18" y="4"/>
                  </a:cubicBezTo>
                  <a:cubicBezTo>
                    <a:pt x="17" y="3"/>
                    <a:pt x="16" y="3"/>
                    <a:pt x="1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 name="Freeform 43"/>
            <p:cNvSpPr>
              <a:spLocks/>
            </p:cNvSpPr>
            <p:nvPr/>
          </p:nvSpPr>
          <p:spPr bwMode="auto">
            <a:xfrm>
              <a:off x="9731375" y="3635375"/>
              <a:ext cx="130175" cy="187325"/>
            </a:xfrm>
            <a:custGeom>
              <a:avLst/>
              <a:gdLst>
                <a:gd name="T0" fmla="*/ 6 w 35"/>
                <a:gd name="T1" fmla="*/ 0 h 50"/>
                <a:gd name="T2" fmla="*/ 3 w 35"/>
                <a:gd name="T3" fmla="*/ 5 h 50"/>
                <a:gd name="T4" fmla="*/ 5 w 35"/>
                <a:gd name="T5" fmla="*/ 13 h 50"/>
                <a:gd name="T6" fmla="*/ 3 w 35"/>
                <a:gd name="T7" fmla="*/ 20 h 50"/>
                <a:gd name="T8" fmla="*/ 3 w 35"/>
                <a:gd name="T9" fmla="*/ 20 h 50"/>
                <a:gd name="T10" fmla="*/ 1 w 35"/>
                <a:gd name="T11" fmla="*/ 29 h 50"/>
                <a:gd name="T12" fmla="*/ 7 w 35"/>
                <a:gd name="T13" fmla="*/ 34 h 50"/>
                <a:gd name="T14" fmla="*/ 7 w 35"/>
                <a:gd name="T15" fmla="*/ 34 h 50"/>
                <a:gd name="T16" fmla="*/ 9 w 35"/>
                <a:gd name="T17" fmla="*/ 32 h 50"/>
                <a:gd name="T18" fmla="*/ 10 w 35"/>
                <a:gd name="T19" fmla="*/ 32 h 50"/>
                <a:gd name="T20" fmla="*/ 10 w 35"/>
                <a:gd name="T21" fmla="*/ 34 h 50"/>
                <a:gd name="T22" fmla="*/ 9 w 35"/>
                <a:gd name="T23" fmla="*/ 37 h 50"/>
                <a:gd name="T24" fmla="*/ 12 w 35"/>
                <a:gd name="T25" fmla="*/ 41 h 50"/>
                <a:gd name="T26" fmla="*/ 12 w 35"/>
                <a:gd name="T27" fmla="*/ 41 h 50"/>
                <a:gd name="T28" fmla="*/ 15 w 35"/>
                <a:gd name="T29" fmla="*/ 40 h 50"/>
                <a:gd name="T30" fmla="*/ 17 w 35"/>
                <a:gd name="T31" fmla="*/ 39 h 50"/>
                <a:gd name="T32" fmla="*/ 17 w 35"/>
                <a:gd name="T33" fmla="*/ 39 h 50"/>
                <a:gd name="T34" fmla="*/ 24 w 35"/>
                <a:gd name="T35" fmla="*/ 45 h 50"/>
                <a:gd name="T36" fmla="*/ 24 w 35"/>
                <a:gd name="T37" fmla="*/ 40 h 50"/>
                <a:gd name="T38" fmla="*/ 33 w 35"/>
                <a:gd name="T39" fmla="*/ 48 h 50"/>
                <a:gd name="T40" fmla="*/ 34 w 35"/>
                <a:gd name="T41" fmla="*/ 50 h 50"/>
                <a:gd name="T42" fmla="*/ 34 w 35"/>
                <a:gd name="T43" fmla="*/ 50 h 50"/>
                <a:gd name="T44" fmla="*/ 35 w 35"/>
                <a:gd name="T45" fmla="*/ 48 h 50"/>
                <a:gd name="T46" fmla="*/ 35 w 35"/>
                <a:gd name="T47" fmla="*/ 46 h 50"/>
                <a:gd name="T48" fmla="*/ 32 w 35"/>
                <a:gd name="T49" fmla="*/ 43 h 50"/>
                <a:gd name="T50" fmla="*/ 31 w 35"/>
                <a:gd name="T51" fmla="*/ 43 h 50"/>
                <a:gd name="T52" fmla="*/ 30 w 35"/>
                <a:gd name="T53" fmla="*/ 43 h 50"/>
                <a:gd name="T54" fmla="*/ 32 w 35"/>
                <a:gd name="T55" fmla="*/ 40 h 50"/>
                <a:gd name="T56" fmla="*/ 30 w 35"/>
                <a:gd name="T57" fmla="*/ 40 h 50"/>
                <a:gd name="T58" fmla="*/ 30 w 35"/>
                <a:gd name="T59" fmla="*/ 40 h 50"/>
                <a:gd name="T60" fmla="*/ 29 w 35"/>
                <a:gd name="T61" fmla="*/ 41 h 50"/>
                <a:gd name="T62" fmla="*/ 28 w 35"/>
                <a:gd name="T63" fmla="*/ 41 h 50"/>
                <a:gd name="T64" fmla="*/ 28 w 35"/>
                <a:gd name="T65" fmla="*/ 41 h 50"/>
                <a:gd name="T66" fmla="*/ 23 w 35"/>
                <a:gd name="T67" fmla="*/ 36 h 50"/>
                <a:gd name="T68" fmla="*/ 23 w 35"/>
                <a:gd name="T69" fmla="*/ 36 h 50"/>
                <a:gd name="T70" fmla="*/ 20 w 35"/>
                <a:gd name="T71" fmla="*/ 38 h 50"/>
                <a:gd name="T72" fmla="*/ 20 w 35"/>
                <a:gd name="T73" fmla="*/ 39 h 50"/>
                <a:gd name="T74" fmla="*/ 13 w 35"/>
                <a:gd name="T75" fmla="*/ 28 h 50"/>
                <a:gd name="T76" fmla="*/ 18 w 35"/>
                <a:gd name="T77" fmla="*/ 16 h 50"/>
                <a:gd name="T78" fmla="*/ 15 w 35"/>
                <a:gd name="T79" fmla="*/ 5 h 50"/>
                <a:gd name="T80" fmla="*/ 15 w 35"/>
                <a:gd name="T81" fmla="*/ 4 h 50"/>
                <a:gd name="T82" fmla="*/ 14 w 35"/>
                <a:gd name="T83" fmla="*/ 2 h 50"/>
                <a:gd name="T84" fmla="*/ 11 w 35"/>
                <a:gd name="T85" fmla="*/ 5 h 50"/>
                <a:gd name="T86" fmla="*/ 11 w 35"/>
                <a:gd name="T87" fmla="*/ 5 h 50"/>
                <a:gd name="T88" fmla="*/ 6 w 35"/>
                <a:gd name="T89" fmla="*/ 0 h 50"/>
                <a:gd name="T90" fmla="*/ 6 w 35"/>
                <a:gd name="T91"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5" h="50">
                  <a:moveTo>
                    <a:pt x="6" y="0"/>
                  </a:moveTo>
                  <a:cubicBezTo>
                    <a:pt x="4" y="0"/>
                    <a:pt x="3" y="3"/>
                    <a:pt x="3" y="5"/>
                  </a:cubicBezTo>
                  <a:cubicBezTo>
                    <a:pt x="3" y="8"/>
                    <a:pt x="5" y="10"/>
                    <a:pt x="5" y="13"/>
                  </a:cubicBezTo>
                  <a:cubicBezTo>
                    <a:pt x="5" y="15"/>
                    <a:pt x="4" y="19"/>
                    <a:pt x="3" y="20"/>
                  </a:cubicBezTo>
                  <a:cubicBezTo>
                    <a:pt x="3" y="20"/>
                    <a:pt x="3" y="20"/>
                    <a:pt x="3" y="20"/>
                  </a:cubicBezTo>
                  <a:cubicBezTo>
                    <a:pt x="0" y="20"/>
                    <a:pt x="1" y="25"/>
                    <a:pt x="1" y="29"/>
                  </a:cubicBezTo>
                  <a:cubicBezTo>
                    <a:pt x="1" y="31"/>
                    <a:pt x="6" y="34"/>
                    <a:pt x="7" y="34"/>
                  </a:cubicBezTo>
                  <a:cubicBezTo>
                    <a:pt x="7" y="34"/>
                    <a:pt x="7" y="34"/>
                    <a:pt x="7" y="34"/>
                  </a:cubicBezTo>
                  <a:cubicBezTo>
                    <a:pt x="8" y="34"/>
                    <a:pt x="8" y="33"/>
                    <a:pt x="9" y="32"/>
                  </a:cubicBezTo>
                  <a:cubicBezTo>
                    <a:pt x="10" y="32"/>
                    <a:pt x="10" y="32"/>
                    <a:pt x="10" y="32"/>
                  </a:cubicBezTo>
                  <a:cubicBezTo>
                    <a:pt x="10" y="34"/>
                    <a:pt x="10" y="34"/>
                    <a:pt x="10" y="34"/>
                  </a:cubicBezTo>
                  <a:cubicBezTo>
                    <a:pt x="10" y="35"/>
                    <a:pt x="9" y="36"/>
                    <a:pt x="9" y="37"/>
                  </a:cubicBezTo>
                  <a:cubicBezTo>
                    <a:pt x="9" y="38"/>
                    <a:pt x="11" y="41"/>
                    <a:pt x="12" y="41"/>
                  </a:cubicBezTo>
                  <a:cubicBezTo>
                    <a:pt x="12" y="41"/>
                    <a:pt x="12" y="41"/>
                    <a:pt x="12" y="41"/>
                  </a:cubicBezTo>
                  <a:cubicBezTo>
                    <a:pt x="13" y="41"/>
                    <a:pt x="14" y="40"/>
                    <a:pt x="15" y="40"/>
                  </a:cubicBezTo>
                  <a:cubicBezTo>
                    <a:pt x="15" y="40"/>
                    <a:pt x="16" y="39"/>
                    <a:pt x="17" y="39"/>
                  </a:cubicBezTo>
                  <a:cubicBezTo>
                    <a:pt x="17" y="39"/>
                    <a:pt x="17" y="39"/>
                    <a:pt x="17" y="39"/>
                  </a:cubicBezTo>
                  <a:cubicBezTo>
                    <a:pt x="20" y="39"/>
                    <a:pt x="20" y="45"/>
                    <a:pt x="24" y="45"/>
                  </a:cubicBezTo>
                  <a:cubicBezTo>
                    <a:pt x="23" y="43"/>
                    <a:pt x="23" y="42"/>
                    <a:pt x="24" y="40"/>
                  </a:cubicBezTo>
                  <a:cubicBezTo>
                    <a:pt x="25" y="42"/>
                    <a:pt x="32" y="45"/>
                    <a:pt x="33" y="48"/>
                  </a:cubicBezTo>
                  <a:cubicBezTo>
                    <a:pt x="33" y="48"/>
                    <a:pt x="34" y="50"/>
                    <a:pt x="34" y="50"/>
                  </a:cubicBezTo>
                  <a:cubicBezTo>
                    <a:pt x="34" y="50"/>
                    <a:pt x="34" y="50"/>
                    <a:pt x="34" y="50"/>
                  </a:cubicBezTo>
                  <a:cubicBezTo>
                    <a:pt x="35" y="50"/>
                    <a:pt x="35" y="49"/>
                    <a:pt x="35" y="48"/>
                  </a:cubicBezTo>
                  <a:cubicBezTo>
                    <a:pt x="35" y="47"/>
                    <a:pt x="35" y="47"/>
                    <a:pt x="35" y="46"/>
                  </a:cubicBezTo>
                  <a:cubicBezTo>
                    <a:pt x="34" y="46"/>
                    <a:pt x="32" y="45"/>
                    <a:pt x="32" y="43"/>
                  </a:cubicBezTo>
                  <a:cubicBezTo>
                    <a:pt x="32" y="43"/>
                    <a:pt x="31" y="43"/>
                    <a:pt x="31" y="43"/>
                  </a:cubicBezTo>
                  <a:cubicBezTo>
                    <a:pt x="31" y="43"/>
                    <a:pt x="30" y="43"/>
                    <a:pt x="30" y="43"/>
                  </a:cubicBezTo>
                  <a:cubicBezTo>
                    <a:pt x="30" y="42"/>
                    <a:pt x="32" y="42"/>
                    <a:pt x="32" y="40"/>
                  </a:cubicBezTo>
                  <a:cubicBezTo>
                    <a:pt x="31" y="40"/>
                    <a:pt x="31" y="40"/>
                    <a:pt x="30" y="40"/>
                  </a:cubicBezTo>
                  <a:cubicBezTo>
                    <a:pt x="30" y="40"/>
                    <a:pt x="30" y="40"/>
                    <a:pt x="30" y="40"/>
                  </a:cubicBezTo>
                  <a:cubicBezTo>
                    <a:pt x="30" y="40"/>
                    <a:pt x="29" y="40"/>
                    <a:pt x="29" y="41"/>
                  </a:cubicBezTo>
                  <a:cubicBezTo>
                    <a:pt x="29" y="41"/>
                    <a:pt x="28" y="41"/>
                    <a:pt x="28" y="41"/>
                  </a:cubicBezTo>
                  <a:cubicBezTo>
                    <a:pt x="28" y="41"/>
                    <a:pt x="28" y="41"/>
                    <a:pt x="28" y="41"/>
                  </a:cubicBezTo>
                  <a:cubicBezTo>
                    <a:pt x="26" y="41"/>
                    <a:pt x="26" y="36"/>
                    <a:pt x="23" y="36"/>
                  </a:cubicBezTo>
                  <a:cubicBezTo>
                    <a:pt x="23" y="36"/>
                    <a:pt x="23" y="36"/>
                    <a:pt x="23" y="36"/>
                  </a:cubicBezTo>
                  <a:cubicBezTo>
                    <a:pt x="21" y="36"/>
                    <a:pt x="20" y="37"/>
                    <a:pt x="20" y="38"/>
                  </a:cubicBezTo>
                  <a:cubicBezTo>
                    <a:pt x="20" y="39"/>
                    <a:pt x="20" y="39"/>
                    <a:pt x="20" y="39"/>
                  </a:cubicBezTo>
                  <a:cubicBezTo>
                    <a:pt x="17" y="37"/>
                    <a:pt x="13" y="31"/>
                    <a:pt x="13" y="28"/>
                  </a:cubicBezTo>
                  <a:cubicBezTo>
                    <a:pt x="14" y="22"/>
                    <a:pt x="18" y="22"/>
                    <a:pt x="18" y="16"/>
                  </a:cubicBezTo>
                  <a:cubicBezTo>
                    <a:pt x="18" y="12"/>
                    <a:pt x="15" y="9"/>
                    <a:pt x="15" y="5"/>
                  </a:cubicBezTo>
                  <a:cubicBezTo>
                    <a:pt x="15" y="5"/>
                    <a:pt x="15" y="4"/>
                    <a:pt x="15" y="4"/>
                  </a:cubicBezTo>
                  <a:cubicBezTo>
                    <a:pt x="14" y="2"/>
                    <a:pt x="14" y="2"/>
                    <a:pt x="14" y="2"/>
                  </a:cubicBezTo>
                  <a:cubicBezTo>
                    <a:pt x="13" y="3"/>
                    <a:pt x="12" y="5"/>
                    <a:pt x="11" y="5"/>
                  </a:cubicBezTo>
                  <a:cubicBezTo>
                    <a:pt x="11" y="5"/>
                    <a:pt x="11" y="5"/>
                    <a:pt x="11" y="5"/>
                  </a:cubicBezTo>
                  <a:cubicBezTo>
                    <a:pt x="8" y="5"/>
                    <a:pt x="9" y="0"/>
                    <a:pt x="6"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 name="Freeform 44"/>
            <p:cNvSpPr>
              <a:spLocks/>
            </p:cNvSpPr>
            <p:nvPr/>
          </p:nvSpPr>
          <p:spPr bwMode="auto">
            <a:xfrm>
              <a:off x="9869488" y="3822700"/>
              <a:ext cx="41275" cy="76200"/>
            </a:xfrm>
            <a:custGeom>
              <a:avLst/>
              <a:gdLst>
                <a:gd name="T0" fmla="*/ 2 w 11"/>
                <a:gd name="T1" fmla="*/ 0 h 20"/>
                <a:gd name="T2" fmla="*/ 0 w 11"/>
                <a:gd name="T3" fmla="*/ 1 h 20"/>
                <a:gd name="T4" fmla="*/ 6 w 11"/>
                <a:gd name="T5" fmla="*/ 8 h 20"/>
                <a:gd name="T6" fmla="*/ 4 w 11"/>
                <a:gd name="T7" fmla="*/ 10 h 20"/>
                <a:gd name="T8" fmla="*/ 1 w 11"/>
                <a:gd name="T9" fmla="*/ 10 h 20"/>
                <a:gd name="T10" fmla="*/ 1 w 11"/>
                <a:gd name="T11" fmla="*/ 11 h 20"/>
                <a:gd name="T12" fmla="*/ 5 w 11"/>
                <a:gd name="T13" fmla="*/ 15 h 20"/>
                <a:gd name="T14" fmla="*/ 5 w 11"/>
                <a:gd name="T15" fmla="*/ 16 h 20"/>
                <a:gd name="T16" fmla="*/ 6 w 11"/>
                <a:gd name="T17" fmla="*/ 20 h 20"/>
                <a:gd name="T18" fmla="*/ 8 w 11"/>
                <a:gd name="T19" fmla="*/ 20 h 20"/>
                <a:gd name="T20" fmla="*/ 8 w 11"/>
                <a:gd name="T21" fmla="*/ 18 h 20"/>
                <a:gd name="T22" fmla="*/ 6 w 11"/>
                <a:gd name="T23" fmla="*/ 13 h 20"/>
                <a:gd name="T24" fmla="*/ 10 w 11"/>
                <a:gd name="T25" fmla="*/ 13 h 20"/>
                <a:gd name="T26" fmla="*/ 11 w 11"/>
                <a:gd name="T27" fmla="*/ 10 h 20"/>
                <a:gd name="T28" fmla="*/ 9 w 11"/>
                <a:gd name="T29" fmla="*/ 8 h 20"/>
                <a:gd name="T30" fmla="*/ 9 w 11"/>
                <a:gd name="T31" fmla="*/ 4 h 20"/>
                <a:gd name="T32" fmla="*/ 8 w 11"/>
                <a:gd name="T33" fmla="*/ 4 h 20"/>
                <a:gd name="T34" fmla="*/ 8 w 11"/>
                <a:gd name="T35" fmla="*/ 1 h 20"/>
                <a:gd name="T36" fmla="*/ 2 w 11"/>
                <a:gd name="T37" fmla="*/ 0 h 20"/>
                <a:gd name="T38" fmla="*/ 2 w 11"/>
                <a:gd name="T3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 h="20">
                  <a:moveTo>
                    <a:pt x="2" y="0"/>
                  </a:moveTo>
                  <a:cubicBezTo>
                    <a:pt x="1" y="0"/>
                    <a:pt x="0" y="1"/>
                    <a:pt x="0" y="1"/>
                  </a:cubicBezTo>
                  <a:cubicBezTo>
                    <a:pt x="0" y="3"/>
                    <a:pt x="6" y="5"/>
                    <a:pt x="6" y="8"/>
                  </a:cubicBezTo>
                  <a:cubicBezTo>
                    <a:pt x="6" y="9"/>
                    <a:pt x="5" y="10"/>
                    <a:pt x="4" y="10"/>
                  </a:cubicBezTo>
                  <a:cubicBezTo>
                    <a:pt x="4" y="10"/>
                    <a:pt x="2" y="10"/>
                    <a:pt x="1" y="10"/>
                  </a:cubicBezTo>
                  <a:cubicBezTo>
                    <a:pt x="1" y="11"/>
                    <a:pt x="1" y="11"/>
                    <a:pt x="1" y="11"/>
                  </a:cubicBezTo>
                  <a:cubicBezTo>
                    <a:pt x="1" y="12"/>
                    <a:pt x="3" y="15"/>
                    <a:pt x="5" y="15"/>
                  </a:cubicBezTo>
                  <a:cubicBezTo>
                    <a:pt x="5" y="16"/>
                    <a:pt x="5" y="16"/>
                    <a:pt x="5" y="16"/>
                  </a:cubicBezTo>
                  <a:cubicBezTo>
                    <a:pt x="4" y="18"/>
                    <a:pt x="4" y="20"/>
                    <a:pt x="6" y="20"/>
                  </a:cubicBezTo>
                  <a:cubicBezTo>
                    <a:pt x="7" y="20"/>
                    <a:pt x="8" y="20"/>
                    <a:pt x="8" y="20"/>
                  </a:cubicBezTo>
                  <a:cubicBezTo>
                    <a:pt x="8" y="18"/>
                    <a:pt x="8" y="18"/>
                    <a:pt x="8" y="18"/>
                  </a:cubicBezTo>
                  <a:cubicBezTo>
                    <a:pt x="7" y="18"/>
                    <a:pt x="6" y="15"/>
                    <a:pt x="6" y="13"/>
                  </a:cubicBezTo>
                  <a:cubicBezTo>
                    <a:pt x="10" y="13"/>
                    <a:pt x="10" y="13"/>
                    <a:pt x="10" y="13"/>
                  </a:cubicBezTo>
                  <a:cubicBezTo>
                    <a:pt x="10" y="12"/>
                    <a:pt x="11" y="12"/>
                    <a:pt x="11" y="10"/>
                  </a:cubicBezTo>
                  <a:cubicBezTo>
                    <a:pt x="9" y="8"/>
                    <a:pt x="9" y="8"/>
                    <a:pt x="9" y="8"/>
                  </a:cubicBezTo>
                  <a:cubicBezTo>
                    <a:pt x="9" y="8"/>
                    <a:pt x="9" y="5"/>
                    <a:pt x="9" y="4"/>
                  </a:cubicBezTo>
                  <a:cubicBezTo>
                    <a:pt x="9" y="4"/>
                    <a:pt x="8" y="4"/>
                    <a:pt x="8" y="4"/>
                  </a:cubicBezTo>
                  <a:cubicBezTo>
                    <a:pt x="8" y="3"/>
                    <a:pt x="8" y="2"/>
                    <a:pt x="8" y="1"/>
                  </a:cubicBezTo>
                  <a:cubicBezTo>
                    <a:pt x="6" y="1"/>
                    <a:pt x="4" y="0"/>
                    <a:pt x="2"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 name="Freeform 45"/>
            <p:cNvSpPr>
              <a:spLocks noEditPoints="1"/>
            </p:cNvSpPr>
            <p:nvPr/>
          </p:nvSpPr>
          <p:spPr bwMode="auto">
            <a:xfrm>
              <a:off x="9805988" y="3841750"/>
              <a:ext cx="33338" cy="49213"/>
            </a:xfrm>
            <a:custGeom>
              <a:avLst/>
              <a:gdLst>
                <a:gd name="T0" fmla="*/ 2 w 9"/>
                <a:gd name="T1" fmla="*/ 1 h 13"/>
                <a:gd name="T2" fmla="*/ 1 w 9"/>
                <a:gd name="T3" fmla="*/ 1 h 13"/>
                <a:gd name="T4" fmla="*/ 2 w 9"/>
                <a:gd name="T5" fmla="*/ 1 h 13"/>
                <a:gd name="T6" fmla="*/ 1 w 9"/>
                <a:gd name="T7" fmla="*/ 0 h 13"/>
                <a:gd name="T8" fmla="*/ 0 w 9"/>
                <a:gd name="T9" fmla="*/ 2 h 13"/>
                <a:gd name="T10" fmla="*/ 1 w 9"/>
                <a:gd name="T11" fmla="*/ 13 h 13"/>
                <a:gd name="T12" fmla="*/ 9 w 9"/>
                <a:gd name="T13" fmla="*/ 5 h 13"/>
                <a:gd name="T14" fmla="*/ 2 w 9"/>
                <a:gd name="T15" fmla="*/ 1 h 13"/>
                <a:gd name="T16" fmla="*/ 1 w 9"/>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3">
                  <a:moveTo>
                    <a:pt x="2" y="1"/>
                  </a:moveTo>
                  <a:cubicBezTo>
                    <a:pt x="2" y="1"/>
                    <a:pt x="2" y="1"/>
                    <a:pt x="1" y="1"/>
                  </a:cubicBezTo>
                  <a:cubicBezTo>
                    <a:pt x="2" y="1"/>
                    <a:pt x="2" y="1"/>
                    <a:pt x="2" y="1"/>
                  </a:cubicBezTo>
                  <a:moveTo>
                    <a:pt x="1" y="0"/>
                  </a:moveTo>
                  <a:cubicBezTo>
                    <a:pt x="1" y="0"/>
                    <a:pt x="0" y="1"/>
                    <a:pt x="0" y="2"/>
                  </a:cubicBezTo>
                  <a:cubicBezTo>
                    <a:pt x="0" y="4"/>
                    <a:pt x="1" y="9"/>
                    <a:pt x="1" y="13"/>
                  </a:cubicBezTo>
                  <a:cubicBezTo>
                    <a:pt x="3" y="11"/>
                    <a:pt x="9" y="9"/>
                    <a:pt x="9" y="5"/>
                  </a:cubicBezTo>
                  <a:cubicBezTo>
                    <a:pt x="9" y="3"/>
                    <a:pt x="4" y="2"/>
                    <a:pt x="2" y="1"/>
                  </a:cubicBezTo>
                  <a:cubicBezTo>
                    <a:pt x="2" y="1"/>
                    <a:pt x="2"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 name="Freeform 46"/>
            <p:cNvSpPr>
              <a:spLocks/>
            </p:cNvSpPr>
            <p:nvPr/>
          </p:nvSpPr>
          <p:spPr bwMode="auto">
            <a:xfrm>
              <a:off x="9825038" y="3871913"/>
              <a:ext cx="33338" cy="60325"/>
            </a:xfrm>
            <a:custGeom>
              <a:avLst/>
              <a:gdLst>
                <a:gd name="T0" fmla="*/ 6 w 9"/>
                <a:gd name="T1" fmla="*/ 0 h 16"/>
                <a:gd name="T2" fmla="*/ 5 w 9"/>
                <a:gd name="T3" fmla="*/ 0 h 16"/>
                <a:gd name="T4" fmla="*/ 2 w 9"/>
                <a:gd name="T5" fmla="*/ 8 h 16"/>
                <a:gd name="T6" fmla="*/ 2 w 9"/>
                <a:gd name="T7" fmla="*/ 8 h 16"/>
                <a:gd name="T8" fmla="*/ 0 w 9"/>
                <a:gd name="T9" fmla="*/ 9 h 16"/>
                <a:gd name="T10" fmla="*/ 6 w 9"/>
                <a:gd name="T11" fmla="*/ 16 h 16"/>
                <a:gd name="T12" fmla="*/ 7 w 9"/>
                <a:gd name="T13" fmla="*/ 14 h 16"/>
                <a:gd name="T14" fmla="*/ 6 w 9"/>
                <a:gd name="T15" fmla="*/ 11 h 16"/>
                <a:gd name="T16" fmla="*/ 9 w 9"/>
                <a:gd name="T17" fmla="*/ 3 h 16"/>
                <a:gd name="T18" fmla="*/ 6 w 9"/>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6">
                  <a:moveTo>
                    <a:pt x="6" y="0"/>
                  </a:moveTo>
                  <a:cubicBezTo>
                    <a:pt x="6" y="0"/>
                    <a:pt x="6" y="0"/>
                    <a:pt x="5" y="0"/>
                  </a:cubicBezTo>
                  <a:cubicBezTo>
                    <a:pt x="4" y="1"/>
                    <a:pt x="2" y="7"/>
                    <a:pt x="2" y="8"/>
                  </a:cubicBezTo>
                  <a:cubicBezTo>
                    <a:pt x="2" y="8"/>
                    <a:pt x="2" y="8"/>
                    <a:pt x="2" y="8"/>
                  </a:cubicBezTo>
                  <a:cubicBezTo>
                    <a:pt x="2" y="8"/>
                    <a:pt x="0" y="8"/>
                    <a:pt x="0" y="9"/>
                  </a:cubicBezTo>
                  <a:cubicBezTo>
                    <a:pt x="0" y="11"/>
                    <a:pt x="5" y="16"/>
                    <a:pt x="6" y="16"/>
                  </a:cubicBezTo>
                  <a:cubicBezTo>
                    <a:pt x="6" y="16"/>
                    <a:pt x="7" y="15"/>
                    <a:pt x="7" y="14"/>
                  </a:cubicBezTo>
                  <a:cubicBezTo>
                    <a:pt x="7" y="13"/>
                    <a:pt x="6" y="13"/>
                    <a:pt x="6" y="11"/>
                  </a:cubicBezTo>
                  <a:cubicBezTo>
                    <a:pt x="6" y="8"/>
                    <a:pt x="9" y="6"/>
                    <a:pt x="9" y="3"/>
                  </a:cubicBezTo>
                  <a:cubicBezTo>
                    <a:pt x="9" y="2"/>
                    <a:pt x="8"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 name="Freeform 47"/>
            <p:cNvSpPr>
              <a:spLocks/>
            </p:cNvSpPr>
            <p:nvPr/>
          </p:nvSpPr>
          <p:spPr bwMode="auto">
            <a:xfrm>
              <a:off x="9855200" y="3876675"/>
              <a:ext cx="14288" cy="33338"/>
            </a:xfrm>
            <a:custGeom>
              <a:avLst/>
              <a:gdLst>
                <a:gd name="T0" fmla="*/ 2 w 4"/>
                <a:gd name="T1" fmla="*/ 0 h 9"/>
                <a:gd name="T2" fmla="*/ 0 w 4"/>
                <a:gd name="T3" fmla="*/ 9 h 9"/>
                <a:gd name="T4" fmla="*/ 1 w 4"/>
                <a:gd name="T5" fmla="*/ 9 h 9"/>
                <a:gd name="T6" fmla="*/ 4 w 4"/>
                <a:gd name="T7" fmla="*/ 0 h 9"/>
                <a:gd name="T8" fmla="*/ 2 w 4"/>
                <a:gd name="T9" fmla="*/ 0 h 9"/>
              </a:gdLst>
              <a:ahLst/>
              <a:cxnLst>
                <a:cxn ang="0">
                  <a:pos x="T0" y="T1"/>
                </a:cxn>
                <a:cxn ang="0">
                  <a:pos x="T2" y="T3"/>
                </a:cxn>
                <a:cxn ang="0">
                  <a:pos x="T4" y="T5"/>
                </a:cxn>
                <a:cxn ang="0">
                  <a:pos x="T6" y="T7"/>
                </a:cxn>
                <a:cxn ang="0">
                  <a:pos x="T8" y="T9"/>
                </a:cxn>
              </a:cxnLst>
              <a:rect l="0" t="0" r="r" b="b"/>
              <a:pathLst>
                <a:path w="4" h="9">
                  <a:moveTo>
                    <a:pt x="2" y="0"/>
                  </a:moveTo>
                  <a:cubicBezTo>
                    <a:pt x="2" y="4"/>
                    <a:pt x="0" y="6"/>
                    <a:pt x="0" y="9"/>
                  </a:cubicBezTo>
                  <a:cubicBezTo>
                    <a:pt x="1" y="9"/>
                    <a:pt x="1" y="9"/>
                    <a:pt x="1" y="9"/>
                  </a:cubicBezTo>
                  <a:cubicBezTo>
                    <a:pt x="1" y="5"/>
                    <a:pt x="4" y="4"/>
                    <a:pt x="4" y="0"/>
                  </a:cubicBezTo>
                  <a:cubicBezTo>
                    <a:pt x="4"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 name="Freeform 48"/>
            <p:cNvSpPr>
              <a:spLocks/>
            </p:cNvSpPr>
            <p:nvPr/>
          </p:nvSpPr>
          <p:spPr bwMode="auto">
            <a:xfrm>
              <a:off x="9861550" y="3898900"/>
              <a:ext cx="23813" cy="19050"/>
            </a:xfrm>
            <a:custGeom>
              <a:avLst/>
              <a:gdLst>
                <a:gd name="T0" fmla="*/ 2 w 6"/>
                <a:gd name="T1" fmla="*/ 0 h 5"/>
                <a:gd name="T2" fmla="*/ 0 w 6"/>
                <a:gd name="T3" fmla="*/ 4 h 5"/>
                <a:gd name="T4" fmla="*/ 1 w 6"/>
                <a:gd name="T5" fmla="*/ 5 h 5"/>
                <a:gd name="T6" fmla="*/ 2 w 6"/>
                <a:gd name="T7" fmla="*/ 5 h 5"/>
                <a:gd name="T8" fmla="*/ 6 w 6"/>
                <a:gd name="T9" fmla="*/ 0 h 5"/>
                <a:gd name="T10" fmla="*/ 5 w 6"/>
                <a:gd name="T11" fmla="*/ 1 h 5"/>
                <a:gd name="T12" fmla="*/ 2 w 6"/>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6" h="5">
                  <a:moveTo>
                    <a:pt x="2" y="0"/>
                  </a:moveTo>
                  <a:cubicBezTo>
                    <a:pt x="2" y="1"/>
                    <a:pt x="0" y="2"/>
                    <a:pt x="0" y="4"/>
                  </a:cubicBezTo>
                  <a:cubicBezTo>
                    <a:pt x="0" y="4"/>
                    <a:pt x="1" y="5"/>
                    <a:pt x="1" y="5"/>
                  </a:cubicBezTo>
                  <a:cubicBezTo>
                    <a:pt x="2" y="5"/>
                    <a:pt x="2" y="5"/>
                    <a:pt x="2" y="5"/>
                  </a:cubicBezTo>
                  <a:cubicBezTo>
                    <a:pt x="4" y="5"/>
                    <a:pt x="6" y="3"/>
                    <a:pt x="6" y="0"/>
                  </a:cubicBezTo>
                  <a:cubicBezTo>
                    <a:pt x="5" y="0"/>
                    <a:pt x="5" y="1"/>
                    <a:pt x="5" y="1"/>
                  </a:cubicBezTo>
                  <a:cubicBezTo>
                    <a:pt x="4" y="1"/>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 name="Freeform 49"/>
            <p:cNvSpPr>
              <a:spLocks/>
            </p:cNvSpPr>
            <p:nvPr/>
          </p:nvSpPr>
          <p:spPr bwMode="auto">
            <a:xfrm>
              <a:off x="9839325" y="3822700"/>
              <a:ext cx="22225" cy="26988"/>
            </a:xfrm>
            <a:custGeom>
              <a:avLst/>
              <a:gdLst>
                <a:gd name="T0" fmla="*/ 0 w 6"/>
                <a:gd name="T1" fmla="*/ 0 h 7"/>
                <a:gd name="T2" fmla="*/ 0 w 6"/>
                <a:gd name="T3" fmla="*/ 4 h 7"/>
                <a:gd name="T4" fmla="*/ 0 w 6"/>
                <a:gd name="T5" fmla="*/ 4 h 7"/>
                <a:gd name="T6" fmla="*/ 1 w 6"/>
                <a:gd name="T7" fmla="*/ 4 h 7"/>
                <a:gd name="T8" fmla="*/ 2 w 6"/>
                <a:gd name="T9" fmla="*/ 4 h 7"/>
                <a:gd name="T10" fmla="*/ 3 w 6"/>
                <a:gd name="T11" fmla="*/ 4 h 7"/>
                <a:gd name="T12" fmla="*/ 6 w 6"/>
                <a:gd name="T13" fmla="*/ 7 h 7"/>
                <a:gd name="T14" fmla="*/ 6 w 6"/>
                <a:gd name="T15" fmla="*/ 6 h 7"/>
                <a:gd name="T16" fmla="*/ 2 w 6"/>
                <a:gd name="T17" fmla="*/ 0 h 7"/>
                <a:gd name="T18" fmla="*/ 0 w 6"/>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7">
                  <a:moveTo>
                    <a:pt x="0" y="0"/>
                  </a:moveTo>
                  <a:cubicBezTo>
                    <a:pt x="0" y="1"/>
                    <a:pt x="0" y="2"/>
                    <a:pt x="0" y="4"/>
                  </a:cubicBezTo>
                  <a:cubicBezTo>
                    <a:pt x="0" y="4"/>
                    <a:pt x="0" y="4"/>
                    <a:pt x="0" y="4"/>
                  </a:cubicBezTo>
                  <a:cubicBezTo>
                    <a:pt x="0" y="4"/>
                    <a:pt x="1" y="4"/>
                    <a:pt x="1" y="4"/>
                  </a:cubicBezTo>
                  <a:cubicBezTo>
                    <a:pt x="1" y="4"/>
                    <a:pt x="2" y="4"/>
                    <a:pt x="2" y="4"/>
                  </a:cubicBezTo>
                  <a:cubicBezTo>
                    <a:pt x="2" y="4"/>
                    <a:pt x="3" y="4"/>
                    <a:pt x="3" y="4"/>
                  </a:cubicBezTo>
                  <a:cubicBezTo>
                    <a:pt x="3" y="5"/>
                    <a:pt x="5" y="7"/>
                    <a:pt x="6" y="7"/>
                  </a:cubicBezTo>
                  <a:cubicBezTo>
                    <a:pt x="6" y="7"/>
                    <a:pt x="6" y="7"/>
                    <a:pt x="6" y="6"/>
                  </a:cubicBezTo>
                  <a:cubicBezTo>
                    <a:pt x="6" y="3"/>
                    <a:pt x="3" y="2"/>
                    <a:pt x="2"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 name="Freeform 50"/>
            <p:cNvSpPr>
              <a:spLocks/>
            </p:cNvSpPr>
            <p:nvPr/>
          </p:nvSpPr>
          <p:spPr bwMode="auto">
            <a:xfrm>
              <a:off x="9756775" y="3794125"/>
              <a:ext cx="38100" cy="36513"/>
            </a:xfrm>
            <a:custGeom>
              <a:avLst/>
              <a:gdLst>
                <a:gd name="T0" fmla="*/ 0 w 10"/>
                <a:gd name="T1" fmla="*/ 0 h 10"/>
                <a:gd name="T2" fmla="*/ 8 w 10"/>
                <a:gd name="T3" fmla="*/ 10 h 10"/>
                <a:gd name="T4" fmla="*/ 9 w 10"/>
                <a:gd name="T5" fmla="*/ 5 h 10"/>
                <a:gd name="T6" fmla="*/ 3 w 10"/>
                <a:gd name="T7" fmla="*/ 0 h 10"/>
                <a:gd name="T8" fmla="*/ 0 w 10"/>
                <a:gd name="T9" fmla="*/ 0 h 10"/>
              </a:gdLst>
              <a:ahLst/>
              <a:cxnLst>
                <a:cxn ang="0">
                  <a:pos x="T0" y="T1"/>
                </a:cxn>
                <a:cxn ang="0">
                  <a:pos x="T2" y="T3"/>
                </a:cxn>
                <a:cxn ang="0">
                  <a:pos x="T4" y="T5"/>
                </a:cxn>
                <a:cxn ang="0">
                  <a:pos x="T6" y="T7"/>
                </a:cxn>
                <a:cxn ang="0">
                  <a:pos x="T8" y="T9"/>
                </a:cxn>
              </a:cxnLst>
              <a:rect l="0" t="0" r="r" b="b"/>
              <a:pathLst>
                <a:path w="10" h="10">
                  <a:moveTo>
                    <a:pt x="0" y="0"/>
                  </a:moveTo>
                  <a:cubicBezTo>
                    <a:pt x="0" y="0"/>
                    <a:pt x="6" y="10"/>
                    <a:pt x="8" y="10"/>
                  </a:cubicBezTo>
                  <a:cubicBezTo>
                    <a:pt x="9" y="10"/>
                    <a:pt x="10" y="7"/>
                    <a:pt x="9" y="5"/>
                  </a:cubicBezTo>
                  <a:cubicBezTo>
                    <a:pt x="9" y="2"/>
                    <a:pt x="6" y="2"/>
                    <a:pt x="3"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 name="Freeform 51"/>
            <p:cNvSpPr>
              <a:spLocks/>
            </p:cNvSpPr>
            <p:nvPr/>
          </p:nvSpPr>
          <p:spPr bwMode="auto">
            <a:xfrm>
              <a:off x="9794875" y="3800475"/>
              <a:ext cx="11113" cy="0"/>
            </a:xfrm>
            <a:custGeom>
              <a:avLst/>
              <a:gdLst>
                <a:gd name="T0" fmla="*/ 2 w 3"/>
                <a:gd name="T1" fmla="*/ 0 w 3"/>
                <a:gd name="T2" fmla="*/ 1 w 3"/>
                <a:gd name="T3" fmla="*/ 3 w 3"/>
                <a:gd name="T4" fmla="*/ 2 w 3"/>
              </a:gdLst>
              <a:ahLst/>
              <a:cxnLst>
                <a:cxn ang="0">
                  <a:pos x="T0" y="0"/>
                </a:cxn>
                <a:cxn ang="0">
                  <a:pos x="T1" y="0"/>
                </a:cxn>
                <a:cxn ang="0">
                  <a:pos x="T2" y="0"/>
                </a:cxn>
                <a:cxn ang="0">
                  <a:pos x="T3" y="0"/>
                </a:cxn>
                <a:cxn ang="0">
                  <a:pos x="T4" y="0"/>
                </a:cxn>
              </a:cxnLst>
              <a:rect l="0" t="0" r="r" b="b"/>
              <a:pathLst>
                <a:path w="3">
                  <a:moveTo>
                    <a:pt x="2" y="0"/>
                  </a:moveTo>
                  <a:cubicBezTo>
                    <a:pt x="1" y="0"/>
                    <a:pt x="1" y="0"/>
                    <a:pt x="0" y="0"/>
                  </a:cubicBezTo>
                  <a:cubicBezTo>
                    <a:pt x="1" y="0"/>
                    <a:pt x="1" y="0"/>
                    <a:pt x="1" y="0"/>
                  </a:cubicBezTo>
                  <a:cubicBezTo>
                    <a:pt x="2" y="0"/>
                    <a:pt x="3" y="0"/>
                    <a:pt x="3" y="0"/>
                  </a:cubicBezTo>
                  <a:cubicBezTo>
                    <a:pt x="3"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 name="Freeform 52"/>
            <p:cNvSpPr>
              <a:spLocks/>
            </p:cNvSpPr>
            <p:nvPr/>
          </p:nvSpPr>
          <p:spPr bwMode="auto">
            <a:xfrm>
              <a:off x="9742488" y="3413125"/>
              <a:ext cx="66675" cy="95250"/>
            </a:xfrm>
            <a:custGeom>
              <a:avLst/>
              <a:gdLst>
                <a:gd name="T0" fmla="*/ 11 w 18"/>
                <a:gd name="T1" fmla="*/ 0 h 25"/>
                <a:gd name="T2" fmla="*/ 1 w 18"/>
                <a:gd name="T3" fmla="*/ 17 h 25"/>
                <a:gd name="T4" fmla="*/ 5 w 18"/>
                <a:gd name="T5" fmla="*/ 25 h 25"/>
                <a:gd name="T6" fmla="*/ 11 w 18"/>
                <a:gd name="T7" fmla="*/ 0 h 25"/>
              </a:gdLst>
              <a:ahLst/>
              <a:cxnLst>
                <a:cxn ang="0">
                  <a:pos x="T0" y="T1"/>
                </a:cxn>
                <a:cxn ang="0">
                  <a:pos x="T2" y="T3"/>
                </a:cxn>
                <a:cxn ang="0">
                  <a:pos x="T4" y="T5"/>
                </a:cxn>
                <a:cxn ang="0">
                  <a:pos x="T6" y="T7"/>
                </a:cxn>
              </a:cxnLst>
              <a:rect l="0" t="0" r="r" b="b"/>
              <a:pathLst>
                <a:path w="18" h="25">
                  <a:moveTo>
                    <a:pt x="11" y="0"/>
                  </a:moveTo>
                  <a:cubicBezTo>
                    <a:pt x="7" y="0"/>
                    <a:pt x="1" y="11"/>
                    <a:pt x="1" y="17"/>
                  </a:cubicBezTo>
                  <a:cubicBezTo>
                    <a:pt x="1" y="21"/>
                    <a:pt x="0" y="25"/>
                    <a:pt x="5" y="25"/>
                  </a:cubicBezTo>
                  <a:cubicBezTo>
                    <a:pt x="11" y="25"/>
                    <a:pt x="18"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 name="Freeform 53"/>
            <p:cNvSpPr>
              <a:spLocks/>
            </p:cNvSpPr>
            <p:nvPr/>
          </p:nvSpPr>
          <p:spPr bwMode="auto">
            <a:xfrm>
              <a:off x="9388475" y="3579813"/>
              <a:ext cx="79375" cy="63500"/>
            </a:xfrm>
            <a:custGeom>
              <a:avLst/>
              <a:gdLst>
                <a:gd name="T0" fmla="*/ 17 w 21"/>
                <a:gd name="T1" fmla="*/ 0 h 17"/>
                <a:gd name="T2" fmla="*/ 2 w 21"/>
                <a:gd name="T3" fmla="*/ 7 h 17"/>
                <a:gd name="T4" fmla="*/ 2 w 21"/>
                <a:gd name="T5" fmla="*/ 12 h 17"/>
                <a:gd name="T6" fmla="*/ 8 w 21"/>
                <a:gd name="T7" fmla="*/ 17 h 17"/>
                <a:gd name="T8" fmla="*/ 21 w 21"/>
                <a:gd name="T9" fmla="*/ 4 h 17"/>
                <a:gd name="T10" fmla="*/ 17 w 21"/>
                <a:gd name="T11" fmla="*/ 0 h 17"/>
              </a:gdLst>
              <a:ahLst/>
              <a:cxnLst>
                <a:cxn ang="0">
                  <a:pos x="T0" y="T1"/>
                </a:cxn>
                <a:cxn ang="0">
                  <a:pos x="T2" y="T3"/>
                </a:cxn>
                <a:cxn ang="0">
                  <a:pos x="T4" y="T5"/>
                </a:cxn>
                <a:cxn ang="0">
                  <a:pos x="T6" y="T7"/>
                </a:cxn>
                <a:cxn ang="0">
                  <a:pos x="T8" y="T9"/>
                </a:cxn>
                <a:cxn ang="0">
                  <a:pos x="T10" y="T11"/>
                </a:cxn>
              </a:cxnLst>
              <a:rect l="0" t="0" r="r" b="b"/>
              <a:pathLst>
                <a:path w="21" h="17">
                  <a:moveTo>
                    <a:pt x="17" y="0"/>
                  </a:moveTo>
                  <a:cubicBezTo>
                    <a:pt x="14" y="0"/>
                    <a:pt x="4" y="7"/>
                    <a:pt x="2" y="7"/>
                  </a:cubicBezTo>
                  <a:cubicBezTo>
                    <a:pt x="0" y="7"/>
                    <a:pt x="2" y="10"/>
                    <a:pt x="2" y="12"/>
                  </a:cubicBezTo>
                  <a:cubicBezTo>
                    <a:pt x="2" y="15"/>
                    <a:pt x="4" y="17"/>
                    <a:pt x="8" y="17"/>
                  </a:cubicBezTo>
                  <a:cubicBezTo>
                    <a:pt x="12" y="17"/>
                    <a:pt x="21" y="8"/>
                    <a:pt x="21" y="4"/>
                  </a:cubicBezTo>
                  <a:cubicBezTo>
                    <a:pt x="21" y="3"/>
                    <a:pt x="19" y="0"/>
                    <a:pt x="1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 name="Freeform 54"/>
            <p:cNvSpPr>
              <a:spLocks/>
            </p:cNvSpPr>
            <p:nvPr/>
          </p:nvSpPr>
          <p:spPr bwMode="auto">
            <a:xfrm>
              <a:off x="9066213" y="3478213"/>
              <a:ext cx="352425" cy="682625"/>
            </a:xfrm>
            <a:custGeom>
              <a:avLst/>
              <a:gdLst>
                <a:gd name="T0" fmla="*/ 51 w 94"/>
                <a:gd name="T1" fmla="*/ 4 h 182"/>
                <a:gd name="T2" fmla="*/ 41 w 94"/>
                <a:gd name="T3" fmla="*/ 4 h 182"/>
                <a:gd name="T4" fmla="*/ 33 w 94"/>
                <a:gd name="T5" fmla="*/ 6 h 182"/>
                <a:gd name="T6" fmla="*/ 33 w 94"/>
                <a:gd name="T7" fmla="*/ 13 h 182"/>
                <a:gd name="T8" fmla="*/ 32 w 94"/>
                <a:gd name="T9" fmla="*/ 15 h 182"/>
                <a:gd name="T10" fmla="*/ 28 w 94"/>
                <a:gd name="T11" fmla="*/ 12 h 182"/>
                <a:gd name="T12" fmla="*/ 11 w 94"/>
                <a:gd name="T13" fmla="*/ 28 h 182"/>
                <a:gd name="T14" fmla="*/ 0 w 94"/>
                <a:gd name="T15" fmla="*/ 42 h 182"/>
                <a:gd name="T16" fmla="*/ 5 w 94"/>
                <a:gd name="T17" fmla="*/ 50 h 182"/>
                <a:gd name="T18" fmla="*/ 7 w 94"/>
                <a:gd name="T19" fmla="*/ 62 h 182"/>
                <a:gd name="T20" fmla="*/ 5 w 94"/>
                <a:gd name="T21" fmla="*/ 68 h 182"/>
                <a:gd name="T22" fmla="*/ 4 w 94"/>
                <a:gd name="T23" fmla="*/ 70 h 182"/>
                <a:gd name="T24" fmla="*/ 15 w 94"/>
                <a:gd name="T25" fmla="*/ 95 h 182"/>
                <a:gd name="T26" fmla="*/ 13 w 94"/>
                <a:gd name="T27" fmla="*/ 98 h 182"/>
                <a:gd name="T28" fmla="*/ 7 w 94"/>
                <a:gd name="T29" fmla="*/ 111 h 182"/>
                <a:gd name="T30" fmla="*/ 6 w 94"/>
                <a:gd name="T31" fmla="*/ 111 h 182"/>
                <a:gd name="T32" fmla="*/ 5 w 94"/>
                <a:gd name="T33" fmla="*/ 124 h 182"/>
                <a:gd name="T34" fmla="*/ 8 w 94"/>
                <a:gd name="T35" fmla="*/ 124 h 182"/>
                <a:gd name="T36" fmla="*/ 23 w 94"/>
                <a:gd name="T37" fmla="*/ 159 h 182"/>
                <a:gd name="T38" fmla="*/ 48 w 94"/>
                <a:gd name="T39" fmla="*/ 182 h 182"/>
                <a:gd name="T40" fmla="*/ 53 w 94"/>
                <a:gd name="T41" fmla="*/ 180 h 182"/>
                <a:gd name="T42" fmla="*/ 46 w 94"/>
                <a:gd name="T43" fmla="*/ 162 h 182"/>
                <a:gd name="T44" fmla="*/ 22 w 94"/>
                <a:gd name="T45" fmla="*/ 133 h 182"/>
                <a:gd name="T46" fmla="*/ 19 w 94"/>
                <a:gd name="T47" fmla="*/ 124 h 182"/>
                <a:gd name="T48" fmla="*/ 18 w 94"/>
                <a:gd name="T49" fmla="*/ 92 h 182"/>
                <a:gd name="T50" fmla="*/ 18 w 94"/>
                <a:gd name="T51" fmla="*/ 83 h 182"/>
                <a:gd name="T52" fmla="*/ 27 w 94"/>
                <a:gd name="T53" fmla="*/ 91 h 182"/>
                <a:gd name="T54" fmla="*/ 46 w 94"/>
                <a:gd name="T55" fmla="*/ 104 h 182"/>
                <a:gd name="T56" fmla="*/ 58 w 94"/>
                <a:gd name="T57" fmla="*/ 114 h 182"/>
                <a:gd name="T58" fmla="*/ 59 w 94"/>
                <a:gd name="T59" fmla="*/ 124 h 182"/>
                <a:gd name="T60" fmla="*/ 66 w 94"/>
                <a:gd name="T61" fmla="*/ 113 h 182"/>
                <a:gd name="T62" fmla="*/ 73 w 94"/>
                <a:gd name="T63" fmla="*/ 110 h 182"/>
                <a:gd name="T64" fmla="*/ 94 w 94"/>
                <a:gd name="T65" fmla="*/ 86 h 182"/>
                <a:gd name="T66" fmla="*/ 66 w 94"/>
                <a:gd name="T67" fmla="*/ 41 h 182"/>
                <a:gd name="T68" fmla="*/ 83 w 94"/>
                <a:gd name="T69" fmla="*/ 14 h 182"/>
                <a:gd name="T70" fmla="*/ 61 w 94"/>
                <a:gd name="T71"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4" h="182">
                  <a:moveTo>
                    <a:pt x="61" y="0"/>
                  </a:moveTo>
                  <a:cubicBezTo>
                    <a:pt x="57" y="0"/>
                    <a:pt x="55" y="4"/>
                    <a:pt x="51" y="4"/>
                  </a:cubicBezTo>
                  <a:cubicBezTo>
                    <a:pt x="51" y="4"/>
                    <a:pt x="50" y="4"/>
                    <a:pt x="50" y="4"/>
                  </a:cubicBezTo>
                  <a:cubicBezTo>
                    <a:pt x="41" y="4"/>
                    <a:pt x="41" y="4"/>
                    <a:pt x="41" y="4"/>
                  </a:cubicBezTo>
                  <a:cubicBezTo>
                    <a:pt x="41" y="4"/>
                    <a:pt x="41" y="4"/>
                    <a:pt x="40" y="4"/>
                  </a:cubicBezTo>
                  <a:cubicBezTo>
                    <a:pt x="39" y="4"/>
                    <a:pt x="33" y="6"/>
                    <a:pt x="33" y="6"/>
                  </a:cubicBezTo>
                  <a:cubicBezTo>
                    <a:pt x="33" y="8"/>
                    <a:pt x="33" y="10"/>
                    <a:pt x="33" y="13"/>
                  </a:cubicBezTo>
                  <a:cubicBezTo>
                    <a:pt x="33" y="13"/>
                    <a:pt x="33" y="13"/>
                    <a:pt x="33" y="13"/>
                  </a:cubicBezTo>
                  <a:cubicBezTo>
                    <a:pt x="33" y="13"/>
                    <a:pt x="33" y="13"/>
                    <a:pt x="33" y="13"/>
                  </a:cubicBezTo>
                  <a:cubicBezTo>
                    <a:pt x="33" y="14"/>
                    <a:pt x="32" y="15"/>
                    <a:pt x="32" y="15"/>
                  </a:cubicBezTo>
                  <a:cubicBezTo>
                    <a:pt x="31" y="15"/>
                    <a:pt x="30" y="15"/>
                    <a:pt x="30" y="12"/>
                  </a:cubicBezTo>
                  <a:cubicBezTo>
                    <a:pt x="28" y="12"/>
                    <a:pt x="28" y="12"/>
                    <a:pt x="28" y="12"/>
                  </a:cubicBezTo>
                  <a:cubicBezTo>
                    <a:pt x="28" y="12"/>
                    <a:pt x="28" y="12"/>
                    <a:pt x="28" y="12"/>
                  </a:cubicBezTo>
                  <a:cubicBezTo>
                    <a:pt x="22" y="21"/>
                    <a:pt x="18" y="23"/>
                    <a:pt x="11" y="28"/>
                  </a:cubicBezTo>
                  <a:cubicBezTo>
                    <a:pt x="9" y="29"/>
                    <a:pt x="6" y="29"/>
                    <a:pt x="4" y="30"/>
                  </a:cubicBezTo>
                  <a:cubicBezTo>
                    <a:pt x="1" y="33"/>
                    <a:pt x="0" y="37"/>
                    <a:pt x="0" y="42"/>
                  </a:cubicBezTo>
                  <a:cubicBezTo>
                    <a:pt x="0" y="42"/>
                    <a:pt x="0" y="42"/>
                    <a:pt x="0" y="42"/>
                  </a:cubicBezTo>
                  <a:cubicBezTo>
                    <a:pt x="0" y="47"/>
                    <a:pt x="3" y="47"/>
                    <a:pt x="5" y="50"/>
                  </a:cubicBezTo>
                  <a:cubicBezTo>
                    <a:pt x="7" y="53"/>
                    <a:pt x="7" y="59"/>
                    <a:pt x="7" y="62"/>
                  </a:cubicBezTo>
                  <a:cubicBezTo>
                    <a:pt x="7" y="62"/>
                    <a:pt x="7" y="62"/>
                    <a:pt x="7" y="62"/>
                  </a:cubicBezTo>
                  <a:cubicBezTo>
                    <a:pt x="7" y="64"/>
                    <a:pt x="5" y="68"/>
                    <a:pt x="5" y="68"/>
                  </a:cubicBezTo>
                  <a:cubicBezTo>
                    <a:pt x="5" y="68"/>
                    <a:pt x="5" y="68"/>
                    <a:pt x="5" y="68"/>
                  </a:cubicBezTo>
                  <a:cubicBezTo>
                    <a:pt x="5" y="69"/>
                    <a:pt x="4" y="70"/>
                    <a:pt x="4" y="70"/>
                  </a:cubicBezTo>
                  <a:cubicBezTo>
                    <a:pt x="4" y="70"/>
                    <a:pt x="4" y="70"/>
                    <a:pt x="4" y="70"/>
                  </a:cubicBezTo>
                  <a:cubicBezTo>
                    <a:pt x="4" y="73"/>
                    <a:pt x="7" y="75"/>
                    <a:pt x="9" y="77"/>
                  </a:cubicBezTo>
                  <a:cubicBezTo>
                    <a:pt x="11" y="79"/>
                    <a:pt x="15" y="92"/>
                    <a:pt x="15" y="95"/>
                  </a:cubicBezTo>
                  <a:cubicBezTo>
                    <a:pt x="15" y="95"/>
                    <a:pt x="15" y="95"/>
                    <a:pt x="15" y="95"/>
                  </a:cubicBezTo>
                  <a:cubicBezTo>
                    <a:pt x="15" y="96"/>
                    <a:pt x="13" y="97"/>
                    <a:pt x="13" y="98"/>
                  </a:cubicBezTo>
                  <a:cubicBezTo>
                    <a:pt x="11" y="103"/>
                    <a:pt x="10" y="106"/>
                    <a:pt x="7" y="111"/>
                  </a:cubicBezTo>
                  <a:cubicBezTo>
                    <a:pt x="7" y="111"/>
                    <a:pt x="7" y="111"/>
                    <a:pt x="7" y="111"/>
                  </a:cubicBezTo>
                  <a:cubicBezTo>
                    <a:pt x="7" y="111"/>
                    <a:pt x="7" y="111"/>
                    <a:pt x="7" y="111"/>
                  </a:cubicBezTo>
                  <a:cubicBezTo>
                    <a:pt x="6" y="111"/>
                    <a:pt x="6" y="111"/>
                    <a:pt x="6" y="111"/>
                  </a:cubicBezTo>
                  <a:cubicBezTo>
                    <a:pt x="5" y="115"/>
                    <a:pt x="5" y="118"/>
                    <a:pt x="5" y="122"/>
                  </a:cubicBezTo>
                  <a:cubicBezTo>
                    <a:pt x="5" y="122"/>
                    <a:pt x="4" y="124"/>
                    <a:pt x="5" y="124"/>
                  </a:cubicBezTo>
                  <a:cubicBezTo>
                    <a:pt x="5" y="124"/>
                    <a:pt x="6" y="124"/>
                    <a:pt x="6" y="124"/>
                  </a:cubicBezTo>
                  <a:cubicBezTo>
                    <a:pt x="6" y="124"/>
                    <a:pt x="6" y="124"/>
                    <a:pt x="8" y="124"/>
                  </a:cubicBezTo>
                  <a:cubicBezTo>
                    <a:pt x="13" y="124"/>
                    <a:pt x="15" y="134"/>
                    <a:pt x="17" y="138"/>
                  </a:cubicBezTo>
                  <a:cubicBezTo>
                    <a:pt x="20" y="144"/>
                    <a:pt x="20" y="150"/>
                    <a:pt x="23" y="159"/>
                  </a:cubicBezTo>
                  <a:cubicBezTo>
                    <a:pt x="26" y="168"/>
                    <a:pt x="34" y="176"/>
                    <a:pt x="43" y="179"/>
                  </a:cubicBezTo>
                  <a:cubicBezTo>
                    <a:pt x="45" y="180"/>
                    <a:pt x="45" y="182"/>
                    <a:pt x="48" y="182"/>
                  </a:cubicBezTo>
                  <a:cubicBezTo>
                    <a:pt x="49" y="182"/>
                    <a:pt x="49" y="181"/>
                    <a:pt x="50" y="181"/>
                  </a:cubicBezTo>
                  <a:cubicBezTo>
                    <a:pt x="51" y="181"/>
                    <a:pt x="51" y="181"/>
                    <a:pt x="53" y="180"/>
                  </a:cubicBezTo>
                  <a:cubicBezTo>
                    <a:pt x="52" y="177"/>
                    <a:pt x="52" y="176"/>
                    <a:pt x="51" y="172"/>
                  </a:cubicBezTo>
                  <a:cubicBezTo>
                    <a:pt x="50" y="169"/>
                    <a:pt x="46" y="167"/>
                    <a:pt x="46" y="162"/>
                  </a:cubicBezTo>
                  <a:cubicBezTo>
                    <a:pt x="46" y="159"/>
                    <a:pt x="47" y="159"/>
                    <a:pt x="47" y="157"/>
                  </a:cubicBezTo>
                  <a:cubicBezTo>
                    <a:pt x="47" y="142"/>
                    <a:pt x="30" y="141"/>
                    <a:pt x="22" y="133"/>
                  </a:cubicBezTo>
                  <a:cubicBezTo>
                    <a:pt x="20" y="131"/>
                    <a:pt x="20" y="126"/>
                    <a:pt x="19" y="124"/>
                  </a:cubicBezTo>
                  <a:cubicBezTo>
                    <a:pt x="19" y="124"/>
                    <a:pt x="19" y="124"/>
                    <a:pt x="19" y="124"/>
                  </a:cubicBezTo>
                  <a:cubicBezTo>
                    <a:pt x="19" y="116"/>
                    <a:pt x="10" y="119"/>
                    <a:pt x="10" y="110"/>
                  </a:cubicBezTo>
                  <a:cubicBezTo>
                    <a:pt x="10" y="103"/>
                    <a:pt x="18" y="100"/>
                    <a:pt x="18" y="92"/>
                  </a:cubicBezTo>
                  <a:cubicBezTo>
                    <a:pt x="18" y="89"/>
                    <a:pt x="17" y="89"/>
                    <a:pt x="17" y="86"/>
                  </a:cubicBezTo>
                  <a:cubicBezTo>
                    <a:pt x="17" y="85"/>
                    <a:pt x="16" y="83"/>
                    <a:pt x="18" y="83"/>
                  </a:cubicBezTo>
                  <a:cubicBezTo>
                    <a:pt x="22" y="83"/>
                    <a:pt x="25" y="84"/>
                    <a:pt x="26" y="87"/>
                  </a:cubicBezTo>
                  <a:cubicBezTo>
                    <a:pt x="26" y="87"/>
                    <a:pt x="27" y="91"/>
                    <a:pt x="27" y="91"/>
                  </a:cubicBezTo>
                  <a:cubicBezTo>
                    <a:pt x="32" y="92"/>
                    <a:pt x="36" y="92"/>
                    <a:pt x="40" y="96"/>
                  </a:cubicBezTo>
                  <a:cubicBezTo>
                    <a:pt x="43" y="100"/>
                    <a:pt x="40" y="104"/>
                    <a:pt x="46" y="104"/>
                  </a:cubicBezTo>
                  <a:cubicBezTo>
                    <a:pt x="46" y="108"/>
                    <a:pt x="52" y="110"/>
                    <a:pt x="56" y="110"/>
                  </a:cubicBezTo>
                  <a:cubicBezTo>
                    <a:pt x="57" y="111"/>
                    <a:pt x="57" y="113"/>
                    <a:pt x="58" y="114"/>
                  </a:cubicBezTo>
                  <a:cubicBezTo>
                    <a:pt x="57" y="114"/>
                    <a:pt x="57" y="116"/>
                    <a:pt x="57" y="118"/>
                  </a:cubicBezTo>
                  <a:cubicBezTo>
                    <a:pt x="57" y="120"/>
                    <a:pt x="58" y="124"/>
                    <a:pt x="59" y="124"/>
                  </a:cubicBezTo>
                  <a:cubicBezTo>
                    <a:pt x="61" y="124"/>
                    <a:pt x="66" y="119"/>
                    <a:pt x="66" y="116"/>
                  </a:cubicBezTo>
                  <a:cubicBezTo>
                    <a:pt x="66" y="116"/>
                    <a:pt x="66" y="115"/>
                    <a:pt x="66" y="113"/>
                  </a:cubicBezTo>
                  <a:cubicBezTo>
                    <a:pt x="66" y="114"/>
                    <a:pt x="66" y="116"/>
                    <a:pt x="67" y="116"/>
                  </a:cubicBezTo>
                  <a:cubicBezTo>
                    <a:pt x="71" y="116"/>
                    <a:pt x="70" y="111"/>
                    <a:pt x="73" y="110"/>
                  </a:cubicBezTo>
                  <a:cubicBezTo>
                    <a:pt x="81" y="106"/>
                    <a:pt x="82" y="103"/>
                    <a:pt x="91" y="101"/>
                  </a:cubicBezTo>
                  <a:cubicBezTo>
                    <a:pt x="91" y="95"/>
                    <a:pt x="94" y="93"/>
                    <a:pt x="94" y="86"/>
                  </a:cubicBezTo>
                  <a:cubicBezTo>
                    <a:pt x="94" y="77"/>
                    <a:pt x="90" y="64"/>
                    <a:pt x="83" y="60"/>
                  </a:cubicBezTo>
                  <a:cubicBezTo>
                    <a:pt x="76" y="55"/>
                    <a:pt x="73" y="48"/>
                    <a:pt x="66" y="41"/>
                  </a:cubicBezTo>
                  <a:cubicBezTo>
                    <a:pt x="65" y="40"/>
                    <a:pt x="64" y="40"/>
                    <a:pt x="64" y="37"/>
                  </a:cubicBezTo>
                  <a:cubicBezTo>
                    <a:pt x="64" y="25"/>
                    <a:pt x="78" y="23"/>
                    <a:pt x="83" y="14"/>
                  </a:cubicBezTo>
                  <a:cubicBezTo>
                    <a:pt x="79" y="13"/>
                    <a:pt x="73" y="10"/>
                    <a:pt x="73" y="3"/>
                  </a:cubicBezTo>
                  <a:cubicBezTo>
                    <a:pt x="69" y="3"/>
                    <a:pt x="66"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 name="Freeform 55"/>
            <p:cNvSpPr>
              <a:spLocks/>
            </p:cNvSpPr>
            <p:nvPr/>
          </p:nvSpPr>
          <p:spPr bwMode="auto">
            <a:xfrm>
              <a:off x="9294813" y="4248150"/>
              <a:ext cx="49213" cy="44450"/>
            </a:xfrm>
            <a:custGeom>
              <a:avLst/>
              <a:gdLst>
                <a:gd name="T0" fmla="*/ 6 w 13"/>
                <a:gd name="T1" fmla="*/ 0 h 12"/>
                <a:gd name="T2" fmla="*/ 0 w 13"/>
                <a:gd name="T3" fmla="*/ 4 h 12"/>
                <a:gd name="T4" fmla="*/ 5 w 13"/>
                <a:gd name="T5" fmla="*/ 7 h 12"/>
                <a:gd name="T6" fmla="*/ 7 w 13"/>
                <a:gd name="T7" fmla="*/ 11 h 12"/>
                <a:gd name="T8" fmla="*/ 11 w 13"/>
                <a:gd name="T9" fmla="*/ 12 h 12"/>
                <a:gd name="T10" fmla="*/ 13 w 13"/>
                <a:gd name="T11" fmla="*/ 12 h 12"/>
                <a:gd name="T12" fmla="*/ 13 w 13"/>
                <a:gd name="T13" fmla="*/ 10 h 12"/>
                <a:gd name="T14" fmla="*/ 6 w 13"/>
                <a:gd name="T15" fmla="*/ 0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2">
                  <a:moveTo>
                    <a:pt x="6" y="0"/>
                  </a:moveTo>
                  <a:cubicBezTo>
                    <a:pt x="4" y="0"/>
                    <a:pt x="0" y="2"/>
                    <a:pt x="0" y="4"/>
                  </a:cubicBezTo>
                  <a:cubicBezTo>
                    <a:pt x="0" y="6"/>
                    <a:pt x="4" y="4"/>
                    <a:pt x="5" y="7"/>
                  </a:cubicBezTo>
                  <a:cubicBezTo>
                    <a:pt x="6" y="8"/>
                    <a:pt x="7" y="11"/>
                    <a:pt x="7" y="11"/>
                  </a:cubicBezTo>
                  <a:cubicBezTo>
                    <a:pt x="8" y="11"/>
                    <a:pt x="9" y="12"/>
                    <a:pt x="11" y="12"/>
                  </a:cubicBezTo>
                  <a:cubicBezTo>
                    <a:pt x="12" y="12"/>
                    <a:pt x="12" y="12"/>
                    <a:pt x="13" y="12"/>
                  </a:cubicBezTo>
                  <a:cubicBezTo>
                    <a:pt x="13" y="12"/>
                    <a:pt x="13" y="10"/>
                    <a:pt x="13" y="10"/>
                  </a:cubicBezTo>
                  <a:cubicBezTo>
                    <a:pt x="9" y="10"/>
                    <a:pt x="7" y="4"/>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 name="Freeform 56"/>
            <p:cNvSpPr>
              <a:spLocks/>
            </p:cNvSpPr>
            <p:nvPr/>
          </p:nvSpPr>
          <p:spPr bwMode="auto">
            <a:xfrm>
              <a:off x="9371013" y="4281488"/>
              <a:ext cx="17463" cy="19050"/>
            </a:xfrm>
            <a:custGeom>
              <a:avLst/>
              <a:gdLst>
                <a:gd name="T0" fmla="*/ 3 w 5"/>
                <a:gd name="T1" fmla="*/ 0 h 5"/>
                <a:gd name="T2" fmla="*/ 0 w 5"/>
                <a:gd name="T3" fmla="*/ 0 h 5"/>
                <a:gd name="T4" fmla="*/ 0 w 5"/>
                <a:gd name="T5" fmla="*/ 2 h 5"/>
                <a:gd name="T6" fmla="*/ 2 w 5"/>
                <a:gd name="T7" fmla="*/ 5 h 5"/>
                <a:gd name="T8" fmla="*/ 5 w 5"/>
                <a:gd name="T9" fmla="*/ 2 h 5"/>
                <a:gd name="T10" fmla="*/ 3 w 5"/>
                <a:gd name="T11" fmla="*/ 0 h 5"/>
              </a:gdLst>
              <a:ahLst/>
              <a:cxnLst>
                <a:cxn ang="0">
                  <a:pos x="T0" y="T1"/>
                </a:cxn>
                <a:cxn ang="0">
                  <a:pos x="T2" y="T3"/>
                </a:cxn>
                <a:cxn ang="0">
                  <a:pos x="T4" y="T5"/>
                </a:cxn>
                <a:cxn ang="0">
                  <a:pos x="T6" y="T7"/>
                </a:cxn>
                <a:cxn ang="0">
                  <a:pos x="T8" y="T9"/>
                </a:cxn>
                <a:cxn ang="0">
                  <a:pos x="T10" y="T11"/>
                </a:cxn>
              </a:cxnLst>
              <a:rect l="0" t="0" r="r" b="b"/>
              <a:pathLst>
                <a:path w="5" h="5">
                  <a:moveTo>
                    <a:pt x="3" y="0"/>
                  </a:moveTo>
                  <a:cubicBezTo>
                    <a:pt x="2" y="0"/>
                    <a:pt x="1" y="0"/>
                    <a:pt x="0" y="0"/>
                  </a:cubicBezTo>
                  <a:cubicBezTo>
                    <a:pt x="0" y="2"/>
                    <a:pt x="0" y="2"/>
                    <a:pt x="0" y="2"/>
                  </a:cubicBezTo>
                  <a:cubicBezTo>
                    <a:pt x="0" y="3"/>
                    <a:pt x="1" y="5"/>
                    <a:pt x="2" y="5"/>
                  </a:cubicBezTo>
                  <a:cubicBezTo>
                    <a:pt x="4" y="5"/>
                    <a:pt x="5" y="3"/>
                    <a:pt x="5" y="2"/>
                  </a:cubicBezTo>
                  <a:cubicBezTo>
                    <a:pt x="5" y="1"/>
                    <a:pt x="4"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 name="Freeform 57"/>
            <p:cNvSpPr>
              <a:spLocks/>
            </p:cNvSpPr>
            <p:nvPr/>
          </p:nvSpPr>
          <p:spPr bwMode="auto">
            <a:xfrm>
              <a:off x="9099550" y="4237038"/>
              <a:ext cx="19050" cy="30163"/>
            </a:xfrm>
            <a:custGeom>
              <a:avLst/>
              <a:gdLst>
                <a:gd name="T0" fmla="*/ 2 w 5"/>
                <a:gd name="T1" fmla="*/ 0 h 8"/>
                <a:gd name="T2" fmla="*/ 1 w 5"/>
                <a:gd name="T3" fmla="*/ 0 h 8"/>
                <a:gd name="T4" fmla="*/ 1 w 5"/>
                <a:gd name="T5" fmla="*/ 0 h 8"/>
                <a:gd name="T6" fmla="*/ 0 w 5"/>
                <a:gd name="T7" fmla="*/ 0 h 8"/>
                <a:gd name="T8" fmla="*/ 0 w 5"/>
                <a:gd name="T9" fmla="*/ 1 h 8"/>
                <a:gd name="T10" fmla="*/ 5 w 5"/>
                <a:gd name="T11" fmla="*/ 8 h 8"/>
                <a:gd name="T12" fmla="*/ 2 w 5"/>
                <a:gd name="T13" fmla="*/ 1 h 8"/>
                <a:gd name="T14" fmla="*/ 2 w 5"/>
                <a:gd name="T15" fmla="*/ 0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8">
                  <a:moveTo>
                    <a:pt x="2" y="0"/>
                  </a:moveTo>
                  <a:cubicBezTo>
                    <a:pt x="1" y="0"/>
                    <a:pt x="1" y="0"/>
                    <a:pt x="1" y="0"/>
                  </a:cubicBezTo>
                  <a:cubicBezTo>
                    <a:pt x="1" y="0"/>
                    <a:pt x="1" y="0"/>
                    <a:pt x="1" y="0"/>
                  </a:cubicBezTo>
                  <a:cubicBezTo>
                    <a:pt x="0" y="0"/>
                    <a:pt x="0" y="0"/>
                    <a:pt x="0" y="0"/>
                  </a:cubicBezTo>
                  <a:cubicBezTo>
                    <a:pt x="0" y="1"/>
                    <a:pt x="0" y="1"/>
                    <a:pt x="0" y="1"/>
                  </a:cubicBezTo>
                  <a:cubicBezTo>
                    <a:pt x="0" y="3"/>
                    <a:pt x="4" y="7"/>
                    <a:pt x="5" y="8"/>
                  </a:cubicBezTo>
                  <a:cubicBezTo>
                    <a:pt x="5" y="5"/>
                    <a:pt x="4" y="3"/>
                    <a:pt x="2" y="1"/>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 name="Freeform 58"/>
            <p:cNvSpPr>
              <a:spLocks/>
            </p:cNvSpPr>
            <p:nvPr/>
          </p:nvSpPr>
          <p:spPr bwMode="auto">
            <a:xfrm>
              <a:off x="9063038" y="4168775"/>
              <a:ext cx="25400" cy="26988"/>
            </a:xfrm>
            <a:custGeom>
              <a:avLst/>
              <a:gdLst>
                <a:gd name="T0" fmla="*/ 1 w 7"/>
                <a:gd name="T1" fmla="*/ 0 h 7"/>
                <a:gd name="T2" fmla="*/ 0 w 7"/>
                <a:gd name="T3" fmla="*/ 1 h 7"/>
                <a:gd name="T4" fmla="*/ 0 w 7"/>
                <a:gd name="T5" fmla="*/ 1 h 7"/>
                <a:gd name="T6" fmla="*/ 5 w 7"/>
                <a:gd name="T7" fmla="*/ 7 h 7"/>
                <a:gd name="T8" fmla="*/ 1 w 7"/>
                <a:gd name="T9" fmla="*/ 0 h 7"/>
              </a:gdLst>
              <a:ahLst/>
              <a:cxnLst>
                <a:cxn ang="0">
                  <a:pos x="T0" y="T1"/>
                </a:cxn>
                <a:cxn ang="0">
                  <a:pos x="T2" y="T3"/>
                </a:cxn>
                <a:cxn ang="0">
                  <a:pos x="T4" y="T5"/>
                </a:cxn>
                <a:cxn ang="0">
                  <a:pos x="T6" y="T7"/>
                </a:cxn>
                <a:cxn ang="0">
                  <a:pos x="T8" y="T9"/>
                </a:cxn>
              </a:cxnLst>
              <a:rect l="0" t="0" r="r" b="b"/>
              <a:pathLst>
                <a:path w="7" h="7">
                  <a:moveTo>
                    <a:pt x="1" y="0"/>
                  </a:moveTo>
                  <a:cubicBezTo>
                    <a:pt x="0" y="1"/>
                    <a:pt x="0" y="1"/>
                    <a:pt x="0" y="1"/>
                  </a:cubicBezTo>
                  <a:cubicBezTo>
                    <a:pt x="0" y="1"/>
                    <a:pt x="0" y="1"/>
                    <a:pt x="0" y="1"/>
                  </a:cubicBezTo>
                  <a:cubicBezTo>
                    <a:pt x="0" y="3"/>
                    <a:pt x="4" y="7"/>
                    <a:pt x="5" y="7"/>
                  </a:cubicBezTo>
                  <a:cubicBezTo>
                    <a:pt x="7" y="7"/>
                    <a:pt x="3"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 name="Freeform 59"/>
            <p:cNvSpPr>
              <a:spLocks/>
            </p:cNvSpPr>
            <p:nvPr/>
          </p:nvSpPr>
          <p:spPr bwMode="auto">
            <a:xfrm>
              <a:off x="10034588" y="3128963"/>
              <a:ext cx="71438" cy="88900"/>
            </a:xfrm>
            <a:custGeom>
              <a:avLst/>
              <a:gdLst>
                <a:gd name="T0" fmla="*/ 9 w 19"/>
                <a:gd name="T1" fmla="*/ 0 h 24"/>
                <a:gd name="T2" fmla="*/ 0 w 19"/>
                <a:gd name="T3" fmla="*/ 7 h 24"/>
                <a:gd name="T4" fmla="*/ 3 w 19"/>
                <a:gd name="T5" fmla="*/ 10 h 24"/>
                <a:gd name="T6" fmla="*/ 7 w 19"/>
                <a:gd name="T7" fmla="*/ 9 h 24"/>
                <a:gd name="T8" fmla="*/ 7 w 19"/>
                <a:gd name="T9" fmla="*/ 6 h 24"/>
                <a:gd name="T10" fmla="*/ 9 w 19"/>
                <a:gd name="T11" fmla="*/ 10 h 24"/>
                <a:gd name="T12" fmla="*/ 8 w 19"/>
                <a:gd name="T13" fmla="*/ 14 h 24"/>
                <a:gd name="T14" fmla="*/ 5 w 19"/>
                <a:gd name="T15" fmla="*/ 19 h 24"/>
                <a:gd name="T16" fmla="*/ 9 w 19"/>
                <a:gd name="T17" fmla="*/ 23 h 24"/>
                <a:gd name="T18" fmla="*/ 9 w 19"/>
                <a:gd name="T19" fmla="*/ 21 h 24"/>
                <a:gd name="T20" fmla="*/ 10 w 19"/>
                <a:gd name="T21" fmla="*/ 24 h 24"/>
                <a:gd name="T22" fmla="*/ 17 w 19"/>
                <a:gd name="T23" fmla="*/ 10 h 24"/>
                <a:gd name="T24" fmla="*/ 18 w 19"/>
                <a:gd name="T25" fmla="*/ 10 h 24"/>
                <a:gd name="T26" fmla="*/ 19 w 19"/>
                <a:gd name="T27" fmla="*/ 10 h 24"/>
                <a:gd name="T28" fmla="*/ 19 w 19"/>
                <a:gd name="T29" fmla="*/ 7 h 24"/>
                <a:gd name="T30" fmla="*/ 17 w 19"/>
                <a:gd name="T31" fmla="*/ 5 h 24"/>
                <a:gd name="T32" fmla="*/ 16 w 19"/>
                <a:gd name="T33" fmla="*/ 2 h 24"/>
                <a:gd name="T34" fmla="*/ 9 w 19"/>
                <a:gd name="T3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24">
                  <a:moveTo>
                    <a:pt x="9" y="0"/>
                  </a:moveTo>
                  <a:cubicBezTo>
                    <a:pt x="8" y="0"/>
                    <a:pt x="0" y="5"/>
                    <a:pt x="0" y="7"/>
                  </a:cubicBezTo>
                  <a:cubicBezTo>
                    <a:pt x="0" y="8"/>
                    <a:pt x="2" y="10"/>
                    <a:pt x="3" y="10"/>
                  </a:cubicBezTo>
                  <a:cubicBezTo>
                    <a:pt x="4" y="10"/>
                    <a:pt x="5" y="9"/>
                    <a:pt x="7" y="9"/>
                  </a:cubicBezTo>
                  <a:cubicBezTo>
                    <a:pt x="6" y="8"/>
                    <a:pt x="7" y="7"/>
                    <a:pt x="7" y="6"/>
                  </a:cubicBezTo>
                  <a:cubicBezTo>
                    <a:pt x="7" y="8"/>
                    <a:pt x="7" y="9"/>
                    <a:pt x="9" y="10"/>
                  </a:cubicBezTo>
                  <a:cubicBezTo>
                    <a:pt x="8" y="14"/>
                    <a:pt x="8" y="14"/>
                    <a:pt x="8" y="14"/>
                  </a:cubicBezTo>
                  <a:cubicBezTo>
                    <a:pt x="8" y="14"/>
                    <a:pt x="5" y="18"/>
                    <a:pt x="5" y="19"/>
                  </a:cubicBezTo>
                  <a:cubicBezTo>
                    <a:pt x="5" y="20"/>
                    <a:pt x="7" y="23"/>
                    <a:pt x="9" y="23"/>
                  </a:cubicBezTo>
                  <a:cubicBezTo>
                    <a:pt x="9" y="21"/>
                    <a:pt x="9" y="21"/>
                    <a:pt x="9" y="21"/>
                  </a:cubicBezTo>
                  <a:cubicBezTo>
                    <a:pt x="9" y="22"/>
                    <a:pt x="9" y="24"/>
                    <a:pt x="10" y="24"/>
                  </a:cubicBezTo>
                  <a:cubicBezTo>
                    <a:pt x="14" y="24"/>
                    <a:pt x="16" y="15"/>
                    <a:pt x="17" y="10"/>
                  </a:cubicBezTo>
                  <a:cubicBezTo>
                    <a:pt x="17" y="10"/>
                    <a:pt x="17" y="10"/>
                    <a:pt x="18" y="10"/>
                  </a:cubicBezTo>
                  <a:cubicBezTo>
                    <a:pt x="18" y="10"/>
                    <a:pt x="19" y="10"/>
                    <a:pt x="19" y="10"/>
                  </a:cubicBezTo>
                  <a:cubicBezTo>
                    <a:pt x="19" y="9"/>
                    <a:pt x="19" y="8"/>
                    <a:pt x="19" y="7"/>
                  </a:cubicBezTo>
                  <a:cubicBezTo>
                    <a:pt x="17" y="5"/>
                    <a:pt x="17" y="5"/>
                    <a:pt x="17" y="5"/>
                  </a:cubicBezTo>
                  <a:cubicBezTo>
                    <a:pt x="16" y="5"/>
                    <a:pt x="16" y="3"/>
                    <a:pt x="16" y="2"/>
                  </a:cubicBezTo>
                  <a:cubicBezTo>
                    <a:pt x="13" y="2"/>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 name="Freeform 60"/>
            <p:cNvSpPr>
              <a:spLocks/>
            </p:cNvSpPr>
            <p:nvPr/>
          </p:nvSpPr>
          <p:spPr bwMode="auto">
            <a:xfrm>
              <a:off x="10117138" y="3105150"/>
              <a:ext cx="82550" cy="57150"/>
            </a:xfrm>
            <a:custGeom>
              <a:avLst/>
              <a:gdLst>
                <a:gd name="T0" fmla="*/ 16 w 22"/>
                <a:gd name="T1" fmla="*/ 0 h 15"/>
                <a:gd name="T2" fmla="*/ 8 w 22"/>
                <a:gd name="T3" fmla="*/ 4 h 15"/>
                <a:gd name="T4" fmla="*/ 6 w 22"/>
                <a:gd name="T5" fmla="*/ 4 h 15"/>
                <a:gd name="T6" fmla="*/ 0 w 22"/>
                <a:gd name="T7" fmla="*/ 8 h 15"/>
                <a:gd name="T8" fmla="*/ 3 w 22"/>
                <a:gd name="T9" fmla="*/ 11 h 15"/>
                <a:gd name="T10" fmla="*/ 4 w 22"/>
                <a:gd name="T11" fmla="*/ 15 h 15"/>
                <a:gd name="T12" fmla="*/ 11 w 22"/>
                <a:gd name="T13" fmla="*/ 8 h 15"/>
                <a:gd name="T14" fmla="*/ 16 w 22"/>
                <a:gd name="T15" fmla="*/ 10 h 15"/>
                <a:gd name="T16" fmla="*/ 16 w 2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15">
                  <a:moveTo>
                    <a:pt x="16" y="0"/>
                  </a:moveTo>
                  <a:cubicBezTo>
                    <a:pt x="12" y="0"/>
                    <a:pt x="11" y="4"/>
                    <a:pt x="8" y="4"/>
                  </a:cubicBezTo>
                  <a:cubicBezTo>
                    <a:pt x="7" y="4"/>
                    <a:pt x="6" y="4"/>
                    <a:pt x="6" y="4"/>
                  </a:cubicBezTo>
                  <a:cubicBezTo>
                    <a:pt x="0" y="8"/>
                    <a:pt x="0" y="8"/>
                    <a:pt x="0" y="8"/>
                  </a:cubicBezTo>
                  <a:cubicBezTo>
                    <a:pt x="0" y="9"/>
                    <a:pt x="1" y="10"/>
                    <a:pt x="3" y="11"/>
                  </a:cubicBezTo>
                  <a:cubicBezTo>
                    <a:pt x="2" y="12"/>
                    <a:pt x="3" y="15"/>
                    <a:pt x="4" y="15"/>
                  </a:cubicBezTo>
                  <a:cubicBezTo>
                    <a:pt x="8" y="15"/>
                    <a:pt x="9" y="11"/>
                    <a:pt x="11" y="8"/>
                  </a:cubicBezTo>
                  <a:cubicBezTo>
                    <a:pt x="12" y="8"/>
                    <a:pt x="13" y="10"/>
                    <a:pt x="16" y="10"/>
                  </a:cubicBezTo>
                  <a:cubicBezTo>
                    <a:pt x="18" y="10"/>
                    <a:pt x="22" y="0"/>
                    <a:pt x="1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 name="Freeform 61"/>
            <p:cNvSpPr>
              <a:spLocks/>
            </p:cNvSpPr>
            <p:nvPr/>
          </p:nvSpPr>
          <p:spPr bwMode="auto">
            <a:xfrm>
              <a:off x="10075863" y="2862263"/>
              <a:ext cx="338138" cy="277813"/>
            </a:xfrm>
            <a:custGeom>
              <a:avLst/>
              <a:gdLst>
                <a:gd name="T0" fmla="*/ 83 w 90"/>
                <a:gd name="T1" fmla="*/ 0 h 74"/>
                <a:gd name="T2" fmla="*/ 83 w 90"/>
                <a:gd name="T3" fmla="*/ 3 h 74"/>
                <a:gd name="T4" fmla="*/ 84 w 90"/>
                <a:gd name="T5" fmla="*/ 3 h 74"/>
                <a:gd name="T6" fmla="*/ 82 w 90"/>
                <a:gd name="T7" fmla="*/ 4 h 74"/>
                <a:gd name="T8" fmla="*/ 80 w 90"/>
                <a:gd name="T9" fmla="*/ 2 h 74"/>
                <a:gd name="T10" fmla="*/ 74 w 90"/>
                <a:gd name="T11" fmla="*/ 13 h 74"/>
                <a:gd name="T12" fmla="*/ 75 w 90"/>
                <a:gd name="T13" fmla="*/ 16 h 74"/>
                <a:gd name="T14" fmla="*/ 59 w 90"/>
                <a:gd name="T15" fmla="*/ 39 h 74"/>
                <a:gd name="T16" fmla="*/ 51 w 90"/>
                <a:gd name="T17" fmla="*/ 43 h 74"/>
                <a:gd name="T18" fmla="*/ 50 w 90"/>
                <a:gd name="T19" fmla="*/ 42 h 74"/>
                <a:gd name="T20" fmla="*/ 51 w 90"/>
                <a:gd name="T21" fmla="*/ 38 h 74"/>
                <a:gd name="T22" fmla="*/ 46 w 90"/>
                <a:gd name="T23" fmla="*/ 46 h 74"/>
                <a:gd name="T24" fmla="*/ 37 w 90"/>
                <a:gd name="T25" fmla="*/ 54 h 74"/>
                <a:gd name="T26" fmla="*/ 19 w 90"/>
                <a:gd name="T27" fmla="*/ 54 h 74"/>
                <a:gd name="T28" fmla="*/ 3 w 90"/>
                <a:gd name="T29" fmla="*/ 65 h 74"/>
                <a:gd name="T30" fmla="*/ 0 w 90"/>
                <a:gd name="T31" fmla="*/ 67 h 74"/>
                <a:gd name="T32" fmla="*/ 4 w 90"/>
                <a:gd name="T33" fmla="*/ 69 h 74"/>
                <a:gd name="T34" fmla="*/ 19 w 90"/>
                <a:gd name="T35" fmla="*/ 65 h 74"/>
                <a:gd name="T36" fmla="*/ 21 w 90"/>
                <a:gd name="T37" fmla="*/ 64 h 74"/>
                <a:gd name="T38" fmla="*/ 22 w 90"/>
                <a:gd name="T39" fmla="*/ 64 h 74"/>
                <a:gd name="T40" fmla="*/ 23 w 90"/>
                <a:gd name="T41" fmla="*/ 64 h 74"/>
                <a:gd name="T42" fmla="*/ 25 w 90"/>
                <a:gd name="T43" fmla="*/ 64 h 74"/>
                <a:gd name="T44" fmla="*/ 28 w 90"/>
                <a:gd name="T45" fmla="*/ 61 h 74"/>
                <a:gd name="T46" fmla="*/ 36 w 90"/>
                <a:gd name="T47" fmla="*/ 64 h 74"/>
                <a:gd name="T48" fmla="*/ 35 w 90"/>
                <a:gd name="T49" fmla="*/ 69 h 74"/>
                <a:gd name="T50" fmla="*/ 35 w 90"/>
                <a:gd name="T51" fmla="*/ 71 h 74"/>
                <a:gd name="T52" fmla="*/ 39 w 90"/>
                <a:gd name="T53" fmla="*/ 74 h 74"/>
                <a:gd name="T54" fmla="*/ 46 w 90"/>
                <a:gd name="T55" fmla="*/ 67 h 74"/>
                <a:gd name="T56" fmla="*/ 49 w 90"/>
                <a:gd name="T57" fmla="*/ 66 h 74"/>
                <a:gd name="T58" fmla="*/ 46 w 90"/>
                <a:gd name="T59" fmla="*/ 62 h 74"/>
                <a:gd name="T60" fmla="*/ 48 w 90"/>
                <a:gd name="T61" fmla="*/ 59 h 74"/>
                <a:gd name="T62" fmla="*/ 56 w 90"/>
                <a:gd name="T63" fmla="*/ 64 h 74"/>
                <a:gd name="T64" fmla="*/ 62 w 90"/>
                <a:gd name="T65" fmla="*/ 61 h 74"/>
                <a:gd name="T66" fmla="*/ 65 w 90"/>
                <a:gd name="T67" fmla="*/ 61 h 74"/>
                <a:gd name="T68" fmla="*/ 66 w 90"/>
                <a:gd name="T69" fmla="*/ 62 h 74"/>
                <a:gd name="T70" fmla="*/ 74 w 90"/>
                <a:gd name="T71" fmla="*/ 55 h 74"/>
                <a:gd name="T72" fmla="*/ 73 w 90"/>
                <a:gd name="T73" fmla="*/ 60 h 74"/>
                <a:gd name="T74" fmla="*/ 80 w 90"/>
                <a:gd name="T75" fmla="*/ 54 h 74"/>
                <a:gd name="T76" fmla="*/ 79 w 90"/>
                <a:gd name="T77" fmla="*/ 49 h 74"/>
                <a:gd name="T78" fmla="*/ 82 w 90"/>
                <a:gd name="T79" fmla="*/ 41 h 74"/>
                <a:gd name="T80" fmla="*/ 84 w 90"/>
                <a:gd name="T81" fmla="*/ 28 h 74"/>
                <a:gd name="T82" fmla="*/ 85 w 90"/>
                <a:gd name="T83" fmla="*/ 28 h 74"/>
                <a:gd name="T84" fmla="*/ 85 w 90"/>
                <a:gd name="T85" fmla="*/ 28 h 74"/>
                <a:gd name="T86" fmla="*/ 85 w 90"/>
                <a:gd name="T87" fmla="*/ 28 h 74"/>
                <a:gd name="T88" fmla="*/ 87 w 90"/>
                <a:gd name="T89" fmla="*/ 28 h 74"/>
                <a:gd name="T90" fmla="*/ 87 w 90"/>
                <a:gd name="T91" fmla="*/ 26 h 74"/>
                <a:gd name="T92" fmla="*/ 90 w 90"/>
                <a:gd name="T93" fmla="*/ 17 h 74"/>
                <a:gd name="T94" fmla="*/ 87 w 90"/>
                <a:gd name="T95" fmla="*/ 7 h 74"/>
                <a:gd name="T96" fmla="*/ 86 w 90"/>
                <a:gd name="T97" fmla="*/ 1 h 74"/>
                <a:gd name="T98" fmla="*/ 83 w 90"/>
                <a:gd name="T99"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0" h="74">
                  <a:moveTo>
                    <a:pt x="83" y="0"/>
                  </a:moveTo>
                  <a:cubicBezTo>
                    <a:pt x="82" y="0"/>
                    <a:pt x="82" y="3"/>
                    <a:pt x="83" y="3"/>
                  </a:cubicBezTo>
                  <a:cubicBezTo>
                    <a:pt x="84" y="3"/>
                    <a:pt x="84" y="3"/>
                    <a:pt x="84" y="3"/>
                  </a:cubicBezTo>
                  <a:cubicBezTo>
                    <a:pt x="83" y="4"/>
                    <a:pt x="82" y="4"/>
                    <a:pt x="82" y="4"/>
                  </a:cubicBezTo>
                  <a:cubicBezTo>
                    <a:pt x="81" y="4"/>
                    <a:pt x="81" y="2"/>
                    <a:pt x="80" y="2"/>
                  </a:cubicBezTo>
                  <a:cubicBezTo>
                    <a:pt x="77" y="2"/>
                    <a:pt x="74" y="9"/>
                    <a:pt x="74" y="13"/>
                  </a:cubicBezTo>
                  <a:cubicBezTo>
                    <a:pt x="74" y="14"/>
                    <a:pt x="75" y="14"/>
                    <a:pt x="75" y="16"/>
                  </a:cubicBezTo>
                  <a:cubicBezTo>
                    <a:pt x="75" y="25"/>
                    <a:pt x="65" y="37"/>
                    <a:pt x="59" y="39"/>
                  </a:cubicBezTo>
                  <a:cubicBezTo>
                    <a:pt x="56" y="40"/>
                    <a:pt x="55" y="43"/>
                    <a:pt x="51" y="43"/>
                  </a:cubicBezTo>
                  <a:cubicBezTo>
                    <a:pt x="50" y="43"/>
                    <a:pt x="50" y="42"/>
                    <a:pt x="50" y="42"/>
                  </a:cubicBezTo>
                  <a:cubicBezTo>
                    <a:pt x="50" y="40"/>
                    <a:pt x="50" y="39"/>
                    <a:pt x="51" y="38"/>
                  </a:cubicBezTo>
                  <a:cubicBezTo>
                    <a:pt x="50" y="39"/>
                    <a:pt x="46" y="46"/>
                    <a:pt x="46" y="46"/>
                  </a:cubicBezTo>
                  <a:cubicBezTo>
                    <a:pt x="44" y="46"/>
                    <a:pt x="42" y="54"/>
                    <a:pt x="37" y="54"/>
                  </a:cubicBezTo>
                  <a:cubicBezTo>
                    <a:pt x="30" y="54"/>
                    <a:pt x="28" y="54"/>
                    <a:pt x="19" y="54"/>
                  </a:cubicBezTo>
                  <a:cubicBezTo>
                    <a:pt x="12" y="54"/>
                    <a:pt x="9" y="61"/>
                    <a:pt x="3" y="65"/>
                  </a:cubicBezTo>
                  <a:cubicBezTo>
                    <a:pt x="2" y="66"/>
                    <a:pt x="0" y="67"/>
                    <a:pt x="0" y="67"/>
                  </a:cubicBezTo>
                  <a:cubicBezTo>
                    <a:pt x="0" y="69"/>
                    <a:pt x="2" y="69"/>
                    <a:pt x="4" y="69"/>
                  </a:cubicBezTo>
                  <a:cubicBezTo>
                    <a:pt x="10" y="69"/>
                    <a:pt x="15" y="66"/>
                    <a:pt x="19" y="65"/>
                  </a:cubicBezTo>
                  <a:cubicBezTo>
                    <a:pt x="19" y="64"/>
                    <a:pt x="20" y="64"/>
                    <a:pt x="21" y="64"/>
                  </a:cubicBezTo>
                  <a:cubicBezTo>
                    <a:pt x="21" y="64"/>
                    <a:pt x="21" y="64"/>
                    <a:pt x="22" y="64"/>
                  </a:cubicBezTo>
                  <a:cubicBezTo>
                    <a:pt x="22" y="64"/>
                    <a:pt x="22" y="64"/>
                    <a:pt x="23" y="64"/>
                  </a:cubicBezTo>
                  <a:cubicBezTo>
                    <a:pt x="23" y="64"/>
                    <a:pt x="24" y="64"/>
                    <a:pt x="25" y="64"/>
                  </a:cubicBezTo>
                  <a:cubicBezTo>
                    <a:pt x="26" y="63"/>
                    <a:pt x="26" y="61"/>
                    <a:pt x="28" y="61"/>
                  </a:cubicBezTo>
                  <a:cubicBezTo>
                    <a:pt x="31" y="61"/>
                    <a:pt x="33" y="63"/>
                    <a:pt x="36" y="64"/>
                  </a:cubicBezTo>
                  <a:cubicBezTo>
                    <a:pt x="36" y="65"/>
                    <a:pt x="35" y="67"/>
                    <a:pt x="35" y="69"/>
                  </a:cubicBezTo>
                  <a:cubicBezTo>
                    <a:pt x="35" y="70"/>
                    <a:pt x="34" y="71"/>
                    <a:pt x="35" y="71"/>
                  </a:cubicBezTo>
                  <a:cubicBezTo>
                    <a:pt x="37" y="71"/>
                    <a:pt x="37" y="73"/>
                    <a:pt x="39" y="74"/>
                  </a:cubicBezTo>
                  <a:cubicBezTo>
                    <a:pt x="41" y="71"/>
                    <a:pt x="44" y="67"/>
                    <a:pt x="46" y="67"/>
                  </a:cubicBezTo>
                  <a:cubicBezTo>
                    <a:pt x="47" y="67"/>
                    <a:pt x="48" y="67"/>
                    <a:pt x="49" y="66"/>
                  </a:cubicBezTo>
                  <a:cubicBezTo>
                    <a:pt x="49" y="66"/>
                    <a:pt x="46" y="63"/>
                    <a:pt x="46" y="62"/>
                  </a:cubicBezTo>
                  <a:cubicBezTo>
                    <a:pt x="46" y="61"/>
                    <a:pt x="47" y="59"/>
                    <a:pt x="48" y="59"/>
                  </a:cubicBezTo>
                  <a:cubicBezTo>
                    <a:pt x="50" y="59"/>
                    <a:pt x="50" y="64"/>
                    <a:pt x="56" y="64"/>
                  </a:cubicBezTo>
                  <a:cubicBezTo>
                    <a:pt x="58" y="64"/>
                    <a:pt x="60" y="63"/>
                    <a:pt x="62" y="61"/>
                  </a:cubicBezTo>
                  <a:cubicBezTo>
                    <a:pt x="65" y="61"/>
                    <a:pt x="65" y="61"/>
                    <a:pt x="65" y="61"/>
                  </a:cubicBezTo>
                  <a:cubicBezTo>
                    <a:pt x="65" y="61"/>
                    <a:pt x="65" y="62"/>
                    <a:pt x="66" y="62"/>
                  </a:cubicBezTo>
                  <a:cubicBezTo>
                    <a:pt x="67" y="58"/>
                    <a:pt x="70" y="58"/>
                    <a:pt x="74" y="55"/>
                  </a:cubicBezTo>
                  <a:cubicBezTo>
                    <a:pt x="73" y="57"/>
                    <a:pt x="72" y="58"/>
                    <a:pt x="73" y="60"/>
                  </a:cubicBezTo>
                  <a:cubicBezTo>
                    <a:pt x="77" y="59"/>
                    <a:pt x="77" y="56"/>
                    <a:pt x="80" y="54"/>
                  </a:cubicBezTo>
                  <a:cubicBezTo>
                    <a:pt x="80" y="53"/>
                    <a:pt x="79" y="51"/>
                    <a:pt x="79" y="49"/>
                  </a:cubicBezTo>
                  <a:cubicBezTo>
                    <a:pt x="79" y="45"/>
                    <a:pt x="82" y="44"/>
                    <a:pt x="82" y="41"/>
                  </a:cubicBezTo>
                  <a:cubicBezTo>
                    <a:pt x="82" y="38"/>
                    <a:pt x="81" y="29"/>
                    <a:pt x="84" y="28"/>
                  </a:cubicBezTo>
                  <a:cubicBezTo>
                    <a:pt x="84" y="28"/>
                    <a:pt x="84" y="28"/>
                    <a:pt x="85" y="28"/>
                  </a:cubicBezTo>
                  <a:cubicBezTo>
                    <a:pt x="85" y="28"/>
                    <a:pt x="85" y="28"/>
                    <a:pt x="85" y="28"/>
                  </a:cubicBezTo>
                  <a:cubicBezTo>
                    <a:pt x="85" y="28"/>
                    <a:pt x="85" y="28"/>
                    <a:pt x="85" y="28"/>
                  </a:cubicBezTo>
                  <a:cubicBezTo>
                    <a:pt x="86" y="28"/>
                    <a:pt x="86" y="28"/>
                    <a:pt x="87" y="28"/>
                  </a:cubicBezTo>
                  <a:cubicBezTo>
                    <a:pt x="87" y="27"/>
                    <a:pt x="87" y="26"/>
                    <a:pt x="87" y="26"/>
                  </a:cubicBezTo>
                  <a:cubicBezTo>
                    <a:pt x="87" y="22"/>
                    <a:pt x="90" y="22"/>
                    <a:pt x="90" y="17"/>
                  </a:cubicBezTo>
                  <a:cubicBezTo>
                    <a:pt x="90" y="13"/>
                    <a:pt x="87" y="11"/>
                    <a:pt x="87" y="7"/>
                  </a:cubicBezTo>
                  <a:cubicBezTo>
                    <a:pt x="87" y="5"/>
                    <a:pt x="87" y="3"/>
                    <a:pt x="86" y="1"/>
                  </a:cubicBezTo>
                  <a:cubicBezTo>
                    <a:pt x="86" y="1"/>
                    <a:pt x="85"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 name="Freeform 62"/>
            <p:cNvSpPr>
              <a:spLocks/>
            </p:cNvSpPr>
            <p:nvPr/>
          </p:nvSpPr>
          <p:spPr bwMode="auto">
            <a:xfrm>
              <a:off x="10350500" y="2708275"/>
              <a:ext cx="176213" cy="149225"/>
            </a:xfrm>
            <a:custGeom>
              <a:avLst/>
              <a:gdLst>
                <a:gd name="T0" fmla="*/ 17 w 47"/>
                <a:gd name="T1" fmla="*/ 0 h 40"/>
                <a:gd name="T2" fmla="*/ 15 w 47"/>
                <a:gd name="T3" fmla="*/ 4 h 40"/>
                <a:gd name="T4" fmla="*/ 16 w 47"/>
                <a:gd name="T5" fmla="*/ 7 h 40"/>
                <a:gd name="T6" fmla="*/ 10 w 47"/>
                <a:gd name="T7" fmla="*/ 22 h 40"/>
                <a:gd name="T8" fmla="*/ 8 w 47"/>
                <a:gd name="T9" fmla="*/ 22 h 40"/>
                <a:gd name="T10" fmla="*/ 7 w 47"/>
                <a:gd name="T11" fmla="*/ 22 h 40"/>
                <a:gd name="T12" fmla="*/ 7 w 47"/>
                <a:gd name="T13" fmla="*/ 22 h 40"/>
                <a:gd name="T14" fmla="*/ 5 w 47"/>
                <a:gd name="T15" fmla="*/ 21 h 40"/>
                <a:gd name="T16" fmla="*/ 5 w 47"/>
                <a:gd name="T17" fmla="*/ 23 h 40"/>
                <a:gd name="T18" fmla="*/ 0 w 47"/>
                <a:gd name="T19" fmla="*/ 30 h 40"/>
                <a:gd name="T20" fmla="*/ 2 w 47"/>
                <a:gd name="T21" fmla="*/ 33 h 40"/>
                <a:gd name="T22" fmla="*/ 2 w 47"/>
                <a:gd name="T23" fmla="*/ 40 h 40"/>
                <a:gd name="T24" fmla="*/ 3 w 47"/>
                <a:gd name="T25" fmla="*/ 40 h 40"/>
                <a:gd name="T26" fmla="*/ 10 w 47"/>
                <a:gd name="T27" fmla="*/ 35 h 40"/>
                <a:gd name="T28" fmla="*/ 5 w 47"/>
                <a:gd name="T29" fmla="*/ 31 h 40"/>
                <a:gd name="T30" fmla="*/ 7 w 47"/>
                <a:gd name="T31" fmla="*/ 29 h 40"/>
                <a:gd name="T32" fmla="*/ 13 w 47"/>
                <a:gd name="T33" fmla="*/ 29 h 40"/>
                <a:gd name="T34" fmla="*/ 15 w 47"/>
                <a:gd name="T35" fmla="*/ 27 h 40"/>
                <a:gd name="T36" fmla="*/ 27 w 47"/>
                <a:gd name="T37" fmla="*/ 34 h 40"/>
                <a:gd name="T38" fmla="*/ 38 w 47"/>
                <a:gd name="T39" fmla="*/ 24 h 40"/>
                <a:gd name="T40" fmla="*/ 47 w 47"/>
                <a:gd name="T41" fmla="*/ 21 h 40"/>
                <a:gd name="T42" fmla="*/ 43 w 47"/>
                <a:gd name="T43" fmla="*/ 17 h 40"/>
                <a:gd name="T44" fmla="*/ 45 w 47"/>
                <a:gd name="T45" fmla="*/ 14 h 40"/>
                <a:gd name="T46" fmla="*/ 43 w 47"/>
                <a:gd name="T47" fmla="*/ 14 h 40"/>
                <a:gd name="T48" fmla="*/ 39 w 47"/>
                <a:gd name="T49" fmla="*/ 15 h 40"/>
                <a:gd name="T50" fmla="*/ 17 w 47"/>
                <a:gd name="T5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7" h="40">
                  <a:moveTo>
                    <a:pt x="17" y="0"/>
                  </a:moveTo>
                  <a:cubicBezTo>
                    <a:pt x="16" y="1"/>
                    <a:pt x="15" y="2"/>
                    <a:pt x="15" y="4"/>
                  </a:cubicBezTo>
                  <a:cubicBezTo>
                    <a:pt x="15" y="5"/>
                    <a:pt x="16" y="6"/>
                    <a:pt x="16" y="7"/>
                  </a:cubicBezTo>
                  <a:cubicBezTo>
                    <a:pt x="16" y="11"/>
                    <a:pt x="14" y="22"/>
                    <a:pt x="10" y="22"/>
                  </a:cubicBezTo>
                  <a:cubicBezTo>
                    <a:pt x="9" y="22"/>
                    <a:pt x="8" y="22"/>
                    <a:pt x="8" y="22"/>
                  </a:cubicBezTo>
                  <a:cubicBezTo>
                    <a:pt x="7" y="22"/>
                    <a:pt x="7" y="22"/>
                    <a:pt x="7" y="22"/>
                  </a:cubicBezTo>
                  <a:cubicBezTo>
                    <a:pt x="7" y="22"/>
                    <a:pt x="7" y="22"/>
                    <a:pt x="7" y="22"/>
                  </a:cubicBezTo>
                  <a:cubicBezTo>
                    <a:pt x="6" y="22"/>
                    <a:pt x="6" y="21"/>
                    <a:pt x="5" y="21"/>
                  </a:cubicBezTo>
                  <a:cubicBezTo>
                    <a:pt x="5" y="23"/>
                    <a:pt x="5" y="23"/>
                    <a:pt x="5" y="23"/>
                  </a:cubicBezTo>
                  <a:cubicBezTo>
                    <a:pt x="5" y="25"/>
                    <a:pt x="0" y="27"/>
                    <a:pt x="0" y="30"/>
                  </a:cubicBezTo>
                  <a:cubicBezTo>
                    <a:pt x="0" y="31"/>
                    <a:pt x="2" y="32"/>
                    <a:pt x="2" y="33"/>
                  </a:cubicBezTo>
                  <a:cubicBezTo>
                    <a:pt x="2" y="34"/>
                    <a:pt x="2" y="38"/>
                    <a:pt x="2" y="40"/>
                  </a:cubicBezTo>
                  <a:cubicBezTo>
                    <a:pt x="3" y="40"/>
                    <a:pt x="3" y="40"/>
                    <a:pt x="3" y="40"/>
                  </a:cubicBezTo>
                  <a:cubicBezTo>
                    <a:pt x="6" y="37"/>
                    <a:pt x="8" y="38"/>
                    <a:pt x="10" y="35"/>
                  </a:cubicBezTo>
                  <a:cubicBezTo>
                    <a:pt x="9" y="34"/>
                    <a:pt x="5" y="34"/>
                    <a:pt x="5" y="31"/>
                  </a:cubicBezTo>
                  <a:cubicBezTo>
                    <a:pt x="5" y="29"/>
                    <a:pt x="6" y="29"/>
                    <a:pt x="7" y="29"/>
                  </a:cubicBezTo>
                  <a:cubicBezTo>
                    <a:pt x="9" y="29"/>
                    <a:pt x="11" y="29"/>
                    <a:pt x="13" y="29"/>
                  </a:cubicBezTo>
                  <a:cubicBezTo>
                    <a:pt x="13" y="28"/>
                    <a:pt x="14" y="27"/>
                    <a:pt x="15" y="27"/>
                  </a:cubicBezTo>
                  <a:cubicBezTo>
                    <a:pt x="20" y="30"/>
                    <a:pt x="23" y="31"/>
                    <a:pt x="27" y="34"/>
                  </a:cubicBezTo>
                  <a:cubicBezTo>
                    <a:pt x="30" y="30"/>
                    <a:pt x="32" y="24"/>
                    <a:pt x="38" y="24"/>
                  </a:cubicBezTo>
                  <a:cubicBezTo>
                    <a:pt x="42" y="24"/>
                    <a:pt x="44" y="23"/>
                    <a:pt x="47" y="21"/>
                  </a:cubicBezTo>
                  <a:cubicBezTo>
                    <a:pt x="45" y="21"/>
                    <a:pt x="43" y="19"/>
                    <a:pt x="43" y="17"/>
                  </a:cubicBezTo>
                  <a:cubicBezTo>
                    <a:pt x="43" y="16"/>
                    <a:pt x="44" y="15"/>
                    <a:pt x="45" y="14"/>
                  </a:cubicBezTo>
                  <a:cubicBezTo>
                    <a:pt x="44" y="14"/>
                    <a:pt x="44" y="14"/>
                    <a:pt x="43" y="14"/>
                  </a:cubicBezTo>
                  <a:cubicBezTo>
                    <a:pt x="42" y="14"/>
                    <a:pt x="41" y="15"/>
                    <a:pt x="39" y="15"/>
                  </a:cubicBezTo>
                  <a:cubicBezTo>
                    <a:pt x="28" y="15"/>
                    <a:pt x="24" y="5"/>
                    <a:pt x="1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 name="Freeform 63"/>
            <p:cNvSpPr>
              <a:spLocks noEditPoints="1"/>
            </p:cNvSpPr>
            <p:nvPr/>
          </p:nvSpPr>
          <p:spPr bwMode="auto">
            <a:xfrm>
              <a:off x="10518775" y="2744788"/>
              <a:ext cx="30163" cy="26988"/>
            </a:xfrm>
            <a:custGeom>
              <a:avLst/>
              <a:gdLst>
                <a:gd name="T0" fmla="*/ 7 w 8"/>
                <a:gd name="T1" fmla="*/ 0 h 7"/>
                <a:gd name="T2" fmla="*/ 1 w 8"/>
                <a:gd name="T3" fmla="*/ 5 h 7"/>
                <a:gd name="T4" fmla="*/ 1 w 8"/>
                <a:gd name="T5" fmla="*/ 7 h 7"/>
                <a:gd name="T6" fmla="*/ 8 w 8"/>
                <a:gd name="T7" fmla="*/ 1 h 7"/>
                <a:gd name="T8" fmla="*/ 7 w 8"/>
                <a:gd name="T9" fmla="*/ 0 h 7"/>
                <a:gd name="T10" fmla="*/ 7 w 8"/>
                <a:gd name="T11" fmla="*/ 0 h 7"/>
                <a:gd name="T12" fmla="*/ 7 w 8"/>
                <a:gd name="T13" fmla="*/ 0 h 7"/>
                <a:gd name="T14" fmla="*/ 8 w 8"/>
                <a:gd name="T15" fmla="*/ 0 h 7"/>
                <a:gd name="T16" fmla="*/ 7 w 8"/>
                <a:gd name="T1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7">
                  <a:moveTo>
                    <a:pt x="7" y="0"/>
                  </a:moveTo>
                  <a:cubicBezTo>
                    <a:pt x="5" y="1"/>
                    <a:pt x="2" y="3"/>
                    <a:pt x="1" y="5"/>
                  </a:cubicBezTo>
                  <a:cubicBezTo>
                    <a:pt x="1" y="5"/>
                    <a:pt x="0" y="7"/>
                    <a:pt x="1" y="7"/>
                  </a:cubicBezTo>
                  <a:cubicBezTo>
                    <a:pt x="4" y="7"/>
                    <a:pt x="7" y="3"/>
                    <a:pt x="8" y="1"/>
                  </a:cubicBezTo>
                  <a:cubicBezTo>
                    <a:pt x="7" y="0"/>
                    <a:pt x="7" y="0"/>
                    <a:pt x="7" y="0"/>
                  </a:cubicBezTo>
                  <a:moveTo>
                    <a:pt x="7" y="0"/>
                  </a:moveTo>
                  <a:cubicBezTo>
                    <a:pt x="7" y="0"/>
                    <a:pt x="7" y="0"/>
                    <a:pt x="7" y="0"/>
                  </a:cubicBezTo>
                  <a:cubicBezTo>
                    <a:pt x="7" y="0"/>
                    <a:pt x="8" y="0"/>
                    <a:pt x="8"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1" name="Freeform 64"/>
            <p:cNvSpPr>
              <a:spLocks/>
            </p:cNvSpPr>
            <p:nvPr/>
          </p:nvSpPr>
          <p:spPr bwMode="auto">
            <a:xfrm>
              <a:off x="10583863" y="2708275"/>
              <a:ext cx="36513" cy="25400"/>
            </a:xfrm>
            <a:custGeom>
              <a:avLst/>
              <a:gdLst>
                <a:gd name="T0" fmla="*/ 10 w 10"/>
                <a:gd name="T1" fmla="*/ 0 h 7"/>
                <a:gd name="T2" fmla="*/ 9 w 10"/>
                <a:gd name="T3" fmla="*/ 0 h 7"/>
                <a:gd name="T4" fmla="*/ 6 w 10"/>
                <a:gd name="T5" fmla="*/ 0 h 7"/>
                <a:gd name="T6" fmla="*/ 0 w 10"/>
                <a:gd name="T7" fmla="*/ 6 h 7"/>
                <a:gd name="T8" fmla="*/ 0 w 10"/>
                <a:gd name="T9" fmla="*/ 7 h 7"/>
                <a:gd name="T10" fmla="*/ 10 w 10"/>
                <a:gd name="T11" fmla="*/ 2 h 7"/>
                <a:gd name="T12" fmla="*/ 10 w 10"/>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0" h="7">
                  <a:moveTo>
                    <a:pt x="10" y="0"/>
                  </a:moveTo>
                  <a:cubicBezTo>
                    <a:pt x="10" y="0"/>
                    <a:pt x="9" y="0"/>
                    <a:pt x="9" y="0"/>
                  </a:cubicBezTo>
                  <a:cubicBezTo>
                    <a:pt x="8" y="0"/>
                    <a:pt x="7" y="0"/>
                    <a:pt x="6" y="0"/>
                  </a:cubicBezTo>
                  <a:cubicBezTo>
                    <a:pt x="2" y="0"/>
                    <a:pt x="0" y="6"/>
                    <a:pt x="0" y="6"/>
                  </a:cubicBezTo>
                  <a:cubicBezTo>
                    <a:pt x="0" y="7"/>
                    <a:pt x="0" y="7"/>
                    <a:pt x="0" y="7"/>
                  </a:cubicBezTo>
                  <a:cubicBezTo>
                    <a:pt x="4" y="7"/>
                    <a:pt x="4" y="2"/>
                    <a:pt x="10" y="2"/>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 name="Freeform 65"/>
            <p:cNvSpPr>
              <a:spLocks/>
            </p:cNvSpPr>
            <p:nvPr/>
          </p:nvSpPr>
          <p:spPr bwMode="auto">
            <a:xfrm>
              <a:off x="10653713" y="2678113"/>
              <a:ext cx="19050" cy="17463"/>
            </a:xfrm>
            <a:custGeom>
              <a:avLst/>
              <a:gdLst>
                <a:gd name="T0" fmla="*/ 5 w 5"/>
                <a:gd name="T1" fmla="*/ 0 h 5"/>
                <a:gd name="T2" fmla="*/ 1 w 5"/>
                <a:gd name="T3" fmla="*/ 1 h 5"/>
                <a:gd name="T4" fmla="*/ 0 w 5"/>
                <a:gd name="T5" fmla="*/ 4 h 5"/>
                <a:gd name="T6" fmla="*/ 0 w 5"/>
                <a:gd name="T7" fmla="*/ 5 h 5"/>
                <a:gd name="T8" fmla="*/ 5 w 5"/>
                <a:gd name="T9" fmla="*/ 0 h 5"/>
              </a:gdLst>
              <a:ahLst/>
              <a:cxnLst>
                <a:cxn ang="0">
                  <a:pos x="T0" y="T1"/>
                </a:cxn>
                <a:cxn ang="0">
                  <a:pos x="T2" y="T3"/>
                </a:cxn>
                <a:cxn ang="0">
                  <a:pos x="T4" y="T5"/>
                </a:cxn>
                <a:cxn ang="0">
                  <a:pos x="T6" y="T7"/>
                </a:cxn>
                <a:cxn ang="0">
                  <a:pos x="T8" y="T9"/>
                </a:cxn>
              </a:cxnLst>
              <a:rect l="0" t="0" r="r" b="b"/>
              <a:pathLst>
                <a:path w="5" h="5">
                  <a:moveTo>
                    <a:pt x="5" y="0"/>
                  </a:moveTo>
                  <a:cubicBezTo>
                    <a:pt x="4" y="0"/>
                    <a:pt x="1" y="0"/>
                    <a:pt x="1" y="1"/>
                  </a:cubicBezTo>
                  <a:cubicBezTo>
                    <a:pt x="0" y="2"/>
                    <a:pt x="1" y="4"/>
                    <a:pt x="0" y="4"/>
                  </a:cubicBezTo>
                  <a:cubicBezTo>
                    <a:pt x="0" y="4"/>
                    <a:pt x="0" y="5"/>
                    <a:pt x="0" y="5"/>
                  </a:cubicBezTo>
                  <a:cubicBezTo>
                    <a:pt x="3" y="5"/>
                    <a:pt x="5" y="1"/>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 name="Freeform 66"/>
            <p:cNvSpPr>
              <a:spLocks/>
            </p:cNvSpPr>
            <p:nvPr/>
          </p:nvSpPr>
          <p:spPr bwMode="auto">
            <a:xfrm>
              <a:off x="10406063" y="2351088"/>
              <a:ext cx="87313" cy="333375"/>
            </a:xfrm>
            <a:custGeom>
              <a:avLst/>
              <a:gdLst>
                <a:gd name="T0" fmla="*/ 9 w 23"/>
                <a:gd name="T1" fmla="*/ 0 h 89"/>
                <a:gd name="T2" fmla="*/ 7 w 23"/>
                <a:gd name="T3" fmla="*/ 0 h 89"/>
                <a:gd name="T4" fmla="*/ 7 w 23"/>
                <a:gd name="T5" fmla="*/ 6 h 89"/>
                <a:gd name="T6" fmla="*/ 6 w 23"/>
                <a:gd name="T7" fmla="*/ 9 h 89"/>
                <a:gd name="T8" fmla="*/ 0 w 23"/>
                <a:gd name="T9" fmla="*/ 24 h 89"/>
                <a:gd name="T10" fmla="*/ 4 w 23"/>
                <a:gd name="T11" fmla="*/ 34 h 89"/>
                <a:gd name="T12" fmla="*/ 4 w 23"/>
                <a:gd name="T13" fmla="*/ 51 h 89"/>
                <a:gd name="T14" fmla="*/ 2 w 23"/>
                <a:gd name="T15" fmla="*/ 60 h 89"/>
                <a:gd name="T16" fmla="*/ 4 w 23"/>
                <a:gd name="T17" fmla="*/ 68 h 89"/>
                <a:gd name="T18" fmla="*/ 3 w 23"/>
                <a:gd name="T19" fmla="*/ 81 h 89"/>
                <a:gd name="T20" fmla="*/ 3 w 23"/>
                <a:gd name="T21" fmla="*/ 89 h 89"/>
                <a:gd name="T22" fmla="*/ 10 w 23"/>
                <a:gd name="T23" fmla="*/ 83 h 89"/>
                <a:gd name="T24" fmla="*/ 13 w 23"/>
                <a:gd name="T25" fmla="*/ 83 h 89"/>
                <a:gd name="T26" fmla="*/ 15 w 23"/>
                <a:gd name="T27" fmla="*/ 85 h 89"/>
                <a:gd name="T28" fmla="*/ 16 w 23"/>
                <a:gd name="T29" fmla="*/ 85 h 89"/>
                <a:gd name="T30" fmla="*/ 16 w 23"/>
                <a:gd name="T31" fmla="*/ 85 h 89"/>
                <a:gd name="T32" fmla="*/ 8 w 23"/>
                <a:gd name="T33" fmla="*/ 71 h 89"/>
                <a:gd name="T34" fmla="*/ 17 w 23"/>
                <a:gd name="T35" fmla="*/ 54 h 89"/>
                <a:gd name="T36" fmla="*/ 23 w 23"/>
                <a:gd name="T37" fmla="*/ 58 h 89"/>
                <a:gd name="T38" fmla="*/ 15 w 23"/>
                <a:gd name="T39" fmla="*/ 38 h 89"/>
                <a:gd name="T40" fmla="*/ 13 w 23"/>
                <a:gd name="T41" fmla="*/ 30 h 89"/>
                <a:gd name="T42" fmla="*/ 13 w 23"/>
                <a:gd name="T43" fmla="*/ 24 h 89"/>
                <a:gd name="T44" fmla="*/ 12 w 23"/>
                <a:gd name="T45" fmla="*/ 13 h 89"/>
                <a:gd name="T46" fmla="*/ 9 w 23"/>
                <a:gd name="T47"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3" h="89">
                  <a:moveTo>
                    <a:pt x="9" y="0"/>
                  </a:moveTo>
                  <a:cubicBezTo>
                    <a:pt x="8" y="0"/>
                    <a:pt x="7" y="0"/>
                    <a:pt x="7" y="0"/>
                  </a:cubicBezTo>
                  <a:cubicBezTo>
                    <a:pt x="7" y="2"/>
                    <a:pt x="7" y="3"/>
                    <a:pt x="7" y="6"/>
                  </a:cubicBezTo>
                  <a:cubicBezTo>
                    <a:pt x="7" y="7"/>
                    <a:pt x="6" y="8"/>
                    <a:pt x="6" y="9"/>
                  </a:cubicBezTo>
                  <a:cubicBezTo>
                    <a:pt x="1" y="10"/>
                    <a:pt x="0" y="18"/>
                    <a:pt x="0" y="24"/>
                  </a:cubicBezTo>
                  <a:cubicBezTo>
                    <a:pt x="0" y="28"/>
                    <a:pt x="4" y="30"/>
                    <a:pt x="4" y="34"/>
                  </a:cubicBezTo>
                  <a:cubicBezTo>
                    <a:pt x="4" y="41"/>
                    <a:pt x="4" y="44"/>
                    <a:pt x="4" y="51"/>
                  </a:cubicBezTo>
                  <a:cubicBezTo>
                    <a:pt x="4" y="54"/>
                    <a:pt x="2" y="56"/>
                    <a:pt x="2" y="60"/>
                  </a:cubicBezTo>
                  <a:cubicBezTo>
                    <a:pt x="2" y="63"/>
                    <a:pt x="4" y="64"/>
                    <a:pt x="4" y="68"/>
                  </a:cubicBezTo>
                  <a:cubicBezTo>
                    <a:pt x="4" y="72"/>
                    <a:pt x="3" y="75"/>
                    <a:pt x="3" y="81"/>
                  </a:cubicBezTo>
                  <a:cubicBezTo>
                    <a:pt x="3" y="82"/>
                    <a:pt x="2" y="89"/>
                    <a:pt x="3" y="89"/>
                  </a:cubicBezTo>
                  <a:cubicBezTo>
                    <a:pt x="6" y="89"/>
                    <a:pt x="6" y="83"/>
                    <a:pt x="10" y="83"/>
                  </a:cubicBezTo>
                  <a:cubicBezTo>
                    <a:pt x="11" y="83"/>
                    <a:pt x="12" y="83"/>
                    <a:pt x="13" y="83"/>
                  </a:cubicBezTo>
                  <a:cubicBezTo>
                    <a:pt x="13" y="84"/>
                    <a:pt x="14" y="85"/>
                    <a:pt x="15" y="85"/>
                  </a:cubicBezTo>
                  <a:cubicBezTo>
                    <a:pt x="15" y="85"/>
                    <a:pt x="16" y="85"/>
                    <a:pt x="16" y="85"/>
                  </a:cubicBezTo>
                  <a:cubicBezTo>
                    <a:pt x="16" y="85"/>
                    <a:pt x="16" y="85"/>
                    <a:pt x="16" y="85"/>
                  </a:cubicBezTo>
                  <a:cubicBezTo>
                    <a:pt x="14" y="80"/>
                    <a:pt x="8" y="77"/>
                    <a:pt x="8" y="71"/>
                  </a:cubicBezTo>
                  <a:cubicBezTo>
                    <a:pt x="8" y="63"/>
                    <a:pt x="9" y="54"/>
                    <a:pt x="17" y="54"/>
                  </a:cubicBezTo>
                  <a:cubicBezTo>
                    <a:pt x="19" y="54"/>
                    <a:pt x="21" y="56"/>
                    <a:pt x="23" y="58"/>
                  </a:cubicBezTo>
                  <a:cubicBezTo>
                    <a:pt x="21" y="51"/>
                    <a:pt x="17" y="45"/>
                    <a:pt x="15" y="38"/>
                  </a:cubicBezTo>
                  <a:cubicBezTo>
                    <a:pt x="14" y="36"/>
                    <a:pt x="12" y="33"/>
                    <a:pt x="13" y="30"/>
                  </a:cubicBezTo>
                  <a:cubicBezTo>
                    <a:pt x="13" y="24"/>
                    <a:pt x="13" y="24"/>
                    <a:pt x="13" y="24"/>
                  </a:cubicBezTo>
                  <a:cubicBezTo>
                    <a:pt x="11" y="20"/>
                    <a:pt x="13" y="17"/>
                    <a:pt x="12" y="13"/>
                  </a:cubicBezTo>
                  <a:cubicBezTo>
                    <a:pt x="11" y="9"/>
                    <a:pt x="9" y="5"/>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 name="Freeform 67"/>
            <p:cNvSpPr>
              <a:spLocks noEditPoints="1"/>
            </p:cNvSpPr>
            <p:nvPr/>
          </p:nvSpPr>
          <p:spPr bwMode="auto">
            <a:xfrm>
              <a:off x="7658100" y="1189038"/>
              <a:ext cx="533400" cy="392113"/>
            </a:xfrm>
            <a:custGeom>
              <a:avLst/>
              <a:gdLst>
                <a:gd name="T0" fmla="*/ 49 w 142"/>
                <a:gd name="T1" fmla="*/ 104 h 104"/>
                <a:gd name="T2" fmla="*/ 49 w 142"/>
                <a:gd name="T3" fmla="*/ 104 h 104"/>
                <a:gd name="T4" fmla="*/ 49 w 142"/>
                <a:gd name="T5" fmla="*/ 104 h 104"/>
                <a:gd name="T6" fmla="*/ 48 w 142"/>
                <a:gd name="T7" fmla="*/ 103 h 104"/>
                <a:gd name="T8" fmla="*/ 48 w 142"/>
                <a:gd name="T9" fmla="*/ 103 h 104"/>
                <a:gd name="T10" fmla="*/ 49 w 142"/>
                <a:gd name="T11" fmla="*/ 104 h 104"/>
                <a:gd name="T12" fmla="*/ 48 w 142"/>
                <a:gd name="T13" fmla="*/ 103 h 104"/>
                <a:gd name="T14" fmla="*/ 46 w 142"/>
                <a:gd name="T15" fmla="*/ 101 h 104"/>
                <a:gd name="T16" fmla="*/ 48 w 142"/>
                <a:gd name="T17" fmla="*/ 103 h 104"/>
                <a:gd name="T18" fmla="*/ 46 w 142"/>
                <a:gd name="T19" fmla="*/ 101 h 104"/>
                <a:gd name="T20" fmla="*/ 130 w 142"/>
                <a:gd name="T21" fmla="*/ 0 h 104"/>
                <a:gd name="T22" fmla="*/ 88 w 142"/>
                <a:gd name="T23" fmla="*/ 16 h 104"/>
                <a:gd name="T24" fmla="*/ 79 w 142"/>
                <a:gd name="T25" fmla="*/ 13 h 104"/>
                <a:gd name="T26" fmla="*/ 70 w 142"/>
                <a:gd name="T27" fmla="*/ 16 h 104"/>
                <a:gd name="T28" fmla="*/ 45 w 142"/>
                <a:gd name="T29" fmla="*/ 30 h 104"/>
                <a:gd name="T30" fmla="*/ 33 w 142"/>
                <a:gd name="T31" fmla="*/ 32 h 104"/>
                <a:gd name="T32" fmla="*/ 30 w 142"/>
                <a:gd name="T33" fmla="*/ 35 h 104"/>
                <a:gd name="T34" fmla="*/ 32 w 142"/>
                <a:gd name="T35" fmla="*/ 40 h 104"/>
                <a:gd name="T36" fmla="*/ 17 w 142"/>
                <a:gd name="T37" fmla="*/ 57 h 104"/>
                <a:gd name="T38" fmla="*/ 22 w 142"/>
                <a:gd name="T39" fmla="*/ 63 h 104"/>
                <a:gd name="T40" fmla="*/ 8 w 142"/>
                <a:gd name="T41" fmla="*/ 71 h 104"/>
                <a:gd name="T42" fmla="*/ 8 w 142"/>
                <a:gd name="T43" fmla="*/ 75 h 104"/>
                <a:gd name="T44" fmla="*/ 0 w 142"/>
                <a:gd name="T45" fmla="*/ 87 h 104"/>
                <a:gd name="T46" fmla="*/ 5 w 142"/>
                <a:gd name="T47" fmla="*/ 92 h 104"/>
                <a:gd name="T48" fmla="*/ 11 w 142"/>
                <a:gd name="T49" fmla="*/ 92 h 104"/>
                <a:gd name="T50" fmla="*/ 13 w 142"/>
                <a:gd name="T51" fmla="*/ 92 h 104"/>
                <a:gd name="T52" fmla="*/ 17 w 142"/>
                <a:gd name="T53" fmla="*/ 102 h 104"/>
                <a:gd name="T54" fmla="*/ 19 w 142"/>
                <a:gd name="T55" fmla="*/ 103 h 104"/>
                <a:gd name="T56" fmla="*/ 25 w 142"/>
                <a:gd name="T57" fmla="*/ 102 h 104"/>
                <a:gd name="T58" fmla="*/ 27 w 142"/>
                <a:gd name="T59" fmla="*/ 104 h 104"/>
                <a:gd name="T60" fmla="*/ 49 w 142"/>
                <a:gd name="T61" fmla="*/ 104 h 104"/>
                <a:gd name="T62" fmla="*/ 48 w 142"/>
                <a:gd name="T63" fmla="*/ 103 h 104"/>
                <a:gd name="T64" fmla="*/ 32 w 142"/>
                <a:gd name="T65" fmla="*/ 84 h 104"/>
                <a:gd name="T66" fmla="*/ 66 w 142"/>
                <a:gd name="T67" fmla="*/ 43 h 104"/>
                <a:gd name="T68" fmla="*/ 80 w 142"/>
                <a:gd name="T69" fmla="*/ 35 h 104"/>
                <a:gd name="T70" fmla="*/ 86 w 142"/>
                <a:gd name="T71" fmla="*/ 29 h 104"/>
                <a:gd name="T72" fmla="*/ 113 w 142"/>
                <a:gd name="T73" fmla="*/ 22 h 104"/>
                <a:gd name="T74" fmla="*/ 142 w 142"/>
                <a:gd name="T75" fmla="*/ 7 h 104"/>
                <a:gd name="T76" fmla="*/ 130 w 142"/>
                <a:gd name="T77"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2" h="104">
                  <a:moveTo>
                    <a:pt x="49" y="104"/>
                  </a:moveTo>
                  <a:cubicBezTo>
                    <a:pt x="49" y="104"/>
                    <a:pt x="49" y="104"/>
                    <a:pt x="49" y="104"/>
                  </a:cubicBezTo>
                  <a:cubicBezTo>
                    <a:pt x="49" y="104"/>
                    <a:pt x="49" y="104"/>
                    <a:pt x="49" y="104"/>
                  </a:cubicBezTo>
                  <a:moveTo>
                    <a:pt x="48" y="103"/>
                  </a:moveTo>
                  <a:cubicBezTo>
                    <a:pt x="48" y="103"/>
                    <a:pt x="48" y="103"/>
                    <a:pt x="48" y="103"/>
                  </a:cubicBezTo>
                  <a:cubicBezTo>
                    <a:pt x="48" y="103"/>
                    <a:pt x="48" y="103"/>
                    <a:pt x="49" y="104"/>
                  </a:cubicBezTo>
                  <a:cubicBezTo>
                    <a:pt x="48" y="103"/>
                    <a:pt x="48" y="103"/>
                    <a:pt x="48" y="103"/>
                  </a:cubicBezTo>
                  <a:moveTo>
                    <a:pt x="46" y="101"/>
                  </a:moveTo>
                  <a:cubicBezTo>
                    <a:pt x="48" y="103"/>
                    <a:pt x="48" y="103"/>
                    <a:pt x="48" y="103"/>
                  </a:cubicBezTo>
                  <a:cubicBezTo>
                    <a:pt x="47" y="102"/>
                    <a:pt x="46" y="101"/>
                    <a:pt x="46" y="101"/>
                  </a:cubicBezTo>
                  <a:moveTo>
                    <a:pt x="130" y="0"/>
                  </a:moveTo>
                  <a:cubicBezTo>
                    <a:pt x="116" y="0"/>
                    <a:pt x="103" y="16"/>
                    <a:pt x="88" y="16"/>
                  </a:cubicBezTo>
                  <a:cubicBezTo>
                    <a:pt x="84" y="16"/>
                    <a:pt x="83" y="13"/>
                    <a:pt x="79" y="13"/>
                  </a:cubicBezTo>
                  <a:cubicBezTo>
                    <a:pt x="74" y="13"/>
                    <a:pt x="74" y="16"/>
                    <a:pt x="70" y="16"/>
                  </a:cubicBezTo>
                  <a:cubicBezTo>
                    <a:pt x="60" y="16"/>
                    <a:pt x="52" y="30"/>
                    <a:pt x="45" y="30"/>
                  </a:cubicBezTo>
                  <a:cubicBezTo>
                    <a:pt x="40" y="30"/>
                    <a:pt x="37" y="32"/>
                    <a:pt x="33" y="32"/>
                  </a:cubicBezTo>
                  <a:cubicBezTo>
                    <a:pt x="31" y="32"/>
                    <a:pt x="30" y="33"/>
                    <a:pt x="30" y="35"/>
                  </a:cubicBezTo>
                  <a:cubicBezTo>
                    <a:pt x="30" y="36"/>
                    <a:pt x="32" y="37"/>
                    <a:pt x="32" y="40"/>
                  </a:cubicBezTo>
                  <a:cubicBezTo>
                    <a:pt x="32" y="48"/>
                    <a:pt x="17" y="52"/>
                    <a:pt x="17" y="57"/>
                  </a:cubicBezTo>
                  <a:cubicBezTo>
                    <a:pt x="17" y="59"/>
                    <a:pt x="21" y="60"/>
                    <a:pt x="22" y="63"/>
                  </a:cubicBezTo>
                  <a:cubicBezTo>
                    <a:pt x="17" y="64"/>
                    <a:pt x="8" y="66"/>
                    <a:pt x="8" y="71"/>
                  </a:cubicBezTo>
                  <a:cubicBezTo>
                    <a:pt x="8" y="74"/>
                    <a:pt x="8" y="75"/>
                    <a:pt x="8" y="75"/>
                  </a:cubicBezTo>
                  <a:cubicBezTo>
                    <a:pt x="8" y="80"/>
                    <a:pt x="0" y="80"/>
                    <a:pt x="0" y="87"/>
                  </a:cubicBezTo>
                  <a:cubicBezTo>
                    <a:pt x="0" y="90"/>
                    <a:pt x="5" y="92"/>
                    <a:pt x="5" y="92"/>
                  </a:cubicBezTo>
                  <a:cubicBezTo>
                    <a:pt x="5" y="92"/>
                    <a:pt x="8" y="92"/>
                    <a:pt x="11" y="92"/>
                  </a:cubicBezTo>
                  <a:cubicBezTo>
                    <a:pt x="12" y="92"/>
                    <a:pt x="13" y="92"/>
                    <a:pt x="13" y="92"/>
                  </a:cubicBezTo>
                  <a:cubicBezTo>
                    <a:pt x="18" y="94"/>
                    <a:pt x="15" y="98"/>
                    <a:pt x="17" y="102"/>
                  </a:cubicBezTo>
                  <a:cubicBezTo>
                    <a:pt x="18" y="103"/>
                    <a:pt x="18" y="103"/>
                    <a:pt x="19" y="103"/>
                  </a:cubicBezTo>
                  <a:cubicBezTo>
                    <a:pt x="21" y="103"/>
                    <a:pt x="23" y="102"/>
                    <a:pt x="25" y="102"/>
                  </a:cubicBezTo>
                  <a:cubicBezTo>
                    <a:pt x="25" y="102"/>
                    <a:pt x="26" y="104"/>
                    <a:pt x="27" y="104"/>
                  </a:cubicBezTo>
                  <a:cubicBezTo>
                    <a:pt x="49" y="104"/>
                    <a:pt x="49" y="104"/>
                    <a:pt x="49" y="104"/>
                  </a:cubicBezTo>
                  <a:cubicBezTo>
                    <a:pt x="49" y="104"/>
                    <a:pt x="48" y="103"/>
                    <a:pt x="48" y="103"/>
                  </a:cubicBezTo>
                  <a:cubicBezTo>
                    <a:pt x="42" y="97"/>
                    <a:pt x="32" y="95"/>
                    <a:pt x="32" y="84"/>
                  </a:cubicBezTo>
                  <a:cubicBezTo>
                    <a:pt x="32" y="66"/>
                    <a:pt x="52" y="47"/>
                    <a:pt x="66" y="43"/>
                  </a:cubicBezTo>
                  <a:cubicBezTo>
                    <a:pt x="72" y="42"/>
                    <a:pt x="73" y="35"/>
                    <a:pt x="80" y="35"/>
                  </a:cubicBezTo>
                  <a:cubicBezTo>
                    <a:pt x="83" y="35"/>
                    <a:pt x="85" y="30"/>
                    <a:pt x="86" y="29"/>
                  </a:cubicBezTo>
                  <a:cubicBezTo>
                    <a:pt x="96" y="24"/>
                    <a:pt x="103" y="27"/>
                    <a:pt x="113" y="22"/>
                  </a:cubicBezTo>
                  <a:cubicBezTo>
                    <a:pt x="120" y="18"/>
                    <a:pt x="142" y="17"/>
                    <a:pt x="142" y="7"/>
                  </a:cubicBezTo>
                  <a:cubicBezTo>
                    <a:pt x="142" y="4"/>
                    <a:pt x="134" y="0"/>
                    <a:pt x="1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 name="Freeform 68"/>
            <p:cNvSpPr>
              <a:spLocks/>
            </p:cNvSpPr>
            <p:nvPr/>
          </p:nvSpPr>
          <p:spPr bwMode="auto">
            <a:xfrm>
              <a:off x="5819775" y="2216150"/>
              <a:ext cx="1174750" cy="841375"/>
            </a:xfrm>
            <a:custGeom>
              <a:avLst/>
              <a:gdLst>
                <a:gd name="T0" fmla="*/ 146 w 313"/>
                <a:gd name="T1" fmla="*/ 35 h 224"/>
                <a:gd name="T2" fmla="*/ 137 w 313"/>
                <a:gd name="T3" fmla="*/ 46 h 224"/>
                <a:gd name="T4" fmla="*/ 132 w 313"/>
                <a:gd name="T5" fmla="*/ 49 h 224"/>
                <a:gd name="T6" fmla="*/ 114 w 313"/>
                <a:gd name="T7" fmla="*/ 58 h 224"/>
                <a:gd name="T8" fmla="*/ 95 w 313"/>
                <a:gd name="T9" fmla="*/ 76 h 224"/>
                <a:gd name="T10" fmla="*/ 74 w 313"/>
                <a:gd name="T11" fmla="*/ 94 h 224"/>
                <a:gd name="T12" fmla="*/ 62 w 313"/>
                <a:gd name="T13" fmla="*/ 93 h 224"/>
                <a:gd name="T14" fmla="*/ 57 w 313"/>
                <a:gd name="T15" fmla="*/ 102 h 224"/>
                <a:gd name="T16" fmla="*/ 39 w 313"/>
                <a:gd name="T17" fmla="*/ 105 h 224"/>
                <a:gd name="T18" fmla="*/ 67 w 313"/>
                <a:gd name="T19" fmla="*/ 125 h 224"/>
                <a:gd name="T20" fmla="*/ 68 w 313"/>
                <a:gd name="T21" fmla="*/ 133 h 224"/>
                <a:gd name="T22" fmla="*/ 58 w 313"/>
                <a:gd name="T23" fmla="*/ 155 h 224"/>
                <a:gd name="T24" fmla="*/ 36 w 313"/>
                <a:gd name="T25" fmla="*/ 154 h 224"/>
                <a:gd name="T26" fmla="*/ 18 w 313"/>
                <a:gd name="T27" fmla="*/ 152 h 224"/>
                <a:gd name="T28" fmla="*/ 6 w 313"/>
                <a:gd name="T29" fmla="*/ 170 h 224"/>
                <a:gd name="T30" fmla="*/ 5 w 313"/>
                <a:gd name="T31" fmla="*/ 202 h 224"/>
                <a:gd name="T32" fmla="*/ 19 w 313"/>
                <a:gd name="T33" fmla="*/ 214 h 224"/>
                <a:gd name="T34" fmla="*/ 54 w 313"/>
                <a:gd name="T35" fmla="*/ 218 h 224"/>
                <a:gd name="T36" fmla="*/ 57 w 313"/>
                <a:gd name="T37" fmla="*/ 218 h 224"/>
                <a:gd name="T38" fmla="*/ 74 w 313"/>
                <a:gd name="T39" fmla="*/ 195 h 224"/>
                <a:gd name="T40" fmla="*/ 100 w 313"/>
                <a:gd name="T41" fmla="*/ 161 h 224"/>
                <a:gd name="T42" fmla="*/ 140 w 313"/>
                <a:gd name="T43" fmla="*/ 149 h 224"/>
                <a:gd name="T44" fmla="*/ 172 w 313"/>
                <a:gd name="T45" fmla="*/ 167 h 224"/>
                <a:gd name="T46" fmla="*/ 201 w 313"/>
                <a:gd name="T47" fmla="*/ 188 h 224"/>
                <a:gd name="T48" fmla="*/ 202 w 313"/>
                <a:gd name="T49" fmla="*/ 206 h 224"/>
                <a:gd name="T50" fmla="*/ 207 w 313"/>
                <a:gd name="T51" fmla="*/ 188 h 224"/>
                <a:gd name="T52" fmla="*/ 211 w 313"/>
                <a:gd name="T53" fmla="*/ 176 h 224"/>
                <a:gd name="T54" fmla="*/ 197 w 313"/>
                <a:gd name="T55" fmla="*/ 169 h 224"/>
                <a:gd name="T56" fmla="*/ 180 w 313"/>
                <a:gd name="T57" fmla="*/ 149 h 224"/>
                <a:gd name="T58" fmla="*/ 173 w 313"/>
                <a:gd name="T59" fmla="*/ 135 h 224"/>
                <a:gd name="T60" fmla="*/ 195 w 313"/>
                <a:gd name="T61" fmla="*/ 138 h 224"/>
                <a:gd name="T62" fmla="*/ 221 w 313"/>
                <a:gd name="T63" fmla="*/ 160 h 224"/>
                <a:gd name="T64" fmla="*/ 239 w 313"/>
                <a:gd name="T65" fmla="*/ 192 h 224"/>
                <a:gd name="T66" fmla="*/ 252 w 313"/>
                <a:gd name="T67" fmla="*/ 204 h 224"/>
                <a:gd name="T68" fmla="*/ 260 w 313"/>
                <a:gd name="T69" fmla="*/ 218 h 224"/>
                <a:gd name="T70" fmla="*/ 259 w 313"/>
                <a:gd name="T71" fmla="*/ 204 h 224"/>
                <a:gd name="T72" fmla="*/ 271 w 313"/>
                <a:gd name="T73" fmla="*/ 206 h 224"/>
                <a:gd name="T74" fmla="*/ 261 w 313"/>
                <a:gd name="T75" fmla="*/ 192 h 224"/>
                <a:gd name="T76" fmla="*/ 267 w 313"/>
                <a:gd name="T77" fmla="*/ 187 h 224"/>
                <a:gd name="T78" fmla="*/ 288 w 313"/>
                <a:gd name="T79" fmla="*/ 183 h 224"/>
                <a:gd name="T80" fmla="*/ 300 w 313"/>
                <a:gd name="T81" fmla="*/ 177 h 224"/>
                <a:gd name="T82" fmla="*/ 307 w 313"/>
                <a:gd name="T83" fmla="*/ 176 h 224"/>
                <a:gd name="T84" fmla="*/ 306 w 313"/>
                <a:gd name="T85" fmla="*/ 144 h 224"/>
                <a:gd name="T86" fmla="*/ 313 w 313"/>
                <a:gd name="T87" fmla="*/ 130 h 224"/>
                <a:gd name="T88" fmla="*/ 303 w 313"/>
                <a:gd name="T89" fmla="*/ 128 h 224"/>
                <a:gd name="T90" fmla="*/ 270 w 313"/>
                <a:gd name="T91" fmla="*/ 106 h 224"/>
                <a:gd name="T92" fmla="*/ 258 w 313"/>
                <a:gd name="T93" fmla="*/ 99 h 224"/>
                <a:gd name="T94" fmla="*/ 269 w 313"/>
                <a:gd name="T95" fmla="*/ 77 h 224"/>
                <a:gd name="T96" fmla="*/ 263 w 313"/>
                <a:gd name="T97" fmla="*/ 62 h 224"/>
                <a:gd name="T98" fmla="*/ 244 w 313"/>
                <a:gd name="T99" fmla="*/ 36 h 224"/>
                <a:gd name="T100" fmla="*/ 244 w 313"/>
                <a:gd name="T101" fmla="*/ 36 h 224"/>
                <a:gd name="T102" fmla="*/ 244 w 313"/>
                <a:gd name="T103" fmla="*/ 36 h 224"/>
                <a:gd name="T104" fmla="*/ 234 w 313"/>
                <a:gd name="T105" fmla="*/ 37 h 224"/>
                <a:gd name="T106" fmla="*/ 215 w 313"/>
                <a:gd name="T107" fmla="*/ 33 h 224"/>
                <a:gd name="T108" fmla="*/ 187 w 313"/>
                <a:gd name="T109" fmla="*/ 44 h 224"/>
                <a:gd name="T110" fmla="*/ 183 w 313"/>
                <a:gd name="T111" fmla="*/ 37 h 224"/>
                <a:gd name="T112" fmla="*/ 155 w 313"/>
                <a:gd name="T113" fmla="*/ 38 h 224"/>
                <a:gd name="T114" fmla="*/ 158 w 313"/>
                <a:gd name="T115" fmla="*/ 20 h 224"/>
                <a:gd name="T116" fmla="*/ 157 w 313"/>
                <a:gd name="T117" fmla="*/ 11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13" h="224">
                  <a:moveTo>
                    <a:pt x="158" y="0"/>
                  </a:moveTo>
                  <a:cubicBezTo>
                    <a:pt x="151" y="6"/>
                    <a:pt x="140" y="6"/>
                    <a:pt x="140" y="18"/>
                  </a:cubicBezTo>
                  <a:cubicBezTo>
                    <a:pt x="140" y="25"/>
                    <a:pt x="145" y="28"/>
                    <a:pt x="146" y="35"/>
                  </a:cubicBezTo>
                  <a:cubicBezTo>
                    <a:pt x="146" y="35"/>
                    <a:pt x="148" y="41"/>
                    <a:pt x="148" y="42"/>
                  </a:cubicBezTo>
                  <a:cubicBezTo>
                    <a:pt x="148" y="45"/>
                    <a:pt x="143" y="47"/>
                    <a:pt x="141" y="47"/>
                  </a:cubicBezTo>
                  <a:cubicBezTo>
                    <a:pt x="140" y="47"/>
                    <a:pt x="138" y="46"/>
                    <a:pt x="137" y="46"/>
                  </a:cubicBezTo>
                  <a:cubicBezTo>
                    <a:pt x="136" y="46"/>
                    <a:pt x="135" y="47"/>
                    <a:pt x="134" y="47"/>
                  </a:cubicBezTo>
                  <a:cubicBezTo>
                    <a:pt x="134" y="48"/>
                    <a:pt x="133" y="50"/>
                    <a:pt x="132" y="50"/>
                  </a:cubicBezTo>
                  <a:cubicBezTo>
                    <a:pt x="132" y="50"/>
                    <a:pt x="132" y="50"/>
                    <a:pt x="132" y="49"/>
                  </a:cubicBezTo>
                  <a:cubicBezTo>
                    <a:pt x="131" y="50"/>
                    <a:pt x="131" y="50"/>
                    <a:pt x="131" y="50"/>
                  </a:cubicBezTo>
                  <a:cubicBezTo>
                    <a:pt x="131" y="50"/>
                    <a:pt x="131" y="49"/>
                    <a:pt x="128" y="49"/>
                  </a:cubicBezTo>
                  <a:cubicBezTo>
                    <a:pt x="122" y="49"/>
                    <a:pt x="118" y="54"/>
                    <a:pt x="114" y="58"/>
                  </a:cubicBezTo>
                  <a:cubicBezTo>
                    <a:pt x="113" y="58"/>
                    <a:pt x="111" y="60"/>
                    <a:pt x="111" y="61"/>
                  </a:cubicBezTo>
                  <a:cubicBezTo>
                    <a:pt x="111" y="64"/>
                    <a:pt x="112" y="68"/>
                    <a:pt x="109" y="70"/>
                  </a:cubicBezTo>
                  <a:cubicBezTo>
                    <a:pt x="108" y="71"/>
                    <a:pt x="97" y="76"/>
                    <a:pt x="95" y="76"/>
                  </a:cubicBezTo>
                  <a:cubicBezTo>
                    <a:pt x="94" y="77"/>
                    <a:pt x="93" y="77"/>
                    <a:pt x="91" y="77"/>
                  </a:cubicBezTo>
                  <a:cubicBezTo>
                    <a:pt x="89" y="84"/>
                    <a:pt x="87" y="90"/>
                    <a:pt x="79" y="90"/>
                  </a:cubicBezTo>
                  <a:cubicBezTo>
                    <a:pt x="78" y="92"/>
                    <a:pt x="76" y="94"/>
                    <a:pt x="74" y="94"/>
                  </a:cubicBezTo>
                  <a:cubicBezTo>
                    <a:pt x="70" y="94"/>
                    <a:pt x="67" y="93"/>
                    <a:pt x="65" y="91"/>
                  </a:cubicBezTo>
                  <a:cubicBezTo>
                    <a:pt x="62" y="91"/>
                    <a:pt x="62" y="91"/>
                    <a:pt x="62" y="91"/>
                  </a:cubicBezTo>
                  <a:cubicBezTo>
                    <a:pt x="62" y="93"/>
                    <a:pt x="62" y="93"/>
                    <a:pt x="62" y="93"/>
                  </a:cubicBezTo>
                  <a:cubicBezTo>
                    <a:pt x="63" y="94"/>
                    <a:pt x="62" y="98"/>
                    <a:pt x="64" y="99"/>
                  </a:cubicBezTo>
                  <a:cubicBezTo>
                    <a:pt x="64" y="101"/>
                    <a:pt x="64" y="101"/>
                    <a:pt x="64" y="101"/>
                  </a:cubicBezTo>
                  <a:cubicBezTo>
                    <a:pt x="63" y="101"/>
                    <a:pt x="60" y="102"/>
                    <a:pt x="57" y="102"/>
                  </a:cubicBezTo>
                  <a:cubicBezTo>
                    <a:pt x="55" y="102"/>
                    <a:pt x="50" y="101"/>
                    <a:pt x="50" y="99"/>
                  </a:cubicBezTo>
                  <a:cubicBezTo>
                    <a:pt x="47" y="100"/>
                    <a:pt x="39" y="102"/>
                    <a:pt x="39" y="104"/>
                  </a:cubicBezTo>
                  <a:cubicBezTo>
                    <a:pt x="39" y="105"/>
                    <a:pt x="39" y="105"/>
                    <a:pt x="39" y="105"/>
                  </a:cubicBezTo>
                  <a:cubicBezTo>
                    <a:pt x="39" y="110"/>
                    <a:pt x="52" y="112"/>
                    <a:pt x="56" y="113"/>
                  </a:cubicBezTo>
                  <a:cubicBezTo>
                    <a:pt x="58" y="114"/>
                    <a:pt x="58" y="115"/>
                    <a:pt x="60" y="115"/>
                  </a:cubicBezTo>
                  <a:cubicBezTo>
                    <a:pt x="60" y="120"/>
                    <a:pt x="61" y="125"/>
                    <a:pt x="67" y="125"/>
                  </a:cubicBezTo>
                  <a:cubicBezTo>
                    <a:pt x="67" y="127"/>
                    <a:pt x="69" y="127"/>
                    <a:pt x="69" y="129"/>
                  </a:cubicBezTo>
                  <a:cubicBezTo>
                    <a:pt x="69" y="130"/>
                    <a:pt x="68" y="132"/>
                    <a:pt x="67" y="134"/>
                  </a:cubicBezTo>
                  <a:cubicBezTo>
                    <a:pt x="68" y="133"/>
                    <a:pt x="68" y="133"/>
                    <a:pt x="68" y="133"/>
                  </a:cubicBezTo>
                  <a:cubicBezTo>
                    <a:pt x="68" y="135"/>
                    <a:pt x="68" y="140"/>
                    <a:pt x="68" y="141"/>
                  </a:cubicBezTo>
                  <a:cubicBezTo>
                    <a:pt x="68" y="146"/>
                    <a:pt x="65" y="148"/>
                    <a:pt x="65" y="154"/>
                  </a:cubicBezTo>
                  <a:cubicBezTo>
                    <a:pt x="64" y="154"/>
                    <a:pt x="60" y="155"/>
                    <a:pt x="58" y="155"/>
                  </a:cubicBezTo>
                  <a:cubicBezTo>
                    <a:pt x="55" y="155"/>
                    <a:pt x="54" y="154"/>
                    <a:pt x="51" y="154"/>
                  </a:cubicBezTo>
                  <a:cubicBezTo>
                    <a:pt x="51" y="154"/>
                    <a:pt x="50" y="154"/>
                    <a:pt x="50" y="154"/>
                  </a:cubicBezTo>
                  <a:cubicBezTo>
                    <a:pt x="36" y="154"/>
                    <a:pt x="36" y="154"/>
                    <a:pt x="36" y="154"/>
                  </a:cubicBezTo>
                  <a:cubicBezTo>
                    <a:pt x="34" y="154"/>
                    <a:pt x="32" y="154"/>
                    <a:pt x="31" y="152"/>
                  </a:cubicBezTo>
                  <a:cubicBezTo>
                    <a:pt x="18" y="152"/>
                    <a:pt x="18" y="152"/>
                    <a:pt x="18" y="152"/>
                  </a:cubicBezTo>
                  <a:cubicBezTo>
                    <a:pt x="18" y="152"/>
                    <a:pt x="18" y="152"/>
                    <a:pt x="18" y="152"/>
                  </a:cubicBezTo>
                  <a:cubicBezTo>
                    <a:pt x="16" y="152"/>
                    <a:pt x="15" y="151"/>
                    <a:pt x="14" y="151"/>
                  </a:cubicBezTo>
                  <a:cubicBezTo>
                    <a:pt x="12" y="151"/>
                    <a:pt x="3" y="157"/>
                    <a:pt x="3" y="159"/>
                  </a:cubicBezTo>
                  <a:cubicBezTo>
                    <a:pt x="3" y="161"/>
                    <a:pt x="6" y="165"/>
                    <a:pt x="6" y="170"/>
                  </a:cubicBezTo>
                  <a:cubicBezTo>
                    <a:pt x="6" y="177"/>
                    <a:pt x="3" y="185"/>
                    <a:pt x="3" y="192"/>
                  </a:cubicBezTo>
                  <a:cubicBezTo>
                    <a:pt x="3" y="194"/>
                    <a:pt x="0" y="194"/>
                    <a:pt x="0" y="198"/>
                  </a:cubicBezTo>
                  <a:cubicBezTo>
                    <a:pt x="0" y="200"/>
                    <a:pt x="2" y="202"/>
                    <a:pt x="5" y="202"/>
                  </a:cubicBezTo>
                  <a:cubicBezTo>
                    <a:pt x="5" y="206"/>
                    <a:pt x="5" y="208"/>
                    <a:pt x="5" y="214"/>
                  </a:cubicBezTo>
                  <a:cubicBezTo>
                    <a:pt x="5" y="214"/>
                    <a:pt x="5" y="216"/>
                    <a:pt x="7" y="216"/>
                  </a:cubicBezTo>
                  <a:cubicBezTo>
                    <a:pt x="11" y="216"/>
                    <a:pt x="14" y="214"/>
                    <a:pt x="19" y="214"/>
                  </a:cubicBezTo>
                  <a:cubicBezTo>
                    <a:pt x="26" y="214"/>
                    <a:pt x="26" y="224"/>
                    <a:pt x="30" y="224"/>
                  </a:cubicBezTo>
                  <a:cubicBezTo>
                    <a:pt x="36" y="224"/>
                    <a:pt x="40" y="219"/>
                    <a:pt x="47" y="219"/>
                  </a:cubicBezTo>
                  <a:cubicBezTo>
                    <a:pt x="48" y="219"/>
                    <a:pt x="51" y="218"/>
                    <a:pt x="54" y="218"/>
                  </a:cubicBezTo>
                  <a:cubicBezTo>
                    <a:pt x="55" y="218"/>
                    <a:pt x="55" y="218"/>
                    <a:pt x="56" y="218"/>
                  </a:cubicBezTo>
                  <a:cubicBezTo>
                    <a:pt x="56" y="218"/>
                    <a:pt x="56" y="218"/>
                    <a:pt x="56" y="218"/>
                  </a:cubicBezTo>
                  <a:cubicBezTo>
                    <a:pt x="56" y="218"/>
                    <a:pt x="57" y="218"/>
                    <a:pt x="57" y="218"/>
                  </a:cubicBezTo>
                  <a:cubicBezTo>
                    <a:pt x="62" y="218"/>
                    <a:pt x="62" y="212"/>
                    <a:pt x="65" y="211"/>
                  </a:cubicBezTo>
                  <a:cubicBezTo>
                    <a:pt x="71" y="208"/>
                    <a:pt x="73" y="204"/>
                    <a:pt x="77" y="199"/>
                  </a:cubicBezTo>
                  <a:cubicBezTo>
                    <a:pt x="75" y="198"/>
                    <a:pt x="74" y="197"/>
                    <a:pt x="74" y="195"/>
                  </a:cubicBezTo>
                  <a:cubicBezTo>
                    <a:pt x="74" y="189"/>
                    <a:pt x="82" y="177"/>
                    <a:pt x="87" y="176"/>
                  </a:cubicBezTo>
                  <a:cubicBezTo>
                    <a:pt x="93" y="175"/>
                    <a:pt x="100" y="173"/>
                    <a:pt x="101" y="167"/>
                  </a:cubicBezTo>
                  <a:cubicBezTo>
                    <a:pt x="100" y="161"/>
                    <a:pt x="100" y="161"/>
                    <a:pt x="100" y="161"/>
                  </a:cubicBezTo>
                  <a:cubicBezTo>
                    <a:pt x="100" y="156"/>
                    <a:pt x="104" y="154"/>
                    <a:pt x="108" y="154"/>
                  </a:cubicBezTo>
                  <a:cubicBezTo>
                    <a:pt x="114" y="154"/>
                    <a:pt x="118" y="157"/>
                    <a:pt x="124" y="157"/>
                  </a:cubicBezTo>
                  <a:cubicBezTo>
                    <a:pt x="131" y="157"/>
                    <a:pt x="134" y="152"/>
                    <a:pt x="140" y="149"/>
                  </a:cubicBezTo>
                  <a:cubicBezTo>
                    <a:pt x="142" y="148"/>
                    <a:pt x="143" y="144"/>
                    <a:pt x="148" y="144"/>
                  </a:cubicBezTo>
                  <a:cubicBezTo>
                    <a:pt x="158" y="144"/>
                    <a:pt x="160" y="156"/>
                    <a:pt x="165" y="162"/>
                  </a:cubicBezTo>
                  <a:cubicBezTo>
                    <a:pt x="166" y="164"/>
                    <a:pt x="170" y="165"/>
                    <a:pt x="172" y="167"/>
                  </a:cubicBezTo>
                  <a:cubicBezTo>
                    <a:pt x="177" y="172"/>
                    <a:pt x="179" y="175"/>
                    <a:pt x="188" y="177"/>
                  </a:cubicBezTo>
                  <a:cubicBezTo>
                    <a:pt x="188" y="179"/>
                    <a:pt x="192" y="180"/>
                    <a:pt x="193" y="180"/>
                  </a:cubicBezTo>
                  <a:cubicBezTo>
                    <a:pt x="193" y="181"/>
                    <a:pt x="200" y="188"/>
                    <a:pt x="201" y="188"/>
                  </a:cubicBezTo>
                  <a:cubicBezTo>
                    <a:pt x="202" y="191"/>
                    <a:pt x="204" y="192"/>
                    <a:pt x="204" y="196"/>
                  </a:cubicBezTo>
                  <a:cubicBezTo>
                    <a:pt x="204" y="200"/>
                    <a:pt x="203" y="204"/>
                    <a:pt x="199" y="204"/>
                  </a:cubicBezTo>
                  <a:cubicBezTo>
                    <a:pt x="199" y="205"/>
                    <a:pt x="200" y="206"/>
                    <a:pt x="202" y="206"/>
                  </a:cubicBezTo>
                  <a:cubicBezTo>
                    <a:pt x="206" y="206"/>
                    <a:pt x="206" y="200"/>
                    <a:pt x="208" y="197"/>
                  </a:cubicBezTo>
                  <a:cubicBezTo>
                    <a:pt x="208" y="197"/>
                    <a:pt x="212" y="197"/>
                    <a:pt x="212" y="196"/>
                  </a:cubicBezTo>
                  <a:cubicBezTo>
                    <a:pt x="212" y="192"/>
                    <a:pt x="207" y="191"/>
                    <a:pt x="207" y="188"/>
                  </a:cubicBezTo>
                  <a:cubicBezTo>
                    <a:pt x="207" y="185"/>
                    <a:pt x="210" y="183"/>
                    <a:pt x="213" y="183"/>
                  </a:cubicBezTo>
                  <a:cubicBezTo>
                    <a:pt x="218" y="183"/>
                    <a:pt x="219" y="187"/>
                    <a:pt x="222" y="187"/>
                  </a:cubicBezTo>
                  <a:cubicBezTo>
                    <a:pt x="223" y="181"/>
                    <a:pt x="216" y="179"/>
                    <a:pt x="211" y="176"/>
                  </a:cubicBezTo>
                  <a:cubicBezTo>
                    <a:pt x="209" y="175"/>
                    <a:pt x="202" y="174"/>
                    <a:pt x="203" y="171"/>
                  </a:cubicBezTo>
                  <a:cubicBezTo>
                    <a:pt x="204" y="170"/>
                    <a:pt x="204" y="169"/>
                    <a:pt x="204" y="168"/>
                  </a:cubicBezTo>
                  <a:cubicBezTo>
                    <a:pt x="201" y="168"/>
                    <a:pt x="199" y="169"/>
                    <a:pt x="197" y="169"/>
                  </a:cubicBezTo>
                  <a:cubicBezTo>
                    <a:pt x="196" y="169"/>
                    <a:pt x="194" y="169"/>
                    <a:pt x="192" y="168"/>
                  </a:cubicBezTo>
                  <a:cubicBezTo>
                    <a:pt x="190" y="167"/>
                    <a:pt x="188" y="162"/>
                    <a:pt x="187" y="158"/>
                  </a:cubicBezTo>
                  <a:cubicBezTo>
                    <a:pt x="186" y="156"/>
                    <a:pt x="184" y="151"/>
                    <a:pt x="180" y="149"/>
                  </a:cubicBezTo>
                  <a:cubicBezTo>
                    <a:pt x="176" y="148"/>
                    <a:pt x="174" y="146"/>
                    <a:pt x="174" y="142"/>
                  </a:cubicBezTo>
                  <a:cubicBezTo>
                    <a:pt x="174" y="140"/>
                    <a:pt x="174" y="139"/>
                    <a:pt x="175" y="137"/>
                  </a:cubicBezTo>
                  <a:cubicBezTo>
                    <a:pt x="174" y="137"/>
                    <a:pt x="173" y="136"/>
                    <a:pt x="173" y="135"/>
                  </a:cubicBezTo>
                  <a:cubicBezTo>
                    <a:pt x="173" y="132"/>
                    <a:pt x="180" y="132"/>
                    <a:pt x="183" y="130"/>
                  </a:cubicBezTo>
                  <a:cubicBezTo>
                    <a:pt x="184" y="132"/>
                    <a:pt x="183" y="138"/>
                    <a:pt x="186" y="138"/>
                  </a:cubicBezTo>
                  <a:cubicBezTo>
                    <a:pt x="189" y="138"/>
                    <a:pt x="192" y="138"/>
                    <a:pt x="195" y="138"/>
                  </a:cubicBezTo>
                  <a:cubicBezTo>
                    <a:pt x="195" y="144"/>
                    <a:pt x="202" y="154"/>
                    <a:pt x="208" y="154"/>
                  </a:cubicBezTo>
                  <a:cubicBezTo>
                    <a:pt x="210" y="154"/>
                    <a:pt x="211" y="154"/>
                    <a:pt x="212" y="154"/>
                  </a:cubicBezTo>
                  <a:cubicBezTo>
                    <a:pt x="212" y="158"/>
                    <a:pt x="217" y="158"/>
                    <a:pt x="221" y="160"/>
                  </a:cubicBezTo>
                  <a:cubicBezTo>
                    <a:pt x="225" y="162"/>
                    <a:pt x="231" y="168"/>
                    <a:pt x="231" y="172"/>
                  </a:cubicBezTo>
                  <a:cubicBezTo>
                    <a:pt x="231" y="175"/>
                    <a:pt x="231" y="176"/>
                    <a:pt x="231" y="180"/>
                  </a:cubicBezTo>
                  <a:cubicBezTo>
                    <a:pt x="231" y="186"/>
                    <a:pt x="236" y="188"/>
                    <a:pt x="239" y="192"/>
                  </a:cubicBezTo>
                  <a:cubicBezTo>
                    <a:pt x="242" y="194"/>
                    <a:pt x="244" y="197"/>
                    <a:pt x="245" y="201"/>
                  </a:cubicBezTo>
                  <a:cubicBezTo>
                    <a:pt x="245" y="201"/>
                    <a:pt x="246" y="204"/>
                    <a:pt x="247" y="204"/>
                  </a:cubicBezTo>
                  <a:cubicBezTo>
                    <a:pt x="248" y="204"/>
                    <a:pt x="250" y="204"/>
                    <a:pt x="252" y="204"/>
                  </a:cubicBezTo>
                  <a:cubicBezTo>
                    <a:pt x="251" y="205"/>
                    <a:pt x="248" y="206"/>
                    <a:pt x="248" y="208"/>
                  </a:cubicBezTo>
                  <a:cubicBezTo>
                    <a:pt x="248" y="213"/>
                    <a:pt x="252" y="218"/>
                    <a:pt x="256" y="218"/>
                  </a:cubicBezTo>
                  <a:cubicBezTo>
                    <a:pt x="257" y="218"/>
                    <a:pt x="259" y="218"/>
                    <a:pt x="260" y="218"/>
                  </a:cubicBezTo>
                  <a:cubicBezTo>
                    <a:pt x="257" y="216"/>
                    <a:pt x="260" y="213"/>
                    <a:pt x="260" y="211"/>
                  </a:cubicBezTo>
                  <a:cubicBezTo>
                    <a:pt x="260" y="209"/>
                    <a:pt x="259" y="208"/>
                    <a:pt x="259" y="206"/>
                  </a:cubicBezTo>
                  <a:cubicBezTo>
                    <a:pt x="259" y="204"/>
                    <a:pt x="259" y="204"/>
                    <a:pt x="259" y="204"/>
                  </a:cubicBezTo>
                  <a:cubicBezTo>
                    <a:pt x="260" y="205"/>
                    <a:pt x="263" y="208"/>
                    <a:pt x="266" y="208"/>
                  </a:cubicBezTo>
                  <a:cubicBezTo>
                    <a:pt x="267" y="208"/>
                    <a:pt x="267" y="208"/>
                    <a:pt x="267" y="208"/>
                  </a:cubicBezTo>
                  <a:cubicBezTo>
                    <a:pt x="267" y="206"/>
                    <a:pt x="270" y="207"/>
                    <a:pt x="271" y="206"/>
                  </a:cubicBezTo>
                  <a:cubicBezTo>
                    <a:pt x="271" y="206"/>
                    <a:pt x="270" y="205"/>
                    <a:pt x="270" y="204"/>
                  </a:cubicBezTo>
                  <a:cubicBezTo>
                    <a:pt x="268" y="204"/>
                    <a:pt x="260" y="197"/>
                    <a:pt x="260" y="196"/>
                  </a:cubicBezTo>
                  <a:cubicBezTo>
                    <a:pt x="260" y="195"/>
                    <a:pt x="261" y="194"/>
                    <a:pt x="261" y="192"/>
                  </a:cubicBezTo>
                  <a:cubicBezTo>
                    <a:pt x="256" y="186"/>
                    <a:pt x="256" y="186"/>
                    <a:pt x="256" y="186"/>
                  </a:cubicBezTo>
                  <a:cubicBezTo>
                    <a:pt x="256" y="185"/>
                    <a:pt x="258" y="183"/>
                    <a:pt x="259" y="183"/>
                  </a:cubicBezTo>
                  <a:cubicBezTo>
                    <a:pt x="262" y="183"/>
                    <a:pt x="262" y="187"/>
                    <a:pt x="267" y="187"/>
                  </a:cubicBezTo>
                  <a:cubicBezTo>
                    <a:pt x="267" y="185"/>
                    <a:pt x="267" y="183"/>
                    <a:pt x="267" y="181"/>
                  </a:cubicBezTo>
                  <a:cubicBezTo>
                    <a:pt x="270" y="180"/>
                    <a:pt x="271" y="177"/>
                    <a:pt x="276" y="177"/>
                  </a:cubicBezTo>
                  <a:cubicBezTo>
                    <a:pt x="281" y="177"/>
                    <a:pt x="284" y="183"/>
                    <a:pt x="288" y="183"/>
                  </a:cubicBezTo>
                  <a:cubicBezTo>
                    <a:pt x="292" y="183"/>
                    <a:pt x="292" y="179"/>
                    <a:pt x="296" y="178"/>
                  </a:cubicBezTo>
                  <a:cubicBezTo>
                    <a:pt x="297" y="177"/>
                    <a:pt x="298" y="177"/>
                    <a:pt x="299" y="177"/>
                  </a:cubicBezTo>
                  <a:cubicBezTo>
                    <a:pt x="299" y="177"/>
                    <a:pt x="300" y="177"/>
                    <a:pt x="300" y="177"/>
                  </a:cubicBezTo>
                  <a:cubicBezTo>
                    <a:pt x="300" y="177"/>
                    <a:pt x="301" y="177"/>
                    <a:pt x="301" y="177"/>
                  </a:cubicBezTo>
                  <a:cubicBezTo>
                    <a:pt x="302" y="177"/>
                    <a:pt x="302" y="177"/>
                    <a:pt x="303" y="177"/>
                  </a:cubicBezTo>
                  <a:cubicBezTo>
                    <a:pt x="305" y="177"/>
                    <a:pt x="306" y="177"/>
                    <a:pt x="307" y="176"/>
                  </a:cubicBezTo>
                  <a:cubicBezTo>
                    <a:pt x="305" y="173"/>
                    <a:pt x="298" y="169"/>
                    <a:pt x="298" y="163"/>
                  </a:cubicBezTo>
                  <a:cubicBezTo>
                    <a:pt x="298" y="159"/>
                    <a:pt x="303" y="154"/>
                    <a:pt x="306" y="151"/>
                  </a:cubicBezTo>
                  <a:cubicBezTo>
                    <a:pt x="306" y="144"/>
                    <a:pt x="306" y="144"/>
                    <a:pt x="306" y="144"/>
                  </a:cubicBezTo>
                  <a:cubicBezTo>
                    <a:pt x="306" y="142"/>
                    <a:pt x="306" y="144"/>
                    <a:pt x="307" y="140"/>
                  </a:cubicBezTo>
                  <a:cubicBezTo>
                    <a:pt x="307" y="137"/>
                    <a:pt x="310" y="135"/>
                    <a:pt x="313" y="135"/>
                  </a:cubicBezTo>
                  <a:cubicBezTo>
                    <a:pt x="313" y="133"/>
                    <a:pt x="313" y="132"/>
                    <a:pt x="313" y="130"/>
                  </a:cubicBezTo>
                  <a:cubicBezTo>
                    <a:pt x="311" y="131"/>
                    <a:pt x="308" y="132"/>
                    <a:pt x="306" y="132"/>
                  </a:cubicBezTo>
                  <a:cubicBezTo>
                    <a:pt x="305" y="130"/>
                    <a:pt x="305" y="130"/>
                    <a:pt x="305" y="130"/>
                  </a:cubicBezTo>
                  <a:cubicBezTo>
                    <a:pt x="304" y="130"/>
                    <a:pt x="303" y="129"/>
                    <a:pt x="303" y="128"/>
                  </a:cubicBezTo>
                  <a:cubicBezTo>
                    <a:pt x="303" y="117"/>
                    <a:pt x="303" y="117"/>
                    <a:pt x="303" y="117"/>
                  </a:cubicBezTo>
                  <a:cubicBezTo>
                    <a:pt x="296" y="117"/>
                    <a:pt x="298" y="102"/>
                    <a:pt x="290" y="102"/>
                  </a:cubicBezTo>
                  <a:cubicBezTo>
                    <a:pt x="283" y="102"/>
                    <a:pt x="279" y="106"/>
                    <a:pt x="270" y="106"/>
                  </a:cubicBezTo>
                  <a:cubicBezTo>
                    <a:pt x="268" y="106"/>
                    <a:pt x="266" y="106"/>
                    <a:pt x="264" y="106"/>
                  </a:cubicBezTo>
                  <a:cubicBezTo>
                    <a:pt x="261" y="106"/>
                    <a:pt x="258" y="105"/>
                    <a:pt x="258" y="99"/>
                  </a:cubicBezTo>
                  <a:cubicBezTo>
                    <a:pt x="258" y="99"/>
                    <a:pt x="258" y="99"/>
                    <a:pt x="258" y="99"/>
                  </a:cubicBezTo>
                  <a:cubicBezTo>
                    <a:pt x="258" y="99"/>
                    <a:pt x="258" y="99"/>
                    <a:pt x="258" y="99"/>
                  </a:cubicBezTo>
                  <a:cubicBezTo>
                    <a:pt x="258" y="93"/>
                    <a:pt x="259" y="88"/>
                    <a:pt x="262" y="83"/>
                  </a:cubicBezTo>
                  <a:cubicBezTo>
                    <a:pt x="263" y="81"/>
                    <a:pt x="269" y="80"/>
                    <a:pt x="269" y="77"/>
                  </a:cubicBezTo>
                  <a:cubicBezTo>
                    <a:pt x="269" y="71"/>
                    <a:pt x="263" y="68"/>
                    <a:pt x="263" y="62"/>
                  </a:cubicBezTo>
                  <a:cubicBezTo>
                    <a:pt x="263" y="62"/>
                    <a:pt x="263" y="62"/>
                    <a:pt x="263" y="62"/>
                  </a:cubicBezTo>
                  <a:cubicBezTo>
                    <a:pt x="263" y="62"/>
                    <a:pt x="263" y="62"/>
                    <a:pt x="263" y="62"/>
                  </a:cubicBezTo>
                  <a:cubicBezTo>
                    <a:pt x="263" y="58"/>
                    <a:pt x="267" y="56"/>
                    <a:pt x="267" y="52"/>
                  </a:cubicBezTo>
                  <a:cubicBezTo>
                    <a:pt x="267" y="46"/>
                    <a:pt x="265" y="35"/>
                    <a:pt x="259" y="35"/>
                  </a:cubicBezTo>
                  <a:cubicBezTo>
                    <a:pt x="253" y="35"/>
                    <a:pt x="249" y="36"/>
                    <a:pt x="244" y="36"/>
                  </a:cubicBezTo>
                  <a:cubicBezTo>
                    <a:pt x="244" y="36"/>
                    <a:pt x="244" y="36"/>
                    <a:pt x="244" y="36"/>
                  </a:cubicBezTo>
                  <a:cubicBezTo>
                    <a:pt x="244" y="36"/>
                    <a:pt x="244" y="36"/>
                    <a:pt x="244" y="36"/>
                  </a:cubicBezTo>
                  <a:cubicBezTo>
                    <a:pt x="244" y="36"/>
                    <a:pt x="244" y="36"/>
                    <a:pt x="244" y="36"/>
                  </a:cubicBezTo>
                  <a:cubicBezTo>
                    <a:pt x="244" y="36"/>
                    <a:pt x="244" y="36"/>
                    <a:pt x="244" y="36"/>
                  </a:cubicBezTo>
                  <a:cubicBezTo>
                    <a:pt x="244" y="36"/>
                    <a:pt x="244" y="36"/>
                    <a:pt x="244" y="36"/>
                  </a:cubicBezTo>
                  <a:cubicBezTo>
                    <a:pt x="244" y="36"/>
                    <a:pt x="244" y="36"/>
                    <a:pt x="244" y="36"/>
                  </a:cubicBezTo>
                  <a:cubicBezTo>
                    <a:pt x="244" y="36"/>
                    <a:pt x="244" y="36"/>
                    <a:pt x="244" y="36"/>
                  </a:cubicBezTo>
                  <a:cubicBezTo>
                    <a:pt x="241" y="36"/>
                    <a:pt x="238" y="36"/>
                    <a:pt x="234" y="37"/>
                  </a:cubicBezTo>
                  <a:cubicBezTo>
                    <a:pt x="234" y="37"/>
                    <a:pt x="234" y="37"/>
                    <a:pt x="234" y="37"/>
                  </a:cubicBezTo>
                  <a:cubicBezTo>
                    <a:pt x="231" y="37"/>
                    <a:pt x="227" y="37"/>
                    <a:pt x="224" y="37"/>
                  </a:cubicBezTo>
                  <a:cubicBezTo>
                    <a:pt x="224" y="37"/>
                    <a:pt x="224" y="35"/>
                    <a:pt x="225" y="34"/>
                  </a:cubicBezTo>
                  <a:cubicBezTo>
                    <a:pt x="223" y="33"/>
                    <a:pt x="219" y="33"/>
                    <a:pt x="215" y="33"/>
                  </a:cubicBezTo>
                  <a:cubicBezTo>
                    <a:pt x="212" y="33"/>
                    <a:pt x="207" y="37"/>
                    <a:pt x="205" y="38"/>
                  </a:cubicBezTo>
                  <a:cubicBezTo>
                    <a:pt x="200" y="40"/>
                    <a:pt x="197" y="39"/>
                    <a:pt x="192" y="42"/>
                  </a:cubicBezTo>
                  <a:cubicBezTo>
                    <a:pt x="190" y="42"/>
                    <a:pt x="190" y="44"/>
                    <a:pt x="187" y="44"/>
                  </a:cubicBezTo>
                  <a:cubicBezTo>
                    <a:pt x="187" y="44"/>
                    <a:pt x="182" y="41"/>
                    <a:pt x="182" y="40"/>
                  </a:cubicBezTo>
                  <a:cubicBezTo>
                    <a:pt x="182" y="39"/>
                    <a:pt x="184" y="39"/>
                    <a:pt x="184" y="37"/>
                  </a:cubicBezTo>
                  <a:cubicBezTo>
                    <a:pt x="183" y="37"/>
                    <a:pt x="183" y="37"/>
                    <a:pt x="183" y="37"/>
                  </a:cubicBezTo>
                  <a:cubicBezTo>
                    <a:pt x="177" y="37"/>
                    <a:pt x="171" y="43"/>
                    <a:pt x="164" y="43"/>
                  </a:cubicBezTo>
                  <a:cubicBezTo>
                    <a:pt x="163" y="43"/>
                    <a:pt x="163" y="41"/>
                    <a:pt x="162" y="39"/>
                  </a:cubicBezTo>
                  <a:cubicBezTo>
                    <a:pt x="160" y="39"/>
                    <a:pt x="158" y="38"/>
                    <a:pt x="155" y="38"/>
                  </a:cubicBezTo>
                  <a:cubicBezTo>
                    <a:pt x="156" y="37"/>
                    <a:pt x="155" y="37"/>
                    <a:pt x="155" y="35"/>
                  </a:cubicBezTo>
                  <a:cubicBezTo>
                    <a:pt x="154" y="35"/>
                    <a:pt x="152" y="33"/>
                    <a:pt x="152" y="30"/>
                  </a:cubicBezTo>
                  <a:cubicBezTo>
                    <a:pt x="152" y="25"/>
                    <a:pt x="156" y="22"/>
                    <a:pt x="158" y="20"/>
                  </a:cubicBezTo>
                  <a:cubicBezTo>
                    <a:pt x="159" y="19"/>
                    <a:pt x="162" y="18"/>
                    <a:pt x="162" y="17"/>
                  </a:cubicBezTo>
                  <a:cubicBezTo>
                    <a:pt x="162" y="16"/>
                    <a:pt x="162" y="15"/>
                    <a:pt x="162" y="14"/>
                  </a:cubicBezTo>
                  <a:cubicBezTo>
                    <a:pt x="160" y="14"/>
                    <a:pt x="157" y="14"/>
                    <a:pt x="157" y="11"/>
                  </a:cubicBezTo>
                  <a:cubicBezTo>
                    <a:pt x="157" y="8"/>
                    <a:pt x="157" y="7"/>
                    <a:pt x="158" y="4"/>
                  </a:cubicBezTo>
                  <a:cubicBezTo>
                    <a:pt x="158" y="0"/>
                    <a:pt x="158" y="0"/>
                    <a:pt x="1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 name="Freeform 69"/>
            <p:cNvSpPr>
              <a:spLocks/>
            </p:cNvSpPr>
            <p:nvPr/>
          </p:nvSpPr>
          <p:spPr bwMode="auto">
            <a:xfrm>
              <a:off x="6254750" y="1554163"/>
              <a:ext cx="792163" cy="766763"/>
            </a:xfrm>
            <a:custGeom>
              <a:avLst/>
              <a:gdLst>
                <a:gd name="T0" fmla="*/ 173 w 211"/>
                <a:gd name="T1" fmla="*/ 8 h 204"/>
                <a:gd name="T2" fmla="*/ 160 w 211"/>
                <a:gd name="T3" fmla="*/ 12 h 204"/>
                <a:gd name="T4" fmla="*/ 165 w 211"/>
                <a:gd name="T5" fmla="*/ 2 h 204"/>
                <a:gd name="T6" fmla="*/ 150 w 211"/>
                <a:gd name="T7" fmla="*/ 6 h 204"/>
                <a:gd name="T8" fmla="*/ 138 w 211"/>
                <a:gd name="T9" fmla="*/ 6 h 204"/>
                <a:gd name="T10" fmla="*/ 129 w 211"/>
                <a:gd name="T11" fmla="*/ 17 h 204"/>
                <a:gd name="T12" fmla="*/ 118 w 211"/>
                <a:gd name="T13" fmla="*/ 20 h 204"/>
                <a:gd name="T14" fmla="*/ 106 w 211"/>
                <a:gd name="T15" fmla="*/ 20 h 204"/>
                <a:gd name="T16" fmla="*/ 106 w 211"/>
                <a:gd name="T17" fmla="*/ 23 h 204"/>
                <a:gd name="T18" fmla="*/ 96 w 211"/>
                <a:gd name="T19" fmla="*/ 27 h 204"/>
                <a:gd name="T20" fmla="*/ 101 w 211"/>
                <a:gd name="T21" fmla="*/ 28 h 204"/>
                <a:gd name="T22" fmla="*/ 86 w 211"/>
                <a:gd name="T23" fmla="*/ 32 h 204"/>
                <a:gd name="T24" fmla="*/ 83 w 211"/>
                <a:gd name="T25" fmla="*/ 31 h 204"/>
                <a:gd name="T26" fmla="*/ 76 w 211"/>
                <a:gd name="T27" fmla="*/ 35 h 204"/>
                <a:gd name="T28" fmla="*/ 75 w 211"/>
                <a:gd name="T29" fmla="*/ 39 h 204"/>
                <a:gd name="T30" fmla="*/ 76 w 211"/>
                <a:gd name="T31" fmla="*/ 52 h 204"/>
                <a:gd name="T32" fmla="*/ 60 w 211"/>
                <a:gd name="T33" fmla="*/ 71 h 204"/>
                <a:gd name="T34" fmla="*/ 29 w 211"/>
                <a:gd name="T35" fmla="*/ 102 h 204"/>
                <a:gd name="T36" fmla="*/ 34 w 211"/>
                <a:gd name="T37" fmla="*/ 104 h 204"/>
                <a:gd name="T38" fmla="*/ 7 w 211"/>
                <a:gd name="T39" fmla="*/ 121 h 204"/>
                <a:gd name="T40" fmla="*/ 5 w 211"/>
                <a:gd name="T41" fmla="*/ 148 h 204"/>
                <a:gd name="T42" fmla="*/ 8 w 211"/>
                <a:gd name="T43" fmla="*/ 154 h 204"/>
                <a:gd name="T44" fmla="*/ 3 w 211"/>
                <a:gd name="T45" fmla="*/ 162 h 204"/>
                <a:gd name="T46" fmla="*/ 43 w 211"/>
                <a:gd name="T47" fmla="*/ 151 h 204"/>
                <a:gd name="T48" fmla="*/ 47 w 211"/>
                <a:gd name="T49" fmla="*/ 162 h 204"/>
                <a:gd name="T50" fmla="*/ 59 w 211"/>
                <a:gd name="T51" fmla="*/ 187 h 204"/>
                <a:gd name="T52" fmla="*/ 65 w 211"/>
                <a:gd name="T53" fmla="*/ 204 h 204"/>
                <a:gd name="T54" fmla="*/ 86 w 211"/>
                <a:gd name="T55" fmla="*/ 194 h 204"/>
                <a:gd name="T56" fmla="*/ 91 w 211"/>
                <a:gd name="T57" fmla="*/ 176 h 204"/>
                <a:gd name="T58" fmla="*/ 110 w 211"/>
                <a:gd name="T59" fmla="*/ 150 h 204"/>
                <a:gd name="T60" fmla="*/ 95 w 211"/>
                <a:gd name="T61" fmla="*/ 134 h 204"/>
                <a:gd name="T62" fmla="*/ 99 w 211"/>
                <a:gd name="T63" fmla="*/ 117 h 204"/>
                <a:gd name="T64" fmla="*/ 130 w 211"/>
                <a:gd name="T65" fmla="*/ 92 h 204"/>
                <a:gd name="T66" fmla="*/ 147 w 211"/>
                <a:gd name="T67" fmla="*/ 74 h 204"/>
                <a:gd name="T68" fmla="*/ 153 w 211"/>
                <a:gd name="T69" fmla="*/ 91 h 204"/>
                <a:gd name="T70" fmla="*/ 128 w 211"/>
                <a:gd name="T71" fmla="*/ 117 h 204"/>
                <a:gd name="T72" fmla="*/ 129 w 211"/>
                <a:gd name="T73" fmla="*/ 134 h 204"/>
                <a:gd name="T74" fmla="*/ 147 w 211"/>
                <a:gd name="T75" fmla="*/ 147 h 204"/>
                <a:gd name="T76" fmla="*/ 169 w 211"/>
                <a:gd name="T77" fmla="*/ 144 h 204"/>
                <a:gd name="T78" fmla="*/ 186 w 211"/>
                <a:gd name="T79" fmla="*/ 138 h 204"/>
                <a:gd name="T80" fmla="*/ 211 w 211"/>
                <a:gd name="T81" fmla="*/ 110 h 204"/>
                <a:gd name="T82" fmla="*/ 202 w 211"/>
                <a:gd name="T83" fmla="*/ 98 h 204"/>
                <a:gd name="T84" fmla="*/ 206 w 211"/>
                <a:gd name="T85" fmla="*/ 94 h 204"/>
                <a:gd name="T86" fmla="*/ 197 w 211"/>
                <a:gd name="T87" fmla="*/ 80 h 204"/>
                <a:gd name="T88" fmla="*/ 200 w 211"/>
                <a:gd name="T89" fmla="*/ 71 h 204"/>
                <a:gd name="T90" fmla="*/ 194 w 211"/>
                <a:gd name="T91" fmla="*/ 57 h 204"/>
                <a:gd name="T92" fmla="*/ 200 w 211"/>
                <a:gd name="T93" fmla="*/ 45 h 204"/>
                <a:gd name="T94" fmla="*/ 190 w 211"/>
                <a:gd name="T95" fmla="*/ 34 h 204"/>
                <a:gd name="T96" fmla="*/ 204 w 211"/>
                <a:gd name="T97" fmla="*/ 19 h 204"/>
                <a:gd name="T98" fmla="*/ 190 w 211"/>
                <a:gd name="T99" fmla="*/ 14 h 204"/>
                <a:gd name="T100" fmla="*/ 191 w 211"/>
                <a:gd name="T101" fmla="*/ 2 h 204"/>
                <a:gd name="T102" fmla="*/ 184 w 211"/>
                <a:gd name="T103"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11" h="204">
                  <a:moveTo>
                    <a:pt x="184" y="0"/>
                  </a:moveTo>
                  <a:cubicBezTo>
                    <a:pt x="179" y="3"/>
                    <a:pt x="177" y="4"/>
                    <a:pt x="173" y="8"/>
                  </a:cubicBezTo>
                  <a:cubicBezTo>
                    <a:pt x="173" y="6"/>
                    <a:pt x="173" y="5"/>
                    <a:pt x="172" y="3"/>
                  </a:cubicBezTo>
                  <a:cubicBezTo>
                    <a:pt x="167" y="5"/>
                    <a:pt x="165" y="12"/>
                    <a:pt x="160" y="12"/>
                  </a:cubicBezTo>
                  <a:cubicBezTo>
                    <a:pt x="160" y="12"/>
                    <a:pt x="160" y="12"/>
                    <a:pt x="159" y="12"/>
                  </a:cubicBezTo>
                  <a:cubicBezTo>
                    <a:pt x="161" y="8"/>
                    <a:pt x="165" y="6"/>
                    <a:pt x="165" y="2"/>
                  </a:cubicBezTo>
                  <a:cubicBezTo>
                    <a:pt x="165" y="2"/>
                    <a:pt x="165" y="1"/>
                    <a:pt x="164" y="1"/>
                  </a:cubicBezTo>
                  <a:cubicBezTo>
                    <a:pt x="161" y="1"/>
                    <a:pt x="154" y="6"/>
                    <a:pt x="150" y="6"/>
                  </a:cubicBezTo>
                  <a:cubicBezTo>
                    <a:pt x="148" y="6"/>
                    <a:pt x="146" y="4"/>
                    <a:pt x="144" y="2"/>
                  </a:cubicBezTo>
                  <a:cubicBezTo>
                    <a:pt x="143" y="3"/>
                    <a:pt x="138" y="4"/>
                    <a:pt x="138" y="6"/>
                  </a:cubicBezTo>
                  <a:cubicBezTo>
                    <a:pt x="138" y="8"/>
                    <a:pt x="140" y="8"/>
                    <a:pt x="143" y="9"/>
                  </a:cubicBezTo>
                  <a:cubicBezTo>
                    <a:pt x="137" y="12"/>
                    <a:pt x="133" y="10"/>
                    <a:pt x="129" y="17"/>
                  </a:cubicBezTo>
                  <a:cubicBezTo>
                    <a:pt x="129" y="12"/>
                    <a:pt x="129" y="12"/>
                    <a:pt x="129" y="12"/>
                  </a:cubicBezTo>
                  <a:cubicBezTo>
                    <a:pt x="123" y="13"/>
                    <a:pt x="122" y="19"/>
                    <a:pt x="118" y="20"/>
                  </a:cubicBezTo>
                  <a:cubicBezTo>
                    <a:pt x="118" y="17"/>
                    <a:pt x="118" y="17"/>
                    <a:pt x="118" y="17"/>
                  </a:cubicBezTo>
                  <a:cubicBezTo>
                    <a:pt x="114" y="17"/>
                    <a:pt x="109" y="17"/>
                    <a:pt x="106" y="20"/>
                  </a:cubicBezTo>
                  <a:cubicBezTo>
                    <a:pt x="107" y="21"/>
                    <a:pt x="107" y="21"/>
                    <a:pt x="108" y="22"/>
                  </a:cubicBezTo>
                  <a:cubicBezTo>
                    <a:pt x="107" y="23"/>
                    <a:pt x="107" y="23"/>
                    <a:pt x="106" y="23"/>
                  </a:cubicBezTo>
                  <a:cubicBezTo>
                    <a:pt x="105" y="23"/>
                    <a:pt x="104" y="23"/>
                    <a:pt x="103" y="23"/>
                  </a:cubicBezTo>
                  <a:cubicBezTo>
                    <a:pt x="100" y="23"/>
                    <a:pt x="98" y="25"/>
                    <a:pt x="96" y="27"/>
                  </a:cubicBezTo>
                  <a:cubicBezTo>
                    <a:pt x="97" y="27"/>
                    <a:pt x="97" y="27"/>
                    <a:pt x="98" y="27"/>
                  </a:cubicBezTo>
                  <a:cubicBezTo>
                    <a:pt x="99" y="27"/>
                    <a:pt x="99" y="28"/>
                    <a:pt x="101" y="28"/>
                  </a:cubicBezTo>
                  <a:cubicBezTo>
                    <a:pt x="100" y="28"/>
                    <a:pt x="97" y="35"/>
                    <a:pt x="96" y="35"/>
                  </a:cubicBezTo>
                  <a:cubicBezTo>
                    <a:pt x="92" y="35"/>
                    <a:pt x="91" y="32"/>
                    <a:pt x="86" y="32"/>
                  </a:cubicBezTo>
                  <a:cubicBezTo>
                    <a:pt x="87" y="30"/>
                    <a:pt x="87" y="29"/>
                    <a:pt x="85" y="27"/>
                  </a:cubicBezTo>
                  <a:cubicBezTo>
                    <a:pt x="85" y="28"/>
                    <a:pt x="84" y="29"/>
                    <a:pt x="83" y="31"/>
                  </a:cubicBezTo>
                  <a:cubicBezTo>
                    <a:pt x="82" y="31"/>
                    <a:pt x="81" y="30"/>
                    <a:pt x="81" y="30"/>
                  </a:cubicBezTo>
                  <a:cubicBezTo>
                    <a:pt x="78" y="30"/>
                    <a:pt x="77" y="32"/>
                    <a:pt x="76" y="35"/>
                  </a:cubicBezTo>
                  <a:cubicBezTo>
                    <a:pt x="76" y="35"/>
                    <a:pt x="79" y="35"/>
                    <a:pt x="81" y="35"/>
                  </a:cubicBezTo>
                  <a:cubicBezTo>
                    <a:pt x="79" y="36"/>
                    <a:pt x="76" y="37"/>
                    <a:pt x="75" y="39"/>
                  </a:cubicBezTo>
                  <a:cubicBezTo>
                    <a:pt x="82" y="39"/>
                    <a:pt x="85" y="36"/>
                    <a:pt x="92" y="34"/>
                  </a:cubicBezTo>
                  <a:cubicBezTo>
                    <a:pt x="90" y="40"/>
                    <a:pt x="82" y="50"/>
                    <a:pt x="76" y="52"/>
                  </a:cubicBezTo>
                  <a:cubicBezTo>
                    <a:pt x="70" y="54"/>
                    <a:pt x="66" y="58"/>
                    <a:pt x="63" y="64"/>
                  </a:cubicBezTo>
                  <a:cubicBezTo>
                    <a:pt x="60" y="71"/>
                    <a:pt x="60" y="71"/>
                    <a:pt x="60" y="71"/>
                  </a:cubicBezTo>
                  <a:cubicBezTo>
                    <a:pt x="58" y="71"/>
                    <a:pt x="58" y="80"/>
                    <a:pt x="55" y="82"/>
                  </a:cubicBezTo>
                  <a:cubicBezTo>
                    <a:pt x="46" y="89"/>
                    <a:pt x="42" y="99"/>
                    <a:pt x="29" y="102"/>
                  </a:cubicBezTo>
                  <a:cubicBezTo>
                    <a:pt x="32" y="103"/>
                    <a:pt x="33" y="103"/>
                    <a:pt x="36" y="104"/>
                  </a:cubicBezTo>
                  <a:cubicBezTo>
                    <a:pt x="35" y="104"/>
                    <a:pt x="34" y="104"/>
                    <a:pt x="34" y="104"/>
                  </a:cubicBezTo>
                  <a:cubicBezTo>
                    <a:pt x="26" y="104"/>
                    <a:pt x="24" y="110"/>
                    <a:pt x="19" y="111"/>
                  </a:cubicBezTo>
                  <a:cubicBezTo>
                    <a:pt x="13" y="113"/>
                    <a:pt x="10" y="116"/>
                    <a:pt x="7" y="121"/>
                  </a:cubicBezTo>
                  <a:cubicBezTo>
                    <a:pt x="5" y="124"/>
                    <a:pt x="0" y="123"/>
                    <a:pt x="0" y="128"/>
                  </a:cubicBezTo>
                  <a:cubicBezTo>
                    <a:pt x="0" y="136"/>
                    <a:pt x="1" y="143"/>
                    <a:pt x="5" y="148"/>
                  </a:cubicBezTo>
                  <a:cubicBezTo>
                    <a:pt x="4" y="150"/>
                    <a:pt x="1" y="153"/>
                    <a:pt x="1" y="155"/>
                  </a:cubicBezTo>
                  <a:cubicBezTo>
                    <a:pt x="4" y="154"/>
                    <a:pt x="4" y="154"/>
                    <a:pt x="8" y="154"/>
                  </a:cubicBezTo>
                  <a:cubicBezTo>
                    <a:pt x="8" y="158"/>
                    <a:pt x="8" y="158"/>
                    <a:pt x="8" y="158"/>
                  </a:cubicBezTo>
                  <a:cubicBezTo>
                    <a:pt x="7" y="159"/>
                    <a:pt x="3" y="160"/>
                    <a:pt x="3" y="162"/>
                  </a:cubicBezTo>
                  <a:cubicBezTo>
                    <a:pt x="3" y="163"/>
                    <a:pt x="14" y="170"/>
                    <a:pt x="16" y="170"/>
                  </a:cubicBezTo>
                  <a:cubicBezTo>
                    <a:pt x="28" y="170"/>
                    <a:pt x="37" y="159"/>
                    <a:pt x="43" y="151"/>
                  </a:cubicBezTo>
                  <a:cubicBezTo>
                    <a:pt x="45" y="154"/>
                    <a:pt x="46" y="156"/>
                    <a:pt x="49" y="158"/>
                  </a:cubicBezTo>
                  <a:cubicBezTo>
                    <a:pt x="48" y="159"/>
                    <a:pt x="47" y="160"/>
                    <a:pt x="47" y="162"/>
                  </a:cubicBezTo>
                  <a:cubicBezTo>
                    <a:pt x="47" y="167"/>
                    <a:pt x="52" y="168"/>
                    <a:pt x="53" y="172"/>
                  </a:cubicBezTo>
                  <a:cubicBezTo>
                    <a:pt x="55" y="178"/>
                    <a:pt x="54" y="182"/>
                    <a:pt x="59" y="187"/>
                  </a:cubicBezTo>
                  <a:cubicBezTo>
                    <a:pt x="59" y="188"/>
                    <a:pt x="59" y="189"/>
                    <a:pt x="59" y="190"/>
                  </a:cubicBezTo>
                  <a:cubicBezTo>
                    <a:pt x="59" y="192"/>
                    <a:pt x="63" y="204"/>
                    <a:pt x="65" y="204"/>
                  </a:cubicBezTo>
                  <a:cubicBezTo>
                    <a:pt x="72" y="204"/>
                    <a:pt x="74" y="194"/>
                    <a:pt x="79" y="194"/>
                  </a:cubicBezTo>
                  <a:cubicBezTo>
                    <a:pt x="81" y="194"/>
                    <a:pt x="82" y="194"/>
                    <a:pt x="86" y="194"/>
                  </a:cubicBezTo>
                  <a:cubicBezTo>
                    <a:pt x="87" y="189"/>
                    <a:pt x="94" y="188"/>
                    <a:pt x="95" y="181"/>
                  </a:cubicBezTo>
                  <a:cubicBezTo>
                    <a:pt x="93" y="180"/>
                    <a:pt x="91" y="179"/>
                    <a:pt x="91" y="176"/>
                  </a:cubicBezTo>
                  <a:cubicBezTo>
                    <a:pt x="91" y="170"/>
                    <a:pt x="93" y="162"/>
                    <a:pt x="99" y="162"/>
                  </a:cubicBezTo>
                  <a:cubicBezTo>
                    <a:pt x="101" y="162"/>
                    <a:pt x="110" y="155"/>
                    <a:pt x="110" y="150"/>
                  </a:cubicBezTo>
                  <a:cubicBezTo>
                    <a:pt x="110" y="145"/>
                    <a:pt x="102" y="140"/>
                    <a:pt x="97" y="139"/>
                  </a:cubicBezTo>
                  <a:cubicBezTo>
                    <a:pt x="97" y="137"/>
                    <a:pt x="96" y="135"/>
                    <a:pt x="95" y="134"/>
                  </a:cubicBezTo>
                  <a:cubicBezTo>
                    <a:pt x="95" y="128"/>
                    <a:pt x="95" y="128"/>
                    <a:pt x="95" y="128"/>
                  </a:cubicBezTo>
                  <a:cubicBezTo>
                    <a:pt x="99" y="126"/>
                    <a:pt x="96" y="121"/>
                    <a:pt x="99" y="117"/>
                  </a:cubicBezTo>
                  <a:cubicBezTo>
                    <a:pt x="101" y="112"/>
                    <a:pt x="106" y="111"/>
                    <a:pt x="111" y="108"/>
                  </a:cubicBezTo>
                  <a:cubicBezTo>
                    <a:pt x="117" y="104"/>
                    <a:pt x="130" y="99"/>
                    <a:pt x="130" y="92"/>
                  </a:cubicBezTo>
                  <a:cubicBezTo>
                    <a:pt x="131" y="90"/>
                    <a:pt x="130" y="89"/>
                    <a:pt x="130" y="85"/>
                  </a:cubicBezTo>
                  <a:cubicBezTo>
                    <a:pt x="130" y="78"/>
                    <a:pt x="138" y="74"/>
                    <a:pt x="147" y="74"/>
                  </a:cubicBezTo>
                  <a:cubicBezTo>
                    <a:pt x="155" y="74"/>
                    <a:pt x="164" y="76"/>
                    <a:pt x="164" y="83"/>
                  </a:cubicBezTo>
                  <a:cubicBezTo>
                    <a:pt x="164" y="87"/>
                    <a:pt x="157" y="89"/>
                    <a:pt x="153" y="91"/>
                  </a:cubicBezTo>
                  <a:cubicBezTo>
                    <a:pt x="146" y="95"/>
                    <a:pt x="139" y="111"/>
                    <a:pt x="128" y="111"/>
                  </a:cubicBezTo>
                  <a:cubicBezTo>
                    <a:pt x="128" y="113"/>
                    <a:pt x="128" y="115"/>
                    <a:pt x="128" y="117"/>
                  </a:cubicBezTo>
                  <a:cubicBezTo>
                    <a:pt x="128" y="120"/>
                    <a:pt x="130" y="126"/>
                    <a:pt x="133" y="128"/>
                  </a:cubicBezTo>
                  <a:cubicBezTo>
                    <a:pt x="132" y="129"/>
                    <a:pt x="129" y="131"/>
                    <a:pt x="129" y="134"/>
                  </a:cubicBezTo>
                  <a:cubicBezTo>
                    <a:pt x="129" y="140"/>
                    <a:pt x="135" y="144"/>
                    <a:pt x="141" y="144"/>
                  </a:cubicBezTo>
                  <a:cubicBezTo>
                    <a:pt x="141" y="147"/>
                    <a:pt x="144" y="147"/>
                    <a:pt x="147" y="147"/>
                  </a:cubicBezTo>
                  <a:cubicBezTo>
                    <a:pt x="152" y="147"/>
                    <a:pt x="159" y="145"/>
                    <a:pt x="165" y="143"/>
                  </a:cubicBezTo>
                  <a:cubicBezTo>
                    <a:pt x="166" y="143"/>
                    <a:pt x="167" y="144"/>
                    <a:pt x="169" y="144"/>
                  </a:cubicBezTo>
                  <a:cubicBezTo>
                    <a:pt x="175" y="144"/>
                    <a:pt x="184" y="142"/>
                    <a:pt x="186" y="138"/>
                  </a:cubicBezTo>
                  <a:cubicBezTo>
                    <a:pt x="186" y="138"/>
                    <a:pt x="186" y="138"/>
                    <a:pt x="186" y="138"/>
                  </a:cubicBezTo>
                  <a:cubicBezTo>
                    <a:pt x="186" y="138"/>
                    <a:pt x="186" y="138"/>
                    <a:pt x="186" y="138"/>
                  </a:cubicBezTo>
                  <a:cubicBezTo>
                    <a:pt x="192" y="130"/>
                    <a:pt x="211" y="119"/>
                    <a:pt x="211" y="110"/>
                  </a:cubicBezTo>
                  <a:cubicBezTo>
                    <a:pt x="211" y="103"/>
                    <a:pt x="205" y="102"/>
                    <a:pt x="202" y="98"/>
                  </a:cubicBezTo>
                  <a:cubicBezTo>
                    <a:pt x="202" y="98"/>
                    <a:pt x="202" y="98"/>
                    <a:pt x="202" y="98"/>
                  </a:cubicBezTo>
                  <a:cubicBezTo>
                    <a:pt x="202" y="98"/>
                    <a:pt x="202" y="98"/>
                    <a:pt x="202" y="98"/>
                  </a:cubicBezTo>
                  <a:cubicBezTo>
                    <a:pt x="203" y="97"/>
                    <a:pt x="206" y="96"/>
                    <a:pt x="206" y="94"/>
                  </a:cubicBezTo>
                  <a:cubicBezTo>
                    <a:pt x="206" y="88"/>
                    <a:pt x="197" y="86"/>
                    <a:pt x="197" y="80"/>
                  </a:cubicBezTo>
                  <a:cubicBezTo>
                    <a:pt x="197" y="80"/>
                    <a:pt x="197" y="80"/>
                    <a:pt x="197" y="80"/>
                  </a:cubicBezTo>
                  <a:cubicBezTo>
                    <a:pt x="197" y="80"/>
                    <a:pt x="197" y="80"/>
                    <a:pt x="197" y="80"/>
                  </a:cubicBezTo>
                  <a:cubicBezTo>
                    <a:pt x="197" y="76"/>
                    <a:pt x="200" y="75"/>
                    <a:pt x="200" y="71"/>
                  </a:cubicBezTo>
                  <a:cubicBezTo>
                    <a:pt x="200" y="66"/>
                    <a:pt x="194" y="62"/>
                    <a:pt x="194" y="57"/>
                  </a:cubicBezTo>
                  <a:cubicBezTo>
                    <a:pt x="194" y="57"/>
                    <a:pt x="194" y="57"/>
                    <a:pt x="194" y="57"/>
                  </a:cubicBezTo>
                  <a:cubicBezTo>
                    <a:pt x="194" y="57"/>
                    <a:pt x="194" y="57"/>
                    <a:pt x="194" y="57"/>
                  </a:cubicBezTo>
                  <a:cubicBezTo>
                    <a:pt x="194" y="52"/>
                    <a:pt x="200" y="50"/>
                    <a:pt x="200" y="45"/>
                  </a:cubicBezTo>
                  <a:cubicBezTo>
                    <a:pt x="200" y="39"/>
                    <a:pt x="190" y="39"/>
                    <a:pt x="190" y="34"/>
                  </a:cubicBezTo>
                  <a:cubicBezTo>
                    <a:pt x="190" y="34"/>
                    <a:pt x="190" y="34"/>
                    <a:pt x="190" y="34"/>
                  </a:cubicBezTo>
                  <a:cubicBezTo>
                    <a:pt x="190" y="34"/>
                    <a:pt x="190" y="34"/>
                    <a:pt x="190" y="34"/>
                  </a:cubicBezTo>
                  <a:cubicBezTo>
                    <a:pt x="190" y="27"/>
                    <a:pt x="200" y="22"/>
                    <a:pt x="204" y="19"/>
                  </a:cubicBezTo>
                  <a:cubicBezTo>
                    <a:pt x="203" y="19"/>
                    <a:pt x="197" y="18"/>
                    <a:pt x="194" y="18"/>
                  </a:cubicBezTo>
                  <a:cubicBezTo>
                    <a:pt x="194" y="16"/>
                    <a:pt x="192" y="16"/>
                    <a:pt x="190" y="14"/>
                  </a:cubicBezTo>
                  <a:cubicBezTo>
                    <a:pt x="196" y="12"/>
                    <a:pt x="198" y="14"/>
                    <a:pt x="201" y="7"/>
                  </a:cubicBezTo>
                  <a:cubicBezTo>
                    <a:pt x="199" y="6"/>
                    <a:pt x="192" y="2"/>
                    <a:pt x="191" y="2"/>
                  </a:cubicBezTo>
                  <a:cubicBezTo>
                    <a:pt x="189" y="2"/>
                    <a:pt x="188" y="4"/>
                    <a:pt x="187" y="7"/>
                  </a:cubicBezTo>
                  <a:cubicBezTo>
                    <a:pt x="184" y="6"/>
                    <a:pt x="184" y="4"/>
                    <a:pt x="1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 name="Freeform 70"/>
            <p:cNvSpPr>
              <a:spLocks/>
            </p:cNvSpPr>
            <p:nvPr/>
          </p:nvSpPr>
          <p:spPr bwMode="auto">
            <a:xfrm>
              <a:off x="6697663" y="1152525"/>
              <a:ext cx="5176838" cy="1922463"/>
            </a:xfrm>
            <a:custGeom>
              <a:avLst/>
              <a:gdLst>
                <a:gd name="T0" fmla="*/ 533 w 1379"/>
                <a:gd name="T1" fmla="*/ 63 h 512"/>
                <a:gd name="T2" fmla="*/ 454 w 1379"/>
                <a:gd name="T3" fmla="*/ 96 h 512"/>
                <a:gd name="T4" fmla="*/ 415 w 1379"/>
                <a:gd name="T5" fmla="*/ 78 h 512"/>
                <a:gd name="T6" fmla="*/ 334 w 1379"/>
                <a:gd name="T7" fmla="*/ 125 h 512"/>
                <a:gd name="T8" fmla="*/ 267 w 1379"/>
                <a:gd name="T9" fmla="*/ 139 h 512"/>
                <a:gd name="T10" fmla="*/ 190 w 1379"/>
                <a:gd name="T11" fmla="*/ 175 h 512"/>
                <a:gd name="T12" fmla="*/ 138 w 1379"/>
                <a:gd name="T13" fmla="*/ 202 h 512"/>
                <a:gd name="T14" fmla="*/ 93 w 1379"/>
                <a:gd name="T15" fmla="*/ 127 h 512"/>
                <a:gd name="T16" fmla="*/ 82 w 1379"/>
                <a:gd name="T17" fmla="*/ 152 h 512"/>
                <a:gd name="T18" fmla="*/ 79 w 1379"/>
                <a:gd name="T19" fmla="*/ 187 h 512"/>
                <a:gd name="T20" fmla="*/ 93 w 1379"/>
                <a:gd name="T21" fmla="*/ 217 h 512"/>
                <a:gd name="T22" fmla="*/ 45 w 1379"/>
                <a:gd name="T23" fmla="*/ 259 h 512"/>
                <a:gd name="T24" fmla="*/ 0 w 1379"/>
                <a:gd name="T25" fmla="*/ 320 h 512"/>
                <a:gd name="T26" fmla="*/ 10 w 1379"/>
                <a:gd name="T27" fmla="*/ 319 h 512"/>
                <a:gd name="T28" fmla="*/ 29 w 1379"/>
                <a:gd name="T29" fmla="*/ 345 h 512"/>
                <a:gd name="T30" fmla="*/ 24 w 1379"/>
                <a:gd name="T31" fmla="*/ 382 h 512"/>
                <a:gd name="T32" fmla="*/ 71 w 1379"/>
                <a:gd name="T33" fmla="*/ 413 h 512"/>
                <a:gd name="T34" fmla="*/ 126 w 1379"/>
                <a:gd name="T35" fmla="*/ 416 h 512"/>
                <a:gd name="T36" fmla="*/ 177 w 1379"/>
                <a:gd name="T37" fmla="*/ 453 h 512"/>
                <a:gd name="T38" fmla="*/ 181 w 1379"/>
                <a:gd name="T39" fmla="*/ 452 h 512"/>
                <a:gd name="T40" fmla="*/ 182 w 1379"/>
                <a:gd name="T41" fmla="*/ 452 h 512"/>
                <a:gd name="T42" fmla="*/ 183 w 1379"/>
                <a:gd name="T43" fmla="*/ 452 h 512"/>
                <a:gd name="T44" fmla="*/ 183 w 1379"/>
                <a:gd name="T45" fmla="*/ 452 h 512"/>
                <a:gd name="T46" fmla="*/ 215 w 1379"/>
                <a:gd name="T47" fmla="*/ 478 h 512"/>
                <a:gd name="T48" fmla="*/ 232 w 1379"/>
                <a:gd name="T49" fmla="*/ 478 h 512"/>
                <a:gd name="T50" fmla="*/ 225 w 1379"/>
                <a:gd name="T51" fmla="*/ 409 h 512"/>
                <a:gd name="T52" fmla="*/ 246 w 1379"/>
                <a:gd name="T53" fmla="*/ 423 h 512"/>
                <a:gd name="T54" fmla="*/ 271 w 1379"/>
                <a:gd name="T55" fmla="*/ 462 h 512"/>
                <a:gd name="T56" fmla="*/ 288 w 1379"/>
                <a:gd name="T57" fmla="*/ 487 h 512"/>
                <a:gd name="T58" fmla="*/ 337 w 1379"/>
                <a:gd name="T59" fmla="*/ 507 h 512"/>
                <a:gd name="T60" fmla="*/ 373 w 1379"/>
                <a:gd name="T61" fmla="*/ 491 h 512"/>
                <a:gd name="T62" fmla="*/ 381 w 1379"/>
                <a:gd name="T63" fmla="*/ 494 h 512"/>
                <a:gd name="T64" fmla="*/ 404 w 1379"/>
                <a:gd name="T65" fmla="*/ 489 h 512"/>
                <a:gd name="T66" fmla="*/ 405 w 1379"/>
                <a:gd name="T67" fmla="*/ 490 h 512"/>
                <a:gd name="T68" fmla="*/ 418 w 1379"/>
                <a:gd name="T69" fmla="*/ 491 h 512"/>
                <a:gd name="T70" fmla="*/ 446 w 1379"/>
                <a:gd name="T71" fmla="*/ 492 h 512"/>
                <a:gd name="T72" fmla="*/ 492 w 1379"/>
                <a:gd name="T73" fmla="*/ 418 h 512"/>
                <a:gd name="T74" fmla="*/ 515 w 1379"/>
                <a:gd name="T75" fmla="*/ 400 h 512"/>
                <a:gd name="T76" fmla="*/ 516 w 1379"/>
                <a:gd name="T77" fmla="*/ 400 h 512"/>
                <a:gd name="T78" fmla="*/ 534 w 1379"/>
                <a:gd name="T79" fmla="*/ 383 h 512"/>
                <a:gd name="T80" fmla="*/ 577 w 1379"/>
                <a:gd name="T81" fmla="*/ 364 h 512"/>
                <a:gd name="T82" fmla="*/ 665 w 1379"/>
                <a:gd name="T83" fmla="*/ 351 h 512"/>
                <a:gd name="T84" fmla="*/ 677 w 1379"/>
                <a:gd name="T85" fmla="*/ 362 h 512"/>
                <a:gd name="T86" fmla="*/ 749 w 1379"/>
                <a:gd name="T87" fmla="*/ 370 h 512"/>
                <a:gd name="T88" fmla="*/ 789 w 1379"/>
                <a:gd name="T89" fmla="*/ 367 h 512"/>
                <a:gd name="T90" fmla="*/ 818 w 1379"/>
                <a:gd name="T91" fmla="*/ 339 h 512"/>
                <a:gd name="T92" fmla="*/ 932 w 1379"/>
                <a:gd name="T93" fmla="*/ 382 h 512"/>
                <a:gd name="T94" fmla="*/ 906 w 1379"/>
                <a:gd name="T95" fmla="*/ 429 h 512"/>
                <a:gd name="T96" fmla="*/ 985 w 1379"/>
                <a:gd name="T97" fmla="*/ 340 h 512"/>
                <a:gd name="T98" fmla="*/ 995 w 1379"/>
                <a:gd name="T99" fmla="*/ 263 h 512"/>
                <a:gd name="T100" fmla="*/ 1139 w 1379"/>
                <a:gd name="T101" fmla="*/ 233 h 512"/>
                <a:gd name="T102" fmla="*/ 1119 w 1379"/>
                <a:gd name="T103" fmla="*/ 277 h 512"/>
                <a:gd name="T104" fmla="*/ 1156 w 1379"/>
                <a:gd name="T105" fmla="*/ 279 h 512"/>
                <a:gd name="T106" fmla="*/ 1307 w 1379"/>
                <a:gd name="T107" fmla="*/ 175 h 512"/>
                <a:gd name="T108" fmla="*/ 1220 w 1379"/>
                <a:gd name="T109" fmla="*/ 125 h 512"/>
                <a:gd name="T110" fmla="*/ 1103 w 1379"/>
                <a:gd name="T111" fmla="*/ 104 h 512"/>
                <a:gd name="T112" fmla="*/ 925 w 1379"/>
                <a:gd name="T113" fmla="*/ 101 h 512"/>
                <a:gd name="T114" fmla="*/ 836 w 1379"/>
                <a:gd name="T115" fmla="*/ 74 h 512"/>
                <a:gd name="T116" fmla="*/ 705 w 1379"/>
                <a:gd name="T117" fmla="*/ 1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79" h="512">
                  <a:moveTo>
                    <a:pt x="684" y="0"/>
                  </a:moveTo>
                  <a:cubicBezTo>
                    <a:pt x="669" y="0"/>
                    <a:pt x="663" y="11"/>
                    <a:pt x="655" y="17"/>
                  </a:cubicBezTo>
                  <a:cubicBezTo>
                    <a:pt x="651" y="20"/>
                    <a:pt x="632" y="28"/>
                    <a:pt x="622" y="28"/>
                  </a:cubicBezTo>
                  <a:cubicBezTo>
                    <a:pt x="618" y="28"/>
                    <a:pt x="615" y="27"/>
                    <a:pt x="616" y="23"/>
                  </a:cubicBezTo>
                  <a:cubicBezTo>
                    <a:pt x="607" y="26"/>
                    <a:pt x="566" y="28"/>
                    <a:pt x="546" y="47"/>
                  </a:cubicBezTo>
                  <a:cubicBezTo>
                    <a:pt x="541" y="51"/>
                    <a:pt x="540" y="63"/>
                    <a:pt x="533" y="63"/>
                  </a:cubicBezTo>
                  <a:cubicBezTo>
                    <a:pt x="531" y="63"/>
                    <a:pt x="526" y="62"/>
                    <a:pt x="520" y="62"/>
                  </a:cubicBezTo>
                  <a:cubicBezTo>
                    <a:pt x="506" y="62"/>
                    <a:pt x="489" y="64"/>
                    <a:pt x="489" y="75"/>
                  </a:cubicBezTo>
                  <a:cubicBezTo>
                    <a:pt x="489" y="79"/>
                    <a:pt x="492" y="82"/>
                    <a:pt x="493" y="87"/>
                  </a:cubicBezTo>
                  <a:cubicBezTo>
                    <a:pt x="491" y="88"/>
                    <a:pt x="489" y="88"/>
                    <a:pt x="487" y="88"/>
                  </a:cubicBezTo>
                  <a:cubicBezTo>
                    <a:pt x="483" y="88"/>
                    <a:pt x="478" y="87"/>
                    <a:pt x="465" y="87"/>
                  </a:cubicBezTo>
                  <a:cubicBezTo>
                    <a:pt x="460" y="93"/>
                    <a:pt x="456" y="96"/>
                    <a:pt x="454" y="96"/>
                  </a:cubicBezTo>
                  <a:cubicBezTo>
                    <a:pt x="448" y="96"/>
                    <a:pt x="448" y="82"/>
                    <a:pt x="445" y="78"/>
                  </a:cubicBezTo>
                  <a:cubicBezTo>
                    <a:pt x="444" y="87"/>
                    <a:pt x="438" y="91"/>
                    <a:pt x="430" y="95"/>
                  </a:cubicBezTo>
                  <a:cubicBezTo>
                    <a:pt x="433" y="103"/>
                    <a:pt x="445" y="111"/>
                    <a:pt x="436" y="121"/>
                  </a:cubicBezTo>
                  <a:cubicBezTo>
                    <a:pt x="430" y="127"/>
                    <a:pt x="448" y="148"/>
                    <a:pt x="438" y="148"/>
                  </a:cubicBezTo>
                  <a:cubicBezTo>
                    <a:pt x="427" y="148"/>
                    <a:pt x="423" y="105"/>
                    <a:pt x="423" y="97"/>
                  </a:cubicBezTo>
                  <a:cubicBezTo>
                    <a:pt x="423" y="87"/>
                    <a:pt x="439" y="83"/>
                    <a:pt x="415" y="78"/>
                  </a:cubicBezTo>
                  <a:cubicBezTo>
                    <a:pt x="414" y="78"/>
                    <a:pt x="413" y="78"/>
                    <a:pt x="413" y="78"/>
                  </a:cubicBezTo>
                  <a:cubicBezTo>
                    <a:pt x="400" y="78"/>
                    <a:pt x="379" y="96"/>
                    <a:pt x="379" y="107"/>
                  </a:cubicBezTo>
                  <a:cubicBezTo>
                    <a:pt x="379" y="120"/>
                    <a:pt x="385" y="128"/>
                    <a:pt x="392" y="135"/>
                  </a:cubicBezTo>
                  <a:cubicBezTo>
                    <a:pt x="397" y="143"/>
                    <a:pt x="397" y="145"/>
                    <a:pt x="394" y="145"/>
                  </a:cubicBezTo>
                  <a:cubicBezTo>
                    <a:pt x="387" y="145"/>
                    <a:pt x="366" y="131"/>
                    <a:pt x="356" y="129"/>
                  </a:cubicBezTo>
                  <a:cubicBezTo>
                    <a:pt x="345" y="126"/>
                    <a:pt x="339" y="125"/>
                    <a:pt x="334" y="125"/>
                  </a:cubicBezTo>
                  <a:cubicBezTo>
                    <a:pt x="323" y="125"/>
                    <a:pt x="330" y="132"/>
                    <a:pt x="330" y="134"/>
                  </a:cubicBezTo>
                  <a:cubicBezTo>
                    <a:pt x="329" y="142"/>
                    <a:pt x="327" y="145"/>
                    <a:pt x="325" y="145"/>
                  </a:cubicBezTo>
                  <a:cubicBezTo>
                    <a:pt x="322" y="145"/>
                    <a:pt x="317" y="138"/>
                    <a:pt x="314" y="138"/>
                  </a:cubicBezTo>
                  <a:cubicBezTo>
                    <a:pt x="307" y="138"/>
                    <a:pt x="294" y="145"/>
                    <a:pt x="283" y="145"/>
                  </a:cubicBezTo>
                  <a:cubicBezTo>
                    <a:pt x="280" y="145"/>
                    <a:pt x="277" y="145"/>
                    <a:pt x="274" y="144"/>
                  </a:cubicBezTo>
                  <a:cubicBezTo>
                    <a:pt x="273" y="141"/>
                    <a:pt x="271" y="139"/>
                    <a:pt x="267" y="139"/>
                  </a:cubicBezTo>
                  <a:cubicBezTo>
                    <a:pt x="253" y="139"/>
                    <a:pt x="223" y="165"/>
                    <a:pt x="214" y="165"/>
                  </a:cubicBezTo>
                  <a:cubicBezTo>
                    <a:pt x="211" y="165"/>
                    <a:pt x="206" y="162"/>
                    <a:pt x="207" y="159"/>
                  </a:cubicBezTo>
                  <a:cubicBezTo>
                    <a:pt x="210" y="152"/>
                    <a:pt x="209" y="140"/>
                    <a:pt x="205" y="140"/>
                  </a:cubicBezTo>
                  <a:cubicBezTo>
                    <a:pt x="202" y="140"/>
                    <a:pt x="198" y="146"/>
                    <a:pt x="193" y="161"/>
                  </a:cubicBezTo>
                  <a:cubicBezTo>
                    <a:pt x="192" y="163"/>
                    <a:pt x="197" y="164"/>
                    <a:pt x="197" y="169"/>
                  </a:cubicBezTo>
                  <a:cubicBezTo>
                    <a:pt x="197" y="174"/>
                    <a:pt x="194" y="175"/>
                    <a:pt x="190" y="175"/>
                  </a:cubicBezTo>
                  <a:cubicBezTo>
                    <a:pt x="188" y="175"/>
                    <a:pt x="186" y="175"/>
                    <a:pt x="185" y="175"/>
                  </a:cubicBezTo>
                  <a:cubicBezTo>
                    <a:pt x="183" y="174"/>
                    <a:pt x="181" y="174"/>
                    <a:pt x="179" y="174"/>
                  </a:cubicBezTo>
                  <a:cubicBezTo>
                    <a:pt x="178" y="174"/>
                    <a:pt x="176" y="174"/>
                    <a:pt x="175" y="175"/>
                  </a:cubicBezTo>
                  <a:cubicBezTo>
                    <a:pt x="168" y="177"/>
                    <a:pt x="169" y="195"/>
                    <a:pt x="153" y="195"/>
                  </a:cubicBezTo>
                  <a:cubicBezTo>
                    <a:pt x="149" y="195"/>
                    <a:pt x="144" y="193"/>
                    <a:pt x="138" y="190"/>
                  </a:cubicBezTo>
                  <a:cubicBezTo>
                    <a:pt x="138" y="202"/>
                    <a:pt x="138" y="202"/>
                    <a:pt x="138" y="202"/>
                  </a:cubicBezTo>
                  <a:cubicBezTo>
                    <a:pt x="121" y="200"/>
                    <a:pt x="123" y="183"/>
                    <a:pt x="118" y="175"/>
                  </a:cubicBezTo>
                  <a:cubicBezTo>
                    <a:pt x="120" y="175"/>
                    <a:pt x="122" y="175"/>
                    <a:pt x="124" y="175"/>
                  </a:cubicBezTo>
                  <a:cubicBezTo>
                    <a:pt x="133" y="175"/>
                    <a:pt x="139" y="175"/>
                    <a:pt x="148" y="178"/>
                  </a:cubicBezTo>
                  <a:cubicBezTo>
                    <a:pt x="150" y="178"/>
                    <a:pt x="151" y="178"/>
                    <a:pt x="153" y="178"/>
                  </a:cubicBezTo>
                  <a:cubicBezTo>
                    <a:pt x="169" y="178"/>
                    <a:pt x="192" y="161"/>
                    <a:pt x="147" y="146"/>
                  </a:cubicBezTo>
                  <a:cubicBezTo>
                    <a:pt x="134" y="142"/>
                    <a:pt x="103" y="127"/>
                    <a:pt x="93" y="127"/>
                  </a:cubicBezTo>
                  <a:cubicBezTo>
                    <a:pt x="93" y="127"/>
                    <a:pt x="93" y="126"/>
                    <a:pt x="90" y="126"/>
                  </a:cubicBezTo>
                  <a:cubicBezTo>
                    <a:pt x="89" y="126"/>
                    <a:pt x="88" y="126"/>
                    <a:pt x="86" y="126"/>
                  </a:cubicBezTo>
                  <a:cubicBezTo>
                    <a:pt x="86" y="126"/>
                    <a:pt x="86" y="126"/>
                    <a:pt x="86" y="126"/>
                  </a:cubicBezTo>
                  <a:cubicBezTo>
                    <a:pt x="82" y="129"/>
                    <a:pt x="72" y="134"/>
                    <a:pt x="72" y="141"/>
                  </a:cubicBezTo>
                  <a:cubicBezTo>
                    <a:pt x="72" y="141"/>
                    <a:pt x="72" y="141"/>
                    <a:pt x="72" y="141"/>
                  </a:cubicBezTo>
                  <a:cubicBezTo>
                    <a:pt x="72" y="146"/>
                    <a:pt x="82" y="146"/>
                    <a:pt x="82" y="152"/>
                  </a:cubicBezTo>
                  <a:cubicBezTo>
                    <a:pt x="82" y="152"/>
                    <a:pt x="82" y="152"/>
                    <a:pt x="82" y="152"/>
                  </a:cubicBezTo>
                  <a:cubicBezTo>
                    <a:pt x="82" y="157"/>
                    <a:pt x="76" y="159"/>
                    <a:pt x="76" y="164"/>
                  </a:cubicBezTo>
                  <a:cubicBezTo>
                    <a:pt x="76" y="164"/>
                    <a:pt x="76" y="164"/>
                    <a:pt x="76" y="164"/>
                  </a:cubicBezTo>
                  <a:cubicBezTo>
                    <a:pt x="76" y="169"/>
                    <a:pt x="82" y="173"/>
                    <a:pt x="82" y="178"/>
                  </a:cubicBezTo>
                  <a:cubicBezTo>
                    <a:pt x="82" y="178"/>
                    <a:pt x="82" y="178"/>
                    <a:pt x="82" y="178"/>
                  </a:cubicBezTo>
                  <a:cubicBezTo>
                    <a:pt x="82" y="182"/>
                    <a:pt x="79" y="183"/>
                    <a:pt x="79" y="187"/>
                  </a:cubicBezTo>
                  <a:cubicBezTo>
                    <a:pt x="79" y="187"/>
                    <a:pt x="79" y="187"/>
                    <a:pt x="79" y="187"/>
                  </a:cubicBezTo>
                  <a:cubicBezTo>
                    <a:pt x="79" y="193"/>
                    <a:pt x="88" y="195"/>
                    <a:pt x="88" y="201"/>
                  </a:cubicBezTo>
                  <a:cubicBezTo>
                    <a:pt x="88" y="201"/>
                    <a:pt x="88" y="201"/>
                    <a:pt x="88" y="201"/>
                  </a:cubicBezTo>
                  <a:cubicBezTo>
                    <a:pt x="88" y="203"/>
                    <a:pt x="85" y="204"/>
                    <a:pt x="84" y="205"/>
                  </a:cubicBezTo>
                  <a:cubicBezTo>
                    <a:pt x="84" y="205"/>
                    <a:pt x="84" y="205"/>
                    <a:pt x="84" y="205"/>
                  </a:cubicBezTo>
                  <a:cubicBezTo>
                    <a:pt x="87" y="209"/>
                    <a:pt x="93" y="210"/>
                    <a:pt x="93" y="217"/>
                  </a:cubicBezTo>
                  <a:cubicBezTo>
                    <a:pt x="93" y="217"/>
                    <a:pt x="93" y="217"/>
                    <a:pt x="93" y="217"/>
                  </a:cubicBezTo>
                  <a:cubicBezTo>
                    <a:pt x="93" y="226"/>
                    <a:pt x="74" y="237"/>
                    <a:pt x="68" y="245"/>
                  </a:cubicBezTo>
                  <a:cubicBezTo>
                    <a:pt x="68" y="245"/>
                    <a:pt x="68" y="245"/>
                    <a:pt x="68" y="245"/>
                  </a:cubicBezTo>
                  <a:cubicBezTo>
                    <a:pt x="70" y="248"/>
                    <a:pt x="73" y="249"/>
                    <a:pt x="75" y="254"/>
                  </a:cubicBezTo>
                  <a:cubicBezTo>
                    <a:pt x="72" y="257"/>
                    <a:pt x="63" y="261"/>
                    <a:pt x="59" y="261"/>
                  </a:cubicBezTo>
                  <a:cubicBezTo>
                    <a:pt x="54" y="261"/>
                    <a:pt x="51" y="259"/>
                    <a:pt x="45" y="259"/>
                  </a:cubicBezTo>
                  <a:cubicBezTo>
                    <a:pt x="39" y="259"/>
                    <a:pt x="25" y="265"/>
                    <a:pt x="29" y="269"/>
                  </a:cubicBezTo>
                  <a:cubicBezTo>
                    <a:pt x="43" y="282"/>
                    <a:pt x="36" y="287"/>
                    <a:pt x="32" y="287"/>
                  </a:cubicBezTo>
                  <a:cubicBezTo>
                    <a:pt x="27" y="287"/>
                    <a:pt x="26" y="280"/>
                    <a:pt x="21" y="280"/>
                  </a:cubicBezTo>
                  <a:cubicBezTo>
                    <a:pt x="16" y="280"/>
                    <a:pt x="10" y="293"/>
                    <a:pt x="10" y="300"/>
                  </a:cubicBezTo>
                  <a:cubicBezTo>
                    <a:pt x="10" y="311"/>
                    <a:pt x="0" y="310"/>
                    <a:pt x="0" y="320"/>
                  </a:cubicBezTo>
                  <a:cubicBezTo>
                    <a:pt x="0" y="320"/>
                    <a:pt x="0" y="320"/>
                    <a:pt x="0" y="320"/>
                  </a:cubicBezTo>
                  <a:cubicBezTo>
                    <a:pt x="4" y="319"/>
                    <a:pt x="7" y="319"/>
                    <a:pt x="10" y="319"/>
                  </a:cubicBezTo>
                  <a:cubicBezTo>
                    <a:pt x="10" y="319"/>
                    <a:pt x="10" y="319"/>
                    <a:pt x="10" y="319"/>
                  </a:cubicBezTo>
                  <a:cubicBezTo>
                    <a:pt x="10" y="319"/>
                    <a:pt x="10" y="319"/>
                    <a:pt x="10" y="319"/>
                  </a:cubicBezTo>
                  <a:cubicBezTo>
                    <a:pt x="10" y="319"/>
                    <a:pt x="10" y="319"/>
                    <a:pt x="10" y="319"/>
                  </a:cubicBezTo>
                  <a:cubicBezTo>
                    <a:pt x="10" y="319"/>
                    <a:pt x="10" y="319"/>
                    <a:pt x="10" y="319"/>
                  </a:cubicBezTo>
                  <a:cubicBezTo>
                    <a:pt x="10" y="319"/>
                    <a:pt x="10" y="319"/>
                    <a:pt x="10" y="319"/>
                  </a:cubicBezTo>
                  <a:cubicBezTo>
                    <a:pt x="10" y="319"/>
                    <a:pt x="10" y="319"/>
                    <a:pt x="10" y="319"/>
                  </a:cubicBezTo>
                  <a:cubicBezTo>
                    <a:pt x="10" y="319"/>
                    <a:pt x="10" y="319"/>
                    <a:pt x="10" y="319"/>
                  </a:cubicBezTo>
                  <a:cubicBezTo>
                    <a:pt x="15" y="319"/>
                    <a:pt x="19" y="318"/>
                    <a:pt x="25" y="318"/>
                  </a:cubicBezTo>
                  <a:cubicBezTo>
                    <a:pt x="31" y="318"/>
                    <a:pt x="33" y="329"/>
                    <a:pt x="33" y="335"/>
                  </a:cubicBezTo>
                  <a:cubicBezTo>
                    <a:pt x="33" y="335"/>
                    <a:pt x="33" y="335"/>
                    <a:pt x="33" y="335"/>
                  </a:cubicBezTo>
                  <a:cubicBezTo>
                    <a:pt x="33" y="339"/>
                    <a:pt x="29" y="341"/>
                    <a:pt x="29" y="345"/>
                  </a:cubicBezTo>
                  <a:cubicBezTo>
                    <a:pt x="29" y="345"/>
                    <a:pt x="29" y="345"/>
                    <a:pt x="29" y="345"/>
                  </a:cubicBezTo>
                  <a:cubicBezTo>
                    <a:pt x="29" y="351"/>
                    <a:pt x="35" y="354"/>
                    <a:pt x="35" y="360"/>
                  </a:cubicBezTo>
                  <a:cubicBezTo>
                    <a:pt x="35" y="360"/>
                    <a:pt x="35" y="360"/>
                    <a:pt x="35" y="360"/>
                  </a:cubicBezTo>
                  <a:cubicBezTo>
                    <a:pt x="35" y="363"/>
                    <a:pt x="29" y="364"/>
                    <a:pt x="28" y="366"/>
                  </a:cubicBezTo>
                  <a:cubicBezTo>
                    <a:pt x="25" y="371"/>
                    <a:pt x="24" y="376"/>
                    <a:pt x="24" y="382"/>
                  </a:cubicBezTo>
                  <a:cubicBezTo>
                    <a:pt x="24" y="382"/>
                    <a:pt x="24" y="382"/>
                    <a:pt x="24" y="382"/>
                  </a:cubicBezTo>
                  <a:cubicBezTo>
                    <a:pt x="24" y="388"/>
                    <a:pt x="27" y="389"/>
                    <a:pt x="30" y="389"/>
                  </a:cubicBezTo>
                  <a:cubicBezTo>
                    <a:pt x="32" y="389"/>
                    <a:pt x="34" y="389"/>
                    <a:pt x="36" y="389"/>
                  </a:cubicBezTo>
                  <a:cubicBezTo>
                    <a:pt x="45" y="389"/>
                    <a:pt x="49" y="385"/>
                    <a:pt x="56" y="385"/>
                  </a:cubicBezTo>
                  <a:cubicBezTo>
                    <a:pt x="64" y="385"/>
                    <a:pt x="62" y="400"/>
                    <a:pt x="69" y="400"/>
                  </a:cubicBezTo>
                  <a:cubicBezTo>
                    <a:pt x="69" y="411"/>
                    <a:pt x="69" y="411"/>
                    <a:pt x="69" y="411"/>
                  </a:cubicBezTo>
                  <a:cubicBezTo>
                    <a:pt x="69" y="412"/>
                    <a:pt x="70" y="413"/>
                    <a:pt x="71" y="413"/>
                  </a:cubicBezTo>
                  <a:cubicBezTo>
                    <a:pt x="72" y="415"/>
                    <a:pt x="72" y="415"/>
                    <a:pt x="72" y="415"/>
                  </a:cubicBezTo>
                  <a:cubicBezTo>
                    <a:pt x="74" y="415"/>
                    <a:pt x="77" y="414"/>
                    <a:pt x="79" y="413"/>
                  </a:cubicBezTo>
                  <a:cubicBezTo>
                    <a:pt x="85" y="412"/>
                    <a:pt x="86" y="404"/>
                    <a:pt x="92" y="404"/>
                  </a:cubicBezTo>
                  <a:cubicBezTo>
                    <a:pt x="97" y="404"/>
                    <a:pt x="110" y="426"/>
                    <a:pt x="114" y="426"/>
                  </a:cubicBezTo>
                  <a:cubicBezTo>
                    <a:pt x="118" y="426"/>
                    <a:pt x="132" y="420"/>
                    <a:pt x="134" y="417"/>
                  </a:cubicBezTo>
                  <a:cubicBezTo>
                    <a:pt x="134" y="417"/>
                    <a:pt x="126" y="416"/>
                    <a:pt x="126" y="416"/>
                  </a:cubicBezTo>
                  <a:cubicBezTo>
                    <a:pt x="125" y="416"/>
                    <a:pt x="121" y="415"/>
                    <a:pt x="121" y="411"/>
                  </a:cubicBezTo>
                  <a:cubicBezTo>
                    <a:pt x="121" y="409"/>
                    <a:pt x="142" y="402"/>
                    <a:pt x="150" y="399"/>
                  </a:cubicBezTo>
                  <a:cubicBezTo>
                    <a:pt x="150" y="399"/>
                    <a:pt x="146" y="403"/>
                    <a:pt x="145" y="404"/>
                  </a:cubicBezTo>
                  <a:cubicBezTo>
                    <a:pt x="145" y="405"/>
                    <a:pt x="153" y="413"/>
                    <a:pt x="136" y="417"/>
                  </a:cubicBezTo>
                  <a:cubicBezTo>
                    <a:pt x="143" y="434"/>
                    <a:pt x="176" y="431"/>
                    <a:pt x="176" y="454"/>
                  </a:cubicBezTo>
                  <a:cubicBezTo>
                    <a:pt x="177" y="453"/>
                    <a:pt x="177" y="453"/>
                    <a:pt x="177" y="453"/>
                  </a:cubicBezTo>
                  <a:cubicBezTo>
                    <a:pt x="178" y="453"/>
                    <a:pt x="180" y="452"/>
                    <a:pt x="181" y="452"/>
                  </a:cubicBezTo>
                  <a:cubicBezTo>
                    <a:pt x="181" y="452"/>
                    <a:pt x="181" y="452"/>
                    <a:pt x="181" y="452"/>
                  </a:cubicBezTo>
                  <a:cubicBezTo>
                    <a:pt x="181" y="452"/>
                    <a:pt x="181" y="452"/>
                    <a:pt x="181" y="452"/>
                  </a:cubicBezTo>
                  <a:cubicBezTo>
                    <a:pt x="181" y="452"/>
                    <a:pt x="181" y="452"/>
                    <a:pt x="181" y="452"/>
                  </a:cubicBezTo>
                  <a:cubicBezTo>
                    <a:pt x="181" y="452"/>
                    <a:pt x="181" y="452"/>
                    <a:pt x="181" y="452"/>
                  </a:cubicBezTo>
                  <a:cubicBezTo>
                    <a:pt x="181" y="452"/>
                    <a:pt x="181" y="452"/>
                    <a:pt x="181" y="452"/>
                  </a:cubicBezTo>
                  <a:cubicBezTo>
                    <a:pt x="181" y="452"/>
                    <a:pt x="181" y="452"/>
                    <a:pt x="181" y="452"/>
                  </a:cubicBezTo>
                  <a:cubicBezTo>
                    <a:pt x="181" y="452"/>
                    <a:pt x="181" y="452"/>
                    <a:pt x="181" y="452"/>
                  </a:cubicBezTo>
                  <a:cubicBezTo>
                    <a:pt x="181" y="452"/>
                    <a:pt x="181" y="452"/>
                    <a:pt x="181" y="452"/>
                  </a:cubicBezTo>
                  <a:cubicBezTo>
                    <a:pt x="181" y="452"/>
                    <a:pt x="181" y="452"/>
                    <a:pt x="181" y="452"/>
                  </a:cubicBezTo>
                  <a:cubicBezTo>
                    <a:pt x="181" y="452"/>
                    <a:pt x="181" y="452"/>
                    <a:pt x="181" y="452"/>
                  </a:cubicBezTo>
                  <a:cubicBezTo>
                    <a:pt x="182" y="452"/>
                    <a:pt x="182" y="452"/>
                    <a:pt x="182" y="452"/>
                  </a:cubicBezTo>
                  <a:cubicBezTo>
                    <a:pt x="182" y="452"/>
                    <a:pt x="182" y="452"/>
                    <a:pt x="182" y="452"/>
                  </a:cubicBezTo>
                  <a:cubicBezTo>
                    <a:pt x="182" y="452"/>
                    <a:pt x="182" y="452"/>
                    <a:pt x="182" y="452"/>
                  </a:cubicBezTo>
                  <a:cubicBezTo>
                    <a:pt x="182" y="452"/>
                    <a:pt x="182" y="452"/>
                    <a:pt x="182" y="452"/>
                  </a:cubicBezTo>
                  <a:cubicBezTo>
                    <a:pt x="182" y="452"/>
                    <a:pt x="182" y="452"/>
                    <a:pt x="182" y="452"/>
                  </a:cubicBezTo>
                  <a:cubicBezTo>
                    <a:pt x="182" y="452"/>
                    <a:pt x="183" y="452"/>
                    <a:pt x="183" y="452"/>
                  </a:cubicBezTo>
                  <a:cubicBezTo>
                    <a:pt x="183" y="452"/>
                    <a:pt x="183" y="452"/>
                    <a:pt x="183" y="452"/>
                  </a:cubicBezTo>
                  <a:cubicBezTo>
                    <a:pt x="183" y="452"/>
                    <a:pt x="183" y="452"/>
                    <a:pt x="183" y="452"/>
                  </a:cubicBezTo>
                  <a:cubicBezTo>
                    <a:pt x="183" y="452"/>
                    <a:pt x="183" y="452"/>
                    <a:pt x="183" y="452"/>
                  </a:cubicBezTo>
                  <a:cubicBezTo>
                    <a:pt x="183" y="452"/>
                    <a:pt x="183" y="452"/>
                    <a:pt x="183" y="452"/>
                  </a:cubicBezTo>
                  <a:cubicBezTo>
                    <a:pt x="183" y="452"/>
                    <a:pt x="183" y="452"/>
                    <a:pt x="183" y="452"/>
                  </a:cubicBezTo>
                  <a:cubicBezTo>
                    <a:pt x="183" y="452"/>
                    <a:pt x="183" y="452"/>
                    <a:pt x="183" y="452"/>
                  </a:cubicBezTo>
                  <a:cubicBezTo>
                    <a:pt x="183" y="452"/>
                    <a:pt x="183" y="452"/>
                    <a:pt x="183" y="452"/>
                  </a:cubicBezTo>
                  <a:cubicBezTo>
                    <a:pt x="183" y="452"/>
                    <a:pt x="183" y="452"/>
                    <a:pt x="183" y="452"/>
                  </a:cubicBezTo>
                  <a:cubicBezTo>
                    <a:pt x="183" y="452"/>
                    <a:pt x="183" y="452"/>
                    <a:pt x="183" y="452"/>
                  </a:cubicBezTo>
                  <a:cubicBezTo>
                    <a:pt x="183" y="452"/>
                    <a:pt x="183" y="452"/>
                    <a:pt x="183" y="452"/>
                  </a:cubicBezTo>
                  <a:cubicBezTo>
                    <a:pt x="192" y="452"/>
                    <a:pt x="192" y="458"/>
                    <a:pt x="194" y="464"/>
                  </a:cubicBezTo>
                  <a:cubicBezTo>
                    <a:pt x="195" y="465"/>
                    <a:pt x="201" y="468"/>
                    <a:pt x="201" y="468"/>
                  </a:cubicBezTo>
                  <a:cubicBezTo>
                    <a:pt x="206" y="470"/>
                    <a:pt x="208" y="478"/>
                    <a:pt x="215" y="478"/>
                  </a:cubicBezTo>
                  <a:cubicBezTo>
                    <a:pt x="222" y="478"/>
                    <a:pt x="221" y="473"/>
                    <a:pt x="226" y="472"/>
                  </a:cubicBezTo>
                  <a:cubicBezTo>
                    <a:pt x="228" y="471"/>
                    <a:pt x="228" y="471"/>
                    <a:pt x="230" y="471"/>
                  </a:cubicBezTo>
                  <a:cubicBezTo>
                    <a:pt x="231" y="473"/>
                    <a:pt x="231" y="475"/>
                    <a:pt x="232" y="476"/>
                  </a:cubicBezTo>
                  <a:cubicBezTo>
                    <a:pt x="232" y="476"/>
                    <a:pt x="232" y="476"/>
                    <a:pt x="232" y="476"/>
                  </a:cubicBezTo>
                  <a:cubicBezTo>
                    <a:pt x="232" y="476"/>
                    <a:pt x="232" y="476"/>
                    <a:pt x="232" y="477"/>
                  </a:cubicBezTo>
                  <a:cubicBezTo>
                    <a:pt x="232" y="477"/>
                    <a:pt x="232" y="477"/>
                    <a:pt x="232" y="478"/>
                  </a:cubicBezTo>
                  <a:cubicBezTo>
                    <a:pt x="236" y="478"/>
                    <a:pt x="236" y="478"/>
                    <a:pt x="236" y="478"/>
                  </a:cubicBezTo>
                  <a:cubicBezTo>
                    <a:pt x="239" y="474"/>
                    <a:pt x="239" y="467"/>
                    <a:pt x="244" y="465"/>
                  </a:cubicBezTo>
                  <a:cubicBezTo>
                    <a:pt x="236" y="460"/>
                    <a:pt x="224" y="443"/>
                    <a:pt x="224" y="434"/>
                  </a:cubicBezTo>
                  <a:cubicBezTo>
                    <a:pt x="224" y="431"/>
                    <a:pt x="218" y="427"/>
                    <a:pt x="218" y="422"/>
                  </a:cubicBezTo>
                  <a:cubicBezTo>
                    <a:pt x="218" y="421"/>
                    <a:pt x="223" y="410"/>
                    <a:pt x="225" y="409"/>
                  </a:cubicBezTo>
                  <a:cubicBezTo>
                    <a:pt x="225" y="409"/>
                    <a:pt x="225" y="409"/>
                    <a:pt x="225" y="409"/>
                  </a:cubicBezTo>
                  <a:cubicBezTo>
                    <a:pt x="228" y="409"/>
                    <a:pt x="235" y="405"/>
                    <a:pt x="236" y="404"/>
                  </a:cubicBezTo>
                  <a:cubicBezTo>
                    <a:pt x="243" y="402"/>
                    <a:pt x="248" y="400"/>
                    <a:pt x="257" y="400"/>
                  </a:cubicBezTo>
                  <a:cubicBezTo>
                    <a:pt x="272" y="400"/>
                    <a:pt x="275" y="407"/>
                    <a:pt x="281" y="415"/>
                  </a:cubicBezTo>
                  <a:cubicBezTo>
                    <a:pt x="279" y="417"/>
                    <a:pt x="277" y="417"/>
                    <a:pt x="276" y="417"/>
                  </a:cubicBezTo>
                  <a:cubicBezTo>
                    <a:pt x="272" y="417"/>
                    <a:pt x="269" y="416"/>
                    <a:pt x="266" y="416"/>
                  </a:cubicBezTo>
                  <a:cubicBezTo>
                    <a:pt x="258" y="416"/>
                    <a:pt x="247" y="423"/>
                    <a:pt x="246" y="423"/>
                  </a:cubicBezTo>
                  <a:cubicBezTo>
                    <a:pt x="246" y="423"/>
                    <a:pt x="246" y="423"/>
                    <a:pt x="246" y="423"/>
                  </a:cubicBezTo>
                  <a:cubicBezTo>
                    <a:pt x="246" y="429"/>
                    <a:pt x="250" y="428"/>
                    <a:pt x="252" y="431"/>
                  </a:cubicBezTo>
                  <a:cubicBezTo>
                    <a:pt x="258" y="441"/>
                    <a:pt x="265" y="444"/>
                    <a:pt x="265" y="456"/>
                  </a:cubicBezTo>
                  <a:cubicBezTo>
                    <a:pt x="268" y="454"/>
                    <a:pt x="273" y="452"/>
                    <a:pt x="275" y="451"/>
                  </a:cubicBezTo>
                  <a:cubicBezTo>
                    <a:pt x="275" y="456"/>
                    <a:pt x="280" y="458"/>
                    <a:pt x="280" y="462"/>
                  </a:cubicBezTo>
                  <a:cubicBezTo>
                    <a:pt x="271" y="462"/>
                    <a:pt x="271" y="462"/>
                    <a:pt x="271" y="462"/>
                  </a:cubicBezTo>
                  <a:cubicBezTo>
                    <a:pt x="269" y="462"/>
                    <a:pt x="266" y="465"/>
                    <a:pt x="266" y="469"/>
                  </a:cubicBezTo>
                  <a:cubicBezTo>
                    <a:pt x="271" y="470"/>
                    <a:pt x="275" y="476"/>
                    <a:pt x="275" y="481"/>
                  </a:cubicBezTo>
                  <a:cubicBezTo>
                    <a:pt x="275" y="484"/>
                    <a:pt x="273" y="485"/>
                    <a:pt x="273" y="488"/>
                  </a:cubicBezTo>
                  <a:cubicBezTo>
                    <a:pt x="273" y="490"/>
                    <a:pt x="276" y="493"/>
                    <a:pt x="276" y="494"/>
                  </a:cubicBezTo>
                  <a:cubicBezTo>
                    <a:pt x="276" y="491"/>
                    <a:pt x="280" y="491"/>
                    <a:pt x="282" y="490"/>
                  </a:cubicBezTo>
                  <a:cubicBezTo>
                    <a:pt x="286" y="489"/>
                    <a:pt x="285" y="488"/>
                    <a:pt x="288" y="487"/>
                  </a:cubicBezTo>
                  <a:cubicBezTo>
                    <a:pt x="293" y="485"/>
                    <a:pt x="296" y="486"/>
                    <a:pt x="301" y="483"/>
                  </a:cubicBezTo>
                  <a:cubicBezTo>
                    <a:pt x="307" y="487"/>
                    <a:pt x="310" y="487"/>
                    <a:pt x="316" y="489"/>
                  </a:cubicBezTo>
                  <a:cubicBezTo>
                    <a:pt x="323" y="491"/>
                    <a:pt x="326" y="497"/>
                    <a:pt x="334" y="497"/>
                  </a:cubicBezTo>
                  <a:cubicBezTo>
                    <a:pt x="334" y="499"/>
                    <a:pt x="336" y="500"/>
                    <a:pt x="336" y="501"/>
                  </a:cubicBezTo>
                  <a:cubicBezTo>
                    <a:pt x="336" y="501"/>
                    <a:pt x="336" y="501"/>
                    <a:pt x="336" y="501"/>
                  </a:cubicBezTo>
                  <a:cubicBezTo>
                    <a:pt x="337" y="503"/>
                    <a:pt x="337" y="505"/>
                    <a:pt x="337" y="507"/>
                  </a:cubicBezTo>
                  <a:cubicBezTo>
                    <a:pt x="337" y="508"/>
                    <a:pt x="337" y="509"/>
                    <a:pt x="338" y="511"/>
                  </a:cubicBezTo>
                  <a:cubicBezTo>
                    <a:pt x="338" y="510"/>
                    <a:pt x="339" y="510"/>
                    <a:pt x="340" y="510"/>
                  </a:cubicBezTo>
                  <a:cubicBezTo>
                    <a:pt x="342" y="510"/>
                    <a:pt x="344" y="512"/>
                    <a:pt x="346" y="512"/>
                  </a:cubicBezTo>
                  <a:cubicBezTo>
                    <a:pt x="349" y="512"/>
                    <a:pt x="351" y="510"/>
                    <a:pt x="353" y="508"/>
                  </a:cubicBezTo>
                  <a:cubicBezTo>
                    <a:pt x="355" y="506"/>
                    <a:pt x="358" y="506"/>
                    <a:pt x="361" y="503"/>
                  </a:cubicBezTo>
                  <a:cubicBezTo>
                    <a:pt x="365" y="499"/>
                    <a:pt x="366" y="491"/>
                    <a:pt x="373" y="491"/>
                  </a:cubicBezTo>
                  <a:cubicBezTo>
                    <a:pt x="376" y="491"/>
                    <a:pt x="375" y="492"/>
                    <a:pt x="378" y="492"/>
                  </a:cubicBezTo>
                  <a:cubicBezTo>
                    <a:pt x="378" y="492"/>
                    <a:pt x="378" y="492"/>
                    <a:pt x="378" y="492"/>
                  </a:cubicBezTo>
                  <a:cubicBezTo>
                    <a:pt x="378" y="492"/>
                    <a:pt x="378" y="492"/>
                    <a:pt x="378" y="492"/>
                  </a:cubicBezTo>
                  <a:cubicBezTo>
                    <a:pt x="378" y="494"/>
                    <a:pt x="379" y="494"/>
                    <a:pt x="381" y="494"/>
                  </a:cubicBezTo>
                  <a:cubicBezTo>
                    <a:pt x="381" y="494"/>
                    <a:pt x="381" y="494"/>
                    <a:pt x="381" y="494"/>
                  </a:cubicBezTo>
                  <a:cubicBezTo>
                    <a:pt x="381" y="494"/>
                    <a:pt x="381" y="494"/>
                    <a:pt x="381" y="494"/>
                  </a:cubicBezTo>
                  <a:cubicBezTo>
                    <a:pt x="381" y="494"/>
                    <a:pt x="381" y="494"/>
                    <a:pt x="381" y="494"/>
                  </a:cubicBezTo>
                  <a:cubicBezTo>
                    <a:pt x="382" y="494"/>
                    <a:pt x="384" y="494"/>
                    <a:pt x="385" y="494"/>
                  </a:cubicBezTo>
                  <a:cubicBezTo>
                    <a:pt x="386" y="494"/>
                    <a:pt x="386" y="493"/>
                    <a:pt x="387" y="493"/>
                  </a:cubicBezTo>
                  <a:cubicBezTo>
                    <a:pt x="389" y="493"/>
                    <a:pt x="390" y="497"/>
                    <a:pt x="392" y="497"/>
                  </a:cubicBezTo>
                  <a:cubicBezTo>
                    <a:pt x="397" y="497"/>
                    <a:pt x="402" y="493"/>
                    <a:pt x="404" y="489"/>
                  </a:cubicBezTo>
                  <a:cubicBezTo>
                    <a:pt x="404" y="489"/>
                    <a:pt x="404" y="489"/>
                    <a:pt x="404" y="489"/>
                  </a:cubicBezTo>
                  <a:cubicBezTo>
                    <a:pt x="404" y="489"/>
                    <a:pt x="404" y="489"/>
                    <a:pt x="404" y="489"/>
                  </a:cubicBezTo>
                  <a:cubicBezTo>
                    <a:pt x="404" y="489"/>
                    <a:pt x="404" y="489"/>
                    <a:pt x="404" y="489"/>
                  </a:cubicBezTo>
                  <a:cubicBezTo>
                    <a:pt x="404" y="489"/>
                    <a:pt x="404" y="489"/>
                    <a:pt x="404" y="489"/>
                  </a:cubicBezTo>
                  <a:cubicBezTo>
                    <a:pt x="405" y="490"/>
                    <a:pt x="405" y="490"/>
                    <a:pt x="405" y="490"/>
                  </a:cubicBezTo>
                  <a:cubicBezTo>
                    <a:pt x="405" y="490"/>
                    <a:pt x="405" y="490"/>
                    <a:pt x="405" y="490"/>
                  </a:cubicBezTo>
                  <a:cubicBezTo>
                    <a:pt x="405" y="490"/>
                    <a:pt x="405" y="490"/>
                    <a:pt x="405" y="490"/>
                  </a:cubicBezTo>
                  <a:cubicBezTo>
                    <a:pt x="405" y="490"/>
                    <a:pt x="405" y="490"/>
                    <a:pt x="405" y="490"/>
                  </a:cubicBezTo>
                  <a:cubicBezTo>
                    <a:pt x="405" y="490"/>
                    <a:pt x="405" y="490"/>
                    <a:pt x="405" y="489"/>
                  </a:cubicBezTo>
                  <a:cubicBezTo>
                    <a:pt x="406" y="489"/>
                    <a:pt x="406" y="489"/>
                    <a:pt x="406" y="489"/>
                  </a:cubicBezTo>
                  <a:cubicBezTo>
                    <a:pt x="409" y="489"/>
                    <a:pt x="410" y="483"/>
                    <a:pt x="416" y="483"/>
                  </a:cubicBezTo>
                  <a:cubicBezTo>
                    <a:pt x="418" y="483"/>
                    <a:pt x="418" y="485"/>
                    <a:pt x="418" y="488"/>
                  </a:cubicBezTo>
                  <a:cubicBezTo>
                    <a:pt x="418" y="489"/>
                    <a:pt x="418" y="490"/>
                    <a:pt x="418" y="491"/>
                  </a:cubicBezTo>
                  <a:cubicBezTo>
                    <a:pt x="418" y="494"/>
                    <a:pt x="419" y="497"/>
                    <a:pt x="422" y="497"/>
                  </a:cubicBezTo>
                  <a:cubicBezTo>
                    <a:pt x="428" y="497"/>
                    <a:pt x="430" y="493"/>
                    <a:pt x="436" y="493"/>
                  </a:cubicBezTo>
                  <a:cubicBezTo>
                    <a:pt x="440" y="493"/>
                    <a:pt x="442" y="493"/>
                    <a:pt x="446" y="493"/>
                  </a:cubicBezTo>
                  <a:cubicBezTo>
                    <a:pt x="446" y="493"/>
                    <a:pt x="446" y="493"/>
                    <a:pt x="446" y="493"/>
                  </a:cubicBezTo>
                  <a:cubicBezTo>
                    <a:pt x="446" y="493"/>
                    <a:pt x="446" y="493"/>
                    <a:pt x="446" y="493"/>
                  </a:cubicBezTo>
                  <a:cubicBezTo>
                    <a:pt x="446" y="492"/>
                    <a:pt x="446" y="492"/>
                    <a:pt x="446" y="492"/>
                  </a:cubicBezTo>
                  <a:cubicBezTo>
                    <a:pt x="445" y="485"/>
                    <a:pt x="443" y="484"/>
                    <a:pt x="436" y="482"/>
                  </a:cubicBezTo>
                  <a:cubicBezTo>
                    <a:pt x="436" y="482"/>
                    <a:pt x="436" y="482"/>
                    <a:pt x="436" y="482"/>
                  </a:cubicBezTo>
                  <a:cubicBezTo>
                    <a:pt x="436" y="482"/>
                    <a:pt x="436" y="482"/>
                    <a:pt x="436" y="482"/>
                  </a:cubicBezTo>
                  <a:cubicBezTo>
                    <a:pt x="437" y="476"/>
                    <a:pt x="443" y="464"/>
                    <a:pt x="448" y="464"/>
                  </a:cubicBezTo>
                  <a:cubicBezTo>
                    <a:pt x="474" y="464"/>
                    <a:pt x="492" y="450"/>
                    <a:pt x="492" y="418"/>
                  </a:cubicBezTo>
                  <a:cubicBezTo>
                    <a:pt x="492" y="418"/>
                    <a:pt x="492" y="418"/>
                    <a:pt x="492" y="418"/>
                  </a:cubicBezTo>
                  <a:cubicBezTo>
                    <a:pt x="492" y="418"/>
                    <a:pt x="492" y="418"/>
                    <a:pt x="492" y="418"/>
                  </a:cubicBezTo>
                  <a:cubicBezTo>
                    <a:pt x="492" y="418"/>
                    <a:pt x="492" y="418"/>
                    <a:pt x="492" y="418"/>
                  </a:cubicBezTo>
                  <a:cubicBezTo>
                    <a:pt x="497" y="417"/>
                    <a:pt x="500" y="415"/>
                    <a:pt x="503" y="412"/>
                  </a:cubicBezTo>
                  <a:cubicBezTo>
                    <a:pt x="503" y="412"/>
                    <a:pt x="503" y="412"/>
                    <a:pt x="503" y="412"/>
                  </a:cubicBezTo>
                  <a:cubicBezTo>
                    <a:pt x="503" y="412"/>
                    <a:pt x="503" y="412"/>
                    <a:pt x="503" y="412"/>
                  </a:cubicBezTo>
                  <a:cubicBezTo>
                    <a:pt x="507" y="406"/>
                    <a:pt x="510" y="400"/>
                    <a:pt x="515" y="400"/>
                  </a:cubicBezTo>
                  <a:cubicBezTo>
                    <a:pt x="515" y="400"/>
                    <a:pt x="515" y="400"/>
                    <a:pt x="515" y="400"/>
                  </a:cubicBezTo>
                  <a:cubicBezTo>
                    <a:pt x="515" y="400"/>
                    <a:pt x="515" y="400"/>
                    <a:pt x="515" y="400"/>
                  </a:cubicBezTo>
                  <a:cubicBezTo>
                    <a:pt x="515" y="400"/>
                    <a:pt x="515" y="400"/>
                    <a:pt x="515" y="400"/>
                  </a:cubicBezTo>
                  <a:cubicBezTo>
                    <a:pt x="515" y="400"/>
                    <a:pt x="515" y="400"/>
                    <a:pt x="515" y="400"/>
                  </a:cubicBezTo>
                  <a:cubicBezTo>
                    <a:pt x="515" y="400"/>
                    <a:pt x="516" y="400"/>
                    <a:pt x="516" y="400"/>
                  </a:cubicBezTo>
                  <a:cubicBezTo>
                    <a:pt x="516" y="400"/>
                    <a:pt x="516" y="400"/>
                    <a:pt x="516" y="400"/>
                  </a:cubicBezTo>
                  <a:cubicBezTo>
                    <a:pt x="516" y="400"/>
                    <a:pt x="516" y="400"/>
                    <a:pt x="516" y="400"/>
                  </a:cubicBezTo>
                  <a:cubicBezTo>
                    <a:pt x="518" y="400"/>
                    <a:pt x="519" y="400"/>
                    <a:pt x="521" y="400"/>
                  </a:cubicBezTo>
                  <a:cubicBezTo>
                    <a:pt x="521" y="400"/>
                    <a:pt x="521" y="400"/>
                    <a:pt x="521" y="400"/>
                  </a:cubicBezTo>
                  <a:cubicBezTo>
                    <a:pt x="521" y="400"/>
                    <a:pt x="521" y="400"/>
                    <a:pt x="521" y="400"/>
                  </a:cubicBezTo>
                  <a:cubicBezTo>
                    <a:pt x="537" y="400"/>
                    <a:pt x="530" y="387"/>
                    <a:pt x="534" y="383"/>
                  </a:cubicBezTo>
                  <a:cubicBezTo>
                    <a:pt x="534" y="383"/>
                    <a:pt x="534" y="383"/>
                    <a:pt x="534" y="383"/>
                  </a:cubicBezTo>
                  <a:cubicBezTo>
                    <a:pt x="534" y="383"/>
                    <a:pt x="534" y="383"/>
                    <a:pt x="534" y="383"/>
                  </a:cubicBezTo>
                  <a:cubicBezTo>
                    <a:pt x="534" y="383"/>
                    <a:pt x="534" y="383"/>
                    <a:pt x="534" y="383"/>
                  </a:cubicBezTo>
                  <a:cubicBezTo>
                    <a:pt x="534" y="383"/>
                    <a:pt x="534" y="383"/>
                    <a:pt x="534" y="383"/>
                  </a:cubicBezTo>
                  <a:cubicBezTo>
                    <a:pt x="534" y="383"/>
                    <a:pt x="534" y="383"/>
                    <a:pt x="534" y="382"/>
                  </a:cubicBezTo>
                  <a:cubicBezTo>
                    <a:pt x="534" y="382"/>
                    <a:pt x="534" y="382"/>
                    <a:pt x="534" y="382"/>
                  </a:cubicBezTo>
                  <a:cubicBezTo>
                    <a:pt x="546" y="373"/>
                    <a:pt x="563" y="372"/>
                    <a:pt x="577" y="364"/>
                  </a:cubicBezTo>
                  <a:cubicBezTo>
                    <a:pt x="579" y="363"/>
                    <a:pt x="584" y="357"/>
                    <a:pt x="588" y="357"/>
                  </a:cubicBezTo>
                  <a:cubicBezTo>
                    <a:pt x="596" y="357"/>
                    <a:pt x="608" y="365"/>
                    <a:pt x="620" y="365"/>
                  </a:cubicBezTo>
                  <a:cubicBezTo>
                    <a:pt x="635" y="365"/>
                    <a:pt x="632" y="344"/>
                    <a:pt x="641" y="344"/>
                  </a:cubicBezTo>
                  <a:cubicBezTo>
                    <a:pt x="646" y="344"/>
                    <a:pt x="664" y="347"/>
                    <a:pt x="665" y="351"/>
                  </a:cubicBezTo>
                  <a:cubicBezTo>
                    <a:pt x="665" y="351"/>
                    <a:pt x="665" y="351"/>
                    <a:pt x="665" y="351"/>
                  </a:cubicBezTo>
                  <a:cubicBezTo>
                    <a:pt x="665" y="351"/>
                    <a:pt x="665" y="351"/>
                    <a:pt x="665" y="351"/>
                  </a:cubicBezTo>
                  <a:cubicBezTo>
                    <a:pt x="665" y="351"/>
                    <a:pt x="665" y="351"/>
                    <a:pt x="665" y="351"/>
                  </a:cubicBezTo>
                  <a:cubicBezTo>
                    <a:pt x="665" y="351"/>
                    <a:pt x="665" y="351"/>
                    <a:pt x="665" y="352"/>
                  </a:cubicBezTo>
                  <a:cubicBezTo>
                    <a:pt x="665" y="352"/>
                    <a:pt x="665" y="352"/>
                    <a:pt x="665" y="352"/>
                  </a:cubicBezTo>
                  <a:cubicBezTo>
                    <a:pt x="668" y="360"/>
                    <a:pt x="673" y="362"/>
                    <a:pt x="677" y="362"/>
                  </a:cubicBezTo>
                  <a:cubicBezTo>
                    <a:pt x="677" y="362"/>
                    <a:pt x="677" y="362"/>
                    <a:pt x="677" y="362"/>
                  </a:cubicBezTo>
                  <a:cubicBezTo>
                    <a:pt x="677" y="362"/>
                    <a:pt x="677" y="362"/>
                    <a:pt x="677" y="362"/>
                  </a:cubicBezTo>
                  <a:cubicBezTo>
                    <a:pt x="680" y="362"/>
                    <a:pt x="683" y="362"/>
                    <a:pt x="685" y="361"/>
                  </a:cubicBezTo>
                  <a:cubicBezTo>
                    <a:pt x="687" y="360"/>
                    <a:pt x="689" y="360"/>
                    <a:pt x="691" y="360"/>
                  </a:cubicBezTo>
                  <a:cubicBezTo>
                    <a:pt x="691" y="360"/>
                    <a:pt x="691" y="360"/>
                    <a:pt x="691" y="360"/>
                  </a:cubicBezTo>
                  <a:cubicBezTo>
                    <a:pt x="708" y="360"/>
                    <a:pt x="713" y="374"/>
                    <a:pt x="732" y="374"/>
                  </a:cubicBezTo>
                  <a:cubicBezTo>
                    <a:pt x="732" y="374"/>
                    <a:pt x="732" y="374"/>
                    <a:pt x="732" y="374"/>
                  </a:cubicBezTo>
                  <a:cubicBezTo>
                    <a:pt x="737" y="374"/>
                    <a:pt x="743" y="372"/>
                    <a:pt x="749" y="370"/>
                  </a:cubicBezTo>
                  <a:cubicBezTo>
                    <a:pt x="758" y="368"/>
                    <a:pt x="767" y="365"/>
                    <a:pt x="776" y="365"/>
                  </a:cubicBezTo>
                  <a:cubicBezTo>
                    <a:pt x="776" y="365"/>
                    <a:pt x="776" y="365"/>
                    <a:pt x="776" y="365"/>
                  </a:cubicBezTo>
                  <a:cubicBezTo>
                    <a:pt x="776" y="365"/>
                    <a:pt x="776" y="365"/>
                    <a:pt x="776" y="365"/>
                  </a:cubicBezTo>
                  <a:cubicBezTo>
                    <a:pt x="776" y="365"/>
                    <a:pt x="776" y="365"/>
                    <a:pt x="776" y="365"/>
                  </a:cubicBezTo>
                  <a:cubicBezTo>
                    <a:pt x="776" y="365"/>
                    <a:pt x="776" y="365"/>
                    <a:pt x="776" y="365"/>
                  </a:cubicBezTo>
                  <a:cubicBezTo>
                    <a:pt x="780" y="365"/>
                    <a:pt x="785" y="365"/>
                    <a:pt x="789" y="367"/>
                  </a:cubicBezTo>
                  <a:cubicBezTo>
                    <a:pt x="789" y="367"/>
                    <a:pt x="789" y="367"/>
                    <a:pt x="789" y="367"/>
                  </a:cubicBezTo>
                  <a:cubicBezTo>
                    <a:pt x="789" y="367"/>
                    <a:pt x="789" y="367"/>
                    <a:pt x="789" y="367"/>
                  </a:cubicBezTo>
                  <a:cubicBezTo>
                    <a:pt x="792" y="368"/>
                    <a:pt x="794" y="368"/>
                    <a:pt x="796" y="368"/>
                  </a:cubicBezTo>
                  <a:cubicBezTo>
                    <a:pt x="796" y="368"/>
                    <a:pt x="796" y="368"/>
                    <a:pt x="796" y="368"/>
                  </a:cubicBezTo>
                  <a:cubicBezTo>
                    <a:pt x="796" y="368"/>
                    <a:pt x="796" y="368"/>
                    <a:pt x="796" y="368"/>
                  </a:cubicBezTo>
                  <a:cubicBezTo>
                    <a:pt x="808" y="368"/>
                    <a:pt x="809" y="350"/>
                    <a:pt x="818" y="339"/>
                  </a:cubicBezTo>
                  <a:cubicBezTo>
                    <a:pt x="822" y="334"/>
                    <a:pt x="828" y="330"/>
                    <a:pt x="839" y="330"/>
                  </a:cubicBezTo>
                  <a:cubicBezTo>
                    <a:pt x="839" y="330"/>
                    <a:pt x="839" y="330"/>
                    <a:pt x="839" y="330"/>
                  </a:cubicBezTo>
                  <a:cubicBezTo>
                    <a:pt x="864" y="330"/>
                    <a:pt x="863" y="350"/>
                    <a:pt x="873" y="365"/>
                  </a:cubicBezTo>
                  <a:cubicBezTo>
                    <a:pt x="876" y="371"/>
                    <a:pt x="889" y="372"/>
                    <a:pt x="894" y="377"/>
                  </a:cubicBezTo>
                  <a:cubicBezTo>
                    <a:pt x="898" y="380"/>
                    <a:pt x="901" y="391"/>
                    <a:pt x="910" y="391"/>
                  </a:cubicBezTo>
                  <a:cubicBezTo>
                    <a:pt x="919" y="391"/>
                    <a:pt x="921" y="382"/>
                    <a:pt x="932" y="382"/>
                  </a:cubicBezTo>
                  <a:cubicBezTo>
                    <a:pt x="932" y="390"/>
                    <a:pt x="932" y="390"/>
                    <a:pt x="932" y="390"/>
                  </a:cubicBezTo>
                  <a:cubicBezTo>
                    <a:pt x="932" y="390"/>
                    <a:pt x="932" y="390"/>
                    <a:pt x="932" y="390"/>
                  </a:cubicBezTo>
                  <a:cubicBezTo>
                    <a:pt x="926" y="396"/>
                    <a:pt x="924" y="411"/>
                    <a:pt x="917" y="415"/>
                  </a:cubicBezTo>
                  <a:cubicBezTo>
                    <a:pt x="911" y="418"/>
                    <a:pt x="902" y="419"/>
                    <a:pt x="902" y="421"/>
                  </a:cubicBezTo>
                  <a:cubicBezTo>
                    <a:pt x="902" y="422"/>
                    <a:pt x="902" y="422"/>
                    <a:pt x="903" y="422"/>
                  </a:cubicBezTo>
                  <a:cubicBezTo>
                    <a:pt x="905" y="424"/>
                    <a:pt x="906" y="427"/>
                    <a:pt x="906" y="429"/>
                  </a:cubicBezTo>
                  <a:cubicBezTo>
                    <a:pt x="906" y="435"/>
                    <a:pt x="901" y="441"/>
                    <a:pt x="901" y="441"/>
                  </a:cubicBezTo>
                  <a:cubicBezTo>
                    <a:pt x="901" y="441"/>
                    <a:pt x="912" y="444"/>
                    <a:pt x="921" y="444"/>
                  </a:cubicBezTo>
                  <a:cubicBezTo>
                    <a:pt x="937" y="444"/>
                    <a:pt x="953" y="409"/>
                    <a:pt x="964" y="398"/>
                  </a:cubicBezTo>
                  <a:cubicBezTo>
                    <a:pt x="969" y="393"/>
                    <a:pt x="975" y="384"/>
                    <a:pt x="977" y="377"/>
                  </a:cubicBezTo>
                  <a:cubicBezTo>
                    <a:pt x="979" y="369"/>
                    <a:pt x="975" y="363"/>
                    <a:pt x="980" y="355"/>
                  </a:cubicBezTo>
                  <a:cubicBezTo>
                    <a:pt x="981" y="352"/>
                    <a:pt x="985" y="346"/>
                    <a:pt x="985" y="340"/>
                  </a:cubicBezTo>
                  <a:cubicBezTo>
                    <a:pt x="985" y="333"/>
                    <a:pt x="975" y="321"/>
                    <a:pt x="969" y="321"/>
                  </a:cubicBezTo>
                  <a:cubicBezTo>
                    <a:pt x="968" y="321"/>
                    <a:pt x="967" y="321"/>
                    <a:pt x="967" y="321"/>
                  </a:cubicBezTo>
                  <a:cubicBezTo>
                    <a:pt x="963" y="324"/>
                    <a:pt x="959" y="326"/>
                    <a:pt x="956" y="326"/>
                  </a:cubicBezTo>
                  <a:cubicBezTo>
                    <a:pt x="946" y="326"/>
                    <a:pt x="941" y="314"/>
                    <a:pt x="941" y="313"/>
                  </a:cubicBezTo>
                  <a:cubicBezTo>
                    <a:pt x="941" y="305"/>
                    <a:pt x="956" y="296"/>
                    <a:pt x="962" y="290"/>
                  </a:cubicBezTo>
                  <a:cubicBezTo>
                    <a:pt x="971" y="281"/>
                    <a:pt x="983" y="266"/>
                    <a:pt x="995" y="263"/>
                  </a:cubicBezTo>
                  <a:cubicBezTo>
                    <a:pt x="1006" y="260"/>
                    <a:pt x="1040" y="257"/>
                    <a:pt x="1049" y="257"/>
                  </a:cubicBezTo>
                  <a:cubicBezTo>
                    <a:pt x="1061" y="257"/>
                    <a:pt x="1066" y="263"/>
                    <a:pt x="1073" y="263"/>
                  </a:cubicBezTo>
                  <a:cubicBezTo>
                    <a:pt x="1077" y="263"/>
                    <a:pt x="1080" y="263"/>
                    <a:pt x="1089" y="263"/>
                  </a:cubicBezTo>
                  <a:cubicBezTo>
                    <a:pt x="1093" y="244"/>
                    <a:pt x="1102" y="233"/>
                    <a:pt x="1122" y="233"/>
                  </a:cubicBezTo>
                  <a:cubicBezTo>
                    <a:pt x="1125" y="233"/>
                    <a:pt x="1127" y="233"/>
                    <a:pt x="1131" y="233"/>
                  </a:cubicBezTo>
                  <a:cubicBezTo>
                    <a:pt x="1133" y="233"/>
                    <a:pt x="1135" y="233"/>
                    <a:pt x="1139" y="233"/>
                  </a:cubicBezTo>
                  <a:cubicBezTo>
                    <a:pt x="1136" y="235"/>
                    <a:pt x="1134" y="244"/>
                    <a:pt x="1139" y="244"/>
                  </a:cubicBezTo>
                  <a:cubicBezTo>
                    <a:pt x="1142" y="244"/>
                    <a:pt x="1150" y="239"/>
                    <a:pt x="1163" y="223"/>
                  </a:cubicBezTo>
                  <a:cubicBezTo>
                    <a:pt x="1163" y="223"/>
                    <a:pt x="1163" y="223"/>
                    <a:pt x="1163" y="223"/>
                  </a:cubicBezTo>
                  <a:cubicBezTo>
                    <a:pt x="1167" y="223"/>
                    <a:pt x="1180" y="229"/>
                    <a:pt x="1159" y="243"/>
                  </a:cubicBezTo>
                  <a:cubicBezTo>
                    <a:pt x="1151" y="248"/>
                    <a:pt x="1144" y="246"/>
                    <a:pt x="1139" y="253"/>
                  </a:cubicBezTo>
                  <a:cubicBezTo>
                    <a:pt x="1133" y="262"/>
                    <a:pt x="1127" y="272"/>
                    <a:pt x="1119" y="277"/>
                  </a:cubicBezTo>
                  <a:cubicBezTo>
                    <a:pt x="1112" y="281"/>
                    <a:pt x="1102" y="288"/>
                    <a:pt x="1102" y="300"/>
                  </a:cubicBezTo>
                  <a:cubicBezTo>
                    <a:pt x="1102" y="311"/>
                    <a:pt x="1105" y="345"/>
                    <a:pt x="1113" y="351"/>
                  </a:cubicBezTo>
                  <a:cubicBezTo>
                    <a:pt x="1119" y="343"/>
                    <a:pt x="1123" y="327"/>
                    <a:pt x="1134" y="324"/>
                  </a:cubicBezTo>
                  <a:cubicBezTo>
                    <a:pt x="1133" y="316"/>
                    <a:pt x="1146" y="314"/>
                    <a:pt x="1146" y="309"/>
                  </a:cubicBezTo>
                  <a:cubicBezTo>
                    <a:pt x="1146" y="299"/>
                    <a:pt x="1156" y="297"/>
                    <a:pt x="1156" y="291"/>
                  </a:cubicBezTo>
                  <a:cubicBezTo>
                    <a:pt x="1156" y="288"/>
                    <a:pt x="1153" y="285"/>
                    <a:pt x="1156" y="279"/>
                  </a:cubicBezTo>
                  <a:cubicBezTo>
                    <a:pt x="1167" y="255"/>
                    <a:pt x="1177" y="249"/>
                    <a:pt x="1186" y="249"/>
                  </a:cubicBezTo>
                  <a:cubicBezTo>
                    <a:pt x="1196" y="249"/>
                    <a:pt x="1204" y="256"/>
                    <a:pt x="1208" y="256"/>
                  </a:cubicBezTo>
                  <a:cubicBezTo>
                    <a:pt x="1234" y="256"/>
                    <a:pt x="1252" y="224"/>
                    <a:pt x="1274" y="223"/>
                  </a:cubicBezTo>
                  <a:cubicBezTo>
                    <a:pt x="1316" y="222"/>
                    <a:pt x="1282" y="206"/>
                    <a:pt x="1282" y="202"/>
                  </a:cubicBezTo>
                  <a:cubicBezTo>
                    <a:pt x="1282" y="190"/>
                    <a:pt x="1299" y="192"/>
                    <a:pt x="1302" y="185"/>
                  </a:cubicBezTo>
                  <a:cubicBezTo>
                    <a:pt x="1304" y="182"/>
                    <a:pt x="1301" y="175"/>
                    <a:pt x="1307" y="175"/>
                  </a:cubicBezTo>
                  <a:cubicBezTo>
                    <a:pt x="1324" y="175"/>
                    <a:pt x="1339" y="199"/>
                    <a:pt x="1352" y="199"/>
                  </a:cubicBezTo>
                  <a:cubicBezTo>
                    <a:pt x="1358" y="199"/>
                    <a:pt x="1359" y="189"/>
                    <a:pt x="1362" y="185"/>
                  </a:cubicBezTo>
                  <a:cubicBezTo>
                    <a:pt x="1367" y="179"/>
                    <a:pt x="1371" y="180"/>
                    <a:pt x="1379" y="177"/>
                  </a:cubicBezTo>
                  <a:cubicBezTo>
                    <a:pt x="1369" y="163"/>
                    <a:pt x="1336" y="156"/>
                    <a:pt x="1319" y="146"/>
                  </a:cubicBezTo>
                  <a:cubicBezTo>
                    <a:pt x="1297" y="133"/>
                    <a:pt x="1267" y="119"/>
                    <a:pt x="1234" y="119"/>
                  </a:cubicBezTo>
                  <a:cubicBezTo>
                    <a:pt x="1225" y="119"/>
                    <a:pt x="1219" y="121"/>
                    <a:pt x="1220" y="125"/>
                  </a:cubicBezTo>
                  <a:cubicBezTo>
                    <a:pt x="1223" y="134"/>
                    <a:pt x="1222" y="137"/>
                    <a:pt x="1220" y="137"/>
                  </a:cubicBezTo>
                  <a:cubicBezTo>
                    <a:pt x="1218" y="137"/>
                    <a:pt x="1214" y="134"/>
                    <a:pt x="1211" y="131"/>
                  </a:cubicBezTo>
                  <a:cubicBezTo>
                    <a:pt x="1207" y="128"/>
                    <a:pt x="1203" y="125"/>
                    <a:pt x="1201" y="125"/>
                  </a:cubicBezTo>
                  <a:cubicBezTo>
                    <a:pt x="1201" y="125"/>
                    <a:pt x="1201" y="125"/>
                    <a:pt x="1201" y="125"/>
                  </a:cubicBezTo>
                  <a:cubicBezTo>
                    <a:pt x="1136" y="124"/>
                    <a:pt x="1136" y="124"/>
                    <a:pt x="1136" y="124"/>
                  </a:cubicBezTo>
                  <a:cubicBezTo>
                    <a:pt x="1132" y="109"/>
                    <a:pt x="1122" y="104"/>
                    <a:pt x="1103" y="104"/>
                  </a:cubicBezTo>
                  <a:cubicBezTo>
                    <a:pt x="1097" y="104"/>
                    <a:pt x="1089" y="105"/>
                    <a:pt x="1082" y="105"/>
                  </a:cubicBezTo>
                  <a:cubicBezTo>
                    <a:pt x="1077" y="105"/>
                    <a:pt x="1073" y="105"/>
                    <a:pt x="1070" y="102"/>
                  </a:cubicBezTo>
                  <a:cubicBezTo>
                    <a:pt x="1065" y="97"/>
                    <a:pt x="1064" y="91"/>
                    <a:pt x="1056" y="88"/>
                  </a:cubicBezTo>
                  <a:cubicBezTo>
                    <a:pt x="1039" y="82"/>
                    <a:pt x="1020" y="78"/>
                    <a:pt x="998" y="78"/>
                  </a:cubicBezTo>
                  <a:cubicBezTo>
                    <a:pt x="976" y="78"/>
                    <a:pt x="973" y="90"/>
                    <a:pt x="971" y="101"/>
                  </a:cubicBezTo>
                  <a:cubicBezTo>
                    <a:pt x="950" y="101"/>
                    <a:pt x="940" y="101"/>
                    <a:pt x="925" y="101"/>
                  </a:cubicBezTo>
                  <a:cubicBezTo>
                    <a:pt x="917" y="101"/>
                    <a:pt x="916" y="94"/>
                    <a:pt x="907" y="94"/>
                  </a:cubicBezTo>
                  <a:cubicBezTo>
                    <a:pt x="906" y="98"/>
                    <a:pt x="904" y="107"/>
                    <a:pt x="900" y="107"/>
                  </a:cubicBezTo>
                  <a:cubicBezTo>
                    <a:pt x="888" y="107"/>
                    <a:pt x="883" y="92"/>
                    <a:pt x="883" y="84"/>
                  </a:cubicBezTo>
                  <a:cubicBezTo>
                    <a:pt x="883" y="82"/>
                    <a:pt x="906" y="67"/>
                    <a:pt x="847" y="63"/>
                  </a:cubicBezTo>
                  <a:cubicBezTo>
                    <a:pt x="847" y="62"/>
                    <a:pt x="846" y="62"/>
                    <a:pt x="845" y="62"/>
                  </a:cubicBezTo>
                  <a:cubicBezTo>
                    <a:pt x="839" y="62"/>
                    <a:pt x="836" y="66"/>
                    <a:pt x="836" y="74"/>
                  </a:cubicBezTo>
                  <a:cubicBezTo>
                    <a:pt x="804" y="74"/>
                    <a:pt x="804" y="74"/>
                    <a:pt x="804" y="74"/>
                  </a:cubicBezTo>
                  <a:cubicBezTo>
                    <a:pt x="795" y="71"/>
                    <a:pt x="746" y="66"/>
                    <a:pt x="740" y="55"/>
                  </a:cubicBezTo>
                  <a:cubicBezTo>
                    <a:pt x="723" y="69"/>
                    <a:pt x="715" y="73"/>
                    <a:pt x="712" y="73"/>
                  </a:cubicBezTo>
                  <a:cubicBezTo>
                    <a:pt x="708" y="73"/>
                    <a:pt x="711" y="67"/>
                    <a:pt x="711" y="67"/>
                  </a:cubicBezTo>
                  <a:cubicBezTo>
                    <a:pt x="719" y="56"/>
                    <a:pt x="805" y="32"/>
                    <a:pt x="735" y="16"/>
                  </a:cubicBezTo>
                  <a:cubicBezTo>
                    <a:pt x="705" y="16"/>
                    <a:pt x="705" y="16"/>
                    <a:pt x="705" y="16"/>
                  </a:cubicBezTo>
                  <a:cubicBezTo>
                    <a:pt x="702" y="8"/>
                    <a:pt x="696" y="0"/>
                    <a:pt x="6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 name="Freeform 71"/>
            <p:cNvSpPr>
              <a:spLocks/>
            </p:cNvSpPr>
            <p:nvPr/>
          </p:nvSpPr>
          <p:spPr bwMode="auto">
            <a:xfrm>
              <a:off x="8334375" y="2392363"/>
              <a:ext cx="1862138" cy="1176338"/>
            </a:xfrm>
            <a:custGeom>
              <a:avLst/>
              <a:gdLst>
                <a:gd name="T0" fmla="*/ 360 w 496"/>
                <a:gd name="T1" fmla="*/ 38 h 313"/>
                <a:gd name="T2" fmla="*/ 353 w 496"/>
                <a:gd name="T3" fmla="*/ 37 h 313"/>
                <a:gd name="T4" fmla="*/ 340 w 496"/>
                <a:gd name="T5" fmla="*/ 35 h 313"/>
                <a:gd name="T6" fmla="*/ 296 w 496"/>
                <a:gd name="T7" fmla="*/ 44 h 313"/>
                <a:gd name="T8" fmla="*/ 249 w 496"/>
                <a:gd name="T9" fmla="*/ 31 h 313"/>
                <a:gd name="T10" fmla="*/ 241 w 496"/>
                <a:gd name="T11" fmla="*/ 32 h 313"/>
                <a:gd name="T12" fmla="*/ 229 w 496"/>
                <a:gd name="T13" fmla="*/ 21 h 313"/>
                <a:gd name="T14" fmla="*/ 184 w 496"/>
                <a:gd name="T15" fmla="*/ 35 h 313"/>
                <a:gd name="T16" fmla="*/ 98 w 496"/>
                <a:gd name="T17" fmla="*/ 52 h 313"/>
                <a:gd name="T18" fmla="*/ 98 w 496"/>
                <a:gd name="T19" fmla="*/ 53 h 313"/>
                <a:gd name="T20" fmla="*/ 85 w 496"/>
                <a:gd name="T21" fmla="*/ 70 h 313"/>
                <a:gd name="T22" fmla="*/ 80 w 496"/>
                <a:gd name="T23" fmla="*/ 70 h 313"/>
                <a:gd name="T24" fmla="*/ 79 w 496"/>
                <a:gd name="T25" fmla="*/ 70 h 313"/>
                <a:gd name="T26" fmla="*/ 56 w 496"/>
                <a:gd name="T27" fmla="*/ 88 h 313"/>
                <a:gd name="T28" fmla="*/ 12 w 496"/>
                <a:gd name="T29" fmla="*/ 134 h 313"/>
                <a:gd name="T30" fmla="*/ 10 w 496"/>
                <a:gd name="T31" fmla="*/ 162 h 313"/>
                <a:gd name="T32" fmla="*/ 20 w 496"/>
                <a:gd name="T33" fmla="*/ 174 h 313"/>
                <a:gd name="T34" fmla="*/ 54 w 496"/>
                <a:gd name="T35" fmla="*/ 183 h 313"/>
                <a:gd name="T36" fmla="*/ 47 w 496"/>
                <a:gd name="T37" fmla="*/ 204 h 313"/>
                <a:gd name="T38" fmla="*/ 43 w 496"/>
                <a:gd name="T39" fmla="*/ 208 h 313"/>
                <a:gd name="T40" fmla="*/ 41 w 496"/>
                <a:gd name="T41" fmla="*/ 210 h 313"/>
                <a:gd name="T42" fmla="*/ 72 w 496"/>
                <a:gd name="T43" fmla="*/ 231 h 313"/>
                <a:gd name="T44" fmla="*/ 86 w 496"/>
                <a:gd name="T45" fmla="*/ 240 h 313"/>
                <a:gd name="T46" fmla="*/ 87 w 496"/>
                <a:gd name="T47" fmla="*/ 241 h 313"/>
                <a:gd name="T48" fmla="*/ 88 w 496"/>
                <a:gd name="T49" fmla="*/ 241 h 313"/>
                <a:gd name="T50" fmla="*/ 88 w 496"/>
                <a:gd name="T51" fmla="*/ 241 h 313"/>
                <a:gd name="T52" fmla="*/ 89 w 496"/>
                <a:gd name="T53" fmla="*/ 241 h 313"/>
                <a:gd name="T54" fmla="*/ 115 w 496"/>
                <a:gd name="T55" fmla="*/ 248 h 313"/>
                <a:gd name="T56" fmla="*/ 149 w 496"/>
                <a:gd name="T57" fmla="*/ 249 h 313"/>
                <a:gd name="T58" fmla="*/ 170 w 496"/>
                <a:gd name="T59" fmla="*/ 236 h 313"/>
                <a:gd name="T60" fmla="*/ 173 w 496"/>
                <a:gd name="T61" fmla="*/ 236 h 313"/>
                <a:gd name="T62" fmla="*/ 173 w 496"/>
                <a:gd name="T63" fmla="*/ 236 h 313"/>
                <a:gd name="T64" fmla="*/ 176 w 496"/>
                <a:gd name="T65" fmla="*/ 236 h 313"/>
                <a:gd name="T66" fmla="*/ 178 w 496"/>
                <a:gd name="T67" fmla="*/ 236 h 313"/>
                <a:gd name="T68" fmla="*/ 204 w 496"/>
                <a:gd name="T69" fmla="*/ 258 h 313"/>
                <a:gd name="T70" fmla="*/ 198 w 496"/>
                <a:gd name="T71" fmla="*/ 283 h 313"/>
                <a:gd name="T72" fmla="*/ 223 w 496"/>
                <a:gd name="T73" fmla="*/ 301 h 313"/>
                <a:gd name="T74" fmla="*/ 228 w 496"/>
                <a:gd name="T75" fmla="*/ 302 h 313"/>
                <a:gd name="T76" fmla="*/ 236 w 496"/>
                <a:gd name="T77" fmla="*/ 293 h 313"/>
                <a:gd name="T78" fmla="*/ 268 w 496"/>
                <a:gd name="T79" fmla="*/ 292 h 313"/>
                <a:gd name="T80" fmla="*/ 297 w 496"/>
                <a:gd name="T81" fmla="*/ 307 h 313"/>
                <a:gd name="T82" fmla="*/ 332 w 496"/>
                <a:gd name="T83" fmla="*/ 295 h 313"/>
                <a:gd name="T84" fmla="*/ 385 w 496"/>
                <a:gd name="T85" fmla="*/ 246 h 313"/>
                <a:gd name="T86" fmla="*/ 378 w 496"/>
                <a:gd name="T87" fmla="*/ 198 h 313"/>
                <a:gd name="T88" fmla="*/ 376 w 496"/>
                <a:gd name="T89" fmla="*/ 178 h 313"/>
                <a:gd name="T90" fmla="*/ 390 w 496"/>
                <a:gd name="T91" fmla="*/ 163 h 313"/>
                <a:gd name="T92" fmla="*/ 372 w 496"/>
                <a:gd name="T93" fmla="*/ 165 h 313"/>
                <a:gd name="T94" fmla="*/ 369 w 496"/>
                <a:gd name="T95" fmla="*/ 145 h 313"/>
                <a:gd name="T96" fmla="*/ 386 w 496"/>
                <a:gd name="T97" fmla="*/ 148 h 313"/>
                <a:gd name="T98" fmla="*/ 415 w 496"/>
                <a:gd name="T99" fmla="*/ 155 h 313"/>
                <a:gd name="T100" fmla="*/ 425 w 496"/>
                <a:gd name="T101" fmla="*/ 168 h 313"/>
                <a:gd name="T102" fmla="*/ 427 w 496"/>
                <a:gd name="T103" fmla="*/ 184 h 313"/>
                <a:gd name="T104" fmla="*/ 436 w 496"/>
                <a:gd name="T105" fmla="*/ 188 h 313"/>
                <a:gd name="T106" fmla="*/ 436 w 496"/>
                <a:gd name="T107" fmla="*/ 140 h 313"/>
                <a:gd name="T108" fmla="*/ 470 w 496"/>
                <a:gd name="T109" fmla="*/ 99 h 313"/>
                <a:gd name="T110" fmla="*/ 496 w 496"/>
                <a:gd name="T111" fmla="*/ 60 h 313"/>
                <a:gd name="T112" fmla="*/ 458 w 496"/>
                <a:gd name="T113" fmla="*/ 47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96" h="313">
                  <a:moveTo>
                    <a:pt x="403" y="0"/>
                  </a:moveTo>
                  <a:cubicBezTo>
                    <a:pt x="403" y="0"/>
                    <a:pt x="403" y="0"/>
                    <a:pt x="403" y="0"/>
                  </a:cubicBezTo>
                  <a:cubicBezTo>
                    <a:pt x="392" y="0"/>
                    <a:pt x="386" y="4"/>
                    <a:pt x="382" y="9"/>
                  </a:cubicBezTo>
                  <a:cubicBezTo>
                    <a:pt x="373" y="20"/>
                    <a:pt x="372" y="38"/>
                    <a:pt x="360" y="38"/>
                  </a:cubicBezTo>
                  <a:cubicBezTo>
                    <a:pt x="360" y="38"/>
                    <a:pt x="360" y="38"/>
                    <a:pt x="360" y="38"/>
                  </a:cubicBezTo>
                  <a:cubicBezTo>
                    <a:pt x="360" y="38"/>
                    <a:pt x="360" y="38"/>
                    <a:pt x="360" y="38"/>
                  </a:cubicBezTo>
                  <a:cubicBezTo>
                    <a:pt x="360" y="38"/>
                    <a:pt x="360" y="38"/>
                    <a:pt x="360" y="38"/>
                  </a:cubicBezTo>
                  <a:cubicBezTo>
                    <a:pt x="358" y="38"/>
                    <a:pt x="356" y="38"/>
                    <a:pt x="353" y="37"/>
                  </a:cubicBezTo>
                  <a:cubicBezTo>
                    <a:pt x="353" y="37"/>
                    <a:pt x="353" y="37"/>
                    <a:pt x="353" y="37"/>
                  </a:cubicBezTo>
                  <a:cubicBezTo>
                    <a:pt x="353" y="37"/>
                    <a:pt x="353" y="37"/>
                    <a:pt x="353" y="37"/>
                  </a:cubicBezTo>
                  <a:cubicBezTo>
                    <a:pt x="349" y="35"/>
                    <a:pt x="344" y="35"/>
                    <a:pt x="340" y="35"/>
                  </a:cubicBezTo>
                  <a:cubicBezTo>
                    <a:pt x="340" y="35"/>
                    <a:pt x="340" y="35"/>
                    <a:pt x="340" y="35"/>
                  </a:cubicBezTo>
                  <a:cubicBezTo>
                    <a:pt x="340" y="35"/>
                    <a:pt x="340" y="35"/>
                    <a:pt x="340" y="35"/>
                  </a:cubicBezTo>
                  <a:cubicBezTo>
                    <a:pt x="340" y="35"/>
                    <a:pt x="340" y="35"/>
                    <a:pt x="340" y="35"/>
                  </a:cubicBezTo>
                  <a:cubicBezTo>
                    <a:pt x="331" y="35"/>
                    <a:pt x="322" y="38"/>
                    <a:pt x="313" y="40"/>
                  </a:cubicBezTo>
                  <a:cubicBezTo>
                    <a:pt x="307" y="42"/>
                    <a:pt x="301" y="44"/>
                    <a:pt x="296" y="44"/>
                  </a:cubicBezTo>
                  <a:cubicBezTo>
                    <a:pt x="296" y="44"/>
                    <a:pt x="296" y="44"/>
                    <a:pt x="296" y="44"/>
                  </a:cubicBezTo>
                  <a:cubicBezTo>
                    <a:pt x="277" y="44"/>
                    <a:pt x="272" y="30"/>
                    <a:pt x="255" y="30"/>
                  </a:cubicBezTo>
                  <a:cubicBezTo>
                    <a:pt x="255" y="30"/>
                    <a:pt x="255" y="30"/>
                    <a:pt x="255" y="30"/>
                  </a:cubicBezTo>
                  <a:cubicBezTo>
                    <a:pt x="253" y="30"/>
                    <a:pt x="251" y="30"/>
                    <a:pt x="249" y="31"/>
                  </a:cubicBezTo>
                  <a:cubicBezTo>
                    <a:pt x="247" y="32"/>
                    <a:pt x="244" y="32"/>
                    <a:pt x="241" y="32"/>
                  </a:cubicBezTo>
                  <a:cubicBezTo>
                    <a:pt x="241" y="32"/>
                    <a:pt x="241" y="32"/>
                    <a:pt x="241" y="32"/>
                  </a:cubicBezTo>
                  <a:cubicBezTo>
                    <a:pt x="241" y="32"/>
                    <a:pt x="241" y="32"/>
                    <a:pt x="241" y="32"/>
                  </a:cubicBezTo>
                  <a:cubicBezTo>
                    <a:pt x="241" y="32"/>
                    <a:pt x="241" y="32"/>
                    <a:pt x="241" y="32"/>
                  </a:cubicBezTo>
                  <a:cubicBezTo>
                    <a:pt x="237" y="32"/>
                    <a:pt x="232" y="30"/>
                    <a:pt x="229" y="22"/>
                  </a:cubicBezTo>
                  <a:cubicBezTo>
                    <a:pt x="229" y="22"/>
                    <a:pt x="229" y="22"/>
                    <a:pt x="229" y="22"/>
                  </a:cubicBezTo>
                  <a:cubicBezTo>
                    <a:pt x="229" y="21"/>
                    <a:pt x="229" y="21"/>
                    <a:pt x="229" y="21"/>
                  </a:cubicBezTo>
                  <a:cubicBezTo>
                    <a:pt x="229" y="21"/>
                    <a:pt x="229" y="21"/>
                    <a:pt x="229" y="21"/>
                  </a:cubicBezTo>
                  <a:cubicBezTo>
                    <a:pt x="229" y="21"/>
                    <a:pt x="229" y="21"/>
                    <a:pt x="229" y="21"/>
                  </a:cubicBezTo>
                  <a:cubicBezTo>
                    <a:pt x="229" y="21"/>
                    <a:pt x="229" y="21"/>
                    <a:pt x="229" y="21"/>
                  </a:cubicBezTo>
                  <a:cubicBezTo>
                    <a:pt x="228" y="17"/>
                    <a:pt x="210" y="14"/>
                    <a:pt x="205" y="14"/>
                  </a:cubicBezTo>
                  <a:cubicBezTo>
                    <a:pt x="196" y="14"/>
                    <a:pt x="199" y="35"/>
                    <a:pt x="184" y="35"/>
                  </a:cubicBezTo>
                  <a:cubicBezTo>
                    <a:pt x="172" y="35"/>
                    <a:pt x="160" y="27"/>
                    <a:pt x="152" y="27"/>
                  </a:cubicBezTo>
                  <a:cubicBezTo>
                    <a:pt x="148" y="27"/>
                    <a:pt x="143" y="33"/>
                    <a:pt x="141" y="34"/>
                  </a:cubicBezTo>
                  <a:cubicBezTo>
                    <a:pt x="127" y="42"/>
                    <a:pt x="110" y="43"/>
                    <a:pt x="98" y="52"/>
                  </a:cubicBezTo>
                  <a:cubicBezTo>
                    <a:pt x="98" y="52"/>
                    <a:pt x="98" y="52"/>
                    <a:pt x="98" y="52"/>
                  </a:cubicBezTo>
                  <a:cubicBezTo>
                    <a:pt x="98" y="53"/>
                    <a:pt x="98" y="53"/>
                    <a:pt x="98" y="53"/>
                  </a:cubicBezTo>
                  <a:cubicBezTo>
                    <a:pt x="98" y="53"/>
                    <a:pt x="98" y="53"/>
                    <a:pt x="98" y="53"/>
                  </a:cubicBezTo>
                  <a:cubicBezTo>
                    <a:pt x="98" y="53"/>
                    <a:pt x="98" y="53"/>
                    <a:pt x="98" y="53"/>
                  </a:cubicBezTo>
                  <a:cubicBezTo>
                    <a:pt x="98" y="53"/>
                    <a:pt x="98" y="53"/>
                    <a:pt x="98" y="53"/>
                  </a:cubicBezTo>
                  <a:cubicBezTo>
                    <a:pt x="98" y="53"/>
                    <a:pt x="98" y="53"/>
                    <a:pt x="98" y="53"/>
                  </a:cubicBezTo>
                  <a:cubicBezTo>
                    <a:pt x="94" y="57"/>
                    <a:pt x="101" y="70"/>
                    <a:pt x="85" y="70"/>
                  </a:cubicBezTo>
                  <a:cubicBezTo>
                    <a:pt x="85" y="70"/>
                    <a:pt x="85" y="70"/>
                    <a:pt x="85" y="70"/>
                  </a:cubicBezTo>
                  <a:cubicBezTo>
                    <a:pt x="85" y="70"/>
                    <a:pt x="85" y="70"/>
                    <a:pt x="85" y="70"/>
                  </a:cubicBezTo>
                  <a:cubicBezTo>
                    <a:pt x="85" y="70"/>
                    <a:pt x="85" y="70"/>
                    <a:pt x="85" y="70"/>
                  </a:cubicBezTo>
                  <a:cubicBezTo>
                    <a:pt x="83" y="70"/>
                    <a:pt x="82" y="70"/>
                    <a:pt x="80" y="70"/>
                  </a:cubicBezTo>
                  <a:cubicBezTo>
                    <a:pt x="80" y="70"/>
                    <a:pt x="80" y="70"/>
                    <a:pt x="80" y="70"/>
                  </a:cubicBezTo>
                  <a:cubicBezTo>
                    <a:pt x="80" y="70"/>
                    <a:pt x="80" y="70"/>
                    <a:pt x="80" y="70"/>
                  </a:cubicBezTo>
                  <a:cubicBezTo>
                    <a:pt x="80" y="70"/>
                    <a:pt x="79" y="70"/>
                    <a:pt x="79" y="70"/>
                  </a:cubicBezTo>
                  <a:cubicBezTo>
                    <a:pt x="79" y="70"/>
                    <a:pt x="79" y="70"/>
                    <a:pt x="79" y="70"/>
                  </a:cubicBezTo>
                  <a:cubicBezTo>
                    <a:pt x="79" y="70"/>
                    <a:pt x="79" y="70"/>
                    <a:pt x="79" y="70"/>
                  </a:cubicBezTo>
                  <a:cubicBezTo>
                    <a:pt x="79" y="70"/>
                    <a:pt x="79" y="70"/>
                    <a:pt x="79" y="70"/>
                  </a:cubicBezTo>
                  <a:cubicBezTo>
                    <a:pt x="74" y="70"/>
                    <a:pt x="71" y="76"/>
                    <a:pt x="67" y="82"/>
                  </a:cubicBezTo>
                  <a:cubicBezTo>
                    <a:pt x="67" y="82"/>
                    <a:pt x="67" y="82"/>
                    <a:pt x="67" y="82"/>
                  </a:cubicBezTo>
                  <a:cubicBezTo>
                    <a:pt x="67" y="82"/>
                    <a:pt x="67" y="82"/>
                    <a:pt x="67" y="82"/>
                  </a:cubicBezTo>
                  <a:cubicBezTo>
                    <a:pt x="64" y="85"/>
                    <a:pt x="61" y="87"/>
                    <a:pt x="56" y="88"/>
                  </a:cubicBezTo>
                  <a:cubicBezTo>
                    <a:pt x="56" y="88"/>
                    <a:pt x="56" y="88"/>
                    <a:pt x="56" y="88"/>
                  </a:cubicBezTo>
                  <a:cubicBezTo>
                    <a:pt x="56" y="88"/>
                    <a:pt x="56" y="88"/>
                    <a:pt x="56" y="88"/>
                  </a:cubicBezTo>
                  <a:cubicBezTo>
                    <a:pt x="56" y="88"/>
                    <a:pt x="56" y="88"/>
                    <a:pt x="56" y="88"/>
                  </a:cubicBezTo>
                  <a:cubicBezTo>
                    <a:pt x="56" y="120"/>
                    <a:pt x="38" y="134"/>
                    <a:pt x="12" y="134"/>
                  </a:cubicBezTo>
                  <a:cubicBezTo>
                    <a:pt x="7" y="134"/>
                    <a:pt x="1" y="146"/>
                    <a:pt x="0" y="152"/>
                  </a:cubicBezTo>
                  <a:cubicBezTo>
                    <a:pt x="0" y="152"/>
                    <a:pt x="0" y="152"/>
                    <a:pt x="0" y="152"/>
                  </a:cubicBezTo>
                  <a:cubicBezTo>
                    <a:pt x="7" y="154"/>
                    <a:pt x="9" y="155"/>
                    <a:pt x="10" y="162"/>
                  </a:cubicBezTo>
                  <a:cubicBezTo>
                    <a:pt x="10" y="162"/>
                    <a:pt x="10" y="162"/>
                    <a:pt x="10" y="162"/>
                  </a:cubicBezTo>
                  <a:cubicBezTo>
                    <a:pt x="10" y="163"/>
                    <a:pt x="10" y="163"/>
                    <a:pt x="10" y="163"/>
                  </a:cubicBezTo>
                  <a:cubicBezTo>
                    <a:pt x="10" y="163"/>
                    <a:pt x="10" y="163"/>
                    <a:pt x="10" y="163"/>
                  </a:cubicBezTo>
                  <a:cubicBezTo>
                    <a:pt x="10" y="168"/>
                    <a:pt x="12" y="167"/>
                    <a:pt x="17" y="168"/>
                  </a:cubicBezTo>
                  <a:cubicBezTo>
                    <a:pt x="20" y="169"/>
                    <a:pt x="18" y="173"/>
                    <a:pt x="20" y="174"/>
                  </a:cubicBezTo>
                  <a:cubicBezTo>
                    <a:pt x="24" y="179"/>
                    <a:pt x="27" y="179"/>
                    <a:pt x="33" y="180"/>
                  </a:cubicBezTo>
                  <a:cubicBezTo>
                    <a:pt x="38" y="180"/>
                    <a:pt x="40" y="175"/>
                    <a:pt x="45" y="175"/>
                  </a:cubicBezTo>
                  <a:cubicBezTo>
                    <a:pt x="47" y="175"/>
                    <a:pt x="54" y="180"/>
                    <a:pt x="54" y="183"/>
                  </a:cubicBezTo>
                  <a:cubicBezTo>
                    <a:pt x="54" y="183"/>
                    <a:pt x="54" y="183"/>
                    <a:pt x="54" y="183"/>
                  </a:cubicBezTo>
                  <a:cubicBezTo>
                    <a:pt x="54" y="191"/>
                    <a:pt x="43" y="190"/>
                    <a:pt x="43" y="197"/>
                  </a:cubicBezTo>
                  <a:cubicBezTo>
                    <a:pt x="43" y="197"/>
                    <a:pt x="43" y="197"/>
                    <a:pt x="43" y="197"/>
                  </a:cubicBezTo>
                  <a:cubicBezTo>
                    <a:pt x="43" y="200"/>
                    <a:pt x="47" y="201"/>
                    <a:pt x="47" y="204"/>
                  </a:cubicBezTo>
                  <a:cubicBezTo>
                    <a:pt x="47" y="204"/>
                    <a:pt x="47" y="204"/>
                    <a:pt x="47" y="204"/>
                  </a:cubicBezTo>
                  <a:cubicBezTo>
                    <a:pt x="47" y="207"/>
                    <a:pt x="45" y="208"/>
                    <a:pt x="43" y="208"/>
                  </a:cubicBezTo>
                  <a:cubicBezTo>
                    <a:pt x="43" y="208"/>
                    <a:pt x="43" y="208"/>
                    <a:pt x="43" y="208"/>
                  </a:cubicBezTo>
                  <a:cubicBezTo>
                    <a:pt x="43" y="208"/>
                    <a:pt x="43" y="208"/>
                    <a:pt x="43" y="208"/>
                  </a:cubicBezTo>
                  <a:cubicBezTo>
                    <a:pt x="43" y="208"/>
                    <a:pt x="43" y="208"/>
                    <a:pt x="43" y="208"/>
                  </a:cubicBezTo>
                  <a:cubicBezTo>
                    <a:pt x="43" y="208"/>
                    <a:pt x="42" y="208"/>
                    <a:pt x="42" y="208"/>
                  </a:cubicBezTo>
                  <a:cubicBezTo>
                    <a:pt x="42" y="207"/>
                    <a:pt x="41" y="207"/>
                    <a:pt x="41" y="207"/>
                  </a:cubicBezTo>
                  <a:cubicBezTo>
                    <a:pt x="41" y="207"/>
                    <a:pt x="41" y="207"/>
                    <a:pt x="41" y="207"/>
                  </a:cubicBezTo>
                  <a:cubicBezTo>
                    <a:pt x="41" y="210"/>
                    <a:pt x="41" y="210"/>
                    <a:pt x="41" y="210"/>
                  </a:cubicBezTo>
                  <a:cubicBezTo>
                    <a:pt x="42" y="213"/>
                    <a:pt x="41" y="216"/>
                    <a:pt x="43" y="219"/>
                  </a:cubicBezTo>
                  <a:cubicBezTo>
                    <a:pt x="43" y="221"/>
                    <a:pt x="46" y="221"/>
                    <a:pt x="47" y="221"/>
                  </a:cubicBezTo>
                  <a:cubicBezTo>
                    <a:pt x="52" y="223"/>
                    <a:pt x="54" y="226"/>
                    <a:pt x="59" y="227"/>
                  </a:cubicBezTo>
                  <a:cubicBezTo>
                    <a:pt x="65" y="229"/>
                    <a:pt x="68" y="227"/>
                    <a:pt x="72" y="231"/>
                  </a:cubicBezTo>
                  <a:cubicBezTo>
                    <a:pt x="75" y="234"/>
                    <a:pt x="78" y="233"/>
                    <a:pt x="82" y="235"/>
                  </a:cubicBezTo>
                  <a:cubicBezTo>
                    <a:pt x="84" y="236"/>
                    <a:pt x="84" y="238"/>
                    <a:pt x="85" y="240"/>
                  </a:cubicBezTo>
                  <a:cubicBezTo>
                    <a:pt x="85" y="240"/>
                    <a:pt x="85" y="240"/>
                    <a:pt x="85" y="240"/>
                  </a:cubicBezTo>
                  <a:cubicBezTo>
                    <a:pt x="86" y="240"/>
                    <a:pt x="86" y="240"/>
                    <a:pt x="86" y="240"/>
                  </a:cubicBezTo>
                  <a:cubicBezTo>
                    <a:pt x="86" y="240"/>
                    <a:pt x="86" y="240"/>
                    <a:pt x="86" y="240"/>
                  </a:cubicBezTo>
                  <a:cubicBezTo>
                    <a:pt x="86" y="240"/>
                    <a:pt x="86" y="240"/>
                    <a:pt x="86" y="240"/>
                  </a:cubicBezTo>
                  <a:cubicBezTo>
                    <a:pt x="86" y="241"/>
                    <a:pt x="86" y="241"/>
                    <a:pt x="87" y="241"/>
                  </a:cubicBezTo>
                  <a:cubicBezTo>
                    <a:pt x="87" y="241"/>
                    <a:pt x="87" y="241"/>
                    <a:pt x="87" y="241"/>
                  </a:cubicBezTo>
                  <a:cubicBezTo>
                    <a:pt x="87" y="241"/>
                    <a:pt x="87" y="241"/>
                    <a:pt x="87" y="241"/>
                  </a:cubicBezTo>
                  <a:cubicBezTo>
                    <a:pt x="87" y="241"/>
                    <a:pt x="87" y="241"/>
                    <a:pt x="87" y="241"/>
                  </a:cubicBezTo>
                  <a:cubicBezTo>
                    <a:pt x="87" y="241"/>
                    <a:pt x="87" y="241"/>
                    <a:pt x="88" y="241"/>
                  </a:cubicBezTo>
                  <a:cubicBezTo>
                    <a:pt x="88" y="241"/>
                    <a:pt x="88" y="241"/>
                    <a:pt x="88" y="241"/>
                  </a:cubicBezTo>
                  <a:cubicBezTo>
                    <a:pt x="88" y="241"/>
                    <a:pt x="88" y="241"/>
                    <a:pt x="88" y="241"/>
                  </a:cubicBezTo>
                  <a:cubicBezTo>
                    <a:pt x="88" y="241"/>
                    <a:pt x="88" y="241"/>
                    <a:pt x="88" y="241"/>
                  </a:cubicBezTo>
                  <a:cubicBezTo>
                    <a:pt x="88" y="241"/>
                    <a:pt x="88" y="241"/>
                    <a:pt x="88" y="241"/>
                  </a:cubicBezTo>
                  <a:cubicBezTo>
                    <a:pt x="88" y="241"/>
                    <a:pt x="88" y="241"/>
                    <a:pt x="88" y="241"/>
                  </a:cubicBezTo>
                  <a:cubicBezTo>
                    <a:pt x="88" y="241"/>
                    <a:pt x="88" y="241"/>
                    <a:pt x="88" y="241"/>
                  </a:cubicBezTo>
                  <a:cubicBezTo>
                    <a:pt x="89" y="241"/>
                    <a:pt x="89" y="241"/>
                    <a:pt x="89" y="241"/>
                  </a:cubicBezTo>
                  <a:cubicBezTo>
                    <a:pt x="89" y="241"/>
                    <a:pt x="89" y="241"/>
                    <a:pt x="89" y="241"/>
                  </a:cubicBezTo>
                  <a:cubicBezTo>
                    <a:pt x="89" y="241"/>
                    <a:pt x="89" y="241"/>
                    <a:pt x="89" y="241"/>
                  </a:cubicBezTo>
                  <a:cubicBezTo>
                    <a:pt x="89" y="241"/>
                    <a:pt x="89" y="241"/>
                    <a:pt x="89" y="241"/>
                  </a:cubicBezTo>
                  <a:cubicBezTo>
                    <a:pt x="90" y="241"/>
                    <a:pt x="90" y="241"/>
                    <a:pt x="90" y="241"/>
                  </a:cubicBezTo>
                  <a:cubicBezTo>
                    <a:pt x="94" y="244"/>
                    <a:pt x="97" y="248"/>
                    <a:pt x="103" y="248"/>
                  </a:cubicBezTo>
                  <a:cubicBezTo>
                    <a:pt x="107" y="248"/>
                    <a:pt x="111" y="248"/>
                    <a:pt x="115" y="248"/>
                  </a:cubicBezTo>
                  <a:cubicBezTo>
                    <a:pt x="118" y="248"/>
                    <a:pt x="119" y="246"/>
                    <a:pt x="120" y="246"/>
                  </a:cubicBezTo>
                  <a:cubicBezTo>
                    <a:pt x="122" y="246"/>
                    <a:pt x="123" y="251"/>
                    <a:pt x="123" y="253"/>
                  </a:cubicBezTo>
                  <a:cubicBezTo>
                    <a:pt x="127" y="251"/>
                    <a:pt x="128" y="246"/>
                    <a:pt x="136" y="246"/>
                  </a:cubicBezTo>
                  <a:cubicBezTo>
                    <a:pt x="142" y="246"/>
                    <a:pt x="145" y="249"/>
                    <a:pt x="149" y="249"/>
                  </a:cubicBezTo>
                  <a:cubicBezTo>
                    <a:pt x="153" y="249"/>
                    <a:pt x="163" y="241"/>
                    <a:pt x="165" y="240"/>
                  </a:cubicBezTo>
                  <a:cubicBezTo>
                    <a:pt x="167" y="239"/>
                    <a:pt x="167" y="238"/>
                    <a:pt x="168" y="237"/>
                  </a:cubicBezTo>
                  <a:cubicBezTo>
                    <a:pt x="168" y="237"/>
                    <a:pt x="168" y="236"/>
                    <a:pt x="168" y="236"/>
                  </a:cubicBezTo>
                  <a:cubicBezTo>
                    <a:pt x="169" y="236"/>
                    <a:pt x="170" y="236"/>
                    <a:pt x="170" y="236"/>
                  </a:cubicBezTo>
                  <a:cubicBezTo>
                    <a:pt x="170" y="236"/>
                    <a:pt x="170" y="236"/>
                    <a:pt x="170" y="236"/>
                  </a:cubicBezTo>
                  <a:cubicBezTo>
                    <a:pt x="170" y="236"/>
                    <a:pt x="170" y="236"/>
                    <a:pt x="170" y="236"/>
                  </a:cubicBezTo>
                  <a:cubicBezTo>
                    <a:pt x="170" y="236"/>
                    <a:pt x="171" y="236"/>
                    <a:pt x="171" y="236"/>
                  </a:cubicBezTo>
                  <a:cubicBezTo>
                    <a:pt x="171" y="236"/>
                    <a:pt x="172" y="236"/>
                    <a:pt x="173" y="236"/>
                  </a:cubicBezTo>
                  <a:cubicBezTo>
                    <a:pt x="173" y="236"/>
                    <a:pt x="173" y="236"/>
                    <a:pt x="173" y="236"/>
                  </a:cubicBezTo>
                  <a:cubicBezTo>
                    <a:pt x="173" y="236"/>
                    <a:pt x="173" y="236"/>
                    <a:pt x="173" y="236"/>
                  </a:cubicBezTo>
                  <a:cubicBezTo>
                    <a:pt x="173" y="236"/>
                    <a:pt x="173" y="236"/>
                    <a:pt x="173" y="236"/>
                  </a:cubicBezTo>
                  <a:cubicBezTo>
                    <a:pt x="173" y="236"/>
                    <a:pt x="173" y="236"/>
                    <a:pt x="173" y="236"/>
                  </a:cubicBezTo>
                  <a:cubicBezTo>
                    <a:pt x="173" y="236"/>
                    <a:pt x="173" y="236"/>
                    <a:pt x="173" y="236"/>
                  </a:cubicBezTo>
                  <a:cubicBezTo>
                    <a:pt x="174" y="236"/>
                    <a:pt x="175" y="236"/>
                    <a:pt x="176" y="236"/>
                  </a:cubicBezTo>
                  <a:cubicBezTo>
                    <a:pt x="176" y="236"/>
                    <a:pt x="176" y="236"/>
                    <a:pt x="176" y="236"/>
                  </a:cubicBezTo>
                  <a:cubicBezTo>
                    <a:pt x="176" y="236"/>
                    <a:pt x="176" y="236"/>
                    <a:pt x="176" y="236"/>
                  </a:cubicBezTo>
                  <a:cubicBezTo>
                    <a:pt x="177" y="236"/>
                    <a:pt x="177" y="236"/>
                    <a:pt x="177" y="236"/>
                  </a:cubicBezTo>
                  <a:cubicBezTo>
                    <a:pt x="178" y="236"/>
                    <a:pt x="178" y="236"/>
                    <a:pt x="178" y="236"/>
                  </a:cubicBezTo>
                  <a:cubicBezTo>
                    <a:pt x="178" y="236"/>
                    <a:pt x="178" y="236"/>
                    <a:pt x="178" y="236"/>
                  </a:cubicBezTo>
                  <a:cubicBezTo>
                    <a:pt x="178" y="236"/>
                    <a:pt x="178" y="236"/>
                    <a:pt x="178" y="236"/>
                  </a:cubicBezTo>
                  <a:cubicBezTo>
                    <a:pt x="180" y="234"/>
                    <a:pt x="180" y="234"/>
                    <a:pt x="180" y="234"/>
                  </a:cubicBezTo>
                  <a:cubicBezTo>
                    <a:pt x="182" y="234"/>
                    <a:pt x="182" y="234"/>
                    <a:pt x="182" y="234"/>
                  </a:cubicBezTo>
                  <a:cubicBezTo>
                    <a:pt x="184" y="243"/>
                    <a:pt x="190" y="242"/>
                    <a:pt x="197" y="246"/>
                  </a:cubicBezTo>
                  <a:cubicBezTo>
                    <a:pt x="200" y="250"/>
                    <a:pt x="204" y="252"/>
                    <a:pt x="204" y="258"/>
                  </a:cubicBezTo>
                  <a:cubicBezTo>
                    <a:pt x="204" y="258"/>
                    <a:pt x="204" y="258"/>
                    <a:pt x="204" y="258"/>
                  </a:cubicBezTo>
                  <a:cubicBezTo>
                    <a:pt x="204" y="269"/>
                    <a:pt x="196" y="269"/>
                    <a:pt x="196" y="280"/>
                  </a:cubicBezTo>
                  <a:cubicBezTo>
                    <a:pt x="196" y="280"/>
                    <a:pt x="196" y="280"/>
                    <a:pt x="196" y="280"/>
                  </a:cubicBezTo>
                  <a:cubicBezTo>
                    <a:pt x="196" y="281"/>
                    <a:pt x="197" y="283"/>
                    <a:pt x="198" y="283"/>
                  </a:cubicBezTo>
                  <a:cubicBezTo>
                    <a:pt x="200" y="283"/>
                    <a:pt x="201" y="281"/>
                    <a:pt x="204" y="281"/>
                  </a:cubicBezTo>
                  <a:cubicBezTo>
                    <a:pt x="206" y="281"/>
                    <a:pt x="206" y="289"/>
                    <a:pt x="209" y="290"/>
                  </a:cubicBezTo>
                  <a:cubicBezTo>
                    <a:pt x="209" y="296"/>
                    <a:pt x="213" y="302"/>
                    <a:pt x="219" y="302"/>
                  </a:cubicBezTo>
                  <a:cubicBezTo>
                    <a:pt x="221" y="302"/>
                    <a:pt x="221" y="301"/>
                    <a:pt x="223" y="301"/>
                  </a:cubicBezTo>
                  <a:cubicBezTo>
                    <a:pt x="225" y="301"/>
                    <a:pt x="225" y="301"/>
                    <a:pt x="225" y="301"/>
                  </a:cubicBezTo>
                  <a:cubicBezTo>
                    <a:pt x="225" y="304"/>
                    <a:pt x="226" y="304"/>
                    <a:pt x="227" y="304"/>
                  </a:cubicBezTo>
                  <a:cubicBezTo>
                    <a:pt x="227" y="304"/>
                    <a:pt x="228" y="303"/>
                    <a:pt x="228" y="302"/>
                  </a:cubicBezTo>
                  <a:cubicBezTo>
                    <a:pt x="228" y="302"/>
                    <a:pt x="228" y="302"/>
                    <a:pt x="228" y="302"/>
                  </a:cubicBezTo>
                  <a:cubicBezTo>
                    <a:pt x="228" y="299"/>
                    <a:pt x="228" y="297"/>
                    <a:pt x="228" y="295"/>
                  </a:cubicBezTo>
                  <a:cubicBezTo>
                    <a:pt x="228" y="295"/>
                    <a:pt x="228" y="295"/>
                    <a:pt x="228" y="295"/>
                  </a:cubicBezTo>
                  <a:cubicBezTo>
                    <a:pt x="228" y="295"/>
                    <a:pt x="234" y="293"/>
                    <a:pt x="235" y="293"/>
                  </a:cubicBezTo>
                  <a:cubicBezTo>
                    <a:pt x="236" y="293"/>
                    <a:pt x="236" y="293"/>
                    <a:pt x="236" y="293"/>
                  </a:cubicBezTo>
                  <a:cubicBezTo>
                    <a:pt x="245" y="293"/>
                    <a:pt x="245" y="293"/>
                    <a:pt x="245" y="293"/>
                  </a:cubicBezTo>
                  <a:cubicBezTo>
                    <a:pt x="245" y="293"/>
                    <a:pt x="246" y="293"/>
                    <a:pt x="246" y="293"/>
                  </a:cubicBezTo>
                  <a:cubicBezTo>
                    <a:pt x="250" y="293"/>
                    <a:pt x="252" y="289"/>
                    <a:pt x="256" y="289"/>
                  </a:cubicBezTo>
                  <a:cubicBezTo>
                    <a:pt x="261" y="289"/>
                    <a:pt x="264" y="292"/>
                    <a:pt x="268" y="292"/>
                  </a:cubicBezTo>
                  <a:cubicBezTo>
                    <a:pt x="268" y="299"/>
                    <a:pt x="274" y="302"/>
                    <a:pt x="278" y="303"/>
                  </a:cubicBezTo>
                  <a:cubicBezTo>
                    <a:pt x="283" y="305"/>
                    <a:pt x="287" y="304"/>
                    <a:pt x="292" y="306"/>
                  </a:cubicBezTo>
                  <a:cubicBezTo>
                    <a:pt x="292" y="308"/>
                    <a:pt x="291" y="313"/>
                    <a:pt x="293" y="313"/>
                  </a:cubicBezTo>
                  <a:cubicBezTo>
                    <a:pt x="297" y="313"/>
                    <a:pt x="295" y="310"/>
                    <a:pt x="297" y="307"/>
                  </a:cubicBezTo>
                  <a:cubicBezTo>
                    <a:pt x="299" y="305"/>
                    <a:pt x="305" y="304"/>
                    <a:pt x="307" y="303"/>
                  </a:cubicBezTo>
                  <a:cubicBezTo>
                    <a:pt x="312" y="301"/>
                    <a:pt x="318" y="302"/>
                    <a:pt x="321" y="299"/>
                  </a:cubicBezTo>
                  <a:cubicBezTo>
                    <a:pt x="321" y="299"/>
                    <a:pt x="324" y="293"/>
                    <a:pt x="325" y="293"/>
                  </a:cubicBezTo>
                  <a:cubicBezTo>
                    <a:pt x="328" y="293"/>
                    <a:pt x="329" y="295"/>
                    <a:pt x="332" y="295"/>
                  </a:cubicBezTo>
                  <a:cubicBezTo>
                    <a:pt x="345" y="295"/>
                    <a:pt x="348" y="287"/>
                    <a:pt x="356" y="283"/>
                  </a:cubicBezTo>
                  <a:cubicBezTo>
                    <a:pt x="358" y="282"/>
                    <a:pt x="360" y="281"/>
                    <a:pt x="360" y="278"/>
                  </a:cubicBezTo>
                  <a:cubicBezTo>
                    <a:pt x="367" y="278"/>
                    <a:pt x="369" y="267"/>
                    <a:pt x="372" y="262"/>
                  </a:cubicBezTo>
                  <a:cubicBezTo>
                    <a:pt x="373" y="258"/>
                    <a:pt x="381" y="247"/>
                    <a:pt x="385" y="246"/>
                  </a:cubicBezTo>
                  <a:cubicBezTo>
                    <a:pt x="385" y="240"/>
                    <a:pt x="390" y="237"/>
                    <a:pt x="390" y="229"/>
                  </a:cubicBezTo>
                  <a:cubicBezTo>
                    <a:pt x="390" y="217"/>
                    <a:pt x="387" y="212"/>
                    <a:pt x="382" y="204"/>
                  </a:cubicBezTo>
                  <a:cubicBezTo>
                    <a:pt x="381" y="203"/>
                    <a:pt x="381" y="200"/>
                    <a:pt x="378" y="198"/>
                  </a:cubicBezTo>
                  <a:cubicBezTo>
                    <a:pt x="378" y="198"/>
                    <a:pt x="378" y="198"/>
                    <a:pt x="378" y="198"/>
                  </a:cubicBezTo>
                  <a:cubicBezTo>
                    <a:pt x="378" y="198"/>
                    <a:pt x="378" y="198"/>
                    <a:pt x="378" y="198"/>
                  </a:cubicBezTo>
                  <a:cubicBezTo>
                    <a:pt x="378" y="198"/>
                    <a:pt x="378" y="193"/>
                    <a:pt x="378" y="192"/>
                  </a:cubicBezTo>
                  <a:cubicBezTo>
                    <a:pt x="375" y="192"/>
                    <a:pt x="370" y="189"/>
                    <a:pt x="370" y="185"/>
                  </a:cubicBezTo>
                  <a:cubicBezTo>
                    <a:pt x="370" y="182"/>
                    <a:pt x="375" y="182"/>
                    <a:pt x="376" y="178"/>
                  </a:cubicBezTo>
                  <a:cubicBezTo>
                    <a:pt x="378" y="171"/>
                    <a:pt x="391" y="171"/>
                    <a:pt x="396" y="165"/>
                  </a:cubicBezTo>
                  <a:cubicBezTo>
                    <a:pt x="395" y="164"/>
                    <a:pt x="394" y="163"/>
                    <a:pt x="393" y="163"/>
                  </a:cubicBezTo>
                  <a:cubicBezTo>
                    <a:pt x="392" y="163"/>
                    <a:pt x="392" y="163"/>
                    <a:pt x="391" y="163"/>
                  </a:cubicBezTo>
                  <a:cubicBezTo>
                    <a:pt x="391" y="163"/>
                    <a:pt x="391" y="163"/>
                    <a:pt x="390" y="163"/>
                  </a:cubicBezTo>
                  <a:cubicBezTo>
                    <a:pt x="389" y="163"/>
                    <a:pt x="387" y="163"/>
                    <a:pt x="386" y="162"/>
                  </a:cubicBezTo>
                  <a:cubicBezTo>
                    <a:pt x="384" y="161"/>
                    <a:pt x="383" y="159"/>
                    <a:pt x="380" y="159"/>
                  </a:cubicBezTo>
                  <a:cubicBezTo>
                    <a:pt x="377" y="159"/>
                    <a:pt x="377" y="165"/>
                    <a:pt x="376" y="165"/>
                  </a:cubicBezTo>
                  <a:cubicBezTo>
                    <a:pt x="374" y="165"/>
                    <a:pt x="373" y="165"/>
                    <a:pt x="372" y="165"/>
                  </a:cubicBezTo>
                  <a:cubicBezTo>
                    <a:pt x="370" y="165"/>
                    <a:pt x="369" y="165"/>
                    <a:pt x="368" y="165"/>
                  </a:cubicBezTo>
                  <a:cubicBezTo>
                    <a:pt x="365" y="162"/>
                    <a:pt x="366" y="159"/>
                    <a:pt x="363" y="157"/>
                  </a:cubicBezTo>
                  <a:cubicBezTo>
                    <a:pt x="361" y="156"/>
                    <a:pt x="357" y="155"/>
                    <a:pt x="357" y="152"/>
                  </a:cubicBezTo>
                  <a:cubicBezTo>
                    <a:pt x="357" y="146"/>
                    <a:pt x="365" y="148"/>
                    <a:pt x="369" y="145"/>
                  </a:cubicBezTo>
                  <a:cubicBezTo>
                    <a:pt x="372" y="143"/>
                    <a:pt x="379" y="138"/>
                    <a:pt x="381" y="135"/>
                  </a:cubicBezTo>
                  <a:cubicBezTo>
                    <a:pt x="382" y="134"/>
                    <a:pt x="383" y="131"/>
                    <a:pt x="386" y="131"/>
                  </a:cubicBezTo>
                  <a:cubicBezTo>
                    <a:pt x="388" y="131"/>
                    <a:pt x="391" y="135"/>
                    <a:pt x="391" y="136"/>
                  </a:cubicBezTo>
                  <a:cubicBezTo>
                    <a:pt x="391" y="141"/>
                    <a:pt x="386" y="143"/>
                    <a:pt x="386" y="148"/>
                  </a:cubicBezTo>
                  <a:cubicBezTo>
                    <a:pt x="394" y="148"/>
                    <a:pt x="400" y="140"/>
                    <a:pt x="409" y="140"/>
                  </a:cubicBezTo>
                  <a:cubicBezTo>
                    <a:pt x="413" y="140"/>
                    <a:pt x="414" y="143"/>
                    <a:pt x="418" y="143"/>
                  </a:cubicBezTo>
                  <a:cubicBezTo>
                    <a:pt x="417" y="145"/>
                    <a:pt x="418" y="145"/>
                    <a:pt x="418" y="149"/>
                  </a:cubicBezTo>
                  <a:cubicBezTo>
                    <a:pt x="418" y="152"/>
                    <a:pt x="415" y="151"/>
                    <a:pt x="415" y="155"/>
                  </a:cubicBezTo>
                  <a:cubicBezTo>
                    <a:pt x="415" y="156"/>
                    <a:pt x="416" y="160"/>
                    <a:pt x="418" y="160"/>
                  </a:cubicBezTo>
                  <a:cubicBezTo>
                    <a:pt x="419" y="160"/>
                    <a:pt x="420" y="158"/>
                    <a:pt x="422" y="158"/>
                  </a:cubicBezTo>
                  <a:cubicBezTo>
                    <a:pt x="425" y="158"/>
                    <a:pt x="430" y="161"/>
                    <a:pt x="430" y="164"/>
                  </a:cubicBezTo>
                  <a:cubicBezTo>
                    <a:pt x="430" y="166"/>
                    <a:pt x="427" y="168"/>
                    <a:pt x="425" y="168"/>
                  </a:cubicBezTo>
                  <a:cubicBezTo>
                    <a:pt x="425" y="171"/>
                    <a:pt x="425" y="171"/>
                    <a:pt x="425" y="171"/>
                  </a:cubicBezTo>
                  <a:cubicBezTo>
                    <a:pt x="426" y="171"/>
                    <a:pt x="426" y="172"/>
                    <a:pt x="428" y="173"/>
                  </a:cubicBezTo>
                  <a:cubicBezTo>
                    <a:pt x="428" y="174"/>
                    <a:pt x="429" y="176"/>
                    <a:pt x="429" y="177"/>
                  </a:cubicBezTo>
                  <a:cubicBezTo>
                    <a:pt x="429" y="178"/>
                    <a:pt x="427" y="182"/>
                    <a:pt x="427" y="184"/>
                  </a:cubicBezTo>
                  <a:cubicBezTo>
                    <a:pt x="427" y="185"/>
                    <a:pt x="427" y="186"/>
                    <a:pt x="428" y="187"/>
                  </a:cubicBezTo>
                  <a:cubicBezTo>
                    <a:pt x="428" y="188"/>
                    <a:pt x="427" y="189"/>
                    <a:pt x="427" y="190"/>
                  </a:cubicBezTo>
                  <a:cubicBezTo>
                    <a:pt x="431" y="190"/>
                    <a:pt x="431" y="190"/>
                    <a:pt x="431" y="190"/>
                  </a:cubicBezTo>
                  <a:cubicBezTo>
                    <a:pt x="433" y="189"/>
                    <a:pt x="433" y="189"/>
                    <a:pt x="436" y="188"/>
                  </a:cubicBezTo>
                  <a:cubicBezTo>
                    <a:pt x="436" y="185"/>
                    <a:pt x="444" y="185"/>
                    <a:pt x="445" y="184"/>
                  </a:cubicBezTo>
                  <a:cubicBezTo>
                    <a:pt x="449" y="183"/>
                    <a:pt x="451" y="180"/>
                    <a:pt x="451" y="174"/>
                  </a:cubicBezTo>
                  <a:cubicBezTo>
                    <a:pt x="451" y="163"/>
                    <a:pt x="447" y="156"/>
                    <a:pt x="440" y="150"/>
                  </a:cubicBezTo>
                  <a:cubicBezTo>
                    <a:pt x="438" y="147"/>
                    <a:pt x="435" y="145"/>
                    <a:pt x="436" y="140"/>
                  </a:cubicBezTo>
                  <a:cubicBezTo>
                    <a:pt x="439" y="140"/>
                    <a:pt x="442" y="138"/>
                    <a:pt x="444" y="136"/>
                  </a:cubicBezTo>
                  <a:cubicBezTo>
                    <a:pt x="446" y="134"/>
                    <a:pt x="451" y="131"/>
                    <a:pt x="452" y="128"/>
                  </a:cubicBezTo>
                  <a:cubicBezTo>
                    <a:pt x="456" y="121"/>
                    <a:pt x="458" y="116"/>
                    <a:pt x="465" y="111"/>
                  </a:cubicBezTo>
                  <a:cubicBezTo>
                    <a:pt x="465" y="111"/>
                    <a:pt x="470" y="105"/>
                    <a:pt x="470" y="99"/>
                  </a:cubicBezTo>
                  <a:cubicBezTo>
                    <a:pt x="470" y="97"/>
                    <a:pt x="469" y="94"/>
                    <a:pt x="467" y="92"/>
                  </a:cubicBezTo>
                  <a:cubicBezTo>
                    <a:pt x="466" y="92"/>
                    <a:pt x="466" y="92"/>
                    <a:pt x="466" y="91"/>
                  </a:cubicBezTo>
                  <a:cubicBezTo>
                    <a:pt x="466" y="89"/>
                    <a:pt x="475" y="88"/>
                    <a:pt x="481" y="85"/>
                  </a:cubicBezTo>
                  <a:cubicBezTo>
                    <a:pt x="488" y="81"/>
                    <a:pt x="490" y="66"/>
                    <a:pt x="496" y="60"/>
                  </a:cubicBezTo>
                  <a:cubicBezTo>
                    <a:pt x="496" y="60"/>
                    <a:pt x="496" y="60"/>
                    <a:pt x="496" y="60"/>
                  </a:cubicBezTo>
                  <a:cubicBezTo>
                    <a:pt x="496" y="52"/>
                    <a:pt x="496" y="52"/>
                    <a:pt x="496" y="52"/>
                  </a:cubicBezTo>
                  <a:cubicBezTo>
                    <a:pt x="485" y="52"/>
                    <a:pt x="483" y="61"/>
                    <a:pt x="474" y="61"/>
                  </a:cubicBezTo>
                  <a:cubicBezTo>
                    <a:pt x="465" y="61"/>
                    <a:pt x="462" y="50"/>
                    <a:pt x="458" y="47"/>
                  </a:cubicBezTo>
                  <a:cubicBezTo>
                    <a:pt x="453" y="42"/>
                    <a:pt x="440" y="41"/>
                    <a:pt x="437" y="35"/>
                  </a:cubicBezTo>
                  <a:cubicBezTo>
                    <a:pt x="427" y="20"/>
                    <a:pt x="428" y="0"/>
                    <a:pt x="40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 name="Freeform 72"/>
            <p:cNvSpPr>
              <a:spLocks/>
            </p:cNvSpPr>
            <p:nvPr/>
          </p:nvSpPr>
          <p:spPr bwMode="auto">
            <a:xfrm>
              <a:off x="11525250" y="1512888"/>
              <a:ext cx="104775" cy="44450"/>
            </a:xfrm>
            <a:custGeom>
              <a:avLst/>
              <a:gdLst>
                <a:gd name="T0" fmla="*/ 13 w 28"/>
                <a:gd name="T1" fmla="*/ 0 h 12"/>
                <a:gd name="T2" fmla="*/ 0 w 28"/>
                <a:gd name="T3" fmla="*/ 9 h 12"/>
                <a:gd name="T4" fmla="*/ 3 w 28"/>
                <a:gd name="T5" fmla="*/ 12 h 12"/>
                <a:gd name="T6" fmla="*/ 28 w 28"/>
                <a:gd name="T7" fmla="*/ 7 h 12"/>
                <a:gd name="T8" fmla="*/ 13 w 28"/>
                <a:gd name="T9" fmla="*/ 0 h 12"/>
              </a:gdLst>
              <a:ahLst/>
              <a:cxnLst>
                <a:cxn ang="0">
                  <a:pos x="T0" y="T1"/>
                </a:cxn>
                <a:cxn ang="0">
                  <a:pos x="T2" y="T3"/>
                </a:cxn>
                <a:cxn ang="0">
                  <a:pos x="T4" y="T5"/>
                </a:cxn>
                <a:cxn ang="0">
                  <a:pos x="T6" y="T7"/>
                </a:cxn>
                <a:cxn ang="0">
                  <a:pos x="T8" y="T9"/>
                </a:cxn>
              </a:cxnLst>
              <a:rect l="0" t="0" r="r" b="b"/>
              <a:pathLst>
                <a:path w="28" h="12">
                  <a:moveTo>
                    <a:pt x="13" y="0"/>
                  </a:moveTo>
                  <a:cubicBezTo>
                    <a:pt x="9" y="0"/>
                    <a:pt x="0" y="5"/>
                    <a:pt x="0" y="9"/>
                  </a:cubicBezTo>
                  <a:cubicBezTo>
                    <a:pt x="0" y="11"/>
                    <a:pt x="1" y="12"/>
                    <a:pt x="3" y="12"/>
                  </a:cubicBezTo>
                  <a:cubicBezTo>
                    <a:pt x="6" y="12"/>
                    <a:pt x="28" y="11"/>
                    <a:pt x="28" y="7"/>
                  </a:cubicBezTo>
                  <a:cubicBezTo>
                    <a:pt x="28" y="3"/>
                    <a:pt x="18"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 name="Freeform 73"/>
            <p:cNvSpPr>
              <a:spLocks/>
            </p:cNvSpPr>
            <p:nvPr/>
          </p:nvSpPr>
          <p:spPr bwMode="auto">
            <a:xfrm>
              <a:off x="11202988" y="1598613"/>
              <a:ext cx="41275" cy="26988"/>
            </a:xfrm>
            <a:custGeom>
              <a:avLst/>
              <a:gdLst>
                <a:gd name="T0" fmla="*/ 9 w 11"/>
                <a:gd name="T1" fmla="*/ 0 h 7"/>
                <a:gd name="T2" fmla="*/ 0 w 11"/>
                <a:gd name="T3" fmla="*/ 0 h 7"/>
                <a:gd name="T4" fmla="*/ 8 w 11"/>
                <a:gd name="T5" fmla="*/ 7 h 7"/>
                <a:gd name="T6" fmla="*/ 11 w 11"/>
                <a:gd name="T7" fmla="*/ 4 h 7"/>
                <a:gd name="T8" fmla="*/ 9 w 11"/>
                <a:gd name="T9" fmla="*/ 0 h 7"/>
              </a:gdLst>
              <a:ahLst/>
              <a:cxnLst>
                <a:cxn ang="0">
                  <a:pos x="T0" y="T1"/>
                </a:cxn>
                <a:cxn ang="0">
                  <a:pos x="T2" y="T3"/>
                </a:cxn>
                <a:cxn ang="0">
                  <a:pos x="T4" y="T5"/>
                </a:cxn>
                <a:cxn ang="0">
                  <a:pos x="T6" y="T7"/>
                </a:cxn>
                <a:cxn ang="0">
                  <a:pos x="T8" y="T9"/>
                </a:cxn>
              </a:cxnLst>
              <a:rect l="0" t="0" r="r" b="b"/>
              <a:pathLst>
                <a:path w="11" h="7">
                  <a:moveTo>
                    <a:pt x="9" y="0"/>
                  </a:moveTo>
                  <a:cubicBezTo>
                    <a:pt x="0" y="0"/>
                    <a:pt x="0" y="0"/>
                    <a:pt x="0" y="0"/>
                  </a:cubicBezTo>
                  <a:cubicBezTo>
                    <a:pt x="2" y="4"/>
                    <a:pt x="4" y="7"/>
                    <a:pt x="8" y="7"/>
                  </a:cubicBezTo>
                  <a:cubicBezTo>
                    <a:pt x="10" y="7"/>
                    <a:pt x="11" y="5"/>
                    <a:pt x="11" y="4"/>
                  </a:cubicBezTo>
                  <a:cubicBezTo>
                    <a:pt x="11" y="2"/>
                    <a:pt x="10" y="2"/>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 name="Freeform 74"/>
            <p:cNvSpPr>
              <a:spLocks/>
            </p:cNvSpPr>
            <p:nvPr/>
          </p:nvSpPr>
          <p:spPr bwMode="auto">
            <a:xfrm>
              <a:off x="10207625" y="1260475"/>
              <a:ext cx="19050" cy="23813"/>
            </a:xfrm>
            <a:custGeom>
              <a:avLst/>
              <a:gdLst>
                <a:gd name="T0" fmla="*/ 3 w 5"/>
                <a:gd name="T1" fmla="*/ 0 h 6"/>
                <a:gd name="T2" fmla="*/ 0 w 5"/>
                <a:gd name="T3" fmla="*/ 4 h 6"/>
                <a:gd name="T4" fmla="*/ 3 w 5"/>
                <a:gd name="T5" fmla="*/ 6 h 6"/>
                <a:gd name="T6" fmla="*/ 5 w 5"/>
                <a:gd name="T7" fmla="*/ 3 h 6"/>
                <a:gd name="T8" fmla="*/ 5 w 5"/>
                <a:gd name="T9" fmla="*/ 3 h 6"/>
                <a:gd name="T10" fmla="*/ 5 w 5"/>
                <a:gd name="T11" fmla="*/ 3 h 6"/>
                <a:gd name="T12" fmla="*/ 5 w 5"/>
                <a:gd name="T13" fmla="*/ 2 h 6"/>
                <a:gd name="T14" fmla="*/ 5 w 5"/>
                <a:gd name="T15" fmla="*/ 2 h 6"/>
                <a:gd name="T16" fmla="*/ 3 w 5"/>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6">
                  <a:moveTo>
                    <a:pt x="3" y="0"/>
                  </a:moveTo>
                  <a:cubicBezTo>
                    <a:pt x="1" y="1"/>
                    <a:pt x="0" y="2"/>
                    <a:pt x="0" y="4"/>
                  </a:cubicBezTo>
                  <a:cubicBezTo>
                    <a:pt x="0" y="6"/>
                    <a:pt x="1" y="6"/>
                    <a:pt x="3" y="6"/>
                  </a:cubicBezTo>
                  <a:cubicBezTo>
                    <a:pt x="5" y="6"/>
                    <a:pt x="5" y="4"/>
                    <a:pt x="5" y="3"/>
                  </a:cubicBezTo>
                  <a:cubicBezTo>
                    <a:pt x="5" y="3"/>
                    <a:pt x="5" y="3"/>
                    <a:pt x="5" y="3"/>
                  </a:cubicBezTo>
                  <a:cubicBezTo>
                    <a:pt x="5" y="3"/>
                    <a:pt x="5" y="3"/>
                    <a:pt x="5" y="3"/>
                  </a:cubicBezTo>
                  <a:cubicBezTo>
                    <a:pt x="5" y="3"/>
                    <a:pt x="5" y="2"/>
                    <a:pt x="5" y="2"/>
                  </a:cubicBezTo>
                  <a:cubicBezTo>
                    <a:pt x="5" y="2"/>
                    <a:pt x="5" y="2"/>
                    <a:pt x="5" y="2"/>
                  </a:cubicBezTo>
                  <a:cubicBezTo>
                    <a:pt x="3"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 name="Freeform 75"/>
            <p:cNvSpPr>
              <a:spLocks noEditPoints="1"/>
            </p:cNvSpPr>
            <p:nvPr/>
          </p:nvSpPr>
          <p:spPr bwMode="auto">
            <a:xfrm>
              <a:off x="9490075" y="1339850"/>
              <a:ext cx="49213" cy="26988"/>
            </a:xfrm>
            <a:custGeom>
              <a:avLst/>
              <a:gdLst>
                <a:gd name="T0" fmla="*/ 13 w 13"/>
                <a:gd name="T1" fmla="*/ 5 h 7"/>
                <a:gd name="T2" fmla="*/ 12 w 13"/>
                <a:gd name="T3" fmla="*/ 6 h 7"/>
                <a:gd name="T4" fmla="*/ 11 w 13"/>
                <a:gd name="T5" fmla="*/ 7 h 7"/>
                <a:gd name="T6" fmla="*/ 13 w 13"/>
                <a:gd name="T7" fmla="*/ 5 h 7"/>
                <a:gd name="T8" fmla="*/ 6 w 13"/>
                <a:gd name="T9" fmla="*/ 0 h 7"/>
                <a:gd name="T10" fmla="*/ 0 w 13"/>
                <a:gd name="T11" fmla="*/ 4 h 7"/>
                <a:gd name="T12" fmla="*/ 6 w 13"/>
                <a:gd name="T13" fmla="*/ 7 h 7"/>
                <a:gd name="T14" fmla="*/ 12 w 13"/>
                <a:gd name="T15" fmla="*/ 6 h 7"/>
                <a:gd name="T16" fmla="*/ 13 w 13"/>
                <a:gd name="T17" fmla="*/ 4 h 7"/>
                <a:gd name="T18" fmla="*/ 6 w 13"/>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7">
                  <a:moveTo>
                    <a:pt x="13" y="5"/>
                  </a:moveTo>
                  <a:cubicBezTo>
                    <a:pt x="13" y="6"/>
                    <a:pt x="13" y="6"/>
                    <a:pt x="12" y="6"/>
                  </a:cubicBezTo>
                  <a:cubicBezTo>
                    <a:pt x="12" y="6"/>
                    <a:pt x="11" y="7"/>
                    <a:pt x="11" y="7"/>
                  </a:cubicBezTo>
                  <a:cubicBezTo>
                    <a:pt x="13" y="5"/>
                    <a:pt x="13" y="5"/>
                    <a:pt x="13" y="5"/>
                  </a:cubicBezTo>
                  <a:moveTo>
                    <a:pt x="6" y="0"/>
                  </a:moveTo>
                  <a:cubicBezTo>
                    <a:pt x="4" y="0"/>
                    <a:pt x="0" y="1"/>
                    <a:pt x="0" y="4"/>
                  </a:cubicBezTo>
                  <a:cubicBezTo>
                    <a:pt x="0" y="7"/>
                    <a:pt x="3" y="7"/>
                    <a:pt x="6" y="7"/>
                  </a:cubicBezTo>
                  <a:cubicBezTo>
                    <a:pt x="9" y="7"/>
                    <a:pt x="11" y="7"/>
                    <a:pt x="12" y="6"/>
                  </a:cubicBezTo>
                  <a:cubicBezTo>
                    <a:pt x="13" y="5"/>
                    <a:pt x="13" y="5"/>
                    <a:pt x="13" y="4"/>
                  </a:cubicBezTo>
                  <a:cubicBezTo>
                    <a:pt x="13" y="1"/>
                    <a:pt x="10"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 name="Freeform 76"/>
            <p:cNvSpPr>
              <a:spLocks/>
            </p:cNvSpPr>
            <p:nvPr/>
          </p:nvSpPr>
          <p:spPr bwMode="auto">
            <a:xfrm>
              <a:off x="9115425" y="1028700"/>
              <a:ext cx="184150" cy="104775"/>
            </a:xfrm>
            <a:custGeom>
              <a:avLst/>
              <a:gdLst>
                <a:gd name="T0" fmla="*/ 29 w 49"/>
                <a:gd name="T1" fmla="*/ 0 h 28"/>
                <a:gd name="T2" fmla="*/ 25 w 49"/>
                <a:gd name="T3" fmla="*/ 0 h 28"/>
                <a:gd name="T4" fmla="*/ 5 w 49"/>
                <a:gd name="T5" fmla="*/ 17 h 28"/>
                <a:gd name="T6" fmla="*/ 0 w 49"/>
                <a:gd name="T7" fmla="*/ 24 h 28"/>
                <a:gd name="T8" fmla="*/ 4 w 49"/>
                <a:gd name="T9" fmla="*/ 28 h 28"/>
                <a:gd name="T10" fmla="*/ 19 w 49"/>
                <a:gd name="T11" fmla="*/ 24 h 28"/>
                <a:gd name="T12" fmla="*/ 29 w 49"/>
                <a:gd name="T13" fmla="*/ 22 h 28"/>
                <a:gd name="T14" fmla="*/ 33 w 49"/>
                <a:gd name="T15" fmla="*/ 22 h 28"/>
                <a:gd name="T16" fmla="*/ 49 w 49"/>
                <a:gd name="T17" fmla="*/ 15 h 28"/>
                <a:gd name="T18" fmla="*/ 33 w 49"/>
                <a:gd name="T19" fmla="*/ 4 h 28"/>
                <a:gd name="T20" fmla="*/ 28 w 49"/>
                <a:gd name="T21" fmla="*/ 6 h 28"/>
                <a:gd name="T22" fmla="*/ 29 w 49"/>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9" h="28">
                  <a:moveTo>
                    <a:pt x="29" y="0"/>
                  </a:moveTo>
                  <a:cubicBezTo>
                    <a:pt x="28" y="0"/>
                    <a:pt x="28" y="0"/>
                    <a:pt x="25" y="0"/>
                  </a:cubicBezTo>
                  <a:cubicBezTo>
                    <a:pt x="14" y="0"/>
                    <a:pt x="11" y="11"/>
                    <a:pt x="5" y="17"/>
                  </a:cubicBezTo>
                  <a:cubicBezTo>
                    <a:pt x="3" y="19"/>
                    <a:pt x="0" y="19"/>
                    <a:pt x="0" y="24"/>
                  </a:cubicBezTo>
                  <a:cubicBezTo>
                    <a:pt x="0" y="26"/>
                    <a:pt x="1" y="28"/>
                    <a:pt x="4" y="28"/>
                  </a:cubicBezTo>
                  <a:cubicBezTo>
                    <a:pt x="19" y="24"/>
                    <a:pt x="19" y="24"/>
                    <a:pt x="19" y="24"/>
                  </a:cubicBezTo>
                  <a:cubicBezTo>
                    <a:pt x="19" y="24"/>
                    <a:pt x="28" y="22"/>
                    <a:pt x="29" y="22"/>
                  </a:cubicBezTo>
                  <a:cubicBezTo>
                    <a:pt x="30" y="22"/>
                    <a:pt x="31" y="22"/>
                    <a:pt x="33" y="22"/>
                  </a:cubicBezTo>
                  <a:cubicBezTo>
                    <a:pt x="39" y="22"/>
                    <a:pt x="49" y="21"/>
                    <a:pt x="49" y="15"/>
                  </a:cubicBezTo>
                  <a:cubicBezTo>
                    <a:pt x="49" y="11"/>
                    <a:pt x="37" y="4"/>
                    <a:pt x="33" y="4"/>
                  </a:cubicBezTo>
                  <a:cubicBezTo>
                    <a:pt x="31" y="4"/>
                    <a:pt x="30" y="6"/>
                    <a:pt x="28" y="6"/>
                  </a:cubicBezTo>
                  <a:cubicBezTo>
                    <a:pt x="31" y="4"/>
                    <a:pt x="29" y="4"/>
                    <a:pt x="2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4" name="Freeform 77"/>
            <p:cNvSpPr>
              <a:spLocks/>
            </p:cNvSpPr>
            <p:nvPr/>
          </p:nvSpPr>
          <p:spPr bwMode="auto">
            <a:xfrm>
              <a:off x="8856663" y="979488"/>
              <a:ext cx="71438" cy="38100"/>
            </a:xfrm>
            <a:custGeom>
              <a:avLst/>
              <a:gdLst>
                <a:gd name="T0" fmla="*/ 8 w 19"/>
                <a:gd name="T1" fmla="*/ 0 h 10"/>
                <a:gd name="T2" fmla="*/ 0 w 19"/>
                <a:gd name="T3" fmla="*/ 2 h 10"/>
                <a:gd name="T4" fmla="*/ 6 w 19"/>
                <a:gd name="T5" fmla="*/ 10 h 10"/>
                <a:gd name="T6" fmla="*/ 19 w 19"/>
                <a:gd name="T7" fmla="*/ 4 h 10"/>
                <a:gd name="T8" fmla="*/ 8 w 19"/>
                <a:gd name="T9" fmla="*/ 0 h 10"/>
              </a:gdLst>
              <a:ahLst/>
              <a:cxnLst>
                <a:cxn ang="0">
                  <a:pos x="T0" y="T1"/>
                </a:cxn>
                <a:cxn ang="0">
                  <a:pos x="T2" y="T3"/>
                </a:cxn>
                <a:cxn ang="0">
                  <a:pos x="T4" y="T5"/>
                </a:cxn>
                <a:cxn ang="0">
                  <a:pos x="T6" y="T7"/>
                </a:cxn>
                <a:cxn ang="0">
                  <a:pos x="T8" y="T9"/>
                </a:cxn>
              </a:cxnLst>
              <a:rect l="0" t="0" r="r" b="b"/>
              <a:pathLst>
                <a:path w="19" h="10">
                  <a:moveTo>
                    <a:pt x="8" y="0"/>
                  </a:moveTo>
                  <a:cubicBezTo>
                    <a:pt x="6" y="0"/>
                    <a:pt x="0" y="0"/>
                    <a:pt x="0" y="2"/>
                  </a:cubicBezTo>
                  <a:cubicBezTo>
                    <a:pt x="0" y="5"/>
                    <a:pt x="4" y="10"/>
                    <a:pt x="6" y="10"/>
                  </a:cubicBezTo>
                  <a:cubicBezTo>
                    <a:pt x="9" y="10"/>
                    <a:pt x="18" y="9"/>
                    <a:pt x="19" y="4"/>
                  </a:cubicBezTo>
                  <a:cubicBezTo>
                    <a:pt x="17" y="3"/>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5" name="Freeform 78"/>
            <p:cNvSpPr>
              <a:spLocks/>
            </p:cNvSpPr>
            <p:nvPr/>
          </p:nvSpPr>
          <p:spPr bwMode="auto">
            <a:xfrm>
              <a:off x="8878888" y="896938"/>
              <a:ext cx="255588" cy="179388"/>
            </a:xfrm>
            <a:custGeom>
              <a:avLst/>
              <a:gdLst>
                <a:gd name="T0" fmla="*/ 30 w 68"/>
                <a:gd name="T1" fmla="*/ 0 h 48"/>
                <a:gd name="T2" fmla="*/ 0 w 68"/>
                <a:gd name="T3" fmla="*/ 17 h 48"/>
                <a:gd name="T4" fmla="*/ 21 w 68"/>
                <a:gd name="T5" fmla="*/ 23 h 48"/>
                <a:gd name="T6" fmla="*/ 33 w 68"/>
                <a:gd name="T7" fmla="*/ 24 h 48"/>
                <a:gd name="T8" fmla="*/ 12 w 68"/>
                <a:gd name="T9" fmla="*/ 33 h 48"/>
                <a:gd name="T10" fmla="*/ 27 w 68"/>
                <a:gd name="T11" fmla="*/ 43 h 48"/>
                <a:gd name="T12" fmla="*/ 59 w 68"/>
                <a:gd name="T13" fmla="*/ 48 h 48"/>
                <a:gd name="T14" fmla="*/ 64 w 68"/>
                <a:gd name="T15" fmla="*/ 44 h 48"/>
                <a:gd name="T16" fmla="*/ 60 w 68"/>
                <a:gd name="T17" fmla="*/ 40 h 48"/>
                <a:gd name="T18" fmla="*/ 66 w 68"/>
                <a:gd name="T19" fmla="*/ 37 h 48"/>
                <a:gd name="T20" fmla="*/ 68 w 68"/>
                <a:gd name="T21" fmla="*/ 31 h 48"/>
                <a:gd name="T22" fmla="*/ 59 w 68"/>
                <a:gd name="T23" fmla="*/ 25 h 48"/>
                <a:gd name="T24" fmla="*/ 53 w 68"/>
                <a:gd name="T25" fmla="*/ 25 h 48"/>
                <a:gd name="T26" fmla="*/ 44 w 68"/>
                <a:gd name="T27" fmla="*/ 22 h 48"/>
                <a:gd name="T28" fmla="*/ 41 w 68"/>
                <a:gd name="T29" fmla="*/ 22 h 48"/>
                <a:gd name="T30" fmla="*/ 38 w 68"/>
                <a:gd name="T31" fmla="*/ 22 h 48"/>
                <a:gd name="T32" fmla="*/ 44 w 68"/>
                <a:gd name="T33" fmla="*/ 17 h 48"/>
                <a:gd name="T34" fmla="*/ 44 w 68"/>
                <a:gd name="T35" fmla="*/ 12 h 48"/>
                <a:gd name="T36" fmla="*/ 45 w 68"/>
                <a:gd name="T37" fmla="*/ 12 h 48"/>
                <a:gd name="T38" fmla="*/ 47 w 68"/>
                <a:gd name="T39" fmla="*/ 11 h 48"/>
                <a:gd name="T40" fmla="*/ 30 w 68"/>
                <a:gd name="T4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48">
                  <a:moveTo>
                    <a:pt x="30" y="0"/>
                  </a:moveTo>
                  <a:cubicBezTo>
                    <a:pt x="16" y="0"/>
                    <a:pt x="12" y="14"/>
                    <a:pt x="0" y="17"/>
                  </a:cubicBezTo>
                  <a:cubicBezTo>
                    <a:pt x="8" y="21"/>
                    <a:pt x="13" y="23"/>
                    <a:pt x="21" y="23"/>
                  </a:cubicBezTo>
                  <a:cubicBezTo>
                    <a:pt x="23" y="23"/>
                    <a:pt x="30" y="24"/>
                    <a:pt x="33" y="24"/>
                  </a:cubicBezTo>
                  <a:cubicBezTo>
                    <a:pt x="24" y="26"/>
                    <a:pt x="21" y="30"/>
                    <a:pt x="12" y="33"/>
                  </a:cubicBezTo>
                  <a:cubicBezTo>
                    <a:pt x="16" y="35"/>
                    <a:pt x="23" y="43"/>
                    <a:pt x="27" y="43"/>
                  </a:cubicBezTo>
                  <a:cubicBezTo>
                    <a:pt x="37" y="43"/>
                    <a:pt x="46" y="48"/>
                    <a:pt x="59" y="48"/>
                  </a:cubicBezTo>
                  <a:cubicBezTo>
                    <a:pt x="61" y="48"/>
                    <a:pt x="64" y="46"/>
                    <a:pt x="64" y="44"/>
                  </a:cubicBezTo>
                  <a:cubicBezTo>
                    <a:pt x="64" y="42"/>
                    <a:pt x="62" y="41"/>
                    <a:pt x="60" y="40"/>
                  </a:cubicBezTo>
                  <a:cubicBezTo>
                    <a:pt x="62" y="40"/>
                    <a:pt x="66" y="39"/>
                    <a:pt x="66" y="37"/>
                  </a:cubicBezTo>
                  <a:cubicBezTo>
                    <a:pt x="66" y="34"/>
                    <a:pt x="65" y="33"/>
                    <a:pt x="68" y="31"/>
                  </a:cubicBezTo>
                  <a:cubicBezTo>
                    <a:pt x="64" y="27"/>
                    <a:pt x="64" y="25"/>
                    <a:pt x="59" y="25"/>
                  </a:cubicBezTo>
                  <a:cubicBezTo>
                    <a:pt x="57" y="25"/>
                    <a:pt x="55" y="25"/>
                    <a:pt x="53" y="25"/>
                  </a:cubicBezTo>
                  <a:cubicBezTo>
                    <a:pt x="49" y="25"/>
                    <a:pt x="48" y="22"/>
                    <a:pt x="44" y="22"/>
                  </a:cubicBezTo>
                  <a:cubicBezTo>
                    <a:pt x="43" y="22"/>
                    <a:pt x="42" y="22"/>
                    <a:pt x="41" y="22"/>
                  </a:cubicBezTo>
                  <a:cubicBezTo>
                    <a:pt x="40" y="22"/>
                    <a:pt x="39" y="22"/>
                    <a:pt x="38" y="22"/>
                  </a:cubicBezTo>
                  <a:cubicBezTo>
                    <a:pt x="41" y="21"/>
                    <a:pt x="44" y="19"/>
                    <a:pt x="44" y="17"/>
                  </a:cubicBezTo>
                  <a:cubicBezTo>
                    <a:pt x="44" y="16"/>
                    <a:pt x="44" y="15"/>
                    <a:pt x="44" y="12"/>
                  </a:cubicBezTo>
                  <a:cubicBezTo>
                    <a:pt x="44" y="12"/>
                    <a:pt x="44" y="12"/>
                    <a:pt x="45" y="12"/>
                  </a:cubicBezTo>
                  <a:cubicBezTo>
                    <a:pt x="45" y="12"/>
                    <a:pt x="46" y="12"/>
                    <a:pt x="47" y="11"/>
                  </a:cubicBezTo>
                  <a:cubicBezTo>
                    <a:pt x="43" y="8"/>
                    <a:pt x="38"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6" name="Freeform 79"/>
            <p:cNvSpPr>
              <a:spLocks/>
            </p:cNvSpPr>
            <p:nvPr/>
          </p:nvSpPr>
          <p:spPr bwMode="auto">
            <a:xfrm>
              <a:off x="8991600" y="1182688"/>
              <a:ext cx="30163" cy="19050"/>
            </a:xfrm>
            <a:custGeom>
              <a:avLst/>
              <a:gdLst>
                <a:gd name="T0" fmla="*/ 8 w 8"/>
                <a:gd name="T1" fmla="*/ 0 h 5"/>
                <a:gd name="T2" fmla="*/ 4 w 8"/>
                <a:gd name="T3" fmla="*/ 0 h 5"/>
                <a:gd name="T4" fmla="*/ 0 w 8"/>
                <a:gd name="T5" fmla="*/ 2 h 5"/>
                <a:gd name="T6" fmla="*/ 2 w 8"/>
                <a:gd name="T7" fmla="*/ 5 h 5"/>
                <a:gd name="T8" fmla="*/ 8 w 8"/>
                <a:gd name="T9" fmla="*/ 0 h 5"/>
              </a:gdLst>
              <a:ahLst/>
              <a:cxnLst>
                <a:cxn ang="0">
                  <a:pos x="T0" y="T1"/>
                </a:cxn>
                <a:cxn ang="0">
                  <a:pos x="T2" y="T3"/>
                </a:cxn>
                <a:cxn ang="0">
                  <a:pos x="T4" y="T5"/>
                </a:cxn>
                <a:cxn ang="0">
                  <a:pos x="T6" y="T7"/>
                </a:cxn>
                <a:cxn ang="0">
                  <a:pos x="T8" y="T9"/>
                </a:cxn>
              </a:cxnLst>
              <a:rect l="0" t="0" r="r" b="b"/>
              <a:pathLst>
                <a:path w="8" h="5">
                  <a:moveTo>
                    <a:pt x="8" y="0"/>
                  </a:moveTo>
                  <a:cubicBezTo>
                    <a:pt x="4" y="0"/>
                    <a:pt x="4" y="0"/>
                    <a:pt x="4" y="0"/>
                  </a:cubicBezTo>
                  <a:cubicBezTo>
                    <a:pt x="3" y="0"/>
                    <a:pt x="1" y="2"/>
                    <a:pt x="0" y="2"/>
                  </a:cubicBezTo>
                  <a:cubicBezTo>
                    <a:pt x="0" y="4"/>
                    <a:pt x="1" y="5"/>
                    <a:pt x="2" y="5"/>
                  </a:cubicBezTo>
                  <a:cubicBezTo>
                    <a:pt x="6" y="5"/>
                    <a:pt x="7" y="4"/>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7" name="Freeform 80"/>
            <p:cNvSpPr>
              <a:spLocks/>
            </p:cNvSpPr>
            <p:nvPr/>
          </p:nvSpPr>
          <p:spPr bwMode="auto">
            <a:xfrm>
              <a:off x="8829675" y="904875"/>
              <a:ext cx="41275" cy="6350"/>
            </a:xfrm>
            <a:custGeom>
              <a:avLst/>
              <a:gdLst>
                <a:gd name="T0" fmla="*/ 10 w 11"/>
                <a:gd name="T1" fmla="*/ 0 h 2"/>
                <a:gd name="T2" fmla="*/ 0 w 11"/>
                <a:gd name="T3" fmla="*/ 0 h 2"/>
                <a:gd name="T4" fmla="*/ 6 w 11"/>
                <a:gd name="T5" fmla="*/ 2 h 2"/>
                <a:gd name="T6" fmla="*/ 11 w 11"/>
                <a:gd name="T7" fmla="*/ 2 h 2"/>
                <a:gd name="T8" fmla="*/ 10 w 11"/>
                <a:gd name="T9" fmla="*/ 0 h 2"/>
              </a:gdLst>
              <a:ahLst/>
              <a:cxnLst>
                <a:cxn ang="0">
                  <a:pos x="T0" y="T1"/>
                </a:cxn>
                <a:cxn ang="0">
                  <a:pos x="T2" y="T3"/>
                </a:cxn>
                <a:cxn ang="0">
                  <a:pos x="T4" y="T5"/>
                </a:cxn>
                <a:cxn ang="0">
                  <a:pos x="T6" y="T7"/>
                </a:cxn>
                <a:cxn ang="0">
                  <a:pos x="T8" y="T9"/>
                </a:cxn>
              </a:cxnLst>
              <a:rect l="0" t="0" r="r" b="b"/>
              <a:pathLst>
                <a:path w="11" h="2">
                  <a:moveTo>
                    <a:pt x="10" y="0"/>
                  </a:moveTo>
                  <a:cubicBezTo>
                    <a:pt x="0" y="0"/>
                    <a:pt x="0" y="0"/>
                    <a:pt x="0" y="0"/>
                  </a:cubicBezTo>
                  <a:cubicBezTo>
                    <a:pt x="1" y="2"/>
                    <a:pt x="3" y="2"/>
                    <a:pt x="6" y="2"/>
                  </a:cubicBezTo>
                  <a:cubicBezTo>
                    <a:pt x="8" y="2"/>
                    <a:pt x="9" y="2"/>
                    <a:pt x="11" y="2"/>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 name="Freeform 81"/>
            <p:cNvSpPr>
              <a:spLocks/>
            </p:cNvSpPr>
            <p:nvPr/>
          </p:nvSpPr>
          <p:spPr bwMode="auto">
            <a:xfrm>
              <a:off x="9332913" y="1111250"/>
              <a:ext cx="33338" cy="14288"/>
            </a:xfrm>
            <a:custGeom>
              <a:avLst/>
              <a:gdLst>
                <a:gd name="T0" fmla="*/ 9 w 9"/>
                <a:gd name="T1" fmla="*/ 0 h 4"/>
                <a:gd name="T2" fmla="*/ 7 w 9"/>
                <a:gd name="T3" fmla="*/ 0 h 4"/>
                <a:gd name="T4" fmla="*/ 6 w 9"/>
                <a:gd name="T5" fmla="*/ 0 h 4"/>
                <a:gd name="T6" fmla="*/ 5 w 9"/>
                <a:gd name="T7" fmla="*/ 0 h 4"/>
                <a:gd name="T8" fmla="*/ 0 w 9"/>
                <a:gd name="T9" fmla="*/ 0 h 4"/>
                <a:gd name="T10" fmla="*/ 6 w 9"/>
                <a:gd name="T11" fmla="*/ 4 h 4"/>
                <a:gd name="T12" fmla="*/ 9 w 9"/>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 h="4">
                  <a:moveTo>
                    <a:pt x="9" y="0"/>
                  </a:moveTo>
                  <a:cubicBezTo>
                    <a:pt x="9" y="0"/>
                    <a:pt x="8" y="0"/>
                    <a:pt x="7" y="0"/>
                  </a:cubicBezTo>
                  <a:cubicBezTo>
                    <a:pt x="7" y="0"/>
                    <a:pt x="6" y="0"/>
                    <a:pt x="6" y="0"/>
                  </a:cubicBezTo>
                  <a:cubicBezTo>
                    <a:pt x="6" y="0"/>
                    <a:pt x="5" y="0"/>
                    <a:pt x="5" y="0"/>
                  </a:cubicBezTo>
                  <a:cubicBezTo>
                    <a:pt x="3" y="0"/>
                    <a:pt x="2" y="0"/>
                    <a:pt x="0" y="0"/>
                  </a:cubicBezTo>
                  <a:cubicBezTo>
                    <a:pt x="1" y="2"/>
                    <a:pt x="2" y="4"/>
                    <a:pt x="6" y="4"/>
                  </a:cubicBezTo>
                  <a:cubicBezTo>
                    <a:pt x="8" y="4"/>
                    <a:pt x="9" y="2"/>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 name="Freeform 82"/>
            <p:cNvSpPr>
              <a:spLocks noEditPoints="1"/>
            </p:cNvSpPr>
            <p:nvPr/>
          </p:nvSpPr>
          <p:spPr bwMode="auto">
            <a:xfrm>
              <a:off x="7437438" y="930275"/>
              <a:ext cx="214313" cy="63500"/>
            </a:xfrm>
            <a:custGeom>
              <a:avLst/>
              <a:gdLst>
                <a:gd name="T0" fmla="*/ 49 w 57"/>
                <a:gd name="T1" fmla="*/ 8 h 17"/>
                <a:gd name="T2" fmla="*/ 47 w 57"/>
                <a:gd name="T3" fmla="*/ 9 h 17"/>
                <a:gd name="T4" fmla="*/ 47 w 57"/>
                <a:gd name="T5" fmla="*/ 11 h 17"/>
                <a:gd name="T6" fmla="*/ 49 w 57"/>
                <a:gd name="T7" fmla="*/ 8 h 17"/>
                <a:gd name="T8" fmla="*/ 49 w 57"/>
                <a:gd name="T9" fmla="*/ 0 h 17"/>
                <a:gd name="T10" fmla="*/ 38 w 57"/>
                <a:gd name="T11" fmla="*/ 3 h 17"/>
                <a:gd name="T12" fmla="*/ 22 w 57"/>
                <a:gd name="T13" fmla="*/ 0 h 17"/>
                <a:gd name="T14" fmla="*/ 0 w 57"/>
                <a:gd name="T15" fmla="*/ 5 h 17"/>
                <a:gd name="T16" fmla="*/ 6 w 57"/>
                <a:gd name="T17" fmla="*/ 6 h 17"/>
                <a:gd name="T18" fmla="*/ 19 w 57"/>
                <a:gd name="T19" fmla="*/ 3 h 17"/>
                <a:gd name="T20" fmla="*/ 25 w 57"/>
                <a:gd name="T21" fmla="*/ 5 h 17"/>
                <a:gd name="T22" fmla="*/ 21 w 57"/>
                <a:gd name="T23" fmla="*/ 8 h 17"/>
                <a:gd name="T24" fmla="*/ 26 w 57"/>
                <a:gd name="T25" fmla="*/ 8 h 17"/>
                <a:gd name="T26" fmla="*/ 20 w 57"/>
                <a:gd name="T27" fmla="*/ 11 h 17"/>
                <a:gd name="T28" fmla="*/ 28 w 57"/>
                <a:gd name="T29" fmla="*/ 14 h 17"/>
                <a:gd name="T30" fmla="*/ 28 w 57"/>
                <a:gd name="T31" fmla="*/ 14 h 17"/>
                <a:gd name="T32" fmla="*/ 31 w 57"/>
                <a:gd name="T33" fmla="*/ 17 h 17"/>
                <a:gd name="T34" fmla="*/ 31 w 57"/>
                <a:gd name="T35" fmla="*/ 17 h 17"/>
                <a:gd name="T36" fmla="*/ 37 w 57"/>
                <a:gd name="T37" fmla="*/ 11 h 17"/>
                <a:gd name="T38" fmla="*/ 40 w 57"/>
                <a:gd name="T39" fmla="*/ 10 h 17"/>
                <a:gd name="T40" fmla="*/ 42 w 57"/>
                <a:gd name="T41" fmla="*/ 10 h 17"/>
                <a:gd name="T42" fmla="*/ 44 w 57"/>
                <a:gd name="T43" fmla="*/ 10 h 17"/>
                <a:gd name="T44" fmla="*/ 47 w 57"/>
                <a:gd name="T45" fmla="*/ 9 h 17"/>
                <a:gd name="T46" fmla="*/ 47 w 57"/>
                <a:gd name="T47" fmla="*/ 8 h 17"/>
                <a:gd name="T48" fmla="*/ 48 w 57"/>
                <a:gd name="T49" fmla="*/ 8 h 17"/>
                <a:gd name="T50" fmla="*/ 49 w 57"/>
                <a:gd name="T51" fmla="*/ 8 h 17"/>
                <a:gd name="T52" fmla="*/ 57 w 57"/>
                <a:gd name="T53" fmla="*/ 3 h 17"/>
                <a:gd name="T54" fmla="*/ 49 w 57"/>
                <a:gd name="T5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7" h="17">
                  <a:moveTo>
                    <a:pt x="49" y="8"/>
                  </a:moveTo>
                  <a:cubicBezTo>
                    <a:pt x="48" y="9"/>
                    <a:pt x="47" y="9"/>
                    <a:pt x="47" y="9"/>
                  </a:cubicBezTo>
                  <a:cubicBezTo>
                    <a:pt x="47" y="11"/>
                    <a:pt x="47" y="11"/>
                    <a:pt x="47" y="11"/>
                  </a:cubicBezTo>
                  <a:cubicBezTo>
                    <a:pt x="49" y="8"/>
                    <a:pt x="49" y="8"/>
                    <a:pt x="49" y="8"/>
                  </a:cubicBezTo>
                  <a:moveTo>
                    <a:pt x="49" y="0"/>
                  </a:moveTo>
                  <a:cubicBezTo>
                    <a:pt x="44" y="0"/>
                    <a:pt x="42" y="3"/>
                    <a:pt x="38" y="3"/>
                  </a:cubicBezTo>
                  <a:cubicBezTo>
                    <a:pt x="33" y="3"/>
                    <a:pt x="29" y="0"/>
                    <a:pt x="22" y="0"/>
                  </a:cubicBezTo>
                  <a:cubicBezTo>
                    <a:pt x="16" y="0"/>
                    <a:pt x="2" y="1"/>
                    <a:pt x="0" y="5"/>
                  </a:cubicBezTo>
                  <a:cubicBezTo>
                    <a:pt x="2" y="5"/>
                    <a:pt x="4" y="6"/>
                    <a:pt x="6" y="6"/>
                  </a:cubicBezTo>
                  <a:cubicBezTo>
                    <a:pt x="10" y="6"/>
                    <a:pt x="16" y="3"/>
                    <a:pt x="19" y="3"/>
                  </a:cubicBezTo>
                  <a:cubicBezTo>
                    <a:pt x="21" y="3"/>
                    <a:pt x="23" y="4"/>
                    <a:pt x="25" y="5"/>
                  </a:cubicBezTo>
                  <a:cubicBezTo>
                    <a:pt x="24" y="6"/>
                    <a:pt x="22" y="7"/>
                    <a:pt x="21" y="8"/>
                  </a:cubicBezTo>
                  <a:cubicBezTo>
                    <a:pt x="22" y="8"/>
                    <a:pt x="24" y="8"/>
                    <a:pt x="26" y="8"/>
                  </a:cubicBezTo>
                  <a:cubicBezTo>
                    <a:pt x="24" y="9"/>
                    <a:pt x="22" y="9"/>
                    <a:pt x="20" y="11"/>
                  </a:cubicBezTo>
                  <a:cubicBezTo>
                    <a:pt x="21" y="13"/>
                    <a:pt x="24" y="14"/>
                    <a:pt x="28" y="14"/>
                  </a:cubicBezTo>
                  <a:cubicBezTo>
                    <a:pt x="28" y="14"/>
                    <a:pt x="28" y="14"/>
                    <a:pt x="28" y="14"/>
                  </a:cubicBezTo>
                  <a:cubicBezTo>
                    <a:pt x="29" y="15"/>
                    <a:pt x="30" y="17"/>
                    <a:pt x="31" y="17"/>
                  </a:cubicBezTo>
                  <a:cubicBezTo>
                    <a:pt x="31" y="17"/>
                    <a:pt x="31" y="17"/>
                    <a:pt x="31" y="17"/>
                  </a:cubicBezTo>
                  <a:cubicBezTo>
                    <a:pt x="34" y="17"/>
                    <a:pt x="34" y="12"/>
                    <a:pt x="37" y="11"/>
                  </a:cubicBezTo>
                  <a:cubicBezTo>
                    <a:pt x="38" y="10"/>
                    <a:pt x="39" y="10"/>
                    <a:pt x="40" y="10"/>
                  </a:cubicBezTo>
                  <a:cubicBezTo>
                    <a:pt x="41" y="10"/>
                    <a:pt x="41" y="10"/>
                    <a:pt x="42" y="10"/>
                  </a:cubicBezTo>
                  <a:cubicBezTo>
                    <a:pt x="43" y="10"/>
                    <a:pt x="43" y="10"/>
                    <a:pt x="44" y="10"/>
                  </a:cubicBezTo>
                  <a:cubicBezTo>
                    <a:pt x="45" y="10"/>
                    <a:pt x="46" y="10"/>
                    <a:pt x="47" y="9"/>
                  </a:cubicBezTo>
                  <a:cubicBezTo>
                    <a:pt x="47" y="8"/>
                    <a:pt x="47" y="8"/>
                    <a:pt x="47" y="8"/>
                  </a:cubicBezTo>
                  <a:cubicBezTo>
                    <a:pt x="47" y="8"/>
                    <a:pt x="48" y="8"/>
                    <a:pt x="48" y="8"/>
                  </a:cubicBezTo>
                  <a:cubicBezTo>
                    <a:pt x="49" y="8"/>
                    <a:pt x="49" y="8"/>
                    <a:pt x="49" y="8"/>
                  </a:cubicBezTo>
                  <a:cubicBezTo>
                    <a:pt x="53" y="5"/>
                    <a:pt x="57" y="8"/>
                    <a:pt x="57" y="3"/>
                  </a:cubicBezTo>
                  <a:cubicBezTo>
                    <a:pt x="55" y="2"/>
                    <a:pt x="52" y="0"/>
                    <a:pt x="4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0" name="Freeform 83"/>
            <p:cNvSpPr>
              <a:spLocks/>
            </p:cNvSpPr>
            <p:nvPr/>
          </p:nvSpPr>
          <p:spPr bwMode="auto">
            <a:xfrm>
              <a:off x="7996238" y="885825"/>
              <a:ext cx="74613" cy="47625"/>
            </a:xfrm>
            <a:custGeom>
              <a:avLst/>
              <a:gdLst>
                <a:gd name="T0" fmla="*/ 16 w 20"/>
                <a:gd name="T1" fmla="*/ 0 h 13"/>
                <a:gd name="T2" fmla="*/ 0 w 20"/>
                <a:gd name="T3" fmla="*/ 9 h 13"/>
                <a:gd name="T4" fmla="*/ 5 w 20"/>
                <a:gd name="T5" fmla="*/ 13 h 13"/>
                <a:gd name="T6" fmla="*/ 20 w 20"/>
                <a:gd name="T7" fmla="*/ 9 h 13"/>
                <a:gd name="T8" fmla="*/ 16 w 20"/>
                <a:gd name="T9" fmla="*/ 0 h 13"/>
              </a:gdLst>
              <a:ahLst/>
              <a:cxnLst>
                <a:cxn ang="0">
                  <a:pos x="T0" y="T1"/>
                </a:cxn>
                <a:cxn ang="0">
                  <a:pos x="T2" y="T3"/>
                </a:cxn>
                <a:cxn ang="0">
                  <a:pos x="T4" y="T5"/>
                </a:cxn>
                <a:cxn ang="0">
                  <a:pos x="T6" y="T7"/>
                </a:cxn>
                <a:cxn ang="0">
                  <a:pos x="T8" y="T9"/>
                </a:cxn>
              </a:cxnLst>
              <a:rect l="0" t="0" r="r" b="b"/>
              <a:pathLst>
                <a:path w="20" h="13">
                  <a:moveTo>
                    <a:pt x="16" y="0"/>
                  </a:moveTo>
                  <a:cubicBezTo>
                    <a:pt x="12" y="0"/>
                    <a:pt x="0" y="5"/>
                    <a:pt x="0" y="9"/>
                  </a:cubicBezTo>
                  <a:cubicBezTo>
                    <a:pt x="0" y="12"/>
                    <a:pt x="1" y="13"/>
                    <a:pt x="5" y="13"/>
                  </a:cubicBezTo>
                  <a:cubicBezTo>
                    <a:pt x="7" y="13"/>
                    <a:pt x="18" y="11"/>
                    <a:pt x="20" y="9"/>
                  </a:cubicBezTo>
                  <a:cubicBezTo>
                    <a:pt x="16" y="0"/>
                    <a:pt x="16" y="0"/>
                    <a:pt x="1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1" name="Freeform 84"/>
            <p:cNvSpPr>
              <a:spLocks/>
            </p:cNvSpPr>
            <p:nvPr/>
          </p:nvSpPr>
          <p:spPr bwMode="auto">
            <a:xfrm>
              <a:off x="7899400" y="919163"/>
              <a:ext cx="77788" cy="44450"/>
            </a:xfrm>
            <a:custGeom>
              <a:avLst/>
              <a:gdLst>
                <a:gd name="T0" fmla="*/ 15 w 21"/>
                <a:gd name="T1" fmla="*/ 0 h 12"/>
                <a:gd name="T2" fmla="*/ 5 w 21"/>
                <a:gd name="T3" fmla="*/ 0 h 12"/>
                <a:gd name="T4" fmla="*/ 5 w 21"/>
                <a:gd name="T5" fmla="*/ 4 h 12"/>
                <a:gd name="T6" fmla="*/ 0 w 21"/>
                <a:gd name="T7" fmla="*/ 11 h 12"/>
                <a:gd name="T8" fmla="*/ 5 w 21"/>
                <a:gd name="T9" fmla="*/ 12 h 12"/>
                <a:gd name="T10" fmla="*/ 15 w 21"/>
                <a:gd name="T11" fmla="*/ 11 h 12"/>
                <a:gd name="T12" fmla="*/ 14 w 21"/>
                <a:gd name="T13" fmla="*/ 8 h 12"/>
                <a:gd name="T14" fmla="*/ 17 w 21"/>
                <a:gd name="T15" fmla="*/ 8 h 12"/>
                <a:gd name="T16" fmla="*/ 21 w 21"/>
                <a:gd name="T17" fmla="*/ 6 h 12"/>
                <a:gd name="T18" fmla="*/ 21 w 21"/>
                <a:gd name="T19" fmla="*/ 2 h 12"/>
                <a:gd name="T20" fmla="*/ 17 w 21"/>
                <a:gd name="T21" fmla="*/ 3 h 12"/>
                <a:gd name="T22" fmla="*/ 12 w 21"/>
                <a:gd name="T23" fmla="*/ 2 h 12"/>
                <a:gd name="T24" fmla="*/ 15 w 21"/>
                <a:gd name="T2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12">
                  <a:moveTo>
                    <a:pt x="15" y="0"/>
                  </a:moveTo>
                  <a:cubicBezTo>
                    <a:pt x="5" y="0"/>
                    <a:pt x="5" y="0"/>
                    <a:pt x="5" y="0"/>
                  </a:cubicBezTo>
                  <a:cubicBezTo>
                    <a:pt x="5" y="0"/>
                    <a:pt x="5" y="1"/>
                    <a:pt x="5" y="4"/>
                  </a:cubicBezTo>
                  <a:cubicBezTo>
                    <a:pt x="2" y="5"/>
                    <a:pt x="0" y="7"/>
                    <a:pt x="0" y="11"/>
                  </a:cubicBezTo>
                  <a:cubicBezTo>
                    <a:pt x="0" y="12"/>
                    <a:pt x="2" y="12"/>
                    <a:pt x="5" y="12"/>
                  </a:cubicBezTo>
                  <a:cubicBezTo>
                    <a:pt x="9" y="12"/>
                    <a:pt x="14" y="12"/>
                    <a:pt x="15" y="11"/>
                  </a:cubicBezTo>
                  <a:cubicBezTo>
                    <a:pt x="14" y="8"/>
                    <a:pt x="14" y="8"/>
                    <a:pt x="14" y="8"/>
                  </a:cubicBezTo>
                  <a:cubicBezTo>
                    <a:pt x="15" y="8"/>
                    <a:pt x="16" y="8"/>
                    <a:pt x="17" y="8"/>
                  </a:cubicBezTo>
                  <a:cubicBezTo>
                    <a:pt x="19" y="8"/>
                    <a:pt x="20" y="8"/>
                    <a:pt x="21" y="6"/>
                  </a:cubicBezTo>
                  <a:cubicBezTo>
                    <a:pt x="21" y="5"/>
                    <a:pt x="21" y="5"/>
                    <a:pt x="21" y="2"/>
                  </a:cubicBezTo>
                  <a:cubicBezTo>
                    <a:pt x="20" y="2"/>
                    <a:pt x="18" y="3"/>
                    <a:pt x="17" y="3"/>
                  </a:cubicBezTo>
                  <a:cubicBezTo>
                    <a:pt x="15" y="3"/>
                    <a:pt x="13" y="2"/>
                    <a:pt x="12" y="2"/>
                  </a:cubicBezTo>
                  <a:cubicBezTo>
                    <a:pt x="12" y="2"/>
                    <a:pt x="14" y="1"/>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2" name="Freeform 85"/>
            <p:cNvSpPr>
              <a:spLocks/>
            </p:cNvSpPr>
            <p:nvPr/>
          </p:nvSpPr>
          <p:spPr bwMode="auto">
            <a:xfrm>
              <a:off x="7789863" y="960438"/>
              <a:ext cx="82550" cy="26988"/>
            </a:xfrm>
            <a:custGeom>
              <a:avLst/>
              <a:gdLst>
                <a:gd name="T0" fmla="*/ 14 w 22"/>
                <a:gd name="T1" fmla="*/ 0 h 7"/>
                <a:gd name="T2" fmla="*/ 0 w 22"/>
                <a:gd name="T3" fmla="*/ 5 h 7"/>
                <a:gd name="T4" fmla="*/ 3 w 22"/>
                <a:gd name="T5" fmla="*/ 7 h 7"/>
                <a:gd name="T6" fmla="*/ 7 w 22"/>
                <a:gd name="T7" fmla="*/ 5 h 7"/>
                <a:gd name="T8" fmla="*/ 13 w 22"/>
                <a:gd name="T9" fmla="*/ 7 h 7"/>
                <a:gd name="T10" fmla="*/ 22 w 22"/>
                <a:gd name="T11" fmla="*/ 3 h 7"/>
                <a:gd name="T12" fmla="*/ 14 w 22"/>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22" h="7">
                  <a:moveTo>
                    <a:pt x="14" y="0"/>
                  </a:moveTo>
                  <a:cubicBezTo>
                    <a:pt x="11" y="0"/>
                    <a:pt x="0" y="1"/>
                    <a:pt x="0" y="5"/>
                  </a:cubicBezTo>
                  <a:cubicBezTo>
                    <a:pt x="0" y="7"/>
                    <a:pt x="2" y="7"/>
                    <a:pt x="3" y="7"/>
                  </a:cubicBezTo>
                  <a:cubicBezTo>
                    <a:pt x="6" y="7"/>
                    <a:pt x="7" y="7"/>
                    <a:pt x="7" y="5"/>
                  </a:cubicBezTo>
                  <a:cubicBezTo>
                    <a:pt x="9" y="5"/>
                    <a:pt x="11" y="7"/>
                    <a:pt x="13" y="7"/>
                  </a:cubicBezTo>
                  <a:cubicBezTo>
                    <a:pt x="17" y="7"/>
                    <a:pt x="17" y="3"/>
                    <a:pt x="22" y="3"/>
                  </a:cubicBezTo>
                  <a:cubicBezTo>
                    <a:pt x="21" y="1"/>
                    <a:pt x="18"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3" name="Freeform 86"/>
            <p:cNvSpPr>
              <a:spLocks/>
            </p:cNvSpPr>
            <p:nvPr/>
          </p:nvSpPr>
          <p:spPr bwMode="auto">
            <a:xfrm>
              <a:off x="7740650" y="863600"/>
              <a:ext cx="128588" cy="85725"/>
            </a:xfrm>
            <a:custGeom>
              <a:avLst/>
              <a:gdLst>
                <a:gd name="T0" fmla="*/ 33 w 34"/>
                <a:gd name="T1" fmla="*/ 0 h 23"/>
                <a:gd name="T2" fmla="*/ 28 w 34"/>
                <a:gd name="T3" fmla="*/ 5 h 23"/>
                <a:gd name="T4" fmla="*/ 11 w 34"/>
                <a:gd name="T5" fmla="*/ 11 h 23"/>
                <a:gd name="T6" fmla="*/ 11 w 34"/>
                <a:gd name="T7" fmla="*/ 14 h 23"/>
                <a:gd name="T8" fmla="*/ 13 w 34"/>
                <a:gd name="T9" fmla="*/ 13 h 23"/>
                <a:gd name="T10" fmla="*/ 16 w 34"/>
                <a:gd name="T11" fmla="*/ 15 h 23"/>
                <a:gd name="T12" fmla="*/ 4 w 34"/>
                <a:gd name="T13" fmla="*/ 15 h 23"/>
                <a:gd name="T14" fmla="*/ 0 w 34"/>
                <a:gd name="T15" fmla="*/ 18 h 23"/>
                <a:gd name="T16" fmla="*/ 15 w 34"/>
                <a:gd name="T17" fmla="*/ 23 h 23"/>
                <a:gd name="T18" fmla="*/ 26 w 34"/>
                <a:gd name="T19" fmla="*/ 20 h 23"/>
                <a:gd name="T20" fmla="*/ 30 w 34"/>
                <a:gd name="T21" fmla="*/ 20 h 23"/>
                <a:gd name="T22" fmla="*/ 34 w 34"/>
                <a:gd name="T23" fmla="*/ 19 h 23"/>
                <a:gd name="T24" fmla="*/ 18 w 34"/>
                <a:gd name="T25" fmla="*/ 15 h 23"/>
                <a:gd name="T26" fmla="*/ 31 w 34"/>
                <a:gd name="T27" fmla="*/ 7 h 23"/>
                <a:gd name="T28" fmla="*/ 34 w 34"/>
                <a:gd name="T29" fmla="*/ 4 h 23"/>
                <a:gd name="T30" fmla="*/ 33 w 34"/>
                <a:gd name="T3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23">
                  <a:moveTo>
                    <a:pt x="33" y="0"/>
                  </a:moveTo>
                  <a:cubicBezTo>
                    <a:pt x="30" y="0"/>
                    <a:pt x="28" y="2"/>
                    <a:pt x="28" y="5"/>
                  </a:cubicBezTo>
                  <a:cubicBezTo>
                    <a:pt x="20" y="5"/>
                    <a:pt x="20" y="11"/>
                    <a:pt x="11" y="11"/>
                  </a:cubicBezTo>
                  <a:cubicBezTo>
                    <a:pt x="11" y="14"/>
                    <a:pt x="11" y="14"/>
                    <a:pt x="11" y="14"/>
                  </a:cubicBezTo>
                  <a:cubicBezTo>
                    <a:pt x="12" y="14"/>
                    <a:pt x="13" y="13"/>
                    <a:pt x="13" y="13"/>
                  </a:cubicBezTo>
                  <a:cubicBezTo>
                    <a:pt x="14" y="13"/>
                    <a:pt x="14" y="14"/>
                    <a:pt x="16" y="15"/>
                  </a:cubicBezTo>
                  <a:cubicBezTo>
                    <a:pt x="4" y="15"/>
                    <a:pt x="4" y="15"/>
                    <a:pt x="4" y="15"/>
                  </a:cubicBezTo>
                  <a:cubicBezTo>
                    <a:pt x="3" y="16"/>
                    <a:pt x="2" y="17"/>
                    <a:pt x="0" y="18"/>
                  </a:cubicBezTo>
                  <a:cubicBezTo>
                    <a:pt x="1" y="18"/>
                    <a:pt x="13" y="23"/>
                    <a:pt x="15" y="23"/>
                  </a:cubicBezTo>
                  <a:cubicBezTo>
                    <a:pt x="18" y="23"/>
                    <a:pt x="23" y="20"/>
                    <a:pt x="26" y="20"/>
                  </a:cubicBezTo>
                  <a:cubicBezTo>
                    <a:pt x="27" y="20"/>
                    <a:pt x="28" y="20"/>
                    <a:pt x="30" y="20"/>
                  </a:cubicBezTo>
                  <a:cubicBezTo>
                    <a:pt x="31" y="20"/>
                    <a:pt x="33" y="20"/>
                    <a:pt x="34" y="19"/>
                  </a:cubicBezTo>
                  <a:cubicBezTo>
                    <a:pt x="28" y="16"/>
                    <a:pt x="26" y="16"/>
                    <a:pt x="18" y="15"/>
                  </a:cubicBezTo>
                  <a:cubicBezTo>
                    <a:pt x="21" y="12"/>
                    <a:pt x="27" y="10"/>
                    <a:pt x="31" y="7"/>
                  </a:cubicBezTo>
                  <a:cubicBezTo>
                    <a:pt x="31" y="6"/>
                    <a:pt x="33" y="4"/>
                    <a:pt x="34" y="4"/>
                  </a:cubicBezTo>
                  <a:cubicBezTo>
                    <a:pt x="34" y="3"/>
                    <a:pt x="34" y="0"/>
                    <a:pt x="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4" name="Freeform 87"/>
            <p:cNvSpPr>
              <a:spLocks/>
            </p:cNvSpPr>
            <p:nvPr/>
          </p:nvSpPr>
          <p:spPr bwMode="auto">
            <a:xfrm>
              <a:off x="6419850" y="990600"/>
              <a:ext cx="423863" cy="236538"/>
            </a:xfrm>
            <a:custGeom>
              <a:avLst/>
              <a:gdLst>
                <a:gd name="T0" fmla="*/ 46 w 113"/>
                <a:gd name="T1" fmla="*/ 0 h 63"/>
                <a:gd name="T2" fmla="*/ 40 w 113"/>
                <a:gd name="T3" fmla="*/ 5 h 63"/>
                <a:gd name="T4" fmla="*/ 44 w 113"/>
                <a:gd name="T5" fmla="*/ 17 h 63"/>
                <a:gd name="T6" fmla="*/ 31 w 113"/>
                <a:gd name="T7" fmla="*/ 5 h 63"/>
                <a:gd name="T8" fmla="*/ 26 w 113"/>
                <a:gd name="T9" fmla="*/ 9 h 63"/>
                <a:gd name="T10" fmla="*/ 27 w 113"/>
                <a:gd name="T11" fmla="*/ 12 h 63"/>
                <a:gd name="T12" fmla="*/ 20 w 113"/>
                <a:gd name="T13" fmla="*/ 9 h 63"/>
                <a:gd name="T14" fmla="*/ 24 w 113"/>
                <a:gd name="T15" fmla="*/ 5 h 63"/>
                <a:gd name="T16" fmla="*/ 10 w 113"/>
                <a:gd name="T17" fmla="*/ 4 h 63"/>
                <a:gd name="T18" fmla="*/ 0 w 113"/>
                <a:gd name="T19" fmla="*/ 10 h 63"/>
                <a:gd name="T20" fmla="*/ 7 w 113"/>
                <a:gd name="T21" fmla="*/ 17 h 63"/>
                <a:gd name="T22" fmla="*/ 9 w 113"/>
                <a:gd name="T23" fmla="*/ 18 h 63"/>
                <a:gd name="T24" fmla="*/ 17 w 113"/>
                <a:gd name="T25" fmla="*/ 28 h 63"/>
                <a:gd name="T26" fmla="*/ 15 w 113"/>
                <a:gd name="T27" fmla="*/ 28 h 63"/>
                <a:gd name="T28" fmla="*/ 24 w 113"/>
                <a:gd name="T29" fmla="*/ 33 h 63"/>
                <a:gd name="T30" fmla="*/ 32 w 113"/>
                <a:gd name="T31" fmla="*/ 25 h 63"/>
                <a:gd name="T32" fmla="*/ 35 w 113"/>
                <a:gd name="T33" fmla="*/ 25 h 63"/>
                <a:gd name="T34" fmla="*/ 39 w 113"/>
                <a:gd name="T35" fmla="*/ 28 h 63"/>
                <a:gd name="T36" fmla="*/ 46 w 113"/>
                <a:gd name="T37" fmla="*/ 28 h 63"/>
                <a:gd name="T38" fmla="*/ 32 w 113"/>
                <a:gd name="T39" fmla="*/ 35 h 63"/>
                <a:gd name="T40" fmla="*/ 24 w 113"/>
                <a:gd name="T41" fmla="*/ 38 h 63"/>
                <a:gd name="T42" fmla="*/ 28 w 113"/>
                <a:gd name="T43" fmla="*/ 42 h 63"/>
                <a:gd name="T44" fmla="*/ 35 w 113"/>
                <a:gd name="T45" fmla="*/ 41 h 63"/>
                <a:gd name="T46" fmla="*/ 47 w 113"/>
                <a:gd name="T47" fmla="*/ 43 h 63"/>
                <a:gd name="T48" fmla="*/ 38 w 113"/>
                <a:gd name="T49" fmla="*/ 45 h 63"/>
                <a:gd name="T50" fmla="*/ 31 w 113"/>
                <a:gd name="T51" fmla="*/ 45 h 63"/>
                <a:gd name="T52" fmla="*/ 28 w 113"/>
                <a:gd name="T53" fmla="*/ 45 h 63"/>
                <a:gd name="T54" fmla="*/ 50 w 113"/>
                <a:gd name="T55" fmla="*/ 63 h 63"/>
                <a:gd name="T56" fmla="*/ 58 w 113"/>
                <a:gd name="T57" fmla="*/ 47 h 63"/>
                <a:gd name="T58" fmla="*/ 62 w 113"/>
                <a:gd name="T59" fmla="*/ 45 h 63"/>
                <a:gd name="T60" fmla="*/ 78 w 113"/>
                <a:gd name="T61" fmla="*/ 25 h 63"/>
                <a:gd name="T62" fmla="*/ 85 w 113"/>
                <a:gd name="T63" fmla="*/ 29 h 63"/>
                <a:gd name="T64" fmla="*/ 81 w 113"/>
                <a:gd name="T65" fmla="*/ 30 h 63"/>
                <a:gd name="T66" fmla="*/ 86 w 113"/>
                <a:gd name="T67" fmla="*/ 38 h 63"/>
                <a:gd name="T68" fmla="*/ 82 w 113"/>
                <a:gd name="T69" fmla="*/ 46 h 63"/>
                <a:gd name="T70" fmla="*/ 95 w 113"/>
                <a:gd name="T71" fmla="*/ 46 h 63"/>
                <a:gd name="T72" fmla="*/ 95 w 113"/>
                <a:gd name="T73" fmla="*/ 51 h 63"/>
                <a:gd name="T74" fmla="*/ 113 w 113"/>
                <a:gd name="T75" fmla="*/ 42 h 63"/>
                <a:gd name="T76" fmla="*/ 102 w 113"/>
                <a:gd name="T77" fmla="*/ 32 h 63"/>
                <a:gd name="T78" fmla="*/ 93 w 113"/>
                <a:gd name="T79" fmla="*/ 32 h 63"/>
                <a:gd name="T80" fmla="*/ 93 w 113"/>
                <a:gd name="T81" fmla="*/ 27 h 63"/>
                <a:gd name="T82" fmla="*/ 90 w 113"/>
                <a:gd name="T83" fmla="*/ 28 h 63"/>
                <a:gd name="T84" fmla="*/ 88 w 113"/>
                <a:gd name="T85" fmla="*/ 27 h 63"/>
                <a:gd name="T86" fmla="*/ 91 w 113"/>
                <a:gd name="T87" fmla="*/ 27 h 63"/>
                <a:gd name="T88" fmla="*/ 68 w 113"/>
                <a:gd name="T89" fmla="*/ 15 h 63"/>
                <a:gd name="T90" fmla="*/ 65 w 113"/>
                <a:gd name="T91" fmla="*/ 15 h 63"/>
                <a:gd name="T92" fmla="*/ 62 w 113"/>
                <a:gd name="T93" fmla="*/ 8 h 63"/>
                <a:gd name="T94" fmla="*/ 57 w 113"/>
                <a:gd name="T95" fmla="*/ 12 h 63"/>
                <a:gd name="T96" fmla="*/ 57 w 113"/>
                <a:gd name="T97" fmla="*/ 6 h 63"/>
                <a:gd name="T98" fmla="*/ 46 w 113"/>
                <a:gd name="T99"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3" h="63">
                  <a:moveTo>
                    <a:pt x="46" y="0"/>
                  </a:moveTo>
                  <a:cubicBezTo>
                    <a:pt x="42" y="0"/>
                    <a:pt x="40" y="0"/>
                    <a:pt x="40" y="5"/>
                  </a:cubicBezTo>
                  <a:cubicBezTo>
                    <a:pt x="40" y="10"/>
                    <a:pt x="42" y="12"/>
                    <a:pt x="44" y="17"/>
                  </a:cubicBezTo>
                  <a:cubicBezTo>
                    <a:pt x="37" y="14"/>
                    <a:pt x="39" y="5"/>
                    <a:pt x="31" y="5"/>
                  </a:cubicBezTo>
                  <a:cubicBezTo>
                    <a:pt x="28" y="5"/>
                    <a:pt x="26" y="7"/>
                    <a:pt x="26" y="9"/>
                  </a:cubicBezTo>
                  <a:cubicBezTo>
                    <a:pt x="26" y="11"/>
                    <a:pt x="26" y="12"/>
                    <a:pt x="27" y="12"/>
                  </a:cubicBezTo>
                  <a:cubicBezTo>
                    <a:pt x="25" y="11"/>
                    <a:pt x="23" y="11"/>
                    <a:pt x="20" y="9"/>
                  </a:cubicBezTo>
                  <a:cubicBezTo>
                    <a:pt x="21" y="7"/>
                    <a:pt x="22" y="7"/>
                    <a:pt x="24" y="5"/>
                  </a:cubicBezTo>
                  <a:cubicBezTo>
                    <a:pt x="17" y="4"/>
                    <a:pt x="14" y="4"/>
                    <a:pt x="10" y="4"/>
                  </a:cubicBezTo>
                  <a:cubicBezTo>
                    <a:pt x="7" y="4"/>
                    <a:pt x="1" y="9"/>
                    <a:pt x="0" y="10"/>
                  </a:cubicBezTo>
                  <a:cubicBezTo>
                    <a:pt x="2" y="12"/>
                    <a:pt x="5" y="17"/>
                    <a:pt x="7" y="17"/>
                  </a:cubicBezTo>
                  <a:cubicBezTo>
                    <a:pt x="8" y="17"/>
                    <a:pt x="8" y="18"/>
                    <a:pt x="9" y="18"/>
                  </a:cubicBezTo>
                  <a:cubicBezTo>
                    <a:pt x="8" y="23"/>
                    <a:pt x="12" y="25"/>
                    <a:pt x="17" y="28"/>
                  </a:cubicBezTo>
                  <a:cubicBezTo>
                    <a:pt x="16" y="28"/>
                    <a:pt x="16" y="28"/>
                    <a:pt x="15" y="28"/>
                  </a:cubicBezTo>
                  <a:cubicBezTo>
                    <a:pt x="16" y="31"/>
                    <a:pt x="19" y="33"/>
                    <a:pt x="24" y="33"/>
                  </a:cubicBezTo>
                  <a:cubicBezTo>
                    <a:pt x="30" y="33"/>
                    <a:pt x="30" y="27"/>
                    <a:pt x="32" y="25"/>
                  </a:cubicBezTo>
                  <a:cubicBezTo>
                    <a:pt x="33" y="25"/>
                    <a:pt x="34" y="25"/>
                    <a:pt x="35" y="25"/>
                  </a:cubicBezTo>
                  <a:cubicBezTo>
                    <a:pt x="36" y="26"/>
                    <a:pt x="38" y="28"/>
                    <a:pt x="39" y="28"/>
                  </a:cubicBezTo>
                  <a:cubicBezTo>
                    <a:pt x="40" y="28"/>
                    <a:pt x="42" y="28"/>
                    <a:pt x="46" y="28"/>
                  </a:cubicBezTo>
                  <a:cubicBezTo>
                    <a:pt x="43" y="30"/>
                    <a:pt x="35" y="34"/>
                    <a:pt x="32" y="35"/>
                  </a:cubicBezTo>
                  <a:cubicBezTo>
                    <a:pt x="30" y="35"/>
                    <a:pt x="24" y="35"/>
                    <a:pt x="24" y="38"/>
                  </a:cubicBezTo>
                  <a:cubicBezTo>
                    <a:pt x="24" y="41"/>
                    <a:pt x="26" y="42"/>
                    <a:pt x="28" y="42"/>
                  </a:cubicBezTo>
                  <a:cubicBezTo>
                    <a:pt x="30" y="42"/>
                    <a:pt x="33" y="41"/>
                    <a:pt x="35" y="41"/>
                  </a:cubicBezTo>
                  <a:cubicBezTo>
                    <a:pt x="37" y="41"/>
                    <a:pt x="46" y="42"/>
                    <a:pt x="47" y="43"/>
                  </a:cubicBezTo>
                  <a:cubicBezTo>
                    <a:pt x="44" y="44"/>
                    <a:pt x="41" y="43"/>
                    <a:pt x="38" y="45"/>
                  </a:cubicBezTo>
                  <a:cubicBezTo>
                    <a:pt x="38" y="45"/>
                    <a:pt x="34" y="45"/>
                    <a:pt x="31" y="45"/>
                  </a:cubicBezTo>
                  <a:cubicBezTo>
                    <a:pt x="30" y="45"/>
                    <a:pt x="28" y="45"/>
                    <a:pt x="28" y="45"/>
                  </a:cubicBezTo>
                  <a:cubicBezTo>
                    <a:pt x="28" y="55"/>
                    <a:pt x="43" y="58"/>
                    <a:pt x="50" y="63"/>
                  </a:cubicBezTo>
                  <a:cubicBezTo>
                    <a:pt x="54" y="59"/>
                    <a:pt x="53" y="51"/>
                    <a:pt x="58" y="47"/>
                  </a:cubicBezTo>
                  <a:cubicBezTo>
                    <a:pt x="59" y="46"/>
                    <a:pt x="62" y="47"/>
                    <a:pt x="62" y="45"/>
                  </a:cubicBezTo>
                  <a:cubicBezTo>
                    <a:pt x="65" y="38"/>
                    <a:pt x="68" y="25"/>
                    <a:pt x="78" y="25"/>
                  </a:cubicBezTo>
                  <a:cubicBezTo>
                    <a:pt x="78" y="25"/>
                    <a:pt x="80" y="29"/>
                    <a:pt x="85" y="29"/>
                  </a:cubicBezTo>
                  <a:cubicBezTo>
                    <a:pt x="83" y="29"/>
                    <a:pt x="82" y="30"/>
                    <a:pt x="81" y="30"/>
                  </a:cubicBezTo>
                  <a:cubicBezTo>
                    <a:pt x="82" y="32"/>
                    <a:pt x="84" y="37"/>
                    <a:pt x="86" y="38"/>
                  </a:cubicBezTo>
                  <a:cubicBezTo>
                    <a:pt x="86" y="42"/>
                    <a:pt x="83" y="41"/>
                    <a:pt x="82" y="46"/>
                  </a:cubicBezTo>
                  <a:cubicBezTo>
                    <a:pt x="86" y="46"/>
                    <a:pt x="92" y="46"/>
                    <a:pt x="95" y="46"/>
                  </a:cubicBezTo>
                  <a:cubicBezTo>
                    <a:pt x="94" y="48"/>
                    <a:pt x="94" y="49"/>
                    <a:pt x="95" y="51"/>
                  </a:cubicBezTo>
                  <a:cubicBezTo>
                    <a:pt x="102" y="49"/>
                    <a:pt x="105" y="44"/>
                    <a:pt x="113" y="42"/>
                  </a:cubicBezTo>
                  <a:cubicBezTo>
                    <a:pt x="110" y="38"/>
                    <a:pt x="102" y="40"/>
                    <a:pt x="102" y="32"/>
                  </a:cubicBezTo>
                  <a:cubicBezTo>
                    <a:pt x="99" y="32"/>
                    <a:pt x="97" y="32"/>
                    <a:pt x="93" y="32"/>
                  </a:cubicBezTo>
                  <a:cubicBezTo>
                    <a:pt x="94" y="30"/>
                    <a:pt x="93" y="29"/>
                    <a:pt x="93" y="27"/>
                  </a:cubicBezTo>
                  <a:cubicBezTo>
                    <a:pt x="92" y="27"/>
                    <a:pt x="91" y="28"/>
                    <a:pt x="90" y="28"/>
                  </a:cubicBezTo>
                  <a:cubicBezTo>
                    <a:pt x="89" y="28"/>
                    <a:pt x="89" y="28"/>
                    <a:pt x="88" y="27"/>
                  </a:cubicBezTo>
                  <a:cubicBezTo>
                    <a:pt x="89" y="27"/>
                    <a:pt x="90" y="27"/>
                    <a:pt x="91" y="27"/>
                  </a:cubicBezTo>
                  <a:cubicBezTo>
                    <a:pt x="88" y="24"/>
                    <a:pt x="73" y="15"/>
                    <a:pt x="68" y="15"/>
                  </a:cubicBezTo>
                  <a:cubicBezTo>
                    <a:pt x="67" y="15"/>
                    <a:pt x="66" y="15"/>
                    <a:pt x="65" y="15"/>
                  </a:cubicBezTo>
                  <a:cubicBezTo>
                    <a:pt x="66" y="12"/>
                    <a:pt x="66" y="8"/>
                    <a:pt x="62" y="8"/>
                  </a:cubicBezTo>
                  <a:cubicBezTo>
                    <a:pt x="59" y="8"/>
                    <a:pt x="59" y="10"/>
                    <a:pt x="57" y="12"/>
                  </a:cubicBezTo>
                  <a:cubicBezTo>
                    <a:pt x="57" y="10"/>
                    <a:pt x="57" y="8"/>
                    <a:pt x="57" y="6"/>
                  </a:cubicBezTo>
                  <a:cubicBezTo>
                    <a:pt x="57" y="3"/>
                    <a:pt x="50" y="0"/>
                    <a:pt x="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5" name="Freeform 88"/>
            <p:cNvSpPr>
              <a:spLocks/>
            </p:cNvSpPr>
            <p:nvPr/>
          </p:nvSpPr>
          <p:spPr bwMode="auto">
            <a:xfrm>
              <a:off x="6640513" y="957263"/>
              <a:ext cx="277813" cy="96838"/>
            </a:xfrm>
            <a:custGeom>
              <a:avLst/>
              <a:gdLst>
                <a:gd name="T0" fmla="*/ 43 w 74"/>
                <a:gd name="T1" fmla="*/ 0 h 26"/>
                <a:gd name="T2" fmla="*/ 40 w 74"/>
                <a:gd name="T3" fmla="*/ 0 h 26"/>
                <a:gd name="T4" fmla="*/ 33 w 74"/>
                <a:gd name="T5" fmla="*/ 6 h 26"/>
                <a:gd name="T6" fmla="*/ 21 w 74"/>
                <a:gd name="T7" fmla="*/ 1 h 26"/>
                <a:gd name="T8" fmla="*/ 13 w 74"/>
                <a:gd name="T9" fmla="*/ 1 h 26"/>
                <a:gd name="T10" fmla="*/ 15 w 74"/>
                <a:gd name="T11" fmla="*/ 4 h 26"/>
                <a:gd name="T12" fmla="*/ 10 w 74"/>
                <a:gd name="T13" fmla="*/ 4 h 26"/>
                <a:gd name="T14" fmla="*/ 10 w 74"/>
                <a:gd name="T15" fmla="*/ 5 h 26"/>
                <a:gd name="T16" fmla="*/ 8 w 74"/>
                <a:gd name="T17" fmla="*/ 5 h 26"/>
                <a:gd name="T18" fmla="*/ 4 w 74"/>
                <a:gd name="T19" fmla="*/ 4 h 26"/>
                <a:gd name="T20" fmla="*/ 0 w 74"/>
                <a:gd name="T21" fmla="*/ 4 h 26"/>
                <a:gd name="T22" fmla="*/ 4 w 74"/>
                <a:gd name="T23" fmla="*/ 11 h 26"/>
                <a:gd name="T24" fmla="*/ 7 w 74"/>
                <a:gd name="T25" fmla="*/ 15 h 26"/>
                <a:gd name="T26" fmla="*/ 14 w 74"/>
                <a:gd name="T27" fmla="*/ 14 h 26"/>
                <a:gd name="T28" fmla="*/ 27 w 74"/>
                <a:gd name="T29" fmla="*/ 15 h 26"/>
                <a:gd name="T30" fmla="*/ 20 w 74"/>
                <a:gd name="T31" fmla="*/ 16 h 26"/>
                <a:gd name="T32" fmla="*/ 15 w 74"/>
                <a:gd name="T33" fmla="*/ 17 h 26"/>
                <a:gd name="T34" fmla="*/ 18 w 74"/>
                <a:gd name="T35" fmla="*/ 21 h 26"/>
                <a:gd name="T36" fmla="*/ 34 w 74"/>
                <a:gd name="T37" fmla="*/ 21 h 26"/>
                <a:gd name="T38" fmla="*/ 44 w 74"/>
                <a:gd name="T39" fmla="*/ 26 h 26"/>
                <a:gd name="T40" fmla="*/ 74 w 74"/>
                <a:gd name="T41" fmla="*/ 12 h 26"/>
                <a:gd name="T42" fmla="*/ 61 w 74"/>
                <a:gd name="T43" fmla="*/ 4 h 26"/>
                <a:gd name="T44" fmla="*/ 52 w 74"/>
                <a:gd name="T45" fmla="*/ 4 h 26"/>
                <a:gd name="T46" fmla="*/ 43 w 74"/>
                <a:gd name="T47" fmla="*/ 7 h 26"/>
                <a:gd name="T48" fmla="*/ 43 w 74"/>
                <a:gd name="T49"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4" h="26">
                  <a:moveTo>
                    <a:pt x="43" y="0"/>
                  </a:moveTo>
                  <a:cubicBezTo>
                    <a:pt x="40" y="0"/>
                    <a:pt x="40" y="0"/>
                    <a:pt x="40" y="0"/>
                  </a:cubicBezTo>
                  <a:cubicBezTo>
                    <a:pt x="38" y="1"/>
                    <a:pt x="36" y="6"/>
                    <a:pt x="33" y="6"/>
                  </a:cubicBezTo>
                  <a:cubicBezTo>
                    <a:pt x="31" y="6"/>
                    <a:pt x="23" y="2"/>
                    <a:pt x="21" y="1"/>
                  </a:cubicBezTo>
                  <a:cubicBezTo>
                    <a:pt x="13" y="1"/>
                    <a:pt x="13" y="1"/>
                    <a:pt x="13" y="1"/>
                  </a:cubicBezTo>
                  <a:cubicBezTo>
                    <a:pt x="15" y="4"/>
                    <a:pt x="15" y="4"/>
                    <a:pt x="15" y="4"/>
                  </a:cubicBezTo>
                  <a:cubicBezTo>
                    <a:pt x="10" y="4"/>
                    <a:pt x="10" y="4"/>
                    <a:pt x="10" y="4"/>
                  </a:cubicBezTo>
                  <a:cubicBezTo>
                    <a:pt x="10" y="5"/>
                    <a:pt x="10" y="5"/>
                    <a:pt x="10" y="5"/>
                  </a:cubicBezTo>
                  <a:cubicBezTo>
                    <a:pt x="9" y="5"/>
                    <a:pt x="9" y="5"/>
                    <a:pt x="8" y="5"/>
                  </a:cubicBezTo>
                  <a:cubicBezTo>
                    <a:pt x="7" y="5"/>
                    <a:pt x="5" y="5"/>
                    <a:pt x="4" y="4"/>
                  </a:cubicBezTo>
                  <a:cubicBezTo>
                    <a:pt x="0" y="4"/>
                    <a:pt x="0" y="4"/>
                    <a:pt x="0" y="4"/>
                  </a:cubicBezTo>
                  <a:cubicBezTo>
                    <a:pt x="0" y="7"/>
                    <a:pt x="2" y="9"/>
                    <a:pt x="4" y="11"/>
                  </a:cubicBezTo>
                  <a:cubicBezTo>
                    <a:pt x="4" y="14"/>
                    <a:pt x="5" y="15"/>
                    <a:pt x="7" y="15"/>
                  </a:cubicBezTo>
                  <a:cubicBezTo>
                    <a:pt x="9" y="15"/>
                    <a:pt x="12" y="14"/>
                    <a:pt x="14" y="14"/>
                  </a:cubicBezTo>
                  <a:cubicBezTo>
                    <a:pt x="15" y="14"/>
                    <a:pt x="26" y="15"/>
                    <a:pt x="27" y="15"/>
                  </a:cubicBezTo>
                  <a:cubicBezTo>
                    <a:pt x="26" y="16"/>
                    <a:pt x="23" y="16"/>
                    <a:pt x="20" y="16"/>
                  </a:cubicBezTo>
                  <a:cubicBezTo>
                    <a:pt x="20" y="16"/>
                    <a:pt x="17" y="16"/>
                    <a:pt x="15" y="17"/>
                  </a:cubicBezTo>
                  <a:cubicBezTo>
                    <a:pt x="15" y="19"/>
                    <a:pt x="16" y="20"/>
                    <a:pt x="18" y="21"/>
                  </a:cubicBezTo>
                  <a:cubicBezTo>
                    <a:pt x="34" y="21"/>
                    <a:pt x="34" y="21"/>
                    <a:pt x="34" y="21"/>
                  </a:cubicBezTo>
                  <a:cubicBezTo>
                    <a:pt x="36" y="25"/>
                    <a:pt x="39" y="26"/>
                    <a:pt x="44" y="26"/>
                  </a:cubicBezTo>
                  <a:cubicBezTo>
                    <a:pt x="53" y="26"/>
                    <a:pt x="67" y="16"/>
                    <a:pt x="74" y="12"/>
                  </a:cubicBezTo>
                  <a:cubicBezTo>
                    <a:pt x="72" y="8"/>
                    <a:pt x="67" y="4"/>
                    <a:pt x="61" y="4"/>
                  </a:cubicBezTo>
                  <a:cubicBezTo>
                    <a:pt x="57" y="4"/>
                    <a:pt x="58" y="4"/>
                    <a:pt x="52" y="4"/>
                  </a:cubicBezTo>
                  <a:cubicBezTo>
                    <a:pt x="47" y="4"/>
                    <a:pt x="46" y="7"/>
                    <a:pt x="43" y="7"/>
                  </a:cubicBezTo>
                  <a:cubicBezTo>
                    <a:pt x="42" y="5"/>
                    <a:pt x="43" y="4"/>
                    <a:pt x="4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6" name="Freeform 89"/>
            <p:cNvSpPr>
              <a:spLocks noEditPoints="1"/>
            </p:cNvSpPr>
            <p:nvPr/>
          </p:nvSpPr>
          <p:spPr bwMode="auto">
            <a:xfrm>
              <a:off x="6400800" y="1069975"/>
              <a:ext cx="52388" cy="44450"/>
            </a:xfrm>
            <a:custGeom>
              <a:avLst/>
              <a:gdLst>
                <a:gd name="T0" fmla="*/ 5 w 14"/>
                <a:gd name="T1" fmla="*/ 0 h 12"/>
                <a:gd name="T2" fmla="*/ 14 w 14"/>
                <a:gd name="T3" fmla="*/ 12 h 12"/>
                <a:gd name="T4" fmla="*/ 5 w 14"/>
                <a:gd name="T5" fmla="*/ 0 h 12"/>
                <a:gd name="T6" fmla="*/ 5 w 14"/>
                <a:gd name="T7" fmla="*/ 0 h 12"/>
                <a:gd name="T8" fmla="*/ 5 w 14"/>
                <a:gd name="T9" fmla="*/ 0 h 12"/>
                <a:gd name="T10" fmla="*/ 5 w 14"/>
                <a:gd name="T11" fmla="*/ 0 h 12"/>
                <a:gd name="T12" fmla="*/ 5 w 14"/>
                <a:gd name="T13" fmla="*/ 0 h 12"/>
                <a:gd name="T14" fmla="*/ 5 w 14"/>
                <a:gd name="T15" fmla="*/ 0 h 12"/>
                <a:gd name="T16" fmla="*/ 5 w 14"/>
                <a:gd name="T17" fmla="*/ 0 h 12"/>
                <a:gd name="T18" fmla="*/ 5 w 14"/>
                <a:gd name="T19" fmla="*/ 1 h 12"/>
                <a:gd name="T20" fmla="*/ 5 w 14"/>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12">
                  <a:moveTo>
                    <a:pt x="5" y="0"/>
                  </a:moveTo>
                  <a:cubicBezTo>
                    <a:pt x="0" y="3"/>
                    <a:pt x="9" y="11"/>
                    <a:pt x="14" y="12"/>
                  </a:cubicBezTo>
                  <a:cubicBezTo>
                    <a:pt x="12" y="6"/>
                    <a:pt x="9" y="5"/>
                    <a:pt x="5" y="0"/>
                  </a:cubicBezTo>
                  <a:moveTo>
                    <a:pt x="5" y="0"/>
                  </a:moveTo>
                  <a:cubicBezTo>
                    <a:pt x="5" y="0"/>
                    <a:pt x="5" y="0"/>
                    <a:pt x="5" y="0"/>
                  </a:cubicBezTo>
                  <a:cubicBezTo>
                    <a:pt x="5" y="0"/>
                    <a:pt x="5" y="0"/>
                    <a:pt x="5" y="0"/>
                  </a:cubicBezTo>
                  <a:cubicBezTo>
                    <a:pt x="5" y="0"/>
                    <a:pt x="5" y="0"/>
                    <a:pt x="5" y="0"/>
                  </a:cubicBezTo>
                  <a:moveTo>
                    <a:pt x="5" y="0"/>
                  </a:moveTo>
                  <a:cubicBezTo>
                    <a:pt x="5" y="0"/>
                    <a:pt x="5" y="0"/>
                    <a:pt x="5" y="0"/>
                  </a:cubicBezTo>
                  <a:cubicBezTo>
                    <a:pt x="5" y="1"/>
                    <a:pt x="5" y="1"/>
                    <a:pt x="5" y="1"/>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7" name="Freeform 90"/>
            <p:cNvSpPr>
              <a:spLocks/>
            </p:cNvSpPr>
            <p:nvPr/>
          </p:nvSpPr>
          <p:spPr bwMode="auto">
            <a:xfrm>
              <a:off x="5795963" y="2324100"/>
              <a:ext cx="136525" cy="158750"/>
            </a:xfrm>
            <a:custGeom>
              <a:avLst/>
              <a:gdLst>
                <a:gd name="T0" fmla="*/ 26 w 36"/>
                <a:gd name="T1" fmla="*/ 0 h 42"/>
                <a:gd name="T2" fmla="*/ 21 w 36"/>
                <a:gd name="T3" fmla="*/ 0 h 42"/>
                <a:gd name="T4" fmla="*/ 13 w 36"/>
                <a:gd name="T5" fmla="*/ 5 h 42"/>
                <a:gd name="T6" fmla="*/ 15 w 36"/>
                <a:gd name="T7" fmla="*/ 9 h 42"/>
                <a:gd name="T8" fmla="*/ 6 w 36"/>
                <a:gd name="T9" fmla="*/ 12 h 42"/>
                <a:gd name="T10" fmla="*/ 6 w 36"/>
                <a:gd name="T11" fmla="*/ 12 h 42"/>
                <a:gd name="T12" fmla="*/ 3 w 36"/>
                <a:gd name="T13" fmla="*/ 15 h 42"/>
                <a:gd name="T14" fmla="*/ 9 w 36"/>
                <a:gd name="T15" fmla="*/ 21 h 42"/>
                <a:gd name="T16" fmla="*/ 0 w 36"/>
                <a:gd name="T17" fmla="*/ 35 h 42"/>
                <a:gd name="T18" fmla="*/ 7 w 36"/>
                <a:gd name="T19" fmla="*/ 42 h 42"/>
                <a:gd name="T20" fmla="*/ 13 w 36"/>
                <a:gd name="T21" fmla="*/ 41 h 42"/>
                <a:gd name="T22" fmla="*/ 23 w 36"/>
                <a:gd name="T23" fmla="*/ 35 h 42"/>
                <a:gd name="T24" fmla="*/ 25 w 36"/>
                <a:gd name="T25" fmla="*/ 35 h 42"/>
                <a:gd name="T26" fmla="*/ 31 w 36"/>
                <a:gd name="T27" fmla="*/ 33 h 42"/>
                <a:gd name="T28" fmla="*/ 31 w 36"/>
                <a:gd name="T29" fmla="*/ 25 h 42"/>
                <a:gd name="T30" fmla="*/ 31 w 36"/>
                <a:gd name="T31" fmla="*/ 16 h 42"/>
                <a:gd name="T32" fmla="*/ 36 w 36"/>
                <a:gd name="T33" fmla="*/ 11 h 42"/>
                <a:gd name="T34" fmla="*/ 26 w 36"/>
                <a:gd name="T35"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42">
                  <a:moveTo>
                    <a:pt x="26" y="0"/>
                  </a:moveTo>
                  <a:cubicBezTo>
                    <a:pt x="25" y="0"/>
                    <a:pt x="23" y="0"/>
                    <a:pt x="21" y="0"/>
                  </a:cubicBezTo>
                  <a:cubicBezTo>
                    <a:pt x="19" y="0"/>
                    <a:pt x="13" y="3"/>
                    <a:pt x="13" y="5"/>
                  </a:cubicBezTo>
                  <a:cubicBezTo>
                    <a:pt x="13" y="6"/>
                    <a:pt x="13" y="7"/>
                    <a:pt x="15" y="9"/>
                  </a:cubicBezTo>
                  <a:cubicBezTo>
                    <a:pt x="13" y="10"/>
                    <a:pt x="8" y="12"/>
                    <a:pt x="6" y="12"/>
                  </a:cubicBezTo>
                  <a:cubicBezTo>
                    <a:pt x="6" y="12"/>
                    <a:pt x="6" y="12"/>
                    <a:pt x="6" y="12"/>
                  </a:cubicBezTo>
                  <a:cubicBezTo>
                    <a:pt x="5" y="12"/>
                    <a:pt x="3" y="12"/>
                    <a:pt x="3" y="15"/>
                  </a:cubicBezTo>
                  <a:cubicBezTo>
                    <a:pt x="3" y="18"/>
                    <a:pt x="6" y="20"/>
                    <a:pt x="9" y="21"/>
                  </a:cubicBezTo>
                  <a:cubicBezTo>
                    <a:pt x="7" y="28"/>
                    <a:pt x="0" y="28"/>
                    <a:pt x="0" y="35"/>
                  </a:cubicBezTo>
                  <a:cubicBezTo>
                    <a:pt x="0" y="39"/>
                    <a:pt x="4" y="42"/>
                    <a:pt x="7" y="42"/>
                  </a:cubicBezTo>
                  <a:cubicBezTo>
                    <a:pt x="9" y="42"/>
                    <a:pt x="11" y="42"/>
                    <a:pt x="13" y="41"/>
                  </a:cubicBezTo>
                  <a:cubicBezTo>
                    <a:pt x="15" y="39"/>
                    <a:pt x="19" y="35"/>
                    <a:pt x="23" y="35"/>
                  </a:cubicBezTo>
                  <a:cubicBezTo>
                    <a:pt x="24" y="35"/>
                    <a:pt x="25" y="35"/>
                    <a:pt x="25" y="35"/>
                  </a:cubicBezTo>
                  <a:cubicBezTo>
                    <a:pt x="27" y="35"/>
                    <a:pt x="29" y="34"/>
                    <a:pt x="31" y="33"/>
                  </a:cubicBezTo>
                  <a:cubicBezTo>
                    <a:pt x="33" y="31"/>
                    <a:pt x="31" y="28"/>
                    <a:pt x="31" y="25"/>
                  </a:cubicBezTo>
                  <a:cubicBezTo>
                    <a:pt x="31" y="25"/>
                    <a:pt x="31" y="18"/>
                    <a:pt x="31" y="16"/>
                  </a:cubicBezTo>
                  <a:cubicBezTo>
                    <a:pt x="31" y="13"/>
                    <a:pt x="36" y="14"/>
                    <a:pt x="36" y="11"/>
                  </a:cubicBezTo>
                  <a:cubicBezTo>
                    <a:pt x="36" y="6"/>
                    <a:pt x="33" y="0"/>
                    <a:pt x="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8" name="Freeform 91"/>
            <p:cNvSpPr>
              <a:spLocks/>
            </p:cNvSpPr>
            <p:nvPr/>
          </p:nvSpPr>
          <p:spPr bwMode="auto">
            <a:xfrm>
              <a:off x="5886450" y="2189163"/>
              <a:ext cx="26988" cy="22225"/>
            </a:xfrm>
            <a:custGeom>
              <a:avLst/>
              <a:gdLst>
                <a:gd name="T0" fmla="*/ 7 w 7"/>
                <a:gd name="T1" fmla="*/ 0 h 6"/>
                <a:gd name="T2" fmla="*/ 0 w 7"/>
                <a:gd name="T3" fmla="*/ 3 h 6"/>
                <a:gd name="T4" fmla="*/ 2 w 7"/>
                <a:gd name="T5" fmla="*/ 6 h 6"/>
                <a:gd name="T6" fmla="*/ 7 w 7"/>
                <a:gd name="T7" fmla="*/ 0 h 6"/>
              </a:gdLst>
              <a:ahLst/>
              <a:cxnLst>
                <a:cxn ang="0">
                  <a:pos x="T0" y="T1"/>
                </a:cxn>
                <a:cxn ang="0">
                  <a:pos x="T2" y="T3"/>
                </a:cxn>
                <a:cxn ang="0">
                  <a:pos x="T4" y="T5"/>
                </a:cxn>
                <a:cxn ang="0">
                  <a:pos x="T6" y="T7"/>
                </a:cxn>
              </a:cxnLst>
              <a:rect l="0" t="0" r="r" b="b"/>
              <a:pathLst>
                <a:path w="7" h="6">
                  <a:moveTo>
                    <a:pt x="7" y="0"/>
                  </a:moveTo>
                  <a:cubicBezTo>
                    <a:pt x="5" y="0"/>
                    <a:pt x="0" y="1"/>
                    <a:pt x="0" y="3"/>
                  </a:cubicBezTo>
                  <a:cubicBezTo>
                    <a:pt x="0" y="4"/>
                    <a:pt x="1" y="6"/>
                    <a:pt x="2" y="6"/>
                  </a:cubicBezTo>
                  <a:cubicBezTo>
                    <a:pt x="5" y="6"/>
                    <a:pt x="7" y="3"/>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9" name="Freeform 92"/>
            <p:cNvSpPr>
              <a:spLocks/>
            </p:cNvSpPr>
            <p:nvPr/>
          </p:nvSpPr>
          <p:spPr bwMode="auto">
            <a:xfrm>
              <a:off x="5905500" y="2173288"/>
              <a:ext cx="250825" cy="368300"/>
            </a:xfrm>
            <a:custGeom>
              <a:avLst/>
              <a:gdLst>
                <a:gd name="T0" fmla="*/ 15 w 67"/>
                <a:gd name="T1" fmla="*/ 0 h 98"/>
                <a:gd name="T2" fmla="*/ 10 w 67"/>
                <a:gd name="T3" fmla="*/ 9 h 98"/>
                <a:gd name="T4" fmla="*/ 7 w 67"/>
                <a:gd name="T5" fmla="*/ 14 h 98"/>
                <a:gd name="T6" fmla="*/ 4 w 67"/>
                <a:gd name="T7" fmla="*/ 13 h 98"/>
                <a:gd name="T8" fmla="*/ 6 w 67"/>
                <a:gd name="T9" fmla="*/ 18 h 98"/>
                <a:gd name="T10" fmla="*/ 4 w 67"/>
                <a:gd name="T11" fmla="*/ 24 h 98"/>
                <a:gd name="T12" fmla="*/ 8 w 67"/>
                <a:gd name="T13" fmla="*/ 29 h 98"/>
                <a:gd name="T14" fmla="*/ 7 w 67"/>
                <a:gd name="T15" fmla="*/ 36 h 98"/>
                <a:gd name="T16" fmla="*/ 10 w 67"/>
                <a:gd name="T17" fmla="*/ 31 h 98"/>
                <a:gd name="T18" fmla="*/ 14 w 67"/>
                <a:gd name="T19" fmla="*/ 38 h 98"/>
                <a:gd name="T20" fmla="*/ 16 w 67"/>
                <a:gd name="T21" fmla="*/ 46 h 98"/>
                <a:gd name="T22" fmla="*/ 25 w 67"/>
                <a:gd name="T23" fmla="*/ 45 h 98"/>
                <a:gd name="T24" fmla="*/ 29 w 67"/>
                <a:gd name="T25" fmla="*/ 53 h 98"/>
                <a:gd name="T26" fmla="*/ 30 w 67"/>
                <a:gd name="T27" fmla="*/ 57 h 98"/>
                <a:gd name="T28" fmla="*/ 19 w 67"/>
                <a:gd name="T29" fmla="*/ 70 h 98"/>
                <a:gd name="T30" fmla="*/ 13 w 67"/>
                <a:gd name="T31" fmla="*/ 81 h 98"/>
                <a:gd name="T32" fmla="*/ 24 w 67"/>
                <a:gd name="T33" fmla="*/ 83 h 98"/>
                <a:gd name="T34" fmla="*/ 29 w 67"/>
                <a:gd name="T35" fmla="*/ 82 h 98"/>
                <a:gd name="T36" fmla="*/ 10 w 67"/>
                <a:gd name="T37" fmla="*/ 96 h 98"/>
                <a:gd name="T38" fmla="*/ 12 w 67"/>
                <a:gd name="T39" fmla="*/ 98 h 98"/>
                <a:gd name="T40" fmla="*/ 20 w 67"/>
                <a:gd name="T41" fmla="*/ 95 h 98"/>
                <a:gd name="T42" fmla="*/ 29 w 67"/>
                <a:gd name="T43" fmla="*/ 92 h 98"/>
                <a:gd name="T44" fmla="*/ 56 w 67"/>
                <a:gd name="T45" fmla="*/ 90 h 98"/>
                <a:gd name="T46" fmla="*/ 64 w 67"/>
                <a:gd name="T47" fmla="*/ 83 h 98"/>
                <a:gd name="T48" fmla="*/ 67 w 67"/>
                <a:gd name="T49" fmla="*/ 71 h 98"/>
                <a:gd name="T50" fmla="*/ 60 w 67"/>
                <a:gd name="T51" fmla="*/ 66 h 98"/>
                <a:gd name="T52" fmla="*/ 59 w 67"/>
                <a:gd name="T53" fmla="*/ 66 h 98"/>
                <a:gd name="T54" fmla="*/ 55 w 67"/>
                <a:gd name="T55" fmla="*/ 66 h 98"/>
                <a:gd name="T56" fmla="*/ 54 w 67"/>
                <a:gd name="T57" fmla="*/ 58 h 98"/>
                <a:gd name="T58" fmla="*/ 34 w 67"/>
                <a:gd name="T59" fmla="*/ 32 h 98"/>
                <a:gd name="T60" fmla="*/ 31 w 67"/>
                <a:gd name="T61" fmla="*/ 32 h 98"/>
                <a:gd name="T62" fmla="*/ 27 w 67"/>
                <a:gd name="T63" fmla="*/ 32 h 98"/>
                <a:gd name="T64" fmla="*/ 37 w 67"/>
                <a:gd name="T65" fmla="*/ 12 h 98"/>
                <a:gd name="T66" fmla="*/ 19 w 67"/>
                <a:gd name="T67" fmla="*/ 10 h 98"/>
                <a:gd name="T68" fmla="*/ 24 w 67"/>
                <a:gd name="T6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7" h="98">
                  <a:moveTo>
                    <a:pt x="24" y="0"/>
                  </a:moveTo>
                  <a:cubicBezTo>
                    <a:pt x="22" y="0"/>
                    <a:pt x="19" y="0"/>
                    <a:pt x="15" y="0"/>
                  </a:cubicBezTo>
                  <a:cubicBezTo>
                    <a:pt x="14" y="0"/>
                    <a:pt x="11" y="2"/>
                    <a:pt x="11" y="4"/>
                  </a:cubicBezTo>
                  <a:cubicBezTo>
                    <a:pt x="11" y="5"/>
                    <a:pt x="10" y="6"/>
                    <a:pt x="10" y="9"/>
                  </a:cubicBezTo>
                  <a:cubicBezTo>
                    <a:pt x="8" y="9"/>
                    <a:pt x="6" y="10"/>
                    <a:pt x="6" y="12"/>
                  </a:cubicBezTo>
                  <a:cubicBezTo>
                    <a:pt x="6" y="13"/>
                    <a:pt x="7" y="13"/>
                    <a:pt x="7" y="14"/>
                  </a:cubicBezTo>
                  <a:cubicBezTo>
                    <a:pt x="7" y="14"/>
                    <a:pt x="7" y="15"/>
                    <a:pt x="6" y="15"/>
                  </a:cubicBezTo>
                  <a:cubicBezTo>
                    <a:pt x="6" y="15"/>
                    <a:pt x="4" y="15"/>
                    <a:pt x="4" y="13"/>
                  </a:cubicBezTo>
                  <a:cubicBezTo>
                    <a:pt x="0" y="13"/>
                    <a:pt x="0" y="13"/>
                    <a:pt x="0" y="13"/>
                  </a:cubicBezTo>
                  <a:cubicBezTo>
                    <a:pt x="0" y="17"/>
                    <a:pt x="2" y="17"/>
                    <a:pt x="6" y="18"/>
                  </a:cubicBezTo>
                  <a:cubicBezTo>
                    <a:pt x="6" y="21"/>
                    <a:pt x="6" y="21"/>
                    <a:pt x="6" y="21"/>
                  </a:cubicBezTo>
                  <a:cubicBezTo>
                    <a:pt x="6" y="21"/>
                    <a:pt x="4" y="23"/>
                    <a:pt x="4" y="24"/>
                  </a:cubicBezTo>
                  <a:cubicBezTo>
                    <a:pt x="4" y="25"/>
                    <a:pt x="7" y="26"/>
                    <a:pt x="8" y="27"/>
                  </a:cubicBezTo>
                  <a:cubicBezTo>
                    <a:pt x="8" y="29"/>
                    <a:pt x="8" y="29"/>
                    <a:pt x="8" y="29"/>
                  </a:cubicBezTo>
                  <a:cubicBezTo>
                    <a:pt x="8" y="30"/>
                    <a:pt x="7" y="30"/>
                    <a:pt x="7" y="31"/>
                  </a:cubicBezTo>
                  <a:cubicBezTo>
                    <a:pt x="7" y="33"/>
                    <a:pt x="7" y="33"/>
                    <a:pt x="7" y="36"/>
                  </a:cubicBezTo>
                  <a:cubicBezTo>
                    <a:pt x="10" y="36"/>
                    <a:pt x="10" y="36"/>
                    <a:pt x="10" y="36"/>
                  </a:cubicBezTo>
                  <a:cubicBezTo>
                    <a:pt x="9" y="35"/>
                    <a:pt x="8" y="34"/>
                    <a:pt x="10" y="31"/>
                  </a:cubicBezTo>
                  <a:cubicBezTo>
                    <a:pt x="10" y="32"/>
                    <a:pt x="12" y="33"/>
                    <a:pt x="14" y="33"/>
                  </a:cubicBezTo>
                  <a:cubicBezTo>
                    <a:pt x="13" y="35"/>
                    <a:pt x="14" y="36"/>
                    <a:pt x="14" y="38"/>
                  </a:cubicBezTo>
                  <a:cubicBezTo>
                    <a:pt x="14" y="40"/>
                    <a:pt x="11" y="42"/>
                    <a:pt x="11" y="44"/>
                  </a:cubicBezTo>
                  <a:cubicBezTo>
                    <a:pt x="11" y="46"/>
                    <a:pt x="13" y="46"/>
                    <a:pt x="16" y="46"/>
                  </a:cubicBezTo>
                  <a:cubicBezTo>
                    <a:pt x="18" y="46"/>
                    <a:pt x="20" y="45"/>
                    <a:pt x="23" y="45"/>
                  </a:cubicBezTo>
                  <a:cubicBezTo>
                    <a:pt x="23" y="45"/>
                    <a:pt x="24" y="45"/>
                    <a:pt x="25" y="45"/>
                  </a:cubicBezTo>
                  <a:cubicBezTo>
                    <a:pt x="25" y="46"/>
                    <a:pt x="23" y="47"/>
                    <a:pt x="23" y="49"/>
                  </a:cubicBezTo>
                  <a:cubicBezTo>
                    <a:pt x="23" y="52"/>
                    <a:pt x="26" y="53"/>
                    <a:pt x="29" y="53"/>
                  </a:cubicBezTo>
                  <a:cubicBezTo>
                    <a:pt x="29" y="53"/>
                    <a:pt x="30" y="52"/>
                    <a:pt x="30" y="52"/>
                  </a:cubicBezTo>
                  <a:cubicBezTo>
                    <a:pt x="30" y="57"/>
                    <a:pt x="30" y="57"/>
                    <a:pt x="30" y="57"/>
                  </a:cubicBezTo>
                  <a:cubicBezTo>
                    <a:pt x="29" y="60"/>
                    <a:pt x="22" y="62"/>
                    <a:pt x="17" y="62"/>
                  </a:cubicBezTo>
                  <a:cubicBezTo>
                    <a:pt x="17" y="65"/>
                    <a:pt x="19" y="67"/>
                    <a:pt x="19" y="70"/>
                  </a:cubicBezTo>
                  <a:cubicBezTo>
                    <a:pt x="19" y="75"/>
                    <a:pt x="11" y="75"/>
                    <a:pt x="11" y="79"/>
                  </a:cubicBezTo>
                  <a:cubicBezTo>
                    <a:pt x="11" y="80"/>
                    <a:pt x="12" y="81"/>
                    <a:pt x="13" y="81"/>
                  </a:cubicBezTo>
                  <a:cubicBezTo>
                    <a:pt x="14" y="81"/>
                    <a:pt x="14" y="79"/>
                    <a:pt x="16" y="79"/>
                  </a:cubicBezTo>
                  <a:cubicBezTo>
                    <a:pt x="19" y="79"/>
                    <a:pt x="20" y="83"/>
                    <a:pt x="24" y="83"/>
                  </a:cubicBezTo>
                  <a:cubicBezTo>
                    <a:pt x="26" y="83"/>
                    <a:pt x="28" y="81"/>
                    <a:pt x="29" y="80"/>
                  </a:cubicBezTo>
                  <a:cubicBezTo>
                    <a:pt x="29" y="80"/>
                    <a:pt x="29" y="81"/>
                    <a:pt x="29" y="82"/>
                  </a:cubicBezTo>
                  <a:cubicBezTo>
                    <a:pt x="29" y="86"/>
                    <a:pt x="24" y="84"/>
                    <a:pt x="20" y="85"/>
                  </a:cubicBezTo>
                  <a:cubicBezTo>
                    <a:pt x="19" y="86"/>
                    <a:pt x="10" y="95"/>
                    <a:pt x="10" y="96"/>
                  </a:cubicBezTo>
                  <a:cubicBezTo>
                    <a:pt x="10" y="98"/>
                    <a:pt x="10" y="98"/>
                    <a:pt x="10" y="98"/>
                  </a:cubicBezTo>
                  <a:cubicBezTo>
                    <a:pt x="12" y="98"/>
                    <a:pt x="12" y="98"/>
                    <a:pt x="12" y="98"/>
                  </a:cubicBezTo>
                  <a:cubicBezTo>
                    <a:pt x="13" y="97"/>
                    <a:pt x="14" y="95"/>
                    <a:pt x="16" y="95"/>
                  </a:cubicBezTo>
                  <a:cubicBezTo>
                    <a:pt x="20" y="95"/>
                    <a:pt x="20" y="95"/>
                    <a:pt x="20" y="95"/>
                  </a:cubicBezTo>
                  <a:cubicBezTo>
                    <a:pt x="20" y="93"/>
                    <a:pt x="21" y="91"/>
                    <a:pt x="24" y="91"/>
                  </a:cubicBezTo>
                  <a:cubicBezTo>
                    <a:pt x="26" y="91"/>
                    <a:pt x="27" y="92"/>
                    <a:pt x="29" y="92"/>
                  </a:cubicBezTo>
                  <a:cubicBezTo>
                    <a:pt x="34" y="92"/>
                    <a:pt x="41" y="90"/>
                    <a:pt x="44" y="90"/>
                  </a:cubicBezTo>
                  <a:cubicBezTo>
                    <a:pt x="46" y="90"/>
                    <a:pt x="52" y="90"/>
                    <a:pt x="56" y="90"/>
                  </a:cubicBezTo>
                  <a:cubicBezTo>
                    <a:pt x="59" y="90"/>
                    <a:pt x="61" y="88"/>
                    <a:pt x="64" y="85"/>
                  </a:cubicBezTo>
                  <a:cubicBezTo>
                    <a:pt x="64" y="83"/>
                    <a:pt x="64" y="83"/>
                    <a:pt x="64" y="83"/>
                  </a:cubicBezTo>
                  <a:cubicBezTo>
                    <a:pt x="62" y="83"/>
                    <a:pt x="61" y="83"/>
                    <a:pt x="58" y="82"/>
                  </a:cubicBezTo>
                  <a:cubicBezTo>
                    <a:pt x="60" y="79"/>
                    <a:pt x="67" y="76"/>
                    <a:pt x="67" y="71"/>
                  </a:cubicBezTo>
                  <a:cubicBezTo>
                    <a:pt x="67" y="68"/>
                    <a:pt x="64" y="66"/>
                    <a:pt x="61" y="66"/>
                  </a:cubicBezTo>
                  <a:cubicBezTo>
                    <a:pt x="60" y="66"/>
                    <a:pt x="60" y="66"/>
                    <a:pt x="60" y="66"/>
                  </a:cubicBezTo>
                  <a:cubicBezTo>
                    <a:pt x="59" y="66"/>
                    <a:pt x="59" y="66"/>
                    <a:pt x="57" y="67"/>
                  </a:cubicBezTo>
                  <a:cubicBezTo>
                    <a:pt x="59" y="66"/>
                    <a:pt x="59" y="66"/>
                    <a:pt x="59" y="66"/>
                  </a:cubicBezTo>
                  <a:cubicBezTo>
                    <a:pt x="58" y="66"/>
                    <a:pt x="57" y="67"/>
                    <a:pt x="55" y="68"/>
                  </a:cubicBezTo>
                  <a:cubicBezTo>
                    <a:pt x="55" y="66"/>
                    <a:pt x="55" y="66"/>
                    <a:pt x="55" y="66"/>
                  </a:cubicBezTo>
                  <a:cubicBezTo>
                    <a:pt x="56" y="65"/>
                    <a:pt x="57" y="64"/>
                    <a:pt x="57" y="64"/>
                  </a:cubicBezTo>
                  <a:cubicBezTo>
                    <a:pt x="57" y="61"/>
                    <a:pt x="54" y="60"/>
                    <a:pt x="54" y="58"/>
                  </a:cubicBezTo>
                  <a:cubicBezTo>
                    <a:pt x="54" y="51"/>
                    <a:pt x="46" y="49"/>
                    <a:pt x="42" y="44"/>
                  </a:cubicBezTo>
                  <a:cubicBezTo>
                    <a:pt x="38" y="41"/>
                    <a:pt x="39" y="34"/>
                    <a:pt x="34" y="32"/>
                  </a:cubicBezTo>
                  <a:cubicBezTo>
                    <a:pt x="33" y="32"/>
                    <a:pt x="33" y="32"/>
                    <a:pt x="32" y="32"/>
                  </a:cubicBezTo>
                  <a:cubicBezTo>
                    <a:pt x="32" y="32"/>
                    <a:pt x="31" y="32"/>
                    <a:pt x="31" y="32"/>
                  </a:cubicBezTo>
                  <a:cubicBezTo>
                    <a:pt x="30" y="32"/>
                    <a:pt x="30" y="32"/>
                    <a:pt x="29" y="32"/>
                  </a:cubicBezTo>
                  <a:cubicBezTo>
                    <a:pt x="29" y="32"/>
                    <a:pt x="28" y="32"/>
                    <a:pt x="27" y="32"/>
                  </a:cubicBezTo>
                  <a:cubicBezTo>
                    <a:pt x="27" y="31"/>
                    <a:pt x="28" y="30"/>
                    <a:pt x="29" y="30"/>
                  </a:cubicBezTo>
                  <a:cubicBezTo>
                    <a:pt x="29" y="24"/>
                    <a:pt x="38" y="20"/>
                    <a:pt x="37" y="12"/>
                  </a:cubicBezTo>
                  <a:cubicBezTo>
                    <a:pt x="20" y="12"/>
                    <a:pt x="20" y="12"/>
                    <a:pt x="20" y="12"/>
                  </a:cubicBezTo>
                  <a:cubicBezTo>
                    <a:pt x="20" y="11"/>
                    <a:pt x="19" y="11"/>
                    <a:pt x="19" y="10"/>
                  </a:cubicBezTo>
                  <a:cubicBezTo>
                    <a:pt x="20" y="6"/>
                    <a:pt x="27" y="7"/>
                    <a:pt x="27" y="3"/>
                  </a:cubicBezTo>
                  <a:cubicBezTo>
                    <a:pt x="27" y="2"/>
                    <a:pt x="25" y="0"/>
                    <a:pt x="2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 name="Freeform 93"/>
            <p:cNvSpPr>
              <a:spLocks/>
            </p:cNvSpPr>
            <p:nvPr/>
          </p:nvSpPr>
          <p:spPr bwMode="auto">
            <a:xfrm>
              <a:off x="5957888" y="2362200"/>
              <a:ext cx="11113" cy="14288"/>
            </a:xfrm>
            <a:custGeom>
              <a:avLst/>
              <a:gdLst>
                <a:gd name="T0" fmla="*/ 3 w 3"/>
                <a:gd name="T1" fmla="*/ 0 h 4"/>
                <a:gd name="T2" fmla="*/ 2 w 3"/>
                <a:gd name="T3" fmla="*/ 0 h 4"/>
                <a:gd name="T4" fmla="*/ 0 w 3"/>
                <a:gd name="T5" fmla="*/ 4 h 4"/>
                <a:gd name="T6" fmla="*/ 3 w 3"/>
                <a:gd name="T7" fmla="*/ 4 h 4"/>
                <a:gd name="T8" fmla="*/ 3 w 3"/>
                <a:gd name="T9" fmla="*/ 0 h 4"/>
              </a:gdLst>
              <a:ahLst/>
              <a:cxnLst>
                <a:cxn ang="0">
                  <a:pos x="T0" y="T1"/>
                </a:cxn>
                <a:cxn ang="0">
                  <a:pos x="T2" y="T3"/>
                </a:cxn>
                <a:cxn ang="0">
                  <a:pos x="T4" y="T5"/>
                </a:cxn>
                <a:cxn ang="0">
                  <a:pos x="T6" y="T7"/>
                </a:cxn>
                <a:cxn ang="0">
                  <a:pos x="T8" y="T9"/>
                </a:cxn>
              </a:cxnLst>
              <a:rect l="0" t="0" r="r" b="b"/>
              <a:pathLst>
                <a:path w="3" h="4">
                  <a:moveTo>
                    <a:pt x="3" y="0"/>
                  </a:moveTo>
                  <a:cubicBezTo>
                    <a:pt x="2" y="0"/>
                    <a:pt x="2" y="0"/>
                    <a:pt x="2" y="0"/>
                  </a:cubicBezTo>
                  <a:cubicBezTo>
                    <a:pt x="0" y="1"/>
                    <a:pt x="0" y="2"/>
                    <a:pt x="0" y="4"/>
                  </a:cubicBezTo>
                  <a:cubicBezTo>
                    <a:pt x="1" y="4"/>
                    <a:pt x="2" y="4"/>
                    <a:pt x="3" y="4"/>
                  </a:cubicBezTo>
                  <a:cubicBezTo>
                    <a:pt x="3" y="2"/>
                    <a:pt x="3" y="1"/>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1" name="Freeform 94"/>
            <p:cNvSpPr>
              <a:spLocks/>
            </p:cNvSpPr>
            <p:nvPr/>
          </p:nvSpPr>
          <p:spPr bwMode="auto">
            <a:xfrm>
              <a:off x="5380038" y="1798638"/>
              <a:ext cx="311150" cy="142875"/>
            </a:xfrm>
            <a:custGeom>
              <a:avLst/>
              <a:gdLst>
                <a:gd name="T0" fmla="*/ 13 w 83"/>
                <a:gd name="T1" fmla="*/ 0 h 38"/>
                <a:gd name="T2" fmla="*/ 11 w 83"/>
                <a:gd name="T3" fmla="*/ 0 h 38"/>
                <a:gd name="T4" fmla="*/ 6 w 83"/>
                <a:gd name="T5" fmla="*/ 3 h 38"/>
                <a:gd name="T6" fmla="*/ 6 w 83"/>
                <a:gd name="T7" fmla="*/ 6 h 38"/>
                <a:gd name="T8" fmla="*/ 3 w 83"/>
                <a:gd name="T9" fmla="*/ 5 h 38"/>
                <a:gd name="T10" fmla="*/ 0 w 83"/>
                <a:gd name="T11" fmla="*/ 5 h 38"/>
                <a:gd name="T12" fmla="*/ 15 w 83"/>
                <a:gd name="T13" fmla="*/ 11 h 38"/>
                <a:gd name="T14" fmla="*/ 16 w 83"/>
                <a:gd name="T15" fmla="*/ 14 h 38"/>
                <a:gd name="T16" fmla="*/ 1 w 83"/>
                <a:gd name="T17" fmla="*/ 16 h 38"/>
                <a:gd name="T18" fmla="*/ 5 w 83"/>
                <a:gd name="T19" fmla="*/ 18 h 38"/>
                <a:gd name="T20" fmla="*/ 8 w 83"/>
                <a:gd name="T21" fmla="*/ 17 h 38"/>
                <a:gd name="T22" fmla="*/ 11 w 83"/>
                <a:gd name="T23" fmla="*/ 17 h 38"/>
                <a:gd name="T24" fmla="*/ 13 w 83"/>
                <a:gd name="T25" fmla="*/ 17 h 38"/>
                <a:gd name="T26" fmla="*/ 12 w 83"/>
                <a:gd name="T27" fmla="*/ 26 h 38"/>
                <a:gd name="T28" fmla="*/ 9 w 83"/>
                <a:gd name="T29" fmla="*/ 27 h 38"/>
                <a:gd name="T30" fmla="*/ 22 w 83"/>
                <a:gd name="T31" fmla="*/ 32 h 38"/>
                <a:gd name="T32" fmla="*/ 47 w 83"/>
                <a:gd name="T33" fmla="*/ 38 h 38"/>
                <a:gd name="T34" fmla="*/ 69 w 83"/>
                <a:gd name="T35" fmla="*/ 30 h 38"/>
                <a:gd name="T36" fmla="*/ 82 w 83"/>
                <a:gd name="T37" fmla="*/ 20 h 38"/>
                <a:gd name="T38" fmla="*/ 83 w 83"/>
                <a:gd name="T39" fmla="*/ 20 h 38"/>
                <a:gd name="T40" fmla="*/ 72 w 83"/>
                <a:gd name="T41" fmla="*/ 5 h 38"/>
                <a:gd name="T42" fmla="*/ 74 w 83"/>
                <a:gd name="T43" fmla="*/ 3 h 38"/>
                <a:gd name="T44" fmla="*/ 67 w 83"/>
                <a:gd name="T45" fmla="*/ 4 h 38"/>
                <a:gd name="T46" fmla="*/ 62 w 83"/>
                <a:gd name="T47" fmla="*/ 1 h 38"/>
                <a:gd name="T48" fmla="*/ 61 w 83"/>
                <a:gd name="T49" fmla="*/ 1 h 38"/>
                <a:gd name="T50" fmla="*/ 59 w 83"/>
                <a:gd name="T51" fmla="*/ 1 h 38"/>
                <a:gd name="T52" fmla="*/ 58 w 83"/>
                <a:gd name="T53" fmla="*/ 5 h 38"/>
                <a:gd name="T54" fmla="*/ 55 w 83"/>
                <a:gd name="T55" fmla="*/ 4 h 38"/>
                <a:gd name="T56" fmla="*/ 48 w 83"/>
                <a:gd name="T57" fmla="*/ 6 h 38"/>
                <a:gd name="T58" fmla="*/ 39 w 83"/>
                <a:gd name="T59" fmla="*/ 5 h 38"/>
                <a:gd name="T60" fmla="*/ 39 w 83"/>
                <a:gd name="T61" fmla="*/ 8 h 38"/>
                <a:gd name="T62" fmla="*/ 35 w 83"/>
                <a:gd name="T63" fmla="*/ 6 h 38"/>
                <a:gd name="T64" fmla="*/ 28 w 83"/>
                <a:gd name="T65" fmla="*/ 7 h 38"/>
                <a:gd name="T66" fmla="*/ 24 w 83"/>
                <a:gd name="T67" fmla="*/ 5 h 38"/>
                <a:gd name="T68" fmla="*/ 24 w 83"/>
                <a:gd name="T69" fmla="*/ 9 h 38"/>
                <a:gd name="T70" fmla="*/ 19 w 83"/>
                <a:gd name="T71" fmla="*/ 10 h 38"/>
                <a:gd name="T72" fmla="*/ 15 w 83"/>
                <a:gd name="T73" fmla="*/ 5 h 38"/>
                <a:gd name="T74" fmla="*/ 13 w 83"/>
                <a:gd name="T75"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3" h="38">
                  <a:moveTo>
                    <a:pt x="13" y="0"/>
                  </a:moveTo>
                  <a:cubicBezTo>
                    <a:pt x="12" y="0"/>
                    <a:pt x="12" y="0"/>
                    <a:pt x="11" y="0"/>
                  </a:cubicBezTo>
                  <a:cubicBezTo>
                    <a:pt x="9" y="0"/>
                    <a:pt x="8" y="3"/>
                    <a:pt x="6" y="3"/>
                  </a:cubicBezTo>
                  <a:cubicBezTo>
                    <a:pt x="6" y="4"/>
                    <a:pt x="6" y="5"/>
                    <a:pt x="6" y="6"/>
                  </a:cubicBezTo>
                  <a:cubicBezTo>
                    <a:pt x="5" y="5"/>
                    <a:pt x="4" y="5"/>
                    <a:pt x="3" y="5"/>
                  </a:cubicBezTo>
                  <a:cubicBezTo>
                    <a:pt x="2" y="5"/>
                    <a:pt x="1" y="5"/>
                    <a:pt x="0" y="5"/>
                  </a:cubicBezTo>
                  <a:cubicBezTo>
                    <a:pt x="1" y="8"/>
                    <a:pt x="11" y="11"/>
                    <a:pt x="15" y="11"/>
                  </a:cubicBezTo>
                  <a:cubicBezTo>
                    <a:pt x="15" y="12"/>
                    <a:pt x="15" y="13"/>
                    <a:pt x="16" y="14"/>
                  </a:cubicBezTo>
                  <a:cubicBezTo>
                    <a:pt x="13" y="15"/>
                    <a:pt x="5" y="16"/>
                    <a:pt x="1" y="16"/>
                  </a:cubicBezTo>
                  <a:cubicBezTo>
                    <a:pt x="2" y="17"/>
                    <a:pt x="3" y="18"/>
                    <a:pt x="5" y="18"/>
                  </a:cubicBezTo>
                  <a:cubicBezTo>
                    <a:pt x="6" y="18"/>
                    <a:pt x="7" y="17"/>
                    <a:pt x="8" y="17"/>
                  </a:cubicBezTo>
                  <a:cubicBezTo>
                    <a:pt x="9" y="17"/>
                    <a:pt x="10" y="17"/>
                    <a:pt x="11" y="17"/>
                  </a:cubicBezTo>
                  <a:cubicBezTo>
                    <a:pt x="12" y="17"/>
                    <a:pt x="12" y="17"/>
                    <a:pt x="13" y="17"/>
                  </a:cubicBezTo>
                  <a:cubicBezTo>
                    <a:pt x="13" y="20"/>
                    <a:pt x="12" y="22"/>
                    <a:pt x="12" y="26"/>
                  </a:cubicBezTo>
                  <a:cubicBezTo>
                    <a:pt x="11" y="26"/>
                    <a:pt x="10" y="27"/>
                    <a:pt x="9" y="27"/>
                  </a:cubicBezTo>
                  <a:cubicBezTo>
                    <a:pt x="16" y="27"/>
                    <a:pt x="18" y="31"/>
                    <a:pt x="22" y="32"/>
                  </a:cubicBezTo>
                  <a:cubicBezTo>
                    <a:pt x="29" y="35"/>
                    <a:pt x="37" y="38"/>
                    <a:pt x="47" y="38"/>
                  </a:cubicBezTo>
                  <a:cubicBezTo>
                    <a:pt x="57" y="38"/>
                    <a:pt x="62" y="33"/>
                    <a:pt x="69" y="30"/>
                  </a:cubicBezTo>
                  <a:cubicBezTo>
                    <a:pt x="73" y="29"/>
                    <a:pt x="80" y="24"/>
                    <a:pt x="82" y="20"/>
                  </a:cubicBezTo>
                  <a:cubicBezTo>
                    <a:pt x="83" y="20"/>
                    <a:pt x="83" y="20"/>
                    <a:pt x="83" y="20"/>
                  </a:cubicBezTo>
                  <a:cubicBezTo>
                    <a:pt x="83" y="12"/>
                    <a:pt x="72" y="14"/>
                    <a:pt x="72" y="5"/>
                  </a:cubicBezTo>
                  <a:cubicBezTo>
                    <a:pt x="72" y="5"/>
                    <a:pt x="73" y="3"/>
                    <a:pt x="74" y="3"/>
                  </a:cubicBezTo>
                  <a:cubicBezTo>
                    <a:pt x="71" y="3"/>
                    <a:pt x="70" y="4"/>
                    <a:pt x="67" y="4"/>
                  </a:cubicBezTo>
                  <a:cubicBezTo>
                    <a:pt x="64" y="4"/>
                    <a:pt x="62" y="4"/>
                    <a:pt x="62" y="1"/>
                  </a:cubicBezTo>
                  <a:cubicBezTo>
                    <a:pt x="61" y="1"/>
                    <a:pt x="61" y="1"/>
                    <a:pt x="61" y="1"/>
                  </a:cubicBezTo>
                  <a:cubicBezTo>
                    <a:pt x="60" y="1"/>
                    <a:pt x="60" y="1"/>
                    <a:pt x="59" y="1"/>
                  </a:cubicBezTo>
                  <a:cubicBezTo>
                    <a:pt x="58" y="2"/>
                    <a:pt x="58" y="3"/>
                    <a:pt x="58" y="5"/>
                  </a:cubicBezTo>
                  <a:cubicBezTo>
                    <a:pt x="57" y="4"/>
                    <a:pt x="56" y="4"/>
                    <a:pt x="55" y="4"/>
                  </a:cubicBezTo>
                  <a:cubicBezTo>
                    <a:pt x="53" y="4"/>
                    <a:pt x="51" y="6"/>
                    <a:pt x="48" y="6"/>
                  </a:cubicBezTo>
                  <a:cubicBezTo>
                    <a:pt x="45" y="6"/>
                    <a:pt x="43" y="5"/>
                    <a:pt x="39" y="5"/>
                  </a:cubicBezTo>
                  <a:cubicBezTo>
                    <a:pt x="39" y="6"/>
                    <a:pt x="39" y="7"/>
                    <a:pt x="39" y="8"/>
                  </a:cubicBezTo>
                  <a:cubicBezTo>
                    <a:pt x="38" y="7"/>
                    <a:pt x="37" y="6"/>
                    <a:pt x="35" y="6"/>
                  </a:cubicBezTo>
                  <a:cubicBezTo>
                    <a:pt x="28" y="7"/>
                    <a:pt x="28" y="7"/>
                    <a:pt x="28" y="7"/>
                  </a:cubicBezTo>
                  <a:cubicBezTo>
                    <a:pt x="26" y="7"/>
                    <a:pt x="25" y="6"/>
                    <a:pt x="24" y="5"/>
                  </a:cubicBezTo>
                  <a:cubicBezTo>
                    <a:pt x="24" y="6"/>
                    <a:pt x="24" y="7"/>
                    <a:pt x="24" y="9"/>
                  </a:cubicBezTo>
                  <a:cubicBezTo>
                    <a:pt x="23" y="9"/>
                    <a:pt x="21" y="10"/>
                    <a:pt x="19" y="10"/>
                  </a:cubicBezTo>
                  <a:cubicBezTo>
                    <a:pt x="17" y="10"/>
                    <a:pt x="15" y="7"/>
                    <a:pt x="15" y="5"/>
                  </a:cubicBezTo>
                  <a:cubicBezTo>
                    <a:pt x="15" y="3"/>
                    <a:pt x="14" y="2"/>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 name="Freeform 95"/>
            <p:cNvSpPr>
              <a:spLocks/>
            </p:cNvSpPr>
            <p:nvPr/>
          </p:nvSpPr>
          <p:spPr bwMode="auto">
            <a:xfrm>
              <a:off x="3529013" y="3500438"/>
              <a:ext cx="315913" cy="109538"/>
            </a:xfrm>
            <a:custGeom>
              <a:avLst/>
              <a:gdLst>
                <a:gd name="T0" fmla="*/ 23 w 84"/>
                <a:gd name="T1" fmla="*/ 0 h 29"/>
                <a:gd name="T2" fmla="*/ 0 w 84"/>
                <a:gd name="T3" fmla="*/ 12 h 29"/>
                <a:gd name="T4" fmla="*/ 3 w 84"/>
                <a:gd name="T5" fmla="*/ 12 h 29"/>
                <a:gd name="T6" fmla="*/ 18 w 84"/>
                <a:gd name="T7" fmla="*/ 5 h 29"/>
                <a:gd name="T8" fmla="*/ 20 w 84"/>
                <a:gd name="T9" fmla="*/ 5 h 29"/>
                <a:gd name="T10" fmla="*/ 22 w 84"/>
                <a:gd name="T11" fmla="*/ 6 h 29"/>
                <a:gd name="T12" fmla="*/ 23 w 84"/>
                <a:gd name="T13" fmla="*/ 9 h 29"/>
                <a:gd name="T14" fmla="*/ 31 w 84"/>
                <a:gd name="T15" fmla="*/ 9 h 29"/>
                <a:gd name="T16" fmla="*/ 41 w 84"/>
                <a:gd name="T17" fmla="*/ 14 h 29"/>
                <a:gd name="T18" fmla="*/ 45 w 84"/>
                <a:gd name="T19" fmla="*/ 13 h 29"/>
                <a:gd name="T20" fmla="*/ 47 w 84"/>
                <a:gd name="T21" fmla="*/ 14 h 29"/>
                <a:gd name="T22" fmla="*/ 50 w 84"/>
                <a:gd name="T23" fmla="*/ 17 h 29"/>
                <a:gd name="T24" fmla="*/ 60 w 84"/>
                <a:gd name="T25" fmla="*/ 23 h 29"/>
                <a:gd name="T26" fmla="*/ 57 w 84"/>
                <a:gd name="T27" fmla="*/ 25 h 29"/>
                <a:gd name="T28" fmla="*/ 57 w 84"/>
                <a:gd name="T29" fmla="*/ 27 h 29"/>
                <a:gd name="T30" fmla="*/ 74 w 84"/>
                <a:gd name="T31" fmla="*/ 29 h 29"/>
                <a:gd name="T32" fmla="*/ 84 w 84"/>
                <a:gd name="T33" fmla="*/ 25 h 29"/>
                <a:gd name="T34" fmla="*/ 78 w 84"/>
                <a:gd name="T35" fmla="*/ 20 h 29"/>
                <a:gd name="T36" fmla="*/ 74 w 84"/>
                <a:gd name="T37" fmla="*/ 19 h 29"/>
                <a:gd name="T38" fmla="*/ 74 w 84"/>
                <a:gd name="T39" fmla="*/ 17 h 29"/>
                <a:gd name="T40" fmla="*/ 56 w 84"/>
                <a:gd name="T41" fmla="*/ 10 h 29"/>
                <a:gd name="T42" fmla="*/ 51 w 84"/>
                <a:gd name="T43" fmla="*/ 7 h 29"/>
                <a:gd name="T44" fmla="*/ 23 w 84"/>
                <a:gd name="T4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4" h="29">
                  <a:moveTo>
                    <a:pt x="23" y="0"/>
                  </a:moveTo>
                  <a:cubicBezTo>
                    <a:pt x="11" y="0"/>
                    <a:pt x="5" y="5"/>
                    <a:pt x="0" y="12"/>
                  </a:cubicBezTo>
                  <a:cubicBezTo>
                    <a:pt x="3" y="12"/>
                    <a:pt x="3" y="12"/>
                    <a:pt x="3" y="12"/>
                  </a:cubicBezTo>
                  <a:cubicBezTo>
                    <a:pt x="5" y="9"/>
                    <a:pt x="13" y="5"/>
                    <a:pt x="18" y="5"/>
                  </a:cubicBezTo>
                  <a:cubicBezTo>
                    <a:pt x="19" y="5"/>
                    <a:pt x="19" y="5"/>
                    <a:pt x="20" y="5"/>
                  </a:cubicBezTo>
                  <a:cubicBezTo>
                    <a:pt x="21" y="5"/>
                    <a:pt x="22" y="6"/>
                    <a:pt x="22" y="6"/>
                  </a:cubicBezTo>
                  <a:cubicBezTo>
                    <a:pt x="22" y="7"/>
                    <a:pt x="21" y="8"/>
                    <a:pt x="23" y="9"/>
                  </a:cubicBezTo>
                  <a:cubicBezTo>
                    <a:pt x="31" y="9"/>
                    <a:pt x="31" y="9"/>
                    <a:pt x="31" y="9"/>
                  </a:cubicBezTo>
                  <a:cubicBezTo>
                    <a:pt x="35" y="9"/>
                    <a:pt x="37" y="14"/>
                    <a:pt x="41" y="14"/>
                  </a:cubicBezTo>
                  <a:cubicBezTo>
                    <a:pt x="43" y="14"/>
                    <a:pt x="44" y="13"/>
                    <a:pt x="45" y="13"/>
                  </a:cubicBezTo>
                  <a:cubicBezTo>
                    <a:pt x="46" y="13"/>
                    <a:pt x="46" y="14"/>
                    <a:pt x="47" y="14"/>
                  </a:cubicBezTo>
                  <a:cubicBezTo>
                    <a:pt x="48" y="15"/>
                    <a:pt x="48" y="17"/>
                    <a:pt x="50" y="17"/>
                  </a:cubicBezTo>
                  <a:cubicBezTo>
                    <a:pt x="51" y="21"/>
                    <a:pt x="56" y="21"/>
                    <a:pt x="60" y="23"/>
                  </a:cubicBezTo>
                  <a:cubicBezTo>
                    <a:pt x="60" y="24"/>
                    <a:pt x="59" y="25"/>
                    <a:pt x="57" y="25"/>
                  </a:cubicBezTo>
                  <a:cubicBezTo>
                    <a:pt x="57" y="26"/>
                    <a:pt x="57" y="26"/>
                    <a:pt x="57" y="27"/>
                  </a:cubicBezTo>
                  <a:cubicBezTo>
                    <a:pt x="63" y="27"/>
                    <a:pt x="67" y="29"/>
                    <a:pt x="74" y="29"/>
                  </a:cubicBezTo>
                  <a:cubicBezTo>
                    <a:pt x="77" y="29"/>
                    <a:pt x="82" y="29"/>
                    <a:pt x="84" y="25"/>
                  </a:cubicBezTo>
                  <a:cubicBezTo>
                    <a:pt x="82" y="25"/>
                    <a:pt x="81" y="21"/>
                    <a:pt x="78" y="20"/>
                  </a:cubicBezTo>
                  <a:cubicBezTo>
                    <a:pt x="74" y="19"/>
                    <a:pt x="74" y="19"/>
                    <a:pt x="74" y="19"/>
                  </a:cubicBezTo>
                  <a:cubicBezTo>
                    <a:pt x="73" y="19"/>
                    <a:pt x="74" y="18"/>
                    <a:pt x="74" y="17"/>
                  </a:cubicBezTo>
                  <a:cubicBezTo>
                    <a:pt x="67" y="17"/>
                    <a:pt x="60" y="14"/>
                    <a:pt x="56" y="10"/>
                  </a:cubicBezTo>
                  <a:cubicBezTo>
                    <a:pt x="55" y="10"/>
                    <a:pt x="53" y="7"/>
                    <a:pt x="51" y="7"/>
                  </a:cubicBezTo>
                  <a:cubicBezTo>
                    <a:pt x="42" y="7"/>
                    <a:pt x="36" y="0"/>
                    <a:pt x="2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3" name="Freeform 96"/>
            <p:cNvSpPr>
              <a:spLocks/>
            </p:cNvSpPr>
            <p:nvPr/>
          </p:nvSpPr>
          <p:spPr bwMode="auto">
            <a:xfrm>
              <a:off x="3575050" y="3541713"/>
              <a:ext cx="14288" cy="14288"/>
            </a:xfrm>
            <a:custGeom>
              <a:avLst/>
              <a:gdLst>
                <a:gd name="T0" fmla="*/ 3 w 4"/>
                <a:gd name="T1" fmla="*/ 0 h 4"/>
                <a:gd name="T2" fmla="*/ 2 w 4"/>
                <a:gd name="T3" fmla="*/ 0 h 4"/>
                <a:gd name="T4" fmla="*/ 2 w 4"/>
                <a:gd name="T5" fmla="*/ 2 h 4"/>
                <a:gd name="T6" fmla="*/ 0 w 4"/>
                <a:gd name="T7" fmla="*/ 4 h 4"/>
                <a:gd name="T8" fmla="*/ 1 w 4"/>
                <a:gd name="T9" fmla="*/ 4 h 4"/>
                <a:gd name="T10" fmla="*/ 4 w 4"/>
                <a:gd name="T11" fmla="*/ 4 h 4"/>
                <a:gd name="T12" fmla="*/ 4 w 4"/>
                <a:gd name="T13" fmla="*/ 0 h 4"/>
                <a:gd name="T14" fmla="*/ 3 w 4"/>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3" y="0"/>
                  </a:moveTo>
                  <a:cubicBezTo>
                    <a:pt x="2" y="0"/>
                    <a:pt x="2" y="0"/>
                    <a:pt x="2" y="0"/>
                  </a:cubicBezTo>
                  <a:cubicBezTo>
                    <a:pt x="2" y="2"/>
                    <a:pt x="2" y="2"/>
                    <a:pt x="2" y="2"/>
                  </a:cubicBezTo>
                  <a:cubicBezTo>
                    <a:pt x="1" y="2"/>
                    <a:pt x="0" y="2"/>
                    <a:pt x="0" y="4"/>
                  </a:cubicBezTo>
                  <a:cubicBezTo>
                    <a:pt x="0" y="4"/>
                    <a:pt x="0" y="4"/>
                    <a:pt x="1" y="4"/>
                  </a:cubicBezTo>
                  <a:cubicBezTo>
                    <a:pt x="2" y="4"/>
                    <a:pt x="3" y="4"/>
                    <a:pt x="4" y="4"/>
                  </a:cubicBezTo>
                  <a:cubicBezTo>
                    <a:pt x="4" y="3"/>
                    <a:pt x="4" y="1"/>
                    <a:pt x="4" y="0"/>
                  </a:cubicBezTo>
                  <a:cubicBezTo>
                    <a:pt x="3"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4" name="Freeform 97"/>
            <p:cNvSpPr>
              <a:spLocks/>
            </p:cNvSpPr>
            <p:nvPr/>
          </p:nvSpPr>
          <p:spPr bwMode="auto">
            <a:xfrm>
              <a:off x="3732213" y="3646488"/>
              <a:ext cx="52388" cy="22225"/>
            </a:xfrm>
            <a:custGeom>
              <a:avLst/>
              <a:gdLst>
                <a:gd name="T0" fmla="*/ 3 w 14"/>
                <a:gd name="T1" fmla="*/ 0 h 6"/>
                <a:gd name="T2" fmla="*/ 0 w 14"/>
                <a:gd name="T3" fmla="*/ 2 h 6"/>
                <a:gd name="T4" fmla="*/ 5 w 14"/>
                <a:gd name="T5" fmla="*/ 6 h 6"/>
                <a:gd name="T6" fmla="*/ 14 w 14"/>
                <a:gd name="T7" fmla="*/ 5 h 6"/>
                <a:gd name="T8" fmla="*/ 11 w 14"/>
                <a:gd name="T9" fmla="*/ 2 h 6"/>
                <a:gd name="T10" fmla="*/ 12 w 14"/>
                <a:gd name="T11" fmla="*/ 3 h 6"/>
                <a:gd name="T12" fmla="*/ 3 w 14"/>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14" h="6">
                  <a:moveTo>
                    <a:pt x="3" y="0"/>
                  </a:moveTo>
                  <a:cubicBezTo>
                    <a:pt x="2" y="0"/>
                    <a:pt x="0" y="1"/>
                    <a:pt x="0" y="2"/>
                  </a:cubicBezTo>
                  <a:cubicBezTo>
                    <a:pt x="0" y="4"/>
                    <a:pt x="2" y="6"/>
                    <a:pt x="5" y="6"/>
                  </a:cubicBezTo>
                  <a:cubicBezTo>
                    <a:pt x="8" y="6"/>
                    <a:pt x="11" y="5"/>
                    <a:pt x="14" y="5"/>
                  </a:cubicBezTo>
                  <a:cubicBezTo>
                    <a:pt x="14" y="3"/>
                    <a:pt x="13" y="3"/>
                    <a:pt x="11" y="2"/>
                  </a:cubicBezTo>
                  <a:cubicBezTo>
                    <a:pt x="12" y="3"/>
                    <a:pt x="12" y="3"/>
                    <a:pt x="12" y="3"/>
                  </a:cubicBezTo>
                  <a:cubicBezTo>
                    <a:pt x="10" y="2"/>
                    <a:pt x="6"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5" name="Freeform 98"/>
            <p:cNvSpPr>
              <a:spLocks/>
            </p:cNvSpPr>
            <p:nvPr/>
          </p:nvSpPr>
          <p:spPr bwMode="auto">
            <a:xfrm>
              <a:off x="4070350" y="3646488"/>
              <a:ext cx="41275" cy="19050"/>
            </a:xfrm>
            <a:custGeom>
              <a:avLst/>
              <a:gdLst>
                <a:gd name="T0" fmla="*/ 3 w 11"/>
                <a:gd name="T1" fmla="*/ 0 h 5"/>
                <a:gd name="T2" fmla="*/ 0 w 11"/>
                <a:gd name="T3" fmla="*/ 1 h 5"/>
                <a:gd name="T4" fmla="*/ 7 w 11"/>
                <a:gd name="T5" fmla="*/ 5 h 5"/>
                <a:gd name="T6" fmla="*/ 11 w 11"/>
                <a:gd name="T7" fmla="*/ 3 h 5"/>
                <a:gd name="T8" fmla="*/ 3 w 11"/>
                <a:gd name="T9" fmla="*/ 0 h 5"/>
              </a:gdLst>
              <a:ahLst/>
              <a:cxnLst>
                <a:cxn ang="0">
                  <a:pos x="T0" y="T1"/>
                </a:cxn>
                <a:cxn ang="0">
                  <a:pos x="T2" y="T3"/>
                </a:cxn>
                <a:cxn ang="0">
                  <a:pos x="T4" y="T5"/>
                </a:cxn>
                <a:cxn ang="0">
                  <a:pos x="T6" y="T7"/>
                </a:cxn>
                <a:cxn ang="0">
                  <a:pos x="T8" y="T9"/>
                </a:cxn>
              </a:cxnLst>
              <a:rect l="0" t="0" r="r" b="b"/>
              <a:pathLst>
                <a:path w="11" h="5">
                  <a:moveTo>
                    <a:pt x="3" y="0"/>
                  </a:moveTo>
                  <a:cubicBezTo>
                    <a:pt x="2" y="0"/>
                    <a:pt x="0" y="0"/>
                    <a:pt x="0" y="1"/>
                  </a:cubicBezTo>
                  <a:cubicBezTo>
                    <a:pt x="0" y="4"/>
                    <a:pt x="3" y="5"/>
                    <a:pt x="7" y="5"/>
                  </a:cubicBezTo>
                  <a:cubicBezTo>
                    <a:pt x="8" y="5"/>
                    <a:pt x="10" y="5"/>
                    <a:pt x="11" y="3"/>
                  </a:cubicBezTo>
                  <a:cubicBezTo>
                    <a:pt x="10" y="1"/>
                    <a:pt x="4"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6" name="Freeform 99"/>
            <p:cNvSpPr>
              <a:spLocks/>
            </p:cNvSpPr>
            <p:nvPr/>
          </p:nvSpPr>
          <p:spPr bwMode="auto">
            <a:xfrm>
              <a:off x="3848100" y="3602038"/>
              <a:ext cx="180975" cy="71438"/>
            </a:xfrm>
            <a:custGeom>
              <a:avLst/>
              <a:gdLst>
                <a:gd name="T0" fmla="*/ 11 w 48"/>
                <a:gd name="T1" fmla="*/ 0 h 19"/>
                <a:gd name="T2" fmla="*/ 9 w 48"/>
                <a:gd name="T3" fmla="*/ 2 h 19"/>
                <a:gd name="T4" fmla="*/ 12 w 48"/>
                <a:gd name="T5" fmla="*/ 5 h 19"/>
                <a:gd name="T6" fmla="*/ 14 w 48"/>
                <a:gd name="T7" fmla="*/ 11 h 19"/>
                <a:gd name="T8" fmla="*/ 10 w 48"/>
                <a:gd name="T9" fmla="*/ 12 h 19"/>
                <a:gd name="T10" fmla="*/ 1 w 48"/>
                <a:gd name="T11" fmla="*/ 11 h 19"/>
                <a:gd name="T12" fmla="*/ 0 w 48"/>
                <a:gd name="T13" fmla="*/ 12 h 19"/>
                <a:gd name="T14" fmla="*/ 3 w 48"/>
                <a:gd name="T15" fmla="*/ 17 h 19"/>
                <a:gd name="T16" fmla="*/ 4 w 48"/>
                <a:gd name="T17" fmla="*/ 15 h 19"/>
                <a:gd name="T18" fmla="*/ 5 w 48"/>
                <a:gd name="T19" fmla="*/ 15 h 19"/>
                <a:gd name="T20" fmla="*/ 7 w 48"/>
                <a:gd name="T21" fmla="*/ 15 h 19"/>
                <a:gd name="T22" fmla="*/ 14 w 48"/>
                <a:gd name="T23" fmla="*/ 14 h 19"/>
                <a:gd name="T24" fmla="*/ 20 w 48"/>
                <a:gd name="T25" fmla="*/ 15 h 19"/>
                <a:gd name="T26" fmla="*/ 23 w 48"/>
                <a:gd name="T27" fmla="*/ 19 h 19"/>
                <a:gd name="T28" fmla="*/ 30 w 48"/>
                <a:gd name="T29" fmla="*/ 14 h 19"/>
                <a:gd name="T30" fmla="*/ 33 w 48"/>
                <a:gd name="T31" fmla="*/ 15 h 19"/>
                <a:gd name="T32" fmla="*/ 38 w 48"/>
                <a:gd name="T33" fmla="*/ 13 h 19"/>
                <a:gd name="T34" fmla="*/ 48 w 48"/>
                <a:gd name="T35" fmla="*/ 13 h 19"/>
                <a:gd name="T36" fmla="*/ 41 w 48"/>
                <a:gd name="T37" fmla="*/ 7 h 19"/>
                <a:gd name="T38" fmla="*/ 42 w 48"/>
                <a:gd name="T39" fmla="*/ 8 h 19"/>
                <a:gd name="T40" fmla="*/ 26 w 48"/>
                <a:gd name="T41" fmla="*/ 1 h 19"/>
                <a:gd name="T42" fmla="*/ 18 w 48"/>
                <a:gd name="T43" fmla="*/ 2 h 19"/>
                <a:gd name="T44" fmla="*/ 11 w 48"/>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8" h="19">
                  <a:moveTo>
                    <a:pt x="11" y="0"/>
                  </a:moveTo>
                  <a:cubicBezTo>
                    <a:pt x="10" y="0"/>
                    <a:pt x="9" y="1"/>
                    <a:pt x="9" y="2"/>
                  </a:cubicBezTo>
                  <a:cubicBezTo>
                    <a:pt x="9" y="4"/>
                    <a:pt x="11" y="5"/>
                    <a:pt x="12" y="5"/>
                  </a:cubicBezTo>
                  <a:cubicBezTo>
                    <a:pt x="12" y="7"/>
                    <a:pt x="13" y="9"/>
                    <a:pt x="14" y="11"/>
                  </a:cubicBezTo>
                  <a:cubicBezTo>
                    <a:pt x="13" y="12"/>
                    <a:pt x="12" y="12"/>
                    <a:pt x="10" y="12"/>
                  </a:cubicBezTo>
                  <a:cubicBezTo>
                    <a:pt x="8" y="12"/>
                    <a:pt x="6" y="11"/>
                    <a:pt x="1" y="11"/>
                  </a:cubicBezTo>
                  <a:cubicBezTo>
                    <a:pt x="1" y="11"/>
                    <a:pt x="1" y="12"/>
                    <a:pt x="0" y="12"/>
                  </a:cubicBezTo>
                  <a:cubicBezTo>
                    <a:pt x="0" y="14"/>
                    <a:pt x="2" y="17"/>
                    <a:pt x="3" y="17"/>
                  </a:cubicBezTo>
                  <a:cubicBezTo>
                    <a:pt x="3" y="16"/>
                    <a:pt x="4" y="15"/>
                    <a:pt x="4" y="15"/>
                  </a:cubicBezTo>
                  <a:cubicBezTo>
                    <a:pt x="4" y="15"/>
                    <a:pt x="5" y="15"/>
                    <a:pt x="5" y="15"/>
                  </a:cubicBezTo>
                  <a:cubicBezTo>
                    <a:pt x="5" y="15"/>
                    <a:pt x="6" y="15"/>
                    <a:pt x="7" y="15"/>
                  </a:cubicBezTo>
                  <a:cubicBezTo>
                    <a:pt x="9" y="15"/>
                    <a:pt x="11" y="14"/>
                    <a:pt x="14" y="14"/>
                  </a:cubicBezTo>
                  <a:cubicBezTo>
                    <a:pt x="16" y="14"/>
                    <a:pt x="19" y="15"/>
                    <a:pt x="20" y="15"/>
                  </a:cubicBezTo>
                  <a:cubicBezTo>
                    <a:pt x="21" y="16"/>
                    <a:pt x="21" y="19"/>
                    <a:pt x="23" y="19"/>
                  </a:cubicBezTo>
                  <a:cubicBezTo>
                    <a:pt x="26" y="19"/>
                    <a:pt x="26" y="14"/>
                    <a:pt x="30" y="14"/>
                  </a:cubicBezTo>
                  <a:cubicBezTo>
                    <a:pt x="31" y="14"/>
                    <a:pt x="31" y="15"/>
                    <a:pt x="33" y="15"/>
                  </a:cubicBezTo>
                  <a:cubicBezTo>
                    <a:pt x="35" y="15"/>
                    <a:pt x="36" y="14"/>
                    <a:pt x="38" y="13"/>
                  </a:cubicBezTo>
                  <a:cubicBezTo>
                    <a:pt x="48" y="13"/>
                    <a:pt x="48" y="13"/>
                    <a:pt x="48" y="13"/>
                  </a:cubicBezTo>
                  <a:cubicBezTo>
                    <a:pt x="46" y="10"/>
                    <a:pt x="44" y="9"/>
                    <a:pt x="41" y="7"/>
                  </a:cubicBezTo>
                  <a:cubicBezTo>
                    <a:pt x="42" y="8"/>
                    <a:pt x="42" y="8"/>
                    <a:pt x="42" y="8"/>
                  </a:cubicBezTo>
                  <a:cubicBezTo>
                    <a:pt x="37" y="6"/>
                    <a:pt x="35" y="1"/>
                    <a:pt x="26" y="1"/>
                  </a:cubicBezTo>
                  <a:cubicBezTo>
                    <a:pt x="23" y="1"/>
                    <a:pt x="21" y="2"/>
                    <a:pt x="18" y="2"/>
                  </a:cubicBezTo>
                  <a:cubicBezTo>
                    <a:pt x="15" y="2"/>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7" name="Freeform 100"/>
            <p:cNvSpPr>
              <a:spLocks/>
            </p:cNvSpPr>
            <p:nvPr/>
          </p:nvSpPr>
          <p:spPr bwMode="auto">
            <a:xfrm>
              <a:off x="4235450" y="3890963"/>
              <a:ext cx="22225" cy="26988"/>
            </a:xfrm>
            <a:custGeom>
              <a:avLst/>
              <a:gdLst>
                <a:gd name="T0" fmla="*/ 6 w 6"/>
                <a:gd name="T1" fmla="*/ 0 h 7"/>
                <a:gd name="T2" fmla="*/ 3 w 6"/>
                <a:gd name="T3" fmla="*/ 0 h 7"/>
                <a:gd name="T4" fmla="*/ 0 w 6"/>
                <a:gd name="T5" fmla="*/ 6 h 7"/>
                <a:gd name="T6" fmla="*/ 0 w 6"/>
                <a:gd name="T7" fmla="*/ 7 h 7"/>
                <a:gd name="T8" fmla="*/ 2 w 6"/>
                <a:gd name="T9" fmla="*/ 6 h 7"/>
                <a:gd name="T10" fmla="*/ 6 w 6"/>
                <a:gd name="T11" fmla="*/ 2 h 7"/>
                <a:gd name="T12" fmla="*/ 6 w 6"/>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6" h="7">
                  <a:moveTo>
                    <a:pt x="6" y="0"/>
                  </a:moveTo>
                  <a:cubicBezTo>
                    <a:pt x="5" y="0"/>
                    <a:pt x="4" y="0"/>
                    <a:pt x="3" y="0"/>
                  </a:cubicBezTo>
                  <a:cubicBezTo>
                    <a:pt x="1" y="0"/>
                    <a:pt x="0" y="3"/>
                    <a:pt x="0" y="6"/>
                  </a:cubicBezTo>
                  <a:cubicBezTo>
                    <a:pt x="0" y="6"/>
                    <a:pt x="0" y="7"/>
                    <a:pt x="0" y="7"/>
                  </a:cubicBezTo>
                  <a:cubicBezTo>
                    <a:pt x="1" y="7"/>
                    <a:pt x="2" y="6"/>
                    <a:pt x="2" y="6"/>
                  </a:cubicBezTo>
                  <a:cubicBezTo>
                    <a:pt x="4" y="6"/>
                    <a:pt x="5" y="4"/>
                    <a:pt x="6" y="2"/>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8" name="Freeform 101"/>
            <p:cNvSpPr>
              <a:spLocks/>
            </p:cNvSpPr>
            <p:nvPr/>
          </p:nvSpPr>
          <p:spPr bwMode="auto">
            <a:xfrm>
              <a:off x="4565650" y="4214813"/>
              <a:ext cx="74613" cy="55563"/>
            </a:xfrm>
            <a:custGeom>
              <a:avLst/>
              <a:gdLst>
                <a:gd name="T0" fmla="*/ 7 w 20"/>
                <a:gd name="T1" fmla="*/ 0 h 15"/>
                <a:gd name="T2" fmla="*/ 6 w 20"/>
                <a:gd name="T3" fmla="*/ 0 h 15"/>
                <a:gd name="T4" fmla="*/ 0 w 20"/>
                <a:gd name="T5" fmla="*/ 7 h 15"/>
                <a:gd name="T6" fmla="*/ 12 w 20"/>
                <a:gd name="T7" fmla="*/ 15 h 15"/>
                <a:gd name="T8" fmla="*/ 20 w 20"/>
                <a:gd name="T9" fmla="*/ 6 h 15"/>
                <a:gd name="T10" fmla="*/ 18 w 20"/>
                <a:gd name="T11" fmla="*/ 3 h 15"/>
                <a:gd name="T12" fmla="*/ 14 w 20"/>
                <a:gd name="T13" fmla="*/ 5 h 15"/>
                <a:gd name="T14" fmla="*/ 13 w 20"/>
                <a:gd name="T15" fmla="*/ 3 h 15"/>
                <a:gd name="T16" fmla="*/ 7 w 20"/>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15">
                  <a:moveTo>
                    <a:pt x="7" y="0"/>
                  </a:moveTo>
                  <a:cubicBezTo>
                    <a:pt x="6" y="0"/>
                    <a:pt x="6" y="0"/>
                    <a:pt x="6" y="0"/>
                  </a:cubicBezTo>
                  <a:cubicBezTo>
                    <a:pt x="2" y="0"/>
                    <a:pt x="0" y="3"/>
                    <a:pt x="0" y="7"/>
                  </a:cubicBezTo>
                  <a:cubicBezTo>
                    <a:pt x="0" y="10"/>
                    <a:pt x="8" y="15"/>
                    <a:pt x="12" y="15"/>
                  </a:cubicBezTo>
                  <a:cubicBezTo>
                    <a:pt x="15" y="15"/>
                    <a:pt x="20" y="9"/>
                    <a:pt x="20" y="6"/>
                  </a:cubicBezTo>
                  <a:cubicBezTo>
                    <a:pt x="20" y="5"/>
                    <a:pt x="19" y="3"/>
                    <a:pt x="18" y="3"/>
                  </a:cubicBezTo>
                  <a:cubicBezTo>
                    <a:pt x="17" y="3"/>
                    <a:pt x="15" y="5"/>
                    <a:pt x="14" y="5"/>
                  </a:cubicBezTo>
                  <a:cubicBezTo>
                    <a:pt x="14" y="5"/>
                    <a:pt x="13" y="4"/>
                    <a:pt x="13" y="3"/>
                  </a:cubicBezTo>
                  <a:cubicBezTo>
                    <a:pt x="11" y="3"/>
                    <a:pt x="9" y="1"/>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9" name="Freeform 102"/>
            <p:cNvSpPr>
              <a:spLocks/>
            </p:cNvSpPr>
            <p:nvPr/>
          </p:nvSpPr>
          <p:spPr bwMode="auto">
            <a:xfrm>
              <a:off x="3856038" y="5589588"/>
              <a:ext cx="25400" cy="63500"/>
            </a:xfrm>
            <a:custGeom>
              <a:avLst/>
              <a:gdLst>
                <a:gd name="T0" fmla="*/ 3 w 7"/>
                <a:gd name="T1" fmla="*/ 0 h 17"/>
                <a:gd name="T2" fmla="*/ 0 w 7"/>
                <a:gd name="T3" fmla="*/ 9 h 17"/>
                <a:gd name="T4" fmla="*/ 0 w 7"/>
                <a:gd name="T5" fmla="*/ 13 h 17"/>
                <a:gd name="T6" fmla="*/ 3 w 7"/>
                <a:gd name="T7" fmla="*/ 17 h 17"/>
                <a:gd name="T8" fmla="*/ 5 w 7"/>
                <a:gd name="T9" fmla="*/ 17 h 17"/>
                <a:gd name="T10" fmla="*/ 5 w 7"/>
                <a:gd name="T11" fmla="*/ 8 h 17"/>
                <a:gd name="T12" fmla="*/ 7 w 7"/>
                <a:gd name="T13" fmla="*/ 5 h 17"/>
                <a:gd name="T14" fmla="*/ 3 w 7"/>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7">
                  <a:moveTo>
                    <a:pt x="3" y="0"/>
                  </a:moveTo>
                  <a:cubicBezTo>
                    <a:pt x="1" y="0"/>
                    <a:pt x="0" y="9"/>
                    <a:pt x="0" y="9"/>
                  </a:cubicBezTo>
                  <a:cubicBezTo>
                    <a:pt x="0" y="9"/>
                    <a:pt x="0" y="11"/>
                    <a:pt x="0" y="13"/>
                  </a:cubicBezTo>
                  <a:cubicBezTo>
                    <a:pt x="0" y="14"/>
                    <a:pt x="1" y="16"/>
                    <a:pt x="3" y="17"/>
                  </a:cubicBezTo>
                  <a:cubicBezTo>
                    <a:pt x="5" y="17"/>
                    <a:pt x="5" y="17"/>
                    <a:pt x="5" y="17"/>
                  </a:cubicBezTo>
                  <a:cubicBezTo>
                    <a:pt x="5" y="8"/>
                    <a:pt x="5" y="8"/>
                    <a:pt x="5" y="8"/>
                  </a:cubicBezTo>
                  <a:cubicBezTo>
                    <a:pt x="6" y="7"/>
                    <a:pt x="7" y="7"/>
                    <a:pt x="7" y="5"/>
                  </a:cubicBezTo>
                  <a:cubicBezTo>
                    <a:pt x="7" y="3"/>
                    <a:pt x="6"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0" name="Freeform 103"/>
            <p:cNvSpPr>
              <a:spLocks/>
            </p:cNvSpPr>
            <p:nvPr/>
          </p:nvSpPr>
          <p:spPr bwMode="auto">
            <a:xfrm>
              <a:off x="3633788" y="3841750"/>
              <a:ext cx="1419225" cy="2289175"/>
            </a:xfrm>
            <a:custGeom>
              <a:avLst/>
              <a:gdLst>
                <a:gd name="T0" fmla="*/ 46 w 378"/>
                <a:gd name="T1" fmla="*/ 17 h 609"/>
                <a:gd name="T2" fmla="*/ 37 w 378"/>
                <a:gd name="T3" fmla="*/ 33 h 609"/>
                <a:gd name="T4" fmla="*/ 27 w 378"/>
                <a:gd name="T5" fmla="*/ 39 h 609"/>
                <a:gd name="T6" fmla="*/ 32 w 378"/>
                <a:gd name="T7" fmla="*/ 64 h 609"/>
                <a:gd name="T8" fmla="*/ 32 w 378"/>
                <a:gd name="T9" fmla="*/ 66 h 609"/>
                <a:gd name="T10" fmla="*/ 10 w 378"/>
                <a:gd name="T11" fmla="*/ 95 h 609"/>
                <a:gd name="T12" fmla="*/ 12 w 378"/>
                <a:gd name="T13" fmla="*/ 123 h 609"/>
                <a:gd name="T14" fmla="*/ 12 w 378"/>
                <a:gd name="T15" fmla="*/ 158 h 609"/>
                <a:gd name="T16" fmla="*/ 35 w 378"/>
                <a:gd name="T17" fmla="*/ 201 h 609"/>
                <a:gd name="T18" fmla="*/ 68 w 378"/>
                <a:gd name="T19" fmla="*/ 238 h 609"/>
                <a:gd name="T20" fmla="*/ 90 w 378"/>
                <a:gd name="T21" fmla="*/ 296 h 609"/>
                <a:gd name="T22" fmla="*/ 82 w 378"/>
                <a:gd name="T23" fmla="*/ 348 h 609"/>
                <a:gd name="T24" fmla="*/ 74 w 378"/>
                <a:gd name="T25" fmla="*/ 403 h 609"/>
                <a:gd name="T26" fmla="*/ 68 w 378"/>
                <a:gd name="T27" fmla="*/ 442 h 609"/>
                <a:gd name="T28" fmla="*/ 70 w 378"/>
                <a:gd name="T29" fmla="*/ 463 h 609"/>
                <a:gd name="T30" fmla="*/ 64 w 378"/>
                <a:gd name="T31" fmla="*/ 509 h 609"/>
                <a:gd name="T32" fmla="*/ 53 w 378"/>
                <a:gd name="T33" fmla="*/ 510 h 609"/>
                <a:gd name="T34" fmla="*/ 55 w 378"/>
                <a:gd name="T35" fmla="*/ 556 h 609"/>
                <a:gd name="T36" fmla="*/ 58 w 378"/>
                <a:gd name="T37" fmla="*/ 579 h 609"/>
                <a:gd name="T38" fmla="*/ 83 w 378"/>
                <a:gd name="T39" fmla="*/ 593 h 609"/>
                <a:gd name="T40" fmla="*/ 113 w 378"/>
                <a:gd name="T41" fmla="*/ 608 h 609"/>
                <a:gd name="T42" fmla="*/ 134 w 378"/>
                <a:gd name="T43" fmla="*/ 602 h 609"/>
                <a:gd name="T44" fmla="*/ 105 w 378"/>
                <a:gd name="T45" fmla="*/ 550 h 609"/>
                <a:gd name="T46" fmla="*/ 115 w 378"/>
                <a:gd name="T47" fmla="*/ 507 h 609"/>
                <a:gd name="T48" fmla="*/ 135 w 378"/>
                <a:gd name="T49" fmla="*/ 472 h 609"/>
                <a:gd name="T50" fmla="*/ 139 w 378"/>
                <a:gd name="T51" fmla="*/ 470 h 609"/>
                <a:gd name="T52" fmla="*/ 155 w 378"/>
                <a:gd name="T53" fmla="*/ 455 h 609"/>
                <a:gd name="T54" fmla="*/ 167 w 378"/>
                <a:gd name="T55" fmla="*/ 436 h 609"/>
                <a:gd name="T56" fmla="*/ 200 w 378"/>
                <a:gd name="T57" fmla="*/ 421 h 609"/>
                <a:gd name="T58" fmla="*/ 187 w 378"/>
                <a:gd name="T59" fmla="*/ 394 h 609"/>
                <a:gd name="T60" fmla="*/ 235 w 378"/>
                <a:gd name="T61" fmla="*/ 376 h 609"/>
                <a:gd name="T62" fmla="*/ 266 w 378"/>
                <a:gd name="T63" fmla="*/ 337 h 609"/>
                <a:gd name="T64" fmla="*/ 297 w 378"/>
                <a:gd name="T65" fmla="*/ 294 h 609"/>
                <a:gd name="T66" fmla="*/ 326 w 378"/>
                <a:gd name="T67" fmla="*/ 282 h 609"/>
                <a:gd name="T68" fmla="*/ 342 w 378"/>
                <a:gd name="T69" fmla="*/ 244 h 609"/>
                <a:gd name="T70" fmla="*/ 355 w 378"/>
                <a:gd name="T71" fmla="*/ 199 h 609"/>
                <a:gd name="T72" fmla="*/ 368 w 378"/>
                <a:gd name="T73" fmla="*/ 141 h 609"/>
                <a:gd name="T74" fmla="*/ 345 w 378"/>
                <a:gd name="T75" fmla="*/ 128 h 609"/>
                <a:gd name="T76" fmla="*/ 302 w 378"/>
                <a:gd name="T77" fmla="*/ 123 h 609"/>
                <a:gd name="T78" fmla="*/ 275 w 378"/>
                <a:gd name="T79" fmla="*/ 105 h 609"/>
                <a:gd name="T80" fmla="*/ 252 w 378"/>
                <a:gd name="T81" fmla="*/ 116 h 609"/>
                <a:gd name="T82" fmla="*/ 251 w 378"/>
                <a:gd name="T83" fmla="*/ 83 h 609"/>
                <a:gd name="T84" fmla="*/ 229 w 378"/>
                <a:gd name="T85" fmla="*/ 57 h 609"/>
                <a:gd name="T86" fmla="*/ 186 w 378"/>
                <a:gd name="T87" fmla="*/ 43 h 609"/>
                <a:gd name="T88" fmla="*/ 151 w 378"/>
                <a:gd name="T89" fmla="*/ 16 h 609"/>
                <a:gd name="T90" fmla="*/ 147 w 378"/>
                <a:gd name="T91" fmla="*/ 13 h 609"/>
                <a:gd name="T92" fmla="*/ 110 w 378"/>
                <a:gd name="T93" fmla="*/ 15 h 609"/>
                <a:gd name="T94" fmla="*/ 95 w 378"/>
                <a:gd name="T95" fmla="*/ 8 h 609"/>
                <a:gd name="T96" fmla="*/ 82 w 378"/>
                <a:gd name="T97" fmla="*/ 27 h 609"/>
                <a:gd name="T98" fmla="*/ 80 w 378"/>
                <a:gd name="T99" fmla="*/ 0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78" h="609">
                  <a:moveTo>
                    <a:pt x="80" y="0"/>
                  </a:moveTo>
                  <a:cubicBezTo>
                    <a:pt x="77" y="0"/>
                    <a:pt x="76" y="4"/>
                    <a:pt x="72" y="5"/>
                  </a:cubicBezTo>
                  <a:cubicBezTo>
                    <a:pt x="65" y="7"/>
                    <a:pt x="60" y="9"/>
                    <a:pt x="54" y="11"/>
                  </a:cubicBezTo>
                  <a:cubicBezTo>
                    <a:pt x="50" y="12"/>
                    <a:pt x="47" y="13"/>
                    <a:pt x="46" y="17"/>
                  </a:cubicBezTo>
                  <a:cubicBezTo>
                    <a:pt x="45" y="20"/>
                    <a:pt x="45" y="23"/>
                    <a:pt x="43" y="25"/>
                  </a:cubicBezTo>
                  <a:cubicBezTo>
                    <a:pt x="42" y="26"/>
                    <a:pt x="39" y="27"/>
                    <a:pt x="39" y="29"/>
                  </a:cubicBezTo>
                  <a:cubicBezTo>
                    <a:pt x="38" y="29"/>
                    <a:pt x="37" y="30"/>
                    <a:pt x="37" y="31"/>
                  </a:cubicBezTo>
                  <a:cubicBezTo>
                    <a:pt x="37" y="31"/>
                    <a:pt x="37" y="32"/>
                    <a:pt x="37" y="33"/>
                  </a:cubicBezTo>
                  <a:cubicBezTo>
                    <a:pt x="36" y="33"/>
                    <a:pt x="36" y="33"/>
                    <a:pt x="36" y="33"/>
                  </a:cubicBezTo>
                  <a:cubicBezTo>
                    <a:pt x="35" y="33"/>
                    <a:pt x="35" y="33"/>
                    <a:pt x="34" y="33"/>
                  </a:cubicBezTo>
                  <a:cubicBezTo>
                    <a:pt x="33" y="33"/>
                    <a:pt x="32" y="34"/>
                    <a:pt x="32" y="34"/>
                  </a:cubicBezTo>
                  <a:cubicBezTo>
                    <a:pt x="30" y="36"/>
                    <a:pt x="28" y="38"/>
                    <a:pt x="27" y="39"/>
                  </a:cubicBezTo>
                  <a:cubicBezTo>
                    <a:pt x="27" y="39"/>
                    <a:pt x="27" y="40"/>
                    <a:pt x="27" y="41"/>
                  </a:cubicBezTo>
                  <a:cubicBezTo>
                    <a:pt x="27" y="46"/>
                    <a:pt x="32" y="45"/>
                    <a:pt x="32" y="51"/>
                  </a:cubicBezTo>
                  <a:cubicBezTo>
                    <a:pt x="32" y="54"/>
                    <a:pt x="30" y="55"/>
                    <a:pt x="30" y="58"/>
                  </a:cubicBezTo>
                  <a:cubicBezTo>
                    <a:pt x="30" y="60"/>
                    <a:pt x="32" y="62"/>
                    <a:pt x="32" y="64"/>
                  </a:cubicBezTo>
                  <a:cubicBezTo>
                    <a:pt x="32" y="65"/>
                    <a:pt x="32" y="65"/>
                    <a:pt x="32" y="66"/>
                  </a:cubicBezTo>
                  <a:cubicBezTo>
                    <a:pt x="32" y="66"/>
                    <a:pt x="32" y="66"/>
                    <a:pt x="32" y="66"/>
                  </a:cubicBezTo>
                  <a:cubicBezTo>
                    <a:pt x="32" y="66"/>
                    <a:pt x="32" y="66"/>
                    <a:pt x="32" y="66"/>
                  </a:cubicBezTo>
                  <a:cubicBezTo>
                    <a:pt x="32" y="66"/>
                    <a:pt x="32" y="66"/>
                    <a:pt x="32" y="66"/>
                  </a:cubicBezTo>
                  <a:cubicBezTo>
                    <a:pt x="31" y="68"/>
                    <a:pt x="31" y="68"/>
                    <a:pt x="31" y="68"/>
                  </a:cubicBezTo>
                  <a:cubicBezTo>
                    <a:pt x="31" y="69"/>
                    <a:pt x="32" y="70"/>
                    <a:pt x="34" y="71"/>
                  </a:cubicBezTo>
                  <a:cubicBezTo>
                    <a:pt x="32" y="79"/>
                    <a:pt x="25" y="77"/>
                    <a:pt x="21" y="83"/>
                  </a:cubicBezTo>
                  <a:cubicBezTo>
                    <a:pt x="19" y="87"/>
                    <a:pt x="17" y="95"/>
                    <a:pt x="10" y="95"/>
                  </a:cubicBezTo>
                  <a:cubicBezTo>
                    <a:pt x="11" y="108"/>
                    <a:pt x="4" y="106"/>
                    <a:pt x="4" y="113"/>
                  </a:cubicBezTo>
                  <a:cubicBezTo>
                    <a:pt x="4" y="117"/>
                    <a:pt x="4" y="123"/>
                    <a:pt x="8" y="123"/>
                  </a:cubicBezTo>
                  <a:cubicBezTo>
                    <a:pt x="9" y="123"/>
                    <a:pt x="10" y="122"/>
                    <a:pt x="10" y="122"/>
                  </a:cubicBezTo>
                  <a:cubicBezTo>
                    <a:pt x="11" y="122"/>
                    <a:pt x="11" y="122"/>
                    <a:pt x="12" y="123"/>
                  </a:cubicBezTo>
                  <a:cubicBezTo>
                    <a:pt x="11" y="128"/>
                    <a:pt x="6" y="129"/>
                    <a:pt x="4" y="133"/>
                  </a:cubicBezTo>
                  <a:cubicBezTo>
                    <a:pt x="2" y="134"/>
                    <a:pt x="0" y="138"/>
                    <a:pt x="0" y="141"/>
                  </a:cubicBezTo>
                  <a:cubicBezTo>
                    <a:pt x="0" y="147"/>
                    <a:pt x="4" y="152"/>
                    <a:pt x="8" y="155"/>
                  </a:cubicBezTo>
                  <a:cubicBezTo>
                    <a:pt x="9" y="157"/>
                    <a:pt x="11" y="156"/>
                    <a:pt x="12" y="158"/>
                  </a:cubicBezTo>
                  <a:cubicBezTo>
                    <a:pt x="13" y="160"/>
                    <a:pt x="13" y="164"/>
                    <a:pt x="15" y="166"/>
                  </a:cubicBezTo>
                  <a:cubicBezTo>
                    <a:pt x="16" y="166"/>
                    <a:pt x="18" y="166"/>
                    <a:pt x="19" y="168"/>
                  </a:cubicBezTo>
                  <a:cubicBezTo>
                    <a:pt x="21" y="173"/>
                    <a:pt x="23" y="177"/>
                    <a:pt x="25" y="183"/>
                  </a:cubicBezTo>
                  <a:cubicBezTo>
                    <a:pt x="27" y="190"/>
                    <a:pt x="33" y="195"/>
                    <a:pt x="35" y="201"/>
                  </a:cubicBezTo>
                  <a:cubicBezTo>
                    <a:pt x="36" y="205"/>
                    <a:pt x="41" y="208"/>
                    <a:pt x="41" y="212"/>
                  </a:cubicBezTo>
                  <a:cubicBezTo>
                    <a:pt x="41" y="216"/>
                    <a:pt x="39" y="219"/>
                    <a:pt x="42" y="221"/>
                  </a:cubicBezTo>
                  <a:cubicBezTo>
                    <a:pt x="47" y="226"/>
                    <a:pt x="51" y="230"/>
                    <a:pt x="59" y="233"/>
                  </a:cubicBezTo>
                  <a:cubicBezTo>
                    <a:pt x="63" y="234"/>
                    <a:pt x="64" y="235"/>
                    <a:pt x="68" y="238"/>
                  </a:cubicBezTo>
                  <a:cubicBezTo>
                    <a:pt x="71" y="242"/>
                    <a:pt x="74" y="241"/>
                    <a:pt x="78" y="243"/>
                  </a:cubicBezTo>
                  <a:cubicBezTo>
                    <a:pt x="83" y="246"/>
                    <a:pt x="88" y="250"/>
                    <a:pt x="91" y="257"/>
                  </a:cubicBezTo>
                  <a:cubicBezTo>
                    <a:pt x="91" y="260"/>
                    <a:pt x="93" y="277"/>
                    <a:pt x="93" y="279"/>
                  </a:cubicBezTo>
                  <a:cubicBezTo>
                    <a:pt x="93" y="284"/>
                    <a:pt x="90" y="292"/>
                    <a:pt x="90" y="296"/>
                  </a:cubicBezTo>
                  <a:cubicBezTo>
                    <a:pt x="90" y="299"/>
                    <a:pt x="90" y="299"/>
                    <a:pt x="90" y="308"/>
                  </a:cubicBezTo>
                  <a:cubicBezTo>
                    <a:pt x="90" y="311"/>
                    <a:pt x="88" y="316"/>
                    <a:pt x="88" y="318"/>
                  </a:cubicBezTo>
                  <a:cubicBezTo>
                    <a:pt x="88" y="319"/>
                    <a:pt x="88" y="320"/>
                    <a:pt x="88" y="321"/>
                  </a:cubicBezTo>
                  <a:cubicBezTo>
                    <a:pt x="88" y="330"/>
                    <a:pt x="82" y="337"/>
                    <a:pt x="82" y="348"/>
                  </a:cubicBezTo>
                  <a:cubicBezTo>
                    <a:pt x="82" y="353"/>
                    <a:pt x="79" y="357"/>
                    <a:pt x="80" y="362"/>
                  </a:cubicBezTo>
                  <a:cubicBezTo>
                    <a:pt x="81" y="383"/>
                    <a:pt x="81" y="383"/>
                    <a:pt x="81" y="383"/>
                  </a:cubicBezTo>
                  <a:cubicBezTo>
                    <a:pt x="79" y="390"/>
                    <a:pt x="79" y="395"/>
                    <a:pt x="77" y="401"/>
                  </a:cubicBezTo>
                  <a:cubicBezTo>
                    <a:pt x="77" y="403"/>
                    <a:pt x="75" y="402"/>
                    <a:pt x="74" y="403"/>
                  </a:cubicBezTo>
                  <a:cubicBezTo>
                    <a:pt x="73" y="405"/>
                    <a:pt x="72" y="409"/>
                    <a:pt x="71" y="411"/>
                  </a:cubicBezTo>
                  <a:cubicBezTo>
                    <a:pt x="69" y="415"/>
                    <a:pt x="65" y="422"/>
                    <a:pt x="65" y="428"/>
                  </a:cubicBezTo>
                  <a:cubicBezTo>
                    <a:pt x="65" y="430"/>
                    <a:pt x="65" y="438"/>
                    <a:pt x="66" y="438"/>
                  </a:cubicBezTo>
                  <a:cubicBezTo>
                    <a:pt x="66" y="438"/>
                    <a:pt x="68" y="440"/>
                    <a:pt x="68" y="442"/>
                  </a:cubicBezTo>
                  <a:cubicBezTo>
                    <a:pt x="68" y="442"/>
                    <a:pt x="67" y="443"/>
                    <a:pt x="65" y="443"/>
                  </a:cubicBezTo>
                  <a:cubicBezTo>
                    <a:pt x="64" y="448"/>
                    <a:pt x="62" y="451"/>
                    <a:pt x="62" y="456"/>
                  </a:cubicBezTo>
                  <a:cubicBezTo>
                    <a:pt x="62" y="459"/>
                    <a:pt x="64" y="466"/>
                    <a:pt x="66" y="466"/>
                  </a:cubicBezTo>
                  <a:cubicBezTo>
                    <a:pt x="68" y="466"/>
                    <a:pt x="68" y="463"/>
                    <a:pt x="70" y="463"/>
                  </a:cubicBezTo>
                  <a:cubicBezTo>
                    <a:pt x="71" y="462"/>
                    <a:pt x="71" y="462"/>
                    <a:pt x="71" y="462"/>
                  </a:cubicBezTo>
                  <a:cubicBezTo>
                    <a:pt x="72" y="462"/>
                    <a:pt x="72" y="463"/>
                    <a:pt x="73" y="463"/>
                  </a:cubicBezTo>
                  <a:cubicBezTo>
                    <a:pt x="73" y="467"/>
                    <a:pt x="73" y="467"/>
                    <a:pt x="73" y="467"/>
                  </a:cubicBezTo>
                  <a:cubicBezTo>
                    <a:pt x="64" y="509"/>
                    <a:pt x="64" y="509"/>
                    <a:pt x="64" y="509"/>
                  </a:cubicBezTo>
                  <a:cubicBezTo>
                    <a:pt x="59" y="509"/>
                    <a:pt x="61" y="504"/>
                    <a:pt x="56" y="504"/>
                  </a:cubicBezTo>
                  <a:cubicBezTo>
                    <a:pt x="55" y="504"/>
                    <a:pt x="54" y="505"/>
                    <a:pt x="54" y="507"/>
                  </a:cubicBezTo>
                  <a:cubicBezTo>
                    <a:pt x="53" y="507"/>
                    <a:pt x="53" y="507"/>
                    <a:pt x="53" y="507"/>
                  </a:cubicBezTo>
                  <a:cubicBezTo>
                    <a:pt x="53" y="510"/>
                    <a:pt x="53" y="510"/>
                    <a:pt x="53" y="510"/>
                  </a:cubicBezTo>
                  <a:cubicBezTo>
                    <a:pt x="54" y="513"/>
                    <a:pt x="57" y="517"/>
                    <a:pt x="57" y="520"/>
                  </a:cubicBezTo>
                  <a:cubicBezTo>
                    <a:pt x="57" y="524"/>
                    <a:pt x="51" y="526"/>
                    <a:pt x="51" y="531"/>
                  </a:cubicBezTo>
                  <a:cubicBezTo>
                    <a:pt x="51" y="536"/>
                    <a:pt x="55" y="546"/>
                    <a:pt x="55" y="552"/>
                  </a:cubicBezTo>
                  <a:cubicBezTo>
                    <a:pt x="55" y="554"/>
                    <a:pt x="55" y="554"/>
                    <a:pt x="55" y="556"/>
                  </a:cubicBezTo>
                  <a:cubicBezTo>
                    <a:pt x="55" y="562"/>
                    <a:pt x="63" y="561"/>
                    <a:pt x="63" y="568"/>
                  </a:cubicBezTo>
                  <a:cubicBezTo>
                    <a:pt x="63" y="570"/>
                    <a:pt x="62" y="572"/>
                    <a:pt x="61" y="573"/>
                  </a:cubicBezTo>
                  <a:cubicBezTo>
                    <a:pt x="62" y="574"/>
                    <a:pt x="62" y="574"/>
                    <a:pt x="63" y="574"/>
                  </a:cubicBezTo>
                  <a:cubicBezTo>
                    <a:pt x="63" y="577"/>
                    <a:pt x="58" y="577"/>
                    <a:pt x="58" y="579"/>
                  </a:cubicBezTo>
                  <a:cubicBezTo>
                    <a:pt x="58" y="580"/>
                    <a:pt x="59" y="581"/>
                    <a:pt x="60" y="582"/>
                  </a:cubicBezTo>
                  <a:cubicBezTo>
                    <a:pt x="64" y="586"/>
                    <a:pt x="66" y="590"/>
                    <a:pt x="74" y="590"/>
                  </a:cubicBezTo>
                  <a:cubicBezTo>
                    <a:pt x="74" y="591"/>
                    <a:pt x="75" y="593"/>
                    <a:pt x="77" y="593"/>
                  </a:cubicBezTo>
                  <a:cubicBezTo>
                    <a:pt x="79" y="593"/>
                    <a:pt x="80" y="593"/>
                    <a:pt x="83" y="593"/>
                  </a:cubicBezTo>
                  <a:cubicBezTo>
                    <a:pt x="83" y="599"/>
                    <a:pt x="89" y="599"/>
                    <a:pt x="93" y="600"/>
                  </a:cubicBezTo>
                  <a:cubicBezTo>
                    <a:pt x="98" y="601"/>
                    <a:pt x="95" y="609"/>
                    <a:pt x="102" y="609"/>
                  </a:cubicBezTo>
                  <a:cubicBezTo>
                    <a:pt x="105" y="609"/>
                    <a:pt x="107" y="609"/>
                    <a:pt x="110" y="609"/>
                  </a:cubicBezTo>
                  <a:cubicBezTo>
                    <a:pt x="111" y="609"/>
                    <a:pt x="112" y="608"/>
                    <a:pt x="113" y="608"/>
                  </a:cubicBezTo>
                  <a:cubicBezTo>
                    <a:pt x="114" y="608"/>
                    <a:pt x="114" y="608"/>
                    <a:pt x="116" y="608"/>
                  </a:cubicBezTo>
                  <a:cubicBezTo>
                    <a:pt x="118" y="608"/>
                    <a:pt x="126" y="603"/>
                    <a:pt x="130" y="603"/>
                  </a:cubicBezTo>
                  <a:cubicBezTo>
                    <a:pt x="131" y="603"/>
                    <a:pt x="132" y="603"/>
                    <a:pt x="132" y="603"/>
                  </a:cubicBezTo>
                  <a:cubicBezTo>
                    <a:pt x="133" y="603"/>
                    <a:pt x="134" y="603"/>
                    <a:pt x="134" y="602"/>
                  </a:cubicBezTo>
                  <a:cubicBezTo>
                    <a:pt x="127" y="598"/>
                    <a:pt x="119" y="595"/>
                    <a:pt x="113" y="589"/>
                  </a:cubicBezTo>
                  <a:cubicBezTo>
                    <a:pt x="109" y="585"/>
                    <a:pt x="109" y="572"/>
                    <a:pt x="104" y="570"/>
                  </a:cubicBezTo>
                  <a:cubicBezTo>
                    <a:pt x="103" y="569"/>
                    <a:pt x="100" y="566"/>
                    <a:pt x="100" y="563"/>
                  </a:cubicBezTo>
                  <a:cubicBezTo>
                    <a:pt x="100" y="558"/>
                    <a:pt x="101" y="554"/>
                    <a:pt x="105" y="550"/>
                  </a:cubicBezTo>
                  <a:cubicBezTo>
                    <a:pt x="107" y="548"/>
                    <a:pt x="112" y="549"/>
                    <a:pt x="114" y="545"/>
                  </a:cubicBezTo>
                  <a:cubicBezTo>
                    <a:pt x="116" y="542"/>
                    <a:pt x="115" y="538"/>
                    <a:pt x="117" y="536"/>
                  </a:cubicBezTo>
                  <a:cubicBezTo>
                    <a:pt x="121" y="532"/>
                    <a:pt x="128" y="531"/>
                    <a:pt x="128" y="523"/>
                  </a:cubicBezTo>
                  <a:cubicBezTo>
                    <a:pt x="128" y="514"/>
                    <a:pt x="115" y="518"/>
                    <a:pt x="115" y="507"/>
                  </a:cubicBezTo>
                  <a:cubicBezTo>
                    <a:pt x="115" y="502"/>
                    <a:pt x="119" y="498"/>
                    <a:pt x="124" y="497"/>
                  </a:cubicBezTo>
                  <a:cubicBezTo>
                    <a:pt x="126" y="497"/>
                    <a:pt x="131" y="496"/>
                    <a:pt x="132" y="493"/>
                  </a:cubicBezTo>
                  <a:cubicBezTo>
                    <a:pt x="133" y="486"/>
                    <a:pt x="133" y="481"/>
                    <a:pt x="138" y="476"/>
                  </a:cubicBezTo>
                  <a:cubicBezTo>
                    <a:pt x="137" y="475"/>
                    <a:pt x="135" y="475"/>
                    <a:pt x="135" y="472"/>
                  </a:cubicBezTo>
                  <a:cubicBezTo>
                    <a:pt x="138" y="472"/>
                    <a:pt x="139" y="474"/>
                    <a:pt x="143" y="474"/>
                  </a:cubicBezTo>
                  <a:cubicBezTo>
                    <a:pt x="143" y="474"/>
                    <a:pt x="145" y="472"/>
                    <a:pt x="145" y="471"/>
                  </a:cubicBezTo>
                  <a:cubicBezTo>
                    <a:pt x="145" y="469"/>
                    <a:pt x="144" y="469"/>
                    <a:pt x="143" y="468"/>
                  </a:cubicBezTo>
                  <a:cubicBezTo>
                    <a:pt x="142" y="468"/>
                    <a:pt x="140" y="470"/>
                    <a:pt x="139" y="470"/>
                  </a:cubicBezTo>
                  <a:cubicBezTo>
                    <a:pt x="136" y="470"/>
                    <a:pt x="133" y="462"/>
                    <a:pt x="133" y="458"/>
                  </a:cubicBezTo>
                  <a:cubicBezTo>
                    <a:pt x="133" y="457"/>
                    <a:pt x="134" y="455"/>
                    <a:pt x="136" y="455"/>
                  </a:cubicBezTo>
                  <a:cubicBezTo>
                    <a:pt x="141" y="455"/>
                    <a:pt x="143" y="459"/>
                    <a:pt x="149" y="459"/>
                  </a:cubicBezTo>
                  <a:cubicBezTo>
                    <a:pt x="151" y="459"/>
                    <a:pt x="155" y="457"/>
                    <a:pt x="155" y="455"/>
                  </a:cubicBezTo>
                  <a:cubicBezTo>
                    <a:pt x="155" y="455"/>
                    <a:pt x="155" y="454"/>
                    <a:pt x="155" y="453"/>
                  </a:cubicBezTo>
                  <a:cubicBezTo>
                    <a:pt x="157" y="449"/>
                    <a:pt x="154" y="440"/>
                    <a:pt x="158" y="436"/>
                  </a:cubicBezTo>
                  <a:cubicBezTo>
                    <a:pt x="159" y="436"/>
                    <a:pt x="160" y="435"/>
                    <a:pt x="162" y="435"/>
                  </a:cubicBezTo>
                  <a:cubicBezTo>
                    <a:pt x="163" y="435"/>
                    <a:pt x="165" y="436"/>
                    <a:pt x="167" y="436"/>
                  </a:cubicBezTo>
                  <a:cubicBezTo>
                    <a:pt x="168" y="436"/>
                    <a:pt x="170" y="436"/>
                    <a:pt x="171" y="436"/>
                  </a:cubicBezTo>
                  <a:cubicBezTo>
                    <a:pt x="172" y="436"/>
                    <a:pt x="174" y="436"/>
                    <a:pt x="174" y="436"/>
                  </a:cubicBezTo>
                  <a:cubicBezTo>
                    <a:pt x="181" y="433"/>
                    <a:pt x="187" y="435"/>
                    <a:pt x="192" y="430"/>
                  </a:cubicBezTo>
                  <a:cubicBezTo>
                    <a:pt x="195" y="427"/>
                    <a:pt x="197" y="425"/>
                    <a:pt x="200" y="421"/>
                  </a:cubicBezTo>
                  <a:cubicBezTo>
                    <a:pt x="201" y="419"/>
                    <a:pt x="201" y="417"/>
                    <a:pt x="201" y="414"/>
                  </a:cubicBezTo>
                  <a:cubicBezTo>
                    <a:pt x="201" y="411"/>
                    <a:pt x="196" y="411"/>
                    <a:pt x="196" y="407"/>
                  </a:cubicBezTo>
                  <a:cubicBezTo>
                    <a:pt x="194" y="404"/>
                    <a:pt x="194" y="401"/>
                    <a:pt x="192" y="399"/>
                  </a:cubicBezTo>
                  <a:cubicBezTo>
                    <a:pt x="191" y="398"/>
                    <a:pt x="187" y="396"/>
                    <a:pt x="187" y="394"/>
                  </a:cubicBezTo>
                  <a:cubicBezTo>
                    <a:pt x="187" y="393"/>
                    <a:pt x="188" y="392"/>
                    <a:pt x="189" y="392"/>
                  </a:cubicBezTo>
                  <a:cubicBezTo>
                    <a:pt x="194" y="392"/>
                    <a:pt x="197" y="396"/>
                    <a:pt x="201" y="396"/>
                  </a:cubicBezTo>
                  <a:cubicBezTo>
                    <a:pt x="203" y="396"/>
                    <a:pt x="210" y="399"/>
                    <a:pt x="214" y="399"/>
                  </a:cubicBezTo>
                  <a:cubicBezTo>
                    <a:pt x="227" y="399"/>
                    <a:pt x="229" y="385"/>
                    <a:pt x="235" y="376"/>
                  </a:cubicBezTo>
                  <a:cubicBezTo>
                    <a:pt x="240" y="369"/>
                    <a:pt x="246" y="368"/>
                    <a:pt x="251" y="360"/>
                  </a:cubicBezTo>
                  <a:cubicBezTo>
                    <a:pt x="253" y="356"/>
                    <a:pt x="253" y="354"/>
                    <a:pt x="255" y="351"/>
                  </a:cubicBezTo>
                  <a:cubicBezTo>
                    <a:pt x="255" y="351"/>
                    <a:pt x="255" y="351"/>
                    <a:pt x="255" y="351"/>
                  </a:cubicBezTo>
                  <a:cubicBezTo>
                    <a:pt x="258" y="345"/>
                    <a:pt x="260" y="340"/>
                    <a:pt x="266" y="337"/>
                  </a:cubicBezTo>
                  <a:cubicBezTo>
                    <a:pt x="266" y="324"/>
                    <a:pt x="266" y="324"/>
                    <a:pt x="266" y="324"/>
                  </a:cubicBezTo>
                  <a:cubicBezTo>
                    <a:pt x="266" y="319"/>
                    <a:pt x="266" y="315"/>
                    <a:pt x="269" y="311"/>
                  </a:cubicBezTo>
                  <a:cubicBezTo>
                    <a:pt x="271" y="309"/>
                    <a:pt x="275" y="309"/>
                    <a:pt x="277" y="305"/>
                  </a:cubicBezTo>
                  <a:cubicBezTo>
                    <a:pt x="283" y="297"/>
                    <a:pt x="290" y="301"/>
                    <a:pt x="297" y="294"/>
                  </a:cubicBezTo>
                  <a:cubicBezTo>
                    <a:pt x="297" y="293"/>
                    <a:pt x="298" y="292"/>
                    <a:pt x="299" y="291"/>
                  </a:cubicBezTo>
                  <a:cubicBezTo>
                    <a:pt x="303" y="290"/>
                    <a:pt x="306" y="289"/>
                    <a:pt x="310" y="289"/>
                  </a:cubicBezTo>
                  <a:cubicBezTo>
                    <a:pt x="311" y="289"/>
                    <a:pt x="312" y="289"/>
                    <a:pt x="313" y="289"/>
                  </a:cubicBezTo>
                  <a:cubicBezTo>
                    <a:pt x="318" y="289"/>
                    <a:pt x="324" y="285"/>
                    <a:pt x="326" y="282"/>
                  </a:cubicBezTo>
                  <a:cubicBezTo>
                    <a:pt x="326" y="281"/>
                    <a:pt x="326" y="277"/>
                    <a:pt x="327" y="276"/>
                  </a:cubicBezTo>
                  <a:cubicBezTo>
                    <a:pt x="332" y="270"/>
                    <a:pt x="333" y="267"/>
                    <a:pt x="337" y="261"/>
                  </a:cubicBezTo>
                  <a:cubicBezTo>
                    <a:pt x="338" y="260"/>
                    <a:pt x="339" y="254"/>
                    <a:pt x="339" y="251"/>
                  </a:cubicBezTo>
                  <a:cubicBezTo>
                    <a:pt x="339" y="249"/>
                    <a:pt x="341" y="246"/>
                    <a:pt x="342" y="244"/>
                  </a:cubicBezTo>
                  <a:cubicBezTo>
                    <a:pt x="343" y="244"/>
                    <a:pt x="344" y="242"/>
                    <a:pt x="344" y="241"/>
                  </a:cubicBezTo>
                  <a:cubicBezTo>
                    <a:pt x="344" y="237"/>
                    <a:pt x="346" y="233"/>
                    <a:pt x="346" y="227"/>
                  </a:cubicBezTo>
                  <a:cubicBezTo>
                    <a:pt x="346" y="221"/>
                    <a:pt x="341" y="211"/>
                    <a:pt x="346" y="207"/>
                  </a:cubicBezTo>
                  <a:cubicBezTo>
                    <a:pt x="349" y="204"/>
                    <a:pt x="352" y="204"/>
                    <a:pt x="355" y="199"/>
                  </a:cubicBezTo>
                  <a:cubicBezTo>
                    <a:pt x="356" y="197"/>
                    <a:pt x="357" y="196"/>
                    <a:pt x="359" y="194"/>
                  </a:cubicBezTo>
                  <a:cubicBezTo>
                    <a:pt x="367" y="182"/>
                    <a:pt x="378" y="176"/>
                    <a:pt x="378" y="155"/>
                  </a:cubicBezTo>
                  <a:cubicBezTo>
                    <a:pt x="378" y="149"/>
                    <a:pt x="377" y="143"/>
                    <a:pt x="371" y="142"/>
                  </a:cubicBezTo>
                  <a:cubicBezTo>
                    <a:pt x="370" y="141"/>
                    <a:pt x="369" y="141"/>
                    <a:pt x="368" y="141"/>
                  </a:cubicBezTo>
                  <a:cubicBezTo>
                    <a:pt x="368" y="141"/>
                    <a:pt x="367" y="141"/>
                    <a:pt x="366" y="141"/>
                  </a:cubicBezTo>
                  <a:cubicBezTo>
                    <a:pt x="365" y="142"/>
                    <a:pt x="365" y="142"/>
                    <a:pt x="364" y="142"/>
                  </a:cubicBezTo>
                  <a:cubicBezTo>
                    <a:pt x="363" y="142"/>
                    <a:pt x="362" y="141"/>
                    <a:pt x="361" y="141"/>
                  </a:cubicBezTo>
                  <a:cubicBezTo>
                    <a:pt x="356" y="140"/>
                    <a:pt x="347" y="132"/>
                    <a:pt x="345" y="128"/>
                  </a:cubicBezTo>
                  <a:cubicBezTo>
                    <a:pt x="342" y="126"/>
                    <a:pt x="337" y="124"/>
                    <a:pt x="332" y="123"/>
                  </a:cubicBezTo>
                  <a:cubicBezTo>
                    <a:pt x="321" y="124"/>
                    <a:pt x="321" y="124"/>
                    <a:pt x="321" y="124"/>
                  </a:cubicBezTo>
                  <a:cubicBezTo>
                    <a:pt x="315" y="124"/>
                    <a:pt x="314" y="120"/>
                    <a:pt x="308" y="120"/>
                  </a:cubicBezTo>
                  <a:cubicBezTo>
                    <a:pt x="305" y="120"/>
                    <a:pt x="304" y="122"/>
                    <a:pt x="302" y="123"/>
                  </a:cubicBezTo>
                  <a:cubicBezTo>
                    <a:pt x="300" y="123"/>
                    <a:pt x="300" y="123"/>
                    <a:pt x="300" y="123"/>
                  </a:cubicBezTo>
                  <a:cubicBezTo>
                    <a:pt x="300" y="120"/>
                    <a:pt x="300" y="118"/>
                    <a:pt x="299" y="116"/>
                  </a:cubicBezTo>
                  <a:cubicBezTo>
                    <a:pt x="299" y="114"/>
                    <a:pt x="296" y="114"/>
                    <a:pt x="294" y="113"/>
                  </a:cubicBezTo>
                  <a:cubicBezTo>
                    <a:pt x="290" y="110"/>
                    <a:pt x="280" y="105"/>
                    <a:pt x="275" y="105"/>
                  </a:cubicBezTo>
                  <a:cubicBezTo>
                    <a:pt x="270" y="105"/>
                    <a:pt x="267" y="111"/>
                    <a:pt x="264" y="116"/>
                  </a:cubicBezTo>
                  <a:cubicBezTo>
                    <a:pt x="263" y="117"/>
                    <a:pt x="262" y="119"/>
                    <a:pt x="261" y="119"/>
                  </a:cubicBezTo>
                  <a:cubicBezTo>
                    <a:pt x="260" y="119"/>
                    <a:pt x="259" y="117"/>
                    <a:pt x="259" y="116"/>
                  </a:cubicBezTo>
                  <a:cubicBezTo>
                    <a:pt x="252" y="116"/>
                    <a:pt x="252" y="116"/>
                    <a:pt x="252" y="116"/>
                  </a:cubicBezTo>
                  <a:cubicBezTo>
                    <a:pt x="252" y="113"/>
                    <a:pt x="250" y="111"/>
                    <a:pt x="248" y="109"/>
                  </a:cubicBezTo>
                  <a:cubicBezTo>
                    <a:pt x="246" y="109"/>
                    <a:pt x="244" y="109"/>
                    <a:pt x="244" y="106"/>
                  </a:cubicBezTo>
                  <a:cubicBezTo>
                    <a:pt x="244" y="98"/>
                    <a:pt x="252" y="95"/>
                    <a:pt x="256" y="89"/>
                  </a:cubicBezTo>
                  <a:cubicBezTo>
                    <a:pt x="256" y="86"/>
                    <a:pt x="253" y="86"/>
                    <a:pt x="251" y="83"/>
                  </a:cubicBezTo>
                  <a:cubicBezTo>
                    <a:pt x="250" y="80"/>
                    <a:pt x="246" y="71"/>
                    <a:pt x="246" y="68"/>
                  </a:cubicBezTo>
                  <a:cubicBezTo>
                    <a:pt x="241" y="67"/>
                    <a:pt x="235" y="57"/>
                    <a:pt x="231" y="57"/>
                  </a:cubicBezTo>
                  <a:cubicBezTo>
                    <a:pt x="230" y="57"/>
                    <a:pt x="230" y="57"/>
                    <a:pt x="229" y="57"/>
                  </a:cubicBezTo>
                  <a:cubicBezTo>
                    <a:pt x="229" y="57"/>
                    <a:pt x="229" y="57"/>
                    <a:pt x="229" y="57"/>
                  </a:cubicBezTo>
                  <a:cubicBezTo>
                    <a:pt x="226" y="57"/>
                    <a:pt x="222" y="54"/>
                    <a:pt x="220" y="54"/>
                  </a:cubicBezTo>
                  <a:cubicBezTo>
                    <a:pt x="212" y="54"/>
                    <a:pt x="212" y="54"/>
                    <a:pt x="212" y="54"/>
                  </a:cubicBezTo>
                  <a:cubicBezTo>
                    <a:pt x="205" y="52"/>
                    <a:pt x="193" y="53"/>
                    <a:pt x="191" y="45"/>
                  </a:cubicBezTo>
                  <a:cubicBezTo>
                    <a:pt x="189" y="45"/>
                    <a:pt x="187" y="44"/>
                    <a:pt x="186" y="43"/>
                  </a:cubicBezTo>
                  <a:cubicBezTo>
                    <a:pt x="183" y="36"/>
                    <a:pt x="180" y="37"/>
                    <a:pt x="175" y="32"/>
                  </a:cubicBezTo>
                  <a:cubicBezTo>
                    <a:pt x="167" y="32"/>
                    <a:pt x="167" y="32"/>
                    <a:pt x="167" y="32"/>
                  </a:cubicBezTo>
                  <a:cubicBezTo>
                    <a:pt x="166" y="28"/>
                    <a:pt x="167" y="24"/>
                    <a:pt x="163" y="23"/>
                  </a:cubicBezTo>
                  <a:cubicBezTo>
                    <a:pt x="159" y="21"/>
                    <a:pt x="153" y="20"/>
                    <a:pt x="151" y="16"/>
                  </a:cubicBezTo>
                  <a:cubicBezTo>
                    <a:pt x="151" y="14"/>
                    <a:pt x="151" y="14"/>
                    <a:pt x="151" y="14"/>
                  </a:cubicBezTo>
                  <a:cubicBezTo>
                    <a:pt x="151" y="14"/>
                    <a:pt x="152" y="14"/>
                    <a:pt x="152" y="14"/>
                  </a:cubicBezTo>
                  <a:cubicBezTo>
                    <a:pt x="153" y="14"/>
                    <a:pt x="154" y="14"/>
                    <a:pt x="155" y="13"/>
                  </a:cubicBezTo>
                  <a:cubicBezTo>
                    <a:pt x="155" y="13"/>
                    <a:pt x="150" y="13"/>
                    <a:pt x="147" y="13"/>
                  </a:cubicBezTo>
                  <a:cubicBezTo>
                    <a:pt x="146" y="13"/>
                    <a:pt x="140" y="13"/>
                    <a:pt x="140" y="14"/>
                  </a:cubicBezTo>
                  <a:cubicBezTo>
                    <a:pt x="138" y="17"/>
                    <a:pt x="136" y="17"/>
                    <a:pt x="131" y="18"/>
                  </a:cubicBezTo>
                  <a:cubicBezTo>
                    <a:pt x="129" y="18"/>
                    <a:pt x="126" y="17"/>
                    <a:pt x="126" y="15"/>
                  </a:cubicBezTo>
                  <a:cubicBezTo>
                    <a:pt x="123" y="15"/>
                    <a:pt x="115" y="15"/>
                    <a:pt x="110" y="15"/>
                  </a:cubicBezTo>
                  <a:cubicBezTo>
                    <a:pt x="109" y="15"/>
                    <a:pt x="107" y="13"/>
                    <a:pt x="107" y="10"/>
                  </a:cubicBezTo>
                  <a:cubicBezTo>
                    <a:pt x="103" y="9"/>
                    <a:pt x="96" y="7"/>
                    <a:pt x="95" y="3"/>
                  </a:cubicBezTo>
                  <a:cubicBezTo>
                    <a:pt x="90" y="3"/>
                    <a:pt x="90" y="3"/>
                    <a:pt x="90" y="3"/>
                  </a:cubicBezTo>
                  <a:cubicBezTo>
                    <a:pt x="90" y="6"/>
                    <a:pt x="94" y="5"/>
                    <a:pt x="95" y="8"/>
                  </a:cubicBezTo>
                  <a:cubicBezTo>
                    <a:pt x="89" y="8"/>
                    <a:pt x="89" y="8"/>
                    <a:pt x="89" y="8"/>
                  </a:cubicBezTo>
                  <a:cubicBezTo>
                    <a:pt x="86" y="10"/>
                    <a:pt x="81" y="9"/>
                    <a:pt x="81" y="13"/>
                  </a:cubicBezTo>
                  <a:cubicBezTo>
                    <a:pt x="81" y="17"/>
                    <a:pt x="85" y="19"/>
                    <a:pt x="85" y="22"/>
                  </a:cubicBezTo>
                  <a:cubicBezTo>
                    <a:pt x="85" y="23"/>
                    <a:pt x="83" y="27"/>
                    <a:pt x="82" y="27"/>
                  </a:cubicBezTo>
                  <a:cubicBezTo>
                    <a:pt x="79" y="27"/>
                    <a:pt x="78" y="21"/>
                    <a:pt x="78" y="18"/>
                  </a:cubicBezTo>
                  <a:cubicBezTo>
                    <a:pt x="78" y="16"/>
                    <a:pt x="79" y="11"/>
                    <a:pt x="80" y="7"/>
                  </a:cubicBezTo>
                  <a:cubicBezTo>
                    <a:pt x="81" y="7"/>
                    <a:pt x="83" y="6"/>
                    <a:pt x="83" y="3"/>
                  </a:cubicBezTo>
                  <a:cubicBezTo>
                    <a:pt x="83" y="3"/>
                    <a:pt x="82"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1" name="Freeform 104"/>
            <p:cNvSpPr>
              <a:spLocks/>
            </p:cNvSpPr>
            <p:nvPr/>
          </p:nvSpPr>
          <p:spPr bwMode="auto">
            <a:xfrm>
              <a:off x="3721100" y="3440113"/>
              <a:ext cx="19050" cy="22225"/>
            </a:xfrm>
            <a:custGeom>
              <a:avLst/>
              <a:gdLst>
                <a:gd name="T0" fmla="*/ 2 w 5"/>
                <a:gd name="T1" fmla="*/ 0 h 6"/>
                <a:gd name="T2" fmla="*/ 0 w 5"/>
                <a:gd name="T3" fmla="*/ 0 h 6"/>
                <a:gd name="T4" fmla="*/ 3 w 5"/>
                <a:gd name="T5" fmla="*/ 6 h 6"/>
                <a:gd name="T6" fmla="*/ 5 w 5"/>
                <a:gd name="T7" fmla="*/ 4 h 6"/>
                <a:gd name="T8" fmla="*/ 2 w 5"/>
                <a:gd name="T9" fmla="*/ 0 h 6"/>
              </a:gdLst>
              <a:ahLst/>
              <a:cxnLst>
                <a:cxn ang="0">
                  <a:pos x="T0" y="T1"/>
                </a:cxn>
                <a:cxn ang="0">
                  <a:pos x="T2" y="T3"/>
                </a:cxn>
                <a:cxn ang="0">
                  <a:pos x="T4" y="T5"/>
                </a:cxn>
                <a:cxn ang="0">
                  <a:pos x="T6" y="T7"/>
                </a:cxn>
                <a:cxn ang="0">
                  <a:pos x="T8" y="T9"/>
                </a:cxn>
              </a:cxnLst>
              <a:rect l="0" t="0" r="r" b="b"/>
              <a:pathLst>
                <a:path w="5" h="6">
                  <a:moveTo>
                    <a:pt x="2" y="0"/>
                  </a:moveTo>
                  <a:cubicBezTo>
                    <a:pt x="0" y="0"/>
                    <a:pt x="0" y="0"/>
                    <a:pt x="0" y="0"/>
                  </a:cubicBezTo>
                  <a:cubicBezTo>
                    <a:pt x="0" y="2"/>
                    <a:pt x="0" y="6"/>
                    <a:pt x="3" y="6"/>
                  </a:cubicBezTo>
                  <a:cubicBezTo>
                    <a:pt x="4" y="6"/>
                    <a:pt x="5" y="5"/>
                    <a:pt x="5" y="4"/>
                  </a:cubicBezTo>
                  <a:cubicBezTo>
                    <a:pt x="5" y="2"/>
                    <a:pt x="4"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 name="Freeform 105"/>
            <p:cNvSpPr>
              <a:spLocks/>
            </p:cNvSpPr>
            <p:nvPr/>
          </p:nvSpPr>
          <p:spPr bwMode="auto">
            <a:xfrm>
              <a:off x="3705225" y="3379788"/>
              <a:ext cx="30163" cy="7938"/>
            </a:xfrm>
            <a:custGeom>
              <a:avLst/>
              <a:gdLst>
                <a:gd name="T0" fmla="*/ 4 w 8"/>
                <a:gd name="T1" fmla="*/ 0 h 2"/>
                <a:gd name="T2" fmla="*/ 0 w 8"/>
                <a:gd name="T3" fmla="*/ 2 h 2"/>
                <a:gd name="T4" fmla="*/ 5 w 8"/>
                <a:gd name="T5" fmla="*/ 2 h 2"/>
                <a:gd name="T6" fmla="*/ 8 w 8"/>
                <a:gd name="T7" fmla="*/ 2 h 2"/>
                <a:gd name="T8" fmla="*/ 4 w 8"/>
                <a:gd name="T9" fmla="*/ 0 h 2"/>
              </a:gdLst>
              <a:ahLst/>
              <a:cxnLst>
                <a:cxn ang="0">
                  <a:pos x="T0" y="T1"/>
                </a:cxn>
                <a:cxn ang="0">
                  <a:pos x="T2" y="T3"/>
                </a:cxn>
                <a:cxn ang="0">
                  <a:pos x="T4" y="T5"/>
                </a:cxn>
                <a:cxn ang="0">
                  <a:pos x="T6" y="T7"/>
                </a:cxn>
                <a:cxn ang="0">
                  <a:pos x="T8" y="T9"/>
                </a:cxn>
              </a:cxnLst>
              <a:rect l="0" t="0" r="r" b="b"/>
              <a:pathLst>
                <a:path w="8" h="2">
                  <a:moveTo>
                    <a:pt x="4" y="0"/>
                  </a:moveTo>
                  <a:cubicBezTo>
                    <a:pt x="3" y="0"/>
                    <a:pt x="1" y="1"/>
                    <a:pt x="0" y="2"/>
                  </a:cubicBezTo>
                  <a:cubicBezTo>
                    <a:pt x="1" y="2"/>
                    <a:pt x="3" y="2"/>
                    <a:pt x="5" y="2"/>
                  </a:cubicBezTo>
                  <a:cubicBezTo>
                    <a:pt x="6" y="2"/>
                    <a:pt x="7" y="2"/>
                    <a:pt x="8" y="2"/>
                  </a:cubicBezTo>
                  <a:cubicBezTo>
                    <a:pt x="7" y="1"/>
                    <a:pt x="6"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 name="Freeform 106"/>
            <p:cNvSpPr>
              <a:spLocks/>
            </p:cNvSpPr>
            <p:nvPr/>
          </p:nvSpPr>
          <p:spPr bwMode="auto">
            <a:xfrm>
              <a:off x="3754438" y="3390900"/>
              <a:ext cx="3175" cy="11113"/>
            </a:xfrm>
            <a:custGeom>
              <a:avLst/>
              <a:gdLst>
                <a:gd name="T0" fmla="*/ 0 w 1"/>
                <a:gd name="T1" fmla="*/ 0 h 3"/>
                <a:gd name="T2" fmla="*/ 1 w 1"/>
                <a:gd name="T3" fmla="*/ 3 h 3"/>
                <a:gd name="T4" fmla="*/ 1 w 1"/>
                <a:gd name="T5" fmla="*/ 3 h 3"/>
                <a:gd name="T6" fmla="*/ 0 w 1"/>
                <a:gd name="T7" fmla="*/ 0 h 3"/>
              </a:gdLst>
              <a:ahLst/>
              <a:cxnLst>
                <a:cxn ang="0">
                  <a:pos x="T0" y="T1"/>
                </a:cxn>
                <a:cxn ang="0">
                  <a:pos x="T2" y="T3"/>
                </a:cxn>
                <a:cxn ang="0">
                  <a:pos x="T4" y="T5"/>
                </a:cxn>
                <a:cxn ang="0">
                  <a:pos x="T6" y="T7"/>
                </a:cxn>
              </a:cxnLst>
              <a:rect l="0" t="0" r="r" b="b"/>
              <a:pathLst>
                <a:path w="1" h="3">
                  <a:moveTo>
                    <a:pt x="0" y="0"/>
                  </a:moveTo>
                  <a:cubicBezTo>
                    <a:pt x="0" y="1"/>
                    <a:pt x="0" y="3"/>
                    <a:pt x="1" y="3"/>
                  </a:cubicBezTo>
                  <a:cubicBezTo>
                    <a:pt x="1" y="3"/>
                    <a:pt x="1" y="3"/>
                    <a:pt x="1" y="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 name="Freeform 107"/>
            <p:cNvSpPr>
              <a:spLocks/>
            </p:cNvSpPr>
            <p:nvPr/>
          </p:nvSpPr>
          <p:spPr bwMode="auto">
            <a:xfrm>
              <a:off x="3863975" y="3552825"/>
              <a:ext cx="17463" cy="15875"/>
            </a:xfrm>
            <a:custGeom>
              <a:avLst/>
              <a:gdLst>
                <a:gd name="T0" fmla="*/ 5 w 5"/>
                <a:gd name="T1" fmla="*/ 0 h 4"/>
                <a:gd name="T2" fmla="*/ 1 w 5"/>
                <a:gd name="T3" fmla="*/ 3 h 4"/>
                <a:gd name="T4" fmla="*/ 0 w 5"/>
                <a:gd name="T5" fmla="*/ 3 h 4"/>
                <a:gd name="T6" fmla="*/ 0 w 5"/>
                <a:gd name="T7" fmla="*/ 4 h 4"/>
                <a:gd name="T8" fmla="*/ 1 w 5"/>
                <a:gd name="T9" fmla="*/ 4 h 4"/>
                <a:gd name="T10" fmla="*/ 5 w 5"/>
                <a:gd name="T11" fmla="*/ 3 h 4"/>
                <a:gd name="T12" fmla="*/ 5 w 5"/>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5" y="0"/>
                  </a:moveTo>
                  <a:cubicBezTo>
                    <a:pt x="4" y="1"/>
                    <a:pt x="3" y="3"/>
                    <a:pt x="1" y="3"/>
                  </a:cubicBezTo>
                  <a:cubicBezTo>
                    <a:pt x="0" y="3"/>
                    <a:pt x="0" y="3"/>
                    <a:pt x="0" y="3"/>
                  </a:cubicBezTo>
                  <a:cubicBezTo>
                    <a:pt x="0" y="3"/>
                    <a:pt x="0" y="4"/>
                    <a:pt x="0" y="4"/>
                  </a:cubicBezTo>
                  <a:cubicBezTo>
                    <a:pt x="1" y="4"/>
                    <a:pt x="1" y="4"/>
                    <a:pt x="1" y="4"/>
                  </a:cubicBezTo>
                  <a:cubicBezTo>
                    <a:pt x="2" y="4"/>
                    <a:pt x="4" y="4"/>
                    <a:pt x="5" y="3"/>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 name="Freeform 108"/>
            <p:cNvSpPr>
              <a:spLocks/>
            </p:cNvSpPr>
            <p:nvPr/>
          </p:nvSpPr>
          <p:spPr bwMode="auto">
            <a:xfrm>
              <a:off x="2312988" y="2571750"/>
              <a:ext cx="1757363" cy="865188"/>
            </a:xfrm>
            <a:custGeom>
              <a:avLst/>
              <a:gdLst>
                <a:gd name="T0" fmla="*/ 13 w 468"/>
                <a:gd name="T1" fmla="*/ 4 h 230"/>
                <a:gd name="T2" fmla="*/ 17 w 468"/>
                <a:gd name="T3" fmla="*/ 10 h 230"/>
                <a:gd name="T4" fmla="*/ 0 w 468"/>
                <a:gd name="T5" fmla="*/ 15 h 230"/>
                <a:gd name="T6" fmla="*/ 5 w 468"/>
                <a:gd name="T7" fmla="*/ 86 h 230"/>
                <a:gd name="T8" fmla="*/ 30 w 468"/>
                <a:gd name="T9" fmla="*/ 138 h 230"/>
                <a:gd name="T10" fmla="*/ 79 w 468"/>
                <a:gd name="T11" fmla="*/ 163 h 230"/>
                <a:gd name="T12" fmla="*/ 133 w 468"/>
                <a:gd name="T13" fmla="*/ 169 h 230"/>
                <a:gd name="T14" fmla="*/ 172 w 468"/>
                <a:gd name="T15" fmla="*/ 195 h 230"/>
                <a:gd name="T16" fmla="*/ 221 w 468"/>
                <a:gd name="T17" fmla="*/ 221 h 230"/>
                <a:gd name="T18" fmla="*/ 230 w 468"/>
                <a:gd name="T19" fmla="*/ 200 h 230"/>
                <a:gd name="T20" fmla="*/ 235 w 468"/>
                <a:gd name="T21" fmla="*/ 200 h 230"/>
                <a:gd name="T22" fmla="*/ 261 w 468"/>
                <a:gd name="T23" fmla="*/ 191 h 230"/>
                <a:gd name="T24" fmla="*/ 286 w 468"/>
                <a:gd name="T25" fmla="*/ 194 h 230"/>
                <a:gd name="T26" fmla="*/ 281 w 468"/>
                <a:gd name="T27" fmla="*/ 185 h 230"/>
                <a:gd name="T28" fmla="*/ 306 w 468"/>
                <a:gd name="T29" fmla="*/ 183 h 230"/>
                <a:gd name="T30" fmla="*/ 341 w 468"/>
                <a:gd name="T31" fmla="*/ 212 h 230"/>
                <a:gd name="T32" fmla="*/ 361 w 468"/>
                <a:gd name="T33" fmla="*/ 218 h 230"/>
                <a:gd name="T34" fmla="*/ 358 w 468"/>
                <a:gd name="T35" fmla="*/ 206 h 230"/>
                <a:gd name="T36" fmla="*/ 379 w 468"/>
                <a:gd name="T37" fmla="*/ 150 h 230"/>
                <a:gd name="T38" fmla="*/ 395 w 468"/>
                <a:gd name="T39" fmla="*/ 140 h 230"/>
                <a:gd name="T40" fmla="*/ 392 w 468"/>
                <a:gd name="T41" fmla="*/ 136 h 230"/>
                <a:gd name="T42" fmla="*/ 396 w 468"/>
                <a:gd name="T43" fmla="*/ 127 h 230"/>
                <a:gd name="T44" fmla="*/ 394 w 468"/>
                <a:gd name="T45" fmla="*/ 120 h 230"/>
                <a:gd name="T46" fmla="*/ 396 w 468"/>
                <a:gd name="T47" fmla="*/ 115 h 230"/>
                <a:gd name="T48" fmla="*/ 403 w 468"/>
                <a:gd name="T49" fmla="*/ 109 h 230"/>
                <a:gd name="T50" fmla="*/ 404 w 468"/>
                <a:gd name="T51" fmla="*/ 104 h 230"/>
                <a:gd name="T52" fmla="*/ 411 w 468"/>
                <a:gd name="T53" fmla="*/ 86 h 230"/>
                <a:gd name="T54" fmla="*/ 423 w 468"/>
                <a:gd name="T55" fmla="*/ 85 h 230"/>
                <a:gd name="T56" fmla="*/ 436 w 468"/>
                <a:gd name="T57" fmla="*/ 79 h 230"/>
                <a:gd name="T58" fmla="*/ 445 w 468"/>
                <a:gd name="T59" fmla="*/ 76 h 230"/>
                <a:gd name="T60" fmla="*/ 438 w 468"/>
                <a:gd name="T61" fmla="*/ 70 h 230"/>
                <a:gd name="T62" fmla="*/ 459 w 468"/>
                <a:gd name="T63" fmla="*/ 52 h 230"/>
                <a:gd name="T64" fmla="*/ 467 w 468"/>
                <a:gd name="T65" fmla="*/ 45 h 230"/>
                <a:gd name="T66" fmla="*/ 462 w 468"/>
                <a:gd name="T67" fmla="*/ 21 h 230"/>
                <a:gd name="T68" fmla="*/ 462 w 468"/>
                <a:gd name="T69" fmla="*/ 21 h 230"/>
                <a:gd name="T70" fmla="*/ 459 w 468"/>
                <a:gd name="T71" fmla="*/ 19 h 230"/>
                <a:gd name="T72" fmla="*/ 451 w 468"/>
                <a:gd name="T73" fmla="*/ 19 h 230"/>
                <a:gd name="T74" fmla="*/ 428 w 468"/>
                <a:gd name="T75" fmla="*/ 42 h 230"/>
                <a:gd name="T76" fmla="*/ 406 w 468"/>
                <a:gd name="T77" fmla="*/ 43 h 230"/>
                <a:gd name="T78" fmla="*/ 367 w 468"/>
                <a:gd name="T79" fmla="*/ 63 h 230"/>
                <a:gd name="T80" fmla="*/ 365 w 468"/>
                <a:gd name="T81" fmla="*/ 65 h 230"/>
                <a:gd name="T82" fmla="*/ 366 w 468"/>
                <a:gd name="T83" fmla="*/ 70 h 230"/>
                <a:gd name="T84" fmla="*/ 366 w 468"/>
                <a:gd name="T85" fmla="*/ 70 h 230"/>
                <a:gd name="T86" fmla="*/ 362 w 468"/>
                <a:gd name="T87" fmla="*/ 72 h 230"/>
                <a:gd name="T88" fmla="*/ 336 w 468"/>
                <a:gd name="T89" fmla="*/ 73 h 230"/>
                <a:gd name="T90" fmla="*/ 342 w 468"/>
                <a:gd name="T91" fmla="*/ 63 h 230"/>
                <a:gd name="T92" fmla="*/ 336 w 468"/>
                <a:gd name="T93" fmla="*/ 46 h 230"/>
                <a:gd name="T94" fmla="*/ 309 w 468"/>
                <a:gd name="T95" fmla="*/ 57 h 230"/>
                <a:gd name="T96" fmla="*/ 297 w 468"/>
                <a:gd name="T97" fmla="*/ 73 h 230"/>
                <a:gd name="T98" fmla="*/ 316 w 468"/>
                <a:gd name="T99" fmla="*/ 35 h 230"/>
                <a:gd name="T100" fmla="*/ 329 w 468"/>
                <a:gd name="T101" fmla="*/ 32 h 230"/>
                <a:gd name="T102" fmla="*/ 300 w 468"/>
                <a:gd name="T103" fmla="*/ 27 h 230"/>
                <a:gd name="T104" fmla="*/ 284 w 468"/>
                <a:gd name="T105" fmla="*/ 26 h 230"/>
                <a:gd name="T106" fmla="*/ 267 w 468"/>
                <a:gd name="T107" fmla="*/ 29 h 230"/>
                <a:gd name="T108" fmla="*/ 262 w 468"/>
                <a:gd name="T109" fmla="*/ 7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68" h="230">
                  <a:moveTo>
                    <a:pt x="240" y="0"/>
                  </a:moveTo>
                  <a:cubicBezTo>
                    <a:pt x="240" y="4"/>
                    <a:pt x="240" y="4"/>
                    <a:pt x="240" y="4"/>
                  </a:cubicBezTo>
                  <a:cubicBezTo>
                    <a:pt x="13" y="4"/>
                    <a:pt x="13" y="4"/>
                    <a:pt x="13" y="4"/>
                  </a:cubicBezTo>
                  <a:cubicBezTo>
                    <a:pt x="13" y="4"/>
                    <a:pt x="13" y="4"/>
                    <a:pt x="13" y="4"/>
                  </a:cubicBezTo>
                  <a:cubicBezTo>
                    <a:pt x="13" y="4"/>
                    <a:pt x="13" y="4"/>
                    <a:pt x="13" y="4"/>
                  </a:cubicBezTo>
                  <a:cubicBezTo>
                    <a:pt x="14" y="6"/>
                    <a:pt x="17" y="7"/>
                    <a:pt x="17" y="10"/>
                  </a:cubicBezTo>
                  <a:cubicBezTo>
                    <a:pt x="17" y="13"/>
                    <a:pt x="14" y="16"/>
                    <a:pt x="13" y="18"/>
                  </a:cubicBezTo>
                  <a:cubicBezTo>
                    <a:pt x="11" y="15"/>
                    <a:pt x="9" y="13"/>
                    <a:pt x="4" y="13"/>
                  </a:cubicBezTo>
                  <a:cubicBezTo>
                    <a:pt x="3" y="13"/>
                    <a:pt x="0" y="13"/>
                    <a:pt x="0" y="15"/>
                  </a:cubicBezTo>
                  <a:cubicBezTo>
                    <a:pt x="0" y="21"/>
                    <a:pt x="7" y="24"/>
                    <a:pt x="7" y="30"/>
                  </a:cubicBezTo>
                  <a:cubicBezTo>
                    <a:pt x="7" y="39"/>
                    <a:pt x="0" y="55"/>
                    <a:pt x="2" y="62"/>
                  </a:cubicBezTo>
                  <a:cubicBezTo>
                    <a:pt x="5" y="69"/>
                    <a:pt x="2" y="80"/>
                    <a:pt x="5" y="86"/>
                  </a:cubicBezTo>
                  <a:cubicBezTo>
                    <a:pt x="3" y="87"/>
                    <a:pt x="1" y="89"/>
                    <a:pt x="2" y="91"/>
                  </a:cubicBezTo>
                  <a:cubicBezTo>
                    <a:pt x="7" y="100"/>
                    <a:pt x="13" y="112"/>
                    <a:pt x="19" y="113"/>
                  </a:cubicBezTo>
                  <a:cubicBezTo>
                    <a:pt x="18" y="125"/>
                    <a:pt x="26" y="128"/>
                    <a:pt x="30" y="138"/>
                  </a:cubicBezTo>
                  <a:cubicBezTo>
                    <a:pt x="31" y="140"/>
                    <a:pt x="30" y="144"/>
                    <a:pt x="32" y="144"/>
                  </a:cubicBezTo>
                  <a:cubicBezTo>
                    <a:pt x="42" y="148"/>
                    <a:pt x="57" y="154"/>
                    <a:pt x="61" y="163"/>
                  </a:cubicBezTo>
                  <a:cubicBezTo>
                    <a:pt x="79" y="163"/>
                    <a:pt x="79" y="163"/>
                    <a:pt x="79" y="163"/>
                  </a:cubicBezTo>
                  <a:cubicBezTo>
                    <a:pt x="110" y="173"/>
                    <a:pt x="110" y="173"/>
                    <a:pt x="110" y="173"/>
                  </a:cubicBezTo>
                  <a:cubicBezTo>
                    <a:pt x="133" y="173"/>
                    <a:pt x="133" y="173"/>
                    <a:pt x="133" y="173"/>
                  </a:cubicBezTo>
                  <a:cubicBezTo>
                    <a:pt x="133" y="169"/>
                    <a:pt x="133" y="169"/>
                    <a:pt x="133" y="169"/>
                  </a:cubicBezTo>
                  <a:cubicBezTo>
                    <a:pt x="139" y="169"/>
                    <a:pt x="139" y="169"/>
                    <a:pt x="139" y="169"/>
                  </a:cubicBezTo>
                  <a:cubicBezTo>
                    <a:pt x="149" y="172"/>
                    <a:pt x="154" y="173"/>
                    <a:pt x="159" y="181"/>
                  </a:cubicBezTo>
                  <a:cubicBezTo>
                    <a:pt x="161" y="185"/>
                    <a:pt x="166" y="195"/>
                    <a:pt x="172" y="195"/>
                  </a:cubicBezTo>
                  <a:cubicBezTo>
                    <a:pt x="177" y="195"/>
                    <a:pt x="175" y="187"/>
                    <a:pt x="181" y="187"/>
                  </a:cubicBezTo>
                  <a:cubicBezTo>
                    <a:pt x="198" y="187"/>
                    <a:pt x="198" y="208"/>
                    <a:pt x="207" y="217"/>
                  </a:cubicBezTo>
                  <a:cubicBezTo>
                    <a:pt x="209" y="219"/>
                    <a:pt x="216" y="220"/>
                    <a:pt x="221" y="221"/>
                  </a:cubicBezTo>
                  <a:cubicBezTo>
                    <a:pt x="220" y="219"/>
                    <a:pt x="220" y="219"/>
                    <a:pt x="220" y="219"/>
                  </a:cubicBezTo>
                  <a:cubicBezTo>
                    <a:pt x="220" y="219"/>
                    <a:pt x="220" y="219"/>
                    <a:pt x="220" y="218"/>
                  </a:cubicBezTo>
                  <a:cubicBezTo>
                    <a:pt x="220" y="210"/>
                    <a:pt x="224" y="202"/>
                    <a:pt x="230" y="200"/>
                  </a:cubicBezTo>
                  <a:cubicBezTo>
                    <a:pt x="231" y="200"/>
                    <a:pt x="231" y="199"/>
                    <a:pt x="232" y="199"/>
                  </a:cubicBezTo>
                  <a:cubicBezTo>
                    <a:pt x="232" y="199"/>
                    <a:pt x="233" y="200"/>
                    <a:pt x="233" y="200"/>
                  </a:cubicBezTo>
                  <a:cubicBezTo>
                    <a:pt x="234" y="200"/>
                    <a:pt x="234" y="200"/>
                    <a:pt x="235" y="200"/>
                  </a:cubicBezTo>
                  <a:cubicBezTo>
                    <a:pt x="236" y="200"/>
                    <a:pt x="237" y="199"/>
                    <a:pt x="238" y="198"/>
                  </a:cubicBezTo>
                  <a:cubicBezTo>
                    <a:pt x="241" y="195"/>
                    <a:pt x="245" y="188"/>
                    <a:pt x="253" y="188"/>
                  </a:cubicBezTo>
                  <a:cubicBezTo>
                    <a:pt x="256" y="188"/>
                    <a:pt x="258" y="191"/>
                    <a:pt x="261" y="191"/>
                  </a:cubicBezTo>
                  <a:cubicBezTo>
                    <a:pt x="263" y="191"/>
                    <a:pt x="264" y="189"/>
                    <a:pt x="265" y="189"/>
                  </a:cubicBezTo>
                  <a:cubicBezTo>
                    <a:pt x="270" y="189"/>
                    <a:pt x="276" y="195"/>
                    <a:pt x="282" y="195"/>
                  </a:cubicBezTo>
                  <a:cubicBezTo>
                    <a:pt x="283" y="195"/>
                    <a:pt x="285" y="195"/>
                    <a:pt x="286" y="194"/>
                  </a:cubicBezTo>
                  <a:cubicBezTo>
                    <a:pt x="282" y="192"/>
                    <a:pt x="285" y="189"/>
                    <a:pt x="285" y="185"/>
                  </a:cubicBezTo>
                  <a:cubicBezTo>
                    <a:pt x="284" y="186"/>
                    <a:pt x="284" y="186"/>
                    <a:pt x="284" y="186"/>
                  </a:cubicBezTo>
                  <a:cubicBezTo>
                    <a:pt x="283" y="186"/>
                    <a:pt x="283" y="186"/>
                    <a:pt x="281" y="185"/>
                  </a:cubicBezTo>
                  <a:cubicBezTo>
                    <a:pt x="286" y="183"/>
                    <a:pt x="292" y="184"/>
                    <a:pt x="297" y="183"/>
                  </a:cubicBezTo>
                  <a:cubicBezTo>
                    <a:pt x="297" y="184"/>
                    <a:pt x="298" y="185"/>
                    <a:pt x="299" y="185"/>
                  </a:cubicBezTo>
                  <a:cubicBezTo>
                    <a:pt x="301" y="185"/>
                    <a:pt x="302" y="183"/>
                    <a:pt x="306" y="183"/>
                  </a:cubicBezTo>
                  <a:cubicBezTo>
                    <a:pt x="313" y="183"/>
                    <a:pt x="316" y="189"/>
                    <a:pt x="321" y="189"/>
                  </a:cubicBezTo>
                  <a:cubicBezTo>
                    <a:pt x="323" y="189"/>
                    <a:pt x="325" y="186"/>
                    <a:pt x="327" y="186"/>
                  </a:cubicBezTo>
                  <a:cubicBezTo>
                    <a:pt x="340" y="186"/>
                    <a:pt x="336" y="203"/>
                    <a:pt x="341" y="212"/>
                  </a:cubicBezTo>
                  <a:cubicBezTo>
                    <a:pt x="343" y="217"/>
                    <a:pt x="346" y="218"/>
                    <a:pt x="349" y="223"/>
                  </a:cubicBezTo>
                  <a:cubicBezTo>
                    <a:pt x="351" y="225"/>
                    <a:pt x="351" y="230"/>
                    <a:pt x="355" y="230"/>
                  </a:cubicBezTo>
                  <a:cubicBezTo>
                    <a:pt x="360" y="230"/>
                    <a:pt x="361" y="224"/>
                    <a:pt x="361" y="218"/>
                  </a:cubicBezTo>
                  <a:cubicBezTo>
                    <a:pt x="361" y="213"/>
                    <a:pt x="359" y="210"/>
                    <a:pt x="358" y="207"/>
                  </a:cubicBezTo>
                  <a:cubicBezTo>
                    <a:pt x="358" y="205"/>
                    <a:pt x="358" y="205"/>
                    <a:pt x="358" y="205"/>
                  </a:cubicBezTo>
                  <a:cubicBezTo>
                    <a:pt x="358" y="206"/>
                    <a:pt x="358" y="206"/>
                    <a:pt x="358" y="206"/>
                  </a:cubicBezTo>
                  <a:cubicBezTo>
                    <a:pt x="358" y="196"/>
                    <a:pt x="350" y="194"/>
                    <a:pt x="350" y="184"/>
                  </a:cubicBezTo>
                  <a:cubicBezTo>
                    <a:pt x="350" y="164"/>
                    <a:pt x="367" y="158"/>
                    <a:pt x="380" y="151"/>
                  </a:cubicBezTo>
                  <a:cubicBezTo>
                    <a:pt x="379" y="150"/>
                    <a:pt x="379" y="150"/>
                    <a:pt x="379" y="150"/>
                  </a:cubicBezTo>
                  <a:cubicBezTo>
                    <a:pt x="381" y="148"/>
                    <a:pt x="381" y="148"/>
                    <a:pt x="384" y="146"/>
                  </a:cubicBezTo>
                  <a:cubicBezTo>
                    <a:pt x="387" y="146"/>
                    <a:pt x="388" y="144"/>
                    <a:pt x="391" y="143"/>
                  </a:cubicBezTo>
                  <a:cubicBezTo>
                    <a:pt x="393" y="143"/>
                    <a:pt x="394" y="141"/>
                    <a:pt x="395" y="140"/>
                  </a:cubicBezTo>
                  <a:cubicBezTo>
                    <a:pt x="391" y="138"/>
                    <a:pt x="391" y="138"/>
                    <a:pt x="391" y="138"/>
                  </a:cubicBezTo>
                  <a:cubicBezTo>
                    <a:pt x="391" y="136"/>
                    <a:pt x="391" y="136"/>
                    <a:pt x="391" y="136"/>
                  </a:cubicBezTo>
                  <a:cubicBezTo>
                    <a:pt x="392" y="136"/>
                    <a:pt x="392" y="136"/>
                    <a:pt x="392" y="136"/>
                  </a:cubicBezTo>
                  <a:cubicBezTo>
                    <a:pt x="394" y="136"/>
                    <a:pt x="395" y="135"/>
                    <a:pt x="396" y="133"/>
                  </a:cubicBezTo>
                  <a:cubicBezTo>
                    <a:pt x="394" y="132"/>
                    <a:pt x="393" y="132"/>
                    <a:pt x="392" y="130"/>
                  </a:cubicBezTo>
                  <a:cubicBezTo>
                    <a:pt x="393" y="130"/>
                    <a:pt x="396" y="129"/>
                    <a:pt x="396" y="127"/>
                  </a:cubicBezTo>
                  <a:cubicBezTo>
                    <a:pt x="396" y="126"/>
                    <a:pt x="396" y="125"/>
                    <a:pt x="396" y="124"/>
                  </a:cubicBezTo>
                  <a:cubicBezTo>
                    <a:pt x="395" y="124"/>
                    <a:pt x="394" y="124"/>
                    <a:pt x="394" y="124"/>
                  </a:cubicBezTo>
                  <a:cubicBezTo>
                    <a:pt x="392" y="122"/>
                    <a:pt x="394" y="123"/>
                    <a:pt x="394" y="120"/>
                  </a:cubicBezTo>
                  <a:cubicBezTo>
                    <a:pt x="394" y="117"/>
                    <a:pt x="392" y="112"/>
                    <a:pt x="392" y="110"/>
                  </a:cubicBezTo>
                  <a:cubicBezTo>
                    <a:pt x="392" y="110"/>
                    <a:pt x="392" y="107"/>
                    <a:pt x="393" y="106"/>
                  </a:cubicBezTo>
                  <a:cubicBezTo>
                    <a:pt x="393" y="109"/>
                    <a:pt x="396" y="113"/>
                    <a:pt x="396" y="115"/>
                  </a:cubicBezTo>
                  <a:cubicBezTo>
                    <a:pt x="396" y="117"/>
                    <a:pt x="396" y="117"/>
                    <a:pt x="396" y="119"/>
                  </a:cubicBezTo>
                  <a:cubicBezTo>
                    <a:pt x="396" y="119"/>
                    <a:pt x="396" y="120"/>
                    <a:pt x="397" y="120"/>
                  </a:cubicBezTo>
                  <a:cubicBezTo>
                    <a:pt x="398" y="120"/>
                    <a:pt x="403" y="110"/>
                    <a:pt x="403" y="109"/>
                  </a:cubicBezTo>
                  <a:cubicBezTo>
                    <a:pt x="403" y="106"/>
                    <a:pt x="401" y="105"/>
                    <a:pt x="401" y="103"/>
                  </a:cubicBezTo>
                  <a:cubicBezTo>
                    <a:pt x="402" y="102"/>
                    <a:pt x="402" y="102"/>
                    <a:pt x="402" y="102"/>
                  </a:cubicBezTo>
                  <a:cubicBezTo>
                    <a:pt x="403" y="102"/>
                    <a:pt x="403" y="104"/>
                    <a:pt x="404" y="104"/>
                  </a:cubicBezTo>
                  <a:cubicBezTo>
                    <a:pt x="406" y="104"/>
                    <a:pt x="412" y="94"/>
                    <a:pt x="412" y="92"/>
                  </a:cubicBezTo>
                  <a:cubicBezTo>
                    <a:pt x="412" y="92"/>
                    <a:pt x="410" y="90"/>
                    <a:pt x="410" y="88"/>
                  </a:cubicBezTo>
                  <a:cubicBezTo>
                    <a:pt x="410" y="88"/>
                    <a:pt x="410" y="87"/>
                    <a:pt x="411" y="86"/>
                  </a:cubicBezTo>
                  <a:cubicBezTo>
                    <a:pt x="412" y="86"/>
                    <a:pt x="413" y="87"/>
                    <a:pt x="414" y="87"/>
                  </a:cubicBezTo>
                  <a:cubicBezTo>
                    <a:pt x="418" y="87"/>
                    <a:pt x="421" y="87"/>
                    <a:pt x="425" y="85"/>
                  </a:cubicBezTo>
                  <a:cubicBezTo>
                    <a:pt x="424" y="85"/>
                    <a:pt x="423" y="85"/>
                    <a:pt x="423" y="85"/>
                  </a:cubicBezTo>
                  <a:cubicBezTo>
                    <a:pt x="421" y="85"/>
                    <a:pt x="419" y="85"/>
                    <a:pt x="418" y="85"/>
                  </a:cubicBezTo>
                  <a:cubicBezTo>
                    <a:pt x="415" y="85"/>
                    <a:pt x="415" y="85"/>
                    <a:pt x="415" y="85"/>
                  </a:cubicBezTo>
                  <a:cubicBezTo>
                    <a:pt x="420" y="82"/>
                    <a:pt x="430" y="83"/>
                    <a:pt x="436" y="79"/>
                  </a:cubicBezTo>
                  <a:cubicBezTo>
                    <a:pt x="436" y="79"/>
                    <a:pt x="437" y="79"/>
                    <a:pt x="438" y="79"/>
                  </a:cubicBezTo>
                  <a:cubicBezTo>
                    <a:pt x="440" y="79"/>
                    <a:pt x="443" y="79"/>
                    <a:pt x="445" y="78"/>
                  </a:cubicBezTo>
                  <a:cubicBezTo>
                    <a:pt x="445" y="76"/>
                    <a:pt x="445" y="76"/>
                    <a:pt x="445" y="76"/>
                  </a:cubicBezTo>
                  <a:cubicBezTo>
                    <a:pt x="445" y="76"/>
                    <a:pt x="443" y="78"/>
                    <a:pt x="442" y="78"/>
                  </a:cubicBezTo>
                  <a:cubicBezTo>
                    <a:pt x="440" y="78"/>
                    <a:pt x="439" y="74"/>
                    <a:pt x="439" y="73"/>
                  </a:cubicBezTo>
                  <a:cubicBezTo>
                    <a:pt x="438" y="73"/>
                    <a:pt x="438" y="71"/>
                    <a:pt x="438" y="70"/>
                  </a:cubicBezTo>
                  <a:cubicBezTo>
                    <a:pt x="438" y="60"/>
                    <a:pt x="448" y="57"/>
                    <a:pt x="452" y="52"/>
                  </a:cubicBezTo>
                  <a:cubicBezTo>
                    <a:pt x="453" y="52"/>
                    <a:pt x="454" y="51"/>
                    <a:pt x="454" y="51"/>
                  </a:cubicBezTo>
                  <a:cubicBezTo>
                    <a:pt x="456" y="51"/>
                    <a:pt x="457" y="52"/>
                    <a:pt x="459" y="52"/>
                  </a:cubicBezTo>
                  <a:cubicBezTo>
                    <a:pt x="463" y="52"/>
                    <a:pt x="466" y="50"/>
                    <a:pt x="468" y="47"/>
                  </a:cubicBezTo>
                  <a:cubicBezTo>
                    <a:pt x="467" y="47"/>
                    <a:pt x="467" y="46"/>
                    <a:pt x="467" y="45"/>
                  </a:cubicBezTo>
                  <a:cubicBezTo>
                    <a:pt x="467" y="45"/>
                    <a:pt x="467" y="45"/>
                    <a:pt x="467" y="45"/>
                  </a:cubicBezTo>
                  <a:cubicBezTo>
                    <a:pt x="466" y="44"/>
                    <a:pt x="466" y="42"/>
                    <a:pt x="465" y="41"/>
                  </a:cubicBezTo>
                  <a:cubicBezTo>
                    <a:pt x="464" y="34"/>
                    <a:pt x="465" y="27"/>
                    <a:pt x="462" y="21"/>
                  </a:cubicBezTo>
                  <a:cubicBezTo>
                    <a:pt x="462" y="21"/>
                    <a:pt x="462" y="21"/>
                    <a:pt x="462" y="21"/>
                  </a:cubicBezTo>
                  <a:cubicBezTo>
                    <a:pt x="462" y="21"/>
                    <a:pt x="462" y="21"/>
                    <a:pt x="462" y="21"/>
                  </a:cubicBezTo>
                  <a:cubicBezTo>
                    <a:pt x="462" y="21"/>
                    <a:pt x="462" y="21"/>
                    <a:pt x="462" y="21"/>
                  </a:cubicBezTo>
                  <a:cubicBezTo>
                    <a:pt x="462" y="21"/>
                    <a:pt x="462" y="21"/>
                    <a:pt x="462" y="21"/>
                  </a:cubicBezTo>
                  <a:cubicBezTo>
                    <a:pt x="462" y="21"/>
                    <a:pt x="462" y="21"/>
                    <a:pt x="462" y="21"/>
                  </a:cubicBezTo>
                  <a:cubicBezTo>
                    <a:pt x="462" y="21"/>
                    <a:pt x="462" y="21"/>
                    <a:pt x="462" y="21"/>
                  </a:cubicBezTo>
                  <a:cubicBezTo>
                    <a:pt x="461" y="20"/>
                    <a:pt x="460" y="19"/>
                    <a:pt x="459" y="19"/>
                  </a:cubicBezTo>
                  <a:cubicBezTo>
                    <a:pt x="458" y="19"/>
                    <a:pt x="458" y="20"/>
                    <a:pt x="457" y="20"/>
                  </a:cubicBezTo>
                  <a:cubicBezTo>
                    <a:pt x="456" y="20"/>
                    <a:pt x="455" y="20"/>
                    <a:pt x="454" y="20"/>
                  </a:cubicBezTo>
                  <a:cubicBezTo>
                    <a:pt x="453" y="20"/>
                    <a:pt x="452" y="20"/>
                    <a:pt x="451" y="19"/>
                  </a:cubicBezTo>
                  <a:cubicBezTo>
                    <a:pt x="443" y="23"/>
                    <a:pt x="443" y="33"/>
                    <a:pt x="438" y="38"/>
                  </a:cubicBezTo>
                  <a:cubicBezTo>
                    <a:pt x="437" y="39"/>
                    <a:pt x="438" y="41"/>
                    <a:pt x="435" y="41"/>
                  </a:cubicBezTo>
                  <a:cubicBezTo>
                    <a:pt x="433" y="41"/>
                    <a:pt x="431" y="42"/>
                    <a:pt x="428" y="42"/>
                  </a:cubicBezTo>
                  <a:cubicBezTo>
                    <a:pt x="426" y="42"/>
                    <a:pt x="424" y="42"/>
                    <a:pt x="421" y="42"/>
                  </a:cubicBezTo>
                  <a:cubicBezTo>
                    <a:pt x="418" y="42"/>
                    <a:pt x="416" y="42"/>
                    <a:pt x="413" y="42"/>
                  </a:cubicBezTo>
                  <a:cubicBezTo>
                    <a:pt x="410" y="42"/>
                    <a:pt x="407" y="42"/>
                    <a:pt x="406" y="43"/>
                  </a:cubicBezTo>
                  <a:cubicBezTo>
                    <a:pt x="404" y="44"/>
                    <a:pt x="394" y="55"/>
                    <a:pt x="393" y="55"/>
                  </a:cubicBezTo>
                  <a:cubicBezTo>
                    <a:pt x="393" y="62"/>
                    <a:pt x="385" y="63"/>
                    <a:pt x="378" y="63"/>
                  </a:cubicBezTo>
                  <a:cubicBezTo>
                    <a:pt x="374" y="63"/>
                    <a:pt x="370" y="63"/>
                    <a:pt x="367" y="63"/>
                  </a:cubicBezTo>
                  <a:cubicBezTo>
                    <a:pt x="366" y="63"/>
                    <a:pt x="366" y="63"/>
                    <a:pt x="364" y="63"/>
                  </a:cubicBezTo>
                  <a:cubicBezTo>
                    <a:pt x="364" y="63"/>
                    <a:pt x="364" y="64"/>
                    <a:pt x="364" y="65"/>
                  </a:cubicBezTo>
                  <a:cubicBezTo>
                    <a:pt x="364" y="65"/>
                    <a:pt x="365" y="65"/>
                    <a:pt x="365" y="65"/>
                  </a:cubicBezTo>
                  <a:cubicBezTo>
                    <a:pt x="365" y="67"/>
                    <a:pt x="366" y="68"/>
                    <a:pt x="366" y="70"/>
                  </a:cubicBezTo>
                  <a:cubicBezTo>
                    <a:pt x="366" y="70"/>
                    <a:pt x="366" y="70"/>
                    <a:pt x="366" y="70"/>
                  </a:cubicBezTo>
                  <a:cubicBezTo>
                    <a:pt x="366" y="70"/>
                    <a:pt x="366" y="70"/>
                    <a:pt x="366" y="70"/>
                  </a:cubicBezTo>
                  <a:cubicBezTo>
                    <a:pt x="366" y="70"/>
                    <a:pt x="366" y="70"/>
                    <a:pt x="366" y="70"/>
                  </a:cubicBezTo>
                  <a:cubicBezTo>
                    <a:pt x="366" y="70"/>
                    <a:pt x="366" y="70"/>
                    <a:pt x="366" y="70"/>
                  </a:cubicBezTo>
                  <a:cubicBezTo>
                    <a:pt x="366" y="70"/>
                    <a:pt x="366" y="70"/>
                    <a:pt x="366" y="70"/>
                  </a:cubicBezTo>
                  <a:cubicBezTo>
                    <a:pt x="366" y="70"/>
                    <a:pt x="366" y="70"/>
                    <a:pt x="366" y="70"/>
                  </a:cubicBezTo>
                  <a:cubicBezTo>
                    <a:pt x="366" y="70"/>
                    <a:pt x="365" y="71"/>
                    <a:pt x="364" y="71"/>
                  </a:cubicBezTo>
                  <a:cubicBezTo>
                    <a:pt x="363" y="72"/>
                    <a:pt x="362" y="72"/>
                    <a:pt x="362" y="72"/>
                  </a:cubicBezTo>
                  <a:cubicBezTo>
                    <a:pt x="362" y="72"/>
                    <a:pt x="362" y="72"/>
                    <a:pt x="362" y="72"/>
                  </a:cubicBezTo>
                  <a:cubicBezTo>
                    <a:pt x="355" y="76"/>
                    <a:pt x="346" y="80"/>
                    <a:pt x="340" y="80"/>
                  </a:cubicBezTo>
                  <a:cubicBezTo>
                    <a:pt x="337" y="80"/>
                    <a:pt x="336" y="76"/>
                    <a:pt x="336" y="73"/>
                  </a:cubicBezTo>
                  <a:cubicBezTo>
                    <a:pt x="336" y="73"/>
                    <a:pt x="336" y="73"/>
                    <a:pt x="336" y="73"/>
                  </a:cubicBezTo>
                  <a:cubicBezTo>
                    <a:pt x="336" y="73"/>
                    <a:pt x="336" y="73"/>
                    <a:pt x="336" y="73"/>
                  </a:cubicBezTo>
                  <a:cubicBezTo>
                    <a:pt x="336" y="68"/>
                    <a:pt x="339" y="66"/>
                    <a:pt x="342" y="63"/>
                  </a:cubicBezTo>
                  <a:cubicBezTo>
                    <a:pt x="339" y="61"/>
                    <a:pt x="339" y="59"/>
                    <a:pt x="338" y="54"/>
                  </a:cubicBezTo>
                  <a:cubicBezTo>
                    <a:pt x="335" y="55"/>
                    <a:pt x="336" y="56"/>
                    <a:pt x="333" y="56"/>
                  </a:cubicBezTo>
                  <a:cubicBezTo>
                    <a:pt x="333" y="52"/>
                    <a:pt x="336" y="50"/>
                    <a:pt x="336" y="46"/>
                  </a:cubicBezTo>
                  <a:cubicBezTo>
                    <a:pt x="336" y="42"/>
                    <a:pt x="325" y="37"/>
                    <a:pt x="323" y="37"/>
                  </a:cubicBezTo>
                  <a:cubicBezTo>
                    <a:pt x="318" y="37"/>
                    <a:pt x="323" y="44"/>
                    <a:pt x="313" y="45"/>
                  </a:cubicBezTo>
                  <a:cubicBezTo>
                    <a:pt x="309" y="45"/>
                    <a:pt x="309" y="54"/>
                    <a:pt x="309" y="57"/>
                  </a:cubicBezTo>
                  <a:cubicBezTo>
                    <a:pt x="309" y="57"/>
                    <a:pt x="309" y="63"/>
                    <a:pt x="309" y="66"/>
                  </a:cubicBezTo>
                  <a:cubicBezTo>
                    <a:pt x="309" y="70"/>
                    <a:pt x="308" y="78"/>
                    <a:pt x="304" y="78"/>
                  </a:cubicBezTo>
                  <a:cubicBezTo>
                    <a:pt x="301" y="78"/>
                    <a:pt x="297" y="76"/>
                    <a:pt x="297" y="73"/>
                  </a:cubicBezTo>
                  <a:cubicBezTo>
                    <a:pt x="297" y="65"/>
                    <a:pt x="300" y="51"/>
                    <a:pt x="304" y="45"/>
                  </a:cubicBezTo>
                  <a:cubicBezTo>
                    <a:pt x="302" y="45"/>
                    <a:pt x="300" y="47"/>
                    <a:pt x="298" y="49"/>
                  </a:cubicBezTo>
                  <a:cubicBezTo>
                    <a:pt x="298" y="43"/>
                    <a:pt x="309" y="35"/>
                    <a:pt x="316" y="35"/>
                  </a:cubicBezTo>
                  <a:cubicBezTo>
                    <a:pt x="317" y="35"/>
                    <a:pt x="321" y="36"/>
                    <a:pt x="324" y="36"/>
                  </a:cubicBezTo>
                  <a:cubicBezTo>
                    <a:pt x="325" y="36"/>
                    <a:pt x="327" y="35"/>
                    <a:pt x="329" y="35"/>
                  </a:cubicBezTo>
                  <a:cubicBezTo>
                    <a:pt x="329" y="32"/>
                    <a:pt x="329" y="32"/>
                    <a:pt x="329" y="32"/>
                  </a:cubicBezTo>
                  <a:cubicBezTo>
                    <a:pt x="323" y="32"/>
                    <a:pt x="319" y="28"/>
                    <a:pt x="312" y="28"/>
                  </a:cubicBezTo>
                  <a:cubicBezTo>
                    <a:pt x="309" y="28"/>
                    <a:pt x="308" y="31"/>
                    <a:pt x="304" y="31"/>
                  </a:cubicBezTo>
                  <a:cubicBezTo>
                    <a:pt x="302" y="31"/>
                    <a:pt x="300" y="29"/>
                    <a:pt x="300" y="27"/>
                  </a:cubicBezTo>
                  <a:cubicBezTo>
                    <a:pt x="294" y="27"/>
                    <a:pt x="294" y="27"/>
                    <a:pt x="294" y="27"/>
                  </a:cubicBezTo>
                  <a:cubicBezTo>
                    <a:pt x="295" y="25"/>
                    <a:pt x="297" y="24"/>
                    <a:pt x="297" y="20"/>
                  </a:cubicBezTo>
                  <a:cubicBezTo>
                    <a:pt x="293" y="21"/>
                    <a:pt x="288" y="26"/>
                    <a:pt x="284" y="26"/>
                  </a:cubicBezTo>
                  <a:cubicBezTo>
                    <a:pt x="282" y="26"/>
                    <a:pt x="282" y="30"/>
                    <a:pt x="277" y="30"/>
                  </a:cubicBezTo>
                  <a:cubicBezTo>
                    <a:pt x="274" y="30"/>
                    <a:pt x="274" y="30"/>
                    <a:pt x="273" y="27"/>
                  </a:cubicBezTo>
                  <a:cubicBezTo>
                    <a:pt x="271" y="28"/>
                    <a:pt x="269" y="28"/>
                    <a:pt x="267" y="29"/>
                  </a:cubicBezTo>
                  <a:cubicBezTo>
                    <a:pt x="263" y="29"/>
                    <a:pt x="263" y="29"/>
                    <a:pt x="263" y="29"/>
                  </a:cubicBezTo>
                  <a:cubicBezTo>
                    <a:pt x="270" y="21"/>
                    <a:pt x="278" y="18"/>
                    <a:pt x="285" y="13"/>
                  </a:cubicBezTo>
                  <a:cubicBezTo>
                    <a:pt x="275" y="13"/>
                    <a:pt x="267" y="13"/>
                    <a:pt x="262" y="7"/>
                  </a:cubicBezTo>
                  <a:cubicBezTo>
                    <a:pt x="247" y="7"/>
                    <a:pt x="247" y="7"/>
                    <a:pt x="247" y="7"/>
                  </a:cubicBezTo>
                  <a:cubicBezTo>
                    <a:pt x="244" y="5"/>
                    <a:pt x="244" y="3"/>
                    <a:pt x="2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 name="Freeform 109"/>
            <p:cNvSpPr>
              <a:spLocks noEditPoints="1"/>
            </p:cNvSpPr>
            <p:nvPr/>
          </p:nvSpPr>
          <p:spPr bwMode="auto">
            <a:xfrm>
              <a:off x="1820863" y="1520825"/>
              <a:ext cx="2590800" cy="1336675"/>
            </a:xfrm>
            <a:custGeom>
              <a:avLst/>
              <a:gdLst>
                <a:gd name="T0" fmla="*/ 144 w 690"/>
                <a:gd name="T1" fmla="*/ 284 h 356"/>
                <a:gd name="T2" fmla="*/ 0 w 690"/>
                <a:gd name="T3" fmla="*/ 32 h 356"/>
                <a:gd name="T4" fmla="*/ 357 w 690"/>
                <a:gd name="T5" fmla="*/ 24 h 356"/>
                <a:gd name="T6" fmla="*/ 362 w 690"/>
                <a:gd name="T7" fmla="*/ 64 h 356"/>
                <a:gd name="T8" fmla="*/ 317 w 690"/>
                <a:gd name="T9" fmla="*/ 59 h 356"/>
                <a:gd name="T10" fmla="*/ 263 w 690"/>
                <a:gd name="T11" fmla="*/ 60 h 356"/>
                <a:gd name="T12" fmla="*/ 215 w 690"/>
                <a:gd name="T13" fmla="*/ 59 h 356"/>
                <a:gd name="T14" fmla="*/ 192 w 690"/>
                <a:gd name="T15" fmla="*/ 44 h 356"/>
                <a:gd name="T16" fmla="*/ 118 w 690"/>
                <a:gd name="T17" fmla="*/ 34 h 356"/>
                <a:gd name="T18" fmla="*/ 57 w 690"/>
                <a:gd name="T19" fmla="*/ 36 h 356"/>
                <a:gd name="T20" fmla="*/ 7 w 690"/>
                <a:gd name="T21" fmla="*/ 36 h 356"/>
                <a:gd name="T22" fmla="*/ 0 w 690"/>
                <a:gd name="T23" fmla="*/ 33 h 356"/>
                <a:gd name="T24" fmla="*/ 15 w 690"/>
                <a:gd name="T25" fmla="*/ 160 h 356"/>
                <a:gd name="T26" fmla="*/ 67 w 690"/>
                <a:gd name="T27" fmla="*/ 190 h 356"/>
                <a:gd name="T28" fmla="*/ 87 w 690"/>
                <a:gd name="T29" fmla="*/ 214 h 356"/>
                <a:gd name="T30" fmla="*/ 96 w 690"/>
                <a:gd name="T31" fmla="*/ 247 h 356"/>
                <a:gd name="T32" fmla="*/ 144 w 690"/>
                <a:gd name="T33" fmla="*/ 284 h 356"/>
                <a:gd name="T34" fmla="*/ 416 w 690"/>
                <a:gd name="T35" fmla="*/ 293 h 356"/>
                <a:gd name="T36" fmla="*/ 438 w 690"/>
                <a:gd name="T37" fmla="*/ 288 h 356"/>
                <a:gd name="T38" fmla="*/ 492 w 690"/>
                <a:gd name="T39" fmla="*/ 326 h 356"/>
                <a:gd name="T40" fmla="*/ 467 w 690"/>
                <a:gd name="T41" fmla="*/ 353 h 356"/>
                <a:gd name="T42" fmla="*/ 486 w 690"/>
                <a:gd name="T43" fmla="*/ 351 h 356"/>
                <a:gd name="T44" fmla="*/ 497 w 690"/>
                <a:gd name="T45" fmla="*/ 350 h 356"/>
                <a:gd name="T46" fmla="*/ 497 w 690"/>
                <a:gd name="T47" fmla="*/ 350 h 356"/>
                <a:gd name="T48" fmla="*/ 524 w 690"/>
                <a:gd name="T49" fmla="*/ 335 h 356"/>
                <a:gd name="T50" fmla="*/ 566 w 690"/>
                <a:gd name="T51" fmla="*/ 321 h 356"/>
                <a:gd name="T52" fmla="*/ 590 w 690"/>
                <a:gd name="T53" fmla="*/ 299 h 356"/>
                <a:gd name="T54" fmla="*/ 593 w 690"/>
                <a:gd name="T55" fmla="*/ 301 h 356"/>
                <a:gd name="T56" fmla="*/ 598 w 690"/>
                <a:gd name="T57" fmla="*/ 325 h 356"/>
                <a:gd name="T58" fmla="*/ 607 w 690"/>
                <a:gd name="T59" fmla="*/ 324 h 356"/>
                <a:gd name="T60" fmla="*/ 612 w 690"/>
                <a:gd name="T61" fmla="*/ 340 h 356"/>
                <a:gd name="T62" fmla="*/ 618 w 690"/>
                <a:gd name="T63" fmla="*/ 295 h 356"/>
                <a:gd name="T64" fmla="*/ 582 w 690"/>
                <a:gd name="T65" fmla="*/ 291 h 356"/>
                <a:gd name="T66" fmla="*/ 649 w 690"/>
                <a:gd name="T67" fmla="*/ 270 h 356"/>
                <a:gd name="T68" fmla="*/ 683 w 690"/>
                <a:gd name="T69" fmla="*/ 226 h 356"/>
                <a:gd name="T70" fmla="*/ 671 w 690"/>
                <a:gd name="T71" fmla="*/ 220 h 356"/>
                <a:gd name="T72" fmla="*/ 641 w 690"/>
                <a:gd name="T73" fmla="*/ 187 h 356"/>
                <a:gd name="T74" fmla="*/ 594 w 690"/>
                <a:gd name="T75" fmla="*/ 178 h 356"/>
                <a:gd name="T76" fmla="*/ 535 w 690"/>
                <a:gd name="T77" fmla="*/ 131 h 356"/>
                <a:gd name="T78" fmla="*/ 501 w 690"/>
                <a:gd name="T79" fmla="*/ 171 h 356"/>
                <a:gd name="T80" fmla="*/ 492 w 690"/>
                <a:gd name="T81" fmla="*/ 260 h 356"/>
                <a:gd name="T82" fmla="*/ 414 w 690"/>
                <a:gd name="T83" fmla="*/ 198 h 356"/>
                <a:gd name="T84" fmla="*/ 373 w 690"/>
                <a:gd name="T85" fmla="*/ 164 h 356"/>
                <a:gd name="T86" fmla="*/ 391 w 690"/>
                <a:gd name="T87" fmla="*/ 113 h 356"/>
                <a:gd name="T88" fmla="*/ 413 w 690"/>
                <a:gd name="T89" fmla="*/ 109 h 356"/>
                <a:gd name="T90" fmla="*/ 416 w 690"/>
                <a:gd name="T91" fmla="*/ 85 h 356"/>
                <a:gd name="T92" fmla="*/ 462 w 690"/>
                <a:gd name="T93" fmla="*/ 79 h 356"/>
                <a:gd name="T94" fmla="*/ 475 w 690"/>
                <a:gd name="T95" fmla="*/ 57 h 356"/>
                <a:gd name="T96" fmla="*/ 448 w 690"/>
                <a:gd name="T97" fmla="*/ 36 h 356"/>
                <a:gd name="T98" fmla="*/ 423 w 690"/>
                <a:gd name="T99" fmla="*/ 55 h 356"/>
                <a:gd name="T100" fmla="*/ 403 w 690"/>
                <a:gd name="T101" fmla="*/ 35 h 356"/>
                <a:gd name="T102" fmla="*/ 369 w 690"/>
                <a:gd name="T103" fmla="*/ 0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90" h="356">
                  <a:moveTo>
                    <a:pt x="144" y="284"/>
                  </a:moveTo>
                  <a:cubicBezTo>
                    <a:pt x="144" y="284"/>
                    <a:pt x="144" y="284"/>
                    <a:pt x="144" y="284"/>
                  </a:cubicBezTo>
                  <a:cubicBezTo>
                    <a:pt x="144" y="284"/>
                    <a:pt x="144" y="284"/>
                    <a:pt x="144" y="284"/>
                  </a:cubicBezTo>
                  <a:cubicBezTo>
                    <a:pt x="144" y="284"/>
                    <a:pt x="144" y="284"/>
                    <a:pt x="144" y="284"/>
                  </a:cubicBezTo>
                  <a:cubicBezTo>
                    <a:pt x="144" y="284"/>
                    <a:pt x="144" y="284"/>
                    <a:pt x="144" y="284"/>
                  </a:cubicBezTo>
                  <a:moveTo>
                    <a:pt x="0" y="32"/>
                  </a:moveTo>
                  <a:cubicBezTo>
                    <a:pt x="0" y="33"/>
                    <a:pt x="0" y="33"/>
                    <a:pt x="0" y="33"/>
                  </a:cubicBezTo>
                  <a:cubicBezTo>
                    <a:pt x="0" y="33"/>
                    <a:pt x="0" y="33"/>
                    <a:pt x="0" y="33"/>
                  </a:cubicBezTo>
                  <a:cubicBezTo>
                    <a:pt x="0" y="32"/>
                    <a:pt x="0" y="32"/>
                    <a:pt x="0" y="32"/>
                  </a:cubicBezTo>
                  <a:cubicBezTo>
                    <a:pt x="0" y="32"/>
                    <a:pt x="0" y="32"/>
                    <a:pt x="0" y="32"/>
                  </a:cubicBezTo>
                  <a:moveTo>
                    <a:pt x="369" y="0"/>
                  </a:moveTo>
                  <a:cubicBezTo>
                    <a:pt x="364" y="0"/>
                    <a:pt x="366" y="4"/>
                    <a:pt x="367" y="6"/>
                  </a:cubicBezTo>
                  <a:cubicBezTo>
                    <a:pt x="363" y="7"/>
                    <a:pt x="359" y="6"/>
                    <a:pt x="359" y="11"/>
                  </a:cubicBezTo>
                  <a:cubicBezTo>
                    <a:pt x="359" y="13"/>
                    <a:pt x="361" y="15"/>
                    <a:pt x="361" y="18"/>
                  </a:cubicBezTo>
                  <a:cubicBezTo>
                    <a:pt x="361" y="21"/>
                    <a:pt x="357" y="20"/>
                    <a:pt x="357" y="24"/>
                  </a:cubicBezTo>
                  <a:cubicBezTo>
                    <a:pt x="357" y="34"/>
                    <a:pt x="376" y="28"/>
                    <a:pt x="376" y="38"/>
                  </a:cubicBezTo>
                  <a:cubicBezTo>
                    <a:pt x="376" y="39"/>
                    <a:pt x="374" y="46"/>
                    <a:pt x="374" y="46"/>
                  </a:cubicBezTo>
                  <a:cubicBezTo>
                    <a:pt x="376" y="45"/>
                    <a:pt x="378" y="44"/>
                    <a:pt x="380" y="43"/>
                  </a:cubicBezTo>
                  <a:cubicBezTo>
                    <a:pt x="384" y="55"/>
                    <a:pt x="365" y="49"/>
                    <a:pt x="365" y="63"/>
                  </a:cubicBezTo>
                  <a:cubicBezTo>
                    <a:pt x="364" y="63"/>
                    <a:pt x="363" y="64"/>
                    <a:pt x="362" y="64"/>
                  </a:cubicBezTo>
                  <a:cubicBezTo>
                    <a:pt x="357" y="64"/>
                    <a:pt x="363" y="56"/>
                    <a:pt x="361" y="53"/>
                  </a:cubicBezTo>
                  <a:cubicBezTo>
                    <a:pt x="360" y="52"/>
                    <a:pt x="352" y="50"/>
                    <a:pt x="348" y="50"/>
                  </a:cubicBezTo>
                  <a:cubicBezTo>
                    <a:pt x="343" y="50"/>
                    <a:pt x="341" y="53"/>
                    <a:pt x="341" y="59"/>
                  </a:cubicBezTo>
                  <a:cubicBezTo>
                    <a:pt x="339" y="59"/>
                    <a:pt x="338" y="59"/>
                    <a:pt x="336" y="59"/>
                  </a:cubicBezTo>
                  <a:cubicBezTo>
                    <a:pt x="333" y="59"/>
                    <a:pt x="328" y="59"/>
                    <a:pt x="317" y="59"/>
                  </a:cubicBezTo>
                  <a:cubicBezTo>
                    <a:pt x="301" y="59"/>
                    <a:pt x="283" y="54"/>
                    <a:pt x="280" y="42"/>
                  </a:cubicBezTo>
                  <a:cubicBezTo>
                    <a:pt x="275" y="43"/>
                    <a:pt x="258" y="44"/>
                    <a:pt x="258" y="50"/>
                  </a:cubicBezTo>
                  <a:cubicBezTo>
                    <a:pt x="258" y="52"/>
                    <a:pt x="259" y="53"/>
                    <a:pt x="261" y="53"/>
                  </a:cubicBezTo>
                  <a:cubicBezTo>
                    <a:pt x="266" y="53"/>
                    <a:pt x="273" y="51"/>
                    <a:pt x="277" y="48"/>
                  </a:cubicBezTo>
                  <a:cubicBezTo>
                    <a:pt x="278" y="58"/>
                    <a:pt x="263" y="50"/>
                    <a:pt x="263" y="60"/>
                  </a:cubicBezTo>
                  <a:cubicBezTo>
                    <a:pt x="263" y="62"/>
                    <a:pt x="266" y="68"/>
                    <a:pt x="265" y="68"/>
                  </a:cubicBezTo>
                  <a:cubicBezTo>
                    <a:pt x="259" y="68"/>
                    <a:pt x="258" y="61"/>
                    <a:pt x="253" y="59"/>
                  </a:cubicBezTo>
                  <a:cubicBezTo>
                    <a:pt x="249" y="57"/>
                    <a:pt x="249" y="57"/>
                    <a:pt x="249" y="57"/>
                  </a:cubicBezTo>
                  <a:cubicBezTo>
                    <a:pt x="242" y="57"/>
                    <a:pt x="238" y="57"/>
                    <a:pt x="231" y="57"/>
                  </a:cubicBezTo>
                  <a:cubicBezTo>
                    <a:pt x="225" y="57"/>
                    <a:pt x="221" y="59"/>
                    <a:pt x="215" y="59"/>
                  </a:cubicBezTo>
                  <a:cubicBezTo>
                    <a:pt x="215" y="60"/>
                    <a:pt x="214" y="60"/>
                    <a:pt x="213" y="60"/>
                  </a:cubicBezTo>
                  <a:cubicBezTo>
                    <a:pt x="204" y="60"/>
                    <a:pt x="204" y="56"/>
                    <a:pt x="204" y="55"/>
                  </a:cubicBezTo>
                  <a:cubicBezTo>
                    <a:pt x="204" y="52"/>
                    <a:pt x="213" y="54"/>
                    <a:pt x="214" y="52"/>
                  </a:cubicBezTo>
                  <a:cubicBezTo>
                    <a:pt x="209" y="45"/>
                    <a:pt x="208" y="43"/>
                    <a:pt x="203" y="43"/>
                  </a:cubicBezTo>
                  <a:cubicBezTo>
                    <a:pt x="201" y="43"/>
                    <a:pt x="197" y="43"/>
                    <a:pt x="192" y="44"/>
                  </a:cubicBezTo>
                  <a:cubicBezTo>
                    <a:pt x="191" y="44"/>
                    <a:pt x="190" y="44"/>
                    <a:pt x="189" y="44"/>
                  </a:cubicBezTo>
                  <a:cubicBezTo>
                    <a:pt x="174" y="44"/>
                    <a:pt x="165" y="31"/>
                    <a:pt x="148" y="31"/>
                  </a:cubicBezTo>
                  <a:cubicBezTo>
                    <a:pt x="143" y="31"/>
                    <a:pt x="141" y="35"/>
                    <a:pt x="136" y="35"/>
                  </a:cubicBezTo>
                  <a:cubicBezTo>
                    <a:pt x="133" y="35"/>
                    <a:pt x="130" y="29"/>
                    <a:pt x="129" y="27"/>
                  </a:cubicBezTo>
                  <a:cubicBezTo>
                    <a:pt x="124" y="28"/>
                    <a:pt x="124" y="34"/>
                    <a:pt x="118" y="34"/>
                  </a:cubicBezTo>
                  <a:cubicBezTo>
                    <a:pt x="113" y="34"/>
                    <a:pt x="105" y="22"/>
                    <a:pt x="103" y="22"/>
                  </a:cubicBezTo>
                  <a:cubicBezTo>
                    <a:pt x="98" y="22"/>
                    <a:pt x="100" y="30"/>
                    <a:pt x="94" y="30"/>
                  </a:cubicBezTo>
                  <a:cubicBezTo>
                    <a:pt x="91" y="30"/>
                    <a:pt x="90" y="28"/>
                    <a:pt x="89" y="26"/>
                  </a:cubicBezTo>
                  <a:cubicBezTo>
                    <a:pt x="80" y="28"/>
                    <a:pt x="77" y="29"/>
                    <a:pt x="69" y="32"/>
                  </a:cubicBezTo>
                  <a:cubicBezTo>
                    <a:pt x="66" y="32"/>
                    <a:pt x="61" y="36"/>
                    <a:pt x="57" y="36"/>
                  </a:cubicBezTo>
                  <a:cubicBezTo>
                    <a:pt x="57" y="36"/>
                    <a:pt x="56" y="36"/>
                    <a:pt x="56" y="35"/>
                  </a:cubicBezTo>
                  <a:cubicBezTo>
                    <a:pt x="54" y="33"/>
                    <a:pt x="52" y="33"/>
                    <a:pt x="51" y="33"/>
                  </a:cubicBezTo>
                  <a:cubicBezTo>
                    <a:pt x="49" y="33"/>
                    <a:pt x="49" y="37"/>
                    <a:pt x="47" y="37"/>
                  </a:cubicBezTo>
                  <a:cubicBezTo>
                    <a:pt x="28" y="38"/>
                    <a:pt x="41" y="45"/>
                    <a:pt x="39" y="45"/>
                  </a:cubicBezTo>
                  <a:cubicBezTo>
                    <a:pt x="31" y="45"/>
                    <a:pt x="19" y="43"/>
                    <a:pt x="7" y="36"/>
                  </a:cubicBezTo>
                  <a:cubicBezTo>
                    <a:pt x="7" y="36"/>
                    <a:pt x="3" y="33"/>
                    <a:pt x="3" y="32"/>
                  </a:cubicBezTo>
                  <a:cubicBezTo>
                    <a:pt x="2" y="33"/>
                    <a:pt x="2" y="33"/>
                    <a:pt x="2" y="33"/>
                  </a:cubicBezTo>
                  <a:cubicBezTo>
                    <a:pt x="1" y="33"/>
                    <a:pt x="1" y="33"/>
                    <a:pt x="0" y="32"/>
                  </a:cubicBezTo>
                  <a:cubicBezTo>
                    <a:pt x="0" y="33"/>
                    <a:pt x="0" y="33"/>
                    <a:pt x="0" y="33"/>
                  </a:cubicBezTo>
                  <a:cubicBezTo>
                    <a:pt x="0" y="33"/>
                    <a:pt x="0" y="33"/>
                    <a:pt x="0" y="33"/>
                  </a:cubicBezTo>
                  <a:cubicBezTo>
                    <a:pt x="0" y="156"/>
                    <a:pt x="0" y="156"/>
                    <a:pt x="0" y="156"/>
                  </a:cubicBezTo>
                  <a:cubicBezTo>
                    <a:pt x="1" y="157"/>
                    <a:pt x="3" y="157"/>
                    <a:pt x="5" y="157"/>
                  </a:cubicBezTo>
                  <a:cubicBezTo>
                    <a:pt x="6" y="157"/>
                    <a:pt x="6" y="157"/>
                    <a:pt x="7" y="157"/>
                  </a:cubicBezTo>
                  <a:cubicBezTo>
                    <a:pt x="7" y="157"/>
                    <a:pt x="8" y="157"/>
                    <a:pt x="8" y="157"/>
                  </a:cubicBezTo>
                  <a:cubicBezTo>
                    <a:pt x="11" y="157"/>
                    <a:pt x="14" y="157"/>
                    <a:pt x="15" y="160"/>
                  </a:cubicBezTo>
                  <a:cubicBezTo>
                    <a:pt x="18" y="164"/>
                    <a:pt x="24" y="171"/>
                    <a:pt x="29" y="171"/>
                  </a:cubicBezTo>
                  <a:cubicBezTo>
                    <a:pt x="33" y="171"/>
                    <a:pt x="33" y="165"/>
                    <a:pt x="37" y="164"/>
                  </a:cubicBezTo>
                  <a:cubicBezTo>
                    <a:pt x="39" y="164"/>
                    <a:pt x="41" y="164"/>
                    <a:pt x="43" y="163"/>
                  </a:cubicBezTo>
                  <a:cubicBezTo>
                    <a:pt x="51" y="171"/>
                    <a:pt x="56" y="174"/>
                    <a:pt x="63" y="185"/>
                  </a:cubicBezTo>
                  <a:cubicBezTo>
                    <a:pt x="64" y="187"/>
                    <a:pt x="66" y="187"/>
                    <a:pt x="67" y="190"/>
                  </a:cubicBezTo>
                  <a:cubicBezTo>
                    <a:pt x="68" y="193"/>
                    <a:pt x="69" y="197"/>
                    <a:pt x="72" y="201"/>
                  </a:cubicBezTo>
                  <a:cubicBezTo>
                    <a:pt x="74" y="202"/>
                    <a:pt x="78" y="201"/>
                    <a:pt x="79" y="204"/>
                  </a:cubicBezTo>
                  <a:cubicBezTo>
                    <a:pt x="82" y="206"/>
                    <a:pt x="87" y="208"/>
                    <a:pt x="87" y="214"/>
                  </a:cubicBezTo>
                  <a:cubicBezTo>
                    <a:pt x="87" y="214"/>
                    <a:pt x="87" y="214"/>
                    <a:pt x="87" y="214"/>
                  </a:cubicBezTo>
                  <a:cubicBezTo>
                    <a:pt x="87" y="214"/>
                    <a:pt x="87" y="214"/>
                    <a:pt x="87" y="214"/>
                  </a:cubicBezTo>
                  <a:cubicBezTo>
                    <a:pt x="87" y="217"/>
                    <a:pt x="83" y="217"/>
                    <a:pt x="83" y="219"/>
                  </a:cubicBezTo>
                  <a:cubicBezTo>
                    <a:pt x="83" y="221"/>
                    <a:pt x="84" y="222"/>
                    <a:pt x="84" y="223"/>
                  </a:cubicBezTo>
                  <a:cubicBezTo>
                    <a:pt x="84" y="227"/>
                    <a:pt x="83" y="235"/>
                    <a:pt x="87" y="236"/>
                  </a:cubicBezTo>
                  <a:cubicBezTo>
                    <a:pt x="90" y="236"/>
                    <a:pt x="92" y="236"/>
                    <a:pt x="93" y="238"/>
                  </a:cubicBezTo>
                  <a:cubicBezTo>
                    <a:pt x="96" y="241"/>
                    <a:pt x="93" y="244"/>
                    <a:pt x="96" y="247"/>
                  </a:cubicBezTo>
                  <a:cubicBezTo>
                    <a:pt x="96" y="247"/>
                    <a:pt x="104" y="251"/>
                    <a:pt x="104" y="252"/>
                  </a:cubicBezTo>
                  <a:cubicBezTo>
                    <a:pt x="106" y="259"/>
                    <a:pt x="107" y="266"/>
                    <a:pt x="116" y="266"/>
                  </a:cubicBezTo>
                  <a:cubicBezTo>
                    <a:pt x="118" y="272"/>
                    <a:pt x="128" y="268"/>
                    <a:pt x="130" y="276"/>
                  </a:cubicBezTo>
                  <a:cubicBezTo>
                    <a:pt x="131" y="278"/>
                    <a:pt x="138" y="279"/>
                    <a:pt x="141" y="282"/>
                  </a:cubicBezTo>
                  <a:cubicBezTo>
                    <a:pt x="141" y="282"/>
                    <a:pt x="143" y="283"/>
                    <a:pt x="144" y="284"/>
                  </a:cubicBezTo>
                  <a:cubicBezTo>
                    <a:pt x="371" y="284"/>
                    <a:pt x="371" y="284"/>
                    <a:pt x="371" y="284"/>
                  </a:cubicBezTo>
                  <a:cubicBezTo>
                    <a:pt x="371" y="280"/>
                    <a:pt x="371" y="280"/>
                    <a:pt x="371" y="280"/>
                  </a:cubicBezTo>
                  <a:cubicBezTo>
                    <a:pt x="375" y="283"/>
                    <a:pt x="375" y="285"/>
                    <a:pt x="378" y="287"/>
                  </a:cubicBezTo>
                  <a:cubicBezTo>
                    <a:pt x="393" y="287"/>
                    <a:pt x="393" y="287"/>
                    <a:pt x="393" y="287"/>
                  </a:cubicBezTo>
                  <a:cubicBezTo>
                    <a:pt x="398" y="293"/>
                    <a:pt x="406" y="293"/>
                    <a:pt x="416" y="293"/>
                  </a:cubicBezTo>
                  <a:cubicBezTo>
                    <a:pt x="420" y="292"/>
                    <a:pt x="421" y="293"/>
                    <a:pt x="424" y="292"/>
                  </a:cubicBezTo>
                  <a:cubicBezTo>
                    <a:pt x="427" y="290"/>
                    <a:pt x="425" y="286"/>
                    <a:pt x="428" y="286"/>
                  </a:cubicBezTo>
                  <a:cubicBezTo>
                    <a:pt x="432" y="286"/>
                    <a:pt x="434" y="291"/>
                    <a:pt x="435" y="292"/>
                  </a:cubicBezTo>
                  <a:cubicBezTo>
                    <a:pt x="436" y="291"/>
                    <a:pt x="435" y="288"/>
                    <a:pt x="435" y="288"/>
                  </a:cubicBezTo>
                  <a:cubicBezTo>
                    <a:pt x="436" y="288"/>
                    <a:pt x="437" y="288"/>
                    <a:pt x="438" y="288"/>
                  </a:cubicBezTo>
                  <a:cubicBezTo>
                    <a:pt x="439" y="288"/>
                    <a:pt x="451" y="298"/>
                    <a:pt x="452" y="299"/>
                  </a:cubicBezTo>
                  <a:cubicBezTo>
                    <a:pt x="454" y="302"/>
                    <a:pt x="452" y="305"/>
                    <a:pt x="454" y="307"/>
                  </a:cubicBezTo>
                  <a:cubicBezTo>
                    <a:pt x="461" y="314"/>
                    <a:pt x="469" y="312"/>
                    <a:pt x="477" y="317"/>
                  </a:cubicBezTo>
                  <a:cubicBezTo>
                    <a:pt x="484" y="317"/>
                    <a:pt x="484" y="317"/>
                    <a:pt x="484" y="317"/>
                  </a:cubicBezTo>
                  <a:cubicBezTo>
                    <a:pt x="487" y="319"/>
                    <a:pt x="492" y="322"/>
                    <a:pt x="492" y="326"/>
                  </a:cubicBezTo>
                  <a:cubicBezTo>
                    <a:pt x="492" y="328"/>
                    <a:pt x="491" y="330"/>
                    <a:pt x="489" y="330"/>
                  </a:cubicBezTo>
                  <a:cubicBezTo>
                    <a:pt x="485" y="330"/>
                    <a:pt x="482" y="326"/>
                    <a:pt x="481" y="325"/>
                  </a:cubicBezTo>
                  <a:cubicBezTo>
                    <a:pt x="480" y="329"/>
                    <a:pt x="477" y="343"/>
                    <a:pt x="473" y="343"/>
                  </a:cubicBezTo>
                  <a:cubicBezTo>
                    <a:pt x="473" y="343"/>
                    <a:pt x="473" y="343"/>
                    <a:pt x="473" y="343"/>
                  </a:cubicBezTo>
                  <a:cubicBezTo>
                    <a:pt x="470" y="346"/>
                    <a:pt x="467" y="348"/>
                    <a:pt x="467" y="353"/>
                  </a:cubicBezTo>
                  <a:cubicBezTo>
                    <a:pt x="467" y="353"/>
                    <a:pt x="467" y="353"/>
                    <a:pt x="467" y="353"/>
                  </a:cubicBezTo>
                  <a:cubicBezTo>
                    <a:pt x="468" y="354"/>
                    <a:pt x="469" y="356"/>
                    <a:pt x="471" y="356"/>
                  </a:cubicBezTo>
                  <a:cubicBezTo>
                    <a:pt x="474" y="356"/>
                    <a:pt x="474" y="354"/>
                    <a:pt x="475" y="353"/>
                  </a:cubicBezTo>
                  <a:cubicBezTo>
                    <a:pt x="477" y="351"/>
                    <a:pt x="480" y="351"/>
                    <a:pt x="484" y="351"/>
                  </a:cubicBezTo>
                  <a:cubicBezTo>
                    <a:pt x="484" y="351"/>
                    <a:pt x="485" y="351"/>
                    <a:pt x="486" y="351"/>
                  </a:cubicBezTo>
                  <a:cubicBezTo>
                    <a:pt x="489" y="351"/>
                    <a:pt x="491" y="352"/>
                    <a:pt x="492" y="352"/>
                  </a:cubicBezTo>
                  <a:cubicBezTo>
                    <a:pt x="492" y="352"/>
                    <a:pt x="492" y="352"/>
                    <a:pt x="493" y="352"/>
                  </a:cubicBezTo>
                  <a:cubicBezTo>
                    <a:pt x="493" y="352"/>
                    <a:pt x="493" y="352"/>
                    <a:pt x="493" y="352"/>
                  </a:cubicBezTo>
                  <a:cubicBezTo>
                    <a:pt x="493" y="352"/>
                    <a:pt x="494" y="352"/>
                    <a:pt x="495" y="351"/>
                  </a:cubicBezTo>
                  <a:cubicBezTo>
                    <a:pt x="496" y="351"/>
                    <a:pt x="497" y="350"/>
                    <a:pt x="497" y="350"/>
                  </a:cubicBezTo>
                  <a:cubicBezTo>
                    <a:pt x="497" y="350"/>
                    <a:pt x="497" y="350"/>
                    <a:pt x="497" y="350"/>
                  </a:cubicBezTo>
                  <a:cubicBezTo>
                    <a:pt x="497" y="350"/>
                    <a:pt x="497" y="350"/>
                    <a:pt x="497" y="350"/>
                  </a:cubicBezTo>
                  <a:cubicBezTo>
                    <a:pt x="497" y="350"/>
                    <a:pt x="497" y="350"/>
                    <a:pt x="497" y="350"/>
                  </a:cubicBezTo>
                  <a:cubicBezTo>
                    <a:pt x="497" y="350"/>
                    <a:pt x="497" y="350"/>
                    <a:pt x="497" y="350"/>
                  </a:cubicBezTo>
                  <a:cubicBezTo>
                    <a:pt x="497" y="350"/>
                    <a:pt x="497" y="350"/>
                    <a:pt x="497" y="350"/>
                  </a:cubicBezTo>
                  <a:cubicBezTo>
                    <a:pt x="497" y="348"/>
                    <a:pt x="496" y="347"/>
                    <a:pt x="496" y="345"/>
                  </a:cubicBezTo>
                  <a:cubicBezTo>
                    <a:pt x="496" y="345"/>
                    <a:pt x="495" y="345"/>
                    <a:pt x="495" y="345"/>
                  </a:cubicBezTo>
                  <a:cubicBezTo>
                    <a:pt x="495" y="344"/>
                    <a:pt x="494" y="343"/>
                    <a:pt x="494" y="342"/>
                  </a:cubicBezTo>
                  <a:cubicBezTo>
                    <a:pt x="494" y="341"/>
                    <a:pt x="497" y="341"/>
                    <a:pt x="498" y="340"/>
                  </a:cubicBezTo>
                  <a:cubicBezTo>
                    <a:pt x="504" y="338"/>
                    <a:pt x="517" y="335"/>
                    <a:pt x="524" y="335"/>
                  </a:cubicBezTo>
                  <a:cubicBezTo>
                    <a:pt x="525" y="335"/>
                    <a:pt x="535" y="324"/>
                    <a:pt x="537" y="323"/>
                  </a:cubicBezTo>
                  <a:cubicBezTo>
                    <a:pt x="538" y="322"/>
                    <a:pt x="541" y="322"/>
                    <a:pt x="544" y="322"/>
                  </a:cubicBezTo>
                  <a:cubicBezTo>
                    <a:pt x="547" y="322"/>
                    <a:pt x="549" y="322"/>
                    <a:pt x="552" y="322"/>
                  </a:cubicBezTo>
                  <a:cubicBezTo>
                    <a:pt x="555" y="322"/>
                    <a:pt x="557" y="322"/>
                    <a:pt x="559" y="322"/>
                  </a:cubicBezTo>
                  <a:cubicBezTo>
                    <a:pt x="562" y="322"/>
                    <a:pt x="564" y="321"/>
                    <a:pt x="566" y="321"/>
                  </a:cubicBezTo>
                  <a:cubicBezTo>
                    <a:pt x="569" y="321"/>
                    <a:pt x="568" y="319"/>
                    <a:pt x="569" y="318"/>
                  </a:cubicBezTo>
                  <a:cubicBezTo>
                    <a:pt x="574" y="313"/>
                    <a:pt x="574" y="303"/>
                    <a:pt x="582" y="299"/>
                  </a:cubicBezTo>
                  <a:cubicBezTo>
                    <a:pt x="583" y="300"/>
                    <a:pt x="584" y="300"/>
                    <a:pt x="585" y="300"/>
                  </a:cubicBezTo>
                  <a:cubicBezTo>
                    <a:pt x="586" y="300"/>
                    <a:pt x="587" y="300"/>
                    <a:pt x="588" y="300"/>
                  </a:cubicBezTo>
                  <a:cubicBezTo>
                    <a:pt x="589" y="300"/>
                    <a:pt x="589" y="299"/>
                    <a:pt x="590" y="299"/>
                  </a:cubicBezTo>
                  <a:cubicBezTo>
                    <a:pt x="591" y="299"/>
                    <a:pt x="592" y="300"/>
                    <a:pt x="593" y="301"/>
                  </a:cubicBezTo>
                  <a:cubicBezTo>
                    <a:pt x="593" y="301"/>
                    <a:pt x="593" y="301"/>
                    <a:pt x="593" y="301"/>
                  </a:cubicBezTo>
                  <a:cubicBezTo>
                    <a:pt x="593" y="301"/>
                    <a:pt x="593" y="301"/>
                    <a:pt x="593" y="301"/>
                  </a:cubicBezTo>
                  <a:cubicBezTo>
                    <a:pt x="593" y="301"/>
                    <a:pt x="593" y="301"/>
                    <a:pt x="593" y="301"/>
                  </a:cubicBezTo>
                  <a:cubicBezTo>
                    <a:pt x="593" y="301"/>
                    <a:pt x="593" y="301"/>
                    <a:pt x="593" y="301"/>
                  </a:cubicBezTo>
                  <a:cubicBezTo>
                    <a:pt x="593" y="301"/>
                    <a:pt x="593" y="301"/>
                    <a:pt x="593" y="301"/>
                  </a:cubicBezTo>
                  <a:cubicBezTo>
                    <a:pt x="593" y="301"/>
                    <a:pt x="593" y="301"/>
                    <a:pt x="593" y="301"/>
                  </a:cubicBezTo>
                  <a:cubicBezTo>
                    <a:pt x="596" y="307"/>
                    <a:pt x="595" y="314"/>
                    <a:pt x="596" y="321"/>
                  </a:cubicBezTo>
                  <a:cubicBezTo>
                    <a:pt x="597" y="322"/>
                    <a:pt x="597" y="324"/>
                    <a:pt x="598" y="325"/>
                  </a:cubicBezTo>
                  <a:cubicBezTo>
                    <a:pt x="598" y="325"/>
                    <a:pt x="598" y="325"/>
                    <a:pt x="598" y="325"/>
                  </a:cubicBezTo>
                  <a:cubicBezTo>
                    <a:pt x="597" y="324"/>
                    <a:pt x="597" y="324"/>
                    <a:pt x="597" y="324"/>
                  </a:cubicBezTo>
                  <a:cubicBezTo>
                    <a:pt x="597" y="323"/>
                    <a:pt x="597" y="323"/>
                    <a:pt x="597" y="323"/>
                  </a:cubicBezTo>
                  <a:cubicBezTo>
                    <a:pt x="598" y="324"/>
                    <a:pt x="598" y="324"/>
                    <a:pt x="598" y="324"/>
                  </a:cubicBezTo>
                  <a:cubicBezTo>
                    <a:pt x="599" y="324"/>
                    <a:pt x="600" y="323"/>
                    <a:pt x="600" y="323"/>
                  </a:cubicBezTo>
                  <a:cubicBezTo>
                    <a:pt x="601" y="323"/>
                    <a:pt x="604" y="324"/>
                    <a:pt x="607" y="324"/>
                  </a:cubicBezTo>
                  <a:cubicBezTo>
                    <a:pt x="609" y="324"/>
                    <a:pt x="611" y="324"/>
                    <a:pt x="612" y="323"/>
                  </a:cubicBezTo>
                  <a:cubicBezTo>
                    <a:pt x="614" y="321"/>
                    <a:pt x="614" y="317"/>
                    <a:pt x="619" y="317"/>
                  </a:cubicBezTo>
                  <a:cubicBezTo>
                    <a:pt x="619" y="321"/>
                    <a:pt x="618" y="321"/>
                    <a:pt x="623" y="321"/>
                  </a:cubicBezTo>
                  <a:cubicBezTo>
                    <a:pt x="616" y="322"/>
                    <a:pt x="606" y="327"/>
                    <a:pt x="606" y="333"/>
                  </a:cubicBezTo>
                  <a:cubicBezTo>
                    <a:pt x="606" y="335"/>
                    <a:pt x="610" y="340"/>
                    <a:pt x="612" y="340"/>
                  </a:cubicBezTo>
                  <a:cubicBezTo>
                    <a:pt x="614" y="340"/>
                    <a:pt x="619" y="332"/>
                    <a:pt x="625" y="331"/>
                  </a:cubicBezTo>
                  <a:cubicBezTo>
                    <a:pt x="626" y="330"/>
                    <a:pt x="646" y="323"/>
                    <a:pt x="646" y="321"/>
                  </a:cubicBezTo>
                  <a:cubicBezTo>
                    <a:pt x="646" y="317"/>
                    <a:pt x="638" y="317"/>
                    <a:pt x="637" y="317"/>
                  </a:cubicBezTo>
                  <a:cubicBezTo>
                    <a:pt x="628" y="317"/>
                    <a:pt x="615" y="309"/>
                    <a:pt x="615" y="302"/>
                  </a:cubicBezTo>
                  <a:cubicBezTo>
                    <a:pt x="615" y="300"/>
                    <a:pt x="618" y="298"/>
                    <a:pt x="618" y="295"/>
                  </a:cubicBezTo>
                  <a:cubicBezTo>
                    <a:pt x="617" y="295"/>
                    <a:pt x="614" y="294"/>
                    <a:pt x="611" y="294"/>
                  </a:cubicBezTo>
                  <a:cubicBezTo>
                    <a:pt x="613" y="292"/>
                    <a:pt x="623" y="291"/>
                    <a:pt x="623" y="285"/>
                  </a:cubicBezTo>
                  <a:cubicBezTo>
                    <a:pt x="623" y="281"/>
                    <a:pt x="619" y="281"/>
                    <a:pt x="614" y="281"/>
                  </a:cubicBezTo>
                  <a:cubicBezTo>
                    <a:pt x="612" y="281"/>
                    <a:pt x="610" y="281"/>
                    <a:pt x="608" y="281"/>
                  </a:cubicBezTo>
                  <a:cubicBezTo>
                    <a:pt x="596" y="281"/>
                    <a:pt x="590" y="290"/>
                    <a:pt x="582" y="291"/>
                  </a:cubicBezTo>
                  <a:cubicBezTo>
                    <a:pt x="585" y="283"/>
                    <a:pt x="591" y="286"/>
                    <a:pt x="597" y="279"/>
                  </a:cubicBezTo>
                  <a:cubicBezTo>
                    <a:pt x="601" y="275"/>
                    <a:pt x="599" y="273"/>
                    <a:pt x="605" y="271"/>
                  </a:cubicBezTo>
                  <a:cubicBezTo>
                    <a:pt x="610" y="269"/>
                    <a:pt x="614" y="269"/>
                    <a:pt x="617" y="269"/>
                  </a:cubicBezTo>
                  <a:cubicBezTo>
                    <a:pt x="622" y="269"/>
                    <a:pt x="627" y="269"/>
                    <a:pt x="632" y="269"/>
                  </a:cubicBezTo>
                  <a:cubicBezTo>
                    <a:pt x="639" y="269"/>
                    <a:pt x="644" y="270"/>
                    <a:pt x="649" y="270"/>
                  </a:cubicBezTo>
                  <a:cubicBezTo>
                    <a:pt x="654" y="270"/>
                    <a:pt x="658" y="269"/>
                    <a:pt x="663" y="263"/>
                  </a:cubicBezTo>
                  <a:cubicBezTo>
                    <a:pt x="667" y="258"/>
                    <a:pt x="690" y="257"/>
                    <a:pt x="690" y="248"/>
                  </a:cubicBezTo>
                  <a:cubicBezTo>
                    <a:pt x="690" y="241"/>
                    <a:pt x="688" y="238"/>
                    <a:pt x="685" y="234"/>
                  </a:cubicBezTo>
                  <a:cubicBezTo>
                    <a:pt x="683" y="234"/>
                    <a:pt x="686" y="231"/>
                    <a:pt x="683" y="230"/>
                  </a:cubicBezTo>
                  <a:cubicBezTo>
                    <a:pt x="683" y="226"/>
                    <a:pt x="683" y="226"/>
                    <a:pt x="683" y="226"/>
                  </a:cubicBezTo>
                  <a:cubicBezTo>
                    <a:pt x="676" y="230"/>
                    <a:pt x="663" y="235"/>
                    <a:pt x="656" y="235"/>
                  </a:cubicBezTo>
                  <a:cubicBezTo>
                    <a:pt x="655" y="235"/>
                    <a:pt x="653" y="234"/>
                    <a:pt x="653" y="234"/>
                  </a:cubicBezTo>
                  <a:cubicBezTo>
                    <a:pt x="659" y="230"/>
                    <a:pt x="674" y="228"/>
                    <a:pt x="676" y="223"/>
                  </a:cubicBezTo>
                  <a:cubicBezTo>
                    <a:pt x="676" y="221"/>
                    <a:pt x="674" y="221"/>
                    <a:pt x="674" y="220"/>
                  </a:cubicBezTo>
                  <a:cubicBezTo>
                    <a:pt x="673" y="220"/>
                    <a:pt x="672" y="220"/>
                    <a:pt x="671" y="220"/>
                  </a:cubicBezTo>
                  <a:cubicBezTo>
                    <a:pt x="664" y="220"/>
                    <a:pt x="652" y="216"/>
                    <a:pt x="652" y="208"/>
                  </a:cubicBezTo>
                  <a:cubicBezTo>
                    <a:pt x="652" y="207"/>
                    <a:pt x="652" y="207"/>
                    <a:pt x="652" y="207"/>
                  </a:cubicBezTo>
                  <a:cubicBezTo>
                    <a:pt x="646" y="207"/>
                    <a:pt x="642" y="203"/>
                    <a:pt x="639" y="200"/>
                  </a:cubicBezTo>
                  <a:cubicBezTo>
                    <a:pt x="640" y="199"/>
                    <a:pt x="643" y="198"/>
                    <a:pt x="643" y="195"/>
                  </a:cubicBezTo>
                  <a:cubicBezTo>
                    <a:pt x="643" y="192"/>
                    <a:pt x="640" y="190"/>
                    <a:pt x="641" y="187"/>
                  </a:cubicBezTo>
                  <a:cubicBezTo>
                    <a:pt x="638" y="186"/>
                    <a:pt x="629" y="180"/>
                    <a:pt x="632" y="175"/>
                  </a:cubicBezTo>
                  <a:cubicBezTo>
                    <a:pt x="635" y="169"/>
                    <a:pt x="623" y="167"/>
                    <a:pt x="622" y="159"/>
                  </a:cubicBezTo>
                  <a:cubicBezTo>
                    <a:pt x="621" y="159"/>
                    <a:pt x="618" y="157"/>
                    <a:pt x="617" y="156"/>
                  </a:cubicBezTo>
                  <a:cubicBezTo>
                    <a:pt x="615" y="157"/>
                    <a:pt x="610" y="160"/>
                    <a:pt x="610" y="164"/>
                  </a:cubicBezTo>
                  <a:cubicBezTo>
                    <a:pt x="610" y="168"/>
                    <a:pt x="601" y="178"/>
                    <a:pt x="594" y="178"/>
                  </a:cubicBezTo>
                  <a:cubicBezTo>
                    <a:pt x="589" y="178"/>
                    <a:pt x="588" y="172"/>
                    <a:pt x="585" y="172"/>
                  </a:cubicBezTo>
                  <a:cubicBezTo>
                    <a:pt x="580" y="172"/>
                    <a:pt x="578" y="158"/>
                    <a:pt x="577" y="152"/>
                  </a:cubicBezTo>
                  <a:cubicBezTo>
                    <a:pt x="576" y="144"/>
                    <a:pt x="561" y="150"/>
                    <a:pt x="561" y="139"/>
                  </a:cubicBezTo>
                  <a:cubicBezTo>
                    <a:pt x="553" y="138"/>
                    <a:pt x="551" y="129"/>
                    <a:pt x="543" y="129"/>
                  </a:cubicBezTo>
                  <a:cubicBezTo>
                    <a:pt x="539" y="129"/>
                    <a:pt x="539" y="131"/>
                    <a:pt x="535" y="131"/>
                  </a:cubicBezTo>
                  <a:cubicBezTo>
                    <a:pt x="527" y="131"/>
                    <a:pt x="522" y="127"/>
                    <a:pt x="514" y="127"/>
                  </a:cubicBezTo>
                  <a:cubicBezTo>
                    <a:pt x="509" y="127"/>
                    <a:pt x="505" y="129"/>
                    <a:pt x="505" y="134"/>
                  </a:cubicBezTo>
                  <a:cubicBezTo>
                    <a:pt x="505" y="137"/>
                    <a:pt x="515" y="141"/>
                    <a:pt x="506" y="147"/>
                  </a:cubicBezTo>
                  <a:cubicBezTo>
                    <a:pt x="502" y="149"/>
                    <a:pt x="511" y="155"/>
                    <a:pt x="512" y="159"/>
                  </a:cubicBezTo>
                  <a:cubicBezTo>
                    <a:pt x="513" y="168"/>
                    <a:pt x="505" y="170"/>
                    <a:pt x="501" y="171"/>
                  </a:cubicBezTo>
                  <a:cubicBezTo>
                    <a:pt x="507" y="182"/>
                    <a:pt x="517" y="186"/>
                    <a:pt x="517" y="205"/>
                  </a:cubicBezTo>
                  <a:cubicBezTo>
                    <a:pt x="517" y="210"/>
                    <a:pt x="500" y="223"/>
                    <a:pt x="495" y="224"/>
                  </a:cubicBezTo>
                  <a:cubicBezTo>
                    <a:pt x="504" y="229"/>
                    <a:pt x="500" y="244"/>
                    <a:pt x="504" y="249"/>
                  </a:cubicBezTo>
                  <a:cubicBezTo>
                    <a:pt x="503" y="251"/>
                    <a:pt x="500" y="253"/>
                    <a:pt x="499" y="256"/>
                  </a:cubicBezTo>
                  <a:cubicBezTo>
                    <a:pt x="496" y="256"/>
                    <a:pt x="494" y="260"/>
                    <a:pt x="492" y="260"/>
                  </a:cubicBezTo>
                  <a:cubicBezTo>
                    <a:pt x="492" y="260"/>
                    <a:pt x="491" y="260"/>
                    <a:pt x="491" y="259"/>
                  </a:cubicBezTo>
                  <a:cubicBezTo>
                    <a:pt x="484" y="254"/>
                    <a:pt x="474" y="245"/>
                    <a:pt x="474" y="237"/>
                  </a:cubicBezTo>
                  <a:cubicBezTo>
                    <a:pt x="474" y="228"/>
                    <a:pt x="475" y="220"/>
                    <a:pt x="468" y="215"/>
                  </a:cubicBezTo>
                  <a:cubicBezTo>
                    <a:pt x="449" y="215"/>
                    <a:pt x="449" y="215"/>
                    <a:pt x="449" y="215"/>
                  </a:cubicBezTo>
                  <a:cubicBezTo>
                    <a:pt x="438" y="208"/>
                    <a:pt x="427" y="203"/>
                    <a:pt x="414" y="198"/>
                  </a:cubicBezTo>
                  <a:cubicBezTo>
                    <a:pt x="412" y="197"/>
                    <a:pt x="405" y="193"/>
                    <a:pt x="401" y="193"/>
                  </a:cubicBezTo>
                  <a:cubicBezTo>
                    <a:pt x="397" y="193"/>
                    <a:pt x="395" y="197"/>
                    <a:pt x="391" y="197"/>
                  </a:cubicBezTo>
                  <a:cubicBezTo>
                    <a:pt x="391" y="190"/>
                    <a:pt x="386" y="174"/>
                    <a:pt x="380" y="174"/>
                  </a:cubicBezTo>
                  <a:cubicBezTo>
                    <a:pt x="377" y="174"/>
                    <a:pt x="376" y="176"/>
                    <a:pt x="373" y="177"/>
                  </a:cubicBezTo>
                  <a:cubicBezTo>
                    <a:pt x="374" y="174"/>
                    <a:pt x="373" y="172"/>
                    <a:pt x="373" y="164"/>
                  </a:cubicBezTo>
                  <a:cubicBezTo>
                    <a:pt x="373" y="153"/>
                    <a:pt x="376" y="146"/>
                    <a:pt x="383" y="139"/>
                  </a:cubicBezTo>
                  <a:cubicBezTo>
                    <a:pt x="385" y="137"/>
                    <a:pt x="390" y="126"/>
                    <a:pt x="392" y="125"/>
                  </a:cubicBezTo>
                  <a:cubicBezTo>
                    <a:pt x="397" y="124"/>
                    <a:pt x="405" y="126"/>
                    <a:pt x="405" y="120"/>
                  </a:cubicBezTo>
                  <a:cubicBezTo>
                    <a:pt x="405" y="115"/>
                    <a:pt x="395" y="115"/>
                    <a:pt x="391" y="113"/>
                  </a:cubicBezTo>
                  <a:cubicBezTo>
                    <a:pt x="391" y="113"/>
                    <a:pt x="391" y="113"/>
                    <a:pt x="391" y="113"/>
                  </a:cubicBezTo>
                  <a:cubicBezTo>
                    <a:pt x="391" y="113"/>
                    <a:pt x="391" y="112"/>
                    <a:pt x="391" y="112"/>
                  </a:cubicBezTo>
                  <a:cubicBezTo>
                    <a:pt x="391" y="112"/>
                    <a:pt x="391" y="111"/>
                    <a:pt x="393" y="111"/>
                  </a:cubicBezTo>
                  <a:cubicBezTo>
                    <a:pt x="394" y="111"/>
                    <a:pt x="399" y="112"/>
                    <a:pt x="408" y="115"/>
                  </a:cubicBezTo>
                  <a:cubicBezTo>
                    <a:pt x="408" y="115"/>
                    <a:pt x="409" y="115"/>
                    <a:pt x="409" y="115"/>
                  </a:cubicBezTo>
                  <a:cubicBezTo>
                    <a:pt x="413" y="115"/>
                    <a:pt x="410" y="109"/>
                    <a:pt x="413" y="109"/>
                  </a:cubicBezTo>
                  <a:cubicBezTo>
                    <a:pt x="414" y="109"/>
                    <a:pt x="416" y="109"/>
                    <a:pt x="420" y="109"/>
                  </a:cubicBezTo>
                  <a:cubicBezTo>
                    <a:pt x="427" y="109"/>
                    <a:pt x="430" y="102"/>
                    <a:pt x="435" y="98"/>
                  </a:cubicBezTo>
                  <a:cubicBezTo>
                    <a:pt x="435" y="94"/>
                    <a:pt x="435" y="94"/>
                    <a:pt x="435" y="94"/>
                  </a:cubicBezTo>
                  <a:cubicBezTo>
                    <a:pt x="425" y="92"/>
                    <a:pt x="415" y="93"/>
                    <a:pt x="411" y="85"/>
                  </a:cubicBezTo>
                  <a:cubicBezTo>
                    <a:pt x="411" y="85"/>
                    <a:pt x="414" y="85"/>
                    <a:pt x="416" y="85"/>
                  </a:cubicBezTo>
                  <a:cubicBezTo>
                    <a:pt x="420" y="87"/>
                    <a:pt x="424" y="91"/>
                    <a:pt x="429" y="91"/>
                  </a:cubicBezTo>
                  <a:cubicBezTo>
                    <a:pt x="434" y="91"/>
                    <a:pt x="442" y="85"/>
                    <a:pt x="442" y="82"/>
                  </a:cubicBezTo>
                  <a:cubicBezTo>
                    <a:pt x="442" y="81"/>
                    <a:pt x="438" y="75"/>
                    <a:pt x="440" y="75"/>
                  </a:cubicBezTo>
                  <a:cubicBezTo>
                    <a:pt x="446" y="75"/>
                    <a:pt x="448" y="81"/>
                    <a:pt x="452" y="81"/>
                  </a:cubicBezTo>
                  <a:cubicBezTo>
                    <a:pt x="455" y="81"/>
                    <a:pt x="457" y="79"/>
                    <a:pt x="462" y="79"/>
                  </a:cubicBezTo>
                  <a:cubicBezTo>
                    <a:pt x="461" y="78"/>
                    <a:pt x="461" y="75"/>
                    <a:pt x="463" y="75"/>
                  </a:cubicBezTo>
                  <a:cubicBezTo>
                    <a:pt x="463" y="75"/>
                    <a:pt x="464" y="76"/>
                    <a:pt x="465" y="77"/>
                  </a:cubicBezTo>
                  <a:cubicBezTo>
                    <a:pt x="465" y="78"/>
                    <a:pt x="466" y="78"/>
                    <a:pt x="466" y="78"/>
                  </a:cubicBezTo>
                  <a:cubicBezTo>
                    <a:pt x="470" y="78"/>
                    <a:pt x="482" y="67"/>
                    <a:pt x="482" y="64"/>
                  </a:cubicBezTo>
                  <a:cubicBezTo>
                    <a:pt x="482" y="61"/>
                    <a:pt x="475" y="59"/>
                    <a:pt x="475" y="57"/>
                  </a:cubicBezTo>
                  <a:cubicBezTo>
                    <a:pt x="475" y="55"/>
                    <a:pt x="471" y="50"/>
                    <a:pt x="480" y="46"/>
                  </a:cubicBezTo>
                  <a:cubicBezTo>
                    <a:pt x="481" y="44"/>
                    <a:pt x="480" y="44"/>
                    <a:pt x="480" y="39"/>
                  </a:cubicBezTo>
                  <a:cubicBezTo>
                    <a:pt x="471" y="39"/>
                    <a:pt x="473" y="32"/>
                    <a:pt x="462" y="32"/>
                  </a:cubicBezTo>
                  <a:cubicBezTo>
                    <a:pt x="459" y="32"/>
                    <a:pt x="457" y="30"/>
                    <a:pt x="455" y="30"/>
                  </a:cubicBezTo>
                  <a:cubicBezTo>
                    <a:pt x="451" y="30"/>
                    <a:pt x="448" y="32"/>
                    <a:pt x="448" y="36"/>
                  </a:cubicBezTo>
                  <a:cubicBezTo>
                    <a:pt x="448" y="39"/>
                    <a:pt x="452" y="41"/>
                    <a:pt x="452" y="43"/>
                  </a:cubicBezTo>
                  <a:cubicBezTo>
                    <a:pt x="452" y="46"/>
                    <a:pt x="445" y="46"/>
                    <a:pt x="444" y="49"/>
                  </a:cubicBezTo>
                  <a:cubicBezTo>
                    <a:pt x="442" y="54"/>
                    <a:pt x="442" y="58"/>
                    <a:pt x="438" y="63"/>
                  </a:cubicBezTo>
                  <a:cubicBezTo>
                    <a:pt x="437" y="65"/>
                    <a:pt x="435" y="65"/>
                    <a:pt x="434" y="65"/>
                  </a:cubicBezTo>
                  <a:cubicBezTo>
                    <a:pt x="428" y="65"/>
                    <a:pt x="423" y="57"/>
                    <a:pt x="423" y="55"/>
                  </a:cubicBezTo>
                  <a:cubicBezTo>
                    <a:pt x="423" y="51"/>
                    <a:pt x="428" y="52"/>
                    <a:pt x="428" y="48"/>
                  </a:cubicBezTo>
                  <a:cubicBezTo>
                    <a:pt x="428" y="46"/>
                    <a:pt x="420" y="38"/>
                    <a:pt x="418" y="38"/>
                  </a:cubicBezTo>
                  <a:cubicBezTo>
                    <a:pt x="409" y="38"/>
                    <a:pt x="415" y="50"/>
                    <a:pt x="406" y="50"/>
                  </a:cubicBezTo>
                  <a:cubicBezTo>
                    <a:pt x="406" y="45"/>
                    <a:pt x="406" y="42"/>
                    <a:pt x="400" y="39"/>
                  </a:cubicBezTo>
                  <a:cubicBezTo>
                    <a:pt x="401" y="37"/>
                    <a:pt x="401" y="36"/>
                    <a:pt x="403" y="35"/>
                  </a:cubicBezTo>
                  <a:cubicBezTo>
                    <a:pt x="398" y="32"/>
                    <a:pt x="392" y="35"/>
                    <a:pt x="388" y="31"/>
                  </a:cubicBezTo>
                  <a:cubicBezTo>
                    <a:pt x="390" y="30"/>
                    <a:pt x="396" y="28"/>
                    <a:pt x="396" y="24"/>
                  </a:cubicBezTo>
                  <a:cubicBezTo>
                    <a:pt x="396" y="19"/>
                    <a:pt x="387" y="19"/>
                    <a:pt x="387" y="15"/>
                  </a:cubicBezTo>
                  <a:cubicBezTo>
                    <a:pt x="387" y="6"/>
                    <a:pt x="380" y="0"/>
                    <a:pt x="369" y="0"/>
                  </a:cubicBezTo>
                  <a:cubicBezTo>
                    <a:pt x="369" y="0"/>
                    <a:pt x="369" y="0"/>
                    <a:pt x="36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 name="Freeform 110"/>
            <p:cNvSpPr>
              <a:spLocks noEditPoints="1"/>
            </p:cNvSpPr>
            <p:nvPr/>
          </p:nvSpPr>
          <p:spPr bwMode="auto">
            <a:xfrm>
              <a:off x="1009650" y="1554163"/>
              <a:ext cx="1138238" cy="819150"/>
            </a:xfrm>
            <a:custGeom>
              <a:avLst/>
              <a:gdLst>
                <a:gd name="T0" fmla="*/ 216 w 303"/>
                <a:gd name="T1" fmla="*/ 23 h 218"/>
                <a:gd name="T2" fmla="*/ 216 w 303"/>
                <a:gd name="T3" fmla="*/ 24 h 218"/>
                <a:gd name="T4" fmla="*/ 216 w 303"/>
                <a:gd name="T5" fmla="*/ 23 h 218"/>
                <a:gd name="T6" fmla="*/ 75 w 303"/>
                <a:gd name="T7" fmla="*/ 8 h 218"/>
                <a:gd name="T8" fmla="*/ 70 w 303"/>
                <a:gd name="T9" fmla="*/ 8 h 218"/>
                <a:gd name="T10" fmla="*/ 65 w 303"/>
                <a:gd name="T11" fmla="*/ 9 h 218"/>
                <a:gd name="T12" fmla="*/ 13 w 303"/>
                <a:gd name="T13" fmla="*/ 36 h 218"/>
                <a:gd name="T14" fmla="*/ 24 w 303"/>
                <a:gd name="T15" fmla="*/ 50 h 218"/>
                <a:gd name="T16" fmla="*/ 49 w 303"/>
                <a:gd name="T17" fmla="*/ 75 h 218"/>
                <a:gd name="T18" fmla="*/ 41 w 303"/>
                <a:gd name="T19" fmla="*/ 75 h 218"/>
                <a:gd name="T20" fmla="*/ 31 w 303"/>
                <a:gd name="T21" fmla="*/ 68 h 218"/>
                <a:gd name="T22" fmla="*/ 0 w 303"/>
                <a:gd name="T23" fmla="*/ 81 h 218"/>
                <a:gd name="T24" fmla="*/ 8 w 303"/>
                <a:gd name="T25" fmla="*/ 88 h 218"/>
                <a:gd name="T26" fmla="*/ 26 w 303"/>
                <a:gd name="T27" fmla="*/ 96 h 218"/>
                <a:gd name="T28" fmla="*/ 38 w 303"/>
                <a:gd name="T29" fmla="*/ 98 h 218"/>
                <a:gd name="T30" fmla="*/ 53 w 303"/>
                <a:gd name="T31" fmla="*/ 93 h 218"/>
                <a:gd name="T32" fmla="*/ 55 w 303"/>
                <a:gd name="T33" fmla="*/ 98 h 218"/>
                <a:gd name="T34" fmla="*/ 51 w 303"/>
                <a:gd name="T35" fmla="*/ 98 h 218"/>
                <a:gd name="T36" fmla="*/ 34 w 303"/>
                <a:gd name="T37" fmla="*/ 116 h 218"/>
                <a:gd name="T38" fmla="*/ 24 w 303"/>
                <a:gd name="T39" fmla="*/ 144 h 218"/>
                <a:gd name="T40" fmla="*/ 38 w 303"/>
                <a:gd name="T41" fmla="*/ 158 h 218"/>
                <a:gd name="T42" fmla="*/ 46 w 303"/>
                <a:gd name="T43" fmla="*/ 157 h 218"/>
                <a:gd name="T44" fmla="*/ 49 w 303"/>
                <a:gd name="T45" fmla="*/ 170 h 218"/>
                <a:gd name="T46" fmla="*/ 57 w 303"/>
                <a:gd name="T47" fmla="*/ 168 h 218"/>
                <a:gd name="T48" fmla="*/ 71 w 303"/>
                <a:gd name="T49" fmla="*/ 172 h 218"/>
                <a:gd name="T50" fmla="*/ 81 w 303"/>
                <a:gd name="T51" fmla="*/ 169 h 218"/>
                <a:gd name="T52" fmla="*/ 95 w 303"/>
                <a:gd name="T53" fmla="*/ 165 h 218"/>
                <a:gd name="T54" fmla="*/ 59 w 303"/>
                <a:gd name="T55" fmla="*/ 198 h 218"/>
                <a:gd name="T56" fmla="*/ 36 w 303"/>
                <a:gd name="T57" fmla="*/ 211 h 218"/>
                <a:gd name="T58" fmla="*/ 27 w 303"/>
                <a:gd name="T59" fmla="*/ 218 h 218"/>
                <a:gd name="T60" fmla="*/ 73 w 303"/>
                <a:gd name="T61" fmla="*/ 199 h 218"/>
                <a:gd name="T62" fmla="*/ 99 w 303"/>
                <a:gd name="T63" fmla="*/ 179 h 218"/>
                <a:gd name="T64" fmla="*/ 112 w 303"/>
                <a:gd name="T65" fmla="*/ 163 h 218"/>
                <a:gd name="T66" fmla="*/ 141 w 303"/>
                <a:gd name="T67" fmla="*/ 138 h 218"/>
                <a:gd name="T68" fmla="*/ 128 w 303"/>
                <a:gd name="T69" fmla="*/ 155 h 218"/>
                <a:gd name="T70" fmla="*/ 126 w 303"/>
                <a:gd name="T71" fmla="*/ 160 h 218"/>
                <a:gd name="T72" fmla="*/ 157 w 303"/>
                <a:gd name="T73" fmla="*/ 146 h 218"/>
                <a:gd name="T74" fmla="*/ 166 w 303"/>
                <a:gd name="T75" fmla="*/ 138 h 218"/>
                <a:gd name="T76" fmla="*/ 209 w 303"/>
                <a:gd name="T77" fmla="*/ 152 h 218"/>
                <a:gd name="T78" fmla="*/ 247 w 303"/>
                <a:gd name="T79" fmla="*/ 173 h 218"/>
                <a:gd name="T80" fmla="*/ 260 w 303"/>
                <a:gd name="T81" fmla="*/ 172 h 218"/>
                <a:gd name="T82" fmla="*/ 265 w 303"/>
                <a:gd name="T83" fmla="*/ 174 h 218"/>
                <a:gd name="T84" fmla="*/ 267 w 303"/>
                <a:gd name="T85" fmla="*/ 184 h 218"/>
                <a:gd name="T86" fmla="*/ 275 w 303"/>
                <a:gd name="T87" fmla="*/ 184 h 218"/>
                <a:gd name="T88" fmla="*/ 275 w 303"/>
                <a:gd name="T89" fmla="*/ 194 h 218"/>
                <a:gd name="T90" fmla="*/ 284 w 303"/>
                <a:gd name="T91" fmla="*/ 202 h 218"/>
                <a:gd name="T92" fmla="*/ 299 w 303"/>
                <a:gd name="T93" fmla="*/ 210 h 218"/>
                <a:gd name="T94" fmla="*/ 303 w 303"/>
                <a:gd name="T95" fmla="*/ 205 h 218"/>
                <a:gd name="T96" fmla="*/ 288 w 303"/>
                <a:gd name="T97" fmla="*/ 192 h 218"/>
                <a:gd name="T98" fmla="*/ 279 w 303"/>
                <a:gd name="T99" fmla="*/ 176 h 218"/>
                <a:gd name="T100" fmla="*/ 253 w 303"/>
                <a:gd name="T101" fmla="*/ 155 h 218"/>
                <a:gd name="T102" fmla="*/ 231 w 303"/>
                <a:gd name="T103" fmla="*/ 151 h 218"/>
                <a:gd name="T104" fmla="*/ 223 w 303"/>
                <a:gd name="T105" fmla="*/ 148 h 218"/>
                <a:gd name="T106" fmla="*/ 216 w 303"/>
                <a:gd name="T107" fmla="*/ 147 h 218"/>
                <a:gd name="T108" fmla="*/ 216 w 303"/>
                <a:gd name="T109" fmla="*/ 24 h 218"/>
                <a:gd name="T110" fmla="*/ 184 w 303"/>
                <a:gd name="T111" fmla="*/ 20 h 218"/>
                <a:gd name="T112" fmla="*/ 130 w 303"/>
                <a:gd name="T113" fmla="*/ 13 h 218"/>
                <a:gd name="T114" fmla="*/ 108 w 303"/>
                <a:gd name="T115" fmla="*/ 7 h 218"/>
                <a:gd name="T116" fmla="*/ 95 w 303"/>
                <a:gd name="T117" fmla="*/ 8 h 218"/>
                <a:gd name="T118" fmla="*/ 96 w 303"/>
                <a:gd name="T119" fmla="*/ 4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3" h="218">
                  <a:moveTo>
                    <a:pt x="216" y="23"/>
                  </a:moveTo>
                  <a:cubicBezTo>
                    <a:pt x="216" y="23"/>
                    <a:pt x="216" y="23"/>
                    <a:pt x="216" y="23"/>
                  </a:cubicBezTo>
                  <a:cubicBezTo>
                    <a:pt x="216" y="24"/>
                    <a:pt x="216" y="24"/>
                    <a:pt x="216" y="24"/>
                  </a:cubicBezTo>
                  <a:cubicBezTo>
                    <a:pt x="216" y="24"/>
                    <a:pt x="216" y="24"/>
                    <a:pt x="216" y="24"/>
                  </a:cubicBezTo>
                  <a:cubicBezTo>
                    <a:pt x="216" y="23"/>
                    <a:pt x="216" y="23"/>
                    <a:pt x="216" y="23"/>
                  </a:cubicBezTo>
                  <a:cubicBezTo>
                    <a:pt x="216" y="23"/>
                    <a:pt x="216" y="23"/>
                    <a:pt x="216" y="23"/>
                  </a:cubicBezTo>
                  <a:moveTo>
                    <a:pt x="88" y="0"/>
                  </a:moveTo>
                  <a:cubicBezTo>
                    <a:pt x="83" y="0"/>
                    <a:pt x="80" y="6"/>
                    <a:pt x="75" y="8"/>
                  </a:cubicBezTo>
                  <a:cubicBezTo>
                    <a:pt x="74" y="9"/>
                    <a:pt x="73" y="9"/>
                    <a:pt x="72" y="9"/>
                  </a:cubicBezTo>
                  <a:cubicBezTo>
                    <a:pt x="71" y="9"/>
                    <a:pt x="71" y="9"/>
                    <a:pt x="70" y="8"/>
                  </a:cubicBezTo>
                  <a:cubicBezTo>
                    <a:pt x="69" y="8"/>
                    <a:pt x="68" y="8"/>
                    <a:pt x="68" y="8"/>
                  </a:cubicBezTo>
                  <a:cubicBezTo>
                    <a:pt x="67" y="8"/>
                    <a:pt x="66" y="8"/>
                    <a:pt x="65" y="9"/>
                  </a:cubicBezTo>
                  <a:cubicBezTo>
                    <a:pt x="50" y="14"/>
                    <a:pt x="37" y="24"/>
                    <a:pt x="28" y="36"/>
                  </a:cubicBezTo>
                  <a:cubicBezTo>
                    <a:pt x="13" y="36"/>
                    <a:pt x="13" y="36"/>
                    <a:pt x="13" y="36"/>
                  </a:cubicBezTo>
                  <a:cubicBezTo>
                    <a:pt x="13" y="37"/>
                    <a:pt x="9" y="44"/>
                    <a:pt x="9" y="44"/>
                  </a:cubicBezTo>
                  <a:cubicBezTo>
                    <a:pt x="9" y="46"/>
                    <a:pt x="20" y="48"/>
                    <a:pt x="24" y="50"/>
                  </a:cubicBezTo>
                  <a:cubicBezTo>
                    <a:pt x="26" y="52"/>
                    <a:pt x="30" y="60"/>
                    <a:pt x="32" y="61"/>
                  </a:cubicBezTo>
                  <a:cubicBezTo>
                    <a:pt x="40" y="65"/>
                    <a:pt x="46" y="66"/>
                    <a:pt x="49" y="75"/>
                  </a:cubicBezTo>
                  <a:cubicBezTo>
                    <a:pt x="48" y="75"/>
                    <a:pt x="47" y="75"/>
                    <a:pt x="47" y="75"/>
                  </a:cubicBezTo>
                  <a:cubicBezTo>
                    <a:pt x="45" y="75"/>
                    <a:pt x="44" y="75"/>
                    <a:pt x="41" y="75"/>
                  </a:cubicBezTo>
                  <a:cubicBezTo>
                    <a:pt x="39" y="75"/>
                    <a:pt x="37" y="75"/>
                    <a:pt x="36" y="75"/>
                  </a:cubicBezTo>
                  <a:cubicBezTo>
                    <a:pt x="33" y="75"/>
                    <a:pt x="31" y="74"/>
                    <a:pt x="31" y="68"/>
                  </a:cubicBezTo>
                  <a:cubicBezTo>
                    <a:pt x="26" y="68"/>
                    <a:pt x="26" y="68"/>
                    <a:pt x="26" y="68"/>
                  </a:cubicBezTo>
                  <a:cubicBezTo>
                    <a:pt x="19" y="73"/>
                    <a:pt x="7" y="77"/>
                    <a:pt x="0" y="81"/>
                  </a:cubicBezTo>
                  <a:cubicBezTo>
                    <a:pt x="1" y="84"/>
                    <a:pt x="4" y="85"/>
                    <a:pt x="9" y="85"/>
                  </a:cubicBezTo>
                  <a:cubicBezTo>
                    <a:pt x="8" y="86"/>
                    <a:pt x="8" y="87"/>
                    <a:pt x="8" y="88"/>
                  </a:cubicBezTo>
                  <a:cubicBezTo>
                    <a:pt x="8" y="91"/>
                    <a:pt x="11" y="92"/>
                    <a:pt x="11" y="96"/>
                  </a:cubicBezTo>
                  <a:cubicBezTo>
                    <a:pt x="14" y="96"/>
                    <a:pt x="21" y="96"/>
                    <a:pt x="26" y="96"/>
                  </a:cubicBezTo>
                  <a:cubicBezTo>
                    <a:pt x="27" y="96"/>
                    <a:pt x="28" y="96"/>
                    <a:pt x="28" y="96"/>
                  </a:cubicBezTo>
                  <a:cubicBezTo>
                    <a:pt x="31" y="96"/>
                    <a:pt x="33" y="98"/>
                    <a:pt x="38" y="98"/>
                  </a:cubicBezTo>
                  <a:cubicBezTo>
                    <a:pt x="44" y="98"/>
                    <a:pt x="46" y="93"/>
                    <a:pt x="51" y="93"/>
                  </a:cubicBezTo>
                  <a:cubicBezTo>
                    <a:pt x="52" y="93"/>
                    <a:pt x="52" y="93"/>
                    <a:pt x="53" y="93"/>
                  </a:cubicBezTo>
                  <a:cubicBezTo>
                    <a:pt x="54" y="93"/>
                    <a:pt x="54" y="93"/>
                    <a:pt x="55" y="93"/>
                  </a:cubicBezTo>
                  <a:cubicBezTo>
                    <a:pt x="55" y="98"/>
                    <a:pt x="55" y="98"/>
                    <a:pt x="55" y="98"/>
                  </a:cubicBezTo>
                  <a:cubicBezTo>
                    <a:pt x="54" y="97"/>
                    <a:pt x="54" y="97"/>
                    <a:pt x="53" y="97"/>
                  </a:cubicBezTo>
                  <a:cubicBezTo>
                    <a:pt x="53" y="97"/>
                    <a:pt x="52" y="97"/>
                    <a:pt x="51" y="98"/>
                  </a:cubicBezTo>
                  <a:cubicBezTo>
                    <a:pt x="51" y="99"/>
                    <a:pt x="56" y="103"/>
                    <a:pt x="56" y="105"/>
                  </a:cubicBezTo>
                  <a:cubicBezTo>
                    <a:pt x="56" y="109"/>
                    <a:pt x="36" y="116"/>
                    <a:pt x="34" y="116"/>
                  </a:cubicBezTo>
                  <a:cubicBezTo>
                    <a:pt x="28" y="116"/>
                    <a:pt x="12" y="123"/>
                    <a:pt x="12" y="132"/>
                  </a:cubicBezTo>
                  <a:cubicBezTo>
                    <a:pt x="12" y="136"/>
                    <a:pt x="21" y="138"/>
                    <a:pt x="24" y="144"/>
                  </a:cubicBezTo>
                  <a:cubicBezTo>
                    <a:pt x="22" y="144"/>
                    <a:pt x="21" y="145"/>
                    <a:pt x="19" y="145"/>
                  </a:cubicBezTo>
                  <a:cubicBezTo>
                    <a:pt x="21" y="147"/>
                    <a:pt x="35" y="158"/>
                    <a:pt x="38" y="158"/>
                  </a:cubicBezTo>
                  <a:cubicBezTo>
                    <a:pt x="40" y="158"/>
                    <a:pt x="42" y="153"/>
                    <a:pt x="44" y="153"/>
                  </a:cubicBezTo>
                  <a:cubicBezTo>
                    <a:pt x="47" y="153"/>
                    <a:pt x="46" y="157"/>
                    <a:pt x="46" y="157"/>
                  </a:cubicBezTo>
                  <a:cubicBezTo>
                    <a:pt x="46" y="160"/>
                    <a:pt x="46" y="160"/>
                    <a:pt x="46" y="163"/>
                  </a:cubicBezTo>
                  <a:cubicBezTo>
                    <a:pt x="46" y="165"/>
                    <a:pt x="48" y="170"/>
                    <a:pt x="49" y="170"/>
                  </a:cubicBezTo>
                  <a:cubicBezTo>
                    <a:pt x="50" y="170"/>
                    <a:pt x="52" y="168"/>
                    <a:pt x="54" y="168"/>
                  </a:cubicBezTo>
                  <a:cubicBezTo>
                    <a:pt x="55" y="168"/>
                    <a:pt x="54" y="168"/>
                    <a:pt x="57" y="168"/>
                  </a:cubicBezTo>
                  <a:cubicBezTo>
                    <a:pt x="57" y="167"/>
                    <a:pt x="57" y="165"/>
                    <a:pt x="57" y="164"/>
                  </a:cubicBezTo>
                  <a:cubicBezTo>
                    <a:pt x="62" y="167"/>
                    <a:pt x="64" y="169"/>
                    <a:pt x="71" y="172"/>
                  </a:cubicBezTo>
                  <a:cubicBezTo>
                    <a:pt x="71" y="170"/>
                    <a:pt x="72" y="169"/>
                    <a:pt x="73" y="167"/>
                  </a:cubicBezTo>
                  <a:cubicBezTo>
                    <a:pt x="76" y="167"/>
                    <a:pt x="77" y="169"/>
                    <a:pt x="81" y="169"/>
                  </a:cubicBezTo>
                  <a:cubicBezTo>
                    <a:pt x="85" y="169"/>
                    <a:pt x="87" y="167"/>
                    <a:pt x="91" y="165"/>
                  </a:cubicBezTo>
                  <a:cubicBezTo>
                    <a:pt x="95" y="165"/>
                    <a:pt x="95" y="165"/>
                    <a:pt x="95" y="165"/>
                  </a:cubicBezTo>
                  <a:cubicBezTo>
                    <a:pt x="88" y="169"/>
                    <a:pt x="88" y="178"/>
                    <a:pt x="82" y="182"/>
                  </a:cubicBezTo>
                  <a:cubicBezTo>
                    <a:pt x="75" y="187"/>
                    <a:pt x="64" y="192"/>
                    <a:pt x="59" y="198"/>
                  </a:cubicBezTo>
                  <a:cubicBezTo>
                    <a:pt x="56" y="202"/>
                    <a:pt x="50" y="199"/>
                    <a:pt x="46" y="202"/>
                  </a:cubicBezTo>
                  <a:cubicBezTo>
                    <a:pt x="42" y="204"/>
                    <a:pt x="40" y="209"/>
                    <a:pt x="36" y="211"/>
                  </a:cubicBezTo>
                  <a:cubicBezTo>
                    <a:pt x="32" y="214"/>
                    <a:pt x="26" y="212"/>
                    <a:pt x="23" y="217"/>
                  </a:cubicBezTo>
                  <a:cubicBezTo>
                    <a:pt x="24" y="218"/>
                    <a:pt x="26" y="218"/>
                    <a:pt x="27" y="218"/>
                  </a:cubicBezTo>
                  <a:cubicBezTo>
                    <a:pt x="36" y="218"/>
                    <a:pt x="42" y="209"/>
                    <a:pt x="51" y="207"/>
                  </a:cubicBezTo>
                  <a:cubicBezTo>
                    <a:pt x="59" y="206"/>
                    <a:pt x="69" y="203"/>
                    <a:pt x="73" y="199"/>
                  </a:cubicBezTo>
                  <a:cubicBezTo>
                    <a:pt x="78" y="194"/>
                    <a:pt x="88" y="191"/>
                    <a:pt x="92" y="186"/>
                  </a:cubicBezTo>
                  <a:cubicBezTo>
                    <a:pt x="94" y="183"/>
                    <a:pt x="95" y="180"/>
                    <a:pt x="99" y="179"/>
                  </a:cubicBezTo>
                  <a:cubicBezTo>
                    <a:pt x="106" y="176"/>
                    <a:pt x="112" y="174"/>
                    <a:pt x="112" y="167"/>
                  </a:cubicBezTo>
                  <a:cubicBezTo>
                    <a:pt x="112" y="166"/>
                    <a:pt x="112" y="165"/>
                    <a:pt x="112" y="163"/>
                  </a:cubicBezTo>
                  <a:cubicBezTo>
                    <a:pt x="112" y="154"/>
                    <a:pt x="131" y="138"/>
                    <a:pt x="137" y="138"/>
                  </a:cubicBezTo>
                  <a:cubicBezTo>
                    <a:pt x="139" y="138"/>
                    <a:pt x="138" y="138"/>
                    <a:pt x="141" y="138"/>
                  </a:cubicBezTo>
                  <a:cubicBezTo>
                    <a:pt x="141" y="139"/>
                    <a:pt x="141" y="140"/>
                    <a:pt x="141" y="141"/>
                  </a:cubicBezTo>
                  <a:cubicBezTo>
                    <a:pt x="132" y="143"/>
                    <a:pt x="128" y="148"/>
                    <a:pt x="128" y="155"/>
                  </a:cubicBezTo>
                  <a:cubicBezTo>
                    <a:pt x="128" y="156"/>
                    <a:pt x="127" y="156"/>
                    <a:pt x="128" y="158"/>
                  </a:cubicBezTo>
                  <a:cubicBezTo>
                    <a:pt x="128" y="158"/>
                    <a:pt x="126" y="159"/>
                    <a:pt x="126" y="160"/>
                  </a:cubicBezTo>
                  <a:cubicBezTo>
                    <a:pt x="126" y="161"/>
                    <a:pt x="128" y="162"/>
                    <a:pt x="129" y="162"/>
                  </a:cubicBezTo>
                  <a:cubicBezTo>
                    <a:pt x="135" y="162"/>
                    <a:pt x="154" y="152"/>
                    <a:pt x="157" y="146"/>
                  </a:cubicBezTo>
                  <a:cubicBezTo>
                    <a:pt x="156" y="145"/>
                    <a:pt x="155" y="144"/>
                    <a:pt x="154" y="142"/>
                  </a:cubicBezTo>
                  <a:cubicBezTo>
                    <a:pt x="157" y="141"/>
                    <a:pt x="163" y="140"/>
                    <a:pt x="166" y="138"/>
                  </a:cubicBezTo>
                  <a:cubicBezTo>
                    <a:pt x="171" y="148"/>
                    <a:pt x="183" y="149"/>
                    <a:pt x="193" y="152"/>
                  </a:cubicBezTo>
                  <a:cubicBezTo>
                    <a:pt x="209" y="152"/>
                    <a:pt x="209" y="152"/>
                    <a:pt x="209" y="152"/>
                  </a:cubicBezTo>
                  <a:cubicBezTo>
                    <a:pt x="217" y="157"/>
                    <a:pt x="227" y="157"/>
                    <a:pt x="234" y="162"/>
                  </a:cubicBezTo>
                  <a:cubicBezTo>
                    <a:pt x="238" y="165"/>
                    <a:pt x="242" y="173"/>
                    <a:pt x="247" y="173"/>
                  </a:cubicBezTo>
                  <a:cubicBezTo>
                    <a:pt x="250" y="173"/>
                    <a:pt x="251" y="170"/>
                    <a:pt x="252" y="168"/>
                  </a:cubicBezTo>
                  <a:cubicBezTo>
                    <a:pt x="254" y="170"/>
                    <a:pt x="256" y="172"/>
                    <a:pt x="260" y="172"/>
                  </a:cubicBezTo>
                  <a:cubicBezTo>
                    <a:pt x="261" y="172"/>
                    <a:pt x="261" y="171"/>
                    <a:pt x="261" y="171"/>
                  </a:cubicBezTo>
                  <a:cubicBezTo>
                    <a:pt x="263" y="171"/>
                    <a:pt x="264" y="173"/>
                    <a:pt x="265" y="174"/>
                  </a:cubicBezTo>
                  <a:cubicBezTo>
                    <a:pt x="265" y="176"/>
                    <a:pt x="263" y="177"/>
                    <a:pt x="263" y="180"/>
                  </a:cubicBezTo>
                  <a:cubicBezTo>
                    <a:pt x="263" y="182"/>
                    <a:pt x="266" y="184"/>
                    <a:pt x="267" y="184"/>
                  </a:cubicBezTo>
                  <a:cubicBezTo>
                    <a:pt x="271" y="184"/>
                    <a:pt x="269" y="181"/>
                    <a:pt x="275" y="181"/>
                  </a:cubicBezTo>
                  <a:cubicBezTo>
                    <a:pt x="275" y="181"/>
                    <a:pt x="275" y="182"/>
                    <a:pt x="275" y="184"/>
                  </a:cubicBezTo>
                  <a:cubicBezTo>
                    <a:pt x="275" y="187"/>
                    <a:pt x="270" y="187"/>
                    <a:pt x="270" y="189"/>
                  </a:cubicBezTo>
                  <a:cubicBezTo>
                    <a:pt x="270" y="191"/>
                    <a:pt x="271" y="194"/>
                    <a:pt x="275" y="194"/>
                  </a:cubicBezTo>
                  <a:cubicBezTo>
                    <a:pt x="280" y="194"/>
                    <a:pt x="284" y="194"/>
                    <a:pt x="284" y="198"/>
                  </a:cubicBezTo>
                  <a:cubicBezTo>
                    <a:pt x="284" y="200"/>
                    <a:pt x="284" y="200"/>
                    <a:pt x="284" y="202"/>
                  </a:cubicBezTo>
                  <a:cubicBezTo>
                    <a:pt x="284" y="205"/>
                    <a:pt x="291" y="211"/>
                    <a:pt x="296" y="211"/>
                  </a:cubicBezTo>
                  <a:cubicBezTo>
                    <a:pt x="297" y="211"/>
                    <a:pt x="297" y="210"/>
                    <a:pt x="299" y="210"/>
                  </a:cubicBezTo>
                  <a:cubicBezTo>
                    <a:pt x="299" y="208"/>
                    <a:pt x="303" y="208"/>
                    <a:pt x="303" y="205"/>
                  </a:cubicBezTo>
                  <a:cubicBezTo>
                    <a:pt x="303" y="205"/>
                    <a:pt x="303" y="205"/>
                    <a:pt x="303" y="205"/>
                  </a:cubicBezTo>
                  <a:cubicBezTo>
                    <a:pt x="303" y="199"/>
                    <a:pt x="298" y="197"/>
                    <a:pt x="295" y="195"/>
                  </a:cubicBezTo>
                  <a:cubicBezTo>
                    <a:pt x="294" y="192"/>
                    <a:pt x="290" y="193"/>
                    <a:pt x="288" y="192"/>
                  </a:cubicBezTo>
                  <a:cubicBezTo>
                    <a:pt x="285" y="188"/>
                    <a:pt x="284" y="184"/>
                    <a:pt x="283" y="181"/>
                  </a:cubicBezTo>
                  <a:cubicBezTo>
                    <a:pt x="282" y="178"/>
                    <a:pt x="280" y="178"/>
                    <a:pt x="279" y="176"/>
                  </a:cubicBezTo>
                  <a:cubicBezTo>
                    <a:pt x="272" y="165"/>
                    <a:pt x="267" y="162"/>
                    <a:pt x="259" y="154"/>
                  </a:cubicBezTo>
                  <a:cubicBezTo>
                    <a:pt x="257" y="155"/>
                    <a:pt x="255" y="155"/>
                    <a:pt x="253" y="155"/>
                  </a:cubicBezTo>
                  <a:cubicBezTo>
                    <a:pt x="249" y="156"/>
                    <a:pt x="249" y="162"/>
                    <a:pt x="245" y="162"/>
                  </a:cubicBezTo>
                  <a:cubicBezTo>
                    <a:pt x="240" y="162"/>
                    <a:pt x="234" y="155"/>
                    <a:pt x="231" y="151"/>
                  </a:cubicBezTo>
                  <a:cubicBezTo>
                    <a:pt x="230" y="148"/>
                    <a:pt x="227" y="148"/>
                    <a:pt x="224" y="148"/>
                  </a:cubicBezTo>
                  <a:cubicBezTo>
                    <a:pt x="224" y="148"/>
                    <a:pt x="223" y="148"/>
                    <a:pt x="223" y="148"/>
                  </a:cubicBezTo>
                  <a:cubicBezTo>
                    <a:pt x="222" y="148"/>
                    <a:pt x="222" y="148"/>
                    <a:pt x="221" y="148"/>
                  </a:cubicBezTo>
                  <a:cubicBezTo>
                    <a:pt x="219" y="148"/>
                    <a:pt x="217" y="148"/>
                    <a:pt x="216" y="147"/>
                  </a:cubicBezTo>
                  <a:cubicBezTo>
                    <a:pt x="216" y="24"/>
                    <a:pt x="216" y="24"/>
                    <a:pt x="216" y="24"/>
                  </a:cubicBezTo>
                  <a:cubicBezTo>
                    <a:pt x="216" y="24"/>
                    <a:pt x="216" y="24"/>
                    <a:pt x="216" y="24"/>
                  </a:cubicBezTo>
                  <a:cubicBezTo>
                    <a:pt x="209" y="21"/>
                    <a:pt x="206" y="18"/>
                    <a:pt x="198" y="18"/>
                  </a:cubicBezTo>
                  <a:cubicBezTo>
                    <a:pt x="193" y="18"/>
                    <a:pt x="189" y="20"/>
                    <a:pt x="184" y="20"/>
                  </a:cubicBezTo>
                  <a:cubicBezTo>
                    <a:pt x="176" y="20"/>
                    <a:pt x="158" y="19"/>
                    <a:pt x="152" y="13"/>
                  </a:cubicBezTo>
                  <a:cubicBezTo>
                    <a:pt x="130" y="13"/>
                    <a:pt x="130" y="13"/>
                    <a:pt x="130" y="13"/>
                  </a:cubicBezTo>
                  <a:cubicBezTo>
                    <a:pt x="126" y="11"/>
                    <a:pt x="125" y="10"/>
                    <a:pt x="122" y="7"/>
                  </a:cubicBezTo>
                  <a:cubicBezTo>
                    <a:pt x="108" y="7"/>
                    <a:pt x="108" y="7"/>
                    <a:pt x="108" y="7"/>
                  </a:cubicBezTo>
                  <a:cubicBezTo>
                    <a:pt x="105" y="6"/>
                    <a:pt x="104" y="6"/>
                    <a:pt x="101" y="4"/>
                  </a:cubicBezTo>
                  <a:cubicBezTo>
                    <a:pt x="100" y="6"/>
                    <a:pt x="97" y="8"/>
                    <a:pt x="95" y="8"/>
                  </a:cubicBezTo>
                  <a:cubicBezTo>
                    <a:pt x="95" y="8"/>
                    <a:pt x="94" y="8"/>
                    <a:pt x="94" y="8"/>
                  </a:cubicBezTo>
                  <a:cubicBezTo>
                    <a:pt x="95" y="7"/>
                    <a:pt x="95" y="6"/>
                    <a:pt x="96" y="4"/>
                  </a:cubicBezTo>
                  <a:cubicBezTo>
                    <a:pt x="93" y="3"/>
                    <a:pt x="91" y="0"/>
                    <a:pt x="8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 name="Freeform 111"/>
            <p:cNvSpPr>
              <a:spLocks/>
            </p:cNvSpPr>
            <p:nvPr/>
          </p:nvSpPr>
          <p:spPr bwMode="auto">
            <a:xfrm>
              <a:off x="2035175" y="2286000"/>
              <a:ext cx="52388" cy="68263"/>
            </a:xfrm>
            <a:custGeom>
              <a:avLst/>
              <a:gdLst>
                <a:gd name="T0" fmla="*/ 3 w 14"/>
                <a:gd name="T1" fmla="*/ 0 h 18"/>
                <a:gd name="T2" fmla="*/ 0 w 14"/>
                <a:gd name="T3" fmla="*/ 7 h 18"/>
                <a:gd name="T4" fmla="*/ 2 w 14"/>
                <a:gd name="T5" fmla="*/ 5 h 18"/>
                <a:gd name="T6" fmla="*/ 6 w 14"/>
                <a:gd name="T7" fmla="*/ 7 h 18"/>
                <a:gd name="T8" fmla="*/ 6 w 14"/>
                <a:gd name="T9" fmla="*/ 12 h 18"/>
                <a:gd name="T10" fmla="*/ 11 w 14"/>
                <a:gd name="T11" fmla="*/ 18 h 18"/>
                <a:gd name="T12" fmla="*/ 14 w 14"/>
                <a:gd name="T13" fmla="*/ 16 h 18"/>
                <a:gd name="T14" fmla="*/ 7 w 14"/>
                <a:gd name="T15" fmla="*/ 1 h 18"/>
                <a:gd name="T16" fmla="*/ 3 w 14"/>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8">
                  <a:moveTo>
                    <a:pt x="3" y="0"/>
                  </a:moveTo>
                  <a:cubicBezTo>
                    <a:pt x="0" y="0"/>
                    <a:pt x="0" y="2"/>
                    <a:pt x="0" y="7"/>
                  </a:cubicBezTo>
                  <a:cubicBezTo>
                    <a:pt x="1" y="6"/>
                    <a:pt x="1" y="5"/>
                    <a:pt x="2" y="5"/>
                  </a:cubicBezTo>
                  <a:cubicBezTo>
                    <a:pt x="3" y="5"/>
                    <a:pt x="3" y="6"/>
                    <a:pt x="6" y="7"/>
                  </a:cubicBezTo>
                  <a:cubicBezTo>
                    <a:pt x="5" y="8"/>
                    <a:pt x="6" y="10"/>
                    <a:pt x="6" y="12"/>
                  </a:cubicBezTo>
                  <a:cubicBezTo>
                    <a:pt x="6" y="12"/>
                    <a:pt x="9" y="18"/>
                    <a:pt x="11" y="18"/>
                  </a:cubicBezTo>
                  <a:cubicBezTo>
                    <a:pt x="13" y="18"/>
                    <a:pt x="14" y="18"/>
                    <a:pt x="14" y="16"/>
                  </a:cubicBezTo>
                  <a:cubicBezTo>
                    <a:pt x="14" y="9"/>
                    <a:pt x="6" y="9"/>
                    <a:pt x="7" y="1"/>
                  </a:cubicBezTo>
                  <a:cubicBezTo>
                    <a:pt x="5" y="1"/>
                    <a:pt x="4"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 name="Freeform 112"/>
            <p:cNvSpPr>
              <a:spLocks/>
            </p:cNvSpPr>
            <p:nvPr/>
          </p:nvSpPr>
          <p:spPr bwMode="auto">
            <a:xfrm>
              <a:off x="1952625" y="2203450"/>
              <a:ext cx="55563" cy="87313"/>
            </a:xfrm>
            <a:custGeom>
              <a:avLst/>
              <a:gdLst>
                <a:gd name="T0" fmla="*/ 10 w 15"/>
                <a:gd name="T1" fmla="*/ 0 h 23"/>
                <a:gd name="T2" fmla="*/ 8 w 15"/>
                <a:gd name="T3" fmla="*/ 1 h 23"/>
                <a:gd name="T4" fmla="*/ 4 w 15"/>
                <a:gd name="T5" fmla="*/ 0 h 23"/>
                <a:gd name="T6" fmla="*/ 0 w 15"/>
                <a:gd name="T7" fmla="*/ 3 h 23"/>
                <a:gd name="T8" fmla="*/ 8 w 15"/>
                <a:gd name="T9" fmla="*/ 11 h 23"/>
                <a:gd name="T10" fmla="*/ 12 w 15"/>
                <a:gd name="T11" fmla="*/ 23 h 23"/>
                <a:gd name="T12" fmla="*/ 13 w 15"/>
                <a:gd name="T13" fmla="*/ 12 h 23"/>
                <a:gd name="T14" fmla="*/ 11 w 15"/>
                <a:gd name="T15" fmla="*/ 12 h 23"/>
                <a:gd name="T16" fmla="*/ 10 w 15"/>
                <a:gd name="T17" fmla="*/ 12 h 23"/>
                <a:gd name="T18" fmla="*/ 10 w 15"/>
                <a:gd name="T1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23">
                  <a:moveTo>
                    <a:pt x="10" y="0"/>
                  </a:moveTo>
                  <a:cubicBezTo>
                    <a:pt x="9" y="1"/>
                    <a:pt x="8" y="1"/>
                    <a:pt x="8" y="1"/>
                  </a:cubicBezTo>
                  <a:cubicBezTo>
                    <a:pt x="7" y="1"/>
                    <a:pt x="7" y="0"/>
                    <a:pt x="4" y="0"/>
                  </a:cubicBezTo>
                  <a:cubicBezTo>
                    <a:pt x="2" y="0"/>
                    <a:pt x="0" y="1"/>
                    <a:pt x="0" y="3"/>
                  </a:cubicBezTo>
                  <a:cubicBezTo>
                    <a:pt x="0" y="7"/>
                    <a:pt x="4" y="11"/>
                    <a:pt x="8" y="11"/>
                  </a:cubicBezTo>
                  <a:cubicBezTo>
                    <a:pt x="8" y="16"/>
                    <a:pt x="9" y="19"/>
                    <a:pt x="12" y="23"/>
                  </a:cubicBezTo>
                  <a:cubicBezTo>
                    <a:pt x="15" y="20"/>
                    <a:pt x="12" y="16"/>
                    <a:pt x="13" y="12"/>
                  </a:cubicBezTo>
                  <a:cubicBezTo>
                    <a:pt x="13" y="12"/>
                    <a:pt x="12" y="12"/>
                    <a:pt x="11" y="12"/>
                  </a:cubicBezTo>
                  <a:cubicBezTo>
                    <a:pt x="10" y="12"/>
                    <a:pt x="10" y="12"/>
                    <a:pt x="10" y="12"/>
                  </a:cubicBezTo>
                  <a:cubicBezTo>
                    <a:pt x="9" y="7"/>
                    <a:pt x="10" y="7"/>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0" name="Freeform 113"/>
            <p:cNvSpPr>
              <a:spLocks/>
            </p:cNvSpPr>
            <p:nvPr/>
          </p:nvSpPr>
          <p:spPr bwMode="auto">
            <a:xfrm>
              <a:off x="2470150" y="1403350"/>
              <a:ext cx="560388" cy="293688"/>
            </a:xfrm>
            <a:custGeom>
              <a:avLst/>
              <a:gdLst>
                <a:gd name="T0" fmla="*/ 109 w 149"/>
                <a:gd name="T1" fmla="*/ 0 h 78"/>
                <a:gd name="T2" fmla="*/ 100 w 149"/>
                <a:gd name="T3" fmla="*/ 5 h 78"/>
                <a:gd name="T4" fmla="*/ 101 w 149"/>
                <a:gd name="T5" fmla="*/ 7 h 78"/>
                <a:gd name="T6" fmla="*/ 98 w 149"/>
                <a:gd name="T7" fmla="*/ 8 h 78"/>
                <a:gd name="T8" fmla="*/ 93 w 149"/>
                <a:gd name="T9" fmla="*/ 7 h 78"/>
                <a:gd name="T10" fmla="*/ 87 w 149"/>
                <a:gd name="T11" fmla="*/ 11 h 78"/>
                <a:gd name="T12" fmla="*/ 94 w 149"/>
                <a:gd name="T13" fmla="*/ 31 h 78"/>
                <a:gd name="T14" fmla="*/ 90 w 149"/>
                <a:gd name="T15" fmla="*/ 33 h 78"/>
                <a:gd name="T16" fmla="*/ 85 w 149"/>
                <a:gd name="T17" fmla="*/ 23 h 78"/>
                <a:gd name="T18" fmla="*/ 76 w 149"/>
                <a:gd name="T19" fmla="*/ 15 h 78"/>
                <a:gd name="T20" fmla="*/ 70 w 149"/>
                <a:gd name="T21" fmla="*/ 15 h 78"/>
                <a:gd name="T22" fmla="*/ 71 w 149"/>
                <a:gd name="T23" fmla="*/ 20 h 78"/>
                <a:gd name="T24" fmla="*/ 63 w 149"/>
                <a:gd name="T25" fmla="*/ 22 h 78"/>
                <a:gd name="T26" fmla="*/ 50 w 149"/>
                <a:gd name="T27" fmla="*/ 13 h 78"/>
                <a:gd name="T28" fmla="*/ 41 w 149"/>
                <a:gd name="T29" fmla="*/ 18 h 78"/>
                <a:gd name="T30" fmla="*/ 36 w 149"/>
                <a:gd name="T31" fmla="*/ 8 h 78"/>
                <a:gd name="T32" fmla="*/ 0 w 149"/>
                <a:gd name="T33" fmla="*/ 32 h 78"/>
                <a:gd name="T34" fmla="*/ 9 w 149"/>
                <a:gd name="T35" fmla="*/ 38 h 78"/>
                <a:gd name="T36" fmla="*/ 14 w 149"/>
                <a:gd name="T37" fmla="*/ 38 h 78"/>
                <a:gd name="T38" fmla="*/ 19 w 149"/>
                <a:gd name="T39" fmla="*/ 38 h 78"/>
                <a:gd name="T40" fmla="*/ 7 w 149"/>
                <a:gd name="T41" fmla="*/ 44 h 78"/>
                <a:gd name="T42" fmla="*/ 18 w 149"/>
                <a:gd name="T43" fmla="*/ 50 h 78"/>
                <a:gd name="T44" fmla="*/ 29 w 149"/>
                <a:gd name="T45" fmla="*/ 50 h 78"/>
                <a:gd name="T46" fmla="*/ 44 w 149"/>
                <a:gd name="T47" fmla="*/ 50 h 78"/>
                <a:gd name="T48" fmla="*/ 51 w 149"/>
                <a:gd name="T49" fmla="*/ 52 h 78"/>
                <a:gd name="T50" fmla="*/ 42 w 149"/>
                <a:gd name="T51" fmla="*/ 53 h 78"/>
                <a:gd name="T52" fmla="*/ 14 w 149"/>
                <a:gd name="T53" fmla="*/ 60 h 78"/>
                <a:gd name="T54" fmla="*/ 28 w 149"/>
                <a:gd name="T55" fmla="*/ 69 h 78"/>
                <a:gd name="T56" fmla="*/ 35 w 149"/>
                <a:gd name="T57" fmla="*/ 69 h 78"/>
                <a:gd name="T58" fmla="*/ 43 w 149"/>
                <a:gd name="T59" fmla="*/ 71 h 78"/>
                <a:gd name="T60" fmla="*/ 48 w 149"/>
                <a:gd name="T61" fmla="*/ 78 h 78"/>
                <a:gd name="T62" fmla="*/ 74 w 149"/>
                <a:gd name="T63" fmla="*/ 78 h 78"/>
                <a:gd name="T64" fmla="*/ 95 w 149"/>
                <a:gd name="T65" fmla="*/ 72 h 78"/>
                <a:gd name="T66" fmla="*/ 102 w 149"/>
                <a:gd name="T67" fmla="*/ 67 h 78"/>
                <a:gd name="T68" fmla="*/ 125 w 149"/>
                <a:gd name="T69" fmla="*/ 76 h 78"/>
                <a:gd name="T70" fmla="*/ 127 w 149"/>
                <a:gd name="T71" fmla="*/ 76 h 78"/>
                <a:gd name="T72" fmla="*/ 141 w 149"/>
                <a:gd name="T73" fmla="*/ 71 h 78"/>
                <a:gd name="T74" fmla="*/ 139 w 149"/>
                <a:gd name="T75" fmla="*/ 67 h 78"/>
                <a:gd name="T76" fmla="*/ 134 w 149"/>
                <a:gd name="T77" fmla="*/ 64 h 78"/>
                <a:gd name="T78" fmla="*/ 138 w 149"/>
                <a:gd name="T79" fmla="*/ 61 h 78"/>
                <a:gd name="T80" fmla="*/ 143 w 149"/>
                <a:gd name="T81" fmla="*/ 62 h 78"/>
                <a:gd name="T82" fmla="*/ 149 w 149"/>
                <a:gd name="T83" fmla="*/ 59 h 78"/>
                <a:gd name="T84" fmla="*/ 120 w 149"/>
                <a:gd name="T85" fmla="*/ 40 h 78"/>
                <a:gd name="T86" fmla="*/ 112 w 149"/>
                <a:gd name="T87" fmla="*/ 15 h 78"/>
                <a:gd name="T88" fmla="*/ 119 w 149"/>
                <a:gd name="T89" fmla="*/ 6 h 78"/>
                <a:gd name="T90" fmla="*/ 109 w 149"/>
                <a:gd name="T91"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9" h="78">
                  <a:moveTo>
                    <a:pt x="109" y="0"/>
                  </a:moveTo>
                  <a:cubicBezTo>
                    <a:pt x="104" y="0"/>
                    <a:pt x="100" y="2"/>
                    <a:pt x="100" y="5"/>
                  </a:cubicBezTo>
                  <a:cubicBezTo>
                    <a:pt x="100" y="5"/>
                    <a:pt x="100" y="7"/>
                    <a:pt x="101" y="7"/>
                  </a:cubicBezTo>
                  <a:cubicBezTo>
                    <a:pt x="99" y="8"/>
                    <a:pt x="98" y="8"/>
                    <a:pt x="98" y="8"/>
                  </a:cubicBezTo>
                  <a:cubicBezTo>
                    <a:pt x="96" y="8"/>
                    <a:pt x="96" y="7"/>
                    <a:pt x="93" y="7"/>
                  </a:cubicBezTo>
                  <a:cubicBezTo>
                    <a:pt x="90" y="7"/>
                    <a:pt x="87" y="9"/>
                    <a:pt x="87" y="11"/>
                  </a:cubicBezTo>
                  <a:cubicBezTo>
                    <a:pt x="87" y="14"/>
                    <a:pt x="92" y="27"/>
                    <a:pt x="94" y="31"/>
                  </a:cubicBezTo>
                  <a:cubicBezTo>
                    <a:pt x="93" y="32"/>
                    <a:pt x="93" y="33"/>
                    <a:pt x="90" y="33"/>
                  </a:cubicBezTo>
                  <a:cubicBezTo>
                    <a:pt x="85" y="33"/>
                    <a:pt x="87" y="26"/>
                    <a:pt x="85" y="23"/>
                  </a:cubicBezTo>
                  <a:cubicBezTo>
                    <a:pt x="84" y="19"/>
                    <a:pt x="80" y="16"/>
                    <a:pt x="76" y="15"/>
                  </a:cubicBezTo>
                  <a:cubicBezTo>
                    <a:pt x="70" y="15"/>
                    <a:pt x="70" y="15"/>
                    <a:pt x="70" y="15"/>
                  </a:cubicBezTo>
                  <a:cubicBezTo>
                    <a:pt x="70" y="16"/>
                    <a:pt x="71" y="17"/>
                    <a:pt x="71" y="20"/>
                  </a:cubicBezTo>
                  <a:cubicBezTo>
                    <a:pt x="68" y="21"/>
                    <a:pt x="66" y="21"/>
                    <a:pt x="63" y="22"/>
                  </a:cubicBezTo>
                  <a:cubicBezTo>
                    <a:pt x="61" y="17"/>
                    <a:pt x="58" y="13"/>
                    <a:pt x="50" y="13"/>
                  </a:cubicBezTo>
                  <a:cubicBezTo>
                    <a:pt x="45" y="13"/>
                    <a:pt x="43" y="17"/>
                    <a:pt x="41" y="18"/>
                  </a:cubicBezTo>
                  <a:cubicBezTo>
                    <a:pt x="40" y="17"/>
                    <a:pt x="40" y="8"/>
                    <a:pt x="36" y="8"/>
                  </a:cubicBezTo>
                  <a:cubicBezTo>
                    <a:pt x="26" y="8"/>
                    <a:pt x="0" y="19"/>
                    <a:pt x="0" y="32"/>
                  </a:cubicBezTo>
                  <a:cubicBezTo>
                    <a:pt x="0" y="34"/>
                    <a:pt x="6" y="38"/>
                    <a:pt x="9" y="38"/>
                  </a:cubicBezTo>
                  <a:cubicBezTo>
                    <a:pt x="11" y="38"/>
                    <a:pt x="12" y="38"/>
                    <a:pt x="14" y="38"/>
                  </a:cubicBezTo>
                  <a:cubicBezTo>
                    <a:pt x="15" y="38"/>
                    <a:pt x="17" y="38"/>
                    <a:pt x="19" y="38"/>
                  </a:cubicBezTo>
                  <a:cubicBezTo>
                    <a:pt x="15" y="40"/>
                    <a:pt x="7" y="38"/>
                    <a:pt x="7" y="44"/>
                  </a:cubicBezTo>
                  <a:cubicBezTo>
                    <a:pt x="7" y="49"/>
                    <a:pt x="13" y="50"/>
                    <a:pt x="18" y="50"/>
                  </a:cubicBezTo>
                  <a:cubicBezTo>
                    <a:pt x="22" y="50"/>
                    <a:pt x="27" y="50"/>
                    <a:pt x="29" y="50"/>
                  </a:cubicBezTo>
                  <a:cubicBezTo>
                    <a:pt x="32" y="50"/>
                    <a:pt x="39" y="50"/>
                    <a:pt x="44" y="50"/>
                  </a:cubicBezTo>
                  <a:cubicBezTo>
                    <a:pt x="47" y="50"/>
                    <a:pt x="49" y="51"/>
                    <a:pt x="51" y="52"/>
                  </a:cubicBezTo>
                  <a:cubicBezTo>
                    <a:pt x="48" y="53"/>
                    <a:pt x="46" y="53"/>
                    <a:pt x="42" y="53"/>
                  </a:cubicBezTo>
                  <a:cubicBezTo>
                    <a:pt x="30" y="53"/>
                    <a:pt x="21" y="54"/>
                    <a:pt x="14" y="60"/>
                  </a:cubicBezTo>
                  <a:cubicBezTo>
                    <a:pt x="16" y="63"/>
                    <a:pt x="21" y="69"/>
                    <a:pt x="28" y="69"/>
                  </a:cubicBezTo>
                  <a:cubicBezTo>
                    <a:pt x="29" y="69"/>
                    <a:pt x="32" y="69"/>
                    <a:pt x="35" y="69"/>
                  </a:cubicBezTo>
                  <a:cubicBezTo>
                    <a:pt x="38" y="69"/>
                    <a:pt x="42" y="70"/>
                    <a:pt x="43" y="71"/>
                  </a:cubicBezTo>
                  <a:cubicBezTo>
                    <a:pt x="47" y="73"/>
                    <a:pt x="44" y="78"/>
                    <a:pt x="48" y="78"/>
                  </a:cubicBezTo>
                  <a:cubicBezTo>
                    <a:pt x="56" y="78"/>
                    <a:pt x="61" y="78"/>
                    <a:pt x="74" y="78"/>
                  </a:cubicBezTo>
                  <a:cubicBezTo>
                    <a:pt x="80" y="74"/>
                    <a:pt x="87" y="76"/>
                    <a:pt x="95" y="72"/>
                  </a:cubicBezTo>
                  <a:cubicBezTo>
                    <a:pt x="99" y="70"/>
                    <a:pt x="97" y="67"/>
                    <a:pt x="102" y="67"/>
                  </a:cubicBezTo>
                  <a:cubicBezTo>
                    <a:pt x="110" y="67"/>
                    <a:pt x="114" y="76"/>
                    <a:pt x="125" y="76"/>
                  </a:cubicBezTo>
                  <a:cubicBezTo>
                    <a:pt x="126" y="76"/>
                    <a:pt x="127" y="76"/>
                    <a:pt x="127" y="76"/>
                  </a:cubicBezTo>
                  <a:cubicBezTo>
                    <a:pt x="134" y="76"/>
                    <a:pt x="139" y="75"/>
                    <a:pt x="141" y="71"/>
                  </a:cubicBezTo>
                  <a:cubicBezTo>
                    <a:pt x="140" y="70"/>
                    <a:pt x="139" y="69"/>
                    <a:pt x="139" y="67"/>
                  </a:cubicBezTo>
                  <a:cubicBezTo>
                    <a:pt x="138" y="67"/>
                    <a:pt x="134" y="67"/>
                    <a:pt x="134" y="64"/>
                  </a:cubicBezTo>
                  <a:cubicBezTo>
                    <a:pt x="134" y="62"/>
                    <a:pt x="136" y="61"/>
                    <a:pt x="138" y="61"/>
                  </a:cubicBezTo>
                  <a:cubicBezTo>
                    <a:pt x="140" y="61"/>
                    <a:pt x="141" y="62"/>
                    <a:pt x="143" y="62"/>
                  </a:cubicBezTo>
                  <a:cubicBezTo>
                    <a:pt x="145" y="62"/>
                    <a:pt x="146" y="61"/>
                    <a:pt x="149" y="59"/>
                  </a:cubicBezTo>
                  <a:cubicBezTo>
                    <a:pt x="144" y="55"/>
                    <a:pt x="120" y="49"/>
                    <a:pt x="120" y="40"/>
                  </a:cubicBezTo>
                  <a:cubicBezTo>
                    <a:pt x="120" y="32"/>
                    <a:pt x="112" y="26"/>
                    <a:pt x="112" y="15"/>
                  </a:cubicBezTo>
                  <a:cubicBezTo>
                    <a:pt x="112" y="13"/>
                    <a:pt x="119" y="10"/>
                    <a:pt x="119" y="6"/>
                  </a:cubicBezTo>
                  <a:cubicBezTo>
                    <a:pt x="119" y="2"/>
                    <a:pt x="114"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 name="Freeform 114"/>
            <p:cNvSpPr>
              <a:spLocks/>
            </p:cNvSpPr>
            <p:nvPr/>
          </p:nvSpPr>
          <p:spPr bwMode="auto">
            <a:xfrm>
              <a:off x="2263775" y="1358900"/>
              <a:ext cx="315913" cy="203200"/>
            </a:xfrm>
            <a:custGeom>
              <a:avLst/>
              <a:gdLst>
                <a:gd name="T0" fmla="*/ 36 w 84"/>
                <a:gd name="T1" fmla="*/ 0 h 54"/>
                <a:gd name="T2" fmla="*/ 27 w 84"/>
                <a:gd name="T3" fmla="*/ 2 h 54"/>
                <a:gd name="T4" fmla="*/ 16 w 84"/>
                <a:gd name="T5" fmla="*/ 1 h 54"/>
                <a:gd name="T6" fmla="*/ 10 w 84"/>
                <a:gd name="T7" fmla="*/ 2 h 54"/>
                <a:gd name="T8" fmla="*/ 14 w 84"/>
                <a:gd name="T9" fmla="*/ 12 h 54"/>
                <a:gd name="T10" fmla="*/ 0 w 84"/>
                <a:gd name="T11" fmla="*/ 40 h 54"/>
                <a:gd name="T12" fmla="*/ 14 w 84"/>
                <a:gd name="T13" fmla="*/ 46 h 54"/>
                <a:gd name="T14" fmla="*/ 18 w 84"/>
                <a:gd name="T15" fmla="*/ 52 h 54"/>
                <a:gd name="T16" fmla="*/ 22 w 84"/>
                <a:gd name="T17" fmla="*/ 54 h 54"/>
                <a:gd name="T18" fmla="*/ 44 w 84"/>
                <a:gd name="T19" fmla="*/ 45 h 54"/>
                <a:gd name="T20" fmla="*/ 66 w 84"/>
                <a:gd name="T21" fmla="*/ 24 h 54"/>
                <a:gd name="T22" fmla="*/ 84 w 84"/>
                <a:gd name="T23" fmla="*/ 17 h 54"/>
                <a:gd name="T24" fmla="*/ 64 w 84"/>
                <a:gd name="T25" fmla="*/ 5 h 54"/>
                <a:gd name="T26" fmla="*/ 56 w 84"/>
                <a:gd name="T27" fmla="*/ 7 h 54"/>
                <a:gd name="T28" fmla="*/ 54 w 84"/>
                <a:gd name="T29" fmla="*/ 6 h 54"/>
                <a:gd name="T30" fmla="*/ 39 w 84"/>
                <a:gd name="T31" fmla="*/ 0 h 54"/>
                <a:gd name="T32" fmla="*/ 36 w 84"/>
                <a:gd name="T33"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54">
                  <a:moveTo>
                    <a:pt x="36" y="0"/>
                  </a:moveTo>
                  <a:cubicBezTo>
                    <a:pt x="33" y="0"/>
                    <a:pt x="30" y="2"/>
                    <a:pt x="27" y="2"/>
                  </a:cubicBezTo>
                  <a:cubicBezTo>
                    <a:pt x="23" y="2"/>
                    <a:pt x="20" y="1"/>
                    <a:pt x="16" y="1"/>
                  </a:cubicBezTo>
                  <a:cubicBezTo>
                    <a:pt x="14" y="1"/>
                    <a:pt x="13" y="1"/>
                    <a:pt x="10" y="2"/>
                  </a:cubicBezTo>
                  <a:cubicBezTo>
                    <a:pt x="10" y="6"/>
                    <a:pt x="14" y="10"/>
                    <a:pt x="14" y="12"/>
                  </a:cubicBezTo>
                  <a:cubicBezTo>
                    <a:pt x="14" y="23"/>
                    <a:pt x="0" y="31"/>
                    <a:pt x="0" y="40"/>
                  </a:cubicBezTo>
                  <a:cubicBezTo>
                    <a:pt x="0" y="44"/>
                    <a:pt x="12" y="43"/>
                    <a:pt x="14" y="46"/>
                  </a:cubicBezTo>
                  <a:cubicBezTo>
                    <a:pt x="15" y="47"/>
                    <a:pt x="17" y="52"/>
                    <a:pt x="18" y="52"/>
                  </a:cubicBezTo>
                  <a:cubicBezTo>
                    <a:pt x="20" y="52"/>
                    <a:pt x="20" y="54"/>
                    <a:pt x="22" y="54"/>
                  </a:cubicBezTo>
                  <a:cubicBezTo>
                    <a:pt x="25" y="54"/>
                    <a:pt x="44" y="47"/>
                    <a:pt x="44" y="45"/>
                  </a:cubicBezTo>
                  <a:cubicBezTo>
                    <a:pt x="44" y="38"/>
                    <a:pt x="57" y="27"/>
                    <a:pt x="66" y="24"/>
                  </a:cubicBezTo>
                  <a:cubicBezTo>
                    <a:pt x="68" y="23"/>
                    <a:pt x="84" y="21"/>
                    <a:pt x="84" y="17"/>
                  </a:cubicBezTo>
                  <a:cubicBezTo>
                    <a:pt x="84" y="11"/>
                    <a:pt x="70" y="5"/>
                    <a:pt x="64" y="5"/>
                  </a:cubicBezTo>
                  <a:cubicBezTo>
                    <a:pt x="61" y="5"/>
                    <a:pt x="58" y="7"/>
                    <a:pt x="56" y="7"/>
                  </a:cubicBezTo>
                  <a:cubicBezTo>
                    <a:pt x="55" y="7"/>
                    <a:pt x="55" y="7"/>
                    <a:pt x="54" y="6"/>
                  </a:cubicBezTo>
                  <a:cubicBezTo>
                    <a:pt x="48" y="6"/>
                    <a:pt x="45" y="2"/>
                    <a:pt x="39" y="0"/>
                  </a:cubicBezTo>
                  <a:cubicBezTo>
                    <a:pt x="38" y="0"/>
                    <a:pt x="37" y="0"/>
                    <a:pt x="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2" name="Freeform 115"/>
            <p:cNvSpPr>
              <a:spLocks noEditPoints="1"/>
            </p:cNvSpPr>
            <p:nvPr/>
          </p:nvSpPr>
          <p:spPr bwMode="auto">
            <a:xfrm>
              <a:off x="2516188" y="1212850"/>
              <a:ext cx="371475" cy="153988"/>
            </a:xfrm>
            <a:custGeom>
              <a:avLst/>
              <a:gdLst>
                <a:gd name="T0" fmla="*/ 19 w 99"/>
                <a:gd name="T1" fmla="*/ 22 h 41"/>
                <a:gd name="T2" fmla="*/ 17 w 99"/>
                <a:gd name="T3" fmla="*/ 22 h 41"/>
                <a:gd name="T4" fmla="*/ 19 w 99"/>
                <a:gd name="T5" fmla="*/ 22 h 41"/>
                <a:gd name="T6" fmla="*/ 24 w 99"/>
                <a:gd name="T7" fmla="*/ 16 h 41"/>
                <a:gd name="T8" fmla="*/ 20 w 99"/>
                <a:gd name="T9" fmla="*/ 16 h 41"/>
                <a:gd name="T10" fmla="*/ 24 w 99"/>
                <a:gd name="T11" fmla="*/ 16 h 41"/>
                <a:gd name="T12" fmla="*/ 22 w 99"/>
                <a:gd name="T13" fmla="*/ 11 h 41"/>
                <a:gd name="T14" fmla="*/ 23 w 99"/>
                <a:gd name="T15" fmla="*/ 11 h 41"/>
                <a:gd name="T16" fmla="*/ 22 w 99"/>
                <a:gd name="T17" fmla="*/ 11 h 41"/>
                <a:gd name="T18" fmla="*/ 69 w 99"/>
                <a:gd name="T19" fmla="*/ 0 h 41"/>
                <a:gd name="T20" fmla="*/ 58 w 99"/>
                <a:gd name="T21" fmla="*/ 9 h 41"/>
                <a:gd name="T22" fmla="*/ 65 w 99"/>
                <a:gd name="T23" fmla="*/ 13 h 41"/>
                <a:gd name="T24" fmla="*/ 65 w 99"/>
                <a:gd name="T25" fmla="*/ 17 h 41"/>
                <a:gd name="T26" fmla="*/ 63 w 99"/>
                <a:gd name="T27" fmla="*/ 18 h 41"/>
                <a:gd name="T28" fmla="*/ 68 w 99"/>
                <a:gd name="T29" fmla="*/ 19 h 41"/>
                <a:gd name="T30" fmla="*/ 62 w 99"/>
                <a:gd name="T31" fmla="*/ 22 h 41"/>
                <a:gd name="T32" fmla="*/ 35 w 99"/>
                <a:gd name="T33" fmla="*/ 12 h 41"/>
                <a:gd name="T34" fmla="*/ 29 w 99"/>
                <a:gd name="T35" fmla="*/ 12 h 41"/>
                <a:gd name="T36" fmla="*/ 24 w 99"/>
                <a:gd name="T37" fmla="*/ 7 h 41"/>
                <a:gd name="T38" fmla="*/ 18 w 99"/>
                <a:gd name="T39" fmla="*/ 7 h 41"/>
                <a:gd name="T40" fmla="*/ 14 w 99"/>
                <a:gd name="T41" fmla="*/ 7 h 41"/>
                <a:gd name="T42" fmla="*/ 16 w 99"/>
                <a:gd name="T43" fmla="*/ 10 h 41"/>
                <a:gd name="T44" fmla="*/ 16 w 99"/>
                <a:gd name="T45" fmla="*/ 10 h 41"/>
                <a:gd name="T46" fmla="*/ 10 w 99"/>
                <a:gd name="T47" fmla="*/ 13 h 41"/>
                <a:gd name="T48" fmla="*/ 13 w 99"/>
                <a:gd name="T49" fmla="*/ 15 h 41"/>
                <a:gd name="T50" fmla="*/ 11 w 99"/>
                <a:gd name="T51" fmla="*/ 14 h 41"/>
                <a:gd name="T52" fmla="*/ 9 w 99"/>
                <a:gd name="T53" fmla="*/ 14 h 41"/>
                <a:gd name="T54" fmla="*/ 7 w 99"/>
                <a:gd name="T55" fmla="*/ 14 h 41"/>
                <a:gd name="T56" fmla="*/ 7 w 99"/>
                <a:gd name="T57" fmla="*/ 19 h 41"/>
                <a:gd name="T58" fmla="*/ 9 w 99"/>
                <a:gd name="T59" fmla="*/ 20 h 41"/>
                <a:gd name="T60" fmla="*/ 7 w 99"/>
                <a:gd name="T61" fmla="*/ 19 h 41"/>
                <a:gd name="T62" fmla="*/ 0 w 99"/>
                <a:gd name="T63" fmla="*/ 22 h 41"/>
                <a:gd name="T64" fmla="*/ 0 w 99"/>
                <a:gd name="T65" fmla="*/ 27 h 41"/>
                <a:gd name="T66" fmla="*/ 4 w 99"/>
                <a:gd name="T67" fmla="*/ 31 h 41"/>
                <a:gd name="T68" fmla="*/ 14 w 99"/>
                <a:gd name="T69" fmla="*/ 33 h 41"/>
                <a:gd name="T70" fmla="*/ 26 w 99"/>
                <a:gd name="T71" fmla="*/ 31 h 41"/>
                <a:gd name="T72" fmla="*/ 29 w 99"/>
                <a:gd name="T73" fmla="*/ 27 h 41"/>
                <a:gd name="T74" fmla="*/ 34 w 99"/>
                <a:gd name="T75" fmla="*/ 34 h 41"/>
                <a:gd name="T76" fmla="*/ 30 w 99"/>
                <a:gd name="T77" fmla="*/ 34 h 41"/>
                <a:gd name="T78" fmla="*/ 26 w 99"/>
                <a:gd name="T79" fmla="*/ 37 h 41"/>
                <a:gd name="T80" fmla="*/ 34 w 99"/>
                <a:gd name="T81" fmla="*/ 41 h 41"/>
                <a:gd name="T82" fmla="*/ 52 w 99"/>
                <a:gd name="T83" fmla="*/ 37 h 41"/>
                <a:gd name="T84" fmla="*/ 71 w 99"/>
                <a:gd name="T85" fmla="*/ 32 h 41"/>
                <a:gd name="T86" fmla="*/ 73 w 99"/>
                <a:gd name="T87" fmla="*/ 32 h 41"/>
                <a:gd name="T88" fmla="*/ 80 w 99"/>
                <a:gd name="T89" fmla="*/ 33 h 41"/>
                <a:gd name="T90" fmla="*/ 88 w 99"/>
                <a:gd name="T91" fmla="*/ 33 h 41"/>
                <a:gd name="T92" fmla="*/ 90 w 99"/>
                <a:gd name="T93" fmla="*/ 33 h 41"/>
                <a:gd name="T94" fmla="*/ 99 w 99"/>
                <a:gd name="T95" fmla="*/ 19 h 41"/>
                <a:gd name="T96" fmla="*/ 93 w 99"/>
                <a:gd name="T97" fmla="*/ 12 h 41"/>
                <a:gd name="T98" fmla="*/ 85 w 99"/>
                <a:gd name="T99" fmla="*/ 16 h 41"/>
                <a:gd name="T100" fmla="*/ 74 w 99"/>
                <a:gd name="T101" fmla="*/ 5 h 41"/>
                <a:gd name="T102" fmla="*/ 74 w 99"/>
                <a:gd name="T103" fmla="*/ 2 h 41"/>
                <a:gd name="T104" fmla="*/ 69 w 99"/>
                <a:gd name="T105"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9" h="41">
                  <a:moveTo>
                    <a:pt x="19" y="22"/>
                  </a:moveTo>
                  <a:cubicBezTo>
                    <a:pt x="19" y="22"/>
                    <a:pt x="18" y="22"/>
                    <a:pt x="17" y="22"/>
                  </a:cubicBezTo>
                  <a:cubicBezTo>
                    <a:pt x="18" y="22"/>
                    <a:pt x="19" y="22"/>
                    <a:pt x="19" y="22"/>
                  </a:cubicBezTo>
                  <a:moveTo>
                    <a:pt x="24" y="16"/>
                  </a:moveTo>
                  <a:cubicBezTo>
                    <a:pt x="23" y="16"/>
                    <a:pt x="22" y="16"/>
                    <a:pt x="20" y="16"/>
                  </a:cubicBezTo>
                  <a:cubicBezTo>
                    <a:pt x="21" y="16"/>
                    <a:pt x="23" y="16"/>
                    <a:pt x="24" y="16"/>
                  </a:cubicBezTo>
                  <a:moveTo>
                    <a:pt x="22" y="11"/>
                  </a:moveTo>
                  <a:cubicBezTo>
                    <a:pt x="22" y="11"/>
                    <a:pt x="23" y="11"/>
                    <a:pt x="23" y="11"/>
                  </a:cubicBezTo>
                  <a:cubicBezTo>
                    <a:pt x="23" y="11"/>
                    <a:pt x="22" y="11"/>
                    <a:pt x="22" y="11"/>
                  </a:cubicBezTo>
                  <a:moveTo>
                    <a:pt x="69" y="0"/>
                  </a:moveTo>
                  <a:cubicBezTo>
                    <a:pt x="66" y="2"/>
                    <a:pt x="58" y="4"/>
                    <a:pt x="58" y="9"/>
                  </a:cubicBezTo>
                  <a:cubicBezTo>
                    <a:pt x="58" y="11"/>
                    <a:pt x="63" y="13"/>
                    <a:pt x="65" y="13"/>
                  </a:cubicBezTo>
                  <a:cubicBezTo>
                    <a:pt x="65" y="17"/>
                    <a:pt x="65" y="17"/>
                    <a:pt x="65" y="17"/>
                  </a:cubicBezTo>
                  <a:cubicBezTo>
                    <a:pt x="65" y="17"/>
                    <a:pt x="63" y="17"/>
                    <a:pt x="63" y="18"/>
                  </a:cubicBezTo>
                  <a:cubicBezTo>
                    <a:pt x="64" y="18"/>
                    <a:pt x="65" y="19"/>
                    <a:pt x="68" y="19"/>
                  </a:cubicBezTo>
                  <a:cubicBezTo>
                    <a:pt x="67" y="21"/>
                    <a:pt x="66" y="22"/>
                    <a:pt x="62" y="22"/>
                  </a:cubicBezTo>
                  <a:cubicBezTo>
                    <a:pt x="50" y="22"/>
                    <a:pt x="44" y="12"/>
                    <a:pt x="35" y="12"/>
                  </a:cubicBezTo>
                  <a:cubicBezTo>
                    <a:pt x="34" y="12"/>
                    <a:pt x="32" y="12"/>
                    <a:pt x="29" y="12"/>
                  </a:cubicBezTo>
                  <a:cubicBezTo>
                    <a:pt x="28" y="8"/>
                    <a:pt x="25" y="7"/>
                    <a:pt x="24" y="7"/>
                  </a:cubicBezTo>
                  <a:cubicBezTo>
                    <a:pt x="22" y="7"/>
                    <a:pt x="21" y="7"/>
                    <a:pt x="18" y="7"/>
                  </a:cubicBezTo>
                  <a:cubicBezTo>
                    <a:pt x="17" y="7"/>
                    <a:pt x="16" y="7"/>
                    <a:pt x="14" y="7"/>
                  </a:cubicBezTo>
                  <a:cubicBezTo>
                    <a:pt x="14" y="9"/>
                    <a:pt x="15" y="10"/>
                    <a:pt x="16" y="10"/>
                  </a:cubicBezTo>
                  <a:cubicBezTo>
                    <a:pt x="16" y="10"/>
                    <a:pt x="16" y="10"/>
                    <a:pt x="16" y="10"/>
                  </a:cubicBezTo>
                  <a:cubicBezTo>
                    <a:pt x="13" y="10"/>
                    <a:pt x="11" y="12"/>
                    <a:pt x="10" y="13"/>
                  </a:cubicBezTo>
                  <a:cubicBezTo>
                    <a:pt x="11" y="14"/>
                    <a:pt x="12" y="14"/>
                    <a:pt x="13" y="15"/>
                  </a:cubicBezTo>
                  <a:cubicBezTo>
                    <a:pt x="12" y="14"/>
                    <a:pt x="12" y="14"/>
                    <a:pt x="11" y="14"/>
                  </a:cubicBezTo>
                  <a:cubicBezTo>
                    <a:pt x="11" y="14"/>
                    <a:pt x="10" y="14"/>
                    <a:pt x="9" y="14"/>
                  </a:cubicBezTo>
                  <a:cubicBezTo>
                    <a:pt x="8" y="14"/>
                    <a:pt x="7" y="14"/>
                    <a:pt x="7" y="14"/>
                  </a:cubicBezTo>
                  <a:cubicBezTo>
                    <a:pt x="7" y="19"/>
                    <a:pt x="7" y="19"/>
                    <a:pt x="7" y="19"/>
                  </a:cubicBezTo>
                  <a:cubicBezTo>
                    <a:pt x="8" y="19"/>
                    <a:pt x="8" y="19"/>
                    <a:pt x="9" y="20"/>
                  </a:cubicBezTo>
                  <a:cubicBezTo>
                    <a:pt x="9" y="20"/>
                    <a:pt x="8" y="19"/>
                    <a:pt x="7" y="19"/>
                  </a:cubicBezTo>
                  <a:cubicBezTo>
                    <a:pt x="4" y="19"/>
                    <a:pt x="2" y="22"/>
                    <a:pt x="0" y="22"/>
                  </a:cubicBezTo>
                  <a:cubicBezTo>
                    <a:pt x="1" y="24"/>
                    <a:pt x="0" y="24"/>
                    <a:pt x="0" y="27"/>
                  </a:cubicBezTo>
                  <a:cubicBezTo>
                    <a:pt x="0" y="29"/>
                    <a:pt x="1" y="31"/>
                    <a:pt x="4" y="31"/>
                  </a:cubicBezTo>
                  <a:cubicBezTo>
                    <a:pt x="6" y="31"/>
                    <a:pt x="10" y="33"/>
                    <a:pt x="14" y="33"/>
                  </a:cubicBezTo>
                  <a:cubicBezTo>
                    <a:pt x="17" y="33"/>
                    <a:pt x="21" y="31"/>
                    <a:pt x="26" y="31"/>
                  </a:cubicBezTo>
                  <a:cubicBezTo>
                    <a:pt x="26" y="29"/>
                    <a:pt x="27" y="27"/>
                    <a:pt x="29" y="27"/>
                  </a:cubicBezTo>
                  <a:cubicBezTo>
                    <a:pt x="29" y="30"/>
                    <a:pt x="32" y="31"/>
                    <a:pt x="34" y="34"/>
                  </a:cubicBezTo>
                  <a:cubicBezTo>
                    <a:pt x="33" y="34"/>
                    <a:pt x="31" y="34"/>
                    <a:pt x="30" y="34"/>
                  </a:cubicBezTo>
                  <a:cubicBezTo>
                    <a:pt x="28" y="34"/>
                    <a:pt x="26" y="34"/>
                    <a:pt x="26" y="37"/>
                  </a:cubicBezTo>
                  <a:cubicBezTo>
                    <a:pt x="26" y="39"/>
                    <a:pt x="30" y="41"/>
                    <a:pt x="34" y="41"/>
                  </a:cubicBezTo>
                  <a:cubicBezTo>
                    <a:pt x="41" y="41"/>
                    <a:pt x="46" y="39"/>
                    <a:pt x="52" y="37"/>
                  </a:cubicBezTo>
                  <a:cubicBezTo>
                    <a:pt x="53" y="37"/>
                    <a:pt x="71" y="33"/>
                    <a:pt x="71" y="32"/>
                  </a:cubicBezTo>
                  <a:cubicBezTo>
                    <a:pt x="71" y="32"/>
                    <a:pt x="72" y="32"/>
                    <a:pt x="73" y="32"/>
                  </a:cubicBezTo>
                  <a:cubicBezTo>
                    <a:pt x="74" y="32"/>
                    <a:pt x="77" y="32"/>
                    <a:pt x="80" y="33"/>
                  </a:cubicBezTo>
                  <a:cubicBezTo>
                    <a:pt x="83" y="33"/>
                    <a:pt x="87" y="33"/>
                    <a:pt x="88" y="33"/>
                  </a:cubicBezTo>
                  <a:cubicBezTo>
                    <a:pt x="89" y="33"/>
                    <a:pt x="89" y="33"/>
                    <a:pt x="90" y="33"/>
                  </a:cubicBezTo>
                  <a:cubicBezTo>
                    <a:pt x="92" y="32"/>
                    <a:pt x="99" y="23"/>
                    <a:pt x="99" y="19"/>
                  </a:cubicBezTo>
                  <a:cubicBezTo>
                    <a:pt x="99" y="16"/>
                    <a:pt x="96" y="12"/>
                    <a:pt x="93" y="12"/>
                  </a:cubicBezTo>
                  <a:cubicBezTo>
                    <a:pt x="89" y="12"/>
                    <a:pt x="87" y="16"/>
                    <a:pt x="85" y="16"/>
                  </a:cubicBezTo>
                  <a:cubicBezTo>
                    <a:pt x="79" y="16"/>
                    <a:pt x="74" y="10"/>
                    <a:pt x="74" y="5"/>
                  </a:cubicBezTo>
                  <a:cubicBezTo>
                    <a:pt x="74" y="5"/>
                    <a:pt x="74" y="4"/>
                    <a:pt x="74" y="2"/>
                  </a:cubicBezTo>
                  <a:cubicBezTo>
                    <a:pt x="72" y="2"/>
                    <a:pt x="70" y="1"/>
                    <a:pt x="6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3" name="Freeform 116"/>
            <p:cNvSpPr>
              <a:spLocks/>
            </p:cNvSpPr>
            <p:nvPr/>
          </p:nvSpPr>
          <p:spPr bwMode="auto">
            <a:xfrm>
              <a:off x="2459038" y="1265238"/>
              <a:ext cx="52388" cy="36513"/>
            </a:xfrm>
            <a:custGeom>
              <a:avLst/>
              <a:gdLst>
                <a:gd name="T0" fmla="*/ 13 w 14"/>
                <a:gd name="T1" fmla="*/ 0 h 10"/>
                <a:gd name="T2" fmla="*/ 0 w 14"/>
                <a:gd name="T3" fmla="*/ 7 h 10"/>
                <a:gd name="T4" fmla="*/ 5 w 14"/>
                <a:gd name="T5" fmla="*/ 10 h 10"/>
                <a:gd name="T6" fmla="*/ 14 w 14"/>
                <a:gd name="T7" fmla="*/ 0 h 10"/>
                <a:gd name="T8" fmla="*/ 13 w 14"/>
                <a:gd name="T9" fmla="*/ 0 h 10"/>
              </a:gdLst>
              <a:ahLst/>
              <a:cxnLst>
                <a:cxn ang="0">
                  <a:pos x="T0" y="T1"/>
                </a:cxn>
                <a:cxn ang="0">
                  <a:pos x="T2" y="T3"/>
                </a:cxn>
                <a:cxn ang="0">
                  <a:pos x="T4" y="T5"/>
                </a:cxn>
                <a:cxn ang="0">
                  <a:pos x="T6" y="T7"/>
                </a:cxn>
                <a:cxn ang="0">
                  <a:pos x="T8" y="T9"/>
                </a:cxn>
              </a:cxnLst>
              <a:rect l="0" t="0" r="r" b="b"/>
              <a:pathLst>
                <a:path w="14" h="10">
                  <a:moveTo>
                    <a:pt x="13" y="0"/>
                  </a:moveTo>
                  <a:cubicBezTo>
                    <a:pt x="10" y="0"/>
                    <a:pt x="0" y="3"/>
                    <a:pt x="0" y="7"/>
                  </a:cubicBezTo>
                  <a:cubicBezTo>
                    <a:pt x="0" y="9"/>
                    <a:pt x="3" y="10"/>
                    <a:pt x="5" y="10"/>
                  </a:cubicBezTo>
                  <a:cubicBezTo>
                    <a:pt x="9" y="10"/>
                    <a:pt x="13" y="4"/>
                    <a:pt x="14" y="0"/>
                  </a:cubicBezTo>
                  <a:cubicBezTo>
                    <a:pt x="13" y="0"/>
                    <a:pt x="13"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4" name="Freeform 117"/>
            <p:cNvSpPr>
              <a:spLocks/>
            </p:cNvSpPr>
            <p:nvPr/>
          </p:nvSpPr>
          <p:spPr bwMode="auto">
            <a:xfrm>
              <a:off x="2593975" y="1212850"/>
              <a:ext cx="38100" cy="14288"/>
            </a:xfrm>
            <a:custGeom>
              <a:avLst/>
              <a:gdLst>
                <a:gd name="T0" fmla="*/ 10 w 10"/>
                <a:gd name="T1" fmla="*/ 0 h 4"/>
                <a:gd name="T2" fmla="*/ 0 w 10"/>
                <a:gd name="T3" fmla="*/ 0 h 4"/>
                <a:gd name="T4" fmla="*/ 4 w 10"/>
                <a:gd name="T5" fmla="*/ 4 h 4"/>
                <a:gd name="T6" fmla="*/ 10 w 10"/>
                <a:gd name="T7" fmla="*/ 4 h 4"/>
                <a:gd name="T8" fmla="*/ 10 w 10"/>
                <a:gd name="T9" fmla="*/ 0 h 4"/>
              </a:gdLst>
              <a:ahLst/>
              <a:cxnLst>
                <a:cxn ang="0">
                  <a:pos x="T0" y="T1"/>
                </a:cxn>
                <a:cxn ang="0">
                  <a:pos x="T2" y="T3"/>
                </a:cxn>
                <a:cxn ang="0">
                  <a:pos x="T4" y="T5"/>
                </a:cxn>
                <a:cxn ang="0">
                  <a:pos x="T6" y="T7"/>
                </a:cxn>
                <a:cxn ang="0">
                  <a:pos x="T8" y="T9"/>
                </a:cxn>
              </a:cxnLst>
              <a:rect l="0" t="0" r="r" b="b"/>
              <a:pathLst>
                <a:path w="10" h="4">
                  <a:moveTo>
                    <a:pt x="10" y="0"/>
                  </a:moveTo>
                  <a:cubicBezTo>
                    <a:pt x="0" y="0"/>
                    <a:pt x="0" y="0"/>
                    <a:pt x="0" y="0"/>
                  </a:cubicBezTo>
                  <a:cubicBezTo>
                    <a:pt x="0" y="3"/>
                    <a:pt x="3" y="4"/>
                    <a:pt x="4" y="4"/>
                  </a:cubicBezTo>
                  <a:cubicBezTo>
                    <a:pt x="4" y="4"/>
                    <a:pt x="9" y="4"/>
                    <a:pt x="10" y="4"/>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5" name="Freeform 118"/>
            <p:cNvSpPr>
              <a:spLocks/>
            </p:cNvSpPr>
            <p:nvPr/>
          </p:nvSpPr>
          <p:spPr bwMode="auto">
            <a:xfrm>
              <a:off x="2354263" y="1174750"/>
              <a:ext cx="214313" cy="109538"/>
            </a:xfrm>
            <a:custGeom>
              <a:avLst/>
              <a:gdLst>
                <a:gd name="T0" fmla="*/ 52 w 57"/>
                <a:gd name="T1" fmla="*/ 0 h 29"/>
                <a:gd name="T2" fmla="*/ 40 w 57"/>
                <a:gd name="T3" fmla="*/ 2 h 29"/>
                <a:gd name="T4" fmla="*/ 35 w 57"/>
                <a:gd name="T5" fmla="*/ 1 h 29"/>
                <a:gd name="T6" fmla="*/ 20 w 57"/>
                <a:gd name="T7" fmla="*/ 12 h 29"/>
                <a:gd name="T8" fmla="*/ 6 w 57"/>
                <a:gd name="T9" fmla="*/ 17 h 29"/>
                <a:gd name="T10" fmla="*/ 0 w 57"/>
                <a:gd name="T11" fmla="*/ 22 h 29"/>
                <a:gd name="T12" fmla="*/ 3 w 57"/>
                <a:gd name="T13" fmla="*/ 27 h 29"/>
                <a:gd name="T14" fmla="*/ 8 w 57"/>
                <a:gd name="T15" fmla="*/ 24 h 29"/>
                <a:gd name="T16" fmla="*/ 13 w 57"/>
                <a:gd name="T17" fmla="*/ 25 h 29"/>
                <a:gd name="T18" fmla="*/ 15 w 57"/>
                <a:gd name="T19" fmla="*/ 24 h 29"/>
                <a:gd name="T20" fmla="*/ 20 w 57"/>
                <a:gd name="T21" fmla="*/ 29 h 29"/>
                <a:gd name="T22" fmla="*/ 26 w 57"/>
                <a:gd name="T23" fmla="*/ 22 h 29"/>
                <a:gd name="T24" fmla="*/ 27 w 57"/>
                <a:gd name="T25" fmla="*/ 22 h 29"/>
                <a:gd name="T26" fmla="*/ 36 w 57"/>
                <a:gd name="T27" fmla="*/ 14 h 29"/>
                <a:gd name="T28" fmla="*/ 43 w 57"/>
                <a:gd name="T29" fmla="*/ 22 h 29"/>
                <a:gd name="T30" fmla="*/ 55 w 57"/>
                <a:gd name="T31" fmla="*/ 12 h 29"/>
                <a:gd name="T32" fmla="*/ 53 w 57"/>
                <a:gd name="T33" fmla="*/ 7 h 29"/>
                <a:gd name="T34" fmla="*/ 57 w 57"/>
                <a:gd name="T35" fmla="*/ 2 h 29"/>
                <a:gd name="T36" fmla="*/ 52 w 57"/>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7" h="29">
                  <a:moveTo>
                    <a:pt x="52" y="0"/>
                  </a:moveTo>
                  <a:cubicBezTo>
                    <a:pt x="47" y="0"/>
                    <a:pt x="40" y="2"/>
                    <a:pt x="40" y="2"/>
                  </a:cubicBezTo>
                  <a:cubicBezTo>
                    <a:pt x="37" y="1"/>
                    <a:pt x="37" y="1"/>
                    <a:pt x="35" y="1"/>
                  </a:cubicBezTo>
                  <a:cubicBezTo>
                    <a:pt x="27" y="1"/>
                    <a:pt x="25" y="8"/>
                    <a:pt x="20" y="12"/>
                  </a:cubicBezTo>
                  <a:cubicBezTo>
                    <a:pt x="15" y="14"/>
                    <a:pt x="11" y="15"/>
                    <a:pt x="6" y="17"/>
                  </a:cubicBezTo>
                  <a:cubicBezTo>
                    <a:pt x="5" y="18"/>
                    <a:pt x="0" y="22"/>
                    <a:pt x="0" y="22"/>
                  </a:cubicBezTo>
                  <a:cubicBezTo>
                    <a:pt x="0" y="23"/>
                    <a:pt x="2" y="25"/>
                    <a:pt x="3" y="27"/>
                  </a:cubicBezTo>
                  <a:cubicBezTo>
                    <a:pt x="5" y="26"/>
                    <a:pt x="6" y="24"/>
                    <a:pt x="8" y="24"/>
                  </a:cubicBezTo>
                  <a:cubicBezTo>
                    <a:pt x="9" y="24"/>
                    <a:pt x="11" y="25"/>
                    <a:pt x="13" y="25"/>
                  </a:cubicBezTo>
                  <a:cubicBezTo>
                    <a:pt x="13" y="25"/>
                    <a:pt x="14" y="25"/>
                    <a:pt x="15" y="24"/>
                  </a:cubicBezTo>
                  <a:cubicBezTo>
                    <a:pt x="16" y="25"/>
                    <a:pt x="18" y="29"/>
                    <a:pt x="20" y="29"/>
                  </a:cubicBezTo>
                  <a:cubicBezTo>
                    <a:pt x="23" y="29"/>
                    <a:pt x="26" y="25"/>
                    <a:pt x="26" y="22"/>
                  </a:cubicBezTo>
                  <a:cubicBezTo>
                    <a:pt x="27" y="22"/>
                    <a:pt x="27" y="22"/>
                    <a:pt x="27" y="22"/>
                  </a:cubicBezTo>
                  <a:cubicBezTo>
                    <a:pt x="32" y="22"/>
                    <a:pt x="35" y="18"/>
                    <a:pt x="36" y="14"/>
                  </a:cubicBezTo>
                  <a:cubicBezTo>
                    <a:pt x="39" y="15"/>
                    <a:pt x="38" y="22"/>
                    <a:pt x="43" y="22"/>
                  </a:cubicBezTo>
                  <a:cubicBezTo>
                    <a:pt x="55" y="12"/>
                    <a:pt x="55" y="12"/>
                    <a:pt x="55" y="12"/>
                  </a:cubicBezTo>
                  <a:cubicBezTo>
                    <a:pt x="55" y="10"/>
                    <a:pt x="53" y="10"/>
                    <a:pt x="53" y="7"/>
                  </a:cubicBezTo>
                  <a:cubicBezTo>
                    <a:pt x="55" y="6"/>
                    <a:pt x="57" y="4"/>
                    <a:pt x="57" y="2"/>
                  </a:cubicBezTo>
                  <a:cubicBezTo>
                    <a:pt x="57" y="0"/>
                    <a:pt x="55" y="0"/>
                    <a:pt x="5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6" name="Freeform 119"/>
            <p:cNvSpPr>
              <a:spLocks/>
            </p:cNvSpPr>
            <p:nvPr/>
          </p:nvSpPr>
          <p:spPr bwMode="auto">
            <a:xfrm>
              <a:off x="2640013" y="1089025"/>
              <a:ext cx="119063" cy="36513"/>
            </a:xfrm>
            <a:custGeom>
              <a:avLst/>
              <a:gdLst>
                <a:gd name="T0" fmla="*/ 21 w 32"/>
                <a:gd name="T1" fmla="*/ 0 h 10"/>
                <a:gd name="T2" fmla="*/ 0 w 32"/>
                <a:gd name="T3" fmla="*/ 10 h 10"/>
                <a:gd name="T4" fmla="*/ 5 w 32"/>
                <a:gd name="T5" fmla="*/ 8 h 10"/>
                <a:gd name="T6" fmla="*/ 13 w 32"/>
                <a:gd name="T7" fmla="*/ 10 h 10"/>
                <a:gd name="T8" fmla="*/ 25 w 32"/>
                <a:gd name="T9" fmla="*/ 10 h 10"/>
                <a:gd name="T10" fmla="*/ 32 w 32"/>
                <a:gd name="T11" fmla="*/ 7 h 10"/>
                <a:gd name="T12" fmla="*/ 21 w 3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32" h="10">
                  <a:moveTo>
                    <a:pt x="21" y="0"/>
                  </a:moveTo>
                  <a:cubicBezTo>
                    <a:pt x="17" y="0"/>
                    <a:pt x="0" y="6"/>
                    <a:pt x="0" y="10"/>
                  </a:cubicBezTo>
                  <a:cubicBezTo>
                    <a:pt x="2" y="10"/>
                    <a:pt x="3" y="8"/>
                    <a:pt x="5" y="8"/>
                  </a:cubicBezTo>
                  <a:cubicBezTo>
                    <a:pt x="8" y="8"/>
                    <a:pt x="9" y="10"/>
                    <a:pt x="13" y="10"/>
                  </a:cubicBezTo>
                  <a:cubicBezTo>
                    <a:pt x="19" y="10"/>
                    <a:pt x="17" y="10"/>
                    <a:pt x="25" y="10"/>
                  </a:cubicBezTo>
                  <a:cubicBezTo>
                    <a:pt x="28" y="10"/>
                    <a:pt x="30" y="8"/>
                    <a:pt x="32" y="7"/>
                  </a:cubicBezTo>
                  <a:cubicBezTo>
                    <a:pt x="31" y="3"/>
                    <a:pt x="27"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 name="Freeform 120"/>
            <p:cNvSpPr>
              <a:spLocks/>
            </p:cNvSpPr>
            <p:nvPr/>
          </p:nvSpPr>
          <p:spPr bwMode="auto">
            <a:xfrm>
              <a:off x="2643188" y="1130300"/>
              <a:ext cx="104775" cy="55563"/>
            </a:xfrm>
            <a:custGeom>
              <a:avLst/>
              <a:gdLst>
                <a:gd name="T0" fmla="*/ 23 w 28"/>
                <a:gd name="T1" fmla="*/ 0 h 15"/>
                <a:gd name="T2" fmla="*/ 0 w 28"/>
                <a:gd name="T3" fmla="*/ 7 h 15"/>
                <a:gd name="T4" fmla="*/ 9 w 28"/>
                <a:gd name="T5" fmla="*/ 15 h 15"/>
                <a:gd name="T6" fmla="*/ 24 w 28"/>
                <a:gd name="T7" fmla="*/ 6 h 15"/>
                <a:gd name="T8" fmla="*/ 16 w 28"/>
                <a:gd name="T9" fmla="*/ 6 h 15"/>
                <a:gd name="T10" fmla="*/ 28 w 28"/>
                <a:gd name="T11" fmla="*/ 3 h 15"/>
                <a:gd name="T12" fmla="*/ 23 w 28"/>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28" h="15">
                  <a:moveTo>
                    <a:pt x="23" y="0"/>
                  </a:moveTo>
                  <a:cubicBezTo>
                    <a:pt x="17" y="0"/>
                    <a:pt x="0" y="1"/>
                    <a:pt x="0" y="7"/>
                  </a:cubicBezTo>
                  <a:cubicBezTo>
                    <a:pt x="0" y="10"/>
                    <a:pt x="4" y="15"/>
                    <a:pt x="9" y="15"/>
                  </a:cubicBezTo>
                  <a:cubicBezTo>
                    <a:pt x="15" y="15"/>
                    <a:pt x="24" y="12"/>
                    <a:pt x="24" y="6"/>
                  </a:cubicBezTo>
                  <a:cubicBezTo>
                    <a:pt x="16" y="6"/>
                    <a:pt x="16" y="6"/>
                    <a:pt x="16" y="6"/>
                  </a:cubicBezTo>
                  <a:cubicBezTo>
                    <a:pt x="20" y="6"/>
                    <a:pt x="25" y="6"/>
                    <a:pt x="28" y="3"/>
                  </a:cubicBezTo>
                  <a:cubicBezTo>
                    <a:pt x="27" y="2"/>
                    <a:pt x="26" y="0"/>
                    <a:pt x="2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 name="Freeform 121"/>
            <p:cNvSpPr>
              <a:spLocks/>
            </p:cNvSpPr>
            <p:nvPr/>
          </p:nvSpPr>
          <p:spPr bwMode="auto">
            <a:xfrm>
              <a:off x="2590800" y="1136650"/>
              <a:ext cx="38100" cy="26988"/>
            </a:xfrm>
            <a:custGeom>
              <a:avLst/>
              <a:gdLst>
                <a:gd name="T0" fmla="*/ 2 w 10"/>
                <a:gd name="T1" fmla="*/ 0 h 7"/>
                <a:gd name="T2" fmla="*/ 0 w 10"/>
                <a:gd name="T3" fmla="*/ 3 h 7"/>
                <a:gd name="T4" fmla="*/ 6 w 10"/>
                <a:gd name="T5" fmla="*/ 7 h 7"/>
                <a:gd name="T6" fmla="*/ 10 w 10"/>
                <a:gd name="T7" fmla="*/ 4 h 7"/>
                <a:gd name="T8" fmla="*/ 2 w 10"/>
                <a:gd name="T9" fmla="*/ 0 h 7"/>
              </a:gdLst>
              <a:ahLst/>
              <a:cxnLst>
                <a:cxn ang="0">
                  <a:pos x="T0" y="T1"/>
                </a:cxn>
                <a:cxn ang="0">
                  <a:pos x="T2" y="T3"/>
                </a:cxn>
                <a:cxn ang="0">
                  <a:pos x="T4" y="T5"/>
                </a:cxn>
                <a:cxn ang="0">
                  <a:pos x="T6" y="T7"/>
                </a:cxn>
                <a:cxn ang="0">
                  <a:pos x="T8" y="T9"/>
                </a:cxn>
              </a:cxnLst>
              <a:rect l="0" t="0" r="r" b="b"/>
              <a:pathLst>
                <a:path w="10" h="7">
                  <a:moveTo>
                    <a:pt x="2" y="0"/>
                  </a:moveTo>
                  <a:cubicBezTo>
                    <a:pt x="1" y="0"/>
                    <a:pt x="0" y="1"/>
                    <a:pt x="0" y="3"/>
                  </a:cubicBezTo>
                  <a:cubicBezTo>
                    <a:pt x="0" y="4"/>
                    <a:pt x="3" y="7"/>
                    <a:pt x="6" y="7"/>
                  </a:cubicBezTo>
                  <a:cubicBezTo>
                    <a:pt x="8" y="7"/>
                    <a:pt x="9" y="6"/>
                    <a:pt x="10" y="4"/>
                  </a:cubicBezTo>
                  <a:cubicBezTo>
                    <a:pt x="8" y="3"/>
                    <a:pt x="5"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9" name="Freeform 122"/>
            <p:cNvSpPr>
              <a:spLocks/>
            </p:cNvSpPr>
            <p:nvPr/>
          </p:nvSpPr>
          <p:spPr bwMode="auto">
            <a:xfrm>
              <a:off x="2984500" y="1403350"/>
              <a:ext cx="184150" cy="147638"/>
            </a:xfrm>
            <a:custGeom>
              <a:avLst/>
              <a:gdLst>
                <a:gd name="T0" fmla="*/ 21 w 49"/>
                <a:gd name="T1" fmla="*/ 0 h 39"/>
                <a:gd name="T2" fmla="*/ 10 w 49"/>
                <a:gd name="T3" fmla="*/ 4 h 39"/>
                <a:gd name="T4" fmla="*/ 8 w 49"/>
                <a:gd name="T5" fmla="*/ 6 h 39"/>
                <a:gd name="T6" fmla="*/ 17 w 49"/>
                <a:gd name="T7" fmla="*/ 10 h 39"/>
                <a:gd name="T8" fmla="*/ 17 w 49"/>
                <a:gd name="T9" fmla="*/ 17 h 39"/>
                <a:gd name="T10" fmla="*/ 13 w 49"/>
                <a:gd name="T11" fmla="*/ 17 h 39"/>
                <a:gd name="T12" fmla="*/ 0 w 49"/>
                <a:gd name="T13" fmla="*/ 14 h 39"/>
                <a:gd name="T14" fmla="*/ 0 w 49"/>
                <a:gd name="T15" fmla="*/ 19 h 39"/>
                <a:gd name="T16" fmla="*/ 25 w 49"/>
                <a:gd name="T17" fmla="*/ 34 h 39"/>
                <a:gd name="T18" fmla="*/ 32 w 49"/>
                <a:gd name="T19" fmla="*/ 39 h 39"/>
                <a:gd name="T20" fmla="*/ 37 w 49"/>
                <a:gd name="T21" fmla="*/ 34 h 39"/>
                <a:gd name="T22" fmla="*/ 49 w 49"/>
                <a:gd name="T23" fmla="*/ 20 h 39"/>
                <a:gd name="T24" fmla="*/ 42 w 49"/>
                <a:gd name="T25" fmla="*/ 18 h 39"/>
                <a:gd name="T26" fmla="*/ 43 w 49"/>
                <a:gd name="T27" fmla="*/ 14 h 39"/>
                <a:gd name="T28" fmla="*/ 40 w 49"/>
                <a:gd name="T29" fmla="*/ 12 h 39"/>
                <a:gd name="T30" fmla="*/ 32 w 49"/>
                <a:gd name="T31" fmla="*/ 14 h 39"/>
                <a:gd name="T32" fmla="*/ 41 w 49"/>
                <a:gd name="T33" fmla="*/ 3 h 39"/>
                <a:gd name="T34" fmla="*/ 39 w 49"/>
                <a:gd name="T35" fmla="*/ 0 h 39"/>
                <a:gd name="T36" fmla="*/ 27 w 49"/>
                <a:gd name="T37" fmla="*/ 0 h 39"/>
                <a:gd name="T38" fmla="*/ 21 w 49"/>
                <a:gd name="T39"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39">
                  <a:moveTo>
                    <a:pt x="21" y="0"/>
                  </a:moveTo>
                  <a:cubicBezTo>
                    <a:pt x="17" y="0"/>
                    <a:pt x="13" y="1"/>
                    <a:pt x="10" y="4"/>
                  </a:cubicBezTo>
                  <a:cubicBezTo>
                    <a:pt x="10" y="5"/>
                    <a:pt x="8" y="5"/>
                    <a:pt x="8" y="6"/>
                  </a:cubicBezTo>
                  <a:cubicBezTo>
                    <a:pt x="8" y="10"/>
                    <a:pt x="14" y="9"/>
                    <a:pt x="17" y="10"/>
                  </a:cubicBezTo>
                  <a:cubicBezTo>
                    <a:pt x="17" y="17"/>
                    <a:pt x="17" y="17"/>
                    <a:pt x="17" y="17"/>
                  </a:cubicBezTo>
                  <a:cubicBezTo>
                    <a:pt x="15" y="17"/>
                    <a:pt x="16" y="17"/>
                    <a:pt x="13" y="17"/>
                  </a:cubicBezTo>
                  <a:cubicBezTo>
                    <a:pt x="8" y="17"/>
                    <a:pt x="4" y="14"/>
                    <a:pt x="0" y="14"/>
                  </a:cubicBezTo>
                  <a:cubicBezTo>
                    <a:pt x="0" y="19"/>
                    <a:pt x="0" y="19"/>
                    <a:pt x="0" y="19"/>
                  </a:cubicBezTo>
                  <a:cubicBezTo>
                    <a:pt x="8" y="27"/>
                    <a:pt x="17" y="26"/>
                    <a:pt x="25" y="34"/>
                  </a:cubicBezTo>
                  <a:cubicBezTo>
                    <a:pt x="27" y="36"/>
                    <a:pt x="28" y="39"/>
                    <a:pt x="32" y="39"/>
                  </a:cubicBezTo>
                  <a:cubicBezTo>
                    <a:pt x="34" y="39"/>
                    <a:pt x="35" y="35"/>
                    <a:pt x="37" y="34"/>
                  </a:cubicBezTo>
                  <a:cubicBezTo>
                    <a:pt x="46" y="31"/>
                    <a:pt x="47" y="35"/>
                    <a:pt x="49" y="20"/>
                  </a:cubicBezTo>
                  <a:cubicBezTo>
                    <a:pt x="47" y="19"/>
                    <a:pt x="43" y="19"/>
                    <a:pt x="42" y="18"/>
                  </a:cubicBezTo>
                  <a:cubicBezTo>
                    <a:pt x="42" y="15"/>
                    <a:pt x="43" y="18"/>
                    <a:pt x="43" y="14"/>
                  </a:cubicBezTo>
                  <a:cubicBezTo>
                    <a:pt x="43" y="13"/>
                    <a:pt x="42" y="12"/>
                    <a:pt x="40" y="12"/>
                  </a:cubicBezTo>
                  <a:cubicBezTo>
                    <a:pt x="38" y="12"/>
                    <a:pt x="34" y="14"/>
                    <a:pt x="32" y="14"/>
                  </a:cubicBezTo>
                  <a:cubicBezTo>
                    <a:pt x="34" y="11"/>
                    <a:pt x="41" y="9"/>
                    <a:pt x="41" y="3"/>
                  </a:cubicBezTo>
                  <a:cubicBezTo>
                    <a:pt x="41" y="2"/>
                    <a:pt x="39" y="0"/>
                    <a:pt x="39" y="0"/>
                  </a:cubicBezTo>
                  <a:cubicBezTo>
                    <a:pt x="39" y="0"/>
                    <a:pt x="32" y="0"/>
                    <a:pt x="27" y="0"/>
                  </a:cubicBezTo>
                  <a:cubicBezTo>
                    <a:pt x="25" y="0"/>
                    <a:pt x="23"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0" name="Freeform 123"/>
            <p:cNvSpPr>
              <a:spLocks/>
            </p:cNvSpPr>
            <p:nvPr/>
          </p:nvSpPr>
          <p:spPr bwMode="auto">
            <a:xfrm>
              <a:off x="2921000" y="1227138"/>
              <a:ext cx="203200" cy="101600"/>
            </a:xfrm>
            <a:custGeom>
              <a:avLst/>
              <a:gdLst>
                <a:gd name="T0" fmla="*/ 27 w 54"/>
                <a:gd name="T1" fmla="*/ 0 h 27"/>
                <a:gd name="T2" fmla="*/ 24 w 54"/>
                <a:gd name="T3" fmla="*/ 0 h 27"/>
                <a:gd name="T4" fmla="*/ 34 w 54"/>
                <a:gd name="T5" fmla="*/ 4 h 27"/>
                <a:gd name="T6" fmla="*/ 34 w 54"/>
                <a:gd name="T7" fmla="*/ 10 h 27"/>
                <a:gd name="T8" fmla="*/ 19 w 54"/>
                <a:gd name="T9" fmla="*/ 4 h 27"/>
                <a:gd name="T10" fmla="*/ 19 w 54"/>
                <a:gd name="T11" fmla="*/ 8 h 27"/>
                <a:gd name="T12" fmla="*/ 24 w 54"/>
                <a:gd name="T13" fmla="*/ 12 h 27"/>
                <a:gd name="T14" fmla="*/ 22 w 54"/>
                <a:gd name="T15" fmla="*/ 13 h 27"/>
                <a:gd name="T16" fmla="*/ 3 w 54"/>
                <a:gd name="T17" fmla="*/ 0 h 27"/>
                <a:gd name="T18" fmla="*/ 0 w 54"/>
                <a:gd name="T19" fmla="*/ 0 h 27"/>
                <a:gd name="T20" fmla="*/ 1 w 54"/>
                <a:gd name="T21" fmla="*/ 4 h 27"/>
                <a:gd name="T22" fmla="*/ 0 w 54"/>
                <a:gd name="T23" fmla="*/ 3 h 27"/>
                <a:gd name="T24" fmla="*/ 0 w 54"/>
                <a:gd name="T25" fmla="*/ 8 h 27"/>
                <a:gd name="T26" fmla="*/ 6 w 54"/>
                <a:gd name="T27" fmla="*/ 11 h 27"/>
                <a:gd name="T28" fmla="*/ 7 w 54"/>
                <a:gd name="T29" fmla="*/ 11 h 27"/>
                <a:gd name="T30" fmla="*/ 8 w 54"/>
                <a:gd name="T31" fmla="*/ 14 h 27"/>
                <a:gd name="T32" fmla="*/ 12 w 54"/>
                <a:gd name="T33" fmla="*/ 14 h 27"/>
                <a:gd name="T34" fmla="*/ 16 w 54"/>
                <a:gd name="T35" fmla="*/ 17 h 27"/>
                <a:gd name="T36" fmla="*/ 37 w 54"/>
                <a:gd name="T37" fmla="*/ 15 h 27"/>
                <a:gd name="T38" fmla="*/ 40 w 54"/>
                <a:gd name="T39" fmla="*/ 15 h 27"/>
                <a:gd name="T40" fmla="*/ 33 w 54"/>
                <a:gd name="T41" fmla="*/ 20 h 27"/>
                <a:gd name="T42" fmla="*/ 33 w 54"/>
                <a:gd name="T43" fmla="*/ 23 h 27"/>
                <a:gd name="T44" fmla="*/ 31 w 54"/>
                <a:gd name="T45" fmla="*/ 25 h 27"/>
                <a:gd name="T46" fmla="*/ 35 w 54"/>
                <a:gd name="T47" fmla="*/ 27 h 27"/>
                <a:gd name="T48" fmla="*/ 40 w 54"/>
                <a:gd name="T49" fmla="*/ 27 h 27"/>
                <a:gd name="T50" fmla="*/ 51 w 54"/>
                <a:gd name="T51" fmla="*/ 25 h 27"/>
                <a:gd name="T52" fmla="*/ 54 w 54"/>
                <a:gd name="T53" fmla="*/ 8 h 27"/>
                <a:gd name="T54" fmla="*/ 48 w 54"/>
                <a:gd name="T55" fmla="*/ 0 h 27"/>
                <a:gd name="T56" fmla="*/ 42 w 54"/>
                <a:gd name="T57" fmla="*/ 3 h 27"/>
                <a:gd name="T58" fmla="*/ 29 w 54"/>
                <a:gd name="T59" fmla="*/ 0 h 27"/>
                <a:gd name="T60" fmla="*/ 27 w 54"/>
                <a:gd name="T6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4" h="27">
                  <a:moveTo>
                    <a:pt x="27" y="0"/>
                  </a:moveTo>
                  <a:cubicBezTo>
                    <a:pt x="26" y="0"/>
                    <a:pt x="25" y="0"/>
                    <a:pt x="24" y="0"/>
                  </a:cubicBezTo>
                  <a:cubicBezTo>
                    <a:pt x="25" y="4"/>
                    <a:pt x="29" y="4"/>
                    <a:pt x="34" y="4"/>
                  </a:cubicBezTo>
                  <a:cubicBezTo>
                    <a:pt x="34" y="10"/>
                    <a:pt x="34" y="10"/>
                    <a:pt x="34" y="10"/>
                  </a:cubicBezTo>
                  <a:cubicBezTo>
                    <a:pt x="27" y="10"/>
                    <a:pt x="25" y="4"/>
                    <a:pt x="19" y="4"/>
                  </a:cubicBezTo>
                  <a:cubicBezTo>
                    <a:pt x="19" y="8"/>
                    <a:pt x="19" y="8"/>
                    <a:pt x="19" y="8"/>
                  </a:cubicBezTo>
                  <a:cubicBezTo>
                    <a:pt x="20" y="9"/>
                    <a:pt x="22" y="11"/>
                    <a:pt x="24" y="12"/>
                  </a:cubicBezTo>
                  <a:cubicBezTo>
                    <a:pt x="24" y="13"/>
                    <a:pt x="23" y="13"/>
                    <a:pt x="22" y="13"/>
                  </a:cubicBezTo>
                  <a:cubicBezTo>
                    <a:pt x="15" y="13"/>
                    <a:pt x="11" y="0"/>
                    <a:pt x="3" y="0"/>
                  </a:cubicBezTo>
                  <a:cubicBezTo>
                    <a:pt x="2" y="0"/>
                    <a:pt x="1" y="0"/>
                    <a:pt x="0" y="0"/>
                  </a:cubicBezTo>
                  <a:cubicBezTo>
                    <a:pt x="0" y="2"/>
                    <a:pt x="0" y="3"/>
                    <a:pt x="1" y="4"/>
                  </a:cubicBezTo>
                  <a:cubicBezTo>
                    <a:pt x="0" y="3"/>
                    <a:pt x="0" y="3"/>
                    <a:pt x="0" y="3"/>
                  </a:cubicBezTo>
                  <a:cubicBezTo>
                    <a:pt x="0" y="8"/>
                    <a:pt x="0" y="8"/>
                    <a:pt x="0" y="8"/>
                  </a:cubicBezTo>
                  <a:cubicBezTo>
                    <a:pt x="2" y="10"/>
                    <a:pt x="4" y="11"/>
                    <a:pt x="6" y="11"/>
                  </a:cubicBezTo>
                  <a:cubicBezTo>
                    <a:pt x="6" y="11"/>
                    <a:pt x="7" y="11"/>
                    <a:pt x="7" y="11"/>
                  </a:cubicBezTo>
                  <a:cubicBezTo>
                    <a:pt x="8" y="14"/>
                    <a:pt x="8" y="14"/>
                    <a:pt x="8" y="14"/>
                  </a:cubicBezTo>
                  <a:cubicBezTo>
                    <a:pt x="12" y="14"/>
                    <a:pt x="12" y="14"/>
                    <a:pt x="12" y="14"/>
                  </a:cubicBezTo>
                  <a:cubicBezTo>
                    <a:pt x="12" y="16"/>
                    <a:pt x="14" y="17"/>
                    <a:pt x="16" y="17"/>
                  </a:cubicBezTo>
                  <a:cubicBezTo>
                    <a:pt x="21" y="17"/>
                    <a:pt x="31" y="15"/>
                    <a:pt x="37" y="15"/>
                  </a:cubicBezTo>
                  <a:cubicBezTo>
                    <a:pt x="38" y="15"/>
                    <a:pt x="39" y="15"/>
                    <a:pt x="40" y="15"/>
                  </a:cubicBezTo>
                  <a:cubicBezTo>
                    <a:pt x="38" y="17"/>
                    <a:pt x="33" y="17"/>
                    <a:pt x="33" y="20"/>
                  </a:cubicBezTo>
                  <a:cubicBezTo>
                    <a:pt x="33" y="21"/>
                    <a:pt x="33" y="22"/>
                    <a:pt x="33" y="23"/>
                  </a:cubicBezTo>
                  <a:cubicBezTo>
                    <a:pt x="32" y="23"/>
                    <a:pt x="31" y="24"/>
                    <a:pt x="31" y="25"/>
                  </a:cubicBezTo>
                  <a:cubicBezTo>
                    <a:pt x="31" y="27"/>
                    <a:pt x="33" y="27"/>
                    <a:pt x="35" y="27"/>
                  </a:cubicBezTo>
                  <a:cubicBezTo>
                    <a:pt x="37" y="27"/>
                    <a:pt x="39" y="27"/>
                    <a:pt x="40" y="27"/>
                  </a:cubicBezTo>
                  <a:cubicBezTo>
                    <a:pt x="41" y="27"/>
                    <a:pt x="47" y="27"/>
                    <a:pt x="51" y="25"/>
                  </a:cubicBezTo>
                  <a:cubicBezTo>
                    <a:pt x="50" y="17"/>
                    <a:pt x="54" y="14"/>
                    <a:pt x="54" y="8"/>
                  </a:cubicBezTo>
                  <a:cubicBezTo>
                    <a:pt x="54" y="3"/>
                    <a:pt x="53" y="0"/>
                    <a:pt x="48" y="0"/>
                  </a:cubicBezTo>
                  <a:cubicBezTo>
                    <a:pt x="46" y="0"/>
                    <a:pt x="45" y="3"/>
                    <a:pt x="42" y="3"/>
                  </a:cubicBezTo>
                  <a:cubicBezTo>
                    <a:pt x="37" y="3"/>
                    <a:pt x="34" y="0"/>
                    <a:pt x="29" y="0"/>
                  </a:cubicBezTo>
                  <a:cubicBezTo>
                    <a:pt x="28" y="0"/>
                    <a:pt x="27" y="0"/>
                    <a:pt x="2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1" name="Freeform 124"/>
            <p:cNvSpPr>
              <a:spLocks/>
            </p:cNvSpPr>
            <p:nvPr/>
          </p:nvSpPr>
          <p:spPr bwMode="auto">
            <a:xfrm>
              <a:off x="3074988" y="1633538"/>
              <a:ext cx="120650" cy="71438"/>
            </a:xfrm>
            <a:custGeom>
              <a:avLst/>
              <a:gdLst>
                <a:gd name="T0" fmla="*/ 14 w 32"/>
                <a:gd name="T1" fmla="*/ 0 h 19"/>
                <a:gd name="T2" fmla="*/ 6 w 32"/>
                <a:gd name="T3" fmla="*/ 9 h 19"/>
                <a:gd name="T4" fmla="*/ 5 w 32"/>
                <a:gd name="T5" fmla="*/ 9 h 19"/>
                <a:gd name="T6" fmla="*/ 4 w 32"/>
                <a:gd name="T7" fmla="*/ 9 h 19"/>
                <a:gd name="T8" fmla="*/ 3 w 32"/>
                <a:gd name="T9" fmla="*/ 9 h 19"/>
                <a:gd name="T10" fmla="*/ 0 w 32"/>
                <a:gd name="T11" fmla="*/ 10 h 19"/>
                <a:gd name="T12" fmla="*/ 25 w 32"/>
                <a:gd name="T13" fmla="*/ 19 h 19"/>
                <a:gd name="T14" fmla="*/ 32 w 32"/>
                <a:gd name="T15" fmla="*/ 14 h 19"/>
                <a:gd name="T16" fmla="*/ 14 w 32"/>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19">
                  <a:moveTo>
                    <a:pt x="14" y="0"/>
                  </a:moveTo>
                  <a:cubicBezTo>
                    <a:pt x="8" y="0"/>
                    <a:pt x="9" y="8"/>
                    <a:pt x="6" y="9"/>
                  </a:cubicBezTo>
                  <a:cubicBezTo>
                    <a:pt x="6" y="9"/>
                    <a:pt x="6" y="9"/>
                    <a:pt x="5" y="9"/>
                  </a:cubicBezTo>
                  <a:cubicBezTo>
                    <a:pt x="5" y="9"/>
                    <a:pt x="5" y="9"/>
                    <a:pt x="4" y="9"/>
                  </a:cubicBezTo>
                  <a:cubicBezTo>
                    <a:pt x="4" y="9"/>
                    <a:pt x="3" y="9"/>
                    <a:pt x="3" y="9"/>
                  </a:cubicBezTo>
                  <a:cubicBezTo>
                    <a:pt x="1" y="9"/>
                    <a:pt x="0" y="9"/>
                    <a:pt x="0" y="10"/>
                  </a:cubicBezTo>
                  <a:cubicBezTo>
                    <a:pt x="0" y="11"/>
                    <a:pt x="21" y="19"/>
                    <a:pt x="25" y="19"/>
                  </a:cubicBezTo>
                  <a:cubicBezTo>
                    <a:pt x="28" y="19"/>
                    <a:pt x="29" y="16"/>
                    <a:pt x="32" y="14"/>
                  </a:cubicBezTo>
                  <a:cubicBezTo>
                    <a:pt x="30" y="10"/>
                    <a:pt x="18"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2" name="Freeform 125"/>
            <p:cNvSpPr>
              <a:spLocks/>
            </p:cNvSpPr>
            <p:nvPr/>
          </p:nvSpPr>
          <p:spPr bwMode="auto">
            <a:xfrm>
              <a:off x="3187700" y="1381125"/>
              <a:ext cx="157163" cy="128588"/>
            </a:xfrm>
            <a:custGeom>
              <a:avLst/>
              <a:gdLst>
                <a:gd name="T0" fmla="*/ 14 w 42"/>
                <a:gd name="T1" fmla="*/ 0 h 34"/>
                <a:gd name="T2" fmla="*/ 7 w 42"/>
                <a:gd name="T3" fmla="*/ 4 h 34"/>
                <a:gd name="T4" fmla="*/ 7 w 42"/>
                <a:gd name="T5" fmla="*/ 7 h 34"/>
                <a:gd name="T6" fmla="*/ 0 w 42"/>
                <a:gd name="T7" fmla="*/ 7 h 34"/>
                <a:gd name="T8" fmla="*/ 0 w 42"/>
                <a:gd name="T9" fmla="*/ 12 h 34"/>
                <a:gd name="T10" fmla="*/ 5 w 42"/>
                <a:gd name="T11" fmla="*/ 26 h 34"/>
                <a:gd name="T12" fmla="*/ 5 w 42"/>
                <a:gd name="T13" fmla="*/ 34 h 34"/>
                <a:gd name="T14" fmla="*/ 10 w 42"/>
                <a:gd name="T15" fmla="*/ 34 h 34"/>
                <a:gd name="T16" fmla="*/ 17 w 42"/>
                <a:gd name="T17" fmla="*/ 25 h 34"/>
                <a:gd name="T18" fmla="*/ 13 w 42"/>
                <a:gd name="T19" fmla="*/ 25 h 34"/>
                <a:gd name="T20" fmla="*/ 15 w 42"/>
                <a:gd name="T21" fmla="*/ 22 h 34"/>
                <a:gd name="T22" fmla="*/ 21 w 42"/>
                <a:gd name="T23" fmla="*/ 23 h 34"/>
                <a:gd name="T24" fmla="*/ 37 w 42"/>
                <a:gd name="T25" fmla="*/ 11 h 34"/>
                <a:gd name="T26" fmla="*/ 42 w 42"/>
                <a:gd name="T27" fmla="*/ 7 h 34"/>
                <a:gd name="T28" fmla="*/ 42 w 42"/>
                <a:gd name="T29" fmla="*/ 3 h 34"/>
                <a:gd name="T30" fmla="*/ 14 w 42"/>
                <a:gd name="T31"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2" h="34">
                  <a:moveTo>
                    <a:pt x="14" y="0"/>
                  </a:moveTo>
                  <a:cubicBezTo>
                    <a:pt x="9" y="0"/>
                    <a:pt x="7" y="4"/>
                    <a:pt x="7" y="4"/>
                  </a:cubicBezTo>
                  <a:cubicBezTo>
                    <a:pt x="7" y="5"/>
                    <a:pt x="6" y="7"/>
                    <a:pt x="7" y="7"/>
                  </a:cubicBezTo>
                  <a:cubicBezTo>
                    <a:pt x="6" y="7"/>
                    <a:pt x="3" y="7"/>
                    <a:pt x="0" y="7"/>
                  </a:cubicBezTo>
                  <a:cubicBezTo>
                    <a:pt x="0" y="12"/>
                    <a:pt x="0" y="12"/>
                    <a:pt x="0" y="12"/>
                  </a:cubicBezTo>
                  <a:cubicBezTo>
                    <a:pt x="2" y="18"/>
                    <a:pt x="0" y="21"/>
                    <a:pt x="5" y="26"/>
                  </a:cubicBezTo>
                  <a:cubicBezTo>
                    <a:pt x="5" y="27"/>
                    <a:pt x="5" y="31"/>
                    <a:pt x="5" y="34"/>
                  </a:cubicBezTo>
                  <a:cubicBezTo>
                    <a:pt x="10" y="34"/>
                    <a:pt x="10" y="34"/>
                    <a:pt x="10" y="34"/>
                  </a:cubicBezTo>
                  <a:cubicBezTo>
                    <a:pt x="14" y="31"/>
                    <a:pt x="16" y="30"/>
                    <a:pt x="17" y="25"/>
                  </a:cubicBezTo>
                  <a:cubicBezTo>
                    <a:pt x="13" y="25"/>
                    <a:pt x="13" y="25"/>
                    <a:pt x="13" y="25"/>
                  </a:cubicBezTo>
                  <a:cubicBezTo>
                    <a:pt x="14" y="22"/>
                    <a:pt x="14" y="22"/>
                    <a:pt x="15" y="22"/>
                  </a:cubicBezTo>
                  <a:cubicBezTo>
                    <a:pt x="16" y="22"/>
                    <a:pt x="17" y="23"/>
                    <a:pt x="21" y="23"/>
                  </a:cubicBezTo>
                  <a:cubicBezTo>
                    <a:pt x="30" y="23"/>
                    <a:pt x="34" y="17"/>
                    <a:pt x="37" y="11"/>
                  </a:cubicBezTo>
                  <a:cubicBezTo>
                    <a:pt x="37" y="11"/>
                    <a:pt x="42" y="8"/>
                    <a:pt x="42" y="7"/>
                  </a:cubicBezTo>
                  <a:cubicBezTo>
                    <a:pt x="42" y="6"/>
                    <a:pt x="42" y="5"/>
                    <a:pt x="42" y="3"/>
                  </a:cubicBezTo>
                  <a:cubicBezTo>
                    <a:pt x="32" y="3"/>
                    <a:pt x="24"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3" name="Freeform 126"/>
            <p:cNvSpPr>
              <a:spLocks/>
            </p:cNvSpPr>
            <p:nvPr/>
          </p:nvSpPr>
          <p:spPr bwMode="auto">
            <a:xfrm>
              <a:off x="2868613" y="1152525"/>
              <a:ext cx="52388" cy="44450"/>
            </a:xfrm>
            <a:custGeom>
              <a:avLst/>
              <a:gdLst>
                <a:gd name="T0" fmla="*/ 0 w 14"/>
                <a:gd name="T1" fmla="*/ 0 h 12"/>
                <a:gd name="T2" fmla="*/ 10 w 14"/>
                <a:gd name="T3" fmla="*/ 12 h 12"/>
                <a:gd name="T4" fmla="*/ 14 w 14"/>
                <a:gd name="T5" fmla="*/ 8 h 12"/>
                <a:gd name="T6" fmla="*/ 0 w 14"/>
                <a:gd name="T7" fmla="*/ 0 h 12"/>
              </a:gdLst>
              <a:ahLst/>
              <a:cxnLst>
                <a:cxn ang="0">
                  <a:pos x="T0" y="T1"/>
                </a:cxn>
                <a:cxn ang="0">
                  <a:pos x="T2" y="T3"/>
                </a:cxn>
                <a:cxn ang="0">
                  <a:pos x="T4" y="T5"/>
                </a:cxn>
                <a:cxn ang="0">
                  <a:pos x="T6" y="T7"/>
                </a:cxn>
              </a:cxnLst>
              <a:rect l="0" t="0" r="r" b="b"/>
              <a:pathLst>
                <a:path w="14" h="12">
                  <a:moveTo>
                    <a:pt x="0" y="0"/>
                  </a:moveTo>
                  <a:cubicBezTo>
                    <a:pt x="0" y="4"/>
                    <a:pt x="7" y="12"/>
                    <a:pt x="10" y="12"/>
                  </a:cubicBezTo>
                  <a:cubicBezTo>
                    <a:pt x="12" y="12"/>
                    <a:pt x="14" y="10"/>
                    <a:pt x="14" y="8"/>
                  </a:cubicBezTo>
                  <a:cubicBezTo>
                    <a:pt x="8" y="6"/>
                    <a:pt x="7"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4" name="Freeform 127"/>
            <p:cNvSpPr>
              <a:spLocks/>
            </p:cNvSpPr>
            <p:nvPr/>
          </p:nvSpPr>
          <p:spPr bwMode="auto">
            <a:xfrm>
              <a:off x="2898775" y="1298575"/>
              <a:ext cx="36513" cy="30163"/>
            </a:xfrm>
            <a:custGeom>
              <a:avLst/>
              <a:gdLst>
                <a:gd name="T0" fmla="*/ 8 w 10"/>
                <a:gd name="T1" fmla="*/ 0 h 8"/>
                <a:gd name="T2" fmla="*/ 0 w 10"/>
                <a:gd name="T3" fmla="*/ 8 h 8"/>
                <a:gd name="T4" fmla="*/ 2 w 10"/>
                <a:gd name="T5" fmla="*/ 7 h 8"/>
                <a:gd name="T6" fmla="*/ 6 w 10"/>
                <a:gd name="T7" fmla="*/ 8 h 8"/>
                <a:gd name="T8" fmla="*/ 10 w 10"/>
                <a:gd name="T9" fmla="*/ 4 h 8"/>
                <a:gd name="T10" fmla="*/ 8 w 10"/>
                <a:gd name="T11" fmla="*/ 0 h 8"/>
              </a:gdLst>
              <a:ahLst/>
              <a:cxnLst>
                <a:cxn ang="0">
                  <a:pos x="T0" y="T1"/>
                </a:cxn>
                <a:cxn ang="0">
                  <a:pos x="T2" y="T3"/>
                </a:cxn>
                <a:cxn ang="0">
                  <a:pos x="T4" y="T5"/>
                </a:cxn>
                <a:cxn ang="0">
                  <a:pos x="T6" y="T7"/>
                </a:cxn>
                <a:cxn ang="0">
                  <a:pos x="T8" y="T9"/>
                </a:cxn>
                <a:cxn ang="0">
                  <a:pos x="T10" y="T11"/>
                </a:cxn>
              </a:cxnLst>
              <a:rect l="0" t="0" r="r" b="b"/>
              <a:pathLst>
                <a:path w="10" h="8">
                  <a:moveTo>
                    <a:pt x="8" y="0"/>
                  </a:moveTo>
                  <a:cubicBezTo>
                    <a:pt x="4" y="1"/>
                    <a:pt x="2" y="3"/>
                    <a:pt x="0" y="8"/>
                  </a:cubicBezTo>
                  <a:cubicBezTo>
                    <a:pt x="1" y="8"/>
                    <a:pt x="1" y="7"/>
                    <a:pt x="2" y="7"/>
                  </a:cubicBezTo>
                  <a:cubicBezTo>
                    <a:pt x="3" y="7"/>
                    <a:pt x="4" y="8"/>
                    <a:pt x="6" y="8"/>
                  </a:cubicBezTo>
                  <a:cubicBezTo>
                    <a:pt x="8" y="8"/>
                    <a:pt x="10" y="8"/>
                    <a:pt x="10" y="4"/>
                  </a:cubicBezTo>
                  <a:cubicBezTo>
                    <a:pt x="10" y="2"/>
                    <a:pt x="9"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5" name="Freeform 128"/>
            <p:cNvSpPr>
              <a:spLocks/>
            </p:cNvSpPr>
            <p:nvPr/>
          </p:nvSpPr>
          <p:spPr bwMode="auto">
            <a:xfrm>
              <a:off x="2882900" y="1046163"/>
              <a:ext cx="195263" cy="106363"/>
            </a:xfrm>
            <a:custGeom>
              <a:avLst/>
              <a:gdLst>
                <a:gd name="T0" fmla="*/ 9 w 52"/>
                <a:gd name="T1" fmla="*/ 0 h 28"/>
                <a:gd name="T2" fmla="*/ 0 w 52"/>
                <a:gd name="T3" fmla="*/ 2 h 28"/>
                <a:gd name="T4" fmla="*/ 4 w 52"/>
                <a:gd name="T5" fmla="*/ 7 h 28"/>
                <a:gd name="T6" fmla="*/ 2 w 52"/>
                <a:gd name="T7" fmla="*/ 9 h 28"/>
                <a:gd name="T8" fmla="*/ 5 w 52"/>
                <a:gd name="T9" fmla="*/ 10 h 28"/>
                <a:gd name="T10" fmla="*/ 12 w 52"/>
                <a:gd name="T11" fmla="*/ 9 h 28"/>
                <a:gd name="T12" fmla="*/ 12 w 52"/>
                <a:gd name="T13" fmla="*/ 13 h 28"/>
                <a:gd name="T14" fmla="*/ 4 w 52"/>
                <a:gd name="T15" fmla="*/ 16 h 28"/>
                <a:gd name="T16" fmla="*/ 10 w 52"/>
                <a:gd name="T17" fmla="*/ 19 h 28"/>
                <a:gd name="T18" fmla="*/ 12 w 52"/>
                <a:gd name="T19" fmla="*/ 19 h 28"/>
                <a:gd name="T20" fmla="*/ 18 w 52"/>
                <a:gd name="T21" fmla="*/ 18 h 28"/>
                <a:gd name="T22" fmla="*/ 21 w 52"/>
                <a:gd name="T23" fmla="*/ 20 h 28"/>
                <a:gd name="T24" fmla="*/ 23 w 52"/>
                <a:gd name="T25" fmla="*/ 20 h 28"/>
                <a:gd name="T26" fmla="*/ 34 w 52"/>
                <a:gd name="T27" fmla="*/ 21 h 28"/>
                <a:gd name="T28" fmla="*/ 47 w 52"/>
                <a:gd name="T29" fmla="*/ 28 h 28"/>
                <a:gd name="T30" fmla="*/ 52 w 52"/>
                <a:gd name="T31" fmla="*/ 24 h 28"/>
                <a:gd name="T32" fmla="*/ 44 w 52"/>
                <a:gd name="T33" fmla="*/ 17 h 28"/>
                <a:gd name="T34" fmla="*/ 47 w 52"/>
                <a:gd name="T35" fmla="*/ 14 h 28"/>
                <a:gd name="T36" fmla="*/ 38 w 52"/>
                <a:gd name="T37" fmla="*/ 7 h 28"/>
                <a:gd name="T38" fmla="*/ 34 w 52"/>
                <a:gd name="T39" fmla="*/ 9 h 28"/>
                <a:gd name="T40" fmla="*/ 25 w 52"/>
                <a:gd name="T41" fmla="*/ 3 h 28"/>
                <a:gd name="T42" fmla="*/ 20 w 52"/>
                <a:gd name="T43" fmla="*/ 5 h 28"/>
                <a:gd name="T44" fmla="*/ 9 w 52"/>
                <a:gd name="T45"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2" h="28">
                  <a:moveTo>
                    <a:pt x="9" y="0"/>
                  </a:moveTo>
                  <a:cubicBezTo>
                    <a:pt x="5" y="0"/>
                    <a:pt x="3" y="2"/>
                    <a:pt x="0" y="2"/>
                  </a:cubicBezTo>
                  <a:cubicBezTo>
                    <a:pt x="0" y="6"/>
                    <a:pt x="0" y="7"/>
                    <a:pt x="4" y="7"/>
                  </a:cubicBezTo>
                  <a:cubicBezTo>
                    <a:pt x="4" y="8"/>
                    <a:pt x="3" y="9"/>
                    <a:pt x="2" y="9"/>
                  </a:cubicBezTo>
                  <a:cubicBezTo>
                    <a:pt x="3" y="10"/>
                    <a:pt x="4" y="10"/>
                    <a:pt x="5" y="10"/>
                  </a:cubicBezTo>
                  <a:cubicBezTo>
                    <a:pt x="6" y="10"/>
                    <a:pt x="8" y="9"/>
                    <a:pt x="12" y="9"/>
                  </a:cubicBezTo>
                  <a:cubicBezTo>
                    <a:pt x="12" y="10"/>
                    <a:pt x="12" y="12"/>
                    <a:pt x="12" y="13"/>
                  </a:cubicBezTo>
                  <a:cubicBezTo>
                    <a:pt x="9" y="14"/>
                    <a:pt x="6" y="14"/>
                    <a:pt x="4" y="16"/>
                  </a:cubicBezTo>
                  <a:cubicBezTo>
                    <a:pt x="6" y="18"/>
                    <a:pt x="7" y="19"/>
                    <a:pt x="10" y="19"/>
                  </a:cubicBezTo>
                  <a:cubicBezTo>
                    <a:pt x="10" y="19"/>
                    <a:pt x="11" y="19"/>
                    <a:pt x="12" y="19"/>
                  </a:cubicBezTo>
                  <a:cubicBezTo>
                    <a:pt x="14" y="19"/>
                    <a:pt x="16" y="18"/>
                    <a:pt x="18" y="18"/>
                  </a:cubicBezTo>
                  <a:cubicBezTo>
                    <a:pt x="19" y="18"/>
                    <a:pt x="20" y="18"/>
                    <a:pt x="21" y="20"/>
                  </a:cubicBezTo>
                  <a:cubicBezTo>
                    <a:pt x="22" y="20"/>
                    <a:pt x="22" y="20"/>
                    <a:pt x="23" y="20"/>
                  </a:cubicBezTo>
                  <a:cubicBezTo>
                    <a:pt x="27" y="20"/>
                    <a:pt x="30" y="21"/>
                    <a:pt x="34" y="21"/>
                  </a:cubicBezTo>
                  <a:cubicBezTo>
                    <a:pt x="41" y="21"/>
                    <a:pt x="40" y="28"/>
                    <a:pt x="47" y="28"/>
                  </a:cubicBezTo>
                  <a:cubicBezTo>
                    <a:pt x="49" y="28"/>
                    <a:pt x="52" y="27"/>
                    <a:pt x="52" y="24"/>
                  </a:cubicBezTo>
                  <a:cubicBezTo>
                    <a:pt x="52" y="21"/>
                    <a:pt x="47" y="19"/>
                    <a:pt x="44" y="17"/>
                  </a:cubicBezTo>
                  <a:cubicBezTo>
                    <a:pt x="45" y="16"/>
                    <a:pt x="46" y="15"/>
                    <a:pt x="47" y="14"/>
                  </a:cubicBezTo>
                  <a:cubicBezTo>
                    <a:pt x="45" y="12"/>
                    <a:pt x="42" y="7"/>
                    <a:pt x="38" y="7"/>
                  </a:cubicBezTo>
                  <a:cubicBezTo>
                    <a:pt x="36" y="7"/>
                    <a:pt x="35" y="9"/>
                    <a:pt x="34" y="9"/>
                  </a:cubicBezTo>
                  <a:cubicBezTo>
                    <a:pt x="31" y="9"/>
                    <a:pt x="31" y="3"/>
                    <a:pt x="25" y="3"/>
                  </a:cubicBezTo>
                  <a:cubicBezTo>
                    <a:pt x="23" y="3"/>
                    <a:pt x="22" y="5"/>
                    <a:pt x="20" y="5"/>
                  </a:cubicBezTo>
                  <a:cubicBezTo>
                    <a:pt x="16" y="5"/>
                    <a:pt x="15"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6" name="Freeform 129"/>
            <p:cNvSpPr>
              <a:spLocks/>
            </p:cNvSpPr>
            <p:nvPr/>
          </p:nvSpPr>
          <p:spPr bwMode="auto">
            <a:xfrm>
              <a:off x="2959100" y="1136650"/>
              <a:ext cx="55563" cy="15875"/>
            </a:xfrm>
            <a:custGeom>
              <a:avLst/>
              <a:gdLst>
                <a:gd name="T0" fmla="*/ 8 w 15"/>
                <a:gd name="T1" fmla="*/ 0 h 4"/>
                <a:gd name="T2" fmla="*/ 6 w 15"/>
                <a:gd name="T3" fmla="*/ 4 h 4"/>
                <a:gd name="T4" fmla="*/ 15 w 15"/>
                <a:gd name="T5" fmla="*/ 2 h 4"/>
                <a:gd name="T6" fmla="*/ 8 w 15"/>
                <a:gd name="T7" fmla="*/ 0 h 4"/>
              </a:gdLst>
              <a:ahLst/>
              <a:cxnLst>
                <a:cxn ang="0">
                  <a:pos x="T0" y="T1"/>
                </a:cxn>
                <a:cxn ang="0">
                  <a:pos x="T2" y="T3"/>
                </a:cxn>
                <a:cxn ang="0">
                  <a:pos x="T4" y="T5"/>
                </a:cxn>
                <a:cxn ang="0">
                  <a:pos x="T6" y="T7"/>
                </a:cxn>
              </a:cxnLst>
              <a:rect l="0" t="0" r="r" b="b"/>
              <a:pathLst>
                <a:path w="15" h="4">
                  <a:moveTo>
                    <a:pt x="8" y="0"/>
                  </a:moveTo>
                  <a:cubicBezTo>
                    <a:pt x="7" y="0"/>
                    <a:pt x="0" y="4"/>
                    <a:pt x="6" y="4"/>
                  </a:cubicBezTo>
                  <a:cubicBezTo>
                    <a:pt x="10" y="4"/>
                    <a:pt x="13" y="4"/>
                    <a:pt x="15" y="2"/>
                  </a:cubicBezTo>
                  <a:cubicBezTo>
                    <a:pt x="12" y="2"/>
                    <a:pt x="11"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 name="Freeform 130"/>
            <p:cNvSpPr>
              <a:spLocks/>
            </p:cNvSpPr>
            <p:nvPr/>
          </p:nvSpPr>
          <p:spPr bwMode="auto">
            <a:xfrm>
              <a:off x="3154363" y="1201738"/>
              <a:ext cx="525463" cy="160338"/>
            </a:xfrm>
            <a:custGeom>
              <a:avLst/>
              <a:gdLst>
                <a:gd name="T0" fmla="*/ 9 w 140"/>
                <a:gd name="T1" fmla="*/ 0 h 43"/>
                <a:gd name="T2" fmla="*/ 0 w 140"/>
                <a:gd name="T3" fmla="*/ 4 h 43"/>
                <a:gd name="T4" fmla="*/ 21 w 140"/>
                <a:gd name="T5" fmla="*/ 14 h 43"/>
                <a:gd name="T6" fmla="*/ 26 w 140"/>
                <a:gd name="T7" fmla="*/ 11 h 43"/>
                <a:gd name="T8" fmla="*/ 38 w 140"/>
                <a:gd name="T9" fmla="*/ 26 h 43"/>
                <a:gd name="T10" fmla="*/ 34 w 140"/>
                <a:gd name="T11" fmla="*/ 30 h 43"/>
                <a:gd name="T12" fmla="*/ 55 w 140"/>
                <a:gd name="T13" fmla="*/ 43 h 43"/>
                <a:gd name="T14" fmla="*/ 63 w 140"/>
                <a:gd name="T15" fmla="*/ 38 h 43"/>
                <a:gd name="T16" fmla="*/ 66 w 140"/>
                <a:gd name="T17" fmla="*/ 38 h 43"/>
                <a:gd name="T18" fmla="*/ 75 w 140"/>
                <a:gd name="T19" fmla="*/ 43 h 43"/>
                <a:gd name="T20" fmla="*/ 80 w 140"/>
                <a:gd name="T21" fmla="*/ 42 h 43"/>
                <a:gd name="T22" fmla="*/ 103 w 140"/>
                <a:gd name="T23" fmla="*/ 42 h 43"/>
                <a:gd name="T24" fmla="*/ 110 w 140"/>
                <a:gd name="T25" fmla="*/ 39 h 43"/>
                <a:gd name="T26" fmla="*/ 116 w 140"/>
                <a:gd name="T27" fmla="*/ 43 h 43"/>
                <a:gd name="T28" fmla="*/ 140 w 140"/>
                <a:gd name="T29" fmla="*/ 33 h 43"/>
                <a:gd name="T30" fmla="*/ 138 w 140"/>
                <a:gd name="T31" fmla="*/ 33 h 43"/>
                <a:gd name="T32" fmla="*/ 136 w 140"/>
                <a:gd name="T33" fmla="*/ 33 h 43"/>
                <a:gd name="T34" fmla="*/ 137 w 140"/>
                <a:gd name="T35" fmla="*/ 30 h 43"/>
                <a:gd name="T36" fmla="*/ 140 w 140"/>
                <a:gd name="T37" fmla="*/ 30 h 43"/>
                <a:gd name="T38" fmla="*/ 117 w 140"/>
                <a:gd name="T39" fmla="*/ 22 h 43"/>
                <a:gd name="T40" fmla="*/ 81 w 140"/>
                <a:gd name="T41" fmla="*/ 29 h 43"/>
                <a:gd name="T42" fmla="*/ 62 w 140"/>
                <a:gd name="T43" fmla="*/ 25 h 43"/>
                <a:gd name="T44" fmla="*/ 59 w 140"/>
                <a:gd name="T45" fmla="*/ 26 h 43"/>
                <a:gd name="T46" fmla="*/ 57 w 140"/>
                <a:gd name="T47" fmla="*/ 24 h 43"/>
                <a:gd name="T48" fmla="*/ 59 w 140"/>
                <a:gd name="T49" fmla="*/ 22 h 43"/>
                <a:gd name="T50" fmla="*/ 46 w 140"/>
                <a:gd name="T51" fmla="*/ 16 h 43"/>
                <a:gd name="T52" fmla="*/ 58 w 140"/>
                <a:gd name="T53" fmla="*/ 16 h 43"/>
                <a:gd name="T54" fmla="*/ 44 w 140"/>
                <a:gd name="T55" fmla="*/ 7 h 43"/>
                <a:gd name="T56" fmla="*/ 39 w 140"/>
                <a:gd name="T57" fmla="*/ 7 h 43"/>
                <a:gd name="T58" fmla="*/ 33 w 140"/>
                <a:gd name="T59" fmla="*/ 10 h 43"/>
                <a:gd name="T60" fmla="*/ 9 w 140"/>
                <a:gd name="T61"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0" h="43">
                  <a:moveTo>
                    <a:pt x="9" y="0"/>
                  </a:moveTo>
                  <a:cubicBezTo>
                    <a:pt x="5" y="0"/>
                    <a:pt x="0" y="0"/>
                    <a:pt x="0" y="4"/>
                  </a:cubicBezTo>
                  <a:cubicBezTo>
                    <a:pt x="0" y="7"/>
                    <a:pt x="18" y="14"/>
                    <a:pt x="21" y="14"/>
                  </a:cubicBezTo>
                  <a:cubicBezTo>
                    <a:pt x="23" y="14"/>
                    <a:pt x="25" y="13"/>
                    <a:pt x="26" y="11"/>
                  </a:cubicBezTo>
                  <a:cubicBezTo>
                    <a:pt x="31" y="16"/>
                    <a:pt x="33" y="20"/>
                    <a:pt x="38" y="26"/>
                  </a:cubicBezTo>
                  <a:cubicBezTo>
                    <a:pt x="37" y="26"/>
                    <a:pt x="34" y="28"/>
                    <a:pt x="34" y="30"/>
                  </a:cubicBezTo>
                  <a:cubicBezTo>
                    <a:pt x="34" y="36"/>
                    <a:pt x="49" y="43"/>
                    <a:pt x="55" y="43"/>
                  </a:cubicBezTo>
                  <a:cubicBezTo>
                    <a:pt x="57" y="43"/>
                    <a:pt x="62" y="40"/>
                    <a:pt x="63" y="38"/>
                  </a:cubicBezTo>
                  <a:cubicBezTo>
                    <a:pt x="66" y="38"/>
                    <a:pt x="66" y="38"/>
                    <a:pt x="66" y="38"/>
                  </a:cubicBezTo>
                  <a:cubicBezTo>
                    <a:pt x="66" y="42"/>
                    <a:pt x="70" y="43"/>
                    <a:pt x="75" y="43"/>
                  </a:cubicBezTo>
                  <a:cubicBezTo>
                    <a:pt x="77" y="43"/>
                    <a:pt x="79" y="43"/>
                    <a:pt x="80" y="42"/>
                  </a:cubicBezTo>
                  <a:cubicBezTo>
                    <a:pt x="103" y="42"/>
                    <a:pt x="103" y="42"/>
                    <a:pt x="103" y="42"/>
                  </a:cubicBezTo>
                  <a:cubicBezTo>
                    <a:pt x="106" y="41"/>
                    <a:pt x="106" y="39"/>
                    <a:pt x="110" y="39"/>
                  </a:cubicBezTo>
                  <a:cubicBezTo>
                    <a:pt x="111" y="41"/>
                    <a:pt x="112" y="43"/>
                    <a:pt x="116" y="43"/>
                  </a:cubicBezTo>
                  <a:cubicBezTo>
                    <a:pt x="126" y="43"/>
                    <a:pt x="139" y="43"/>
                    <a:pt x="140" y="33"/>
                  </a:cubicBezTo>
                  <a:cubicBezTo>
                    <a:pt x="140" y="33"/>
                    <a:pt x="139" y="33"/>
                    <a:pt x="138" y="33"/>
                  </a:cubicBezTo>
                  <a:cubicBezTo>
                    <a:pt x="138" y="33"/>
                    <a:pt x="137" y="33"/>
                    <a:pt x="136" y="33"/>
                  </a:cubicBezTo>
                  <a:cubicBezTo>
                    <a:pt x="136" y="32"/>
                    <a:pt x="137" y="31"/>
                    <a:pt x="137" y="30"/>
                  </a:cubicBezTo>
                  <a:cubicBezTo>
                    <a:pt x="138" y="30"/>
                    <a:pt x="139" y="30"/>
                    <a:pt x="140" y="30"/>
                  </a:cubicBezTo>
                  <a:cubicBezTo>
                    <a:pt x="136" y="22"/>
                    <a:pt x="128" y="22"/>
                    <a:pt x="117" y="22"/>
                  </a:cubicBezTo>
                  <a:cubicBezTo>
                    <a:pt x="102" y="22"/>
                    <a:pt x="97" y="29"/>
                    <a:pt x="81" y="29"/>
                  </a:cubicBezTo>
                  <a:cubicBezTo>
                    <a:pt x="74" y="29"/>
                    <a:pt x="68" y="27"/>
                    <a:pt x="62" y="25"/>
                  </a:cubicBezTo>
                  <a:cubicBezTo>
                    <a:pt x="61" y="26"/>
                    <a:pt x="60" y="26"/>
                    <a:pt x="59" y="26"/>
                  </a:cubicBezTo>
                  <a:cubicBezTo>
                    <a:pt x="58" y="26"/>
                    <a:pt x="57" y="26"/>
                    <a:pt x="57" y="24"/>
                  </a:cubicBezTo>
                  <a:cubicBezTo>
                    <a:pt x="57" y="23"/>
                    <a:pt x="58" y="23"/>
                    <a:pt x="59" y="22"/>
                  </a:cubicBezTo>
                  <a:cubicBezTo>
                    <a:pt x="55" y="19"/>
                    <a:pt x="48" y="24"/>
                    <a:pt x="46" y="16"/>
                  </a:cubicBezTo>
                  <a:cubicBezTo>
                    <a:pt x="58" y="16"/>
                    <a:pt x="58" y="16"/>
                    <a:pt x="58" y="16"/>
                  </a:cubicBezTo>
                  <a:cubicBezTo>
                    <a:pt x="55" y="12"/>
                    <a:pt x="42" y="14"/>
                    <a:pt x="44" y="7"/>
                  </a:cubicBezTo>
                  <a:cubicBezTo>
                    <a:pt x="44" y="7"/>
                    <a:pt x="41" y="7"/>
                    <a:pt x="39" y="7"/>
                  </a:cubicBezTo>
                  <a:cubicBezTo>
                    <a:pt x="38" y="9"/>
                    <a:pt x="36" y="10"/>
                    <a:pt x="33" y="10"/>
                  </a:cubicBezTo>
                  <a:cubicBezTo>
                    <a:pt x="24" y="10"/>
                    <a:pt x="2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8" name="Freeform 131"/>
            <p:cNvSpPr>
              <a:spLocks/>
            </p:cNvSpPr>
            <p:nvPr/>
          </p:nvSpPr>
          <p:spPr bwMode="auto">
            <a:xfrm>
              <a:off x="3160713" y="1287463"/>
              <a:ext cx="90488" cy="71438"/>
            </a:xfrm>
            <a:custGeom>
              <a:avLst/>
              <a:gdLst>
                <a:gd name="T0" fmla="*/ 12 w 24"/>
                <a:gd name="T1" fmla="*/ 0 h 19"/>
                <a:gd name="T2" fmla="*/ 4 w 24"/>
                <a:gd name="T3" fmla="*/ 7 h 19"/>
                <a:gd name="T4" fmla="*/ 0 w 24"/>
                <a:gd name="T5" fmla="*/ 11 h 19"/>
                <a:gd name="T6" fmla="*/ 19 w 24"/>
                <a:gd name="T7" fmla="*/ 19 h 19"/>
                <a:gd name="T8" fmla="*/ 24 w 24"/>
                <a:gd name="T9" fmla="*/ 9 h 19"/>
                <a:gd name="T10" fmla="*/ 12 w 24"/>
                <a:gd name="T11" fmla="*/ 0 h 19"/>
              </a:gdLst>
              <a:ahLst/>
              <a:cxnLst>
                <a:cxn ang="0">
                  <a:pos x="T0" y="T1"/>
                </a:cxn>
                <a:cxn ang="0">
                  <a:pos x="T2" y="T3"/>
                </a:cxn>
                <a:cxn ang="0">
                  <a:pos x="T4" y="T5"/>
                </a:cxn>
                <a:cxn ang="0">
                  <a:pos x="T6" y="T7"/>
                </a:cxn>
                <a:cxn ang="0">
                  <a:pos x="T8" y="T9"/>
                </a:cxn>
                <a:cxn ang="0">
                  <a:pos x="T10" y="T11"/>
                </a:cxn>
              </a:cxnLst>
              <a:rect l="0" t="0" r="r" b="b"/>
              <a:pathLst>
                <a:path w="24" h="19">
                  <a:moveTo>
                    <a:pt x="12" y="0"/>
                  </a:moveTo>
                  <a:cubicBezTo>
                    <a:pt x="6" y="0"/>
                    <a:pt x="7" y="7"/>
                    <a:pt x="4" y="7"/>
                  </a:cubicBezTo>
                  <a:cubicBezTo>
                    <a:pt x="3" y="7"/>
                    <a:pt x="0" y="8"/>
                    <a:pt x="0" y="11"/>
                  </a:cubicBezTo>
                  <a:cubicBezTo>
                    <a:pt x="0" y="11"/>
                    <a:pt x="17" y="19"/>
                    <a:pt x="19" y="19"/>
                  </a:cubicBezTo>
                  <a:cubicBezTo>
                    <a:pt x="23" y="19"/>
                    <a:pt x="24" y="14"/>
                    <a:pt x="24" y="9"/>
                  </a:cubicBezTo>
                  <a:cubicBezTo>
                    <a:pt x="24" y="6"/>
                    <a:pt x="17"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9" name="Freeform 132"/>
            <p:cNvSpPr>
              <a:spLocks/>
            </p:cNvSpPr>
            <p:nvPr/>
          </p:nvSpPr>
          <p:spPr bwMode="auto">
            <a:xfrm>
              <a:off x="3171825" y="1152525"/>
              <a:ext cx="82550" cy="25400"/>
            </a:xfrm>
            <a:custGeom>
              <a:avLst/>
              <a:gdLst>
                <a:gd name="T0" fmla="*/ 22 w 22"/>
                <a:gd name="T1" fmla="*/ 0 h 7"/>
                <a:gd name="T2" fmla="*/ 21 w 22"/>
                <a:gd name="T3" fmla="*/ 1 h 7"/>
                <a:gd name="T4" fmla="*/ 18 w 22"/>
                <a:gd name="T5" fmla="*/ 0 h 7"/>
                <a:gd name="T6" fmla="*/ 0 w 22"/>
                <a:gd name="T7" fmla="*/ 4 h 7"/>
                <a:gd name="T8" fmla="*/ 18 w 22"/>
                <a:gd name="T9" fmla="*/ 7 h 7"/>
                <a:gd name="T10" fmla="*/ 22 w 22"/>
                <a:gd name="T11" fmla="*/ 4 h 7"/>
                <a:gd name="T12" fmla="*/ 22 w 22"/>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22" h="7">
                  <a:moveTo>
                    <a:pt x="22" y="0"/>
                  </a:moveTo>
                  <a:cubicBezTo>
                    <a:pt x="21" y="1"/>
                    <a:pt x="21" y="1"/>
                    <a:pt x="21" y="1"/>
                  </a:cubicBezTo>
                  <a:cubicBezTo>
                    <a:pt x="20" y="1"/>
                    <a:pt x="21" y="0"/>
                    <a:pt x="18" y="0"/>
                  </a:cubicBezTo>
                  <a:cubicBezTo>
                    <a:pt x="13" y="0"/>
                    <a:pt x="3" y="1"/>
                    <a:pt x="0" y="4"/>
                  </a:cubicBezTo>
                  <a:cubicBezTo>
                    <a:pt x="0" y="4"/>
                    <a:pt x="16" y="7"/>
                    <a:pt x="18" y="7"/>
                  </a:cubicBezTo>
                  <a:cubicBezTo>
                    <a:pt x="20" y="7"/>
                    <a:pt x="22" y="6"/>
                    <a:pt x="22" y="4"/>
                  </a:cubicBezTo>
                  <a:cubicBezTo>
                    <a:pt x="22" y="4"/>
                    <a:pt x="22" y="2"/>
                    <a:pt x="2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0" name="Freeform 133"/>
            <p:cNvSpPr>
              <a:spLocks/>
            </p:cNvSpPr>
            <p:nvPr/>
          </p:nvSpPr>
          <p:spPr bwMode="auto">
            <a:xfrm>
              <a:off x="3108325" y="1073150"/>
              <a:ext cx="98425" cy="74613"/>
            </a:xfrm>
            <a:custGeom>
              <a:avLst/>
              <a:gdLst>
                <a:gd name="T0" fmla="*/ 6 w 26"/>
                <a:gd name="T1" fmla="*/ 0 h 20"/>
                <a:gd name="T2" fmla="*/ 0 w 26"/>
                <a:gd name="T3" fmla="*/ 4 h 20"/>
                <a:gd name="T4" fmla="*/ 9 w 26"/>
                <a:gd name="T5" fmla="*/ 15 h 20"/>
                <a:gd name="T6" fmla="*/ 6 w 26"/>
                <a:gd name="T7" fmla="*/ 18 h 20"/>
                <a:gd name="T8" fmla="*/ 12 w 26"/>
                <a:gd name="T9" fmla="*/ 20 h 20"/>
                <a:gd name="T10" fmla="*/ 26 w 26"/>
                <a:gd name="T11" fmla="*/ 18 h 20"/>
                <a:gd name="T12" fmla="*/ 26 w 26"/>
                <a:gd name="T13" fmla="*/ 11 h 20"/>
                <a:gd name="T14" fmla="*/ 16 w 26"/>
                <a:gd name="T15" fmla="*/ 4 h 20"/>
                <a:gd name="T16" fmla="*/ 6 w 26"/>
                <a:gd name="T1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0">
                  <a:moveTo>
                    <a:pt x="6" y="0"/>
                  </a:moveTo>
                  <a:cubicBezTo>
                    <a:pt x="4" y="0"/>
                    <a:pt x="0" y="2"/>
                    <a:pt x="0" y="4"/>
                  </a:cubicBezTo>
                  <a:cubicBezTo>
                    <a:pt x="0" y="10"/>
                    <a:pt x="6" y="12"/>
                    <a:pt x="9" y="15"/>
                  </a:cubicBezTo>
                  <a:cubicBezTo>
                    <a:pt x="8" y="16"/>
                    <a:pt x="6" y="17"/>
                    <a:pt x="6" y="18"/>
                  </a:cubicBezTo>
                  <a:cubicBezTo>
                    <a:pt x="6" y="20"/>
                    <a:pt x="8" y="20"/>
                    <a:pt x="12" y="20"/>
                  </a:cubicBezTo>
                  <a:cubicBezTo>
                    <a:pt x="15" y="20"/>
                    <a:pt x="21" y="19"/>
                    <a:pt x="26" y="18"/>
                  </a:cubicBezTo>
                  <a:cubicBezTo>
                    <a:pt x="26" y="15"/>
                    <a:pt x="26" y="13"/>
                    <a:pt x="26" y="11"/>
                  </a:cubicBezTo>
                  <a:cubicBezTo>
                    <a:pt x="26" y="5"/>
                    <a:pt x="16" y="11"/>
                    <a:pt x="16" y="4"/>
                  </a:cubicBezTo>
                  <a:cubicBezTo>
                    <a:pt x="13" y="4"/>
                    <a:pt x="7" y="2"/>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1" name="Freeform 134"/>
            <p:cNvSpPr>
              <a:spLocks/>
            </p:cNvSpPr>
            <p:nvPr/>
          </p:nvSpPr>
          <p:spPr bwMode="auto">
            <a:xfrm>
              <a:off x="3071813" y="1001713"/>
              <a:ext cx="36513" cy="22225"/>
            </a:xfrm>
            <a:custGeom>
              <a:avLst/>
              <a:gdLst>
                <a:gd name="T0" fmla="*/ 4 w 10"/>
                <a:gd name="T1" fmla="*/ 0 h 6"/>
                <a:gd name="T2" fmla="*/ 0 w 10"/>
                <a:gd name="T3" fmla="*/ 0 h 6"/>
                <a:gd name="T4" fmla="*/ 5 w 10"/>
                <a:gd name="T5" fmla="*/ 6 h 6"/>
                <a:gd name="T6" fmla="*/ 10 w 10"/>
                <a:gd name="T7" fmla="*/ 6 h 6"/>
                <a:gd name="T8" fmla="*/ 10 w 10"/>
                <a:gd name="T9" fmla="*/ 0 h 6"/>
                <a:gd name="T10" fmla="*/ 4 w 10"/>
                <a:gd name="T11" fmla="*/ 0 h 6"/>
              </a:gdLst>
              <a:ahLst/>
              <a:cxnLst>
                <a:cxn ang="0">
                  <a:pos x="T0" y="T1"/>
                </a:cxn>
                <a:cxn ang="0">
                  <a:pos x="T2" y="T3"/>
                </a:cxn>
                <a:cxn ang="0">
                  <a:pos x="T4" y="T5"/>
                </a:cxn>
                <a:cxn ang="0">
                  <a:pos x="T6" y="T7"/>
                </a:cxn>
                <a:cxn ang="0">
                  <a:pos x="T8" y="T9"/>
                </a:cxn>
                <a:cxn ang="0">
                  <a:pos x="T10" y="T11"/>
                </a:cxn>
              </a:cxnLst>
              <a:rect l="0" t="0" r="r" b="b"/>
              <a:pathLst>
                <a:path w="10" h="6">
                  <a:moveTo>
                    <a:pt x="4" y="0"/>
                  </a:moveTo>
                  <a:cubicBezTo>
                    <a:pt x="2" y="0"/>
                    <a:pt x="1" y="0"/>
                    <a:pt x="0" y="0"/>
                  </a:cubicBezTo>
                  <a:cubicBezTo>
                    <a:pt x="0" y="4"/>
                    <a:pt x="3" y="4"/>
                    <a:pt x="5" y="6"/>
                  </a:cubicBezTo>
                  <a:cubicBezTo>
                    <a:pt x="10" y="6"/>
                    <a:pt x="10" y="6"/>
                    <a:pt x="10" y="6"/>
                  </a:cubicBezTo>
                  <a:cubicBezTo>
                    <a:pt x="10" y="0"/>
                    <a:pt x="10" y="0"/>
                    <a:pt x="10" y="0"/>
                  </a:cubicBezTo>
                  <a:cubicBezTo>
                    <a:pt x="9" y="0"/>
                    <a:pt x="6"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2" name="Freeform 135"/>
            <p:cNvSpPr>
              <a:spLocks/>
            </p:cNvSpPr>
            <p:nvPr/>
          </p:nvSpPr>
          <p:spPr bwMode="auto">
            <a:xfrm>
              <a:off x="3176588" y="908050"/>
              <a:ext cx="333375" cy="222250"/>
            </a:xfrm>
            <a:custGeom>
              <a:avLst/>
              <a:gdLst>
                <a:gd name="T0" fmla="*/ 16 w 89"/>
                <a:gd name="T1" fmla="*/ 0 h 59"/>
                <a:gd name="T2" fmla="*/ 25 w 89"/>
                <a:gd name="T3" fmla="*/ 6 h 59"/>
                <a:gd name="T4" fmla="*/ 20 w 89"/>
                <a:gd name="T5" fmla="*/ 6 h 59"/>
                <a:gd name="T6" fmla="*/ 17 w 89"/>
                <a:gd name="T7" fmla="*/ 5 h 59"/>
                <a:gd name="T8" fmla="*/ 9 w 89"/>
                <a:gd name="T9" fmla="*/ 8 h 59"/>
                <a:gd name="T10" fmla="*/ 13 w 89"/>
                <a:gd name="T11" fmla="*/ 13 h 59"/>
                <a:gd name="T12" fmla="*/ 18 w 89"/>
                <a:gd name="T13" fmla="*/ 12 h 59"/>
                <a:gd name="T14" fmla="*/ 21 w 89"/>
                <a:gd name="T15" fmla="*/ 13 h 59"/>
                <a:gd name="T16" fmla="*/ 17 w 89"/>
                <a:gd name="T17" fmla="*/ 16 h 59"/>
                <a:gd name="T18" fmla="*/ 10 w 89"/>
                <a:gd name="T19" fmla="*/ 14 h 59"/>
                <a:gd name="T20" fmla="*/ 9 w 89"/>
                <a:gd name="T21" fmla="*/ 14 h 59"/>
                <a:gd name="T22" fmla="*/ 3 w 89"/>
                <a:gd name="T23" fmla="*/ 17 h 59"/>
                <a:gd name="T24" fmla="*/ 16 w 89"/>
                <a:gd name="T25" fmla="*/ 23 h 59"/>
                <a:gd name="T26" fmla="*/ 13 w 89"/>
                <a:gd name="T27" fmla="*/ 25 h 59"/>
                <a:gd name="T28" fmla="*/ 5 w 89"/>
                <a:gd name="T29" fmla="*/ 22 h 59"/>
                <a:gd name="T30" fmla="*/ 0 w 89"/>
                <a:gd name="T31" fmla="*/ 22 h 59"/>
                <a:gd name="T32" fmla="*/ 17 w 89"/>
                <a:gd name="T33" fmla="*/ 31 h 59"/>
                <a:gd name="T34" fmla="*/ 10 w 89"/>
                <a:gd name="T35" fmla="*/ 35 h 59"/>
                <a:gd name="T36" fmla="*/ 13 w 89"/>
                <a:gd name="T37" fmla="*/ 38 h 59"/>
                <a:gd name="T38" fmla="*/ 19 w 89"/>
                <a:gd name="T39" fmla="*/ 36 h 59"/>
                <a:gd name="T40" fmla="*/ 23 w 89"/>
                <a:gd name="T41" fmla="*/ 39 h 59"/>
                <a:gd name="T42" fmla="*/ 31 w 89"/>
                <a:gd name="T43" fmla="*/ 37 h 59"/>
                <a:gd name="T44" fmla="*/ 43 w 89"/>
                <a:gd name="T45" fmla="*/ 39 h 59"/>
                <a:gd name="T46" fmla="*/ 21 w 89"/>
                <a:gd name="T47" fmla="*/ 45 h 59"/>
                <a:gd name="T48" fmla="*/ 34 w 89"/>
                <a:gd name="T49" fmla="*/ 52 h 59"/>
                <a:gd name="T50" fmla="*/ 30 w 89"/>
                <a:gd name="T51" fmla="*/ 54 h 59"/>
                <a:gd name="T52" fmla="*/ 42 w 89"/>
                <a:gd name="T53" fmla="*/ 59 h 59"/>
                <a:gd name="T54" fmla="*/ 48 w 89"/>
                <a:gd name="T55" fmla="*/ 53 h 59"/>
                <a:gd name="T56" fmla="*/ 58 w 89"/>
                <a:gd name="T57" fmla="*/ 58 h 59"/>
                <a:gd name="T58" fmla="*/ 59 w 89"/>
                <a:gd name="T59" fmla="*/ 58 h 59"/>
                <a:gd name="T60" fmla="*/ 59 w 89"/>
                <a:gd name="T61" fmla="*/ 54 h 59"/>
                <a:gd name="T62" fmla="*/ 64 w 89"/>
                <a:gd name="T63" fmla="*/ 54 h 59"/>
                <a:gd name="T64" fmla="*/ 60 w 89"/>
                <a:gd name="T65" fmla="*/ 48 h 59"/>
                <a:gd name="T66" fmla="*/ 64 w 89"/>
                <a:gd name="T67" fmla="*/ 44 h 59"/>
                <a:gd name="T68" fmla="*/ 68 w 89"/>
                <a:gd name="T69" fmla="*/ 50 h 59"/>
                <a:gd name="T70" fmla="*/ 81 w 89"/>
                <a:gd name="T71" fmla="*/ 41 h 59"/>
                <a:gd name="T72" fmla="*/ 88 w 89"/>
                <a:gd name="T73" fmla="*/ 39 h 59"/>
                <a:gd name="T74" fmla="*/ 88 w 89"/>
                <a:gd name="T75" fmla="*/ 35 h 59"/>
                <a:gd name="T76" fmla="*/ 74 w 89"/>
                <a:gd name="T77" fmla="*/ 31 h 59"/>
                <a:gd name="T78" fmla="*/ 71 w 89"/>
                <a:gd name="T79" fmla="*/ 33 h 59"/>
                <a:gd name="T80" fmla="*/ 70 w 89"/>
                <a:gd name="T81" fmla="*/ 31 h 59"/>
                <a:gd name="T82" fmla="*/ 72 w 89"/>
                <a:gd name="T83" fmla="*/ 27 h 59"/>
                <a:gd name="T84" fmla="*/ 68 w 89"/>
                <a:gd name="T85" fmla="*/ 23 h 59"/>
                <a:gd name="T86" fmla="*/ 64 w 89"/>
                <a:gd name="T87" fmla="*/ 18 h 59"/>
                <a:gd name="T88" fmla="*/ 62 w 89"/>
                <a:gd name="T89" fmla="*/ 18 h 59"/>
                <a:gd name="T90" fmla="*/ 63 w 89"/>
                <a:gd name="T91" fmla="*/ 20 h 59"/>
                <a:gd name="T92" fmla="*/ 63 w 89"/>
                <a:gd name="T93" fmla="*/ 24 h 59"/>
                <a:gd name="T94" fmla="*/ 60 w 89"/>
                <a:gd name="T95" fmla="*/ 24 h 59"/>
                <a:gd name="T96" fmla="*/ 54 w 89"/>
                <a:gd name="T97" fmla="*/ 16 h 59"/>
                <a:gd name="T98" fmla="*/ 51 w 89"/>
                <a:gd name="T99" fmla="*/ 15 h 59"/>
                <a:gd name="T100" fmla="*/ 49 w 89"/>
                <a:gd name="T101" fmla="*/ 15 h 59"/>
                <a:gd name="T102" fmla="*/ 46 w 89"/>
                <a:gd name="T103" fmla="*/ 16 h 59"/>
                <a:gd name="T104" fmla="*/ 43 w 89"/>
                <a:gd name="T105" fmla="*/ 15 h 59"/>
                <a:gd name="T106" fmla="*/ 34 w 89"/>
                <a:gd name="T107" fmla="*/ 3 h 59"/>
                <a:gd name="T108" fmla="*/ 16 w 89"/>
                <a:gd name="T109"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9" h="59">
                  <a:moveTo>
                    <a:pt x="16" y="0"/>
                  </a:moveTo>
                  <a:cubicBezTo>
                    <a:pt x="16" y="4"/>
                    <a:pt x="21" y="4"/>
                    <a:pt x="25" y="6"/>
                  </a:cubicBezTo>
                  <a:cubicBezTo>
                    <a:pt x="20" y="6"/>
                    <a:pt x="20" y="6"/>
                    <a:pt x="20" y="6"/>
                  </a:cubicBezTo>
                  <a:cubicBezTo>
                    <a:pt x="19" y="6"/>
                    <a:pt x="18" y="5"/>
                    <a:pt x="17" y="5"/>
                  </a:cubicBezTo>
                  <a:cubicBezTo>
                    <a:pt x="14" y="5"/>
                    <a:pt x="12" y="7"/>
                    <a:pt x="9" y="8"/>
                  </a:cubicBezTo>
                  <a:cubicBezTo>
                    <a:pt x="9" y="9"/>
                    <a:pt x="12" y="13"/>
                    <a:pt x="13" y="13"/>
                  </a:cubicBezTo>
                  <a:cubicBezTo>
                    <a:pt x="14" y="13"/>
                    <a:pt x="16" y="12"/>
                    <a:pt x="18" y="12"/>
                  </a:cubicBezTo>
                  <a:cubicBezTo>
                    <a:pt x="19" y="12"/>
                    <a:pt x="20" y="12"/>
                    <a:pt x="21" y="13"/>
                  </a:cubicBezTo>
                  <a:cubicBezTo>
                    <a:pt x="20" y="14"/>
                    <a:pt x="19" y="16"/>
                    <a:pt x="17" y="16"/>
                  </a:cubicBezTo>
                  <a:cubicBezTo>
                    <a:pt x="15" y="16"/>
                    <a:pt x="14" y="14"/>
                    <a:pt x="10" y="14"/>
                  </a:cubicBezTo>
                  <a:cubicBezTo>
                    <a:pt x="9" y="14"/>
                    <a:pt x="9" y="14"/>
                    <a:pt x="9" y="14"/>
                  </a:cubicBezTo>
                  <a:cubicBezTo>
                    <a:pt x="6" y="14"/>
                    <a:pt x="3" y="14"/>
                    <a:pt x="3" y="17"/>
                  </a:cubicBezTo>
                  <a:cubicBezTo>
                    <a:pt x="3" y="20"/>
                    <a:pt x="12" y="22"/>
                    <a:pt x="16" y="23"/>
                  </a:cubicBezTo>
                  <a:cubicBezTo>
                    <a:pt x="16" y="23"/>
                    <a:pt x="14" y="25"/>
                    <a:pt x="13" y="25"/>
                  </a:cubicBezTo>
                  <a:cubicBezTo>
                    <a:pt x="11" y="25"/>
                    <a:pt x="6" y="23"/>
                    <a:pt x="5" y="22"/>
                  </a:cubicBezTo>
                  <a:cubicBezTo>
                    <a:pt x="0" y="22"/>
                    <a:pt x="0" y="22"/>
                    <a:pt x="0" y="22"/>
                  </a:cubicBezTo>
                  <a:cubicBezTo>
                    <a:pt x="1" y="31"/>
                    <a:pt x="7" y="31"/>
                    <a:pt x="17" y="31"/>
                  </a:cubicBezTo>
                  <a:cubicBezTo>
                    <a:pt x="15" y="34"/>
                    <a:pt x="13" y="34"/>
                    <a:pt x="10" y="35"/>
                  </a:cubicBezTo>
                  <a:cubicBezTo>
                    <a:pt x="10" y="37"/>
                    <a:pt x="11" y="38"/>
                    <a:pt x="13" y="38"/>
                  </a:cubicBezTo>
                  <a:cubicBezTo>
                    <a:pt x="15" y="38"/>
                    <a:pt x="16" y="37"/>
                    <a:pt x="19" y="36"/>
                  </a:cubicBezTo>
                  <a:cubicBezTo>
                    <a:pt x="19" y="37"/>
                    <a:pt x="20" y="39"/>
                    <a:pt x="23" y="39"/>
                  </a:cubicBezTo>
                  <a:cubicBezTo>
                    <a:pt x="26" y="39"/>
                    <a:pt x="27" y="37"/>
                    <a:pt x="31" y="37"/>
                  </a:cubicBezTo>
                  <a:cubicBezTo>
                    <a:pt x="35" y="37"/>
                    <a:pt x="39" y="38"/>
                    <a:pt x="43" y="39"/>
                  </a:cubicBezTo>
                  <a:cubicBezTo>
                    <a:pt x="39" y="40"/>
                    <a:pt x="21" y="40"/>
                    <a:pt x="21" y="45"/>
                  </a:cubicBezTo>
                  <a:cubicBezTo>
                    <a:pt x="21" y="49"/>
                    <a:pt x="29" y="52"/>
                    <a:pt x="34" y="52"/>
                  </a:cubicBezTo>
                  <a:cubicBezTo>
                    <a:pt x="33" y="53"/>
                    <a:pt x="32" y="54"/>
                    <a:pt x="30" y="54"/>
                  </a:cubicBezTo>
                  <a:cubicBezTo>
                    <a:pt x="31" y="58"/>
                    <a:pt x="37" y="59"/>
                    <a:pt x="42" y="59"/>
                  </a:cubicBezTo>
                  <a:cubicBezTo>
                    <a:pt x="46" y="59"/>
                    <a:pt x="48" y="58"/>
                    <a:pt x="48" y="53"/>
                  </a:cubicBezTo>
                  <a:cubicBezTo>
                    <a:pt x="51" y="54"/>
                    <a:pt x="56" y="58"/>
                    <a:pt x="58" y="58"/>
                  </a:cubicBezTo>
                  <a:cubicBezTo>
                    <a:pt x="59" y="58"/>
                    <a:pt x="59" y="58"/>
                    <a:pt x="59" y="58"/>
                  </a:cubicBezTo>
                  <a:cubicBezTo>
                    <a:pt x="59" y="54"/>
                    <a:pt x="59" y="54"/>
                    <a:pt x="59" y="54"/>
                  </a:cubicBezTo>
                  <a:cubicBezTo>
                    <a:pt x="64" y="54"/>
                    <a:pt x="64" y="54"/>
                    <a:pt x="64" y="54"/>
                  </a:cubicBezTo>
                  <a:cubicBezTo>
                    <a:pt x="63" y="52"/>
                    <a:pt x="62" y="51"/>
                    <a:pt x="60" y="48"/>
                  </a:cubicBezTo>
                  <a:cubicBezTo>
                    <a:pt x="62" y="47"/>
                    <a:pt x="62" y="46"/>
                    <a:pt x="64" y="44"/>
                  </a:cubicBezTo>
                  <a:cubicBezTo>
                    <a:pt x="64" y="47"/>
                    <a:pt x="64" y="50"/>
                    <a:pt x="68" y="50"/>
                  </a:cubicBezTo>
                  <a:cubicBezTo>
                    <a:pt x="72" y="50"/>
                    <a:pt x="76" y="41"/>
                    <a:pt x="81" y="41"/>
                  </a:cubicBezTo>
                  <a:cubicBezTo>
                    <a:pt x="84" y="40"/>
                    <a:pt x="87" y="41"/>
                    <a:pt x="88" y="39"/>
                  </a:cubicBezTo>
                  <a:cubicBezTo>
                    <a:pt x="89" y="38"/>
                    <a:pt x="88" y="37"/>
                    <a:pt x="88" y="35"/>
                  </a:cubicBezTo>
                  <a:cubicBezTo>
                    <a:pt x="85" y="35"/>
                    <a:pt x="77" y="31"/>
                    <a:pt x="74" y="31"/>
                  </a:cubicBezTo>
                  <a:cubicBezTo>
                    <a:pt x="74" y="31"/>
                    <a:pt x="72" y="33"/>
                    <a:pt x="71" y="33"/>
                  </a:cubicBezTo>
                  <a:cubicBezTo>
                    <a:pt x="70" y="33"/>
                    <a:pt x="70" y="32"/>
                    <a:pt x="70" y="31"/>
                  </a:cubicBezTo>
                  <a:cubicBezTo>
                    <a:pt x="70" y="30"/>
                    <a:pt x="72" y="29"/>
                    <a:pt x="72" y="27"/>
                  </a:cubicBezTo>
                  <a:cubicBezTo>
                    <a:pt x="72" y="25"/>
                    <a:pt x="68" y="25"/>
                    <a:pt x="68" y="23"/>
                  </a:cubicBezTo>
                  <a:cubicBezTo>
                    <a:pt x="68" y="19"/>
                    <a:pt x="68" y="18"/>
                    <a:pt x="64" y="18"/>
                  </a:cubicBezTo>
                  <a:cubicBezTo>
                    <a:pt x="64" y="18"/>
                    <a:pt x="62" y="18"/>
                    <a:pt x="62" y="18"/>
                  </a:cubicBezTo>
                  <a:cubicBezTo>
                    <a:pt x="63" y="20"/>
                    <a:pt x="63" y="20"/>
                    <a:pt x="63" y="20"/>
                  </a:cubicBezTo>
                  <a:cubicBezTo>
                    <a:pt x="63" y="24"/>
                    <a:pt x="63" y="24"/>
                    <a:pt x="63" y="24"/>
                  </a:cubicBezTo>
                  <a:cubicBezTo>
                    <a:pt x="60" y="24"/>
                    <a:pt x="60" y="24"/>
                    <a:pt x="60" y="24"/>
                  </a:cubicBezTo>
                  <a:cubicBezTo>
                    <a:pt x="57" y="21"/>
                    <a:pt x="59" y="17"/>
                    <a:pt x="54" y="16"/>
                  </a:cubicBezTo>
                  <a:cubicBezTo>
                    <a:pt x="53" y="15"/>
                    <a:pt x="52" y="15"/>
                    <a:pt x="51" y="15"/>
                  </a:cubicBezTo>
                  <a:cubicBezTo>
                    <a:pt x="51" y="15"/>
                    <a:pt x="50" y="15"/>
                    <a:pt x="49" y="15"/>
                  </a:cubicBezTo>
                  <a:cubicBezTo>
                    <a:pt x="48" y="16"/>
                    <a:pt x="47" y="16"/>
                    <a:pt x="46" y="16"/>
                  </a:cubicBezTo>
                  <a:cubicBezTo>
                    <a:pt x="45" y="16"/>
                    <a:pt x="44" y="16"/>
                    <a:pt x="43" y="15"/>
                  </a:cubicBezTo>
                  <a:cubicBezTo>
                    <a:pt x="39" y="13"/>
                    <a:pt x="40" y="5"/>
                    <a:pt x="34" y="3"/>
                  </a:cubicBezTo>
                  <a:cubicBezTo>
                    <a:pt x="29" y="1"/>
                    <a:pt x="23" y="0"/>
                    <a:pt x="1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3" name="Freeform 136"/>
            <p:cNvSpPr>
              <a:spLocks/>
            </p:cNvSpPr>
            <p:nvPr/>
          </p:nvSpPr>
          <p:spPr bwMode="auto">
            <a:xfrm>
              <a:off x="3446463" y="1839913"/>
              <a:ext cx="214313" cy="134938"/>
            </a:xfrm>
            <a:custGeom>
              <a:avLst/>
              <a:gdLst>
                <a:gd name="T0" fmla="*/ 16 w 57"/>
                <a:gd name="T1" fmla="*/ 0 h 36"/>
                <a:gd name="T2" fmla="*/ 7 w 57"/>
                <a:gd name="T3" fmla="*/ 17 h 36"/>
                <a:gd name="T4" fmla="*/ 7 w 57"/>
                <a:gd name="T5" fmla="*/ 21 h 36"/>
                <a:gd name="T6" fmla="*/ 4 w 57"/>
                <a:gd name="T7" fmla="*/ 25 h 36"/>
                <a:gd name="T8" fmla="*/ 0 w 57"/>
                <a:gd name="T9" fmla="*/ 30 h 36"/>
                <a:gd name="T10" fmla="*/ 6 w 57"/>
                <a:gd name="T11" fmla="*/ 30 h 36"/>
                <a:gd name="T12" fmla="*/ 12 w 57"/>
                <a:gd name="T13" fmla="*/ 30 h 36"/>
                <a:gd name="T14" fmla="*/ 14 w 57"/>
                <a:gd name="T15" fmla="*/ 36 h 36"/>
                <a:gd name="T16" fmla="*/ 16 w 57"/>
                <a:gd name="T17" fmla="*/ 34 h 36"/>
                <a:gd name="T18" fmla="*/ 18 w 57"/>
                <a:gd name="T19" fmla="*/ 34 h 36"/>
                <a:gd name="T20" fmla="*/ 29 w 57"/>
                <a:gd name="T21" fmla="*/ 23 h 36"/>
                <a:gd name="T22" fmla="*/ 40 w 57"/>
                <a:gd name="T23" fmla="*/ 30 h 36"/>
                <a:gd name="T24" fmla="*/ 48 w 57"/>
                <a:gd name="T25" fmla="*/ 30 h 36"/>
                <a:gd name="T26" fmla="*/ 57 w 57"/>
                <a:gd name="T27" fmla="*/ 27 h 36"/>
                <a:gd name="T28" fmla="*/ 45 w 57"/>
                <a:gd name="T29" fmla="*/ 22 h 36"/>
                <a:gd name="T30" fmla="*/ 43 w 57"/>
                <a:gd name="T31" fmla="*/ 17 h 36"/>
                <a:gd name="T32" fmla="*/ 23 w 57"/>
                <a:gd name="T33" fmla="*/ 5 h 36"/>
                <a:gd name="T34" fmla="*/ 20 w 57"/>
                <a:gd name="T35" fmla="*/ 7 h 36"/>
                <a:gd name="T36" fmla="*/ 16 w 57"/>
                <a:gd name="T3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7" h="36">
                  <a:moveTo>
                    <a:pt x="16" y="0"/>
                  </a:moveTo>
                  <a:cubicBezTo>
                    <a:pt x="8" y="0"/>
                    <a:pt x="7" y="12"/>
                    <a:pt x="7" y="17"/>
                  </a:cubicBezTo>
                  <a:cubicBezTo>
                    <a:pt x="7" y="19"/>
                    <a:pt x="7" y="18"/>
                    <a:pt x="7" y="21"/>
                  </a:cubicBezTo>
                  <a:cubicBezTo>
                    <a:pt x="7" y="23"/>
                    <a:pt x="5" y="23"/>
                    <a:pt x="4" y="25"/>
                  </a:cubicBezTo>
                  <a:cubicBezTo>
                    <a:pt x="3" y="26"/>
                    <a:pt x="0" y="25"/>
                    <a:pt x="0" y="30"/>
                  </a:cubicBezTo>
                  <a:cubicBezTo>
                    <a:pt x="1" y="30"/>
                    <a:pt x="4" y="30"/>
                    <a:pt x="6" y="30"/>
                  </a:cubicBezTo>
                  <a:cubicBezTo>
                    <a:pt x="8" y="30"/>
                    <a:pt x="10" y="30"/>
                    <a:pt x="12" y="30"/>
                  </a:cubicBezTo>
                  <a:cubicBezTo>
                    <a:pt x="11" y="33"/>
                    <a:pt x="10" y="36"/>
                    <a:pt x="14" y="36"/>
                  </a:cubicBezTo>
                  <a:cubicBezTo>
                    <a:pt x="15" y="36"/>
                    <a:pt x="15" y="35"/>
                    <a:pt x="16" y="34"/>
                  </a:cubicBezTo>
                  <a:cubicBezTo>
                    <a:pt x="16" y="34"/>
                    <a:pt x="17" y="34"/>
                    <a:pt x="18" y="34"/>
                  </a:cubicBezTo>
                  <a:cubicBezTo>
                    <a:pt x="22" y="34"/>
                    <a:pt x="29" y="29"/>
                    <a:pt x="29" y="23"/>
                  </a:cubicBezTo>
                  <a:cubicBezTo>
                    <a:pt x="31" y="24"/>
                    <a:pt x="40" y="30"/>
                    <a:pt x="40" y="30"/>
                  </a:cubicBezTo>
                  <a:cubicBezTo>
                    <a:pt x="43" y="30"/>
                    <a:pt x="44" y="30"/>
                    <a:pt x="48" y="30"/>
                  </a:cubicBezTo>
                  <a:cubicBezTo>
                    <a:pt x="52" y="30"/>
                    <a:pt x="54" y="29"/>
                    <a:pt x="57" y="27"/>
                  </a:cubicBezTo>
                  <a:cubicBezTo>
                    <a:pt x="55" y="24"/>
                    <a:pt x="50" y="25"/>
                    <a:pt x="45" y="22"/>
                  </a:cubicBezTo>
                  <a:cubicBezTo>
                    <a:pt x="44" y="21"/>
                    <a:pt x="44" y="19"/>
                    <a:pt x="43" y="17"/>
                  </a:cubicBezTo>
                  <a:cubicBezTo>
                    <a:pt x="38" y="10"/>
                    <a:pt x="29" y="13"/>
                    <a:pt x="23" y="5"/>
                  </a:cubicBezTo>
                  <a:cubicBezTo>
                    <a:pt x="22" y="6"/>
                    <a:pt x="21" y="6"/>
                    <a:pt x="20" y="7"/>
                  </a:cubicBezTo>
                  <a:cubicBezTo>
                    <a:pt x="19" y="5"/>
                    <a:pt x="17" y="4"/>
                    <a:pt x="1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4" name="Freeform 137"/>
            <p:cNvSpPr>
              <a:spLocks/>
            </p:cNvSpPr>
            <p:nvPr/>
          </p:nvSpPr>
          <p:spPr bwMode="auto">
            <a:xfrm>
              <a:off x="3751263" y="1716088"/>
              <a:ext cx="66675" cy="52388"/>
            </a:xfrm>
            <a:custGeom>
              <a:avLst/>
              <a:gdLst>
                <a:gd name="T0" fmla="*/ 9 w 18"/>
                <a:gd name="T1" fmla="*/ 0 h 14"/>
                <a:gd name="T2" fmla="*/ 0 w 18"/>
                <a:gd name="T3" fmla="*/ 8 h 14"/>
                <a:gd name="T4" fmla="*/ 8 w 18"/>
                <a:gd name="T5" fmla="*/ 14 h 14"/>
                <a:gd name="T6" fmla="*/ 18 w 18"/>
                <a:gd name="T7" fmla="*/ 8 h 14"/>
                <a:gd name="T8" fmla="*/ 9 w 18"/>
                <a:gd name="T9" fmla="*/ 0 h 14"/>
              </a:gdLst>
              <a:ahLst/>
              <a:cxnLst>
                <a:cxn ang="0">
                  <a:pos x="T0" y="T1"/>
                </a:cxn>
                <a:cxn ang="0">
                  <a:pos x="T2" y="T3"/>
                </a:cxn>
                <a:cxn ang="0">
                  <a:pos x="T4" y="T5"/>
                </a:cxn>
                <a:cxn ang="0">
                  <a:pos x="T6" y="T7"/>
                </a:cxn>
                <a:cxn ang="0">
                  <a:pos x="T8" y="T9"/>
                </a:cxn>
              </a:cxnLst>
              <a:rect l="0" t="0" r="r" b="b"/>
              <a:pathLst>
                <a:path w="18" h="14">
                  <a:moveTo>
                    <a:pt x="9" y="0"/>
                  </a:moveTo>
                  <a:cubicBezTo>
                    <a:pt x="4" y="0"/>
                    <a:pt x="0" y="2"/>
                    <a:pt x="0" y="8"/>
                  </a:cubicBezTo>
                  <a:cubicBezTo>
                    <a:pt x="0" y="11"/>
                    <a:pt x="3" y="14"/>
                    <a:pt x="8" y="14"/>
                  </a:cubicBezTo>
                  <a:cubicBezTo>
                    <a:pt x="11" y="14"/>
                    <a:pt x="18" y="11"/>
                    <a:pt x="18" y="8"/>
                  </a:cubicBezTo>
                  <a:cubicBezTo>
                    <a:pt x="18" y="3"/>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5" name="Freeform 138"/>
            <p:cNvSpPr>
              <a:spLocks/>
            </p:cNvSpPr>
            <p:nvPr/>
          </p:nvSpPr>
          <p:spPr bwMode="auto">
            <a:xfrm>
              <a:off x="3556000" y="1982788"/>
              <a:ext cx="52388" cy="41275"/>
            </a:xfrm>
            <a:custGeom>
              <a:avLst/>
              <a:gdLst>
                <a:gd name="T0" fmla="*/ 10 w 14"/>
                <a:gd name="T1" fmla="*/ 0 h 11"/>
                <a:gd name="T2" fmla="*/ 6 w 14"/>
                <a:gd name="T3" fmla="*/ 0 h 11"/>
                <a:gd name="T4" fmla="*/ 0 w 14"/>
                <a:gd name="T5" fmla="*/ 7 h 11"/>
                <a:gd name="T6" fmla="*/ 0 w 14"/>
                <a:gd name="T7" fmla="*/ 11 h 11"/>
                <a:gd name="T8" fmla="*/ 14 w 14"/>
                <a:gd name="T9" fmla="*/ 1 h 11"/>
                <a:gd name="T10" fmla="*/ 10 w 14"/>
                <a:gd name="T11" fmla="*/ 0 h 11"/>
              </a:gdLst>
              <a:ahLst/>
              <a:cxnLst>
                <a:cxn ang="0">
                  <a:pos x="T0" y="T1"/>
                </a:cxn>
                <a:cxn ang="0">
                  <a:pos x="T2" y="T3"/>
                </a:cxn>
                <a:cxn ang="0">
                  <a:pos x="T4" y="T5"/>
                </a:cxn>
                <a:cxn ang="0">
                  <a:pos x="T6" y="T7"/>
                </a:cxn>
                <a:cxn ang="0">
                  <a:pos x="T8" y="T9"/>
                </a:cxn>
                <a:cxn ang="0">
                  <a:pos x="T10" y="T11"/>
                </a:cxn>
              </a:cxnLst>
              <a:rect l="0" t="0" r="r" b="b"/>
              <a:pathLst>
                <a:path w="14" h="11">
                  <a:moveTo>
                    <a:pt x="10" y="0"/>
                  </a:moveTo>
                  <a:cubicBezTo>
                    <a:pt x="9" y="0"/>
                    <a:pt x="8" y="0"/>
                    <a:pt x="6" y="0"/>
                  </a:cubicBezTo>
                  <a:cubicBezTo>
                    <a:pt x="6" y="2"/>
                    <a:pt x="2" y="4"/>
                    <a:pt x="0" y="7"/>
                  </a:cubicBezTo>
                  <a:cubicBezTo>
                    <a:pt x="0" y="11"/>
                    <a:pt x="0" y="11"/>
                    <a:pt x="0" y="11"/>
                  </a:cubicBezTo>
                  <a:cubicBezTo>
                    <a:pt x="4" y="10"/>
                    <a:pt x="11" y="4"/>
                    <a:pt x="14" y="1"/>
                  </a:cubicBezTo>
                  <a:cubicBezTo>
                    <a:pt x="12" y="0"/>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6" name="Freeform 139"/>
            <p:cNvSpPr>
              <a:spLocks/>
            </p:cNvSpPr>
            <p:nvPr/>
          </p:nvSpPr>
          <p:spPr bwMode="auto">
            <a:xfrm>
              <a:off x="3641725" y="1403350"/>
              <a:ext cx="142875" cy="65088"/>
            </a:xfrm>
            <a:custGeom>
              <a:avLst/>
              <a:gdLst>
                <a:gd name="T0" fmla="*/ 4 w 38"/>
                <a:gd name="T1" fmla="*/ 0 h 17"/>
                <a:gd name="T2" fmla="*/ 0 w 38"/>
                <a:gd name="T3" fmla="*/ 5 h 17"/>
                <a:gd name="T4" fmla="*/ 5 w 38"/>
                <a:gd name="T5" fmla="*/ 11 h 17"/>
                <a:gd name="T6" fmla="*/ 14 w 38"/>
                <a:gd name="T7" fmla="*/ 17 h 17"/>
                <a:gd name="T8" fmla="*/ 24 w 38"/>
                <a:gd name="T9" fmla="*/ 14 h 17"/>
                <a:gd name="T10" fmla="*/ 33 w 38"/>
                <a:gd name="T11" fmla="*/ 16 h 17"/>
                <a:gd name="T12" fmla="*/ 38 w 38"/>
                <a:gd name="T13" fmla="*/ 11 h 17"/>
                <a:gd name="T14" fmla="*/ 19 w 38"/>
                <a:gd name="T15" fmla="*/ 3 h 17"/>
                <a:gd name="T16" fmla="*/ 4 w 38"/>
                <a:gd name="T1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17">
                  <a:moveTo>
                    <a:pt x="4" y="0"/>
                  </a:moveTo>
                  <a:cubicBezTo>
                    <a:pt x="2" y="0"/>
                    <a:pt x="0" y="2"/>
                    <a:pt x="0" y="5"/>
                  </a:cubicBezTo>
                  <a:cubicBezTo>
                    <a:pt x="0" y="8"/>
                    <a:pt x="3" y="9"/>
                    <a:pt x="5" y="11"/>
                  </a:cubicBezTo>
                  <a:cubicBezTo>
                    <a:pt x="3" y="15"/>
                    <a:pt x="8" y="17"/>
                    <a:pt x="14" y="17"/>
                  </a:cubicBezTo>
                  <a:cubicBezTo>
                    <a:pt x="19" y="17"/>
                    <a:pt x="21" y="14"/>
                    <a:pt x="24" y="14"/>
                  </a:cubicBezTo>
                  <a:cubicBezTo>
                    <a:pt x="27" y="14"/>
                    <a:pt x="29" y="16"/>
                    <a:pt x="33" y="16"/>
                  </a:cubicBezTo>
                  <a:cubicBezTo>
                    <a:pt x="35" y="16"/>
                    <a:pt x="37" y="14"/>
                    <a:pt x="38" y="11"/>
                  </a:cubicBezTo>
                  <a:cubicBezTo>
                    <a:pt x="33" y="9"/>
                    <a:pt x="26" y="3"/>
                    <a:pt x="19" y="3"/>
                  </a:cubicBezTo>
                  <a:cubicBezTo>
                    <a:pt x="13" y="3"/>
                    <a:pt x="11"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 name="Freeform 140"/>
            <p:cNvSpPr>
              <a:spLocks/>
            </p:cNvSpPr>
            <p:nvPr/>
          </p:nvSpPr>
          <p:spPr bwMode="auto">
            <a:xfrm>
              <a:off x="3652838" y="2012950"/>
              <a:ext cx="33338" cy="30163"/>
            </a:xfrm>
            <a:custGeom>
              <a:avLst/>
              <a:gdLst>
                <a:gd name="T0" fmla="*/ 4 w 9"/>
                <a:gd name="T1" fmla="*/ 0 h 8"/>
                <a:gd name="T2" fmla="*/ 0 w 9"/>
                <a:gd name="T3" fmla="*/ 4 h 8"/>
                <a:gd name="T4" fmla="*/ 4 w 9"/>
                <a:gd name="T5" fmla="*/ 8 h 8"/>
                <a:gd name="T6" fmla="*/ 9 w 9"/>
                <a:gd name="T7" fmla="*/ 2 h 8"/>
                <a:gd name="T8" fmla="*/ 4 w 9"/>
                <a:gd name="T9" fmla="*/ 0 h 8"/>
              </a:gdLst>
              <a:ahLst/>
              <a:cxnLst>
                <a:cxn ang="0">
                  <a:pos x="T0" y="T1"/>
                </a:cxn>
                <a:cxn ang="0">
                  <a:pos x="T2" y="T3"/>
                </a:cxn>
                <a:cxn ang="0">
                  <a:pos x="T4" y="T5"/>
                </a:cxn>
                <a:cxn ang="0">
                  <a:pos x="T6" y="T7"/>
                </a:cxn>
                <a:cxn ang="0">
                  <a:pos x="T8" y="T9"/>
                </a:cxn>
              </a:cxnLst>
              <a:rect l="0" t="0" r="r" b="b"/>
              <a:pathLst>
                <a:path w="9" h="8">
                  <a:moveTo>
                    <a:pt x="4" y="0"/>
                  </a:moveTo>
                  <a:cubicBezTo>
                    <a:pt x="2" y="0"/>
                    <a:pt x="0" y="1"/>
                    <a:pt x="0" y="4"/>
                  </a:cubicBezTo>
                  <a:cubicBezTo>
                    <a:pt x="0" y="4"/>
                    <a:pt x="4" y="8"/>
                    <a:pt x="4" y="8"/>
                  </a:cubicBezTo>
                  <a:cubicBezTo>
                    <a:pt x="7" y="8"/>
                    <a:pt x="8" y="4"/>
                    <a:pt x="9" y="2"/>
                  </a:cubicBezTo>
                  <a:cubicBezTo>
                    <a:pt x="8" y="1"/>
                    <a:pt x="6"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 name="Freeform 141"/>
            <p:cNvSpPr>
              <a:spLocks/>
            </p:cNvSpPr>
            <p:nvPr/>
          </p:nvSpPr>
          <p:spPr bwMode="auto">
            <a:xfrm>
              <a:off x="3829050" y="1719263"/>
              <a:ext cx="34925" cy="19050"/>
            </a:xfrm>
            <a:custGeom>
              <a:avLst/>
              <a:gdLst>
                <a:gd name="T0" fmla="*/ 4 w 9"/>
                <a:gd name="T1" fmla="*/ 0 h 5"/>
                <a:gd name="T2" fmla="*/ 0 w 9"/>
                <a:gd name="T3" fmla="*/ 3 h 5"/>
                <a:gd name="T4" fmla="*/ 4 w 9"/>
                <a:gd name="T5" fmla="*/ 5 h 5"/>
                <a:gd name="T6" fmla="*/ 6 w 9"/>
                <a:gd name="T7" fmla="*/ 5 h 5"/>
                <a:gd name="T8" fmla="*/ 9 w 9"/>
                <a:gd name="T9" fmla="*/ 5 h 5"/>
                <a:gd name="T10" fmla="*/ 4 w 9"/>
                <a:gd name="T11" fmla="*/ 0 h 5"/>
              </a:gdLst>
              <a:ahLst/>
              <a:cxnLst>
                <a:cxn ang="0">
                  <a:pos x="T0" y="T1"/>
                </a:cxn>
                <a:cxn ang="0">
                  <a:pos x="T2" y="T3"/>
                </a:cxn>
                <a:cxn ang="0">
                  <a:pos x="T4" y="T5"/>
                </a:cxn>
                <a:cxn ang="0">
                  <a:pos x="T6" y="T7"/>
                </a:cxn>
                <a:cxn ang="0">
                  <a:pos x="T8" y="T9"/>
                </a:cxn>
                <a:cxn ang="0">
                  <a:pos x="T10" y="T11"/>
                </a:cxn>
              </a:cxnLst>
              <a:rect l="0" t="0" r="r" b="b"/>
              <a:pathLst>
                <a:path w="9" h="5">
                  <a:moveTo>
                    <a:pt x="4" y="0"/>
                  </a:moveTo>
                  <a:cubicBezTo>
                    <a:pt x="3" y="0"/>
                    <a:pt x="0" y="2"/>
                    <a:pt x="0" y="3"/>
                  </a:cubicBezTo>
                  <a:cubicBezTo>
                    <a:pt x="0" y="5"/>
                    <a:pt x="2" y="5"/>
                    <a:pt x="4" y="5"/>
                  </a:cubicBezTo>
                  <a:cubicBezTo>
                    <a:pt x="5" y="5"/>
                    <a:pt x="5" y="5"/>
                    <a:pt x="6" y="5"/>
                  </a:cubicBezTo>
                  <a:cubicBezTo>
                    <a:pt x="7" y="5"/>
                    <a:pt x="7" y="5"/>
                    <a:pt x="9" y="5"/>
                  </a:cubicBezTo>
                  <a:cubicBezTo>
                    <a:pt x="8" y="4"/>
                    <a:pt x="6"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 name="Freeform 142"/>
            <p:cNvSpPr>
              <a:spLocks/>
            </p:cNvSpPr>
            <p:nvPr/>
          </p:nvSpPr>
          <p:spPr bwMode="auto">
            <a:xfrm>
              <a:off x="3679825" y="1658938"/>
              <a:ext cx="33338" cy="22225"/>
            </a:xfrm>
            <a:custGeom>
              <a:avLst/>
              <a:gdLst>
                <a:gd name="T0" fmla="*/ 9 w 9"/>
                <a:gd name="T1" fmla="*/ 0 h 6"/>
                <a:gd name="T2" fmla="*/ 3 w 9"/>
                <a:gd name="T3" fmla="*/ 6 h 6"/>
                <a:gd name="T4" fmla="*/ 9 w 9"/>
                <a:gd name="T5" fmla="*/ 0 h 6"/>
              </a:gdLst>
              <a:ahLst/>
              <a:cxnLst>
                <a:cxn ang="0">
                  <a:pos x="T0" y="T1"/>
                </a:cxn>
                <a:cxn ang="0">
                  <a:pos x="T2" y="T3"/>
                </a:cxn>
                <a:cxn ang="0">
                  <a:pos x="T4" y="T5"/>
                </a:cxn>
              </a:cxnLst>
              <a:rect l="0" t="0" r="r" b="b"/>
              <a:pathLst>
                <a:path w="9" h="6">
                  <a:moveTo>
                    <a:pt x="9" y="0"/>
                  </a:moveTo>
                  <a:cubicBezTo>
                    <a:pt x="6" y="0"/>
                    <a:pt x="0" y="6"/>
                    <a:pt x="3" y="6"/>
                  </a:cubicBezTo>
                  <a:cubicBezTo>
                    <a:pt x="6" y="6"/>
                    <a:pt x="9" y="3"/>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 name="Freeform 143"/>
            <p:cNvSpPr>
              <a:spLocks/>
            </p:cNvSpPr>
            <p:nvPr/>
          </p:nvSpPr>
          <p:spPr bwMode="auto">
            <a:xfrm>
              <a:off x="3355975" y="1403350"/>
              <a:ext cx="879475" cy="631825"/>
            </a:xfrm>
            <a:custGeom>
              <a:avLst/>
              <a:gdLst>
                <a:gd name="T0" fmla="*/ 8 w 234"/>
                <a:gd name="T1" fmla="*/ 10 h 168"/>
                <a:gd name="T2" fmla="*/ 0 w 234"/>
                <a:gd name="T3" fmla="*/ 31 h 168"/>
                <a:gd name="T4" fmla="*/ 20 w 234"/>
                <a:gd name="T5" fmla="*/ 42 h 168"/>
                <a:gd name="T6" fmla="*/ 11 w 234"/>
                <a:gd name="T7" fmla="*/ 44 h 168"/>
                <a:gd name="T8" fmla="*/ 14 w 234"/>
                <a:gd name="T9" fmla="*/ 53 h 168"/>
                <a:gd name="T10" fmla="*/ 36 w 234"/>
                <a:gd name="T11" fmla="*/ 59 h 168"/>
                <a:gd name="T12" fmla="*/ 79 w 234"/>
                <a:gd name="T13" fmla="*/ 59 h 168"/>
                <a:gd name="T14" fmla="*/ 95 w 234"/>
                <a:gd name="T15" fmla="*/ 54 h 168"/>
                <a:gd name="T16" fmla="*/ 109 w 234"/>
                <a:gd name="T17" fmla="*/ 74 h 168"/>
                <a:gd name="T18" fmla="*/ 120 w 234"/>
                <a:gd name="T19" fmla="*/ 74 h 168"/>
                <a:gd name="T20" fmla="*/ 136 w 234"/>
                <a:gd name="T21" fmla="*/ 108 h 168"/>
                <a:gd name="T22" fmla="*/ 134 w 234"/>
                <a:gd name="T23" fmla="*/ 118 h 168"/>
                <a:gd name="T24" fmla="*/ 109 w 234"/>
                <a:gd name="T25" fmla="*/ 122 h 168"/>
                <a:gd name="T26" fmla="*/ 110 w 234"/>
                <a:gd name="T27" fmla="*/ 138 h 168"/>
                <a:gd name="T28" fmla="*/ 123 w 234"/>
                <a:gd name="T29" fmla="*/ 135 h 168"/>
                <a:gd name="T30" fmla="*/ 151 w 234"/>
                <a:gd name="T31" fmla="*/ 145 h 168"/>
                <a:gd name="T32" fmla="*/ 191 w 234"/>
                <a:gd name="T33" fmla="*/ 165 h 168"/>
                <a:gd name="T34" fmla="*/ 196 w 234"/>
                <a:gd name="T35" fmla="*/ 165 h 168"/>
                <a:gd name="T36" fmla="*/ 180 w 234"/>
                <a:gd name="T37" fmla="*/ 145 h 168"/>
                <a:gd name="T38" fmla="*/ 211 w 234"/>
                <a:gd name="T39" fmla="*/ 145 h 168"/>
                <a:gd name="T40" fmla="*/ 206 w 234"/>
                <a:gd name="T41" fmla="*/ 133 h 168"/>
                <a:gd name="T42" fmla="*/ 199 w 234"/>
                <a:gd name="T43" fmla="*/ 130 h 168"/>
                <a:gd name="T44" fmla="*/ 197 w 234"/>
                <a:gd name="T45" fmla="*/ 130 h 168"/>
                <a:gd name="T46" fmla="*/ 186 w 234"/>
                <a:gd name="T47" fmla="*/ 118 h 168"/>
                <a:gd name="T48" fmla="*/ 183 w 234"/>
                <a:gd name="T49" fmla="*/ 114 h 168"/>
                <a:gd name="T50" fmla="*/ 187 w 234"/>
                <a:gd name="T51" fmla="*/ 114 h 168"/>
                <a:gd name="T52" fmla="*/ 184 w 234"/>
                <a:gd name="T53" fmla="*/ 111 h 168"/>
                <a:gd name="T54" fmla="*/ 187 w 234"/>
                <a:gd name="T55" fmla="*/ 107 h 168"/>
                <a:gd name="T56" fmla="*/ 219 w 234"/>
                <a:gd name="T57" fmla="*/ 118 h 168"/>
                <a:gd name="T58" fmla="*/ 225 w 234"/>
                <a:gd name="T59" fmla="*/ 111 h 168"/>
                <a:gd name="T60" fmla="*/ 226 w 234"/>
                <a:gd name="T61" fmla="*/ 100 h 168"/>
                <a:gd name="T62" fmla="*/ 218 w 234"/>
                <a:gd name="T63" fmla="*/ 96 h 168"/>
                <a:gd name="T64" fmla="*/ 205 w 234"/>
                <a:gd name="T65" fmla="*/ 87 h 168"/>
                <a:gd name="T66" fmla="*/ 183 w 234"/>
                <a:gd name="T67" fmla="*/ 75 h 168"/>
                <a:gd name="T68" fmla="*/ 188 w 234"/>
                <a:gd name="T69" fmla="*/ 66 h 168"/>
                <a:gd name="T70" fmla="*/ 189 w 234"/>
                <a:gd name="T71" fmla="*/ 61 h 168"/>
                <a:gd name="T72" fmla="*/ 177 w 234"/>
                <a:gd name="T73" fmla="*/ 54 h 168"/>
                <a:gd name="T74" fmla="*/ 157 w 234"/>
                <a:gd name="T75" fmla="*/ 42 h 168"/>
                <a:gd name="T76" fmla="*/ 140 w 234"/>
                <a:gd name="T77" fmla="*/ 36 h 168"/>
                <a:gd name="T78" fmla="*/ 101 w 234"/>
                <a:gd name="T79" fmla="*/ 17 h 168"/>
                <a:gd name="T80" fmla="*/ 83 w 234"/>
                <a:gd name="T81" fmla="*/ 22 h 168"/>
                <a:gd name="T82" fmla="*/ 78 w 234"/>
                <a:gd name="T83" fmla="*/ 19 h 168"/>
                <a:gd name="T84" fmla="*/ 36 w 234"/>
                <a:gd name="T85" fmla="*/ 17 h 168"/>
                <a:gd name="T86" fmla="*/ 33 w 234"/>
                <a:gd name="T87" fmla="*/ 30 h 168"/>
                <a:gd name="T88" fmla="*/ 30 w 234"/>
                <a:gd name="T89" fmla="*/ 20 h 168"/>
                <a:gd name="T90" fmla="*/ 40 w 234"/>
                <a:gd name="T91" fmla="*/ 3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34" h="168">
                  <a:moveTo>
                    <a:pt x="31" y="0"/>
                  </a:moveTo>
                  <a:cubicBezTo>
                    <a:pt x="21" y="0"/>
                    <a:pt x="14" y="5"/>
                    <a:pt x="8" y="10"/>
                  </a:cubicBezTo>
                  <a:cubicBezTo>
                    <a:pt x="7" y="11"/>
                    <a:pt x="8" y="17"/>
                    <a:pt x="6" y="18"/>
                  </a:cubicBezTo>
                  <a:cubicBezTo>
                    <a:pt x="2" y="21"/>
                    <a:pt x="0" y="23"/>
                    <a:pt x="0" y="31"/>
                  </a:cubicBezTo>
                  <a:cubicBezTo>
                    <a:pt x="0" y="34"/>
                    <a:pt x="4" y="39"/>
                    <a:pt x="4" y="39"/>
                  </a:cubicBezTo>
                  <a:cubicBezTo>
                    <a:pt x="4" y="39"/>
                    <a:pt x="18" y="40"/>
                    <a:pt x="20" y="42"/>
                  </a:cubicBezTo>
                  <a:cubicBezTo>
                    <a:pt x="20" y="45"/>
                    <a:pt x="20" y="45"/>
                    <a:pt x="20" y="45"/>
                  </a:cubicBezTo>
                  <a:cubicBezTo>
                    <a:pt x="17" y="45"/>
                    <a:pt x="13" y="44"/>
                    <a:pt x="11" y="44"/>
                  </a:cubicBezTo>
                  <a:cubicBezTo>
                    <a:pt x="9" y="44"/>
                    <a:pt x="8" y="44"/>
                    <a:pt x="7" y="44"/>
                  </a:cubicBezTo>
                  <a:cubicBezTo>
                    <a:pt x="8" y="48"/>
                    <a:pt x="12" y="49"/>
                    <a:pt x="14" y="53"/>
                  </a:cubicBezTo>
                  <a:cubicBezTo>
                    <a:pt x="27" y="53"/>
                    <a:pt x="27" y="53"/>
                    <a:pt x="27" y="53"/>
                  </a:cubicBezTo>
                  <a:cubicBezTo>
                    <a:pt x="29" y="55"/>
                    <a:pt x="33" y="59"/>
                    <a:pt x="36" y="59"/>
                  </a:cubicBezTo>
                  <a:cubicBezTo>
                    <a:pt x="44" y="59"/>
                    <a:pt x="57" y="58"/>
                    <a:pt x="67" y="58"/>
                  </a:cubicBezTo>
                  <a:cubicBezTo>
                    <a:pt x="72" y="58"/>
                    <a:pt x="76" y="58"/>
                    <a:pt x="79" y="59"/>
                  </a:cubicBezTo>
                  <a:cubicBezTo>
                    <a:pt x="79" y="61"/>
                    <a:pt x="78" y="65"/>
                    <a:pt x="81" y="65"/>
                  </a:cubicBezTo>
                  <a:cubicBezTo>
                    <a:pt x="86" y="65"/>
                    <a:pt x="91" y="54"/>
                    <a:pt x="95" y="54"/>
                  </a:cubicBezTo>
                  <a:cubicBezTo>
                    <a:pt x="98" y="54"/>
                    <a:pt x="113" y="67"/>
                    <a:pt x="116" y="70"/>
                  </a:cubicBezTo>
                  <a:cubicBezTo>
                    <a:pt x="114" y="70"/>
                    <a:pt x="109" y="71"/>
                    <a:pt x="109" y="74"/>
                  </a:cubicBezTo>
                  <a:cubicBezTo>
                    <a:pt x="109" y="74"/>
                    <a:pt x="110" y="77"/>
                    <a:pt x="111" y="77"/>
                  </a:cubicBezTo>
                  <a:cubicBezTo>
                    <a:pt x="115" y="77"/>
                    <a:pt x="117" y="74"/>
                    <a:pt x="120" y="74"/>
                  </a:cubicBezTo>
                  <a:cubicBezTo>
                    <a:pt x="126" y="74"/>
                    <a:pt x="144" y="88"/>
                    <a:pt x="144" y="95"/>
                  </a:cubicBezTo>
                  <a:cubicBezTo>
                    <a:pt x="144" y="99"/>
                    <a:pt x="138" y="105"/>
                    <a:pt x="136" y="108"/>
                  </a:cubicBezTo>
                  <a:cubicBezTo>
                    <a:pt x="134" y="110"/>
                    <a:pt x="129" y="107"/>
                    <a:pt x="129" y="112"/>
                  </a:cubicBezTo>
                  <a:cubicBezTo>
                    <a:pt x="129" y="114"/>
                    <a:pt x="132" y="117"/>
                    <a:pt x="134" y="118"/>
                  </a:cubicBezTo>
                  <a:cubicBezTo>
                    <a:pt x="130" y="120"/>
                    <a:pt x="124" y="122"/>
                    <a:pt x="121" y="122"/>
                  </a:cubicBezTo>
                  <a:cubicBezTo>
                    <a:pt x="119" y="122"/>
                    <a:pt x="114" y="122"/>
                    <a:pt x="109" y="122"/>
                  </a:cubicBezTo>
                  <a:cubicBezTo>
                    <a:pt x="105" y="122"/>
                    <a:pt x="97" y="127"/>
                    <a:pt x="97" y="130"/>
                  </a:cubicBezTo>
                  <a:cubicBezTo>
                    <a:pt x="97" y="134"/>
                    <a:pt x="107" y="138"/>
                    <a:pt x="110" y="138"/>
                  </a:cubicBezTo>
                  <a:cubicBezTo>
                    <a:pt x="113" y="138"/>
                    <a:pt x="115" y="133"/>
                    <a:pt x="118" y="133"/>
                  </a:cubicBezTo>
                  <a:cubicBezTo>
                    <a:pt x="121" y="133"/>
                    <a:pt x="120" y="135"/>
                    <a:pt x="123" y="135"/>
                  </a:cubicBezTo>
                  <a:cubicBezTo>
                    <a:pt x="126" y="135"/>
                    <a:pt x="127" y="133"/>
                    <a:pt x="129" y="131"/>
                  </a:cubicBezTo>
                  <a:cubicBezTo>
                    <a:pt x="137" y="136"/>
                    <a:pt x="142" y="141"/>
                    <a:pt x="151" y="145"/>
                  </a:cubicBezTo>
                  <a:cubicBezTo>
                    <a:pt x="146" y="155"/>
                    <a:pt x="163" y="154"/>
                    <a:pt x="170" y="158"/>
                  </a:cubicBezTo>
                  <a:cubicBezTo>
                    <a:pt x="177" y="162"/>
                    <a:pt x="183" y="161"/>
                    <a:pt x="191" y="165"/>
                  </a:cubicBezTo>
                  <a:cubicBezTo>
                    <a:pt x="192" y="165"/>
                    <a:pt x="192" y="168"/>
                    <a:pt x="194" y="168"/>
                  </a:cubicBezTo>
                  <a:cubicBezTo>
                    <a:pt x="195" y="168"/>
                    <a:pt x="196" y="167"/>
                    <a:pt x="196" y="165"/>
                  </a:cubicBezTo>
                  <a:cubicBezTo>
                    <a:pt x="196" y="157"/>
                    <a:pt x="181" y="151"/>
                    <a:pt x="176" y="145"/>
                  </a:cubicBezTo>
                  <a:cubicBezTo>
                    <a:pt x="180" y="145"/>
                    <a:pt x="180" y="145"/>
                    <a:pt x="180" y="145"/>
                  </a:cubicBezTo>
                  <a:cubicBezTo>
                    <a:pt x="183" y="149"/>
                    <a:pt x="201" y="156"/>
                    <a:pt x="206" y="156"/>
                  </a:cubicBezTo>
                  <a:cubicBezTo>
                    <a:pt x="208" y="153"/>
                    <a:pt x="211" y="148"/>
                    <a:pt x="211" y="145"/>
                  </a:cubicBezTo>
                  <a:cubicBezTo>
                    <a:pt x="211" y="142"/>
                    <a:pt x="206" y="140"/>
                    <a:pt x="206" y="138"/>
                  </a:cubicBezTo>
                  <a:cubicBezTo>
                    <a:pt x="205" y="137"/>
                    <a:pt x="205" y="137"/>
                    <a:pt x="206" y="133"/>
                  </a:cubicBezTo>
                  <a:cubicBezTo>
                    <a:pt x="204" y="133"/>
                    <a:pt x="204" y="133"/>
                    <a:pt x="201" y="133"/>
                  </a:cubicBezTo>
                  <a:cubicBezTo>
                    <a:pt x="200" y="130"/>
                    <a:pt x="200" y="130"/>
                    <a:pt x="199" y="130"/>
                  </a:cubicBezTo>
                  <a:cubicBezTo>
                    <a:pt x="198" y="130"/>
                    <a:pt x="198" y="130"/>
                    <a:pt x="198" y="130"/>
                  </a:cubicBezTo>
                  <a:cubicBezTo>
                    <a:pt x="197" y="130"/>
                    <a:pt x="197" y="130"/>
                    <a:pt x="197" y="130"/>
                  </a:cubicBezTo>
                  <a:cubicBezTo>
                    <a:pt x="196" y="130"/>
                    <a:pt x="194" y="130"/>
                    <a:pt x="193" y="129"/>
                  </a:cubicBezTo>
                  <a:cubicBezTo>
                    <a:pt x="190" y="128"/>
                    <a:pt x="187" y="122"/>
                    <a:pt x="186" y="118"/>
                  </a:cubicBezTo>
                  <a:cubicBezTo>
                    <a:pt x="183" y="118"/>
                    <a:pt x="183" y="118"/>
                    <a:pt x="183" y="118"/>
                  </a:cubicBezTo>
                  <a:cubicBezTo>
                    <a:pt x="183" y="114"/>
                    <a:pt x="183" y="114"/>
                    <a:pt x="183" y="114"/>
                  </a:cubicBezTo>
                  <a:cubicBezTo>
                    <a:pt x="183" y="114"/>
                    <a:pt x="184" y="115"/>
                    <a:pt x="185" y="115"/>
                  </a:cubicBezTo>
                  <a:cubicBezTo>
                    <a:pt x="185" y="115"/>
                    <a:pt x="186" y="114"/>
                    <a:pt x="187" y="114"/>
                  </a:cubicBezTo>
                  <a:cubicBezTo>
                    <a:pt x="187" y="111"/>
                    <a:pt x="187" y="111"/>
                    <a:pt x="187" y="111"/>
                  </a:cubicBezTo>
                  <a:cubicBezTo>
                    <a:pt x="186" y="111"/>
                    <a:pt x="185" y="111"/>
                    <a:pt x="184" y="111"/>
                  </a:cubicBezTo>
                  <a:cubicBezTo>
                    <a:pt x="184" y="111"/>
                    <a:pt x="183" y="111"/>
                    <a:pt x="181" y="110"/>
                  </a:cubicBezTo>
                  <a:cubicBezTo>
                    <a:pt x="182" y="110"/>
                    <a:pt x="185" y="107"/>
                    <a:pt x="187" y="107"/>
                  </a:cubicBezTo>
                  <a:cubicBezTo>
                    <a:pt x="201" y="107"/>
                    <a:pt x="201" y="126"/>
                    <a:pt x="215" y="126"/>
                  </a:cubicBezTo>
                  <a:cubicBezTo>
                    <a:pt x="219" y="126"/>
                    <a:pt x="219" y="122"/>
                    <a:pt x="219" y="118"/>
                  </a:cubicBezTo>
                  <a:cubicBezTo>
                    <a:pt x="225" y="118"/>
                    <a:pt x="225" y="116"/>
                    <a:pt x="225" y="115"/>
                  </a:cubicBezTo>
                  <a:cubicBezTo>
                    <a:pt x="225" y="114"/>
                    <a:pt x="226" y="114"/>
                    <a:pt x="225" y="111"/>
                  </a:cubicBezTo>
                  <a:cubicBezTo>
                    <a:pt x="229" y="111"/>
                    <a:pt x="234" y="110"/>
                    <a:pt x="234" y="106"/>
                  </a:cubicBezTo>
                  <a:cubicBezTo>
                    <a:pt x="234" y="102"/>
                    <a:pt x="232" y="100"/>
                    <a:pt x="226" y="100"/>
                  </a:cubicBezTo>
                  <a:cubicBezTo>
                    <a:pt x="225" y="100"/>
                    <a:pt x="223" y="100"/>
                    <a:pt x="221" y="98"/>
                  </a:cubicBezTo>
                  <a:cubicBezTo>
                    <a:pt x="220" y="96"/>
                    <a:pt x="219" y="96"/>
                    <a:pt x="218" y="96"/>
                  </a:cubicBezTo>
                  <a:cubicBezTo>
                    <a:pt x="217" y="96"/>
                    <a:pt x="215" y="97"/>
                    <a:pt x="211" y="97"/>
                  </a:cubicBezTo>
                  <a:cubicBezTo>
                    <a:pt x="207" y="97"/>
                    <a:pt x="206" y="92"/>
                    <a:pt x="205" y="87"/>
                  </a:cubicBezTo>
                  <a:cubicBezTo>
                    <a:pt x="199" y="87"/>
                    <a:pt x="191" y="84"/>
                    <a:pt x="191" y="77"/>
                  </a:cubicBezTo>
                  <a:cubicBezTo>
                    <a:pt x="187" y="77"/>
                    <a:pt x="185" y="76"/>
                    <a:pt x="183" y="75"/>
                  </a:cubicBezTo>
                  <a:cubicBezTo>
                    <a:pt x="185" y="71"/>
                    <a:pt x="188" y="71"/>
                    <a:pt x="192" y="68"/>
                  </a:cubicBezTo>
                  <a:cubicBezTo>
                    <a:pt x="191" y="67"/>
                    <a:pt x="189" y="66"/>
                    <a:pt x="188" y="66"/>
                  </a:cubicBezTo>
                  <a:cubicBezTo>
                    <a:pt x="185" y="66"/>
                    <a:pt x="184" y="66"/>
                    <a:pt x="179" y="65"/>
                  </a:cubicBezTo>
                  <a:cubicBezTo>
                    <a:pt x="182" y="62"/>
                    <a:pt x="185" y="62"/>
                    <a:pt x="189" y="61"/>
                  </a:cubicBezTo>
                  <a:cubicBezTo>
                    <a:pt x="188" y="57"/>
                    <a:pt x="185" y="54"/>
                    <a:pt x="181" y="54"/>
                  </a:cubicBezTo>
                  <a:cubicBezTo>
                    <a:pt x="181" y="54"/>
                    <a:pt x="178" y="54"/>
                    <a:pt x="177" y="54"/>
                  </a:cubicBezTo>
                  <a:cubicBezTo>
                    <a:pt x="177" y="50"/>
                    <a:pt x="177" y="50"/>
                    <a:pt x="177" y="50"/>
                  </a:cubicBezTo>
                  <a:cubicBezTo>
                    <a:pt x="169" y="49"/>
                    <a:pt x="164" y="44"/>
                    <a:pt x="157" y="42"/>
                  </a:cubicBezTo>
                  <a:cubicBezTo>
                    <a:pt x="157" y="37"/>
                    <a:pt x="150" y="36"/>
                    <a:pt x="147" y="36"/>
                  </a:cubicBezTo>
                  <a:cubicBezTo>
                    <a:pt x="145" y="36"/>
                    <a:pt x="144" y="36"/>
                    <a:pt x="140" y="36"/>
                  </a:cubicBezTo>
                  <a:cubicBezTo>
                    <a:pt x="131" y="36"/>
                    <a:pt x="129" y="26"/>
                    <a:pt x="122" y="22"/>
                  </a:cubicBezTo>
                  <a:cubicBezTo>
                    <a:pt x="119" y="19"/>
                    <a:pt x="107" y="17"/>
                    <a:pt x="101" y="17"/>
                  </a:cubicBezTo>
                  <a:cubicBezTo>
                    <a:pt x="96" y="17"/>
                    <a:pt x="95" y="25"/>
                    <a:pt x="90" y="25"/>
                  </a:cubicBezTo>
                  <a:cubicBezTo>
                    <a:pt x="87" y="25"/>
                    <a:pt x="86" y="22"/>
                    <a:pt x="83" y="22"/>
                  </a:cubicBezTo>
                  <a:cubicBezTo>
                    <a:pt x="80" y="22"/>
                    <a:pt x="79" y="25"/>
                    <a:pt x="78" y="25"/>
                  </a:cubicBezTo>
                  <a:cubicBezTo>
                    <a:pt x="76" y="25"/>
                    <a:pt x="78" y="20"/>
                    <a:pt x="78" y="19"/>
                  </a:cubicBezTo>
                  <a:cubicBezTo>
                    <a:pt x="78" y="13"/>
                    <a:pt x="74" y="3"/>
                    <a:pt x="66" y="3"/>
                  </a:cubicBezTo>
                  <a:cubicBezTo>
                    <a:pt x="55" y="3"/>
                    <a:pt x="36" y="6"/>
                    <a:pt x="36" y="17"/>
                  </a:cubicBezTo>
                  <a:cubicBezTo>
                    <a:pt x="36" y="20"/>
                    <a:pt x="39" y="22"/>
                    <a:pt x="39" y="25"/>
                  </a:cubicBezTo>
                  <a:cubicBezTo>
                    <a:pt x="39" y="27"/>
                    <a:pt x="35" y="30"/>
                    <a:pt x="33" y="30"/>
                  </a:cubicBezTo>
                  <a:cubicBezTo>
                    <a:pt x="29" y="30"/>
                    <a:pt x="30" y="28"/>
                    <a:pt x="30" y="25"/>
                  </a:cubicBezTo>
                  <a:cubicBezTo>
                    <a:pt x="30" y="25"/>
                    <a:pt x="29" y="22"/>
                    <a:pt x="30" y="20"/>
                  </a:cubicBezTo>
                  <a:cubicBezTo>
                    <a:pt x="29" y="20"/>
                    <a:pt x="28" y="19"/>
                    <a:pt x="28" y="17"/>
                  </a:cubicBezTo>
                  <a:cubicBezTo>
                    <a:pt x="28" y="9"/>
                    <a:pt x="37" y="9"/>
                    <a:pt x="40" y="3"/>
                  </a:cubicBezTo>
                  <a:cubicBezTo>
                    <a:pt x="31" y="0"/>
                    <a:pt x="31" y="0"/>
                    <a:pt x="3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1" name="Freeform 144"/>
            <p:cNvSpPr>
              <a:spLocks/>
            </p:cNvSpPr>
            <p:nvPr/>
          </p:nvSpPr>
          <p:spPr bwMode="auto">
            <a:xfrm>
              <a:off x="3716338" y="1955800"/>
              <a:ext cx="26988" cy="15875"/>
            </a:xfrm>
            <a:custGeom>
              <a:avLst/>
              <a:gdLst>
                <a:gd name="T0" fmla="*/ 3 w 7"/>
                <a:gd name="T1" fmla="*/ 0 h 4"/>
                <a:gd name="T2" fmla="*/ 0 w 7"/>
                <a:gd name="T3" fmla="*/ 2 h 4"/>
                <a:gd name="T4" fmla="*/ 3 w 7"/>
                <a:gd name="T5" fmla="*/ 4 h 4"/>
                <a:gd name="T6" fmla="*/ 7 w 7"/>
                <a:gd name="T7" fmla="*/ 2 h 4"/>
                <a:gd name="T8" fmla="*/ 3 w 7"/>
                <a:gd name="T9" fmla="*/ 0 h 4"/>
              </a:gdLst>
              <a:ahLst/>
              <a:cxnLst>
                <a:cxn ang="0">
                  <a:pos x="T0" y="T1"/>
                </a:cxn>
                <a:cxn ang="0">
                  <a:pos x="T2" y="T3"/>
                </a:cxn>
                <a:cxn ang="0">
                  <a:pos x="T4" y="T5"/>
                </a:cxn>
                <a:cxn ang="0">
                  <a:pos x="T6" y="T7"/>
                </a:cxn>
                <a:cxn ang="0">
                  <a:pos x="T8" y="T9"/>
                </a:cxn>
              </a:cxnLst>
              <a:rect l="0" t="0" r="r" b="b"/>
              <a:pathLst>
                <a:path w="7" h="4">
                  <a:moveTo>
                    <a:pt x="3" y="0"/>
                  </a:moveTo>
                  <a:cubicBezTo>
                    <a:pt x="2" y="0"/>
                    <a:pt x="1" y="0"/>
                    <a:pt x="0" y="2"/>
                  </a:cubicBezTo>
                  <a:cubicBezTo>
                    <a:pt x="1" y="3"/>
                    <a:pt x="2" y="4"/>
                    <a:pt x="3" y="4"/>
                  </a:cubicBezTo>
                  <a:cubicBezTo>
                    <a:pt x="4" y="4"/>
                    <a:pt x="5" y="3"/>
                    <a:pt x="7" y="2"/>
                  </a:cubicBezTo>
                  <a:cubicBezTo>
                    <a:pt x="5" y="1"/>
                    <a:pt x="4"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2" name="Freeform 145"/>
            <p:cNvSpPr>
              <a:spLocks/>
            </p:cNvSpPr>
            <p:nvPr/>
          </p:nvSpPr>
          <p:spPr bwMode="auto">
            <a:xfrm>
              <a:off x="3536950" y="1831975"/>
              <a:ext cx="22225" cy="19050"/>
            </a:xfrm>
            <a:custGeom>
              <a:avLst/>
              <a:gdLst>
                <a:gd name="T0" fmla="*/ 2 w 6"/>
                <a:gd name="T1" fmla="*/ 0 h 5"/>
                <a:gd name="T2" fmla="*/ 1 w 6"/>
                <a:gd name="T3" fmla="*/ 0 h 5"/>
                <a:gd name="T4" fmla="*/ 6 w 6"/>
                <a:gd name="T5" fmla="*/ 5 h 5"/>
                <a:gd name="T6" fmla="*/ 2 w 6"/>
                <a:gd name="T7" fmla="*/ 0 h 5"/>
              </a:gdLst>
              <a:ahLst/>
              <a:cxnLst>
                <a:cxn ang="0">
                  <a:pos x="T0" y="T1"/>
                </a:cxn>
                <a:cxn ang="0">
                  <a:pos x="T2" y="T3"/>
                </a:cxn>
                <a:cxn ang="0">
                  <a:pos x="T4" y="T5"/>
                </a:cxn>
                <a:cxn ang="0">
                  <a:pos x="T6" y="T7"/>
                </a:cxn>
              </a:cxnLst>
              <a:rect l="0" t="0" r="r" b="b"/>
              <a:pathLst>
                <a:path w="6" h="5">
                  <a:moveTo>
                    <a:pt x="2" y="0"/>
                  </a:moveTo>
                  <a:cubicBezTo>
                    <a:pt x="2" y="0"/>
                    <a:pt x="1" y="0"/>
                    <a:pt x="1" y="0"/>
                  </a:cubicBezTo>
                  <a:cubicBezTo>
                    <a:pt x="0" y="2"/>
                    <a:pt x="3" y="4"/>
                    <a:pt x="6" y="5"/>
                  </a:cubicBezTo>
                  <a:cubicBezTo>
                    <a:pt x="5" y="3"/>
                    <a:pt x="4"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3" name="Freeform 146"/>
            <p:cNvSpPr>
              <a:spLocks/>
            </p:cNvSpPr>
            <p:nvPr/>
          </p:nvSpPr>
          <p:spPr bwMode="auto">
            <a:xfrm>
              <a:off x="3303588" y="768350"/>
              <a:ext cx="935038" cy="488950"/>
            </a:xfrm>
            <a:custGeom>
              <a:avLst/>
              <a:gdLst>
                <a:gd name="T0" fmla="*/ 141 w 249"/>
                <a:gd name="T1" fmla="*/ 4 h 130"/>
                <a:gd name="T2" fmla="*/ 127 w 249"/>
                <a:gd name="T3" fmla="*/ 3 h 130"/>
                <a:gd name="T4" fmla="*/ 87 w 249"/>
                <a:gd name="T5" fmla="*/ 7 h 130"/>
                <a:gd name="T6" fmla="*/ 82 w 249"/>
                <a:gd name="T7" fmla="*/ 7 h 130"/>
                <a:gd name="T8" fmla="*/ 48 w 249"/>
                <a:gd name="T9" fmla="*/ 14 h 130"/>
                <a:gd name="T10" fmla="*/ 35 w 249"/>
                <a:gd name="T11" fmla="*/ 22 h 130"/>
                <a:gd name="T12" fmla="*/ 0 w 249"/>
                <a:gd name="T13" fmla="*/ 33 h 130"/>
                <a:gd name="T14" fmla="*/ 10 w 249"/>
                <a:gd name="T15" fmla="*/ 31 h 130"/>
                <a:gd name="T16" fmla="*/ 11 w 249"/>
                <a:gd name="T17" fmla="*/ 36 h 130"/>
                <a:gd name="T18" fmla="*/ 28 w 249"/>
                <a:gd name="T19" fmla="*/ 33 h 130"/>
                <a:gd name="T20" fmla="*/ 16 w 249"/>
                <a:gd name="T21" fmla="*/ 42 h 130"/>
                <a:gd name="T22" fmla="*/ 29 w 249"/>
                <a:gd name="T23" fmla="*/ 42 h 130"/>
                <a:gd name="T24" fmla="*/ 37 w 249"/>
                <a:gd name="T25" fmla="*/ 51 h 130"/>
                <a:gd name="T26" fmla="*/ 47 w 249"/>
                <a:gd name="T27" fmla="*/ 48 h 130"/>
                <a:gd name="T28" fmla="*/ 64 w 249"/>
                <a:gd name="T29" fmla="*/ 51 h 130"/>
                <a:gd name="T30" fmla="*/ 95 w 249"/>
                <a:gd name="T31" fmla="*/ 47 h 130"/>
                <a:gd name="T32" fmla="*/ 86 w 249"/>
                <a:gd name="T33" fmla="*/ 55 h 130"/>
                <a:gd name="T34" fmla="*/ 70 w 249"/>
                <a:gd name="T35" fmla="*/ 58 h 130"/>
                <a:gd name="T36" fmla="*/ 79 w 249"/>
                <a:gd name="T37" fmla="*/ 67 h 130"/>
                <a:gd name="T38" fmla="*/ 55 w 249"/>
                <a:gd name="T39" fmla="*/ 56 h 130"/>
                <a:gd name="T40" fmla="*/ 45 w 249"/>
                <a:gd name="T41" fmla="*/ 56 h 130"/>
                <a:gd name="T42" fmla="*/ 47 w 249"/>
                <a:gd name="T43" fmla="*/ 60 h 130"/>
                <a:gd name="T44" fmla="*/ 40 w 249"/>
                <a:gd name="T45" fmla="*/ 62 h 130"/>
                <a:gd name="T46" fmla="*/ 44 w 249"/>
                <a:gd name="T47" fmla="*/ 84 h 130"/>
                <a:gd name="T48" fmla="*/ 36 w 249"/>
                <a:gd name="T49" fmla="*/ 97 h 130"/>
                <a:gd name="T50" fmla="*/ 43 w 249"/>
                <a:gd name="T51" fmla="*/ 95 h 130"/>
                <a:gd name="T52" fmla="*/ 60 w 249"/>
                <a:gd name="T53" fmla="*/ 109 h 130"/>
                <a:gd name="T54" fmla="*/ 37 w 249"/>
                <a:gd name="T55" fmla="*/ 101 h 130"/>
                <a:gd name="T56" fmla="*/ 30 w 249"/>
                <a:gd name="T57" fmla="*/ 104 h 130"/>
                <a:gd name="T58" fmla="*/ 18 w 249"/>
                <a:gd name="T59" fmla="*/ 124 h 130"/>
                <a:gd name="T60" fmla="*/ 25 w 249"/>
                <a:gd name="T61" fmla="*/ 123 h 130"/>
                <a:gd name="T62" fmla="*/ 60 w 249"/>
                <a:gd name="T63" fmla="*/ 126 h 130"/>
                <a:gd name="T64" fmla="*/ 91 w 249"/>
                <a:gd name="T65" fmla="*/ 130 h 130"/>
                <a:gd name="T66" fmla="*/ 110 w 249"/>
                <a:gd name="T67" fmla="*/ 118 h 130"/>
                <a:gd name="T68" fmla="*/ 102 w 249"/>
                <a:gd name="T69" fmla="*/ 118 h 130"/>
                <a:gd name="T70" fmla="*/ 112 w 249"/>
                <a:gd name="T71" fmla="*/ 100 h 130"/>
                <a:gd name="T72" fmla="*/ 139 w 249"/>
                <a:gd name="T73" fmla="*/ 87 h 130"/>
                <a:gd name="T74" fmla="*/ 135 w 249"/>
                <a:gd name="T75" fmla="*/ 81 h 130"/>
                <a:gd name="T76" fmla="*/ 131 w 249"/>
                <a:gd name="T77" fmla="*/ 75 h 130"/>
                <a:gd name="T78" fmla="*/ 152 w 249"/>
                <a:gd name="T79" fmla="*/ 69 h 130"/>
                <a:gd name="T80" fmla="*/ 160 w 249"/>
                <a:gd name="T81" fmla="*/ 70 h 130"/>
                <a:gd name="T82" fmla="*/ 191 w 249"/>
                <a:gd name="T83" fmla="*/ 47 h 130"/>
                <a:gd name="T84" fmla="*/ 222 w 249"/>
                <a:gd name="T85" fmla="*/ 33 h 130"/>
                <a:gd name="T86" fmla="*/ 208 w 249"/>
                <a:gd name="T87" fmla="*/ 34 h 130"/>
                <a:gd name="T88" fmla="*/ 242 w 249"/>
                <a:gd name="T89" fmla="*/ 21 h 130"/>
                <a:gd name="T90" fmla="*/ 231 w 249"/>
                <a:gd name="T91" fmla="*/ 10 h 130"/>
                <a:gd name="T92" fmla="*/ 221 w 249"/>
                <a:gd name="T93" fmla="*/ 3 h 130"/>
                <a:gd name="T94" fmla="*/ 203 w 249"/>
                <a:gd name="T95" fmla="*/ 6 h 130"/>
                <a:gd name="T96" fmla="*/ 166 w 249"/>
                <a:gd name="T97" fmla="*/ 2 h 130"/>
                <a:gd name="T98" fmla="*/ 150 w 249"/>
                <a:gd name="T9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9" h="130">
                  <a:moveTo>
                    <a:pt x="150" y="0"/>
                  </a:moveTo>
                  <a:cubicBezTo>
                    <a:pt x="146" y="0"/>
                    <a:pt x="145" y="4"/>
                    <a:pt x="141" y="4"/>
                  </a:cubicBezTo>
                  <a:cubicBezTo>
                    <a:pt x="136" y="4"/>
                    <a:pt x="135" y="1"/>
                    <a:pt x="130" y="1"/>
                  </a:cubicBezTo>
                  <a:cubicBezTo>
                    <a:pt x="129" y="1"/>
                    <a:pt x="127" y="2"/>
                    <a:pt x="127" y="3"/>
                  </a:cubicBezTo>
                  <a:cubicBezTo>
                    <a:pt x="112" y="3"/>
                    <a:pt x="109" y="3"/>
                    <a:pt x="94" y="3"/>
                  </a:cubicBezTo>
                  <a:cubicBezTo>
                    <a:pt x="91" y="3"/>
                    <a:pt x="89" y="4"/>
                    <a:pt x="87" y="7"/>
                  </a:cubicBezTo>
                  <a:cubicBezTo>
                    <a:pt x="86" y="8"/>
                    <a:pt x="85" y="8"/>
                    <a:pt x="85" y="8"/>
                  </a:cubicBezTo>
                  <a:cubicBezTo>
                    <a:pt x="85" y="8"/>
                    <a:pt x="85" y="7"/>
                    <a:pt x="82" y="7"/>
                  </a:cubicBezTo>
                  <a:cubicBezTo>
                    <a:pt x="73" y="7"/>
                    <a:pt x="70" y="13"/>
                    <a:pt x="67" y="20"/>
                  </a:cubicBezTo>
                  <a:cubicBezTo>
                    <a:pt x="65" y="19"/>
                    <a:pt x="54" y="14"/>
                    <a:pt x="48" y="14"/>
                  </a:cubicBezTo>
                  <a:cubicBezTo>
                    <a:pt x="42" y="14"/>
                    <a:pt x="46" y="20"/>
                    <a:pt x="37" y="20"/>
                  </a:cubicBezTo>
                  <a:cubicBezTo>
                    <a:pt x="37" y="21"/>
                    <a:pt x="36" y="22"/>
                    <a:pt x="35" y="22"/>
                  </a:cubicBezTo>
                  <a:cubicBezTo>
                    <a:pt x="34" y="22"/>
                    <a:pt x="32" y="22"/>
                    <a:pt x="28" y="22"/>
                  </a:cubicBezTo>
                  <a:cubicBezTo>
                    <a:pt x="20" y="22"/>
                    <a:pt x="2" y="26"/>
                    <a:pt x="0" y="33"/>
                  </a:cubicBezTo>
                  <a:cubicBezTo>
                    <a:pt x="2" y="33"/>
                    <a:pt x="5" y="33"/>
                    <a:pt x="6" y="33"/>
                  </a:cubicBezTo>
                  <a:cubicBezTo>
                    <a:pt x="7" y="32"/>
                    <a:pt x="9" y="31"/>
                    <a:pt x="10" y="31"/>
                  </a:cubicBezTo>
                  <a:cubicBezTo>
                    <a:pt x="19" y="31"/>
                    <a:pt x="19" y="31"/>
                    <a:pt x="19" y="31"/>
                  </a:cubicBezTo>
                  <a:cubicBezTo>
                    <a:pt x="16" y="32"/>
                    <a:pt x="14" y="33"/>
                    <a:pt x="11" y="36"/>
                  </a:cubicBezTo>
                  <a:cubicBezTo>
                    <a:pt x="12" y="36"/>
                    <a:pt x="15" y="38"/>
                    <a:pt x="16" y="38"/>
                  </a:cubicBezTo>
                  <a:cubicBezTo>
                    <a:pt x="22" y="38"/>
                    <a:pt x="22" y="33"/>
                    <a:pt x="28" y="33"/>
                  </a:cubicBezTo>
                  <a:cubicBezTo>
                    <a:pt x="30" y="33"/>
                    <a:pt x="31" y="33"/>
                    <a:pt x="33" y="33"/>
                  </a:cubicBezTo>
                  <a:cubicBezTo>
                    <a:pt x="26" y="36"/>
                    <a:pt x="19" y="35"/>
                    <a:pt x="16" y="42"/>
                  </a:cubicBezTo>
                  <a:cubicBezTo>
                    <a:pt x="16" y="42"/>
                    <a:pt x="18" y="42"/>
                    <a:pt x="19" y="42"/>
                  </a:cubicBezTo>
                  <a:cubicBezTo>
                    <a:pt x="22" y="42"/>
                    <a:pt x="25" y="42"/>
                    <a:pt x="29" y="42"/>
                  </a:cubicBezTo>
                  <a:cubicBezTo>
                    <a:pt x="25" y="42"/>
                    <a:pt x="23" y="44"/>
                    <a:pt x="21" y="45"/>
                  </a:cubicBezTo>
                  <a:cubicBezTo>
                    <a:pt x="23" y="48"/>
                    <a:pt x="31" y="51"/>
                    <a:pt x="37" y="51"/>
                  </a:cubicBezTo>
                  <a:cubicBezTo>
                    <a:pt x="40" y="51"/>
                    <a:pt x="41" y="50"/>
                    <a:pt x="43" y="48"/>
                  </a:cubicBezTo>
                  <a:cubicBezTo>
                    <a:pt x="47" y="48"/>
                    <a:pt x="47" y="48"/>
                    <a:pt x="47" y="48"/>
                  </a:cubicBezTo>
                  <a:cubicBezTo>
                    <a:pt x="45" y="52"/>
                    <a:pt x="53" y="54"/>
                    <a:pt x="58" y="54"/>
                  </a:cubicBezTo>
                  <a:cubicBezTo>
                    <a:pt x="61" y="54"/>
                    <a:pt x="62" y="51"/>
                    <a:pt x="64" y="51"/>
                  </a:cubicBezTo>
                  <a:cubicBezTo>
                    <a:pt x="67" y="51"/>
                    <a:pt x="69" y="54"/>
                    <a:pt x="74" y="54"/>
                  </a:cubicBezTo>
                  <a:cubicBezTo>
                    <a:pt x="83" y="54"/>
                    <a:pt x="90" y="52"/>
                    <a:pt x="95" y="47"/>
                  </a:cubicBezTo>
                  <a:cubicBezTo>
                    <a:pt x="100" y="47"/>
                    <a:pt x="100" y="47"/>
                    <a:pt x="100" y="47"/>
                  </a:cubicBezTo>
                  <a:cubicBezTo>
                    <a:pt x="96" y="51"/>
                    <a:pt x="91" y="53"/>
                    <a:pt x="86" y="55"/>
                  </a:cubicBezTo>
                  <a:cubicBezTo>
                    <a:pt x="72" y="55"/>
                    <a:pt x="72" y="55"/>
                    <a:pt x="72" y="55"/>
                  </a:cubicBezTo>
                  <a:cubicBezTo>
                    <a:pt x="71" y="56"/>
                    <a:pt x="70" y="57"/>
                    <a:pt x="70" y="58"/>
                  </a:cubicBezTo>
                  <a:cubicBezTo>
                    <a:pt x="70" y="60"/>
                    <a:pt x="79" y="65"/>
                    <a:pt x="80" y="67"/>
                  </a:cubicBezTo>
                  <a:cubicBezTo>
                    <a:pt x="80" y="67"/>
                    <a:pt x="79" y="67"/>
                    <a:pt x="79" y="67"/>
                  </a:cubicBezTo>
                  <a:cubicBezTo>
                    <a:pt x="72" y="67"/>
                    <a:pt x="69" y="59"/>
                    <a:pt x="63" y="57"/>
                  </a:cubicBezTo>
                  <a:cubicBezTo>
                    <a:pt x="60" y="56"/>
                    <a:pt x="58" y="56"/>
                    <a:pt x="55" y="56"/>
                  </a:cubicBezTo>
                  <a:cubicBezTo>
                    <a:pt x="52" y="56"/>
                    <a:pt x="49" y="56"/>
                    <a:pt x="47" y="56"/>
                  </a:cubicBezTo>
                  <a:cubicBezTo>
                    <a:pt x="47" y="56"/>
                    <a:pt x="46" y="56"/>
                    <a:pt x="45" y="56"/>
                  </a:cubicBezTo>
                  <a:cubicBezTo>
                    <a:pt x="44" y="56"/>
                    <a:pt x="44" y="56"/>
                    <a:pt x="43" y="56"/>
                  </a:cubicBezTo>
                  <a:cubicBezTo>
                    <a:pt x="44" y="59"/>
                    <a:pt x="44" y="60"/>
                    <a:pt x="47" y="60"/>
                  </a:cubicBezTo>
                  <a:cubicBezTo>
                    <a:pt x="47" y="60"/>
                    <a:pt x="46" y="60"/>
                    <a:pt x="45" y="60"/>
                  </a:cubicBezTo>
                  <a:cubicBezTo>
                    <a:pt x="43" y="60"/>
                    <a:pt x="40" y="60"/>
                    <a:pt x="40" y="62"/>
                  </a:cubicBezTo>
                  <a:cubicBezTo>
                    <a:pt x="40" y="67"/>
                    <a:pt x="60" y="67"/>
                    <a:pt x="60" y="76"/>
                  </a:cubicBezTo>
                  <a:cubicBezTo>
                    <a:pt x="60" y="84"/>
                    <a:pt x="51" y="82"/>
                    <a:pt x="44" y="84"/>
                  </a:cubicBezTo>
                  <a:cubicBezTo>
                    <a:pt x="40" y="85"/>
                    <a:pt x="38" y="89"/>
                    <a:pt x="36" y="93"/>
                  </a:cubicBezTo>
                  <a:cubicBezTo>
                    <a:pt x="36" y="97"/>
                    <a:pt x="36" y="97"/>
                    <a:pt x="36" y="97"/>
                  </a:cubicBezTo>
                  <a:cubicBezTo>
                    <a:pt x="40" y="97"/>
                    <a:pt x="40" y="97"/>
                    <a:pt x="40" y="97"/>
                  </a:cubicBezTo>
                  <a:cubicBezTo>
                    <a:pt x="41" y="96"/>
                    <a:pt x="41" y="96"/>
                    <a:pt x="43" y="95"/>
                  </a:cubicBezTo>
                  <a:cubicBezTo>
                    <a:pt x="47" y="95"/>
                    <a:pt x="47" y="95"/>
                    <a:pt x="47" y="95"/>
                  </a:cubicBezTo>
                  <a:cubicBezTo>
                    <a:pt x="47" y="102"/>
                    <a:pt x="56" y="105"/>
                    <a:pt x="60" y="109"/>
                  </a:cubicBezTo>
                  <a:cubicBezTo>
                    <a:pt x="55" y="109"/>
                    <a:pt x="55" y="109"/>
                    <a:pt x="55" y="109"/>
                  </a:cubicBezTo>
                  <a:cubicBezTo>
                    <a:pt x="49" y="106"/>
                    <a:pt x="46" y="101"/>
                    <a:pt x="37" y="101"/>
                  </a:cubicBezTo>
                  <a:cubicBezTo>
                    <a:pt x="36" y="101"/>
                    <a:pt x="35" y="101"/>
                    <a:pt x="34" y="101"/>
                  </a:cubicBezTo>
                  <a:cubicBezTo>
                    <a:pt x="32" y="101"/>
                    <a:pt x="30" y="101"/>
                    <a:pt x="30" y="104"/>
                  </a:cubicBezTo>
                  <a:cubicBezTo>
                    <a:pt x="30" y="109"/>
                    <a:pt x="36" y="110"/>
                    <a:pt x="39" y="112"/>
                  </a:cubicBezTo>
                  <a:cubicBezTo>
                    <a:pt x="33" y="117"/>
                    <a:pt x="18" y="112"/>
                    <a:pt x="18" y="124"/>
                  </a:cubicBezTo>
                  <a:cubicBezTo>
                    <a:pt x="18" y="125"/>
                    <a:pt x="19" y="126"/>
                    <a:pt x="21" y="126"/>
                  </a:cubicBezTo>
                  <a:cubicBezTo>
                    <a:pt x="23" y="126"/>
                    <a:pt x="24" y="125"/>
                    <a:pt x="25" y="123"/>
                  </a:cubicBezTo>
                  <a:cubicBezTo>
                    <a:pt x="35" y="126"/>
                    <a:pt x="42" y="129"/>
                    <a:pt x="52" y="129"/>
                  </a:cubicBezTo>
                  <a:cubicBezTo>
                    <a:pt x="56" y="129"/>
                    <a:pt x="58" y="126"/>
                    <a:pt x="60" y="126"/>
                  </a:cubicBezTo>
                  <a:cubicBezTo>
                    <a:pt x="67" y="126"/>
                    <a:pt x="73" y="126"/>
                    <a:pt x="82" y="126"/>
                  </a:cubicBezTo>
                  <a:cubicBezTo>
                    <a:pt x="87" y="126"/>
                    <a:pt x="84" y="130"/>
                    <a:pt x="91" y="130"/>
                  </a:cubicBezTo>
                  <a:cubicBezTo>
                    <a:pt x="98" y="130"/>
                    <a:pt x="114" y="125"/>
                    <a:pt x="114" y="120"/>
                  </a:cubicBezTo>
                  <a:cubicBezTo>
                    <a:pt x="114" y="118"/>
                    <a:pt x="111" y="118"/>
                    <a:pt x="110" y="118"/>
                  </a:cubicBezTo>
                  <a:cubicBezTo>
                    <a:pt x="110" y="118"/>
                    <a:pt x="110" y="118"/>
                    <a:pt x="109" y="118"/>
                  </a:cubicBezTo>
                  <a:cubicBezTo>
                    <a:pt x="107" y="118"/>
                    <a:pt x="107" y="118"/>
                    <a:pt x="102" y="118"/>
                  </a:cubicBezTo>
                  <a:cubicBezTo>
                    <a:pt x="102" y="108"/>
                    <a:pt x="114" y="114"/>
                    <a:pt x="114" y="105"/>
                  </a:cubicBezTo>
                  <a:cubicBezTo>
                    <a:pt x="114" y="103"/>
                    <a:pt x="113" y="102"/>
                    <a:pt x="112" y="100"/>
                  </a:cubicBezTo>
                  <a:cubicBezTo>
                    <a:pt x="115" y="100"/>
                    <a:pt x="114" y="100"/>
                    <a:pt x="127" y="100"/>
                  </a:cubicBezTo>
                  <a:cubicBezTo>
                    <a:pt x="131" y="97"/>
                    <a:pt x="133" y="90"/>
                    <a:pt x="139" y="87"/>
                  </a:cubicBezTo>
                  <a:cubicBezTo>
                    <a:pt x="138" y="83"/>
                    <a:pt x="135" y="82"/>
                    <a:pt x="131" y="81"/>
                  </a:cubicBezTo>
                  <a:cubicBezTo>
                    <a:pt x="133" y="81"/>
                    <a:pt x="134" y="81"/>
                    <a:pt x="135" y="81"/>
                  </a:cubicBezTo>
                  <a:cubicBezTo>
                    <a:pt x="138" y="81"/>
                    <a:pt x="140" y="80"/>
                    <a:pt x="139" y="75"/>
                  </a:cubicBezTo>
                  <a:cubicBezTo>
                    <a:pt x="131" y="75"/>
                    <a:pt x="131" y="75"/>
                    <a:pt x="131" y="75"/>
                  </a:cubicBezTo>
                  <a:cubicBezTo>
                    <a:pt x="136" y="72"/>
                    <a:pt x="143" y="71"/>
                    <a:pt x="149" y="69"/>
                  </a:cubicBezTo>
                  <a:cubicBezTo>
                    <a:pt x="150" y="69"/>
                    <a:pt x="151" y="69"/>
                    <a:pt x="152" y="69"/>
                  </a:cubicBezTo>
                  <a:cubicBezTo>
                    <a:pt x="153" y="69"/>
                    <a:pt x="155" y="69"/>
                    <a:pt x="156" y="69"/>
                  </a:cubicBezTo>
                  <a:cubicBezTo>
                    <a:pt x="157" y="69"/>
                    <a:pt x="159" y="70"/>
                    <a:pt x="160" y="70"/>
                  </a:cubicBezTo>
                  <a:cubicBezTo>
                    <a:pt x="161" y="70"/>
                    <a:pt x="163" y="69"/>
                    <a:pt x="164" y="68"/>
                  </a:cubicBezTo>
                  <a:cubicBezTo>
                    <a:pt x="173" y="62"/>
                    <a:pt x="179" y="51"/>
                    <a:pt x="191" y="47"/>
                  </a:cubicBezTo>
                  <a:cubicBezTo>
                    <a:pt x="201" y="44"/>
                    <a:pt x="217" y="40"/>
                    <a:pt x="223" y="33"/>
                  </a:cubicBezTo>
                  <a:cubicBezTo>
                    <a:pt x="223" y="33"/>
                    <a:pt x="222" y="33"/>
                    <a:pt x="222" y="33"/>
                  </a:cubicBezTo>
                  <a:cubicBezTo>
                    <a:pt x="220" y="33"/>
                    <a:pt x="217" y="33"/>
                    <a:pt x="215" y="33"/>
                  </a:cubicBezTo>
                  <a:cubicBezTo>
                    <a:pt x="213" y="34"/>
                    <a:pt x="211" y="34"/>
                    <a:pt x="208" y="34"/>
                  </a:cubicBezTo>
                  <a:cubicBezTo>
                    <a:pt x="205" y="34"/>
                    <a:pt x="203" y="33"/>
                    <a:pt x="202" y="32"/>
                  </a:cubicBezTo>
                  <a:cubicBezTo>
                    <a:pt x="217" y="25"/>
                    <a:pt x="231" y="30"/>
                    <a:pt x="242" y="21"/>
                  </a:cubicBezTo>
                  <a:cubicBezTo>
                    <a:pt x="244" y="20"/>
                    <a:pt x="249" y="21"/>
                    <a:pt x="249" y="17"/>
                  </a:cubicBezTo>
                  <a:cubicBezTo>
                    <a:pt x="249" y="12"/>
                    <a:pt x="234" y="13"/>
                    <a:pt x="231" y="10"/>
                  </a:cubicBezTo>
                  <a:cubicBezTo>
                    <a:pt x="229" y="8"/>
                    <a:pt x="229" y="6"/>
                    <a:pt x="226" y="5"/>
                  </a:cubicBezTo>
                  <a:cubicBezTo>
                    <a:pt x="224" y="5"/>
                    <a:pt x="223" y="4"/>
                    <a:pt x="221" y="3"/>
                  </a:cubicBezTo>
                  <a:cubicBezTo>
                    <a:pt x="199" y="9"/>
                    <a:pt x="199" y="9"/>
                    <a:pt x="199" y="9"/>
                  </a:cubicBezTo>
                  <a:cubicBezTo>
                    <a:pt x="201" y="9"/>
                    <a:pt x="202" y="8"/>
                    <a:pt x="203" y="6"/>
                  </a:cubicBezTo>
                  <a:cubicBezTo>
                    <a:pt x="199" y="2"/>
                    <a:pt x="183" y="1"/>
                    <a:pt x="173" y="1"/>
                  </a:cubicBezTo>
                  <a:cubicBezTo>
                    <a:pt x="170" y="1"/>
                    <a:pt x="168" y="2"/>
                    <a:pt x="166" y="2"/>
                  </a:cubicBezTo>
                  <a:cubicBezTo>
                    <a:pt x="164" y="2"/>
                    <a:pt x="162" y="2"/>
                    <a:pt x="158" y="2"/>
                  </a:cubicBezTo>
                  <a:cubicBezTo>
                    <a:pt x="156" y="2"/>
                    <a:pt x="154" y="0"/>
                    <a:pt x="1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4" name="Freeform 147"/>
            <p:cNvSpPr>
              <a:spLocks/>
            </p:cNvSpPr>
            <p:nvPr/>
          </p:nvSpPr>
          <p:spPr bwMode="auto">
            <a:xfrm>
              <a:off x="3889375" y="720725"/>
              <a:ext cx="1831975" cy="1393825"/>
            </a:xfrm>
            <a:custGeom>
              <a:avLst/>
              <a:gdLst>
                <a:gd name="T0" fmla="*/ 264 w 488"/>
                <a:gd name="T1" fmla="*/ 8 h 371"/>
                <a:gd name="T2" fmla="*/ 253 w 488"/>
                <a:gd name="T3" fmla="*/ 12 h 371"/>
                <a:gd name="T4" fmla="*/ 229 w 488"/>
                <a:gd name="T5" fmla="*/ 10 h 371"/>
                <a:gd name="T6" fmla="*/ 200 w 488"/>
                <a:gd name="T7" fmla="*/ 23 h 371"/>
                <a:gd name="T8" fmla="*/ 177 w 488"/>
                <a:gd name="T9" fmla="*/ 24 h 371"/>
                <a:gd name="T10" fmla="*/ 168 w 488"/>
                <a:gd name="T11" fmla="*/ 34 h 371"/>
                <a:gd name="T12" fmla="*/ 153 w 488"/>
                <a:gd name="T13" fmla="*/ 36 h 371"/>
                <a:gd name="T14" fmla="*/ 93 w 488"/>
                <a:gd name="T15" fmla="*/ 38 h 371"/>
                <a:gd name="T16" fmla="*/ 46 w 488"/>
                <a:gd name="T17" fmla="*/ 66 h 371"/>
                <a:gd name="T18" fmla="*/ 54 w 488"/>
                <a:gd name="T19" fmla="*/ 91 h 371"/>
                <a:gd name="T20" fmla="*/ 37 w 488"/>
                <a:gd name="T21" fmla="*/ 92 h 371"/>
                <a:gd name="T22" fmla="*/ 0 w 488"/>
                <a:gd name="T23" fmla="*/ 107 h 371"/>
                <a:gd name="T24" fmla="*/ 42 w 488"/>
                <a:gd name="T25" fmla="*/ 116 h 371"/>
                <a:gd name="T26" fmla="*/ 33 w 488"/>
                <a:gd name="T27" fmla="*/ 123 h 371"/>
                <a:gd name="T28" fmla="*/ 12 w 488"/>
                <a:gd name="T29" fmla="*/ 131 h 371"/>
                <a:gd name="T30" fmla="*/ 34 w 488"/>
                <a:gd name="T31" fmla="*/ 135 h 371"/>
                <a:gd name="T32" fmla="*/ 49 w 488"/>
                <a:gd name="T33" fmla="*/ 147 h 371"/>
                <a:gd name="T34" fmla="*/ 53 w 488"/>
                <a:gd name="T35" fmla="*/ 143 h 371"/>
                <a:gd name="T36" fmla="*/ 79 w 488"/>
                <a:gd name="T37" fmla="*/ 141 h 371"/>
                <a:gd name="T38" fmla="*/ 146 w 488"/>
                <a:gd name="T39" fmla="*/ 199 h 371"/>
                <a:gd name="T40" fmla="*/ 155 w 488"/>
                <a:gd name="T41" fmla="*/ 212 h 371"/>
                <a:gd name="T42" fmla="*/ 155 w 488"/>
                <a:gd name="T43" fmla="*/ 228 h 371"/>
                <a:gd name="T44" fmla="*/ 181 w 488"/>
                <a:gd name="T45" fmla="*/ 240 h 371"/>
                <a:gd name="T46" fmla="*/ 165 w 488"/>
                <a:gd name="T47" fmla="*/ 260 h 371"/>
                <a:gd name="T48" fmla="*/ 153 w 488"/>
                <a:gd name="T49" fmla="*/ 283 h 371"/>
                <a:gd name="T50" fmla="*/ 156 w 488"/>
                <a:gd name="T51" fmla="*/ 290 h 371"/>
                <a:gd name="T52" fmla="*/ 170 w 488"/>
                <a:gd name="T53" fmla="*/ 316 h 371"/>
                <a:gd name="T54" fmla="*/ 179 w 488"/>
                <a:gd name="T55" fmla="*/ 316 h 371"/>
                <a:gd name="T56" fmla="*/ 193 w 488"/>
                <a:gd name="T57" fmla="*/ 353 h 371"/>
                <a:gd name="T58" fmla="*/ 228 w 488"/>
                <a:gd name="T59" fmla="*/ 370 h 371"/>
                <a:gd name="T60" fmla="*/ 248 w 488"/>
                <a:gd name="T61" fmla="*/ 353 h 371"/>
                <a:gd name="T62" fmla="*/ 258 w 488"/>
                <a:gd name="T63" fmla="*/ 316 h 371"/>
                <a:gd name="T64" fmla="*/ 281 w 488"/>
                <a:gd name="T65" fmla="*/ 297 h 371"/>
                <a:gd name="T66" fmla="*/ 291 w 488"/>
                <a:gd name="T67" fmla="*/ 296 h 371"/>
                <a:gd name="T68" fmla="*/ 329 w 488"/>
                <a:gd name="T69" fmla="*/ 268 h 371"/>
                <a:gd name="T70" fmla="*/ 377 w 488"/>
                <a:gd name="T71" fmla="*/ 256 h 371"/>
                <a:gd name="T72" fmla="*/ 379 w 488"/>
                <a:gd name="T73" fmla="*/ 227 h 371"/>
                <a:gd name="T74" fmla="*/ 384 w 488"/>
                <a:gd name="T75" fmla="*/ 217 h 371"/>
                <a:gd name="T76" fmla="*/ 416 w 488"/>
                <a:gd name="T77" fmla="*/ 227 h 371"/>
                <a:gd name="T78" fmla="*/ 390 w 488"/>
                <a:gd name="T79" fmla="*/ 192 h 371"/>
                <a:gd name="T80" fmla="*/ 411 w 488"/>
                <a:gd name="T81" fmla="*/ 197 h 371"/>
                <a:gd name="T82" fmla="*/ 409 w 488"/>
                <a:gd name="T83" fmla="*/ 190 h 371"/>
                <a:gd name="T84" fmla="*/ 434 w 488"/>
                <a:gd name="T85" fmla="*/ 168 h 371"/>
                <a:gd name="T86" fmla="*/ 432 w 488"/>
                <a:gd name="T87" fmla="*/ 152 h 371"/>
                <a:gd name="T88" fmla="*/ 424 w 488"/>
                <a:gd name="T89" fmla="*/ 131 h 371"/>
                <a:gd name="T90" fmla="*/ 432 w 488"/>
                <a:gd name="T91" fmla="*/ 116 h 371"/>
                <a:gd name="T92" fmla="*/ 420 w 488"/>
                <a:gd name="T93" fmla="*/ 110 h 371"/>
                <a:gd name="T94" fmla="*/ 433 w 488"/>
                <a:gd name="T95" fmla="*/ 85 h 371"/>
                <a:gd name="T96" fmla="*/ 446 w 488"/>
                <a:gd name="T97" fmla="*/ 70 h 371"/>
                <a:gd name="T98" fmla="*/ 453 w 488"/>
                <a:gd name="T99" fmla="*/ 61 h 371"/>
                <a:gd name="T100" fmla="*/ 471 w 488"/>
                <a:gd name="T101" fmla="*/ 33 h 371"/>
                <a:gd name="T102" fmla="*/ 441 w 488"/>
                <a:gd name="T103" fmla="*/ 42 h 371"/>
                <a:gd name="T104" fmla="*/ 416 w 488"/>
                <a:gd name="T105" fmla="*/ 42 h 371"/>
                <a:gd name="T106" fmla="*/ 401 w 488"/>
                <a:gd name="T107" fmla="*/ 32 h 371"/>
                <a:gd name="T108" fmla="*/ 373 w 488"/>
                <a:gd name="T109" fmla="*/ 34 h 371"/>
                <a:gd name="T110" fmla="*/ 321 w 488"/>
                <a:gd name="T111" fmla="*/ 34 h 371"/>
                <a:gd name="T112" fmla="*/ 387 w 488"/>
                <a:gd name="T113" fmla="*/ 17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88" h="371">
                  <a:moveTo>
                    <a:pt x="345" y="0"/>
                  </a:moveTo>
                  <a:cubicBezTo>
                    <a:pt x="330" y="0"/>
                    <a:pt x="319" y="0"/>
                    <a:pt x="303" y="0"/>
                  </a:cubicBezTo>
                  <a:cubicBezTo>
                    <a:pt x="289" y="0"/>
                    <a:pt x="278" y="8"/>
                    <a:pt x="264" y="8"/>
                  </a:cubicBezTo>
                  <a:cubicBezTo>
                    <a:pt x="261" y="8"/>
                    <a:pt x="259" y="8"/>
                    <a:pt x="257" y="8"/>
                  </a:cubicBezTo>
                  <a:cubicBezTo>
                    <a:pt x="255" y="8"/>
                    <a:pt x="254" y="8"/>
                    <a:pt x="253" y="8"/>
                  </a:cubicBezTo>
                  <a:cubicBezTo>
                    <a:pt x="253" y="12"/>
                    <a:pt x="253" y="12"/>
                    <a:pt x="253" y="12"/>
                  </a:cubicBezTo>
                  <a:cubicBezTo>
                    <a:pt x="247" y="12"/>
                    <a:pt x="247" y="12"/>
                    <a:pt x="247" y="12"/>
                  </a:cubicBezTo>
                  <a:cubicBezTo>
                    <a:pt x="242" y="10"/>
                    <a:pt x="238" y="10"/>
                    <a:pt x="233" y="10"/>
                  </a:cubicBezTo>
                  <a:cubicBezTo>
                    <a:pt x="232" y="10"/>
                    <a:pt x="231" y="10"/>
                    <a:pt x="229" y="10"/>
                  </a:cubicBezTo>
                  <a:cubicBezTo>
                    <a:pt x="220" y="10"/>
                    <a:pt x="213" y="12"/>
                    <a:pt x="205" y="15"/>
                  </a:cubicBezTo>
                  <a:cubicBezTo>
                    <a:pt x="207" y="17"/>
                    <a:pt x="209" y="18"/>
                    <a:pt x="211" y="20"/>
                  </a:cubicBezTo>
                  <a:cubicBezTo>
                    <a:pt x="208" y="20"/>
                    <a:pt x="200" y="19"/>
                    <a:pt x="200" y="23"/>
                  </a:cubicBezTo>
                  <a:cubicBezTo>
                    <a:pt x="200" y="28"/>
                    <a:pt x="211" y="32"/>
                    <a:pt x="216" y="34"/>
                  </a:cubicBezTo>
                  <a:cubicBezTo>
                    <a:pt x="203" y="34"/>
                    <a:pt x="203" y="34"/>
                    <a:pt x="203" y="34"/>
                  </a:cubicBezTo>
                  <a:cubicBezTo>
                    <a:pt x="196" y="31"/>
                    <a:pt x="189" y="24"/>
                    <a:pt x="177" y="24"/>
                  </a:cubicBezTo>
                  <a:cubicBezTo>
                    <a:pt x="174" y="24"/>
                    <a:pt x="170" y="25"/>
                    <a:pt x="170" y="28"/>
                  </a:cubicBezTo>
                  <a:cubicBezTo>
                    <a:pt x="170" y="30"/>
                    <a:pt x="172" y="32"/>
                    <a:pt x="172" y="34"/>
                  </a:cubicBezTo>
                  <a:cubicBezTo>
                    <a:pt x="172" y="34"/>
                    <a:pt x="170" y="34"/>
                    <a:pt x="168" y="34"/>
                  </a:cubicBezTo>
                  <a:cubicBezTo>
                    <a:pt x="163" y="32"/>
                    <a:pt x="158" y="33"/>
                    <a:pt x="155" y="27"/>
                  </a:cubicBezTo>
                  <a:cubicBezTo>
                    <a:pt x="152" y="30"/>
                    <a:pt x="152" y="30"/>
                    <a:pt x="152" y="30"/>
                  </a:cubicBezTo>
                  <a:cubicBezTo>
                    <a:pt x="152" y="32"/>
                    <a:pt x="153" y="34"/>
                    <a:pt x="153" y="36"/>
                  </a:cubicBezTo>
                  <a:cubicBezTo>
                    <a:pt x="148" y="36"/>
                    <a:pt x="146" y="27"/>
                    <a:pt x="141" y="27"/>
                  </a:cubicBezTo>
                  <a:cubicBezTo>
                    <a:pt x="134" y="27"/>
                    <a:pt x="128" y="32"/>
                    <a:pt x="120" y="34"/>
                  </a:cubicBezTo>
                  <a:cubicBezTo>
                    <a:pt x="109" y="34"/>
                    <a:pt x="105" y="37"/>
                    <a:pt x="93" y="38"/>
                  </a:cubicBezTo>
                  <a:cubicBezTo>
                    <a:pt x="84" y="39"/>
                    <a:pt x="92" y="52"/>
                    <a:pt x="82" y="52"/>
                  </a:cubicBezTo>
                  <a:cubicBezTo>
                    <a:pt x="79" y="52"/>
                    <a:pt x="77" y="52"/>
                    <a:pt x="75" y="50"/>
                  </a:cubicBezTo>
                  <a:cubicBezTo>
                    <a:pt x="69" y="56"/>
                    <a:pt x="56" y="63"/>
                    <a:pt x="46" y="66"/>
                  </a:cubicBezTo>
                  <a:cubicBezTo>
                    <a:pt x="45" y="66"/>
                    <a:pt x="41" y="67"/>
                    <a:pt x="41" y="70"/>
                  </a:cubicBezTo>
                  <a:cubicBezTo>
                    <a:pt x="41" y="75"/>
                    <a:pt x="57" y="75"/>
                    <a:pt x="62" y="76"/>
                  </a:cubicBezTo>
                  <a:cubicBezTo>
                    <a:pt x="62" y="83"/>
                    <a:pt x="59" y="88"/>
                    <a:pt x="54" y="91"/>
                  </a:cubicBezTo>
                  <a:cubicBezTo>
                    <a:pt x="52" y="92"/>
                    <a:pt x="50" y="92"/>
                    <a:pt x="47" y="92"/>
                  </a:cubicBezTo>
                  <a:cubicBezTo>
                    <a:pt x="45" y="92"/>
                    <a:pt x="44" y="92"/>
                    <a:pt x="42" y="92"/>
                  </a:cubicBezTo>
                  <a:cubicBezTo>
                    <a:pt x="40" y="92"/>
                    <a:pt x="38" y="92"/>
                    <a:pt x="37" y="92"/>
                  </a:cubicBezTo>
                  <a:cubicBezTo>
                    <a:pt x="34" y="92"/>
                    <a:pt x="32" y="92"/>
                    <a:pt x="30" y="93"/>
                  </a:cubicBezTo>
                  <a:cubicBezTo>
                    <a:pt x="25" y="94"/>
                    <a:pt x="22" y="98"/>
                    <a:pt x="17" y="99"/>
                  </a:cubicBezTo>
                  <a:cubicBezTo>
                    <a:pt x="10" y="101"/>
                    <a:pt x="0" y="98"/>
                    <a:pt x="0" y="107"/>
                  </a:cubicBezTo>
                  <a:cubicBezTo>
                    <a:pt x="0" y="112"/>
                    <a:pt x="28" y="119"/>
                    <a:pt x="29" y="119"/>
                  </a:cubicBezTo>
                  <a:cubicBezTo>
                    <a:pt x="33" y="119"/>
                    <a:pt x="34" y="119"/>
                    <a:pt x="39" y="119"/>
                  </a:cubicBezTo>
                  <a:cubicBezTo>
                    <a:pt x="40" y="119"/>
                    <a:pt x="41" y="118"/>
                    <a:pt x="42" y="116"/>
                  </a:cubicBezTo>
                  <a:cubicBezTo>
                    <a:pt x="53" y="116"/>
                    <a:pt x="53" y="116"/>
                    <a:pt x="53" y="116"/>
                  </a:cubicBezTo>
                  <a:cubicBezTo>
                    <a:pt x="52" y="119"/>
                    <a:pt x="52" y="121"/>
                    <a:pt x="49" y="123"/>
                  </a:cubicBezTo>
                  <a:cubicBezTo>
                    <a:pt x="33" y="123"/>
                    <a:pt x="33" y="123"/>
                    <a:pt x="33" y="123"/>
                  </a:cubicBezTo>
                  <a:cubicBezTo>
                    <a:pt x="32" y="125"/>
                    <a:pt x="31" y="125"/>
                    <a:pt x="28" y="125"/>
                  </a:cubicBezTo>
                  <a:cubicBezTo>
                    <a:pt x="26" y="125"/>
                    <a:pt x="24" y="125"/>
                    <a:pt x="21" y="125"/>
                  </a:cubicBezTo>
                  <a:cubicBezTo>
                    <a:pt x="19" y="125"/>
                    <a:pt x="13" y="127"/>
                    <a:pt x="12" y="131"/>
                  </a:cubicBezTo>
                  <a:cubicBezTo>
                    <a:pt x="14" y="131"/>
                    <a:pt x="15" y="131"/>
                    <a:pt x="16" y="131"/>
                  </a:cubicBezTo>
                  <a:cubicBezTo>
                    <a:pt x="18" y="131"/>
                    <a:pt x="18" y="131"/>
                    <a:pt x="22" y="131"/>
                  </a:cubicBezTo>
                  <a:cubicBezTo>
                    <a:pt x="26" y="131"/>
                    <a:pt x="29" y="134"/>
                    <a:pt x="34" y="135"/>
                  </a:cubicBezTo>
                  <a:cubicBezTo>
                    <a:pt x="33" y="138"/>
                    <a:pt x="31" y="138"/>
                    <a:pt x="28" y="140"/>
                  </a:cubicBezTo>
                  <a:cubicBezTo>
                    <a:pt x="31" y="144"/>
                    <a:pt x="41" y="147"/>
                    <a:pt x="46" y="147"/>
                  </a:cubicBezTo>
                  <a:cubicBezTo>
                    <a:pt x="48" y="147"/>
                    <a:pt x="48" y="147"/>
                    <a:pt x="49" y="147"/>
                  </a:cubicBezTo>
                  <a:cubicBezTo>
                    <a:pt x="49" y="147"/>
                    <a:pt x="49" y="147"/>
                    <a:pt x="50" y="146"/>
                  </a:cubicBezTo>
                  <a:cubicBezTo>
                    <a:pt x="49" y="146"/>
                    <a:pt x="48" y="145"/>
                    <a:pt x="47" y="144"/>
                  </a:cubicBezTo>
                  <a:cubicBezTo>
                    <a:pt x="49" y="143"/>
                    <a:pt x="50" y="143"/>
                    <a:pt x="53" y="143"/>
                  </a:cubicBezTo>
                  <a:cubicBezTo>
                    <a:pt x="56" y="143"/>
                    <a:pt x="59" y="145"/>
                    <a:pt x="62" y="145"/>
                  </a:cubicBezTo>
                  <a:cubicBezTo>
                    <a:pt x="65" y="145"/>
                    <a:pt x="67" y="141"/>
                    <a:pt x="71" y="141"/>
                  </a:cubicBezTo>
                  <a:cubicBezTo>
                    <a:pt x="73" y="141"/>
                    <a:pt x="74" y="141"/>
                    <a:pt x="79" y="141"/>
                  </a:cubicBezTo>
                  <a:cubicBezTo>
                    <a:pt x="111" y="141"/>
                    <a:pt x="131" y="166"/>
                    <a:pt x="139" y="190"/>
                  </a:cubicBezTo>
                  <a:cubicBezTo>
                    <a:pt x="139" y="195"/>
                    <a:pt x="139" y="195"/>
                    <a:pt x="139" y="195"/>
                  </a:cubicBezTo>
                  <a:cubicBezTo>
                    <a:pt x="141" y="195"/>
                    <a:pt x="146" y="195"/>
                    <a:pt x="146" y="199"/>
                  </a:cubicBezTo>
                  <a:cubicBezTo>
                    <a:pt x="146" y="206"/>
                    <a:pt x="140" y="205"/>
                    <a:pt x="140" y="212"/>
                  </a:cubicBezTo>
                  <a:cubicBezTo>
                    <a:pt x="140" y="216"/>
                    <a:pt x="142" y="216"/>
                    <a:pt x="147" y="216"/>
                  </a:cubicBezTo>
                  <a:cubicBezTo>
                    <a:pt x="151" y="216"/>
                    <a:pt x="152" y="212"/>
                    <a:pt x="155" y="212"/>
                  </a:cubicBezTo>
                  <a:cubicBezTo>
                    <a:pt x="164" y="212"/>
                    <a:pt x="167" y="225"/>
                    <a:pt x="175" y="228"/>
                  </a:cubicBezTo>
                  <a:cubicBezTo>
                    <a:pt x="175" y="230"/>
                    <a:pt x="175" y="232"/>
                    <a:pt x="172" y="232"/>
                  </a:cubicBezTo>
                  <a:cubicBezTo>
                    <a:pt x="166" y="232"/>
                    <a:pt x="161" y="228"/>
                    <a:pt x="155" y="228"/>
                  </a:cubicBezTo>
                  <a:cubicBezTo>
                    <a:pt x="154" y="228"/>
                    <a:pt x="153" y="227"/>
                    <a:pt x="152" y="227"/>
                  </a:cubicBezTo>
                  <a:cubicBezTo>
                    <a:pt x="152" y="227"/>
                    <a:pt x="151" y="227"/>
                    <a:pt x="150" y="228"/>
                  </a:cubicBezTo>
                  <a:cubicBezTo>
                    <a:pt x="151" y="236"/>
                    <a:pt x="172" y="237"/>
                    <a:pt x="181" y="240"/>
                  </a:cubicBezTo>
                  <a:cubicBezTo>
                    <a:pt x="178" y="248"/>
                    <a:pt x="174" y="251"/>
                    <a:pt x="172" y="259"/>
                  </a:cubicBezTo>
                  <a:cubicBezTo>
                    <a:pt x="171" y="259"/>
                    <a:pt x="170" y="258"/>
                    <a:pt x="169" y="258"/>
                  </a:cubicBezTo>
                  <a:cubicBezTo>
                    <a:pt x="168" y="258"/>
                    <a:pt x="167" y="259"/>
                    <a:pt x="165" y="260"/>
                  </a:cubicBezTo>
                  <a:cubicBezTo>
                    <a:pt x="165" y="261"/>
                    <a:pt x="165" y="261"/>
                    <a:pt x="165" y="261"/>
                  </a:cubicBezTo>
                  <a:cubicBezTo>
                    <a:pt x="159" y="265"/>
                    <a:pt x="157" y="271"/>
                    <a:pt x="153" y="276"/>
                  </a:cubicBezTo>
                  <a:cubicBezTo>
                    <a:pt x="153" y="283"/>
                    <a:pt x="153" y="283"/>
                    <a:pt x="153" y="283"/>
                  </a:cubicBezTo>
                  <a:cubicBezTo>
                    <a:pt x="154" y="282"/>
                    <a:pt x="155" y="282"/>
                    <a:pt x="156" y="282"/>
                  </a:cubicBezTo>
                  <a:cubicBezTo>
                    <a:pt x="157" y="282"/>
                    <a:pt x="158" y="282"/>
                    <a:pt x="159" y="283"/>
                  </a:cubicBezTo>
                  <a:cubicBezTo>
                    <a:pt x="158" y="286"/>
                    <a:pt x="156" y="287"/>
                    <a:pt x="156" y="290"/>
                  </a:cubicBezTo>
                  <a:cubicBezTo>
                    <a:pt x="156" y="298"/>
                    <a:pt x="164" y="301"/>
                    <a:pt x="165" y="306"/>
                  </a:cubicBezTo>
                  <a:cubicBezTo>
                    <a:pt x="166" y="309"/>
                    <a:pt x="167" y="314"/>
                    <a:pt x="168" y="315"/>
                  </a:cubicBezTo>
                  <a:cubicBezTo>
                    <a:pt x="169" y="316"/>
                    <a:pt x="170" y="316"/>
                    <a:pt x="170" y="316"/>
                  </a:cubicBezTo>
                  <a:cubicBezTo>
                    <a:pt x="171" y="316"/>
                    <a:pt x="172" y="316"/>
                    <a:pt x="173" y="315"/>
                  </a:cubicBezTo>
                  <a:cubicBezTo>
                    <a:pt x="174" y="315"/>
                    <a:pt x="175" y="314"/>
                    <a:pt x="176" y="314"/>
                  </a:cubicBezTo>
                  <a:cubicBezTo>
                    <a:pt x="177" y="314"/>
                    <a:pt x="178" y="315"/>
                    <a:pt x="179" y="316"/>
                  </a:cubicBezTo>
                  <a:cubicBezTo>
                    <a:pt x="177" y="318"/>
                    <a:pt x="174" y="318"/>
                    <a:pt x="174" y="322"/>
                  </a:cubicBezTo>
                  <a:cubicBezTo>
                    <a:pt x="174" y="330"/>
                    <a:pt x="185" y="343"/>
                    <a:pt x="191" y="347"/>
                  </a:cubicBezTo>
                  <a:cubicBezTo>
                    <a:pt x="192" y="348"/>
                    <a:pt x="191" y="352"/>
                    <a:pt x="193" y="353"/>
                  </a:cubicBezTo>
                  <a:cubicBezTo>
                    <a:pt x="198" y="356"/>
                    <a:pt x="200" y="354"/>
                    <a:pt x="202" y="361"/>
                  </a:cubicBezTo>
                  <a:cubicBezTo>
                    <a:pt x="206" y="361"/>
                    <a:pt x="210" y="357"/>
                    <a:pt x="214" y="357"/>
                  </a:cubicBezTo>
                  <a:cubicBezTo>
                    <a:pt x="221" y="357"/>
                    <a:pt x="221" y="370"/>
                    <a:pt x="228" y="370"/>
                  </a:cubicBezTo>
                  <a:cubicBezTo>
                    <a:pt x="230" y="370"/>
                    <a:pt x="230" y="368"/>
                    <a:pt x="234" y="368"/>
                  </a:cubicBezTo>
                  <a:cubicBezTo>
                    <a:pt x="234" y="370"/>
                    <a:pt x="235" y="371"/>
                    <a:pt x="237" y="371"/>
                  </a:cubicBezTo>
                  <a:cubicBezTo>
                    <a:pt x="245" y="371"/>
                    <a:pt x="241" y="356"/>
                    <a:pt x="248" y="353"/>
                  </a:cubicBezTo>
                  <a:cubicBezTo>
                    <a:pt x="247" y="350"/>
                    <a:pt x="248" y="342"/>
                    <a:pt x="248" y="337"/>
                  </a:cubicBezTo>
                  <a:cubicBezTo>
                    <a:pt x="248" y="329"/>
                    <a:pt x="261" y="332"/>
                    <a:pt x="261" y="323"/>
                  </a:cubicBezTo>
                  <a:cubicBezTo>
                    <a:pt x="261" y="319"/>
                    <a:pt x="258" y="318"/>
                    <a:pt x="258" y="316"/>
                  </a:cubicBezTo>
                  <a:cubicBezTo>
                    <a:pt x="258" y="315"/>
                    <a:pt x="259" y="314"/>
                    <a:pt x="260" y="313"/>
                  </a:cubicBezTo>
                  <a:cubicBezTo>
                    <a:pt x="260" y="312"/>
                    <a:pt x="259" y="311"/>
                    <a:pt x="259" y="310"/>
                  </a:cubicBezTo>
                  <a:cubicBezTo>
                    <a:pt x="259" y="300"/>
                    <a:pt x="275" y="303"/>
                    <a:pt x="281" y="297"/>
                  </a:cubicBezTo>
                  <a:cubicBezTo>
                    <a:pt x="283" y="294"/>
                    <a:pt x="282" y="292"/>
                    <a:pt x="286" y="290"/>
                  </a:cubicBezTo>
                  <a:cubicBezTo>
                    <a:pt x="286" y="296"/>
                    <a:pt x="286" y="296"/>
                    <a:pt x="286" y="296"/>
                  </a:cubicBezTo>
                  <a:cubicBezTo>
                    <a:pt x="291" y="296"/>
                    <a:pt x="291" y="296"/>
                    <a:pt x="291" y="296"/>
                  </a:cubicBezTo>
                  <a:cubicBezTo>
                    <a:pt x="296" y="291"/>
                    <a:pt x="306" y="293"/>
                    <a:pt x="312" y="287"/>
                  </a:cubicBezTo>
                  <a:cubicBezTo>
                    <a:pt x="316" y="283"/>
                    <a:pt x="316" y="277"/>
                    <a:pt x="322" y="273"/>
                  </a:cubicBezTo>
                  <a:cubicBezTo>
                    <a:pt x="329" y="268"/>
                    <a:pt x="329" y="268"/>
                    <a:pt x="329" y="268"/>
                  </a:cubicBezTo>
                  <a:cubicBezTo>
                    <a:pt x="329" y="265"/>
                    <a:pt x="332" y="265"/>
                    <a:pt x="335" y="263"/>
                  </a:cubicBezTo>
                  <a:cubicBezTo>
                    <a:pt x="348" y="263"/>
                    <a:pt x="348" y="263"/>
                    <a:pt x="348" y="263"/>
                  </a:cubicBezTo>
                  <a:cubicBezTo>
                    <a:pt x="359" y="258"/>
                    <a:pt x="367" y="259"/>
                    <a:pt x="377" y="256"/>
                  </a:cubicBezTo>
                  <a:cubicBezTo>
                    <a:pt x="386" y="253"/>
                    <a:pt x="388" y="245"/>
                    <a:pt x="398" y="242"/>
                  </a:cubicBezTo>
                  <a:cubicBezTo>
                    <a:pt x="403" y="240"/>
                    <a:pt x="406" y="240"/>
                    <a:pt x="410" y="237"/>
                  </a:cubicBezTo>
                  <a:cubicBezTo>
                    <a:pt x="404" y="235"/>
                    <a:pt x="379" y="236"/>
                    <a:pt x="379" y="227"/>
                  </a:cubicBezTo>
                  <a:cubicBezTo>
                    <a:pt x="380" y="227"/>
                    <a:pt x="385" y="226"/>
                    <a:pt x="385" y="224"/>
                  </a:cubicBezTo>
                  <a:cubicBezTo>
                    <a:pt x="385" y="221"/>
                    <a:pt x="382" y="220"/>
                    <a:pt x="382" y="216"/>
                  </a:cubicBezTo>
                  <a:cubicBezTo>
                    <a:pt x="383" y="217"/>
                    <a:pt x="383" y="217"/>
                    <a:pt x="384" y="217"/>
                  </a:cubicBezTo>
                  <a:cubicBezTo>
                    <a:pt x="384" y="217"/>
                    <a:pt x="385" y="216"/>
                    <a:pt x="386" y="216"/>
                  </a:cubicBezTo>
                  <a:cubicBezTo>
                    <a:pt x="398" y="216"/>
                    <a:pt x="395" y="231"/>
                    <a:pt x="409" y="231"/>
                  </a:cubicBezTo>
                  <a:cubicBezTo>
                    <a:pt x="412" y="231"/>
                    <a:pt x="416" y="230"/>
                    <a:pt x="416" y="227"/>
                  </a:cubicBezTo>
                  <a:cubicBezTo>
                    <a:pt x="416" y="211"/>
                    <a:pt x="398" y="206"/>
                    <a:pt x="388" y="196"/>
                  </a:cubicBezTo>
                  <a:cubicBezTo>
                    <a:pt x="388" y="192"/>
                    <a:pt x="388" y="192"/>
                    <a:pt x="388" y="192"/>
                  </a:cubicBezTo>
                  <a:cubicBezTo>
                    <a:pt x="388" y="192"/>
                    <a:pt x="389" y="192"/>
                    <a:pt x="390" y="192"/>
                  </a:cubicBezTo>
                  <a:cubicBezTo>
                    <a:pt x="390" y="192"/>
                    <a:pt x="391" y="192"/>
                    <a:pt x="391" y="192"/>
                  </a:cubicBezTo>
                  <a:cubicBezTo>
                    <a:pt x="393" y="197"/>
                    <a:pt x="402" y="205"/>
                    <a:pt x="407" y="205"/>
                  </a:cubicBezTo>
                  <a:cubicBezTo>
                    <a:pt x="411" y="205"/>
                    <a:pt x="411" y="200"/>
                    <a:pt x="411" y="197"/>
                  </a:cubicBezTo>
                  <a:cubicBezTo>
                    <a:pt x="411" y="189"/>
                    <a:pt x="399" y="191"/>
                    <a:pt x="396" y="184"/>
                  </a:cubicBezTo>
                  <a:cubicBezTo>
                    <a:pt x="400" y="184"/>
                    <a:pt x="400" y="184"/>
                    <a:pt x="400" y="184"/>
                  </a:cubicBezTo>
                  <a:cubicBezTo>
                    <a:pt x="402" y="187"/>
                    <a:pt x="405" y="188"/>
                    <a:pt x="409" y="190"/>
                  </a:cubicBezTo>
                  <a:cubicBezTo>
                    <a:pt x="411" y="184"/>
                    <a:pt x="422" y="188"/>
                    <a:pt x="424" y="179"/>
                  </a:cubicBezTo>
                  <a:cubicBezTo>
                    <a:pt x="423" y="179"/>
                    <a:pt x="421" y="177"/>
                    <a:pt x="421" y="175"/>
                  </a:cubicBezTo>
                  <a:cubicBezTo>
                    <a:pt x="427" y="175"/>
                    <a:pt x="432" y="172"/>
                    <a:pt x="434" y="168"/>
                  </a:cubicBezTo>
                  <a:cubicBezTo>
                    <a:pt x="431" y="166"/>
                    <a:pt x="423" y="167"/>
                    <a:pt x="423" y="162"/>
                  </a:cubicBezTo>
                  <a:cubicBezTo>
                    <a:pt x="423" y="158"/>
                    <a:pt x="427" y="158"/>
                    <a:pt x="432" y="158"/>
                  </a:cubicBezTo>
                  <a:cubicBezTo>
                    <a:pt x="430" y="156"/>
                    <a:pt x="432" y="154"/>
                    <a:pt x="432" y="152"/>
                  </a:cubicBezTo>
                  <a:cubicBezTo>
                    <a:pt x="432" y="148"/>
                    <a:pt x="428" y="146"/>
                    <a:pt x="428" y="140"/>
                  </a:cubicBezTo>
                  <a:cubicBezTo>
                    <a:pt x="424" y="140"/>
                    <a:pt x="419" y="140"/>
                    <a:pt x="419" y="135"/>
                  </a:cubicBezTo>
                  <a:cubicBezTo>
                    <a:pt x="419" y="133"/>
                    <a:pt x="421" y="131"/>
                    <a:pt x="424" y="131"/>
                  </a:cubicBezTo>
                  <a:cubicBezTo>
                    <a:pt x="426" y="131"/>
                    <a:pt x="430" y="131"/>
                    <a:pt x="434" y="131"/>
                  </a:cubicBezTo>
                  <a:cubicBezTo>
                    <a:pt x="439" y="131"/>
                    <a:pt x="444" y="130"/>
                    <a:pt x="444" y="126"/>
                  </a:cubicBezTo>
                  <a:cubicBezTo>
                    <a:pt x="444" y="119"/>
                    <a:pt x="433" y="121"/>
                    <a:pt x="432" y="116"/>
                  </a:cubicBezTo>
                  <a:cubicBezTo>
                    <a:pt x="434" y="116"/>
                    <a:pt x="436" y="115"/>
                    <a:pt x="437" y="115"/>
                  </a:cubicBezTo>
                  <a:cubicBezTo>
                    <a:pt x="434" y="112"/>
                    <a:pt x="430" y="109"/>
                    <a:pt x="426" y="109"/>
                  </a:cubicBezTo>
                  <a:cubicBezTo>
                    <a:pt x="424" y="109"/>
                    <a:pt x="422" y="110"/>
                    <a:pt x="420" y="110"/>
                  </a:cubicBezTo>
                  <a:cubicBezTo>
                    <a:pt x="419" y="110"/>
                    <a:pt x="418" y="110"/>
                    <a:pt x="417" y="109"/>
                  </a:cubicBezTo>
                  <a:cubicBezTo>
                    <a:pt x="419" y="106"/>
                    <a:pt x="419" y="100"/>
                    <a:pt x="422" y="97"/>
                  </a:cubicBezTo>
                  <a:cubicBezTo>
                    <a:pt x="427" y="93"/>
                    <a:pt x="433" y="91"/>
                    <a:pt x="433" y="85"/>
                  </a:cubicBezTo>
                  <a:cubicBezTo>
                    <a:pt x="433" y="84"/>
                    <a:pt x="434" y="84"/>
                    <a:pt x="433" y="81"/>
                  </a:cubicBezTo>
                  <a:cubicBezTo>
                    <a:pt x="439" y="79"/>
                    <a:pt x="446" y="78"/>
                    <a:pt x="446" y="74"/>
                  </a:cubicBezTo>
                  <a:cubicBezTo>
                    <a:pt x="446" y="71"/>
                    <a:pt x="448" y="74"/>
                    <a:pt x="446" y="70"/>
                  </a:cubicBezTo>
                  <a:cubicBezTo>
                    <a:pt x="451" y="69"/>
                    <a:pt x="459" y="69"/>
                    <a:pt x="459" y="61"/>
                  </a:cubicBezTo>
                  <a:cubicBezTo>
                    <a:pt x="458" y="62"/>
                    <a:pt x="457" y="62"/>
                    <a:pt x="456" y="62"/>
                  </a:cubicBezTo>
                  <a:cubicBezTo>
                    <a:pt x="456" y="62"/>
                    <a:pt x="455" y="62"/>
                    <a:pt x="453" y="61"/>
                  </a:cubicBezTo>
                  <a:cubicBezTo>
                    <a:pt x="466" y="61"/>
                    <a:pt x="472" y="53"/>
                    <a:pt x="481" y="50"/>
                  </a:cubicBezTo>
                  <a:cubicBezTo>
                    <a:pt x="483" y="49"/>
                    <a:pt x="488" y="46"/>
                    <a:pt x="488" y="43"/>
                  </a:cubicBezTo>
                  <a:cubicBezTo>
                    <a:pt x="488" y="39"/>
                    <a:pt x="475" y="33"/>
                    <a:pt x="471" y="33"/>
                  </a:cubicBezTo>
                  <a:cubicBezTo>
                    <a:pt x="468" y="33"/>
                    <a:pt x="466" y="33"/>
                    <a:pt x="465" y="37"/>
                  </a:cubicBezTo>
                  <a:cubicBezTo>
                    <a:pt x="452" y="37"/>
                    <a:pt x="452" y="37"/>
                    <a:pt x="452" y="37"/>
                  </a:cubicBezTo>
                  <a:cubicBezTo>
                    <a:pt x="447" y="39"/>
                    <a:pt x="446" y="40"/>
                    <a:pt x="441" y="42"/>
                  </a:cubicBezTo>
                  <a:cubicBezTo>
                    <a:pt x="441" y="42"/>
                    <a:pt x="441" y="42"/>
                    <a:pt x="441" y="42"/>
                  </a:cubicBezTo>
                  <a:cubicBezTo>
                    <a:pt x="439" y="42"/>
                    <a:pt x="435" y="42"/>
                    <a:pt x="435" y="42"/>
                  </a:cubicBezTo>
                  <a:cubicBezTo>
                    <a:pt x="435" y="42"/>
                    <a:pt x="423" y="42"/>
                    <a:pt x="416" y="42"/>
                  </a:cubicBezTo>
                  <a:cubicBezTo>
                    <a:pt x="411" y="45"/>
                    <a:pt x="397" y="64"/>
                    <a:pt x="389" y="66"/>
                  </a:cubicBezTo>
                  <a:cubicBezTo>
                    <a:pt x="390" y="63"/>
                    <a:pt x="409" y="44"/>
                    <a:pt x="409" y="41"/>
                  </a:cubicBezTo>
                  <a:cubicBezTo>
                    <a:pt x="409" y="37"/>
                    <a:pt x="407" y="32"/>
                    <a:pt x="401" y="32"/>
                  </a:cubicBezTo>
                  <a:cubicBezTo>
                    <a:pt x="392" y="32"/>
                    <a:pt x="375" y="49"/>
                    <a:pt x="368" y="49"/>
                  </a:cubicBezTo>
                  <a:cubicBezTo>
                    <a:pt x="366" y="49"/>
                    <a:pt x="378" y="37"/>
                    <a:pt x="379" y="34"/>
                  </a:cubicBezTo>
                  <a:cubicBezTo>
                    <a:pt x="378" y="34"/>
                    <a:pt x="376" y="34"/>
                    <a:pt x="373" y="34"/>
                  </a:cubicBezTo>
                  <a:cubicBezTo>
                    <a:pt x="369" y="34"/>
                    <a:pt x="361" y="34"/>
                    <a:pt x="354" y="35"/>
                  </a:cubicBezTo>
                  <a:cubicBezTo>
                    <a:pt x="346" y="35"/>
                    <a:pt x="338" y="36"/>
                    <a:pt x="332" y="36"/>
                  </a:cubicBezTo>
                  <a:cubicBezTo>
                    <a:pt x="326" y="36"/>
                    <a:pt x="322" y="35"/>
                    <a:pt x="321" y="34"/>
                  </a:cubicBezTo>
                  <a:cubicBezTo>
                    <a:pt x="384" y="31"/>
                    <a:pt x="384" y="31"/>
                    <a:pt x="384" y="31"/>
                  </a:cubicBezTo>
                  <a:cubicBezTo>
                    <a:pt x="391" y="28"/>
                    <a:pt x="411" y="30"/>
                    <a:pt x="412" y="20"/>
                  </a:cubicBezTo>
                  <a:cubicBezTo>
                    <a:pt x="405" y="18"/>
                    <a:pt x="395" y="20"/>
                    <a:pt x="387" y="17"/>
                  </a:cubicBezTo>
                  <a:cubicBezTo>
                    <a:pt x="374" y="11"/>
                    <a:pt x="361"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5" name="Freeform 148"/>
            <p:cNvSpPr>
              <a:spLocks/>
            </p:cNvSpPr>
            <p:nvPr/>
          </p:nvSpPr>
          <p:spPr bwMode="auto">
            <a:xfrm>
              <a:off x="4433888" y="1598613"/>
              <a:ext cx="90488" cy="57150"/>
            </a:xfrm>
            <a:custGeom>
              <a:avLst/>
              <a:gdLst>
                <a:gd name="T0" fmla="*/ 7 w 24"/>
                <a:gd name="T1" fmla="*/ 0 h 15"/>
                <a:gd name="T2" fmla="*/ 0 w 24"/>
                <a:gd name="T3" fmla="*/ 5 h 15"/>
                <a:gd name="T4" fmla="*/ 6 w 24"/>
                <a:gd name="T5" fmla="*/ 15 h 15"/>
                <a:gd name="T6" fmla="*/ 12 w 24"/>
                <a:gd name="T7" fmla="*/ 15 h 15"/>
                <a:gd name="T8" fmla="*/ 24 w 24"/>
                <a:gd name="T9" fmla="*/ 9 h 15"/>
                <a:gd name="T10" fmla="*/ 7 w 24"/>
                <a:gd name="T11" fmla="*/ 0 h 15"/>
              </a:gdLst>
              <a:ahLst/>
              <a:cxnLst>
                <a:cxn ang="0">
                  <a:pos x="T0" y="T1"/>
                </a:cxn>
                <a:cxn ang="0">
                  <a:pos x="T2" y="T3"/>
                </a:cxn>
                <a:cxn ang="0">
                  <a:pos x="T4" y="T5"/>
                </a:cxn>
                <a:cxn ang="0">
                  <a:pos x="T6" y="T7"/>
                </a:cxn>
                <a:cxn ang="0">
                  <a:pos x="T8" y="T9"/>
                </a:cxn>
                <a:cxn ang="0">
                  <a:pos x="T10" y="T11"/>
                </a:cxn>
              </a:cxnLst>
              <a:rect l="0" t="0" r="r" b="b"/>
              <a:pathLst>
                <a:path w="24" h="15">
                  <a:moveTo>
                    <a:pt x="7" y="0"/>
                  </a:moveTo>
                  <a:cubicBezTo>
                    <a:pt x="4" y="0"/>
                    <a:pt x="0" y="1"/>
                    <a:pt x="0" y="5"/>
                  </a:cubicBezTo>
                  <a:cubicBezTo>
                    <a:pt x="0" y="9"/>
                    <a:pt x="4" y="15"/>
                    <a:pt x="6" y="15"/>
                  </a:cubicBezTo>
                  <a:cubicBezTo>
                    <a:pt x="12" y="15"/>
                    <a:pt x="12" y="15"/>
                    <a:pt x="12" y="15"/>
                  </a:cubicBezTo>
                  <a:cubicBezTo>
                    <a:pt x="17" y="15"/>
                    <a:pt x="23" y="14"/>
                    <a:pt x="24" y="9"/>
                  </a:cubicBezTo>
                  <a:cubicBezTo>
                    <a:pt x="16" y="7"/>
                    <a:pt x="14"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6" name="Freeform 149"/>
            <p:cNvSpPr>
              <a:spLocks/>
            </p:cNvSpPr>
            <p:nvPr/>
          </p:nvSpPr>
          <p:spPr bwMode="auto">
            <a:xfrm>
              <a:off x="5526088" y="1298575"/>
              <a:ext cx="49213" cy="30163"/>
            </a:xfrm>
            <a:custGeom>
              <a:avLst/>
              <a:gdLst>
                <a:gd name="T0" fmla="*/ 8 w 13"/>
                <a:gd name="T1" fmla="*/ 0 h 8"/>
                <a:gd name="T2" fmla="*/ 3 w 13"/>
                <a:gd name="T3" fmla="*/ 0 h 8"/>
                <a:gd name="T4" fmla="*/ 0 w 13"/>
                <a:gd name="T5" fmla="*/ 4 h 8"/>
                <a:gd name="T6" fmla="*/ 4 w 13"/>
                <a:gd name="T7" fmla="*/ 8 h 8"/>
                <a:gd name="T8" fmla="*/ 13 w 13"/>
                <a:gd name="T9" fmla="*/ 4 h 8"/>
                <a:gd name="T10" fmla="*/ 8 w 13"/>
                <a:gd name="T11" fmla="*/ 4 h 8"/>
                <a:gd name="T12" fmla="*/ 8 w 13"/>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3" h="8">
                  <a:moveTo>
                    <a:pt x="8" y="0"/>
                  </a:moveTo>
                  <a:cubicBezTo>
                    <a:pt x="3" y="0"/>
                    <a:pt x="3" y="0"/>
                    <a:pt x="3" y="0"/>
                  </a:cubicBezTo>
                  <a:cubicBezTo>
                    <a:pt x="2" y="1"/>
                    <a:pt x="0" y="2"/>
                    <a:pt x="0" y="4"/>
                  </a:cubicBezTo>
                  <a:cubicBezTo>
                    <a:pt x="0" y="5"/>
                    <a:pt x="2" y="8"/>
                    <a:pt x="4" y="8"/>
                  </a:cubicBezTo>
                  <a:cubicBezTo>
                    <a:pt x="7" y="8"/>
                    <a:pt x="12" y="4"/>
                    <a:pt x="13" y="4"/>
                  </a:cubicBezTo>
                  <a:cubicBezTo>
                    <a:pt x="8" y="4"/>
                    <a:pt x="8" y="4"/>
                    <a:pt x="8" y="4"/>
                  </a:cubicBezTo>
                  <a:cubicBezTo>
                    <a:pt x="8" y="2"/>
                    <a:pt x="8" y="2"/>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7" name="Freeform 150"/>
            <p:cNvSpPr>
              <a:spLocks/>
            </p:cNvSpPr>
            <p:nvPr/>
          </p:nvSpPr>
          <p:spPr bwMode="auto">
            <a:xfrm>
              <a:off x="4302125" y="2482850"/>
              <a:ext cx="200025" cy="195263"/>
            </a:xfrm>
            <a:custGeom>
              <a:avLst/>
              <a:gdLst>
                <a:gd name="T0" fmla="*/ 27 w 53"/>
                <a:gd name="T1" fmla="*/ 0 h 52"/>
                <a:gd name="T2" fmla="*/ 19 w 53"/>
                <a:gd name="T3" fmla="*/ 8 h 52"/>
                <a:gd name="T4" fmla="*/ 3 w 53"/>
                <a:gd name="T5" fmla="*/ 32 h 52"/>
                <a:gd name="T6" fmla="*/ 6 w 53"/>
                <a:gd name="T7" fmla="*/ 33 h 52"/>
                <a:gd name="T8" fmla="*/ 6 w 53"/>
                <a:gd name="T9" fmla="*/ 35 h 52"/>
                <a:gd name="T10" fmla="*/ 0 w 53"/>
                <a:gd name="T11" fmla="*/ 40 h 52"/>
                <a:gd name="T12" fmla="*/ 3 w 53"/>
                <a:gd name="T13" fmla="*/ 43 h 52"/>
                <a:gd name="T14" fmla="*/ 12 w 53"/>
                <a:gd name="T15" fmla="*/ 41 h 52"/>
                <a:gd name="T16" fmla="*/ 21 w 53"/>
                <a:gd name="T17" fmla="*/ 43 h 52"/>
                <a:gd name="T18" fmla="*/ 26 w 53"/>
                <a:gd name="T19" fmla="*/ 42 h 52"/>
                <a:gd name="T20" fmla="*/ 29 w 53"/>
                <a:gd name="T21" fmla="*/ 43 h 52"/>
                <a:gd name="T22" fmla="*/ 34 w 53"/>
                <a:gd name="T23" fmla="*/ 43 h 52"/>
                <a:gd name="T24" fmla="*/ 31 w 53"/>
                <a:gd name="T25" fmla="*/ 48 h 52"/>
                <a:gd name="T26" fmla="*/ 32 w 53"/>
                <a:gd name="T27" fmla="*/ 48 h 52"/>
                <a:gd name="T28" fmla="*/ 33 w 53"/>
                <a:gd name="T29" fmla="*/ 48 h 52"/>
                <a:gd name="T30" fmla="*/ 41 w 53"/>
                <a:gd name="T31" fmla="*/ 40 h 52"/>
                <a:gd name="T32" fmla="*/ 44 w 53"/>
                <a:gd name="T33" fmla="*/ 48 h 52"/>
                <a:gd name="T34" fmla="*/ 46 w 53"/>
                <a:gd name="T35" fmla="*/ 48 h 52"/>
                <a:gd name="T36" fmla="*/ 49 w 53"/>
                <a:gd name="T37" fmla="*/ 52 h 52"/>
                <a:gd name="T38" fmla="*/ 53 w 53"/>
                <a:gd name="T39" fmla="*/ 45 h 52"/>
                <a:gd name="T40" fmla="*/ 51 w 53"/>
                <a:gd name="T41" fmla="*/ 39 h 52"/>
                <a:gd name="T42" fmla="*/ 48 w 53"/>
                <a:gd name="T43" fmla="*/ 40 h 52"/>
                <a:gd name="T44" fmla="*/ 46 w 53"/>
                <a:gd name="T45" fmla="*/ 36 h 52"/>
                <a:gd name="T46" fmla="*/ 49 w 53"/>
                <a:gd name="T47" fmla="*/ 32 h 52"/>
                <a:gd name="T48" fmla="*/ 45 w 53"/>
                <a:gd name="T49" fmla="*/ 32 h 52"/>
                <a:gd name="T50" fmla="*/ 46 w 53"/>
                <a:gd name="T51" fmla="*/ 23 h 52"/>
                <a:gd name="T52" fmla="*/ 42 w 53"/>
                <a:gd name="T53" fmla="*/ 24 h 52"/>
                <a:gd name="T54" fmla="*/ 37 w 53"/>
                <a:gd name="T55" fmla="*/ 23 h 52"/>
                <a:gd name="T56" fmla="*/ 34 w 53"/>
                <a:gd name="T57" fmla="*/ 24 h 52"/>
                <a:gd name="T58" fmla="*/ 34 w 53"/>
                <a:gd name="T59" fmla="*/ 23 h 52"/>
                <a:gd name="T60" fmla="*/ 29 w 53"/>
                <a:gd name="T61" fmla="*/ 23 h 52"/>
                <a:gd name="T62" fmla="*/ 29 w 53"/>
                <a:gd name="T63" fmla="*/ 20 h 52"/>
                <a:gd name="T64" fmla="*/ 30 w 53"/>
                <a:gd name="T65" fmla="*/ 19 h 52"/>
                <a:gd name="T66" fmla="*/ 26 w 53"/>
                <a:gd name="T67" fmla="*/ 17 h 52"/>
                <a:gd name="T68" fmla="*/ 22 w 53"/>
                <a:gd name="T69" fmla="*/ 20 h 52"/>
                <a:gd name="T70" fmla="*/ 22 w 53"/>
                <a:gd name="T71" fmla="*/ 17 h 52"/>
                <a:gd name="T72" fmla="*/ 29 w 53"/>
                <a:gd name="T73" fmla="*/ 3 h 52"/>
                <a:gd name="T74" fmla="*/ 27 w 53"/>
                <a:gd name="T7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3" h="52">
                  <a:moveTo>
                    <a:pt x="27" y="0"/>
                  </a:moveTo>
                  <a:cubicBezTo>
                    <a:pt x="23" y="0"/>
                    <a:pt x="21" y="5"/>
                    <a:pt x="19" y="8"/>
                  </a:cubicBezTo>
                  <a:cubicBezTo>
                    <a:pt x="14" y="15"/>
                    <a:pt x="11" y="28"/>
                    <a:pt x="3" y="32"/>
                  </a:cubicBezTo>
                  <a:cubicBezTo>
                    <a:pt x="4" y="32"/>
                    <a:pt x="5" y="33"/>
                    <a:pt x="6" y="33"/>
                  </a:cubicBezTo>
                  <a:cubicBezTo>
                    <a:pt x="6" y="35"/>
                    <a:pt x="6" y="35"/>
                    <a:pt x="6" y="35"/>
                  </a:cubicBezTo>
                  <a:cubicBezTo>
                    <a:pt x="6" y="35"/>
                    <a:pt x="0" y="39"/>
                    <a:pt x="0" y="40"/>
                  </a:cubicBezTo>
                  <a:cubicBezTo>
                    <a:pt x="0" y="41"/>
                    <a:pt x="2" y="43"/>
                    <a:pt x="3" y="43"/>
                  </a:cubicBezTo>
                  <a:cubicBezTo>
                    <a:pt x="7" y="43"/>
                    <a:pt x="8" y="41"/>
                    <a:pt x="12" y="41"/>
                  </a:cubicBezTo>
                  <a:cubicBezTo>
                    <a:pt x="15" y="41"/>
                    <a:pt x="17" y="43"/>
                    <a:pt x="21" y="43"/>
                  </a:cubicBezTo>
                  <a:cubicBezTo>
                    <a:pt x="23" y="43"/>
                    <a:pt x="24" y="43"/>
                    <a:pt x="26" y="42"/>
                  </a:cubicBezTo>
                  <a:cubicBezTo>
                    <a:pt x="27" y="43"/>
                    <a:pt x="28" y="43"/>
                    <a:pt x="29" y="43"/>
                  </a:cubicBezTo>
                  <a:cubicBezTo>
                    <a:pt x="31" y="43"/>
                    <a:pt x="33" y="43"/>
                    <a:pt x="34" y="43"/>
                  </a:cubicBezTo>
                  <a:cubicBezTo>
                    <a:pt x="33" y="45"/>
                    <a:pt x="31" y="45"/>
                    <a:pt x="31" y="48"/>
                  </a:cubicBezTo>
                  <a:cubicBezTo>
                    <a:pt x="31" y="48"/>
                    <a:pt x="31" y="48"/>
                    <a:pt x="32" y="48"/>
                  </a:cubicBezTo>
                  <a:cubicBezTo>
                    <a:pt x="32" y="48"/>
                    <a:pt x="33" y="48"/>
                    <a:pt x="33" y="48"/>
                  </a:cubicBezTo>
                  <a:cubicBezTo>
                    <a:pt x="36" y="48"/>
                    <a:pt x="39" y="43"/>
                    <a:pt x="41" y="40"/>
                  </a:cubicBezTo>
                  <a:cubicBezTo>
                    <a:pt x="43" y="42"/>
                    <a:pt x="42" y="48"/>
                    <a:pt x="44" y="48"/>
                  </a:cubicBezTo>
                  <a:cubicBezTo>
                    <a:pt x="45" y="48"/>
                    <a:pt x="45" y="48"/>
                    <a:pt x="46" y="48"/>
                  </a:cubicBezTo>
                  <a:cubicBezTo>
                    <a:pt x="46" y="49"/>
                    <a:pt x="47" y="52"/>
                    <a:pt x="49" y="52"/>
                  </a:cubicBezTo>
                  <a:cubicBezTo>
                    <a:pt x="52" y="52"/>
                    <a:pt x="53" y="48"/>
                    <a:pt x="53" y="45"/>
                  </a:cubicBezTo>
                  <a:cubicBezTo>
                    <a:pt x="53" y="42"/>
                    <a:pt x="51" y="42"/>
                    <a:pt x="51" y="39"/>
                  </a:cubicBezTo>
                  <a:cubicBezTo>
                    <a:pt x="50" y="40"/>
                    <a:pt x="51" y="40"/>
                    <a:pt x="48" y="40"/>
                  </a:cubicBezTo>
                  <a:cubicBezTo>
                    <a:pt x="48" y="38"/>
                    <a:pt x="46" y="37"/>
                    <a:pt x="46" y="36"/>
                  </a:cubicBezTo>
                  <a:cubicBezTo>
                    <a:pt x="46" y="35"/>
                    <a:pt x="48" y="34"/>
                    <a:pt x="49" y="32"/>
                  </a:cubicBezTo>
                  <a:cubicBezTo>
                    <a:pt x="47" y="32"/>
                    <a:pt x="46" y="32"/>
                    <a:pt x="45" y="32"/>
                  </a:cubicBezTo>
                  <a:cubicBezTo>
                    <a:pt x="45" y="28"/>
                    <a:pt x="46" y="26"/>
                    <a:pt x="46" y="23"/>
                  </a:cubicBezTo>
                  <a:cubicBezTo>
                    <a:pt x="45" y="23"/>
                    <a:pt x="44" y="24"/>
                    <a:pt x="42" y="24"/>
                  </a:cubicBezTo>
                  <a:cubicBezTo>
                    <a:pt x="41" y="24"/>
                    <a:pt x="39" y="23"/>
                    <a:pt x="37" y="23"/>
                  </a:cubicBezTo>
                  <a:cubicBezTo>
                    <a:pt x="34" y="24"/>
                    <a:pt x="34" y="24"/>
                    <a:pt x="34" y="24"/>
                  </a:cubicBezTo>
                  <a:cubicBezTo>
                    <a:pt x="34" y="23"/>
                    <a:pt x="34" y="23"/>
                    <a:pt x="34" y="23"/>
                  </a:cubicBezTo>
                  <a:cubicBezTo>
                    <a:pt x="29" y="23"/>
                    <a:pt x="29" y="23"/>
                    <a:pt x="29" y="23"/>
                  </a:cubicBezTo>
                  <a:cubicBezTo>
                    <a:pt x="29" y="20"/>
                    <a:pt x="29" y="20"/>
                    <a:pt x="29" y="20"/>
                  </a:cubicBezTo>
                  <a:cubicBezTo>
                    <a:pt x="30" y="19"/>
                    <a:pt x="30" y="19"/>
                    <a:pt x="30" y="19"/>
                  </a:cubicBezTo>
                  <a:cubicBezTo>
                    <a:pt x="29" y="18"/>
                    <a:pt x="28" y="17"/>
                    <a:pt x="26" y="17"/>
                  </a:cubicBezTo>
                  <a:cubicBezTo>
                    <a:pt x="24" y="17"/>
                    <a:pt x="24" y="19"/>
                    <a:pt x="22" y="20"/>
                  </a:cubicBezTo>
                  <a:cubicBezTo>
                    <a:pt x="22" y="17"/>
                    <a:pt x="22" y="17"/>
                    <a:pt x="22" y="17"/>
                  </a:cubicBezTo>
                  <a:cubicBezTo>
                    <a:pt x="23" y="12"/>
                    <a:pt x="29" y="9"/>
                    <a:pt x="29" y="3"/>
                  </a:cubicBezTo>
                  <a:cubicBezTo>
                    <a:pt x="29" y="1"/>
                    <a:pt x="28" y="0"/>
                    <a:pt x="2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8" name="Freeform 151"/>
            <p:cNvSpPr>
              <a:spLocks/>
            </p:cNvSpPr>
            <p:nvPr/>
          </p:nvSpPr>
          <p:spPr bwMode="auto">
            <a:xfrm>
              <a:off x="10263188" y="1238250"/>
              <a:ext cx="236538" cy="90488"/>
            </a:xfrm>
            <a:custGeom>
              <a:avLst/>
              <a:gdLst>
                <a:gd name="T0" fmla="*/ 13 w 63"/>
                <a:gd name="T1" fmla="*/ 0 h 24"/>
                <a:gd name="T2" fmla="*/ 0 w 63"/>
                <a:gd name="T3" fmla="*/ 11 h 24"/>
                <a:gd name="T4" fmla="*/ 15 w 63"/>
                <a:gd name="T5" fmla="*/ 24 h 24"/>
                <a:gd name="T6" fmla="*/ 21 w 63"/>
                <a:gd name="T7" fmla="*/ 20 h 24"/>
                <a:gd name="T8" fmla="*/ 26 w 63"/>
                <a:gd name="T9" fmla="*/ 22 h 24"/>
                <a:gd name="T10" fmla="*/ 32 w 63"/>
                <a:gd name="T11" fmla="*/ 20 h 24"/>
                <a:gd name="T12" fmla="*/ 38 w 63"/>
                <a:gd name="T13" fmla="*/ 18 h 24"/>
                <a:gd name="T14" fmla="*/ 43 w 63"/>
                <a:gd name="T15" fmla="*/ 21 h 24"/>
                <a:gd name="T16" fmla="*/ 50 w 63"/>
                <a:gd name="T17" fmla="*/ 18 h 24"/>
                <a:gd name="T18" fmla="*/ 58 w 63"/>
                <a:gd name="T19" fmla="*/ 18 h 24"/>
                <a:gd name="T20" fmla="*/ 63 w 63"/>
                <a:gd name="T21" fmla="*/ 9 h 24"/>
                <a:gd name="T22" fmla="*/ 35 w 63"/>
                <a:gd name="T23" fmla="*/ 1 h 24"/>
                <a:gd name="T24" fmla="*/ 30 w 63"/>
                <a:gd name="T25" fmla="*/ 9 h 24"/>
                <a:gd name="T26" fmla="*/ 13 w 63"/>
                <a:gd name="T2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3" h="24">
                  <a:moveTo>
                    <a:pt x="13" y="0"/>
                  </a:moveTo>
                  <a:cubicBezTo>
                    <a:pt x="7" y="0"/>
                    <a:pt x="0" y="5"/>
                    <a:pt x="0" y="11"/>
                  </a:cubicBezTo>
                  <a:cubicBezTo>
                    <a:pt x="0" y="18"/>
                    <a:pt x="7" y="24"/>
                    <a:pt x="15" y="24"/>
                  </a:cubicBezTo>
                  <a:cubicBezTo>
                    <a:pt x="17" y="24"/>
                    <a:pt x="19" y="21"/>
                    <a:pt x="21" y="20"/>
                  </a:cubicBezTo>
                  <a:cubicBezTo>
                    <a:pt x="22" y="21"/>
                    <a:pt x="23" y="22"/>
                    <a:pt x="26" y="22"/>
                  </a:cubicBezTo>
                  <a:cubicBezTo>
                    <a:pt x="29" y="22"/>
                    <a:pt x="31" y="20"/>
                    <a:pt x="32" y="20"/>
                  </a:cubicBezTo>
                  <a:cubicBezTo>
                    <a:pt x="35" y="20"/>
                    <a:pt x="36" y="18"/>
                    <a:pt x="38" y="18"/>
                  </a:cubicBezTo>
                  <a:cubicBezTo>
                    <a:pt x="40" y="18"/>
                    <a:pt x="41" y="21"/>
                    <a:pt x="43" y="21"/>
                  </a:cubicBezTo>
                  <a:cubicBezTo>
                    <a:pt x="46" y="21"/>
                    <a:pt x="48" y="18"/>
                    <a:pt x="50" y="18"/>
                  </a:cubicBezTo>
                  <a:cubicBezTo>
                    <a:pt x="58" y="18"/>
                    <a:pt x="58" y="18"/>
                    <a:pt x="58" y="18"/>
                  </a:cubicBezTo>
                  <a:cubicBezTo>
                    <a:pt x="58" y="16"/>
                    <a:pt x="62" y="13"/>
                    <a:pt x="63" y="9"/>
                  </a:cubicBezTo>
                  <a:cubicBezTo>
                    <a:pt x="57" y="7"/>
                    <a:pt x="40" y="1"/>
                    <a:pt x="35" y="1"/>
                  </a:cubicBezTo>
                  <a:cubicBezTo>
                    <a:pt x="32" y="1"/>
                    <a:pt x="30" y="5"/>
                    <a:pt x="30" y="9"/>
                  </a:cubicBezTo>
                  <a:cubicBezTo>
                    <a:pt x="23" y="9"/>
                    <a:pt x="22"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9" name="Freeform 152"/>
            <p:cNvSpPr>
              <a:spLocks noEditPoints="1"/>
            </p:cNvSpPr>
            <p:nvPr/>
          </p:nvSpPr>
          <p:spPr bwMode="auto">
            <a:xfrm>
              <a:off x="2541588" y="3184525"/>
              <a:ext cx="1216025" cy="819150"/>
            </a:xfrm>
            <a:custGeom>
              <a:avLst/>
              <a:gdLst>
                <a:gd name="T0" fmla="*/ 160 w 324"/>
                <a:gd name="T1" fmla="*/ 58 h 218"/>
                <a:gd name="T2" fmla="*/ 159 w 324"/>
                <a:gd name="T3" fmla="*/ 56 h 218"/>
                <a:gd name="T4" fmla="*/ 0 w 324"/>
                <a:gd name="T5" fmla="*/ 0 h 218"/>
                <a:gd name="T6" fmla="*/ 0 w 324"/>
                <a:gd name="T7" fmla="*/ 2 h 218"/>
                <a:gd name="T8" fmla="*/ 25 w 324"/>
                <a:gd name="T9" fmla="*/ 44 h 218"/>
                <a:gd name="T10" fmla="*/ 33 w 324"/>
                <a:gd name="T11" fmla="*/ 54 h 218"/>
                <a:gd name="T12" fmla="*/ 44 w 324"/>
                <a:gd name="T13" fmla="*/ 73 h 218"/>
                <a:gd name="T14" fmla="*/ 62 w 324"/>
                <a:gd name="T15" fmla="*/ 84 h 218"/>
                <a:gd name="T16" fmla="*/ 47 w 324"/>
                <a:gd name="T17" fmla="*/ 61 h 218"/>
                <a:gd name="T18" fmla="*/ 23 w 324"/>
                <a:gd name="T19" fmla="*/ 27 h 218"/>
                <a:gd name="T20" fmla="*/ 31 w 324"/>
                <a:gd name="T21" fmla="*/ 14 h 218"/>
                <a:gd name="T22" fmla="*/ 49 w 324"/>
                <a:gd name="T23" fmla="*/ 44 h 218"/>
                <a:gd name="T24" fmla="*/ 64 w 324"/>
                <a:gd name="T25" fmla="*/ 57 h 218"/>
                <a:gd name="T26" fmla="*/ 95 w 324"/>
                <a:gd name="T27" fmla="*/ 96 h 218"/>
                <a:gd name="T28" fmla="*/ 99 w 324"/>
                <a:gd name="T29" fmla="*/ 117 h 218"/>
                <a:gd name="T30" fmla="*/ 125 w 324"/>
                <a:gd name="T31" fmla="*/ 130 h 218"/>
                <a:gd name="T32" fmla="*/ 138 w 324"/>
                <a:gd name="T33" fmla="*/ 137 h 218"/>
                <a:gd name="T34" fmla="*/ 158 w 324"/>
                <a:gd name="T35" fmla="*/ 146 h 218"/>
                <a:gd name="T36" fmla="*/ 170 w 324"/>
                <a:gd name="T37" fmla="*/ 149 h 218"/>
                <a:gd name="T38" fmla="*/ 189 w 324"/>
                <a:gd name="T39" fmla="*/ 146 h 218"/>
                <a:gd name="T40" fmla="*/ 234 w 324"/>
                <a:gd name="T41" fmla="*/ 169 h 218"/>
                <a:gd name="T42" fmla="*/ 252 w 324"/>
                <a:gd name="T43" fmla="*/ 181 h 218"/>
                <a:gd name="T44" fmla="*/ 261 w 324"/>
                <a:gd name="T45" fmla="*/ 197 h 218"/>
                <a:gd name="T46" fmla="*/ 277 w 324"/>
                <a:gd name="T47" fmla="*/ 208 h 218"/>
                <a:gd name="T48" fmla="*/ 287 w 324"/>
                <a:gd name="T49" fmla="*/ 210 h 218"/>
                <a:gd name="T50" fmla="*/ 299 w 324"/>
                <a:gd name="T51" fmla="*/ 211 h 218"/>
                <a:gd name="T52" fmla="*/ 314 w 324"/>
                <a:gd name="T53" fmla="*/ 212 h 218"/>
                <a:gd name="T54" fmla="*/ 318 w 324"/>
                <a:gd name="T55" fmla="*/ 214 h 218"/>
                <a:gd name="T56" fmla="*/ 308 w 324"/>
                <a:gd name="T57" fmla="*/ 198 h 218"/>
                <a:gd name="T58" fmla="*/ 272 w 324"/>
                <a:gd name="T59" fmla="*/ 186 h 218"/>
                <a:gd name="T60" fmla="*/ 274 w 324"/>
                <a:gd name="T61" fmla="*/ 152 h 218"/>
                <a:gd name="T62" fmla="*/ 230 w 324"/>
                <a:gd name="T63" fmla="*/ 144 h 218"/>
                <a:gd name="T64" fmla="*/ 235 w 324"/>
                <a:gd name="T65" fmla="*/ 124 h 218"/>
                <a:gd name="T66" fmla="*/ 241 w 324"/>
                <a:gd name="T67" fmla="*/ 116 h 218"/>
                <a:gd name="T68" fmla="*/ 239 w 324"/>
                <a:gd name="T69" fmla="*/ 99 h 218"/>
                <a:gd name="T70" fmla="*/ 210 w 324"/>
                <a:gd name="T71" fmla="*/ 120 h 218"/>
                <a:gd name="T72" fmla="*/ 185 w 324"/>
                <a:gd name="T73" fmla="*/ 127 h 218"/>
                <a:gd name="T74" fmla="*/ 161 w 324"/>
                <a:gd name="T75" fmla="*/ 103 h 218"/>
                <a:gd name="T76" fmla="*/ 158 w 324"/>
                <a:gd name="T77" fmla="*/ 75 h 218"/>
                <a:gd name="T78" fmla="*/ 160 w 324"/>
                <a:gd name="T79" fmla="*/ 58 h 218"/>
                <a:gd name="T80" fmla="*/ 111 w 324"/>
                <a:gd name="T81" fmla="*/ 32 h 218"/>
                <a:gd name="T82" fmla="*/ 72 w 324"/>
                <a:gd name="T83" fmla="*/ 6 h 218"/>
                <a:gd name="T84" fmla="*/ 18 w 324"/>
                <a:gd name="T85"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24" h="218">
                  <a:moveTo>
                    <a:pt x="159" y="56"/>
                  </a:moveTo>
                  <a:cubicBezTo>
                    <a:pt x="160" y="58"/>
                    <a:pt x="160" y="58"/>
                    <a:pt x="160" y="58"/>
                  </a:cubicBezTo>
                  <a:cubicBezTo>
                    <a:pt x="160" y="58"/>
                    <a:pt x="160" y="58"/>
                    <a:pt x="160" y="58"/>
                  </a:cubicBezTo>
                  <a:cubicBezTo>
                    <a:pt x="160" y="57"/>
                    <a:pt x="159" y="57"/>
                    <a:pt x="159" y="56"/>
                  </a:cubicBezTo>
                  <a:moveTo>
                    <a:pt x="159" y="55"/>
                  </a:moveTo>
                  <a:cubicBezTo>
                    <a:pt x="159" y="56"/>
                    <a:pt x="159" y="56"/>
                    <a:pt x="159" y="56"/>
                  </a:cubicBezTo>
                  <a:cubicBezTo>
                    <a:pt x="159" y="55"/>
                    <a:pt x="159" y="55"/>
                    <a:pt x="159" y="55"/>
                  </a:cubicBezTo>
                  <a:moveTo>
                    <a:pt x="18" y="0"/>
                  </a:moveTo>
                  <a:cubicBezTo>
                    <a:pt x="0" y="0"/>
                    <a:pt x="0" y="0"/>
                    <a:pt x="0" y="0"/>
                  </a:cubicBezTo>
                  <a:cubicBezTo>
                    <a:pt x="0" y="0"/>
                    <a:pt x="0" y="0"/>
                    <a:pt x="0" y="0"/>
                  </a:cubicBezTo>
                  <a:cubicBezTo>
                    <a:pt x="0" y="0"/>
                    <a:pt x="0" y="0"/>
                    <a:pt x="0" y="0"/>
                  </a:cubicBezTo>
                  <a:cubicBezTo>
                    <a:pt x="0" y="2"/>
                    <a:pt x="0" y="2"/>
                    <a:pt x="0" y="2"/>
                  </a:cubicBezTo>
                  <a:cubicBezTo>
                    <a:pt x="2" y="8"/>
                    <a:pt x="4" y="10"/>
                    <a:pt x="7" y="15"/>
                  </a:cubicBezTo>
                  <a:cubicBezTo>
                    <a:pt x="8" y="19"/>
                    <a:pt x="8" y="27"/>
                    <a:pt x="12" y="29"/>
                  </a:cubicBezTo>
                  <a:cubicBezTo>
                    <a:pt x="17" y="32"/>
                    <a:pt x="21" y="38"/>
                    <a:pt x="25" y="44"/>
                  </a:cubicBezTo>
                  <a:cubicBezTo>
                    <a:pt x="27" y="46"/>
                    <a:pt x="25" y="47"/>
                    <a:pt x="23" y="47"/>
                  </a:cubicBezTo>
                  <a:cubicBezTo>
                    <a:pt x="22" y="47"/>
                    <a:pt x="20" y="47"/>
                    <a:pt x="20" y="47"/>
                  </a:cubicBezTo>
                  <a:cubicBezTo>
                    <a:pt x="23" y="51"/>
                    <a:pt x="29" y="50"/>
                    <a:pt x="33" y="54"/>
                  </a:cubicBezTo>
                  <a:cubicBezTo>
                    <a:pt x="36" y="57"/>
                    <a:pt x="38" y="60"/>
                    <a:pt x="41" y="63"/>
                  </a:cubicBezTo>
                  <a:cubicBezTo>
                    <a:pt x="41" y="70"/>
                    <a:pt x="41" y="70"/>
                    <a:pt x="41" y="70"/>
                  </a:cubicBezTo>
                  <a:cubicBezTo>
                    <a:pt x="42" y="72"/>
                    <a:pt x="42" y="72"/>
                    <a:pt x="44" y="73"/>
                  </a:cubicBezTo>
                  <a:cubicBezTo>
                    <a:pt x="47" y="75"/>
                    <a:pt x="50" y="82"/>
                    <a:pt x="55" y="82"/>
                  </a:cubicBezTo>
                  <a:cubicBezTo>
                    <a:pt x="55" y="83"/>
                    <a:pt x="59" y="88"/>
                    <a:pt x="60" y="88"/>
                  </a:cubicBezTo>
                  <a:cubicBezTo>
                    <a:pt x="60" y="88"/>
                    <a:pt x="62" y="85"/>
                    <a:pt x="62" y="84"/>
                  </a:cubicBezTo>
                  <a:cubicBezTo>
                    <a:pt x="62" y="82"/>
                    <a:pt x="59" y="78"/>
                    <a:pt x="57" y="78"/>
                  </a:cubicBezTo>
                  <a:cubicBezTo>
                    <a:pt x="57" y="78"/>
                    <a:pt x="56" y="78"/>
                    <a:pt x="56" y="79"/>
                  </a:cubicBezTo>
                  <a:cubicBezTo>
                    <a:pt x="51" y="75"/>
                    <a:pt x="49" y="68"/>
                    <a:pt x="47" y="61"/>
                  </a:cubicBezTo>
                  <a:cubicBezTo>
                    <a:pt x="45" y="55"/>
                    <a:pt x="39" y="52"/>
                    <a:pt x="37" y="45"/>
                  </a:cubicBezTo>
                  <a:cubicBezTo>
                    <a:pt x="36" y="41"/>
                    <a:pt x="35" y="38"/>
                    <a:pt x="31" y="34"/>
                  </a:cubicBezTo>
                  <a:cubicBezTo>
                    <a:pt x="28" y="31"/>
                    <a:pt x="25" y="31"/>
                    <a:pt x="23" y="27"/>
                  </a:cubicBezTo>
                  <a:cubicBezTo>
                    <a:pt x="20" y="22"/>
                    <a:pt x="18" y="18"/>
                    <a:pt x="18" y="12"/>
                  </a:cubicBezTo>
                  <a:cubicBezTo>
                    <a:pt x="18" y="11"/>
                    <a:pt x="17" y="10"/>
                    <a:pt x="18" y="8"/>
                  </a:cubicBezTo>
                  <a:cubicBezTo>
                    <a:pt x="22" y="12"/>
                    <a:pt x="26" y="12"/>
                    <a:pt x="31" y="14"/>
                  </a:cubicBezTo>
                  <a:cubicBezTo>
                    <a:pt x="33" y="15"/>
                    <a:pt x="33" y="22"/>
                    <a:pt x="35" y="24"/>
                  </a:cubicBezTo>
                  <a:cubicBezTo>
                    <a:pt x="38" y="27"/>
                    <a:pt x="37" y="31"/>
                    <a:pt x="40" y="34"/>
                  </a:cubicBezTo>
                  <a:cubicBezTo>
                    <a:pt x="43" y="37"/>
                    <a:pt x="46" y="40"/>
                    <a:pt x="49" y="44"/>
                  </a:cubicBezTo>
                  <a:cubicBezTo>
                    <a:pt x="50" y="44"/>
                    <a:pt x="50" y="43"/>
                    <a:pt x="50" y="43"/>
                  </a:cubicBezTo>
                  <a:cubicBezTo>
                    <a:pt x="51" y="43"/>
                    <a:pt x="51" y="44"/>
                    <a:pt x="53" y="44"/>
                  </a:cubicBezTo>
                  <a:cubicBezTo>
                    <a:pt x="53" y="51"/>
                    <a:pt x="61" y="51"/>
                    <a:pt x="64" y="57"/>
                  </a:cubicBezTo>
                  <a:cubicBezTo>
                    <a:pt x="65" y="60"/>
                    <a:pt x="63" y="62"/>
                    <a:pt x="66" y="65"/>
                  </a:cubicBezTo>
                  <a:cubicBezTo>
                    <a:pt x="68" y="68"/>
                    <a:pt x="73" y="69"/>
                    <a:pt x="76" y="72"/>
                  </a:cubicBezTo>
                  <a:cubicBezTo>
                    <a:pt x="82" y="78"/>
                    <a:pt x="92" y="86"/>
                    <a:pt x="95" y="96"/>
                  </a:cubicBezTo>
                  <a:cubicBezTo>
                    <a:pt x="96" y="98"/>
                    <a:pt x="98" y="99"/>
                    <a:pt x="98" y="103"/>
                  </a:cubicBezTo>
                  <a:cubicBezTo>
                    <a:pt x="98" y="106"/>
                    <a:pt x="95" y="108"/>
                    <a:pt x="95" y="111"/>
                  </a:cubicBezTo>
                  <a:cubicBezTo>
                    <a:pt x="95" y="113"/>
                    <a:pt x="97" y="117"/>
                    <a:pt x="99" y="117"/>
                  </a:cubicBezTo>
                  <a:cubicBezTo>
                    <a:pt x="100" y="120"/>
                    <a:pt x="109" y="122"/>
                    <a:pt x="113" y="126"/>
                  </a:cubicBezTo>
                  <a:cubicBezTo>
                    <a:pt x="113" y="126"/>
                    <a:pt x="114" y="127"/>
                    <a:pt x="116" y="128"/>
                  </a:cubicBezTo>
                  <a:cubicBezTo>
                    <a:pt x="119" y="129"/>
                    <a:pt x="121" y="129"/>
                    <a:pt x="125" y="130"/>
                  </a:cubicBezTo>
                  <a:cubicBezTo>
                    <a:pt x="129" y="132"/>
                    <a:pt x="130" y="136"/>
                    <a:pt x="134" y="137"/>
                  </a:cubicBezTo>
                  <a:cubicBezTo>
                    <a:pt x="135" y="137"/>
                    <a:pt x="135" y="137"/>
                    <a:pt x="136" y="137"/>
                  </a:cubicBezTo>
                  <a:cubicBezTo>
                    <a:pt x="136" y="137"/>
                    <a:pt x="137" y="137"/>
                    <a:pt x="138" y="137"/>
                  </a:cubicBezTo>
                  <a:cubicBezTo>
                    <a:pt x="138" y="137"/>
                    <a:pt x="139" y="137"/>
                    <a:pt x="139" y="137"/>
                  </a:cubicBezTo>
                  <a:cubicBezTo>
                    <a:pt x="140" y="137"/>
                    <a:pt x="141" y="137"/>
                    <a:pt x="142" y="138"/>
                  </a:cubicBezTo>
                  <a:cubicBezTo>
                    <a:pt x="145" y="139"/>
                    <a:pt x="155" y="146"/>
                    <a:pt x="158" y="146"/>
                  </a:cubicBezTo>
                  <a:cubicBezTo>
                    <a:pt x="159" y="146"/>
                    <a:pt x="160" y="146"/>
                    <a:pt x="161" y="146"/>
                  </a:cubicBezTo>
                  <a:cubicBezTo>
                    <a:pt x="162" y="146"/>
                    <a:pt x="163" y="146"/>
                    <a:pt x="165" y="146"/>
                  </a:cubicBezTo>
                  <a:cubicBezTo>
                    <a:pt x="166" y="147"/>
                    <a:pt x="168" y="149"/>
                    <a:pt x="170" y="149"/>
                  </a:cubicBezTo>
                  <a:cubicBezTo>
                    <a:pt x="175" y="149"/>
                    <a:pt x="176" y="143"/>
                    <a:pt x="181" y="143"/>
                  </a:cubicBezTo>
                  <a:cubicBezTo>
                    <a:pt x="183" y="143"/>
                    <a:pt x="185" y="144"/>
                    <a:pt x="187" y="146"/>
                  </a:cubicBezTo>
                  <a:cubicBezTo>
                    <a:pt x="189" y="146"/>
                    <a:pt x="189" y="146"/>
                    <a:pt x="189" y="146"/>
                  </a:cubicBezTo>
                  <a:cubicBezTo>
                    <a:pt x="197" y="149"/>
                    <a:pt x="198" y="156"/>
                    <a:pt x="207" y="160"/>
                  </a:cubicBezTo>
                  <a:cubicBezTo>
                    <a:pt x="212" y="163"/>
                    <a:pt x="216" y="161"/>
                    <a:pt x="222" y="164"/>
                  </a:cubicBezTo>
                  <a:cubicBezTo>
                    <a:pt x="225" y="166"/>
                    <a:pt x="228" y="169"/>
                    <a:pt x="234" y="169"/>
                  </a:cubicBezTo>
                  <a:cubicBezTo>
                    <a:pt x="236" y="169"/>
                    <a:pt x="237" y="167"/>
                    <a:pt x="239" y="167"/>
                  </a:cubicBezTo>
                  <a:cubicBezTo>
                    <a:pt x="240" y="167"/>
                    <a:pt x="240" y="167"/>
                    <a:pt x="241" y="167"/>
                  </a:cubicBezTo>
                  <a:cubicBezTo>
                    <a:pt x="243" y="174"/>
                    <a:pt x="247" y="177"/>
                    <a:pt x="252" y="181"/>
                  </a:cubicBezTo>
                  <a:cubicBezTo>
                    <a:pt x="253" y="183"/>
                    <a:pt x="255" y="183"/>
                    <a:pt x="256" y="186"/>
                  </a:cubicBezTo>
                  <a:cubicBezTo>
                    <a:pt x="257" y="190"/>
                    <a:pt x="254" y="194"/>
                    <a:pt x="258" y="197"/>
                  </a:cubicBezTo>
                  <a:cubicBezTo>
                    <a:pt x="261" y="197"/>
                    <a:pt x="261" y="197"/>
                    <a:pt x="261" y="197"/>
                  </a:cubicBezTo>
                  <a:cubicBezTo>
                    <a:pt x="261" y="197"/>
                    <a:pt x="261" y="196"/>
                    <a:pt x="261" y="195"/>
                  </a:cubicBezTo>
                  <a:cubicBezTo>
                    <a:pt x="262" y="195"/>
                    <a:pt x="271" y="201"/>
                    <a:pt x="272" y="202"/>
                  </a:cubicBezTo>
                  <a:cubicBezTo>
                    <a:pt x="273" y="205"/>
                    <a:pt x="273" y="208"/>
                    <a:pt x="277" y="208"/>
                  </a:cubicBezTo>
                  <a:cubicBezTo>
                    <a:pt x="277" y="209"/>
                    <a:pt x="278" y="210"/>
                    <a:pt x="279" y="210"/>
                  </a:cubicBezTo>
                  <a:cubicBezTo>
                    <a:pt x="280" y="210"/>
                    <a:pt x="282" y="209"/>
                    <a:pt x="284" y="209"/>
                  </a:cubicBezTo>
                  <a:cubicBezTo>
                    <a:pt x="285" y="209"/>
                    <a:pt x="286" y="210"/>
                    <a:pt x="287" y="210"/>
                  </a:cubicBezTo>
                  <a:cubicBezTo>
                    <a:pt x="289" y="213"/>
                    <a:pt x="292" y="218"/>
                    <a:pt x="297" y="218"/>
                  </a:cubicBezTo>
                  <a:cubicBezTo>
                    <a:pt x="299" y="218"/>
                    <a:pt x="301" y="217"/>
                    <a:pt x="301" y="214"/>
                  </a:cubicBezTo>
                  <a:cubicBezTo>
                    <a:pt x="301" y="213"/>
                    <a:pt x="299" y="212"/>
                    <a:pt x="299" y="211"/>
                  </a:cubicBezTo>
                  <a:cubicBezTo>
                    <a:pt x="299" y="210"/>
                    <a:pt x="307" y="204"/>
                    <a:pt x="309" y="204"/>
                  </a:cubicBezTo>
                  <a:cubicBezTo>
                    <a:pt x="312" y="204"/>
                    <a:pt x="313" y="208"/>
                    <a:pt x="316" y="209"/>
                  </a:cubicBezTo>
                  <a:cubicBezTo>
                    <a:pt x="315" y="210"/>
                    <a:pt x="314" y="211"/>
                    <a:pt x="314" y="212"/>
                  </a:cubicBezTo>
                  <a:cubicBezTo>
                    <a:pt x="314" y="213"/>
                    <a:pt x="317" y="213"/>
                    <a:pt x="317" y="214"/>
                  </a:cubicBezTo>
                  <a:cubicBezTo>
                    <a:pt x="317" y="214"/>
                    <a:pt x="317" y="214"/>
                    <a:pt x="317" y="214"/>
                  </a:cubicBezTo>
                  <a:cubicBezTo>
                    <a:pt x="318" y="214"/>
                    <a:pt x="318" y="214"/>
                    <a:pt x="318" y="214"/>
                  </a:cubicBezTo>
                  <a:cubicBezTo>
                    <a:pt x="319" y="213"/>
                    <a:pt x="321" y="211"/>
                    <a:pt x="323" y="209"/>
                  </a:cubicBezTo>
                  <a:cubicBezTo>
                    <a:pt x="324" y="208"/>
                    <a:pt x="324" y="207"/>
                    <a:pt x="324" y="207"/>
                  </a:cubicBezTo>
                  <a:cubicBezTo>
                    <a:pt x="320" y="204"/>
                    <a:pt x="316" y="198"/>
                    <a:pt x="308" y="198"/>
                  </a:cubicBezTo>
                  <a:cubicBezTo>
                    <a:pt x="302" y="198"/>
                    <a:pt x="298" y="204"/>
                    <a:pt x="291" y="204"/>
                  </a:cubicBezTo>
                  <a:cubicBezTo>
                    <a:pt x="286" y="204"/>
                    <a:pt x="286" y="198"/>
                    <a:pt x="283" y="197"/>
                  </a:cubicBezTo>
                  <a:cubicBezTo>
                    <a:pt x="278" y="195"/>
                    <a:pt x="272" y="192"/>
                    <a:pt x="272" y="186"/>
                  </a:cubicBezTo>
                  <a:cubicBezTo>
                    <a:pt x="272" y="181"/>
                    <a:pt x="272" y="175"/>
                    <a:pt x="272" y="169"/>
                  </a:cubicBezTo>
                  <a:cubicBezTo>
                    <a:pt x="274" y="166"/>
                    <a:pt x="274" y="159"/>
                    <a:pt x="274" y="156"/>
                  </a:cubicBezTo>
                  <a:cubicBezTo>
                    <a:pt x="274" y="155"/>
                    <a:pt x="274" y="153"/>
                    <a:pt x="274" y="152"/>
                  </a:cubicBezTo>
                  <a:cubicBezTo>
                    <a:pt x="269" y="151"/>
                    <a:pt x="267" y="146"/>
                    <a:pt x="260" y="146"/>
                  </a:cubicBezTo>
                  <a:cubicBezTo>
                    <a:pt x="250" y="146"/>
                    <a:pt x="243" y="148"/>
                    <a:pt x="233" y="148"/>
                  </a:cubicBezTo>
                  <a:cubicBezTo>
                    <a:pt x="232" y="148"/>
                    <a:pt x="230" y="146"/>
                    <a:pt x="230" y="144"/>
                  </a:cubicBezTo>
                  <a:cubicBezTo>
                    <a:pt x="230" y="144"/>
                    <a:pt x="230" y="144"/>
                    <a:pt x="230" y="143"/>
                  </a:cubicBezTo>
                  <a:cubicBezTo>
                    <a:pt x="232" y="141"/>
                    <a:pt x="235" y="140"/>
                    <a:pt x="235" y="137"/>
                  </a:cubicBezTo>
                  <a:cubicBezTo>
                    <a:pt x="235" y="133"/>
                    <a:pt x="235" y="127"/>
                    <a:pt x="235" y="124"/>
                  </a:cubicBezTo>
                  <a:cubicBezTo>
                    <a:pt x="236" y="124"/>
                    <a:pt x="237" y="124"/>
                    <a:pt x="237" y="124"/>
                  </a:cubicBezTo>
                  <a:cubicBezTo>
                    <a:pt x="237" y="124"/>
                    <a:pt x="237" y="125"/>
                    <a:pt x="237" y="126"/>
                  </a:cubicBezTo>
                  <a:cubicBezTo>
                    <a:pt x="239" y="123"/>
                    <a:pt x="241" y="121"/>
                    <a:pt x="241" y="116"/>
                  </a:cubicBezTo>
                  <a:cubicBezTo>
                    <a:pt x="241" y="111"/>
                    <a:pt x="246" y="106"/>
                    <a:pt x="246" y="102"/>
                  </a:cubicBezTo>
                  <a:cubicBezTo>
                    <a:pt x="246" y="101"/>
                    <a:pt x="246" y="100"/>
                    <a:pt x="246" y="99"/>
                  </a:cubicBezTo>
                  <a:cubicBezTo>
                    <a:pt x="244" y="99"/>
                    <a:pt x="240" y="99"/>
                    <a:pt x="239" y="99"/>
                  </a:cubicBezTo>
                  <a:cubicBezTo>
                    <a:pt x="238" y="98"/>
                    <a:pt x="236" y="98"/>
                    <a:pt x="233" y="98"/>
                  </a:cubicBezTo>
                  <a:cubicBezTo>
                    <a:pt x="226" y="98"/>
                    <a:pt x="216" y="101"/>
                    <a:pt x="216" y="109"/>
                  </a:cubicBezTo>
                  <a:cubicBezTo>
                    <a:pt x="216" y="113"/>
                    <a:pt x="212" y="117"/>
                    <a:pt x="210" y="120"/>
                  </a:cubicBezTo>
                  <a:cubicBezTo>
                    <a:pt x="210" y="121"/>
                    <a:pt x="209" y="125"/>
                    <a:pt x="206" y="125"/>
                  </a:cubicBezTo>
                  <a:cubicBezTo>
                    <a:pt x="205" y="125"/>
                    <a:pt x="204" y="123"/>
                    <a:pt x="201" y="123"/>
                  </a:cubicBezTo>
                  <a:cubicBezTo>
                    <a:pt x="195" y="123"/>
                    <a:pt x="191" y="127"/>
                    <a:pt x="185" y="127"/>
                  </a:cubicBezTo>
                  <a:cubicBezTo>
                    <a:pt x="183" y="127"/>
                    <a:pt x="183" y="124"/>
                    <a:pt x="181" y="124"/>
                  </a:cubicBezTo>
                  <a:cubicBezTo>
                    <a:pt x="173" y="121"/>
                    <a:pt x="173" y="117"/>
                    <a:pt x="168" y="111"/>
                  </a:cubicBezTo>
                  <a:cubicBezTo>
                    <a:pt x="166" y="109"/>
                    <a:pt x="162" y="105"/>
                    <a:pt x="161" y="103"/>
                  </a:cubicBezTo>
                  <a:cubicBezTo>
                    <a:pt x="160" y="101"/>
                    <a:pt x="161" y="99"/>
                    <a:pt x="160" y="96"/>
                  </a:cubicBezTo>
                  <a:cubicBezTo>
                    <a:pt x="160" y="95"/>
                    <a:pt x="157" y="93"/>
                    <a:pt x="158" y="91"/>
                  </a:cubicBezTo>
                  <a:cubicBezTo>
                    <a:pt x="158" y="75"/>
                    <a:pt x="158" y="75"/>
                    <a:pt x="158" y="75"/>
                  </a:cubicBezTo>
                  <a:cubicBezTo>
                    <a:pt x="159" y="70"/>
                    <a:pt x="161" y="68"/>
                    <a:pt x="161" y="63"/>
                  </a:cubicBezTo>
                  <a:cubicBezTo>
                    <a:pt x="161" y="62"/>
                    <a:pt x="160" y="60"/>
                    <a:pt x="160" y="59"/>
                  </a:cubicBezTo>
                  <a:cubicBezTo>
                    <a:pt x="160" y="58"/>
                    <a:pt x="160" y="58"/>
                    <a:pt x="160" y="58"/>
                  </a:cubicBezTo>
                  <a:cubicBezTo>
                    <a:pt x="155" y="57"/>
                    <a:pt x="148" y="56"/>
                    <a:pt x="146" y="54"/>
                  </a:cubicBezTo>
                  <a:cubicBezTo>
                    <a:pt x="137" y="45"/>
                    <a:pt x="137" y="24"/>
                    <a:pt x="120" y="24"/>
                  </a:cubicBezTo>
                  <a:cubicBezTo>
                    <a:pt x="114" y="24"/>
                    <a:pt x="116" y="32"/>
                    <a:pt x="111" y="32"/>
                  </a:cubicBezTo>
                  <a:cubicBezTo>
                    <a:pt x="105" y="32"/>
                    <a:pt x="100" y="22"/>
                    <a:pt x="98" y="18"/>
                  </a:cubicBezTo>
                  <a:cubicBezTo>
                    <a:pt x="93" y="10"/>
                    <a:pt x="88" y="9"/>
                    <a:pt x="78" y="6"/>
                  </a:cubicBezTo>
                  <a:cubicBezTo>
                    <a:pt x="72" y="6"/>
                    <a:pt x="72" y="6"/>
                    <a:pt x="72" y="6"/>
                  </a:cubicBezTo>
                  <a:cubicBezTo>
                    <a:pt x="72" y="10"/>
                    <a:pt x="72" y="10"/>
                    <a:pt x="72" y="10"/>
                  </a:cubicBezTo>
                  <a:cubicBezTo>
                    <a:pt x="49" y="10"/>
                    <a:pt x="49" y="10"/>
                    <a:pt x="49" y="10"/>
                  </a:cubicBezTo>
                  <a:cubicBezTo>
                    <a:pt x="18" y="0"/>
                    <a:pt x="18" y="0"/>
                    <a:pt x="1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0" name="Freeform 153"/>
            <p:cNvSpPr>
              <a:spLocks/>
            </p:cNvSpPr>
            <p:nvPr/>
          </p:nvSpPr>
          <p:spPr bwMode="auto">
            <a:xfrm>
              <a:off x="3611563" y="2422525"/>
              <a:ext cx="38100" cy="14288"/>
            </a:xfrm>
            <a:custGeom>
              <a:avLst/>
              <a:gdLst>
                <a:gd name="T0" fmla="*/ 0 w 10"/>
                <a:gd name="T1" fmla="*/ 0 h 4"/>
                <a:gd name="T2" fmla="*/ 0 w 10"/>
                <a:gd name="T3" fmla="*/ 2 h 4"/>
                <a:gd name="T4" fmla="*/ 8 w 10"/>
                <a:gd name="T5" fmla="*/ 4 h 4"/>
                <a:gd name="T6" fmla="*/ 10 w 10"/>
                <a:gd name="T7" fmla="*/ 4 h 4"/>
                <a:gd name="T8" fmla="*/ 0 w 10"/>
                <a:gd name="T9" fmla="*/ 0 h 4"/>
              </a:gdLst>
              <a:ahLst/>
              <a:cxnLst>
                <a:cxn ang="0">
                  <a:pos x="T0" y="T1"/>
                </a:cxn>
                <a:cxn ang="0">
                  <a:pos x="T2" y="T3"/>
                </a:cxn>
                <a:cxn ang="0">
                  <a:pos x="T4" y="T5"/>
                </a:cxn>
                <a:cxn ang="0">
                  <a:pos x="T6" y="T7"/>
                </a:cxn>
                <a:cxn ang="0">
                  <a:pos x="T8" y="T9"/>
                </a:cxn>
              </a:cxnLst>
              <a:rect l="0" t="0" r="r" b="b"/>
              <a:pathLst>
                <a:path w="10" h="4">
                  <a:moveTo>
                    <a:pt x="0" y="0"/>
                  </a:moveTo>
                  <a:cubicBezTo>
                    <a:pt x="0" y="0"/>
                    <a:pt x="0" y="1"/>
                    <a:pt x="0" y="2"/>
                  </a:cubicBezTo>
                  <a:cubicBezTo>
                    <a:pt x="2" y="3"/>
                    <a:pt x="6" y="4"/>
                    <a:pt x="8" y="4"/>
                  </a:cubicBezTo>
                  <a:cubicBezTo>
                    <a:pt x="10" y="4"/>
                    <a:pt x="10" y="4"/>
                    <a:pt x="10" y="4"/>
                  </a:cubicBezTo>
                  <a:cubicBezTo>
                    <a:pt x="10" y="0"/>
                    <a:pt x="5"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1" name="Freeform 154"/>
            <p:cNvSpPr>
              <a:spLocks/>
            </p:cNvSpPr>
            <p:nvPr/>
          </p:nvSpPr>
          <p:spPr bwMode="auto">
            <a:xfrm>
              <a:off x="2200275" y="2524125"/>
              <a:ext cx="142875" cy="88900"/>
            </a:xfrm>
            <a:custGeom>
              <a:avLst/>
              <a:gdLst>
                <a:gd name="T0" fmla="*/ 4 w 38"/>
                <a:gd name="T1" fmla="*/ 0 h 24"/>
                <a:gd name="T2" fmla="*/ 0 w 38"/>
                <a:gd name="T3" fmla="*/ 1 h 24"/>
                <a:gd name="T4" fmla="*/ 1 w 38"/>
                <a:gd name="T5" fmla="*/ 1 h 24"/>
                <a:gd name="T6" fmla="*/ 6 w 38"/>
                <a:gd name="T7" fmla="*/ 2 h 24"/>
                <a:gd name="T8" fmla="*/ 3 w 38"/>
                <a:gd name="T9" fmla="*/ 5 h 24"/>
                <a:gd name="T10" fmla="*/ 18 w 38"/>
                <a:gd name="T11" fmla="*/ 11 h 24"/>
                <a:gd name="T12" fmla="*/ 15 w 38"/>
                <a:gd name="T13" fmla="*/ 14 h 24"/>
                <a:gd name="T14" fmla="*/ 36 w 38"/>
                <a:gd name="T15" fmla="*/ 24 h 24"/>
                <a:gd name="T16" fmla="*/ 38 w 38"/>
                <a:gd name="T17" fmla="*/ 24 h 24"/>
                <a:gd name="T18" fmla="*/ 38 w 38"/>
                <a:gd name="T19" fmla="*/ 22 h 24"/>
                <a:gd name="T20" fmla="*/ 12 w 38"/>
                <a:gd name="T21" fmla="*/ 4 h 24"/>
                <a:gd name="T22" fmla="*/ 4 w 38"/>
                <a:gd name="T2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24">
                  <a:moveTo>
                    <a:pt x="4" y="0"/>
                  </a:moveTo>
                  <a:cubicBezTo>
                    <a:pt x="3" y="0"/>
                    <a:pt x="1" y="0"/>
                    <a:pt x="0" y="1"/>
                  </a:cubicBezTo>
                  <a:cubicBezTo>
                    <a:pt x="1" y="1"/>
                    <a:pt x="1" y="1"/>
                    <a:pt x="1" y="1"/>
                  </a:cubicBezTo>
                  <a:cubicBezTo>
                    <a:pt x="1" y="1"/>
                    <a:pt x="4" y="2"/>
                    <a:pt x="6" y="2"/>
                  </a:cubicBezTo>
                  <a:cubicBezTo>
                    <a:pt x="5" y="3"/>
                    <a:pt x="4" y="4"/>
                    <a:pt x="3" y="5"/>
                  </a:cubicBezTo>
                  <a:cubicBezTo>
                    <a:pt x="4" y="8"/>
                    <a:pt x="12" y="11"/>
                    <a:pt x="18" y="11"/>
                  </a:cubicBezTo>
                  <a:cubicBezTo>
                    <a:pt x="17" y="12"/>
                    <a:pt x="15" y="12"/>
                    <a:pt x="15" y="14"/>
                  </a:cubicBezTo>
                  <a:cubicBezTo>
                    <a:pt x="19" y="17"/>
                    <a:pt x="29" y="24"/>
                    <a:pt x="36" y="24"/>
                  </a:cubicBezTo>
                  <a:cubicBezTo>
                    <a:pt x="37" y="24"/>
                    <a:pt x="37" y="24"/>
                    <a:pt x="38" y="24"/>
                  </a:cubicBezTo>
                  <a:cubicBezTo>
                    <a:pt x="38" y="22"/>
                    <a:pt x="38" y="22"/>
                    <a:pt x="38" y="22"/>
                  </a:cubicBezTo>
                  <a:cubicBezTo>
                    <a:pt x="31" y="14"/>
                    <a:pt x="24" y="8"/>
                    <a:pt x="12" y="4"/>
                  </a:cubicBezTo>
                  <a:cubicBezTo>
                    <a:pt x="10" y="3"/>
                    <a:pt x="7"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2" name="Freeform 155"/>
            <p:cNvSpPr>
              <a:spLocks/>
            </p:cNvSpPr>
            <p:nvPr/>
          </p:nvSpPr>
          <p:spPr bwMode="auto">
            <a:xfrm>
              <a:off x="2057400" y="2387600"/>
              <a:ext cx="52388" cy="71438"/>
            </a:xfrm>
            <a:custGeom>
              <a:avLst/>
              <a:gdLst>
                <a:gd name="T0" fmla="*/ 0 w 14"/>
                <a:gd name="T1" fmla="*/ 0 h 19"/>
                <a:gd name="T2" fmla="*/ 0 w 14"/>
                <a:gd name="T3" fmla="*/ 2 h 19"/>
                <a:gd name="T4" fmla="*/ 3 w 14"/>
                <a:gd name="T5" fmla="*/ 7 h 19"/>
                <a:gd name="T6" fmla="*/ 8 w 14"/>
                <a:gd name="T7" fmla="*/ 11 h 19"/>
                <a:gd name="T8" fmla="*/ 7 w 14"/>
                <a:gd name="T9" fmla="*/ 14 h 19"/>
                <a:gd name="T10" fmla="*/ 11 w 14"/>
                <a:gd name="T11" fmla="*/ 19 h 19"/>
                <a:gd name="T12" fmla="*/ 9 w 14"/>
                <a:gd name="T13" fmla="*/ 14 h 19"/>
                <a:gd name="T14" fmla="*/ 10 w 14"/>
                <a:gd name="T15" fmla="*/ 11 h 19"/>
                <a:gd name="T16" fmla="*/ 9 w 14"/>
                <a:gd name="T17" fmla="*/ 8 h 19"/>
                <a:gd name="T18" fmla="*/ 9 w 14"/>
                <a:gd name="T19" fmla="*/ 1 h 19"/>
                <a:gd name="T20" fmla="*/ 5 w 14"/>
                <a:gd name="T21" fmla="*/ 5 h 19"/>
                <a:gd name="T22" fmla="*/ 7 w 14"/>
                <a:gd name="T23" fmla="*/ 2 h 19"/>
                <a:gd name="T24" fmla="*/ 0 w 14"/>
                <a:gd name="T2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19">
                  <a:moveTo>
                    <a:pt x="0" y="0"/>
                  </a:moveTo>
                  <a:cubicBezTo>
                    <a:pt x="0" y="2"/>
                    <a:pt x="0" y="2"/>
                    <a:pt x="0" y="2"/>
                  </a:cubicBezTo>
                  <a:cubicBezTo>
                    <a:pt x="1" y="4"/>
                    <a:pt x="2" y="7"/>
                    <a:pt x="3" y="7"/>
                  </a:cubicBezTo>
                  <a:cubicBezTo>
                    <a:pt x="5" y="7"/>
                    <a:pt x="6" y="10"/>
                    <a:pt x="8" y="11"/>
                  </a:cubicBezTo>
                  <a:cubicBezTo>
                    <a:pt x="8" y="11"/>
                    <a:pt x="7" y="12"/>
                    <a:pt x="7" y="14"/>
                  </a:cubicBezTo>
                  <a:cubicBezTo>
                    <a:pt x="7" y="16"/>
                    <a:pt x="9" y="19"/>
                    <a:pt x="11" y="19"/>
                  </a:cubicBezTo>
                  <a:cubicBezTo>
                    <a:pt x="14" y="19"/>
                    <a:pt x="9" y="15"/>
                    <a:pt x="9" y="14"/>
                  </a:cubicBezTo>
                  <a:cubicBezTo>
                    <a:pt x="9" y="13"/>
                    <a:pt x="10" y="12"/>
                    <a:pt x="10" y="11"/>
                  </a:cubicBezTo>
                  <a:cubicBezTo>
                    <a:pt x="10" y="10"/>
                    <a:pt x="9" y="9"/>
                    <a:pt x="9" y="8"/>
                  </a:cubicBezTo>
                  <a:cubicBezTo>
                    <a:pt x="9" y="5"/>
                    <a:pt x="9" y="3"/>
                    <a:pt x="9" y="1"/>
                  </a:cubicBezTo>
                  <a:cubicBezTo>
                    <a:pt x="8" y="3"/>
                    <a:pt x="7" y="5"/>
                    <a:pt x="5" y="5"/>
                  </a:cubicBezTo>
                  <a:cubicBezTo>
                    <a:pt x="3" y="5"/>
                    <a:pt x="7" y="2"/>
                    <a:pt x="7" y="2"/>
                  </a:cubicBezTo>
                  <a:cubicBezTo>
                    <a:pt x="4" y="1"/>
                    <a:pt x="3"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3" name="Freeform 156"/>
            <p:cNvSpPr>
              <a:spLocks/>
            </p:cNvSpPr>
            <p:nvPr/>
          </p:nvSpPr>
          <p:spPr bwMode="auto">
            <a:xfrm>
              <a:off x="1404938" y="2227263"/>
              <a:ext cx="63500" cy="41275"/>
            </a:xfrm>
            <a:custGeom>
              <a:avLst/>
              <a:gdLst>
                <a:gd name="T0" fmla="*/ 17 w 17"/>
                <a:gd name="T1" fmla="*/ 0 h 11"/>
                <a:gd name="T2" fmla="*/ 14 w 17"/>
                <a:gd name="T3" fmla="*/ 0 h 11"/>
                <a:gd name="T4" fmla="*/ 0 w 17"/>
                <a:gd name="T5" fmla="*/ 4 h 11"/>
                <a:gd name="T6" fmla="*/ 0 w 17"/>
                <a:gd name="T7" fmla="*/ 7 h 11"/>
                <a:gd name="T8" fmla="*/ 6 w 17"/>
                <a:gd name="T9" fmla="*/ 11 h 11"/>
                <a:gd name="T10" fmla="*/ 17 w 17"/>
                <a:gd name="T11" fmla="*/ 3 h 11"/>
                <a:gd name="T12" fmla="*/ 17 w 17"/>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17" h="11">
                  <a:moveTo>
                    <a:pt x="17" y="0"/>
                  </a:moveTo>
                  <a:cubicBezTo>
                    <a:pt x="16" y="0"/>
                    <a:pt x="16" y="0"/>
                    <a:pt x="14" y="0"/>
                  </a:cubicBezTo>
                  <a:cubicBezTo>
                    <a:pt x="9" y="0"/>
                    <a:pt x="5" y="3"/>
                    <a:pt x="0" y="4"/>
                  </a:cubicBezTo>
                  <a:cubicBezTo>
                    <a:pt x="0" y="7"/>
                    <a:pt x="0" y="7"/>
                    <a:pt x="0" y="7"/>
                  </a:cubicBezTo>
                  <a:cubicBezTo>
                    <a:pt x="2" y="9"/>
                    <a:pt x="4" y="9"/>
                    <a:pt x="6" y="11"/>
                  </a:cubicBezTo>
                  <a:cubicBezTo>
                    <a:pt x="11" y="8"/>
                    <a:pt x="12" y="6"/>
                    <a:pt x="17" y="3"/>
                  </a:cubicBezTo>
                  <a:cubicBezTo>
                    <a:pt x="17" y="0"/>
                    <a:pt x="17" y="0"/>
                    <a:pt x="1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4" name="Freeform 157"/>
            <p:cNvSpPr>
              <a:spLocks/>
            </p:cNvSpPr>
            <p:nvPr/>
          </p:nvSpPr>
          <p:spPr bwMode="auto">
            <a:xfrm>
              <a:off x="6475413" y="2989263"/>
              <a:ext cx="82550" cy="49213"/>
            </a:xfrm>
            <a:custGeom>
              <a:avLst/>
              <a:gdLst>
                <a:gd name="T0" fmla="*/ 21 w 22"/>
                <a:gd name="T1" fmla="*/ 0 h 13"/>
                <a:gd name="T2" fmla="*/ 13 w 22"/>
                <a:gd name="T3" fmla="*/ 2 h 13"/>
                <a:gd name="T4" fmla="*/ 5 w 22"/>
                <a:gd name="T5" fmla="*/ 0 h 13"/>
                <a:gd name="T6" fmla="*/ 0 w 22"/>
                <a:gd name="T7" fmla="*/ 1 h 13"/>
                <a:gd name="T8" fmla="*/ 0 w 22"/>
                <a:gd name="T9" fmla="*/ 3 h 13"/>
                <a:gd name="T10" fmla="*/ 4 w 22"/>
                <a:gd name="T11" fmla="*/ 4 h 13"/>
                <a:gd name="T12" fmla="*/ 17 w 22"/>
                <a:gd name="T13" fmla="*/ 12 h 13"/>
                <a:gd name="T14" fmla="*/ 20 w 22"/>
                <a:gd name="T15" fmla="*/ 13 h 13"/>
                <a:gd name="T16" fmla="*/ 21 w 22"/>
                <a:gd name="T17" fmla="*/ 11 h 13"/>
                <a:gd name="T18" fmla="*/ 20 w 22"/>
                <a:gd name="T19" fmla="*/ 6 h 13"/>
                <a:gd name="T20" fmla="*/ 21 w 22"/>
                <a:gd name="T21" fmla="*/ 3 h 13"/>
                <a:gd name="T22" fmla="*/ 22 w 22"/>
                <a:gd name="T23" fmla="*/ 0 h 13"/>
                <a:gd name="T24" fmla="*/ 21 w 22"/>
                <a:gd name="T2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13">
                  <a:moveTo>
                    <a:pt x="21" y="0"/>
                  </a:moveTo>
                  <a:cubicBezTo>
                    <a:pt x="18" y="0"/>
                    <a:pt x="16" y="2"/>
                    <a:pt x="13" y="2"/>
                  </a:cubicBezTo>
                  <a:cubicBezTo>
                    <a:pt x="10" y="2"/>
                    <a:pt x="8" y="0"/>
                    <a:pt x="5" y="0"/>
                  </a:cubicBezTo>
                  <a:cubicBezTo>
                    <a:pt x="3" y="0"/>
                    <a:pt x="2" y="0"/>
                    <a:pt x="0" y="1"/>
                  </a:cubicBezTo>
                  <a:cubicBezTo>
                    <a:pt x="0" y="3"/>
                    <a:pt x="0" y="3"/>
                    <a:pt x="0" y="3"/>
                  </a:cubicBezTo>
                  <a:cubicBezTo>
                    <a:pt x="1" y="4"/>
                    <a:pt x="3" y="4"/>
                    <a:pt x="4" y="4"/>
                  </a:cubicBezTo>
                  <a:cubicBezTo>
                    <a:pt x="9" y="6"/>
                    <a:pt x="13" y="10"/>
                    <a:pt x="17" y="12"/>
                  </a:cubicBezTo>
                  <a:cubicBezTo>
                    <a:pt x="17" y="12"/>
                    <a:pt x="19" y="13"/>
                    <a:pt x="20" y="13"/>
                  </a:cubicBezTo>
                  <a:cubicBezTo>
                    <a:pt x="20" y="13"/>
                    <a:pt x="21" y="12"/>
                    <a:pt x="21" y="11"/>
                  </a:cubicBezTo>
                  <a:cubicBezTo>
                    <a:pt x="21" y="8"/>
                    <a:pt x="20" y="8"/>
                    <a:pt x="20" y="6"/>
                  </a:cubicBezTo>
                  <a:cubicBezTo>
                    <a:pt x="20" y="5"/>
                    <a:pt x="21" y="3"/>
                    <a:pt x="21" y="3"/>
                  </a:cubicBezTo>
                  <a:cubicBezTo>
                    <a:pt x="22" y="0"/>
                    <a:pt x="22" y="0"/>
                    <a:pt x="22" y="0"/>
                  </a:cubicBezTo>
                  <a:cubicBezTo>
                    <a:pt x="22" y="0"/>
                    <a:pt x="21"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5" name="Freeform 158"/>
            <p:cNvSpPr>
              <a:spLocks/>
            </p:cNvSpPr>
            <p:nvPr/>
          </p:nvSpPr>
          <p:spPr bwMode="auto">
            <a:xfrm>
              <a:off x="6359525" y="2813050"/>
              <a:ext cx="30163" cy="55563"/>
            </a:xfrm>
            <a:custGeom>
              <a:avLst/>
              <a:gdLst>
                <a:gd name="T0" fmla="*/ 7 w 8"/>
                <a:gd name="T1" fmla="*/ 0 h 15"/>
                <a:gd name="T2" fmla="*/ 2 w 8"/>
                <a:gd name="T3" fmla="*/ 3 h 15"/>
                <a:gd name="T4" fmla="*/ 0 w 8"/>
                <a:gd name="T5" fmla="*/ 4 h 15"/>
                <a:gd name="T6" fmla="*/ 5 w 8"/>
                <a:gd name="T7" fmla="*/ 15 h 15"/>
                <a:gd name="T8" fmla="*/ 8 w 8"/>
                <a:gd name="T9" fmla="*/ 4 h 15"/>
                <a:gd name="T10" fmla="*/ 7 w 8"/>
                <a:gd name="T11" fmla="*/ 0 h 15"/>
              </a:gdLst>
              <a:ahLst/>
              <a:cxnLst>
                <a:cxn ang="0">
                  <a:pos x="T0" y="T1"/>
                </a:cxn>
                <a:cxn ang="0">
                  <a:pos x="T2" y="T3"/>
                </a:cxn>
                <a:cxn ang="0">
                  <a:pos x="T4" y="T5"/>
                </a:cxn>
                <a:cxn ang="0">
                  <a:pos x="T6" y="T7"/>
                </a:cxn>
                <a:cxn ang="0">
                  <a:pos x="T8" y="T9"/>
                </a:cxn>
                <a:cxn ang="0">
                  <a:pos x="T10" y="T11"/>
                </a:cxn>
              </a:cxnLst>
              <a:rect l="0" t="0" r="r" b="b"/>
              <a:pathLst>
                <a:path w="8" h="15">
                  <a:moveTo>
                    <a:pt x="7" y="0"/>
                  </a:moveTo>
                  <a:cubicBezTo>
                    <a:pt x="5" y="1"/>
                    <a:pt x="4" y="3"/>
                    <a:pt x="2" y="3"/>
                  </a:cubicBezTo>
                  <a:cubicBezTo>
                    <a:pt x="2" y="3"/>
                    <a:pt x="1" y="4"/>
                    <a:pt x="0" y="4"/>
                  </a:cubicBezTo>
                  <a:cubicBezTo>
                    <a:pt x="2" y="6"/>
                    <a:pt x="3" y="14"/>
                    <a:pt x="5" y="15"/>
                  </a:cubicBezTo>
                  <a:cubicBezTo>
                    <a:pt x="6" y="13"/>
                    <a:pt x="7" y="7"/>
                    <a:pt x="8" y="4"/>
                  </a:cubicBezTo>
                  <a:cubicBezTo>
                    <a:pt x="7" y="3"/>
                    <a:pt x="7" y="2"/>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6" name="Freeform 159"/>
            <p:cNvSpPr>
              <a:spLocks/>
            </p:cNvSpPr>
            <p:nvPr/>
          </p:nvSpPr>
          <p:spPr bwMode="auto">
            <a:xfrm>
              <a:off x="6351588" y="2876550"/>
              <a:ext cx="46038" cy="79375"/>
            </a:xfrm>
            <a:custGeom>
              <a:avLst/>
              <a:gdLst>
                <a:gd name="T0" fmla="*/ 6 w 12"/>
                <a:gd name="T1" fmla="*/ 0 h 21"/>
                <a:gd name="T2" fmla="*/ 0 w 12"/>
                <a:gd name="T3" fmla="*/ 4 h 21"/>
                <a:gd name="T4" fmla="*/ 3 w 12"/>
                <a:gd name="T5" fmla="*/ 10 h 21"/>
                <a:gd name="T6" fmla="*/ 1 w 12"/>
                <a:gd name="T7" fmla="*/ 15 h 21"/>
                <a:gd name="T8" fmla="*/ 4 w 12"/>
                <a:gd name="T9" fmla="*/ 21 h 21"/>
                <a:gd name="T10" fmla="*/ 12 w 12"/>
                <a:gd name="T11" fmla="*/ 13 h 21"/>
                <a:gd name="T12" fmla="*/ 10 w 12"/>
                <a:gd name="T13" fmla="*/ 2 h 21"/>
                <a:gd name="T14" fmla="*/ 6 w 12"/>
                <a:gd name="T15" fmla="*/ 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21">
                  <a:moveTo>
                    <a:pt x="6" y="0"/>
                  </a:moveTo>
                  <a:cubicBezTo>
                    <a:pt x="4" y="0"/>
                    <a:pt x="3" y="3"/>
                    <a:pt x="0" y="4"/>
                  </a:cubicBezTo>
                  <a:cubicBezTo>
                    <a:pt x="1" y="6"/>
                    <a:pt x="3" y="7"/>
                    <a:pt x="3" y="10"/>
                  </a:cubicBezTo>
                  <a:cubicBezTo>
                    <a:pt x="3" y="12"/>
                    <a:pt x="2" y="13"/>
                    <a:pt x="1" y="15"/>
                  </a:cubicBezTo>
                  <a:cubicBezTo>
                    <a:pt x="1" y="18"/>
                    <a:pt x="1" y="21"/>
                    <a:pt x="4" y="21"/>
                  </a:cubicBezTo>
                  <a:cubicBezTo>
                    <a:pt x="7" y="21"/>
                    <a:pt x="12" y="17"/>
                    <a:pt x="12" y="13"/>
                  </a:cubicBezTo>
                  <a:cubicBezTo>
                    <a:pt x="12" y="9"/>
                    <a:pt x="12" y="6"/>
                    <a:pt x="10" y="2"/>
                  </a:cubicBezTo>
                  <a:cubicBezTo>
                    <a:pt x="9" y="2"/>
                    <a:pt x="8"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7" name="Freeform 160"/>
            <p:cNvSpPr>
              <a:spLocks/>
            </p:cNvSpPr>
            <p:nvPr/>
          </p:nvSpPr>
          <p:spPr bwMode="auto">
            <a:xfrm>
              <a:off x="6180138" y="2925763"/>
              <a:ext cx="22225" cy="14288"/>
            </a:xfrm>
            <a:custGeom>
              <a:avLst/>
              <a:gdLst>
                <a:gd name="T0" fmla="*/ 5 w 6"/>
                <a:gd name="T1" fmla="*/ 0 h 4"/>
                <a:gd name="T2" fmla="*/ 0 w 6"/>
                <a:gd name="T3" fmla="*/ 2 h 4"/>
                <a:gd name="T4" fmla="*/ 4 w 6"/>
                <a:gd name="T5" fmla="*/ 4 h 4"/>
                <a:gd name="T6" fmla="*/ 6 w 6"/>
                <a:gd name="T7" fmla="*/ 3 h 4"/>
                <a:gd name="T8" fmla="*/ 5 w 6"/>
                <a:gd name="T9" fmla="*/ 0 h 4"/>
              </a:gdLst>
              <a:ahLst/>
              <a:cxnLst>
                <a:cxn ang="0">
                  <a:pos x="T0" y="T1"/>
                </a:cxn>
                <a:cxn ang="0">
                  <a:pos x="T2" y="T3"/>
                </a:cxn>
                <a:cxn ang="0">
                  <a:pos x="T4" y="T5"/>
                </a:cxn>
                <a:cxn ang="0">
                  <a:pos x="T6" y="T7"/>
                </a:cxn>
                <a:cxn ang="0">
                  <a:pos x="T8" y="T9"/>
                </a:cxn>
              </a:cxnLst>
              <a:rect l="0" t="0" r="r" b="b"/>
              <a:pathLst>
                <a:path w="6" h="4">
                  <a:moveTo>
                    <a:pt x="5" y="0"/>
                  </a:moveTo>
                  <a:cubicBezTo>
                    <a:pt x="3" y="0"/>
                    <a:pt x="2" y="1"/>
                    <a:pt x="0" y="2"/>
                  </a:cubicBezTo>
                  <a:cubicBezTo>
                    <a:pt x="1" y="2"/>
                    <a:pt x="3" y="4"/>
                    <a:pt x="4" y="4"/>
                  </a:cubicBezTo>
                  <a:cubicBezTo>
                    <a:pt x="5" y="4"/>
                    <a:pt x="6" y="4"/>
                    <a:pt x="6" y="3"/>
                  </a:cubicBezTo>
                  <a:cubicBezTo>
                    <a:pt x="6" y="2"/>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8" name="Freeform 161"/>
            <p:cNvSpPr>
              <a:spLocks/>
            </p:cNvSpPr>
            <p:nvPr/>
          </p:nvSpPr>
          <p:spPr bwMode="auto">
            <a:xfrm>
              <a:off x="6400800" y="2309813"/>
              <a:ext cx="30163" cy="33338"/>
            </a:xfrm>
            <a:custGeom>
              <a:avLst/>
              <a:gdLst>
                <a:gd name="T0" fmla="*/ 6 w 8"/>
                <a:gd name="T1" fmla="*/ 0 h 9"/>
                <a:gd name="T2" fmla="*/ 0 w 8"/>
                <a:gd name="T3" fmla="*/ 0 h 9"/>
                <a:gd name="T4" fmla="*/ 0 w 8"/>
                <a:gd name="T5" fmla="*/ 3 h 9"/>
                <a:gd name="T6" fmla="*/ 7 w 8"/>
                <a:gd name="T7" fmla="*/ 7 h 9"/>
                <a:gd name="T8" fmla="*/ 7 w 8"/>
                <a:gd name="T9" fmla="*/ 9 h 9"/>
                <a:gd name="T10" fmla="*/ 8 w 8"/>
                <a:gd name="T11" fmla="*/ 6 h 9"/>
                <a:gd name="T12" fmla="*/ 6 w 8"/>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8" h="9">
                  <a:moveTo>
                    <a:pt x="6" y="0"/>
                  </a:moveTo>
                  <a:cubicBezTo>
                    <a:pt x="0" y="0"/>
                    <a:pt x="0" y="0"/>
                    <a:pt x="0" y="0"/>
                  </a:cubicBezTo>
                  <a:cubicBezTo>
                    <a:pt x="0" y="1"/>
                    <a:pt x="0" y="2"/>
                    <a:pt x="0" y="3"/>
                  </a:cubicBezTo>
                  <a:cubicBezTo>
                    <a:pt x="0" y="6"/>
                    <a:pt x="3" y="7"/>
                    <a:pt x="7" y="7"/>
                  </a:cubicBezTo>
                  <a:cubicBezTo>
                    <a:pt x="7" y="8"/>
                    <a:pt x="7" y="8"/>
                    <a:pt x="7" y="9"/>
                  </a:cubicBezTo>
                  <a:cubicBezTo>
                    <a:pt x="7" y="8"/>
                    <a:pt x="8" y="8"/>
                    <a:pt x="8" y="6"/>
                  </a:cubicBezTo>
                  <a:cubicBezTo>
                    <a:pt x="8" y="3"/>
                    <a:pt x="6" y="4"/>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9" name="Freeform 162"/>
            <p:cNvSpPr>
              <a:spLocks/>
            </p:cNvSpPr>
            <p:nvPr/>
          </p:nvSpPr>
          <p:spPr bwMode="auto">
            <a:xfrm>
              <a:off x="6434138" y="2279650"/>
              <a:ext cx="49213" cy="71438"/>
            </a:xfrm>
            <a:custGeom>
              <a:avLst/>
              <a:gdLst>
                <a:gd name="T0" fmla="*/ 6 w 13"/>
                <a:gd name="T1" fmla="*/ 0 h 19"/>
                <a:gd name="T2" fmla="*/ 0 w 13"/>
                <a:gd name="T3" fmla="*/ 9 h 19"/>
                <a:gd name="T4" fmla="*/ 6 w 13"/>
                <a:gd name="T5" fmla="*/ 13 h 19"/>
                <a:gd name="T6" fmla="*/ 2 w 13"/>
                <a:gd name="T7" fmla="*/ 17 h 19"/>
                <a:gd name="T8" fmla="*/ 2 w 13"/>
                <a:gd name="T9" fmla="*/ 16 h 19"/>
                <a:gd name="T10" fmla="*/ 0 w 13"/>
                <a:gd name="T11" fmla="*/ 17 h 19"/>
                <a:gd name="T12" fmla="*/ 4 w 13"/>
                <a:gd name="T13" fmla="*/ 19 h 19"/>
                <a:gd name="T14" fmla="*/ 13 w 13"/>
                <a:gd name="T15" fmla="*/ 7 h 19"/>
                <a:gd name="T16" fmla="*/ 6 w 13"/>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9">
                  <a:moveTo>
                    <a:pt x="6" y="0"/>
                  </a:moveTo>
                  <a:cubicBezTo>
                    <a:pt x="4" y="0"/>
                    <a:pt x="0" y="7"/>
                    <a:pt x="0" y="9"/>
                  </a:cubicBezTo>
                  <a:cubicBezTo>
                    <a:pt x="0" y="10"/>
                    <a:pt x="3" y="12"/>
                    <a:pt x="6" y="13"/>
                  </a:cubicBezTo>
                  <a:cubicBezTo>
                    <a:pt x="6" y="14"/>
                    <a:pt x="4" y="16"/>
                    <a:pt x="2" y="17"/>
                  </a:cubicBezTo>
                  <a:cubicBezTo>
                    <a:pt x="2" y="16"/>
                    <a:pt x="2" y="16"/>
                    <a:pt x="2" y="16"/>
                  </a:cubicBezTo>
                  <a:cubicBezTo>
                    <a:pt x="1" y="16"/>
                    <a:pt x="0" y="16"/>
                    <a:pt x="0" y="17"/>
                  </a:cubicBezTo>
                  <a:cubicBezTo>
                    <a:pt x="0" y="17"/>
                    <a:pt x="2" y="19"/>
                    <a:pt x="4" y="19"/>
                  </a:cubicBezTo>
                  <a:cubicBezTo>
                    <a:pt x="10" y="19"/>
                    <a:pt x="8" y="9"/>
                    <a:pt x="13" y="7"/>
                  </a:cubicBezTo>
                  <a:cubicBezTo>
                    <a:pt x="12" y="3"/>
                    <a:pt x="11"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0" name="Freeform 163"/>
            <p:cNvSpPr>
              <a:spLocks/>
            </p:cNvSpPr>
            <p:nvPr/>
          </p:nvSpPr>
          <p:spPr bwMode="auto">
            <a:xfrm>
              <a:off x="6645275" y="2200275"/>
              <a:ext cx="25400" cy="41275"/>
            </a:xfrm>
            <a:custGeom>
              <a:avLst/>
              <a:gdLst>
                <a:gd name="T0" fmla="*/ 7 w 7"/>
                <a:gd name="T1" fmla="*/ 0 h 11"/>
                <a:gd name="T2" fmla="*/ 1 w 7"/>
                <a:gd name="T3" fmla="*/ 7 h 11"/>
                <a:gd name="T4" fmla="*/ 1 w 7"/>
                <a:gd name="T5" fmla="*/ 11 h 11"/>
                <a:gd name="T6" fmla="*/ 5 w 7"/>
                <a:gd name="T7" fmla="*/ 4 h 11"/>
                <a:gd name="T8" fmla="*/ 7 w 7"/>
                <a:gd name="T9" fmla="*/ 0 h 11"/>
              </a:gdLst>
              <a:ahLst/>
              <a:cxnLst>
                <a:cxn ang="0">
                  <a:pos x="T0" y="T1"/>
                </a:cxn>
                <a:cxn ang="0">
                  <a:pos x="T2" y="T3"/>
                </a:cxn>
                <a:cxn ang="0">
                  <a:pos x="T4" y="T5"/>
                </a:cxn>
                <a:cxn ang="0">
                  <a:pos x="T6" y="T7"/>
                </a:cxn>
                <a:cxn ang="0">
                  <a:pos x="T8" y="T9"/>
                </a:cxn>
              </a:cxnLst>
              <a:rect l="0" t="0" r="r" b="b"/>
              <a:pathLst>
                <a:path w="7" h="11">
                  <a:moveTo>
                    <a:pt x="7" y="0"/>
                  </a:moveTo>
                  <a:cubicBezTo>
                    <a:pt x="2" y="1"/>
                    <a:pt x="1" y="6"/>
                    <a:pt x="1" y="7"/>
                  </a:cubicBezTo>
                  <a:cubicBezTo>
                    <a:pt x="1" y="9"/>
                    <a:pt x="0" y="10"/>
                    <a:pt x="1" y="11"/>
                  </a:cubicBezTo>
                  <a:cubicBezTo>
                    <a:pt x="3" y="8"/>
                    <a:pt x="5" y="7"/>
                    <a:pt x="5" y="4"/>
                  </a:cubicBezTo>
                  <a:cubicBezTo>
                    <a:pt x="5" y="2"/>
                    <a:pt x="7" y="1"/>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1" name="Freeform 164"/>
            <p:cNvSpPr>
              <a:spLocks/>
            </p:cNvSpPr>
            <p:nvPr/>
          </p:nvSpPr>
          <p:spPr bwMode="auto">
            <a:xfrm>
              <a:off x="6757988" y="2147888"/>
              <a:ext cx="36513" cy="49213"/>
            </a:xfrm>
            <a:custGeom>
              <a:avLst/>
              <a:gdLst>
                <a:gd name="T0" fmla="*/ 7 w 10"/>
                <a:gd name="T1" fmla="*/ 0 h 13"/>
                <a:gd name="T2" fmla="*/ 4 w 10"/>
                <a:gd name="T3" fmla="*/ 3 h 13"/>
                <a:gd name="T4" fmla="*/ 6 w 10"/>
                <a:gd name="T5" fmla="*/ 6 h 13"/>
                <a:gd name="T6" fmla="*/ 0 w 10"/>
                <a:gd name="T7" fmla="*/ 9 h 13"/>
                <a:gd name="T8" fmla="*/ 3 w 10"/>
                <a:gd name="T9" fmla="*/ 13 h 13"/>
                <a:gd name="T10" fmla="*/ 8 w 10"/>
                <a:gd name="T11" fmla="*/ 10 h 13"/>
                <a:gd name="T12" fmla="*/ 8 w 10"/>
                <a:gd name="T13" fmla="*/ 7 h 13"/>
                <a:gd name="T14" fmla="*/ 10 w 10"/>
                <a:gd name="T15" fmla="*/ 3 h 13"/>
                <a:gd name="T16" fmla="*/ 7 w 10"/>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3">
                  <a:moveTo>
                    <a:pt x="7" y="0"/>
                  </a:moveTo>
                  <a:cubicBezTo>
                    <a:pt x="7" y="0"/>
                    <a:pt x="4" y="1"/>
                    <a:pt x="4" y="3"/>
                  </a:cubicBezTo>
                  <a:cubicBezTo>
                    <a:pt x="4" y="4"/>
                    <a:pt x="5" y="5"/>
                    <a:pt x="6" y="6"/>
                  </a:cubicBezTo>
                  <a:cubicBezTo>
                    <a:pt x="4" y="7"/>
                    <a:pt x="2" y="8"/>
                    <a:pt x="0" y="9"/>
                  </a:cubicBezTo>
                  <a:cubicBezTo>
                    <a:pt x="0" y="10"/>
                    <a:pt x="0" y="13"/>
                    <a:pt x="3" y="13"/>
                  </a:cubicBezTo>
                  <a:cubicBezTo>
                    <a:pt x="4" y="13"/>
                    <a:pt x="8" y="11"/>
                    <a:pt x="8" y="10"/>
                  </a:cubicBezTo>
                  <a:cubicBezTo>
                    <a:pt x="8" y="9"/>
                    <a:pt x="8" y="8"/>
                    <a:pt x="8" y="7"/>
                  </a:cubicBezTo>
                  <a:cubicBezTo>
                    <a:pt x="8" y="6"/>
                    <a:pt x="10" y="4"/>
                    <a:pt x="10" y="3"/>
                  </a:cubicBezTo>
                  <a:cubicBezTo>
                    <a:pt x="9" y="2"/>
                    <a:pt x="8" y="2"/>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2" name="Freeform 165"/>
            <p:cNvSpPr>
              <a:spLocks/>
            </p:cNvSpPr>
            <p:nvPr/>
          </p:nvSpPr>
          <p:spPr bwMode="auto">
            <a:xfrm>
              <a:off x="6824663" y="3082925"/>
              <a:ext cx="68263" cy="11113"/>
            </a:xfrm>
            <a:custGeom>
              <a:avLst/>
              <a:gdLst>
                <a:gd name="T0" fmla="*/ 5 w 18"/>
                <a:gd name="T1" fmla="*/ 0 h 3"/>
                <a:gd name="T2" fmla="*/ 0 w 18"/>
                <a:gd name="T3" fmla="*/ 0 h 3"/>
                <a:gd name="T4" fmla="*/ 11 w 18"/>
                <a:gd name="T5" fmla="*/ 3 h 3"/>
                <a:gd name="T6" fmla="*/ 14 w 18"/>
                <a:gd name="T7" fmla="*/ 3 h 3"/>
                <a:gd name="T8" fmla="*/ 18 w 18"/>
                <a:gd name="T9" fmla="*/ 2 h 3"/>
                <a:gd name="T10" fmla="*/ 5 w 18"/>
                <a:gd name="T11" fmla="*/ 0 h 3"/>
              </a:gdLst>
              <a:ahLst/>
              <a:cxnLst>
                <a:cxn ang="0">
                  <a:pos x="T0" y="T1"/>
                </a:cxn>
                <a:cxn ang="0">
                  <a:pos x="T2" y="T3"/>
                </a:cxn>
                <a:cxn ang="0">
                  <a:pos x="T4" y="T5"/>
                </a:cxn>
                <a:cxn ang="0">
                  <a:pos x="T6" y="T7"/>
                </a:cxn>
                <a:cxn ang="0">
                  <a:pos x="T8" y="T9"/>
                </a:cxn>
                <a:cxn ang="0">
                  <a:pos x="T10" y="T11"/>
                </a:cxn>
              </a:cxnLst>
              <a:rect l="0" t="0" r="r" b="b"/>
              <a:pathLst>
                <a:path w="18" h="3">
                  <a:moveTo>
                    <a:pt x="5" y="0"/>
                  </a:moveTo>
                  <a:cubicBezTo>
                    <a:pt x="3" y="0"/>
                    <a:pt x="1" y="0"/>
                    <a:pt x="0" y="0"/>
                  </a:cubicBezTo>
                  <a:cubicBezTo>
                    <a:pt x="3" y="2"/>
                    <a:pt x="8" y="3"/>
                    <a:pt x="11" y="3"/>
                  </a:cubicBezTo>
                  <a:cubicBezTo>
                    <a:pt x="12" y="3"/>
                    <a:pt x="13" y="3"/>
                    <a:pt x="14" y="3"/>
                  </a:cubicBezTo>
                  <a:cubicBezTo>
                    <a:pt x="15" y="3"/>
                    <a:pt x="16" y="3"/>
                    <a:pt x="18" y="2"/>
                  </a:cubicBezTo>
                  <a:cubicBezTo>
                    <a:pt x="14" y="1"/>
                    <a:pt x="9"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3" name="Freeform 166"/>
            <p:cNvSpPr>
              <a:spLocks/>
            </p:cNvSpPr>
            <p:nvPr/>
          </p:nvSpPr>
          <p:spPr bwMode="auto">
            <a:xfrm>
              <a:off x="7080250" y="3071813"/>
              <a:ext cx="63500" cy="33338"/>
            </a:xfrm>
            <a:custGeom>
              <a:avLst/>
              <a:gdLst>
                <a:gd name="T0" fmla="*/ 17 w 17"/>
                <a:gd name="T1" fmla="*/ 0 h 9"/>
                <a:gd name="T2" fmla="*/ 0 w 17"/>
                <a:gd name="T3" fmla="*/ 6 h 9"/>
                <a:gd name="T4" fmla="*/ 2 w 17"/>
                <a:gd name="T5" fmla="*/ 7 h 9"/>
                <a:gd name="T6" fmla="*/ 4 w 17"/>
                <a:gd name="T7" fmla="*/ 9 h 9"/>
                <a:gd name="T8" fmla="*/ 13 w 17"/>
                <a:gd name="T9" fmla="*/ 5 h 9"/>
                <a:gd name="T10" fmla="*/ 13 w 17"/>
                <a:gd name="T11" fmla="*/ 3 h 9"/>
                <a:gd name="T12" fmla="*/ 17 w 17"/>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7" h="9">
                  <a:moveTo>
                    <a:pt x="17" y="0"/>
                  </a:moveTo>
                  <a:cubicBezTo>
                    <a:pt x="12" y="1"/>
                    <a:pt x="5" y="4"/>
                    <a:pt x="0" y="6"/>
                  </a:cubicBezTo>
                  <a:cubicBezTo>
                    <a:pt x="0" y="6"/>
                    <a:pt x="1" y="7"/>
                    <a:pt x="2" y="7"/>
                  </a:cubicBezTo>
                  <a:cubicBezTo>
                    <a:pt x="2" y="8"/>
                    <a:pt x="3" y="9"/>
                    <a:pt x="4" y="9"/>
                  </a:cubicBezTo>
                  <a:cubicBezTo>
                    <a:pt x="6" y="9"/>
                    <a:pt x="12" y="7"/>
                    <a:pt x="13" y="5"/>
                  </a:cubicBezTo>
                  <a:cubicBezTo>
                    <a:pt x="13" y="5"/>
                    <a:pt x="12" y="3"/>
                    <a:pt x="13" y="3"/>
                  </a:cubicBezTo>
                  <a:cubicBezTo>
                    <a:pt x="15" y="2"/>
                    <a:pt x="16" y="3"/>
                    <a:pt x="1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4" name="Freeform 167"/>
            <p:cNvSpPr>
              <a:spLocks/>
            </p:cNvSpPr>
            <p:nvPr/>
          </p:nvSpPr>
          <p:spPr bwMode="auto">
            <a:xfrm>
              <a:off x="7715250" y="3827463"/>
              <a:ext cx="30163" cy="11113"/>
            </a:xfrm>
            <a:custGeom>
              <a:avLst/>
              <a:gdLst>
                <a:gd name="T0" fmla="*/ 8 w 8"/>
                <a:gd name="T1" fmla="*/ 0 h 3"/>
                <a:gd name="T2" fmla="*/ 0 w 8"/>
                <a:gd name="T3" fmla="*/ 1 h 3"/>
                <a:gd name="T4" fmla="*/ 3 w 8"/>
                <a:gd name="T5" fmla="*/ 3 h 3"/>
                <a:gd name="T6" fmla="*/ 8 w 8"/>
                <a:gd name="T7" fmla="*/ 0 h 3"/>
              </a:gdLst>
              <a:ahLst/>
              <a:cxnLst>
                <a:cxn ang="0">
                  <a:pos x="T0" y="T1"/>
                </a:cxn>
                <a:cxn ang="0">
                  <a:pos x="T2" y="T3"/>
                </a:cxn>
                <a:cxn ang="0">
                  <a:pos x="T4" y="T5"/>
                </a:cxn>
                <a:cxn ang="0">
                  <a:pos x="T6" y="T7"/>
                </a:cxn>
              </a:cxnLst>
              <a:rect l="0" t="0" r="r" b="b"/>
              <a:pathLst>
                <a:path w="8" h="3">
                  <a:moveTo>
                    <a:pt x="8" y="0"/>
                  </a:moveTo>
                  <a:cubicBezTo>
                    <a:pt x="4" y="0"/>
                    <a:pt x="2" y="0"/>
                    <a:pt x="0" y="1"/>
                  </a:cubicBezTo>
                  <a:cubicBezTo>
                    <a:pt x="0" y="2"/>
                    <a:pt x="2" y="3"/>
                    <a:pt x="3" y="3"/>
                  </a:cubicBezTo>
                  <a:cubicBezTo>
                    <a:pt x="5" y="3"/>
                    <a:pt x="8"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5" name="Freeform 168"/>
            <p:cNvSpPr>
              <a:spLocks/>
            </p:cNvSpPr>
            <p:nvPr/>
          </p:nvSpPr>
          <p:spPr bwMode="auto">
            <a:xfrm>
              <a:off x="7550150" y="1633538"/>
              <a:ext cx="63500" cy="47625"/>
            </a:xfrm>
            <a:custGeom>
              <a:avLst/>
              <a:gdLst>
                <a:gd name="T0" fmla="*/ 7 w 17"/>
                <a:gd name="T1" fmla="*/ 0 h 13"/>
                <a:gd name="T2" fmla="*/ 4 w 17"/>
                <a:gd name="T3" fmla="*/ 3 h 13"/>
                <a:gd name="T4" fmla="*/ 0 w 17"/>
                <a:gd name="T5" fmla="*/ 10 h 13"/>
                <a:gd name="T6" fmla="*/ 5 w 17"/>
                <a:gd name="T7" fmla="*/ 13 h 13"/>
                <a:gd name="T8" fmla="*/ 17 w 17"/>
                <a:gd name="T9" fmla="*/ 8 h 13"/>
                <a:gd name="T10" fmla="*/ 17 w 17"/>
                <a:gd name="T11" fmla="*/ 5 h 13"/>
                <a:gd name="T12" fmla="*/ 7 w 17"/>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17" h="13">
                  <a:moveTo>
                    <a:pt x="7" y="0"/>
                  </a:moveTo>
                  <a:cubicBezTo>
                    <a:pt x="6" y="0"/>
                    <a:pt x="5" y="3"/>
                    <a:pt x="4" y="3"/>
                  </a:cubicBezTo>
                  <a:cubicBezTo>
                    <a:pt x="3" y="3"/>
                    <a:pt x="0" y="9"/>
                    <a:pt x="0" y="10"/>
                  </a:cubicBezTo>
                  <a:cubicBezTo>
                    <a:pt x="0" y="13"/>
                    <a:pt x="2" y="13"/>
                    <a:pt x="5" y="13"/>
                  </a:cubicBezTo>
                  <a:cubicBezTo>
                    <a:pt x="10" y="13"/>
                    <a:pt x="13" y="10"/>
                    <a:pt x="17" y="8"/>
                  </a:cubicBezTo>
                  <a:cubicBezTo>
                    <a:pt x="17" y="5"/>
                    <a:pt x="17" y="5"/>
                    <a:pt x="17" y="5"/>
                  </a:cubicBezTo>
                  <a:cubicBezTo>
                    <a:pt x="13" y="4"/>
                    <a:pt x="11"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6" name="Freeform 169"/>
            <p:cNvSpPr>
              <a:spLocks/>
            </p:cNvSpPr>
            <p:nvPr/>
          </p:nvSpPr>
          <p:spPr bwMode="auto">
            <a:xfrm>
              <a:off x="7869238" y="1592263"/>
              <a:ext cx="52388" cy="36513"/>
            </a:xfrm>
            <a:custGeom>
              <a:avLst/>
              <a:gdLst>
                <a:gd name="T0" fmla="*/ 3 w 14"/>
                <a:gd name="T1" fmla="*/ 0 h 10"/>
                <a:gd name="T2" fmla="*/ 0 w 14"/>
                <a:gd name="T3" fmla="*/ 2 h 10"/>
                <a:gd name="T4" fmla="*/ 10 w 14"/>
                <a:gd name="T5" fmla="*/ 10 h 10"/>
                <a:gd name="T6" fmla="*/ 11 w 14"/>
                <a:gd name="T7" fmla="*/ 10 h 10"/>
                <a:gd name="T8" fmla="*/ 14 w 14"/>
                <a:gd name="T9" fmla="*/ 8 h 10"/>
                <a:gd name="T10" fmla="*/ 3 w 14"/>
                <a:gd name="T11" fmla="*/ 0 h 10"/>
              </a:gdLst>
              <a:ahLst/>
              <a:cxnLst>
                <a:cxn ang="0">
                  <a:pos x="T0" y="T1"/>
                </a:cxn>
                <a:cxn ang="0">
                  <a:pos x="T2" y="T3"/>
                </a:cxn>
                <a:cxn ang="0">
                  <a:pos x="T4" y="T5"/>
                </a:cxn>
                <a:cxn ang="0">
                  <a:pos x="T6" y="T7"/>
                </a:cxn>
                <a:cxn ang="0">
                  <a:pos x="T8" y="T9"/>
                </a:cxn>
                <a:cxn ang="0">
                  <a:pos x="T10" y="T11"/>
                </a:cxn>
              </a:cxnLst>
              <a:rect l="0" t="0" r="r" b="b"/>
              <a:pathLst>
                <a:path w="14" h="10">
                  <a:moveTo>
                    <a:pt x="3" y="0"/>
                  </a:moveTo>
                  <a:cubicBezTo>
                    <a:pt x="2" y="0"/>
                    <a:pt x="0" y="1"/>
                    <a:pt x="0" y="2"/>
                  </a:cubicBezTo>
                  <a:cubicBezTo>
                    <a:pt x="0" y="6"/>
                    <a:pt x="7" y="10"/>
                    <a:pt x="10" y="10"/>
                  </a:cubicBezTo>
                  <a:cubicBezTo>
                    <a:pt x="10" y="10"/>
                    <a:pt x="11" y="10"/>
                    <a:pt x="11" y="10"/>
                  </a:cubicBezTo>
                  <a:cubicBezTo>
                    <a:pt x="13" y="10"/>
                    <a:pt x="14" y="9"/>
                    <a:pt x="14" y="8"/>
                  </a:cubicBezTo>
                  <a:cubicBezTo>
                    <a:pt x="14" y="4"/>
                    <a:pt x="7"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7" name="Freeform 170"/>
            <p:cNvSpPr>
              <a:spLocks/>
            </p:cNvSpPr>
            <p:nvPr/>
          </p:nvSpPr>
          <p:spPr bwMode="auto">
            <a:xfrm>
              <a:off x="8218488" y="1408113"/>
              <a:ext cx="44450" cy="33338"/>
            </a:xfrm>
            <a:custGeom>
              <a:avLst/>
              <a:gdLst>
                <a:gd name="T0" fmla="*/ 5 w 12"/>
                <a:gd name="T1" fmla="*/ 0 h 9"/>
                <a:gd name="T2" fmla="*/ 1 w 12"/>
                <a:gd name="T3" fmla="*/ 6 h 9"/>
                <a:gd name="T4" fmla="*/ 1 w 12"/>
                <a:gd name="T5" fmla="*/ 9 h 9"/>
                <a:gd name="T6" fmla="*/ 12 w 12"/>
                <a:gd name="T7" fmla="*/ 6 h 9"/>
                <a:gd name="T8" fmla="*/ 5 w 12"/>
                <a:gd name="T9" fmla="*/ 0 h 9"/>
              </a:gdLst>
              <a:ahLst/>
              <a:cxnLst>
                <a:cxn ang="0">
                  <a:pos x="T0" y="T1"/>
                </a:cxn>
                <a:cxn ang="0">
                  <a:pos x="T2" y="T3"/>
                </a:cxn>
                <a:cxn ang="0">
                  <a:pos x="T4" y="T5"/>
                </a:cxn>
                <a:cxn ang="0">
                  <a:pos x="T6" y="T7"/>
                </a:cxn>
                <a:cxn ang="0">
                  <a:pos x="T8" y="T9"/>
                </a:cxn>
              </a:cxnLst>
              <a:rect l="0" t="0" r="r" b="b"/>
              <a:pathLst>
                <a:path w="12" h="9">
                  <a:moveTo>
                    <a:pt x="5" y="0"/>
                  </a:moveTo>
                  <a:cubicBezTo>
                    <a:pt x="2" y="0"/>
                    <a:pt x="1" y="3"/>
                    <a:pt x="1" y="6"/>
                  </a:cubicBezTo>
                  <a:cubicBezTo>
                    <a:pt x="1" y="7"/>
                    <a:pt x="0" y="9"/>
                    <a:pt x="1" y="9"/>
                  </a:cubicBezTo>
                  <a:cubicBezTo>
                    <a:pt x="4" y="9"/>
                    <a:pt x="11" y="7"/>
                    <a:pt x="12" y="6"/>
                  </a:cubicBezTo>
                  <a:cubicBezTo>
                    <a:pt x="9" y="3"/>
                    <a:pt x="8"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8" name="Freeform 171"/>
            <p:cNvSpPr>
              <a:spLocks/>
            </p:cNvSpPr>
            <p:nvPr/>
          </p:nvSpPr>
          <p:spPr bwMode="auto">
            <a:xfrm>
              <a:off x="10358438" y="1377950"/>
              <a:ext cx="100013" cy="41275"/>
            </a:xfrm>
            <a:custGeom>
              <a:avLst/>
              <a:gdLst>
                <a:gd name="T0" fmla="*/ 14 w 27"/>
                <a:gd name="T1" fmla="*/ 0 h 11"/>
                <a:gd name="T2" fmla="*/ 0 w 27"/>
                <a:gd name="T3" fmla="*/ 8 h 11"/>
                <a:gd name="T4" fmla="*/ 2 w 27"/>
                <a:gd name="T5" fmla="*/ 7 h 11"/>
                <a:gd name="T6" fmla="*/ 19 w 27"/>
                <a:gd name="T7" fmla="*/ 11 h 11"/>
                <a:gd name="T8" fmla="*/ 27 w 27"/>
                <a:gd name="T9" fmla="*/ 11 h 11"/>
                <a:gd name="T10" fmla="*/ 14 w 27"/>
                <a:gd name="T11" fmla="*/ 0 h 11"/>
              </a:gdLst>
              <a:ahLst/>
              <a:cxnLst>
                <a:cxn ang="0">
                  <a:pos x="T0" y="T1"/>
                </a:cxn>
                <a:cxn ang="0">
                  <a:pos x="T2" y="T3"/>
                </a:cxn>
                <a:cxn ang="0">
                  <a:pos x="T4" y="T5"/>
                </a:cxn>
                <a:cxn ang="0">
                  <a:pos x="T6" y="T7"/>
                </a:cxn>
                <a:cxn ang="0">
                  <a:pos x="T8" y="T9"/>
                </a:cxn>
                <a:cxn ang="0">
                  <a:pos x="T10" y="T11"/>
                </a:cxn>
              </a:cxnLst>
              <a:rect l="0" t="0" r="r" b="b"/>
              <a:pathLst>
                <a:path w="27" h="11">
                  <a:moveTo>
                    <a:pt x="14" y="0"/>
                  </a:moveTo>
                  <a:cubicBezTo>
                    <a:pt x="7" y="0"/>
                    <a:pt x="4" y="4"/>
                    <a:pt x="0" y="8"/>
                  </a:cubicBezTo>
                  <a:cubicBezTo>
                    <a:pt x="2" y="7"/>
                    <a:pt x="2" y="7"/>
                    <a:pt x="2" y="7"/>
                  </a:cubicBezTo>
                  <a:cubicBezTo>
                    <a:pt x="7" y="9"/>
                    <a:pt x="14" y="8"/>
                    <a:pt x="19" y="11"/>
                  </a:cubicBezTo>
                  <a:cubicBezTo>
                    <a:pt x="27" y="11"/>
                    <a:pt x="27" y="11"/>
                    <a:pt x="27" y="11"/>
                  </a:cubicBezTo>
                  <a:cubicBezTo>
                    <a:pt x="27" y="4"/>
                    <a:pt x="21"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9" name="Freeform 172"/>
            <p:cNvSpPr>
              <a:spLocks/>
            </p:cNvSpPr>
            <p:nvPr/>
          </p:nvSpPr>
          <p:spPr bwMode="auto">
            <a:xfrm>
              <a:off x="10548938" y="1276350"/>
              <a:ext cx="139700" cy="49213"/>
            </a:xfrm>
            <a:custGeom>
              <a:avLst/>
              <a:gdLst>
                <a:gd name="T0" fmla="*/ 0 w 37"/>
                <a:gd name="T1" fmla="*/ 0 h 13"/>
                <a:gd name="T2" fmla="*/ 3 w 37"/>
                <a:gd name="T3" fmla="*/ 2 h 13"/>
                <a:gd name="T4" fmla="*/ 24 w 37"/>
                <a:gd name="T5" fmla="*/ 13 h 13"/>
                <a:gd name="T6" fmla="*/ 37 w 37"/>
                <a:gd name="T7" fmla="*/ 9 h 13"/>
                <a:gd name="T8" fmla="*/ 34 w 37"/>
                <a:gd name="T9" fmla="*/ 6 h 13"/>
                <a:gd name="T10" fmla="*/ 0 w 37"/>
                <a:gd name="T11" fmla="*/ 0 h 13"/>
              </a:gdLst>
              <a:ahLst/>
              <a:cxnLst>
                <a:cxn ang="0">
                  <a:pos x="T0" y="T1"/>
                </a:cxn>
                <a:cxn ang="0">
                  <a:pos x="T2" y="T3"/>
                </a:cxn>
                <a:cxn ang="0">
                  <a:pos x="T4" y="T5"/>
                </a:cxn>
                <a:cxn ang="0">
                  <a:pos x="T6" y="T7"/>
                </a:cxn>
                <a:cxn ang="0">
                  <a:pos x="T8" y="T9"/>
                </a:cxn>
                <a:cxn ang="0">
                  <a:pos x="T10" y="T11"/>
                </a:cxn>
              </a:cxnLst>
              <a:rect l="0" t="0" r="r" b="b"/>
              <a:pathLst>
                <a:path w="37" h="13">
                  <a:moveTo>
                    <a:pt x="0" y="0"/>
                  </a:moveTo>
                  <a:cubicBezTo>
                    <a:pt x="3" y="2"/>
                    <a:pt x="3" y="2"/>
                    <a:pt x="3" y="2"/>
                  </a:cubicBezTo>
                  <a:cubicBezTo>
                    <a:pt x="3" y="10"/>
                    <a:pt x="17" y="13"/>
                    <a:pt x="24" y="13"/>
                  </a:cubicBezTo>
                  <a:cubicBezTo>
                    <a:pt x="29" y="13"/>
                    <a:pt x="37" y="12"/>
                    <a:pt x="37" y="9"/>
                  </a:cubicBezTo>
                  <a:cubicBezTo>
                    <a:pt x="37" y="7"/>
                    <a:pt x="36" y="6"/>
                    <a:pt x="34" y="6"/>
                  </a:cubicBezTo>
                  <a:cubicBezTo>
                    <a:pt x="33" y="6"/>
                    <a:pt x="3" y="2"/>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0" name="Freeform 173"/>
            <p:cNvSpPr>
              <a:spLocks/>
            </p:cNvSpPr>
            <p:nvPr/>
          </p:nvSpPr>
          <p:spPr bwMode="auto">
            <a:xfrm>
              <a:off x="10358438" y="1350963"/>
              <a:ext cx="25400" cy="26988"/>
            </a:xfrm>
            <a:custGeom>
              <a:avLst/>
              <a:gdLst>
                <a:gd name="T0" fmla="*/ 3 w 7"/>
                <a:gd name="T1" fmla="*/ 0 h 7"/>
                <a:gd name="T2" fmla="*/ 0 w 7"/>
                <a:gd name="T3" fmla="*/ 3 h 7"/>
                <a:gd name="T4" fmla="*/ 3 w 7"/>
                <a:gd name="T5" fmla="*/ 7 h 7"/>
                <a:gd name="T6" fmla="*/ 7 w 7"/>
                <a:gd name="T7" fmla="*/ 3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1" y="0"/>
                    <a:pt x="0" y="1"/>
                    <a:pt x="0" y="3"/>
                  </a:cubicBezTo>
                  <a:cubicBezTo>
                    <a:pt x="0" y="6"/>
                    <a:pt x="0" y="7"/>
                    <a:pt x="3" y="7"/>
                  </a:cubicBezTo>
                  <a:cubicBezTo>
                    <a:pt x="5" y="7"/>
                    <a:pt x="7" y="5"/>
                    <a:pt x="7" y="3"/>
                  </a:cubicBezTo>
                  <a:cubicBezTo>
                    <a:pt x="7" y="1"/>
                    <a:pt x="5"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1" name="Freeform 174"/>
            <p:cNvSpPr>
              <a:spLocks/>
            </p:cNvSpPr>
            <p:nvPr/>
          </p:nvSpPr>
          <p:spPr bwMode="auto">
            <a:xfrm>
              <a:off x="4148138" y="2549525"/>
              <a:ext cx="76200" cy="33338"/>
            </a:xfrm>
            <a:custGeom>
              <a:avLst/>
              <a:gdLst>
                <a:gd name="T0" fmla="*/ 4 w 20"/>
                <a:gd name="T1" fmla="*/ 0 h 9"/>
                <a:gd name="T2" fmla="*/ 0 w 20"/>
                <a:gd name="T3" fmla="*/ 1 h 9"/>
                <a:gd name="T4" fmla="*/ 16 w 20"/>
                <a:gd name="T5" fmla="*/ 9 h 9"/>
                <a:gd name="T6" fmla="*/ 20 w 20"/>
                <a:gd name="T7" fmla="*/ 8 h 9"/>
                <a:gd name="T8" fmla="*/ 4 w 20"/>
                <a:gd name="T9" fmla="*/ 0 h 9"/>
              </a:gdLst>
              <a:ahLst/>
              <a:cxnLst>
                <a:cxn ang="0">
                  <a:pos x="T0" y="T1"/>
                </a:cxn>
                <a:cxn ang="0">
                  <a:pos x="T2" y="T3"/>
                </a:cxn>
                <a:cxn ang="0">
                  <a:pos x="T4" y="T5"/>
                </a:cxn>
                <a:cxn ang="0">
                  <a:pos x="T6" y="T7"/>
                </a:cxn>
                <a:cxn ang="0">
                  <a:pos x="T8" y="T9"/>
                </a:cxn>
              </a:cxnLst>
              <a:rect l="0" t="0" r="r" b="b"/>
              <a:pathLst>
                <a:path w="20" h="9">
                  <a:moveTo>
                    <a:pt x="4" y="0"/>
                  </a:moveTo>
                  <a:cubicBezTo>
                    <a:pt x="3" y="0"/>
                    <a:pt x="1" y="1"/>
                    <a:pt x="0" y="1"/>
                  </a:cubicBezTo>
                  <a:cubicBezTo>
                    <a:pt x="3" y="3"/>
                    <a:pt x="12" y="9"/>
                    <a:pt x="16" y="9"/>
                  </a:cubicBezTo>
                  <a:cubicBezTo>
                    <a:pt x="18" y="9"/>
                    <a:pt x="19" y="9"/>
                    <a:pt x="20" y="8"/>
                  </a:cubicBezTo>
                  <a:cubicBezTo>
                    <a:pt x="15" y="5"/>
                    <a:pt x="10"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2" name="Freeform 175"/>
            <p:cNvSpPr>
              <a:spLocks/>
            </p:cNvSpPr>
            <p:nvPr/>
          </p:nvSpPr>
          <p:spPr bwMode="auto">
            <a:xfrm>
              <a:off x="4152900" y="2670175"/>
              <a:ext cx="60325" cy="33338"/>
            </a:xfrm>
            <a:custGeom>
              <a:avLst/>
              <a:gdLst>
                <a:gd name="T0" fmla="*/ 2 w 16"/>
                <a:gd name="T1" fmla="*/ 0 h 9"/>
                <a:gd name="T2" fmla="*/ 0 w 16"/>
                <a:gd name="T3" fmla="*/ 2 h 9"/>
                <a:gd name="T4" fmla="*/ 13 w 16"/>
                <a:gd name="T5" fmla="*/ 9 h 9"/>
                <a:gd name="T6" fmla="*/ 16 w 16"/>
                <a:gd name="T7" fmla="*/ 6 h 9"/>
                <a:gd name="T8" fmla="*/ 16 w 16"/>
                <a:gd name="T9" fmla="*/ 4 h 9"/>
                <a:gd name="T10" fmla="*/ 8 w 16"/>
                <a:gd name="T11" fmla="*/ 4 h 9"/>
                <a:gd name="T12" fmla="*/ 2 w 16"/>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6" h="9">
                  <a:moveTo>
                    <a:pt x="2" y="0"/>
                  </a:moveTo>
                  <a:cubicBezTo>
                    <a:pt x="1" y="0"/>
                    <a:pt x="0" y="1"/>
                    <a:pt x="0" y="2"/>
                  </a:cubicBezTo>
                  <a:cubicBezTo>
                    <a:pt x="0" y="4"/>
                    <a:pt x="11" y="9"/>
                    <a:pt x="13" y="9"/>
                  </a:cubicBezTo>
                  <a:cubicBezTo>
                    <a:pt x="13" y="9"/>
                    <a:pt x="16" y="7"/>
                    <a:pt x="16" y="6"/>
                  </a:cubicBezTo>
                  <a:cubicBezTo>
                    <a:pt x="16" y="5"/>
                    <a:pt x="16" y="5"/>
                    <a:pt x="16" y="4"/>
                  </a:cubicBezTo>
                  <a:cubicBezTo>
                    <a:pt x="8" y="4"/>
                    <a:pt x="8" y="4"/>
                    <a:pt x="8" y="4"/>
                  </a:cubicBezTo>
                  <a:cubicBezTo>
                    <a:pt x="5" y="4"/>
                    <a:pt x="3" y="2"/>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3" name="Freeform 176"/>
            <p:cNvSpPr>
              <a:spLocks/>
            </p:cNvSpPr>
            <p:nvPr/>
          </p:nvSpPr>
          <p:spPr bwMode="auto">
            <a:xfrm>
              <a:off x="4238625" y="2670175"/>
              <a:ext cx="41275" cy="49213"/>
            </a:xfrm>
            <a:custGeom>
              <a:avLst/>
              <a:gdLst>
                <a:gd name="T0" fmla="*/ 7 w 11"/>
                <a:gd name="T1" fmla="*/ 0 h 13"/>
                <a:gd name="T2" fmla="*/ 0 w 11"/>
                <a:gd name="T3" fmla="*/ 9 h 13"/>
                <a:gd name="T4" fmla="*/ 5 w 11"/>
                <a:gd name="T5" fmla="*/ 13 h 13"/>
                <a:gd name="T6" fmla="*/ 11 w 11"/>
                <a:gd name="T7" fmla="*/ 9 h 13"/>
                <a:gd name="T8" fmla="*/ 11 w 11"/>
                <a:gd name="T9" fmla="*/ 7 h 13"/>
                <a:gd name="T10" fmla="*/ 9 w 11"/>
                <a:gd name="T11" fmla="*/ 3 h 13"/>
                <a:gd name="T12" fmla="*/ 7 w 11"/>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11" h="13">
                  <a:moveTo>
                    <a:pt x="7" y="0"/>
                  </a:moveTo>
                  <a:cubicBezTo>
                    <a:pt x="4" y="1"/>
                    <a:pt x="0" y="8"/>
                    <a:pt x="0" y="9"/>
                  </a:cubicBezTo>
                  <a:cubicBezTo>
                    <a:pt x="0" y="11"/>
                    <a:pt x="2" y="13"/>
                    <a:pt x="5" y="13"/>
                  </a:cubicBezTo>
                  <a:cubicBezTo>
                    <a:pt x="8" y="13"/>
                    <a:pt x="11" y="11"/>
                    <a:pt x="11" y="9"/>
                  </a:cubicBezTo>
                  <a:cubicBezTo>
                    <a:pt x="11" y="8"/>
                    <a:pt x="11" y="7"/>
                    <a:pt x="11" y="7"/>
                  </a:cubicBezTo>
                  <a:cubicBezTo>
                    <a:pt x="5" y="7"/>
                    <a:pt x="9" y="5"/>
                    <a:pt x="9" y="3"/>
                  </a:cubicBezTo>
                  <a:cubicBezTo>
                    <a:pt x="9" y="2"/>
                    <a:pt x="8" y="1"/>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4" name="Freeform 177"/>
            <p:cNvSpPr>
              <a:spLocks/>
            </p:cNvSpPr>
            <p:nvPr/>
          </p:nvSpPr>
          <p:spPr bwMode="auto">
            <a:xfrm>
              <a:off x="1025525" y="2114550"/>
              <a:ext cx="49213" cy="17463"/>
            </a:xfrm>
            <a:custGeom>
              <a:avLst/>
              <a:gdLst>
                <a:gd name="T0" fmla="*/ 7 w 13"/>
                <a:gd name="T1" fmla="*/ 0 h 5"/>
                <a:gd name="T2" fmla="*/ 4 w 13"/>
                <a:gd name="T3" fmla="*/ 2 h 5"/>
                <a:gd name="T4" fmla="*/ 0 w 13"/>
                <a:gd name="T5" fmla="*/ 2 h 5"/>
                <a:gd name="T6" fmla="*/ 3 w 13"/>
                <a:gd name="T7" fmla="*/ 5 h 5"/>
                <a:gd name="T8" fmla="*/ 13 w 13"/>
                <a:gd name="T9" fmla="*/ 5 h 5"/>
                <a:gd name="T10" fmla="*/ 8 w 13"/>
                <a:gd name="T11" fmla="*/ 0 h 5"/>
                <a:gd name="T12" fmla="*/ 7 w 13"/>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3" h="5">
                  <a:moveTo>
                    <a:pt x="7" y="0"/>
                  </a:moveTo>
                  <a:cubicBezTo>
                    <a:pt x="5" y="0"/>
                    <a:pt x="5" y="0"/>
                    <a:pt x="4" y="2"/>
                  </a:cubicBezTo>
                  <a:cubicBezTo>
                    <a:pt x="0" y="2"/>
                    <a:pt x="0" y="2"/>
                    <a:pt x="0" y="2"/>
                  </a:cubicBezTo>
                  <a:cubicBezTo>
                    <a:pt x="0" y="3"/>
                    <a:pt x="2" y="4"/>
                    <a:pt x="3" y="5"/>
                  </a:cubicBezTo>
                  <a:cubicBezTo>
                    <a:pt x="13" y="5"/>
                    <a:pt x="13" y="5"/>
                    <a:pt x="13" y="5"/>
                  </a:cubicBezTo>
                  <a:cubicBezTo>
                    <a:pt x="12" y="2"/>
                    <a:pt x="12" y="0"/>
                    <a:pt x="8" y="0"/>
                  </a:cubicBezTo>
                  <a:cubicBezTo>
                    <a:pt x="8"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5" name="Freeform 178"/>
            <p:cNvSpPr>
              <a:spLocks/>
            </p:cNvSpPr>
            <p:nvPr/>
          </p:nvSpPr>
          <p:spPr bwMode="auto">
            <a:xfrm>
              <a:off x="1377950" y="3624263"/>
              <a:ext cx="26988" cy="22225"/>
            </a:xfrm>
            <a:custGeom>
              <a:avLst/>
              <a:gdLst>
                <a:gd name="T0" fmla="*/ 0 w 7"/>
                <a:gd name="T1" fmla="*/ 0 h 6"/>
                <a:gd name="T2" fmla="*/ 0 w 7"/>
                <a:gd name="T3" fmla="*/ 4 h 6"/>
                <a:gd name="T4" fmla="*/ 2 w 7"/>
                <a:gd name="T5" fmla="*/ 6 h 6"/>
                <a:gd name="T6" fmla="*/ 7 w 7"/>
                <a:gd name="T7" fmla="*/ 5 h 6"/>
                <a:gd name="T8" fmla="*/ 7 w 7"/>
                <a:gd name="T9" fmla="*/ 3 h 6"/>
                <a:gd name="T10" fmla="*/ 0 w 7"/>
                <a:gd name="T11" fmla="*/ 0 h 6"/>
              </a:gdLst>
              <a:ahLst/>
              <a:cxnLst>
                <a:cxn ang="0">
                  <a:pos x="T0" y="T1"/>
                </a:cxn>
                <a:cxn ang="0">
                  <a:pos x="T2" y="T3"/>
                </a:cxn>
                <a:cxn ang="0">
                  <a:pos x="T4" y="T5"/>
                </a:cxn>
                <a:cxn ang="0">
                  <a:pos x="T6" y="T7"/>
                </a:cxn>
                <a:cxn ang="0">
                  <a:pos x="T8" y="T9"/>
                </a:cxn>
                <a:cxn ang="0">
                  <a:pos x="T10" y="T11"/>
                </a:cxn>
              </a:cxnLst>
              <a:rect l="0" t="0" r="r" b="b"/>
              <a:pathLst>
                <a:path w="7" h="6">
                  <a:moveTo>
                    <a:pt x="0" y="0"/>
                  </a:moveTo>
                  <a:cubicBezTo>
                    <a:pt x="0" y="2"/>
                    <a:pt x="0" y="3"/>
                    <a:pt x="0" y="4"/>
                  </a:cubicBezTo>
                  <a:cubicBezTo>
                    <a:pt x="0" y="5"/>
                    <a:pt x="1" y="6"/>
                    <a:pt x="2" y="6"/>
                  </a:cubicBezTo>
                  <a:cubicBezTo>
                    <a:pt x="4" y="6"/>
                    <a:pt x="4" y="5"/>
                    <a:pt x="7" y="5"/>
                  </a:cubicBezTo>
                  <a:cubicBezTo>
                    <a:pt x="7" y="3"/>
                    <a:pt x="7" y="3"/>
                    <a:pt x="7" y="3"/>
                  </a:cubicBezTo>
                  <a:cubicBezTo>
                    <a:pt x="5" y="1"/>
                    <a:pt x="3"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6" name="Freeform 179"/>
            <p:cNvSpPr>
              <a:spLocks/>
            </p:cNvSpPr>
            <p:nvPr/>
          </p:nvSpPr>
          <p:spPr bwMode="auto">
            <a:xfrm>
              <a:off x="1355725" y="3590925"/>
              <a:ext cx="14288" cy="11113"/>
            </a:xfrm>
            <a:custGeom>
              <a:avLst/>
              <a:gdLst>
                <a:gd name="T0" fmla="*/ 0 w 4"/>
                <a:gd name="T1" fmla="*/ 0 h 3"/>
                <a:gd name="T2" fmla="*/ 3 w 4"/>
                <a:gd name="T3" fmla="*/ 3 h 3"/>
                <a:gd name="T4" fmla="*/ 4 w 4"/>
                <a:gd name="T5" fmla="*/ 2 h 3"/>
                <a:gd name="T6" fmla="*/ 0 w 4"/>
                <a:gd name="T7" fmla="*/ 0 h 3"/>
              </a:gdLst>
              <a:ahLst/>
              <a:cxnLst>
                <a:cxn ang="0">
                  <a:pos x="T0" y="T1"/>
                </a:cxn>
                <a:cxn ang="0">
                  <a:pos x="T2" y="T3"/>
                </a:cxn>
                <a:cxn ang="0">
                  <a:pos x="T4" y="T5"/>
                </a:cxn>
                <a:cxn ang="0">
                  <a:pos x="T6" y="T7"/>
                </a:cxn>
              </a:cxnLst>
              <a:rect l="0" t="0" r="r" b="b"/>
              <a:pathLst>
                <a:path w="4" h="3">
                  <a:moveTo>
                    <a:pt x="0" y="0"/>
                  </a:moveTo>
                  <a:cubicBezTo>
                    <a:pt x="1" y="1"/>
                    <a:pt x="2" y="3"/>
                    <a:pt x="3" y="3"/>
                  </a:cubicBezTo>
                  <a:cubicBezTo>
                    <a:pt x="4" y="2"/>
                    <a:pt x="4" y="2"/>
                    <a:pt x="4" y="2"/>
                  </a:cubicBezTo>
                  <a:cubicBezTo>
                    <a:pt x="3" y="1"/>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7" name="Freeform 180"/>
            <p:cNvSpPr>
              <a:spLocks/>
            </p:cNvSpPr>
            <p:nvPr/>
          </p:nvSpPr>
          <p:spPr bwMode="auto">
            <a:xfrm>
              <a:off x="1328738" y="3579813"/>
              <a:ext cx="19050" cy="6350"/>
            </a:xfrm>
            <a:custGeom>
              <a:avLst/>
              <a:gdLst>
                <a:gd name="T0" fmla="*/ 5 w 5"/>
                <a:gd name="T1" fmla="*/ 0 h 2"/>
                <a:gd name="T2" fmla="*/ 0 w 5"/>
                <a:gd name="T3" fmla="*/ 0 h 2"/>
                <a:gd name="T4" fmla="*/ 2 w 5"/>
                <a:gd name="T5" fmla="*/ 2 h 2"/>
                <a:gd name="T6" fmla="*/ 5 w 5"/>
                <a:gd name="T7" fmla="*/ 0 h 2"/>
              </a:gdLst>
              <a:ahLst/>
              <a:cxnLst>
                <a:cxn ang="0">
                  <a:pos x="T0" y="T1"/>
                </a:cxn>
                <a:cxn ang="0">
                  <a:pos x="T2" y="T3"/>
                </a:cxn>
                <a:cxn ang="0">
                  <a:pos x="T4" y="T5"/>
                </a:cxn>
                <a:cxn ang="0">
                  <a:pos x="T6" y="T7"/>
                </a:cxn>
              </a:cxnLst>
              <a:rect l="0" t="0" r="r" b="b"/>
              <a:pathLst>
                <a:path w="5" h="2">
                  <a:moveTo>
                    <a:pt x="5" y="0"/>
                  </a:moveTo>
                  <a:cubicBezTo>
                    <a:pt x="0" y="0"/>
                    <a:pt x="0" y="0"/>
                    <a:pt x="0" y="0"/>
                  </a:cubicBezTo>
                  <a:cubicBezTo>
                    <a:pt x="0" y="1"/>
                    <a:pt x="1" y="2"/>
                    <a:pt x="2" y="2"/>
                  </a:cubicBezTo>
                  <a:cubicBezTo>
                    <a:pt x="3" y="2"/>
                    <a:pt x="5" y="1"/>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8" name="Freeform 181"/>
            <p:cNvSpPr>
              <a:spLocks/>
            </p:cNvSpPr>
            <p:nvPr/>
          </p:nvSpPr>
          <p:spPr bwMode="auto">
            <a:xfrm>
              <a:off x="1306513" y="3563938"/>
              <a:ext cx="15875" cy="11113"/>
            </a:xfrm>
            <a:custGeom>
              <a:avLst/>
              <a:gdLst>
                <a:gd name="T0" fmla="*/ 4 w 4"/>
                <a:gd name="T1" fmla="*/ 0 h 3"/>
                <a:gd name="T2" fmla="*/ 1 w 4"/>
                <a:gd name="T3" fmla="*/ 1 h 3"/>
                <a:gd name="T4" fmla="*/ 2 w 4"/>
                <a:gd name="T5" fmla="*/ 1 h 3"/>
                <a:gd name="T6" fmla="*/ 0 w 4"/>
                <a:gd name="T7" fmla="*/ 1 h 3"/>
                <a:gd name="T8" fmla="*/ 2 w 4"/>
                <a:gd name="T9" fmla="*/ 3 h 3"/>
                <a:gd name="T10" fmla="*/ 4 w 4"/>
                <a:gd name="T11" fmla="*/ 2 h 3"/>
                <a:gd name="T12" fmla="*/ 4 w 4"/>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4" y="0"/>
                  </a:moveTo>
                  <a:cubicBezTo>
                    <a:pt x="3" y="0"/>
                    <a:pt x="2" y="1"/>
                    <a:pt x="1" y="1"/>
                  </a:cubicBezTo>
                  <a:cubicBezTo>
                    <a:pt x="2" y="1"/>
                    <a:pt x="2" y="1"/>
                    <a:pt x="2" y="1"/>
                  </a:cubicBezTo>
                  <a:cubicBezTo>
                    <a:pt x="1" y="1"/>
                    <a:pt x="0" y="1"/>
                    <a:pt x="0" y="1"/>
                  </a:cubicBezTo>
                  <a:cubicBezTo>
                    <a:pt x="0" y="1"/>
                    <a:pt x="1" y="3"/>
                    <a:pt x="2" y="3"/>
                  </a:cubicBezTo>
                  <a:cubicBezTo>
                    <a:pt x="3" y="3"/>
                    <a:pt x="4" y="3"/>
                    <a:pt x="4" y="2"/>
                  </a:cubicBezTo>
                  <a:cubicBezTo>
                    <a:pt x="4" y="2"/>
                    <a:pt x="4" y="1"/>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9" name="Freeform 182"/>
            <p:cNvSpPr>
              <a:spLocks/>
            </p:cNvSpPr>
            <p:nvPr/>
          </p:nvSpPr>
          <p:spPr bwMode="auto">
            <a:xfrm>
              <a:off x="1262063" y="3541713"/>
              <a:ext cx="14288" cy="14288"/>
            </a:xfrm>
            <a:custGeom>
              <a:avLst/>
              <a:gdLst>
                <a:gd name="T0" fmla="*/ 2 w 4"/>
                <a:gd name="T1" fmla="*/ 0 h 4"/>
                <a:gd name="T2" fmla="*/ 0 w 4"/>
                <a:gd name="T3" fmla="*/ 2 h 4"/>
                <a:gd name="T4" fmla="*/ 2 w 4"/>
                <a:gd name="T5" fmla="*/ 4 h 4"/>
                <a:gd name="T6" fmla="*/ 4 w 4"/>
                <a:gd name="T7" fmla="*/ 4 h 4"/>
                <a:gd name="T8" fmla="*/ 4 w 4"/>
                <a:gd name="T9" fmla="*/ 1 h 4"/>
                <a:gd name="T10" fmla="*/ 2 w 4"/>
                <a:gd name="T11" fmla="*/ 0 h 4"/>
              </a:gdLst>
              <a:ahLst/>
              <a:cxnLst>
                <a:cxn ang="0">
                  <a:pos x="T0" y="T1"/>
                </a:cxn>
                <a:cxn ang="0">
                  <a:pos x="T2" y="T3"/>
                </a:cxn>
                <a:cxn ang="0">
                  <a:pos x="T4" y="T5"/>
                </a:cxn>
                <a:cxn ang="0">
                  <a:pos x="T6" y="T7"/>
                </a:cxn>
                <a:cxn ang="0">
                  <a:pos x="T8" y="T9"/>
                </a:cxn>
                <a:cxn ang="0">
                  <a:pos x="T10" y="T11"/>
                </a:cxn>
              </a:cxnLst>
              <a:rect l="0" t="0" r="r" b="b"/>
              <a:pathLst>
                <a:path w="4" h="4">
                  <a:moveTo>
                    <a:pt x="2" y="0"/>
                  </a:moveTo>
                  <a:cubicBezTo>
                    <a:pt x="1" y="1"/>
                    <a:pt x="0" y="1"/>
                    <a:pt x="0" y="2"/>
                  </a:cubicBezTo>
                  <a:cubicBezTo>
                    <a:pt x="0" y="2"/>
                    <a:pt x="1" y="4"/>
                    <a:pt x="2" y="4"/>
                  </a:cubicBezTo>
                  <a:cubicBezTo>
                    <a:pt x="3" y="4"/>
                    <a:pt x="4" y="4"/>
                    <a:pt x="4" y="4"/>
                  </a:cubicBezTo>
                  <a:cubicBezTo>
                    <a:pt x="4" y="3"/>
                    <a:pt x="4" y="2"/>
                    <a:pt x="4" y="1"/>
                  </a:cubicBezTo>
                  <a:cubicBezTo>
                    <a:pt x="3" y="1"/>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212" name="Freeform 307"/>
          <p:cNvSpPr>
            <a:spLocks/>
          </p:cNvSpPr>
          <p:nvPr/>
        </p:nvSpPr>
        <p:spPr bwMode="auto">
          <a:xfrm>
            <a:off x="6209347" y="2272654"/>
            <a:ext cx="136499" cy="1210836"/>
          </a:xfrm>
          <a:custGeom>
            <a:avLst/>
            <a:gdLst>
              <a:gd name="T0" fmla="*/ 24 w 49"/>
              <a:gd name="T1" fmla="*/ 0 h 434"/>
              <a:gd name="T2" fmla="*/ 0 w 49"/>
              <a:gd name="T3" fmla="*/ 24 h 434"/>
              <a:gd name="T4" fmla="*/ 22 w 49"/>
              <a:gd name="T5" fmla="*/ 49 h 434"/>
              <a:gd name="T6" fmla="*/ 22 w 49"/>
              <a:gd name="T7" fmla="*/ 386 h 434"/>
              <a:gd name="T8" fmla="*/ 0 w 49"/>
              <a:gd name="T9" fmla="*/ 410 h 434"/>
              <a:gd name="T10" fmla="*/ 24 w 49"/>
              <a:gd name="T11" fmla="*/ 434 h 434"/>
              <a:gd name="T12" fmla="*/ 49 w 49"/>
              <a:gd name="T13" fmla="*/ 410 h 434"/>
              <a:gd name="T14" fmla="*/ 27 w 49"/>
              <a:gd name="T15" fmla="*/ 386 h 434"/>
              <a:gd name="T16" fmla="*/ 27 w 49"/>
              <a:gd name="T17" fmla="*/ 49 h 434"/>
              <a:gd name="T18" fmla="*/ 49 w 49"/>
              <a:gd name="T19" fmla="*/ 24 h 434"/>
              <a:gd name="T20" fmla="*/ 24 w 49"/>
              <a:gd name="T21" fmla="*/ 0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434">
                <a:moveTo>
                  <a:pt x="24" y="0"/>
                </a:moveTo>
                <a:cubicBezTo>
                  <a:pt x="11" y="0"/>
                  <a:pt x="0" y="11"/>
                  <a:pt x="0" y="24"/>
                </a:cubicBezTo>
                <a:cubicBezTo>
                  <a:pt x="0" y="37"/>
                  <a:pt x="10" y="47"/>
                  <a:pt x="22" y="49"/>
                </a:cubicBezTo>
                <a:cubicBezTo>
                  <a:pt x="22" y="386"/>
                  <a:pt x="22" y="386"/>
                  <a:pt x="22" y="386"/>
                </a:cubicBezTo>
                <a:cubicBezTo>
                  <a:pt x="10" y="387"/>
                  <a:pt x="0" y="397"/>
                  <a:pt x="0" y="410"/>
                </a:cubicBezTo>
                <a:cubicBezTo>
                  <a:pt x="0" y="423"/>
                  <a:pt x="11" y="434"/>
                  <a:pt x="24" y="434"/>
                </a:cubicBezTo>
                <a:cubicBezTo>
                  <a:pt x="38" y="434"/>
                  <a:pt x="49" y="423"/>
                  <a:pt x="49" y="410"/>
                </a:cubicBezTo>
                <a:cubicBezTo>
                  <a:pt x="49" y="397"/>
                  <a:pt x="39" y="387"/>
                  <a:pt x="27" y="386"/>
                </a:cubicBezTo>
                <a:cubicBezTo>
                  <a:pt x="27" y="49"/>
                  <a:pt x="27" y="49"/>
                  <a:pt x="27" y="49"/>
                </a:cubicBezTo>
                <a:cubicBezTo>
                  <a:pt x="39" y="47"/>
                  <a:pt x="49" y="37"/>
                  <a:pt x="49" y="24"/>
                </a:cubicBezTo>
                <a:cubicBezTo>
                  <a:pt x="49" y="11"/>
                  <a:pt x="38" y="0"/>
                  <a:pt x="24" y="0"/>
                </a:cubicBezTo>
              </a:path>
            </a:pathLst>
          </a:custGeom>
          <a:solidFill>
            <a:srgbClr val="8184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308"/>
          <p:cNvSpPr>
            <a:spLocks/>
          </p:cNvSpPr>
          <p:nvPr/>
        </p:nvSpPr>
        <p:spPr bwMode="auto">
          <a:xfrm>
            <a:off x="7899827" y="1790203"/>
            <a:ext cx="136499" cy="1213189"/>
          </a:xfrm>
          <a:custGeom>
            <a:avLst/>
            <a:gdLst>
              <a:gd name="T0" fmla="*/ 24 w 49"/>
              <a:gd name="T1" fmla="*/ 0 h 435"/>
              <a:gd name="T2" fmla="*/ 0 w 49"/>
              <a:gd name="T3" fmla="*/ 25 h 435"/>
              <a:gd name="T4" fmla="*/ 22 w 49"/>
              <a:gd name="T5" fmla="*/ 49 h 435"/>
              <a:gd name="T6" fmla="*/ 22 w 49"/>
              <a:gd name="T7" fmla="*/ 386 h 435"/>
              <a:gd name="T8" fmla="*/ 0 w 49"/>
              <a:gd name="T9" fmla="*/ 411 h 435"/>
              <a:gd name="T10" fmla="*/ 24 w 49"/>
              <a:gd name="T11" fmla="*/ 435 h 435"/>
              <a:gd name="T12" fmla="*/ 49 w 49"/>
              <a:gd name="T13" fmla="*/ 411 h 435"/>
              <a:gd name="T14" fmla="*/ 27 w 49"/>
              <a:gd name="T15" fmla="*/ 386 h 435"/>
              <a:gd name="T16" fmla="*/ 27 w 49"/>
              <a:gd name="T17" fmla="*/ 49 h 435"/>
              <a:gd name="T18" fmla="*/ 49 w 49"/>
              <a:gd name="T19" fmla="*/ 25 h 435"/>
              <a:gd name="T20" fmla="*/ 24 w 49"/>
              <a:gd name="T21" fmla="*/ 0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435">
                <a:moveTo>
                  <a:pt x="24" y="0"/>
                </a:moveTo>
                <a:cubicBezTo>
                  <a:pt x="11" y="0"/>
                  <a:pt x="0" y="11"/>
                  <a:pt x="0" y="25"/>
                </a:cubicBezTo>
                <a:cubicBezTo>
                  <a:pt x="0" y="38"/>
                  <a:pt x="10" y="48"/>
                  <a:pt x="22" y="49"/>
                </a:cubicBezTo>
                <a:cubicBezTo>
                  <a:pt x="22" y="386"/>
                  <a:pt x="22" y="386"/>
                  <a:pt x="22" y="386"/>
                </a:cubicBezTo>
                <a:cubicBezTo>
                  <a:pt x="10" y="387"/>
                  <a:pt x="0" y="398"/>
                  <a:pt x="0" y="411"/>
                </a:cubicBezTo>
                <a:cubicBezTo>
                  <a:pt x="0" y="424"/>
                  <a:pt x="11" y="435"/>
                  <a:pt x="24" y="435"/>
                </a:cubicBezTo>
                <a:cubicBezTo>
                  <a:pt x="38" y="435"/>
                  <a:pt x="49" y="424"/>
                  <a:pt x="49" y="411"/>
                </a:cubicBezTo>
                <a:cubicBezTo>
                  <a:pt x="49" y="398"/>
                  <a:pt x="39" y="387"/>
                  <a:pt x="27" y="386"/>
                </a:cubicBezTo>
                <a:cubicBezTo>
                  <a:pt x="27" y="49"/>
                  <a:pt x="27" y="49"/>
                  <a:pt x="27" y="49"/>
                </a:cubicBezTo>
                <a:cubicBezTo>
                  <a:pt x="39" y="48"/>
                  <a:pt x="49" y="38"/>
                  <a:pt x="49" y="25"/>
                </a:cubicBezTo>
                <a:cubicBezTo>
                  <a:pt x="49" y="11"/>
                  <a:pt x="38" y="0"/>
                  <a:pt x="24" y="0"/>
                </a:cubicBezTo>
              </a:path>
            </a:pathLst>
          </a:custGeom>
          <a:solidFill>
            <a:srgbClr val="8184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309"/>
          <p:cNvSpPr>
            <a:spLocks/>
          </p:cNvSpPr>
          <p:nvPr/>
        </p:nvSpPr>
        <p:spPr bwMode="auto">
          <a:xfrm>
            <a:off x="9998359" y="2303249"/>
            <a:ext cx="136499" cy="1210836"/>
          </a:xfrm>
          <a:custGeom>
            <a:avLst/>
            <a:gdLst>
              <a:gd name="T0" fmla="*/ 25 w 49"/>
              <a:gd name="T1" fmla="*/ 0 h 434"/>
              <a:gd name="T2" fmla="*/ 0 w 49"/>
              <a:gd name="T3" fmla="*/ 24 h 434"/>
              <a:gd name="T4" fmla="*/ 23 w 49"/>
              <a:gd name="T5" fmla="*/ 48 h 434"/>
              <a:gd name="T6" fmla="*/ 23 w 49"/>
              <a:gd name="T7" fmla="*/ 385 h 434"/>
              <a:gd name="T8" fmla="*/ 0 w 49"/>
              <a:gd name="T9" fmla="*/ 410 h 434"/>
              <a:gd name="T10" fmla="*/ 25 w 49"/>
              <a:gd name="T11" fmla="*/ 434 h 434"/>
              <a:gd name="T12" fmla="*/ 49 w 49"/>
              <a:gd name="T13" fmla="*/ 410 h 434"/>
              <a:gd name="T14" fmla="*/ 27 w 49"/>
              <a:gd name="T15" fmla="*/ 385 h 434"/>
              <a:gd name="T16" fmla="*/ 27 w 49"/>
              <a:gd name="T17" fmla="*/ 48 h 434"/>
              <a:gd name="T18" fmla="*/ 49 w 49"/>
              <a:gd name="T19" fmla="*/ 24 h 434"/>
              <a:gd name="T20" fmla="*/ 25 w 49"/>
              <a:gd name="T21" fmla="*/ 0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434">
                <a:moveTo>
                  <a:pt x="25" y="0"/>
                </a:moveTo>
                <a:cubicBezTo>
                  <a:pt x="11" y="0"/>
                  <a:pt x="0" y="11"/>
                  <a:pt x="0" y="24"/>
                </a:cubicBezTo>
                <a:cubicBezTo>
                  <a:pt x="0" y="37"/>
                  <a:pt x="10" y="47"/>
                  <a:pt x="23" y="48"/>
                </a:cubicBezTo>
                <a:cubicBezTo>
                  <a:pt x="23" y="385"/>
                  <a:pt x="23" y="385"/>
                  <a:pt x="23" y="385"/>
                </a:cubicBezTo>
                <a:cubicBezTo>
                  <a:pt x="10" y="386"/>
                  <a:pt x="0" y="397"/>
                  <a:pt x="0" y="410"/>
                </a:cubicBezTo>
                <a:cubicBezTo>
                  <a:pt x="0" y="423"/>
                  <a:pt x="11" y="434"/>
                  <a:pt x="25" y="434"/>
                </a:cubicBezTo>
                <a:cubicBezTo>
                  <a:pt x="38" y="434"/>
                  <a:pt x="49" y="423"/>
                  <a:pt x="49" y="410"/>
                </a:cubicBezTo>
                <a:cubicBezTo>
                  <a:pt x="49" y="397"/>
                  <a:pt x="40" y="386"/>
                  <a:pt x="27" y="385"/>
                </a:cubicBezTo>
                <a:cubicBezTo>
                  <a:pt x="27" y="48"/>
                  <a:pt x="27" y="48"/>
                  <a:pt x="27" y="48"/>
                </a:cubicBezTo>
                <a:cubicBezTo>
                  <a:pt x="40" y="47"/>
                  <a:pt x="49" y="37"/>
                  <a:pt x="49" y="24"/>
                </a:cubicBezTo>
                <a:cubicBezTo>
                  <a:pt x="49" y="11"/>
                  <a:pt x="38" y="0"/>
                  <a:pt x="25" y="0"/>
                </a:cubicBezTo>
              </a:path>
            </a:pathLst>
          </a:custGeom>
          <a:solidFill>
            <a:srgbClr val="8184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310"/>
          <p:cNvSpPr>
            <a:spLocks/>
          </p:cNvSpPr>
          <p:nvPr/>
        </p:nvSpPr>
        <p:spPr bwMode="auto">
          <a:xfrm>
            <a:off x="9215598" y="992392"/>
            <a:ext cx="132969" cy="1210836"/>
          </a:xfrm>
          <a:custGeom>
            <a:avLst/>
            <a:gdLst>
              <a:gd name="T0" fmla="*/ 24 w 48"/>
              <a:gd name="T1" fmla="*/ 0 h 434"/>
              <a:gd name="T2" fmla="*/ 0 w 48"/>
              <a:gd name="T3" fmla="*/ 24 h 434"/>
              <a:gd name="T4" fmla="*/ 22 w 48"/>
              <a:gd name="T5" fmla="*/ 48 h 434"/>
              <a:gd name="T6" fmla="*/ 22 w 48"/>
              <a:gd name="T7" fmla="*/ 385 h 434"/>
              <a:gd name="T8" fmla="*/ 0 w 48"/>
              <a:gd name="T9" fmla="*/ 410 h 434"/>
              <a:gd name="T10" fmla="*/ 24 w 48"/>
              <a:gd name="T11" fmla="*/ 434 h 434"/>
              <a:gd name="T12" fmla="*/ 48 w 48"/>
              <a:gd name="T13" fmla="*/ 410 h 434"/>
              <a:gd name="T14" fmla="*/ 26 w 48"/>
              <a:gd name="T15" fmla="*/ 385 h 434"/>
              <a:gd name="T16" fmla="*/ 26 w 48"/>
              <a:gd name="T17" fmla="*/ 48 h 434"/>
              <a:gd name="T18" fmla="*/ 48 w 48"/>
              <a:gd name="T19" fmla="*/ 24 h 434"/>
              <a:gd name="T20" fmla="*/ 24 w 48"/>
              <a:gd name="T21" fmla="*/ 0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434">
                <a:moveTo>
                  <a:pt x="24" y="0"/>
                </a:moveTo>
                <a:cubicBezTo>
                  <a:pt x="10" y="0"/>
                  <a:pt x="0" y="10"/>
                  <a:pt x="0" y="24"/>
                </a:cubicBezTo>
                <a:cubicBezTo>
                  <a:pt x="0" y="37"/>
                  <a:pt x="9" y="47"/>
                  <a:pt x="22" y="48"/>
                </a:cubicBezTo>
                <a:cubicBezTo>
                  <a:pt x="22" y="385"/>
                  <a:pt x="22" y="385"/>
                  <a:pt x="22" y="385"/>
                </a:cubicBezTo>
                <a:cubicBezTo>
                  <a:pt x="9" y="386"/>
                  <a:pt x="0" y="397"/>
                  <a:pt x="0" y="410"/>
                </a:cubicBezTo>
                <a:cubicBezTo>
                  <a:pt x="0" y="423"/>
                  <a:pt x="10" y="434"/>
                  <a:pt x="24" y="434"/>
                </a:cubicBezTo>
                <a:cubicBezTo>
                  <a:pt x="37" y="434"/>
                  <a:pt x="48" y="423"/>
                  <a:pt x="48" y="410"/>
                </a:cubicBezTo>
                <a:cubicBezTo>
                  <a:pt x="48" y="397"/>
                  <a:pt x="39" y="386"/>
                  <a:pt x="26" y="385"/>
                </a:cubicBezTo>
                <a:cubicBezTo>
                  <a:pt x="26" y="48"/>
                  <a:pt x="26" y="48"/>
                  <a:pt x="26" y="48"/>
                </a:cubicBezTo>
                <a:cubicBezTo>
                  <a:pt x="39" y="47"/>
                  <a:pt x="48" y="37"/>
                  <a:pt x="48" y="24"/>
                </a:cubicBezTo>
                <a:cubicBezTo>
                  <a:pt x="48" y="10"/>
                  <a:pt x="37" y="0"/>
                  <a:pt x="24" y="0"/>
                </a:cubicBezTo>
              </a:path>
            </a:pathLst>
          </a:custGeom>
          <a:solidFill>
            <a:srgbClr val="8184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文本框 215"/>
          <p:cNvSpPr txBox="1"/>
          <p:nvPr/>
        </p:nvSpPr>
        <p:spPr>
          <a:xfrm>
            <a:off x="6040253" y="1752381"/>
            <a:ext cx="466794" cy="461665"/>
          </a:xfrm>
          <a:prstGeom prst="rect">
            <a:avLst/>
          </a:prstGeom>
          <a:noFill/>
        </p:spPr>
        <p:txBody>
          <a:bodyPr wrap="none" rtlCol="0">
            <a:spAutoFit/>
          </a:bodyPr>
          <a:lstStyle/>
          <a:p>
            <a:r>
              <a:rPr lang="en-US" altLang="zh-CN" sz="2400" dirty="0">
                <a:solidFill>
                  <a:srgbClr val="EF8B18"/>
                </a:solidFill>
                <a:latin typeface="Impact" panose="020B0806030902050204" pitchFamily="34" charset="0"/>
              </a:rPr>
              <a:t>01</a:t>
            </a:r>
            <a:endParaRPr lang="zh-CN" altLang="en-US" sz="2400" dirty="0">
              <a:solidFill>
                <a:srgbClr val="EF8B18"/>
              </a:solidFill>
              <a:latin typeface="Impact" panose="020B0806030902050204" pitchFamily="34" charset="0"/>
            </a:endParaRPr>
          </a:p>
        </p:txBody>
      </p:sp>
      <p:sp>
        <p:nvSpPr>
          <p:cNvPr id="217" name="文本框 216"/>
          <p:cNvSpPr txBox="1"/>
          <p:nvPr/>
        </p:nvSpPr>
        <p:spPr>
          <a:xfrm>
            <a:off x="7716244" y="1352466"/>
            <a:ext cx="503664" cy="461665"/>
          </a:xfrm>
          <a:prstGeom prst="rect">
            <a:avLst/>
          </a:prstGeom>
          <a:noFill/>
        </p:spPr>
        <p:txBody>
          <a:bodyPr wrap="none" rtlCol="0">
            <a:spAutoFit/>
          </a:bodyPr>
          <a:lstStyle/>
          <a:p>
            <a:r>
              <a:rPr lang="en-US" altLang="zh-CN" sz="2400" dirty="0">
                <a:solidFill>
                  <a:srgbClr val="28B8C2"/>
                </a:solidFill>
                <a:latin typeface="Impact" panose="020B0806030902050204" pitchFamily="34" charset="0"/>
              </a:rPr>
              <a:t>02</a:t>
            </a:r>
            <a:endParaRPr lang="zh-CN" altLang="en-US" sz="2400" dirty="0">
              <a:solidFill>
                <a:srgbClr val="28B8C2"/>
              </a:solidFill>
              <a:latin typeface="Impact" panose="020B0806030902050204" pitchFamily="34" charset="0"/>
            </a:endParaRPr>
          </a:p>
        </p:txBody>
      </p:sp>
      <p:sp>
        <p:nvSpPr>
          <p:cNvPr id="218" name="文本框 217"/>
          <p:cNvSpPr txBox="1"/>
          <p:nvPr/>
        </p:nvSpPr>
        <p:spPr>
          <a:xfrm>
            <a:off x="9025441" y="573107"/>
            <a:ext cx="513282" cy="461665"/>
          </a:xfrm>
          <a:prstGeom prst="rect">
            <a:avLst/>
          </a:prstGeom>
          <a:noFill/>
        </p:spPr>
        <p:txBody>
          <a:bodyPr wrap="none" rtlCol="0">
            <a:spAutoFit/>
          </a:bodyPr>
          <a:lstStyle/>
          <a:p>
            <a:r>
              <a:rPr lang="en-US" altLang="zh-CN" sz="2400" dirty="0">
                <a:solidFill>
                  <a:srgbClr val="ADCF2F"/>
                </a:solidFill>
                <a:latin typeface="Impact" panose="020B0806030902050204" pitchFamily="34" charset="0"/>
              </a:rPr>
              <a:t>03</a:t>
            </a:r>
            <a:endParaRPr lang="zh-CN" altLang="en-US" sz="2400" dirty="0">
              <a:solidFill>
                <a:srgbClr val="ADCF2F"/>
              </a:solidFill>
              <a:latin typeface="Impact" panose="020B0806030902050204" pitchFamily="34" charset="0"/>
            </a:endParaRPr>
          </a:p>
        </p:txBody>
      </p:sp>
      <p:sp>
        <p:nvSpPr>
          <p:cNvPr id="219" name="文本框 218"/>
          <p:cNvSpPr txBox="1"/>
          <p:nvPr/>
        </p:nvSpPr>
        <p:spPr>
          <a:xfrm>
            <a:off x="9824818" y="1887013"/>
            <a:ext cx="503664" cy="461665"/>
          </a:xfrm>
          <a:prstGeom prst="rect">
            <a:avLst/>
          </a:prstGeom>
          <a:noFill/>
        </p:spPr>
        <p:txBody>
          <a:bodyPr wrap="none" rtlCol="0">
            <a:spAutoFit/>
          </a:bodyPr>
          <a:lstStyle/>
          <a:p>
            <a:r>
              <a:rPr lang="en-US" altLang="zh-CN" sz="2400" dirty="0">
                <a:solidFill>
                  <a:srgbClr val="E61F59"/>
                </a:solidFill>
                <a:latin typeface="Impact" panose="020B0806030902050204" pitchFamily="34" charset="0"/>
              </a:rPr>
              <a:t>04</a:t>
            </a:r>
            <a:endParaRPr lang="zh-CN" altLang="en-US" sz="2400" dirty="0">
              <a:solidFill>
                <a:srgbClr val="E61F59"/>
              </a:solidFill>
              <a:latin typeface="Impact" panose="020B0806030902050204" pitchFamily="34" charset="0"/>
            </a:endParaRPr>
          </a:p>
        </p:txBody>
      </p:sp>
      <p:sp>
        <p:nvSpPr>
          <p:cNvPr id="220" name="矩形 219"/>
          <p:cNvSpPr/>
          <p:nvPr/>
        </p:nvSpPr>
        <p:spPr>
          <a:xfrm>
            <a:off x="434078" y="5047022"/>
            <a:ext cx="3650999" cy="1052596"/>
          </a:xfrm>
          <a:prstGeom prst="rect">
            <a:avLst/>
          </a:prstGeom>
          <a:noFill/>
        </p:spPr>
        <p:txBody>
          <a:bodyPr wrap="square">
            <a:spAutoFit/>
          </a:bodyPr>
          <a:lstStyle/>
          <a:p>
            <a:pPr>
              <a:lnSpc>
                <a:spcPct val="130000"/>
              </a:lnSpc>
            </a:pPr>
            <a:r>
              <a:rPr lang="zh-CN" altLang="en-US" sz="1600" dirty="0">
                <a:solidFill>
                  <a:schemeClr val="tx1">
                    <a:lumMod val="65000"/>
                    <a:lumOff val="35000"/>
                  </a:schemeClr>
                </a:solidFill>
              </a:rPr>
              <a:t>添加内容添加内容添加内容添加内容添加内容添加内容添加内容添加内容添加内容添加内容添加内容</a:t>
            </a:r>
          </a:p>
        </p:txBody>
      </p:sp>
      <p:sp>
        <p:nvSpPr>
          <p:cNvPr id="221" name="文本框 220"/>
          <p:cNvSpPr txBox="1"/>
          <p:nvPr/>
        </p:nvSpPr>
        <p:spPr>
          <a:xfrm>
            <a:off x="434078" y="4091509"/>
            <a:ext cx="3913366" cy="535531"/>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222" name="Rectangle 58"/>
          <p:cNvSpPr/>
          <p:nvPr/>
        </p:nvSpPr>
        <p:spPr>
          <a:xfrm>
            <a:off x="434078" y="4511777"/>
            <a:ext cx="4963915" cy="368371"/>
          </a:xfrm>
          <a:prstGeom prst="rect">
            <a:avLst/>
          </a:prstGeom>
        </p:spPr>
        <p:txBody>
          <a:bodyPr wrap="square">
            <a:spAutoFit/>
          </a:bodyPr>
          <a:lstStyle/>
          <a:p>
            <a:pPr>
              <a:lnSpc>
                <a:spcPct val="123000"/>
              </a:lnSpc>
              <a:spcBef>
                <a:spcPts val="600"/>
              </a:spcBef>
            </a:pPr>
            <a:r>
              <a:rPr lang="zh-CN" altLang="en-US" sz="1600" dirty="0">
                <a:solidFill>
                  <a:schemeClr val="tx1">
                    <a:lumMod val="65000"/>
                    <a:lumOff val="35000"/>
                  </a:schemeClr>
                </a:solidFill>
                <a:latin typeface="+mn-ea"/>
              </a:rPr>
              <a:t>单击此处添加副标题</a:t>
            </a:r>
          </a:p>
        </p:txBody>
      </p:sp>
      <p:sp>
        <p:nvSpPr>
          <p:cNvPr id="225" name="矩形 224"/>
          <p:cNvSpPr/>
          <p:nvPr/>
        </p:nvSpPr>
        <p:spPr>
          <a:xfrm>
            <a:off x="5596112" y="5624295"/>
            <a:ext cx="1014716" cy="732508"/>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a:t>
            </a:r>
          </a:p>
        </p:txBody>
      </p:sp>
      <p:sp>
        <p:nvSpPr>
          <p:cNvPr id="226" name="矩形 225"/>
          <p:cNvSpPr/>
          <p:nvPr/>
        </p:nvSpPr>
        <p:spPr>
          <a:xfrm>
            <a:off x="6892537" y="5624295"/>
            <a:ext cx="1014716" cy="732508"/>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a:t>
            </a:r>
          </a:p>
        </p:txBody>
      </p:sp>
      <p:sp>
        <p:nvSpPr>
          <p:cNvPr id="227" name="矩形 226"/>
          <p:cNvSpPr/>
          <p:nvPr/>
        </p:nvSpPr>
        <p:spPr>
          <a:xfrm>
            <a:off x="8188962" y="5624295"/>
            <a:ext cx="1014716" cy="732508"/>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a:t>
            </a:r>
          </a:p>
        </p:txBody>
      </p:sp>
      <p:sp>
        <p:nvSpPr>
          <p:cNvPr id="228" name="矩形 227"/>
          <p:cNvSpPr/>
          <p:nvPr/>
        </p:nvSpPr>
        <p:spPr>
          <a:xfrm>
            <a:off x="9485388" y="5624295"/>
            <a:ext cx="1014716" cy="732508"/>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a:t>
            </a:r>
          </a:p>
        </p:txBody>
      </p:sp>
      <p:sp>
        <p:nvSpPr>
          <p:cNvPr id="224"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213541633"/>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任意多边形 17"/>
          <p:cNvSpPr/>
          <p:nvPr/>
        </p:nvSpPr>
        <p:spPr>
          <a:xfrm>
            <a:off x="943435" y="2388012"/>
            <a:ext cx="10613295" cy="3152266"/>
          </a:xfrm>
          <a:custGeom>
            <a:avLst/>
            <a:gdLst>
              <a:gd name="connsiteX0" fmla="*/ 1313645 w 8845765"/>
              <a:gd name="connsiteY0" fmla="*/ 0 h 2627290"/>
              <a:gd name="connsiteX1" fmla="*/ 2327317 w 8845765"/>
              <a:gd name="connsiteY1" fmla="*/ 478045 h 2627290"/>
              <a:gd name="connsiteX2" fmla="*/ 2350057 w 8845765"/>
              <a:gd name="connsiteY2" fmla="*/ 508455 h 2627290"/>
              <a:gd name="connsiteX3" fmla="*/ 2372798 w 8845765"/>
              <a:gd name="connsiteY3" fmla="*/ 478045 h 2627290"/>
              <a:gd name="connsiteX4" fmla="*/ 3386470 w 8845765"/>
              <a:gd name="connsiteY4" fmla="*/ 0 h 2627290"/>
              <a:gd name="connsiteX5" fmla="*/ 4400142 w 8845765"/>
              <a:gd name="connsiteY5" fmla="*/ 478045 h 2627290"/>
              <a:gd name="connsiteX6" fmla="*/ 4422882 w 8845765"/>
              <a:gd name="connsiteY6" fmla="*/ 508455 h 2627290"/>
              <a:gd name="connsiteX7" fmla="*/ 4445622 w 8845765"/>
              <a:gd name="connsiteY7" fmla="*/ 478045 h 2627290"/>
              <a:gd name="connsiteX8" fmla="*/ 5459295 w 8845765"/>
              <a:gd name="connsiteY8" fmla="*/ 0 h 2627290"/>
              <a:gd name="connsiteX9" fmla="*/ 6472968 w 8845765"/>
              <a:gd name="connsiteY9" fmla="*/ 478045 h 2627290"/>
              <a:gd name="connsiteX10" fmla="*/ 6495708 w 8845765"/>
              <a:gd name="connsiteY10" fmla="*/ 508455 h 2627290"/>
              <a:gd name="connsiteX11" fmla="*/ 6518448 w 8845765"/>
              <a:gd name="connsiteY11" fmla="*/ 478045 h 2627290"/>
              <a:gd name="connsiteX12" fmla="*/ 7532120 w 8845765"/>
              <a:gd name="connsiteY12" fmla="*/ 0 h 2627290"/>
              <a:gd name="connsiteX13" fmla="*/ 8845765 w 8845765"/>
              <a:gd name="connsiteY13" fmla="*/ 1313645 h 2627290"/>
              <a:gd name="connsiteX14" fmla="*/ 7532120 w 8845765"/>
              <a:gd name="connsiteY14" fmla="*/ 2627290 h 2627290"/>
              <a:gd name="connsiteX15" fmla="*/ 6518448 w 8845765"/>
              <a:gd name="connsiteY15" fmla="*/ 2149245 h 2627290"/>
              <a:gd name="connsiteX16" fmla="*/ 6495708 w 8845765"/>
              <a:gd name="connsiteY16" fmla="*/ 2118835 h 2627290"/>
              <a:gd name="connsiteX17" fmla="*/ 6472968 w 8845765"/>
              <a:gd name="connsiteY17" fmla="*/ 2149245 h 2627290"/>
              <a:gd name="connsiteX18" fmla="*/ 5459295 w 8845765"/>
              <a:gd name="connsiteY18" fmla="*/ 2627290 h 2627290"/>
              <a:gd name="connsiteX19" fmla="*/ 4445622 w 8845765"/>
              <a:gd name="connsiteY19" fmla="*/ 2149245 h 2627290"/>
              <a:gd name="connsiteX20" fmla="*/ 4422882 w 8845765"/>
              <a:gd name="connsiteY20" fmla="*/ 2118835 h 2627290"/>
              <a:gd name="connsiteX21" fmla="*/ 4400142 w 8845765"/>
              <a:gd name="connsiteY21" fmla="*/ 2149245 h 2627290"/>
              <a:gd name="connsiteX22" fmla="*/ 3386470 w 8845765"/>
              <a:gd name="connsiteY22" fmla="*/ 2627290 h 2627290"/>
              <a:gd name="connsiteX23" fmla="*/ 2372798 w 8845765"/>
              <a:gd name="connsiteY23" fmla="*/ 2149245 h 2627290"/>
              <a:gd name="connsiteX24" fmla="*/ 2350057 w 8845765"/>
              <a:gd name="connsiteY24" fmla="*/ 2118835 h 2627290"/>
              <a:gd name="connsiteX25" fmla="*/ 2327317 w 8845765"/>
              <a:gd name="connsiteY25" fmla="*/ 2149245 h 2627290"/>
              <a:gd name="connsiteX26" fmla="*/ 1313645 w 8845765"/>
              <a:gd name="connsiteY26" fmla="*/ 2627290 h 2627290"/>
              <a:gd name="connsiteX27" fmla="*/ 0 w 8845765"/>
              <a:gd name="connsiteY27" fmla="*/ 1313645 h 2627290"/>
              <a:gd name="connsiteX28" fmla="*/ 1313645 w 8845765"/>
              <a:gd name="connsiteY28" fmla="*/ 0 h 2627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8845765" h="2627290">
                <a:moveTo>
                  <a:pt x="1313645" y="0"/>
                </a:moveTo>
                <a:cubicBezTo>
                  <a:pt x="1721742" y="0"/>
                  <a:pt x="2086375" y="186091"/>
                  <a:pt x="2327317" y="478045"/>
                </a:cubicBezTo>
                <a:lnTo>
                  <a:pt x="2350057" y="508455"/>
                </a:lnTo>
                <a:lnTo>
                  <a:pt x="2372798" y="478045"/>
                </a:lnTo>
                <a:cubicBezTo>
                  <a:pt x="2613740" y="186091"/>
                  <a:pt x="2978373" y="0"/>
                  <a:pt x="3386470" y="0"/>
                </a:cubicBezTo>
                <a:cubicBezTo>
                  <a:pt x="3794567" y="0"/>
                  <a:pt x="4159200" y="186091"/>
                  <a:pt x="4400142" y="478045"/>
                </a:cubicBezTo>
                <a:lnTo>
                  <a:pt x="4422882" y="508455"/>
                </a:lnTo>
                <a:lnTo>
                  <a:pt x="4445622" y="478045"/>
                </a:lnTo>
                <a:cubicBezTo>
                  <a:pt x="4686564" y="186091"/>
                  <a:pt x="5051198" y="0"/>
                  <a:pt x="5459295" y="0"/>
                </a:cubicBezTo>
                <a:cubicBezTo>
                  <a:pt x="5867392" y="0"/>
                  <a:pt x="6232026" y="186091"/>
                  <a:pt x="6472968" y="478045"/>
                </a:cubicBezTo>
                <a:lnTo>
                  <a:pt x="6495708" y="508455"/>
                </a:lnTo>
                <a:lnTo>
                  <a:pt x="6518448" y="478045"/>
                </a:lnTo>
                <a:cubicBezTo>
                  <a:pt x="6759390" y="186091"/>
                  <a:pt x="7124023" y="0"/>
                  <a:pt x="7532120" y="0"/>
                </a:cubicBezTo>
                <a:cubicBezTo>
                  <a:pt x="8257626" y="0"/>
                  <a:pt x="8845765" y="588139"/>
                  <a:pt x="8845765" y="1313645"/>
                </a:cubicBezTo>
                <a:cubicBezTo>
                  <a:pt x="8845765" y="2039151"/>
                  <a:pt x="8257626" y="2627290"/>
                  <a:pt x="7532120" y="2627290"/>
                </a:cubicBezTo>
                <a:cubicBezTo>
                  <a:pt x="7124023" y="2627290"/>
                  <a:pt x="6759390" y="2441199"/>
                  <a:pt x="6518448" y="2149245"/>
                </a:cubicBezTo>
                <a:lnTo>
                  <a:pt x="6495708" y="2118835"/>
                </a:lnTo>
                <a:lnTo>
                  <a:pt x="6472968" y="2149245"/>
                </a:lnTo>
                <a:cubicBezTo>
                  <a:pt x="6232026" y="2441199"/>
                  <a:pt x="5867392" y="2627290"/>
                  <a:pt x="5459295" y="2627290"/>
                </a:cubicBezTo>
                <a:cubicBezTo>
                  <a:pt x="5051198" y="2627290"/>
                  <a:pt x="4686564" y="2441199"/>
                  <a:pt x="4445622" y="2149245"/>
                </a:cubicBezTo>
                <a:lnTo>
                  <a:pt x="4422882" y="2118835"/>
                </a:lnTo>
                <a:lnTo>
                  <a:pt x="4400142" y="2149245"/>
                </a:lnTo>
                <a:cubicBezTo>
                  <a:pt x="4159200" y="2441199"/>
                  <a:pt x="3794567" y="2627290"/>
                  <a:pt x="3386470" y="2627290"/>
                </a:cubicBezTo>
                <a:cubicBezTo>
                  <a:pt x="2978373" y="2627290"/>
                  <a:pt x="2613740" y="2441199"/>
                  <a:pt x="2372798" y="2149245"/>
                </a:cubicBezTo>
                <a:lnTo>
                  <a:pt x="2350057" y="2118835"/>
                </a:lnTo>
                <a:lnTo>
                  <a:pt x="2327317" y="2149245"/>
                </a:lnTo>
                <a:cubicBezTo>
                  <a:pt x="2086375" y="2441199"/>
                  <a:pt x="1721742" y="2627290"/>
                  <a:pt x="1313645" y="2627290"/>
                </a:cubicBezTo>
                <a:cubicBezTo>
                  <a:pt x="588139" y="2627290"/>
                  <a:pt x="0" y="2039151"/>
                  <a:pt x="0" y="1313645"/>
                </a:cubicBezTo>
                <a:cubicBezTo>
                  <a:pt x="0" y="588139"/>
                  <a:pt x="588139" y="0"/>
                  <a:pt x="1313645" y="0"/>
                </a:cubicBezTo>
                <a:close/>
              </a:path>
            </a:pathLst>
          </a:custGeom>
          <a:solidFill>
            <a:schemeClr val="bg1"/>
          </a:solidFill>
          <a:ln>
            <a:noFill/>
          </a:ln>
          <a:effectLst>
            <a:outerShdw blurRad="317500" dist="63500" dir="2700000" algn="tl"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latin typeface="Impact" panose="020B0806030902050204" pitchFamily="34" charset="0"/>
            </a:endParaRPr>
          </a:p>
        </p:txBody>
      </p:sp>
      <p:grpSp>
        <p:nvGrpSpPr>
          <p:cNvPr id="2" name="组合 1"/>
          <p:cNvGrpSpPr/>
          <p:nvPr/>
        </p:nvGrpSpPr>
        <p:grpSpPr>
          <a:xfrm>
            <a:off x="9966582" y="4538872"/>
            <a:ext cx="676275" cy="614363"/>
            <a:chOff x="7299325" y="0"/>
            <a:chExt cx="676275" cy="614363"/>
          </a:xfrm>
          <a:solidFill>
            <a:srgbClr val="E61F59"/>
          </a:solidFill>
        </p:grpSpPr>
        <p:sp>
          <p:nvSpPr>
            <p:cNvPr id="3" name="Freeform 5"/>
            <p:cNvSpPr>
              <a:spLocks/>
            </p:cNvSpPr>
            <p:nvPr/>
          </p:nvSpPr>
          <p:spPr bwMode="auto">
            <a:xfrm>
              <a:off x="7299325" y="212725"/>
              <a:ext cx="244475" cy="387350"/>
            </a:xfrm>
            <a:custGeom>
              <a:avLst/>
              <a:gdLst>
                <a:gd name="T0" fmla="*/ 29 w 65"/>
                <a:gd name="T1" fmla="*/ 51 h 101"/>
                <a:gd name="T2" fmla="*/ 65 w 65"/>
                <a:gd name="T3" fmla="*/ 3 h 101"/>
                <a:gd name="T4" fmla="*/ 50 w 65"/>
                <a:gd name="T5" fmla="*/ 0 h 101"/>
                <a:gd name="T6" fmla="*/ 0 w 65"/>
                <a:gd name="T7" fmla="*/ 51 h 101"/>
                <a:gd name="T8" fmla="*/ 50 w 65"/>
                <a:gd name="T9" fmla="*/ 101 h 101"/>
                <a:gd name="T10" fmla="*/ 65 w 65"/>
                <a:gd name="T11" fmla="*/ 99 h 101"/>
                <a:gd name="T12" fmla="*/ 29 w 65"/>
                <a:gd name="T13" fmla="*/ 51 h 101"/>
              </a:gdLst>
              <a:ahLst/>
              <a:cxnLst>
                <a:cxn ang="0">
                  <a:pos x="T0" y="T1"/>
                </a:cxn>
                <a:cxn ang="0">
                  <a:pos x="T2" y="T3"/>
                </a:cxn>
                <a:cxn ang="0">
                  <a:pos x="T4" y="T5"/>
                </a:cxn>
                <a:cxn ang="0">
                  <a:pos x="T6" y="T7"/>
                </a:cxn>
                <a:cxn ang="0">
                  <a:pos x="T8" y="T9"/>
                </a:cxn>
                <a:cxn ang="0">
                  <a:pos x="T10" y="T11"/>
                </a:cxn>
                <a:cxn ang="0">
                  <a:pos x="T12" y="T13"/>
                </a:cxn>
              </a:cxnLst>
              <a:rect l="0" t="0" r="r" b="b"/>
              <a:pathLst>
                <a:path w="65" h="101">
                  <a:moveTo>
                    <a:pt x="29" y="51"/>
                  </a:moveTo>
                  <a:cubicBezTo>
                    <a:pt x="29" y="28"/>
                    <a:pt x="44" y="9"/>
                    <a:pt x="65" y="3"/>
                  </a:cubicBezTo>
                  <a:cubicBezTo>
                    <a:pt x="60" y="1"/>
                    <a:pt x="55" y="0"/>
                    <a:pt x="50" y="0"/>
                  </a:cubicBezTo>
                  <a:cubicBezTo>
                    <a:pt x="22" y="0"/>
                    <a:pt x="0" y="23"/>
                    <a:pt x="0" y="51"/>
                  </a:cubicBezTo>
                  <a:cubicBezTo>
                    <a:pt x="0" y="79"/>
                    <a:pt x="22" y="101"/>
                    <a:pt x="50" y="101"/>
                  </a:cubicBezTo>
                  <a:cubicBezTo>
                    <a:pt x="55" y="101"/>
                    <a:pt x="60" y="100"/>
                    <a:pt x="65" y="99"/>
                  </a:cubicBezTo>
                  <a:cubicBezTo>
                    <a:pt x="44" y="93"/>
                    <a:pt x="29" y="74"/>
                    <a:pt x="29"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Freeform 6"/>
            <p:cNvSpPr>
              <a:spLocks/>
            </p:cNvSpPr>
            <p:nvPr/>
          </p:nvSpPr>
          <p:spPr bwMode="auto">
            <a:xfrm>
              <a:off x="7461250" y="0"/>
              <a:ext cx="514350" cy="614363"/>
            </a:xfrm>
            <a:custGeom>
              <a:avLst/>
              <a:gdLst>
                <a:gd name="T0" fmla="*/ 137 w 137"/>
                <a:gd name="T1" fmla="*/ 96 h 161"/>
                <a:gd name="T2" fmla="*/ 125 w 137"/>
                <a:gd name="T3" fmla="*/ 84 h 161"/>
                <a:gd name="T4" fmla="*/ 131 w 137"/>
                <a:gd name="T5" fmla="*/ 74 h 161"/>
                <a:gd name="T6" fmla="*/ 77 w 137"/>
                <a:gd name="T7" fmla="*/ 61 h 161"/>
                <a:gd name="T8" fmla="*/ 74 w 137"/>
                <a:gd name="T9" fmla="*/ 61 h 161"/>
                <a:gd name="T10" fmla="*/ 84 w 137"/>
                <a:gd name="T11" fmla="*/ 51 h 161"/>
                <a:gd name="T12" fmla="*/ 95 w 137"/>
                <a:gd name="T13" fmla="*/ 30 h 161"/>
                <a:gd name="T14" fmla="*/ 84 w 137"/>
                <a:gd name="T15" fmla="*/ 1 h 161"/>
                <a:gd name="T16" fmla="*/ 71 w 137"/>
                <a:gd name="T17" fmla="*/ 22 h 161"/>
                <a:gd name="T18" fmla="*/ 64 w 137"/>
                <a:gd name="T19" fmla="*/ 31 h 161"/>
                <a:gd name="T20" fmla="*/ 30 w 137"/>
                <a:gd name="T21" fmla="*/ 56 h 161"/>
                <a:gd name="T22" fmla="*/ 0 w 137"/>
                <a:gd name="T23" fmla="*/ 111 h 161"/>
                <a:gd name="T24" fmla="*/ 55 w 137"/>
                <a:gd name="T25" fmla="*/ 161 h 161"/>
                <a:gd name="T26" fmla="*/ 93 w 137"/>
                <a:gd name="T27" fmla="*/ 153 h 161"/>
                <a:gd name="T28" fmla="*/ 117 w 137"/>
                <a:gd name="T29" fmla="*/ 140 h 161"/>
                <a:gd name="T30" fmla="*/ 115 w 137"/>
                <a:gd name="T31" fmla="*/ 135 h 161"/>
                <a:gd name="T32" fmla="*/ 130 w 137"/>
                <a:gd name="T33" fmla="*/ 121 h 161"/>
                <a:gd name="T34" fmla="*/ 123 w 137"/>
                <a:gd name="T35" fmla="*/ 110 h 161"/>
                <a:gd name="T36" fmla="*/ 137 w 137"/>
                <a:gd name="T37" fmla="*/ 96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7" h="161">
                  <a:moveTo>
                    <a:pt x="137" y="96"/>
                  </a:moveTo>
                  <a:cubicBezTo>
                    <a:pt x="137" y="91"/>
                    <a:pt x="132" y="87"/>
                    <a:pt x="125" y="84"/>
                  </a:cubicBezTo>
                  <a:cubicBezTo>
                    <a:pt x="128" y="81"/>
                    <a:pt x="131" y="78"/>
                    <a:pt x="131" y="74"/>
                  </a:cubicBezTo>
                  <a:cubicBezTo>
                    <a:pt x="129" y="61"/>
                    <a:pt x="96" y="61"/>
                    <a:pt x="77" y="61"/>
                  </a:cubicBezTo>
                  <a:cubicBezTo>
                    <a:pt x="76" y="61"/>
                    <a:pt x="75" y="61"/>
                    <a:pt x="74" y="61"/>
                  </a:cubicBezTo>
                  <a:cubicBezTo>
                    <a:pt x="74" y="58"/>
                    <a:pt x="84" y="54"/>
                    <a:pt x="84" y="51"/>
                  </a:cubicBezTo>
                  <a:cubicBezTo>
                    <a:pt x="89" y="47"/>
                    <a:pt x="93" y="39"/>
                    <a:pt x="95" y="30"/>
                  </a:cubicBezTo>
                  <a:cubicBezTo>
                    <a:pt x="97" y="15"/>
                    <a:pt x="92" y="3"/>
                    <a:pt x="84" y="1"/>
                  </a:cubicBezTo>
                  <a:cubicBezTo>
                    <a:pt x="76" y="0"/>
                    <a:pt x="73" y="8"/>
                    <a:pt x="71" y="22"/>
                  </a:cubicBezTo>
                  <a:cubicBezTo>
                    <a:pt x="70" y="24"/>
                    <a:pt x="65" y="29"/>
                    <a:pt x="64" y="31"/>
                  </a:cubicBezTo>
                  <a:cubicBezTo>
                    <a:pt x="49" y="37"/>
                    <a:pt x="40" y="50"/>
                    <a:pt x="30" y="56"/>
                  </a:cubicBezTo>
                  <a:cubicBezTo>
                    <a:pt x="8" y="64"/>
                    <a:pt x="0" y="87"/>
                    <a:pt x="0" y="111"/>
                  </a:cubicBezTo>
                  <a:cubicBezTo>
                    <a:pt x="0" y="142"/>
                    <a:pt x="22" y="161"/>
                    <a:pt x="55" y="161"/>
                  </a:cubicBezTo>
                  <a:cubicBezTo>
                    <a:pt x="68" y="161"/>
                    <a:pt x="83" y="160"/>
                    <a:pt x="93" y="153"/>
                  </a:cubicBezTo>
                  <a:cubicBezTo>
                    <a:pt x="107" y="151"/>
                    <a:pt x="117" y="148"/>
                    <a:pt x="117" y="140"/>
                  </a:cubicBezTo>
                  <a:cubicBezTo>
                    <a:pt x="117" y="138"/>
                    <a:pt x="116" y="136"/>
                    <a:pt x="115" y="135"/>
                  </a:cubicBezTo>
                  <a:cubicBezTo>
                    <a:pt x="124" y="132"/>
                    <a:pt x="130" y="127"/>
                    <a:pt x="130" y="121"/>
                  </a:cubicBezTo>
                  <a:cubicBezTo>
                    <a:pt x="130" y="117"/>
                    <a:pt x="127" y="113"/>
                    <a:pt x="123" y="110"/>
                  </a:cubicBezTo>
                  <a:cubicBezTo>
                    <a:pt x="131" y="107"/>
                    <a:pt x="137" y="102"/>
                    <a:pt x="137"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 name="组合 4"/>
          <p:cNvGrpSpPr/>
          <p:nvPr/>
        </p:nvGrpSpPr>
        <p:grpSpPr>
          <a:xfrm>
            <a:off x="2085617" y="4666666"/>
            <a:ext cx="750888" cy="608013"/>
            <a:chOff x="1722438" y="11113"/>
            <a:chExt cx="750888" cy="608013"/>
          </a:xfrm>
        </p:grpSpPr>
        <p:sp>
          <p:nvSpPr>
            <p:cNvPr id="6" name="Freeform 11"/>
            <p:cNvSpPr>
              <a:spLocks noEditPoints="1"/>
            </p:cNvSpPr>
            <p:nvPr/>
          </p:nvSpPr>
          <p:spPr bwMode="auto">
            <a:xfrm>
              <a:off x="1722438" y="103188"/>
              <a:ext cx="508000" cy="515938"/>
            </a:xfrm>
            <a:custGeom>
              <a:avLst/>
              <a:gdLst>
                <a:gd name="T0" fmla="*/ 0 w 135"/>
                <a:gd name="T1" fmla="*/ 68 h 135"/>
                <a:gd name="T2" fmla="*/ 135 w 135"/>
                <a:gd name="T3" fmla="*/ 68 h 135"/>
                <a:gd name="T4" fmla="*/ 47 w 135"/>
                <a:gd name="T5" fmla="*/ 16 h 135"/>
                <a:gd name="T6" fmla="*/ 20 w 135"/>
                <a:gd name="T7" fmla="*/ 38 h 135"/>
                <a:gd name="T8" fmla="*/ 18 w 135"/>
                <a:gd name="T9" fmla="*/ 42 h 135"/>
                <a:gd name="T10" fmla="*/ 32 w 135"/>
                <a:gd name="T11" fmla="*/ 66 h 135"/>
                <a:gd name="T12" fmla="*/ 18 w 135"/>
                <a:gd name="T13" fmla="*/ 42 h 135"/>
                <a:gd name="T14" fmla="*/ 12 w 135"/>
                <a:gd name="T15" fmla="*/ 71 h 135"/>
                <a:gd name="T16" fmla="*/ 35 w 135"/>
                <a:gd name="T17" fmla="*/ 95 h 135"/>
                <a:gd name="T18" fmla="*/ 21 w 135"/>
                <a:gd name="T19" fmla="*/ 99 h 135"/>
                <a:gd name="T20" fmla="*/ 48 w 135"/>
                <a:gd name="T21" fmla="*/ 120 h 135"/>
                <a:gd name="T22" fmla="*/ 63 w 135"/>
                <a:gd name="T23" fmla="*/ 123 h 135"/>
                <a:gd name="T24" fmla="*/ 63 w 135"/>
                <a:gd name="T25" fmla="*/ 99 h 135"/>
                <a:gd name="T26" fmla="*/ 63 w 135"/>
                <a:gd name="T27" fmla="*/ 95 h 135"/>
                <a:gd name="T28" fmla="*/ 40 w 135"/>
                <a:gd name="T29" fmla="*/ 71 h 135"/>
                <a:gd name="T30" fmla="*/ 63 w 135"/>
                <a:gd name="T31" fmla="*/ 95 h 135"/>
                <a:gd name="T32" fmla="*/ 40 w 135"/>
                <a:gd name="T33" fmla="*/ 66 h 135"/>
                <a:gd name="T34" fmla="*/ 63 w 135"/>
                <a:gd name="T35" fmla="*/ 42 h 135"/>
                <a:gd name="T36" fmla="*/ 63 w 135"/>
                <a:gd name="T37" fmla="*/ 38 h 135"/>
                <a:gd name="T38" fmla="*/ 63 w 135"/>
                <a:gd name="T39" fmla="*/ 12 h 135"/>
                <a:gd name="T40" fmla="*/ 63 w 135"/>
                <a:gd name="T41" fmla="*/ 38 h 135"/>
                <a:gd name="T42" fmla="*/ 123 w 135"/>
                <a:gd name="T43" fmla="*/ 66 h 135"/>
                <a:gd name="T44" fmla="*/ 101 w 135"/>
                <a:gd name="T45" fmla="*/ 42 h 135"/>
                <a:gd name="T46" fmla="*/ 115 w 135"/>
                <a:gd name="T47" fmla="*/ 38 h 135"/>
                <a:gd name="T48" fmla="*/ 88 w 135"/>
                <a:gd name="T49" fmla="*/ 15 h 135"/>
                <a:gd name="T50" fmla="*/ 72 w 135"/>
                <a:gd name="T51" fmla="*/ 12 h 135"/>
                <a:gd name="T52" fmla="*/ 90 w 135"/>
                <a:gd name="T53" fmla="*/ 38 h 135"/>
                <a:gd name="T54" fmla="*/ 72 w 135"/>
                <a:gd name="T55" fmla="*/ 12 h 135"/>
                <a:gd name="T56" fmla="*/ 92 w 135"/>
                <a:gd name="T57" fmla="*/ 42 h 135"/>
                <a:gd name="T58" fmla="*/ 72 w 135"/>
                <a:gd name="T59" fmla="*/ 66 h 135"/>
                <a:gd name="T60" fmla="*/ 72 w 135"/>
                <a:gd name="T61" fmla="*/ 71 h 135"/>
                <a:gd name="T62" fmla="*/ 91 w 135"/>
                <a:gd name="T63" fmla="*/ 95 h 135"/>
                <a:gd name="T64" fmla="*/ 72 w 135"/>
                <a:gd name="T65" fmla="*/ 71 h 135"/>
                <a:gd name="T66" fmla="*/ 72 w 135"/>
                <a:gd name="T67" fmla="*/ 99 h 135"/>
                <a:gd name="T68" fmla="*/ 72 w 135"/>
                <a:gd name="T69" fmla="*/ 123 h 135"/>
                <a:gd name="T70" fmla="*/ 99 w 135"/>
                <a:gd name="T71" fmla="*/ 99 h 135"/>
                <a:gd name="T72" fmla="*/ 87 w 135"/>
                <a:gd name="T73" fmla="*/ 120 h 135"/>
                <a:gd name="T74" fmla="*/ 100 w 135"/>
                <a:gd name="T75" fmla="*/ 95 h 135"/>
                <a:gd name="T76" fmla="*/ 123 w 135"/>
                <a:gd name="T77" fmla="*/ 71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5" h="135">
                  <a:moveTo>
                    <a:pt x="68" y="0"/>
                  </a:moveTo>
                  <a:cubicBezTo>
                    <a:pt x="30" y="0"/>
                    <a:pt x="0" y="30"/>
                    <a:pt x="0" y="68"/>
                  </a:cubicBezTo>
                  <a:cubicBezTo>
                    <a:pt x="0" y="105"/>
                    <a:pt x="30" y="135"/>
                    <a:pt x="68" y="135"/>
                  </a:cubicBezTo>
                  <a:cubicBezTo>
                    <a:pt x="105" y="135"/>
                    <a:pt x="135" y="105"/>
                    <a:pt x="135" y="68"/>
                  </a:cubicBezTo>
                  <a:cubicBezTo>
                    <a:pt x="135" y="30"/>
                    <a:pt x="105" y="0"/>
                    <a:pt x="68" y="0"/>
                  </a:cubicBezTo>
                  <a:close/>
                  <a:moveTo>
                    <a:pt x="47" y="16"/>
                  </a:moveTo>
                  <a:cubicBezTo>
                    <a:pt x="42" y="21"/>
                    <a:pt x="38" y="28"/>
                    <a:pt x="35" y="38"/>
                  </a:cubicBezTo>
                  <a:cubicBezTo>
                    <a:pt x="20" y="38"/>
                    <a:pt x="20" y="38"/>
                    <a:pt x="20" y="38"/>
                  </a:cubicBezTo>
                  <a:cubicBezTo>
                    <a:pt x="26" y="28"/>
                    <a:pt x="36" y="20"/>
                    <a:pt x="47" y="16"/>
                  </a:cubicBezTo>
                  <a:close/>
                  <a:moveTo>
                    <a:pt x="18" y="42"/>
                  </a:moveTo>
                  <a:cubicBezTo>
                    <a:pt x="34" y="42"/>
                    <a:pt x="34" y="42"/>
                    <a:pt x="34" y="42"/>
                  </a:cubicBezTo>
                  <a:cubicBezTo>
                    <a:pt x="33" y="49"/>
                    <a:pt x="32" y="57"/>
                    <a:pt x="32" y="66"/>
                  </a:cubicBezTo>
                  <a:cubicBezTo>
                    <a:pt x="12" y="66"/>
                    <a:pt x="12" y="66"/>
                    <a:pt x="12" y="66"/>
                  </a:cubicBezTo>
                  <a:cubicBezTo>
                    <a:pt x="12" y="58"/>
                    <a:pt x="14" y="50"/>
                    <a:pt x="18" y="42"/>
                  </a:cubicBezTo>
                  <a:close/>
                  <a:moveTo>
                    <a:pt x="19" y="95"/>
                  </a:moveTo>
                  <a:cubicBezTo>
                    <a:pt x="15" y="87"/>
                    <a:pt x="12" y="79"/>
                    <a:pt x="12" y="71"/>
                  </a:cubicBezTo>
                  <a:cubicBezTo>
                    <a:pt x="32" y="71"/>
                    <a:pt x="32" y="71"/>
                    <a:pt x="32" y="71"/>
                  </a:cubicBezTo>
                  <a:cubicBezTo>
                    <a:pt x="32" y="80"/>
                    <a:pt x="33" y="88"/>
                    <a:pt x="35" y="95"/>
                  </a:cubicBezTo>
                  <a:lnTo>
                    <a:pt x="19" y="95"/>
                  </a:lnTo>
                  <a:close/>
                  <a:moveTo>
                    <a:pt x="21" y="99"/>
                  </a:moveTo>
                  <a:cubicBezTo>
                    <a:pt x="36" y="99"/>
                    <a:pt x="36" y="99"/>
                    <a:pt x="36" y="99"/>
                  </a:cubicBezTo>
                  <a:cubicBezTo>
                    <a:pt x="39" y="108"/>
                    <a:pt x="44" y="115"/>
                    <a:pt x="48" y="120"/>
                  </a:cubicBezTo>
                  <a:cubicBezTo>
                    <a:pt x="37" y="116"/>
                    <a:pt x="28" y="109"/>
                    <a:pt x="21" y="99"/>
                  </a:cubicBezTo>
                  <a:close/>
                  <a:moveTo>
                    <a:pt x="63" y="123"/>
                  </a:moveTo>
                  <a:cubicBezTo>
                    <a:pt x="58" y="119"/>
                    <a:pt x="51" y="112"/>
                    <a:pt x="45" y="99"/>
                  </a:cubicBezTo>
                  <a:cubicBezTo>
                    <a:pt x="63" y="99"/>
                    <a:pt x="63" y="99"/>
                    <a:pt x="63" y="99"/>
                  </a:cubicBezTo>
                  <a:lnTo>
                    <a:pt x="63" y="123"/>
                  </a:lnTo>
                  <a:close/>
                  <a:moveTo>
                    <a:pt x="63" y="95"/>
                  </a:moveTo>
                  <a:cubicBezTo>
                    <a:pt x="44" y="95"/>
                    <a:pt x="44" y="95"/>
                    <a:pt x="44" y="95"/>
                  </a:cubicBezTo>
                  <a:cubicBezTo>
                    <a:pt x="42" y="88"/>
                    <a:pt x="40" y="80"/>
                    <a:pt x="40" y="71"/>
                  </a:cubicBezTo>
                  <a:cubicBezTo>
                    <a:pt x="63" y="71"/>
                    <a:pt x="63" y="71"/>
                    <a:pt x="63" y="71"/>
                  </a:cubicBezTo>
                  <a:lnTo>
                    <a:pt x="63" y="95"/>
                  </a:lnTo>
                  <a:close/>
                  <a:moveTo>
                    <a:pt x="63" y="66"/>
                  </a:moveTo>
                  <a:cubicBezTo>
                    <a:pt x="40" y="66"/>
                    <a:pt x="40" y="66"/>
                    <a:pt x="40" y="66"/>
                  </a:cubicBezTo>
                  <a:cubicBezTo>
                    <a:pt x="40" y="57"/>
                    <a:pt x="41" y="49"/>
                    <a:pt x="43" y="42"/>
                  </a:cubicBezTo>
                  <a:cubicBezTo>
                    <a:pt x="63" y="42"/>
                    <a:pt x="63" y="42"/>
                    <a:pt x="63" y="42"/>
                  </a:cubicBezTo>
                  <a:lnTo>
                    <a:pt x="63" y="66"/>
                  </a:lnTo>
                  <a:close/>
                  <a:moveTo>
                    <a:pt x="63" y="38"/>
                  </a:moveTo>
                  <a:cubicBezTo>
                    <a:pt x="44" y="38"/>
                    <a:pt x="44" y="38"/>
                    <a:pt x="44" y="38"/>
                  </a:cubicBezTo>
                  <a:cubicBezTo>
                    <a:pt x="49" y="24"/>
                    <a:pt x="57" y="16"/>
                    <a:pt x="63" y="12"/>
                  </a:cubicBezTo>
                  <a:cubicBezTo>
                    <a:pt x="63" y="12"/>
                    <a:pt x="63" y="12"/>
                    <a:pt x="63" y="12"/>
                  </a:cubicBezTo>
                  <a:lnTo>
                    <a:pt x="63" y="38"/>
                  </a:lnTo>
                  <a:close/>
                  <a:moveTo>
                    <a:pt x="117" y="42"/>
                  </a:moveTo>
                  <a:cubicBezTo>
                    <a:pt x="121" y="50"/>
                    <a:pt x="123" y="58"/>
                    <a:pt x="123" y="66"/>
                  </a:cubicBezTo>
                  <a:cubicBezTo>
                    <a:pt x="103" y="66"/>
                    <a:pt x="103" y="66"/>
                    <a:pt x="103" y="66"/>
                  </a:cubicBezTo>
                  <a:cubicBezTo>
                    <a:pt x="103" y="57"/>
                    <a:pt x="102" y="49"/>
                    <a:pt x="101" y="42"/>
                  </a:cubicBezTo>
                  <a:lnTo>
                    <a:pt x="117" y="42"/>
                  </a:lnTo>
                  <a:close/>
                  <a:moveTo>
                    <a:pt x="115" y="38"/>
                  </a:moveTo>
                  <a:cubicBezTo>
                    <a:pt x="99" y="38"/>
                    <a:pt x="99" y="38"/>
                    <a:pt x="99" y="38"/>
                  </a:cubicBezTo>
                  <a:cubicBezTo>
                    <a:pt x="97" y="28"/>
                    <a:pt x="92" y="21"/>
                    <a:pt x="88" y="15"/>
                  </a:cubicBezTo>
                  <a:cubicBezTo>
                    <a:pt x="99" y="20"/>
                    <a:pt x="109" y="28"/>
                    <a:pt x="115" y="38"/>
                  </a:cubicBezTo>
                  <a:close/>
                  <a:moveTo>
                    <a:pt x="72" y="12"/>
                  </a:moveTo>
                  <a:cubicBezTo>
                    <a:pt x="72" y="12"/>
                    <a:pt x="72" y="12"/>
                    <a:pt x="72" y="12"/>
                  </a:cubicBezTo>
                  <a:cubicBezTo>
                    <a:pt x="78" y="16"/>
                    <a:pt x="86" y="24"/>
                    <a:pt x="90" y="38"/>
                  </a:cubicBezTo>
                  <a:cubicBezTo>
                    <a:pt x="72" y="38"/>
                    <a:pt x="72" y="38"/>
                    <a:pt x="72" y="38"/>
                  </a:cubicBezTo>
                  <a:lnTo>
                    <a:pt x="72" y="12"/>
                  </a:lnTo>
                  <a:close/>
                  <a:moveTo>
                    <a:pt x="72" y="42"/>
                  </a:moveTo>
                  <a:cubicBezTo>
                    <a:pt x="92" y="42"/>
                    <a:pt x="92" y="42"/>
                    <a:pt x="92" y="42"/>
                  </a:cubicBezTo>
                  <a:cubicBezTo>
                    <a:pt x="94" y="49"/>
                    <a:pt x="95" y="57"/>
                    <a:pt x="95" y="66"/>
                  </a:cubicBezTo>
                  <a:cubicBezTo>
                    <a:pt x="72" y="66"/>
                    <a:pt x="72" y="66"/>
                    <a:pt x="72" y="66"/>
                  </a:cubicBezTo>
                  <a:lnTo>
                    <a:pt x="72" y="42"/>
                  </a:lnTo>
                  <a:close/>
                  <a:moveTo>
                    <a:pt x="72" y="71"/>
                  </a:moveTo>
                  <a:cubicBezTo>
                    <a:pt x="95" y="71"/>
                    <a:pt x="95" y="71"/>
                    <a:pt x="95" y="71"/>
                  </a:cubicBezTo>
                  <a:cubicBezTo>
                    <a:pt x="94" y="80"/>
                    <a:pt x="93" y="88"/>
                    <a:pt x="91" y="95"/>
                  </a:cubicBezTo>
                  <a:cubicBezTo>
                    <a:pt x="72" y="95"/>
                    <a:pt x="72" y="95"/>
                    <a:pt x="72" y="95"/>
                  </a:cubicBezTo>
                  <a:lnTo>
                    <a:pt x="72" y="71"/>
                  </a:lnTo>
                  <a:close/>
                  <a:moveTo>
                    <a:pt x="72" y="123"/>
                  </a:moveTo>
                  <a:cubicBezTo>
                    <a:pt x="72" y="99"/>
                    <a:pt x="72" y="99"/>
                    <a:pt x="72" y="99"/>
                  </a:cubicBezTo>
                  <a:cubicBezTo>
                    <a:pt x="89" y="99"/>
                    <a:pt x="89" y="99"/>
                    <a:pt x="89" y="99"/>
                  </a:cubicBezTo>
                  <a:cubicBezTo>
                    <a:pt x="84" y="112"/>
                    <a:pt x="77" y="119"/>
                    <a:pt x="72" y="123"/>
                  </a:cubicBezTo>
                  <a:close/>
                  <a:moveTo>
                    <a:pt x="87" y="120"/>
                  </a:moveTo>
                  <a:cubicBezTo>
                    <a:pt x="91" y="115"/>
                    <a:pt x="95" y="108"/>
                    <a:pt x="99" y="99"/>
                  </a:cubicBezTo>
                  <a:cubicBezTo>
                    <a:pt x="114" y="99"/>
                    <a:pt x="114" y="99"/>
                    <a:pt x="114" y="99"/>
                  </a:cubicBezTo>
                  <a:cubicBezTo>
                    <a:pt x="107" y="109"/>
                    <a:pt x="98" y="116"/>
                    <a:pt x="87" y="120"/>
                  </a:cubicBezTo>
                  <a:close/>
                  <a:moveTo>
                    <a:pt x="116" y="95"/>
                  </a:moveTo>
                  <a:cubicBezTo>
                    <a:pt x="100" y="95"/>
                    <a:pt x="100" y="95"/>
                    <a:pt x="100" y="95"/>
                  </a:cubicBezTo>
                  <a:cubicBezTo>
                    <a:pt x="102" y="88"/>
                    <a:pt x="103" y="80"/>
                    <a:pt x="103" y="71"/>
                  </a:cubicBezTo>
                  <a:cubicBezTo>
                    <a:pt x="123" y="71"/>
                    <a:pt x="123" y="71"/>
                    <a:pt x="123" y="71"/>
                  </a:cubicBezTo>
                  <a:cubicBezTo>
                    <a:pt x="123" y="79"/>
                    <a:pt x="121" y="87"/>
                    <a:pt x="116" y="95"/>
                  </a:cubicBezTo>
                  <a:close/>
                </a:path>
              </a:pathLst>
            </a:custGeom>
            <a:solidFill>
              <a:srgbClr val="F097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12"/>
            <p:cNvSpPr>
              <a:spLocks noEditPoints="1"/>
            </p:cNvSpPr>
            <p:nvPr/>
          </p:nvSpPr>
          <p:spPr bwMode="auto">
            <a:xfrm>
              <a:off x="2030413" y="11113"/>
              <a:ext cx="442913" cy="515938"/>
            </a:xfrm>
            <a:custGeom>
              <a:avLst/>
              <a:gdLst>
                <a:gd name="T0" fmla="*/ 51 w 118"/>
                <a:gd name="T1" fmla="*/ 0 h 135"/>
                <a:gd name="T2" fmla="*/ 0 w 118"/>
                <a:gd name="T3" fmla="*/ 24 h 135"/>
                <a:gd name="T4" fmla="*/ 12 w 118"/>
                <a:gd name="T5" fmla="*/ 27 h 135"/>
                <a:gd name="T6" fmla="*/ 30 w 118"/>
                <a:gd name="T7" fmla="*/ 16 h 135"/>
                <a:gd name="T8" fmla="*/ 21 w 118"/>
                <a:gd name="T9" fmla="*/ 32 h 135"/>
                <a:gd name="T10" fmla="*/ 28 w 118"/>
                <a:gd name="T11" fmla="*/ 37 h 135"/>
                <a:gd name="T12" fmla="*/ 46 w 118"/>
                <a:gd name="T13" fmla="*/ 12 h 135"/>
                <a:gd name="T14" fmla="*/ 47 w 118"/>
                <a:gd name="T15" fmla="*/ 12 h 135"/>
                <a:gd name="T16" fmla="*/ 47 w 118"/>
                <a:gd name="T17" fmla="*/ 38 h 135"/>
                <a:gd name="T18" fmla="*/ 30 w 118"/>
                <a:gd name="T19" fmla="*/ 38 h 135"/>
                <a:gd name="T20" fmla="*/ 35 w 118"/>
                <a:gd name="T21" fmla="*/ 42 h 135"/>
                <a:gd name="T22" fmla="*/ 47 w 118"/>
                <a:gd name="T23" fmla="*/ 42 h 135"/>
                <a:gd name="T24" fmla="*/ 47 w 118"/>
                <a:gd name="T25" fmla="*/ 58 h 135"/>
                <a:gd name="T26" fmla="*/ 55 w 118"/>
                <a:gd name="T27" fmla="*/ 82 h 135"/>
                <a:gd name="T28" fmla="*/ 55 w 118"/>
                <a:gd name="T29" fmla="*/ 71 h 135"/>
                <a:gd name="T30" fmla="*/ 78 w 118"/>
                <a:gd name="T31" fmla="*/ 71 h 135"/>
                <a:gd name="T32" fmla="*/ 74 w 118"/>
                <a:gd name="T33" fmla="*/ 95 h 135"/>
                <a:gd name="T34" fmla="*/ 56 w 118"/>
                <a:gd name="T35" fmla="*/ 95 h 135"/>
                <a:gd name="T36" fmla="*/ 56 w 118"/>
                <a:gd name="T37" fmla="*/ 99 h 135"/>
                <a:gd name="T38" fmla="*/ 73 w 118"/>
                <a:gd name="T39" fmla="*/ 99 h 135"/>
                <a:gd name="T40" fmla="*/ 55 w 118"/>
                <a:gd name="T41" fmla="*/ 123 h 135"/>
                <a:gd name="T42" fmla="*/ 55 w 118"/>
                <a:gd name="T43" fmla="*/ 104 h 135"/>
                <a:gd name="T44" fmla="*/ 42 w 118"/>
                <a:gd name="T45" fmla="*/ 135 h 135"/>
                <a:gd name="T46" fmla="*/ 51 w 118"/>
                <a:gd name="T47" fmla="*/ 135 h 135"/>
                <a:gd name="T48" fmla="*/ 118 w 118"/>
                <a:gd name="T49" fmla="*/ 68 h 135"/>
                <a:gd name="T50" fmla="*/ 51 w 118"/>
                <a:gd name="T51" fmla="*/ 0 h 135"/>
                <a:gd name="T52" fmla="*/ 101 w 118"/>
                <a:gd name="T53" fmla="*/ 42 h 135"/>
                <a:gd name="T54" fmla="*/ 107 w 118"/>
                <a:gd name="T55" fmla="*/ 66 h 135"/>
                <a:gd name="T56" fmla="*/ 87 w 118"/>
                <a:gd name="T57" fmla="*/ 66 h 135"/>
                <a:gd name="T58" fmla="*/ 84 w 118"/>
                <a:gd name="T59" fmla="*/ 42 h 135"/>
                <a:gd name="T60" fmla="*/ 101 w 118"/>
                <a:gd name="T61" fmla="*/ 42 h 135"/>
                <a:gd name="T62" fmla="*/ 98 w 118"/>
                <a:gd name="T63" fmla="*/ 38 h 135"/>
                <a:gd name="T64" fmla="*/ 83 w 118"/>
                <a:gd name="T65" fmla="*/ 38 h 135"/>
                <a:gd name="T66" fmla="*/ 71 w 118"/>
                <a:gd name="T67" fmla="*/ 16 h 135"/>
                <a:gd name="T68" fmla="*/ 98 w 118"/>
                <a:gd name="T69" fmla="*/ 38 h 135"/>
                <a:gd name="T70" fmla="*/ 55 w 118"/>
                <a:gd name="T71" fmla="*/ 12 h 135"/>
                <a:gd name="T72" fmla="*/ 55 w 118"/>
                <a:gd name="T73" fmla="*/ 12 h 135"/>
                <a:gd name="T74" fmla="*/ 74 w 118"/>
                <a:gd name="T75" fmla="*/ 38 h 135"/>
                <a:gd name="T76" fmla="*/ 55 w 118"/>
                <a:gd name="T77" fmla="*/ 38 h 135"/>
                <a:gd name="T78" fmla="*/ 55 w 118"/>
                <a:gd name="T79" fmla="*/ 12 h 135"/>
                <a:gd name="T80" fmla="*/ 55 w 118"/>
                <a:gd name="T81" fmla="*/ 66 h 135"/>
                <a:gd name="T82" fmla="*/ 55 w 118"/>
                <a:gd name="T83" fmla="*/ 42 h 135"/>
                <a:gd name="T84" fmla="*/ 75 w 118"/>
                <a:gd name="T85" fmla="*/ 42 h 135"/>
                <a:gd name="T86" fmla="*/ 78 w 118"/>
                <a:gd name="T87" fmla="*/ 66 h 135"/>
                <a:gd name="T88" fmla="*/ 55 w 118"/>
                <a:gd name="T89" fmla="*/ 66 h 135"/>
                <a:gd name="T90" fmla="*/ 70 w 118"/>
                <a:gd name="T91" fmla="*/ 120 h 135"/>
                <a:gd name="T92" fmla="*/ 82 w 118"/>
                <a:gd name="T93" fmla="*/ 99 h 135"/>
                <a:gd name="T94" fmla="*/ 97 w 118"/>
                <a:gd name="T95" fmla="*/ 99 h 135"/>
                <a:gd name="T96" fmla="*/ 70 w 118"/>
                <a:gd name="T97" fmla="*/ 120 h 135"/>
                <a:gd name="T98" fmla="*/ 100 w 118"/>
                <a:gd name="T99" fmla="*/ 95 h 135"/>
                <a:gd name="T100" fmla="*/ 83 w 118"/>
                <a:gd name="T101" fmla="*/ 95 h 135"/>
                <a:gd name="T102" fmla="*/ 87 w 118"/>
                <a:gd name="T103" fmla="*/ 71 h 135"/>
                <a:gd name="T104" fmla="*/ 107 w 118"/>
                <a:gd name="T105" fmla="*/ 71 h 135"/>
                <a:gd name="T106" fmla="*/ 100 w 118"/>
                <a:gd name="T107" fmla="*/ 9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8" h="135">
                  <a:moveTo>
                    <a:pt x="51" y="0"/>
                  </a:moveTo>
                  <a:cubicBezTo>
                    <a:pt x="30" y="0"/>
                    <a:pt x="12" y="9"/>
                    <a:pt x="0" y="24"/>
                  </a:cubicBezTo>
                  <a:cubicBezTo>
                    <a:pt x="4" y="25"/>
                    <a:pt x="8" y="26"/>
                    <a:pt x="12" y="27"/>
                  </a:cubicBezTo>
                  <a:cubicBezTo>
                    <a:pt x="17" y="23"/>
                    <a:pt x="23" y="19"/>
                    <a:pt x="30" y="16"/>
                  </a:cubicBezTo>
                  <a:cubicBezTo>
                    <a:pt x="27" y="20"/>
                    <a:pt x="23" y="25"/>
                    <a:pt x="21" y="32"/>
                  </a:cubicBezTo>
                  <a:cubicBezTo>
                    <a:pt x="23" y="33"/>
                    <a:pt x="26" y="35"/>
                    <a:pt x="28" y="37"/>
                  </a:cubicBezTo>
                  <a:cubicBezTo>
                    <a:pt x="33" y="23"/>
                    <a:pt x="41" y="16"/>
                    <a:pt x="46" y="12"/>
                  </a:cubicBezTo>
                  <a:cubicBezTo>
                    <a:pt x="46" y="12"/>
                    <a:pt x="46" y="12"/>
                    <a:pt x="47" y="12"/>
                  </a:cubicBezTo>
                  <a:cubicBezTo>
                    <a:pt x="47" y="38"/>
                    <a:pt x="47" y="38"/>
                    <a:pt x="47" y="38"/>
                  </a:cubicBezTo>
                  <a:cubicBezTo>
                    <a:pt x="30" y="38"/>
                    <a:pt x="30" y="38"/>
                    <a:pt x="30" y="38"/>
                  </a:cubicBezTo>
                  <a:cubicBezTo>
                    <a:pt x="32" y="40"/>
                    <a:pt x="33" y="41"/>
                    <a:pt x="35" y="42"/>
                  </a:cubicBezTo>
                  <a:cubicBezTo>
                    <a:pt x="47" y="42"/>
                    <a:pt x="47" y="42"/>
                    <a:pt x="47" y="42"/>
                  </a:cubicBezTo>
                  <a:cubicBezTo>
                    <a:pt x="47" y="58"/>
                    <a:pt x="47" y="58"/>
                    <a:pt x="47" y="58"/>
                  </a:cubicBezTo>
                  <a:cubicBezTo>
                    <a:pt x="51" y="65"/>
                    <a:pt x="54" y="73"/>
                    <a:pt x="55" y="82"/>
                  </a:cubicBezTo>
                  <a:cubicBezTo>
                    <a:pt x="55" y="71"/>
                    <a:pt x="55" y="71"/>
                    <a:pt x="55" y="71"/>
                  </a:cubicBezTo>
                  <a:cubicBezTo>
                    <a:pt x="78" y="71"/>
                    <a:pt x="78" y="71"/>
                    <a:pt x="78" y="71"/>
                  </a:cubicBezTo>
                  <a:cubicBezTo>
                    <a:pt x="78" y="80"/>
                    <a:pt x="76" y="88"/>
                    <a:pt x="74" y="95"/>
                  </a:cubicBezTo>
                  <a:cubicBezTo>
                    <a:pt x="56" y="95"/>
                    <a:pt x="56" y="95"/>
                    <a:pt x="56" y="95"/>
                  </a:cubicBezTo>
                  <a:cubicBezTo>
                    <a:pt x="56" y="96"/>
                    <a:pt x="56" y="98"/>
                    <a:pt x="56" y="99"/>
                  </a:cubicBezTo>
                  <a:cubicBezTo>
                    <a:pt x="73" y="99"/>
                    <a:pt x="73" y="99"/>
                    <a:pt x="73" y="99"/>
                  </a:cubicBezTo>
                  <a:cubicBezTo>
                    <a:pt x="68" y="112"/>
                    <a:pt x="60" y="119"/>
                    <a:pt x="55" y="123"/>
                  </a:cubicBezTo>
                  <a:cubicBezTo>
                    <a:pt x="55" y="104"/>
                    <a:pt x="55" y="104"/>
                    <a:pt x="55" y="104"/>
                  </a:cubicBezTo>
                  <a:cubicBezTo>
                    <a:pt x="53" y="116"/>
                    <a:pt x="49" y="126"/>
                    <a:pt x="42" y="135"/>
                  </a:cubicBezTo>
                  <a:cubicBezTo>
                    <a:pt x="45" y="135"/>
                    <a:pt x="48" y="135"/>
                    <a:pt x="51" y="135"/>
                  </a:cubicBezTo>
                  <a:cubicBezTo>
                    <a:pt x="88" y="135"/>
                    <a:pt x="118" y="105"/>
                    <a:pt x="118" y="68"/>
                  </a:cubicBezTo>
                  <a:cubicBezTo>
                    <a:pt x="118" y="31"/>
                    <a:pt x="88" y="0"/>
                    <a:pt x="51" y="0"/>
                  </a:cubicBezTo>
                  <a:close/>
                  <a:moveTo>
                    <a:pt x="101" y="42"/>
                  </a:moveTo>
                  <a:cubicBezTo>
                    <a:pt x="104" y="50"/>
                    <a:pt x="107" y="58"/>
                    <a:pt x="107" y="66"/>
                  </a:cubicBezTo>
                  <a:cubicBezTo>
                    <a:pt x="87" y="66"/>
                    <a:pt x="87" y="66"/>
                    <a:pt x="87" y="66"/>
                  </a:cubicBezTo>
                  <a:cubicBezTo>
                    <a:pt x="87" y="57"/>
                    <a:pt x="85" y="49"/>
                    <a:pt x="84" y="42"/>
                  </a:cubicBezTo>
                  <a:lnTo>
                    <a:pt x="101" y="42"/>
                  </a:lnTo>
                  <a:close/>
                  <a:moveTo>
                    <a:pt x="98" y="38"/>
                  </a:moveTo>
                  <a:cubicBezTo>
                    <a:pt x="83" y="38"/>
                    <a:pt x="83" y="38"/>
                    <a:pt x="83" y="38"/>
                  </a:cubicBezTo>
                  <a:cubicBezTo>
                    <a:pt x="80" y="29"/>
                    <a:pt x="76" y="21"/>
                    <a:pt x="71" y="16"/>
                  </a:cubicBezTo>
                  <a:cubicBezTo>
                    <a:pt x="83" y="20"/>
                    <a:pt x="92" y="28"/>
                    <a:pt x="98" y="38"/>
                  </a:cubicBezTo>
                  <a:close/>
                  <a:moveTo>
                    <a:pt x="55" y="12"/>
                  </a:moveTo>
                  <a:cubicBezTo>
                    <a:pt x="55" y="12"/>
                    <a:pt x="55" y="12"/>
                    <a:pt x="55" y="12"/>
                  </a:cubicBezTo>
                  <a:cubicBezTo>
                    <a:pt x="61" y="16"/>
                    <a:pt x="69" y="24"/>
                    <a:pt x="74" y="38"/>
                  </a:cubicBezTo>
                  <a:cubicBezTo>
                    <a:pt x="55" y="38"/>
                    <a:pt x="55" y="38"/>
                    <a:pt x="55" y="38"/>
                  </a:cubicBezTo>
                  <a:lnTo>
                    <a:pt x="55" y="12"/>
                  </a:lnTo>
                  <a:close/>
                  <a:moveTo>
                    <a:pt x="55" y="66"/>
                  </a:moveTo>
                  <a:cubicBezTo>
                    <a:pt x="55" y="42"/>
                    <a:pt x="55" y="42"/>
                    <a:pt x="55" y="42"/>
                  </a:cubicBezTo>
                  <a:cubicBezTo>
                    <a:pt x="75" y="42"/>
                    <a:pt x="75" y="42"/>
                    <a:pt x="75" y="42"/>
                  </a:cubicBezTo>
                  <a:cubicBezTo>
                    <a:pt x="77" y="49"/>
                    <a:pt x="78" y="57"/>
                    <a:pt x="78" y="66"/>
                  </a:cubicBezTo>
                  <a:lnTo>
                    <a:pt x="55" y="66"/>
                  </a:lnTo>
                  <a:close/>
                  <a:moveTo>
                    <a:pt x="70" y="120"/>
                  </a:moveTo>
                  <a:cubicBezTo>
                    <a:pt x="74" y="115"/>
                    <a:pt x="79" y="108"/>
                    <a:pt x="82" y="99"/>
                  </a:cubicBezTo>
                  <a:cubicBezTo>
                    <a:pt x="97" y="99"/>
                    <a:pt x="97" y="99"/>
                    <a:pt x="97" y="99"/>
                  </a:cubicBezTo>
                  <a:cubicBezTo>
                    <a:pt x="91" y="109"/>
                    <a:pt x="81" y="116"/>
                    <a:pt x="70" y="120"/>
                  </a:cubicBezTo>
                  <a:close/>
                  <a:moveTo>
                    <a:pt x="100" y="95"/>
                  </a:moveTo>
                  <a:cubicBezTo>
                    <a:pt x="83" y="95"/>
                    <a:pt x="83" y="95"/>
                    <a:pt x="83" y="95"/>
                  </a:cubicBezTo>
                  <a:cubicBezTo>
                    <a:pt x="85" y="88"/>
                    <a:pt x="86" y="80"/>
                    <a:pt x="87" y="71"/>
                  </a:cubicBezTo>
                  <a:cubicBezTo>
                    <a:pt x="107" y="71"/>
                    <a:pt x="107" y="71"/>
                    <a:pt x="107" y="71"/>
                  </a:cubicBezTo>
                  <a:cubicBezTo>
                    <a:pt x="106" y="79"/>
                    <a:pt x="104" y="88"/>
                    <a:pt x="100" y="95"/>
                  </a:cubicBezTo>
                  <a:close/>
                </a:path>
              </a:pathLst>
            </a:custGeom>
            <a:solidFill>
              <a:srgbClr val="F097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 name="组合 7"/>
          <p:cNvGrpSpPr/>
          <p:nvPr/>
        </p:nvGrpSpPr>
        <p:grpSpPr>
          <a:xfrm>
            <a:off x="4684518" y="4574592"/>
            <a:ext cx="676275" cy="608012"/>
            <a:chOff x="3573463" y="14288"/>
            <a:chExt cx="676275" cy="608012"/>
          </a:xfrm>
          <a:solidFill>
            <a:srgbClr val="28B8C2"/>
          </a:solidFill>
        </p:grpSpPr>
        <p:sp>
          <p:nvSpPr>
            <p:cNvPr id="9" name="Freeform 13"/>
            <p:cNvSpPr>
              <a:spLocks noEditPoints="1"/>
            </p:cNvSpPr>
            <p:nvPr/>
          </p:nvSpPr>
          <p:spPr bwMode="auto">
            <a:xfrm>
              <a:off x="3649663" y="14288"/>
              <a:ext cx="566738" cy="542925"/>
            </a:xfrm>
            <a:custGeom>
              <a:avLst/>
              <a:gdLst>
                <a:gd name="T0" fmla="*/ 128 w 151"/>
                <a:gd name="T1" fmla="*/ 0 h 142"/>
                <a:gd name="T2" fmla="*/ 144 w 151"/>
                <a:gd name="T3" fmla="*/ 0 h 142"/>
                <a:gd name="T4" fmla="*/ 151 w 151"/>
                <a:gd name="T5" fmla="*/ 8 h 142"/>
                <a:gd name="T6" fmla="*/ 151 w 151"/>
                <a:gd name="T7" fmla="*/ 141 h 142"/>
                <a:gd name="T8" fmla="*/ 121 w 151"/>
                <a:gd name="T9" fmla="*/ 141 h 142"/>
                <a:gd name="T10" fmla="*/ 121 w 151"/>
                <a:gd name="T11" fmla="*/ 8 h 142"/>
                <a:gd name="T12" fmla="*/ 128 w 151"/>
                <a:gd name="T13" fmla="*/ 0 h 142"/>
                <a:gd name="T14" fmla="*/ 87 w 151"/>
                <a:gd name="T15" fmla="*/ 58 h 142"/>
                <a:gd name="T16" fmla="*/ 104 w 151"/>
                <a:gd name="T17" fmla="*/ 58 h 142"/>
                <a:gd name="T18" fmla="*/ 111 w 151"/>
                <a:gd name="T19" fmla="*/ 66 h 142"/>
                <a:gd name="T20" fmla="*/ 111 w 151"/>
                <a:gd name="T21" fmla="*/ 141 h 142"/>
                <a:gd name="T22" fmla="*/ 80 w 151"/>
                <a:gd name="T23" fmla="*/ 141 h 142"/>
                <a:gd name="T24" fmla="*/ 80 w 151"/>
                <a:gd name="T25" fmla="*/ 66 h 142"/>
                <a:gd name="T26" fmla="*/ 87 w 151"/>
                <a:gd name="T27" fmla="*/ 58 h 142"/>
                <a:gd name="T28" fmla="*/ 47 w 151"/>
                <a:gd name="T29" fmla="*/ 84 h 142"/>
                <a:gd name="T30" fmla="*/ 64 w 151"/>
                <a:gd name="T31" fmla="*/ 84 h 142"/>
                <a:gd name="T32" fmla="*/ 71 w 151"/>
                <a:gd name="T33" fmla="*/ 92 h 142"/>
                <a:gd name="T34" fmla="*/ 71 w 151"/>
                <a:gd name="T35" fmla="*/ 142 h 142"/>
                <a:gd name="T36" fmla="*/ 40 w 151"/>
                <a:gd name="T37" fmla="*/ 142 h 142"/>
                <a:gd name="T38" fmla="*/ 40 w 151"/>
                <a:gd name="T39" fmla="*/ 92 h 142"/>
                <a:gd name="T40" fmla="*/ 47 w 151"/>
                <a:gd name="T41" fmla="*/ 84 h 142"/>
                <a:gd name="T42" fmla="*/ 7 w 151"/>
                <a:gd name="T43" fmla="*/ 103 h 142"/>
                <a:gd name="T44" fmla="*/ 24 w 151"/>
                <a:gd name="T45" fmla="*/ 103 h 142"/>
                <a:gd name="T46" fmla="*/ 30 w 151"/>
                <a:gd name="T47" fmla="*/ 111 h 142"/>
                <a:gd name="T48" fmla="*/ 30 w 151"/>
                <a:gd name="T49" fmla="*/ 142 h 142"/>
                <a:gd name="T50" fmla="*/ 0 w 151"/>
                <a:gd name="T51" fmla="*/ 142 h 142"/>
                <a:gd name="T52" fmla="*/ 0 w 151"/>
                <a:gd name="T53" fmla="*/ 111 h 142"/>
                <a:gd name="T54" fmla="*/ 7 w 151"/>
                <a:gd name="T55" fmla="*/ 103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1" h="142">
                  <a:moveTo>
                    <a:pt x="128" y="0"/>
                  </a:moveTo>
                  <a:cubicBezTo>
                    <a:pt x="144" y="0"/>
                    <a:pt x="144" y="0"/>
                    <a:pt x="144" y="0"/>
                  </a:cubicBezTo>
                  <a:cubicBezTo>
                    <a:pt x="148" y="0"/>
                    <a:pt x="151" y="4"/>
                    <a:pt x="151" y="8"/>
                  </a:cubicBezTo>
                  <a:cubicBezTo>
                    <a:pt x="151" y="141"/>
                    <a:pt x="151" y="141"/>
                    <a:pt x="151" y="141"/>
                  </a:cubicBezTo>
                  <a:cubicBezTo>
                    <a:pt x="121" y="141"/>
                    <a:pt x="121" y="141"/>
                    <a:pt x="121" y="141"/>
                  </a:cubicBezTo>
                  <a:cubicBezTo>
                    <a:pt x="121" y="8"/>
                    <a:pt x="121" y="8"/>
                    <a:pt x="121" y="8"/>
                  </a:cubicBezTo>
                  <a:cubicBezTo>
                    <a:pt x="121" y="4"/>
                    <a:pt x="124" y="0"/>
                    <a:pt x="128" y="0"/>
                  </a:cubicBezTo>
                  <a:close/>
                  <a:moveTo>
                    <a:pt x="87" y="58"/>
                  </a:moveTo>
                  <a:cubicBezTo>
                    <a:pt x="104" y="58"/>
                    <a:pt x="104" y="58"/>
                    <a:pt x="104" y="58"/>
                  </a:cubicBezTo>
                  <a:cubicBezTo>
                    <a:pt x="108" y="58"/>
                    <a:pt x="111" y="62"/>
                    <a:pt x="111" y="66"/>
                  </a:cubicBezTo>
                  <a:cubicBezTo>
                    <a:pt x="111" y="141"/>
                    <a:pt x="111" y="141"/>
                    <a:pt x="111" y="141"/>
                  </a:cubicBezTo>
                  <a:cubicBezTo>
                    <a:pt x="80" y="141"/>
                    <a:pt x="80" y="141"/>
                    <a:pt x="80" y="141"/>
                  </a:cubicBezTo>
                  <a:cubicBezTo>
                    <a:pt x="80" y="66"/>
                    <a:pt x="80" y="66"/>
                    <a:pt x="80" y="66"/>
                  </a:cubicBezTo>
                  <a:cubicBezTo>
                    <a:pt x="80" y="62"/>
                    <a:pt x="83" y="58"/>
                    <a:pt x="87" y="58"/>
                  </a:cubicBezTo>
                  <a:close/>
                  <a:moveTo>
                    <a:pt x="47" y="84"/>
                  </a:moveTo>
                  <a:cubicBezTo>
                    <a:pt x="64" y="84"/>
                    <a:pt x="64" y="84"/>
                    <a:pt x="64" y="84"/>
                  </a:cubicBezTo>
                  <a:cubicBezTo>
                    <a:pt x="68" y="84"/>
                    <a:pt x="71" y="88"/>
                    <a:pt x="71" y="92"/>
                  </a:cubicBezTo>
                  <a:cubicBezTo>
                    <a:pt x="71" y="142"/>
                    <a:pt x="71" y="142"/>
                    <a:pt x="71" y="142"/>
                  </a:cubicBezTo>
                  <a:cubicBezTo>
                    <a:pt x="40" y="142"/>
                    <a:pt x="40" y="142"/>
                    <a:pt x="40" y="142"/>
                  </a:cubicBezTo>
                  <a:cubicBezTo>
                    <a:pt x="40" y="92"/>
                    <a:pt x="40" y="92"/>
                    <a:pt x="40" y="92"/>
                  </a:cubicBezTo>
                  <a:cubicBezTo>
                    <a:pt x="40" y="88"/>
                    <a:pt x="43" y="84"/>
                    <a:pt x="47" y="84"/>
                  </a:cubicBezTo>
                  <a:close/>
                  <a:moveTo>
                    <a:pt x="7" y="103"/>
                  </a:moveTo>
                  <a:cubicBezTo>
                    <a:pt x="24" y="103"/>
                    <a:pt x="24" y="103"/>
                    <a:pt x="24" y="103"/>
                  </a:cubicBezTo>
                  <a:cubicBezTo>
                    <a:pt x="27" y="103"/>
                    <a:pt x="30" y="107"/>
                    <a:pt x="30" y="111"/>
                  </a:cubicBezTo>
                  <a:cubicBezTo>
                    <a:pt x="30" y="142"/>
                    <a:pt x="30" y="142"/>
                    <a:pt x="30" y="142"/>
                  </a:cubicBezTo>
                  <a:cubicBezTo>
                    <a:pt x="0" y="142"/>
                    <a:pt x="0" y="142"/>
                    <a:pt x="0" y="142"/>
                  </a:cubicBezTo>
                  <a:cubicBezTo>
                    <a:pt x="0" y="111"/>
                    <a:pt x="0" y="111"/>
                    <a:pt x="0" y="111"/>
                  </a:cubicBezTo>
                  <a:cubicBezTo>
                    <a:pt x="0" y="107"/>
                    <a:pt x="3" y="103"/>
                    <a:pt x="7"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14"/>
            <p:cNvSpPr>
              <a:spLocks/>
            </p:cNvSpPr>
            <p:nvPr/>
          </p:nvSpPr>
          <p:spPr bwMode="auto">
            <a:xfrm>
              <a:off x="3573463" y="76200"/>
              <a:ext cx="676275" cy="546100"/>
            </a:xfrm>
            <a:custGeom>
              <a:avLst/>
              <a:gdLst>
                <a:gd name="T0" fmla="*/ 176 w 180"/>
                <a:gd name="T1" fmla="*/ 134 h 143"/>
                <a:gd name="T2" fmla="*/ 9 w 180"/>
                <a:gd name="T3" fmla="*/ 134 h 143"/>
                <a:gd name="T4" fmla="*/ 9 w 180"/>
                <a:gd name="T5" fmla="*/ 4 h 143"/>
                <a:gd name="T6" fmla="*/ 5 w 180"/>
                <a:gd name="T7" fmla="*/ 0 h 143"/>
                <a:gd name="T8" fmla="*/ 4 w 180"/>
                <a:gd name="T9" fmla="*/ 0 h 143"/>
                <a:gd name="T10" fmla="*/ 0 w 180"/>
                <a:gd name="T11" fmla="*/ 4 h 143"/>
                <a:gd name="T12" fmla="*/ 0 w 180"/>
                <a:gd name="T13" fmla="*/ 139 h 143"/>
                <a:gd name="T14" fmla="*/ 4 w 180"/>
                <a:gd name="T15" fmla="*/ 143 h 143"/>
                <a:gd name="T16" fmla="*/ 5 w 180"/>
                <a:gd name="T17" fmla="*/ 143 h 143"/>
                <a:gd name="T18" fmla="*/ 5 w 180"/>
                <a:gd name="T19" fmla="*/ 143 h 143"/>
                <a:gd name="T20" fmla="*/ 176 w 180"/>
                <a:gd name="T21" fmla="*/ 143 h 143"/>
                <a:gd name="T22" fmla="*/ 180 w 180"/>
                <a:gd name="T23" fmla="*/ 139 h 143"/>
                <a:gd name="T24" fmla="*/ 180 w 180"/>
                <a:gd name="T25" fmla="*/ 139 h 143"/>
                <a:gd name="T26" fmla="*/ 176 w 180"/>
                <a:gd name="T27" fmla="*/ 134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0" h="143">
                  <a:moveTo>
                    <a:pt x="176" y="134"/>
                  </a:moveTo>
                  <a:cubicBezTo>
                    <a:pt x="9" y="134"/>
                    <a:pt x="9" y="134"/>
                    <a:pt x="9" y="134"/>
                  </a:cubicBezTo>
                  <a:cubicBezTo>
                    <a:pt x="9" y="4"/>
                    <a:pt x="9" y="4"/>
                    <a:pt x="9" y="4"/>
                  </a:cubicBezTo>
                  <a:cubicBezTo>
                    <a:pt x="9" y="2"/>
                    <a:pt x="7" y="0"/>
                    <a:pt x="5" y="0"/>
                  </a:cubicBezTo>
                  <a:cubicBezTo>
                    <a:pt x="4" y="0"/>
                    <a:pt x="4" y="0"/>
                    <a:pt x="4" y="0"/>
                  </a:cubicBezTo>
                  <a:cubicBezTo>
                    <a:pt x="2" y="0"/>
                    <a:pt x="0" y="2"/>
                    <a:pt x="0" y="4"/>
                  </a:cubicBezTo>
                  <a:cubicBezTo>
                    <a:pt x="0" y="139"/>
                    <a:pt x="0" y="139"/>
                    <a:pt x="0" y="139"/>
                  </a:cubicBezTo>
                  <a:cubicBezTo>
                    <a:pt x="0" y="142"/>
                    <a:pt x="2" y="143"/>
                    <a:pt x="4" y="143"/>
                  </a:cubicBezTo>
                  <a:cubicBezTo>
                    <a:pt x="5" y="143"/>
                    <a:pt x="5" y="143"/>
                    <a:pt x="5" y="143"/>
                  </a:cubicBezTo>
                  <a:cubicBezTo>
                    <a:pt x="5" y="143"/>
                    <a:pt x="5" y="143"/>
                    <a:pt x="5" y="143"/>
                  </a:cubicBezTo>
                  <a:cubicBezTo>
                    <a:pt x="176" y="143"/>
                    <a:pt x="176" y="143"/>
                    <a:pt x="176" y="143"/>
                  </a:cubicBezTo>
                  <a:cubicBezTo>
                    <a:pt x="179" y="143"/>
                    <a:pt x="180" y="141"/>
                    <a:pt x="180" y="139"/>
                  </a:cubicBezTo>
                  <a:cubicBezTo>
                    <a:pt x="180" y="139"/>
                    <a:pt x="180" y="139"/>
                    <a:pt x="180" y="139"/>
                  </a:cubicBezTo>
                  <a:cubicBezTo>
                    <a:pt x="180" y="136"/>
                    <a:pt x="179" y="134"/>
                    <a:pt x="176" y="1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1" name="组合 10"/>
          <p:cNvGrpSpPr/>
          <p:nvPr/>
        </p:nvGrpSpPr>
        <p:grpSpPr>
          <a:xfrm>
            <a:off x="7208806" y="4574591"/>
            <a:ext cx="596900" cy="608013"/>
            <a:chOff x="5429250" y="6350"/>
            <a:chExt cx="596900" cy="608013"/>
          </a:xfrm>
          <a:solidFill>
            <a:srgbClr val="ADCF2F"/>
          </a:solidFill>
        </p:grpSpPr>
        <p:sp>
          <p:nvSpPr>
            <p:cNvPr id="12" name="Freeform 15"/>
            <p:cNvSpPr>
              <a:spLocks noEditPoints="1"/>
            </p:cNvSpPr>
            <p:nvPr/>
          </p:nvSpPr>
          <p:spPr bwMode="auto">
            <a:xfrm>
              <a:off x="5429250" y="6350"/>
              <a:ext cx="596900" cy="608013"/>
            </a:xfrm>
            <a:custGeom>
              <a:avLst/>
              <a:gdLst>
                <a:gd name="T0" fmla="*/ 79 w 159"/>
                <a:gd name="T1" fmla="*/ 0 h 159"/>
                <a:gd name="T2" fmla="*/ 0 w 159"/>
                <a:gd name="T3" fmla="*/ 80 h 159"/>
                <a:gd name="T4" fmla="*/ 79 w 159"/>
                <a:gd name="T5" fmla="*/ 159 h 159"/>
                <a:gd name="T6" fmla="*/ 159 w 159"/>
                <a:gd name="T7" fmla="*/ 80 h 159"/>
                <a:gd name="T8" fmla="*/ 79 w 159"/>
                <a:gd name="T9" fmla="*/ 0 h 159"/>
                <a:gd name="T10" fmla="*/ 79 w 159"/>
                <a:gd name="T11" fmla="*/ 146 h 159"/>
                <a:gd name="T12" fmla="*/ 13 w 159"/>
                <a:gd name="T13" fmla="*/ 80 h 159"/>
                <a:gd name="T14" fmla="*/ 79 w 159"/>
                <a:gd name="T15" fmla="*/ 14 h 159"/>
                <a:gd name="T16" fmla="*/ 145 w 159"/>
                <a:gd name="T17" fmla="*/ 80 h 159"/>
                <a:gd name="T18" fmla="*/ 79 w 159"/>
                <a:gd name="T19" fmla="*/ 146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9" h="159">
                  <a:moveTo>
                    <a:pt x="79" y="0"/>
                  </a:moveTo>
                  <a:cubicBezTo>
                    <a:pt x="35" y="0"/>
                    <a:pt x="0" y="36"/>
                    <a:pt x="0" y="80"/>
                  </a:cubicBezTo>
                  <a:cubicBezTo>
                    <a:pt x="0" y="124"/>
                    <a:pt x="35" y="159"/>
                    <a:pt x="79" y="159"/>
                  </a:cubicBezTo>
                  <a:cubicBezTo>
                    <a:pt x="123" y="159"/>
                    <a:pt x="159" y="124"/>
                    <a:pt x="159" y="80"/>
                  </a:cubicBezTo>
                  <a:cubicBezTo>
                    <a:pt x="159" y="36"/>
                    <a:pt x="123" y="0"/>
                    <a:pt x="79" y="0"/>
                  </a:cubicBezTo>
                  <a:close/>
                  <a:moveTo>
                    <a:pt x="79" y="146"/>
                  </a:moveTo>
                  <a:cubicBezTo>
                    <a:pt x="43" y="146"/>
                    <a:pt x="13" y="116"/>
                    <a:pt x="13" y="80"/>
                  </a:cubicBezTo>
                  <a:cubicBezTo>
                    <a:pt x="13" y="43"/>
                    <a:pt x="43" y="14"/>
                    <a:pt x="79" y="14"/>
                  </a:cubicBezTo>
                  <a:cubicBezTo>
                    <a:pt x="115" y="14"/>
                    <a:pt x="145" y="43"/>
                    <a:pt x="145" y="80"/>
                  </a:cubicBezTo>
                  <a:cubicBezTo>
                    <a:pt x="145" y="116"/>
                    <a:pt x="115" y="146"/>
                    <a:pt x="79" y="1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6"/>
            <p:cNvSpPr>
              <a:spLocks/>
            </p:cNvSpPr>
            <p:nvPr/>
          </p:nvSpPr>
          <p:spPr bwMode="auto">
            <a:xfrm>
              <a:off x="5616575" y="152400"/>
              <a:ext cx="247650" cy="190500"/>
            </a:xfrm>
            <a:custGeom>
              <a:avLst/>
              <a:gdLst>
                <a:gd name="T0" fmla="*/ 64 w 66"/>
                <a:gd name="T1" fmla="*/ 2 h 50"/>
                <a:gd name="T2" fmla="*/ 59 w 66"/>
                <a:gd name="T3" fmla="*/ 2 h 50"/>
                <a:gd name="T4" fmla="*/ 28 w 66"/>
                <a:gd name="T5" fmla="*/ 41 h 50"/>
                <a:gd name="T6" fmla="*/ 6 w 66"/>
                <a:gd name="T7" fmla="*/ 30 h 50"/>
                <a:gd name="T8" fmla="*/ 1 w 66"/>
                <a:gd name="T9" fmla="*/ 31 h 50"/>
                <a:gd name="T10" fmla="*/ 2 w 66"/>
                <a:gd name="T11" fmla="*/ 36 h 50"/>
                <a:gd name="T12" fmla="*/ 26 w 66"/>
                <a:gd name="T13" fmla="*/ 49 h 50"/>
                <a:gd name="T14" fmla="*/ 26 w 66"/>
                <a:gd name="T15" fmla="*/ 49 h 50"/>
                <a:gd name="T16" fmla="*/ 32 w 66"/>
                <a:gd name="T17" fmla="*/ 48 h 50"/>
                <a:gd name="T18" fmla="*/ 65 w 66"/>
                <a:gd name="T19" fmla="*/ 7 h 50"/>
                <a:gd name="T20" fmla="*/ 64 w 66"/>
                <a:gd name="T21"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 h="50">
                  <a:moveTo>
                    <a:pt x="64" y="2"/>
                  </a:moveTo>
                  <a:cubicBezTo>
                    <a:pt x="62" y="0"/>
                    <a:pt x="60" y="0"/>
                    <a:pt x="59" y="2"/>
                  </a:cubicBezTo>
                  <a:cubicBezTo>
                    <a:pt x="28" y="41"/>
                    <a:pt x="28" y="41"/>
                    <a:pt x="28" y="41"/>
                  </a:cubicBezTo>
                  <a:cubicBezTo>
                    <a:pt x="6" y="30"/>
                    <a:pt x="6" y="30"/>
                    <a:pt x="6" y="30"/>
                  </a:cubicBezTo>
                  <a:cubicBezTo>
                    <a:pt x="4" y="29"/>
                    <a:pt x="2" y="29"/>
                    <a:pt x="1" y="31"/>
                  </a:cubicBezTo>
                  <a:cubicBezTo>
                    <a:pt x="0" y="33"/>
                    <a:pt x="0" y="36"/>
                    <a:pt x="2" y="36"/>
                  </a:cubicBezTo>
                  <a:cubicBezTo>
                    <a:pt x="26" y="49"/>
                    <a:pt x="26" y="49"/>
                    <a:pt x="26" y="49"/>
                  </a:cubicBezTo>
                  <a:cubicBezTo>
                    <a:pt x="26" y="49"/>
                    <a:pt x="26" y="49"/>
                    <a:pt x="26" y="49"/>
                  </a:cubicBezTo>
                  <a:cubicBezTo>
                    <a:pt x="28" y="50"/>
                    <a:pt x="31" y="50"/>
                    <a:pt x="32" y="48"/>
                  </a:cubicBezTo>
                  <a:cubicBezTo>
                    <a:pt x="65" y="7"/>
                    <a:pt x="65" y="7"/>
                    <a:pt x="65" y="7"/>
                  </a:cubicBezTo>
                  <a:cubicBezTo>
                    <a:pt x="66" y="5"/>
                    <a:pt x="66" y="3"/>
                    <a:pt x="6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7"/>
            <p:cNvSpPr>
              <a:spLocks/>
            </p:cNvSpPr>
            <p:nvPr/>
          </p:nvSpPr>
          <p:spPr bwMode="auto">
            <a:xfrm>
              <a:off x="5899150" y="301625"/>
              <a:ext cx="55563" cy="26988"/>
            </a:xfrm>
            <a:custGeom>
              <a:avLst/>
              <a:gdLst>
                <a:gd name="T0" fmla="*/ 4 w 15"/>
                <a:gd name="T1" fmla="*/ 7 h 7"/>
                <a:gd name="T2" fmla="*/ 0 w 15"/>
                <a:gd name="T3" fmla="*/ 3 h 7"/>
                <a:gd name="T4" fmla="*/ 4 w 15"/>
                <a:gd name="T5" fmla="*/ 0 h 7"/>
                <a:gd name="T6" fmla="*/ 11 w 15"/>
                <a:gd name="T7" fmla="*/ 0 h 7"/>
                <a:gd name="T8" fmla="*/ 15 w 15"/>
                <a:gd name="T9" fmla="*/ 4 h 7"/>
                <a:gd name="T10" fmla="*/ 11 w 15"/>
                <a:gd name="T11" fmla="*/ 7 h 7"/>
                <a:gd name="T12" fmla="*/ 4 w 15"/>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15" h="7">
                  <a:moveTo>
                    <a:pt x="4" y="7"/>
                  </a:moveTo>
                  <a:cubicBezTo>
                    <a:pt x="2" y="7"/>
                    <a:pt x="0" y="5"/>
                    <a:pt x="0" y="3"/>
                  </a:cubicBezTo>
                  <a:cubicBezTo>
                    <a:pt x="0" y="1"/>
                    <a:pt x="2" y="0"/>
                    <a:pt x="4" y="0"/>
                  </a:cubicBezTo>
                  <a:cubicBezTo>
                    <a:pt x="11" y="0"/>
                    <a:pt x="11" y="0"/>
                    <a:pt x="11" y="0"/>
                  </a:cubicBezTo>
                  <a:cubicBezTo>
                    <a:pt x="13" y="0"/>
                    <a:pt x="15" y="1"/>
                    <a:pt x="15" y="4"/>
                  </a:cubicBezTo>
                  <a:cubicBezTo>
                    <a:pt x="15" y="6"/>
                    <a:pt x="13" y="7"/>
                    <a:pt x="11" y="7"/>
                  </a:cubicBezTo>
                  <a:lnTo>
                    <a:pt x="4"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8"/>
            <p:cNvSpPr>
              <a:spLocks/>
            </p:cNvSpPr>
            <p:nvPr/>
          </p:nvSpPr>
          <p:spPr bwMode="auto">
            <a:xfrm>
              <a:off x="5492750" y="293688"/>
              <a:ext cx="52388" cy="30163"/>
            </a:xfrm>
            <a:custGeom>
              <a:avLst/>
              <a:gdLst>
                <a:gd name="T0" fmla="*/ 4 w 14"/>
                <a:gd name="T1" fmla="*/ 8 h 8"/>
                <a:gd name="T2" fmla="*/ 0 w 14"/>
                <a:gd name="T3" fmla="*/ 4 h 8"/>
                <a:gd name="T4" fmla="*/ 4 w 14"/>
                <a:gd name="T5" fmla="*/ 0 h 8"/>
                <a:gd name="T6" fmla="*/ 11 w 14"/>
                <a:gd name="T7" fmla="*/ 0 h 8"/>
                <a:gd name="T8" fmla="*/ 14 w 14"/>
                <a:gd name="T9" fmla="*/ 4 h 8"/>
                <a:gd name="T10" fmla="*/ 11 w 14"/>
                <a:gd name="T11" fmla="*/ 8 h 8"/>
                <a:gd name="T12" fmla="*/ 4 w 14"/>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4" h="8">
                  <a:moveTo>
                    <a:pt x="4" y="8"/>
                  </a:moveTo>
                  <a:cubicBezTo>
                    <a:pt x="2" y="8"/>
                    <a:pt x="0" y="6"/>
                    <a:pt x="0" y="4"/>
                  </a:cubicBezTo>
                  <a:cubicBezTo>
                    <a:pt x="0" y="2"/>
                    <a:pt x="2" y="0"/>
                    <a:pt x="4" y="0"/>
                  </a:cubicBezTo>
                  <a:cubicBezTo>
                    <a:pt x="11" y="0"/>
                    <a:pt x="11" y="0"/>
                    <a:pt x="11" y="0"/>
                  </a:cubicBezTo>
                  <a:cubicBezTo>
                    <a:pt x="13" y="0"/>
                    <a:pt x="14" y="2"/>
                    <a:pt x="14" y="4"/>
                  </a:cubicBezTo>
                  <a:cubicBezTo>
                    <a:pt x="14" y="6"/>
                    <a:pt x="13" y="8"/>
                    <a:pt x="11" y="8"/>
                  </a:cubicBezTo>
                  <a:lnTo>
                    <a:pt x="4"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9"/>
            <p:cNvSpPr>
              <a:spLocks/>
            </p:cNvSpPr>
            <p:nvPr/>
          </p:nvSpPr>
          <p:spPr bwMode="auto">
            <a:xfrm>
              <a:off x="5707063" y="492125"/>
              <a:ext cx="30163" cy="53975"/>
            </a:xfrm>
            <a:custGeom>
              <a:avLst/>
              <a:gdLst>
                <a:gd name="T0" fmla="*/ 0 w 8"/>
                <a:gd name="T1" fmla="*/ 3 h 14"/>
                <a:gd name="T2" fmla="*/ 4 w 8"/>
                <a:gd name="T3" fmla="*/ 0 h 14"/>
                <a:gd name="T4" fmla="*/ 8 w 8"/>
                <a:gd name="T5" fmla="*/ 4 h 14"/>
                <a:gd name="T6" fmla="*/ 8 w 8"/>
                <a:gd name="T7" fmla="*/ 10 h 14"/>
                <a:gd name="T8" fmla="*/ 4 w 8"/>
                <a:gd name="T9" fmla="*/ 14 h 14"/>
                <a:gd name="T10" fmla="*/ 0 w 8"/>
                <a:gd name="T11" fmla="*/ 10 h 14"/>
                <a:gd name="T12" fmla="*/ 0 w 8"/>
                <a:gd name="T13" fmla="*/ 3 h 14"/>
              </a:gdLst>
              <a:ahLst/>
              <a:cxnLst>
                <a:cxn ang="0">
                  <a:pos x="T0" y="T1"/>
                </a:cxn>
                <a:cxn ang="0">
                  <a:pos x="T2" y="T3"/>
                </a:cxn>
                <a:cxn ang="0">
                  <a:pos x="T4" y="T5"/>
                </a:cxn>
                <a:cxn ang="0">
                  <a:pos x="T6" y="T7"/>
                </a:cxn>
                <a:cxn ang="0">
                  <a:pos x="T8" y="T9"/>
                </a:cxn>
                <a:cxn ang="0">
                  <a:pos x="T10" y="T11"/>
                </a:cxn>
                <a:cxn ang="0">
                  <a:pos x="T12" y="T13"/>
                </a:cxn>
              </a:cxnLst>
              <a:rect l="0" t="0" r="r" b="b"/>
              <a:pathLst>
                <a:path w="8" h="14">
                  <a:moveTo>
                    <a:pt x="0" y="3"/>
                  </a:moveTo>
                  <a:cubicBezTo>
                    <a:pt x="0" y="1"/>
                    <a:pt x="2" y="0"/>
                    <a:pt x="4" y="0"/>
                  </a:cubicBezTo>
                  <a:cubicBezTo>
                    <a:pt x="6" y="0"/>
                    <a:pt x="8" y="1"/>
                    <a:pt x="8" y="4"/>
                  </a:cubicBezTo>
                  <a:cubicBezTo>
                    <a:pt x="8" y="10"/>
                    <a:pt x="8" y="10"/>
                    <a:pt x="8" y="10"/>
                  </a:cubicBezTo>
                  <a:cubicBezTo>
                    <a:pt x="7" y="12"/>
                    <a:pt x="6" y="14"/>
                    <a:pt x="4" y="14"/>
                  </a:cubicBezTo>
                  <a:cubicBezTo>
                    <a:pt x="2" y="14"/>
                    <a:pt x="0" y="12"/>
                    <a:pt x="0" y="10"/>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20"/>
            <p:cNvSpPr>
              <a:spLocks/>
            </p:cNvSpPr>
            <p:nvPr/>
          </p:nvSpPr>
          <p:spPr bwMode="auto">
            <a:xfrm>
              <a:off x="5710238" y="76200"/>
              <a:ext cx="30163" cy="57150"/>
            </a:xfrm>
            <a:custGeom>
              <a:avLst/>
              <a:gdLst>
                <a:gd name="T0" fmla="*/ 0 w 8"/>
                <a:gd name="T1" fmla="*/ 4 h 15"/>
                <a:gd name="T2" fmla="*/ 4 w 8"/>
                <a:gd name="T3" fmla="*/ 0 h 15"/>
                <a:gd name="T4" fmla="*/ 8 w 8"/>
                <a:gd name="T5" fmla="*/ 4 h 15"/>
                <a:gd name="T6" fmla="*/ 8 w 8"/>
                <a:gd name="T7" fmla="*/ 11 h 15"/>
                <a:gd name="T8" fmla="*/ 4 w 8"/>
                <a:gd name="T9" fmla="*/ 15 h 15"/>
                <a:gd name="T10" fmla="*/ 0 w 8"/>
                <a:gd name="T11" fmla="*/ 11 h 15"/>
                <a:gd name="T12" fmla="*/ 0 w 8"/>
                <a:gd name="T13" fmla="*/ 4 h 15"/>
              </a:gdLst>
              <a:ahLst/>
              <a:cxnLst>
                <a:cxn ang="0">
                  <a:pos x="T0" y="T1"/>
                </a:cxn>
                <a:cxn ang="0">
                  <a:pos x="T2" y="T3"/>
                </a:cxn>
                <a:cxn ang="0">
                  <a:pos x="T4" y="T5"/>
                </a:cxn>
                <a:cxn ang="0">
                  <a:pos x="T6" y="T7"/>
                </a:cxn>
                <a:cxn ang="0">
                  <a:pos x="T8" y="T9"/>
                </a:cxn>
                <a:cxn ang="0">
                  <a:pos x="T10" y="T11"/>
                </a:cxn>
                <a:cxn ang="0">
                  <a:pos x="T12" y="T13"/>
                </a:cxn>
              </a:cxnLst>
              <a:rect l="0" t="0" r="r" b="b"/>
              <a:pathLst>
                <a:path w="8" h="15">
                  <a:moveTo>
                    <a:pt x="0" y="4"/>
                  </a:moveTo>
                  <a:cubicBezTo>
                    <a:pt x="0" y="2"/>
                    <a:pt x="2" y="0"/>
                    <a:pt x="4" y="0"/>
                  </a:cubicBezTo>
                  <a:cubicBezTo>
                    <a:pt x="6" y="0"/>
                    <a:pt x="8" y="2"/>
                    <a:pt x="8" y="4"/>
                  </a:cubicBezTo>
                  <a:cubicBezTo>
                    <a:pt x="8" y="11"/>
                    <a:pt x="8" y="11"/>
                    <a:pt x="8" y="11"/>
                  </a:cubicBezTo>
                  <a:cubicBezTo>
                    <a:pt x="8" y="13"/>
                    <a:pt x="6" y="15"/>
                    <a:pt x="4" y="15"/>
                  </a:cubicBezTo>
                  <a:cubicBezTo>
                    <a:pt x="2" y="15"/>
                    <a:pt x="0" y="13"/>
                    <a:pt x="0" y="11"/>
                  </a:cubicBezTo>
                  <a:lnTo>
                    <a:pt x="0"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0" name="组合 19"/>
          <p:cNvGrpSpPr/>
          <p:nvPr/>
        </p:nvGrpSpPr>
        <p:grpSpPr>
          <a:xfrm>
            <a:off x="1552307" y="2730864"/>
            <a:ext cx="1817509" cy="622003"/>
            <a:chOff x="2263776" y="4075113"/>
            <a:chExt cx="2379663" cy="814388"/>
          </a:xfrm>
        </p:grpSpPr>
        <p:sp>
          <p:nvSpPr>
            <p:cNvPr id="21" name="Freeform 17"/>
            <p:cNvSpPr>
              <a:spLocks/>
            </p:cNvSpPr>
            <p:nvPr/>
          </p:nvSpPr>
          <p:spPr bwMode="auto">
            <a:xfrm>
              <a:off x="2263776" y="4075113"/>
              <a:ext cx="2379663" cy="814388"/>
            </a:xfrm>
            <a:custGeom>
              <a:avLst/>
              <a:gdLst>
                <a:gd name="T0" fmla="*/ 175 w 195"/>
                <a:gd name="T1" fmla="*/ 11 h 66"/>
                <a:gd name="T2" fmla="*/ 58 w 195"/>
                <a:gd name="T3" fmla="*/ 11 h 66"/>
                <a:gd name="T4" fmla="*/ 34 w 195"/>
                <a:gd name="T5" fmla="*/ 0 h 66"/>
                <a:gd name="T6" fmla="*/ 0 w 195"/>
                <a:gd name="T7" fmla="*/ 33 h 66"/>
                <a:gd name="T8" fmla="*/ 34 w 195"/>
                <a:gd name="T9" fmla="*/ 66 h 66"/>
                <a:gd name="T10" fmla="*/ 61 w 195"/>
                <a:gd name="T11" fmla="*/ 52 h 66"/>
                <a:gd name="T12" fmla="*/ 175 w 195"/>
                <a:gd name="T13" fmla="*/ 52 h 66"/>
                <a:gd name="T14" fmla="*/ 195 w 195"/>
                <a:gd name="T15" fmla="*/ 31 h 66"/>
                <a:gd name="T16" fmla="*/ 175 w 195"/>
                <a:gd name="T17" fmla="*/ 11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 h="66">
                  <a:moveTo>
                    <a:pt x="175" y="11"/>
                  </a:moveTo>
                  <a:cubicBezTo>
                    <a:pt x="58" y="11"/>
                    <a:pt x="58" y="11"/>
                    <a:pt x="58" y="11"/>
                  </a:cubicBezTo>
                  <a:cubicBezTo>
                    <a:pt x="52" y="4"/>
                    <a:pt x="44" y="0"/>
                    <a:pt x="34" y="0"/>
                  </a:cubicBezTo>
                  <a:cubicBezTo>
                    <a:pt x="15" y="0"/>
                    <a:pt x="0" y="15"/>
                    <a:pt x="0" y="33"/>
                  </a:cubicBezTo>
                  <a:cubicBezTo>
                    <a:pt x="0" y="51"/>
                    <a:pt x="15" y="66"/>
                    <a:pt x="34" y="66"/>
                  </a:cubicBezTo>
                  <a:cubicBezTo>
                    <a:pt x="45" y="66"/>
                    <a:pt x="55" y="60"/>
                    <a:pt x="61" y="52"/>
                  </a:cubicBezTo>
                  <a:cubicBezTo>
                    <a:pt x="175" y="52"/>
                    <a:pt x="175" y="52"/>
                    <a:pt x="175" y="52"/>
                  </a:cubicBezTo>
                  <a:cubicBezTo>
                    <a:pt x="186" y="52"/>
                    <a:pt x="195" y="42"/>
                    <a:pt x="195" y="31"/>
                  </a:cubicBezTo>
                  <a:cubicBezTo>
                    <a:pt x="195" y="20"/>
                    <a:pt x="186" y="11"/>
                    <a:pt x="175" y="11"/>
                  </a:cubicBezTo>
                  <a:close/>
                </a:path>
              </a:pathLst>
            </a:custGeom>
            <a:solidFill>
              <a:srgbClr val="F097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18"/>
            <p:cNvSpPr>
              <a:spLocks noEditPoints="1"/>
            </p:cNvSpPr>
            <p:nvPr/>
          </p:nvSpPr>
          <p:spPr bwMode="auto">
            <a:xfrm>
              <a:off x="2349501" y="4160838"/>
              <a:ext cx="646113" cy="641350"/>
            </a:xfrm>
            <a:custGeom>
              <a:avLst/>
              <a:gdLst>
                <a:gd name="T0" fmla="*/ 27 w 53"/>
                <a:gd name="T1" fmla="*/ 0 h 52"/>
                <a:gd name="T2" fmla="*/ 0 w 53"/>
                <a:gd name="T3" fmla="*/ 26 h 52"/>
                <a:gd name="T4" fmla="*/ 27 w 53"/>
                <a:gd name="T5" fmla="*/ 52 h 52"/>
                <a:gd name="T6" fmla="*/ 53 w 53"/>
                <a:gd name="T7" fmla="*/ 26 h 52"/>
                <a:gd name="T8" fmla="*/ 27 w 53"/>
                <a:gd name="T9" fmla="*/ 0 h 52"/>
                <a:gd name="T10" fmla="*/ 47 w 53"/>
                <a:gd name="T11" fmla="*/ 29 h 52"/>
                <a:gd name="T12" fmla="*/ 30 w 53"/>
                <a:gd name="T13" fmla="*/ 46 h 52"/>
                <a:gd name="T14" fmla="*/ 23 w 53"/>
                <a:gd name="T15" fmla="*/ 39 h 52"/>
                <a:gd name="T16" fmla="*/ 32 w 53"/>
                <a:gd name="T17" fmla="*/ 31 h 52"/>
                <a:gd name="T18" fmla="*/ 10 w 53"/>
                <a:gd name="T19" fmla="*/ 31 h 52"/>
                <a:gd name="T20" fmla="*/ 10 w 53"/>
                <a:gd name="T21" fmla="*/ 21 h 52"/>
                <a:gd name="T22" fmla="*/ 32 w 53"/>
                <a:gd name="T23" fmla="*/ 21 h 52"/>
                <a:gd name="T24" fmla="*/ 23 w 53"/>
                <a:gd name="T25" fmla="*/ 12 h 52"/>
                <a:gd name="T26" fmla="*/ 30 w 53"/>
                <a:gd name="T27" fmla="*/ 6 h 52"/>
                <a:gd name="T28" fmla="*/ 47 w 53"/>
                <a:gd name="T29" fmla="*/ 22 h 52"/>
                <a:gd name="T30" fmla="*/ 48 w 53"/>
                <a:gd name="T31" fmla="*/ 26 h 52"/>
                <a:gd name="T32" fmla="*/ 47 w 53"/>
                <a:gd name="T33" fmla="*/ 2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3" h="52">
                  <a:moveTo>
                    <a:pt x="27" y="0"/>
                  </a:moveTo>
                  <a:cubicBezTo>
                    <a:pt x="12" y="0"/>
                    <a:pt x="0" y="11"/>
                    <a:pt x="0" y="26"/>
                  </a:cubicBezTo>
                  <a:cubicBezTo>
                    <a:pt x="0" y="40"/>
                    <a:pt x="12" y="52"/>
                    <a:pt x="27" y="52"/>
                  </a:cubicBezTo>
                  <a:cubicBezTo>
                    <a:pt x="41" y="52"/>
                    <a:pt x="53" y="40"/>
                    <a:pt x="53" y="26"/>
                  </a:cubicBezTo>
                  <a:cubicBezTo>
                    <a:pt x="53" y="11"/>
                    <a:pt x="41" y="0"/>
                    <a:pt x="27" y="0"/>
                  </a:cubicBezTo>
                  <a:close/>
                  <a:moveTo>
                    <a:pt x="47" y="29"/>
                  </a:moveTo>
                  <a:cubicBezTo>
                    <a:pt x="41" y="35"/>
                    <a:pt x="36" y="41"/>
                    <a:pt x="30" y="46"/>
                  </a:cubicBezTo>
                  <a:cubicBezTo>
                    <a:pt x="26" y="51"/>
                    <a:pt x="19" y="44"/>
                    <a:pt x="23" y="39"/>
                  </a:cubicBezTo>
                  <a:cubicBezTo>
                    <a:pt x="32" y="31"/>
                    <a:pt x="32" y="31"/>
                    <a:pt x="32" y="31"/>
                  </a:cubicBezTo>
                  <a:cubicBezTo>
                    <a:pt x="10" y="31"/>
                    <a:pt x="10" y="31"/>
                    <a:pt x="10" y="31"/>
                  </a:cubicBezTo>
                  <a:cubicBezTo>
                    <a:pt x="3" y="31"/>
                    <a:pt x="3" y="21"/>
                    <a:pt x="10" y="21"/>
                  </a:cubicBezTo>
                  <a:cubicBezTo>
                    <a:pt x="32" y="21"/>
                    <a:pt x="32" y="21"/>
                    <a:pt x="32" y="21"/>
                  </a:cubicBezTo>
                  <a:cubicBezTo>
                    <a:pt x="29" y="18"/>
                    <a:pt x="26" y="15"/>
                    <a:pt x="23" y="12"/>
                  </a:cubicBezTo>
                  <a:cubicBezTo>
                    <a:pt x="19" y="8"/>
                    <a:pt x="26" y="1"/>
                    <a:pt x="30" y="6"/>
                  </a:cubicBezTo>
                  <a:cubicBezTo>
                    <a:pt x="47" y="22"/>
                    <a:pt x="47" y="22"/>
                    <a:pt x="47" y="22"/>
                  </a:cubicBezTo>
                  <a:cubicBezTo>
                    <a:pt x="48" y="24"/>
                    <a:pt x="48" y="25"/>
                    <a:pt x="48" y="26"/>
                  </a:cubicBezTo>
                  <a:cubicBezTo>
                    <a:pt x="48" y="27"/>
                    <a:pt x="48" y="28"/>
                    <a:pt x="47" y="2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3" name="组合 22"/>
          <p:cNvGrpSpPr/>
          <p:nvPr/>
        </p:nvGrpSpPr>
        <p:grpSpPr>
          <a:xfrm>
            <a:off x="4054147" y="2730864"/>
            <a:ext cx="1817509" cy="622003"/>
            <a:chOff x="2263776" y="4075113"/>
            <a:chExt cx="2379663" cy="814388"/>
          </a:xfrm>
        </p:grpSpPr>
        <p:sp>
          <p:nvSpPr>
            <p:cNvPr id="24" name="Freeform 17"/>
            <p:cNvSpPr>
              <a:spLocks/>
            </p:cNvSpPr>
            <p:nvPr/>
          </p:nvSpPr>
          <p:spPr bwMode="auto">
            <a:xfrm>
              <a:off x="2263776" y="4075113"/>
              <a:ext cx="2379663" cy="814388"/>
            </a:xfrm>
            <a:custGeom>
              <a:avLst/>
              <a:gdLst>
                <a:gd name="T0" fmla="*/ 175 w 195"/>
                <a:gd name="T1" fmla="*/ 11 h 66"/>
                <a:gd name="T2" fmla="*/ 58 w 195"/>
                <a:gd name="T3" fmla="*/ 11 h 66"/>
                <a:gd name="T4" fmla="*/ 34 w 195"/>
                <a:gd name="T5" fmla="*/ 0 h 66"/>
                <a:gd name="T6" fmla="*/ 0 w 195"/>
                <a:gd name="T7" fmla="*/ 33 h 66"/>
                <a:gd name="T8" fmla="*/ 34 w 195"/>
                <a:gd name="T9" fmla="*/ 66 h 66"/>
                <a:gd name="T10" fmla="*/ 61 w 195"/>
                <a:gd name="T11" fmla="*/ 52 h 66"/>
                <a:gd name="T12" fmla="*/ 175 w 195"/>
                <a:gd name="T13" fmla="*/ 52 h 66"/>
                <a:gd name="T14" fmla="*/ 195 w 195"/>
                <a:gd name="T15" fmla="*/ 31 h 66"/>
                <a:gd name="T16" fmla="*/ 175 w 195"/>
                <a:gd name="T17" fmla="*/ 11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 h="66">
                  <a:moveTo>
                    <a:pt x="175" y="11"/>
                  </a:moveTo>
                  <a:cubicBezTo>
                    <a:pt x="58" y="11"/>
                    <a:pt x="58" y="11"/>
                    <a:pt x="58" y="11"/>
                  </a:cubicBezTo>
                  <a:cubicBezTo>
                    <a:pt x="52" y="4"/>
                    <a:pt x="44" y="0"/>
                    <a:pt x="34" y="0"/>
                  </a:cubicBezTo>
                  <a:cubicBezTo>
                    <a:pt x="15" y="0"/>
                    <a:pt x="0" y="15"/>
                    <a:pt x="0" y="33"/>
                  </a:cubicBezTo>
                  <a:cubicBezTo>
                    <a:pt x="0" y="51"/>
                    <a:pt x="15" y="66"/>
                    <a:pt x="34" y="66"/>
                  </a:cubicBezTo>
                  <a:cubicBezTo>
                    <a:pt x="45" y="66"/>
                    <a:pt x="55" y="60"/>
                    <a:pt x="61" y="52"/>
                  </a:cubicBezTo>
                  <a:cubicBezTo>
                    <a:pt x="175" y="52"/>
                    <a:pt x="175" y="52"/>
                    <a:pt x="175" y="52"/>
                  </a:cubicBezTo>
                  <a:cubicBezTo>
                    <a:pt x="186" y="52"/>
                    <a:pt x="195" y="42"/>
                    <a:pt x="195" y="31"/>
                  </a:cubicBezTo>
                  <a:cubicBezTo>
                    <a:pt x="195" y="20"/>
                    <a:pt x="186" y="11"/>
                    <a:pt x="175" y="11"/>
                  </a:cubicBezTo>
                  <a:close/>
                </a:path>
              </a:pathLst>
            </a:custGeom>
            <a:solidFill>
              <a:srgbClr val="28B8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18"/>
            <p:cNvSpPr>
              <a:spLocks noEditPoints="1"/>
            </p:cNvSpPr>
            <p:nvPr/>
          </p:nvSpPr>
          <p:spPr bwMode="auto">
            <a:xfrm>
              <a:off x="2349501" y="4160838"/>
              <a:ext cx="646113" cy="641350"/>
            </a:xfrm>
            <a:custGeom>
              <a:avLst/>
              <a:gdLst>
                <a:gd name="T0" fmla="*/ 27 w 53"/>
                <a:gd name="T1" fmla="*/ 0 h 52"/>
                <a:gd name="T2" fmla="*/ 0 w 53"/>
                <a:gd name="T3" fmla="*/ 26 h 52"/>
                <a:gd name="T4" fmla="*/ 27 w 53"/>
                <a:gd name="T5" fmla="*/ 52 h 52"/>
                <a:gd name="T6" fmla="*/ 53 w 53"/>
                <a:gd name="T7" fmla="*/ 26 h 52"/>
                <a:gd name="T8" fmla="*/ 27 w 53"/>
                <a:gd name="T9" fmla="*/ 0 h 52"/>
                <a:gd name="T10" fmla="*/ 47 w 53"/>
                <a:gd name="T11" fmla="*/ 29 h 52"/>
                <a:gd name="T12" fmla="*/ 30 w 53"/>
                <a:gd name="T13" fmla="*/ 46 h 52"/>
                <a:gd name="T14" fmla="*/ 23 w 53"/>
                <a:gd name="T15" fmla="*/ 39 h 52"/>
                <a:gd name="T16" fmla="*/ 32 w 53"/>
                <a:gd name="T17" fmla="*/ 31 h 52"/>
                <a:gd name="T18" fmla="*/ 10 w 53"/>
                <a:gd name="T19" fmla="*/ 31 h 52"/>
                <a:gd name="T20" fmla="*/ 10 w 53"/>
                <a:gd name="T21" fmla="*/ 21 h 52"/>
                <a:gd name="T22" fmla="*/ 32 w 53"/>
                <a:gd name="T23" fmla="*/ 21 h 52"/>
                <a:gd name="T24" fmla="*/ 23 w 53"/>
                <a:gd name="T25" fmla="*/ 12 h 52"/>
                <a:gd name="T26" fmla="*/ 30 w 53"/>
                <a:gd name="T27" fmla="*/ 6 h 52"/>
                <a:gd name="T28" fmla="*/ 47 w 53"/>
                <a:gd name="T29" fmla="*/ 22 h 52"/>
                <a:gd name="T30" fmla="*/ 48 w 53"/>
                <a:gd name="T31" fmla="*/ 26 h 52"/>
                <a:gd name="T32" fmla="*/ 47 w 53"/>
                <a:gd name="T33" fmla="*/ 2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3" h="52">
                  <a:moveTo>
                    <a:pt x="27" y="0"/>
                  </a:moveTo>
                  <a:cubicBezTo>
                    <a:pt x="12" y="0"/>
                    <a:pt x="0" y="11"/>
                    <a:pt x="0" y="26"/>
                  </a:cubicBezTo>
                  <a:cubicBezTo>
                    <a:pt x="0" y="40"/>
                    <a:pt x="12" y="52"/>
                    <a:pt x="27" y="52"/>
                  </a:cubicBezTo>
                  <a:cubicBezTo>
                    <a:pt x="41" y="52"/>
                    <a:pt x="53" y="40"/>
                    <a:pt x="53" y="26"/>
                  </a:cubicBezTo>
                  <a:cubicBezTo>
                    <a:pt x="53" y="11"/>
                    <a:pt x="41" y="0"/>
                    <a:pt x="27" y="0"/>
                  </a:cubicBezTo>
                  <a:close/>
                  <a:moveTo>
                    <a:pt x="47" y="29"/>
                  </a:moveTo>
                  <a:cubicBezTo>
                    <a:pt x="41" y="35"/>
                    <a:pt x="36" y="41"/>
                    <a:pt x="30" y="46"/>
                  </a:cubicBezTo>
                  <a:cubicBezTo>
                    <a:pt x="26" y="51"/>
                    <a:pt x="19" y="44"/>
                    <a:pt x="23" y="39"/>
                  </a:cubicBezTo>
                  <a:cubicBezTo>
                    <a:pt x="32" y="31"/>
                    <a:pt x="32" y="31"/>
                    <a:pt x="32" y="31"/>
                  </a:cubicBezTo>
                  <a:cubicBezTo>
                    <a:pt x="10" y="31"/>
                    <a:pt x="10" y="31"/>
                    <a:pt x="10" y="31"/>
                  </a:cubicBezTo>
                  <a:cubicBezTo>
                    <a:pt x="3" y="31"/>
                    <a:pt x="3" y="21"/>
                    <a:pt x="10" y="21"/>
                  </a:cubicBezTo>
                  <a:cubicBezTo>
                    <a:pt x="32" y="21"/>
                    <a:pt x="32" y="21"/>
                    <a:pt x="32" y="21"/>
                  </a:cubicBezTo>
                  <a:cubicBezTo>
                    <a:pt x="29" y="18"/>
                    <a:pt x="26" y="15"/>
                    <a:pt x="23" y="12"/>
                  </a:cubicBezTo>
                  <a:cubicBezTo>
                    <a:pt x="19" y="8"/>
                    <a:pt x="26" y="1"/>
                    <a:pt x="30" y="6"/>
                  </a:cubicBezTo>
                  <a:cubicBezTo>
                    <a:pt x="47" y="22"/>
                    <a:pt x="47" y="22"/>
                    <a:pt x="47" y="22"/>
                  </a:cubicBezTo>
                  <a:cubicBezTo>
                    <a:pt x="48" y="24"/>
                    <a:pt x="48" y="25"/>
                    <a:pt x="48" y="26"/>
                  </a:cubicBezTo>
                  <a:cubicBezTo>
                    <a:pt x="48" y="27"/>
                    <a:pt x="48" y="28"/>
                    <a:pt x="47" y="2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6" name="组合 25"/>
          <p:cNvGrpSpPr/>
          <p:nvPr/>
        </p:nvGrpSpPr>
        <p:grpSpPr>
          <a:xfrm>
            <a:off x="6555987" y="2730864"/>
            <a:ext cx="1817509" cy="622003"/>
            <a:chOff x="2263776" y="4075113"/>
            <a:chExt cx="2379663" cy="814388"/>
          </a:xfrm>
        </p:grpSpPr>
        <p:sp>
          <p:nvSpPr>
            <p:cNvPr id="27" name="Freeform 17"/>
            <p:cNvSpPr>
              <a:spLocks/>
            </p:cNvSpPr>
            <p:nvPr/>
          </p:nvSpPr>
          <p:spPr bwMode="auto">
            <a:xfrm>
              <a:off x="2263776" y="4075113"/>
              <a:ext cx="2379663" cy="814388"/>
            </a:xfrm>
            <a:custGeom>
              <a:avLst/>
              <a:gdLst>
                <a:gd name="T0" fmla="*/ 175 w 195"/>
                <a:gd name="T1" fmla="*/ 11 h 66"/>
                <a:gd name="T2" fmla="*/ 58 w 195"/>
                <a:gd name="T3" fmla="*/ 11 h 66"/>
                <a:gd name="T4" fmla="*/ 34 w 195"/>
                <a:gd name="T5" fmla="*/ 0 h 66"/>
                <a:gd name="T6" fmla="*/ 0 w 195"/>
                <a:gd name="T7" fmla="*/ 33 h 66"/>
                <a:gd name="T8" fmla="*/ 34 w 195"/>
                <a:gd name="T9" fmla="*/ 66 h 66"/>
                <a:gd name="T10" fmla="*/ 61 w 195"/>
                <a:gd name="T11" fmla="*/ 52 h 66"/>
                <a:gd name="T12" fmla="*/ 175 w 195"/>
                <a:gd name="T13" fmla="*/ 52 h 66"/>
                <a:gd name="T14" fmla="*/ 195 w 195"/>
                <a:gd name="T15" fmla="*/ 31 h 66"/>
                <a:gd name="T16" fmla="*/ 175 w 195"/>
                <a:gd name="T17" fmla="*/ 11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 h="66">
                  <a:moveTo>
                    <a:pt x="175" y="11"/>
                  </a:moveTo>
                  <a:cubicBezTo>
                    <a:pt x="58" y="11"/>
                    <a:pt x="58" y="11"/>
                    <a:pt x="58" y="11"/>
                  </a:cubicBezTo>
                  <a:cubicBezTo>
                    <a:pt x="52" y="4"/>
                    <a:pt x="44" y="0"/>
                    <a:pt x="34" y="0"/>
                  </a:cubicBezTo>
                  <a:cubicBezTo>
                    <a:pt x="15" y="0"/>
                    <a:pt x="0" y="15"/>
                    <a:pt x="0" y="33"/>
                  </a:cubicBezTo>
                  <a:cubicBezTo>
                    <a:pt x="0" y="51"/>
                    <a:pt x="15" y="66"/>
                    <a:pt x="34" y="66"/>
                  </a:cubicBezTo>
                  <a:cubicBezTo>
                    <a:pt x="45" y="66"/>
                    <a:pt x="55" y="60"/>
                    <a:pt x="61" y="52"/>
                  </a:cubicBezTo>
                  <a:cubicBezTo>
                    <a:pt x="175" y="52"/>
                    <a:pt x="175" y="52"/>
                    <a:pt x="175" y="52"/>
                  </a:cubicBezTo>
                  <a:cubicBezTo>
                    <a:pt x="186" y="52"/>
                    <a:pt x="195" y="42"/>
                    <a:pt x="195" y="31"/>
                  </a:cubicBezTo>
                  <a:cubicBezTo>
                    <a:pt x="195" y="20"/>
                    <a:pt x="186" y="11"/>
                    <a:pt x="175" y="11"/>
                  </a:cubicBezTo>
                  <a:close/>
                </a:path>
              </a:pathLst>
            </a:custGeom>
            <a:solidFill>
              <a:srgbClr val="ADCF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18"/>
            <p:cNvSpPr>
              <a:spLocks noEditPoints="1"/>
            </p:cNvSpPr>
            <p:nvPr/>
          </p:nvSpPr>
          <p:spPr bwMode="auto">
            <a:xfrm>
              <a:off x="2349501" y="4160838"/>
              <a:ext cx="646113" cy="641350"/>
            </a:xfrm>
            <a:custGeom>
              <a:avLst/>
              <a:gdLst>
                <a:gd name="T0" fmla="*/ 27 w 53"/>
                <a:gd name="T1" fmla="*/ 0 h 52"/>
                <a:gd name="T2" fmla="*/ 0 w 53"/>
                <a:gd name="T3" fmla="*/ 26 h 52"/>
                <a:gd name="T4" fmla="*/ 27 w 53"/>
                <a:gd name="T5" fmla="*/ 52 h 52"/>
                <a:gd name="T6" fmla="*/ 53 w 53"/>
                <a:gd name="T7" fmla="*/ 26 h 52"/>
                <a:gd name="T8" fmla="*/ 27 w 53"/>
                <a:gd name="T9" fmla="*/ 0 h 52"/>
                <a:gd name="T10" fmla="*/ 47 w 53"/>
                <a:gd name="T11" fmla="*/ 29 h 52"/>
                <a:gd name="T12" fmla="*/ 30 w 53"/>
                <a:gd name="T13" fmla="*/ 46 h 52"/>
                <a:gd name="T14" fmla="*/ 23 w 53"/>
                <a:gd name="T15" fmla="*/ 39 h 52"/>
                <a:gd name="T16" fmla="*/ 32 w 53"/>
                <a:gd name="T17" fmla="*/ 31 h 52"/>
                <a:gd name="T18" fmla="*/ 10 w 53"/>
                <a:gd name="T19" fmla="*/ 31 h 52"/>
                <a:gd name="T20" fmla="*/ 10 w 53"/>
                <a:gd name="T21" fmla="*/ 21 h 52"/>
                <a:gd name="T22" fmla="*/ 32 w 53"/>
                <a:gd name="T23" fmla="*/ 21 h 52"/>
                <a:gd name="T24" fmla="*/ 23 w 53"/>
                <a:gd name="T25" fmla="*/ 12 h 52"/>
                <a:gd name="T26" fmla="*/ 30 w 53"/>
                <a:gd name="T27" fmla="*/ 6 h 52"/>
                <a:gd name="T28" fmla="*/ 47 w 53"/>
                <a:gd name="T29" fmla="*/ 22 h 52"/>
                <a:gd name="T30" fmla="*/ 48 w 53"/>
                <a:gd name="T31" fmla="*/ 26 h 52"/>
                <a:gd name="T32" fmla="*/ 47 w 53"/>
                <a:gd name="T33" fmla="*/ 2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3" h="52">
                  <a:moveTo>
                    <a:pt x="27" y="0"/>
                  </a:moveTo>
                  <a:cubicBezTo>
                    <a:pt x="12" y="0"/>
                    <a:pt x="0" y="11"/>
                    <a:pt x="0" y="26"/>
                  </a:cubicBezTo>
                  <a:cubicBezTo>
                    <a:pt x="0" y="40"/>
                    <a:pt x="12" y="52"/>
                    <a:pt x="27" y="52"/>
                  </a:cubicBezTo>
                  <a:cubicBezTo>
                    <a:pt x="41" y="52"/>
                    <a:pt x="53" y="40"/>
                    <a:pt x="53" y="26"/>
                  </a:cubicBezTo>
                  <a:cubicBezTo>
                    <a:pt x="53" y="11"/>
                    <a:pt x="41" y="0"/>
                    <a:pt x="27" y="0"/>
                  </a:cubicBezTo>
                  <a:close/>
                  <a:moveTo>
                    <a:pt x="47" y="29"/>
                  </a:moveTo>
                  <a:cubicBezTo>
                    <a:pt x="41" y="35"/>
                    <a:pt x="36" y="41"/>
                    <a:pt x="30" y="46"/>
                  </a:cubicBezTo>
                  <a:cubicBezTo>
                    <a:pt x="26" y="51"/>
                    <a:pt x="19" y="44"/>
                    <a:pt x="23" y="39"/>
                  </a:cubicBezTo>
                  <a:cubicBezTo>
                    <a:pt x="32" y="31"/>
                    <a:pt x="32" y="31"/>
                    <a:pt x="32" y="31"/>
                  </a:cubicBezTo>
                  <a:cubicBezTo>
                    <a:pt x="10" y="31"/>
                    <a:pt x="10" y="31"/>
                    <a:pt x="10" y="31"/>
                  </a:cubicBezTo>
                  <a:cubicBezTo>
                    <a:pt x="3" y="31"/>
                    <a:pt x="3" y="21"/>
                    <a:pt x="10" y="21"/>
                  </a:cubicBezTo>
                  <a:cubicBezTo>
                    <a:pt x="32" y="21"/>
                    <a:pt x="32" y="21"/>
                    <a:pt x="32" y="21"/>
                  </a:cubicBezTo>
                  <a:cubicBezTo>
                    <a:pt x="29" y="18"/>
                    <a:pt x="26" y="15"/>
                    <a:pt x="23" y="12"/>
                  </a:cubicBezTo>
                  <a:cubicBezTo>
                    <a:pt x="19" y="8"/>
                    <a:pt x="26" y="1"/>
                    <a:pt x="30" y="6"/>
                  </a:cubicBezTo>
                  <a:cubicBezTo>
                    <a:pt x="47" y="22"/>
                    <a:pt x="47" y="22"/>
                    <a:pt x="47" y="22"/>
                  </a:cubicBezTo>
                  <a:cubicBezTo>
                    <a:pt x="48" y="24"/>
                    <a:pt x="48" y="25"/>
                    <a:pt x="48" y="26"/>
                  </a:cubicBezTo>
                  <a:cubicBezTo>
                    <a:pt x="48" y="27"/>
                    <a:pt x="48" y="28"/>
                    <a:pt x="47" y="2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9" name="组合 28"/>
          <p:cNvGrpSpPr/>
          <p:nvPr/>
        </p:nvGrpSpPr>
        <p:grpSpPr>
          <a:xfrm>
            <a:off x="9057828" y="2730864"/>
            <a:ext cx="1817509" cy="622003"/>
            <a:chOff x="2263776" y="4075113"/>
            <a:chExt cx="2379663" cy="814388"/>
          </a:xfrm>
        </p:grpSpPr>
        <p:sp>
          <p:nvSpPr>
            <p:cNvPr id="30" name="Freeform 17"/>
            <p:cNvSpPr>
              <a:spLocks/>
            </p:cNvSpPr>
            <p:nvPr/>
          </p:nvSpPr>
          <p:spPr bwMode="auto">
            <a:xfrm>
              <a:off x="2263776" y="4075113"/>
              <a:ext cx="2379663" cy="814388"/>
            </a:xfrm>
            <a:custGeom>
              <a:avLst/>
              <a:gdLst>
                <a:gd name="T0" fmla="*/ 175 w 195"/>
                <a:gd name="T1" fmla="*/ 11 h 66"/>
                <a:gd name="T2" fmla="*/ 58 w 195"/>
                <a:gd name="T3" fmla="*/ 11 h 66"/>
                <a:gd name="T4" fmla="*/ 34 w 195"/>
                <a:gd name="T5" fmla="*/ 0 h 66"/>
                <a:gd name="T6" fmla="*/ 0 w 195"/>
                <a:gd name="T7" fmla="*/ 33 h 66"/>
                <a:gd name="T8" fmla="*/ 34 w 195"/>
                <a:gd name="T9" fmla="*/ 66 h 66"/>
                <a:gd name="T10" fmla="*/ 61 w 195"/>
                <a:gd name="T11" fmla="*/ 52 h 66"/>
                <a:gd name="T12" fmla="*/ 175 w 195"/>
                <a:gd name="T13" fmla="*/ 52 h 66"/>
                <a:gd name="T14" fmla="*/ 195 w 195"/>
                <a:gd name="T15" fmla="*/ 31 h 66"/>
                <a:gd name="T16" fmla="*/ 175 w 195"/>
                <a:gd name="T17" fmla="*/ 11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 h="66">
                  <a:moveTo>
                    <a:pt x="175" y="11"/>
                  </a:moveTo>
                  <a:cubicBezTo>
                    <a:pt x="58" y="11"/>
                    <a:pt x="58" y="11"/>
                    <a:pt x="58" y="11"/>
                  </a:cubicBezTo>
                  <a:cubicBezTo>
                    <a:pt x="52" y="4"/>
                    <a:pt x="44" y="0"/>
                    <a:pt x="34" y="0"/>
                  </a:cubicBezTo>
                  <a:cubicBezTo>
                    <a:pt x="15" y="0"/>
                    <a:pt x="0" y="15"/>
                    <a:pt x="0" y="33"/>
                  </a:cubicBezTo>
                  <a:cubicBezTo>
                    <a:pt x="0" y="51"/>
                    <a:pt x="15" y="66"/>
                    <a:pt x="34" y="66"/>
                  </a:cubicBezTo>
                  <a:cubicBezTo>
                    <a:pt x="45" y="66"/>
                    <a:pt x="55" y="60"/>
                    <a:pt x="61" y="52"/>
                  </a:cubicBezTo>
                  <a:cubicBezTo>
                    <a:pt x="175" y="52"/>
                    <a:pt x="175" y="52"/>
                    <a:pt x="175" y="52"/>
                  </a:cubicBezTo>
                  <a:cubicBezTo>
                    <a:pt x="186" y="52"/>
                    <a:pt x="195" y="42"/>
                    <a:pt x="195" y="31"/>
                  </a:cubicBezTo>
                  <a:cubicBezTo>
                    <a:pt x="195" y="20"/>
                    <a:pt x="186" y="11"/>
                    <a:pt x="175" y="11"/>
                  </a:cubicBezTo>
                  <a:close/>
                </a:path>
              </a:pathLst>
            </a:custGeom>
            <a:solidFill>
              <a:srgbClr val="E61F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18"/>
            <p:cNvSpPr>
              <a:spLocks noEditPoints="1"/>
            </p:cNvSpPr>
            <p:nvPr/>
          </p:nvSpPr>
          <p:spPr bwMode="auto">
            <a:xfrm>
              <a:off x="2349501" y="4160838"/>
              <a:ext cx="646113" cy="641350"/>
            </a:xfrm>
            <a:custGeom>
              <a:avLst/>
              <a:gdLst>
                <a:gd name="T0" fmla="*/ 27 w 53"/>
                <a:gd name="T1" fmla="*/ 0 h 52"/>
                <a:gd name="T2" fmla="*/ 0 w 53"/>
                <a:gd name="T3" fmla="*/ 26 h 52"/>
                <a:gd name="T4" fmla="*/ 27 w 53"/>
                <a:gd name="T5" fmla="*/ 52 h 52"/>
                <a:gd name="T6" fmla="*/ 53 w 53"/>
                <a:gd name="T7" fmla="*/ 26 h 52"/>
                <a:gd name="T8" fmla="*/ 27 w 53"/>
                <a:gd name="T9" fmla="*/ 0 h 52"/>
                <a:gd name="T10" fmla="*/ 47 w 53"/>
                <a:gd name="T11" fmla="*/ 29 h 52"/>
                <a:gd name="T12" fmla="*/ 30 w 53"/>
                <a:gd name="T13" fmla="*/ 46 h 52"/>
                <a:gd name="T14" fmla="*/ 23 w 53"/>
                <a:gd name="T15" fmla="*/ 39 h 52"/>
                <a:gd name="T16" fmla="*/ 32 w 53"/>
                <a:gd name="T17" fmla="*/ 31 h 52"/>
                <a:gd name="T18" fmla="*/ 10 w 53"/>
                <a:gd name="T19" fmla="*/ 31 h 52"/>
                <a:gd name="T20" fmla="*/ 10 w 53"/>
                <a:gd name="T21" fmla="*/ 21 h 52"/>
                <a:gd name="T22" fmla="*/ 32 w 53"/>
                <a:gd name="T23" fmla="*/ 21 h 52"/>
                <a:gd name="T24" fmla="*/ 23 w 53"/>
                <a:gd name="T25" fmla="*/ 12 h 52"/>
                <a:gd name="T26" fmla="*/ 30 w 53"/>
                <a:gd name="T27" fmla="*/ 6 h 52"/>
                <a:gd name="T28" fmla="*/ 47 w 53"/>
                <a:gd name="T29" fmla="*/ 22 h 52"/>
                <a:gd name="T30" fmla="*/ 48 w 53"/>
                <a:gd name="T31" fmla="*/ 26 h 52"/>
                <a:gd name="T32" fmla="*/ 47 w 53"/>
                <a:gd name="T33" fmla="*/ 2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3" h="52">
                  <a:moveTo>
                    <a:pt x="27" y="0"/>
                  </a:moveTo>
                  <a:cubicBezTo>
                    <a:pt x="12" y="0"/>
                    <a:pt x="0" y="11"/>
                    <a:pt x="0" y="26"/>
                  </a:cubicBezTo>
                  <a:cubicBezTo>
                    <a:pt x="0" y="40"/>
                    <a:pt x="12" y="52"/>
                    <a:pt x="27" y="52"/>
                  </a:cubicBezTo>
                  <a:cubicBezTo>
                    <a:pt x="41" y="52"/>
                    <a:pt x="53" y="40"/>
                    <a:pt x="53" y="26"/>
                  </a:cubicBezTo>
                  <a:cubicBezTo>
                    <a:pt x="53" y="11"/>
                    <a:pt x="41" y="0"/>
                    <a:pt x="27" y="0"/>
                  </a:cubicBezTo>
                  <a:close/>
                  <a:moveTo>
                    <a:pt x="47" y="29"/>
                  </a:moveTo>
                  <a:cubicBezTo>
                    <a:pt x="41" y="35"/>
                    <a:pt x="36" y="41"/>
                    <a:pt x="30" y="46"/>
                  </a:cubicBezTo>
                  <a:cubicBezTo>
                    <a:pt x="26" y="51"/>
                    <a:pt x="19" y="44"/>
                    <a:pt x="23" y="39"/>
                  </a:cubicBezTo>
                  <a:cubicBezTo>
                    <a:pt x="32" y="31"/>
                    <a:pt x="32" y="31"/>
                    <a:pt x="32" y="31"/>
                  </a:cubicBezTo>
                  <a:cubicBezTo>
                    <a:pt x="10" y="31"/>
                    <a:pt x="10" y="31"/>
                    <a:pt x="10" y="31"/>
                  </a:cubicBezTo>
                  <a:cubicBezTo>
                    <a:pt x="3" y="31"/>
                    <a:pt x="3" y="21"/>
                    <a:pt x="10" y="21"/>
                  </a:cubicBezTo>
                  <a:cubicBezTo>
                    <a:pt x="32" y="21"/>
                    <a:pt x="32" y="21"/>
                    <a:pt x="32" y="21"/>
                  </a:cubicBezTo>
                  <a:cubicBezTo>
                    <a:pt x="29" y="18"/>
                    <a:pt x="26" y="15"/>
                    <a:pt x="23" y="12"/>
                  </a:cubicBezTo>
                  <a:cubicBezTo>
                    <a:pt x="19" y="8"/>
                    <a:pt x="26" y="1"/>
                    <a:pt x="30" y="6"/>
                  </a:cubicBezTo>
                  <a:cubicBezTo>
                    <a:pt x="47" y="22"/>
                    <a:pt x="47" y="22"/>
                    <a:pt x="47" y="22"/>
                  </a:cubicBezTo>
                  <a:cubicBezTo>
                    <a:pt x="48" y="24"/>
                    <a:pt x="48" y="25"/>
                    <a:pt x="48" y="26"/>
                  </a:cubicBezTo>
                  <a:cubicBezTo>
                    <a:pt x="48" y="27"/>
                    <a:pt x="48" y="28"/>
                    <a:pt x="47" y="2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cxnSp>
        <p:nvCxnSpPr>
          <p:cNvPr id="43" name="直接连接符 42"/>
          <p:cNvCxnSpPr/>
          <p:nvPr/>
        </p:nvCxnSpPr>
        <p:spPr>
          <a:xfrm>
            <a:off x="1286359" y="3399361"/>
            <a:ext cx="2262753" cy="0"/>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4" name="直接连接符 43"/>
          <p:cNvCxnSpPr/>
          <p:nvPr/>
        </p:nvCxnSpPr>
        <p:spPr>
          <a:xfrm>
            <a:off x="3855117" y="3399361"/>
            <a:ext cx="2262753" cy="0"/>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5" name="直接连接符 44"/>
          <p:cNvCxnSpPr/>
          <p:nvPr/>
        </p:nvCxnSpPr>
        <p:spPr>
          <a:xfrm>
            <a:off x="6385405" y="3399361"/>
            <a:ext cx="2262753" cy="0"/>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6" name="直接连接符 45"/>
          <p:cNvCxnSpPr/>
          <p:nvPr/>
        </p:nvCxnSpPr>
        <p:spPr>
          <a:xfrm>
            <a:off x="8835205" y="3399361"/>
            <a:ext cx="2262753" cy="0"/>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7" name="矩形 46"/>
          <p:cNvSpPr/>
          <p:nvPr/>
        </p:nvSpPr>
        <p:spPr>
          <a:xfrm>
            <a:off x="1286360" y="3452325"/>
            <a:ext cx="2262752" cy="732508"/>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a:t>
            </a:r>
          </a:p>
        </p:txBody>
      </p:sp>
      <p:sp>
        <p:nvSpPr>
          <p:cNvPr id="48" name="矩形 47"/>
          <p:cNvSpPr/>
          <p:nvPr/>
        </p:nvSpPr>
        <p:spPr>
          <a:xfrm>
            <a:off x="3802642" y="3452325"/>
            <a:ext cx="2262752" cy="732508"/>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a:t>
            </a:r>
          </a:p>
        </p:txBody>
      </p:sp>
      <p:sp>
        <p:nvSpPr>
          <p:cNvPr id="49" name="矩形 48"/>
          <p:cNvSpPr/>
          <p:nvPr/>
        </p:nvSpPr>
        <p:spPr>
          <a:xfrm>
            <a:off x="6318924" y="3452325"/>
            <a:ext cx="2262752" cy="732508"/>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a:t>
            </a:r>
          </a:p>
        </p:txBody>
      </p:sp>
      <p:sp>
        <p:nvSpPr>
          <p:cNvPr id="50" name="矩形 49"/>
          <p:cNvSpPr/>
          <p:nvPr/>
        </p:nvSpPr>
        <p:spPr>
          <a:xfrm>
            <a:off x="8835205" y="3452325"/>
            <a:ext cx="2262752" cy="732508"/>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a:t>
            </a:r>
          </a:p>
        </p:txBody>
      </p:sp>
      <p:sp>
        <p:nvSpPr>
          <p:cNvPr id="51" name="文本框 50"/>
          <p:cNvSpPr txBox="1"/>
          <p:nvPr/>
        </p:nvSpPr>
        <p:spPr>
          <a:xfrm>
            <a:off x="1662956" y="1530533"/>
            <a:ext cx="3097762"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52" name="文本框 51"/>
          <p:cNvSpPr txBox="1"/>
          <p:nvPr/>
        </p:nvSpPr>
        <p:spPr>
          <a:xfrm>
            <a:off x="4154818" y="5673359"/>
            <a:ext cx="3097762"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53" name="文本框 52"/>
          <p:cNvSpPr txBox="1"/>
          <p:nvPr/>
        </p:nvSpPr>
        <p:spPr>
          <a:xfrm>
            <a:off x="6666358" y="1530533"/>
            <a:ext cx="3097762"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54" name="文本框 53"/>
          <p:cNvSpPr txBox="1"/>
          <p:nvPr/>
        </p:nvSpPr>
        <p:spPr>
          <a:xfrm>
            <a:off x="9158220" y="5673359"/>
            <a:ext cx="3097762"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56"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342030272"/>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3" name="Freeform 45"/>
          <p:cNvSpPr>
            <a:spLocks noEditPoints="1"/>
          </p:cNvSpPr>
          <p:nvPr/>
        </p:nvSpPr>
        <p:spPr bwMode="auto">
          <a:xfrm>
            <a:off x="2484438" y="1432339"/>
            <a:ext cx="863600" cy="1071563"/>
          </a:xfrm>
          <a:custGeom>
            <a:avLst/>
            <a:gdLst>
              <a:gd name="T0" fmla="*/ 115 w 230"/>
              <a:gd name="T1" fmla="*/ 205 h 285"/>
              <a:gd name="T2" fmla="*/ 26 w 230"/>
              <a:gd name="T3" fmla="*/ 115 h 285"/>
              <a:gd name="T4" fmla="*/ 115 w 230"/>
              <a:gd name="T5" fmla="*/ 26 h 285"/>
              <a:gd name="T6" fmla="*/ 205 w 230"/>
              <a:gd name="T7" fmla="*/ 115 h 285"/>
              <a:gd name="T8" fmla="*/ 115 w 230"/>
              <a:gd name="T9" fmla="*/ 205 h 285"/>
              <a:gd name="T10" fmla="*/ 115 w 230"/>
              <a:gd name="T11" fmla="*/ 0 h 285"/>
              <a:gd name="T12" fmla="*/ 0 w 230"/>
              <a:gd name="T13" fmla="*/ 115 h 285"/>
              <a:gd name="T14" fmla="*/ 80 w 230"/>
              <a:gd name="T15" fmla="*/ 224 h 285"/>
              <a:gd name="T16" fmla="*/ 115 w 230"/>
              <a:gd name="T17" fmla="*/ 285 h 285"/>
              <a:gd name="T18" fmla="*/ 151 w 230"/>
              <a:gd name="T19" fmla="*/ 224 h 285"/>
              <a:gd name="T20" fmla="*/ 230 w 230"/>
              <a:gd name="T21" fmla="*/ 115 h 285"/>
              <a:gd name="T22" fmla="*/ 115 w 230"/>
              <a:gd name="T23"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0" h="285">
                <a:moveTo>
                  <a:pt x="115" y="205"/>
                </a:moveTo>
                <a:cubicBezTo>
                  <a:pt x="66" y="205"/>
                  <a:pt x="26" y="165"/>
                  <a:pt x="26" y="115"/>
                </a:cubicBezTo>
                <a:cubicBezTo>
                  <a:pt x="26" y="66"/>
                  <a:pt x="66" y="26"/>
                  <a:pt x="115" y="26"/>
                </a:cubicBezTo>
                <a:cubicBezTo>
                  <a:pt x="165" y="26"/>
                  <a:pt x="205" y="66"/>
                  <a:pt x="205" y="115"/>
                </a:cubicBezTo>
                <a:cubicBezTo>
                  <a:pt x="205" y="165"/>
                  <a:pt x="165" y="205"/>
                  <a:pt x="115" y="205"/>
                </a:cubicBezTo>
                <a:moveTo>
                  <a:pt x="115" y="0"/>
                </a:moveTo>
                <a:cubicBezTo>
                  <a:pt x="52" y="0"/>
                  <a:pt x="0" y="52"/>
                  <a:pt x="0" y="115"/>
                </a:cubicBezTo>
                <a:cubicBezTo>
                  <a:pt x="0" y="166"/>
                  <a:pt x="34" y="209"/>
                  <a:pt x="80" y="224"/>
                </a:cubicBezTo>
                <a:cubicBezTo>
                  <a:pt x="115" y="285"/>
                  <a:pt x="115" y="285"/>
                  <a:pt x="115" y="285"/>
                </a:cubicBezTo>
                <a:cubicBezTo>
                  <a:pt x="151" y="224"/>
                  <a:pt x="151" y="224"/>
                  <a:pt x="151" y="224"/>
                </a:cubicBezTo>
                <a:cubicBezTo>
                  <a:pt x="196" y="209"/>
                  <a:pt x="230" y="166"/>
                  <a:pt x="230" y="115"/>
                </a:cubicBezTo>
                <a:cubicBezTo>
                  <a:pt x="230" y="52"/>
                  <a:pt x="178" y="0"/>
                  <a:pt x="115" y="0"/>
                </a:cubicBezTo>
              </a:path>
            </a:pathLst>
          </a:custGeom>
          <a:gradFill>
            <a:gsLst>
              <a:gs pos="0">
                <a:srgbClr val="9F73B0"/>
              </a:gs>
              <a:gs pos="100000">
                <a:srgbClr val="253C9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134" name="Oval 46"/>
          <p:cNvSpPr>
            <a:spLocks noChangeArrowheads="1"/>
          </p:cNvSpPr>
          <p:nvPr/>
        </p:nvSpPr>
        <p:spPr bwMode="auto">
          <a:xfrm>
            <a:off x="2582863" y="1530764"/>
            <a:ext cx="671513" cy="673100"/>
          </a:xfrm>
          <a:prstGeom prst="ellipse">
            <a:avLst/>
          </a:prstGeom>
          <a:solidFill>
            <a:srgbClr val="F0F0F0"/>
          </a:solidFill>
          <a:ln w="28575" cap="flat" cmpd="sng" algn="ctr">
            <a:gradFill flip="none" rotWithShape="1">
              <a:gsLst>
                <a:gs pos="100000">
                  <a:srgbClr val="FFFFFF"/>
                </a:gs>
                <a:gs pos="0">
                  <a:srgbClr val="D9D9DA"/>
                </a:gs>
              </a:gsLst>
              <a:lin ang="18900000" scaled="0"/>
              <a:tileRect/>
            </a:gradFill>
            <a:prstDash val="solid"/>
            <a:miter lim="800000"/>
          </a:ln>
          <a:effectLst>
            <a:outerShdw blurRad="228600" dist="63500" dir="8100000" algn="tr" rotWithShape="0">
              <a:prstClr val="black">
                <a:alpha val="40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1136" name="Freeform 48"/>
          <p:cNvSpPr>
            <a:spLocks noEditPoints="1"/>
          </p:cNvSpPr>
          <p:nvPr/>
        </p:nvSpPr>
        <p:spPr bwMode="auto">
          <a:xfrm>
            <a:off x="4594225" y="1432339"/>
            <a:ext cx="863600" cy="1071563"/>
          </a:xfrm>
          <a:custGeom>
            <a:avLst/>
            <a:gdLst>
              <a:gd name="T0" fmla="*/ 115 w 230"/>
              <a:gd name="T1" fmla="*/ 205 h 285"/>
              <a:gd name="T2" fmla="*/ 25 w 230"/>
              <a:gd name="T3" fmla="*/ 115 h 285"/>
              <a:gd name="T4" fmla="*/ 115 w 230"/>
              <a:gd name="T5" fmla="*/ 26 h 285"/>
              <a:gd name="T6" fmla="*/ 204 w 230"/>
              <a:gd name="T7" fmla="*/ 115 h 285"/>
              <a:gd name="T8" fmla="*/ 115 w 230"/>
              <a:gd name="T9" fmla="*/ 205 h 285"/>
              <a:gd name="T10" fmla="*/ 115 w 230"/>
              <a:gd name="T11" fmla="*/ 0 h 285"/>
              <a:gd name="T12" fmla="*/ 0 w 230"/>
              <a:gd name="T13" fmla="*/ 115 h 285"/>
              <a:gd name="T14" fmla="*/ 79 w 230"/>
              <a:gd name="T15" fmla="*/ 224 h 285"/>
              <a:gd name="T16" fmla="*/ 115 w 230"/>
              <a:gd name="T17" fmla="*/ 285 h 285"/>
              <a:gd name="T18" fmla="*/ 150 w 230"/>
              <a:gd name="T19" fmla="*/ 224 h 285"/>
              <a:gd name="T20" fmla="*/ 230 w 230"/>
              <a:gd name="T21" fmla="*/ 115 h 285"/>
              <a:gd name="T22" fmla="*/ 115 w 230"/>
              <a:gd name="T23"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0" h="285">
                <a:moveTo>
                  <a:pt x="115" y="205"/>
                </a:moveTo>
                <a:cubicBezTo>
                  <a:pt x="65" y="205"/>
                  <a:pt x="25" y="165"/>
                  <a:pt x="25" y="115"/>
                </a:cubicBezTo>
                <a:cubicBezTo>
                  <a:pt x="25" y="66"/>
                  <a:pt x="65" y="26"/>
                  <a:pt x="115" y="26"/>
                </a:cubicBezTo>
                <a:cubicBezTo>
                  <a:pt x="164" y="26"/>
                  <a:pt x="204" y="66"/>
                  <a:pt x="204" y="115"/>
                </a:cubicBezTo>
                <a:cubicBezTo>
                  <a:pt x="204" y="165"/>
                  <a:pt x="164" y="205"/>
                  <a:pt x="115" y="205"/>
                </a:cubicBezTo>
                <a:moveTo>
                  <a:pt x="115" y="0"/>
                </a:moveTo>
                <a:cubicBezTo>
                  <a:pt x="52" y="0"/>
                  <a:pt x="0" y="52"/>
                  <a:pt x="0" y="115"/>
                </a:cubicBezTo>
                <a:cubicBezTo>
                  <a:pt x="0" y="166"/>
                  <a:pt x="34" y="209"/>
                  <a:pt x="79" y="224"/>
                </a:cubicBezTo>
                <a:cubicBezTo>
                  <a:pt x="115" y="285"/>
                  <a:pt x="115" y="285"/>
                  <a:pt x="115" y="285"/>
                </a:cubicBezTo>
                <a:cubicBezTo>
                  <a:pt x="150" y="224"/>
                  <a:pt x="150" y="224"/>
                  <a:pt x="150" y="224"/>
                </a:cubicBezTo>
                <a:cubicBezTo>
                  <a:pt x="196" y="209"/>
                  <a:pt x="230" y="166"/>
                  <a:pt x="230" y="115"/>
                </a:cubicBezTo>
                <a:cubicBezTo>
                  <a:pt x="230" y="52"/>
                  <a:pt x="178" y="0"/>
                  <a:pt x="115" y="0"/>
                </a:cubicBezTo>
              </a:path>
            </a:pathLst>
          </a:custGeom>
          <a:gradFill>
            <a:gsLst>
              <a:gs pos="0">
                <a:srgbClr val="E0E200"/>
              </a:gs>
              <a:gs pos="84000">
                <a:srgbClr val="94C11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137" name="Oval 49"/>
          <p:cNvSpPr>
            <a:spLocks noChangeArrowheads="1"/>
          </p:cNvSpPr>
          <p:nvPr/>
        </p:nvSpPr>
        <p:spPr bwMode="auto">
          <a:xfrm>
            <a:off x="4687888" y="1530764"/>
            <a:ext cx="673100" cy="673100"/>
          </a:xfrm>
          <a:prstGeom prst="ellipse">
            <a:avLst/>
          </a:prstGeom>
          <a:solidFill>
            <a:srgbClr val="F0F0F0"/>
          </a:solidFill>
          <a:ln w="28575" cap="flat" cmpd="sng" algn="ctr">
            <a:gradFill flip="none" rotWithShape="1">
              <a:gsLst>
                <a:gs pos="100000">
                  <a:srgbClr val="FFFFFF"/>
                </a:gs>
                <a:gs pos="0">
                  <a:srgbClr val="D9D9DA"/>
                </a:gs>
              </a:gsLst>
              <a:lin ang="18900000" scaled="0"/>
              <a:tileRect/>
            </a:gradFill>
            <a:prstDash val="solid"/>
            <a:miter lim="800000"/>
          </a:ln>
          <a:effectLst>
            <a:outerShdw blurRad="228600" dist="63500" dir="8100000" algn="tr" rotWithShape="0">
              <a:prstClr val="black">
                <a:alpha val="40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1139" name="Freeform 51"/>
          <p:cNvSpPr>
            <a:spLocks noEditPoints="1"/>
          </p:cNvSpPr>
          <p:nvPr/>
        </p:nvSpPr>
        <p:spPr bwMode="auto">
          <a:xfrm>
            <a:off x="6711950" y="1432339"/>
            <a:ext cx="858838" cy="1071563"/>
          </a:xfrm>
          <a:custGeom>
            <a:avLst/>
            <a:gdLst>
              <a:gd name="T0" fmla="*/ 115 w 229"/>
              <a:gd name="T1" fmla="*/ 205 h 285"/>
              <a:gd name="T2" fmla="*/ 25 w 229"/>
              <a:gd name="T3" fmla="*/ 115 h 285"/>
              <a:gd name="T4" fmla="*/ 115 w 229"/>
              <a:gd name="T5" fmla="*/ 26 h 285"/>
              <a:gd name="T6" fmla="*/ 204 w 229"/>
              <a:gd name="T7" fmla="*/ 115 h 285"/>
              <a:gd name="T8" fmla="*/ 115 w 229"/>
              <a:gd name="T9" fmla="*/ 205 h 285"/>
              <a:gd name="T10" fmla="*/ 115 w 229"/>
              <a:gd name="T11" fmla="*/ 0 h 285"/>
              <a:gd name="T12" fmla="*/ 0 w 229"/>
              <a:gd name="T13" fmla="*/ 115 h 285"/>
              <a:gd name="T14" fmla="*/ 79 w 229"/>
              <a:gd name="T15" fmla="*/ 224 h 285"/>
              <a:gd name="T16" fmla="*/ 115 w 229"/>
              <a:gd name="T17" fmla="*/ 285 h 285"/>
              <a:gd name="T18" fmla="*/ 150 w 229"/>
              <a:gd name="T19" fmla="*/ 224 h 285"/>
              <a:gd name="T20" fmla="*/ 229 w 229"/>
              <a:gd name="T21" fmla="*/ 115 h 285"/>
              <a:gd name="T22" fmla="*/ 115 w 229"/>
              <a:gd name="T23"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9" h="285">
                <a:moveTo>
                  <a:pt x="115" y="205"/>
                </a:moveTo>
                <a:cubicBezTo>
                  <a:pt x="65" y="205"/>
                  <a:pt x="25" y="165"/>
                  <a:pt x="25" y="115"/>
                </a:cubicBezTo>
                <a:cubicBezTo>
                  <a:pt x="25" y="66"/>
                  <a:pt x="65" y="26"/>
                  <a:pt x="115" y="26"/>
                </a:cubicBezTo>
                <a:cubicBezTo>
                  <a:pt x="164" y="26"/>
                  <a:pt x="204" y="66"/>
                  <a:pt x="204" y="115"/>
                </a:cubicBezTo>
                <a:cubicBezTo>
                  <a:pt x="204" y="165"/>
                  <a:pt x="164" y="205"/>
                  <a:pt x="115" y="205"/>
                </a:cubicBezTo>
                <a:moveTo>
                  <a:pt x="115" y="0"/>
                </a:moveTo>
                <a:cubicBezTo>
                  <a:pt x="51" y="0"/>
                  <a:pt x="0" y="52"/>
                  <a:pt x="0" y="115"/>
                </a:cubicBezTo>
                <a:cubicBezTo>
                  <a:pt x="0" y="166"/>
                  <a:pt x="33" y="209"/>
                  <a:pt x="79" y="224"/>
                </a:cubicBezTo>
                <a:cubicBezTo>
                  <a:pt x="115" y="285"/>
                  <a:pt x="115" y="285"/>
                  <a:pt x="115" y="285"/>
                </a:cubicBezTo>
                <a:cubicBezTo>
                  <a:pt x="150" y="224"/>
                  <a:pt x="150" y="224"/>
                  <a:pt x="150" y="224"/>
                </a:cubicBezTo>
                <a:cubicBezTo>
                  <a:pt x="196" y="209"/>
                  <a:pt x="229" y="166"/>
                  <a:pt x="229" y="115"/>
                </a:cubicBezTo>
                <a:cubicBezTo>
                  <a:pt x="229" y="52"/>
                  <a:pt x="178" y="0"/>
                  <a:pt x="115" y="0"/>
                </a:cubicBezTo>
              </a:path>
            </a:pathLst>
          </a:custGeom>
          <a:gradFill>
            <a:gsLst>
              <a:gs pos="0">
                <a:srgbClr val="86C1A8"/>
              </a:gs>
              <a:gs pos="74000">
                <a:srgbClr val="0080C8"/>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140" name="Oval 52"/>
          <p:cNvSpPr>
            <a:spLocks noChangeArrowheads="1"/>
          </p:cNvSpPr>
          <p:nvPr/>
        </p:nvSpPr>
        <p:spPr bwMode="auto">
          <a:xfrm>
            <a:off x="6805613" y="1530764"/>
            <a:ext cx="671513" cy="673100"/>
          </a:xfrm>
          <a:prstGeom prst="ellipse">
            <a:avLst/>
          </a:prstGeom>
          <a:solidFill>
            <a:srgbClr val="F0F0F0"/>
          </a:solidFill>
          <a:ln w="28575" cap="flat" cmpd="sng" algn="ctr">
            <a:gradFill flip="none" rotWithShape="1">
              <a:gsLst>
                <a:gs pos="100000">
                  <a:srgbClr val="FFFFFF"/>
                </a:gs>
                <a:gs pos="0">
                  <a:srgbClr val="D9D9DA"/>
                </a:gs>
              </a:gsLst>
              <a:lin ang="18900000" scaled="0"/>
              <a:tileRect/>
            </a:gradFill>
            <a:prstDash val="solid"/>
            <a:miter lim="800000"/>
          </a:ln>
          <a:effectLst>
            <a:outerShdw blurRad="228600" dist="63500" dir="8100000" algn="tr" rotWithShape="0">
              <a:prstClr val="black">
                <a:alpha val="40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1142" name="Freeform 54"/>
          <p:cNvSpPr>
            <a:spLocks noEditPoints="1"/>
          </p:cNvSpPr>
          <p:nvPr/>
        </p:nvSpPr>
        <p:spPr bwMode="auto">
          <a:xfrm>
            <a:off x="8832850" y="1432339"/>
            <a:ext cx="858838" cy="1071563"/>
          </a:xfrm>
          <a:custGeom>
            <a:avLst/>
            <a:gdLst>
              <a:gd name="T0" fmla="*/ 115 w 229"/>
              <a:gd name="T1" fmla="*/ 205 h 285"/>
              <a:gd name="T2" fmla="*/ 25 w 229"/>
              <a:gd name="T3" fmla="*/ 115 h 285"/>
              <a:gd name="T4" fmla="*/ 115 w 229"/>
              <a:gd name="T5" fmla="*/ 26 h 285"/>
              <a:gd name="T6" fmla="*/ 204 w 229"/>
              <a:gd name="T7" fmla="*/ 115 h 285"/>
              <a:gd name="T8" fmla="*/ 115 w 229"/>
              <a:gd name="T9" fmla="*/ 205 h 285"/>
              <a:gd name="T10" fmla="*/ 115 w 229"/>
              <a:gd name="T11" fmla="*/ 0 h 285"/>
              <a:gd name="T12" fmla="*/ 0 w 229"/>
              <a:gd name="T13" fmla="*/ 115 h 285"/>
              <a:gd name="T14" fmla="*/ 79 w 229"/>
              <a:gd name="T15" fmla="*/ 224 h 285"/>
              <a:gd name="T16" fmla="*/ 115 w 229"/>
              <a:gd name="T17" fmla="*/ 285 h 285"/>
              <a:gd name="T18" fmla="*/ 150 w 229"/>
              <a:gd name="T19" fmla="*/ 224 h 285"/>
              <a:gd name="T20" fmla="*/ 229 w 229"/>
              <a:gd name="T21" fmla="*/ 115 h 285"/>
              <a:gd name="T22" fmla="*/ 115 w 229"/>
              <a:gd name="T23"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9" h="285">
                <a:moveTo>
                  <a:pt x="115" y="205"/>
                </a:moveTo>
                <a:cubicBezTo>
                  <a:pt x="65" y="205"/>
                  <a:pt x="25" y="165"/>
                  <a:pt x="25" y="115"/>
                </a:cubicBezTo>
                <a:cubicBezTo>
                  <a:pt x="25" y="66"/>
                  <a:pt x="65" y="26"/>
                  <a:pt x="115" y="26"/>
                </a:cubicBezTo>
                <a:cubicBezTo>
                  <a:pt x="164" y="26"/>
                  <a:pt x="204" y="66"/>
                  <a:pt x="204" y="115"/>
                </a:cubicBezTo>
                <a:cubicBezTo>
                  <a:pt x="204" y="165"/>
                  <a:pt x="164" y="205"/>
                  <a:pt x="115" y="205"/>
                </a:cubicBezTo>
                <a:moveTo>
                  <a:pt x="115" y="0"/>
                </a:moveTo>
                <a:cubicBezTo>
                  <a:pt x="51" y="0"/>
                  <a:pt x="0" y="52"/>
                  <a:pt x="0" y="115"/>
                </a:cubicBezTo>
                <a:cubicBezTo>
                  <a:pt x="0" y="166"/>
                  <a:pt x="33" y="209"/>
                  <a:pt x="79" y="224"/>
                </a:cubicBezTo>
                <a:cubicBezTo>
                  <a:pt x="115" y="285"/>
                  <a:pt x="115" y="285"/>
                  <a:pt x="115" y="285"/>
                </a:cubicBezTo>
                <a:cubicBezTo>
                  <a:pt x="150" y="224"/>
                  <a:pt x="150" y="224"/>
                  <a:pt x="150" y="224"/>
                </a:cubicBezTo>
                <a:cubicBezTo>
                  <a:pt x="196" y="209"/>
                  <a:pt x="229" y="166"/>
                  <a:pt x="229" y="115"/>
                </a:cubicBezTo>
                <a:cubicBezTo>
                  <a:pt x="229" y="52"/>
                  <a:pt x="178" y="0"/>
                  <a:pt x="115" y="0"/>
                </a:cubicBezTo>
              </a:path>
            </a:pathLst>
          </a:custGeom>
          <a:gradFill>
            <a:gsLst>
              <a:gs pos="0">
                <a:srgbClr val="F28F00"/>
              </a:gs>
              <a:gs pos="98000">
                <a:srgbClr val="E60C12"/>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143" name="Oval 55"/>
          <p:cNvSpPr>
            <a:spLocks noChangeArrowheads="1"/>
          </p:cNvSpPr>
          <p:nvPr/>
        </p:nvSpPr>
        <p:spPr bwMode="auto">
          <a:xfrm>
            <a:off x="8926513" y="1530764"/>
            <a:ext cx="671513" cy="673100"/>
          </a:xfrm>
          <a:prstGeom prst="ellipse">
            <a:avLst/>
          </a:prstGeom>
          <a:solidFill>
            <a:srgbClr val="F0F0F0"/>
          </a:solidFill>
          <a:ln w="28575" cap="flat" cmpd="sng" algn="ctr">
            <a:gradFill flip="none" rotWithShape="1">
              <a:gsLst>
                <a:gs pos="100000">
                  <a:srgbClr val="FFFFFF"/>
                </a:gs>
                <a:gs pos="0">
                  <a:srgbClr val="D9D9DA"/>
                </a:gs>
              </a:gsLst>
              <a:lin ang="18900000" scaled="0"/>
              <a:tileRect/>
            </a:gradFill>
            <a:prstDash val="solid"/>
            <a:miter lim="800000"/>
          </a:ln>
          <a:effectLst>
            <a:outerShdw blurRad="228600" dist="63500" dir="8100000" algn="tr" rotWithShape="0">
              <a:prstClr val="black">
                <a:alpha val="40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67" name="菱形 66"/>
          <p:cNvSpPr/>
          <p:nvPr/>
        </p:nvSpPr>
        <p:spPr>
          <a:xfrm>
            <a:off x="1327150" y="2602327"/>
            <a:ext cx="3167270" cy="3167270"/>
          </a:xfrm>
          <a:prstGeom prst="diamond">
            <a:avLst/>
          </a:prstGeom>
          <a:gradFill>
            <a:gsLst>
              <a:gs pos="0">
                <a:srgbClr val="9F73B0">
                  <a:alpha val="80000"/>
                </a:srgbClr>
              </a:gs>
              <a:gs pos="100000">
                <a:srgbClr val="253C9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68" name="菱形 67"/>
          <p:cNvSpPr/>
          <p:nvPr/>
        </p:nvSpPr>
        <p:spPr>
          <a:xfrm>
            <a:off x="3434357" y="2602327"/>
            <a:ext cx="3167270" cy="3167270"/>
          </a:xfrm>
          <a:prstGeom prst="diamond">
            <a:avLst/>
          </a:prstGeom>
          <a:gradFill>
            <a:gsLst>
              <a:gs pos="0">
                <a:srgbClr val="E0E200">
                  <a:alpha val="80000"/>
                </a:srgbClr>
              </a:gs>
              <a:gs pos="84000">
                <a:srgbClr val="94C115">
                  <a:alpha val="80000"/>
                </a:srgbClr>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69" name="菱形 68"/>
          <p:cNvSpPr/>
          <p:nvPr/>
        </p:nvSpPr>
        <p:spPr>
          <a:xfrm>
            <a:off x="5567259" y="2602327"/>
            <a:ext cx="3167270" cy="3167270"/>
          </a:xfrm>
          <a:prstGeom prst="diamond">
            <a:avLst/>
          </a:prstGeom>
          <a:gradFill>
            <a:gsLst>
              <a:gs pos="0">
                <a:srgbClr val="86C1A8">
                  <a:alpha val="80000"/>
                </a:srgbClr>
              </a:gs>
              <a:gs pos="74000">
                <a:srgbClr val="0080C8">
                  <a:alpha val="80000"/>
                </a:srgbClr>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70" name="菱形 69"/>
          <p:cNvSpPr/>
          <p:nvPr/>
        </p:nvSpPr>
        <p:spPr>
          <a:xfrm>
            <a:off x="7688159" y="2602327"/>
            <a:ext cx="3167270" cy="3167270"/>
          </a:xfrm>
          <a:prstGeom prst="diamond">
            <a:avLst/>
          </a:prstGeom>
          <a:gradFill>
            <a:gsLst>
              <a:gs pos="0">
                <a:srgbClr val="F28F00">
                  <a:alpha val="80000"/>
                </a:srgbClr>
              </a:gs>
              <a:gs pos="98000">
                <a:srgbClr val="E60C12">
                  <a:alpha val="80000"/>
                </a:srgbClr>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73" name="TextBox 145"/>
          <p:cNvSpPr txBox="1"/>
          <p:nvPr/>
        </p:nvSpPr>
        <p:spPr>
          <a:xfrm>
            <a:off x="4676426" y="1482592"/>
            <a:ext cx="696024" cy="769441"/>
          </a:xfrm>
          <a:prstGeom prst="rect">
            <a:avLst/>
          </a:prstGeom>
          <a:noFill/>
        </p:spPr>
        <p:txBody>
          <a:bodyPr wrap="none" rtlCol="0">
            <a:spAutoFit/>
          </a:bodyPr>
          <a:lstStyle/>
          <a:p>
            <a:pPr algn="ctr"/>
            <a:r>
              <a:rPr lang="en-US" sz="4400" b="1" dirty="0">
                <a:solidFill>
                  <a:srgbClr val="9FC628"/>
                </a:solidFill>
              </a:rPr>
              <a:t>W</a:t>
            </a:r>
          </a:p>
        </p:txBody>
      </p:sp>
      <p:sp>
        <p:nvSpPr>
          <p:cNvPr id="74" name="TextBox 152"/>
          <p:cNvSpPr txBox="1"/>
          <p:nvPr/>
        </p:nvSpPr>
        <p:spPr>
          <a:xfrm>
            <a:off x="6858278" y="1482592"/>
            <a:ext cx="566181" cy="769441"/>
          </a:xfrm>
          <a:prstGeom prst="rect">
            <a:avLst/>
          </a:prstGeom>
          <a:noFill/>
        </p:spPr>
        <p:txBody>
          <a:bodyPr wrap="none" rtlCol="0">
            <a:spAutoFit/>
          </a:bodyPr>
          <a:lstStyle/>
          <a:p>
            <a:pPr algn="ctr"/>
            <a:r>
              <a:rPr lang="en-US" sz="4400" b="1" dirty="0">
                <a:solidFill>
                  <a:srgbClr val="0B85C5"/>
                </a:solidFill>
              </a:rPr>
              <a:t>O</a:t>
            </a:r>
          </a:p>
        </p:txBody>
      </p:sp>
      <p:sp>
        <p:nvSpPr>
          <p:cNvPr id="75" name="TextBox 159"/>
          <p:cNvSpPr txBox="1"/>
          <p:nvPr/>
        </p:nvSpPr>
        <p:spPr>
          <a:xfrm>
            <a:off x="9030475" y="1482592"/>
            <a:ext cx="463588" cy="769441"/>
          </a:xfrm>
          <a:prstGeom prst="rect">
            <a:avLst/>
          </a:prstGeom>
          <a:noFill/>
        </p:spPr>
        <p:txBody>
          <a:bodyPr wrap="none" rtlCol="0">
            <a:spAutoFit/>
          </a:bodyPr>
          <a:lstStyle/>
          <a:p>
            <a:pPr algn="ctr"/>
            <a:r>
              <a:rPr lang="en-US" sz="4400" b="1" dirty="0">
                <a:solidFill>
                  <a:srgbClr val="EA360C"/>
                </a:solidFill>
              </a:rPr>
              <a:t>T</a:t>
            </a:r>
          </a:p>
        </p:txBody>
      </p:sp>
      <p:sp>
        <p:nvSpPr>
          <p:cNvPr id="80" name="TextBox 79"/>
          <p:cNvSpPr txBox="1"/>
          <p:nvPr/>
        </p:nvSpPr>
        <p:spPr>
          <a:xfrm>
            <a:off x="2685403" y="1482593"/>
            <a:ext cx="450764" cy="769441"/>
          </a:xfrm>
          <a:prstGeom prst="rect">
            <a:avLst/>
          </a:prstGeom>
          <a:noFill/>
        </p:spPr>
        <p:txBody>
          <a:bodyPr wrap="none" rtlCol="0">
            <a:spAutoFit/>
          </a:bodyPr>
          <a:lstStyle/>
          <a:p>
            <a:pPr algn="ctr"/>
            <a:r>
              <a:rPr lang="en-US" sz="4400" b="1" dirty="0">
                <a:solidFill>
                  <a:srgbClr val="6C5CA5"/>
                </a:solidFill>
              </a:rPr>
              <a:t>S</a:t>
            </a:r>
          </a:p>
        </p:txBody>
      </p:sp>
      <p:sp>
        <p:nvSpPr>
          <p:cNvPr id="85" name="文本框 84"/>
          <p:cNvSpPr txBox="1"/>
          <p:nvPr/>
        </p:nvSpPr>
        <p:spPr>
          <a:xfrm>
            <a:off x="2518509" y="6036448"/>
            <a:ext cx="800220" cy="461665"/>
          </a:xfrm>
          <a:prstGeom prst="rect">
            <a:avLst/>
          </a:prstGeom>
          <a:noFill/>
        </p:spPr>
        <p:txBody>
          <a:bodyPr wrap="none" rtlCol="0">
            <a:spAutoFit/>
          </a:bodyPr>
          <a:lstStyle>
            <a:defPPr>
              <a:defRPr lang="zh-CN"/>
            </a:defPPr>
            <a:lvl1pPr algn="ctr">
              <a:defRPr sz="4400" b="1">
                <a:solidFill>
                  <a:srgbClr val="6C5CA5"/>
                </a:solidFill>
              </a:defRPr>
            </a:lvl1pPr>
          </a:lstStyle>
          <a:p>
            <a:r>
              <a:rPr lang="zh-CN" altLang="en-US" sz="2400" dirty="0"/>
              <a:t>优势</a:t>
            </a:r>
            <a:endParaRPr lang="en-US" altLang="zh-CN" sz="2400" dirty="0"/>
          </a:p>
        </p:txBody>
      </p:sp>
      <p:sp>
        <p:nvSpPr>
          <p:cNvPr id="86" name="文本框 85"/>
          <p:cNvSpPr txBox="1"/>
          <p:nvPr/>
        </p:nvSpPr>
        <p:spPr>
          <a:xfrm>
            <a:off x="4058259" y="6036448"/>
            <a:ext cx="1952223" cy="504241"/>
          </a:xfrm>
          <a:prstGeom prst="rect">
            <a:avLst/>
          </a:prstGeom>
          <a:noFill/>
        </p:spPr>
        <p:txBody>
          <a:bodyPr wrap="square" rtlCol="0">
            <a:spAutoFit/>
          </a:bodyPr>
          <a:lstStyle/>
          <a:p>
            <a:pPr algn="ctr">
              <a:lnSpc>
                <a:spcPct val="120000"/>
              </a:lnSpc>
            </a:pPr>
            <a:r>
              <a:rPr lang="zh-CN" altLang="en-US" sz="2400" b="1" dirty="0">
                <a:solidFill>
                  <a:srgbClr val="9FC628"/>
                </a:solidFill>
              </a:rPr>
              <a:t>劣势</a:t>
            </a:r>
            <a:endParaRPr lang="en-US" altLang="zh-CN" sz="2400" b="1" dirty="0">
              <a:solidFill>
                <a:srgbClr val="9FC628"/>
              </a:solidFill>
            </a:endParaRPr>
          </a:p>
        </p:txBody>
      </p:sp>
      <p:sp>
        <p:nvSpPr>
          <p:cNvPr id="87" name="文本框 86"/>
          <p:cNvSpPr txBox="1"/>
          <p:nvPr/>
        </p:nvSpPr>
        <p:spPr>
          <a:xfrm>
            <a:off x="6174010" y="6036448"/>
            <a:ext cx="1952223" cy="504241"/>
          </a:xfrm>
          <a:prstGeom prst="rect">
            <a:avLst/>
          </a:prstGeom>
          <a:noFill/>
        </p:spPr>
        <p:txBody>
          <a:bodyPr wrap="square" rtlCol="0">
            <a:spAutoFit/>
          </a:bodyPr>
          <a:lstStyle/>
          <a:p>
            <a:pPr algn="ctr">
              <a:lnSpc>
                <a:spcPct val="120000"/>
              </a:lnSpc>
            </a:pPr>
            <a:r>
              <a:rPr lang="zh-CN" altLang="en-US" sz="2400" b="1" dirty="0">
                <a:solidFill>
                  <a:srgbClr val="0B85C5"/>
                </a:solidFill>
              </a:rPr>
              <a:t>机会</a:t>
            </a:r>
            <a:endParaRPr lang="en-US" altLang="zh-CN" sz="2400" b="1" dirty="0">
              <a:solidFill>
                <a:srgbClr val="0B85C5"/>
              </a:solidFill>
            </a:endParaRPr>
          </a:p>
        </p:txBody>
      </p:sp>
      <p:sp>
        <p:nvSpPr>
          <p:cNvPr id="88" name="文本框 87"/>
          <p:cNvSpPr txBox="1"/>
          <p:nvPr/>
        </p:nvSpPr>
        <p:spPr>
          <a:xfrm>
            <a:off x="8289762" y="6036448"/>
            <a:ext cx="1952223" cy="504241"/>
          </a:xfrm>
          <a:prstGeom prst="rect">
            <a:avLst/>
          </a:prstGeom>
          <a:noFill/>
        </p:spPr>
        <p:txBody>
          <a:bodyPr wrap="square" rtlCol="0">
            <a:spAutoFit/>
          </a:bodyPr>
          <a:lstStyle/>
          <a:p>
            <a:pPr algn="ctr">
              <a:lnSpc>
                <a:spcPct val="120000"/>
              </a:lnSpc>
            </a:pPr>
            <a:r>
              <a:rPr lang="zh-CN" altLang="en-US" sz="2400" b="1" dirty="0">
                <a:solidFill>
                  <a:srgbClr val="EA360C"/>
                </a:solidFill>
              </a:rPr>
              <a:t>威胁</a:t>
            </a:r>
            <a:endParaRPr lang="en-US" altLang="zh-CN" sz="2400" b="1" dirty="0">
              <a:solidFill>
                <a:srgbClr val="EA360C"/>
              </a:solidFill>
            </a:endParaRPr>
          </a:p>
        </p:txBody>
      </p:sp>
      <p:sp>
        <p:nvSpPr>
          <p:cNvPr id="91" name="矩形 90"/>
          <p:cNvSpPr/>
          <p:nvPr/>
        </p:nvSpPr>
        <p:spPr>
          <a:xfrm>
            <a:off x="4157033" y="3474998"/>
            <a:ext cx="1756178" cy="1333185"/>
          </a:xfrm>
          <a:prstGeom prst="rect">
            <a:avLst/>
          </a:prstGeom>
        </p:spPr>
        <p:txBody>
          <a:bodyPr wrap="square">
            <a:spAutoFit/>
          </a:bodyPr>
          <a:lstStyle/>
          <a:p>
            <a:pPr algn="just">
              <a:lnSpc>
                <a:spcPct val="112000"/>
              </a:lnSpc>
            </a:pPr>
            <a:r>
              <a:rPr lang="zh-CN" altLang="en-US" dirty="0">
                <a:solidFill>
                  <a:schemeClr val="bg1"/>
                </a:solidFill>
              </a:rPr>
              <a:t>添加内容添加内容添加内容添加内容添加内容</a:t>
            </a:r>
          </a:p>
        </p:txBody>
      </p:sp>
      <p:sp>
        <p:nvSpPr>
          <p:cNvPr id="94" name="矩形 93"/>
          <p:cNvSpPr/>
          <p:nvPr/>
        </p:nvSpPr>
        <p:spPr>
          <a:xfrm>
            <a:off x="8393705" y="3474998"/>
            <a:ext cx="1756178" cy="1333185"/>
          </a:xfrm>
          <a:prstGeom prst="rect">
            <a:avLst/>
          </a:prstGeom>
        </p:spPr>
        <p:txBody>
          <a:bodyPr wrap="square">
            <a:spAutoFit/>
          </a:bodyPr>
          <a:lstStyle/>
          <a:p>
            <a:pPr algn="just">
              <a:lnSpc>
                <a:spcPct val="112000"/>
              </a:lnSpc>
            </a:pPr>
            <a:r>
              <a:rPr lang="zh-CN" altLang="en-US" dirty="0">
                <a:solidFill>
                  <a:schemeClr val="bg1"/>
                </a:solidFill>
              </a:rPr>
              <a:t>添加内容添加内容添加内容添加内容添加内容</a:t>
            </a:r>
          </a:p>
        </p:txBody>
      </p:sp>
      <p:sp>
        <p:nvSpPr>
          <p:cNvPr id="95" name="矩形 94"/>
          <p:cNvSpPr/>
          <p:nvPr/>
        </p:nvSpPr>
        <p:spPr>
          <a:xfrm>
            <a:off x="2038697" y="3474998"/>
            <a:ext cx="1756178" cy="1333185"/>
          </a:xfrm>
          <a:prstGeom prst="rect">
            <a:avLst/>
          </a:prstGeom>
        </p:spPr>
        <p:txBody>
          <a:bodyPr wrap="square">
            <a:spAutoFit/>
          </a:bodyPr>
          <a:lstStyle/>
          <a:p>
            <a:pPr algn="just">
              <a:lnSpc>
                <a:spcPct val="112000"/>
              </a:lnSpc>
            </a:pPr>
            <a:r>
              <a:rPr lang="zh-CN" altLang="en-US" dirty="0">
                <a:solidFill>
                  <a:schemeClr val="bg1"/>
                </a:solidFill>
              </a:rPr>
              <a:t>添加内容添加内容添加内容添加内容添加内容</a:t>
            </a:r>
          </a:p>
        </p:txBody>
      </p:sp>
      <p:sp>
        <p:nvSpPr>
          <p:cNvPr id="96" name="矩形 95"/>
          <p:cNvSpPr/>
          <p:nvPr/>
        </p:nvSpPr>
        <p:spPr>
          <a:xfrm>
            <a:off x="6275369" y="3474998"/>
            <a:ext cx="1756178" cy="1333185"/>
          </a:xfrm>
          <a:prstGeom prst="rect">
            <a:avLst/>
          </a:prstGeom>
        </p:spPr>
        <p:txBody>
          <a:bodyPr wrap="square">
            <a:spAutoFit/>
          </a:bodyPr>
          <a:lstStyle/>
          <a:p>
            <a:pPr algn="just">
              <a:lnSpc>
                <a:spcPct val="112000"/>
              </a:lnSpc>
            </a:pPr>
            <a:r>
              <a:rPr lang="zh-CN" altLang="en-US" dirty="0">
                <a:solidFill>
                  <a:schemeClr val="bg1"/>
                </a:solidFill>
              </a:rPr>
              <a:t>添加内容添加内容添加内容添加内容添加内容</a:t>
            </a:r>
          </a:p>
        </p:txBody>
      </p:sp>
      <p:sp>
        <p:nvSpPr>
          <p:cNvPr id="97" name="矩形 39"/>
          <p:cNvSpPr/>
          <p:nvPr/>
        </p:nvSpPr>
        <p:spPr>
          <a:xfrm>
            <a:off x="0" y="203088"/>
            <a:ext cx="2521396" cy="523220"/>
          </a:xfrm>
          <a:prstGeom prst="rect">
            <a:avLst/>
          </a:prstGeom>
          <a:noFill/>
        </p:spPr>
        <p:txBody>
          <a:bodyPr wrap="none" rtlCol="0">
            <a:spAutoFit/>
          </a:bodyPr>
          <a:lstStyle/>
          <a:p>
            <a:r>
              <a:rPr lang="en-US" altLang="zh-CN" sz="2800" b="1" dirty="0">
                <a:solidFill>
                  <a:schemeClr val="tx1">
                    <a:lumMod val="65000"/>
                    <a:lumOff val="35000"/>
                  </a:schemeClr>
                </a:solidFill>
              </a:rPr>
              <a:t>SWOT</a:t>
            </a:r>
            <a:r>
              <a:rPr lang="zh-CN" altLang="en-US" sz="2800" b="1" dirty="0">
                <a:solidFill>
                  <a:schemeClr val="tx1">
                    <a:lumMod val="65000"/>
                    <a:lumOff val="35000"/>
                  </a:schemeClr>
                </a:solidFill>
              </a:rPr>
              <a:t>分析图表</a:t>
            </a:r>
            <a:endParaRPr lang="zh-CN" altLang="zh-CN" sz="2800" b="1" dirty="0">
              <a:solidFill>
                <a:schemeClr val="tx1">
                  <a:lumMod val="65000"/>
                  <a:lumOff val="35000"/>
                </a:schemeClr>
              </a:solidFill>
            </a:endParaRPr>
          </a:p>
        </p:txBody>
      </p:sp>
      <p:sp>
        <p:nvSpPr>
          <p:cNvPr id="32" name="椭圆 31"/>
          <p:cNvSpPr/>
          <p:nvPr/>
        </p:nvSpPr>
        <p:spPr>
          <a:xfrm>
            <a:off x="1608137" y="5750761"/>
            <a:ext cx="2620963" cy="323850"/>
          </a:xfrm>
          <a:prstGeom prst="ellipse">
            <a:avLst/>
          </a:prstGeom>
          <a:gradFill flip="none" rotWithShape="1">
            <a:gsLst>
              <a:gs pos="0">
                <a:schemeClr val="tx1">
                  <a:lumMod val="95000"/>
                  <a:lumOff val="5000"/>
                  <a:alpha val="35000"/>
                </a:schemeClr>
              </a:gs>
              <a:gs pos="90000">
                <a:schemeClr val="tx1">
                  <a:alpha val="0"/>
                  <a:lumMod val="0"/>
                  <a:lumOff val="100000"/>
                </a:schemeClr>
              </a:gs>
            </a:gsLst>
            <a:path path="shape">
              <a:fillToRect l="50000" t="50000" r="50000" b="50000"/>
            </a:path>
            <a:tileRect/>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椭圆 32"/>
          <p:cNvSpPr/>
          <p:nvPr/>
        </p:nvSpPr>
        <p:spPr>
          <a:xfrm>
            <a:off x="3733440" y="5750761"/>
            <a:ext cx="2620963" cy="323850"/>
          </a:xfrm>
          <a:prstGeom prst="ellipse">
            <a:avLst/>
          </a:prstGeom>
          <a:gradFill flip="none" rotWithShape="1">
            <a:gsLst>
              <a:gs pos="0">
                <a:schemeClr val="tx1">
                  <a:lumMod val="95000"/>
                  <a:lumOff val="5000"/>
                  <a:alpha val="35000"/>
                </a:schemeClr>
              </a:gs>
              <a:gs pos="90000">
                <a:schemeClr val="tx1">
                  <a:alpha val="0"/>
                  <a:lumMod val="0"/>
                  <a:lumOff val="100000"/>
                </a:schemeClr>
              </a:gs>
            </a:gsLst>
            <a:path path="shape">
              <a:fillToRect l="50000" t="50000" r="50000" b="50000"/>
            </a:path>
            <a:tileRect/>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 name="椭圆 33"/>
          <p:cNvSpPr/>
          <p:nvPr/>
        </p:nvSpPr>
        <p:spPr>
          <a:xfrm>
            <a:off x="5858743" y="5750761"/>
            <a:ext cx="2620963" cy="323850"/>
          </a:xfrm>
          <a:prstGeom prst="ellipse">
            <a:avLst/>
          </a:prstGeom>
          <a:gradFill flip="none" rotWithShape="1">
            <a:gsLst>
              <a:gs pos="0">
                <a:schemeClr val="tx1">
                  <a:lumMod val="95000"/>
                  <a:lumOff val="5000"/>
                  <a:alpha val="35000"/>
                </a:schemeClr>
              </a:gs>
              <a:gs pos="90000">
                <a:schemeClr val="tx1">
                  <a:alpha val="0"/>
                  <a:lumMod val="0"/>
                  <a:lumOff val="100000"/>
                </a:schemeClr>
              </a:gs>
            </a:gsLst>
            <a:path path="shape">
              <a:fillToRect l="50000" t="50000" r="50000" b="50000"/>
            </a:path>
            <a:tileRect/>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椭圆 34"/>
          <p:cNvSpPr/>
          <p:nvPr/>
        </p:nvSpPr>
        <p:spPr>
          <a:xfrm>
            <a:off x="7984047" y="5750761"/>
            <a:ext cx="2620963" cy="323850"/>
          </a:xfrm>
          <a:prstGeom prst="ellipse">
            <a:avLst/>
          </a:prstGeom>
          <a:gradFill flip="none" rotWithShape="1">
            <a:gsLst>
              <a:gs pos="0">
                <a:schemeClr val="tx1">
                  <a:lumMod val="95000"/>
                  <a:lumOff val="5000"/>
                  <a:alpha val="35000"/>
                </a:schemeClr>
              </a:gs>
              <a:gs pos="90000">
                <a:schemeClr val="tx1">
                  <a:alpha val="0"/>
                  <a:lumMod val="0"/>
                  <a:lumOff val="100000"/>
                </a:schemeClr>
              </a:gs>
            </a:gsLst>
            <a:path path="shape">
              <a:fillToRect l="50000" t="50000" r="50000" b="50000"/>
            </a:path>
            <a:tileRect/>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482037063"/>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组合 19"/>
          <p:cNvGrpSpPr/>
          <p:nvPr/>
        </p:nvGrpSpPr>
        <p:grpSpPr>
          <a:xfrm>
            <a:off x="4177517" y="4053656"/>
            <a:ext cx="1815626" cy="1922903"/>
            <a:chOff x="7449354" y="4822080"/>
            <a:chExt cx="1815626" cy="1922903"/>
          </a:xfrm>
        </p:grpSpPr>
        <p:sp>
          <p:nvSpPr>
            <p:cNvPr id="15" name="矩形 14"/>
            <p:cNvSpPr/>
            <p:nvPr/>
          </p:nvSpPr>
          <p:spPr bwMode="auto">
            <a:xfrm>
              <a:off x="7449354" y="4822080"/>
              <a:ext cx="1800383" cy="1922903"/>
            </a:xfrm>
            <a:prstGeom prst="rect">
              <a:avLst/>
            </a:prstGeom>
            <a:gradFill>
              <a:gsLst>
                <a:gs pos="0">
                  <a:srgbClr val="6DAA2D">
                    <a:lumMod val="60000"/>
                    <a:lumOff val="40000"/>
                  </a:srgbClr>
                </a:gs>
                <a:gs pos="100000">
                  <a:srgbClr val="6DAA2D"/>
                </a:gs>
              </a:gsLst>
              <a:lin ang="5400000" scaled="0"/>
            </a:gradFill>
            <a:ln w="25400" cap="flat" cmpd="sng" algn="ctr">
              <a:noFill/>
              <a:prstDash val="solid"/>
            </a:ln>
            <a:effectLst/>
            <a:scene3d>
              <a:camera prst="perspectiveFront" fov="2400000">
                <a:rot lat="240000" lon="240000" rev="0"/>
              </a:camera>
              <a:lightRig rig="flat" dir="t"/>
            </a:scene3d>
            <a:sp3d extrusionH="12700000">
              <a:extrusionClr>
                <a:srgbClr val="6DAA2D">
                  <a:lumMod val="50000"/>
                </a:srgbClr>
              </a:extrusionClr>
            </a:sp3d>
          </p:spPr>
          <p:txBody>
            <a:bodyPr anchor="ctr"/>
            <a:lstStyle/>
            <a:p>
              <a:pPr algn="ctr">
                <a:lnSpc>
                  <a:spcPct val="120000"/>
                </a:lnSpc>
                <a:defRPr/>
              </a:pPr>
              <a:endParaRPr lang="zh-CN" altLang="en-US" sz="2000" b="1" kern="0" dirty="0">
                <a:solidFill>
                  <a:sysClr val="window" lastClr="FFFFFF"/>
                </a:solidFill>
                <a:effectLst>
                  <a:innerShdw blurRad="114300">
                    <a:prstClr val="black"/>
                  </a:innerShdw>
                </a:effectLst>
                <a:latin typeface="微软雅黑" pitchFamily="34" charset="-122"/>
              </a:endParaRPr>
            </a:p>
          </p:txBody>
        </p:sp>
        <p:sp>
          <p:nvSpPr>
            <p:cNvPr id="16" name="TextBox 21"/>
            <p:cNvSpPr txBox="1"/>
            <p:nvPr/>
          </p:nvSpPr>
          <p:spPr>
            <a:xfrm>
              <a:off x="7449355" y="5146881"/>
              <a:ext cx="1815625" cy="969496"/>
            </a:xfrm>
            <a:prstGeom prst="rect">
              <a:avLst/>
            </a:prstGeom>
            <a:noFill/>
          </p:spPr>
          <p:txBody>
            <a:bodyPr wrap="none" rtlCol="0">
              <a:spAutoFit/>
            </a:bodyPr>
            <a:lstStyle/>
            <a:p>
              <a:pPr>
                <a:lnSpc>
                  <a:spcPct val="150000"/>
                </a:lnSpc>
              </a:pPr>
              <a:r>
                <a:rPr lang="en-US" altLang="zh-CN" b="1" dirty="0">
                  <a:solidFill>
                    <a:prstClr val="white"/>
                  </a:solidFill>
                  <a:latin typeface="微软雅黑" pitchFamily="34" charset="-122"/>
                </a:rPr>
                <a:t>Opportunities</a:t>
              </a:r>
            </a:p>
            <a:p>
              <a:pPr algn="ctr">
                <a:lnSpc>
                  <a:spcPct val="150000"/>
                </a:lnSpc>
              </a:pPr>
              <a:r>
                <a:rPr lang="zh-CN" altLang="zh-CN" sz="2000" b="1" dirty="0">
                  <a:solidFill>
                    <a:prstClr val="white"/>
                  </a:solidFill>
                  <a:latin typeface="微软雅黑" pitchFamily="34" charset="-122"/>
                </a:rPr>
                <a:t>（机遇）</a:t>
              </a:r>
              <a:endParaRPr lang="zh-CN" altLang="en-US" sz="2000" b="1" dirty="0">
                <a:solidFill>
                  <a:prstClr val="white"/>
                </a:solidFill>
                <a:latin typeface="微软雅黑" pitchFamily="34" charset="-122"/>
              </a:endParaRPr>
            </a:p>
          </p:txBody>
        </p:sp>
      </p:grpSp>
      <p:grpSp>
        <p:nvGrpSpPr>
          <p:cNvPr id="17" name="组合 22"/>
          <p:cNvGrpSpPr/>
          <p:nvPr/>
        </p:nvGrpSpPr>
        <p:grpSpPr>
          <a:xfrm>
            <a:off x="4177518" y="1893391"/>
            <a:ext cx="1800383" cy="1922903"/>
            <a:chOff x="7449355" y="2661815"/>
            <a:chExt cx="1800383" cy="1922903"/>
          </a:xfrm>
        </p:grpSpPr>
        <p:sp>
          <p:nvSpPr>
            <p:cNvPr id="18" name="矩形 17"/>
            <p:cNvSpPr/>
            <p:nvPr/>
          </p:nvSpPr>
          <p:spPr bwMode="auto">
            <a:xfrm>
              <a:off x="7449355" y="2661815"/>
              <a:ext cx="1800383" cy="1922903"/>
            </a:xfrm>
            <a:prstGeom prst="rect">
              <a:avLst/>
            </a:prstGeom>
            <a:gradFill>
              <a:gsLst>
                <a:gs pos="0">
                  <a:srgbClr val="2676FF">
                    <a:lumMod val="60000"/>
                    <a:lumOff val="40000"/>
                  </a:srgbClr>
                </a:gs>
                <a:gs pos="100000">
                  <a:srgbClr val="2676FF"/>
                </a:gs>
              </a:gsLst>
              <a:lin ang="5400000" scaled="0"/>
            </a:gradFill>
            <a:ln w="25400" cap="flat" cmpd="sng" algn="ctr">
              <a:noFill/>
              <a:prstDash val="solid"/>
            </a:ln>
            <a:effectLst/>
            <a:scene3d>
              <a:camera prst="perspectiveFront" fov="2400000">
                <a:rot lat="21354000" lon="234000" rev="0"/>
              </a:camera>
              <a:lightRig rig="flat" dir="t"/>
            </a:scene3d>
            <a:sp3d extrusionH="12700000">
              <a:extrusionClr>
                <a:srgbClr val="2676FF">
                  <a:lumMod val="50000"/>
                </a:srgbClr>
              </a:extrusionClr>
            </a:sp3d>
          </p:spPr>
          <p:txBody>
            <a:bodyPr anchor="ctr">
              <a:sp3d contourW="12700">
                <a:bevelT w="0" h="0" prst="softRound"/>
                <a:extrusionClr>
                  <a:schemeClr val="tx1"/>
                </a:extrusionClr>
                <a:contourClr>
                  <a:schemeClr val="accent6"/>
                </a:contourClr>
              </a:sp3d>
            </a:bodyPr>
            <a:lstStyle/>
            <a:p>
              <a:pPr algn="ctr">
                <a:lnSpc>
                  <a:spcPct val="120000"/>
                </a:lnSpc>
                <a:defRPr/>
              </a:pPr>
              <a:endParaRPr lang="zh-CN" altLang="en-US" sz="2000" b="1" kern="0" dirty="0">
                <a:solidFill>
                  <a:sysClr val="window" lastClr="FFFFFF"/>
                </a:solidFill>
                <a:effectLst>
                  <a:innerShdw blurRad="114300">
                    <a:prstClr val="black"/>
                  </a:innerShdw>
                </a:effectLst>
                <a:latin typeface="微软雅黑" pitchFamily="34" charset="-122"/>
              </a:endParaRPr>
            </a:p>
          </p:txBody>
        </p:sp>
        <p:sp>
          <p:nvSpPr>
            <p:cNvPr id="19" name="TextBox 24"/>
            <p:cNvSpPr txBox="1"/>
            <p:nvPr/>
          </p:nvSpPr>
          <p:spPr>
            <a:xfrm>
              <a:off x="7635439" y="3284983"/>
              <a:ext cx="1428211" cy="1015663"/>
            </a:xfrm>
            <a:prstGeom prst="rect">
              <a:avLst/>
            </a:prstGeom>
            <a:noFill/>
          </p:spPr>
          <p:txBody>
            <a:bodyPr wrap="none" rtlCol="0">
              <a:spAutoFit/>
            </a:bodyPr>
            <a:lstStyle/>
            <a:p>
              <a:pPr>
                <a:lnSpc>
                  <a:spcPct val="150000"/>
                </a:lnSpc>
              </a:pPr>
              <a:r>
                <a:rPr lang="en-US" altLang="zh-CN" sz="2000" b="1" dirty="0">
                  <a:solidFill>
                    <a:prstClr val="white"/>
                  </a:solidFill>
                  <a:latin typeface="微软雅黑" pitchFamily="34" charset="-122"/>
                </a:rPr>
                <a:t>Strengths</a:t>
              </a:r>
            </a:p>
            <a:p>
              <a:pPr>
                <a:lnSpc>
                  <a:spcPct val="150000"/>
                </a:lnSpc>
              </a:pPr>
              <a:r>
                <a:rPr lang="zh-CN" altLang="en-US" sz="2000" b="1" dirty="0">
                  <a:solidFill>
                    <a:prstClr val="white"/>
                  </a:solidFill>
                  <a:latin typeface="微软雅黑" pitchFamily="34" charset="-122"/>
                </a:rPr>
                <a:t>（优势）</a:t>
              </a:r>
            </a:p>
          </p:txBody>
        </p:sp>
      </p:grpSp>
      <p:grpSp>
        <p:nvGrpSpPr>
          <p:cNvPr id="20" name="组合 25"/>
          <p:cNvGrpSpPr/>
          <p:nvPr/>
        </p:nvGrpSpPr>
        <p:grpSpPr>
          <a:xfrm>
            <a:off x="6304197" y="1893392"/>
            <a:ext cx="1800383" cy="1922903"/>
            <a:chOff x="9576034" y="2661816"/>
            <a:chExt cx="1800383" cy="1922903"/>
          </a:xfrm>
        </p:grpSpPr>
        <p:sp>
          <p:nvSpPr>
            <p:cNvPr id="21" name="矩形 20"/>
            <p:cNvSpPr/>
            <p:nvPr/>
          </p:nvSpPr>
          <p:spPr bwMode="auto">
            <a:xfrm>
              <a:off x="9576034" y="2661816"/>
              <a:ext cx="1800383" cy="1922903"/>
            </a:xfrm>
            <a:prstGeom prst="rect">
              <a:avLst/>
            </a:prstGeom>
            <a:gradFill>
              <a:gsLst>
                <a:gs pos="0">
                  <a:srgbClr val="F68426">
                    <a:lumMod val="60000"/>
                    <a:lumOff val="40000"/>
                  </a:srgbClr>
                </a:gs>
                <a:gs pos="100000">
                  <a:srgbClr val="F68426"/>
                </a:gs>
              </a:gsLst>
              <a:lin ang="5400000" scaled="0"/>
            </a:gradFill>
            <a:ln w="25400" cap="flat" cmpd="sng" algn="ctr">
              <a:noFill/>
              <a:prstDash val="solid"/>
            </a:ln>
            <a:effectLst/>
            <a:scene3d>
              <a:camera prst="perspectiveFront" fov="2400000">
                <a:rot lat="21354000" lon="21372000" rev="0"/>
              </a:camera>
              <a:lightRig rig="flat" dir="t"/>
            </a:scene3d>
            <a:sp3d extrusionH="12700000">
              <a:extrusionClr>
                <a:srgbClr val="F68426">
                  <a:lumMod val="50000"/>
                </a:srgbClr>
              </a:extrusionClr>
            </a:sp3d>
          </p:spPr>
          <p:txBody>
            <a:bodyPr anchor="ctr"/>
            <a:lstStyle/>
            <a:p>
              <a:pPr algn="ctr">
                <a:lnSpc>
                  <a:spcPct val="120000"/>
                </a:lnSpc>
                <a:defRPr/>
              </a:pPr>
              <a:endParaRPr lang="zh-CN" altLang="en-US" sz="2000" b="1" kern="0" dirty="0">
                <a:solidFill>
                  <a:sysClr val="window" lastClr="FFFFFF"/>
                </a:solidFill>
                <a:effectLst>
                  <a:innerShdw blurRad="114300">
                    <a:prstClr val="black"/>
                  </a:innerShdw>
                </a:effectLst>
                <a:latin typeface="微软雅黑" pitchFamily="34" charset="-122"/>
              </a:endParaRPr>
            </a:p>
          </p:txBody>
        </p:sp>
        <p:sp>
          <p:nvSpPr>
            <p:cNvPr id="22" name="TextBox 27"/>
            <p:cNvSpPr txBox="1"/>
            <p:nvPr/>
          </p:nvSpPr>
          <p:spPr>
            <a:xfrm>
              <a:off x="9602845" y="3284984"/>
              <a:ext cx="1746760" cy="1015663"/>
            </a:xfrm>
            <a:prstGeom prst="rect">
              <a:avLst/>
            </a:prstGeom>
            <a:noFill/>
          </p:spPr>
          <p:txBody>
            <a:bodyPr wrap="none" rtlCol="0">
              <a:spAutoFit/>
            </a:bodyPr>
            <a:lstStyle/>
            <a:p>
              <a:pPr>
                <a:lnSpc>
                  <a:spcPct val="150000"/>
                </a:lnSpc>
              </a:pPr>
              <a:r>
                <a:rPr lang="en-US" altLang="zh-CN" sz="2000" b="1" dirty="0">
                  <a:solidFill>
                    <a:prstClr val="white"/>
                  </a:solidFill>
                  <a:latin typeface="微软雅黑" pitchFamily="34" charset="-122"/>
                </a:rPr>
                <a:t>Weaknesses</a:t>
              </a:r>
            </a:p>
            <a:p>
              <a:pPr algn="ctr">
                <a:lnSpc>
                  <a:spcPct val="150000"/>
                </a:lnSpc>
              </a:pPr>
              <a:r>
                <a:rPr lang="zh-CN" altLang="en-US" sz="2000" b="1" dirty="0">
                  <a:solidFill>
                    <a:prstClr val="white"/>
                  </a:solidFill>
                  <a:latin typeface="微软雅黑" pitchFamily="34" charset="-122"/>
                </a:rPr>
                <a:t>（劣势）</a:t>
              </a:r>
            </a:p>
          </p:txBody>
        </p:sp>
      </p:grpSp>
      <p:grpSp>
        <p:nvGrpSpPr>
          <p:cNvPr id="23" name="组合 28"/>
          <p:cNvGrpSpPr/>
          <p:nvPr/>
        </p:nvGrpSpPr>
        <p:grpSpPr>
          <a:xfrm>
            <a:off x="6304197" y="4053655"/>
            <a:ext cx="1800383" cy="1922903"/>
            <a:chOff x="9576034" y="4822079"/>
            <a:chExt cx="1800383" cy="1922903"/>
          </a:xfrm>
        </p:grpSpPr>
        <p:sp>
          <p:nvSpPr>
            <p:cNvPr id="24" name="矩形 23"/>
            <p:cNvSpPr/>
            <p:nvPr/>
          </p:nvSpPr>
          <p:spPr bwMode="auto">
            <a:xfrm>
              <a:off x="9576034" y="4822079"/>
              <a:ext cx="1800383" cy="1922903"/>
            </a:xfrm>
            <a:prstGeom prst="rect">
              <a:avLst/>
            </a:prstGeom>
            <a:gradFill>
              <a:gsLst>
                <a:gs pos="0">
                  <a:srgbClr val="C00000">
                    <a:lumMod val="60000"/>
                    <a:lumOff val="40000"/>
                  </a:srgbClr>
                </a:gs>
                <a:gs pos="100000">
                  <a:srgbClr val="C00000"/>
                </a:gs>
              </a:gsLst>
              <a:lin ang="5400000" scaled="0"/>
            </a:gradFill>
            <a:ln w="25400" cap="flat" cmpd="sng" algn="ctr">
              <a:noFill/>
              <a:prstDash val="solid"/>
            </a:ln>
            <a:effectLst/>
            <a:scene3d>
              <a:camera prst="perspectiveFront" fov="2400000">
                <a:rot lat="240000" lon="21372000" rev="0"/>
              </a:camera>
              <a:lightRig rig="flat" dir="t"/>
            </a:scene3d>
            <a:sp3d extrusionH="12700000">
              <a:extrusionClr>
                <a:srgbClr val="C00000">
                  <a:lumMod val="50000"/>
                </a:srgbClr>
              </a:extrusionClr>
            </a:sp3d>
          </p:spPr>
          <p:txBody>
            <a:bodyPr anchor="ctr"/>
            <a:lstStyle/>
            <a:p>
              <a:pPr algn="ctr">
                <a:lnSpc>
                  <a:spcPct val="120000"/>
                </a:lnSpc>
                <a:defRPr/>
              </a:pPr>
              <a:endParaRPr lang="zh-CN" altLang="en-US" sz="2000" b="1" kern="0" dirty="0">
                <a:solidFill>
                  <a:sysClr val="window" lastClr="FFFFFF"/>
                </a:solidFill>
                <a:effectLst>
                  <a:innerShdw blurRad="114300">
                    <a:prstClr val="black"/>
                  </a:innerShdw>
                </a:effectLst>
                <a:latin typeface="微软雅黑" pitchFamily="34" charset="-122"/>
              </a:endParaRPr>
            </a:p>
          </p:txBody>
        </p:sp>
        <p:sp>
          <p:nvSpPr>
            <p:cNvPr id="25" name="TextBox 30"/>
            <p:cNvSpPr txBox="1"/>
            <p:nvPr/>
          </p:nvSpPr>
          <p:spPr>
            <a:xfrm>
              <a:off x="9870931" y="5155088"/>
              <a:ext cx="1210588" cy="961289"/>
            </a:xfrm>
            <a:prstGeom prst="rect">
              <a:avLst/>
            </a:prstGeom>
            <a:noFill/>
          </p:spPr>
          <p:txBody>
            <a:bodyPr wrap="none" rtlCol="0">
              <a:spAutoFit/>
            </a:bodyPr>
            <a:lstStyle/>
            <a:p>
              <a:pPr>
                <a:lnSpc>
                  <a:spcPct val="150000"/>
                </a:lnSpc>
              </a:pPr>
              <a:r>
                <a:rPr lang="en-US" altLang="zh-CN" sz="2000" b="1" dirty="0">
                  <a:solidFill>
                    <a:prstClr val="white"/>
                  </a:solidFill>
                  <a:latin typeface="微软雅黑" pitchFamily="34" charset="-122"/>
                </a:rPr>
                <a:t>Threats</a:t>
              </a:r>
            </a:p>
            <a:p>
              <a:pPr>
                <a:lnSpc>
                  <a:spcPct val="150000"/>
                </a:lnSpc>
              </a:pPr>
              <a:r>
                <a:rPr lang="zh-CN" altLang="en-US" sz="2000" b="1" dirty="0">
                  <a:solidFill>
                    <a:prstClr val="white"/>
                  </a:solidFill>
                  <a:latin typeface="微软雅黑" pitchFamily="34" charset="-122"/>
                </a:rPr>
                <a:t>（威胁）</a:t>
              </a:r>
            </a:p>
          </p:txBody>
        </p:sp>
      </p:grpSp>
      <p:sp>
        <p:nvSpPr>
          <p:cNvPr id="26" name="矩形 39"/>
          <p:cNvSpPr/>
          <p:nvPr/>
        </p:nvSpPr>
        <p:spPr>
          <a:xfrm>
            <a:off x="0" y="203088"/>
            <a:ext cx="2521396" cy="523220"/>
          </a:xfrm>
          <a:prstGeom prst="rect">
            <a:avLst/>
          </a:prstGeom>
          <a:noFill/>
        </p:spPr>
        <p:txBody>
          <a:bodyPr wrap="none" rtlCol="0">
            <a:spAutoFit/>
          </a:bodyPr>
          <a:lstStyle/>
          <a:p>
            <a:r>
              <a:rPr lang="en-US" altLang="zh-CN" sz="2800" b="1" dirty="0">
                <a:solidFill>
                  <a:schemeClr val="tx1">
                    <a:lumMod val="65000"/>
                    <a:lumOff val="35000"/>
                  </a:schemeClr>
                </a:solidFill>
              </a:rPr>
              <a:t>SWOT</a:t>
            </a:r>
            <a:r>
              <a:rPr lang="zh-CN" altLang="en-US" sz="2800" b="1" dirty="0">
                <a:solidFill>
                  <a:schemeClr val="tx1">
                    <a:lumMod val="65000"/>
                    <a:lumOff val="35000"/>
                  </a:schemeClr>
                </a:solidFill>
              </a:rPr>
              <a:t>分析图表</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2047433061"/>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任意多边形 56"/>
          <p:cNvSpPr/>
          <p:nvPr/>
        </p:nvSpPr>
        <p:spPr>
          <a:xfrm>
            <a:off x="3624166" y="2073081"/>
            <a:ext cx="2336641" cy="1601848"/>
          </a:xfrm>
          <a:custGeom>
            <a:avLst/>
            <a:gdLst>
              <a:gd name="connsiteX0" fmla="*/ 492296 w 2336641"/>
              <a:gd name="connsiteY0" fmla="*/ 0 h 1601848"/>
              <a:gd name="connsiteX1" fmla="*/ 1657485 w 2336641"/>
              <a:gd name="connsiteY1" fmla="*/ 0 h 1601848"/>
              <a:gd name="connsiteX2" fmla="*/ 1844345 w 2336641"/>
              <a:gd name="connsiteY2" fmla="*/ 0 h 1601848"/>
              <a:gd name="connsiteX3" fmla="*/ 2336641 w 2336641"/>
              <a:gd name="connsiteY3" fmla="*/ 0 h 1601848"/>
              <a:gd name="connsiteX4" fmla="*/ 2336641 w 2336641"/>
              <a:gd name="connsiteY4" fmla="*/ 340586 h 1601848"/>
              <a:gd name="connsiteX5" fmla="*/ 2336641 w 2336641"/>
              <a:gd name="connsiteY5" fmla="*/ 413428 h 1601848"/>
              <a:gd name="connsiteX6" fmla="*/ 2336641 w 2336641"/>
              <a:gd name="connsiteY6" fmla="*/ 492296 h 1601848"/>
              <a:gd name="connsiteX7" fmla="*/ 2336641 w 2336641"/>
              <a:gd name="connsiteY7" fmla="*/ 557721 h 1601848"/>
              <a:gd name="connsiteX8" fmla="*/ 2336641 w 2336641"/>
              <a:gd name="connsiteY8" fmla="*/ 1109552 h 1601848"/>
              <a:gd name="connsiteX9" fmla="*/ 1844345 w 2336641"/>
              <a:gd name="connsiteY9" fmla="*/ 1601848 h 1601848"/>
              <a:gd name="connsiteX10" fmla="*/ 679157 w 2336641"/>
              <a:gd name="connsiteY10" fmla="*/ 1601848 h 1601848"/>
              <a:gd name="connsiteX11" fmla="*/ 492296 w 2336641"/>
              <a:gd name="connsiteY11" fmla="*/ 1601848 h 1601848"/>
              <a:gd name="connsiteX12" fmla="*/ 0 w 2336641"/>
              <a:gd name="connsiteY12" fmla="*/ 1601848 h 1601848"/>
              <a:gd name="connsiteX13" fmla="*/ 0 w 2336641"/>
              <a:gd name="connsiteY13" fmla="*/ 1312171 h 1601848"/>
              <a:gd name="connsiteX14" fmla="*/ 0 w 2336641"/>
              <a:gd name="connsiteY14" fmla="*/ 1188420 h 1601848"/>
              <a:gd name="connsiteX15" fmla="*/ 0 w 2336641"/>
              <a:gd name="connsiteY15" fmla="*/ 1109552 h 1601848"/>
              <a:gd name="connsiteX16" fmla="*/ 0 w 2336641"/>
              <a:gd name="connsiteY16" fmla="*/ 1045713 h 1601848"/>
              <a:gd name="connsiteX17" fmla="*/ 0 w 2336641"/>
              <a:gd name="connsiteY17" fmla="*/ 492296 h 1601848"/>
              <a:gd name="connsiteX18" fmla="*/ 492296 w 2336641"/>
              <a:gd name="connsiteY18" fmla="*/ 0 h 1601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36641" h="1601848">
                <a:moveTo>
                  <a:pt x="492296" y="0"/>
                </a:moveTo>
                <a:lnTo>
                  <a:pt x="1657485" y="0"/>
                </a:lnTo>
                <a:lnTo>
                  <a:pt x="1844345" y="0"/>
                </a:lnTo>
                <a:lnTo>
                  <a:pt x="2336641" y="0"/>
                </a:lnTo>
                <a:lnTo>
                  <a:pt x="2336641" y="340586"/>
                </a:lnTo>
                <a:lnTo>
                  <a:pt x="2336641" y="413428"/>
                </a:lnTo>
                <a:lnTo>
                  <a:pt x="2336641" y="492296"/>
                </a:lnTo>
                <a:lnTo>
                  <a:pt x="2336641" y="557721"/>
                </a:lnTo>
                <a:lnTo>
                  <a:pt x="2336641" y="1109552"/>
                </a:lnTo>
                <a:cubicBezTo>
                  <a:pt x="2336641" y="1381439"/>
                  <a:pt x="2116232" y="1601848"/>
                  <a:pt x="1844345" y="1601848"/>
                </a:cubicBezTo>
                <a:lnTo>
                  <a:pt x="679157" y="1601848"/>
                </a:lnTo>
                <a:lnTo>
                  <a:pt x="492296" y="1601848"/>
                </a:lnTo>
                <a:lnTo>
                  <a:pt x="0" y="1601848"/>
                </a:lnTo>
                <a:lnTo>
                  <a:pt x="0" y="1312171"/>
                </a:lnTo>
                <a:lnTo>
                  <a:pt x="0" y="1188420"/>
                </a:lnTo>
                <a:lnTo>
                  <a:pt x="0" y="1109552"/>
                </a:lnTo>
                <a:lnTo>
                  <a:pt x="0" y="1045713"/>
                </a:lnTo>
                <a:lnTo>
                  <a:pt x="0" y="492296"/>
                </a:lnTo>
                <a:cubicBezTo>
                  <a:pt x="0" y="220409"/>
                  <a:pt x="220409" y="0"/>
                  <a:pt x="492296" y="0"/>
                </a:cubicBezTo>
                <a:close/>
              </a:path>
            </a:pathLst>
          </a:custGeom>
          <a:solidFill>
            <a:srgbClr val="E49B35"/>
          </a:solidFill>
          <a:ln>
            <a:noFill/>
          </a:ln>
        </p:spPr>
        <p:style>
          <a:lnRef idx="2">
            <a:schemeClr val="accent1">
              <a:shade val="50000"/>
            </a:schemeClr>
          </a:lnRef>
          <a:fillRef idx="1">
            <a:schemeClr val="accent1"/>
          </a:fillRef>
          <a:effectRef idx="0">
            <a:schemeClr val="accent1"/>
          </a:effectRef>
          <a:fontRef idx="minor">
            <a:schemeClr val="lt1"/>
          </a:fontRef>
        </p:style>
        <p:txBody>
          <a:bodyPr lIns="91436" tIns="45718" rIns="91436" bIns="45718" rtlCol="0" anchor="ctr"/>
          <a:lstStyle/>
          <a:p>
            <a:pPr algn="ctr"/>
            <a:endParaRPr lang="zh-CN" altLang="en-US" sz="1600">
              <a:solidFill>
                <a:schemeClr val="bg1"/>
              </a:solidFill>
              <a:latin typeface="微软雅黑" panose="020B0503020204020204" pitchFamily="34" charset="-122"/>
              <a:ea typeface="微软雅黑" panose="020B0503020204020204" pitchFamily="34" charset="-122"/>
            </a:endParaRPr>
          </a:p>
        </p:txBody>
      </p:sp>
      <p:sp>
        <p:nvSpPr>
          <p:cNvPr id="3" name="文本框 2"/>
          <p:cNvSpPr txBox="1"/>
          <p:nvPr/>
        </p:nvSpPr>
        <p:spPr>
          <a:xfrm>
            <a:off x="8685588" y="2489131"/>
            <a:ext cx="3403312" cy="701342"/>
          </a:xfrm>
          <a:prstGeom prst="rect">
            <a:avLst/>
          </a:prstGeom>
          <a:noFill/>
        </p:spPr>
        <p:txBody>
          <a:bodyPr wrap="square" lIns="91436" tIns="45718" rIns="91436" bIns="45718" rtlCol="0">
            <a:spAutoFit/>
          </a:bodyPr>
          <a:lstStyle/>
          <a:p>
            <a:pPr>
              <a:lnSpc>
                <a:spcPct val="130000"/>
              </a:lnSpc>
            </a:pPr>
            <a:r>
              <a:rPr lang="zh-CN" altLang="en-US" sz="1600" dirty="0">
                <a:solidFill>
                  <a:schemeClr val="tx1">
                    <a:lumMod val="65000"/>
                    <a:lumOff val="35000"/>
                  </a:schemeClr>
                </a:solidFill>
                <a:latin typeface="微软雅黑" panose="020B0503020204020204" pitchFamily="34" charset="-122"/>
                <a:ea typeface="微软雅黑" panose="020B0503020204020204" pitchFamily="34" charset="-122"/>
              </a:rPr>
              <a:t>添加内容添加内容</a:t>
            </a:r>
            <a:endParaRPr lang="en-US" altLang="zh-CN" sz="1600" dirty="0">
              <a:solidFill>
                <a:schemeClr val="tx1">
                  <a:lumMod val="65000"/>
                  <a:lumOff val="35000"/>
                </a:schemeClr>
              </a:solidFill>
              <a:latin typeface="微软雅黑" panose="020B0503020204020204" pitchFamily="34" charset="-122"/>
              <a:ea typeface="微软雅黑" panose="020B0503020204020204" pitchFamily="34" charset="-122"/>
            </a:endParaRPr>
          </a:p>
          <a:p>
            <a:pPr>
              <a:lnSpc>
                <a:spcPct val="130000"/>
              </a:lnSpc>
            </a:pPr>
            <a:r>
              <a:rPr lang="zh-CN" altLang="en-US" sz="1600" dirty="0">
                <a:solidFill>
                  <a:schemeClr val="tx1">
                    <a:lumMod val="65000"/>
                    <a:lumOff val="35000"/>
                  </a:schemeClr>
                </a:solidFill>
                <a:latin typeface="微软雅黑" panose="020B0503020204020204" pitchFamily="34" charset="-122"/>
                <a:ea typeface="微软雅黑" panose="020B0503020204020204" pitchFamily="34" charset="-122"/>
              </a:rPr>
              <a:t>添加内容添加内容</a:t>
            </a:r>
          </a:p>
        </p:txBody>
      </p:sp>
      <p:sp>
        <p:nvSpPr>
          <p:cNvPr id="4" name="文本框 3"/>
          <p:cNvSpPr txBox="1"/>
          <p:nvPr/>
        </p:nvSpPr>
        <p:spPr>
          <a:xfrm>
            <a:off x="8704637" y="1922151"/>
            <a:ext cx="1688614" cy="525653"/>
          </a:xfrm>
          <a:prstGeom prst="rect">
            <a:avLst/>
          </a:prstGeom>
          <a:noFill/>
        </p:spPr>
        <p:txBody>
          <a:bodyPr wrap="square" lIns="91436" tIns="45718" rIns="91436" bIns="45718" rtlCol="0">
            <a:spAutoFit/>
          </a:bodyPr>
          <a:lstStyle>
            <a:defPPr>
              <a:defRPr lang="zh-CN"/>
            </a:defPPr>
            <a:lvl1pPr algn="r">
              <a:lnSpc>
                <a:spcPct val="130000"/>
              </a:lnSpc>
              <a:defRPr sz="2400" b="1">
                <a:solidFill>
                  <a:schemeClr val="tx1">
                    <a:lumMod val="65000"/>
                    <a:lumOff val="35000"/>
                  </a:schemeClr>
                </a:solidFill>
                <a:latin typeface="微软雅黑" panose="020B0503020204020204" pitchFamily="34" charset="-122"/>
                <a:ea typeface="微软雅黑" panose="020B0503020204020204" pitchFamily="34" charset="-122"/>
              </a:defRPr>
            </a:lvl1pPr>
          </a:lstStyle>
          <a:p>
            <a:pPr algn="l"/>
            <a:r>
              <a:rPr lang="zh-CN" altLang="en-US" dirty="0"/>
              <a:t>添加标题</a:t>
            </a:r>
          </a:p>
        </p:txBody>
      </p:sp>
      <p:sp>
        <p:nvSpPr>
          <p:cNvPr id="5" name="文本框 4"/>
          <p:cNvSpPr txBox="1"/>
          <p:nvPr/>
        </p:nvSpPr>
        <p:spPr>
          <a:xfrm>
            <a:off x="8716747" y="4742183"/>
            <a:ext cx="3403312" cy="701342"/>
          </a:xfrm>
          <a:prstGeom prst="rect">
            <a:avLst/>
          </a:prstGeom>
          <a:noFill/>
        </p:spPr>
        <p:txBody>
          <a:bodyPr wrap="square" lIns="91436" tIns="45718" rIns="91436" bIns="45718" rtlCol="0">
            <a:spAutoFit/>
          </a:bodyPr>
          <a:lstStyle/>
          <a:p>
            <a:pPr>
              <a:lnSpc>
                <a:spcPct val="130000"/>
              </a:lnSpc>
            </a:pPr>
            <a:r>
              <a:rPr lang="zh-CN" altLang="en-US" sz="1600" dirty="0">
                <a:solidFill>
                  <a:schemeClr val="tx1">
                    <a:lumMod val="65000"/>
                    <a:lumOff val="35000"/>
                  </a:schemeClr>
                </a:solidFill>
                <a:latin typeface="微软雅黑" panose="020B0503020204020204" pitchFamily="34" charset="-122"/>
                <a:ea typeface="微软雅黑" panose="020B0503020204020204" pitchFamily="34" charset="-122"/>
              </a:rPr>
              <a:t>添加内容添加内容</a:t>
            </a:r>
            <a:endParaRPr lang="en-US" altLang="zh-CN" sz="1600" dirty="0">
              <a:solidFill>
                <a:schemeClr val="tx1">
                  <a:lumMod val="65000"/>
                  <a:lumOff val="35000"/>
                </a:schemeClr>
              </a:solidFill>
              <a:latin typeface="微软雅黑" panose="020B0503020204020204" pitchFamily="34" charset="-122"/>
              <a:ea typeface="微软雅黑" panose="020B0503020204020204" pitchFamily="34" charset="-122"/>
            </a:endParaRPr>
          </a:p>
          <a:p>
            <a:pPr>
              <a:lnSpc>
                <a:spcPct val="130000"/>
              </a:lnSpc>
            </a:pPr>
            <a:r>
              <a:rPr lang="zh-CN" altLang="en-US" sz="1600" dirty="0">
                <a:solidFill>
                  <a:schemeClr val="tx1">
                    <a:lumMod val="65000"/>
                    <a:lumOff val="35000"/>
                  </a:schemeClr>
                </a:solidFill>
                <a:latin typeface="微软雅黑" panose="020B0503020204020204" pitchFamily="34" charset="-122"/>
                <a:ea typeface="微软雅黑" panose="020B0503020204020204" pitchFamily="34" charset="-122"/>
              </a:rPr>
              <a:t>添加内容添加内容</a:t>
            </a:r>
          </a:p>
        </p:txBody>
      </p:sp>
      <p:sp>
        <p:nvSpPr>
          <p:cNvPr id="6" name="文本框 5"/>
          <p:cNvSpPr txBox="1"/>
          <p:nvPr/>
        </p:nvSpPr>
        <p:spPr>
          <a:xfrm>
            <a:off x="8735797" y="4175200"/>
            <a:ext cx="1657454" cy="572460"/>
          </a:xfrm>
          <a:prstGeom prst="rect">
            <a:avLst/>
          </a:prstGeom>
          <a:noFill/>
        </p:spPr>
        <p:txBody>
          <a:bodyPr wrap="square" lIns="91436" tIns="45718" rIns="91436" bIns="45718" rtlCol="0">
            <a:spAutoFit/>
          </a:bodyPr>
          <a:lstStyle>
            <a:defPPr>
              <a:defRPr lang="zh-CN"/>
            </a:defPPr>
            <a:lvl1pPr>
              <a:lnSpc>
                <a:spcPct val="130000"/>
              </a:lnSpc>
              <a:defRPr sz="2400" b="1">
                <a:solidFill>
                  <a:schemeClr val="tx1">
                    <a:lumMod val="65000"/>
                    <a:lumOff val="35000"/>
                  </a:schemeClr>
                </a:solidFill>
                <a:latin typeface="微软雅黑" panose="020B0503020204020204" pitchFamily="34" charset="-122"/>
                <a:ea typeface="微软雅黑" panose="020B0503020204020204" pitchFamily="34" charset="-122"/>
              </a:defRPr>
            </a:lvl1pPr>
          </a:lstStyle>
          <a:p>
            <a:r>
              <a:rPr lang="zh-CN" altLang="en-US" dirty="0"/>
              <a:t>添加标题</a:t>
            </a:r>
          </a:p>
        </p:txBody>
      </p:sp>
      <p:sp>
        <p:nvSpPr>
          <p:cNvPr id="7" name="文本框 6"/>
          <p:cNvSpPr txBox="1"/>
          <p:nvPr/>
        </p:nvSpPr>
        <p:spPr>
          <a:xfrm>
            <a:off x="78181" y="2474567"/>
            <a:ext cx="3403312" cy="701342"/>
          </a:xfrm>
          <a:prstGeom prst="rect">
            <a:avLst/>
          </a:prstGeom>
          <a:noFill/>
        </p:spPr>
        <p:txBody>
          <a:bodyPr wrap="square" lIns="91436" tIns="45718" rIns="91436" bIns="45718" rtlCol="0">
            <a:spAutoFit/>
          </a:bodyPr>
          <a:lstStyle/>
          <a:p>
            <a:pPr algn="r">
              <a:lnSpc>
                <a:spcPct val="130000"/>
              </a:lnSpc>
            </a:pPr>
            <a:r>
              <a:rPr lang="zh-CN" altLang="en-US" sz="1600" dirty="0">
                <a:solidFill>
                  <a:schemeClr val="tx1">
                    <a:lumMod val="65000"/>
                    <a:lumOff val="35000"/>
                  </a:schemeClr>
                </a:solidFill>
                <a:latin typeface="微软雅黑" panose="020B0503020204020204" pitchFamily="34" charset="-122"/>
                <a:ea typeface="微软雅黑" panose="020B0503020204020204" pitchFamily="34" charset="-122"/>
              </a:rPr>
              <a:t>添加内容添加内容</a:t>
            </a:r>
            <a:endParaRPr lang="en-US" altLang="zh-CN" sz="1600" dirty="0">
              <a:solidFill>
                <a:schemeClr val="tx1">
                  <a:lumMod val="65000"/>
                  <a:lumOff val="35000"/>
                </a:schemeClr>
              </a:solidFill>
              <a:latin typeface="微软雅黑" panose="020B0503020204020204" pitchFamily="34" charset="-122"/>
              <a:ea typeface="微软雅黑" panose="020B0503020204020204" pitchFamily="34" charset="-122"/>
            </a:endParaRPr>
          </a:p>
          <a:p>
            <a:pPr algn="r">
              <a:lnSpc>
                <a:spcPct val="130000"/>
              </a:lnSpc>
            </a:pPr>
            <a:r>
              <a:rPr lang="zh-CN" altLang="en-US" sz="1600" dirty="0">
                <a:solidFill>
                  <a:schemeClr val="tx1">
                    <a:lumMod val="65000"/>
                    <a:lumOff val="35000"/>
                  </a:schemeClr>
                </a:solidFill>
                <a:latin typeface="微软雅黑" panose="020B0503020204020204" pitchFamily="34" charset="-122"/>
                <a:ea typeface="微软雅黑" panose="020B0503020204020204" pitchFamily="34" charset="-122"/>
              </a:rPr>
              <a:t>添加内容添加内容</a:t>
            </a:r>
          </a:p>
        </p:txBody>
      </p:sp>
      <p:sp>
        <p:nvSpPr>
          <p:cNvPr id="8" name="文本框 7"/>
          <p:cNvSpPr txBox="1"/>
          <p:nvPr/>
        </p:nvSpPr>
        <p:spPr>
          <a:xfrm>
            <a:off x="1881810" y="1924671"/>
            <a:ext cx="1599686" cy="525653"/>
          </a:xfrm>
          <a:prstGeom prst="rect">
            <a:avLst/>
          </a:prstGeom>
          <a:noFill/>
        </p:spPr>
        <p:txBody>
          <a:bodyPr wrap="square" lIns="91436" tIns="45718" rIns="91436" bIns="45718" rtlCol="0">
            <a:spAutoFit/>
          </a:bodyPr>
          <a:lstStyle/>
          <a:p>
            <a:pPr algn="r">
              <a:lnSpc>
                <a:spcPct val="130000"/>
              </a:lnSpc>
            </a:pPr>
            <a:r>
              <a:rPr lang="zh-CN" altLang="en-US" sz="2400" b="1" dirty="0">
                <a:solidFill>
                  <a:schemeClr val="tx1">
                    <a:lumMod val="65000"/>
                    <a:lumOff val="35000"/>
                  </a:schemeClr>
                </a:solidFill>
                <a:latin typeface="微软雅黑" panose="020B0503020204020204" pitchFamily="34" charset="-122"/>
                <a:ea typeface="微软雅黑" panose="020B0503020204020204" pitchFamily="34" charset="-122"/>
              </a:rPr>
              <a:t>添加标题</a:t>
            </a:r>
          </a:p>
        </p:txBody>
      </p:sp>
      <p:sp>
        <p:nvSpPr>
          <p:cNvPr id="9" name="文本框 8"/>
          <p:cNvSpPr txBox="1"/>
          <p:nvPr/>
        </p:nvSpPr>
        <p:spPr>
          <a:xfrm>
            <a:off x="71943" y="4725098"/>
            <a:ext cx="3403312" cy="701342"/>
          </a:xfrm>
          <a:prstGeom prst="rect">
            <a:avLst/>
          </a:prstGeom>
          <a:noFill/>
        </p:spPr>
        <p:txBody>
          <a:bodyPr wrap="square" lIns="91436" tIns="45718" rIns="91436" bIns="45718" rtlCol="0">
            <a:spAutoFit/>
          </a:bodyPr>
          <a:lstStyle/>
          <a:p>
            <a:pPr algn="r">
              <a:lnSpc>
                <a:spcPct val="130000"/>
              </a:lnSpc>
            </a:pPr>
            <a:r>
              <a:rPr lang="zh-CN" altLang="en-US" sz="1600" dirty="0">
                <a:solidFill>
                  <a:schemeClr val="tx1">
                    <a:lumMod val="65000"/>
                    <a:lumOff val="35000"/>
                  </a:schemeClr>
                </a:solidFill>
                <a:latin typeface="微软雅黑" panose="020B0503020204020204" pitchFamily="34" charset="-122"/>
                <a:ea typeface="微软雅黑" panose="020B0503020204020204" pitchFamily="34" charset="-122"/>
              </a:rPr>
              <a:t>添加内容添加内容</a:t>
            </a:r>
            <a:endParaRPr lang="en-US" altLang="zh-CN" sz="1600" dirty="0">
              <a:solidFill>
                <a:schemeClr val="tx1">
                  <a:lumMod val="65000"/>
                  <a:lumOff val="35000"/>
                </a:schemeClr>
              </a:solidFill>
              <a:latin typeface="微软雅黑" panose="020B0503020204020204" pitchFamily="34" charset="-122"/>
              <a:ea typeface="微软雅黑" panose="020B0503020204020204" pitchFamily="34" charset="-122"/>
            </a:endParaRPr>
          </a:p>
          <a:p>
            <a:pPr algn="r">
              <a:lnSpc>
                <a:spcPct val="130000"/>
              </a:lnSpc>
            </a:pPr>
            <a:r>
              <a:rPr lang="zh-CN" altLang="en-US" sz="1600" dirty="0">
                <a:solidFill>
                  <a:schemeClr val="tx1">
                    <a:lumMod val="65000"/>
                    <a:lumOff val="35000"/>
                  </a:schemeClr>
                </a:solidFill>
                <a:latin typeface="微软雅黑" panose="020B0503020204020204" pitchFamily="34" charset="-122"/>
                <a:ea typeface="微软雅黑" panose="020B0503020204020204" pitchFamily="34" charset="-122"/>
              </a:rPr>
              <a:t>添加内容添加内容</a:t>
            </a:r>
          </a:p>
        </p:txBody>
      </p:sp>
      <p:sp>
        <p:nvSpPr>
          <p:cNvPr id="10" name="文本框 9"/>
          <p:cNvSpPr txBox="1"/>
          <p:nvPr/>
        </p:nvSpPr>
        <p:spPr>
          <a:xfrm>
            <a:off x="1881811" y="4175200"/>
            <a:ext cx="1593446" cy="572460"/>
          </a:xfrm>
          <a:prstGeom prst="rect">
            <a:avLst/>
          </a:prstGeom>
          <a:noFill/>
        </p:spPr>
        <p:txBody>
          <a:bodyPr wrap="square" lIns="91436" tIns="45718" rIns="91436" bIns="45718" rtlCol="0">
            <a:spAutoFit/>
          </a:bodyPr>
          <a:lstStyle>
            <a:defPPr>
              <a:defRPr lang="zh-CN"/>
            </a:defPPr>
            <a:lvl1pPr algn="r">
              <a:lnSpc>
                <a:spcPct val="130000"/>
              </a:lnSpc>
              <a:defRPr sz="2400" b="1">
                <a:solidFill>
                  <a:schemeClr val="tx1">
                    <a:lumMod val="65000"/>
                    <a:lumOff val="35000"/>
                  </a:schemeClr>
                </a:solidFill>
                <a:latin typeface="微软雅黑" panose="020B0503020204020204" pitchFamily="34" charset="-122"/>
                <a:ea typeface="微软雅黑" panose="020B0503020204020204" pitchFamily="34" charset="-122"/>
              </a:defRPr>
            </a:lvl1pPr>
          </a:lstStyle>
          <a:p>
            <a:r>
              <a:rPr lang="zh-CN" altLang="en-US" dirty="0"/>
              <a:t>添加标题</a:t>
            </a:r>
          </a:p>
        </p:txBody>
      </p:sp>
      <p:sp>
        <p:nvSpPr>
          <p:cNvPr id="11" name="任意多边形 72"/>
          <p:cNvSpPr/>
          <p:nvPr/>
        </p:nvSpPr>
        <p:spPr>
          <a:xfrm>
            <a:off x="3624166" y="3902064"/>
            <a:ext cx="2336641" cy="1601848"/>
          </a:xfrm>
          <a:custGeom>
            <a:avLst/>
            <a:gdLst>
              <a:gd name="connsiteX0" fmla="*/ 0 w 2336641"/>
              <a:gd name="connsiteY0" fmla="*/ 0 h 1601848"/>
              <a:gd name="connsiteX1" fmla="*/ 492296 w 2336641"/>
              <a:gd name="connsiteY1" fmla="*/ 0 h 1601848"/>
              <a:gd name="connsiteX2" fmla="*/ 679156 w 2336641"/>
              <a:gd name="connsiteY2" fmla="*/ 0 h 1601848"/>
              <a:gd name="connsiteX3" fmla="*/ 1844345 w 2336641"/>
              <a:gd name="connsiteY3" fmla="*/ 0 h 1601848"/>
              <a:gd name="connsiteX4" fmla="*/ 2336641 w 2336641"/>
              <a:gd name="connsiteY4" fmla="*/ 492296 h 1601848"/>
              <a:gd name="connsiteX5" fmla="*/ 2336641 w 2336641"/>
              <a:gd name="connsiteY5" fmla="*/ 953072 h 1601848"/>
              <a:gd name="connsiteX6" fmla="*/ 2336641 w 2336641"/>
              <a:gd name="connsiteY6" fmla="*/ 1109552 h 1601848"/>
              <a:gd name="connsiteX7" fmla="*/ 2336641 w 2336641"/>
              <a:gd name="connsiteY7" fmla="*/ 1188420 h 1601848"/>
              <a:gd name="connsiteX8" fmla="*/ 2336641 w 2336641"/>
              <a:gd name="connsiteY8" fmla="*/ 1372172 h 1601848"/>
              <a:gd name="connsiteX9" fmla="*/ 2336641 w 2336641"/>
              <a:gd name="connsiteY9" fmla="*/ 1601848 h 1601848"/>
              <a:gd name="connsiteX10" fmla="*/ 1844345 w 2336641"/>
              <a:gd name="connsiteY10" fmla="*/ 1601848 h 1601848"/>
              <a:gd name="connsiteX11" fmla="*/ 1657484 w 2336641"/>
              <a:gd name="connsiteY11" fmla="*/ 1601848 h 1601848"/>
              <a:gd name="connsiteX12" fmla="*/ 492296 w 2336641"/>
              <a:gd name="connsiteY12" fmla="*/ 1601848 h 1601848"/>
              <a:gd name="connsiteX13" fmla="*/ 0 w 2336641"/>
              <a:gd name="connsiteY13" fmla="*/ 1109552 h 1601848"/>
              <a:gd name="connsiteX14" fmla="*/ 0 w 2336641"/>
              <a:gd name="connsiteY14" fmla="*/ 614097 h 1601848"/>
              <a:gd name="connsiteX15" fmla="*/ 0 w 2336641"/>
              <a:gd name="connsiteY15" fmla="*/ 492296 h 1601848"/>
              <a:gd name="connsiteX16" fmla="*/ 0 w 2336641"/>
              <a:gd name="connsiteY16" fmla="*/ 413428 h 1601848"/>
              <a:gd name="connsiteX17" fmla="*/ 0 w 2336641"/>
              <a:gd name="connsiteY17" fmla="*/ 347639 h 1601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36641" h="1601848">
                <a:moveTo>
                  <a:pt x="0" y="0"/>
                </a:moveTo>
                <a:lnTo>
                  <a:pt x="492296" y="0"/>
                </a:lnTo>
                <a:lnTo>
                  <a:pt x="679156" y="0"/>
                </a:lnTo>
                <a:lnTo>
                  <a:pt x="1844345" y="0"/>
                </a:lnTo>
                <a:cubicBezTo>
                  <a:pt x="2116233" y="0"/>
                  <a:pt x="2336641" y="220409"/>
                  <a:pt x="2336641" y="492296"/>
                </a:cubicBezTo>
                <a:lnTo>
                  <a:pt x="2336641" y="953072"/>
                </a:lnTo>
                <a:lnTo>
                  <a:pt x="2336641" y="1109552"/>
                </a:lnTo>
                <a:lnTo>
                  <a:pt x="2336641" y="1188420"/>
                </a:lnTo>
                <a:lnTo>
                  <a:pt x="2336641" y="1372172"/>
                </a:lnTo>
                <a:lnTo>
                  <a:pt x="2336641" y="1601848"/>
                </a:lnTo>
                <a:lnTo>
                  <a:pt x="1844345" y="1601848"/>
                </a:lnTo>
                <a:lnTo>
                  <a:pt x="1657484" y="1601848"/>
                </a:lnTo>
                <a:lnTo>
                  <a:pt x="492296" y="1601848"/>
                </a:lnTo>
                <a:cubicBezTo>
                  <a:pt x="220409" y="1601848"/>
                  <a:pt x="0" y="1381440"/>
                  <a:pt x="0" y="1109552"/>
                </a:cubicBezTo>
                <a:lnTo>
                  <a:pt x="0" y="614097"/>
                </a:lnTo>
                <a:lnTo>
                  <a:pt x="0" y="492296"/>
                </a:lnTo>
                <a:lnTo>
                  <a:pt x="0" y="413428"/>
                </a:lnTo>
                <a:lnTo>
                  <a:pt x="0" y="347639"/>
                </a:lnTo>
                <a:close/>
              </a:path>
            </a:pathLst>
          </a:custGeom>
          <a:solidFill>
            <a:srgbClr val="5F54A3"/>
          </a:solidFill>
          <a:ln>
            <a:noFill/>
          </a:ln>
        </p:spPr>
        <p:style>
          <a:lnRef idx="2">
            <a:schemeClr val="accent1">
              <a:shade val="50000"/>
            </a:schemeClr>
          </a:lnRef>
          <a:fillRef idx="1">
            <a:schemeClr val="accent1"/>
          </a:fillRef>
          <a:effectRef idx="0">
            <a:schemeClr val="accent1"/>
          </a:effectRef>
          <a:fontRef idx="minor">
            <a:schemeClr val="lt1"/>
          </a:fontRef>
        </p:style>
        <p:txBody>
          <a:bodyPr lIns="91436" tIns="45718" rIns="91436" bIns="45718" rtlCol="0" anchor="ctr"/>
          <a:lstStyle/>
          <a:p>
            <a:pPr algn="ctr"/>
            <a:endParaRPr lang="zh-CN" altLang="en-US" sz="1600">
              <a:solidFill>
                <a:schemeClr val="bg1"/>
              </a:solidFill>
              <a:latin typeface="微软雅黑" panose="020B0503020204020204" pitchFamily="34" charset="-122"/>
              <a:ea typeface="微软雅黑" panose="020B0503020204020204" pitchFamily="34" charset="-122"/>
            </a:endParaRPr>
          </a:p>
        </p:txBody>
      </p:sp>
      <p:sp>
        <p:nvSpPr>
          <p:cNvPr id="12" name="任意多边形 73"/>
          <p:cNvSpPr/>
          <p:nvPr/>
        </p:nvSpPr>
        <p:spPr>
          <a:xfrm>
            <a:off x="6253598" y="2073083"/>
            <a:ext cx="2336641" cy="1601848"/>
          </a:xfrm>
          <a:custGeom>
            <a:avLst/>
            <a:gdLst>
              <a:gd name="connsiteX0" fmla="*/ 0 w 2336641"/>
              <a:gd name="connsiteY0" fmla="*/ 0 h 1601848"/>
              <a:gd name="connsiteX1" fmla="*/ 492296 w 2336641"/>
              <a:gd name="connsiteY1" fmla="*/ 0 h 1601848"/>
              <a:gd name="connsiteX2" fmla="*/ 679156 w 2336641"/>
              <a:gd name="connsiteY2" fmla="*/ 0 h 1601848"/>
              <a:gd name="connsiteX3" fmla="*/ 1844345 w 2336641"/>
              <a:gd name="connsiteY3" fmla="*/ 0 h 1601848"/>
              <a:gd name="connsiteX4" fmla="*/ 2336641 w 2336641"/>
              <a:gd name="connsiteY4" fmla="*/ 492296 h 1601848"/>
              <a:gd name="connsiteX5" fmla="*/ 2336641 w 2336641"/>
              <a:gd name="connsiteY5" fmla="*/ 1004404 h 1601848"/>
              <a:gd name="connsiteX6" fmla="*/ 2336641 w 2336641"/>
              <a:gd name="connsiteY6" fmla="*/ 1109552 h 1601848"/>
              <a:gd name="connsiteX7" fmla="*/ 2336641 w 2336641"/>
              <a:gd name="connsiteY7" fmla="*/ 1188420 h 1601848"/>
              <a:gd name="connsiteX8" fmla="*/ 2336641 w 2336641"/>
              <a:gd name="connsiteY8" fmla="*/ 1423504 h 1601848"/>
              <a:gd name="connsiteX9" fmla="*/ 2336641 w 2336641"/>
              <a:gd name="connsiteY9" fmla="*/ 1601848 h 1601848"/>
              <a:gd name="connsiteX10" fmla="*/ 1844345 w 2336641"/>
              <a:gd name="connsiteY10" fmla="*/ 1601848 h 1601848"/>
              <a:gd name="connsiteX11" fmla="*/ 1657484 w 2336641"/>
              <a:gd name="connsiteY11" fmla="*/ 1601848 h 1601848"/>
              <a:gd name="connsiteX12" fmla="*/ 492296 w 2336641"/>
              <a:gd name="connsiteY12" fmla="*/ 1601848 h 1601848"/>
              <a:gd name="connsiteX13" fmla="*/ 0 w 2336641"/>
              <a:gd name="connsiteY13" fmla="*/ 1109552 h 1601848"/>
              <a:gd name="connsiteX14" fmla="*/ 0 w 2336641"/>
              <a:gd name="connsiteY14" fmla="*/ 588548 h 1601848"/>
              <a:gd name="connsiteX15" fmla="*/ 0 w 2336641"/>
              <a:gd name="connsiteY15" fmla="*/ 492296 h 1601848"/>
              <a:gd name="connsiteX16" fmla="*/ 0 w 2336641"/>
              <a:gd name="connsiteY16" fmla="*/ 413428 h 1601848"/>
              <a:gd name="connsiteX17" fmla="*/ 0 w 2336641"/>
              <a:gd name="connsiteY17" fmla="*/ 371414 h 1601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36641" h="1601848">
                <a:moveTo>
                  <a:pt x="0" y="0"/>
                </a:moveTo>
                <a:lnTo>
                  <a:pt x="492296" y="0"/>
                </a:lnTo>
                <a:lnTo>
                  <a:pt x="679156" y="0"/>
                </a:lnTo>
                <a:lnTo>
                  <a:pt x="1844345" y="0"/>
                </a:lnTo>
                <a:cubicBezTo>
                  <a:pt x="2116232" y="0"/>
                  <a:pt x="2336641" y="220409"/>
                  <a:pt x="2336641" y="492296"/>
                </a:cubicBezTo>
                <a:lnTo>
                  <a:pt x="2336641" y="1004404"/>
                </a:lnTo>
                <a:lnTo>
                  <a:pt x="2336641" y="1109552"/>
                </a:lnTo>
                <a:lnTo>
                  <a:pt x="2336641" y="1188420"/>
                </a:lnTo>
                <a:lnTo>
                  <a:pt x="2336641" y="1423504"/>
                </a:lnTo>
                <a:lnTo>
                  <a:pt x="2336641" y="1601848"/>
                </a:lnTo>
                <a:lnTo>
                  <a:pt x="1844345" y="1601848"/>
                </a:lnTo>
                <a:lnTo>
                  <a:pt x="1657484" y="1601848"/>
                </a:lnTo>
                <a:lnTo>
                  <a:pt x="492296" y="1601848"/>
                </a:lnTo>
                <a:cubicBezTo>
                  <a:pt x="220408" y="1601848"/>
                  <a:pt x="0" y="1381439"/>
                  <a:pt x="0" y="1109552"/>
                </a:cubicBezTo>
                <a:lnTo>
                  <a:pt x="0" y="588548"/>
                </a:lnTo>
                <a:lnTo>
                  <a:pt x="0" y="492296"/>
                </a:lnTo>
                <a:lnTo>
                  <a:pt x="0" y="413428"/>
                </a:lnTo>
                <a:lnTo>
                  <a:pt x="0" y="371414"/>
                </a:lnTo>
                <a:close/>
              </a:path>
            </a:pathLst>
          </a:custGeom>
          <a:solidFill>
            <a:srgbClr val="DB4B29"/>
          </a:solidFill>
          <a:ln>
            <a:noFill/>
          </a:ln>
        </p:spPr>
        <p:style>
          <a:lnRef idx="2">
            <a:schemeClr val="accent1">
              <a:shade val="50000"/>
            </a:schemeClr>
          </a:lnRef>
          <a:fillRef idx="1">
            <a:schemeClr val="accent1"/>
          </a:fillRef>
          <a:effectRef idx="0">
            <a:schemeClr val="accent1"/>
          </a:effectRef>
          <a:fontRef idx="minor">
            <a:schemeClr val="lt1"/>
          </a:fontRef>
        </p:style>
        <p:txBody>
          <a:bodyPr lIns="91436" tIns="45718" rIns="91436" bIns="45718" rtlCol="0" anchor="ctr"/>
          <a:lstStyle/>
          <a:p>
            <a:pPr algn="ctr"/>
            <a:endParaRPr lang="zh-CN" altLang="en-US" sz="1600">
              <a:solidFill>
                <a:schemeClr val="bg1"/>
              </a:solidFill>
              <a:latin typeface="微软雅黑" panose="020B0503020204020204" pitchFamily="34" charset="-122"/>
              <a:ea typeface="微软雅黑" panose="020B0503020204020204" pitchFamily="34" charset="-122"/>
            </a:endParaRPr>
          </a:p>
        </p:txBody>
      </p:sp>
      <p:sp>
        <p:nvSpPr>
          <p:cNvPr id="13" name="任意多边形 74"/>
          <p:cNvSpPr/>
          <p:nvPr/>
        </p:nvSpPr>
        <p:spPr>
          <a:xfrm>
            <a:off x="6253598" y="3857780"/>
            <a:ext cx="2336641" cy="1601848"/>
          </a:xfrm>
          <a:custGeom>
            <a:avLst/>
            <a:gdLst>
              <a:gd name="connsiteX0" fmla="*/ 492296 w 2336641"/>
              <a:gd name="connsiteY0" fmla="*/ 0 h 1601848"/>
              <a:gd name="connsiteX1" fmla="*/ 1657484 w 2336641"/>
              <a:gd name="connsiteY1" fmla="*/ 0 h 1601848"/>
              <a:gd name="connsiteX2" fmla="*/ 1844345 w 2336641"/>
              <a:gd name="connsiteY2" fmla="*/ 0 h 1601848"/>
              <a:gd name="connsiteX3" fmla="*/ 2336641 w 2336641"/>
              <a:gd name="connsiteY3" fmla="*/ 0 h 1601848"/>
              <a:gd name="connsiteX4" fmla="*/ 2336641 w 2336641"/>
              <a:gd name="connsiteY4" fmla="*/ 297807 h 1601848"/>
              <a:gd name="connsiteX5" fmla="*/ 2336641 w 2336641"/>
              <a:gd name="connsiteY5" fmla="*/ 413429 h 1601848"/>
              <a:gd name="connsiteX6" fmla="*/ 2336641 w 2336641"/>
              <a:gd name="connsiteY6" fmla="*/ 492296 h 1601848"/>
              <a:gd name="connsiteX7" fmla="*/ 2336641 w 2336641"/>
              <a:gd name="connsiteY7" fmla="*/ 716907 h 1601848"/>
              <a:gd name="connsiteX8" fmla="*/ 2336641 w 2336641"/>
              <a:gd name="connsiteY8" fmla="*/ 1109552 h 1601848"/>
              <a:gd name="connsiteX9" fmla="*/ 1844345 w 2336641"/>
              <a:gd name="connsiteY9" fmla="*/ 1601848 h 1601848"/>
              <a:gd name="connsiteX10" fmla="*/ 679156 w 2336641"/>
              <a:gd name="connsiteY10" fmla="*/ 1601848 h 1601848"/>
              <a:gd name="connsiteX11" fmla="*/ 492296 w 2336641"/>
              <a:gd name="connsiteY11" fmla="*/ 1601848 h 1601848"/>
              <a:gd name="connsiteX12" fmla="*/ 0 w 2336641"/>
              <a:gd name="connsiteY12" fmla="*/ 1601848 h 1601848"/>
              <a:gd name="connsiteX13" fmla="*/ 0 w 2336641"/>
              <a:gd name="connsiteY13" fmla="*/ 1461527 h 1601848"/>
              <a:gd name="connsiteX14" fmla="*/ 0 w 2336641"/>
              <a:gd name="connsiteY14" fmla="*/ 1188420 h 1601848"/>
              <a:gd name="connsiteX15" fmla="*/ 0 w 2336641"/>
              <a:gd name="connsiteY15" fmla="*/ 1109552 h 1601848"/>
              <a:gd name="connsiteX16" fmla="*/ 0 w 2336641"/>
              <a:gd name="connsiteY16" fmla="*/ 1042427 h 1601848"/>
              <a:gd name="connsiteX17" fmla="*/ 0 w 2336641"/>
              <a:gd name="connsiteY17" fmla="*/ 492296 h 1601848"/>
              <a:gd name="connsiteX18" fmla="*/ 492296 w 2336641"/>
              <a:gd name="connsiteY18" fmla="*/ 0 h 1601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36641" h="1601848">
                <a:moveTo>
                  <a:pt x="492296" y="0"/>
                </a:moveTo>
                <a:lnTo>
                  <a:pt x="1657484" y="0"/>
                </a:lnTo>
                <a:lnTo>
                  <a:pt x="1844345" y="0"/>
                </a:lnTo>
                <a:lnTo>
                  <a:pt x="2336641" y="0"/>
                </a:lnTo>
                <a:lnTo>
                  <a:pt x="2336641" y="297807"/>
                </a:lnTo>
                <a:lnTo>
                  <a:pt x="2336641" y="413429"/>
                </a:lnTo>
                <a:lnTo>
                  <a:pt x="2336641" y="492296"/>
                </a:lnTo>
                <a:lnTo>
                  <a:pt x="2336641" y="716907"/>
                </a:lnTo>
                <a:lnTo>
                  <a:pt x="2336641" y="1109552"/>
                </a:lnTo>
                <a:cubicBezTo>
                  <a:pt x="2336641" y="1381440"/>
                  <a:pt x="2116232" y="1601848"/>
                  <a:pt x="1844345" y="1601848"/>
                </a:cubicBezTo>
                <a:lnTo>
                  <a:pt x="679156" y="1601848"/>
                </a:lnTo>
                <a:lnTo>
                  <a:pt x="492296" y="1601848"/>
                </a:lnTo>
                <a:lnTo>
                  <a:pt x="0" y="1601848"/>
                </a:lnTo>
                <a:lnTo>
                  <a:pt x="0" y="1461527"/>
                </a:lnTo>
                <a:lnTo>
                  <a:pt x="0" y="1188420"/>
                </a:lnTo>
                <a:lnTo>
                  <a:pt x="0" y="1109552"/>
                </a:lnTo>
                <a:lnTo>
                  <a:pt x="0" y="1042427"/>
                </a:lnTo>
                <a:lnTo>
                  <a:pt x="0" y="492296"/>
                </a:lnTo>
                <a:cubicBezTo>
                  <a:pt x="0" y="220409"/>
                  <a:pt x="220408" y="0"/>
                  <a:pt x="492296" y="0"/>
                </a:cubicBezTo>
                <a:close/>
              </a:path>
            </a:pathLst>
          </a:custGeom>
          <a:solidFill>
            <a:srgbClr val="017572"/>
          </a:solidFill>
          <a:ln>
            <a:noFill/>
          </a:ln>
        </p:spPr>
        <p:style>
          <a:lnRef idx="2">
            <a:schemeClr val="accent1">
              <a:shade val="50000"/>
            </a:schemeClr>
          </a:lnRef>
          <a:fillRef idx="1">
            <a:schemeClr val="accent1"/>
          </a:fillRef>
          <a:effectRef idx="0">
            <a:schemeClr val="accent1"/>
          </a:effectRef>
          <a:fontRef idx="minor">
            <a:schemeClr val="lt1"/>
          </a:fontRef>
        </p:style>
        <p:txBody>
          <a:bodyPr lIns="91436" tIns="45718" rIns="91436" bIns="45718" rtlCol="0" anchor="ctr"/>
          <a:lstStyle/>
          <a:p>
            <a:pPr algn="ctr"/>
            <a:endParaRPr lang="zh-CN" altLang="en-US" sz="1600">
              <a:solidFill>
                <a:schemeClr val="bg1"/>
              </a:solidFill>
              <a:latin typeface="微软雅黑" panose="020B0503020204020204" pitchFamily="34" charset="-122"/>
              <a:ea typeface="微软雅黑" panose="020B0503020204020204" pitchFamily="34" charset="-122"/>
            </a:endParaRPr>
          </a:p>
        </p:txBody>
      </p:sp>
      <p:grpSp>
        <p:nvGrpSpPr>
          <p:cNvPr id="14" name="组合 76"/>
          <p:cNvGrpSpPr/>
          <p:nvPr/>
        </p:nvGrpSpPr>
        <p:grpSpPr>
          <a:xfrm>
            <a:off x="5135812" y="2817108"/>
            <a:ext cx="1942779" cy="1942779"/>
            <a:chOff x="5135810" y="2978471"/>
            <a:chExt cx="1942779" cy="1942779"/>
          </a:xfrm>
        </p:grpSpPr>
        <p:sp>
          <p:nvSpPr>
            <p:cNvPr id="15" name="椭圆 14"/>
            <p:cNvSpPr/>
            <p:nvPr/>
          </p:nvSpPr>
          <p:spPr>
            <a:xfrm>
              <a:off x="5135810" y="2978471"/>
              <a:ext cx="1942779" cy="1942779"/>
            </a:xfrm>
            <a:prstGeom prst="ellipse">
              <a:avLst/>
            </a:prstGeom>
            <a:solidFill>
              <a:schemeClr val="bg1">
                <a:alpha val="4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a:solidFill>
                  <a:schemeClr val="bg1"/>
                </a:solidFill>
                <a:latin typeface="微软雅黑" panose="020B0503020204020204" pitchFamily="34" charset="-122"/>
                <a:ea typeface="微软雅黑" panose="020B0503020204020204" pitchFamily="34" charset="-122"/>
              </a:endParaRPr>
            </a:p>
          </p:txBody>
        </p:sp>
        <p:sp>
          <p:nvSpPr>
            <p:cNvPr id="16" name="文本框 15"/>
            <p:cNvSpPr txBox="1"/>
            <p:nvPr/>
          </p:nvSpPr>
          <p:spPr>
            <a:xfrm>
              <a:off x="5530473" y="3787223"/>
              <a:ext cx="1153452" cy="338554"/>
            </a:xfrm>
            <a:prstGeom prst="rect">
              <a:avLst/>
            </a:prstGeom>
            <a:noFill/>
          </p:spPr>
          <p:txBody>
            <a:bodyPr wrap="square" rtlCol="0">
              <a:spAutoFit/>
            </a:bodyPr>
            <a:lstStyle/>
            <a:p>
              <a:pPr algn="ctr"/>
              <a:r>
                <a:rPr lang="zh-CN" altLang="en-US" sz="1600" dirty="0">
                  <a:solidFill>
                    <a:schemeClr val="bg1"/>
                  </a:solidFill>
                  <a:latin typeface="微软雅黑" panose="020B0503020204020204" pitchFamily="34" charset="-122"/>
                  <a:ea typeface="微软雅黑" panose="020B0503020204020204" pitchFamily="34" charset="-122"/>
                </a:rPr>
                <a:t>标题</a:t>
              </a:r>
            </a:p>
          </p:txBody>
        </p:sp>
      </p:grpSp>
      <p:sp>
        <p:nvSpPr>
          <p:cNvPr id="17" name="文本框 16"/>
          <p:cNvSpPr txBox="1"/>
          <p:nvPr/>
        </p:nvSpPr>
        <p:spPr>
          <a:xfrm>
            <a:off x="5363901" y="2980946"/>
            <a:ext cx="402674" cy="646331"/>
          </a:xfrm>
          <a:prstGeom prst="rect">
            <a:avLst/>
          </a:prstGeom>
          <a:noFill/>
        </p:spPr>
        <p:txBody>
          <a:bodyPr wrap="none" rtlCol="0" anchor="ctr">
            <a:spAutoFit/>
          </a:bodyPr>
          <a:lstStyle/>
          <a:p>
            <a:r>
              <a:rPr lang="en-US" altLang="zh-CN" sz="3600" b="1" dirty="0">
                <a:solidFill>
                  <a:schemeClr val="tx1">
                    <a:lumMod val="65000"/>
                    <a:lumOff val="35000"/>
                  </a:schemeClr>
                </a:solidFill>
              </a:rPr>
              <a:t>S</a:t>
            </a:r>
            <a:endParaRPr lang="zh-CN" altLang="en-US" sz="3600" b="1" dirty="0">
              <a:solidFill>
                <a:schemeClr val="tx1">
                  <a:lumMod val="65000"/>
                  <a:lumOff val="35000"/>
                </a:schemeClr>
              </a:solidFill>
            </a:endParaRPr>
          </a:p>
        </p:txBody>
      </p:sp>
      <p:sp>
        <p:nvSpPr>
          <p:cNvPr id="18" name="文本框 17"/>
          <p:cNvSpPr txBox="1"/>
          <p:nvPr/>
        </p:nvSpPr>
        <p:spPr>
          <a:xfrm>
            <a:off x="6253598" y="2980946"/>
            <a:ext cx="603050" cy="646331"/>
          </a:xfrm>
          <a:prstGeom prst="rect">
            <a:avLst/>
          </a:prstGeom>
          <a:noFill/>
        </p:spPr>
        <p:txBody>
          <a:bodyPr wrap="none" rtlCol="0" anchor="ctr">
            <a:spAutoFit/>
          </a:bodyPr>
          <a:lstStyle/>
          <a:p>
            <a:r>
              <a:rPr lang="en-US" altLang="zh-CN" sz="3600" b="1" dirty="0">
                <a:solidFill>
                  <a:schemeClr val="tx1">
                    <a:lumMod val="65000"/>
                    <a:lumOff val="35000"/>
                  </a:schemeClr>
                </a:solidFill>
              </a:rPr>
              <a:t>W</a:t>
            </a:r>
            <a:endParaRPr lang="zh-CN" altLang="en-US" sz="3600" b="1" dirty="0">
              <a:solidFill>
                <a:schemeClr val="tx1">
                  <a:lumMod val="65000"/>
                  <a:lumOff val="35000"/>
                </a:schemeClr>
              </a:solidFill>
            </a:endParaRPr>
          </a:p>
        </p:txBody>
      </p:sp>
      <p:sp>
        <p:nvSpPr>
          <p:cNvPr id="19" name="文本框 18"/>
          <p:cNvSpPr txBox="1"/>
          <p:nvPr/>
        </p:nvSpPr>
        <p:spPr>
          <a:xfrm>
            <a:off x="5316612" y="3951747"/>
            <a:ext cx="497252" cy="646331"/>
          </a:xfrm>
          <a:prstGeom prst="rect">
            <a:avLst/>
          </a:prstGeom>
          <a:noFill/>
        </p:spPr>
        <p:txBody>
          <a:bodyPr wrap="none" rtlCol="0" anchor="ctr">
            <a:spAutoFit/>
          </a:bodyPr>
          <a:lstStyle/>
          <a:p>
            <a:r>
              <a:rPr lang="en-US" altLang="zh-CN" sz="3600" b="1" dirty="0">
                <a:solidFill>
                  <a:schemeClr val="tx1">
                    <a:lumMod val="65000"/>
                    <a:lumOff val="35000"/>
                  </a:schemeClr>
                </a:solidFill>
              </a:rPr>
              <a:t>O</a:t>
            </a:r>
            <a:endParaRPr lang="zh-CN" altLang="en-US" sz="3600" b="1" dirty="0">
              <a:solidFill>
                <a:schemeClr val="tx1">
                  <a:lumMod val="65000"/>
                  <a:lumOff val="35000"/>
                </a:schemeClr>
              </a:solidFill>
            </a:endParaRPr>
          </a:p>
        </p:txBody>
      </p:sp>
      <p:sp>
        <p:nvSpPr>
          <p:cNvPr id="20" name="文本框 19"/>
          <p:cNvSpPr txBox="1"/>
          <p:nvPr/>
        </p:nvSpPr>
        <p:spPr>
          <a:xfrm>
            <a:off x="6348175" y="3951747"/>
            <a:ext cx="413896" cy="646331"/>
          </a:xfrm>
          <a:prstGeom prst="rect">
            <a:avLst/>
          </a:prstGeom>
          <a:noFill/>
        </p:spPr>
        <p:txBody>
          <a:bodyPr wrap="none" rtlCol="0" anchor="ctr">
            <a:spAutoFit/>
          </a:bodyPr>
          <a:lstStyle/>
          <a:p>
            <a:r>
              <a:rPr lang="en-US" altLang="zh-CN" sz="3600" b="1" dirty="0">
                <a:solidFill>
                  <a:schemeClr val="tx1">
                    <a:lumMod val="65000"/>
                    <a:lumOff val="35000"/>
                  </a:schemeClr>
                </a:solidFill>
              </a:rPr>
              <a:t>T</a:t>
            </a:r>
          </a:p>
        </p:txBody>
      </p:sp>
      <p:sp>
        <p:nvSpPr>
          <p:cNvPr id="21" name="文本框 20"/>
          <p:cNvSpPr txBox="1"/>
          <p:nvPr/>
        </p:nvSpPr>
        <p:spPr>
          <a:xfrm>
            <a:off x="3866933" y="2383449"/>
            <a:ext cx="1210588" cy="707886"/>
          </a:xfrm>
          <a:prstGeom prst="rect">
            <a:avLst/>
          </a:prstGeom>
          <a:noFill/>
        </p:spPr>
        <p:txBody>
          <a:bodyPr wrap="none" rtlCol="0">
            <a:spAutoFit/>
          </a:bodyPr>
          <a:lstStyle/>
          <a:p>
            <a:r>
              <a:rPr lang="zh-CN" altLang="en-US" sz="4000" dirty="0">
                <a:solidFill>
                  <a:schemeClr val="bg1"/>
                </a:solidFill>
              </a:rPr>
              <a:t>优势</a:t>
            </a:r>
          </a:p>
        </p:txBody>
      </p:sp>
      <p:sp>
        <p:nvSpPr>
          <p:cNvPr id="22" name="文本框 21"/>
          <p:cNvSpPr txBox="1"/>
          <p:nvPr/>
        </p:nvSpPr>
        <p:spPr>
          <a:xfrm>
            <a:off x="6951997" y="2383449"/>
            <a:ext cx="1210588" cy="707886"/>
          </a:xfrm>
          <a:prstGeom prst="rect">
            <a:avLst/>
          </a:prstGeom>
          <a:noFill/>
        </p:spPr>
        <p:txBody>
          <a:bodyPr wrap="none" rtlCol="0">
            <a:spAutoFit/>
          </a:bodyPr>
          <a:lstStyle/>
          <a:p>
            <a:r>
              <a:rPr lang="zh-CN" altLang="en-US" sz="4000" dirty="0">
                <a:solidFill>
                  <a:schemeClr val="bg1"/>
                </a:solidFill>
              </a:rPr>
              <a:t>劣势</a:t>
            </a:r>
          </a:p>
        </p:txBody>
      </p:sp>
      <p:sp>
        <p:nvSpPr>
          <p:cNvPr id="23" name="文本框 22"/>
          <p:cNvSpPr txBox="1"/>
          <p:nvPr/>
        </p:nvSpPr>
        <p:spPr>
          <a:xfrm>
            <a:off x="3866933" y="4388240"/>
            <a:ext cx="1210588" cy="707886"/>
          </a:xfrm>
          <a:prstGeom prst="rect">
            <a:avLst/>
          </a:prstGeom>
          <a:noFill/>
        </p:spPr>
        <p:txBody>
          <a:bodyPr wrap="none" rtlCol="0">
            <a:spAutoFit/>
          </a:bodyPr>
          <a:lstStyle/>
          <a:p>
            <a:r>
              <a:rPr lang="zh-CN" altLang="en-US" sz="4000" dirty="0">
                <a:solidFill>
                  <a:schemeClr val="bg1"/>
                </a:solidFill>
              </a:rPr>
              <a:t>机会</a:t>
            </a:r>
          </a:p>
        </p:txBody>
      </p:sp>
      <p:sp>
        <p:nvSpPr>
          <p:cNvPr id="24" name="文本框 23"/>
          <p:cNvSpPr txBox="1"/>
          <p:nvPr/>
        </p:nvSpPr>
        <p:spPr>
          <a:xfrm>
            <a:off x="6951997" y="4388240"/>
            <a:ext cx="1210588" cy="707886"/>
          </a:xfrm>
          <a:prstGeom prst="rect">
            <a:avLst/>
          </a:prstGeom>
          <a:noFill/>
        </p:spPr>
        <p:txBody>
          <a:bodyPr wrap="none" rtlCol="0">
            <a:spAutoFit/>
          </a:bodyPr>
          <a:lstStyle/>
          <a:p>
            <a:r>
              <a:rPr lang="zh-CN" altLang="en-US" sz="4000" dirty="0">
                <a:solidFill>
                  <a:schemeClr val="bg1"/>
                </a:solidFill>
              </a:rPr>
              <a:t>威胁</a:t>
            </a:r>
          </a:p>
        </p:txBody>
      </p:sp>
      <p:sp>
        <p:nvSpPr>
          <p:cNvPr id="25" name="矩形 39"/>
          <p:cNvSpPr/>
          <p:nvPr/>
        </p:nvSpPr>
        <p:spPr>
          <a:xfrm>
            <a:off x="0" y="203088"/>
            <a:ext cx="2521396" cy="523220"/>
          </a:xfrm>
          <a:prstGeom prst="rect">
            <a:avLst/>
          </a:prstGeom>
          <a:noFill/>
        </p:spPr>
        <p:txBody>
          <a:bodyPr wrap="none" rtlCol="0">
            <a:spAutoFit/>
          </a:bodyPr>
          <a:lstStyle/>
          <a:p>
            <a:r>
              <a:rPr lang="en-US" altLang="zh-CN" sz="2800" b="1" dirty="0">
                <a:solidFill>
                  <a:schemeClr val="tx1">
                    <a:lumMod val="65000"/>
                    <a:lumOff val="35000"/>
                  </a:schemeClr>
                </a:solidFill>
              </a:rPr>
              <a:t>SWOT</a:t>
            </a:r>
            <a:r>
              <a:rPr lang="zh-CN" altLang="en-US" sz="2800" b="1" dirty="0">
                <a:solidFill>
                  <a:schemeClr val="tx1">
                    <a:lumMod val="65000"/>
                    <a:lumOff val="35000"/>
                  </a:schemeClr>
                </a:solidFill>
              </a:rPr>
              <a:t>分析图表</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207483856"/>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endParaRPr lang="zh-CN" altLang="zh-CN" sz="2800" b="1" dirty="0">
              <a:solidFill>
                <a:schemeClr val="tx1">
                  <a:lumMod val="65000"/>
                  <a:lumOff val="35000"/>
                </a:schemeClr>
              </a:solidFill>
            </a:endParaRPr>
          </a:p>
        </p:txBody>
      </p:sp>
      <p:pic>
        <p:nvPicPr>
          <p:cNvPr id="53" name="图片 52"/>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208197" y="5192807"/>
            <a:ext cx="1044000" cy="104908"/>
          </a:xfrm>
          <a:prstGeom prst="rect">
            <a:avLst/>
          </a:prstGeom>
        </p:spPr>
      </p:pic>
      <p:pic>
        <p:nvPicPr>
          <p:cNvPr id="54" name="图片 53"/>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6661649" y="4676898"/>
            <a:ext cx="2160000" cy="217044"/>
          </a:xfrm>
          <a:prstGeom prst="rect">
            <a:avLst/>
          </a:prstGeom>
        </p:spPr>
      </p:pic>
      <p:pic>
        <p:nvPicPr>
          <p:cNvPr id="55" name="图片 54"/>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2899133" y="4866342"/>
            <a:ext cx="4320000" cy="184091"/>
          </a:xfrm>
          <a:prstGeom prst="rect">
            <a:avLst/>
          </a:prstGeom>
        </p:spPr>
      </p:pic>
      <p:pic>
        <p:nvPicPr>
          <p:cNvPr id="56" name="图片 55"/>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771194" y="4413125"/>
            <a:ext cx="3821876" cy="384016"/>
          </a:xfrm>
          <a:prstGeom prst="rect">
            <a:avLst/>
          </a:prstGeom>
        </p:spPr>
      </p:pic>
      <p:grpSp>
        <p:nvGrpSpPr>
          <p:cNvPr id="57" name="组合 102"/>
          <p:cNvGrpSpPr/>
          <p:nvPr/>
        </p:nvGrpSpPr>
        <p:grpSpPr>
          <a:xfrm>
            <a:off x="5143826" y="2188299"/>
            <a:ext cx="2997039" cy="2387482"/>
            <a:chOff x="2508022" y="350385"/>
            <a:chExt cx="7407276" cy="5900738"/>
          </a:xfrm>
        </p:grpSpPr>
        <p:sp>
          <p:nvSpPr>
            <p:cNvPr id="58" name="Freeform 31"/>
            <p:cNvSpPr>
              <a:spLocks/>
            </p:cNvSpPr>
            <p:nvPr/>
          </p:nvSpPr>
          <p:spPr bwMode="auto">
            <a:xfrm>
              <a:off x="5084535" y="6178098"/>
              <a:ext cx="2295525" cy="73025"/>
            </a:xfrm>
            <a:custGeom>
              <a:avLst/>
              <a:gdLst>
                <a:gd name="T0" fmla="*/ 0 w 1147"/>
                <a:gd name="T1" fmla="*/ 8 h 36"/>
                <a:gd name="T2" fmla="*/ 0 w 1147"/>
                <a:gd name="T3" fmla="*/ 0 h 36"/>
                <a:gd name="T4" fmla="*/ 0 w 1147"/>
                <a:gd name="T5" fmla="*/ 1 h 36"/>
                <a:gd name="T6" fmla="*/ 0 w 1147"/>
                <a:gd name="T7" fmla="*/ 1 h 36"/>
                <a:gd name="T8" fmla="*/ 129 w 1147"/>
                <a:gd name="T9" fmla="*/ 36 h 36"/>
                <a:gd name="T10" fmla="*/ 563 w 1147"/>
                <a:gd name="T11" fmla="*/ 36 h 36"/>
                <a:gd name="T12" fmla="*/ 591 w 1147"/>
                <a:gd name="T13" fmla="*/ 36 h 36"/>
                <a:gd name="T14" fmla="*/ 1025 w 1147"/>
                <a:gd name="T15" fmla="*/ 36 h 36"/>
                <a:gd name="T16" fmla="*/ 1147 w 1147"/>
                <a:gd name="T17" fmla="*/ 8 h 36"/>
                <a:gd name="T18" fmla="*/ 1139 w 1147"/>
                <a:gd name="T19" fmla="*/ 8 h 36"/>
                <a:gd name="T20" fmla="*/ 1139 w 1147"/>
                <a:gd name="T21" fmla="*/ 8 h 36"/>
                <a:gd name="T22" fmla="*/ 0 w 1147"/>
                <a:gd name="T23" fmla="*/ 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47" h="36">
                  <a:moveTo>
                    <a:pt x="0" y="8"/>
                  </a:moveTo>
                  <a:cubicBezTo>
                    <a:pt x="0" y="0"/>
                    <a:pt x="0" y="0"/>
                    <a:pt x="0" y="0"/>
                  </a:cubicBezTo>
                  <a:cubicBezTo>
                    <a:pt x="0" y="0"/>
                    <a:pt x="0" y="0"/>
                    <a:pt x="0" y="1"/>
                  </a:cubicBezTo>
                  <a:cubicBezTo>
                    <a:pt x="0" y="1"/>
                    <a:pt x="0" y="1"/>
                    <a:pt x="0" y="1"/>
                  </a:cubicBezTo>
                  <a:cubicBezTo>
                    <a:pt x="0" y="22"/>
                    <a:pt x="38" y="36"/>
                    <a:pt x="129" y="36"/>
                  </a:cubicBezTo>
                  <a:cubicBezTo>
                    <a:pt x="304" y="36"/>
                    <a:pt x="494" y="36"/>
                    <a:pt x="563" y="36"/>
                  </a:cubicBezTo>
                  <a:cubicBezTo>
                    <a:pt x="581" y="36"/>
                    <a:pt x="591" y="36"/>
                    <a:pt x="591" y="36"/>
                  </a:cubicBezTo>
                  <a:cubicBezTo>
                    <a:pt x="660" y="36"/>
                    <a:pt x="850" y="36"/>
                    <a:pt x="1025" y="36"/>
                  </a:cubicBezTo>
                  <a:cubicBezTo>
                    <a:pt x="1115" y="36"/>
                    <a:pt x="1147" y="28"/>
                    <a:pt x="1147" y="8"/>
                  </a:cubicBezTo>
                  <a:cubicBezTo>
                    <a:pt x="1139" y="8"/>
                    <a:pt x="1139" y="8"/>
                    <a:pt x="1139" y="8"/>
                  </a:cubicBezTo>
                  <a:cubicBezTo>
                    <a:pt x="1139" y="8"/>
                    <a:pt x="1139" y="8"/>
                    <a:pt x="1139" y="8"/>
                  </a:cubicBezTo>
                  <a:lnTo>
                    <a:pt x="0" y="8"/>
                  </a:lnTo>
                  <a:close/>
                </a:path>
              </a:pathLst>
            </a:custGeom>
            <a:solidFill>
              <a:srgbClr val="646464"/>
            </a:solidFill>
            <a:ln w="793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ln>
                  <a:solidFill>
                    <a:schemeClr val="bg1"/>
                  </a:solidFill>
                </a:ln>
              </a:endParaRPr>
            </a:p>
          </p:txBody>
        </p:sp>
        <p:sp>
          <p:nvSpPr>
            <p:cNvPr id="59" name="Freeform 32"/>
            <p:cNvSpPr>
              <a:spLocks/>
            </p:cNvSpPr>
            <p:nvPr/>
          </p:nvSpPr>
          <p:spPr bwMode="auto">
            <a:xfrm>
              <a:off x="4890860" y="5409748"/>
              <a:ext cx="2671763" cy="825500"/>
            </a:xfrm>
            <a:custGeom>
              <a:avLst/>
              <a:gdLst>
                <a:gd name="T0" fmla="*/ 1128 w 1335"/>
                <a:gd name="T1" fmla="*/ 259 h 412"/>
                <a:gd name="T2" fmla="*/ 1044 w 1335"/>
                <a:gd name="T3" fmla="*/ 0 h 412"/>
                <a:gd name="T4" fmla="*/ 682 w 1335"/>
                <a:gd name="T5" fmla="*/ 0 h 412"/>
                <a:gd name="T6" fmla="*/ 654 w 1335"/>
                <a:gd name="T7" fmla="*/ 0 h 412"/>
                <a:gd name="T8" fmla="*/ 291 w 1335"/>
                <a:gd name="T9" fmla="*/ 0 h 412"/>
                <a:gd name="T10" fmla="*/ 208 w 1335"/>
                <a:gd name="T11" fmla="*/ 259 h 412"/>
                <a:gd name="T12" fmla="*/ 220 w 1335"/>
                <a:gd name="T13" fmla="*/ 412 h 412"/>
                <a:gd name="T14" fmla="*/ 654 w 1335"/>
                <a:gd name="T15" fmla="*/ 412 h 412"/>
                <a:gd name="T16" fmla="*/ 682 w 1335"/>
                <a:gd name="T17" fmla="*/ 412 h 412"/>
                <a:gd name="T18" fmla="*/ 1116 w 1335"/>
                <a:gd name="T19" fmla="*/ 412 h 412"/>
                <a:gd name="T20" fmla="*/ 1128 w 1335"/>
                <a:gd name="T21" fmla="*/ 259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5" h="412">
                  <a:moveTo>
                    <a:pt x="1128" y="259"/>
                  </a:moveTo>
                  <a:cubicBezTo>
                    <a:pt x="1047" y="177"/>
                    <a:pt x="1044" y="0"/>
                    <a:pt x="1044" y="0"/>
                  </a:cubicBezTo>
                  <a:cubicBezTo>
                    <a:pt x="682" y="0"/>
                    <a:pt x="682" y="0"/>
                    <a:pt x="682" y="0"/>
                  </a:cubicBezTo>
                  <a:cubicBezTo>
                    <a:pt x="654" y="0"/>
                    <a:pt x="654" y="0"/>
                    <a:pt x="654" y="0"/>
                  </a:cubicBezTo>
                  <a:cubicBezTo>
                    <a:pt x="291" y="0"/>
                    <a:pt x="291" y="0"/>
                    <a:pt x="291" y="0"/>
                  </a:cubicBezTo>
                  <a:cubicBezTo>
                    <a:pt x="291" y="0"/>
                    <a:pt x="288" y="177"/>
                    <a:pt x="208" y="259"/>
                  </a:cubicBezTo>
                  <a:cubicBezTo>
                    <a:pt x="127" y="342"/>
                    <a:pt x="0" y="412"/>
                    <a:pt x="220" y="412"/>
                  </a:cubicBezTo>
                  <a:cubicBezTo>
                    <a:pt x="395" y="412"/>
                    <a:pt x="585" y="412"/>
                    <a:pt x="654" y="412"/>
                  </a:cubicBezTo>
                  <a:cubicBezTo>
                    <a:pt x="672" y="412"/>
                    <a:pt x="682" y="412"/>
                    <a:pt x="682" y="412"/>
                  </a:cubicBezTo>
                  <a:cubicBezTo>
                    <a:pt x="751" y="412"/>
                    <a:pt x="941" y="412"/>
                    <a:pt x="1116" y="412"/>
                  </a:cubicBezTo>
                  <a:cubicBezTo>
                    <a:pt x="1335" y="412"/>
                    <a:pt x="1209" y="342"/>
                    <a:pt x="1128" y="259"/>
                  </a:cubicBezTo>
                  <a:close/>
                </a:path>
              </a:pathLst>
            </a:custGeom>
            <a:gradFill flip="none" rotWithShape="1">
              <a:gsLst>
                <a:gs pos="45885">
                  <a:srgbClr val="646464">
                    <a:alpha val="75000"/>
                  </a:srgbClr>
                </a:gs>
                <a:gs pos="21000">
                  <a:srgbClr val="DADCDF"/>
                </a:gs>
                <a:gs pos="0">
                  <a:srgbClr val="646464"/>
                </a:gs>
                <a:gs pos="100000">
                  <a:srgbClr val="DADCDF"/>
                </a:gs>
              </a:gsLst>
              <a:lin ang="5400000" scaled="1"/>
              <a:tileRect/>
            </a:gradFill>
            <a:ln w="793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60" name="Freeform 33"/>
            <p:cNvSpPr>
              <a:spLocks/>
            </p:cNvSpPr>
            <p:nvPr/>
          </p:nvSpPr>
          <p:spPr bwMode="auto">
            <a:xfrm>
              <a:off x="6371998" y="5838373"/>
              <a:ext cx="1193800" cy="396875"/>
            </a:xfrm>
            <a:custGeom>
              <a:avLst/>
              <a:gdLst>
                <a:gd name="T0" fmla="*/ 0 w 597"/>
                <a:gd name="T1" fmla="*/ 198 h 198"/>
                <a:gd name="T2" fmla="*/ 366 w 597"/>
                <a:gd name="T3" fmla="*/ 0 h 198"/>
                <a:gd name="T4" fmla="*/ 394 w 597"/>
                <a:gd name="T5" fmla="*/ 38 h 198"/>
                <a:gd name="T6" fmla="*/ 393 w 597"/>
                <a:gd name="T7" fmla="*/ 198 h 198"/>
                <a:gd name="T8" fmla="*/ 0 w 597"/>
                <a:gd name="T9" fmla="*/ 198 h 198"/>
              </a:gdLst>
              <a:ahLst/>
              <a:cxnLst>
                <a:cxn ang="0">
                  <a:pos x="T0" y="T1"/>
                </a:cxn>
                <a:cxn ang="0">
                  <a:pos x="T2" y="T3"/>
                </a:cxn>
                <a:cxn ang="0">
                  <a:pos x="T4" y="T5"/>
                </a:cxn>
                <a:cxn ang="0">
                  <a:pos x="T6" y="T7"/>
                </a:cxn>
                <a:cxn ang="0">
                  <a:pos x="T8" y="T9"/>
                </a:cxn>
              </a:cxnLst>
              <a:rect l="0" t="0" r="r" b="b"/>
              <a:pathLst>
                <a:path w="597" h="198">
                  <a:moveTo>
                    <a:pt x="0" y="198"/>
                  </a:moveTo>
                  <a:cubicBezTo>
                    <a:pt x="45" y="106"/>
                    <a:pt x="188" y="17"/>
                    <a:pt x="366" y="0"/>
                  </a:cubicBezTo>
                  <a:cubicBezTo>
                    <a:pt x="374" y="14"/>
                    <a:pt x="383" y="27"/>
                    <a:pt x="394" y="38"/>
                  </a:cubicBezTo>
                  <a:cubicBezTo>
                    <a:pt x="473" y="119"/>
                    <a:pt x="597" y="198"/>
                    <a:pt x="393" y="198"/>
                  </a:cubicBezTo>
                  <a:lnTo>
                    <a:pt x="0" y="198"/>
                  </a:lnTo>
                  <a:close/>
                </a:path>
              </a:pathLst>
            </a:custGeom>
            <a:gradFill>
              <a:gsLst>
                <a:gs pos="57000">
                  <a:schemeClr val="bg1">
                    <a:alpha val="0"/>
                  </a:schemeClr>
                </a:gs>
                <a:gs pos="100000">
                  <a:schemeClr val="bg1">
                    <a:alpha val="15000"/>
                  </a:schemeClr>
                </a:gs>
              </a:gsLst>
              <a:lin ang="3600000" scaled="0"/>
            </a:gradFill>
            <a:ln w="793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61" name="Freeform 34"/>
            <p:cNvSpPr>
              <a:spLocks/>
            </p:cNvSpPr>
            <p:nvPr/>
          </p:nvSpPr>
          <p:spPr bwMode="auto">
            <a:xfrm>
              <a:off x="4913085" y="5838373"/>
              <a:ext cx="1193800" cy="396875"/>
            </a:xfrm>
            <a:custGeom>
              <a:avLst/>
              <a:gdLst>
                <a:gd name="T0" fmla="*/ 597 w 597"/>
                <a:gd name="T1" fmla="*/ 198 h 198"/>
                <a:gd name="T2" fmla="*/ 231 w 597"/>
                <a:gd name="T3" fmla="*/ 0 h 198"/>
                <a:gd name="T4" fmla="*/ 203 w 597"/>
                <a:gd name="T5" fmla="*/ 38 h 198"/>
                <a:gd name="T6" fmla="*/ 204 w 597"/>
                <a:gd name="T7" fmla="*/ 198 h 198"/>
                <a:gd name="T8" fmla="*/ 597 w 597"/>
                <a:gd name="T9" fmla="*/ 198 h 198"/>
              </a:gdLst>
              <a:ahLst/>
              <a:cxnLst>
                <a:cxn ang="0">
                  <a:pos x="T0" y="T1"/>
                </a:cxn>
                <a:cxn ang="0">
                  <a:pos x="T2" y="T3"/>
                </a:cxn>
                <a:cxn ang="0">
                  <a:pos x="T4" y="T5"/>
                </a:cxn>
                <a:cxn ang="0">
                  <a:pos x="T6" y="T7"/>
                </a:cxn>
                <a:cxn ang="0">
                  <a:pos x="T8" y="T9"/>
                </a:cxn>
              </a:cxnLst>
              <a:rect l="0" t="0" r="r" b="b"/>
              <a:pathLst>
                <a:path w="597" h="198">
                  <a:moveTo>
                    <a:pt x="597" y="198"/>
                  </a:moveTo>
                  <a:cubicBezTo>
                    <a:pt x="552" y="106"/>
                    <a:pt x="409" y="17"/>
                    <a:pt x="231" y="0"/>
                  </a:cubicBezTo>
                  <a:cubicBezTo>
                    <a:pt x="223" y="14"/>
                    <a:pt x="213" y="27"/>
                    <a:pt x="203" y="38"/>
                  </a:cubicBezTo>
                  <a:cubicBezTo>
                    <a:pt x="123" y="119"/>
                    <a:pt x="0" y="198"/>
                    <a:pt x="204" y="198"/>
                  </a:cubicBezTo>
                  <a:lnTo>
                    <a:pt x="597" y="198"/>
                  </a:lnTo>
                  <a:close/>
                </a:path>
              </a:pathLst>
            </a:custGeom>
            <a:gradFill>
              <a:gsLst>
                <a:gs pos="57000">
                  <a:schemeClr val="bg1">
                    <a:alpha val="0"/>
                  </a:schemeClr>
                </a:gs>
                <a:gs pos="100000">
                  <a:schemeClr val="bg1">
                    <a:alpha val="15000"/>
                  </a:schemeClr>
                </a:gs>
              </a:gsLst>
              <a:lin ang="7200000" scaled="0"/>
            </a:gradFill>
            <a:ln w="793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62" name="Freeform 35"/>
            <p:cNvSpPr>
              <a:spLocks/>
            </p:cNvSpPr>
            <p:nvPr/>
          </p:nvSpPr>
          <p:spPr bwMode="auto">
            <a:xfrm>
              <a:off x="5321073" y="6224135"/>
              <a:ext cx="1814513" cy="14288"/>
            </a:xfrm>
            <a:custGeom>
              <a:avLst/>
              <a:gdLst>
                <a:gd name="T0" fmla="*/ 0 w 907"/>
                <a:gd name="T1" fmla="*/ 4 h 7"/>
                <a:gd name="T2" fmla="*/ 226 w 907"/>
                <a:gd name="T3" fmla="*/ 1 h 7"/>
                <a:gd name="T4" fmla="*/ 453 w 907"/>
                <a:gd name="T5" fmla="*/ 0 h 7"/>
                <a:gd name="T6" fmla="*/ 680 w 907"/>
                <a:gd name="T7" fmla="*/ 1 h 7"/>
                <a:gd name="T8" fmla="*/ 793 w 907"/>
                <a:gd name="T9" fmla="*/ 2 h 7"/>
                <a:gd name="T10" fmla="*/ 907 w 907"/>
                <a:gd name="T11" fmla="*/ 4 h 7"/>
                <a:gd name="T12" fmla="*/ 793 w 907"/>
                <a:gd name="T13" fmla="*/ 5 h 7"/>
                <a:gd name="T14" fmla="*/ 680 w 907"/>
                <a:gd name="T15" fmla="*/ 6 h 7"/>
                <a:gd name="T16" fmla="*/ 453 w 907"/>
                <a:gd name="T17" fmla="*/ 7 h 7"/>
                <a:gd name="T18" fmla="*/ 226 w 907"/>
                <a:gd name="T19" fmla="*/ 6 h 7"/>
                <a:gd name="T20" fmla="*/ 0 w 907"/>
                <a:gd name="T21"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7" h="7">
                  <a:moveTo>
                    <a:pt x="0" y="4"/>
                  </a:moveTo>
                  <a:cubicBezTo>
                    <a:pt x="75" y="2"/>
                    <a:pt x="151" y="2"/>
                    <a:pt x="226" y="1"/>
                  </a:cubicBezTo>
                  <a:cubicBezTo>
                    <a:pt x="453" y="0"/>
                    <a:pt x="453" y="0"/>
                    <a:pt x="453" y="0"/>
                  </a:cubicBezTo>
                  <a:cubicBezTo>
                    <a:pt x="680" y="1"/>
                    <a:pt x="680" y="1"/>
                    <a:pt x="680" y="1"/>
                  </a:cubicBezTo>
                  <a:cubicBezTo>
                    <a:pt x="793" y="2"/>
                    <a:pt x="793" y="2"/>
                    <a:pt x="793" y="2"/>
                  </a:cubicBezTo>
                  <a:cubicBezTo>
                    <a:pt x="907" y="4"/>
                    <a:pt x="907" y="4"/>
                    <a:pt x="907" y="4"/>
                  </a:cubicBezTo>
                  <a:cubicBezTo>
                    <a:pt x="793" y="5"/>
                    <a:pt x="793" y="5"/>
                    <a:pt x="793" y="5"/>
                  </a:cubicBezTo>
                  <a:cubicBezTo>
                    <a:pt x="680" y="6"/>
                    <a:pt x="680" y="6"/>
                    <a:pt x="680" y="6"/>
                  </a:cubicBezTo>
                  <a:cubicBezTo>
                    <a:pt x="453" y="7"/>
                    <a:pt x="453" y="7"/>
                    <a:pt x="453" y="7"/>
                  </a:cubicBezTo>
                  <a:cubicBezTo>
                    <a:pt x="226" y="6"/>
                    <a:pt x="226" y="6"/>
                    <a:pt x="226" y="6"/>
                  </a:cubicBezTo>
                  <a:cubicBezTo>
                    <a:pt x="151" y="5"/>
                    <a:pt x="75" y="5"/>
                    <a:pt x="0" y="4"/>
                  </a:cubicBezTo>
                  <a:close/>
                </a:path>
              </a:pathLst>
            </a:custGeom>
            <a:solidFill>
              <a:schemeClr val="bg1">
                <a:lumMod val="95000"/>
              </a:schemeClr>
            </a:solidFill>
            <a:ln w="793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63" name="Freeform 36"/>
            <p:cNvSpPr>
              <a:spLocks/>
            </p:cNvSpPr>
            <p:nvPr/>
          </p:nvSpPr>
          <p:spPr bwMode="auto">
            <a:xfrm>
              <a:off x="2508022" y="4769985"/>
              <a:ext cx="7378700" cy="639763"/>
            </a:xfrm>
            <a:custGeom>
              <a:avLst/>
              <a:gdLst>
                <a:gd name="T0" fmla="*/ 0 w 3688"/>
                <a:gd name="T1" fmla="*/ 206 h 320"/>
                <a:gd name="T2" fmla="*/ 120 w 3688"/>
                <a:gd name="T3" fmla="*/ 320 h 320"/>
                <a:gd name="T4" fmla="*/ 1821 w 3688"/>
                <a:gd name="T5" fmla="*/ 320 h 320"/>
                <a:gd name="T6" fmla="*/ 1879 w 3688"/>
                <a:gd name="T7" fmla="*/ 320 h 320"/>
                <a:gd name="T8" fmla="*/ 3579 w 3688"/>
                <a:gd name="T9" fmla="*/ 320 h 320"/>
                <a:gd name="T10" fmla="*/ 3688 w 3688"/>
                <a:gd name="T11" fmla="*/ 206 h 320"/>
                <a:gd name="T12" fmla="*/ 3688 w 3688"/>
                <a:gd name="T13" fmla="*/ 0 h 320"/>
                <a:gd name="T14" fmla="*/ 0 w 3688"/>
                <a:gd name="T15" fmla="*/ 0 h 320"/>
                <a:gd name="T16" fmla="*/ 0 w 3688"/>
                <a:gd name="T17" fmla="*/ 206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88" h="320">
                  <a:moveTo>
                    <a:pt x="0" y="206"/>
                  </a:moveTo>
                  <a:cubicBezTo>
                    <a:pt x="0" y="267"/>
                    <a:pt x="60" y="320"/>
                    <a:pt x="120" y="320"/>
                  </a:cubicBezTo>
                  <a:cubicBezTo>
                    <a:pt x="1821" y="320"/>
                    <a:pt x="1821" y="320"/>
                    <a:pt x="1821" y="320"/>
                  </a:cubicBezTo>
                  <a:cubicBezTo>
                    <a:pt x="1879" y="320"/>
                    <a:pt x="1879" y="320"/>
                    <a:pt x="1879" y="320"/>
                  </a:cubicBezTo>
                  <a:cubicBezTo>
                    <a:pt x="3579" y="320"/>
                    <a:pt x="3579" y="320"/>
                    <a:pt x="3579" y="320"/>
                  </a:cubicBezTo>
                  <a:cubicBezTo>
                    <a:pt x="3640" y="320"/>
                    <a:pt x="3688" y="267"/>
                    <a:pt x="3688" y="206"/>
                  </a:cubicBezTo>
                  <a:cubicBezTo>
                    <a:pt x="3688" y="0"/>
                    <a:pt x="3688" y="0"/>
                    <a:pt x="3688" y="0"/>
                  </a:cubicBezTo>
                  <a:cubicBezTo>
                    <a:pt x="0" y="0"/>
                    <a:pt x="0" y="0"/>
                    <a:pt x="0" y="0"/>
                  </a:cubicBezTo>
                  <a:lnTo>
                    <a:pt x="0" y="206"/>
                  </a:lnTo>
                  <a:close/>
                </a:path>
              </a:pathLst>
            </a:custGeom>
            <a:noFill/>
            <a:ln w="15875" cap="flat">
              <a:gradFill>
                <a:gsLst>
                  <a:gs pos="60000">
                    <a:schemeClr val="bg1">
                      <a:alpha val="0"/>
                    </a:schemeClr>
                  </a:gs>
                  <a:gs pos="100000">
                    <a:schemeClr val="tx1">
                      <a:lumMod val="75000"/>
                      <a:lumOff val="25000"/>
                    </a:schemeClr>
                  </a:gs>
                </a:gsLst>
                <a:lin ang="4800000" scaled="0"/>
              </a:gra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64" name="Freeform 37"/>
            <p:cNvSpPr>
              <a:spLocks noEditPoints="1"/>
            </p:cNvSpPr>
            <p:nvPr/>
          </p:nvSpPr>
          <p:spPr bwMode="auto">
            <a:xfrm>
              <a:off x="2512785" y="353560"/>
              <a:ext cx="7377113" cy="4411663"/>
            </a:xfrm>
            <a:custGeom>
              <a:avLst/>
              <a:gdLst>
                <a:gd name="T0" fmla="*/ 3577 w 3688"/>
                <a:gd name="T1" fmla="*/ 0 h 2204"/>
                <a:gd name="T2" fmla="*/ 1877 w 3688"/>
                <a:gd name="T3" fmla="*/ 0 h 2204"/>
                <a:gd name="T4" fmla="*/ 1819 w 3688"/>
                <a:gd name="T5" fmla="*/ 0 h 2204"/>
                <a:gd name="T6" fmla="*/ 118 w 3688"/>
                <a:gd name="T7" fmla="*/ 0 h 2204"/>
                <a:gd name="T8" fmla="*/ 0 w 3688"/>
                <a:gd name="T9" fmla="*/ 102 h 2204"/>
                <a:gd name="T10" fmla="*/ 0 w 3688"/>
                <a:gd name="T11" fmla="*/ 2204 h 2204"/>
                <a:gd name="T12" fmla="*/ 3688 w 3688"/>
                <a:gd name="T13" fmla="*/ 2204 h 2204"/>
                <a:gd name="T14" fmla="*/ 3688 w 3688"/>
                <a:gd name="T15" fmla="*/ 102 h 2204"/>
                <a:gd name="T16" fmla="*/ 3577 w 3688"/>
                <a:gd name="T17" fmla="*/ 0 h 2204"/>
                <a:gd name="T18" fmla="*/ 3524 w 3688"/>
                <a:gd name="T19" fmla="*/ 2040 h 2204"/>
                <a:gd name="T20" fmla="*/ 164 w 3688"/>
                <a:gd name="T21" fmla="*/ 2040 h 2204"/>
                <a:gd name="T22" fmla="*/ 164 w 3688"/>
                <a:gd name="T23" fmla="*/ 140 h 2204"/>
                <a:gd name="T24" fmla="*/ 3524 w 3688"/>
                <a:gd name="T25" fmla="*/ 140 h 2204"/>
                <a:gd name="T26" fmla="*/ 3524 w 3688"/>
                <a:gd name="T27" fmla="*/ 2040 h 2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88" h="2204">
                  <a:moveTo>
                    <a:pt x="3577" y="0"/>
                  </a:moveTo>
                  <a:cubicBezTo>
                    <a:pt x="1877" y="0"/>
                    <a:pt x="1877" y="0"/>
                    <a:pt x="1877" y="0"/>
                  </a:cubicBezTo>
                  <a:cubicBezTo>
                    <a:pt x="1819" y="0"/>
                    <a:pt x="1819" y="0"/>
                    <a:pt x="1819" y="0"/>
                  </a:cubicBezTo>
                  <a:cubicBezTo>
                    <a:pt x="118" y="0"/>
                    <a:pt x="118" y="0"/>
                    <a:pt x="118" y="0"/>
                  </a:cubicBezTo>
                  <a:cubicBezTo>
                    <a:pt x="58" y="0"/>
                    <a:pt x="0" y="42"/>
                    <a:pt x="0" y="102"/>
                  </a:cubicBezTo>
                  <a:cubicBezTo>
                    <a:pt x="0" y="2204"/>
                    <a:pt x="0" y="2204"/>
                    <a:pt x="0" y="2204"/>
                  </a:cubicBezTo>
                  <a:cubicBezTo>
                    <a:pt x="3688" y="2204"/>
                    <a:pt x="3688" y="2204"/>
                    <a:pt x="3688" y="2204"/>
                  </a:cubicBezTo>
                  <a:cubicBezTo>
                    <a:pt x="3688" y="102"/>
                    <a:pt x="3688" y="102"/>
                    <a:pt x="3688" y="102"/>
                  </a:cubicBezTo>
                  <a:cubicBezTo>
                    <a:pt x="3688" y="42"/>
                    <a:pt x="3638" y="0"/>
                    <a:pt x="3577" y="0"/>
                  </a:cubicBezTo>
                  <a:close/>
                  <a:moveTo>
                    <a:pt x="3524" y="2040"/>
                  </a:moveTo>
                  <a:cubicBezTo>
                    <a:pt x="164" y="2040"/>
                    <a:pt x="164" y="2040"/>
                    <a:pt x="164" y="2040"/>
                  </a:cubicBezTo>
                  <a:cubicBezTo>
                    <a:pt x="164" y="140"/>
                    <a:pt x="164" y="140"/>
                    <a:pt x="164" y="140"/>
                  </a:cubicBezTo>
                  <a:cubicBezTo>
                    <a:pt x="3524" y="140"/>
                    <a:pt x="3524" y="140"/>
                    <a:pt x="3524" y="140"/>
                  </a:cubicBezTo>
                  <a:lnTo>
                    <a:pt x="3524" y="204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Rectangle 39"/>
            <p:cNvSpPr>
              <a:spLocks noChangeArrowheads="1"/>
            </p:cNvSpPr>
            <p:nvPr/>
          </p:nvSpPr>
          <p:spPr bwMode="auto">
            <a:xfrm>
              <a:off x="2835047" y="636135"/>
              <a:ext cx="6734175" cy="3833813"/>
            </a:xfrm>
            <a:prstGeom prst="rect">
              <a:avLst/>
            </a:prstGeom>
            <a:solidFill>
              <a:srgbClr val="00A0E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52"/>
            <p:cNvSpPr>
              <a:spLocks/>
            </p:cNvSpPr>
            <p:nvPr/>
          </p:nvSpPr>
          <p:spPr bwMode="auto">
            <a:xfrm>
              <a:off x="5760810" y="350385"/>
              <a:ext cx="4154488" cy="4403725"/>
            </a:xfrm>
            <a:custGeom>
              <a:avLst/>
              <a:gdLst>
                <a:gd name="T0" fmla="*/ 1314 w 2076"/>
                <a:gd name="T1" fmla="*/ 0 h 2200"/>
                <a:gd name="T2" fmla="*/ 1953 w 2076"/>
                <a:gd name="T3" fmla="*/ 0 h 2200"/>
                <a:gd name="T4" fmla="*/ 2062 w 2076"/>
                <a:gd name="T5" fmla="*/ 126 h 2200"/>
                <a:gd name="T6" fmla="*/ 2058 w 2076"/>
                <a:gd name="T7" fmla="*/ 2200 h 2200"/>
                <a:gd name="T8" fmla="*/ 0 w 2076"/>
                <a:gd name="T9" fmla="*/ 2200 h 2200"/>
              </a:gdLst>
              <a:ahLst/>
              <a:cxnLst>
                <a:cxn ang="0">
                  <a:pos x="T0" y="T1"/>
                </a:cxn>
                <a:cxn ang="0">
                  <a:pos x="T2" y="T3"/>
                </a:cxn>
                <a:cxn ang="0">
                  <a:pos x="T4" y="T5"/>
                </a:cxn>
                <a:cxn ang="0">
                  <a:pos x="T6" y="T7"/>
                </a:cxn>
                <a:cxn ang="0">
                  <a:pos x="T8" y="T9"/>
                </a:cxn>
              </a:cxnLst>
              <a:rect l="0" t="0" r="r" b="b"/>
              <a:pathLst>
                <a:path w="2076" h="2200">
                  <a:moveTo>
                    <a:pt x="1314" y="0"/>
                  </a:moveTo>
                  <a:cubicBezTo>
                    <a:pt x="1953" y="0"/>
                    <a:pt x="1953" y="0"/>
                    <a:pt x="1953" y="0"/>
                  </a:cubicBezTo>
                  <a:cubicBezTo>
                    <a:pt x="1953" y="0"/>
                    <a:pt x="2076" y="1"/>
                    <a:pt x="2062" y="126"/>
                  </a:cubicBezTo>
                  <a:cubicBezTo>
                    <a:pt x="2058" y="2200"/>
                    <a:pt x="2058" y="2200"/>
                    <a:pt x="2058" y="2200"/>
                  </a:cubicBezTo>
                  <a:cubicBezTo>
                    <a:pt x="0" y="2200"/>
                    <a:pt x="0" y="2200"/>
                    <a:pt x="0" y="2200"/>
                  </a:cubicBezTo>
                </a:path>
              </a:pathLst>
            </a:custGeom>
            <a:solidFill>
              <a:srgbClr val="FFFFFF">
                <a:alpha val="20000"/>
              </a:srgbClr>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67" name="Freeform 38"/>
            <p:cNvSpPr>
              <a:spLocks/>
            </p:cNvSpPr>
            <p:nvPr/>
          </p:nvSpPr>
          <p:spPr bwMode="auto">
            <a:xfrm>
              <a:off x="2508022" y="4752523"/>
              <a:ext cx="7378700" cy="657225"/>
            </a:xfrm>
            <a:custGeom>
              <a:avLst/>
              <a:gdLst>
                <a:gd name="T0" fmla="*/ 0 w 3688"/>
                <a:gd name="T1" fmla="*/ 194 h 320"/>
                <a:gd name="T2" fmla="*/ 120 w 3688"/>
                <a:gd name="T3" fmla="*/ 320 h 320"/>
                <a:gd name="T4" fmla="*/ 1821 w 3688"/>
                <a:gd name="T5" fmla="*/ 320 h 320"/>
                <a:gd name="T6" fmla="*/ 1879 w 3688"/>
                <a:gd name="T7" fmla="*/ 320 h 320"/>
                <a:gd name="T8" fmla="*/ 3579 w 3688"/>
                <a:gd name="T9" fmla="*/ 320 h 320"/>
                <a:gd name="T10" fmla="*/ 3688 w 3688"/>
                <a:gd name="T11" fmla="*/ 194 h 320"/>
                <a:gd name="T12" fmla="*/ 3688 w 3688"/>
                <a:gd name="T13" fmla="*/ 0 h 320"/>
                <a:gd name="T14" fmla="*/ 0 w 3688"/>
                <a:gd name="T15" fmla="*/ 0 h 320"/>
                <a:gd name="T16" fmla="*/ 0 w 3688"/>
                <a:gd name="T17" fmla="*/ 194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88" h="320">
                  <a:moveTo>
                    <a:pt x="0" y="194"/>
                  </a:moveTo>
                  <a:cubicBezTo>
                    <a:pt x="0" y="255"/>
                    <a:pt x="60" y="320"/>
                    <a:pt x="120" y="320"/>
                  </a:cubicBezTo>
                  <a:cubicBezTo>
                    <a:pt x="1821" y="320"/>
                    <a:pt x="1821" y="320"/>
                    <a:pt x="1821" y="320"/>
                  </a:cubicBezTo>
                  <a:cubicBezTo>
                    <a:pt x="1879" y="320"/>
                    <a:pt x="1879" y="320"/>
                    <a:pt x="1879" y="320"/>
                  </a:cubicBezTo>
                  <a:cubicBezTo>
                    <a:pt x="3579" y="320"/>
                    <a:pt x="3579" y="320"/>
                    <a:pt x="3579" y="320"/>
                  </a:cubicBezTo>
                  <a:cubicBezTo>
                    <a:pt x="3640" y="320"/>
                    <a:pt x="3688" y="255"/>
                    <a:pt x="3688" y="194"/>
                  </a:cubicBezTo>
                  <a:cubicBezTo>
                    <a:pt x="3688" y="0"/>
                    <a:pt x="3688" y="0"/>
                    <a:pt x="3688" y="0"/>
                  </a:cubicBezTo>
                  <a:cubicBezTo>
                    <a:pt x="0" y="0"/>
                    <a:pt x="0" y="0"/>
                    <a:pt x="0" y="0"/>
                  </a:cubicBezTo>
                  <a:lnTo>
                    <a:pt x="0" y="194"/>
                  </a:lnTo>
                  <a:close/>
                </a:path>
              </a:pathLst>
            </a:custGeom>
            <a:gradFill flip="none" rotWithShape="1">
              <a:gsLst>
                <a:gs pos="100000">
                  <a:srgbClr val="DADCDF"/>
                </a:gs>
                <a:gs pos="0">
                  <a:srgbClr val="8C8D92"/>
                </a:gs>
              </a:gsLst>
              <a:lin ang="0" scaled="0"/>
              <a:tileRect/>
            </a:gradFill>
            <a:ln w="793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68" name="组合 103"/>
          <p:cNvGrpSpPr/>
          <p:nvPr/>
        </p:nvGrpSpPr>
        <p:grpSpPr>
          <a:xfrm>
            <a:off x="3941488" y="3683282"/>
            <a:ext cx="2406603" cy="1273575"/>
            <a:chOff x="6269038" y="1481138"/>
            <a:chExt cx="9269412" cy="4905375"/>
          </a:xfrm>
        </p:grpSpPr>
        <p:sp>
          <p:nvSpPr>
            <p:cNvPr id="69" name="AutoShape 17"/>
            <p:cNvSpPr>
              <a:spLocks noChangeAspect="1" noChangeArrowheads="1" noTextEdit="1"/>
            </p:cNvSpPr>
            <p:nvPr/>
          </p:nvSpPr>
          <p:spPr bwMode="auto">
            <a:xfrm>
              <a:off x="6313488" y="1481138"/>
              <a:ext cx="9224962" cy="4905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19"/>
            <p:cNvSpPr>
              <a:spLocks/>
            </p:cNvSpPr>
            <p:nvPr/>
          </p:nvSpPr>
          <p:spPr bwMode="auto">
            <a:xfrm>
              <a:off x="7493000" y="1489076"/>
              <a:ext cx="6862762" cy="4627563"/>
            </a:xfrm>
            <a:custGeom>
              <a:avLst/>
              <a:gdLst>
                <a:gd name="T0" fmla="*/ 1828 w 1828"/>
                <a:gd name="T1" fmla="*/ 1175 h 1231"/>
                <a:gd name="T2" fmla="*/ 1786 w 1828"/>
                <a:gd name="T3" fmla="*/ 1231 h 1231"/>
                <a:gd name="T4" fmla="*/ 42 w 1828"/>
                <a:gd name="T5" fmla="*/ 1231 h 1231"/>
                <a:gd name="T6" fmla="*/ 0 w 1828"/>
                <a:gd name="T7" fmla="*/ 1175 h 1231"/>
                <a:gd name="T8" fmla="*/ 0 w 1828"/>
                <a:gd name="T9" fmla="*/ 56 h 1231"/>
                <a:gd name="T10" fmla="*/ 42 w 1828"/>
                <a:gd name="T11" fmla="*/ 0 h 1231"/>
                <a:gd name="T12" fmla="*/ 1786 w 1828"/>
                <a:gd name="T13" fmla="*/ 0 h 1231"/>
                <a:gd name="T14" fmla="*/ 1828 w 1828"/>
                <a:gd name="T15" fmla="*/ 56 h 1231"/>
                <a:gd name="T16" fmla="*/ 1828 w 1828"/>
                <a:gd name="T17" fmla="*/ 1175 h 1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28" h="1231">
                  <a:moveTo>
                    <a:pt x="1828" y="1175"/>
                  </a:moveTo>
                  <a:cubicBezTo>
                    <a:pt x="1828" y="1206"/>
                    <a:pt x="1809" y="1231"/>
                    <a:pt x="1786" y="1231"/>
                  </a:cubicBezTo>
                  <a:cubicBezTo>
                    <a:pt x="42" y="1231"/>
                    <a:pt x="42" y="1231"/>
                    <a:pt x="42" y="1231"/>
                  </a:cubicBezTo>
                  <a:cubicBezTo>
                    <a:pt x="19" y="1231"/>
                    <a:pt x="0" y="1206"/>
                    <a:pt x="0" y="1175"/>
                  </a:cubicBezTo>
                  <a:cubicBezTo>
                    <a:pt x="0" y="56"/>
                    <a:pt x="0" y="56"/>
                    <a:pt x="0" y="56"/>
                  </a:cubicBezTo>
                  <a:cubicBezTo>
                    <a:pt x="0" y="25"/>
                    <a:pt x="19" y="0"/>
                    <a:pt x="42" y="0"/>
                  </a:cubicBezTo>
                  <a:cubicBezTo>
                    <a:pt x="1786" y="0"/>
                    <a:pt x="1786" y="0"/>
                    <a:pt x="1786" y="0"/>
                  </a:cubicBezTo>
                  <a:cubicBezTo>
                    <a:pt x="1809" y="0"/>
                    <a:pt x="1828" y="25"/>
                    <a:pt x="1828" y="56"/>
                  </a:cubicBezTo>
                  <a:lnTo>
                    <a:pt x="1828" y="1175"/>
                  </a:lnTo>
                  <a:close/>
                </a:path>
              </a:pathLst>
            </a:custGeom>
            <a:solidFill>
              <a:srgbClr val="04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Rectangle 20"/>
            <p:cNvSpPr>
              <a:spLocks noChangeArrowheads="1"/>
            </p:cNvSpPr>
            <p:nvPr/>
          </p:nvSpPr>
          <p:spPr bwMode="auto">
            <a:xfrm>
              <a:off x="7766050" y="1744663"/>
              <a:ext cx="6334125" cy="3905250"/>
            </a:xfrm>
            <a:prstGeom prst="rect">
              <a:avLst/>
            </a:prstGeom>
            <a:solidFill>
              <a:srgbClr val="00A0E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21"/>
            <p:cNvSpPr>
              <a:spLocks/>
            </p:cNvSpPr>
            <p:nvPr/>
          </p:nvSpPr>
          <p:spPr bwMode="auto">
            <a:xfrm>
              <a:off x="6269038" y="6149976"/>
              <a:ext cx="9255124" cy="225425"/>
            </a:xfrm>
            <a:custGeom>
              <a:avLst/>
              <a:gdLst>
                <a:gd name="T0" fmla="*/ 15 w 2465"/>
                <a:gd name="T1" fmla="*/ 8 h 60"/>
                <a:gd name="T2" fmla="*/ 108 w 2465"/>
                <a:gd name="T3" fmla="*/ 60 h 60"/>
                <a:gd name="T4" fmla="*/ 2369 w 2465"/>
                <a:gd name="T5" fmla="*/ 60 h 60"/>
                <a:gd name="T6" fmla="*/ 2465 w 2465"/>
                <a:gd name="T7" fmla="*/ 20 h 60"/>
                <a:gd name="T8" fmla="*/ 2465 w 2465"/>
                <a:gd name="T9" fmla="*/ 0 h 60"/>
                <a:gd name="T10" fmla="*/ 15 w 2465"/>
                <a:gd name="T11" fmla="*/ 8 h 60"/>
              </a:gdLst>
              <a:ahLst/>
              <a:cxnLst>
                <a:cxn ang="0">
                  <a:pos x="T0" y="T1"/>
                </a:cxn>
                <a:cxn ang="0">
                  <a:pos x="T2" y="T3"/>
                </a:cxn>
                <a:cxn ang="0">
                  <a:pos x="T4" y="T5"/>
                </a:cxn>
                <a:cxn ang="0">
                  <a:pos x="T6" y="T7"/>
                </a:cxn>
                <a:cxn ang="0">
                  <a:pos x="T8" y="T9"/>
                </a:cxn>
                <a:cxn ang="0">
                  <a:pos x="T10" y="T11"/>
                </a:cxn>
              </a:cxnLst>
              <a:rect l="0" t="0" r="r" b="b"/>
              <a:pathLst>
                <a:path w="2465" h="60">
                  <a:moveTo>
                    <a:pt x="15" y="8"/>
                  </a:moveTo>
                  <a:cubicBezTo>
                    <a:pt x="15" y="8"/>
                    <a:pt x="0" y="37"/>
                    <a:pt x="108" y="60"/>
                  </a:cubicBezTo>
                  <a:cubicBezTo>
                    <a:pt x="2369" y="60"/>
                    <a:pt x="2369" y="60"/>
                    <a:pt x="2369" y="60"/>
                  </a:cubicBezTo>
                  <a:cubicBezTo>
                    <a:pt x="2369" y="60"/>
                    <a:pt x="2445" y="55"/>
                    <a:pt x="2465" y="20"/>
                  </a:cubicBezTo>
                  <a:cubicBezTo>
                    <a:pt x="2465" y="0"/>
                    <a:pt x="2465" y="0"/>
                    <a:pt x="2465" y="0"/>
                  </a:cubicBezTo>
                  <a:lnTo>
                    <a:pt x="15" y="8"/>
                  </a:lnTo>
                  <a:close/>
                </a:path>
              </a:pathLst>
            </a:custGeom>
            <a:solidFill>
              <a:srgbClr val="5F6766"/>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73" name="Freeform 22"/>
            <p:cNvSpPr>
              <a:spLocks/>
            </p:cNvSpPr>
            <p:nvPr/>
          </p:nvSpPr>
          <p:spPr bwMode="auto">
            <a:xfrm>
              <a:off x="6321425" y="5965826"/>
              <a:ext cx="9217025" cy="285750"/>
            </a:xfrm>
            <a:custGeom>
              <a:avLst/>
              <a:gdLst>
                <a:gd name="T0" fmla="*/ 1 w 2455"/>
                <a:gd name="T1" fmla="*/ 0 h 76"/>
                <a:gd name="T2" fmla="*/ 2452 w 2455"/>
                <a:gd name="T3" fmla="*/ 0 h 76"/>
                <a:gd name="T4" fmla="*/ 2452 w 2455"/>
                <a:gd name="T5" fmla="*/ 63 h 76"/>
                <a:gd name="T6" fmla="*/ 2427 w 2455"/>
                <a:gd name="T7" fmla="*/ 69 h 76"/>
                <a:gd name="T8" fmla="*/ 24 w 2455"/>
                <a:gd name="T9" fmla="*/ 69 h 76"/>
                <a:gd name="T10" fmla="*/ 0 w 2455"/>
                <a:gd name="T11" fmla="*/ 61 h 76"/>
                <a:gd name="T12" fmla="*/ 1 w 2455"/>
                <a:gd name="T13" fmla="*/ 0 h 76"/>
              </a:gdLst>
              <a:ahLst/>
              <a:cxnLst>
                <a:cxn ang="0">
                  <a:pos x="T0" y="T1"/>
                </a:cxn>
                <a:cxn ang="0">
                  <a:pos x="T2" y="T3"/>
                </a:cxn>
                <a:cxn ang="0">
                  <a:pos x="T4" y="T5"/>
                </a:cxn>
                <a:cxn ang="0">
                  <a:pos x="T6" y="T7"/>
                </a:cxn>
                <a:cxn ang="0">
                  <a:pos x="T8" y="T9"/>
                </a:cxn>
                <a:cxn ang="0">
                  <a:pos x="T10" y="T11"/>
                </a:cxn>
                <a:cxn ang="0">
                  <a:pos x="T12" y="T13"/>
                </a:cxn>
              </a:cxnLst>
              <a:rect l="0" t="0" r="r" b="b"/>
              <a:pathLst>
                <a:path w="2455" h="76">
                  <a:moveTo>
                    <a:pt x="1" y="0"/>
                  </a:moveTo>
                  <a:cubicBezTo>
                    <a:pt x="2452" y="0"/>
                    <a:pt x="2452" y="0"/>
                    <a:pt x="2452" y="0"/>
                  </a:cubicBezTo>
                  <a:cubicBezTo>
                    <a:pt x="2452" y="63"/>
                    <a:pt x="2452" y="63"/>
                    <a:pt x="2452" y="63"/>
                  </a:cubicBezTo>
                  <a:cubicBezTo>
                    <a:pt x="2452" y="63"/>
                    <a:pt x="2455" y="71"/>
                    <a:pt x="2427" y="69"/>
                  </a:cubicBezTo>
                  <a:cubicBezTo>
                    <a:pt x="24" y="69"/>
                    <a:pt x="24" y="69"/>
                    <a:pt x="24" y="69"/>
                  </a:cubicBezTo>
                  <a:cubicBezTo>
                    <a:pt x="24" y="69"/>
                    <a:pt x="2" y="76"/>
                    <a:pt x="0" y="61"/>
                  </a:cubicBezTo>
                  <a:lnTo>
                    <a:pt x="1" y="0"/>
                  </a:lnTo>
                  <a:close/>
                </a:path>
              </a:pathLst>
            </a:custGeom>
            <a:gradFill flip="none" rotWithShape="1">
              <a:gsLst>
                <a:gs pos="0">
                  <a:srgbClr val="E0E0E2"/>
                </a:gs>
                <a:gs pos="35000">
                  <a:srgbClr val="E0E0E2"/>
                </a:gs>
                <a:gs pos="100000">
                  <a:srgbClr val="646464"/>
                </a:gs>
                <a:gs pos="98000">
                  <a:srgbClr val="F4F4F4"/>
                </a:gs>
                <a:gs pos="67000">
                  <a:srgbClr val="CDCDCE"/>
                </a:gs>
              </a:gsLst>
              <a:path path="circle">
                <a:fillToRect l="50000" t="-80000" r="50000" b="180000"/>
              </a:path>
              <a:tileRect/>
            </a:gra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74" name="Freeform 23"/>
            <p:cNvSpPr>
              <a:spLocks/>
            </p:cNvSpPr>
            <p:nvPr/>
          </p:nvSpPr>
          <p:spPr bwMode="auto">
            <a:xfrm>
              <a:off x="14757400" y="6086476"/>
              <a:ext cx="341312" cy="33338"/>
            </a:xfrm>
            <a:custGeom>
              <a:avLst/>
              <a:gdLst>
                <a:gd name="T0" fmla="*/ 91 w 91"/>
                <a:gd name="T1" fmla="*/ 5 h 9"/>
                <a:gd name="T2" fmla="*/ 87 w 91"/>
                <a:gd name="T3" fmla="*/ 9 h 9"/>
                <a:gd name="T4" fmla="*/ 4 w 91"/>
                <a:gd name="T5" fmla="*/ 9 h 9"/>
                <a:gd name="T6" fmla="*/ 0 w 91"/>
                <a:gd name="T7" fmla="*/ 5 h 9"/>
                <a:gd name="T8" fmla="*/ 0 w 91"/>
                <a:gd name="T9" fmla="*/ 5 h 9"/>
                <a:gd name="T10" fmla="*/ 4 w 91"/>
                <a:gd name="T11" fmla="*/ 0 h 9"/>
                <a:gd name="T12" fmla="*/ 87 w 91"/>
                <a:gd name="T13" fmla="*/ 0 h 9"/>
                <a:gd name="T14" fmla="*/ 91 w 91"/>
                <a:gd name="T15" fmla="*/ 5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1" h="9">
                  <a:moveTo>
                    <a:pt x="91" y="5"/>
                  </a:moveTo>
                  <a:cubicBezTo>
                    <a:pt x="91" y="7"/>
                    <a:pt x="89" y="9"/>
                    <a:pt x="87" y="9"/>
                  </a:cubicBezTo>
                  <a:cubicBezTo>
                    <a:pt x="4" y="9"/>
                    <a:pt x="4" y="9"/>
                    <a:pt x="4" y="9"/>
                  </a:cubicBezTo>
                  <a:cubicBezTo>
                    <a:pt x="2" y="9"/>
                    <a:pt x="0" y="7"/>
                    <a:pt x="0" y="5"/>
                  </a:cubicBezTo>
                  <a:cubicBezTo>
                    <a:pt x="0" y="5"/>
                    <a:pt x="0" y="5"/>
                    <a:pt x="0" y="5"/>
                  </a:cubicBezTo>
                  <a:cubicBezTo>
                    <a:pt x="0" y="2"/>
                    <a:pt x="2" y="0"/>
                    <a:pt x="4" y="0"/>
                  </a:cubicBezTo>
                  <a:cubicBezTo>
                    <a:pt x="87" y="0"/>
                    <a:pt x="87" y="0"/>
                    <a:pt x="87" y="0"/>
                  </a:cubicBezTo>
                  <a:cubicBezTo>
                    <a:pt x="89" y="0"/>
                    <a:pt x="91" y="2"/>
                    <a:pt x="91" y="5"/>
                  </a:cubicBezTo>
                  <a:close/>
                </a:path>
              </a:pathLst>
            </a:custGeom>
            <a:solidFill>
              <a:srgbClr val="5F6766"/>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75" name="Freeform 27"/>
            <p:cNvSpPr>
              <a:spLocks/>
            </p:cNvSpPr>
            <p:nvPr/>
          </p:nvSpPr>
          <p:spPr bwMode="auto">
            <a:xfrm>
              <a:off x="11544300" y="59737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w="15875"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76" name="Freeform 28"/>
            <p:cNvSpPr>
              <a:spLocks/>
            </p:cNvSpPr>
            <p:nvPr/>
          </p:nvSpPr>
          <p:spPr bwMode="auto">
            <a:xfrm>
              <a:off x="9831388" y="1481813"/>
              <a:ext cx="4576762" cy="4179888"/>
            </a:xfrm>
            <a:custGeom>
              <a:avLst/>
              <a:gdLst>
                <a:gd name="T0" fmla="*/ 772 w 1219"/>
                <a:gd name="T1" fmla="*/ 0 h 1112"/>
                <a:gd name="T2" fmla="*/ 1147 w 1219"/>
                <a:gd name="T3" fmla="*/ 0 h 1112"/>
                <a:gd name="T4" fmla="*/ 1211 w 1219"/>
                <a:gd name="T5" fmla="*/ 63 h 1112"/>
                <a:gd name="T6" fmla="*/ 1209 w 1219"/>
                <a:gd name="T7" fmla="*/ 1112 h 1112"/>
                <a:gd name="T8" fmla="*/ 0 w 1219"/>
                <a:gd name="T9" fmla="*/ 1112 h 1112"/>
              </a:gdLst>
              <a:ahLst/>
              <a:cxnLst>
                <a:cxn ang="0">
                  <a:pos x="T0" y="T1"/>
                </a:cxn>
                <a:cxn ang="0">
                  <a:pos x="T2" y="T3"/>
                </a:cxn>
                <a:cxn ang="0">
                  <a:pos x="T4" y="T5"/>
                </a:cxn>
                <a:cxn ang="0">
                  <a:pos x="T6" y="T7"/>
                </a:cxn>
                <a:cxn ang="0">
                  <a:pos x="T8" y="T9"/>
                </a:cxn>
              </a:cxnLst>
              <a:rect l="0" t="0" r="r" b="b"/>
              <a:pathLst>
                <a:path w="1219" h="1112">
                  <a:moveTo>
                    <a:pt x="772" y="0"/>
                  </a:moveTo>
                  <a:cubicBezTo>
                    <a:pt x="1147" y="0"/>
                    <a:pt x="1147" y="0"/>
                    <a:pt x="1147" y="0"/>
                  </a:cubicBezTo>
                  <a:cubicBezTo>
                    <a:pt x="1147" y="0"/>
                    <a:pt x="1219" y="0"/>
                    <a:pt x="1211" y="63"/>
                  </a:cubicBezTo>
                  <a:cubicBezTo>
                    <a:pt x="1209" y="1112"/>
                    <a:pt x="1209" y="1112"/>
                    <a:pt x="1209" y="1112"/>
                  </a:cubicBezTo>
                  <a:cubicBezTo>
                    <a:pt x="0" y="1112"/>
                    <a:pt x="0" y="1112"/>
                    <a:pt x="0" y="1112"/>
                  </a:cubicBezTo>
                </a:path>
              </a:pathLst>
            </a:custGeom>
            <a:solidFill>
              <a:srgbClr val="FFFFFF">
                <a:alpha val="20000"/>
              </a:srgbClr>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77" name="Freeform 24"/>
            <p:cNvSpPr>
              <a:spLocks/>
            </p:cNvSpPr>
            <p:nvPr/>
          </p:nvSpPr>
          <p:spPr bwMode="auto">
            <a:xfrm>
              <a:off x="10266363" y="5969001"/>
              <a:ext cx="1300162" cy="142875"/>
            </a:xfrm>
            <a:custGeom>
              <a:avLst/>
              <a:gdLst>
                <a:gd name="T0" fmla="*/ 9 w 346"/>
                <a:gd name="T1" fmla="*/ 0 h 38"/>
                <a:gd name="T2" fmla="*/ 31 w 346"/>
                <a:gd name="T3" fmla="*/ 34 h 38"/>
                <a:gd name="T4" fmla="*/ 315 w 346"/>
                <a:gd name="T5" fmla="*/ 34 h 38"/>
                <a:gd name="T6" fmla="*/ 342 w 346"/>
                <a:gd name="T7" fmla="*/ 1 h 38"/>
                <a:gd name="T8" fmla="*/ 9 w 346"/>
                <a:gd name="T9" fmla="*/ 0 h 38"/>
              </a:gdLst>
              <a:ahLst/>
              <a:cxnLst>
                <a:cxn ang="0">
                  <a:pos x="T0" y="T1"/>
                </a:cxn>
                <a:cxn ang="0">
                  <a:pos x="T2" y="T3"/>
                </a:cxn>
                <a:cxn ang="0">
                  <a:pos x="T4" y="T5"/>
                </a:cxn>
                <a:cxn ang="0">
                  <a:pos x="T6" y="T7"/>
                </a:cxn>
                <a:cxn ang="0">
                  <a:pos x="T8" y="T9"/>
                </a:cxn>
              </a:cxnLst>
              <a:rect l="0" t="0" r="r" b="b"/>
              <a:pathLst>
                <a:path w="346" h="38">
                  <a:moveTo>
                    <a:pt x="9" y="0"/>
                  </a:moveTo>
                  <a:cubicBezTo>
                    <a:pt x="9" y="0"/>
                    <a:pt x="0" y="31"/>
                    <a:pt x="31" y="34"/>
                  </a:cubicBezTo>
                  <a:cubicBezTo>
                    <a:pt x="315" y="34"/>
                    <a:pt x="315" y="34"/>
                    <a:pt x="315" y="34"/>
                  </a:cubicBezTo>
                  <a:cubicBezTo>
                    <a:pt x="315" y="34"/>
                    <a:pt x="346" y="38"/>
                    <a:pt x="342" y="1"/>
                  </a:cubicBezTo>
                  <a:lnTo>
                    <a:pt x="9" y="0"/>
                  </a:lnTo>
                  <a:close/>
                </a:path>
              </a:pathLst>
            </a:custGeom>
            <a:gradFill flip="none" rotWithShape="1">
              <a:gsLst>
                <a:gs pos="21000">
                  <a:srgbClr val="DEDEDE"/>
                </a:gs>
                <a:gs pos="100000">
                  <a:srgbClr val="585858"/>
                </a:gs>
              </a:gsLst>
              <a:lin ang="5400000" scaled="1"/>
              <a:tileRect/>
            </a:gra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sp>
        <p:nvSpPr>
          <p:cNvPr id="78" name="Rectangle 5"/>
          <p:cNvSpPr>
            <a:spLocks noChangeArrowheads="1"/>
          </p:cNvSpPr>
          <p:nvPr/>
        </p:nvSpPr>
        <p:spPr bwMode="auto">
          <a:xfrm rot="5400000" flipV="1">
            <a:off x="7442459" y="3847031"/>
            <a:ext cx="706956" cy="955060"/>
          </a:xfrm>
          <a:prstGeom prst="rect">
            <a:avLst/>
          </a:prstGeom>
          <a:solidFill>
            <a:srgbClr val="00A0E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6"/>
          <p:cNvSpPr>
            <a:spLocks noEditPoints="1"/>
          </p:cNvSpPr>
          <p:nvPr/>
        </p:nvSpPr>
        <p:spPr bwMode="auto">
          <a:xfrm rot="5400000" flipV="1">
            <a:off x="7350229" y="3752475"/>
            <a:ext cx="882044" cy="1144236"/>
          </a:xfrm>
          <a:custGeom>
            <a:avLst/>
            <a:gdLst>
              <a:gd name="T0" fmla="*/ 1077 w 1077"/>
              <a:gd name="T1" fmla="*/ 56 h 1397"/>
              <a:gd name="T2" fmla="*/ 1021 w 1077"/>
              <a:gd name="T3" fmla="*/ 0 h 1397"/>
              <a:gd name="T4" fmla="*/ 56 w 1077"/>
              <a:gd name="T5" fmla="*/ 0 h 1397"/>
              <a:gd name="T6" fmla="*/ 0 w 1077"/>
              <a:gd name="T7" fmla="*/ 56 h 1397"/>
              <a:gd name="T8" fmla="*/ 0 w 1077"/>
              <a:gd name="T9" fmla="*/ 1341 h 1397"/>
              <a:gd name="T10" fmla="*/ 56 w 1077"/>
              <a:gd name="T11" fmla="*/ 1397 h 1397"/>
              <a:gd name="T12" fmla="*/ 1021 w 1077"/>
              <a:gd name="T13" fmla="*/ 1397 h 1397"/>
              <a:gd name="T14" fmla="*/ 1077 w 1077"/>
              <a:gd name="T15" fmla="*/ 1341 h 1397"/>
              <a:gd name="T16" fmla="*/ 1077 w 1077"/>
              <a:gd name="T17" fmla="*/ 56 h 1397"/>
              <a:gd name="T18" fmla="*/ 966 w 1077"/>
              <a:gd name="T19" fmla="*/ 1278 h 1397"/>
              <a:gd name="T20" fmla="*/ 107 w 1077"/>
              <a:gd name="T21" fmla="*/ 1278 h 1397"/>
              <a:gd name="T22" fmla="*/ 107 w 1077"/>
              <a:gd name="T23" fmla="*/ 122 h 1397"/>
              <a:gd name="T24" fmla="*/ 966 w 1077"/>
              <a:gd name="T25" fmla="*/ 122 h 1397"/>
              <a:gd name="T26" fmla="*/ 966 w 1077"/>
              <a:gd name="T27" fmla="*/ 1278 h 1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77" h="1397">
                <a:moveTo>
                  <a:pt x="1077" y="56"/>
                </a:moveTo>
                <a:cubicBezTo>
                  <a:pt x="1077" y="25"/>
                  <a:pt x="1052" y="0"/>
                  <a:pt x="1021" y="0"/>
                </a:cubicBezTo>
                <a:cubicBezTo>
                  <a:pt x="56" y="0"/>
                  <a:pt x="56" y="0"/>
                  <a:pt x="56" y="0"/>
                </a:cubicBezTo>
                <a:cubicBezTo>
                  <a:pt x="25" y="0"/>
                  <a:pt x="0" y="25"/>
                  <a:pt x="0" y="56"/>
                </a:cubicBezTo>
                <a:cubicBezTo>
                  <a:pt x="0" y="1341"/>
                  <a:pt x="0" y="1341"/>
                  <a:pt x="0" y="1341"/>
                </a:cubicBezTo>
                <a:cubicBezTo>
                  <a:pt x="0" y="1372"/>
                  <a:pt x="25" y="1397"/>
                  <a:pt x="56" y="1397"/>
                </a:cubicBezTo>
                <a:cubicBezTo>
                  <a:pt x="1021" y="1397"/>
                  <a:pt x="1021" y="1397"/>
                  <a:pt x="1021" y="1397"/>
                </a:cubicBezTo>
                <a:cubicBezTo>
                  <a:pt x="1052" y="1397"/>
                  <a:pt x="1077" y="1372"/>
                  <a:pt x="1077" y="1341"/>
                </a:cubicBezTo>
                <a:lnTo>
                  <a:pt x="1077" y="56"/>
                </a:lnTo>
                <a:close/>
                <a:moveTo>
                  <a:pt x="966" y="1278"/>
                </a:moveTo>
                <a:cubicBezTo>
                  <a:pt x="107" y="1278"/>
                  <a:pt x="107" y="1278"/>
                  <a:pt x="107" y="1278"/>
                </a:cubicBezTo>
                <a:cubicBezTo>
                  <a:pt x="107" y="122"/>
                  <a:pt x="107" y="122"/>
                  <a:pt x="107" y="122"/>
                </a:cubicBezTo>
                <a:cubicBezTo>
                  <a:pt x="966" y="122"/>
                  <a:pt x="966" y="122"/>
                  <a:pt x="966" y="122"/>
                </a:cubicBezTo>
                <a:lnTo>
                  <a:pt x="966" y="1278"/>
                </a:lnTo>
                <a:close/>
              </a:path>
            </a:pathLst>
          </a:custGeom>
          <a:solidFill>
            <a:srgbClr val="22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10"/>
          <p:cNvSpPr>
            <a:spLocks/>
          </p:cNvSpPr>
          <p:nvPr/>
        </p:nvSpPr>
        <p:spPr bwMode="auto">
          <a:xfrm>
            <a:off x="7541197" y="3883571"/>
            <a:ext cx="831543" cy="882044"/>
          </a:xfrm>
          <a:custGeom>
            <a:avLst/>
            <a:gdLst>
              <a:gd name="T0" fmla="*/ 642 w 1015"/>
              <a:gd name="T1" fmla="*/ 0 h 1397"/>
              <a:gd name="T2" fmla="*/ 955 w 1015"/>
              <a:gd name="T3" fmla="*/ 0 h 1397"/>
              <a:gd name="T4" fmla="*/ 1008 w 1015"/>
              <a:gd name="T5" fmla="*/ 80 h 1397"/>
              <a:gd name="T6" fmla="*/ 1006 w 1015"/>
              <a:gd name="T7" fmla="*/ 1344 h 1397"/>
              <a:gd name="T8" fmla="*/ 949 w 1015"/>
              <a:gd name="T9" fmla="*/ 1397 h 1397"/>
              <a:gd name="T10" fmla="*/ 0 w 1015"/>
              <a:gd name="T11" fmla="*/ 1397 h 1397"/>
            </a:gdLst>
            <a:ahLst/>
            <a:cxnLst>
              <a:cxn ang="0">
                <a:pos x="T0" y="T1"/>
              </a:cxn>
              <a:cxn ang="0">
                <a:pos x="T2" y="T3"/>
              </a:cxn>
              <a:cxn ang="0">
                <a:pos x="T4" y="T5"/>
              </a:cxn>
              <a:cxn ang="0">
                <a:pos x="T6" y="T7"/>
              </a:cxn>
              <a:cxn ang="0">
                <a:pos x="T8" y="T9"/>
              </a:cxn>
              <a:cxn ang="0">
                <a:pos x="T10" y="T11"/>
              </a:cxn>
            </a:cxnLst>
            <a:rect l="0" t="0" r="r" b="b"/>
            <a:pathLst>
              <a:path w="1015" h="1397">
                <a:moveTo>
                  <a:pt x="642" y="0"/>
                </a:moveTo>
                <a:cubicBezTo>
                  <a:pt x="955" y="0"/>
                  <a:pt x="955" y="0"/>
                  <a:pt x="955" y="0"/>
                </a:cubicBezTo>
                <a:cubicBezTo>
                  <a:pt x="955" y="0"/>
                  <a:pt x="1015" y="1"/>
                  <a:pt x="1008" y="80"/>
                </a:cubicBezTo>
                <a:cubicBezTo>
                  <a:pt x="1006" y="1344"/>
                  <a:pt x="1006" y="1344"/>
                  <a:pt x="1006" y="1344"/>
                </a:cubicBezTo>
                <a:cubicBezTo>
                  <a:pt x="1006" y="1344"/>
                  <a:pt x="1010" y="1391"/>
                  <a:pt x="949" y="1397"/>
                </a:cubicBezTo>
                <a:cubicBezTo>
                  <a:pt x="885" y="1394"/>
                  <a:pt x="0" y="1397"/>
                  <a:pt x="0" y="1397"/>
                </a:cubicBezTo>
              </a:path>
            </a:pathLst>
          </a:custGeom>
          <a:solidFill>
            <a:srgbClr val="FFFFFF">
              <a:alpha val="20000"/>
            </a:srgbClr>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nvGrpSpPr>
          <p:cNvPr id="81" name="组合 105"/>
          <p:cNvGrpSpPr/>
          <p:nvPr/>
        </p:nvGrpSpPr>
        <p:grpSpPr>
          <a:xfrm>
            <a:off x="7516685" y="4349685"/>
            <a:ext cx="420114" cy="882394"/>
            <a:chOff x="5226049" y="225425"/>
            <a:chExt cx="3052762" cy="6411914"/>
          </a:xfrm>
        </p:grpSpPr>
        <p:sp>
          <p:nvSpPr>
            <p:cNvPr id="82" name="Freeform 15"/>
            <p:cNvSpPr>
              <a:spLocks noEditPoints="1"/>
            </p:cNvSpPr>
            <p:nvPr/>
          </p:nvSpPr>
          <p:spPr bwMode="auto">
            <a:xfrm>
              <a:off x="5233988" y="225426"/>
              <a:ext cx="3036888" cy="6411913"/>
            </a:xfrm>
            <a:custGeom>
              <a:avLst/>
              <a:gdLst>
                <a:gd name="T0" fmla="*/ 807 w 807"/>
                <a:gd name="T1" fmla="*/ 115 h 1707"/>
                <a:gd name="T2" fmla="*/ 692 w 807"/>
                <a:gd name="T3" fmla="*/ 0 h 1707"/>
                <a:gd name="T4" fmla="*/ 115 w 807"/>
                <a:gd name="T5" fmla="*/ 0 h 1707"/>
                <a:gd name="T6" fmla="*/ 0 w 807"/>
                <a:gd name="T7" fmla="*/ 115 h 1707"/>
                <a:gd name="T8" fmla="*/ 0 w 807"/>
                <a:gd name="T9" fmla="*/ 1592 h 1707"/>
                <a:gd name="T10" fmla="*/ 115 w 807"/>
                <a:gd name="T11" fmla="*/ 1707 h 1707"/>
                <a:gd name="T12" fmla="*/ 692 w 807"/>
                <a:gd name="T13" fmla="*/ 1707 h 1707"/>
                <a:gd name="T14" fmla="*/ 807 w 807"/>
                <a:gd name="T15" fmla="*/ 1592 h 1707"/>
                <a:gd name="T16" fmla="*/ 807 w 807"/>
                <a:gd name="T17" fmla="*/ 115 h 1707"/>
                <a:gd name="T18" fmla="*/ 488 w 807"/>
                <a:gd name="T19" fmla="*/ 151 h 1707"/>
                <a:gd name="T20" fmla="*/ 469 w 807"/>
                <a:gd name="T21" fmla="*/ 169 h 1707"/>
                <a:gd name="T22" fmla="*/ 346 w 807"/>
                <a:gd name="T23" fmla="*/ 169 h 1707"/>
                <a:gd name="T24" fmla="*/ 328 w 807"/>
                <a:gd name="T25" fmla="*/ 151 h 1707"/>
                <a:gd name="T26" fmla="*/ 328 w 807"/>
                <a:gd name="T27" fmla="*/ 149 h 1707"/>
                <a:gd name="T28" fmla="*/ 346 w 807"/>
                <a:gd name="T29" fmla="*/ 131 h 1707"/>
                <a:gd name="T30" fmla="*/ 469 w 807"/>
                <a:gd name="T31" fmla="*/ 131 h 1707"/>
                <a:gd name="T32" fmla="*/ 488 w 807"/>
                <a:gd name="T33" fmla="*/ 149 h 1707"/>
                <a:gd name="T34" fmla="*/ 488 w 807"/>
                <a:gd name="T35" fmla="*/ 151 h 1707"/>
                <a:gd name="T36" fmla="*/ 750 w 807"/>
                <a:gd name="T37" fmla="*/ 1463 h 1707"/>
                <a:gd name="T38" fmla="*/ 66 w 807"/>
                <a:gd name="T39" fmla="*/ 1463 h 1707"/>
                <a:gd name="T40" fmla="*/ 66 w 807"/>
                <a:gd name="T41" fmla="*/ 244 h 1707"/>
                <a:gd name="T42" fmla="*/ 750 w 807"/>
                <a:gd name="T43" fmla="*/ 244 h 1707"/>
                <a:gd name="T44" fmla="*/ 750 w 807"/>
                <a:gd name="T45" fmla="*/ 1463 h 1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07" h="1707">
                  <a:moveTo>
                    <a:pt x="807" y="115"/>
                  </a:moveTo>
                  <a:cubicBezTo>
                    <a:pt x="807" y="51"/>
                    <a:pt x="755" y="0"/>
                    <a:pt x="692" y="0"/>
                  </a:cubicBezTo>
                  <a:cubicBezTo>
                    <a:pt x="115" y="0"/>
                    <a:pt x="115" y="0"/>
                    <a:pt x="115" y="0"/>
                  </a:cubicBezTo>
                  <a:cubicBezTo>
                    <a:pt x="51" y="0"/>
                    <a:pt x="0" y="51"/>
                    <a:pt x="0" y="115"/>
                  </a:cubicBezTo>
                  <a:cubicBezTo>
                    <a:pt x="0" y="1592"/>
                    <a:pt x="0" y="1592"/>
                    <a:pt x="0" y="1592"/>
                  </a:cubicBezTo>
                  <a:cubicBezTo>
                    <a:pt x="0" y="1656"/>
                    <a:pt x="51" y="1707"/>
                    <a:pt x="115" y="1707"/>
                  </a:cubicBezTo>
                  <a:cubicBezTo>
                    <a:pt x="692" y="1707"/>
                    <a:pt x="692" y="1707"/>
                    <a:pt x="692" y="1707"/>
                  </a:cubicBezTo>
                  <a:cubicBezTo>
                    <a:pt x="755" y="1707"/>
                    <a:pt x="807" y="1656"/>
                    <a:pt x="807" y="1592"/>
                  </a:cubicBezTo>
                  <a:lnTo>
                    <a:pt x="807" y="115"/>
                  </a:lnTo>
                  <a:close/>
                  <a:moveTo>
                    <a:pt x="488" y="151"/>
                  </a:moveTo>
                  <a:cubicBezTo>
                    <a:pt x="488" y="161"/>
                    <a:pt x="480" y="169"/>
                    <a:pt x="469" y="169"/>
                  </a:cubicBezTo>
                  <a:cubicBezTo>
                    <a:pt x="346" y="169"/>
                    <a:pt x="346" y="169"/>
                    <a:pt x="346" y="169"/>
                  </a:cubicBezTo>
                  <a:cubicBezTo>
                    <a:pt x="336" y="169"/>
                    <a:pt x="328" y="161"/>
                    <a:pt x="328" y="151"/>
                  </a:cubicBezTo>
                  <a:cubicBezTo>
                    <a:pt x="328" y="149"/>
                    <a:pt x="328" y="149"/>
                    <a:pt x="328" y="149"/>
                  </a:cubicBezTo>
                  <a:cubicBezTo>
                    <a:pt x="328" y="139"/>
                    <a:pt x="336" y="131"/>
                    <a:pt x="346" y="131"/>
                  </a:cubicBezTo>
                  <a:cubicBezTo>
                    <a:pt x="469" y="131"/>
                    <a:pt x="469" y="131"/>
                    <a:pt x="469" y="131"/>
                  </a:cubicBezTo>
                  <a:cubicBezTo>
                    <a:pt x="480" y="131"/>
                    <a:pt x="488" y="139"/>
                    <a:pt x="488" y="149"/>
                  </a:cubicBezTo>
                  <a:lnTo>
                    <a:pt x="488" y="151"/>
                  </a:lnTo>
                  <a:close/>
                  <a:moveTo>
                    <a:pt x="750" y="1463"/>
                  </a:moveTo>
                  <a:cubicBezTo>
                    <a:pt x="66" y="1463"/>
                    <a:pt x="66" y="1463"/>
                    <a:pt x="66" y="1463"/>
                  </a:cubicBezTo>
                  <a:cubicBezTo>
                    <a:pt x="66" y="244"/>
                    <a:pt x="66" y="244"/>
                    <a:pt x="66" y="244"/>
                  </a:cubicBezTo>
                  <a:cubicBezTo>
                    <a:pt x="750" y="244"/>
                    <a:pt x="750" y="244"/>
                    <a:pt x="750" y="244"/>
                  </a:cubicBezTo>
                  <a:lnTo>
                    <a:pt x="750" y="1463"/>
                  </a:lnTo>
                  <a:close/>
                </a:path>
              </a:pathLst>
            </a:custGeom>
            <a:solidFill>
              <a:srgbClr val="22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Rectangle 16"/>
            <p:cNvSpPr>
              <a:spLocks noChangeArrowheads="1"/>
            </p:cNvSpPr>
            <p:nvPr/>
          </p:nvSpPr>
          <p:spPr bwMode="auto">
            <a:xfrm>
              <a:off x="5481638" y="1141413"/>
              <a:ext cx="2574925" cy="4578350"/>
            </a:xfrm>
            <a:prstGeom prst="rect">
              <a:avLst/>
            </a:prstGeom>
            <a:solidFill>
              <a:srgbClr val="00A0E9"/>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4" name="Freeform 17"/>
            <p:cNvSpPr>
              <a:spLocks/>
            </p:cNvSpPr>
            <p:nvPr/>
          </p:nvSpPr>
          <p:spPr bwMode="auto">
            <a:xfrm>
              <a:off x="5226049" y="225425"/>
              <a:ext cx="3052762" cy="6411914"/>
            </a:xfrm>
            <a:custGeom>
              <a:avLst/>
              <a:gdLst>
                <a:gd name="T0" fmla="*/ 516 w 811"/>
                <a:gd name="T1" fmla="*/ 0 h 1459"/>
                <a:gd name="T2" fmla="*/ 701 w 811"/>
                <a:gd name="T3" fmla="*/ 0 h 1459"/>
                <a:gd name="T4" fmla="*/ 805 w 811"/>
                <a:gd name="T5" fmla="*/ 84 h 1459"/>
                <a:gd name="T6" fmla="*/ 808 w 811"/>
                <a:gd name="T7" fmla="*/ 1403 h 1459"/>
                <a:gd name="T8" fmla="*/ 762 w 811"/>
                <a:gd name="T9" fmla="*/ 1459 h 1459"/>
                <a:gd name="T10" fmla="*/ 0 w 811"/>
                <a:gd name="T11" fmla="*/ 1459 h 1459"/>
              </a:gdLst>
              <a:ahLst/>
              <a:cxnLst>
                <a:cxn ang="0">
                  <a:pos x="T0" y="T1"/>
                </a:cxn>
                <a:cxn ang="0">
                  <a:pos x="T2" y="T3"/>
                </a:cxn>
                <a:cxn ang="0">
                  <a:pos x="T4" y="T5"/>
                </a:cxn>
                <a:cxn ang="0">
                  <a:pos x="T6" y="T7"/>
                </a:cxn>
                <a:cxn ang="0">
                  <a:pos x="T8" y="T9"/>
                </a:cxn>
                <a:cxn ang="0">
                  <a:pos x="T10" y="T11"/>
                </a:cxn>
              </a:cxnLst>
              <a:rect l="0" t="0" r="r" b="b"/>
              <a:pathLst>
                <a:path w="811" h="1459">
                  <a:moveTo>
                    <a:pt x="516" y="0"/>
                  </a:moveTo>
                  <a:cubicBezTo>
                    <a:pt x="701" y="0"/>
                    <a:pt x="701" y="0"/>
                    <a:pt x="701" y="0"/>
                  </a:cubicBezTo>
                  <a:cubicBezTo>
                    <a:pt x="701" y="0"/>
                    <a:pt x="774" y="6"/>
                    <a:pt x="805" y="84"/>
                  </a:cubicBezTo>
                  <a:cubicBezTo>
                    <a:pt x="808" y="1403"/>
                    <a:pt x="808" y="1403"/>
                    <a:pt x="808" y="1403"/>
                  </a:cubicBezTo>
                  <a:cubicBezTo>
                    <a:pt x="808" y="1403"/>
                    <a:pt x="811" y="1452"/>
                    <a:pt x="762" y="1459"/>
                  </a:cubicBezTo>
                  <a:cubicBezTo>
                    <a:pt x="711" y="1455"/>
                    <a:pt x="0" y="1459"/>
                    <a:pt x="0" y="1459"/>
                  </a:cubicBezTo>
                </a:path>
              </a:pathLst>
            </a:custGeom>
            <a:solidFill>
              <a:srgbClr val="FFFFFF">
                <a:alpha val="20000"/>
              </a:srgbClr>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85" name="组合 131"/>
          <p:cNvGrpSpPr/>
          <p:nvPr/>
        </p:nvGrpSpPr>
        <p:grpSpPr>
          <a:xfrm>
            <a:off x="3422789" y="1303773"/>
            <a:ext cx="5398860" cy="4759017"/>
            <a:chOff x="1303338" y="88901"/>
            <a:chExt cx="5813425" cy="5124450"/>
          </a:xfrm>
        </p:grpSpPr>
        <p:sp>
          <p:nvSpPr>
            <p:cNvPr id="86" name="Oval 50"/>
            <p:cNvSpPr>
              <a:spLocks noChangeArrowheads="1"/>
            </p:cNvSpPr>
            <p:nvPr/>
          </p:nvSpPr>
          <p:spPr bwMode="auto">
            <a:xfrm>
              <a:off x="3654425" y="1285876"/>
              <a:ext cx="193675" cy="195263"/>
            </a:xfrm>
            <a:prstGeom prst="ellipse">
              <a:avLst/>
            </a:prstGeom>
            <a:solidFill>
              <a:srgbClr val="FFFFFF">
                <a:alpha val="69804"/>
              </a:srgbClr>
            </a:solid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7" name="Oval 51"/>
            <p:cNvSpPr>
              <a:spLocks noChangeArrowheads="1"/>
            </p:cNvSpPr>
            <p:nvPr/>
          </p:nvSpPr>
          <p:spPr bwMode="auto">
            <a:xfrm>
              <a:off x="3703638" y="1335088"/>
              <a:ext cx="95250" cy="95250"/>
            </a:xfrm>
            <a:prstGeom prst="ellipse">
              <a:avLst/>
            </a:prstGeom>
            <a:solidFill>
              <a:srgbClr val="FFFFFF"/>
            </a:solid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8" name="Freeform 53"/>
            <p:cNvSpPr>
              <a:spLocks/>
            </p:cNvSpPr>
            <p:nvPr/>
          </p:nvSpPr>
          <p:spPr bwMode="auto">
            <a:xfrm>
              <a:off x="1303338" y="207963"/>
              <a:ext cx="2449513" cy="1168400"/>
            </a:xfrm>
            <a:custGeom>
              <a:avLst/>
              <a:gdLst>
                <a:gd name="T0" fmla="*/ 1543 w 1543"/>
                <a:gd name="T1" fmla="*/ 736 h 736"/>
                <a:gd name="T2" fmla="*/ 1240 w 1543"/>
                <a:gd name="T3" fmla="*/ 445 h 736"/>
                <a:gd name="T4" fmla="*/ 0 w 1543"/>
                <a:gd name="T5" fmla="*/ 445 h 736"/>
                <a:gd name="T6" fmla="*/ 0 w 1543"/>
                <a:gd name="T7" fmla="*/ 0 h 736"/>
              </a:gdLst>
              <a:ahLst/>
              <a:cxnLst>
                <a:cxn ang="0">
                  <a:pos x="T0" y="T1"/>
                </a:cxn>
                <a:cxn ang="0">
                  <a:pos x="T2" y="T3"/>
                </a:cxn>
                <a:cxn ang="0">
                  <a:pos x="T4" y="T5"/>
                </a:cxn>
                <a:cxn ang="0">
                  <a:pos x="T6" y="T7"/>
                </a:cxn>
              </a:cxnLst>
              <a:rect l="0" t="0" r="r" b="b"/>
              <a:pathLst>
                <a:path w="1543" h="736">
                  <a:moveTo>
                    <a:pt x="1543" y="736"/>
                  </a:moveTo>
                  <a:lnTo>
                    <a:pt x="1240" y="445"/>
                  </a:lnTo>
                  <a:lnTo>
                    <a:pt x="0" y="445"/>
                  </a:lnTo>
                  <a:lnTo>
                    <a:pt x="0" y="0"/>
                  </a:lnTo>
                </a:path>
              </a:pathLst>
            </a:custGeom>
            <a:noFill/>
            <a:ln w="28575" cap="flat">
              <a:solidFill>
                <a:schemeClr val="bg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Oval 54"/>
            <p:cNvSpPr>
              <a:spLocks noChangeArrowheads="1"/>
            </p:cNvSpPr>
            <p:nvPr/>
          </p:nvSpPr>
          <p:spPr bwMode="auto">
            <a:xfrm>
              <a:off x="2727325" y="3521076"/>
              <a:ext cx="193675" cy="193675"/>
            </a:xfrm>
            <a:prstGeom prst="ellipse">
              <a:avLst/>
            </a:prstGeom>
            <a:solidFill>
              <a:srgbClr val="FFFFFF">
                <a:alpha val="69804"/>
              </a:srgbClr>
            </a:solid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0" name="Oval 55"/>
            <p:cNvSpPr>
              <a:spLocks noChangeArrowheads="1"/>
            </p:cNvSpPr>
            <p:nvPr/>
          </p:nvSpPr>
          <p:spPr bwMode="auto">
            <a:xfrm>
              <a:off x="2776538" y="3570288"/>
              <a:ext cx="95250" cy="95250"/>
            </a:xfrm>
            <a:prstGeom prst="ellipse">
              <a:avLst/>
            </a:prstGeom>
            <a:solidFill>
              <a:srgbClr val="FFFFFF"/>
            </a:solid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1" name="Freeform 57"/>
            <p:cNvSpPr>
              <a:spLocks/>
            </p:cNvSpPr>
            <p:nvPr/>
          </p:nvSpPr>
          <p:spPr bwMode="auto">
            <a:xfrm>
              <a:off x="1312863" y="3149601"/>
              <a:ext cx="1511300" cy="2063750"/>
            </a:xfrm>
            <a:custGeom>
              <a:avLst/>
              <a:gdLst>
                <a:gd name="T0" fmla="*/ 952 w 952"/>
                <a:gd name="T1" fmla="*/ 291 h 1300"/>
                <a:gd name="T2" fmla="*/ 650 w 952"/>
                <a:gd name="T3" fmla="*/ 0 h 1300"/>
                <a:gd name="T4" fmla="*/ 0 w 952"/>
                <a:gd name="T5" fmla="*/ 0 h 1300"/>
                <a:gd name="T6" fmla="*/ 0 w 952"/>
                <a:gd name="T7" fmla="*/ 1300 h 1300"/>
                <a:gd name="T8" fmla="*/ 342 w 952"/>
                <a:gd name="T9" fmla="*/ 1300 h 1300"/>
              </a:gdLst>
              <a:ahLst/>
              <a:cxnLst>
                <a:cxn ang="0">
                  <a:pos x="T0" y="T1"/>
                </a:cxn>
                <a:cxn ang="0">
                  <a:pos x="T2" y="T3"/>
                </a:cxn>
                <a:cxn ang="0">
                  <a:pos x="T4" y="T5"/>
                </a:cxn>
                <a:cxn ang="0">
                  <a:pos x="T6" y="T7"/>
                </a:cxn>
                <a:cxn ang="0">
                  <a:pos x="T8" y="T9"/>
                </a:cxn>
              </a:cxnLst>
              <a:rect l="0" t="0" r="r" b="b"/>
              <a:pathLst>
                <a:path w="952" h="1300">
                  <a:moveTo>
                    <a:pt x="952" y="291"/>
                  </a:moveTo>
                  <a:lnTo>
                    <a:pt x="650" y="0"/>
                  </a:lnTo>
                  <a:lnTo>
                    <a:pt x="0" y="0"/>
                  </a:lnTo>
                  <a:lnTo>
                    <a:pt x="0" y="1300"/>
                  </a:lnTo>
                  <a:lnTo>
                    <a:pt x="342" y="1300"/>
                  </a:lnTo>
                </a:path>
              </a:pathLst>
            </a:custGeom>
            <a:noFill/>
            <a:ln w="28575" cap="flat">
              <a:solidFill>
                <a:schemeClr val="bg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Oval 58"/>
            <p:cNvSpPr>
              <a:spLocks noChangeArrowheads="1"/>
            </p:cNvSpPr>
            <p:nvPr/>
          </p:nvSpPr>
          <p:spPr bwMode="auto">
            <a:xfrm>
              <a:off x="5837238" y="3716338"/>
              <a:ext cx="195263" cy="195263"/>
            </a:xfrm>
            <a:prstGeom prst="ellipse">
              <a:avLst/>
            </a:prstGeom>
            <a:solidFill>
              <a:srgbClr val="FFFFFF">
                <a:alpha val="69804"/>
              </a:srgbClr>
            </a:solid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3" name="Oval 59"/>
            <p:cNvSpPr>
              <a:spLocks noChangeArrowheads="1"/>
            </p:cNvSpPr>
            <p:nvPr/>
          </p:nvSpPr>
          <p:spPr bwMode="auto">
            <a:xfrm>
              <a:off x="5888038" y="3767138"/>
              <a:ext cx="93663" cy="95250"/>
            </a:xfrm>
            <a:prstGeom prst="ellipse">
              <a:avLst/>
            </a:prstGeom>
            <a:solidFill>
              <a:srgbClr val="FFFFFF"/>
            </a:solid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4" name="Freeform 61"/>
            <p:cNvSpPr>
              <a:spLocks/>
            </p:cNvSpPr>
            <p:nvPr/>
          </p:nvSpPr>
          <p:spPr bwMode="auto">
            <a:xfrm>
              <a:off x="5942013" y="3813176"/>
              <a:ext cx="1174750" cy="1363663"/>
            </a:xfrm>
            <a:custGeom>
              <a:avLst/>
              <a:gdLst>
                <a:gd name="T0" fmla="*/ 0 w 740"/>
                <a:gd name="T1" fmla="*/ 0 h 859"/>
                <a:gd name="T2" fmla="*/ 740 w 740"/>
                <a:gd name="T3" fmla="*/ 297 h 859"/>
                <a:gd name="T4" fmla="*/ 740 w 740"/>
                <a:gd name="T5" fmla="*/ 859 h 859"/>
                <a:gd name="T6" fmla="*/ 362 w 740"/>
                <a:gd name="T7" fmla="*/ 859 h 859"/>
              </a:gdLst>
              <a:ahLst/>
              <a:cxnLst>
                <a:cxn ang="0">
                  <a:pos x="T0" y="T1"/>
                </a:cxn>
                <a:cxn ang="0">
                  <a:pos x="T2" y="T3"/>
                </a:cxn>
                <a:cxn ang="0">
                  <a:pos x="T4" y="T5"/>
                </a:cxn>
                <a:cxn ang="0">
                  <a:pos x="T6" y="T7"/>
                </a:cxn>
              </a:cxnLst>
              <a:rect l="0" t="0" r="r" b="b"/>
              <a:pathLst>
                <a:path w="740" h="859">
                  <a:moveTo>
                    <a:pt x="0" y="0"/>
                  </a:moveTo>
                  <a:lnTo>
                    <a:pt x="740" y="297"/>
                  </a:lnTo>
                  <a:lnTo>
                    <a:pt x="740" y="859"/>
                  </a:lnTo>
                  <a:lnTo>
                    <a:pt x="362" y="859"/>
                  </a:lnTo>
                </a:path>
              </a:pathLst>
            </a:custGeom>
            <a:noFill/>
            <a:ln w="28575" cap="flat">
              <a:solidFill>
                <a:schemeClr val="bg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Oval 62"/>
            <p:cNvSpPr>
              <a:spLocks noChangeArrowheads="1"/>
            </p:cNvSpPr>
            <p:nvPr/>
          </p:nvSpPr>
          <p:spPr bwMode="auto">
            <a:xfrm>
              <a:off x="6138863" y="3043238"/>
              <a:ext cx="192088" cy="193675"/>
            </a:xfrm>
            <a:prstGeom prst="ellipse">
              <a:avLst/>
            </a:prstGeom>
            <a:solidFill>
              <a:srgbClr val="FFFFFF">
                <a:alpha val="69804"/>
              </a:srgbClr>
            </a:solid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6" name="Oval 63"/>
            <p:cNvSpPr>
              <a:spLocks noChangeArrowheads="1"/>
            </p:cNvSpPr>
            <p:nvPr/>
          </p:nvSpPr>
          <p:spPr bwMode="auto">
            <a:xfrm>
              <a:off x="6186488" y="3092451"/>
              <a:ext cx="95250" cy="95250"/>
            </a:xfrm>
            <a:prstGeom prst="ellipse">
              <a:avLst/>
            </a:prstGeom>
            <a:solidFill>
              <a:srgbClr val="FFFFFF"/>
            </a:solid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7" name="Freeform 65"/>
            <p:cNvSpPr>
              <a:spLocks/>
            </p:cNvSpPr>
            <p:nvPr/>
          </p:nvSpPr>
          <p:spPr bwMode="auto">
            <a:xfrm>
              <a:off x="6242050" y="88901"/>
              <a:ext cx="868363" cy="3052763"/>
            </a:xfrm>
            <a:custGeom>
              <a:avLst/>
              <a:gdLst>
                <a:gd name="T0" fmla="*/ 0 w 547"/>
                <a:gd name="T1" fmla="*/ 1923 h 1923"/>
                <a:gd name="T2" fmla="*/ 547 w 547"/>
                <a:gd name="T3" fmla="*/ 1620 h 1923"/>
                <a:gd name="T4" fmla="*/ 547 w 547"/>
                <a:gd name="T5" fmla="*/ 0 h 1923"/>
                <a:gd name="T6" fmla="*/ 116 w 547"/>
                <a:gd name="T7" fmla="*/ 0 h 1923"/>
              </a:gdLst>
              <a:ahLst/>
              <a:cxnLst>
                <a:cxn ang="0">
                  <a:pos x="T0" y="T1"/>
                </a:cxn>
                <a:cxn ang="0">
                  <a:pos x="T2" y="T3"/>
                </a:cxn>
                <a:cxn ang="0">
                  <a:pos x="T4" y="T5"/>
                </a:cxn>
                <a:cxn ang="0">
                  <a:pos x="T6" y="T7"/>
                </a:cxn>
              </a:cxnLst>
              <a:rect l="0" t="0" r="r" b="b"/>
              <a:pathLst>
                <a:path w="547" h="1923">
                  <a:moveTo>
                    <a:pt x="0" y="1923"/>
                  </a:moveTo>
                  <a:lnTo>
                    <a:pt x="547" y="1620"/>
                  </a:lnTo>
                  <a:lnTo>
                    <a:pt x="547" y="0"/>
                  </a:lnTo>
                  <a:lnTo>
                    <a:pt x="116" y="0"/>
                  </a:lnTo>
                </a:path>
              </a:pathLst>
            </a:custGeom>
            <a:noFill/>
            <a:ln w="28575"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sp>
        <p:nvSpPr>
          <p:cNvPr id="98" name="文本框 97"/>
          <p:cNvSpPr txBox="1"/>
          <p:nvPr/>
        </p:nvSpPr>
        <p:spPr>
          <a:xfrm>
            <a:off x="3449893" y="1258529"/>
            <a:ext cx="2856518" cy="830997"/>
          </a:xfrm>
          <a:prstGeom prst="rect">
            <a:avLst/>
          </a:prstGeom>
          <a:noFill/>
        </p:spPr>
        <p:txBody>
          <a:bodyPr wrap="square" rtlCol="0">
            <a:spAutoFit/>
          </a:bodyPr>
          <a:lstStyle/>
          <a:p>
            <a:pPr>
              <a:lnSpc>
                <a:spcPct val="120000"/>
              </a:lnSpc>
            </a:pPr>
            <a:r>
              <a:rPr lang="zh-CN" altLang="en-US" sz="2400" b="1" dirty="0">
                <a:solidFill>
                  <a:srgbClr val="309DD9"/>
                </a:solidFill>
              </a:rPr>
              <a:t>添加标题</a:t>
            </a:r>
            <a:endParaRPr lang="en-US" altLang="zh-CN" sz="2400" b="1" dirty="0">
              <a:solidFill>
                <a:srgbClr val="309DD9"/>
              </a:solidFill>
            </a:endParaRPr>
          </a:p>
          <a:p>
            <a:pPr>
              <a:lnSpc>
                <a:spcPct val="120000"/>
              </a:lnSpc>
            </a:pPr>
            <a:r>
              <a:rPr lang="zh-CN" altLang="en-US" sz="1600" dirty="0">
                <a:solidFill>
                  <a:schemeClr val="tx1">
                    <a:lumMod val="65000"/>
                    <a:lumOff val="35000"/>
                  </a:schemeClr>
                </a:solidFill>
              </a:rPr>
              <a:t>添加内容添加内容</a:t>
            </a:r>
          </a:p>
        </p:txBody>
      </p:sp>
      <p:sp>
        <p:nvSpPr>
          <p:cNvPr id="105" name="文本框 104"/>
          <p:cNvSpPr txBox="1"/>
          <p:nvPr/>
        </p:nvSpPr>
        <p:spPr>
          <a:xfrm>
            <a:off x="3449893" y="5195207"/>
            <a:ext cx="2856518" cy="830997"/>
          </a:xfrm>
          <a:prstGeom prst="rect">
            <a:avLst/>
          </a:prstGeom>
          <a:noFill/>
        </p:spPr>
        <p:txBody>
          <a:bodyPr wrap="square" rtlCol="0">
            <a:spAutoFit/>
          </a:bodyPr>
          <a:lstStyle/>
          <a:p>
            <a:pPr>
              <a:lnSpc>
                <a:spcPct val="120000"/>
              </a:lnSpc>
            </a:pPr>
            <a:r>
              <a:rPr lang="zh-CN" altLang="en-US" sz="2400" b="1" dirty="0">
                <a:solidFill>
                  <a:srgbClr val="309DD9"/>
                </a:solidFill>
              </a:rPr>
              <a:t>添加标题</a:t>
            </a:r>
            <a:endParaRPr lang="en-US" altLang="zh-CN" sz="2400" b="1" dirty="0">
              <a:solidFill>
                <a:srgbClr val="309DD9"/>
              </a:solidFill>
            </a:endParaRPr>
          </a:p>
          <a:p>
            <a:pPr>
              <a:lnSpc>
                <a:spcPct val="120000"/>
              </a:lnSpc>
            </a:pPr>
            <a:r>
              <a:rPr lang="zh-CN" altLang="en-US" sz="1600" dirty="0">
                <a:solidFill>
                  <a:schemeClr val="tx1">
                    <a:lumMod val="65000"/>
                    <a:lumOff val="35000"/>
                  </a:schemeClr>
                </a:solidFill>
              </a:rPr>
              <a:t>添加内容添加内容</a:t>
            </a:r>
          </a:p>
        </p:txBody>
      </p:sp>
      <p:sp>
        <p:nvSpPr>
          <p:cNvPr id="145" name="文本框 144"/>
          <p:cNvSpPr txBox="1"/>
          <p:nvPr/>
        </p:nvSpPr>
        <p:spPr>
          <a:xfrm>
            <a:off x="5972266" y="1258529"/>
            <a:ext cx="2856518" cy="830997"/>
          </a:xfrm>
          <a:prstGeom prst="rect">
            <a:avLst/>
          </a:prstGeom>
          <a:noFill/>
        </p:spPr>
        <p:txBody>
          <a:bodyPr wrap="square" rtlCol="0">
            <a:spAutoFit/>
          </a:bodyPr>
          <a:lstStyle/>
          <a:p>
            <a:pPr algn="r">
              <a:lnSpc>
                <a:spcPct val="120000"/>
              </a:lnSpc>
            </a:pPr>
            <a:r>
              <a:rPr lang="zh-CN" altLang="en-US" sz="2400" b="1" dirty="0">
                <a:solidFill>
                  <a:srgbClr val="309DD9"/>
                </a:solidFill>
              </a:rPr>
              <a:t>添加标题</a:t>
            </a:r>
            <a:endParaRPr lang="en-US" altLang="zh-CN" sz="2400" b="1" dirty="0">
              <a:solidFill>
                <a:srgbClr val="309DD9"/>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46" name="文本框 145"/>
          <p:cNvSpPr txBox="1"/>
          <p:nvPr/>
        </p:nvSpPr>
        <p:spPr>
          <a:xfrm>
            <a:off x="5918307" y="5195207"/>
            <a:ext cx="2856518" cy="830997"/>
          </a:xfrm>
          <a:prstGeom prst="rect">
            <a:avLst/>
          </a:prstGeom>
          <a:noFill/>
        </p:spPr>
        <p:txBody>
          <a:bodyPr wrap="square" rtlCol="0">
            <a:spAutoFit/>
          </a:bodyPr>
          <a:lstStyle/>
          <a:p>
            <a:pPr algn="r">
              <a:lnSpc>
                <a:spcPct val="120000"/>
              </a:lnSpc>
            </a:pPr>
            <a:r>
              <a:rPr lang="zh-CN" altLang="en-US" sz="2400" b="1" dirty="0">
                <a:solidFill>
                  <a:srgbClr val="309DD9"/>
                </a:solidFill>
              </a:rPr>
              <a:t>添加标题</a:t>
            </a:r>
            <a:endParaRPr lang="en-US" altLang="zh-CN" sz="2400" b="1" dirty="0">
              <a:solidFill>
                <a:srgbClr val="309DD9"/>
              </a:solidFill>
            </a:endParaRPr>
          </a:p>
          <a:p>
            <a:pPr algn="r">
              <a:lnSpc>
                <a:spcPct val="120000"/>
              </a:lnSpc>
            </a:pPr>
            <a:r>
              <a:rPr lang="zh-CN" altLang="en-US" sz="1600" dirty="0">
                <a:solidFill>
                  <a:schemeClr val="tx1">
                    <a:lumMod val="65000"/>
                    <a:lumOff val="35000"/>
                  </a:schemeClr>
                </a:solidFill>
              </a:rPr>
              <a:t>添加内容添加内容</a:t>
            </a:r>
          </a:p>
        </p:txBody>
      </p:sp>
    </p:spTree>
    <p:extLst>
      <p:ext uri="{BB962C8B-B14F-4D97-AF65-F5344CB8AC3E}">
        <p14:creationId xmlns:p14="http://schemas.microsoft.com/office/powerpoint/2010/main" val="188141615"/>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5"/>
          <p:cNvSpPr>
            <a:spLocks noChangeArrowheads="1"/>
          </p:cNvSpPr>
          <p:nvPr/>
        </p:nvSpPr>
        <p:spPr bwMode="auto">
          <a:xfrm>
            <a:off x="5335534" y="1817688"/>
            <a:ext cx="6465888" cy="4198938"/>
          </a:xfrm>
          <a:prstGeom prst="rect">
            <a:avLst/>
          </a:prstGeom>
          <a:solidFill>
            <a:schemeClr val="bg1"/>
          </a:solidFill>
          <a:ln w="14288" cap="flat">
            <a:noFill/>
            <a:prstDash val="solid"/>
            <a:miter lim="800000"/>
            <a:headEnd/>
            <a:tailEnd/>
          </a:ln>
          <a:effectLst>
            <a:outerShdw blurRad="50800" dist="38100" dir="2700000" algn="tl" rotWithShape="0">
              <a:schemeClr val="tx1">
                <a:lumMod val="65000"/>
                <a:lumOff val="35000"/>
                <a:alpha val="34000"/>
              </a:schemeClr>
            </a:outerShdw>
          </a:effectLst>
        </p:spPr>
        <p:txBody>
          <a:bodyPr vert="horz" wrap="square" lIns="91440" tIns="45720" rIns="91440" bIns="45720" numCol="1" anchor="t" anchorCtr="0" compatLnSpc="1">
            <a:prstTxWarp prst="textNoShape">
              <a:avLst/>
            </a:prstTxWarp>
          </a:bodyPr>
          <a:lstStyle/>
          <a:p>
            <a:endParaRPr lang="zh-CN" altLang="en-US"/>
          </a:p>
        </p:txBody>
      </p:sp>
      <p:sp>
        <p:nvSpPr>
          <p:cNvPr id="7" name="Freeform 6"/>
          <p:cNvSpPr>
            <a:spLocks noEditPoints="1"/>
          </p:cNvSpPr>
          <p:nvPr/>
        </p:nvSpPr>
        <p:spPr bwMode="auto">
          <a:xfrm>
            <a:off x="5519684" y="2584450"/>
            <a:ext cx="6097588" cy="2984500"/>
          </a:xfrm>
          <a:custGeom>
            <a:avLst/>
            <a:gdLst>
              <a:gd name="T0" fmla="*/ 1518 w 1623"/>
              <a:gd name="T1" fmla="*/ 739 h 794"/>
              <a:gd name="T2" fmla="*/ 1364 w 1623"/>
              <a:gd name="T3" fmla="*/ 567 h 794"/>
              <a:gd name="T4" fmla="*/ 1333 w 1623"/>
              <a:gd name="T5" fmla="*/ 667 h 794"/>
              <a:gd name="T6" fmla="*/ 1412 w 1623"/>
              <a:gd name="T7" fmla="*/ 581 h 794"/>
              <a:gd name="T8" fmla="*/ 1425 w 1623"/>
              <a:gd name="T9" fmla="*/ 560 h 794"/>
              <a:gd name="T10" fmla="*/ 1337 w 1623"/>
              <a:gd name="T11" fmla="*/ 528 h 794"/>
              <a:gd name="T12" fmla="*/ 1323 w 1623"/>
              <a:gd name="T13" fmla="*/ 555 h 794"/>
              <a:gd name="T14" fmla="*/ 1278 w 1623"/>
              <a:gd name="T15" fmla="*/ 533 h 794"/>
              <a:gd name="T16" fmla="*/ 1230 w 1623"/>
              <a:gd name="T17" fmla="*/ 541 h 794"/>
              <a:gd name="T18" fmla="*/ 1317 w 1623"/>
              <a:gd name="T19" fmla="*/ 457 h 794"/>
              <a:gd name="T20" fmla="*/ 1412 w 1623"/>
              <a:gd name="T21" fmla="*/ 301 h 794"/>
              <a:gd name="T22" fmla="*/ 1399 w 1623"/>
              <a:gd name="T23" fmla="*/ 319 h 794"/>
              <a:gd name="T24" fmla="*/ 1424 w 1623"/>
              <a:gd name="T25" fmla="*/ 84 h 794"/>
              <a:gd name="T26" fmla="*/ 1217 w 1623"/>
              <a:gd name="T27" fmla="*/ 58 h 794"/>
              <a:gd name="T28" fmla="*/ 1165 w 1623"/>
              <a:gd name="T29" fmla="*/ 29 h 794"/>
              <a:gd name="T30" fmla="*/ 1017 w 1623"/>
              <a:gd name="T31" fmla="*/ 85 h 794"/>
              <a:gd name="T32" fmla="*/ 1008 w 1623"/>
              <a:gd name="T33" fmla="*/ 30 h 794"/>
              <a:gd name="T34" fmla="*/ 832 w 1623"/>
              <a:gd name="T35" fmla="*/ 74 h 794"/>
              <a:gd name="T36" fmla="*/ 1455 w 1623"/>
              <a:gd name="T37" fmla="*/ 210 h 794"/>
              <a:gd name="T38" fmla="*/ 1505 w 1623"/>
              <a:gd name="T39" fmla="*/ 205 h 794"/>
              <a:gd name="T40" fmla="*/ 1558 w 1623"/>
              <a:gd name="T41" fmla="*/ 133 h 794"/>
              <a:gd name="T42" fmla="*/ 1380 w 1623"/>
              <a:gd name="T43" fmla="*/ 121 h 794"/>
              <a:gd name="T44" fmla="*/ 1270 w 1623"/>
              <a:gd name="T45" fmla="*/ 78 h 794"/>
              <a:gd name="T46" fmla="*/ 1114 w 1623"/>
              <a:gd name="T47" fmla="*/ 123 h 794"/>
              <a:gd name="T48" fmla="*/ 1065 w 1623"/>
              <a:gd name="T49" fmla="*/ 120 h 794"/>
              <a:gd name="T50" fmla="*/ 960 w 1623"/>
              <a:gd name="T51" fmla="*/ 155 h 794"/>
              <a:gd name="T52" fmla="*/ 885 w 1623"/>
              <a:gd name="T53" fmla="*/ 127 h 794"/>
              <a:gd name="T54" fmla="*/ 797 w 1623"/>
              <a:gd name="T55" fmla="*/ 183 h 794"/>
              <a:gd name="T56" fmla="*/ 870 w 1623"/>
              <a:gd name="T57" fmla="*/ 165 h 794"/>
              <a:gd name="T58" fmla="*/ 804 w 1623"/>
              <a:gd name="T59" fmla="*/ 241 h 794"/>
              <a:gd name="T60" fmla="*/ 718 w 1623"/>
              <a:gd name="T61" fmla="*/ 334 h 794"/>
              <a:gd name="T62" fmla="*/ 818 w 1623"/>
              <a:gd name="T63" fmla="*/ 303 h 794"/>
              <a:gd name="T64" fmla="*/ 895 w 1623"/>
              <a:gd name="T65" fmla="*/ 345 h 794"/>
              <a:gd name="T66" fmla="*/ 978 w 1623"/>
              <a:gd name="T67" fmla="*/ 449 h 794"/>
              <a:gd name="T68" fmla="*/ 1064 w 1623"/>
              <a:gd name="T69" fmla="*/ 403 h 794"/>
              <a:gd name="T70" fmla="*/ 1200 w 1623"/>
              <a:gd name="T71" fmla="*/ 442 h 794"/>
              <a:gd name="T72" fmla="*/ 1254 w 1623"/>
              <a:gd name="T73" fmla="*/ 415 h 794"/>
              <a:gd name="T74" fmla="*/ 1330 w 1623"/>
              <a:gd name="T75" fmla="*/ 340 h 794"/>
              <a:gd name="T76" fmla="*/ 1405 w 1623"/>
              <a:gd name="T77" fmla="*/ 249 h 794"/>
              <a:gd name="T78" fmla="*/ 744 w 1623"/>
              <a:gd name="T79" fmla="*/ 232 h 794"/>
              <a:gd name="T80" fmla="*/ 983 w 1623"/>
              <a:gd name="T81" fmla="*/ 603 h 794"/>
              <a:gd name="T82" fmla="*/ 685 w 1623"/>
              <a:gd name="T83" fmla="*/ 423 h 794"/>
              <a:gd name="T84" fmla="*/ 916 w 1623"/>
              <a:gd name="T85" fmla="*/ 605 h 794"/>
              <a:gd name="T86" fmla="*/ 437 w 1623"/>
              <a:gd name="T87" fmla="*/ 788 h 794"/>
              <a:gd name="T88" fmla="*/ 529 w 1623"/>
              <a:gd name="T89" fmla="*/ 660 h 794"/>
              <a:gd name="T90" fmla="*/ 528 w 1623"/>
              <a:gd name="T91" fmla="*/ 499 h 794"/>
              <a:gd name="T92" fmla="*/ 390 w 1623"/>
              <a:gd name="T93" fmla="*/ 533 h 794"/>
              <a:gd name="T94" fmla="*/ 423 w 1623"/>
              <a:gd name="T95" fmla="*/ 732 h 794"/>
              <a:gd name="T96" fmla="*/ 470 w 1623"/>
              <a:gd name="T97" fmla="*/ 267 h 794"/>
              <a:gd name="T98" fmla="*/ 673 w 1623"/>
              <a:gd name="T99" fmla="*/ 79 h 794"/>
              <a:gd name="T100" fmla="*/ 614 w 1623"/>
              <a:gd name="T101" fmla="*/ 22 h 794"/>
              <a:gd name="T102" fmla="*/ 539 w 1623"/>
              <a:gd name="T103" fmla="*/ 15 h 794"/>
              <a:gd name="T104" fmla="*/ 463 w 1623"/>
              <a:gd name="T105" fmla="*/ 32 h 794"/>
              <a:gd name="T106" fmla="*/ 468 w 1623"/>
              <a:gd name="T107" fmla="*/ 77 h 794"/>
              <a:gd name="T108" fmla="*/ 525 w 1623"/>
              <a:gd name="T109" fmla="*/ 162 h 794"/>
              <a:gd name="T110" fmla="*/ 436 w 1623"/>
              <a:gd name="T111" fmla="*/ 39 h 794"/>
              <a:gd name="T112" fmla="*/ 349 w 1623"/>
              <a:gd name="T113" fmla="*/ 32 h 794"/>
              <a:gd name="T114" fmla="*/ 288 w 1623"/>
              <a:gd name="T115" fmla="*/ 77 h 794"/>
              <a:gd name="T116" fmla="*/ 218 w 1623"/>
              <a:gd name="T117" fmla="*/ 78 h 794"/>
              <a:gd name="T118" fmla="*/ 197 w 1623"/>
              <a:gd name="T119" fmla="*/ 302 h 794"/>
              <a:gd name="T120" fmla="*/ 413 w 1623"/>
              <a:gd name="T121" fmla="*/ 350 h 794"/>
              <a:gd name="T122" fmla="*/ 369 w 1623"/>
              <a:gd name="T123" fmla="*/ 168 h 794"/>
              <a:gd name="T124" fmla="*/ 339 w 1623"/>
              <a:gd name="T125" fmla="*/ 1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23" h="794">
                <a:moveTo>
                  <a:pt x="394" y="189"/>
                </a:moveTo>
                <a:cubicBezTo>
                  <a:pt x="398" y="187"/>
                  <a:pt x="398" y="187"/>
                  <a:pt x="398" y="187"/>
                </a:cubicBezTo>
                <a:cubicBezTo>
                  <a:pt x="402" y="187"/>
                  <a:pt x="402" y="187"/>
                  <a:pt x="402" y="187"/>
                </a:cubicBezTo>
                <a:cubicBezTo>
                  <a:pt x="402" y="189"/>
                  <a:pt x="402" y="189"/>
                  <a:pt x="402" y="191"/>
                </a:cubicBezTo>
                <a:cubicBezTo>
                  <a:pt x="402" y="193"/>
                  <a:pt x="402" y="193"/>
                  <a:pt x="402" y="193"/>
                </a:cubicBezTo>
                <a:cubicBezTo>
                  <a:pt x="401" y="194"/>
                  <a:pt x="401" y="194"/>
                  <a:pt x="401" y="194"/>
                </a:cubicBezTo>
                <a:cubicBezTo>
                  <a:pt x="396" y="194"/>
                  <a:pt x="396" y="194"/>
                  <a:pt x="396" y="194"/>
                </a:cubicBezTo>
                <a:lnTo>
                  <a:pt x="394" y="189"/>
                </a:lnTo>
                <a:close/>
                <a:moveTo>
                  <a:pt x="382" y="190"/>
                </a:moveTo>
                <a:cubicBezTo>
                  <a:pt x="384" y="190"/>
                  <a:pt x="385" y="189"/>
                  <a:pt x="387" y="188"/>
                </a:cubicBezTo>
                <a:cubicBezTo>
                  <a:pt x="388" y="187"/>
                  <a:pt x="388" y="187"/>
                  <a:pt x="388" y="186"/>
                </a:cubicBezTo>
                <a:cubicBezTo>
                  <a:pt x="388" y="184"/>
                  <a:pt x="388" y="184"/>
                  <a:pt x="388" y="184"/>
                </a:cubicBezTo>
                <a:cubicBezTo>
                  <a:pt x="387" y="184"/>
                  <a:pt x="387" y="185"/>
                  <a:pt x="386" y="186"/>
                </a:cubicBezTo>
                <a:cubicBezTo>
                  <a:pt x="385" y="186"/>
                  <a:pt x="385" y="186"/>
                  <a:pt x="384" y="186"/>
                </a:cubicBezTo>
                <a:cubicBezTo>
                  <a:pt x="382" y="187"/>
                  <a:pt x="381" y="188"/>
                  <a:pt x="380" y="188"/>
                </a:cubicBezTo>
                <a:cubicBezTo>
                  <a:pt x="381" y="189"/>
                  <a:pt x="381" y="190"/>
                  <a:pt x="382" y="190"/>
                </a:cubicBezTo>
                <a:moveTo>
                  <a:pt x="407" y="107"/>
                </a:moveTo>
                <a:cubicBezTo>
                  <a:pt x="410" y="105"/>
                  <a:pt x="410" y="105"/>
                  <a:pt x="410" y="105"/>
                </a:cubicBezTo>
                <a:cubicBezTo>
                  <a:pt x="416" y="103"/>
                  <a:pt x="416" y="103"/>
                  <a:pt x="416" y="103"/>
                </a:cubicBezTo>
                <a:cubicBezTo>
                  <a:pt x="410" y="100"/>
                  <a:pt x="410" y="100"/>
                  <a:pt x="410" y="100"/>
                </a:cubicBezTo>
                <a:cubicBezTo>
                  <a:pt x="401" y="99"/>
                  <a:pt x="401" y="99"/>
                  <a:pt x="401" y="99"/>
                </a:cubicBezTo>
                <a:cubicBezTo>
                  <a:pt x="395" y="99"/>
                  <a:pt x="395" y="99"/>
                  <a:pt x="395" y="99"/>
                </a:cubicBezTo>
                <a:cubicBezTo>
                  <a:pt x="396" y="103"/>
                  <a:pt x="396" y="103"/>
                  <a:pt x="396" y="103"/>
                </a:cubicBezTo>
                <a:cubicBezTo>
                  <a:pt x="397" y="107"/>
                  <a:pt x="397" y="107"/>
                  <a:pt x="397" y="107"/>
                </a:cubicBezTo>
                <a:lnTo>
                  <a:pt x="407" y="107"/>
                </a:lnTo>
                <a:close/>
                <a:moveTo>
                  <a:pt x="1121" y="471"/>
                </a:moveTo>
                <a:cubicBezTo>
                  <a:pt x="1121" y="471"/>
                  <a:pt x="1120" y="471"/>
                  <a:pt x="1120" y="471"/>
                </a:cubicBezTo>
                <a:cubicBezTo>
                  <a:pt x="1120" y="472"/>
                  <a:pt x="1120" y="472"/>
                  <a:pt x="1120" y="472"/>
                </a:cubicBezTo>
                <a:cubicBezTo>
                  <a:pt x="1120" y="473"/>
                  <a:pt x="1120" y="473"/>
                  <a:pt x="1120" y="473"/>
                </a:cubicBezTo>
                <a:cubicBezTo>
                  <a:pt x="1120" y="474"/>
                  <a:pt x="1120" y="474"/>
                  <a:pt x="1120" y="474"/>
                </a:cubicBezTo>
                <a:cubicBezTo>
                  <a:pt x="1120" y="475"/>
                  <a:pt x="1120" y="475"/>
                  <a:pt x="1120" y="475"/>
                </a:cubicBezTo>
                <a:cubicBezTo>
                  <a:pt x="1120" y="476"/>
                  <a:pt x="1120" y="476"/>
                  <a:pt x="1120" y="476"/>
                </a:cubicBezTo>
                <a:cubicBezTo>
                  <a:pt x="1120" y="477"/>
                  <a:pt x="1120" y="477"/>
                  <a:pt x="1120" y="477"/>
                </a:cubicBezTo>
                <a:cubicBezTo>
                  <a:pt x="1120" y="478"/>
                  <a:pt x="1120" y="478"/>
                  <a:pt x="1120" y="478"/>
                </a:cubicBezTo>
                <a:cubicBezTo>
                  <a:pt x="1119" y="479"/>
                  <a:pt x="1119" y="480"/>
                  <a:pt x="1119" y="481"/>
                </a:cubicBezTo>
                <a:cubicBezTo>
                  <a:pt x="1119" y="482"/>
                  <a:pt x="1119" y="483"/>
                  <a:pt x="1120" y="484"/>
                </a:cubicBezTo>
                <a:cubicBezTo>
                  <a:pt x="1120" y="485"/>
                  <a:pt x="1121" y="485"/>
                  <a:pt x="1122" y="486"/>
                </a:cubicBezTo>
                <a:cubicBezTo>
                  <a:pt x="1122" y="486"/>
                  <a:pt x="1122" y="486"/>
                  <a:pt x="1123" y="486"/>
                </a:cubicBezTo>
                <a:cubicBezTo>
                  <a:pt x="1123" y="486"/>
                  <a:pt x="1124" y="486"/>
                  <a:pt x="1125" y="486"/>
                </a:cubicBezTo>
                <a:cubicBezTo>
                  <a:pt x="1126" y="486"/>
                  <a:pt x="1126" y="486"/>
                  <a:pt x="1127" y="486"/>
                </a:cubicBezTo>
                <a:cubicBezTo>
                  <a:pt x="1127" y="486"/>
                  <a:pt x="1127" y="485"/>
                  <a:pt x="1127" y="484"/>
                </a:cubicBezTo>
                <a:cubicBezTo>
                  <a:pt x="1127" y="484"/>
                  <a:pt x="1127" y="484"/>
                  <a:pt x="1127" y="483"/>
                </a:cubicBezTo>
                <a:cubicBezTo>
                  <a:pt x="1127" y="483"/>
                  <a:pt x="1127" y="483"/>
                  <a:pt x="1127" y="482"/>
                </a:cubicBezTo>
                <a:cubicBezTo>
                  <a:pt x="1127" y="481"/>
                  <a:pt x="1127" y="481"/>
                  <a:pt x="1127" y="480"/>
                </a:cubicBezTo>
                <a:cubicBezTo>
                  <a:pt x="1127" y="479"/>
                  <a:pt x="1127" y="479"/>
                  <a:pt x="1127" y="479"/>
                </a:cubicBezTo>
                <a:cubicBezTo>
                  <a:pt x="1127" y="478"/>
                  <a:pt x="1127" y="478"/>
                  <a:pt x="1127" y="478"/>
                </a:cubicBezTo>
                <a:cubicBezTo>
                  <a:pt x="1127" y="478"/>
                  <a:pt x="1126" y="478"/>
                  <a:pt x="1126" y="477"/>
                </a:cubicBezTo>
                <a:cubicBezTo>
                  <a:pt x="1126" y="477"/>
                  <a:pt x="1126" y="477"/>
                  <a:pt x="1126" y="477"/>
                </a:cubicBezTo>
                <a:cubicBezTo>
                  <a:pt x="1125" y="476"/>
                  <a:pt x="1125" y="476"/>
                  <a:pt x="1125" y="476"/>
                </a:cubicBezTo>
                <a:cubicBezTo>
                  <a:pt x="1125" y="475"/>
                  <a:pt x="1124" y="475"/>
                  <a:pt x="1124" y="475"/>
                </a:cubicBezTo>
                <a:cubicBezTo>
                  <a:pt x="1124" y="475"/>
                  <a:pt x="1124" y="474"/>
                  <a:pt x="1123" y="474"/>
                </a:cubicBezTo>
                <a:cubicBezTo>
                  <a:pt x="1123" y="474"/>
                  <a:pt x="1123" y="473"/>
                  <a:pt x="1123" y="473"/>
                </a:cubicBezTo>
                <a:cubicBezTo>
                  <a:pt x="1123" y="472"/>
                  <a:pt x="1123" y="472"/>
                  <a:pt x="1122" y="471"/>
                </a:cubicBezTo>
                <a:lnTo>
                  <a:pt x="1121" y="471"/>
                </a:lnTo>
                <a:close/>
                <a:moveTo>
                  <a:pt x="1412" y="711"/>
                </a:moveTo>
                <a:cubicBezTo>
                  <a:pt x="1412" y="712"/>
                  <a:pt x="1413" y="712"/>
                  <a:pt x="1413" y="713"/>
                </a:cubicBezTo>
                <a:cubicBezTo>
                  <a:pt x="1413" y="713"/>
                  <a:pt x="1413" y="713"/>
                  <a:pt x="1413" y="714"/>
                </a:cubicBezTo>
                <a:cubicBezTo>
                  <a:pt x="1413" y="715"/>
                  <a:pt x="1413" y="715"/>
                  <a:pt x="1413" y="715"/>
                </a:cubicBezTo>
                <a:cubicBezTo>
                  <a:pt x="1413" y="715"/>
                  <a:pt x="1413" y="715"/>
                  <a:pt x="1414" y="715"/>
                </a:cubicBezTo>
                <a:cubicBezTo>
                  <a:pt x="1414" y="716"/>
                  <a:pt x="1414" y="716"/>
                  <a:pt x="1415" y="716"/>
                </a:cubicBezTo>
                <a:cubicBezTo>
                  <a:pt x="1415" y="717"/>
                  <a:pt x="1415" y="717"/>
                  <a:pt x="1416" y="717"/>
                </a:cubicBezTo>
                <a:cubicBezTo>
                  <a:pt x="1416" y="717"/>
                  <a:pt x="1417" y="718"/>
                  <a:pt x="1417" y="719"/>
                </a:cubicBezTo>
                <a:cubicBezTo>
                  <a:pt x="1417" y="719"/>
                  <a:pt x="1417" y="719"/>
                  <a:pt x="1417" y="720"/>
                </a:cubicBezTo>
                <a:cubicBezTo>
                  <a:pt x="1418" y="720"/>
                  <a:pt x="1418" y="720"/>
                  <a:pt x="1418" y="720"/>
                </a:cubicBezTo>
                <a:cubicBezTo>
                  <a:pt x="1419" y="721"/>
                  <a:pt x="1419" y="722"/>
                  <a:pt x="1420" y="722"/>
                </a:cubicBezTo>
                <a:cubicBezTo>
                  <a:pt x="1420" y="723"/>
                  <a:pt x="1420" y="724"/>
                  <a:pt x="1421" y="724"/>
                </a:cubicBezTo>
                <a:cubicBezTo>
                  <a:pt x="1421" y="725"/>
                  <a:pt x="1421" y="724"/>
                  <a:pt x="1422" y="724"/>
                </a:cubicBezTo>
                <a:cubicBezTo>
                  <a:pt x="1424" y="724"/>
                  <a:pt x="1424" y="724"/>
                  <a:pt x="1424" y="724"/>
                </a:cubicBezTo>
                <a:cubicBezTo>
                  <a:pt x="1424" y="723"/>
                  <a:pt x="1424" y="723"/>
                  <a:pt x="1424" y="722"/>
                </a:cubicBezTo>
                <a:cubicBezTo>
                  <a:pt x="1424" y="721"/>
                  <a:pt x="1424" y="721"/>
                  <a:pt x="1424" y="721"/>
                </a:cubicBezTo>
                <a:cubicBezTo>
                  <a:pt x="1428" y="721"/>
                  <a:pt x="1428" y="721"/>
                  <a:pt x="1428" y="721"/>
                </a:cubicBezTo>
                <a:cubicBezTo>
                  <a:pt x="1428" y="719"/>
                  <a:pt x="1428" y="719"/>
                  <a:pt x="1428" y="719"/>
                </a:cubicBezTo>
                <a:cubicBezTo>
                  <a:pt x="1428" y="718"/>
                  <a:pt x="1427" y="718"/>
                  <a:pt x="1427" y="717"/>
                </a:cubicBezTo>
                <a:cubicBezTo>
                  <a:pt x="1427" y="717"/>
                  <a:pt x="1427" y="716"/>
                  <a:pt x="1427" y="716"/>
                </a:cubicBezTo>
                <a:cubicBezTo>
                  <a:pt x="1428" y="716"/>
                  <a:pt x="1428" y="716"/>
                  <a:pt x="1428" y="716"/>
                </a:cubicBezTo>
                <a:cubicBezTo>
                  <a:pt x="1429" y="715"/>
                  <a:pt x="1429" y="715"/>
                  <a:pt x="1429" y="715"/>
                </a:cubicBezTo>
                <a:cubicBezTo>
                  <a:pt x="1429" y="715"/>
                  <a:pt x="1429" y="714"/>
                  <a:pt x="1429" y="714"/>
                </a:cubicBezTo>
                <a:cubicBezTo>
                  <a:pt x="1429" y="713"/>
                  <a:pt x="1429" y="713"/>
                  <a:pt x="1429" y="713"/>
                </a:cubicBezTo>
                <a:cubicBezTo>
                  <a:pt x="1429" y="713"/>
                  <a:pt x="1429" y="712"/>
                  <a:pt x="1429" y="712"/>
                </a:cubicBezTo>
                <a:cubicBezTo>
                  <a:pt x="1429" y="712"/>
                  <a:pt x="1429" y="711"/>
                  <a:pt x="1429" y="711"/>
                </a:cubicBezTo>
                <a:cubicBezTo>
                  <a:pt x="1424" y="711"/>
                  <a:pt x="1424" y="711"/>
                  <a:pt x="1424" y="711"/>
                </a:cubicBezTo>
                <a:cubicBezTo>
                  <a:pt x="1423" y="711"/>
                  <a:pt x="1423" y="711"/>
                  <a:pt x="1423" y="711"/>
                </a:cubicBezTo>
                <a:cubicBezTo>
                  <a:pt x="1422" y="712"/>
                  <a:pt x="1422" y="711"/>
                  <a:pt x="1421" y="711"/>
                </a:cubicBezTo>
                <a:cubicBezTo>
                  <a:pt x="1421" y="712"/>
                  <a:pt x="1421" y="712"/>
                  <a:pt x="1421" y="712"/>
                </a:cubicBezTo>
                <a:cubicBezTo>
                  <a:pt x="1420" y="712"/>
                  <a:pt x="1420" y="712"/>
                  <a:pt x="1420" y="712"/>
                </a:cubicBezTo>
                <a:cubicBezTo>
                  <a:pt x="1419" y="712"/>
                  <a:pt x="1419" y="711"/>
                  <a:pt x="1419" y="711"/>
                </a:cubicBezTo>
                <a:cubicBezTo>
                  <a:pt x="1419" y="711"/>
                  <a:pt x="1418" y="710"/>
                  <a:pt x="1418" y="710"/>
                </a:cubicBezTo>
                <a:cubicBezTo>
                  <a:pt x="1418" y="710"/>
                  <a:pt x="1418" y="709"/>
                  <a:pt x="1417" y="709"/>
                </a:cubicBezTo>
                <a:cubicBezTo>
                  <a:pt x="1417" y="709"/>
                  <a:pt x="1417" y="708"/>
                  <a:pt x="1416" y="708"/>
                </a:cubicBezTo>
                <a:cubicBezTo>
                  <a:pt x="1415" y="708"/>
                  <a:pt x="1415" y="708"/>
                  <a:pt x="1414" y="708"/>
                </a:cubicBezTo>
                <a:cubicBezTo>
                  <a:pt x="1414" y="709"/>
                  <a:pt x="1414" y="708"/>
                  <a:pt x="1413" y="709"/>
                </a:cubicBezTo>
                <a:cubicBezTo>
                  <a:pt x="1413" y="709"/>
                  <a:pt x="1413" y="709"/>
                  <a:pt x="1413" y="710"/>
                </a:cubicBezTo>
                <a:cubicBezTo>
                  <a:pt x="1413" y="710"/>
                  <a:pt x="1412" y="710"/>
                  <a:pt x="1412" y="711"/>
                </a:cubicBezTo>
                <a:moveTo>
                  <a:pt x="1427" y="704"/>
                </a:moveTo>
                <a:cubicBezTo>
                  <a:pt x="1427" y="704"/>
                  <a:pt x="1427" y="705"/>
                  <a:pt x="1427" y="705"/>
                </a:cubicBezTo>
                <a:cubicBezTo>
                  <a:pt x="1427" y="705"/>
                  <a:pt x="1427" y="706"/>
                  <a:pt x="1427" y="706"/>
                </a:cubicBezTo>
                <a:cubicBezTo>
                  <a:pt x="1427" y="706"/>
                  <a:pt x="1427" y="706"/>
                  <a:pt x="1428" y="707"/>
                </a:cubicBezTo>
                <a:cubicBezTo>
                  <a:pt x="1428" y="707"/>
                  <a:pt x="1429" y="706"/>
                  <a:pt x="1429" y="707"/>
                </a:cubicBezTo>
                <a:cubicBezTo>
                  <a:pt x="1429" y="707"/>
                  <a:pt x="1429" y="707"/>
                  <a:pt x="1429" y="707"/>
                </a:cubicBezTo>
                <a:cubicBezTo>
                  <a:pt x="1429" y="708"/>
                  <a:pt x="1429" y="708"/>
                  <a:pt x="1429" y="708"/>
                </a:cubicBezTo>
                <a:cubicBezTo>
                  <a:pt x="1431" y="708"/>
                  <a:pt x="1431" y="708"/>
                  <a:pt x="1431" y="708"/>
                </a:cubicBezTo>
                <a:cubicBezTo>
                  <a:pt x="1431" y="707"/>
                  <a:pt x="1431" y="707"/>
                  <a:pt x="1431" y="707"/>
                </a:cubicBezTo>
                <a:cubicBezTo>
                  <a:pt x="1431" y="706"/>
                  <a:pt x="1431" y="706"/>
                  <a:pt x="1431" y="706"/>
                </a:cubicBezTo>
                <a:cubicBezTo>
                  <a:pt x="1430" y="705"/>
                  <a:pt x="1430" y="705"/>
                  <a:pt x="1430" y="705"/>
                </a:cubicBezTo>
                <a:cubicBezTo>
                  <a:pt x="1430" y="705"/>
                  <a:pt x="1429" y="705"/>
                  <a:pt x="1429" y="704"/>
                </a:cubicBezTo>
                <a:cubicBezTo>
                  <a:pt x="1429" y="704"/>
                  <a:pt x="1429" y="703"/>
                  <a:pt x="1429" y="703"/>
                </a:cubicBezTo>
                <a:cubicBezTo>
                  <a:pt x="1429" y="703"/>
                  <a:pt x="1428" y="703"/>
                  <a:pt x="1428" y="703"/>
                </a:cubicBezTo>
                <a:cubicBezTo>
                  <a:pt x="1428" y="703"/>
                  <a:pt x="1427" y="704"/>
                  <a:pt x="1427" y="704"/>
                </a:cubicBezTo>
                <a:moveTo>
                  <a:pt x="1410" y="703"/>
                </a:moveTo>
                <a:cubicBezTo>
                  <a:pt x="1409" y="703"/>
                  <a:pt x="1409" y="703"/>
                  <a:pt x="1409" y="703"/>
                </a:cubicBezTo>
                <a:cubicBezTo>
                  <a:pt x="1408" y="703"/>
                  <a:pt x="1408" y="704"/>
                  <a:pt x="1408" y="704"/>
                </a:cubicBezTo>
                <a:cubicBezTo>
                  <a:pt x="1408" y="705"/>
                  <a:pt x="1409" y="706"/>
                  <a:pt x="1410" y="707"/>
                </a:cubicBezTo>
                <a:cubicBezTo>
                  <a:pt x="1411" y="707"/>
                  <a:pt x="1411" y="707"/>
                  <a:pt x="1411" y="707"/>
                </a:cubicBezTo>
                <a:cubicBezTo>
                  <a:pt x="1411" y="703"/>
                  <a:pt x="1411" y="703"/>
                  <a:pt x="1411" y="703"/>
                </a:cubicBezTo>
                <a:cubicBezTo>
                  <a:pt x="1410" y="703"/>
                  <a:pt x="1410" y="703"/>
                  <a:pt x="1410" y="703"/>
                </a:cubicBezTo>
                <a:moveTo>
                  <a:pt x="1523" y="741"/>
                </a:moveTo>
                <a:cubicBezTo>
                  <a:pt x="1523" y="741"/>
                  <a:pt x="1523" y="741"/>
                  <a:pt x="1523" y="741"/>
                </a:cubicBezTo>
                <a:cubicBezTo>
                  <a:pt x="1524" y="741"/>
                  <a:pt x="1524" y="741"/>
                  <a:pt x="1524" y="741"/>
                </a:cubicBezTo>
                <a:cubicBezTo>
                  <a:pt x="1525" y="740"/>
                  <a:pt x="1524" y="740"/>
                  <a:pt x="1525" y="740"/>
                </a:cubicBezTo>
                <a:cubicBezTo>
                  <a:pt x="1525" y="739"/>
                  <a:pt x="1525" y="739"/>
                  <a:pt x="1526" y="739"/>
                </a:cubicBezTo>
                <a:cubicBezTo>
                  <a:pt x="1527" y="739"/>
                  <a:pt x="1527" y="739"/>
                  <a:pt x="1529" y="739"/>
                </a:cubicBezTo>
                <a:cubicBezTo>
                  <a:pt x="1529" y="738"/>
                  <a:pt x="1529" y="737"/>
                  <a:pt x="1529" y="737"/>
                </a:cubicBezTo>
                <a:cubicBezTo>
                  <a:pt x="1529" y="736"/>
                  <a:pt x="1529" y="736"/>
                  <a:pt x="1529" y="736"/>
                </a:cubicBezTo>
                <a:cubicBezTo>
                  <a:pt x="1530" y="735"/>
                  <a:pt x="1531" y="735"/>
                  <a:pt x="1531" y="734"/>
                </a:cubicBezTo>
                <a:cubicBezTo>
                  <a:pt x="1532" y="734"/>
                  <a:pt x="1532" y="733"/>
                  <a:pt x="1532" y="733"/>
                </a:cubicBezTo>
                <a:cubicBezTo>
                  <a:pt x="1533" y="732"/>
                  <a:pt x="1533" y="732"/>
                  <a:pt x="1533" y="731"/>
                </a:cubicBezTo>
                <a:cubicBezTo>
                  <a:pt x="1533" y="730"/>
                  <a:pt x="1533" y="730"/>
                  <a:pt x="1533" y="729"/>
                </a:cubicBezTo>
                <a:cubicBezTo>
                  <a:pt x="1533" y="729"/>
                  <a:pt x="1534" y="729"/>
                  <a:pt x="1534" y="728"/>
                </a:cubicBezTo>
                <a:cubicBezTo>
                  <a:pt x="1534" y="728"/>
                  <a:pt x="1534" y="728"/>
                  <a:pt x="1534" y="727"/>
                </a:cubicBezTo>
                <a:cubicBezTo>
                  <a:pt x="1534" y="727"/>
                  <a:pt x="1535" y="727"/>
                  <a:pt x="1535" y="727"/>
                </a:cubicBezTo>
                <a:cubicBezTo>
                  <a:pt x="1536" y="726"/>
                  <a:pt x="1536" y="726"/>
                  <a:pt x="1537" y="726"/>
                </a:cubicBezTo>
                <a:cubicBezTo>
                  <a:pt x="1537" y="726"/>
                  <a:pt x="1537" y="726"/>
                  <a:pt x="1538" y="726"/>
                </a:cubicBezTo>
                <a:cubicBezTo>
                  <a:pt x="1539" y="726"/>
                  <a:pt x="1539" y="726"/>
                  <a:pt x="1541" y="726"/>
                </a:cubicBezTo>
                <a:cubicBezTo>
                  <a:pt x="1541" y="726"/>
                  <a:pt x="1541" y="725"/>
                  <a:pt x="1542" y="725"/>
                </a:cubicBezTo>
                <a:cubicBezTo>
                  <a:pt x="1541" y="725"/>
                  <a:pt x="1541" y="725"/>
                  <a:pt x="1541" y="724"/>
                </a:cubicBezTo>
                <a:cubicBezTo>
                  <a:pt x="1541" y="724"/>
                  <a:pt x="1540" y="724"/>
                  <a:pt x="1540" y="723"/>
                </a:cubicBezTo>
                <a:cubicBezTo>
                  <a:pt x="1540" y="722"/>
                  <a:pt x="1541" y="722"/>
                  <a:pt x="1541" y="721"/>
                </a:cubicBezTo>
                <a:cubicBezTo>
                  <a:pt x="1542" y="720"/>
                  <a:pt x="1542" y="720"/>
                  <a:pt x="1543" y="720"/>
                </a:cubicBezTo>
                <a:cubicBezTo>
                  <a:pt x="1543" y="719"/>
                  <a:pt x="1544" y="719"/>
                  <a:pt x="1544" y="719"/>
                </a:cubicBezTo>
                <a:cubicBezTo>
                  <a:pt x="1545" y="719"/>
                  <a:pt x="1545" y="719"/>
                  <a:pt x="1545" y="718"/>
                </a:cubicBezTo>
                <a:cubicBezTo>
                  <a:pt x="1545" y="718"/>
                  <a:pt x="1546" y="718"/>
                  <a:pt x="1546" y="717"/>
                </a:cubicBezTo>
                <a:cubicBezTo>
                  <a:pt x="1546" y="717"/>
                  <a:pt x="1546" y="717"/>
                  <a:pt x="1546" y="716"/>
                </a:cubicBezTo>
                <a:cubicBezTo>
                  <a:pt x="1546" y="716"/>
                  <a:pt x="1546" y="716"/>
                  <a:pt x="1546" y="715"/>
                </a:cubicBezTo>
                <a:cubicBezTo>
                  <a:pt x="1546" y="715"/>
                  <a:pt x="1546" y="715"/>
                  <a:pt x="1546" y="715"/>
                </a:cubicBezTo>
                <a:cubicBezTo>
                  <a:pt x="1546" y="712"/>
                  <a:pt x="1546" y="712"/>
                  <a:pt x="1546" y="712"/>
                </a:cubicBezTo>
                <a:cubicBezTo>
                  <a:pt x="1545" y="712"/>
                  <a:pt x="1545" y="712"/>
                  <a:pt x="1544" y="712"/>
                </a:cubicBezTo>
                <a:cubicBezTo>
                  <a:pt x="1543" y="712"/>
                  <a:pt x="1542" y="712"/>
                  <a:pt x="1542" y="711"/>
                </a:cubicBezTo>
                <a:cubicBezTo>
                  <a:pt x="1542" y="711"/>
                  <a:pt x="1542" y="711"/>
                  <a:pt x="1542" y="711"/>
                </a:cubicBezTo>
                <a:cubicBezTo>
                  <a:pt x="1541" y="710"/>
                  <a:pt x="1541" y="710"/>
                  <a:pt x="1541" y="710"/>
                </a:cubicBezTo>
                <a:cubicBezTo>
                  <a:pt x="1541" y="709"/>
                  <a:pt x="1540" y="709"/>
                  <a:pt x="1540" y="709"/>
                </a:cubicBezTo>
                <a:cubicBezTo>
                  <a:pt x="1540" y="709"/>
                  <a:pt x="1539" y="708"/>
                  <a:pt x="1539" y="708"/>
                </a:cubicBezTo>
                <a:cubicBezTo>
                  <a:pt x="1538" y="708"/>
                  <a:pt x="1537" y="709"/>
                  <a:pt x="1536" y="709"/>
                </a:cubicBezTo>
                <a:cubicBezTo>
                  <a:pt x="1536" y="713"/>
                  <a:pt x="1536" y="713"/>
                  <a:pt x="1536" y="713"/>
                </a:cubicBezTo>
                <a:cubicBezTo>
                  <a:pt x="1534" y="714"/>
                  <a:pt x="1534" y="714"/>
                  <a:pt x="1534" y="714"/>
                </a:cubicBezTo>
                <a:cubicBezTo>
                  <a:pt x="1534" y="714"/>
                  <a:pt x="1534" y="714"/>
                  <a:pt x="1534" y="715"/>
                </a:cubicBezTo>
                <a:cubicBezTo>
                  <a:pt x="1533" y="715"/>
                  <a:pt x="1533" y="715"/>
                  <a:pt x="1533" y="715"/>
                </a:cubicBezTo>
                <a:cubicBezTo>
                  <a:pt x="1532" y="716"/>
                  <a:pt x="1533" y="716"/>
                  <a:pt x="1533" y="716"/>
                </a:cubicBezTo>
                <a:cubicBezTo>
                  <a:pt x="1532" y="717"/>
                  <a:pt x="1533" y="718"/>
                  <a:pt x="1533" y="719"/>
                </a:cubicBezTo>
                <a:cubicBezTo>
                  <a:pt x="1533" y="720"/>
                  <a:pt x="1532" y="720"/>
                  <a:pt x="1531" y="721"/>
                </a:cubicBezTo>
                <a:cubicBezTo>
                  <a:pt x="1531" y="722"/>
                  <a:pt x="1530" y="722"/>
                  <a:pt x="1529" y="723"/>
                </a:cubicBezTo>
                <a:cubicBezTo>
                  <a:pt x="1529" y="723"/>
                  <a:pt x="1528" y="723"/>
                  <a:pt x="1527" y="724"/>
                </a:cubicBezTo>
                <a:cubicBezTo>
                  <a:pt x="1527" y="724"/>
                  <a:pt x="1526" y="725"/>
                  <a:pt x="1525" y="725"/>
                </a:cubicBezTo>
                <a:cubicBezTo>
                  <a:pt x="1525" y="725"/>
                  <a:pt x="1525" y="725"/>
                  <a:pt x="1525" y="725"/>
                </a:cubicBezTo>
                <a:cubicBezTo>
                  <a:pt x="1524" y="726"/>
                  <a:pt x="1524" y="726"/>
                  <a:pt x="1524" y="726"/>
                </a:cubicBezTo>
                <a:cubicBezTo>
                  <a:pt x="1523" y="726"/>
                  <a:pt x="1523" y="726"/>
                  <a:pt x="1523" y="727"/>
                </a:cubicBezTo>
                <a:cubicBezTo>
                  <a:pt x="1523" y="727"/>
                  <a:pt x="1522" y="727"/>
                  <a:pt x="1522" y="727"/>
                </a:cubicBezTo>
                <a:cubicBezTo>
                  <a:pt x="1522" y="728"/>
                  <a:pt x="1522" y="728"/>
                  <a:pt x="1521" y="728"/>
                </a:cubicBezTo>
                <a:cubicBezTo>
                  <a:pt x="1521" y="728"/>
                  <a:pt x="1521" y="728"/>
                  <a:pt x="1520" y="728"/>
                </a:cubicBezTo>
                <a:cubicBezTo>
                  <a:pt x="1520" y="729"/>
                  <a:pt x="1519" y="729"/>
                  <a:pt x="1518" y="729"/>
                </a:cubicBezTo>
                <a:cubicBezTo>
                  <a:pt x="1518" y="729"/>
                  <a:pt x="1518" y="730"/>
                  <a:pt x="1518" y="730"/>
                </a:cubicBezTo>
                <a:cubicBezTo>
                  <a:pt x="1517" y="731"/>
                  <a:pt x="1517" y="731"/>
                  <a:pt x="1517" y="732"/>
                </a:cubicBezTo>
                <a:cubicBezTo>
                  <a:pt x="1516" y="732"/>
                  <a:pt x="1516" y="733"/>
                  <a:pt x="1516" y="733"/>
                </a:cubicBezTo>
                <a:cubicBezTo>
                  <a:pt x="1515" y="733"/>
                  <a:pt x="1515" y="733"/>
                  <a:pt x="1515" y="733"/>
                </a:cubicBezTo>
                <a:cubicBezTo>
                  <a:pt x="1514" y="733"/>
                  <a:pt x="1514" y="734"/>
                  <a:pt x="1514" y="734"/>
                </a:cubicBezTo>
                <a:cubicBezTo>
                  <a:pt x="1514" y="734"/>
                  <a:pt x="1513" y="734"/>
                  <a:pt x="1513" y="734"/>
                </a:cubicBezTo>
                <a:cubicBezTo>
                  <a:pt x="1513" y="734"/>
                  <a:pt x="1512" y="734"/>
                  <a:pt x="1512" y="734"/>
                </a:cubicBezTo>
                <a:cubicBezTo>
                  <a:pt x="1512" y="735"/>
                  <a:pt x="1512" y="735"/>
                  <a:pt x="1512" y="735"/>
                </a:cubicBezTo>
                <a:cubicBezTo>
                  <a:pt x="1512" y="735"/>
                  <a:pt x="1512" y="736"/>
                  <a:pt x="1512" y="736"/>
                </a:cubicBezTo>
                <a:cubicBezTo>
                  <a:pt x="1512" y="736"/>
                  <a:pt x="1511" y="737"/>
                  <a:pt x="1511" y="737"/>
                </a:cubicBezTo>
                <a:cubicBezTo>
                  <a:pt x="1511" y="738"/>
                  <a:pt x="1512" y="738"/>
                  <a:pt x="1512" y="739"/>
                </a:cubicBezTo>
                <a:cubicBezTo>
                  <a:pt x="1513" y="739"/>
                  <a:pt x="1513" y="739"/>
                  <a:pt x="1513" y="739"/>
                </a:cubicBezTo>
                <a:cubicBezTo>
                  <a:pt x="1514" y="739"/>
                  <a:pt x="1515" y="739"/>
                  <a:pt x="1516" y="739"/>
                </a:cubicBezTo>
                <a:cubicBezTo>
                  <a:pt x="1517" y="739"/>
                  <a:pt x="1518" y="739"/>
                  <a:pt x="1518" y="739"/>
                </a:cubicBezTo>
                <a:cubicBezTo>
                  <a:pt x="1519" y="740"/>
                  <a:pt x="1519" y="740"/>
                  <a:pt x="1519" y="740"/>
                </a:cubicBezTo>
                <a:cubicBezTo>
                  <a:pt x="1519" y="740"/>
                  <a:pt x="1519" y="741"/>
                  <a:pt x="1520" y="741"/>
                </a:cubicBezTo>
                <a:cubicBezTo>
                  <a:pt x="1520" y="741"/>
                  <a:pt x="1521" y="741"/>
                  <a:pt x="1522" y="741"/>
                </a:cubicBezTo>
                <a:cubicBezTo>
                  <a:pt x="1522" y="741"/>
                  <a:pt x="1523" y="742"/>
                  <a:pt x="1523" y="741"/>
                </a:cubicBezTo>
                <a:moveTo>
                  <a:pt x="1517" y="744"/>
                </a:moveTo>
                <a:cubicBezTo>
                  <a:pt x="1517" y="744"/>
                  <a:pt x="1517" y="745"/>
                  <a:pt x="1516" y="745"/>
                </a:cubicBezTo>
                <a:cubicBezTo>
                  <a:pt x="1516" y="745"/>
                  <a:pt x="1516" y="745"/>
                  <a:pt x="1516" y="745"/>
                </a:cubicBezTo>
                <a:cubicBezTo>
                  <a:pt x="1515" y="745"/>
                  <a:pt x="1515" y="745"/>
                  <a:pt x="1515" y="746"/>
                </a:cubicBezTo>
                <a:cubicBezTo>
                  <a:pt x="1519" y="746"/>
                  <a:pt x="1519" y="746"/>
                  <a:pt x="1519" y="746"/>
                </a:cubicBezTo>
                <a:cubicBezTo>
                  <a:pt x="1519" y="745"/>
                  <a:pt x="1519" y="745"/>
                  <a:pt x="1519" y="745"/>
                </a:cubicBezTo>
                <a:cubicBezTo>
                  <a:pt x="1519" y="744"/>
                  <a:pt x="1519" y="744"/>
                  <a:pt x="1519" y="744"/>
                </a:cubicBezTo>
                <a:cubicBezTo>
                  <a:pt x="1519" y="744"/>
                  <a:pt x="1517" y="744"/>
                  <a:pt x="1517" y="744"/>
                </a:cubicBezTo>
                <a:moveTo>
                  <a:pt x="1547" y="691"/>
                </a:moveTo>
                <a:cubicBezTo>
                  <a:pt x="1547" y="692"/>
                  <a:pt x="1547" y="692"/>
                  <a:pt x="1547" y="692"/>
                </a:cubicBezTo>
                <a:cubicBezTo>
                  <a:pt x="1547" y="692"/>
                  <a:pt x="1548" y="693"/>
                  <a:pt x="1548" y="693"/>
                </a:cubicBezTo>
                <a:cubicBezTo>
                  <a:pt x="1548" y="693"/>
                  <a:pt x="1548" y="694"/>
                  <a:pt x="1548" y="694"/>
                </a:cubicBezTo>
                <a:cubicBezTo>
                  <a:pt x="1548" y="700"/>
                  <a:pt x="1548" y="700"/>
                  <a:pt x="1548" y="700"/>
                </a:cubicBezTo>
                <a:cubicBezTo>
                  <a:pt x="1544" y="700"/>
                  <a:pt x="1544" y="700"/>
                  <a:pt x="1544" y="700"/>
                </a:cubicBezTo>
                <a:cubicBezTo>
                  <a:pt x="1544" y="701"/>
                  <a:pt x="1543" y="702"/>
                  <a:pt x="1543" y="702"/>
                </a:cubicBezTo>
                <a:cubicBezTo>
                  <a:pt x="1543" y="703"/>
                  <a:pt x="1544" y="703"/>
                  <a:pt x="1544" y="703"/>
                </a:cubicBezTo>
                <a:cubicBezTo>
                  <a:pt x="1544" y="705"/>
                  <a:pt x="1544" y="705"/>
                  <a:pt x="1544" y="705"/>
                </a:cubicBezTo>
                <a:cubicBezTo>
                  <a:pt x="1550" y="705"/>
                  <a:pt x="1550" y="705"/>
                  <a:pt x="1550" y="705"/>
                </a:cubicBezTo>
                <a:cubicBezTo>
                  <a:pt x="1550" y="712"/>
                  <a:pt x="1550" y="712"/>
                  <a:pt x="1550" y="712"/>
                </a:cubicBezTo>
                <a:cubicBezTo>
                  <a:pt x="1554" y="712"/>
                  <a:pt x="1554" y="712"/>
                  <a:pt x="1554" y="712"/>
                </a:cubicBezTo>
                <a:cubicBezTo>
                  <a:pt x="1554" y="711"/>
                  <a:pt x="1554" y="711"/>
                  <a:pt x="1554" y="710"/>
                </a:cubicBezTo>
                <a:cubicBezTo>
                  <a:pt x="1554" y="709"/>
                  <a:pt x="1555" y="709"/>
                  <a:pt x="1555" y="709"/>
                </a:cubicBezTo>
                <a:cubicBezTo>
                  <a:pt x="1556" y="709"/>
                  <a:pt x="1556" y="708"/>
                  <a:pt x="1556" y="708"/>
                </a:cubicBezTo>
                <a:cubicBezTo>
                  <a:pt x="1556" y="708"/>
                  <a:pt x="1557" y="708"/>
                  <a:pt x="1557" y="707"/>
                </a:cubicBezTo>
                <a:cubicBezTo>
                  <a:pt x="1557" y="707"/>
                  <a:pt x="1557" y="707"/>
                  <a:pt x="1557" y="707"/>
                </a:cubicBezTo>
                <a:cubicBezTo>
                  <a:pt x="1558" y="706"/>
                  <a:pt x="1558" y="705"/>
                  <a:pt x="1558" y="705"/>
                </a:cubicBezTo>
                <a:cubicBezTo>
                  <a:pt x="1558" y="704"/>
                  <a:pt x="1559" y="704"/>
                  <a:pt x="1559" y="704"/>
                </a:cubicBezTo>
                <a:cubicBezTo>
                  <a:pt x="1559" y="703"/>
                  <a:pt x="1559" y="702"/>
                  <a:pt x="1559" y="702"/>
                </a:cubicBezTo>
                <a:cubicBezTo>
                  <a:pt x="1562" y="702"/>
                  <a:pt x="1562" y="702"/>
                  <a:pt x="1562" y="702"/>
                </a:cubicBezTo>
                <a:cubicBezTo>
                  <a:pt x="1562" y="701"/>
                  <a:pt x="1562" y="701"/>
                  <a:pt x="1562" y="701"/>
                </a:cubicBezTo>
                <a:cubicBezTo>
                  <a:pt x="1562" y="700"/>
                  <a:pt x="1562" y="700"/>
                  <a:pt x="1563" y="700"/>
                </a:cubicBezTo>
                <a:cubicBezTo>
                  <a:pt x="1563" y="699"/>
                  <a:pt x="1563" y="699"/>
                  <a:pt x="1563" y="699"/>
                </a:cubicBezTo>
                <a:cubicBezTo>
                  <a:pt x="1563" y="698"/>
                  <a:pt x="1563" y="698"/>
                  <a:pt x="1563" y="698"/>
                </a:cubicBezTo>
                <a:cubicBezTo>
                  <a:pt x="1563" y="697"/>
                  <a:pt x="1564" y="697"/>
                  <a:pt x="1564" y="697"/>
                </a:cubicBezTo>
                <a:cubicBezTo>
                  <a:pt x="1564" y="697"/>
                  <a:pt x="1565" y="697"/>
                  <a:pt x="1565" y="697"/>
                </a:cubicBezTo>
                <a:cubicBezTo>
                  <a:pt x="1565" y="697"/>
                  <a:pt x="1565" y="696"/>
                  <a:pt x="1565" y="696"/>
                </a:cubicBezTo>
                <a:cubicBezTo>
                  <a:pt x="1565" y="696"/>
                  <a:pt x="1565" y="695"/>
                  <a:pt x="1565" y="695"/>
                </a:cubicBezTo>
                <a:cubicBezTo>
                  <a:pt x="1565" y="694"/>
                  <a:pt x="1565" y="694"/>
                  <a:pt x="1565" y="694"/>
                </a:cubicBezTo>
                <a:cubicBezTo>
                  <a:pt x="1565" y="693"/>
                  <a:pt x="1564" y="693"/>
                  <a:pt x="1564" y="693"/>
                </a:cubicBezTo>
                <a:cubicBezTo>
                  <a:pt x="1563" y="693"/>
                  <a:pt x="1563" y="693"/>
                  <a:pt x="1562" y="693"/>
                </a:cubicBezTo>
                <a:cubicBezTo>
                  <a:pt x="1562" y="693"/>
                  <a:pt x="1562" y="694"/>
                  <a:pt x="1562" y="694"/>
                </a:cubicBezTo>
                <a:cubicBezTo>
                  <a:pt x="1562" y="695"/>
                  <a:pt x="1561" y="694"/>
                  <a:pt x="1561" y="694"/>
                </a:cubicBezTo>
                <a:cubicBezTo>
                  <a:pt x="1560" y="694"/>
                  <a:pt x="1559" y="694"/>
                  <a:pt x="1558" y="694"/>
                </a:cubicBezTo>
                <a:cubicBezTo>
                  <a:pt x="1557" y="694"/>
                  <a:pt x="1557" y="694"/>
                  <a:pt x="1557" y="694"/>
                </a:cubicBezTo>
                <a:cubicBezTo>
                  <a:pt x="1557" y="694"/>
                  <a:pt x="1556" y="694"/>
                  <a:pt x="1556" y="694"/>
                </a:cubicBezTo>
                <a:cubicBezTo>
                  <a:pt x="1556" y="694"/>
                  <a:pt x="1555" y="694"/>
                  <a:pt x="1555" y="694"/>
                </a:cubicBezTo>
                <a:cubicBezTo>
                  <a:pt x="1555" y="692"/>
                  <a:pt x="1555" y="692"/>
                  <a:pt x="1555" y="692"/>
                </a:cubicBezTo>
                <a:cubicBezTo>
                  <a:pt x="1555" y="692"/>
                  <a:pt x="1555" y="691"/>
                  <a:pt x="1555" y="690"/>
                </a:cubicBezTo>
                <a:cubicBezTo>
                  <a:pt x="1555" y="690"/>
                  <a:pt x="1555" y="689"/>
                  <a:pt x="1554" y="689"/>
                </a:cubicBezTo>
                <a:cubicBezTo>
                  <a:pt x="1554" y="688"/>
                  <a:pt x="1554" y="688"/>
                  <a:pt x="1553" y="688"/>
                </a:cubicBezTo>
                <a:cubicBezTo>
                  <a:pt x="1553" y="687"/>
                  <a:pt x="1552" y="688"/>
                  <a:pt x="1552" y="688"/>
                </a:cubicBezTo>
                <a:cubicBezTo>
                  <a:pt x="1552" y="688"/>
                  <a:pt x="1552" y="688"/>
                  <a:pt x="1551" y="689"/>
                </a:cubicBezTo>
                <a:cubicBezTo>
                  <a:pt x="1551" y="689"/>
                  <a:pt x="1552" y="689"/>
                  <a:pt x="1551" y="689"/>
                </a:cubicBezTo>
                <a:cubicBezTo>
                  <a:pt x="1551" y="690"/>
                  <a:pt x="1551" y="690"/>
                  <a:pt x="1551" y="690"/>
                </a:cubicBezTo>
                <a:cubicBezTo>
                  <a:pt x="1550" y="690"/>
                  <a:pt x="1550" y="690"/>
                  <a:pt x="1550" y="690"/>
                </a:cubicBezTo>
                <a:cubicBezTo>
                  <a:pt x="1549" y="690"/>
                  <a:pt x="1549" y="689"/>
                  <a:pt x="1549" y="689"/>
                </a:cubicBezTo>
                <a:cubicBezTo>
                  <a:pt x="1549" y="689"/>
                  <a:pt x="1549" y="688"/>
                  <a:pt x="1549" y="688"/>
                </a:cubicBezTo>
                <a:cubicBezTo>
                  <a:pt x="1549" y="687"/>
                  <a:pt x="1549" y="687"/>
                  <a:pt x="1549" y="686"/>
                </a:cubicBezTo>
                <a:cubicBezTo>
                  <a:pt x="1549" y="686"/>
                  <a:pt x="1549" y="686"/>
                  <a:pt x="1549" y="685"/>
                </a:cubicBezTo>
                <a:cubicBezTo>
                  <a:pt x="1549" y="685"/>
                  <a:pt x="1549" y="685"/>
                  <a:pt x="1549" y="684"/>
                </a:cubicBezTo>
                <a:cubicBezTo>
                  <a:pt x="1549" y="684"/>
                  <a:pt x="1548" y="684"/>
                  <a:pt x="1548" y="684"/>
                </a:cubicBezTo>
                <a:cubicBezTo>
                  <a:pt x="1548" y="684"/>
                  <a:pt x="1548" y="684"/>
                  <a:pt x="1547" y="683"/>
                </a:cubicBezTo>
                <a:cubicBezTo>
                  <a:pt x="1547" y="683"/>
                  <a:pt x="1547" y="683"/>
                  <a:pt x="1547" y="683"/>
                </a:cubicBezTo>
                <a:cubicBezTo>
                  <a:pt x="1546" y="682"/>
                  <a:pt x="1546" y="682"/>
                  <a:pt x="1546" y="682"/>
                </a:cubicBezTo>
                <a:cubicBezTo>
                  <a:pt x="1546" y="681"/>
                  <a:pt x="1545" y="681"/>
                  <a:pt x="1545" y="681"/>
                </a:cubicBezTo>
                <a:cubicBezTo>
                  <a:pt x="1545" y="680"/>
                  <a:pt x="1545" y="680"/>
                  <a:pt x="1544" y="680"/>
                </a:cubicBezTo>
                <a:cubicBezTo>
                  <a:pt x="1544" y="679"/>
                  <a:pt x="1544" y="679"/>
                  <a:pt x="1544" y="679"/>
                </a:cubicBezTo>
                <a:cubicBezTo>
                  <a:pt x="1543" y="678"/>
                  <a:pt x="1543" y="678"/>
                  <a:pt x="1543" y="678"/>
                </a:cubicBezTo>
                <a:cubicBezTo>
                  <a:pt x="1543" y="677"/>
                  <a:pt x="1542" y="677"/>
                  <a:pt x="1542" y="677"/>
                </a:cubicBezTo>
                <a:cubicBezTo>
                  <a:pt x="1541" y="677"/>
                  <a:pt x="1540" y="678"/>
                  <a:pt x="1540" y="678"/>
                </a:cubicBezTo>
                <a:cubicBezTo>
                  <a:pt x="1540" y="679"/>
                  <a:pt x="1541" y="680"/>
                  <a:pt x="1541" y="680"/>
                </a:cubicBezTo>
                <a:cubicBezTo>
                  <a:pt x="1541" y="681"/>
                  <a:pt x="1541" y="681"/>
                  <a:pt x="1542" y="681"/>
                </a:cubicBezTo>
                <a:cubicBezTo>
                  <a:pt x="1542" y="682"/>
                  <a:pt x="1542" y="683"/>
                  <a:pt x="1543" y="683"/>
                </a:cubicBezTo>
                <a:cubicBezTo>
                  <a:pt x="1543" y="684"/>
                  <a:pt x="1544" y="685"/>
                  <a:pt x="1545" y="685"/>
                </a:cubicBezTo>
                <a:cubicBezTo>
                  <a:pt x="1545" y="685"/>
                  <a:pt x="1546" y="685"/>
                  <a:pt x="1546" y="686"/>
                </a:cubicBezTo>
                <a:cubicBezTo>
                  <a:pt x="1546" y="686"/>
                  <a:pt x="1546" y="686"/>
                  <a:pt x="1546" y="687"/>
                </a:cubicBezTo>
                <a:cubicBezTo>
                  <a:pt x="1546" y="687"/>
                  <a:pt x="1546" y="687"/>
                  <a:pt x="1547" y="688"/>
                </a:cubicBezTo>
                <a:cubicBezTo>
                  <a:pt x="1547" y="688"/>
                  <a:pt x="1547" y="688"/>
                  <a:pt x="1547" y="689"/>
                </a:cubicBezTo>
                <a:cubicBezTo>
                  <a:pt x="1547" y="689"/>
                  <a:pt x="1547" y="690"/>
                  <a:pt x="1547" y="691"/>
                </a:cubicBezTo>
                <a:moveTo>
                  <a:pt x="1500" y="607"/>
                </a:moveTo>
                <a:cubicBezTo>
                  <a:pt x="1500" y="608"/>
                  <a:pt x="1501" y="608"/>
                  <a:pt x="1501" y="608"/>
                </a:cubicBezTo>
                <a:cubicBezTo>
                  <a:pt x="1501" y="608"/>
                  <a:pt x="1501" y="609"/>
                  <a:pt x="1501" y="609"/>
                </a:cubicBezTo>
                <a:cubicBezTo>
                  <a:pt x="1502" y="609"/>
                  <a:pt x="1502" y="609"/>
                  <a:pt x="1502" y="610"/>
                </a:cubicBezTo>
                <a:cubicBezTo>
                  <a:pt x="1503" y="610"/>
                  <a:pt x="1503" y="610"/>
                  <a:pt x="1503" y="611"/>
                </a:cubicBezTo>
                <a:cubicBezTo>
                  <a:pt x="1503" y="611"/>
                  <a:pt x="1503" y="612"/>
                  <a:pt x="1503" y="612"/>
                </a:cubicBezTo>
                <a:cubicBezTo>
                  <a:pt x="1503" y="613"/>
                  <a:pt x="1504" y="613"/>
                  <a:pt x="1504" y="613"/>
                </a:cubicBezTo>
                <a:cubicBezTo>
                  <a:pt x="1504" y="614"/>
                  <a:pt x="1504" y="614"/>
                  <a:pt x="1505" y="614"/>
                </a:cubicBezTo>
                <a:cubicBezTo>
                  <a:pt x="1505" y="615"/>
                  <a:pt x="1505" y="615"/>
                  <a:pt x="1506" y="615"/>
                </a:cubicBezTo>
                <a:cubicBezTo>
                  <a:pt x="1507" y="616"/>
                  <a:pt x="1508" y="616"/>
                  <a:pt x="1509" y="616"/>
                </a:cubicBezTo>
                <a:cubicBezTo>
                  <a:pt x="1509" y="617"/>
                  <a:pt x="1510" y="617"/>
                  <a:pt x="1511" y="617"/>
                </a:cubicBezTo>
                <a:cubicBezTo>
                  <a:pt x="1511" y="617"/>
                  <a:pt x="1511" y="618"/>
                  <a:pt x="1512" y="618"/>
                </a:cubicBezTo>
                <a:cubicBezTo>
                  <a:pt x="1512" y="618"/>
                  <a:pt x="1512" y="618"/>
                  <a:pt x="1513" y="618"/>
                </a:cubicBezTo>
                <a:cubicBezTo>
                  <a:pt x="1515" y="618"/>
                  <a:pt x="1515" y="618"/>
                  <a:pt x="1515" y="618"/>
                </a:cubicBezTo>
                <a:cubicBezTo>
                  <a:pt x="1515" y="618"/>
                  <a:pt x="1515" y="617"/>
                  <a:pt x="1515" y="617"/>
                </a:cubicBezTo>
                <a:cubicBezTo>
                  <a:pt x="1514" y="617"/>
                  <a:pt x="1514" y="617"/>
                  <a:pt x="1514" y="616"/>
                </a:cubicBezTo>
                <a:cubicBezTo>
                  <a:pt x="1514" y="616"/>
                  <a:pt x="1514" y="616"/>
                  <a:pt x="1513" y="615"/>
                </a:cubicBezTo>
                <a:cubicBezTo>
                  <a:pt x="1513" y="615"/>
                  <a:pt x="1513" y="615"/>
                  <a:pt x="1512" y="615"/>
                </a:cubicBezTo>
                <a:cubicBezTo>
                  <a:pt x="1512" y="615"/>
                  <a:pt x="1511" y="615"/>
                  <a:pt x="1511" y="615"/>
                </a:cubicBezTo>
                <a:cubicBezTo>
                  <a:pt x="1510" y="614"/>
                  <a:pt x="1510" y="614"/>
                  <a:pt x="1510" y="613"/>
                </a:cubicBezTo>
                <a:cubicBezTo>
                  <a:pt x="1509" y="613"/>
                  <a:pt x="1509" y="613"/>
                  <a:pt x="1509" y="613"/>
                </a:cubicBezTo>
                <a:cubicBezTo>
                  <a:pt x="1508" y="613"/>
                  <a:pt x="1508" y="613"/>
                  <a:pt x="1508" y="612"/>
                </a:cubicBezTo>
                <a:cubicBezTo>
                  <a:pt x="1508" y="612"/>
                  <a:pt x="1508" y="612"/>
                  <a:pt x="1508" y="611"/>
                </a:cubicBezTo>
                <a:cubicBezTo>
                  <a:pt x="1507" y="610"/>
                  <a:pt x="1507" y="610"/>
                  <a:pt x="1506" y="609"/>
                </a:cubicBezTo>
                <a:cubicBezTo>
                  <a:pt x="1505" y="609"/>
                  <a:pt x="1505" y="608"/>
                  <a:pt x="1504" y="608"/>
                </a:cubicBezTo>
                <a:cubicBezTo>
                  <a:pt x="1504" y="607"/>
                  <a:pt x="1503" y="607"/>
                  <a:pt x="1503" y="607"/>
                </a:cubicBezTo>
                <a:cubicBezTo>
                  <a:pt x="1502" y="607"/>
                  <a:pt x="1502" y="607"/>
                  <a:pt x="1502" y="607"/>
                </a:cubicBezTo>
                <a:lnTo>
                  <a:pt x="1500" y="607"/>
                </a:lnTo>
                <a:close/>
                <a:moveTo>
                  <a:pt x="1348" y="565"/>
                </a:moveTo>
                <a:cubicBezTo>
                  <a:pt x="1347" y="565"/>
                  <a:pt x="1347" y="565"/>
                  <a:pt x="1347" y="565"/>
                </a:cubicBezTo>
                <a:cubicBezTo>
                  <a:pt x="1346" y="566"/>
                  <a:pt x="1346" y="566"/>
                  <a:pt x="1346" y="567"/>
                </a:cubicBezTo>
                <a:cubicBezTo>
                  <a:pt x="1346" y="567"/>
                  <a:pt x="1346" y="568"/>
                  <a:pt x="1346" y="568"/>
                </a:cubicBezTo>
                <a:cubicBezTo>
                  <a:pt x="1347" y="568"/>
                  <a:pt x="1347" y="568"/>
                  <a:pt x="1347" y="568"/>
                </a:cubicBezTo>
                <a:cubicBezTo>
                  <a:pt x="1348" y="568"/>
                  <a:pt x="1348" y="568"/>
                  <a:pt x="1348" y="568"/>
                </a:cubicBezTo>
                <a:cubicBezTo>
                  <a:pt x="1349" y="568"/>
                  <a:pt x="1349" y="568"/>
                  <a:pt x="1350" y="568"/>
                </a:cubicBezTo>
                <a:cubicBezTo>
                  <a:pt x="1351" y="568"/>
                  <a:pt x="1351" y="568"/>
                  <a:pt x="1351" y="568"/>
                </a:cubicBezTo>
                <a:cubicBezTo>
                  <a:pt x="1352" y="567"/>
                  <a:pt x="1352" y="567"/>
                  <a:pt x="1353" y="567"/>
                </a:cubicBezTo>
                <a:cubicBezTo>
                  <a:pt x="1353" y="565"/>
                  <a:pt x="1353" y="565"/>
                  <a:pt x="1353" y="565"/>
                </a:cubicBezTo>
                <a:cubicBezTo>
                  <a:pt x="1351" y="565"/>
                  <a:pt x="1351" y="565"/>
                  <a:pt x="1351" y="565"/>
                </a:cubicBezTo>
                <a:cubicBezTo>
                  <a:pt x="1350" y="565"/>
                  <a:pt x="1350" y="565"/>
                  <a:pt x="1349" y="565"/>
                </a:cubicBezTo>
                <a:cubicBezTo>
                  <a:pt x="1348" y="565"/>
                  <a:pt x="1348" y="565"/>
                  <a:pt x="1347" y="565"/>
                </a:cubicBezTo>
                <a:lnTo>
                  <a:pt x="1348" y="565"/>
                </a:lnTo>
                <a:close/>
                <a:moveTo>
                  <a:pt x="1401" y="568"/>
                </a:moveTo>
                <a:cubicBezTo>
                  <a:pt x="1401" y="568"/>
                  <a:pt x="1401" y="568"/>
                  <a:pt x="1401" y="568"/>
                </a:cubicBezTo>
                <a:cubicBezTo>
                  <a:pt x="1401" y="569"/>
                  <a:pt x="1401" y="569"/>
                  <a:pt x="1400" y="569"/>
                </a:cubicBezTo>
                <a:cubicBezTo>
                  <a:pt x="1400" y="570"/>
                  <a:pt x="1400" y="570"/>
                  <a:pt x="1400" y="570"/>
                </a:cubicBezTo>
                <a:cubicBezTo>
                  <a:pt x="1399" y="571"/>
                  <a:pt x="1399" y="572"/>
                  <a:pt x="1399" y="572"/>
                </a:cubicBezTo>
                <a:cubicBezTo>
                  <a:pt x="1398" y="573"/>
                  <a:pt x="1398" y="573"/>
                  <a:pt x="1398" y="573"/>
                </a:cubicBezTo>
                <a:cubicBezTo>
                  <a:pt x="1398" y="574"/>
                  <a:pt x="1398" y="574"/>
                  <a:pt x="1398" y="575"/>
                </a:cubicBezTo>
                <a:cubicBezTo>
                  <a:pt x="1398" y="575"/>
                  <a:pt x="1398" y="576"/>
                  <a:pt x="1398" y="576"/>
                </a:cubicBezTo>
                <a:cubicBezTo>
                  <a:pt x="1398" y="576"/>
                  <a:pt x="1398" y="577"/>
                  <a:pt x="1398" y="577"/>
                </a:cubicBezTo>
                <a:cubicBezTo>
                  <a:pt x="1398" y="578"/>
                  <a:pt x="1398" y="578"/>
                  <a:pt x="1398" y="579"/>
                </a:cubicBezTo>
                <a:cubicBezTo>
                  <a:pt x="1398" y="581"/>
                  <a:pt x="1398" y="581"/>
                  <a:pt x="1398" y="581"/>
                </a:cubicBezTo>
                <a:cubicBezTo>
                  <a:pt x="1398" y="581"/>
                  <a:pt x="1398" y="582"/>
                  <a:pt x="1398" y="582"/>
                </a:cubicBezTo>
                <a:cubicBezTo>
                  <a:pt x="1398" y="583"/>
                  <a:pt x="1398" y="583"/>
                  <a:pt x="1398" y="583"/>
                </a:cubicBezTo>
                <a:cubicBezTo>
                  <a:pt x="1397" y="584"/>
                  <a:pt x="1397" y="584"/>
                  <a:pt x="1397" y="584"/>
                </a:cubicBezTo>
                <a:cubicBezTo>
                  <a:pt x="1397" y="592"/>
                  <a:pt x="1397" y="592"/>
                  <a:pt x="1397" y="592"/>
                </a:cubicBezTo>
                <a:cubicBezTo>
                  <a:pt x="1397" y="593"/>
                  <a:pt x="1397" y="593"/>
                  <a:pt x="1396" y="594"/>
                </a:cubicBezTo>
                <a:cubicBezTo>
                  <a:pt x="1396" y="594"/>
                  <a:pt x="1396" y="594"/>
                  <a:pt x="1395" y="594"/>
                </a:cubicBezTo>
                <a:cubicBezTo>
                  <a:pt x="1395" y="594"/>
                  <a:pt x="1395" y="595"/>
                  <a:pt x="1395" y="595"/>
                </a:cubicBezTo>
                <a:cubicBezTo>
                  <a:pt x="1394" y="595"/>
                  <a:pt x="1394" y="595"/>
                  <a:pt x="1393" y="595"/>
                </a:cubicBezTo>
                <a:cubicBezTo>
                  <a:pt x="1392" y="595"/>
                  <a:pt x="1392" y="595"/>
                  <a:pt x="1391" y="595"/>
                </a:cubicBezTo>
                <a:cubicBezTo>
                  <a:pt x="1390" y="595"/>
                  <a:pt x="1390" y="595"/>
                  <a:pt x="1390" y="595"/>
                </a:cubicBezTo>
                <a:cubicBezTo>
                  <a:pt x="1389" y="595"/>
                  <a:pt x="1389" y="594"/>
                  <a:pt x="1389" y="594"/>
                </a:cubicBezTo>
                <a:cubicBezTo>
                  <a:pt x="1388" y="594"/>
                  <a:pt x="1388" y="594"/>
                  <a:pt x="1388" y="593"/>
                </a:cubicBezTo>
                <a:cubicBezTo>
                  <a:pt x="1388" y="593"/>
                  <a:pt x="1388" y="593"/>
                  <a:pt x="1388" y="592"/>
                </a:cubicBezTo>
                <a:cubicBezTo>
                  <a:pt x="1388" y="592"/>
                  <a:pt x="1387" y="592"/>
                  <a:pt x="1387" y="592"/>
                </a:cubicBezTo>
                <a:cubicBezTo>
                  <a:pt x="1386" y="590"/>
                  <a:pt x="1385" y="590"/>
                  <a:pt x="1384" y="589"/>
                </a:cubicBezTo>
                <a:cubicBezTo>
                  <a:pt x="1383" y="589"/>
                  <a:pt x="1382" y="589"/>
                  <a:pt x="1381" y="588"/>
                </a:cubicBezTo>
                <a:cubicBezTo>
                  <a:pt x="1381" y="588"/>
                  <a:pt x="1380" y="588"/>
                  <a:pt x="1380" y="588"/>
                </a:cubicBezTo>
                <a:cubicBezTo>
                  <a:pt x="1379" y="587"/>
                  <a:pt x="1379" y="586"/>
                  <a:pt x="1379" y="586"/>
                </a:cubicBezTo>
                <a:cubicBezTo>
                  <a:pt x="1378" y="585"/>
                  <a:pt x="1379" y="585"/>
                  <a:pt x="1378" y="585"/>
                </a:cubicBezTo>
                <a:cubicBezTo>
                  <a:pt x="1378" y="585"/>
                  <a:pt x="1378" y="585"/>
                  <a:pt x="1377" y="585"/>
                </a:cubicBezTo>
                <a:cubicBezTo>
                  <a:pt x="1377" y="585"/>
                  <a:pt x="1377" y="585"/>
                  <a:pt x="1376" y="585"/>
                </a:cubicBezTo>
                <a:cubicBezTo>
                  <a:pt x="1376" y="584"/>
                  <a:pt x="1376" y="585"/>
                  <a:pt x="1375" y="585"/>
                </a:cubicBezTo>
                <a:cubicBezTo>
                  <a:pt x="1375" y="584"/>
                  <a:pt x="1374" y="584"/>
                  <a:pt x="1374" y="584"/>
                </a:cubicBezTo>
                <a:cubicBezTo>
                  <a:pt x="1374" y="584"/>
                  <a:pt x="1373" y="584"/>
                  <a:pt x="1373" y="583"/>
                </a:cubicBezTo>
                <a:cubicBezTo>
                  <a:pt x="1373" y="583"/>
                  <a:pt x="1373" y="583"/>
                  <a:pt x="1373" y="582"/>
                </a:cubicBezTo>
                <a:cubicBezTo>
                  <a:pt x="1373" y="582"/>
                  <a:pt x="1373" y="582"/>
                  <a:pt x="1373" y="581"/>
                </a:cubicBezTo>
                <a:cubicBezTo>
                  <a:pt x="1373" y="581"/>
                  <a:pt x="1374" y="580"/>
                  <a:pt x="1374" y="579"/>
                </a:cubicBezTo>
                <a:cubicBezTo>
                  <a:pt x="1374" y="579"/>
                  <a:pt x="1374" y="579"/>
                  <a:pt x="1374" y="579"/>
                </a:cubicBezTo>
                <a:cubicBezTo>
                  <a:pt x="1374" y="578"/>
                  <a:pt x="1373" y="578"/>
                  <a:pt x="1373" y="578"/>
                </a:cubicBezTo>
                <a:cubicBezTo>
                  <a:pt x="1373" y="577"/>
                  <a:pt x="1373" y="577"/>
                  <a:pt x="1373" y="577"/>
                </a:cubicBezTo>
                <a:cubicBezTo>
                  <a:pt x="1373" y="576"/>
                  <a:pt x="1373" y="576"/>
                  <a:pt x="1373" y="576"/>
                </a:cubicBezTo>
                <a:cubicBezTo>
                  <a:pt x="1373" y="575"/>
                  <a:pt x="1374" y="576"/>
                  <a:pt x="1374" y="575"/>
                </a:cubicBezTo>
                <a:cubicBezTo>
                  <a:pt x="1374" y="575"/>
                  <a:pt x="1374" y="575"/>
                  <a:pt x="1374" y="574"/>
                </a:cubicBezTo>
                <a:cubicBezTo>
                  <a:pt x="1375" y="574"/>
                  <a:pt x="1375" y="574"/>
                  <a:pt x="1375" y="573"/>
                </a:cubicBezTo>
                <a:cubicBezTo>
                  <a:pt x="1375" y="573"/>
                  <a:pt x="1376" y="573"/>
                  <a:pt x="1376" y="572"/>
                </a:cubicBezTo>
                <a:cubicBezTo>
                  <a:pt x="1376" y="572"/>
                  <a:pt x="1377" y="571"/>
                  <a:pt x="1378" y="571"/>
                </a:cubicBezTo>
                <a:cubicBezTo>
                  <a:pt x="1378" y="570"/>
                  <a:pt x="1378" y="570"/>
                  <a:pt x="1378" y="570"/>
                </a:cubicBezTo>
                <a:cubicBezTo>
                  <a:pt x="1377" y="570"/>
                  <a:pt x="1377" y="570"/>
                  <a:pt x="1377" y="570"/>
                </a:cubicBezTo>
                <a:cubicBezTo>
                  <a:pt x="1376" y="570"/>
                  <a:pt x="1376" y="569"/>
                  <a:pt x="1375" y="569"/>
                </a:cubicBezTo>
                <a:cubicBezTo>
                  <a:pt x="1374" y="569"/>
                  <a:pt x="1374" y="569"/>
                  <a:pt x="1373" y="569"/>
                </a:cubicBezTo>
                <a:cubicBezTo>
                  <a:pt x="1372" y="569"/>
                  <a:pt x="1372" y="569"/>
                  <a:pt x="1372" y="569"/>
                </a:cubicBezTo>
                <a:cubicBezTo>
                  <a:pt x="1371" y="569"/>
                  <a:pt x="1370" y="569"/>
                  <a:pt x="1369" y="569"/>
                </a:cubicBezTo>
                <a:cubicBezTo>
                  <a:pt x="1369" y="569"/>
                  <a:pt x="1368" y="568"/>
                  <a:pt x="1368" y="568"/>
                </a:cubicBezTo>
                <a:cubicBezTo>
                  <a:pt x="1367" y="568"/>
                  <a:pt x="1367" y="568"/>
                  <a:pt x="1367" y="568"/>
                </a:cubicBezTo>
                <a:cubicBezTo>
                  <a:pt x="1366" y="568"/>
                  <a:pt x="1366" y="568"/>
                  <a:pt x="1366" y="568"/>
                </a:cubicBezTo>
                <a:cubicBezTo>
                  <a:pt x="1366" y="568"/>
                  <a:pt x="1365" y="568"/>
                  <a:pt x="1365" y="568"/>
                </a:cubicBezTo>
                <a:cubicBezTo>
                  <a:pt x="1364" y="568"/>
                  <a:pt x="1364" y="567"/>
                  <a:pt x="1364" y="567"/>
                </a:cubicBezTo>
                <a:cubicBezTo>
                  <a:pt x="1364" y="567"/>
                  <a:pt x="1363" y="566"/>
                  <a:pt x="1363" y="566"/>
                </a:cubicBezTo>
                <a:cubicBezTo>
                  <a:pt x="1363" y="566"/>
                  <a:pt x="1362" y="566"/>
                  <a:pt x="1362" y="566"/>
                </a:cubicBezTo>
                <a:cubicBezTo>
                  <a:pt x="1362" y="566"/>
                  <a:pt x="1362" y="566"/>
                  <a:pt x="1361" y="566"/>
                </a:cubicBezTo>
                <a:cubicBezTo>
                  <a:pt x="1361" y="566"/>
                  <a:pt x="1361" y="566"/>
                  <a:pt x="1360" y="566"/>
                </a:cubicBezTo>
                <a:cubicBezTo>
                  <a:pt x="1360" y="565"/>
                  <a:pt x="1359" y="565"/>
                  <a:pt x="1358" y="564"/>
                </a:cubicBezTo>
                <a:cubicBezTo>
                  <a:pt x="1358" y="564"/>
                  <a:pt x="1358" y="564"/>
                  <a:pt x="1357" y="564"/>
                </a:cubicBezTo>
                <a:cubicBezTo>
                  <a:pt x="1356" y="564"/>
                  <a:pt x="1356" y="564"/>
                  <a:pt x="1356" y="564"/>
                </a:cubicBezTo>
                <a:cubicBezTo>
                  <a:pt x="1356" y="564"/>
                  <a:pt x="1356" y="565"/>
                  <a:pt x="1356" y="565"/>
                </a:cubicBezTo>
                <a:cubicBezTo>
                  <a:pt x="1355" y="565"/>
                  <a:pt x="1355" y="565"/>
                  <a:pt x="1355" y="565"/>
                </a:cubicBezTo>
                <a:cubicBezTo>
                  <a:pt x="1355" y="566"/>
                  <a:pt x="1355" y="566"/>
                  <a:pt x="1355" y="566"/>
                </a:cubicBezTo>
                <a:cubicBezTo>
                  <a:pt x="1355" y="567"/>
                  <a:pt x="1355" y="567"/>
                  <a:pt x="1355" y="567"/>
                </a:cubicBezTo>
                <a:cubicBezTo>
                  <a:pt x="1355" y="568"/>
                  <a:pt x="1356" y="568"/>
                  <a:pt x="1357" y="568"/>
                </a:cubicBezTo>
                <a:cubicBezTo>
                  <a:pt x="1357" y="568"/>
                  <a:pt x="1357" y="568"/>
                  <a:pt x="1358" y="568"/>
                </a:cubicBezTo>
                <a:cubicBezTo>
                  <a:pt x="1358" y="568"/>
                  <a:pt x="1358" y="568"/>
                  <a:pt x="1359" y="568"/>
                </a:cubicBezTo>
                <a:cubicBezTo>
                  <a:pt x="1359" y="569"/>
                  <a:pt x="1358" y="569"/>
                  <a:pt x="1359" y="569"/>
                </a:cubicBezTo>
                <a:cubicBezTo>
                  <a:pt x="1358" y="570"/>
                  <a:pt x="1358" y="570"/>
                  <a:pt x="1358" y="570"/>
                </a:cubicBezTo>
                <a:cubicBezTo>
                  <a:pt x="1357" y="570"/>
                  <a:pt x="1356" y="570"/>
                  <a:pt x="1356" y="570"/>
                </a:cubicBezTo>
                <a:cubicBezTo>
                  <a:pt x="1355" y="570"/>
                  <a:pt x="1354" y="570"/>
                  <a:pt x="1354" y="570"/>
                </a:cubicBezTo>
                <a:cubicBezTo>
                  <a:pt x="1353" y="570"/>
                  <a:pt x="1353" y="570"/>
                  <a:pt x="1353" y="570"/>
                </a:cubicBezTo>
                <a:cubicBezTo>
                  <a:pt x="1352" y="571"/>
                  <a:pt x="1352" y="571"/>
                  <a:pt x="1351" y="571"/>
                </a:cubicBezTo>
                <a:cubicBezTo>
                  <a:pt x="1351" y="572"/>
                  <a:pt x="1350" y="572"/>
                  <a:pt x="1349" y="573"/>
                </a:cubicBezTo>
                <a:cubicBezTo>
                  <a:pt x="1349" y="573"/>
                  <a:pt x="1349" y="573"/>
                  <a:pt x="1348" y="574"/>
                </a:cubicBezTo>
                <a:cubicBezTo>
                  <a:pt x="1348" y="574"/>
                  <a:pt x="1347" y="574"/>
                  <a:pt x="1347" y="574"/>
                </a:cubicBezTo>
                <a:cubicBezTo>
                  <a:pt x="1347" y="575"/>
                  <a:pt x="1346" y="575"/>
                  <a:pt x="1346" y="576"/>
                </a:cubicBezTo>
                <a:cubicBezTo>
                  <a:pt x="1346" y="576"/>
                  <a:pt x="1346" y="576"/>
                  <a:pt x="1346" y="576"/>
                </a:cubicBezTo>
                <a:cubicBezTo>
                  <a:pt x="1346" y="576"/>
                  <a:pt x="1346" y="577"/>
                  <a:pt x="1346" y="577"/>
                </a:cubicBezTo>
                <a:cubicBezTo>
                  <a:pt x="1346" y="578"/>
                  <a:pt x="1346" y="578"/>
                  <a:pt x="1346" y="579"/>
                </a:cubicBezTo>
                <a:cubicBezTo>
                  <a:pt x="1346" y="579"/>
                  <a:pt x="1346" y="580"/>
                  <a:pt x="1346" y="580"/>
                </a:cubicBezTo>
                <a:cubicBezTo>
                  <a:pt x="1346" y="580"/>
                  <a:pt x="1346" y="581"/>
                  <a:pt x="1346" y="581"/>
                </a:cubicBezTo>
                <a:cubicBezTo>
                  <a:pt x="1346" y="581"/>
                  <a:pt x="1346" y="582"/>
                  <a:pt x="1345" y="582"/>
                </a:cubicBezTo>
                <a:cubicBezTo>
                  <a:pt x="1345" y="582"/>
                  <a:pt x="1344" y="582"/>
                  <a:pt x="1344" y="582"/>
                </a:cubicBezTo>
                <a:cubicBezTo>
                  <a:pt x="1342" y="582"/>
                  <a:pt x="1341" y="582"/>
                  <a:pt x="1340" y="581"/>
                </a:cubicBezTo>
                <a:cubicBezTo>
                  <a:pt x="1340" y="581"/>
                  <a:pt x="1340" y="580"/>
                  <a:pt x="1339" y="580"/>
                </a:cubicBezTo>
                <a:cubicBezTo>
                  <a:pt x="1339" y="580"/>
                  <a:pt x="1339" y="580"/>
                  <a:pt x="1338" y="580"/>
                </a:cubicBezTo>
                <a:cubicBezTo>
                  <a:pt x="1338" y="580"/>
                  <a:pt x="1337" y="580"/>
                  <a:pt x="1336" y="580"/>
                </a:cubicBezTo>
                <a:cubicBezTo>
                  <a:pt x="1336" y="580"/>
                  <a:pt x="1336" y="579"/>
                  <a:pt x="1336" y="578"/>
                </a:cubicBezTo>
                <a:cubicBezTo>
                  <a:pt x="1334" y="578"/>
                  <a:pt x="1334" y="578"/>
                  <a:pt x="1334" y="578"/>
                </a:cubicBezTo>
                <a:cubicBezTo>
                  <a:pt x="1333" y="578"/>
                  <a:pt x="1333" y="579"/>
                  <a:pt x="1332" y="579"/>
                </a:cubicBezTo>
                <a:cubicBezTo>
                  <a:pt x="1331" y="579"/>
                  <a:pt x="1331" y="579"/>
                  <a:pt x="1330" y="579"/>
                </a:cubicBezTo>
                <a:cubicBezTo>
                  <a:pt x="1329" y="579"/>
                  <a:pt x="1329" y="579"/>
                  <a:pt x="1328" y="580"/>
                </a:cubicBezTo>
                <a:cubicBezTo>
                  <a:pt x="1328" y="580"/>
                  <a:pt x="1328" y="580"/>
                  <a:pt x="1328" y="581"/>
                </a:cubicBezTo>
                <a:cubicBezTo>
                  <a:pt x="1327" y="581"/>
                  <a:pt x="1327" y="581"/>
                  <a:pt x="1327" y="581"/>
                </a:cubicBezTo>
                <a:cubicBezTo>
                  <a:pt x="1326" y="582"/>
                  <a:pt x="1326" y="582"/>
                  <a:pt x="1326" y="582"/>
                </a:cubicBezTo>
                <a:cubicBezTo>
                  <a:pt x="1325" y="583"/>
                  <a:pt x="1325" y="582"/>
                  <a:pt x="1324" y="582"/>
                </a:cubicBezTo>
                <a:cubicBezTo>
                  <a:pt x="1323" y="583"/>
                  <a:pt x="1323" y="584"/>
                  <a:pt x="1322" y="585"/>
                </a:cubicBezTo>
                <a:cubicBezTo>
                  <a:pt x="1322" y="585"/>
                  <a:pt x="1322" y="586"/>
                  <a:pt x="1322" y="586"/>
                </a:cubicBezTo>
                <a:cubicBezTo>
                  <a:pt x="1322" y="586"/>
                  <a:pt x="1322" y="587"/>
                  <a:pt x="1321" y="587"/>
                </a:cubicBezTo>
                <a:cubicBezTo>
                  <a:pt x="1321" y="587"/>
                  <a:pt x="1321" y="587"/>
                  <a:pt x="1320" y="587"/>
                </a:cubicBezTo>
                <a:cubicBezTo>
                  <a:pt x="1320" y="587"/>
                  <a:pt x="1319" y="587"/>
                  <a:pt x="1318" y="587"/>
                </a:cubicBezTo>
                <a:cubicBezTo>
                  <a:pt x="1318" y="589"/>
                  <a:pt x="1318" y="589"/>
                  <a:pt x="1318" y="589"/>
                </a:cubicBezTo>
                <a:cubicBezTo>
                  <a:pt x="1319" y="589"/>
                  <a:pt x="1319" y="589"/>
                  <a:pt x="1319" y="590"/>
                </a:cubicBezTo>
                <a:cubicBezTo>
                  <a:pt x="1319" y="590"/>
                  <a:pt x="1320" y="590"/>
                  <a:pt x="1320" y="590"/>
                </a:cubicBezTo>
                <a:cubicBezTo>
                  <a:pt x="1320" y="591"/>
                  <a:pt x="1320" y="591"/>
                  <a:pt x="1320" y="591"/>
                </a:cubicBezTo>
                <a:cubicBezTo>
                  <a:pt x="1320" y="593"/>
                  <a:pt x="1320" y="593"/>
                  <a:pt x="1320" y="593"/>
                </a:cubicBezTo>
                <a:cubicBezTo>
                  <a:pt x="1316" y="593"/>
                  <a:pt x="1316" y="593"/>
                  <a:pt x="1316" y="593"/>
                </a:cubicBezTo>
                <a:cubicBezTo>
                  <a:pt x="1316" y="593"/>
                  <a:pt x="1316" y="593"/>
                  <a:pt x="1316" y="593"/>
                </a:cubicBezTo>
                <a:cubicBezTo>
                  <a:pt x="1316" y="592"/>
                  <a:pt x="1316" y="592"/>
                  <a:pt x="1316" y="591"/>
                </a:cubicBezTo>
                <a:cubicBezTo>
                  <a:pt x="1316" y="591"/>
                  <a:pt x="1316" y="591"/>
                  <a:pt x="1316" y="590"/>
                </a:cubicBezTo>
                <a:cubicBezTo>
                  <a:pt x="1314" y="590"/>
                  <a:pt x="1314" y="590"/>
                  <a:pt x="1314" y="590"/>
                </a:cubicBezTo>
                <a:cubicBezTo>
                  <a:pt x="1313" y="590"/>
                  <a:pt x="1313" y="590"/>
                  <a:pt x="1312" y="590"/>
                </a:cubicBezTo>
                <a:cubicBezTo>
                  <a:pt x="1312" y="591"/>
                  <a:pt x="1312" y="591"/>
                  <a:pt x="1312" y="591"/>
                </a:cubicBezTo>
                <a:cubicBezTo>
                  <a:pt x="1311" y="591"/>
                  <a:pt x="1311" y="591"/>
                  <a:pt x="1311" y="592"/>
                </a:cubicBezTo>
                <a:cubicBezTo>
                  <a:pt x="1311" y="592"/>
                  <a:pt x="1311" y="593"/>
                  <a:pt x="1311" y="594"/>
                </a:cubicBezTo>
                <a:cubicBezTo>
                  <a:pt x="1311" y="595"/>
                  <a:pt x="1311" y="596"/>
                  <a:pt x="1311" y="597"/>
                </a:cubicBezTo>
                <a:cubicBezTo>
                  <a:pt x="1311" y="597"/>
                  <a:pt x="1310" y="597"/>
                  <a:pt x="1310" y="598"/>
                </a:cubicBezTo>
                <a:cubicBezTo>
                  <a:pt x="1310" y="598"/>
                  <a:pt x="1310" y="598"/>
                  <a:pt x="1309" y="599"/>
                </a:cubicBezTo>
                <a:cubicBezTo>
                  <a:pt x="1309" y="599"/>
                  <a:pt x="1309" y="599"/>
                  <a:pt x="1308" y="600"/>
                </a:cubicBezTo>
                <a:cubicBezTo>
                  <a:pt x="1308" y="600"/>
                  <a:pt x="1308" y="601"/>
                  <a:pt x="1308" y="601"/>
                </a:cubicBezTo>
                <a:cubicBezTo>
                  <a:pt x="1308" y="601"/>
                  <a:pt x="1308" y="602"/>
                  <a:pt x="1308" y="602"/>
                </a:cubicBezTo>
                <a:cubicBezTo>
                  <a:pt x="1307" y="602"/>
                  <a:pt x="1307" y="602"/>
                  <a:pt x="1307" y="602"/>
                </a:cubicBezTo>
                <a:cubicBezTo>
                  <a:pt x="1306" y="603"/>
                  <a:pt x="1305" y="603"/>
                  <a:pt x="1305" y="604"/>
                </a:cubicBezTo>
                <a:cubicBezTo>
                  <a:pt x="1305" y="604"/>
                  <a:pt x="1305" y="605"/>
                  <a:pt x="1304" y="605"/>
                </a:cubicBezTo>
                <a:cubicBezTo>
                  <a:pt x="1304" y="605"/>
                  <a:pt x="1304" y="605"/>
                  <a:pt x="1304" y="606"/>
                </a:cubicBezTo>
                <a:cubicBezTo>
                  <a:pt x="1303" y="606"/>
                  <a:pt x="1303" y="606"/>
                  <a:pt x="1303" y="606"/>
                </a:cubicBezTo>
                <a:cubicBezTo>
                  <a:pt x="1302" y="606"/>
                  <a:pt x="1302" y="606"/>
                  <a:pt x="1302" y="607"/>
                </a:cubicBezTo>
                <a:cubicBezTo>
                  <a:pt x="1301" y="607"/>
                  <a:pt x="1301" y="607"/>
                  <a:pt x="1301" y="607"/>
                </a:cubicBezTo>
                <a:cubicBezTo>
                  <a:pt x="1300" y="607"/>
                  <a:pt x="1300" y="607"/>
                  <a:pt x="1299" y="607"/>
                </a:cubicBezTo>
                <a:cubicBezTo>
                  <a:pt x="1298" y="607"/>
                  <a:pt x="1297" y="607"/>
                  <a:pt x="1295" y="607"/>
                </a:cubicBezTo>
                <a:cubicBezTo>
                  <a:pt x="1295" y="607"/>
                  <a:pt x="1295" y="607"/>
                  <a:pt x="1294" y="607"/>
                </a:cubicBezTo>
                <a:cubicBezTo>
                  <a:pt x="1293" y="607"/>
                  <a:pt x="1293" y="607"/>
                  <a:pt x="1292" y="608"/>
                </a:cubicBezTo>
                <a:cubicBezTo>
                  <a:pt x="1291" y="608"/>
                  <a:pt x="1291" y="609"/>
                  <a:pt x="1291" y="609"/>
                </a:cubicBezTo>
                <a:cubicBezTo>
                  <a:pt x="1289" y="609"/>
                  <a:pt x="1289" y="608"/>
                  <a:pt x="1288" y="609"/>
                </a:cubicBezTo>
                <a:cubicBezTo>
                  <a:pt x="1287" y="609"/>
                  <a:pt x="1287" y="609"/>
                  <a:pt x="1287" y="610"/>
                </a:cubicBezTo>
                <a:cubicBezTo>
                  <a:pt x="1286" y="610"/>
                  <a:pt x="1285" y="610"/>
                  <a:pt x="1284" y="611"/>
                </a:cubicBezTo>
                <a:cubicBezTo>
                  <a:pt x="1283" y="611"/>
                  <a:pt x="1282" y="612"/>
                  <a:pt x="1281" y="612"/>
                </a:cubicBezTo>
                <a:cubicBezTo>
                  <a:pt x="1281" y="612"/>
                  <a:pt x="1280" y="612"/>
                  <a:pt x="1280" y="613"/>
                </a:cubicBezTo>
                <a:cubicBezTo>
                  <a:pt x="1279" y="613"/>
                  <a:pt x="1279" y="614"/>
                  <a:pt x="1279" y="615"/>
                </a:cubicBezTo>
                <a:cubicBezTo>
                  <a:pt x="1279" y="615"/>
                  <a:pt x="1279" y="616"/>
                  <a:pt x="1279" y="616"/>
                </a:cubicBezTo>
                <a:cubicBezTo>
                  <a:pt x="1279" y="617"/>
                  <a:pt x="1278" y="617"/>
                  <a:pt x="1278" y="617"/>
                </a:cubicBezTo>
                <a:cubicBezTo>
                  <a:pt x="1278" y="617"/>
                  <a:pt x="1278" y="617"/>
                  <a:pt x="1277" y="617"/>
                </a:cubicBezTo>
                <a:cubicBezTo>
                  <a:pt x="1277" y="617"/>
                  <a:pt x="1277" y="617"/>
                  <a:pt x="1276" y="617"/>
                </a:cubicBezTo>
                <a:cubicBezTo>
                  <a:pt x="1276" y="617"/>
                  <a:pt x="1276" y="617"/>
                  <a:pt x="1275" y="617"/>
                </a:cubicBezTo>
                <a:cubicBezTo>
                  <a:pt x="1275" y="617"/>
                  <a:pt x="1275" y="617"/>
                  <a:pt x="1274" y="616"/>
                </a:cubicBezTo>
                <a:cubicBezTo>
                  <a:pt x="1274" y="616"/>
                  <a:pt x="1275" y="616"/>
                  <a:pt x="1274" y="616"/>
                </a:cubicBezTo>
                <a:cubicBezTo>
                  <a:pt x="1274" y="615"/>
                  <a:pt x="1274" y="615"/>
                  <a:pt x="1274" y="615"/>
                </a:cubicBezTo>
                <a:cubicBezTo>
                  <a:pt x="1273" y="615"/>
                  <a:pt x="1273" y="616"/>
                  <a:pt x="1273" y="616"/>
                </a:cubicBezTo>
                <a:cubicBezTo>
                  <a:pt x="1273" y="617"/>
                  <a:pt x="1272" y="617"/>
                  <a:pt x="1272" y="617"/>
                </a:cubicBezTo>
                <a:cubicBezTo>
                  <a:pt x="1272" y="617"/>
                  <a:pt x="1272" y="618"/>
                  <a:pt x="1272" y="618"/>
                </a:cubicBezTo>
                <a:cubicBezTo>
                  <a:pt x="1272" y="619"/>
                  <a:pt x="1272" y="619"/>
                  <a:pt x="1272" y="619"/>
                </a:cubicBezTo>
                <a:cubicBezTo>
                  <a:pt x="1272" y="619"/>
                  <a:pt x="1272" y="619"/>
                  <a:pt x="1272" y="620"/>
                </a:cubicBezTo>
                <a:cubicBezTo>
                  <a:pt x="1272" y="621"/>
                  <a:pt x="1272" y="621"/>
                  <a:pt x="1272" y="622"/>
                </a:cubicBezTo>
                <a:cubicBezTo>
                  <a:pt x="1272" y="623"/>
                  <a:pt x="1272" y="623"/>
                  <a:pt x="1272" y="623"/>
                </a:cubicBezTo>
                <a:cubicBezTo>
                  <a:pt x="1272" y="623"/>
                  <a:pt x="1272" y="623"/>
                  <a:pt x="1272" y="624"/>
                </a:cubicBezTo>
                <a:cubicBezTo>
                  <a:pt x="1271" y="624"/>
                  <a:pt x="1271" y="624"/>
                  <a:pt x="1271" y="625"/>
                </a:cubicBezTo>
                <a:cubicBezTo>
                  <a:pt x="1271" y="625"/>
                  <a:pt x="1271" y="625"/>
                  <a:pt x="1271" y="626"/>
                </a:cubicBezTo>
                <a:cubicBezTo>
                  <a:pt x="1271" y="626"/>
                  <a:pt x="1271" y="627"/>
                  <a:pt x="1271" y="628"/>
                </a:cubicBezTo>
                <a:cubicBezTo>
                  <a:pt x="1271" y="628"/>
                  <a:pt x="1271" y="628"/>
                  <a:pt x="1272" y="629"/>
                </a:cubicBezTo>
                <a:cubicBezTo>
                  <a:pt x="1272" y="629"/>
                  <a:pt x="1272" y="629"/>
                  <a:pt x="1273" y="629"/>
                </a:cubicBezTo>
                <a:cubicBezTo>
                  <a:pt x="1273" y="630"/>
                  <a:pt x="1273" y="630"/>
                  <a:pt x="1273" y="631"/>
                </a:cubicBezTo>
                <a:cubicBezTo>
                  <a:pt x="1274" y="632"/>
                  <a:pt x="1274" y="633"/>
                  <a:pt x="1275" y="634"/>
                </a:cubicBezTo>
                <a:cubicBezTo>
                  <a:pt x="1275" y="635"/>
                  <a:pt x="1275" y="635"/>
                  <a:pt x="1275" y="635"/>
                </a:cubicBezTo>
                <a:cubicBezTo>
                  <a:pt x="1274" y="635"/>
                  <a:pt x="1274" y="634"/>
                  <a:pt x="1274" y="634"/>
                </a:cubicBezTo>
                <a:cubicBezTo>
                  <a:pt x="1274" y="634"/>
                  <a:pt x="1273" y="634"/>
                  <a:pt x="1273" y="634"/>
                </a:cubicBezTo>
                <a:cubicBezTo>
                  <a:pt x="1272" y="634"/>
                  <a:pt x="1272" y="634"/>
                  <a:pt x="1272" y="633"/>
                </a:cubicBezTo>
                <a:cubicBezTo>
                  <a:pt x="1272" y="633"/>
                  <a:pt x="1271" y="633"/>
                  <a:pt x="1271" y="633"/>
                </a:cubicBezTo>
                <a:cubicBezTo>
                  <a:pt x="1270" y="633"/>
                  <a:pt x="1270" y="634"/>
                  <a:pt x="1270" y="634"/>
                </a:cubicBezTo>
                <a:cubicBezTo>
                  <a:pt x="1270" y="636"/>
                  <a:pt x="1270" y="636"/>
                  <a:pt x="1270" y="636"/>
                </a:cubicBezTo>
                <a:cubicBezTo>
                  <a:pt x="1270" y="636"/>
                  <a:pt x="1270" y="636"/>
                  <a:pt x="1271" y="637"/>
                </a:cubicBezTo>
                <a:cubicBezTo>
                  <a:pt x="1271" y="637"/>
                  <a:pt x="1272" y="638"/>
                  <a:pt x="1272" y="638"/>
                </a:cubicBezTo>
                <a:cubicBezTo>
                  <a:pt x="1273" y="639"/>
                  <a:pt x="1273" y="639"/>
                  <a:pt x="1273" y="639"/>
                </a:cubicBezTo>
                <a:cubicBezTo>
                  <a:pt x="1273" y="640"/>
                  <a:pt x="1274" y="640"/>
                  <a:pt x="1274" y="640"/>
                </a:cubicBezTo>
                <a:cubicBezTo>
                  <a:pt x="1274" y="640"/>
                  <a:pt x="1275" y="641"/>
                  <a:pt x="1275" y="641"/>
                </a:cubicBezTo>
                <a:cubicBezTo>
                  <a:pt x="1275" y="641"/>
                  <a:pt x="1275" y="642"/>
                  <a:pt x="1275" y="642"/>
                </a:cubicBezTo>
                <a:cubicBezTo>
                  <a:pt x="1275" y="643"/>
                  <a:pt x="1275" y="643"/>
                  <a:pt x="1275" y="644"/>
                </a:cubicBezTo>
                <a:cubicBezTo>
                  <a:pt x="1275" y="645"/>
                  <a:pt x="1276" y="646"/>
                  <a:pt x="1276" y="646"/>
                </a:cubicBezTo>
                <a:cubicBezTo>
                  <a:pt x="1276" y="647"/>
                  <a:pt x="1277" y="647"/>
                  <a:pt x="1277" y="647"/>
                </a:cubicBezTo>
                <a:cubicBezTo>
                  <a:pt x="1277" y="648"/>
                  <a:pt x="1277" y="649"/>
                  <a:pt x="1278" y="650"/>
                </a:cubicBezTo>
                <a:cubicBezTo>
                  <a:pt x="1278" y="650"/>
                  <a:pt x="1278" y="650"/>
                  <a:pt x="1278" y="651"/>
                </a:cubicBezTo>
                <a:cubicBezTo>
                  <a:pt x="1278" y="651"/>
                  <a:pt x="1278" y="652"/>
                  <a:pt x="1278" y="652"/>
                </a:cubicBezTo>
                <a:cubicBezTo>
                  <a:pt x="1278" y="653"/>
                  <a:pt x="1278" y="654"/>
                  <a:pt x="1279" y="654"/>
                </a:cubicBezTo>
                <a:cubicBezTo>
                  <a:pt x="1279" y="655"/>
                  <a:pt x="1279" y="655"/>
                  <a:pt x="1279" y="655"/>
                </a:cubicBezTo>
                <a:cubicBezTo>
                  <a:pt x="1280" y="656"/>
                  <a:pt x="1280" y="657"/>
                  <a:pt x="1281" y="658"/>
                </a:cubicBezTo>
                <a:cubicBezTo>
                  <a:pt x="1281" y="658"/>
                  <a:pt x="1281" y="658"/>
                  <a:pt x="1281" y="659"/>
                </a:cubicBezTo>
                <a:cubicBezTo>
                  <a:pt x="1281" y="659"/>
                  <a:pt x="1282" y="659"/>
                  <a:pt x="1282" y="659"/>
                </a:cubicBezTo>
                <a:cubicBezTo>
                  <a:pt x="1282" y="661"/>
                  <a:pt x="1281" y="661"/>
                  <a:pt x="1282" y="663"/>
                </a:cubicBezTo>
                <a:cubicBezTo>
                  <a:pt x="1282" y="663"/>
                  <a:pt x="1282" y="664"/>
                  <a:pt x="1282" y="665"/>
                </a:cubicBezTo>
                <a:cubicBezTo>
                  <a:pt x="1282" y="665"/>
                  <a:pt x="1283" y="665"/>
                  <a:pt x="1283" y="666"/>
                </a:cubicBezTo>
                <a:cubicBezTo>
                  <a:pt x="1283" y="666"/>
                  <a:pt x="1283" y="666"/>
                  <a:pt x="1283" y="667"/>
                </a:cubicBezTo>
                <a:cubicBezTo>
                  <a:pt x="1283" y="671"/>
                  <a:pt x="1283" y="671"/>
                  <a:pt x="1283" y="671"/>
                </a:cubicBezTo>
                <a:cubicBezTo>
                  <a:pt x="1282" y="671"/>
                  <a:pt x="1282" y="671"/>
                  <a:pt x="1281" y="671"/>
                </a:cubicBezTo>
                <a:cubicBezTo>
                  <a:pt x="1280" y="671"/>
                  <a:pt x="1280" y="672"/>
                  <a:pt x="1279" y="672"/>
                </a:cubicBezTo>
                <a:cubicBezTo>
                  <a:pt x="1279" y="672"/>
                  <a:pt x="1279" y="672"/>
                  <a:pt x="1278" y="672"/>
                </a:cubicBezTo>
                <a:cubicBezTo>
                  <a:pt x="1278" y="673"/>
                  <a:pt x="1278" y="673"/>
                  <a:pt x="1277" y="674"/>
                </a:cubicBezTo>
                <a:cubicBezTo>
                  <a:pt x="1278" y="675"/>
                  <a:pt x="1278" y="675"/>
                  <a:pt x="1278" y="675"/>
                </a:cubicBezTo>
                <a:cubicBezTo>
                  <a:pt x="1279" y="675"/>
                  <a:pt x="1280" y="674"/>
                  <a:pt x="1280" y="675"/>
                </a:cubicBezTo>
                <a:cubicBezTo>
                  <a:pt x="1281" y="676"/>
                  <a:pt x="1281" y="676"/>
                  <a:pt x="1282" y="677"/>
                </a:cubicBezTo>
                <a:cubicBezTo>
                  <a:pt x="1282" y="677"/>
                  <a:pt x="1282" y="677"/>
                  <a:pt x="1282" y="677"/>
                </a:cubicBezTo>
                <a:cubicBezTo>
                  <a:pt x="1283" y="678"/>
                  <a:pt x="1283" y="678"/>
                  <a:pt x="1283" y="678"/>
                </a:cubicBezTo>
                <a:cubicBezTo>
                  <a:pt x="1284" y="678"/>
                  <a:pt x="1285" y="679"/>
                  <a:pt x="1285" y="679"/>
                </a:cubicBezTo>
                <a:cubicBezTo>
                  <a:pt x="1286" y="679"/>
                  <a:pt x="1286" y="679"/>
                  <a:pt x="1286" y="679"/>
                </a:cubicBezTo>
                <a:cubicBezTo>
                  <a:pt x="1287" y="679"/>
                  <a:pt x="1287" y="680"/>
                  <a:pt x="1288" y="680"/>
                </a:cubicBezTo>
                <a:cubicBezTo>
                  <a:pt x="1289" y="680"/>
                  <a:pt x="1289" y="680"/>
                  <a:pt x="1290" y="680"/>
                </a:cubicBezTo>
                <a:cubicBezTo>
                  <a:pt x="1290" y="680"/>
                  <a:pt x="1291" y="680"/>
                  <a:pt x="1291" y="680"/>
                </a:cubicBezTo>
                <a:cubicBezTo>
                  <a:pt x="1292" y="680"/>
                  <a:pt x="1292" y="680"/>
                  <a:pt x="1293" y="680"/>
                </a:cubicBezTo>
                <a:cubicBezTo>
                  <a:pt x="1293" y="680"/>
                  <a:pt x="1294" y="680"/>
                  <a:pt x="1294" y="680"/>
                </a:cubicBezTo>
                <a:cubicBezTo>
                  <a:pt x="1295" y="679"/>
                  <a:pt x="1295" y="679"/>
                  <a:pt x="1295" y="679"/>
                </a:cubicBezTo>
                <a:cubicBezTo>
                  <a:pt x="1296" y="678"/>
                  <a:pt x="1296" y="678"/>
                  <a:pt x="1296" y="678"/>
                </a:cubicBezTo>
                <a:cubicBezTo>
                  <a:pt x="1296" y="678"/>
                  <a:pt x="1297" y="678"/>
                  <a:pt x="1297" y="677"/>
                </a:cubicBezTo>
                <a:cubicBezTo>
                  <a:pt x="1297" y="677"/>
                  <a:pt x="1297" y="676"/>
                  <a:pt x="1297" y="676"/>
                </a:cubicBezTo>
                <a:cubicBezTo>
                  <a:pt x="1297" y="676"/>
                  <a:pt x="1298" y="676"/>
                  <a:pt x="1298" y="676"/>
                </a:cubicBezTo>
                <a:cubicBezTo>
                  <a:pt x="1298" y="675"/>
                  <a:pt x="1298" y="675"/>
                  <a:pt x="1299" y="675"/>
                </a:cubicBezTo>
                <a:cubicBezTo>
                  <a:pt x="1299" y="674"/>
                  <a:pt x="1300" y="674"/>
                  <a:pt x="1301" y="674"/>
                </a:cubicBezTo>
                <a:cubicBezTo>
                  <a:pt x="1301" y="674"/>
                  <a:pt x="1302" y="674"/>
                  <a:pt x="1303" y="674"/>
                </a:cubicBezTo>
                <a:cubicBezTo>
                  <a:pt x="1303" y="674"/>
                  <a:pt x="1303" y="673"/>
                  <a:pt x="1304" y="673"/>
                </a:cubicBezTo>
                <a:cubicBezTo>
                  <a:pt x="1304" y="673"/>
                  <a:pt x="1305" y="673"/>
                  <a:pt x="1305" y="673"/>
                </a:cubicBezTo>
                <a:cubicBezTo>
                  <a:pt x="1307" y="673"/>
                  <a:pt x="1308" y="673"/>
                  <a:pt x="1310" y="674"/>
                </a:cubicBezTo>
                <a:cubicBezTo>
                  <a:pt x="1310" y="674"/>
                  <a:pt x="1311" y="674"/>
                  <a:pt x="1312" y="675"/>
                </a:cubicBezTo>
                <a:cubicBezTo>
                  <a:pt x="1312" y="675"/>
                  <a:pt x="1312" y="675"/>
                  <a:pt x="1313" y="675"/>
                </a:cubicBezTo>
                <a:cubicBezTo>
                  <a:pt x="1314" y="675"/>
                  <a:pt x="1314" y="675"/>
                  <a:pt x="1315" y="675"/>
                </a:cubicBezTo>
                <a:cubicBezTo>
                  <a:pt x="1315" y="675"/>
                  <a:pt x="1316" y="675"/>
                  <a:pt x="1316" y="675"/>
                </a:cubicBezTo>
                <a:cubicBezTo>
                  <a:pt x="1317" y="675"/>
                  <a:pt x="1317" y="674"/>
                  <a:pt x="1317" y="674"/>
                </a:cubicBezTo>
                <a:cubicBezTo>
                  <a:pt x="1317" y="674"/>
                  <a:pt x="1318" y="673"/>
                  <a:pt x="1318" y="673"/>
                </a:cubicBezTo>
                <a:cubicBezTo>
                  <a:pt x="1318" y="672"/>
                  <a:pt x="1319" y="672"/>
                  <a:pt x="1319" y="671"/>
                </a:cubicBezTo>
                <a:cubicBezTo>
                  <a:pt x="1319" y="671"/>
                  <a:pt x="1320" y="670"/>
                  <a:pt x="1320" y="670"/>
                </a:cubicBezTo>
                <a:cubicBezTo>
                  <a:pt x="1322" y="668"/>
                  <a:pt x="1323" y="667"/>
                  <a:pt x="1325" y="667"/>
                </a:cubicBezTo>
                <a:cubicBezTo>
                  <a:pt x="1325" y="667"/>
                  <a:pt x="1325" y="666"/>
                  <a:pt x="1325" y="666"/>
                </a:cubicBezTo>
                <a:cubicBezTo>
                  <a:pt x="1326" y="666"/>
                  <a:pt x="1326" y="666"/>
                  <a:pt x="1326" y="666"/>
                </a:cubicBezTo>
                <a:cubicBezTo>
                  <a:pt x="1327" y="666"/>
                  <a:pt x="1327" y="665"/>
                  <a:pt x="1327" y="665"/>
                </a:cubicBezTo>
                <a:cubicBezTo>
                  <a:pt x="1328" y="665"/>
                  <a:pt x="1328" y="665"/>
                  <a:pt x="1328" y="665"/>
                </a:cubicBezTo>
                <a:cubicBezTo>
                  <a:pt x="1329" y="665"/>
                  <a:pt x="1329" y="665"/>
                  <a:pt x="1329" y="665"/>
                </a:cubicBezTo>
                <a:cubicBezTo>
                  <a:pt x="1330" y="665"/>
                  <a:pt x="1330" y="666"/>
                  <a:pt x="1330" y="666"/>
                </a:cubicBezTo>
                <a:cubicBezTo>
                  <a:pt x="1331" y="666"/>
                  <a:pt x="1331" y="666"/>
                  <a:pt x="1331" y="667"/>
                </a:cubicBezTo>
                <a:cubicBezTo>
                  <a:pt x="1332" y="667"/>
                  <a:pt x="1332" y="667"/>
                  <a:pt x="1333" y="667"/>
                </a:cubicBezTo>
                <a:cubicBezTo>
                  <a:pt x="1334" y="667"/>
                  <a:pt x="1334" y="667"/>
                  <a:pt x="1335" y="667"/>
                </a:cubicBezTo>
                <a:cubicBezTo>
                  <a:pt x="1335" y="667"/>
                  <a:pt x="1336" y="666"/>
                  <a:pt x="1336" y="666"/>
                </a:cubicBezTo>
                <a:cubicBezTo>
                  <a:pt x="1337" y="665"/>
                  <a:pt x="1337" y="665"/>
                  <a:pt x="1338" y="664"/>
                </a:cubicBezTo>
                <a:cubicBezTo>
                  <a:pt x="1338" y="664"/>
                  <a:pt x="1339" y="664"/>
                  <a:pt x="1339" y="663"/>
                </a:cubicBezTo>
                <a:cubicBezTo>
                  <a:pt x="1340" y="663"/>
                  <a:pt x="1340" y="663"/>
                  <a:pt x="1340" y="662"/>
                </a:cubicBezTo>
                <a:cubicBezTo>
                  <a:pt x="1340" y="662"/>
                  <a:pt x="1340" y="661"/>
                  <a:pt x="1341" y="661"/>
                </a:cubicBezTo>
                <a:cubicBezTo>
                  <a:pt x="1341" y="661"/>
                  <a:pt x="1341" y="661"/>
                  <a:pt x="1342" y="661"/>
                </a:cubicBezTo>
                <a:cubicBezTo>
                  <a:pt x="1342" y="661"/>
                  <a:pt x="1343" y="661"/>
                  <a:pt x="1344" y="661"/>
                </a:cubicBezTo>
                <a:cubicBezTo>
                  <a:pt x="1345" y="661"/>
                  <a:pt x="1345" y="661"/>
                  <a:pt x="1346" y="661"/>
                </a:cubicBezTo>
                <a:cubicBezTo>
                  <a:pt x="1347" y="661"/>
                  <a:pt x="1348" y="661"/>
                  <a:pt x="1349" y="661"/>
                </a:cubicBezTo>
                <a:cubicBezTo>
                  <a:pt x="1350" y="661"/>
                  <a:pt x="1350" y="662"/>
                  <a:pt x="1351" y="662"/>
                </a:cubicBezTo>
                <a:cubicBezTo>
                  <a:pt x="1352" y="662"/>
                  <a:pt x="1352" y="662"/>
                  <a:pt x="1352" y="662"/>
                </a:cubicBezTo>
                <a:cubicBezTo>
                  <a:pt x="1352" y="662"/>
                  <a:pt x="1353" y="663"/>
                  <a:pt x="1353" y="663"/>
                </a:cubicBezTo>
                <a:cubicBezTo>
                  <a:pt x="1354" y="663"/>
                  <a:pt x="1354" y="664"/>
                  <a:pt x="1355" y="664"/>
                </a:cubicBezTo>
                <a:cubicBezTo>
                  <a:pt x="1355" y="664"/>
                  <a:pt x="1355" y="664"/>
                  <a:pt x="1356" y="664"/>
                </a:cubicBezTo>
                <a:cubicBezTo>
                  <a:pt x="1356" y="664"/>
                  <a:pt x="1357" y="664"/>
                  <a:pt x="1357" y="664"/>
                </a:cubicBezTo>
                <a:cubicBezTo>
                  <a:pt x="1359" y="664"/>
                  <a:pt x="1359" y="664"/>
                  <a:pt x="1359" y="664"/>
                </a:cubicBezTo>
                <a:cubicBezTo>
                  <a:pt x="1360" y="664"/>
                  <a:pt x="1360" y="664"/>
                  <a:pt x="1361" y="664"/>
                </a:cubicBezTo>
                <a:cubicBezTo>
                  <a:pt x="1361" y="664"/>
                  <a:pt x="1362" y="664"/>
                  <a:pt x="1362" y="664"/>
                </a:cubicBezTo>
                <a:cubicBezTo>
                  <a:pt x="1362" y="664"/>
                  <a:pt x="1362" y="664"/>
                  <a:pt x="1363" y="664"/>
                </a:cubicBezTo>
                <a:cubicBezTo>
                  <a:pt x="1363" y="664"/>
                  <a:pt x="1363" y="665"/>
                  <a:pt x="1364" y="665"/>
                </a:cubicBezTo>
                <a:cubicBezTo>
                  <a:pt x="1364" y="666"/>
                  <a:pt x="1364" y="666"/>
                  <a:pt x="1364" y="666"/>
                </a:cubicBezTo>
                <a:cubicBezTo>
                  <a:pt x="1365" y="667"/>
                  <a:pt x="1365" y="667"/>
                  <a:pt x="1365" y="667"/>
                </a:cubicBezTo>
                <a:cubicBezTo>
                  <a:pt x="1365" y="668"/>
                  <a:pt x="1365" y="669"/>
                  <a:pt x="1365" y="670"/>
                </a:cubicBezTo>
                <a:cubicBezTo>
                  <a:pt x="1366" y="670"/>
                  <a:pt x="1367" y="670"/>
                  <a:pt x="1368" y="671"/>
                </a:cubicBezTo>
                <a:cubicBezTo>
                  <a:pt x="1369" y="671"/>
                  <a:pt x="1369" y="671"/>
                  <a:pt x="1369" y="672"/>
                </a:cubicBezTo>
                <a:cubicBezTo>
                  <a:pt x="1369" y="672"/>
                  <a:pt x="1369" y="673"/>
                  <a:pt x="1369" y="674"/>
                </a:cubicBezTo>
                <a:cubicBezTo>
                  <a:pt x="1370" y="675"/>
                  <a:pt x="1369" y="676"/>
                  <a:pt x="1370" y="677"/>
                </a:cubicBezTo>
                <a:cubicBezTo>
                  <a:pt x="1370" y="677"/>
                  <a:pt x="1370" y="677"/>
                  <a:pt x="1370" y="678"/>
                </a:cubicBezTo>
                <a:cubicBezTo>
                  <a:pt x="1370" y="678"/>
                  <a:pt x="1370" y="678"/>
                  <a:pt x="1371" y="679"/>
                </a:cubicBezTo>
                <a:cubicBezTo>
                  <a:pt x="1371" y="679"/>
                  <a:pt x="1371" y="679"/>
                  <a:pt x="1372" y="679"/>
                </a:cubicBezTo>
                <a:cubicBezTo>
                  <a:pt x="1373" y="679"/>
                  <a:pt x="1374" y="678"/>
                  <a:pt x="1374" y="677"/>
                </a:cubicBezTo>
                <a:cubicBezTo>
                  <a:pt x="1375" y="677"/>
                  <a:pt x="1374" y="676"/>
                  <a:pt x="1375" y="676"/>
                </a:cubicBezTo>
                <a:cubicBezTo>
                  <a:pt x="1375" y="675"/>
                  <a:pt x="1376" y="675"/>
                  <a:pt x="1377" y="675"/>
                </a:cubicBezTo>
                <a:cubicBezTo>
                  <a:pt x="1377" y="674"/>
                  <a:pt x="1377" y="674"/>
                  <a:pt x="1377" y="674"/>
                </a:cubicBezTo>
                <a:cubicBezTo>
                  <a:pt x="1377" y="673"/>
                  <a:pt x="1378" y="673"/>
                  <a:pt x="1378" y="673"/>
                </a:cubicBezTo>
                <a:cubicBezTo>
                  <a:pt x="1378" y="673"/>
                  <a:pt x="1379" y="672"/>
                  <a:pt x="1379" y="672"/>
                </a:cubicBezTo>
                <a:cubicBezTo>
                  <a:pt x="1379" y="671"/>
                  <a:pt x="1379" y="671"/>
                  <a:pt x="1379" y="670"/>
                </a:cubicBezTo>
                <a:cubicBezTo>
                  <a:pt x="1380" y="670"/>
                  <a:pt x="1380" y="670"/>
                  <a:pt x="1380" y="669"/>
                </a:cubicBezTo>
                <a:cubicBezTo>
                  <a:pt x="1381" y="669"/>
                  <a:pt x="1381" y="669"/>
                  <a:pt x="1382" y="670"/>
                </a:cubicBezTo>
                <a:cubicBezTo>
                  <a:pt x="1382" y="670"/>
                  <a:pt x="1382" y="670"/>
                  <a:pt x="1382" y="671"/>
                </a:cubicBezTo>
                <a:cubicBezTo>
                  <a:pt x="1382" y="672"/>
                  <a:pt x="1382" y="672"/>
                  <a:pt x="1381" y="673"/>
                </a:cubicBezTo>
                <a:cubicBezTo>
                  <a:pt x="1380" y="674"/>
                  <a:pt x="1380" y="675"/>
                  <a:pt x="1380" y="676"/>
                </a:cubicBezTo>
                <a:cubicBezTo>
                  <a:pt x="1380" y="677"/>
                  <a:pt x="1380" y="677"/>
                  <a:pt x="1380" y="678"/>
                </a:cubicBezTo>
                <a:cubicBezTo>
                  <a:pt x="1381" y="677"/>
                  <a:pt x="1381" y="678"/>
                  <a:pt x="1381" y="677"/>
                </a:cubicBezTo>
                <a:cubicBezTo>
                  <a:pt x="1381" y="677"/>
                  <a:pt x="1381" y="677"/>
                  <a:pt x="1382" y="676"/>
                </a:cubicBezTo>
                <a:cubicBezTo>
                  <a:pt x="1382" y="676"/>
                  <a:pt x="1382" y="676"/>
                  <a:pt x="1382" y="676"/>
                </a:cubicBezTo>
                <a:cubicBezTo>
                  <a:pt x="1383" y="676"/>
                  <a:pt x="1383" y="676"/>
                  <a:pt x="1383" y="676"/>
                </a:cubicBezTo>
                <a:cubicBezTo>
                  <a:pt x="1384" y="676"/>
                  <a:pt x="1384" y="676"/>
                  <a:pt x="1384" y="676"/>
                </a:cubicBezTo>
                <a:cubicBezTo>
                  <a:pt x="1384" y="679"/>
                  <a:pt x="1384" y="679"/>
                  <a:pt x="1384" y="679"/>
                </a:cubicBezTo>
                <a:cubicBezTo>
                  <a:pt x="1384" y="680"/>
                  <a:pt x="1384" y="680"/>
                  <a:pt x="1384" y="680"/>
                </a:cubicBezTo>
                <a:cubicBezTo>
                  <a:pt x="1384" y="681"/>
                  <a:pt x="1384" y="681"/>
                  <a:pt x="1384" y="681"/>
                </a:cubicBezTo>
                <a:cubicBezTo>
                  <a:pt x="1384" y="682"/>
                  <a:pt x="1383" y="683"/>
                  <a:pt x="1383" y="684"/>
                </a:cubicBezTo>
                <a:cubicBezTo>
                  <a:pt x="1384" y="684"/>
                  <a:pt x="1384" y="684"/>
                  <a:pt x="1384" y="684"/>
                </a:cubicBezTo>
                <a:cubicBezTo>
                  <a:pt x="1385" y="684"/>
                  <a:pt x="1385" y="683"/>
                  <a:pt x="1385" y="683"/>
                </a:cubicBezTo>
                <a:cubicBezTo>
                  <a:pt x="1386" y="683"/>
                  <a:pt x="1386" y="682"/>
                  <a:pt x="1386" y="682"/>
                </a:cubicBezTo>
                <a:cubicBezTo>
                  <a:pt x="1387" y="682"/>
                  <a:pt x="1388" y="682"/>
                  <a:pt x="1388" y="682"/>
                </a:cubicBezTo>
                <a:cubicBezTo>
                  <a:pt x="1388" y="683"/>
                  <a:pt x="1388" y="684"/>
                  <a:pt x="1388" y="685"/>
                </a:cubicBezTo>
                <a:cubicBezTo>
                  <a:pt x="1388" y="685"/>
                  <a:pt x="1389" y="686"/>
                  <a:pt x="1390" y="686"/>
                </a:cubicBezTo>
                <a:cubicBezTo>
                  <a:pt x="1390" y="686"/>
                  <a:pt x="1391" y="686"/>
                  <a:pt x="1391" y="687"/>
                </a:cubicBezTo>
                <a:cubicBezTo>
                  <a:pt x="1391" y="687"/>
                  <a:pt x="1391" y="688"/>
                  <a:pt x="1391" y="688"/>
                </a:cubicBezTo>
                <a:cubicBezTo>
                  <a:pt x="1391" y="689"/>
                  <a:pt x="1391" y="689"/>
                  <a:pt x="1391" y="689"/>
                </a:cubicBezTo>
                <a:cubicBezTo>
                  <a:pt x="1391" y="689"/>
                  <a:pt x="1391" y="689"/>
                  <a:pt x="1391" y="689"/>
                </a:cubicBezTo>
                <a:cubicBezTo>
                  <a:pt x="1391" y="690"/>
                  <a:pt x="1391" y="691"/>
                  <a:pt x="1391" y="691"/>
                </a:cubicBezTo>
                <a:cubicBezTo>
                  <a:pt x="1391" y="692"/>
                  <a:pt x="1391" y="692"/>
                  <a:pt x="1391" y="692"/>
                </a:cubicBezTo>
                <a:cubicBezTo>
                  <a:pt x="1391" y="693"/>
                  <a:pt x="1392" y="694"/>
                  <a:pt x="1392" y="694"/>
                </a:cubicBezTo>
                <a:cubicBezTo>
                  <a:pt x="1393" y="694"/>
                  <a:pt x="1394" y="695"/>
                  <a:pt x="1394" y="695"/>
                </a:cubicBezTo>
                <a:cubicBezTo>
                  <a:pt x="1395" y="695"/>
                  <a:pt x="1395" y="696"/>
                  <a:pt x="1395" y="696"/>
                </a:cubicBezTo>
                <a:cubicBezTo>
                  <a:pt x="1396" y="696"/>
                  <a:pt x="1396" y="696"/>
                  <a:pt x="1397" y="696"/>
                </a:cubicBezTo>
                <a:cubicBezTo>
                  <a:pt x="1398" y="696"/>
                  <a:pt x="1399" y="696"/>
                  <a:pt x="1400" y="696"/>
                </a:cubicBezTo>
                <a:cubicBezTo>
                  <a:pt x="1401" y="697"/>
                  <a:pt x="1401" y="697"/>
                  <a:pt x="1401" y="697"/>
                </a:cubicBezTo>
                <a:cubicBezTo>
                  <a:pt x="1401" y="697"/>
                  <a:pt x="1402" y="697"/>
                  <a:pt x="1402" y="698"/>
                </a:cubicBezTo>
                <a:cubicBezTo>
                  <a:pt x="1402" y="698"/>
                  <a:pt x="1402" y="698"/>
                  <a:pt x="1403" y="698"/>
                </a:cubicBezTo>
                <a:cubicBezTo>
                  <a:pt x="1403" y="698"/>
                  <a:pt x="1403" y="699"/>
                  <a:pt x="1404" y="699"/>
                </a:cubicBezTo>
                <a:cubicBezTo>
                  <a:pt x="1405" y="699"/>
                  <a:pt x="1405" y="699"/>
                  <a:pt x="1406" y="699"/>
                </a:cubicBezTo>
                <a:cubicBezTo>
                  <a:pt x="1408" y="699"/>
                  <a:pt x="1409" y="699"/>
                  <a:pt x="1410" y="698"/>
                </a:cubicBezTo>
                <a:cubicBezTo>
                  <a:pt x="1411" y="697"/>
                  <a:pt x="1411" y="696"/>
                  <a:pt x="1411" y="694"/>
                </a:cubicBezTo>
                <a:cubicBezTo>
                  <a:pt x="1413" y="694"/>
                  <a:pt x="1413" y="694"/>
                  <a:pt x="1413" y="694"/>
                </a:cubicBezTo>
                <a:cubicBezTo>
                  <a:pt x="1414" y="694"/>
                  <a:pt x="1415" y="695"/>
                  <a:pt x="1415" y="696"/>
                </a:cubicBezTo>
                <a:cubicBezTo>
                  <a:pt x="1415" y="697"/>
                  <a:pt x="1415" y="697"/>
                  <a:pt x="1415" y="697"/>
                </a:cubicBezTo>
                <a:cubicBezTo>
                  <a:pt x="1415" y="698"/>
                  <a:pt x="1415" y="699"/>
                  <a:pt x="1416" y="699"/>
                </a:cubicBezTo>
                <a:cubicBezTo>
                  <a:pt x="1417" y="700"/>
                  <a:pt x="1417" y="700"/>
                  <a:pt x="1418" y="700"/>
                </a:cubicBezTo>
                <a:cubicBezTo>
                  <a:pt x="1419" y="700"/>
                  <a:pt x="1420" y="699"/>
                  <a:pt x="1421" y="698"/>
                </a:cubicBezTo>
                <a:cubicBezTo>
                  <a:pt x="1421" y="698"/>
                  <a:pt x="1422" y="698"/>
                  <a:pt x="1422" y="697"/>
                </a:cubicBezTo>
                <a:cubicBezTo>
                  <a:pt x="1423" y="697"/>
                  <a:pt x="1423" y="696"/>
                  <a:pt x="1424" y="696"/>
                </a:cubicBezTo>
                <a:cubicBezTo>
                  <a:pt x="1424" y="696"/>
                  <a:pt x="1425" y="695"/>
                  <a:pt x="1425" y="695"/>
                </a:cubicBezTo>
                <a:cubicBezTo>
                  <a:pt x="1426" y="695"/>
                  <a:pt x="1426" y="694"/>
                  <a:pt x="1427" y="694"/>
                </a:cubicBezTo>
                <a:cubicBezTo>
                  <a:pt x="1428" y="694"/>
                  <a:pt x="1428" y="695"/>
                  <a:pt x="1429" y="695"/>
                </a:cubicBezTo>
                <a:cubicBezTo>
                  <a:pt x="1431" y="695"/>
                  <a:pt x="1432" y="695"/>
                  <a:pt x="1434" y="695"/>
                </a:cubicBezTo>
                <a:cubicBezTo>
                  <a:pt x="1434" y="695"/>
                  <a:pt x="1435" y="694"/>
                  <a:pt x="1435" y="694"/>
                </a:cubicBezTo>
                <a:cubicBezTo>
                  <a:pt x="1435" y="694"/>
                  <a:pt x="1436" y="694"/>
                  <a:pt x="1436" y="694"/>
                </a:cubicBezTo>
                <a:cubicBezTo>
                  <a:pt x="1436" y="693"/>
                  <a:pt x="1436" y="693"/>
                  <a:pt x="1436" y="693"/>
                </a:cubicBezTo>
                <a:cubicBezTo>
                  <a:pt x="1436" y="692"/>
                  <a:pt x="1437" y="691"/>
                  <a:pt x="1437" y="691"/>
                </a:cubicBezTo>
                <a:cubicBezTo>
                  <a:pt x="1437" y="690"/>
                  <a:pt x="1436" y="689"/>
                  <a:pt x="1437" y="688"/>
                </a:cubicBezTo>
                <a:cubicBezTo>
                  <a:pt x="1437" y="687"/>
                  <a:pt x="1438" y="687"/>
                  <a:pt x="1439" y="687"/>
                </a:cubicBezTo>
                <a:cubicBezTo>
                  <a:pt x="1439" y="686"/>
                  <a:pt x="1440" y="686"/>
                  <a:pt x="1440" y="685"/>
                </a:cubicBezTo>
                <a:cubicBezTo>
                  <a:pt x="1440" y="685"/>
                  <a:pt x="1440" y="685"/>
                  <a:pt x="1440" y="685"/>
                </a:cubicBezTo>
                <a:cubicBezTo>
                  <a:pt x="1440" y="684"/>
                  <a:pt x="1439" y="684"/>
                  <a:pt x="1439" y="684"/>
                </a:cubicBezTo>
                <a:cubicBezTo>
                  <a:pt x="1439" y="683"/>
                  <a:pt x="1439" y="683"/>
                  <a:pt x="1439" y="682"/>
                </a:cubicBezTo>
                <a:cubicBezTo>
                  <a:pt x="1439" y="681"/>
                  <a:pt x="1439" y="680"/>
                  <a:pt x="1440" y="678"/>
                </a:cubicBezTo>
                <a:cubicBezTo>
                  <a:pt x="1440" y="678"/>
                  <a:pt x="1440" y="678"/>
                  <a:pt x="1440" y="677"/>
                </a:cubicBezTo>
                <a:cubicBezTo>
                  <a:pt x="1440" y="677"/>
                  <a:pt x="1440" y="677"/>
                  <a:pt x="1440" y="676"/>
                </a:cubicBezTo>
                <a:cubicBezTo>
                  <a:pt x="1440" y="676"/>
                  <a:pt x="1441" y="676"/>
                  <a:pt x="1441" y="676"/>
                </a:cubicBezTo>
                <a:cubicBezTo>
                  <a:pt x="1441" y="675"/>
                  <a:pt x="1442" y="674"/>
                  <a:pt x="1443" y="674"/>
                </a:cubicBezTo>
                <a:cubicBezTo>
                  <a:pt x="1443" y="673"/>
                  <a:pt x="1443" y="673"/>
                  <a:pt x="1443" y="673"/>
                </a:cubicBezTo>
                <a:cubicBezTo>
                  <a:pt x="1444" y="673"/>
                  <a:pt x="1444" y="673"/>
                  <a:pt x="1444" y="672"/>
                </a:cubicBezTo>
                <a:cubicBezTo>
                  <a:pt x="1445" y="672"/>
                  <a:pt x="1445" y="672"/>
                  <a:pt x="1445" y="671"/>
                </a:cubicBezTo>
                <a:cubicBezTo>
                  <a:pt x="1445" y="671"/>
                  <a:pt x="1445" y="671"/>
                  <a:pt x="1445" y="670"/>
                </a:cubicBezTo>
                <a:cubicBezTo>
                  <a:pt x="1445" y="670"/>
                  <a:pt x="1445" y="670"/>
                  <a:pt x="1445" y="669"/>
                </a:cubicBezTo>
                <a:cubicBezTo>
                  <a:pt x="1445" y="669"/>
                  <a:pt x="1446" y="669"/>
                  <a:pt x="1446" y="668"/>
                </a:cubicBezTo>
                <a:cubicBezTo>
                  <a:pt x="1446" y="668"/>
                  <a:pt x="1446" y="668"/>
                  <a:pt x="1446" y="668"/>
                </a:cubicBezTo>
                <a:cubicBezTo>
                  <a:pt x="1447" y="667"/>
                  <a:pt x="1447" y="667"/>
                  <a:pt x="1447" y="667"/>
                </a:cubicBezTo>
                <a:cubicBezTo>
                  <a:pt x="1448" y="666"/>
                  <a:pt x="1448" y="666"/>
                  <a:pt x="1448" y="666"/>
                </a:cubicBezTo>
                <a:cubicBezTo>
                  <a:pt x="1449" y="666"/>
                  <a:pt x="1449" y="666"/>
                  <a:pt x="1449" y="666"/>
                </a:cubicBezTo>
                <a:cubicBezTo>
                  <a:pt x="1450" y="665"/>
                  <a:pt x="1449" y="665"/>
                  <a:pt x="1449" y="665"/>
                </a:cubicBezTo>
                <a:cubicBezTo>
                  <a:pt x="1449" y="664"/>
                  <a:pt x="1450" y="664"/>
                  <a:pt x="1450" y="664"/>
                </a:cubicBezTo>
                <a:cubicBezTo>
                  <a:pt x="1450" y="663"/>
                  <a:pt x="1450" y="663"/>
                  <a:pt x="1450" y="663"/>
                </a:cubicBezTo>
                <a:cubicBezTo>
                  <a:pt x="1450" y="662"/>
                  <a:pt x="1450" y="661"/>
                  <a:pt x="1450" y="661"/>
                </a:cubicBezTo>
                <a:cubicBezTo>
                  <a:pt x="1450" y="660"/>
                  <a:pt x="1451" y="659"/>
                  <a:pt x="1451" y="658"/>
                </a:cubicBezTo>
                <a:cubicBezTo>
                  <a:pt x="1452" y="658"/>
                  <a:pt x="1452" y="657"/>
                  <a:pt x="1452" y="656"/>
                </a:cubicBezTo>
                <a:cubicBezTo>
                  <a:pt x="1453" y="655"/>
                  <a:pt x="1453" y="654"/>
                  <a:pt x="1453" y="653"/>
                </a:cubicBezTo>
                <a:cubicBezTo>
                  <a:pt x="1453" y="653"/>
                  <a:pt x="1453" y="653"/>
                  <a:pt x="1453" y="652"/>
                </a:cubicBezTo>
                <a:cubicBezTo>
                  <a:pt x="1453" y="652"/>
                  <a:pt x="1454" y="652"/>
                  <a:pt x="1454" y="651"/>
                </a:cubicBezTo>
                <a:cubicBezTo>
                  <a:pt x="1454" y="647"/>
                  <a:pt x="1454" y="647"/>
                  <a:pt x="1454" y="647"/>
                </a:cubicBezTo>
                <a:cubicBezTo>
                  <a:pt x="1454" y="646"/>
                  <a:pt x="1453" y="646"/>
                  <a:pt x="1453" y="646"/>
                </a:cubicBezTo>
                <a:cubicBezTo>
                  <a:pt x="1453" y="645"/>
                  <a:pt x="1453" y="645"/>
                  <a:pt x="1452" y="645"/>
                </a:cubicBezTo>
                <a:cubicBezTo>
                  <a:pt x="1452" y="644"/>
                  <a:pt x="1452" y="644"/>
                  <a:pt x="1451" y="644"/>
                </a:cubicBezTo>
                <a:cubicBezTo>
                  <a:pt x="1451" y="644"/>
                  <a:pt x="1451" y="643"/>
                  <a:pt x="1451" y="643"/>
                </a:cubicBezTo>
                <a:cubicBezTo>
                  <a:pt x="1451" y="642"/>
                  <a:pt x="1451" y="642"/>
                  <a:pt x="1451" y="642"/>
                </a:cubicBezTo>
                <a:cubicBezTo>
                  <a:pt x="1451" y="642"/>
                  <a:pt x="1451" y="641"/>
                  <a:pt x="1451" y="641"/>
                </a:cubicBezTo>
                <a:cubicBezTo>
                  <a:pt x="1451" y="640"/>
                  <a:pt x="1452" y="640"/>
                  <a:pt x="1452" y="639"/>
                </a:cubicBezTo>
                <a:cubicBezTo>
                  <a:pt x="1452" y="638"/>
                  <a:pt x="1452" y="638"/>
                  <a:pt x="1452" y="637"/>
                </a:cubicBezTo>
                <a:cubicBezTo>
                  <a:pt x="1451" y="637"/>
                  <a:pt x="1451" y="637"/>
                  <a:pt x="1451" y="637"/>
                </a:cubicBezTo>
                <a:cubicBezTo>
                  <a:pt x="1451" y="634"/>
                  <a:pt x="1451" y="634"/>
                  <a:pt x="1451" y="634"/>
                </a:cubicBezTo>
                <a:cubicBezTo>
                  <a:pt x="1451" y="634"/>
                  <a:pt x="1451" y="634"/>
                  <a:pt x="1451" y="633"/>
                </a:cubicBezTo>
                <a:cubicBezTo>
                  <a:pt x="1451" y="633"/>
                  <a:pt x="1451" y="633"/>
                  <a:pt x="1450" y="632"/>
                </a:cubicBezTo>
                <a:cubicBezTo>
                  <a:pt x="1450" y="631"/>
                  <a:pt x="1449" y="631"/>
                  <a:pt x="1449" y="630"/>
                </a:cubicBezTo>
                <a:cubicBezTo>
                  <a:pt x="1449" y="630"/>
                  <a:pt x="1448" y="630"/>
                  <a:pt x="1448" y="629"/>
                </a:cubicBezTo>
                <a:cubicBezTo>
                  <a:pt x="1448" y="629"/>
                  <a:pt x="1448" y="629"/>
                  <a:pt x="1448" y="628"/>
                </a:cubicBezTo>
                <a:cubicBezTo>
                  <a:pt x="1448" y="628"/>
                  <a:pt x="1448" y="628"/>
                  <a:pt x="1448" y="627"/>
                </a:cubicBezTo>
                <a:cubicBezTo>
                  <a:pt x="1448" y="627"/>
                  <a:pt x="1447" y="627"/>
                  <a:pt x="1447" y="626"/>
                </a:cubicBezTo>
                <a:cubicBezTo>
                  <a:pt x="1447" y="626"/>
                  <a:pt x="1447" y="626"/>
                  <a:pt x="1446" y="626"/>
                </a:cubicBezTo>
                <a:cubicBezTo>
                  <a:pt x="1446" y="625"/>
                  <a:pt x="1445" y="625"/>
                  <a:pt x="1445" y="624"/>
                </a:cubicBezTo>
                <a:cubicBezTo>
                  <a:pt x="1444" y="624"/>
                  <a:pt x="1444" y="623"/>
                  <a:pt x="1444" y="623"/>
                </a:cubicBezTo>
                <a:cubicBezTo>
                  <a:pt x="1443" y="623"/>
                  <a:pt x="1443" y="623"/>
                  <a:pt x="1443" y="623"/>
                </a:cubicBezTo>
                <a:cubicBezTo>
                  <a:pt x="1442" y="623"/>
                  <a:pt x="1442" y="622"/>
                  <a:pt x="1442" y="622"/>
                </a:cubicBezTo>
                <a:cubicBezTo>
                  <a:pt x="1442" y="617"/>
                  <a:pt x="1442" y="617"/>
                  <a:pt x="1442" y="617"/>
                </a:cubicBezTo>
                <a:cubicBezTo>
                  <a:pt x="1441" y="617"/>
                  <a:pt x="1441" y="617"/>
                  <a:pt x="1440" y="617"/>
                </a:cubicBezTo>
                <a:cubicBezTo>
                  <a:pt x="1439" y="617"/>
                  <a:pt x="1438" y="617"/>
                  <a:pt x="1437" y="617"/>
                </a:cubicBezTo>
                <a:cubicBezTo>
                  <a:pt x="1437" y="617"/>
                  <a:pt x="1436" y="617"/>
                  <a:pt x="1436" y="616"/>
                </a:cubicBezTo>
                <a:cubicBezTo>
                  <a:pt x="1436" y="616"/>
                  <a:pt x="1435" y="616"/>
                  <a:pt x="1435" y="616"/>
                </a:cubicBezTo>
                <a:cubicBezTo>
                  <a:pt x="1434" y="615"/>
                  <a:pt x="1434" y="615"/>
                  <a:pt x="1434" y="614"/>
                </a:cubicBezTo>
                <a:cubicBezTo>
                  <a:pt x="1434" y="613"/>
                  <a:pt x="1434" y="613"/>
                  <a:pt x="1434" y="613"/>
                </a:cubicBezTo>
                <a:cubicBezTo>
                  <a:pt x="1434" y="613"/>
                  <a:pt x="1433" y="613"/>
                  <a:pt x="1433" y="612"/>
                </a:cubicBezTo>
                <a:cubicBezTo>
                  <a:pt x="1433" y="611"/>
                  <a:pt x="1433" y="611"/>
                  <a:pt x="1433" y="610"/>
                </a:cubicBezTo>
                <a:cubicBezTo>
                  <a:pt x="1433" y="610"/>
                  <a:pt x="1433" y="610"/>
                  <a:pt x="1432" y="610"/>
                </a:cubicBezTo>
                <a:cubicBezTo>
                  <a:pt x="1432" y="610"/>
                  <a:pt x="1432" y="610"/>
                  <a:pt x="1431" y="610"/>
                </a:cubicBezTo>
                <a:cubicBezTo>
                  <a:pt x="1431" y="609"/>
                  <a:pt x="1432" y="608"/>
                  <a:pt x="1431" y="608"/>
                </a:cubicBezTo>
                <a:cubicBezTo>
                  <a:pt x="1431" y="607"/>
                  <a:pt x="1431" y="608"/>
                  <a:pt x="1430" y="607"/>
                </a:cubicBezTo>
                <a:cubicBezTo>
                  <a:pt x="1430" y="607"/>
                  <a:pt x="1430" y="607"/>
                  <a:pt x="1430" y="607"/>
                </a:cubicBezTo>
                <a:cubicBezTo>
                  <a:pt x="1429" y="607"/>
                  <a:pt x="1428" y="607"/>
                  <a:pt x="1428" y="606"/>
                </a:cubicBezTo>
                <a:cubicBezTo>
                  <a:pt x="1427" y="606"/>
                  <a:pt x="1427" y="605"/>
                  <a:pt x="1427" y="605"/>
                </a:cubicBezTo>
                <a:cubicBezTo>
                  <a:pt x="1427" y="605"/>
                  <a:pt x="1426" y="605"/>
                  <a:pt x="1426" y="604"/>
                </a:cubicBezTo>
                <a:cubicBezTo>
                  <a:pt x="1426" y="604"/>
                  <a:pt x="1426" y="604"/>
                  <a:pt x="1425" y="603"/>
                </a:cubicBezTo>
                <a:cubicBezTo>
                  <a:pt x="1425" y="603"/>
                  <a:pt x="1425" y="603"/>
                  <a:pt x="1424" y="603"/>
                </a:cubicBezTo>
                <a:cubicBezTo>
                  <a:pt x="1423" y="602"/>
                  <a:pt x="1423" y="602"/>
                  <a:pt x="1421" y="602"/>
                </a:cubicBezTo>
                <a:cubicBezTo>
                  <a:pt x="1421" y="602"/>
                  <a:pt x="1421" y="602"/>
                  <a:pt x="1420" y="601"/>
                </a:cubicBezTo>
                <a:cubicBezTo>
                  <a:pt x="1420" y="601"/>
                  <a:pt x="1419" y="601"/>
                  <a:pt x="1419" y="600"/>
                </a:cubicBezTo>
                <a:cubicBezTo>
                  <a:pt x="1419" y="600"/>
                  <a:pt x="1420" y="599"/>
                  <a:pt x="1419" y="598"/>
                </a:cubicBezTo>
                <a:cubicBezTo>
                  <a:pt x="1419" y="598"/>
                  <a:pt x="1418" y="597"/>
                  <a:pt x="1418" y="597"/>
                </a:cubicBezTo>
                <a:cubicBezTo>
                  <a:pt x="1418" y="596"/>
                  <a:pt x="1418" y="596"/>
                  <a:pt x="1418" y="595"/>
                </a:cubicBezTo>
                <a:cubicBezTo>
                  <a:pt x="1418" y="595"/>
                  <a:pt x="1418" y="595"/>
                  <a:pt x="1418" y="594"/>
                </a:cubicBezTo>
                <a:cubicBezTo>
                  <a:pt x="1418" y="594"/>
                  <a:pt x="1418" y="594"/>
                  <a:pt x="1417" y="594"/>
                </a:cubicBezTo>
                <a:cubicBezTo>
                  <a:pt x="1417" y="593"/>
                  <a:pt x="1417" y="593"/>
                  <a:pt x="1417" y="593"/>
                </a:cubicBezTo>
                <a:cubicBezTo>
                  <a:pt x="1417" y="592"/>
                  <a:pt x="1417" y="592"/>
                  <a:pt x="1417" y="592"/>
                </a:cubicBezTo>
                <a:cubicBezTo>
                  <a:pt x="1417" y="591"/>
                  <a:pt x="1417" y="590"/>
                  <a:pt x="1417" y="590"/>
                </a:cubicBezTo>
                <a:cubicBezTo>
                  <a:pt x="1417" y="589"/>
                  <a:pt x="1417" y="589"/>
                  <a:pt x="1417" y="589"/>
                </a:cubicBezTo>
                <a:cubicBezTo>
                  <a:pt x="1417" y="588"/>
                  <a:pt x="1416" y="588"/>
                  <a:pt x="1416" y="587"/>
                </a:cubicBezTo>
                <a:cubicBezTo>
                  <a:pt x="1415" y="587"/>
                  <a:pt x="1415" y="587"/>
                  <a:pt x="1415" y="586"/>
                </a:cubicBezTo>
                <a:cubicBezTo>
                  <a:pt x="1414" y="586"/>
                  <a:pt x="1414" y="585"/>
                  <a:pt x="1414" y="585"/>
                </a:cubicBezTo>
                <a:cubicBezTo>
                  <a:pt x="1414" y="584"/>
                  <a:pt x="1415" y="584"/>
                  <a:pt x="1415" y="583"/>
                </a:cubicBezTo>
                <a:cubicBezTo>
                  <a:pt x="1415" y="582"/>
                  <a:pt x="1414" y="581"/>
                  <a:pt x="1413" y="581"/>
                </a:cubicBezTo>
                <a:cubicBezTo>
                  <a:pt x="1413" y="581"/>
                  <a:pt x="1413" y="581"/>
                  <a:pt x="1412" y="581"/>
                </a:cubicBezTo>
                <a:cubicBezTo>
                  <a:pt x="1412" y="581"/>
                  <a:pt x="1412" y="581"/>
                  <a:pt x="1411" y="581"/>
                </a:cubicBezTo>
                <a:cubicBezTo>
                  <a:pt x="1411" y="581"/>
                  <a:pt x="1411" y="581"/>
                  <a:pt x="1410" y="581"/>
                </a:cubicBezTo>
                <a:cubicBezTo>
                  <a:pt x="1410" y="580"/>
                  <a:pt x="1409" y="580"/>
                  <a:pt x="1408" y="580"/>
                </a:cubicBezTo>
                <a:cubicBezTo>
                  <a:pt x="1408" y="580"/>
                  <a:pt x="1407" y="580"/>
                  <a:pt x="1407" y="580"/>
                </a:cubicBezTo>
                <a:cubicBezTo>
                  <a:pt x="1407" y="579"/>
                  <a:pt x="1407" y="579"/>
                  <a:pt x="1407" y="579"/>
                </a:cubicBezTo>
                <a:cubicBezTo>
                  <a:pt x="1407" y="578"/>
                  <a:pt x="1407" y="578"/>
                  <a:pt x="1407" y="578"/>
                </a:cubicBezTo>
                <a:cubicBezTo>
                  <a:pt x="1407" y="577"/>
                  <a:pt x="1407" y="577"/>
                  <a:pt x="1407" y="577"/>
                </a:cubicBezTo>
                <a:cubicBezTo>
                  <a:pt x="1407" y="576"/>
                  <a:pt x="1407" y="576"/>
                  <a:pt x="1407" y="576"/>
                </a:cubicBezTo>
                <a:cubicBezTo>
                  <a:pt x="1407" y="575"/>
                  <a:pt x="1407" y="574"/>
                  <a:pt x="1407" y="573"/>
                </a:cubicBezTo>
                <a:cubicBezTo>
                  <a:pt x="1407" y="572"/>
                  <a:pt x="1406" y="572"/>
                  <a:pt x="1406" y="572"/>
                </a:cubicBezTo>
                <a:cubicBezTo>
                  <a:pt x="1406" y="572"/>
                  <a:pt x="1406" y="571"/>
                  <a:pt x="1406" y="571"/>
                </a:cubicBezTo>
                <a:cubicBezTo>
                  <a:pt x="1405" y="571"/>
                  <a:pt x="1405" y="571"/>
                  <a:pt x="1405" y="570"/>
                </a:cubicBezTo>
                <a:cubicBezTo>
                  <a:pt x="1405" y="570"/>
                  <a:pt x="1405" y="569"/>
                  <a:pt x="1405" y="569"/>
                </a:cubicBezTo>
                <a:cubicBezTo>
                  <a:pt x="1405" y="569"/>
                  <a:pt x="1405" y="568"/>
                  <a:pt x="1404" y="567"/>
                </a:cubicBezTo>
                <a:cubicBezTo>
                  <a:pt x="1404" y="567"/>
                  <a:pt x="1404" y="567"/>
                  <a:pt x="1404" y="566"/>
                </a:cubicBezTo>
                <a:cubicBezTo>
                  <a:pt x="1404" y="566"/>
                  <a:pt x="1403" y="565"/>
                  <a:pt x="1403" y="565"/>
                </a:cubicBezTo>
                <a:cubicBezTo>
                  <a:pt x="1402" y="565"/>
                  <a:pt x="1402" y="565"/>
                  <a:pt x="1402" y="565"/>
                </a:cubicBezTo>
                <a:cubicBezTo>
                  <a:pt x="1401" y="566"/>
                  <a:pt x="1401" y="566"/>
                  <a:pt x="1401" y="566"/>
                </a:cubicBezTo>
                <a:cubicBezTo>
                  <a:pt x="1401" y="566"/>
                  <a:pt x="1401" y="567"/>
                  <a:pt x="1401" y="568"/>
                </a:cubicBezTo>
                <a:moveTo>
                  <a:pt x="1481" y="558"/>
                </a:moveTo>
                <a:cubicBezTo>
                  <a:pt x="1481" y="559"/>
                  <a:pt x="1481" y="559"/>
                  <a:pt x="1481" y="559"/>
                </a:cubicBezTo>
                <a:cubicBezTo>
                  <a:pt x="1482" y="560"/>
                  <a:pt x="1482" y="560"/>
                  <a:pt x="1483" y="560"/>
                </a:cubicBezTo>
                <a:cubicBezTo>
                  <a:pt x="1484" y="560"/>
                  <a:pt x="1484" y="560"/>
                  <a:pt x="1484" y="560"/>
                </a:cubicBezTo>
                <a:cubicBezTo>
                  <a:pt x="1485" y="560"/>
                  <a:pt x="1485" y="559"/>
                  <a:pt x="1485" y="559"/>
                </a:cubicBezTo>
                <a:cubicBezTo>
                  <a:pt x="1485" y="559"/>
                  <a:pt x="1485" y="558"/>
                  <a:pt x="1485" y="558"/>
                </a:cubicBezTo>
                <a:cubicBezTo>
                  <a:pt x="1484" y="558"/>
                  <a:pt x="1485" y="557"/>
                  <a:pt x="1484" y="557"/>
                </a:cubicBezTo>
                <a:cubicBezTo>
                  <a:pt x="1484" y="557"/>
                  <a:pt x="1484" y="557"/>
                  <a:pt x="1483" y="557"/>
                </a:cubicBezTo>
                <a:cubicBezTo>
                  <a:pt x="1483" y="557"/>
                  <a:pt x="1482" y="556"/>
                  <a:pt x="1482" y="556"/>
                </a:cubicBezTo>
                <a:cubicBezTo>
                  <a:pt x="1481" y="556"/>
                  <a:pt x="1481" y="557"/>
                  <a:pt x="1480" y="557"/>
                </a:cubicBezTo>
                <a:cubicBezTo>
                  <a:pt x="1480" y="557"/>
                  <a:pt x="1480" y="558"/>
                  <a:pt x="1481" y="558"/>
                </a:cubicBezTo>
                <a:moveTo>
                  <a:pt x="1457" y="542"/>
                </a:moveTo>
                <a:cubicBezTo>
                  <a:pt x="1457" y="543"/>
                  <a:pt x="1458" y="543"/>
                  <a:pt x="1458" y="543"/>
                </a:cubicBezTo>
                <a:cubicBezTo>
                  <a:pt x="1459" y="544"/>
                  <a:pt x="1459" y="544"/>
                  <a:pt x="1460" y="545"/>
                </a:cubicBezTo>
                <a:cubicBezTo>
                  <a:pt x="1460" y="545"/>
                  <a:pt x="1460" y="545"/>
                  <a:pt x="1460" y="546"/>
                </a:cubicBezTo>
                <a:cubicBezTo>
                  <a:pt x="1461" y="546"/>
                  <a:pt x="1461" y="547"/>
                  <a:pt x="1461" y="547"/>
                </a:cubicBezTo>
                <a:cubicBezTo>
                  <a:pt x="1462" y="547"/>
                  <a:pt x="1462" y="547"/>
                  <a:pt x="1462" y="547"/>
                </a:cubicBezTo>
                <a:cubicBezTo>
                  <a:pt x="1463" y="547"/>
                  <a:pt x="1463" y="547"/>
                  <a:pt x="1463" y="547"/>
                </a:cubicBezTo>
                <a:cubicBezTo>
                  <a:pt x="1463" y="546"/>
                  <a:pt x="1463" y="546"/>
                  <a:pt x="1463" y="546"/>
                </a:cubicBezTo>
                <a:cubicBezTo>
                  <a:pt x="1463" y="545"/>
                  <a:pt x="1462" y="545"/>
                  <a:pt x="1462" y="545"/>
                </a:cubicBezTo>
                <a:cubicBezTo>
                  <a:pt x="1462" y="545"/>
                  <a:pt x="1462" y="544"/>
                  <a:pt x="1462" y="544"/>
                </a:cubicBezTo>
                <a:cubicBezTo>
                  <a:pt x="1462" y="543"/>
                  <a:pt x="1462" y="543"/>
                  <a:pt x="1462" y="543"/>
                </a:cubicBezTo>
                <a:cubicBezTo>
                  <a:pt x="1461" y="542"/>
                  <a:pt x="1460" y="542"/>
                  <a:pt x="1460" y="542"/>
                </a:cubicBezTo>
                <a:cubicBezTo>
                  <a:pt x="1459" y="541"/>
                  <a:pt x="1459" y="541"/>
                  <a:pt x="1459" y="541"/>
                </a:cubicBezTo>
                <a:cubicBezTo>
                  <a:pt x="1459" y="541"/>
                  <a:pt x="1459" y="540"/>
                  <a:pt x="1459" y="540"/>
                </a:cubicBezTo>
                <a:cubicBezTo>
                  <a:pt x="1459" y="540"/>
                  <a:pt x="1459" y="540"/>
                  <a:pt x="1459" y="539"/>
                </a:cubicBezTo>
                <a:cubicBezTo>
                  <a:pt x="1458" y="539"/>
                  <a:pt x="1458" y="539"/>
                  <a:pt x="1458" y="539"/>
                </a:cubicBezTo>
                <a:cubicBezTo>
                  <a:pt x="1458" y="539"/>
                  <a:pt x="1457" y="539"/>
                  <a:pt x="1457" y="539"/>
                </a:cubicBezTo>
                <a:cubicBezTo>
                  <a:pt x="1457" y="540"/>
                  <a:pt x="1457" y="540"/>
                  <a:pt x="1457" y="540"/>
                </a:cubicBezTo>
                <a:cubicBezTo>
                  <a:pt x="1458" y="541"/>
                  <a:pt x="1458" y="541"/>
                  <a:pt x="1458" y="542"/>
                </a:cubicBezTo>
                <a:cubicBezTo>
                  <a:pt x="1458" y="542"/>
                  <a:pt x="1457" y="542"/>
                  <a:pt x="1457" y="542"/>
                </a:cubicBezTo>
                <a:moveTo>
                  <a:pt x="1430" y="540"/>
                </a:moveTo>
                <a:cubicBezTo>
                  <a:pt x="1430" y="540"/>
                  <a:pt x="1430" y="541"/>
                  <a:pt x="1430" y="542"/>
                </a:cubicBezTo>
                <a:cubicBezTo>
                  <a:pt x="1430" y="542"/>
                  <a:pt x="1430" y="542"/>
                  <a:pt x="1430" y="542"/>
                </a:cubicBezTo>
                <a:cubicBezTo>
                  <a:pt x="1432" y="542"/>
                  <a:pt x="1433" y="542"/>
                  <a:pt x="1434" y="542"/>
                </a:cubicBezTo>
                <a:cubicBezTo>
                  <a:pt x="1435" y="542"/>
                  <a:pt x="1436" y="542"/>
                  <a:pt x="1436" y="542"/>
                </a:cubicBezTo>
                <a:cubicBezTo>
                  <a:pt x="1437" y="543"/>
                  <a:pt x="1438" y="542"/>
                  <a:pt x="1438" y="542"/>
                </a:cubicBezTo>
                <a:cubicBezTo>
                  <a:pt x="1439" y="542"/>
                  <a:pt x="1439" y="543"/>
                  <a:pt x="1440" y="542"/>
                </a:cubicBezTo>
                <a:cubicBezTo>
                  <a:pt x="1441" y="542"/>
                  <a:pt x="1441" y="542"/>
                  <a:pt x="1441" y="542"/>
                </a:cubicBezTo>
                <a:cubicBezTo>
                  <a:pt x="1442" y="542"/>
                  <a:pt x="1442" y="541"/>
                  <a:pt x="1442" y="541"/>
                </a:cubicBezTo>
                <a:cubicBezTo>
                  <a:pt x="1442" y="541"/>
                  <a:pt x="1443" y="541"/>
                  <a:pt x="1443" y="541"/>
                </a:cubicBezTo>
                <a:cubicBezTo>
                  <a:pt x="1443" y="541"/>
                  <a:pt x="1444" y="541"/>
                  <a:pt x="1444" y="541"/>
                </a:cubicBezTo>
                <a:cubicBezTo>
                  <a:pt x="1444" y="541"/>
                  <a:pt x="1445" y="540"/>
                  <a:pt x="1445" y="540"/>
                </a:cubicBezTo>
                <a:cubicBezTo>
                  <a:pt x="1445" y="539"/>
                  <a:pt x="1446" y="539"/>
                  <a:pt x="1446" y="538"/>
                </a:cubicBezTo>
                <a:cubicBezTo>
                  <a:pt x="1446" y="537"/>
                  <a:pt x="1446" y="537"/>
                  <a:pt x="1446" y="536"/>
                </a:cubicBezTo>
                <a:cubicBezTo>
                  <a:pt x="1446" y="536"/>
                  <a:pt x="1447" y="536"/>
                  <a:pt x="1447" y="535"/>
                </a:cubicBezTo>
                <a:cubicBezTo>
                  <a:pt x="1447" y="535"/>
                  <a:pt x="1447" y="535"/>
                  <a:pt x="1447" y="534"/>
                </a:cubicBezTo>
                <a:cubicBezTo>
                  <a:pt x="1447" y="534"/>
                  <a:pt x="1447" y="534"/>
                  <a:pt x="1447" y="533"/>
                </a:cubicBezTo>
                <a:cubicBezTo>
                  <a:pt x="1446" y="533"/>
                  <a:pt x="1446" y="533"/>
                  <a:pt x="1446" y="533"/>
                </a:cubicBezTo>
                <a:cubicBezTo>
                  <a:pt x="1445" y="533"/>
                  <a:pt x="1445" y="533"/>
                  <a:pt x="1445" y="533"/>
                </a:cubicBezTo>
                <a:cubicBezTo>
                  <a:pt x="1444" y="534"/>
                  <a:pt x="1444" y="534"/>
                  <a:pt x="1444" y="534"/>
                </a:cubicBezTo>
                <a:cubicBezTo>
                  <a:pt x="1443" y="534"/>
                  <a:pt x="1443" y="534"/>
                  <a:pt x="1443" y="534"/>
                </a:cubicBezTo>
                <a:cubicBezTo>
                  <a:pt x="1442" y="535"/>
                  <a:pt x="1443" y="536"/>
                  <a:pt x="1443" y="536"/>
                </a:cubicBezTo>
                <a:cubicBezTo>
                  <a:pt x="1443" y="537"/>
                  <a:pt x="1442" y="537"/>
                  <a:pt x="1442" y="537"/>
                </a:cubicBezTo>
                <a:cubicBezTo>
                  <a:pt x="1442" y="538"/>
                  <a:pt x="1442" y="538"/>
                  <a:pt x="1442" y="538"/>
                </a:cubicBezTo>
                <a:cubicBezTo>
                  <a:pt x="1442" y="538"/>
                  <a:pt x="1441" y="538"/>
                  <a:pt x="1441" y="538"/>
                </a:cubicBezTo>
                <a:cubicBezTo>
                  <a:pt x="1439" y="538"/>
                  <a:pt x="1438" y="538"/>
                  <a:pt x="1437" y="538"/>
                </a:cubicBezTo>
                <a:cubicBezTo>
                  <a:pt x="1436" y="538"/>
                  <a:pt x="1436" y="538"/>
                  <a:pt x="1436" y="538"/>
                </a:cubicBezTo>
                <a:cubicBezTo>
                  <a:pt x="1435" y="538"/>
                  <a:pt x="1435" y="538"/>
                  <a:pt x="1435" y="538"/>
                </a:cubicBezTo>
                <a:cubicBezTo>
                  <a:pt x="1434" y="538"/>
                  <a:pt x="1433" y="538"/>
                  <a:pt x="1432" y="538"/>
                </a:cubicBezTo>
                <a:cubicBezTo>
                  <a:pt x="1431" y="538"/>
                  <a:pt x="1431" y="538"/>
                  <a:pt x="1431" y="538"/>
                </a:cubicBezTo>
                <a:cubicBezTo>
                  <a:pt x="1431" y="538"/>
                  <a:pt x="1430" y="539"/>
                  <a:pt x="1430" y="540"/>
                </a:cubicBezTo>
                <a:moveTo>
                  <a:pt x="1351" y="551"/>
                </a:moveTo>
                <a:cubicBezTo>
                  <a:pt x="1351" y="552"/>
                  <a:pt x="1351" y="552"/>
                  <a:pt x="1351" y="552"/>
                </a:cubicBezTo>
                <a:cubicBezTo>
                  <a:pt x="1354" y="552"/>
                  <a:pt x="1354" y="552"/>
                  <a:pt x="1354" y="552"/>
                </a:cubicBezTo>
                <a:cubicBezTo>
                  <a:pt x="1354" y="552"/>
                  <a:pt x="1355" y="552"/>
                  <a:pt x="1355" y="552"/>
                </a:cubicBezTo>
                <a:cubicBezTo>
                  <a:pt x="1355" y="551"/>
                  <a:pt x="1356" y="551"/>
                  <a:pt x="1356" y="550"/>
                </a:cubicBezTo>
                <a:cubicBezTo>
                  <a:pt x="1356" y="549"/>
                  <a:pt x="1356" y="549"/>
                  <a:pt x="1355" y="548"/>
                </a:cubicBezTo>
                <a:cubicBezTo>
                  <a:pt x="1355" y="547"/>
                  <a:pt x="1355" y="547"/>
                  <a:pt x="1355" y="547"/>
                </a:cubicBezTo>
                <a:cubicBezTo>
                  <a:pt x="1353" y="547"/>
                  <a:pt x="1352" y="548"/>
                  <a:pt x="1351" y="549"/>
                </a:cubicBezTo>
                <a:cubicBezTo>
                  <a:pt x="1351" y="550"/>
                  <a:pt x="1351" y="551"/>
                  <a:pt x="1351" y="551"/>
                </a:cubicBezTo>
                <a:moveTo>
                  <a:pt x="1327" y="549"/>
                </a:moveTo>
                <a:cubicBezTo>
                  <a:pt x="1327" y="549"/>
                  <a:pt x="1327" y="549"/>
                  <a:pt x="1327" y="550"/>
                </a:cubicBezTo>
                <a:cubicBezTo>
                  <a:pt x="1327" y="550"/>
                  <a:pt x="1327" y="550"/>
                  <a:pt x="1327" y="551"/>
                </a:cubicBezTo>
                <a:cubicBezTo>
                  <a:pt x="1327" y="550"/>
                  <a:pt x="1328" y="551"/>
                  <a:pt x="1328" y="551"/>
                </a:cubicBezTo>
                <a:cubicBezTo>
                  <a:pt x="1329" y="550"/>
                  <a:pt x="1329" y="550"/>
                  <a:pt x="1329" y="550"/>
                </a:cubicBezTo>
                <a:cubicBezTo>
                  <a:pt x="1330" y="550"/>
                  <a:pt x="1330" y="550"/>
                  <a:pt x="1330" y="550"/>
                </a:cubicBezTo>
                <a:cubicBezTo>
                  <a:pt x="1331" y="550"/>
                  <a:pt x="1331" y="550"/>
                  <a:pt x="1331" y="550"/>
                </a:cubicBezTo>
                <a:cubicBezTo>
                  <a:pt x="1331" y="550"/>
                  <a:pt x="1332" y="550"/>
                  <a:pt x="1332" y="550"/>
                </a:cubicBezTo>
                <a:cubicBezTo>
                  <a:pt x="1331" y="549"/>
                  <a:pt x="1331" y="549"/>
                  <a:pt x="1331" y="549"/>
                </a:cubicBezTo>
                <a:lnTo>
                  <a:pt x="1327" y="549"/>
                </a:lnTo>
                <a:close/>
                <a:moveTo>
                  <a:pt x="1367" y="539"/>
                </a:moveTo>
                <a:cubicBezTo>
                  <a:pt x="1366" y="539"/>
                  <a:pt x="1366" y="540"/>
                  <a:pt x="1366" y="540"/>
                </a:cubicBezTo>
                <a:cubicBezTo>
                  <a:pt x="1365" y="540"/>
                  <a:pt x="1365" y="540"/>
                  <a:pt x="1365" y="541"/>
                </a:cubicBezTo>
                <a:cubicBezTo>
                  <a:pt x="1365" y="541"/>
                  <a:pt x="1365" y="541"/>
                  <a:pt x="1365" y="542"/>
                </a:cubicBezTo>
                <a:cubicBezTo>
                  <a:pt x="1365" y="542"/>
                  <a:pt x="1365" y="542"/>
                  <a:pt x="1364" y="542"/>
                </a:cubicBezTo>
                <a:cubicBezTo>
                  <a:pt x="1364" y="543"/>
                  <a:pt x="1364" y="543"/>
                  <a:pt x="1364" y="543"/>
                </a:cubicBezTo>
                <a:cubicBezTo>
                  <a:pt x="1364" y="544"/>
                  <a:pt x="1364" y="544"/>
                  <a:pt x="1364" y="544"/>
                </a:cubicBezTo>
                <a:cubicBezTo>
                  <a:pt x="1364" y="545"/>
                  <a:pt x="1365" y="545"/>
                  <a:pt x="1365" y="545"/>
                </a:cubicBezTo>
                <a:cubicBezTo>
                  <a:pt x="1366" y="545"/>
                  <a:pt x="1366" y="545"/>
                  <a:pt x="1366" y="545"/>
                </a:cubicBezTo>
                <a:cubicBezTo>
                  <a:pt x="1367" y="544"/>
                  <a:pt x="1367" y="544"/>
                  <a:pt x="1367" y="544"/>
                </a:cubicBezTo>
                <a:cubicBezTo>
                  <a:pt x="1367" y="544"/>
                  <a:pt x="1367" y="543"/>
                  <a:pt x="1367" y="543"/>
                </a:cubicBezTo>
                <a:cubicBezTo>
                  <a:pt x="1368" y="542"/>
                  <a:pt x="1369" y="541"/>
                  <a:pt x="1369" y="540"/>
                </a:cubicBezTo>
                <a:cubicBezTo>
                  <a:pt x="1369" y="539"/>
                  <a:pt x="1369" y="539"/>
                  <a:pt x="1369" y="539"/>
                </a:cubicBezTo>
                <a:cubicBezTo>
                  <a:pt x="1368" y="539"/>
                  <a:pt x="1368" y="539"/>
                  <a:pt x="1368" y="538"/>
                </a:cubicBezTo>
                <a:cubicBezTo>
                  <a:pt x="1367" y="539"/>
                  <a:pt x="1367" y="539"/>
                  <a:pt x="1367" y="539"/>
                </a:cubicBezTo>
                <a:moveTo>
                  <a:pt x="1360" y="532"/>
                </a:moveTo>
                <a:cubicBezTo>
                  <a:pt x="1360" y="531"/>
                  <a:pt x="1361" y="532"/>
                  <a:pt x="1361" y="532"/>
                </a:cubicBezTo>
                <a:cubicBezTo>
                  <a:pt x="1361" y="531"/>
                  <a:pt x="1361" y="531"/>
                  <a:pt x="1362" y="531"/>
                </a:cubicBezTo>
                <a:cubicBezTo>
                  <a:pt x="1362" y="531"/>
                  <a:pt x="1362" y="531"/>
                  <a:pt x="1363" y="531"/>
                </a:cubicBezTo>
                <a:cubicBezTo>
                  <a:pt x="1363" y="531"/>
                  <a:pt x="1364" y="531"/>
                  <a:pt x="1364" y="531"/>
                </a:cubicBezTo>
                <a:cubicBezTo>
                  <a:pt x="1365" y="531"/>
                  <a:pt x="1365" y="531"/>
                  <a:pt x="1365" y="531"/>
                </a:cubicBezTo>
                <a:cubicBezTo>
                  <a:pt x="1366" y="531"/>
                  <a:pt x="1367" y="532"/>
                  <a:pt x="1367" y="532"/>
                </a:cubicBezTo>
                <a:cubicBezTo>
                  <a:pt x="1368" y="532"/>
                  <a:pt x="1369" y="533"/>
                  <a:pt x="1369" y="533"/>
                </a:cubicBezTo>
                <a:cubicBezTo>
                  <a:pt x="1370" y="534"/>
                  <a:pt x="1370" y="534"/>
                  <a:pt x="1370" y="534"/>
                </a:cubicBezTo>
                <a:cubicBezTo>
                  <a:pt x="1371" y="534"/>
                  <a:pt x="1370" y="535"/>
                  <a:pt x="1371" y="535"/>
                </a:cubicBezTo>
                <a:cubicBezTo>
                  <a:pt x="1371" y="535"/>
                  <a:pt x="1372" y="535"/>
                  <a:pt x="1372" y="535"/>
                </a:cubicBezTo>
                <a:cubicBezTo>
                  <a:pt x="1372" y="535"/>
                  <a:pt x="1373" y="535"/>
                  <a:pt x="1373" y="535"/>
                </a:cubicBezTo>
                <a:cubicBezTo>
                  <a:pt x="1373" y="535"/>
                  <a:pt x="1374" y="535"/>
                  <a:pt x="1374" y="535"/>
                </a:cubicBezTo>
                <a:cubicBezTo>
                  <a:pt x="1375" y="536"/>
                  <a:pt x="1376" y="535"/>
                  <a:pt x="1377" y="535"/>
                </a:cubicBezTo>
                <a:cubicBezTo>
                  <a:pt x="1377" y="535"/>
                  <a:pt x="1378" y="536"/>
                  <a:pt x="1378" y="536"/>
                </a:cubicBezTo>
                <a:cubicBezTo>
                  <a:pt x="1379" y="536"/>
                  <a:pt x="1379" y="537"/>
                  <a:pt x="1380" y="537"/>
                </a:cubicBezTo>
                <a:cubicBezTo>
                  <a:pt x="1380" y="537"/>
                  <a:pt x="1381" y="537"/>
                  <a:pt x="1381" y="538"/>
                </a:cubicBezTo>
                <a:cubicBezTo>
                  <a:pt x="1381" y="538"/>
                  <a:pt x="1381" y="538"/>
                  <a:pt x="1382" y="538"/>
                </a:cubicBezTo>
                <a:cubicBezTo>
                  <a:pt x="1382" y="539"/>
                  <a:pt x="1383" y="540"/>
                  <a:pt x="1383" y="540"/>
                </a:cubicBezTo>
                <a:cubicBezTo>
                  <a:pt x="1384" y="541"/>
                  <a:pt x="1384" y="541"/>
                  <a:pt x="1384" y="541"/>
                </a:cubicBezTo>
                <a:cubicBezTo>
                  <a:pt x="1385" y="542"/>
                  <a:pt x="1386" y="543"/>
                  <a:pt x="1386" y="544"/>
                </a:cubicBezTo>
                <a:cubicBezTo>
                  <a:pt x="1386" y="544"/>
                  <a:pt x="1386" y="545"/>
                  <a:pt x="1386" y="545"/>
                </a:cubicBezTo>
                <a:cubicBezTo>
                  <a:pt x="1386" y="546"/>
                  <a:pt x="1386" y="546"/>
                  <a:pt x="1386" y="546"/>
                </a:cubicBezTo>
                <a:cubicBezTo>
                  <a:pt x="1385" y="547"/>
                  <a:pt x="1385" y="548"/>
                  <a:pt x="1384" y="548"/>
                </a:cubicBezTo>
                <a:cubicBezTo>
                  <a:pt x="1384" y="548"/>
                  <a:pt x="1383" y="548"/>
                  <a:pt x="1383" y="548"/>
                </a:cubicBezTo>
                <a:cubicBezTo>
                  <a:pt x="1383" y="548"/>
                  <a:pt x="1383" y="548"/>
                  <a:pt x="1382" y="548"/>
                </a:cubicBezTo>
                <a:cubicBezTo>
                  <a:pt x="1382" y="548"/>
                  <a:pt x="1382" y="549"/>
                  <a:pt x="1381" y="549"/>
                </a:cubicBezTo>
                <a:cubicBezTo>
                  <a:pt x="1381" y="549"/>
                  <a:pt x="1381" y="549"/>
                  <a:pt x="1380" y="550"/>
                </a:cubicBezTo>
                <a:cubicBezTo>
                  <a:pt x="1380" y="550"/>
                  <a:pt x="1380" y="550"/>
                  <a:pt x="1380" y="551"/>
                </a:cubicBezTo>
                <a:cubicBezTo>
                  <a:pt x="1380" y="551"/>
                  <a:pt x="1380" y="551"/>
                  <a:pt x="1380" y="552"/>
                </a:cubicBezTo>
                <a:cubicBezTo>
                  <a:pt x="1380" y="553"/>
                  <a:pt x="1381" y="553"/>
                  <a:pt x="1382" y="553"/>
                </a:cubicBezTo>
                <a:cubicBezTo>
                  <a:pt x="1383" y="553"/>
                  <a:pt x="1384" y="553"/>
                  <a:pt x="1384" y="553"/>
                </a:cubicBezTo>
                <a:cubicBezTo>
                  <a:pt x="1385" y="552"/>
                  <a:pt x="1385" y="552"/>
                  <a:pt x="1385" y="552"/>
                </a:cubicBezTo>
                <a:cubicBezTo>
                  <a:pt x="1386" y="552"/>
                  <a:pt x="1385" y="551"/>
                  <a:pt x="1386" y="551"/>
                </a:cubicBezTo>
                <a:cubicBezTo>
                  <a:pt x="1386" y="551"/>
                  <a:pt x="1386" y="550"/>
                  <a:pt x="1387" y="550"/>
                </a:cubicBezTo>
                <a:cubicBezTo>
                  <a:pt x="1388" y="550"/>
                  <a:pt x="1388" y="550"/>
                  <a:pt x="1389" y="551"/>
                </a:cubicBezTo>
                <a:cubicBezTo>
                  <a:pt x="1390" y="551"/>
                  <a:pt x="1390" y="551"/>
                  <a:pt x="1390" y="552"/>
                </a:cubicBezTo>
                <a:cubicBezTo>
                  <a:pt x="1391" y="552"/>
                  <a:pt x="1391" y="552"/>
                  <a:pt x="1391" y="552"/>
                </a:cubicBezTo>
                <a:cubicBezTo>
                  <a:pt x="1392" y="553"/>
                  <a:pt x="1392" y="553"/>
                  <a:pt x="1392" y="553"/>
                </a:cubicBezTo>
                <a:cubicBezTo>
                  <a:pt x="1392" y="553"/>
                  <a:pt x="1393" y="553"/>
                  <a:pt x="1393" y="554"/>
                </a:cubicBezTo>
                <a:cubicBezTo>
                  <a:pt x="1393" y="554"/>
                  <a:pt x="1394" y="554"/>
                  <a:pt x="1394" y="554"/>
                </a:cubicBezTo>
                <a:cubicBezTo>
                  <a:pt x="1395" y="554"/>
                  <a:pt x="1395" y="554"/>
                  <a:pt x="1396" y="555"/>
                </a:cubicBezTo>
                <a:cubicBezTo>
                  <a:pt x="1397" y="555"/>
                  <a:pt x="1397" y="555"/>
                  <a:pt x="1397" y="555"/>
                </a:cubicBezTo>
                <a:cubicBezTo>
                  <a:pt x="1398" y="556"/>
                  <a:pt x="1398" y="556"/>
                  <a:pt x="1398" y="556"/>
                </a:cubicBezTo>
                <a:cubicBezTo>
                  <a:pt x="1399" y="556"/>
                  <a:pt x="1399" y="556"/>
                  <a:pt x="1400" y="556"/>
                </a:cubicBezTo>
                <a:cubicBezTo>
                  <a:pt x="1401" y="556"/>
                  <a:pt x="1401" y="556"/>
                  <a:pt x="1402" y="556"/>
                </a:cubicBezTo>
                <a:cubicBezTo>
                  <a:pt x="1403" y="556"/>
                  <a:pt x="1403" y="556"/>
                  <a:pt x="1404" y="556"/>
                </a:cubicBezTo>
                <a:cubicBezTo>
                  <a:pt x="1404" y="556"/>
                  <a:pt x="1405" y="556"/>
                  <a:pt x="1405" y="555"/>
                </a:cubicBezTo>
                <a:cubicBezTo>
                  <a:pt x="1405" y="555"/>
                  <a:pt x="1406" y="555"/>
                  <a:pt x="1406" y="555"/>
                </a:cubicBezTo>
                <a:cubicBezTo>
                  <a:pt x="1406" y="555"/>
                  <a:pt x="1406" y="554"/>
                  <a:pt x="1406" y="554"/>
                </a:cubicBezTo>
                <a:cubicBezTo>
                  <a:pt x="1406" y="553"/>
                  <a:pt x="1406" y="553"/>
                  <a:pt x="1406" y="552"/>
                </a:cubicBezTo>
                <a:cubicBezTo>
                  <a:pt x="1407" y="552"/>
                  <a:pt x="1407" y="552"/>
                  <a:pt x="1408" y="552"/>
                </a:cubicBezTo>
                <a:cubicBezTo>
                  <a:pt x="1408" y="552"/>
                  <a:pt x="1409" y="552"/>
                  <a:pt x="1409" y="551"/>
                </a:cubicBezTo>
                <a:cubicBezTo>
                  <a:pt x="1410" y="551"/>
                  <a:pt x="1410" y="551"/>
                  <a:pt x="1410" y="550"/>
                </a:cubicBezTo>
                <a:cubicBezTo>
                  <a:pt x="1411" y="550"/>
                  <a:pt x="1411" y="549"/>
                  <a:pt x="1412" y="549"/>
                </a:cubicBezTo>
                <a:cubicBezTo>
                  <a:pt x="1413" y="549"/>
                  <a:pt x="1413" y="549"/>
                  <a:pt x="1413" y="549"/>
                </a:cubicBezTo>
                <a:cubicBezTo>
                  <a:pt x="1413" y="549"/>
                  <a:pt x="1414" y="549"/>
                  <a:pt x="1414" y="549"/>
                </a:cubicBezTo>
                <a:cubicBezTo>
                  <a:pt x="1414" y="549"/>
                  <a:pt x="1415" y="549"/>
                  <a:pt x="1415" y="549"/>
                </a:cubicBezTo>
                <a:cubicBezTo>
                  <a:pt x="1415" y="549"/>
                  <a:pt x="1415" y="550"/>
                  <a:pt x="1416" y="550"/>
                </a:cubicBezTo>
                <a:cubicBezTo>
                  <a:pt x="1417" y="550"/>
                  <a:pt x="1417" y="550"/>
                  <a:pt x="1418" y="551"/>
                </a:cubicBezTo>
                <a:cubicBezTo>
                  <a:pt x="1418" y="551"/>
                  <a:pt x="1418" y="551"/>
                  <a:pt x="1419" y="551"/>
                </a:cubicBezTo>
                <a:cubicBezTo>
                  <a:pt x="1419" y="552"/>
                  <a:pt x="1419" y="552"/>
                  <a:pt x="1420" y="553"/>
                </a:cubicBezTo>
                <a:cubicBezTo>
                  <a:pt x="1420" y="553"/>
                  <a:pt x="1420" y="554"/>
                  <a:pt x="1420" y="554"/>
                </a:cubicBezTo>
                <a:cubicBezTo>
                  <a:pt x="1421" y="555"/>
                  <a:pt x="1422" y="555"/>
                  <a:pt x="1422" y="555"/>
                </a:cubicBezTo>
                <a:cubicBezTo>
                  <a:pt x="1422" y="556"/>
                  <a:pt x="1423" y="556"/>
                  <a:pt x="1423" y="556"/>
                </a:cubicBezTo>
                <a:cubicBezTo>
                  <a:pt x="1423" y="557"/>
                  <a:pt x="1424" y="558"/>
                  <a:pt x="1424" y="558"/>
                </a:cubicBezTo>
                <a:cubicBezTo>
                  <a:pt x="1424" y="559"/>
                  <a:pt x="1425" y="559"/>
                  <a:pt x="1425" y="559"/>
                </a:cubicBezTo>
                <a:cubicBezTo>
                  <a:pt x="1425" y="560"/>
                  <a:pt x="1425" y="560"/>
                  <a:pt x="1425" y="560"/>
                </a:cubicBezTo>
                <a:cubicBezTo>
                  <a:pt x="1426" y="561"/>
                  <a:pt x="1426" y="560"/>
                  <a:pt x="1427" y="560"/>
                </a:cubicBezTo>
                <a:cubicBezTo>
                  <a:pt x="1428" y="560"/>
                  <a:pt x="1429" y="560"/>
                  <a:pt x="1430" y="560"/>
                </a:cubicBezTo>
                <a:cubicBezTo>
                  <a:pt x="1431" y="560"/>
                  <a:pt x="1432" y="560"/>
                  <a:pt x="1432" y="560"/>
                </a:cubicBezTo>
                <a:cubicBezTo>
                  <a:pt x="1433" y="560"/>
                  <a:pt x="1434" y="561"/>
                  <a:pt x="1435" y="562"/>
                </a:cubicBezTo>
                <a:cubicBezTo>
                  <a:pt x="1435" y="562"/>
                  <a:pt x="1436" y="563"/>
                  <a:pt x="1437" y="563"/>
                </a:cubicBezTo>
                <a:cubicBezTo>
                  <a:pt x="1437" y="563"/>
                  <a:pt x="1437" y="564"/>
                  <a:pt x="1438" y="564"/>
                </a:cubicBezTo>
                <a:cubicBezTo>
                  <a:pt x="1439" y="564"/>
                  <a:pt x="1439" y="563"/>
                  <a:pt x="1439" y="563"/>
                </a:cubicBezTo>
                <a:cubicBezTo>
                  <a:pt x="1439" y="560"/>
                  <a:pt x="1439" y="560"/>
                  <a:pt x="1439" y="560"/>
                </a:cubicBezTo>
                <a:cubicBezTo>
                  <a:pt x="1439" y="560"/>
                  <a:pt x="1439" y="559"/>
                  <a:pt x="1438" y="559"/>
                </a:cubicBezTo>
                <a:cubicBezTo>
                  <a:pt x="1438" y="559"/>
                  <a:pt x="1438" y="559"/>
                  <a:pt x="1437" y="559"/>
                </a:cubicBezTo>
                <a:cubicBezTo>
                  <a:pt x="1437" y="559"/>
                  <a:pt x="1437" y="559"/>
                  <a:pt x="1436" y="559"/>
                </a:cubicBezTo>
                <a:cubicBezTo>
                  <a:pt x="1436" y="558"/>
                  <a:pt x="1436" y="558"/>
                  <a:pt x="1436" y="558"/>
                </a:cubicBezTo>
                <a:cubicBezTo>
                  <a:pt x="1436" y="557"/>
                  <a:pt x="1435" y="557"/>
                  <a:pt x="1435" y="557"/>
                </a:cubicBezTo>
                <a:cubicBezTo>
                  <a:pt x="1435" y="556"/>
                  <a:pt x="1434" y="556"/>
                  <a:pt x="1434" y="556"/>
                </a:cubicBezTo>
                <a:cubicBezTo>
                  <a:pt x="1434" y="556"/>
                  <a:pt x="1433" y="556"/>
                  <a:pt x="1433" y="556"/>
                </a:cubicBezTo>
                <a:cubicBezTo>
                  <a:pt x="1433" y="556"/>
                  <a:pt x="1432" y="556"/>
                  <a:pt x="1432" y="556"/>
                </a:cubicBezTo>
                <a:cubicBezTo>
                  <a:pt x="1432" y="556"/>
                  <a:pt x="1432" y="555"/>
                  <a:pt x="1431" y="555"/>
                </a:cubicBezTo>
                <a:cubicBezTo>
                  <a:pt x="1431" y="555"/>
                  <a:pt x="1431" y="555"/>
                  <a:pt x="1430" y="555"/>
                </a:cubicBezTo>
                <a:cubicBezTo>
                  <a:pt x="1430" y="555"/>
                  <a:pt x="1430" y="555"/>
                  <a:pt x="1429" y="555"/>
                </a:cubicBezTo>
                <a:cubicBezTo>
                  <a:pt x="1429" y="555"/>
                  <a:pt x="1428" y="555"/>
                  <a:pt x="1427" y="555"/>
                </a:cubicBezTo>
                <a:cubicBezTo>
                  <a:pt x="1427" y="549"/>
                  <a:pt x="1427" y="549"/>
                  <a:pt x="1427" y="549"/>
                </a:cubicBezTo>
                <a:cubicBezTo>
                  <a:pt x="1426" y="549"/>
                  <a:pt x="1425" y="549"/>
                  <a:pt x="1423" y="549"/>
                </a:cubicBezTo>
                <a:cubicBezTo>
                  <a:pt x="1423" y="544"/>
                  <a:pt x="1423" y="544"/>
                  <a:pt x="1423" y="544"/>
                </a:cubicBezTo>
                <a:cubicBezTo>
                  <a:pt x="1425" y="544"/>
                  <a:pt x="1425" y="544"/>
                  <a:pt x="1427" y="544"/>
                </a:cubicBezTo>
                <a:cubicBezTo>
                  <a:pt x="1427" y="543"/>
                  <a:pt x="1427" y="543"/>
                  <a:pt x="1427" y="543"/>
                </a:cubicBezTo>
                <a:cubicBezTo>
                  <a:pt x="1427" y="543"/>
                  <a:pt x="1426" y="542"/>
                  <a:pt x="1426" y="542"/>
                </a:cubicBezTo>
                <a:cubicBezTo>
                  <a:pt x="1426" y="542"/>
                  <a:pt x="1426" y="542"/>
                  <a:pt x="1425" y="541"/>
                </a:cubicBezTo>
                <a:cubicBezTo>
                  <a:pt x="1425" y="541"/>
                  <a:pt x="1425" y="541"/>
                  <a:pt x="1424" y="541"/>
                </a:cubicBezTo>
                <a:cubicBezTo>
                  <a:pt x="1420" y="541"/>
                  <a:pt x="1420" y="541"/>
                  <a:pt x="1420" y="541"/>
                </a:cubicBezTo>
                <a:cubicBezTo>
                  <a:pt x="1419" y="540"/>
                  <a:pt x="1419" y="540"/>
                  <a:pt x="1419" y="540"/>
                </a:cubicBezTo>
                <a:cubicBezTo>
                  <a:pt x="1419" y="539"/>
                  <a:pt x="1418" y="539"/>
                  <a:pt x="1418" y="539"/>
                </a:cubicBezTo>
                <a:cubicBezTo>
                  <a:pt x="1418" y="538"/>
                  <a:pt x="1418" y="538"/>
                  <a:pt x="1417" y="537"/>
                </a:cubicBezTo>
                <a:cubicBezTo>
                  <a:pt x="1417" y="537"/>
                  <a:pt x="1417" y="536"/>
                  <a:pt x="1417" y="536"/>
                </a:cubicBezTo>
                <a:cubicBezTo>
                  <a:pt x="1417" y="536"/>
                  <a:pt x="1417" y="536"/>
                  <a:pt x="1416" y="536"/>
                </a:cubicBezTo>
                <a:cubicBezTo>
                  <a:pt x="1416" y="535"/>
                  <a:pt x="1416" y="535"/>
                  <a:pt x="1415" y="535"/>
                </a:cubicBezTo>
                <a:cubicBezTo>
                  <a:pt x="1415" y="535"/>
                  <a:pt x="1415" y="534"/>
                  <a:pt x="1414" y="534"/>
                </a:cubicBezTo>
                <a:cubicBezTo>
                  <a:pt x="1414" y="534"/>
                  <a:pt x="1414" y="534"/>
                  <a:pt x="1413" y="533"/>
                </a:cubicBezTo>
                <a:cubicBezTo>
                  <a:pt x="1413" y="533"/>
                  <a:pt x="1412" y="532"/>
                  <a:pt x="1412" y="531"/>
                </a:cubicBezTo>
                <a:cubicBezTo>
                  <a:pt x="1411" y="531"/>
                  <a:pt x="1411" y="531"/>
                  <a:pt x="1411" y="531"/>
                </a:cubicBezTo>
                <a:cubicBezTo>
                  <a:pt x="1410" y="531"/>
                  <a:pt x="1409" y="531"/>
                  <a:pt x="1408" y="531"/>
                </a:cubicBezTo>
                <a:cubicBezTo>
                  <a:pt x="1408" y="531"/>
                  <a:pt x="1407" y="531"/>
                  <a:pt x="1406" y="530"/>
                </a:cubicBezTo>
                <a:cubicBezTo>
                  <a:pt x="1406" y="530"/>
                  <a:pt x="1406" y="529"/>
                  <a:pt x="1406" y="529"/>
                </a:cubicBezTo>
                <a:cubicBezTo>
                  <a:pt x="1406" y="529"/>
                  <a:pt x="1405" y="529"/>
                  <a:pt x="1405" y="529"/>
                </a:cubicBezTo>
                <a:cubicBezTo>
                  <a:pt x="1405" y="529"/>
                  <a:pt x="1404" y="529"/>
                  <a:pt x="1404" y="529"/>
                </a:cubicBezTo>
                <a:cubicBezTo>
                  <a:pt x="1403" y="529"/>
                  <a:pt x="1402" y="528"/>
                  <a:pt x="1402" y="528"/>
                </a:cubicBezTo>
                <a:cubicBezTo>
                  <a:pt x="1401" y="528"/>
                  <a:pt x="1401" y="527"/>
                  <a:pt x="1400" y="527"/>
                </a:cubicBezTo>
                <a:cubicBezTo>
                  <a:pt x="1400" y="527"/>
                  <a:pt x="1399" y="526"/>
                  <a:pt x="1399" y="526"/>
                </a:cubicBezTo>
                <a:cubicBezTo>
                  <a:pt x="1399" y="526"/>
                  <a:pt x="1398" y="526"/>
                  <a:pt x="1398" y="526"/>
                </a:cubicBezTo>
                <a:cubicBezTo>
                  <a:pt x="1397" y="526"/>
                  <a:pt x="1396" y="526"/>
                  <a:pt x="1395" y="526"/>
                </a:cubicBezTo>
                <a:cubicBezTo>
                  <a:pt x="1395" y="526"/>
                  <a:pt x="1394" y="526"/>
                  <a:pt x="1394" y="526"/>
                </a:cubicBezTo>
                <a:cubicBezTo>
                  <a:pt x="1393" y="526"/>
                  <a:pt x="1392" y="526"/>
                  <a:pt x="1391" y="526"/>
                </a:cubicBezTo>
                <a:cubicBezTo>
                  <a:pt x="1390" y="526"/>
                  <a:pt x="1390" y="525"/>
                  <a:pt x="1389" y="525"/>
                </a:cubicBezTo>
                <a:cubicBezTo>
                  <a:pt x="1388" y="524"/>
                  <a:pt x="1388" y="524"/>
                  <a:pt x="1387" y="524"/>
                </a:cubicBezTo>
                <a:cubicBezTo>
                  <a:pt x="1387" y="523"/>
                  <a:pt x="1387" y="523"/>
                  <a:pt x="1386" y="523"/>
                </a:cubicBezTo>
                <a:cubicBezTo>
                  <a:pt x="1386" y="523"/>
                  <a:pt x="1385" y="523"/>
                  <a:pt x="1385" y="523"/>
                </a:cubicBezTo>
                <a:cubicBezTo>
                  <a:pt x="1384" y="523"/>
                  <a:pt x="1384" y="522"/>
                  <a:pt x="1383" y="522"/>
                </a:cubicBezTo>
                <a:cubicBezTo>
                  <a:pt x="1383" y="522"/>
                  <a:pt x="1382" y="522"/>
                  <a:pt x="1382" y="522"/>
                </a:cubicBezTo>
                <a:cubicBezTo>
                  <a:pt x="1382" y="522"/>
                  <a:pt x="1382" y="523"/>
                  <a:pt x="1381" y="523"/>
                </a:cubicBezTo>
                <a:cubicBezTo>
                  <a:pt x="1381" y="524"/>
                  <a:pt x="1380" y="524"/>
                  <a:pt x="1379" y="524"/>
                </a:cubicBezTo>
                <a:cubicBezTo>
                  <a:pt x="1378" y="524"/>
                  <a:pt x="1378" y="524"/>
                  <a:pt x="1377" y="524"/>
                </a:cubicBezTo>
                <a:cubicBezTo>
                  <a:pt x="1377" y="524"/>
                  <a:pt x="1377" y="524"/>
                  <a:pt x="1376" y="525"/>
                </a:cubicBezTo>
                <a:cubicBezTo>
                  <a:pt x="1376" y="525"/>
                  <a:pt x="1375" y="525"/>
                  <a:pt x="1375" y="525"/>
                </a:cubicBezTo>
                <a:cubicBezTo>
                  <a:pt x="1375" y="526"/>
                  <a:pt x="1376" y="527"/>
                  <a:pt x="1375" y="527"/>
                </a:cubicBezTo>
                <a:cubicBezTo>
                  <a:pt x="1375" y="528"/>
                  <a:pt x="1375" y="528"/>
                  <a:pt x="1375" y="528"/>
                </a:cubicBezTo>
                <a:cubicBezTo>
                  <a:pt x="1375" y="529"/>
                  <a:pt x="1374" y="529"/>
                  <a:pt x="1374" y="529"/>
                </a:cubicBezTo>
                <a:cubicBezTo>
                  <a:pt x="1373" y="529"/>
                  <a:pt x="1373" y="529"/>
                  <a:pt x="1372" y="529"/>
                </a:cubicBezTo>
                <a:cubicBezTo>
                  <a:pt x="1371" y="529"/>
                  <a:pt x="1371" y="529"/>
                  <a:pt x="1370" y="529"/>
                </a:cubicBezTo>
                <a:cubicBezTo>
                  <a:pt x="1369" y="529"/>
                  <a:pt x="1369" y="529"/>
                  <a:pt x="1368" y="528"/>
                </a:cubicBezTo>
                <a:cubicBezTo>
                  <a:pt x="1368" y="528"/>
                  <a:pt x="1368" y="528"/>
                  <a:pt x="1367" y="527"/>
                </a:cubicBezTo>
                <a:cubicBezTo>
                  <a:pt x="1367" y="527"/>
                  <a:pt x="1368" y="527"/>
                  <a:pt x="1367" y="526"/>
                </a:cubicBezTo>
                <a:cubicBezTo>
                  <a:pt x="1367" y="526"/>
                  <a:pt x="1366" y="526"/>
                  <a:pt x="1365" y="526"/>
                </a:cubicBezTo>
                <a:cubicBezTo>
                  <a:pt x="1365" y="526"/>
                  <a:pt x="1365" y="526"/>
                  <a:pt x="1364" y="526"/>
                </a:cubicBezTo>
                <a:cubicBezTo>
                  <a:pt x="1364" y="526"/>
                  <a:pt x="1364" y="526"/>
                  <a:pt x="1364" y="526"/>
                </a:cubicBezTo>
                <a:cubicBezTo>
                  <a:pt x="1363" y="527"/>
                  <a:pt x="1363" y="527"/>
                  <a:pt x="1363" y="527"/>
                </a:cubicBezTo>
                <a:cubicBezTo>
                  <a:pt x="1357" y="527"/>
                  <a:pt x="1357" y="527"/>
                  <a:pt x="1357" y="527"/>
                </a:cubicBezTo>
                <a:cubicBezTo>
                  <a:pt x="1357" y="529"/>
                  <a:pt x="1357" y="529"/>
                  <a:pt x="1357" y="529"/>
                </a:cubicBezTo>
                <a:cubicBezTo>
                  <a:pt x="1357" y="529"/>
                  <a:pt x="1357" y="529"/>
                  <a:pt x="1358" y="529"/>
                </a:cubicBezTo>
                <a:cubicBezTo>
                  <a:pt x="1358" y="529"/>
                  <a:pt x="1358" y="529"/>
                  <a:pt x="1359" y="530"/>
                </a:cubicBezTo>
                <a:cubicBezTo>
                  <a:pt x="1359" y="530"/>
                  <a:pt x="1359" y="530"/>
                  <a:pt x="1359" y="531"/>
                </a:cubicBezTo>
                <a:cubicBezTo>
                  <a:pt x="1359" y="531"/>
                  <a:pt x="1359" y="532"/>
                  <a:pt x="1359" y="533"/>
                </a:cubicBezTo>
                <a:cubicBezTo>
                  <a:pt x="1360" y="533"/>
                  <a:pt x="1360" y="533"/>
                  <a:pt x="1360" y="533"/>
                </a:cubicBezTo>
                <a:cubicBezTo>
                  <a:pt x="1360" y="532"/>
                  <a:pt x="1360" y="532"/>
                  <a:pt x="1360" y="532"/>
                </a:cubicBezTo>
                <a:moveTo>
                  <a:pt x="1322" y="521"/>
                </a:moveTo>
                <a:cubicBezTo>
                  <a:pt x="1322" y="521"/>
                  <a:pt x="1322" y="521"/>
                  <a:pt x="1321" y="521"/>
                </a:cubicBezTo>
                <a:cubicBezTo>
                  <a:pt x="1321" y="521"/>
                  <a:pt x="1321" y="522"/>
                  <a:pt x="1321" y="522"/>
                </a:cubicBezTo>
                <a:cubicBezTo>
                  <a:pt x="1321" y="523"/>
                  <a:pt x="1322" y="523"/>
                  <a:pt x="1322" y="523"/>
                </a:cubicBezTo>
                <a:cubicBezTo>
                  <a:pt x="1323" y="523"/>
                  <a:pt x="1323" y="523"/>
                  <a:pt x="1323" y="523"/>
                </a:cubicBezTo>
                <a:cubicBezTo>
                  <a:pt x="1324" y="523"/>
                  <a:pt x="1324" y="523"/>
                  <a:pt x="1324" y="523"/>
                </a:cubicBezTo>
                <a:cubicBezTo>
                  <a:pt x="1325" y="523"/>
                  <a:pt x="1325" y="523"/>
                  <a:pt x="1326" y="523"/>
                </a:cubicBezTo>
                <a:cubicBezTo>
                  <a:pt x="1326" y="523"/>
                  <a:pt x="1327" y="523"/>
                  <a:pt x="1328" y="523"/>
                </a:cubicBezTo>
                <a:cubicBezTo>
                  <a:pt x="1328" y="523"/>
                  <a:pt x="1327" y="523"/>
                  <a:pt x="1327" y="523"/>
                </a:cubicBezTo>
                <a:cubicBezTo>
                  <a:pt x="1327" y="522"/>
                  <a:pt x="1327" y="522"/>
                  <a:pt x="1327" y="521"/>
                </a:cubicBezTo>
                <a:cubicBezTo>
                  <a:pt x="1327" y="521"/>
                  <a:pt x="1326" y="521"/>
                  <a:pt x="1326" y="521"/>
                </a:cubicBezTo>
                <a:cubicBezTo>
                  <a:pt x="1323" y="521"/>
                  <a:pt x="1323" y="521"/>
                  <a:pt x="1323" y="521"/>
                </a:cubicBezTo>
                <a:cubicBezTo>
                  <a:pt x="1323" y="521"/>
                  <a:pt x="1323" y="521"/>
                  <a:pt x="1322" y="521"/>
                </a:cubicBezTo>
                <a:moveTo>
                  <a:pt x="1371" y="518"/>
                </a:moveTo>
                <a:cubicBezTo>
                  <a:pt x="1371" y="518"/>
                  <a:pt x="1372" y="518"/>
                  <a:pt x="1372" y="519"/>
                </a:cubicBezTo>
                <a:cubicBezTo>
                  <a:pt x="1372" y="519"/>
                  <a:pt x="1372" y="520"/>
                  <a:pt x="1372" y="520"/>
                </a:cubicBezTo>
                <a:cubicBezTo>
                  <a:pt x="1372" y="521"/>
                  <a:pt x="1372" y="522"/>
                  <a:pt x="1372" y="523"/>
                </a:cubicBezTo>
                <a:cubicBezTo>
                  <a:pt x="1377" y="523"/>
                  <a:pt x="1377" y="523"/>
                  <a:pt x="1377" y="523"/>
                </a:cubicBezTo>
                <a:cubicBezTo>
                  <a:pt x="1377" y="522"/>
                  <a:pt x="1377" y="522"/>
                  <a:pt x="1377" y="522"/>
                </a:cubicBezTo>
                <a:cubicBezTo>
                  <a:pt x="1375" y="522"/>
                  <a:pt x="1375" y="522"/>
                  <a:pt x="1375" y="522"/>
                </a:cubicBezTo>
                <a:cubicBezTo>
                  <a:pt x="1375" y="521"/>
                  <a:pt x="1375" y="520"/>
                  <a:pt x="1375" y="520"/>
                </a:cubicBezTo>
                <a:cubicBezTo>
                  <a:pt x="1375" y="519"/>
                  <a:pt x="1374" y="519"/>
                  <a:pt x="1374" y="519"/>
                </a:cubicBezTo>
                <a:cubicBezTo>
                  <a:pt x="1374" y="518"/>
                  <a:pt x="1375" y="518"/>
                  <a:pt x="1375" y="518"/>
                </a:cubicBezTo>
                <a:cubicBezTo>
                  <a:pt x="1373" y="518"/>
                  <a:pt x="1373" y="518"/>
                  <a:pt x="1371" y="518"/>
                </a:cubicBezTo>
                <a:moveTo>
                  <a:pt x="1351" y="518"/>
                </a:moveTo>
                <a:cubicBezTo>
                  <a:pt x="1351" y="518"/>
                  <a:pt x="1351" y="518"/>
                  <a:pt x="1350" y="518"/>
                </a:cubicBezTo>
                <a:cubicBezTo>
                  <a:pt x="1350" y="518"/>
                  <a:pt x="1349" y="519"/>
                  <a:pt x="1348" y="519"/>
                </a:cubicBezTo>
                <a:cubicBezTo>
                  <a:pt x="1349" y="520"/>
                  <a:pt x="1349" y="520"/>
                  <a:pt x="1349" y="520"/>
                </a:cubicBezTo>
                <a:cubicBezTo>
                  <a:pt x="1349" y="520"/>
                  <a:pt x="1349" y="520"/>
                  <a:pt x="1350" y="520"/>
                </a:cubicBezTo>
                <a:cubicBezTo>
                  <a:pt x="1350" y="520"/>
                  <a:pt x="1350" y="521"/>
                  <a:pt x="1351" y="521"/>
                </a:cubicBezTo>
                <a:cubicBezTo>
                  <a:pt x="1351" y="521"/>
                  <a:pt x="1351" y="521"/>
                  <a:pt x="1351" y="521"/>
                </a:cubicBezTo>
                <a:cubicBezTo>
                  <a:pt x="1352" y="521"/>
                  <a:pt x="1352" y="521"/>
                  <a:pt x="1352" y="521"/>
                </a:cubicBezTo>
                <a:cubicBezTo>
                  <a:pt x="1353" y="521"/>
                  <a:pt x="1353" y="521"/>
                  <a:pt x="1354" y="521"/>
                </a:cubicBezTo>
                <a:cubicBezTo>
                  <a:pt x="1354" y="521"/>
                  <a:pt x="1354" y="522"/>
                  <a:pt x="1355" y="522"/>
                </a:cubicBezTo>
                <a:cubicBezTo>
                  <a:pt x="1355" y="522"/>
                  <a:pt x="1355" y="523"/>
                  <a:pt x="1355" y="523"/>
                </a:cubicBezTo>
                <a:cubicBezTo>
                  <a:pt x="1355" y="523"/>
                  <a:pt x="1355" y="524"/>
                  <a:pt x="1356" y="524"/>
                </a:cubicBezTo>
                <a:cubicBezTo>
                  <a:pt x="1356" y="524"/>
                  <a:pt x="1356" y="524"/>
                  <a:pt x="1356" y="524"/>
                </a:cubicBezTo>
                <a:cubicBezTo>
                  <a:pt x="1357" y="524"/>
                  <a:pt x="1357" y="524"/>
                  <a:pt x="1357" y="524"/>
                </a:cubicBezTo>
                <a:cubicBezTo>
                  <a:pt x="1358" y="524"/>
                  <a:pt x="1358" y="524"/>
                  <a:pt x="1359" y="524"/>
                </a:cubicBezTo>
                <a:cubicBezTo>
                  <a:pt x="1359" y="524"/>
                  <a:pt x="1359" y="523"/>
                  <a:pt x="1359" y="523"/>
                </a:cubicBezTo>
                <a:cubicBezTo>
                  <a:pt x="1360" y="523"/>
                  <a:pt x="1360" y="524"/>
                  <a:pt x="1360" y="524"/>
                </a:cubicBezTo>
                <a:cubicBezTo>
                  <a:pt x="1361" y="524"/>
                  <a:pt x="1361" y="524"/>
                  <a:pt x="1361" y="524"/>
                </a:cubicBezTo>
                <a:cubicBezTo>
                  <a:pt x="1362" y="524"/>
                  <a:pt x="1362" y="524"/>
                  <a:pt x="1363" y="524"/>
                </a:cubicBezTo>
                <a:cubicBezTo>
                  <a:pt x="1363" y="524"/>
                  <a:pt x="1364" y="524"/>
                  <a:pt x="1364" y="524"/>
                </a:cubicBezTo>
                <a:cubicBezTo>
                  <a:pt x="1365" y="524"/>
                  <a:pt x="1365" y="523"/>
                  <a:pt x="1365" y="523"/>
                </a:cubicBezTo>
                <a:cubicBezTo>
                  <a:pt x="1365" y="523"/>
                  <a:pt x="1365" y="522"/>
                  <a:pt x="1365" y="522"/>
                </a:cubicBezTo>
                <a:cubicBezTo>
                  <a:pt x="1365" y="522"/>
                  <a:pt x="1364" y="522"/>
                  <a:pt x="1364" y="522"/>
                </a:cubicBezTo>
                <a:cubicBezTo>
                  <a:pt x="1364" y="521"/>
                  <a:pt x="1364" y="520"/>
                  <a:pt x="1364" y="519"/>
                </a:cubicBezTo>
                <a:cubicBezTo>
                  <a:pt x="1364" y="518"/>
                  <a:pt x="1364" y="518"/>
                  <a:pt x="1364" y="518"/>
                </a:cubicBezTo>
                <a:cubicBezTo>
                  <a:pt x="1364" y="517"/>
                  <a:pt x="1364" y="517"/>
                  <a:pt x="1363" y="517"/>
                </a:cubicBezTo>
                <a:cubicBezTo>
                  <a:pt x="1363" y="517"/>
                  <a:pt x="1363" y="517"/>
                  <a:pt x="1362" y="516"/>
                </a:cubicBezTo>
                <a:cubicBezTo>
                  <a:pt x="1362" y="516"/>
                  <a:pt x="1361" y="516"/>
                  <a:pt x="1360" y="516"/>
                </a:cubicBezTo>
                <a:cubicBezTo>
                  <a:pt x="1359" y="516"/>
                  <a:pt x="1359" y="516"/>
                  <a:pt x="1358" y="516"/>
                </a:cubicBezTo>
                <a:cubicBezTo>
                  <a:pt x="1358" y="517"/>
                  <a:pt x="1358" y="517"/>
                  <a:pt x="1357" y="517"/>
                </a:cubicBezTo>
                <a:cubicBezTo>
                  <a:pt x="1357" y="517"/>
                  <a:pt x="1356" y="517"/>
                  <a:pt x="1355" y="517"/>
                </a:cubicBezTo>
                <a:cubicBezTo>
                  <a:pt x="1355" y="517"/>
                  <a:pt x="1354" y="517"/>
                  <a:pt x="1353" y="517"/>
                </a:cubicBezTo>
                <a:cubicBezTo>
                  <a:pt x="1353" y="517"/>
                  <a:pt x="1353" y="518"/>
                  <a:pt x="1352" y="518"/>
                </a:cubicBezTo>
                <a:cubicBezTo>
                  <a:pt x="1352" y="518"/>
                  <a:pt x="1352" y="518"/>
                  <a:pt x="1351" y="519"/>
                </a:cubicBezTo>
                <a:cubicBezTo>
                  <a:pt x="1351" y="519"/>
                  <a:pt x="1351" y="519"/>
                  <a:pt x="1351" y="520"/>
                </a:cubicBezTo>
                <a:lnTo>
                  <a:pt x="1351" y="518"/>
                </a:lnTo>
                <a:close/>
                <a:moveTo>
                  <a:pt x="1350" y="516"/>
                </a:moveTo>
                <a:cubicBezTo>
                  <a:pt x="1351" y="516"/>
                  <a:pt x="1352" y="515"/>
                  <a:pt x="1352" y="514"/>
                </a:cubicBezTo>
                <a:cubicBezTo>
                  <a:pt x="1352" y="514"/>
                  <a:pt x="1351" y="513"/>
                  <a:pt x="1351" y="513"/>
                </a:cubicBezTo>
                <a:cubicBezTo>
                  <a:pt x="1350" y="513"/>
                  <a:pt x="1350" y="512"/>
                  <a:pt x="1350" y="512"/>
                </a:cubicBezTo>
                <a:cubicBezTo>
                  <a:pt x="1349" y="512"/>
                  <a:pt x="1349" y="512"/>
                  <a:pt x="1349" y="512"/>
                </a:cubicBezTo>
                <a:cubicBezTo>
                  <a:pt x="1349" y="512"/>
                  <a:pt x="1348" y="512"/>
                  <a:pt x="1348" y="512"/>
                </a:cubicBezTo>
                <a:cubicBezTo>
                  <a:pt x="1348" y="513"/>
                  <a:pt x="1348" y="513"/>
                  <a:pt x="1348" y="513"/>
                </a:cubicBezTo>
                <a:cubicBezTo>
                  <a:pt x="1347" y="514"/>
                  <a:pt x="1347" y="515"/>
                  <a:pt x="1347" y="515"/>
                </a:cubicBezTo>
                <a:cubicBezTo>
                  <a:pt x="1347" y="516"/>
                  <a:pt x="1348" y="516"/>
                  <a:pt x="1349" y="516"/>
                </a:cubicBezTo>
                <a:cubicBezTo>
                  <a:pt x="1349" y="517"/>
                  <a:pt x="1350" y="516"/>
                  <a:pt x="1350" y="516"/>
                </a:cubicBezTo>
                <a:moveTo>
                  <a:pt x="1346" y="522"/>
                </a:moveTo>
                <a:cubicBezTo>
                  <a:pt x="1346" y="523"/>
                  <a:pt x="1346" y="523"/>
                  <a:pt x="1346" y="523"/>
                </a:cubicBezTo>
                <a:cubicBezTo>
                  <a:pt x="1346" y="524"/>
                  <a:pt x="1346" y="524"/>
                  <a:pt x="1346" y="525"/>
                </a:cubicBezTo>
                <a:cubicBezTo>
                  <a:pt x="1347" y="525"/>
                  <a:pt x="1348" y="525"/>
                  <a:pt x="1349" y="525"/>
                </a:cubicBezTo>
                <a:cubicBezTo>
                  <a:pt x="1349" y="522"/>
                  <a:pt x="1349" y="522"/>
                  <a:pt x="1349" y="522"/>
                </a:cubicBezTo>
                <a:cubicBezTo>
                  <a:pt x="1346" y="522"/>
                  <a:pt x="1346" y="522"/>
                  <a:pt x="1346" y="522"/>
                </a:cubicBezTo>
                <a:cubicBezTo>
                  <a:pt x="1346" y="523"/>
                  <a:pt x="1346" y="523"/>
                  <a:pt x="1346" y="523"/>
                </a:cubicBezTo>
                <a:lnTo>
                  <a:pt x="1346" y="522"/>
                </a:lnTo>
                <a:close/>
                <a:moveTo>
                  <a:pt x="1337" y="528"/>
                </a:moveTo>
                <a:cubicBezTo>
                  <a:pt x="1337" y="528"/>
                  <a:pt x="1337" y="528"/>
                  <a:pt x="1337" y="529"/>
                </a:cubicBezTo>
                <a:cubicBezTo>
                  <a:pt x="1337" y="529"/>
                  <a:pt x="1337" y="529"/>
                  <a:pt x="1337" y="530"/>
                </a:cubicBezTo>
                <a:cubicBezTo>
                  <a:pt x="1340" y="530"/>
                  <a:pt x="1340" y="530"/>
                  <a:pt x="1340" y="530"/>
                </a:cubicBezTo>
                <a:cubicBezTo>
                  <a:pt x="1341" y="530"/>
                  <a:pt x="1341" y="529"/>
                  <a:pt x="1342" y="529"/>
                </a:cubicBezTo>
                <a:cubicBezTo>
                  <a:pt x="1342" y="529"/>
                  <a:pt x="1343" y="530"/>
                  <a:pt x="1343" y="530"/>
                </a:cubicBezTo>
                <a:cubicBezTo>
                  <a:pt x="1344" y="530"/>
                  <a:pt x="1344" y="530"/>
                  <a:pt x="1344" y="530"/>
                </a:cubicBezTo>
                <a:cubicBezTo>
                  <a:pt x="1344" y="530"/>
                  <a:pt x="1345" y="530"/>
                  <a:pt x="1345" y="530"/>
                </a:cubicBezTo>
                <a:cubicBezTo>
                  <a:pt x="1345" y="530"/>
                  <a:pt x="1346" y="530"/>
                  <a:pt x="1346" y="530"/>
                </a:cubicBezTo>
                <a:cubicBezTo>
                  <a:pt x="1346" y="530"/>
                  <a:pt x="1346" y="530"/>
                  <a:pt x="1347" y="530"/>
                </a:cubicBezTo>
                <a:cubicBezTo>
                  <a:pt x="1347" y="531"/>
                  <a:pt x="1347" y="531"/>
                  <a:pt x="1348" y="531"/>
                </a:cubicBezTo>
                <a:cubicBezTo>
                  <a:pt x="1348" y="531"/>
                  <a:pt x="1349" y="531"/>
                  <a:pt x="1350" y="531"/>
                </a:cubicBezTo>
                <a:cubicBezTo>
                  <a:pt x="1350" y="530"/>
                  <a:pt x="1350" y="529"/>
                  <a:pt x="1350" y="528"/>
                </a:cubicBezTo>
                <a:cubicBezTo>
                  <a:pt x="1349" y="528"/>
                  <a:pt x="1348" y="528"/>
                  <a:pt x="1347" y="528"/>
                </a:cubicBezTo>
                <a:cubicBezTo>
                  <a:pt x="1347" y="528"/>
                  <a:pt x="1346" y="528"/>
                  <a:pt x="1345" y="528"/>
                </a:cubicBezTo>
                <a:cubicBezTo>
                  <a:pt x="1345" y="528"/>
                  <a:pt x="1345" y="528"/>
                  <a:pt x="1344" y="528"/>
                </a:cubicBezTo>
                <a:cubicBezTo>
                  <a:pt x="1343" y="528"/>
                  <a:pt x="1343" y="528"/>
                  <a:pt x="1343" y="528"/>
                </a:cubicBezTo>
                <a:cubicBezTo>
                  <a:pt x="1343" y="528"/>
                  <a:pt x="1342" y="527"/>
                  <a:pt x="1342" y="527"/>
                </a:cubicBezTo>
                <a:cubicBezTo>
                  <a:pt x="1341" y="527"/>
                  <a:pt x="1340" y="527"/>
                  <a:pt x="1339" y="527"/>
                </a:cubicBezTo>
                <a:cubicBezTo>
                  <a:pt x="1339" y="527"/>
                  <a:pt x="1338" y="527"/>
                  <a:pt x="1338" y="527"/>
                </a:cubicBezTo>
                <a:cubicBezTo>
                  <a:pt x="1338" y="527"/>
                  <a:pt x="1338" y="528"/>
                  <a:pt x="1338" y="528"/>
                </a:cubicBezTo>
                <a:cubicBezTo>
                  <a:pt x="1337" y="528"/>
                  <a:pt x="1337" y="528"/>
                  <a:pt x="1337" y="529"/>
                </a:cubicBezTo>
                <a:lnTo>
                  <a:pt x="1337" y="528"/>
                </a:lnTo>
                <a:close/>
                <a:moveTo>
                  <a:pt x="1333" y="529"/>
                </a:moveTo>
                <a:cubicBezTo>
                  <a:pt x="1333" y="528"/>
                  <a:pt x="1332" y="528"/>
                  <a:pt x="1331" y="528"/>
                </a:cubicBezTo>
                <a:cubicBezTo>
                  <a:pt x="1331" y="528"/>
                  <a:pt x="1330" y="528"/>
                  <a:pt x="1330" y="528"/>
                </a:cubicBezTo>
                <a:cubicBezTo>
                  <a:pt x="1329" y="529"/>
                  <a:pt x="1329" y="529"/>
                  <a:pt x="1329" y="529"/>
                </a:cubicBezTo>
                <a:cubicBezTo>
                  <a:pt x="1330" y="530"/>
                  <a:pt x="1330" y="530"/>
                  <a:pt x="1330" y="530"/>
                </a:cubicBezTo>
                <a:cubicBezTo>
                  <a:pt x="1331" y="531"/>
                  <a:pt x="1331" y="531"/>
                  <a:pt x="1331" y="531"/>
                </a:cubicBezTo>
                <a:cubicBezTo>
                  <a:pt x="1331" y="531"/>
                  <a:pt x="1332" y="531"/>
                  <a:pt x="1332" y="531"/>
                </a:cubicBezTo>
                <a:cubicBezTo>
                  <a:pt x="1334" y="531"/>
                  <a:pt x="1334" y="531"/>
                  <a:pt x="1334" y="531"/>
                </a:cubicBezTo>
                <a:cubicBezTo>
                  <a:pt x="1334" y="529"/>
                  <a:pt x="1334" y="529"/>
                  <a:pt x="1334" y="529"/>
                </a:cubicBezTo>
                <a:cubicBezTo>
                  <a:pt x="1334" y="529"/>
                  <a:pt x="1334" y="529"/>
                  <a:pt x="1333" y="529"/>
                </a:cubicBezTo>
                <a:moveTo>
                  <a:pt x="1339" y="503"/>
                </a:moveTo>
                <a:cubicBezTo>
                  <a:pt x="1339" y="503"/>
                  <a:pt x="1338" y="504"/>
                  <a:pt x="1338" y="505"/>
                </a:cubicBezTo>
                <a:cubicBezTo>
                  <a:pt x="1337" y="505"/>
                  <a:pt x="1337" y="505"/>
                  <a:pt x="1337" y="506"/>
                </a:cubicBezTo>
                <a:cubicBezTo>
                  <a:pt x="1336" y="506"/>
                  <a:pt x="1336" y="506"/>
                  <a:pt x="1336" y="506"/>
                </a:cubicBezTo>
                <a:cubicBezTo>
                  <a:pt x="1335" y="506"/>
                  <a:pt x="1335" y="506"/>
                  <a:pt x="1335" y="506"/>
                </a:cubicBezTo>
                <a:cubicBezTo>
                  <a:pt x="1334" y="506"/>
                  <a:pt x="1335" y="507"/>
                  <a:pt x="1334" y="507"/>
                </a:cubicBezTo>
                <a:cubicBezTo>
                  <a:pt x="1334" y="508"/>
                  <a:pt x="1334" y="508"/>
                  <a:pt x="1334" y="508"/>
                </a:cubicBezTo>
                <a:cubicBezTo>
                  <a:pt x="1334" y="509"/>
                  <a:pt x="1335" y="509"/>
                  <a:pt x="1335" y="510"/>
                </a:cubicBezTo>
                <a:cubicBezTo>
                  <a:pt x="1335" y="510"/>
                  <a:pt x="1335" y="511"/>
                  <a:pt x="1335" y="511"/>
                </a:cubicBezTo>
                <a:cubicBezTo>
                  <a:pt x="1335" y="512"/>
                  <a:pt x="1335" y="512"/>
                  <a:pt x="1335" y="513"/>
                </a:cubicBezTo>
                <a:cubicBezTo>
                  <a:pt x="1335" y="513"/>
                  <a:pt x="1334" y="513"/>
                  <a:pt x="1334" y="514"/>
                </a:cubicBezTo>
                <a:cubicBezTo>
                  <a:pt x="1334" y="515"/>
                  <a:pt x="1333" y="515"/>
                  <a:pt x="1333" y="516"/>
                </a:cubicBezTo>
                <a:cubicBezTo>
                  <a:pt x="1333" y="516"/>
                  <a:pt x="1334" y="516"/>
                  <a:pt x="1334" y="517"/>
                </a:cubicBezTo>
                <a:cubicBezTo>
                  <a:pt x="1334" y="517"/>
                  <a:pt x="1333" y="518"/>
                  <a:pt x="1333" y="519"/>
                </a:cubicBezTo>
                <a:cubicBezTo>
                  <a:pt x="1334" y="519"/>
                  <a:pt x="1334" y="519"/>
                  <a:pt x="1334" y="519"/>
                </a:cubicBezTo>
                <a:cubicBezTo>
                  <a:pt x="1335" y="519"/>
                  <a:pt x="1335" y="519"/>
                  <a:pt x="1335" y="519"/>
                </a:cubicBezTo>
                <a:cubicBezTo>
                  <a:pt x="1336" y="519"/>
                  <a:pt x="1337" y="519"/>
                  <a:pt x="1337" y="519"/>
                </a:cubicBezTo>
                <a:cubicBezTo>
                  <a:pt x="1337" y="518"/>
                  <a:pt x="1338" y="517"/>
                  <a:pt x="1338" y="516"/>
                </a:cubicBezTo>
                <a:cubicBezTo>
                  <a:pt x="1338" y="515"/>
                  <a:pt x="1337" y="515"/>
                  <a:pt x="1337" y="514"/>
                </a:cubicBezTo>
                <a:cubicBezTo>
                  <a:pt x="1337" y="514"/>
                  <a:pt x="1338" y="513"/>
                  <a:pt x="1338" y="513"/>
                </a:cubicBezTo>
                <a:cubicBezTo>
                  <a:pt x="1339" y="513"/>
                  <a:pt x="1340" y="513"/>
                  <a:pt x="1341" y="513"/>
                </a:cubicBezTo>
                <a:cubicBezTo>
                  <a:pt x="1341" y="513"/>
                  <a:pt x="1342" y="514"/>
                  <a:pt x="1342" y="514"/>
                </a:cubicBezTo>
                <a:cubicBezTo>
                  <a:pt x="1342" y="513"/>
                  <a:pt x="1342" y="513"/>
                  <a:pt x="1342" y="512"/>
                </a:cubicBezTo>
                <a:cubicBezTo>
                  <a:pt x="1342" y="511"/>
                  <a:pt x="1342" y="511"/>
                  <a:pt x="1342" y="511"/>
                </a:cubicBezTo>
                <a:cubicBezTo>
                  <a:pt x="1341" y="510"/>
                  <a:pt x="1341" y="510"/>
                  <a:pt x="1341" y="510"/>
                </a:cubicBezTo>
                <a:cubicBezTo>
                  <a:pt x="1341" y="510"/>
                  <a:pt x="1341" y="509"/>
                  <a:pt x="1341" y="509"/>
                </a:cubicBezTo>
                <a:cubicBezTo>
                  <a:pt x="1341" y="509"/>
                  <a:pt x="1341" y="508"/>
                  <a:pt x="1341" y="508"/>
                </a:cubicBezTo>
                <a:cubicBezTo>
                  <a:pt x="1340" y="508"/>
                  <a:pt x="1340" y="508"/>
                  <a:pt x="1340" y="508"/>
                </a:cubicBezTo>
                <a:cubicBezTo>
                  <a:pt x="1339" y="508"/>
                  <a:pt x="1339" y="508"/>
                  <a:pt x="1338" y="508"/>
                </a:cubicBezTo>
                <a:cubicBezTo>
                  <a:pt x="1338" y="507"/>
                  <a:pt x="1338" y="507"/>
                  <a:pt x="1338" y="507"/>
                </a:cubicBezTo>
                <a:cubicBezTo>
                  <a:pt x="1338" y="506"/>
                  <a:pt x="1338" y="506"/>
                  <a:pt x="1338" y="506"/>
                </a:cubicBezTo>
                <a:cubicBezTo>
                  <a:pt x="1338" y="505"/>
                  <a:pt x="1339" y="505"/>
                  <a:pt x="1339" y="505"/>
                </a:cubicBezTo>
                <a:cubicBezTo>
                  <a:pt x="1339" y="505"/>
                  <a:pt x="1339" y="504"/>
                  <a:pt x="1339" y="504"/>
                </a:cubicBezTo>
                <a:cubicBezTo>
                  <a:pt x="1339" y="503"/>
                  <a:pt x="1339" y="503"/>
                  <a:pt x="1339" y="503"/>
                </a:cubicBezTo>
                <a:moveTo>
                  <a:pt x="1295" y="528"/>
                </a:moveTo>
                <a:cubicBezTo>
                  <a:pt x="1295" y="529"/>
                  <a:pt x="1295" y="529"/>
                  <a:pt x="1296" y="530"/>
                </a:cubicBezTo>
                <a:cubicBezTo>
                  <a:pt x="1296" y="530"/>
                  <a:pt x="1296" y="530"/>
                  <a:pt x="1297" y="530"/>
                </a:cubicBezTo>
                <a:cubicBezTo>
                  <a:pt x="1297" y="530"/>
                  <a:pt x="1297" y="530"/>
                  <a:pt x="1298" y="530"/>
                </a:cubicBezTo>
                <a:cubicBezTo>
                  <a:pt x="1298" y="531"/>
                  <a:pt x="1299" y="530"/>
                  <a:pt x="1299" y="530"/>
                </a:cubicBezTo>
                <a:cubicBezTo>
                  <a:pt x="1299" y="531"/>
                  <a:pt x="1300" y="531"/>
                  <a:pt x="1300" y="532"/>
                </a:cubicBezTo>
                <a:cubicBezTo>
                  <a:pt x="1300" y="532"/>
                  <a:pt x="1299" y="533"/>
                  <a:pt x="1299" y="533"/>
                </a:cubicBezTo>
                <a:cubicBezTo>
                  <a:pt x="1299" y="534"/>
                  <a:pt x="1299" y="534"/>
                  <a:pt x="1299" y="534"/>
                </a:cubicBezTo>
                <a:cubicBezTo>
                  <a:pt x="1298" y="535"/>
                  <a:pt x="1299" y="535"/>
                  <a:pt x="1299" y="536"/>
                </a:cubicBezTo>
                <a:cubicBezTo>
                  <a:pt x="1299" y="536"/>
                  <a:pt x="1298" y="536"/>
                  <a:pt x="1299" y="537"/>
                </a:cubicBezTo>
                <a:cubicBezTo>
                  <a:pt x="1299" y="537"/>
                  <a:pt x="1299" y="537"/>
                  <a:pt x="1299" y="538"/>
                </a:cubicBezTo>
                <a:cubicBezTo>
                  <a:pt x="1299" y="538"/>
                  <a:pt x="1299" y="538"/>
                  <a:pt x="1299" y="539"/>
                </a:cubicBezTo>
                <a:cubicBezTo>
                  <a:pt x="1300" y="539"/>
                  <a:pt x="1300" y="539"/>
                  <a:pt x="1300" y="540"/>
                </a:cubicBezTo>
                <a:cubicBezTo>
                  <a:pt x="1300" y="539"/>
                  <a:pt x="1301" y="539"/>
                  <a:pt x="1301" y="539"/>
                </a:cubicBezTo>
                <a:cubicBezTo>
                  <a:pt x="1301" y="539"/>
                  <a:pt x="1302" y="539"/>
                  <a:pt x="1302" y="538"/>
                </a:cubicBezTo>
                <a:cubicBezTo>
                  <a:pt x="1302" y="537"/>
                  <a:pt x="1302" y="537"/>
                  <a:pt x="1302" y="536"/>
                </a:cubicBezTo>
                <a:cubicBezTo>
                  <a:pt x="1302" y="535"/>
                  <a:pt x="1302" y="535"/>
                  <a:pt x="1302" y="534"/>
                </a:cubicBezTo>
                <a:cubicBezTo>
                  <a:pt x="1302" y="534"/>
                  <a:pt x="1303" y="534"/>
                  <a:pt x="1303" y="533"/>
                </a:cubicBezTo>
                <a:cubicBezTo>
                  <a:pt x="1303" y="527"/>
                  <a:pt x="1303" y="527"/>
                  <a:pt x="1303" y="527"/>
                </a:cubicBezTo>
                <a:cubicBezTo>
                  <a:pt x="1305" y="527"/>
                  <a:pt x="1305" y="527"/>
                  <a:pt x="1305" y="527"/>
                </a:cubicBezTo>
                <a:cubicBezTo>
                  <a:pt x="1305" y="529"/>
                  <a:pt x="1305" y="529"/>
                  <a:pt x="1305" y="529"/>
                </a:cubicBezTo>
                <a:cubicBezTo>
                  <a:pt x="1305" y="530"/>
                  <a:pt x="1305" y="530"/>
                  <a:pt x="1305" y="530"/>
                </a:cubicBezTo>
                <a:cubicBezTo>
                  <a:pt x="1305" y="531"/>
                  <a:pt x="1305" y="531"/>
                  <a:pt x="1305" y="531"/>
                </a:cubicBezTo>
                <a:cubicBezTo>
                  <a:pt x="1306" y="531"/>
                  <a:pt x="1306" y="531"/>
                  <a:pt x="1306" y="531"/>
                </a:cubicBezTo>
                <a:cubicBezTo>
                  <a:pt x="1306" y="531"/>
                  <a:pt x="1307" y="531"/>
                  <a:pt x="1307" y="531"/>
                </a:cubicBezTo>
                <a:cubicBezTo>
                  <a:pt x="1307" y="531"/>
                  <a:pt x="1308" y="532"/>
                  <a:pt x="1308" y="532"/>
                </a:cubicBezTo>
                <a:cubicBezTo>
                  <a:pt x="1308" y="532"/>
                  <a:pt x="1309" y="532"/>
                  <a:pt x="1309" y="532"/>
                </a:cubicBezTo>
                <a:cubicBezTo>
                  <a:pt x="1309" y="532"/>
                  <a:pt x="1310" y="532"/>
                  <a:pt x="1310" y="532"/>
                </a:cubicBezTo>
                <a:cubicBezTo>
                  <a:pt x="1310" y="534"/>
                  <a:pt x="1310" y="534"/>
                  <a:pt x="1310" y="534"/>
                </a:cubicBezTo>
                <a:cubicBezTo>
                  <a:pt x="1310" y="534"/>
                  <a:pt x="1309" y="534"/>
                  <a:pt x="1309" y="535"/>
                </a:cubicBezTo>
                <a:cubicBezTo>
                  <a:pt x="1309" y="535"/>
                  <a:pt x="1309" y="535"/>
                  <a:pt x="1309" y="536"/>
                </a:cubicBezTo>
                <a:cubicBezTo>
                  <a:pt x="1309" y="537"/>
                  <a:pt x="1309" y="537"/>
                  <a:pt x="1309" y="537"/>
                </a:cubicBezTo>
                <a:cubicBezTo>
                  <a:pt x="1309" y="537"/>
                  <a:pt x="1309" y="537"/>
                  <a:pt x="1309" y="538"/>
                </a:cubicBezTo>
                <a:cubicBezTo>
                  <a:pt x="1309" y="538"/>
                  <a:pt x="1310" y="538"/>
                  <a:pt x="1310" y="538"/>
                </a:cubicBezTo>
                <a:cubicBezTo>
                  <a:pt x="1310" y="539"/>
                  <a:pt x="1311" y="539"/>
                  <a:pt x="1311" y="539"/>
                </a:cubicBezTo>
                <a:cubicBezTo>
                  <a:pt x="1314" y="539"/>
                  <a:pt x="1314" y="539"/>
                  <a:pt x="1314" y="539"/>
                </a:cubicBezTo>
                <a:cubicBezTo>
                  <a:pt x="1314" y="539"/>
                  <a:pt x="1315" y="538"/>
                  <a:pt x="1315" y="538"/>
                </a:cubicBezTo>
                <a:cubicBezTo>
                  <a:pt x="1315" y="537"/>
                  <a:pt x="1315" y="537"/>
                  <a:pt x="1315" y="537"/>
                </a:cubicBezTo>
                <a:cubicBezTo>
                  <a:pt x="1315" y="536"/>
                  <a:pt x="1315" y="535"/>
                  <a:pt x="1314" y="534"/>
                </a:cubicBezTo>
                <a:cubicBezTo>
                  <a:pt x="1314" y="534"/>
                  <a:pt x="1314" y="534"/>
                  <a:pt x="1313" y="534"/>
                </a:cubicBezTo>
                <a:cubicBezTo>
                  <a:pt x="1313" y="533"/>
                  <a:pt x="1313" y="533"/>
                  <a:pt x="1312" y="533"/>
                </a:cubicBezTo>
                <a:cubicBezTo>
                  <a:pt x="1312" y="532"/>
                  <a:pt x="1312" y="532"/>
                  <a:pt x="1312" y="532"/>
                </a:cubicBezTo>
                <a:cubicBezTo>
                  <a:pt x="1311" y="532"/>
                  <a:pt x="1311" y="531"/>
                  <a:pt x="1311" y="531"/>
                </a:cubicBezTo>
                <a:cubicBezTo>
                  <a:pt x="1311" y="530"/>
                  <a:pt x="1311" y="530"/>
                  <a:pt x="1312" y="529"/>
                </a:cubicBezTo>
                <a:cubicBezTo>
                  <a:pt x="1312" y="528"/>
                  <a:pt x="1312" y="528"/>
                  <a:pt x="1312" y="528"/>
                </a:cubicBezTo>
                <a:cubicBezTo>
                  <a:pt x="1312" y="528"/>
                  <a:pt x="1312" y="528"/>
                  <a:pt x="1312" y="527"/>
                </a:cubicBezTo>
                <a:cubicBezTo>
                  <a:pt x="1311" y="527"/>
                  <a:pt x="1311" y="527"/>
                  <a:pt x="1311" y="527"/>
                </a:cubicBezTo>
                <a:cubicBezTo>
                  <a:pt x="1310" y="526"/>
                  <a:pt x="1310" y="526"/>
                  <a:pt x="1310" y="526"/>
                </a:cubicBezTo>
                <a:cubicBezTo>
                  <a:pt x="1310" y="525"/>
                  <a:pt x="1309" y="525"/>
                  <a:pt x="1309" y="525"/>
                </a:cubicBezTo>
                <a:cubicBezTo>
                  <a:pt x="1309" y="525"/>
                  <a:pt x="1308" y="525"/>
                  <a:pt x="1308" y="525"/>
                </a:cubicBezTo>
                <a:cubicBezTo>
                  <a:pt x="1308" y="525"/>
                  <a:pt x="1308" y="524"/>
                  <a:pt x="1308" y="524"/>
                </a:cubicBezTo>
                <a:cubicBezTo>
                  <a:pt x="1308" y="522"/>
                  <a:pt x="1308" y="522"/>
                  <a:pt x="1308" y="522"/>
                </a:cubicBezTo>
                <a:cubicBezTo>
                  <a:pt x="1309" y="522"/>
                  <a:pt x="1310" y="522"/>
                  <a:pt x="1311" y="522"/>
                </a:cubicBezTo>
                <a:cubicBezTo>
                  <a:pt x="1311" y="522"/>
                  <a:pt x="1311" y="522"/>
                  <a:pt x="1312" y="521"/>
                </a:cubicBezTo>
                <a:cubicBezTo>
                  <a:pt x="1312" y="521"/>
                  <a:pt x="1312" y="521"/>
                  <a:pt x="1313" y="521"/>
                </a:cubicBezTo>
                <a:cubicBezTo>
                  <a:pt x="1314" y="521"/>
                  <a:pt x="1315" y="521"/>
                  <a:pt x="1316" y="521"/>
                </a:cubicBezTo>
                <a:cubicBezTo>
                  <a:pt x="1316" y="521"/>
                  <a:pt x="1316" y="521"/>
                  <a:pt x="1317" y="521"/>
                </a:cubicBezTo>
                <a:cubicBezTo>
                  <a:pt x="1317" y="521"/>
                  <a:pt x="1317" y="521"/>
                  <a:pt x="1317" y="520"/>
                </a:cubicBezTo>
                <a:cubicBezTo>
                  <a:pt x="1317" y="520"/>
                  <a:pt x="1317" y="519"/>
                  <a:pt x="1317" y="519"/>
                </a:cubicBezTo>
                <a:cubicBezTo>
                  <a:pt x="1317" y="519"/>
                  <a:pt x="1316" y="518"/>
                  <a:pt x="1316" y="518"/>
                </a:cubicBezTo>
                <a:cubicBezTo>
                  <a:pt x="1316" y="518"/>
                  <a:pt x="1315" y="518"/>
                  <a:pt x="1315" y="518"/>
                </a:cubicBezTo>
                <a:cubicBezTo>
                  <a:pt x="1315" y="517"/>
                  <a:pt x="1315" y="517"/>
                  <a:pt x="1314" y="517"/>
                </a:cubicBezTo>
                <a:cubicBezTo>
                  <a:pt x="1314" y="517"/>
                  <a:pt x="1314" y="516"/>
                  <a:pt x="1313" y="516"/>
                </a:cubicBezTo>
                <a:cubicBezTo>
                  <a:pt x="1312" y="516"/>
                  <a:pt x="1312" y="516"/>
                  <a:pt x="1312" y="516"/>
                </a:cubicBezTo>
                <a:cubicBezTo>
                  <a:pt x="1312" y="516"/>
                  <a:pt x="1312" y="516"/>
                  <a:pt x="1311" y="516"/>
                </a:cubicBezTo>
                <a:cubicBezTo>
                  <a:pt x="1311" y="516"/>
                  <a:pt x="1311" y="517"/>
                  <a:pt x="1310" y="517"/>
                </a:cubicBezTo>
                <a:cubicBezTo>
                  <a:pt x="1310" y="517"/>
                  <a:pt x="1310" y="517"/>
                  <a:pt x="1310" y="518"/>
                </a:cubicBezTo>
                <a:cubicBezTo>
                  <a:pt x="1309" y="519"/>
                  <a:pt x="1308" y="519"/>
                  <a:pt x="1307" y="520"/>
                </a:cubicBezTo>
                <a:cubicBezTo>
                  <a:pt x="1306" y="520"/>
                  <a:pt x="1306" y="519"/>
                  <a:pt x="1305" y="519"/>
                </a:cubicBezTo>
                <a:cubicBezTo>
                  <a:pt x="1305" y="519"/>
                  <a:pt x="1304" y="519"/>
                  <a:pt x="1304" y="519"/>
                </a:cubicBezTo>
                <a:cubicBezTo>
                  <a:pt x="1303" y="519"/>
                  <a:pt x="1303" y="519"/>
                  <a:pt x="1302" y="518"/>
                </a:cubicBezTo>
                <a:cubicBezTo>
                  <a:pt x="1302" y="518"/>
                  <a:pt x="1302" y="518"/>
                  <a:pt x="1301" y="518"/>
                </a:cubicBezTo>
                <a:cubicBezTo>
                  <a:pt x="1300" y="518"/>
                  <a:pt x="1300" y="518"/>
                  <a:pt x="1300" y="518"/>
                </a:cubicBezTo>
                <a:cubicBezTo>
                  <a:pt x="1300" y="518"/>
                  <a:pt x="1300" y="518"/>
                  <a:pt x="1299" y="519"/>
                </a:cubicBezTo>
                <a:cubicBezTo>
                  <a:pt x="1299" y="519"/>
                  <a:pt x="1299" y="520"/>
                  <a:pt x="1298" y="521"/>
                </a:cubicBezTo>
                <a:cubicBezTo>
                  <a:pt x="1298" y="521"/>
                  <a:pt x="1298" y="522"/>
                  <a:pt x="1298" y="522"/>
                </a:cubicBezTo>
                <a:cubicBezTo>
                  <a:pt x="1298" y="523"/>
                  <a:pt x="1298" y="523"/>
                  <a:pt x="1298" y="523"/>
                </a:cubicBezTo>
                <a:cubicBezTo>
                  <a:pt x="1298" y="523"/>
                  <a:pt x="1298" y="524"/>
                  <a:pt x="1298" y="524"/>
                </a:cubicBezTo>
                <a:cubicBezTo>
                  <a:pt x="1298" y="524"/>
                  <a:pt x="1298" y="525"/>
                  <a:pt x="1298" y="525"/>
                </a:cubicBezTo>
                <a:cubicBezTo>
                  <a:pt x="1298" y="525"/>
                  <a:pt x="1297" y="525"/>
                  <a:pt x="1297" y="526"/>
                </a:cubicBezTo>
                <a:cubicBezTo>
                  <a:pt x="1297" y="526"/>
                  <a:pt x="1296" y="526"/>
                  <a:pt x="1296" y="526"/>
                </a:cubicBezTo>
                <a:cubicBezTo>
                  <a:pt x="1296" y="526"/>
                  <a:pt x="1295" y="526"/>
                  <a:pt x="1295" y="527"/>
                </a:cubicBezTo>
                <a:cubicBezTo>
                  <a:pt x="1295" y="527"/>
                  <a:pt x="1295" y="527"/>
                  <a:pt x="1295" y="528"/>
                </a:cubicBezTo>
                <a:moveTo>
                  <a:pt x="1322" y="508"/>
                </a:moveTo>
                <a:cubicBezTo>
                  <a:pt x="1322" y="508"/>
                  <a:pt x="1322" y="509"/>
                  <a:pt x="1322" y="509"/>
                </a:cubicBezTo>
                <a:cubicBezTo>
                  <a:pt x="1306" y="509"/>
                  <a:pt x="1306" y="509"/>
                  <a:pt x="1306" y="509"/>
                </a:cubicBezTo>
                <a:cubicBezTo>
                  <a:pt x="1305" y="509"/>
                  <a:pt x="1305" y="510"/>
                  <a:pt x="1304" y="511"/>
                </a:cubicBezTo>
                <a:cubicBezTo>
                  <a:pt x="1304" y="511"/>
                  <a:pt x="1303" y="511"/>
                  <a:pt x="1302" y="511"/>
                </a:cubicBezTo>
                <a:cubicBezTo>
                  <a:pt x="1301" y="511"/>
                  <a:pt x="1300" y="511"/>
                  <a:pt x="1299" y="512"/>
                </a:cubicBezTo>
                <a:cubicBezTo>
                  <a:pt x="1299" y="512"/>
                  <a:pt x="1299" y="512"/>
                  <a:pt x="1299" y="512"/>
                </a:cubicBezTo>
                <a:cubicBezTo>
                  <a:pt x="1298" y="513"/>
                  <a:pt x="1298" y="513"/>
                  <a:pt x="1298" y="514"/>
                </a:cubicBezTo>
                <a:cubicBezTo>
                  <a:pt x="1298" y="514"/>
                  <a:pt x="1298" y="515"/>
                  <a:pt x="1299" y="515"/>
                </a:cubicBezTo>
                <a:cubicBezTo>
                  <a:pt x="1300" y="515"/>
                  <a:pt x="1300" y="514"/>
                  <a:pt x="1301" y="514"/>
                </a:cubicBezTo>
                <a:cubicBezTo>
                  <a:pt x="1302" y="514"/>
                  <a:pt x="1302" y="514"/>
                  <a:pt x="1302" y="514"/>
                </a:cubicBezTo>
                <a:cubicBezTo>
                  <a:pt x="1303" y="513"/>
                  <a:pt x="1303" y="513"/>
                  <a:pt x="1303" y="513"/>
                </a:cubicBezTo>
                <a:cubicBezTo>
                  <a:pt x="1303" y="513"/>
                  <a:pt x="1304" y="512"/>
                  <a:pt x="1304" y="512"/>
                </a:cubicBezTo>
                <a:cubicBezTo>
                  <a:pt x="1304" y="512"/>
                  <a:pt x="1305" y="512"/>
                  <a:pt x="1305" y="512"/>
                </a:cubicBezTo>
                <a:cubicBezTo>
                  <a:pt x="1305" y="512"/>
                  <a:pt x="1306" y="512"/>
                  <a:pt x="1306" y="512"/>
                </a:cubicBezTo>
                <a:cubicBezTo>
                  <a:pt x="1306" y="512"/>
                  <a:pt x="1306" y="511"/>
                  <a:pt x="1307" y="511"/>
                </a:cubicBezTo>
                <a:cubicBezTo>
                  <a:pt x="1309" y="511"/>
                  <a:pt x="1309" y="511"/>
                  <a:pt x="1309" y="511"/>
                </a:cubicBezTo>
                <a:cubicBezTo>
                  <a:pt x="1315" y="511"/>
                  <a:pt x="1315" y="511"/>
                  <a:pt x="1315" y="511"/>
                </a:cubicBezTo>
                <a:cubicBezTo>
                  <a:pt x="1315" y="511"/>
                  <a:pt x="1315" y="511"/>
                  <a:pt x="1316" y="512"/>
                </a:cubicBezTo>
                <a:cubicBezTo>
                  <a:pt x="1316" y="512"/>
                  <a:pt x="1316" y="512"/>
                  <a:pt x="1317" y="512"/>
                </a:cubicBezTo>
                <a:cubicBezTo>
                  <a:pt x="1317" y="512"/>
                  <a:pt x="1317" y="513"/>
                  <a:pt x="1318" y="513"/>
                </a:cubicBezTo>
                <a:cubicBezTo>
                  <a:pt x="1318" y="513"/>
                  <a:pt x="1319" y="513"/>
                  <a:pt x="1319" y="513"/>
                </a:cubicBezTo>
                <a:cubicBezTo>
                  <a:pt x="1320" y="513"/>
                  <a:pt x="1320" y="512"/>
                  <a:pt x="1320" y="512"/>
                </a:cubicBezTo>
                <a:cubicBezTo>
                  <a:pt x="1321" y="512"/>
                  <a:pt x="1321" y="511"/>
                  <a:pt x="1321" y="511"/>
                </a:cubicBezTo>
                <a:cubicBezTo>
                  <a:pt x="1321" y="511"/>
                  <a:pt x="1322" y="511"/>
                  <a:pt x="1322" y="511"/>
                </a:cubicBezTo>
                <a:cubicBezTo>
                  <a:pt x="1323" y="511"/>
                  <a:pt x="1323" y="511"/>
                  <a:pt x="1323" y="511"/>
                </a:cubicBezTo>
                <a:cubicBezTo>
                  <a:pt x="1323" y="511"/>
                  <a:pt x="1323" y="510"/>
                  <a:pt x="1324" y="510"/>
                </a:cubicBezTo>
                <a:cubicBezTo>
                  <a:pt x="1324" y="509"/>
                  <a:pt x="1324" y="509"/>
                  <a:pt x="1325" y="508"/>
                </a:cubicBezTo>
                <a:cubicBezTo>
                  <a:pt x="1324" y="508"/>
                  <a:pt x="1323" y="508"/>
                  <a:pt x="1322" y="508"/>
                </a:cubicBezTo>
                <a:moveTo>
                  <a:pt x="1317" y="559"/>
                </a:moveTo>
                <a:cubicBezTo>
                  <a:pt x="1317" y="559"/>
                  <a:pt x="1317" y="559"/>
                  <a:pt x="1317" y="560"/>
                </a:cubicBezTo>
                <a:cubicBezTo>
                  <a:pt x="1317" y="560"/>
                  <a:pt x="1318" y="561"/>
                  <a:pt x="1319" y="561"/>
                </a:cubicBezTo>
                <a:cubicBezTo>
                  <a:pt x="1319" y="561"/>
                  <a:pt x="1319" y="561"/>
                  <a:pt x="1320" y="561"/>
                </a:cubicBezTo>
                <a:cubicBezTo>
                  <a:pt x="1320" y="561"/>
                  <a:pt x="1320" y="561"/>
                  <a:pt x="1321" y="561"/>
                </a:cubicBezTo>
                <a:cubicBezTo>
                  <a:pt x="1321" y="561"/>
                  <a:pt x="1321" y="560"/>
                  <a:pt x="1322" y="560"/>
                </a:cubicBezTo>
                <a:cubicBezTo>
                  <a:pt x="1322" y="559"/>
                  <a:pt x="1323" y="559"/>
                  <a:pt x="1324" y="558"/>
                </a:cubicBezTo>
                <a:cubicBezTo>
                  <a:pt x="1324" y="558"/>
                  <a:pt x="1324" y="557"/>
                  <a:pt x="1325" y="557"/>
                </a:cubicBezTo>
                <a:cubicBezTo>
                  <a:pt x="1325" y="557"/>
                  <a:pt x="1326" y="557"/>
                  <a:pt x="1326" y="557"/>
                </a:cubicBezTo>
                <a:cubicBezTo>
                  <a:pt x="1327" y="557"/>
                  <a:pt x="1327" y="557"/>
                  <a:pt x="1328" y="556"/>
                </a:cubicBezTo>
                <a:cubicBezTo>
                  <a:pt x="1329" y="556"/>
                  <a:pt x="1329" y="555"/>
                  <a:pt x="1330" y="555"/>
                </a:cubicBezTo>
                <a:cubicBezTo>
                  <a:pt x="1330" y="554"/>
                  <a:pt x="1331" y="554"/>
                  <a:pt x="1332" y="554"/>
                </a:cubicBezTo>
                <a:cubicBezTo>
                  <a:pt x="1332" y="554"/>
                  <a:pt x="1333" y="554"/>
                  <a:pt x="1334" y="554"/>
                </a:cubicBezTo>
                <a:cubicBezTo>
                  <a:pt x="1334" y="554"/>
                  <a:pt x="1334" y="554"/>
                  <a:pt x="1334" y="554"/>
                </a:cubicBezTo>
                <a:cubicBezTo>
                  <a:pt x="1335" y="554"/>
                  <a:pt x="1335" y="554"/>
                  <a:pt x="1335" y="553"/>
                </a:cubicBezTo>
                <a:cubicBezTo>
                  <a:pt x="1335" y="553"/>
                  <a:pt x="1334" y="553"/>
                  <a:pt x="1334" y="553"/>
                </a:cubicBezTo>
                <a:cubicBezTo>
                  <a:pt x="1334" y="553"/>
                  <a:pt x="1334" y="552"/>
                  <a:pt x="1333" y="552"/>
                </a:cubicBezTo>
                <a:cubicBezTo>
                  <a:pt x="1332" y="552"/>
                  <a:pt x="1332" y="552"/>
                  <a:pt x="1331" y="552"/>
                </a:cubicBezTo>
                <a:cubicBezTo>
                  <a:pt x="1331" y="552"/>
                  <a:pt x="1331" y="552"/>
                  <a:pt x="1330" y="552"/>
                </a:cubicBezTo>
                <a:cubicBezTo>
                  <a:pt x="1330" y="552"/>
                  <a:pt x="1330" y="552"/>
                  <a:pt x="1329" y="552"/>
                </a:cubicBezTo>
                <a:cubicBezTo>
                  <a:pt x="1329" y="552"/>
                  <a:pt x="1329" y="553"/>
                  <a:pt x="1328" y="553"/>
                </a:cubicBezTo>
                <a:cubicBezTo>
                  <a:pt x="1328" y="553"/>
                  <a:pt x="1328" y="553"/>
                  <a:pt x="1327" y="553"/>
                </a:cubicBezTo>
                <a:cubicBezTo>
                  <a:pt x="1327" y="553"/>
                  <a:pt x="1327" y="553"/>
                  <a:pt x="1326" y="553"/>
                </a:cubicBezTo>
                <a:cubicBezTo>
                  <a:pt x="1326" y="553"/>
                  <a:pt x="1326" y="554"/>
                  <a:pt x="1325" y="554"/>
                </a:cubicBezTo>
                <a:cubicBezTo>
                  <a:pt x="1325" y="554"/>
                  <a:pt x="1325" y="554"/>
                  <a:pt x="1324" y="554"/>
                </a:cubicBezTo>
                <a:cubicBezTo>
                  <a:pt x="1324" y="554"/>
                  <a:pt x="1324" y="554"/>
                  <a:pt x="1323" y="555"/>
                </a:cubicBezTo>
                <a:cubicBezTo>
                  <a:pt x="1323" y="555"/>
                  <a:pt x="1323" y="555"/>
                  <a:pt x="1323" y="555"/>
                </a:cubicBezTo>
                <a:cubicBezTo>
                  <a:pt x="1323" y="556"/>
                  <a:pt x="1322" y="556"/>
                  <a:pt x="1321" y="556"/>
                </a:cubicBezTo>
                <a:cubicBezTo>
                  <a:pt x="1321" y="556"/>
                  <a:pt x="1320" y="556"/>
                  <a:pt x="1320" y="556"/>
                </a:cubicBezTo>
                <a:cubicBezTo>
                  <a:pt x="1320" y="556"/>
                  <a:pt x="1320" y="556"/>
                  <a:pt x="1319" y="557"/>
                </a:cubicBezTo>
                <a:cubicBezTo>
                  <a:pt x="1319" y="557"/>
                  <a:pt x="1319" y="557"/>
                  <a:pt x="1318" y="557"/>
                </a:cubicBezTo>
                <a:cubicBezTo>
                  <a:pt x="1318" y="558"/>
                  <a:pt x="1317" y="558"/>
                  <a:pt x="1317" y="559"/>
                </a:cubicBezTo>
                <a:cubicBezTo>
                  <a:pt x="1317" y="559"/>
                  <a:pt x="1317" y="559"/>
                  <a:pt x="1317" y="559"/>
                </a:cubicBezTo>
                <a:cubicBezTo>
                  <a:pt x="1317" y="559"/>
                  <a:pt x="1318" y="560"/>
                  <a:pt x="1318" y="560"/>
                </a:cubicBezTo>
                <a:lnTo>
                  <a:pt x="1317" y="559"/>
                </a:lnTo>
                <a:close/>
                <a:moveTo>
                  <a:pt x="1315" y="563"/>
                </a:moveTo>
                <a:cubicBezTo>
                  <a:pt x="1315" y="563"/>
                  <a:pt x="1314" y="563"/>
                  <a:pt x="1313" y="564"/>
                </a:cubicBezTo>
                <a:cubicBezTo>
                  <a:pt x="1314" y="564"/>
                  <a:pt x="1314" y="565"/>
                  <a:pt x="1314" y="565"/>
                </a:cubicBezTo>
                <a:cubicBezTo>
                  <a:pt x="1317" y="565"/>
                  <a:pt x="1317" y="565"/>
                  <a:pt x="1317" y="565"/>
                </a:cubicBezTo>
                <a:cubicBezTo>
                  <a:pt x="1317" y="564"/>
                  <a:pt x="1317" y="564"/>
                  <a:pt x="1317" y="564"/>
                </a:cubicBezTo>
                <a:cubicBezTo>
                  <a:pt x="1316" y="563"/>
                  <a:pt x="1316" y="563"/>
                  <a:pt x="1316" y="563"/>
                </a:cubicBezTo>
                <a:cubicBezTo>
                  <a:pt x="1316" y="563"/>
                  <a:pt x="1316" y="563"/>
                  <a:pt x="1315" y="563"/>
                </a:cubicBezTo>
                <a:moveTo>
                  <a:pt x="1300" y="553"/>
                </a:moveTo>
                <a:cubicBezTo>
                  <a:pt x="1301" y="554"/>
                  <a:pt x="1301" y="554"/>
                  <a:pt x="1302" y="555"/>
                </a:cubicBezTo>
                <a:cubicBezTo>
                  <a:pt x="1304" y="555"/>
                  <a:pt x="1305" y="555"/>
                  <a:pt x="1307" y="555"/>
                </a:cubicBezTo>
                <a:cubicBezTo>
                  <a:pt x="1308" y="555"/>
                  <a:pt x="1308" y="555"/>
                  <a:pt x="1308" y="555"/>
                </a:cubicBezTo>
                <a:cubicBezTo>
                  <a:pt x="1310" y="555"/>
                  <a:pt x="1311" y="555"/>
                  <a:pt x="1312" y="555"/>
                </a:cubicBezTo>
                <a:cubicBezTo>
                  <a:pt x="1313" y="555"/>
                  <a:pt x="1313" y="554"/>
                  <a:pt x="1313" y="554"/>
                </a:cubicBezTo>
                <a:cubicBezTo>
                  <a:pt x="1314" y="554"/>
                  <a:pt x="1314" y="554"/>
                  <a:pt x="1314" y="554"/>
                </a:cubicBezTo>
                <a:cubicBezTo>
                  <a:pt x="1315" y="554"/>
                  <a:pt x="1315" y="554"/>
                  <a:pt x="1315" y="554"/>
                </a:cubicBezTo>
                <a:cubicBezTo>
                  <a:pt x="1316" y="554"/>
                  <a:pt x="1316" y="554"/>
                  <a:pt x="1316" y="554"/>
                </a:cubicBezTo>
                <a:cubicBezTo>
                  <a:pt x="1317" y="553"/>
                  <a:pt x="1317" y="553"/>
                  <a:pt x="1317" y="553"/>
                </a:cubicBezTo>
                <a:cubicBezTo>
                  <a:pt x="1318" y="553"/>
                  <a:pt x="1318" y="553"/>
                  <a:pt x="1318" y="553"/>
                </a:cubicBezTo>
                <a:cubicBezTo>
                  <a:pt x="1319" y="553"/>
                  <a:pt x="1319" y="553"/>
                  <a:pt x="1320" y="553"/>
                </a:cubicBezTo>
                <a:cubicBezTo>
                  <a:pt x="1321" y="553"/>
                  <a:pt x="1321" y="553"/>
                  <a:pt x="1321" y="553"/>
                </a:cubicBezTo>
                <a:cubicBezTo>
                  <a:pt x="1322" y="553"/>
                  <a:pt x="1322" y="552"/>
                  <a:pt x="1322" y="552"/>
                </a:cubicBezTo>
                <a:cubicBezTo>
                  <a:pt x="1322" y="551"/>
                  <a:pt x="1322" y="551"/>
                  <a:pt x="1322" y="551"/>
                </a:cubicBezTo>
                <a:cubicBezTo>
                  <a:pt x="1321" y="551"/>
                  <a:pt x="1321" y="551"/>
                  <a:pt x="1321" y="551"/>
                </a:cubicBezTo>
                <a:cubicBezTo>
                  <a:pt x="1320" y="551"/>
                  <a:pt x="1320" y="552"/>
                  <a:pt x="1320" y="552"/>
                </a:cubicBezTo>
                <a:cubicBezTo>
                  <a:pt x="1319" y="552"/>
                  <a:pt x="1318" y="552"/>
                  <a:pt x="1317" y="552"/>
                </a:cubicBezTo>
                <a:cubicBezTo>
                  <a:pt x="1316" y="552"/>
                  <a:pt x="1316" y="552"/>
                  <a:pt x="1315" y="552"/>
                </a:cubicBezTo>
                <a:cubicBezTo>
                  <a:pt x="1314" y="552"/>
                  <a:pt x="1314" y="552"/>
                  <a:pt x="1314" y="552"/>
                </a:cubicBezTo>
                <a:cubicBezTo>
                  <a:pt x="1314" y="552"/>
                  <a:pt x="1313" y="552"/>
                  <a:pt x="1313" y="552"/>
                </a:cubicBezTo>
                <a:cubicBezTo>
                  <a:pt x="1313" y="552"/>
                  <a:pt x="1312" y="552"/>
                  <a:pt x="1312" y="552"/>
                </a:cubicBezTo>
                <a:cubicBezTo>
                  <a:pt x="1311" y="552"/>
                  <a:pt x="1311" y="553"/>
                  <a:pt x="1311" y="553"/>
                </a:cubicBezTo>
                <a:cubicBezTo>
                  <a:pt x="1310" y="553"/>
                  <a:pt x="1310" y="553"/>
                  <a:pt x="1309" y="553"/>
                </a:cubicBezTo>
                <a:cubicBezTo>
                  <a:pt x="1309" y="552"/>
                  <a:pt x="1309" y="552"/>
                  <a:pt x="1308" y="552"/>
                </a:cubicBezTo>
                <a:cubicBezTo>
                  <a:pt x="1307" y="552"/>
                  <a:pt x="1307" y="552"/>
                  <a:pt x="1306" y="551"/>
                </a:cubicBezTo>
                <a:cubicBezTo>
                  <a:pt x="1306" y="551"/>
                  <a:pt x="1305" y="551"/>
                  <a:pt x="1305" y="551"/>
                </a:cubicBezTo>
                <a:cubicBezTo>
                  <a:pt x="1304" y="551"/>
                  <a:pt x="1304" y="551"/>
                  <a:pt x="1303" y="551"/>
                </a:cubicBezTo>
                <a:cubicBezTo>
                  <a:pt x="1303" y="552"/>
                  <a:pt x="1303" y="552"/>
                  <a:pt x="1302" y="552"/>
                </a:cubicBezTo>
                <a:cubicBezTo>
                  <a:pt x="1302" y="552"/>
                  <a:pt x="1301" y="553"/>
                  <a:pt x="1301" y="553"/>
                </a:cubicBezTo>
                <a:cubicBezTo>
                  <a:pt x="1300" y="553"/>
                  <a:pt x="1300" y="553"/>
                  <a:pt x="1300" y="553"/>
                </a:cubicBezTo>
                <a:close/>
                <a:moveTo>
                  <a:pt x="1299" y="556"/>
                </a:moveTo>
                <a:cubicBezTo>
                  <a:pt x="1298" y="556"/>
                  <a:pt x="1298" y="557"/>
                  <a:pt x="1297" y="557"/>
                </a:cubicBezTo>
                <a:cubicBezTo>
                  <a:pt x="1297" y="557"/>
                  <a:pt x="1297" y="558"/>
                  <a:pt x="1297" y="558"/>
                </a:cubicBezTo>
                <a:cubicBezTo>
                  <a:pt x="1298" y="558"/>
                  <a:pt x="1298" y="558"/>
                  <a:pt x="1298" y="559"/>
                </a:cubicBezTo>
                <a:cubicBezTo>
                  <a:pt x="1298" y="559"/>
                  <a:pt x="1299" y="559"/>
                  <a:pt x="1299" y="560"/>
                </a:cubicBezTo>
                <a:cubicBezTo>
                  <a:pt x="1299" y="560"/>
                  <a:pt x="1299" y="560"/>
                  <a:pt x="1299" y="561"/>
                </a:cubicBezTo>
                <a:cubicBezTo>
                  <a:pt x="1300" y="561"/>
                  <a:pt x="1300" y="561"/>
                  <a:pt x="1301" y="561"/>
                </a:cubicBezTo>
                <a:cubicBezTo>
                  <a:pt x="1301" y="561"/>
                  <a:pt x="1302" y="561"/>
                  <a:pt x="1303" y="561"/>
                </a:cubicBezTo>
                <a:cubicBezTo>
                  <a:pt x="1304" y="561"/>
                  <a:pt x="1305" y="561"/>
                  <a:pt x="1306" y="561"/>
                </a:cubicBezTo>
                <a:cubicBezTo>
                  <a:pt x="1305" y="560"/>
                  <a:pt x="1305" y="560"/>
                  <a:pt x="1305" y="560"/>
                </a:cubicBezTo>
                <a:cubicBezTo>
                  <a:pt x="1305" y="560"/>
                  <a:pt x="1305" y="560"/>
                  <a:pt x="1304" y="559"/>
                </a:cubicBezTo>
                <a:cubicBezTo>
                  <a:pt x="1304" y="559"/>
                  <a:pt x="1304" y="559"/>
                  <a:pt x="1303" y="559"/>
                </a:cubicBezTo>
                <a:cubicBezTo>
                  <a:pt x="1303" y="559"/>
                  <a:pt x="1303" y="558"/>
                  <a:pt x="1303" y="558"/>
                </a:cubicBezTo>
                <a:cubicBezTo>
                  <a:pt x="1303" y="558"/>
                  <a:pt x="1302" y="558"/>
                  <a:pt x="1302" y="558"/>
                </a:cubicBezTo>
                <a:cubicBezTo>
                  <a:pt x="1302" y="558"/>
                  <a:pt x="1301" y="558"/>
                  <a:pt x="1301" y="558"/>
                </a:cubicBezTo>
                <a:cubicBezTo>
                  <a:pt x="1301" y="557"/>
                  <a:pt x="1301" y="557"/>
                  <a:pt x="1300" y="557"/>
                </a:cubicBezTo>
                <a:cubicBezTo>
                  <a:pt x="1300" y="557"/>
                  <a:pt x="1299" y="556"/>
                  <a:pt x="1299" y="556"/>
                </a:cubicBezTo>
                <a:moveTo>
                  <a:pt x="1287" y="552"/>
                </a:moveTo>
                <a:cubicBezTo>
                  <a:pt x="1286" y="552"/>
                  <a:pt x="1286" y="552"/>
                  <a:pt x="1286" y="553"/>
                </a:cubicBezTo>
                <a:cubicBezTo>
                  <a:pt x="1286" y="554"/>
                  <a:pt x="1286" y="554"/>
                  <a:pt x="1286" y="554"/>
                </a:cubicBezTo>
                <a:cubicBezTo>
                  <a:pt x="1287" y="555"/>
                  <a:pt x="1288" y="555"/>
                  <a:pt x="1289" y="555"/>
                </a:cubicBezTo>
                <a:cubicBezTo>
                  <a:pt x="1290" y="555"/>
                  <a:pt x="1290" y="555"/>
                  <a:pt x="1291" y="555"/>
                </a:cubicBezTo>
                <a:cubicBezTo>
                  <a:pt x="1291" y="554"/>
                  <a:pt x="1292" y="554"/>
                  <a:pt x="1292" y="554"/>
                </a:cubicBezTo>
                <a:cubicBezTo>
                  <a:pt x="1292" y="554"/>
                  <a:pt x="1292" y="553"/>
                  <a:pt x="1293" y="553"/>
                </a:cubicBezTo>
                <a:cubicBezTo>
                  <a:pt x="1293" y="553"/>
                  <a:pt x="1294" y="553"/>
                  <a:pt x="1295" y="553"/>
                </a:cubicBezTo>
                <a:cubicBezTo>
                  <a:pt x="1296" y="553"/>
                  <a:pt x="1296" y="553"/>
                  <a:pt x="1297" y="553"/>
                </a:cubicBezTo>
                <a:cubicBezTo>
                  <a:pt x="1297" y="553"/>
                  <a:pt x="1297" y="553"/>
                  <a:pt x="1298" y="553"/>
                </a:cubicBezTo>
                <a:cubicBezTo>
                  <a:pt x="1298" y="553"/>
                  <a:pt x="1297" y="553"/>
                  <a:pt x="1297" y="553"/>
                </a:cubicBezTo>
                <a:cubicBezTo>
                  <a:pt x="1297" y="553"/>
                  <a:pt x="1297" y="552"/>
                  <a:pt x="1297" y="552"/>
                </a:cubicBezTo>
                <a:cubicBezTo>
                  <a:pt x="1297" y="552"/>
                  <a:pt x="1296" y="552"/>
                  <a:pt x="1295" y="552"/>
                </a:cubicBezTo>
                <a:cubicBezTo>
                  <a:pt x="1295" y="552"/>
                  <a:pt x="1295" y="552"/>
                  <a:pt x="1295" y="551"/>
                </a:cubicBezTo>
                <a:cubicBezTo>
                  <a:pt x="1294" y="551"/>
                  <a:pt x="1294" y="552"/>
                  <a:pt x="1294" y="551"/>
                </a:cubicBezTo>
                <a:cubicBezTo>
                  <a:pt x="1293" y="551"/>
                  <a:pt x="1293" y="551"/>
                  <a:pt x="1292" y="551"/>
                </a:cubicBezTo>
                <a:cubicBezTo>
                  <a:pt x="1291" y="551"/>
                  <a:pt x="1291" y="551"/>
                  <a:pt x="1291" y="551"/>
                </a:cubicBezTo>
                <a:cubicBezTo>
                  <a:pt x="1290" y="551"/>
                  <a:pt x="1290" y="552"/>
                  <a:pt x="1290" y="552"/>
                </a:cubicBezTo>
                <a:cubicBezTo>
                  <a:pt x="1289" y="552"/>
                  <a:pt x="1289" y="552"/>
                  <a:pt x="1289" y="552"/>
                </a:cubicBezTo>
                <a:cubicBezTo>
                  <a:pt x="1288" y="552"/>
                  <a:pt x="1288" y="552"/>
                  <a:pt x="1287" y="552"/>
                </a:cubicBezTo>
                <a:moveTo>
                  <a:pt x="1236" y="544"/>
                </a:moveTo>
                <a:cubicBezTo>
                  <a:pt x="1236" y="545"/>
                  <a:pt x="1236" y="545"/>
                  <a:pt x="1236" y="545"/>
                </a:cubicBezTo>
                <a:cubicBezTo>
                  <a:pt x="1239" y="545"/>
                  <a:pt x="1239" y="545"/>
                  <a:pt x="1239" y="545"/>
                </a:cubicBezTo>
                <a:cubicBezTo>
                  <a:pt x="1239" y="547"/>
                  <a:pt x="1239" y="547"/>
                  <a:pt x="1239" y="547"/>
                </a:cubicBezTo>
                <a:cubicBezTo>
                  <a:pt x="1239" y="547"/>
                  <a:pt x="1240" y="547"/>
                  <a:pt x="1240" y="547"/>
                </a:cubicBezTo>
                <a:cubicBezTo>
                  <a:pt x="1241" y="547"/>
                  <a:pt x="1241" y="547"/>
                  <a:pt x="1241" y="547"/>
                </a:cubicBezTo>
                <a:cubicBezTo>
                  <a:pt x="1242" y="548"/>
                  <a:pt x="1242" y="548"/>
                  <a:pt x="1242" y="548"/>
                </a:cubicBezTo>
                <a:cubicBezTo>
                  <a:pt x="1243" y="548"/>
                  <a:pt x="1243" y="549"/>
                  <a:pt x="1243" y="549"/>
                </a:cubicBezTo>
                <a:cubicBezTo>
                  <a:pt x="1243" y="549"/>
                  <a:pt x="1243" y="550"/>
                  <a:pt x="1244" y="550"/>
                </a:cubicBezTo>
                <a:cubicBezTo>
                  <a:pt x="1244" y="550"/>
                  <a:pt x="1245" y="550"/>
                  <a:pt x="1245" y="550"/>
                </a:cubicBezTo>
                <a:cubicBezTo>
                  <a:pt x="1246" y="550"/>
                  <a:pt x="1247" y="549"/>
                  <a:pt x="1248" y="549"/>
                </a:cubicBezTo>
                <a:cubicBezTo>
                  <a:pt x="1248" y="549"/>
                  <a:pt x="1248" y="549"/>
                  <a:pt x="1249" y="549"/>
                </a:cubicBezTo>
                <a:cubicBezTo>
                  <a:pt x="1249" y="549"/>
                  <a:pt x="1250" y="549"/>
                  <a:pt x="1251" y="549"/>
                </a:cubicBezTo>
                <a:cubicBezTo>
                  <a:pt x="1251" y="549"/>
                  <a:pt x="1252" y="549"/>
                  <a:pt x="1253" y="549"/>
                </a:cubicBezTo>
                <a:cubicBezTo>
                  <a:pt x="1253" y="549"/>
                  <a:pt x="1254" y="549"/>
                  <a:pt x="1255" y="549"/>
                </a:cubicBezTo>
                <a:cubicBezTo>
                  <a:pt x="1255" y="549"/>
                  <a:pt x="1255" y="550"/>
                  <a:pt x="1255" y="550"/>
                </a:cubicBezTo>
                <a:cubicBezTo>
                  <a:pt x="1255" y="550"/>
                  <a:pt x="1256" y="551"/>
                  <a:pt x="1256" y="551"/>
                </a:cubicBezTo>
                <a:cubicBezTo>
                  <a:pt x="1256" y="551"/>
                  <a:pt x="1257" y="551"/>
                  <a:pt x="1257" y="551"/>
                </a:cubicBezTo>
                <a:cubicBezTo>
                  <a:pt x="1258" y="551"/>
                  <a:pt x="1258" y="551"/>
                  <a:pt x="1259" y="551"/>
                </a:cubicBezTo>
                <a:cubicBezTo>
                  <a:pt x="1260" y="551"/>
                  <a:pt x="1260" y="551"/>
                  <a:pt x="1261" y="551"/>
                </a:cubicBezTo>
                <a:cubicBezTo>
                  <a:pt x="1262" y="551"/>
                  <a:pt x="1262" y="552"/>
                  <a:pt x="1263" y="552"/>
                </a:cubicBezTo>
                <a:cubicBezTo>
                  <a:pt x="1264" y="552"/>
                  <a:pt x="1264" y="553"/>
                  <a:pt x="1264" y="553"/>
                </a:cubicBezTo>
                <a:cubicBezTo>
                  <a:pt x="1264" y="553"/>
                  <a:pt x="1265" y="553"/>
                  <a:pt x="1265" y="553"/>
                </a:cubicBezTo>
                <a:cubicBezTo>
                  <a:pt x="1266" y="553"/>
                  <a:pt x="1267" y="553"/>
                  <a:pt x="1267" y="553"/>
                </a:cubicBezTo>
                <a:cubicBezTo>
                  <a:pt x="1267" y="553"/>
                  <a:pt x="1267" y="553"/>
                  <a:pt x="1267" y="552"/>
                </a:cubicBezTo>
                <a:cubicBezTo>
                  <a:pt x="1267" y="552"/>
                  <a:pt x="1268" y="552"/>
                  <a:pt x="1268" y="551"/>
                </a:cubicBezTo>
                <a:cubicBezTo>
                  <a:pt x="1268" y="551"/>
                  <a:pt x="1268" y="551"/>
                  <a:pt x="1269" y="551"/>
                </a:cubicBezTo>
                <a:cubicBezTo>
                  <a:pt x="1269" y="551"/>
                  <a:pt x="1269" y="552"/>
                  <a:pt x="1270" y="552"/>
                </a:cubicBezTo>
                <a:cubicBezTo>
                  <a:pt x="1270" y="552"/>
                  <a:pt x="1270" y="552"/>
                  <a:pt x="1271" y="552"/>
                </a:cubicBezTo>
                <a:cubicBezTo>
                  <a:pt x="1272" y="552"/>
                  <a:pt x="1272" y="552"/>
                  <a:pt x="1272" y="552"/>
                </a:cubicBezTo>
                <a:cubicBezTo>
                  <a:pt x="1272" y="552"/>
                  <a:pt x="1272" y="551"/>
                  <a:pt x="1273" y="551"/>
                </a:cubicBezTo>
                <a:cubicBezTo>
                  <a:pt x="1274" y="551"/>
                  <a:pt x="1274" y="552"/>
                  <a:pt x="1275" y="552"/>
                </a:cubicBezTo>
                <a:cubicBezTo>
                  <a:pt x="1275" y="552"/>
                  <a:pt x="1275" y="552"/>
                  <a:pt x="1276" y="552"/>
                </a:cubicBezTo>
                <a:cubicBezTo>
                  <a:pt x="1276" y="552"/>
                  <a:pt x="1276" y="553"/>
                  <a:pt x="1276" y="553"/>
                </a:cubicBezTo>
                <a:cubicBezTo>
                  <a:pt x="1277" y="554"/>
                  <a:pt x="1277" y="554"/>
                  <a:pt x="1278" y="554"/>
                </a:cubicBezTo>
                <a:cubicBezTo>
                  <a:pt x="1279" y="555"/>
                  <a:pt x="1279" y="555"/>
                  <a:pt x="1280" y="555"/>
                </a:cubicBezTo>
                <a:cubicBezTo>
                  <a:pt x="1281" y="555"/>
                  <a:pt x="1281" y="555"/>
                  <a:pt x="1281" y="555"/>
                </a:cubicBezTo>
                <a:cubicBezTo>
                  <a:pt x="1282" y="555"/>
                  <a:pt x="1282" y="554"/>
                  <a:pt x="1282" y="554"/>
                </a:cubicBezTo>
                <a:cubicBezTo>
                  <a:pt x="1282" y="553"/>
                  <a:pt x="1282" y="553"/>
                  <a:pt x="1281" y="552"/>
                </a:cubicBezTo>
                <a:cubicBezTo>
                  <a:pt x="1281" y="552"/>
                  <a:pt x="1281" y="551"/>
                  <a:pt x="1280" y="551"/>
                </a:cubicBezTo>
                <a:cubicBezTo>
                  <a:pt x="1280" y="551"/>
                  <a:pt x="1280" y="551"/>
                  <a:pt x="1279" y="551"/>
                </a:cubicBezTo>
                <a:cubicBezTo>
                  <a:pt x="1279" y="551"/>
                  <a:pt x="1278" y="550"/>
                  <a:pt x="1278" y="549"/>
                </a:cubicBezTo>
                <a:cubicBezTo>
                  <a:pt x="1270" y="549"/>
                  <a:pt x="1270" y="549"/>
                  <a:pt x="1270" y="549"/>
                </a:cubicBezTo>
                <a:cubicBezTo>
                  <a:pt x="1270" y="549"/>
                  <a:pt x="1270" y="549"/>
                  <a:pt x="1270" y="548"/>
                </a:cubicBezTo>
                <a:cubicBezTo>
                  <a:pt x="1271" y="548"/>
                  <a:pt x="1271" y="548"/>
                  <a:pt x="1271" y="547"/>
                </a:cubicBezTo>
                <a:cubicBezTo>
                  <a:pt x="1271" y="547"/>
                  <a:pt x="1272" y="547"/>
                  <a:pt x="1272" y="547"/>
                </a:cubicBezTo>
                <a:cubicBezTo>
                  <a:pt x="1272" y="547"/>
                  <a:pt x="1273" y="547"/>
                  <a:pt x="1274" y="547"/>
                </a:cubicBezTo>
                <a:cubicBezTo>
                  <a:pt x="1274" y="547"/>
                  <a:pt x="1275" y="547"/>
                  <a:pt x="1276" y="546"/>
                </a:cubicBezTo>
                <a:cubicBezTo>
                  <a:pt x="1275" y="546"/>
                  <a:pt x="1274" y="546"/>
                  <a:pt x="1274" y="546"/>
                </a:cubicBezTo>
                <a:cubicBezTo>
                  <a:pt x="1273" y="546"/>
                  <a:pt x="1273" y="546"/>
                  <a:pt x="1273" y="546"/>
                </a:cubicBezTo>
                <a:cubicBezTo>
                  <a:pt x="1272" y="545"/>
                  <a:pt x="1272" y="546"/>
                  <a:pt x="1272" y="546"/>
                </a:cubicBezTo>
                <a:cubicBezTo>
                  <a:pt x="1271" y="545"/>
                  <a:pt x="1271" y="545"/>
                  <a:pt x="1270" y="545"/>
                </a:cubicBezTo>
                <a:cubicBezTo>
                  <a:pt x="1269" y="545"/>
                  <a:pt x="1269" y="545"/>
                  <a:pt x="1268" y="545"/>
                </a:cubicBezTo>
                <a:cubicBezTo>
                  <a:pt x="1267" y="545"/>
                  <a:pt x="1267" y="545"/>
                  <a:pt x="1267" y="545"/>
                </a:cubicBezTo>
                <a:cubicBezTo>
                  <a:pt x="1266" y="545"/>
                  <a:pt x="1265" y="545"/>
                  <a:pt x="1264" y="545"/>
                </a:cubicBezTo>
                <a:cubicBezTo>
                  <a:pt x="1263" y="545"/>
                  <a:pt x="1263" y="544"/>
                  <a:pt x="1262" y="544"/>
                </a:cubicBezTo>
                <a:cubicBezTo>
                  <a:pt x="1261" y="544"/>
                  <a:pt x="1261" y="544"/>
                  <a:pt x="1260" y="543"/>
                </a:cubicBezTo>
                <a:lnTo>
                  <a:pt x="1236" y="544"/>
                </a:lnTo>
                <a:close/>
                <a:moveTo>
                  <a:pt x="1221" y="537"/>
                </a:moveTo>
                <a:cubicBezTo>
                  <a:pt x="1221" y="538"/>
                  <a:pt x="1221" y="538"/>
                  <a:pt x="1221" y="538"/>
                </a:cubicBezTo>
                <a:cubicBezTo>
                  <a:pt x="1220" y="539"/>
                  <a:pt x="1221" y="539"/>
                  <a:pt x="1221" y="539"/>
                </a:cubicBezTo>
                <a:cubicBezTo>
                  <a:pt x="1221" y="540"/>
                  <a:pt x="1221" y="540"/>
                  <a:pt x="1221" y="540"/>
                </a:cubicBezTo>
                <a:cubicBezTo>
                  <a:pt x="1221" y="539"/>
                  <a:pt x="1221" y="539"/>
                  <a:pt x="1221" y="539"/>
                </a:cubicBezTo>
                <a:cubicBezTo>
                  <a:pt x="1221" y="539"/>
                  <a:pt x="1221" y="539"/>
                  <a:pt x="1221" y="538"/>
                </a:cubicBezTo>
                <a:lnTo>
                  <a:pt x="1221" y="537"/>
                </a:lnTo>
                <a:close/>
                <a:moveTo>
                  <a:pt x="1255" y="505"/>
                </a:moveTo>
                <a:cubicBezTo>
                  <a:pt x="1254" y="505"/>
                  <a:pt x="1254" y="505"/>
                  <a:pt x="1254" y="505"/>
                </a:cubicBezTo>
                <a:cubicBezTo>
                  <a:pt x="1254" y="505"/>
                  <a:pt x="1253" y="505"/>
                  <a:pt x="1253" y="505"/>
                </a:cubicBezTo>
                <a:cubicBezTo>
                  <a:pt x="1253" y="507"/>
                  <a:pt x="1253" y="508"/>
                  <a:pt x="1252" y="509"/>
                </a:cubicBezTo>
                <a:cubicBezTo>
                  <a:pt x="1252" y="509"/>
                  <a:pt x="1252" y="509"/>
                  <a:pt x="1252" y="510"/>
                </a:cubicBezTo>
                <a:cubicBezTo>
                  <a:pt x="1251" y="510"/>
                  <a:pt x="1251" y="510"/>
                  <a:pt x="1251" y="511"/>
                </a:cubicBezTo>
                <a:cubicBezTo>
                  <a:pt x="1251" y="512"/>
                  <a:pt x="1251" y="512"/>
                  <a:pt x="1251" y="513"/>
                </a:cubicBezTo>
                <a:cubicBezTo>
                  <a:pt x="1251" y="514"/>
                  <a:pt x="1251" y="514"/>
                  <a:pt x="1251" y="515"/>
                </a:cubicBezTo>
                <a:cubicBezTo>
                  <a:pt x="1251" y="515"/>
                  <a:pt x="1251" y="516"/>
                  <a:pt x="1252" y="516"/>
                </a:cubicBezTo>
                <a:cubicBezTo>
                  <a:pt x="1252" y="516"/>
                  <a:pt x="1252" y="516"/>
                  <a:pt x="1252" y="517"/>
                </a:cubicBezTo>
                <a:cubicBezTo>
                  <a:pt x="1253" y="517"/>
                  <a:pt x="1254" y="517"/>
                  <a:pt x="1254" y="518"/>
                </a:cubicBezTo>
                <a:cubicBezTo>
                  <a:pt x="1255" y="518"/>
                  <a:pt x="1255" y="518"/>
                  <a:pt x="1255" y="519"/>
                </a:cubicBezTo>
                <a:cubicBezTo>
                  <a:pt x="1255" y="519"/>
                  <a:pt x="1256" y="519"/>
                  <a:pt x="1256" y="519"/>
                </a:cubicBezTo>
                <a:cubicBezTo>
                  <a:pt x="1256" y="520"/>
                  <a:pt x="1256" y="520"/>
                  <a:pt x="1256" y="521"/>
                </a:cubicBezTo>
                <a:cubicBezTo>
                  <a:pt x="1256" y="521"/>
                  <a:pt x="1256" y="521"/>
                  <a:pt x="1256" y="521"/>
                </a:cubicBezTo>
                <a:cubicBezTo>
                  <a:pt x="1256" y="522"/>
                  <a:pt x="1256" y="522"/>
                  <a:pt x="1256" y="522"/>
                </a:cubicBezTo>
                <a:cubicBezTo>
                  <a:pt x="1256" y="523"/>
                  <a:pt x="1256" y="523"/>
                  <a:pt x="1256" y="524"/>
                </a:cubicBezTo>
                <a:cubicBezTo>
                  <a:pt x="1256" y="524"/>
                  <a:pt x="1256" y="525"/>
                  <a:pt x="1256" y="525"/>
                </a:cubicBezTo>
                <a:cubicBezTo>
                  <a:pt x="1256" y="525"/>
                  <a:pt x="1256" y="526"/>
                  <a:pt x="1256" y="526"/>
                </a:cubicBezTo>
                <a:cubicBezTo>
                  <a:pt x="1256" y="526"/>
                  <a:pt x="1256" y="527"/>
                  <a:pt x="1257" y="527"/>
                </a:cubicBezTo>
                <a:cubicBezTo>
                  <a:pt x="1257" y="527"/>
                  <a:pt x="1257" y="527"/>
                  <a:pt x="1258" y="527"/>
                </a:cubicBezTo>
                <a:cubicBezTo>
                  <a:pt x="1258" y="528"/>
                  <a:pt x="1259" y="528"/>
                  <a:pt x="1260" y="528"/>
                </a:cubicBezTo>
                <a:cubicBezTo>
                  <a:pt x="1260" y="528"/>
                  <a:pt x="1261" y="527"/>
                  <a:pt x="1262" y="528"/>
                </a:cubicBezTo>
                <a:cubicBezTo>
                  <a:pt x="1262" y="528"/>
                  <a:pt x="1262" y="528"/>
                  <a:pt x="1263" y="528"/>
                </a:cubicBezTo>
                <a:cubicBezTo>
                  <a:pt x="1263" y="528"/>
                  <a:pt x="1263" y="529"/>
                  <a:pt x="1263" y="529"/>
                </a:cubicBezTo>
                <a:cubicBezTo>
                  <a:pt x="1263" y="529"/>
                  <a:pt x="1264" y="530"/>
                  <a:pt x="1265" y="530"/>
                </a:cubicBezTo>
                <a:cubicBezTo>
                  <a:pt x="1265" y="530"/>
                  <a:pt x="1266" y="530"/>
                  <a:pt x="1266" y="530"/>
                </a:cubicBezTo>
                <a:cubicBezTo>
                  <a:pt x="1267" y="530"/>
                  <a:pt x="1268" y="530"/>
                  <a:pt x="1268" y="530"/>
                </a:cubicBezTo>
                <a:cubicBezTo>
                  <a:pt x="1269" y="530"/>
                  <a:pt x="1270" y="529"/>
                  <a:pt x="1271" y="529"/>
                </a:cubicBezTo>
                <a:cubicBezTo>
                  <a:pt x="1271" y="529"/>
                  <a:pt x="1272" y="529"/>
                  <a:pt x="1272" y="529"/>
                </a:cubicBezTo>
                <a:cubicBezTo>
                  <a:pt x="1272" y="529"/>
                  <a:pt x="1273" y="530"/>
                  <a:pt x="1273" y="530"/>
                </a:cubicBezTo>
                <a:cubicBezTo>
                  <a:pt x="1273" y="530"/>
                  <a:pt x="1273" y="531"/>
                  <a:pt x="1274" y="531"/>
                </a:cubicBezTo>
                <a:cubicBezTo>
                  <a:pt x="1274" y="531"/>
                  <a:pt x="1275" y="530"/>
                  <a:pt x="1275" y="530"/>
                </a:cubicBezTo>
                <a:cubicBezTo>
                  <a:pt x="1276" y="530"/>
                  <a:pt x="1277" y="531"/>
                  <a:pt x="1278" y="532"/>
                </a:cubicBezTo>
                <a:cubicBezTo>
                  <a:pt x="1278" y="532"/>
                  <a:pt x="1278" y="532"/>
                  <a:pt x="1278" y="533"/>
                </a:cubicBezTo>
                <a:cubicBezTo>
                  <a:pt x="1279" y="533"/>
                  <a:pt x="1279" y="533"/>
                  <a:pt x="1279" y="533"/>
                </a:cubicBezTo>
                <a:cubicBezTo>
                  <a:pt x="1280" y="533"/>
                  <a:pt x="1280" y="533"/>
                  <a:pt x="1281" y="533"/>
                </a:cubicBezTo>
                <a:cubicBezTo>
                  <a:pt x="1282" y="533"/>
                  <a:pt x="1282" y="533"/>
                  <a:pt x="1282" y="533"/>
                </a:cubicBezTo>
                <a:cubicBezTo>
                  <a:pt x="1282" y="533"/>
                  <a:pt x="1283" y="533"/>
                  <a:pt x="1283" y="533"/>
                </a:cubicBezTo>
                <a:cubicBezTo>
                  <a:pt x="1283" y="531"/>
                  <a:pt x="1283" y="531"/>
                  <a:pt x="1283" y="531"/>
                </a:cubicBezTo>
                <a:cubicBezTo>
                  <a:pt x="1283" y="530"/>
                  <a:pt x="1283" y="530"/>
                  <a:pt x="1283" y="530"/>
                </a:cubicBezTo>
                <a:cubicBezTo>
                  <a:pt x="1283" y="530"/>
                  <a:pt x="1284" y="529"/>
                  <a:pt x="1284" y="529"/>
                </a:cubicBezTo>
                <a:cubicBezTo>
                  <a:pt x="1284" y="529"/>
                  <a:pt x="1285" y="529"/>
                  <a:pt x="1285" y="529"/>
                </a:cubicBezTo>
                <a:cubicBezTo>
                  <a:pt x="1285" y="528"/>
                  <a:pt x="1286" y="528"/>
                  <a:pt x="1286" y="527"/>
                </a:cubicBezTo>
                <a:cubicBezTo>
                  <a:pt x="1286" y="527"/>
                  <a:pt x="1285" y="526"/>
                  <a:pt x="1285" y="526"/>
                </a:cubicBezTo>
                <a:cubicBezTo>
                  <a:pt x="1285" y="526"/>
                  <a:pt x="1285" y="525"/>
                  <a:pt x="1285" y="525"/>
                </a:cubicBezTo>
                <a:cubicBezTo>
                  <a:pt x="1284" y="525"/>
                  <a:pt x="1284" y="524"/>
                  <a:pt x="1284" y="524"/>
                </a:cubicBezTo>
                <a:cubicBezTo>
                  <a:pt x="1284" y="523"/>
                  <a:pt x="1285" y="523"/>
                  <a:pt x="1285" y="523"/>
                </a:cubicBezTo>
                <a:cubicBezTo>
                  <a:pt x="1285" y="523"/>
                  <a:pt x="1286" y="522"/>
                  <a:pt x="1286" y="522"/>
                </a:cubicBezTo>
                <a:cubicBezTo>
                  <a:pt x="1286" y="522"/>
                  <a:pt x="1286" y="521"/>
                  <a:pt x="1286" y="521"/>
                </a:cubicBezTo>
                <a:cubicBezTo>
                  <a:pt x="1287" y="521"/>
                  <a:pt x="1287" y="520"/>
                  <a:pt x="1287" y="520"/>
                </a:cubicBezTo>
                <a:cubicBezTo>
                  <a:pt x="1287" y="519"/>
                  <a:pt x="1287" y="518"/>
                  <a:pt x="1288" y="517"/>
                </a:cubicBezTo>
                <a:cubicBezTo>
                  <a:pt x="1291" y="517"/>
                  <a:pt x="1291" y="517"/>
                  <a:pt x="1291" y="517"/>
                </a:cubicBezTo>
                <a:cubicBezTo>
                  <a:pt x="1291" y="512"/>
                  <a:pt x="1291" y="512"/>
                  <a:pt x="1291" y="512"/>
                </a:cubicBezTo>
                <a:cubicBezTo>
                  <a:pt x="1292" y="512"/>
                  <a:pt x="1292" y="512"/>
                  <a:pt x="1294" y="512"/>
                </a:cubicBezTo>
                <a:cubicBezTo>
                  <a:pt x="1294" y="512"/>
                  <a:pt x="1294" y="512"/>
                  <a:pt x="1295" y="512"/>
                </a:cubicBezTo>
                <a:cubicBezTo>
                  <a:pt x="1295" y="512"/>
                  <a:pt x="1295" y="511"/>
                  <a:pt x="1296" y="511"/>
                </a:cubicBezTo>
                <a:cubicBezTo>
                  <a:pt x="1296" y="511"/>
                  <a:pt x="1296" y="510"/>
                  <a:pt x="1296" y="510"/>
                </a:cubicBezTo>
                <a:cubicBezTo>
                  <a:pt x="1296" y="510"/>
                  <a:pt x="1296" y="509"/>
                  <a:pt x="1295" y="509"/>
                </a:cubicBezTo>
                <a:cubicBezTo>
                  <a:pt x="1295" y="509"/>
                  <a:pt x="1295" y="509"/>
                  <a:pt x="1294" y="509"/>
                </a:cubicBezTo>
                <a:cubicBezTo>
                  <a:pt x="1294" y="509"/>
                  <a:pt x="1294" y="509"/>
                  <a:pt x="1293" y="509"/>
                </a:cubicBezTo>
                <a:cubicBezTo>
                  <a:pt x="1293" y="509"/>
                  <a:pt x="1292" y="509"/>
                  <a:pt x="1291" y="509"/>
                </a:cubicBezTo>
                <a:cubicBezTo>
                  <a:pt x="1291" y="508"/>
                  <a:pt x="1291" y="508"/>
                  <a:pt x="1291" y="507"/>
                </a:cubicBezTo>
                <a:cubicBezTo>
                  <a:pt x="1291" y="507"/>
                  <a:pt x="1291" y="507"/>
                  <a:pt x="1291" y="507"/>
                </a:cubicBezTo>
                <a:cubicBezTo>
                  <a:pt x="1291" y="505"/>
                  <a:pt x="1291" y="505"/>
                  <a:pt x="1291" y="505"/>
                </a:cubicBezTo>
                <a:cubicBezTo>
                  <a:pt x="1291" y="505"/>
                  <a:pt x="1292" y="504"/>
                  <a:pt x="1291" y="504"/>
                </a:cubicBezTo>
                <a:cubicBezTo>
                  <a:pt x="1291" y="503"/>
                  <a:pt x="1291" y="503"/>
                  <a:pt x="1291" y="503"/>
                </a:cubicBezTo>
                <a:cubicBezTo>
                  <a:pt x="1291" y="502"/>
                  <a:pt x="1290" y="502"/>
                  <a:pt x="1290" y="501"/>
                </a:cubicBezTo>
                <a:cubicBezTo>
                  <a:pt x="1290" y="496"/>
                  <a:pt x="1290" y="496"/>
                  <a:pt x="1290" y="496"/>
                </a:cubicBezTo>
                <a:cubicBezTo>
                  <a:pt x="1291" y="496"/>
                  <a:pt x="1292" y="496"/>
                  <a:pt x="1293" y="496"/>
                </a:cubicBezTo>
                <a:cubicBezTo>
                  <a:pt x="1293" y="496"/>
                  <a:pt x="1293" y="496"/>
                  <a:pt x="1294" y="496"/>
                </a:cubicBezTo>
                <a:cubicBezTo>
                  <a:pt x="1294" y="496"/>
                  <a:pt x="1294" y="495"/>
                  <a:pt x="1294" y="495"/>
                </a:cubicBezTo>
                <a:cubicBezTo>
                  <a:pt x="1294" y="495"/>
                  <a:pt x="1294" y="494"/>
                  <a:pt x="1294" y="494"/>
                </a:cubicBezTo>
                <a:cubicBezTo>
                  <a:pt x="1294" y="494"/>
                  <a:pt x="1294" y="493"/>
                  <a:pt x="1295" y="493"/>
                </a:cubicBezTo>
                <a:cubicBezTo>
                  <a:pt x="1295" y="493"/>
                  <a:pt x="1295" y="493"/>
                  <a:pt x="1295" y="493"/>
                </a:cubicBezTo>
                <a:cubicBezTo>
                  <a:pt x="1296" y="493"/>
                  <a:pt x="1296" y="492"/>
                  <a:pt x="1296" y="492"/>
                </a:cubicBezTo>
                <a:cubicBezTo>
                  <a:pt x="1297" y="492"/>
                  <a:pt x="1298" y="492"/>
                  <a:pt x="1298" y="491"/>
                </a:cubicBezTo>
                <a:cubicBezTo>
                  <a:pt x="1298" y="491"/>
                  <a:pt x="1298" y="490"/>
                  <a:pt x="1298" y="490"/>
                </a:cubicBezTo>
                <a:cubicBezTo>
                  <a:pt x="1297" y="489"/>
                  <a:pt x="1296" y="489"/>
                  <a:pt x="1296" y="489"/>
                </a:cubicBezTo>
                <a:cubicBezTo>
                  <a:pt x="1295" y="489"/>
                  <a:pt x="1295" y="489"/>
                  <a:pt x="1294" y="489"/>
                </a:cubicBezTo>
                <a:cubicBezTo>
                  <a:pt x="1293" y="489"/>
                  <a:pt x="1293" y="489"/>
                  <a:pt x="1293" y="489"/>
                </a:cubicBezTo>
                <a:cubicBezTo>
                  <a:pt x="1292" y="489"/>
                  <a:pt x="1292" y="489"/>
                  <a:pt x="1292" y="488"/>
                </a:cubicBezTo>
                <a:cubicBezTo>
                  <a:pt x="1291" y="488"/>
                  <a:pt x="1291" y="488"/>
                  <a:pt x="1291" y="488"/>
                </a:cubicBezTo>
                <a:cubicBezTo>
                  <a:pt x="1291" y="488"/>
                  <a:pt x="1291" y="487"/>
                  <a:pt x="1291" y="487"/>
                </a:cubicBezTo>
                <a:cubicBezTo>
                  <a:pt x="1291" y="487"/>
                  <a:pt x="1291" y="486"/>
                  <a:pt x="1291" y="486"/>
                </a:cubicBezTo>
                <a:cubicBezTo>
                  <a:pt x="1291" y="486"/>
                  <a:pt x="1290" y="486"/>
                  <a:pt x="1290" y="485"/>
                </a:cubicBezTo>
                <a:cubicBezTo>
                  <a:pt x="1289" y="485"/>
                  <a:pt x="1289" y="484"/>
                  <a:pt x="1289" y="483"/>
                </a:cubicBezTo>
                <a:cubicBezTo>
                  <a:pt x="1289" y="483"/>
                  <a:pt x="1288" y="483"/>
                  <a:pt x="1288" y="483"/>
                </a:cubicBezTo>
                <a:cubicBezTo>
                  <a:pt x="1288" y="483"/>
                  <a:pt x="1287" y="483"/>
                  <a:pt x="1287" y="483"/>
                </a:cubicBezTo>
                <a:cubicBezTo>
                  <a:pt x="1287" y="483"/>
                  <a:pt x="1287" y="484"/>
                  <a:pt x="1287" y="484"/>
                </a:cubicBezTo>
                <a:cubicBezTo>
                  <a:pt x="1287" y="484"/>
                  <a:pt x="1286" y="485"/>
                  <a:pt x="1286" y="485"/>
                </a:cubicBezTo>
                <a:cubicBezTo>
                  <a:pt x="1285" y="485"/>
                  <a:pt x="1285" y="486"/>
                  <a:pt x="1285" y="486"/>
                </a:cubicBezTo>
                <a:cubicBezTo>
                  <a:pt x="1284" y="486"/>
                  <a:pt x="1284" y="486"/>
                  <a:pt x="1283" y="486"/>
                </a:cubicBezTo>
                <a:cubicBezTo>
                  <a:pt x="1283" y="486"/>
                  <a:pt x="1283" y="487"/>
                  <a:pt x="1282" y="487"/>
                </a:cubicBezTo>
                <a:cubicBezTo>
                  <a:pt x="1282" y="488"/>
                  <a:pt x="1282" y="488"/>
                  <a:pt x="1281" y="488"/>
                </a:cubicBezTo>
                <a:cubicBezTo>
                  <a:pt x="1281" y="488"/>
                  <a:pt x="1281" y="489"/>
                  <a:pt x="1281" y="489"/>
                </a:cubicBezTo>
                <a:cubicBezTo>
                  <a:pt x="1280" y="489"/>
                  <a:pt x="1280" y="490"/>
                  <a:pt x="1280" y="490"/>
                </a:cubicBezTo>
                <a:cubicBezTo>
                  <a:pt x="1280" y="490"/>
                  <a:pt x="1280" y="491"/>
                  <a:pt x="1280" y="491"/>
                </a:cubicBezTo>
                <a:cubicBezTo>
                  <a:pt x="1280" y="491"/>
                  <a:pt x="1279" y="492"/>
                  <a:pt x="1279" y="492"/>
                </a:cubicBezTo>
                <a:cubicBezTo>
                  <a:pt x="1279" y="492"/>
                  <a:pt x="1278" y="493"/>
                  <a:pt x="1278" y="493"/>
                </a:cubicBezTo>
                <a:cubicBezTo>
                  <a:pt x="1278" y="493"/>
                  <a:pt x="1278" y="494"/>
                  <a:pt x="1278" y="494"/>
                </a:cubicBezTo>
                <a:cubicBezTo>
                  <a:pt x="1277" y="494"/>
                  <a:pt x="1277" y="494"/>
                  <a:pt x="1277" y="494"/>
                </a:cubicBezTo>
                <a:cubicBezTo>
                  <a:pt x="1276" y="495"/>
                  <a:pt x="1275" y="494"/>
                  <a:pt x="1273" y="495"/>
                </a:cubicBezTo>
                <a:cubicBezTo>
                  <a:pt x="1273" y="495"/>
                  <a:pt x="1273" y="495"/>
                  <a:pt x="1273" y="496"/>
                </a:cubicBezTo>
                <a:cubicBezTo>
                  <a:pt x="1272" y="496"/>
                  <a:pt x="1272" y="496"/>
                  <a:pt x="1272" y="496"/>
                </a:cubicBezTo>
                <a:cubicBezTo>
                  <a:pt x="1271" y="497"/>
                  <a:pt x="1271" y="497"/>
                  <a:pt x="1271" y="498"/>
                </a:cubicBezTo>
                <a:cubicBezTo>
                  <a:pt x="1271" y="498"/>
                  <a:pt x="1271" y="498"/>
                  <a:pt x="1271" y="499"/>
                </a:cubicBezTo>
                <a:cubicBezTo>
                  <a:pt x="1270" y="499"/>
                  <a:pt x="1270" y="499"/>
                  <a:pt x="1270" y="499"/>
                </a:cubicBezTo>
                <a:cubicBezTo>
                  <a:pt x="1269" y="499"/>
                  <a:pt x="1269" y="499"/>
                  <a:pt x="1269" y="500"/>
                </a:cubicBezTo>
                <a:cubicBezTo>
                  <a:pt x="1268" y="500"/>
                  <a:pt x="1268" y="500"/>
                  <a:pt x="1268" y="500"/>
                </a:cubicBezTo>
                <a:cubicBezTo>
                  <a:pt x="1268" y="501"/>
                  <a:pt x="1267" y="501"/>
                  <a:pt x="1267" y="501"/>
                </a:cubicBezTo>
                <a:cubicBezTo>
                  <a:pt x="1267" y="502"/>
                  <a:pt x="1266" y="502"/>
                  <a:pt x="1266" y="502"/>
                </a:cubicBezTo>
                <a:cubicBezTo>
                  <a:pt x="1266" y="502"/>
                  <a:pt x="1265" y="502"/>
                  <a:pt x="1265" y="502"/>
                </a:cubicBezTo>
                <a:cubicBezTo>
                  <a:pt x="1264" y="502"/>
                  <a:pt x="1264" y="502"/>
                  <a:pt x="1263" y="502"/>
                </a:cubicBezTo>
                <a:cubicBezTo>
                  <a:pt x="1263" y="507"/>
                  <a:pt x="1263" y="507"/>
                  <a:pt x="1263" y="507"/>
                </a:cubicBezTo>
                <a:cubicBezTo>
                  <a:pt x="1262" y="507"/>
                  <a:pt x="1262" y="507"/>
                  <a:pt x="1261" y="507"/>
                </a:cubicBezTo>
                <a:cubicBezTo>
                  <a:pt x="1261" y="507"/>
                  <a:pt x="1261" y="507"/>
                  <a:pt x="1260" y="507"/>
                </a:cubicBezTo>
                <a:cubicBezTo>
                  <a:pt x="1260" y="507"/>
                  <a:pt x="1260" y="507"/>
                  <a:pt x="1259" y="507"/>
                </a:cubicBezTo>
                <a:cubicBezTo>
                  <a:pt x="1259" y="507"/>
                  <a:pt x="1258" y="507"/>
                  <a:pt x="1258" y="507"/>
                </a:cubicBezTo>
                <a:cubicBezTo>
                  <a:pt x="1257" y="507"/>
                  <a:pt x="1256" y="506"/>
                  <a:pt x="1256" y="506"/>
                </a:cubicBezTo>
                <a:lnTo>
                  <a:pt x="1255" y="505"/>
                </a:lnTo>
                <a:close/>
                <a:moveTo>
                  <a:pt x="1205" y="519"/>
                </a:moveTo>
                <a:cubicBezTo>
                  <a:pt x="1205" y="520"/>
                  <a:pt x="1205" y="520"/>
                  <a:pt x="1205" y="521"/>
                </a:cubicBezTo>
                <a:cubicBezTo>
                  <a:pt x="1205" y="522"/>
                  <a:pt x="1206" y="522"/>
                  <a:pt x="1206" y="523"/>
                </a:cubicBezTo>
                <a:cubicBezTo>
                  <a:pt x="1207" y="524"/>
                  <a:pt x="1207" y="524"/>
                  <a:pt x="1208" y="525"/>
                </a:cubicBezTo>
                <a:cubicBezTo>
                  <a:pt x="1208" y="525"/>
                  <a:pt x="1209" y="526"/>
                  <a:pt x="1209" y="527"/>
                </a:cubicBezTo>
                <a:cubicBezTo>
                  <a:pt x="1209" y="527"/>
                  <a:pt x="1210" y="527"/>
                  <a:pt x="1210" y="528"/>
                </a:cubicBezTo>
                <a:cubicBezTo>
                  <a:pt x="1210" y="528"/>
                  <a:pt x="1211" y="528"/>
                  <a:pt x="1211" y="528"/>
                </a:cubicBezTo>
                <a:cubicBezTo>
                  <a:pt x="1211" y="528"/>
                  <a:pt x="1211" y="528"/>
                  <a:pt x="1212" y="529"/>
                </a:cubicBezTo>
                <a:cubicBezTo>
                  <a:pt x="1212" y="529"/>
                  <a:pt x="1212" y="529"/>
                  <a:pt x="1212" y="530"/>
                </a:cubicBezTo>
                <a:cubicBezTo>
                  <a:pt x="1212" y="530"/>
                  <a:pt x="1212" y="530"/>
                  <a:pt x="1213" y="531"/>
                </a:cubicBezTo>
                <a:cubicBezTo>
                  <a:pt x="1213" y="531"/>
                  <a:pt x="1213" y="531"/>
                  <a:pt x="1213" y="531"/>
                </a:cubicBezTo>
                <a:cubicBezTo>
                  <a:pt x="1213" y="527"/>
                  <a:pt x="1213" y="527"/>
                  <a:pt x="1213" y="527"/>
                </a:cubicBezTo>
                <a:cubicBezTo>
                  <a:pt x="1213" y="527"/>
                  <a:pt x="1213" y="527"/>
                  <a:pt x="1213" y="526"/>
                </a:cubicBezTo>
                <a:cubicBezTo>
                  <a:pt x="1212" y="526"/>
                  <a:pt x="1212" y="526"/>
                  <a:pt x="1212" y="525"/>
                </a:cubicBezTo>
                <a:cubicBezTo>
                  <a:pt x="1211" y="525"/>
                  <a:pt x="1211" y="525"/>
                  <a:pt x="1211" y="525"/>
                </a:cubicBezTo>
                <a:cubicBezTo>
                  <a:pt x="1210" y="525"/>
                  <a:pt x="1210" y="525"/>
                  <a:pt x="1209" y="525"/>
                </a:cubicBezTo>
                <a:cubicBezTo>
                  <a:pt x="1209" y="525"/>
                  <a:pt x="1209" y="525"/>
                  <a:pt x="1208" y="524"/>
                </a:cubicBezTo>
                <a:cubicBezTo>
                  <a:pt x="1208" y="524"/>
                  <a:pt x="1208" y="524"/>
                  <a:pt x="1208" y="523"/>
                </a:cubicBezTo>
                <a:cubicBezTo>
                  <a:pt x="1208" y="523"/>
                  <a:pt x="1208" y="523"/>
                  <a:pt x="1208" y="522"/>
                </a:cubicBezTo>
                <a:cubicBezTo>
                  <a:pt x="1207" y="522"/>
                  <a:pt x="1208" y="521"/>
                  <a:pt x="1208" y="520"/>
                </a:cubicBezTo>
                <a:cubicBezTo>
                  <a:pt x="1208" y="520"/>
                  <a:pt x="1208" y="519"/>
                  <a:pt x="1207" y="519"/>
                </a:cubicBezTo>
                <a:cubicBezTo>
                  <a:pt x="1207" y="518"/>
                  <a:pt x="1206" y="518"/>
                  <a:pt x="1205" y="518"/>
                </a:cubicBezTo>
                <a:cubicBezTo>
                  <a:pt x="1205" y="519"/>
                  <a:pt x="1205" y="519"/>
                  <a:pt x="1205" y="519"/>
                </a:cubicBezTo>
                <a:cubicBezTo>
                  <a:pt x="1205" y="519"/>
                  <a:pt x="1205" y="519"/>
                  <a:pt x="1205" y="519"/>
                </a:cubicBezTo>
                <a:moveTo>
                  <a:pt x="1197" y="509"/>
                </a:moveTo>
                <a:cubicBezTo>
                  <a:pt x="1198" y="510"/>
                  <a:pt x="1198" y="510"/>
                  <a:pt x="1199" y="511"/>
                </a:cubicBezTo>
                <a:cubicBezTo>
                  <a:pt x="1199" y="511"/>
                  <a:pt x="1200" y="511"/>
                  <a:pt x="1200" y="512"/>
                </a:cubicBezTo>
                <a:cubicBezTo>
                  <a:pt x="1201" y="512"/>
                  <a:pt x="1201" y="512"/>
                  <a:pt x="1201" y="512"/>
                </a:cubicBezTo>
                <a:cubicBezTo>
                  <a:pt x="1202" y="513"/>
                  <a:pt x="1202" y="513"/>
                  <a:pt x="1202" y="514"/>
                </a:cubicBezTo>
                <a:cubicBezTo>
                  <a:pt x="1202" y="514"/>
                  <a:pt x="1202" y="514"/>
                  <a:pt x="1202" y="513"/>
                </a:cubicBezTo>
                <a:cubicBezTo>
                  <a:pt x="1202" y="513"/>
                  <a:pt x="1202" y="513"/>
                  <a:pt x="1202" y="513"/>
                </a:cubicBezTo>
                <a:cubicBezTo>
                  <a:pt x="1202" y="512"/>
                  <a:pt x="1202" y="511"/>
                  <a:pt x="1202" y="511"/>
                </a:cubicBezTo>
                <a:cubicBezTo>
                  <a:pt x="1201" y="510"/>
                  <a:pt x="1201" y="510"/>
                  <a:pt x="1201" y="510"/>
                </a:cubicBezTo>
                <a:cubicBezTo>
                  <a:pt x="1200" y="509"/>
                  <a:pt x="1200" y="508"/>
                  <a:pt x="1199" y="508"/>
                </a:cubicBezTo>
                <a:cubicBezTo>
                  <a:pt x="1199" y="508"/>
                  <a:pt x="1198" y="508"/>
                  <a:pt x="1198" y="508"/>
                </a:cubicBezTo>
                <a:cubicBezTo>
                  <a:pt x="1198" y="508"/>
                  <a:pt x="1198" y="508"/>
                  <a:pt x="1198" y="509"/>
                </a:cubicBezTo>
                <a:cubicBezTo>
                  <a:pt x="1198" y="509"/>
                  <a:pt x="1198" y="509"/>
                  <a:pt x="1198" y="510"/>
                </a:cubicBezTo>
                <a:lnTo>
                  <a:pt x="1197" y="509"/>
                </a:lnTo>
                <a:close/>
                <a:moveTo>
                  <a:pt x="1194" y="502"/>
                </a:moveTo>
                <a:cubicBezTo>
                  <a:pt x="1194" y="502"/>
                  <a:pt x="1194" y="502"/>
                  <a:pt x="1194" y="502"/>
                </a:cubicBezTo>
                <a:cubicBezTo>
                  <a:pt x="1193" y="501"/>
                  <a:pt x="1193" y="501"/>
                  <a:pt x="1193" y="501"/>
                </a:cubicBezTo>
                <a:cubicBezTo>
                  <a:pt x="1193" y="501"/>
                  <a:pt x="1192" y="501"/>
                  <a:pt x="1192" y="502"/>
                </a:cubicBezTo>
                <a:cubicBezTo>
                  <a:pt x="1192" y="502"/>
                  <a:pt x="1193" y="502"/>
                  <a:pt x="1193" y="503"/>
                </a:cubicBezTo>
                <a:cubicBezTo>
                  <a:pt x="1193" y="503"/>
                  <a:pt x="1193" y="503"/>
                  <a:pt x="1193" y="504"/>
                </a:cubicBezTo>
                <a:cubicBezTo>
                  <a:pt x="1193" y="504"/>
                  <a:pt x="1193" y="504"/>
                  <a:pt x="1193" y="505"/>
                </a:cubicBezTo>
                <a:cubicBezTo>
                  <a:pt x="1194" y="505"/>
                  <a:pt x="1195" y="505"/>
                  <a:pt x="1195" y="505"/>
                </a:cubicBezTo>
                <a:cubicBezTo>
                  <a:pt x="1195" y="504"/>
                  <a:pt x="1195" y="504"/>
                  <a:pt x="1195" y="504"/>
                </a:cubicBezTo>
                <a:cubicBezTo>
                  <a:pt x="1195" y="503"/>
                  <a:pt x="1194" y="503"/>
                  <a:pt x="1194" y="502"/>
                </a:cubicBezTo>
                <a:moveTo>
                  <a:pt x="1195" y="492"/>
                </a:moveTo>
                <a:cubicBezTo>
                  <a:pt x="1195" y="492"/>
                  <a:pt x="1195" y="492"/>
                  <a:pt x="1195" y="492"/>
                </a:cubicBezTo>
                <a:cubicBezTo>
                  <a:pt x="1194" y="492"/>
                  <a:pt x="1194" y="491"/>
                  <a:pt x="1194" y="491"/>
                </a:cubicBezTo>
                <a:cubicBezTo>
                  <a:pt x="1193" y="491"/>
                  <a:pt x="1193" y="491"/>
                  <a:pt x="1193" y="491"/>
                </a:cubicBezTo>
                <a:cubicBezTo>
                  <a:pt x="1192" y="490"/>
                  <a:pt x="1192" y="490"/>
                  <a:pt x="1191" y="489"/>
                </a:cubicBezTo>
                <a:cubicBezTo>
                  <a:pt x="1190" y="489"/>
                  <a:pt x="1190" y="489"/>
                  <a:pt x="1190" y="489"/>
                </a:cubicBezTo>
                <a:cubicBezTo>
                  <a:pt x="1189" y="489"/>
                  <a:pt x="1189" y="489"/>
                  <a:pt x="1189" y="489"/>
                </a:cubicBezTo>
                <a:cubicBezTo>
                  <a:pt x="1189" y="490"/>
                  <a:pt x="1189" y="490"/>
                  <a:pt x="1189" y="490"/>
                </a:cubicBezTo>
                <a:cubicBezTo>
                  <a:pt x="1189" y="491"/>
                  <a:pt x="1189" y="491"/>
                  <a:pt x="1190" y="492"/>
                </a:cubicBezTo>
                <a:cubicBezTo>
                  <a:pt x="1190" y="493"/>
                  <a:pt x="1190" y="493"/>
                  <a:pt x="1191" y="493"/>
                </a:cubicBezTo>
                <a:cubicBezTo>
                  <a:pt x="1191" y="493"/>
                  <a:pt x="1191" y="494"/>
                  <a:pt x="1192" y="494"/>
                </a:cubicBezTo>
                <a:cubicBezTo>
                  <a:pt x="1192" y="495"/>
                  <a:pt x="1192" y="495"/>
                  <a:pt x="1193" y="495"/>
                </a:cubicBezTo>
                <a:cubicBezTo>
                  <a:pt x="1193" y="496"/>
                  <a:pt x="1193" y="496"/>
                  <a:pt x="1194" y="496"/>
                </a:cubicBezTo>
                <a:cubicBezTo>
                  <a:pt x="1194" y="496"/>
                  <a:pt x="1195" y="497"/>
                  <a:pt x="1195" y="497"/>
                </a:cubicBezTo>
                <a:cubicBezTo>
                  <a:pt x="1196" y="497"/>
                  <a:pt x="1196" y="497"/>
                  <a:pt x="1196" y="498"/>
                </a:cubicBezTo>
                <a:cubicBezTo>
                  <a:pt x="1197" y="498"/>
                  <a:pt x="1197" y="498"/>
                  <a:pt x="1197" y="499"/>
                </a:cubicBezTo>
                <a:cubicBezTo>
                  <a:pt x="1197" y="499"/>
                  <a:pt x="1198" y="499"/>
                  <a:pt x="1198" y="500"/>
                </a:cubicBezTo>
                <a:cubicBezTo>
                  <a:pt x="1198" y="500"/>
                  <a:pt x="1199" y="501"/>
                  <a:pt x="1199" y="502"/>
                </a:cubicBezTo>
                <a:cubicBezTo>
                  <a:pt x="1199" y="502"/>
                  <a:pt x="1199" y="502"/>
                  <a:pt x="1199" y="503"/>
                </a:cubicBezTo>
                <a:cubicBezTo>
                  <a:pt x="1199" y="503"/>
                  <a:pt x="1199" y="504"/>
                  <a:pt x="1200" y="504"/>
                </a:cubicBezTo>
                <a:cubicBezTo>
                  <a:pt x="1200" y="504"/>
                  <a:pt x="1200" y="504"/>
                  <a:pt x="1201" y="504"/>
                </a:cubicBezTo>
                <a:cubicBezTo>
                  <a:pt x="1201" y="504"/>
                  <a:pt x="1201" y="504"/>
                  <a:pt x="1202" y="504"/>
                </a:cubicBezTo>
                <a:cubicBezTo>
                  <a:pt x="1202" y="504"/>
                  <a:pt x="1202" y="504"/>
                  <a:pt x="1203" y="504"/>
                </a:cubicBezTo>
                <a:cubicBezTo>
                  <a:pt x="1203" y="505"/>
                  <a:pt x="1204" y="505"/>
                  <a:pt x="1204" y="506"/>
                </a:cubicBezTo>
                <a:cubicBezTo>
                  <a:pt x="1204" y="506"/>
                  <a:pt x="1205" y="507"/>
                  <a:pt x="1205" y="508"/>
                </a:cubicBezTo>
                <a:cubicBezTo>
                  <a:pt x="1205" y="508"/>
                  <a:pt x="1205" y="509"/>
                  <a:pt x="1205" y="510"/>
                </a:cubicBezTo>
                <a:cubicBezTo>
                  <a:pt x="1205" y="511"/>
                  <a:pt x="1205" y="511"/>
                  <a:pt x="1205" y="511"/>
                </a:cubicBezTo>
                <a:cubicBezTo>
                  <a:pt x="1205" y="511"/>
                  <a:pt x="1205" y="511"/>
                  <a:pt x="1205" y="512"/>
                </a:cubicBezTo>
                <a:cubicBezTo>
                  <a:pt x="1206" y="512"/>
                  <a:pt x="1207" y="513"/>
                  <a:pt x="1207" y="513"/>
                </a:cubicBezTo>
                <a:cubicBezTo>
                  <a:pt x="1208" y="514"/>
                  <a:pt x="1209" y="514"/>
                  <a:pt x="1209" y="515"/>
                </a:cubicBezTo>
                <a:cubicBezTo>
                  <a:pt x="1209" y="515"/>
                  <a:pt x="1210" y="515"/>
                  <a:pt x="1210" y="516"/>
                </a:cubicBezTo>
                <a:cubicBezTo>
                  <a:pt x="1211" y="516"/>
                  <a:pt x="1211" y="517"/>
                  <a:pt x="1212" y="517"/>
                </a:cubicBezTo>
                <a:cubicBezTo>
                  <a:pt x="1212" y="518"/>
                  <a:pt x="1213" y="518"/>
                  <a:pt x="1213" y="519"/>
                </a:cubicBezTo>
                <a:cubicBezTo>
                  <a:pt x="1214" y="520"/>
                  <a:pt x="1214" y="520"/>
                  <a:pt x="1214" y="521"/>
                </a:cubicBezTo>
                <a:cubicBezTo>
                  <a:pt x="1214" y="522"/>
                  <a:pt x="1214" y="523"/>
                  <a:pt x="1214" y="523"/>
                </a:cubicBezTo>
                <a:cubicBezTo>
                  <a:pt x="1214" y="524"/>
                  <a:pt x="1215" y="524"/>
                  <a:pt x="1215" y="524"/>
                </a:cubicBezTo>
                <a:cubicBezTo>
                  <a:pt x="1215" y="525"/>
                  <a:pt x="1215" y="526"/>
                  <a:pt x="1216" y="526"/>
                </a:cubicBezTo>
                <a:cubicBezTo>
                  <a:pt x="1216" y="527"/>
                  <a:pt x="1216" y="527"/>
                  <a:pt x="1217" y="527"/>
                </a:cubicBezTo>
                <a:cubicBezTo>
                  <a:pt x="1217" y="528"/>
                  <a:pt x="1217" y="528"/>
                  <a:pt x="1218" y="528"/>
                </a:cubicBezTo>
                <a:cubicBezTo>
                  <a:pt x="1218" y="529"/>
                  <a:pt x="1218" y="529"/>
                  <a:pt x="1219" y="529"/>
                </a:cubicBezTo>
                <a:cubicBezTo>
                  <a:pt x="1219" y="530"/>
                  <a:pt x="1219" y="530"/>
                  <a:pt x="1219" y="530"/>
                </a:cubicBezTo>
                <a:cubicBezTo>
                  <a:pt x="1220" y="531"/>
                  <a:pt x="1221" y="531"/>
                  <a:pt x="1221" y="532"/>
                </a:cubicBezTo>
                <a:cubicBezTo>
                  <a:pt x="1222" y="532"/>
                  <a:pt x="1223" y="533"/>
                  <a:pt x="1223" y="534"/>
                </a:cubicBezTo>
                <a:cubicBezTo>
                  <a:pt x="1223" y="534"/>
                  <a:pt x="1224" y="534"/>
                  <a:pt x="1224" y="535"/>
                </a:cubicBezTo>
                <a:cubicBezTo>
                  <a:pt x="1224" y="535"/>
                  <a:pt x="1224" y="535"/>
                  <a:pt x="1225" y="536"/>
                </a:cubicBezTo>
                <a:cubicBezTo>
                  <a:pt x="1225" y="536"/>
                  <a:pt x="1226" y="537"/>
                  <a:pt x="1226" y="537"/>
                </a:cubicBezTo>
                <a:cubicBezTo>
                  <a:pt x="1227" y="538"/>
                  <a:pt x="1228" y="538"/>
                  <a:pt x="1228" y="539"/>
                </a:cubicBezTo>
                <a:cubicBezTo>
                  <a:pt x="1229" y="539"/>
                  <a:pt x="1229" y="539"/>
                  <a:pt x="1229" y="540"/>
                </a:cubicBezTo>
                <a:cubicBezTo>
                  <a:pt x="1229" y="540"/>
                  <a:pt x="1229" y="540"/>
                  <a:pt x="1230" y="541"/>
                </a:cubicBezTo>
                <a:cubicBezTo>
                  <a:pt x="1230" y="540"/>
                  <a:pt x="1230" y="540"/>
                  <a:pt x="1230" y="540"/>
                </a:cubicBezTo>
                <a:cubicBezTo>
                  <a:pt x="1231" y="540"/>
                  <a:pt x="1231" y="540"/>
                  <a:pt x="1231" y="540"/>
                </a:cubicBezTo>
                <a:cubicBezTo>
                  <a:pt x="1232" y="540"/>
                  <a:pt x="1233" y="540"/>
                  <a:pt x="1234" y="540"/>
                </a:cubicBezTo>
                <a:cubicBezTo>
                  <a:pt x="1234" y="540"/>
                  <a:pt x="1235" y="540"/>
                  <a:pt x="1235" y="540"/>
                </a:cubicBezTo>
                <a:cubicBezTo>
                  <a:pt x="1236" y="540"/>
                  <a:pt x="1236" y="539"/>
                  <a:pt x="1236" y="539"/>
                </a:cubicBezTo>
                <a:cubicBezTo>
                  <a:pt x="1237" y="539"/>
                  <a:pt x="1237" y="538"/>
                  <a:pt x="1237" y="538"/>
                </a:cubicBezTo>
                <a:cubicBezTo>
                  <a:pt x="1237" y="537"/>
                  <a:pt x="1237" y="537"/>
                  <a:pt x="1237" y="537"/>
                </a:cubicBezTo>
                <a:cubicBezTo>
                  <a:pt x="1237" y="536"/>
                  <a:pt x="1237" y="535"/>
                  <a:pt x="1237" y="534"/>
                </a:cubicBezTo>
                <a:cubicBezTo>
                  <a:pt x="1237" y="534"/>
                  <a:pt x="1237" y="534"/>
                  <a:pt x="1237" y="533"/>
                </a:cubicBezTo>
                <a:cubicBezTo>
                  <a:pt x="1237" y="533"/>
                  <a:pt x="1237" y="532"/>
                  <a:pt x="1238" y="531"/>
                </a:cubicBezTo>
                <a:cubicBezTo>
                  <a:pt x="1238" y="530"/>
                  <a:pt x="1238" y="530"/>
                  <a:pt x="1238" y="530"/>
                </a:cubicBezTo>
                <a:cubicBezTo>
                  <a:pt x="1238" y="530"/>
                  <a:pt x="1238" y="530"/>
                  <a:pt x="1238" y="529"/>
                </a:cubicBezTo>
                <a:cubicBezTo>
                  <a:pt x="1238" y="529"/>
                  <a:pt x="1239" y="529"/>
                  <a:pt x="1239" y="529"/>
                </a:cubicBezTo>
                <a:cubicBezTo>
                  <a:pt x="1240" y="529"/>
                  <a:pt x="1240" y="529"/>
                  <a:pt x="1241" y="529"/>
                </a:cubicBezTo>
                <a:cubicBezTo>
                  <a:pt x="1241" y="529"/>
                  <a:pt x="1241" y="529"/>
                  <a:pt x="1242" y="529"/>
                </a:cubicBezTo>
                <a:cubicBezTo>
                  <a:pt x="1242" y="529"/>
                  <a:pt x="1242" y="529"/>
                  <a:pt x="1243" y="529"/>
                </a:cubicBezTo>
                <a:cubicBezTo>
                  <a:pt x="1242" y="528"/>
                  <a:pt x="1243" y="528"/>
                  <a:pt x="1243" y="528"/>
                </a:cubicBezTo>
                <a:cubicBezTo>
                  <a:pt x="1242" y="527"/>
                  <a:pt x="1242" y="527"/>
                  <a:pt x="1242" y="526"/>
                </a:cubicBezTo>
                <a:cubicBezTo>
                  <a:pt x="1242" y="526"/>
                  <a:pt x="1241" y="526"/>
                  <a:pt x="1241" y="525"/>
                </a:cubicBezTo>
                <a:cubicBezTo>
                  <a:pt x="1241" y="525"/>
                  <a:pt x="1240" y="526"/>
                  <a:pt x="1240" y="525"/>
                </a:cubicBezTo>
                <a:cubicBezTo>
                  <a:pt x="1240" y="525"/>
                  <a:pt x="1239" y="525"/>
                  <a:pt x="1239" y="525"/>
                </a:cubicBezTo>
                <a:cubicBezTo>
                  <a:pt x="1239" y="525"/>
                  <a:pt x="1239" y="524"/>
                  <a:pt x="1239" y="524"/>
                </a:cubicBezTo>
                <a:cubicBezTo>
                  <a:pt x="1239" y="524"/>
                  <a:pt x="1240" y="523"/>
                  <a:pt x="1240" y="523"/>
                </a:cubicBezTo>
                <a:cubicBezTo>
                  <a:pt x="1240" y="523"/>
                  <a:pt x="1240" y="522"/>
                  <a:pt x="1239" y="522"/>
                </a:cubicBezTo>
                <a:cubicBezTo>
                  <a:pt x="1239" y="522"/>
                  <a:pt x="1239" y="522"/>
                  <a:pt x="1239" y="522"/>
                </a:cubicBezTo>
                <a:cubicBezTo>
                  <a:pt x="1238" y="522"/>
                  <a:pt x="1238" y="521"/>
                  <a:pt x="1238" y="521"/>
                </a:cubicBezTo>
                <a:cubicBezTo>
                  <a:pt x="1237" y="521"/>
                  <a:pt x="1237" y="521"/>
                  <a:pt x="1236" y="521"/>
                </a:cubicBezTo>
                <a:cubicBezTo>
                  <a:pt x="1236" y="521"/>
                  <a:pt x="1236" y="521"/>
                  <a:pt x="1235" y="521"/>
                </a:cubicBezTo>
                <a:cubicBezTo>
                  <a:pt x="1235" y="521"/>
                  <a:pt x="1234" y="521"/>
                  <a:pt x="1234" y="522"/>
                </a:cubicBezTo>
                <a:cubicBezTo>
                  <a:pt x="1234" y="522"/>
                  <a:pt x="1234" y="522"/>
                  <a:pt x="1234" y="523"/>
                </a:cubicBezTo>
                <a:cubicBezTo>
                  <a:pt x="1234" y="523"/>
                  <a:pt x="1234" y="523"/>
                  <a:pt x="1234" y="524"/>
                </a:cubicBezTo>
                <a:cubicBezTo>
                  <a:pt x="1231" y="524"/>
                  <a:pt x="1231" y="524"/>
                  <a:pt x="1231" y="524"/>
                </a:cubicBezTo>
                <a:cubicBezTo>
                  <a:pt x="1231" y="523"/>
                  <a:pt x="1231" y="522"/>
                  <a:pt x="1231" y="522"/>
                </a:cubicBezTo>
                <a:cubicBezTo>
                  <a:pt x="1231" y="521"/>
                  <a:pt x="1231" y="520"/>
                  <a:pt x="1231" y="520"/>
                </a:cubicBezTo>
                <a:cubicBezTo>
                  <a:pt x="1231" y="520"/>
                  <a:pt x="1231" y="519"/>
                  <a:pt x="1230" y="519"/>
                </a:cubicBezTo>
                <a:cubicBezTo>
                  <a:pt x="1230" y="519"/>
                  <a:pt x="1230" y="519"/>
                  <a:pt x="1230" y="519"/>
                </a:cubicBezTo>
                <a:cubicBezTo>
                  <a:pt x="1229" y="519"/>
                  <a:pt x="1228" y="519"/>
                  <a:pt x="1227" y="519"/>
                </a:cubicBezTo>
                <a:cubicBezTo>
                  <a:pt x="1227" y="519"/>
                  <a:pt x="1227" y="519"/>
                  <a:pt x="1226" y="518"/>
                </a:cubicBezTo>
                <a:cubicBezTo>
                  <a:pt x="1226" y="518"/>
                  <a:pt x="1226" y="518"/>
                  <a:pt x="1226" y="518"/>
                </a:cubicBezTo>
                <a:cubicBezTo>
                  <a:pt x="1225" y="517"/>
                  <a:pt x="1225" y="518"/>
                  <a:pt x="1224" y="517"/>
                </a:cubicBezTo>
                <a:cubicBezTo>
                  <a:pt x="1224" y="517"/>
                  <a:pt x="1224" y="516"/>
                  <a:pt x="1224" y="516"/>
                </a:cubicBezTo>
                <a:cubicBezTo>
                  <a:pt x="1224" y="511"/>
                  <a:pt x="1224" y="511"/>
                  <a:pt x="1224" y="511"/>
                </a:cubicBezTo>
                <a:cubicBezTo>
                  <a:pt x="1223" y="511"/>
                  <a:pt x="1222" y="512"/>
                  <a:pt x="1221" y="511"/>
                </a:cubicBezTo>
                <a:cubicBezTo>
                  <a:pt x="1221" y="511"/>
                  <a:pt x="1221" y="511"/>
                  <a:pt x="1221" y="511"/>
                </a:cubicBezTo>
                <a:cubicBezTo>
                  <a:pt x="1220" y="511"/>
                  <a:pt x="1220" y="511"/>
                  <a:pt x="1220" y="510"/>
                </a:cubicBezTo>
                <a:cubicBezTo>
                  <a:pt x="1219" y="510"/>
                  <a:pt x="1219" y="510"/>
                  <a:pt x="1219" y="510"/>
                </a:cubicBezTo>
                <a:cubicBezTo>
                  <a:pt x="1219" y="509"/>
                  <a:pt x="1219" y="509"/>
                  <a:pt x="1218" y="509"/>
                </a:cubicBezTo>
                <a:cubicBezTo>
                  <a:pt x="1218" y="508"/>
                  <a:pt x="1218" y="508"/>
                  <a:pt x="1218" y="508"/>
                </a:cubicBezTo>
                <a:cubicBezTo>
                  <a:pt x="1218" y="507"/>
                  <a:pt x="1218" y="507"/>
                  <a:pt x="1218" y="507"/>
                </a:cubicBezTo>
                <a:cubicBezTo>
                  <a:pt x="1218" y="506"/>
                  <a:pt x="1218" y="506"/>
                  <a:pt x="1218" y="506"/>
                </a:cubicBezTo>
                <a:cubicBezTo>
                  <a:pt x="1218" y="505"/>
                  <a:pt x="1217" y="505"/>
                  <a:pt x="1217" y="505"/>
                </a:cubicBezTo>
                <a:cubicBezTo>
                  <a:pt x="1217" y="505"/>
                  <a:pt x="1217" y="505"/>
                  <a:pt x="1216" y="505"/>
                </a:cubicBezTo>
                <a:cubicBezTo>
                  <a:pt x="1215" y="505"/>
                  <a:pt x="1215" y="505"/>
                  <a:pt x="1215" y="505"/>
                </a:cubicBezTo>
                <a:cubicBezTo>
                  <a:pt x="1215" y="505"/>
                  <a:pt x="1214" y="505"/>
                  <a:pt x="1213" y="505"/>
                </a:cubicBezTo>
                <a:cubicBezTo>
                  <a:pt x="1213" y="505"/>
                  <a:pt x="1213" y="505"/>
                  <a:pt x="1212" y="504"/>
                </a:cubicBezTo>
                <a:cubicBezTo>
                  <a:pt x="1212" y="504"/>
                  <a:pt x="1212" y="504"/>
                  <a:pt x="1211" y="503"/>
                </a:cubicBezTo>
                <a:cubicBezTo>
                  <a:pt x="1211" y="503"/>
                  <a:pt x="1211" y="503"/>
                  <a:pt x="1211" y="503"/>
                </a:cubicBezTo>
                <a:cubicBezTo>
                  <a:pt x="1211" y="502"/>
                  <a:pt x="1210" y="502"/>
                  <a:pt x="1210" y="502"/>
                </a:cubicBezTo>
                <a:cubicBezTo>
                  <a:pt x="1210" y="502"/>
                  <a:pt x="1210" y="502"/>
                  <a:pt x="1209" y="501"/>
                </a:cubicBezTo>
                <a:cubicBezTo>
                  <a:pt x="1209" y="501"/>
                  <a:pt x="1209" y="501"/>
                  <a:pt x="1209" y="500"/>
                </a:cubicBezTo>
                <a:cubicBezTo>
                  <a:pt x="1208" y="500"/>
                  <a:pt x="1208" y="500"/>
                  <a:pt x="1208" y="500"/>
                </a:cubicBezTo>
                <a:cubicBezTo>
                  <a:pt x="1207" y="499"/>
                  <a:pt x="1207" y="499"/>
                  <a:pt x="1207" y="499"/>
                </a:cubicBezTo>
                <a:cubicBezTo>
                  <a:pt x="1206" y="498"/>
                  <a:pt x="1206" y="498"/>
                  <a:pt x="1206" y="498"/>
                </a:cubicBezTo>
                <a:cubicBezTo>
                  <a:pt x="1205" y="498"/>
                  <a:pt x="1205" y="497"/>
                  <a:pt x="1205" y="497"/>
                </a:cubicBezTo>
                <a:cubicBezTo>
                  <a:pt x="1205" y="497"/>
                  <a:pt x="1204" y="497"/>
                  <a:pt x="1203" y="496"/>
                </a:cubicBezTo>
                <a:cubicBezTo>
                  <a:pt x="1203" y="496"/>
                  <a:pt x="1203" y="496"/>
                  <a:pt x="1202" y="496"/>
                </a:cubicBezTo>
                <a:cubicBezTo>
                  <a:pt x="1202" y="496"/>
                  <a:pt x="1202" y="495"/>
                  <a:pt x="1202" y="495"/>
                </a:cubicBezTo>
                <a:cubicBezTo>
                  <a:pt x="1202" y="495"/>
                  <a:pt x="1202" y="495"/>
                  <a:pt x="1202" y="494"/>
                </a:cubicBezTo>
                <a:cubicBezTo>
                  <a:pt x="1202" y="494"/>
                  <a:pt x="1201" y="494"/>
                  <a:pt x="1201" y="494"/>
                </a:cubicBezTo>
                <a:cubicBezTo>
                  <a:pt x="1201" y="494"/>
                  <a:pt x="1201" y="493"/>
                  <a:pt x="1200" y="493"/>
                </a:cubicBezTo>
                <a:cubicBezTo>
                  <a:pt x="1200" y="492"/>
                  <a:pt x="1199" y="492"/>
                  <a:pt x="1199" y="491"/>
                </a:cubicBezTo>
                <a:cubicBezTo>
                  <a:pt x="1198" y="491"/>
                  <a:pt x="1197" y="492"/>
                  <a:pt x="1195" y="492"/>
                </a:cubicBezTo>
                <a:moveTo>
                  <a:pt x="1318" y="475"/>
                </a:moveTo>
                <a:cubicBezTo>
                  <a:pt x="1317" y="475"/>
                  <a:pt x="1316" y="475"/>
                  <a:pt x="1316" y="476"/>
                </a:cubicBezTo>
                <a:cubicBezTo>
                  <a:pt x="1316" y="476"/>
                  <a:pt x="1315" y="476"/>
                  <a:pt x="1315" y="476"/>
                </a:cubicBezTo>
                <a:cubicBezTo>
                  <a:pt x="1315" y="476"/>
                  <a:pt x="1315" y="477"/>
                  <a:pt x="1315" y="477"/>
                </a:cubicBezTo>
                <a:cubicBezTo>
                  <a:pt x="1315" y="477"/>
                  <a:pt x="1314" y="477"/>
                  <a:pt x="1314" y="477"/>
                </a:cubicBezTo>
                <a:cubicBezTo>
                  <a:pt x="1314" y="477"/>
                  <a:pt x="1313" y="477"/>
                  <a:pt x="1313" y="477"/>
                </a:cubicBezTo>
                <a:cubicBezTo>
                  <a:pt x="1313" y="477"/>
                  <a:pt x="1312" y="477"/>
                  <a:pt x="1312" y="477"/>
                </a:cubicBezTo>
                <a:cubicBezTo>
                  <a:pt x="1312" y="477"/>
                  <a:pt x="1311" y="478"/>
                  <a:pt x="1311" y="478"/>
                </a:cubicBezTo>
                <a:cubicBezTo>
                  <a:pt x="1311" y="478"/>
                  <a:pt x="1311" y="478"/>
                  <a:pt x="1310" y="479"/>
                </a:cubicBezTo>
                <a:cubicBezTo>
                  <a:pt x="1310" y="479"/>
                  <a:pt x="1310" y="479"/>
                  <a:pt x="1310" y="480"/>
                </a:cubicBezTo>
                <a:cubicBezTo>
                  <a:pt x="1310" y="484"/>
                  <a:pt x="1310" y="484"/>
                  <a:pt x="1310" y="484"/>
                </a:cubicBezTo>
                <a:cubicBezTo>
                  <a:pt x="1311" y="485"/>
                  <a:pt x="1311" y="485"/>
                  <a:pt x="1311" y="485"/>
                </a:cubicBezTo>
                <a:cubicBezTo>
                  <a:pt x="1311" y="485"/>
                  <a:pt x="1311" y="485"/>
                  <a:pt x="1312" y="484"/>
                </a:cubicBezTo>
                <a:cubicBezTo>
                  <a:pt x="1312" y="483"/>
                  <a:pt x="1312" y="483"/>
                  <a:pt x="1312" y="483"/>
                </a:cubicBezTo>
                <a:cubicBezTo>
                  <a:pt x="1312" y="482"/>
                  <a:pt x="1312" y="482"/>
                  <a:pt x="1312" y="482"/>
                </a:cubicBezTo>
                <a:cubicBezTo>
                  <a:pt x="1312" y="482"/>
                  <a:pt x="1311" y="481"/>
                  <a:pt x="1312" y="481"/>
                </a:cubicBezTo>
                <a:cubicBezTo>
                  <a:pt x="1312" y="481"/>
                  <a:pt x="1312" y="481"/>
                  <a:pt x="1312" y="481"/>
                </a:cubicBezTo>
                <a:cubicBezTo>
                  <a:pt x="1313" y="481"/>
                  <a:pt x="1313" y="480"/>
                  <a:pt x="1313" y="480"/>
                </a:cubicBezTo>
                <a:cubicBezTo>
                  <a:pt x="1314" y="480"/>
                  <a:pt x="1315" y="480"/>
                  <a:pt x="1316" y="480"/>
                </a:cubicBezTo>
                <a:cubicBezTo>
                  <a:pt x="1317" y="480"/>
                  <a:pt x="1317" y="480"/>
                  <a:pt x="1318" y="480"/>
                </a:cubicBezTo>
                <a:cubicBezTo>
                  <a:pt x="1318" y="482"/>
                  <a:pt x="1318" y="482"/>
                  <a:pt x="1318" y="482"/>
                </a:cubicBezTo>
                <a:cubicBezTo>
                  <a:pt x="1318" y="483"/>
                  <a:pt x="1318" y="483"/>
                  <a:pt x="1318" y="484"/>
                </a:cubicBezTo>
                <a:cubicBezTo>
                  <a:pt x="1319" y="484"/>
                  <a:pt x="1319" y="485"/>
                  <a:pt x="1319" y="485"/>
                </a:cubicBezTo>
                <a:cubicBezTo>
                  <a:pt x="1319" y="485"/>
                  <a:pt x="1319" y="485"/>
                  <a:pt x="1320" y="486"/>
                </a:cubicBezTo>
                <a:cubicBezTo>
                  <a:pt x="1320" y="486"/>
                  <a:pt x="1320" y="485"/>
                  <a:pt x="1321" y="486"/>
                </a:cubicBezTo>
                <a:cubicBezTo>
                  <a:pt x="1321" y="486"/>
                  <a:pt x="1321" y="486"/>
                  <a:pt x="1322" y="486"/>
                </a:cubicBezTo>
                <a:cubicBezTo>
                  <a:pt x="1322" y="486"/>
                  <a:pt x="1322" y="487"/>
                  <a:pt x="1323" y="487"/>
                </a:cubicBezTo>
                <a:cubicBezTo>
                  <a:pt x="1323" y="487"/>
                  <a:pt x="1324" y="487"/>
                  <a:pt x="1324" y="487"/>
                </a:cubicBezTo>
                <a:cubicBezTo>
                  <a:pt x="1324" y="487"/>
                  <a:pt x="1325" y="488"/>
                  <a:pt x="1325" y="488"/>
                </a:cubicBezTo>
                <a:cubicBezTo>
                  <a:pt x="1325" y="488"/>
                  <a:pt x="1325" y="489"/>
                  <a:pt x="1325" y="489"/>
                </a:cubicBezTo>
                <a:cubicBezTo>
                  <a:pt x="1325" y="489"/>
                  <a:pt x="1325" y="489"/>
                  <a:pt x="1326" y="489"/>
                </a:cubicBezTo>
                <a:cubicBezTo>
                  <a:pt x="1326" y="489"/>
                  <a:pt x="1326" y="489"/>
                  <a:pt x="1327" y="490"/>
                </a:cubicBezTo>
                <a:cubicBezTo>
                  <a:pt x="1328" y="489"/>
                  <a:pt x="1328" y="489"/>
                  <a:pt x="1328" y="489"/>
                </a:cubicBezTo>
                <a:cubicBezTo>
                  <a:pt x="1328" y="487"/>
                  <a:pt x="1328" y="487"/>
                  <a:pt x="1328" y="487"/>
                </a:cubicBezTo>
                <a:cubicBezTo>
                  <a:pt x="1328" y="487"/>
                  <a:pt x="1328" y="487"/>
                  <a:pt x="1327" y="486"/>
                </a:cubicBezTo>
                <a:cubicBezTo>
                  <a:pt x="1327" y="486"/>
                  <a:pt x="1327" y="486"/>
                  <a:pt x="1326" y="486"/>
                </a:cubicBezTo>
                <a:cubicBezTo>
                  <a:pt x="1326" y="486"/>
                  <a:pt x="1326" y="485"/>
                  <a:pt x="1326" y="485"/>
                </a:cubicBezTo>
                <a:cubicBezTo>
                  <a:pt x="1326" y="484"/>
                  <a:pt x="1326" y="484"/>
                  <a:pt x="1326" y="483"/>
                </a:cubicBezTo>
                <a:cubicBezTo>
                  <a:pt x="1326" y="483"/>
                  <a:pt x="1326" y="482"/>
                  <a:pt x="1327" y="482"/>
                </a:cubicBezTo>
                <a:cubicBezTo>
                  <a:pt x="1327" y="482"/>
                  <a:pt x="1328" y="483"/>
                  <a:pt x="1328" y="483"/>
                </a:cubicBezTo>
                <a:cubicBezTo>
                  <a:pt x="1328" y="483"/>
                  <a:pt x="1329" y="483"/>
                  <a:pt x="1329" y="483"/>
                </a:cubicBezTo>
                <a:cubicBezTo>
                  <a:pt x="1329" y="483"/>
                  <a:pt x="1330" y="483"/>
                  <a:pt x="1330" y="483"/>
                </a:cubicBezTo>
                <a:cubicBezTo>
                  <a:pt x="1331" y="482"/>
                  <a:pt x="1331" y="482"/>
                  <a:pt x="1331" y="482"/>
                </a:cubicBezTo>
                <a:cubicBezTo>
                  <a:pt x="1330" y="480"/>
                  <a:pt x="1330" y="480"/>
                  <a:pt x="1330" y="480"/>
                </a:cubicBezTo>
                <a:cubicBezTo>
                  <a:pt x="1330" y="473"/>
                  <a:pt x="1330" y="473"/>
                  <a:pt x="1330" y="473"/>
                </a:cubicBezTo>
                <a:cubicBezTo>
                  <a:pt x="1330" y="473"/>
                  <a:pt x="1330" y="473"/>
                  <a:pt x="1330" y="472"/>
                </a:cubicBezTo>
                <a:cubicBezTo>
                  <a:pt x="1329" y="472"/>
                  <a:pt x="1329" y="472"/>
                  <a:pt x="1329" y="471"/>
                </a:cubicBezTo>
                <a:cubicBezTo>
                  <a:pt x="1329" y="471"/>
                  <a:pt x="1328" y="470"/>
                  <a:pt x="1327" y="470"/>
                </a:cubicBezTo>
                <a:cubicBezTo>
                  <a:pt x="1327" y="470"/>
                  <a:pt x="1327" y="471"/>
                  <a:pt x="1326" y="471"/>
                </a:cubicBezTo>
                <a:cubicBezTo>
                  <a:pt x="1326" y="472"/>
                  <a:pt x="1326" y="472"/>
                  <a:pt x="1326" y="472"/>
                </a:cubicBezTo>
                <a:cubicBezTo>
                  <a:pt x="1326" y="472"/>
                  <a:pt x="1326" y="473"/>
                  <a:pt x="1326" y="473"/>
                </a:cubicBezTo>
                <a:cubicBezTo>
                  <a:pt x="1325" y="474"/>
                  <a:pt x="1325" y="474"/>
                  <a:pt x="1324" y="474"/>
                </a:cubicBezTo>
                <a:cubicBezTo>
                  <a:pt x="1324" y="474"/>
                  <a:pt x="1323" y="474"/>
                  <a:pt x="1323" y="474"/>
                </a:cubicBezTo>
                <a:cubicBezTo>
                  <a:pt x="1322" y="474"/>
                  <a:pt x="1322" y="474"/>
                  <a:pt x="1322" y="474"/>
                </a:cubicBezTo>
                <a:cubicBezTo>
                  <a:pt x="1322" y="475"/>
                  <a:pt x="1321" y="475"/>
                  <a:pt x="1321" y="475"/>
                </a:cubicBezTo>
                <a:cubicBezTo>
                  <a:pt x="1321" y="476"/>
                  <a:pt x="1321" y="476"/>
                  <a:pt x="1321" y="476"/>
                </a:cubicBezTo>
                <a:cubicBezTo>
                  <a:pt x="1320" y="477"/>
                  <a:pt x="1320" y="477"/>
                  <a:pt x="1319" y="477"/>
                </a:cubicBezTo>
                <a:cubicBezTo>
                  <a:pt x="1319" y="477"/>
                  <a:pt x="1318" y="477"/>
                  <a:pt x="1318" y="477"/>
                </a:cubicBezTo>
                <a:cubicBezTo>
                  <a:pt x="1318" y="477"/>
                  <a:pt x="1318" y="476"/>
                  <a:pt x="1318" y="475"/>
                </a:cubicBezTo>
                <a:moveTo>
                  <a:pt x="1304" y="453"/>
                </a:moveTo>
                <a:cubicBezTo>
                  <a:pt x="1304" y="454"/>
                  <a:pt x="1304" y="454"/>
                  <a:pt x="1304" y="455"/>
                </a:cubicBezTo>
                <a:cubicBezTo>
                  <a:pt x="1304" y="455"/>
                  <a:pt x="1304" y="456"/>
                  <a:pt x="1304" y="456"/>
                </a:cubicBezTo>
                <a:cubicBezTo>
                  <a:pt x="1305" y="457"/>
                  <a:pt x="1305" y="457"/>
                  <a:pt x="1305" y="457"/>
                </a:cubicBezTo>
                <a:cubicBezTo>
                  <a:pt x="1305" y="457"/>
                  <a:pt x="1306" y="457"/>
                  <a:pt x="1306" y="457"/>
                </a:cubicBezTo>
                <a:cubicBezTo>
                  <a:pt x="1307" y="457"/>
                  <a:pt x="1307" y="457"/>
                  <a:pt x="1308" y="457"/>
                </a:cubicBezTo>
                <a:cubicBezTo>
                  <a:pt x="1308" y="458"/>
                  <a:pt x="1308" y="459"/>
                  <a:pt x="1308" y="460"/>
                </a:cubicBezTo>
                <a:cubicBezTo>
                  <a:pt x="1308" y="460"/>
                  <a:pt x="1308" y="461"/>
                  <a:pt x="1308" y="461"/>
                </a:cubicBezTo>
                <a:cubicBezTo>
                  <a:pt x="1308" y="462"/>
                  <a:pt x="1309" y="462"/>
                  <a:pt x="1309" y="463"/>
                </a:cubicBezTo>
                <a:cubicBezTo>
                  <a:pt x="1309" y="464"/>
                  <a:pt x="1309" y="464"/>
                  <a:pt x="1308" y="465"/>
                </a:cubicBezTo>
                <a:cubicBezTo>
                  <a:pt x="1308" y="465"/>
                  <a:pt x="1308" y="465"/>
                  <a:pt x="1308" y="466"/>
                </a:cubicBezTo>
                <a:cubicBezTo>
                  <a:pt x="1308" y="466"/>
                  <a:pt x="1308" y="466"/>
                  <a:pt x="1308" y="466"/>
                </a:cubicBezTo>
                <a:cubicBezTo>
                  <a:pt x="1308" y="466"/>
                  <a:pt x="1309" y="467"/>
                  <a:pt x="1309" y="467"/>
                </a:cubicBezTo>
                <a:cubicBezTo>
                  <a:pt x="1310" y="467"/>
                  <a:pt x="1310" y="467"/>
                  <a:pt x="1310" y="468"/>
                </a:cubicBezTo>
                <a:cubicBezTo>
                  <a:pt x="1310" y="468"/>
                  <a:pt x="1311" y="468"/>
                  <a:pt x="1311" y="468"/>
                </a:cubicBezTo>
                <a:cubicBezTo>
                  <a:pt x="1312" y="468"/>
                  <a:pt x="1312" y="468"/>
                  <a:pt x="1313" y="468"/>
                </a:cubicBezTo>
                <a:cubicBezTo>
                  <a:pt x="1313" y="468"/>
                  <a:pt x="1312" y="468"/>
                  <a:pt x="1312" y="469"/>
                </a:cubicBezTo>
                <a:cubicBezTo>
                  <a:pt x="1312" y="469"/>
                  <a:pt x="1312" y="469"/>
                  <a:pt x="1312" y="470"/>
                </a:cubicBezTo>
                <a:cubicBezTo>
                  <a:pt x="1312" y="470"/>
                  <a:pt x="1312" y="470"/>
                  <a:pt x="1312" y="471"/>
                </a:cubicBezTo>
                <a:cubicBezTo>
                  <a:pt x="1312" y="471"/>
                  <a:pt x="1312" y="471"/>
                  <a:pt x="1312" y="472"/>
                </a:cubicBezTo>
                <a:cubicBezTo>
                  <a:pt x="1312" y="472"/>
                  <a:pt x="1313" y="472"/>
                  <a:pt x="1313" y="472"/>
                </a:cubicBezTo>
                <a:cubicBezTo>
                  <a:pt x="1313" y="472"/>
                  <a:pt x="1314" y="472"/>
                  <a:pt x="1314" y="473"/>
                </a:cubicBezTo>
                <a:cubicBezTo>
                  <a:pt x="1314" y="473"/>
                  <a:pt x="1315" y="473"/>
                  <a:pt x="1315" y="473"/>
                </a:cubicBezTo>
                <a:cubicBezTo>
                  <a:pt x="1315" y="473"/>
                  <a:pt x="1316" y="473"/>
                  <a:pt x="1316" y="473"/>
                </a:cubicBezTo>
                <a:cubicBezTo>
                  <a:pt x="1316" y="472"/>
                  <a:pt x="1316" y="472"/>
                  <a:pt x="1316" y="472"/>
                </a:cubicBezTo>
                <a:cubicBezTo>
                  <a:pt x="1316" y="471"/>
                  <a:pt x="1316" y="471"/>
                  <a:pt x="1317" y="471"/>
                </a:cubicBezTo>
                <a:cubicBezTo>
                  <a:pt x="1317" y="471"/>
                  <a:pt x="1318" y="471"/>
                  <a:pt x="1318" y="471"/>
                </a:cubicBezTo>
                <a:cubicBezTo>
                  <a:pt x="1318" y="469"/>
                  <a:pt x="1318" y="469"/>
                  <a:pt x="1318" y="469"/>
                </a:cubicBezTo>
                <a:cubicBezTo>
                  <a:pt x="1318" y="468"/>
                  <a:pt x="1318" y="467"/>
                  <a:pt x="1317" y="467"/>
                </a:cubicBezTo>
                <a:cubicBezTo>
                  <a:pt x="1317" y="467"/>
                  <a:pt x="1317" y="467"/>
                  <a:pt x="1316" y="467"/>
                </a:cubicBezTo>
                <a:cubicBezTo>
                  <a:pt x="1316" y="466"/>
                  <a:pt x="1316" y="466"/>
                  <a:pt x="1315" y="466"/>
                </a:cubicBezTo>
                <a:cubicBezTo>
                  <a:pt x="1315" y="466"/>
                  <a:pt x="1315" y="465"/>
                  <a:pt x="1315" y="465"/>
                </a:cubicBezTo>
                <a:cubicBezTo>
                  <a:pt x="1315" y="465"/>
                  <a:pt x="1315" y="464"/>
                  <a:pt x="1315" y="464"/>
                </a:cubicBezTo>
                <a:cubicBezTo>
                  <a:pt x="1315" y="464"/>
                  <a:pt x="1315" y="464"/>
                  <a:pt x="1314" y="463"/>
                </a:cubicBezTo>
                <a:cubicBezTo>
                  <a:pt x="1314" y="463"/>
                  <a:pt x="1314" y="463"/>
                  <a:pt x="1313" y="463"/>
                </a:cubicBezTo>
                <a:cubicBezTo>
                  <a:pt x="1313" y="463"/>
                  <a:pt x="1312" y="463"/>
                  <a:pt x="1312" y="463"/>
                </a:cubicBezTo>
                <a:cubicBezTo>
                  <a:pt x="1312" y="462"/>
                  <a:pt x="1312" y="462"/>
                  <a:pt x="1312" y="462"/>
                </a:cubicBezTo>
                <a:cubicBezTo>
                  <a:pt x="1312" y="461"/>
                  <a:pt x="1311" y="461"/>
                  <a:pt x="1311" y="461"/>
                </a:cubicBezTo>
                <a:cubicBezTo>
                  <a:pt x="1311" y="460"/>
                  <a:pt x="1311" y="459"/>
                  <a:pt x="1311" y="459"/>
                </a:cubicBezTo>
                <a:cubicBezTo>
                  <a:pt x="1311" y="458"/>
                  <a:pt x="1311" y="458"/>
                  <a:pt x="1311" y="458"/>
                </a:cubicBezTo>
                <a:cubicBezTo>
                  <a:pt x="1310" y="457"/>
                  <a:pt x="1310" y="457"/>
                  <a:pt x="1309" y="456"/>
                </a:cubicBezTo>
                <a:cubicBezTo>
                  <a:pt x="1308" y="456"/>
                  <a:pt x="1308" y="456"/>
                  <a:pt x="1307" y="455"/>
                </a:cubicBezTo>
                <a:cubicBezTo>
                  <a:pt x="1307" y="455"/>
                  <a:pt x="1307" y="455"/>
                  <a:pt x="1306" y="454"/>
                </a:cubicBezTo>
                <a:cubicBezTo>
                  <a:pt x="1306" y="454"/>
                  <a:pt x="1306" y="454"/>
                  <a:pt x="1305" y="454"/>
                </a:cubicBezTo>
                <a:cubicBezTo>
                  <a:pt x="1305" y="453"/>
                  <a:pt x="1304" y="453"/>
                  <a:pt x="1304" y="453"/>
                </a:cubicBezTo>
                <a:moveTo>
                  <a:pt x="1311" y="453"/>
                </a:moveTo>
                <a:cubicBezTo>
                  <a:pt x="1311" y="453"/>
                  <a:pt x="1312" y="454"/>
                  <a:pt x="1313" y="454"/>
                </a:cubicBezTo>
                <a:cubicBezTo>
                  <a:pt x="1313" y="454"/>
                  <a:pt x="1313" y="455"/>
                  <a:pt x="1314" y="455"/>
                </a:cubicBezTo>
                <a:cubicBezTo>
                  <a:pt x="1314" y="455"/>
                  <a:pt x="1314" y="455"/>
                  <a:pt x="1315" y="455"/>
                </a:cubicBezTo>
                <a:cubicBezTo>
                  <a:pt x="1315" y="455"/>
                  <a:pt x="1315" y="455"/>
                  <a:pt x="1316" y="455"/>
                </a:cubicBezTo>
                <a:cubicBezTo>
                  <a:pt x="1316" y="455"/>
                  <a:pt x="1315" y="456"/>
                  <a:pt x="1316" y="456"/>
                </a:cubicBezTo>
                <a:cubicBezTo>
                  <a:pt x="1316" y="456"/>
                  <a:pt x="1316" y="456"/>
                  <a:pt x="1317" y="457"/>
                </a:cubicBezTo>
                <a:cubicBezTo>
                  <a:pt x="1317" y="457"/>
                  <a:pt x="1317" y="457"/>
                  <a:pt x="1317" y="458"/>
                </a:cubicBezTo>
                <a:cubicBezTo>
                  <a:pt x="1318" y="458"/>
                  <a:pt x="1318" y="458"/>
                  <a:pt x="1318" y="459"/>
                </a:cubicBezTo>
                <a:cubicBezTo>
                  <a:pt x="1318" y="459"/>
                  <a:pt x="1318" y="459"/>
                  <a:pt x="1318" y="460"/>
                </a:cubicBezTo>
                <a:cubicBezTo>
                  <a:pt x="1318" y="460"/>
                  <a:pt x="1318" y="460"/>
                  <a:pt x="1318" y="460"/>
                </a:cubicBezTo>
                <a:cubicBezTo>
                  <a:pt x="1318" y="461"/>
                  <a:pt x="1319" y="461"/>
                  <a:pt x="1319" y="461"/>
                </a:cubicBezTo>
                <a:cubicBezTo>
                  <a:pt x="1320" y="461"/>
                  <a:pt x="1320" y="462"/>
                  <a:pt x="1321" y="463"/>
                </a:cubicBezTo>
                <a:cubicBezTo>
                  <a:pt x="1321" y="463"/>
                  <a:pt x="1322" y="463"/>
                  <a:pt x="1322" y="463"/>
                </a:cubicBezTo>
                <a:cubicBezTo>
                  <a:pt x="1322" y="463"/>
                  <a:pt x="1322" y="464"/>
                  <a:pt x="1323" y="464"/>
                </a:cubicBezTo>
                <a:cubicBezTo>
                  <a:pt x="1323" y="465"/>
                  <a:pt x="1323" y="465"/>
                  <a:pt x="1323" y="466"/>
                </a:cubicBezTo>
                <a:cubicBezTo>
                  <a:pt x="1327" y="466"/>
                  <a:pt x="1327" y="466"/>
                  <a:pt x="1327" y="466"/>
                </a:cubicBezTo>
                <a:cubicBezTo>
                  <a:pt x="1327" y="466"/>
                  <a:pt x="1327" y="465"/>
                  <a:pt x="1327" y="465"/>
                </a:cubicBezTo>
                <a:cubicBezTo>
                  <a:pt x="1327" y="464"/>
                  <a:pt x="1327" y="464"/>
                  <a:pt x="1327" y="463"/>
                </a:cubicBezTo>
                <a:cubicBezTo>
                  <a:pt x="1327" y="463"/>
                  <a:pt x="1327" y="463"/>
                  <a:pt x="1327" y="463"/>
                </a:cubicBezTo>
                <a:cubicBezTo>
                  <a:pt x="1327" y="461"/>
                  <a:pt x="1326" y="461"/>
                  <a:pt x="1325" y="460"/>
                </a:cubicBezTo>
                <a:cubicBezTo>
                  <a:pt x="1325" y="460"/>
                  <a:pt x="1325" y="460"/>
                  <a:pt x="1324" y="459"/>
                </a:cubicBezTo>
                <a:cubicBezTo>
                  <a:pt x="1324" y="459"/>
                  <a:pt x="1324" y="459"/>
                  <a:pt x="1324" y="458"/>
                </a:cubicBezTo>
                <a:cubicBezTo>
                  <a:pt x="1324" y="458"/>
                  <a:pt x="1324" y="458"/>
                  <a:pt x="1323" y="457"/>
                </a:cubicBezTo>
                <a:cubicBezTo>
                  <a:pt x="1323" y="457"/>
                  <a:pt x="1323" y="456"/>
                  <a:pt x="1322" y="456"/>
                </a:cubicBezTo>
                <a:cubicBezTo>
                  <a:pt x="1322" y="456"/>
                  <a:pt x="1322" y="456"/>
                  <a:pt x="1321" y="455"/>
                </a:cubicBezTo>
                <a:cubicBezTo>
                  <a:pt x="1321" y="455"/>
                  <a:pt x="1320" y="456"/>
                  <a:pt x="1320" y="455"/>
                </a:cubicBezTo>
                <a:cubicBezTo>
                  <a:pt x="1320" y="454"/>
                  <a:pt x="1320" y="454"/>
                  <a:pt x="1320" y="454"/>
                </a:cubicBezTo>
                <a:cubicBezTo>
                  <a:pt x="1320" y="454"/>
                  <a:pt x="1320" y="454"/>
                  <a:pt x="1320" y="453"/>
                </a:cubicBezTo>
                <a:cubicBezTo>
                  <a:pt x="1320" y="451"/>
                  <a:pt x="1320" y="451"/>
                  <a:pt x="1320" y="451"/>
                </a:cubicBezTo>
                <a:cubicBezTo>
                  <a:pt x="1320" y="451"/>
                  <a:pt x="1319" y="451"/>
                  <a:pt x="1319" y="451"/>
                </a:cubicBezTo>
                <a:cubicBezTo>
                  <a:pt x="1319" y="451"/>
                  <a:pt x="1319" y="451"/>
                  <a:pt x="1318" y="451"/>
                </a:cubicBezTo>
                <a:cubicBezTo>
                  <a:pt x="1317" y="451"/>
                  <a:pt x="1317" y="451"/>
                  <a:pt x="1317" y="451"/>
                </a:cubicBezTo>
                <a:cubicBezTo>
                  <a:pt x="1317" y="451"/>
                  <a:pt x="1316" y="450"/>
                  <a:pt x="1315" y="451"/>
                </a:cubicBezTo>
                <a:cubicBezTo>
                  <a:pt x="1315" y="451"/>
                  <a:pt x="1315" y="452"/>
                  <a:pt x="1315" y="452"/>
                </a:cubicBezTo>
                <a:cubicBezTo>
                  <a:pt x="1315" y="452"/>
                  <a:pt x="1314" y="452"/>
                  <a:pt x="1314" y="452"/>
                </a:cubicBezTo>
                <a:cubicBezTo>
                  <a:pt x="1314" y="452"/>
                  <a:pt x="1313" y="452"/>
                  <a:pt x="1313" y="452"/>
                </a:cubicBezTo>
                <a:cubicBezTo>
                  <a:pt x="1312" y="452"/>
                  <a:pt x="1311" y="453"/>
                  <a:pt x="1311" y="453"/>
                </a:cubicBezTo>
                <a:moveTo>
                  <a:pt x="1302" y="457"/>
                </a:moveTo>
                <a:cubicBezTo>
                  <a:pt x="1301" y="457"/>
                  <a:pt x="1301" y="458"/>
                  <a:pt x="1301" y="458"/>
                </a:cubicBezTo>
                <a:cubicBezTo>
                  <a:pt x="1301" y="459"/>
                  <a:pt x="1300" y="459"/>
                  <a:pt x="1299" y="460"/>
                </a:cubicBezTo>
                <a:cubicBezTo>
                  <a:pt x="1299" y="460"/>
                  <a:pt x="1300" y="461"/>
                  <a:pt x="1299" y="461"/>
                </a:cubicBezTo>
                <a:cubicBezTo>
                  <a:pt x="1299" y="461"/>
                  <a:pt x="1299" y="462"/>
                  <a:pt x="1299" y="462"/>
                </a:cubicBezTo>
                <a:cubicBezTo>
                  <a:pt x="1299" y="462"/>
                  <a:pt x="1298" y="463"/>
                  <a:pt x="1298" y="463"/>
                </a:cubicBezTo>
                <a:cubicBezTo>
                  <a:pt x="1298" y="463"/>
                  <a:pt x="1298" y="463"/>
                  <a:pt x="1297" y="464"/>
                </a:cubicBezTo>
                <a:cubicBezTo>
                  <a:pt x="1297" y="464"/>
                  <a:pt x="1297" y="464"/>
                  <a:pt x="1297" y="464"/>
                </a:cubicBezTo>
                <a:cubicBezTo>
                  <a:pt x="1297" y="465"/>
                  <a:pt x="1297" y="465"/>
                  <a:pt x="1296" y="465"/>
                </a:cubicBezTo>
                <a:cubicBezTo>
                  <a:pt x="1296" y="466"/>
                  <a:pt x="1296" y="466"/>
                  <a:pt x="1295" y="466"/>
                </a:cubicBezTo>
                <a:cubicBezTo>
                  <a:pt x="1295" y="466"/>
                  <a:pt x="1296" y="467"/>
                  <a:pt x="1295" y="467"/>
                </a:cubicBezTo>
                <a:cubicBezTo>
                  <a:pt x="1295" y="467"/>
                  <a:pt x="1295" y="468"/>
                  <a:pt x="1295" y="468"/>
                </a:cubicBezTo>
                <a:cubicBezTo>
                  <a:pt x="1295" y="468"/>
                  <a:pt x="1295" y="469"/>
                  <a:pt x="1295" y="469"/>
                </a:cubicBezTo>
                <a:cubicBezTo>
                  <a:pt x="1295" y="469"/>
                  <a:pt x="1294" y="470"/>
                  <a:pt x="1294" y="470"/>
                </a:cubicBezTo>
                <a:cubicBezTo>
                  <a:pt x="1294" y="470"/>
                  <a:pt x="1294" y="471"/>
                  <a:pt x="1294" y="471"/>
                </a:cubicBezTo>
                <a:cubicBezTo>
                  <a:pt x="1293" y="471"/>
                  <a:pt x="1292" y="471"/>
                  <a:pt x="1292" y="471"/>
                </a:cubicBezTo>
                <a:cubicBezTo>
                  <a:pt x="1291" y="472"/>
                  <a:pt x="1292" y="472"/>
                  <a:pt x="1291" y="472"/>
                </a:cubicBezTo>
                <a:cubicBezTo>
                  <a:pt x="1291" y="473"/>
                  <a:pt x="1291" y="473"/>
                  <a:pt x="1291" y="473"/>
                </a:cubicBezTo>
                <a:cubicBezTo>
                  <a:pt x="1290" y="473"/>
                  <a:pt x="1290" y="473"/>
                  <a:pt x="1290" y="473"/>
                </a:cubicBezTo>
                <a:cubicBezTo>
                  <a:pt x="1289" y="473"/>
                  <a:pt x="1289" y="473"/>
                  <a:pt x="1289" y="473"/>
                </a:cubicBezTo>
                <a:cubicBezTo>
                  <a:pt x="1288" y="473"/>
                  <a:pt x="1288" y="474"/>
                  <a:pt x="1288" y="474"/>
                </a:cubicBezTo>
                <a:cubicBezTo>
                  <a:pt x="1287" y="475"/>
                  <a:pt x="1287" y="475"/>
                  <a:pt x="1287" y="476"/>
                </a:cubicBezTo>
                <a:cubicBezTo>
                  <a:pt x="1288" y="476"/>
                  <a:pt x="1288" y="476"/>
                  <a:pt x="1288" y="476"/>
                </a:cubicBezTo>
                <a:cubicBezTo>
                  <a:pt x="1288" y="476"/>
                  <a:pt x="1289" y="476"/>
                  <a:pt x="1289" y="476"/>
                </a:cubicBezTo>
                <a:cubicBezTo>
                  <a:pt x="1289" y="476"/>
                  <a:pt x="1290" y="476"/>
                  <a:pt x="1290" y="476"/>
                </a:cubicBezTo>
                <a:cubicBezTo>
                  <a:pt x="1290" y="476"/>
                  <a:pt x="1291" y="476"/>
                  <a:pt x="1291" y="475"/>
                </a:cubicBezTo>
                <a:cubicBezTo>
                  <a:pt x="1291" y="475"/>
                  <a:pt x="1292" y="475"/>
                  <a:pt x="1292" y="474"/>
                </a:cubicBezTo>
                <a:cubicBezTo>
                  <a:pt x="1292" y="474"/>
                  <a:pt x="1292" y="474"/>
                  <a:pt x="1292" y="473"/>
                </a:cubicBezTo>
                <a:cubicBezTo>
                  <a:pt x="1292" y="473"/>
                  <a:pt x="1292" y="472"/>
                  <a:pt x="1293" y="472"/>
                </a:cubicBezTo>
                <a:cubicBezTo>
                  <a:pt x="1293" y="472"/>
                  <a:pt x="1294" y="472"/>
                  <a:pt x="1294" y="472"/>
                </a:cubicBezTo>
                <a:cubicBezTo>
                  <a:pt x="1294" y="471"/>
                  <a:pt x="1295" y="471"/>
                  <a:pt x="1295" y="471"/>
                </a:cubicBezTo>
                <a:cubicBezTo>
                  <a:pt x="1296" y="471"/>
                  <a:pt x="1296" y="471"/>
                  <a:pt x="1297" y="471"/>
                </a:cubicBezTo>
                <a:cubicBezTo>
                  <a:pt x="1297" y="470"/>
                  <a:pt x="1297" y="470"/>
                  <a:pt x="1297" y="469"/>
                </a:cubicBezTo>
                <a:cubicBezTo>
                  <a:pt x="1297" y="468"/>
                  <a:pt x="1298" y="468"/>
                  <a:pt x="1298" y="467"/>
                </a:cubicBezTo>
                <a:cubicBezTo>
                  <a:pt x="1298" y="467"/>
                  <a:pt x="1298" y="466"/>
                  <a:pt x="1299" y="465"/>
                </a:cubicBezTo>
                <a:cubicBezTo>
                  <a:pt x="1299" y="465"/>
                  <a:pt x="1300" y="465"/>
                  <a:pt x="1300" y="465"/>
                </a:cubicBezTo>
                <a:cubicBezTo>
                  <a:pt x="1300" y="465"/>
                  <a:pt x="1301" y="465"/>
                  <a:pt x="1301" y="464"/>
                </a:cubicBezTo>
                <a:cubicBezTo>
                  <a:pt x="1301" y="464"/>
                  <a:pt x="1301" y="464"/>
                  <a:pt x="1301" y="463"/>
                </a:cubicBezTo>
                <a:cubicBezTo>
                  <a:pt x="1301" y="463"/>
                  <a:pt x="1301" y="462"/>
                  <a:pt x="1301" y="461"/>
                </a:cubicBezTo>
                <a:cubicBezTo>
                  <a:pt x="1301" y="461"/>
                  <a:pt x="1301" y="461"/>
                  <a:pt x="1301" y="460"/>
                </a:cubicBezTo>
                <a:cubicBezTo>
                  <a:pt x="1301" y="459"/>
                  <a:pt x="1302" y="458"/>
                  <a:pt x="1302" y="457"/>
                </a:cubicBezTo>
                <a:moveTo>
                  <a:pt x="1305" y="429"/>
                </a:moveTo>
                <a:cubicBezTo>
                  <a:pt x="1303" y="429"/>
                  <a:pt x="1303" y="429"/>
                  <a:pt x="1303" y="429"/>
                </a:cubicBezTo>
                <a:cubicBezTo>
                  <a:pt x="1303" y="429"/>
                  <a:pt x="1303" y="430"/>
                  <a:pt x="1303" y="430"/>
                </a:cubicBezTo>
                <a:cubicBezTo>
                  <a:pt x="1303" y="430"/>
                  <a:pt x="1303" y="430"/>
                  <a:pt x="1303" y="430"/>
                </a:cubicBezTo>
                <a:cubicBezTo>
                  <a:pt x="1303" y="430"/>
                  <a:pt x="1303" y="430"/>
                  <a:pt x="1303" y="431"/>
                </a:cubicBezTo>
                <a:cubicBezTo>
                  <a:pt x="1303" y="431"/>
                  <a:pt x="1303" y="431"/>
                  <a:pt x="1303" y="431"/>
                </a:cubicBezTo>
                <a:cubicBezTo>
                  <a:pt x="1303" y="431"/>
                  <a:pt x="1303" y="431"/>
                  <a:pt x="1303" y="432"/>
                </a:cubicBezTo>
                <a:cubicBezTo>
                  <a:pt x="1303" y="432"/>
                  <a:pt x="1303" y="432"/>
                  <a:pt x="1303" y="432"/>
                </a:cubicBezTo>
                <a:cubicBezTo>
                  <a:pt x="1303" y="432"/>
                  <a:pt x="1303" y="433"/>
                  <a:pt x="1303" y="433"/>
                </a:cubicBezTo>
                <a:cubicBezTo>
                  <a:pt x="1303" y="433"/>
                  <a:pt x="1303" y="433"/>
                  <a:pt x="1303" y="434"/>
                </a:cubicBezTo>
                <a:cubicBezTo>
                  <a:pt x="1303" y="434"/>
                  <a:pt x="1303" y="434"/>
                  <a:pt x="1303" y="434"/>
                </a:cubicBezTo>
                <a:cubicBezTo>
                  <a:pt x="1303" y="434"/>
                  <a:pt x="1303" y="434"/>
                  <a:pt x="1303" y="435"/>
                </a:cubicBezTo>
                <a:cubicBezTo>
                  <a:pt x="1303" y="435"/>
                  <a:pt x="1303" y="435"/>
                  <a:pt x="1303" y="435"/>
                </a:cubicBezTo>
                <a:cubicBezTo>
                  <a:pt x="1303" y="436"/>
                  <a:pt x="1303" y="436"/>
                  <a:pt x="1303" y="436"/>
                </a:cubicBezTo>
                <a:cubicBezTo>
                  <a:pt x="1303" y="437"/>
                  <a:pt x="1303" y="437"/>
                  <a:pt x="1303" y="438"/>
                </a:cubicBezTo>
                <a:cubicBezTo>
                  <a:pt x="1303" y="439"/>
                  <a:pt x="1303" y="439"/>
                  <a:pt x="1302" y="439"/>
                </a:cubicBezTo>
                <a:cubicBezTo>
                  <a:pt x="1302" y="439"/>
                  <a:pt x="1302" y="439"/>
                  <a:pt x="1302" y="439"/>
                </a:cubicBezTo>
                <a:cubicBezTo>
                  <a:pt x="1302" y="439"/>
                  <a:pt x="1301" y="439"/>
                  <a:pt x="1301" y="440"/>
                </a:cubicBezTo>
                <a:cubicBezTo>
                  <a:pt x="1301" y="440"/>
                  <a:pt x="1300" y="440"/>
                  <a:pt x="1300" y="440"/>
                </a:cubicBezTo>
                <a:cubicBezTo>
                  <a:pt x="1300" y="440"/>
                  <a:pt x="1300" y="441"/>
                  <a:pt x="1300" y="441"/>
                </a:cubicBezTo>
                <a:cubicBezTo>
                  <a:pt x="1300" y="441"/>
                  <a:pt x="1300" y="441"/>
                  <a:pt x="1300" y="441"/>
                </a:cubicBezTo>
                <a:cubicBezTo>
                  <a:pt x="1300" y="442"/>
                  <a:pt x="1300" y="442"/>
                  <a:pt x="1300" y="442"/>
                </a:cubicBezTo>
                <a:cubicBezTo>
                  <a:pt x="1300" y="442"/>
                  <a:pt x="1300" y="442"/>
                  <a:pt x="1300" y="443"/>
                </a:cubicBezTo>
                <a:cubicBezTo>
                  <a:pt x="1300" y="443"/>
                  <a:pt x="1300" y="443"/>
                  <a:pt x="1301" y="444"/>
                </a:cubicBezTo>
                <a:cubicBezTo>
                  <a:pt x="1301" y="444"/>
                  <a:pt x="1301" y="444"/>
                  <a:pt x="1301" y="444"/>
                </a:cubicBezTo>
                <a:cubicBezTo>
                  <a:pt x="1302" y="444"/>
                  <a:pt x="1302" y="444"/>
                  <a:pt x="1302" y="445"/>
                </a:cubicBezTo>
                <a:cubicBezTo>
                  <a:pt x="1303" y="445"/>
                  <a:pt x="1303" y="445"/>
                  <a:pt x="1303" y="445"/>
                </a:cubicBezTo>
                <a:cubicBezTo>
                  <a:pt x="1303" y="446"/>
                  <a:pt x="1304" y="446"/>
                  <a:pt x="1304" y="446"/>
                </a:cubicBezTo>
                <a:cubicBezTo>
                  <a:pt x="1304" y="446"/>
                  <a:pt x="1304" y="446"/>
                  <a:pt x="1304" y="446"/>
                </a:cubicBezTo>
                <a:cubicBezTo>
                  <a:pt x="1304" y="446"/>
                  <a:pt x="1304" y="447"/>
                  <a:pt x="1304" y="448"/>
                </a:cubicBezTo>
                <a:cubicBezTo>
                  <a:pt x="1304" y="448"/>
                  <a:pt x="1304" y="448"/>
                  <a:pt x="1304" y="449"/>
                </a:cubicBezTo>
                <a:cubicBezTo>
                  <a:pt x="1304" y="449"/>
                  <a:pt x="1304" y="449"/>
                  <a:pt x="1305" y="449"/>
                </a:cubicBezTo>
                <a:cubicBezTo>
                  <a:pt x="1305" y="450"/>
                  <a:pt x="1305" y="450"/>
                  <a:pt x="1305" y="450"/>
                </a:cubicBezTo>
                <a:cubicBezTo>
                  <a:pt x="1305" y="450"/>
                  <a:pt x="1306" y="450"/>
                  <a:pt x="1306" y="450"/>
                </a:cubicBezTo>
                <a:cubicBezTo>
                  <a:pt x="1308" y="450"/>
                  <a:pt x="1308" y="450"/>
                  <a:pt x="1308" y="450"/>
                </a:cubicBezTo>
                <a:cubicBezTo>
                  <a:pt x="1308" y="448"/>
                  <a:pt x="1308" y="448"/>
                  <a:pt x="1308" y="448"/>
                </a:cubicBezTo>
                <a:cubicBezTo>
                  <a:pt x="1308" y="448"/>
                  <a:pt x="1308" y="448"/>
                  <a:pt x="1308" y="447"/>
                </a:cubicBezTo>
                <a:cubicBezTo>
                  <a:pt x="1308" y="445"/>
                  <a:pt x="1308" y="445"/>
                  <a:pt x="1308" y="445"/>
                </a:cubicBezTo>
                <a:cubicBezTo>
                  <a:pt x="1308" y="444"/>
                  <a:pt x="1308" y="444"/>
                  <a:pt x="1308" y="444"/>
                </a:cubicBezTo>
                <a:cubicBezTo>
                  <a:pt x="1309" y="443"/>
                  <a:pt x="1309" y="443"/>
                  <a:pt x="1309" y="443"/>
                </a:cubicBezTo>
                <a:cubicBezTo>
                  <a:pt x="1310" y="443"/>
                  <a:pt x="1310" y="443"/>
                  <a:pt x="1310" y="443"/>
                </a:cubicBezTo>
                <a:cubicBezTo>
                  <a:pt x="1310" y="443"/>
                  <a:pt x="1310" y="442"/>
                  <a:pt x="1310" y="442"/>
                </a:cubicBezTo>
                <a:cubicBezTo>
                  <a:pt x="1310" y="442"/>
                  <a:pt x="1310" y="442"/>
                  <a:pt x="1311" y="442"/>
                </a:cubicBezTo>
                <a:cubicBezTo>
                  <a:pt x="1311" y="441"/>
                  <a:pt x="1311" y="441"/>
                  <a:pt x="1311" y="441"/>
                </a:cubicBezTo>
                <a:cubicBezTo>
                  <a:pt x="1311" y="441"/>
                  <a:pt x="1311" y="441"/>
                  <a:pt x="1311" y="440"/>
                </a:cubicBezTo>
                <a:cubicBezTo>
                  <a:pt x="1311" y="440"/>
                  <a:pt x="1312" y="440"/>
                  <a:pt x="1312" y="439"/>
                </a:cubicBezTo>
                <a:cubicBezTo>
                  <a:pt x="1312" y="439"/>
                  <a:pt x="1312" y="439"/>
                  <a:pt x="1312" y="438"/>
                </a:cubicBezTo>
                <a:cubicBezTo>
                  <a:pt x="1312" y="438"/>
                  <a:pt x="1312" y="438"/>
                  <a:pt x="1312" y="438"/>
                </a:cubicBezTo>
                <a:cubicBezTo>
                  <a:pt x="1312" y="437"/>
                  <a:pt x="1312" y="437"/>
                  <a:pt x="1312" y="437"/>
                </a:cubicBezTo>
                <a:cubicBezTo>
                  <a:pt x="1312" y="437"/>
                  <a:pt x="1312" y="437"/>
                  <a:pt x="1312" y="437"/>
                </a:cubicBezTo>
                <a:cubicBezTo>
                  <a:pt x="1312" y="436"/>
                  <a:pt x="1312" y="436"/>
                  <a:pt x="1312" y="436"/>
                </a:cubicBezTo>
                <a:cubicBezTo>
                  <a:pt x="1312" y="435"/>
                  <a:pt x="1312" y="435"/>
                  <a:pt x="1312" y="435"/>
                </a:cubicBezTo>
                <a:cubicBezTo>
                  <a:pt x="1312" y="435"/>
                  <a:pt x="1312" y="435"/>
                  <a:pt x="1312" y="435"/>
                </a:cubicBezTo>
                <a:cubicBezTo>
                  <a:pt x="1311" y="434"/>
                  <a:pt x="1311" y="434"/>
                  <a:pt x="1311" y="434"/>
                </a:cubicBezTo>
                <a:cubicBezTo>
                  <a:pt x="1311" y="434"/>
                  <a:pt x="1311" y="434"/>
                  <a:pt x="1311" y="434"/>
                </a:cubicBezTo>
                <a:cubicBezTo>
                  <a:pt x="1311" y="433"/>
                  <a:pt x="1311" y="433"/>
                  <a:pt x="1311" y="433"/>
                </a:cubicBezTo>
                <a:cubicBezTo>
                  <a:pt x="1311" y="433"/>
                  <a:pt x="1311" y="433"/>
                  <a:pt x="1311" y="432"/>
                </a:cubicBezTo>
                <a:cubicBezTo>
                  <a:pt x="1311" y="432"/>
                  <a:pt x="1311" y="432"/>
                  <a:pt x="1310" y="432"/>
                </a:cubicBezTo>
                <a:cubicBezTo>
                  <a:pt x="1310" y="432"/>
                  <a:pt x="1310" y="432"/>
                  <a:pt x="1310" y="431"/>
                </a:cubicBezTo>
                <a:cubicBezTo>
                  <a:pt x="1310" y="431"/>
                  <a:pt x="1310" y="431"/>
                  <a:pt x="1309" y="431"/>
                </a:cubicBezTo>
                <a:cubicBezTo>
                  <a:pt x="1309" y="431"/>
                  <a:pt x="1309" y="431"/>
                  <a:pt x="1309" y="431"/>
                </a:cubicBezTo>
                <a:cubicBezTo>
                  <a:pt x="1308" y="431"/>
                  <a:pt x="1308" y="431"/>
                  <a:pt x="1308" y="431"/>
                </a:cubicBezTo>
                <a:cubicBezTo>
                  <a:pt x="1308" y="431"/>
                  <a:pt x="1308" y="431"/>
                  <a:pt x="1307" y="431"/>
                </a:cubicBezTo>
                <a:cubicBezTo>
                  <a:pt x="1307" y="431"/>
                  <a:pt x="1307" y="431"/>
                  <a:pt x="1307" y="430"/>
                </a:cubicBezTo>
                <a:cubicBezTo>
                  <a:pt x="1307" y="430"/>
                  <a:pt x="1307" y="430"/>
                  <a:pt x="1307" y="430"/>
                </a:cubicBezTo>
                <a:cubicBezTo>
                  <a:pt x="1307" y="430"/>
                  <a:pt x="1306" y="430"/>
                  <a:pt x="1306" y="430"/>
                </a:cubicBezTo>
                <a:cubicBezTo>
                  <a:pt x="1306" y="429"/>
                  <a:pt x="1306" y="429"/>
                  <a:pt x="1305" y="429"/>
                </a:cubicBezTo>
                <a:moveTo>
                  <a:pt x="1310" y="399"/>
                </a:moveTo>
                <a:cubicBezTo>
                  <a:pt x="1310" y="399"/>
                  <a:pt x="1310" y="399"/>
                  <a:pt x="1310" y="398"/>
                </a:cubicBezTo>
                <a:cubicBezTo>
                  <a:pt x="1309" y="398"/>
                  <a:pt x="1309" y="398"/>
                  <a:pt x="1308" y="398"/>
                </a:cubicBezTo>
                <a:cubicBezTo>
                  <a:pt x="1308" y="398"/>
                  <a:pt x="1308" y="398"/>
                  <a:pt x="1307" y="398"/>
                </a:cubicBezTo>
                <a:cubicBezTo>
                  <a:pt x="1307" y="398"/>
                  <a:pt x="1307" y="399"/>
                  <a:pt x="1307" y="399"/>
                </a:cubicBezTo>
                <a:cubicBezTo>
                  <a:pt x="1306" y="399"/>
                  <a:pt x="1306" y="399"/>
                  <a:pt x="1306" y="400"/>
                </a:cubicBezTo>
                <a:cubicBezTo>
                  <a:pt x="1305" y="400"/>
                  <a:pt x="1305" y="400"/>
                  <a:pt x="1305" y="400"/>
                </a:cubicBezTo>
                <a:cubicBezTo>
                  <a:pt x="1304" y="401"/>
                  <a:pt x="1304" y="401"/>
                  <a:pt x="1304" y="401"/>
                </a:cubicBezTo>
                <a:cubicBezTo>
                  <a:pt x="1304" y="402"/>
                  <a:pt x="1304" y="402"/>
                  <a:pt x="1304" y="402"/>
                </a:cubicBezTo>
                <a:cubicBezTo>
                  <a:pt x="1303" y="403"/>
                  <a:pt x="1303" y="402"/>
                  <a:pt x="1303" y="403"/>
                </a:cubicBezTo>
                <a:cubicBezTo>
                  <a:pt x="1302" y="403"/>
                  <a:pt x="1302" y="403"/>
                  <a:pt x="1302" y="403"/>
                </a:cubicBezTo>
                <a:cubicBezTo>
                  <a:pt x="1302" y="404"/>
                  <a:pt x="1302" y="405"/>
                  <a:pt x="1302" y="405"/>
                </a:cubicBezTo>
                <a:cubicBezTo>
                  <a:pt x="1302" y="413"/>
                  <a:pt x="1302" y="413"/>
                  <a:pt x="1302" y="413"/>
                </a:cubicBezTo>
                <a:cubicBezTo>
                  <a:pt x="1305" y="413"/>
                  <a:pt x="1305" y="413"/>
                  <a:pt x="1305" y="413"/>
                </a:cubicBezTo>
                <a:cubicBezTo>
                  <a:pt x="1305" y="413"/>
                  <a:pt x="1305" y="412"/>
                  <a:pt x="1305" y="411"/>
                </a:cubicBezTo>
                <a:cubicBezTo>
                  <a:pt x="1305" y="411"/>
                  <a:pt x="1305" y="411"/>
                  <a:pt x="1305" y="410"/>
                </a:cubicBezTo>
                <a:cubicBezTo>
                  <a:pt x="1305" y="410"/>
                  <a:pt x="1305" y="410"/>
                  <a:pt x="1305" y="409"/>
                </a:cubicBezTo>
                <a:cubicBezTo>
                  <a:pt x="1305" y="409"/>
                  <a:pt x="1306" y="409"/>
                  <a:pt x="1306" y="409"/>
                </a:cubicBezTo>
                <a:cubicBezTo>
                  <a:pt x="1307" y="408"/>
                  <a:pt x="1307" y="408"/>
                  <a:pt x="1307" y="408"/>
                </a:cubicBezTo>
                <a:cubicBezTo>
                  <a:pt x="1307" y="407"/>
                  <a:pt x="1307" y="407"/>
                  <a:pt x="1307" y="407"/>
                </a:cubicBezTo>
                <a:cubicBezTo>
                  <a:pt x="1307" y="406"/>
                  <a:pt x="1307" y="406"/>
                  <a:pt x="1308" y="406"/>
                </a:cubicBezTo>
                <a:cubicBezTo>
                  <a:pt x="1308" y="406"/>
                  <a:pt x="1308" y="405"/>
                  <a:pt x="1308" y="405"/>
                </a:cubicBezTo>
                <a:cubicBezTo>
                  <a:pt x="1308" y="404"/>
                  <a:pt x="1309" y="404"/>
                  <a:pt x="1310" y="403"/>
                </a:cubicBezTo>
                <a:cubicBezTo>
                  <a:pt x="1310" y="403"/>
                  <a:pt x="1310" y="402"/>
                  <a:pt x="1310" y="402"/>
                </a:cubicBezTo>
                <a:cubicBezTo>
                  <a:pt x="1310" y="401"/>
                  <a:pt x="1310" y="401"/>
                  <a:pt x="1310" y="401"/>
                </a:cubicBezTo>
                <a:cubicBezTo>
                  <a:pt x="1310" y="400"/>
                  <a:pt x="1310" y="400"/>
                  <a:pt x="1310" y="400"/>
                </a:cubicBezTo>
                <a:cubicBezTo>
                  <a:pt x="1310" y="400"/>
                  <a:pt x="1310" y="400"/>
                  <a:pt x="1310" y="399"/>
                </a:cubicBezTo>
                <a:moveTo>
                  <a:pt x="1430" y="294"/>
                </a:moveTo>
                <a:cubicBezTo>
                  <a:pt x="1430" y="294"/>
                  <a:pt x="1430" y="293"/>
                  <a:pt x="1430" y="294"/>
                </a:cubicBezTo>
                <a:cubicBezTo>
                  <a:pt x="1429" y="294"/>
                  <a:pt x="1428" y="294"/>
                  <a:pt x="1428" y="295"/>
                </a:cubicBezTo>
                <a:cubicBezTo>
                  <a:pt x="1427" y="295"/>
                  <a:pt x="1428" y="295"/>
                  <a:pt x="1427" y="296"/>
                </a:cubicBezTo>
                <a:cubicBezTo>
                  <a:pt x="1427" y="296"/>
                  <a:pt x="1427" y="296"/>
                  <a:pt x="1427" y="297"/>
                </a:cubicBezTo>
                <a:cubicBezTo>
                  <a:pt x="1427" y="297"/>
                  <a:pt x="1426" y="297"/>
                  <a:pt x="1426" y="297"/>
                </a:cubicBezTo>
                <a:cubicBezTo>
                  <a:pt x="1425" y="298"/>
                  <a:pt x="1425" y="298"/>
                  <a:pt x="1424" y="298"/>
                </a:cubicBezTo>
                <a:cubicBezTo>
                  <a:pt x="1424" y="298"/>
                  <a:pt x="1423" y="298"/>
                  <a:pt x="1423" y="298"/>
                </a:cubicBezTo>
                <a:cubicBezTo>
                  <a:pt x="1422" y="298"/>
                  <a:pt x="1422" y="298"/>
                  <a:pt x="1421" y="298"/>
                </a:cubicBezTo>
                <a:cubicBezTo>
                  <a:pt x="1420" y="298"/>
                  <a:pt x="1420" y="298"/>
                  <a:pt x="1420" y="298"/>
                </a:cubicBezTo>
                <a:cubicBezTo>
                  <a:pt x="1420" y="298"/>
                  <a:pt x="1420" y="299"/>
                  <a:pt x="1419" y="299"/>
                </a:cubicBezTo>
                <a:cubicBezTo>
                  <a:pt x="1418" y="299"/>
                  <a:pt x="1418" y="299"/>
                  <a:pt x="1418" y="299"/>
                </a:cubicBezTo>
                <a:cubicBezTo>
                  <a:pt x="1418" y="299"/>
                  <a:pt x="1417" y="298"/>
                  <a:pt x="1417" y="299"/>
                </a:cubicBezTo>
                <a:cubicBezTo>
                  <a:pt x="1416" y="299"/>
                  <a:pt x="1416" y="300"/>
                  <a:pt x="1416" y="300"/>
                </a:cubicBezTo>
                <a:cubicBezTo>
                  <a:pt x="1415" y="300"/>
                  <a:pt x="1415" y="300"/>
                  <a:pt x="1415" y="300"/>
                </a:cubicBezTo>
                <a:cubicBezTo>
                  <a:pt x="1414" y="300"/>
                  <a:pt x="1414" y="301"/>
                  <a:pt x="1414" y="301"/>
                </a:cubicBezTo>
                <a:cubicBezTo>
                  <a:pt x="1413" y="301"/>
                  <a:pt x="1413" y="301"/>
                  <a:pt x="1412" y="301"/>
                </a:cubicBezTo>
                <a:cubicBezTo>
                  <a:pt x="1412" y="301"/>
                  <a:pt x="1412" y="301"/>
                  <a:pt x="1411" y="301"/>
                </a:cubicBezTo>
                <a:cubicBezTo>
                  <a:pt x="1410" y="300"/>
                  <a:pt x="1409" y="300"/>
                  <a:pt x="1408" y="299"/>
                </a:cubicBezTo>
                <a:cubicBezTo>
                  <a:pt x="1408" y="299"/>
                  <a:pt x="1407" y="299"/>
                  <a:pt x="1407" y="299"/>
                </a:cubicBezTo>
                <a:cubicBezTo>
                  <a:pt x="1406" y="298"/>
                  <a:pt x="1406" y="297"/>
                  <a:pt x="1406" y="297"/>
                </a:cubicBezTo>
                <a:cubicBezTo>
                  <a:pt x="1405" y="296"/>
                  <a:pt x="1405" y="296"/>
                  <a:pt x="1405" y="296"/>
                </a:cubicBezTo>
                <a:cubicBezTo>
                  <a:pt x="1404" y="296"/>
                  <a:pt x="1404" y="295"/>
                  <a:pt x="1404" y="295"/>
                </a:cubicBezTo>
                <a:cubicBezTo>
                  <a:pt x="1403" y="295"/>
                  <a:pt x="1402" y="295"/>
                  <a:pt x="1401" y="295"/>
                </a:cubicBezTo>
                <a:cubicBezTo>
                  <a:pt x="1400" y="295"/>
                  <a:pt x="1400" y="294"/>
                  <a:pt x="1399" y="294"/>
                </a:cubicBezTo>
                <a:cubicBezTo>
                  <a:pt x="1399" y="294"/>
                  <a:pt x="1399" y="295"/>
                  <a:pt x="1399" y="295"/>
                </a:cubicBezTo>
                <a:cubicBezTo>
                  <a:pt x="1399" y="296"/>
                  <a:pt x="1399" y="296"/>
                  <a:pt x="1399" y="297"/>
                </a:cubicBezTo>
                <a:cubicBezTo>
                  <a:pt x="1399" y="297"/>
                  <a:pt x="1399" y="298"/>
                  <a:pt x="1399" y="298"/>
                </a:cubicBezTo>
                <a:cubicBezTo>
                  <a:pt x="1399" y="299"/>
                  <a:pt x="1399" y="299"/>
                  <a:pt x="1399" y="300"/>
                </a:cubicBezTo>
                <a:cubicBezTo>
                  <a:pt x="1399" y="300"/>
                  <a:pt x="1399" y="301"/>
                  <a:pt x="1399" y="301"/>
                </a:cubicBezTo>
                <a:cubicBezTo>
                  <a:pt x="1399" y="301"/>
                  <a:pt x="1399" y="302"/>
                  <a:pt x="1399" y="302"/>
                </a:cubicBezTo>
                <a:cubicBezTo>
                  <a:pt x="1399" y="302"/>
                  <a:pt x="1399" y="302"/>
                  <a:pt x="1398" y="303"/>
                </a:cubicBezTo>
                <a:cubicBezTo>
                  <a:pt x="1398" y="303"/>
                  <a:pt x="1398" y="303"/>
                  <a:pt x="1398" y="304"/>
                </a:cubicBezTo>
                <a:cubicBezTo>
                  <a:pt x="1398" y="304"/>
                  <a:pt x="1397" y="304"/>
                  <a:pt x="1397" y="304"/>
                </a:cubicBezTo>
                <a:cubicBezTo>
                  <a:pt x="1397" y="304"/>
                  <a:pt x="1396" y="305"/>
                  <a:pt x="1396" y="305"/>
                </a:cubicBezTo>
                <a:cubicBezTo>
                  <a:pt x="1396" y="306"/>
                  <a:pt x="1396" y="307"/>
                  <a:pt x="1396" y="308"/>
                </a:cubicBezTo>
                <a:cubicBezTo>
                  <a:pt x="1396" y="308"/>
                  <a:pt x="1395" y="308"/>
                  <a:pt x="1395" y="308"/>
                </a:cubicBezTo>
                <a:cubicBezTo>
                  <a:pt x="1394" y="308"/>
                  <a:pt x="1394" y="308"/>
                  <a:pt x="1394" y="307"/>
                </a:cubicBezTo>
                <a:cubicBezTo>
                  <a:pt x="1394" y="307"/>
                  <a:pt x="1394" y="307"/>
                  <a:pt x="1394" y="306"/>
                </a:cubicBezTo>
                <a:cubicBezTo>
                  <a:pt x="1393" y="307"/>
                  <a:pt x="1393" y="307"/>
                  <a:pt x="1393" y="308"/>
                </a:cubicBezTo>
                <a:cubicBezTo>
                  <a:pt x="1393" y="308"/>
                  <a:pt x="1393" y="308"/>
                  <a:pt x="1393" y="308"/>
                </a:cubicBezTo>
                <a:cubicBezTo>
                  <a:pt x="1392" y="309"/>
                  <a:pt x="1392" y="308"/>
                  <a:pt x="1392" y="308"/>
                </a:cubicBezTo>
                <a:cubicBezTo>
                  <a:pt x="1391" y="309"/>
                  <a:pt x="1391" y="309"/>
                  <a:pt x="1391" y="309"/>
                </a:cubicBezTo>
                <a:cubicBezTo>
                  <a:pt x="1390" y="310"/>
                  <a:pt x="1390" y="311"/>
                  <a:pt x="1390" y="312"/>
                </a:cubicBezTo>
                <a:cubicBezTo>
                  <a:pt x="1390" y="312"/>
                  <a:pt x="1390" y="313"/>
                  <a:pt x="1390" y="313"/>
                </a:cubicBezTo>
                <a:cubicBezTo>
                  <a:pt x="1390" y="313"/>
                  <a:pt x="1391" y="313"/>
                  <a:pt x="1391" y="314"/>
                </a:cubicBezTo>
                <a:cubicBezTo>
                  <a:pt x="1392" y="314"/>
                  <a:pt x="1392" y="314"/>
                  <a:pt x="1392" y="315"/>
                </a:cubicBezTo>
                <a:cubicBezTo>
                  <a:pt x="1392" y="315"/>
                  <a:pt x="1392" y="315"/>
                  <a:pt x="1392" y="316"/>
                </a:cubicBezTo>
                <a:cubicBezTo>
                  <a:pt x="1392" y="316"/>
                  <a:pt x="1393" y="316"/>
                  <a:pt x="1393" y="316"/>
                </a:cubicBezTo>
                <a:cubicBezTo>
                  <a:pt x="1394" y="316"/>
                  <a:pt x="1394" y="316"/>
                  <a:pt x="1394" y="316"/>
                </a:cubicBezTo>
                <a:cubicBezTo>
                  <a:pt x="1394" y="316"/>
                  <a:pt x="1394" y="316"/>
                  <a:pt x="1395" y="316"/>
                </a:cubicBezTo>
                <a:cubicBezTo>
                  <a:pt x="1395" y="318"/>
                  <a:pt x="1395" y="318"/>
                  <a:pt x="1395" y="318"/>
                </a:cubicBezTo>
                <a:cubicBezTo>
                  <a:pt x="1391" y="318"/>
                  <a:pt x="1391" y="318"/>
                  <a:pt x="1391" y="318"/>
                </a:cubicBezTo>
                <a:cubicBezTo>
                  <a:pt x="1391" y="319"/>
                  <a:pt x="1391" y="319"/>
                  <a:pt x="1391" y="320"/>
                </a:cubicBezTo>
                <a:cubicBezTo>
                  <a:pt x="1391" y="321"/>
                  <a:pt x="1391" y="321"/>
                  <a:pt x="1391" y="321"/>
                </a:cubicBezTo>
                <a:cubicBezTo>
                  <a:pt x="1391" y="321"/>
                  <a:pt x="1391" y="322"/>
                  <a:pt x="1391" y="322"/>
                </a:cubicBezTo>
                <a:cubicBezTo>
                  <a:pt x="1391" y="323"/>
                  <a:pt x="1391" y="323"/>
                  <a:pt x="1391" y="323"/>
                </a:cubicBezTo>
                <a:cubicBezTo>
                  <a:pt x="1391" y="323"/>
                  <a:pt x="1391" y="324"/>
                  <a:pt x="1391" y="324"/>
                </a:cubicBezTo>
                <a:cubicBezTo>
                  <a:pt x="1391" y="324"/>
                  <a:pt x="1391" y="325"/>
                  <a:pt x="1391" y="325"/>
                </a:cubicBezTo>
                <a:cubicBezTo>
                  <a:pt x="1391" y="328"/>
                  <a:pt x="1391" y="328"/>
                  <a:pt x="1391" y="328"/>
                </a:cubicBezTo>
                <a:cubicBezTo>
                  <a:pt x="1391" y="329"/>
                  <a:pt x="1391" y="329"/>
                  <a:pt x="1391" y="330"/>
                </a:cubicBezTo>
                <a:cubicBezTo>
                  <a:pt x="1391" y="331"/>
                  <a:pt x="1391" y="331"/>
                  <a:pt x="1390" y="331"/>
                </a:cubicBezTo>
                <a:cubicBezTo>
                  <a:pt x="1390" y="331"/>
                  <a:pt x="1390" y="331"/>
                  <a:pt x="1390" y="332"/>
                </a:cubicBezTo>
                <a:cubicBezTo>
                  <a:pt x="1389" y="332"/>
                  <a:pt x="1389" y="332"/>
                  <a:pt x="1389" y="332"/>
                </a:cubicBezTo>
                <a:cubicBezTo>
                  <a:pt x="1388" y="332"/>
                  <a:pt x="1388" y="332"/>
                  <a:pt x="1388" y="333"/>
                </a:cubicBezTo>
                <a:cubicBezTo>
                  <a:pt x="1387" y="333"/>
                  <a:pt x="1387" y="334"/>
                  <a:pt x="1387" y="334"/>
                </a:cubicBezTo>
                <a:cubicBezTo>
                  <a:pt x="1386" y="335"/>
                  <a:pt x="1386" y="335"/>
                  <a:pt x="1386" y="336"/>
                </a:cubicBezTo>
                <a:cubicBezTo>
                  <a:pt x="1385" y="336"/>
                  <a:pt x="1385" y="337"/>
                  <a:pt x="1384" y="337"/>
                </a:cubicBezTo>
                <a:cubicBezTo>
                  <a:pt x="1384" y="337"/>
                  <a:pt x="1384" y="337"/>
                  <a:pt x="1384" y="336"/>
                </a:cubicBezTo>
                <a:cubicBezTo>
                  <a:pt x="1384" y="336"/>
                  <a:pt x="1384" y="336"/>
                  <a:pt x="1384" y="335"/>
                </a:cubicBezTo>
                <a:cubicBezTo>
                  <a:pt x="1384" y="335"/>
                  <a:pt x="1384" y="334"/>
                  <a:pt x="1384" y="334"/>
                </a:cubicBezTo>
                <a:cubicBezTo>
                  <a:pt x="1384" y="334"/>
                  <a:pt x="1383" y="334"/>
                  <a:pt x="1383" y="334"/>
                </a:cubicBezTo>
                <a:cubicBezTo>
                  <a:pt x="1383" y="334"/>
                  <a:pt x="1383" y="335"/>
                  <a:pt x="1383" y="335"/>
                </a:cubicBezTo>
                <a:cubicBezTo>
                  <a:pt x="1383" y="336"/>
                  <a:pt x="1383" y="336"/>
                  <a:pt x="1383" y="337"/>
                </a:cubicBezTo>
                <a:cubicBezTo>
                  <a:pt x="1379" y="337"/>
                  <a:pt x="1379" y="337"/>
                  <a:pt x="1379" y="337"/>
                </a:cubicBezTo>
                <a:cubicBezTo>
                  <a:pt x="1379" y="341"/>
                  <a:pt x="1379" y="341"/>
                  <a:pt x="1379" y="341"/>
                </a:cubicBezTo>
                <a:cubicBezTo>
                  <a:pt x="1378" y="341"/>
                  <a:pt x="1378" y="341"/>
                  <a:pt x="1378" y="341"/>
                </a:cubicBezTo>
                <a:cubicBezTo>
                  <a:pt x="1378" y="341"/>
                  <a:pt x="1378" y="341"/>
                  <a:pt x="1377" y="340"/>
                </a:cubicBezTo>
                <a:cubicBezTo>
                  <a:pt x="1377" y="340"/>
                  <a:pt x="1377" y="340"/>
                  <a:pt x="1377" y="339"/>
                </a:cubicBezTo>
                <a:cubicBezTo>
                  <a:pt x="1377" y="339"/>
                  <a:pt x="1377" y="338"/>
                  <a:pt x="1377" y="338"/>
                </a:cubicBezTo>
                <a:cubicBezTo>
                  <a:pt x="1376" y="337"/>
                  <a:pt x="1376" y="337"/>
                  <a:pt x="1376" y="337"/>
                </a:cubicBezTo>
                <a:cubicBezTo>
                  <a:pt x="1376" y="338"/>
                  <a:pt x="1376" y="338"/>
                  <a:pt x="1376" y="338"/>
                </a:cubicBezTo>
                <a:cubicBezTo>
                  <a:pt x="1375" y="339"/>
                  <a:pt x="1376" y="339"/>
                  <a:pt x="1376" y="339"/>
                </a:cubicBezTo>
                <a:cubicBezTo>
                  <a:pt x="1375" y="340"/>
                  <a:pt x="1375" y="341"/>
                  <a:pt x="1375" y="341"/>
                </a:cubicBezTo>
                <a:cubicBezTo>
                  <a:pt x="1375" y="341"/>
                  <a:pt x="1375" y="342"/>
                  <a:pt x="1374" y="342"/>
                </a:cubicBezTo>
                <a:cubicBezTo>
                  <a:pt x="1374" y="342"/>
                  <a:pt x="1373" y="342"/>
                  <a:pt x="1373" y="342"/>
                </a:cubicBezTo>
                <a:cubicBezTo>
                  <a:pt x="1373" y="347"/>
                  <a:pt x="1373" y="347"/>
                  <a:pt x="1373" y="347"/>
                </a:cubicBezTo>
                <a:cubicBezTo>
                  <a:pt x="1371" y="347"/>
                  <a:pt x="1371" y="347"/>
                  <a:pt x="1371" y="347"/>
                </a:cubicBezTo>
                <a:cubicBezTo>
                  <a:pt x="1370" y="347"/>
                  <a:pt x="1370" y="347"/>
                  <a:pt x="1370" y="347"/>
                </a:cubicBezTo>
                <a:cubicBezTo>
                  <a:pt x="1370" y="347"/>
                  <a:pt x="1370" y="346"/>
                  <a:pt x="1369" y="346"/>
                </a:cubicBezTo>
                <a:cubicBezTo>
                  <a:pt x="1369" y="346"/>
                  <a:pt x="1369" y="345"/>
                  <a:pt x="1369" y="345"/>
                </a:cubicBezTo>
                <a:cubicBezTo>
                  <a:pt x="1368" y="345"/>
                  <a:pt x="1368" y="345"/>
                  <a:pt x="1368" y="345"/>
                </a:cubicBezTo>
                <a:cubicBezTo>
                  <a:pt x="1367" y="346"/>
                  <a:pt x="1367" y="346"/>
                  <a:pt x="1366" y="347"/>
                </a:cubicBezTo>
                <a:cubicBezTo>
                  <a:pt x="1366" y="347"/>
                  <a:pt x="1366" y="347"/>
                  <a:pt x="1365" y="347"/>
                </a:cubicBezTo>
                <a:cubicBezTo>
                  <a:pt x="1365" y="347"/>
                  <a:pt x="1364" y="347"/>
                  <a:pt x="1364" y="347"/>
                </a:cubicBezTo>
                <a:cubicBezTo>
                  <a:pt x="1362" y="347"/>
                  <a:pt x="1362" y="347"/>
                  <a:pt x="1360" y="347"/>
                </a:cubicBezTo>
                <a:cubicBezTo>
                  <a:pt x="1360" y="347"/>
                  <a:pt x="1360" y="347"/>
                  <a:pt x="1360" y="347"/>
                </a:cubicBezTo>
                <a:cubicBezTo>
                  <a:pt x="1359" y="347"/>
                  <a:pt x="1359" y="347"/>
                  <a:pt x="1359" y="347"/>
                </a:cubicBezTo>
                <a:cubicBezTo>
                  <a:pt x="1358" y="347"/>
                  <a:pt x="1358" y="347"/>
                  <a:pt x="1358" y="347"/>
                </a:cubicBezTo>
                <a:cubicBezTo>
                  <a:pt x="1357" y="348"/>
                  <a:pt x="1356" y="347"/>
                  <a:pt x="1356" y="347"/>
                </a:cubicBezTo>
                <a:cubicBezTo>
                  <a:pt x="1355" y="348"/>
                  <a:pt x="1355" y="348"/>
                  <a:pt x="1354" y="349"/>
                </a:cubicBezTo>
                <a:cubicBezTo>
                  <a:pt x="1354" y="349"/>
                  <a:pt x="1354" y="350"/>
                  <a:pt x="1354" y="350"/>
                </a:cubicBezTo>
                <a:cubicBezTo>
                  <a:pt x="1354" y="350"/>
                  <a:pt x="1354" y="351"/>
                  <a:pt x="1354" y="351"/>
                </a:cubicBezTo>
                <a:cubicBezTo>
                  <a:pt x="1354" y="352"/>
                  <a:pt x="1354" y="352"/>
                  <a:pt x="1354" y="353"/>
                </a:cubicBezTo>
                <a:cubicBezTo>
                  <a:pt x="1349" y="353"/>
                  <a:pt x="1349" y="353"/>
                  <a:pt x="1349" y="353"/>
                </a:cubicBezTo>
                <a:cubicBezTo>
                  <a:pt x="1349" y="353"/>
                  <a:pt x="1349" y="354"/>
                  <a:pt x="1349" y="354"/>
                </a:cubicBezTo>
                <a:cubicBezTo>
                  <a:pt x="1349" y="355"/>
                  <a:pt x="1349" y="355"/>
                  <a:pt x="1349" y="356"/>
                </a:cubicBezTo>
                <a:cubicBezTo>
                  <a:pt x="1349" y="356"/>
                  <a:pt x="1348" y="356"/>
                  <a:pt x="1347" y="356"/>
                </a:cubicBezTo>
                <a:cubicBezTo>
                  <a:pt x="1347" y="356"/>
                  <a:pt x="1347" y="356"/>
                  <a:pt x="1346" y="356"/>
                </a:cubicBezTo>
                <a:cubicBezTo>
                  <a:pt x="1346" y="357"/>
                  <a:pt x="1346" y="357"/>
                  <a:pt x="1346" y="357"/>
                </a:cubicBezTo>
                <a:cubicBezTo>
                  <a:pt x="1345" y="358"/>
                  <a:pt x="1345" y="358"/>
                  <a:pt x="1345" y="358"/>
                </a:cubicBezTo>
                <a:cubicBezTo>
                  <a:pt x="1345" y="359"/>
                  <a:pt x="1345" y="359"/>
                  <a:pt x="1345" y="359"/>
                </a:cubicBezTo>
                <a:cubicBezTo>
                  <a:pt x="1345" y="360"/>
                  <a:pt x="1344" y="360"/>
                  <a:pt x="1344" y="360"/>
                </a:cubicBezTo>
                <a:cubicBezTo>
                  <a:pt x="1344" y="361"/>
                  <a:pt x="1344" y="361"/>
                  <a:pt x="1344" y="361"/>
                </a:cubicBezTo>
                <a:cubicBezTo>
                  <a:pt x="1344" y="361"/>
                  <a:pt x="1345" y="362"/>
                  <a:pt x="1345" y="362"/>
                </a:cubicBezTo>
                <a:cubicBezTo>
                  <a:pt x="1346" y="362"/>
                  <a:pt x="1346" y="362"/>
                  <a:pt x="1347" y="362"/>
                </a:cubicBezTo>
                <a:cubicBezTo>
                  <a:pt x="1348" y="362"/>
                  <a:pt x="1349" y="362"/>
                  <a:pt x="1349" y="362"/>
                </a:cubicBezTo>
                <a:cubicBezTo>
                  <a:pt x="1349" y="362"/>
                  <a:pt x="1349" y="361"/>
                  <a:pt x="1349" y="361"/>
                </a:cubicBezTo>
                <a:cubicBezTo>
                  <a:pt x="1349" y="362"/>
                  <a:pt x="1349" y="362"/>
                  <a:pt x="1349" y="362"/>
                </a:cubicBezTo>
                <a:cubicBezTo>
                  <a:pt x="1349" y="363"/>
                  <a:pt x="1349" y="363"/>
                  <a:pt x="1349" y="363"/>
                </a:cubicBezTo>
                <a:cubicBezTo>
                  <a:pt x="1349" y="364"/>
                  <a:pt x="1349" y="364"/>
                  <a:pt x="1348" y="364"/>
                </a:cubicBezTo>
                <a:cubicBezTo>
                  <a:pt x="1348" y="365"/>
                  <a:pt x="1348" y="365"/>
                  <a:pt x="1348" y="365"/>
                </a:cubicBezTo>
                <a:cubicBezTo>
                  <a:pt x="1348" y="366"/>
                  <a:pt x="1347" y="366"/>
                  <a:pt x="1347" y="366"/>
                </a:cubicBezTo>
                <a:cubicBezTo>
                  <a:pt x="1347" y="367"/>
                  <a:pt x="1347" y="367"/>
                  <a:pt x="1347" y="368"/>
                </a:cubicBezTo>
                <a:cubicBezTo>
                  <a:pt x="1347" y="369"/>
                  <a:pt x="1348" y="370"/>
                  <a:pt x="1349" y="370"/>
                </a:cubicBezTo>
                <a:cubicBezTo>
                  <a:pt x="1351" y="370"/>
                  <a:pt x="1351" y="370"/>
                  <a:pt x="1351" y="370"/>
                </a:cubicBezTo>
                <a:cubicBezTo>
                  <a:pt x="1351" y="369"/>
                  <a:pt x="1351" y="368"/>
                  <a:pt x="1351" y="367"/>
                </a:cubicBezTo>
                <a:cubicBezTo>
                  <a:pt x="1351" y="366"/>
                  <a:pt x="1351" y="366"/>
                  <a:pt x="1352" y="365"/>
                </a:cubicBezTo>
                <a:cubicBezTo>
                  <a:pt x="1352" y="365"/>
                  <a:pt x="1353" y="365"/>
                  <a:pt x="1354" y="364"/>
                </a:cubicBezTo>
                <a:cubicBezTo>
                  <a:pt x="1355" y="364"/>
                  <a:pt x="1356" y="364"/>
                  <a:pt x="1356" y="363"/>
                </a:cubicBezTo>
                <a:cubicBezTo>
                  <a:pt x="1356" y="362"/>
                  <a:pt x="1355" y="361"/>
                  <a:pt x="1354" y="360"/>
                </a:cubicBezTo>
                <a:cubicBezTo>
                  <a:pt x="1354" y="360"/>
                  <a:pt x="1354" y="360"/>
                  <a:pt x="1354" y="359"/>
                </a:cubicBezTo>
                <a:cubicBezTo>
                  <a:pt x="1354" y="359"/>
                  <a:pt x="1354" y="358"/>
                  <a:pt x="1354" y="358"/>
                </a:cubicBezTo>
                <a:cubicBezTo>
                  <a:pt x="1354" y="358"/>
                  <a:pt x="1354" y="358"/>
                  <a:pt x="1353" y="358"/>
                </a:cubicBezTo>
                <a:cubicBezTo>
                  <a:pt x="1353" y="358"/>
                  <a:pt x="1352" y="358"/>
                  <a:pt x="1351" y="358"/>
                </a:cubicBezTo>
                <a:cubicBezTo>
                  <a:pt x="1351" y="357"/>
                  <a:pt x="1351" y="357"/>
                  <a:pt x="1351" y="356"/>
                </a:cubicBezTo>
                <a:cubicBezTo>
                  <a:pt x="1352" y="356"/>
                  <a:pt x="1352" y="356"/>
                  <a:pt x="1352" y="356"/>
                </a:cubicBezTo>
                <a:cubicBezTo>
                  <a:pt x="1353" y="356"/>
                  <a:pt x="1353" y="356"/>
                  <a:pt x="1353" y="356"/>
                </a:cubicBezTo>
                <a:cubicBezTo>
                  <a:pt x="1354" y="355"/>
                  <a:pt x="1354" y="356"/>
                  <a:pt x="1355" y="356"/>
                </a:cubicBezTo>
                <a:cubicBezTo>
                  <a:pt x="1356" y="356"/>
                  <a:pt x="1357" y="355"/>
                  <a:pt x="1357" y="355"/>
                </a:cubicBezTo>
                <a:cubicBezTo>
                  <a:pt x="1358" y="354"/>
                  <a:pt x="1359" y="353"/>
                  <a:pt x="1360" y="353"/>
                </a:cubicBezTo>
                <a:cubicBezTo>
                  <a:pt x="1361" y="353"/>
                  <a:pt x="1361" y="353"/>
                  <a:pt x="1361" y="353"/>
                </a:cubicBezTo>
                <a:cubicBezTo>
                  <a:pt x="1361" y="353"/>
                  <a:pt x="1362" y="352"/>
                  <a:pt x="1362" y="352"/>
                </a:cubicBezTo>
                <a:cubicBezTo>
                  <a:pt x="1363" y="352"/>
                  <a:pt x="1363" y="352"/>
                  <a:pt x="1364" y="352"/>
                </a:cubicBezTo>
                <a:cubicBezTo>
                  <a:pt x="1364" y="352"/>
                  <a:pt x="1365" y="352"/>
                  <a:pt x="1365" y="352"/>
                </a:cubicBezTo>
                <a:cubicBezTo>
                  <a:pt x="1365" y="352"/>
                  <a:pt x="1366" y="352"/>
                  <a:pt x="1366" y="352"/>
                </a:cubicBezTo>
                <a:cubicBezTo>
                  <a:pt x="1367" y="352"/>
                  <a:pt x="1368" y="352"/>
                  <a:pt x="1369" y="352"/>
                </a:cubicBezTo>
                <a:cubicBezTo>
                  <a:pt x="1369" y="352"/>
                  <a:pt x="1369" y="352"/>
                  <a:pt x="1370" y="352"/>
                </a:cubicBezTo>
                <a:cubicBezTo>
                  <a:pt x="1369" y="352"/>
                  <a:pt x="1369" y="353"/>
                  <a:pt x="1369" y="353"/>
                </a:cubicBezTo>
                <a:cubicBezTo>
                  <a:pt x="1369" y="353"/>
                  <a:pt x="1368" y="353"/>
                  <a:pt x="1368" y="353"/>
                </a:cubicBezTo>
                <a:cubicBezTo>
                  <a:pt x="1367" y="353"/>
                  <a:pt x="1367" y="353"/>
                  <a:pt x="1366" y="353"/>
                </a:cubicBezTo>
                <a:cubicBezTo>
                  <a:pt x="1365" y="353"/>
                  <a:pt x="1364" y="355"/>
                  <a:pt x="1362" y="355"/>
                </a:cubicBezTo>
                <a:cubicBezTo>
                  <a:pt x="1358" y="355"/>
                  <a:pt x="1358" y="355"/>
                  <a:pt x="1358" y="355"/>
                </a:cubicBezTo>
                <a:cubicBezTo>
                  <a:pt x="1358" y="361"/>
                  <a:pt x="1358" y="361"/>
                  <a:pt x="1358" y="361"/>
                </a:cubicBezTo>
                <a:cubicBezTo>
                  <a:pt x="1359" y="361"/>
                  <a:pt x="1359" y="361"/>
                  <a:pt x="1359" y="361"/>
                </a:cubicBezTo>
                <a:cubicBezTo>
                  <a:pt x="1360" y="361"/>
                  <a:pt x="1360" y="361"/>
                  <a:pt x="1361" y="360"/>
                </a:cubicBezTo>
                <a:cubicBezTo>
                  <a:pt x="1361" y="360"/>
                  <a:pt x="1362" y="360"/>
                  <a:pt x="1363" y="360"/>
                </a:cubicBezTo>
                <a:cubicBezTo>
                  <a:pt x="1363" y="359"/>
                  <a:pt x="1363" y="359"/>
                  <a:pt x="1363" y="359"/>
                </a:cubicBezTo>
                <a:cubicBezTo>
                  <a:pt x="1363" y="358"/>
                  <a:pt x="1364" y="358"/>
                  <a:pt x="1364" y="358"/>
                </a:cubicBezTo>
                <a:cubicBezTo>
                  <a:pt x="1364" y="357"/>
                  <a:pt x="1365" y="357"/>
                  <a:pt x="1365" y="357"/>
                </a:cubicBezTo>
                <a:cubicBezTo>
                  <a:pt x="1365" y="357"/>
                  <a:pt x="1366" y="357"/>
                  <a:pt x="1366" y="357"/>
                </a:cubicBezTo>
                <a:cubicBezTo>
                  <a:pt x="1367" y="357"/>
                  <a:pt x="1367" y="357"/>
                  <a:pt x="1368" y="357"/>
                </a:cubicBezTo>
                <a:cubicBezTo>
                  <a:pt x="1368" y="356"/>
                  <a:pt x="1368" y="356"/>
                  <a:pt x="1368" y="356"/>
                </a:cubicBezTo>
                <a:cubicBezTo>
                  <a:pt x="1368" y="355"/>
                  <a:pt x="1368" y="355"/>
                  <a:pt x="1368" y="355"/>
                </a:cubicBezTo>
                <a:cubicBezTo>
                  <a:pt x="1368" y="354"/>
                  <a:pt x="1369" y="355"/>
                  <a:pt x="1369" y="354"/>
                </a:cubicBezTo>
                <a:cubicBezTo>
                  <a:pt x="1369" y="355"/>
                  <a:pt x="1370" y="355"/>
                  <a:pt x="1370" y="355"/>
                </a:cubicBezTo>
                <a:cubicBezTo>
                  <a:pt x="1370" y="356"/>
                  <a:pt x="1370" y="356"/>
                  <a:pt x="1370" y="356"/>
                </a:cubicBezTo>
                <a:cubicBezTo>
                  <a:pt x="1370" y="357"/>
                  <a:pt x="1371" y="357"/>
                  <a:pt x="1371" y="357"/>
                </a:cubicBezTo>
                <a:cubicBezTo>
                  <a:pt x="1371" y="357"/>
                  <a:pt x="1372" y="357"/>
                  <a:pt x="1372" y="357"/>
                </a:cubicBezTo>
                <a:cubicBezTo>
                  <a:pt x="1373" y="357"/>
                  <a:pt x="1373" y="357"/>
                  <a:pt x="1374" y="356"/>
                </a:cubicBezTo>
                <a:cubicBezTo>
                  <a:pt x="1374" y="356"/>
                  <a:pt x="1374" y="356"/>
                  <a:pt x="1374" y="355"/>
                </a:cubicBezTo>
                <a:cubicBezTo>
                  <a:pt x="1375" y="355"/>
                  <a:pt x="1376" y="355"/>
                  <a:pt x="1377" y="355"/>
                </a:cubicBezTo>
                <a:cubicBezTo>
                  <a:pt x="1377" y="354"/>
                  <a:pt x="1377" y="354"/>
                  <a:pt x="1377" y="354"/>
                </a:cubicBezTo>
                <a:cubicBezTo>
                  <a:pt x="1377" y="353"/>
                  <a:pt x="1377" y="353"/>
                  <a:pt x="1377" y="353"/>
                </a:cubicBezTo>
                <a:cubicBezTo>
                  <a:pt x="1377" y="352"/>
                  <a:pt x="1377" y="352"/>
                  <a:pt x="1377" y="352"/>
                </a:cubicBezTo>
                <a:cubicBezTo>
                  <a:pt x="1377" y="352"/>
                  <a:pt x="1377" y="351"/>
                  <a:pt x="1377" y="351"/>
                </a:cubicBezTo>
                <a:cubicBezTo>
                  <a:pt x="1377" y="351"/>
                  <a:pt x="1377" y="351"/>
                  <a:pt x="1377" y="351"/>
                </a:cubicBezTo>
                <a:cubicBezTo>
                  <a:pt x="1388" y="351"/>
                  <a:pt x="1388" y="351"/>
                  <a:pt x="1388" y="351"/>
                </a:cubicBezTo>
                <a:cubicBezTo>
                  <a:pt x="1389" y="350"/>
                  <a:pt x="1389" y="350"/>
                  <a:pt x="1390" y="349"/>
                </a:cubicBezTo>
                <a:cubicBezTo>
                  <a:pt x="1391" y="349"/>
                  <a:pt x="1391" y="350"/>
                  <a:pt x="1392" y="350"/>
                </a:cubicBezTo>
                <a:cubicBezTo>
                  <a:pt x="1393" y="350"/>
                  <a:pt x="1393" y="349"/>
                  <a:pt x="1394" y="349"/>
                </a:cubicBezTo>
                <a:cubicBezTo>
                  <a:pt x="1394" y="348"/>
                  <a:pt x="1395" y="348"/>
                  <a:pt x="1395" y="347"/>
                </a:cubicBezTo>
                <a:cubicBezTo>
                  <a:pt x="1395" y="342"/>
                  <a:pt x="1395" y="342"/>
                  <a:pt x="1395" y="342"/>
                </a:cubicBezTo>
                <a:cubicBezTo>
                  <a:pt x="1395" y="342"/>
                  <a:pt x="1395" y="341"/>
                  <a:pt x="1395" y="341"/>
                </a:cubicBezTo>
                <a:cubicBezTo>
                  <a:pt x="1395" y="341"/>
                  <a:pt x="1395" y="340"/>
                  <a:pt x="1395" y="340"/>
                </a:cubicBezTo>
                <a:cubicBezTo>
                  <a:pt x="1395" y="339"/>
                  <a:pt x="1396" y="339"/>
                  <a:pt x="1396" y="338"/>
                </a:cubicBezTo>
                <a:cubicBezTo>
                  <a:pt x="1396" y="337"/>
                  <a:pt x="1396" y="337"/>
                  <a:pt x="1396" y="337"/>
                </a:cubicBezTo>
                <a:cubicBezTo>
                  <a:pt x="1396" y="337"/>
                  <a:pt x="1396" y="336"/>
                  <a:pt x="1396" y="335"/>
                </a:cubicBezTo>
                <a:cubicBezTo>
                  <a:pt x="1396" y="334"/>
                  <a:pt x="1396" y="334"/>
                  <a:pt x="1396" y="334"/>
                </a:cubicBezTo>
                <a:cubicBezTo>
                  <a:pt x="1396" y="333"/>
                  <a:pt x="1396" y="333"/>
                  <a:pt x="1396" y="332"/>
                </a:cubicBezTo>
                <a:cubicBezTo>
                  <a:pt x="1396" y="332"/>
                  <a:pt x="1397" y="332"/>
                  <a:pt x="1397" y="332"/>
                </a:cubicBezTo>
                <a:cubicBezTo>
                  <a:pt x="1398" y="331"/>
                  <a:pt x="1398" y="332"/>
                  <a:pt x="1398" y="331"/>
                </a:cubicBezTo>
                <a:cubicBezTo>
                  <a:pt x="1399" y="330"/>
                  <a:pt x="1398" y="329"/>
                  <a:pt x="1399" y="328"/>
                </a:cubicBezTo>
                <a:cubicBezTo>
                  <a:pt x="1399" y="328"/>
                  <a:pt x="1399" y="328"/>
                  <a:pt x="1399" y="327"/>
                </a:cubicBezTo>
                <a:cubicBezTo>
                  <a:pt x="1399" y="327"/>
                  <a:pt x="1399" y="326"/>
                  <a:pt x="1399" y="325"/>
                </a:cubicBezTo>
                <a:cubicBezTo>
                  <a:pt x="1400" y="325"/>
                  <a:pt x="1400" y="325"/>
                  <a:pt x="1400" y="325"/>
                </a:cubicBezTo>
                <a:cubicBezTo>
                  <a:pt x="1400" y="324"/>
                  <a:pt x="1400" y="323"/>
                  <a:pt x="1400" y="322"/>
                </a:cubicBezTo>
                <a:cubicBezTo>
                  <a:pt x="1400" y="322"/>
                  <a:pt x="1400" y="321"/>
                  <a:pt x="1400" y="321"/>
                </a:cubicBezTo>
                <a:cubicBezTo>
                  <a:pt x="1400" y="320"/>
                  <a:pt x="1399" y="320"/>
                  <a:pt x="1399" y="320"/>
                </a:cubicBezTo>
                <a:cubicBezTo>
                  <a:pt x="1399" y="320"/>
                  <a:pt x="1399" y="319"/>
                  <a:pt x="1399" y="319"/>
                </a:cubicBezTo>
                <a:cubicBezTo>
                  <a:pt x="1398" y="318"/>
                  <a:pt x="1398" y="318"/>
                  <a:pt x="1398" y="317"/>
                </a:cubicBezTo>
                <a:cubicBezTo>
                  <a:pt x="1398" y="317"/>
                  <a:pt x="1398" y="316"/>
                  <a:pt x="1398" y="316"/>
                </a:cubicBezTo>
                <a:cubicBezTo>
                  <a:pt x="1397" y="315"/>
                  <a:pt x="1397" y="315"/>
                  <a:pt x="1397" y="314"/>
                </a:cubicBezTo>
                <a:cubicBezTo>
                  <a:pt x="1397" y="314"/>
                  <a:pt x="1397" y="313"/>
                  <a:pt x="1397" y="313"/>
                </a:cubicBezTo>
                <a:cubicBezTo>
                  <a:pt x="1397" y="313"/>
                  <a:pt x="1396" y="312"/>
                  <a:pt x="1396" y="312"/>
                </a:cubicBezTo>
                <a:cubicBezTo>
                  <a:pt x="1396" y="312"/>
                  <a:pt x="1396" y="312"/>
                  <a:pt x="1395" y="312"/>
                </a:cubicBezTo>
                <a:cubicBezTo>
                  <a:pt x="1395" y="312"/>
                  <a:pt x="1394" y="312"/>
                  <a:pt x="1393" y="312"/>
                </a:cubicBezTo>
                <a:cubicBezTo>
                  <a:pt x="1393" y="310"/>
                  <a:pt x="1393" y="310"/>
                  <a:pt x="1393" y="310"/>
                </a:cubicBezTo>
                <a:cubicBezTo>
                  <a:pt x="1398" y="310"/>
                  <a:pt x="1398" y="310"/>
                  <a:pt x="1398" y="310"/>
                </a:cubicBezTo>
                <a:cubicBezTo>
                  <a:pt x="1399" y="310"/>
                  <a:pt x="1399" y="309"/>
                  <a:pt x="1399" y="309"/>
                </a:cubicBezTo>
                <a:cubicBezTo>
                  <a:pt x="1400" y="309"/>
                  <a:pt x="1400" y="309"/>
                  <a:pt x="1400" y="309"/>
                </a:cubicBezTo>
                <a:cubicBezTo>
                  <a:pt x="1400" y="309"/>
                  <a:pt x="1401" y="310"/>
                  <a:pt x="1401" y="310"/>
                </a:cubicBezTo>
                <a:cubicBezTo>
                  <a:pt x="1401" y="310"/>
                  <a:pt x="1402" y="310"/>
                  <a:pt x="1402" y="311"/>
                </a:cubicBezTo>
                <a:cubicBezTo>
                  <a:pt x="1402" y="311"/>
                  <a:pt x="1403" y="310"/>
                  <a:pt x="1403" y="311"/>
                </a:cubicBezTo>
                <a:cubicBezTo>
                  <a:pt x="1403" y="311"/>
                  <a:pt x="1403" y="311"/>
                  <a:pt x="1403" y="312"/>
                </a:cubicBezTo>
                <a:cubicBezTo>
                  <a:pt x="1404" y="312"/>
                  <a:pt x="1405" y="312"/>
                  <a:pt x="1406" y="312"/>
                </a:cubicBezTo>
                <a:cubicBezTo>
                  <a:pt x="1406" y="312"/>
                  <a:pt x="1407" y="312"/>
                  <a:pt x="1408" y="312"/>
                </a:cubicBezTo>
                <a:cubicBezTo>
                  <a:pt x="1408" y="312"/>
                  <a:pt x="1408" y="311"/>
                  <a:pt x="1408" y="311"/>
                </a:cubicBezTo>
                <a:cubicBezTo>
                  <a:pt x="1408" y="310"/>
                  <a:pt x="1408" y="309"/>
                  <a:pt x="1408" y="308"/>
                </a:cubicBezTo>
                <a:cubicBezTo>
                  <a:pt x="1413" y="308"/>
                  <a:pt x="1413" y="308"/>
                  <a:pt x="1413" y="308"/>
                </a:cubicBezTo>
                <a:cubicBezTo>
                  <a:pt x="1413" y="308"/>
                  <a:pt x="1413" y="308"/>
                  <a:pt x="1414" y="308"/>
                </a:cubicBezTo>
                <a:cubicBezTo>
                  <a:pt x="1414" y="307"/>
                  <a:pt x="1415" y="307"/>
                  <a:pt x="1415" y="307"/>
                </a:cubicBezTo>
                <a:cubicBezTo>
                  <a:pt x="1415" y="307"/>
                  <a:pt x="1416" y="307"/>
                  <a:pt x="1416" y="307"/>
                </a:cubicBezTo>
                <a:cubicBezTo>
                  <a:pt x="1416" y="307"/>
                  <a:pt x="1416" y="306"/>
                  <a:pt x="1416" y="306"/>
                </a:cubicBezTo>
                <a:cubicBezTo>
                  <a:pt x="1416" y="305"/>
                  <a:pt x="1416" y="305"/>
                  <a:pt x="1416" y="304"/>
                </a:cubicBezTo>
                <a:cubicBezTo>
                  <a:pt x="1416" y="304"/>
                  <a:pt x="1416" y="304"/>
                  <a:pt x="1416" y="303"/>
                </a:cubicBezTo>
                <a:cubicBezTo>
                  <a:pt x="1416" y="303"/>
                  <a:pt x="1416" y="303"/>
                  <a:pt x="1417" y="302"/>
                </a:cubicBezTo>
                <a:cubicBezTo>
                  <a:pt x="1417" y="302"/>
                  <a:pt x="1417" y="302"/>
                  <a:pt x="1418" y="302"/>
                </a:cubicBezTo>
                <a:cubicBezTo>
                  <a:pt x="1418" y="302"/>
                  <a:pt x="1418" y="302"/>
                  <a:pt x="1419" y="302"/>
                </a:cubicBezTo>
                <a:cubicBezTo>
                  <a:pt x="1419" y="301"/>
                  <a:pt x="1420" y="302"/>
                  <a:pt x="1421" y="302"/>
                </a:cubicBezTo>
                <a:cubicBezTo>
                  <a:pt x="1421" y="301"/>
                  <a:pt x="1421" y="301"/>
                  <a:pt x="1421" y="301"/>
                </a:cubicBezTo>
                <a:cubicBezTo>
                  <a:pt x="1422" y="301"/>
                  <a:pt x="1423" y="300"/>
                  <a:pt x="1424" y="300"/>
                </a:cubicBezTo>
                <a:cubicBezTo>
                  <a:pt x="1425" y="300"/>
                  <a:pt x="1425" y="300"/>
                  <a:pt x="1425" y="300"/>
                </a:cubicBezTo>
                <a:cubicBezTo>
                  <a:pt x="1426" y="300"/>
                  <a:pt x="1426" y="300"/>
                  <a:pt x="1426" y="300"/>
                </a:cubicBezTo>
                <a:cubicBezTo>
                  <a:pt x="1426" y="300"/>
                  <a:pt x="1427" y="300"/>
                  <a:pt x="1427" y="300"/>
                </a:cubicBezTo>
                <a:cubicBezTo>
                  <a:pt x="1427" y="299"/>
                  <a:pt x="1427" y="299"/>
                  <a:pt x="1427" y="299"/>
                </a:cubicBezTo>
                <a:cubicBezTo>
                  <a:pt x="1428" y="298"/>
                  <a:pt x="1427" y="298"/>
                  <a:pt x="1428" y="298"/>
                </a:cubicBezTo>
                <a:cubicBezTo>
                  <a:pt x="1428" y="298"/>
                  <a:pt x="1428" y="298"/>
                  <a:pt x="1429" y="297"/>
                </a:cubicBezTo>
                <a:cubicBezTo>
                  <a:pt x="1429" y="297"/>
                  <a:pt x="1429" y="297"/>
                  <a:pt x="1429" y="296"/>
                </a:cubicBezTo>
                <a:cubicBezTo>
                  <a:pt x="1430" y="296"/>
                  <a:pt x="1430" y="296"/>
                  <a:pt x="1430" y="296"/>
                </a:cubicBezTo>
                <a:cubicBezTo>
                  <a:pt x="1430" y="295"/>
                  <a:pt x="1430" y="295"/>
                  <a:pt x="1430" y="295"/>
                </a:cubicBezTo>
                <a:cubicBezTo>
                  <a:pt x="1431" y="294"/>
                  <a:pt x="1430" y="294"/>
                  <a:pt x="1430" y="294"/>
                </a:cubicBezTo>
                <a:moveTo>
                  <a:pt x="1439" y="289"/>
                </a:moveTo>
                <a:cubicBezTo>
                  <a:pt x="1439" y="289"/>
                  <a:pt x="1439" y="289"/>
                  <a:pt x="1438" y="289"/>
                </a:cubicBezTo>
                <a:cubicBezTo>
                  <a:pt x="1438" y="289"/>
                  <a:pt x="1438" y="290"/>
                  <a:pt x="1437" y="290"/>
                </a:cubicBezTo>
                <a:cubicBezTo>
                  <a:pt x="1437" y="290"/>
                  <a:pt x="1437" y="290"/>
                  <a:pt x="1436" y="290"/>
                </a:cubicBezTo>
                <a:cubicBezTo>
                  <a:pt x="1436" y="290"/>
                  <a:pt x="1436" y="291"/>
                  <a:pt x="1435" y="291"/>
                </a:cubicBezTo>
                <a:cubicBezTo>
                  <a:pt x="1435" y="291"/>
                  <a:pt x="1435" y="291"/>
                  <a:pt x="1434" y="292"/>
                </a:cubicBezTo>
                <a:cubicBezTo>
                  <a:pt x="1435" y="292"/>
                  <a:pt x="1436" y="292"/>
                  <a:pt x="1436" y="292"/>
                </a:cubicBezTo>
                <a:cubicBezTo>
                  <a:pt x="1437" y="292"/>
                  <a:pt x="1437" y="293"/>
                  <a:pt x="1438" y="292"/>
                </a:cubicBezTo>
                <a:cubicBezTo>
                  <a:pt x="1438" y="292"/>
                  <a:pt x="1438" y="291"/>
                  <a:pt x="1438" y="291"/>
                </a:cubicBezTo>
                <a:cubicBezTo>
                  <a:pt x="1439" y="290"/>
                  <a:pt x="1439" y="290"/>
                  <a:pt x="1439" y="289"/>
                </a:cubicBezTo>
                <a:moveTo>
                  <a:pt x="1462" y="264"/>
                </a:moveTo>
                <a:cubicBezTo>
                  <a:pt x="1462" y="264"/>
                  <a:pt x="1462" y="265"/>
                  <a:pt x="1462" y="265"/>
                </a:cubicBezTo>
                <a:cubicBezTo>
                  <a:pt x="1462" y="265"/>
                  <a:pt x="1461" y="266"/>
                  <a:pt x="1461" y="266"/>
                </a:cubicBezTo>
                <a:cubicBezTo>
                  <a:pt x="1461" y="266"/>
                  <a:pt x="1461" y="267"/>
                  <a:pt x="1461" y="267"/>
                </a:cubicBezTo>
                <a:cubicBezTo>
                  <a:pt x="1461" y="268"/>
                  <a:pt x="1460" y="268"/>
                  <a:pt x="1460" y="268"/>
                </a:cubicBezTo>
                <a:cubicBezTo>
                  <a:pt x="1460" y="269"/>
                  <a:pt x="1460" y="269"/>
                  <a:pt x="1460" y="269"/>
                </a:cubicBezTo>
                <a:cubicBezTo>
                  <a:pt x="1460" y="269"/>
                  <a:pt x="1460" y="269"/>
                  <a:pt x="1460" y="269"/>
                </a:cubicBezTo>
                <a:cubicBezTo>
                  <a:pt x="1461" y="269"/>
                  <a:pt x="1461" y="268"/>
                  <a:pt x="1461" y="268"/>
                </a:cubicBezTo>
                <a:cubicBezTo>
                  <a:pt x="1461" y="268"/>
                  <a:pt x="1462" y="267"/>
                  <a:pt x="1462" y="267"/>
                </a:cubicBezTo>
                <a:cubicBezTo>
                  <a:pt x="1462" y="267"/>
                  <a:pt x="1463" y="267"/>
                  <a:pt x="1463" y="267"/>
                </a:cubicBezTo>
                <a:cubicBezTo>
                  <a:pt x="1463" y="266"/>
                  <a:pt x="1463" y="266"/>
                  <a:pt x="1463" y="266"/>
                </a:cubicBezTo>
                <a:cubicBezTo>
                  <a:pt x="1463" y="265"/>
                  <a:pt x="1463" y="265"/>
                  <a:pt x="1464" y="265"/>
                </a:cubicBezTo>
                <a:cubicBezTo>
                  <a:pt x="1464" y="264"/>
                  <a:pt x="1463" y="264"/>
                  <a:pt x="1464" y="264"/>
                </a:cubicBezTo>
                <a:cubicBezTo>
                  <a:pt x="1463" y="264"/>
                  <a:pt x="1463" y="264"/>
                  <a:pt x="1463" y="264"/>
                </a:cubicBezTo>
                <a:lnTo>
                  <a:pt x="1462" y="264"/>
                </a:lnTo>
                <a:close/>
                <a:moveTo>
                  <a:pt x="1519" y="239"/>
                </a:moveTo>
                <a:cubicBezTo>
                  <a:pt x="1518" y="238"/>
                  <a:pt x="1518" y="238"/>
                  <a:pt x="1518" y="238"/>
                </a:cubicBezTo>
                <a:cubicBezTo>
                  <a:pt x="1518" y="238"/>
                  <a:pt x="1518" y="237"/>
                  <a:pt x="1517" y="238"/>
                </a:cubicBezTo>
                <a:cubicBezTo>
                  <a:pt x="1517" y="238"/>
                  <a:pt x="1516" y="237"/>
                  <a:pt x="1516" y="238"/>
                </a:cubicBezTo>
                <a:cubicBezTo>
                  <a:pt x="1516" y="238"/>
                  <a:pt x="1516" y="238"/>
                  <a:pt x="1516" y="239"/>
                </a:cubicBezTo>
                <a:cubicBezTo>
                  <a:pt x="1516" y="239"/>
                  <a:pt x="1516" y="240"/>
                  <a:pt x="1516" y="240"/>
                </a:cubicBezTo>
                <a:cubicBezTo>
                  <a:pt x="1519" y="240"/>
                  <a:pt x="1519" y="240"/>
                  <a:pt x="1519" y="240"/>
                </a:cubicBezTo>
                <a:cubicBezTo>
                  <a:pt x="1519" y="240"/>
                  <a:pt x="1519" y="239"/>
                  <a:pt x="1519" y="239"/>
                </a:cubicBezTo>
                <a:moveTo>
                  <a:pt x="1512" y="240"/>
                </a:moveTo>
                <a:cubicBezTo>
                  <a:pt x="1512" y="239"/>
                  <a:pt x="1512" y="239"/>
                  <a:pt x="1512" y="239"/>
                </a:cubicBezTo>
                <a:cubicBezTo>
                  <a:pt x="1512" y="238"/>
                  <a:pt x="1512" y="237"/>
                  <a:pt x="1512" y="237"/>
                </a:cubicBezTo>
                <a:cubicBezTo>
                  <a:pt x="1512" y="236"/>
                  <a:pt x="1511" y="236"/>
                  <a:pt x="1511" y="236"/>
                </a:cubicBezTo>
                <a:cubicBezTo>
                  <a:pt x="1511" y="235"/>
                  <a:pt x="1511" y="235"/>
                  <a:pt x="1511" y="234"/>
                </a:cubicBezTo>
                <a:cubicBezTo>
                  <a:pt x="1510" y="234"/>
                  <a:pt x="1510" y="234"/>
                  <a:pt x="1509" y="234"/>
                </a:cubicBezTo>
                <a:cubicBezTo>
                  <a:pt x="1509" y="234"/>
                  <a:pt x="1509" y="235"/>
                  <a:pt x="1509" y="236"/>
                </a:cubicBezTo>
                <a:cubicBezTo>
                  <a:pt x="1509" y="236"/>
                  <a:pt x="1510" y="236"/>
                  <a:pt x="1510" y="237"/>
                </a:cubicBezTo>
                <a:cubicBezTo>
                  <a:pt x="1510" y="238"/>
                  <a:pt x="1510" y="238"/>
                  <a:pt x="1510" y="239"/>
                </a:cubicBezTo>
                <a:cubicBezTo>
                  <a:pt x="1510" y="240"/>
                  <a:pt x="1510" y="240"/>
                  <a:pt x="1510" y="241"/>
                </a:cubicBezTo>
                <a:cubicBezTo>
                  <a:pt x="1513" y="241"/>
                  <a:pt x="1513" y="241"/>
                  <a:pt x="1513" y="241"/>
                </a:cubicBezTo>
                <a:cubicBezTo>
                  <a:pt x="1513" y="240"/>
                  <a:pt x="1513" y="240"/>
                  <a:pt x="1512" y="240"/>
                </a:cubicBezTo>
                <a:moveTo>
                  <a:pt x="1500" y="214"/>
                </a:moveTo>
                <a:cubicBezTo>
                  <a:pt x="1501" y="214"/>
                  <a:pt x="1501" y="214"/>
                  <a:pt x="1501" y="213"/>
                </a:cubicBezTo>
                <a:cubicBezTo>
                  <a:pt x="1502" y="213"/>
                  <a:pt x="1502" y="213"/>
                  <a:pt x="1502" y="213"/>
                </a:cubicBezTo>
                <a:cubicBezTo>
                  <a:pt x="1502" y="213"/>
                  <a:pt x="1503" y="213"/>
                  <a:pt x="1503" y="212"/>
                </a:cubicBezTo>
                <a:cubicBezTo>
                  <a:pt x="1503" y="212"/>
                  <a:pt x="1503" y="211"/>
                  <a:pt x="1503" y="211"/>
                </a:cubicBezTo>
                <a:cubicBezTo>
                  <a:pt x="1503" y="210"/>
                  <a:pt x="1503" y="210"/>
                  <a:pt x="1502" y="210"/>
                </a:cubicBezTo>
                <a:cubicBezTo>
                  <a:pt x="1502" y="210"/>
                  <a:pt x="1502" y="210"/>
                  <a:pt x="1502" y="210"/>
                </a:cubicBezTo>
                <a:cubicBezTo>
                  <a:pt x="1501" y="210"/>
                  <a:pt x="1501" y="210"/>
                  <a:pt x="1500" y="210"/>
                </a:cubicBezTo>
                <a:cubicBezTo>
                  <a:pt x="1500" y="210"/>
                  <a:pt x="1499" y="210"/>
                  <a:pt x="1499" y="211"/>
                </a:cubicBezTo>
                <a:cubicBezTo>
                  <a:pt x="1498" y="211"/>
                  <a:pt x="1497" y="211"/>
                  <a:pt x="1497" y="212"/>
                </a:cubicBezTo>
                <a:cubicBezTo>
                  <a:pt x="1497" y="214"/>
                  <a:pt x="1497" y="214"/>
                  <a:pt x="1497" y="214"/>
                </a:cubicBezTo>
                <a:cubicBezTo>
                  <a:pt x="1497" y="214"/>
                  <a:pt x="1498" y="214"/>
                  <a:pt x="1498" y="214"/>
                </a:cubicBezTo>
                <a:cubicBezTo>
                  <a:pt x="1499" y="214"/>
                  <a:pt x="1499" y="214"/>
                  <a:pt x="1500" y="214"/>
                </a:cubicBezTo>
                <a:moveTo>
                  <a:pt x="1609" y="181"/>
                </a:moveTo>
                <a:cubicBezTo>
                  <a:pt x="1610" y="181"/>
                  <a:pt x="1611" y="181"/>
                  <a:pt x="1611" y="181"/>
                </a:cubicBezTo>
                <a:cubicBezTo>
                  <a:pt x="1612" y="181"/>
                  <a:pt x="1612" y="181"/>
                  <a:pt x="1612" y="181"/>
                </a:cubicBezTo>
                <a:cubicBezTo>
                  <a:pt x="1613" y="181"/>
                  <a:pt x="1613" y="182"/>
                  <a:pt x="1613" y="182"/>
                </a:cubicBezTo>
                <a:cubicBezTo>
                  <a:pt x="1614" y="182"/>
                  <a:pt x="1614" y="182"/>
                  <a:pt x="1615" y="182"/>
                </a:cubicBezTo>
                <a:cubicBezTo>
                  <a:pt x="1616" y="182"/>
                  <a:pt x="1616" y="182"/>
                  <a:pt x="1616" y="182"/>
                </a:cubicBezTo>
                <a:cubicBezTo>
                  <a:pt x="1617" y="182"/>
                  <a:pt x="1617" y="182"/>
                  <a:pt x="1618" y="182"/>
                </a:cubicBezTo>
                <a:cubicBezTo>
                  <a:pt x="1619" y="182"/>
                  <a:pt x="1619" y="182"/>
                  <a:pt x="1620" y="182"/>
                </a:cubicBezTo>
                <a:cubicBezTo>
                  <a:pt x="1621" y="183"/>
                  <a:pt x="1621" y="183"/>
                  <a:pt x="1621" y="183"/>
                </a:cubicBezTo>
                <a:cubicBezTo>
                  <a:pt x="1622" y="183"/>
                  <a:pt x="1622" y="183"/>
                  <a:pt x="1623" y="183"/>
                </a:cubicBezTo>
                <a:cubicBezTo>
                  <a:pt x="1623" y="181"/>
                  <a:pt x="1623" y="181"/>
                  <a:pt x="1623" y="181"/>
                </a:cubicBezTo>
                <a:cubicBezTo>
                  <a:pt x="1623" y="181"/>
                  <a:pt x="1622" y="181"/>
                  <a:pt x="1622" y="181"/>
                </a:cubicBezTo>
                <a:cubicBezTo>
                  <a:pt x="1622" y="181"/>
                  <a:pt x="1621" y="180"/>
                  <a:pt x="1621" y="180"/>
                </a:cubicBezTo>
                <a:cubicBezTo>
                  <a:pt x="1621" y="180"/>
                  <a:pt x="1620" y="180"/>
                  <a:pt x="1620" y="180"/>
                </a:cubicBezTo>
                <a:cubicBezTo>
                  <a:pt x="1619" y="180"/>
                  <a:pt x="1619" y="180"/>
                  <a:pt x="1618" y="180"/>
                </a:cubicBezTo>
                <a:cubicBezTo>
                  <a:pt x="1617" y="180"/>
                  <a:pt x="1617" y="180"/>
                  <a:pt x="1616" y="179"/>
                </a:cubicBezTo>
                <a:cubicBezTo>
                  <a:pt x="1616" y="179"/>
                  <a:pt x="1615" y="179"/>
                  <a:pt x="1615" y="179"/>
                </a:cubicBezTo>
                <a:cubicBezTo>
                  <a:pt x="1615" y="179"/>
                  <a:pt x="1614" y="179"/>
                  <a:pt x="1614" y="179"/>
                </a:cubicBezTo>
                <a:cubicBezTo>
                  <a:pt x="1614" y="179"/>
                  <a:pt x="1613" y="179"/>
                  <a:pt x="1613" y="179"/>
                </a:cubicBezTo>
                <a:cubicBezTo>
                  <a:pt x="1611" y="179"/>
                  <a:pt x="1611" y="179"/>
                  <a:pt x="1609" y="179"/>
                </a:cubicBezTo>
                <a:cubicBezTo>
                  <a:pt x="1610" y="180"/>
                  <a:pt x="1609" y="181"/>
                  <a:pt x="1609" y="181"/>
                </a:cubicBezTo>
                <a:moveTo>
                  <a:pt x="1568" y="123"/>
                </a:moveTo>
                <a:cubicBezTo>
                  <a:pt x="1568" y="123"/>
                  <a:pt x="1568" y="123"/>
                  <a:pt x="1568" y="123"/>
                </a:cubicBezTo>
                <a:cubicBezTo>
                  <a:pt x="1569" y="123"/>
                  <a:pt x="1570" y="123"/>
                  <a:pt x="1571" y="123"/>
                </a:cubicBezTo>
                <a:cubicBezTo>
                  <a:pt x="1572" y="123"/>
                  <a:pt x="1573" y="123"/>
                  <a:pt x="1574" y="123"/>
                </a:cubicBezTo>
                <a:cubicBezTo>
                  <a:pt x="1575" y="123"/>
                  <a:pt x="1576" y="123"/>
                  <a:pt x="1576" y="122"/>
                </a:cubicBezTo>
                <a:cubicBezTo>
                  <a:pt x="1577" y="122"/>
                  <a:pt x="1577" y="122"/>
                  <a:pt x="1577" y="122"/>
                </a:cubicBezTo>
                <a:cubicBezTo>
                  <a:pt x="1578" y="122"/>
                  <a:pt x="1578" y="122"/>
                  <a:pt x="1579" y="122"/>
                </a:cubicBezTo>
                <a:cubicBezTo>
                  <a:pt x="1581" y="122"/>
                  <a:pt x="1581" y="122"/>
                  <a:pt x="1581" y="122"/>
                </a:cubicBezTo>
                <a:cubicBezTo>
                  <a:pt x="1582" y="122"/>
                  <a:pt x="1582" y="122"/>
                  <a:pt x="1582" y="122"/>
                </a:cubicBezTo>
                <a:cubicBezTo>
                  <a:pt x="1583" y="122"/>
                  <a:pt x="1583" y="122"/>
                  <a:pt x="1583" y="122"/>
                </a:cubicBezTo>
                <a:cubicBezTo>
                  <a:pt x="1584" y="122"/>
                  <a:pt x="1584" y="122"/>
                  <a:pt x="1584" y="122"/>
                </a:cubicBezTo>
                <a:cubicBezTo>
                  <a:pt x="1584" y="121"/>
                  <a:pt x="1584" y="121"/>
                  <a:pt x="1584" y="121"/>
                </a:cubicBezTo>
                <a:cubicBezTo>
                  <a:pt x="1584" y="120"/>
                  <a:pt x="1584" y="120"/>
                  <a:pt x="1584" y="120"/>
                </a:cubicBezTo>
                <a:cubicBezTo>
                  <a:pt x="1584" y="119"/>
                  <a:pt x="1583" y="119"/>
                  <a:pt x="1583" y="119"/>
                </a:cubicBezTo>
                <a:cubicBezTo>
                  <a:pt x="1582" y="118"/>
                  <a:pt x="1581" y="119"/>
                  <a:pt x="1580" y="119"/>
                </a:cubicBezTo>
                <a:cubicBezTo>
                  <a:pt x="1580" y="119"/>
                  <a:pt x="1579" y="118"/>
                  <a:pt x="1579" y="118"/>
                </a:cubicBezTo>
                <a:cubicBezTo>
                  <a:pt x="1579" y="118"/>
                  <a:pt x="1578" y="118"/>
                  <a:pt x="1578" y="118"/>
                </a:cubicBezTo>
                <a:cubicBezTo>
                  <a:pt x="1578" y="118"/>
                  <a:pt x="1577" y="118"/>
                  <a:pt x="1577" y="118"/>
                </a:cubicBezTo>
                <a:cubicBezTo>
                  <a:pt x="1577" y="118"/>
                  <a:pt x="1577" y="117"/>
                  <a:pt x="1576" y="117"/>
                </a:cubicBezTo>
                <a:cubicBezTo>
                  <a:pt x="1576" y="117"/>
                  <a:pt x="1575" y="117"/>
                  <a:pt x="1575" y="117"/>
                </a:cubicBezTo>
                <a:cubicBezTo>
                  <a:pt x="1575" y="117"/>
                  <a:pt x="1574" y="117"/>
                  <a:pt x="1574" y="117"/>
                </a:cubicBezTo>
                <a:cubicBezTo>
                  <a:pt x="1574" y="117"/>
                  <a:pt x="1573" y="117"/>
                  <a:pt x="1573" y="118"/>
                </a:cubicBezTo>
                <a:cubicBezTo>
                  <a:pt x="1573" y="118"/>
                  <a:pt x="1573" y="119"/>
                  <a:pt x="1573" y="119"/>
                </a:cubicBezTo>
                <a:cubicBezTo>
                  <a:pt x="1572" y="119"/>
                  <a:pt x="1572" y="119"/>
                  <a:pt x="1572" y="119"/>
                </a:cubicBezTo>
                <a:cubicBezTo>
                  <a:pt x="1571" y="119"/>
                  <a:pt x="1571" y="119"/>
                  <a:pt x="1571" y="119"/>
                </a:cubicBezTo>
                <a:cubicBezTo>
                  <a:pt x="1570" y="119"/>
                  <a:pt x="1569" y="119"/>
                  <a:pt x="1569" y="119"/>
                </a:cubicBezTo>
                <a:cubicBezTo>
                  <a:pt x="1568" y="119"/>
                  <a:pt x="1568" y="119"/>
                  <a:pt x="1568" y="119"/>
                </a:cubicBezTo>
                <a:cubicBezTo>
                  <a:pt x="1567" y="120"/>
                  <a:pt x="1567" y="121"/>
                  <a:pt x="1567" y="122"/>
                </a:cubicBezTo>
                <a:cubicBezTo>
                  <a:pt x="1567" y="122"/>
                  <a:pt x="1567" y="123"/>
                  <a:pt x="1568" y="123"/>
                </a:cubicBezTo>
                <a:moveTo>
                  <a:pt x="1420" y="87"/>
                </a:moveTo>
                <a:cubicBezTo>
                  <a:pt x="1420" y="87"/>
                  <a:pt x="1420" y="87"/>
                  <a:pt x="1421" y="87"/>
                </a:cubicBezTo>
                <a:cubicBezTo>
                  <a:pt x="1421" y="87"/>
                  <a:pt x="1421" y="88"/>
                  <a:pt x="1422" y="88"/>
                </a:cubicBezTo>
                <a:cubicBezTo>
                  <a:pt x="1422" y="88"/>
                  <a:pt x="1422" y="88"/>
                  <a:pt x="1422" y="89"/>
                </a:cubicBezTo>
                <a:cubicBezTo>
                  <a:pt x="1423" y="89"/>
                  <a:pt x="1423" y="89"/>
                  <a:pt x="1424" y="89"/>
                </a:cubicBezTo>
                <a:cubicBezTo>
                  <a:pt x="1424" y="89"/>
                  <a:pt x="1425" y="89"/>
                  <a:pt x="1425" y="89"/>
                </a:cubicBezTo>
                <a:cubicBezTo>
                  <a:pt x="1426" y="89"/>
                  <a:pt x="1427" y="88"/>
                  <a:pt x="1427" y="88"/>
                </a:cubicBezTo>
                <a:cubicBezTo>
                  <a:pt x="1428" y="88"/>
                  <a:pt x="1429" y="89"/>
                  <a:pt x="1429" y="89"/>
                </a:cubicBezTo>
                <a:cubicBezTo>
                  <a:pt x="1430" y="89"/>
                  <a:pt x="1430" y="90"/>
                  <a:pt x="1430" y="90"/>
                </a:cubicBezTo>
                <a:cubicBezTo>
                  <a:pt x="1431" y="90"/>
                  <a:pt x="1431" y="90"/>
                  <a:pt x="1431" y="90"/>
                </a:cubicBezTo>
                <a:cubicBezTo>
                  <a:pt x="1432" y="90"/>
                  <a:pt x="1432" y="91"/>
                  <a:pt x="1432" y="91"/>
                </a:cubicBezTo>
                <a:cubicBezTo>
                  <a:pt x="1433" y="91"/>
                  <a:pt x="1433" y="91"/>
                  <a:pt x="1434" y="91"/>
                </a:cubicBezTo>
                <a:cubicBezTo>
                  <a:pt x="1435" y="91"/>
                  <a:pt x="1435" y="91"/>
                  <a:pt x="1435" y="91"/>
                </a:cubicBezTo>
                <a:cubicBezTo>
                  <a:pt x="1435" y="91"/>
                  <a:pt x="1436" y="91"/>
                  <a:pt x="1436" y="91"/>
                </a:cubicBezTo>
                <a:cubicBezTo>
                  <a:pt x="1436" y="91"/>
                  <a:pt x="1436" y="90"/>
                  <a:pt x="1437" y="90"/>
                </a:cubicBezTo>
                <a:cubicBezTo>
                  <a:pt x="1437" y="90"/>
                  <a:pt x="1437" y="89"/>
                  <a:pt x="1438" y="89"/>
                </a:cubicBezTo>
                <a:cubicBezTo>
                  <a:pt x="1438" y="89"/>
                  <a:pt x="1438" y="89"/>
                  <a:pt x="1438" y="89"/>
                </a:cubicBezTo>
                <a:cubicBezTo>
                  <a:pt x="1439" y="89"/>
                  <a:pt x="1439" y="89"/>
                  <a:pt x="1440" y="89"/>
                </a:cubicBezTo>
                <a:cubicBezTo>
                  <a:pt x="1440" y="87"/>
                  <a:pt x="1440" y="87"/>
                  <a:pt x="1440" y="87"/>
                </a:cubicBezTo>
                <a:cubicBezTo>
                  <a:pt x="1440" y="87"/>
                  <a:pt x="1440" y="86"/>
                  <a:pt x="1440" y="86"/>
                </a:cubicBezTo>
                <a:cubicBezTo>
                  <a:pt x="1440" y="86"/>
                  <a:pt x="1440" y="86"/>
                  <a:pt x="1440" y="86"/>
                </a:cubicBezTo>
                <a:cubicBezTo>
                  <a:pt x="1439" y="86"/>
                  <a:pt x="1438" y="86"/>
                  <a:pt x="1437" y="86"/>
                </a:cubicBezTo>
                <a:cubicBezTo>
                  <a:pt x="1436" y="86"/>
                  <a:pt x="1436" y="86"/>
                  <a:pt x="1436" y="86"/>
                </a:cubicBezTo>
                <a:cubicBezTo>
                  <a:pt x="1435" y="86"/>
                  <a:pt x="1434" y="86"/>
                  <a:pt x="1434" y="86"/>
                </a:cubicBezTo>
                <a:cubicBezTo>
                  <a:pt x="1433" y="86"/>
                  <a:pt x="1433" y="86"/>
                  <a:pt x="1433" y="86"/>
                </a:cubicBezTo>
                <a:cubicBezTo>
                  <a:pt x="1432" y="86"/>
                  <a:pt x="1432" y="86"/>
                  <a:pt x="1432" y="86"/>
                </a:cubicBezTo>
                <a:cubicBezTo>
                  <a:pt x="1431" y="86"/>
                  <a:pt x="1431" y="86"/>
                  <a:pt x="1431" y="86"/>
                </a:cubicBezTo>
                <a:cubicBezTo>
                  <a:pt x="1430" y="86"/>
                  <a:pt x="1430" y="86"/>
                  <a:pt x="1430" y="86"/>
                </a:cubicBezTo>
                <a:cubicBezTo>
                  <a:pt x="1430" y="83"/>
                  <a:pt x="1430" y="83"/>
                  <a:pt x="1430" y="83"/>
                </a:cubicBezTo>
                <a:cubicBezTo>
                  <a:pt x="1429" y="83"/>
                  <a:pt x="1428" y="83"/>
                  <a:pt x="1427" y="83"/>
                </a:cubicBezTo>
                <a:cubicBezTo>
                  <a:pt x="1426" y="83"/>
                  <a:pt x="1426" y="83"/>
                  <a:pt x="1426" y="83"/>
                </a:cubicBezTo>
                <a:cubicBezTo>
                  <a:pt x="1425" y="84"/>
                  <a:pt x="1426" y="84"/>
                  <a:pt x="1425" y="84"/>
                </a:cubicBezTo>
                <a:cubicBezTo>
                  <a:pt x="1425" y="85"/>
                  <a:pt x="1425" y="84"/>
                  <a:pt x="1424" y="84"/>
                </a:cubicBezTo>
                <a:cubicBezTo>
                  <a:pt x="1424" y="84"/>
                  <a:pt x="1423" y="85"/>
                  <a:pt x="1423" y="84"/>
                </a:cubicBezTo>
                <a:cubicBezTo>
                  <a:pt x="1422" y="84"/>
                  <a:pt x="1421" y="83"/>
                  <a:pt x="1421" y="82"/>
                </a:cubicBezTo>
                <a:cubicBezTo>
                  <a:pt x="1420" y="82"/>
                  <a:pt x="1420" y="82"/>
                  <a:pt x="1420" y="82"/>
                </a:cubicBezTo>
                <a:cubicBezTo>
                  <a:pt x="1420" y="86"/>
                  <a:pt x="1420" y="86"/>
                  <a:pt x="1420" y="86"/>
                </a:cubicBezTo>
                <a:cubicBezTo>
                  <a:pt x="1420" y="86"/>
                  <a:pt x="1419" y="87"/>
                  <a:pt x="1420" y="87"/>
                </a:cubicBezTo>
                <a:moveTo>
                  <a:pt x="1391" y="102"/>
                </a:moveTo>
                <a:cubicBezTo>
                  <a:pt x="1392" y="102"/>
                  <a:pt x="1393" y="102"/>
                  <a:pt x="1393" y="102"/>
                </a:cubicBezTo>
                <a:cubicBezTo>
                  <a:pt x="1394" y="102"/>
                  <a:pt x="1395" y="103"/>
                  <a:pt x="1395" y="103"/>
                </a:cubicBezTo>
                <a:cubicBezTo>
                  <a:pt x="1396" y="103"/>
                  <a:pt x="1396" y="103"/>
                  <a:pt x="1396" y="103"/>
                </a:cubicBezTo>
                <a:cubicBezTo>
                  <a:pt x="1397" y="103"/>
                  <a:pt x="1397" y="102"/>
                  <a:pt x="1397" y="102"/>
                </a:cubicBezTo>
                <a:cubicBezTo>
                  <a:pt x="1398" y="102"/>
                  <a:pt x="1399" y="102"/>
                  <a:pt x="1400" y="102"/>
                </a:cubicBezTo>
                <a:cubicBezTo>
                  <a:pt x="1401" y="102"/>
                  <a:pt x="1401" y="102"/>
                  <a:pt x="1402" y="102"/>
                </a:cubicBezTo>
                <a:cubicBezTo>
                  <a:pt x="1402" y="102"/>
                  <a:pt x="1402" y="102"/>
                  <a:pt x="1402" y="102"/>
                </a:cubicBezTo>
                <a:cubicBezTo>
                  <a:pt x="1402" y="102"/>
                  <a:pt x="1403" y="103"/>
                  <a:pt x="1403" y="103"/>
                </a:cubicBezTo>
                <a:cubicBezTo>
                  <a:pt x="1404" y="103"/>
                  <a:pt x="1404" y="103"/>
                  <a:pt x="1405" y="104"/>
                </a:cubicBezTo>
                <a:cubicBezTo>
                  <a:pt x="1405" y="104"/>
                  <a:pt x="1406" y="104"/>
                  <a:pt x="1406" y="104"/>
                </a:cubicBezTo>
                <a:cubicBezTo>
                  <a:pt x="1408" y="104"/>
                  <a:pt x="1408" y="104"/>
                  <a:pt x="1408" y="104"/>
                </a:cubicBezTo>
                <a:cubicBezTo>
                  <a:pt x="1408" y="102"/>
                  <a:pt x="1408" y="102"/>
                  <a:pt x="1408" y="102"/>
                </a:cubicBezTo>
                <a:cubicBezTo>
                  <a:pt x="1408" y="102"/>
                  <a:pt x="1408" y="101"/>
                  <a:pt x="1408" y="101"/>
                </a:cubicBezTo>
                <a:cubicBezTo>
                  <a:pt x="1407" y="101"/>
                  <a:pt x="1407" y="101"/>
                  <a:pt x="1407" y="100"/>
                </a:cubicBezTo>
                <a:cubicBezTo>
                  <a:pt x="1406" y="100"/>
                  <a:pt x="1406" y="100"/>
                  <a:pt x="1406" y="100"/>
                </a:cubicBezTo>
                <a:cubicBezTo>
                  <a:pt x="1405" y="100"/>
                  <a:pt x="1405" y="100"/>
                  <a:pt x="1405" y="100"/>
                </a:cubicBezTo>
                <a:cubicBezTo>
                  <a:pt x="1404" y="100"/>
                  <a:pt x="1404" y="100"/>
                  <a:pt x="1404" y="100"/>
                </a:cubicBezTo>
                <a:cubicBezTo>
                  <a:pt x="1403" y="99"/>
                  <a:pt x="1403" y="99"/>
                  <a:pt x="1403" y="99"/>
                </a:cubicBezTo>
                <a:cubicBezTo>
                  <a:pt x="1403" y="99"/>
                  <a:pt x="1403" y="98"/>
                  <a:pt x="1403" y="98"/>
                </a:cubicBezTo>
                <a:cubicBezTo>
                  <a:pt x="1402" y="98"/>
                  <a:pt x="1402" y="98"/>
                  <a:pt x="1402" y="98"/>
                </a:cubicBezTo>
                <a:cubicBezTo>
                  <a:pt x="1401" y="98"/>
                  <a:pt x="1401" y="98"/>
                  <a:pt x="1401" y="98"/>
                </a:cubicBezTo>
                <a:cubicBezTo>
                  <a:pt x="1400" y="98"/>
                  <a:pt x="1399" y="98"/>
                  <a:pt x="1398" y="98"/>
                </a:cubicBezTo>
                <a:cubicBezTo>
                  <a:pt x="1397" y="98"/>
                  <a:pt x="1397" y="99"/>
                  <a:pt x="1397" y="99"/>
                </a:cubicBezTo>
                <a:cubicBezTo>
                  <a:pt x="1397" y="99"/>
                  <a:pt x="1397" y="100"/>
                  <a:pt x="1396" y="100"/>
                </a:cubicBezTo>
                <a:cubicBezTo>
                  <a:pt x="1396" y="100"/>
                  <a:pt x="1396" y="100"/>
                  <a:pt x="1395" y="100"/>
                </a:cubicBezTo>
                <a:cubicBezTo>
                  <a:pt x="1394" y="100"/>
                  <a:pt x="1393" y="101"/>
                  <a:pt x="1392" y="102"/>
                </a:cubicBezTo>
                <a:lnTo>
                  <a:pt x="1391" y="102"/>
                </a:lnTo>
                <a:close/>
                <a:moveTo>
                  <a:pt x="1396" y="96"/>
                </a:moveTo>
                <a:cubicBezTo>
                  <a:pt x="1397" y="96"/>
                  <a:pt x="1397" y="96"/>
                  <a:pt x="1397" y="96"/>
                </a:cubicBezTo>
                <a:cubicBezTo>
                  <a:pt x="1397" y="96"/>
                  <a:pt x="1397" y="95"/>
                  <a:pt x="1397" y="95"/>
                </a:cubicBezTo>
                <a:cubicBezTo>
                  <a:pt x="1397" y="95"/>
                  <a:pt x="1397" y="94"/>
                  <a:pt x="1396" y="94"/>
                </a:cubicBezTo>
                <a:cubicBezTo>
                  <a:pt x="1396" y="94"/>
                  <a:pt x="1396" y="94"/>
                  <a:pt x="1395" y="94"/>
                </a:cubicBezTo>
                <a:cubicBezTo>
                  <a:pt x="1395" y="94"/>
                  <a:pt x="1394" y="94"/>
                  <a:pt x="1394" y="94"/>
                </a:cubicBezTo>
                <a:cubicBezTo>
                  <a:pt x="1392" y="94"/>
                  <a:pt x="1392" y="94"/>
                  <a:pt x="1392" y="94"/>
                </a:cubicBezTo>
                <a:cubicBezTo>
                  <a:pt x="1392" y="94"/>
                  <a:pt x="1391" y="94"/>
                  <a:pt x="1391" y="95"/>
                </a:cubicBezTo>
                <a:cubicBezTo>
                  <a:pt x="1391" y="95"/>
                  <a:pt x="1392" y="95"/>
                  <a:pt x="1392" y="96"/>
                </a:cubicBezTo>
                <a:cubicBezTo>
                  <a:pt x="1392" y="96"/>
                  <a:pt x="1393" y="96"/>
                  <a:pt x="1393" y="96"/>
                </a:cubicBezTo>
                <a:cubicBezTo>
                  <a:pt x="1394" y="96"/>
                  <a:pt x="1394" y="96"/>
                  <a:pt x="1395" y="96"/>
                </a:cubicBezTo>
                <a:cubicBezTo>
                  <a:pt x="1395" y="96"/>
                  <a:pt x="1396" y="96"/>
                  <a:pt x="1396" y="96"/>
                </a:cubicBezTo>
                <a:moveTo>
                  <a:pt x="1378" y="86"/>
                </a:moveTo>
                <a:cubicBezTo>
                  <a:pt x="1379" y="86"/>
                  <a:pt x="1379" y="86"/>
                  <a:pt x="1379" y="87"/>
                </a:cubicBezTo>
                <a:cubicBezTo>
                  <a:pt x="1379" y="87"/>
                  <a:pt x="1379" y="87"/>
                  <a:pt x="1380" y="87"/>
                </a:cubicBezTo>
                <a:cubicBezTo>
                  <a:pt x="1380" y="88"/>
                  <a:pt x="1380" y="88"/>
                  <a:pt x="1381" y="88"/>
                </a:cubicBezTo>
                <a:cubicBezTo>
                  <a:pt x="1381" y="88"/>
                  <a:pt x="1381" y="88"/>
                  <a:pt x="1382" y="88"/>
                </a:cubicBezTo>
                <a:cubicBezTo>
                  <a:pt x="1382" y="89"/>
                  <a:pt x="1382" y="89"/>
                  <a:pt x="1382" y="89"/>
                </a:cubicBezTo>
                <a:cubicBezTo>
                  <a:pt x="1383" y="89"/>
                  <a:pt x="1383" y="89"/>
                  <a:pt x="1384" y="90"/>
                </a:cubicBezTo>
                <a:cubicBezTo>
                  <a:pt x="1384" y="90"/>
                  <a:pt x="1384" y="90"/>
                  <a:pt x="1384" y="91"/>
                </a:cubicBezTo>
                <a:cubicBezTo>
                  <a:pt x="1384" y="91"/>
                  <a:pt x="1384" y="91"/>
                  <a:pt x="1385" y="91"/>
                </a:cubicBezTo>
                <a:cubicBezTo>
                  <a:pt x="1385" y="92"/>
                  <a:pt x="1386" y="92"/>
                  <a:pt x="1386" y="92"/>
                </a:cubicBezTo>
                <a:cubicBezTo>
                  <a:pt x="1387" y="92"/>
                  <a:pt x="1388" y="92"/>
                  <a:pt x="1389" y="91"/>
                </a:cubicBezTo>
                <a:cubicBezTo>
                  <a:pt x="1389" y="91"/>
                  <a:pt x="1389" y="91"/>
                  <a:pt x="1389" y="90"/>
                </a:cubicBezTo>
                <a:cubicBezTo>
                  <a:pt x="1389" y="90"/>
                  <a:pt x="1389" y="89"/>
                  <a:pt x="1389" y="89"/>
                </a:cubicBezTo>
                <a:cubicBezTo>
                  <a:pt x="1389" y="89"/>
                  <a:pt x="1389" y="89"/>
                  <a:pt x="1390" y="88"/>
                </a:cubicBezTo>
                <a:cubicBezTo>
                  <a:pt x="1390" y="89"/>
                  <a:pt x="1391" y="89"/>
                  <a:pt x="1392" y="89"/>
                </a:cubicBezTo>
                <a:cubicBezTo>
                  <a:pt x="1394" y="89"/>
                  <a:pt x="1394" y="89"/>
                  <a:pt x="1395" y="89"/>
                </a:cubicBezTo>
                <a:cubicBezTo>
                  <a:pt x="1396" y="89"/>
                  <a:pt x="1397" y="89"/>
                  <a:pt x="1397" y="89"/>
                </a:cubicBezTo>
                <a:cubicBezTo>
                  <a:pt x="1398" y="89"/>
                  <a:pt x="1397" y="88"/>
                  <a:pt x="1398" y="88"/>
                </a:cubicBezTo>
                <a:cubicBezTo>
                  <a:pt x="1398" y="88"/>
                  <a:pt x="1398" y="88"/>
                  <a:pt x="1399" y="88"/>
                </a:cubicBezTo>
                <a:cubicBezTo>
                  <a:pt x="1399" y="88"/>
                  <a:pt x="1399" y="88"/>
                  <a:pt x="1399" y="88"/>
                </a:cubicBezTo>
                <a:cubicBezTo>
                  <a:pt x="1400" y="88"/>
                  <a:pt x="1400" y="89"/>
                  <a:pt x="1400" y="89"/>
                </a:cubicBezTo>
                <a:cubicBezTo>
                  <a:pt x="1400" y="89"/>
                  <a:pt x="1401" y="89"/>
                  <a:pt x="1401" y="89"/>
                </a:cubicBezTo>
                <a:cubicBezTo>
                  <a:pt x="1402" y="89"/>
                  <a:pt x="1402" y="88"/>
                  <a:pt x="1403" y="88"/>
                </a:cubicBezTo>
                <a:cubicBezTo>
                  <a:pt x="1403" y="88"/>
                  <a:pt x="1403" y="87"/>
                  <a:pt x="1404" y="87"/>
                </a:cubicBezTo>
                <a:cubicBezTo>
                  <a:pt x="1404" y="87"/>
                  <a:pt x="1405" y="87"/>
                  <a:pt x="1405" y="87"/>
                </a:cubicBezTo>
                <a:cubicBezTo>
                  <a:pt x="1406" y="87"/>
                  <a:pt x="1406" y="87"/>
                  <a:pt x="1406" y="87"/>
                </a:cubicBezTo>
                <a:cubicBezTo>
                  <a:pt x="1406" y="87"/>
                  <a:pt x="1406" y="87"/>
                  <a:pt x="1407" y="87"/>
                </a:cubicBezTo>
                <a:cubicBezTo>
                  <a:pt x="1407" y="88"/>
                  <a:pt x="1407" y="88"/>
                  <a:pt x="1408" y="88"/>
                </a:cubicBezTo>
                <a:cubicBezTo>
                  <a:pt x="1408" y="88"/>
                  <a:pt x="1408" y="88"/>
                  <a:pt x="1409" y="88"/>
                </a:cubicBezTo>
                <a:cubicBezTo>
                  <a:pt x="1412" y="88"/>
                  <a:pt x="1412" y="88"/>
                  <a:pt x="1412" y="88"/>
                </a:cubicBezTo>
                <a:cubicBezTo>
                  <a:pt x="1412" y="87"/>
                  <a:pt x="1412" y="86"/>
                  <a:pt x="1412" y="85"/>
                </a:cubicBezTo>
                <a:cubicBezTo>
                  <a:pt x="1412" y="85"/>
                  <a:pt x="1413" y="85"/>
                  <a:pt x="1413" y="84"/>
                </a:cubicBezTo>
                <a:cubicBezTo>
                  <a:pt x="1413" y="84"/>
                  <a:pt x="1413" y="84"/>
                  <a:pt x="1414" y="83"/>
                </a:cubicBezTo>
                <a:cubicBezTo>
                  <a:pt x="1414" y="83"/>
                  <a:pt x="1414" y="83"/>
                  <a:pt x="1414" y="82"/>
                </a:cubicBezTo>
                <a:cubicBezTo>
                  <a:pt x="1414" y="82"/>
                  <a:pt x="1414" y="82"/>
                  <a:pt x="1414" y="82"/>
                </a:cubicBezTo>
                <a:cubicBezTo>
                  <a:pt x="1414" y="81"/>
                  <a:pt x="1414" y="81"/>
                  <a:pt x="1413" y="81"/>
                </a:cubicBezTo>
                <a:cubicBezTo>
                  <a:pt x="1413" y="81"/>
                  <a:pt x="1413" y="81"/>
                  <a:pt x="1412" y="81"/>
                </a:cubicBezTo>
                <a:cubicBezTo>
                  <a:pt x="1412" y="81"/>
                  <a:pt x="1412" y="80"/>
                  <a:pt x="1412" y="80"/>
                </a:cubicBezTo>
                <a:cubicBezTo>
                  <a:pt x="1412" y="80"/>
                  <a:pt x="1411" y="80"/>
                  <a:pt x="1411" y="80"/>
                </a:cubicBezTo>
                <a:cubicBezTo>
                  <a:pt x="1410" y="80"/>
                  <a:pt x="1409" y="80"/>
                  <a:pt x="1408" y="80"/>
                </a:cubicBezTo>
                <a:cubicBezTo>
                  <a:pt x="1408" y="80"/>
                  <a:pt x="1407" y="80"/>
                  <a:pt x="1407" y="80"/>
                </a:cubicBezTo>
                <a:cubicBezTo>
                  <a:pt x="1406" y="80"/>
                  <a:pt x="1406" y="80"/>
                  <a:pt x="1406" y="80"/>
                </a:cubicBezTo>
                <a:cubicBezTo>
                  <a:pt x="1406" y="80"/>
                  <a:pt x="1406" y="80"/>
                  <a:pt x="1405" y="81"/>
                </a:cubicBezTo>
                <a:cubicBezTo>
                  <a:pt x="1405" y="81"/>
                  <a:pt x="1405" y="81"/>
                  <a:pt x="1405" y="82"/>
                </a:cubicBezTo>
                <a:cubicBezTo>
                  <a:pt x="1405" y="82"/>
                  <a:pt x="1404" y="82"/>
                  <a:pt x="1404" y="82"/>
                </a:cubicBezTo>
                <a:cubicBezTo>
                  <a:pt x="1404" y="83"/>
                  <a:pt x="1404" y="83"/>
                  <a:pt x="1404" y="83"/>
                </a:cubicBezTo>
                <a:cubicBezTo>
                  <a:pt x="1404" y="84"/>
                  <a:pt x="1404" y="85"/>
                  <a:pt x="1404" y="85"/>
                </a:cubicBezTo>
                <a:cubicBezTo>
                  <a:pt x="1403" y="85"/>
                  <a:pt x="1403" y="85"/>
                  <a:pt x="1402" y="85"/>
                </a:cubicBezTo>
                <a:cubicBezTo>
                  <a:pt x="1402" y="85"/>
                  <a:pt x="1401" y="85"/>
                  <a:pt x="1401" y="85"/>
                </a:cubicBezTo>
                <a:cubicBezTo>
                  <a:pt x="1401" y="83"/>
                  <a:pt x="1401" y="83"/>
                  <a:pt x="1401" y="83"/>
                </a:cubicBezTo>
                <a:cubicBezTo>
                  <a:pt x="1401" y="82"/>
                  <a:pt x="1402" y="82"/>
                  <a:pt x="1402" y="82"/>
                </a:cubicBezTo>
                <a:cubicBezTo>
                  <a:pt x="1402" y="81"/>
                  <a:pt x="1403" y="81"/>
                  <a:pt x="1403" y="80"/>
                </a:cubicBezTo>
                <a:cubicBezTo>
                  <a:pt x="1403" y="79"/>
                  <a:pt x="1402" y="79"/>
                  <a:pt x="1402" y="79"/>
                </a:cubicBezTo>
                <a:cubicBezTo>
                  <a:pt x="1402" y="79"/>
                  <a:pt x="1401" y="79"/>
                  <a:pt x="1400" y="79"/>
                </a:cubicBezTo>
                <a:cubicBezTo>
                  <a:pt x="1400" y="79"/>
                  <a:pt x="1400" y="79"/>
                  <a:pt x="1399" y="79"/>
                </a:cubicBezTo>
                <a:cubicBezTo>
                  <a:pt x="1399" y="79"/>
                  <a:pt x="1398" y="79"/>
                  <a:pt x="1398" y="79"/>
                </a:cubicBezTo>
                <a:cubicBezTo>
                  <a:pt x="1397" y="79"/>
                  <a:pt x="1397" y="79"/>
                  <a:pt x="1397" y="79"/>
                </a:cubicBezTo>
                <a:cubicBezTo>
                  <a:pt x="1397" y="82"/>
                  <a:pt x="1397" y="82"/>
                  <a:pt x="1397" y="82"/>
                </a:cubicBezTo>
                <a:cubicBezTo>
                  <a:pt x="1396" y="81"/>
                  <a:pt x="1395" y="81"/>
                  <a:pt x="1395" y="81"/>
                </a:cubicBezTo>
                <a:cubicBezTo>
                  <a:pt x="1394" y="81"/>
                  <a:pt x="1394" y="81"/>
                  <a:pt x="1393" y="81"/>
                </a:cubicBezTo>
                <a:cubicBezTo>
                  <a:pt x="1393" y="81"/>
                  <a:pt x="1392" y="81"/>
                  <a:pt x="1392" y="81"/>
                </a:cubicBezTo>
                <a:cubicBezTo>
                  <a:pt x="1391" y="81"/>
                  <a:pt x="1391" y="81"/>
                  <a:pt x="1391" y="80"/>
                </a:cubicBezTo>
                <a:cubicBezTo>
                  <a:pt x="1391" y="80"/>
                  <a:pt x="1391" y="80"/>
                  <a:pt x="1390" y="79"/>
                </a:cubicBezTo>
                <a:cubicBezTo>
                  <a:pt x="1390" y="79"/>
                  <a:pt x="1390" y="79"/>
                  <a:pt x="1390" y="79"/>
                </a:cubicBezTo>
                <a:cubicBezTo>
                  <a:pt x="1389" y="79"/>
                  <a:pt x="1390" y="78"/>
                  <a:pt x="1390" y="78"/>
                </a:cubicBezTo>
                <a:cubicBezTo>
                  <a:pt x="1389" y="78"/>
                  <a:pt x="1389" y="78"/>
                  <a:pt x="1388" y="78"/>
                </a:cubicBezTo>
                <a:cubicBezTo>
                  <a:pt x="1387" y="78"/>
                  <a:pt x="1387" y="78"/>
                  <a:pt x="1387" y="78"/>
                </a:cubicBezTo>
                <a:cubicBezTo>
                  <a:pt x="1386" y="78"/>
                  <a:pt x="1386" y="78"/>
                  <a:pt x="1386" y="78"/>
                </a:cubicBezTo>
                <a:cubicBezTo>
                  <a:pt x="1384" y="78"/>
                  <a:pt x="1383" y="78"/>
                  <a:pt x="1381" y="78"/>
                </a:cubicBezTo>
                <a:cubicBezTo>
                  <a:pt x="1381" y="79"/>
                  <a:pt x="1381" y="80"/>
                  <a:pt x="1381" y="80"/>
                </a:cubicBezTo>
                <a:cubicBezTo>
                  <a:pt x="1381" y="81"/>
                  <a:pt x="1381" y="82"/>
                  <a:pt x="1380" y="82"/>
                </a:cubicBezTo>
                <a:cubicBezTo>
                  <a:pt x="1380" y="83"/>
                  <a:pt x="1380" y="83"/>
                  <a:pt x="1380" y="83"/>
                </a:cubicBezTo>
                <a:cubicBezTo>
                  <a:pt x="1380" y="84"/>
                  <a:pt x="1379" y="84"/>
                  <a:pt x="1379" y="84"/>
                </a:cubicBezTo>
                <a:cubicBezTo>
                  <a:pt x="1379" y="85"/>
                  <a:pt x="1379" y="85"/>
                  <a:pt x="1379" y="85"/>
                </a:cubicBezTo>
                <a:cubicBezTo>
                  <a:pt x="1379" y="86"/>
                  <a:pt x="1379" y="86"/>
                  <a:pt x="1379" y="86"/>
                </a:cubicBezTo>
                <a:lnTo>
                  <a:pt x="1378" y="86"/>
                </a:lnTo>
                <a:close/>
                <a:moveTo>
                  <a:pt x="1373" y="84"/>
                </a:moveTo>
                <a:cubicBezTo>
                  <a:pt x="1373" y="83"/>
                  <a:pt x="1373" y="83"/>
                  <a:pt x="1373" y="83"/>
                </a:cubicBezTo>
                <a:cubicBezTo>
                  <a:pt x="1373" y="82"/>
                  <a:pt x="1373" y="82"/>
                  <a:pt x="1373" y="81"/>
                </a:cubicBezTo>
                <a:cubicBezTo>
                  <a:pt x="1373" y="81"/>
                  <a:pt x="1373" y="81"/>
                  <a:pt x="1372" y="81"/>
                </a:cubicBezTo>
                <a:cubicBezTo>
                  <a:pt x="1372" y="81"/>
                  <a:pt x="1372" y="80"/>
                  <a:pt x="1371" y="80"/>
                </a:cubicBezTo>
                <a:cubicBezTo>
                  <a:pt x="1371" y="80"/>
                  <a:pt x="1371" y="81"/>
                  <a:pt x="1370" y="81"/>
                </a:cubicBezTo>
                <a:cubicBezTo>
                  <a:pt x="1370" y="82"/>
                  <a:pt x="1370" y="82"/>
                  <a:pt x="1370" y="82"/>
                </a:cubicBezTo>
                <a:cubicBezTo>
                  <a:pt x="1370" y="83"/>
                  <a:pt x="1370" y="83"/>
                  <a:pt x="1370" y="83"/>
                </a:cubicBezTo>
                <a:cubicBezTo>
                  <a:pt x="1370" y="84"/>
                  <a:pt x="1371" y="84"/>
                  <a:pt x="1371" y="84"/>
                </a:cubicBezTo>
                <a:cubicBezTo>
                  <a:pt x="1372" y="84"/>
                  <a:pt x="1372" y="85"/>
                  <a:pt x="1372" y="85"/>
                </a:cubicBezTo>
                <a:cubicBezTo>
                  <a:pt x="1373" y="85"/>
                  <a:pt x="1373" y="84"/>
                  <a:pt x="1373" y="84"/>
                </a:cubicBezTo>
                <a:moveTo>
                  <a:pt x="1371" y="94"/>
                </a:moveTo>
                <a:cubicBezTo>
                  <a:pt x="1371" y="94"/>
                  <a:pt x="1371" y="94"/>
                  <a:pt x="1371" y="95"/>
                </a:cubicBezTo>
                <a:cubicBezTo>
                  <a:pt x="1371" y="95"/>
                  <a:pt x="1372" y="96"/>
                  <a:pt x="1372" y="97"/>
                </a:cubicBezTo>
                <a:cubicBezTo>
                  <a:pt x="1372" y="97"/>
                  <a:pt x="1373" y="97"/>
                  <a:pt x="1373" y="98"/>
                </a:cubicBezTo>
                <a:cubicBezTo>
                  <a:pt x="1373" y="98"/>
                  <a:pt x="1373" y="99"/>
                  <a:pt x="1373" y="99"/>
                </a:cubicBezTo>
                <a:cubicBezTo>
                  <a:pt x="1377" y="99"/>
                  <a:pt x="1377" y="99"/>
                  <a:pt x="1377" y="99"/>
                </a:cubicBezTo>
                <a:cubicBezTo>
                  <a:pt x="1377" y="99"/>
                  <a:pt x="1377" y="99"/>
                  <a:pt x="1377" y="98"/>
                </a:cubicBezTo>
                <a:cubicBezTo>
                  <a:pt x="1376" y="98"/>
                  <a:pt x="1376" y="98"/>
                  <a:pt x="1375" y="98"/>
                </a:cubicBezTo>
                <a:cubicBezTo>
                  <a:pt x="1375" y="98"/>
                  <a:pt x="1375" y="98"/>
                  <a:pt x="1374" y="98"/>
                </a:cubicBezTo>
                <a:cubicBezTo>
                  <a:pt x="1374" y="97"/>
                  <a:pt x="1374" y="96"/>
                  <a:pt x="1373" y="96"/>
                </a:cubicBezTo>
                <a:cubicBezTo>
                  <a:pt x="1373" y="95"/>
                  <a:pt x="1373" y="95"/>
                  <a:pt x="1373" y="95"/>
                </a:cubicBezTo>
                <a:cubicBezTo>
                  <a:pt x="1373" y="94"/>
                  <a:pt x="1372" y="94"/>
                  <a:pt x="1372" y="94"/>
                </a:cubicBezTo>
                <a:lnTo>
                  <a:pt x="1371" y="94"/>
                </a:lnTo>
                <a:close/>
                <a:moveTo>
                  <a:pt x="1245" y="59"/>
                </a:moveTo>
                <a:cubicBezTo>
                  <a:pt x="1245" y="59"/>
                  <a:pt x="1244" y="59"/>
                  <a:pt x="1244" y="58"/>
                </a:cubicBezTo>
                <a:cubicBezTo>
                  <a:pt x="1244" y="58"/>
                  <a:pt x="1244" y="58"/>
                  <a:pt x="1244" y="57"/>
                </a:cubicBezTo>
                <a:cubicBezTo>
                  <a:pt x="1244" y="57"/>
                  <a:pt x="1244" y="57"/>
                  <a:pt x="1243" y="57"/>
                </a:cubicBezTo>
                <a:cubicBezTo>
                  <a:pt x="1243" y="57"/>
                  <a:pt x="1242" y="57"/>
                  <a:pt x="1242" y="57"/>
                </a:cubicBezTo>
                <a:cubicBezTo>
                  <a:pt x="1241" y="57"/>
                  <a:pt x="1241" y="57"/>
                  <a:pt x="1241" y="57"/>
                </a:cubicBezTo>
                <a:cubicBezTo>
                  <a:pt x="1241" y="57"/>
                  <a:pt x="1241" y="56"/>
                  <a:pt x="1240" y="56"/>
                </a:cubicBezTo>
                <a:cubicBezTo>
                  <a:pt x="1240" y="56"/>
                  <a:pt x="1239" y="56"/>
                  <a:pt x="1239" y="56"/>
                </a:cubicBezTo>
                <a:cubicBezTo>
                  <a:pt x="1238" y="56"/>
                  <a:pt x="1238" y="56"/>
                  <a:pt x="1238" y="56"/>
                </a:cubicBezTo>
                <a:cubicBezTo>
                  <a:pt x="1238" y="57"/>
                  <a:pt x="1237" y="57"/>
                  <a:pt x="1237" y="57"/>
                </a:cubicBezTo>
                <a:cubicBezTo>
                  <a:pt x="1237" y="58"/>
                  <a:pt x="1237" y="58"/>
                  <a:pt x="1237" y="58"/>
                </a:cubicBezTo>
                <a:cubicBezTo>
                  <a:pt x="1238" y="58"/>
                  <a:pt x="1238" y="58"/>
                  <a:pt x="1238" y="58"/>
                </a:cubicBezTo>
                <a:cubicBezTo>
                  <a:pt x="1239" y="58"/>
                  <a:pt x="1239" y="58"/>
                  <a:pt x="1239" y="58"/>
                </a:cubicBezTo>
                <a:cubicBezTo>
                  <a:pt x="1240" y="59"/>
                  <a:pt x="1240" y="59"/>
                  <a:pt x="1240" y="59"/>
                </a:cubicBezTo>
                <a:cubicBezTo>
                  <a:pt x="1241" y="59"/>
                  <a:pt x="1240" y="60"/>
                  <a:pt x="1241" y="60"/>
                </a:cubicBezTo>
                <a:cubicBezTo>
                  <a:pt x="1242" y="60"/>
                  <a:pt x="1242" y="60"/>
                  <a:pt x="1243" y="60"/>
                </a:cubicBezTo>
                <a:cubicBezTo>
                  <a:pt x="1244" y="60"/>
                  <a:pt x="1244" y="60"/>
                  <a:pt x="1244" y="60"/>
                </a:cubicBezTo>
                <a:cubicBezTo>
                  <a:pt x="1245" y="60"/>
                  <a:pt x="1245" y="60"/>
                  <a:pt x="1245" y="60"/>
                </a:cubicBezTo>
                <a:cubicBezTo>
                  <a:pt x="1245" y="60"/>
                  <a:pt x="1245" y="59"/>
                  <a:pt x="1245" y="59"/>
                </a:cubicBezTo>
                <a:moveTo>
                  <a:pt x="1190" y="70"/>
                </a:moveTo>
                <a:cubicBezTo>
                  <a:pt x="1190" y="70"/>
                  <a:pt x="1191" y="70"/>
                  <a:pt x="1191" y="70"/>
                </a:cubicBezTo>
                <a:cubicBezTo>
                  <a:pt x="1192" y="70"/>
                  <a:pt x="1192" y="70"/>
                  <a:pt x="1193" y="70"/>
                </a:cubicBezTo>
                <a:cubicBezTo>
                  <a:pt x="1193" y="70"/>
                  <a:pt x="1193" y="70"/>
                  <a:pt x="1194" y="70"/>
                </a:cubicBezTo>
                <a:cubicBezTo>
                  <a:pt x="1195" y="70"/>
                  <a:pt x="1195" y="70"/>
                  <a:pt x="1195" y="70"/>
                </a:cubicBezTo>
                <a:cubicBezTo>
                  <a:pt x="1195" y="70"/>
                  <a:pt x="1195" y="70"/>
                  <a:pt x="1195" y="70"/>
                </a:cubicBezTo>
                <a:cubicBezTo>
                  <a:pt x="1195" y="70"/>
                  <a:pt x="1195" y="69"/>
                  <a:pt x="1195" y="69"/>
                </a:cubicBezTo>
                <a:cubicBezTo>
                  <a:pt x="1195" y="68"/>
                  <a:pt x="1195" y="68"/>
                  <a:pt x="1195" y="68"/>
                </a:cubicBezTo>
                <a:cubicBezTo>
                  <a:pt x="1194" y="67"/>
                  <a:pt x="1194" y="67"/>
                  <a:pt x="1193" y="67"/>
                </a:cubicBezTo>
                <a:cubicBezTo>
                  <a:pt x="1193" y="67"/>
                  <a:pt x="1193" y="67"/>
                  <a:pt x="1193" y="67"/>
                </a:cubicBezTo>
                <a:cubicBezTo>
                  <a:pt x="1192" y="67"/>
                  <a:pt x="1193" y="68"/>
                  <a:pt x="1192" y="68"/>
                </a:cubicBezTo>
                <a:cubicBezTo>
                  <a:pt x="1192" y="69"/>
                  <a:pt x="1191" y="69"/>
                  <a:pt x="1190" y="69"/>
                </a:cubicBezTo>
                <a:lnTo>
                  <a:pt x="1190" y="70"/>
                </a:lnTo>
                <a:close/>
                <a:moveTo>
                  <a:pt x="1211" y="62"/>
                </a:moveTo>
                <a:cubicBezTo>
                  <a:pt x="1212" y="62"/>
                  <a:pt x="1212" y="61"/>
                  <a:pt x="1213" y="60"/>
                </a:cubicBezTo>
                <a:cubicBezTo>
                  <a:pt x="1213" y="60"/>
                  <a:pt x="1214" y="60"/>
                  <a:pt x="1214" y="59"/>
                </a:cubicBezTo>
                <a:cubicBezTo>
                  <a:pt x="1214" y="59"/>
                  <a:pt x="1214" y="59"/>
                  <a:pt x="1215" y="58"/>
                </a:cubicBezTo>
                <a:cubicBezTo>
                  <a:pt x="1215" y="58"/>
                  <a:pt x="1216" y="58"/>
                  <a:pt x="1216" y="58"/>
                </a:cubicBezTo>
                <a:cubicBezTo>
                  <a:pt x="1216" y="58"/>
                  <a:pt x="1217" y="58"/>
                  <a:pt x="1217" y="58"/>
                </a:cubicBezTo>
                <a:cubicBezTo>
                  <a:pt x="1217" y="58"/>
                  <a:pt x="1218" y="58"/>
                  <a:pt x="1218" y="58"/>
                </a:cubicBezTo>
                <a:cubicBezTo>
                  <a:pt x="1223" y="58"/>
                  <a:pt x="1223" y="58"/>
                  <a:pt x="1223" y="58"/>
                </a:cubicBezTo>
                <a:cubicBezTo>
                  <a:pt x="1224" y="58"/>
                  <a:pt x="1224" y="58"/>
                  <a:pt x="1224" y="58"/>
                </a:cubicBezTo>
                <a:cubicBezTo>
                  <a:pt x="1224" y="58"/>
                  <a:pt x="1225" y="57"/>
                  <a:pt x="1225" y="57"/>
                </a:cubicBezTo>
                <a:cubicBezTo>
                  <a:pt x="1225" y="57"/>
                  <a:pt x="1226" y="57"/>
                  <a:pt x="1226" y="57"/>
                </a:cubicBezTo>
                <a:cubicBezTo>
                  <a:pt x="1227" y="57"/>
                  <a:pt x="1227" y="57"/>
                  <a:pt x="1228" y="57"/>
                </a:cubicBezTo>
                <a:cubicBezTo>
                  <a:pt x="1228" y="57"/>
                  <a:pt x="1228" y="57"/>
                  <a:pt x="1229" y="57"/>
                </a:cubicBezTo>
                <a:cubicBezTo>
                  <a:pt x="1229" y="57"/>
                  <a:pt x="1230" y="57"/>
                  <a:pt x="1230" y="56"/>
                </a:cubicBezTo>
                <a:cubicBezTo>
                  <a:pt x="1231" y="56"/>
                  <a:pt x="1232" y="57"/>
                  <a:pt x="1233" y="57"/>
                </a:cubicBezTo>
                <a:cubicBezTo>
                  <a:pt x="1233" y="57"/>
                  <a:pt x="1234" y="57"/>
                  <a:pt x="1234" y="56"/>
                </a:cubicBezTo>
                <a:cubicBezTo>
                  <a:pt x="1235" y="56"/>
                  <a:pt x="1235" y="56"/>
                  <a:pt x="1235" y="55"/>
                </a:cubicBezTo>
                <a:cubicBezTo>
                  <a:pt x="1235" y="55"/>
                  <a:pt x="1235" y="55"/>
                  <a:pt x="1235" y="54"/>
                </a:cubicBezTo>
                <a:cubicBezTo>
                  <a:pt x="1235" y="54"/>
                  <a:pt x="1235" y="54"/>
                  <a:pt x="1235" y="53"/>
                </a:cubicBezTo>
                <a:cubicBezTo>
                  <a:pt x="1235" y="52"/>
                  <a:pt x="1235" y="52"/>
                  <a:pt x="1235" y="52"/>
                </a:cubicBezTo>
                <a:cubicBezTo>
                  <a:pt x="1231" y="52"/>
                  <a:pt x="1231" y="52"/>
                  <a:pt x="1231" y="52"/>
                </a:cubicBezTo>
                <a:cubicBezTo>
                  <a:pt x="1231" y="51"/>
                  <a:pt x="1231" y="51"/>
                  <a:pt x="1231" y="50"/>
                </a:cubicBezTo>
                <a:cubicBezTo>
                  <a:pt x="1231" y="50"/>
                  <a:pt x="1231" y="49"/>
                  <a:pt x="1231" y="49"/>
                </a:cubicBezTo>
                <a:cubicBezTo>
                  <a:pt x="1231" y="49"/>
                  <a:pt x="1230" y="49"/>
                  <a:pt x="1230" y="49"/>
                </a:cubicBezTo>
                <a:cubicBezTo>
                  <a:pt x="1230" y="49"/>
                  <a:pt x="1229" y="49"/>
                  <a:pt x="1229" y="48"/>
                </a:cubicBezTo>
                <a:cubicBezTo>
                  <a:pt x="1228" y="48"/>
                  <a:pt x="1227" y="48"/>
                  <a:pt x="1226" y="48"/>
                </a:cubicBezTo>
                <a:cubicBezTo>
                  <a:pt x="1226" y="48"/>
                  <a:pt x="1225" y="48"/>
                  <a:pt x="1225" y="48"/>
                </a:cubicBezTo>
                <a:cubicBezTo>
                  <a:pt x="1225" y="48"/>
                  <a:pt x="1225" y="49"/>
                  <a:pt x="1225" y="49"/>
                </a:cubicBezTo>
                <a:cubicBezTo>
                  <a:pt x="1224" y="49"/>
                  <a:pt x="1224" y="50"/>
                  <a:pt x="1224" y="50"/>
                </a:cubicBezTo>
                <a:cubicBezTo>
                  <a:pt x="1223" y="50"/>
                  <a:pt x="1223" y="50"/>
                  <a:pt x="1223" y="50"/>
                </a:cubicBezTo>
                <a:cubicBezTo>
                  <a:pt x="1223" y="50"/>
                  <a:pt x="1223" y="49"/>
                  <a:pt x="1222" y="49"/>
                </a:cubicBezTo>
                <a:cubicBezTo>
                  <a:pt x="1223" y="49"/>
                  <a:pt x="1223" y="49"/>
                  <a:pt x="1223" y="48"/>
                </a:cubicBezTo>
                <a:cubicBezTo>
                  <a:pt x="1223" y="48"/>
                  <a:pt x="1224" y="48"/>
                  <a:pt x="1224" y="48"/>
                </a:cubicBezTo>
                <a:cubicBezTo>
                  <a:pt x="1224" y="47"/>
                  <a:pt x="1224" y="47"/>
                  <a:pt x="1224" y="47"/>
                </a:cubicBezTo>
                <a:cubicBezTo>
                  <a:pt x="1224" y="47"/>
                  <a:pt x="1223" y="46"/>
                  <a:pt x="1223" y="46"/>
                </a:cubicBezTo>
                <a:cubicBezTo>
                  <a:pt x="1223" y="46"/>
                  <a:pt x="1222" y="46"/>
                  <a:pt x="1222" y="46"/>
                </a:cubicBezTo>
                <a:cubicBezTo>
                  <a:pt x="1222" y="46"/>
                  <a:pt x="1222" y="45"/>
                  <a:pt x="1221" y="45"/>
                </a:cubicBezTo>
                <a:cubicBezTo>
                  <a:pt x="1221" y="45"/>
                  <a:pt x="1221" y="45"/>
                  <a:pt x="1221" y="45"/>
                </a:cubicBezTo>
                <a:cubicBezTo>
                  <a:pt x="1220" y="45"/>
                  <a:pt x="1220" y="46"/>
                  <a:pt x="1220" y="46"/>
                </a:cubicBezTo>
                <a:cubicBezTo>
                  <a:pt x="1219" y="46"/>
                  <a:pt x="1219" y="46"/>
                  <a:pt x="1219" y="46"/>
                </a:cubicBezTo>
                <a:cubicBezTo>
                  <a:pt x="1218" y="46"/>
                  <a:pt x="1218" y="46"/>
                  <a:pt x="1218" y="46"/>
                </a:cubicBezTo>
                <a:cubicBezTo>
                  <a:pt x="1217" y="47"/>
                  <a:pt x="1217" y="47"/>
                  <a:pt x="1217" y="47"/>
                </a:cubicBezTo>
                <a:cubicBezTo>
                  <a:pt x="1217" y="48"/>
                  <a:pt x="1216" y="48"/>
                  <a:pt x="1216" y="48"/>
                </a:cubicBezTo>
                <a:cubicBezTo>
                  <a:pt x="1216" y="48"/>
                  <a:pt x="1216" y="49"/>
                  <a:pt x="1216" y="49"/>
                </a:cubicBezTo>
                <a:cubicBezTo>
                  <a:pt x="1215" y="49"/>
                  <a:pt x="1216" y="50"/>
                  <a:pt x="1215" y="50"/>
                </a:cubicBezTo>
                <a:cubicBezTo>
                  <a:pt x="1215" y="50"/>
                  <a:pt x="1215" y="51"/>
                  <a:pt x="1215" y="51"/>
                </a:cubicBezTo>
                <a:cubicBezTo>
                  <a:pt x="1215" y="51"/>
                  <a:pt x="1214" y="51"/>
                  <a:pt x="1214" y="51"/>
                </a:cubicBezTo>
                <a:cubicBezTo>
                  <a:pt x="1214" y="51"/>
                  <a:pt x="1213" y="51"/>
                  <a:pt x="1213" y="52"/>
                </a:cubicBezTo>
                <a:cubicBezTo>
                  <a:pt x="1213" y="52"/>
                  <a:pt x="1213" y="52"/>
                  <a:pt x="1213" y="52"/>
                </a:cubicBezTo>
                <a:cubicBezTo>
                  <a:pt x="1213" y="53"/>
                  <a:pt x="1213" y="54"/>
                  <a:pt x="1213" y="54"/>
                </a:cubicBezTo>
                <a:cubicBezTo>
                  <a:pt x="1213" y="55"/>
                  <a:pt x="1213" y="55"/>
                  <a:pt x="1213" y="55"/>
                </a:cubicBezTo>
                <a:cubicBezTo>
                  <a:pt x="1212" y="56"/>
                  <a:pt x="1212" y="56"/>
                  <a:pt x="1212" y="56"/>
                </a:cubicBezTo>
                <a:cubicBezTo>
                  <a:pt x="1211" y="56"/>
                  <a:pt x="1211" y="56"/>
                  <a:pt x="1210" y="56"/>
                </a:cubicBezTo>
                <a:cubicBezTo>
                  <a:pt x="1210" y="56"/>
                  <a:pt x="1210" y="56"/>
                  <a:pt x="1209" y="57"/>
                </a:cubicBezTo>
                <a:cubicBezTo>
                  <a:pt x="1209" y="57"/>
                  <a:pt x="1209" y="57"/>
                  <a:pt x="1209" y="58"/>
                </a:cubicBezTo>
                <a:cubicBezTo>
                  <a:pt x="1209" y="58"/>
                  <a:pt x="1209" y="58"/>
                  <a:pt x="1209" y="59"/>
                </a:cubicBezTo>
                <a:cubicBezTo>
                  <a:pt x="1209" y="59"/>
                  <a:pt x="1209" y="60"/>
                  <a:pt x="1209" y="60"/>
                </a:cubicBezTo>
                <a:cubicBezTo>
                  <a:pt x="1209" y="60"/>
                  <a:pt x="1210" y="62"/>
                  <a:pt x="1211" y="62"/>
                </a:cubicBezTo>
                <a:moveTo>
                  <a:pt x="1195" y="38"/>
                </a:moveTo>
                <a:cubicBezTo>
                  <a:pt x="1195" y="38"/>
                  <a:pt x="1195" y="39"/>
                  <a:pt x="1195" y="39"/>
                </a:cubicBezTo>
                <a:cubicBezTo>
                  <a:pt x="1194" y="39"/>
                  <a:pt x="1194" y="39"/>
                  <a:pt x="1194" y="39"/>
                </a:cubicBezTo>
                <a:cubicBezTo>
                  <a:pt x="1193" y="39"/>
                  <a:pt x="1193" y="40"/>
                  <a:pt x="1193" y="40"/>
                </a:cubicBezTo>
                <a:cubicBezTo>
                  <a:pt x="1193" y="40"/>
                  <a:pt x="1192" y="40"/>
                  <a:pt x="1192" y="40"/>
                </a:cubicBezTo>
                <a:cubicBezTo>
                  <a:pt x="1191" y="41"/>
                  <a:pt x="1190" y="40"/>
                  <a:pt x="1189" y="40"/>
                </a:cubicBezTo>
                <a:cubicBezTo>
                  <a:pt x="1189" y="40"/>
                  <a:pt x="1188" y="41"/>
                  <a:pt x="1188" y="41"/>
                </a:cubicBezTo>
                <a:cubicBezTo>
                  <a:pt x="1188" y="41"/>
                  <a:pt x="1188" y="41"/>
                  <a:pt x="1187" y="41"/>
                </a:cubicBezTo>
                <a:cubicBezTo>
                  <a:pt x="1187" y="41"/>
                  <a:pt x="1187" y="41"/>
                  <a:pt x="1186" y="41"/>
                </a:cubicBezTo>
                <a:cubicBezTo>
                  <a:pt x="1186" y="42"/>
                  <a:pt x="1186" y="42"/>
                  <a:pt x="1186" y="42"/>
                </a:cubicBezTo>
                <a:cubicBezTo>
                  <a:pt x="1185" y="42"/>
                  <a:pt x="1185" y="42"/>
                  <a:pt x="1185" y="42"/>
                </a:cubicBezTo>
                <a:cubicBezTo>
                  <a:pt x="1184" y="42"/>
                  <a:pt x="1184" y="42"/>
                  <a:pt x="1184" y="43"/>
                </a:cubicBezTo>
                <a:cubicBezTo>
                  <a:pt x="1183" y="43"/>
                  <a:pt x="1183" y="43"/>
                  <a:pt x="1183" y="43"/>
                </a:cubicBezTo>
                <a:cubicBezTo>
                  <a:pt x="1182" y="44"/>
                  <a:pt x="1182" y="44"/>
                  <a:pt x="1182" y="44"/>
                </a:cubicBezTo>
                <a:cubicBezTo>
                  <a:pt x="1182" y="45"/>
                  <a:pt x="1182" y="45"/>
                  <a:pt x="1182" y="45"/>
                </a:cubicBezTo>
                <a:cubicBezTo>
                  <a:pt x="1183" y="45"/>
                  <a:pt x="1183" y="45"/>
                  <a:pt x="1184" y="46"/>
                </a:cubicBezTo>
                <a:cubicBezTo>
                  <a:pt x="1184" y="46"/>
                  <a:pt x="1185" y="46"/>
                  <a:pt x="1185" y="46"/>
                </a:cubicBezTo>
                <a:cubicBezTo>
                  <a:pt x="1185" y="47"/>
                  <a:pt x="1185" y="47"/>
                  <a:pt x="1185" y="47"/>
                </a:cubicBezTo>
                <a:cubicBezTo>
                  <a:pt x="1185" y="48"/>
                  <a:pt x="1185" y="48"/>
                  <a:pt x="1185" y="48"/>
                </a:cubicBezTo>
                <a:cubicBezTo>
                  <a:pt x="1185" y="49"/>
                  <a:pt x="1185" y="49"/>
                  <a:pt x="1185" y="50"/>
                </a:cubicBezTo>
                <a:cubicBezTo>
                  <a:pt x="1194" y="50"/>
                  <a:pt x="1194" y="50"/>
                  <a:pt x="1194" y="50"/>
                </a:cubicBezTo>
                <a:cubicBezTo>
                  <a:pt x="1194" y="50"/>
                  <a:pt x="1194" y="50"/>
                  <a:pt x="1195" y="50"/>
                </a:cubicBezTo>
                <a:cubicBezTo>
                  <a:pt x="1195" y="50"/>
                  <a:pt x="1195" y="50"/>
                  <a:pt x="1195" y="50"/>
                </a:cubicBezTo>
                <a:cubicBezTo>
                  <a:pt x="1196" y="50"/>
                  <a:pt x="1196" y="51"/>
                  <a:pt x="1196" y="51"/>
                </a:cubicBezTo>
                <a:cubicBezTo>
                  <a:pt x="1197" y="51"/>
                  <a:pt x="1197" y="52"/>
                  <a:pt x="1197" y="52"/>
                </a:cubicBezTo>
                <a:cubicBezTo>
                  <a:pt x="1199" y="52"/>
                  <a:pt x="1201" y="52"/>
                  <a:pt x="1203" y="52"/>
                </a:cubicBezTo>
                <a:cubicBezTo>
                  <a:pt x="1203" y="52"/>
                  <a:pt x="1204" y="52"/>
                  <a:pt x="1204" y="52"/>
                </a:cubicBezTo>
                <a:cubicBezTo>
                  <a:pt x="1205" y="52"/>
                  <a:pt x="1205" y="52"/>
                  <a:pt x="1205" y="52"/>
                </a:cubicBezTo>
                <a:cubicBezTo>
                  <a:pt x="1206" y="52"/>
                  <a:pt x="1206" y="52"/>
                  <a:pt x="1207" y="52"/>
                </a:cubicBezTo>
                <a:cubicBezTo>
                  <a:pt x="1207" y="52"/>
                  <a:pt x="1208" y="52"/>
                  <a:pt x="1208" y="52"/>
                </a:cubicBezTo>
                <a:cubicBezTo>
                  <a:pt x="1209" y="52"/>
                  <a:pt x="1209" y="51"/>
                  <a:pt x="1210" y="51"/>
                </a:cubicBezTo>
                <a:cubicBezTo>
                  <a:pt x="1210" y="51"/>
                  <a:pt x="1210" y="51"/>
                  <a:pt x="1210" y="50"/>
                </a:cubicBezTo>
                <a:cubicBezTo>
                  <a:pt x="1210" y="48"/>
                  <a:pt x="1210" y="48"/>
                  <a:pt x="1210" y="48"/>
                </a:cubicBezTo>
                <a:cubicBezTo>
                  <a:pt x="1210" y="48"/>
                  <a:pt x="1209" y="48"/>
                  <a:pt x="1209" y="48"/>
                </a:cubicBezTo>
                <a:cubicBezTo>
                  <a:pt x="1209" y="48"/>
                  <a:pt x="1208" y="48"/>
                  <a:pt x="1208" y="48"/>
                </a:cubicBezTo>
                <a:cubicBezTo>
                  <a:pt x="1208" y="47"/>
                  <a:pt x="1208" y="47"/>
                  <a:pt x="1208" y="46"/>
                </a:cubicBezTo>
                <a:cubicBezTo>
                  <a:pt x="1208" y="45"/>
                  <a:pt x="1209" y="45"/>
                  <a:pt x="1209" y="45"/>
                </a:cubicBezTo>
                <a:cubicBezTo>
                  <a:pt x="1209" y="44"/>
                  <a:pt x="1209" y="44"/>
                  <a:pt x="1209" y="44"/>
                </a:cubicBezTo>
                <a:cubicBezTo>
                  <a:pt x="1210" y="43"/>
                  <a:pt x="1210" y="43"/>
                  <a:pt x="1210" y="43"/>
                </a:cubicBezTo>
                <a:cubicBezTo>
                  <a:pt x="1210" y="42"/>
                  <a:pt x="1210" y="42"/>
                  <a:pt x="1210" y="41"/>
                </a:cubicBezTo>
                <a:cubicBezTo>
                  <a:pt x="1209" y="41"/>
                  <a:pt x="1209" y="40"/>
                  <a:pt x="1209" y="40"/>
                </a:cubicBezTo>
                <a:cubicBezTo>
                  <a:pt x="1209" y="40"/>
                  <a:pt x="1209" y="39"/>
                  <a:pt x="1208" y="39"/>
                </a:cubicBezTo>
                <a:cubicBezTo>
                  <a:pt x="1208" y="39"/>
                  <a:pt x="1207" y="39"/>
                  <a:pt x="1206" y="39"/>
                </a:cubicBezTo>
                <a:cubicBezTo>
                  <a:pt x="1206" y="39"/>
                  <a:pt x="1205" y="39"/>
                  <a:pt x="1205" y="39"/>
                </a:cubicBezTo>
                <a:cubicBezTo>
                  <a:pt x="1204" y="39"/>
                  <a:pt x="1204" y="39"/>
                  <a:pt x="1204" y="39"/>
                </a:cubicBezTo>
                <a:cubicBezTo>
                  <a:pt x="1203" y="40"/>
                  <a:pt x="1204" y="40"/>
                  <a:pt x="1203" y="40"/>
                </a:cubicBezTo>
                <a:cubicBezTo>
                  <a:pt x="1203" y="41"/>
                  <a:pt x="1203" y="41"/>
                  <a:pt x="1202" y="41"/>
                </a:cubicBezTo>
                <a:cubicBezTo>
                  <a:pt x="1202" y="41"/>
                  <a:pt x="1202" y="41"/>
                  <a:pt x="1201" y="41"/>
                </a:cubicBezTo>
                <a:cubicBezTo>
                  <a:pt x="1201" y="41"/>
                  <a:pt x="1200" y="41"/>
                  <a:pt x="1200" y="41"/>
                </a:cubicBezTo>
                <a:cubicBezTo>
                  <a:pt x="1200" y="41"/>
                  <a:pt x="1200" y="40"/>
                  <a:pt x="1200" y="40"/>
                </a:cubicBezTo>
                <a:cubicBezTo>
                  <a:pt x="1200" y="40"/>
                  <a:pt x="1201" y="40"/>
                  <a:pt x="1201" y="39"/>
                </a:cubicBezTo>
                <a:cubicBezTo>
                  <a:pt x="1201" y="38"/>
                  <a:pt x="1201" y="38"/>
                  <a:pt x="1201" y="38"/>
                </a:cubicBezTo>
                <a:cubicBezTo>
                  <a:pt x="1200" y="38"/>
                  <a:pt x="1199" y="38"/>
                  <a:pt x="1198" y="38"/>
                </a:cubicBezTo>
                <a:cubicBezTo>
                  <a:pt x="1197" y="38"/>
                  <a:pt x="1196" y="38"/>
                  <a:pt x="1195" y="38"/>
                </a:cubicBezTo>
                <a:moveTo>
                  <a:pt x="1181" y="39"/>
                </a:moveTo>
                <a:cubicBezTo>
                  <a:pt x="1182" y="39"/>
                  <a:pt x="1182" y="40"/>
                  <a:pt x="1182" y="40"/>
                </a:cubicBezTo>
                <a:cubicBezTo>
                  <a:pt x="1183" y="40"/>
                  <a:pt x="1183" y="40"/>
                  <a:pt x="1184" y="40"/>
                </a:cubicBezTo>
                <a:cubicBezTo>
                  <a:pt x="1184" y="40"/>
                  <a:pt x="1185" y="40"/>
                  <a:pt x="1185" y="40"/>
                </a:cubicBezTo>
                <a:cubicBezTo>
                  <a:pt x="1186" y="40"/>
                  <a:pt x="1186" y="39"/>
                  <a:pt x="1186" y="39"/>
                </a:cubicBezTo>
                <a:cubicBezTo>
                  <a:pt x="1186" y="39"/>
                  <a:pt x="1186" y="38"/>
                  <a:pt x="1187" y="38"/>
                </a:cubicBezTo>
                <a:cubicBezTo>
                  <a:pt x="1187" y="38"/>
                  <a:pt x="1188" y="38"/>
                  <a:pt x="1188" y="38"/>
                </a:cubicBezTo>
                <a:cubicBezTo>
                  <a:pt x="1189" y="38"/>
                  <a:pt x="1189" y="38"/>
                  <a:pt x="1190" y="38"/>
                </a:cubicBezTo>
                <a:cubicBezTo>
                  <a:pt x="1190" y="38"/>
                  <a:pt x="1190" y="38"/>
                  <a:pt x="1191" y="38"/>
                </a:cubicBezTo>
                <a:cubicBezTo>
                  <a:pt x="1191" y="38"/>
                  <a:pt x="1191" y="37"/>
                  <a:pt x="1191" y="37"/>
                </a:cubicBezTo>
                <a:cubicBezTo>
                  <a:pt x="1192" y="37"/>
                  <a:pt x="1193" y="37"/>
                  <a:pt x="1193" y="37"/>
                </a:cubicBezTo>
                <a:cubicBezTo>
                  <a:pt x="1195" y="37"/>
                  <a:pt x="1196" y="37"/>
                  <a:pt x="1197" y="37"/>
                </a:cubicBezTo>
                <a:cubicBezTo>
                  <a:pt x="1197" y="36"/>
                  <a:pt x="1197" y="36"/>
                  <a:pt x="1197" y="35"/>
                </a:cubicBezTo>
                <a:cubicBezTo>
                  <a:pt x="1197" y="35"/>
                  <a:pt x="1197" y="34"/>
                  <a:pt x="1198" y="34"/>
                </a:cubicBezTo>
                <a:cubicBezTo>
                  <a:pt x="1198" y="33"/>
                  <a:pt x="1198" y="33"/>
                  <a:pt x="1198" y="33"/>
                </a:cubicBezTo>
                <a:cubicBezTo>
                  <a:pt x="1199" y="32"/>
                  <a:pt x="1199" y="33"/>
                  <a:pt x="1199" y="33"/>
                </a:cubicBezTo>
                <a:cubicBezTo>
                  <a:pt x="1200" y="32"/>
                  <a:pt x="1200" y="32"/>
                  <a:pt x="1200" y="32"/>
                </a:cubicBezTo>
                <a:cubicBezTo>
                  <a:pt x="1200" y="31"/>
                  <a:pt x="1201" y="31"/>
                  <a:pt x="1201" y="31"/>
                </a:cubicBezTo>
                <a:cubicBezTo>
                  <a:pt x="1201" y="31"/>
                  <a:pt x="1200" y="31"/>
                  <a:pt x="1200" y="31"/>
                </a:cubicBezTo>
                <a:cubicBezTo>
                  <a:pt x="1200" y="31"/>
                  <a:pt x="1200" y="31"/>
                  <a:pt x="1200" y="30"/>
                </a:cubicBezTo>
                <a:cubicBezTo>
                  <a:pt x="1194" y="30"/>
                  <a:pt x="1194" y="30"/>
                  <a:pt x="1194" y="30"/>
                </a:cubicBezTo>
                <a:cubicBezTo>
                  <a:pt x="1194" y="30"/>
                  <a:pt x="1194" y="29"/>
                  <a:pt x="1193" y="28"/>
                </a:cubicBezTo>
                <a:cubicBezTo>
                  <a:pt x="1193" y="28"/>
                  <a:pt x="1193" y="27"/>
                  <a:pt x="1193" y="27"/>
                </a:cubicBezTo>
                <a:cubicBezTo>
                  <a:pt x="1193" y="27"/>
                  <a:pt x="1192" y="27"/>
                  <a:pt x="1192" y="27"/>
                </a:cubicBezTo>
                <a:cubicBezTo>
                  <a:pt x="1192" y="27"/>
                  <a:pt x="1191" y="27"/>
                  <a:pt x="1191" y="27"/>
                </a:cubicBezTo>
                <a:cubicBezTo>
                  <a:pt x="1190" y="27"/>
                  <a:pt x="1190" y="27"/>
                  <a:pt x="1189" y="27"/>
                </a:cubicBezTo>
                <a:cubicBezTo>
                  <a:pt x="1189" y="28"/>
                  <a:pt x="1188" y="28"/>
                  <a:pt x="1188" y="28"/>
                </a:cubicBezTo>
                <a:cubicBezTo>
                  <a:pt x="1188" y="28"/>
                  <a:pt x="1188" y="28"/>
                  <a:pt x="1187" y="29"/>
                </a:cubicBezTo>
                <a:cubicBezTo>
                  <a:pt x="1187" y="29"/>
                  <a:pt x="1186" y="29"/>
                  <a:pt x="1185" y="29"/>
                </a:cubicBezTo>
                <a:cubicBezTo>
                  <a:pt x="1185" y="29"/>
                  <a:pt x="1185" y="29"/>
                  <a:pt x="1184" y="29"/>
                </a:cubicBezTo>
                <a:cubicBezTo>
                  <a:pt x="1184" y="30"/>
                  <a:pt x="1183" y="30"/>
                  <a:pt x="1182" y="30"/>
                </a:cubicBezTo>
                <a:cubicBezTo>
                  <a:pt x="1182" y="30"/>
                  <a:pt x="1181" y="30"/>
                  <a:pt x="1180" y="30"/>
                </a:cubicBezTo>
                <a:cubicBezTo>
                  <a:pt x="1180" y="30"/>
                  <a:pt x="1180" y="30"/>
                  <a:pt x="1179" y="30"/>
                </a:cubicBezTo>
                <a:cubicBezTo>
                  <a:pt x="1179" y="31"/>
                  <a:pt x="1179" y="31"/>
                  <a:pt x="1179" y="32"/>
                </a:cubicBezTo>
                <a:cubicBezTo>
                  <a:pt x="1179" y="33"/>
                  <a:pt x="1179" y="33"/>
                  <a:pt x="1179" y="33"/>
                </a:cubicBezTo>
                <a:cubicBezTo>
                  <a:pt x="1179" y="34"/>
                  <a:pt x="1178" y="34"/>
                  <a:pt x="1178" y="34"/>
                </a:cubicBezTo>
                <a:cubicBezTo>
                  <a:pt x="1177" y="34"/>
                  <a:pt x="1177" y="34"/>
                  <a:pt x="1176" y="34"/>
                </a:cubicBezTo>
                <a:cubicBezTo>
                  <a:pt x="1176" y="34"/>
                  <a:pt x="1176" y="34"/>
                  <a:pt x="1175" y="35"/>
                </a:cubicBezTo>
                <a:cubicBezTo>
                  <a:pt x="1175" y="35"/>
                  <a:pt x="1174" y="35"/>
                  <a:pt x="1174" y="35"/>
                </a:cubicBezTo>
                <a:cubicBezTo>
                  <a:pt x="1174" y="35"/>
                  <a:pt x="1174" y="35"/>
                  <a:pt x="1174" y="36"/>
                </a:cubicBezTo>
                <a:cubicBezTo>
                  <a:pt x="1174" y="36"/>
                  <a:pt x="1174" y="36"/>
                  <a:pt x="1174" y="37"/>
                </a:cubicBezTo>
                <a:cubicBezTo>
                  <a:pt x="1175" y="37"/>
                  <a:pt x="1175" y="37"/>
                  <a:pt x="1176" y="37"/>
                </a:cubicBezTo>
                <a:cubicBezTo>
                  <a:pt x="1176" y="37"/>
                  <a:pt x="1177" y="37"/>
                  <a:pt x="1178" y="37"/>
                </a:cubicBezTo>
                <a:cubicBezTo>
                  <a:pt x="1178" y="37"/>
                  <a:pt x="1178" y="37"/>
                  <a:pt x="1178" y="37"/>
                </a:cubicBezTo>
                <a:cubicBezTo>
                  <a:pt x="1179" y="37"/>
                  <a:pt x="1179" y="37"/>
                  <a:pt x="1179" y="38"/>
                </a:cubicBezTo>
                <a:cubicBezTo>
                  <a:pt x="1179" y="38"/>
                  <a:pt x="1179" y="38"/>
                  <a:pt x="1180" y="39"/>
                </a:cubicBezTo>
                <a:cubicBezTo>
                  <a:pt x="1180" y="39"/>
                  <a:pt x="1180" y="39"/>
                  <a:pt x="1181" y="39"/>
                </a:cubicBezTo>
                <a:cubicBezTo>
                  <a:pt x="1181" y="39"/>
                  <a:pt x="1181" y="39"/>
                  <a:pt x="1181" y="39"/>
                </a:cubicBezTo>
                <a:moveTo>
                  <a:pt x="1179" y="41"/>
                </a:moveTo>
                <a:cubicBezTo>
                  <a:pt x="1179" y="41"/>
                  <a:pt x="1179" y="41"/>
                  <a:pt x="1178" y="41"/>
                </a:cubicBezTo>
                <a:cubicBezTo>
                  <a:pt x="1178" y="41"/>
                  <a:pt x="1178" y="41"/>
                  <a:pt x="1178" y="41"/>
                </a:cubicBezTo>
                <a:cubicBezTo>
                  <a:pt x="1177" y="41"/>
                  <a:pt x="1177" y="41"/>
                  <a:pt x="1176" y="40"/>
                </a:cubicBezTo>
                <a:cubicBezTo>
                  <a:pt x="1176" y="40"/>
                  <a:pt x="1176" y="40"/>
                  <a:pt x="1175" y="40"/>
                </a:cubicBezTo>
                <a:cubicBezTo>
                  <a:pt x="1174" y="40"/>
                  <a:pt x="1174" y="40"/>
                  <a:pt x="1174" y="40"/>
                </a:cubicBezTo>
                <a:cubicBezTo>
                  <a:pt x="1174" y="40"/>
                  <a:pt x="1174" y="40"/>
                  <a:pt x="1173" y="40"/>
                </a:cubicBezTo>
                <a:cubicBezTo>
                  <a:pt x="1173" y="40"/>
                  <a:pt x="1173" y="40"/>
                  <a:pt x="1173" y="40"/>
                </a:cubicBezTo>
                <a:cubicBezTo>
                  <a:pt x="1172" y="40"/>
                  <a:pt x="1172" y="40"/>
                  <a:pt x="1172" y="40"/>
                </a:cubicBezTo>
                <a:cubicBezTo>
                  <a:pt x="1171" y="40"/>
                  <a:pt x="1171" y="40"/>
                  <a:pt x="1171" y="40"/>
                </a:cubicBezTo>
                <a:cubicBezTo>
                  <a:pt x="1171" y="41"/>
                  <a:pt x="1171" y="42"/>
                  <a:pt x="1171" y="43"/>
                </a:cubicBezTo>
                <a:cubicBezTo>
                  <a:pt x="1172" y="43"/>
                  <a:pt x="1173" y="43"/>
                  <a:pt x="1175" y="43"/>
                </a:cubicBezTo>
                <a:cubicBezTo>
                  <a:pt x="1176" y="43"/>
                  <a:pt x="1176" y="43"/>
                  <a:pt x="1176" y="43"/>
                </a:cubicBezTo>
                <a:cubicBezTo>
                  <a:pt x="1176" y="43"/>
                  <a:pt x="1176" y="44"/>
                  <a:pt x="1177" y="44"/>
                </a:cubicBezTo>
                <a:cubicBezTo>
                  <a:pt x="1177" y="44"/>
                  <a:pt x="1177" y="45"/>
                  <a:pt x="1177" y="45"/>
                </a:cubicBezTo>
                <a:cubicBezTo>
                  <a:pt x="1177" y="45"/>
                  <a:pt x="1178" y="45"/>
                  <a:pt x="1178" y="45"/>
                </a:cubicBezTo>
                <a:cubicBezTo>
                  <a:pt x="1178" y="45"/>
                  <a:pt x="1179" y="45"/>
                  <a:pt x="1179" y="45"/>
                </a:cubicBezTo>
                <a:cubicBezTo>
                  <a:pt x="1179" y="45"/>
                  <a:pt x="1180" y="45"/>
                  <a:pt x="1180" y="44"/>
                </a:cubicBezTo>
                <a:cubicBezTo>
                  <a:pt x="1180" y="44"/>
                  <a:pt x="1181" y="44"/>
                  <a:pt x="1181" y="44"/>
                </a:cubicBezTo>
                <a:cubicBezTo>
                  <a:pt x="1181" y="44"/>
                  <a:pt x="1181" y="43"/>
                  <a:pt x="1181" y="43"/>
                </a:cubicBezTo>
                <a:cubicBezTo>
                  <a:pt x="1181" y="42"/>
                  <a:pt x="1181" y="42"/>
                  <a:pt x="1181" y="42"/>
                </a:cubicBezTo>
                <a:cubicBezTo>
                  <a:pt x="1181" y="42"/>
                  <a:pt x="1180" y="41"/>
                  <a:pt x="1180" y="41"/>
                </a:cubicBezTo>
                <a:cubicBezTo>
                  <a:pt x="1180" y="41"/>
                  <a:pt x="1180" y="41"/>
                  <a:pt x="1179" y="41"/>
                </a:cubicBezTo>
                <a:moveTo>
                  <a:pt x="1170" y="26"/>
                </a:moveTo>
                <a:cubicBezTo>
                  <a:pt x="1169" y="26"/>
                  <a:pt x="1169" y="27"/>
                  <a:pt x="1168" y="27"/>
                </a:cubicBezTo>
                <a:cubicBezTo>
                  <a:pt x="1168" y="27"/>
                  <a:pt x="1168" y="26"/>
                  <a:pt x="1167" y="26"/>
                </a:cubicBezTo>
                <a:cubicBezTo>
                  <a:pt x="1167" y="26"/>
                  <a:pt x="1166" y="26"/>
                  <a:pt x="1166" y="26"/>
                </a:cubicBezTo>
                <a:cubicBezTo>
                  <a:pt x="1165" y="27"/>
                  <a:pt x="1165" y="27"/>
                  <a:pt x="1165" y="27"/>
                </a:cubicBezTo>
                <a:cubicBezTo>
                  <a:pt x="1165" y="29"/>
                  <a:pt x="1165" y="29"/>
                  <a:pt x="1165" y="29"/>
                </a:cubicBezTo>
                <a:cubicBezTo>
                  <a:pt x="1166" y="29"/>
                  <a:pt x="1166" y="29"/>
                  <a:pt x="1167" y="29"/>
                </a:cubicBezTo>
                <a:cubicBezTo>
                  <a:pt x="1167" y="29"/>
                  <a:pt x="1167" y="30"/>
                  <a:pt x="1168" y="30"/>
                </a:cubicBezTo>
                <a:cubicBezTo>
                  <a:pt x="1168" y="30"/>
                  <a:pt x="1168" y="30"/>
                  <a:pt x="1169" y="30"/>
                </a:cubicBezTo>
                <a:cubicBezTo>
                  <a:pt x="1169" y="30"/>
                  <a:pt x="1169" y="30"/>
                  <a:pt x="1169" y="30"/>
                </a:cubicBezTo>
                <a:cubicBezTo>
                  <a:pt x="1170" y="30"/>
                  <a:pt x="1170" y="30"/>
                  <a:pt x="1170" y="30"/>
                </a:cubicBezTo>
                <a:cubicBezTo>
                  <a:pt x="1171" y="30"/>
                  <a:pt x="1171" y="30"/>
                  <a:pt x="1171" y="30"/>
                </a:cubicBezTo>
                <a:cubicBezTo>
                  <a:pt x="1171" y="29"/>
                  <a:pt x="1172" y="29"/>
                  <a:pt x="1172" y="29"/>
                </a:cubicBezTo>
                <a:cubicBezTo>
                  <a:pt x="1172" y="28"/>
                  <a:pt x="1171" y="28"/>
                  <a:pt x="1171" y="28"/>
                </a:cubicBezTo>
                <a:cubicBezTo>
                  <a:pt x="1171" y="27"/>
                  <a:pt x="1171" y="27"/>
                  <a:pt x="1171" y="27"/>
                </a:cubicBezTo>
                <a:cubicBezTo>
                  <a:pt x="1171" y="26"/>
                  <a:pt x="1170" y="26"/>
                  <a:pt x="1170" y="26"/>
                </a:cubicBezTo>
                <a:moveTo>
                  <a:pt x="985" y="137"/>
                </a:moveTo>
                <a:cubicBezTo>
                  <a:pt x="985" y="137"/>
                  <a:pt x="985" y="137"/>
                  <a:pt x="984" y="137"/>
                </a:cubicBezTo>
                <a:cubicBezTo>
                  <a:pt x="984" y="137"/>
                  <a:pt x="984" y="137"/>
                  <a:pt x="983" y="136"/>
                </a:cubicBezTo>
                <a:cubicBezTo>
                  <a:pt x="983" y="136"/>
                  <a:pt x="983" y="136"/>
                  <a:pt x="983" y="135"/>
                </a:cubicBezTo>
                <a:cubicBezTo>
                  <a:pt x="983" y="135"/>
                  <a:pt x="983" y="135"/>
                  <a:pt x="983" y="134"/>
                </a:cubicBezTo>
                <a:cubicBezTo>
                  <a:pt x="977" y="134"/>
                  <a:pt x="977" y="134"/>
                  <a:pt x="977" y="134"/>
                </a:cubicBezTo>
                <a:cubicBezTo>
                  <a:pt x="977" y="135"/>
                  <a:pt x="977" y="135"/>
                  <a:pt x="977" y="136"/>
                </a:cubicBezTo>
                <a:cubicBezTo>
                  <a:pt x="977" y="136"/>
                  <a:pt x="977" y="136"/>
                  <a:pt x="977" y="137"/>
                </a:cubicBezTo>
                <a:cubicBezTo>
                  <a:pt x="977" y="141"/>
                  <a:pt x="977" y="141"/>
                  <a:pt x="977" y="141"/>
                </a:cubicBezTo>
                <a:cubicBezTo>
                  <a:pt x="980" y="141"/>
                  <a:pt x="980" y="141"/>
                  <a:pt x="980" y="141"/>
                </a:cubicBezTo>
                <a:cubicBezTo>
                  <a:pt x="981" y="141"/>
                  <a:pt x="981" y="141"/>
                  <a:pt x="981" y="141"/>
                </a:cubicBezTo>
                <a:cubicBezTo>
                  <a:pt x="982" y="141"/>
                  <a:pt x="981" y="140"/>
                  <a:pt x="982" y="139"/>
                </a:cubicBezTo>
                <a:cubicBezTo>
                  <a:pt x="982" y="139"/>
                  <a:pt x="982" y="140"/>
                  <a:pt x="982" y="139"/>
                </a:cubicBezTo>
                <a:cubicBezTo>
                  <a:pt x="983" y="139"/>
                  <a:pt x="983" y="139"/>
                  <a:pt x="984" y="139"/>
                </a:cubicBezTo>
                <a:cubicBezTo>
                  <a:pt x="984" y="139"/>
                  <a:pt x="984" y="139"/>
                  <a:pt x="985" y="139"/>
                </a:cubicBezTo>
                <a:cubicBezTo>
                  <a:pt x="985" y="138"/>
                  <a:pt x="985" y="138"/>
                  <a:pt x="985" y="138"/>
                </a:cubicBezTo>
                <a:cubicBezTo>
                  <a:pt x="986" y="138"/>
                  <a:pt x="985" y="137"/>
                  <a:pt x="985" y="137"/>
                </a:cubicBezTo>
                <a:moveTo>
                  <a:pt x="1004" y="103"/>
                </a:moveTo>
                <a:cubicBezTo>
                  <a:pt x="1003" y="103"/>
                  <a:pt x="1002" y="102"/>
                  <a:pt x="1002" y="102"/>
                </a:cubicBezTo>
                <a:cubicBezTo>
                  <a:pt x="1001" y="102"/>
                  <a:pt x="1001" y="103"/>
                  <a:pt x="1000" y="103"/>
                </a:cubicBezTo>
                <a:cubicBezTo>
                  <a:pt x="1000" y="106"/>
                  <a:pt x="1000" y="106"/>
                  <a:pt x="1000" y="106"/>
                </a:cubicBezTo>
                <a:cubicBezTo>
                  <a:pt x="1000" y="106"/>
                  <a:pt x="999" y="106"/>
                  <a:pt x="998" y="106"/>
                </a:cubicBezTo>
                <a:cubicBezTo>
                  <a:pt x="997" y="106"/>
                  <a:pt x="997" y="106"/>
                  <a:pt x="996" y="106"/>
                </a:cubicBezTo>
                <a:cubicBezTo>
                  <a:pt x="996" y="107"/>
                  <a:pt x="996" y="107"/>
                  <a:pt x="996" y="107"/>
                </a:cubicBezTo>
                <a:cubicBezTo>
                  <a:pt x="996" y="108"/>
                  <a:pt x="997" y="108"/>
                  <a:pt x="997" y="108"/>
                </a:cubicBezTo>
                <a:cubicBezTo>
                  <a:pt x="997" y="109"/>
                  <a:pt x="997" y="109"/>
                  <a:pt x="996" y="109"/>
                </a:cubicBezTo>
                <a:cubicBezTo>
                  <a:pt x="996" y="110"/>
                  <a:pt x="996" y="109"/>
                  <a:pt x="996" y="110"/>
                </a:cubicBezTo>
                <a:cubicBezTo>
                  <a:pt x="995" y="110"/>
                  <a:pt x="996" y="111"/>
                  <a:pt x="996" y="111"/>
                </a:cubicBezTo>
                <a:cubicBezTo>
                  <a:pt x="995" y="111"/>
                  <a:pt x="995" y="111"/>
                  <a:pt x="995" y="112"/>
                </a:cubicBezTo>
                <a:cubicBezTo>
                  <a:pt x="995" y="112"/>
                  <a:pt x="994" y="112"/>
                  <a:pt x="993" y="112"/>
                </a:cubicBezTo>
                <a:cubicBezTo>
                  <a:pt x="993" y="112"/>
                  <a:pt x="993" y="112"/>
                  <a:pt x="992" y="112"/>
                </a:cubicBezTo>
                <a:cubicBezTo>
                  <a:pt x="992" y="112"/>
                  <a:pt x="992" y="112"/>
                  <a:pt x="992" y="113"/>
                </a:cubicBezTo>
                <a:cubicBezTo>
                  <a:pt x="992" y="113"/>
                  <a:pt x="992" y="113"/>
                  <a:pt x="992" y="114"/>
                </a:cubicBezTo>
                <a:cubicBezTo>
                  <a:pt x="992" y="114"/>
                  <a:pt x="991" y="114"/>
                  <a:pt x="991" y="114"/>
                </a:cubicBezTo>
                <a:cubicBezTo>
                  <a:pt x="990" y="115"/>
                  <a:pt x="991" y="115"/>
                  <a:pt x="991" y="116"/>
                </a:cubicBezTo>
                <a:cubicBezTo>
                  <a:pt x="991" y="116"/>
                  <a:pt x="991" y="117"/>
                  <a:pt x="991" y="117"/>
                </a:cubicBezTo>
                <a:cubicBezTo>
                  <a:pt x="991" y="117"/>
                  <a:pt x="991" y="118"/>
                  <a:pt x="991" y="118"/>
                </a:cubicBezTo>
                <a:cubicBezTo>
                  <a:pt x="991" y="118"/>
                  <a:pt x="991" y="119"/>
                  <a:pt x="991" y="119"/>
                </a:cubicBezTo>
                <a:cubicBezTo>
                  <a:pt x="993" y="119"/>
                  <a:pt x="993" y="119"/>
                  <a:pt x="993" y="119"/>
                </a:cubicBezTo>
                <a:cubicBezTo>
                  <a:pt x="993" y="119"/>
                  <a:pt x="993" y="118"/>
                  <a:pt x="993" y="118"/>
                </a:cubicBezTo>
                <a:cubicBezTo>
                  <a:pt x="994" y="118"/>
                  <a:pt x="994" y="118"/>
                  <a:pt x="994" y="118"/>
                </a:cubicBezTo>
                <a:cubicBezTo>
                  <a:pt x="995" y="118"/>
                  <a:pt x="995" y="118"/>
                  <a:pt x="995" y="118"/>
                </a:cubicBezTo>
                <a:cubicBezTo>
                  <a:pt x="995" y="118"/>
                  <a:pt x="995" y="119"/>
                  <a:pt x="996" y="119"/>
                </a:cubicBezTo>
                <a:cubicBezTo>
                  <a:pt x="996" y="119"/>
                  <a:pt x="996" y="119"/>
                  <a:pt x="996" y="120"/>
                </a:cubicBezTo>
                <a:cubicBezTo>
                  <a:pt x="997" y="119"/>
                  <a:pt x="997" y="119"/>
                  <a:pt x="997" y="119"/>
                </a:cubicBezTo>
                <a:cubicBezTo>
                  <a:pt x="997" y="119"/>
                  <a:pt x="997" y="118"/>
                  <a:pt x="997" y="118"/>
                </a:cubicBezTo>
                <a:cubicBezTo>
                  <a:pt x="998" y="118"/>
                  <a:pt x="998" y="118"/>
                  <a:pt x="998" y="118"/>
                </a:cubicBezTo>
                <a:cubicBezTo>
                  <a:pt x="999" y="119"/>
                  <a:pt x="999" y="119"/>
                  <a:pt x="999" y="119"/>
                </a:cubicBezTo>
                <a:cubicBezTo>
                  <a:pt x="1000" y="120"/>
                  <a:pt x="1001" y="120"/>
                  <a:pt x="1001" y="121"/>
                </a:cubicBezTo>
                <a:cubicBezTo>
                  <a:pt x="1001" y="121"/>
                  <a:pt x="1001" y="121"/>
                  <a:pt x="1002" y="121"/>
                </a:cubicBezTo>
                <a:cubicBezTo>
                  <a:pt x="1000" y="124"/>
                  <a:pt x="1000" y="124"/>
                  <a:pt x="1000" y="124"/>
                </a:cubicBezTo>
                <a:cubicBezTo>
                  <a:pt x="1000" y="124"/>
                  <a:pt x="1000" y="124"/>
                  <a:pt x="1000" y="124"/>
                </a:cubicBezTo>
                <a:cubicBezTo>
                  <a:pt x="1000" y="124"/>
                  <a:pt x="1000" y="125"/>
                  <a:pt x="1000" y="125"/>
                </a:cubicBezTo>
                <a:cubicBezTo>
                  <a:pt x="1006" y="125"/>
                  <a:pt x="1006" y="125"/>
                  <a:pt x="1006" y="125"/>
                </a:cubicBezTo>
                <a:cubicBezTo>
                  <a:pt x="1007" y="125"/>
                  <a:pt x="1008" y="126"/>
                  <a:pt x="1009" y="126"/>
                </a:cubicBezTo>
                <a:cubicBezTo>
                  <a:pt x="1009" y="126"/>
                  <a:pt x="1010" y="126"/>
                  <a:pt x="1010" y="126"/>
                </a:cubicBezTo>
                <a:cubicBezTo>
                  <a:pt x="1011" y="126"/>
                  <a:pt x="1011" y="126"/>
                  <a:pt x="1012" y="126"/>
                </a:cubicBezTo>
                <a:cubicBezTo>
                  <a:pt x="1013" y="126"/>
                  <a:pt x="1013" y="126"/>
                  <a:pt x="1014" y="126"/>
                </a:cubicBezTo>
                <a:cubicBezTo>
                  <a:pt x="1015" y="126"/>
                  <a:pt x="1015" y="126"/>
                  <a:pt x="1015" y="126"/>
                </a:cubicBezTo>
                <a:cubicBezTo>
                  <a:pt x="1016" y="126"/>
                  <a:pt x="1016" y="126"/>
                  <a:pt x="1016" y="126"/>
                </a:cubicBezTo>
                <a:cubicBezTo>
                  <a:pt x="1017" y="126"/>
                  <a:pt x="1017" y="126"/>
                  <a:pt x="1017" y="126"/>
                </a:cubicBezTo>
                <a:cubicBezTo>
                  <a:pt x="1017" y="124"/>
                  <a:pt x="1017" y="124"/>
                  <a:pt x="1017" y="124"/>
                </a:cubicBezTo>
                <a:cubicBezTo>
                  <a:pt x="1017" y="124"/>
                  <a:pt x="1017" y="123"/>
                  <a:pt x="1017" y="123"/>
                </a:cubicBezTo>
                <a:cubicBezTo>
                  <a:pt x="1017" y="123"/>
                  <a:pt x="1016" y="123"/>
                  <a:pt x="1016" y="123"/>
                </a:cubicBezTo>
                <a:cubicBezTo>
                  <a:pt x="1016" y="122"/>
                  <a:pt x="1016" y="121"/>
                  <a:pt x="1016" y="121"/>
                </a:cubicBezTo>
                <a:cubicBezTo>
                  <a:pt x="1016" y="121"/>
                  <a:pt x="1015" y="121"/>
                  <a:pt x="1015" y="121"/>
                </a:cubicBezTo>
                <a:cubicBezTo>
                  <a:pt x="1015" y="120"/>
                  <a:pt x="1014" y="120"/>
                  <a:pt x="1014" y="120"/>
                </a:cubicBezTo>
                <a:cubicBezTo>
                  <a:pt x="1014" y="120"/>
                  <a:pt x="1014" y="119"/>
                  <a:pt x="1014" y="119"/>
                </a:cubicBezTo>
                <a:cubicBezTo>
                  <a:pt x="1014" y="119"/>
                  <a:pt x="1013" y="119"/>
                  <a:pt x="1013" y="118"/>
                </a:cubicBezTo>
                <a:cubicBezTo>
                  <a:pt x="1013" y="118"/>
                  <a:pt x="1012" y="118"/>
                  <a:pt x="1012" y="117"/>
                </a:cubicBezTo>
                <a:cubicBezTo>
                  <a:pt x="1012" y="117"/>
                  <a:pt x="1011" y="117"/>
                  <a:pt x="1011" y="116"/>
                </a:cubicBezTo>
                <a:cubicBezTo>
                  <a:pt x="1011" y="116"/>
                  <a:pt x="1011" y="116"/>
                  <a:pt x="1011" y="115"/>
                </a:cubicBezTo>
                <a:cubicBezTo>
                  <a:pt x="1010" y="115"/>
                  <a:pt x="1010" y="115"/>
                  <a:pt x="1010" y="115"/>
                </a:cubicBezTo>
                <a:cubicBezTo>
                  <a:pt x="1010" y="115"/>
                  <a:pt x="1010" y="114"/>
                  <a:pt x="1010" y="114"/>
                </a:cubicBezTo>
                <a:cubicBezTo>
                  <a:pt x="1010" y="114"/>
                  <a:pt x="1010" y="114"/>
                  <a:pt x="1010" y="113"/>
                </a:cubicBezTo>
                <a:cubicBezTo>
                  <a:pt x="1010" y="113"/>
                  <a:pt x="1009" y="112"/>
                  <a:pt x="1009" y="112"/>
                </a:cubicBezTo>
                <a:cubicBezTo>
                  <a:pt x="1009" y="111"/>
                  <a:pt x="1009" y="111"/>
                  <a:pt x="1009" y="111"/>
                </a:cubicBezTo>
                <a:cubicBezTo>
                  <a:pt x="1009" y="111"/>
                  <a:pt x="1010" y="111"/>
                  <a:pt x="1010" y="111"/>
                </a:cubicBezTo>
                <a:cubicBezTo>
                  <a:pt x="1010" y="110"/>
                  <a:pt x="1010" y="110"/>
                  <a:pt x="1010" y="110"/>
                </a:cubicBezTo>
                <a:cubicBezTo>
                  <a:pt x="1011" y="109"/>
                  <a:pt x="1010" y="108"/>
                  <a:pt x="1010" y="107"/>
                </a:cubicBezTo>
                <a:cubicBezTo>
                  <a:pt x="1010" y="106"/>
                  <a:pt x="1011" y="107"/>
                  <a:pt x="1011" y="106"/>
                </a:cubicBezTo>
                <a:cubicBezTo>
                  <a:pt x="1012" y="106"/>
                  <a:pt x="1012" y="105"/>
                  <a:pt x="1013" y="104"/>
                </a:cubicBezTo>
                <a:cubicBezTo>
                  <a:pt x="1013" y="104"/>
                  <a:pt x="1013" y="104"/>
                  <a:pt x="1013" y="104"/>
                </a:cubicBezTo>
                <a:cubicBezTo>
                  <a:pt x="1013" y="103"/>
                  <a:pt x="1014" y="103"/>
                  <a:pt x="1014" y="103"/>
                </a:cubicBezTo>
                <a:cubicBezTo>
                  <a:pt x="1014" y="103"/>
                  <a:pt x="1015" y="103"/>
                  <a:pt x="1015" y="103"/>
                </a:cubicBezTo>
                <a:cubicBezTo>
                  <a:pt x="1015" y="103"/>
                  <a:pt x="1015" y="102"/>
                  <a:pt x="1015" y="102"/>
                </a:cubicBezTo>
                <a:cubicBezTo>
                  <a:pt x="1015" y="102"/>
                  <a:pt x="1016" y="102"/>
                  <a:pt x="1016" y="102"/>
                </a:cubicBezTo>
                <a:cubicBezTo>
                  <a:pt x="1017" y="101"/>
                  <a:pt x="1017" y="101"/>
                  <a:pt x="1018" y="100"/>
                </a:cubicBezTo>
                <a:cubicBezTo>
                  <a:pt x="1018" y="100"/>
                  <a:pt x="1018" y="100"/>
                  <a:pt x="1018" y="99"/>
                </a:cubicBezTo>
                <a:cubicBezTo>
                  <a:pt x="1018" y="99"/>
                  <a:pt x="1018" y="99"/>
                  <a:pt x="1019" y="99"/>
                </a:cubicBezTo>
                <a:cubicBezTo>
                  <a:pt x="1019" y="99"/>
                  <a:pt x="1019" y="98"/>
                  <a:pt x="1019" y="98"/>
                </a:cubicBezTo>
                <a:cubicBezTo>
                  <a:pt x="1019" y="98"/>
                  <a:pt x="1020" y="98"/>
                  <a:pt x="1020" y="98"/>
                </a:cubicBezTo>
                <a:cubicBezTo>
                  <a:pt x="1021" y="97"/>
                  <a:pt x="1021" y="97"/>
                  <a:pt x="1022" y="96"/>
                </a:cubicBezTo>
                <a:cubicBezTo>
                  <a:pt x="1022" y="96"/>
                  <a:pt x="1022" y="96"/>
                  <a:pt x="1022" y="95"/>
                </a:cubicBezTo>
                <a:cubicBezTo>
                  <a:pt x="1022" y="95"/>
                  <a:pt x="1022" y="95"/>
                  <a:pt x="1022" y="94"/>
                </a:cubicBezTo>
                <a:cubicBezTo>
                  <a:pt x="1022" y="94"/>
                  <a:pt x="1023" y="94"/>
                  <a:pt x="1023" y="94"/>
                </a:cubicBezTo>
                <a:cubicBezTo>
                  <a:pt x="1023" y="93"/>
                  <a:pt x="1024" y="93"/>
                  <a:pt x="1024" y="93"/>
                </a:cubicBezTo>
                <a:cubicBezTo>
                  <a:pt x="1024" y="92"/>
                  <a:pt x="1024" y="92"/>
                  <a:pt x="1024" y="92"/>
                </a:cubicBezTo>
                <a:cubicBezTo>
                  <a:pt x="1025" y="92"/>
                  <a:pt x="1025" y="92"/>
                  <a:pt x="1026" y="92"/>
                </a:cubicBezTo>
                <a:cubicBezTo>
                  <a:pt x="1026" y="92"/>
                  <a:pt x="1027" y="92"/>
                  <a:pt x="1027" y="92"/>
                </a:cubicBezTo>
                <a:cubicBezTo>
                  <a:pt x="1028" y="92"/>
                  <a:pt x="1027" y="91"/>
                  <a:pt x="1028" y="91"/>
                </a:cubicBezTo>
                <a:cubicBezTo>
                  <a:pt x="1028" y="91"/>
                  <a:pt x="1029" y="91"/>
                  <a:pt x="1029" y="91"/>
                </a:cubicBezTo>
                <a:cubicBezTo>
                  <a:pt x="1030" y="91"/>
                  <a:pt x="1030" y="90"/>
                  <a:pt x="1030" y="90"/>
                </a:cubicBezTo>
                <a:cubicBezTo>
                  <a:pt x="1030" y="90"/>
                  <a:pt x="1030" y="89"/>
                  <a:pt x="1030" y="89"/>
                </a:cubicBezTo>
                <a:cubicBezTo>
                  <a:pt x="1031" y="89"/>
                  <a:pt x="1031" y="89"/>
                  <a:pt x="1031" y="89"/>
                </a:cubicBezTo>
                <a:cubicBezTo>
                  <a:pt x="1031" y="89"/>
                  <a:pt x="1032" y="89"/>
                  <a:pt x="1032" y="89"/>
                </a:cubicBezTo>
                <a:cubicBezTo>
                  <a:pt x="1032" y="89"/>
                  <a:pt x="1033" y="89"/>
                  <a:pt x="1033" y="89"/>
                </a:cubicBezTo>
                <a:cubicBezTo>
                  <a:pt x="1034" y="88"/>
                  <a:pt x="1034" y="88"/>
                  <a:pt x="1034" y="88"/>
                </a:cubicBezTo>
                <a:cubicBezTo>
                  <a:pt x="1034" y="88"/>
                  <a:pt x="1034" y="87"/>
                  <a:pt x="1035" y="87"/>
                </a:cubicBezTo>
                <a:cubicBezTo>
                  <a:pt x="1035" y="87"/>
                  <a:pt x="1035" y="87"/>
                  <a:pt x="1035" y="87"/>
                </a:cubicBezTo>
                <a:cubicBezTo>
                  <a:pt x="1036" y="86"/>
                  <a:pt x="1036" y="86"/>
                  <a:pt x="1036" y="86"/>
                </a:cubicBezTo>
                <a:cubicBezTo>
                  <a:pt x="1036" y="85"/>
                  <a:pt x="1036" y="85"/>
                  <a:pt x="1036" y="84"/>
                </a:cubicBezTo>
                <a:cubicBezTo>
                  <a:pt x="1037" y="84"/>
                  <a:pt x="1037" y="84"/>
                  <a:pt x="1038" y="84"/>
                </a:cubicBezTo>
                <a:cubicBezTo>
                  <a:pt x="1040" y="84"/>
                  <a:pt x="1040" y="84"/>
                  <a:pt x="1042" y="83"/>
                </a:cubicBezTo>
                <a:cubicBezTo>
                  <a:pt x="1042" y="83"/>
                  <a:pt x="1042" y="83"/>
                  <a:pt x="1043" y="82"/>
                </a:cubicBezTo>
                <a:cubicBezTo>
                  <a:pt x="1043" y="82"/>
                  <a:pt x="1043" y="82"/>
                  <a:pt x="1044" y="82"/>
                </a:cubicBezTo>
                <a:cubicBezTo>
                  <a:pt x="1044" y="81"/>
                  <a:pt x="1044" y="82"/>
                  <a:pt x="1045" y="82"/>
                </a:cubicBezTo>
                <a:cubicBezTo>
                  <a:pt x="1045" y="81"/>
                  <a:pt x="1046" y="81"/>
                  <a:pt x="1047" y="81"/>
                </a:cubicBezTo>
                <a:cubicBezTo>
                  <a:pt x="1052" y="81"/>
                  <a:pt x="1052" y="81"/>
                  <a:pt x="1052" y="81"/>
                </a:cubicBezTo>
                <a:cubicBezTo>
                  <a:pt x="1053" y="81"/>
                  <a:pt x="1053" y="81"/>
                  <a:pt x="1053" y="80"/>
                </a:cubicBezTo>
                <a:cubicBezTo>
                  <a:pt x="1054" y="80"/>
                  <a:pt x="1054" y="80"/>
                  <a:pt x="1054" y="79"/>
                </a:cubicBezTo>
                <a:cubicBezTo>
                  <a:pt x="1055" y="79"/>
                  <a:pt x="1055" y="79"/>
                  <a:pt x="1056" y="79"/>
                </a:cubicBezTo>
                <a:cubicBezTo>
                  <a:pt x="1057" y="79"/>
                  <a:pt x="1057" y="79"/>
                  <a:pt x="1058" y="79"/>
                </a:cubicBezTo>
                <a:cubicBezTo>
                  <a:pt x="1059" y="79"/>
                  <a:pt x="1059" y="78"/>
                  <a:pt x="1060" y="78"/>
                </a:cubicBezTo>
                <a:cubicBezTo>
                  <a:pt x="1064" y="78"/>
                  <a:pt x="1064" y="78"/>
                  <a:pt x="1064" y="78"/>
                </a:cubicBezTo>
                <a:cubicBezTo>
                  <a:pt x="1065" y="78"/>
                  <a:pt x="1065" y="77"/>
                  <a:pt x="1065" y="77"/>
                </a:cubicBezTo>
                <a:cubicBezTo>
                  <a:pt x="1066" y="77"/>
                  <a:pt x="1067" y="76"/>
                  <a:pt x="1067" y="75"/>
                </a:cubicBezTo>
                <a:cubicBezTo>
                  <a:pt x="1067" y="75"/>
                  <a:pt x="1067" y="75"/>
                  <a:pt x="1068" y="74"/>
                </a:cubicBezTo>
                <a:cubicBezTo>
                  <a:pt x="1068" y="74"/>
                  <a:pt x="1068" y="74"/>
                  <a:pt x="1069" y="74"/>
                </a:cubicBezTo>
                <a:cubicBezTo>
                  <a:pt x="1069" y="74"/>
                  <a:pt x="1070" y="74"/>
                  <a:pt x="1070" y="74"/>
                </a:cubicBezTo>
                <a:cubicBezTo>
                  <a:pt x="1071" y="74"/>
                  <a:pt x="1071" y="73"/>
                  <a:pt x="1071" y="73"/>
                </a:cubicBezTo>
                <a:cubicBezTo>
                  <a:pt x="1071" y="72"/>
                  <a:pt x="1070" y="72"/>
                  <a:pt x="1070" y="72"/>
                </a:cubicBezTo>
                <a:cubicBezTo>
                  <a:pt x="1070" y="71"/>
                  <a:pt x="1070" y="71"/>
                  <a:pt x="1070" y="71"/>
                </a:cubicBezTo>
                <a:cubicBezTo>
                  <a:pt x="1070" y="71"/>
                  <a:pt x="1070" y="70"/>
                  <a:pt x="1069" y="70"/>
                </a:cubicBezTo>
                <a:cubicBezTo>
                  <a:pt x="1069" y="70"/>
                  <a:pt x="1068" y="70"/>
                  <a:pt x="1067" y="70"/>
                </a:cubicBezTo>
                <a:cubicBezTo>
                  <a:pt x="1067" y="70"/>
                  <a:pt x="1067" y="69"/>
                  <a:pt x="1066" y="69"/>
                </a:cubicBezTo>
                <a:cubicBezTo>
                  <a:pt x="1065" y="69"/>
                  <a:pt x="1065" y="69"/>
                  <a:pt x="1065" y="69"/>
                </a:cubicBezTo>
                <a:cubicBezTo>
                  <a:pt x="1064" y="69"/>
                  <a:pt x="1064" y="69"/>
                  <a:pt x="1064" y="69"/>
                </a:cubicBezTo>
                <a:cubicBezTo>
                  <a:pt x="1064" y="69"/>
                  <a:pt x="1064" y="70"/>
                  <a:pt x="1063" y="70"/>
                </a:cubicBezTo>
                <a:cubicBezTo>
                  <a:pt x="1063" y="70"/>
                  <a:pt x="1062" y="70"/>
                  <a:pt x="1061" y="70"/>
                </a:cubicBezTo>
                <a:cubicBezTo>
                  <a:pt x="1061" y="70"/>
                  <a:pt x="1060" y="70"/>
                  <a:pt x="1060" y="71"/>
                </a:cubicBezTo>
                <a:cubicBezTo>
                  <a:pt x="1059" y="71"/>
                  <a:pt x="1060" y="71"/>
                  <a:pt x="1059" y="72"/>
                </a:cubicBezTo>
                <a:cubicBezTo>
                  <a:pt x="1059" y="72"/>
                  <a:pt x="1059" y="72"/>
                  <a:pt x="1059" y="73"/>
                </a:cubicBezTo>
                <a:cubicBezTo>
                  <a:pt x="1059" y="73"/>
                  <a:pt x="1058" y="73"/>
                  <a:pt x="1058" y="73"/>
                </a:cubicBezTo>
                <a:cubicBezTo>
                  <a:pt x="1057" y="74"/>
                  <a:pt x="1057" y="73"/>
                  <a:pt x="1056" y="73"/>
                </a:cubicBezTo>
                <a:cubicBezTo>
                  <a:pt x="1056" y="73"/>
                  <a:pt x="1055" y="73"/>
                  <a:pt x="1055" y="73"/>
                </a:cubicBezTo>
                <a:cubicBezTo>
                  <a:pt x="1055" y="73"/>
                  <a:pt x="1054" y="74"/>
                  <a:pt x="1054" y="74"/>
                </a:cubicBezTo>
                <a:cubicBezTo>
                  <a:pt x="1054" y="74"/>
                  <a:pt x="1054" y="74"/>
                  <a:pt x="1053" y="74"/>
                </a:cubicBezTo>
                <a:cubicBezTo>
                  <a:pt x="1053" y="75"/>
                  <a:pt x="1053" y="75"/>
                  <a:pt x="1052" y="75"/>
                </a:cubicBezTo>
                <a:cubicBezTo>
                  <a:pt x="1052" y="75"/>
                  <a:pt x="1052" y="75"/>
                  <a:pt x="1051" y="75"/>
                </a:cubicBezTo>
                <a:cubicBezTo>
                  <a:pt x="1051" y="75"/>
                  <a:pt x="1050" y="75"/>
                  <a:pt x="1049" y="75"/>
                </a:cubicBezTo>
                <a:cubicBezTo>
                  <a:pt x="1049" y="75"/>
                  <a:pt x="1048" y="75"/>
                  <a:pt x="1048" y="75"/>
                </a:cubicBezTo>
                <a:cubicBezTo>
                  <a:pt x="1048" y="75"/>
                  <a:pt x="1047" y="76"/>
                  <a:pt x="1047" y="76"/>
                </a:cubicBezTo>
                <a:cubicBezTo>
                  <a:pt x="1047" y="76"/>
                  <a:pt x="1046" y="76"/>
                  <a:pt x="1046" y="76"/>
                </a:cubicBezTo>
                <a:cubicBezTo>
                  <a:pt x="1046" y="76"/>
                  <a:pt x="1046" y="77"/>
                  <a:pt x="1045" y="77"/>
                </a:cubicBezTo>
                <a:cubicBezTo>
                  <a:pt x="1045" y="77"/>
                  <a:pt x="1045" y="77"/>
                  <a:pt x="1044" y="77"/>
                </a:cubicBezTo>
                <a:cubicBezTo>
                  <a:pt x="1043" y="77"/>
                  <a:pt x="1042" y="77"/>
                  <a:pt x="1041" y="77"/>
                </a:cubicBezTo>
                <a:cubicBezTo>
                  <a:pt x="1040" y="77"/>
                  <a:pt x="1040" y="76"/>
                  <a:pt x="1039" y="76"/>
                </a:cubicBezTo>
                <a:cubicBezTo>
                  <a:pt x="1038" y="76"/>
                  <a:pt x="1038" y="76"/>
                  <a:pt x="1038" y="76"/>
                </a:cubicBezTo>
                <a:cubicBezTo>
                  <a:pt x="1037" y="76"/>
                  <a:pt x="1037" y="77"/>
                  <a:pt x="1037" y="77"/>
                </a:cubicBezTo>
                <a:cubicBezTo>
                  <a:pt x="1036" y="77"/>
                  <a:pt x="1036" y="76"/>
                  <a:pt x="1035" y="77"/>
                </a:cubicBezTo>
                <a:cubicBezTo>
                  <a:pt x="1034" y="77"/>
                  <a:pt x="1034" y="77"/>
                  <a:pt x="1034" y="77"/>
                </a:cubicBezTo>
                <a:cubicBezTo>
                  <a:pt x="1033" y="77"/>
                  <a:pt x="1032" y="77"/>
                  <a:pt x="1032" y="78"/>
                </a:cubicBezTo>
                <a:cubicBezTo>
                  <a:pt x="1032" y="78"/>
                  <a:pt x="1032" y="78"/>
                  <a:pt x="1031" y="79"/>
                </a:cubicBezTo>
                <a:cubicBezTo>
                  <a:pt x="1031" y="79"/>
                  <a:pt x="1031" y="80"/>
                  <a:pt x="1030" y="81"/>
                </a:cubicBezTo>
                <a:cubicBezTo>
                  <a:pt x="1024" y="81"/>
                  <a:pt x="1024" y="81"/>
                  <a:pt x="1024" y="81"/>
                </a:cubicBezTo>
                <a:cubicBezTo>
                  <a:pt x="1023" y="81"/>
                  <a:pt x="1023" y="81"/>
                  <a:pt x="1023" y="81"/>
                </a:cubicBezTo>
                <a:cubicBezTo>
                  <a:pt x="1022" y="82"/>
                  <a:pt x="1022" y="82"/>
                  <a:pt x="1022" y="82"/>
                </a:cubicBezTo>
                <a:cubicBezTo>
                  <a:pt x="1022" y="83"/>
                  <a:pt x="1022" y="83"/>
                  <a:pt x="1021" y="83"/>
                </a:cubicBezTo>
                <a:cubicBezTo>
                  <a:pt x="1021" y="83"/>
                  <a:pt x="1021" y="83"/>
                  <a:pt x="1020" y="83"/>
                </a:cubicBezTo>
                <a:cubicBezTo>
                  <a:pt x="1020" y="84"/>
                  <a:pt x="1019" y="84"/>
                  <a:pt x="1019" y="84"/>
                </a:cubicBezTo>
                <a:cubicBezTo>
                  <a:pt x="1019" y="84"/>
                  <a:pt x="1018" y="84"/>
                  <a:pt x="1018" y="84"/>
                </a:cubicBezTo>
                <a:cubicBezTo>
                  <a:pt x="1018" y="84"/>
                  <a:pt x="1017" y="84"/>
                  <a:pt x="1017" y="85"/>
                </a:cubicBezTo>
                <a:cubicBezTo>
                  <a:pt x="1017" y="85"/>
                  <a:pt x="1017" y="85"/>
                  <a:pt x="1017" y="86"/>
                </a:cubicBezTo>
                <a:cubicBezTo>
                  <a:pt x="1017" y="86"/>
                  <a:pt x="1017" y="87"/>
                  <a:pt x="1017" y="88"/>
                </a:cubicBezTo>
                <a:cubicBezTo>
                  <a:pt x="1016" y="88"/>
                  <a:pt x="1016" y="87"/>
                  <a:pt x="1016" y="87"/>
                </a:cubicBezTo>
                <a:cubicBezTo>
                  <a:pt x="1014" y="87"/>
                  <a:pt x="1014" y="87"/>
                  <a:pt x="1013" y="87"/>
                </a:cubicBezTo>
                <a:cubicBezTo>
                  <a:pt x="1012" y="87"/>
                  <a:pt x="1012" y="88"/>
                  <a:pt x="1012" y="88"/>
                </a:cubicBezTo>
                <a:cubicBezTo>
                  <a:pt x="1012" y="88"/>
                  <a:pt x="1013" y="88"/>
                  <a:pt x="1013" y="89"/>
                </a:cubicBezTo>
                <a:cubicBezTo>
                  <a:pt x="1013" y="90"/>
                  <a:pt x="1012" y="90"/>
                  <a:pt x="1011" y="91"/>
                </a:cubicBezTo>
                <a:cubicBezTo>
                  <a:pt x="1011" y="91"/>
                  <a:pt x="1011" y="91"/>
                  <a:pt x="1010" y="91"/>
                </a:cubicBezTo>
                <a:cubicBezTo>
                  <a:pt x="1010" y="92"/>
                  <a:pt x="1010" y="92"/>
                  <a:pt x="1010" y="92"/>
                </a:cubicBezTo>
                <a:cubicBezTo>
                  <a:pt x="1010" y="93"/>
                  <a:pt x="1010" y="93"/>
                  <a:pt x="1010" y="93"/>
                </a:cubicBezTo>
                <a:cubicBezTo>
                  <a:pt x="1010" y="95"/>
                  <a:pt x="1010" y="95"/>
                  <a:pt x="1010" y="95"/>
                </a:cubicBezTo>
                <a:cubicBezTo>
                  <a:pt x="1010" y="95"/>
                  <a:pt x="1010" y="95"/>
                  <a:pt x="1009" y="95"/>
                </a:cubicBezTo>
                <a:cubicBezTo>
                  <a:pt x="1008" y="96"/>
                  <a:pt x="1007" y="95"/>
                  <a:pt x="1006" y="95"/>
                </a:cubicBezTo>
                <a:cubicBezTo>
                  <a:pt x="1005" y="96"/>
                  <a:pt x="1005" y="96"/>
                  <a:pt x="1004" y="96"/>
                </a:cubicBezTo>
                <a:cubicBezTo>
                  <a:pt x="1004" y="96"/>
                  <a:pt x="1003" y="97"/>
                  <a:pt x="1003" y="97"/>
                </a:cubicBezTo>
                <a:cubicBezTo>
                  <a:pt x="1002" y="97"/>
                  <a:pt x="1002" y="98"/>
                  <a:pt x="1002" y="99"/>
                </a:cubicBezTo>
                <a:cubicBezTo>
                  <a:pt x="1002" y="99"/>
                  <a:pt x="1002" y="100"/>
                  <a:pt x="1002" y="100"/>
                </a:cubicBezTo>
                <a:cubicBezTo>
                  <a:pt x="1002" y="100"/>
                  <a:pt x="1003" y="100"/>
                  <a:pt x="1003" y="100"/>
                </a:cubicBezTo>
                <a:cubicBezTo>
                  <a:pt x="1004" y="100"/>
                  <a:pt x="1004" y="99"/>
                  <a:pt x="1005" y="99"/>
                </a:cubicBezTo>
                <a:cubicBezTo>
                  <a:pt x="1005" y="99"/>
                  <a:pt x="1005" y="99"/>
                  <a:pt x="1006" y="99"/>
                </a:cubicBezTo>
                <a:cubicBezTo>
                  <a:pt x="1006" y="100"/>
                  <a:pt x="1005" y="100"/>
                  <a:pt x="1005" y="101"/>
                </a:cubicBezTo>
                <a:cubicBezTo>
                  <a:pt x="1005" y="101"/>
                  <a:pt x="1005" y="101"/>
                  <a:pt x="1005" y="101"/>
                </a:cubicBezTo>
                <a:cubicBezTo>
                  <a:pt x="1005" y="102"/>
                  <a:pt x="1006" y="102"/>
                  <a:pt x="1006" y="102"/>
                </a:cubicBezTo>
                <a:cubicBezTo>
                  <a:pt x="1005" y="102"/>
                  <a:pt x="1004" y="103"/>
                  <a:pt x="1004" y="103"/>
                </a:cubicBezTo>
                <a:moveTo>
                  <a:pt x="1075" y="105"/>
                </a:moveTo>
                <a:cubicBezTo>
                  <a:pt x="1075" y="105"/>
                  <a:pt x="1076" y="105"/>
                  <a:pt x="1076" y="104"/>
                </a:cubicBezTo>
                <a:cubicBezTo>
                  <a:pt x="1076" y="104"/>
                  <a:pt x="1077" y="105"/>
                  <a:pt x="1077" y="104"/>
                </a:cubicBezTo>
                <a:cubicBezTo>
                  <a:pt x="1077" y="104"/>
                  <a:pt x="1078" y="104"/>
                  <a:pt x="1078" y="104"/>
                </a:cubicBezTo>
                <a:cubicBezTo>
                  <a:pt x="1079" y="104"/>
                  <a:pt x="1079" y="104"/>
                  <a:pt x="1080" y="104"/>
                </a:cubicBezTo>
                <a:cubicBezTo>
                  <a:pt x="1081" y="104"/>
                  <a:pt x="1081" y="104"/>
                  <a:pt x="1081" y="104"/>
                </a:cubicBezTo>
                <a:cubicBezTo>
                  <a:pt x="1081" y="104"/>
                  <a:pt x="1081" y="103"/>
                  <a:pt x="1082" y="103"/>
                </a:cubicBezTo>
                <a:cubicBezTo>
                  <a:pt x="1082" y="103"/>
                  <a:pt x="1082" y="103"/>
                  <a:pt x="1082" y="102"/>
                </a:cubicBezTo>
                <a:cubicBezTo>
                  <a:pt x="1082" y="102"/>
                  <a:pt x="1081" y="102"/>
                  <a:pt x="1081" y="101"/>
                </a:cubicBezTo>
                <a:cubicBezTo>
                  <a:pt x="1081" y="101"/>
                  <a:pt x="1080" y="101"/>
                  <a:pt x="1080" y="101"/>
                </a:cubicBezTo>
                <a:cubicBezTo>
                  <a:pt x="1080" y="101"/>
                  <a:pt x="1079" y="101"/>
                  <a:pt x="1079" y="101"/>
                </a:cubicBezTo>
                <a:cubicBezTo>
                  <a:pt x="1079" y="101"/>
                  <a:pt x="1079" y="100"/>
                  <a:pt x="1078" y="100"/>
                </a:cubicBezTo>
                <a:cubicBezTo>
                  <a:pt x="1077" y="100"/>
                  <a:pt x="1077" y="101"/>
                  <a:pt x="1076" y="101"/>
                </a:cubicBezTo>
                <a:cubicBezTo>
                  <a:pt x="1076" y="102"/>
                  <a:pt x="1076" y="102"/>
                  <a:pt x="1075" y="102"/>
                </a:cubicBezTo>
                <a:cubicBezTo>
                  <a:pt x="1075" y="103"/>
                  <a:pt x="1074" y="103"/>
                  <a:pt x="1074" y="104"/>
                </a:cubicBezTo>
                <a:cubicBezTo>
                  <a:pt x="1074" y="104"/>
                  <a:pt x="1074" y="105"/>
                  <a:pt x="1075" y="105"/>
                </a:cubicBezTo>
                <a:moveTo>
                  <a:pt x="1041" y="30"/>
                </a:moveTo>
                <a:cubicBezTo>
                  <a:pt x="1041" y="31"/>
                  <a:pt x="1041" y="31"/>
                  <a:pt x="1041" y="31"/>
                </a:cubicBezTo>
                <a:cubicBezTo>
                  <a:pt x="1042" y="31"/>
                  <a:pt x="1042" y="32"/>
                  <a:pt x="1043" y="32"/>
                </a:cubicBezTo>
                <a:cubicBezTo>
                  <a:pt x="1044" y="33"/>
                  <a:pt x="1044" y="33"/>
                  <a:pt x="1044" y="33"/>
                </a:cubicBezTo>
                <a:cubicBezTo>
                  <a:pt x="1045" y="34"/>
                  <a:pt x="1046" y="34"/>
                  <a:pt x="1047" y="34"/>
                </a:cubicBezTo>
                <a:cubicBezTo>
                  <a:pt x="1047" y="34"/>
                  <a:pt x="1048" y="34"/>
                  <a:pt x="1048" y="34"/>
                </a:cubicBezTo>
                <a:cubicBezTo>
                  <a:pt x="1048" y="33"/>
                  <a:pt x="1049" y="33"/>
                  <a:pt x="1049" y="33"/>
                </a:cubicBezTo>
                <a:cubicBezTo>
                  <a:pt x="1049" y="33"/>
                  <a:pt x="1050" y="33"/>
                  <a:pt x="1050" y="33"/>
                </a:cubicBezTo>
                <a:cubicBezTo>
                  <a:pt x="1050" y="32"/>
                  <a:pt x="1050" y="32"/>
                  <a:pt x="1050" y="32"/>
                </a:cubicBezTo>
                <a:cubicBezTo>
                  <a:pt x="1051" y="31"/>
                  <a:pt x="1051" y="31"/>
                  <a:pt x="1051" y="31"/>
                </a:cubicBezTo>
                <a:cubicBezTo>
                  <a:pt x="1051" y="31"/>
                  <a:pt x="1052" y="31"/>
                  <a:pt x="1052" y="30"/>
                </a:cubicBezTo>
                <a:cubicBezTo>
                  <a:pt x="1052" y="30"/>
                  <a:pt x="1053" y="30"/>
                  <a:pt x="1053" y="30"/>
                </a:cubicBezTo>
                <a:cubicBezTo>
                  <a:pt x="1053" y="30"/>
                  <a:pt x="1054" y="30"/>
                  <a:pt x="1054" y="30"/>
                </a:cubicBezTo>
                <a:cubicBezTo>
                  <a:pt x="1055" y="29"/>
                  <a:pt x="1055" y="29"/>
                  <a:pt x="1056" y="29"/>
                </a:cubicBezTo>
                <a:cubicBezTo>
                  <a:pt x="1056" y="28"/>
                  <a:pt x="1056" y="28"/>
                  <a:pt x="1056" y="28"/>
                </a:cubicBezTo>
                <a:cubicBezTo>
                  <a:pt x="1055" y="28"/>
                  <a:pt x="1055" y="28"/>
                  <a:pt x="1055" y="28"/>
                </a:cubicBezTo>
                <a:cubicBezTo>
                  <a:pt x="1054" y="28"/>
                  <a:pt x="1054" y="28"/>
                  <a:pt x="1054" y="28"/>
                </a:cubicBezTo>
                <a:cubicBezTo>
                  <a:pt x="1053" y="28"/>
                  <a:pt x="1053" y="27"/>
                  <a:pt x="1053" y="27"/>
                </a:cubicBezTo>
                <a:cubicBezTo>
                  <a:pt x="1052" y="27"/>
                  <a:pt x="1052" y="27"/>
                  <a:pt x="1051" y="27"/>
                </a:cubicBezTo>
                <a:cubicBezTo>
                  <a:pt x="1051" y="27"/>
                  <a:pt x="1050" y="27"/>
                  <a:pt x="1050" y="27"/>
                </a:cubicBezTo>
                <a:cubicBezTo>
                  <a:pt x="1050" y="27"/>
                  <a:pt x="1049" y="28"/>
                  <a:pt x="1049" y="28"/>
                </a:cubicBezTo>
                <a:cubicBezTo>
                  <a:pt x="1049" y="28"/>
                  <a:pt x="1049" y="28"/>
                  <a:pt x="1049" y="29"/>
                </a:cubicBezTo>
                <a:cubicBezTo>
                  <a:pt x="1048" y="29"/>
                  <a:pt x="1048" y="29"/>
                  <a:pt x="1048" y="29"/>
                </a:cubicBezTo>
                <a:cubicBezTo>
                  <a:pt x="1047" y="29"/>
                  <a:pt x="1046" y="28"/>
                  <a:pt x="1045" y="29"/>
                </a:cubicBezTo>
                <a:cubicBezTo>
                  <a:pt x="1045" y="29"/>
                  <a:pt x="1044" y="29"/>
                  <a:pt x="1044" y="29"/>
                </a:cubicBezTo>
                <a:cubicBezTo>
                  <a:pt x="1044" y="29"/>
                  <a:pt x="1043" y="29"/>
                  <a:pt x="1043" y="30"/>
                </a:cubicBezTo>
                <a:cubicBezTo>
                  <a:pt x="1043" y="30"/>
                  <a:pt x="1043" y="30"/>
                  <a:pt x="1042" y="30"/>
                </a:cubicBezTo>
                <a:cubicBezTo>
                  <a:pt x="1042" y="30"/>
                  <a:pt x="1041" y="30"/>
                  <a:pt x="1041" y="30"/>
                </a:cubicBezTo>
                <a:moveTo>
                  <a:pt x="1029" y="30"/>
                </a:moveTo>
                <a:cubicBezTo>
                  <a:pt x="1029" y="30"/>
                  <a:pt x="1029" y="30"/>
                  <a:pt x="1029" y="31"/>
                </a:cubicBezTo>
                <a:cubicBezTo>
                  <a:pt x="1029" y="31"/>
                  <a:pt x="1029" y="31"/>
                  <a:pt x="1029" y="32"/>
                </a:cubicBezTo>
                <a:cubicBezTo>
                  <a:pt x="1029" y="32"/>
                  <a:pt x="1029" y="32"/>
                  <a:pt x="1028" y="32"/>
                </a:cubicBezTo>
                <a:cubicBezTo>
                  <a:pt x="1028" y="32"/>
                  <a:pt x="1027" y="33"/>
                  <a:pt x="1026" y="33"/>
                </a:cubicBezTo>
                <a:cubicBezTo>
                  <a:pt x="1026" y="33"/>
                  <a:pt x="1026" y="34"/>
                  <a:pt x="1026" y="34"/>
                </a:cubicBezTo>
                <a:cubicBezTo>
                  <a:pt x="1027" y="35"/>
                  <a:pt x="1027" y="35"/>
                  <a:pt x="1027" y="35"/>
                </a:cubicBezTo>
                <a:cubicBezTo>
                  <a:pt x="1027" y="35"/>
                  <a:pt x="1027" y="35"/>
                  <a:pt x="1028" y="35"/>
                </a:cubicBezTo>
                <a:cubicBezTo>
                  <a:pt x="1028" y="35"/>
                  <a:pt x="1029" y="35"/>
                  <a:pt x="1029" y="35"/>
                </a:cubicBezTo>
                <a:cubicBezTo>
                  <a:pt x="1030" y="35"/>
                  <a:pt x="1030" y="35"/>
                  <a:pt x="1030" y="35"/>
                </a:cubicBezTo>
                <a:cubicBezTo>
                  <a:pt x="1030" y="35"/>
                  <a:pt x="1030" y="35"/>
                  <a:pt x="1031" y="35"/>
                </a:cubicBezTo>
                <a:cubicBezTo>
                  <a:pt x="1031" y="35"/>
                  <a:pt x="1032" y="35"/>
                  <a:pt x="1032" y="35"/>
                </a:cubicBezTo>
                <a:cubicBezTo>
                  <a:pt x="1034" y="35"/>
                  <a:pt x="1034" y="35"/>
                  <a:pt x="1034" y="35"/>
                </a:cubicBezTo>
                <a:cubicBezTo>
                  <a:pt x="1034" y="35"/>
                  <a:pt x="1034" y="35"/>
                  <a:pt x="1035" y="35"/>
                </a:cubicBezTo>
                <a:cubicBezTo>
                  <a:pt x="1036" y="35"/>
                  <a:pt x="1037" y="35"/>
                  <a:pt x="1038" y="35"/>
                </a:cubicBezTo>
                <a:cubicBezTo>
                  <a:pt x="1039" y="35"/>
                  <a:pt x="1039" y="35"/>
                  <a:pt x="1039" y="35"/>
                </a:cubicBezTo>
                <a:cubicBezTo>
                  <a:pt x="1039" y="34"/>
                  <a:pt x="1039" y="34"/>
                  <a:pt x="1038" y="34"/>
                </a:cubicBezTo>
                <a:cubicBezTo>
                  <a:pt x="1038" y="33"/>
                  <a:pt x="1038" y="33"/>
                  <a:pt x="1038" y="33"/>
                </a:cubicBezTo>
                <a:cubicBezTo>
                  <a:pt x="1038" y="32"/>
                  <a:pt x="1038" y="32"/>
                  <a:pt x="1038" y="32"/>
                </a:cubicBezTo>
                <a:cubicBezTo>
                  <a:pt x="1037" y="31"/>
                  <a:pt x="1037" y="31"/>
                  <a:pt x="1036" y="30"/>
                </a:cubicBezTo>
                <a:cubicBezTo>
                  <a:pt x="1036" y="29"/>
                  <a:pt x="1036" y="29"/>
                  <a:pt x="1036" y="28"/>
                </a:cubicBezTo>
                <a:cubicBezTo>
                  <a:pt x="1035" y="28"/>
                  <a:pt x="1035" y="28"/>
                  <a:pt x="1035" y="28"/>
                </a:cubicBezTo>
                <a:cubicBezTo>
                  <a:pt x="1035" y="28"/>
                  <a:pt x="1034" y="28"/>
                  <a:pt x="1034" y="28"/>
                </a:cubicBezTo>
                <a:cubicBezTo>
                  <a:pt x="1034" y="28"/>
                  <a:pt x="1034" y="29"/>
                  <a:pt x="1033" y="29"/>
                </a:cubicBezTo>
                <a:cubicBezTo>
                  <a:pt x="1033" y="29"/>
                  <a:pt x="1033" y="30"/>
                  <a:pt x="1032" y="30"/>
                </a:cubicBezTo>
                <a:cubicBezTo>
                  <a:pt x="1032" y="30"/>
                  <a:pt x="1032" y="30"/>
                  <a:pt x="1031" y="30"/>
                </a:cubicBezTo>
                <a:cubicBezTo>
                  <a:pt x="1031" y="30"/>
                  <a:pt x="1031" y="30"/>
                  <a:pt x="1031" y="30"/>
                </a:cubicBezTo>
                <a:lnTo>
                  <a:pt x="1029" y="30"/>
                </a:lnTo>
                <a:close/>
                <a:moveTo>
                  <a:pt x="1028" y="38"/>
                </a:moveTo>
                <a:cubicBezTo>
                  <a:pt x="1027" y="38"/>
                  <a:pt x="1027" y="39"/>
                  <a:pt x="1026" y="39"/>
                </a:cubicBezTo>
                <a:cubicBezTo>
                  <a:pt x="1026" y="39"/>
                  <a:pt x="1026" y="39"/>
                  <a:pt x="1026" y="39"/>
                </a:cubicBezTo>
                <a:cubicBezTo>
                  <a:pt x="1025" y="39"/>
                  <a:pt x="1025" y="39"/>
                  <a:pt x="1025" y="39"/>
                </a:cubicBezTo>
                <a:cubicBezTo>
                  <a:pt x="1024" y="39"/>
                  <a:pt x="1024" y="39"/>
                  <a:pt x="1024" y="39"/>
                </a:cubicBezTo>
                <a:cubicBezTo>
                  <a:pt x="1024" y="39"/>
                  <a:pt x="1024" y="40"/>
                  <a:pt x="1024" y="40"/>
                </a:cubicBezTo>
                <a:cubicBezTo>
                  <a:pt x="1024" y="40"/>
                  <a:pt x="1024" y="41"/>
                  <a:pt x="1024" y="41"/>
                </a:cubicBezTo>
                <a:cubicBezTo>
                  <a:pt x="1025" y="41"/>
                  <a:pt x="1025" y="41"/>
                  <a:pt x="1025" y="41"/>
                </a:cubicBezTo>
                <a:cubicBezTo>
                  <a:pt x="1026" y="41"/>
                  <a:pt x="1026" y="41"/>
                  <a:pt x="1026" y="41"/>
                </a:cubicBezTo>
                <a:cubicBezTo>
                  <a:pt x="1027" y="41"/>
                  <a:pt x="1027" y="40"/>
                  <a:pt x="1027" y="40"/>
                </a:cubicBezTo>
                <a:cubicBezTo>
                  <a:pt x="1028" y="40"/>
                  <a:pt x="1029" y="40"/>
                  <a:pt x="1029" y="40"/>
                </a:cubicBezTo>
                <a:cubicBezTo>
                  <a:pt x="1029" y="40"/>
                  <a:pt x="1029" y="39"/>
                  <a:pt x="1029" y="39"/>
                </a:cubicBezTo>
                <a:cubicBezTo>
                  <a:pt x="1029" y="39"/>
                  <a:pt x="1029" y="38"/>
                  <a:pt x="1029" y="38"/>
                </a:cubicBezTo>
                <a:cubicBezTo>
                  <a:pt x="1028" y="38"/>
                  <a:pt x="1028" y="38"/>
                  <a:pt x="1028" y="38"/>
                </a:cubicBezTo>
                <a:moveTo>
                  <a:pt x="1011" y="37"/>
                </a:moveTo>
                <a:cubicBezTo>
                  <a:pt x="1011" y="40"/>
                  <a:pt x="1011" y="40"/>
                  <a:pt x="1011" y="40"/>
                </a:cubicBezTo>
                <a:cubicBezTo>
                  <a:pt x="1015" y="40"/>
                  <a:pt x="1015" y="40"/>
                  <a:pt x="1015" y="40"/>
                </a:cubicBezTo>
                <a:cubicBezTo>
                  <a:pt x="1016" y="39"/>
                  <a:pt x="1016" y="39"/>
                  <a:pt x="1016" y="39"/>
                </a:cubicBezTo>
                <a:cubicBezTo>
                  <a:pt x="1016" y="38"/>
                  <a:pt x="1016" y="38"/>
                  <a:pt x="1016" y="38"/>
                </a:cubicBezTo>
                <a:cubicBezTo>
                  <a:pt x="1016" y="38"/>
                  <a:pt x="1017" y="38"/>
                  <a:pt x="1017" y="37"/>
                </a:cubicBezTo>
                <a:cubicBezTo>
                  <a:pt x="1017" y="38"/>
                  <a:pt x="1017" y="39"/>
                  <a:pt x="1017" y="40"/>
                </a:cubicBezTo>
                <a:cubicBezTo>
                  <a:pt x="1018" y="40"/>
                  <a:pt x="1018" y="40"/>
                  <a:pt x="1019" y="40"/>
                </a:cubicBezTo>
                <a:cubicBezTo>
                  <a:pt x="1019" y="40"/>
                  <a:pt x="1019" y="40"/>
                  <a:pt x="1020" y="40"/>
                </a:cubicBezTo>
                <a:cubicBezTo>
                  <a:pt x="1020" y="40"/>
                  <a:pt x="1020" y="40"/>
                  <a:pt x="1021" y="40"/>
                </a:cubicBezTo>
                <a:cubicBezTo>
                  <a:pt x="1021" y="39"/>
                  <a:pt x="1021" y="38"/>
                  <a:pt x="1021" y="37"/>
                </a:cubicBezTo>
                <a:cubicBezTo>
                  <a:pt x="1025" y="37"/>
                  <a:pt x="1025" y="37"/>
                  <a:pt x="1025" y="37"/>
                </a:cubicBezTo>
                <a:cubicBezTo>
                  <a:pt x="1025" y="36"/>
                  <a:pt x="1025" y="36"/>
                  <a:pt x="1025" y="36"/>
                </a:cubicBezTo>
                <a:cubicBezTo>
                  <a:pt x="1025" y="36"/>
                  <a:pt x="1025" y="35"/>
                  <a:pt x="1025" y="35"/>
                </a:cubicBezTo>
                <a:cubicBezTo>
                  <a:pt x="1018" y="35"/>
                  <a:pt x="1018" y="35"/>
                  <a:pt x="1018" y="35"/>
                </a:cubicBezTo>
                <a:cubicBezTo>
                  <a:pt x="1017" y="35"/>
                  <a:pt x="1016" y="35"/>
                  <a:pt x="1016" y="36"/>
                </a:cubicBezTo>
                <a:cubicBezTo>
                  <a:pt x="1015" y="36"/>
                  <a:pt x="1015" y="36"/>
                  <a:pt x="1014" y="36"/>
                </a:cubicBezTo>
                <a:cubicBezTo>
                  <a:pt x="1014" y="36"/>
                  <a:pt x="1014" y="37"/>
                  <a:pt x="1013" y="37"/>
                </a:cubicBezTo>
                <a:cubicBezTo>
                  <a:pt x="1013" y="37"/>
                  <a:pt x="1012" y="37"/>
                  <a:pt x="1011" y="38"/>
                </a:cubicBezTo>
                <a:lnTo>
                  <a:pt x="1011" y="37"/>
                </a:lnTo>
                <a:close/>
                <a:moveTo>
                  <a:pt x="998" y="37"/>
                </a:moveTo>
                <a:cubicBezTo>
                  <a:pt x="998" y="37"/>
                  <a:pt x="998" y="37"/>
                  <a:pt x="999" y="37"/>
                </a:cubicBezTo>
                <a:cubicBezTo>
                  <a:pt x="999" y="37"/>
                  <a:pt x="998" y="36"/>
                  <a:pt x="999" y="36"/>
                </a:cubicBezTo>
                <a:cubicBezTo>
                  <a:pt x="999" y="36"/>
                  <a:pt x="999" y="35"/>
                  <a:pt x="999" y="35"/>
                </a:cubicBezTo>
                <a:cubicBezTo>
                  <a:pt x="1000" y="35"/>
                  <a:pt x="1000" y="35"/>
                  <a:pt x="1001" y="35"/>
                </a:cubicBezTo>
                <a:cubicBezTo>
                  <a:pt x="1001" y="35"/>
                  <a:pt x="1002" y="35"/>
                  <a:pt x="1002" y="35"/>
                </a:cubicBezTo>
                <a:cubicBezTo>
                  <a:pt x="1002" y="35"/>
                  <a:pt x="1002" y="34"/>
                  <a:pt x="1003" y="34"/>
                </a:cubicBezTo>
                <a:cubicBezTo>
                  <a:pt x="1003" y="34"/>
                  <a:pt x="1004" y="34"/>
                  <a:pt x="1005" y="34"/>
                </a:cubicBezTo>
                <a:cubicBezTo>
                  <a:pt x="1005" y="34"/>
                  <a:pt x="1005" y="33"/>
                  <a:pt x="1006" y="33"/>
                </a:cubicBezTo>
                <a:cubicBezTo>
                  <a:pt x="1006" y="33"/>
                  <a:pt x="1006" y="33"/>
                  <a:pt x="1007" y="33"/>
                </a:cubicBezTo>
                <a:cubicBezTo>
                  <a:pt x="1007" y="33"/>
                  <a:pt x="1008" y="33"/>
                  <a:pt x="1009" y="33"/>
                </a:cubicBezTo>
                <a:cubicBezTo>
                  <a:pt x="1009" y="33"/>
                  <a:pt x="1009" y="33"/>
                  <a:pt x="1009" y="33"/>
                </a:cubicBezTo>
                <a:cubicBezTo>
                  <a:pt x="1010" y="33"/>
                  <a:pt x="1010" y="32"/>
                  <a:pt x="1010" y="32"/>
                </a:cubicBezTo>
                <a:cubicBezTo>
                  <a:pt x="1011" y="32"/>
                  <a:pt x="1011" y="32"/>
                  <a:pt x="1012" y="33"/>
                </a:cubicBezTo>
                <a:cubicBezTo>
                  <a:pt x="1012" y="33"/>
                  <a:pt x="1012" y="33"/>
                  <a:pt x="1013" y="33"/>
                </a:cubicBezTo>
                <a:cubicBezTo>
                  <a:pt x="1013" y="33"/>
                  <a:pt x="1014" y="33"/>
                  <a:pt x="1014" y="33"/>
                </a:cubicBezTo>
                <a:cubicBezTo>
                  <a:pt x="1016" y="33"/>
                  <a:pt x="1016" y="33"/>
                  <a:pt x="1016" y="33"/>
                </a:cubicBezTo>
                <a:cubicBezTo>
                  <a:pt x="1016" y="33"/>
                  <a:pt x="1016" y="32"/>
                  <a:pt x="1016" y="32"/>
                </a:cubicBezTo>
                <a:cubicBezTo>
                  <a:pt x="1016" y="31"/>
                  <a:pt x="1015" y="31"/>
                  <a:pt x="1015" y="30"/>
                </a:cubicBezTo>
                <a:cubicBezTo>
                  <a:pt x="1015" y="29"/>
                  <a:pt x="1016" y="29"/>
                  <a:pt x="1017" y="29"/>
                </a:cubicBezTo>
                <a:cubicBezTo>
                  <a:pt x="1018" y="29"/>
                  <a:pt x="1018" y="29"/>
                  <a:pt x="1018" y="30"/>
                </a:cubicBezTo>
                <a:cubicBezTo>
                  <a:pt x="1019" y="30"/>
                  <a:pt x="1019" y="30"/>
                  <a:pt x="1019" y="30"/>
                </a:cubicBezTo>
                <a:cubicBezTo>
                  <a:pt x="1020" y="30"/>
                  <a:pt x="1020" y="30"/>
                  <a:pt x="1020" y="31"/>
                </a:cubicBezTo>
                <a:cubicBezTo>
                  <a:pt x="1021" y="31"/>
                  <a:pt x="1021" y="32"/>
                  <a:pt x="1022" y="32"/>
                </a:cubicBezTo>
                <a:cubicBezTo>
                  <a:pt x="1023" y="32"/>
                  <a:pt x="1024" y="31"/>
                  <a:pt x="1025" y="31"/>
                </a:cubicBezTo>
                <a:cubicBezTo>
                  <a:pt x="1025" y="31"/>
                  <a:pt x="1025" y="31"/>
                  <a:pt x="1025" y="30"/>
                </a:cubicBezTo>
                <a:cubicBezTo>
                  <a:pt x="1025" y="30"/>
                  <a:pt x="1025" y="30"/>
                  <a:pt x="1025" y="29"/>
                </a:cubicBezTo>
                <a:cubicBezTo>
                  <a:pt x="1025" y="28"/>
                  <a:pt x="1025" y="28"/>
                  <a:pt x="1025" y="28"/>
                </a:cubicBezTo>
                <a:cubicBezTo>
                  <a:pt x="1024" y="28"/>
                  <a:pt x="1024" y="28"/>
                  <a:pt x="1023" y="28"/>
                </a:cubicBezTo>
                <a:cubicBezTo>
                  <a:pt x="1022" y="28"/>
                  <a:pt x="1022" y="28"/>
                  <a:pt x="1022" y="28"/>
                </a:cubicBezTo>
                <a:cubicBezTo>
                  <a:pt x="1021" y="28"/>
                  <a:pt x="1021" y="28"/>
                  <a:pt x="1020" y="28"/>
                </a:cubicBezTo>
                <a:cubicBezTo>
                  <a:pt x="1020" y="28"/>
                  <a:pt x="1019" y="28"/>
                  <a:pt x="1019" y="28"/>
                </a:cubicBezTo>
                <a:cubicBezTo>
                  <a:pt x="1019" y="28"/>
                  <a:pt x="1019" y="27"/>
                  <a:pt x="1020" y="27"/>
                </a:cubicBezTo>
                <a:cubicBezTo>
                  <a:pt x="1020" y="26"/>
                  <a:pt x="1021" y="26"/>
                  <a:pt x="1021" y="26"/>
                </a:cubicBezTo>
                <a:cubicBezTo>
                  <a:pt x="1021" y="25"/>
                  <a:pt x="1022" y="25"/>
                  <a:pt x="1022" y="25"/>
                </a:cubicBezTo>
                <a:cubicBezTo>
                  <a:pt x="1022" y="24"/>
                  <a:pt x="1022" y="24"/>
                  <a:pt x="1022" y="24"/>
                </a:cubicBezTo>
                <a:cubicBezTo>
                  <a:pt x="1021" y="24"/>
                  <a:pt x="1021" y="24"/>
                  <a:pt x="1021" y="24"/>
                </a:cubicBezTo>
                <a:cubicBezTo>
                  <a:pt x="1020" y="24"/>
                  <a:pt x="1020" y="24"/>
                  <a:pt x="1020" y="24"/>
                </a:cubicBezTo>
                <a:cubicBezTo>
                  <a:pt x="1019" y="24"/>
                  <a:pt x="1019" y="24"/>
                  <a:pt x="1019" y="24"/>
                </a:cubicBezTo>
                <a:cubicBezTo>
                  <a:pt x="1018" y="24"/>
                  <a:pt x="1018" y="24"/>
                  <a:pt x="1018" y="24"/>
                </a:cubicBezTo>
                <a:cubicBezTo>
                  <a:pt x="1017" y="24"/>
                  <a:pt x="1017" y="24"/>
                  <a:pt x="1017" y="24"/>
                </a:cubicBezTo>
                <a:cubicBezTo>
                  <a:pt x="1016" y="24"/>
                  <a:pt x="1016" y="24"/>
                  <a:pt x="1016" y="25"/>
                </a:cubicBezTo>
                <a:cubicBezTo>
                  <a:pt x="1015" y="25"/>
                  <a:pt x="1015" y="25"/>
                  <a:pt x="1015" y="25"/>
                </a:cubicBezTo>
                <a:cubicBezTo>
                  <a:pt x="1015" y="26"/>
                  <a:pt x="1015" y="26"/>
                  <a:pt x="1015" y="26"/>
                </a:cubicBezTo>
                <a:cubicBezTo>
                  <a:pt x="1015" y="27"/>
                  <a:pt x="1015" y="27"/>
                  <a:pt x="1015" y="27"/>
                </a:cubicBezTo>
                <a:cubicBezTo>
                  <a:pt x="1015" y="28"/>
                  <a:pt x="1015" y="28"/>
                  <a:pt x="1015" y="28"/>
                </a:cubicBezTo>
                <a:cubicBezTo>
                  <a:pt x="1014" y="28"/>
                  <a:pt x="1013" y="28"/>
                  <a:pt x="1013" y="28"/>
                </a:cubicBezTo>
                <a:cubicBezTo>
                  <a:pt x="1012" y="28"/>
                  <a:pt x="1012" y="28"/>
                  <a:pt x="1012" y="28"/>
                </a:cubicBezTo>
                <a:cubicBezTo>
                  <a:pt x="1010" y="28"/>
                  <a:pt x="1010" y="28"/>
                  <a:pt x="1010" y="28"/>
                </a:cubicBezTo>
                <a:cubicBezTo>
                  <a:pt x="1009" y="28"/>
                  <a:pt x="1009" y="28"/>
                  <a:pt x="1009" y="28"/>
                </a:cubicBezTo>
                <a:cubicBezTo>
                  <a:pt x="1009" y="28"/>
                  <a:pt x="1009" y="28"/>
                  <a:pt x="1008" y="28"/>
                </a:cubicBezTo>
                <a:cubicBezTo>
                  <a:pt x="1008" y="28"/>
                  <a:pt x="1008" y="29"/>
                  <a:pt x="1008" y="29"/>
                </a:cubicBezTo>
                <a:cubicBezTo>
                  <a:pt x="1008" y="29"/>
                  <a:pt x="1008" y="30"/>
                  <a:pt x="1008" y="30"/>
                </a:cubicBezTo>
                <a:cubicBezTo>
                  <a:pt x="1008" y="30"/>
                  <a:pt x="1007" y="30"/>
                  <a:pt x="1007" y="30"/>
                </a:cubicBezTo>
                <a:cubicBezTo>
                  <a:pt x="1007" y="31"/>
                  <a:pt x="1007" y="31"/>
                  <a:pt x="1007" y="31"/>
                </a:cubicBezTo>
                <a:cubicBezTo>
                  <a:pt x="1007" y="33"/>
                  <a:pt x="1007" y="33"/>
                  <a:pt x="1007" y="33"/>
                </a:cubicBezTo>
                <a:cubicBezTo>
                  <a:pt x="1006" y="33"/>
                  <a:pt x="1005" y="33"/>
                  <a:pt x="1004" y="33"/>
                </a:cubicBezTo>
                <a:cubicBezTo>
                  <a:pt x="1003" y="33"/>
                  <a:pt x="1003" y="34"/>
                  <a:pt x="1002" y="34"/>
                </a:cubicBezTo>
                <a:cubicBezTo>
                  <a:pt x="1002" y="34"/>
                  <a:pt x="1002" y="34"/>
                  <a:pt x="1001" y="34"/>
                </a:cubicBezTo>
                <a:cubicBezTo>
                  <a:pt x="1001" y="34"/>
                  <a:pt x="1001" y="34"/>
                  <a:pt x="1000" y="34"/>
                </a:cubicBezTo>
                <a:cubicBezTo>
                  <a:pt x="1000" y="34"/>
                  <a:pt x="1000" y="34"/>
                  <a:pt x="1000" y="34"/>
                </a:cubicBezTo>
                <a:cubicBezTo>
                  <a:pt x="999" y="34"/>
                  <a:pt x="999" y="35"/>
                  <a:pt x="999" y="35"/>
                </a:cubicBezTo>
                <a:cubicBezTo>
                  <a:pt x="998" y="35"/>
                  <a:pt x="998" y="35"/>
                  <a:pt x="998" y="36"/>
                </a:cubicBezTo>
                <a:cubicBezTo>
                  <a:pt x="997" y="37"/>
                  <a:pt x="997" y="37"/>
                  <a:pt x="997" y="37"/>
                </a:cubicBezTo>
                <a:lnTo>
                  <a:pt x="998" y="37"/>
                </a:lnTo>
                <a:close/>
                <a:moveTo>
                  <a:pt x="979" y="31"/>
                </a:moveTo>
                <a:cubicBezTo>
                  <a:pt x="978" y="31"/>
                  <a:pt x="977" y="31"/>
                  <a:pt x="977" y="31"/>
                </a:cubicBezTo>
                <a:cubicBezTo>
                  <a:pt x="976" y="31"/>
                  <a:pt x="976" y="31"/>
                  <a:pt x="976" y="31"/>
                </a:cubicBezTo>
                <a:cubicBezTo>
                  <a:pt x="976" y="32"/>
                  <a:pt x="975" y="32"/>
                  <a:pt x="975" y="32"/>
                </a:cubicBezTo>
                <a:cubicBezTo>
                  <a:pt x="974" y="32"/>
                  <a:pt x="974" y="32"/>
                  <a:pt x="974" y="32"/>
                </a:cubicBezTo>
                <a:cubicBezTo>
                  <a:pt x="974" y="32"/>
                  <a:pt x="974" y="32"/>
                  <a:pt x="973" y="32"/>
                </a:cubicBezTo>
                <a:cubicBezTo>
                  <a:pt x="973" y="32"/>
                  <a:pt x="972" y="31"/>
                  <a:pt x="972" y="31"/>
                </a:cubicBezTo>
                <a:cubicBezTo>
                  <a:pt x="972" y="31"/>
                  <a:pt x="971" y="31"/>
                  <a:pt x="971" y="31"/>
                </a:cubicBezTo>
                <a:cubicBezTo>
                  <a:pt x="971" y="31"/>
                  <a:pt x="970" y="32"/>
                  <a:pt x="970" y="32"/>
                </a:cubicBezTo>
                <a:cubicBezTo>
                  <a:pt x="970" y="32"/>
                  <a:pt x="970" y="33"/>
                  <a:pt x="970" y="33"/>
                </a:cubicBezTo>
                <a:cubicBezTo>
                  <a:pt x="970" y="33"/>
                  <a:pt x="969" y="34"/>
                  <a:pt x="969" y="34"/>
                </a:cubicBezTo>
                <a:cubicBezTo>
                  <a:pt x="969" y="34"/>
                  <a:pt x="969" y="33"/>
                  <a:pt x="968" y="33"/>
                </a:cubicBezTo>
                <a:cubicBezTo>
                  <a:pt x="968" y="33"/>
                  <a:pt x="967" y="33"/>
                  <a:pt x="967" y="33"/>
                </a:cubicBezTo>
                <a:cubicBezTo>
                  <a:pt x="966" y="32"/>
                  <a:pt x="966" y="32"/>
                  <a:pt x="965" y="32"/>
                </a:cubicBezTo>
                <a:cubicBezTo>
                  <a:pt x="963" y="32"/>
                  <a:pt x="963" y="32"/>
                  <a:pt x="963" y="32"/>
                </a:cubicBezTo>
                <a:cubicBezTo>
                  <a:pt x="963" y="33"/>
                  <a:pt x="963" y="34"/>
                  <a:pt x="964" y="34"/>
                </a:cubicBezTo>
                <a:cubicBezTo>
                  <a:pt x="964" y="35"/>
                  <a:pt x="965" y="36"/>
                  <a:pt x="966" y="36"/>
                </a:cubicBezTo>
                <a:cubicBezTo>
                  <a:pt x="967" y="36"/>
                  <a:pt x="967" y="35"/>
                  <a:pt x="968" y="35"/>
                </a:cubicBezTo>
                <a:cubicBezTo>
                  <a:pt x="968" y="35"/>
                  <a:pt x="968" y="35"/>
                  <a:pt x="969" y="35"/>
                </a:cubicBezTo>
                <a:cubicBezTo>
                  <a:pt x="969" y="35"/>
                  <a:pt x="969" y="34"/>
                  <a:pt x="970" y="34"/>
                </a:cubicBezTo>
                <a:cubicBezTo>
                  <a:pt x="970" y="34"/>
                  <a:pt x="970" y="34"/>
                  <a:pt x="971" y="34"/>
                </a:cubicBezTo>
                <a:cubicBezTo>
                  <a:pt x="971" y="34"/>
                  <a:pt x="972" y="34"/>
                  <a:pt x="973" y="34"/>
                </a:cubicBezTo>
                <a:cubicBezTo>
                  <a:pt x="973" y="34"/>
                  <a:pt x="974" y="34"/>
                  <a:pt x="974" y="34"/>
                </a:cubicBezTo>
                <a:cubicBezTo>
                  <a:pt x="975" y="34"/>
                  <a:pt x="975" y="34"/>
                  <a:pt x="975" y="34"/>
                </a:cubicBezTo>
                <a:cubicBezTo>
                  <a:pt x="976" y="34"/>
                  <a:pt x="976" y="34"/>
                  <a:pt x="976" y="34"/>
                </a:cubicBezTo>
                <a:cubicBezTo>
                  <a:pt x="977" y="35"/>
                  <a:pt x="977" y="35"/>
                  <a:pt x="977" y="35"/>
                </a:cubicBezTo>
                <a:cubicBezTo>
                  <a:pt x="976" y="36"/>
                  <a:pt x="976" y="36"/>
                  <a:pt x="976" y="36"/>
                </a:cubicBezTo>
                <a:cubicBezTo>
                  <a:pt x="975" y="36"/>
                  <a:pt x="974" y="36"/>
                  <a:pt x="974" y="36"/>
                </a:cubicBezTo>
                <a:cubicBezTo>
                  <a:pt x="974" y="38"/>
                  <a:pt x="974" y="38"/>
                  <a:pt x="974" y="38"/>
                </a:cubicBezTo>
                <a:cubicBezTo>
                  <a:pt x="974" y="39"/>
                  <a:pt x="974" y="39"/>
                  <a:pt x="974" y="39"/>
                </a:cubicBezTo>
                <a:cubicBezTo>
                  <a:pt x="974" y="39"/>
                  <a:pt x="975" y="40"/>
                  <a:pt x="975" y="40"/>
                </a:cubicBezTo>
                <a:cubicBezTo>
                  <a:pt x="976" y="40"/>
                  <a:pt x="976" y="40"/>
                  <a:pt x="976" y="40"/>
                </a:cubicBezTo>
                <a:cubicBezTo>
                  <a:pt x="977" y="41"/>
                  <a:pt x="978" y="41"/>
                  <a:pt x="979" y="41"/>
                </a:cubicBezTo>
                <a:cubicBezTo>
                  <a:pt x="980" y="41"/>
                  <a:pt x="980" y="41"/>
                  <a:pt x="981" y="41"/>
                </a:cubicBezTo>
                <a:cubicBezTo>
                  <a:pt x="981" y="41"/>
                  <a:pt x="981" y="41"/>
                  <a:pt x="982" y="40"/>
                </a:cubicBezTo>
                <a:cubicBezTo>
                  <a:pt x="982" y="40"/>
                  <a:pt x="982" y="39"/>
                  <a:pt x="982" y="39"/>
                </a:cubicBezTo>
                <a:cubicBezTo>
                  <a:pt x="982" y="38"/>
                  <a:pt x="982" y="38"/>
                  <a:pt x="982" y="37"/>
                </a:cubicBezTo>
                <a:cubicBezTo>
                  <a:pt x="982" y="36"/>
                  <a:pt x="982" y="36"/>
                  <a:pt x="982" y="36"/>
                </a:cubicBezTo>
                <a:cubicBezTo>
                  <a:pt x="983" y="36"/>
                  <a:pt x="984" y="36"/>
                  <a:pt x="985" y="36"/>
                </a:cubicBezTo>
                <a:cubicBezTo>
                  <a:pt x="985" y="36"/>
                  <a:pt x="985" y="36"/>
                  <a:pt x="986" y="36"/>
                </a:cubicBezTo>
                <a:cubicBezTo>
                  <a:pt x="986" y="36"/>
                  <a:pt x="986" y="36"/>
                  <a:pt x="986" y="36"/>
                </a:cubicBezTo>
                <a:cubicBezTo>
                  <a:pt x="987" y="36"/>
                  <a:pt x="987" y="36"/>
                  <a:pt x="988" y="36"/>
                </a:cubicBezTo>
                <a:cubicBezTo>
                  <a:pt x="988" y="36"/>
                  <a:pt x="989" y="35"/>
                  <a:pt x="989" y="35"/>
                </a:cubicBezTo>
                <a:cubicBezTo>
                  <a:pt x="989" y="35"/>
                  <a:pt x="990" y="35"/>
                  <a:pt x="990" y="35"/>
                </a:cubicBezTo>
                <a:cubicBezTo>
                  <a:pt x="990" y="34"/>
                  <a:pt x="990" y="34"/>
                  <a:pt x="990" y="34"/>
                </a:cubicBezTo>
                <a:cubicBezTo>
                  <a:pt x="990" y="32"/>
                  <a:pt x="990" y="32"/>
                  <a:pt x="990" y="32"/>
                </a:cubicBezTo>
                <a:cubicBezTo>
                  <a:pt x="989" y="31"/>
                  <a:pt x="989" y="31"/>
                  <a:pt x="988" y="31"/>
                </a:cubicBezTo>
                <a:cubicBezTo>
                  <a:pt x="988" y="29"/>
                  <a:pt x="988" y="29"/>
                  <a:pt x="988" y="29"/>
                </a:cubicBezTo>
                <a:cubicBezTo>
                  <a:pt x="987" y="29"/>
                  <a:pt x="987" y="28"/>
                  <a:pt x="987" y="28"/>
                </a:cubicBezTo>
                <a:cubicBezTo>
                  <a:pt x="986" y="28"/>
                  <a:pt x="986" y="28"/>
                  <a:pt x="986" y="28"/>
                </a:cubicBezTo>
                <a:cubicBezTo>
                  <a:pt x="985" y="28"/>
                  <a:pt x="984" y="28"/>
                  <a:pt x="984" y="29"/>
                </a:cubicBezTo>
                <a:cubicBezTo>
                  <a:pt x="984" y="29"/>
                  <a:pt x="984" y="29"/>
                  <a:pt x="984" y="30"/>
                </a:cubicBezTo>
                <a:cubicBezTo>
                  <a:pt x="984" y="30"/>
                  <a:pt x="983" y="30"/>
                  <a:pt x="983" y="30"/>
                </a:cubicBezTo>
                <a:cubicBezTo>
                  <a:pt x="983" y="31"/>
                  <a:pt x="983" y="31"/>
                  <a:pt x="982" y="31"/>
                </a:cubicBezTo>
                <a:cubicBezTo>
                  <a:pt x="981" y="32"/>
                  <a:pt x="980" y="31"/>
                  <a:pt x="979" y="31"/>
                </a:cubicBezTo>
                <a:moveTo>
                  <a:pt x="843" y="39"/>
                </a:moveTo>
                <a:cubicBezTo>
                  <a:pt x="843" y="39"/>
                  <a:pt x="844" y="39"/>
                  <a:pt x="844" y="39"/>
                </a:cubicBezTo>
                <a:cubicBezTo>
                  <a:pt x="845" y="40"/>
                  <a:pt x="845" y="40"/>
                  <a:pt x="845" y="40"/>
                </a:cubicBezTo>
                <a:cubicBezTo>
                  <a:pt x="846" y="40"/>
                  <a:pt x="846" y="40"/>
                  <a:pt x="846" y="40"/>
                </a:cubicBezTo>
                <a:cubicBezTo>
                  <a:pt x="847" y="40"/>
                  <a:pt x="847" y="40"/>
                  <a:pt x="847" y="40"/>
                </a:cubicBezTo>
                <a:cubicBezTo>
                  <a:pt x="848" y="40"/>
                  <a:pt x="848" y="41"/>
                  <a:pt x="849" y="41"/>
                </a:cubicBezTo>
                <a:cubicBezTo>
                  <a:pt x="849" y="41"/>
                  <a:pt x="850" y="41"/>
                  <a:pt x="850" y="40"/>
                </a:cubicBezTo>
                <a:cubicBezTo>
                  <a:pt x="851" y="40"/>
                  <a:pt x="851" y="40"/>
                  <a:pt x="852" y="40"/>
                </a:cubicBezTo>
                <a:cubicBezTo>
                  <a:pt x="852" y="40"/>
                  <a:pt x="853" y="40"/>
                  <a:pt x="853" y="40"/>
                </a:cubicBezTo>
                <a:cubicBezTo>
                  <a:pt x="853" y="40"/>
                  <a:pt x="854" y="40"/>
                  <a:pt x="854" y="40"/>
                </a:cubicBezTo>
                <a:cubicBezTo>
                  <a:pt x="854" y="41"/>
                  <a:pt x="855" y="41"/>
                  <a:pt x="855" y="41"/>
                </a:cubicBezTo>
                <a:cubicBezTo>
                  <a:pt x="855" y="41"/>
                  <a:pt x="855" y="42"/>
                  <a:pt x="855" y="42"/>
                </a:cubicBezTo>
                <a:cubicBezTo>
                  <a:pt x="848" y="42"/>
                  <a:pt x="848" y="42"/>
                  <a:pt x="848" y="42"/>
                </a:cubicBezTo>
                <a:cubicBezTo>
                  <a:pt x="848" y="44"/>
                  <a:pt x="848" y="44"/>
                  <a:pt x="848" y="44"/>
                </a:cubicBezTo>
                <a:cubicBezTo>
                  <a:pt x="849" y="44"/>
                  <a:pt x="849" y="45"/>
                  <a:pt x="850" y="45"/>
                </a:cubicBezTo>
                <a:cubicBezTo>
                  <a:pt x="851" y="45"/>
                  <a:pt x="851" y="46"/>
                  <a:pt x="852" y="46"/>
                </a:cubicBezTo>
                <a:cubicBezTo>
                  <a:pt x="857" y="46"/>
                  <a:pt x="857" y="46"/>
                  <a:pt x="857" y="46"/>
                </a:cubicBezTo>
                <a:cubicBezTo>
                  <a:pt x="857" y="46"/>
                  <a:pt x="858" y="46"/>
                  <a:pt x="858" y="46"/>
                </a:cubicBezTo>
                <a:cubicBezTo>
                  <a:pt x="859" y="46"/>
                  <a:pt x="859" y="46"/>
                  <a:pt x="860" y="46"/>
                </a:cubicBezTo>
                <a:cubicBezTo>
                  <a:pt x="860" y="46"/>
                  <a:pt x="860" y="47"/>
                  <a:pt x="861" y="47"/>
                </a:cubicBezTo>
                <a:cubicBezTo>
                  <a:pt x="861" y="47"/>
                  <a:pt x="861" y="47"/>
                  <a:pt x="862" y="47"/>
                </a:cubicBezTo>
                <a:cubicBezTo>
                  <a:pt x="862" y="47"/>
                  <a:pt x="862" y="47"/>
                  <a:pt x="863" y="48"/>
                </a:cubicBezTo>
                <a:cubicBezTo>
                  <a:pt x="863" y="48"/>
                  <a:pt x="864" y="48"/>
                  <a:pt x="864" y="48"/>
                </a:cubicBezTo>
                <a:cubicBezTo>
                  <a:pt x="865" y="48"/>
                  <a:pt x="866" y="48"/>
                  <a:pt x="866" y="47"/>
                </a:cubicBezTo>
                <a:cubicBezTo>
                  <a:pt x="867" y="47"/>
                  <a:pt x="867" y="47"/>
                  <a:pt x="867" y="47"/>
                </a:cubicBezTo>
                <a:cubicBezTo>
                  <a:pt x="868" y="47"/>
                  <a:pt x="868" y="46"/>
                  <a:pt x="868" y="46"/>
                </a:cubicBezTo>
                <a:cubicBezTo>
                  <a:pt x="869" y="46"/>
                  <a:pt x="869" y="45"/>
                  <a:pt x="870" y="45"/>
                </a:cubicBezTo>
                <a:cubicBezTo>
                  <a:pt x="871" y="45"/>
                  <a:pt x="871" y="46"/>
                  <a:pt x="873" y="46"/>
                </a:cubicBezTo>
                <a:cubicBezTo>
                  <a:pt x="874" y="46"/>
                  <a:pt x="874" y="46"/>
                  <a:pt x="875" y="45"/>
                </a:cubicBezTo>
                <a:cubicBezTo>
                  <a:pt x="875" y="45"/>
                  <a:pt x="876" y="45"/>
                  <a:pt x="876" y="45"/>
                </a:cubicBezTo>
                <a:cubicBezTo>
                  <a:pt x="876" y="44"/>
                  <a:pt x="876" y="44"/>
                  <a:pt x="876" y="43"/>
                </a:cubicBezTo>
                <a:cubicBezTo>
                  <a:pt x="876" y="42"/>
                  <a:pt x="877" y="42"/>
                  <a:pt x="877" y="42"/>
                </a:cubicBezTo>
                <a:cubicBezTo>
                  <a:pt x="878" y="42"/>
                  <a:pt x="878" y="42"/>
                  <a:pt x="878" y="42"/>
                </a:cubicBezTo>
                <a:cubicBezTo>
                  <a:pt x="879" y="42"/>
                  <a:pt x="879" y="41"/>
                  <a:pt x="879" y="41"/>
                </a:cubicBezTo>
                <a:cubicBezTo>
                  <a:pt x="880" y="41"/>
                  <a:pt x="880" y="41"/>
                  <a:pt x="880" y="41"/>
                </a:cubicBezTo>
                <a:cubicBezTo>
                  <a:pt x="881" y="40"/>
                  <a:pt x="881" y="40"/>
                  <a:pt x="881" y="40"/>
                </a:cubicBezTo>
                <a:cubicBezTo>
                  <a:pt x="881" y="40"/>
                  <a:pt x="880" y="39"/>
                  <a:pt x="880" y="39"/>
                </a:cubicBezTo>
                <a:cubicBezTo>
                  <a:pt x="879" y="38"/>
                  <a:pt x="878" y="38"/>
                  <a:pt x="878" y="38"/>
                </a:cubicBezTo>
                <a:cubicBezTo>
                  <a:pt x="877" y="38"/>
                  <a:pt x="877" y="38"/>
                  <a:pt x="877" y="38"/>
                </a:cubicBezTo>
                <a:cubicBezTo>
                  <a:pt x="876" y="38"/>
                  <a:pt x="875" y="39"/>
                  <a:pt x="875" y="39"/>
                </a:cubicBezTo>
                <a:cubicBezTo>
                  <a:pt x="873" y="39"/>
                  <a:pt x="873" y="39"/>
                  <a:pt x="873" y="39"/>
                </a:cubicBezTo>
                <a:cubicBezTo>
                  <a:pt x="873" y="39"/>
                  <a:pt x="873" y="38"/>
                  <a:pt x="873" y="38"/>
                </a:cubicBezTo>
                <a:cubicBezTo>
                  <a:pt x="873" y="37"/>
                  <a:pt x="873" y="37"/>
                  <a:pt x="872" y="37"/>
                </a:cubicBezTo>
                <a:cubicBezTo>
                  <a:pt x="872" y="36"/>
                  <a:pt x="872" y="36"/>
                  <a:pt x="871" y="36"/>
                </a:cubicBezTo>
                <a:cubicBezTo>
                  <a:pt x="871" y="36"/>
                  <a:pt x="871" y="35"/>
                  <a:pt x="870" y="35"/>
                </a:cubicBezTo>
                <a:cubicBezTo>
                  <a:pt x="870" y="35"/>
                  <a:pt x="870" y="35"/>
                  <a:pt x="870" y="35"/>
                </a:cubicBezTo>
                <a:cubicBezTo>
                  <a:pt x="869" y="35"/>
                  <a:pt x="869" y="36"/>
                  <a:pt x="869" y="36"/>
                </a:cubicBezTo>
                <a:cubicBezTo>
                  <a:pt x="868" y="36"/>
                  <a:pt x="868" y="37"/>
                  <a:pt x="868" y="37"/>
                </a:cubicBezTo>
                <a:cubicBezTo>
                  <a:pt x="867" y="38"/>
                  <a:pt x="867" y="38"/>
                  <a:pt x="866" y="38"/>
                </a:cubicBezTo>
                <a:cubicBezTo>
                  <a:pt x="865" y="38"/>
                  <a:pt x="865" y="39"/>
                  <a:pt x="865" y="39"/>
                </a:cubicBezTo>
                <a:cubicBezTo>
                  <a:pt x="864" y="39"/>
                  <a:pt x="864" y="38"/>
                  <a:pt x="864" y="38"/>
                </a:cubicBezTo>
                <a:cubicBezTo>
                  <a:pt x="866" y="36"/>
                  <a:pt x="866" y="36"/>
                  <a:pt x="866" y="36"/>
                </a:cubicBezTo>
                <a:cubicBezTo>
                  <a:pt x="866" y="35"/>
                  <a:pt x="866" y="35"/>
                  <a:pt x="866" y="35"/>
                </a:cubicBezTo>
                <a:cubicBezTo>
                  <a:pt x="866" y="35"/>
                  <a:pt x="866" y="35"/>
                  <a:pt x="866" y="34"/>
                </a:cubicBezTo>
                <a:cubicBezTo>
                  <a:pt x="865" y="34"/>
                  <a:pt x="865" y="34"/>
                  <a:pt x="865" y="35"/>
                </a:cubicBezTo>
                <a:cubicBezTo>
                  <a:pt x="864" y="35"/>
                  <a:pt x="864" y="35"/>
                  <a:pt x="864" y="35"/>
                </a:cubicBezTo>
                <a:cubicBezTo>
                  <a:pt x="863" y="35"/>
                  <a:pt x="863" y="35"/>
                  <a:pt x="863" y="35"/>
                </a:cubicBezTo>
                <a:cubicBezTo>
                  <a:pt x="863" y="36"/>
                  <a:pt x="863" y="35"/>
                  <a:pt x="862" y="35"/>
                </a:cubicBezTo>
                <a:cubicBezTo>
                  <a:pt x="859" y="35"/>
                  <a:pt x="859" y="35"/>
                  <a:pt x="859" y="35"/>
                </a:cubicBezTo>
                <a:cubicBezTo>
                  <a:pt x="859" y="36"/>
                  <a:pt x="859" y="36"/>
                  <a:pt x="859" y="37"/>
                </a:cubicBezTo>
                <a:cubicBezTo>
                  <a:pt x="859" y="38"/>
                  <a:pt x="859" y="39"/>
                  <a:pt x="859" y="39"/>
                </a:cubicBezTo>
                <a:cubicBezTo>
                  <a:pt x="859" y="40"/>
                  <a:pt x="858" y="40"/>
                  <a:pt x="858" y="40"/>
                </a:cubicBezTo>
                <a:cubicBezTo>
                  <a:pt x="857" y="40"/>
                  <a:pt x="857" y="40"/>
                  <a:pt x="857" y="40"/>
                </a:cubicBezTo>
                <a:cubicBezTo>
                  <a:pt x="857" y="39"/>
                  <a:pt x="857" y="38"/>
                  <a:pt x="857" y="37"/>
                </a:cubicBezTo>
                <a:cubicBezTo>
                  <a:pt x="857" y="37"/>
                  <a:pt x="856" y="37"/>
                  <a:pt x="856" y="36"/>
                </a:cubicBezTo>
                <a:cubicBezTo>
                  <a:pt x="856" y="36"/>
                  <a:pt x="855" y="36"/>
                  <a:pt x="855" y="36"/>
                </a:cubicBezTo>
                <a:cubicBezTo>
                  <a:pt x="855" y="36"/>
                  <a:pt x="854" y="36"/>
                  <a:pt x="854" y="36"/>
                </a:cubicBezTo>
                <a:cubicBezTo>
                  <a:pt x="851" y="36"/>
                  <a:pt x="849" y="35"/>
                  <a:pt x="846" y="35"/>
                </a:cubicBezTo>
                <a:cubicBezTo>
                  <a:pt x="846" y="35"/>
                  <a:pt x="846" y="36"/>
                  <a:pt x="845" y="36"/>
                </a:cubicBezTo>
                <a:cubicBezTo>
                  <a:pt x="845" y="36"/>
                  <a:pt x="845" y="36"/>
                  <a:pt x="844" y="36"/>
                </a:cubicBezTo>
                <a:cubicBezTo>
                  <a:pt x="844" y="36"/>
                  <a:pt x="843" y="37"/>
                  <a:pt x="843" y="37"/>
                </a:cubicBezTo>
                <a:cubicBezTo>
                  <a:pt x="843" y="38"/>
                  <a:pt x="843" y="38"/>
                  <a:pt x="843" y="39"/>
                </a:cubicBezTo>
                <a:moveTo>
                  <a:pt x="834" y="57"/>
                </a:moveTo>
                <a:cubicBezTo>
                  <a:pt x="834" y="57"/>
                  <a:pt x="834" y="57"/>
                  <a:pt x="834" y="57"/>
                </a:cubicBezTo>
                <a:cubicBezTo>
                  <a:pt x="834" y="58"/>
                  <a:pt x="834" y="58"/>
                  <a:pt x="834" y="58"/>
                </a:cubicBezTo>
                <a:cubicBezTo>
                  <a:pt x="833" y="58"/>
                  <a:pt x="833" y="58"/>
                  <a:pt x="832" y="58"/>
                </a:cubicBezTo>
                <a:cubicBezTo>
                  <a:pt x="831" y="58"/>
                  <a:pt x="831" y="58"/>
                  <a:pt x="831" y="58"/>
                </a:cubicBezTo>
                <a:cubicBezTo>
                  <a:pt x="830" y="58"/>
                  <a:pt x="830" y="58"/>
                  <a:pt x="830" y="58"/>
                </a:cubicBezTo>
                <a:cubicBezTo>
                  <a:pt x="829" y="58"/>
                  <a:pt x="828" y="58"/>
                  <a:pt x="828" y="58"/>
                </a:cubicBezTo>
                <a:cubicBezTo>
                  <a:pt x="827" y="58"/>
                  <a:pt x="827" y="58"/>
                  <a:pt x="827" y="58"/>
                </a:cubicBezTo>
                <a:cubicBezTo>
                  <a:pt x="826" y="58"/>
                  <a:pt x="826" y="59"/>
                  <a:pt x="826" y="59"/>
                </a:cubicBezTo>
                <a:cubicBezTo>
                  <a:pt x="825" y="59"/>
                  <a:pt x="824" y="58"/>
                  <a:pt x="823" y="59"/>
                </a:cubicBezTo>
                <a:cubicBezTo>
                  <a:pt x="822" y="59"/>
                  <a:pt x="821" y="59"/>
                  <a:pt x="820" y="60"/>
                </a:cubicBezTo>
                <a:cubicBezTo>
                  <a:pt x="820" y="60"/>
                  <a:pt x="820" y="60"/>
                  <a:pt x="820" y="61"/>
                </a:cubicBezTo>
                <a:cubicBezTo>
                  <a:pt x="820" y="63"/>
                  <a:pt x="820" y="63"/>
                  <a:pt x="820" y="63"/>
                </a:cubicBezTo>
                <a:cubicBezTo>
                  <a:pt x="821" y="62"/>
                  <a:pt x="821" y="62"/>
                  <a:pt x="822" y="62"/>
                </a:cubicBezTo>
                <a:cubicBezTo>
                  <a:pt x="823" y="62"/>
                  <a:pt x="823" y="62"/>
                  <a:pt x="823" y="62"/>
                </a:cubicBezTo>
                <a:cubicBezTo>
                  <a:pt x="824" y="62"/>
                  <a:pt x="824" y="62"/>
                  <a:pt x="824" y="62"/>
                </a:cubicBezTo>
                <a:cubicBezTo>
                  <a:pt x="825" y="62"/>
                  <a:pt x="825" y="63"/>
                  <a:pt x="826" y="63"/>
                </a:cubicBezTo>
                <a:cubicBezTo>
                  <a:pt x="827" y="63"/>
                  <a:pt x="828" y="63"/>
                  <a:pt x="828" y="62"/>
                </a:cubicBezTo>
                <a:cubicBezTo>
                  <a:pt x="829" y="62"/>
                  <a:pt x="830" y="61"/>
                  <a:pt x="830" y="61"/>
                </a:cubicBezTo>
                <a:cubicBezTo>
                  <a:pt x="831" y="61"/>
                  <a:pt x="831" y="60"/>
                  <a:pt x="832" y="60"/>
                </a:cubicBezTo>
                <a:cubicBezTo>
                  <a:pt x="832" y="60"/>
                  <a:pt x="832" y="60"/>
                  <a:pt x="832" y="60"/>
                </a:cubicBezTo>
                <a:cubicBezTo>
                  <a:pt x="833" y="60"/>
                  <a:pt x="833" y="60"/>
                  <a:pt x="833" y="61"/>
                </a:cubicBezTo>
                <a:cubicBezTo>
                  <a:pt x="833" y="61"/>
                  <a:pt x="833" y="61"/>
                  <a:pt x="834" y="61"/>
                </a:cubicBezTo>
                <a:cubicBezTo>
                  <a:pt x="833" y="62"/>
                  <a:pt x="833" y="62"/>
                  <a:pt x="833" y="62"/>
                </a:cubicBezTo>
                <a:cubicBezTo>
                  <a:pt x="833" y="62"/>
                  <a:pt x="832" y="62"/>
                  <a:pt x="832" y="62"/>
                </a:cubicBezTo>
                <a:cubicBezTo>
                  <a:pt x="832" y="63"/>
                  <a:pt x="831" y="63"/>
                  <a:pt x="831" y="63"/>
                </a:cubicBezTo>
                <a:cubicBezTo>
                  <a:pt x="831" y="63"/>
                  <a:pt x="831" y="63"/>
                  <a:pt x="830" y="64"/>
                </a:cubicBezTo>
                <a:cubicBezTo>
                  <a:pt x="830" y="64"/>
                  <a:pt x="829" y="64"/>
                  <a:pt x="829" y="64"/>
                </a:cubicBezTo>
                <a:cubicBezTo>
                  <a:pt x="828" y="64"/>
                  <a:pt x="828" y="64"/>
                  <a:pt x="827" y="64"/>
                </a:cubicBezTo>
                <a:cubicBezTo>
                  <a:pt x="826" y="64"/>
                  <a:pt x="825" y="64"/>
                  <a:pt x="824" y="64"/>
                </a:cubicBezTo>
                <a:cubicBezTo>
                  <a:pt x="824" y="64"/>
                  <a:pt x="823" y="64"/>
                  <a:pt x="823" y="64"/>
                </a:cubicBezTo>
                <a:cubicBezTo>
                  <a:pt x="823" y="64"/>
                  <a:pt x="823" y="64"/>
                  <a:pt x="822" y="65"/>
                </a:cubicBezTo>
                <a:cubicBezTo>
                  <a:pt x="822" y="65"/>
                  <a:pt x="821" y="65"/>
                  <a:pt x="821" y="65"/>
                </a:cubicBezTo>
                <a:cubicBezTo>
                  <a:pt x="821" y="65"/>
                  <a:pt x="821" y="65"/>
                  <a:pt x="821" y="66"/>
                </a:cubicBezTo>
                <a:cubicBezTo>
                  <a:pt x="821" y="66"/>
                  <a:pt x="821" y="66"/>
                  <a:pt x="821" y="67"/>
                </a:cubicBezTo>
                <a:cubicBezTo>
                  <a:pt x="822" y="67"/>
                  <a:pt x="822" y="68"/>
                  <a:pt x="823" y="68"/>
                </a:cubicBezTo>
                <a:cubicBezTo>
                  <a:pt x="823" y="68"/>
                  <a:pt x="824" y="68"/>
                  <a:pt x="824" y="68"/>
                </a:cubicBezTo>
                <a:cubicBezTo>
                  <a:pt x="825" y="68"/>
                  <a:pt x="825" y="68"/>
                  <a:pt x="826" y="68"/>
                </a:cubicBezTo>
                <a:cubicBezTo>
                  <a:pt x="826" y="68"/>
                  <a:pt x="826" y="68"/>
                  <a:pt x="827" y="69"/>
                </a:cubicBezTo>
                <a:cubicBezTo>
                  <a:pt x="828" y="69"/>
                  <a:pt x="828" y="69"/>
                  <a:pt x="829" y="69"/>
                </a:cubicBezTo>
                <a:cubicBezTo>
                  <a:pt x="829" y="70"/>
                  <a:pt x="829" y="70"/>
                  <a:pt x="830" y="70"/>
                </a:cubicBezTo>
                <a:cubicBezTo>
                  <a:pt x="830" y="70"/>
                  <a:pt x="830" y="71"/>
                  <a:pt x="830" y="71"/>
                </a:cubicBezTo>
                <a:cubicBezTo>
                  <a:pt x="830" y="71"/>
                  <a:pt x="831" y="72"/>
                  <a:pt x="831" y="72"/>
                </a:cubicBezTo>
                <a:cubicBezTo>
                  <a:pt x="831" y="73"/>
                  <a:pt x="832" y="73"/>
                  <a:pt x="832" y="74"/>
                </a:cubicBezTo>
                <a:cubicBezTo>
                  <a:pt x="833" y="74"/>
                  <a:pt x="833" y="74"/>
                  <a:pt x="833" y="74"/>
                </a:cubicBezTo>
                <a:cubicBezTo>
                  <a:pt x="833" y="73"/>
                  <a:pt x="833" y="73"/>
                  <a:pt x="833" y="73"/>
                </a:cubicBezTo>
                <a:cubicBezTo>
                  <a:pt x="833" y="72"/>
                  <a:pt x="834" y="72"/>
                  <a:pt x="834" y="72"/>
                </a:cubicBezTo>
                <a:cubicBezTo>
                  <a:pt x="834" y="72"/>
                  <a:pt x="834" y="72"/>
                  <a:pt x="835" y="71"/>
                </a:cubicBezTo>
                <a:cubicBezTo>
                  <a:pt x="835" y="71"/>
                  <a:pt x="836" y="71"/>
                  <a:pt x="837" y="70"/>
                </a:cubicBezTo>
                <a:cubicBezTo>
                  <a:pt x="837" y="70"/>
                  <a:pt x="837" y="70"/>
                  <a:pt x="837" y="69"/>
                </a:cubicBezTo>
                <a:cubicBezTo>
                  <a:pt x="837" y="68"/>
                  <a:pt x="837" y="68"/>
                  <a:pt x="837" y="67"/>
                </a:cubicBezTo>
                <a:cubicBezTo>
                  <a:pt x="837" y="67"/>
                  <a:pt x="837" y="67"/>
                  <a:pt x="837" y="66"/>
                </a:cubicBezTo>
                <a:cubicBezTo>
                  <a:pt x="838" y="66"/>
                  <a:pt x="838" y="65"/>
                  <a:pt x="838" y="65"/>
                </a:cubicBezTo>
                <a:cubicBezTo>
                  <a:pt x="839" y="65"/>
                  <a:pt x="839" y="65"/>
                  <a:pt x="839" y="65"/>
                </a:cubicBezTo>
                <a:cubicBezTo>
                  <a:pt x="840" y="65"/>
                  <a:pt x="840" y="65"/>
                  <a:pt x="841" y="65"/>
                </a:cubicBezTo>
                <a:cubicBezTo>
                  <a:pt x="841" y="60"/>
                  <a:pt x="841" y="60"/>
                  <a:pt x="841" y="60"/>
                </a:cubicBezTo>
                <a:cubicBezTo>
                  <a:pt x="842" y="60"/>
                  <a:pt x="842" y="60"/>
                  <a:pt x="843" y="60"/>
                </a:cubicBezTo>
                <a:cubicBezTo>
                  <a:pt x="844" y="60"/>
                  <a:pt x="844" y="59"/>
                  <a:pt x="845" y="59"/>
                </a:cubicBezTo>
                <a:cubicBezTo>
                  <a:pt x="845" y="58"/>
                  <a:pt x="844" y="58"/>
                  <a:pt x="844" y="58"/>
                </a:cubicBezTo>
                <a:cubicBezTo>
                  <a:pt x="844" y="58"/>
                  <a:pt x="844" y="57"/>
                  <a:pt x="844" y="57"/>
                </a:cubicBezTo>
                <a:cubicBezTo>
                  <a:pt x="844" y="57"/>
                  <a:pt x="844" y="56"/>
                  <a:pt x="844" y="56"/>
                </a:cubicBezTo>
                <a:cubicBezTo>
                  <a:pt x="844" y="56"/>
                  <a:pt x="844" y="55"/>
                  <a:pt x="844" y="55"/>
                </a:cubicBezTo>
                <a:cubicBezTo>
                  <a:pt x="844" y="55"/>
                  <a:pt x="844" y="54"/>
                  <a:pt x="844" y="54"/>
                </a:cubicBezTo>
                <a:cubicBezTo>
                  <a:pt x="851" y="54"/>
                  <a:pt x="851" y="54"/>
                  <a:pt x="851" y="54"/>
                </a:cubicBezTo>
                <a:cubicBezTo>
                  <a:pt x="851" y="55"/>
                  <a:pt x="851" y="55"/>
                  <a:pt x="851" y="55"/>
                </a:cubicBezTo>
                <a:cubicBezTo>
                  <a:pt x="851" y="56"/>
                  <a:pt x="850" y="56"/>
                  <a:pt x="850" y="57"/>
                </a:cubicBezTo>
                <a:cubicBezTo>
                  <a:pt x="850" y="58"/>
                  <a:pt x="850" y="58"/>
                  <a:pt x="850" y="58"/>
                </a:cubicBezTo>
                <a:cubicBezTo>
                  <a:pt x="851" y="58"/>
                  <a:pt x="852" y="58"/>
                  <a:pt x="852" y="58"/>
                </a:cubicBezTo>
                <a:cubicBezTo>
                  <a:pt x="853" y="58"/>
                  <a:pt x="853" y="58"/>
                  <a:pt x="853" y="59"/>
                </a:cubicBezTo>
                <a:cubicBezTo>
                  <a:pt x="854" y="59"/>
                  <a:pt x="854" y="59"/>
                  <a:pt x="854" y="59"/>
                </a:cubicBezTo>
                <a:cubicBezTo>
                  <a:pt x="854" y="60"/>
                  <a:pt x="854" y="60"/>
                  <a:pt x="854" y="60"/>
                </a:cubicBezTo>
                <a:cubicBezTo>
                  <a:pt x="854" y="61"/>
                  <a:pt x="854" y="62"/>
                  <a:pt x="854" y="62"/>
                </a:cubicBezTo>
                <a:cubicBezTo>
                  <a:pt x="854" y="63"/>
                  <a:pt x="854" y="62"/>
                  <a:pt x="853" y="63"/>
                </a:cubicBezTo>
                <a:cubicBezTo>
                  <a:pt x="853" y="63"/>
                  <a:pt x="852" y="64"/>
                  <a:pt x="852" y="65"/>
                </a:cubicBezTo>
                <a:cubicBezTo>
                  <a:pt x="852" y="65"/>
                  <a:pt x="852" y="66"/>
                  <a:pt x="852" y="66"/>
                </a:cubicBezTo>
                <a:cubicBezTo>
                  <a:pt x="854" y="66"/>
                  <a:pt x="854" y="66"/>
                  <a:pt x="854" y="66"/>
                </a:cubicBezTo>
                <a:cubicBezTo>
                  <a:pt x="855" y="66"/>
                  <a:pt x="856" y="65"/>
                  <a:pt x="857" y="64"/>
                </a:cubicBezTo>
                <a:cubicBezTo>
                  <a:pt x="858" y="64"/>
                  <a:pt x="858" y="63"/>
                  <a:pt x="859" y="63"/>
                </a:cubicBezTo>
                <a:cubicBezTo>
                  <a:pt x="859" y="63"/>
                  <a:pt x="860" y="64"/>
                  <a:pt x="860" y="64"/>
                </a:cubicBezTo>
                <a:cubicBezTo>
                  <a:pt x="860" y="64"/>
                  <a:pt x="860" y="65"/>
                  <a:pt x="860" y="65"/>
                </a:cubicBezTo>
                <a:cubicBezTo>
                  <a:pt x="860" y="66"/>
                  <a:pt x="860" y="66"/>
                  <a:pt x="860" y="67"/>
                </a:cubicBezTo>
                <a:cubicBezTo>
                  <a:pt x="862" y="67"/>
                  <a:pt x="862" y="67"/>
                  <a:pt x="862" y="67"/>
                </a:cubicBezTo>
                <a:cubicBezTo>
                  <a:pt x="863" y="67"/>
                  <a:pt x="863" y="67"/>
                  <a:pt x="863" y="66"/>
                </a:cubicBezTo>
                <a:cubicBezTo>
                  <a:pt x="864" y="66"/>
                  <a:pt x="864" y="66"/>
                  <a:pt x="864" y="65"/>
                </a:cubicBezTo>
                <a:cubicBezTo>
                  <a:pt x="864" y="65"/>
                  <a:pt x="864" y="65"/>
                  <a:pt x="864" y="65"/>
                </a:cubicBezTo>
                <a:cubicBezTo>
                  <a:pt x="870" y="65"/>
                  <a:pt x="870" y="65"/>
                  <a:pt x="870" y="65"/>
                </a:cubicBezTo>
                <a:cubicBezTo>
                  <a:pt x="871" y="64"/>
                  <a:pt x="871" y="64"/>
                  <a:pt x="871" y="64"/>
                </a:cubicBezTo>
                <a:cubicBezTo>
                  <a:pt x="872" y="63"/>
                  <a:pt x="872" y="63"/>
                  <a:pt x="872" y="63"/>
                </a:cubicBezTo>
                <a:cubicBezTo>
                  <a:pt x="871" y="62"/>
                  <a:pt x="870" y="61"/>
                  <a:pt x="869" y="61"/>
                </a:cubicBezTo>
                <a:cubicBezTo>
                  <a:pt x="869" y="61"/>
                  <a:pt x="868" y="61"/>
                  <a:pt x="868" y="61"/>
                </a:cubicBezTo>
                <a:cubicBezTo>
                  <a:pt x="867" y="61"/>
                  <a:pt x="867" y="61"/>
                  <a:pt x="866" y="61"/>
                </a:cubicBezTo>
                <a:cubicBezTo>
                  <a:pt x="866" y="60"/>
                  <a:pt x="866" y="60"/>
                  <a:pt x="866" y="59"/>
                </a:cubicBezTo>
                <a:cubicBezTo>
                  <a:pt x="866" y="59"/>
                  <a:pt x="866" y="58"/>
                  <a:pt x="866" y="58"/>
                </a:cubicBezTo>
                <a:cubicBezTo>
                  <a:pt x="860" y="58"/>
                  <a:pt x="860" y="58"/>
                  <a:pt x="860" y="58"/>
                </a:cubicBezTo>
                <a:cubicBezTo>
                  <a:pt x="860" y="57"/>
                  <a:pt x="860" y="56"/>
                  <a:pt x="859" y="55"/>
                </a:cubicBezTo>
                <a:cubicBezTo>
                  <a:pt x="859" y="54"/>
                  <a:pt x="858" y="55"/>
                  <a:pt x="858" y="54"/>
                </a:cubicBezTo>
                <a:cubicBezTo>
                  <a:pt x="858" y="54"/>
                  <a:pt x="857" y="54"/>
                  <a:pt x="857" y="54"/>
                </a:cubicBezTo>
                <a:cubicBezTo>
                  <a:pt x="857" y="54"/>
                  <a:pt x="857" y="53"/>
                  <a:pt x="857" y="53"/>
                </a:cubicBezTo>
                <a:cubicBezTo>
                  <a:pt x="857" y="53"/>
                  <a:pt x="857" y="52"/>
                  <a:pt x="857" y="52"/>
                </a:cubicBezTo>
                <a:cubicBezTo>
                  <a:pt x="856" y="51"/>
                  <a:pt x="855" y="52"/>
                  <a:pt x="854" y="52"/>
                </a:cubicBezTo>
                <a:cubicBezTo>
                  <a:pt x="854" y="52"/>
                  <a:pt x="854" y="52"/>
                  <a:pt x="853" y="52"/>
                </a:cubicBezTo>
                <a:cubicBezTo>
                  <a:pt x="853" y="51"/>
                  <a:pt x="853" y="51"/>
                  <a:pt x="853" y="51"/>
                </a:cubicBezTo>
                <a:cubicBezTo>
                  <a:pt x="852" y="50"/>
                  <a:pt x="852" y="49"/>
                  <a:pt x="852" y="49"/>
                </a:cubicBezTo>
                <a:cubicBezTo>
                  <a:pt x="851" y="49"/>
                  <a:pt x="851" y="49"/>
                  <a:pt x="851" y="49"/>
                </a:cubicBezTo>
                <a:cubicBezTo>
                  <a:pt x="850" y="49"/>
                  <a:pt x="850" y="48"/>
                  <a:pt x="850" y="48"/>
                </a:cubicBezTo>
                <a:cubicBezTo>
                  <a:pt x="849" y="48"/>
                  <a:pt x="849" y="49"/>
                  <a:pt x="849" y="49"/>
                </a:cubicBezTo>
                <a:cubicBezTo>
                  <a:pt x="848" y="49"/>
                  <a:pt x="848" y="50"/>
                  <a:pt x="847" y="50"/>
                </a:cubicBezTo>
                <a:cubicBezTo>
                  <a:pt x="846" y="50"/>
                  <a:pt x="846" y="49"/>
                  <a:pt x="845" y="49"/>
                </a:cubicBezTo>
                <a:cubicBezTo>
                  <a:pt x="845" y="49"/>
                  <a:pt x="845" y="49"/>
                  <a:pt x="844" y="49"/>
                </a:cubicBezTo>
                <a:cubicBezTo>
                  <a:pt x="844" y="49"/>
                  <a:pt x="844" y="49"/>
                  <a:pt x="844" y="48"/>
                </a:cubicBezTo>
                <a:cubicBezTo>
                  <a:pt x="844" y="46"/>
                  <a:pt x="844" y="46"/>
                  <a:pt x="844" y="46"/>
                </a:cubicBezTo>
                <a:cubicBezTo>
                  <a:pt x="844" y="46"/>
                  <a:pt x="844" y="46"/>
                  <a:pt x="844" y="46"/>
                </a:cubicBezTo>
                <a:cubicBezTo>
                  <a:pt x="843" y="46"/>
                  <a:pt x="843" y="46"/>
                  <a:pt x="842" y="46"/>
                </a:cubicBezTo>
                <a:cubicBezTo>
                  <a:pt x="842" y="46"/>
                  <a:pt x="841" y="46"/>
                  <a:pt x="841" y="46"/>
                </a:cubicBezTo>
                <a:cubicBezTo>
                  <a:pt x="841" y="46"/>
                  <a:pt x="840" y="46"/>
                  <a:pt x="840" y="46"/>
                </a:cubicBezTo>
                <a:cubicBezTo>
                  <a:pt x="840" y="45"/>
                  <a:pt x="840" y="45"/>
                  <a:pt x="840" y="45"/>
                </a:cubicBezTo>
                <a:cubicBezTo>
                  <a:pt x="841" y="44"/>
                  <a:pt x="841" y="44"/>
                  <a:pt x="842" y="43"/>
                </a:cubicBezTo>
                <a:cubicBezTo>
                  <a:pt x="842" y="42"/>
                  <a:pt x="842" y="42"/>
                  <a:pt x="842" y="42"/>
                </a:cubicBezTo>
                <a:cubicBezTo>
                  <a:pt x="833" y="40"/>
                  <a:pt x="833" y="40"/>
                  <a:pt x="833" y="40"/>
                </a:cubicBezTo>
                <a:cubicBezTo>
                  <a:pt x="833" y="40"/>
                  <a:pt x="833" y="40"/>
                  <a:pt x="832" y="40"/>
                </a:cubicBezTo>
                <a:cubicBezTo>
                  <a:pt x="832" y="41"/>
                  <a:pt x="832" y="41"/>
                  <a:pt x="831" y="41"/>
                </a:cubicBezTo>
                <a:cubicBezTo>
                  <a:pt x="831" y="42"/>
                  <a:pt x="831" y="43"/>
                  <a:pt x="831" y="43"/>
                </a:cubicBezTo>
                <a:cubicBezTo>
                  <a:pt x="831" y="44"/>
                  <a:pt x="831" y="44"/>
                  <a:pt x="831" y="44"/>
                </a:cubicBezTo>
                <a:cubicBezTo>
                  <a:pt x="831" y="45"/>
                  <a:pt x="831" y="45"/>
                  <a:pt x="831" y="45"/>
                </a:cubicBezTo>
                <a:cubicBezTo>
                  <a:pt x="831" y="46"/>
                  <a:pt x="832" y="46"/>
                  <a:pt x="832" y="47"/>
                </a:cubicBezTo>
                <a:cubicBezTo>
                  <a:pt x="832" y="47"/>
                  <a:pt x="832" y="48"/>
                  <a:pt x="831" y="48"/>
                </a:cubicBezTo>
                <a:cubicBezTo>
                  <a:pt x="831" y="49"/>
                  <a:pt x="830" y="49"/>
                  <a:pt x="830" y="49"/>
                </a:cubicBezTo>
                <a:cubicBezTo>
                  <a:pt x="829" y="49"/>
                  <a:pt x="829" y="49"/>
                  <a:pt x="828" y="48"/>
                </a:cubicBezTo>
                <a:cubicBezTo>
                  <a:pt x="828" y="48"/>
                  <a:pt x="828" y="47"/>
                  <a:pt x="828" y="46"/>
                </a:cubicBezTo>
                <a:cubicBezTo>
                  <a:pt x="828" y="45"/>
                  <a:pt x="828" y="45"/>
                  <a:pt x="828" y="45"/>
                </a:cubicBezTo>
                <a:cubicBezTo>
                  <a:pt x="828" y="45"/>
                  <a:pt x="827" y="45"/>
                  <a:pt x="827" y="44"/>
                </a:cubicBezTo>
                <a:cubicBezTo>
                  <a:pt x="827" y="43"/>
                  <a:pt x="827" y="43"/>
                  <a:pt x="827" y="43"/>
                </a:cubicBezTo>
                <a:cubicBezTo>
                  <a:pt x="827" y="43"/>
                  <a:pt x="827" y="42"/>
                  <a:pt x="827" y="42"/>
                </a:cubicBezTo>
                <a:cubicBezTo>
                  <a:pt x="825" y="42"/>
                  <a:pt x="825" y="42"/>
                  <a:pt x="825" y="42"/>
                </a:cubicBezTo>
                <a:cubicBezTo>
                  <a:pt x="825" y="42"/>
                  <a:pt x="824" y="42"/>
                  <a:pt x="823" y="43"/>
                </a:cubicBezTo>
                <a:cubicBezTo>
                  <a:pt x="823" y="43"/>
                  <a:pt x="823" y="43"/>
                  <a:pt x="823" y="43"/>
                </a:cubicBezTo>
                <a:cubicBezTo>
                  <a:pt x="823" y="44"/>
                  <a:pt x="822" y="44"/>
                  <a:pt x="822" y="44"/>
                </a:cubicBezTo>
                <a:cubicBezTo>
                  <a:pt x="822" y="44"/>
                  <a:pt x="821" y="45"/>
                  <a:pt x="821" y="45"/>
                </a:cubicBezTo>
                <a:cubicBezTo>
                  <a:pt x="818" y="45"/>
                  <a:pt x="818" y="45"/>
                  <a:pt x="818" y="45"/>
                </a:cubicBezTo>
                <a:cubicBezTo>
                  <a:pt x="818" y="43"/>
                  <a:pt x="818" y="43"/>
                  <a:pt x="818" y="43"/>
                </a:cubicBezTo>
                <a:cubicBezTo>
                  <a:pt x="818" y="43"/>
                  <a:pt x="818" y="42"/>
                  <a:pt x="818" y="42"/>
                </a:cubicBezTo>
                <a:cubicBezTo>
                  <a:pt x="819" y="42"/>
                  <a:pt x="819" y="42"/>
                  <a:pt x="819" y="42"/>
                </a:cubicBezTo>
                <a:cubicBezTo>
                  <a:pt x="820" y="42"/>
                  <a:pt x="820" y="42"/>
                  <a:pt x="820" y="42"/>
                </a:cubicBezTo>
                <a:cubicBezTo>
                  <a:pt x="820" y="41"/>
                  <a:pt x="820" y="41"/>
                  <a:pt x="820" y="41"/>
                </a:cubicBezTo>
                <a:cubicBezTo>
                  <a:pt x="820" y="41"/>
                  <a:pt x="819" y="41"/>
                  <a:pt x="819" y="41"/>
                </a:cubicBezTo>
                <a:cubicBezTo>
                  <a:pt x="819" y="41"/>
                  <a:pt x="819" y="41"/>
                  <a:pt x="818" y="41"/>
                </a:cubicBezTo>
                <a:cubicBezTo>
                  <a:pt x="818" y="42"/>
                  <a:pt x="818" y="42"/>
                  <a:pt x="817" y="42"/>
                </a:cubicBezTo>
                <a:cubicBezTo>
                  <a:pt x="817" y="42"/>
                  <a:pt x="817" y="42"/>
                  <a:pt x="817" y="43"/>
                </a:cubicBezTo>
                <a:cubicBezTo>
                  <a:pt x="811" y="43"/>
                  <a:pt x="811" y="43"/>
                  <a:pt x="811" y="43"/>
                </a:cubicBezTo>
                <a:cubicBezTo>
                  <a:pt x="810" y="43"/>
                  <a:pt x="810" y="43"/>
                  <a:pt x="810" y="43"/>
                </a:cubicBezTo>
                <a:cubicBezTo>
                  <a:pt x="809" y="43"/>
                  <a:pt x="808" y="43"/>
                  <a:pt x="808" y="43"/>
                </a:cubicBezTo>
                <a:cubicBezTo>
                  <a:pt x="807" y="43"/>
                  <a:pt x="807" y="44"/>
                  <a:pt x="807" y="44"/>
                </a:cubicBezTo>
                <a:cubicBezTo>
                  <a:pt x="807" y="44"/>
                  <a:pt x="807" y="45"/>
                  <a:pt x="807" y="46"/>
                </a:cubicBezTo>
                <a:cubicBezTo>
                  <a:pt x="807" y="46"/>
                  <a:pt x="807" y="46"/>
                  <a:pt x="808" y="47"/>
                </a:cubicBezTo>
                <a:cubicBezTo>
                  <a:pt x="808" y="47"/>
                  <a:pt x="808" y="47"/>
                  <a:pt x="809" y="48"/>
                </a:cubicBezTo>
                <a:cubicBezTo>
                  <a:pt x="810" y="48"/>
                  <a:pt x="810" y="47"/>
                  <a:pt x="811" y="48"/>
                </a:cubicBezTo>
                <a:cubicBezTo>
                  <a:pt x="812" y="48"/>
                  <a:pt x="812" y="48"/>
                  <a:pt x="812" y="48"/>
                </a:cubicBezTo>
                <a:cubicBezTo>
                  <a:pt x="812" y="48"/>
                  <a:pt x="812" y="48"/>
                  <a:pt x="812" y="49"/>
                </a:cubicBezTo>
                <a:cubicBezTo>
                  <a:pt x="812" y="49"/>
                  <a:pt x="812" y="49"/>
                  <a:pt x="812" y="50"/>
                </a:cubicBezTo>
                <a:cubicBezTo>
                  <a:pt x="812" y="50"/>
                  <a:pt x="811" y="50"/>
                  <a:pt x="811" y="50"/>
                </a:cubicBezTo>
                <a:cubicBezTo>
                  <a:pt x="811" y="51"/>
                  <a:pt x="811" y="51"/>
                  <a:pt x="811" y="52"/>
                </a:cubicBezTo>
                <a:cubicBezTo>
                  <a:pt x="812" y="52"/>
                  <a:pt x="812" y="52"/>
                  <a:pt x="812" y="52"/>
                </a:cubicBezTo>
                <a:cubicBezTo>
                  <a:pt x="813" y="53"/>
                  <a:pt x="813" y="53"/>
                  <a:pt x="813" y="54"/>
                </a:cubicBezTo>
                <a:cubicBezTo>
                  <a:pt x="813" y="55"/>
                  <a:pt x="812" y="55"/>
                  <a:pt x="812" y="56"/>
                </a:cubicBezTo>
                <a:cubicBezTo>
                  <a:pt x="812" y="55"/>
                  <a:pt x="811" y="55"/>
                  <a:pt x="811" y="55"/>
                </a:cubicBezTo>
                <a:cubicBezTo>
                  <a:pt x="811" y="55"/>
                  <a:pt x="810" y="55"/>
                  <a:pt x="810" y="55"/>
                </a:cubicBezTo>
                <a:cubicBezTo>
                  <a:pt x="810" y="54"/>
                  <a:pt x="810" y="54"/>
                  <a:pt x="810" y="54"/>
                </a:cubicBezTo>
                <a:cubicBezTo>
                  <a:pt x="810" y="53"/>
                  <a:pt x="810" y="53"/>
                  <a:pt x="809" y="52"/>
                </a:cubicBezTo>
                <a:cubicBezTo>
                  <a:pt x="809" y="52"/>
                  <a:pt x="809" y="52"/>
                  <a:pt x="809" y="52"/>
                </a:cubicBezTo>
                <a:cubicBezTo>
                  <a:pt x="808" y="52"/>
                  <a:pt x="808" y="51"/>
                  <a:pt x="808" y="51"/>
                </a:cubicBezTo>
                <a:cubicBezTo>
                  <a:pt x="807" y="51"/>
                  <a:pt x="807" y="51"/>
                  <a:pt x="807" y="51"/>
                </a:cubicBezTo>
                <a:cubicBezTo>
                  <a:pt x="807" y="52"/>
                  <a:pt x="807" y="52"/>
                  <a:pt x="808" y="53"/>
                </a:cubicBezTo>
                <a:cubicBezTo>
                  <a:pt x="808" y="53"/>
                  <a:pt x="808" y="54"/>
                  <a:pt x="808" y="54"/>
                </a:cubicBezTo>
                <a:cubicBezTo>
                  <a:pt x="808" y="54"/>
                  <a:pt x="808" y="55"/>
                  <a:pt x="808" y="55"/>
                </a:cubicBezTo>
                <a:cubicBezTo>
                  <a:pt x="808" y="56"/>
                  <a:pt x="808" y="56"/>
                  <a:pt x="809" y="56"/>
                </a:cubicBezTo>
                <a:cubicBezTo>
                  <a:pt x="809" y="56"/>
                  <a:pt x="809" y="57"/>
                  <a:pt x="810" y="57"/>
                </a:cubicBezTo>
                <a:cubicBezTo>
                  <a:pt x="810" y="57"/>
                  <a:pt x="811" y="58"/>
                  <a:pt x="812" y="58"/>
                </a:cubicBezTo>
                <a:cubicBezTo>
                  <a:pt x="812" y="58"/>
                  <a:pt x="812" y="57"/>
                  <a:pt x="813" y="57"/>
                </a:cubicBezTo>
                <a:cubicBezTo>
                  <a:pt x="813" y="57"/>
                  <a:pt x="813" y="56"/>
                  <a:pt x="813" y="56"/>
                </a:cubicBezTo>
                <a:cubicBezTo>
                  <a:pt x="813" y="55"/>
                  <a:pt x="813" y="55"/>
                  <a:pt x="813" y="55"/>
                </a:cubicBezTo>
                <a:cubicBezTo>
                  <a:pt x="814" y="55"/>
                  <a:pt x="814" y="54"/>
                  <a:pt x="815" y="55"/>
                </a:cubicBezTo>
                <a:cubicBezTo>
                  <a:pt x="816" y="55"/>
                  <a:pt x="815" y="56"/>
                  <a:pt x="816" y="57"/>
                </a:cubicBezTo>
                <a:cubicBezTo>
                  <a:pt x="816" y="57"/>
                  <a:pt x="816" y="57"/>
                  <a:pt x="817" y="57"/>
                </a:cubicBezTo>
                <a:cubicBezTo>
                  <a:pt x="817" y="58"/>
                  <a:pt x="817" y="58"/>
                  <a:pt x="818" y="58"/>
                </a:cubicBezTo>
                <a:cubicBezTo>
                  <a:pt x="818" y="58"/>
                  <a:pt x="819" y="58"/>
                  <a:pt x="819" y="58"/>
                </a:cubicBezTo>
                <a:cubicBezTo>
                  <a:pt x="820" y="58"/>
                  <a:pt x="820" y="58"/>
                  <a:pt x="820" y="58"/>
                </a:cubicBezTo>
                <a:cubicBezTo>
                  <a:pt x="821" y="58"/>
                  <a:pt x="821" y="58"/>
                  <a:pt x="821" y="58"/>
                </a:cubicBezTo>
                <a:cubicBezTo>
                  <a:pt x="822" y="58"/>
                  <a:pt x="822" y="57"/>
                  <a:pt x="822" y="57"/>
                </a:cubicBezTo>
                <a:cubicBezTo>
                  <a:pt x="822" y="57"/>
                  <a:pt x="822" y="56"/>
                  <a:pt x="822" y="56"/>
                </a:cubicBezTo>
                <a:cubicBezTo>
                  <a:pt x="822" y="56"/>
                  <a:pt x="822" y="55"/>
                  <a:pt x="823" y="55"/>
                </a:cubicBezTo>
                <a:cubicBezTo>
                  <a:pt x="823" y="55"/>
                  <a:pt x="823" y="55"/>
                  <a:pt x="824" y="55"/>
                </a:cubicBezTo>
                <a:cubicBezTo>
                  <a:pt x="824" y="55"/>
                  <a:pt x="824" y="55"/>
                  <a:pt x="825" y="55"/>
                </a:cubicBezTo>
                <a:cubicBezTo>
                  <a:pt x="825" y="54"/>
                  <a:pt x="824" y="54"/>
                  <a:pt x="824" y="54"/>
                </a:cubicBezTo>
                <a:cubicBezTo>
                  <a:pt x="824" y="52"/>
                  <a:pt x="824" y="52"/>
                  <a:pt x="824" y="52"/>
                </a:cubicBezTo>
                <a:cubicBezTo>
                  <a:pt x="826" y="52"/>
                  <a:pt x="826" y="52"/>
                  <a:pt x="826" y="52"/>
                </a:cubicBezTo>
                <a:cubicBezTo>
                  <a:pt x="827" y="52"/>
                  <a:pt x="827" y="52"/>
                  <a:pt x="827" y="53"/>
                </a:cubicBezTo>
                <a:cubicBezTo>
                  <a:pt x="827" y="53"/>
                  <a:pt x="827" y="53"/>
                  <a:pt x="827" y="54"/>
                </a:cubicBezTo>
                <a:cubicBezTo>
                  <a:pt x="827" y="54"/>
                  <a:pt x="827" y="55"/>
                  <a:pt x="827" y="56"/>
                </a:cubicBezTo>
                <a:cubicBezTo>
                  <a:pt x="831" y="56"/>
                  <a:pt x="831" y="56"/>
                  <a:pt x="831" y="56"/>
                </a:cubicBezTo>
                <a:cubicBezTo>
                  <a:pt x="833" y="54"/>
                  <a:pt x="833" y="54"/>
                  <a:pt x="833" y="54"/>
                </a:cubicBezTo>
                <a:cubicBezTo>
                  <a:pt x="834" y="55"/>
                  <a:pt x="834" y="55"/>
                  <a:pt x="834" y="55"/>
                </a:cubicBezTo>
                <a:cubicBezTo>
                  <a:pt x="834" y="56"/>
                  <a:pt x="834" y="56"/>
                  <a:pt x="834" y="57"/>
                </a:cubicBezTo>
                <a:moveTo>
                  <a:pt x="1419" y="210"/>
                </a:moveTo>
                <a:cubicBezTo>
                  <a:pt x="1419" y="210"/>
                  <a:pt x="1420" y="210"/>
                  <a:pt x="1420" y="210"/>
                </a:cubicBezTo>
                <a:cubicBezTo>
                  <a:pt x="1420" y="210"/>
                  <a:pt x="1421" y="209"/>
                  <a:pt x="1421" y="209"/>
                </a:cubicBezTo>
                <a:cubicBezTo>
                  <a:pt x="1433" y="209"/>
                  <a:pt x="1433" y="209"/>
                  <a:pt x="1433" y="209"/>
                </a:cubicBezTo>
                <a:cubicBezTo>
                  <a:pt x="1433" y="207"/>
                  <a:pt x="1433" y="207"/>
                  <a:pt x="1433" y="207"/>
                </a:cubicBezTo>
                <a:cubicBezTo>
                  <a:pt x="1433" y="206"/>
                  <a:pt x="1433" y="206"/>
                  <a:pt x="1433" y="205"/>
                </a:cubicBezTo>
                <a:cubicBezTo>
                  <a:pt x="1434" y="205"/>
                  <a:pt x="1434" y="205"/>
                  <a:pt x="1434" y="204"/>
                </a:cubicBezTo>
                <a:cubicBezTo>
                  <a:pt x="1435" y="205"/>
                  <a:pt x="1435" y="205"/>
                  <a:pt x="1435" y="205"/>
                </a:cubicBezTo>
                <a:cubicBezTo>
                  <a:pt x="1436" y="206"/>
                  <a:pt x="1436" y="206"/>
                  <a:pt x="1437" y="206"/>
                </a:cubicBezTo>
                <a:cubicBezTo>
                  <a:pt x="1438" y="206"/>
                  <a:pt x="1438" y="206"/>
                  <a:pt x="1439" y="206"/>
                </a:cubicBezTo>
                <a:cubicBezTo>
                  <a:pt x="1439" y="206"/>
                  <a:pt x="1440" y="206"/>
                  <a:pt x="1440" y="206"/>
                </a:cubicBezTo>
                <a:cubicBezTo>
                  <a:pt x="1441" y="206"/>
                  <a:pt x="1441" y="207"/>
                  <a:pt x="1441" y="207"/>
                </a:cubicBezTo>
                <a:cubicBezTo>
                  <a:pt x="1441" y="207"/>
                  <a:pt x="1442" y="207"/>
                  <a:pt x="1442" y="207"/>
                </a:cubicBezTo>
                <a:cubicBezTo>
                  <a:pt x="1442" y="207"/>
                  <a:pt x="1443" y="208"/>
                  <a:pt x="1443" y="208"/>
                </a:cubicBezTo>
                <a:cubicBezTo>
                  <a:pt x="1443" y="208"/>
                  <a:pt x="1443" y="209"/>
                  <a:pt x="1443" y="209"/>
                </a:cubicBezTo>
                <a:cubicBezTo>
                  <a:pt x="1443" y="209"/>
                  <a:pt x="1442" y="209"/>
                  <a:pt x="1442" y="210"/>
                </a:cubicBezTo>
                <a:cubicBezTo>
                  <a:pt x="1442" y="211"/>
                  <a:pt x="1442" y="211"/>
                  <a:pt x="1442" y="212"/>
                </a:cubicBezTo>
                <a:cubicBezTo>
                  <a:pt x="1443" y="212"/>
                  <a:pt x="1443" y="212"/>
                  <a:pt x="1443" y="212"/>
                </a:cubicBezTo>
                <a:cubicBezTo>
                  <a:pt x="1448" y="212"/>
                  <a:pt x="1448" y="212"/>
                  <a:pt x="1448" y="212"/>
                </a:cubicBezTo>
                <a:cubicBezTo>
                  <a:pt x="1449" y="212"/>
                  <a:pt x="1449" y="211"/>
                  <a:pt x="1450" y="210"/>
                </a:cubicBezTo>
                <a:cubicBezTo>
                  <a:pt x="1450" y="210"/>
                  <a:pt x="1450" y="210"/>
                  <a:pt x="1451" y="209"/>
                </a:cubicBezTo>
                <a:cubicBezTo>
                  <a:pt x="1451" y="209"/>
                  <a:pt x="1451" y="208"/>
                  <a:pt x="1451" y="208"/>
                </a:cubicBezTo>
                <a:cubicBezTo>
                  <a:pt x="1453" y="208"/>
                  <a:pt x="1453" y="210"/>
                  <a:pt x="1454" y="211"/>
                </a:cubicBezTo>
                <a:cubicBezTo>
                  <a:pt x="1454" y="211"/>
                  <a:pt x="1455" y="211"/>
                  <a:pt x="1455" y="211"/>
                </a:cubicBezTo>
                <a:cubicBezTo>
                  <a:pt x="1455" y="211"/>
                  <a:pt x="1455" y="211"/>
                  <a:pt x="1455" y="210"/>
                </a:cubicBezTo>
                <a:cubicBezTo>
                  <a:pt x="1455" y="210"/>
                  <a:pt x="1455" y="210"/>
                  <a:pt x="1455" y="209"/>
                </a:cubicBezTo>
                <a:cubicBezTo>
                  <a:pt x="1456" y="210"/>
                  <a:pt x="1456" y="210"/>
                  <a:pt x="1456" y="210"/>
                </a:cubicBezTo>
                <a:cubicBezTo>
                  <a:pt x="1457" y="210"/>
                  <a:pt x="1457" y="210"/>
                  <a:pt x="1457" y="210"/>
                </a:cubicBezTo>
                <a:cubicBezTo>
                  <a:pt x="1460" y="210"/>
                  <a:pt x="1460" y="210"/>
                  <a:pt x="1460" y="210"/>
                </a:cubicBezTo>
                <a:cubicBezTo>
                  <a:pt x="1460" y="210"/>
                  <a:pt x="1460" y="210"/>
                  <a:pt x="1460" y="209"/>
                </a:cubicBezTo>
                <a:cubicBezTo>
                  <a:pt x="1460" y="209"/>
                  <a:pt x="1459" y="209"/>
                  <a:pt x="1459" y="208"/>
                </a:cubicBezTo>
                <a:cubicBezTo>
                  <a:pt x="1459" y="208"/>
                  <a:pt x="1459" y="208"/>
                  <a:pt x="1459" y="208"/>
                </a:cubicBezTo>
                <a:cubicBezTo>
                  <a:pt x="1458" y="208"/>
                  <a:pt x="1458" y="208"/>
                  <a:pt x="1457" y="208"/>
                </a:cubicBezTo>
                <a:cubicBezTo>
                  <a:pt x="1457" y="208"/>
                  <a:pt x="1457" y="208"/>
                  <a:pt x="1456" y="208"/>
                </a:cubicBezTo>
                <a:cubicBezTo>
                  <a:pt x="1456" y="205"/>
                  <a:pt x="1456" y="205"/>
                  <a:pt x="1456" y="205"/>
                </a:cubicBezTo>
                <a:cubicBezTo>
                  <a:pt x="1456" y="204"/>
                  <a:pt x="1457" y="204"/>
                  <a:pt x="1458" y="204"/>
                </a:cubicBezTo>
                <a:cubicBezTo>
                  <a:pt x="1458" y="203"/>
                  <a:pt x="1458" y="204"/>
                  <a:pt x="1459" y="204"/>
                </a:cubicBezTo>
                <a:cubicBezTo>
                  <a:pt x="1459" y="203"/>
                  <a:pt x="1459" y="203"/>
                  <a:pt x="1459" y="203"/>
                </a:cubicBezTo>
                <a:cubicBezTo>
                  <a:pt x="1460" y="202"/>
                  <a:pt x="1460" y="202"/>
                  <a:pt x="1460" y="202"/>
                </a:cubicBezTo>
                <a:cubicBezTo>
                  <a:pt x="1460" y="201"/>
                  <a:pt x="1460" y="201"/>
                  <a:pt x="1460" y="201"/>
                </a:cubicBezTo>
                <a:cubicBezTo>
                  <a:pt x="1461" y="200"/>
                  <a:pt x="1461" y="200"/>
                  <a:pt x="1461" y="200"/>
                </a:cubicBezTo>
                <a:cubicBezTo>
                  <a:pt x="1461" y="199"/>
                  <a:pt x="1462" y="199"/>
                  <a:pt x="1462" y="199"/>
                </a:cubicBezTo>
                <a:cubicBezTo>
                  <a:pt x="1462" y="199"/>
                  <a:pt x="1463" y="199"/>
                  <a:pt x="1463" y="199"/>
                </a:cubicBezTo>
                <a:cubicBezTo>
                  <a:pt x="1464" y="198"/>
                  <a:pt x="1464" y="198"/>
                  <a:pt x="1464" y="198"/>
                </a:cubicBezTo>
                <a:cubicBezTo>
                  <a:pt x="1464" y="198"/>
                  <a:pt x="1464" y="198"/>
                  <a:pt x="1465" y="197"/>
                </a:cubicBezTo>
                <a:cubicBezTo>
                  <a:pt x="1465" y="196"/>
                  <a:pt x="1466" y="196"/>
                  <a:pt x="1467" y="195"/>
                </a:cubicBezTo>
                <a:cubicBezTo>
                  <a:pt x="1468" y="194"/>
                  <a:pt x="1468" y="193"/>
                  <a:pt x="1469" y="192"/>
                </a:cubicBezTo>
                <a:cubicBezTo>
                  <a:pt x="1470" y="192"/>
                  <a:pt x="1471" y="191"/>
                  <a:pt x="1472" y="191"/>
                </a:cubicBezTo>
                <a:cubicBezTo>
                  <a:pt x="1472" y="191"/>
                  <a:pt x="1473" y="191"/>
                  <a:pt x="1473" y="191"/>
                </a:cubicBezTo>
                <a:cubicBezTo>
                  <a:pt x="1474" y="192"/>
                  <a:pt x="1474" y="192"/>
                  <a:pt x="1474" y="192"/>
                </a:cubicBezTo>
                <a:cubicBezTo>
                  <a:pt x="1475" y="192"/>
                  <a:pt x="1475" y="192"/>
                  <a:pt x="1475" y="192"/>
                </a:cubicBezTo>
                <a:cubicBezTo>
                  <a:pt x="1475" y="192"/>
                  <a:pt x="1475" y="192"/>
                  <a:pt x="1476" y="191"/>
                </a:cubicBezTo>
                <a:cubicBezTo>
                  <a:pt x="1476" y="191"/>
                  <a:pt x="1476" y="191"/>
                  <a:pt x="1477" y="191"/>
                </a:cubicBezTo>
                <a:cubicBezTo>
                  <a:pt x="1477" y="191"/>
                  <a:pt x="1477" y="191"/>
                  <a:pt x="1477" y="191"/>
                </a:cubicBezTo>
                <a:cubicBezTo>
                  <a:pt x="1478" y="191"/>
                  <a:pt x="1478" y="191"/>
                  <a:pt x="1478" y="191"/>
                </a:cubicBezTo>
                <a:cubicBezTo>
                  <a:pt x="1478" y="192"/>
                  <a:pt x="1478" y="192"/>
                  <a:pt x="1479" y="192"/>
                </a:cubicBezTo>
                <a:cubicBezTo>
                  <a:pt x="1479" y="193"/>
                  <a:pt x="1479" y="193"/>
                  <a:pt x="1480" y="193"/>
                </a:cubicBezTo>
                <a:cubicBezTo>
                  <a:pt x="1480" y="193"/>
                  <a:pt x="1480" y="193"/>
                  <a:pt x="1481" y="193"/>
                </a:cubicBezTo>
                <a:cubicBezTo>
                  <a:pt x="1481" y="193"/>
                  <a:pt x="1481" y="193"/>
                  <a:pt x="1481" y="193"/>
                </a:cubicBezTo>
                <a:cubicBezTo>
                  <a:pt x="1481" y="194"/>
                  <a:pt x="1481" y="194"/>
                  <a:pt x="1481" y="195"/>
                </a:cubicBezTo>
                <a:cubicBezTo>
                  <a:pt x="1481" y="195"/>
                  <a:pt x="1481" y="195"/>
                  <a:pt x="1481" y="195"/>
                </a:cubicBezTo>
                <a:cubicBezTo>
                  <a:pt x="1481" y="196"/>
                  <a:pt x="1481" y="196"/>
                  <a:pt x="1481" y="196"/>
                </a:cubicBezTo>
                <a:cubicBezTo>
                  <a:pt x="1481" y="196"/>
                  <a:pt x="1482" y="196"/>
                  <a:pt x="1482" y="197"/>
                </a:cubicBezTo>
                <a:cubicBezTo>
                  <a:pt x="1482" y="197"/>
                  <a:pt x="1482" y="197"/>
                  <a:pt x="1482" y="198"/>
                </a:cubicBezTo>
                <a:cubicBezTo>
                  <a:pt x="1482" y="198"/>
                  <a:pt x="1482" y="199"/>
                  <a:pt x="1482" y="199"/>
                </a:cubicBezTo>
                <a:cubicBezTo>
                  <a:pt x="1483" y="200"/>
                  <a:pt x="1483" y="200"/>
                  <a:pt x="1483" y="200"/>
                </a:cubicBezTo>
                <a:cubicBezTo>
                  <a:pt x="1484" y="200"/>
                  <a:pt x="1484" y="199"/>
                  <a:pt x="1484" y="199"/>
                </a:cubicBezTo>
                <a:cubicBezTo>
                  <a:pt x="1485" y="199"/>
                  <a:pt x="1485" y="199"/>
                  <a:pt x="1485" y="198"/>
                </a:cubicBezTo>
                <a:cubicBezTo>
                  <a:pt x="1486" y="198"/>
                  <a:pt x="1486" y="197"/>
                  <a:pt x="1487" y="197"/>
                </a:cubicBezTo>
                <a:cubicBezTo>
                  <a:pt x="1487" y="197"/>
                  <a:pt x="1488" y="197"/>
                  <a:pt x="1488" y="197"/>
                </a:cubicBezTo>
                <a:cubicBezTo>
                  <a:pt x="1488" y="196"/>
                  <a:pt x="1489" y="196"/>
                  <a:pt x="1489" y="196"/>
                </a:cubicBezTo>
                <a:cubicBezTo>
                  <a:pt x="1489" y="196"/>
                  <a:pt x="1490" y="195"/>
                  <a:pt x="1490" y="195"/>
                </a:cubicBezTo>
                <a:cubicBezTo>
                  <a:pt x="1490" y="195"/>
                  <a:pt x="1490" y="194"/>
                  <a:pt x="1491" y="194"/>
                </a:cubicBezTo>
                <a:cubicBezTo>
                  <a:pt x="1491" y="194"/>
                  <a:pt x="1491" y="193"/>
                  <a:pt x="1491" y="193"/>
                </a:cubicBezTo>
                <a:cubicBezTo>
                  <a:pt x="1492" y="193"/>
                  <a:pt x="1493" y="193"/>
                  <a:pt x="1493" y="193"/>
                </a:cubicBezTo>
                <a:cubicBezTo>
                  <a:pt x="1494" y="193"/>
                  <a:pt x="1494" y="193"/>
                  <a:pt x="1494" y="193"/>
                </a:cubicBezTo>
                <a:cubicBezTo>
                  <a:pt x="1495" y="193"/>
                  <a:pt x="1495" y="192"/>
                  <a:pt x="1495" y="192"/>
                </a:cubicBezTo>
                <a:cubicBezTo>
                  <a:pt x="1495" y="192"/>
                  <a:pt x="1495" y="191"/>
                  <a:pt x="1495" y="191"/>
                </a:cubicBezTo>
                <a:cubicBezTo>
                  <a:pt x="1495" y="191"/>
                  <a:pt x="1496" y="190"/>
                  <a:pt x="1496" y="190"/>
                </a:cubicBezTo>
                <a:cubicBezTo>
                  <a:pt x="1496" y="189"/>
                  <a:pt x="1496" y="189"/>
                  <a:pt x="1496" y="188"/>
                </a:cubicBezTo>
                <a:cubicBezTo>
                  <a:pt x="1496" y="187"/>
                  <a:pt x="1496" y="187"/>
                  <a:pt x="1496" y="186"/>
                </a:cubicBezTo>
                <a:cubicBezTo>
                  <a:pt x="1497" y="186"/>
                  <a:pt x="1497" y="186"/>
                  <a:pt x="1498" y="186"/>
                </a:cubicBezTo>
                <a:cubicBezTo>
                  <a:pt x="1499" y="186"/>
                  <a:pt x="1499" y="186"/>
                  <a:pt x="1500" y="186"/>
                </a:cubicBezTo>
                <a:cubicBezTo>
                  <a:pt x="1505" y="186"/>
                  <a:pt x="1505" y="186"/>
                  <a:pt x="1505" y="186"/>
                </a:cubicBezTo>
                <a:cubicBezTo>
                  <a:pt x="1505" y="187"/>
                  <a:pt x="1505" y="187"/>
                  <a:pt x="1505" y="187"/>
                </a:cubicBezTo>
                <a:cubicBezTo>
                  <a:pt x="1504" y="187"/>
                  <a:pt x="1504" y="188"/>
                  <a:pt x="1504" y="188"/>
                </a:cubicBezTo>
                <a:cubicBezTo>
                  <a:pt x="1502" y="189"/>
                  <a:pt x="1502" y="189"/>
                  <a:pt x="1502" y="189"/>
                </a:cubicBezTo>
                <a:cubicBezTo>
                  <a:pt x="1501" y="189"/>
                  <a:pt x="1501" y="189"/>
                  <a:pt x="1501" y="189"/>
                </a:cubicBezTo>
                <a:cubicBezTo>
                  <a:pt x="1500" y="189"/>
                  <a:pt x="1500" y="190"/>
                  <a:pt x="1500" y="190"/>
                </a:cubicBezTo>
                <a:cubicBezTo>
                  <a:pt x="1500" y="190"/>
                  <a:pt x="1500" y="191"/>
                  <a:pt x="1499" y="191"/>
                </a:cubicBezTo>
                <a:cubicBezTo>
                  <a:pt x="1499" y="191"/>
                  <a:pt x="1499" y="192"/>
                  <a:pt x="1499" y="192"/>
                </a:cubicBezTo>
                <a:cubicBezTo>
                  <a:pt x="1499" y="192"/>
                  <a:pt x="1499" y="193"/>
                  <a:pt x="1499" y="193"/>
                </a:cubicBezTo>
                <a:cubicBezTo>
                  <a:pt x="1499" y="193"/>
                  <a:pt x="1499" y="194"/>
                  <a:pt x="1499" y="194"/>
                </a:cubicBezTo>
                <a:cubicBezTo>
                  <a:pt x="1499" y="195"/>
                  <a:pt x="1498" y="195"/>
                  <a:pt x="1498" y="196"/>
                </a:cubicBezTo>
                <a:cubicBezTo>
                  <a:pt x="1498" y="196"/>
                  <a:pt x="1498" y="197"/>
                  <a:pt x="1498" y="197"/>
                </a:cubicBezTo>
                <a:cubicBezTo>
                  <a:pt x="1498" y="197"/>
                  <a:pt x="1498" y="198"/>
                  <a:pt x="1498" y="198"/>
                </a:cubicBezTo>
                <a:cubicBezTo>
                  <a:pt x="1497" y="198"/>
                  <a:pt x="1497" y="199"/>
                  <a:pt x="1497" y="199"/>
                </a:cubicBezTo>
                <a:cubicBezTo>
                  <a:pt x="1497" y="199"/>
                  <a:pt x="1496" y="199"/>
                  <a:pt x="1496" y="199"/>
                </a:cubicBezTo>
                <a:cubicBezTo>
                  <a:pt x="1496" y="199"/>
                  <a:pt x="1495" y="199"/>
                  <a:pt x="1495" y="199"/>
                </a:cubicBezTo>
                <a:cubicBezTo>
                  <a:pt x="1494" y="200"/>
                  <a:pt x="1494" y="199"/>
                  <a:pt x="1494" y="200"/>
                </a:cubicBezTo>
                <a:cubicBezTo>
                  <a:pt x="1494" y="200"/>
                  <a:pt x="1494" y="200"/>
                  <a:pt x="1494" y="201"/>
                </a:cubicBezTo>
                <a:cubicBezTo>
                  <a:pt x="1493" y="201"/>
                  <a:pt x="1493" y="201"/>
                  <a:pt x="1493" y="202"/>
                </a:cubicBezTo>
                <a:cubicBezTo>
                  <a:pt x="1493" y="202"/>
                  <a:pt x="1492" y="203"/>
                  <a:pt x="1491" y="203"/>
                </a:cubicBezTo>
                <a:cubicBezTo>
                  <a:pt x="1490" y="204"/>
                  <a:pt x="1490" y="204"/>
                  <a:pt x="1489" y="205"/>
                </a:cubicBezTo>
                <a:cubicBezTo>
                  <a:pt x="1487" y="206"/>
                  <a:pt x="1487" y="206"/>
                  <a:pt x="1486" y="207"/>
                </a:cubicBezTo>
                <a:cubicBezTo>
                  <a:pt x="1484" y="208"/>
                  <a:pt x="1484" y="208"/>
                  <a:pt x="1483" y="209"/>
                </a:cubicBezTo>
                <a:cubicBezTo>
                  <a:pt x="1482" y="210"/>
                  <a:pt x="1481" y="211"/>
                  <a:pt x="1480" y="212"/>
                </a:cubicBezTo>
                <a:cubicBezTo>
                  <a:pt x="1480" y="212"/>
                  <a:pt x="1480" y="213"/>
                  <a:pt x="1480" y="213"/>
                </a:cubicBezTo>
                <a:cubicBezTo>
                  <a:pt x="1479" y="213"/>
                  <a:pt x="1478" y="214"/>
                  <a:pt x="1478" y="214"/>
                </a:cubicBezTo>
                <a:cubicBezTo>
                  <a:pt x="1478" y="214"/>
                  <a:pt x="1478" y="215"/>
                  <a:pt x="1477" y="215"/>
                </a:cubicBezTo>
                <a:cubicBezTo>
                  <a:pt x="1477" y="216"/>
                  <a:pt x="1477" y="216"/>
                  <a:pt x="1477" y="216"/>
                </a:cubicBezTo>
                <a:cubicBezTo>
                  <a:pt x="1476" y="216"/>
                  <a:pt x="1476" y="216"/>
                  <a:pt x="1476" y="216"/>
                </a:cubicBezTo>
                <a:cubicBezTo>
                  <a:pt x="1475" y="216"/>
                  <a:pt x="1475" y="216"/>
                  <a:pt x="1474" y="216"/>
                </a:cubicBezTo>
                <a:cubicBezTo>
                  <a:pt x="1474" y="216"/>
                  <a:pt x="1474" y="216"/>
                  <a:pt x="1473" y="217"/>
                </a:cubicBezTo>
                <a:cubicBezTo>
                  <a:pt x="1473" y="217"/>
                  <a:pt x="1473" y="217"/>
                  <a:pt x="1473" y="217"/>
                </a:cubicBezTo>
                <a:cubicBezTo>
                  <a:pt x="1472" y="217"/>
                  <a:pt x="1471" y="217"/>
                  <a:pt x="1470" y="218"/>
                </a:cubicBezTo>
                <a:cubicBezTo>
                  <a:pt x="1470" y="218"/>
                  <a:pt x="1470" y="218"/>
                  <a:pt x="1469" y="218"/>
                </a:cubicBezTo>
                <a:cubicBezTo>
                  <a:pt x="1469" y="218"/>
                  <a:pt x="1469" y="218"/>
                  <a:pt x="1468" y="218"/>
                </a:cubicBezTo>
                <a:cubicBezTo>
                  <a:pt x="1468" y="218"/>
                  <a:pt x="1468" y="218"/>
                  <a:pt x="1468" y="219"/>
                </a:cubicBezTo>
                <a:cubicBezTo>
                  <a:pt x="1467" y="219"/>
                  <a:pt x="1467" y="219"/>
                  <a:pt x="1467" y="220"/>
                </a:cubicBezTo>
                <a:cubicBezTo>
                  <a:pt x="1467" y="220"/>
                  <a:pt x="1468" y="220"/>
                  <a:pt x="1468" y="221"/>
                </a:cubicBezTo>
                <a:cubicBezTo>
                  <a:pt x="1468" y="222"/>
                  <a:pt x="1467" y="223"/>
                  <a:pt x="1467" y="224"/>
                </a:cubicBezTo>
                <a:cubicBezTo>
                  <a:pt x="1467" y="224"/>
                  <a:pt x="1466" y="224"/>
                  <a:pt x="1466" y="225"/>
                </a:cubicBezTo>
                <a:cubicBezTo>
                  <a:pt x="1466" y="225"/>
                  <a:pt x="1465" y="225"/>
                  <a:pt x="1465" y="225"/>
                </a:cubicBezTo>
                <a:cubicBezTo>
                  <a:pt x="1465" y="225"/>
                  <a:pt x="1465" y="226"/>
                  <a:pt x="1465" y="226"/>
                </a:cubicBezTo>
                <a:cubicBezTo>
                  <a:pt x="1465" y="227"/>
                  <a:pt x="1464" y="227"/>
                  <a:pt x="1464" y="227"/>
                </a:cubicBezTo>
                <a:cubicBezTo>
                  <a:pt x="1464" y="228"/>
                  <a:pt x="1464" y="228"/>
                  <a:pt x="1464" y="229"/>
                </a:cubicBezTo>
                <a:cubicBezTo>
                  <a:pt x="1464" y="229"/>
                  <a:pt x="1464" y="230"/>
                  <a:pt x="1464" y="230"/>
                </a:cubicBezTo>
                <a:cubicBezTo>
                  <a:pt x="1464" y="231"/>
                  <a:pt x="1463" y="232"/>
                  <a:pt x="1463" y="232"/>
                </a:cubicBezTo>
                <a:cubicBezTo>
                  <a:pt x="1463" y="233"/>
                  <a:pt x="1463" y="234"/>
                  <a:pt x="1463" y="234"/>
                </a:cubicBezTo>
                <a:cubicBezTo>
                  <a:pt x="1463" y="235"/>
                  <a:pt x="1463" y="236"/>
                  <a:pt x="1463" y="236"/>
                </a:cubicBezTo>
                <a:cubicBezTo>
                  <a:pt x="1463" y="240"/>
                  <a:pt x="1464" y="243"/>
                  <a:pt x="1464" y="247"/>
                </a:cubicBezTo>
                <a:cubicBezTo>
                  <a:pt x="1464" y="247"/>
                  <a:pt x="1464" y="247"/>
                  <a:pt x="1464" y="248"/>
                </a:cubicBezTo>
                <a:cubicBezTo>
                  <a:pt x="1463" y="248"/>
                  <a:pt x="1463" y="249"/>
                  <a:pt x="1463" y="249"/>
                </a:cubicBezTo>
                <a:cubicBezTo>
                  <a:pt x="1465" y="253"/>
                  <a:pt x="1465" y="253"/>
                  <a:pt x="1465" y="253"/>
                </a:cubicBezTo>
                <a:cubicBezTo>
                  <a:pt x="1465" y="260"/>
                  <a:pt x="1465" y="260"/>
                  <a:pt x="1465" y="260"/>
                </a:cubicBezTo>
                <a:cubicBezTo>
                  <a:pt x="1465" y="260"/>
                  <a:pt x="1466" y="261"/>
                  <a:pt x="1466" y="261"/>
                </a:cubicBezTo>
                <a:cubicBezTo>
                  <a:pt x="1467" y="261"/>
                  <a:pt x="1467" y="260"/>
                  <a:pt x="1467" y="260"/>
                </a:cubicBezTo>
                <a:cubicBezTo>
                  <a:pt x="1467" y="260"/>
                  <a:pt x="1468" y="260"/>
                  <a:pt x="1468" y="260"/>
                </a:cubicBezTo>
                <a:cubicBezTo>
                  <a:pt x="1468" y="260"/>
                  <a:pt x="1469" y="260"/>
                  <a:pt x="1469" y="260"/>
                </a:cubicBezTo>
                <a:cubicBezTo>
                  <a:pt x="1469" y="259"/>
                  <a:pt x="1470" y="259"/>
                  <a:pt x="1470" y="259"/>
                </a:cubicBezTo>
                <a:cubicBezTo>
                  <a:pt x="1471" y="259"/>
                  <a:pt x="1471" y="259"/>
                  <a:pt x="1472" y="259"/>
                </a:cubicBezTo>
                <a:cubicBezTo>
                  <a:pt x="1472" y="258"/>
                  <a:pt x="1471" y="258"/>
                  <a:pt x="1472" y="256"/>
                </a:cubicBezTo>
                <a:cubicBezTo>
                  <a:pt x="1472" y="256"/>
                  <a:pt x="1471" y="256"/>
                  <a:pt x="1472" y="256"/>
                </a:cubicBezTo>
                <a:cubicBezTo>
                  <a:pt x="1472" y="255"/>
                  <a:pt x="1472" y="255"/>
                  <a:pt x="1472" y="255"/>
                </a:cubicBezTo>
                <a:cubicBezTo>
                  <a:pt x="1473" y="254"/>
                  <a:pt x="1473" y="254"/>
                  <a:pt x="1473" y="254"/>
                </a:cubicBezTo>
                <a:cubicBezTo>
                  <a:pt x="1474" y="254"/>
                  <a:pt x="1474" y="254"/>
                  <a:pt x="1474" y="253"/>
                </a:cubicBezTo>
                <a:cubicBezTo>
                  <a:pt x="1474" y="253"/>
                  <a:pt x="1474" y="253"/>
                  <a:pt x="1475" y="252"/>
                </a:cubicBezTo>
                <a:cubicBezTo>
                  <a:pt x="1475" y="251"/>
                  <a:pt x="1475" y="251"/>
                  <a:pt x="1475" y="251"/>
                </a:cubicBezTo>
                <a:cubicBezTo>
                  <a:pt x="1475" y="251"/>
                  <a:pt x="1475" y="251"/>
                  <a:pt x="1476" y="250"/>
                </a:cubicBezTo>
                <a:cubicBezTo>
                  <a:pt x="1476" y="250"/>
                  <a:pt x="1476" y="249"/>
                  <a:pt x="1477" y="249"/>
                </a:cubicBezTo>
                <a:cubicBezTo>
                  <a:pt x="1477" y="249"/>
                  <a:pt x="1477" y="249"/>
                  <a:pt x="1477" y="249"/>
                </a:cubicBezTo>
                <a:cubicBezTo>
                  <a:pt x="1478" y="249"/>
                  <a:pt x="1478" y="250"/>
                  <a:pt x="1478" y="250"/>
                </a:cubicBezTo>
                <a:cubicBezTo>
                  <a:pt x="1479" y="250"/>
                  <a:pt x="1479" y="250"/>
                  <a:pt x="1479" y="250"/>
                </a:cubicBezTo>
                <a:cubicBezTo>
                  <a:pt x="1479" y="250"/>
                  <a:pt x="1480" y="250"/>
                  <a:pt x="1480" y="250"/>
                </a:cubicBezTo>
                <a:cubicBezTo>
                  <a:pt x="1480" y="250"/>
                  <a:pt x="1481" y="249"/>
                  <a:pt x="1481" y="249"/>
                </a:cubicBezTo>
                <a:cubicBezTo>
                  <a:pt x="1481" y="249"/>
                  <a:pt x="1481" y="248"/>
                  <a:pt x="1481" y="248"/>
                </a:cubicBezTo>
                <a:cubicBezTo>
                  <a:pt x="1481" y="243"/>
                  <a:pt x="1481" y="243"/>
                  <a:pt x="1481" y="243"/>
                </a:cubicBezTo>
                <a:cubicBezTo>
                  <a:pt x="1482" y="243"/>
                  <a:pt x="1482" y="242"/>
                  <a:pt x="1483" y="241"/>
                </a:cubicBezTo>
                <a:cubicBezTo>
                  <a:pt x="1483" y="241"/>
                  <a:pt x="1484" y="241"/>
                  <a:pt x="1484" y="241"/>
                </a:cubicBezTo>
                <a:cubicBezTo>
                  <a:pt x="1491" y="241"/>
                  <a:pt x="1491" y="241"/>
                  <a:pt x="1491" y="241"/>
                </a:cubicBezTo>
                <a:cubicBezTo>
                  <a:pt x="1491" y="238"/>
                  <a:pt x="1491" y="238"/>
                  <a:pt x="1491" y="238"/>
                </a:cubicBezTo>
                <a:cubicBezTo>
                  <a:pt x="1491" y="237"/>
                  <a:pt x="1490" y="237"/>
                  <a:pt x="1490" y="236"/>
                </a:cubicBezTo>
                <a:cubicBezTo>
                  <a:pt x="1490" y="236"/>
                  <a:pt x="1489" y="236"/>
                  <a:pt x="1489" y="235"/>
                </a:cubicBezTo>
                <a:cubicBezTo>
                  <a:pt x="1489" y="234"/>
                  <a:pt x="1489" y="234"/>
                  <a:pt x="1489" y="234"/>
                </a:cubicBezTo>
                <a:cubicBezTo>
                  <a:pt x="1489" y="233"/>
                  <a:pt x="1489" y="233"/>
                  <a:pt x="1489" y="233"/>
                </a:cubicBezTo>
                <a:cubicBezTo>
                  <a:pt x="1489" y="233"/>
                  <a:pt x="1490" y="233"/>
                  <a:pt x="1490" y="232"/>
                </a:cubicBezTo>
                <a:cubicBezTo>
                  <a:pt x="1490" y="232"/>
                  <a:pt x="1490" y="232"/>
                  <a:pt x="1491" y="231"/>
                </a:cubicBezTo>
                <a:cubicBezTo>
                  <a:pt x="1491" y="231"/>
                  <a:pt x="1491" y="231"/>
                  <a:pt x="1491" y="230"/>
                </a:cubicBezTo>
                <a:cubicBezTo>
                  <a:pt x="1491" y="230"/>
                  <a:pt x="1492" y="229"/>
                  <a:pt x="1492" y="229"/>
                </a:cubicBezTo>
                <a:cubicBezTo>
                  <a:pt x="1493" y="229"/>
                  <a:pt x="1493" y="229"/>
                  <a:pt x="1494" y="230"/>
                </a:cubicBezTo>
                <a:cubicBezTo>
                  <a:pt x="1494" y="230"/>
                  <a:pt x="1494" y="230"/>
                  <a:pt x="1494" y="230"/>
                </a:cubicBezTo>
                <a:cubicBezTo>
                  <a:pt x="1494" y="231"/>
                  <a:pt x="1494" y="231"/>
                  <a:pt x="1495" y="231"/>
                </a:cubicBezTo>
                <a:cubicBezTo>
                  <a:pt x="1497" y="231"/>
                  <a:pt x="1497" y="231"/>
                  <a:pt x="1497" y="231"/>
                </a:cubicBezTo>
                <a:cubicBezTo>
                  <a:pt x="1497" y="229"/>
                  <a:pt x="1497" y="229"/>
                  <a:pt x="1497" y="229"/>
                </a:cubicBezTo>
                <a:cubicBezTo>
                  <a:pt x="1497" y="229"/>
                  <a:pt x="1496" y="229"/>
                  <a:pt x="1496" y="228"/>
                </a:cubicBezTo>
                <a:cubicBezTo>
                  <a:pt x="1496" y="228"/>
                  <a:pt x="1495" y="227"/>
                  <a:pt x="1494" y="227"/>
                </a:cubicBezTo>
                <a:cubicBezTo>
                  <a:pt x="1494" y="226"/>
                  <a:pt x="1495" y="226"/>
                  <a:pt x="1494" y="226"/>
                </a:cubicBezTo>
                <a:cubicBezTo>
                  <a:pt x="1494" y="225"/>
                  <a:pt x="1495" y="225"/>
                  <a:pt x="1494" y="225"/>
                </a:cubicBezTo>
                <a:cubicBezTo>
                  <a:pt x="1494" y="224"/>
                  <a:pt x="1494" y="224"/>
                  <a:pt x="1494" y="224"/>
                </a:cubicBezTo>
                <a:cubicBezTo>
                  <a:pt x="1494" y="223"/>
                  <a:pt x="1494" y="223"/>
                  <a:pt x="1494" y="222"/>
                </a:cubicBezTo>
                <a:cubicBezTo>
                  <a:pt x="1494" y="221"/>
                  <a:pt x="1494" y="221"/>
                  <a:pt x="1494" y="221"/>
                </a:cubicBezTo>
                <a:cubicBezTo>
                  <a:pt x="1494" y="220"/>
                  <a:pt x="1494" y="221"/>
                  <a:pt x="1495" y="221"/>
                </a:cubicBezTo>
                <a:cubicBezTo>
                  <a:pt x="1495" y="220"/>
                  <a:pt x="1495" y="220"/>
                  <a:pt x="1496" y="220"/>
                </a:cubicBezTo>
                <a:cubicBezTo>
                  <a:pt x="1496" y="220"/>
                  <a:pt x="1496" y="219"/>
                  <a:pt x="1496" y="219"/>
                </a:cubicBezTo>
                <a:cubicBezTo>
                  <a:pt x="1496" y="219"/>
                  <a:pt x="1495" y="219"/>
                  <a:pt x="1495" y="218"/>
                </a:cubicBezTo>
                <a:cubicBezTo>
                  <a:pt x="1495" y="218"/>
                  <a:pt x="1494" y="218"/>
                  <a:pt x="1494" y="218"/>
                </a:cubicBezTo>
                <a:cubicBezTo>
                  <a:pt x="1494" y="218"/>
                  <a:pt x="1494" y="219"/>
                  <a:pt x="1493" y="219"/>
                </a:cubicBezTo>
                <a:cubicBezTo>
                  <a:pt x="1491" y="219"/>
                  <a:pt x="1491" y="219"/>
                  <a:pt x="1491" y="219"/>
                </a:cubicBezTo>
                <a:cubicBezTo>
                  <a:pt x="1491" y="218"/>
                  <a:pt x="1491" y="218"/>
                  <a:pt x="1491" y="217"/>
                </a:cubicBezTo>
                <a:cubicBezTo>
                  <a:pt x="1492" y="216"/>
                  <a:pt x="1492" y="216"/>
                  <a:pt x="1492" y="215"/>
                </a:cubicBezTo>
                <a:cubicBezTo>
                  <a:pt x="1492" y="215"/>
                  <a:pt x="1492" y="214"/>
                  <a:pt x="1493" y="214"/>
                </a:cubicBezTo>
                <a:cubicBezTo>
                  <a:pt x="1493" y="214"/>
                  <a:pt x="1493" y="213"/>
                  <a:pt x="1493" y="213"/>
                </a:cubicBezTo>
                <a:cubicBezTo>
                  <a:pt x="1494" y="213"/>
                  <a:pt x="1495" y="213"/>
                  <a:pt x="1495" y="212"/>
                </a:cubicBezTo>
                <a:cubicBezTo>
                  <a:pt x="1496" y="212"/>
                  <a:pt x="1496" y="212"/>
                  <a:pt x="1496" y="211"/>
                </a:cubicBezTo>
                <a:cubicBezTo>
                  <a:pt x="1496" y="211"/>
                  <a:pt x="1496" y="211"/>
                  <a:pt x="1496" y="210"/>
                </a:cubicBezTo>
                <a:cubicBezTo>
                  <a:pt x="1496" y="210"/>
                  <a:pt x="1497" y="210"/>
                  <a:pt x="1497" y="209"/>
                </a:cubicBezTo>
                <a:cubicBezTo>
                  <a:pt x="1497" y="209"/>
                  <a:pt x="1497" y="209"/>
                  <a:pt x="1497" y="208"/>
                </a:cubicBezTo>
                <a:cubicBezTo>
                  <a:pt x="1497" y="208"/>
                  <a:pt x="1497" y="207"/>
                  <a:pt x="1497" y="206"/>
                </a:cubicBezTo>
                <a:cubicBezTo>
                  <a:pt x="1497" y="206"/>
                  <a:pt x="1497" y="206"/>
                  <a:pt x="1497" y="205"/>
                </a:cubicBezTo>
                <a:cubicBezTo>
                  <a:pt x="1497" y="205"/>
                  <a:pt x="1497" y="205"/>
                  <a:pt x="1497" y="204"/>
                </a:cubicBezTo>
                <a:cubicBezTo>
                  <a:pt x="1498" y="204"/>
                  <a:pt x="1498" y="204"/>
                  <a:pt x="1498" y="204"/>
                </a:cubicBezTo>
                <a:cubicBezTo>
                  <a:pt x="1498" y="203"/>
                  <a:pt x="1499" y="203"/>
                  <a:pt x="1499" y="203"/>
                </a:cubicBezTo>
                <a:cubicBezTo>
                  <a:pt x="1499" y="203"/>
                  <a:pt x="1500" y="203"/>
                  <a:pt x="1500" y="203"/>
                </a:cubicBezTo>
                <a:cubicBezTo>
                  <a:pt x="1501" y="203"/>
                  <a:pt x="1501" y="204"/>
                  <a:pt x="1502" y="204"/>
                </a:cubicBezTo>
                <a:cubicBezTo>
                  <a:pt x="1502" y="204"/>
                  <a:pt x="1502" y="205"/>
                  <a:pt x="1502" y="205"/>
                </a:cubicBezTo>
                <a:cubicBezTo>
                  <a:pt x="1503" y="205"/>
                  <a:pt x="1503" y="206"/>
                  <a:pt x="1504" y="206"/>
                </a:cubicBezTo>
                <a:cubicBezTo>
                  <a:pt x="1504" y="206"/>
                  <a:pt x="1505" y="205"/>
                  <a:pt x="1505" y="205"/>
                </a:cubicBezTo>
                <a:cubicBezTo>
                  <a:pt x="1505" y="205"/>
                  <a:pt x="1506" y="205"/>
                  <a:pt x="1506" y="204"/>
                </a:cubicBezTo>
                <a:cubicBezTo>
                  <a:pt x="1506" y="204"/>
                  <a:pt x="1506" y="204"/>
                  <a:pt x="1507" y="203"/>
                </a:cubicBezTo>
                <a:cubicBezTo>
                  <a:pt x="1507" y="203"/>
                  <a:pt x="1507" y="203"/>
                  <a:pt x="1507" y="203"/>
                </a:cubicBezTo>
                <a:cubicBezTo>
                  <a:pt x="1508" y="203"/>
                  <a:pt x="1508" y="203"/>
                  <a:pt x="1508" y="204"/>
                </a:cubicBezTo>
                <a:cubicBezTo>
                  <a:pt x="1509" y="204"/>
                  <a:pt x="1508" y="204"/>
                  <a:pt x="1508" y="204"/>
                </a:cubicBezTo>
                <a:cubicBezTo>
                  <a:pt x="1509" y="205"/>
                  <a:pt x="1509" y="205"/>
                  <a:pt x="1509" y="205"/>
                </a:cubicBezTo>
                <a:cubicBezTo>
                  <a:pt x="1509" y="205"/>
                  <a:pt x="1510" y="205"/>
                  <a:pt x="1510" y="205"/>
                </a:cubicBezTo>
                <a:cubicBezTo>
                  <a:pt x="1511" y="205"/>
                  <a:pt x="1511" y="205"/>
                  <a:pt x="1511" y="205"/>
                </a:cubicBezTo>
                <a:cubicBezTo>
                  <a:pt x="1511" y="204"/>
                  <a:pt x="1512" y="204"/>
                  <a:pt x="1512" y="204"/>
                </a:cubicBezTo>
                <a:cubicBezTo>
                  <a:pt x="1513" y="203"/>
                  <a:pt x="1513" y="203"/>
                  <a:pt x="1513" y="202"/>
                </a:cubicBezTo>
                <a:cubicBezTo>
                  <a:pt x="1514" y="202"/>
                  <a:pt x="1514" y="201"/>
                  <a:pt x="1514" y="201"/>
                </a:cubicBezTo>
                <a:cubicBezTo>
                  <a:pt x="1515" y="201"/>
                  <a:pt x="1515" y="201"/>
                  <a:pt x="1516" y="201"/>
                </a:cubicBezTo>
                <a:cubicBezTo>
                  <a:pt x="1516" y="201"/>
                  <a:pt x="1516" y="201"/>
                  <a:pt x="1517" y="201"/>
                </a:cubicBezTo>
                <a:cubicBezTo>
                  <a:pt x="1517" y="201"/>
                  <a:pt x="1518" y="201"/>
                  <a:pt x="1518" y="201"/>
                </a:cubicBezTo>
                <a:cubicBezTo>
                  <a:pt x="1518" y="201"/>
                  <a:pt x="1518" y="202"/>
                  <a:pt x="1519" y="202"/>
                </a:cubicBezTo>
                <a:cubicBezTo>
                  <a:pt x="1526" y="202"/>
                  <a:pt x="1526" y="202"/>
                  <a:pt x="1526" y="202"/>
                </a:cubicBezTo>
                <a:cubicBezTo>
                  <a:pt x="1526" y="202"/>
                  <a:pt x="1526" y="203"/>
                  <a:pt x="1526" y="204"/>
                </a:cubicBezTo>
                <a:cubicBezTo>
                  <a:pt x="1526" y="204"/>
                  <a:pt x="1526" y="204"/>
                  <a:pt x="1526" y="204"/>
                </a:cubicBezTo>
                <a:cubicBezTo>
                  <a:pt x="1526" y="205"/>
                  <a:pt x="1526" y="206"/>
                  <a:pt x="1527" y="206"/>
                </a:cubicBezTo>
                <a:cubicBezTo>
                  <a:pt x="1527" y="206"/>
                  <a:pt x="1528" y="206"/>
                  <a:pt x="1528" y="206"/>
                </a:cubicBezTo>
                <a:cubicBezTo>
                  <a:pt x="1528" y="205"/>
                  <a:pt x="1528" y="203"/>
                  <a:pt x="1529" y="202"/>
                </a:cubicBezTo>
                <a:cubicBezTo>
                  <a:pt x="1529" y="202"/>
                  <a:pt x="1530" y="202"/>
                  <a:pt x="1530" y="202"/>
                </a:cubicBezTo>
                <a:cubicBezTo>
                  <a:pt x="1530" y="202"/>
                  <a:pt x="1531" y="201"/>
                  <a:pt x="1531" y="201"/>
                </a:cubicBezTo>
                <a:cubicBezTo>
                  <a:pt x="1531" y="201"/>
                  <a:pt x="1531" y="201"/>
                  <a:pt x="1532" y="200"/>
                </a:cubicBezTo>
                <a:cubicBezTo>
                  <a:pt x="1532" y="199"/>
                  <a:pt x="1532" y="199"/>
                  <a:pt x="1533" y="198"/>
                </a:cubicBezTo>
                <a:cubicBezTo>
                  <a:pt x="1533" y="198"/>
                  <a:pt x="1534" y="197"/>
                  <a:pt x="1534" y="197"/>
                </a:cubicBezTo>
                <a:cubicBezTo>
                  <a:pt x="1534" y="197"/>
                  <a:pt x="1534" y="196"/>
                  <a:pt x="1535" y="196"/>
                </a:cubicBezTo>
                <a:cubicBezTo>
                  <a:pt x="1535" y="196"/>
                  <a:pt x="1536" y="196"/>
                  <a:pt x="1537" y="195"/>
                </a:cubicBezTo>
                <a:cubicBezTo>
                  <a:pt x="1537" y="195"/>
                  <a:pt x="1537" y="195"/>
                  <a:pt x="1538" y="195"/>
                </a:cubicBezTo>
                <a:cubicBezTo>
                  <a:pt x="1539" y="195"/>
                  <a:pt x="1539" y="195"/>
                  <a:pt x="1539" y="195"/>
                </a:cubicBezTo>
                <a:cubicBezTo>
                  <a:pt x="1540" y="195"/>
                  <a:pt x="1540" y="195"/>
                  <a:pt x="1541" y="195"/>
                </a:cubicBezTo>
                <a:cubicBezTo>
                  <a:pt x="1541" y="195"/>
                  <a:pt x="1542" y="195"/>
                  <a:pt x="1542" y="195"/>
                </a:cubicBezTo>
                <a:cubicBezTo>
                  <a:pt x="1543" y="194"/>
                  <a:pt x="1543" y="194"/>
                  <a:pt x="1544" y="194"/>
                </a:cubicBezTo>
                <a:cubicBezTo>
                  <a:pt x="1544" y="194"/>
                  <a:pt x="1545" y="194"/>
                  <a:pt x="1545" y="193"/>
                </a:cubicBezTo>
                <a:cubicBezTo>
                  <a:pt x="1545" y="193"/>
                  <a:pt x="1545" y="193"/>
                  <a:pt x="1546" y="192"/>
                </a:cubicBezTo>
                <a:cubicBezTo>
                  <a:pt x="1546" y="192"/>
                  <a:pt x="1546" y="192"/>
                  <a:pt x="1547" y="191"/>
                </a:cubicBezTo>
                <a:cubicBezTo>
                  <a:pt x="1547" y="191"/>
                  <a:pt x="1547" y="191"/>
                  <a:pt x="1547" y="191"/>
                </a:cubicBezTo>
                <a:cubicBezTo>
                  <a:pt x="1549" y="191"/>
                  <a:pt x="1549" y="190"/>
                  <a:pt x="1550" y="189"/>
                </a:cubicBezTo>
                <a:cubicBezTo>
                  <a:pt x="1551" y="189"/>
                  <a:pt x="1552" y="189"/>
                  <a:pt x="1552" y="189"/>
                </a:cubicBezTo>
                <a:cubicBezTo>
                  <a:pt x="1553" y="189"/>
                  <a:pt x="1553" y="189"/>
                  <a:pt x="1554" y="189"/>
                </a:cubicBezTo>
                <a:cubicBezTo>
                  <a:pt x="1554" y="189"/>
                  <a:pt x="1554" y="189"/>
                  <a:pt x="1555" y="188"/>
                </a:cubicBezTo>
                <a:cubicBezTo>
                  <a:pt x="1556" y="188"/>
                  <a:pt x="1556" y="187"/>
                  <a:pt x="1557" y="186"/>
                </a:cubicBezTo>
                <a:cubicBezTo>
                  <a:pt x="1557" y="186"/>
                  <a:pt x="1557" y="186"/>
                  <a:pt x="1558" y="186"/>
                </a:cubicBezTo>
                <a:cubicBezTo>
                  <a:pt x="1558" y="185"/>
                  <a:pt x="1559" y="186"/>
                  <a:pt x="1560" y="186"/>
                </a:cubicBezTo>
                <a:cubicBezTo>
                  <a:pt x="1561" y="186"/>
                  <a:pt x="1561" y="185"/>
                  <a:pt x="1562" y="186"/>
                </a:cubicBezTo>
                <a:cubicBezTo>
                  <a:pt x="1563" y="186"/>
                  <a:pt x="1563" y="186"/>
                  <a:pt x="1563" y="186"/>
                </a:cubicBezTo>
                <a:cubicBezTo>
                  <a:pt x="1564" y="187"/>
                  <a:pt x="1564" y="187"/>
                  <a:pt x="1564" y="187"/>
                </a:cubicBezTo>
                <a:cubicBezTo>
                  <a:pt x="1565" y="188"/>
                  <a:pt x="1565" y="188"/>
                  <a:pt x="1565" y="188"/>
                </a:cubicBezTo>
                <a:cubicBezTo>
                  <a:pt x="1566" y="188"/>
                  <a:pt x="1567" y="188"/>
                  <a:pt x="1568" y="188"/>
                </a:cubicBezTo>
                <a:cubicBezTo>
                  <a:pt x="1569" y="188"/>
                  <a:pt x="1569" y="188"/>
                  <a:pt x="1569" y="188"/>
                </a:cubicBezTo>
                <a:cubicBezTo>
                  <a:pt x="1569" y="188"/>
                  <a:pt x="1570" y="188"/>
                  <a:pt x="1570" y="188"/>
                </a:cubicBezTo>
                <a:cubicBezTo>
                  <a:pt x="1570" y="185"/>
                  <a:pt x="1570" y="185"/>
                  <a:pt x="1570" y="185"/>
                </a:cubicBezTo>
                <a:cubicBezTo>
                  <a:pt x="1570" y="185"/>
                  <a:pt x="1569" y="184"/>
                  <a:pt x="1569" y="184"/>
                </a:cubicBezTo>
                <a:cubicBezTo>
                  <a:pt x="1569" y="184"/>
                  <a:pt x="1568" y="184"/>
                  <a:pt x="1568" y="183"/>
                </a:cubicBezTo>
                <a:cubicBezTo>
                  <a:pt x="1568" y="183"/>
                  <a:pt x="1568" y="183"/>
                  <a:pt x="1568" y="182"/>
                </a:cubicBezTo>
                <a:cubicBezTo>
                  <a:pt x="1568" y="182"/>
                  <a:pt x="1568" y="182"/>
                  <a:pt x="1568" y="182"/>
                </a:cubicBezTo>
                <a:cubicBezTo>
                  <a:pt x="1567" y="181"/>
                  <a:pt x="1567" y="181"/>
                  <a:pt x="1567" y="181"/>
                </a:cubicBezTo>
                <a:cubicBezTo>
                  <a:pt x="1567" y="180"/>
                  <a:pt x="1566" y="180"/>
                  <a:pt x="1566" y="180"/>
                </a:cubicBezTo>
                <a:cubicBezTo>
                  <a:pt x="1566" y="179"/>
                  <a:pt x="1566" y="179"/>
                  <a:pt x="1566" y="179"/>
                </a:cubicBezTo>
                <a:cubicBezTo>
                  <a:pt x="1566" y="176"/>
                  <a:pt x="1566" y="176"/>
                  <a:pt x="1566" y="176"/>
                </a:cubicBezTo>
                <a:cubicBezTo>
                  <a:pt x="1565" y="176"/>
                  <a:pt x="1564" y="176"/>
                  <a:pt x="1563" y="175"/>
                </a:cubicBezTo>
                <a:cubicBezTo>
                  <a:pt x="1563" y="175"/>
                  <a:pt x="1563" y="175"/>
                  <a:pt x="1563" y="174"/>
                </a:cubicBezTo>
                <a:cubicBezTo>
                  <a:pt x="1562" y="174"/>
                  <a:pt x="1563" y="174"/>
                  <a:pt x="1562" y="173"/>
                </a:cubicBezTo>
                <a:cubicBezTo>
                  <a:pt x="1562" y="173"/>
                  <a:pt x="1562" y="173"/>
                  <a:pt x="1562" y="173"/>
                </a:cubicBezTo>
                <a:cubicBezTo>
                  <a:pt x="1562" y="172"/>
                  <a:pt x="1561" y="172"/>
                  <a:pt x="1561" y="172"/>
                </a:cubicBezTo>
                <a:cubicBezTo>
                  <a:pt x="1556" y="172"/>
                  <a:pt x="1556" y="172"/>
                  <a:pt x="1556" y="172"/>
                </a:cubicBezTo>
                <a:cubicBezTo>
                  <a:pt x="1556" y="172"/>
                  <a:pt x="1555" y="172"/>
                  <a:pt x="1555" y="172"/>
                </a:cubicBezTo>
                <a:cubicBezTo>
                  <a:pt x="1555" y="172"/>
                  <a:pt x="1555" y="171"/>
                  <a:pt x="1555" y="171"/>
                </a:cubicBezTo>
                <a:cubicBezTo>
                  <a:pt x="1555" y="171"/>
                  <a:pt x="1555" y="170"/>
                  <a:pt x="1555" y="170"/>
                </a:cubicBezTo>
                <a:cubicBezTo>
                  <a:pt x="1556" y="170"/>
                  <a:pt x="1556" y="170"/>
                  <a:pt x="1556" y="170"/>
                </a:cubicBezTo>
                <a:cubicBezTo>
                  <a:pt x="1557" y="170"/>
                  <a:pt x="1557" y="169"/>
                  <a:pt x="1557" y="169"/>
                </a:cubicBezTo>
                <a:cubicBezTo>
                  <a:pt x="1557" y="169"/>
                  <a:pt x="1558" y="169"/>
                  <a:pt x="1558" y="169"/>
                </a:cubicBezTo>
                <a:cubicBezTo>
                  <a:pt x="1559" y="169"/>
                  <a:pt x="1559" y="169"/>
                  <a:pt x="1559" y="169"/>
                </a:cubicBezTo>
                <a:cubicBezTo>
                  <a:pt x="1560" y="169"/>
                  <a:pt x="1560" y="170"/>
                  <a:pt x="1561" y="170"/>
                </a:cubicBezTo>
                <a:cubicBezTo>
                  <a:pt x="1567" y="170"/>
                  <a:pt x="1567" y="170"/>
                  <a:pt x="1567" y="170"/>
                </a:cubicBezTo>
                <a:cubicBezTo>
                  <a:pt x="1568" y="170"/>
                  <a:pt x="1568" y="170"/>
                  <a:pt x="1569" y="170"/>
                </a:cubicBezTo>
                <a:cubicBezTo>
                  <a:pt x="1569" y="170"/>
                  <a:pt x="1570" y="170"/>
                  <a:pt x="1571" y="170"/>
                </a:cubicBezTo>
                <a:cubicBezTo>
                  <a:pt x="1571" y="170"/>
                  <a:pt x="1572" y="169"/>
                  <a:pt x="1572" y="169"/>
                </a:cubicBezTo>
                <a:cubicBezTo>
                  <a:pt x="1573" y="168"/>
                  <a:pt x="1573" y="168"/>
                  <a:pt x="1573" y="168"/>
                </a:cubicBezTo>
                <a:cubicBezTo>
                  <a:pt x="1573" y="167"/>
                  <a:pt x="1574" y="167"/>
                  <a:pt x="1574" y="167"/>
                </a:cubicBezTo>
                <a:cubicBezTo>
                  <a:pt x="1574" y="167"/>
                  <a:pt x="1574" y="166"/>
                  <a:pt x="1574" y="166"/>
                </a:cubicBezTo>
                <a:cubicBezTo>
                  <a:pt x="1574" y="165"/>
                  <a:pt x="1574" y="165"/>
                  <a:pt x="1574" y="164"/>
                </a:cubicBezTo>
                <a:cubicBezTo>
                  <a:pt x="1574" y="164"/>
                  <a:pt x="1573" y="164"/>
                  <a:pt x="1573" y="164"/>
                </a:cubicBezTo>
                <a:cubicBezTo>
                  <a:pt x="1573" y="164"/>
                  <a:pt x="1573" y="163"/>
                  <a:pt x="1573" y="163"/>
                </a:cubicBezTo>
                <a:cubicBezTo>
                  <a:pt x="1573" y="160"/>
                  <a:pt x="1573" y="160"/>
                  <a:pt x="1573" y="160"/>
                </a:cubicBezTo>
                <a:cubicBezTo>
                  <a:pt x="1574" y="160"/>
                  <a:pt x="1574" y="160"/>
                  <a:pt x="1575" y="160"/>
                </a:cubicBezTo>
                <a:cubicBezTo>
                  <a:pt x="1576" y="160"/>
                  <a:pt x="1577" y="161"/>
                  <a:pt x="1578" y="162"/>
                </a:cubicBezTo>
                <a:cubicBezTo>
                  <a:pt x="1578" y="162"/>
                  <a:pt x="1578" y="163"/>
                  <a:pt x="1578" y="163"/>
                </a:cubicBezTo>
                <a:cubicBezTo>
                  <a:pt x="1578" y="163"/>
                  <a:pt x="1578" y="163"/>
                  <a:pt x="1578" y="164"/>
                </a:cubicBezTo>
                <a:cubicBezTo>
                  <a:pt x="1579" y="165"/>
                  <a:pt x="1579" y="165"/>
                  <a:pt x="1580" y="166"/>
                </a:cubicBezTo>
                <a:cubicBezTo>
                  <a:pt x="1587" y="166"/>
                  <a:pt x="1587" y="166"/>
                  <a:pt x="1587" y="166"/>
                </a:cubicBezTo>
                <a:cubicBezTo>
                  <a:pt x="1588" y="166"/>
                  <a:pt x="1588" y="166"/>
                  <a:pt x="1588" y="166"/>
                </a:cubicBezTo>
                <a:cubicBezTo>
                  <a:pt x="1589" y="166"/>
                  <a:pt x="1589" y="166"/>
                  <a:pt x="1590" y="166"/>
                </a:cubicBezTo>
                <a:cubicBezTo>
                  <a:pt x="1590" y="167"/>
                  <a:pt x="1590" y="167"/>
                  <a:pt x="1590" y="167"/>
                </a:cubicBezTo>
                <a:cubicBezTo>
                  <a:pt x="1591" y="168"/>
                  <a:pt x="1590" y="169"/>
                  <a:pt x="1590" y="170"/>
                </a:cubicBezTo>
                <a:cubicBezTo>
                  <a:pt x="1595" y="170"/>
                  <a:pt x="1595" y="170"/>
                  <a:pt x="1595" y="170"/>
                </a:cubicBezTo>
                <a:cubicBezTo>
                  <a:pt x="1596" y="170"/>
                  <a:pt x="1596" y="170"/>
                  <a:pt x="1597" y="171"/>
                </a:cubicBezTo>
                <a:cubicBezTo>
                  <a:pt x="1597" y="171"/>
                  <a:pt x="1597" y="172"/>
                  <a:pt x="1598" y="172"/>
                </a:cubicBezTo>
                <a:cubicBezTo>
                  <a:pt x="1598" y="172"/>
                  <a:pt x="1599" y="173"/>
                  <a:pt x="1599" y="173"/>
                </a:cubicBezTo>
                <a:cubicBezTo>
                  <a:pt x="1600" y="173"/>
                  <a:pt x="1600" y="173"/>
                  <a:pt x="1601" y="173"/>
                </a:cubicBezTo>
                <a:cubicBezTo>
                  <a:pt x="1601" y="174"/>
                  <a:pt x="1601" y="174"/>
                  <a:pt x="1602" y="174"/>
                </a:cubicBezTo>
                <a:cubicBezTo>
                  <a:pt x="1603" y="174"/>
                  <a:pt x="1603" y="174"/>
                  <a:pt x="1603" y="174"/>
                </a:cubicBezTo>
                <a:cubicBezTo>
                  <a:pt x="1603" y="174"/>
                  <a:pt x="1603" y="174"/>
                  <a:pt x="1603" y="173"/>
                </a:cubicBezTo>
                <a:cubicBezTo>
                  <a:pt x="1604" y="173"/>
                  <a:pt x="1603" y="173"/>
                  <a:pt x="1603" y="173"/>
                </a:cubicBezTo>
                <a:cubicBezTo>
                  <a:pt x="1603" y="172"/>
                  <a:pt x="1603" y="171"/>
                  <a:pt x="1603" y="171"/>
                </a:cubicBezTo>
                <a:cubicBezTo>
                  <a:pt x="1603" y="170"/>
                  <a:pt x="1603" y="170"/>
                  <a:pt x="1603" y="170"/>
                </a:cubicBezTo>
                <a:cubicBezTo>
                  <a:pt x="1604" y="170"/>
                  <a:pt x="1604" y="170"/>
                  <a:pt x="1604" y="170"/>
                </a:cubicBezTo>
                <a:cubicBezTo>
                  <a:pt x="1605" y="170"/>
                  <a:pt x="1605" y="170"/>
                  <a:pt x="1606" y="169"/>
                </a:cubicBezTo>
                <a:cubicBezTo>
                  <a:pt x="1606" y="168"/>
                  <a:pt x="1606" y="168"/>
                  <a:pt x="1606" y="167"/>
                </a:cubicBezTo>
                <a:cubicBezTo>
                  <a:pt x="1606" y="166"/>
                  <a:pt x="1606" y="166"/>
                  <a:pt x="1606" y="166"/>
                </a:cubicBezTo>
                <a:cubicBezTo>
                  <a:pt x="1606" y="165"/>
                  <a:pt x="1606" y="165"/>
                  <a:pt x="1606" y="165"/>
                </a:cubicBezTo>
                <a:cubicBezTo>
                  <a:pt x="1606" y="164"/>
                  <a:pt x="1606" y="164"/>
                  <a:pt x="1606" y="164"/>
                </a:cubicBezTo>
                <a:cubicBezTo>
                  <a:pt x="1606" y="163"/>
                  <a:pt x="1607" y="164"/>
                  <a:pt x="1607" y="163"/>
                </a:cubicBezTo>
                <a:cubicBezTo>
                  <a:pt x="1608" y="164"/>
                  <a:pt x="1608" y="164"/>
                  <a:pt x="1609" y="165"/>
                </a:cubicBezTo>
                <a:cubicBezTo>
                  <a:pt x="1609" y="165"/>
                  <a:pt x="1609" y="165"/>
                  <a:pt x="1610" y="165"/>
                </a:cubicBezTo>
                <a:cubicBezTo>
                  <a:pt x="1611" y="165"/>
                  <a:pt x="1611" y="165"/>
                  <a:pt x="1611" y="165"/>
                </a:cubicBezTo>
                <a:cubicBezTo>
                  <a:pt x="1611" y="165"/>
                  <a:pt x="1611" y="166"/>
                  <a:pt x="1612" y="165"/>
                </a:cubicBezTo>
                <a:cubicBezTo>
                  <a:pt x="1612" y="165"/>
                  <a:pt x="1612" y="165"/>
                  <a:pt x="1613" y="165"/>
                </a:cubicBezTo>
                <a:cubicBezTo>
                  <a:pt x="1613" y="165"/>
                  <a:pt x="1613" y="164"/>
                  <a:pt x="1613" y="164"/>
                </a:cubicBezTo>
                <a:cubicBezTo>
                  <a:pt x="1614" y="164"/>
                  <a:pt x="1614" y="164"/>
                  <a:pt x="1614" y="163"/>
                </a:cubicBezTo>
                <a:cubicBezTo>
                  <a:pt x="1615" y="163"/>
                  <a:pt x="1615" y="163"/>
                  <a:pt x="1615" y="162"/>
                </a:cubicBezTo>
                <a:cubicBezTo>
                  <a:pt x="1615" y="162"/>
                  <a:pt x="1615" y="163"/>
                  <a:pt x="1616" y="162"/>
                </a:cubicBezTo>
                <a:cubicBezTo>
                  <a:pt x="1616" y="162"/>
                  <a:pt x="1616" y="162"/>
                  <a:pt x="1617" y="162"/>
                </a:cubicBezTo>
                <a:cubicBezTo>
                  <a:pt x="1617" y="161"/>
                  <a:pt x="1617" y="161"/>
                  <a:pt x="1618" y="161"/>
                </a:cubicBezTo>
                <a:cubicBezTo>
                  <a:pt x="1618" y="161"/>
                  <a:pt x="1618" y="161"/>
                  <a:pt x="1618" y="160"/>
                </a:cubicBezTo>
                <a:cubicBezTo>
                  <a:pt x="1618" y="159"/>
                  <a:pt x="1617" y="159"/>
                  <a:pt x="1616" y="159"/>
                </a:cubicBezTo>
                <a:cubicBezTo>
                  <a:pt x="1616" y="159"/>
                  <a:pt x="1616" y="158"/>
                  <a:pt x="1616" y="158"/>
                </a:cubicBezTo>
                <a:cubicBezTo>
                  <a:pt x="1615" y="158"/>
                  <a:pt x="1614" y="159"/>
                  <a:pt x="1614" y="158"/>
                </a:cubicBezTo>
                <a:cubicBezTo>
                  <a:pt x="1613" y="158"/>
                  <a:pt x="1614" y="157"/>
                  <a:pt x="1613" y="157"/>
                </a:cubicBezTo>
                <a:cubicBezTo>
                  <a:pt x="1613" y="157"/>
                  <a:pt x="1613" y="157"/>
                  <a:pt x="1613" y="156"/>
                </a:cubicBezTo>
                <a:cubicBezTo>
                  <a:pt x="1612" y="156"/>
                  <a:pt x="1612" y="156"/>
                  <a:pt x="1612" y="156"/>
                </a:cubicBezTo>
                <a:cubicBezTo>
                  <a:pt x="1611" y="155"/>
                  <a:pt x="1610" y="155"/>
                  <a:pt x="1610" y="155"/>
                </a:cubicBezTo>
                <a:cubicBezTo>
                  <a:pt x="1609" y="155"/>
                  <a:pt x="1609" y="155"/>
                  <a:pt x="1609" y="155"/>
                </a:cubicBezTo>
                <a:cubicBezTo>
                  <a:pt x="1608" y="155"/>
                  <a:pt x="1608" y="156"/>
                  <a:pt x="1607" y="156"/>
                </a:cubicBezTo>
                <a:cubicBezTo>
                  <a:pt x="1606" y="156"/>
                  <a:pt x="1605" y="155"/>
                  <a:pt x="1604" y="155"/>
                </a:cubicBezTo>
                <a:cubicBezTo>
                  <a:pt x="1603" y="155"/>
                  <a:pt x="1603" y="155"/>
                  <a:pt x="1603" y="155"/>
                </a:cubicBezTo>
                <a:cubicBezTo>
                  <a:pt x="1603" y="155"/>
                  <a:pt x="1603" y="155"/>
                  <a:pt x="1602" y="155"/>
                </a:cubicBezTo>
                <a:cubicBezTo>
                  <a:pt x="1602" y="155"/>
                  <a:pt x="1602" y="155"/>
                  <a:pt x="1601" y="154"/>
                </a:cubicBezTo>
                <a:cubicBezTo>
                  <a:pt x="1601" y="154"/>
                  <a:pt x="1601" y="153"/>
                  <a:pt x="1600" y="153"/>
                </a:cubicBezTo>
                <a:cubicBezTo>
                  <a:pt x="1600" y="153"/>
                  <a:pt x="1600" y="153"/>
                  <a:pt x="1599" y="153"/>
                </a:cubicBezTo>
                <a:cubicBezTo>
                  <a:pt x="1599" y="153"/>
                  <a:pt x="1599" y="153"/>
                  <a:pt x="1598" y="153"/>
                </a:cubicBezTo>
                <a:cubicBezTo>
                  <a:pt x="1598" y="153"/>
                  <a:pt x="1598" y="154"/>
                  <a:pt x="1597" y="154"/>
                </a:cubicBezTo>
                <a:cubicBezTo>
                  <a:pt x="1598" y="154"/>
                  <a:pt x="1598" y="155"/>
                  <a:pt x="1598" y="155"/>
                </a:cubicBezTo>
                <a:cubicBezTo>
                  <a:pt x="1598" y="155"/>
                  <a:pt x="1599" y="155"/>
                  <a:pt x="1599" y="155"/>
                </a:cubicBezTo>
                <a:cubicBezTo>
                  <a:pt x="1599" y="155"/>
                  <a:pt x="1600" y="155"/>
                  <a:pt x="1600" y="156"/>
                </a:cubicBezTo>
                <a:cubicBezTo>
                  <a:pt x="1600" y="156"/>
                  <a:pt x="1600" y="156"/>
                  <a:pt x="1600" y="157"/>
                </a:cubicBezTo>
                <a:cubicBezTo>
                  <a:pt x="1600" y="157"/>
                  <a:pt x="1600" y="157"/>
                  <a:pt x="1600" y="157"/>
                </a:cubicBezTo>
                <a:cubicBezTo>
                  <a:pt x="1600" y="158"/>
                  <a:pt x="1600" y="158"/>
                  <a:pt x="1600" y="158"/>
                </a:cubicBezTo>
                <a:cubicBezTo>
                  <a:pt x="1600" y="159"/>
                  <a:pt x="1599" y="159"/>
                  <a:pt x="1598" y="159"/>
                </a:cubicBezTo>
                <a:cubicBezTo>
                  <a:pt x="1597" y="159"/>
                  <a:pt x="1597" y="158"/>
                  <a:pt x="1596" y="157"/>
                </a:cubicBezTo>
                <a:cubicBezTo>
                  <a:pt x="1596" y="157"/>
                  <a:pt x="1596" y="157"/>
                  <a:pt x="1596" y="157"/>
                </a:cubicBezTo>
                <a:cubicBezTo>
                  <a:pt x="1596" y="151"/>
                  <a:pt x="1596" y="151"/>
                  <a:pt x="1596" y="151"/>
                </a:cubicBezTo>
                <a:cubicBezTo>
                  <a:pt x="1596" y="150"/>
                  <a:pt x="1595" y="150"/>
                  <a:pt x="1595" y="150"/>
                </a:cubicBezTo>
                <a:cubicBezTo>
                  <a:pt x="1595" y="150"/>
                  <a:pt x="1594" y="150"/>
                  <a:pt x="1594" y="149"/>
                </a:cubicBezTo>
                <a:cubicBezTo>
                  <a:pt x="1594" y="149"/>
                  <a:pt x="1593" y="149"/>
                  <a:pt x="1593" y="149"/>
                </a:cubicBezTo>
                <a:cubicBezTo>
                  <a:pt x="1592" y="149"/>
                  <a:pt x="1592" y="149"/>
                  <a:pt x="1592" y="149"/>
                </a:cubicBezTo>
                <a:cubicBezTo>
                  <a:pt x="1592" y="149"/>
                  <a:pt x="1592" y="149"/>
                  <a:pt x="1591" y="149"/>
                </a:cubicBezTo>
                <a:cubicBezTo>
                  <a:pt x="1590" y="149"/>
                  <a:pt x="1590" y="149"/>
                  <a:pt x="1589" y="148"/>
                </a:cubicBezTo>
                <a:cubicBezTo>
                  <a:pt x="1589" y="148"/>
                  <a:pt x="1589" y="148"/>
                  <a:pt x="1588" y="147"/>
                </a:cubicBezTo>
                <a:cubicBezTo>
                  <a:pt x="1588" y="147"/>
                  <a:pt x="1587" y="147"/>
                  <a:pt x="1587" y="147"/>
                </a:cubicBezTo>
                <a:cubicBezTo>
                  <a:pt x="1587" y="147"/>
                  <a:pt x="1586" y="147"/>
                  <a:pt x="1586" y="147"/>
                </a:cubicBezTo>
                <a:cubicBezTo>
                  <a:pt x="1585" y="147"/>
                  <a:pt x="1585" y="146"/>
                  <a:pt x="1584" y="146"/>
                </a:cubicBezTo>
                <a:cubicBezTo>
                  <a:pt x="1584" y="146"/>
                  <a:pt x="1584" y="145"/>
                  <a:pt x="1583" y="145"/>
                </a:cubicBezTo>
                <a:cubicBezTo>
                  <a:pt x="1583" y="145"/>
                  <a:pt x="1582" y="145"/>
                  <a:pt x="1582" y="144"/>
                </a:cubicBezTo>
                <a:cubicBezTo>
                  <a:pt x="1582" y="144"/>
                  <a:pt x="1582" y="143"/>
                  <a:pt x="1582" y="143"/>
                </a:cubicBezTo>
                <a:cubicBezTo>
                  <a:pt x="1582" y="143"/>
                  <a:pt x="1581" y="143"/>
                  <a:pt x="1581" y="143"/>
                </a:cubicBezTo>
                <a:cubicBezTo>
                  <a:pt x="1581" y="143"/>
                  <a:pt x="1580" y="143"/>
                  <a:pt x="1580" y="143"/>
                </a:cubicBezTo>
                <a:cubicBezTo>
                  <a:pt x="1579" y="143"/>
                  <a:pt x="1579" y="143"/>
                  <a:pt x="1578" y="143"/>
                </a:cubicBezTo>
                <a:cubicBezTo>
                  <a:pt x="1577" y="143"/>
                  <a:pt x="1577" y="142"/>
                  <a:pt x="1577" y="142"/>
                </a:cubicBezTo>
                <a:cubicBezTo>
                  <a:pt x="1576" y="142"/>
                  <a:pt x="1575" y="142"/>
                  <a:pt x="1575" y="142"/>
                </a:cubicBezTo>
                <a:cubicBezTo>
                  <a:pt x="1575" y="141"/>
                  <a:pt x="1575" y="140"/>
                  <a:pt x="1574" y="140"/>
                </a:cubicBezTo>
                <a:cubicBezTo>
                  <a:pt x="1573" y="139"/>
                  <a:pt x="1572" y="139"/>
                  <a:pt x="1571" y="138"/>
                </a:cubicBezTo>
                <a:cubicBezTo>
                  <a:pt x="1571" y="137"/>
                  <a:pt x="1571" y="137"/>
                  <a:pt x="1570" y="137"/>
                </a:cubicBezTo>
                <a:cubicBezTo>
                  <a:pt x="1570" y="136"/>
                  <a:pt x="1569" y="136"/>
                  <a:pt x="1568" y="136"/>
                </a:cubicBezTo>
                <a:cubicBezTo>
                  <a:pt x="1567" y="136"/>
                  <a:pt x="1567" y="136"/>
                  <a:pt x="1566" y="136"/>
                </a:cubicBezTo>
                <a:cubicBezTo>
                  <a:pt x="1566" y="136"/>
                  <a:pt x="1566" y="136"/>
                  <a:pt x="1565" y="136"/>
                </a:cubicBezTo>
                <a:cubicBezTo>
                  <a:pt x="1565" y="136"/>
                  <a:pt x="1564" y="135"/>
                  <a:pt x="1564" y="135"/>
                </a:cubicBezTo>
                <a:cubicBezTo>
                  <a:pt x="1564" y="135"/>
                  <a:pt x="1564" y="134"/>
                  <a:pt x="1563" y="134"/>
                </a:cubicBezTo>
                <a:cubicBezTo>
                  <a:pt x="1563" y="134"/>
                  <a:pt x="1562" y="134"/>
                  <a:pt x="1562" y="134"/>
                </a:cubicBezTo>
                <a:cubicBezTo>
                  <a:pt x="1562" y="134"/>
                  <a:pt x="1562" y="134"/>
                  <a:pt x="1561" y="134"/>
                </a:cubicBezTo>
                <a:cubicBezTo>
                  <a:pt x="1560" y="134"/>
                  <a:pt x="1560" y="134"/>
                  <a:pt x="1560" y="134"/>
                </a:cubicBezTo>
                <a:cubicBezTo>
                  <a:pt x="1559" y="134"/>
                  <a:pt x="1559" y="134"/>
                  <a:pt x="1559" y="134"/>
                </a:cubicBezTo>
                <a:cubicBezTo>
                  <a:pt x="1559" y="134"/>
                  <a:pt x="1559" y="133"/>
                  <a:pt x="1558" y="133"/>
                </a:cubicBezTo>
                <a:cubicBezTo>
                  <a:pt x="1558" y="133"/>
                  <a:pt x="1558" y="133"/>
                  <a:pt x="1557" y="133"/>
                </a:cubicBezTo>
                <a:cubicBezTo>
                  <a:pt x="1556" y="133"/>
                  <a:pt x="1556" y="132"/>
                  <a:pt x="1555" y="132"/>
                </a:cubicBezTo>
                <a:cubicBezTo>
                  <a:pt x="1554" y="132"/>
                  <a:pt x="1554" y="131"/>
                  <a:pt x="1554" y="131"/>
                </a:cubicBezTo>
                <a:cubicBezTo>
                  <a:pt x="1553" y="131"/>
                  <a:pt x="1552" y="131"/>
                  <a:pt x="1551" y="131"/>
                </a:cubicBezTo>
                <a:cubicBezTo>
                  <a:pt x="1550" y="131"/>
                  <a:pt x="1550" y="131"/>
                  <a:pt x="1550" y="131"/>
                </a:cubicBezTo>
                <a:cubicBezTo>
                  <a:pt x="1549" y="131"/>
                  <a:pt x="1549" y="132"/>
                  <a:pt x="1549" y="132"/>
                </a:cubicBezTo>
                <a:cubicBezTo>
                  <a:pt x="1548" y="132"/>
                  <a:pt x="1548" y="132"/>
                  <a:pt x="1547" y="133"/>
                </a:cubicBezTo>
                <a:cubicBezTo>
                  <a:pt x="1547" y="133"/>
                  <a:pt x="1547" y="133"/>
                  <a:pt x="1546" y="133"/>
                </a:cubicBezTo>
                <a:cubicBezTo>
                  <a:pt x="1545" y="133"/>
                  <a:pt x="1544" y="132"/>
                  <a:pt x="1543" y="132"/>
                </a:cubicBezTo>
                <a:cubicBezTo>
                  <a:pt x="1542" y="132"/>
                  <a:pt x="1542" y="132"/>
                  <a:pt x="1542" y="132"/>
                </a:cubicBezTo>
                <a:cubicBezTo>
                  <a:pt x="1542" y="132"/>
                  <a:pt x="1542" y="132"/>
                  <a:pt x="1541" y="132"/>
                </a:cubicBezTo>
                <a:cubicBezTo>
                  <a:pt x="1541" y="132"/>
                  <a:pt x="1541" y="131"/>
                  <a:pt x="1540" y="131"/>
                </a:cubicBezTo>
                <a:cubicBezTo>
                  <a:pt x="1540" y="131"/>
                  <a:pt x="1540" y="131"/>
                  <a:pt x="1539" y="131"/>
                </a:cubicBezTo>
                <a:cubicBezTo>
                  <a:pt x="1539" y="131"/>
                  <a:pt x="1538" y="131"/>
                  <a:pt x="1537" y="130"/>
                </a:cubicBezTo>
                <a:cubicBezTo>
                  <a:pt x="1537" y="130"/>
                  <a:pt x="1536" y="130"/>
                  <a:pt x="1535" y="129"/>
                </a:cubicBezTo>
                <a:cubicBezTo>
                  <a:pt x="1535" y="129"/>
                  <a:pt x="1535" y="129"/>
                  <a:pt x="1534" y="129"/>
                </a:cubicBezTo>
                <a:cubicBezTo>
                  <a:pt x="1534" y="129"/>
                  <a:pt x="1534" y="129"/>
                  <a:pt x="1533" y="129"/>
                </a:cubicBezTo>
                <a:cubicBezTo>
                  <a:pt x="1532" y="129"/>
                  <a:pt x="1532" y="129"/>
                  <a:pt x="1532" y="129"/>
                </a:cubicBezTo>
                <a:cubicBezTo>
                  <a:pt x="1531" y="129"/>
                  <a:pt x="1531" y="129"/>
                  <a:pt x="1531" y="130"/>
                </a:cubicBezTo>
                <a:cubicBezTo>
                  <a:pt x="1530" y="130"/>
                  <a:pt x="1530" y="130"/>
                  <a:pt x="1530" y="130"/>
                </a:cubicBezTo>
                <a:cubicBezTo>
                  <a:pt x="1530" y="131"/>
                  <a:pt x="1530" y="131"/>
                  <a:pt x="1530" y="131"/>
                </a:cubicBezTo>
                <a:cubicBezTo>
                  <a:pt x="1530" y="132"/>
                  <a:pt x="1529" y="132"/>
                  <a:pt x="1529" y="132"/>
                </a:cubicBezTo>
                <a:cubicBezTo>
                  <a:pt x="1529" y="132"/>
                  <a:pt x="1529" y="133"/>
                  <a:pt x="1529" y="133"/>
                </a:cubicBezTo>
                <a:cubicBezTo>
                  <a:pt x="1529" y="133"/>
                  <a:pt x="1528" y="134"/>
                  <a:pt x="1528" y="134"/>
                </a:cubicBezTo>
                <a:cubicBezTo>
                  <a:pt x="1528" y="134"/>
                  <a:pt x="1528" y="134"/>
                  <a:pt x="1529" y="134"/>
                </a:cubicBezTo>
                <a:cubicBezTo>
                  <a:pt x="1529" y="134"/>
                  <a:pt x="1529" y="135"/>
                  <a:pt x="1530" y="135"/>
                </a:cubicBezTo>
                <a:cubicBezTo>
                  <a:pt x="1530" y="135"/>
                  <a:pt x="1530" y="135"/>
                  <a:pt x="1531" y="135"/>
                </a:cubicBezTo>
                <a:cubicBezTo>
                  <a:pt x="1531" y="136"/>
                  <a:pt x="1531" y="137"/>
                  <a:pt x="1531" y="137"/>
                </a:cubicBezTo>
                <a:cubicBezTo>
                  <a:pt x="1531" y="138"/>
                  <a:pt x="1531" y="138"/>
                  <a:pt x="1531" y="138"/>
                </a:cubicBezTo>
                <a:cubicBezTo>
                  <a:pt x="1531" y="139"/>
                  <a:pt x="1531" y="139"/>
                  <a:pt x="1530" y="139"/>
                </a:cubicBezTo>
                <a:cubicBezTo>
                  <a:pt x="1530" y="140"/>
                  <a:pt x="1530" y="140"/>
                  <a:pt x="1530" y="140"/>
                </a:cubicBezTo>
                <a:cubicBezTo>
                  <a:pt x="1529" y="140"/>
                  <a:pt x="1529" y="141"/>
                  <a:pt x="1529" y="141"/>
                </a:cubicBezTo>
                <a:cubicBezTo>
                  <a:pt x="1525" y="141"/>
                  <a:pt x="1525" y="141"/>
                  <a:pt x="1525" y="141"/>
                </a:cubicBezTo>
                <a:cubicBezTo>
                  <a:pt x="1525" y="137"/>
                  <a:pt x="1525" y="137"/>
                  <a:pt x="1525" y="137"/>
                </a:cubicBezTo>
                <a:cubicBezTo>
                  <a:pt x="1520" y="137"/>
                  <a:pt x="1520" y="137"/>
                  <a:pt x="1520" y="137"/>
                </a:cubicBezTo>
                <a:cubicBezTo>
                  <a:pt x="1520" y="134"/>
                  <a:pt x="1520" y="134"/>
                  <a:pt x="1520" y="134"/>
                </a:cubicBezTo>
                <a:cubicBezTo>
                  <a:pt x="1521" y="134"/>
                  <a:pt x="1521" y="134"/>
                  <a:pt x="1521" y="134"/>
                </a:cubicBezTo>
                <a:cubicBezTo>
                  <a:pt x="1522" y="134"/>
                  <a:pt x="1523" y="134"/>
                  <a:pt x="1524" y="134"/>
                </a:cubicBezTo>
                <a:cubicBezTo>
                  <a:pt x="1524" y="134"/>
                  <a:pt x="1525" y="133"/>
                  <a:pt x="1525" y="133"/>
                </a:cubicBezTo>
                <a:cubicBezTo>
                  <a:pt x="1525" y="132"/>
                  <a:pt x="1525" y="132"/>
                  <a:pt x="1525" y="132"/>
                </a:cubicBezTo>
                <a:cubicBezTo>
                  <a:pt x="1525" y="132"/>
                  <a:pt x="1525" y="131"/>
                  <a:pt x="1524" y="131"/>
                </a:cubicBezTo>
                <a:cubicBezTo>
                  <a:pt x="1524" y="131"/>
                  <a:pt x="1524" y="131"/>
                  <a:pt x="1523" y="131"/>
                </a:cubicBezTo>
                <a:cubicBezTo>
                  <a:pt x="1517" y="131"/>
                  <a:pt x="1517" y="131"/>
                  <a:pt x="1517" y="131"/>
                </a:cubicBezTo>
                <a:cubicBezTo>
                  <a:pt x="1517" y="132"/>
                  <a:pt x="1517" y="132"/>
                  <a:pt x="1517" y="133"/>
                </a:cubicBezTo>
                <a:cubicBezTo>
                  <a:pt x="1517" y="133"/>
                  <a:pt x="1517" y="134"/>
                  <a:pt x="1517" y="134"/>
                </a:cubicBezTo>
                <a:cubicBezTo>
                  <a:pt x="1517" y="134"/>
                  <a:pt x="1517" y="135"/>
                  <a:pt x="1516" y="135"/>
                </a:cubicBezTo>
                <a:cubicBezTo>
                  <a:pt x="1516" y="135"/>
                  <a:pt x="1516" y="135"/>
                  <a:pt x="1516" y="135"/>
                </a:cubicBezTo>
                <a:cubicBezTo>
                  <a:pt x="1515" y="135"/>
                  <a:pt x="1515" y="136"/>
                  <a:pt x="1514" y="136"/>
                </a:cubicBezTo>
                <a:cubicBezTo>
                  <a:pt x="1513" y="136"/>
                  <a:pt x="1513" y="136"/>
                  <a:pt x="1513" y="136"/>
                </a:cubicBezTo>
                <a:cubicBezTo>
                  <a:pt x="1513" y="136"/>
                  <a:pt x="1513" y="135"/>
                  <a:pt x="1512" y="135"/>
                </a:cubicBezTo>
                <a:cubicBezTo>
                  <a:pt x="1512" y="135"/>
                  <a:pt x="1511" y="134"/>
                  <a:pt x="1511" y="134"/>
                </a:cubicBezTo>
                <a:cubicBezTo>
                  <a:pt x="1509" y="134"/>
                  <a:pt x="1507" y="134"/>
                  <a:pt x="1505" y="134"/>
                </a:cubicBezTo>
                <a:cubicBezTo>
                  <a:pt x="1501" y="134"/>
                  <a:pt x="1501" y="134"/>
                  <a:pt x="1501" y="134"/>
                </a:cubicBezTo>
                <a:cubicBezTo>
                  <a:pt x="1501" y="134"/>
                  <a:pt x="1500" y="134"/>
                  <a:pt x="1500" y="134"/>
                </a:cubicBezTo>
                <a:cubicBezTo>
                  <a:pt x="1499" y="134"/>
                  <a:pt x="1499" y="135"/>
                  <a:pt x="1498" y="135"/>
                </a:cubicBezTo>
                <a:cubicBezTo>
                  <a:pt x="1497" y="135"/>
                  <a:pt x="1497" y="135"/>
                  <a:pt x="1496" y="135"/>
                </a:cubicBezTo>
                <a:cubicBezTo>
                  <a:pt x="1496" y="135"/>
                  <a:pt x="1495" y="135"/>
                  <a:pt x="1495" y="135"/>
                </a:cubicBezTo>
                <a:cubicBezTo>
                  <a:pt x="1494" y="135"/>
                  <a:pt x="1494" y="135"/>
                  <a:pt x="1494" y="135"/>
                </a:cubicBezTo>
                <a:cubicBezTo>
                  <a:pt x="1493" y="135"/>
                  <a:pt x="1493" y="134"/>
                  <a:pt x="1493" y="134"/>
                </a:cubicBezTo>
                <a:cubicBezTo>
                  <a:pt x="1492" y="134"/>
                  <a:pt x="1492" y="134"/>
                  <a:pt x="1492" y="134"/>
                </a:cubicBezTo>
                <a:cubicBezTo>
                  <a:pt x="1490" y="134"/>
                  <a:pt x="1490" y="134"/>
                  <a:pt x="1490" y="134"/>
                </a:cubicBezTo>
                <a:cubicBezTo>
                  <a:pt x="1490" y="134"/>
                  <a:pt x="1490" y="134"/>
                  <a:pt x="1490" y="135"/>
                </a:cubicBezTo>
                <a:cubicBezTo>
                  <a:pt x="1490" y="135"/>
                  <a:pt x="1490" y="136"/>
                  <a:pt x="1490" y="136"/>
                </a:cubicBezTo>
                <a:cubicBezTo>
                  <a:pt x="1490" y="139"/>
                  <a:pt x="1490" y="139"/>
                  <a:pt x="1490" y="139"/>
                </a:cubicBezTo>
                <a:cubicBezTo>
                  <a:pt x="1488" y="139"/>
                  <a:pt x="1488" y="139"/>
                  <a:pt x="1488" y="139"/>
                </a:cubicBezTo>
                <a:cubicBezTo>
                  <a:pt x="1487" y="139"/>
                  <a:pt x="1487" y="139"/>
                  <a:pt x="1487" y="139"/>
                </a:cubicBezTo>
                <a:cubicBezTo>
                  <a:pt x="1487" y="137"/>
                  <a:pt x="1487" y="137"/>
                  <a:pt x="1487" y="137"/>
                </a:cubicBezTo>
                <a:cubicBezTo>
                  <a:pt x="1487" y="136"/>
                  <a:pt x="1488" y="135"/>
                  <a:pt x="1487" y="135"/>
                </a:cubicBezTo>
                <a:cubicBezTo>
                  <a:pt x="1487" y="135"/>
                  <a:pt x="1487" y="134"/>
                  <a:pt x="1486" y="134"/>
                </a:cubicBezTo>
                <a:cubicBezTo>
                  <a:pt x="1486" y="134"/>
                  <a:pt x="1486" y="134"/>
                  <a:pt x="1485" y="134"/>
                </a:cubicBezTo>
                <a:cubicBezTo>
                  <a:pt x="1485" y="134"/>
                  <a:pt x="1485" y="134"/>
                  <a:pt x="1484" y="134"/>
                </a:cubicBezTo>
                <a:cubicBezTo>
                  <a:pt x="1484" y="133"/>
                  <a:pt x="1484" y="133"/>
                  <a:pt x="1483" y="133"/>
                </a:cubicBezTo>
                <a:cubicBezTo>
                  <a:pt x="1483" y="133"/>
                  <a:pt x="1483" y="133"/>
                  <a:pt x="1482" y="132"/>
                </a:cubicBezTo>
                <a:cubicBezTo>
                  <a:pt x="1482" y="132"/>
                  <a:pt x="1482" y="131"/>
                  <a:pt x="1482" y="130"/>
                </a:cubicBezTo>
                <a:cubicBezTo>
                  <a:pt x="1482" y="130"/>
                  <a:pt x="1482" y="129"/>
                  <a:pt x="1482" y="128"/>
                </a:cubicBezTo>
                <a:cubicBezTo>
                  <a:pt x="1482" y="128"/>
                  <a:pt x="1483" y="128"/>
                  <a:pt x="1483" y="127"/>
                </a:cubicBezTo>
                <a:cubicBezTo>
                  <a:pt x="1483" y="127"/>
                  <a:pt x="1482" y="127"/>
                  <a:pt x="1482" y="126"/>
                </a:cubicBezTo>
                <a:cubicBezTo>
                  <a:pt x="1482" y="126"/>
                  <a:pt x="1482" y="126"/>
                  <a:pt x="1481" y="125"/>
                </a:cubicBezTo>
                <a:cubicBezTo>
                  <a:pt x="1481" y="125"/>
                  <a:pt x="1481" y="125"/>
                  <a:pt x="1481" y="124"/>
                </a:cubicBezTo>
                <a:cubicBezTo>
                  <a:pt x="1481" y="124"/>
                  <a:pt x="1480" y="124"/>
                  <a:pt x="1480" y="124"/>
                </a:cubicBezTo>
                <a:cubicBezTo>
                  <a:pt x="1480" y="124"/>
                  <a:pt x="1479" y="124"/>
                  <a:pt x="1479" y="123"/>
                </a:cubicBezTo>
                <a:cubicBezTo>
                  <a:pt x="1479" y="123"/>
                  <a:pt x="1479" y="123"/>
                  <a:pt x="1479" y="122"/>
                </a:cubicBezTo>
                <a:cubicBezTo>
                  <a:pt x="1479" y="122"/>
                  <a:pt x="1478" y="122"/>
                  <a:pt x="1478" y="122"/>
                </a:cubicBezTo>
                <a:cubicBezTo>
                  <a:pt x="1478" y="122"/>
                  <a:pt x="1477" y="122"/>
                  <a:pt x="1477" y="122"/>
                </a:cubicBezTo>
                <a:cubicBezTo>
                  <a:pt x="1477" y="122"/>
                  <a:pt x="1476" y="122"/>
                  <a:pt x="1476" y="122"/>
                </a:cubicBezTo>
                <a:cubicBezTo>
                  <a:pt x="1476" y="122"/>
                  <a:pt x="1475" y="122"/>
                  <a:pt x="1475" y="121"/>
                </a:cubicBezTo>
                <a:cubicBezTo>
                  <a:pt x="1475" y="121"/>
                  <a:pt x="1474" y="121"/>
                  <a:pt x="1474" y="121"/>
                </a:cubicBezTo>
                <a:cubicBezTo>
                  <a:pt x="1473" y="121"/>
                  <a:pt x="1473" y="121"/>
                  <a:pt x="1472" y="121"/>
                </a:cubicBezTo>
                <a:cubicBezTo>
                  <a:pt x="1471" y="121"/>
                  <a:pt x="1471" y="121"/>
                  <a:pt x="1470" y="121"/>
                </a:cubicBezTo>
                <a:cubicBezTo>
                  <a:pt x="1470" y="121"/>
                  <a:pt x="1469" y="121"/>
                  <a:pt x="1469" y="121"/>
                </a:cubicBezTo>
                <a:cubicBezTo>
                  <a:pt x="1469" y="121"/>
                  <a:pt x="1468" y="121"/>
                  <a:pt x="1468" y="121"/>
                </a:cubicBezTo>
                <a:cubicBezTo>
                  <a:pt x="1468" y="122"/>
                  <a:pt x="1467" y="122"/>
                  <a:pt x="1467" y="122"/>
                </a:cubicBezTo>
                <a:cubicBezTo>
                  <a:pt x="1467" y="122"/>
                  <a:pt x="1467" y="123"/>
                  <a:pt x="1466" y="123"/>
                </a:cubicBezTo>
                <a:cubicBezTo>
                  <a:pt x="1466" y="123"/>
                  <a:pt x="1466" y="123"/>
                  <a:pt x="1465" y="123"/>
                </a:cubicBezTo>
                <a:cubicBezTo>
                  <a:pt x="1465" y="123"/>
                  <a:pt x="1465" y="123"/>
                  <a:pt x="1464" y="123"/>
                </a:cubicBezTo>
                <a:cubicBezTo>
                  <a:pt x="1462" y="123"/>
                  <a:pt x="1462" y="123"/>
                  <a:pt x="1462" y="123"/>
                </a:cubicBezTo>
                <a:cubicBezTo>
                  <a:pt x="1462" y="123"/>
                  <a:pt x="1461" y="124"/>
                  <a:pt x="1461" y="124"/>
                </a:cubicBezTo>
                <a:cubicBezTo>
                  <a:pt x="1460" y="124"/>
                  <a:pt x="1459" y="124"/>
                  <a:pt x="1458" y="124"/>
                </a:cubicBezTo>
                <a:cubicBezTo>
                  <a:pt x="1457" y="124"/>
                  <a:pt x="1456" y="124"/>
                  <a:pt x="1456" y="124"/>
                </a:cubicBezTo>
                <a:cubicBezTo>
                  <a:pt x="1455" y="124"/>
                  <a:pt x="1455" y="124"/>
                  <a:pt x="1455" y="125"/>
                </a:cubicBezTo>
                <a:cubicBezTo>
                  <a:pt x="1454" y="125"/>
                  <a:pt x="1454" y="125"/>
                  <a:pt x="1454" y="125"/>
                </a:cubicBezTo>
                <a:cubicBezTo>
                  <a:pt x="1453" y="125"/>
                  <a:pt x="1453" y="125"/>
                  <a:pt x="1453" y="125"/>
                </a:cubicBezTo>
                <a:cubicBezTo>
                  <a:pt x="1452" y="124"/>
                  <a:pt x="1452" y="124"/>
                  <a:pt x="1452" y="124"/>
                </a:cubicBezTo>
                <a:cubicBezTo>
                  <a:pt x="1451" y="124"/>
                  <a:pt x="1451" y="124"/>
                  <a:pt x="1451" y="124"/>
                </a:cubicBezTo>
                <a:cubicBezTo>
                  <a:pt x="1450" y="124"/>
                  <a:pt x="1450" y="123"/>
                  <a:pt x="1450" y="123"/>
                </a:cubicBezTo>
                <a:cubicBezTo>
                  <a:pt x="1449" y="123"/>
                  <a:pt x="1449" y="122"/>
                  <a:pt x="1449" y="122"/>
                </a:cubicBezTo>
                <a:cubicBezTo>
                  <a:pt x="1448" y="122"/>
                  <a:pt x="1448" y="122"/>
                  <a:pt x="1448" y="122"/>
                </a:cubicBezTo>
                <a:cubicBezTo>
                  <a:pt x="1446" y="122"/>
                  <a:pt x="1446" y="122"/>
                  <a:pt x="1446" y="122"/>
                </a:cubicBezTo>
                <a:cubicBezTo>
                  <a:pt x="1445" y="122"/>
                  <a:pt x="1445" y="122"/>
                  <a:pt x="1444" y="122"/>
                </a:cubicBezTo>
                <a:cubicBezTo>
                  <a:pt x="1444" y="122"/>
                  <a:pt x="1444" y="122"/>
                  <a:pt x="1443" y="121"/>
                </a:cubicBezTo>
                <a:cubicBezTo>
                  <a:pt x="1442" y="121"/>
                  <a:pt x="1442" y="121"/>
                  <a:pt x="1442" y="121"/>
                </a:cubicBezTo>
                <a:cubicBezTo>
                  <a:pt x="1441" y="121"/>
                  <a:pt x="1441" y="121"/>
                  <a:pt x="1440" y="121"/>
                </a:cubicBezTo>
                <a:cubicBezTo>
                  <a:pt x="1441" y="120"/>
                  <a:pt x="1441" y="120"/>
                  <a:pt x="1441" y="120"/>
                </a:cubicBezTo>
                <a:cubicBezTo>
                  <a:pt x="1441" y="119"/>
                  <a:pt x="1440" y="119"/>
                  <a:pt x="1439" y="119"/>
                </a:cubicBezTo>
                <a:cubicBezTo>
                  <a:pt x="1439" y="118"/>
                  <a:pt x="1439" y="118"/>
                  <a:pt x="1438" y="118"/>
                </a:cubicBezTo>
                <a:cubicBezTo>
                  <a:pt x="1438" y="118"/>
                  <a:pt x="1438" y="117"/>
                  <a:pt x="1438" y="117"/>
                </a:cubicBezTo>
                <a:cubicBezTo>
                  <a:pt x="1437" y="117"/>
                  <a:pt x="1437" y="117"/>
                  <a:pt x="1436" y="117"/>
                </a:cubicBezTo>
                <a:cubicBezTo>
                  <a:pt x="1434" y="117"/>
                  <a:pt x="1434" y="117"/>
                  <a:pt x="1434" y="117"/>
                </a:cubicBezTo>
                <a:cubicBezTo>
                  <a:pt x="1434" y="116"/>
                  <a:pt x="1434" y="116"/>
                  <a:pt x="1434" y="116"/>
                </a:cubicBezTo>
                <a:cubicBezTo>
                  <a:pt x="1434" y="116"/>
                  <a:pt x="1434" y="115"/>
                  <a:pt x="1434" y="115"/>
                </a:cubicBezTo>
                <a:cubicBezTo>
                  <a:pt x="1435" y="114"/>
                  <a:pt x="1436" y="114"/>
                  <a:pt x="1436" y="114"/>
                </a:cubicBezTo>
                <a:cubicBezTo>
                  <a:pt x="1436" y="113"/>
                  <a:pt x="1436" y="113"/>
                  <a:pt x="1436" y="113"/>
                </a:cubicBezTo>
                <a:cubicBezTo>
                  <a:pt x="1436" y="113"/>
                  <a:pt x="1435" y="113"/>
                  <a:pt x="1435" y="113"/>
                </a:cubicBezTo>
                <a:cubicBezTo>
                  <a:pt x="1434" y="113"/>
                  <a:pt x="1434" y="112"/>
                  <a:pt x="1434" y="112"/>
                </a:cubicBezTo>
                <a:cubicBezTo>
                  <a:pt x="1422" y="112"/>
                  <a:pt x="1422" y="112"/>
                  <a:pt x="1422" y="112"/>
                </a:cubicBezTo>
                <a:cubicBezTo>
                  <a:pt x="1422" y="113"/>
                  <a:pt x="1422" y="114"/>
                  <a:pt x="1422" y="114"/>
                </a:cubicBezTo>
                <a:cubicBezTo>
                  <a:pt x="1422" y="115"/>
                  <a:pt x="1421" y="115"/>
                  <a:pt x="1421" y="115"/>
                </a:cubicBezTo>
                <a:cubicBezTo>
                  <a:pt x="1421" y="116"/>
                  <a:pt x="1420" y="116"/>
                  <a:pt x="1419" y="117"/>
                </a:cubicBezTo>
                <a:cubicBezTo>
                  <a:pt x="1419" y="117"/>
                  <a:pt x="1419" y="117"/>
                  <a:pt x="1418" y="117"/>
                </a:cubicBezTo>
                <a:cubicBezTo>
                  <a:pt x="1417" y="117"/>
                  <a:pt x="1417" y="117"/>
                  <a:pt x="1417" y="117"/>
                </a:cubicBezTo>
                <a:cubicBezTo>
                  <a:pt x="1417" y="117"/>
                  <a:pt x="1417" y="116"/>
                  <a:pt x="1417" y="116"/>
                </a:cubicBezTo>
                <a:cubicBezTo>
                  <a:pt x="1417" y="116"/>
                  <a:pt x="1417" y="115"/>
                  <a:pt x="1417" y="115"/>
                </a:cubicBezTo>
                <a:cubicBezTo>
                  <a:pt x="1417" y="115"/>
                  <a:pt x="1417" y="114"/>
                  <a:pt x="1417" y="114"/>
                </a:cubicBezTo>
                <a:cubicBezTo>
                  <a:pt x="1418" y="114"/>
                  <a:pt x="1417" y="113"/>
                  <a:pt x="1417" y="113"/>
                </a:cubicBezTo>
                <a:cubicBezTo>
                  <a:pt x="1418" y="113"/>
                  <a:pt x="1418" y="112"/>
                  <a:pt x="1418" y="112"/>
                </a:cubicBezTo>
                <a:cubicBezTo>
                  <a:pt x="1418" y="112"/>
                  <a:pt x="1419" y="112"/>
                  <a:pt x="1419" y="112"/>
                </a:cubicBezTo>
                <a:cubicBezTo>
                  <a:pt x="1419" y="112"/>
                  <a:pt x="1419" y="111"/>
                  <a:pt x="1419" y="111"/>
                </a:cubicBezTo>
                <a:cubicBezTo>
                  <a:pt x="1418" y="111"/>
                  <a:pt x="1418" y="111"/>
                  <a:pt x="1417" y="111"/>
                </a:cubicBezTo>
                <a:cubicBezTo>
                  <a:pt x="1417" y="111"/>
                  <a:pt x="1416" y="111"/>
                  <a:pt x="1416" y="110"/>
                </a:cubicBezTo>
                <a:cubicBezTo>
                  <a:pt x="1416" y="110"/>
                  <a:pt x="1415" y="110"/>
                  <a:pt x="1415" y="110"/>
                </a:cubicBezTo>
                <a:cubicBezTo>
                  <a:pt x="1415" y="110"/>
                  <a:pt x="1414" y="110"/>
                  <a:pt x="1414" y="110"/>
                </a:cubicBezTo>
                <a:cubicBezTo>
                  <a:pt x="1413" y="109"/>
                  <a:pt x="1413" y="109"/>
                  <a:pt x="1412" y="109"/>
                </a:cubicBezTo>
                <a:cubicBezTo>
                  <a:pt x="1412" y="109"/>
                  <a:pt x="1411" y="109"/>
                  <a:pt x="1411" y="109"/>
                </a:cubicBezTo>
                <a:cubicBezTo>
                  <a:pt x="1411" y="109"/>
                  <a:pt x="1410" y="109"/>
                  <a:pt x="1410" y="109"/>
                </a:cubicBezTo>
                <a:cubicBezTo>
                  <a:pt x="1409" y="109"/>
                  <a:pt x="1409" y="109"/>
                  <a:pt x="1408" y="109"/>
                </a:cubicBezTo>
                <a:cubicBezTo>
                  <a:pt x="1407" y="109"/>
                  <a:pt x="1407" y="109"/>
                  <a:pt x="1406" y="109"/>
                </a:cubicBezTo>
                <a:cubicBezTo>
                  <a:pt x="1405" y="109"/>
                  <a:pt x="1405" y="108"/>
                  <a:pt x="1404" y="108"/>
                </a:cubicBezTo>
                <a:cubicBezTo>
                  <a:pt x="1404" y="108"/>
                  <a:pt x="1404" y="108"/>
                  <a:pt x="1403" y="108"/>
                </a:cubicBezTo>
                <a:cubicBezTo>
                  <a:pt x="1403" y="108"/>
                  <a:pt x="1402" y="107"/>
                  <a:pt x="1401" y="107"/>
                </a:cubicBezTo>
                <a:cubicBezTo>
                  <a:pt x="1400" y="107"/>
                  <a:pt x="1399" y="107"/>
                  <a:pt x="1398" y="107"/>
                </a:cubicBezTo>
                <a:cubicBezTo>
                  <a:pt x="1398" y="107"/>
                  <a:pt x="1397" y="107"/>
                  <a:pt x="1396" y="107"/>
                </a:cubicBezTo>
                <a:cubicBezTo>
                  <a:pt x="1396" y="107"/>
                  <a:pt x="1396" y="107"/>
                  <a:pt x="1395" y="107"/>
                </a:cubicBezTo>
                <a:cubicBezTo>
                  <a:pt x="1395" y="107"/>
                  <a:pt x="1395" y="107"/>
                  <a:pt x="1395" y="107"/>
                </a:cubicBezTo>
                <a:cubicBezTo>
                  <a:pt x="1394" y="108"/>
                  <a:pt x="1395" y="108"/>
                  <a:pt x="1395" y="108"/>
                </a:cubicBezTo>
                <a:cubicBezTo>
                  <a:pt x="1394" y="109"/>
                  <a:pt x="1394" y="110"/>
                  <a:pt x="1394" y="110"/>
                </a:cubicBezTo>
                <a:cubicBezTo>
                  <a:pt x="1389" y="110"/>
                  <a:pt x="1389" y="110"/>
                  <a:pt x="1389" y="110"/>
                </a:cubicBezTo>
                <a:cubicBezTo>
                  <a:pt x="1388" y="110"/>
                  <a:pt x="1388" y="111"/>
                  <a:pt x="1387" y="111"/>
                </a:cubicBezTo>
                <a:cubicBezTo>
                  <a:pt x="1387" y="111"/>
                  <a:pt x="1387" y="111"/>
                  <a:pt x="1387" y="112"/>
                </a:cubicBezTo>
                <a:cubicBezTo>
                  <a:pt x="1387" y="112"/>
                  <a:pt x="1387" y="113"/>
                  <a:pt x="1387" y="113"/>
                </a:cubicBezTo>
                <a:cubicBezTo>
                  <a:pt x="1388" y="113"/>
                  <a:pt x="1388" y="114"/>
                  <a:pt x="1388" y="114"/>
                </a:cubicBezTo>
                <a:cubicBezTo>
                  <a:pt x="1388" y="114"/>
                  <a:pt x="1389" y="114"/>
                  <a:pt x="1389" y="114"/>
                </a:cubicBezTo>
                <a:cubicBezTo>
                  <a:pt x="1389" y="115"/>
                  <a:pt x="1390" y="114"/>
                  <a:pt x="1390" y="115"/>
                </a:cubicBezTo>
                <a:cubicBezTo>
                  <a:pt x="1390" y="115"/>
                  <a:pt x="1390" y="115"/>
                  <a:pt x="1390" y="116"/>
                </a:cubicBezTo>
                <a:cubicBezTo>
                  <a:pt x="1391" y="116"/>
                  <a:pt x="1391" y="116"/>
                  <a:pt x="1391" y="116"/>
                </a:cubicBezTo>
                <a:cubicBezTo>
                  <a:pt x="1392" y="117"/>
                  <a:pt x="1392" y="117"/>
                  <a:pt x="1392" y="117"/>
                </a:cubicBezTo>
                <a:cubicBezTo>
                  <a:pt x="1392" y="118"/>
                  <a:pt x="1392" y="118"/>
                  <a:pt x="1392" y="118"/>
                </a:cubicBezTo>
                <a:cubicBezTo>
                  <a:pt x="1392" y="119"/>
                  <a:pt x="1392" y="119"/>
                  <a:pt x="1392" y="119"/>
                </a:cubicBezTo>
                <a:cubicBezTo>
                  <a:pt x="1391" y="119"/>
                  <a:pt x="1391" y="119"/>
                  <a:pt x="1391" y="119"/>
                </a:cubicBezTo>
                <a:cubicBezTo>
                  <a:pt x="1390" y="119"/>
                  <a:pt x="1389" y="119"/>
                  <a:pt x="1389" y="119"/>
                </a:cubicBezTo>
                <a:cubicBezTo>
                  <a:pt x="1389" y="119"/>
                  <a:pt x="1388" y="118"/>
                  <a:pt x="1388" y="118"/>
                </a:cubicBezTo>
                <a:cubicBezTo>
                  <a:pt x="1387" y="118"/>
                  <a:pt x="1387" y="118"/>
                  <a:pt x="1387" y="118"/>
                </a:cubicBezTo>
                <a:cubicBezTo>
                  <a:pt x="1386" y="118"/>
                  <a:pt x="1386" y="118"/>
                  <a:pt x="1386" y="118"/>
                </a:cubicBezTo>
                <a:cubicBezTo>
                  <a:pt x="1385" y="118"/>
                  <a:pt x="1385" y="118"/>
                  <a:pt x="1385" y="117"/>
                </a:cubicBezTo>
                <a:cubicBezTo>
                  <a:pt x="1384" y="117"/>
                  <a:pt x="1384" y="117"/>
                  <a:pt x="1384" y="117"/>
                </a:cubicBezTo>
                <a:cubicBezTo>
                  <a:pt x="1383" y="117"/>
                  <a:pt x="1383" y="117"/>
                  <a:pt x="1383" y="117"/>
                </a:cubicBezTo>
                <a:cubicBezTo>
                  <a:pt x="1382" y="117"/>
                  <a:pt x="1382" y="117"/>
                  <a:pt x="1381" y="117"/>
                </a:cubicBezTo>
                <a:cubicBezTo>
                  <a:pt x="1381" y="119"/>
                  <a:pt x="1381" y="119"/>
                  <a:pt x="1381" y="119"/>
                </a:cubicBezTo>
                <a:cubicBezTo>
                  <a:pt x="1382" y="119"/>
                  <a:pt x="1382" y="119"/>
                  <a:pt x="1382" y="119"/>
                </a:cubicBezTo>
                <a:cubicBezTo>
                  <a:pt x="1382" y="119"/>
                  <a:pt x="1382" y="119"/>
                  <a:pt x="1382" y="120"/>
                </a:cubicBezTo>
                <a:cubicBezTo>
                  <a:pt x="1383" y="120"/>
                  <a:pt x="1383" y="120"/>
                  <a:pt x="1383" y="121"/>
                </a:cubicBezTo>
                <a:cubicBezTo>
                  <a:pt x="1383" y="121"/>
                  <a:pt x="1383" y="122"/>
                  <a:pt x="1383" y="122"/>
                </a:cubicBezTo>
                <a:cubicBezTo>
                  <a:pt x="1382" y="122"/>
                  <a:pt x="1382" y="122"/>
                  <a:pt x="1381" y="121"/>
                </a:cubicBezTo>
                <a:cubicBezTo>
                  <a:pt x="1380" y="121"/>
                  <a:pt x="1380" y="121"/>
                  <a:pt x="1380" y="121"/>
                </a:cubicBezTo>
                <a:cubicBezTo>
                  <a:pt x="1380" y="120"/>
                  <a:pt x="1379" y="120"/>
                  <a:pt x="1379" y="120"/>
                </a:cubicBezTo>
                <a:cubicBezTo>
                  <a:pt x="1379" y="120"/>
                  <a:pt x="1378" y="120"/>
                  <a:pt x="1378" y="119"/>
                </a:cubicBezTo>
                <a:cubicBezTo>
                  <a:pt x="1378" y="119"/>
                  <a:pt x="1377" y="119"/>
                  <a:pt x="1377" y="118"/>
                </a:cubicBezTo>
                <a:cubicBezTo>
                  <a:pt x="1377" y="118"/>
                  <a:pt x="1377" y="118"/>
                  <a:pt x="1377" y="117"/>
                </a:cubicBezTo>
                <a:cubicBezTo>
                  <a:pt x="1377" y="117"/>
                  <a:pt x="1377" y="117"/>
                  <a:pt x="1376" y="117"/>
                </a:cubicBezTo>
                <a:cubicBezTo>
                  <a:pt x="1376" y="117"/>
                  <a:pt x="1375" y="117"/>
                  <a:pt x="1374" y="117"/>
                </a:cubicBezTo>
                <a:cubicBezTo>
                  <a:pt x="1374" y="117"/>
                  <a:pt x="1374" y="117"/>
                  <a:pt x="1373" y="117"/>
                </a:cubicBezTo>
                <a:cubicBezTo>
                  <a:pt x="1373" y="117"/>
                  <a:pt x="1373" y="117"/>
                  <a:pt x="1372" y="117"/>
                </a:cubicBezTo>
                <a:cubicBezTo>
                  <a:pt x="1372" y="117"/>
                  <a:pt x="1372" y="118"/>
                  <a:pt x="1372" y="118"/>
                </a:cubicBezTo>
                <a:cubicBezTo>
                  <a:pt x="1372" y="119"/>
                  <a:pt x="1372" y="119"/>
                  <a:pt x="1371" y="119"/>
                </a:cubicBezTo>
                <a:cubicBezTo>
                  <a:pt x="1371" y="120"/>
                  <a:pt x="1370" y="120"/>
                  <a:pt x="1368" y="120"/>
                </a:cubicBezTo>
                <a:cubicBezTo>
                  <a:pt x="1367" y="120"/>
                  <a:pt x="1367" y="119"/>
                  <a:pt x="1366" y="119"/>
                </a:cubicBezTo>
                <a:cubicBezTo>
                  <a:pt x="1365" y="119"/>
                  <a:pt x="1364" y="119"/>
                  <a:pt x="1364" y="118"/>
                </a:cubicBezTo>
                <a:cubicBezTo>
                  <a:pt x="1363" y="118"/>
                  <a:pt x="1363" y="118"/>
                  <a:pt x="1363" y="118"/>
                </a:cubicBezTo>
                <a:cubicBezTo>
                  <a:pt x="1362" y="118"/>
                  <a:pt x="1362" y="118"/>
                  <a:pt x="1362" y="117"/>
                </a:cubicBezTo>
                <a:cubicBezTo>
                  <a:pt x="1362" y="117"/>
                  <a:pt x="1361" y="117"/>
                  <a:pt x="1361" y="117"/>
                </a:cubicBezTo>
                <a:cubicBezTo>
                  <a:pt x="1361" y="117"/>
                  <a:pt x="1360" y="117"/>
                  <a:pt x="1360" y="117"/>
                </a:cubicBezTo>
                <a:cubicBezTo>
                  <a:pt x="1360" y="118"/>
                  <a:pt x="1360" y="118"/>
                  <a:pt x="1359" y="118"/>
                </a:cubicBezTo>
                <a:cubicBezTo>
                  <a:pt x="1358" y="118"/>
                  <a:pt x="1358" y="117"/>
                  <a:pt x="1357" y="117"/>
                </a:cubicBezTo>
                <a:cubicBezTo>
                  <a:pt x="1356" y="117"/>
                  <a:pt x="1356" y="118"/>
                  <a:pt x="1355" y="118"/>
                </a:cubicBezTo>
                <a:cubicBezTo>
                  <a:pt x="1355" y="119"/>
                  <a:pt x="1355" y="119"/>
                  <a:pt x="1356" y="120"/>
                </a:cubicBezTo>
                <a:cubicBezTo>
                  <a:pt x="1356" y="121"/>
                  <a:pt x="1356" y="122"/>
                  <a:pt x="1356" y="123"/>
                </a:cubicBezTo>
                <a:cubicBezTo>
                  <a:pt x="1355" y="124"/>
                  <a:pt x="1355" y="124"/>
                  <a:pt x="1355" y="125"/>
                </a:cubicBezTo>
                <a:cubicBezTo>
                  <a:pt x="1350" y="125"/>
                  <a:pt x="1350" y="125"/>
                  <a:pt x="1350" y="125"/>
                </a:cubicBezTo>
                <a:cubicBezTo>
                  <a:pt x="1350" y="124"/>
                  <a:pt x="1351" y="123"/>
                  <a:pt x="1350" y="122"/>
                </a:cubicBezTo>
                <a:cubicBezTo>
                  <a:pt x="1350" y="122"/>
                  <a:pt x="1349" y="122"/>
                  <a:pt x="1349" y="121"/>
                </a:cubicBezTo>
                <a:cubicBezTo>
                  <a:pt x="1348" y="121"/>
                  <a:pt x="1348" y="121"/>
                  <a:pt x="1348" y="121"/>
                </a:cubicBezTo>
                <a:cubicBezTo>
                  <a:pt x="1347" y="120"/>
                  <a:pt x="1347" y="120"/>
                  <a:pt x="1347" y="120"/>
                </a:cubicBezTo>
                <a:cubicBezTo>
                  <a:pt x="1346" y="120"/>
                  <a:pt x="1346" y="120"/>
                  <a:pt x="1346" y="120"/>
                </a:cubicBezTo>
                <a:cubicBezTo>
                  <a:pt x="1345" y="119"/>
                  <a:pt x="1345" y="119"/>
                  <a:pt x="1345" y="119"/>
                </a:cubicBezTo>
                <a:cubicBezTo>
                  <a:pt x="1344" y="119"/>
                  <a:pt x="1344" y="118"/>
                  <a:pt x="1344" y="118"/>
                </a:cubicBezTo>
                <a:cubicBezTo>
                  <a:pt x="1343" y="117"/>
                  <a:pt x="1342" y="117"/>
                  <a:pt x="1342" y="116"/>
                </a:cubicBezTo>
                <a:cubicBezTo>
                  <a:pt x="1342" y="115"/>
                  <a:pt x="1342" y="115"/>
                  <a:pt x="1342" y="115"/>
                </a:cubicBezTo>
                <a:cubicBezTo>
                  <a:pt x="1342" y="115"/>
                  <a:pt x="1342" y="115"/>
                  <a:pt x="1342" y="114"/>
                </a:cubicBezTo>
                <a:cubicBezTo>
                  <a:pt x="1342" y="114"/>
                  <a:pt x="1343" y="114"/>
                  <a:pt x="1343" y="114"/>
                </a:cubicBezTo>
                <a:cubicBezTo>
                  <a:pt x="1343" y="113"/>
                  <a:pt x="1343" y="113"/>
                  <a:pt x="1343" y="113"/>
                </a:cubicBezTo>
                <a:cubicBezTo>
                  <a:pt x="1343" y="112"/>
                  <a:pt x="1343" y="112"/>
                  <a:pt x="1343" y="111"/>
                </a:cubicBezTo>
                <a:cubicBezTo>
                  <a:pt x="1343" y="110"/>
                  <a:pt x="1343" y="110"/>
                  <a:pt x="1343" y="109"/>
                </a:cubicBezTo>
                <a:cubicBezTo>
                  <a:pt x="1343" y="108"/>
                  <a:pt x="1343" y="107"/>
                  <a:pt x="1343" y="107"/>
                </a:cubicBezTo>
                <a:cubicBezTo>
                  <a:pt x="1343" y="106"/>
                  <a:pt x="1343" y="105"/>
                  <a:pt x="1343" y="105"/>
                </a:cubicBezTo>
                <a:cubicBezTo>
                  <a:pt x="1342" y="104"/>
                  <a:pt x="1342" y="104"/>
                  <a:pt x="1342" y="104"/>
                </a:cubicBezTo>
                <a:cubicBezTo>
                  <a:pt x="1342" y="103"/>
                  <a:pt x="1341" y="103"/>
                  <a:pt x="1341" y="103"/>
                </a:cubicBezTo>
                <a:cubicBezTo>
                  <a:pt x="1341" y="103"/>
                  <a:pt x="1340" y="102"/>
                  <a:pt x="1340" y="102"/>
                </a:cubicBezTo>
                <a:cubicBezTo>
                  <a:pt x="1340" y="102"/>
                  <a:pt x="1339" y="102"/>
                  <a:pt x="1339" y="102"/>
                </a:cubicBezTo>
                <a:cubicBezTo>
                  <a:pt x="1338" y="102"/>
                  <a:pt x="1338" y="101"/>
                  <a:pt x="1337" y="101"/>
                </a:cubicBezTo>
                <a:cubicBezTo>
                  <a:pt x="1336" y="101"/>
                  <a:pt x="1336" y="101"/>
                  <a:pt x="1335" y="102"/>
                </a:cubicBezTo>
                <a:cubicBezTo>
                  <a:pt x="1335" y="102"/>
                  <a:pt x="1335" y="103"/>
                  <a:pt x="1335" y="103"/>
                </a:cubicBezTo>
                <a:cubicBezTo>
                  <a:pt x="1335" y="103"/>
                  <a:pt x="1335" y="104"/>
                  <a:pt x="1335" y="104"/>
                </a:cubicBezTo>
                <a:cubicBezTo>
                  <a:pt x="1334" y="104"/>
                  <a:pt x="1334" y="104"/>
                  <a:pt x="1333" y="104"/>
                </a:cubicBezTo>
                <a:cubicBezTo>
                  <a:pt x="1332" y="104"/>
                  <a:pt x="1331" y="104"/>
                  <a:pt x="1330" y="103"/>
                </a:cubicBezTo>
                <a:cubicBezTo>
                  <a:pt x="1330" y="103"/>
                  <a:pt x="1330" y="102"/>
                  <a:pt x="1330" y="102"/>
                </a:cubicBezTo>
                <a:cubicBezTo>
                  <a:pt x="1330" y="101"/>
                  <a:pt x="1330" y="101"/>
                  <a:pt x="1329" y="101"/>
                </a:cubicBezTo>
                <a:cubicBezTo>
                  <a:pt x="1329" y="101"/>
                  <a:pt x="1329" y="100"/>
                  <a:pt x="1329" y="100"/>
                </a:cubicBezTo>
                <a:cubicBezTo>
                  <a:pt x="1328" y="100"/>
                  <a:pt x="1328" y="100"/>
                  <a:pt x="1328" y="100"/>
                </a:cubicBezTo>
                <a:cubicBezTo>
                  <a:pt x="1327" y="100"/>
                  <a:pt x="1326" y="100"/>
                  <a:pt x="1325" y="100"/>
                </a:cubicBezTo>
                <a:cubicBezTo>
                  <a:pt x="1325" y="100"/>
                  <a:pt x="1325" y="99"/>
                  <a:pt x="1325" y="99"/>
                </a:cubicBezTo>
                <a:cubicBezTo>
                  <a:pt x="1324" y="98"/>
                  <a:pt x="1323" y="98"/>
                  <a:pt x="1322" y="98"/>
                </a:cubicBezTo>
                <a:cubicBezTo>
                  <a:pt x="1322" y="98"/>
                  <a:pt x="1321" y="98"/>
                  <a:pt x="1321" y="98"/>
                </a:cubicBezTo>
                <a:cubicBezTo>
                  <a:pt x="1320" y="98"/>
                  <a:pt x="1320" y="99"/>
                  <a:pt x="1319" y="99"/>
                </a:cubicBezTo>
                <a:cubicBezTo>
                  <a:pt x="1319" y="99"/>
                  <a:pt x="1319" y="99"/>
                  <a:pt x="1318" y="100"/>
                </a:cubicBezTo>
                <a:cubicBezTo>
                  <a:pt x="1318" y="100"/>
                  <a:pt x="1317" y="100"/>
                  <a:pt x="1317" y="100"/>
                </a:cubicBezTo>
                <a:cubicBezTo>
                  <a:pt x="1317" y="100"/>
                  <a:pt x="1316" y="101"/>
                  <a:pt x="1316" y="101"/>
                </a:cubicBezTo>
                <a:cubicBezTo>
                  <a:pt x="1317" y="103"/>
                  <a:pt x="1317" y="103"/>
                  <a:pt x="1317" y="103"/>
                </a:cubicBezTo>
                <a:cubicBezTo>
                  <a:pt x="1317" y="103"/>
                  <a:pt x="1317" y="103"/>
                  <a:pt x="1317" y="104"/>
                </a:cubicBezTo>
                <a:cubicBezTo>
                  <a:pt x="1318" y="104"/>
                  <a:pt x="1318" y="104"/>
                  <a:pt x="1318" y="105"/>
                </a:cubicBezTo>
                <a:cubicBezTo>
                  <a:pt x="1318" y="105"/>
                  <a:pt x="1318" y="105"/>
                  <a:pt x="1318" y="106"/>
                </a:cubicBezTo>
                <a:cubicBezTo>
                  <a:pt x="1318" y="106"/>
                  <a:pt x="1318" y="107"/>
                  <a:pt x="1318" y="107"/>
                </a:cubicBezTo>
                <a:cubicBezTo>
                  <a:pt x="1312" y="107"/>
                  <a:pt x="1312" y="107"/>
                  <a:pt x="1312" y="107"/>
                </a:cubicBezTo>
                <a:cubicBezTo>
                  <a:pt x="1312" y="107"/>
                  <a:pt x="1311" y="107"/>
                  <a:pt x="1311" y="108"/>
                </a:cubicBezTo>
                <a:cubicBezTo>
                  <a:pt x="1310" y="108"/>
                  <a:pt x="1309" y="108"/>
                  <a:pt x="1308" y="108"/>
                </a:cubicBezTo>
                <a:cubicBezTo>
                  <a:pt x="1307" y="108"/>
                  <a:pt x="1306" y="108"/>
                  <a:pt x="1305" y="108"/>
                </a:cubicBezTo>
                <a:cubicBezTo>
                  <a:pt x="1305" y="107"/>
                  <a:pt x="1305" y="107"/>
                  <a:pt x="1304" y="107"/>
                </a:cubicBezTo>
                <a:cubicBezTo>
                  <a:pt x="1303" y="107"/>
                  <a:pt x="1303" y="107"/>
                  <a:pt x="1302" y="106"/>
                </a:cubicBezTo>
                <a:cubicBezTo>
                  <a:pt x="1301" y="106"/>
                  <a:pt x="1301" y="106"/>
                  <a:pt x="1301" y="105"/>
                </a:cubicBezTo>
                <a:cubicBezTo>
                  <a:pt x="1300" y="105"/>
                  <a:pt x="1300" y="105"/>
                  <a:pt x="1299" y="105"/>
                </a:cubicBezTo>
                <a:cubicBezTo>
                  <a:pt x="1299" y="105"/>
                  <a:pt x="1299" y="105"/>
                  <a:pt x="1299" y="105"/>
                </a:cubicBezTo>
                <a:cubicBezTo>
                  <a:pt x="1298" y="106"/>
                  <a:pt x="1298" y="106"/>
                  <a:pt x="1298" y="106"/>
                </a:cubicBezTo>
                <a:cubicBezTo>
                  <a:pt x="1297" y="106"/>
                  <a:pt x="1296" y="106"/>
                  <a:pt x="1296" y="106"/>
                </a:cubicBezTo>
                <a:cubicBezTo>
                  <a:pt x="1296" y="105"/>
                  <a:pt x="1296" y="104"/>
                  <a:pt x="1296" y="104"/>
                </a:cubicBezTo>
                <a:cubicBezTo>
                  <a:pt x="1296" y="102"/>
                  <a:pt x="1296" y="102"/>
                  <a:pt x="1296" y="102"/>
                </a:cubicBezTo>
                <a:cubicBezTo>
                  <a:pt x="1296" y="102"/>
                  <a:pt x="1295" y="101"/>
                  <a:pt x="1295" y="101"/>
                </a:cubicBezTo>
                <a:cubicBezTo>
                  <a:pt x="1294" y="101"/>
                  <a:pt x="1294" y="100"/>
                  <a:pt x="1294" y="100"/>
                </a:cubicBezTo>
                <a:cubicBezTo>
                  <a:pt x="1294" y="100"/>
                  <a:pt x="1293" y="100"/>
                  <a:pt x="1293" y="100"/>
                </a:cubicBezTo>
                <a:cubicBezTo>
                  <a:pt x="1293" y="100"/>
                  <a:pt x="1292" y="100"/>
                  <a:pt x="1292" y="100"/>
                </a:cubicBezTo>
                <a:cubicBezTo>
                  <a:pt x="1292" y="100"/>
                  <a:pt x="1291" y="100"/>
                  <a:pt x="1291" y="100"/>
                </a:cubicBezTo>
                <a:cubicBezTo>
                  <a:pt x="1291" y="101"/>
                  <a:pt x="1291" y="101"/>
                  <a:pt x="1290" y="101"/>
                </a:cubicBezTo>
                <a:cubicBezTo>
                  <a:pt x="1290" y="101"/>
                  <a:pt x="1289" y="101"/>
                  <a:pt x="1289" y="101"/>
                </a:cubicBezTo>
                <a:cubicBezTo>
                  <a:pt x="1288" y="101"/>
                  <a:pt x="1288" y="101"/>
                  <a:pt x="1288" y="101"/>
                </a:cubicBezTo>
                <a:cubicBezTo>
                  <a:pt x="1287" y="101"/>
                  <a:pt x="1287" y="101"/>
                  <a:pt x="1287" y="101"/>
                </a:cubicBezTo>
                <a:cubicBezTo>
                  <a:pt x="1282" y="101"/>
                  <a:pt x="1282" y="101"/>
                  <a:pt x="1282" y="101"/>
                </a:cubicBezTo>
                <a:cubicBezTo>
                  <a:pt x="1280" y="101"/>
                  <a:pt x="1280" y="101"/>
                  <a:pt x="1280" y="101"/>
                </a:cubicBezTo>
                <a:cubicBezTo>
                  <a:pt x="1279" y="101"/>
                  <a:pt x="1279" y="101"/>
                  <a:pt x="1278" y="101"/>
                </a:cubicBezTo>
                <a:cubicBezTo>
                  <a:pt x="1277" y="101"/>
                  <a:pt x="1277" y="101"/>
                  <a:pt x="1277" y="101"/>
                </a:cubicBezTo>
                <a:cubicBezTo>
                  <a:pt x="1276" y="101"/>
                  <a:pt x="1277" y="101"/>
                  <a:pt x="1276" y="102"/>
                </a:cubicBezTo>
                <a:cubicBezTo>
                  <a:pt x="1276" y="102"/>
                  <a:pt x="1275" y="102"/>
                  <a:pt x="1275" y="102"/>
                </a:cubicBezTo>
                <a:cubicBezTo>
                  <a:pt x="1273" y="102"/>
                  <a:pt x="1273" y="102"/>
                  <a:pt x="1273" y="102"/>
                </a:cubicBezTo>
                <a:cubicBezTo>
                  <a:pt x="1273" y="102"/>
                  <a:pt x="1273" y="101"/>
                  <a:pt x="1272" y="101"/>
                </a:cubicBezTo>
                <a:cubicBezTo>
                  <a:pt x="1272" y="101"/>
                  <a:pt x="1272" y="102"/>
                  <a:pt x="1271" y="102"/>
                </a:cubicBezTo>
                <a:cubicBezTo>
                  <a:pt x="1271" y="101"/>
                  <a:pt x="1271" y="100"/>
                  <a:pt x="1271" y="100"/>
                </a:cubicBezTo>
                <a:cubicBezTo>
                  <a:pt x="1271" y="99"/>
                  <a:pt x="1271" y="99"/>
                  <a:pt x="1271" y="99"/>
                </a:cubicBezTo>
                <a:cubicBezTo>
                  <a:pt x="1271" y="98"/>
                  <a:pt x="1271" y="98"/>
                  <a:pt x="1271" y="98"/>
                </a:cubicBezTo>
                <a:cubicBezTo>
                  <a:pt x="1270" y="98"/>
                  <a:pt x="1270" y="98"/>
                  <a:pt x="1270" y="98"/>
                </a:cubicBezTo>
                <a:cubicBezTo>
                  <a:pt x="1269" y="98"/>
                  <a:pt x="1269" y="98"/>
                  <a:pt x="1269" y="98"/>
                </a:cubicBezTo>
                <a:cubicBezTo>
                  <a:pt x="1268" y="98"/>
                  <a:pt x="1269" y="99"/>
                  <a:pt x="1268" y="99"/>
                </a:cubicBezTo>
                <a:cubicBezTo>
                  <a:pt x="1268" y="100"/>
                  <a:pt x="1267" y="100"/>
                  <a:pt x="1266" y="100"/>
                </a:cubicBezTo>
                <a:cubicBezTo>
                  <a:pt x="1265" y="100"/>
                  <a:pt x="1265" y="100"/>
                  <a:pt x="1265" y="100"/>
                </a:cubicBezTo>
                <a:cubicBezTo>
                  <a:pt x="1264" y="100"/>
                  <a:pt x="1264" y="99"/>
                  <a:pt x="1264" y="99"/>
                </a:cubicBezTo>
                <a:cubicBezTo>
                  <a:pt x="1264" y="98"/>
                  <a:pt x="1264" y="98"/>
                  <a:pt x="1264" y="98"/>
                </a:cubicBezTo>
                <a:cubicBezTo>
                  <a:pt x="1265" y="98"/>
                  <a:pt x="1265" y="98"/>
                  <a:pt x="1266" y="98"/>
                </a:cubicBezTo>
                <a:cubicBezTo>
                  <a:pt x="1266" y="98"/>
                  <a:pt x="1266" y="98"/>
                  <a:pt x="1267" y="98"/>
                </a:cubicBezTo>
                <a:cubicBezTo>
                  <a:pt x="1267" y="98"/>
                  <a:pt x="1267" y="97"/>
                  <a:pt x="1268" y="97"/>
                </a:cubicBezTo>
                <a:cubicBezTo>
                  <a:pt x="1268" y="97"/>
                  <a:pt x="1268" y="96"/>
                  <a:pt x="1268" y="96"/>
                </a:cubicBezTo>
                <a:cubicBezTo>
                  <a:pt x="1268" y="96"/>
                  <a:pt x="1269" y="96"/>
                  <a:pt x="1269" y="96"/>
                </a:cubicBezTo>
                <a:cubicBezTo>
                  <a:pt x="1269" y="96"/>
                  <a:pt x="1270" y="96"/>
                  <a:pt x="1270" y="95"/>
                </a:cubicBezTo>
                <a:cubicBezTo>
                  <a:pt x="1270" y="95"/>
                  <a:pt x="1271" y="95"/>
                  <a:pt x="1271" y="94"/>
                </a:cubicBezTo>
                <a:cubicBezTo>
                  <a:pt x="1271" y="94"/>
                  <a:pt x="1271" y="94"/>
                  <a:pt x="1271" y="94"/>
                </a:cubicBezTo>
                <a:cubicBezTo>
                  <a:pt x="1271" y="93"/>
                  <a:pt x="1270" y="93"/>
                  <a:pt x="1270" y="93"/>
                </a:cubicBezTo>
                <a:cubicBezTo>
                  <a:pt x="1270" y="92"/>
                  <a:pt x="1269" y="93"/>
                  <a:pt x="1269" y="93"/>
                </a:cubicBezTo>
                <a:cubicBezTo>
                  <a:pt x="1268" y="93"/>
                  <a:pt x="1267" y="93"/>
                  <a:pt x="1266" y="93"/>
                </a:cubicBezTo>
                <a:cubicBezTo>
                  <a:pt x="1266" y="93"/>
                  <a:pt x="1266" y="93"/>
                  <a:pt x="1265" y="94"/>
                </a:cubicBezTo>
                <a:cubicBezTo>
                  <a:pt x="1265" y="94"/>
                  <a:pt x="1265" y="94"/>
                  <a:pt x="1265" y="94"/>
                </a:cubicBezTo>
                <a:cubicBezTo>
                  <a:pt x="1264" y="94"/>
                  <a:pt x="1264" y="95"/>
                  <a:pt x="1264" y="95"/>
                </a:cubicBezTo>
                <a:cubicBezTo>
                  <a:pt x="1264" y="96"/>
                  <a:pt x="1264" y="96"/>
                  <a:pt x="1263" y="96"/>
                </a:cubicBezTo>
                <a:cubicBezTo>
                  <a:pt x="1263" y="97"/>
                  <a:pt x="1263" y="97"/>
                  <a:pt x="1262" y="97"/>
                </a:cubicBezTo>
                <a:cubicBezTo>
                  <a:pt x="1262" y="97"/>
                  <a:pt x="1262" y="98"/>
                  <a:pt x="1261" y="98"/>
                </a:cubicBezTo>
                <a:cubicBezTo>
                  <a:pt x="1255" y="98"/>
                  <a:pt x="1255" y="98"/>
                  <a:pt x="1255" y="98"/>
                </a:cubicBezTo>
                <a:cubicBezTo>
                  <a:pt x="1254" y="98"/>
                  <a:pt x="1254" y="98"/>
                  <a:pt x="1254" y="98"/>
                </a:cubicBezTo>
                <a:cubicBezTo>
                  <a:pt x="1254" y="99"/>
                  <a:pt x="1254" y="99"/>
                  <a:pt x="1255" y="99"/>
                </a:cubicBezTo>
                <a:cubicBezTo>
                  <a:pt x="1255" y="100"/>
                  <a:pt x="1255" y="100"/>
                  <a:pt x="1255" y="101"/>
                </a:cubicBezTo>
                <a:cubicBezTo>
                  <a:pt x="1255" y="101"/>
                  <a:pt x="1255" y="101"/>
                  <a:pt x="1255" y="101"/>
                </a:cubicBezTo>
                <a:cubicBezTo>
                  <a:pt x="1255" y="102"/>
                  <a:pt x="1255" y="101"/>
                  <a:pt x="1254" y="102"/>
                </a:cubicBezTo>
                <a:cubicBezTo>
                  <a:pt x="1254" y="102"/>
                  <a:pt x="1254" y="102"/>
                  <a:pt x="1254" y="103"/>
                </a:cubicBezTo>
                <a:cubicBezTo>
                  <a:pt x="1253" y="103"/>
                  <a:pt x="1253" y="103"/>
                  <a:pt x="1252" y="103"/>
                </a:cubicBezTo>
                <a:cubicBezTo>
                  <a:pt x="1252" y="103"/>
                  <a:pt x="1252" y="103"/>
                  <a:pt x="1252" y="103"/>
                </a:cubicBezTo>
                <a:cubicBezTo>
                  <a:pt x="1251" y="103"/>
                  <a:pt x="1251" y="103"/>
                  <a:pt x="1251" y="103"/>
                </a:cubicBezTo>
                <a:cubicBezTo>
                  <a:pt x="1250" y="103"/>
                  <a:pt x="1249" y="103"/>
                  <a:pt x="1249" y="103"/>
                </a:cubicBezTo>
                <a:cubicBezTo>
                  <a:pt x="1248" y="103"/>
                  <a:pt x="1248" y="103"/>
                  <a:pt x="1247" y="103"/>
                </a:cubicBezTo>
                <a:cubicBezTo>
                  <a:pt x="1247" y="103"/>
                  <a:pt x="1247" y="104"/>
                  <a:pt x="1247" y="104"/>
                </a:cubicBezTo>
                <a:cubicBezTo>
                  <a:pt x="1246" y="104"/>
                  <a:pt x="1245" y="104"/>
                  <a:pt x="1245" y="104"/>
                </a:cubicBezTo>
                <a:cubicBezTo>
                  <a:pt x="1243" y="104"/>
                  <a:pt x="1243" y="104"/>
                  <a:pt x="1243" y="104"/>
                </a:cubicBezTo>
                <a:cubicBezTo>
                  <a:pt x="1242" y="104"/>
                  <a:pt x="1241" y="104"/>
                  <a:pt x="1240" y="104"/>
                </a:cubicBezTo>
                <a:cubicBezTo>
                  <a:pt x="1240" y="104"/>
                  <a:pt x="1240" y="104"/>
                  <a:pt x="1240" y="104"/>
                </a:cubicBezTo>
                <a:cubicBezTo>
                  <a:pt x="1240" y="104"/>
                  <a:pt x="1240" y="104"/>
                  <a:pt x="1239" y="104"/>
                </a:cubicBezTo>
                <a:cubicBezTo>
                  <a:pt x="1240" y="104"/>
                  <a:pt x="1240" y="104"/>
                  <a:pt x="1241" y="104"/>
                </a:cubicBezTo>
                <a:cubicBezTo>
                  <a:pt x="1241" y="104"/>
                  <a:pt x="1241" y="103"/>
                  <a:pt x="1242" y="103"/>
                </a:cubicBezTo>
                <a:cubicBezTo>
                  <a:pt x="1242" y="103"/>
                  <a:pt x="1242" y="102"/>
                  <a:pt x="1243" y="102"/>
                </a:cubicBezTo>
                <a:cubicBezTo>
                  <a:pt x="1243" y="102"/>
                  <a:pt x="1243" y="101"/>
                  <a:pt x="1243" y="101"/>
                </a:cubicBezTo>
                <a:cubicBezTo>
                  <a:pt x="1244" y="101"/>
                  <a:pt x="1244" y="101"/>
                  <a:pt x="1244" y="101"/>
                </a:cubicBezTo>
                <a:cubicBezTo>
                  <a:pt x="1245" y="101"/>
                  <a:pt x="1245" y="101"/>
                  <a:pt x="1246" y="101"/>
                </a:cubicBezTo>
                <a:cubicBezTo>
                  <a:pt x="1246" y="101"/>
                  <a:pt x="1247" y="101"/>
                  <a:pt x="1247" y="101"/>
                </a:cubicBezTo>
                <a:cubicBezTo>
                  <a:pt x="1247" y="101"/>
                  <a:pt x="1247" y="100"/>
                  <a:pt x="1247" y="100"/>
                </a:cubicBezTo>
                <a:cubicBezTo>
                  <a:pt x="1248" y="100"/>
                  <a:pt x="1248" y="99"/>
                  <a:pt x="1248" y="99"/>
                </a:cubicBezTo>
                <a:cubicBezTo>
                  <a:pt x="1249" y="98"/>
                  <a:pt x="1250" y="98"/>
                  <a:pt x="1250" y="98"/>
                </a:cubicBezTo>
                <a:cubicBezTo>
                  <a:pt x="1251" y="97"/>
                  <a:pt x="1251" y="96"/>
                  <a:pt x="1252" y="96"/>
                </a:cubicBezTo>
                <a:cubicBezTo>
                  <a:pt x="1252" y="95"/>
                  <a:pt x="1253" y="95"/>
                  <a:pt x="1253" y="95"/>
                </a:cubicBezTo>
                <a:cubicBezTo>
                  <a:pt x="1254" y="95"/>
                  <a:pt x="1254" y="95"/>
                  <a:pt x="1254" y="95"/>
                </a:cubicBezTo>
                <a:cubicBezTo>
                  <a:pt x="1255" y="95"/>
                  <a:pt x="1255" y="95"/>
                  <a:pt x="1255" y="95"/>
                </a:cubicBezTo>
                <a:cubicBezTo>
                  <a:pt x="1256" y="95"/>
                  <a:pt x="1256" y="95"/>
                  <a:pt x="1256" y="95"/>
                </a:cubicBezTo>
                <a:cubicBezTo>
                  <a:pt x="1257" y="95"/>
                  <a:pt x="1257" y="95"/>
                  <a:pt x="1257" y="95"/>
                </a:cubicBezTo>
                <a:cubicBezTo>
                  <a:pt x="1257" y="94"/>
                  <a:pt x="1257" y="94"/>
                  <a:pt x="1257" y="94"/>
                </a:cubicBezTo>
                <a:cubicBezTo>
                  <a:pt x="1258" y="93"/>
                  <a:pt x="1258" y="93"/>
                  <a:pt x="1258" y="93"/>
                </a:cubicBezTo>
                <a:cubicBezTo>
                  <a:pt x="1259" y="92"/>
                  <a:pt x="1259" y="92"/>
                  <a:pt x="1260" y="92"/>
                </a:cubicBezTo>
                <a:cubicBezTo>
                  <a:pt x="1261" y="92"/>
                  <a:pt x="1261" y="92"/>
                  <a:pt x="1261" y="92"/>
                </a:cubicBezTo>
                <a:cubicBezTo>
                  <a:pt x="1261" y="92"/>
                  <a:pt x="1262" y="92"/>
                  <a:pt x="1262" y="92"/>
                </a:cubicBezTo>
                <a:cubicBezTo>
                  <a:pt x="1262" y="92"/>
                  <a:pt x="1263" y="92"/>
                  <a:pt x="1263" y="92"/>
                </a:cubicBezTo>
                <a:cubicBezTo>
                  <a:pt x="1263" y="92"/>
                  <a:pt x="1264" y="92"/>
                  <a:pt x="1264" y="92"/>
                </a:cubicBezTo>
                <a:cubicBezTo>
                  <a:pt x="1264" y="92"/>
                  <a:pt x="1265" y="91"/>
                  <a:pt x="1265" y="91"/>
                </a:cubicBezTo>
                <a:cubicBezTo>
                  <a:pt x="1265" y="91"/>
                  <a:pt x="1266" y="91"/>
                  <a:pt x="1266" y="90"/>
                </a:cubicBezTo>
                <a:cubicBezTo>
                  <a:pt x="1266" y="90"/>
                  <a:pt x="1266" y="90"/>
                  <a:pt x="1266" y="89"/>
                </a:cubicBezTo>
                <a:cubicBezTo>
                  <a:pt x="1266" y="89"/>
                  <a:pt x="1266" y="88"/>
                  <a:pt x="1266" y="87"/>
                </a:cubicBezTo>
                <a:cubicBezTo>
                  <a:pt x="1271" y="87"/>
                  <a:pt x="1271" y="87"/>
                  <a:pt x="1271" y="87"/>
                </a:cubicBezTo>
                <a:cubicBezTo>
                  <a:pt x="1271" y="87"/>
                  <a:pt x="1271" y="87"/>
                  <a:pt x="1271" y="86"/>
                </a:cubicBezTo>
                <a:cubicBezTo>
                  <a:pt x="1271" y="86"/>
                  <a:pt x="1271" y="85"/>
                  <a:pt x="1271" y="85"/>
                </a:cubicBezTo>
                <a:cubicBezTo>
                  <a:pt x="1271" y="85"/>
                  <a:pt x="1272" y="84"/>
                  <a:pt x="1272" y="84"/>
                </a:cubicBezTo>
                <a:cubicBezTo>
                  <a:pt x="1272" y="84"/>
                  <a:pt x="1273" y="84"/>
                  <a:pt x="1273" y="84"/>
                </a:cubicBezTo>
                <a:cubicBezTo>
                  <a:pt x="1273" y="84"/>
                  <a:pt x="1273" y="84"/>
                  <a:pt x="1273" y="83"/>
                </a:cubicBezTo>
                <a:cubicBezTo>
                  <a:pt x="1273" y="83"/>
                  <a:pt x="1273" y="83"/>
                  <a:pt x="1273" y="82"/>
                </a:cubicBezTo>
                <a:cubicBezTo>
                  <a:pt x="1273" y="82"/>
                  <a:pt x="1273" y="82"/>
                  <a:pt x="1273" y="81"/>
                </a:cubicBezTo>
                <a:cubicBezTo>
                  <a:pt x="1273" y="81"/>
                  <a:pt x="1272" y="81"/>
                  <a:pt x="1272" y="81"/>
                </a:cubicBezTo>
                <a:cubicBezTo>
                  <a:pt x="1272" y="81"/>
                  <a:pt x="1272" y="80"/>
                  <a:pt x="1272" y="80"/>
                </a:cubicBezTo>
                <a:cubicBezTo>
                  <a:pt x="1272" y="80"/>
                  <a:pt x="1272" y="79"/>
                  <a:pt x="1271" y="79"/>
                </a:cubicBezTo>
                <a:cubicBezTo>
                  <a:pt x="1271" y="79"/>
                  <a:pt x="1271" y="79"/>
                  <a:pt x="1270" y="79"/>
                </a:cubicBezTo>
                <a:cubicBezTo>
                  <a:pt x="1270" y="79"/>
                  <a:pt x="1271" y="79"/>
                  <a:pt x="1270" y="78"/>
                </a:cubicBezTo>
                <a:cubicBezTo>
                  <a:pt x="1270" y="78"/>
                  <a:pt x="1270" y="77"/>
                  <a:pt x="1270" y="77"/>
                </a:cubicBezTo>
                <a:cubicBezTo>
                  <a:pt x="1270" y="77"/>
                  <a:pt x="1269" y="76"/>
                  <a:pt x="1269" y="76"/>
                </a:cubicBezTo>
                <a:cubicBezTo>
                  <a:pt x="1268" y="76"/>
                  <a:pt x="1268" y="75"/>
                  <a:pt x="1268" y="75"/>
                </a:cubicBezTo>
                <a:cubicBezTo>
                  <a:pt x="1267" y="75"/>
                  <a:pt x="1267" y="75"/>
                  <a:pt x="1267" y="75"/>
                </a:cubicBezTo>
                <a:cubicBezTo>
                  <a:pt x="1266" y="75"/>
                  <a:pt x="1266" y="75"/>
                  <a:pt x="1266" y="75"/>
                </a:cubicBezTo>
                <a:cubicBezTo>
                  <a:pt x="1266" y="74"/>
                  <a:pt x="1265" y="73"/>
                  <a:pt x="1266" y="72"/>
                </a:cubicBezTo>
                <a:cubicBezTo>
                  <a:pt x="1259" y="72"/>
                  <a:pt x="1259" y="72"/>
                  <a:pt x="1259" y="72"/>
                </a:cubicBezTo>
                <a:cubicBezTo>
                  <a:pt x="1258" y="72"/>
                  <a:pt x="1257" y="72"/>
                  <a:pt x="1257" y="72"/>
                </a:cubicBezTo>
                <a:cubicBezTo>
                  <a:pt x="1256" y="72"/>
                  <a:pt x="1255" y="72"/>
                  <a:pt x="1255" y="72"/>
                </a:cubicBezTo>
                <a:cubicBezTo>
                  <a:pt x="1254" y="72"/>
                  <a:pt x="1254" y="72"/>
                  <a:pt x="1254" y="72"/>
                </a:cubicBezTo>
                <a:cubicBezTo>
                  <a:pt x="1253" y="72"/>
                  <a:pt x="1253" y="72"/>
                  <a:pt x="1253" y="72"/>
                </a:cubicBezTo>
                <a:cubicBezTo>
                  <a:pt x="1252" y="72"/>
                  <a:pt x="1252" y="73"/>
                  <a:pt x="1252" y="73"/>
                </a:cubicBezTo>
                <a:cubicBezTo>
                  <a:pt x="1252" y="73"/>
                  <a:pt x="1251" y="73"/>
                  <a:pt x="1251" y="73"/>
                </a:cubicBezTo>
                <a:cubicBezTo>
                  <a:pt x="1250" y="73"/>
                  <a:pt x="1250" y="72"/>
                  <a:pt x="1249" y="72"/>
                </a:cubicBezTo>
                <a:cubicBezTo>
                  <a:pt x="1249" y="71"/>
                  <a:pt x="1249" y="71"/>
                  <a:pt x="1248" y="71"/>
                </a:cubicBezTo>
                <a:cubicBezTo>
                  <a:pt x="1248" y="71"/>
                  <a:pt x="1248" y="71"/>
                  <a:pt x="1247" y="71"/>
                </a:cubicBezTo>
                <a:cubicBezTo>
                  <a:pt x="1246" y="71"/>
                  <a:pt x="1246" y="71"/>
                  <a:pt x="1246" y="71"/>
                </a:cubicBezTo>
                <a:cubicBezTo>
                  <a:pt x="1246" y="74"/>
                  <a:pt x="1246" y="74"/>
                  <a:pt x="1246" y="74"/>
                </a:cubicBezTo>
                <a:cubicBezTo>
                  <a:pt x="1243" y="74"/>
                  <a:pt x="1243" y="74"/>
                  <a:pt x="1243" y="74"/>
                </a:cubicBezTo>
                <a:cubicBezTo>
                  <a:pt x="1242" y="74"/>
                  <a:pt x="1242" y="74"/>
                  <a:pt x="1242" y="74"/>
                </a:cubicBezTo>
                <a:cubicBezTo>
                  <a:pt x="1242" y="73"/>
                  <a:pt x="1242" y="73"/>
                  <a:pt x="1242" y="73"/>
                </a:cubicBezTo>
                <a:cubicBezTo>
                  <a:pt x="1243" y="72"/>
                  <a:pt x="1243" y="73"/>
                  <a:pt x="1243" y="72"/>
                </a:cubicBezTo>
                <a:cubicBezTo>
                  <a:pt x="1244" y="72"/>
                  <a:pt x="1244" y="71"/>
                  <a:pt x="1244" y="70"/>
                </a:cubicBezTo>
                <a:cubicBezTo>
                  <a:pt x="1244" y="70"/>
                  <a:pt x="1244" y="70"/>
                  <a:pt x="1244" y="69"/>
                </a:cubicBezTo>
                <a:cubicBezTo>
                  <a:pt x="1239" y="69"/>
                  <a:pt x="1239" y="69"/>
                  <a:pt x="1239" y="69"/>
                </a:cubicBezTo>
                <a:cubicBezTo>
                  <a:pt x="1238" y="69"/>
                  <a:pt x="1238" y="69"/>
                  <a:pt x="1237" y="69"/>
                </a:cubicBezTo>
                <a:cubicBezTo>
                  <a:pt x="1236" y="69"/>
                  <a:pt x="1235" y="69"/>
                  <a:pt x="1234" y="69"/>
                </a:cubicBezTo>
                <a:cubicBezTo>
                  <a:pt x="1234" y="69"/>
                  <a:pt x="1234" y="69"/>
                  <a:pt x="1234" y="69"/>
                </a:cubicBezTo>
                <a:cubicBezTo>
                  <a:pt x="1234" y="68"/>
                  <a:pt x="1234" y="68"/>
                  <a:pt x="1234" y="68"/>
                </a:cubicBezTo>
                <a:cubicBezTo>
                  <a:pt x="1234" y="67"/>
                  <a:pt x="1235" y="67"/>
                  <a:pt x="1236" y="66"/>
                </a:cubicBezTo>
                <a:cubicBezTo>
                  <a:pt x="1236" y="66"/>
                  <a:pt x="1236" y="66"/>
                  <a:pt x="1237" y="66"/>
                </a:cubicBezTo>
                <a:cubicBezTo>
                  <a:pt x="1237" y="66"/>
                  <a:pt x="1237" y="66"/>
                  <a:pt x="1238" y="65"/>
                </a:cubicBezTo>
                <a:cubicBezTo>
                  <a:pt x="1238" y="64"/>
                  <a:pt x="1238" y="64"/>
                  <a:pt x="1238" y="64"/>
                </a:cubicBezTo>
                <a:cubicBezTo>
                  <a:pt x="1227" y="64"/>
                  <a:pt x="1227" y="64"/>
                  <a:pt x="1227" y="64"/>
                </a:cubicBezTo>
                <a:cubicBezTo>
                  <a:pt x="1226" y="64"/>
                  <a:pt x="1226" y="64"/>
                  <a:pt x="1226" y="64"/>
                </a:cubicBezTo>
                <a:cubicBezTo>
                  <a:pt x="1225" y="64"/>
                  <a:pt x="1225" y="65"/>
                  <a:pt x="1224" y="65"/>
                </a:cubicBezTo>
                <a:cubicBezTo>
                  <a:pt x="1224" y="65"/>
                  <a:pt x="1223" y="65"/>
                  <a:pt x="1223" y="65"/>
                </a:cubicBezTo>
                <a:cubicBezTo>
                  <a:pt x="1222" y="65"/>
                  <a:pt x="1221" y="65"/>
                  <a:pt x="1220" y="66"/>
                </a:cubicBezTo>
                <a:cubicBezTo>
                  <a:pt x="1220" y="66"/>
                  <a:pt x="1219" y="66"/>
                  <a:pt x="1219" y="66"/>
                </a:cubicBezTo>
                <a:cubicBezTo>
                  <a:pt x="1219" y="66"/>
                  <a:pt x="1219" y="66"/>
                  <a:pt x="1218" y="67"/>
                </a:cubicBezTo>
                <a:cubicBezTo>
                  <a:pt x="1218" y="67"/>
                  <a:pt x="1218" y="67"/>
                  <a:pt x="1217" y="68"/>
                </a:cubicBezTo>
                <a:cubicBezTo>
                  <a:pt x="1217" y="68"/>
                  <a:pt x="1218" y="68"/>
                  <a:pt x="1217" y="69"/>
                </a:cubicBezTo>
                <a:cubicBezTo>
                  <a:pt x="1217" y="69"/>
                  <a:pt x="1218" y="69"/>
                  <a:pt x="1217" y="70"/>
                </a:cubicBezTo>
                <a:cubicBezTo>
                  <a:pt x="1217" y="70"/>
                  <a:pt x="1217" y="70"/>
                  <a:pt x="1217" y="71"/>
                </a:cubicBezTo>
                <a:cubicBezTo>
                  <a:pt x="1216" y="71"/>
                  <a:pt x="1216" y="71"/>
                  <a:pt x="1215" y="72"/>
                </a:cubicBezTo>
                <a:cubicBezTo>
                  <a:pt x="1215" y="72"/>
                  <a:pt x="1215" y="72"/>
                  <a:pt x="1215" y="73"/>
                </a:cubicBezTo>
                <a:cubicBezTo>
                  <a:pt x="1216" y="73"/>
                  <a:pt x="1216" y="73"/>
                  <a:pt x="1216" y="73"/>
                </a:cubicBezTo>
                <a:cubicBezTo>
                  <a:pt x="1216" y="74"/>
                  <a:pt x="1216" y="74"/>
                  <a:pt x="1216" y="74"/>
                </a:cubicBezTo>
                <a:cubicBezTo>
                  <a:pt x="1207" y="74"/>
                  <a:pt x="1207" y="74"/>
                  <a:pt x="1207" y="74"/>
                </a:cubicBezTo>
                <a:cubicBezTo>
                  <a:pt x="1206" y="75"/>
                  <a:pt x="1207" y="76"/>
                  <a:pt x="1206" y="76"/>
                </a:cubicBezTo>
                <a:cubicBezTo>
                  <a:pt x="1206" y="77"/>
                  <a:pt x="1205" y="76"/>
                  <a:pt x="1204" y="77"/>
                </a:cubicBezTo>
                <a:cubicBezTo>
                  <a:pt x="1204" y="77"/>
                  <a:pt x="1204" y="77"/>
                  <a:pt x="1204" y="78"/>
                </a:cubicBezTo>
                <a:cubicBezTo>
                  <a:pt x="1204" y="78"/>
                  <a:pt x="1204" y="78"/>
                  <a:pt x="1203" y="78"/>
                </a:cubicBezTo>
                <a:cubicBezTo>
                  <a:pt x="1203" y="79"/>
                  <a:pt x="1203" y="79"/>
                  <a:pt x="1202" y="79"/>
                </a:cubicBezTo>
                <a:cubicBezTo>
                  <a:pt x="1202" y="79"/>
                  <a:pt x="1201" y="79"/>
                  <a:pt x="1200" y="79"/>
                </a:cubicBezTo>
                <a:cubicBezTo>
                  <a:pt x="1199" y="79"/>
                  <a:pt x="1199" y="79"/>
                  <a:pt x="1198" y="79"/>
                </a:cubicBezTo>
                <a:cubicBezTo>
                  <a:pt x="1198" y="79"/>
                  <a:pt x="1198" y="79"/>
                  <a:pt x="1197" y="79"/>
                </a:cubicBezTo>
                <a:cubicBezTo>
                  <a:pt x="1197" y="79"/>
                  <a:pt x="1197" y="78"/>
                  <a:pt x="1196" y="78"/>
                </a:cubicBezTo>
                <a:cubicBezTo>
                  <a:pt x="1196" y="78"/>
                  <a:pt x="1196" y="77"/>
                  <a:pt x="1195" y="77"/>
                </a:cubicBezTo>
                <a:cubicBezTo>
                  <a:pt x="1195" y="77"/>
                  <a:pt x="1195" y="77"/>
                  <a:pt x="1195" y="77"/>
                </a:cubicBezTo>
                <a:cubicBezTo>
                  <a:pt x="1194" y="77"/>
                  <a:pt x="1194" y="77"/>
                  <a:pt x="1194" y="77"/>
                </a:cubicBezTo>
                <a:cubicBezTo>
                  <a:pt x="1193" y="77"/>
                  <a:pt x="1192" y="77"/>
                  <a:pt x="1191" y="77"/>
                </a:cubicBezTo>
                <a:cubicBezTo>
                  <a:pt x="1190" y="77"/>
                  <a:pt x="1190" y="77"/>
                  <a:pt x="1190" y="77"/>
                </a:cubicBezTo>
                <a:cubicBezTo>
                  <a:pt x="1189" y="77"/>
                  <a:pt x="1189" y="76"/>
                  <a:pt x="1188" y="76"/>
                </a:cubicBezTo>
                <a:cubicBezTo>
                  <a:pt x="1188" y="76"/>
                  <a:pt x="1187" y="76"/>
                  <a:pt x="1187" y="76"/>
                </a:cubicBezTo>
                <a:cubicBezTo>
                  <a:pt x="1187" y="76"/>
                  <a:pt x="1186" y="76"/>
                  <a:pt x="1186" y="77"/>
                </a:cubicBezTo>
                <a:cubicBezTo>
                  <a:pt x="1186" y="77"/>
                  <a:pt x="1185" y="77"/>
                  <a:pt x="1185" y="78"/>
                </a:cubicBezTo>
                <a:cubicBezTo>
                  <a:pt x="1185" y="78"/>
                  <a:pt x="1185" y="78"/>
                  <a:pt x="1185" y="79"/>
                </a:cubicBezTo>
                <a:cubicBezTo>
                  <a:pt x="1185" y="79"/>
                  <a:pt x="1185" y="79"/>
                  <a:pt x="1185" y="80"/>
                </a:cubicBezTo>
                <a:cubicBezTo>
                  <a:pt x="1185" y="80"/>
                  <a:pt x="1184" y="80"/>
                  <a:pt x="1184" y="80"/>
                </a:cubicBezTo>
                <a:cubicBezTo>
                  <a:pt x="1184" y="80"/>
                  <a:pt x="1183" y="81"/>
                  <a:pt x="1183" y="81"/>
                </a:cubicBezTo>
                <a:cubicBezTo>
                  <a:pt x="1178" y="81"/>
                  <a:pt x="1178" y="81"/>
                  <a:pt x="1178" y="81"/>
                </a:cubicBezTo>
                <a:cubicBezTo>
                  <a:pt x="1177" y="81"/>
                  <a:pt x="1176" y="81"/>
                  <a:pt x="1175" y="82"/>
                </a:cubicBezTo>
                <a:cubicBezTo>
                  <a:pt x="1175" y="82"/>
                  <a:pt x="1175" y="82"/>
                  <a:pt x="1174" y="82"/>
                </a:cubicBezTo>
                <a:cubicBezTo>
                  <a:pt x="1174" y="82"/>
                  <a:pt x="1173" y="83"/>
                  <a:pt x="1172" y="83"/>
                </a:cubicBezTo>
                <a:cubicBezTo>
                  <a:pt x="1172" y="83"/>
                  <a:pt x="1172" y="83"/>
                  <a:pt x="1171" y="83"/>
                </a:cubicBezTo>
                <a:cubicBezTo>
                  <a:pt x="1171" y="83"/>
                  <a:pt x="1171" y="84"/>
                  <a:pt x="1170" y="84"/>
                </a:cubicBezTo>
                <a:cubicBezTo>
                  <a:pt x="1170" y="84"/>
                  <a:pt x="1170" y="84"/>
                  <a:pt x="1169" y="84"/>
                </a:cubicBezTo>
                <a:cubicBezTo>
                  <a:pt x="1169" y="84"/>
                  <a:pt x="1169" y="83"/>
                  <a:pt x="1169" y="83"/>
                </a:cubicBezTo>
                <a:cubicBezTo>
                  <a:pt x="1168" y="83"/>
                  <a:pt x="1168" y="83"/>
                  <a:pt x="1168" y="83"/>
                </a:cubicBezTo>
                <a:cubicBezTo>
                  <a:pt x="1167" y="83"/>
                  <a:pt x="1166" y="83"/>
                  <a:pt x="1166" y="83"/>
                </a:cubicBezTo>
                <a:cubicBezTo>
                  <a:pt x="1165" y="83"/>
                  <a:pt x="1165" y="84"/>
                  <a:pt x="1165" y="84"/>
                </a:cubicBezTo>
                <a:cubicBezTo>
                  <a:pt x="1164" y="84"/>
                  <a:pt x="1164" y="84"/>
                  <a:pt x="1163" y="85"/>
                </a:cubicBezTo>
                <a:cubicBezTo>
                  <a:pt x="1162" y="85"/>
                  <a:pt x="1162" y="86"/>
                  <a:pt x="1162" y="86"/>
                </a:cubicBezTo>
                <a:cubicBezTo>
                  <a:pt x="1162" y="86"/>
                  <a:pt x="1161" y="86"/>
                  <a:pt x="1161" y="86"/>
                </a:cubicBezTo>
                <a:cubicBezTo>
                  <a:pt x="1161" y="86"/>
                  <a:pt x="1160" y="86"/>
                  <a:pt x="1160" y="86"/>
                </a:cubicBezTo>
                <a:cubicBezTo>
                  <a:pt x="1159" y="86"/>
                  <a:pt x="1158" y="86"/>
                  <a:pt x="1157" y="86"/>
                </a:cubicBezTo>
                <a:cubicBezTo>
                  <a:pt x="1157" y="86"/>
                  <a:pt x="1156" y="87"/>
                  <a:pt x="1156" y="87"/>
                </a:cubicBezTo>
                <a:cubicBezTo>
                  <a:pt x="1155" y="87"/>
                  <a:pt x="1155" y="88"/>
                  <a:pt x="1155" y="88"/>
                </a:cubicBezTo>
                <a:cubicBezTo>
                  <a:pt x="1155" y="89"/>
                  <a:pt x="1155" y="89"/>
                  <a:pt x="1155" y="89"/>
                </a:cubicBezTo>
                <a:cubicBezTo>
                  <a:pt x="1154" y="90"/>
                  <a:pt x="1154" y="90"/>
                  <a:pt x="1154" y="90"/>
                </a:cubicBezTo>
                <a:cubicBezTo>
                  <a:pt x="1154" y="90"/>
                  <a:pt x="1153" y="90"/>
                  <a:pt x="1153" y="90"/>
                </a:cubicBezTo>
                <a:cubicBezTo>
                  <a:pt x="1153" y="90"/>
                  <a:pt x="1152" y="90"/>
                  <a:pt x="1152" y="90"/>
                </a:cubicBezTo>
                <a:cubicBezTo>
                  <a:pt x="1152" y="90"/>
                  <a:pt x="1151" y="90"/>
                  <a:pt x="1151" y="91"/>
                </a:cubicBezTo>
                <a:cubicBezTo>
                  <a:pt x="1151" y="91"/>
                  <a:pt x="1150" y="91"/>
                  <a:pt x="1150" y="91"/>
                </a:cubicBezTo>
                <a:cubicBezTo>
                  <a:pt x="1150" y="91"/>
                  <a:pt x="1149" y="91"/>
                  <a:pt x="1149" y="91"/>
                </a:cubicBezTo>
                <a:cubicBezTo>
                  <a:pt x="1149" y="91"/>
                  <a:pt x="1148" y="91"/>
                  <a:pt x="1148" y="92"/>
                </a:cubicBezTo>
                <a:cubicBezTo>
                  <a:pt x="1148" y="93"/>
                  <a:pt x="1149" y="93"/>
                  <a:pt x="1149" y="94"/>
                </a:cubicBezTo>
                <a:cubicBezTo>
                  <a:pt x="1149" y="94"/>
                  <a:pt x="1150" y="94"/>
                  <a:pt x="1150" y="94"/>
                </a:cubicBezTo>
                <a:cubicBezTo>
                  <a:pt x="1151" y="95"/>
                  <a:pt x="1152" y="95"/>
                  <a:pt x="1152" y="95"/>
                </a:cubicBezTo>
                <a:cubicBezTo>
                  <a:pt x="1153" y="95"/>
                  <a:pt x="1153" y="95"/>
                  <a:pt x="1153" y="95"/>
                </a:cubicBezTo>
                <a:cubicBezTo>
                  <a:pt x="1153" y="96"/>
                  <a:pt x="1153" y="96"/>
                  <a:pt x="1153" y="96"/>
                </a:cubicBezTo>
                <a:cubicBezTo>
                  <a:pt x="1153" y="97"/>
                  <a:pt x="1153" y="97"/>
                  <a:pt x="1153" y="97"/>
                </a:cubicBezTo>
                <a:cubicBezTo>
                  <a:pt x="1153" y="98"/>
                  <a:pt x="1153" y="98"/>
                  <a:pt x="1152" y="98"/>
                </a:cubicBezTo>
                <a:cubicBezTo>
                  <a:pt x="1152" y="98"/>
                  <a:pt x="1152" y="98"/>
                  <a:pt x="1152" y="98"/>
                </a:cubicBezTo>
                <a:cubicBezTo>
                  <a:pt x="1150" y="98"/>
                  <a:pt x="1150" y="98"/>
                  <a:pt x="1148" y="98"/>
                </a:cubicBezTo>
                <a:cubicBezTo>
                  <a:pt x="1148" y="98"/>
                  <a:pt x="1147" y="98"/>
                  <a:pt x="1147" y="98"/>
                </a:cubicBezTo>
                <a:cubicBezTo>
                  <a:pt x="1146" y="98"/>
                  <a:pt x="1146" y="98"/>
                  <a:pt x="1146" y="98"/>
                </a:cubicBezTo>
                <a:cubicBezTo>
                  <a:pt x="1145" y="98"/>
                  <a:pt x="1145" y="99"/>
                  <a:pt x="1145" y="99"/>
                </a:cubicBezTo>
                <a:cubicBezTo>
                  <a:pt x="1145" y="99"/>
                  <a:pt x="1144" y="100"/>
                  <a:pt x="1144" y="100"/>
                </a:cubicBezTo>
                <a:cubicBezTo>
                  <a:pt x="1144" y="100"/>
                  <a:pt x="1143" y="100"/>
                  <a:pt x="1143" y="100"/>
                </a:cubicBezTo>
                <a:cubicBezTo>
                  <a:pt x="1143" y="100"/>
                  <a:pt x="1142" y="100"/>
                  <a:pt x="1142" y="100"/>
                </a:cubicBezTo>
                <a:cubicBezTo>
                  <a:pt x="1142" y="100"/>
                  <a:pt x="1141" y="99"/>
                  <a:pt x="1141" y="99"/>
                </a:cubicBezTo>
                <a:cubicBezTo>
                  <a:pt x="1140" y="99"/>
                  <a:pt x="1139" y="99"/>
                  <a:pt x="1138" y="99"/>
                </a:cubicBezTo>
                <a:cubicBezTo>
                  <a:pt x="1138" y="99"/>
                  <a:pt x="1137" y="99"/>
                  <a:pt x="1136" y="99"/>
                </a:cubicBezTo>
                <a:cubicBezTo>
                  <a:pt x="1136" y="99"/>
                  <a:pt x="1136" y="99"/>
                  <a:pt x="1135" y="99"/>
                </a:cubicBezTo>
                <a:cubicBezTo>
                  <a:pt x="1135" y="99"/>
                  <a:pt x="1135" y="100"/>
                  <a:pt x="1134" y="100"/>
                </a:cubicBezTo>
                <a:cubicBezTo>
                  <a:pt x="1130" y="100"/>
                  <a:pt x="1130" y="100"/>
                  <a:pt x="1130" y="100"/>
                </a:cubicBezTo>
                <a:cubicBezTo>
                  <a:pt x="1130" y="100"/>
                  <a:pt x="1129" y="99"/>
                  <a:pt x="1129" y="100"/>
                </a:cubicBezTo>
                <a:cubicBezTo>
                  <a:pt x="1129" y="100"/>
                  <a:pt x="1128" y="100"/>
                  <a:pt x="1128" y="100"/>
                </a:cubicBezTo>
                <a:cubicBezTo>
                  <a:pt x="1128" y="100"/>
                  <a:pt x="1128" y="100"/>
                  <a:pt x="1128" y="101"/>
                </a:cubicBezTo>
                <a:cubicBezTo>
                  <a:pt x="1128" y="101"/>
                  <a:pt x="1127" y="101"/>
                  <a:pt x="1127" y="102"/>
                </a:cubicBezTo>
                <a:cubicBezTo>
                  <a:pt x="1122" y="102"/>
                  <a:pt x="1122" y="102"/>
                  <a:pt x="1122" y="102"/>
                </a:cubicBezTo>
                <a:cubicBezTo>
                  <a:pt x="1121" y="102"/>
                  <a:pt x="1121" y="103"/>
                  <a:pt x="1121" y="103"/>
                </a:cubicBezTo>
                <a:cubicBezTo>
                  <a:pt x="1121" y="103"/>
                  <a:pt x="1121" y="104"/>
                  <a:pt x="1121" y="104"/>
                </a:cubicBezTo>
                <a:cubicBezTo>
                  <a:pt x="1121" y="104"/>
                  <a:pt x="1122" y="105"/>
                  <a:pt x="1122" y="105"/>
                </a:cubicBezTo>
                <a:cubicBezTo>
                  <a:pt x="1122" y="105"/>
                  <a:pt x="1123" y="106"/>
                  <a:pt x="1123" y="106"/>
                </a:cubicBezTo>
                <a:cubicBezTo>
                  <a:pt x="1123" y="106"/>
                  <a:pt x="1124" y="106"/>
                  <a:pt x="1124" y="107"/>
                </a:cubicBezTo>
                <a:cubicBezTo>
                  <a:pt x="1124" y="107"/>
                  <a:pt x="1124" y="108"/>
                  <a:pt x="1124" y="108"/>
                </a:cubicBezTo>
                <a:cubicBezTo>
                  <a:pt x="1124" y="109"/>
                  <a:pt x="1124" y="109"/>
                  <a:pt x="1124" y="109"/>
                </a:cubicBezTo>
                <a:cubicBezTo>
                  <a:pt x="1124" y="110"/>
                  <a:pt x="1124" y="110"/>
                  <a:pt x="1124" y="110"/>
                </a:cubicBezTo>
                <a:cubicBezTo>
                  <a:pt x="1124" y="111"/>
                  <a:pt x="1124" y="111"/>
                  <a:pt x="1125" y="111"/>
                </a:cubicBezTo>
                <a:cubicBezTo>
                  <a:pt x="1125" y="112"/>
                  <a:pt x="1126" y="112"/>
                  <a:pt x="1127" y="112"/>
                </a:cubicBezTo>
                <a:cubicBezTo>
                  <a:pt x="1128" y="112"/>
                  <a:pt x="1128" y="112"/>
                  <a:pt x="1128" y="112"/>
                </a:cubicBezTo>
                <a:cubicBezTo>
                  <a:pt x="1129" y="112"/>
                  <a:pt x="1129" y="111"/>
                  <a:pt x="1130" y="111"/>
                </a:cubicBezTo>
                <a:cubicBezTo>
                  <a:pt x="1130" y="111"/>
                  <a:pt x="1130" y="112"/>
                  <a:pt x="1130" y="112"/>
                </a:cubicBezTo>
                <a:cubicBezTo>
                  <a:pt x="1131" y="112"/>
                  <a:pt x="1131" y="112"/>
                  <a:pt x="1131" y="113"/>
                </a:cubicBezTo>
                <a:cubicBezTo>
                  <a:pt x="1132" y="113"/>
                  <a:pt x="1132" y="113"/>
                  <a:pt x="1132" y="114"/>
                </a:cubicBezTo>
                <a:cubicBezTo>
                  <a:pt x="1132" y="114"/>
                  <a:pt x="1132" y="114"/>
                  <a:pt x="1132" y="115"/>
                </a:cubicBezTo>
                <a:cubicBezTo>
                  <a:pt x="1132" y="116"/>
                  <a:pt x="1132" y="116"/>
                  <a:pt x="1132" y="116"/>
                </a:cubicBezTo>
                <a:cubicBezTo>
                  <a:pt x="1132" y="117"/>
                  <a:pt x="1131" y="117"/>
                  <a:pt x="1130" y="117"/>
                </a:cubicBezTo>
                <a:cubicBezTo>
                  <a:pt x="1129" y="117"/>
                  <a:pt x="1129" y="117"/>
                  <a:pt x="1129" y="117"/>
                </a:cubicBezTo>
                <a:cubicBezTo>
                  <a:pt x="1128" y="116"/>
                  <a:pt x="1128" y="116"/>
                  <a:pt x="1128" y="116"/>
                </a:cubicBezTo>
                <a:cubicBezTo>
                  <a:pt x="1127" y="116"/>
                  <a:pt x="1128" y="115"/>
                  <a:pt x="1127" y="115"/>
                </a:cubicBezTo>
                <a:cubicBezTo>
                  <a:pt x="1127" y="115"/>
                  <a:pt x="1127" y="115"/>
                  <a:pt x="1126" y="115"/>
                </a:cubicBezTo>
                <a:cubicBezTo>
                  <a:pt x="1126" y="115"/>
                  <a:pt x="1125" y="115"/>
                  <a:pt x="1125" y="115"/>
                </a:cubicBezTo>
                <a:cubicBezTo>
                  <a:pt x="1125" y="115"/>
                  <a:pt x="1124" y="115"/>
                  <a:pt x="1124" y="114"/>
                </a:cubicBezTo>
                <a:cubicBezTo>
                  <a:pt x="1124" y="114"/>
                  <a:pt x="1123" y="114"/>
                  <a:pt x="1123" y="114"/>
                </a:cubicBezTo>
                <a:cubicBezTo>
                  <a:pt x="1123" y="114"/>
                  <a:pt x="1123" y="114"/>
                  <a:pt x="1123" y="113"/>
                </a:cubicBezTo>
                <a:cubicBezTo>
                  <a:pt x="1123" y="113"/>
                  <a:pt x="1123" y="113"/>
                  <a:pt x="1123" y="112"/>
                </a:cubicBezTo>
                <a:cubicBezTo>
                  <a:pt x="1123" y="112"/>
                  <a:pt x="1122" y="112"/>
                  <a:pt x="1122" y="112"/>
                </a:cubicBezTo>
                <a:cubicBezTo>
                  <a:pt x="1116" y="112"/>
                  <a:pt x="1116" y="112"/>
                  <a:pt x="1116" y="112"/>
                </a:cubicBezTo>
                <a:cubicBezTo>
                  <a:pt x="1115" y="112"/>
                  <a:pt x="1115" y="111"/>
                  <a:pt x="1114" y="111"/>
                </a:cubicBezTo>
                <a:cubicBezTo>
                  <a:pt x="1114" y="111"/>
                  <a:pt x="1114" y="110"/>
                  <a:pt x="1114" y="110"/>
                </a:cubicBezTo>
                <a:cubicBezTo>
                  <a:pt x="1113" y="109"/>
                  <a:pt x="1113" y="109"/>
                  <a:pt x="1112" y="109"/>
                </a:cubicBezTo>
                <a:cubicBezTo>
                  <a:pt x="1112" y="109"/>
                  <a:pt x="1111" y="109"/>
                  <a:pt x="1111" y="109"/>
                </a:cubicBezTo>
                <a:cubicBezTo>
                  <a:pt x="1111" y="110"/>
                  <a:pt x="1111" y="110"/>
                  <a:pt x="1110" y="110"/>
                </a:cubicBezTo>
                <a:cubicBezTo>
                  <a:pt x="1110" y="110"/>
                  <a:pt x="1109" y="110"/>
                  <a:pt x="1109" y="110"/>
                </a:cubicBezTo>
                <a:cubicBezTo>
                  <a:pt x="1108" y="111"/>
                  <a:pt x="1107" y="111"/>
                  <a:pt x="1106" y="111"/>
                </a:cubicBezTo>
                <a:cubicBezTo>
                  <a:pt x="1107" y="112"/>
                  <a:pt x="1107" y="112"/>
                  <a:pt x="1107" y="112"/>
                </a:cubicBezTo>
                <a:cubicBezTo>
                  <a:pt x="1107" y="112"/>
                  <a:pt x="1107" y="112"/>
                  <a:pt x="1108" y="112"/>
                </a:cubicBezTo>
                <a:cubicBezTo>
                  <a:pt x="1108" y="112"/>
                  <a:pt x="1109" y="112"/>
                  <a:pt x="1109" y="112"/>
                </a:cubicBezTo>
                <a:cubicBezTo>
                  <a:pt x="1110" y="112"/>
                  <a:pt x="1110" y="112"/>
                  <a:pt x="1110" y="112"/>
                </a:cubicBezTo>
                <a:cubicBezTo>
                  <a:pt x="1111" y="112"/>
                  <a:pt x="1111" y="113"/>
                  <a:pt x="1111" y="113"/>
                </a:cubicBezTo>
                <a:cubicBezTo>
                  <a:pt x="1111" y="114"/>
                  <a:pt x="1112" y="114"/>
                  <a:pt x="1112" y="114"/>
                </a:cubicBezTo>
                <a:cubicBezTo>
                  <a:pt x="1112" y="115"/>
                  <a:pt x="1111" y="115"/>
                  <a:pt x="1111" y="115"/>
                </a:cubicBezTo>
                <a:cubicBezTo>
                  <a:pt x="1111" y="115"/>
                  <a:pt x="1110" y="115"/>
                  <a:pt x="1109" y="115"/>
                </a:cubicBezTo>
                <a:cubicBezTo>
                  <a:pt x="1109" y="115"/>
                  <a:pt x="1109" y="115"/>
                  <a:pt x="1108" y="115"/>
                </a:cubicBezTo>
                <a:cubicBezTo>
                  <a:pt x="1108" y="114"/>
                  <a:pt x="1108" y="114"/>
                  <a:pt x="1108" y="114"/>
                </a:cubicBezTo>
                <a:cubicBezTo>
                  <a:pt x="1107" y="113"/>
                  <a:pt x="1107" y="114"/>
                  <a:pt x="1106" y="114"/>
                </a:cubicBezTo>
                <a:cubicBezTo>
                  <a:pt x="1105" y="114"/>
                  <a:pt x="1105" y="114"/>
                  <a:pt x="1105" y="114"/>
                </a:cubicBezTo>
                <a:cubicBezTo>
                  <a:pt x="1105" y="114"/>
                  <a:pt x="1105" y="114"/>
                  <a:pt x="1104" y="114"/>
                </a:cubicBezTo>
                <a:cubicBezTo>
                  <a:pt x="1104" y="114"/>
                  <a:pt x="1104" y="114"/>
                  <a:pt x="1104" y="115"/>
                </a:cubicBezTo>
                <a:cubicBezTo>
                  <a:pt x="1104" y="115"/>
                  <a:pt x="1104" y="115"/>
                  <a:pt x="1104" y="116"/>
                </a:cubicBezTo>
                <a:cubicBezTo>
                  <a:pt x="1104" y="116"/>
                  <a:pt x="1103" y="116"/>
                  <a:pt x="1103" y="117"/>
                </a:cubicBezTo>
                <a:cubicBezTo>
                  <a:pt x="1103" y="118"/>
                  <a:pt x="1104" y="118"/>
                  <a:pt x="1105" y="119"/>
                </a:cubicBezTo>
                <a:cubicBezTo>
                  <a:pt x="1106" y="119"/>
                  <a:pt x="1106" y="119"/>
                  <a:pt x="1107" y="119"/>
                </a:cubicBezTo>
                <a:cubicBezTo>
                  <a:pt x="1107" y="119"/>
                  <a:pt x="1108" y="119"/>
                  <a:pt x="1108" y="119"/>
                </a:cubicBezTo>
                <a:cubicBezTo>
                  <a:pt x="1109" y="119"/>
                  <a:pt x="1110" y="119"/>
                  <a:pt x="1111" y="120"/>
                </a:cubicBezTo>
                <a:cubicBezTo>
                  <a:pt x="1111" y="120"/>
                  <a:pt x="1111" y="121"/>
                  <a:pt x="1112" y="121"/>
                </a:cubicBezTo>
                <a:cubicBezTo>
                  <a:pt x="1112" y="121"/>
                  <a:pt x="1112" y="121"/>
                  <a:pt x="1113" y="121"/>
                </a:cubicBezTo>
                <a:cubicBezTo>
                  <a:pt x="1113" y="121"/>
                  <a:pt x="1113" y="121"/>
                  <a:pt x="1113" y="122"/>
                </a:cubicBezTo>
                <a:cubicBezTo>
                  <a:pt x="1114" y="122"/>
                  <a:pt x="1114" y="122"/>
                  <a:pt x="1114" y="123"/>
                </a:cubicBezTo>
                <a:cubicBezTo>
                  <a:pt x="1114" y="123"/>
                  <a:pt x="1114" y="123"/>
                  <a:pt x="1113" y="124"/>
                </a:cubicBezTo>
                <a:cubicBezTo>
                  <a:pt x="1113" y="123"/>
                  <a:pt x="1113" y="122"/>
                  <a:pt x="1113" y="122"/>
                </a:cubicBezTo>
                <a:cubicBezTo>
                  <a:pt x="1112" y="122"/>
                  <a:pt x="1111" y="122"/>
                  <a:pt x="1111" y="122"/>
                </a:cubicBezTo>
                <a:cubicBezTo>
                  <a:pt x="1110" y="122"/>
                  <a:pt x="1110" y="121"/>
                  <a:pt x="1110" y="121"/>
                </a:cubicBezTo>
                <a:cubicBezTo>
                  <a:pt x="1109" y="121"/>
                  <a:pt x="1109" y="121"/>
                  <a:pt x="1109" y="121"/>
                </a:cubicBezTo>
                <a:cubicBezTo>
                  <a:pt x="1108" y="121"/>
                  <a:pt x="1108" y="121"/>
                  <a:pt x="1108" y="121"/>
                </a:cubicBezTo>
                <a:cubicBezTo>
                  <a:pt x="1107" y="121"/>
                  <a:pt x="1107" y="121"/>
                  <a:pt x="1107" y="121"/>
                </a:cubicBezTo>
                <a:cubicBezTo>
                  <a:pt x="1107" y="120"/>
                  <a:pt x="1106" y="120"/>
                  <a:pt x="1106" y="120"/>
                </a:cubicBezTo>
                <a:cubicBezTo>
                  <a:pt x="1105" y="120"/>
                  <a:pt x="1104" y="120"/>
                  <a:pt x="1103" y="120"/>
                </a:cubicBezTo>
                <a:cubicBezTo>
                  <a:pt x="1102" y="120"/>
                  <a:pt x="1102" y="120"/>
                  <a:pt x="1101" y="120"/>
                </a:cubicBezTo>
                <a:cubicBezTo>
                  <a:pt x="1101" y="119"/>
                  <a:pt x="1100" y="119"/>
                  <a:pt x="1100" y="119"/>
                </a:cubicBezTo>
                <a:cubicBezTo>
                  <a:pt x="1100" y="118"/>
                  <a:pt x="1100" y="118"/>
                  <a:pt x="1100" y="118"/>
                </a:cubicBezTo>
                <a:cubicBezTo>
                  <a:pt x="1100" y="117"/>
                  <a:pt x="1100" y="117"/>
                  <a:pt x="1100" y="117"/>
                </a:cubicBezTo>
                <a:cubicBezTo>
                  <a:pt x="1100" y="115"/>
                  <a:pt x="1100" y="115"/>
                  <a:pt x="1100" y="115"/>
                </a:cubicBezTo>
                <a:cubicBezTo>
                  <a:pt x="1100" y="114"/>
                  <a:pt x="1100" y="114"/>
                  <a:pt x="1100" y="113"/>
                </a:cubicBezTo>
                <a:cubicBezTo>
                  <a:pt x="1100" y="113"/>
                  <a:pt x="1100" y="112"/>
                  <a:pt x="1100" y="112"/>
                </a:cubicBezTo>
                <a:cubicBezTo>
                  <a:pt x="1101" y="112"/>
                  <a:pt x="1100" y="111"/>
                  <a:pt x="1100" y="111"/>
                </a:cubicBezTo>
                <a:cubicBezTo>
                  <a:pt x="1100" y="111"/>
                  <a:pt x="1101" y="110"/>
                  <a:pt x="1100" y="110"/>
                </a:cubicBezTo>
                <a:cubicBezTo>
                  <a:pt x="1100" y="110"/>
                  <a:pt x="1100" y="109"/>
                  <a:pt x="1100" y="109"/>
                </a:cubicBezTo>
                <a:cubicBezTo>
                  <a:pt x="1100" y="109"/>
                  <a:pt x="1099" y="109"/>
                  <a:pt x="1099" y="109"/>
                </a:cubicBezTo>
                <a:cubicBezTo>
                  <a:pt x="1099" y="108"/>
                  <a:pt x="1099" y="108"/>
                  <a:pt x="1099" y="108"/>
                </a:cubicBezTo>
                <a:cubicBezTo>
                  <a:pt x="1099" y="107"/>
                  <a:pt x="1099" y="107"/>
                  <a:pt x="1098" y="106"/>
                </a:cubicBezTo>
                <a:cubicBezTo>
                  <a:pt x="1098" y="106"/>
                  <a:pt x="1098" y="106"/>
                  <a:pt x="1097" y="106"/>
                </a:cubicBezTo>
                <a:cubicBezTo>
                  <a:pt x="1097" y="106"/>
                  <a:pt x="1097" y="106"/>
                  <a:pt x="1096" y="106"/>
                </a:cubicBezTo>
                <a:cubicBezTo>
                  <a:pt x="1096" y="107"/>
                  <a:pt x="1096" y="107"/>
                  <a:pt x="1096" y="108"/>
                </a:cubicBezTo>
                <a:cubicBezTo>
                  <a:pt x="1096" y="108"/>
                  <a:pt x="1097" y="108"/>
                  <a:pt x="1097" y="109"/>
                </a:cubicBezTo>
                <a:cubicBezTo>
                  <a:pt x="1097" y="110"/>
                  <a:pt x="1097" y="110"/>
                  <a:pt x="1097" y="112"/>
                </a:cubicBezTo>
                <a:cubicBezTo>
                  <a:pt x="1097" y="112"/>
                  <a:pt x="1096" y="112"/>
                  <a:pt x="1096" y="113"/>
                </a:cubicBezTo>
                <a:cubicBezTo>
                  <a:pt x="1096" y="114"/>
                  <a:pt x="1096" y="114"/>
                  <a:pt x="1096" y="114"/>
                </a:cubicBezTo>
                <a:cubicBezTo>
                  <a:pt x="1096" y="114"/>
                  <a:pt x="1095" y="113"/>
                  <a:pt x="1095" y="113"/>
                </a:cubicBezTo>
                <a:cubicBezTo>
                  <a:pt x="1094" y="113"/>
                  <a:pt x="1094" y="114"/>
                  <a:pt x="1093" y="114"/>
                </a:cubicBezTo>
                <a:cubicBezTo>
                  <a:pt x="1093" y="114"/>
                  <a:pt x="1093" y="114"/>
                  <a:pt x="1092" y="114"/>
                </a:cubicBezTo>
                <a:cubicBezTo>
                  <a:pt x="1092" y="114"/>
                  <a:pt x="1093" y="115"/>
                  <a:pt x="1092" y="115"/>
                </a:cubicBezTo>
                <a:cubicBezTo>
                  <a:pt x="1092" y="115"/>
                  <a:pt x="1092" y="116"/>
                  <a:pt x="1092" y="116"/>
                </a:cubicBezTo>
                <a:cubicBezTo>
                  <a:pt x="1092" y="116"/>
                  <a:pt x="1092" y="116"/>
                  <a:pt x="1091" y="117"/>
                </a:cubicBezTo>
                <a:cubicBezTo>
                  <a:pt x="1091" y="117"/>
                  <a:pt x="1091" y="117"/>
                  <a:pt x="1090" y="117"/>
                </a:cubicBezTo>
                <a:cubicBezTo>
                  <a:pt x="1089" y="117"/>
                  <a:pt x="1089" y="118"/>
                  <a:pt x="1089" y="119"/>
                </a:cubicBezTo>
                <a:cubicBezTo>
                  <a:pt x="1089" y="119"/>
                  <a:pt x="1089" y="119"/>
                  <a:pt x="1089" y="119"/>
                </a:cubicBezTo>
                <a:cubicBezTo>
                  <a:pt x="1089" y="121"/>
                  <a:pt x="1090" y="121"/>
                  <a:pt x="1091" y="122"/>
                </a:cubicBezTo>
                <a:cubicBezTo>
                  <a:pt x="1092" y="123"/>
                  <a:pt x="1093" y="123"/>
                  <a:pt x="1093" y="124"/>
                </a:cubicBezTo>
                <a:cubicBezTo>
                  <a:pt x="1093" y="124"/>
                  <a:pt x="1093" y="124"/>
                  <a:pt x="1093" y="125"/>
                </a:cubicBezTo>
                <a:cubicBezTo>
                  <a:pt x="1093" y="125"/>
                  <a:pt x="1093" y="126"/>
                  <a:pt x="1093" y="126"/>
                </a:cubicBezTo>
                <a:cubicBezTo>
                  <a:pt x="1093" y="127"/>
                  <a:pt x="1093" y="127"/>
                  <a:pt x="1093" y="127"/>
                </a:cubicBezTo>
                <a:cubicBezTo>
                  <a:pt x="1093" y="128"/>
                  <a:pt x="1093" y="128"/>
                  <a:pt x="1093" y="128"/>
                </a:cubicBezTo>
                <a:cubicBezTo>
                  <a:pt x="1092" y="129"/>
                  <a:pt x="1091" y="129"/>
                  <a:pt x="1091" y="130"/>
                </a:cubicBezTo>
                <a:cubicBezTo>
                  <a:pt x="1091" y="130"/>
                  <a:pt x="1091" y="130"/>
                  <a:pt x="1091" y="130"/>
                </a:cubicBezTo>
                <a:cubicBezTo>
                  <a:pt x="1091" y="131"/>
                  <a:pt x="1092" y="131"/>
                  <a:pt x="1092" y="131"/>
                </a:cubicBezTo>
                <a:cubicBezTo>
                  <a:pt x="1092" y="132"/>
                  <a:pt x="1092" y="132"/>
                  <a:pt x="1092" y="132"/>
                </a:cubicBezTo>
                <a:cubicBezTo>
                  <a:pt x="1092" y="133"/>
                  <a:pt x="1092" y="133"/>
                  <a:pt x="1092" y="133"/>
                </a:cubicBezTo>
                <a:cubicBezTo>
                  <a:pt x="1092" y="134"/>
                  <a:pt x="1092" y="134"/>
                  <a:pt x="1092" y="134"/>
                </a:cubicBezTo>
                <a:cubicBezTo>
                  <a:pt x="1092" y="135"/>
                  <a:pt x="1092" y="135"/>
                  <a:pt x="1092" y="135"/>
                </a:cubicBezTo>
                <a:cubicBezTo>
                  <a:pt x="1092" y="136"/>
                  <a:pt x="1093" y="136"/>
                  <a:pt x="1093" y="137"/>
                </a:cubicBezTo>
                <a:cubicBezTo>
                  <a:pt x="1093" y="137"/>
                  <a:pt x="1094" y="138"/>
                  <a:pt x="1094" y="138"/>
                </a:cubicBezTo>
                <a:cubicBezTo>
                  <a:pt x="1099" y="138"/>
                  <a:pt x="1099" y="138"/>
                  <a:pt x="1099" y="138"/>
                </a:cubicBezTo>
                <a:cubicBezTo>
                  <a:pt x="1099" y="137"/>
                  <a:pt x="1099" y="137"/>
                  <a:pt x="1100" y="137"/>
                </a:cubicBezTo>
                <a:cubicBezTo>
                  <a:pt x="1100" y="136"/>
                  <a:pt x="1100" y="136"/>
                  <a:pt x="1100" y="136"/>
                </a:cubicBezTo>
                <a:cubicBezTo>
                  <a:pt x="1101" y="136"/>
                  <a:pt x="1101" y="135"/>
                  <a:pt x="1101" y="135"/>
                </a:cubicBezTo>
                <a:cubicBezTo>
                  <a:pt x="1102" y="135"/>
                  <a:pt x="1102" y="135"/>
                  <a:pt x="1102" y="135"/>
                </a:cubicBezTo>
                <a:cubicBezTo>
                  <a:pt x="1102" y="135"/>
                  <a:pt x="1103" y="135"/>
                  <a:pt x="1103" y="135"/>
                </a:cubicBezTo>
                <a:cubicBezTo>
                  <a:pt x="1103" y="135"/>
                  <a:pt x="1103" y="136"/>
                  <a:pt x="1104" y="136"/>
                </a:cubicBezTo>
                <a:cubicBezTo>
                  <a:pt x="1104" y="137"/>
                  <a:pt x="1105" y="137"/>
                  <a:pt x="1105" y="137"/>
                </a:cubicBezTo>
                <a:cubicBezTo>
                  <a:pt x="1106" y="137"/>
                  <a:pt x="1106" y="137"/>
                  <a:pt x="1106" y="138"/>
                </a:cubicBezTo>
                <a:cubicBezTo>
                  <a:pt x="1107" y="138"/>
                  <a:pt x="1107" y="138"/>
                  <a:pt x="1107" y="138"/>
                </a:cubicBezTo>
                <a:cubicBezTo>
                  <a:pt x="1108" y="139"/>
                  <a:pt x="1108" y="140"/>
                  <a:pt x="1108" y="140"/>
                </a:cubicBezTo>
                <a:cubicBezTo>
                  <a:pt x="1109" y="141"/>
                  <a:pt x="1109" y="141"/>
                  <a:pt x="1110" y="142"/>
                </a:cubicBezTo>
                <a:cubicBezTo>
                  <a:pt x="1110" y="142"/>
                  <a:pt x="1111" y="142"/>
                  <a:pt x="1111" y="143"/>
                </a:cubicBezTo>
                <a:cubicBezTo>
                  <a:pt x="1111" y="143"/>
                  <a:pt x="1112" y="143"/>
                  <a:pt x="1112" y="143"/>
                </a:cubicBezTo>
                <a:cubicBezTo>
                  <a:pt x="1112" y="144"/>
                  <a:pt x="1111" y="145"/>
                  <a:pt x="1111" y="145"/>
                </a:cubicBezTo>
                <a:cubicBezTo>
                  <a:pt x="1111" y="146"/>
                  <a:pt x="1110" y="146"/>
                  <a:pt x="1110" y="146"/>
                </a:cubicBezTo>
                <a:cubicBezTo>
                  <a:pt x="1110" y="147"/>
                  <a:pt x="1109" y="147"/>
                  <a:pt x="1109" y="147"/>
                </a:cubicBezTo>
                <a:cubicBezTo>
                  <a:pt x="1109" y="147"/>
                  <a:pt x="1110" y="148"/>
                  <a:pt x="1110" y="148"/>
                </a:cubicBezTo>
                <a:cubicBezTo>
                  <a:pt x="1110" y="148"/>
                  <a:pt x="1110" y="148"/>
                  <a:pt x="1111" y="148"/>
                </a:cubicBezTo>
                <a:cubicBezTo>
                  <a:pt x="1112" y="148"/>
                  <a:pt x="1112" y="148"/>
                  <a:pt x="1112" y="148"/>
                </a:cubicBezTo>
                <a:cubicBezTo>
                  <a:pt x="1112" y="149"/>
                  <a:pt x="1112" y="149"/>
                  <a:pt x="1112" y="149"/>
                </a:cubicBezTo>
                <a:cubicBezTo>
                  <a:pt x="1113" y="150"/>
                  <a:pt x="1114" y="150"/>
                  <a:pt x="1115" y="150"/>
                </a:cubicBezTo>
                <a:cubicBezTo>
                  <a:pt x="1115" y="150"/>
                  <a:pt x="1116" y="150"/>
                  <a:pt x="1116" y="150"/>
                </a:cubicBezTo>
                <a:cubicBezTo>
                  <a:pt x="1115" y="151"/>
                  <a:pt x="1115" y="151"/>
                  <a:pt x="1115" y="151"/>
                </a:cubicBezTo>
                <a:cubicBezTo>
                  <a:pt x="1115" y="151"/>
                  <a:pt x="1115" y="151"/>
                  <a:pt x="1114" y="151"/>
                </a:cubicBezTo>
                <a:cubicBezTo>
                  <a:pt x="1114" y="151"/>
                  <a:pt x="1113" y="152"/>
                  <a:pt x="1113" y="152"/>
                </a:cubicBezTo>
                <a:cubicBezTo>
                  <a:pt x="1112" y="152"/>
                  <a:pt x="1112" y="152"/>
                  <a:pt x="1112" y="152"/>
                </a:cubicBezTo>
                <a:cubicBezTo>
                  <a:pt x="1111" y="151"/>
                  <a:pt x="1111" y="151"/>
                  <a:pt x="1111" y="151"/>
                </a:cubicBezTo>
                <a:cubicBezTo>
                  <a:pt x="1110" y="151"/>
                  <a:pt x="1110" y="150"/>
                  <a:pt x="1110" y="150"/>
                </a:cubicBezTo>
                <a:cubicBezTo>
                  <a:pt x="1109" y="150"/>
                  <a:pt x="1109" y="150"/>
                  <a:pt x="1109" y="150"/>
                </a:cubicBezTo>
                <a:cubicBezTo>
                  <a:pt x="1108" y="149"/>
                  <a:pt x="1108" y="148"/>
                  <a:pt x="1108" y="147"/>
                </a:cubicBezTo>
                <a:cubicBezTo>
                  <a:pt x="1108" y="146"/>
                  <a:pt x="1108" y="146"/>
                  <a:pt x="1108" y="146"/>
                </a:cubicBezTo>
                <a:cubicBezTo>
                  <a:pt x="1108" y="146"/>
                  <a:pt x="1108" y="145"/>
                  <a:pt x="1108" y="145"/>
                </a:cubicBezTo>
                <a:cubicBezTo>
                  <a:pt x="1108" y="144"/>
                  <a:pt x="1108" y="144"/>
                  <a:pt x="1107" y="143"/>
                </a:cubicBezTo>
                <a:cubicBezTo>
                  <a:pt x="1107" y="143"/>
                  <a:pt x="1106" y="143"/>
                  <a:pt x="1106" y="143"/>
                </a:cubicBezTo>
                <a:cubicBezTo>
                  <a:pt x="1106" y="142"/>
                  <a:pt x="1106" y="142"/>
                  <a:pt x="1106" y="142"/>
                </a:cubicBezTo>
                <a:cubicBezTo>
                  <a:pt x="1106" y="141"/>
                  <a:pt x="1106" y="141"/>
                  <a:pt x="1105" y="141"/>
                </a:cubicBezTo>
                <a:cubicBezTo>
                  <a:pt x="1105" y="141"/>
                  <a:pt x="1105" y="141"/>
                  <a:pt x="1104" y="141"/>
                </a:cubicBezTo>
                <a:cubicBezTo>
                  <a:pt x="1104" y="141"/>
                  <a:pt x="1104" y="140"/>
                  <a:pt x="1103" y="140"/>
                </a:cubicBezTo>
                <a:cubicBezTo>
                  <a:pt x="1103" y="140"/>
                  <a:pt x="1102" y="140"/>
                  <a:pt x="1101" y="140"/>
                </a:cubicBezTo>
                <a:cubicBezTo>
                  <a:pt x="1100" y="140"/>
                  <a:pt x="1100" y="140"/>
                  <a:pt x="1099" y="140"/>
                </a:cubicBezTo>
                <a:cubicBezTo>
                  <a:pt x="1098" y="140"/>
                  <a:pt x="1098" y="140"/>
                  <a:pt x="1098" y="140"/>
                </a:cubicBezTo>
                <a:cubicBezTo>
                  <a:pt x="1097" y="140"/>
                  <a:pt x="1097" y="141"/>
                  <a:pt x="1097" y="141"/>
                </a:cubicBezTo>
                <a:cubicBezTo>
                  <a:pt x="1096" y="141"/>
                  <a:pt x="1096" y="141"/>
                  <a:pt x="1096" y="141"/>
                </a:cubicBezTo>
                <a:cubicBezTo>
                  <a:pt x="1095" y="142"/>
                  <a:pt x="1095" y="142"/>
                  <a:pt x="1095" y="142"/>
                </a:cubicBezTo>
                <a:cubicBezTo>
                  <a:pt x="1095" y="143"/>
                  <a:pt x="1095" y="143"/>
                  <a:pt x="1095" y="143"/>
                </a:cubicBezTo>
                <a:cubicBezTo>
                  <a:pt x="1095" y="144"/>
                  <a:pt x="1095" y="144"/>
                  <a:pt x="1095" y="144"/>
                </a:cubicBezTo>
                <a:cubicBezTo>
                  <a:pt x="1095" y="145"/>
                  <a:pt x="1096" y="146"/>
                  <a:pt x="1096" y="147"/>
                </a:cubicBezTo>
                <a:cubicBezTo>
                  <a:pt x="1096" y="147"/>
                  <a:pt x="1096" y="148"/>
                  <a:pt x="1095" y="149"/>
                </a:cubicBezTo>
                <a:cubicBezTo>
                  <a:pt x="1095" y="149"/>
                  <a:pt x="1095" y="150"/>
                  <a:pt x="1095" y="150"/>
                </a:cubicBezTo>
                <a:cubicBezTo>
                  <a:pt x="1095" y="150"/>
                  <a:pt x="1095" y="151"/>
                  <a:pt x="1094" y="151"/>
                </a:cubicBezTo>
                <a:cubicBezTo>
                  <a:pt x="1094" y="151"/>
                  <a:pt x="1094" y="151"/>
                  <a:pt x="1093" y="152"/>
                </a:cubicBezTo>
                <a:cubicBezTo>
                  <a:pt x="1093" y="152"/>
                  <a:pt x="1093" y="152"/>
                  <a:pt x="1092" y="152"/>
                </a:cubicBezTo>
                <a:cubicBezTo>
                  <a:pt x="1092" y="153"/>
                  <a:pt x="1091" y="153"/>
                  <a:pt x="1091" y="153"/>
                </a:cubicBezTo>
                <a:cubicBezTo>
                  <a:pt x="1091" y="154"/>
                  <a:pt x="1091" y="155"/>
                  <a:pt x="1091" y="156"/>
                </a:cubicBezTo>
                <a:cubicBezTo>
                  <a:pt x="1091" y="156"/>
                  <a:pt x="1090" y="155"/>
                  <a:pt x="1089" y="156"/>
                </a:cubicBezTo>
                <a:cubicBezTo>
                  <a:pt x="1088" y="156"/>
                  <a:pt x="1088" y="157"/>
                  <a:pt x="1087" y="157"/>
                </a:cubicBezTo>
                <a:cubicBezTo>
                  <a:pt x="1086" y="158"/>
                  <a:pt x="1085" y="158"/>
                  <a:pt x="1085" y="158"/>
                </a:cubicBezTo>
                <a:cubicBezTo>
                  <a:pt x="1084" y="159"/>
                  <a:pt x="1085" y="159"/>
                  <a:pt x="1085" y="159"/>
                </a:cubicBezTo>
                <a:cubicBezTo>
                  <a:pt x="1084" y="160"/>
                  <a:pt x="1084" y="160"/>
                  <a:pt x="1084" y="160"/>
                </a:cubicBezTo>
                <a:cubicBezTo>
                  <a:pt x="1084" y="160"/>
                  <a:pt x="1083" y="160"/>
                  <a:pt x="1083" y="160"/>
                </a:cubicBezTo>
                <a:cubicBezTo>
                  <a:pt x="1082" y="160"/>
                  <a:pt x="1082" y="160"/>
                  <a:pt x="1081" y="160"/>
                </a:cubicBezTo>
                <a:cubicBezTo>
                  <a:pt x="1081" y="160"/>
                  <a:pt x="1080" y="160"/>
                  <a:pt x="1080" y="160"/>
                </a:cubicBezTo>
                <a:cubicBezTo>
                  <a:pt x="1080" y="159"/>
                  <a:pt x="1079" y="159"/>
                  <a:pt x="1079" y="159"/>
                </a:cubicBezTo>
                <a:cubicBezTo>
                  <a:pt x="1079" y="159"/>
                  <a:pt x="1079" y="159"/>
                  <a:pt x="1078" y="159"/>
                </a:cubicBezTo>
                <a:cubicBezTo>
                  <a:pt x="1073" y="159"/>
                  <a:pt x="1073" y="159"/>
                  <a:pt x="1073" y="159"/>
                </a:cubicBezTo>
                <a:cubicBezTo>
                  <a:pt x="1072" y="158"/>
                  <a:pt x="1072" y="158"/>
                  <a:pt x="1072" y="158"/>
                </a:cubicBezTo>
                <a:cubicBezTo>
                  <a:pt x="1072" y="158"/>
                  <a:pt x="1072" y="158"/>
                  <a:pt x="1072" y="157"/>
                </a:cubicBezTo>
                <a:cubicBezTo>
                  <a:pt x="1073" y="157"/>
                  <a:pt x="1073" y="156"/>
                  <a:pt x="1073" y="156"/>
                </a:cubicBezTo>
                <a:cubicBezTo>
                  <a:pt x="1074" y="156"/>
                  <a:pt x="1074" y="156"/>
                  <a:pt x="1074" y="156"/>
                </a:cubicBezTo>
                <a:cubicBezTo>
                  <a:pt x="1075" y="156"/>
                  <a:pt x="1075" y="156"/>
                  <a:pt x="1076" y="156"/>
                </a:cubicBezTo>
                <a:cubicBezTo>
                  <a:pt x="1076" y="156"/>
                  <a:pt x="1076" y="157"/>
                  <a:pt x="1077" y="157"/>
                </a:cubicBezTo>
                <a:cubicBezTo>
                  <a:pt x="1077" y="157"/>
                  <a:pt x="1078" y="157"/>
                  <a:pt x="1079" y="157"/>
                </a:cubicBezTo>
                <a:cubicBezTo>
                  <a:pt x="1079" y="157"/>
                  <a:pt x="1080" y="157"/>
                  <a:pt x="1081" y="157"/>
                </a:cubicBezTo>
                <a:cubicBezTo>
                  <a:pt x="1081" y="157"/>
                  <a:pt x="1081" y="156"/>
                  <a:pt x="1082" y="156"/>
                </a:cubicBezTo>
                <a:cubicBezTo>
                  <a:pt x="1082" y="156"/>
                  <a:pt x="1082" y="156"/>
                  <a:pt x="1082" y="155"/>
                </a:cubicBezTo>
                <a:cubicBezTo>
                  <a:pt x="1083" y="155"/>
                  <a:pt x="1083" y="155"/>
                  <a:pt x="1083" y="155"/>
                </a:cubicBezTo>
                <a:cubicBezTo>
                  <a:pt x="1084" y="154"/>
                  <a:pt x="1084" y="153"/>
                  <a:pt x="1084" y="153"/>
                </a:cubicBezTo>
                <a:cubicBezTo>
                  <a:pt x="1085" y="152"/>
                  <a:pt x="1085" y="152"/>
                  <a:pt x="1085" y="152"/>
                </a:cubicBezTo>
                <a:cubicBezTo>
                  <a:pt x="1086" y="152"/>
                  <a:pt x="1086" y="151"/>
                  <a:pt x="1087" y="151"/>
                </a:cubicBezTo>
                <a:cubicBezTo>
                  <a:pt x="1087" y="150"/>
                  <a:pt x="1087" y="150"/>
                  <a:pt x="1087" y="150"/>
                </a:cubicBezTo>
                <a:cubicBezTo>
                  <a:pt x="1087" y="149"/>
                  <a:pt x="1088" y="149"/>
                  <a:pt x="1088" y="149"/>
                </a:cubicBezTo>
                <a:cubicBezTo>
                  <a:pt x="1088" y="149"/>
                  <a:pt x="1089" y="149"/>
                  <a:pt x="1089" y="149"/>
                </a:cubicBezTo>
                <a:cubicBezTo>
                  <a:pt x="1089" y="148"/>
                  <a:pt x="1089" y="148"/>
                  <a:pt x="1089" y="148"/>
                </a:cubicBezTo>
                <a:cubicBezTo>
                  <a:pt x="1089" y="147"/>
                  <a:pt x="1089" y="147"/>
                  <a:pt x="1089" y="147"/>
                </a:cubicBezTo>
                <a:cubicBezTo>
                  <a:pt x="1090" y="146"/>
                  <a:pt x="1090" y="146"/>
                  <a:pt x="1090" y="145"/>
                </a:cubicBezTo>
                <a:cubicBezTo>
                  <a:pt x="1090" y="145"/>
                  <a:pt x="1090" y="144"/>
                  <a:pt x="1090" y="144"/>
                </a:cubicBezTo>
                <a:cubicBezTo>
                  <a:pt x="1090" y="144"/>
                  <a:pt x="1090" y="143"/>
                  <a:pt x="1091" y="143"/>
                </a:cubicBezTo>
                <a:cubicBezTo>
                  <a:pt x="1091" y="143"/>
                  <a:pt x="1091" y="143"/>
                  <a:pt x="1091" y="142"/>
                </a:cubicBezTo>
                <a:cubicBezTo>
                  <a:pt x="1091" y="142"/>
                  <a:pt x="1091" y="141"/>
                  <a:pt x="1091" y="141"/>
                </a:cubicBezTo>
                <a:cubicBezTo>
                  <a:pt x="1090" y="141"/>
                  <a:pt x="1090" y="141"/>
                  <a:pt x="1089" y="141"/>
                </a:cubicBezTo>
                <a:cubicBezTo>
                  <a:pt x="1088" y="141"/>
                  <a:pt x="1088" y="141"/>
                  <a:pt x="1088" y="141"/>
                </a:cubicBezTo>
                <a:cubicBezTo>
                  <a:pt x="1087" y="141"/>
                  <a:pt x="1087" y="141"/>
                  <a:pt x="1087" y="140"/>
                </a:cubicBezTo>
                <a:cubicBezTo>
                  <a:pt x="1086" y="140"/>
                  <a:pt x="1086" y="140"/>
                  <a:pt x="1086" y="139"/>
                </a:cubicBezTo>
                <a:cubicBezTo>
                  <a:pt x="1086" y="139"/>
                  <a:pt x="1086" y="139"/>
                  <a:pt x="1086" y="138"/>
                </a:cubicBezTo>
                <a:cubicBezTo>
                  <a:pt x="1086" y="137"/>
                  <a:pt x="1086" y="137"/>
                  <a:pt x="1086" y="136"/>
                </a:cubicBezTo>
                <a:cubicBezTo>
                  <a:pt x="1086" y="135"/>
                  <a:pt x="1086" y="134"/>
                  <a:pt x="1086" y="133"/>
                </a:cubicBezTo>
                <a:cubicBezTo>
                  <a:pt x="1086" y="132"/>
                  <a:pt x="1086" y="132"/>
                  <a:pt x="1086" y="132"/>
                </a:cubicBezTo>
                <a:cubicBezTo>
                  <a:pt x="1086" y="131"/>
                  <a:pt x="1086" y="131"/>
                  <a:pt x="1087" y="130"/>
                </a:cubicBezTo>
                <a:cubicBezTo>
                  <a:pt x="1087" y="129"/>
                  <a:pt x="1087" y="128"/>
                  <a:pt x="1087" y="127"/>
                </a:cubicBezTo>
                <a:cubicBezTo>
                  <a:pt x="1087" y="127"/>
                  <a:pt x="1087" y="127"/>
                  <a:pt x="1087" y="126"/>
                </a:cubicBezTo>
                <a:cubicBezTo>
                  <a:pt x="1087" y="125"/>
                  <a:pt x="1086" y="125"/>
                  <a:pt x="1086" y="124"/>
                </a:cubicBezTo>
                <a:cubicBezTo>
                  <a:pt x="1086" y="124"/>
                  <a:pt x="1086" y="124"/>
                  <a:pt x="1086" y="123"/>
                </a:cubicBezTo>
                <a:cubicBezTo>
                  <a:pt x="1086" y="123"/>
                  <a:pt x="1085" y="122"/>
                  <a:pt x="1085" y="121"/>
                </a:cubicBezTo>
                <a:cubicBezTo>
                  <a:pt x="1085" y="121"/>
                  <a:pt x="1085" y="121"/>
                  <a:pt x="1084" y="121"/>
                </a:cubicBezTo>
                <a:cubicBezTo>
                  <a:pt x="1084" y="120"/>
                  <a:pt x="1084" y="120"/>
                  <a:pt x="1084" y="120"/>
                </a:cubicBezTo>
                <a:cubicBezTo>
                  <a:pt x="1084" y="114"/>
                  <a:pt x="1084" y="114"/>
                  <a:pt x="1084" y="114"/>
                </a:cubicBezTo>
                <a:cubicBezTo>
                  <a:pt x="1085" y="114"/>
                  <a:pt x="1085" y="114"/>
                  <a:pt x="1086" y="114"/>
                </a:cubicBezTo>
                <a:cubicBezTo>
                  <a:pt x="1086" y="114"/>
                  <a:pt x="1086" y="114"/>
                  <a:pt x="1087" y="114"/>
                </a:cubicBezTo>
                <a:cubicBezTo>
                  <a:pt x="1087" y="114"/>
                  <a:pt x="1087" y="114"/>
                  <a:pt x="1087" y="114"/>
                </a:cubicBezTo>
                <a:cubicBezTo>
                  <a:pt x="1087" y="108"/>
                  <a:pt x="1087" y="108"/>
                  <a:pt x="1087" y="108"/>
                </a:cubicBezTo>
                <a:cubicBezTo>
                  <a:pt x="1086" y="108"/>
                  <a:pt x="1086" y="108"/>
                  <a:pt x="1085" y="108"/>
                </a:cubicBezTo>
                <a:cubicBezTo>
                  <a:pt x="1084" y="108"/>
                  <a:pt x="1084" y="107"/>
                  <a:pt x="1084" y="107"/>
                </a:cubicBezTo>
                <a:cubicBezTo>
                  <a:pt x="1083" y="107"/>
                  <a:pt x="1083" y="107"/>
                  <a:pt x="1083" y="107"/>
                </a:cubicBezTo>
                <a:cubicBezTo>
                  <a:pt x="1082" y="106"/>
                  <a:pt x="1082" y="107"/>
                  <a:pt x="1081" y="107"/>
                </a:cubicBezTo>
                <a:cubicBezTo>
                  <a:pt x="1079" y="107"/>
                  <a:pt x="1079" y="107"/>
                  <a:pt x="1079" y="107"/>
                </a:cubicBezTo>
                <a:cubicBezTo>
                  <a:pt x="1078" y="107"/>
                  <a:pt x="1078" y="106"/>
                  <a:pt x="1078" y="106"/>
                </a:cubicBezTo>
                <a:cubicBezTo>
                  <a:pt x="1077" y="106"/>
                  <a:pt x="1076" y="106"/>
                  <a:pt x="1075" y="107"/>
                </a:cubicBezTo>
                <a:cubicBezTo>
                  <a:pt x="1075" y="107"/>
                  <a:pt x="1075" y="107"/>
                  <a:pt x="1074" y="108"/>
                </a:cubicBezTo>
                <a:cubicBezTo>
                  <a:pt x="1074" y="108"/>
                  <a:pt x="1074" y="108"/>
                  <a:pt x="1073" y="108"/>
                </a:cubicBezTo>
                <a:cubicBezTo>
                  <a:pt x="1073" y="108"/>
                  <a:pt x="1073" y="108"/>
                  <a:pt x="1072" y="108"/>
                </a:cubicBezTo>
                <a:cubicBezTo>
                  <a:pt x="1072" y="108"/>
                  <a:pt x="1071" y="108"/>
                  <a:pt x="1070" y="108"/>
                </a:cubicBezTo>
                <a:cubicBezTo>
                  <a:pt x="1070" y="108"/>
                  <a:pt x="1070" y="108"/>
                  <a:pt x="1069" y="108"/>
                </a:cubicBezTo>
                <a:cubicBezTo>
                  <a:pt x="1069" y="109"/>
                  <a:pt x="1070" y="110"/>
                  <a:pt x="1069" y="111"/>
                </a:cubicBezTo>
                <a:cubicBezTo>
                  <a:pt x="1069" y="112"/>
                  <a:pt x="1070" y="112"/>
                  <a:pt x="1069" y="112"/>
                </a:cubicBezTo>
                <a:cubicBezTo>
                  <a:pt x="1069" y="113"/>
                  <a:pt x="1069" y="114"/>
                  <a:pt x="1068" y="114"/>
                </a:cubicBezTo>
                <a:cubicBezTo>
                  <a:pt x="1068" y="115"/>
                  <a:pt x="1068" y="115"/>
                  <a:pt x="1068" y="115"/>
                </a:cubicBezTo>
                <a:cubicBezTo>
                  <a:pt x="1067" y="116"/>
                  <a:pt x="1066" y="116"/>
                  <a:pt x="1066" y="117"/>
                </a:cubicBezTo>
                <a:cubicBezTo>
                  <a:pt x="1066" y="118"/>
                  <a:pt x="1066" y="118"/>
                  <a:pt x="1065" y="119"/>
                </a:cubicBezTo>
                <a:cubicBezTo>
                  <a:pt x="1065" y="119"/>
                  <a:pt x="1065" y="120"/>
                  <a:pt x="1065" y="120"/>
                </a:cubicBezTo>
                <a:cubicBezTo>
                  <a:pt x="1065" y="120"/>
                  <a:pt x="1064" y="120"/>
                  <a:pt x="1064" y="120"/>
                </a:cubicBezTo>
                <a:cubicBezTo>
                  <a:pt x="1063" y="120"/>
                  <a:pt x="1063" y="120"/>
                  <a:pt x="1062" y="120"/>
                </a:cubicBezTo>
                <a:cubicBezTo>
                  <a:pt x="1061" y="120"/>
                  <a:pt x="1061" y="120"/>
                  <a:pt x="1061" y="120"/>
                </a:cubicBezTo>
                <a:cubicBezTo>
                  <a:pt x="1061" y="120"/>
                  <a:pt x="1061" y="121"/>
                  <a:pt x="1060" y="121"/>
                </a:cubicBezTo>
                <a:cubicBezTo>
                  <a:pt x="1060" y="121"/>
                  <a:pt x="1060" y="122"/>
                  <a:pt x="1060" y="122"/>
                </a:cubicBezTo>
                <a:cubicBezTo>
                  <a:pt x="1060" y="123"/>
                  <a:pt x="1060" y="123"/>
                  <a:pt x="1060" y="123"/>
                </a:cubicBezTo>
                <a:cubicBezTo>
                  <a:pt x="1060" y="123"/>
                  <a:pt x="1060" y="124"/>
                  <a:pt x="1060" y="124"/>
                </a:cubicBezTo>
                <a:cubicBezTo>
                  <a:pt x="1060" y="124"/>
                  <a:pt x="1061" y="124"/>
                  <a:pt x="1061" y="124"/>
                </a:cubicBezTo>
                <a:cubicBezTo>
                  <a:pt x="1062" y="124"/>
                  <a:pt x="1062" y="125"/>
                  <a:pt x="1063" y="126"/>
                </a:cubicBezTo>
                <a:cubicBezTo>
                  <a:pt x="1063" y="126"/>
                  <a:pt x="1063" y="127"/>
                  <a:pt x="1063" y="127"/>
                </a:cubicBezTo>
                <a:cubicBezTo>
                  <a:pt x="1063" y="128"/>
                  <a:pt x="1063" y="129"/>
                  <a:pt x="1062" y="129"/>
                </a:cubicBezTo>
                <a:cubicBezTo>
                  <a:pt x="1062" y="130"/>
                  <a:pt x="1062" y="129"/>
                  <a:pt x="1061" y="130"/>
                </a:cubicBezTo>
                <a:cubicBezTo>
                  <a:pt x="1061" y="130"/>
                  <a:pt x="1061" y="130"/>
                  <a:pt x="1061" y="130"/>
                </a:cubicBezTo>
                <a:cubicBezTo>
                  <a:pt x="1060" y="130"/>
                  <a:pt x="1060" y="131"/>
                  <a:pt x="1060" y="131"/>
                </a:cubicBezTo>
                <a:cubicBezTo>
                  <a:pt x="1060" y="132"/>
                  <a:pt x="1060" y="133"/>
                  <a:pt x="1061" y="133"/>
                </a:cubicBezTo>
                <a:cubicBezTo>
                  <a:pt x="1061" y="133"/>
                  <a:pt x="1062" y="133"/>
                  <a:pt x="1062" y="133"/>
                </a:cubicBezTo>
                <a:cubicBezTo>
                  <a:pt x="1063" y="133"/>
                  <a:pt x="1063" y="133"/>
                  <a:pt x="1063" y="133"/>
                </a:cubicBezTo>
                <a:cubicBezTo>
                  <a:pt x="1064" y="134"/>
                  <a:pt x="1064" y="134"/>
                  <a:pt x="1064" y="134"/>
                </a:cubicBezTo>
                <a:cubicBezTo>
                  <a:pt x="1065" y="134"/>
                  <a:pt x="1065" y="135"/>
                  <a:pt x="1065" y="135"/>
                </a:cubicBezTo>
                <a:cubicBezTo>
                  <a:pt x="1065" y="135"/>
                  <a:pt x="1065" y="136"/>
                  <a:pt x="1065" y="136"/>
                </a:cubicBezTo>
                <a:cubicBezTo>
                  <a:pt x="1065" y="136"/>
                  <a:pt x="1065" y="137"/>
                  <a:pt x="1065" y="137"/>
                </a:cubicBezTo>
                <a:cubicBezTo>
                  <a:pt x="1066" y="137"/>
                  <a:pt x="1066" y="137"/>
                  <a:pt x="1066" y="137"/>
                </a:cubicBezTo>
                <a:cubicBezTo>
                  <a:pt x="1067" y="138"/>
                  <a:pt x="1067" y="138"/>
                  <a:pt x="1067" y="138"/>
                </a:cubicBezTo>
                <a:cubicBezTo>
                  <a:pt x="1067" y="138"/>
                  <a:pt x="1068" y="138"/>
                  <a:pt x="1068" y="139"/>
                </a:cubicBezTo>
                <a:cubicBezTo>
                  <a:pt x="1069" y="139"/>
                  <a:pt x="1069" y="140"/>
                  <a:pt x="1070" y="140"/>
                </a:cubicBezTo>
                <a:cubicBezTo>
                  <a:pt x="1070" y="140"/>
                  <a:pt x="1071" y="140"/>
                  <a:pt x="1071" y="141"/>
                </a:cubicBezTo>
                <a:cubicBezTo>
                  <a:pt x="1071" y="141"/>
                  <a:pt x="1071" y="141"/>
                  <a:pt x="1071" y="142"/>
                </a:cubicBezTo>
                <a:cubicBezTo>
                  <a:pt x="1071" y="142"/>
                  <a:pt x="1071" y="142"/>
                  <a:pt x="1071" y="143"/>
                </a:cubicBezTo>
                <a:cubicBezTo>
                  <a:pt x="1071" y="143"/>
                  <a:pt x="1070" y="143"/>
                  <a:pt x="1070" y="143"/>
                </a:cubicBezTo>
                <a:cubicBezTo>
                  <a:pt x="1070" y="144"/>
                  <a:pt x="1070" y="144"/>
                  <a:pt x="1069" y="144"/>
                </a:cubicBezTo>
                <a:cubicBezTo>
                  <a:pt x="1069" y="145"/>
                  <a:pt x="1069" y="144"/>
                  <a:pt x="1069" y="144"/>
                </a:cubicBezTo>
                <a:cubicBezTo>
                  <a:pt x="1068" y="144"/>
                  <a:pt x="1068" y="144"/>
                  <a:pt x="1068" y="144"/>
                </a:cubicBezTo>
                <a:cubicBezTo>
                  <a:pt x="1067" y="144"/>
                  <a:pt x="1066" y="145"/>
                  <a:pt x="1066" y="144"/>
                </a:cubicBezTo>
                <a:cubicBezTo>
                  <a:pt x="1065" y="144"/>
                  <a:pt x="1064" y="144"/>
                  <a:pt x="1064" y="143"/>
                </a:cubicBezTo>
                <a:cubicBezTo>
                  <a:pt x="1063" y="143"/>
                  <a:pt x="1063" y="142"/>
                  <a:pt x="1063" y="140"/>
                </a:cubicBezTo>
                <a:cubicBezTo>
                  <a:pt x="1062" y="140"/>
                  <a:pt x="1061" y="140"/>
                  <a:pt x="1061" y="140"/>
                </a:cubicBezTo>
                <a:cubicBezTo>
                  <a:pt x="1060" y="140"/>
                  <a:pt x="1059" y="140"/>
                  <a:pt x="1058" y="139"/>
                </a:cubicBezTo>
                <a:cubicBezTo>
                  <a:pt x="1058" y="139"/>
                  <a:pt x="1058" y="139"/>
                  <a:pt x="1057" y="139"/>
                </a:cubicBezTo>
                <a:cubicBezTo>
                  <a:pt x="1057" y="138"/>
                  <a:pt x="1057" y="138"/>
                  <a:pt x="1056" y="138"/>
                </a:cubicBezTo>
                <a:cubicBezTo>
                  <a:pt x="1056" y="138"/>
                  <a:pt x="1055" y="138"/>
                  <a:pt x="1054" y="138"/>
                </a:cubicBezTo>
                <a:cubicBezTo>
                  <a:pt x="1054" y="138"/>
                  <a:pt x="1054" y="138"/>
                  <a:pt x="1053" y="138"/>
                </a:cubicBezTo>
                <a:cubicBezTo>
                  <a:pt x="1053" y="137"/>
                  <a:pt x="1052" y="138"/>
                  <a:pt x="1052" y="137"/>
                </a:cubicBezTo>
                <a:cubicBezTo>
                  <a:pt x="1051" y="137"/>
                  <a:pt x="1051" y="137"/>
                  <a:pt x="1051" y="136"/>
                </a:cubicBezTo>
                <a:cubicBezTo>
                  <a:pt x="1050" y="136"/>
                  <a:pt x="1051" y="135"/>
                  <a:pt x="1050" y="135"/>
                </a:cubicBezTo>
                <a:cubicBezTo>
                  <a:pt x="1050" y="135"/>
                  <a:pt x="1049" y="135"/>
                  <a:pt x="1049" y="135"/>
                </a:cubicBezTo>
                <a:cubicBezTo>
                  <a:pt x="1049" y="135"/>
                  <a:pt x="1049" y="135"/>
                  <a:pt x="1048" y="135"/>
                </a:cubicBezTo>
                <a:cubicBezTo>
                  <a:pt x="1048" y="135"/>
                  <a:pt x="1047" y="134"/>
                  <a:pt x="1047" y="134"/>
                </a:cubicBezTo>
                <a:cubicBezTo>
                  <a:pt x="1047" y="134"/>
                  <a:pt x="1046" y="134"/>
                  <a:pt x="1046" y="134"/>
                </a:cubicBezTo>
                <a:cubicBezTo>
                  <a:pt x="1041" y="134"/>
                  <a:pt x="1041" y="134"/>
                  <a:pt x="1041" y="134"/>
                </a:cubicBezTo>
                <a:cubicBezTo>
                  <a:pt x="1041" y="134"/>
                  <a:pt x="1041" y="133"/>
                  <a:pt x="1040" y="133"/>
                </a:cubicBezTo>
                <a:cubicBezTo>
                  <a:pt x="1040" y="133"/>
                  <a:pt x="1040" y="132"/>
                  <a:pt x="1040" y="132"/>
                </a:cubicBezTo>
                <a:cubicBezTo>
                  <a:pt x="1040" y="132"/>
                  <a:pt x="1039" y="132"/>
                  <a:pt x="1039" y="132"/>
                </a:cubicBezTo>
                <a:cubicBezTo>
                  <a:pt x="1034" y="132"/>
                  <a:pt x="1034" y="132"/>
                  <a:pt x="1034" y="132"/>
                </a:cubicBezTo>
                <a:cubicBezTo>
                  <a:pt x="1033" y="132"/>
                  <a:pt x="1033" y="131"/>
                  <a:pt x="1032" y="130"/>
                </a:cubicBezTo>
                <a:cubicBezTo>
                  <a:pt x="1031" y="130"/>
                  <a:pt x="1031" y="130"/>
                  <a:pt x="1030" y="129"/>
                </a:cubicBezTo>
                <a:cubicBezTo>
                  <a:pt x="1030" y="129"/>
                  <a:pt x="1030" y="129"/>
                  <a:pt x="1029" y="129"/>
                </a:cubicBezTo>
                <a:cubicBezTo>
                  <a:pt x="1029" y="129"/>
                  <a:pt x="1029" y="128"/>
                  <a:pt x="1029" y="128"/>
                </a:cubicBezTo>
                <a:cubicBezTo>
                  <a:pt x="1029" y="128"/>
                  <a:pt x="1028" y="128"/>
                  <a:pt x="1028" y="128"/>
                </a:cubicBezTo>
                <a:cubicBezTo>
                  <a:pt x="1028" y="128"/>
                  <a:pt x="1027" y="127"/>
                  <a:pt x="1027" y="127"/>
                </a:cubicBezTo>
                <a:cubicBezTo>
                  <a:pt x="1027" y="127"/>
                  <a:pt x="1027" y="126"/>
                  <a:pt x="1027" y="126"/>
                </a:cubicBezTo>
                <a:cubicBezTo>
                  <a:pt x="1026" y="126"/>
                  <a:pt x="1026" y="126"/>
                  <a:pt x="1026" y="126"/>
                </a:cubicBezTo>
                <a:cubicBezTo>
                  <a:pt x="1025" y="126"/>
                  <a:pt x="1025" y="126"/>
                  <a:pt x="1024" y="126"/>
                </a:cubicBezTo>
                <a:cubicBezTo>
                  <a:pt x="1024" y="126"/>
                  <a:pt x="1024" y="126"/>
                  <a:pt x="1024" y="126"/>
                </a:cubicBezTo>
                <a:cubicBezTo>
                  <a:pt x="1023" y="126"/>
                  <a:pt x="1023" y="126"/>
                  <a:pt x="1023" y="126"/>
                </a:cubicBezTo>
                <a:cubicBezTo>
                  <a:pt x="1023" y="127"/>
                  <a:pt x="1022" y="127"/>
                  <a:pt x="1022" y="127"/>
                </a:cubicBezTo>
                <a:cubicBezTo>
                  <a:pt x="1022" y="128"/>
                  <a:pt x="1022" y="128"/>
                  <a:pt x="1022" y="129"/>
                </a:cubicBezTo>
                <a:cubicBezTo>
                  <a:pt x="1022" y="129"/>
                  <a:pt x="1023" y="129"/>
                  <a:pt x="1023" y="130"/>
                </a:cubicBezTo>
                <a:cubicBezTo>
                  <a:pt x="1023" y="130"/>
                  <a:pt x="1024" y="130"/>
                  <a:pt x="1024" y="130"/>
                </a:cubicBezTo>
                <a:cubicBezTo>
                  <a:pt x="1024" y="131"/>
                  <a:pt x="1024" y="131"/>
                  <a:pt x="1024" y="131"/>
                </a:cubicBezTo>
                <a:cubicBezTo>
                  <a:pt x="1024" y="132"/>
                  <a:pt x="1024" y="132"/>
                  <a:pt x="1024" y="133"/>
                </a:cubicBezTo>
                <a:cubicBezTo>
                  <a:pt x="1025" y="133"/>
                  <a:pt x="1025" y="133"/>
                  <a:pt x="1026" y="133"/>
                </a:cubicBezTo>
                <a:cubicBezTo>
                  <a:pt x="1026" y="133"/>
                  <a:pt x="1027" y="133"/>
                  <a:pt x="1027" y="133"/>
                </a:cubicBezTo>
                <a:cubicBezTo>
                  <a:pt x="1027" y="133"/>
                  <a:pt x="1028" y="133"/>
                  <a:pt x="1028" y="133"/>
                </a:cubicBezTo>
                <a:cubicBezTo>
                  <a:pt x="1028" y="133"/>
                  <a:pt x="1029" y="133"/>
                  <a:pt x="1029" y="133"/>
                </a:cubicBezTo>
                <a:cubicBezTo>
                  <a:pt x="1029" y="134"/>
                  <a:pt x="1029" y="134"/>
                  <a:pt x="1029" y="134"/>
                </a:cubicBezTo>
                <a:cubicBezTo>
                  <a:pt x="1029" y="135"/>
                  <a:pt x="1029" y="135"/>
                  <a:pt x="1030" y="135"/>
                </a:cubicBezTo>
                <a:cubicBezTo>
                  <a:pt x="1030" y="136"/>
                  <a:pt x="1031" y="136"/>
                  <a:pt x="1032" y="136"/>
                </a:cubicBezTo>
                <a:cubicBezTo>
                  <a:pt x="1032" y="136"/>
                  <a:pt x="1033" y="136"/>
                  <a:pt x="1033" y="137"/>
                </a:cubicBezTo>
                <a:cubicBezTo>
                  <a:pt x="1033" y="137"/>
                  <a:pt x="1034" y="137"/>
                  <a:pt x="1034" y="138"/>
                </a:cubicBezTo>
                <a:cubicBezTo>
                  <a:pt x="1034" y="138"/>
                  <a:pt x="1033" y="138"/>
                  <a:pt x="1033" y="139"/>
                </a:cubicBezTo>
                <a:cubicBezTo>
                  <a:pt x="1033" y="139"/>
                  <a:pt x="1033" y="139"/>
                  <a:pt x="1033" y="139"/>
                </a:cubicBezTo>
                <a:cubicBezTo>
                  <a:pt x="1033" y="140"/>
                  <a:pt x="1032" y="141"/>
                  <a:pt x="1031" y="141"/>
                </a:cubicBezTo>
                <a:cubicBezTo>
                  <a:pt x="1031" y="141"/>
                  <a:pt x="1031" y="141"/>
                  <a:pt x="1031" y="141"/>
                </a:cubicBezTo>
                <a:cubicBezTo>
                  <a:pt x="1030" y="141"/>
                  <a:pt x="1030" y="141"/>
                  <a:pt x="1030" y="141"/>
                </a:cubicBezTo>
                <a:cubicBezTo>
                  <a:pt x="1029" y="141"/>
                  <a:pt x="1029" y="141"/>
                  <a:pt x="1029" y="141"/>
                </a:cubicBezTo>
                <a:cubicBezTo>
                  <a:pt x="1028" y="141"/>
                  <a:pt x="1028" y="142"/>
                  <a:pt x="1028" y="142"/>
                </a:cubicBezTo>
                <a:cubicBezTo>
                  <a:pt x="1028" y="142"/>
                  <a:pt x="1028" y="143"/>
                  <a:pt x="1028" y="143"/>
                </a:cubicBezTo>
                <a:cubicBezTo>
                  <a:pt x="1028" y="143"/>
                  <a:pt x="1028" y="144"/>
                  <a:pt x="1027" y="144"/>
                </a:cubicBezTo>
                <a:cubicBezTo>
                  <a:pt x="1027" y="144"/>
                  <a:pt x="1027" y="144"/>
                  <a:pt x="1026" y="144"/>
                </a:cubicBezTo>
                <a:cubicBezTo>
                  <a:pt x="1025" y="144"/>
                  <a:pt x="1025" y="144"/>
                  <a:pt x="1025" y="144"/>
                </a:cubicBezTo>
                <a:cubicBezTo>
                  <a:pt x="1025" y="143"/>
                  <a:pt x="1025" y="143"/>
                  <a:pt x="1026" y="142"/>
                </a:cubicBezTo>
                <a:cubicBezTo>
                  <a:pt x="1026" y="142"/>
                  <a:pt x="1026" y="142"/>
                  <a:pt x="1026" y="141"/>
                </a:cubicBezTo>
                <a:cubicBezTo>
                  <a:pt x="1026" y="141"/>
                  <a:pt x="1026" y="140"/>
                  <a:pt x="1026" y="139"/>
                </a:cubicBezTo>
                <a:cubicBezTo>
                  <a:pt x="1026" y="139"/>
                  <a:pt x="1025" y="139"/>
                  <a:pt x="1025" y="139"/>
                </a:cubicBezTo>
                <a:cubicBezTo>
                  <a:pt x="1024" y="139"/>
                  <a:pt x="1024" y="139"/>
                  <a:pt x="1024" y="139"/>
                </a:cubicBezTo>
                <a:cubicBezTo>
                  <a:pt x="1024" y="139"/>
                  <a:pt x="1023" y="139"/>
                  <a:pt x="1023" y="139"/>
                </a:cubicBezTo>
                <a:cubicBezTo>
                  <a:pt x="1023" y="139"/>
                  <a:pt x="1022" y="139"/>
                  <a:pt x="1022" y="139"/>
                </a:cubicBezTo>
                <a:cubicBezTo>
                  <a:pt x="1022" y="140"/>
                  <a:pt x="1022" y="140"/>
                  <a:pt x="1022" y="140"/>
                </a:cubicBezTo>
                <a:cubicBezTo>
                  <a:pt x="1022" y="141"/>
                  <a:pt x="1022" y="141"/>
                  <a:pt x="1021" y="141"/>
                </a:cubicBezTo>
                <a:cubicBezTo>
                  <a:pt x="1021" y="142"/>
                  <a:pt x="1020" y="141"/>
                  <a:pt x="1019" y="141"/>
                </a:cubicBezTo>
                <a:cubicBezTo>
                  <a:pt x="1018" y="141"/>
                  <a:pt x="1018" y="141"/>
                  <a:pt x="1018" y="141"/>
                </a:cubicBezTo>
                <a:cubicBezTo>
                  <a:pt x="1018" y="141"/>
                  <a:pt x="1017" y="141"/>
                  <a:pt x="1017" y="141"/>
                </a:cubicBezTo>
                <a:cubicBezTo>
                  <a:pt x="1016" y="141"/>
                  <a:pt x="1016" y="141"/>
                  <a:pt x="1015" y="141"/>
                </a:cubicBezTo>
                <a:cubicBezTo>
                  <a:pt x="1015" y="141"/>
                  <a:pt x="1015" y="142"/>
                  <a:pt x="1015" y="142"/>
                </a:cubicBezTo>
                <a:cubicBezTo>
                  <a:pt x="1015" y="142"/>
                  <a:pt x="1015" y="143"/>
                  <a:pt x="1014" y="143"/>
                </a:cubicBezTo>
                <a:cubicBezTo>
                  <a:pt x="1014" y="143"/>
                  <a:pt x="1013" y="143"/>
                  <a:pt x="1013" y="143"/>
                </a:cubicBezTo>
                <a:cubicBezTo>
                  <a:pt x="1012" y="143"/>
                  <a:pt x="1012" y="143"/>
                  <a:pt x="1012" y="143"/>
                </a:cubicBezTo>
                <a:cubicBezTo>
                  <a:pt x="1012" y="143"/>
                  <a:pt x="1011" y="143"/>
                  <a:pt x="1011" y="143"/>
                </a:cubicBezTo>
                <a:cubicBezTo>
                  <a:pt x="1010" y="143"/>
                  <a:pt x="1010" y="143"/>
                  <a:pt x="1010" y="143"/>
                </a:cubicBezTo>
                <a:cubicBezTo>
                  <a:pt x="1008" y="143"/>
                  <a:pt x="1008" y="143"/>
                  <a:pt x="1008" y="143"/>
                </a:cubicBezTo>
                <a:cubicBezTo>
                  <a:pt x="1008" y="143"/>
                  <a:pt x="1007" y="143"/>
                  <a:pt x="1007" y="143"/>
                </a:cubicBezTo>
                <a:cubicBezTo>
                  <a:pt x="1007" y="145"/>
                  <a:pt x="1007" y="145"/>
                  <a:pt x="1007" y="145"/>
                </a:cubicBezTo>
                <a:cubicBezTo>
                  <a:pt x="1004" y="145"/>
                  <a:pt x="1004" y="145"/>
                  <a:pt x="1004" y="145"/>
                </a:cubicBezTo>
                <a:cubicBezTo>
                  <a:pt x="1004" y="145"/>
                  <a:pt x="1004" y="145"/>
                  <a:pt x="1003" y="145"/>
                </a:cubicBezTo>
                <a:cubicBezTo>
                  <a:pt x="1003" y="144"/>
                  <a:pt x="1003" y="144"/>
                  <a:pt x="1003" y="144"/>
                </a:cubicBezTo>
                <a:cubicBezTo>
                  <a:pt x="1003" y="143"/>
                  <a:pt x="1002" y="144"/>
                  <a:pt x="1002" y="143"/>
                </a:cubicBezTo>
                <a:cubicBezTo>
                  <a:pt x="1002" y="143"/>
                  <a:pt x="1002" y="143"/>
                  <a:pt x="1002" y="143"/>
                </a:cubicBezTo>
                <a:cubicBezTo>
                  <a:pt x="1002" y="142"/>
                  <a:pt x="1002" y="142"/>
                  <a:pt x="1002" y="142"/>
                </a:cubicBezTo>
                <a:cubicBezTo>
                  <a:pt x="1003" y="141"/>
                  <a:pt x="1003" y="140"/>
                  <a:pt x="1003" y="140"/>
                </a:cubicBezTo>
                <a:cubicBezTo>
                  <a:pt x="1003" y="139"/>
                  <a:pt x="1003" y="139"/>
                  <a:pt x="1003" y="139"/>
                </a:cubicBezTo>
                <a:cubicBezTo>
                  <a:pt x="1003" y="139"/>
                  <a:pt x="1002" y="139"/>
                  <a:pt x="1002" y="139"/>
                </a:cubicBezTo>
                <a:cubicBezTo>
                  <a:pt x="1002" y="139"/>
                  <a:pt x="1002" y="140"/>
                  <a:pt x="1002" y="140"/>
                </a:cubicBezTo>
                <a:cubicBezTo>
                  <a:pt x="1001" y="140"/>
                  <a:pt x="1001" y="140"/>
                  <a:pt x="1001" y="140"/>
                </a:cubicBezTo>
                <a:cubicBezTo>
                  <a:pt x="1000" y="140"/>
                  <a:pt x="1000" y="140"/>
                  <a:pt x="1000" y="140"/>
                </a:cubicBezTo>
                <a:cubicBezTo>
                  <a:pt x="999" y="141"/>
                  <a:pt x="998" y="140"/>
                  <a:pt x="998" y="141"/>
                </a:cubicBezTo>
                <a:cubicBezTo>
                  <a:pt x="997" y="141"/>
                  <a:pt x="997" y="141"/>
                  <a:pt x="997" y="142"/>
                </a:cubicBezTo>
                <a:cubicBezTo>
                  <a:pt x="996" y="142"/>
                  <a:pt x="996" y="142"/>
                  <a:pt x="995" y="143"/>
                </a:cubicBezTo>
                <a:cubicBezTo>
                  <a:pt x="994" y="143"/>
                  <a:pt x="994" y="143"/>
                  <a:pt x="994" y="143"/>
                </a:cubicBezTo>
                <a:cubicBezTo>
                  <a:pt x="992" y="143"/>
                  <a:pt x="992" y="142"/>
                  <a:pt x="991" y="143"/>
                </a:cubicBezTo>
                <a:cubicBezTo>
                  <a:pt x="990" y="143"/>
                  <a:pt x="990" y="143"/>
                  <a:pt x="990" y="143"/>
                </a:cubicBezTo>
                <a:cubicBezTo>
                  <a:pt x="990" y="143"/>
                  <a:pt x="990" y="144"/>
                  <a:pt x="990" y="144"/>
                </a:cubicBezTo>
                <a:cubicBezTo>
                  <a:pt x="989" y="144"/>
                  <a:pt x="989" y="145"/>
                  <a:pt x="989" y="145"/>
                </a:cubicBezTo>
                <a:cubicBezTo>
                  <a:pt x="988" y="145"/>
                  <a:pt x="988" y="145"/>
                  <a:pt x="988" y="145"/>
                </a:cubicBezTo>
                <a:cubicBezTo>
                  <a:pt x="987" y="145"/>
                  <a:pt x="987" y="145"/>
                  <a:pt x="987" y="145"/>
                </a:cubicBezTo>
                <a:cubicBezTo>
                  <a:pt x="986" y="145"/>
                  <a:pt x="986" y="145"/>
                  <a:pt x="986" y="145"/>
                </a:cubicBezTo>
                <a:cubicBezTo>
                  <a:pt x="985" y="145"/>
                  <a:pt x="984" y="145"/>
                  <a:pt x="984" y="145"/>
                </a:cubicBezTo>
                <a:cubicBezTo>
                  <a:pt x="983" y="145"/>
                  <a:pt x="983" y="146"/>
                  <a:pt x="983" y="146"/>
                </a:cubicBezTo>
                <a:cubicBezTo>
                  <a:pt x="982" y="147"/>
                  <a:pt x="982" y="147"/>
                  <a:pt x="981" y="148"/>
                </a:cubicBezTo>
                <a:cubicBezTo>
                  <a:pt x="980" y="148"/>
                  <a:pt x="980" y="148"/>
                  <a:pt x="980" y="148"/>
                </a:cubicBezTo>
                <a:cubicBezTo>
                  <a:pt x="978" y="149"/>
                  <a:pt x="977" y="148"/>
                  <a:pt x="976" y="149"/>
                </a:cubicBezTo>
                <a:cubicBezTo>
                  <a:pt x="975" y="149"/>
                  <a:pt x="975" y="149"/>
                  <a:pt x="975" y="150"/>
                </a:cubicBezTo>
                <a:cubicBezTo>
                  <a:pt x="975" y="150"/>
                  <a:pt x="975" y="150"/>
                  <a:pt x="975" y="151"/>
                </a:cubicBezTo>
                <a:cubicBezTo>
                  <a:pt x="976" y="151"/>
                  <a:pt x="976" y="151"/>
                  <a:pt x="976" y="152"/>
                </a:cubicBezTo>
                <a:cubicBezTo>
                  <a:pt x="976" y="152"/>
                  <a:pt x="976" y="153"/>
                  <a:pt x="976" y="153"/>
                </a:cubicBezTo>
                <a:cubicBezTo>
                  <a:pt x="975" y="154"/>
                  <a:pt x="975" y="154"/>
                  <a:pt x="974" y="154"/>
                </a:cubicBezTo>
                <a:cubicBezTo>
                  <a:pt x="974" y="154"/>
                  <a:pt x="973" y="155"/>
                  <a:pt x="973" y="155"/>
                </a:cubicBezTo>
                <a:cubicBezTo>
                  <a:pt x="973" y="155"/>
                  <a:pt x="972" y="155"/>
                  <a:pt x="972" y="155"/>
                </a:cubicBezTo>
                <a:cubicBezTo>
                  <a:pt x="972" y="155"/>
                  <a:pt x="972" y="155"/>
                  <a:pt x="971" y="155"/>
                </a:cubicBezTo>
                <a:cubicBezTo>
                  <a:pt x="971" y="155"/>
                  <a:pt x="970" y="155"/>
                  <a:pt x="970" y="155"/>
                </a:cubicBezTo>
                <a:cubicBezTo>
                  <a:pt x="969" y="155"/>
                  <a:pt x="969" y="156"/>
                  <a:pt x="969" y="156"/>
                </a:cubicBezTo>
                <a:cubicBezTo>
                  <a:pt x="968" y="156"/>
                  <a:pt x="968" y="156"/>
                  <a:pt x="968" y="156"/>
                </a:cubicBezTo>
                <a:cubicBezTo>
                  <a:pt x="968" y="156"/>
                  <a:pt x="968" y="155"/>
                  <a:pt x="967" y="155"/>
                </a:cubicBezTo>
                <a:cubicBezTo>
                  <a:pt x="967" y="155"/>
                  <a:pt x="967" y="154"/>
                  <a:pt x="966" y="154"/>
                </a:cubicBezTo>
                <a:cubicBezTo>
                  <a:pt x="966" y="154"/>
                  <a:pt x="965" y="154"/>
                  <a:pt x="965" y="153"/>
                </a:cubicBezTo>
                <a:cubicBezTo>
                  <a:pt x="965" y="153"/>
                  <a:pt x="965" y="153"/>
                  <a:pt x="965" y="152"/>
                </a:cubicBezTo>
                <a:cubicBezTo>
                  <a:pt x="965" y="152"/>
                  <a:pt x="964" y="152"/>
                  <a:pt x="964" y="151"/>
                </a:cubicBezTo>
                <a:cubicBezTo>
                  <a:pt x="964" y="150"/>
                  <a:pt x="964" y="150"/>
                  <a:pt x="964" y="149"/>
                </a:cubicBezTo>
                <a:cubicBezTo>
                  <a:pt x="970" y="149"/>
                  <a:pt x="970" y="149"/>
                  <a:pt x="970" y="149"/>
                </a:cubicBezTo>
                <a:cubicBezTo>
                  <a:pt x="970" y="146"/>
                  <a:pt x="970" y="146"/>
                  <a:pt x="970" y="146"/>
                </a:cubicBezTo>
                <a:cubicBezTo>
                  <a:pt x="969" y="145"/>
                  <a:pt x="969" y="145"/>
                  <a:pt x="969" y="145"/>
                </a:cubicBezTo>
                <a:cubicBezTo>
                  <a:pt x="968" y="145"/>
                  <a:pt x="968" y="145"/>
                  <a:pt x="968" y="145"/>
                </a:cubicBezTo>
                <a:cubicBezTo>
                  <a:pt x="967" y="144"/>
                  <a:pt x="967" y="144"/>
                  <a:pt x="967" y="144"/>
                </a:cubicBezTo>
                <a:cubicBezTo>
                  <a:pt x="967" y="143"/>
                  <a:pt x="967" y="143"/>
                  <a:pt x="966" y="143"/>
                </a:cubicBezTo>
                <a:cubicBezTo>
                  <a:pt x="966" y="142"/>
                  <a:pt x="966" y="142"/>
                  <a:pt x="965" y="142"/>
                </a:cubicBezTo>
                <a:cubicBezTo>
                  <a:pt x="965" y="142"/>
                  <a:pt x="964" y="142"/>
                  <a:pt x="964" y="142"/>
                </a:cubicBezTo>
                <a:cubicBezTo>
                  <a:pt x="963" y="142"/>
                  <a:pt x="963" y="142"/>
                  <a:pt x="963" y="142"/>
                </a:cubicBezTo>
                <a:cubicBezTo>
                  <a:pt x="963" y="142"/>
                  <a:pt x="963" y="142"/>
                  <a:pt x="962" y="141"/>
                </a:cubicBezTo>
                <a:cubicBezTo>
                  <a:pt x="962" y="141"/>
                  <a:pt x="962" y="141"/>
                  <a:pt x="961" y="141"/>
                </a:cubicBezTo>
                <a:cubicBezTo>
                  <a:pt x="960" y="141"/>
                  <a:pt x="960" y="141"/>
                  <a:pt x="959" y="141"/>
                </a:cubicBezTo>
                <a:cubicBezTo>
                  <a:pt x="957" y="141"/>
                  <a:pt x="957" y="141"/>
                  <a:pt x="957" y="141"/>
                </a:cubicBezTo>
                <a:cubicBezTo>
                  <a:pt x="957" y="141"/>
                  <a:pt x="957" y="141"/>
                  <a:pt x="956" y="141"/>
                </a:cubicBezTo>
                <a:cubicBezTo>
                  <a:pt x="956" y="141"/>
                  <a:pt x="956" y="141"/>
                  <a:pt x="956" y="141"/>
                </a:cubicBezTo>
                <a:cubicBezTo>
                  <a:pt x="956" y="143"/>
                  <a:pt x="956" y="143"/>
                  <a:pt x="956" y="143"/>
                </a:cubicBezTo>
                <a:cubicBezTo>
                  <a:pt x="956" y="143"/>
                  <a:pt x="957" y="143"/>
                  <a:pt x="957" y="143"/>
                </a:cubicBezTo>
                <a:cubicBezTo>
                  <a:pt x="958" y="143"/>
                  <a:pt x="958" y="144"/>
                  <a:pt x="958" y="144"/>
                </a:cubicBezTo>
                <a:cubicBezTo>
                  <a:pt x="958" y="150"/>
                  <a:pt x="958" y="150"/>
                  <a:pt x="958" y="150"/>
                </a:cubicBezTo>
                <a:cubicBezTo>
                  <a:pt x="958" y="150"/>
                  <a:pt x="958" y="150"/>
                  <a:pt x="958" y="151"/>
                </a:cubicBezTo>
                <a:cubicBezTo>
                  <a:pt x="957" y="151"/>
                  <a:pt x="957" y="151"/>
                  <a:pt x="957" y="151"/>
                </a:cubicBezTo>
                <a:cubicBezTo>
                  <a:pt x="957" y="152"/>
                  <a:pt x="957" y="152"/>
                  <a:pt x="957" y="152"/>
                </a:cubicBezTo>
                <a:cubicBezTo>
                  <a:pt x="957" y="153"/>
                  <a:pt x="957" y="153"/>
                  <a:pt x="957" y="153"/>
                </a:cubicBezTo>
                <a:cubicBezTo>
                  <a:pt x="957" y="153"/>
                  <a:pt x="958" y="153"/>
                  <a:pt x="958" y="153"/>
                </a:cubicBezTo>
                <a:cubicBezTo>
                  <a:pt x="958" y="154"/>
                  <a:pt x="959" y="154"/>
                  <a:pt x="959" y="154"/>
                </a:cubicBezTo>
                <a:cubicBezTo>
                  <a:pt x="959" y="154"/>
                  <a:pt x="959" y="155"/>
                  <a:pt x="960" y="155"/>
                </a:cubicBezTo>
                <a:cubicBezTo>
                  <a:pt x="960" y="155"/>
                  <a:pt x="961" y="155"/>
                  <a:pt x="961" y="156"/>
                </a:cubicBezTo>
                <a:cubicBezTo>
                  <a:pt x="961" y="156"/>
                  <a:pt x="961" y="156"/>
                  <a:pt x="961" y="156"/>
                </a:cubicBezTo>
                <a:cubicBezTo>
                  <a:pt x="960" y="157"/>
                  <a:pt x="960" y="157"/>
                  <a:pt x="960" y="157"/>
                </a:cubicBezTo>
                <a:cubicBezTo>
                  <a:pt x="960" y="157"/>
                  <a:pt x="960" y="158"/>
                  <a:pt x="960" y="158"/>
                </a:cubicBezTo>
                <a:cubicBezTo>
                  <a:pt x="960" y="159"/>
                  <a:pt x="960" y="160"/>
                  <a:pt x="960" y="161"/>
                </a:cubicBezTo>
                <a:cubicBezTo>
                  <a:pt x="960" y="161"/>
                  <a:pt x="960" y="161"/>
                  <a:pt x="960" y="161"/>
                </a:cubicBezTo>
                <a:cubicBezTo>
                  <a:pt x="959" y="161"/>
                  <a:pt x="958" y="161"/>
                  <a:pt x="958" y="161"/>
                </a:cubicBezTo>
                <a:cubicBezTo>
                  <a:pt x="957" y="161"/>
                  <a:pt x="957" y="161"/>
                  <a:pt x="957" y="161"/>
                </a:cubicBezTo>
                <a:cubicBezTo>
                  <a:pt x="956" y="161"/>
                  <a:pt x="956" y="161"/>
                  <a:pt x="956" y="160"/>
                </a:cubicBezTo>
                <a:cubicBezTo>
                  <a:pt x="956" y="160"/>
                  <a:pt x="956" y="160"/>
                  <a:pt x="956" y="159"/>
                </a:cubicBezTo>
                <a:cubicBezTo>
                  <a:pt x="956" y="159"/>
                  <a:pt x="955" y="159"/>
                  <a:pt x="955" y="158"/>
                </a:cubicBezTo>
                <a:cubicBezTo>
                  <a:pt x="955" y="158"/>
                  <a:pt x="954" y="158"/>
                  <a:pt x="954" y="158"/>
                </a:cubicBezTo>
                <a:cubicBezTo>
                  <a:pt x="954" y="158"/>
                  <a:pt x="953" y="158"/>
                  <a:pt x="953" y="158"/>
                </a:cubicBezTo>
                <a:cubicBezTo>
                  <a:pt x="953" y="158"/>
                  <a:pt x="952" y="159"/>
                  <a:pt x="952" y="159"/>
                </a:cubicBezTo>
                <a:cubicBezTo>
                  <a:pt x="952" y="159"/>
                  <a:pt x="951" y="159"/>
                  <a:pt x="951" y="159"/>
                </a:cubicBezTo>
                <a:cubicBezTo>
                  <a:pt x="950" y="159"/>
                  <a:pt x="950" y="159"/>
                  <a:pt x="949" y="159"/>
                </a:cubicBezTo>
                <a:cubicBezTo>
                  <a:pt x="949" y="159"/>
                  <a:pt x="948" y="159"/>
                  <a:pt x="948" y="159"/>
                </a:cubicBezTo>
                <a:cubicBezTo>
                  <a:pt x="948" y="160"/>
                  <a:pt x="948" y="160"/>
                  <a:pt x="948" y="160"/>
                </a:cubicBezTo>
                <a:cubicBezTo>
                  <a:pt x="948" y="161"/>
                  <a:pt x="948" y="161"/>
                  <a:pt x="948" y="161"/>
                </a:cubicBezTo>
                <a:cubicBezTo>
                  <a:pt x="948" y="161"/>
                  <a:pt x="947" y="161"/>
                  <a:pt x="947" y="162"/>
                </a:cubicBezTo>
                <a:cubicBezTo>
                  <a:pt x="947" y="162"/>
                  <a:pt x="946" y="162"/>
                  <a:pt x="946" y="162"/>
                </a:cubicBezTo>
                <a:cubicBezTo>
                  <a:pt x="945" y="162"/>
                  <a:pt x="945" y="162"/>
                  <a:pt x="944" y="162"/>
                </a:cubicBezTo>
                <a:cubicBezTo>
                  <a:pt x="944" y="162"/>
                  <a:pt x="943" y="162"/>
                  <a:pt x="943" y="163"/>
                </a:cubicBezTo>
                <a:cubicBezTo>
                  <a:pt x="942" y="163"/>
                  <a:pt x="942" y="163"/>
                  <a:pt x="942" y="163"/>
                </a:cubicBezTo>
                <a:cubicBezTo>
                  <a:pt x="942" y="164"/>
                  <a:pt x="942" y="164"/>
                  <a:pt x="941" y="164"/>
                </a:cubicBezTo>
                <a:cubicBezTo>
                  <a:pt x="941" y="165"/>
                  <a:pt x="941" y="165"/>
                  <a:pt x="940" y="165"/>
                </a:cubicBezTo>
                <a:cubicBezTo>
                  <a:pt x="940" y="165"/>
                  <a:pt x="939" y="165"/>
                  <a:pt x="939" y="165"/>
                </a:cubicBezTo>
                <a:cubicBezTo>
                  <a:pt x="939" y="165"/>
                  <a:pt x="939" y="165"/>
                  <a:pt x="939" y="165"/>
                </a:cubicBezTo>
                <a:cubicBezTo>
                  <a:pt x="939" y="166"/>
                  <a:pt x="939" y="166"/>
                  <a:pt x="939" y="167"/>
                </a:cubicBezTo>
                <a:cubicBezTo>
                  <a:pt x="939" y="167"/>
                  <a:pt x="939" y="168"/>
                  <a:pt x="939" y="168"/>
                </a:cubicBezTo>
                <a:cubicBezTo>
                  <a:pt x="940" y="168"/>
                  <a:pt x="939" y="169"/>
                  <a:pt x="940" y="169"/>
                </a:cubicBezTo>
                <a:cubicBezTo>
                  <a:pt x="940" y="169"/>
                  <a:pt x="940" y="169"/>
                  <a:pt x="941" y="169"/>
                </a:cubicBezTo>
                <a:cubicBezTo>
                  <a:pt x="941" y="169"/>
                  <a:pt x="941" y="170"/>
                  <a:pt x="942" y="170"/>
                </a:cubicBezTo>
                <a:cubicBezTo>
                  <a:pt x="942" y="170"/>
                  <a:pt x="942" y="171"/>
                  <a:pt x="942" y="171"/>
                </a:cubicBezTo>
                <a:cubicBezTo>
                  <a:pt x="942" y="172"/>
                  <a:pt x="942" y="172"/>
                  <a:pt x="942" y="173"/>
                </a:cubicBezTo>
                <a:cubicBezTo>
                  <a:pt x="942" y="172"/>
                  <a:pt x="942" y="172"/>
                  <a:pt x="942" y="172"/>
                </a:cubicBezTo>
                <a:cubicBezTo>
                  <a:pt x="941" y="172"/>
                  <a:pt x="941" y="172"/>
                  <a:pt x="940" y="172"/>
                </a:cubicBezTo>
                <a:cubicBezTo>
                  <a:pt x="939" y="172"/>
                  <a:pt x="939" y="172"/>
                  <a:pt x="938" y="172"/>
                </a:cubicBezTo>
                <a:cubicBezTo>
                  <a:pt x="937" y="172"/>
                  <a:pt x="937" y="172"/>
                  <a:pt x="936" y="172"/>
                </a:cubicBezTo>
                <a:cubicBezTo>
                  <a:pt x="935" y="172"/>
                  <a:pt x="935" y="172"/>
                  <a:pt x="935" y="172"/>
                </a:cubicBezTo>
                <a:cubicBezTo>
                  <a:pt x="935" y="172"/>
                  <a:pt x="935" y="171"/>
                  <a:pt x="934" y="171"/>
                </a:cubicBezTo>
                <a:cubicBezTo>
                  <a:pt x="933" y="171"/>
                  <a:pt x="933" y="171"/>
                  <a:pt x="932" y="171"/>
                </a:cubicBezTo>
                <a:cubicBezTo>
                  <a:pt x="932" y="171"/>
                  <a:pt x="932" y="171"/>
                  <a:pt x="931" y="170"/>
                </a:cubicBezTo>
                <a:cubicBezTo>
                  <a:pt x="931" y="170"/>
                  <a:pt x="931" y="170"/>
                  <a:pt x="930" y="170"/>
                </a:cubicBezTo>
                <a:cubicBezTo>
                  <a:pt x="930" y="170"/>
                  <a:pt x="930" y="170"/>
                  <a:pt x="929" y="170"/>
                </a:cubicBezTo>
                <a:cubicBezTo>
                  <a:pt x="929" y="170"/>
                  <a:pt x="929" y="170"/>
                  <a:pt x="928" y="169"/>
                </a:cubicBezTo>
                <a:cubicBezTo>
                  <a:pt x="928" y="169"/>
                  <a:pt x="928" y="169"/>
                  <a:pt x="928" y="168"/>
                </a:cubicBezTo>
                <a:cubicBezTo>
                  <a:pt x="927" y="167"/>
                  <a:pt x="927" y="167"/>
                  <a:pt x="927" y="167"/>
                </a:cubicBezTo>
                <a:cubicBezTo>
                  <a:pt x="927" y="168"/>
                  <a:pt x="927" y="168"/>
                  <a:pt x="926" y="168"/>
                </a:cubicBezTo>
                <a:cubicBezTo>
                  <a:pt x="926" y="168"/>
                  <a:pt x="926" y="169"/>
                  <a:pt x="926" y="169"/>
                </a:cubicBezTo>
                <a:cubicBezTo>
                  <a:pt x="925" y="169"/>
                  <a:pt x="925" y="169"/>
                  <a:pt x="925" y="169"/>
                </a:cubicBezTo>
                <a:cubicBezTo>
                  <a:pt x="924" y="169"/>
                  <a:pt x="924" y="169"/>
                  <a:pt x="924" y="170"/>
                </a:cubicBezTo>
                <a:cubicBezTo>
                  <a:pt x="924" y="171"/>
                  <a:pt x="924" y="171"/>
                  <a:pt x="924" y="171"/>
                </a:cubicBezTo>
                <a:cubicBezTo>
                  <a:pt x="924" y="172"/>
                  <a:pt x="925" y="172"/>
                  <a:pt x="925" y="172"/>
                </a:cubicBezTo>
                <a:cubicBezTo>
                  <a:pt x="925" y="172"/>
                  <a:pt x="926" y="172"/>
                  <a:pt x="926" y="172"/>
                </a:cubicBezTo>
                <a:cubicBezTo>
                  <a:pt x="926" y="173"/>
                  <a:pt x="926" y="173"/>
                  <a:pt x="926" y="173"/>
                </a:cubicBezTo>
                <a:cubicBezTo>
                  <a:pt x="926" y="174"/>
                  <a:pt x="926" y="174"/>
                  <a:pt x="926" y="174"/>
                </a:cubicBezTo>
                <a:cubicBezTo>
                  <a:pt x="927" y="174"/>
                  <a:pt x="927" y="174"/>
                  <a:pt x="927" y="174"/>
                </a:cubicBezTo>
                <a:cubicBezTo>
                  <a:pt x="928" y="174"/>
                  <a:pt x="929" y="174"/>
                  <a:pt x="930" y="174"/>
                </a:cubicBezTo>
                <a:cubicBezTo>
                  <a:pt x="930" y="174"/>
                  <a:pt x="931" y="175"/>
                  <a:pt x="931" y="175"/>
                </a:cubicBezTo>
                <a:cubicBezTo>
                  <a:pt x="932" y="175"/>
                  <a:pt x="932" y="176"/>
                  <a:pt x="932" y="176"/>
                </a:cubicBezTo>
                <a:cubicBezTo>
                  <a:pt x="932" y="177"/>
                  <a:pt x="932" y="177"/>
                  <a:pt x="931" y="177"/>
                </a:cubicBezTo>
                <a:cubicBezTo>
                  <a:pt x="927" y="177"/>
                  <a:pt x="927" y="177"/>
                  <a:pt x="927" y="177"/>
                </a:cubicBezTo>
                <a:cubicBezTo>
                  <a:pt x="926" y="178"/>
                  <a:pt x="927" y="178"/>
                  <a:pt x="926" y="178"/>
                </a:cubicBezTo>
                <a:cubicBezTo>
                  <a:pt x="926" y="178"/>
                  <a:pt x="926" y="178"/>
                  <a:pt x="925" y="178"/>
                </a:cubicBezTo>
                <a:cubicBezTo>
                  <a:pt x="925" y="178"/>
                  <a:pt x="925" y="178"/>
                  <a:pt x="924" y="178"/>
                </a:cubicBezTo>
                <a:cubicBezTo>
                  <a:pt x="924" y="178"/>
                  <a:pt x="924" y="178"/>
                  <a:pt x="924" y="177"/>
                </a:cubicBezTo>
                <a:cubicBezTo>
                  <a:pt x="924" y="177"/>
                  <a:pt x="924" y="177"/>
                  <a:pt x="923" y="177"/>
                </a:cubicBezTo>
                <a:cubicBezTo>
                  <a:pt x="922" y="176"/>
                  <a:pt x="921" y="176"/>
                  <a:pt x="920" y="175"/>
                </a:cubicBezTo>
                <a:cubicBezTo>
                  <a:pt x="920" y="175"/>
                  <a:pt x="920" y="175"/>
                  <a:pt x="919" y="175"/>
                </a:cubicBezTo>
                <a:cubicBezTo>
                  <a:pt x="919" y="175"/>
                  <a:pt x="918" y="175"/>
                  <a:pt x="918" y="174"/>
                </a:cubicBezTo>
                <a:cubicBezTo>
                  <a:pt x="918" y="174"/>
                  <a:pt x="917" y="173"/>
                  <a:pt x="917" y="173"/>
                </a:cubicBezTo>
                <a:cubicBezTo>
                  <a:pt x="917" y="173"/>
                  <a:pt x="917" y="172"/>
                  <a:pt x="917" y="172"/>
                </a:cubicBezTo>
                <a:cubicBezTo>
                  <a:pt x="917" y="171"/>
                  <a:pt x="917" y="170"/>
                  <a:pt x="917" y="169"/>
                </a:cubicBezTo>
                <a:cubicBezTo>
                  <a:pt x="914" y="169"/>
                  <a:pt x="914" y="169"/>
                  <a:pt x="914" y="169"/>
                </a:cubicBezTo>
                <a:cubicBezTo>
                  <a:pt x="914" y="166"/>
                  <a:pt x="914" y="166"/>
                  <a:pt x="914" y="166"/>
                </a:cubicBezTo>
                <a:cubicBezTo>
                  <a:pt x="914" y="165"/>
                  <a:pt x="915" y="164"/>
                  <a:pt x="915" y="162"/>
                </a:cubicBezTo>
                <a:cubicBezTo>
                  <a:pt x="915" y="161"/>
                  <a:pt x="914" y="161"/>
                  <a:pt x="914" y="160"/>
                </a:cubicBezTo>
                <a:cubicBezTo>
                  <a:pt x="913" y="160"/>
                  <a:pt x="912" y="160"/>
                  <a:pt x="911" y="160"/>
                </a:cubicBezTo>
                <a:cubicBezTo>
                  <a:pt x="911" y="160"/>
                  <a:pt x="911" y="159"/>
                  <a:pt x="911" y="159"/>
                </a:cubicBezTo>
                <a:cubicBezTo>
                  <a:pt x="910" y="158"/>
                  <a:pt x="910" y="158"/>
                  <a:pt x="910" y="158"/>
                </a:cubicBezTo>
                <a:cubicBezTo>
                  <a:pt x="909" y="157"/>
                  <a:pt x="910" y="156"/>
                  <a:pt x="909" y="156"/>
                </a:cubicBezTo>
                <a:cubicBezTo>
                  <a:pt x="908" y="156"/>
                  <a:pt x="908" y="156"/>
                  <a:pt x="907" y="156"/>
                </a:cubicBezTo>
                <a:cubicBezTo>
                  <a:pt x="906" y="156"/>
                  <a:pt x="906" y="155"/>
                  <a:pt x="906" y="155"/>
                </a:cubicBezTo>
                <a:cubicBezTo>
                  <a:pt x="905" y="154"/>
                  <a:pt x="905" y="154"/>
                  <a:pt x="904" y="154"/>
                </a:cubicBezTo>
                <a:cubicBezTo>
                  <a:pt x="904" y="153"/>
                  <a:pt x="904" y="153"/>
                  <a:pt x="904" y="153"/>
                </a:cubicBezTo>
                <a:cubicBezTo>
                  <a:pt x="905" y="153"/>
                  <a:pt x="905" y="153"/>
                  <a:pt x="905" y="153"/>
                </a:cubicBezTo>
                <a:cubicBezTo>
                  <a:pt x="906" y="153"/>
                  <a:pt x="906" y="153"/>
                  <a:pt x="906" y="153"/>
                </a:cubicBezTo>
                <a:cubicBezTo>
                  <a:pt x="906" y="154"/>
                  <a:pt x="906" y="154"/>
                  <a:pt x="907" y="154"/>
                </a:cubicBezTo>
                <a:cubicBezTo>
                  <a:pt x="907" y="155"/>
                  <a:pt x="908" y="155"/>
                  <a:pt x="909" y="155"/>
                </a:cubicBezTo>
                <a:cubicBezTo>
                  <a:pt x="909" y="155"/>
                  <a:pt x="910" y="156"/>
                  <a:pt x="910" y="156"/>
                </a:cubicBezTo>
                <a:cubicBezTo>
                  <a:pt x="911" y="156"/>
                  <a:pt x="911" y="157"/>
                  <a:pt x="911" y="157"/>
                </a:cubicBezTo>
                <a:cubicBezTo>
                  <a:pt x="913" y="157"/>
                  <a:pt x="913" y="157"/>
                  <a:pt x="915" y="157"/>
                </a:cubicBezTo>
                <a:cubicBezTo>
                  <a:pt x="915" y="157"/>
                  <a:pt x="915" y="157"/>
                  <a:pt x="916" y="157"/>
                </a:cubicBezTo>
                <a:cubicBezTo>
                  <a:pt x="916" y="157"/>
                  <a:pt x="916" y="157"/>
                  <a:pt x="916" y="158"/>
                </a:cubicBezTo>
                <a:cubicBezTo>
                  <a:pt x="917" y="158"/>
                  <a:pt x="917" y="159"/>
                  <a:pt x="918" y="159"/>
                </a:cubicBezTo>
                <a:cubicBezTo>
                  <a:pt x="925" y="159"/>
                  <a:pt x="925" y="159"/>
                  <a:pt x="925" y="159"/>
                </a:cubicBezTo>
                <a:cubicBezTo>
                  <a:pt x="925" y="159"/>
                  <a:pt x="925" y="159"/>
                  <a:pt x="926" y="159"/>
                </a:cubicBezTo>
                <a:cubicBezTo>
                  <a:pt x="926" y="159"/>
                  <a:pt x="926" y="159"/>
                  <a:pt x="927" y="159"/>
                </a:cubicBezTo>
                <a:cubicBezTo>
                  <a:pt x="927" y="159"/>
                  <a:pt x="927" y="160"/>
                  <a:pt x="927" y="160"/>
                </a:cubicBezTo>
                <a:cubicBezTo>
                  <a:pt x="927" y="160"/>
                  <a:pt x="928" y="160"/>
                  <a:pt x="928" y="160"/>
                </a:cubicBezTo>
                <a:cubicBezTo>
                  <a:pt x="928" y="160"/>
                  <a:pt x="929" y="160"/>
                  <a:pt x="929" y="160"/>
                </a:cubicBezTo>
                <a:cubicBezTo>
                  <a:pt x="929" y="160"/>
                  <a:pt x="930" y="160"/>
                  <a:pt x="930" y="160"/>
                </a:cubicBezTo>
                <a:cubicBezTo>
                  <a:pt x="931" y="161"/>
                  <a:pt x="931" y="160"/>
                  <a:pt x="932" y="160"/>
                </a:cubicBezTo>
                <a:cubicBezTo>
                  <a:pt x="933" y="160"/>
                  <a:pt x="933" y="160"/>
                  <a:pt x="933" y="160"/>
                </a:cubicBezTo>
                <a:cubicBezTo>
                  <a:pt x="934" y="160"/>
                  <a:pt x="934" y="160"/>
                  <a:pt x="934" y="160"/>
                </a:cubicBezTo>
                <a:cubicBezTo>
                  <a:pt x="934" y="160"/>
                  <a:pt x="934" y="160"/>
                  <a:pt x="935" y="160"/>
                </a:cubicBezTo>
                <a:cubicBezTo>
                  <a:pt x="935" y="160"/>
                  <a:pt x="935" y="160"/>
                  <a:pt x="936" y="160"/>
                </a:cubicBezTo>
                <a:cubicBezTo>
                  <a:pt x="936" y="160"/>
                  <a:pt x="936" y="160"/>
                  <a:pt x="937" y="160"/>
                </a:cubicBezTo>
                <a:cubicBezTo>
                  <a:pt x="937" y="160"/>
                  <a:pt x="938" y="159"/>
                  <a:pt x="939" y="159"/>
                </a:cubicBezTo>
                <a:cubicBezTo>
                  <a:pt x="939" y="159"/>
                  <a:pt x="939" y="159"/>
                  <a:pt x="939" y="159"/>
                </a:cubicBezTo>
                <a:cubicBezTo>
                  <a:pt x="940" y="159"/>
                  <a:pt x="941" y="159"/>
                  <a:pt x="941" y="159"/>
                </a:cubicBezTo>
                <a:cubicBezTo>
                  <a:pt x="942" y="158"/>
                  <a:pt x="942" y="158"/>
                  <a:pt x="942" y="158"/>
                </a:cubicBezTo>
                <a:cubicBezTo>
                  <a:pt x="943" y="158"/>
                  <a:pt x="943" y="157"/>
                  <a:pt x="943" y="157"/>
                </a:cubicBezTo>
                <a:cubicBezTo>
                  <a:pt x="944" y="157"/>
                  <a:pt x="944" y="157"/>
                  <a:pt x="944" y="156"/>
                </a:cubicBezTo>
                <a:cubicBezTo>
                  <a:pt x="944" y="156"/>
                  <a:pt x="945" y="156"/>
                  <a:pt x="945" y="156"/>
                </a:cubicBezTo>
                <a:cubicBezTo>
                  <a:pt x="945" y="155"/>
                  <a:pt x="945" y="154"/>
                  <a:pt x="945" y="154"/>
                </a:cubicBezTo>
                <a:cubicBezTo>
                  <a:pt x="945" y="153"/>
                  <a:pt x="945" y="152"/>
                  <a:pt x="945" y="151"/>
                </a:cubicBezTo>
                <a:cubicBezTo>
                  <a:pt x="945" y="150"/>
                  <a:pt x="945" y="150"/>
                  <a:pt x="945" y="150"/>
                </a:cubicBezTo>
                <a:cubicBezTo>
                  <a:pt x="945" y="149"/>
                  <a:pt x="944" y="149"/>
                  <a:pt x="944" y="148"/>
                </a:cubicBezTo>
                <a:cubicBezTo>
                  <a:pt x="944" y="148"/>
                  <a:pt x="943" y="148"/>
                  <a:pt x="943" y="147"/>
                </a:cubicBezTo>
                <a:cubicBezTo>
                  <a:pt x="942" y="147"/>
                  <a:pt x="942" y="146"/>
                  <a:pt x="942" y="146"/>
                </a:cubicBezTo>
                <a:cubicBezTo>
                  <a:pt x="942" y="146"/>
                  <a:pt x="941" y="146"/>
                  <a:pt x="941" y="146"/>
                </a:cubicBezTo>
                <a:cubicBezTo>
                  <a:pt x="940" y="146"/>
                  <a:pt x="940" y="146"/>
                  <a:pt x="940" y="146"/>
                </a:cubicBezTo>
                <a:cubicBezTo>
                  <a:pt x="939" y="146"/>
                  <a:pt x="939" y="146"/>
                  <a:pt x="938" y="146"/>
                </a:cubicBezTo>
                <a:cubicBezTo>
                  <a:pt x="937" y="146"/>
                  <a:pt x="937" y="146"/>
                  <a:pt x="936" y="146"/>
                </a:cubicBezTo>
                <a:cubicBezTo>
                  <a:pt x="935" y="146"/>
                  <a:pt x="935" y="145"/>
                  <a:pt x="934" y="145"/>
                </a:cubicBezTo>
                <a:cubicBezTo>
                  <a:pt x="934" y="144"/>
                  <a:pt x="933" y="144"/>
                  <a:pt x="933" y="144"/>
                </a:cubicBezTo>
                <a:cubicBezTo>
                  <a:pt x="933" y="144"/>
                  <a:pt x="933" y="143"/>
                  <a:pt x="933" y="143"/>
                </a:cubicBezTo>
                <a:cubicBezTo>
                  <a:pt x="932" y="143"/>
                  <a:pt x="932" y="143"/>
                  <a:pt x="932" y="143"/>
                </a:cubicBezTo>
                <a:cubicBezTo>
                  <a:pt x="931" y="143"/>
                  <a:pt x="931" y="142"/>
                  <a:pt x="931" y="142"/>
                </a:cubicBezTo>
                <a:cubicBezTo>
                  <a:pt x="931" y="142"/>
                  <a:pt x="930" y="142"/>
                  <a:pt x="930" y="142"/>
                </a:cubicBezTo>
                <a:cubicBezTo>
                  <a:pt x="929" y="141"/>
                  <a:pt x="929" y="141"/>
                  <a:pt x="929" y="141"/>
                </a:cubicBezTo>
                <a:cubicBezTo>
                  <a:pt x="929" y="141"/>
                  <a:pt x="929" y="141"/>
                  <a:pt x="928" y="140"/>
                </a:cubicBezTo>
                <a:cubicBezTo>
                  <a:pt x="928" y="140"/>
                  <a:pt x="928" y="140"/>
                  <a:pt x="927" y="140"/>
                </a:cubicBezTo>
                <a:cubicBezTo>
                  <a:pt x="926" y="140"/>
                  <a:pt x="926" y="140"/>
                  <a:pt x="926" y="140"/>
                </a:cubicBezTo>
                <a:cubicBezTo>
                  <a:pt x="926" y="140"/>
                  <a:pt x="926" y="139"/>
                  <a:pt x="926" y="139"/>
                </a:cubicBezTo>
                <a:cubicBezTo>
                  <a:pt x="925" y="139"/>
                  <a:pt x="925" y="139"/>
                  <a:pt x="925" y="139"/>
                </a:cubicBezTo>
                <a:cubicBezTo>
                  <a:pt x="924" y="139"/>
                  <a:pt x="923" y="139"/>
                  <a:pt x="922" y="139"/>
                </a:cubicBezTo>
                <a:cubicBezTo>
                  <a:pt x="921" y="139"/>
                  <a:pt x="921" y="139"/>
                  <a:pt x="920" y="139"/>
                </a:cubicBezTo>
                <a:cubicBezTo>
                  <a:pt x="920" y="139"/>
                  <a:pt x="919" y="139"/>
                  <a:pt x="919" y="139"/>
                </a:cubicBezTo>
                <a:cubicBezTo>
                  <a:pt x="918" y="139"/>
                  <a:pt x="918" y="139"/>
                  <a:pt x="918" y="139"/>
                </a:cubicBezTo>
                <a:cubicBezTo>
                  <a:pt x="918" y="139"/>
                  <a:pt x="918" y="138"/>
                  <a:pt x="917" y="138"/>
                </a:cubicBezTo>
                <a:cubicBezTo>
                  <a:pt x="917" y="138"/>
                  <a:pt x="916" y="138"/>
                  <a:pt x="916" y="138"/>
                </a:cubicBezTo>
                <a:cubicBezTo>
                  <a:pt x="915" y="137"/>
                  <a:pt x="915" y="137"/>
                  <a:pt x="914" y="136"/>
                </a:cubicBezTo>
                <a:cubicBezTo>
                  <a:pt x="912" y="136"/>
                  <a:pt x="912" y="136"/>
                  <a:pt x="912" y="136"/>
                </a:cubicBezTo>
                <a:cubicBezTo>
                  <a:pt x="912" y="137"/>
                  <a:pt x="912" y="137"/>
                  <a:pt x="912" y="138"/>
                </a:cubicBezTo>
                <a:cubicBezTo>
                  <a:pt x="911" y="138"/>
                  <a:pt x="911" y="138"/>
                  <a:pt x="911" y="139"/>
                </a:cubicBezTo>
                <a:cubicBezTo>
                  <a:pt x="911" y="139"/>
                  <a:pt x="911" y="139"/>
                  <a:pt x="910" y="139"/>
                </a:cubicBezTo>
                <a:cubicBezTo>
                  <a:pt x="909" y="139"/>
                  <a:pt x="909" y="139"/>
                  <a:pt x="909" y="139"/>
                </a:cubicBezTo>
                <a:cubicBezTo>
                  <a:pt x="909" y="138"/>
                  <a:pt x="908" y="138"/>
                  <a:pt x="908" y="138"/>
                </a:cubicBezTo>
                <a:cubicBezTo>
                  <a:pt x="908" y="137"/>
                  <a:pt x="908" y="137"/>
                  <a:pt x="909" y="137"/>
                </a:cubicBezTo>
                <a:cubicBezTo>
                  <a:pt x="909" y="136"/>
                  <a:pt x="909" y="136"/>
                  <a:pt x="909" y="135"/>
                </a:cubicBezTo>
                <a:cubicBezTo>
                  <a:pt x="909" y="135"/>
                  <a:pt x="909" y="135"/>
                  <a:pt x="909" y="135"/>
                </a:cubicBezTo>
                <a:cubicBezTo>
                  <a:pt x="909" y="135"/>
                  <a:pt x="908" y="135"/>
                  <a:pt x="908" y="134"/>
                </a:cubicBezTo>
                <a:cubicBezTo>
                  <a:pt x="908" y="134"/>
                  <a:pt x="907" y="134"/>
                  <a:pt x="907" y="134"/>
                </a:cubicBezTo>
                <a:cubicBezTo>
                  <a:pt x="907" y="134"/>
                  <a:pt x="907" y="133"/>
                  <a:pt x="907" y="133"/>
                </a:cubicBezTo>
                <a:cubicBezTo>
                  <a:pt x="907" y="133"/>
                  <a:pt x="907" y="132"/>
                  <a:pt x="907" y="132"/>
                </a:cubicBezTo>
                <a:cubicBezTo>
                  <a:pt x="904" y="132"/>
                  <a:pt x="904" y="132"/>
                  <a:pt x="904" y="132"/>
                </a:cubicBezTo>
                <a:cubicBezTo>
                  <a:pt x="904" y="132"/>
                  <a:pt x="903" y="132"/>
                  <a:pt x="903" y="132"/>
                </a:cubicBezTo>
                <a:cubicBezTo>
                  <a:pt x="903" y="133"/>
                  <a:pt x="903" y="133"/>
                  <a:pt x="902" y="133"/>
                </a:cubicBezTo>
                <a:cubicBezTo>
                  <a:pt x="902" y="133"/>
                  <a:pt x="901" y="133"/>
                  <a:pt x="901" y="133"/>
                </a:cubicBezTo>
                <a:cubicBezTo>
                  <a:pt x="900" y="133"/>
                  <a:pt x="900" y="133"/>
                  <a:pt x="900" y="132"/>
                </a:cubicBezTo>
                <a:cubicBezTo>
                  <a:pt x="900" y="132"/>
                  <a:pt x="900" y="132"/>
                  <a:pt x="900" y="131"/>
                </a:cubicBezTo>
                <a:cubicBezTo>
                  <a:pt x="899" y="131"/>
                  <a:pt x="898" y="132"/>
                  <a:pt x="897" y="132"/>
                </a:cubicBezTo>
                <a:cubicBezTo>
                  <a:pt x="897" y="132"/>
                  <a:pt x="896" y="131"/>
                  <a:pt x="895" y="131"/>
                </a:cubicBezTo>
                <a:cubicBezTo>
                  <a:pt x="895" y="131"/>
                  <a:pt x="895" y="131"/>
                  <a:pt x="894" y="131"/>
                </a:cubicBezTo>
                <a:cubicBezTo>
                  <a:pt x="894" y="130"/>
                  <a:pt x="894" y="130"/>
                  <a:pt x="894" y="130"/>
                </a:cubicBezTo>
                <a:cubicBezTo>
                  <a:pt x="895" y="130"/>
                  <a:pt x="895" y="130"/>
                  <a:pt x="895" y="130"/>
                </a:cubicBezTo>
                <a:cubicBezTo>
                  <a:pt x="896" y="130"/>
                  <a:pt x="896" y="130"/>
                  <a:pt x="896" y="130"/>
                </a:cubicBezTo>
                <a:cubicBezTo>
                  <a:pt x="897" y="130"/>
                  <a:pt x="897" y="130"/>
                  <a:pt x="897" y="130"/>
                </a:cubicBezTo>
                <a:cubicBezTo>
                  <a:pt x="898" y="128"/>
                  <a:pt x="898" y="128"/>
                  <a:pt x="898" y="128"/>
                </a:cubicBezTo>
                <a:cubicBezTo>
                  <a:pt x="897" y="128"/>
                  <a:pt x="897" y="127"/>
                  <a:pt x="897" y="127"/>
                </a:cubicBezTo>
                <a:cubicBezTo>
                  <a:pt x="897" y="127"/>
                  <a:pt x="897" y="126"/>
                  <a:pt x="896" y="126"/>
                </a:cubicBezTo>
                <a:cubicBezTo>
                  <a:pt x="896" y="126"/>
                  <a:pt x="896" y="126"/>
                  <a:pt x="895" y="126"/>
                </a:cubicBezTo>
                <a:cubicBezTo>
                  <a:pt x="895" y="126"/>
                  <a:pt x="894" y="126"/>
                  <a:pt x="893" y="126"/>
                </a:cubicBezTo>
                <a:cubicBezTo>
                  <a:pt x="892" y="126"/>
                  <a:pt x="892" y="126"/>
                  <a:pt x="891" y="126"/>
                </a:cubicBezTo>
                <a:cubicBezTo>
                  <a:pt x="891" y="126"/>
                  <a:pt x="891" y="125"/>
                  <a:pt x="891" y="125"/>
                </a:cubicBezTo>
                <a:cubicBezTo>
                  <a:pt x="890" y="125"/>
                  <a:pt x="890" y="124"/>
                  <a:pt x="890" y="124"/>
                </a:cubicBezTo>
                <a:cubicBezTo>
                  <a:pt x="890" y="124"/>
                  <a:pt x="889" y="124"/>
                  <a:pt x="889" y="124"/>
                </a:cubicBezTo>
                <a:cubicBezTo>
                  <a:pt x="888" y="124"/>
                  <a:pt x="888" y="124"/>
                  <a:pt x="888" y="124"/>
                </a:cubicBezTo>
                <a:cubicBezTo>
                  <a:pt x="888" y="127"/>
                  <a:pt x="888" y="127"/>
                  <a:pt x="888" y="127"/>
                </a:cubicBezTo>
                <a:cubicBezTo>
                  <a:pt x="887" y="127"/>
                  <a:pt x="886" y="127"/>
                  <a:pt x="885" y="127"/>
                </a:cubicBezTo>
                <a:cubicBezTo>
                  <a:pt x="885" y="125"/>
                  <a:pt x="885" y="125"/>
                  <a:pt x="885" y="125"/>
                </a:cubicBezTo>
                <a:cubicBezTo>
                  <a:pt x="885" y="125"/>
                  <a:pt x="886" y="124"/>
                  <a:pt x="886" y="124"/>
                </a:cubicBezTo>
                <a:cubicBezTo>
                  <a:pt x="886" y="124"/>
                  <a:pt x="887" y="124"/>
                  <a:pt x="887" y="123"/>
                </a:cubicBezTo>
                <a:cubicBezTo>
                  <a:pt x="887" y="123"/>
                  <a:pt x="887" y="123"/>
                  <a:pt x="887" y="122"/>
                </a:cubicBezTo>
                <a:cubicBezTo>
                  <a:pt x="880" y="122"/>
                  <a:pt x="880" y="122"/>
                  <a:pt x="880" y="122"/>
                </a:cubicBezTo>
                <a:cubicBezTo>
                  <a:pt x="880" y="123"/>
                  <a:pt x="881" y="124"/>
                  <a:pt x="880" y="125"/>
                </a:cubicBezTo>
                <a:cubicBezTo>
                  <a:pt x="880" y="126"/>
                  <a:pt x="880" y="126"/>
                  <a:pt x="880" y="126"/>
                </a:cubicBezTo>
                <a:cubicBezTo>
                  <a:pt x="880" y="127"/>
                  <a:pt x="880" y="127"/>
                  <a:pt x="880" y="127"/>
                </a:cubicBezTo>
                <a:cubicBezTo>
                  <a:pt x="880" y="128"/>
                  <a:pt x="880" y="128"/>
                  <a:pt x="880" y="128"/>
                </a:cubicBezTo>
                <a:cubicBezTo>
                  <a:pt x="879" y="128"/>
                  <a:pt x="879" y="128"/>
                  <a:pt x="879" y="128"/>
                </a:cubicBezTo>
                <a:cubicBezTo>
                  <a:pt x="879" y="128"/>
                  <a:pt x="879" y="127"/>
                  <a:pt x="879" y="127"/>
                </a:cubicBezTo>
                <a:cubicBezTo>
                  <a:pt x="879" y="126"/>
                  <a:pt x="879" y="126"/>
                  <a:pt x="879" y="126"/>
                </a:cubicBezTo>
                <a:cubicBezTo>
                  <a:pt x="879" y="125"/>
                  <a:pt x="879" y="124"/>
                  <a:pt x="879" y="124"/>
                </a:cubicBezTo>
                <a:cubicBezTo>
                  <a:pt x="879" y="124"/>
                  <a:pt x="878" y="124"/>
                  <a:pt x="878" y="124"/>
                </a:cubicBezTo>
                <a:cubicBezTo>
                  <a:pt x="876" y="124"/>
                  <a:pt x="876" y="124"/>
                  <a:pt x="876" y="124"/>
                </a:cubicBezTo>
                <a:cubicBezTo>
                  <a:pt x="876" y="128"/>
                  <a:pt x="876" y="128"/>
                  <a:pt x="876" y="128"/>
                </a:cubicBezTo>
                <a:cubicBezTo>
                  <a:pt x="872" y="128"/>
                  <a:pt x="872" y="128"/>
                  <a:pt x="872" y="128"/>
                </a:cubicBezTo>
                <a:cubicBezTo>
                  <a:pt x="872" y="127"/>
                  <a:pt x="872" y="127"/>
                  <a:pt x="872" y="126"/>
                </a:cubicBezTo>
                <a:cubicBezTo>
                  <a:pt x="872" y="125"/>
                  <a:pt x="873" y="125"/>
                  <a:pt x="873" y="125"/>
                </a:cubicBezTo>
                <a:cubicBezTo>
                  <a:pt x="873" y="125"/>
                  <a:pt x="872" y="124"/>
                  <a:pt x="872" y="124"/>
                </a:cubicBezTo>
                <a:cubicBezTo>
                  <a:pt x="874" y="124"/>
                  <a:pt x="874" y="124"/>
                  <a:pt x="874" y="124"/>
                </a:cubicBezTo>
                <a:cubicBezTo>
                  <a:pt x="875" y="124"/>
                  <a:pt x="875" y="124"/>
                  <a:pt x="875" y="124"/>
                </a:cubicBezTo>
                <a:cubicBezTo>
                  <a:pt x="876" y="124"/>
                  <a:pt x="876" y="124"/>
                  <a:pt x="876" y="124"/>
                </a:cubicBezTo>
                <a:cubicBezTo>
                  <a:pt x="876" y="121"/>
                  <a:pt x="876" y="121"/>
                  <a:pt x="876" y="121"/>
                </a:cubicBezTo>
                <a:cubicBezTo>
                  <a:pt x="875" y="121"/>
                  <a:pt x="875" y="121"/>
                  <a:pt x="875" y="121"/>
                </a:cubicBezTo>
                <a:cubicBezTo>
                  <a:pt x="874" y="122"/>
                  <a:pt x="874" y="122"/>
                  <a:pt x="873" y="122"/>
                </a:cubicBezTo>
                <a:cubicBezTo>
                  <a:pt x="872" y="123"/>
                  <a:pt x="872" y="123"/>
                  <a:pt x="872" y="123"/>
                </a:cubicBezTo>
                <a:cubicBezTo>
                  <a:pt x="871" y="123"/>
                  <a:pt x="871" y="123"/>
                  <a:pt x="871" y="123"/>
                </a:cubicBezTo>
                <a:cubicBezTo>
                  <a:pt x="870" y="123"/>
                  <a:pt x="870" y="123"/>
                  <a:pt x="870" y="123"/>
                </a:cubicBezTo>
                <a:cubicBezTo>
                  <a:pt x="869" y="123"/>
                  <a:pt x="869" y="123"/>
                  <a:pt x="869" y="124"/>
                </a:cubicBezTo>
                <a:cubicBezTo>
                  <a:pt x="869" y="124"/>
                  <a:pt x="869" y="125"/>
                  <a:pt x="868" y="126"/>
                </a:cubicBezTo>
                <a:cubicBezTo>
                  <a:pt x="868" y="126"/>
                  <a:pt x="867" y="126"/>
                  <a:pt x="867" y="126"/>
                </a:cubicBezTo>
                <a:cubicBezTo>
                  <a:pt x="866" y="126"/>
                  <a:pt x="866" y="126"/>
                  <a:pt x="866" y="126"/>
                </a:cubicBezTo>
                <a:cubicBezTo>
                  <a:pt x="866" y="126"/>
                  <a:pt x="865" y="126"/>
                  <a:pt x="865" y="126"/>
                </a:cubicBezTo>
                <a:cubicBezTo>
                  <a:pt x="865" y="126"/>
                  <a:pt x="865" y="125"/>
                  <a:pt x="864" y="125"/>
                </a:cubicBezTo>
                <a:cubicBezTo>
                  <a:pt x="864" y="125"/>
                  <a:pt x="865" y="124"/>
                  <a:pt x="865" y="124"/>
                </a:cubicBezTo>
                <a:cubicBezTo>
                  <a:pt x="865" y="124"/>
                  <a:pt x="865" y="124"/>
                  <a:pt x="866" y="123"/>
                </a:cubicBezTo>
                <a:cubicBezTo>
                  <a:pt x="862" y="123"/>
                  <a:pt x="862" y="123"/>
                  <a:pt x="862" y="123"/>
                </a:cubicBezTo>
                <a:cubicBezTo>
                  <a:pt x="861" y="123"/>
                  <a:pt x="861" y="124"/>
                  <a:pt x="860" y="124"/>
                </a:cubicBezTo>
                <a:cubicBezTo>
                  <a:pt x="859" y="124"/>
                  <a:pt x="859" y="124"/>
                  <a:pt x="858" y="125"/>
                </a:cubicBezTo>
                <a:cubicBezTo>
                  <a:pt x="858" y="125"/>
                  <a:pt x="857" y="125"/>
                  <a:pt x="857" y="125"/>
                </a:cubicBezTo>
                <a:cubicBezTo>
                  <a:pt x="857" y="126"/>
                  <a:pt x="857" y="126"/>
                  <a:pt x="857" y="126"/>
                </a:cubicBezTo>
                <a:cubicBezTo>
                  <a:pt x="857" y="127"/>
                  <a:pt x="857" y="127"/>
                  <a:pt x="857" y="127"/>
                </a:cubicBezTo>
                <a:cubicBezTo>
                  <a:pt x="858" y="128"/>
                  <a:pt x="858" y="128"/>
                  <a:pt x="858" y="128"/>
                </a:cubicBezTo>
                <a:cubicBezTo>
                  <a:pt x="859" y="128"/>
                  <a:pt x="860" y="128"/>
                  <a:pt x="860" y="128"/>
                </a:cubicBezTo>
                <a:cubicBezTo>
                  <a:pt x="861" y="128"/>
                  <a:pt x="861" y="129"/>
                  <a:pt x="862" y="129"/>
                </a:cubicBezTo>
                <a:cubicBezTo>
                  <a:pt x="862" y="131"/>
                  <a:pt x="862" y="131"/>
                  <a:pt x="862" y="131"/>
                </a:cubicBezTo>
                <a:cubicBezTo>
                  <a:pt x="860" y="131"/>
                  <a:pt x="860" y="131"/>
                  <a:pt x="860" y="131"/>
                </a:cubicBezTo>
                <a:cubicBezTo>
                  <a:pt x="860" y="131"/>
                  <a:pt x="860" y="130"/>
                  <a:pt x="859" y="130"/>
                </a:cubicBezTo>
                <a:cubicBezTo>
                  <a:pt x="858" y="130"/>
                  <a:pt x="858" y="130"/>
                  <a:pt x="857" y="130"/>
                </a:cubicBezTo>
                <a:cubicBezTo>
                  <a:pt x="856" y="130"/>
                  <a:pt x="856" y="130"/>
                  <a:pt x="855" y="130"/>
                </a:cubicBezTo>
                <a:cubicBezTo>
                  <a:pt x="855" y="130"/>
                  <a:pt x="855" y="130"/>
                  <a:pt x="854" y="130"/>
                </a:cubicBezTo>
                <a:cubicBezTo>
                  <a:pt x="852" y="130"/>
                  <a:pt x="852" y="130"/>
                  <a:pt x="852" y="130"/>
                </a:cubicBezTo>
                <a:cubicBezTo>
                  <a:pt x="852" y="131"/>
                  <a:pt x="852" y="131"/>
                  <a:pt x="852" y="132"/>
                </a:cubicBezTo>
                <a:cubicBezTo>
                  <a:pt x="852" y="132"/>
                  <a:pt x="852" y="133"/>
                  <a:pt x="852" y="133"/>
                </a:cubicBezTo>
                <a:cubicBezTo>
                  <a:pt x="852" y="133"/>
                  <a:pt x="852" y="134"/>
                  <a:pt x="852" y="134"/>
                </a:cubicBezTo>
                <a:cubicBezTo>
                  <a:pt x="852" y="134"/>
                  <a:pt x="851" y="134"/>
                  <a:pt x="851" y="134"/>
                </a:cubicBezTo>
                <a:cubicBezTo>
                  <a:pt x="851" y="134"/>
                  <a:pt x="851" y="133"/>
                  <a:pt x="851" y="133"/>
                </a:cubicBezTo>
                <a:cubicBezTo>
                  <a:pt x="851" y="132"/>
                  <a:pt x="851" y="132"/>
                  <a:pt x="851" y="132"/>
                </a:cubicBezTo>
                <a:cubicBezTo>
                  <a:pt x="850" y="131"/>
                  <a:pt x="850" y="131"/>
                  <a:pt x="850" y="131"/>
                </a:cubicBezTo>
                <a:cubicBezTo>
                  <a:pt x="849" y="131"/>
                  <a:pt x="849" y="131"/>
                  <a:pt x="849" y="131"/>
                </a:cubicBezTo>
                <a:cubicBezTo>
                  <a:pt x="848" y="131"/>
                  <a:pt x="848" y="131"/>
                  <a:pt x="848" y="130"/>
                </a:cubicBezTo>
                <a:cubicBezTo>
                  <a:pt x="847" y="130"/>
                  <a:pt x="847" y="130"/>
                  <a:pt x="847" y="130"/>
                </a:cubicBezTo>
                <a:cubicBezTo>
                  <a:pt x="847" y="129"/>
                  <a:pt x="846" y="130"/>
                  <a:pt x="846" y="130"/>
                </a:cubicBezTo>
                <a:cubicBezTo>
                  <a:pt x="845" y="129"/>
                  <a:pt x="845" y="128"/>
                  <a:pt x="844" y="128"/>
                </a:cubicBezTo>
                <a:cubicBezTo>
                  <a:pt x="844" y="128"/>
                  <a:pt x="843" y="128"/>
                  <a:pt x="843" y="128"/>
                </a:cubicBezTo>
                <a:cubicBezTo>
                  <a:pt x="843" y="130"/>
                  <a:pt x="843" y="130"/>
                  <a:pt x="843" y="130"/>
                </a:cubicBezTo>
                <a:cubicBezTo>
                  <a:pt x="843" y="131"/>
                  <a:pt x="843" y="131"/>
                  <a:pt x="843" y="131"/>
                </a:cubicBezTo>
                <a:cubicBezTo>
                  <a:pt x="843" y="132"/>
                  <a:pt x="843" y="132"/>
                  <a:pt x="843" y="132"/>
                </a:cubicBezTo>
                <a:cubicBezTo>
                  <a:pt x="843" y="133"/>
                  <a:pt x="843" y="133"/>
                  <a:pt x="843" y="134"/>
                </a:cubicBezTo>
                <a:cubicBezTo>
                  <a:pt x="843" y="135"/>
                  <a:pt x="843" y="135"/>
                  <a:pt x="843" y="135"/>
                </a:cubicBezTo>
                <a:cubicBezTo>
                  <a:pt x="843" y="136"/>
                  <a:pt x="842" y="136"/>
                  <a:pt x="842" y="136"/>
                </a:cubicBezTo>
                <a:cubicBezTo>
                  <a:pt x="841" y="136"/>
                  <a:pt x="841" y="137"/>
                  <a:pt x="840" y="137"/>
                </a:cubicBezTo>
                <a:cubicBezTo>
                  <a:pt x="840" y="137"/>
                  <a:pt x="839" y="137"/>
                  <a:pt x="839" y="136"/>
                </a:cubicBezTo>
                <a:cubicBezTo>
                  <a:pt x="839" y="136"/>
                  <a:pt x="839" y="136"/>
                  <a:pt x="839" y="135"/>
                </a:cubicBezTo>
                <a:cubicBezTo>
                  <a:pt x="839" y="135"/>
                  <a:pt x="839" y="135"/>
                  <a:pt x="839" y="134"/>
                </a:cubicBezTo>
                <a:cubicBezTo>
                  <a:pt x="838" y="134"/>
                  <a:pt x="839" y="134"/>
                  <a:pt x="839" y="134"/>
                </a:cubicBezTo>
                <a:cubicBezTo>
                  <a:pt x="838" y="134"/>
                  <a:pt x="838" y="134"/>
                  <a:pt x="838" y="134"/>
                </a:cubicBezTo>
                <a:cubicBezTo>
                  <a:pt x="837" y="134"/>
                  <a:pt x="838" y="135"/>
                  <a:pt x="837" y="135"/>
                </a:cubicBezTo>
                <a:cubicBezTo>
                  <a:pt x="837" y="135"/>
                  <a:pt x="837" y="135"/>
                  <a:pt x="836" y="135"/>
                </a:cubicBezTo>
                <a:cubicBezTo>
                  <a:pt x="836" y="135"/>
                  <a:pt x="835" y="135"/>
                  <a:pt x="835" y="135"/>
                </a:cubicBezTo>
                <a:cubicBezTo>
                  <a:pt x="834" y="137"/>
                  <a:pt x="834" y="137"/>
                  <a:pt x="834" y="137"/>
                </a:cubicBezTo>
                <a:cubicBezTo>
                  <a:pt x="835" y="137"/>
                  <a:pt x="834" y="138"/>
                  <a:pt x="835" y="138"/>
                </a:cubicBezTo>
                <a:cubicBezTo>
                  <a:pt x="835" y="138"/>
                  <a:pt x="835" y="138"/>
                  <a:pt x="836" y="138"/>
                </a:cubicBezTo>
                <a:cubicBezTo>
                  <a:pt x="836" y="138"/>
                  <a:pt x="836" y="138"/>
                  <a:pt x="837" y="139"/>
                </a:cubicBezTo>
                <a:cubicBezTo>
                  <a:pt x="837" y="139"/>
                  <a:pt x="837" y="139"/>
                  <a:pt x="837" y="139"/>
                </a:cubicBezTo>
                <a:cubicBezTo>
                  <a:pt x="837" y="140"/>
                  <a:pt x="837" y="140"/>
                  <a:pt x="837" y="140"/>
                </a:cubicBezTo>
                <a:cubicBezTo>
                  <a:pt x="837" y="141"/>
                  <a:pt x="836" y="141"/>
                  <a:pt x="836" y="141"/>
                </a:cubicBezTo>
                <a:cubicBezTo>
                  <a:pt x="836" y="141"/>
                  <a:pt x="836" y="141"/>
                  <a:pt x="835" y="141"/>
                </a:cubicBezTo>
                <a:cubicBezTo>
                  <a:pt x="835" y="141"/>
                  <a:pt x="835" y="140"/>
                  <a:pt x="834" y="140"/>
                </a:cubicBezTo>
                <a:cubicBezTo>
                  <a:pt x="834" y="140"/>
                  <a:pt x="833" y="140"/>
                  <a:pt x="832" y="140"/>
                </a:cubicBezTo>
                <a:cubicBezTo>
                  <a:pt x="832" y="140"/>
                  <a:pt x="831" y="140"/>
                  <a:pt x="831" y="140"/>
                </a:cubicBezTo>
                <a:cubicBezTo>
                  <a:pt x="831" y="139"/>
                  <a:pt x="832" y="138"/>
                  <a:pt x="831" y="137"/>
                </a:cubicBezTo>
                <a:cubicBezTo>
                  <a:pt x="831" y="136"/>
                  <a:pt x="831" y="136"/>
                  <a:pt x="831" y="136"/>
                </a:cubicBezTo>
                <a:cubicBezTo>
                  <a:pt x="830" y="136"/>
                  <a:pt x="830" y="136"/>
                  <a:pt x="830" y="136"/>
                </a:cubicBezTo>
                <a:cubicBezTo>
                  <a:pt x="830" y="139"/>
                  <a:pt x="830" y="139"/>
                  <a:pt x="830" y="139"/>
                </a:cubicBezTo>
                <a:cubicBezTo>
                  <a:pt x="829" y="139"/>
                  <a:pt x="829" y="140"/>
                  <a:pt x="829" y="140"/>
                </a:cubicBezTo>
                <a:cubicBezTo>
                  <a:pt x="828" y="140"/>
                  <a:pt x="828" y="139"/>
                  <a:pt x="827" y="139"/>
                </a:cubicBezTo>
                <a:cubicBezTo>
                  <a:pt x="826" y="139"/>
                  <a:pt x="826" y="140"/>
                  <a:pt x="825" y="140"/>
                </a:cubicBezTo>
                <a:cubicBezTo>
                  <a:pt x="825" y="140"/>
                  <a:pt x="825" y="141"/>
                  <a:pt x="825" y="141"/>
                </a:cubicBezTo>
                <a:cubicBezTo>
                  <a:pt x="825" y="141"/>
                  <a:pt x="826" y="141"/>
                  <a:pt x="826" y="142"/>
                </a:cubicBezTo>
                <a:cubicBezTo>
                  <a:pt x="826" y="142"/>
                  <a:pt x="826" y="142"/>
                  <a:pt x="826" y="143"/>
                </a:cubicBezTo>
                <a:cubicBezTo>
                  <a:pt x="825" y="143"/>
                  <a:pt x="824" y="142"/>
                  <a:pt x="823" y="143"/>
                </a:cubicBezTo>
                <a:cubicBezTo>
                  <a:pt x="823" y="143"/>
                  <a:pt x="823" y="143"/>
                  <a:pt x="822" y="143"/>
                </a:cubicBezTo>
                <a:cubicBezTo>
                  <a:pt x="822" y="143"/>
                  <a:pt x="822" y="143"/>
                  <a:pt x="821" y="143"/>
                </a:cubicBezTo>
                <a:cubicBezTo>
                  <a:pt x="821" y="143"/>
                  <a:pt x="821" y="143"/>
                  <a:pt x="820" y="143"/>
                </a:cubicBezTo>
                <a:cubicBezTo>
                  <a:pt x="820" y="144"/>
                  <a:pt x="820" y="144"/>
                  <a:pt x="820" y="144"/>
                </a:cubicBezTo>
                <a:cubicBezTo>
                  <a:pt x="820" y="145"/>
                  <a:pt x="819" y="144"/>
                  <a:pt x="819" y="145"/>
                </a:cubicBezTo>
                <a:cubicBezTo>
                  <a:pt x="819" y="145"/>
                  <a:pt x="819" y="145"/>
                  <a:pt x="818" y="146"/>
                </a:cubicBezTo>
                <a:cubicBezTo>
                  <a:pt x="818" y="146"/>
                  <a:pt x="818" y="146"/>
                  <a:pt x="818" y="147"/>
                </a:cubicBezTo>
                <a:cubicBezTo>
                  <a:pt x="818" y="147"/>
                  <a:pt x="817" y="146"/>
                  <a:pt x="817" y="147"/>
                </a:cubicBezTo>
                <a:cubicBezTo>
                  <a:pt x="817" y="147"/>
                  <a:pt x="816" y="147"/>
                  <a:pt x="816" y="148"/>
                </a:cubicBezTo>
                <a:cubicBezTo>
                  <a:pt x="818" y="148"/>
                  <a:pt x="818" y="148"/>
                  <a:pt x="818" y="148"/>
                </a:cubicBezTo>
                <a:cubicBezTo>
                  <a:pt x="818" y="148"/>
                  <a:pt x="819" y="147"/>
                  <a:pt x="819" y="147"/>
                </a:cubicBezTo>
                <a:cubicBezTo>
                  <a:pt x="819" y="147"/>
                  <a:pt x="819" y="146"/>
                  <a:pt x="820" y="146"/>
                </a:cubicBezTo>
                <a:cubicBezTo>
                  <a:pt x="820" y="146"/>
                  <a:pt x="820" y="146"/>
                  <a:pt x="821" y="146"/>
                </a:cubicBezTo>
                <a:cubicBezTo>
                  <a:pt x="821" y="146"/>
                  <a:pt x="821" y="146"/>
                  <a:pt x="822" y="146"/>
                </a:cubicBezTo>
                <a:cubicBezTo>
                  <a:pt x="822" y="146"/>
                  <a:pt x="822" y="146"/>
                  <a:pt x="822" y="146"/>
                </a:cubicBezTo>
                <a:cubicBezTo>
                  <a:pt x="823" y="146"/>
                  <a:pt x="823" y="146"/>
                  <a:pt x="823" y="146"/>
                </a:cubicBezTo>
                <a:cubicBezTo>
                  <a:pt x="824" y="146"/>
                  <a:pt x="824" y="145"/>
                  <a:pt x="824" y="145"/>
                </a:cubicBezTo>
                <a:cubicBezTo>
                  <a:pt x="825" y="145"/>
                  <a:pt x="824" y="144"/>
                  <a:pt x="825" y="144"/>
                </a:cubicBezTo>
                <a:cubicBezTo>
                  <a:pt x="825" y="144"/>
                  <a:pt x="826" y="144"/>
                  <a:pt x="826" y="144"/>
                </a:cubicBezTo>
                <a:cubicBezTo>
                  <a:pt x="826" y="144"/>
                  <a:pt x="826" y="144"/>
                  <a:pt x="827" y="144"/>
                </a:cubicBezTo>
                <a:cubicBezTo>
                  <a:pt x="827" y="144"/>
                  <a:pt x="827" y="144"/>
                  <a:pt x="828" y="143"/>
                </a:cubicBezTo>
                <a:cubicBezTo>
                  <a:pt x="829" y="143"/>
                  <a:pt x="829" y="143"/>
                  <a:pt x="830" y="143"/>
                </a:cubicBezTo>
                <a:cubicBezTo>
                  <a:pt x="831" y="143"/>
                  <a:pt x="832" y="143"/>
                  <a:pt x="833" y="143"/>
                </a:cubicBezTo>
                <a:cubicBezTo>
                  <a:pt x="833" y="144"/>
                  <a:pt x="833" y="144"/>
                  <a:pt x="834" y="144"/>
                </a:cubicBezTo>
                <a:cubicBezTo>
                  <a:pt x="833" y="145"/>
                  <a:pt x="833" y="145"/>
                  <a:pt x="833" y="145"/>
                </a:cubicBezTo>
                <a:cubicBezTo>
                  <a:pt x="832" y="145"/>
                  <a:pt x="832" y="145"/>
                  <a:pt x="831" y="145"/>
                </a:cubicBezTo>
                <a:cubicBezTo>
                  <a:pt x="831" y="145"/>
                  <a:pt x="831" y="145"/>
                  <a:pt x="830" y="145"/>
                </a:cubicBezTo>
                <a:cubicBezTo>
                  <a:pt x="830" y="145"/>
                  <a:pt x="830" y="146"/>
                  <a:pt x="830" y="146"/>
                </a:cubicBezTo>
                <a:cubicBezTo>
                  <a:pt x="830" y="146"/>
                  <a:pt x="829" y="146"/>
                  <a:pt x="829" y="146"/>
                </a:cubicBezTo>
                <a:cubicBezTo>
                  <a:pt x="829" y="146"/>
                  <a:pt x="828" y="146"/>
                  <a:pt x="828" y="146"/>
                </a:cubicBezTo>
                <a:cubicBezTo>
                  <a:pt x="828" y="146"/>
                  <a:pt x="827" y="146"/>
                  <a:pt x="827" y="147"/>
                </a:cubicBezTo>
                <a:cubicBezTo>
                  <a:pt x="827" y="147"/>
                  <a:pt x="827" y="147"/>
                  <a:pt x="827" y="148"/>
                </a:cubicBezTo>
                <a:cubicBezTo>
                  <a:pt x="827" y="148"/>
                  <a:pt x="827" y="148"/>
                  <a:pt x="827" y="149"/>
                </a:cubicBezTo>
                <a:cubicBezTo>
                  <a:pt x="826" y="149"/>
                  <a:pt x="826" y="149"/>
                  <a:pt x="826" y="149"/>
                </a:cubicBezTo>
                <a:cubicBezTo>
                  <a:pt x="825" y="149"/>
                  <a:pt x="825" y="150"/>
                  <a:pt x="825" y="150"/>
                </a:cubicBezTo>
                <a:cubicBezTo>
                  <a:pt x="825" y="150"/>
                  <a:pt x="825" y="151"/>
                  <a:pt x="825" y="151"/>
                </a:cubicBezTo>
                <a:cubicBezTo>
                  <a:pt x="825" y="152"/>
                  <a:pt x="825" y="152"/>
                  <a:pt x="825" y="153"/>
                </a:cubicBezTo>
                <a:cubicBezTo>
                  <a:pt x="824" y="153"/>
                  <a:pt x="823" y="153"/>
                  <a:pt x="822" y="153"/>
                </a:cubicBezTo>
                <a:cubicBezTo>
                  <a:pt x="822" y="154"/>
                  <a:pt x="822" y="155"/>
                  <a:pt x="822" y="155"/>
                </a:cubicBezTo>
                <a:cubicBezTo>
                  <a:pt x="821" y="156"/>
                  <a:pt x="821" y="156"/>
                  <a:pt x="821" y="156"/>
                </a:cubicBezTo>
                <a:cubicBezTo>
                  <a:pt x="820" y="156"/>
                  <a:pt x="820" y="156"/>
                  <a:pt x="820" y="156"/>
                </a:cubicBezTo>
                <a:cubicBezTo>
                  <a:pt x="819" y="157"/>
                  <a:pt x="819" y="157"/>
                  <a:pt x="819" y="157"/>
                </a:cubicBezTo>
                <a:cubicBezTo>
                  <a:pt x="819" y="158"/>
                  <a:pt x="818" y="158"/>
                  <a:pt x="818" y="158"/>
                </a:cubicBezTo>
                <a:cubicBezTo>
                  <a:pt x="818" y="158"/>
                  <a:pt x="817" y="158"/>
                  <a:pt x="817" y="159"/>
                </a:cubicBezTo>
                <a:cubicBezTo>
                  <a:pt x="817" y="159"/>
                  <a:pt x="817" y="159"/>
                  <a:pt x="817" y="160"/>
                </a:cubicBezTo>
                <a:cubicBezTo>
                  <a:pt x="817" y="160"/>
                  <a:pt x="817" y="160"/>
                  <a:pt x="817" y="160"/>
                </a:cubicBezTo>
                <a:cubicBezTo>
                  <a:pt x="817" y="161"/>
                  <a:pt x="817" y="161"/>
                  <a:pt x="816" y="161"/>
                </a:cubicBezTo>
                <a:cubicBezTo>
                  <a:pt x="816" y="162"/>
                  <a:pt x="816" y="162"/>
                  <a:pt x="815" y="162"/>
                </a:cubicBezTo>
                <a:cubicBezTo>
                  <a:pt x="815" y="163"/>
                  <a:pt x="815" y="164"/>
                  <a:pt x="815" y="164"/>
                </a:cubicBezTo>
                <a:cubicBezTo>
                  <a:pt x="815" y="165"/>
                  <a:pt x="815" y="165"/>
                  <a:pt x="815" y="165"/>
                </a:cubicBezTo>
                <a:cubicBezTo>
                  <a:pt x="815" y="166"/>
                  <a:pt x="815" y="166"/>
                  <a:pt x="815" y="166"/>
                </a:cubicBezTo>
                <a:cubicBezTo>
                  <a:pt x="815" y="165"/>
                  <a:pt x="815" y="165"/>
                  <a:pt x="815" y="165"/>
                </a:cubicBezTo>
                <a:cubicBezTo>
                  <a:pt x="814" y="165"/>
                  <a:pt x="814" y="166"/>
                  <a:pt x="814" y="166"/>
                </a:cubicBezTo>
                <a:cubicBezTo>
                  <a:pt x="813" y="166"/>
                  <a:pt x="812" y="166"/>
                  <a:pt x="812" y="167"/>
                </a:cubicBezTo>
                <a:cubicBezTo>
                  <a:pt x="812" y="167"/>
                  <a:pt x="812" y="167"/>
                  <a:pt x="811" y="168"/>
                </a:cubicBezTo>
                <a:cubicBezTo>
                  <a:pt x="811" y="168"/>
                  <a:pt x="811" y="168"/>
                  <a:pt x="810" y="168"/>
                </a:cubicBezTo>
                <a:cubicBezTo>
                  <a:pt x="810" y="168"/>
                  <a:pt x="810" y="168"/>
                  <a:pt x="809" y="168"/>
                </a:cubicBezTo>
                <a:cubicBezTo>
                  <a:pt x="809" y="168"/>
                  <a:pt x="808" y="169"/>
                  <a:pt x="808" y="169"/>
                </a:cubicBezTo>
                <a:cubicBezTo>
                  <a:pt x="807" y="169"/>
                  <a:pt x="807" y="169"/>
                  <a:pt x="807" y="169"/>
                </a:cubicBezTo>
                <a:cubicBezTo>
                  <a:pt x="807" y="171"/>
                  <a:pt x="807" y="171"/>
                  <a:pt x="807" y="171"/>
                </a:cubicBezTo>
                <a:cubicBezTo>
                  <a:pt x="807" y="171"/>
                  <a:pt x="808" y="171"/>
                  <a:pt x="808" y="171"/>
                </a:cubicBezTo>
                <a:cubicBezTo>
                  <a:pt x="808" y="171"/>
                  <a:pt x="809" y="171"/>
                  <a:pt x="809" y="171"/>
                </a:cubicBezTo>
                <a:cubicBezTo>
                  <a:pt x="811" y="171"/>
                  <a:pt x="811" y="171"/>
                  <a:pt x="811" y="171"/>
                </a:cubicBezTo>
                <a:cubicBezTo>
                  <a:pt x="811" y="171"/>
                  <a:pt x="811" y="171"/>
                  <a:pt x="811" y="172"/>
                </a:cubicBezTo>
                <a:cubicBezTo>
                  <a:pt x="811" y="172"/>
                  <a:pt x="811" y="173"/>
                  <a:pt x="811" y="173"/>
                </a:cubicBezTo>
                <a:cubicBezTo>
                  <a:pt x="810" y="173"/>
                  <a:pt x="810" y="173"/>
                  <a:pt x="810" y="173"/>
                </a:cubicBezTo>
                <a:cubicBezTo>
                  <a:pt x="809" y="173"/>
                  <a:pt x="809" y="174"/>
                  <a:pt x="809" y="174"/>
                </a:cubicBezTo>
                <a:cubicBezTo>
                  <a:pt x="808" y="174"/>
                  <a:pt x="808" y="174"/>
                  <a:pt x="808" y="174"/>
                </a:cubicBezTo>
                <a:cubicBezTo>
                  <a:pt x="808" y="175"/>
                  <a:pt x="807" y="174"/>
                  <a:pt x="806" y="175"/>
                </a:cubicBezTo>
                <a:cubicBezTo>
                  <a:pt x="806" y="175"/>
                  <a:pt x="806" y="175"/>
                  <a:pt x="805" y="176"/>
                </a:cubicBezTo>
                <a:cubicBezTo>
                  <a:pt x="805" y="176"/>
                  <a:pt x="805" y="176"/>
                  <a:pt x="805" y="176"/>
                </a:cubicBezTo>
                <a:cubicBezTo>
                  <a:pt x="804" y="176"/>
                  <a:pt x="804" y="176"/>
                  <a:pt x="804" y="177"/>
                </a:cubicBezTo>
                <a:cubicBezTo>
                  <a:pt x="803" y="177"/>
                  <a:pt x="803" y="177"/>
                  <a:pt x="803" y="177"/>
                </a:cubicBezTo>
                <a:cubicBezTo>
                  <a:pt x="802" y="178"/>
                  <a:pt x="802" y="178"/>
                  <a:pt x="802" y="178"/>
                </a:cubicBezTo>
                <a:cubicBezTo>
                  <a:pt x="802" y="179"/>
                  <a:pt x="802" y="179"/>
                  <a:pt x="802" y="179"/>
                </a:cubicBezTo>
                <a:cubicBezTo>
                  <a:pt x="802" y="180"/>
                  <a:pt x="801" y="180"/>
                  <a:pt x="801" y="180"/>
                </a:cubicBezTo>
                <a:cubicBezTo>
                  <a:pt x="800" y="180"/>
                  <a:pt x="799" y="179"/>
                  <a:pt x="798" y="179"/>
                </a:cubicBezTo>
                <a:cubicBezTo>
                  <a:pt x="796" y="179"/>
                  <a:pt x="796" y="179"/>
                  <a:pt x="796" y="179"/>
                </a:cubicBezTo>
                <a:cubicBezTo>
                  <a:pt x="796" y="181"/>
                  <a:pt x="796" y="181"/>
                  <a:pt x="796" y="181"/>
                </a:cubicBezTo>
                <a:cubicBezTo>
                  <a:pt x="796" y="182"/>
                  <a:pt x="796" y="182"/>
                  <a:pt x="797" y="183"/>
                </a:cubicBezTo>
                <a:cubicBezTo>
                  <a:pt x="796" y="183"/>
                  <a:pt x="795" y="183"/>
                  <a:pt x="794" y="183"/>
                </a:cubicBezTo>
                <a:cubicBezTo>
                  <a:pt x="794" y="183"/>
                  <a:pt x="793" y="183"/>
                  <a:pt x="793" y="183"/>
                </a:cubicBezTo>
                <a:cubicBezTo>
                  <a:pt x="792" y="184"/>
                  <a:pt x="792" y="184"/>
                  <a:pt x="791" y="184"/>
                </a:cubicBezTo>
                <a:cubicBezTo>
                  <a:pt x="791" y="185"/>
                  <a:pt x="790" y="185"/>
                  <a:pt x="790" y="185"/>
                </a:cubicBezTo>
                <a:cubicBezTo>
                  <a:pt x="790" y="185"/>
                  <a:pt x="790" y="186"/>
                  <a:pt x="789" y="186"/>
                </a:cubicBezTo>
                <a:cubicBezTo>
                  <a:pt x="789" y="186"/>
                  <a:pt x="789" y="186"/>
                  <a:pt x="788" y="186"/>
                </a:cubicBezTo>
                <a:cubicBezTo>
                  <a:pt x="788" y="186"/>
                  <a:pt x="787" y="186"/>
                  <a:pt x="787" y="186"/>
                </a:cubicBezTo>
                <a:cubicBezTo>
                  <a:pt x="787" y="186"/>
                  <a:pt x="787" y="187"/>
                  <a:pt x="787" y="187"/>
                </a:cubicBezTo>
                <a:cubicBezTo>
                  <a:pt x="787" y="188"/>
                  <a:pt x="787" y="188"/>
                  <a:pt x="787" y="188"/>
                </a:cubicBezTo>
                <a:cubicBezTo>
                  <a:pt x="787" y="189"/>
                  <a:pt x="787" y="189"/>
                  <a:pt x="786" y="189"/>
                </a:cubicBezTo>
                <a:cubicBezTo>
                  <a:pt x="786" y="189"/>
                  <a:pt x="786" y="190"/>
                  <a:pt x="785" y="190"/>
                </a:cubicBezTo>
                <a:cubicBezTo>
                  <a:pt x="785" y="190"/>
                  <a:pt x="785" y="190"/>
                  <a:pt x="784" y="190"/>
                </a:cubicBezTo>
                <a:cubicBezTo>
                  <a:pt x="784" y="190"/>
                  <a:pt x="784" y="190"/>
                  <a:pt x="783" y="190"/>
                </a:cubicBezTo>
                <a:cubicBezTo>
                  <a:pt x="783" y="190"/>
                  <a:pt x="783" y="190"/>
                  <a:pt x="783" y="191"/>
                </a:cubicBezTo>
                <a:cubicBezTo>
                  <a:pt x="782" y="191"/>
                  <a:pt x="782" y="191"/>
                  <a:pt x="782" y="191"/>
                </a:cubicBezTo>
                <a:cubicBezTo>
                  <a:pt x="782" y="192"/>
                  <a:pt x="782" y="192"/>
                  <a:pt x="782" y="192"/>
                </a:cubicBezTo>
                <a:cubicBezTo>
                  <a:pt x="782" y="193"/>
                  <a:pt x="782" y="193"/>
                  <a:pt x="782" y="193"/>
                </a:cubicBezTo>
                <a:cubicBezTo>
                  <a:pt x="782" y="194"/>
                  <a:pt x="782" y="194"/>
                  <a:pt x="782" y="194"/>
                </a:cubicBezTo>
                <a:cubicBezTo>
                  <a:pt x="782" y="194"/>
                  <a:pt x="781" y="194"/>
                  <a:pt x="781" y="194"/>
                </a:cubicBezTo>
                <a:cubicBezTo>
                  <a:pt x="781" y="195"/>
                  <a:pt x="780" y="195"/>
                  <a:pt x="780" y="195"/>
                </a:cubicBezTo>
                <a:cubicBezTo>
                  <a:pt x="780" y="196"/>
                  <a:pt x="781" y="196"/>
                  <a:pt x="781" y="196"/>
                </a:cubicBezTo>
                <a:cubicBezTo>
                  <a:pt x="781" y="197"/>
                  <a:pt x="781" y="197"/>
                  <a:pt x="781" y="198"/>
                </a:cubicBezTo>
                <a:cubicBezTo>
                  <a:pt x="781" y="198"/>
                  <a:pt x="781" y="199"/>
                  <a:pt x="781" y="199"/>
                </a:cubicBezTo>
                <a:cubicBezTo>
                  <a:pt x="781" y="199"/>
                  <a:pt x="780" y="199"/>
                  <a:pt x="780" y="199"/>
                </a:cubicBezTo>
                <a:cubicBezTo>
                  <a:pt x="780" y="199"/>
                  <a:pt x="780" y="200"/>
                  <a:pt x="780" y="200"/>
                </a:cubicBezTo>
                <a:cubicBezTo>
                  <a:pt x="780" y="202"/>
                  <a:pt x="780" y="202"/>
                  <a:pt x="780" y="202"/>
                </a:cubicBezTo>
                <a:cubicBezTo>
                  <a:pt x="782" y="202"/>
                  <a:pt x="782" y="202"/>
                  <a:pt x="782" y="202"/>
                </a:cubicBezTo>
                <a:cubicBezTo>
                  <a:pt x="783" y="202"/>
                  <a:pt x="783" y="202"/>
                  <a:pt x="783" y="202"/>
                </a:cubicBezTo>
                <a:cubicBezTo>
                  <a:pt x="784" y="202"/>
                  <a:pt x="784" y="202"/>
                  <a:pt x="784" y="202"/>
                </a:cubicBezTo>
                <a:cubicBezTo>
                  <a:pt x="785" y="202"/>
                  <a:pt x="784" y="203"/>
                  <a:pt x="785" y="203"/>
                </a:cubicBezTo>
                <a:cubicBezTo>
                  <a:pt x="784" y="204"/>
                  <a:pt x="784" y="204"/>
                  <a:pt x="784" y="204"/>
                </a:cubicBezTo>
                <a:cubicBezTo>
                  <a:pt x="784" y="205"/>
                  <a:pt x="783" y="204"/>
                  <a:pt x="783" y="205"/>
                </a:cubicBezTo>
                <a:cubicBezTo>
                  <a:pt x="783" y="205"/>
                  <a:pt x="783" y="205"/>
                  <a:pt x="783" y="206"/>
                </a:cubicBezTo>
                <a:cubicBezTo>
                  <a:pt x="783" y="206"/>
                  <a:pt x="783" y="206"/>
                  <a:pt x="783" y="207"/>
                </a:cubicBezTo>
                <a:cubicBezTo>
                  <a:pt x="783" y="207"/>
                  <a:pt x="782" y="207"/>
                  <a:pt x="782" y="207"/>
                </a:cubicBezTo>
                <a:cubicBezTo>
                  <a:pt x="782" y="207"/>
                  <a:pt x="782" y="208"/>
                  <a:pt x="782" y="208"/>
                </a:cubicBezTo>
                <a:cubicBezTo>
                  <a:pt x="782" y="208"/>
                  <a:pt x="782" y="209"/>
                  <a:pt x="782" y="209"/>
                </a:cubicBezTo>
                <a:cubicBezTo>
                  <a:pt x="783" y="209"/>
                  <a:pt x="784" y="209"/>
                  <a:pt x="786" y="209"/>
                </a:cubicBezTo>
                <a:cubicBezTo>
                  <a:pt x="786" y="210"/>
                  <a:pt x="786" y="211"/>
                  <a:pt x="785" y="212"/>
                </a:cubicBezTo>
                <a:cubicBezTo>
                  <a:pt x="785" y="212"/>
                  <a:pt x="785" y="212"/>
                  <a:pt x="784" y="212"/>
                </a:cubicBezTo>
                <a:cubicBezTo>
                  <a:pt x="784" y="213"/>
                  <a:pt x="784" y="213"/>
                  <a:pt x="784" y="213"/>
                </a:cubicBezTo>
                <a:cubicBezTo>
                  <a:pt x="784" y="214"/>
                  <a:pt x="784" y="214"/>
                  <a:pt x="784" y="214"/>
                </a:cubicBezTo>
                <a:cubicBezTo>
                  <a:pt x="784" y="214"/>
                  <a:pt x="784" y="215"/>
                  <a:pt x="784" y="215"/>
                </a:cubicBezTo>
                <a:cubicBezTo>
                  <a:pt x="785" y="215"/>
                  <a:pt x="786" y="215"/>
                  <a:pt x="786" y="215"/>
                </a:cubicBezTo>
                <a:cubicBezTo>
                  <a:pt x="787" y="215"/>
                  <a:pt x="787" y="215"/>
                  <a:pt x="787" y="215"/>
                </a:cubicBezTo>
                <a:cubicBezTo>
                  <a:pt x="788" y="215"/>
                  <a:pt x="788" y="216"/>
                  <a:pt x="788" y="216"/>
                </a:cubicBezTo>
                <a:cubicBezTo>
                  <a:pt x="789" y="216"/>
                  <a:pt x="789" y="216"/>
                  <a:pt x="789" y="217"/>
                </a:cubicBezTo>
                <a:cubicBezTo>
                  <a:pt x="791" y="216"/>
                  <a:pt x="791" y="216"/>
                  <a:pt x="791" y="216"/>
                </a:cubicBezTo>
                <a:cubicBezTo>
                  <a:pt x="791" y="216"/>
                  <a:pt x="792" y="216"/>
                  <a:pt x="792" y="217"/>
                </a:cubicBezTo>
                <a:cubicBezTo>
                  <a:pt x="793" y="217"/>
                  <a:pt x="793" y="217"/>
                  <a:pt x="793" y="217"/>
                </a:cubicBezTo>
                <a:cubicBezTo>
                  <a:pt x="794" y="217"/>
                  <a:pt x="795" y="217"/>
                  <a:pt x="796" y="216"/>
                </a:cubicBezTo>
                <a:cubicBezTo>
                  <a:pt x="796" y="216"/>
                  <a:pt x="796" y="216"/>
                  <a:pt x="796" y="215"/>
                </a:cubicBezTo>
                <a:cubicBezTo>
                  <a:pt x="797" y="215"/>
                  <a:pt x="797" y="215"/>
                  <a:pt x="797" y="215"/>
                </a:cubicBezTo>
                <a:cubicBezTo>
                  <a:pt x="798" y="215"/>
                  <a:pt x="798" y="215"/>
                  <a:pt x="798" y="215"/>
                </a:cubicBezTo>
                <a:cubicBezTo>
                  <a:pt x="799" y="215"/>
                  <a:pt x="799" y="215"/>
                  <a:pt x="799" y="214"/>
                </a:cubicBezTo>
                <a:cubicBezTo>
                  <a:pt x="800" y="214"/>
                  <a:pt x="800" y="214"/>
                  <a:pt x="800" y="213"/>
                </a:cubicBezTo>
                <a:cubicBezTo>
                  <a:pt x="800" y="213"/>
                  <a:pt x="800" y="213"/>
                  <a:pt x="801" y="212"/>
                </a:cubicBezTo>
                <a:cubicBezTo>
                  <a:pt x="801" y="212"/>
                  <a:pt x="802" y="211"/>
                  <a:pt x="802" y="211"/>
                </a:cubicBezTo>
                <a:cubicBezTo>
                  <a:pt x="802" y="210"/>
                  <a:pt x="802" y="210"/>
                  <a:pt x="803" y="210"/>
                </a:cubicBezTo>
                <a:cubicBezTo>
                  <a:pt x="803" y="210"/>
                  <a:pt x="804" y="209"/>
                  <a:pt x="804" y="209"/>
                </a:cubicBezTo>
                <a:cubicBezTo>
                  <a:pt x="804" y="209"/>
                  <a:pt x="804" y="210"/>
                  <a:pt x="805" y="210"/>
                </a:cubicBezTo>
                <a:cubicBezTo>
                  <a:pt x="805" y="210"/>
                  <a:pt x="805" y="209"/>
                  <a:pt x="806" y="209"/>
                </a:cubicBezTo>
                <a:cubicBezTo>
                  <a:pt x="806" y="207"/>
                  <a:pt x="806" y="207"/>
                  <a:pt x="806" y="207"/>
                </a:cubicBezTo>
                <a:cubicBezTo>
                  <a:pt x="806" y="207"/>
                  <a:pt x="806" y="207"/>
                  <a:pt x="807" y="207"/>
                </a:cubicBezTo>
                <a:cubicBezTo>
                  <a:pt x="807" y="207"/>
                  <a:pt x="807" y="208"/>
                  <a:pt x="808" y="208"/>
                </a:cubicBezTo>
                <a:cubicBezTo>
                  <a:pt x="808" y="208"/>
                  <a:pt x="808" y="208"/>
                  <a:pt x="808" y="209"/>
                </a:cubicBezTo>
                <a:cubicBezTo>
                  <a:pt x="808" y="209"/>
                  <a:pt x="808" y="209"/>
                  <a:pt x="808" y="210"/>
                </a:cubicBezTo>
                <a:cubicBezTo>
                  <a:pt x="808" y="210"/>
                  <a:pt x="809" y="210"/>
                  <a:pt x="809" y="210"/>
                </a:cubicBezTo>
                <a:cubicBezTo>
                  <a:pt x="809" y="211"/>
                  <a:pt x="809" y="212"/>
                  <a:pt x="809" y="212"/>
                </a:cubicBezTo>
                <a:cubicBezTo>
                  <a:pt x="809" y="213"/>
                  <a:pt x="809" y="213"/>
                  <a:pt x="809" y="213"/>
                </a:cubicBezTo>
                <a:cubicBezTo>
                  <a:pt x="809" y="214"/>
                  <a:pt x="810" y="214"/>
                  <a:pt x="810" y="214"/>
                </a:cubicBezTo>
                <a:cubicBezTo>
                  <a:pt x="811" y="215"/>
                  <a:pt x="811" y="215"/>
                  <a:pt x="811" y="216"/>
                </a:cubicBezTo>
                <a:cubicBezTo>
                  <a:pt x="811" y="216"/>
                  <a:pt x="811" y="216"/>
                  <a:pt x="811" y="216"/>
                </a:cubicBezTo>
                <a:cubicBezTo>
                  <a:pt x="811" y="217"/>
                  <a:pt x="810" y="216"/>
                  <a:pt x="810" y="217"/>
                </a:cubicBezTo>
                <a:cubicBezTo>
                  <a:pt x="810" y="217"/>
                  <a:pt x="810" y="218"/>
                  <a:pt x="810" y="218"/>
                </a:cubicBezTo>
                <a:cubicBezTo>
                  <a:pt x="811" y="219"/>
                  <a:pt x="811" y="219"/>
                  <a:pt x="812" y="220"/>
                </a:cubicBezTo>
                <a:cubicBezTo>
                  <a:pt x="812" y="220"/>
                  <a:pt x="812" y="220"/>
                  <a:pt x="813" y="220"/>
                </a:cubicBezTo>
                <a:cubicBezTo>
                  <a:pt x="813" y="220"/>
                  <a:pt x="813" y="221"/>
                  <a:pt x="813" y="221"/>
                </a:cubicBezTo>
                <a:cubicBezTo>
                  <a:pt x="813" y="221"/>
                  <a:pt x="814" y="222"/>
                  <a:pt x="814" y="222"/>
                </a:cubicBezTo>
                <a:cubicBezTo>
                  <a:pt x="814" y="223"/>
                  <a:pt x="814" y="223"/>
                  <a:pt x="814" y="223"/>
                </a:cubicBezTo>
                <a:cubicBezTo>
                  <a:pt x="814" y="224"/>
                  <a:pt x="814" y="224"/>
                  <a:pt x="814" y="224"/>
                </a:cubicBezTo>
                <a:cubicBezTo>
                  <a:pt x="814" y="225"/>
                  <a:pt x="814" y="225"/>
                  <a:pt x="815" y="226"/>
                </a:cubicBezTo>
                <a:cubicBezTo>
                  <a:pt x="815" y="226"/>
                  <a:pt x="815" y="226"/>
                  <a:pt x="816" y="226"/>
                </a:cubicBezTo>
                <a:cubicBezTo>
                  <a:pt x="816" y="227"/>
                  <a:pt x="816" y="227"/>
                  <a:pt x="817" y="227"/>
                </a:cubicBezTo>
                <a:cubicBezTo>
                  <a:pt x="817" y="228"/>
                  <a:pt x="817" y="228"/>
                  <a:pt x="818" y="228"/>
                </a:cubicBezTo>
                <a:cubicBezTo>
                  <a:pt x="818" y="228"/>
                  <a:pt x="818" y="229"/>
                  <a:pt x="818" y="229"/>
                </a:cubicBezTo>
                <a:cubicBezTo>
                  <a:pt x="818" y="229"/>
                  <a:pt x="818" y="230"/>
                  <a:pt x="818" y="230"/>
                </a:cubicBezTo>
                <a:cubicBezTo>
                  <a:pt x="817" y="231"/>
                  <a:pt x="817" y="231"/>
                  <a:pt x="817" y="231"/>
                </a:cubicBezTo>
                <a:cubicBezTo>
                  <a:pt x="817" y="232"/>
                  <a:pt x="817" y="232"/>
                  <a:pt x="817" y="232"/>
                </a:cubicBezTo>
                <a:cubicBezTo>
                  <a:pt x="817" y="232"/>
                  <a:pt x="817" y="232"/>
                  <a:pt x="817" y="233"/>
                </a:cubicBezTo>
                <a:cubicBezTo>
                  <a:pt x="817" y="233"/>
                  <a:pt x="817" y="233"/>
                  <a:pt x="817" y="234"/>
                </a:cubicBezTo>
                <a:cubicBezTo>
                  <a:pt x="824" y="234"/>
                  <a:pt x="824" y="234"/>
                  <a:pt x="824" y="234"/>
                </a:cubicBezTo>
                <a:cubicBezTo>
                  <a:pt x="824" y="233"/>
                  <a:pt x="824" y="233"/>
                  <a:pt x="824" y="232"/>
                </a:cubicBezTo>
                <a:cubicBezTo>
                  <a:pt x="824" y="232"/>
                  <a:pt x="824" y="232"/>
                  <a:pt x="824" y="231"/>
                </a:cubicBezTo>
                <a:cubicBezTo>
                  <a:pt x="824" y="231"/>
                  <a:pt x="825" y="231"/>
                  <a:pt x="825" y="230"/>
                </a:cubicBezTo>
                <a:cubicBezTo>
                  <a:pt x="825" y="230"/>
                  <a:pt x="825" y="230"/>
                  <a:pt x="826" y="230"/>
                </a:cubicBezTo>
                <a:cubicBezTo>
                  <a:pt x="826" y="229"/>
                  <a:pt x="826" y="230"/>
                  <a:pt x="827" y="230"/>
                </a:cubicBezTo>
                <a:cubicBezTo>
                  <a:pt x="828" y="230"/>
                  <a:pt x="828" y="230"/>
                  <a:pt x="828" y="230"/>
                </a:cubicBezTo>
                <a:cubicBezTo>
                  <a:pt x="828" y="230"/>
                  <a:pt x="828" y="230"/>
                  <a:pt x="829" y="230"/>
                </a:cubicBezTo>
                <a:cubicBezTo>
                  <a:pt x="829" y="230"/>
                  <a:pt x="829" y="230"/>
                  <a:pt x="830" y="230"/>
                </a:cubicBezTo>
                <a:cubicBezTo>
                  <a:pt x="830" y="230"/>
                  <a:pt x="830" y="230"/>
                  <a:pt x="831" y="230"/>
                </a:cubicBezTo>
                <a:cubicBezTo>
                  <a:pt x="831" y="230"/>
                  <a:pt x="831" y="229"/>
                  <a:pt x="831" y="229"/>
                </a:cubicBezTo>
                <a:cubicBezTo>
                  <a:pt x="832" y="228"/>
                  <a:pt x="833" y="229"/>
                  <a:pt x="833" y="229"/>
                </a:cubicBezTo>
                <a:cubicBezTo>
                  <a:pt x="833" y="226"/>
                  <a:pt x="833" y="226"/>
                  <a:pt x="833" y="226"/>
                </a:cubicBezTo>
                <a:cubicBezTo>
                  <a:pt x="837" y="226"/>
                  <a:pt x="837" y="226"/>
                  <a:pt x="837" y="226"/>
                </a:cubicBezTo>
                <a:cubicBezTo>
                  <a:pt x="837" y="225"/>
                  <a:pt x="837" y="225"/>
                  <a:pt x="837" y="225"/>
                </a:cubicBezTo>
                <a:cubicBezTo>
                  <a:pt x="837" y="224"/>
                  <a:pt x="837" y="224"/>
                  <a:pt x="837" y="223"/>
                </a:cubicBezTo>
                <a:cubicBezTo>
                  <a:pt x="835" y="223"/>
                  <a:pt x="835" y="223"/>
                  <a:pt x="835" y="223"/>
                </a:cubicBezTo>
                <a:cubicBezTo>
                  <a:pt x="835" y="223"/>
                  <a:pt x="835" y="224"/>
                  <a:pt x="834" y="224"/>
                </a:cubicBezTo>
                <a:cubicBezTo>
                  <a:pt x="834" y="224"/>
                  <a:pt x="834" y="224"/>
                  <a:pt x="833" y="224"/>
                </a:cubicBezTo>
                <a:cubicBezTo>
                  <a:pt x="833" y="223"/>
                  <a:pt x="834" y="223"/>
                  <a:pt x="833" y="223"/>
                </a:cubicBezTo>
                <a:cubicBezTo>
                  <a:pt x="833" y="222"/>
                  <a:pt x="833" y="223"/>
                  <a:pt x="832" y="222"/>
                </a:cubicBezTo>
                <a:cubicBezTo>
                  <a:pt x="833" y="222"/>
                  <a:pt x="833" y="221"/>
                  <a:pt x="834" y="221"/>
                </a:cubicBezTo>
                <a:cubicBezTo>
                  <a:pt x="834" y="220"/>
                  <a:pt x="834" y="220"/>
                  <a:pt x="834" y="220"/>
                </a:cubicBezTo>
                <a:cubicBezTo>
                  <a:pt x="835" y="219"/>
                  <a:pt x="834" y="218"/>
                  <a:pt x="835" y="218"/>
                </a:cubicBezTo>
                <a:cubicBezTo>
                  <a:pt x="835" y="217"/>
                  <a:pt x="835" y="217"/>
                  <a:pt x="835" y="216"/>
                </a:cubicBezTo>
                <a:cubicBezTo>
                  <a:pt x="835" y="215"/>
                  <a:pt x="835" y="215"/>
                  <a:pt x="835" y="215"/>
                </a:cubicBezTo>
                <a:cubicBezTo>
                  <a:pt x="835" y="215"/>
                  <a:pt x="835" y="214"/>
                  <a:pt x="835" y="214"/>
                </a:cubicBezTo>
                <a:cubicBezTo>
                  <a:pt x="835" y="214"/>
                  <a:pt x="836" y="214"/>
                  <a:pt x="836" y="213"/>
                </a:cubicBezTo>
                <a:cubicBezTo>
                  <a:pt x="837" y="213"/>
                  <a:pt x="837" y="213"/>
                  <a:pt x="837" y="212"/>
                </a:cubicBezTo>
                <a:cubicBezTo>
                  <a:pt x="837" y="212"/>
                  <a:pt x="838" y="212"/>
                  <a:pt x="838" y="212"/>
                </a:cubicBezTo>
                <a:cubicBezTo>
                  <a:pt x="838" y="212"/>
                  <a:pt x="839" y="212"/>
                  <a:pt x="839" y="212"/>
                </a:cubicBezTo>
                <a:cubicBezTo>
                  <a:pt x="839" y="211"/>
                  <a:pt x="840" y="211"/>
                  <a:pt x="840" y="211"/>
                </a:cubicBezTo>
                <a:cubicBezTo>
                  <a:pt x="840" y="211"/>
                  <a:pt x="841" y="211"/>
                  <a:pt x="841" y="211"/>
                </a:cubicBezTo>
                <a:cubicBezTo>
                  <a:pt x="841" y="211"/>
                  <a:pt x="841" y="211"/>
                  <a:pt x="841" y="210"/>
                </a:cubicBezTo>
                <a:cubicBezTo>
                  <a:pt x="842" y="210"/>
                  <a:pt x="841" y="210"/>
                  <a:pt x="841" y="209"/>
                </a:cubicBezTo>
                <a:cubicBezTo>
                  <a:pt x="842" y="209"/>
                  <a:pt x="842" y="209"/>
                  <a:pt x="842" y="208"/>
                </a:cubicBezTo>
                <a:cubicBezTo>
                  <a:pt x="842" y="208"/>
                  <a:pt x="843" y="208"/>
                  <a:pt x="843" y="208"/>
                </a:cubicBezTo>
                <a:cubicBezTo>
                  <a:pt x="843" y="207"/>
                  <a:pt x="844" y="207"/>
                  <a:pt x="844" y="207"/>
                </a:cubicBezTo>
                <a:cubicBezTo>
                  <a:pt x="844" y="207"/>
                  <a:pt x="844" y="207"/>
                  <a:pt x="844" y="206"/>
                </a:cubicBezTo>
                <a:cubicBezTo>
                  <a:pt x="844" y="205"/>
                  <a:pt x="844" y="205"/>
                  <a:pt x="844" y="205"/>
                </a:cubicBezTo>
                <a:cubicBezTo>
                  <a:pt x="844" y="205"/>
                  <a:pt x="844" y="204"/>
                  <a:pt x="844" y="204"/>
                </a:cubicBezTo>
                <a:cubicBezTo>
                  <a:pt x="843" y="204"/>
                  <a:pt x="843" y="204"/>
                  <a:pt x="842" y="204"/>
                </a:cubicBezTo>
                <a:cubicBezTo>
                  <a:pt x="841" y="204"/>
                  <a:pt x="841" y="204"/>
                  <a:pt x="840" y="204"/>
                </a:cubicBezTo>
                <a:cubicBezTo>
                  <a:pt x="840" y="204"/>
                  <a:pt x="839" y="204"/>
                  <a:pt x="839" y="204"/>
                </a:cubicBezTo>
                <a:cubicBezTo>
                  <a:pt x="839" y="203"/>
                  <a:pt x="839" y="202"/>
                  <a:pt x="839" y="201"/>
                </a:cubicBezTo>
                <a:cubicBezTo>
                  <a:pt x="839" y="200"/>
                  <a:pt x="839" y="200"/>
                  <a:pt x="838" y="200"/>
                </a:cubicBezTo>
                <a:cubicBezTo>
                  <a:pt x="838" y="200"/>
                  <a:pt x="837" y="200"/>
                  <a:pt x="837" y="200"/>
                </a:cubicBezTo>
                <a:cubicBezTo>
                  <a:pt x="837" y="200"/>
                  <a:pt x="837" y="200"/>
                  <a:pt x="836" y="199"/>
                </a:cubicBezTo>
                <a:cubicBezTo>
                  <a:pt x="836" y="199"/>
                  <a:pt x="836" y="199"/>
                  <a:pt x="836" y="198"/>
                </a:cubicBezTo>
                <a:cubicBezTo>
                  <a:pt x="836" y="191"/>
                  <a:pt x="836" y="191"/>
                  <a:pt x="836" y="191"/>
                </a:cubicBezTo>
                <a:cubicBezTo>
                  <a:pt x="837" y="191"/>
                  <a:pt x="837" y="190"/>
                  <a:pt x="837" y="190"/>
                </a:cubicBezTo>
                <a:cubicBezTo>
                  <a:pt x="838" y="190"/>
                  <a:pt x="838" y="189"/>
                  <a:pt x="838" y="189"/>
                </a:cubicBezTo>
                <a:cubicBezTo>
                  <a:pt x="838" y="189"/>
                  <a:pt x="839" y="189"/>
                  <a:pt x="839" y="188"/>
                </a:cubicBezTo>
                <a:cubicBezTo>
                  <a:pt x="839" y="188"/>
                  <a:pt x="839" y="188"/>
                  <a:pt x="839" y="187"/>
                </a:cubicBezTo>
                <a:cubicBezTo>
                  <a:pt x="839" y="187"/>
                  <a:pt x="839" y="186"/>
                  <a:pt x="840" y="185"/>
                </a:cubicBezTo>
                <a:cubicBezTo>
                  <a:pt x="840" y="185"/>
                  <a:pt x="840" y="185"/>
                  <a:pt x="840" y="184"/>
                </a:cubicBezTo>
                <a:cubicBezTo>
                  <a:pt x="841" y="184"/>
                  <a:pt x="841" y="184"/>
                  <a:pt x="841" y="184"/>
                </a:cubicBezTo>
                <a:cubicBezTo>
                  <a:pt x="841" y="184"/>
                  <a:pt x="842" y="184"/>
                  <a:pt x="842" y="184"/>
                </a:cubicBezTo>
                <a:cubicBezTo>
                  <a:pt x="843" y="184"/>
                  <a:pt x="843" y="183"/>
                  <a:pt x="844" y="183"/>
                </a:cubicBezTo>
                <a:cubicBezTo>
                  <a:pt x="844" y="183"/>
                  <a:pt x="844" y="182"/>
                  <a:pt x="845" y="182"/>
                </a:cubicBezTo>
                <a:cubicBezTo>
                  <a:pt x="845" y="182"/>
                  <a:pt x="845" y="182"/>
                  <a:pt x="846" y="181"/>
                </a:cubicBezTo>
                <a:cubicBezTo>
                  <a:pt x="846" y="181"/>
                  <a:pt x="846" y="181"/>
                  <a:pt x="846" y="180"/>
                </a:cubicBezTo>
                <a:cubicBezTo>
                  <a:pt x="847" y="180"/>
                  <a:pt x="847" y="180"/>
                  <a:pt x="848" y="180"/>
                </a:cubicBezTo>
                <a:cubicBezTo>
                  <a:pt x="848" y="180"/>
                  <a:pt x="849" y="180"/>
                  <a:pt x="849" y="180"/>
                </a:cubicBezTo>
                <a:cubicBezTo>
                  <a:pt x="850" y="180"/>
                  <a:pt x="850" y="179"/>
                  <a:pt x="850" y="179"/>
                </a:cubicBezTo>
                <a:cubicBezTo>
                  <a:pt x="850" y="179"/>
                  <a:pt x="851" y="179"/>
                  <a:pt x="851" y="178"/>
                </a:cubicBezTo>
                <a:cubicBezTo>
                  <a:pt x="851" y="178"/>
                  <a:pt x="851" y="178"/>
                  <a:pt x="851" y="178"/>
                </a:cubicBezTo>
                <a:cubicBezTo>
                  <a:pt x="851" y="177"/>
                  <a:pt x="851" y="177"/>
                  <a:pt x="852" y="177"/>
                </a:cubicBezTo>
                <a:cubicBezTo>
                  <a:pt x="852" y="176"/>
                  <a:pt x="852" y="176"/>
                  <a:pt x="853" y="176"/>
                </a:cubicBezTo>
                <a:cubicBezTo>
                  <a:pt x="853" y="176"/>
                  <a:pt x="853" y="176"/>
                  <a:pt x="853" y="176"/>
                </a:cubicBezTo>
                <a:cubicBezTo>
                  <a:pt x="854" y="176"/>
                  <a:pt x="854" y="176"/>
                  <a:pt x="854" y="176"/>
                </a:cubicBezTo>
                <a:cubicBezTo>
                  <a:pt x="855" y="176"/>
                  <a:pt x="855" y="176"/>
                  <a:pt x="855" y="176"/>
                </a:cubicBezTo>
                <a:cubicBezTo>
                  <a:pt x="856" y="176"/>
                  <a:pt x="856" y="175"/>
                  <a:pt x="856" y="174"/>
                </a:cubicBezTo>
                <a:cubicBezTo>
                  <a:pt x="856" y="174"/>
                  <a:pt x="856" y="173"/>
                  <a:pt x="855" y="173"/>
                </a:cubicBezTo>
                <a:cubicBezTo>
                  <a:pt x="855" y="173"/>
                  <a:pt x="855" y="173"/>
                  <a:pt x="854" y="172"/>
                </a:cubicBezTo>
                <a:cubicBezTo>
                  <a:pt x="854" y="172"/>
                  <a:pt x="854" y="172"/>
                  <a:pt x="854" y="171"/>
                </a:cubicBezTo>
                <a:cubicBezTo>
                  <a:pt x="854" y="170"/>
                  <a:pt x="854" y="169"/>
                  <a:pt x="855" y="169"/>
                </a:cubicBezTo>
                <a:cubicBezTo>
                  <a:pt x="855" y="168"/>
                  <a:pt x="855" y="168"/>
                  <a:pt x="856" y="168"/>
                </a:cubicBezTo>
                <a:cubicBezTo>
                  <a:pt x="856" y="167"/>
                  <a:pt x="856" y="168"/>
                  <a:pt x="857" y="168"/>
                </a:cubicBezTo>
                <a:cubicBezTo>
                  <a:pt x="857" y="167"/>
                  <a:pt x="857" y="167"/>
                  <a:pt x="858" y="167"/>
                </a:cubicBezTo>
                <a:cubicBezTo>
                  <a:pt x="858" y="167"/>
                  <a:pt x="858" y="166"/>
                  <a:pt x="858" y="166"/>
                </a:cubicBezTo>
                <a:cubicBezTo>
                  <a:pt x="859" y="165"/>
                  <a:pt x="859" y="164"/>
                  <a:pt x="859" y="164"/>
                </a:cubicBezTo>
                <a:cubicBezTo>
                  <a:pt x="859" y="163"/>
                  <a:pt x="859" y="163"/>
                  <a:pt x="859" y="163"/>
                </a:cubicBezTo>
                <a:cubicBezTo>
                  <a:pt x="860" y="162"/>
                  <a:pt x="861" y="163"/>
                  <a:pt x="861" y="163"/>
                </a:cubicBezTo>
                <a:cubicBezTo>
                  <a:pt x="862" y="163"/>
                  <a:pt x="862" y="163"/>
                  <a:pt x="863" y="163"/>
                </a:cubicBezTo>
                <a:cubicBezTo>
                  <a:pt x="863" y="163"/>
                  <a:pt x="864" y="163"/>
                  <a:pt x="864" y="163"/>
                </a:cubicBezTo>
                <a:cubicBezTo>
                  <a:pt x="864" y="163"/>
                  <a:pt x="864" y="164"/>
                  <a:pt x="865" y="164"/>
                </a:cubicBezTo>
                <a:cubicBezTo>
                  <a:pt x="865" y="164"/>
                  <a:pt x="866" y="165"/>
                  <a:pt x="866" y="166"/>
                </a:cubicBezTo>
                <a:cubicBezTo>
                  <a:pt x="867" y="166"/>
                  <a:pt x="867" y="166"/>
                  <a:pt x="867" y="165"/>
                </a:cubicBezTo>
                <a:cubicBezTo>
                  <a:pt x="868" y="165"/>
                  <a:pt x="867" y="165"/>
                  <a:pt x="868" y="165"/>
                </a:cubicBezTo>
                <a:cubicBezTo>
                  <a:pt x="868" y="164"/>
                  <a:pt x="868" y="164"/>
                  <a:pt x="869" y="164"/>
                </a:cubicBezTo>
                <a:cubicBezTo>
                  <a:pt x="869" y="164"/>
                  <a:pt x="869" y="165"/>
                  <a:pt x="870" y="165"/>
                </a:cubicBezTo>
                <a:cubicBezTo>
                  <a:pt x="870" y="165"/>
                  <a:pt x="871" y="165"/>
                  <a:pt x="871" y="166"/>
                </a:cubicBezTo>
                <a:cubicBezTo>
                  <a:pt x="871" y="166"/>
                  <a:pt x="871" y="166"/>
                  <a:pt x="871" y="167"/>
                </a:cubicBezTo>
                <a:cubicBezTo>
                  <a:pt x="871" y="167"/>
                  <a:pt x="872" y="167"/>
                  <a:pt x="872" y="168"/>
                </a:cubicBezTo>
                <a:cubicBezTo>
                  <a:pt x="872" y="171"/>
                  <a:pt x="872" y="171"/>
                  <a:pt x="872" y="171"/>
                </a:cubicBezTo>
                <a:cubicBezTo>
                  <a:pt x="869" y="171"/>
                  <a:pt x="869" y="171"/>
                  <a:pt x="869" y="171"/>
                </a:cubicBezTo>
                <a:cubicBezTo>
                  <a:pt x="869" y="172"/>
                  <a:pt x="869" y="172"/>
                  <a:pt x="869" y="173"/>
                </a:cubicBezTo>
                <a:cubicBezTo>
                  <a:pt x="869" y="174"/>
                  <a:pt x="869" y="174"/>
                  <a:pt x="869" y="174"/>
                </a:cubicBezTo>
                <a:cubicBezTo>
                  <a:pt x="869" y="175"/>
                  <a:pt x="868" y="176"/>
                  <a:pt x="868" y="176"/>
                </a:cubicBezTo>
                <a:cubicBezTo>
                  <a:pt x="868" y="177"/>
                  <a:pt x="867" y="177"/>
                  <a:pt x="867" y="177"/>
                </a:cubicBezTo>
                <a:cubicBezTo>
                  <a:pt x="866" y="177"/>
                  <a:pt x="866" y="178"/>
                  <a:pt x="866" y="178"/>
                </a:cubicBezTo>
                <a:cubicBezTo>
                  <a:pt x="864" y="178"/>
                  <a:pt x="864" y="177"/>
                  <a:pt x="863" y="177"/>
                </a:cubicBezTo>
                <a:cubicBezTo>
                  <a:pt x="862" y="177"/>
                  <a:pt x="862" y="178"/>
                  <a:pt x="862" y="178"/>
                </a:cubicBezTo>
                <a:cubicBezTo>
                  <a:pt x="862" y="178"/>
                  <a:pt x="861" y="178"/>
                  <a:pt x="861" y="178"/>
                </a:cubicBezTo>
                <a:cubicBezTo>
                  <a:pt x="861" y="178"/>
                  <a:pt x="861" y="179"/>
                  <a:pt x="861" y="179"/>
                </a:cubicBezTo>
                <a:cubicBezTo>
                  <a:pt x="860" y="180"/>
                  <a:pt x="860" y="180"/>
                  <a:pt x="860" y="180"/>
                </a:cubicBezTo>
                <a:cubicBezTo>
                  <a:pt x="860" y="180"/>
                  <a:pt x="860" y="181"/>
                  <a:pt x="860" y="181"/>
                </a:cubicBezTo>
                <a:cubicBezTo>
                  <a:pt x="859" y="181"/>
                  <a:pt x="859" y="181"/>
                  <a:pt x="859" y="182"/>
                </a:cubicBezTo>
                <a:cubicBezTo>
                  <a:pt x="858" y="182"/>
                  <a:pt x="858" y="182"/>
                  <a:pt x="858" y="182"/>
                </a:cubicBezTo>
                <a:cubicBezTo>
                  <a:pt x="857" y="183"/>
                  <a:pt x="858" y="183"/>
                  <a:pt x="857" y="183"/>
                </a:cubicBezTo>
                <a:cubicBezTo>
                  <a:pt x="857" y="184"/>
                  <a:pt x="857" y="184"/>
                  <a:pt x="856" y="184"/>
                </a:cubicBezTo>
                <a:cubicBezTo>
                  <a:pt x="856" y="184"/>
                  <a:pt x="855" y="185"/>
                  <a:pt x="855" y="186"/>
                </a:cubicBezTo>
                <a:cubicBezTo>
                  <a:pt x="855" y="187"/>
                  <a:pt x="855" y="188"/>
                  <a:pt x="855" y="189"/>
                </a:cubicBezTo>
                <a:cubicBezTo>
                  <a:pt x="855" y="189"/>
                  <a:pt x="855" y="190"/>
                  <a:pt x="855" y="190"/>
                </a:cubicBezTo>
                <a:cubicBezTo>
                  <a:pt x="855" y="191"/>
                  <a:pt x="854" y="191"/>
                  <a:pt x="854" y="192"/>
                </a:cubicBezTo>
                <a:cubicBezTo>
                  <a:pt x="854" y="193"/>
                  <a:pt x="854" y="194"/>
                  <a:pt x="854" y="195"/>
                </a:cubicBezTo>
                <a:cubicBezTo>
                  <a:pt x="854" y="196"/>
                  <a:pt x="854" y="196"/>
                  <a:pt x="854" y="196"/>
                </a:cubicBezTo>
                <a:cubicBezTo>
                  <a:pt x="854" y="196"/>
                  <a:pt x="855" y="197"/>
                  <a:pt x="855" y="197"/>
                </a:cubicBezTo>
                <a:cubicBezTo>
                  <a:pt x="855" y="198"/>
                  <a:pt x="855" y="198"/>
                  <a:pt x="855" y="199"/>
                </a:cubicBezTo>
                <a:cubicBezTo>
                  <a:pt x="856" y="199"/>
                  <a:pt x="856" y="199"/>
                  <a:pt x="857" y="199"/>
                </a:cubicBezTo>
                <a:cubicBezTo>
                  <a:pt x="858" y="199"/>
                  <a:pt x="858" y="200"/>
                  <a:pt x="859" y="200"/>
                </a:cubicBezTo>
                <a:cubicBezTo>
                  <a:pt x="859" y="200"/>
                  <a:pt x="859" y="201"/>
                  <a:pt x="860" y="201"/>
                </a:cubicBezTo>
                <a:cubicBezTo>
                  <a:pt x="860" y="201"/>
                  <a:pt x="860" y="202"/>
                  <a:pt x="860" y="202"/>
                </a:cubicBezTo>
                <a:cubicBezTo>
                  <a:pt x="861" y="202"/>
                  <a:pt x="861" y="202"/>
                  <a:pt x="862" y="203"/>
                </a:cubicBezTo>
                <a:cubicBezTo>
                  <a:pt x="863" y="203"/>
                  <a:pt x="863" y="203"/>
                  <a:pt x="863" y="203"/>
                </a:cubicBezTo>
                <a:cubicBezTo>
                  <a:pt x="864" y="204"/>
                  <a:pt x="864" y="204"/>
                  <a:pt x="866" y="204"/>
                </a:cubicBezTo>
                <a:cubicBezTo>
                  <a:pt x="866" y="204"/>
                  <a:pt x="866" y="204"/>
                  <a:pt x="866" y="204"/>
                </a:cubicBezTo>
                <a:cubicBezTo>
                  <a:pt x="866" y="204"/>
                  <a:pt x="867" y="204"/>
                  <a:pt x="867" y="204"/>
                </a:cubicBezTo>
                <a:cubicBezTo>
                  <a:pt x="868" y="203"/>
                  <a:pt x="869" y="202"/>
                  <a:pt x="870" y="202"/>
                </a:cubicBezTo>
                <a:cubicBezTo>
                  <a:pt x="871" y="202"/>
                  <a:pt x="872" y="203"/>
                  <a:pt x="873" y="203"/>
                </a:cubicBezTo>
                <a:cubicBezTo>
                  <a:pt x="873" y="203"/>
                  <a:pt x="874" y="203"/>
                  <a:pt x="874" y="203"/>
                </a:cubicBezTo>
                <a:cubicBezTo>
                  <a:pt x="874" y="203"/>
                  <a:pt x="875" y="203"/>
                  <a:pt x="875" y="203"/>
                </a:cubicBezTo>
                <a:cubicBezTo>
                  <a:pt x="875" y="203"/>
                  <a:pt x="876" y="203"/>
                  <a:pt x="876" y="202"/>
                </a:cubicBezTo>
                <a:cubicBezTo>
                  <a:pt x="876" y="202"/>
                  <a:pt x="876" y="202"/>
                  <a:pt x="876" y="201"/>
                </a:cubicBezTo>
                <a:cubicBezTo>
                  <a:pt x="876" y="201"/>
                  <a:pt x="877" y="201"/>
                  <a:pt x="877" y="201"/>
                </a:cubicBezTo>
                <a:cubicBezTo>
                  <a:pt x="885" y="201"/>
                  <a:pt x="885" y="201"/>
                  <a:pt x="885" y="201"/>
                </a:cubicBezTo>
                <a:cubicBezTo>
                  <a:pt x="885" y="201"/>
                  <a:pt x="885" y="200"/>
                  <a:pt x="886" y="200"/>
                </a:cubicBezTo>
                <a:cubicBezTo>
                  <a:pt x="886" y="200"/>
                  <a:pt x="886" y="200"/>
                  <a:pt x="887" y="200"/>
                </a:cubicBezTo>
                <a:cubicBezTo>
                  <a:pt x="887" y="200"/>
                  <a:pt x="887" y="200"/>
                  <a:pt x="887" y="200"/>
                </a:cubicBezTo>
                <a:cubicBezTo>
                  <a:pt x="888" y="200"/>
                  <a:pt x="888" y="201"/>
                  <a:pt x="888" y="201"/>
                </a:cubicBezTo>
                <a:cubicBezTo>
                  <a:pt x="888" y="201"/>
                  <a:pt x="888" y="202"/>
                  <a:pt x="888" y="202"/>
                </a:cubicBezTo>
                <a:cubicBezTo>
                  <a:pt x="889" y="202"/>
                  <a:pt x="889" y="202"/>
                  <a:pt x="889" y="202"/>
                </a:cubicBezTo>
                <a:cubicBezTo>
                  <a:pt x="894" y="202"/>
                  <a:pt x="894" y="202"/>
                  <a:pt x="894" y="202"/>
                </a:cubicBezTo>
                <a:cubicBezTo>
                  <a:pt x="895" y="203"/>
                  <a:pt x="895" y="203"/>
                  <a:pt x="895" y="203"/>
                </a:cubicBezTo>
                <a:cubicBezTo>
                  <a:pt x="894" y="204"/>
                  <a:pt x="894" y="204"/>
                  <a:pt x="894" y="204"/>
                </a:cubicBezTo>
                <a:cubicBezTo>
                  <a:pt x="893" y="204"/>
                  <a:pt x="892" y="204"/>
                  <a:pt x="892" y="204"/>
                </a:cubicBezTo>
                <a:cubicBezTo>
                  <a:pt x="891" y="204"/>
                  <a:pt x="890" y="204"/>
                  <a:pt x="889" y="204"/>
                </a:cubicBezTo>
                <a:cubicBezTo>
                  <a:pt x="889" y="204"/>
                  <a:pt x="889" y="204"/>
                  <a:pt x="888" y="204"/>
                </a:cubicBezTo>
                <a:cubicBezTo>
                  <a:pt x="888" y="205"/>
                  <a:pt x="888" y="205"/>
                  <a:pt x="887" y="205"/>
                </a:cubicBezTo>
                <a:cubicBezTo>
                  <a:pt x="887" y="205"/>
                  <a:pt x="887" y="206"/>
                  <a:pt x="887" y="206"/>
                </a:cubicBezTo>
                <a:cubicBezTo>
                  <a:pt x="886" y="206"/>
                  <a:pt x="886" y="206"/>
                  <a:pt x="886" y="207"/>
                </a:cubicBezTo>
                <a:cubicBezTo>
                  <a:pt x="885" y="207"/>
                  <a:pt x="885" y="207"/>
                  <a:pt x="885" y="208"/>
                </a:cubicBezTo>
                <a:cubicBezTo>
                  <a:pt x="885" y="208"/>
                  <a:pt x="885" y="208"/>
                  <a:pt x="884" y="208"/>
                </a:cubicBezTo>
                <a:cubicBezTo>
                  <a:pt x="884" y="209"/>
                  <a:pt x="884" y="209"/>
                  <a:pt x="884" y="209"/>
                </a:cubicBezTo>
                <a:cubicBezTo>
                  <a:pt x="883" y="210"/>
                  <a:pt x="883" y="209"/>
                  <a:pt x="883" y="209"/>
                </a:cubicBezTo>
                <a:cubicBezTo>
                  <a:pt x="882" y="209"/>
                  <a:pt x="882" y="209"/>
                  <a:pt x="881" y="209"/>
                </a:cubicBezTo>
                <a:cubicBezTo>
                  <a:pt x="880" y="209"/>
                  <a:pt x="880" y="209"/>
                  <a:pt x="880" y="208"/>
                </a:cubicBezTo>
                <a:cubicBezTo>
                  <a:pt x="879" y="208"/>
                  <a:pt x="879" y="207"/>
                  <a:pt x="879" y="207"/>
                </a:cubicBezTo>
                <a:cubicBezTo>
                  <a:pt x="878" y="207"/>
                  <a:pt x="877" y="208"/>
                  <a:pt x="876" y="208"/>
                </a:cubicBezTo>
                <a:cubicBezTo>
                  <a:pt x="875" y="208"/>
                  <a:pt x="875" y="208"/>
                  <a:pt x="874" y="208"/>
                </a:cubicBezTo>
                <a:cubicBezTo>
                  <a:pt x="874" y="208"/>
                  <a:pt x="873" y="208"/>
                  <a:pt x="872" y="208"/>
                </a:cubicBezTo>
                <a:cubicBezTo>
                  <a:pt x="872" y="208"/>
                  <a:pt x="872" y="208"/>
                  <a:pt x="871" y="208"/>
                </a:cubicBezTo>
                <a:cubicBezTo>
                  <a:pt x="871" y="208"/>
                  <a:pt x="871" y="208"/>
                  <a:pt x="870" y="208"/>
                </a:cubicBezTo>
                <a:cubicBezTo>
                  <a:pt x="870" y="209"/>
                  <a:pt x="870" y="209"/>
                  <a:pt x="870" y="209"/>
                </a:cubicBezTo>
                <a:cubicBezTo>
                  <a:pt x="869" y="209"/>
                  <a:pt x="869" y="209"/>
                  <a:pt x="869" y="209"/>
                </a:cubicBezTo>
                <a:cubicBezTo>
                  <a:pt x="868" y="209"/>
                  <a:pt x="868" y="208"/>
                  <a:pt x="868" y="208"/>
                </a:cubicBezTo>
                <a:cubicBezTo>
                  <a:pt x="867" y="208"/>
                  <a:pt x="867" y="209"/>
                  <a:pt x="867" y="209"/>
                </a:cubicBezTo>
                <a:cubicBezTo>
                  <a:pt x="866" y="209"/>
                  <a:pt x="866" y="209"/>
                  <a:pt x="866" y="209"/>
                </a:cubicBezTo>
                <a:cubicBezTo>
                  <a:pt x="866" y="210"/>
                  <a:pt x="866" y="210"/>
                  <a:pt x="866" y="210"/>
                </a:cubicBezTo>
                <a:cubicBezTo>
                  <a:pt x="866" y="211"/>
                  <a:pt x="865" y="211"/>
                  <a:pt x="865" y="211"/>
                </a:cubicBezTo>
                <a:cubicBezTo>
                  <a:pt x="865" y="212"/>
                  <a:pt x="865" y="212"/>
                  <a:pt x="865" y="212"/>
                </a:cubicBezTo>
                <a:cubicBezTo>
                  <a:pt x="864" y="212"/>
                  <a:pt x="864" y="212"/>
                  <a:pt x="864" y="212"/>
                </a:cubicBezTo>
                <a:cubicBezTo>
                  <a:pt x="863" y="212"/>
                  <a:pt x="863" y="212"/>
                  <a:pt x="863" y="212"/>
                </a:cubicBezTo>
                <a:cubicBezTo>
                  <a:pt x="862" y="212"/>
                  <a:pt x="862" y="212"/>
                  <a:pt x="862" y="211"/>
                </a:cubicBezTo>
                <a:cubicBezTo>
                  <a:pt x="861" y="211"/>
                  <a:pt x="862" y="210"/>
                  <a:pt x="862" y="210"/>
                </a:cubicBezTo>
                <a:cubicBezTo>
                  <a:pt x="861" y="210"/>
                  <a:pt x="861" y="210"/>
                  <a:pt x="861" y="210"/>
                </a:cubicBezTo>
                <a:cubicBezTo>
                  <a:pt x="860" y="210"/>
                  <a:pt x="860" y="210"/>
                  <a:pt x="860" y="210"/>
                </a:cubicBezTo>
                <a:cubicBezTo>
                  <a:pt x="859" y="210"/>
                  <a:pt x="859" y="211"/>
                  <a:pt x="859" y="211"/>
                </a:cubicBezTo>
                <a:cubicBezTo>
                  <a:pt x="859" y="211"/>
                  <a:pt x="859" y="211"/>
                  <a:pt x="859" y="212"/>
                </a:cubicBezTo>
                <a:cubicBezTo>
                  <a:pt x="859" y="212"/>
                  <a:pt x="859" y="212"/>
                  <a:pt x="860" y="212"/>
                </a:cubicBezTo>
                <a:cubicBezTo>
                  <a:pt x="860" y="213"/>
                  <a:pt x="860" y="212"/>
                  <a:pt x="861" y="212"/>
                </a:cubicBezTo>
                <a:cubicBezTo>
                  <a:pt x="861" y="213"/>
                  <a:pt x="861" y="213"/>
                  <a:pt x="861" y="213"/>
                </a:cubicBezTo>
                <a:cubicBezTo>
                  <a:pt x="861" y="213"/>
                  <a:pt x="860" y="213"/>
                  <a:pt x="860" y="213"/>
                </a:cubicBezTo>
                <a:cubicBezTo>
                  <a:pt x="858" y="213"/>
                  <a:pt x="858" y="214"/>
                  <a:pt x="857" y="214"/>
                </a:cubicBezTo>
                <a:cubicBezTo>
                  <a:pt x="856" y="214"/>
                  <a:pt x="856" y="215"/>
                  <a:pt x="856" y="215"/>
                </a:cubicBezTo>
                <a:cubicBezTo>
                  <a:pt x="856" y="215"/>
                  <a:pt x="856" y="215"/>
                  <a:pt x="856" y="216"/>
                </a:cubicBezTo>
                <a:cubicBezTo>
                  <a:pt x="856" y="216"/>
                  <a:pt x="857" y="217"/>
                  <a:pt x="857" y="217"/>
                </a:cubicBezTo>
                <a:cubicBezTo>
                  <a:pt x="858" y="217"/>
                  <a:pt x="858" y="217"/>
                  <a:pt x="858" y="217"/>
                </a:cubicBezTo>
                <a:cubicBezTo>
                  <a:pt x="859" y="217"/>
                  <a:pt x="859" y="217"/>
                  <a:pt x="859" y="217"/>
                </a:cubicBezTo>
                <a:cubicBezTo>
                  <a:pt x="860" y="217"/>
                  <a:pt x="860" y="217"/>
                  <a:pt x="861" y="217"/>
                </a:cubicBezTo>
                <a:cubicBezTo>
                  <a:pt x="861" y="217"/>
                  <a:pt x="862" y="217"/>
                  <a:pt x="862" y="217"/>
                </a:cubicBezTo>
                <a:cubicBezTo>
                  <a:pt x="863" y="217"/>
                  <a:pt x="863" y="216"/>
                  <a:pt x="864" y="215"/>
                </a:cubicBezTo>
                <a:cubicBezTo>
                  <a:pt x="864" y="215"/>
                  <a:pt x="864" y="214"/>
                  <a:pt x="865" y="214"/>
                </a:cubicBezTo>
                <a:cubicBezTo>
                  <a:pt x="865" y="214"/>
                  <a:pt x="866" y="215"/>
                  <a:pt x="866" y="215"/>
                </a:cubicBezTo>
                <a:cubicBezTo>
                  <a:pt x="867" y="215"/>
                  <a:pt x="867" y="215"/>
                  <a:pt x="867" y="215"/>
                </a:cubicBezTo>
                <a:cubicBezTo>
                  <a:pt x="868" y="216"/>
                  <a:pt x="868" y="216"/>
                  <a:pt x="868" y="216"/>
                </a:cubicBezTo>
                <a:cubicBezTo>
                  <a:pt x="868" y="216"/>
                  <a:pt x="868" y="217"/>
                  <a:pt x="868" y="217"/>
                </a:cubicBezTo>
                <a:cubicBezTo>
                  <a:pt x="868" y="217"/>
                  <a:pt x="868" y="218"/>
                  <a:pt x="868" y="218"/>
                </a:cubicBezTo>
                <a:cubicBezTo>
                  <a:pt x="869" y="218"/>
                  <a:pt x="869" y="218"/>
                  <a:pt x="869" y="218"/>
                </a:cubicBezTo>
                <a:cubicBezTo>
                  <a:pt x="870" y="219"/>
                  <a:pt x="870" y="219"/>
                  <a:pt x="870" y="219"/>
                </a:cubicBezTo>
                <a:cubicBezTo>
                  <a:pt x="871" y="219"/>
                  <a:pt x="871" y="219"/>
                  <a:pt x="871" y="220"/>
                </a:cubicBezTo>
                <a:cubicBezTo>
                  <a:pt x="871" y="220"/>
                  <a:pt x="871" y="220"/>
                  <a:pt x="871" y="221"/>
                </a:cubicBezTo>
                <a:cubicBezTo>
                  <a:pt x="870" y="221"/>
                  <a:pt x="869" y="221"/>
                  <a:pt x="868" y="222"/>
                </a:cubicBezTo>
                <a:cubicBezTo>
                  <a:pt x="868" y="222"/>
                  <a:pt x="867" y="222"/>
                  <a:pt x="867" y="222"/>
                </a:cubicBezTo>
                <a:cubicBezTo>
                  <a:pt x="867" y="222"/>
                  <a:pt x="867" y="223"/>
                  <a:pt x="867" y="223"/>
                </a:cubicBezTo>
                <a:cubicBezTo>
                  <a:pt x="867" y="224"/>
                  <a:pt x="867" y="224"/>
                  <a:pt x="867" y="225"/>
                </a:cubicBezTo>
                <a:cubicBezTo>
                  <a:pt x="865" y="225"/>
                  <a:pt x="865" y="225"/>
                  <a:pt x="865" y="225"/>
                </a:cubicBezTo>
                <a:cubicBezTo>
                  <a:pt x="865" y="225"/>
                  <a:pt x="864" y="225"/>
                  <a:pt x="864" y="225"/>
                </a:cubicBezTo>
                <a:cubicBezTo>
                  <a:pt x="864" y="224"/>
                  <a:pt x="863" y="224"/>
                  <a:pt x="863" y="224"/>
                </a:cubicBezTo>
                <a:cubicBezTo>
                  <a:pt x="863" y="224"/>
                  <a:pt x="863" y="224"/>
                  <a:pt x="862" y="223"/>
                </a:cubicBezTo>
                <a:cubicBezTo>
                  <a:pt x="862" y="223"/>
                  <a:pt x="863" y="223"/>
                  <a:pt x="862" y="222"/>
                </a:cubicBezTo>
                <a:cubicBezTo>
                  <a:pt x="862" y="222"/>
                  <a:pt x="862" y="222"/>
                  <a:pt x="862" y="221"/>
                </a:cubicBezTo>
                <a:cubicBezTo>
                  <a:pt x="862" y="221"/>
                  <a:pt x="861" y="222"/>
                  <a:pt x="861" y="221"/>
                </a:cubicBezTo>
                <a:cubicBezTo>
                  <a:pt x="861" y="221"/>
                  <a:pt x="861" y="221"/>
                  <a:pt x="861" y="221"/>
                </a:cubicBezTo>
                <a:cubicBezTo>
                  <a:pt x="861" y="220"/>
                  <a:pt x="861" y="220"/>
                  <a:pt x="861" y="220"/>
                </a:cubicBezTo>
                <a:cubicBezTo>
                  <a:pt x="859" y="220"/>
                  <a:pt x="859" y="220"/>
                  <a:pt x="859" y="220"/>
                </a:cubicBezTo>
                <a:cubicBezTo>
                  <a:pt x="858" y="220"/>
                  <a:pt x="858" y="221"/>
                  <a:pt x="857" y="221"/>
                </a:cubicBezTo>
                <a:cubicBezTo>
                  <a:pt x="857" y="222"/>
                  <a:pt x="857" y="222"/>
                  <a:pt x="857" y="222"/>
                </a:cubicBezTo>
                <a:cubicBezTo>
                  <a:pt x="856" y="222"/>
                  <a:pt x="856" y="222"/>
                  <a:pt x="856" y="223"/>
                </a:cubicBezTo>
                <a:cubicBezTo>
                  <a:pt x="855" y="223"/>
                  <a:pt x="856" y="223"/>
                  <a:pt x="856" y="224"/>
                </a:cubicBezTo>
                <a:cubicBezTo>
                  <a:pt x="856" y="224"/>
                  <a:pt x="856" y="224"/>
                  <a:pt x="856" y="225"/>
                </a:cubicBezTo>
                <a:cubicBezTo>
                  <a:pt x="856" y="225"/>
                  <a:pt x="855" y="225"/>
                  <a:pt x="855" y="225"/>
                </a:cubicBezTo>
                <a:cubicBezTo>
                  <a:pt x="855" y="226"/>
                  <a:pt x="855" y="226"/>
                  <a:pt x="854" y="226"/>
                </a:cubicBezTo>
                <a:cubicBezTo>
                  <a:pt x="854" y="227"/>
                  <a:pt x="854" y="227"/>
                  <a:pt x="854" y="227"/>
                </a:cubicBezTo>
                <a:cubicBezTo>
                  <a:pt x="854" y="228"/>
                  <a:pt x="854" y="228"/>
                  <a:pt x="854" y="229"/>
                </a:cubicBezTo>
                <a:cubicBezTo>
                  <a:pt x="854" y="229"/>
                  <a:pt x="854" y="230"/>
                  <a:pt x="854" y="230"/>
                </a:cubicBezTo>
                <a:cubicBezTo>
                  <a:pt x="854" y="231"/>
                  <a:pt x="854" y="231"/>
                  <a:pt x="854" y="231"/>
                </a:cubicBezTo>
                <a:cubicBezTo>
                  <a:pt x="854" y="232"/>
                  <a:pt x="855" y="232"/>
                  <a:pt x="855" y="232"/>
                </a:cubicBezTo>
                <a:cubicBezTo>
                  <a:pt x="855" y="233"/>
                  <a:pt x="854" y="233"/>
                  <a:pt x="854" y="233"/>
                </a:cubicBezTo>
                <a:cubicBezTo>
                  <a:pt x="854" y="234"/>
                  <a:pt x="853" y="234"/>
                  <a:pt x="853" y="234"/>
                </a:cubicBezTo>
                <a:cubicBezTo>
                  <a:pt x="853" y="234"/>
                  <a:pt x="853" y="235"/>
                  <a:pt x="853" y="235"/>
                </a:cubicBezTo>
                <a:cubicBezTo>
                  <a:pt x="854" y="236"/>
                  <a:pt x="854" y="236"/>
                  <a:pt x="854" y="236"/>
                </a:cubicBezTo>
                <a:cubicBezTo>
                  <a:pt x="853" y="237"/>
                  <a:pt x="853" y="237"/>
                  <a:pt x="853" y="237"/>
                </a:cubicBezTo>
                <a:cubicBezTo>
                  <a:pt x="853" y="237"/>
                  <a:pt x="853" y="237"/>
                  <a:pt x="853" y="237"/>
                </a:cubicBezTo>
                <a:cubicBezTo>
                  <a:pt x="851" y="237"/>
                  <a:pt x="851" y="236"/>
                  <a:pt x="850" y="236"/>
                </a:cubicBezTo>
                <a:cubicBezTo>
                  <a:pt x="849" y="236"/>
                  <a:pt x="849" y="236"/>
                  <a:pt x="848" y="236"/>
                </a:cubicBezTo>
                <a:cubicBezTo>
                  <a:pt x="848" y="236"/>
                  <a:pt x="847" y="236"/>
                  <a:pt x="846" y="236"/>
                </a:cubicBezTo>
                <a:cubicBezTo>
                  <a:pt x="846" y="236"/>
                  <a:pt x="845" y="236"/>
                  <a:pt x="845" y="237"/>
                </a:cubicBezTo>
                <a:cubicBezTo>
                  <a:pt x="845" y="237"/>
                  <a:pt x="844" y="237"/>
                  <a:pt x="844" y="238"/>
                </a:cubicBezTo>
                <a:cubicBezTo>
                  <a:pt x="844" y="238"/>
                  <a:pt x="845" y="238"/>
                  <a:pt x="845" y="238"/>
                </a:cubicBezTo>
                <a:cubicBezTo>
                  <a:pt x="845" y="239"/>
                  <a:pt x="846" y="240"/>
                  <a:pt x="847" y="240"/>
                </a:cubicBezTo>
                <a:cubicBezTo>
                  <a:pt x="846" y="241"/>
                  <a:pt x="846" y="241"/>
                  <a:pt x="846" y="241"/>
                </a:cubicBezTo>
                <a:cubicBezTo>
                  <a:pt x="845" y="241"/>
                  <a:pt x="845" y="241"/>
                  <a:pt x="845" y="241"/>
                </a:cubicBezTo>
                <a:cubicBezTo>
                  <a:pt x="844" y="241"/>
                  <a:pt x="843" y="240"/>
                  <a:pt x="842" y="239"/>
                </a:cubicBezTo>
                <a:cubicBezTo>
                  <a:pt x="842" y="239"/>
                  <a:pt x="841" y="239"/>
                  <a:pt x="841" y="238"/>
                </a:cubicBezTo>
                <a:cubicBezTo>
                  <a:pt x="841" y="238"/>
                  <a:pt x="841" y="237"/>
                  <a:pt x="840" y="237"/>
                </a:cubicBezTo>
                <a:cubicBezTo>
                  <a:pt x="840" y="237"/>
                  <a:pt x="840" y="237"/>
                  <a:pt x="839" y="237"/>
                </a:cubicBezTo>
                <a:cubicBezTo>
                  <a:pt x="839" y="237"/>
                  <a:pt x="839" y="237"/>
                  <a:pt x="838" y="238"/>
                </a:cubicBezTo>
                <a:cubicBezTo>
                  <a:pt x="837" y="238"/>
                  <a:pt x="837" y="238"/>
                  <a:pt x="836" y="239"/>
                </a:cubicBezTo>
                <a:cubicBezTo>
                  <a:pt x="836" y="239"/>
                  <a:pt x="836" y="239"/>
                  <a:pt x="835" y="239"/>
                </a:cubicBezTo>
                <a:cubicBezTo>
                  <a:pt x="835" y="240"/>
                  <a:pt x="835" y="240"/>
                  <a:pt x="834" y="240"/>
                </a:cubicBezTo>
                <a:cubicBezTo>
                  <a:pt x="834" y="240"/>
                  <a:pt x="834" y="240"/>
                  <a:pt x="833" y="240"/>
                </a:cubicBezTo>
                <a:cubicBezTo>
                  <a:pt x="833" y="240"/>
                  <a:pt x="833" y="241"/>
                  <a:pt x="833" y="241"/>
                </a:cubicBezTo>
                <a:cubicBezTo>
                  <a:pt x="832" y="241"/>
                  <a:pt x="832" y="242"/>
                  <a:pt x="832" y="242"/>
                </a:cubicBezTo>
                <a:cubicBezTo>
                  <a:pt x="831" y="242"/>
                  <a:pt x="830" y="242"/>
                  <a:pt x="829" y="242"/>
                </a:cubicBezTo>
                <a:cubicBezTo>
                  <a:pt x="828" y="242"/>
                  <a:pt x="828" y="242"/>
                  <a:pt x="827" y="242"/>
                </a:cubicBezTo>
                <a:cubicBezTo>
                  <a:pt x="827" y="242"/>
                  <a:pt x="826" y="243"/>
                  <a:pt x="826" y="243"/>
                </a:cubicBezTo>
                <a:cubicBezTo>
                  <a:pt x="825" y="243"/>
                  <a:pt x="825" y="243"/>
                  <a:pt x="824" y="243"/>
                </a:cubicBezTo>
                <a:cubicBezTo>
                  <a:pt x="823" y="243"/>
                  <a:pt x="822" y="243"/>
                  <a:pt x="822" y="243"/>
                </a:cubicBezTo>
                <a:cubicBezTo>
                  <a:pt x="821" y="242"/>
                  <a:pt x="821" y="240"/>
                  <a:pt x="821" y="239"/>
                </a:cubicBezTo>
                <a:cubicBezTo>
                  <a:pt x="819" y="239"/>
                  <a:pt x="819" y="239"/>
                  <a:pt x="819" y="239"/>
                </a:cubicBezTo>
                <a:cubicBezTo>
                  <a:pt x="819" y="239"/>
                  <a:pt x="819" y="240"/>
                  <a:pt x="818" y="240"/>
                </a:cubicBezTo>
                <a:cubicBezTo>
                  <a:pt x="818" y="240"/>
                  <a:pt x="818" y="240"/>
                  <a:pt x="818" y="240"/>
                </a:cubicBezTo>
                <a:cubicBezTo>
                  <a:pt x="817" y="240"/>
                  <a:pt x="817" y="240"/>
                  <a:pt x="817" y="240"/>
                </a:cubicBezTo>
                <a:cubicBezTo>
                  <a:pt x="816" y="240"/>
                  <a:pt x="816" y="240"/>
                  <a:pt x="816" y="240"/>
                </a:cubicBezTo>
                <a:cubicBezTo>
                  <a:pt x="814" y="240"/>
                  <a:pt x="814" y="240"/>
                  <a:pt x="814" y="240"/>
                </a:cubicBezTo>
                <a:cubicBezTo>
                  <a:pt x="813" y="240"/>
                  <a:pt x="812" y="240"/>
                  <a:pt x="812" y="240"/>
                </a:cubicBezTo>
                <a:cubicBezTo>
                  <a:pt x="812" y="241"/>
                  <a:pt x="812" y="242"/>
                  <a:pt x="812" y="243"/>
                </a:cubicBezTo>
                <a:cubicBezTo>
                  <a:pt x="810" y="243"/>
                  <a:pt x="810" y="243"/>
                  <a:pt x="810" y="243"/>
                </a:cubicBezTo>
                <a:cubicBezTo>
                  <a:pt x="809" y="243"/>
                  <a:pt x="809" y="243"/>
                  <a:pt x="808" y="243"/>
                </a:cubicBezTo>
                <a:cubicBezTo>
                  <a:pt x="808" y="243"/>
                  <a:pt x="807" y="243"/>
                  <a:pt x="807" y="242"/>
                </a:cubicBezTo>
                <a:cubicBezTo>
                  <a:pt x="807" y="242"/>
                  <a:pt x="807" y="241"/>
                  <a:pt x="807" y="240"/>
                </a:cubicBezTo>
                <a:cubicBezTo>
                  <a:pt x="806" y="241"/>
                  <a:pt x="806" y="241"/>
                  <a:pt x="806" y="241"/>
                </a:cubicBezTo>
                <a:cubicBezTo>
                  <a:pt x="804" y="241"/>
                  <a:pt x="804" y="241"/>
                  <a:pt x="804" y="241"/>
                </a:cubicBezTo>
                <a:cubicBezTo>
                  <a:pt x="804" y="239"/>
                  <a:pt x="804" y="239"/>
                  <a:pt x="804" y="239"/>
                </a:cubicBezTo>
                <a:cubicBezTo>
                  <a:pt x="804" y="239"/>
                  <a:pt x="804" y="238"/>
                  <a:pt x="804" y="238"/>
                </a:cubicBezTo>
                <a:cubicBezTo>
                  <a:pt x="804" y="238"/>
                  <a:pt x="804" y="237"/>
                  <a:pt x="804" y="237"/>
                </a:cubicBezTo>
                <a:cubicBezTo>
                  <a:pt x="808" y="237"/>
                  <a:pt x="808" y="237"/>
                  <a:pt x="808" y="237"/>
                </a:cubicBezTo>
                <a:cubicBezTo>
                  <a:pt x="809" y="237"/>
                  <a:pt x="809" y="237"/>
                  <a:pt x="810" y="238"/>
                </a:cubicBezTo>
                <a:cubicBezTo>
                  <a:pt x="810" y="238"/>
                  <a:pt x="810" y="238"/>
                  <a:pt x="811" y="238"/>
                </a:cubicBezTo>
                <a:cubicBezTo>
                  <a:pt x="811" y="238"/>
                  <a:pt x="812" y="239"/>
                  <a:pt x="812" y="239"/>
                </a:cubicBezTo>
                <a:cubicBezTo>
                  <a:pt x="813" y="239"/>
                  <a:pt x="814" y="239"/>
                  <a:pt x="814" y="238"/>
                </a:cubicBezTo>
                <a:cubicBezTo>
                  <a:pt x="814" y="238"/>
                  <a:pt x="815" y="237"/>
                  <a:pt x="815" y="237"/>
                </a:cubicBezTo>
                <a:cubicBezTo>
                  <a:pt x="815" y="236"/>
                  <a:pt x="814" y="235"/>
                  <a:pt x="814" y="234"/>
                </a:cubicBezTo>
                <a:cubicBezTo>
                  <a:pt x="814" y="234"/>
                  <a:pt x="814" y="233"/>
                  <a:pt x="815" y="233"/>
                </a:cubicBezTo>
                <a:cubicBezTo>
                  <a:pt x="815" y="232"/>
                  <a:pt x="816" y="232"/>
                  <a:pt x="816" y="231"/>
                </a:cubicBezTo>
                <a:cubicBezTo>
                  <a:pt x="816" y="231"/>
                  <a:pt x="815" y="230"/>
                  <a:pt x="815" y="230"/>
                </a:cubicBezTo>
                <a:cubicBezTo>
                  <a:pt x="814" y="230"/>
                  <a:pt x="814" y="230"/>
                  <a:pt x="814" y="230"/>
                </a:cubicBezTo>
                <a:cubicBezTo>
                  <a:pt x="813" y="230"/>
                  <a:pt x="813" y="230"/>
                  <a:pt x="813" y="230"/>
                </a:cubicBezTo>
                <a:cubicBezTo>
                  <a:pt x="812" y="230"/>
                  <a:pt x="811" y="230"/>
                  <a:pt x="811" y="230"/>
                </a:cubicBezTo>
                <a:cubicBezTo>
                  <a:pt x="810" y="230"/>
                  <a:pt x="810" y="230"/>
                  <a:pt x="810" y="230"/>
                </a:cubicBezTo>
                <a:cubicBezTo>
                  <a:pt x="809" y="231"/>
                  <a:pt x="809" y="231"/>
                  <a:pt x="809" y="231"/>
                </a:cubicBezTo>
                <a:cubicBezTo>
                  <a:pt x="809" y="232"/>
                  <a:pt x="809" y="232"/>
                  <a:pt x="808" y="232"/>
                </a:cubicBezTo>
                <a:cubicBezTo>
                  <a:pt x="808" y="232"/>
                  <a:pt x="808" y="232"/>
                  <a:pt x="808" y="232"/>
                </a:cubicBezTo>
                <a:cubicBezTo>
                  <a:pt x="807" y="232"/>
                  <a:pt x="807" y="232"/>
                  <a:pt x="807" y="232"/>
                </a:cubicBezTo>
                <a:cubicBezTo>
                  <a:pt x="807" y="231"/>
                  <a:pt x="807" y="231"/>
                  <a:pt x="807" y="230"/>
                </a:cubicBezTo>
                <a:cubicBezTo>
                  <a:pt x="807" y="230"/>
                  <a:pt x="808" y="230"/>
                  <a:pt x="808" y="229"/>
                </a:cubicBezTo>
                <a:cubicBezTo>
                  <a:pt x="808" y="229"/>
                  <a:pt x="808" y="229"/>
                  <a:pt x="808" y="228"/>
                </a:cubicBezTo>
                <a:cubicBezTo>
                  <a:pt x="808" y="227"/>
                  <a:pt x="808" y="227"/>
                  <a:pt x="808" y="227"/>
                </a:cubicBezTo>
                <a:cubicBezTo>
                  <a:pt x="808" y="227"/>
                  <a:pt x="807" y="227"/>
                  <a:pt x="806" y="227"/>
                </a:cubicBezTo>
                <a:cubicBezTo>
                  <a:pt x="806" y="227"/>
                  <a:pt x="806" y="227"/>
                  <a:pt x="805" y="227"/>
                </a:cubicBezTo>
                <a:cubicBezTo>
                  <a:pt x="806" y="226"/>
                  <a:pt x="806" y="226"/>
                  <a:pt x="806" y="226"/>
                </a:cubicBezTo>
                <a:cubicBezTo>
                  <a:pt x="806" y="225"/>
                  <a:pt x="807" y="225"/>
                  <a:pt x="807" y="224"/>
                </a:cubicBezTo>
                <a:cubicBezTo>
                  <a:pt x="807" y="224"/>
                  <a:pt x="807" y="223"/>
                  <a:pt x="807" y="223"/>
                </a:cubicBezTo>
                <a:cubicBezTo>
                  <a:pt x="807" y="223"/>
                  <a:pt x="807" y="222"/>
                  <a:pt x="807" y="222"/>
                </a:cubicBezTo>
                <a:cubicBezTo>
                  <a:pt x="807" y="222"/>
                  <a:pt x="806" y="221"/>
                  <a:pt x="806" y="221"/>
                </a:cubicBezTo>
                <a:cubicBezTo>
                  <a:pt x="806" y="221"/>
                  <a:pt x="806" y="220"/>
                  <a:pt x="806" y="220"/>
                </a:cubicBezTo>
                <a:cubicBezTo>
                  <a:pt x="805" y="220"/>
                  <a:pt x="805" y="219"/>
                  <a:pt x="805" y="219"/>
                </a:cubicBezTo>
                <a:cubicBezTo>
                  <a:pt x="805" y="219"/>
                  <a:pt x="804" y="219"/>
                  <a:pt x="804" y="219"/>
                </a:cubicBezTo>
                <a:cubicBezTo>
                  <a:pt x="804" y="219"/>
                  <a:pt x="803" y="220"/>
                  <a:pt x="803" y="220"/>
                </a:cubicBezTo>
                <a:cubicBezTo>
                  <a:pt x="803" y="221"/>
                  <a:pt x="803" y="221"/>
                  <a:pt x="802" y="222"/>
                </a:cubicBezTo>
                <a:cubicBezTo>
                  <a:pt x="802" y="223"/>
                  <a:pt x="802" y="223"/>
                  <a:pt x="801" y="224"/>
                </a:cubicBezTo>
                <a:cubicBezTo>
                  <a:pt x="800" y="224"/>
                  <a:pt x="800" y="224"/>
                  <a:pt x="800" y="224"/>
                </a:cubicBezTo>
                <a:cubicBezTo>
                  <a:pt x="799" y="224"/>
                  <a:pt x="799" y="224"/>
                  <a:pt x="799" y="224"/>
                </a:cubicBezTo>
                <a:cubicBezTo>
                  <a:pt x="798" y="224"/>
                  <a:pt x="798" y="224"/>
                  <a:pt x="798" y="225"/>
                </a:cubicBezTo>
                <a:cubicBezTo>
                  <a:pt x="798" y="225"/>
                  <a:pt x="798" y="226"/>
                  <a:pt x="798" y="226"/>
                </a:cubicBezTo>
                <a:cubicBezTo>
                  <a:pt x="798" y="227"/>
                  <a:pt x="798" y="227"/>
                  <a:pt x="798" y="227"/>
                </a:cubicBezTo>
                <a:cubicBezTo>
                  <a:pt x="798" y="227"/>
                  <a:pt x="798" y="227"/>
                  <a:pt x="798" y="228"/>
                </a:cubicBezTo>
                <a:cubicBezTo>
                  <a:pt x="798" y="228"/>
                  <a:pt x="797" y="228"/>
                  <a:pt x="797" y="228"/>
                </a:cubicBezTo>
                <a:cubicBezTo>
                  <a:pt x="797" y="228"/>
                  <a:pt x="796" y="228"/>
                  <a:pt x="796" y="228"/>
                </a:cubicBezTo>
                <a:cubicBezTo>
                  <a:pt x="795" y="228"/>
                  <a:pt x="795" y="229"/>
                  <a:pt x="795" y="230"/>
                </a:cubicBezTo>
                <a:cubicBezTo>
                  <a:pt x="795" y="231"/>
                  <a:pt x="795" y="232"/>
                  <a:pt x="795" y="233"/>
                </a:cubicBezTo>
                <a:cubicBezTo>
                  <a:pt x="796" y="233"/>
                  <a:pt x="796" y="233"/>
                  <a:pt x="796" y="234"/>
                </a:cubicBezTo>
                <a:cubicBezTo>
                  <a:pt x="796" y="234"/>
                  <a:pt x="797" y="234"/>
                  <a:pt x="797" y="234"/>
                </a:cubicBezTo>
                <a:cubicBezTo>
                  <a:pt x="797" y="234"/>
                  <a:pt x="798" y="234"/>
                  <a:pt x="798" y="234"/>
                </a:cubicBezTo>
                <a:cubicBezTo>
                  <a:pt x="798" y="235"/>
                  <a:pt x="798" y="235"/>
                  <a:pt x="798" y="235"/>
                </a:cubicBezTo>
                <a:cubicBezTo>
                  <a:pt x="798" y="236"/>
                  <a:pt x="797" y="236"/>
                  <a:pt x="797" y="236"/>
                </a:cubicBezTo>
                <a:cubicBezTo>
                  <a:pt x="797" y="237"/>
                  <a:pt x="797" y="237"/>
                  <a:pt x="797" y="237"/>
                </a:cubicBezTo>
                <a:cubicBezTo>
                  <a:pt x="797" y="238"/>
                  <a:pt x="797" y="238"/>
                  <a:pt x="797" y="238"/>
                </a:cubicBezTo>
                <a:cubicBezTo>
                  <a:pt x="797" y="239"/>
                  <a:pt x="797" y="239"/>
                  <a:pt x="797" y="240"/>
                </a:cubicBezTo>
                <a:cubicBezTo>
                  <a:pt x="797" y="240"/>
                  <a:pt x="797" y="240"/>
                  <a:pt x="797" y="240"/>
                </a:cubicBezTo>
                <a:cubicBezTo>
                  <a:pt x="797" y="241"/>
                  <a:pt x="797" y="241"/>
                  <a:pt x="797" y="241"/>
                </a:cubicBezTo>
                <a:cubicBezTo>
                  <a:pt x="797" y="242"/>
                  <a:pt x="798" y="242"/>
                  <a:pt x="798" y="242"/>
                </a:cubicBezTo>
                <a:cubicBezTo>
                  <a:pt x="798" y="243"/>
                  <a:pt x="799" y="243"/>
                  <a:pt x="799" y="244"/>
                </a:cubicBezTo>
                <a:cubicBezTo>
                  <a:pt x="799" y="246"/>
                  <a:pt x="799" y="246"/>
                  <a:pt x="799" y="246"/>
                </a:cubicBezTo>
                <a:cubicBezTo>
                  <a:pt x="797" y="246"/>
                  <a:pt x="797" y="246"/>
                  <a:pt x="797" y="246"/>
                </a:cubicBezTo>
                <a:cubicBezTo>
                  <a:pt x="797" y="246"/>
                  <a:pt x="796" y="246"/>
                  <a:pt x="796" y="246"/>
                </a:cubicBezTo>
                <a:cubicBezTo>
                  <a:pt x="795" y="246"/>
                  <a:pt x="795" y="247"/>
                  <a:pt x="794" y="247"/>
                </a:cubicBezTo>
                <a:cubicBezTo>
                  <a:pt x="792" y="247"/>
                  <a:pt x="792" y="247"/>
                  <a:pt x="792" y="247"/>
                </a:cubicBezTo>
                <a:cubicBezTo>
                  <a:pt x="792" y="247"/>
                  <a:pt x="791" y="246"/>
                  <a:pt x="791" y="246"/>
                </a:cubicBezTo>
                <a:cubicBezTo>
                  <a:pt x="790" y="246"/>
                  <a:pt x="789" y="246"/>
                  <a:pt x="788" y="246"/>
                </a:cubicBezTo>
                <a:cubicBezTo>
                  <a:pt x="788" y="246"/>
                  <a:pt x="787" y="246"/>
                  <a:pt x="787" y="247"/>
                </a:cubicBezTo>
                <a:cubicBezTo>
                  <a:pt x="786" y="247"/>
                  <a:pt x="786" y="247"/>
                  <a:pt x="786" y="247"/>
                </a:cubicBezTo>
                <a:cubicBezTo>
                  <a:pt x="786" y="248"/>
                  <a:pt x="785" y="248"/>
                  <a:pt x="785" y="248"/>
                </a:cubicBezTo>
                <a:cubicBezTo>
                  <a:pt x="784" y="248"/>
                  <a:pt x="784" y="248"/>
                  <a:pt x="783" y="248"/>
                </a:cubicBezTo>
                <a:cubicBezTo>
                  <a:pt x="783" y="249"/>
                  <a:pt x="783" y="249"/>
                  <a:pt x="783" y="249"/>
                </a:cubicBezTo>
                <a:cubicBezTo>
                  <a:pt x="783" y="250"/>
                  <a:pt x="782" y="250"/>
                  <a:pt x="782" y="250"/>
                </a:cubicBezTo>
                <a:cubicBezTo>
                  <a:pt x="782" y="251"/>
                  <a:pt x="781" y="252"/>
                  <a:pt x="780" y="252"/>
                </a:cubicBezTo>
                <a:cubicBezTo>
                  <a:pt x="780" y="252"/>
                  <a:pt x="780" y="251"/>
                  <a:pt x="779" y="251"/>
                </a:cubicBezTo>
                <a:cubicBezTo>
                  <a:pt x="778" y="251"/>
                  <a:pt x="778" y="251"/>
                  <a:pt x="778" y="251"/>
                </a:cubicBezTo>
                <a:cubicBezTo>
                  <a:pt x="777" y="251"/>
                  <a:pt x="777" y="251"/>
                  <a:pt x="777" y="251"/>
                </a:cubicBezTo>
                <a:cubicBezTo>
                  <a:pt x="777" y="251"/>
                  <a:pt x="777" y="252"/>
                  <a:pt x="776" y="252"/>
                </a:cubicBezTo>
                <a:cubicBezTo>
                  <a:pt x="776" y="252"/>
                  <a:pt x="776" y="251"/>
                  <a:pt x="775" y="251"/>
                </a:cubicBezTo>
                <a:cubicBezTo>
                  <a:pt x="775" y="253"/>
                  <a:pt x="775" y="253"/>
                  <a:pt x="775" y="253"/>
                </a:cubicBezTo>
                <a:cubicBezTo>
                  <a:pt x="777" y="254"/>
                  <a:pt x="777" y="254"/>
                  <a:pt x="777" y="254"/>
                </a:cubicBezTo>
                <a:cubicBezTo>
                  <a:pt x="777" y="257"/>
                  <a:pt x="777" y="257"/>
                  <a:pt x="777" y="257"/>
                </a:cubicBezTo>
                <a:cubicBezTo>
                  <a:pt x="777" y="257"/>
                  <a:pt x="776" y="257"/>
                  <a:pt x="776" y="257"/>
                </a:cubicBezTo>
                <a:cubicBezTo>
                  <a:pt x="776" y="257"/>
                  <a:pt x="775" y="258"/>
                  <a:pt x="775" y="258"/>
                </a:cubicBezTo>
                <a:cubicBezTo>
                  <a:pt x="775" y="258"/>
                  <a:pt x="774" y="258"/>
                  <a:pt x="774" y="258"/>
                </a:cubicBezTo>
                <a:cubicBezTo>
                  <a:pt x="774" y="258"/>
                  <a:pt x="773" y="258"/>
                  <a:pt x="773" y="259"/>
                </a:cubicBezTo>
                <a:cubicBezTo>
                  <a:pt x="772" y="259"/>
                  <a:pt x="772" y="259"/>
                  <a:pt x="771" y="260"/>
                </a:cubicBezTo>
                <a:cubicBezTo>
                  <a:pt x="771" y="260"/>
                  <a:pt x="771" y="261"/>
                  <a:pt x="770" y="261"/>
                </a:cubicBezTo>
                <a:cubicBezTo>
                  <a:pt x="770" y="261"/>
                  <a:pt x="770" y="262"/>
                  <a:pt x="769" y="262"/>
                </a:cubicBezTo>
                <a:cubicBezTo>
                  <a:pt x="768" y="262"/>
                  <a:pt x="768" y="262"/>
                  <a:pt x="768" y="262"/>
                </a:cubicBezTo>
                <a:cubicBezTo>
                  <a:pt x="767" y="262"/>
                  <a:pt x="766" y="262"/>
                  <a:pt x="765" y="262"/>
                </a:cubicBezTo>
                <a:cubicBezTo>
                  <a:pt x="765" y="267"/>
                  <a:pt x="765" y="267"/>
                  <a:pt x="765" y="267"/>
                </a:cubicBezTo>
                <a:cubicBezTo>
                  <a:pt x="764" y="267"/>
                  <a:pt x="763" y="267"/>
                  <a:pt x="762" y="268"/>
                </a:cubicBezTo>
                <a:cubicBezTo>
                  <a:pt x="761" y="268"/>
                  <a:pt x="761" y="268"/>
                  <a:pt x="761" y="268"/>
                </a:cubicBezTo>
                <a:cubicBezTo>
                  <a:pt x="760" y="268"/>
                  <a:pt x="760" y="268"/>
                  <a:pt x="760" y="268"/>
                </a:cubicBezTo>
                <a:cubicBezTo>
                  <a:pt x="760" y="271"/>
                  <a:pt x="760" y="271"/>
                  <a:pt x="760" y="271"/>
                </a:cubicBezTo>
                <a:cubicBezTo>
                  <a:pt x="756" y="271"/>
                  <a:pt x="756" y="271"/>
                  <a:pt x="756" y="271"/>
                </a:cubicBezTo>
                <a:cubicBezTo>
                  <a:pt x="756" y="271"/>
                  <a:pt x="756" y="270"/>
                  <a:pt x="755" y="270"/>
                </a:cubicBezTo>
                <a:cubicBezTo>
                  <a:pt x="755" y="270"/>
                  <a:pt x="754" y="271"/>
                  <a:pt x="753" y="270"/>
                </a:cubicBezTo>
                <a:cubicBezTo>
                  <a:pt x="753" y="270"/>
                  <a:pt x="753" y="270"/>
                  <a:pt x="752" y="270"/>
                </a:cubicBezTo>
                <a:cubicBezTo>
                  <a:pt x="752" y="270"/>
                  <a:pt x="752" y="269"/>
                  <a:pt x="752" y="269"/>
                </a:cubicBezTo>
                <a:cubicBezTo>
                  <a:pt x="752" y="269"/>
                  <a:pt x="752" y="268"/>
                  <a:pt x="751" y="268"/>
                </a:cubicBezTo>
                <a:cubicBezTo>
                  <a:pt x="751" y="268"/>
                  <a:pt x="750" y="268"/>
                  <a:pt x="750" y="269"/>
                </a:cubicBezTo>
                <a:cubicBezTo>
                  <a:pt x="750" y="271"/>
                  <a:pt x="750" y="271"/>
                  <a:pt x="750" y="271"/>
                </a:cubicBezTo>
                <a:cubicBezTo>
                  <a:pt x="750" y="272"/>
                  <a:pt x="751" y="272"/>
                  <a:pt x="752" y="272"/>
                </a:cubicBezTo>
                <a:cubicBezTo>
                  <a:pt x="751" y="274"/>
                  <a:pt x="751" y="274"/>
                  <a:pt x="751" y="274"/>
                </a:cubicBezTo>
                <a:cubicBezTo>
                  <a:pt x="751" y="275"/>
                  <a:pt x="751" y="275"/>
                  <a:pt x="751" y="275"/>
                </a:cubicBezTo>
                <a:cubicBezTo>
                  <a:pt x="751" y="276"/>
                  <a:pt x="751" y="276"/>
                  <a:pt x="751" y="276"/>
                </a:cubicBezTo>
                <a:cubicBezTo>
                  <a:pt x="750" y="276"/>
                  <a:pt x="749" y="276"/>
                  <a:pt x="748" y="276"/>
                </a:cubicBezTo>
                <a:cubicBezTo>
                  <a:pt x="748" y="276"/>
                  <a:pt x="747" y="276"/>
                  <a:pt x="747" y="276"/>
                </a:cubicBezTo>
                <a:cubicBezTo>
                  <a:pt x="747" y="276"/>
                  <a:pt x="746" y="276"/>
                  <a:pt x="746" y="276"/>
                </a:cubicBezTo>
                <a:cubicBezTo>
                  <a:pt x="746" y="276"/>
                  <a:pt x="746" y="276"/>
                  <a:pt x="745" y="276"/>
                </a:cubicBezTo>
                <a:cubicBezTo>
                  <a:pt x="745" y="276"/>
                  <a:pt x="744" y="276"/>
                  <a:pt x="744" y="276"/>
                </a:cubicBezTo>
                <a:cubicBezTo>
                  <a:pt x="744" y="276"/>
                  <a:pt x="743" y="275"/>
                  <a:pt x="743" y="275"/>
                </a:cubicBezTo>
                <a:cubicBezTo>
                  <a:pt x="743" y="275"/>
                  <a:pt x="743" y="274"/>
                  <a:pt x="743" y="274"/>
                </a:cubicBezTo>
                <a:cubicBezTo>
                  <a:pt x="742" y="274"/>
                  <a:pt x="741" y="275"/>
                  <a:pt x="741" y="275"/>
                </a:cubicBezTo>
                <a:cubicBezTo>
                  <a:pt x="740" y="275"/>
                  <a:pt x="740" y="275"/>
                  <a:pt x="740" y="275"/>
                </a:cubicBezTo>
                <a:cubicBezTo>
                  <a:pt x="739" y="275"/>
                  <a:pt x="738" y="275"/>
                  <a:pt x="738" y="276"/>
                </a:cubicBezTo>
                <a:cubicBezTo>
                  <a:pt x="738" y="276"/>
                  <a:pt x="737" y="276"/>
                  <a:pt x="737" y="276"/>
                </a:cubicBezTo>
                <a:cubicBezTo>
                  <a:pt x="737" y="277"/>
                  <a:pt x="737" y="277"/>
                  <a:pt x="737" y="277"/>
                </a:cubicBezTo>
                <a:cubicBezTo>
                  <a:pt x="737" y="278"/>
                  <a:pt x="737" y="278"/>
                  <a:pt x="737" y="278"/>
                </a:cubicBezTo>
                <a:cubicBezTo>
                  <a:pt x="737" y="278"/>
                  <a:pt x="738" y="278"/>
                  <a:pt x="738" y="278"/>
                </a:cubicBezTo>
                <a:cubicBezTo>
                  <a:pt x="738" y="278"/>
                  <a:pt x="738" y="279"/>
                  <a:pt x="739" y="279"/>
                </a:cubicBezTo>
                <a:cubicBezTo>
                  <a:pt x="739" y="279"/>
                  <a:pt x="739" y="279"/>
                  <a:pt x="740" y="280"/>
                </a:cubicBezTo>
                <a:cubicBezTo>
                  <a:pt x="740" y="280"/>
                  <a:pt x="740" y="280"/>
                  <a:pt x="741" y="280"/>
                </a:cubicBezTo>
                <a:cubicBezTo>
                  <a:pt x="741" y="280"/>
                  <a:pt x="742" y="280"/>
                  <a:pt x="743" y="280"/>
                </a:cubicBezTo>
                <a:cubicBezTo>
                  <a:pt x="744" y="280"/>
                  <a:pt x="744" y="280"/>
                  <a:pt x="744" y="280"/>
                </a:cubicBezTo>
                <a:cubicBezTo>
                  <a:pt x="744" y="280"/>
                  <a:pt x="744" y="281"/>
                  <a:pt x="745" y="281"/>
                </a:cubicBezTo>
                <a:cubicBezTo>
                  <a:pt x="745" y="281"/>
                  <a:pt x="745" y="281"/>
                  <a:pt x="746" y="282"/>
                </a:cubicBezTo>
                <a:cubicBezTo>
                  <a:pt x="746" y="282"/>
                  <a:pt x="746" y="282"/>
                  <a:pt x="747" y="282"/>
                </a:cubicBezTo>
                <a:cubicBezTo>
                  <a:pt x="747" y="282"/>
                  <a:pt x="747" y="283"/>
                  <a:pt x="747" y="283"/>
                </a:cubicBezTo>
                <a:cubicBezTo>
                  <a:pt x="748" y="284"/>
                  <a:pt x="748" y="284"/>
                  <a:pt x="749" y="285"/>
                </a:cubicBezTo>
                <a:cubicBezTo>
                  <a:pt x="749" y="290"/>
                  <a:pt x="749" y="290"/>
                  <a:pt x="749" y="290"/>
                </a:cubicBezTo>
                <a:cubicBezTo>
                  <a:pt x="750" y="290"/>
                  <a:pt x="750" y="290"/>
                  <a:pt x="750" y="290"/>
                </a:cubicBezTo>
                <a:cubicBezTo>
                  <a:pt x="750" y="291"/>
                  <a:pt x="751" y="291"/>
                  <a:pt x="751" y="291"/>
                </a:cubicBezTo>
                <a:cubicBezTo>
                  <a:pt x="752" y="291"/>
                  <a:pt x="752" y="291"/>
                  <a:pt x="753" y="292"/>
                </a:cubicBezTo>
                <a:cubicBezTo>
                  <a:pt x="753" y="292"/>
                  <a:pt x="753" y="293"/>
                  <a:pt x="753" y="293"/>
                </a:cubicBezTo>
                <a:cubicBezTo>
                  <a:pt x="753" y="294"/>
                  <a:pt x="753" y="294"/>
                  <a:pt x="753" y="295"/>
                </a:cubicBezTo>
                <a:cubicBezTo>
                  <a:pt x="753" y="295"/>
                  <a:pt x="753" y="296"/>
                  <a:pt x="753" y="296"/>
                </a:cubicBezTo>
                <a:cubicBezTo>
                  <a:pt x="753" y="298"/>
                  <a:pt x="753" y="298"/>
                  <a:pt x="753" y="300"/>
                </a:cubicBezTo>
                <a:cubicBezTo>
                  <a:pt x="754" y="300"/>
                  <a:pt x="753" y="301"/>
                  <a:pt x="753" y="301"/>
                </a:cubicBezTo>
                <a:cubicBezTo>
                  <a:pt x="753" y="302"/>
                  <a:pt x="754" y="302"/>
                  <a:pt x="753" y="303"/>
                </a:cubicBezTo>
                <a:cubicBezTo>
                  <a:pt x="753" y="304"/>
                  <a:pt x="752" y="304"/>
                  <a:pt x="751" y="305"/>
                </a:cubicBezTo>
                <a:cubicBezTo>
                  <a:pt x="751" y="305"/>
                  <a:pt x="751" y="305"/>
                  <a:pt x="751" y="306"/>
                </a:cubicBezTo>
                <a:cubicBezTo>
                  <a:pt x="750" y="306"/>
                  <a:pt x="750" y="306"/>
                  <a:pt x="750" y="306"/>
                </a:cubicBezTo>
                <a:cubicBezTo>
                  <a:pt x="749" y="307"/>
                  <a:pt x="748" y="307"/>
                  <a:pt x="747" y="307"/>
                </a:cubicBezTo>
                <a:cubicBezTo>
                  <a:pt x="746" y="307"/>
                  <a:pt x="746" y="307"/>
                  <a:pt x="746" y="307"/>
                </a:cubicBezTo>
                <a:cubicBezTo>
                  <a:pt x="745" y="307"/>
                  <a:pt x="745" y="307"/>
                  <a:pt x="745" y="307"/>
                </a:cubicBezTo>
                <a:cubicBezTo>
                  <a:pt x="744" y="307"/>
                  <a:pt x="744" y="306"/>
                  <a:pt x="743" y="306"/>
                </a:cubicBezTo>
                <a:cubicBezTo>
                  <a:pt x="743" y="306"/>
                  <a:pt x="742" y="306"/>
                  <a:pt x="742" y="306"/>
                </a:cubicBezTo>
                <a:cubicBezTo>
                  <a:pt x="741" y="306"/>
                  <a:pt x="741" y="306"/>
                  <a:pt x="740" y="306"/>
                </a:cubicBezTo>
                <a:cubicBezTo>
                  <a:pt x="739" y="306"/>
                  <a:pt x="739" y="306"/>
                  <a:pt x="739" y="305"/>
                </a:cubicBezTo>
                <a:cubicBezTo>
                  <a:pt x="738" y="305"/>
                  <a:pt x="738" y="305"/>
                  <a:pt x="738" y="304"/>
                </a:cubicBezTo>
                <a:cubicBezTo>
                  <a:pt x="738" y="304"/>
                  <a:pt x="737" y="304"/>
                  <a:pt x="737" y="304"/>
                </a:cubicBezTo>
                <a:cubicBezTo>
                  <a:pt x="728" y="304"/>
                  <a:pt x="728" y="304"/>
                  <a:pt x="728" y="304"/>
                </a:cubicBezTo>
                <a:cubicBezTo>
                  <a:pt x="728" y="304"/>
                  <a:pt x="727" y="304"/>
                  <a:pt x="726" y="304"/>
                </a:cubicBezTo>
                <a:cubicBezTo>
                  <a:pt x="726" y="304"/>
                  <a:pt x="725" y="304"/>
                  <a:pt x="725" y="304"/>
                </a:cubicBezTo>
                <a:cubicBezTo>
                  <a:pt x="724" y="304"/>
                  <a:pt x="724" y="303"/>
                  <a:pt x="723" y="303"/>
                </a:cubicBezTo>
                <a:cubicBezTo>
                  <a:pt x="723" y="303"/>
                  <a:pt x="723" y="303"/>
                  <a:pt x="723" y="303"/>
                </a:cubicBezTo>
                <a:cubicBezTo>
                  <a:pt x="723" y="303"/>
                  <a:pt x="722" y="303"/>
                  <a:pt x="722" y="304"/>
                </a:cubicBezTo>
                <a:cubicBezTo>
                  <a:pt x="722" y="304"/>
                  <a:pt x="722" y="304"/>
                  <a:pt x="722" y="304"/>
                </a:cubicBezTo>
                <a:cubicBezTo>
                  <a:pt x="722" y="305"/>
                  <a:pt x="722" y="305"/>
                  <a:pt x="722" y="305"/>
                </a:cubicBezTo>
                <a:cubicBezTo>
                  <a:pt x="717" y="305"/>
                  <a:pt x="717" y="305"/>
                  <a:pt x="717" y="305"/>
                </a:cubicBezTo>
                <a:cubicBezTo>
                  <a:pt x="716" y="306"/>
                  <a:pt x="716" y="306"/>
                  <a:pt x="716" y="306"/>
                </a:cubicBezTo>
                <a:cubicBezTo>
                  <a:pt x="717" y="307"/>
                  <a:pt x="717" y="307"/>
                  <a:pt x="717" y="307"/>
                </a:cubicBezTo>
                <a:cubicBezTo>
                  <a:pt x="717" y="308"/>
                  <a:pt x="718" y="308"/>
                  <a:pt x="718" y="308"/>
                </a:cubicBezTo>
                <a:cubicBezTo>
                  <a:pt x="718" y="308"/>
                  <a:pt x="718" y="309"/>
                  <a:pt x="718" y="309"/>
                </a:cubicBezTo>
                <a:cubicBezTo>
                  <a:pt x="718" y="310"/>
                  <a:pt x="718" y="310"/>
                  <a:pt x="718" y="311"/>
                </a:cubicBezTo>
                <a:cubicBezTo>
                  <a:pt x="718" y="312"/>
                  <a:pt x="717" y="312"/>
                  <a:pt x="717" y="313"/>
                </a:cubicBezTo>
                <a:cubicBezTo>
                  <a:pt x="717" y="314"/>
                  <a:pt x="717" y="314"/>
                  <a:pt x="718" y="315"/>
                </a:cubicBezTo>
                <a:cubicBezTo>
                  <a:pt x="718" y="315"/>
                  <a:pt x="718" y="315"/>
                  <a:pt x="718" y="316"/>
                </a:cubicBezTo>
                <a:cubicBezTo>
                  <a:pt x="718" y="316"/>
                  <a:pt x="719" y="316"/>
                  <a:pt x="719" y="317"/>
                </a:cubicBezTo>
                <a:cubicBezTo>
                  <a:pt x="719" y="322"/>
                  <a:pt x="719" y="322"/>
                  <a:pt x="719" y="322"/>
                </a:cubicBezTo>
                <a:cubicBezTo>
                  <a:pt x="719" y="323"/>
                  <a:pt x="719" y="323"/>
                  <a:pt x="718" y="323"/>
                </a:cubicBezTo>
                <a:cubicBezTo>
                  <a:pt x="718" y="324"/>
                  <a:pt x="718" y="324"/>
                  <a:pt x="718" y="324"/>
                </a:cubicBezTo>
                <a:cubicBezTo>
                  <a:pt x="717" y="324"/>
                  <a:pt x="717" y="325"/>
                  <a:pt x="717" y="325"/>
                </a:cubicBezTo>
                <a:cubicBezTo>
                  <a:pt x="716" y="326"/>
                  <a:pt x="716" y="327"/>
                  <a:pt x="716" y="328"/>
                </a:cubicBezTo>
                <a:cubicBezTo>
                  <a:pt x="716" y="328"/>
                  <a:pt x="716" y="329"/>
                  <a:pt x="716" y="329"/>
                </a:cubicBezTo>
                <a:cubicBezTo>
                  <a:pt x="716" y="329"/>
                  <a:pt x="716" y="329"/>
                  <a:pt x="717" y="330"/>
                </a:cubicBezTo>
                <a:cubicBezTo>
                  <a:pt x="717" y="331"/>
                  <a:pt x="717" y="331"/>
                  <a:pt x="717" y="331"/>
                </a:cubicBezTo>
                <a:cubicBezTo>
                  <a:pt x="717" y="331"/>
                  <a:pt x="718" y="331"/>
                  <a:pt x="718" y="332"/>
                </a:cubicBezTo>
                <a:cubicBezTo>
                  <a:pt x="718" y="333"/>
                  <a:pt x="718" y="333"/>
                  <a:pt x="718" y="333"/>
                </a:cubicBezTo>
                <a:cubicBezTo>
                  <a:pt x="718" y="334"/>
                  <a:pt x="718" y="334"/>
                  <a:pt x="718" y="334"/>
                </a:cubicBezTo>
                <a:cubicBezTo>
                  <a:pt x="718" y="334"/>
                  <a:pt x="717" y="334"/>
                  <a:pt x="717" y="335"/>
                </a:cubicBezTo>
                <a:cubicBezTo>
                  <a:pt x="717" y="335"/>
                  <a:pt x="717" y="336"/>
                  <a:pt x="717" y="336"/>
                </a:cubicBezTo>
                <a:cubicBezTo>
                  <a:pt x="717" y="337"/>
                  <a:pt x="717" y="338"/>
                  <a:pt x="717" y="338"/>
                </a:cubicBezTo>
                <a:cubicBezTo>
                  <a:pt x="720" y="338"/>
                  <a:pt x="720" y="338"/>
                  <a:pt x="720" y="338"/>
                </a:cubicBezTo>
                <a:cubicBezTo>
                  <a:pt x="721" y="338"/>
                  <a:pt x="721" y="338"/>
                  <a:pt x="722" y="338"/>
                </a:cubicBezTo>
                <a:cubicBezTo>
                  <a:pt x="722" y="338"/>
                  <a:pt x="723" y="338"/>
                  <a:pt x="723" y="338"/>
                </a:cubicBezTo>
                <a:cubicBezTo>
                  <a:pt x="723" y="339"/>
                  <a:pt x="723" y="339"/>
                  <a:pt x="724" y="339"/>
                </a:cubicBezTo>
                <a:cubicBezTo>
                  <a:pt x="724" y="340"/>
                  <a:pt x="725" y="340"/>
                  <a:pt x="725" y="340"/>
                </a:cubicBezTo>
                <a:cubicBezTo>
                  <a:pt x="726" y="340"/>
                  <a:pt x="727" y="339"/>
                  <a:pt x="727" y="339"/>
                </a:cubicBezTo>
                <a:cubicBezTo>
                  <a:pt x="728" y="339"/>
                  <a:pt x="728" y="340"/>
                  <a:pt x="728" y="340"/>
                </a:cubicBezTo>
                <a:cubicBezTo>
                  <a:pt x="729" y="340"/>
                  <a:pt x="729" y="340"/>
                  <a:pt x="729" y="340"/>
                </a:cubicBezTo>
                <a:cubicBezTo>
                  <a:pt x="730" y="340"/>
                  <a:pt x="730" y="340"/>
                  <a:pt x="730" y="340"/>
                </a:cubicBezTo>
                <a:cubicBezTo>
                  <a:pt x="731" y="341"/>
                  <a:pt x="731" y="341"/>
                  <a:pt x="731" y="341"/>
                </a:cubicBezTo>
                <a:cubicBezTo>
                  <a:pt x="732" y="341"/>
                  <a:pt x="732" y="341"/>
                  <a:pt x="732" y="342"/>
                </a:cubicBezTo>
                <a:cubicBezTo>
                  <a:pt x="732" y="342"/>
                  <a:pt x="732" y="342"/>
                  <a:pt x="733" y="343"/>
                </a:cubicBezTo>
                <a:cubicBezTo>
                  <a:pt x="733" y="343"/>
                  <a:pt x="733" y="343"/>
                  <a:pt x="733" y="344"/>
                </a:cubicBezTo>
                <a:cubicBezTo>
                  <a:pt x="733" y="344"/>
                  <a:pt x="734" y="344"/>
                  <a:pt x="734" y="344"/>
                </a:cubicBezTo>
                <a:cubicBezTo>
                  <a:pt x="734" y="343"/>
                  <a:pt x="734" y="343"/>
                  <a:pt x="734" y="343"/>
                </a:cubicBezTo>
                <a:cubicBezTo>
                  <a:pt x="733" y="343"/>
                  <a:pt x="733" y="343"/>
                  <a:pt x="733" y="343"/>
                </a:cubicBezTo>
                <a:cubicBezTo>
                  <a:pt x="734" y="343"/>
                  <a:pt x="734" y="343"/>
                  <a:pt x="734" y="343"/>
                </a:cubicBezTo>
                <a:cubicBezTo>
                  <a:pt x="735" y="342"/>
                  <a:pt x="736" y="343"/>
                  <a:pt x="736" y="343"/>
                </a:cubicBezTo>
                <a:cubicBezTo>
                  <a:pt x="737" y="342"/>
                  <a:pt x="737" y="342"/>
                  <a:pt x="738" y="342"/>
                </a:cubicBezTo>
                <a:cubicBezTo>
                  <a:pt x="739" y="342"/>
                  <a:pt x="739" y="341"/>
                  <a:pt x="739" y="341"/>
                </a:cubicBezTo>
                <a:cubicBezTo>
                  <a:pt x="740" y="341"/>
                  <a:pt x="740" y="341"/>
                  <a:pt x="741" y="340"/>
                </a:cubicBezTo>
                <a:cubicBezTo>
                  <a:pt x="741" y="340"/>
                  <a:pt x="741" y="339"/>
                  <a:pt x="742" y="339"/>
                </a:cubicBezTo>
                <a:cubicBezTo>
                  <a:pt x="743" y="339"/>
                  <a:pt x="743" y="338"/>
                  <a:pt x="744" y="338"/>
                </a:cubicBezTo>
                <a:cubicBezTo>
                  <a:pt x="744" y="338"/>
                  <a:pt x="745" y="338"/>
                  <a:pt x="746" y="338"/>
                </a:cubicBezTo>
                <a:cubicBezTo>
                  <a:pt x="746" y="338"/>
                  <a:pt x="746" y="338"/>
                  <a:pt x="747" y="338"/>
                </a:cubicBezTo>
                <a:cubicBezTo>
                  <a:pt x="747" y="338"/>
                  <a:pt x="747" y="338"/>
                  <a:pt x="748" y="337"/>
                </a:cubicBezTo>
                <a:cubicBezTo>
                  <a:pt x="748" y="337"/>
                  <a:pt x="749" y="336"/>
                  <a:pt x="749" y="335"/>
                </a:cubicBezTo>
                <a:cubicBezTo>
                  <a:pt x="750" y="334"/>
                  <a:pt x="751" y="334"/>
                  <a:pt x="752" y="333"/>
                </a:cubicBezTo>
                <a:cubicBezTo>
                  <a:pt x="753" y="333"/>
                  <a:pt x="753" y="333"/>
                  <a:pt x="754" y="333"/>
                </a:cubicBezTo>
                <a:cubicBezTo>
                  <a:pt x="755" y="333"/>
                  <a:pt x="756" y="333"/>
                  <a:pt x="757" y="333"/>
                </a:cubicBezTo>
                <a:cubicBezTo>
                  <a:pt x="758" y="333"/>
                  <a:pt x="758" y="333"/>
                  <a:pt x="759" y="333"/>
                </a:cubicBezTo>
                <a:cubicBezTo>
                  <a:pt x="759" y="329"/>
                  <a:pt x="759" y="329"/>
                  <a:pt x="759" y="329"/>
                </a:cubicBezTo>
                <a:cubicBezTo>
                  <a:pt x="759" y="329"/>
                  <a:pt x="759" y="329"/>
                  <a:pt x="758" y="329"/>
                </a:cubicBezTo>
                <a:cubicBezTo>
                  <a:pt x="758" y="328"/>
                  <a:pt x="758" y="328"/>
                  <a:pt x="757" y="328"/>
                </a:cubicBezTo>
                <a:cubicBezTo>
                  <a:pt x="757" y="327"/>
                  <a:pt x="757" y="327"/>
                  <a:pt x="757" y="327"/>
                </a:cubicBezTo>
                <a:cubicBezTo>
                  <a:pt x="757" y="326"/>
                  <a:pt x="757" y="326"/>
                  <a:pt x="757" y="325"/>
                </a:cubicBezTo>
                <a:cubicBezTo>
                  <a:pt x="757" y="325"/>
                  <a:pt x="757" y="325"/>
                  <a:pt x="757" y="324"/>
                </a:cubicBezTo>
                <a:cubicBezTo>
                  <a:pt x="758" y="323"/>
                  <a:pt x="758" y="323"/>
                  <a:pt x="759" y="322"/>
                </a:cubicBezTo>
                <a:cubicBezTo>
                  <a:pt x="759" y="321"/>
                  <a:pt x="759" y="321"/>
                  <a:pt x="759" y="321"/>
                </a:cubicBezTo>
                <a:cubicBezTo>
                  <a:pt x="759" y="321"/>
                  <a:pt x="759" y="321"/>
                  <a:pt x="760" y="320"/>
                </a:cubicBezTo>
                <a:cubicBezTo>
                  <a:pt x="760" y="320"/>
                  <a:pt x="760" y="320"/>
                  <a:pt x="760" y="319"/>
                </a:cubicBezTo>
                <a:cubicBezTo>
                  <a:pt x="760" y="319"/>
                  <a:pt x="761" y="319"/>
                  <a:pt x="761" y="319"/>
                </a:cubicBezTo>
                <a:cubicBezTo>
                  <a:pt x="762" y="319"/>
                  <a:pt x="762" y="319"/>
                  <a:pt x="763" y="319"/>
                </a:cubicBezTo>
                <a:cubicBezTo>
                  <a:pt x="763" y="319"/>
                  <a:pt x="763" y="318"/>
                  <a:pt x="764" y="318"/>
                </a:cubicBezTo>
                <a:cubicBezTo>
                  <a:pt x="764" y="318"/>
                  <a:pt x="764" y="317"/>
                  <a:pt x="764" y="317"/>
                </a:cubicBezTo>
                <a:cubicBezTo>
                  <a:pt x="765" y="317"/>
                  <a:pt x="765" y="317"/>
                  <a:pt x="765" y="317"/>
                </a:cubicBezTo>
                <a:cubicBezTo>
                  <a:pt x="766" y="317"/>
                  <a:pt x="766" y="317"/>
                  <a:pt x="766" y="317"/>
                </a:cubicBezTo>
                <a:cubicBezTo>
                  <a:pt x="767" y="317"/>
                  <a:pt x="767" y="316"/>
                  <a:pt x="767" y="316"/>
                </a:cubicBezTo>
                <a:cubicBezTo>
                  <a:pt x="767" y="316"/>
                  <a:pt x="768" y="316"/>
                  <a:pt x="768" y="316"/>
                </a:cubicBezTo>
                <a:cubicBezTo>
                  <a:pt x="768" y="316"/>
                  <a:pt x="768" y="316"/>
                  <a:pt x="769" y="316"/>
                </a:cubicBezTo>
                <a:cubicBezTo>
                  <a:pt x="770" y="315"/>
                  <a:pt x="771" y="316"/>
                  <a:pt x="772" y="316"/>
                </a:cubicBezTo>
                <a:cubicBezTo>
                  <a:pt x="772" y="315"/>
                  <a:pt x="773" y="315"/>
                  <a:pt x="774" y="315"/>
                </a:cubicBezTo>
                <a:cubicBezTo>
                  <a:pt x="774" y="312"/>
                  <a:pt x="774" y="312"/>
                  <a:pt x="774" y="312"/>
                </a:cubicBezTo>
                <a:cubicBezTo>
                  <a:pt x="774" y="312"/>
                  <a:pt x="774" y="312"/>
                  <a:pt x="774" y="312"/>
                </a:cubicBezTo>
                <a:cubicBezTo>
                  <a:pt x="773" y="311"/>
                  <a:pt x="773" y="310"/>
                  <a:pt x="773" y="310"/>
                </a:cubicBezTo>
                <a:cubicBezTo>
                  <a:pt x="773" y="309"/>
                  <a:pt x="773" y="309"/>
                  <a:pt x="773" y="309"/>
                </a:cubicBezTo>
                <a:cubicBezTo>
                  <a:pt x="773" y="308"/>
                  <a:pt x="773" y="307"/>
                  <a:pt x="773" y="307"/>
                </a:cubicBezTo>
                <a:cubicBezTo>
                  <a:pt x="773" y="306"/>
                  <a:pt x="774" y="306"/>
                  <a:pt x="774" y="306"/>
                </a:cubicBezTo>
                <a:cubicBezTo>
                  <a:pt x="774" y="305"/>
                  <a:pt x="775" y="305"/>
                  <a:pt x="776" y="305"/>
                </a:cubicBezTo>
                <a:cubicBezTo>
                  <a:pt x="776" y="305"/>
                  <a:pt x="777" y="305"/>
                  <a:pt x="777" y="305"/>
                </a:cubicBezTo>
                <a:cubicBezTo>
                  <a:pt x="778" y="305"/>
                  <a:pt x="779" y="305"/>
                  <a:pt x="779" y="305"/>
                </a:cubicBezTo>
                <a:cubicBezTo>
                  <a:pt x="780" y="305"/>
                  <a:pt x="780" y="305"/>
                  <a:pt x="780" y="305"/>
                </a:cubicBezTo>
                <a:cubicBezTo>
                  <a:pt x="782" y="306"/>
                  <a:pt x="782" y="306"/>
                  <a:pt x="783" y="307"/>
                </a:cubicBezTo>
                <a:cubicBezTo>
                  <a:pt x="784" y="307"/>
                  <a:pt x="785" y="307"/>
                  <a:pt x="786" y="307"/>
                </a:cubicBezTo>
                <a:cubicBezTo>
                  <a:pt x="787" y="307"/>
                  <a:pt x="787" y="307"/>
                  <a:pt x="787" y="307"/>
                </a:cubicBezTo>
                <a:cubicBezTo>
                  <a:pt x="787" y="307"/>
                  <a:pt x="788" y="307"/>
                  <a:pt x="788" y="307"/>
                </a:cubicBezTo>
                <a:cubicBezTo>
                  <a:pt x="788" y="307"/>
                  <a:pt x="789" y="307"/>
                  <a:pt x="789" y="307"/>
                </a:cubicBezTo>
                <a:cubicBezTo>
                  <a:pt x="789" y="306"/>
                  <a:pt x="789" y="306"/>
                  <a:pt x="789" y="305"/>
                </a:cubicBezTo>
                <a:cubicBezTo>
                  <a:pt x="789" y="305"/>
                  <a:pt x="789" y="305"/>
                  <a:pt x="789" y="304"/>
                </a:cubicBezTo>
                <a:cubicBezTo>
                  <a:pt x="789" y="304"/>
                  <a:pt x="790" y="304"/>
                  <a:pt x="790" y="304"/>
                </a:cubicBezTo>
                <a:cubicBezTo>
                  <a:pt x="790" y="304"/>
                  <a:pt x="790" y="303"/>
                  <a:pt x="791" y="303"/>
                </a:cubicBezTo>
                <a:cubicBezTo>
                  <a:pt x="791" y="303"/>
                  <a:pt x="791" y="303"/>
                  <a:pt x="792" y="303"/>
                </a:cubicBezTo>
                <a:cubicBezTo>
                  <a:pt x="793" y="303"/>
                  <a:pt x="793" y="303"/>
                  <a:pt x="793" y="303"/>
                </a:cubicBezTo>
                <a:cubicBezTo>
                  <a:pt x="793" y="303"/>
                  <a:pt x="794" y="303"/>
                  <a:pt x="795" y="303"/>
                </a:cubicBezTo>
                <a:cubicBezTo>
                  <a:pt x="795" y="303"/>
                  <a:pt x="795" y="302"/>
                  <a:pt x="796" y="302"/>
                </a:cubicBezTo>
                <a:cubicBezTo>
                  <a:pt x="796" y="302"/>
                  <a:pt x="796" y="302"/>
                  <a:pt x="796" y="301"/>
                </a:cubicBezTo>
                <a:cubicBezTo>
                  <a:pt x="797" y="301"/>
                  <a:pt x="797" y="301"/>
                  <a:pt x="797" y="301"/>
                </a:cubicBezTo>
                <a:cubicBezTo>
                  <a:pt x="798" y="300"/>
                  <a:pt x="798" y="300"/>
                  <a:pt x="798" y="300"/>
                </a:cubicBezTo>
                <a:cubicBezTo>
                  <a:pt x="799" y="300"/>
                  <a:pt x="799" y="300"/>
                  <a:pt x="799" y="300"/>
                </a:cubicBezTo>
                <a:cubicBezTo>
                  <a:pt x="800" y="300"/>
                  <a:pt x="801" y="300"/>
                  <a:pt x="801" y="301"/>
                </a:cubicBezTo>
                <a:cubicBezTo>
                  <a:pt x="802" y="301"/>
                  <a:pt x="802" y="302"/>
                  <a:pt x="803" y="303"/>
                </a:cubicBezTo>
                <a:cubicBezTo>
                  <a:pt x="804" y="304"/>
                  <a:pt x="804" y="304"/>
                  <a:pt x="805" y="305"/>
                </a:cubicBezTo>
                <a:cubicBezTo>
                  <a:pt x="805" y="306"/>
                  <a:pt x="805" y="306"/>
                  <a:pt x="805" y="306"/>
                </a:cubicBezTo>
                <a:cubicBezTo>
                  <a:pt x="805" y="307"/>
                  <a:pt x="805" y="307"/>
                  <a:pt x="805" y="307"/>
                </a:cubicBezTo>
                <a:cubicBezTo>
                  <a:pt x="806" y="308"/>
                  <a:pt x="806" y="308"/>
                  <a:pt x="806" y="308"/>
                </a:cubicBezTo>
                <a:cubicBezTo>
                  <a:pt x="806" y="308"/>
                  <a:pt x="807" y="309"/>
                  <a:pt x="807" y="309"/>
                </a:cubicBezTo>
                <a:cubicBezTo>
                  <a:pt x="808" y="309"/>
                  <a:pt x="808" y="309"/>
                  <a:pt x="808" y="309"/>
                </a:cubicBezTo>
                <a:cubicBezTo>
                  <a:pt x="808" y="309"/>
                  <a:pt x="809" y="309"/>
                  <a:pt x="809" y="310"/>
                </a:cubicBezTo>
                <a:cubicBezTo>
                  <a:pt x="809" y="310"/>
                  <a:pt x="810" y="310"/>
                  <a:pt x="810" y="311"/>
                </a:cubicBezTo>
                <a:cubicBezTo>
                  <a:pt x="810" y="311"/>
                  <a:pt x="810" y="311"/>
                  <a:pt x="810" y="312"/>
                </a:cubicBezTo>
                <a:cubicBezTo>
                  <a:pt x="810" y="312"/>
                  <a:pt x="811" y="312"/>
                  <a:pt x="811" y="312"/>
                </a:cubicBezTo>
                <a:cubicBezTo>
                  <a:pt x="812" y="313"/>
                  <a:pt x="812" y="313"/>
                  <a:pt x="812" y="313"/>
                </a:cubicBezTo>
                <a:cubicBezTo>
                  <a:pt x="812" y="313"/>
                  <a:pt x="813" y="313"/>
                  <a:pt x="813" y="314"/>
                </a:cubicBezTo>
                <a:cubicBezTo>
                  <a:pt x="813" y="314"/>
                  <a:pt x="814" y="314"/>
                  <a:pt x="814" y="315"/>
                </a:cubicBezTo>
                <a:cubicBezTo>
                  <a:pt x="814" y="315"/>
                  <a:pt x="815" y="315"/>
                  <a:pt x="815" y="315"/>
                </a:cubicBezTo>
                <a:cubicBezTo>
                  <a:pt x="815" y="315"/>
                  <a:pt x="815" y="316"/>
                  <a:pt x="816" y="316"/>
                </a:cubicBezTo>
                <a:cubicBezTo>
                  <a:pt x="816" y="316"/>
                  <a:pt x="817" y="316"/>
                  <a:pt x="817" y="317"/>
                </a:cubicBezTo>
                <a:cubicBezTo>
                  <a:pt x="818" y="317"/>
                  <a:pt x="818" y="317"/>
                  <a:pt x="819" y="317"/>
                </a:cubicBezTo>
                <a:cubicBezTo>
                  <a:pt x="819" y="317"/>
                  <a:pt x="820" y="317"/>
                  <a:pt x="820" y="317"/>
                </a:cubicBezTo>
                <a:cubicBezTo>
                  <a:pt x="820" y="317"/>
                  <a:pt x="821" y="317"/>
                  <a:pt x="821" y="318"/>
                </a:cubicBezTo>
                <a:cubicBezTo>
                  <a:pt x="821" y="318"/>
                  <a:pt x="821" y="318"/>
                  <a:pt x="822" y="319"/>
                </a:cubicBezTo>
                <a:cubicBezTo>
                  <a:pt x="822" y="320"/>
                  <a:pt x="823" y="321"/>
                  <a:pt x="824" y="321"/>
                </a:cubicBezTo>
                <a:cubicBezTo>
                  <a:pt x="824" y="321"/>
                  <a:pt x="825" y="321"/>
                  <a:pt x="825" y="321"/>
                </a:cubicBezTo>
                <a:cubicBezTo>
                  <a:pt x="825" y="322"/>
                  <a:pt x="825" y="322"/>
                  <a:pt x="826" y="322"/>
                </a:cubicBezTo>
                <a:cubicBezTo>
                  <a:pt x="826" y="322"/>
                  <a:pt x="826" y="322"/>
                  <a:pt x="827" y="322"/>
                </a:cubicBezTo>
                <a:cubicBezTo>
                  <a:pt x="827" y="323"/>
                  <a:pt x="827" y="324"/>
                  <a:pt x="828" y="324"/>
                </a:cubicBezTo>
                <a:cubicBezTo>
                  <a:pt x="828" y="325"/>
                  <a:pt x="829" y="325"/>
                  <a:pt x="830" y="326"/>
                </a:cubicBezTo>
                <a:cubicBezTo>
                  <a:pt x="830" y="326"/>
                  <a:pt x="830" y="326"/>
                  <a:pt x="830" y="327"/>
                </a:cubicBezTo>
                <a:cubicBezTo>
                  <a:pt x="830" y="327"/>
                  <a:pt x="830" y="327"/>
                  <a:pt x="831" y="328"/>
                </a:cubicBezTo>
                <a:cubicBezTo>
                  <a:pt x="831" y="328"/>
                  <a:pt x="831" y="329"/>
                  <a:pt x="831" y="330"/>
                </a:cubicBezTo>
                <a:cubicBezTo>
                  <a:pt x="831" y="330"/>
                  <a:pt x="831" y="331"/>
                  <a:pt x="831" y="331"/>
                </a:cubicBezTo>
                <a:cubicBezTo>
                  <a:pt x="829" y="331"/>
                  <a:pt x="827" y="331"/>
                  <a:pt x="826" y="332"/>
                </a:cubicBezTo>
                <a:cubicBezTo>
                  <a:pt x="825" y="333"/>
                  <a:pt x="826" y="333"/>
                  <a:pt x="825" y="333"/>
                </a:cubicBezTo>
                <a:cubicBezTo>
                  <a:pt x="825" y="333"/>
                  <a:pt x="824" y="333"/>
                  <a:pt x="824" y="334"/>
                </a:cubicBezTo>
                <a:cubicBezTo>
                  <a:pt x="823" y="334"/>
                  <a:pt x="823" y="334"/>
                  <a:pt x="822" y="334"/>
                </a:cubicBezTo>
                <a:cubicBezTo>
                  <a:pt x="822" y="334"/>
                  <a:pt x="821" y="333"/>
                  <a:pt x="821" y="333"/>
                </a:cubicBezTo>
                <a:cubicBezTo>
                  <a:pt x="818" y="333"/>
                  <a:pt x="817" y="333"/>
                  <a:pt x="814" y="333"/>
                </a:cubicBezTo>
                <a:cubicBezTo>
                  <a:pt x="815" y="334"/>
                  <a:pt x="815" y="334"/>
                  <a:pt x="815" y="334"/>
                </a:cubicBezTo>
                <a:cubicBezTo>
                  <a:pt x="815" y="335"/>
                  <a:pt x="816" y="335"/>
                  <a:pt x="817" y="335"/>
                </a:cubicBezTo>
                <a:cubicBezTo>
                  <a:pt x="817" y="336"/>
                  <a:pt x="817" y="336"/>
                  <a:pt x="818" y="336"/>
                </a:cubicBezTo>
                <a:cubicBezTo>
                  <a:pt x="818" y="336"/>
                  <a:pt x="818" y="337"/>
                  <a:pt x="818" y="337"/>
                </a:cubicBezTo>
                <a:cubicBezTo>
                  <a:pt x="818" y="337"/>
                  <a:pt x="818" y="338"/>
                  <a:pt x="818" y="338"/>
                </a:cubicBezTo>
                <a:cubicBezTo>
                  <a:pt x="819" y="338"/>
                  <a:pt x="819" y="339"/>
                  <a:pt x="819" y="339"/>
                </a:cubicBezTo>
                <a:cubicBezTo>
                  <a:pt x="820" y="339"/>
                  <a:pt x="820" y="339"/>
                  <a:pt x="820" y="339"/>
                </a:cubicBezTo>
                <a:cubicBezTo>
                  <a:pt x="821" y="339"/>
                  <a:pt x="822" y="339"/>
                  <a:pt x="822" y="339"/>
                </a:cubicBezTo>
                <a:cubicBezTo>
                  <a:pt x="828" y="339"/>
                  <a:pt x="828" y="339"/>
                  <a:pt x="828" y="339"/>
                </a:cubicBezTo>
                <a:cubicBezTo>
                  <a:pt x="828" y="336"/>
                  <a:pt x="828" y="336"/>
                  <a:pt x="828" y="336"/>
                </a:cubicBezTo>
                <a:cubicBezTo>
                  <a:pt x="828" y="336"/>
                  <a:pt x="829" y="335"/>
                  <a:pt x="829" y="335"/>
                </a:cubicBezTo>
                <a:cubicBezTo>
                  <a:pt x="830" y="335"/>
                  <a:pt x="830" y="334"/>
                  <a:pt x="831" y="334"/>
                </a:cubicBezTo>
                <a:cubicBezTo>
                  <a:pt x="831" y="334"/>
                  <a:pt x="832" y="333"/>
                  <a:pt x="832" y="333"/>
                </a:cubicBezTo>
                <a:cubicBezTo>
                  <a:pt x="832" y="333"/>
                  <a:pt x="833" y="333"/>
                  <a:pt x="833" y="333"/>
                </a:cubicBezTo>
                <a:cubicBezTo>
                  <a:pt x="833" y="333"/>
                  <a:pt x="833" y="332"/>
                  <a:pt x="833" y="332"/>
                </a:cubicBezTo>
                <a:cubicBezTo>
                  <a:pt x="833" y="331"/>
                  <a:pt x="833" y="331"/>
                  <a:pt x="834" y="330"/>
                </a:cubicBezTo>
                <a:cubicBezTo>
                  <a:pt x="834" y="330"/>
                  <a:pt x="834" y="330"/>
                  <a:pt x="834" y="329"/>
                </a:cubicBezTo>
                <a:cubicBezTo>
                  <a:pt x="834" y="329"/>
                  <a:pt x="834" y="329"/>
                  <a:pt x="835" y="329"/>
                </a:cubicBezTo>
                <a:cubicBezTo>
                  <a:pt x="835" y="328"/>
                  <a:pt x="835" y="329"/>
                  <a:pt x="836" y="329"/>
                </a:cubicBezTo>
                <a:cubicBezTo>
                  <a:pt x="836" y="328"/>
                  <a:pt x="837" y="328"/>
                  <a:pt x="837" y="328"/>
                </a:cubicBezTo>
                <a:cubicBezTo>
                  <a:pt x="837" y="327"/>
                  <a:pt x="838" y="327"/>
                  <a:pt x="838" y="327"/>
                </a:cubicBezTo>
                <a:cubicBezTo>
                  <a:pt x="838" y="327"/>
                  <a:pt x="837" y="326"/>
                  <a:pt x="837" y="326"/>
                </a:cubicBezTo>
                <a:cubicBezTo>
                  <a:pt x="837" y="325"/>
                  <a:pt x="837" y="325"/>
                  <a:pt x="837" y="325"/>
                </a:cubicBezTo>
                <a:cubicBezTo>
                  <a:pt x="837" y="325"/>
                  <a:pt x="837" y="325"/>
                  <a:pt x="836" y="325"/>
                </a:cubicBezTo>
                <a:cubicBezTo>
                  <a:pt x="834" y="325"/>
                  <a:pt x="834" y="325"/>
                  <a:pt x="834" y="325"/>
                </a:cubicBezTo>
                <a:cubicBezTo>
                  <a:pt x="834" y="325"/>
                  <a:pt x="834" y="325"/>
                  <a:pt x="833" y="325"/>
                </a:cubicBezTo>
                <a:cubicBezTo>
                  <a:pt x="833" y="324"/>
                  <a:pt x="833" y="324"/>
                  <a:pt x="833" y="324"/>
                </a:cubicBezTo>
                <a:cubicBezTo>
                  <a:pt x="833" y="323"/>
                  <a:pt x="834" y="323"/>
                  <a:pt x="834" y="322"/>
                </a:cubicBezTo>
                <a:cubicBezTo>
                  <a:pt x="837" y="322"/>
                  <a:pt x="837" y="322"/>
                  <a:pt x="837" y="322"/>
                </a:cubicBezTo>
                <a:cubicBezTo>
                  <a:pt x="838" y="322"/>
                  <a:pt x="838" y="323"/>
                  <a:pt x="839" y="323"/>
                </a:cubicBezTo>
                <a:cubicBezTo>
                  <a:pt x="840" y="323"/>
                  <a:pt x="840" y="323"/>
                  <a:pt x="840" y="324"/>
                </a:cubicBezTo>
                <a:cubicBezTo>
                  <a:pt x="841" y="324"/>
                  <a:pt x="841" y="325"/>
                  <a:pt x="841" y="325"/>
                </a:cubicBezTo>
                <a:cubicBezTo>
                  <a:pt x="842" y="325"/>
                  <a:pt x="842" y="324"/>
                  <a:pt x="842" y="324"/>
                </a:cubicBezTo>
                <a:cubicBezTo>
                  <a:pt x="842" y="323"/>
                  <a:pt x="841" y="322"/>
                  <a:pt x="841" y="321"/>
                </a:cubicBezTo>
                <a:cubicBezTo>
                  <a:pt x="841" y="321"/>
                  <a:pt x="841" y="320"/>
                  <a:pt x="841" y="319"/>
                </a:cubicBezTo>
                <a:cubicBezTo>
                  <a:pt x="840" y="319"/>
                  <a:pt x="840" y="319"/>
                  <a:pt x="840" y="319"/>
                </a:cubicBezTo>
                <a:cubicBezTo>
                  <a:pt x="839" y="319"/>
                  <a:pt x="839" y="319"/>
                  <a:pt x="839" y="319"/>
                </a:cubicBezTo>
                <a:cubicBezTo>
                  <a:pt x="838" y="319"/>
                  <a:pt x="838" y="319"/>
                  <a:pt x="838" y="318"/>
                </a:cubicBezTo>
                <a:cubicBezTo>
                  <a:pt x="837" y="318"/>
                  <a:pt x="837" y="318"/>
                  <a:pt x="837" y="318"/>
                </a:cubicBezTo>
                <a:cubicBezTo>
                  <a:pt x="836" y="317"/>
                  <a:pt x="836" y="317"/>
                  <a:pt x="836" y="317"/>
                </a:cubicBezTo>
                <a:cubicBezTo>
                  <a:pt x="835" y="317"/>
                  <a:pt x="835" y="317"/>
                  <a:pt x="835" y="317"/>
                </a:cubicBezTo>
                <a:cubicBezTo>
                  <a:pt x="834" y="316"/>
                  <a:pt x="834" y="316"/>
                  <a:pt x="834" y="316"/>
                </a:cubicBezTo>
                <a:cubicBezTo>
                  <a:pt x="834" y="315"/>
                  <a:pt x="833" y="316"/>
                  <a:pt x="833" y="316"/>
                </a:cubicBezTo>
                <a:cubicBezTo>
                  <a:pt x="833" y="315"/>
                  <a:pt x="832" y="315"/>
                  <a:pt x="832" y="315"/>
                </a:cubicBezTo>
                <a:cubicBezTo>
                  <a:pt x="832" y="314"/>
                  <a:pt x="832" y="314"/>
                  <a:pt x="832" y="314"/>
                </a:cubicBezTo>
                <a:cubicBezTo>
                  <a:pt x="832" y="314"/>
                  <a:pt x="831" y="314"/>
                  <a:pt x="831" y="314"/>
                </a:cubicBezTo>
                <a:cubicBezTo>
                  <a:pt x="831" y="314"/>
                  <a:pt x="830" y="314"/>
                  <a:pt x="830" y="314"/>
                </a:cubicBezTo>
                <a:cubicBezTo>
                  <a:pt x="830" y="314"/>
                  <a:pt x="829" y="313"/>
                  <a:pt x="829" y="313"/>
                </a:cubicBezTo>
                <a:cubicBezTo>
                  <a:pt x="829" y="313"/>
                  <a:pt x="828" y="313"/>
                  <a:pt x="828" y="313"/>
                </a:cubicBezTo>
                <a:cubicBezTo>
                  <a:pt x="828" y="313"/>
                  <a:pt x="828" y="312"/>
                  <a:pt x="828" y="312"/>
                </a:cubicBezTo>
                <a:cubicBezTo>
                  <a:pt x="827" y="312"/>
                  <a:pt x="827" y="311"/>
                  <a:pt x="827" y="311"/>
                </a:cubicBezTo>
                <a:cubicBezTo>
                  <a:pt x="826" y="311"/>
                  <a:pt x="826" y="311"/>
                  <a:pt x="826" y="311"/>
                </a:cubicBezTo>
                <a:cubicBezTo>
                  <a:pt x="825" y="311"/>
                  <a:pt x="825" y="311"/>
                  <a:pt x="825" y="311"/>
                </a:cubicBezTo>
                <a:cubicBezTo>
                  <a:pt x="825" y="311"/>
                  <a:pt x="824" y="311"/>
                  <a:pt x="824" y="311"/>
                </a:cubicBezTo>
                <a:cubicBezTo>
                  <a:pt x="824" y="311"/>
                  <a:pt x="824" y="310"/>
                  <a:pt x="824" y="310"/>
                </a:cubicBezTo>
                <a:cubicBezTo>
                  <a:pt x="824" y="309"/>
                  <a:pt x="825" y="309"/>
                  <a:pt x="825" y="309"/>
                </a:cubicBezTo>
                <a:cubicBezTo>
                  <a:pt x="825" y="309"/>
                  <a:pt x="824" y="308"/>
                  <a:pt x="824" y="308"/>
                </a:cubicBezTo>
                <a:cubicBezTo>
                  <a:pt x="824" y="307"/>
                  <a:pt x="824" y="307"/>
                  <a:pt x="824" y="307"/>
                </a:cubicBezTo>
                <a:cubicBezTo>
                  <a:pt x="823" y="307"/>
                  <a:pt x="823" y="306"/>
                  <a:pt x="823" y="306"/>
                </a:cubicBezTo>
                <a:cubicBezTo>
                  <a:pt x="822" y="306"/>
                  <a:pt x="821" y="306"/>
                  <a:pt x="820" y="305"/>
                </a:cubicBezTo>
                <a:cubicBezTo>
                  <a:pt x="820" y="305"/>
                  <a:pt x="820" y="304"/>
                  <a:pt x="819" y="304"/>
                </a:cubicBezTo>
                <a:cubicBezTo>
                  <a:pt x="819" y="304"/>
                  <a:pt x="819" y="304"/>
                  <a:pt x="818" y="304"/>
                </a:cubicBezTo>
                <a:cubicBezTo>
                  <a:pt x="818" y="304"/>
                  <a:pt x="818" y="304"/>
                  <a:pt x="818" y="303"/>
                </a:cubicBezTo>
                <a:cubicBezTo>
                  <a:pt x="818" y="302"/>
                  <a:pt x="818" y="302"/>
                  <a:pt x="818" y="301"/>
                </a:cubicBezTo>
                <a:cubicBezTo>
                  <a:pt x="817" y="301"/>
                  <a:pt x="817" y="301"/>
                  <a:pt x="816" y="301"/>
                </a:cubicBezTo>
                <a:cubicBezTo>
                  <a:pt x="815" y="301"/>
                  <a:pt x="815" y="301"/>
                  <a:pt x="814" y="301"/>
                </a:cubicBezTo>
                <a:cubicBezTo>
                  <a:pt x="814" y="299"/>
                  <a:pt x="814" y="299"/>
                  <a:pt x="814" y="299"/>
                </a:cubicBezTo>
                <a:cubicBezTo>
                  <a:pt x="815" y="298"/>
                  <a:pt x="815" y="298"/>
                  <a:pt x="815" y="298"/>
                </a:cubicBezTo>
                <a:cubicBezTo>
                  <a:pt x="815" y="297"/>
                  <a:pt x="816" y="297"/>
                  <a:pt x="816" y="297"/>
                </a:cubicBezTo>
                <a:cubicBezTo>
                  <a:pt x="816" y="296"/>
                  <a:pt x="816" y="296"/>
                  <a:pt x="816" y="296"/>
                </a:cubicBezTo>
                <a:cubicBezTo>
                  <a:pt x="816" y="296"/>
                  <a:pt x="816" y="296"/>
                  <a:pt x="816" y="295"/>
                </a:cubicBezTo>
                <a:cubicBezTo>
                  <a:pt x="815" y="295"/>
                  <a:pt x="815" y="295"/>
                  <a:pt x="815" y="295"/>
                </a:cubicBezTo>
                <a:cubicBezTo>
                  <a:pt x="815" y="294"/>
                  <a:pt x="815" y="293"/>
                  <a:pt x="815" y="293"/>
                </a:cubicBezTo>
                <a:cubicBezTo>
                  <a:pt x="816" y="293"/>
                  <a:pt x="816" y="293"/>
                  <a:pt x="817" y="293"/>
                </a:cubicBezTo>
                <a:cubicBezTo>
                  <a:pt x="817" y="293"/>
                  <a:pt x="818" y="293"/>
                  <a:pt x="818" y="293"/>
                </a:cubicBezTo>
                <a:cubicBezTo>
                  <a:pt x="819" y="293"/>
                  <a:pt x="819" y="293"/>
                  <a:pt x="819" y="294"/>
                </a:cubicBezTo>
                <a:cubicBezTo>
                  <a:pt x="819" y="294"/>
                  <a:pt x="819" y="295"/>
                  <a:pt x="819" y="295"/>
                </a:cubicBezTo>
                <a:cubicBezTo>
                  <a:pt x="820" y="295"/>
                  <a:pt x="820" y="296"/>
                  <a:pt x="820" y="296"/>
                </a:cubicBezTo>
                <a:cubicBezTo>
                  <a:pt x="820" y="296"/>
                  <a:pt x="821" y="296"/>
                  <a:pt x="821" y="296"/>
                </a:cubicBezTo>
                <a:cubicBezTo>
                  <a:pt x="821" y="296"/>
                  <a:pt x="821" y="296"/>
                  <a:pt x="822" y="296"/>
                </a:cubicBezTo>
                <a:cubicBezTo>
                  <a:pt x="822" y="296"/>
                  <a:pt x="822" y="297"/>
                  <a:pt x="823" y="297"/>
                </a:cubicBezTo>
                <a:cubicBezTo>
                  <a:pt x="823" y="297"/>
                  <a:pt x="823" y="298"/>
                  <a:pt x="823" y="298"/>
                </a:cubicBezTo>
                <a:cubicBezTo>
                  <a:pt x="824" y="298"/>
                  <a:pt x="824" y="298"/>
                  <a:pt x="824" y="298"/>
                </a:cubicBezTo>
                <a:cubicBezTo>
                  <a:pt x="825" y="298"/>
                  <a:pt x="825" y="298"/>
                  <a:pt x="825" y="298"/>
                </a:cubicBezTo>
                <a:cubicBezTo>
                  <a:pt x="826" y="298"/>
                  <a:pt x="826" y="299"/>
                  <a:pt x="826" y="299"/>
                </a:cubicBezTo>
                <a:cubicBezTo>
                  <a:pt x="827" y="299"/>
                  <a:pt x="827" y="300"/>
                  <a:pt x="827" y="300"/>
                </a:cubicBezTo>
                <a:cubicBezTo>
                  <a:pt x="827" y="301"/>
                  <a:pt x="827" y="302"/>
                  <a:pt x="828" y="302"/>
                </a:cubicBezTo>
                <a:cubicBezTo>
                  <a:pt x="828" y="302"/>
                  <a:pt x="828" y="302"/>
                  <a:pt x="829" y="302"/>
                </a:cubicBezTo>
                <a:cubicBezTo>
                  <a:pt x="829" y="303"/>
                  <a:pt x="830" y="303"/>
                  <a:pt x="831" y="304"/>
                </a:cubicBezTo>
                <a:cubicBezTo>
                  <a:pt x="831" y="304"/>
                  <a:pt x="831" y="304"/>
                  <a:pt x="831" y="304"/>
                </a:cubicBezTo>
                <a:cubicBezTo>
                  <a:pt x="832" y="304"/>
                  <a:pt x="832" y="305"/>
                  <a:pt x="832" y="305"/>
                </a:cubicBezTo>
                <a:cubicBezTo>
                  <a:pt x="833" y="306"/>
                  <a:pt x="833" y="306"/>
                  <a:pt x="834" y="306"/>
                </a:cubicBezTo>
                <a:cubicBezTo>
                  <a:pt x="835" y="306"/>
                  <a:pt x="836" y="306"/>
                  <a:pt x="836" y="306"/>
                </a:cubicBezTo>
                <a:cubicBezTo>
                  <a:pt x="836" y="307"/>
                  <a:pt x="836" y="307"/>
                  <a:pt x="836" y="307"/>
                </a:cubicBezTo>
                <a:cubicBezTo>
                  <a:pt x="837" y="308"/>
                  <a:pt x="837" y="308"/>
                  <a:pt x="837" y="308"/>
                </a:cubicBezTo>
                <a:cubicBezTo>
                  <a:pt x="837" y="308"/>
                  <a:pt x="838" y="309"/>
                  <a:pt x="838" y="309"/>
                </a:cubicBezTo>
                <a:cubicBezTo>
                  <a:pt x="839" y="309"/>
                  <a:pt x="839" y="309"/>
                  <a:pt x="840" y="310"/>
                </a:cubicBezTo>
                <a:cubicBezTo>
                  <a:pt x="841" y="310"/>
                  <a:pt x="842" y="312"/>
                  <a:pt x="843" y="312"/>
                </a:cubicBezTo>
                <a:cubicBezTo>
                  <a:pt x="843" y="312"/>
                  <a:pt x="844" y="312"/>
                  <a:pt x="845" y="312"/>
                </a:cubicBezTo>
                <a:cubicBezTo>
                  <a:pt x="845" y="313"/>
                  <a:pt x="845" y="313"/>
                  <a:pt x="846" y="313"/>
                </a:cubicBezTo>
                <a:cubicBezTo>
                  <a:pt x="846" y="313"/>
                  <a:pt x="846" y="314"/>
                  <a:pt x="846" y="314"/>
                </a:cubicBezTo>
                <a:cubicBezTo>
                  <a:pt x="846" y="315"/>
                  <a:pt x="847" y="315"/>
                  <a:pt x="847" y="315"/>
                </a:cubicBezTo>
                <a:cubicBezTo>
                  <a:pt x="847" y="315"/>
                  <a:pt x="846" y="316"/>
                  <a:pt x="846" y="316"/>
                </a:cubicBezTo>
                <a:cubicBezTo>
                  <a:pt x="846" y="316"/>
                  <a:pt x="845" y="316"/>
                  <a:pt x="845" y="317"/>
                </a:cubicBezTo>
                <a:cubicBezTo>
                  <a:pt x="845" y="317"/>
                  <a:pt x="845" y="317"/>
                  <a:pt x="845" y="318"/>
                </a:cubicBezTo>
                <a:cubicBezTo>
                  <a:pt x="845" y="318"/>
                  <a:pt x="845" y="319"/>
                  <a:pt x="845" y="319"/>
                </a:cubicBezTo>
                <a:cubicBezTo>
                  <a:pt x="845" y="320"/>
                  <a:pt x="845" y="320"/>
                  <a:pt x="845" y="321"/>
                </a:cubicBezTo>
                <a:cubicBezTo>
                  <a:pt x="846" y="321"/>
                  <a:pt x="847" y="321"/>
                  <a:pt x="847" y="322"/>
                </a:cubicBezTo>
                <a:cubicBezTo>
                  <a:pt x="847" y="323"/>
                  <a:pt x="846" y="323"/>
                  <a:pt x="847" y="324"/>
                </a:cubicBezTo>
                <a:cubicBezTo>
                  <a:pt x="847" y="325"/>
                  <a:pt x="847" y="325"/>
                  <a:pt x="848" y="326"/>
                </a:cubicBezTo>
                <a:cubicBezTo>
                  <a:pt x="848" y="326"/>
                  <a:pt x="848" y="327"/>
                  <a:pt x="848" y="327"/>
                </a:cubicBezTo>
                <a:cubicBezTo>
                  <a:pt x="849" y="327"/>
                  <a:pt x="849" y="327"/>
                  <a:pt x="849" y="327"/>
                </a:cubicBezTo>
                <a:cubicBezTo>
                  <a:pt x="849" y="327"/>
                  <a:pt x="850" y="327"/>
                  <a:pt x="850" y="327"/>
                </a:cubicBezTo>
                <a:cubicBezTo>
                  <a:pt x="851" y="327"/>
                  <a:pt x="851" y="327"/>
                  <a:pt x="852" y="327"/>
                </a:cubicBezTo>
                <a:cubicBezTo>
                  <a:pt x="852" y="331"/>
                  <a:pt x="852" y="331"/>
                  <a:pt x="852" y="331"/>
                </a:cubicBezTo>
                <a:cubicBezTo>
                  <a:pt x="850" y="331"/>
                  <a:pt x="850" y="331"/>
                  <a:pt x="850" y="331"/>
                </a:cubicBezTo>
                <a:cubicBezTo>
                  <a:pt x="850" y="331"/>
                  <a:pt x="850" y="330"/>
                  <a:pt x="850" y="330"/>
                </a:cubicBezTo>
                <a:cubicBezTo>
                  <a:pt x="849" y="330"/>
                  <a:pt x="849" y="330"/>
                  <a:pt x="849" y="330"/>
                </a:cubicBezTo>
                <a:cubicBezTo>
                  <a:pt x="848" y="330"/>
                  <a:pt x="848" y="330"/>
                  <a:pt x="848" y="330"/>
                </a:cubicBezTo>
                <a:cubicBezTo>
                  <a:pt x="848" y="331"/>
                  <a:pt x="848" y="331"/>
                  <a:pt x="848" y="331"/>
                </a:cubicBezTo>
                <a:cubicBezTo>
                  <a:pt x="848" y="332"/>
                  <a:pt x="849" y="332"/>
                  <a:pt x="849" y="332"/>
                </a:cubicBezTo>
                <a:cubicBezTo>
                  <a:pt x="849" y="333"/>
                  <a:pt x="849" y="334"/>
                  <a:pt x="850" y="334"/>
                </a:cubicBezTo>
                <a:cubicBezTo>
                  <a:pt x="850" y="334"/>
                  <a:pt x="851" y="334"/>
                  <a:pt x="851" y="335"/>
                </a:cubicBezTo>
                <a:cubicBezTo>
                  <a:pt x="851" y="335"/>
                  <a:pt x="852" y="335"/>
                  <a:pt x="852" y="336"/>
                </a:cubicBezTo>
                <a:cubicBezTo>
                  <a:pt x="852" y="335"/>
                  <a:pt x="853" y="335"/>
                  <a:pt x="853" y="335"/>
                </a:cubicBezTo>
                <a:cubicBezTo>
                  <a:pt x="853" y="335"/>
                  <a:pt x="853" y="334"/>
                  <a:pt x="853" y="334"/>
                </a:cubicBezTo>
                <a:cubicBezTo>
                  <a:pt x="853" y="334"/>
                  <a:pt x="854" y="334"/>
                  <a:pt x="854" y="333"/>
                </a:cubicBezTo>
                <a:cubicBezTo>
                  <a:pt x="854" y="334"/>
                  <a:pt x="854" y="334"/>
                  <a:pt x="854" y="334"/>
                </a:cubicBezTo>
                <a:cubicBezTo>
                  <a:pt x="855" y="335"/>
                  <a:pt x="854" y="335"/>
                  <a:pt x="855" y="335"/>
                </a:cubicBezTo>
                <a:cubicBezTo>
                  <a:pt x="855" y="336"/>
                  <a:pt x="856" y="336"/>
                  <a:pt x="857" y="336"/>
                </a:cubicBezTo>
                <a:cubicBezTo>
                  <a:pt x="857" y="337"/>
                  <a:pt x="856" y="338"/>
                  <a:pt x="856" y="338"/>
                </a:cubicBezTo>
                <a:cubicBezTo>
                  <a:pt x="856" y="339"/>
                  <a:pt x="856" y="339"/>
                  <a:pt x="856" y="339"/>
                </a:cubicBezTo>
                <a:cubicBezTo>
                  <a:pt x="856" y="340"/>
                  <a:pt x="857" y="340"/>
                  <a:pt x="857" y="340"/>
                </a:cubicBezTo>
                <a:cubicBezTo>
                  <a:pt x="860" y="340"/>
                  <a:pt x="860" y="340"/>
                  <a:pt x="860" y="340"/>
                </a:cubicBezTo>
                <a:cubicBezTo>
                  <a:pt x="860" y="340"/>
                  <a:pt x="860" y="340"/>
                  <a:pt x="861" y="340"/>
                </a:cubicBezTo>
                <a:cubicBezTo>
                  <a:pt x="861" y="340"/>
                  <a:pt x="861" y="340"/>
                  <a:pt x="861" y="340"/>
                </a:cubicBezTo>
                <a:cubicBezTo>
                  <a:pt x="862" y="340"/>
                  <a:pt x="862" y="339"/>
                  <a:pt x="862" y="339"/>
                </a:cubicBezTo>
                <a:cubicBezTo>
                  <a:pt x="862" y="339"/>
                  <a:pt x="863" y="339"/>
                  <a:pt x="863" y="338"/>
                </a:cubicBezTo>
                <a:cubicBezTo>
                  <a:pt x="863" y="338"/>
                  <a:pt x="863" y="338"/>
                  <a:pt x="863" y="338"/>
                </a:cubicBezTo>
                <a:cubicBezTo>
                  <a:pt x="863" y="337"/>
                  <a:pt x="863" y="337"/>
                  <a:pt x="863" y="337"/>
                </a:cubicBezTo>
                <a:cubicBezTo>
                  <a:pt x="863" y="336"/>
                  <a:pt x="862" y="336"/>
                  <a:pt x="862" y="336"/>
                </a:cubicBezTo>
                <a:cubicBezTo>
                  <a:pt x="862" y="335"/>
                  <a:pt x="863" y="335"/>
                  <a:pt x="863" y="335"/>
                </a:cubicBezTo>
                <a:cubicBezTo>
                  <a:pt x="863" y="334"/>
                  <a:pt x="864" y="334"/>
                  <a:pt x="864" y="334"/>
                </a:cubicBezTo>
                <a:cubicBezTo>
                  <a:pt x="864" y="334"/>
                  <a:pt x="865" y="334"/>
                  <a:pt x="865" y="334"/>
                </a:cubicBezTo>
                <a:cubicBezTo>
                  <a:pt x="866" y="335"/>
                  <a:pt x="866" y="335"/>
                  <a:pt x="866" y="335"/>
                </a:cubicBezTo>
                <a:cubicBezTo>
                  <a:pt x="866" y="335"/>
                  <a:pt x="867" y="335"/>
                  <a:pt x="867" y="335"/>
                </a:cubicBezTo>
                <a:cubicBezTo>
                  <a:pt x="868" y="335"/>
                  <a:pt x="868" y="335"/>
                  <a:pt x="868" y="335"/>
                </a:cubicBezTo>
                <a:cubicBezTo>
                  <a:pt x="868" y="335"/>
                  <a:pt x="869" y="335"/>
                  <a:pt x="869" y="335"/>
                </a:cubicBezTo>
                <a:cubicBezTo>
                  <a:pt x="869" y="334"/>
                  <a:pt x="869" y="334"/>
                  <a:pt x="869" y="333"/>
                </a:cubicBezTo>
                <a:cubicBezTo>
                  <a:pt x="869" y="333"/>
                  <a:pt x="869" y="332"/>
                  <a:pt x="869" y="332"/>
                </a:cubicBezTo>
                <a:cubicBezTo>
                  <a:pt x="869" y="332"/>
                  <a:pt x="869" y="332"/>
                  <a:pt x="869" y="332"/>
                </a:cubicBezTo>
                <a:cubicBezTo>
                  <a:pt x="870" y="332"/>
                  <a:pt x="870" y="332"/>
                  <a:pt x="871" y="332"/>
                </a:cubicBezTo>
                <a:cubicBezTo>
                  <a:pt x="872" y="332"/>
                  <a:pt x="872" y="331"/>
                  <a:pt x="872" y="331"/>
                </a:cubicBezTo>
                <a:cubicBezTo>
                  <a:pt x="872" y="331"/>
                  <a:pt x="872" y="331"/>
                  <a:pt x="871" y="330"/>
                </a:cubicBezTo>
                <a:cubicBezTo>
                  <a:pt x="871" y="330"/>
                  <a:pt x="871" y="330"/>
                  <a:pt x="870" y="330"/>
                </a:cubicBezTo>
                <a:cubicBezTo>
                  <a:pt x="870" y="329"/>
                  <a:pt x="870" y="329"/>
                  <a:pt x="870" y="329"/>
                </a:cubicBezTo>
                <a:cubicBezTo>
                  <a:pt x="869" y="328"/>
                  <a:pt x="869" y="329"/>
                  <a:pt x="868" y="329"/>
                </a:cubicBezTo>
                <a:cubicBezTo>
                  <a:pt x="868" y="329"/>
                  <a:pt x="869" y="330"/>
                  <a:pt x="869" y="330"/>
                </a:cubicBezTo>
                <a:cubicBezTo>
                  <a:pt x="869" y="331"/>
                  <a:pt x="868" y="331"/>
                  <a:pt x="868" y="331"/>
                </a:cubicBezTo>
                <a:cubicBezTo>
                  <a:pt x="868" y="331"/>
                  <a:pt x="868" y="332"/>
                  <a:pt x="867" y="331"/>
                </a:cubicBezTo>
                <a:cubicBezTo>
                  <a:pt x="867" y="331"/>
                  <a:pt x="867" y="331"/>
                  <a:pt x="866" y="331"/>
                </a:cubicBezTo>
                <a:cubicBezTo>
                  <a:pt x="866" y="331"/>
                  <a:pt x="866" y="330"/>
                  <a:pt x="866" y="330"/>
                </a:cubicBezTo>
                <a:cubicBezTo>
                  <a:pt x="865" y="330"/>
                  <a:pt x="865" y="330"/>
                  <a:pt x="865" y="329"/>
                </a:cubicBezTo>
                <a:cubicBezTo>
                  <a:pt x="864" y="329"/>
                  <a:pt x="865" y="329"/>
                  <a:pt x="865" y="328"/>
                </a:cubicBezTo>
                <a:cubicBezTo>
                  <a:pt x="864" y="328"/>
                  <a:pt x="864" y="328"/>
                  <a:pt x="864" y="327"/>
                </a:cubicBezTo>
                <a:cubicBezTo>
                  <a:pt x="864" y="327"/>
                  <a:pt x="864" y="327"/>
                  <a:pt x="864" y="326"/>
                </a:cubicBezTo>
                <a:cubicBezTo>
                  <a:pt x="864" y="326"/>
                  <a:pt x="864" y="326"/>
                  <a:pt x="864" y="325"/>
                </a:cubicBezTo>
                <a:cubicBezTo>
                  <a:pt x="863" y="325"/>
                  <a:pt x="863" y="325"/>
                  <a:pt x="863" y="325"/>
                </a:cubicBezTo>
                <a:cubicBezTo>
                  <a:pt x="862" y="325"/>
                  <a:pt x="862" y="325"/>
                  <a:pt x="862" y="325"/>
                </a:cubicBezTo>
                <a:cubicBezTo>
                  <a:pt x="861" y="325"/>
                  <a:pt x="861" y="325"/>
                  <a:pt x="861" y="324"/>
                </a:cubicBezTo>
                <a:cubicBezTo>
                  <a:pt x="860" y="324"/>
                  <a:pt x="860" y="324"/>
                  <a:pt x="860" y="324"/>
                </a:cubicBezTo>
                <a:cubicBezTo>
                  <a:pt x="860" y="323"/>
                  <a:pt x="860" y="323"/>
                  <a:pt x="860" y="323"/>
                </a:cubicBezTo>
                <a:cubicBezTo>
                  <a:pt x="860" y="322"/>
                  <a:pt x="860" y="322"/>
                  <a:pt x="860" y="322"/>
                </a:cubicBezTo>
                <a:cubicBezTo>
                  <a:pt x="860" y="321"/>
                  <a:pt x="860" y="321"/>
                  <a:pt x="861" y="321"/>
                </a:cubicBezTo>
                <a:cubicBezTo>
                  <a:pt x="861" y="321"/>
                  <a:pt x="861" y="321"/>
                  <a:pt x="861" y="321"/>
                </a:cubicBezTo>
                <a:cubicBezTo>
                  <a:pt x="862" y="321"/>
                  <a:pt x="862" y="322"/>
                  <a:pt x="862" y="322"/>
                </a:cubicBezTo>
                <a:cubicBezTo>
                  <a:pt x="863" y="322"/>
                  <a:pt x="863" y="323"/>
                  <a:pt x="863" y="323"/>
                </a:cubicBezTo>
                <a:cubicBezTo>
                  <a:pt x="864" y="323"/>
                  <a:pt x="865" y="323"/>
                  <a:pt x="865" y="323"/>
                </a:cubicBezTo>
                <a:cubicBezTo>
                  <a:pt x="866" y="323"/>
                  <a:pt x="866" y="323"/>
                  <a:pt x="866" y="323"/>
                </a:cubicBezTo>
                <a:cubicBezTo>
                  <a:pt x="867" y="323"/>
                  <a:pt x="867" y="323"/>
                  <a:pt x="867" y="323"/>
                </a:cubicBezTo>
                <a:cubicBezTo>
                  <a:pt x="868" y="323"/>
                  <a:pt x="868" y="322"/>
                  <a:pt x="868" y="322"/>
                </a:cubicBezTo>
                <a:cubicBezTo>
                  <a:pt x="868" y="322"/>
                  <a:pt x="868" y="321"/>
                  <a:pt x="867" y="321"/>
                </a:cubicBezTo>
                <a:cubicBezTo>
                  <a:pt x="867" y="321"/>
                  <a:pt x="867" y="321"/>
                  <a:pt x="866" y="321"/>
                </a:cubicBezTo>
                <a:cubicBezTo>
                  <a:pt x="867" y="320"/>
                  <a:pt x="867" y="320"/>
                  <a:pt x="867" y="320"/>
                </a:cubicBezTo>
                <a:cubicBezTo>
                  <a:pt x="867" y="319"/>
                  <a:pt x="868" y="319"/>
                  <a:pt x="868" y="319"/>
                </a:cubicBezTo>
                <a:cubicBezTo>
                  <a:pt x="869" y="319"/>
                  <a:pt x="869" y="319"/>
                  <a:pt x="870" y="319"/>
                </a:cubicBezTo>
                <a:cubicBezTo>
                  <a:pt x="871" y="319"/>
                  <a:pt x="872" y="319"/>
                  <a:pt x="872" y="319"/>
                </a:cubicBezTo>
                <a:cubicBezTo>
                  <a:pt x="873" y="319"/>
                  <a:pt x="873" y="319"/>
                  <a:pt x="873" y="319"/>
                </a:cubicBezTo>
                <a:cubicBezTo>
                  <a:pt x="874" y="319"/>
                  <a:pt x="874" y="319"/>
                  <a:pt x="874" y="320"/>
                </a:cubicBezTo>
                <a:cubicBezTo>
                  <a:pt x="875" y="320"/>
                  <a:pt x="875" y="320"/>
                  <a:pt x="875" y="321"/>
                </a:cubicBezTo>
                <a:cubicBezTo>
                  <a:pt x="875" y="321"/>
                  <a:pt x="876" y="320"/>
                  <a:pt x="876" y="321"/>
                </a:cubicBezTo>
                <a:cubicBezTo>
                  <a:pt x="876" y="321"/>
                  <a:pt x="877" y="321"/>
                  <a:pt x="877" y="321"/>
                </a:cubicBezTo>
                <a:cubicBezTo>
                  <a:pt x="877" y="321"/>
                  <a:pt x="877" y="321"/>
                  <a:pt x="877" y="322"/>
                </a:cubicBezTo>
                <a:cubicBezTo>
                  <a:pt x="877" y="322"/>
                  <a:pt x="877" y="322"/>
                  <a:pt x="877" y="323"/>
                </a:cubicBezTo>
                <a:cubicBezTo>
                  <a:pt x="877" y="323"/>
                  <a:pt x="878" y="323"/>
                  <a:pt x="878" y="323"/>
                </a:cubicBezTo>
                <a:cubicBezTo>
                  <a:pt x="879" y="323"/>
                  <a:pt x="879" y="323"/>
                  <a:pt x="879" y="324"/>
                </a:cubicBezTo>
                <a:cubicBezTo>
                  <a:pt x="879" y="325"/>
                  <a:pt x="879" y="325"/>
                  <a:pt x="879" y="325"/>
                </a:cubicBezTo>
                <a:cubicBezTo>
                  <a:pt x="879" y="325"/>
                  <a:pt x="878" y="325"/>
                  <a:pt x="878" y="325"/>
                </a:cubicBezTo>
                <a:cubicBezTo>
                  <a:pt x="878" y="325"/>
                  <a:pt x="877" y="325"/>
                  <a:pt x="877" y="326"/>
                </a:cubicBezTo>
                <a:cubicBezTo>
                  <a:pt x="877" y="327"/>
                  <a:pt x="877" y="327"/>
                  <a:pt x="878" y="328"/>
                </a:cubicBezTo>
                <a:cubicBezTo>
                  <a:pt x="879" y="329"/>
                  <a:pt x="879" y="329"/>
                  <a:pt x="880" y="329"/>
                </a:cubicBezTo>
                <a:cubicBezTo>
                  <a:pt x="881" y="330"/>
                  <a:pt x="881" y="331"/>
                  <a:pt x="881" y="332"/>
                </a:cubicBezTo>
                <a:cubicBezTo>
                  <a:pt x="881" y="332"/>
                  <a:pt x="880" y="332"/>
                  <a:pt x="880" y="332"/>
                </a:cubicBezTo>
                <a:cubicBezTo>
                  <a:pt x="880" y="332"/>
                  <a:pt x="881" y="333"/>
                  <a:pt x="881" y="333"/>
                </a:cubicBezTo>
                <a:cubicBezTo>
                  <a:pt x="881" y="333"/>
                  <a:pt x="880" y="334"/>
                  <a:pt x="880" y="334"/>
                </a:cubicBezTo>
                <a:cubicBezTo>
                  <a:pt x="880" y="335"/>
                  <a:pt x="880" y="335"/>
                  <a:pt x="880" y="335"/>
                </a:cubicBezTo>
                <a:cubicBezTo>
                  <a:pt x="880" y="335"/>
                  <a:pt x="881" y="335"/>
                  <a:pt x="881" y="336"/>
                </a:cubicBezTo>
                <a:cubicBezTo>
                  <a:pt x="881" y="336"/>
                  <a:pt x="881" y="336"/>
                  <a:pt x="881" y="337"/>
                </a:cubicBezTo>
                <a:cubicBezTo>
                  <a:pt x="882" y="337"/>
                  <a:pt x="882" y="337"/>
                  <a:pt x="882" y="337"/>
                </a:cubicBezTo>
                <a:cubicBezTo>
                  <a:pt x="882" y="337"/>
                  <a:pt x="882" y="338"/>
                  <a:pt x="882" y="338"/>
                </a:cubicBezTo>
                <a:cubicBezTo>
                  <a:pt x="882" y="338"/>
                  <a:pt x="882" y="338"/>
                  <a:pt x="883" y="338"/>
                </a:cubicBezTo>
                <a:cubicBezTo>
                  <a:pt x="883" y="338"/>
                  <a:pt x="883" y="338"/>
                  <a:pt x="883" y="338"/>
                </a:cubicBezTo>
                <a:cubicBezTo>
                  <a:pt x="883" y="339"/>
                  <a:pt x="883" y="339"/>
                  <a:pt x="884" y="339"/>
                </a:cubicBezTo>
                <a:cubicBezTo>
                  <a:pt x="884" y="339"/>
                  <a:pt x="884" y="339"/>
                  <a:pt x="884" y="339"/>
                </a:cubicBezTo>
                <a:cubicBezTo>
                  <a:pt x="884" y="340"/>
                  <a:pt x="885" y="340"/>
                  <a:pt x="885" y="340"/>
                </a:cubicBezTo>
                <a:cubicBezTo>
                  <a:pt x="885" y="340"/>
                  <a:pt x="884" y="341"/>
                  <a:pt x="884" y="341"/>
                </a:cubicBezTo>
                <a:cubicBezTo>
                  <a:pt x="884" y="341"/>
                  <a:pt x="884" y="341"/>
                  <a:pt x="884" y="341"/>
                </a:cubicBezTo>
                <a:cubicBezTo>
                  <a:pt x="884" y="341"/>
                  <a:pt x="884" y="342"/>
                  <a:pt x="884" y="342"/>
                </a:cubicBezTo>
                <a:cubicBezTo>
                  <a:pt x="884" y="342"/>
                  <a:pt x="883" y="342"/>
                  <a:pt x="883" y="342"/>
                </a:cubicBezTo>
                <a:cubicBezTo>
                  <a:pt x="883" y="343"/>
                  <a:pt x="883" y="343"/>
                  <a:pt x="883" y="343"/>
                </a:cubicBezTo>
                <a:cubicBezTo>
                  <a:pt x="883" y="344"/>
                  <a:pt x="883" y="344"/>
                  <a:pt x="884" y="345"/>
                </a:cubicBezTo>
                <a:cubicBezTo>
                  <a:pt x="884" y="345"/>
                  <a:pt x="884" y="345"/>
                  <a:pt x="884" y="345"/>
                </a:cubicBezTo>
                <a:cubicBezTo>
                  <a:pt x="884" y="345"/>
                  <a:pt x="884" y="345"/>
                  <a:pt x="884" y="346"/>
                </a:cubicBezTo>
                <a:cubicBezTo>
                  <a:pt x="884" y="346"/>
                  <a:pt x="885" y="346"/>
                  <a:pt x="885" y="346"/>
                </a:cubicBezTo>
                <a:cubicBezTo>
                  <a:pt x="885" y="346"/>
                  <a:pt x="886" y="345"/>
                  <a:pt x="886" y="345"/>
                </a:cubicBezTo>
                <a:cubicBezTo>
                  <a:pt x="886" y="345"/>
                  <a:pt x="886" y="345"/>
                  <a:pt x="886" y="344"/>
                </a:cubicBezTo>
                <a:cubicBezTo>
                  <a:pt x="886" y="344"/>
                  <a:pt x="886" y="344"/>
                  <a:pt x="886" y="344"/>
                </a:cubicBezTo>
                <a:cubicBezTo>
                  <a:pt x="886" y="344"/>
                  <a:pt x="886" y="343"/>
                  <a:pt x="886" y="343"/>
                </a:cubicBezTo>
                <a:cubicBezTo>
                  <a:pt x="886" y="343"/>
                  <a:pt x="886" y="342"/>
                  <a:pt x="886" y="342"/>
                </a:cubicBezTo>
                <a:cubicBezTo>
                  <a:pt x="886" y="342"/>
                  <a:pt x="886" y="341"/>
                  <a:pt x="886" y="341"/>
                </a:cubicBezTo>
                <a:cubicBezTo>
                  <a:pt x="886" y="341"/>
                  <a:pt x="886" y="340"/>
                  <a:pt x="886" y="340"/>
                </a:cubicBezTo>
                <a:cubicBezTo>
                  <a:pt x="887" y="340"/>
                  <a:pt x="887" y="340"/>
                  <a:pt x="887" y="340"/>
                </a:cubicBezTo>
                <a:cubicBezTo>
                  <a:pt x="887" y="340"/>
                  <a:pt x="887" y="340"/>
                  <a:pt x="887" y="340"/>
                </a:cubicBezTo>
                <a:cubicBezTo>
                  <a:pt x="888" y="340"/>
                  <a:pt x="888" y="340"/>
                  <a:pt x="888" y="340"/>
                </a:cubicBezTo>
                <a:cubicBezTo>
                  <a:pt x="888" y="341"/>
                  <a:pt x="888" y="341"/>
                  <a:pt x="888" y="341"/>
                </a:cubicBezTo>
                <a:cubicBezTo>
                  <a:pt x="888" y="341"/>
                  <a:pt x="889" y="341"/>
                  <a:pt x="889" y="341"/>
                </a:cubicBezTo>
                <a:cubicBezTo>
                  <a:pt x="889" y="342"/>
                  <a:pt x="889" y="342"/>
                  <a:pt x="890" y="342"/>
                </a:cubicBezTo>
                <a:cubicBezTo>
                  <a:pt x="890" y="342"/>
                  <a:pt x="890" y="342"/>
                  <a:pt x="890" y="343"/>
                </a:cubicBezTo>
                <a:cubicBezTo>
                  <a:pt x="890" y="343"/>
                  <a:pt x="891" y="343"/>
                  <a:pt x="891" y="343"/>
                </a:cubicBezTo>
                <a:cubicBezTo>
                  <a:pt x="891" y="343"/>
                  <a:pt x="891" y="344"/>
                  <a:pt x="891" y="344"/>
                </a:cubicBezTo>
                <a:cubicBezTo>
                  <a:pt x="891" y="344"/>
                  <a:pt x="891" y="344"/>
                  <a:pt x="892" y="344"/>
                </a:cubicBezTo>
                <a:cubicBezTo>
                  <a:pt x="892" y="344"/>
                  <a:pt x="892" y="344"/>
                  <a:pt x="892" y="344"/>
                </a:cubicBezTo>
                <a:cubicBezTo>
                  <a:pt x="892" y="344"/>
                  <a:pt x="893" y="344"/>
                  <a:pt x="893" y="344"/>
                </a:cubicBezTo>
                <a:cubicBezTo>
                  <a:pt x="893" y="344"/>
                  <a:pt x="894" y="344"/>
                  <a:pt x="894" y="344"/>
                </a:cubicBezTo>
                <a:cubicBezTo>
                  <a:pt x="894" y="344"/>
                  <a:pt x="894" y="344"/>
                  <a:pt x="894" y="344"/>
                </a:cubicBezTo>
                <a:cubicBezTo>
                  <a:pt x="895" y="345"/>
                  <a:pt x="895" y="345"/>
                  <a:pt x="895" y="345"/>
                </a:cubicBezTo>
                <a:cubicBezTo>
                  <a:pt x="896" y="345"/>
                  <a:pt x="896" y="345"/>
                  <a:pt x="896" y="345"/>
                </a:cubicBezTo>
                <a:cubicBezTo>
                  <a:pt x="896" y="344"/>
                  <a:pt x="896" y="344"/>
                  <a:pt x="896" y="344"/>
                </a:cubicBezTo>
                <a:cubicBezTo>
                  <a:pt x="897" y="344"/>
                  <a:pt x="897" y="344"/>
                  <a:pt x="897" y="344"/>
                </a:cubicBezTo>
                <a:cubicBezTo>
                  <a:pt x="897" y="344"/>
                  <a:pt x="897" y="344"/>
                  <a:pt x="897" y="343"/>
                </a:cubicBezTo>
                <a:cubicBezTo>
                  <a:pt x="897" y="343"/>
                  <a:pt x="897" y="343"/>
                  <a:pt x="897" y="343"/>
                </a:cubicBezTo>
                <a:cubicBezTo>
                  <a:pt x="897" y="342"/>
                  <a:pt x="897" y="342"/>
                  <a:pt x="897" y="342"/>
                </a:cubicBezTo>
                <a:cubicBezTo>
                  <a:pt x="897" y="341"/>
                  <a:pt x="897" y="341"/>
                  <a:pt x="897" y="341"/>
                </a:cubicBezTo>
                <a:cubicBezTo>
                  <a:pt x="897" y="341"/>
                  <a:pt x="897" y="341"/>
                  <a:pt x="897" y="341"/>
                </a:cubicBezTo>
                <a:cubicBezTo>
                  <a:pt x="897" y="340"/>
                  <a:pt x="897" y="340"/>
                  <a:pt x="898" y="340"/>
                </a:cubicBezTo>
                <a:cubicBezTo>
                  <a:pt x="898" y="340"/>
                  <a:pt x="898" y="340"/>
                  <a:pt x="898" y="340"/>
                </a:cubicBezTo>
                <a:cubicBezTo>
                  <a:pt x="899" y="339"/>
                  <a:pt x="899" y="339"/>
                  <a:pt x="899" y="339"/>
                </a:cubicBezTo>
                <a:cubicBezTo>
                  <a:pt x="900" y="339"/>
                  <a:pt x="900" y="339"/>
                  <a:pt x="901" y="340"/>
                </a:cubicBezTo>
                <a:cubicBezTo>
                  <a:pt x="901" y="340"/>
                  <a:pt x="901" y="340"/>
                  <a:pt x="901" y="340"/>
                </a:cubicBezTo>
                <a:cubicBezTo>
                  <a:pt x="902" y="340"/>
                  <a:pt x="902" y="341"/>
                  <a:pt x="902" y="341"/>
                </a:cubicBezTo>
                <a:cubicBezTo>
                  <a:pt x="902" y="341"/>
                  <a:pt x="902" y="341"/>
                  <a:pt x="903" y="341"/>
                </a:cubicBezTo>
                <a:cubicBezTo>
                  <a:pt x="903" y="342"/>
                  <a:pt x="903" y="342"/>
                  <a:pt x="904" y="342"/>
                </a:cubicBezTo>
                <a:cubicBezTo>
                  <a:pt x="904" y="342"/>
                  <a:pt x="904" y="342"/>
                  <a:pt x="904" y="343"/>
                </a:cubicBezTo>
                <a:cubicBezTo>
                  <a:pt x="904" y="343"/>
                  <a:pt x="904" y="343"/>
                  <a:pt x="905" y="343"/>
                </a:cubicBezTo>
                <a:cubicBezTo>
                  <a:pt x="905" y="343"/>
                  <a:pt x="905" y="343"/>
                  <a:pt x="905" y="343"/>
                </a:cubicBezTo>
                <a:cubicBezTo>
                  <a:pt x="905" y="344"/>
                  <a:pt x="905" y="344"/>
                  <a:pt x="906" y="344"/>
                </a:cubicBezTo>
                <a:cubicBezTo>
                  <a:pt x="906" y="344"/>
                  <a:pt x="906" y="344"/>
                  <a:pt x="906" y="344"/>
                </a:cubicBezTo>
                <a:cubicBezTo>
                  <a:pt x="913" y="344"/>
                  <a:pt x="913" y="344"/>
                  <a:pt x="913" y="344"/>
                </a:cubicBezTo>
                <a:cubicBezTo>
                  <a:pt x="913" y="343"/>
                  <a:pt x="913" y="343"/>
                  <a:pt x="913" y="342"/>
                </a:cubicBezTo>
                <a:cubicBezTo>
                  <a:pt x="913" y="342"/>
                  <a:pt x="913" y="342"/>
                  <a:pt x="913" y="342"/>
                </a:cubicBezTo>
                <a:cubicBezTo>
                  <a:pt x="913" y="341"/>
                  <a:pt x="912" y="341"/>
                  <a:pt x="912" y="341"/>
                </a:cubicBezTo>
                <a:cubicBezTo>
                  <a:pt x="912" y="340"/>
                  <a:pt x="913" y="340"/>
                  <a:pt x="913" y="340"/>
                </a:cubicBezTo>
                <a:cubicBezTo>
                  <a:pt x="913" y="340"/>
                  <a:pt x="913" y="340"/>
                  <a:pt x="913" y="340"/>
                </a:cubicBezTo>
                <a:cubicBezTo>
                  <a:pt x="914" y="340"/>
                  <a:pt x="914" y="340"/>
                  <a:pt x="914" y="340"/>
                </a:cubicBezTo>
                <a:cubicBezTo>
                  <a:pt x="914" y="340"/>
                  <a:pt x="914" y="340"/>
                  <a:pt x="914" y="340"/>
                </a:cubicBezTo>
                <a:cubicBezTo>
                  <a:pt x="915" y="340"/>
                  <a:pt x="915" y="340"/>
                  <a:pt x="915" y="340"/>
                </a:cubicBezTo>
                <a:cubicBezTo>
                  <a:pt x="916" y="340"/>
                  <a:pt x="916" y="340"/>
                  <a:pt x="917" y="340"/>
                </a:cubicBezTo>
                <a:cubicBezTo>
                  <a:pt x="917" y="340"/>
                  <a:pt x="917" y="341"/>
                  <a:pt x="917" y="341"/>
                </a:cubicBezTo>
                <a:cubicBezTo>
                  <a:pt x="918" y="341"/>
                  <a:pt x="918" y="341"/>
                  <a:pt x="918" y="341"/>
                </a:cubicBezTo>
                <a:cubicBezTo>
                  <a:pt x="918" y="341"/>
                  <a:pt x="918" y="341"/>
                  <a:pt x="919" y="341"/>
                </a:cubicBezTo>
                <a:cubicBezTo>
                  <a:pt x="919" y="341"/>
                  <a:pt x="919" y="341"/>
                  <a:pt x="919" y="341"/>
                </a:cubicBezTo>
                <a:cubicBezTo>
                  <a:pt x="920" y="341"/>
                  <a:pt x="920" y="341"/>
                  <a:pt x="920" y="341"/>
                </a:cubicBezTo>
                <a:cubicBezTo>
                  <a:pt x="920" y="341"/>
                  <a:pt x="920" y="341"/>
                  <a:pt x="920" y="341"/>
                </a:cubicBezTo>
                <a:cubicBezTo>
                  <a:pt x="920" y="340"/>
                  <a:pt x="920" y="340"/>
                  <a:pt x="921" y="340"/>
                </a:cubicBezTo>
                <a:cubicBezTo>
                  <a:pt x="921" y="340"/>
                  <a:pt x="921" y="340"/>
                  <a:pt x="921" y="340"/>
                </a:cubicBezTo>
                <a:cubicBezTo>
                  <a:pt x="921" y="341"/>
                  <a:pt x="921" y="341"/>
                  <a:pt x="921" y="341"/>
                </a:cubicBezTo>
                <a:cubicBezTo>
                  <a:pt x="921" y="341"/>
                  <a:pt x="922" y="341"/>
                  <a:pt x="922" y="342"/>
                </a:cubicBezTo>
                <a:cubicBezTo>
                  <a:pt x="922" y="342"/>
                  <a:pt x="922" y="342"/>
                  <a:pt x="922" y="342"/>
                </a:cubicBezTo>
                <a:cubicBezTo>
                  <a:pt x="922" y="342"/>
                  <a:pt x="922" y="343"/>
                  <a:pt x="922" y="343"/>
                </a:cubicBezTo>
                <a:cubicBezTo>
                  <a:pt x="922" y="344"/>
                  <a:pt x="922" y="344"/>
                  <a:pt x="922" y="345"/>
                </a:cubicBezTo>
                <a:cubicBezTo>
                  <a:pt x="922" y="345"/>
                  <a:pt x="922" y="345"/>
                  <a:pt x="922" y="345"/>
                </a:cubicBezTo>
                <a:cubicBezTo>
                  <a:pt x="921" y="346"/>
                  <a:pt x="921" y="346"/>
                  <a:pt x="921" y="346"/>
                </a:cubicBezTo>
                <a:cubicBezTo>
                  <a:pt x="921" y="347"/>
                  <a:pt x="921" y="348"/>
                  <a:pt x="921" y="348"/>
                </a:cubicBezTo>
                <a:cubicBezTo>
                  <a:pt x="921" y="349"/>
                  <a:pt x="921" y="349"/>
                  <a:pt x="921" y="349"/>
                </a:cubicBezTo>
                <a:cubicBezTo>
                  <a:pt x="921" y="349"/>
                  <a:pt x="921" y="350"/>
                  <a:pt x="921" y="350"/>
                </a:cubicBezTo>
                <a:cubicBezTo>
                  <a:pt x="921" y="350"/>
                  <a:pt x="921" y="350"/>
                  <a:pt x="921" y="350"/>
                </a:cubicBezTo>
                <a:cubicBezTo>
                  <a:pt x="921" y="350"/>
                  <a:pt x="921" y="351"/>
                  <a:pt x="921" y="351"/>
                </a:cubicBezTo>
                <a:cubicBezTo>
                  <a:pt x="921" y="351"/>
                  <a:pt x="922" y="351"/>
                  <a:pt x="922" y="351"/>
                </a:cubicBezTo>
                <a:cubicBezTo>
                  <a:pt x="922" y="352"/>
                  <a:pt x="922" y="352"/>
                  <a:pt x="922" y="352"/>
                </a:cubicBezTo>
                <a:cubicBezTo>
                  <a:pt x="922" y="353"/>
                  <a:pt x="922" y="353"/>
                  <a:pt x="922" y="353"/>
                </a:cubicBezTo>
                <a:cubicBezTo>
                  <a:pt x="922" y="353"/>
                  <a:pt x="921" y="353"/>
                  <a:pt x="921" y="353"/>
                </a:cubicBezTo>
                <a:cubicBezTo>
                  <a:pt x="921" y="354"/>
                  <a:pt x="921" y="354"/>
                  <a:pt x="921" y="354"/>
                </a:cubicBezTo>
                <a:cubicBezTo>
                  <a:pt x="921" y="354"/>
                  <a:pt x="921" y="354"/>
                  <a:pt x="921" y="354"/>
                </a:cubicBezTo>
                <a:cubicBezTo>
                  <a:pt x="920" y="355"/>
                  <a:pt x="921" y="355"/>
                  <a:pt x="921" y="355"/>
                </a:cubicBezTo>
                <a:cubicBezTo>
                  <a:pt x="920" y="356"/>
                  <a:pt x="920" y="356"/>
                  <a:pt x="920" y="356"/>
                </a:cubicBezTo>
                <a:cubicBezTo>
                  <a:pt x="920" y="356"/>
                  <a:pt x="920" y="356"/>
                  <a:pt x="920" y="356"/>
                </a:cubicBezTo>
                <a:cubicBezTo>
                  <a:pt x="920" y="357"/>
                  <a:pt x="919" y="357"/>
                  <a:pt x="919" y="358"/>
                </a:cubicBezTo>
                <a:cubicBezTo>
                  <a:pt x="919" y="358"/>
                  <a:pt x="919" y="358"/>
                  <a:pt x="919" y="359"/>
                </a:cubicBezTo>
                <a:cubicBezTo>
                  <a:pt x="919" y="359"/>
                  <a:pt x="918" y="359"/>
                  <a:pt x="918" y="359"/>
                </a:cubicBezTo>
                <a:cubicBezTo>
                  <a:pt x="918" y="359"/>
                  <a:pt x="917" y="360"/>
                  <a:pt x="917" y="360"/>
                </a:cubicBezTo>
                <a:cubicBezTo>
                  <a:pt x="917" y="360"/>
                  <a:pt x="917" y="360"/>
                  <a:pt x="917" y="360"/>
                </a:cubicBezTo>
                <a:cubicBezTo>
                  <a:pt x="917" y="360"/>
                  <a:pt x="916" y="360"/>
                  <a:pt x="916" y="360"/>
                </a:cubicBezTo>
                <a:cubicBezTo>
                  <a:pt x="916" y="361"/>
                  <a:pt x="916" y="361"/>
                  <a:pt x="916" y="361"/>
                </a:cubicBezTo>
                <a:cubicBezTo>
                  <a:pt x="916" y="361"/>
                  <a:pt x="916" y="362"/>
                  <a:pt x="916" y="362"/>
                </a:cubicBezTo>
                <a:cubicBezTo>
                  <a:pt x="916" y="363"/>
                  <a:pt x="915" y="363"/>
                  <a:pt x="915" y="364"/>
                </a:cubicBezTo>
                <a:cubicBezTo>
                  <a:pt x="915" y="365"/>
                  <a:pt x="915" y="365"/>
                  <a:pt x="915" y="365"/>
                </a:cubicBezTo>
                <a:cubicBezTo>
                  <a:pt x="915" y="366"/>
                  <a:pt x="914" y="366"/>
                  <a:pt x="914" y="367"/>
                </a:cubicBezTo>
                <a:cubicBezTo>
                  <a:pt x="914" y="367"/>
                  <a:pt x="914" y="367"/>
                  <a:pt x="913" y="367"/>
                </a:cubicBezTo>
                <a:cubicBezTo>
                  <a:pt x="913" y="367"/>
                  <a:pt x="913" y="367"/>
                  <a:pt x="913" y="367"/>
                </a:cubicBezTo>
                <a:cubicBezTo>
                  <a:pt x="913" y="368"/>
                  <a:pt x="913" y="368"/>
                  <a:pt x="913" y="368"/>
                </a:cubicBezTo>
                <a:cubicBezTo>
                  <a:pt x="912" y="368"/>
                  <a:pt x="912" y="368"/>
                  <a:pt x="912" y="368"/>
                </a:cubicBezTo>
                <a:cubicBezTo>
                  <a:pt x="912" y="368"/>
                  <a:pt x="911" y="368"/>
                  <a:pt x="911" y="368"/>
                </a:cubicBezTo>
                <a:cubicBezTo>
                  <a:pt x="911" y="368"/>
                  <a:pt x="910" y="368"/>
                  <a:pt x="910" y="368"/>
                </a:cubicBezTo>
                <a:cubicBezTo>
                  <a:pt x="910" y="368"/>
                  <a:pt x="910" y="368"/>
                  <a:pt x="910" y="368"/>
                </a:cubicBezTo>
                <a:cubicBezTo>
                  <a:pt x="909" y="368"/>
                  <a:pt x="909" y="368"/>
                  <a:pt x="909" y="368"/>
                </a:cubicBezTo>
                <a:cubicBezTo>
                  <a:pt x="909" y="368"/>
                  <a:pt x="909" y="368"/>
                  <a:pt x="909" y="368"/>
                </a:cubicBezTo>
                <a:cubicBezTo>
                  <a:pt x="908" y="368"/>
                  <a:pt x="908" y="369"/>
                  <a:pt x="908" y="369"/>
                </a:cubicBezTo>
                <a:cubicBezTo>
                  <a:pt x="908" y="369"/>
                  <a:pt x="908" y="369"/>
                  <a:pt x="907" y="369"/>
                </a:cubicBezTo>
                <a:cubicBezTo>
                  <a:pt x="907" y="369"/>
                  <a:pt x="907" y="369"/>
                  <a:pt x="907" y="369"/>
                </a:cubicBezTo>
                <a:cubicBezTo>
                  <a:pt x="906" y="369"/>
                  <a:pt x="906" y="369"/>
                  <a:pt x="906" y="369"/>
                </a:cubicBezTo>
                <a:cubicBezTo>
                  <a:pt x="906" y="368"/>
                  <a:pt x="906" y="368"/>
                  <a:pt x="905" y="368"/>
                </a:cubicBezTo>
                <a:cubicBezTo>
                  <a:pt x="905" y="368"/>
                  <a:pt x="905" y="368"/>
                  <a:pt x="905" y="368"/>
                </a:cubicBezTo>
                <a:cubicBezTo>
                  <a:pt x="904" y="368"/>
                  <a:pt x="904" y="368"/>
                  <a:pt x="904" y="368"/>
                </a:cubicBezTo>
                <a:cubicBezTo>
                  <a:pt x="904" y="368"/>
                  <a:pt x="903" y="368"/>
                  <a:pt x="903" y="368"/>
                </a:cubicBezTo>
                <a:cubicBezTo>
                  <a:pt x="903" y="368"/>
                  <a:pt x="903" y="368"/>
                  <a:pt x="902" y="368"/>
                </a:cubicBezTo>
                <a:cubicBezTo>
                  <a:pt x="902" y="368"/>
                  <a:pt x="902" y="368"/>
                  <a:pt x="901" y="367"/>
                </a:cubicBezTo>
                <a:cubicBezTo>
                  <a:pt x="901" y="367"/>
                  <a:pt x="901" y="367"/>
                  <a:pt x="901" y="367"/>
                </a:cubicBezTo>
                <a:cubicBezTo>
                  <a:pt x="900" y="367"/>
                  <a:pt x="900" y="367"/>
                  <a:pt x="900" y="367"/>
                </a:cubicBezTo>
                <a:cubicBezTo>
                  <a:pt x="900" y="367"/>
                  <a:pt x="900" y="367"/>
                  <a:pt x="900" y="367"/>
                </a:cubicBezTo>
                <a:cubicBezTo>
                  <a:pt x="899" y="367"/>
                  <a:pt x="899" y="367"/>
                  <a:pt x="899" y="368"/>
                </a:cubicBezTo>
                <a:cubicBezTo>
                  <a:pt x="899" y="368"/>
                  <a:pt x="900" y="368"/>
                  <a:pt x="900" y="368"/>
                </a:cubicBezTo>
                <a:cubicBezTo>
                  <a:pt x="901" y="368"/>
                  <a:pt x="901" y="368"/>
                  <a:pt x="902" y="369"/>
                </a:cubicBezTo>
                <a:cubicBezTo>
                  <a:pt x="902" y="369"/>
                  <a:pt x="902" y="369"/>
                  <a:pt x="903" y="369"/>
                </a:cubicBezTo>
                <a:cubicBezTo>
                  <a:pt x="903" y="369"/>
                  <a:pt x="904" y="369"/>
                  <a:pt x="904" y="369"/>
                </a:cubicBezTo>
                <a:cubicBezTo>
                  <a:pt x="904" y="370"/>
                  <a:pt x="904" y="370"/>
                  <a:pt x="904" y="370"/>
                </a:cubicBezTo>
                <a:cubicBezTo>
                  <a:pt x="904" y="371"/>
                  <a:pt x="904" y="371"/>
                  <a:pt x="904" y="371"/>
                </a:cubicBezTo>
                <a:cubicBezTo>
                  <a:pt x="904" y="371"/>
                  <a:pt x="905" y="371"/>
                  <a:pt x="905" y="371"/>
                </a:cubicBezTo>
                <a:cubicBezTo>
                  <a:pt x="905" y="371"/>
                  <a:pt x="905" y="372"/>
                  <a:pt x="905" y="372"/>
                </a:cubicBezTo>
                <a:cubicBezTo>
                  <a:pt x="905" y="372"/>
                  <a:pt x="905" y="372"/>
                  <a:pt x="905" y="373"/>
                </a:cubicBezTo>
                <a:cubicBezTo>
                  <a:pt x="905" y="373"/>
                  <a:pt x="905" y="373"/>
                  <a:pt x="905" y="373"/>
                </a:cubicBezTo>
                <a:cubicBezTo>
                  <a:pt x="905" y="373"/>
                  <a:pt x="905" y="373"/>
                  <a:pt x="905" y="374"/>
                </a:cubicBezTo>
                <a:cubicBezTo>
                  <a:pt x="905" y="374"/>
                  <a:pt x="905" y="374"/>
                  <a:pt x="905" y="374"/>
                </a:cubicBezTo>
                <a:cubicBezTo>
                  <a:pt x="905" y="375"/>
                  <a:pt x="905" y="375"/>
                  <a:pt x="905" y="376"/>
                </a:cubicBezTo>
                <a:cubicBezTo>
                  <a:pt x="905" y="376"/>
                  <a:pt x="905" y="377"/>
                  <a:pt x="906" y="377"/>
                </a:cubicBezTo>
                <a:cubicBezTo>
                  <a:pt x="906" y="378"/>
                  <a:pt x="907" y="378"/>
                  <a:pt x="907" y="379"/>
                </a:cubicBezTo>
                <a:cubicBezTo>
                  <a:pt x="908" y="379"/>
                  <a:pt x="908" y="379"/>
                  <a:pt x="908" y="380"/>
                </a:cubicBezTo>
                <a:cubicBezTo>
                  <a:pt x="908" y="381"/>
                  <a:pt x="908" y="381"/>
                  <a:pt x="908" y="381"/>
                </a:cubicBezTo>
                <a:cubicBezTo>
                  <a:pt x="908" y="381"/>
                  <a:pt x="909" y="381"/>
                  <a:pt x="909" y="381"/>
                </a:cubicBezTo>
                <a:cubicBezTo>
                  <a:pt x="909" y="382"/>
                  <a:pt x="909" y="382"/>
                  <a:pt x="910" y="382"/>
                </a:cubicBezTo>
                <a:cubicBezTo>
                  <a:pt x="910" y="383"/>
                  <a:pt x="910" y="383"/>
                  <a:pt x="911" y="383"/>
                </a:cubicBezTo>
                <a:cubicBezTo>
                  <a:pt x="911" y="384"/>
                  <a:pt x="911" y="384"/>
                  <a:pt x="912" y="384"/>
                </a:cubicBezTo>
                <a:cubicBezTo>
                  <a:pt x="913" y="384"/>
                  <a:pt x="913" y="384"/>
                  <a:pt x="913" y="384"/>
                </a:cubicBezTo>
                <a:cubicBezTo>
                  <a:pt x="913" y="384"/>
                  <a:pt x="913" y="384"/>
                  <a:pt x="914" y="384"/>
                </a:cubicBezTo>
                <a:cubicBezTo>
                  <a:pt x="914" y="384"/>
                  <a:pt x="914" y="383"/>
                  <a:pt x="915" y="383"/>
                </a:cubicBezTo>
                <a:cubicBezTo>
                  <a:pt x="915" y="383"/>
                  <a:pt x="915" y="383"/>
                  <a:pt x="915" y="382"/>
                </a:cubicBezTo>
                <a:cubicBezTo>
                  <a:pt x="915" y="382"/>
                  <a:pt x="915" y="382"/>
                  <a:pt x="916" y="381"/>
                </a:cubicBezTo>
                <a:cubicBezTo>
                  <a:pt x="916" y="382"/>
                  <a:pt x="916" y="382"/>
                  <a:pt x="916" y="382"/>
                </a:cubicBezTo>
                <a:cubicBezTo>
                  <a:pt x="917" y="383"/>
                  <a:pt x="917" y="384"/>
                  <a:pt x="918" y="385"/>
                </a:cubicBezTo>
                <a:cubicBezTo>
                  <a:pt x="918" y="385"/>
                  <a:pt x="918" y="386"/>
                  <a:pt x="919" y="386"/>
                </a:cubicBezTo>
                <a:cubicBezTo>
                  <a:pt x="919" y="386"/>
                  <a:pt x="919" y="386"/>
                  <a:pt x="920" y="387"/>
                </a:cubicBezTo>
                <a:cubicBezTo>
                  <a:pt x="920" y="387"/>
                  <a:pt x="920" y="387"/>
                  <a:pt x="921" y="387"/>
                </a:cubicBezTo>
                <a:cubicBezTo>
                  <a:pt x="921" y="387"/>
                  <a:pt x="921" y="388"/>
                  <a:pt x="921" y="388"/>
                </a:cubicBezTo>
                <a:cubicBezTo>
                  <a:pt x="922" y="389"/>
                  <a:pt x="921" y="389"/>
                  <a:pt x="922" y="390"/>
                </a:cubicBezTo>
                <a:cubicBezTo>
                  <a:pt x="922" y="391"/>
                  <a:pt x="922" y="391"/>
                  <a:pt x="922" y="391"/>
                </a:cubicBezTo>
                <a:cubicBezTo>
                  <a:pt x="922" y="392"/>
                  <a:pt x="922" y="392"/>
                  <a:pt x="922" y="392"/>
                </a:cubicBezTo>
                <a:cubicBezTo>
                  <a:pt x="923" y="393"/>
                  <a:pt x="923" y="394"/>
                  <a:pt x="924" y="394"/>
                </a:cubicBezTo>
                <a:cubicBezTo>
                  <a:pt x="924" y="395"/>
                  <a:pt x="925" y="395"/>
                  <a:pt x="925" y="395"/>
                </a:cubicBezTo>
                <a:cubicBezTo>
                  <a:pt x="925" y="396"/>
                  <a:pt x="925" y="396"/>
                  <a:pt x="925" y="397"/>
                </a:cubicBezTo>
                <a:cubicBezTo>
                  <a:pt x="925" y="397"/>
                  <a:pt x="925" y="397"/>
                  <a:pt x="925" y="397"/>
                </a:cubicBezTo>
                <a:cubicBezTo>
                  <a:pt x="925" y="398"/>
                  <a:pt x="925" y="398"/>
                  <a:pt x="925" y="398"/>
                </a:cubicBezTo>
                <a:cubicBezTo>
                  <a:pt x="925" y="399"/>
                  <a:pt x="925" y="400"/>
                  <a:pt x="926" y="401"/>
                </a:cubicBezTo>
                <a:cubicBezTo>
                  <a:pt x="926" y="402"/>
                  <a:pt x="926" y="402"/>
                  <a:pt x="927" y="402"/>
                </a:cubicBezTo>
                <a:cubicBezTo>
                  <a:pt x="927" y="402"/>
                  <a:pt x="928" y="402"/>
                  <a:pt x="928" y="403"/>
                </a:cubicBezTo>
                <a:cubicBezTo>
                  <a:pt x="928" y="403"/>
                  <a:pt x="929" y="403"/>
                  <a:pt x="929" y="403"/>
                </a:cubicBezTo>
                <a:cubicBezTo>
                  <a:pt x="929" y="403"/>
                  <a:pt x="930" y="403"/>
                  <a:pt x="930" y="403"/>
                </a:cubicBezTo>
                <a:cubicBezTo>
                  <a:pt x="930" y="404"/>
                  <a:pt x="930" y="404"/>
                  <a:pt x="930" y="404"/>
                </a:cubicBezTo>
                <a:cubicBezTo>
                  <a:pt x="930" y="405"/>
                  <a:pt x="931" y="405"/>
                  <a:pt x="931" y="405"/>
                </a:cubicBezTo>
                <a:cubicBezTo>
                  <a:pt x="931" y="406"/>
                  <a:pt x="932" y="407"/>
                  <a:pt x="933" y="408"/>
                </a:cubicBezTo>
                <a:cubicBezTo>
                  <a:pt x="933" y="408"/>
                  <a:pt x="933" y="409"/>
                  <a:pt x="934" y="409"/>
                </a:cubicBezTo>
                <a:cubicBezTo>
                  <a:pt x="935" y="411"/>
                  <a:pt x="935" y="411"/>
                  <a:pt x="935" y="411"/>
                </a:cubicBezTo>
                <a:cubicBezTo>
                  <a:pt x="935" y="412"/>
                  <a:pt x="935" y="413"/>
                  <a:pt x="935" y="414"/>
                </a:cubicBezTo>
                <a:cubicBezTo>
                  <a:pt x="935" y="415"/>
                  <a:pt x="936" y="415"/>
                  <a:pt x="935" y="415"/>
                </a:cubicBezTo>
                <a:cubicBezTo>
                  <a:pt x="935" y="416"/>
                  <a:pt x="935" y="416"/>
                  <a:pt x="935" y="416"/>
                </a:cubicBezTo>
                <a:cubicBezTo>
                  <a:pt x="935" y="417"/>
                  <a:pt x="935" y="417"/>
                  <a:pt x="935" y="417"/>
                </a:cubicBezTo>
                <a:cubicBezTo>
                  <a:pt x="935" y="418"/>
                  <a:pt x="935" y="419"/>
                  <a:pt x="935" y="419"/>
                </a:cubicBezTo>
                <a:cubicBezTo>
                  <a:pt x="935" y="419"/>
                  <a:pt x="936" y="419"/>
                  <a:pt x="936" y="420"/>
                </a:cubicBezTo>
                <a:cubicBezTo>
                  <a:pt x="936" y="420"/>
                  <a:pt x="937" y="420"/>
                  <a:pt x="937" y="420"/>
                </a:cubicBezTo>
                <a:cubicBezTo>
                  <a:pt x="938" y="421"/>
                  <a:pt x="938" y="421"/>
                  <a:pt x="938" y="421"/>
                </a:cubicBezTo>
                <a:cubicBezTo>
                  <a:pt x="939" y="422"/>
                  <a:pt x="939" y="422"/>
                  <a:pt x="940" y="423"/>
                </a:cubicBezTo>
                <a:cubicBezTo>
                  <a:pt x="940" y="423"/>
                  <a:pt x="941" y="423"/>
                  <a:pt x="941" y="424"/>
                </a:cubicBezTo>
                <a:cubicBezTo>
                  <a:pt x="941" y="424"/>
                  <a:pt x="941" y="424"/>
                  <a:pt x="941" y="425"/>
                </a:cubicBezTo>
                <a:cubicBezTo>
                  <a:pt x="942" y="425"/>
                  <a:pt x="942" y="425"/>
                  <a:pt x="942" y="425"/>
                </a:cubicBezTo>
                <a:cubicBezTo>
                  <a:pt x="943" y="426"/>
                  <a:pt x="943" y="427"/>
                  <a:pt x="943" y="428"/>
                </a:cubicBezTo>
                <a:cubicBezTo>
                  <a:pt x="944" y="428"/>
                  <a:pt x="944" y="428"/>
                  <a:pt x="944" y="429"/>
                </a:cubicBezTo>
                <a:cubicBezTo>
                  <a:pt x="944" y="429"/>
                  <a:pt x="945" y="429"/>
                  <a:pt x="945" y="430"/>
                </a:cubicBezTo>
                <a:cubicBezTo>
                  <a:pt x="946" y="431"/>
                  <a:pt x="946" y="432"/>
                  <a:pt x="947" y="433"/>
                </a:cubicBezTo>
                <a:cubicBezTo>
                  <a:pt x="948" y="434"/>
                  <a:pt x="949" y="434"/>
                  <a:pt x="950" y="435"/>
                </a:cubicBezTo>
                <a:cubicBezTo>
                  <a:pt x="950" y="436"/>
                  <a:pt x="950" y="436"/>
                  <a:pt x="950" y="436"/>
                </a:cubicBezTo>
                <a:cubicBezTo>
                  <a:pt x="951" y="437"/>
                  <a:pt x="951" y="437"/>
                  <a:pt x="951" y="438"/>
                </a:cubicBezTo>
                <a:cubicBezTo>
                  <a:pt x="951" y="438"/>
                  <a:pt x="952" y="438"/>
                  <a:pt x="952" y="438"/>
                </a:cubicBezTo>
                <a:cubicBezTo>
                  <a:pt x="952" y="439"/>
                  <a:pt x="951" y="440"/>
                  <a:pt x="952" y="440"/>
                </a:cubicBezTo>
                <a:cubicBezTo>
                  <a:pt x="952" y="441"/>
                  <a:pt x="951" y="441"/>
                  <a:pt x="952" y="441"/>
                </a:cubicBezTo>
                <a:cubicBezTo>
                  <a:pt x="952" y="442"/>
                  <a:pt x="952" y="442"/>
                  <a:pt x="952" y="442"/>
                </a:cubicBezTo>
                <a:cubicBezTo>
                  <a:pt x="952" y="443"/>
                  <a:pt x="953" y="443"/>
                  <a:pt x="953" y="444"/>
                </a:cubicBezTo>
                <a:cubicBezTo>
                  <a:pt x="953" y="452"/>
                  <a:pt x="953" y="452"/>
                  <a:pt x="953" y="452"/>
                </a:cubicBezTo>
                <a:cubicBezTo>
                  <a:pt x="953" y="454"/>
                  <a:pt x="955" y="454"/>
                  <a:pt x="956" y="455"/>
                </a:cubicBezTo>
                <a:cubicBezTo>
                  <a:pt x="956" y="455"/>
                  <a:pt x="957" y="456"/>
                  <a:pt x="957" y="456"/>
                </a:cubicBezTo>
                <a:cubicBezTo>
                  <a:pt x="958" y="456"/>
                  <a:pt x="959" y="456"/>
                  <a:pt x="959" y="456"/>
                </a:cubicBezTo>
                <a:cubicBezTo>
                  <a:pt x="960" y="456"/>
                  <a:pt x="961" y="456"/>
                  <a:pt x="962" y="456"/>
                </a:cubicBezTo>
                <a:cubicBezTo>
                  <a:pt x="963" y="456"/>
                  <a:pt x="963" y="455"/>
                  <a:pt x="963" y="455"/>
                </a:cubicBezTo>
                <a:cubicBezTo>
                  <a:pt x="964" y="454"/>
                  <a:pt x="964" y="454"/>
                  <a:pt x="964" y="453"/>
                </a:cubicBezTo>
                <a:cubicBezTo>
                  <a:pt x="965" y="453"/>
                  <a:pt x="965" y="452"/>
                  <a:pt x="966" y="452"/>
                </a:cubicBezTo>
                <a:cubicBezTo>
                  <a:pt x="967" y="452"/>
                  <a:pt x="967" y="452"/>
                  <a:pt x="967" y="452"/>
                </a:cubicBezTo>
                <a:cubicBezTo>
                  <a:pt x="973" y="452"/>
                  <a:pt x="973" y="452"/>
                  <a:pt x="973" y="452"/>
                </a:cubicBezTo>
                <a:cubicBezTo>
                  <a:pt x="973" y="452"/>
                  <a:pt x="974" y="452"/>
                  <a:pt x="974" y="452"/>
                </a:cubicBezTo>
                <a:cubicBezTo>
                  <a:pt x="974" y="452"/>
                  <a:pt x="975" y="452"/>
                  <a:pt x="975" y="452"/>
                </a:cubicBezTo>
                <a:cubicBezTo>
                  <a:pt x="976" y="451"/>
                  <a:pt x="976" y="451"/>
                  <a:pt x="976" y="451"/>
                </a:cubicBezTo>
                <a:cubicBezTo>
                  <a:pt x="976" y="450"/>
                  <a:pt x="976" y="450"/>
                  <a:pt x="977" y="450"/>
                </a:cubicBezTo>
                <a:cubicBezTo>
                  <a:pt x="977" y="449"/>
                  <a:pt x="977" y="449"/>
                  <a:pt x="978" y="449"/>
                </a:cubicBezTo>
                <a:cubicBezTo>
                  <a:pt x="978" y="449"/>
                  <a:pt x="978" y="448"/>
                  <a:pt x="979" y="448"/>
                </a:cubicBezTo>
                <a:cubicBezTo>
                  <a:pt x="980" y="448"/>
                  <a:pt x="981" y="448"/>
                  <a:pt x="982" y="447"/>
                </a:cubicBezTo>
                <a:cubicBezTo>
                  <a:pt x="982" y="447"/>
                  <a:pt x="982" y="447"/>
                  <a:pt x="983" y="447"/>
                </a:cubicBezTo>
                <a:cubicBezTo>
                  <a:pt x="983" y="447"/>
                  <a:pt x="984" y="447"/>
                  <a:pt x="984" y="447"/>
                </a:cubicBezTo>
                <a:cubicBezTo>
                  <a:pt x="985" y="447"/>
                  <a:pt x="985" y="446"/>
                  <a:pt x="985" y="446"/>
                </a:cubicBezTo>
                <a:cubicBezTo>
                  <a:pt x="986" y="446"/>
                  <a:pt x="986" y="446"/>
                  <a:pt x="986" y="446"/>
                </a:cubicBezTo>
                <a:cubicBezTo>
                  <a:pt x="987" y="446"/>
                  <a:pt x="988" y="446"/>
                  <a:pt x="988" y="446"/>
                </a:cubicBezTo>
                <a:cubicBezTo>
                  <a:pt x="989" y="446"/>
                  <a:pt x="989" y="445"/>
                  <a:pt x="989" y="445"/>
                </a:cubicBezTo>
                <a:cubicBezTo>
                  <a:pt x="990" y="444"/>
                  <a:pt x="990" y="444"/>
                  <a:pt x="990" y="444"/>
                </a:cubicBezTo>
                <a:cubicBezTo>
                  <a:pt x="990" y="444"/>
                  <a:pt x="991" y="443"/>
                  <a:pt x="991" y="443"/>
                </a:cubicBezTo>
                <a:cubicBezTo>
                  <a:pt x="991" y="443"/>
                  <a:pt x="992" y="443"/>
                  <a:pt x="992" y="443"/>
                </a:cubicBezTo>
                <a:cubicBezTo>
                  <a:pt x="993" y="443"/>
                  <a:pt x="994" y="443"/>
                  <a:pt x="995" y="443"/>
                </a:cubicBezTo>
                <a:cubicBezTo>
                  <a:pt x="995" y="442"/>
                  <a:pt x="995" y="442"/>
                  <a:pt x="995" y="441"/>
                </a:cubicBezTo>
                <a:cubicBezTo>
                  <a:pt x="995" y="441"/>
                  <a:pt x="995" y="441"/>
                  <a:pt x="995" y="440"/>
                </a:cubicBezTo>
                <a:cubicBezTo>
                  <a:pt x="995" y="440"/>
                  <a:pt x="995" y="440"/>
                  <a:pt x="996" y="439"/>
                </a:cubicBezTo>
                <a:cubicBezTo>
                  <a:pt x="996" y="439"/>
                  <a:pt x="996" y="440"/>
                  <a:pt x="996" y="439"/>
                </a:cubicBezTo>
                <a:cubicBezTo>
                  <a:pt x="997" y="439"/>
                  <a:pt x="997" y="439"/>
                  <a:pt x="997" y="439"/>
                </a:cubicBezTo>
                <a:cubicBezTo>
                  <a:pt x="998" y="439"/>
                  <a:pt x="998" y="439"/>
                  <a:pt x="998" y="438"/>
                </a:cubicBezTo>
                <a:cubicBezTo>
                  <a:pt x="999" y="438"/>
                  <a:pt x="999" y="438"/>
                  <a:pt x="999" y="438"/>
                </a:cubicBezTo>
                <a:cubicBezTo>
                  <a:pt x="1000" y="438"/>
                  <a:pt x="1000" y="438"/>
                  <a:pt x="1000" y="438"/>
                </a:cubicBezTo>
                <a:cubicBezTo>
                  <a:pt x="1001" y="438"/>
                  <a:pt x="1001" y="438"/>
                  <a:pt x="1001" y="438"/>
                </a:cubicBezTo>
                <a:cubicBezTo>
                  <a:pt x="1008" y="438"/>
                  <a:pt x="1008" y="438"/>
                  <a:pt x="1008" y="438"/>
                </a:cubicBezTo>
                <a:cubicBezTo>
                  <a:pt x="1008" y="437"/>
                  <a:pt x="1008" y="437"/>
                  <a:pt x="1008" y="437"/>
                </a:cubicBezTo>
                <a:cubicBezTo>
                  <a:pt x="1008" y="436"/>
                  <a:pt x="1008" y="436"/>
                  <a:pt x="1008" y="436"/>
                </a:cubicBezTo>
                <a:cubicBezTo>
                  <a:pt x="1008" y="435"/>
                  <a:pt x="1008" y="435"/>
                  <a:pt x="1008" y="435"/>
                </a:cubicBezTo>
                <a:cubicBezTo>
                  <a:pt x="1008" y="434"/>
                  <a:pt x="1009" y="433"/>
                  <a:pt x="1009" y="433"/>
                </a:cubicBezTo>
                <a:cubicBezTo>
                  <a:pt x="1014" y="433"/>
                  <a:pt x="1014" y="433"/>
                  <a:pt x="1014" y="433"/>
                </a:cubicBezTo>
                <a:cubicBezTo>
                  <a:pt x="1014" y="433"/>
                  <a:pt x="1014" y="432"/>
                  <a:pt x="1014" y="432"/>
                </a:cubicBezTo>
                <a:cubicBezTo>
                  <a:pt x="1014" y="431"/>
                  <a:pt x="1015" y="431"/>
                  <a:pt x="1015" y="431"/>
                </a:cubicBezTo>
                <a:cubicBezTo>
                  <a:pt x="1015" y="430"/>
                  <a:pt x="1015" y="430"/>
                  <a:pt x="1015" y="429"/>
                </a:cubicBezTo>
                <a:cubicBezTo>
                  <a:pt x="1016" y="429"/>
                  <a:pt x="1016" y="428"/>
                  <a:pt x="1016" y="428"/>
                </a:cubicBezTo>
                <a:cubicBezTo>
                  <a:pt x="1017" y="428"/>
                  <a:pt x="1017" y="428"/>
                  <a:pt x="1017" y="428"/>
                </a:cubicBezTo>
                <a:cubicBezTo>
                  <a:pt x="1018" y="428"/>
                  <a:pt x="1018" y="428"/>
                  <a:pt x="1018" y="428"/>
                </a:cubicBezTo>
                <a:cubicBezTo>
                  <a:pt x="1019" y="428"/>
                  <a:pt x="1019" y="428"/>
                  <a:pt x="1019" y="428"/>
                </a:cubicBezTo>
                <a:cubicBezTo>
                  <a:pt x="1020" y="426"/>
                  <a:pt x="1020" y="426"/>
                  <a:pt x="1020" y="426"/>
                </a:cubicBezTo>
                <a:cubicBezTo>
                  <a:pt x="1020" y="426"/>
                  <a:pt x="1020" y="426"/>
                  <a:pt x="1020" y="425"/>
                </a:cubicBezTo>
                <a:cubicBezTo>
                  <a:pt x="1020" y="425"/>
                  <a:pt x="1020" y="425"/>
                  <a:pt x="1020" y="425"/>
                </a:cubicBezTo>
                <a:cubicBezTo>
                  <a:pt x="1020" y="424"/>
                  <a:pt x="1021" y="424"/>
                  <a:pt x="1021" y="424"/>
                </a:cubicBezTo>
                <a:cubicBezTo>
                  <a:pt x="1021" y="423"/>
                  <a:pt x="1021" y="423"/>
                  <a:pt x="1021" y="423"/>
                </a:cubicBezTo>
                <a:cubicBezTo>
                  <a:pt x="1022" y="422"/>
                  <a:pt x="1022" y="422"/>
                  <a:pt x="1023" y="422"/>
                </a:cubicBezTo>
                <a:cubicBezTo>
                  <a:pt x="1023" y="422"/>
                  <a:pt x="1023" y="422"/>
                  <a:pt x="1023" y="422"/>
                </a:cubicBezTo>
                <a:cubicBezTo>
                  <a:pt x="1024" y="422"/>
                  <a:pt x="1024" y="423"/>
                  <a:pt x="1024" y="423"/>
                </a:cubicBezTo>
                <a:cubicBezTo>
                  <a:pt x="1024" y="423"/>
                  <a:pt x="1025" y="423"/>
                  <a:pt x="1025" y="423"/>
                </a:cubicBezTo>
                <a:cubicBezTo>
                  <a:pt x="1025" y="422"/>
                  <a:pt x="1025" y="421"/>
                  <a:pt x="1025" y="420"/>
                </a:cubicBezTo>
                <a:cubicBezTo>
                  <a:pt x="1025" y="419"/>
                  <a:pt x="1025" y="418"/>
                  <a:pt x="1026" y="417"/>
                </a:cubicBezTo>
                <a:cubicBezTo>
                  <a:pt x="1026" y="417"/>
                  <a:pt x="1026" y="416"/>
                  <a:pt x="1026" y="416"/>
                </a:cubicBezTo>
                <a:cubicBezTo>
                  <a:pt x="1026" y="416"/>
                  <a:pt x="1026" y="415"/>
                  <a:pt x="1026" y="415"/>
                </a:cubicBezTo>
                <a:cubicBezTo>
                  <a:pt x="1026" y="415"/>
                  <a:pt x="1027" y="415"/>
                  <a:pt x="1027" y="415"/>
                </a:cubicBezTo>
                <a:cubicBezTo>
                  <a:pt x="1027" y="415"/>
                  <a:pt x="1028" y="415"/>
                  <a:pt x="1028" y="415"/>
                </a:cubicBezTo>
                <a:cubicBezTo>
                  <a:pt x="1029" y="415"/>
                  <a:pt x="1029" y="414"/>
                  <a:pt x="1030" y="414"/>
                </a:cubicBezTo>
                <a:cubicBezTo>
                  <a:pt x="1030" y="413"/>
                  <a:pt x="1030" y="413"/>
                  <a:pt x="1029" y="412"/>
                </a:cubicBezTo>
                <a:cubicBezTo>
                  <a:pt x="1029" y="412"/>
                  <a:pt x="1029" y="411"/>
                  <a:pt x="1028" y="411"/>
                </a:cubicBezTo>
                <a:cubicBezTo>
                  <a:pt x="1028" y="411"/>
                  <a:pt x="1028" y="411"/>
                  <a:pt x="1027" y="411"/>
                </a:cubicBezTo>
                <a:cubicBezTo>
                  <a:pt x="1027" y="411"/>
                  <a:pt x="1027" y="411"/>
                  <a:pt x="1026" y="411"/>
                </a:cubicBezTo>
                <a:cubicBezTo>
                  <a:pt x="1026" y="410"/>
                  <a:pt x="1026" y="410"/>
                  <a:pt x="1026" y="410"/>
                </a:cubicBezTo>
                <a:cubicBezTo>
                  <a:pt x="1025" y="410"/>
                  <a:pt x="1026" y="409"/>
                  <a:pt x="1026" y="409"/>
                </a:cubicBezTo>
                <a:cubicBezTo>
                  <a:pt x="1025" y="409"/>
                  <a:pt x="1025" y="408"/>
                  <a:pt x="1025" y="408"/>
                </a:cubicBezTo>
                <a:cubicBezTo>
                  <a:pt x="1025" y="408"/>
                  <a:pt x="1025" y="407"/>
                  <a:pt x="1025" y="407"/>
                </a:cubicBezTo>
                <a:cubicBezTo>
                  <a:pt x="1025" y="407"/>
                  <a:pt x="1024" y="406"/>
                  <a:pt x="1024" y="406"/>
                </a:cubicBezTo>
                <a:cubicBezTo>
                  <a:pt x="1023" y="406"/>
                  <a:pt x="1023" y="406"/>
                  <a:pt x="1022" y="405"/>
                </a:cubicBezTo>
                <a:cubicBezTo>
                  <a:pt x="1022" y="405"/>
                  <a:pt x="1021" y="405"/>
                  <a:pt x="1021" y="405"/>
                </a:cubicBezTo>
                <a:cubicBezTo>
                  <a:pt x="1021" y="405"/>
                  <a:pt x="1020" y="405"/>
                  <a:pt x="1020" y="405"/>
                </a:cubicBezTo>
                <a:cubicBezTo>
                  <a:pt x="1020" y="405"/>
                  <a:pt x="1020" y="404"/>
                  <a:pt x="1020" y="404"/>
                </a:cubicBezTo>
                <a:cubicBezTo>
                  <a:pt x="1020" y="403"/>
                  <a:pt x="1021" y="403"/>
                  <a:pt x="1021" y="402"/>
                </a:cubicBezTo>
                <a:cubicBezTo>
                  <a:pt x="1021" y="402"/>
                  <a:pt x="1021" y="401"/>
                  <a:pt x="1021" y="401"/>
                </a:cubicBezTo>
                <a:cubicBezTo>
                  <a:pt x="1020" y="401"/>
                  <a:pt x="1020" y="401"/>
                  <a:pt x="1020" y="401"/>
                </a:cubicBezTo>
                <a:cubicBezTo>
                  <a:pt x="1019" y="400"/>
                  <a:pt x="1019" y="400"/>
                  <a:pt x="1019" y="400"/>
                </a:cubicBezTo>
                <a:cubicBezTo>
                  <a:pt x="1017" y="400"/>
                  <a:pt x="1017" y="400"/>
                  <a:pt x="1017" y="400"/>
                </a:cubicBezTo>
                <a:cubicBezTo>
                  <a:pt x="1017" y="401"/>
                  <a:pt x="1017" y="402"/>
                  <a:pt x="1017" y="402"/>
                </a:cubicBezTo>
                <a:cubicBezTo>
                  <a:pt x="1017" y="403"/>
                  <a:pt x="1016" y="403"/>
                  <a:pt x="1015" y="404"/>
                </a:cubicBezTo>
                <a:cubicBezTo>
                  <a:pt x="1015" y="403"/>
                  <a:pt x="1015" y="403"/>
                  <a:pt x="1015" y="402"/>
                </a:cubicBezTo>
                <a:cubicBezTo>
                  <a:pt x="1015" y="402"/>
                  <a:pt x="1015" y="401"/>
                  <a:pt x="1015" y="401"/>
                </a:cubicBezTo>
                <a:cubicBezTo>
                  <a:pt x="1015" y="401"/>
                  <a:pt x="1014" y="401"/>
                  <a:pt x="1014" y="400"/>
                </a:cubicBezTo>
                <a:cubicBezTo>
                  <a:pt x="1014" y="400"/>
                  <a:pt x="1014" y="400"/>
                  <a:pt x="1013" y="399"/>
                </a:cubicBezTo>
                <a:cubicBezTo>
                  <a:pt x="1013" y="395"/>
                  <a:pt x="1013" y="395"/>
                  <a:pt x="1013" y="395"/>
                </a:cubicBezTo>
                <a:cubicBezTo>
                  <a:pt x="1013" y="394"/>
                  <a:pt x="1013" y="394"/>
                  <a:pt x="1013" y="394"/>
                </a:cubicBezTo>
                <a:cubicBezTo>
                  <a:pt x="1012" y="394"/>
                  <a:pt x="1012" y="393"/>
                  <a:pt x="1012" y="393"/>
                </a:cubicBezTo>
                <a:cubicBezTo>
                  <a:pt x="1011" y="393"/>
                  <a:pt x="1011" y="394"/>
                  <a:pt x="1011" y="394"/>
                </a:cubicBezTo>
                <a:cubicBezTo>
                  <a:pt x="1011" y="394"/>
                  <a:pt x="1010" y="394"/>
                  <a:pt x="1010" y="394"/>
                </a:cubicBezTo>
                <a:cubicBezTo>
                  <a:pt x="1010" y="395"/>
                  <a:pt x="1010" y="395"/>
                  <a:pt x="1009" y="395"/>
                </a:cubicBezTo>
                <a:cubicBezTo>
                  <a:pt x="1009" y="395"/>
                  <a:pt x="1008" y="396"/>
                  <a:pt x="1008" y="397"/>
                </a:cubicBezTo>
                <a:cubicBezTo>
                  <a:pt x="1008" y="398"/>
                  <a:pt x="1008" y="399"/>
                  <a:pt x="1008" y="400"/>
                </a:cubicBezTo>
                <a:cubicBezTo>
                  <a:pt x="1008" y="400"/>
                  <a:pt x="1008" y="401"/>
                  <a:pt x="1008" y="402"/>
                </a:cubicBezTo>
                <a:cubicBezTo>
                  <a:pt x="1007" y="402"/>
                  <a:pt x="1007" y="401"/>
                  <a:pt x="1006" y="401"/>
                </a:cubicBezTo>
                <a:cubicBezTo>
                  <a:pt x="1005" y="401"/>
                  <a:pt x="1005" y="401"/>
                  <a:pt x="1004" y="401"/>
                </a:cubicBezTo>
                <a:cubicBezTo>
                  <a:pt x="1003" y="401"/>
                  <a:pt x="1003" y="401"/>
                  <a:pt x="1003" y="401"/>
                </a:cubicBezTo>
                <a:cubicBezTo>
                  <a:pt x="1002" y="401"/>
                  <a:pt x="1002" y="401"/>
                  <a:pt x="1002" y="401"/>
                </a:cubicBezTo>
                <a:cubicBezTo>
                  <a:pt x="1001" y="401"/>
                  <a:pt x="1001" y="400"/>
                  <a:pt x="1000" y="400"/>
                </a:cubicBezTo>
                <a:cubicBezTo>
                  <a:pt x="1000" y="400"/>
                  <a:pt x="999" y="400"/>
                  <a:pt x="999" y="400"/>
                </a:cubicBezTo>
                <a:cubicBezTo>
                  <a:pt x="999" y="401"/>
                  <a:pt x="999" y="401"/>
                  <a:pt x="998" y="401"/>
                </a:cubicBezTo>
                <a:cubicBezTo>
                  <a:pt x="998" y="401"/>
                  <a:pt x="998" y="401"/>
                  <a:pt x="997" y="402"/>
                </a:cubicBezTo>
                <a:cubicBezTo>
                  <a:pt x="997" y="402"/>
                  <a:pt x="997" y="402"/>
                  <a:pt x="996" y="403"/>
                </a:cubicBezTo>
                <a:cubicBezTo>
                  <a:pt x="996" y="403"/>
                  <a:pt x="996" y="403"/>
                  <a:pt x="996" y="403"/>
                </a:cubicBezTo>
                <a:cubicBezTo>
                  <a:pt x="995" y="403"/>
                  <a:pt x="994" y="403"/>
                  <a:pt x="994" y="403"/>
                </a:cubicBezTo>
                <a:cubicBezTo>
                  <a:pt x="993" y="403"/>
                  <a:pt x="993" y="402"/>
                  <a:pt x="993" y="402"/>
                </a:cubicBezTo>
                <a:cubicBezTo>
                  <a:pt x="992" y="401"/>
                  <a:pt x="992" y="401"/>
                  <a:pt x="992" y="401"/>
                </a:cubicBezTo>
                <a:cubicBezTo>
                  <a:pt x="992" y="401"/>
                  <a:pt x="992" y="400"/>
                  <a:pt x="992" y="400"/>
                </a:cubicBezTo>
                <a:cubicBezTo>
                  <a:pt x="992" y="400"/>
                  <a:pt x="992" y="399"/>
                  <a:pt x="992" y="399"/>
                </a:cubicBezTo>
                <a:cubicBezTo>
                  <a:pt x="992" y="399"/>
                  <a:pt x="992" y="399"/>
                  <a:pt x="993" y="399"/>
                </a:cubicBezTo>
                <a:cubicBezTo>
                  <a:pt x="993" y="398"/>
                  <a:pt x="994" y="398"/>
                  <a:pt x="995" y="398"/>
                </a:cubicBezTo>
                <a:cubicBezTo>
                  <a:pt x="996" y="398"/>
                  <a:pt x="996" y="398"/>
                  <a:pt x="996" y="398"/>
                </a:cubicBezTo>
                <a:cubicBezTo>
                  <a:pt x="996" y="398"/>
                  <a:pt x="996" y="398"/>
                  <a:pt x="997" y="399"/>
                </a:cubicBezTo>
                <a:cubicBezTo>
                  <a:pt x="997" y="399"/>
                  <a:pt x="998" y="399"/>
                  <a:pt x="998" y="399"/>
                </a:cubicBezTo>
                <a:cubicBezTo>
                  <a:pt x="999" y="399"/>
                  <a:pt x="999" y="399"/>
                  <a:pt x="1000" y="399"/>
                </a:cubicBezTo>
                <a:cubicBezTo>
                  <a:pt x="1000" y="399"/>
                  <a:pt x="1001" y="398"/>
                  <a:pt x="1001" y="398"/>
                </a:cubicBezTo>
                <a:cubicBezTo>
                  <a:pt x="1001" y="398"/>
                  <a:pt x="1001" y="397"/>
                  <a:pt x="1001" y="397"/>
                </a:cubicBezTo>
                <a:cubicBezTo>
                  <a:pt x="1001" y="397"/>
                  <a:pt x="1000" y="396"/>
                  <a:pt x="1000" y="396"/>
                </a:cubicBezTo>
                <a:cubicBezTo>
                  <a:pt x="999" y="396"/>
                  <a:pt x="999" y="396"/>
                  <a:pt x="999" y="396"/>
                </a:cubicBezTo>
                <a:cubicBezTo>
                  <a:pt x="998" y="396"/>
                  <a:pt x="998" y="397"/>
                  <a:pt x="997" y="397"/>
                </a:cubicBezTo>
                <a:cubicBezTo>
                  <a:pt x="996" y="397"/>
                  <a:pt x="996" y="397"/>
                  <a:pt x="996" y="397"/>
                </a:cubicBezTo>
                <a:cubicBezTo>
                  <a:pt x="996" y="397"/>
                  <a:pt x="996" y="396"/>
                  <a:pt x="995" y="396"/>
                </a:cubicBezTo>
                <a:cubicBezTo>
                  <a:pt x="995" y="396"/>
                  <a:pt x="995" y="396"/>
                  <a:pt x="994" y="396"/>
                </a:cubicBezTo>
                <a:cubicBezTo>
                  <a:pt x="993" y="396"/>
                  <a:pt x="993" y="396"/>
                  <a:pt x="992" y="395"/>
                </a:cubicBezTo>
                <a:cubicBezTo>
                  <a:pt x="991" y="395"/>
                  <a:pt x="990" y="396"/>
                  <a:pt x="989" y="395"/>
                </a:cubicBezTo>
                <a:cubicBezTo>
                  <a:pt x="989" y="395"/>
                  <a:pt x="988" y="395"/>
                  <a:pt x="988" y="395"/>
                </a:cubicBezTo>
                <a:cubicBezTo>
                  <a:pt x="987" y="395"/>
                  <a:pt x="987" y="395"/>
                  <a:pt x="987" y="395"/>
                </a:cubicBezTo>
                <a:cubicBezTo>
                  <a:pt x="987" y="390"/>
                  <a:pt x="987" y="390"/>
                  <a:pt x="987" y="390"/>
                </a:cubicBezTo>
                <a:cubicBezTo>
                  <a:pt x="986" y="390"/>
                  <a:pt x="986" y="390"/>
                  <a:pt x="986" y="390"/>
                </a:cubicBezTo>
                <a:cubicBezTo>
                  <a:pt x="986" y="389"/>
                  <a:pt x="985" y="389"/>
                  <a:pt x="985" y="389"/>
                </a:cubicBezTo>
                <a:cubicBezTo>
                  <a:pt x="985" y="389"/>
                  <a:pt x="985" y="389"/>
                  <a:pt x="984" y="388"/>
                </a:cubicBezTo>
                <a:cubicBezTo>
                  <a:pt x="984" y="388"/>
                  <a:pt x="984" y="388"/>
                  <a:pt x="983" y="388"/>
                </a:cubicBezTo>
                <a:cubicBezTo>
                  <a:pt x="983" y="388"/>
                  <a:pt x="983" y="388"/>
                  <a:pt x="982" y="388"/>
                </a:cubicBezTo>
                <a:cubicBezTo>
                  <a:pt x="982" y="388"/>
                  <a:pt x="982" y="388"/>
                  <a:pt x="981" y="388"/>
                </a:cubicBezTo>
                <a:cubicBezTo>
                  <a:pt x="981" y="387"/>
                  <a:pt x="980" y="388"/>
                  <a:pt x="980" y="387"/>
                </a:cubicBezTo>
                <a:cubicBezTo>
                  <a:pt x="980" y="387"/>
                  <a:pt x="980" y="386"/>
                  <a:pt x="980" y="386"/>
                </a:cubicBezTo>
                <a:cubicBezTo>
                  <a:pt x="980" y="385"/>
                  <a:pt x="980" y="385"/>
                  <a:pt x="980" y="384"/>
                </a:cubicBezTo>
                <a:cubicBezTo>
                  <a:pt x="980" y="383"/>
                  <a:pt x="979" y="383"/>
                  <a:pt x="979" y="382"/>
                </a:cubicBezTo>
                <a:cubicBezTo>
                  <a:pt x="978" y="382"/>
                  <a:pt x="978" y="382"/>
                  <a:pt x="978" y="381"/>
                </a:cubicBezTo>
                <a:cubicBezTo>
                  <a:pt x="978" y="381"/>
                  <a:pt x="978" y="381"/>
                  <a:pt x="978" y="380"/>
                </a:cubicBezTo>
                <a:cubicBezTo>
                  <a:pt x="978" y="380"/>
                  <a:pt x="978" y="380"/>
                  <a:pt x="978" y="379"/>
                </a:cubicBezTo>
                <a:cubicBezTo>
                  <a:pt x="978" y="379"/>
                  <a:pt x="977" y="379"/>
                  <a:pt x="977" y="378"/>
                </a:cubicBezTo>
                <a:cubicBezTo>
                  <a:pt x="977" y="378"/>
                  <a:pt x="977" y="377"/>
                  <a:pt x="977" y="377"/>
                </a:cubicBezTo>
                <a:cubicBezTo>
                  <a:pt x="977" y="376"/>
                  <a:pt x="977" y="376"/>
                  <a:pt x="977" y="375"/>
                </a:cubicBezTo>
                <a:cubicBezTo>
                  <a:pt x="977" y="375"/>
                  <a:pt x="978" y="375"/>
                  <a:pt x="978" y="374"/>
                </a:cubicBezTo>
                <a:cubicBezTo>
                  <a:pt x="978" y="374"/>
                  <a:pt x="978" y="373"/>
                  <a:pt x="979" y="373"/>
                </a:cubicBezTo>
                <a:cubicBezTo>
                  <a:pt x="979" y="373"/>
                  <a:pt x="980" y="373"/>
                  <a:pt x="980" y="373"/>
                </a:cubicBezTo>
                <a:cubicBezTo>
                  <a:pt x="981" y="373"/>
                  <a:pt x="982" y="373"/>
                  <a:pt x="983" y="373"/>
                </a:cubicBezTo>
                <a:cubicBezTo>
                  <a:pt x="984" y="374"/>
                  <a:pt x="984" y="375"/>
                  <a:pt x="985" y="376"/>
                </a:cubicBezTo>
                <a:cubicBezTo>
                  <a:pt x="985" y="376"/>
                  <a:pt x="986" y="376"/>
                  <a:pt x="986" y="377"/>
                </a:cubicBezTo>
                <a:cubicBezTo>
                  <a:pt x="987" y="377"/>
                  <a:pt x="987" y="378"/>
                  <a:pt x="988" y="378"/>
                </a:cubicBezTo>
                <a:cubicBezTo>
                  <a:pt x="988" y="379"/>
                  <a:pt x="988" y="379"/>
                  <a:pt x="989" y="379"/>
                </a:cubicBezTo>
                <a:cubicBezTo>
                  <a:pt x="989" y="380"/>
                  <a:pt x="989" y="381"/>
                  <a:pt x="990" y="382"/>
                </a:cubicBezTo>
                <a:cubicBezTo>
                  <a:pt x="990" y="383"/>
                  <a:pt x="991" y="383"/>
                  <a:pt x="991" y="383"/>
                </a:cubicBezTo>
                <a:cubicBezTo>
                  <a:pt x="992" y="384"/>
                  <a:pt x="993" y="384"/>
                  <a:pt x="994" y="385"/>
                </a:cubicBezTo>
                <a:cubicBezTo>
                  <a:pt x="995" y="385"/>
                  <a:pt x="995" y="386"/>
                  <a:pt x="996" y="386"/>
                </a:cubicBezTo>
                <a:cubicBezTo>
                  <a:pt x="996" y="387"/>
                  <a:pt x="997" y="387"/>
                  <a:pt x="998" y="388"/>
                </a:cubicBezTo>
                <a:cubicBezTo>
                  <a:pt x="998" y="388"/>
                  <a:pt x="999" y="389"/>
                  <a:pt x="1000" y="389"/>
                </a:cubicBezTo>
                <a:cubicBezTo>
                  <a:pt x="1000" y="389"/>
                  <a:pt x="1001" y="389"/>
                  <a:pt x="1002" y="389"/>
                </a:cubicBezTo>
                <a:cubicBezTo>
                  <a:pt x="1002" y="389"/>
                  <a:pt x="1002" y="389"/>
                  <a:pt x="1003" y="389"/>
                </a:cubicBezTo>
                <a:cubicBezTo>
                  <a:pt x="1004" y="389"/>
                  <a:pt x="1005" y="390"/>
                  <a:pt x="1006" y="390"/>
                </a:cubicBezTo>
                <a:cubicBezTo>
                  <a:pt x="1007" y="390"/>
                  <a:pt x="1007" y="390"/>
                  <a:pt x="1007" y="390"/>
                </a:cubicBezTo>
                <a:cubicBezTo>
                  <a:pt x="1008" y="390"/>
                  <a:pt x="1008" y="390"/>
                  <a:pt x="1008" y="390"/>
                </a:cubicBezTo>
                <a:cubicBezTo>
                  <a:pt x="1008" y="389"/>
                  <a:pt x="1008" y="389"/>
                  <a:pt x="1009" y="389"/>
                </a:cubicBezTo>
                <a:cubicBezTo>
                  <a:pt x="1009" y="389"/>
                  <a:pt x="1010" y="389"/>
                  <a:pt x="1011" y="389"/>
                </a:cubicBezTo>
                <a:cubicBezTo>
                  <a:pt x="1011" y="389"/>
                  <a:pt x="1011" y="389"/>
                  <a:pt x="1012" y="389"/>
                </a:cubicBezTo>
                <a:cubicBezTo>
                  <a:pt x="1013" y="389"/>
                  <a:pt x="1013" y="389"/>
                  <a:pt x="1013" y="389"/>
                </a:cubicBezTo>
                <a:cubicBezTo>
                  <a:pt x="1013" y="389"/>
                  <a:pt x="1014" y="389"/>
                  <a:pt x="1014" y="389"/>
                </a:cubicBezTo>
                <a:cubicBezTo>
                  <a:pt x="1015" y="389"/>
                  <a:pt x="1015" y="389"/>
                  <a:pt x="1015" y="390"/>
                </a:cubicBezTo>
                <a:cubicBezTo>
                  <a:pt x="1016" y="390"/>
                  <a:pt x="1016" y="390"/>
                  <a:pt x="1017" y="391"/>
                </a:cubicBezTo>
                <a:cubicBezTo>
                  <a:pt x="1017" y="391"/>
                  <a:pt x="1017" y="392"/>
                  <a:pt x="1017" y="392"/>
                </a:cubicBezTo>
                <a:cubicBezTo>
                  <a:pt x="1017" y="392"/>
                  <a:pt x="1017" y="393"/>
                  <a:pt x="1017" y="393"/>
                </a:cubicBezTo>
                <a:cubicBezTo>
                  <a:pt x="1017" y="393"/>
                  <a:pt x="1017" y="394"/>
                  <a:pt x="1017" y="394"/>
                </a:cubicBezTo>
                <a:cubicBezTo>
                  <a:pt x="1018" y="394"/>
                  <a:pt x="1018" y="394"/>
                  <a:pt x="1018" y="394"/>
                </a:cubicBezTo>
                <a:cubicBezTo>
                  <a:pt x="1019" y="395"/>
                  <a:pt x="1019" y="395"/>
                  <a:pt x="1020" y="395"/>
                </a:cubicBezTo>
                <a:cubicBezTo>
                  <a:pt x="1025" y="395"/>
                  <a:pt x="1025" y="395"/>
                  <a:pt x="1025" y="395"/>
                </a:cubicBezTo>
                <a:cubicBezTo>
                  <a:pt x="1025" y="395"/>
                  <a:pt x="1025" y="394"/>
                  <a:pt x="1026" y="394"/>
                </a:cubicBezTo>
                <a:cubicBezTo>
                  <a:pt x="1026" y="394"/>
                  <a:pt x="1026" y="394"/>
                  <a:pt x="1027" y="394"/>
                </a:cubicBezTo>
                <a:cubicBezTo>
                  <a:pt x="1027" y="395"/>
                  <a:pt x="1027" y="395"/>
                  <a:pt x="1028" y="395"/>
                </a:cubicBezTo>
                <a:cubicBezTo>
                  <a:pt x="1028" y="395"/>
                  <a:pt x="1028" y="396"/>
                  <a:pt x="1028" y="396"/>
                </a:cubicBezTo>
                <a:cubicBezTo>
                  <a:pt x="1028" y="396"/>
                  <a:pt x="1029" y="396"/>
                  <a:pt x="1029" y="397"/>
                </a:cubicBezTo>
                <a:cubicBezTo>
                  <a:pt x="1029" y="397"/>
                  <a:pt x="1030" y="397"/>
                  <a:pt x="1030" y="397"/>
                </a:cubicBezTo>
                <a:cubicBezTo>
                  <a:pt x="1035" y="397"/>
                  <a:pt x="1035" y="397"/>
                  <a:pt x="1035" y="397"/>
                </a:cubicBezTo>
                <a:cubicBezTo>
                  <a:pt x="1036" y="397"/>
                  <a:pt x="1036" y="398"/>
                  <a:pt x="1037" y="398"/>
                </a:cubicBezTo>
                <a:cubicBezTo>
                  <a:pt x="1045" y="398"/>
                  <a:pt x="1045" y="398"/>
                  <a:pt x="1045" y="398"/>
                </a:cubicBezTo>
                <a:cubicBezTo>
                  <a:pt x="1051" y="397"/>
                  <a:pt x="1051" y="397"/>
                  <a:pt x="1051" y="397"/>
                </a:cubicBezTo>
                <a:cubicBezTo>
                  <a:pt x="1056" y="397"/>
                  <a:pt x="1056" y="397"/>
                  <a:pt x="1056" y="397"/>
                </a:cubicBezTo>
                <a:cubicBezTo>
                  <a:pt x="1057" y="397"/>
                  <a:pt x="1058" y="398"/>
                  <a:pt x="1058" y="398"/>
                </a:cubicBezTo>
                <a:cubicBezTo>
                  <a:pt x="1059" y="399"/>
                  <a:pt x="1059" y="399"/>
                  <a:pt x="1059" y="399"/>
                </a:cubicBezTo>
                <a:cubicBezTo>
                  <a:pt x="1060" y="399"/>
                  <a:pt x="1060" y="399"/>
                  <a:pt x="1060" y="400"/>
                </a:cubicBezTo>
                <a:cubicBezTo>
                  <a:pt x="1061" y="400"/>
                  <a:pt x="1061" y="401"/>
                  <a:pt x="1061" y="402"/>
                </a:cubicBezTo>
                <a:cubicBezTo>
                  <a:pt x="1062" y="402"/>
                  <a:pt x="1062" y="402"/>
                  <a:pt x="1062" y="402"/>
                </a:cubicBezTo>
                <a:cubicBezTo>
                  <a:pt x="1063" y="402"/>
                  <a:pt x="1063" y="402"/>
                  <a:pt x="1063" y="403"/>
                </a:cubicBezTo>
                <a:cubicBezTo>
                  <a:pt x="1064" y="403"/>
                  <a:pt x="1064" y="403"/>
                  <a:pt x="1064" y="403"/>
                </a:cubicBezTo>
                <a:cubicBezTo>
                  <a:pt x="1065" y="404"/>
                  <a:pt x="1065" y="404"/>
                  <a:pt x="1065" y="404"/>
                </a:cubicBezTo>
                <a:cubicBezTo>
                  <a:pt x="1065" y="405"/>
                  <a:pt x="1065" y="405"/>
                  <a:pt x="1065" y="406"/>
                </a:cubicBezTo>
                <a:cubicBezTo>
                  <a:pt x="1065" y="406"/>
                  <a:pt x="1066" y="406"/>
                  <a:pt x="1067" y="406"/>
                </a:cubicBezTo>
                <a:cubicBezTo>
                  <a:pt x="1067" y="407"/>
                  <a:pt x="1067" y="407"/>
                  <a:pt x="1067" y="407"/>
                </a:cubicBezTo>
                <a:cubicBezTo>
                  <a:pt x="1067" y="408"/>
                  <a:pt x="1067" y="408"/>
                  <a:pt x="1068" y="408"/>
                </a:cubicBezTo>
                <a:cubicBezTo>
                  <a:pt x="1068" y="408"/>
                  <a:pt x="1068" y="408"/>
                  <a:pt x="1069" y="408"/>
                </a:cubicBezTo>
                <a:cubicBezTo>
                  <a:pt x="1070" y="408"/>
                  <a:pt x="1070" y="408"/>
                  <a:pt x="1070" y="408"/>
                </a:cubicBezTo>
                <a:cubicBezTo>
                  <a:pt x="1070" y="408"/>
                  <a:pt x="1071" y="408"/>
                  <a:pt x="1072" y="408"/>
                </a:cubicBezTo>
                <a:cubicBezTo>
                  <a:pt x="1072" y="409"/>
                  <a:pt x="1072" y="409"/>
                  <a:pt x="1073" y="409"/>
                </a:cubicBezTo>
                <a:cubicBezTo>
                  <a:pt x="1073" y="409"/>
                  <a:pt x="1073" y="409"/>
                  <a:pt x="1074" y="409"/>
                </a:cubicBezTo>
                <a:cubicBezTo>
                  <a:pt x="1074" y="409"/>
                  <a:pt x="1075" y="410"/>
                  <a:pt x="1076" y="410"/>
                </a:cubicBezTo>
                <a:cubicBezTo>
                  <a:pt x="1075" y="410"/>
                  <a:pt x="1074" y="410"/>
                  <a:pt x="1073" y="410"/>
                </a:cubicBezTo>
                <a:cubicBezTo>
                  <a:pt x="1072" y="410"/>
                  <a:pt x="1072" y="410"/>
                  <a:pt x="1071" y="411"/>
                </a:cubicBezTo>
                <a:cubicBezTo>
                  <a:pt x="1071" y="411"/>
                  <a:pt x="1070" y="411"/>
                  <a:pt x="1070" y="411"/>
                </a:cubicBezTo>
                <a:cubicBezTo>
                  <a:pt x="1070" y="411"/>
                  <a:pt x="1070" y="412"/>
                  <a:pt x="1070" y="412"/>
                </a:cubicBezTo>
                <a:cubicBezTo>
                  <a:pt x="1070" y="412"/>
                  <a:pt x="1070" y="413"/>
                  <a:pt x="1070" y="413"/>
                </a:cubicBezTo>
                <a:cubicBezTo>
                  <a:pt x="1071" y="413"/>
                  <a:pt x="1071" y="413"/>
                  <a:pt x="1071" y="413"/>
                </a:cubicBezTo>
                <a:cubicBezTo>
                  <a:pt x="1072" y="413"/>
                  <a:pt x="1072" y="413"/>
                  <a:pt x="1072" y="413"/>
                </a:cubicBezTo>
                <a:cubicBezTo>
                  <a:pt x="1073" y="414"/>
                  <a:pt x="1073" y="414"/>
                  <a:pt x="1073" y="414"/>
                </a:cubicBezTo>
                <a:cubicBezTo>
                  <a:pt x="1073" y="415"/>
                  <a:pt x="1073" y="415"/>
                  <a:pt x="1074" y="415"/>
                </a:cubicBezTo>
                <a:cubicBezTo>
                  <a:pt x="1074" y="416"/>
                  <a:pt x="1075" y="416"/>
                  <a:pt x="1076" y="417"/>
                </a:cubicBezTo>
                <a:cubicBezTo>
                  <a:pt x="1076" y="417"/>
                  <a:pt x="1076" y="417"/>
                  <a:pt x="1077" y="418"/>
                </a:cubicBezTo>
                <a:cubicBezTo>
                  <a:pt x="1077" y="418"/>
                  <a:pt x="1077" y="418"/>
                  <a:pt x="1078" y="419"/>
                </a:cubicBezTo>
                <a:cubicBezTo>
                  <a:pt x="1078" y="419"/>
                  <a:pt x="1078" y="419"/>
                  <a:pt x="1079" y="419"/>
                </a:cubicBezTo>
                <a:cubicBezTo>
                  <a:pt x="1079" y="419"/>
                  <a:pt x="1079" y="419"/>
                  <a:pt x="1080" y="419"/>
                </a:cubicBezTo>
                <a:cubicBezTo>
                  <a:pt x="1080" y="418"/>
                  <a:pt x="1080" y="418"/>
                  <a:pt x="1081" y="418"/>
                </a:cubicBezTo>
                <a:cubicBezTo>
                  <a:pt x="1081" y="418"/>
                  <a:pt x="1081" y="417"/>
                  <a:pt x="1081" y="417"/>
                </a:cubicBezTo>
                <a:cubicBezTo>
                  <a:pt x="1082" y="417"/>
                  <a:pt x="1083" y="417"/>
                  <a:pt x="1083" y="416"/>
                </a:cubicBezTo>
                <a:cubicBezTo>
                  <a:pt x="1084" y="416"/>
                  <a:pt x="1084" y="416"/>
                  <a:pt x="1084" y="415"/>
                </a:cubicBezTo>
                <a:cubicBezTo>
                  <a:pt x="1084" y="415"/>
                  <a:pt x="1084" y="414"/>
                  <a:pt x="1085" y="414"/>
                </a:cubicBezTo>
                <a:cubicBezTo>
                  <a:pt x="1086" y="414"/>
                  <a:pt x="1086" y="415"/>
                  <a:pt x="1087" y="415"/>
                </a:cubicBezTo>
                <a:cubicBezTo>
                  <a:pt x="1088" y="415"/>
                  <a:pt x="1088" y="416"/>
                  <a:pt x="1088" y="416"/>
                </a:cubicBezTo>
                <a:cubicBezTo>
                  <a:pt x="1088" y="417"/>
                  <a:pt x="1088" y="418"/>
                  <a:pt x="1088" y="419"/>
                </a:cubicBezTo>
                <a:cubicBezTo>
                  <a:pt x="1088" y="419"/>
                  <a:pt x="1088" y="420"/>
                  <a:pt x="1088" y="421"/>
                </a:cubicBezTo>
                <a:cubicBezTo>
                  <a:pt x="1089" y="421"/>
                  <a:pt x="1089" y="422"/>
                  <a:pt x="1089" y="423"/>
                </a:cubicBezTo>
                <a:cubicBezTo>
                  <a:pt x="1089" y="423"/>
                  <a:pt x="1090" y="423"/>
                  <a:pt x="1090" y="424"/>
                </a:cubicBezTo>
                <a:cubicBezTo>
                  <a:pt x="1090" y="424"/>
                  <a:pt x="1090" y="425"/>
                  <a:pt x="1090" y="426"/>
                </a:cubicBezTo>
                <a:cubicBezTo>
                  <a:pt x="1090" y="428"/>
                  <a:pt x="1090" y="428"/>
                  <a:pt x="1090" y="428"/>
                </a:cubicBezTo>
                <a:cubicBezTo>
                  <a:pt x="1090" y="428"/>
                  <a:pt x="1089" y="428"/>
                  <a:pt x="1089" y="429"/>
                </a:cubicBezTo>
                <a:cubicBezTo>
                  <a:pt x="1089" y="430"/>
                  <a:pt x="1089" y="431"/>
                  <a:pt x="1089" y="432"/>
                </a:cubicBezTo>
                <a:cubicBezTo>
                  <a:pt x="1089" y="432"/>
                  <a:pt x="1089" y="433"/>
                  <a:pt x="1089" y="433"/>
                </a:cubicBezTo>
                <a:cubicBezTo>
                  <a:pt x="1089" y="434"/>
                  <a:pt x="1090" y="434"/>
                  <a:pt x="1090" y="435"/>
                </a:cubicBezTo>
                <a:cubicBezTo>
                  <a:pt x="1090" y="435"/>
                  <a:pt x="1090" y="436"/>
                  <a:pt x="1090" y="436"/>
                </a:cubicBezTo>
                <a:cubicBezTo>
                  <a:pt x="1090" y="437"/>
                  <a:pt x="1090" y="438"/>
                  <a:pt x="1090" y="439"/>
                </a:cubicBezTo>
                <a:cubicBezTo>
                  <a:pt x="1090" y="440"/>
                  <a:pt x="1091" y="440"/>
                  <a:pt x="1092" y="441"/>
                </a:cubicBezTo>
                <a:cubicBezTo>
                  <a:pt x="1092" y="441"/>
                  <a:pt x="1092" y="441"/>
                  <a:pt x="1092" y="442"/>
                </a:cubicBezTo>
                <a:cubicBezTo>
                  <a:pt x="1093" y="442"/>
                  <a:pt x="1093" y="442"/>
                  <a:pt x="1093" y="443"/>
                </a:cubicBezTo>
                <a:cubicBezTo>
                  <a:pt x="1094" y="443"/>
                  <a:pt x="1094" y="443"/>
                  <a:pt x="1094" y="444"/>
                </a:cubicBezTo>
                <a:cubicBezTo>
                  <a:pt x="1094" y="444"/>
                  <a:pt x="1094" y="444"/>
                  <a:pt x="1094" y="445"/>
                </a:cubicBezTo>
                <a:cubicBezTo>
                  <a:pt x="1094" y="445"/>
                  <a:pt x="1094" y="446"/>
                  <a:pt x="1095" y="447"/>
                </a:cubicBezTo>
                <a:cubicBezTo>
                  <a:pt x="1095" y="447"/>
                  <a:pt x="1095" y="447"/>
                  <a:pt x="1095" y="448"/>
                </a:cubicBezTo>
                <a:cubicBezTo>
                  <a:pt x="1095" y="448"/>
                  <a:pt x="1095" y="448"/>
                  <a:pt x="1095" y="449"/>
                </a:cubicBezTo>
                <a:cubicBezTo>
                  <a:pt x="1096" y="449"/>
                  <a:pt x="1096" y="449"/>
                  <a:pt x="1096" y="450"/>
                </a:cubicBezTo>
                <a:cubicBezTo>
                  <a:pt x="1096" y="450"/>
                  <a:pt x="1096" y="450"/>
                  <a:pt x="1096" y="451"/>
                </a:cubicBezTo>
                <a:cubicBezTo>
                  <a:pt x="1096" y="451"/>
                  <a:pt x="1096" y="451"/>
                  <a:pt x="1096" y="452"/>
                </a:cubicBezTo>
                <a:cubicBezTo>
                  <a:pt x="1097" y="452"/>
                  <a:pt x="1097" y="452"/>
                  <a:pt x="1097" y="453"/>
                </a:cubicBezTo>
                <a:cubicBezTo>
                  <a:pt x="1097" y="453"/>
                  <a:pt x="1098" y="453"/>
                  <a:pt x="1098" y="454"/>
                </a:cubicBezTo>
                <a:cubicBezTo>
                  <a:pt x="1098" y="454"/>
                  <a:pt x="1098" y="454"/>
                  <a:pt x="1098" y="455"/>
                </a:cubicBezTo>
                <a:cubicBezTo>
                  <a:pt x="1099" y="455"/>
                  <a:pt x="1099" y="455"/>
                  <a:pt x="1099" y="455"/>
                </a:cubicBezTo>
                <a:cubicBezTo>
                  <a:pt x="1100" y="456"/>
                  <a:pt x="1100" y="457"/>
                  <a:pt x="1100" y="457"/>
                </a:cubicBezTo>
                <a:cubicBezTo>
                  <a:pt x="1100" y="458"/>
                  <a:pt x="1100" y="458"/>
                  <a:pt x="1100" y="458"/>
                </a:cubicBezTo>
                <a:cubicBezTo>
                  <a:pt x="1099" y="459"/>
                  <a:pt x="1099" y="460"/>
                  <a:pt x="1099" y="460"/>
                </a:cubicBezTo>
                <a:cubicBezTo>
                  <a:pt x="1099" y="462"/>
                  <a:pt x="1099" y="462"/>
                  <a:pt x="1100" y="464"/>
                </a:cubicBezTo>
                <a:cubicBezTo>
                  <a:pt x="1100" y="464"/>
                  <a:pt x="1101" y="464"/>
                  <a:pt x="1101" y="464"/>
                </a:cubicBezTo>
                <a:cubicBezTo>
                  <a:pt x="1101" y="465"/>
                  <a:pt x="1101" y="465"/>
                  <a:pt x="1102" y="465"/>
                </a:cubicBezTo>
                <a:cubicBezTo>
                  <a:pt x="1102" y="466"/>
                  <a:pt x="1102" y="466"/>
                  <a:pt x="1102" y="466"/>
                </a:cubicBezTo>
                <a:cubicBezTo>
                  <a:pt x="1103" y="468"/>
                  <a:pt x="1104" y="469"/>
                  <a:pt x="1104" y="471"/>
                </a:cubicBezTo>
                <a:cubicBezTo>
                  <a:pt x="1105" y="472"/>
                  <a:pt x="1105" y="472"/>
                  <a:pt x="1106" y="473"/>
                </a:cubicBezTo>
                <a:cubicBezTo>
                  <a:pt x="1106" y="474"/>
                  <a:pt x="1106" y="474"/>
                  <a:pt x="1106" y="474"/>
                </a:cubicBezTo>
                <a:cubicBezTo>
                  <a:pt x="1107" y="475"/>
                  <a:pt x="1107" y="475"/>
                  <a:pt x="1107" y="475"/>
                </a:cubicBezTo>
                <a:cubicBezTo>
                  <a:pt x="1107" y="476"/>
                  <a:pt x="1107" y="476"/>
                  <a:pt x="1108" y="476"/>
                </a:cubicBezTo>
                <a:cubicBezTo>
                  <a:pt x="1108" y="476"/>
                  <a:pt x="1108" y="477"/>
                  <a:pt x="1109" y="477"/>
                </a:cubicBezTo>
                <a:cubicBezTo>
                  <a:pt x="1109" y="477"/>
                  <a:pt x="1110" y="477"/>
                  <a:pt x="1110" y="477"/>
                </a:cubicBezTo>
                <a:cubicBezTo>
                  <a:pt x="1111" y="477"/>
                  <a:pt x="1111" y="476"/>
                  <a:pt x="1111" y="476"/>
                </a:cubicBezTo>
                <a:cubicBezTo>
                  <a:pt x="1112" y="476"/>
                  <a:pt x="1111" y="475"/>
                  <a:pt x="1112" y="475"/>
                </a:cubicBezTo>
                <a:cubicBezTo>
                  <a:pt x="1112" y="475"/>
                  <a:pt x="1112" y="475"/>
                  <a:pt x="1112" y="474"/>
                </a:cubicBezTo>
                <a:cubicBezTo>
                  <a:pt x="1113" y="473"/>
                  <a:pt x="1113" y="472"/>
                  <a:pt x="1114" y="471"/>
                </a:cubicBezTo>
                <a:cubicBezTo>
                  <a:pt x="1114" y="471"/>
                  <a:pt x="1114" y="471"/>
                  <a:pt x="1114" y="470"/>
                </a:cubicBezTo>
                <a:cubicBezTo>
                  <a:pt x="1114" y="470"/>
                  <a:pt x="1115" y="470"/>
                  <a:pt x="1115" y="470"/>
                </a:cubicBezTo>
                <a:cubicBezTo>
                  <a:pt x="1115" y="470"/>
                  <a:pt x="1116" y="470"/>
                  <a:pt x="1116" y="470"/>
                </a:cubicBezTo>
                <a:cubicBezTo>
                  <a:pt x="1117" y="470"/>
                  <a:pt x="1117" y="470"/>
                  <a:pt x="1117" y="469"/>
                </a:cubicBezTo>
                <a:cubicBezTo>
                  <a:pt x="1117" y="469"/>
                  <a:pt x="1118" y="469"/>
                  <a:pt x="1118" y="468"/>
                </a:cubicBezTo>
                <a:cubicBezTo>
                  <a:pt x="1118" y="468"/>
                  <a:pt x="1118" y="468"/>
                  <a:pt x="1118" y="468"/>
                </a:cubicBezTo>
                <a:cubicBezTo>
                  <a:pt x="1118" y="467"/>
                  <a:pt x="1119" y="467"/>
                  <a:pt x="1119" y="467"/>
                </a:cubicBezTo>
                <a:cubicBezTo>
                  <a:pt x="1119" y="466"/>
                  <a:pt x="1120" y="466"/>
                  <a:pt x="1120" y="465"/>
                </a:cubicBezTo>
                <a:cubicBezTo>
                  <a:pt x="1120" y="464"/>
                  <a:pt x="1119" y="463"/>
                  <a:pt x="1119" y="463"/>
                </a:cubicBezTo>
                <a:cubicBezTo>
                  <a:pt x="1119" y="462"/>
                  <a:pt x="1120" y="462"/>
                  <a:pt x="1120" y="462"/>
                </a:cubicBezTo>
                <a:cubicBezTo>
                  <a:pt x="1120" y="461"/>
                  <a:pt x="1121" y="460"/>
                  <a:pt x="1121" y="460"/>
                </a:cubicBezTo>
                <a:cubicBezTo>
                  <a:pt x="1121" y="459"/>
                  <a:pt x="1121" y="459"/>
                  <a:pt x="1121" y="458"/>
                </a:cubicBezTo>
                <a:cubicBezTo>
                  <a:pt x="1121" y="457"/>
                  <a:pt x="1121" y="457"/>
                  <a:pt x="1121" y="456"/>
                </a:cubicBezTo>
                <a:cubicBezTo>
                  <a:pt x="1121" y="455"/>
                  <a:pt x="1121" y="455"/>
                  <a:pt x="1121" y="454"/>
                </a:cubicBezTo>
                <a:cubicBezTo>
                  <a:pt x="1121" y="454"/>
                  <a:pt x="1121" y="454"/>
                  <a:pt x="1121" y="453"/>
                </a:cubicBezTo>
                <a:cubicBezTo>
                  <a:pt x="1121" y="448"/>
                  <a:pt x="1121" y="448"/>
                  <a:pt x="1121" y="448"/>
                </a:cubicBezTo>
                <a:cubicBezTo>
                  <a:pt x="1121" y="446"/>
                  <a:pt x="1121" y="445"/>
                  <a:pt x="1121" y="444"/>
                </a:cubicBezTo>
                <a:cubicBezTo>
                  <a:pt x="1121" y="443"/>
                  <a:pt x="1121" y="443"/>
                  <a:pt x="1121" y="443"/>
                </a:cubicBezTo>
                <a:cubicBezTo>
                  <a:pt x="1122" y="443"/>
                  <a:pt x="1122" y="442"/>
                  <a:pt x="1122" y="442"/>
                </a:cubicBezTo>
                <a:cubicBezTo>
                  <a:pt x="1123" y="441"/>
                  <a:pt x="1124" y="442"/>
                  <a:pt x="1125" y="442"/>
                </a:cubicBezTo>
                <a:cubicBezTo>
                  <a:pt x="1126" y="442"/>
                  <a:pt x="1127" y="442"/>
                  <a:pt x="1128" y="441"/>
                </a:cubicBezTo>
                <a:cubicBezTo>
                  <a:pt x="1128" y="441"/>
                  <a:pt x="1128" y="440"/>
                  <a:pt x="1128" y="439"/>
                </a:cubicBezTo>
                <a:cubicBezTo>
                  <a:pt x="1128" y="439"/>
                  <a:pt x="1129" y="439"/>
                  <a:pt x="1129" y="438"/>
                </a:cubicBezTo>
                <a:cubicBezTo>
                  <a:pt x="1129" y="438"/>
                  <a:pt x="1129" y="438"/>
                  <a:pt x="1130" y="438"/>
                </a:cubicBezTo>
                <a:cubicBezTo>
                  <a:pt x="1130" y="437"/>
                  <a:pt x="1130" y="437"/>
                  <a:pt x="1131" y="437"/>
                </a:cubicBezTo>
                <a:cubicBezTo>
                  <a:pt x="1131" y="437"/>
                  <a:pt x="1131" y="437"/>
                  <a:pt x="1132" y="437"/>
                </a:cubicBezTo>
                <a:cubicBezTo>
                  <a:pt x="1132" y="437"/>
                  <a:pt x="1132" y="437"/>
                  <a:pt x="1133" y="436"/>
                </a:cubicBezTo>
                <a:cubicBezTo>
                  <a:pt x="1133" y="436"/>
                  <a:pt x="1133" y="436"/>
                  <a:pt x="1133" y="435"/>
                </a:cubicBezTo>
                <a:cubicBezTo>
                  <a:pt x="1134" y="435"/>
                  <a:pt x="1134" y="435"/>
                  <a:pt x="1134" y="435"/>
                </a:cubicBezTo>
                <a:cubicBezTo>
                  <a:pt x="1135" y="435"/>
                  <a:pt x="1135" y="435"/>
                  <a:pt x="1135" y="435"/>
                </a:cubicBezTo>
                <a:cubicBezTo>
                  <a:pt x="1136" y="434"/>
                  <a:pt x="1136" y="434"/>
                  <a:pt x="1136" y="434"/>
                </a:cubicBezTo>
                <a:cubicBezTo>
                  <a:pt x="1136" y="433"/>
                  <a:pt x="1137" y="433"/>
                  <a:pt x="1137" y="432"/>
                </a:cubicBezTo>
                <a:cubicBezTo>
                  <a:pt x="1137" y="431"/>
                  <a:pt x="1138" y="431"/>
                  <a:pt x="1138" y="431"/>
                </a:cubicBezTo>
                <a:cubicBezTo>
                  <a:pt x="1138" y="431"/>
                  <a:pt x="1138" y="430"/>
                  <a:pt x="1139" y="430"/>
                </a:cubicBezTo>
                <a:cubicBezTo>
                  <a:pt x="1139" y="430"/>
                  <a:pt x="1139" y="429"/>
                  <a:pt x="1139" y="429"/>
                </a:cubicBezTo>
                <a:cubicBezTo>
                  <a:pt x="1140" y="429"/>
                  <a:pt x="1141" y="429"/>
                  <a:pt x="1141" y="428"/>
                </a:cubicBezTo>
                <a:cubicBezTo>
                  <a:pt x="1141" y="428"/>
                  <a:pt x="1142" y="427"/>
                  <a:pt x="1142" y="427"/>
                </a:cubicBezTo>
                <a:cubicBezTo>
                  <a:pt x="1142" y="427"/>
                  <a:pt x="1142" y="426"/>
                  <a:pt x="1142" y="426"/>
                </a:cubicBezTo>
                <a:cubicBezTo>
                  <a:pt x="1142" y="426"/>
                  <a:pt x="1142" y="425"/>
                  <a:pt x="1143" y="425"/>
                </a:cubicBezTo>
                <a:cubicBezTo>
                  <a:pt x="1143" y="425"/>
                  <a:pt x="1143" y="425"/>
                  <a:pt x="1144" y="425"/>
                </a:cubicBezTo>
                <a:cubicBezTo>
                  <a:pt x="1144" y="425"/>
                  <a:pt x="1144" y="425"/>
                  <a:pt x="1145" y="425"/>
                </a:cubicBezTo>
                <a:cubicBezTo>
                  <a:pt x="1145" y="425"/>
                  <a:pt x="1145" y="425"/>
                  <a:pt x="1146" y="425"/>
                </a:cubicBezTo>
                <a:cubicBezTo>
                  <a:pt x="1146" y="424"/>
                  <a:pt x="1145" y="424"/>
                  <a:pt x="1146" y="424"/>
                </a:cubicBezTo>
                <a:cubicBezTo>
                  <a:pt x="1146" y="423"/>
                  <a:pt x="1146" y="422"/>
                  <a:pt x="1147" y="422"/>
                </a:cubicBezTo>
                <a:cubicBezTo>
                  <a:pt x="1148" y="422"/>
                  <a:pt x="1148" y="422"/>
                  <a:pt x="1148" y="422"/>
                </a:cubicBezTo>
                <a:cubicBezTo>
                  <a:pt x="1149" y="422"/>
                  <a:pt x="1150" y="422"/>
                  <a:pt x="1150" y="422"/>
                </a:cubicBezTo>
                <a:cubicBezTo>
                  <a:pt x="1150" y="422"/>
                  <a:pt x="1151" y="421"/>
                  <a:pt x="1151" y="421"/>
                </a:cubicBezTo>
                <a:cubicBezTo>
                  <a:pt x="1152" y="420"/>
                  <a:pt x="1151" y="419"/>
                  <a:pt x="1152" y="417"/>
                </a:cubicBezTo>
                <a:cubicBezTo>
                  <a:pt x="1152" y="416"/>
                  <a:pt x="1152" y="416"/>
                  <a:pt x="1152" y="415"/>
                </a:cubicBezTo>
                <a:cubicBezTo>
                  <a:pt x="1156" y="415"/>
                  <a:pt x="1156" y="415"/>
                  <a:pt x="1156" y="415"/>
                </a:cubicBezTo>
                <a:cubicBezTo>
                  <a:pt x="1157" y="415"/>
                  <a:pt x="1157" y="416"/>
                  <a:pt x="1157" y="416"/>
                </a:cubicBezTo>
                <a:cubicBezTo>
                  <a:pt x="1158" y="416"/>
                  <a:pt x="1158" y="416"/>
                  <a:pt x="1159" y="416"/>
                </a:cubicBezTo>
                <a:cubicBezTo>
                  <a:pt x="1159" y="416"/>
                  <a:pt x="1159" y="416"/>
                  <a:pt x="1159" y="416"/>
                </a:cubicBezTo>
                <a:cubicBezTo>
                  <a:pt x="1159" y="416"/>
                  <a:pt x="1160" y="415"/>
                  <a:pt x="1160" y="415"/>
                </a:cubicBezTo>
                <a:cubicBezTo>
                  <a:pt x="1160" y="415"/>
                  <a:pt x="1161" y="415"/>
                  <a:pt x="1161" y="415"/>
                </a:cubicBezTo>
                <a:cubicBezTo>
                  <a:pt x="1161" y="415"/>
                  <a:pt x="1162" y="415"/>
                  <a:pt x="1162" y="414"/>
                </a:cubicBezTo>
                <a:cubicBezTo>
                  <a:pt x="1162" y="414"/>
                  <a:pt x="1163" y="414"/>
                  <a:pt x="1163" y="414"/>
                </a:cubicBezTo>
                <a:cubicBezTo>
                  <a:pt x="1163" y="414"/>
                  <a:pt x="1163" y="414"/>
                  <a:pt x="1164" y="413"/>
                </a:cubicBezTo>
                <a:cubicBezTo>
                  <a:pt x="1164" y="413"/>
                  <a:pt x="1164" y="413"/>
                  <a:pt x="1164" y="412"/>
                </a:cubicBezTo>
                <a:cubicBezTo>
                  <a:pt x="1169" y="412"/>
                  <a:pt x="1169" y="412"/>
                  <a:pt x="1169" y="412"/>
                </a:cubicBezTo>
                <a:cubicBezTo>
                  <a:pt x="1169" y="410"/>
                  <a:pt x="1169" y="410"/>
                  <a:pt x="1169" y="410"/>
                </a:cubicBezTo>
                <a:cubicBezTo>
                  <a:pt x="1170" y="410"/>
                  <a:pt x="1170" y="410"/>
                  <a:pt x="1171" y="410"/>
                </a:cubicBezTo>
                <a:cubicBezTo>
                  <a:pt x="1171" y="410"/>
                  <a:pt x="1171" y="410"/>
                  <a:pt x="1172" y="410"/>
                </a:cubicBezTo>
                <a:cubicBezTo>
                  <a:pt x="1172" y="410"/>
                  <a:pt x="1172" y="410"/>
                  <a:pt x="1172" y="411"/>
                </a:cubicBezTo>
                <a:cubicBezTo>
                  <a:pt x="1172" y="411"/>
                  <a:pt x="1172" y="411"/>
                  <a:pt x="1173" y="412"/>
                </a:cubicBezTo>
                <a:cubicBezTo>
                  <a:pt x="1173" y="412"/>
                  <a:pt x="1173" y="412"/>
                  <a:pt x="1173" y="413"/>
                </a:cubicBezTo>
                <a:cubicBezTo>
                  <a:pt x="1173" y="413"/>
                  <a:pt x="1174" y="413"/>
                  <a:pt x="1174" y="413"/>
                </a:cubicBezTo>
                <a:cubicBezTo>
                  <a:pt x="1174" y="413"/>
                  <a:pt x="1174" y="414"/>
                  <a:pt x="1174" y="414"/>
                </a:cubicBezTo>
                <a:cubicBezTo>
                  <a:pt x="1175" y="415"/>
                  <a:pt x="1175" y="415"/>
                  <a:pt x="1175" y="416"/>
                </a:cubicBezTo>
                <a:cubicBezTo>
                  <a:pt x="1175" y="417"/>
                  <a:pt x="1175" y="417"/>
                  <a:pt x="1175" y="418"/>
                </a:cubicBezTo>
                <a:cubicBezTo>
                  <a:pt x="1175" y="418"/>
                  <a:pt x="1175" y="419"/>
                  <a:pt x="1175" y="419"/>
                </a:cubicBezTo>
                <a:cubicBezTo>
                  <a:pt x="1176" y="419"/>
                  <a:pt x="1176" y="420"/>
                  <a:pt x="1176" y="420"/>
                </a:cubicBezTo>
                <a:cubicBezTo>
                  <a:pt x="1176" y="420"/>
                  <a:pt x="1177" y="420"/>
                  <a:pt x="1177" y="421"/>
                </a:cubicBezTo>
                <a:cubicBezTo>
                  <a:pt x="1177" y="421"/>
                  <a:pt x="1177" y="421"/>
                  <a:pt x="1177" y="421"/>
                </a:cubicBezTo>
                <a:cubicBezTo>
                  <a:pt x="1178" y="422"/>
                  <a:pt x="1178" y="422"/>
                  <a:pt x="1179" y="423"/>
                </a:cubicBezTo>
                <a:cubicBezTo>
                  <a:pt x="1179" y="423"/>
                  <a:pt x="1180" y="423"/>
                  <a:pt x="1180" y="424"/>
                </a:cubicBezTo>
                <a:cubicBezTo>
                  <a:pt x="1180" y="424"/>
                  <a:pt x="1180" y="424"/>
                  <a:pt x="1181" y="425"/>
                </a:cubicBezTo>
                <a:cubicBezTo>
                  <a:pt x="1181" y="425"/>
                  <a:pt x="1181" y="425"/>
                  <a:pt x="1181" y="425"/>
                </a:cubicBezTo>
                <a:cubicBezTo>
                  <a:pt x="1181" y="426"/>
                  <a:pt x="1181" y="426"/>
                  <a:pt x="1181" y="426"/>
                </a:cubicBezTo>
                <a:cubicBezTo>
                  <a:pt x="1181" y="427"/>
                  <a:pt x="1181" y="427"/>
                  <a:pt x="1181" y="427"/>
                </a:cubicBezTo>
                <a:cubicBezTo>
                  <a:pt x="1181" y="428"/>
                  <a:pt x="1181" y="429"/>
                  <a:pt x="1181" y="429"/>
                </a:cubicBezTo>
                <a:cubicBezTo>
                  <a:pt x="1181" y="429"/>
                  <a:pt x="1181" y="429"/>
                  <a:pt x="1181" y="429"/>
                </a:cubicBezTo>
                <a:cubicBezTo>
                  <a:pt x="1182" y="429"/>
                  <a:pt x="1182" y="429"/>
                  <a:pt x="1183" y="429"/>
                </a:cubicBezTo>
                <a:cubicBezTo>
                  <a:pt x="1183" y="429"/>
                  <a:pt x="1184" y="429"/>
                  <a:pt x="1184" y="429"/>
                </a:cubicBezTo>
                <a:cubicBezTo>
                  <a:pt x="1184" y="430"/>
                  <a:pt x="1185" y="429"/>
                  <a:pt x="1185" y="430"/>
                </a:cubicBezTo>
                <a:cubicBezTo>
                  <a:pt x="1185" y="430"/>
                  <a:pt x="1185" y="430"/>
                  <a:pt x="1185" y="431"/>
                </a:cubicBezTo>
                <a:cubicBezTo>
                  <a:pt x="1185" y="431"/>
                  <a:pt x="1185" y="432"/>
                  <a:pt x="1185" y="433"/>
                </a:cubicBezTo>
                <a:cubicBezTo>
                  <a:pt x="1185" y="433"/>
                  <a:pt x="1184" y="433"/>
                  <a:pt x="1184" y="434"/>
                </a:cubicBezTo>
                <a:cubicBezTo>
                  <a:pt x="1184" y="435"/>
                  <a:pt x="1184" y="435"/>
                  <a:pt x="1184" y="436"/>
                </a:cubicBezTo>
                <a:cubicBezTo>
                  <a:pt x="1184" y="438"/>
                  <a:pt x="1184" y="439"/>
                  <a:pt x="1185" y="440"/>
                </a:cubicBezTo>
                <a:cubicBezTo>
                  <a:pt x="1185" y="440"/>
                  <a:pt x="1185" y="441"/>
                  <a:pt x="1186" y="441"/>
                </a:cubicBezTo>
                <a:cubicBezTo>
                  <a:pt x="1186" y="441"/>
                  <a:pt x="1186" y="441"/>
                  <a:pt x="1187" y="442"/>
                </a:cubicBezTo>
                <a:cubicBezTo>
                  <a:pt x="1187" y="442"/>
                  <a:pt x="1188" y="442"/>
                  <a:pt x="1189" y="442"/>
                </a:cubicBezTo>
                <a:cubicBezTo>
                  <a:pt x="1190" y="442"/>
                  <a:pt x="1190" y="442"/>
                  <a:pt x="1190" y="442"/>
                </a:cubicBezTo>
                <a:cubicBezTo>
                  <a:pt x="1190" y="442"/>
                  <a:pt x="1190" y="442"/>
                  <a:pt x="1191" y="442"/>
                </a:cubicBezTo>
                <a:cubicBezTo>
                  <a:pt x="1191" y="441"/>
                  <a:pt x="1191" y="441"/>
                  <a:pt x="1191" y="441"/>
                </a:cubicBezTo>
                <a:cubicBezTo>
                  <a:pt x="1191" y="440"/>
                  <a:pt x="1192" y="440"/>
                  <a:pt x="1192" y="440"/>
                </a:cubicBezTo>
                <a:cubicBezTo>
                  <a:pt x="1192" y="440"/>
                  <a:pt x="1193" y="440"/>
                  <a:pt x="1193" y="440"/>
                </a:cubicBezTo>
                <a:cubicBezTo>
                  <a:pt x="1194" y="440"/>
                  <a:pt x="1194" y="440"/>
                  <a:pt x="1195" y="439"/>
                </a:cubicBezTo>
                <a:cubicBezTo>
                  <a:pt x="1195" y="438"/>
                  <a:pt x="1195" y="438"/>
                  <a:pt x="1195" y="438"/>
                </a:cubicBezTo>
                <a:cubicBezTo>
                  <a:pt x="1195" y="438"/>
                  <a:pt x="1195" y="438"/>
                  <a:pt x="1195" y="438"/>
                </a:cubicBezTo>
                <a:cubicBezTo>
                  <a:pt x="1195" y="437"/>
                  <a:pt x="1196" y="437"/>
                  <a:pt x="1196" y="437"/>
                </a:cubicBezTo>
                <a:cubicBezTo>
                  <a:pt x="1197" y="437"/>
                  <a:pt x="1198" y="437"/>
                  <a:pt x="1199" y="438"/>
                </a:cubicBezTo>
                <a:cubicBezTo>
                  <a:pt x="1199" y="438"/>
                  <a:pt x="1199" y="438"/>
                  <a:pt x="1199" y="439"/>
                </a:cubicBezTo>
                <a:cubicBezTo>
                  <a:pt x="1199" y="439"/>
                  <a:pt x="1199" y="439"/>
                  <a:pt x="1200" y="440"/>
                </a:cubicBezTo>
                <a:cubicBezTo>
                  <a:pt x="1200" y="440"/>
                  <a:pt x="1200" y="441"/>
                  <a:pt x="1200" y="442"/>
                </a:cubicBezTo>
                <a:cubicBezTo>
                  <a:pt x="1201" y="443"/>
                  <a:pt x="1201" y="443"/>
                  <a:pt x="1201" y="445"/>
                </a:cubicBezTo>
                <a:cubicBezTo>
                  <a:pt x="1201" y="445"/>
                  <a:pt x="1201" y="445"/>
                  <a:pt x="1201" y="446"/>
                </a:cubicBezTo>
                <a:cubicBezTo>
                  <a:pt x="1201" y="446"/>
                  <a:pt x="1202" y="446"/>
                  <a:pt x="1202" y="447"/>
                </a:cubicBezTo>
                <a:cubicBezTo>
                  <a:pt x="1202" y="447"/>
                  <a:pt x="1203" y="447"/>
                  <a:pt x="1203" y="447"/>
                </a:cubicBezTo>
                <a:cubicBezTo>
                  <a:pt x="1203" y="447"/>
                  <a:pt x="1203" y="448"/>
                  <a:pt x="1203" y="448"/>
                </a:cubicBezTo>
                <a:cubicBezTo>
                  <a:pt x="1203" y="449"/>
                  <a:pt x="1201" y="450"/>
                  <a:pt x="1201" y="451"/>
                </a:cubicBezTo>
                <a:cubicBezTo>
                  <a:pt x="1201" y="452"/>
                  <a:pt x="1202" y="452"/>
                  <a:pt x="1202" y="452"/>
                </a:cubicBezTo>
                <a:cubicBezTo>
                  <a:pt x="1202" y="453"/>
                  <a:pt x="1202" y="453"/>
                  <a:pt x="1202" y="453"/>
                </a:cubicBezTo>
                <a:cubicBezTo>
                  <a:pt x="1203" y="453"/>
                  <a:pt x="1203" y="454"/>
                  <a:pt x="1203" y="454"/>
                </a:cubicBezTo>
                <a:cubicBezTo>
                  <a:pt x="1204" y="454"/>
                  <a:pt x="1204" y="455"/>
                  <a:pt x="1205" y="456"/>
                </a:cubicBezTo>
                <a:cubicBezTo>
                  <a:pt x="1205" y="456"/>
                  <a:pt x="1205" y="456"/>
                  <a:pt x="1206" y="456"/>
                </a:cubicBezTo>
                <a:cubicBezTo>
                  <a:pt x="1206" y="457"/>
                  <a:pt x="1206" y="457"/>
                  <a:pt x="1206" y="458"/>
                </a:cubicBezTo>
                <a:cubicBezTo>
                  <a:pt x="1206" y="459"/>
                  <a:pt x="1206" y="459"/>
                  <a:pt x="1206" y="460"/>
                </a:cubicBezTo>
                <a:cubicBezTo>
                  <a:pt x="1206" y="461"/>
                  <a:pt x="1206" y="461"/>
                  <a:pt x="1206" y="462"/>
                </a:cubicBezTo>
                <a:cubicBezTo>
                  <a:pt x="1206" y="463"/>
                  <a:pt x="1206" y="463"/>
                  <a:pt x="1205" y="464"/>
                </a:cubicBezTo>
                <a:cubicBezTo>
                  <a:pt x="1205" y="464"/>
                  <a:pt x="1204" y="464"/>
                  <a:pt x="1204" y="464"/>
                </a:cubicBezTo>
                <a:cubicBezTo>
                  <a:pt x="1204" y="464"/>
                  <a:pt x="1203" y="464"/>
                  <a:pt x="1203" y="464"/>
                </a:cubicBezTo>
                <a:cubicBezTo>
                  <a:pt x="1203" y="465"/>
                  <a:pt x="1203" y="465"/>
                  <a:pt x="1203" y="465"/>
                </a:cubicBezTo>
                <a:cubicBezTo>
                  <a:pt x="1202" y="466"/>
                  <a:pt x="1202" y="466"/>
                  <a:pt x="1202" y="466"/>
                </a:cubicBezTo>
                <a:cubicBezTo>
                  <a:pt x="1202" y="467"/>
                  <a:pt x="1202" y="468"/>
                  <a:pt x="1202" y="469"/>
                </a:cubicBezTo>
                <a:cubicBezTo>
                  <a:pt x="1202" y="470"/>
                  <a:pt x="1202" y="470"/>
                  <a:pt x="1202" y="470"/>
                </a:cubicBezTo>
                <a:cubicBezTo>
                  <a:pt x="1202" y="471"/>
                  <a:pt x="1202" y="471"/>
                  <a:pt x="1202" y="472"/>
                </a:cubicBezTo>
                <a:cubicBezTo>
                  <a:pt x="1202" y="473"/>
                  <a:pt x="1202" y="473"/>
                  <a:pt x="1202" y="474"/>
                </a:cubicBezTo>
                <a:cubicBezTo>
                  <a:pt x="1202" y="475"/>
                  <a:pt x="1202" y="475"/>
                  <a:pt x="1202" y="476"/>
                </a:cubicBezTo>
                <a:cubicBezTo>
                  <a:pt x="1202" y="476"/>
                  <a:pt x="1202" y="477"/>
                  <a:pt x="1203" y="477"/>
                </a:cubicBezTo>
                <a:cubicBezTo>
                  <a:pt x="1203" y="477"/>
                  <a:pt x="1203" y="477"/>
                  <a:pt x="1204" y="477"/>
                </a:cubicBezTo>
                <a:cubicBezTo>
                  <a:pt x="1204" y="478"/>
                  <a:pt x="1204" y="478"/>
                  <a:pt x="1205" y="478"/>
                </a:cubicBezTo>
                <a:cubicBezTo>
                  <a:pt x="1206" y="478"/>
                  <a:pt x="1206" y="479"/>
                  <a:pt x="1206" y="480"/>
                </a:cubicBezTo>
                <a:cubicBezTo>
                  <a:pt x="1207" y="480"/>
                  <a:pt x="1207" y="481"/>
                  <a:pt x="1208" y="481"/>
                </a:cubicBezTo>
                <a:cubicBezTo>
                  <a:pt x="1209" y="481"/>
                  <a:pt x="1209" y="481"/>
                  <a:pt x="1209" y="481"/>
                </a:cubicBezTo>
                <a:cubicBezTo>
                  <a:pt x="1210" y="482"/>
                  <a:pt x="1210" y="482"/>
                  <a:pt x="1210" y="482"/>
                </a:cubicBezTo>
                <a:cubicBezTo>
                  <a:pt x="1210" y="483"/>
                  <a:pt x="1211" y="483"/>
                  <a:pt x="1211" y="483"/>
                </a:cubicBezTo>
                <a:cubicBezTo>
                  <a:pt x="1211" y="484"/>
                  <a:pt x="1211" y="485"/>
                  <a:pt x="1211" y="486"/>
                </a:cubicBezTo>
                <a:cubicBezTo>
                  <a:pt x="1211" y="486"/>
                  <a:pt x="1211" y="487"/>
                  <a:pt x="1211" y="487"/>
                </a:cubicBezTo>
                <a:cubicBezTo>
                  <a:pt x="1211" y="488"/>
                  <a:pt x="1212" y="489"/>
                  <a:pt x="1212" y="489"/>
                </a:cubicBezTo>
                <a:cubicBezTo>
                  <a:pt x="1212" y="490"/>
                  <a:pt x="1212" y="490"/>
                  <a:pt x="1213" y="490"/>
                </a:cubicBezTo>
                <a:cubicBezTo>
                  <a:pt x="1213" y="491"/>
                  <a:pt x="1213" y="491"/>
                  <a:pt x="1213" y="491"/>
                </a:cubicBezTo>
                <a:cubicBezTo>
                  <a:pt x="1214" y="492"/>
                  <a:pt x="1214" y="493"/>
                  <a:pt x="1214" y="494"/>
                </a:cubicBezTo>
                <a:cubicBezTo>
                  <a:pt x="1214" y="499"/>
                  <a:pt x="1214" y="499"/>
                  <a:pt x="1214" y="499"/>
                </a:cubicBezTo>
                <a:cubicBezTo>
                  <a:pt x="1214" y="499"/>
                  <a:pt x="1215" y="499"/>
                  <a:pt x="1215" y="500"/>
                </a:cubicBezTo>
                <a:cubicBezTo>
                  <a:pt x="1215" y="500"/>
                  <a:pt x="1215" y="500"/>
                  <a:pt x="1215" y="501"/>
                </a:cubicBezTo>
                <a:cubicBezTo>
                  <a:pt x="1215" y="501"/>
                  <a:pt x="1215" y="501"/>
                  <a:pt x="1216" y="502"/>
                </a:cubicBezTo>
                <a:cubicBezTo>
                  <a:pt x="1216" y="502"/>
                  <a:pt x="1216" y="503"/>
                  <a:pt x="1217" y="503"/>
                </a:cubicBezTo>
                <a:cubicBezTo>
                  <a:pt x="1217" y="503"/>
                  <a:pt x="1217" y="503"/>
                  <a:pt x="1217" y="503"/>
                </a:cubicBezTo>
                <a:cubicBezTo>
                  <a:pt x="1219" y="504"/>
                  <a:pt x="1219" y="505"/>
                  <a:pt x="1221" y="505"/>
                </a:cubicBezTo>
                <a:cubicBezTo>
                  <a:pt x="1221" y="505"/>
                  <a:pt x="1222" y="505"/>
                  <a:pt x="1222" y="506"/>
                </a:cubicBezTo>
                <a:cubicBezTo>
                  <a:pt x="1223" y="506"/>
                  <a:pt x="1223" y="507"/>
                  <a:pt x="1224" y="508"/>
                </a:cubicBezTo>
                <a:cubicBezTo>
                  <a:pt x="1224" y="508"/>
                  <a:pt x="1224" y="508"/>
                  <a:pt x="1224" y="509"/>
                </a:cubicBezTo>
                <a:cubicBezTo>
                  <a:pt x="1224" y="509"/>
                  <a:pt x="1225" y="509"/>
                  <a:pt x="1225" y="509"/>
                </a:cubicBezTo>
                <a:cubicBezTo>
                  <a:pt x="1225" y="509"/>
                  <a:pt x="1226" y="509"/>
                  <a:pt x="1226" y="509"/>
                </a:cubicBezTo>
                <a:cubicBezTo>
                  <a:pt x="1226" y="509"/>
                  <a:pt x="1227" y="509"/>
                  <a:pt x="1227" y="510"/>
                </a:cubicBezTo>
                <a:cubicBezTo>
                  <a:pt x="1228" y="510"/>
                  <a:pt x="1228" y="510"/>
                  <a:pt x="1229" y="510"/>
                </a:cubicBezTo>
                <a:cubicBezTo>
                  <a:pt x="1229" y="510"/>
                  <a:pt x="1229" y="510"/>
                  <a:pt x="1229" y="510"/>
                </a:cubicBezTo>
                <a:cubicBezTo>
                  <a:pt x="1230" y="510"/>
                  <a:pt x="1230" y="510"/>
                  <a:pt x="1230" y="509"/>
                </a:cubicBezTo>
                <a:cubicBezTo>
                  <a:pt x="1230" y="509"/>
                  <a:pt x="1230" y="508"/>
                  <a:pt x="1229" y="507"/>
                </a:cubicBezTo>
                <a:cubicBezTo>
                  <a:pt x="1229" y="507"/>
                  <a:pt x="1229" y="507"/>
                  <a:pt x="1229" y="507"/>
                </a:cubicBezTo>
                <a:cubicBezTo>
                  <a:pt x="1228" y="506"/>
                  <a:pt x="1228" y="507"/>
                  <a:pt x="1228" y="506"/>
                </a:cubicBezTo>
                <a:cubicBezTo>
                  <a:pt x="1227" y="506"/>
                  <a:pt x="1227" y="505"/>
                  <a:pt x="1226" y="504"/>
                </a:cubicBezTo>
                <a:cubicBezTo>
                  <a:pt x="1226" y="504"/>
                  <a:pt x="1227" y="503"/>
                  <a:pt x="1226" y="502"/>
                </a:cubicBezTo>
                <a:cubicBezTo>
                  <a:pt x="1226" y="502"/>
                  <a:pt x="1226" y="502"/>
                  <a:pt x="1226" y="501"/>
                </a:cubicBezTo>
                <a:cubicBezTo>
                  <a:pt x="1226" y="500"/>
                  <a:pt x="1226" y="500"/>
                  <a:pt x="1226" y="499"/>
                </a:cubicBezTo>
                <a:cubicBezTo>
                  <a:pt x="1226" y="498"/>
                  <a:pt x="1226" y="498"/>
                  <a:pt x="1226" y="498"/>
                </a:cubicBezTo>
                <a:cubicBezTo>
                  <a:pt x="1226" y="497"/>
                  <a:pt x="1226" y="497"/>
                  <a:pt x="1226" y="497"/>
                </a:cubicBezTo>
                <a:cubicBezTo>
                  <a:pt x="1225" y="496"/>
                  <a:pt x="1225" y="496"/>
                  <a:pt x="1225" y="496"/>
                </a:cubicBezTo>
                <a:cubicBezTo>
                  <a:pt x="1224" y="495"/>
                  <a:pt x="1225" y="494"/>
                  <a:pt x="1225" y="493"/>
                </a:cubicBezTo>
                <a:cubicBezTo>
                  <a:pt x="1225" y="492"/>
                  <a:pt x="1225" y="492"/>
                  <a:pt x="1225" y="492"/>
                </a:cubicBezTo>
                <a:cubicBezTo>
                  <a:pt x="1225" y="492"/>
                  <a:pt x="1224" y="491"/>
                  <a:pt x="1224" y="491"/>
                </a:cubicBezTo>
                <a:cubicBezTo>
                  <a:pt x="1224" y="490"/>
                  <a:pt x="1224" y="490"/>
                  <a:pt x="1224" y="490"/>
                </a:cubicBezTo>
                <a:cubicBezTo>
                  <a:pt x="1224" y="490"/>
                  <a:pt x="1224" y="489"/>
                  <a:pt x="1224" y="489"/>
                </a:cubicBezTo>
                <a:cubicBezTo>
                  <a:pt x="1224" y="487"/>
                  <a:pt x="1224" y="487"/>
                  <a:pt x="1224" y="487"/>
                </a:cubicBezTo>
                <a:cubicBezTo>
                  <a:pt x="1223" y="487"/>
                  <a:pt x="1222" y="487"/>
                  <a:pt x="1221" y="487"/>
                </a:cubicBezTo>
                <a:cubicBezTo>
                  <a:pt x="1221" y="486"/>
                  <a:pt x="1221" y="486"/>
                  <a:pt x="1220" y="486"/>
                </a:cubicBezTo>
                <a:cubicBezTo>
                  <a:pt x="1220" y="486"/>
                  <a:pt x="1220" y="485"/>
                  <a:pt x="1220" y="485"/>
                </a:cubicBezTo>
                <a:cubicBezTo>
                  <a:pt x="1219" y="485"/>
                  <a:pt x="1219" y="485"/>
                  <a:pt x="1219" y="485"/>
                </a:cubicBezTo>
                <a:cubicBezTo>
                  <a:pt x="1218" y="484"/>
                  <a:pt x="1218" y="484"/>
                  <a:pt x="1218" y="484"/>
                </a:cubicBezTo>
                <a:cubicBezTo>
                  <a:pt x="1217" y="483"/>
                  <a:pt x="1217" y="483"/>
                  <a:pt x="1216" y="483"/>
                </a:cubicBezTo>
                <a:cubicBezTo>
                  <a:pt x="1215" y="483"/>
                  <a:pt x="1215" y="483"/>
                  <a:pt x="1215" y="483"/>
                </a:cubicBezTo>
                <a:cubicBezTo>
                  <a:pt x="1214" y="483"/>
                  <a:pt x="1213" y="482"/>
                  <a:pt x="1213" y="481"/>
                </a:cubicBezTo>
                <a:cubicBezTo>
                  <a:pt x="1213" y="481"/>
                  <a:pt x="1212" y="481"/>
                  <a:pt x="1212" y="481"/>
                </a:cubicBezTo>
                <a:cubicBezTo>
                  <a:pt x="1212" y="480"/>
                  <a:pt x="1212" y="480"/>
                  <a:pt x="1212" y="480"/>
                </a:cubicBezTo>
                <a:cubicBezTo>
                  <a:pt x="1212" y="479"/>
                  <a:pt x="1212" y="478"/>
                  <a:pt x="1212" y="478"/>
                </a:cubicBezTo>
                <a:cubicBezTo>
                  <a:pt x="1212" y="477"/>
                  <a:pt x="1212" y="477"/>
                  <a:pt x="1212" y="477"/>
                </a:cubicBezTo>
                <a:cubicBezTo>
                  <a:pt x="1212" y="476"/>
                  <a:pt x="1212" y="476"/>
                  <a:pt x="1212" y="476"/>
                </a:cubicBezTo>
                <a:cubicBezTo>
                  <a:pt x="1212" y="476"/>
                  <a:pt x="1211" y="476"/>
                  <a:pt x="1211" y="475"/>
                </a:cubicBezTo>
                <a:cubicBezTo>
                  <a:pt x="1211" y="475"/>
                  <a:pt x="1210" y="475"/>
                  <a:pt x="1210" y="475"/>
                </a:cubicBezTo>
                <a:cubicBezTo>
                  <a:pt x="1209" y="474"/>
                  <a:pt x="1210" y="474"/>
                  <a:pt x="1210" y="473"/>
                </a:cubicBezTo>
                <a:cubicBezTo>
                  <a:pt x="1210" y="472"/>
                  <a:pt x="1210" y="472"/>
                  <a:pt x="1210" y="472"/>
                </a:cubicBezTo>
                <a:cubicBezTo>
                  <a:pt x="1210" y="472"/>
                  <a:pt x="1210" y="471"/>
                  <a:pt x="1210" y="471"/>
                </a:cubicBezTo>
                <a:cubicBezTo>
                  <a:pt x="1209" y="471"/>
                  <a:pt x="1209" y="471"/>
                  <a:pt x="1209" y="471"/>
                </a:cubicBezTo>
                <a:cubicBezTo>
                  <a:pt x="1208" y="471"/>
                  <a:pt x="1208" y="470"/>
                  <a:pt x="1208" y="470"/>
                </a:cubicBezTo>
                <a:cubicBezTo>
                  <a:pt x="1207" y="470"/>
                  <a:pt x="1207" y="470"/>
                  <a:pt x="1207" y="470"/>
                </a:cubicBezTo>
                <a:cubicBezTo>
                  <a:pt x="1207" y="465"/>
                  <a:pt x="1207" y="465"/>
                  <a:pt x="1207" y="465"/>
                </a:cubicBezTo>
                <a:cubicBezTo>
                  <a:pt x="1207" y="464"/>
                  <a:pt x="1208" y="464"/>
                  <a:pt x="1209" y="462"/>
                </a:cubicBezTo>
                <a:cubicBezTo>
                  <a:pt x="1210" y="461"/>
                  <a:pt x="1210" y="461"/>
                  <a:pt x="1210" y="460"/>
                </a:cubicBezTo>
                <a:cubicBezTo>
                  <a:pt x="1211" y="459"/>
                  <a:pt x="1211" y="459"/>
                  <a:pt x="1211" y="458"/>
                </a:cubicBezTo>
                <a:cubicBezTo>
                  <a:pt x="1211" y="457"/>
                  <a:pt x="1210" y="457"/>
                  <a:pt x="1210" y="456"/>
                </a:cubicBezTo>
                <a:cubicBezTo>
                  <a:pt x="1210" y="456"/>
                  <a:pt x="1210" y="455"/>
                  <a:pt x="1211" y="455"/>
                </a:cubicBezTo>
                <a:cubicBezTo>
                  <a:pt x="1211" y="454"/>
                  <a:pt x="1211" y="454"/>
                  <a:pt x="1212" y="454"/>
                </a:cubicBezTo>
                <a:cubicBezTo>
                  <a:pt x="1212" y="454"/>
                  <a:pt x="1212" y="453"/>
                  <a:pt x="1212" y="453"/>
                </a:cubicBezTo>
                <a:cubicBezTo>
                  <a:pt x="1213" y="453"/>
                  <a:pt x="1213" y="453"/>
                  <a:pt x="1213" y="453"/>
                </a:cubicBezTo>
                <a:cubicBezTo>
                  <a:pt x="1214" y="453"/>
                  <a:pt x="1214" y="454"/>
                  <a:pt x="1214" y="454"/>
                </a:cubicBezTo>
                <a:cubicBezTo>
                  <a:pt x="1214" y="454"/>
                  <a:pt x="1214" y="454"/>
                  <a:pt x="1215" y="455"/>
                </a:cubicBezTo>
                <a:cubicBezTo>
                  <a:pt x="1215" y="455"/>
                  <a:pt x="1215" y="455"/>
                  <a:pt x="1216" y="455"/>
                </a:cubicBezTo>
                <a:cubicBezTo>
                  <a:pt x="1216" y="456"/>
                  <a:pt x="1216" y="457"/>
                  <a:pt x="1216" y="457"/>
                </a:cubicBezTo>
                <a:cubicBezTo>
                  <a:pt x="1216" y="458"/>
                  <a:pt x="1217" y="458"/>
                  <a:pt x="1217" y="458"/>
                </a:cubicBezTo>
                <a:cubicBezTo>
                  <a:pt x="1217" y="458"/>
                  <a:pt x="1218" y="459"/>
                  <a:pt x="1218" y="459"/>
                </a:cubicBezTo>
                <a:cubicBezTo>
                  <a:pt x="1219" y="459"/>
                  <a:pt x="1219" y="459"/>
                  <a:pt x="1219" y="459"/>
                </a:cubicBezTo>
                <a:cubicBezTo>
                  <a:pt x="1219" y="458"/>
                  <a:pt x="1219" y="458"/>
                  <a:pt x="1220" y="458"/>
                </a:cubicBezTo>
                <a:cubicBezTo>
                  <a:pt x="1220" y="458"/>
                  <a:pt x="1220" y="458"/>
                  <a:pt x="1221" y="458"/>
                </a:cubicBezTo>
                <a:cubicBezTo>
                  <a:pt x="1222" y="458"/>
                  <a:pt x="1222" y="459"/>
                  <a:pt x="1222" y="459"/>
                </a:cubicBezTo>
                <a:cubicBezTo>
                  <a:pt x="1223" y="460"/>
                  <a:pt x="1223" y="460"/>
                  <a:pt x="1224" y="461"/>
                </a:cubicBezTo>
                <a:cubicBezTo>
                  <a:pt x="1224" y="462"/>
                  <a:pt x="1224" y="463"/>
                  <a:pt x="1224" y="463"/>
                </a:cubicBezTo>
                <a:cubicBezTo>
                  <a:pt x="1225" y="464"/>
                  <a:pt x="1225" y="464"/>
                  <a:pt x="1225" y="465"/>
                </a:cubicBezTo>
                <a:cubicBezTo>
                  <a:pt x="1226" y="466"/>
                  <a:pt x="1226" y="466"/>
                  <a:pt x="1226" y="467"/>
                </a:cubicBezTo>
                <a:cubicBezTo>
                  <a:pt x="1227" y="468"/>
                  <a:pt x="1227" y="468"/>
                  <a:pt x="1228" y="469"/>
                </a:cubicBezTo>
                <a:cubicBezTo>
                  <a:pt x="1228" y="469"/>
                  <a:pt x="1229" y="469"/>
                  <a:pt x="1229" y="469"/>
                </a:cubicBezTo>
                <a:cubicBezTo>
                  <a:pt x="1229" y="469"/>
                  <a:pt x="1230" y="469"/>
                  <a:pt x="1230" y="469"/>
                </a:cubicBezTo>
                <a:cubicBezTo>
                  <a:pt x="1230" y="469"/>
                  <a:pt x="1231" y="469"/>
                  <a:pt x="1231" y="469"/>
                </a:cubicBezTo>
                <a:cubicBezTo>
                  <a:pt x="1231" y="469"/>
                  <a:pt x="1232" y="469"/>
                  <a:pt x="1232" y="469"/>
                </a:cubicBezTo>
                <a:cubicBezTo>
                  <a:pt x="1232" y="470"/>
                  <a:pt x="1233" y="470"/>
                  <a:pt x="1233" y="470"/>
                </a:cubicBezTo>
                <a:cubicBezTo>
                  <a:pt x="1233" y="471"/>
                  <a:pt x="1232" y="472"/>
                  <a:pt x="1232" y="472"/>
                </a:cubicBezTo>
                <a:cubicBezTo>
                  <a:pt x="1231" y="473"/>
                  <a:pt x="1231" y="473"/>
                  <a:pt x="1231" y="474"/>
                </a:cubicBezTo>
                <a:cubicBezTo>
                  <a:pt x="1231" y="476"/>
                  <a:pt x="1232" y="477"/>
                  <a:pt x="1233" y="478"/>
                </a:cubicBezTo>
                <a:cubicBezTo>
                  <a:pt x="1233" y="478"/>
                  <a:pt x="1233" y="478"/>
                  <a:pt x="1234" y="477"/>
                </a:cubicBezTo>
                <a:cubicBezTo>
                  <a:pt x="1234" y="477"/>
                  <a:pt x="1234" y="476"/>
                  <a:pt x="1235" y="475"/>
                </a:cubicBezTo>
                <a:cubicBezTo>
                  <a:pt x="1236" y="475"/>
                  <a:pt x="1236" y="475"/>
                  <a:pt x="1236" y="475"/>
                </a:cubicBezTo>
                <a:cubicBezTo>
                  <a:pt x="1236" y="474"/>
                  <a:pt x="1237" y="474"/>
                  <a:pt x="1237" y="474"/>
                </a:cubicBezTo>
                <a:cubicBezTo>
                  <a:pt x="1237" y="473"/>
                  <a:pt x="1238" y="473"/>
                  <a:pt x="1238" y="473"/>
                </a:cubicBezTo>
                <a:cubicBezTo>
                  <a:pt x="1239" y="473"/>
                  <a:pt x="1239" y="472"/>
                  <a:pt x="1239" y="472"/>
                </a:cubicBezTo>
                <a:cubicBezTo>
                  <a:pt x="1239" y="472"/>
                  <a:pt x="1240" y="471"/>
                  <a:pt x="1240" y="471"/>
                </a:cubicBezTo>
                <a:cubicBezTo>
                  <a:pt x="1240" y="471"/>
                  <a:pt x="1240" y="471"/>
                  <a:pt x="1240" y="470"/>
                </a:cubicBezTo>
                <a:cubicBezTo>
                  <a:pt x="1241" y="470"/>
                  <a:pt x="1241" y="469"/>
                  <a:pt x="1241" y="469"/>
                </a:cubicBezTo>
                <a:cubicBezTo>
                  <a:pt x="1241" y="469"/>
                  <a:pt x="1241" y="469"/>
                  <a:pt x="1241" y="468"/>
                </a:cubicBezTo>
                <a:cubicBezTo>
                  <a:pt x="1241" y="468"/>
                  <a:pt x="1241" y="467"/>
                  <a:pt x="1242" y="467"/>
                </a:cubicBezTo>
                <a:cubicBezTo>
                  <a:pt x="1242" y="467"/>
                  <a:pt x="1243" y="468"/>
                  <a:pt x="1243" y="468"/>
                </a:cubicBezTo>
                <a:cubicBezTo>
                  <a:pt x="1244" y="468"/>
                  <a:pt x="1244" y="468"/>
                  <a:pt x="1245" y="468"/>
                </a:cubicBezTo>
                <a:cubicBezTo>
                  <a:pt x="1246" y="467"/>
                  <a:pt x="1246" y="467"/>
                  <a:pt x="1246" y="467"/>
                </a:cubicBezTo>
                <a:cubicBezTo>
                  <a:pt x="1247" y="466"/>
                  <a:pt x="1248" y="465"/>
                  <a:pt x="1248" y="465"/>
                </a:cubicBezTo>
                <a:cubicBezTo>
                  <a:pt x="1249" y="464"/>
                  <a:pt x="1249" y="464"/>
                  <a:pt x="1250" y="464"/>
                </a:cubicBezTo>
                <a:cubicBezTo>
                  <a:pt x="1250" y="464"/>
                  <a:pt x="1250" y="464"/>
                  <a:pt x="1251" y="464"/>
                </a:cubicBezTo>
                <a:cubicBezTo>
                  <a:pt x="1251" y="463"/>
                  <a:pt x="1251" y="463"/>
                  <a:pt x="1252" y="463"/>
                </a:cubicBezTo>
                <a:cubicBezTo>
                  <a:pt x="1252" y="463"/>
                  <a:pt x="1252" y="462"/>
                  <a:pt x="1252" y="462"/>
                </a:cubicBezTo>
                <a:cubicBezTo>
                  <a:pt x="1252" y="461"/>
                  <a:pt x="1252" y="461"/>
                  <a:pt x="1252" y="460"/>
                </a:cubicBezTo>
                <a:cubicBezTo>
                  <a:pt x="1252" y="458"/>
                  <a:pt x="1252" y="457"/>
                  <a:pt x="1252" y="455"/>
                </a:cubicBezTo>
                <a:cubicBezTo>
                  <a:pt x="1252" y="452"/>
                  <a:pt x="1252" y="452"/>
                  <a:pt x="1252" y="452"/>
                </a:cubicBezTo>
                <a:cubicBezTo>
                  <a:pt x="1252" y="451"/>
                  <a:pt x="1252" y="451"/>
                  <a:pt x="1252" y="450"/>
                </a:cubicBezTo>
                <a:cubicBezTo>
                  <a:pt x="1252" y="449"/>
                  <a:pt x="1251" y="448"/>
                  <a:pt x="1251" y="447"/>
                </a:cubicBezTo>
                <a:cubicBezTo>
                  <a:pt x="1250" y="446"/>
                  <a:pt x="1250" y="445"/>
                  <a:pt x="1250" y="445"/>
                </a:cubicBezTo>
                <a:cubicBezTo>
                  <a:pt x="1250" y="444"/>
                  <a:pt x="1250" y="443"/>
                  <a:pt x="1250" y="442"/>
                </a:cubicBezTo>
                <a:cubicBezTo>
                  <a:pt x="1249" y="442"/>
                  <a:pt x="1249" y="443"/>
                  <a:pt x="1248" y="442"/>
                </a:cubicBezTo>
                <a:cubicBezTo>
                  <a:pt x="1247" y="442"/>
                  <a:pt x="1247" y="442"/>
                  <a:pt x="1247" y="442"/>
                </a:cubicBezTo>
                <a:cubicBezTo>
                  <a:pt x="1246" y="442"/>
                  <a:pt x="1246" y="441"/>
                  <a:pt x="1246" y="441"/>
                </a:cubicBezTo>
                <a:cubicBezTo>
                  <a:pt x="1245" y="440"/>
                  <a:pt x="1245" y="440"/>
                  <a:pt x="1245" y="439"/>
                </a:cubicBezTo>
                <a:cubicBezTo>
                  <a:pt x="1245" y="439"/>
                  <a:pt x="1245" y="438"/>
                  <a:pt x="1245" y="438"/>
                </a:cubicBezTo>
                <a:cubicBezTo>
                  <a:pt x="1244" y="438"/>
                  <a:pt x="1244" y="438"/>
                  <a:pt x="1244" y="438"/>
                </a:cubicBezTo>
                <a:cubicBezTo>
                  <a:pt x="1243" y="438"/>
                  <a:pt x="1243" y="437"/>
                  <a:pt x="1243" y="437"/>
                </a:cubicBezTo>
                <a:cubicBezTo>
                  <a:pt x="1242" y="437"/>
                  <a:pt x="1242" y="436"/>
                  <a:pt x="1241" y="436"/>
                </a:cubicBezTo>
                <a:cubicBezTo>
                  <a:pt x="1240" y="435"/>
                  <a:pt x="1240" y="435"/>
                  <a:pt x="1240" y="435"/>
                </a:cubicBezTo>
                <a:cubicBezTo>
                  <a:pt x="1239" y="435"/>
                  <a:pt x="1239" y="434"/>
                  <a:pt x="1239" y="434"/>
                </a:cubicBezTo>
                <a:cubicBezTo>
                  <a:pt x="1239" y="434"/>
                  <a:pt x="1238" y="434"/>
                  <a:pt x="1238" y="433"/>
                </a:cubicBezTo>
                <a:cubicBezTo>
                  <a:pt x="1238" y="433"/>
                  <a:pt x="1238" y="432"/>
                  <a:pt x="1238" y="431"/>
                </a:cubicBezTo>
                <a:cubicBezTo>
                  <a:pt x="1238" y="431"/>
                  <a:pt x="1238" y="431"/>
                  <a:pt x="1238" y="430"/>
                </a:cubicBezTo>
                <a:cubicBezTo>
                  <a:pt x="1238" y="430"/>
                  <a:pt x="1237" y="430"/>
                  <a:pt x="1237" y="430"/>
                </a:cubicBezTo>
                <a:cubicBezTo>
                  <a:pt x="1237" y="429"/>
                  <a:pt x="1237" y="429"/>
                  <a:pt x="1237" y="428"/>
                </a:cubicBezTo>
                <a:cubicBezTo>
                  <a:pt x="1237" y="428"/>
                  <a:pt x="1237" y="427"/>
                  <a:pt x="1237" y="427"/>
                </a:cubicBezTo>
                <a:cubicBezTo>
                  <a:pt x="1237" y="426"/>
                  <a:pt x="1237" y="426"/>
                  <a:pt x="1237" y="425"/>
                </a:cubicBezTo>
                <a:cubicBezTo>
                  <a:pt x="1237" y="425"/>
                  <a:pt x="1238" y="425"/>
                  <a:pt x="1238" y="425"/>
                </a:cubicBezTo>
                <a:cubicBezTo>
                  <a:pt x="1239" y="425"/>
                  <a:pt x="1239" y="424"/>
                  <a:pt x="1239" y="424"/>
                </a:cubicBezTo>
                <a:cubicBezTo>
                  <a:pt x="1240" y="424"/>
                  <a:pt x="1240" y="424"/>
                  <a:pt x="1240" y="424"/>
                </a:cubicBezTo>
                <a:cubicBezTo>
                  <a:pt x="1240" y="423"/>
                  <a:pt x="1240" y="423"/>
                  <a:pt x="1240" y="422"/>
                </a:cubicBezTo>
                <a:cubicBezTo>
                  <a:pt x="1240" y="422"/>
                  <a:pt x="1240" y="422"/>
                  <a:pt x="1240" y="421"/>
                </a:cubicBezTo>
                <a:cubicBezTo>
                  <a:pt x="1240" y="421"/>
                  <a:pt x="1241" y="420"/>
                  <a:pt x="1241" y="420"/>
                </a:cubicBezTo>
                <a:cubicBezTo>
                  <a:pt x="1241" y="419"/>
                  <a:pt x="1241" y="419"/>
                  <a:pt x="1241" y="419"/>
                </a:cubicBezTo>
                <a:cubicBezTo>
                  <a:pt x="1241" y="418"/>
                  <a:pt x="1241" y="418"/>
                  <a:pt x="1242" y="417"/>
                </a:cubicBezTo>
                <a:cubicBezTo>
                  <a:pt x="1242" y="417"/>
                  <a:pt x="1242" y="417"/>
                  <a:pt x="1243" y="417"/>
                </a:cubicBezTo>
                <a:cubicBezTo>
                  <a:pt x="1243" y="417"/>
                  <a:pt x="1243" y="417"/>
                  <a:pt x="1244" y="417"/>
                </a:cubicBezTo>
                <a:cubicBezTo>
                  <a:pt x="1245" y="417"/>
                  <a:pt x="1245" y="417"/>
                  <a:pt x="1246" y="416"/>
                </a:cubicBezTo>
                <a:cubicBezTo>
                  <a:pt x="1246" y="416"/>
                  <a:pt x="1247" y="416"/>
                  <a:pt x="1247" y="416"/>
                </a:cubicBezTo>
                <a:cubicBezTo>
                  <a:pt x="1247" y="416"/>
                  <a:pt x="1247" y="415"/>
                  <a:pt x="1248" y="415"/>
                </a:cubicBezTo>
                <a:cubicBezTo>
                  <a:pt x="1248" y="415"/>
                  <a:pt x="1248" y="415"/>
                  <a:pt x="1249" y="415"/>
                </a:cubicBezTo>
                <a:cubicBezTo>
                  <a:pt x="1249" y="415"/>
                  <a:pt x="1250" y="415"/>
                  <a:pt x="1251" y="415"/>
                </a:cubicBezTo>
                <a:cubicBezTo>
                  <a:pt x="1251" y="415"/>
                  <a:pt x="1251" y="416"/>
                  <a:pt x="1252" y="416"/>
                </a:cubicBezTo>
                <a:cubicBezTo>
                  <a:pt x="1253" y="416"/>
                  <a:pt x="1253" y="415"/>
                  <a:pt x="1254" y="415"/>
                </a:cubicBezTo>
                <a:cubicBezTo>
                  <a:pt x="1254" y="416"/>
                  <a:pt x="1254" y="416"/>
                  <a:pt x="1254" y="416"/>
                </a:cubicBezTo>
                <a:cubicBezTo>
                  <a:pt x="1254" y="417"/>
                  <a:pt x="1254" y="417"/>
                  <a:pt x="1254" y="417"/>
                </a:cubicBezTo>
                <a:cubicBezTo>
                  <a:pt x="1254" y="423"/>
                  <a:pt x="1254" y="423"/>
                  <a:pt x="1254" y="423"/>
                </a:cubicBezTo>
                <a:cubicBezTo>
                  <a:pt x="1254" y="423"/>
                  <a:pt x="1254" y="423"/>
                  <a:pt x="1253" y="424"/>
                </a:cubicBezTo>
                <a:cubicBezTo>
                  <a:pt x="1253" y="424"/>
                  <a:pt x="1253" y="424"/>
                  <a:pt x="1252" y="424"/>
                </a:cubicBezTo>
                <a:cubicBezTo>
                  <a:pt x="1252" y="424"/>
                  <a:pt x="1252" y="424"/>
                  <a:pt x="1252" y="424"/>
                </a:cubicBezTo>
                <a:cubicBezTo>
                  <a:pt x="1251" y="424"/>
                  <a:pt x="1251" y="425"/>
                  <a:pt x="1251" y="425"/>
                </a:cubicBezTo>
                <a:cubicBezTo>
                  <a:pt x="1250" y="425"/>
                  <a:pt x="1250" y="425"/>
                  <a:pt x="1250" y="426"/>
                </a:cubicBezTo>
                <a:cubicBezTo>
                  <a:pt x="1250" y="426"/>
                  <a:pt x="1249" y="426"/>
                  <a:pt x="1249" y="427"/>
                </a:cubicBezTo>
                <a:cubicBezTo>
                  <a:pt x="1249" y="428"/>
                  <a:pt x="1249" y="428"/>
                  <a:pt x="1249" y="429"/>
                </a:cubicBezTo>
                <a:cubicBezTo>
                  <a:pt x="1249" y="429"/>
                  <a:pt x="1249" y="429"/>
                  <a:pt x="1249" y="430"/>
                </a:cubicBezTo>
                <a:cubicBezTo>
                  <a:pt x="1250" y="430"/>
                  <a:pt x="1250" y="430"/>
                  <a:pt x="1250" y="430"/>
                </a:cubicBezTo>
                <a:cubicBezTo>
                  <a:pt x="1258" y="430"/>
                  <a:pt x="1258" y="430"/>
                  <a:pt x="1258" y="430"/>
                </a:cubicBezTo>
                <a:cubicBezTo>
                  <a:pt x="1258" y="429"/>
                  <a:pt x="1258" y="428"/>
                  <a:pt x="1258" y="427"/>
                </a:cubicBezTo>
                <a:cubicBezTo>
                  <a:pt x="1258" y="427"/>
                  <a:pt x="1259" y="426"/>
                  <a:pt x="1259" y="426"/>
                </a:cubicBezTo>
                <a:cubicBezTo>
                  <a:pt x="1259" y="426"/>
                  <a:pt x="1259" y="425"/>
                  <a:pt x="1259" y="425"/>
                </a:cubicBezTo>
                <a:cubicBezTo>
                  <a:pt x="1259" y="425"/>
                  <a:pt x="1259" y="424"/>
                  <a:pt x="1259" y="424"/>
                </a:cubicBezTo>
                <a:cubicBezTo>
                  <a:pt x="1259" y="424"/>
                  <a:pt x="1259" y="423"/>
                  <a:pt x="1259" y="423"/>
                </a:cubicBezTo>
                <a:cubicBezTo>
                  <a:pt x="1259" y="422"/>
                  <a:pt x="1258" y="422"/>
                  <a:pt x="1258" y="422"/>
                </a:cubicBezTo>
                <a:cubicBezTo>
                  <a:pt x="1258" y="416"/>
                  <a:pt x="1258" y="416"/>
                  <a:pt x="1258" y="416"/>
                </a:cubicBezTo>
                <a:cubicBezTo>
                  <a:pt x="1258" y="416"/>
                  <a:pt x="1259" y="417"/>
                  <a:pt x="1260" y="416"/>
                </a:cubicBezTo>
                <a:cubicBezTo>
                  <a:pt x="1260" y="416"/>
                  <a:pt x="1260" y="416"/>
                  <a:pt x="1260" y="416"/>
                </a:cubicBezTo>
                <a:cubicBezTo>
                  <a:pt x="1261" y="416"/>
                  <a:pt x="1261" y="416"/>
                  <a:pt x="1261" y="416"/>
                </a:cubicBezTo>
                <a:cubicBezTo>
                  <a:pt x="1262" y="416"/>
                  <a:pt x="1262" y="415"/>
                  <a:pt x="1262" y="415"/>
                </a:cubicBezTo>
                <a:cubicBezTo>
                  <a:pt x="1263" y="415"/>
                  <a:pt x="1263" y="414"/>
                  <a:pt x="1263" y="414"/>
                </a:cubicBezTo>
                <a:cubicBezTo>
                  <a:pt x="1264" y="414"/>
                  <a:pt x="1265" y="414"/>
                  <a:pt x="1265" y="414"/>
                </a:cubicBezTo>
                <a:cubicBezTo>
                  <a:pt x="1266" y="414"/>
                  <a:pt x="1266" y="414"/>
                  <a:pt x="1267" y="414"/>
                </a:cubicBezTo>
                <a:cubicBezTo>
                  <a:pt x="1268" y="414"/>
                  <a:pt x="1268" y="414"/>
                  <a:pt x="1268" y="414"/>
                </a:cubicBezTo>
                <a:cubicBezTo>
                  <a:pt x="1269" y="414"/>
                  <a:pt x="1269" y="414"/>
                  <a:pt x="1269" y="414"/>
                </a:cubicBezTo>
                <a:cubicBezTo>
                  <a:pt x="1270" y="414"/>
                  <a:pt x="1270" y="414"/>
                  <a:pt x="1271" y="414"/>
                </a:cubicBezTo>
                <a:cubicBezTo>
                  <a:pt x="1271" y="414"/>
                  <a:pt x="1272" y="414"/>
                  <a:pt x="1272" y="414"/>
                </a:cubicBezTo>
                <a:cubicBezTo>
                  <a:pt x="1272" y="414"/>
                  <a:pt x="1273" y="414"/>
                  <a:pt x="1273" y="414"/>
                </a:cubicBezTo>
                <a:cubicBezTo>
                  <a:pt x="1273" y="413"/>
                  <a:pt x="1273" y="413"/>
                  <a:pt x="1274" y="413"/>
                </a:cubicBezTo>
                <a:cubicBezTo>
                  <a:pt x="1274" y="412"/>
                  <a:pt x="1274" y="412"/>
                  <a:pt x="1274" y="412"/>
                </a:cubicBezTo>
                <a:cubicBezTo>
                  <a:pt x="1275" y="412"/>
                  <a:pt x="1275" y="412"/>
                  <a:pt x="1276" y="412"/>
                </a:cubicBezTo>
                <a:cubicBezTo>
                  <a:pt x="1276" y="412"/>
                  <a:pt x="1277" y="411"/>
                  <a:pt x="1277" y="411"/>
                </a:cubicBezTo>
                <a:cubicBezTo>
                  <a:pt x="1278" y="411"/>
                  <a:pt x="1278" y="411"/>
                  <a:pt x="1279" y="411"/>
                </a:cubicBezTo>
                <a:cubicBezTo>
                  <a:pt x="1279" y="411"/>
                  <a:pt x="1280" y="411"/>
                  <a:pt x="1280" y="411"/>
                </a:cubicBezTo>
                <a:cubicBezTo>
                  <a:pt x="1280" y="411"/>
                  <a:pt x="1281" y="411"/>
                  <a:pt x="1281" y="411"/>
                </a:cubicBezTo>
                <a:cubicBezTo>
                  <a:pt x="1281" y="411"/>
                  <a:pt x="1281" y="410"/>
                  <a:pt x="1282" y="410"/>
                </a:cubicBezTo>
                <a:cubicBezTo>
                  <a:pt x="1282" y="410"/>
                  <a:pt x="1282" y="410"/>
                  <a:pt x="1282" y="409"/>
                </a:cubicBezTo>
                <a:cubicBezTo>
                  <a:pt x="1283" y="409"/>
                  <a:pt x="1283" y="409"/>
                  <a:pt x="1283" y="409"/>
                </a:cubicBezTo>
                <a:cubicBezTo>
                  <a:pt x="1284" y="409"/>
                  <a:pt x="1284" y="409"/>
                  <a:pt x="1284" y="408"/>
                </a:cubicBezTo>
                <a:cubicBezTo>
                  <a:pt x="1285" y="408"/>
                  <a:pt x="1285" y="408"/>
                  <a:pt x="1285" y="408"/>
                </a:cubicBezTo>
                <a:cubicBezTo>
                  <a:pt x="1286" y="408"/>
                  <a:pt x="1286" y="407"/>
                  <a:pt x="1286" y="407"/>
                </a:cubicBezTo>
                <a:cubicBezTo>
                  <a:pt x="1286" y="407"/>
                  <a:pt x="1286" y="406"/>
                  <a:pt x="1287" y="406"/>
                </a:cubicBezTo>
                <a:cubicBezTo>
                  <a:pt x="1287" y="406"/>
                  <a:pt x="1287" y="406"/>
                  <a:pt x="1287" y="405"/>
                </a:cubicBezTo>
                <a:cubicBezTo>
                  <a:pt x="1288" y="405"/>
                  <a:pt x="1288" y="405"/>
                  <a:pt x="1288" y="405"/>
                </a:cubicBezTo>
                <a:cubicBezTo>
                  <a:pt x="1289" y="405"/>
                  <a:pt x="1289" y="405"/>
                  <a:pt x="1289" y="405"/>
                </a:cubicBezTo>
                <a:cubicBezTo>
                  <a:pt x="1290" y="405"/>
                  <a:pt x="1290" y="405"/>
                  <a:pt x="1290" y="405"/>
                </a:cubicBezTo>
                <a:cubicBezTo>
                  <a:pt x="1291" y="404"/>
                  <a:pt x="1292" y="404"/>
                  <a:pt x="1292" y="403"/>
                </a:cubicBezTo>
                <a:cubicBezTo>
                  <a:pt x="1292" y="403"/>
                  <a:pt x="1292" y="403"/>
                  <a:pt x="1293" y="403"/>
                </a:cubicBezTo>
                <a:cubicBezTo>
                  <a:pt x="1293" y="402"/>
                  <a:pt x="1293" y="402"/>
                  <a:pt x="1294" y="402"/>
                </a:cubicBezTo>
                <a:cubicBezTo>
                  <a:pt x="1294" y="402"/>
                  <a:pt x="1294" y="401"/>
                  <a:pt x="1295" y="401"/>
                </a:cubicBezTo>
                <a:cubicBezTo>
                  <a:pt x="1295" y="401"/>
                  <a:pt x="1295" y="401"/>
                  <a:pt x="1295" y="400"/>
                </a:cubicBezTo>
                <a:cubicBezTo>
                  <a:pt x="1295" y="400"/>
                  <a:pt x="1296" y="400"/>
                  <a:pt x="1296" y="399"/>
                </a:cubicBezTo>
                <a:cubicBezTo>
                  <a:pt x="1296" y="399"/>
                  <a:pt x="1296" y="399"/>
                  <a:pt x="1296" y="398"/>
                </a:cubicBezTo>
                <a:cubicBezTo>
                  <a:pt x="1296" y="398"/>
                  <a:pt x="1296" y="398"/>
                  <a:pt x="1297" y="397"/>
                </a:cubicBezTo>
                <a:cubicBezTo>
                  <a:pt x="1297" y="396"/>
                  <a:pt x="1298" y="396"/>
                  <a:pt x="1299" y="395"/>
                </a:cubicBezTo>
                <a:cubicBezTo>
                  <a:pt x="1299" y="394"/>
                  <a:pt x="1299" y="394"/>
                  <a:pt x="1300" y="393"/>
                </a:cubicBezTo>
                <a:cubicBezTo>
                  <a:pt x="1300" y="392"/>
                  <a:pt x="1300" y="392"/>
                  <a:pt x="1300" y="392"/>
                </a:cubicBezTo>
                <a:cubicBezTo>
                  <a:pt x="1300" y="391"/>
                  <a:pt x="1301" y="391"/>
                  <a:pt x="1301" y="391"/>
                </a:cubicBezTo>
                <a:cubicBezTo>
                  <a:pt x="1301" y="390"/>
                  <a:pt x="1302" y="390"/>
                  <a:pt x="1302" y="390"/>
                </a:cubicBezTo>
                <a:cubicBezTo>
                  <a:pt x="1302" y="389"/>
                  <a:pt x="1303" y="389"/>
                  <a:pt x="1303" y="389"/>
                </a:cubicBezTo>
                <a:cubicBezTo>
                  <a:pt x="1303" y="389"/>
                  <a:pt x="1304" y="388"/>
                  <a:pt x="1304" y="388"/>
                </a:cubicBezTo>
                <a:cubicBezTo>
                  <a:pt x="1305" y="388"/>
                  <a:pt x="1305" y="388"/>
                  <a:pt x="1305" y="387"/>
                </a:cubicBezTo>
                <a:cubicBezTo>
                  <a:pt x="1305" y="387"/>
                  <a:pt x="1305" y="386"/>
                  <a:pt x="1305" y="386"/>
                </a:cubicBezTo>
                <a:cubicBezTo>
                  <a:pt x="1305" y="386"/>
                  <a:pt x="1306" y="385"/>
                  <a:pt x="1306" y="385"/>
                </a:cubicBezTo>
                <a:cubicBezTo>
                  <a:pt x="1306" y="385"/>
                  <a:pt x="1306" y="384"/>
                  <a:pt x="1306" y="384"/>
                </a:cubicBezTo>
                <a:cubicBezTo>
                  <a:pt x="1306" y="384"/>
                  <a:pt x="1306" y="383"/>
                  <a:pt x="1306" y="383"/>
                </a:cubicBezTo>
                <a:cubicBezTo>
                  <a:pt x="1306" y="383"/>
                  <a:pt x="1306" y="382"/>
                  <a:pt x="1306" y="382"/>
                </a:cubicBezTo>
                <a:cubicBezTo>
                  <a:pt x="1306" y="382"/>
                  <a:pt x="1307" y="381"/>
                  <a:pt x="1307" y="381"/>
                </a:cubicBezTo>
                <a:cubicBezTo>
                  <a:pt x="1308" y="381"/>
                  <a:pt x="1308" y="380"/>
                  <a:pt x="1309" y="379"/>
                </a:cubicBezTo>
                <a:cubicBezTo>
                  <a:pt x="1310" y="378"/>
                  <a:pt x="1310" y="378"/>
                  <a:pt x="1310" y="377"/>
                </a:cubicBezTo>
                <a:cubicBezTo>
                  <a:pt x="1310" y="376"/>
                  <a:pt x="1310" y="376"/>
                  <a:pt x="1310" y="375"/>
                </a:cubicBezTo>
                <a:cubicBezTo>
                  <a:pt x="1309" y="375"/>
                  <a:pt x="1309" y="375"/>
                  <a:pt x="1309" y="374"/>
                </a:cubicBezTo>
                <a:cubicBezTo>
                  <a:pt x="1309" y="374"/>
                  <a:pt x="1308" y="374"/>
                  <a:pt x="1308" y="374"/>
                </a:cubicBezTo>
                <a:cubicBezTo>
                  <a:pt x="1307" y="374"/>
                  <a:pt x="1307" y="374"/>
                  <a:pt x="1306" y="374"/>
                </a:cubicBezTo>
                <a:cubicBezTo>
                  <a:pt x="1306" y="373"/>
                  <a:pt x="1306" y="373"/>
                  <a:pt x="1306" y="372"/>
                </a:cubicBezTo>
                <a:cubicBezTo>
                  <a:pt x="1306" y="372"/>
                  <a:pt x="1306" y="372"/>
                  <a:pt x="1306" y="371"/>
                </a:cubicBezTo>
                <a:cubicBezTo>
                  <a:pt x="1306" y="371"/>
                  <a:pt x="1306" y="371"/>
                  <a:pt x="1306" y="370"/>
                </a:cubicBezTo>
                <a:cubicBezTo>
                  <a:pt x="1308" y="370"/>
                  <a:pt x="1308" y="370"/>
                  <a:pt x="1308" y="370"/>
                </a:cubicBezTo>
                <a:cubicBezTo>
                  <a:pt x="1308" y="370"/>
                  <a:pt x="1308" y="370"/>
                  <a:pt x="1308" y="369"/>
                </a:cubicBezTo>
                <a:cubicBezTo>
                  <a:pt x="1308" y="369"/>
                  <a:pt x="1307" y="369"/>
                  <a:pt x="1307" y="369"/>
                </a:cubicBezTo>
                <a:cubicBezTo>
                  <a:pt x="1307" y="367"/>
                  <a:pt x="1307" y="367"/>
                  <a:pt x="1307" y="366"/>
                </a:cubicBezTo>
                <a:cubicBezTo>
                  <a:pt x="1307" y="365"/>
                  <a:pt x="1307" y="365"/>
                  <a:pt x="1307" y="365"/>
                </a:cubicBezTo>
                <a:cubicBezTo>
                  <a:pt x="1307" y="364"/>
                  <a:pt x="1306" y="364"/>
                  <a:pt x="1306" y="364"/>
                </a:cubicBezTo>
                <a:cubicBezTo>
                  <a:pt x="1306" y="363"/>
                  <a:pt x="1305" y="363"/>
                  <a:pt x="1305" y="363"/>
                </a:cubicBezTo>
                <a:cubicBezTo>
                  <a:pt x="1305" y="362"/>
                  <a:pt x="1305" y="361"/>
                  <a:pt x="1305" y="360"/>
                </a:cubicBezTo>
                <a:cubicBezTo>
                  <a:pt x="1305" y="359"/>
                  <a:pt x="1305" y="358"/>
                  <a:pt x="1305" y="357"/>
                </a:cubicBezTo>
                <a:cubicBezTo>
                  <a:pt x="1304" y="357"/>
                  <a:pt x="1304" y="356"/>
                  <a:pt x="1303" y="356"/>
                </a:cubicBezTo>
                <a:cubicBezTo>
                  <a:pt x="1303" y="355"/>
                  <a:pt x="1302" y="354"/>
                  <a:pt x="1301" y="353"/>
                </a:cubicBezTo>
                <a:cubicBezTo>
                  <a:pt x="1301" y="353"/>
                  <a:pt x="1301" y="353"/>
                  <a:pt x="1300" y="353"/>
                </a:cubicBezTo>
                <a:cubicBezTo>
                  <a:pt x="1300" y="353"/>
                  <a:pt x="1300" y="353"/>
                  <a:pt x="1299" y="353"/>
                </a:cubicBezTo>
                <a:cubicBezTo>
                  <a:pt x="1299" y="352"/>
                  <a:pt x="1299" y="352"/>
                  <a:pt x="1298" y="352"/>
                </a:cubicBezTo>
                <a:cubicBezTo>
                  <a:pt x="1298" y="352"/>
                  <a:pt x="1298" y="351"/>
                  <a:pt x="1298" y="351"/>
                </a:cubicBezTo>
                <a:cubicBezTo>
                  <a:pt x="1298" y="350"/>
                  <a:pt x="1298" y="350"/>
                  <a:pt x="1298" y="350"/>
                </a:cubicBezTo>
                <a:cubicBezTo>
                  <a:pt x="1298" y="350"/>
                  <a:pt x="1299" y="349"/>
                  <a:pt x="1299" y="349"/>
                </a:cubicBezTo>
                <a:cubicBezTo>
                  <a:pt x="1299" y="349"/>
                  <a:pt x="1299" y="349"/>
                  <a:pt x="1300" y="348"/>
                </a:cubicBezTo>
                <a:cubicBezTo>
                  <a:pt x="1300" y="348"/>
                  <a:pt x="1301" y="348"/>
                  <a:pt x="1301" y="347"/>
                </a:cubicBezTo>
                <a:cubicBezTo>
                  <a:pt x="1301" y="347"/>
                  <a:pt x="1301" y="346"/>
                  <a:pt x="1301" y="346"/>
                </a:cubicBezTo>
                <a:cubicBezTo>
                  <a:pt x="1301" y="344"/>
                  <a:pt x="1301" y="344"/>
                  <a:pt x="1301" y="344"/>
                </a:cubicBezTo>
                <a:cubicBezTo>
                  <a:pt x="1303" y="344"/>
                  <a:pt x="1303" y="344"/>
                  <a:pt x="1303" y="344"/>
                </a:cubicBezTo>
                <a:cubicBezTo>
                  <a:pt x="1304" y="343"/>
                  <a:pt x="1304" y="343"/>
                  <a:pt x="1304" y="343"/>
                </a:cubicBezTo>
                <a:cubicBezTo>
                  <a:pt x="1304" y="343"/>
                  <a:pt x="1305" y="342"/>
                  <a:pt x="1305" y="342"/>
                </a:cubicBezTo>
                <a:cubicBezTo>
                  <a:pt x="1305" y="342"/>
                  <a:pt x="1305" y="341"/>
                  <a:pt x="1305" y="341"/>
                </a:cubicBezTo>
                <a:cubicBezTo>
                  <a:pt x="1306" y="341"/>
                  <a:pt x="1306" y="341"/>
                  <a:pt x="1306" y="341"/>
                </a:cubicBezTo>
                <a:cubicBezTo>
                  <a:pt x="1307" y="341"/>
                  <a:pt x="1307" y="341"/>
                  <a:pt x="1307" y="341"/>
                </a:cubicBezTo>
                <a:cubicBezTo>
                  <a:pt x="1308" y="341"/>
                  <a:pt x="1308" y="341"/>
                  <a:pt x="1308" y="341"/>
                </a:cubicBezTo>
                <a:cubicBezTo>
                  <a:pt x="1309" y="341"/>
                  <a:pt x="1309" y="341"/>
                  <a:pt x="1309" y="341"/>
                </a:cubicBezTo>
                <a:cubicBezTo>
                  <a:pt x="1310" y="341"/>
                  <a:pt x="1311" y="341"/>
                  <a:pt x="1312" y="341"/>
                </a:cubicBezTo>
                <a:cubicBezTo>
                  <a:pt x="1312" y="340"/>
                  <a:pt x="1312" y="339"/>
                  <a:pt x="1312" y="338"/>
                </a:cubicBezTo>
                <a:cubicBezTo>
                  <a:pt x="1312" y="338"/>
                  <a:pt x="1312" y="338"/>
                  <a:pt x="1312" y="337"/>
                </a:cubicBezTo>
                <a:cubicBezTo>
                  <a:pt x="1307" y="337"/>
                  <a:pt x="1307" y="337"/>
                  <a:pt x="1307" y="337"/>
                </a:cubicBezTo>
                <a:cubicBezTo>
                  <a:pt x="1307" y="337"/>
                  <a:pt x="1307" y="337"/>
                  <a:pt x="1307" y="337"/>
                </a:cubicBezTo>
                <a:cubicBezTo>
                  <a:pt x="1306" y="336"/>
                  <a:pt x="1306" y="335"/>
                  <a:pt x="1305" y="335"/>
                </a:cubicBezTo>
                <a:cubicBezTo>
                  <a:pt x="1302" y="335"/>
                  <a:pt x="1302" y="335"/>
                  <a:pt x="1302" y="335"/>
                </a:cubicBezTo>
                <a:cubicBezTo>
                  <a:pt x="1302" y="335"/>
                  <a:pt x="1302" y="336"/>
                  <a:pt x="1302" y="337"/>
                </a:cubicBezTo>
                <a:cubicBezTo>
                  <a:pt x="1302" y="337"/>
                  <a:pt x="1302" y="337"/>
                  <a:pt x="1302" y="338"/>
                </a:cubicBezTo>
                <a:cubicBezTo>
                  <a:pt x="1302" y="338"/>
                  <a:pt x="1301" y="338"/>
                  <a:pt x="1301" y="338"/>
                </a:cubicBezTo>
                <a:cubicBezTo>
                  <a:pt x="1301" y="338"/>
                  <a:pt x="1301" y="338"/>
                  <a:pt x="1300" y="338"/>
                </a:cubicBezTo>
                <a:cubicBezTo>
                  <a:pt x="1300" y="338"/>
                  <a:pt x="1300" y="338"/>
                  <a:pt x="1299" y="338"/>
                </a:cubicBezTo>
                <a:cubicBezTo>
                  <a:pt x="1299" y="338"/>
                  <a:pt x="1299" y="338"/>
                  <a:pt x="1298" y="338"/>
                </a:cubicBezTo>
                <a:cubicBezTo>
                  <a:pt x="1298" y="333"/>
                  <a:pt x="1298" y="333"/>
                  <a:pt x="1298" y="333"/>
                </a:cubicBezTo>
                <a:cubicBezTo>
                  <a:pt x="1292" y="333"/>
                  <a:pt x="1292" y="333"/>
                  <a:pt x="1292" y="333"/>
                </a:cubicBezTo>
                <a:cubicBezTo>
                  <a:pt x="1291" y="333"/>
                  <a:pt x="1291" y="332"/>
                  <a:pt x="1291" y="331"/>
                </a:cubicBezTo>
                <a:cubicBezTo>
                  <a:pt x="1291" y="330"/>
                  <a:pt x="1291" y="330"/>
                  <a:pt x="1291" y="330"/>
                </a:cubicBezTo>
                <a:cubicBezTo>
                  <a:pt x="1291" y="329"/>
                  <a:pt x="1291" y="329"/>
                  <a:pt x="1291" y="329"/>
                </a:cubicBezTo>
                <a:cubicBezTo>
                  <a:pt x="1292" y="328"/>
                  <a:pt x="1292" y="328"/>
                  <a:pt x="1292" y="328"/>
                </a:cubicBezTo>
                <a:cubicBezTo>
                  <a:pt x="1293" y="328"/>
                  <a:pt x="1293" y="327"/>
                  <a:pt x="1293" y="327"/>
                </a:cubicBezTo>
                <a:cubicBezTo>
                  <a:pt x="1294" y="327"/>
                  <a:pt x="1295" y="327"/>
                  <a:pt x="1296" y="327"/>
                </a:cubicBezTo>
                <a:cubicBezTo>
                  <a:pt x="1297" y="327"/>
                  <a:pt x="1297" y="327"/>
                  <a:pt x="1297" y="327"/>
                </a:cubicBezTo>
                <a:cubicBezTo>
                  <a:pt x="1297" y="327"/>
                  <a:pt x="1298" y="327"/>
                  <a:pt x="1298" y="327"/>
                </a:cubicBezTo>
                <a:cubicBezTo>
                  <a:pt x="1298" y="327"/>
                  <a:pt x="1298" y="326"/>
                  <a:pt x="1298" y="326"/>
                </a:cubicBezTo>
                <a:cubicBezTo>
                  <a:pt x="1298" y="326"/>
                  <a:pt x="1299" y="326"/>
                  <a:pt x="1299" y="325"/>
                </a:cubicBezTo>
                <a:cubicBezTo>
                  <a:pt x="1299" y="325"/>
                  <a:pt x="1299" y="324"/>
                  <a:pt x="1299" y="324"/>
                </a:cubicBezTo>
                <a:cubicBezTo>
                  <a:pt x="1300" y="324"/>
                  <a:pt x="1300" y="324"/>
                  <a:pt x="1301" y="324"/>
                </a:cubicBezTo>
                <a:cubicBezTo>
                  <a:pt x="1301" y="324"/>
                  <a:pt x="1301" y="324"/>
                  <a:pt x="1302" y="324"/>
                </a:cubicBezTo>
                <a:cubicBezTo>
                  <a:pt x="1302" y="323"/>
                  <a:pt x="1303" y="324"/>
                  <a:pt x="1304" y="324"/>
                </a:cubicBezTo>
                <a:cubicBezTo>
                  <a:pt x="1304" y="324"/>
                  <a:pt x="1304" y="324"/>
                  <a:pt x="1304" y="324"/>
                </a:cubicBezTo>
                <a:cubicBezTo>
                  <a:pt x="1305" y="324"/>
                  <a:pt x="1305" y="323"/>
                  <a:pt x="1305" y="323"/>
                </a:cubicBezTo>
                <a:cubicBezTo>
                  <a:pt x="1306" y="322"/>
                  <a:pt x="1306" y="322"/>
                  <a:pt x="1306" y="322"/>
                </a:cubicBezTo>
                <a:cubicBezTo>
                  <a:pt x="1306" y="321"/>
                  <a:pt x="1307" y="321"/>
                  <a:pt x="1307" y="321"/>
                </a:cubicBezTo>
                <a:cubicBezTo>
                  <a:pt x="1307" y="320"/>
                  <a:pt x="1308" y="320"/>
                  <a:pt x="1308" y="320"/>
                </a:cubicBezTo>
                <a:cubicBezTo>
                  <a:pt x="1308" y="320"/>
                  <a:pt x="1309" y="319"/>
                  <a:pt x="1309" y="319"/>
                </a:cubicBezTo>
                <a:cubicBezTo>
                  <a:pt x="1310" y="319"/>
                  <a:pt x="1310" y="319"/>
                  <a:pt x="1310" y="319"/>
                </a:cubicBezTo>
                <a:cubicBezTo>
                  <a:pt x="1310" y="319"/>
                  <a:pt x="1310" y="319"/>
                  <a:pt x="1311" y="319"/>
                </a:cubicBezTo>
                <a:cubicBezTo>
                  <a:pt x="1311" y="320"/>
                  <a:pt x="1311" y="320"/>
                  <a:pt x="1311" y="320"/>
                </a:cubicBezTo>
                <a:cubicBezTo>
                  <a:pt x="1311" y="321"/>
                  <a:pt x="1310" y="321"/>
                  <a:pt x="1310" y="321"/>
                </a:cubicBezTo>
                <a:cubicBezTo>
                  <a:pt x="1310" y="322"/>
                  <a:pt x="1309" y="322"/>
                  <a:pt x="1309" y="322"/>
                </a:cubicBezTo>
                <a:cubicBezTo>
                  <a:pt x="1309" y="323"/>
                  <a:pt x="1309" y="323"/>
                  <a:pt x="1309" y="324"/>
                </a:cubicBezTo>
                <a:cubicBezTo>
                  <a:pt x="1309" y="325"/>
                  <a:pt x="1308" y="325"/>
                  <a:pt x="1307" y="326"/>
                </a:cubicBezTo>
                <a:cubicBezTo>
                  <a:pt x="1307" y="326"/>
                  <a:pt x="1307" y="326"/>
                  <a:pt x="1307" y="327"/>
                </a:cubicBezTo>
                <a:cubicBezTo>
                  <a:pt x="1306" y="327"/>
                  <a:pt x="1306" y="327"/>
                  <a:pt x="1306" y="327"/>
                </a:cubicBezTo>
                <a:cubicBezTo>
                  <a:pt x="1305" y="328"/>
                  <a:pt x="1306" y="328"/>
                  <a:pt x="1305" y="328"/>
                </a:cubicBezTo>
                <a:cubicBezTo>
                  <a:pt x="1306" y="329"/>
                  <a:pt x="1306" y="329"/>
                  <a:pt x="1306" y="329"/>
                </a:cubicBezTo>
                <a:cubicBezTo>
                  <a:pt x="1306" y="329"/>
                  <a:pt x="1306" y="329"/>
                  <a:pt x="1307" y="329"/>
                </a:cubicBezTo>
                <a:cubicBezTo>
                  <a:pt x="1307" y="329"/>
                  <a:pt x="1307" y="328"/>
                  <a:pt x="1307" y="328"/>
                </a:cubicBezTo>
                <a:cubicBezTo>
                  <a:pt x="1312" y="328"/>
                  <a:pt x="1312" y="328"/>
                  <a:pt x="1312" y="328"/>
                </a:cubicBezTo>
                <a:cubicBezTo>
                  <a:pt x="1312" y="328"/>
                  <a:pt x="1313" y="327"/>
                  <a:pt x="1313" y="327"/>
                </a:cubicBezTo>
                <a:cubicBezTo>
                  <a:pt x="1314" y="327"/>
                  <a:pt x="1314" y="326"/>
                  <a:pt x="1315" y="325"/>
                </a:cubicBezTo>
                <a:cubicBezTo>
                  <a:pt x="1315" y="325"/>
                  <a:pt x="1315" y="325"/>
                  <a:pt x="1316" y="325"/>
                </a:cubicBezTo>
                <a:cubicBezTo>
                  <a:pt x="1316" y="324"/>
                  <a:pt x="1316" y="324"/>
                  <a:pt x="1317" y="324"/>
                </a:cubicBezTo>
                <a:cubicBezTo>
                  <a:pt x="1317" y="324"/>
                  <a:pt x="1317" y="324"/>
                  <a:pt x="1317" y="324"/>
                </a:cubicBezTo>
                <a:cubicBezTo>
                  <a:pt x="1319" y="324"/>
                  <a:pt x="1319" y="325"/>
                  <a:pt x="1320" y="325"/>
                </a:cubicBezTo>
                <a:cubicBezTo>
                  <a:pt x="1321" y="325"/>
                  <a:pt x="1321" y="325"/>
                  <a:pt x="1321" y="325"/>
                </a:cubicBezTo>
                <a:cubicBezTo>
                  <a:pt x="1322" y="325"/>
                  <a:pt x="1322" y="325"/>
                  <a:pt x="1323" y="325"/>
                </a:cubicBezTo>
                <a:cubicBezTo>
                  <a:pt x="1323" y="326"/>
                  <a:pt x="1324" y="326"/>
                  <a:pt x="1324" y="326"/>
                </a:cubicBezTo>
                <a:cubicBezTo>
                  <a:pt x="1325" y="326"/>
                  <a:pt x="1325" y="327"/>
                  <a:pt x="1325" y="328"/>
                </a:cubicBezTo>
                <a:cubicBezTo>
                  <a:pt x="1325" y="329"/>
                  <a:pt x="1325" y="329"/>
                  <a:pt x="1325" y="329"/>
                </a:cubicBezTo>
                <a:cubicBezTo>
                  <a:pt x="1325" y="329"/>
                  <a:pt x="1324" y="329"/>
                  <a:pt x="1324" y="330"/>
                </a:cubicBezTo>
                <a:cubicBezTo>
                  <a:pt x="1324" y="330"/>
                  <a:pt x="1323" y="330"/>
                  <a:pt x="1323" y="331"/>
                </a:cubicBezTo>
                <a:cubicBezTo>
                  <a:pt x="1323" y="331"/>
                  <a:pt x="1323" y="331"/>
                  <a:pt x="1323" y="332"/>
                </a:cubicBezTo>
                <a:cubicBezTo>
                  <a:pt x="1323" y="332"/>
                  <a:pt x="1322" y="332"/>
                  <a:pt x="1322" y="333"/>
                </a:cubicBezTo>
                <a:cubicBezTo>
                  <a:pt x="1322" y="334"/>
                  <a:pt x="1322" y="334"/>
                  <a:pt x="1322" y="335"/>
                </a:cubicBezTo>
                <a:cubicBezTo>
                  <a:pt x="1324" y="335"/>
                  <a:pt x="1324" y="335"/>
                  <a:pt x="1324" y="335"/>
                </a:cubicBezTo>
                <a:cubicBezTo>
                  <a:pt x="1325" y="335"/>
                  <a:pt x="1325" y="335"/>
                  <a:pt x="1325" y="335"/>
                </a:cubicBezTo>
                <a:cubicBezTo>
                  <a:pt x="1326" y="335"/>
                  <a:pt x="1326" y="334"/>
                  <a:pt x="1326" y="334"/>
                </a:cubicBezTo>
                <a:cubicBezTo>
                  <a:pt x="1327" y="334"/>
                  <a:pt x="1327" y="334"/>
                  <a:pt x="1327" y="334"/>
                </a:cubicBezTo>
                <a:cubicBezTo>
                  <a:pt x="1328" y="335"/>
                  <a:pt x="1329" y="335"/>
                  <a:pt x="1329" y="336"/>
                </a:cubicBezTo>
                <a:cubicBezTo>
                  <a:pt x="1329" y="336"/>
                  <a:pt x="1329" y="337"/>
                  <a:pt x="1329" y="337"/>
                </a:cubicBezTo>
                <a:cubicBezTo>
                  <a:pt x="1329" y="337"/>
                  <a:pt x="1330" y="338"/>
                  <a:pt x="1330" y="339"/>
                </a:cubicBezTo>
                <a:cubicBezTo>
                  <a:pt x="1330" y="339"/>
                  <a:pt x="1330" y="339"/>
                  <a:pt x="1330" y="340"/>
                </a:cubicBezTo>
                <a:cubicBezTo>
                  <a:pt x="1330" y="340"/>
                  <a:pt x="1330" y="340"/>
                  <a:pt x="1330" y="341"/>
                </a:cubicBezTo>
                <a:cubicBezTo>
                  <a:pt x="1331" y="341"/>
                  <a:pt x="1331" y="341"/>
                  <a:pt x="1331" y="342"/>
                </a:cubicBezTo>
                <a:cubicBezTo>
                  <a:pt x="1331" y="347"/>
                  <a:pt x="1331" y="347"/>
                  <a:pt x="1331" y="347"/>
                </a:cubicBezTo>
                <a:cubicBezTo>
                  <a:pt x="1331" y="348"/>
                  <a:pt x="1331" y="348"/>
                  <a:pt x="1330" y="348"/>
                </a:cubicBezTo>
                <a:cubicBezTo>
                  <a:pt x="1330" y="349"/>
                  <a:pt x="1330" y="348"/>
                  <a:pt x="1330" y="349"/>
                </a:cubicBezTo>
                <a:cubicBezTo>
                  <a:pt x="1329" y="349"/>
                  <a:pt x="1329" y="350"/>
                  <a:pt x="1329" y="350"/>
                </a:cubicBezTo>
                <a:cubicBezTo>
                  <a:pt x="1329" y="350"/>
                  <a:pt x="1329" y="350"/>
                  <a:pt x="1329" y="351"/>
                </a:cubicBezTo>
                <a:cubicBezTo>
                  <a:pt x="1329" y="354"/>
                  <a:pt x="1329" y="354"/>
                  <a:pt x="1329" y="354"/>
                </a:cubicBezTo>
                <a:cubicBezTo>
                  <a:pt x="1334" y="354"/>
                  <a:pt x="1334" y="354"/>
                  <a:pt x="1334" y="354"/>
                </a:cubicBezTo>
                <a:cubicBezTo>
                  <a:pt x="1335" y="354"/>
                  <a:pt x="1336" y="353"/>
                  <a:pt x="1337" y="352"/>
                </a:cubicBezTo>
                <a:cubicBezTo>
                  <a:pt x="1338" y="351"/>
                  <a:pt x="1338" y="351"/>
                  <a:pt x="1338" y="351"/>
                </a:cubicBezTo>
                <a:cubicBezTo>
                  <a:pt x="1338" y="351"/>
                  <a:pt x="1339" y="351"/>
                  <a:pt x="1339" y="351"/>
                </a:cubicBezTo>
                <a:cubicBezTo>
                  <a:pt x="1340" y="350"/>
                  <a:pt x="1340" y="350"/>
                  <a:pt x="1340" y="350"/>
                </a:cubicBezTo>
                <a:cubicBezTo>
                  <a:pt x="1341" y="350"/>
                  <a:pt x="1341" y="350"/>
                  <a:pt x="1341" y="350"/>
                </a:cubicBezTo>
                <a:cubicBezTo>
                  <a:pt x="1342" y="349"/>
                  <a:pt x="1342" y="349"/>
                  <a:pt x="1342" y="349"/>
                </a:cubicBezTo>
                <a:cubicBezTo>
                  <a:pt x="1343" y="349"/>
                  <a:pt x="1343" y="349"/>
                  <a:pt x="1343" y="348"/>
                </a:cubicBezTo>
                <a:cubicBezTo>
                  <a:pt x="1344" y="348"/>
                  <a:pt x="1344" y="349"/>
                  <a:pt x="1344" y="348"/>
                </a:cubicBezTo>
                <a:cubicBezTo>
                  <a:pt x="1345" y="348"/>
                  <a:pt x="1345" y="348"/>
                  <a:pt x="1345" y="348"/>
                </a:cubicBezTo>
                <a:cubicBezTo>
                  <a:pt x="1345" y="347"/>
                  <a:pt x="1345" y="347"/>
                  <a:pt x="1345" y="347"/>
                </a:cubicBezTo>
                <a:cubicBezTo>
                  <a:pt x="1345" y="346"/>
                  <a:pt x="1345" y="346"/>
                  <a:pt x="1345" y="345"/>
                </a:cubicBezTo>
                <a:cubicBezTo>
                  <a:pt x="1345" y="344"/>
                  <a:pt x="1346" y="344"/>
                  <a:pt x="1346" y="344"/>
                </a:cubicBezTo>
                <a:cubicBezTo>
                  <a:pt x="1346" y="343"/>
                  <a:pt x="1346" y="343"/>
                  <a:pt x="1346" y="343"/>
                </a:cubicBezTo>
                <a:cubicBezTo>
                  <a:pt x="1346" y="340"/>
                  <a:pt x="1346" y="340"/>
                  <a:pt x="1346" y="340"/>
                </a:cubicBezTo>
                <a:cubicBezTo>
                  <a:pt x="1345" y="340"/>
                  <a:pt x="1344" y="340"/>
                  <a:pt x="1343" y="339"/>
                </a:cubicBezTo>
                <a:cubicBezTo>
                  <a:pt x="1343" y="339"/>
                  <a:pt x="1343" y="339"/>
                  <a:pt x="1343" y="338"/>
                </a:cubicBezTo>
                <a:cubicBezTo>
                  <a:pt x="1343" y="337"/>
                  <a:pt x="1343" y="337"/>
                  <a:pt x="1343" y="336"/>
                </a:cubicBezTo>
                <a:cubicBezTo>
                  <a:pt x="1343" y="336"/>
                  <a:pt x="1343" y="335"/>
                  <a:pt x="1343" y="335"/>
                </a:cubicBezTo>
                <a:cubicBezTo>
                  <a:pt x="1343" y="335"/>
                  <a:pt x="1342" y="335"/>
                  <a:pt x="1342" y="335"/>
                </a:cubicBezTo>
                <a:cubicBezTo>
                  <a:pt x="1342" y="334"/>
                  <a:pt x="1341" y="334"/>
                  <a:pt x="1341" y="334"/>
                </a:cubicBezTo>
                <a:cubicBezTo>
                  <a:pt x="1340" y="334"/>
                  <a:pt x="1340" y="333"/>
                  <a:pt x="1340" y="333"/>
                </a:cubicBezTo>
                <a:cubicBezTo>
                  <a:pt x="1340" y="333"/>
                  <a:pt x="1340" y="333"/>
                  <a:pt x="1339" y="333"/>
                </a:cubicBezTo>
                <a:cubicBezTo>
                  <a:pt x="1339" y="332"/>
                  <a:pt x="1339" y="332"/>
                  <a:pt x="1338" y="332"/>
                </a:cubicBezTo>
                <a:cubicBezTo>
                  <a:pt x="1338" y="332"/>
                  <a:pt x="1338" y="331"/>
                  <a:pt x="1338" y="331"/>
                </a:cubicBezTo>
                <a:cubicBezTo>
                  <a:pt x="1338" y="331"/>
                  <a:pt x="1337" y="330"/>
                  <a:pt x="1337" y="330"/>
                </a:cubicBezTo>
                <a:cubicBezTo>
                  <a:pt x="1337" y="330"/>
                  <a:pt x="1337" y="329"/>
                  <a:pt x="1337" y="329"/>
                </a:cubicBezTo>
                <a:cubicBezTo>
                  <a:pt x="1337" y="328"/>
                  <a:pt x="1337" y="327"/>
                  <a:pt x="1338" y="326"/>
                </a:cubicBezTo>
                <a:cubicBezTo>
                  <a:pt x="1338" y="326"/>
                  <a:pt x="1338" y="325"/>
                  <a:pt x="1338" y="325"/>
                </a:cubicBezTo>
                <a:cubicBezTo>
                  <a:pt x="1338" y="325"/>
                  <a:pt x="1339" y="324"/>
                  <a:pt x="1339" y="324"/>
                </a:cubicBezTo>
                <a:cubicBezTo>
                  <a:pt x="1339" y="324"/>
                  <a:pt x="1339" y="323"/>
                  <a:pt x="1339" y="323"/>
                </a:cubicBezTo>
                <a:cubicBezTo>
                  <a:pt x="1339" y="323"/>
                  <a:pt x="1340" y="323"/>
                  <a:pt x="1340" y="323"/>
                </a:cubicBezTo>
                <a:cubicBezTo>
                  <a:pt x="1341" y="323"/>
                  <a:pt x="1341" y="323"/>
                  <a:pt x="1342" y="323"/>
                </a:cubicBezTo>
                <a:cubicBezTo>
                  <a:pt x="1343" y="323"/>
                  <a:pt x="1343" y="323"/>
                  <a:pt x="1343" y="323"/>
                </a:cubicBezTo>
                <a:cubicBezTo>
                  <a:pt x="1344" y="323"/>
                  <a:pt x="1344" y="322"/>
                  <a:pt x="1345" y="322"/>
                </a:cubicBezTo>
                <a:cubicBezTo>
                  <a:pt x="1345" y="314"/>
                  <a:pt x="1345" y="314"/>
                  <a:pt x="1345" y="314"/>
                </a:cubicBezTo>
                <a:cubicBezTo>
                  <a:pt x="1345" y="314"/>
                  <a:pt x="1345" y="313"/>
                  <a:pt x="1345" y="313"/>
                </a:cubicBezTo>
                <a:cubicBezTo>
                  <a:pt x="1345" y="313"/>
                  <a:pt x="1345" y="313"/>
                  <a:pt x="1345" y="312"/>
                </a:cubicBezTo>
                <a:cubicBezTo>
                  <a:pt x="1346" y="312"/>
                  <a:pt x="1346" y="312"/>
                  <a:pt x="1346" y="311"/>
                </a:cubicBezTo>
                <a:cubicBezTo>
                  <a:pt x="1346" y="311"/>
                  <a:pt x="1347" y="311"/>
                  <a:pt x="1347" y="311"/>
                </a:cubicBezTo>
                <a:cubicBezTo>
                  <a:pt x="1347" y="311"/>
                  <a:pt x="1348" y="311"/>
                  <a:pt x="1348" y="311"/>
                </a:cubicBezTo>
                <a:cubicBezTo>
                  <a:pt x="1349" y="310"/>
                  <a:pt x="1349" y="310"/>
                  <a:pt x="1350" y="309"/>
                </a:cubicBezTo>
                <a:cubicBezTo>
                  <a:pt x="1350" y="308"/>
                  <a:pt x="1350" y="308"/>
                  <a:pt x="1351" y="308"/>
                </a:cubicBezTo>
                <a:cubicBezTo>
                  <a:pt x="1351" y="307"/>
                  <a:pt x="1351" y="306"/>
                  <a:pt x="1352" y="306"/>
                </a:cubicBezTo>
                <a:cubicBezTo>
                  <a:pt x="1353" y="306"/>
                  <a:pt x="1353" y="306"/>
                  <a:pt x="1353" y="306"/>
                </a:cubicBezTo>
                <a:cubicBezTo>
                  <a:pt x="1354" y="306"/>
                  <a:pt x="1354" y="306"/>
                  <a:pt x="1354" y="306"/>
                </a:cubicBezTo>
                <a:cubicBezTo>
                  <a:pt x="1356" y="307"/>
                  <a:pt x="1356" y="308"/>
                  <a:pt x="1358" y="308"/>
                </a:cubicBezTo>
                <a:cubicBezTo>
                  <a:pt x="1358" y="309"/>
                  <a:pt x="1358" y="309"/>
                  <a:pt x="1359" y="309"/>
                </a:cubicBezTo>
                <a:cubicBezTo>
                  <a:pt x="1360" y="309"/>
                  <a:pt x="1360" y="308"/>
                  <a:pt x="1361" y="308"/>
                </a:cubicBezTo>
                <a:cubicBezTo>
                  <a:pt x="1361" y="308"/>
                  <a:pt x="1361" y="308"/>
                  <a:pt x="1362" y="308"/>
                </a:cubicBezTo>
                <a:cubicBezTo>
                  <a:pt x="1362" y="307"/>
                  <a:pt x="1362" y="307"/>
                  <a:pt x="1362" y="307"/>
                </a:cubicBezTo>
                <a:cubicBezTo>
                  <a:pt x="1363" y="306"/>
                  <a:pt x="1363" y="306"/>
                  <a:pt x="1363" y="306"/>
                </a:cubicBezTo>
                <a:cubicBezTo>
                  <a:pt x="1364" y="306"/>
                  <a:pt x="1364" y="306"/>
                  <a:pt x="1364" y="306"/>
                </a:cubicBezTo>
                <a:cubicBezTo>
                  <a:pt x="1365" y="306"/>
                  <a:pt x="1365" y="305"/>
                  <a:pt x="1365" y="305"/>
                </a:cubicBezTo>
                <a:cubicBezTo>
                  <a:pt x="1366" y="305"/>
                  <a:pt x="1366" y="305"/>
                  <a:pt x="1367" y="305"/>
                </a:cubicBezTo>
                <a:cubicBezTo>
                  <a:pt x="1367" y="305"/>
                  <a:pt x="1367" y="305"/>
                  <a:pt x="1368" y="304"/>
                </a:cubicBezTo>
                <a:cubicBezTo>
                  <a:pt x="1368" y="304"/>
                  <a:pt x="1369" y="304"/>
                  <a:pt x="1369" y="304"/>
                </a:cubicBezTo>
                <a:cubicBezTo>
                  <a:pt x="1369" y="304"/>
                  <a:pt x="1369" y="304"/>
                  <a:pt x="1370" y="304"/>
                </a:cubicBezTo>
                <a:cubicBezTo>
                  <a:pt x="1370" y="303"/>
                  <a:pt x="1370" y="303"/>
                  <a:pt x="1370" y="303"/>
                </a:cubicBezTo>
                <a:cubicBezTo>
                  <a:pt x="1370" y="302"/>
                  <a:pt x="1371" y="301"/>
                  <a:pt x="1372" y="301"/>
                </a:cubicBezTo>
                <a:cubicBezTo>
                  <a:pt x="1372" y="300"/>
                  <a:pt x="1373" y="300"/>
                  <a:pt x="1373" y="300"/>
                </a:cubicBezTo>
                <a:cubicBezTo>
                  <a:pt x="1373" y="300"/>
                  <a:pt x="1373" y="300"/>
                  <a:pt x="1373" y="299"/>
                </a:cubicBezTo>
                <a:cubicBezTo>
                  <a:pt x="1374" y="299"/>
                  <a:pt x="1374" y="299"/>
                  <a:pt x="1374" y="299"/>
                </a:cubicBezTo>
                <a:cubicBezTo>
                  <a:pt x="1375" y="297"/>
                  <a:pt x="1376" y="296"/>
                  <a:pt x="1377" y="295"/>
                </a:cubicBezTo>
                <a:cubicBezTo>
                  <a:pt x="1377" y="295"/>
                  <a:pt x="1378" y="295"/>
                  <a:pt x="1378" y="295"/>
                </a:cubicBezTo>
                <a:cubicBezTo>
                  <a:pt x="1379" y="294"/>
                  <a:pt x="1379" y="294"/>
                  <a:pt x="1379" y="293"/>
                </a:cubicBezTo>
                <a:cubicBezTo>
                  <a:pt x="1380" y="293"/>
                  <a:pt x="1380" y="292"/>
                  <a:pt x="1380" y="292"/>
                </a:cubicBezTo>
                <a:cubicBezTo>
                  <a:pt x="1380" y="291"/>
                  <a:pt x="1380" y="291"/>
                  <a:pt x="1380" y="291"/>
                </a:cubicBezTo>
                <a:cubicBezTo>
                  <a:pt x="1380" y="291"/>
                  <a:pt x="1380" y="290"/>
                  <a:pt x="1381" y="290"/>
                </a:cubicBezTo>
                <a:cubicBezTo>
                  <a:pt x="1381" y="289"/>
                  <a:pt x="1381" y="289"/>
                  <a:pt x="1381" y="288"/>
                </a:cubicBezTo>
                <a:cubicBezTo>
                  <a:pt x="1381" y="288"/>
                  <a:pt x="1382" y="288"/>
                  <a:pt x="1382" y="287"/>
                </a:cubicBezTo>
                <a:cubicBezTo>
                  <a:pt x="1383" y="286"/>
                  <a:pt x="1383" y="286"/>
                  <a:pt x="1384" y="285"/>
                </a:cubicBezTo>
                <a:cubicBezTo>
                  <a:pt x="1384" y="285"/>
                  <a:pt x="1385" y="285"/>
                  <a:pt x="1385" y="285"/>
                </a:cubicBezTo>
                <a:cubicBezTo>
                  <a:pt x="1385" y="285"/>
                  <a:pt x="1385" y="284"/>
                  <a:pt x="1385" y="284"/>
                </a:cubicBezTo>
                <a:cubicBezTo>
                  <a:pt x="1386" y="284"/>
                  <a:pt x="1386" y="284"/>
                  <a:pt x="1386" y="284"/>
                </a:cubicBezTo>
                <a:cubicBezTo>
                  <a:pt x="1387" y="283"/>
                  <a:pt x="1387" y="283"/>
                  <a:pt x="1388" y="282"/>
                </a:cubicBezTo>
                <a:cubicBezTo>
                  <a:pt x="1388" y="282"/>
                  <a:pt x="1389" y="282"/>
                  <a:pt x="1389" y="281"/>
                </a:cubicBezTo>
                <a:cubicBezTo>
                  <a:pt x="1389" y="281"/>
                  <a:pt x="1389" y="281"/>
                  <a:pt x="1389" y="280"/>
                </a:cubicBezTo>
                <a:cubicBezTo>
                  <a:pt x="1390" y="280"/>
                  <a:pt x="1390" y="280"/>
                  <a:pt x="1390" y="279"/>
                </a:cubicBezTo>
                <a:cubicBezTo>
                  <a:pt x="1391" y="279"/>
                  <a:pt x="1391" y="279"/>
                  <a:pt x="1391" y="278"/>
                </a:cubicBezTo>
                <a:cubicBezTo>
                  <a:pt x="1391" y="278"/>
                  <a:pt x="1392" y="278"/>
                  <a:pt x="1392" y="278"/>
                </a:cubicBezTo>
                <a:cubicBezTo>
                  <a:pt x="1392" y="277"/>
                  <a:pt x="1392" y="277"/>
                  <a:pt x="1392" y="276"/>
                </a:cubicBezTo>
                <a:cubicBezTo>
                  <a:pt x="1392" y="275"/>
                  <a:pt x="1392" y="275"/>
                  <a:pt x="1392" y="275"/>
                </a:cubicBezTo>
                <a:cubicBezTo>
                  <a:pt x="1392" y="274"/>
                  <a:pt x="1392" y="274"/>
                  <a:pt x="1392" y="273"/>
                </a:cubicBezTo>
                <a:cubicBezTo>
                  <a:pt x="1392" y="272"/>
                  <a:pt x="1392" y="272"/>
                  <a:pt x="1392" y="272"/>
                </a:cubicBezTo>
                <a:cubicBezTo>
                  <a:pt x="1392" y="272"/>
                  <a:pt x="1393" y="272"/>
                  <a:pt x="1393" y="271"/>
                </a:cubicBezTo>
                <a:cubicBezTo>
                  <a:pt x="1393" y="271"/>
                  <a:pt x="1394" y="271"/>
                  <a:pt x="1394" y="270"/>
                </a:cubicBezTo>
                <a:cubicBezTo>
                  <a:pt x="1394" y="269"/>
                  <a:pt x="1394" y="269"/>
                  <a:pt x="1394" y="268"/>
                </a:cubicBezTo>
                <a:cubicBezTo>
                  <a:pt x="1394" y="266"/>
                  <a:pt x="1394" y="266"/>
                  <a:pt x="1394" y="266"/>
                </a:cubicBezTo>
                <a:cubicBezTo>
                  <a:pt x="1394" y="266"/>
                  <a:pt x="1394" y="265"/>
                  <a:pt x="1394" y="265"/>
                </a:cubicBezTo>
                <a:cubicBezTo>
                  <a:pt x="1394" y="264"/>
                  <a:pt x="1394" y="264"/>
                  <a:pt x="1394" y="264"/>
                </a:cubicBezTo>
                <a:cubicBezTo>
                  <a:pt x="1394" y="264"/>
                  <a:pt x="1394" y="263"/>
                  <a:pt x="1394" y="263"/>
                </a:cubicBezTo>
                <a:cubicBezTo>
                  <a:pt x="1394" y="263"/>
                  <a:pt x="1394" y="263"/>
                  <a:pt x="1395" y="262"/>
                </a:cubicBezTo>
                <a:cubicBezTo>
                  <a:pt x="1395" y="262"/>
                  <a:pt x="1394" y="261"/>
                  <a:pt x="1395" y="261"/>
                </a:cubicBezTo>
                <a:cubicBezTo>
                  <a:pt x="1395" y="261"/>
                  <a:pt x="1395" y="260"/>
                  <a:pt x="1395" y="259"/>
                </a:cubicBezTo>
                <a:cubicBezTo>
                  <a:pt x="1395" y="259"/>
                  <a:pt x="1396" y="259"/>
                  <a:pt x="1396" y="258"/>
                </a:cubicBezTo>
                <a:cubicBezTo>
                  <a:pt x="1396" y="258"/>
                  <a:pt x="1396" y="258"/>
                  <a:pt x="1396" y="257"/>
                </a:cubicBezTo>
                <a:cubicBezTo>
                  <a:pt x="1397" y="257"/>
                  <a:pt x="1397" y="257"/>
                  <a:pt x="1397" y="256"/>
                </a:cubicBezTo>
                <a:cubicBezTo>
                  <a:pt x="1397" y="257"/>
                  <a:pt x="1398" y="257"/>
                  <a:pt x="1398" y="257"/>
                </a:cubicBezTo>
                <a:cubicBezTo>
                  <a:pt x="1398" y="257"/>
                  <a:pt x="1398" y="257"/>
                  <a:pt x="1399" y="258"/>
                </a:cubicBezTo>
                <a:cubicBezTo>
                  <a:pt x="1399" y="258"/>
                  <a:pt x="1399" y="258"/>
                  <a:pt x="1399" y="258"/>
                </a:cubicBezTo>
                <a:cubicBezTo>
                  <a:pt x="1400" y="258"/>
                  <a:pt x="1400" y="258"/>
                  <a:pt x="1400" y="259"/>
                </a:cubicBezTo>
                <a:cubicBezTo>
                  <a:pt x="1401" y="259"/>
                  <a:pt x="1401" y="259"/>
                  <a:pt x="1401" y="260"/>
                </a:cubicBezTo>
                <a:cubicBezTo>
                  <a:pt x="1401" y="260"/>
                  <a:pt x="1401" y="260"/>
                  <a:pt x="1401" y="260"/>
                </a:cubicBezTo>
                <a:cubicBezTo>
                  <a:pt x="1401" y="261"/>
                  <a:pt x="1401" y="261"/>
                  <a:pt x="1400" y="261"/>
                </a:cubicBezTo>
                <a:cubicBezTo>
                  <a:pt x="1400" y="262"/>
                  <a:pt x="1400" y="262"/>
                  <a:pt x="1400" y="263"/>
                </a:cubicBezTo>
                <a:cubicBezTo>
                  <a:pt x="1400" y="264"/>
                  <a:pt x="1401" y="264"/>
                  <a:pt x="1401" y="265"/>
                </a:cubicBezTo>
                <a:cubicBezTo>
                  <a:pt x="1401" y="267"/>
                  <a:pt x="1401" y="268"/>
                  <a:pt x="1401" y="269"/>
                </a:cubicBezTo>
                <a:cubicBezTo>
                  <a:pt x="1401" y="271"/>
                  <a:pt x="1401" y="271"/>
                  <a:pt x="1401" y="273"/>
                </a:cubicBezTo>
                <a:cubicBezTo>
                  <a:pt x="1401" y="273"/>
                  <a:pt x="1401" y="273"/>
                  <a:pt x="1401" y="273"/>
                </a:cubicBezTo>
                <a:cubicBezTo>
                  <a:pt x="1401" y="274"/>
                  <a:pt x="1400" y="274"/>
                  <a:pt x="1400" y="274"/>
                </a:cubicBezTo>
                <a:cubicBezTo>
                  <a:pt x="1400" y="275"/>
                  <a:pt x="1399" y="275"/>
                  <a:pt x="1399" y="275"/>
                </a:cubicBezTo>
                <a:cubicBezTo>
                  <a:pt x="1399" y="276"/>
                  <a:pt x="1399" y="276"/>
                  <a:pt x="1399" y="277"/>
                </a:cubicBezTo>
                <a:cubicBezTo>
                  <a:pt x="1399" y="277"/>
                  <a:pt x="1399" y="277"/>
                  <a:pt x="1399" y="278"/>
                </a:cubicBezTo>
                <a:cubicBezTo>
                  <a:pt x="1399" y="279"/>
                  <a:pt x="1400" y="280"/>
                  <a:pt x="1400" y="281"/>
                </a:cubicBezTo>
                <a:cubicBezTo>
                  <a:pt x="1400" y="282"/>
                  <a:pt x="1401" y="282"/>
                  <a:pt x="1401" y="283"/>
                </a:cubicBezTo>
                <a:cubicBezTo>
                  <a:pt x="1401" y="284"/>
                  <a:pt x="1401" y="284"/>
                  <a:pt x="1401" y="285"/>
                </a:cubicBezTo>
                <a:cubicBezTo>
                  <a:pt x="1400" y="285"/>
                  <a:pt x="1400" y="285"/>
                  <a:pt x="1400" y="285"/>
                </a:cubicBezTo>
                <a:cubicBezTo>
                  <a:pt x="1399" y="286"/>
                  <a:pt x="1399" y="286"/>
                  <a:pt x="1399" y="286"/>
                </a:cubicBezTo>
                <a:cubicBezTo>
                  <a:pt x="1399" y="287"/>
                  <a:pt x="1399" y="287"/>
                  <a:pt x="1399" y="287"/>
                </a:cubicBezTo>
                <a:cubicBezTo>
                  <a:pt x="1399" y="288"/>
                  <a:pt x="1399" y="288"/>
                  <a:pt x="1399" y="289"/>
                </a:cubicBezTo>
                <a:cubicBezTo>
                  <a:pt x="1399" y="289"/>
                  <a:pt x="1399" y="290"/>
                  <a:pt x="1399" y="290"/>
                </a:cubicBezTo>
                <a:cubicBezTo>
                  <a:pt x="1399" y="290"/>
                  <a:pt x="1399" y="291"/>
                  <a:pt x="1399" y="291"/>
                </a:cubicBezTo>
                <a:cubicBezTo>
                  <a:pt x="1401" y="291"/>
                  <a:pt x="1401" y="291"/>
                  <a:pt x="1401" y="291"/>
                </a:cubicBezTo>
                <a:cubicBezTo>
                  <a:pt x="1401" y="291"/>
                  <a:pt x="1401" y="291"/>
                  <a:pt x="1402" y="290"/>
                </a:cubicBezTo>
                <a:cubicBezTo>
                  <a:pt x="1402" y="290"/>
                  <a:pt x="1402" y="290"/>
                  <a:pt x="1402" y="290"/>
                </a:cubicBezTo>
                <a:cubicBezTo>
                  <a:pt x="1402" y="289"/>
                  <a:pt x="1402" y="289"/>
                  <a:pt x="1402" y="289"/>
                </a:cubicBezTo>
                <a:cubicBezTo>
                  <a:pt x="1402" y="288"/>
                  <a:pt x="1403" y="288"/>
                  <a:pt x="1403" y="288"/>
                </a:cubicBezTo>
                <a:cubicBezTo>
                  <a:pt x="1403" y="287"/>
                  <a:pt x="1403" y="287"/>
                  <a:pt x="1403" y="287"/>
                </a:cubicBezTo>
                <a:cubicBezTo>
                  <a:pt x="1404" y="287"/>
                  <a:pt x="1404" y="287"/>
                  <a:pt x="1404" y="287"/>
                </a:cubicBezTo>
                <a:cubicBezTo>
                  <a:pt x="1405" y="288"/>
                  <a:pt x="1404" y="288"/>
                  <a:pt x="1404" y="289"/>
                </a:cubicBezTo>
                <a:cubicBezTo>
                  <a:pt x="1405" y="289"/>
                  <a:pt x="1405" y="290"/>
                  <a:pt x="1405" y="290"/>
                </a:cubicBezTo>
                <a:cubicBezTo>
                  <a:pt x="1406" y="290"/>
                  <a:pt x="1407" y="290"/>
                  <a:pt x="1408" y="290"/>
                </a:cubicBezTo>
                <a:cubicBezTo>
                  <a:pt x="1408" y="290"/>
                  <a:pt x="1408" y="290"/>
                  <a:pt x="1408" y="290"/>
                </a:cubicBezTo>
                <a:cubicBezTo>
                  <a:pt x="1408" y="289"/>
                  <a:pt x="1408" y="289"/>
                  <a:pt x="1408" y="289"/>
                </a:cubicBezTo>
                <a:cubicBezTo>
                  <a:pt x="1408" y="288"/>
                  <a:pt x="1408" y="288"/>
                  <a:pt x="1408" y="288"/>
                </a:cubicBezTo>
                <a:cubicBezTo>
                  <a:pt x="1407" y="287"/>
                  <a:pt x="1407" y="287"/>
                  <a:pt x="1407" y="287"/>
                </a:cubicBezTo>
                <a:cubicBezTo>
                  <a:pt x="1407" y="286"/>
                  <a:pt x="1406" y="286"/>
                  <a:pt x="1406" y="286"/>
                </a:cubicBezTo>
                <a:cubicBezTo>
                  <a:pt x="1405" y="286"/>
                  <a:pt x="1405" y="285"/>
                  <a:pt x="1405" y="285"/>
                </a:cubicBezTo>
                <a:cubicBezTo>
                  <a:pt x="1405" y="285"/>
                  <a:pt x="1404" y="285"/>
                  <a:pt x="1404" y="284"/>
                </a:cubicBezTo>
                <a:cubicBezTo>
                  <a:pt x="1404" y="284"/>
                  <a:pt x="1404" y="283"/>
                  <a:pt x="1404" y="282"/>
                </a:cubicBezTo>
                <a:cubicBezTo>
                  <a:pt x="1404" y="282"/>
                  <a:pt x="1403" y="282"/>
                  <a:pt x="1403" y="281"/>
                </a:cubicBezTo>
                <a:cubicBezTo>
                  <a:pt x="1403" y="281"/>
                  <a:pt x="1402" y="280"/>
                  <a:pt x="1402" y="279"/>
                </a:cubicBezTo>
                <a:cubicBezTo>
                  <a:pt x="1402" y="278"/>
                  <a:pt x="1404" y="278"/>
                  <a:pt x="1404" y="277"/>
                </a:cubicBezTo>
                <a:cubicBezTo>
                  <a:pt x="1404" y="277"/>
                  <a:pt x="1405" y="277"/>
                  <a:pt x="1405" y="277"/>
                </a:cubicBezTo>
                <a:cubicBezTo>
                  <a:pt x="1405" y="276"/>
                  <a:pt x="1405" y="276"/>
                  <a:pt x="1405" y="275"/>
                </a:cubicBezTo>
                <a:cubicBezTo>
                  <a:pt x="1405" y="275"/>
                  <a:pt x="1405" y="275"/>
                  <a:pt x="1405" y="274"/>
                </a:cubicBezTo>
                <a:cubicBezTo>
                  <a:pt x="1405" y="274"/>
                  <a:pt x="1405" y="274"/>
                  <a:pt x="1406" y="274"/>
                </a:cubicBezTo>
                <a:cubicBezTo>
                  <a:pt x="1406" y="274"/>
                  <a:pt x="1406" y="273"/>
                  <a:pt x="1406" y="273"/>
                </a:cubicBezTo>
                <a:cubicBezTo>
                  <a:pt x="1406" y="273"/>
                  <a:pt x="1406" y="272"/>
                  <a:pt x="1407" y="272"/>
                </a:cubicBezTo>
                <a:cubicBezTo>
                  <a:pt x="1408" y="272"/>
                  <a:pt x="1408" y="272"/>
                  <a:pt x="1409" y="273"/>
                </a:cubicBezTo>
                <a:cubicBezTo>
                  <a:pt x="1410" y="273"/>
                  <a:pt x="1410" y="274"/>
                  <a:pt x="1411" y="274"/>
                </a:cubicBezTo>
                <a:cubicBezTo>
                  <a:pt x="1411" y="274"/>
                  <a:pt x="1411" y="274"/>
                  <a:pt x="1412" y="273"/>
                </a:cubicBezTo>
                <a:cubicBezTo>
                  <a:pt x="1411" y="273"/>
                  <a:pt x="1412" y="273"/>
                  <a:pt x="1412" y="273"/>
                </a:cubicBezTo>
                <a:cubicBezTo>
                  <a:pt x="1411" y="272"/>
                  <a:pt x="1411" y="272"/>
                  <a:pt x="1411" y="272"/>
                </a:cubicBezTo>
                <a:cubicBezTo>
                  <a:pt x="1411" y="271"/>
                  <a:pt x="1411" y="271"/>
                  <a:pt x="1411" y="271"/>
                </a:cubicBezTo>
                <a:cubicBezTo>
                  <a:pt x="1411" y="270"/>
                  <a:pt x="1410" y="269"/>
                  <a:pt x="1410" y="269"/>
                </a:cubicBezTo>
                <a:cubicBezTo>
                  <a:pt x="1410" y="268"/>
                  <a:pt x="1410" y="268"/>
                  <a:pt x="1410" y="268"/>
                </a:cubicBezTo>
                <a:cubicBezTo>
                  <a:pt x="1410" y="267"/>
                  <a:pt x="1410" y="267"/>
                  <a:pt x="1410" y="267"/>
                </a:cubicBezTo>
                <a:cubicBezTo>
                  <a:pt x="1410" y="266"/>
                  <a:pt x="1409" y="266"/>
                  <a:pt x="1409" y="266"/>
                </a:cubicBezTo>
                <a:cubicBezTo>
                  <a:pt x="1409" y="265"/>
                  <a:pt x="1409" y="264"/>
                  <a:pt x="1409" y="263"/>
                </a:cubicBezTo>
                <a:cubicBezTo>
                  <a:pt x="1409" y="263"/>
                  <a:pt x="1410" y="262"/>
                  <a:pt x="1409" y="262"/>
                </a:cubicBezTo>
                <a:cubicBezTo>
                  <a:pt x="1409" y="261"/>
                  <a:pt x="1409" y="261"/>
                  <a:pt x="1409" y="261"/>
                </a:cubicBezTo>
                <a:cubicBezTo>
                  <a:pt x="1409" y="261"/>
                  <a:pt x="1408" y="260"/>
                  <a:pt x="1408" y="260"/>
                </a:cubicBezTo>
                <a:cubicBezTo>
                  <a:pt x="1408" y="259"/>
                  <a:pt x="1407" y="259"/>
                  <a:pt x="1407" y="258"/>
                </a:cubicBezTo>
                <a:cubicBezTo>
                  <a:pt x="1406" y="258"/>
                  <a:pt x="1406" y="258"/>
                  <a:pt x="1406" y="257"/>
                </a:cubicBezTo>
                <a:cubicBezTo>
                  <a:pt x="1406" y="257"/>
                  <a:pt x="1406" y="257"/>
                  <a:pt x="1406" y="256"/>
                </a:cubicBezTo>
                <a:cubicBezTo>
                  <a:pt x="1406" y="256"/>
                  <a:pt x="1406" y="256"/>
                  <a:pt x="1406" y="255"/>
                </a:cubicBezTo>
                <a:cubicBezTo>
                  <a:pt x="1406" y="255"/>
                  <a:pt x="1406" y="255"/>
                  <a:pt x="1406" y="254"/>
                </a:cubicBezTo>
                <a:cubicBezTo>
                  <a:pt x="1406" y="253"/>
                  <a:pt x="1406" y="253"/>
                  <a:pt x="1406" y="253"/>
                </a:cubicBezTo>
                <a:cubicBezTo>
                  <a:pt x="1406" y="253"/>
                  <a:pt x="1407" y="253"/>
                  <a:pt x="1407" y="252"/>
                </a:cubicBezTo>
                <a:cubicBezTo>
                  <a:pt x="1407" y="252"/>
                  <a:pt x="1406" y="252"/>
                  <a:pt x="1406" y="251"/>
                </a:cubicBezTo>
                <a:cubicBezTo>
                  <a:pt x="1406" y="251"/>
                  <a:pt x="1407" y="251"/>
                  <a:pt x="1407" y="250"/>
                </a:cubicBezTo>
                <a:cubicBezTo>
                  <a:pt x="1406" y="250"/>
                  <a:pt x="1406" y="250"/>
                  <a:pt x="1406" y="249"/>
                </a:cubicBezTo>
                <a:cubicBezTo>
                  <a:pt x="1406" y="249"/>
                  <a:pt x="1405" y="249"/>
                  <a:pt x="1405" y="249"/>
                </a:cubicBezTo>
                <a:cubicBezTo>
                  <a:pt x="1405" y="249"/>
                  <a:pt x="1405" y="248"/>
                  <a:pt x="1405" y="247"/>
                </a:cubicBezTo>
                <a:cubicBezTo>
                  <a:pt x="1405" y="247"/>
                  <a:pt x="1405" y="246"/>
                  <a:pt x="1404" y="245"/>
                </a:cubicBezTo>
                <a:cubicBezTo>
                  <a:pt x="1404" y="245"/>
                  <a:pt x="1405" y="244"/>
                  <a:pt x="1404" y="243"/>
                </a:cubicBezTo>
                <a:cubicBezTo>
                  <a:pt x="1404" y="243"/>
                  <a:pt x="1404" y="242"/>
                  <a:pt x="1404" y="241"/>
                </a:cubicBezTo>
                <a:cubicBezTo>
                  <a:pt x="1402" y="241"/>
                  <a:pt x="1402" y="241"/>
                  <a:pt x="1402" y="241"/>
                </a:cubicBezTo>
                <a:cubicBezTo>
                  <a:pt x="1402" y="248"/>
                  <a:pt x="1402" y="248"/>
                  <a:pt x="1402" y="248"/>
                </a:cubicBezTo>
                <a:cubicBezTo>
                  <a:pt x="1402" y="248"/>
                  <a:pt x="1401" y="248"/>
                  <a:pt x="1401" y="248"/>
                </a:cubicBezTo>
                <a:cubicBezTo>
                  <a:pt x="1400" y="248"/>
                  <a:pt x="1400" y="248"/>
                  <a:pt x="1400" y="249"/>
                </a:cubicBezTo>
                <a:cubicBezTo>
                  <a:pt x="1400" y="250"/>
                  <a:pt x="1400" y="250"/>
                  <a:pt x="1400" y="250"/>
                </a:cubicBezTo>
                <a:cubicBezTo>
                  <a:pt x="1400" y="250"/>
                  <a:pt x="1400" y="250"/>
                  <a:pt x="1400" y="251"/>
                </a:cubicBezTo>
                <a:cubicBezTo>
                  <a:pt x="1400" y="252"/>
                  <a:pt x="1400" y="252"/>
                  <a:pt x="1400" y="252"/>
                </a:cubicBezTo>
                <a:cubicBezTo>
                  <a:pt x="1400" y="252"/>
                  <a:pt x="1400" y="252"/>
                  <a:pt x="1400" y="252"/>
                </a:cubicBezTo>
                <a:cubicBezTo>
                  <a:pt x="1401" y="253"/>
                  <a:pt x="1400" y="254"/>
                  <a:pt x="1400" y="254"/>
                </a:cubicBezTo>
                <a:cubicBezTo>
                  <a:pt x="1399" y="254"/>
                  <a:pt x="1399" y="254"/>
                  <a:pt x="1399" y="254"/>
                </a:cubicBezTo>
                <a:cubicBezTo>
                  <a:pt x="1398" y="254"/>
                  <a:pt x="1398" y="254"/>
                  <a:pt x="1398" y="254"/>
                </a:cubicBezTo>
                <a:cubicBezTo>
                  <a:pt x="1398" y="254"/>
                  <a:pt x="1397" y="254"/>
                  <a:pt x="1397" y="253"/>
                </a:cubicBezTo>
                <a:cubicBezTo>
                  <a:pt x="1397" y="253"/>
                  <a:pt x="1398" y="253"/>
                  <a:pt x="1398" y="252"/>
                </a:cubicBezTo>
                <a:cubicBezTo>
                  <a:pt x="1398" y="252"/>
                  <a:pt x="1398" y="252"/>
                  <a:pt x="1398" y="251"/>
                </a:cubicBezTo>
                <a:cubicBezTo>
                  <a:pt x="1398" y="251"/>
                  <a:pt x="1398" y="250"/>
                  <a:pt x="1398" y="249"/>
                </a:cubicBezTo>
                <a:cubicBezTo>
                  <a:pt x="1398" y="248"/>
                  <a:pt x="1398" y="248"/>
                  <a:pt x="1398" y="248"/>
                </a:cubicBezTo>
                <a:cubicBezTo>
                  <a:pt x="1398" y="248"/>
                  <a:pt x="1398" y="248"/>
                  <a:pt x="1397" y="247"/>
                </a:cubicBezTo>
                <a:cubicBezTo>
                  <a:pt x="1397" y="247"/>
                  <a:pt x="1397" y="247"/>
                  <a:pt x="1396" y="247"/>
                </a:cubicBezTo>
                <a:cubicBezTo>
                  <a:pt x="1396" y="246"/>
                  <a:pt x="1396" y="246"/>
                  <a:pt x="1395" y="246"/>
                </a:cubicBezTo>
                <a:cubicBezTo>
                  <a:pt x="1395" y="246"/>
                  <a:pt x="1395" y="246"/>
                  <a:pt x="1395" y="246"/>
                </a:cubicBezTo>
                <a:cubicBezTo>
                  <a:pt x="1394" y="246"/>
                  <a:pt x="1394" y="245"/>
                  <a:pt x="1393" y="245"/>
                </a:cubicBezTo>
                <a:cubicBezTo>
                  <a:pt x="1393" y="245"/>
                  <a:pt x="1393" y="244"/>
                  <a:pt x="1393" y="244"/>
                </a:cubicBezTo>
                <a:cubicBezTo>
                  <a:pt x="1393" y="244"/>
                  <a:pt x="1392" y="244"/>
                  <a:pt x="1392" y="244"/>
                </a:cubicBezTo>
                <a:cubicBezTo>
                  <a:pt x="1391" y="243"/>
                  <a:pt x="1390" y="242"/>
                  <a:pt x="1389" y="241"/>
                </a:cubicBezTo>
                <a:cubicBezTo>
                  <a:pt x="1386" y="241"/>
                  <a:pt x="1386" y="241"/>
                  <a:pt x="1386" y="241"/>
                </a:cubicBezTo>
                <a:cubicBezTo>
                  <a:pt x="1386" y="246"/>
                  <a:pt x="1386" y="246"/>
                  <a:pt x="1386" y="246"/>
                </a:cubicBezTo>
                <a:cubicBezTo>
                  <a:pt x="1382" y="246"/>
                  <a:pt x="1382" y="246"/>
                  <a:pt x="1382" y="246"/>
                </a:cubicBezTo>
                <a:cubicBezTo>
                  <a:pt x="1382" y="246"/>
                  <a:pt x="1382" y="245"/>
                  <a:pt x="1382" y="245"/>
                </a:cubicBezTo>
                <a:cubicBezTo>
                  <a:pt x="1382" y="245"/>
                  <a:pt x="1382" y="245"/>
                  <a:pt x="1382" y="244"/>
                </a:cubicBezTo>
                <a:cubicBezTo>
                  <a:pt x="1381" y="243"/>
                  <a:pt x="1381" y="242"/>
                  <a:pt x="1380" y="241"/>
                </a:cubicBezTo>
                <a:cubicBezTo>
                  <a:pt x="1379" y="241"/>
                  <a:pt x="1379" y="241"/>
                  <a:pt x="1379" y="241"/>
                </a:cubicBezTo>
                <a:cubicBezTo>
                  <a:pt x="1379" y="242"/>
                  <a:pt x="1379" y="242"/>
                  <a:pt x="1379" y="242"/>
                </a:cubicBezTo>
                <a:cubicBezTo>
                  <a:pt x="1379" y="244"/>
                  <a:pt x="1379" y="244"/>
                  <a:pt x="1379" y="244"/>
                </a:cubicBezTo>
                <a:cubicBezTo>
                  <a:pt x="1379" y="245"/>
                  <a:pt x="1379" y="245"/>
                  <a:pt x="1379" y="245"/>
                </a:cubicBezTo>
                <a:cubicBezTo>
                  <a:pt x="1378" y="245"/>
                  <a:pt x="1378" y="245"/>
                  <a:pt x="1377" y="245"/>
                </a:cubicBezTo>
                <a:cubicBezTo>
                  <a:pt x="1377" y="245"/>
                  <a:pt x="1377" y="245"/>
                  <a:pt x="1377" y="245"/>
                </a:cubicBezTo>
                <a:cubicBezTo>
                  <a:pt x="1377" y="244"/>
                  <a:pt x="1377" y="244"/>
                  <a:pt x="1377" y="244"/>
                </a:cubicBezTo>
                <a:cubicBezTo>
                  <a:pt x="1377" y="243"/>
                  <a:pt x="1377" y="243"/>
                  <a:pt x="1377" y="243"/>
                </a:cubicBezTo>
                <a:cubicBezTo>
                  <a:pt x="1377" y="242"/>
                  <a:pt x="1377" y="242"/>
                  <a:pt x="1377" y="241"/>
                </a:cubicBezTo>
                <a:cubicBezTo>
                  <a:pt x="1377" y="240"/>
                  <a:pt x="1376" y="240"/>
                  <a:pt x="1376" y="239"/>
                </a:cubicBezTo>
                <a:cubicBezTo>
                  <a:pt x="1375" y="240"/>
                  <a:pt x="1375" y="240"/>
                  <a:pt x="1375" y="240"/>
                </a:cubicBezTo>
                <a:cubicBezTo>
                  <a:pt x="1374" y="240"/>
                  <a:pt x="1374" y="241"/>
                  <a:pt x="1374" y="241"/>
                </a:cubicBezTo>
                <a:cubicBezTo>
                  <a:pt x="1373" y="241"/>
                  <a:pt x="1373" y="241"/>
                  <a:pt x="1373" y="241"/>
                </a:cubicBezTo>
                <a:cubicBezTo>
                  <a:pt x="1372" y="241"/>
                  <a:pt x="1372" y="241"/>
                  <a:pt x="1372" y="241"/>
                </a:cubicBezTo>
                <a:cubicBezTo>
                  <a:pt x="1371" y="241"/>
                  <a:pt x="1371" y="240"/>
                  <a:pt x="1371" y="240"/>
                </a:cubicBezTo>
                <a:cubicBezTo>
                  <a:pt x="1371" y="239"/>
                  <a:pt x="1371" y="239"/>
                  <a:pt x="1371" y="238"/>
                </a:cubicBezTo>
                <a:cubicBezTo>
                  <a:pt x="1371" y="238"/>
                  <a:pt x="1371" y="238"/>
                  <a:pt x="1372" y="237"/>
                </a:cubicBezTo>
                <a:cubicBezTo>
                  <a:pt x="1372" y="237"/>
                  <a:pt x="1372" y="236"/>
                  <a:pt x="1372" y="236"/>
                </a:cubicBezTo>
                <a:cubicBezTo>
                  <a:pt x="1373" y="236"/>
                  <a:pt x="1373" y="236"/>
                  <a:pt x="1373" y="236"/>
                </a:cubicBezTo>
                <a:cubicBezTo>
                  <a:pt x="1374" y="236"/>
                  <a:pt x="1374" y="236"/>
                  <a:pt x="1375" y="236"/>
                </a:cubicBezTo>
                <a:cubicBezTo>
                  <a:pt x="1376" y="236"/>
                  <a:pt x="1376" y="235"/>
                  <a:pt x="1376" y="235"/>
                </a:cubicBezTo>
                <a:cubicBezTo>
                  <a:pt x="1377" y="235"/>
                  <a:pt x="1377" y="235"/>
                  <a:pt x="1377" y="234"/>
                </a:cubicBezTo>
                <a:cubicBezTo>
                  <a:pt x="1377" y="234"/>
                  <a:pt x="1378" y="233"/>
                  <a:pt x="1378" y="233"/>
                </a:cubicBezTo>
                <a:cubicBezTo>
                  <a:pt x="1378" y="233"/>
                  <a:pt x="1379" y="232"/>
                  <a:pt x="1379" y="232"/>
                </a:cubicBezTo>
                <a:cubicBezTo>
                  <a:pt x="1379" y="232"/>
                  <a:pt x="1380" y="232"/>
                  <a:pt x="1380" y="232"/>
                </a:cubicBezTo>
                <a:cubicBezTo>
                  <a:pt x="1380" y="232"/>
                  <a:pt x="1381" y="231"/>
                  <a:pt x="1381" y="231"/>
                </a:cubicBezTo>
                <a:cubicBezTo>
                  <a:pt x="1382" y="231"/>
                  <a:pt x="1382" y="231"/>
                  <a:pt x="1383" y="231"/>
                </a:cubicBezTo>
                <a:cubicBezTo>
                  <a:pt x="1383" y="230"/>
                  <a:pt x="1383" y="229"/>
                  <a:pt x="1383" y="228"/>
                </a:cubicBezTo>
                <a:cubicBezTo>
                  <a:pt x="1383" y="227"/>
                  <a:pt x="1383" y="227"/>
                  <a:pt x="1384" y="227"/>
                </a:cubicBezTo>
                <a:cubicBezTo>
                  <a:pt x="1384" y="226"/>
                  <a:pt x="1384" y="226"/>
                  <a:pt x="1385" y="226"/>
                </a:cubicBezTo>
                <a:cubicBezTo>
                  <a:pt x="1385" y="226"/>
                  <a:pt x="1385" y="226"/>
                  <a:pt x="1386" y="225"/>
                </a:cubicBezTo>
                <a:cubicBezTo>
                  <a:pt x="1386" y="225"/>
                  <a:pt x="1386" y="225"/>
                  <a:pt x="1386" y="225"/>
                </a:cubicBezTo>
                <a:cubicBezTo>
                  <a:pt x="1386" y="224"/>
                  <a:pt x="1386" y="224"/>
                  <a:pt x="1386" y="223"/>
                </a:cubicBezTo>
                <a:cubicBezTo>
                  <a:pt x="1387" y="223"/>
                  <a:pt x="1387" y="223"/>
                  <a:pt x="1387" y="223"/>
                </a:cubicBezTo>
                <a:cubicBezTo>
                  <a:pt x="1388" y="223"/>
                  <a:pt x="1388" y="223"/>
                  <a:pt x="1388" y="222"/>
                </a:cubicBezTo>
                <a:cubicBezTo>
                  <a:pt x="1389" y="222"/>
                  <a:pt x="1389" y="222"/>
                  <a:pt x="1389" y="221"/>
                </a:cubicBezTo>
                <a:cubicBezTo>
                  <a:pt x="1389" y="221"/>
                  <a:pt x="1390" y="221"/>
                  <a:pt x="1390" y="221"/>
                </a:cubicBezTo>
                <a:cubicBezTo>
                  <a:pt x="1391" y="221"/>
                  <a:pt x="1390" y="220"/>
                  <a:pt x="1391" y="220"/>
                </a:cubicBezTo>
                <a:cubicBezTo>
                  <a:pt x="1391" y="220"/>
                  <a:pt x="1391" y="220"/>
                  <a:pt x="1392" y="220"/>
                </a:cubicBezTo>
                <a:cubicBezTo>
                  <a:pt x="1392" y="219"/>
                  <a:pt x="1392" y="220"/>
                  <a:pt x="1393" y="220"/>
                </a:cubicBezTo>
                <a:cubicBezTo>
                  <a:pt x="1393" y="219"/>
                  <a:pt x="1393" y="219"/>
                  <a:pt x="1393" y="219"/>
                </a:cubicBezTo>
                <a:cubicBezTo>
                  <a:pt x="1393" y="218"/>
                  <a:pt x="1393" y="218"/>
                  <a:pt x="1394" y="218"/>
                </a:cubicBezTo>
                <a:cubicBezTo>
                  <a:pt x="1394" y="217"/>
                  <a:pt x="1394" y="217"/>
                  <a:pt x="1394" y="217"/>
                </a:cubicBezTo>
                <a:cubicBezTo>
                  <a:pt x="1394" y="216"/>
                  <a:pt x="1394" y="216"/>
                  <a:pt x="1394" y="216"/>
                </a:cubicBezTo>
                <a:cubicBezTo>
                  <a:pt x="1394" y="215"/>
                  <a:pt x="1395" y="215"/>
                  <a:pt x="1395" y="215"/>
                </a:cubicBezTo>
                <a:cubicBezTo>
                  <a:pt x="1395" y="215"/>
                  <a:pt x="1395" y="214"/>
                  <a:pt x="1395" y="214"/>
                </a:cubicBezTo>
                <a:cubicBezTo>
                  <a:pt x="1396" y="213"/>
                  <a:pt x="1397" y="213"/>
                  <a:pt x="1397" y="213"/>
                </a:cubicBezTo>
                <a:cubicBezTo>
                  <a:pt x="1398" y="213"/>
                  <a:pt x="1399" y="213"/>
                  <a:pt x="1399" y="213"/>
                </a:cubicBezTo>
                <a:cubicBezTo>
                  <a:pt x="1400" y="213"/>
                  <a:pt x="1401" y="212"/>
                  <a:pt x="1401" y="212"/>
                </a:cubicBezTo>
                <a:cubicBezTo>
                  <a:pt x="1402" y="212"/>
                  <a:pt x="1402" y="211"/>
                  <a:pt x="1402" y="211"/>
                </a:cubicBezTo>
                <a:cubicBezTo>
                  <a:pt x="1402" y="210"/>
                  <a:pt x="1403" y="210"/>
                  <a:pt x="1403" y="210"/>
                </a:cubicBezTo>
                <a:cubicBezTo>
                  <a:pt x="1403" y="209"/>
                  <a:pt x="1404" y="208"/>
                  <a:pt x="1405" y="208"/>
                </a:cubicBezTo>
                <a:cubicBezTo>
                  <a:pt x="1406" y="208"/>
                  <a:pt x="1406" y="209"/>
                  <a:pt x="1407" y="209"/>
                </a:cubicBezTo>
                <a:cubicBezTo>
                  <a:pt x="1408" y="209"/>
                  <a:pt x="1408" y="209"/>
                  <a:pt x="1408" y="209"/>
                </a:cubicBezTo>
                <a:cubicBezTo>
                  <a:pt x="1409" y="209"/>
                  <a:pt x="1409" y="209"/>
                  <a:pt x="1410" y="209"/>
                </a:cubicBezTo>
                <a:cubicBezTo>
                  <a:pt x="1411" y="209"/>
                  <a:pt x="1411" y="209"/>
                  <a:pt x="1411" y="209"/>
                </a:cubicBezTo>
                <a:cubicBezTo>
                  <a:pt x="1411" y="209"/>
                  <a:pt x="1411" y="209"/>
                  <a:pt x="1412" y="209"/>
                </a:cubicBezTo>
                <a:cubicBezTo>
                  <a:pt x="1412" y="209"/>
                  <a:pt x="1412" y="209"/>
                  <a:pt x="1412" y="209"/>
                </a:cubicBezTo>
                <a:cubicBezTo>
                  <a:pt x="1413" y="209"/>
                  <a:pt x="1413" y="209"/>
                  <a:pt x="1413" y="209"/>
                </a:cubicBezTo>
                <a:cubicBezTo>
                  <a:pt x="1414" y="209"/>
                  <a:pt x="1414" y="208"/>
                  <a:pt x="1415" y="208"/>
                </a:cubicBezTo>
                <a:cubicBezTo>
                  <a:pt x="1415" y="208"/>
                  <a:pt x="1415" y="208"/>
                  <a:pt x="1415" y="208"/>
                </a:cubicBezTo>
                <a:cubicBezTo>
                  <a:pt x="1416" y="208"/>
                  <a:pt x="1416" y="209"/>
                  <a:pt x="1416" y="209"/>
                </a:cubicBezTo>
                <a:cubicBezTo>
                  <a:pt x="1417" y="209"/>
                  <a:pt x="1418" y="210"/>
                  <a:pt x="1419" y="210"/>
                </a:cubicBezTo>
                <a:moveTo>
                  <a:pt x="730" y="214"/>
                </a:moveTo>
                <a:cubicBezTo>
                  <a:pt x="729" y="215"/>
                  <a:pt x="728" y="215"/>
                  <a:pt x="728" y="216"/>
                </a:cubicBezTo>
                <a:cubicBezTo>
                  <a:pt x="727" y="216"/>
                  <a:pt x="727" y="216"/>
                  <a:pt x="727" y="216"/>
                </a:cubicBezTo>
                <a:cubicBezTo>
                  <a:pt x="726" y="216"/>
                  <a:pt x="727" y="217"/>
                  <a:pt x="726" y="217"/>
                </a:cubicBezTo>
                <a:cubicBezTo>
                  <a:pt x="726" y="218"/>
                  <a:pt x="725" y="218"/>
                  <a:pt x="725" y="219"/>
                </a:cubicBezTo>
                <a:cubicBezTo>
                  <a:pt x="725" y="219"/>
                  <a:pt x="725" y="220"/>
                  <a:pt x="725" y="220"/>
                </a:cubicBezTo>
                <a:cubicBezTo>
                  <a:pt x="726" y="220"/>
                  <a:pt x="726" y="220"/>
                  <a:pt x="726" y="220"/>
                </a:cubicBezTo>
                <a:cubicBezTo>
                  <a:pt x="726" y="220"/>
                  <a:pt x="726" y="220"/>
                  <a:pt x="727" y="220"/>
                </a:cubicBezTo>
                <a:cubicBezTo>
                  <a:pt x="727" y="220"/>
                  <a:pt x="727" y="219"/>
                  <a:pt x="727" y="219"/>
                </a:cubicBezTo>
                <a:cubicBezTo>
                  <a:pt x="728" y="219"/>
                  <a:pt x="728" y="218"/>
                  <a:pt x="728" y="218"/>
                </a:cubicBezTo>
                <a:cubicBezTo>
                  <a:pt x="728" y="218"/>
                  <a:pt x="729" y="218"/>
                  <a:pt x="729" y="218"/>
                </a:cubicBezTo>
                <a:cubicBezTo>
                  <a:pt x="729" y="218"/>
                  <a:pt x="730" y="218"/>
                  <a:pt x="730" y="218"/>
                </a:cubicBezTo>
                <a:cubicBezTo>
                  <a:pt x="730" y="218"/>
                  <a:pt x="730" y="217"/>
                  <a:pt x="730" y="217"/>
                </a:cubicBezTo>
                <a:cubicBezTo>
                  <a:pt x="730" y="216"/>
                  <a:pt x="730" y="216"/>
                  <a:pt x="731" y="216"/>
                </a:cubicBezTo>
                <a:cubicBezTo>
                  <a:pt x="731" y="215"/>
                  <a:pt x="731" y="215"/>
                  <a:pt x="731" y="214"/>
                </a:cubicBezTo>
                <a:cubicBezTo>
                  <a:pt x="731" y="214"/>
                  <a:pt x="730" y="214"/>
                  <a:pt x="730" y="214"/>
                </a:cubicBezTo>
                <a:moveTo>
                  <a:pt x="735" y="267"/>
                </a:moveTo>
                <a:cubicBezTo>
                  <a:pt x="735" y="267"/>
                  <a:pt x="735" y="267"/>
                  <a:pt x="736" y="267"/>
                </a:cubicBezTo>
                <a:cubicBezTo>
                  <a:pt x="736" y="267"/>
                  <a:pt x="736" y="267"/>
                  <a:pt x="736" y="267"/>
                </a:cubicBezTo>
                <a:cubicBezTo>
                  <a:pt x="737" y="267"/>
                  <a:pt x="737" y="267"/>
                  <a:pt x="737" y="267"/>
                </a:cubicBezTo>
                <a:cubicBezTo>
                  <a:pt x="738" y="266"/>
                  <a:pt x="738" y="266"/>
                  <a:pt x="738" y="266"/>
                </a:cubicBezTo>
                <a:cubicBezTo>
                  <a:pt x="739" y="266"/>
                  <a:pt x="738" y="265"/>
                  <a:pt x="739" y="265"/>
                </a:cubicBezTo>
                <a:cubicBezTo>
                  <a:pt x="739" y="265"/>
                  <a:pt x="739" y="265"/>
                  <a:pt x="740" y="265"/>
                </a:cubicBezTo>
                <a:cubicBezTo>
                  <a:pt x="740" y="265"/>
                  <a:pt x="740" y="266"/>
                  <a:pt x="741" y="266"/>
                </a:cubicBezTo>
                <a:cubicBezTo>
                  <a:pt x="744" y="266"/>
                  <a:pt x="744" y="266"/>
                  <a:pt x="744" y="266"/>
                </a:cubicBezTo>
                <a:cubicBezTo>
                  <a:pt x="744" y="265"/>
                  <a:pt x="744" y="264"/>
                  <a:pt x="744" y="263"/>
                </a:cubicBezTo>
                <a:cubicBezTo>
                  <a:pt x="744" y="263"/>
                  <a:pt x="745" y="264"/>
                  <a:pt x="746" y="264"/>
                </a:cubicBezTo>
                <a:cubicBezTo>
                  <a:pt x="746" y="264"/>
                  <a:pt x="746" y="263"/>
                  <a:pt x="747" y="263"/>
                </a:cubicBezTo>
                <a:cubicBezTo>
                  <a:pt x="747" y="263"/>
                  <a:pt x="747" y="264"/>
                  <a:pt x="748" y="264"/>
                </a:cubicBezTo>
                <a:cubicBezTo>
                  <a:pt x="748" y="264"/>
                  <a:pt x="749" y="264"/>
                  <a:pt x="749" y="264"/>
                </a:cubicBezTo>
                <a:cubicBezTo>
                  <a:pt x="750" y="264"/>
                  <a:pt x="750" y="264"/>
                  <a:pt x="750" y="264"/>
                </a:cubicBezTo>
                <a:cubicBezTo>
                  <a:pt x="751" y="263"/>
                  <a:pt x="751" y="263"/>
                  <a:pt x="751" y="263"/>
                </a:cubicBezTo>
                <a:cubicBezTo>
                  <a:pt x="752" y="263"/>
                  <a:pt x="752" y="262"/>
                  <a:pt x="752" y="262"/>
                </a:cubicBezTo>
                <a:cubicBezTo>
                  <a:pt x="753" y="262"/>
                  <a:pt x="753" y="262"/>
                  <a:pt x="753" y="262"/>
                </a:cubicBezTo>
                <a:cubicBezTo>
                  <a:pt x="754" y="262"/>
                  <a:pt x="755" y="264"/>
                  <a:pt x="756" y="264"/>
                </a:cubicBezTo>
                <a:cubicBezTo>
                  <a:pt x="756" y="264"/>
                  <a:pt x="756" y="264"/>
                  <a:pt x="756" y="264"/>
                </a:cubicBezTo>
                <a:cubicBezTo>
                  <a:pt x="757" y="264"/>
                  <a:pt x="757" y="263"/>
                  <a:pt x="757" y="263"/>
                </a:cubicBezTo>
                <a:cubicBezTo>
                  <a:pt x="758" y="263"/>
                  <a:pt x="758" y="263"/>
                  <a:pt x="759" y="263"/>
                </a:cubicBezTo>
                <a:cubicBezTo>
                  <a:pt x="759" y="263"/>
                  <a:pt x="760" y="263"/>
                  <a:pt x="760" y="263"/>
                </a:cubicBezTo>
                <a:cubicBezTo>
                  <a:pt x="760" y="263"/>
                  <a:pt x="761" y="263"/>
                  <a:pt x="761" y="263"/>
                </a:cubicBezTo>
                <a:cubicBezTo>
                  <a:pt x="761" y="262"/>
                  <a:pt x="761" y="262"/>
                  <a:pt x="762" y="262"/>
                </a:cubicBezTo>
                <a:cubicBezTo>
                  <a:pt x="762" y="262"/>
                  <a:pt x="762" y="262"/>
                  <a:pt x="762" y="262"/>
                </a:cubicBezTo>
                <a:cubicBezTo>
                  <a:pt x="763" y="262"/>
                  <a:pt x="763" y="262"/>
                  <a:pt x="763" y="262"/>
                </a:cubicBezTo>
                <a:cubicBezTo>
                  <a:pt x="764" y="262"/>
                  <a:pt x="764" y="261"/>
                  <a:pt x="764" y="261"/>
                </a:cubicBezTo>
                <a:cubicBezTo>
                  <a:pt x="765" y="260"/>
                  <a:pt x="765" y="260"/>
                  <a:pt x="765" y="260"/>
                </a:cubicBezTo>
                <a:cubicBezTo>
                  <a:pt x="764" y="260"/>
                  <a:pt x="764" y="260"/>
                  <a:pt x="764" y="259"/>
                </a:cubicBezTo>
                <a:cubicBezTo>
                  <a:pt x="764" y="259"/>
                  <a:pt x="763" y="258"/>
                  <a:pt x="763" y="258"/>
                </a:cubicBezTo>
                <a:cubicBezTo>
                  <a:pt x="763" y="257"/>
                  <a:pt x="763" y="257"/>
                  <a:pt x="763" y="257"/>
                </a:cubicBezTo>
                <a:cubicBezTo>
                  <a:pt x="763" y="257"/>
                  <a:pt x="763" y="257"/>
                  <a:pt x="763" y="256"/>
                </a:cubicBezTo>
                <a:cubicBezTo>
                  <a:pt x="764" y="256"/>
                  <a:pt x="764" y="256"/>
                  <a:pt x="764" y="256"/>
                </a:cubicBezTo>
                <a:cubicBezTo>
                  <a:pt x="765" y="256"/>
                  <a:pt x="765" y="256"/>
                  <a:pt x="765" y="256"/>
                </a:cubicBezTo>
                <a:cubicBezTo>
                  <a:pt x="766" y="256"/>
                  <a:pt x="765" y="256"/>
                  <a:pt x="766" y="255"/>
                </a:cubicBezTo>
                <a:cubicBezTo>
                  <a:pt x="766" y="255"/>
                  <a:pt x="766" y="255"/>
                  <a:pt x="766" y="254"/>
                </a:cubicBezTo>
                <a:cubicBezTo>
                  <a:pt x="768" y="254"/>
                  <a:pt x="768" y="254"/>
                  <a:pt x="768" y="254"/>
                </a:cubicBezTo>
                <a:cubicBezTo>
                  <a:pt x="768" y="252"/>
                  <a:pt x="768" y="252"/>
                  <a:pt x="768" y="252"/>
                </a:cubicBezTo>
                <a:cubicBezTo>
                  <a:pt x="767" y="252"/>
                  <a:pt x="767" y="252"/>
                  <a:pt x="767" y="252"/>
                </a:cubicBezTo>
                <a:cubicBezTo>
                  <a:pt x="766" y="251"/>
                  <a:pt x="766" y="251"/>
                  <a:pt x="766" y="251"/>
                </a:cubicBezTo>
                <a:cubicBezTo>
                  <a:pt x="766" y="250"/>
                  <a:pt x="766" y="250"/>
                  <a:pt x="766" y="250"/>
                </a:cubicBezTo>
                <a:cubicBezTo>
                  <a:pt x="766" y="249"/>
                  <a:pt x="765" y="249"/>
                  <a:pt x="765" y="249"/>
                </a:cubicBezTo>
                <a:cubicBezTo>
                  <a:pt x="765" y="249"/>
                  <a:pt x="764" y="249"/>
                  <a:pt x="764" y="248"/>
                </a:cubicBezTo>
                <a:cubicBezTo>
                  <a:pt x="763" y="249"/>
                  <a:pt x="763" y="249"/>
                  <a:pt x="763" y="249"/>
                </a:cubicBezTo>
                <a:cubicBezTo>
                  <a:pt x="763" y="249"/>
                  <a:pt x="764" y="249"/>
                  <a:pt x="763" y="250"/>
                </a:cubicBezTo>
                <a:cubicBezTo>
                  <a:pt x="763" y="250"/>
                  <a:pt x="763" y="250"/>
                  <a:pt x="762" y="250"/>
                </a:cubicBezTo>
                <a:cubicBezTo>
                  <a:pt x="762" y="251"/>
                  <a:pt x="762" y="251"/>
                  <a:pt x="762" y="251"/>
                </a:cubicBezTo>
                <a:cubicBezTo>
                  <a:pt x="761" y="251"/>
                  <a:pt x="761" y="251"/>
                  <a:pt x="761" y="251"/>
                </a:cubicBezTo>
                <a:cubicBezTo>
                  <a:pt x="761" y="251"/>
                  <a:pt x="760" y="250"/>
                  <a:pt x="760" y="250"/>
                </a:cubicBezTo>
                <a:cubicBezTo>
                  <a:pt x="760" y="250"/>
                  <a:pt x="760" y="249"/>
                  <a:pt x="760" y="249"/>
                </a:cubicBezTo>
                <a:cubicBezTo>
                  <a:pt x="760" y="248"/>
                  <a:pt x="760" y="248"/>
                  <a:pt x="760" y="247"/>
                </a:cubicBezTo>
                <a:cubicBezTo>
                  <a:pt x="760" y="247"/>
                  <a:pt x="760" y="246"/>
                  <a:pt x="760" y="246"/>
                </a:cubicBezTo>
                <a:cubicBezTo>
                  <a:pt x="757" y="246"/>
                  <a:pt x="757" y="246"/>
                  <a:pt x="757" y="246"/>
                </a:cubicBezTo>
                <a:cubicBezTo>
                  <a:pt x="757" y="245"/>
                  <a:pt x="757" y="244"/>
                  <a:pt x="757" y="243"/>
                </a:cubicBezTo>
                <a:cubicBezTo>
                  <a:pt x="757" y="243"/>
                  <a:pt x="757" y="243"/>
                  <a:pt x="757" y="242"/>
                </a:cubicBezTo>
                <a:cubicBezTo>
                  <a:pt x="757" y="242"/>
                  <a:pt x="756" y="241"/>
                  <a:pt x="756" y="241"/>
                </a:cubicBezTo>
                <a:cubicBezTo>
                  <a:pt x="755" y="240"/>
                  <a:pt x="755" y="241"/>
                  <a:pt x="755" y="241"/>
                </a:cubicBezTo>
                <a:cubicBezTo>
                  <a:pt x="754" y="240"/>
                  <a:pt x="754" y="240"/>
                  <a:pt x="754" y="240"/>
                </a:cubicBezTo>
                <a:cubicBezTo>
                  <a:pt x="754" y="240"/>
                  <a:pt x="753" y="240"/>
                  <a:pt x="753" y="239"/>
                </a:cubicBezTo>
                <a:cubicBezTo>
                  <a:pt x="753" y="239"/>
                  <a:pt x="753" y="239"/>
                  <a:pt x="753" y="238"/>
                </a:cubicBezTo>
                <a:cubicBezTo>
                  <a:pt x="753" y="238"/>
                  <a:pt x="753" y="238"/>
                  <a:pt x="753" y="238"/>
                </a:cubicBezTo>
                <a:cubicBezTo>
                  <a:pt x="752" y="237"/>
                  <a:pt x="752" y="237"/>
                  <a:pt x="751" y="237"/>
                </a:cubicBezTo>
                <a:cubicBezTo>
                  <a:pt x="751" y="237"/>
                  <a:pt x="751" y="236"/>
                  <a:pt x="751" y="236"/>
                </a:cubicBezTo>
                <a:cubicBezTo>
                  <a:pt x="751" y="235"/>
                  <a:pt x="751" y="235"/>
                  <a:pt x="751" y="235"/>
                </a:cubicBezTo>
                <a:cubicBezTo>
                  <a:pt x="750" y="235"/>
                  <a:pt x="750" y="234"/>
                  <a:pt x="750" y="234"/>
                </a:cubicBezTo>
                <a:cubicBezTo>
                  <a:pt x="750" y="234"/>
                  <a:pt x="750" y="233"/>
                  <a:pt x="749" y="233"/>
                </a:cubicBezTo>
                <a:cubicBezTo>
                  <a:pt x="749" y="233"/>
                  <a:pt x="749" y="233"/>
                  <a:pt x="748" y="233"/>
                </a:cubicBezTo>
                <a:cubicBezTo>
                  <a:pt x="748" y="233"/>
                  <a:pt x="747" y="233"/>
                  <a:pt x="746" y="233"/>
                </a:cubicBezTo>
                <a:cubicBezTo>
                  <a:pt x="746" y="233"/>
                  <a:pt x="745" y="232"/>
                  <a:pt x="744" y="232"/>
                </a:cubicBezTo>
                <a:cubicBezTo>
                  <a:pt x="744" y="232"/>
                  <a:pt x="744" y="231"/>
                  <a:pt x="744" y="231"/>
                </a:cubicBezTo>
                <a:cubicBezTo>
                  <a:pt x="744" y="231"/>
                  <a:pt x="744" y="231"/>
                  <a:pt x="744" y="230"/>
                </a:cubicBezTo>
                <a:cubicBezTo>
                  <a:pt x="744" y="230"/>
                  <a:pt x="745" y="230"/>
                  <a:pt x="745" y="230"/>
                </a:cubicBezTo>
                <a:cubicBezTo>
                  <a:pt x="745" y="229"/>
                  <a:pt x="745" y="229"/>
                  <a:pt x="745" y="229"/>
                </a:cubicBezTo>
                <a:cubicBezTo>
                  <a:pt x="746" y="228"/>
                  <a:pt x="746" y="229"/>
                  <a:pt x="746" y="229"/>
                </a:cubicBezTo>
                <a:cubicBezTo>
                  <a:pt x="747" y="229"/>
                  <a:pt x="747" y="228"/>
                  <a:pt x="747" y="228"/>
                </a:cubicBezTo>
                <a:cubicBezTo>
                  <a:pt x="747" y="227"/>
                  <a:pt x="747" y="227"/>
                  <a:pt x="747" y="227"/>
                </a:cubicBezTo>
                <a:cubicBezTo>
                  <a:pt x="747" y="227"/>
                  <a:pt x="747" y="227"/>
                  <a:pt x="747" y="226"/>
                </a:cubicBezTo>
                <a:cubicBezTo>
                  <a:pt x="747" y="226"/>
                  <a:pt x="748" y="226"/>
                  <a:pt x="748" y="225"/>
                </a:cubicBezTo>
                <a:cubicBezTo>
                  <a:pt x="748" y="225"/>
                  <a:pt x="749" y="225"/>
                  <a:pt x="749" y="225"/>
                </a:cubicBezTo>
                <a:cubicBezTo>
                  <a:pt x="749" y="225"/>
                  <a:pt x="749" y="225"/>
                  <a:pt x="749" y="224"/>
                </a:cubicBezTo>
                <a:cubicBezTo>
                  <a:pt x="749" y="220"/>
                  <a:pt x="749" y="220"/>
                  <a:pt x="749" y="220"/>
                </a:cubicBezTo>
                <a:cubicBezTo>
                  <a:pt x="740" y="220"/>
                  <a:pt x="740" y="220"/>
                  <a:pt x="740" y="220"/>
                </a:cubicBezTo>
                <a:cubicBezTo>
                  <a:pt x="740" y="220"/>
                  <a:pt x="741" y="220"/>
                  <a:pt x="741" y="219"/>
                </a:cubicBezTo>
                <a:cubicBezTo>
                  <a:pt x="741" y="219"/>
                  <a:pt x="741" y="219"/>
                  <a:pt x="742" y="219"/>
                </a:cubicBezTo>
                <a:cubicBezTo>
                  <a:pt x="742" y="218"/>
                  <a:pt x="742" y="218"/>
                  <a:pt x="742" y="218"/>
                </a:cubicBezTo>
                <a:cubicBezTo>
                  <a:pt x="742" y="217"/>
                  <a:pt x="742" y="217"/>
                  <a:pt x="742" y="217"/>
                </a:cubicBezTo>
                <a:cubicBezTo>
                  <a:pt x="742" y="216"/>
                  <a:pt x="742" y="216"/>
                  <a:pt x="743" y="216"/>
                </a:cubicBezTo>
                <a:cubicBezTo>
                  <a:pt x="743" y="216"/>
                  <a:pt x="743" y="215"/>
                  <a:pt x="743" y="215"/>
                </a:cubicBezTo>
                <a:cubicBezTo>
                  <a:pt x="744" y="215"/>
                  <a:pt x="744" y="215"/>
                  <a:pt x="744" y="215"/>
                </a:cubicBezTo>
                <a:cubicBezTo>
                  <a:pt x="744" y="214"/>
                  <a:pt x="744" y="214"/>
                  <a:pt x="743" y="214"/>
                </a:cubicBezTo>
                <a:cubicBezTo>
                  <a:pt x="743" y="213"/>
                  <a:pt x="742" y="214"/>
                  <a:pt x="742" y="214"/>
                </a:cubicBezTo>
                <a:cubicBezTo>
                  <a:pt x="740" y="214"/>
                  <a:pt x="740" y="214"/>
                  <a:pt x="740" y="214"/>
                </a:cubicBezTo>
                <a:cubicBezTo>
                  <a:pt x="740" y="214"/>
                  <a:pt x="740" y="214"/>
                  <a:pt x="740" y="214"/>
                </a:cubicBezTo>
                <a:cubicBezTo>
                  <a:pt x="738" y="214"/>
                  <a:pt x="737" y="214"/>
                  <a:pt x="736" y="214"/>
                </a:cubicBezTo>
                <a:cubicBezTo>
                  <a:pt x="736" y="214"/>
                  <a:pt x="736" y="215"/>
                  <a:pt x="736" y="216"/>
                </a:cubicBezTo>
                <a:cubicBezTo>
                  <a:pt x="736" y="216"/>
                  <a:pt x="736" y="216"/>
                  <a:pt x="736" y="217"/>
                </a:cubicBezTo>
                <a:cubicBezTo>
                  <a:pt x="735" y="217"/>
                  <a:pt x="735" y="217"/>
                  <a:pt x="735" y="218"/>
                </a:cubicBezTo>
                <a:cubicBezTo>
                  <a:pt x="735" y="218"/>
                  <a:pt x="735" y="218"/>
                  <a:pt x="735" y="218"/>
                </a:cubicBezTo>
                <a:cubicBezTo>
                  <a:pt x="734" y="219"/>
                  <a:pt x="735" y="219"/>
                  <a:pt x="735" y="220"/>
                </a:cubicBezTo>
                <a:cubicBezTo>
                  <a:pt x="735" y="220"/>
                  <a:pt x="735" y="221"/>
                  <a:pt x="735" y="221"/>
                </a:cubicBezTo>
                <a:cubicBezTo>
                  <a:pt x="734" y="221"/>
                  <a:pt x="733" y="221"/>
                  <a:pt x="732" y="221"/>
                </a:cubicBezTo>
                <a:cubicBezTo>
                  <a:pt x="732" y="221"/>
                  <a:pt x="732" y="221"/>
                  <a:pt x="731" y="221"/>
                </a:cubicBezTo>
                <a:cubicBezTo>
                  <a:pt x="731" y="221"/>
                  <a:pt x="731" y="220"/>
                  <a:pt x="730" y="220"/>
                </a:cubicBezTo>
                <a:cubicBezTo>
                  <a:pt x="730" y="220"/>
                  <a:pt x="729" y="220"/>
                  <a:pt x="729" y="221"/>
                </a:cubicBezTo>
                <a:cubicBezTo>
                  <a:pt x="729" y="221"/>
                  <a:pt x="729" y="221"/>
                  <a:pt x="729" y="222"/>
                </a:cubicBezTo>
                <a:cubicBezTo>
                  <a:pt x="729" y="222"/>
                  <a:pt x="729" y="223"/>
                  <a:pt x="729" y="224"/>
                </a:cubicBezTo>
                <a:cubicBezTo>
                  <a:pt x="729" y="224"/>
                  <a:pt x="730" y="224"/>
                  <a:pt x="730" y="224"/>
                </a:cubicBezTo>
                <a:cubicBezTo>
                  <a:pt x="731" y="224"/>
                  <a:pt x="731" y="224"/>
                  <a:pt x="732" y="225"/>
                </a:cubicBezTo>
                <a:cubicBezTo>
                  <a:pt x="732" y="225"/>
                  <a:pt x="732" y="225"/>
                  <a:pt x="731" y="225"/>
                </a:cubicBezTo>
                <a:cubicBezTo>
                  <a:pt x="731" y="226"/>
                  <a:pt x="731" y="226"/>
                  <a:pt x="731" y="226"/>
                </a:cubicBezTo>
                <a:cubicBezTo>
                  <a:pt x="731" y="227"/>
                  <a:pt x="731" y="227"/>
                  <a:pt x="731" y="227"/>
                </a:cubicBezTo>
                <a:cubicBezTo>
                  <a:pt x="731" y="228"/>
                  <a:pt x="732" y="228"/>
                  <a:pt x="732" y="228"/>
                </a:cubicBezTo>
                <a:cubicBezTo>
                  <a:pt x="732" y="229"/>
                  <a:pt x="731" y="229"/>
                  <a:pt x="731" y="229"/>
                </a:cubicBezTo>
                <a:cubicBezTo>
                  <a:pt x="731" y="230"/>
                  <a:pt x="731" y="229"/>
                  <a:pt x="730" y="230"/>
                </a:cubicBezTo>
                <a:cubicBezTo>
                  <a:pt x="730" y="230"/>
                  <a:pt x="730" y="230"/>
                  <a:pt x="729" y="230"/>
                </a:cubicBezTo>
                <a:cubicBezTo>
                  <a:pt x="729" y="230"/>
                  <a:pt x="728" y="230"/>
                  <a:pt x="728" y="231"/>
                </a:cubicBezTo>
                <a:cubicBezTo>
                  <a:pt x="728" y="231"/>
                  <a:pt x="729" y="232"/>
                  <a:pt x="729" y="232"/>
                </a:cubicBezTo>
                <a:cubicBezTo>
                  <a:pt x="731" y="232"/>
                  <a:pt x="731" y="232"/>
                  <a:pt x="731" y="232"/>
                </a:cubicBezTo>
                <a:cubicBezTo>
                  <a:pt x="731" y="232"/>
                  <a:pt x="731" y="232"/>
                  <a:pt x="731" y="232"/>
                </a:cubicBezTo>
                <a:cubicBezTo>
                  <a:pt x="732" y="232"/>
                  <a:pt x="732" y="232"/>
                  <a:pt x="732" y="232"/>
                </a:cubicBezTo>
                <a:cubicBezTo>
                  <a:pt x="733" y="232"/>
                  <a:pt x="732" y="233"/>
                  <a:pt x="732" y="233"/>
                </a:cubicBezTo>
                <a:cubicBezTo>
                  <a:pt x="733" y="233"/>
                  <a:pt x="733" y="233"/>
                  <a:pt x="733" y="234"/>
                </a:cubicBezTo>
                <a:cubicBezTo>
                  <a:pt x="735" y="234"/>
                  <a:pt x="735" y="234"/>
                  <a:pt x="735" y="234"/>
                </a:cubicBezTo>
                <a:cubicBezTo>
                  <a:pt x="735" y="233"/>
                  <a:pt x="735" y="233"/>
                  <a:pt x="735" y="233"/>
                </a:cubicBezTo>
                <a:cubicBezTo>
                  <a:pt x="735" y="232"/>
                  <a:pt x="736" y="232"/>
                  <a:pt x="736" y="232"/>
                </a:cubicBezTo>
                <a:cubicBezTo>
                  <a:pt x="737" y="232"/>
                  <a:pt x="737" y="232"/>
                  <a:pt x="737" y="232"/>
                </a:cubicBezTo>
                <a:cubicBezTo>
                  <a:pt x="737" y="233"/>
                  <a:pt x="736" y="233"/>
                  <a:pt x="736" y="233"/>
                </a:cubicBezTo>
                <a:cubicBezTo>
                  <a:pt x="737" y="234"/>
                  <a:pt x="737" y="235"/>
                  <a:pt x="737" y="235"/>
                </a:cubicBezTo>
                <a:cubicBezTo>
                  <a:pt x="737" y="236"/>
                  <a:pt x="737" y="236"/>
                  <a:pt x="737" y="236"/>
                </a:cubicBezTo>
                <a:cubicBezTo>
                  <a:pt x="737" y="237"/>
                  <a:pt x="737" y="236"/>
                  <a:pt x="736" y="237"/>
                </a:cubicBezTo>
                <a:cubicBezTo>
                  <a:pt x="736" y="237"/>
                  <a:pt x="736" y="237"/>
                  <a:pt x="735" y="237"/>
                </a:cubicBezTo>
                <a:cubicBezTo>
                  <a:pt x="735" y="237"/>
                  <a:pt x="735" y="238"/>
                  <a:pt x="735" y="238"/>
                </a:cubicBezTo>
                <a:cubicBezTo>
                  <a:pt x="735" y="238"/>
                  <a:pt x="736" y="239"/>
                  <a:pt x="736" y="239"/>
                </a:cubicBezTo>
                <a:cubicBezTo>
                  <a:pt x="741" y="239"/>
                  <a:pt x="741" y="239"/>
                  <a:pt x="741" y="239"/>
                </a:cubicBezTo>
                <a:cubicBezTo>
                  <a:pt x="741" y="238"/>
                  <a:pt x="741" y="238"/>
                  <a:pt x="741" y="238"/>
                </a:cubicBezTo>
                <a:cubicBezTo>
                  <a:pt x="741" y="238"/>
                  <a:pt x="742" y="238"/>
                  <a:pt x="742" y="238"/>
                </a:cubicBezTo>
                <a:cubicBezTo>
                  <a:pt x="742" y="239"/>
                  <a:pt x="742" y="239"/>
                  <a:pt x="743" y="239"/>
                </a:cubicBezTo>
                <a:cubicBezTo>
                  <a:pt x="743" y="240"/>
                  <a:pt x="743" y="240"/>
                  <a:pt x="743" y="240"/>
                </a:cubicBezTo>
                <a:cubicBezTo>
                  <a:pt x="743" y="241"/>
                  <a:pt x="743" y="241"/>
                  <a:pt x="743" y="242"/>
                </a:cubicBezTo>
                <a:cubicBezTo>
                  <a:pt x="743" y="242"/>
                  <a:pt x="743" y="243"/>
                  <a:pt x="743" y="243"/>
                </a:cubicBezTo>
                <a:cubicBezTo>
                  <a:pt x="744" y="244"/>
                  <a:pt x="744" y="244"/>
                  <a:pt x="745" y="244"/>
                </a:cubicBezTo>
                <a:cubicBezTo>
                  <a:pt x="745" y="246"/>
                  <a:pt x="745" y="246"/>
                  <a:pt x="745" y="246"/>
                </a:cubicBezTo>
                <a:cubicBezTo>
                  <a:pt x="745" y="247"/>
                  <a:pt x="745" y="247"/>
                  <a:pt x="745" y="248"/>
                </a:cubicBezTo>
                <a:cubicBezTo>
                  <a:pt x="745" y="248"/>
                  <a:pt x="745" y="249"/>
                  <a:pt x="745" y="249"/>
                </a:cubicBezTo>
                <a:cubicBezTo>
                  <a:pt x="744" y="249"/>
                  <a:pt x="744" y="249"/>
                  <a:pt x="743" y="249"/>
                </a:cubicBezTo>
                <a:cubicBezTo>
                  <a:pt x="743" y="249"/>
                  <a:pt x="742" y="249"/>
                  <a:pt x="742" y="249"/>
                </a:cubicBezTo>
                <a:cubicBezTo>
                  <a:pt x="741" y="249"/>
                  <a:pt x="741" y="248"/>
                  <a:pt x="741" y="248"/>
                </a:cubicBezTo>
                <a:cubicBezTo>
                  <a:pt x="740" y="248"/>
                  <a:pt x="740" y="248"/>
                  <a:pt x="740" y="248"/>
                </a:cubicBezTo>
                <a:cubicBezTo>
                  <a:pt x="739" y="248"/>
                  <a:pt x="739" y="248"/>
                  <a:pt x="739" y="248"/>
                </a:cubicBezTo>
                <a:cubicBezTo>
                  <a:pt x="739" y="248"/>
                  <a:pt x="738" y="248"/>
                  <a:pt x="738" y="248"/>
                </a:cubicBezTo>
                <a:cubicBezTo>
                  <a:pt x="738" y="248"/>
                  <a:pt x="738" y="249"/>
                  <a:pt x="737" y="249"/>
                </a:cubicBezTo>
                <a:cubicBezTo>
                  <a:pt x="737" y="249"/>
                  <a:pt x="737" y="250"/>
                  <a:pt x="737" y="250"/>
                </a:cubicBezTo>
                <a:cubicBezTo>
                  <a:pt x="737" y="250"/>
                  <a:pt x="737" y="250"/>
                  <a:pt x="736" y="250"/>
                </a:cubicBezTo>
                <a:cubicBezTo>
                  <a:pt x="736" y="250"/>
                  <a:pt x="736" y="250"/>
                  <a:pt x="735" y="250"/>
                </a:cubicBezTo>
                <a:cubicBezTo>
                  <a:pt x="735" y="251"/>
                  <a:pt x="735" y="251"/>
                  <a:pt x="735" y="251"/>
                </a:cubicBezTo>
                <a:cubicBezTo>
                  <a:pt x="735" y="251"/>
                  <a:pt x="736" y="252"/>
                  <a:pt x="736" y="252"/>
                </a:cubicBezTo>
                <a:cubicBezTo>
                  <a:pt x="737" y="252"/>
                  <a:pt x="737" y="251"/>
                  <a:pt x="738" y="251"/>
                </a:cubicBezTo>
                <a:cubicBezTo>
                  <a:pt x="739" y="251"/>
                  <a:pt x="739" y="251"/>
                  <a:pt x="740" y="252"/>
                </a:cubicBezTo>
                <a:cubicBezTo>
                  <a:pt x="740" y="252"/>
                  <a:pt x="740" y="252"/>
                  <a:pt x="740" y="252"/>
                </a:cubicBezTo>
                <a:cubicBezTo>
                  <a:pt x="740" y="253"/>
                  <a:pt x="740" y="253"/>
                  <a:pt x="740" y="253"/>
                </a:cubicBezTo>
                <a:cubicBezTo>
                  <a:pt x="739" y="254"/>
                  <a:pt x="739" y="253"/>
                  <a:pt x="739" y="253"/>
                </a:cubicBezTo>
                <a:cubicBezTo>
                  <a:pt x="738" y="254"/>
                  <a:pt x="738" y="254"/>
                  <a:pt x="738" y="254"/>
                </a:cubicBezTo>
                <a:cubicBezTo>
                  <a:pt x="737" y="254"/>
                  <a:pt x="737" y="255"/>
                  <a:pt x="737" y="255"/>
                </a:cubicBezTo>
                <a:cubicBezTo>
                  <a:pt x="737" y="255"/>
                  <a:pt x="736" y="255"/>
                  <a:pt x="735" y="255"/>
                </a:cubicBezTo>
                <a:cubicBezTo>
                  <a:pt x="735" y="256"/>
                  <a:pt x="735" y="256"/>
                  <a:pt x="735" y="256"/>
                </a:cubicBezTo>
                <a:cubicBezTo>
                  <a:pt x="735" y="257"/>
                  <a:pt x="735" y="257"/>
                  <a:pt x="735" y="257"/>
                </a:cubicBezTo>
                <a:cubicBezTo>
                  <a:pt x="735" y="258"/>
                  <a:pt x="736" y="258"/>
                  <a:pt x="736" y="258"/>
                </a:cubicBezTo>
                <a:cubicBezTo>
                  <a:pt x="736" y="258"/>
                  <a:pt x="736" y="258"/>
                  <a:pt x="737" y="258"/>
                </a:cubicBezTo>
                <a:cubicBezTo>
                  <a:pt x="737" y="258"/>
                  <a:pt x="737" y="258"/>
                  <a:pt x="738" y="258"/>
                </a:cubicBezTo>
                <a:cubicBezTo>
                  <a:pt x="738" y="257"/>
                  <a:pt x="738" y="257"/>
                  <a:pt x="739" y="257"/>
                </a:cubicBezTo>
                <a:cubicBezTo>
                  <a:pt x="740" y="257"/>
                  <a:pt x="740" y="258"/>
                  <a:pt x="741" y="258"/>
                </a:cubicBezTo>
                <a:cubicBezTo>
                  <a:pt x="742" y="258"/>
                  <a:pt x="742" y="258"/>
                  <a:pt x="742" y="258"/>
                </a:cubicBezTo>
                <a:cubicBezTo>
                  <a:pt x="743" y="258"/>
                  <a:pt x="744" y="258"/>
                  <a:pt x="744" y="258"/>
                </a:cubicBezTo>
                <a:cubicBezTo>
                  <a:pt x="745" y="258"/>
                  <a:pt x="745" y="258"/>
                  <a:pt x="745" y="258"/>
                </a:cubicBezTo>
                <a:cubicBezTo>
                  <a:pt x="746" y="258"/>
                  <a:pt x="745" y="259"/>
                  <a:pt x="746" y="259"/>
                </a:cubicBezTo>
                <a:cubicBezTo>
                  <a:pt x="745" y="259"/>
                  <a:pt x="745" y="260"/>
                  <a:pt x="745" y="260"/>
                </a:cubicBezTo>
                <a:cubicBezTo>
                  <a:pt x="745" y="260"/>
                  <a:pt x="744" y="260"/>
                  <a:pt x="744" y="260"/>
                </a:cubicBezTo>
                <a:cubicBezTo>
                  <a:pt x="743" y="260"/>
                  <a:pt x="743" y="260"/>
                  <a:pt x="742" y="260"/>
                </a:cubicBezTo>
                <a:cubicBezTo>
                  <a:pt x="742" y="260"/>
                  <a:pt x="741" y="260"/>
                  <a:pt x="741" y="260"/>
                </a:cubicBezTo>
                <a:cubicBezTo>
                  <a:pt x="741" y="261"/>
                  <a:pt x="740" y="261"/>
                  <a:pt x="740" y="261"/>
                </a:cubicBezTo>
                <a:cubicBezTo>
                  <a:pt x="740" y="261"/>
                  <a:pt x="740" y="262"/>
                  <a:pt x="740" y="262"/>
                </a:cubicBezTo>
                <a:cubicBezTo>
                  <a:pt x="739" y="262"/>
                  <a:pt x="739" y="262"/>
                  <a:pt x="739" y="262"/>
                </a:cubicBezTo>
                <a:cubicBezTo>
                  <a:pt x="738" y="262"/>
                  <a:pt x="737" y="262"/>
                  <a:pt x="737" y="262"/>
                </a:cubicBezTo>
                <a:cubicBezTo>
                  <a:pt x="737" y="263"/>
                  <a:pt x="737" y="264"/>
                  <a:pt x="737" y="264"/>
                </a:cubicBezTo>
                <a:cubicBezTo>
                  <a:pt x="737" y="265"/>
                  <a:pt x="737" y="265"/>
                  <a:pt x="736" y="265"/>
                </a:cubicBezTo>
                <a:cubicBezTo>
                  <a:pt x="736" y="266"/>
                  <a:pt x="736" y="266"/>
                  <a:pt x="736" y="266"/>
                </a:cubicBezTo>
                <a:cubicBezTo>
                  <a:pt x="735" y="266"/>
                  <a:pt x="735" y="266"/>
                  <a:pt x="735" y="266"/>
                </a:cubicBezTo>
                <a:cubicBezTo>
                  <a:pt x="734" y="267"/>
                  <a:pt x="734" y="267"/>
                  <a:pt x="734" y="267"/>
                </a:cubicBezTo>
                <a:cubicBezTo>
                  <a:pt x="734" y="267"/>
                  <a:pt x="734" y="267"/>
                  <a:pt x="735" y="267"/>
                </a:cubicBezTo>
                <a:moveTo>
                  <a:pt x="731" y="243"/>
                </a:moveTo>
                <a:cubicBezTo>
                  <a:pt x="731" y="243"/>
                  <a:pt x="731" y="243"/>
                  <a:pt x="731" y="243"/>
                </a:cubicBezTo>
                <a:cubicBezTo>
                  <a:pt x="732" y="243"/>
                  <a:pt x="733" y="242"/>
                  <a:pt x="733" y="241"/>
                </a:cubicBezTo>
                <a:cubicBezTo>
                  <a:pt x="733" y="240"/>
                  <a:pt x="733" y="240"/>
                  <a:pt x="733" y="240"/>
                </a:cubicBezTo>
                <a:cubicBezTo>
                  <a:pt x="732" y="239"/>
                  <a:pt x="732" y="239"/>
                  <a:pt x="732" y="239"/>
                </a:cubicBezTo>
                <a:cubicBezTo>
                  <a:pt x="732" y="238"/>
                  <a:pt x="732" y="238"/>
                  <a:pt x="731" y="238"/>
                </a:cubicBezTo>
                <a:cubicBezTo>
                  <a:pt x="731" y="237"/>
                  <a:pt x="732" y="237"/>
                  <a:pt x="731" y="237"/>
                </a:cubicBezTo>
                <a:cubicBezTo>
                  <a:pt x="731" y="236"/>
                  <a:pt x="731" y="236"/>
                  <a:pt x="731" y="236"/>
                </a:cubicBezTo>
                <a:cubicBezTo>
                  <a:pt x="730" y="236"/>
                  <a:pt x="730" y="236"/>
                  <a:pt x="730" y="236"/>
                </a:cubicBezTo>
                <a:cubicBezTo>
                  <a:pt x="729" y="236"/>
                  <a:pt x="729" y="235"/>
                  <a:pt x="729" y="235"/>
                </a:cubicBezTo>
                <a:cubicBezTo>
                  <a:pt x="728" y="235"/>
                  <a:pt x="728" y="235"/>
                  <a:pt x="728" y="235"/>
                </a:cubicBezTo>
                <a:cubicBezTo>
                  <a:pt x="728" y="235"/>
                  <a:pt x="727" y="236"/>
                  <a:pt x="727" y="236"/>
                </a:cubicBezTo>
                <a:cubicBezTo>
                  <a:pt x="726" y="236"/>
                  <a:pt x="726" y="236"/>
                  <a:pt x="726" y="236"/>
                </a:cubicBezTo>
                <a:cubicBezTo>
                  <a:pt x="726" y="236"/>
                  <a:pt x="726" y="237"/>
                  <a:pt x="725" y="237"/>
                </a:cubicBezTo>
                <a:cubicBezTo>
                  <a:pt x="725" y="237"/>
                  <a:pt x="725" y="237"/>
                  <a:pt x="724" y="238"/>
                </a:cubicBezTo>
                <a:cubicBezTo>
                  <a:pt x="724" y="237"/>
                  <a:pt x="724" y="237"/>
                  <a:pt x="723" y="237"/>
                </a:cubicBezTo>
                <a:cubicBezTo>
                  <a:pt x="723" y="237"/>
                  <a:pt x="723" y="236"/>
                  <a:pt x="723" y="236"/>
                </a:cubicBezTo>
                <a:cubicBezTo>
                  <a:pt x="723" y="236"/>
                  <a:pt x="722" y="236"/>
                  <a:pt x="722" y="236"/>
                </a:cubicBezTo>
                <a:cubicBezTo>
                  <a:pt x="720" y="236"/>
                  <a:pt x="720" y="236"/>
                  <a:pt x="720" y="236"/>
                </a:cubicBezTo>
                <a:cubicBezTo>
                  <a:pt x="720" y="236"/>
                  <a:pt x="720" y="236"/>
                  <a:pt x="720" y="237"/>
                </a:cubicBezTo>
                <a:cubicBezTo>
                  <a:pt x="720" y="237"/>
                  <a:pt x="720" y="237"/>
                  <a:pt x="720" y="238"/>
                </a:cubicBezTo>
                <a:cubicBezTo>
                  <a:pt x="720" y="238"/>
                  <a:pt x="720" y="239"/>
                  <a:pt x="720" y="239"/>
                </a:cubicBezTo>
                <a:cubicBezTo>
                  <a:pt x="720" y="240"/>
                  <a:pt x="720" y="240"/>
                  <a:pt x="720" y="241"/>
                </a:cubicBezTo>
                <a:cubicBezTo>
                  <a:pt x="720" y="241"/>
                  <a:pt x="720" y="240"/>
                  <a:pt x="720" y="241"/>
                </a:cubicBezTo>
                <a:cubicBezTo>
                  <a:pt x="720" y="241"/>
                  <a:pt x="719" y="241"/>
                  <a:pt x="719" y="241"/>
                </a:cubicBezTo>
                <a:cubicBezTo>
                  <a:pt x="719" y="241"/>
                  <a:pt x="719" y="241"/>
                  <a:pt x="718" y="241"/>
                </a:cubicBezTo>
                <a:cubicBezTo>
                  <a:pt x="718" y="241"/>
                  <a:pt x="718" y="241"/>
                  <a:pt x="717" y="241"/>
                </a:cubicBezTo>
                <a:cubicBezTo>
                  <a:pt x="717" y="241"/>
                  <a:pt x="716" y="242"/>
                  <a:pt x="715" y="242"/>
                </a:cubicBezTo>
                <a:cubicBezTo>
                  <a:pt x="715" y="242"/>
                  <a:pt x="715" y="241"/>
                  <a:pt x="714" y="241"/>
                </a:cubicBezTo>
                <a:cubicBezTo>
                  <a:pt x="713" y="241"/>
                  <a:pt x="713" y="241"/>
                  <a:pt x="713" y="241"/>
                </a:cubicBezTo>
                <a:cubicBezTo>
                  <a:pt x="713" y="248"/>
                  <a:pt x="713" y="248"/>
                  <a:pt x="713" y="248"/>
                </a:cubicBezTo>
                <a:cubicBezTo>
                  <a:pt x="714" y="248"/>
                  <a:pt x="714" y="248"/>
                  <a:pt x="714" y="248"/>
                </a:cubicBezTo>
                <a:cubicBezTo>
                  <a:pt x="715" y="248"/>
                  <a:pt x="716" y="248"/>
                  <a:pt x="717" y="248"/>
                </a:cubicBezTo>
                <a:cubicBezTo>
                  <a:pt x="717" y="251"/>
                  <a:pt x="717" y="251"/>
                  <a:pt x="717" y="251"/>
                </a:cubicBezTo>
                <a:cubicBezTo>
                  <a:pt x="716" y="251"/>
                  <a:pt x="716" y="251"/>
                  <a:pt x="715" y="251"/>
                </a:cubicBezTo>
                <a:cubicBezTo>
                  <a:pt x="715" y="251"/>
                  <a:pt x="714" y="251"/>
                  <a:pt x="714" y="251"/>
                </a:cubicBezTo>
                <a:cubicBezTo>
                  <a:pt x="714" y="251"/>
                  <a:pt x="714" y="252"/>
                  <a:pt x="714" y="252"/>
                </a:cubicBezTo>
                <a:cubicBezTo>
                  <a:pt x="714" y="253"/>
                  <a:pt x="713" y="253"/>
                  <a:pt x="713" y="253"/>
                </a:cubicBezTo>
                <a:cubicBezTo>
                  <a:pt x="713" y="254"/>
                  <a:pt x="714" y="254"/>
                  <a:pt x="713" y="255"/>
                </a:cubicBezTo>
                <a:cubicBezTo>
                  <a:pt x="713" y="255"/>
                  <a:pt x="712" y="255"/>
                  <a:pt x="712" y="256"/>
                </a:cubicBezTo>
                <a:cubicBezTo>
                  <a:pt x="712" y="256"/>
                  <a:pt x="712" y="256"/>
                  <a:pt x="712" y="256"/>
                </a:cubicBezTo>
                <a:cubicBezTo>
                  <a:pt x="712" y="257"/>
                  <a:pt x="712" y="257"/>
                  <a:pt x="712" y="257"/>
                </a:cubicBezTo>
                <a:cubicBezTo>
                  <a:pt x="713" y="258"/>
                  <a:pt x="713" y="258"/>
                  <a:pt x="713" y="258"/>
                </a:cubicBezTo>
                <a:cubicBezTo>
                  <a:pt x="714" y="258"/>
                  <a:pt x="714" y="259"/>
                  <a:pt x="715" y="259"/>
                </a:cubicBezTo>
                <a:cubicBezTo>
                  <a:pt x="715" y="259"/>
                  <a:pt x="716" y="258"/>
                  <a:pt x="716" y="258"/>
                </a:cubicBezTo>
                <a:cubicBezTo>
                  <a:pt x="716" y="258"/>
                  <a:pt x="717" y="258"/>
                  <a:pt x="717" y="258"/>
                </a:cubicBezTo>
                <a:cubicBezTo>
                  <a:pt x="717" y="258"/>
                  <a:pt x="718" y="258"/>
                  <a:pt x="718" y="258"/>
                </a:cubicBezTo>
                <a:cubicBezTo>
                  <a:pt x="718" y="258"/>
                  <a:pt x="718" y="258"/>
                  <a:pt x="718" y="258"/>
                </a:cubicBezTo>
                <a:cubicBezTo>
                  <a:pt x="719" y="258"/>
                  <a:pt x="719" y="258"/>
                  <a:pt x="720" y="258"/>
                </a:cubicBezTo>
                <a:cubicBezTo>
                  <a:pt x="720" y="257"/>
                  <a:pt x="721" y="257"/>
                  <a:pt x="721" y="257"/>
                </a:cubicBezTo>
                <a:cubicBezTo>
                  <a:pt x="721" y="257"/>
                  <a:pt x="721" y="256"/>
                  <a:pt x="721" y="256"/>
                </a:cubicBezTo>
                <a:cubicBezTo>
                  <a:pt x="721" y="256"/>
                  <a:pt x="722" y="256"/>
                  <a:pt x="722" y="255"/>
                </a:cubicBezTo>
                <a:cubicBezTo>
                  <a:pt x="730" y="255"/>
                  <a:pt x="730" y="255"/>
                  <a:pt x="730" y="255"/>
                </a:cubicBezTo>
                <a:cubicBezTo>
                  <a:pt x="730" y="254"/>
                  <a:pt x="730" y="254"/>
                  <a:pt x="730" y="254"/>
                </a:cubicBezTo>
                <a:cubicBezTo>
                  <a:pt x="730" y="253"/>
                  <a:pt x="729" y="253"/>
                  <a:pt x="729" y="252"/>
                </a:cubicBezTo>
                <a:cubicBezTo>
                  <a:pt x="729" y="252"/>
                  <a:pt x="730" y="252"/>
                  <a:pt x="730" y="252"/>
                </a:cubicBezTo>
                <a:cubicBezTo>
                  <a:pt x="730" y="251"/>
                  <a:pt x="730" y="251"/>
                  <a:pt x="731" y="251"/>
                </a:cubicBezTo>
                <a:cubicBezTo>
                  <a:pt x="731" y="250"/>
                  <a:pt x="731" y="250"/>
                  <a:pt x="731" y="250"/>
                </a:cubicBezTo>
                <a:cubicBezTo>
                  <a:pt x="731" y="249"/>
                  <a:pt x="730" y="248"/>
                  <a:pt x="731" y="248"/>
                </a:cubicBezTo>
                <a:cubicBezTo>
                  <a:pt x="731" y="247"/>
                  <a:pt x="731" y="247"/>
                  <a:pt x="731" y="247"/>
                </a:cubicBezTo>
                <a:cubicBezTo>
                  <a:pt x="731" y="246"/>
                  <a:pt x="731" y="246"/>
                  <a:pt x="731" y="245"/>
                </a:cubicBezTo>
                <a:lnTo>
                  <a:pt x="731" y="243"/>
                </a:lnTo>
                <a:close/>
                <a:moveTo>
                  <a:pt x="983" y="603"/>
                </a:moveTo>
                <a:cubicBezTo>
                  <a:pt x="983" y="601"/>
                  <a:pt x="982" y="600"/>
                  <a:pt x="982" y="598"/>
                </a:cubicBezTo>
                <a:cubicBezTo>
                  <a:pt x="982" y="597"/>
                  <a:pt x="983" y="596"/>
                  <a:pt x="983" y="595"/>
                </a:cubicBezTo>
                <a:cubicBezTo>
                  <a:pt x="983" y="595"/>
                  <a:pt x="984" y="594"/>
                  <a:pt x="984" y="594"/>
                </a:cubicBezTo>
                <a:cubicBezTo>
                  <a:pt x="984" y="592"/>
                  <a:pt x="984" y="592"/>
                  <a:pt x="984" y="592"/>
                </a:cubicBezTo>
                <a:cubicBezTo>
                  <a:pt x="984" y="591"/>
                  <a:pt x="983" y="590"/>
                  <a:pt x="983" y="590"/>
                </a:cubicBezTo>
                <a:cubicBezTo>
                  <a:pt x="983" y="589"/>
                  <a:pt x="983" y="589"/>
                  <a:pt x="983" y="589"/>
                </a:cubicBezTo>
                <a:cubicBezTo>
                  <a:pt x="983" y="588"/>
                  <a:pt x="985" y="588"/>
                  <a:pt x="985" y="587"/>
                </a:cubicBezTo>
                <a:cubicBezTo>
                  <a:pt x="986" y="587"/>
                  <a:pt x="986" y="586"/>
                  <a:pt x="986" y="585"/>
                </a:cubicBezTo>
                <a:cubicBezTo>
                  <a:pt x="986" y="585"/>
                  <a:pt x="986" y="585"/>
                  <a:pt x="986" y="585"/>
                </a:cubicBezTo>
                <a:cubicBezTo>
                  <a:pt x="986" y="583"/>
                  <a:pt x="985" y="582"/>
                  <a:pt x="985" y="580"/>
                </a:cubicBezTo>
                <a:cubicBezTo>
                  <a:pt x="985" y="578"/>
                  <a:pt x="985" y="577"/>
                  <a:pt x="985" y="576"/>
                </a:cubicBezTo>
                <a:cubicBezTo>
                  <a:pt x="985" y="575"/>
                  <a:pt x="985" y="575"/>
                  <a:pt x="985" y="574"/>
                </a:cubicBezTo>
                <a:cubicBezTo>
                  <a:pt x="985" y="573"/>
                  <a:pt x="984" y="573"/>
                  <a:pt x="983" y="573"/>
                </a:cubicBezTo>
                <a:cubicBezTo>
                  <a:pt x="982" y="572"/>
                  <a:pt x="982" y="572"/>
                  <a:pt x="981" y="571"/>
                </a:cubicBezTo>
                <a:cubicBezTo>
                  <a:pt x="981" y="571"/>
                  <a:pt x="980" y="571"/>
                  <a:pt x="979" y="571"/>
                </a:cubicBezTo>
                <a:cubicBezTo>
                  <a:pt x="979" y="572"/>
                  <a:pt x="979" y="572"/>
                  <a:pt x="979" y="573"/>
                </a:cubicBezTo>
                <a:cubicBezTo>
                  <a:pt x="979" y="573"/>
                  <a:pt x="979" y="574"/>
                  <a:pt x="979" y="575"/>
                </a:cubicBezTo>
                <a:cubicBezTo>
                  <a:pt x="979" y="575"/>
                  <a:pt x="978" y="575"/>
                  <a:pt x="977" y="576"/>
                </a:cubicBezTo>
                <a:cubicBezTo>
                  <a:pt x="977" y="577"/>
                  <a:pt x="976" y="577"/>
                  <a:pt x="976" y="578"/>
                </a:cubicBezTo>
                <a:cubicBezTo>
                  <a:pt x="975" y="579"/>
                  <a:pt x="974" y="579"/>
                  <a:pt x="974" y="579"/>
                </a:cubicBezTo>
                <a:cubicBezTo>
                  <a:pt x="974" y="580"/>
                  <a:pt x="974" y="581"/>
                  <a:pt x="974" y="581"/>
                </a:cubicBezTo>
                <a:cubicBezTo>
                  <a:pt x="973" y="582"/>
                  <a:pt x="974" y="583"/>
                  <a:pt x="974" y="583"/>
                </a:cubicBezTo>
                <a:cubicBezTo>
                  <a:pt x="973" y="584"/>
                  <a:pt x="972" y="583"/>
                  <a:pt x="972" y="584"/>
                </a:cubicBezTo>
                <a:cubicBezTo>
                  <a:pt x="971" y="585"/>
                  <a:pt x="971" y="587"/>
                  <a:pt x="970" y="587"/>
                </a:cubicBezTo>
                <a:cubicBezTo>
                  <a:pt x="970" y="588"/>
                  <a:pt x="969" y="587"/>
                  <a:pt x="968" y="587"/>
                </a:cubicBezTo>
                <a:cubicBezTo>
                  <a:pt x="967" y="588"/>
                  <a:pt x="966" y="587"/>
                  <a:pt x="965" y="587"/>
                </a:cubicBezTo>
                <a:cubicBezTo>
                  <a:pt x="963" y="588"/>
                  <a:pt x="962" y="588"/>
                  <a:pt x="961" y="588"/>
                </a:cubicBezTo>
                <a:cubicBezTo>
                  <a:pt x="960" y="589"/>
                  <a:pt x="959" y="589"/>
                  <a:pt x="959" y="589"/>
                </a:cubicBezTo>
                <a:cubicBezTo>
                  <a:pt x="959" y="590"/>
                  <a:pt x="959" y="591"/>
                  <a:pt x="959" y="591"/>
                </a:cubicBezTo>
                <a:cubicBezTo>
                  <a:pt x="959" y="592"/>
                  <a:pt x="959" y="592"/>
                  <a:pt x="959" y="593"/>
                </a:cubicBezTo>
                <a:cubicBezTo>
                  <a:pt x="959" y="595"/>
                  <a:pt x="957" y="595"/>
                  <a:pt x="957" y="597"/>
                </a:cubicBezTo>
                <a:cubicBezTo>
                  <a:pt x="957" y="598"/>
                  <a:pt x="957" y="598"/>
                  <a:pt x="957" y="599"/>
                </a:cubicBezTo>
                <a:cubicBezTo>
                  <a:pt x="957" y="600"/>
                  <a:pt x="957" y="601"/>
                  <a:pt x="957" y="603"/>
                </a:cubicBezTo>
                <a:cubicBezTo>
                  <a:pt x="958" y="603"/>
                  <a:pt x="959" y="604"/>
                  <a:pt x="959" y="604"/>
                </a:cubicBezTo>
                <a:cubicBezTo>
                  <a:pt x="959" y="605"/>
                  <a:pt x="959" y="606"/>
                  <a:pt x="959" y="606"/>
                </a:cubicBezTo>
                <a:cubicBezTo>
                  <a:pt x="959" y="607"/>
                  <a:pt x="959" y="608"/>
                  <a:pt x="959" y="608"/>
                </a:cubicBezTo>
                <a:cubicBezTo>
                  <a:pt x="959" y="609"/>
                  <a:pt x="957" y="608"/>
                  <a:pt x="957" y="608"/>
                </a:cubicBezTo>
                <a:cubicBezTo>
                  <a:pt x="957" y="609"/>
                  <a:pt x="956" y="609"/>
                  <a:pt x="956" y="610"/>
                </a:cubicBezTo>
                <a:cubicBezTo>
                  <a:pt x="956" y="611"/>
                  <a:pt x="955" y="611"/>
                  <a:pt x="955" y="612"/>
                </a:cubicBezTo>
                <a:cubicBezTo>
                  <a:pt x="955" y="613"/>
                  <a:pt x="955" y="614"/>
                  <a:pt x="955" y="616"/>
                </a:cubicBezTo>
                <a:cubicBezTo>
                  <a:pt x="955" y="617"/>
                  <a:pt x="954" y="617"/>
                  <a:pt x="954" y="618"/>
                </a:cubicBezTo>
                <a:cubicBezTo>
                  <a:pt x="954" y="619"/>
                  <a:pt x="954" y="619"/>
                  <a:pt x="954" y="619"/>
                </a:cubicBezTo>
                <a:cubicBezTo>
                  <a:pt x="954" y="620"/>
                  <a:pt x="954" y="620"/>
                  <a:pt x="955" y="621"/>
                </a:cubicBezTo>
                <a:cubicBezTo>
                  <a:pt x="955" y="622"/>
                  <a:pt x="955" y="623"/>
                  <a:pt x="955" y="623"/>
                </a:cubicBezTo>
                <a:cubicBezTo>
                  <a:pt x="955" y="625"/>
                  <a:pt x="955" y="625"/>
                  <a:pt x="955" y="625"/>
                </a:cubicBezTo>
                <a:cubicBezTo>
                  <a:pt x="955" y="626"/>
                  <a:pt x="956" y="626"/>
                  <a:pt x="956" y="627"/>
                </a:cubicBezTo>
                <a:cubicBezTo>
                  <a:pt x="956" y="629"/>
                  <a:pt x="956" y="629"/>
                  <a:pt x="956" y="631"/>
                </a:cubicBezTo>
                <a:cubicBezTo>
                  <a:pt x="956" y="631"/>
                  <a:pt x="957" y="631"/>
                  <a:pt x="957" y="631"/>
                </a:cubicBezTo>
                <a:cubicBezTo>
                  <a:pt x="959" y="631"/>
                  <a:pt x="960" y="631"/>
                  <a:pt x="961" y="631"/>
                </a:cubicBezTo>
                <a:cubicBezTo>
                  <a:pt x="962" y="631"/>
                  <a:pt x="962" y="632"/>
                  <a:pt x="962" y="632"/>
                </a:cubicBezTo>
                <a:cubicBezTo>
                  <a:pt x="963" y="632"/>
                  <a:pt x="963" y="632"/>
                  <a:pt x="964" y="632"/>
                </a:cubicBezTo>
                <a:cubicBezTo>
                  <a:pt x="965" y="632"/>
                  <a:pt x="965" y="633"/>
                  <a:pt x="966" y="633"/>
                </a:cubicBezTo>
                <a:cubicBezTo>
                  <a:pt x="967" y="633"/>
                  <a:pt x="967" y="632"/>
                  <a:pt x="968" y="632"/>
                </a:cubicBezTo>
                <a:cubicBezTo>
                  <a:pt x="969" y="632"/>
                  <a:pt x="971" y="633"/>
                  <a:pt x="972" y="632"/>
                </a:cubicBezTo>
                <a:cubicBezTo>
                  <a:pt x="972" y="631"/>
                  <a:pt x="973" y="631"/>
                  <a:pt x="973" y="630"/>
                </a:cubicBezTo>
                <a:cubicBezTo>
                  <a:pt x="973" y="629"/>
                  <a:pt x="974" y="629"/>
                  <a:pt x="974" y="628"/>
                </a:cubicBezTo>
                <a:cubicBezTo>
                  <a:pt x="974" y="627"/>
                  <a:pt x="974" y="627"/>
                  <a:pt x="974" y="626"/>
                </a:cubicBezTo>
                <a:cubicBezTo>
                  <a:pt x="974" y="624"/>
                  <a:pt x="974" y="623"/>
                  <a:pt x="974" y="620"/>
                </a:cubicBezTo>
                <a:cubicBezTo>
                  <a:pt x="974" y="620"/>
                  <a:pt x="974" y="619"/>
                  <a:pt x="974" y="619"/>
                </a:cubicBezTo>
                <a:cubicBezTo>
                  <a:pt x="975" y="618"/>
                  <a:pt x="976" y="618"/>
                  <a:pt x="976" y="617"/>
                </a:cubicBezTo>
                <a:cubicBezTo>
                  <a:pt x="976" y="616"/>
                  <a:pt x="977" y="616"/>
                  <a:pt x="977" y="615"/>
                </a:cubicBezTo>
                <a:cubicBezTo>
                  <a:pt x="978" y="613"/>
                  <a:pt x="977" y="612"/>
                  <a:pt x="977" y="611"/>
                </a:cubicBezTo>
                <a:cubicBezTo>
                  <a:pt x="977" y="610"/>
                  <a:pt x="977" y="609"/>
                  <a:pt x="977" y="607"/>
                </a:cubicBezTo>
                <a:cubicBezTo>
                  <a:pt x="977" y="606"/>
                  <a:pt x="979" y="606"/>
                  <a:pt x="979" y="606"/>
                </a:cubicBezTo>
                <a:cubicBezTo>
                  <a:pt x="980" y="605"/>
                  <a:pt x="981" y="605"/>
                  <a:pt x="982" y="604"/>
                </a:cubicBezTo>
                <a:cubicBezTo>
                  <a:pt x="982" y="604"/>
                  <a:pt x="983" y="604"/>
                  <a:pt x="983" y="603"/>
                </a:cubicBezTo>
                <a:moveTo>
                  <a:pt x="905" y="377"/>
                </a:moveTo>
                <a:cubicBezTo>
                  <a:pt x="905" y="377"/>
                  <a:pt x="904" y="376"/>
                  <a:pt x="904" y="376"/>
                </a:cubicBezTo>
                <a:cubicBezTo>
                  <a:pt x="904" y="375"/>
                  <a:pt x="904" y="374"/>
                  <a:pt x="904" y="374"/>
                </a:cubicBezTo>
                <a:cubicBezTo>
                  <a:pt x="903" y="373"/>
                  <a:pt x="904" y="372"/>
                  <a:pt x="904" y="372"/>
                </a:cubicBezTo>
                <a:cubicBezTo>
                  <a:pt x="903" y="371"/>
                  <a:pt x="902" y="371"/>
                  <a:pt x="902" y="370"/>
                </a:cubicBezTo>
                <a:cubicBezTo>
                  <a:pt x="901" y="370"/>
                  <a:pt x="900" y="370"/>
                  <a:pt x="900" y="369"/>
                </a:cubicBezTo>
                <a:cubicBezTo>
                  <a:pt x="899" y="369"/>
                  <a:pt x="898" y="370"/>
                  <a:pt x="898" y="369"/>
                </a:cubicBezTo>
                <a:cubicBezTo>
                  <a:pt x="897" y="369"/>
                  <a:pt x="897" y="368"/>
                  <a:pt x="896" y="368"/>
                </a:cubicBezTo>
                <a:cubicBezTo>
                  <a:pt x="895" y="368"/>
                  <a:pt x="895" y="368"/>
                  <a:pt x="895" y="368"/>
                </a:cubicBezTo>
                <a:cubicBezTo>
                  <a:pt x="893" y="368"/>
                  <a:pt x="892" y="369"/>
                  <a:pt x="890" y="370"/>
                </a:cubicBezTo>
                <a:cubicBezTo>
                  <a:pt x="889" y="370"/>
                  <a:pt x="889" y="370"/>
                  <a:pt x="889" y="370"/>
                </a:cubicBezTo>
                <a:cubicBezTo>
                  <a:pt x="876" y="367"/>
                  <a:pt x="876" y="367"/>
                  <a:pt x="876" y="367"/>
                </a:cubicBezTo>
                <a:cubicBezTo>
                  <a:pt x="874" y="367"/>
                  <a:pt x="873" y="368"/>
                  <a:pt x="872" y="368"/>
                </a:cubicBezTo>
                <a:cubicBezTo>
                  <a:pt x="871" y="368"/>
                  <a:pt x="870" y="368"/>
                  <a:pt x="869" y="367"/>
                </a:cubicBezTo>
                <a:cubicBezTo>
                  <a:pt x="868" y="367"/>
                  <a:pt x="868" y="366"/>
                  <a:pt x="867" y="365"/>
                </a:cubicBezTo>
                <a:cubicBezTo>
                  <a:pt x="866" y="364"/>
                  <a:pt x="865" y="363"/>
                  <a:pt x="863" y="362"/>
                </a:cubicBezTo>
                <a:cubicBezTo>
                  <a:pt x="861" y="361"/>
                  <a:pt x="859" y="360"/>
                  <a:pt x="857" y="360"/>
                </a:cubicBezTo>
                <a:cubicBezTo>
                  <a:pt x="855" y="360"/>
                  <a:pt x="854" y="361"/>
                  <a:pt x="852" y="361"/>
                </a:cubicBezTo>
                <a:cubicBezTo>
                  <a:pt x="851" y="361"/>
                  <a:pt x="850" y="360"/>
                  <a:pt x="849" y="360"/>
                </a:cubicBezTo>
                <a:cubicBezTo>
                  <a:pt x="849" y="362"/>
                  <a:pt x="849" y="363"/>
                  <a:pt x="849" y="365"/>
                </a:cubicBezTo>
                <a:cubicBezTo>
                  <a:pt x="849" y="365"/>
                  <a:pt x="850" y="366"/>
                  <a:pt x="850" y="367"/>
                </a:cubicBezTo>
                <a:cubicBezTo>
                  <a:pt x="850" y="369"/>
                  <a:pt x="849" y="370"/>
                  <a:pt x="849" y="372"/>
                </a:cubicBezTo>
                <a:cubicBezTo>
                  <a:pt x="848" y="372"/>
                  <a:pt x="847" y="373"/>
                  <a:pt x="846" y="373"/>
                </a:cubicBezTo>
                <a:cubicBezTo>
                  <a:pt x="845" y="373"/>
                  <a:pt x="845" y="373"/>
                  <a:pt x="845" y="373"/>
                </a:cubicBezTo>
                <a:cubicBezTo>
                  <a:pt x="844" y="373"/>
                  <a:pt x="843" y="373"/>
                  <a:pt x="843" y="373"/>
                </a:cubicBezTo>
                <a:cubicBezTo>
                  <a:pt x="842" y="373"/>
                  <a:pt x="841" y="372"/>
                  <a:pt x="841" y="371"/>
                </a:cubicBezTo>
                <a:cubicBezTo>
                  <a:pt x="840" y="370"/>
                  <a:pt x="840" y="369"/>
                  <a:pt x="839" y="369"/>
                </a:cubicBezTo>
                <a:cubicBezTo>
                  <a:pt x="838" y="369"/>
                  <a:pt x="837" y="369"/>
                  <a:pt x="836" y="369"/>
                </a:cubicBezTo>
                <a:cubicBezTo>
                  <a:pt x="827" y="369"/>
                  <a:pt x="827" y="369"/>
                  <a:pt x="827" y="369"/>
                </a:cubicBezTo>
                <a:cubicBezTo>
                  <a:pt x="827" y="368"/>
                  <a:pt x="826" y="367"/>
                  <a:pt x="826" y="367"/>
                </a:cubicBezTo>
                <a:cubicBezTo>
                  <a:pt x="826" y="366"/>
                  <a:pt x="826" y="365"/>
                  <a:pt x="826" y="365"/>
                </a:cubicBezTo>
                <a:cubicBezTo>
                  <a:pt x="825" y="364"/>
                  <a:pt x="824" y="364"/>
                  <a:pt x="824" y="364"/>
                </a:cubicBezTo>
                <a:cubicBezTo>
                  <a:pt x="823" y="363"/>
                  <a:pt x="823" y="363"/>
                  <a:pt x="822" y="362"/>
                </a:cubicBezTo>
                <a:cubicBezTo>
                  <a:pt x="821" y="362"/>
                  <a:pt x="820" y="362"/>
                  <a:pt x="820" y="362"/>
                </a:cubicBezTo>
                <a:cubicBezTo>
                  <a:pt x="819" y="362"/>
                  <a:pt x="818" y="361"/>
                  <a:pt x="816" y="361"/>
                </a:cubicBezTo>
                <a:cubicBezTo>
                  <a:pt x="815" y="361"/>
                  <a:pt x="814" y="361"/>
                  <a:pt x="812" y="361"/>
                </a:cubicBezTo>
                <a:cubicBezTo>
                  <a:pt x="811" y="361"/>
                  <a:pt x="810" y="360"/>
                  <a:pt x="809" y="359"/>
                </a:cubicBezTo>
                <a:cubicBezTo>
                  <a:pt x="807" y="358"/>
                  <a:pt x="805" y="358"/>
                  <a:pt x="805" y="356"/>
                </a:cubicBezTo>
                <a:cubicBezTo>
                  <a:pt x="805" y="355"/>
                  <a:pt x="804" y="355"/>
                  <a:pt x="804" y="354"/>
                </a:cubicBezTo>
                <a:cubicBezTo>
                  <a:pt x="804" y="353"/>
                  <a:pt x="805" y="353"/>
                  <a:pt x="805" y="352"/>
                </a:cubicBezTo>
                <a:cubicBezTo>
                  <a:pt x="806" y="351"/>
                  <a:pt x="807" y="351"/>
                  <a:pt x="807" y="351"/>
                </a:cubicBezTo>
                <a:cubicBezTo>
                  <a:pt x="807" y="350"/>
                  <a:pt x="808" y="349"/>
                  <a:pt x="808" y="349"/>
                </a:cubicBezTo>
                <a:cubicBezTo>
                  <a:pt x="808" y="348"/>
                  <a:pt x="807" y="347"/>
                  <a:pt x="807" y="347"/>
                </a:cubicBezTo>
                <a:cubicBezTo>
                  <a:pt x="806" y="346"/>
                  <a:pt x="805" y="346"/>
                  <a:pt x="805" y="346"/>
                </a:cubicBezTo>
                <a:cubicBezTo>
                  <a:pt x="804" y="345"/>
                  <a:pt x="804" y="345"/>
                  <a:pt x="803" y="344"/>
                </a:cubicBezTo>
                <a:cubicBezTo>
                  <a:pt x="804" y="344"/>
                  <a:pt x="803" y="343"/>
                  <a:pt x="804" y="343"/>
                </a:cubicBezTo>
                <a:cubicBezTo>
                  <a:pt x="805" y="342"/>
                  <a:pt x="806" y="342"/>
                  <a:pt x="806" y="342"/>
                </a:cubicBezTo>
                <a:cubicBezTo>
                  <a:pt x="807" y="342"/>
                  <a:pt x="807" y="342"/>
                  <a:pt x="808" y="342"/>
                </a:cubicBezTo>
                <a:cubicBezTo>
                  <a:pt x="808" y="341"/>
                  <a:pt x="808" y="340"/>
                  <a:pt x="808" y="340"/>
                </a:cubicBezTo>
                <a:cubicBezTo>
                  <a:pt x="807" y="339"/>
                  <a:pt x="806" y="339"/>
                  <a:pt x="806" y="339"/>
                </a:cubicBezTo>
                <a:cubicBezTo>
                  <a:pt x="804" y="339"/>
                  <a:pt x="803" y="338"/>
                  <a:pt x="802" y="338"/>
                </a:cubicBezTo>
                <a:cubicBezTo>
                  <a:pt x="801" y="338"/>
                  <a:pt x="801" y="338"/>
                  <a:pt x="800" y="338"/>
                </a:cubicBezTo>
                <a:cubicBezTo>
                  <a:pt x="799" y="338"/>
                  <a:pt x="799" y="338"/>
                  <a:pt x="798" y="338"/>
                </a:cubicBezTo>
                <a:cubicBezTo>
                  <a:pt x="797" y="338"/>
                  <a:pt x="796" y="339"/>
                  <a:pt x="794" y="340"/>
                </a:cubicBezTo>
                <a:cubicBezTo>
                  <a:pt x="794" y="340"/>
                  <a:pt x="793" y="340"/>
                  <a:pt x="792" y="340"/>
                </a:cubicBezTo>
                <a:cubicBezTo>
                  <a:pt x="790" y="340"/>
                  <a:pt x="789" y="339"/>
                  <a:pt x="787" y="340"/>
                </a:cubicBezTo>
                <a:cubicBezTo>
                  <a:pt x="786" y="340"/>
                  <a:pt x="786" y="341"/>
                  <a:pt x="785" y="341"/>
                </a:cubicBezTo>
                <a:cubicBezTo>
                  <a:pt x="784" y="341"/>
                  <a:pt x="784" y="342"/>
                  <a:pt x="783" y="343"/>
                </a:cubicBezTo>
                <a:cubicBezTo>
                  <a:pt x="782" y="342"/>
                  <a:pt x="782" y="342"/>
                  <a:pt x="781" y="341"/>
                </a:cubicBezTo>
                <a:cubicBezTo>
                  <a:pt x="781" y="341"/>
                  <a:pt x="780" y="340"/>
                  <a:pt x="780" y="339"/>
                </a:cubicBezTo>
                <a:cubicBezTo>
                  <a:pt x="779" y="338"/>
                  <a:pt x="777" y="338"/>
                  <a:pt x="776" y="338"/>
                </a:cubicBezTo>
                <a:cubicBezTo>
                  <a:pt x="774" y="338"/>
                  <a:pt x="772" y="339"/>
                  <a:pt x="770" y="340"/>
                </a:cubicBezTo>
                <a:cubicBezTo>
                  <a:pt x="770" y="340"/>
                  <a:pt x="769" y="340"/>
                  <a:pt x="768" y="340"/>
                </a:cubicBezTo>
                <a:cubicBezTo>
                  <a:pt x="767" y="341"/>
                  <a:pt x="767" y="341"/>
                  <a:pt x="766" y="342"/>
                </a:cubicBezTo>
                <a:cubicBezTo>
                  <a:pt x="757" y="342"/>
                  <a:pt x="757" y="342"/>
                  <a:pt x="757" y="342"/>
                </a:cubicBezTo>
                <a:cubicBezTo>
                  <a:pt x="757" y="343"/>
                  <a:pt x="756" y="343"/>
                  <a:pt x="756" y="344"/>
                </a:cubicBezTo>
                <a:cubicBezTo>
                  <a:pt x="756" y="345"/>
                  <a:pt x="756" y="345"/>
                  <a:pt x="756" y="346"/>
                </a:cubicBezTo>
                <a:cubicBezTo>
                  <a:pt x="755" y="347"/>
                  <a:pt x="755" y="347"/>
                  <a:pt x="754" y="347"/>
                </a:cubicBezTo>
                <a:cubicBezTo>
                  <a:pt x="753" y="347"/>
                  <a:pt x="753" y="347"/>
                  <a:pt x="752" y="347"/>
                </a:cubicBezTo>
                <a:cubicBezTo>
                  <a:pt x="750" y="347"/>
                  <a:pt x="749" y="347"/>
                  <a:pt x="748" y="347"/>
                </a:cubicBezTo>
                <a:cubicBezTo>
                  <a:pt x="747" y="347"/>
                  <a:pt x="747" y="348"/>
                  <a:pt x="746" y="348"/>
                </a:cubicBezTo>
                <a:cubicBezTo>
                  <a:pt x="745" y="348"/>
                  <a:pt x="745" y="348"/>
                  <a:pt x="745" y="348"/>
                </a:cubicBezTo>
                <a:cubicBezTo>
                  <a:pt x="744" y="348"/>
                  <a:pt x="743" y="348"/>
                  <a:pt x="742" y="348"/>
                </a:cubicBezTo>
                <a:cubicBezTo>
                  <a:pt x="740" y="348"/>
                  <a:pt x="739" y="348"/>
                  <a:pt x="737" y="348"/>
                </a:cubicBezTo>
                <a:cubicBezTo>
                  <a:pt x="736" y="348"/>
                  <a:pt x="735" y="347"/>
                  <a:pt x="735" y="347"/>
                </a:cubicBezTo>
                <a:cubicBezTo>
                  <a:pt x="734" y="347"/>
                  <a:pt x="734" y="346"/>
                  <a:pt x="733" y="346"/>
                </a:cubicBezTo>
                <a:cubicBezTo>
                  <a:pt x="731" y="345"/>
                  <a:pt x="731" y="345"/>
                  <a:pt x="731" y="345"/>
                </a:cubicBezTo>
                <a:cubicBezTo>
                  <a:pt x="731" y="346"/>
                  <a:pt x="730" y="346"/>
                  <a:pt x="730" y="347"/>
                </a:cubicBezTo>
                <a:cubicBezTo>
                  <a:pt x="729" y="347"/>
                  <a:pt x="730" y="348"/>
                  <a:pt x="730" y="349"/>
                </a:cubicBezTo>
                <a:cubicBezTo>
                  <a:pt x="729" y="349"/>
                  <a:pt x="729" y="350"/>
                  <a:pt x="729" y="351"/>
                </a:cubicBezTo>
                <a:cubicBezTo>
                  <a:pt x="729" y="352"/>
                  <a:pt x="729" y="352"/>
                  <a:pt x="729" y="354"/>
                </a:cubicBezTo>
                <a:cubicBezTo>
                  <a:pt x="728" y="354"/>
                  <a:pt x="728" y="353"/>
                  <a:pt x="727" y="353"/>
                </a:cubicBezTo>
                <a:cubicBezTo>
                  <a:pt x="727" y="353"/>
                  <a:pt x="726" y="354"/>
                  <a:pt x="725" y="354"/>
                </a:cubicBezTo>
                <a:cubicBezTo>
                  <a:pt x="724" y="354"/>
                  <a:pt x="723" y="354"/>
                  <a:pt x="722" y="354"/>
                </a:cubicBezTo>
                <a:cubicBezTo>
                  <a:pt x="722" y="361"/>
                  <a:pt x="722" y="361"/>
                  <a:pt x="722" y="361"/>
                </a:cubicBezTo>
                <a:cubicBezTo>
                  <a:pt x="715" y="361"/>
                  <a:pt x="715" y="361"/>
                  <a:pt x="715" y="361"/>
                </a:cubicBezTo>
                <a:cubicBezTo>
                  <a:pt x="715" y="363"/>
                  <a:pt x="715" y="364"/>
                  <a:pt x="714" y="365"/>
                </a:cubicBezTo>
                <a:cubicBezTo>
                  <a:pt x="714" y="367"/>
                  <a:pt x="715" y="368"/>
                  <a:pt x="714" y="369"/>
                </a:cubicBezTo>
                <a:cubicBezTo>
                  <a:pt x="714" y="370"/>
                  <a:pt x="714" y="370"/>
                  <a:pt x="714" y="371"/>
                </a:cubicBezTo>
                <a:cubicBezTo>
                  <a:pt x="713" y="372"/>
                  <a:pt x="713" y="374"/>
                  <a:pt x="713" y="375"/>
                </a:cubicBezTo>
                <a:cubicBezTo>
                  <a:pt x="713" y="378"/>
                  <a:pt x="713" y="378"/>
                  <a:pt x="713" y="378"/>
                </a:cubicBezTo>
                <a:cubicBezTo>
                  <a:pt x="707" y="378"/>
                  <a:pt x="707" y="378"/>
                  <a:pt x="707" y="378"/>
                </a:cubicBezTo>
                <a:cubicBezTo>
                  <a:pt x="707" y="381"/>
                  <a:pt x="707" y="383"/>
                  <a:pt x="705" y="384"/>
                </a:cubicBezTo>
                <a:cubicBezTo>
                  <a:pt x="704" y="384"/>
                  <a:pt x="704" y="384"/>
                  <a:pt x="703" y="385"/>
                </a:cubicBezTo>
                <a:cubicBezTo>
                  <a:pt x="702" y="385"/>
                  <a:pt x="703" y="386"/>
                  <a:pt x="702" y="386"/>
                </a:cubicBezTo>
                <a:cubicBezTo>
                  <a:pt x="701" y="387"/>
                  <a:pt x="700" y="387"/>
                  <a:pt x="700" y="387"/>
                </a:cubicBezTo>
                <a:cubicBezTo>
                  <a:pt x="699" y="387"/>
                  <a:pt x="698" y="387"/>
                  <a:pt x="698" y="387"/>
                </a:cubicBezTo>
                <a:cubicBezTo>
                  <a:pt x="697" y="387"/>
                  <a:pt x="697" y="388"/>
                  <a:pt x="697" y="389"/>
                </a:cubicBezTo>
                <a:cubicBezTo>
                  <a:pt x="696" y="389"/>
                  <a:pt x="696" y="390"/>
                  <a:pt x="696" y="391"/>
                </a:cubicBezTo>
                <a:cubicBezTo>
                  <a:pt x="695" y="392"/>
                  <a:pt x="694" y="393"/>
                  <a:pt x="694" y="395"/>
                </a:cubicBezTo>
                <a:cubicBezTo>
                  <a:pt x="693" y="396"/>
                  <a:pt x="693" y="396"/>
                  <a:pt x="692" y="397"/>
                </a:cubicBezTo>
                <a:cubicBezTo>
                  <a:pt x="692" y="398"/>
                  <a:pt x="692" y="399"/>
                  <a:pt x="692" y="399"/>
                </a:cubicBezTo>
                <a:cubicBezTo>
                  <a:pt x="691" y="400"/>
                  <a:pt x="690" y="400"/>
                  <a:pt x="690" y="401"/>
                </a:cubicBezTo>
                <a:cubicBezTo>
                  <a:pt x="690" y="402"/>
                  <a:pt x="689" y="402"/>
                  <a:pt x="689" y="403"/>
                </a:cubicBezTo>
                <a:cubicBezTo>
                  <a:pt x="689" y="404"/>
                  <a:pt x="689" y="404"/>
                  <a:pt x="688" y="405"/>
                </a:cubicBezTo>
                <a:cubicBezTo>
                  <a:pt x="688" y="405"/>
                  <a:pt x="687" y="405"/>
                  <a:pt x="687" y="405"/>
                </a:cubicBezTo>
                <a:cubicBezTo>
                  <a:pt x="685" y="405"/>
                  <a:pt x="685" y="405"/>
                  <a:pt x="683" y="405"/>
                </a:cubicBezTo>
                <a:cubicBezTo>
                  <a:pt x="683" y="408"/>
                  <a:pt x="684" y="409"/>
                  <a:pt x="683" y="412"/>
                </a:cubicBezTo>
                <a:cubicBezTo>
                  <a:pt x="683" y="412"/>
                  <a:pt x="683" y="413"/>
                  <a:pt x="683" y="413"/>
                </a:cubicBezTo>
                <a:cubicBezTo>
                  <a:pt x="683" y="414"/>
                  <a:pt x="683" y="415"/>
                  <a:pt x="682" y="415"/>
                </a:cubicBezTo>
                <a:cubicBezTo>
                  <a:pt x="682" y="416"/>
                  <a:pt x="681" y="416"/>
                  <a:pt x="680" y="417"/>
                </a:cubicBezTo>
                <a:cubicBezTo>
                  <a:pt x="680" y="417"/>
                  <a:pt x="679" y="417"/>
                  <a:pt x="679" y="417"/>
                </a:cubicBezTo>
                <a:cubicBezTo>
                  <a:pt x="678" y="418"/>
                  <a:pt x="678" y="418"/>
                  <a:pt x="678" y="419"/>
                </a:cubicBezTo>
                <a:cubicBezTo>
                  <a:pt x="678" y="422"/>
                  <a:pt x="678" y="422"/>
                  <a:pt x="678" y="422"/>
                </a:cubicBezTo>
                <a:cubicBezTo>
                  <a:pt x="679" y="423"/>
                  <a:pt x="680" y="423"/>
                  <a:pt x="681" y="423"/>
                </a:cubicBezTo>
                <a:cubicBezTo>
                  <a:pt x="682" y="423"/>
                  <a:pt x="683" y="423"/>
                  <a:pt x="683" y="423"/>
                </a:cubicBezTo>
                <a:cubicBezTo>
                  <a:pt x="684" y="423"/>
                  <a:pt x="685" y="423"/>
                  <a:pt x="685" y="423"/>
                </a:cubicBezTo>
                <a:cubicBezTo>
                  <a:pt x="686" y="423"/>
                  <a:pt x="686" y="424"/>
                  <a:pt x="687" y="425"/>
                </a:cubicBezTo>
                <a:cubicBezTo>
                  <a:pt x="686" y="427"/>
                  <a:pt x="686" y="427"/>
                  <a:pt x="686" y="427"/>
                </a:cubicBezTo>
                <a:cubicBezTo>
                  <a:pt x="685" y="427"/>
                  <a:pt x="684" y="428"/>
                  <a:pt x="684" y="428"/>
                </a:cubicBezTo>
                <a:cubicBezTo>
                  <a:pt x="684" y="433"/>
                  <a:pt x="685" y="435"/>
                  <a:pt x="685" y="440"/>
                </a:cubicBezTo>
                <a:cubicBezTo>
                  <a:pt x="685" y="442"/>
                  <a:pt x="685" y="442"/>
                  <a:pt x="685" y="442"/>
                </a:cubicBezTo>
                <a:cubicBezTo>
                  <a:pt x="685" y="442"/>
                  <a:pt x="685" y="443"/>
                  <a:pt x="685" y="444"/>
                </a:cubicBezTo>
                <a:cubicBezTo>
                  <a:pt x="684" y="444"/>
                  <a:pt x="684" y="445"/>
                  <a:pt x="683" y="446"/>
                </a:cubicBezTo>
                <a:cubicBezTo>
                  <a:pt x="683" y="446"/>
                  <a:pt x="682" y="445"/>
                  <a:pt x="681" y="446"/>
                </a:cubicBezTo>
                <a:cubicBezTo>
                  <a:pt x="681" y="446"/>
                  <a:pt x="681" y="447"/>
                  <a:pt x="681" y="447"/>
                </a:cubicBezTo>
                <a:cubicBezTo>
                  <a:pt x="681" y="448"/>
                  <a:pt x="682" y="449"/>
                  <a:pt x="682" y="449"/>
                </a:cubicBezTo>
                <a:cubicBezTo>
                  <a:pt x="682" y="450"/>
                  <a:pt x="682" y="451"/>
                  <a:pt x="682" y="451"/>
                </a:cubicBezTo>
                <a:cubicBezTo>
                  <a:pt x="682" y="452"/>
                  <a:pt x="683" y="452"/>
                  <a:pt x="683" y="453"/>
                </a:cubicBezTo>
                <a:cubicBezTo>
                  <a:pt x="683" y="455"/>
                  <a:pt x="683" y="455"/>
                  <a:pt x="683" y="455"/>
                </a:cubicBezTo>
                <a:cubicBezTo>
                  <a:pt x="683" y="456"/>
                  <a:pt x="683" y="458"/>
                  <a:pt x="683" y="459"/>
                </a:cubicBezTo>
                <a:cubicBezTo>
                  <a:pt x="684" y="460"/>
                  <a:pt x="685" y="460"/>
                  <a:pt x="685" y="460"/>
                </a:cubicBezTo>
                <a:cubicBezTo>
                  <a:pt x="686" y="461"/>
                  <a:pt x="686" y="462"/>
                  <a:pt x="686" y="462"/>
                </a:cubicBezTo>
                <a:cubicBezTo>
                  <a:pt x="687" y="463"/>
                  <a:pt x="687" y="463"/>
                  <a:pt x="688" y="463"/>
                </a:cubicBezTo>
                <a:cubicBezTo>
                  <a:pt x="689" y="463"/>
                  <a:pt x="689" y="464"/>
                  <a:pt x="690" y="464"/>
                </a:cubicBezTo>
                <a:cubicBezTo>
                  <a:pt x="690" y="465"/>
                  <a:pt x="691" y="464"/>
                  <a:pt x="692" y="464"/>
                </a:cubicBezTo>
                <a:cubicBezTo>
                  <a:pt x="692" y="465"/>
                  <a:pt x="693" y="465"/>
                  <a:pt x="694" y="465"/>
                </a:cubicBezTo>
                <a:cubicBezTo>
                  <a:pt x="694" y="466"/>
                  <a:pt x="694" y="468"/>
                  <a:pt x="695" y="469"/>
                </a:cubicBezTo>
                <a:cubicBezTo>
                  <a:pt x="695" y="470"/>
                  <a:pt x="696" y="470"/>
                  <a:pt x="696" y="470"/>
                </a:cubicBezTo>
                <a:cubicBezTo>
                  <a:pt x="697" y="470"/>
                  <a:pt x="698" y="470"/>
                  <a:pt x="698" y="470"/>
                </a:cubicBezTo>
                <a:cubicBezTo>
                  <a:pt x="698" y="472"/>
                  <a:pt x="698" y="474"/>
                  <a:pt x="698" y="476"/>
                </a:cubicBezTo>
                <a:cubicBezTo>
                  <a:pt x="699" y="477"/>
                  <a:pt x="699" y="477"/>
                  <a:pt x="700" y="478"/>
                </a:cubicBezTo>
                <a:cubicBezTo>
                  <a:pt x="700" y="478"/>
                  <a:pt x="701" y="478"/>
                  <a:pt x="702" y="479"/>
                </a:cubicBezTo>
                <a:cubicBezTo>
                  <a:pt x="704" y="479"/>
                  <a:pt x="704" y="480"/>
                  <a:pt x="706" y="481"/>
                </a:cubicBezTo>
                <a:cubicBezTo>
                  <a:pt x="707" y="482"/>
                  <a:pt x="709" y="481"/>
                  <a:pt x="710" y="481"/>
                </a:cubicBezTo>
                <a:cubicBezTo>
                  <a:pt x="710" y="482"/>
                  <a:pt x="711" y="483"/>
                  <a:pt x="711" y="483"/>
                </a:cubicBezTo>
                <a:cubicBezTo>
                  <a:pt x="711" y="484"/>
                  <a:pt x="711" y="485"/>
                  <a:pt x="711" y="485"/>
                </a:cubicBezTo>
                <a:cubicBezTo>
                  <a:pt x="711" y="486"/>
                  <a:pt x="710" y="487"/>
                  <a:pt x="711" y="487"/>
                </a:cubicBezTo>
                <a:cubicBezTo>
                  <a:pt x="711" y="488"/>
                  <a:pt x="712" y="488"/>
                  <a:pt x="713" y="488"/>
                </a:cubicBezTo>
                <a:cubicBezTo>
                  <a:pt x="713" y="489"/>
                  <a:pt x="714" y="489"/>
                  <a:pt x="714" y="489"/>
                </a:cubicBezTo>
                <a:cubicBezTo>
                  <a:pt x="715" y="490"/>
                  <a:pt x="715" y="490"/>
                  <a:pt x="716" y="491"/>
                </a:cubicBezTo>
                <a:cubicBezTo>
                  <a:pt x="717" y="492"/>
                  <a:pt x="718" y="493"/>
                  <a:pt x="720" y="493"/>
                </a:cubicBezTo>
                <a:cubicBezTo>
                  <a:pt x="720" y="493"/>
                  <a:pt x="721" y="493"/>
                  <a:pt x="722" y="493"/>
                </a:cubicBezTo>
                <a:cubicBezTo>
                  <a:pt x="722" y="493"/>
                  <a:pt x="723" y="494"/>
                  <a:pt x="723" y="494"/>
                </a:cubicBezTo>
                <a:cubicBezTo>
                  <a:pt x="724" y="494"/>
                  <a:pt x="725" y="495"/>
                  <a:pt x="726" y="495"/>
                </a:cubicBezTo>
                <a:cubicBezTo>
                  <a:pt x="727" y="495"/>
                  <a:pt x="728" y="494"/>
                  <a:pt x="728" y="493"/>
                </a:cubicBezTo>
                <a:cubicBezTo>
                  <a:pt x="729" y="492"/>
                  <a:pt x="728" y="491"/>
                  <a:pt x="729" y="491"/>
                </a:cubicBezTo>
                <a:cubicBezTo>
                  <a:pt x="730" y="490"/>
                  <a:pt x="731" y="490"/>
                  <a:pt x="732" y="490"/>
                </a:cubicBezTo>
                <a:cubicBezTo>
                  <a:pt x="733" y="490"/>
                  <a:pt x="734" y="491"/>
                  <a:pt x="734" y="491"/>
                </a:cubicBezTo>
                <a:cubicBezTo>
                  <a:pt x="735" y="491"/>
                  <a:pt x="736" y="490"/>
                  <a:pt x="736" y="490"/>
                </a:cubicBezTo>
                <a:cubicBezTo>
                  <a:pt x="737" y="490"/>
                  <a:pt x="737" y="490"/>
                  <a:pt x="737" y="490"/>
                </a:cubicBezTo>
                <a:cubicBezTo>
                  <a:pt x="739" y="490"/>
                  <a:pt x="741" y="490"/>
                  <a:pt x="742" y="490"/>
                </a:cubicBezTo>
                <a:cubicBezTo>
                  <a:pt x="743" y="490"/>
                  <a:pt x="744" y="490"/>
                  <a:pt x="744" y="490"/>
                </a:cubicBezTo>
                <a:cubicBezTo>
                  <a:pt x="745" y="491"/>
                  <a:pt x="744" y="492"/>
                  <a:pt x="745" y="492"/>
                </a:cubicBezTo>
                <a:cubicBezTo>
                  <a:pt x="747" y="493"/>
                  <a:pt x="748" y="493"/>
                  <a:pt x="750" y="493"/>
                </a:cubicBezTo>
                <a:cubicBezTo>
                  <a:pt x="751" y="493"/>
                  <a:pt x="752" y="493"/>
                  <a:pt x="753" y="493"/>
                </a:cubicBezTo>
                <a:cubicBezTo>
                  <a:pt x="753" y="493"/>
                  <a:pt x="754" y="492"/>
                  <a:pt x="755" y="492"/>
                </a:cubicBezTo>
                <a:cubicBezTo>
                  <a:pt x="755" y="492"/>
                  <a:pt x="756" y="492"/>
                  <a:pt x="757" y="492"/>
                </a:cubicBezTo>
                <a:cubicBezTo>
                  <a:pt x="757" y="492"/>
                  <a:pt x="757" y="490"/>
                  <a:pt x="757" y="490"/>
                </a:cubicBezTo>
                <a:cubicBezTo>
                  <a:pt x="758" y="490"/>
                  <a:pt x="759" y="489"/>
                  <a:pt x="759" y="489"/>
                </a:cubicBezTo>
                <a:cubicBezTo>
                  <a:pt x="760" y="488"/>
                  <a:pt x="760" y="487"/>
                  <a:pt x="761" y="487"/>
                </a:cubicBezTo>
                <a:cubicBezTo>
                  <a:pt x="763" y="487"/>
                  <a:pt x="764" y="487"/>
                  <a:pt x="765" y="487"/>
                </a:cubicBezTo>
                <a:cubicBezTo>
                  <a:pt x="766" y="487"/>
                  <a:pt x="767" y="488"/>
                  <a:pt x="769" y="488"/>
                </a:cubicBezTo>
                <a:cubicBezTo>
                  <a:pt x="770" y="488"/>
                  <a:pt x="770" y="488"/>
                  <a:pt x="770" y="488"/>
                </a:cubicBezTo>
                <a:cubicBezTo>
                  <a:pt x="771" y="487"/>
                  <a:pt x="771" y="486"/>
                  <a:pt x="772" y="486"/>
                </a:cubicBezTo>
                <a:cubicBezTo>
                  <a:pt x="774" y="485"/>
                  <a:pt x="775" y="485"/>
                  <a:pt x="777" y="485"/>
                </a:cubicBezTo>
                <a:cubicBezTo>
                  <a:pt x="778" y="485"/>
                  <a:pt x="779" y="484"/>
                  <a:pt x="780" y="485"/>
                </a:cubicBezTo>
                <a:cubicBezTo>
                  <a:pt x="781" y="486"/>
                  <a:pt x="780" y="487"/>
                  <a:pt x="781" y="487"/>
                </a:cubicBezTo>
                <a:cubicBezTo>
                  <a:pt x="781" y="488"/>
                  <a:pt x="782" y="488"/>
                  <a:pt x="782" y="489"/>
                </a:cubicBezTo>
                <a:cubicBezTo>
                  <a:pt x="782" y="490"/>
                  <a:pt x="782" y="490"/>
                  <a:pt x="783" y="491"/>
                </a:cubicBezTo>
                <a:cubicBezTo>
                  <a:pt x="783" y="492"/>
                  <a:pt x="783" y="492"/>
                  <a:pt x="783" y="493"/>
                </a:cubicBezTo>
                <a:cubicBezTo>
                  <a:pt x="783" y="493"/>
                  <a:pt x="784" y="493"/>
                  <a:pt x="785" y="494"/>
                </a:cubicBezTo>
                <a:cubicBezTo>
                  <a:pt x="785" y="494"/>
                  <a:pt x="786" y="494"/>
                  <a:pt x="787" y="494"/>
                </a:cubicBezTo>
                <a:cubicBezTo>
                  <a:pt x="803" y="494"/>
                  <a:pt x="803" y="494"/>
                  <a:pt x="803" y="494"/>
                </a:cubicBezTo>
                <a:cubicBezTo>
                  <a:pt x="803" y="500"/>
                  <a:pt x="803" y="500"/>
                  <a:pt x="803" y="500"/>
                </a:cubicBezTo>
                <a:cubicBezTo>
                  <a:pt x="803" y="501"/>
                  <a:pt x="803" y="501"/>
                  <a:pt x="803" y="502"/>
                </a:cubicBezTo>
                <a:cubicBezTo>
                  <a:pt x="803" y="503"/>
                  <a:pt x="803" y="504"/>
                  <a:pt x="803" y="506"/>
                </a:cubicBezTo>
                <a:cubicBezTo>
                  <a:pt x="803" y="506"/>
                  <a:pt x="803" y="507"/>
                  <a:pt x="803" y="507"/>
                </a:cubicBezTo>
                <a:cubicBezTo>
                  <a:pt x="803" y="508"/>
                  <a:pt x="802" y="509"/>
                  <a:pt x="801" y="509"/>
                </a:cubicBezTo>
                <a:cubicBezTo>
                  <a:pt x="801" y="510"/>
                  <a:pt x="801" y="510"/>
                  <a:pt x="801" y="511"/>
                </a:cubicBezTo>
                <a:cubicBezTo>
                  <a:pt x="801" y="513"/>
                  <a:pt x="801" y="515"/>
                  <a:pt x="801" y="517"/>
                </a:cubicBezTo>
                <a:cubicBezTo>
                  <a:pt x="800" y="517"/>
                  <a:pt x="801" y="519"/>
                  <a:pt x="800" y="519"/>
                </a:cubicBezTo>
                <a:cubicBezTo>
                  <a:pt x="800" y="519"/>
                  <a:pt x="799" y="519"/>
                  <a:pt x="798" y="519"/>
                </a:cubicBezTo>
                <a:cubicBezTo>
                  <a:pt x="798" y="519"/>
                  <a:pt x="798" y="520"/>
                  <a:pt x="797" y="521"/>
                </a:cubicBezTo>
                <a:cubicBezTo>
                  <a:pt x="798" y="521"/>
                  <a:pt x="798" y="521"/>
                  <a:pt x="799" y="522"/>
                </a:cubicBezTo>
                <a:cubicBezTo>
                  <a:pt x="801" y="522"/>
                  <a:pt x="802" y="522"/>
                  <a:pt x="803" y="523"/>
                </a:cubicBezTo>
                <a:cubicBezTo>
                  <a:pt x="804" y="524"/>
                  <a:pt x="803" y="526"/>
                  <a:pt x="803" y="527"/>
                </a:cubicBezTo>
                <a:cubicBezTo>
                  <a:pt x="804" y="528"/>
                  <a:pt x="804" y="528"/>
                  <a:pt x="804" y="529"/>
                </a:cubicBezTo>
                <a:cubicBezTo>
                  <a:pt x="805" y="529"/>
                  <a:pt x="806" y="529"/>
                  <a:pt x="806" y="529"/>
                </a:cubicBezTo>
                <a:cubicBezTo>
                  <a:pt x="807" y="530"/>
                  <a:pt x="808" y="530"/>
                  <a:pt x="808" y="530"/>
                </a:cubicBezTo>
                <a:cubicBezTo>
                  <a:pt x="809" y="531"/>
                  <a:pt x="808" y="531"/>
                  <a:pt x="809" y="532"/>
                </a:cubicBezTo>
                <a:cubicBezTo>
                  <a:pt x="809" y="534"/>
                  <a:pt x="811" y="534"/>
                  <a:pt x="812" y="536"/>
                </a:cubicBezTo>
                <a:cubicBezTo>
                  <a:pt x="812" y="536"/>
                  <a:pt x="812" y="537"/>
                  <a:pt x="813" y="538"/>
                </a:cubicBezTo>
                <a:cubicBezTo>
                  <a:pt x="813" y="539"/>
                  <a:pt x="815" y="540"/>
                  <a:pt x="815" y="542"/>
                </a:cubicBezTo>
                <a:cubicBezTo>
                  <a:pt x="815" y="542"/>
                  <a:pt x="816" y="543"/>
                  <a:pt x="816" y="543"/>
                </a:cubicBezTo>
                <a:cubicBezTo>
                  <a:pt x="816" y="545"/>
                  <a:pt x="816" y="546"/>
                  <a:pt x="816" y="548"/>
                </a:cubicBezTo>
                <a:cubicBezTo>
                  <a:pt x="816" y="549"/>
                  <a:pt x="817" y="550"/>
                  <a:pt x="817" y="551"/>
                </a:cubicBezTo>
                <a:cubicBezTo>
                  <a:pt x="817" y="552"/>
                  <a:pt x="818" y="553"/>
                  <a:pt x="818" y="553"/>
                </a:cubicBezTo>
                <a:cubicBezTo>
                  <a:pt x="819" y="554"/>
                  <a:pt x="818" y="555"/>
                  <a:pt x="818" y="555"/>
                </a:cubicBezTo>
                <a:cubicBezTo>
                  <a:pt x="818" y="557"/>
                  <a:pt x="818" y="557"/>
                  <a:pt x="818" y="557"/>
                </a:cubicBezTo>
                <a:cubicBezTo>
                  <a:pt x="818" y="559"/>
                  <a:pt x="818" y="560"/>
                  <a:pt x="819" y="561"/>
                </a:cubicBezTo>
                <a:cubicBezTo>
                  <a:pt x="819" y="562"/>
                  <a:pt x="820" y="561"/>
                  <a:pt x="821" y="562"/>
                </a:cubicBezTo>
                <a:cubicBezTo>
                  <a:pt x="821" y="563"/>
                  <a:pt x="821" y="564"/>
                  <a:pt x="821" y="565"/>
                </a:cubicBezTo>
                <a:cubicBezTo>
                  <a:pt x="821" y="566"/>
                  <a:pt x="821" y="566"/>
                  <a:pt x="821" y="568"/>
                </a:cubicBezTo>
                <a:cubicBezTo>
                  <a:pt x="821" y="568"/>
                  <a:pt x="820" y="569"/>
                  <a:pt x="820" y="569"/>
                </a:cubicBezTo>
                <a:cubicBezTo>
                  <a:pt x="820" y="570"/>
                  <a:pt x="820" y="571"/>
                  <a:pt x="820" y="571"/>
                </a:cubicBezTo>
                <a:cubicBezTo>
                  <a:pt x="820" y="572"/>
                  <a:pt x="818" y="572"/>
                  <a:pt x="818" y="573"/>
                </a:cubicBezTo>
                <a:cubicBezTo>
                  <a:pt x="817" y="575"/>
                  <a:pt x="816" y="576"/>
                  <a:pt x="815" y="578"/>
                </a:cubicBezTo>
                <a:cubicBezTo>
                  <a:pt x="815" y="580"/>
                  <a:pt x="815" y="581"/>
                  <a:pt x="815" y="582"/>
                </a:cubicBezTo>
                <a:cubicBezTo>
                  <a:pt x="815" y="583"/>
                  <a:pt x="815" y="583"/>
                  <a:pt x="815" y="584"/>
                </a:cubicBezTo>
                <a:cubicBezTo>
                  <a:pt x="814" y="585"/>
                  <a:pt x="813" y="585"/>
                  <a:pt x="813" y="586"/>
                </a:cubicBezTo>
                <a:cubicBezTo>
                  <a:pt x="812" y="587"/>
                  <a:pt x="812" y="587"/>
                  <a:pt x="812" y="588"/>
                </a:cubicBezTo>
                <a:cubicBezTo>
                  <a:pt x="812" y="589"/>
                  <a:pt x="812" y="590"/>
                  <a:pt x="812" y="592"/>
                </a:cubicBezTo>
                <a:cubicBezTo>
                  <a:pt x="812" y="594"/>
                  <a:pt x="812" y="595"/>
                  <a:pt x="812" y="597"/>
                </a:cubicBezTo>
                <a:cubicBezTo>
                  <a:pt x="813" y="598"/>
                  <a:pt x="814" y="598"/>
                  <a:pt x="814" y="599"/>
                </a:cubicBezTo>
                <a:cubicBezTo>
                  <a:pt x="815" y="600"/>
                  <a:pt x="816" y="600"/>
                  <a:pt x="816" y="601"/>
                </a:cubicBezTo>
                <a:cubicBezTo>
                  <a:pt x="816" y="601"/>
                  <a:pt x="816" y="602"/>
                  <a:pt x="816" y="603"/>
                </a:cubicBezTo>
                <a:cubicBezTo>
                  <a:pt x="816" y="603"/>
                  <a:pt x="816" y="604"/>
                  <a:pt x="816" y="604"/>
                </a:cubicBezTo>
                <a:cubicBezTo>
                  <a:pt x="816" y="605"/>
                  <a:pt x="817" y="606"/>
                  <a:pt x="817" y="606"/>
                </a:cubicBezTo>
                <a:cubicBezTo>
                  <a:pt x="817" y="607"/>
                  <a:pt x="818" y="608"/>
                  <a:pt x="818" y="608"/>
                </a:cubicBezTo>
                <a:cubicBezTo>
                  <a:pt x="819" y="609"/>
                  <a:pt x="821" y="610"/>
                  <a:pt x="822" y="611"/>
                </a:cubicBezTo>
                <a:cubicBezTo>
                  <a:pt x="822" y="612"/>
                  <a:pt x="822" y="612"/>
                  <a:pt x="822" y="613"/>
                </a:cubicBezTo>
                <a:cubicBezTo>
                  <a:pt x="822" y="614"/>
                  <a:pt x="823" y="614"/>
                  <a:pt x="823" y="615"/>
                </a:cubicBezTo>
                <a:cubicBezTo>
                  <a:pt x="823" y="616"/>
                  <a:pt x="824" y="617"/>
                  <a:pt x="824" y="617"/>
                </a:cubicBezTo>
                <a:cubicBezTo>
                  <a:pt x="824" y="618"/>
                  <a:pt x="824" y="618"/>
                  <a:pt x="824" y="619"/>
                </a:cubicBezTo>
                <a:cubicBezTo>
                  <a:pt x="824" y="620"/>
                  <a:pt x="825" y="620"/>
                  <a:pt x="825" y="621"/>
                </a:cubicBezTo>
                <a:cubicBezTo>
                  <a:pt x="825" y="631"/>
                  <a:pt x="825" y="631"/>
                  <a:pt x="825" y="631"/>
                </a:cubicBezTo>
                <a:cubicBezTo>
                  <a:pt x="825" y="632"/>
                  <a:pt x="826" y="633"/>
                  <a:pt x="826" y="634"/>
                </a:cubicBezTo>
                <a:cubicBezTo>
                  <a:pt x="826" y="635"/>
                  <a:pt x="826" y="635"/>
                  <a:pt x="826" y="636"/>
                </a:cubicBezTo>
                <a:cubicBezTo>
                  <a:pt x="826" y="638"/>
                  <a:pt x="827" y="639"/>
                  <a:pt x="828" y="640"/>
                </a:cubicBezTo>
                <a:cubicBezTo>
                  <a:pt x="829" y="642"/>
                  <a:pt x="832" y="643"/>
                  <a:pt x="833" y="645"/>
                </a:cubicBezTo>
                <a:cubicBezTo>
                  <a:pt x="833" y="646"/>
                  <a:pt x="833" y="646"/>
                  <a:pt x="833" y="647"/>
                </a:cubicBezTo>
                <a:cubicBezTo>
                  <a:pt x="833" y="648"/>
                  <a:pt x="833" y="648"/>
                  <a:pt x="834" y="649"/>
                </a:cubicBezTo>
                <a:cubicBezTo>
                  <a:pt x="834" y="650"/>
                  <a:pt x="834" y="650"/>
                  <a:pt x="835" y="651"/>
                </a:cubicBezTo>
                <a:cubicBezTo>
                  <a:pt x="835" y="652"/>
                  <a:pt x="835" y="653"/>
                  <a:pt x="836" y="655"/>
                </a:cubicBezTo>
                <a:cubicBezTo>
                  <a:pt x="836" y="655"/>
                  <a:pt x="837" y="656"/>
                  <a:pt x="838" y="656"/>
                </a:cubicBezTo>
                <a:cubicBezTo>
                  <a:pt x="838" y="657"/>
                  <a:pt x="840" y="657"/>
                  <a:pt x="840" y="658"/>
                </a:cubicBezTo>
                <a:cubicBezTo>
                  <a:pt x="840" y="659"/>
                  <a:pt x="839" y="660"/>
                  <a:pt x="840" y="662"/>
                </a:cubicBezTo>
                <a:cubicBezTo>
                  <a:pt x="840" y="662"/>
                  <a:pt x="840" y="663"/>
                  <a:pt x="841" y="663"/>
                </a:cubicBezTo>
                <a:cubicBezTo>
                  <a:pt x="841" y="664"/>
                  <a:pt x="842" y="665"/>
                  <a:pt x="842" y="665"/>
                </a:cubicBezTo>
                <a:cubicBezTo>
                  <a:pt x="842" y="666"/>
                  <a:pt x="842" y="666"/>
                  <a:pt x="842" y="666"/>
                </a:cubicBezTo>
                <a:cubicBezTo>
                  <a:pt x="842" y="667"/>
                  <a:pt x="841" y="667"/>
                  <a:pt x="840" y="668"/>
                </a:cubicBezTo>
                <a:cubicBezTo>
                  <a:pt x="840" y="668"/>
                  <a:pt x="839" y="669"/>
                  <a:pt x="839" y="670"/>
                </a:cubicBezTo>
                <a:cubicBezTo>
                  <a:pt x="838" y="670"/>
                  <a:pt x="839" y="671"/>
                  <a:pt x="839" y="672"/>
                </a:cubicBezTo>
                <a:cubicBezTo>
                  <a:pt x="840" y="672"/>
                  <a:pt x="840" y="672"/>
                  <a:pt x="841" y="672"/>
                </a:cubicBezTo>
                <a:cubicBezTo>
                  <a:pt x="843" y="672"/>
                  <a:pt x="843" y="672"/>
                  <a:pt x="843" y="672"/>
                </a:cubicBezTo>
                <a:cubicBezTo>
                  <a:pt x="843" y="673"/>
                  <a:pt x="842" y="673"/>
                  <a:pt x="843" y="674"/>
                </a:cubicBezTo>
                <a:cubicBezTo>
                  <a:pt x="843" y="674"/>
                  <a:pt x="842" y="675"/>
                  <a:pt x="843" y="676"/>
                </a:cubicBezTo>
                <a:cubicBezTo>
                  <a:pt x="843" y="676"/>
                  <a:pt x="844" y="676"/>
                  <a:pt x="844" y="677"/>
                </a:cubicBezTo>
                <a:cubicBezTo>
                  <a:pt x="845" y="677"/>
                  <a:pt x="846" y="678"/>
                  <a:pt x="846" y="678"/>
                </a:cubicBezTo>
                <a:cubicBezTo>
                  <a:pt x="856" y="678"/>
                  <a:pt x="856" y="678"/>
                  <a:pt x="856" y="678"/>
                </a:cubicBezTo>
                <a:cubicBezTo>
                  <a:pt x="857" y="678"/>
                  <a:pt x="858" y="677"/>
                  <a:pt x="860" y="676"/>
                </a:cubicBezTo>
                <a:cubicBezTo>
                  <a:pt x="861" y="676"/>
                  <a:pt x="862" y="675"/>
                  <a:pt x="864" y="675"/>
                </a:cubicBezTo>
                <a:cubicBezTo>
                  <a:pt x="875" y="675"/>
                  <a:pt x="875" y="675"/>
                  <a:pt x="875" y="675"/>
                </a:cubicBezTo>
                <a:cubicBezTo>
                  <a:pt x="876" y="674"/>
                  <a:pt x="876" y="674"/>
                  <a:pt x="877" y="673"/>
                </a:cubicBezTo>
                <a:cubicBezTo>
                  <a:pt x="877" y="673"/>
                  <a:pt x="876" y="672"/>
                  <a:pt x="877" y="672"/>
                </a:cubicBezTo>
                <a:cubicBezTo>
                  <a:pt x="877" y="671"/>
                  <a:pt x="878" y="671"/>
                  <a:pt x="879" y="671"/>
                </a:cubicBezTo>
                <a:cubicBezTo>
                  <a:pt x="879" y="671"/>
                  <a:pt x="880" y="671"/>
                  <a:pt x="880" y="671"/>
                </a:cubicBezTo>
                <a:cubicBezTo>
                  <a:pt x="882" y="671"/>
                  <a:pt x="883" y="671"/>
                  <a:pt x="884" y="671"/>
                </a:cubicBezTo>
                <a:cubicBezTo>
                  <a:pt x="885" y="670"/>
                  <a:pt x="886" y="670"/>
                  <a:pt x="886" y="670"/>
                </a:cubicBezTo>
                <a:cubicBezTo>
                  <a:pt x="887" y="670"/>
                  <a:pt x="887" y="669"/>
                  <a:pt x="887" y="668"/>
                </a:cubicBezTo>
                <a:cubicBezTo>
                  <a:pt x="888" y="668"/>
                  <a:pt x="887" y="667"/>
                  <a:pt x="887" y="666"/>
                </a:cubicBezTo>
                <a:cubicBezTo>
                  <a:pt x="888" y="666"/>
                  <a:pt x="889" y="666"/>
                  <a:pt x="889" y="665"/>
                </a:cubicBezTo>
                <a:cubicBezTo>
                  <a:pt x="890" y="665"/>
                  <a:pt x="891" y="664"/>
                  <a:pt x="891" y="664"/>
                </a:cubicBezTo>
                <a:cubicBezTo>
                  <a:pt x="892" y="663"/>
                  <a:pt x="892" y="663"/>
                  <a:pt x="893" y="662"/>
                </a:cubicBezTo>
                <a:cubicBezTo>
                  <a:pt x="894" y="661"/>
                  <a:pt x="895" y="661"/>
                  <a:pt x="895" y="660"/>
                </a:cubicBezTo>
                <a:cubicBezTo>
                  <a:pt x="896" y="659"/>
                  <a:pt x="896" y="658"/>
                  <a:pt x="896" y="656"/>
                </a:cubicBezTo>
                <a:cubicBezTo>
                  <a:pt x="897" y="656"/>
                  <a:pt x="898" y="655"/>
                  <a:pt x="898" y="655"/>
                </a:cubicBezTo>
                <a:cubicBezTo>
                  <a:pt x="900" y="653"/>
                  <a:pt x="901" y="653"/>
                  <a:pt x="902" y="651"/>
                </a:cubicBezTo>
                <a:cubicBezTo>
                  <a:pt x="902" y="651"/>
                  <a:pt x="902" y="650"/>
                  <a:pt x="903" y="649"/>
                </a:cubicBezTo>
                <a:cubicBezTo>
                  <a:pt x="903" y="648"/>
                  <a:pt x="904" y="648"/>
                  <a:pt x="905" y="647"/>
                </a:cubicBezTo>
                <a:cubicBezTo>
                  <a:pt x="905" y="647"/>
                  <a:pt x="906" y="646"/>
                  <a:pt x="906" y="646"/>
                </a:cubicBezTo>
                <a:cubicBezTo>
                  <a:pt x="907" y="644"/>
                  <a:pt x="907" y="643"/>
                  <a:pt x="907" y="641"/>
                </a:cubicBezTo>
                <a:cubicBezTo>
                  <a:pt x="907" y="640"/>
                  <a:pt x="907" y="639"/>
                  <a:pt x="907" y="638"/>
                </a:cubicBezTo>
                <a:cubicBezTo>
                  <a:pt x="907" y="637"/>
                  <a:pt x="906" y="637"/>
                  <a:pt x="905" y="636"/>
                </a:cubicBezTo>
                <a:cubicBezTo>
                  <a:pt x="905" y="635"/>
                  <a:pt x="905" y="635"/>
                  <a:pt x="905" y="634"/>
                </a:cubicBezTo>
                <a:cubicBezTo>
                  <a:pt x="906" y="634"/>
                  <a:pt x="906" y="633"/>
                  <a:pt x="907" y="633"/>
                </a:cubicBezTo>
                <a:cubicBezTo>
                  <a:pt x="907" y="633"/>
                  <a:pt x="908" y="633"/>
                  <a:pt x="909" y="633"/>
                </a:cubicBezTo>
                <a:cubicBezTo>
                  <a:pt x="909" y="633"/>
                  <a:pt x="910" y="633"/>
                  <a:pt x="911" y="633"/>
                </a:cubicBezTo>
                <a:cubicBezTo>
                  <a:pt x="912" y="633"/>
                  <a:pt x="912" y="631"/>
                  <a:pt x="913" y="631"/>
                </a:cubicBezTo>
                <a:cubicBezTo>
                  <a:pt x="913" y="630"/>
                  <a:pt x="914" y="630"/>
                  <a:pt x="914" y="629"/>
                </a:cubicBezTo>
                <a:cubicBezTo>
                  <a:pt x="915" y="629"/>
                  <a:pt x="915" y="628"/>
                  <a:pt x="916" y="628"/>
                </a:cubicBezTo>
                <a:cubicBezTo>
                  <a:pt x="917" y="627"/>
                  <a:pt x="917" y="627"/>
                  <a:pt x="918" y="626"/>
                </a:cubicBezTo>
                <a:cubicBezTo>
                  <a:pt x="918" y="626"/>
                  <a:pt x="919" y="626"/>
                  <a:pt x="920" y="626"/>
                </a:cubicBezTo>
                <a:cubicBezTo>
                  <a:pt x="920" y="625"/>
                  <a:pt x="920" y="624"/>
                  <a:pt x="920" y="624"/>
                </a:cubicBezTo>
                <a:cubicBezTo>
                  <a:pt x="920" y="622"/>
                  <a:pt x="919" y="620"/>
                  <a:pt x="919" y="618"/>
                </a:cubicBezTo>
                <a:cubicBezTo>
                  <a:pt x="918" y="617"/>
                  <a:pt x="918" y="616"/>
                  <a:pt x="918" y="614"/>
                </a:cubicBezTo>
                <a:cubicBezTo>
                  <a:pt x="917" y="613"/>
                  <a:pt x="917" y="612"/>
                  <a:pt x="916" y="611"/>
                </a:cubicBezTo>
                <a:cubicBezTo>
                  <a:pt x="916" y="609"/>
                  <a:pt x="914" y="608"/>
                  <a:pt x="914" y="607"/>
                </a:cubicBezTo>
                <a:cubicBezTo>
                  <a:pt x="914" y="606"/>
                  <a:pt x="916" y="606"/>
                  <a:pt x="916" y="605"/>
                </a:cubicBezTo>
                <a:cubicBezTo>
                  <a:pt x="917" y="604"/>
                  <a:pt x="917" y="604"/>
                  <a:pt x="918" y="603"/>
                </a:cubicBezTo>
                <a:cubicBezTo>
                  <a:pt x="918" y="602"/>
                  <a:pt x="919" y="602"/>
                  <a:pt x="920" y="601"/>
                </a:cubicBezTo>
                <a:cubicBezTo>
                  <a:pt x="920" y="601"/>
                  <a:pt x="921" y="601"/>
                  <a:pt x="922" y="601"/>
                </a:cubicBezTo>
                <a:cubicBezTo>
                  <a:pt x="922" y="600"/>
                  <a:pt x="922" y="599"/>
                  <a:pt x="922" y="599"/>
                </a:cubicBezTo>
                <a:cubicBezTo>
                  <a:pt x="923" y="598"/>
                  <a:pt x="924" y="598"/>
                  <a:pt x="924" y="597"/>
                </a:cubicBezTo>
                <a:cubicBezTo>
                  <a:pt x="925" y="596"/>
                  <a:pt x="925" y="595"/>
                  <a:pt x="925" y="595"/>
                </a:cubicBezTo>
                <a:cubicBezTo>
                  <a:pt x="927" y="594"/>
                  <a:pt x="928" y="593"/>
                  <a:pt x="929" y="593"/>
                </a:cubicBezTo>
                <a:cubicBezTo>
                  <a:pt x="930" y="593"/>
                  <a:pt x="930" y="593"/>
                  <a:pt x="931" y="593"/>
                </a:cubicBezTo>
                <a:cubicBezTo>
                  <a:pt x="932" y="592"/>
                  <a:pt x="932" y="593"/>
                  <a:pt x="933" y="593"/>
                </a:cubicBezTo>
                <a:cubicBezTo>
                  <a:pt x="934" y="592"/>
                  <a:pt x="934" y="592"/>
                  <a:pt x="935" y="591"/>
                </a:cubicBezTo>
                <a:cubicBezTo>
                  <a:pt x="936" y="590"/>
                  <a:pt x="937" y="590"/>
                  <a:pt x="939" y="589"/>
                </a:cubicBezTo>
                <a:cubicBezTo>
                  <a:pt x="940" y="588"/>
                  <a:pt x="941" y="587"/>
                  <a:pt x="941" y="585"/>
                </a:cubicBezTo>
                <a:cubicBezTo>
                  <a:pt x="941" y="584"/>
                  <a:pt x="941" y="583"/>
                  <a:pt x="941" y="581"/>
                </a:cubicBezTo>
                <a:cubicBezTo>
                  <a:pt x="941" y="581"/>
                  <a:pt x="941" y="580"/>
                  <a:pt x="941" y="579"/>
                </a:cubicBezTo>
                <a:cubicBezTo>
                  <a:pt x="941" y="577"/>
                  <a:pt x="941" y="577"/>
                  <a:pt x="941" y="577"/>
                </a:cubicBezTo>
                <a:cubicBezTo>
                  <a:pt x="941" y="575"/>
                  <a:pt x="942" y="575"/>
                  <a:pt x="941" y="574"/>
                </a:cubicBezTo>
                <a:cubicBezTo>
                  <a:pt x="941" y="573"/>
                  <a:pt x="940" y="572"/>
                  <a:pt x="940" y="572"/>
                </a:cubicBezTo>
                <a:cubicBezTo>
                  <a:pt x="940" y="560"/>
                  <a:pt x="940" y="560"/>
                  <a:pt x="940" y="560"/>
                </a:cubicBezTo>
                <a:cubicBezTo>
                  <a:pt x="940" y="560"/>
                  <a:pt x="939" y="560"/>
                  <a:pt x="939" y="559"/>
                </a:cubicBezTo>
                <a:cubicBezTo>
                  <a:pt x="937" y="557"/>
                  <a:pt x="937" y="555"/>
                  <a:pt x="936" y="553"/>
                </a:cubicBezTo>
                <a:cubicBezTo>
                  <a:pt x="936" y="552"/>
                  <a:pt x="937" y="551"/>
                  <a:pt x="937" y="549"/>
                </a:cubicBezTo>
                <a:cubicBezTo>
                  <a:pt x="937" y="548"/>
                  <a:pt x="936" y="548"/>
                  <a:pt x="936" y="547"/>
                </a:cubicBezTo>
                <a:cubicBezTo>
                  <a:pt x="936" y="546"/>
                  <a:pt x="937" y="546"/>
                  <a:pt x="937" y="545"/>
                </a:cubicBezTo>
                <a:cubicBezTo>
                  <a:pt x="937" y="545"/>
                  <a:pt x="936" y="544"/>
                  <a:pt x="936" y="543"/>
                </a:cubicBezTo>
                <a:cubicBezTo>
                  <a:pt x="936" y="543"/>
                  <a:pt x="935" y="542"/>
                  <a:pt x="935" y="542"/>
                </a:cubicBezTo>
                <a:cubicBezTo>
                  <a:pt x="935" y="541"/>
                  <a:pt x="935" y="541"/>
                  <a:pt x="935" y="541"/>
                </a:cubicBezTo>
                <a:cubicBezTo>
                  <a:pt x="935" y="540"/>
                  <a:pt x="935" y="539"/>
                  <a:pt x="935" y="538"/>
                </a:cubicBezTo>
                <a:cubicBezTo>
                  <a:pt x="935" y="537"/>
                  <a:pt x="935" y="536"/>
                  <a:pt x="935" y="536"/>
                </a:cubicBezTo>
                <a:cubicBezTo>
                  <a:pt x="935" y="535"/>
                  <a:pt x="937" y="535"/>
                  <a:pt x="937" y="534"/>
                </a:cubicBezTo>
                <a:cubicBezTo>
                  <a:pt x="939" y="532"/>
                  <a:pt x="941" y="531"/>
                  <a:pt x="942" y="529"/>
                </a:cubicBezTo>
                <a:cubicBezTo>
                  <a:pt x="942" y="528"/>
                  <a:pt x="942" y="527"/>
                  <a:pt x="942" y="527"/>
                </a:cubicBezTo>
                <a:cubicBezTo>
                  <a:pt x="943" y="526"/>
                  <a:pt x="943" y="526"/>
                  <a:pt x="944" y="525"/>
                </a:cubicBezTo>
                <a:cubicBezTo>
                  <a:pt x="944" y="524"/>
                  <a:pt x="944" y="524"/>
                  <a:pt x="944" y="523"/>
                </a:cubicBezTo>
                <a:cubicBezTo>
                  <a:pt x="945" y="522"/>
                  <a:pt x="945" y="521"/>
                  <a:pt x="946" y="519"/>
                </a:cubicBezTo>
                <a:cubicBezTo>
                  <a:pt x="947" y="519"/>
                  <a:pt x="947" y="518"/>
                  <a:pt x="948" y="518"/>
                </a:cubicBezTo>
                <a:cubicBezTo>
                  <a:pt x="949" y="517"/>
                  <a:pt x="949" y="517"/>
                  <a:pt x="950" y="516"/>
                </a:cubicBezTo>
                <a:cubicBezTo>
                  <a:pt x="950" y="516"/>
                  <a:pt x="951" y="515"/>
                  <a:pt x="951" y="515"/>
                </a:cubicBezTo>
                <a:cubicBezTo>
                  <a:pt x="953" y="513"/>
                  <a:pt x="954" y="512"/>
                  <a:pt x="955" y="511"/>
                </a:cubicBezTo>
                <a:cubicBezTo>
                  <a:pt x="956" y="511"/>
                  <a:pt x="956" y="510"/>
                  <a:pt x="957" y="509"/>
                </a:cubicBezTo>
                <a:cubicBezTo>
                  <a:pt x="958" y="509"/>
                  <a:pt x="958" y="508"/>
                  <a:pt x="959" y="507"/>
                </a:cubicBezTo>
                <a:cubicBezTo>
                  <a:pt x="960" y="507"/>
                  <a:pt x="961" y="506"/>
                  <a:pt x="963" y="505"/>
                </a:cubicBezTo>
                <a:cubicBezTo>
                  <a:pt x="963" y="505"/>
                  <a:pt x="963" y="504"/>
                  <a:pt x="964" y="503"/>
                </a:cubicBezTo>
                <a:cubicBezTo>
                  <a:pt x="964" y="503"/>
                  <a:pt x="965" y="503"/>
                  <a:pt x="965" y="502"/>
                </a:cubicBezTo>
                <a:cubicBezTo>
                  <a:pt x="966" y="501"/>
                  <a:pt x="965" y="500"/>
                  <a:pt x="966" y="500"/>
                </a:cubicBezTo>
                <a:cubicBezTo>
                  <a:pt x="966" y="500"/>
                  <a:pt x="967" y="500"/>
                  <a:pt x="968" y="499"/>
                </a:cubicBezTo>
                <a:cubicBezTo>
                  <a:pt x="969" y="499"/>
                  <a:pt x="969" y="498"/>
                  <a:pt x="970" y="498"/>
                </a:cubicBezTo>
                <a:cubicBezTo>
                  <a:pt x="970" y="498"/>
                  <a:pt x="971" y="497"/>
                  <a:pt x="972" y="497"/>
                </a:cubicBezTo>
                <a:cubicBezTo>
                  <a:pt x="972" y="496"/>
                  <a:pt x="973" y="496"/>
                  <a:pt x="974" y="496"/>
                </a:cubicBezTo>
                <a:cubicBezTo>
                  <a:pt x="974" y="495"/>
                  <a:pt x="975" y="494"/>
                  <a:pt x="975" y="494"/>
                </a:cubicBezTo>
                <a:cubicBezTo>
                  <a:pt x="976" y="492"/>
                  <a:pt x="976" y="490"/>
                  <a:pt x="976" y="488"/>
                </a:cubicBezTo>
                <a:cubicBezTo>
                  <a:pt x="977" y="487"/>
                  <a:pt x="978" y="487"/>
                  <a:pt x="978" y="487"/>
                </a:cubicBezTo>
                <a:cubicBezTo>
                  <a:pt x="979" y="486"/>
                  <a:pt x="979" y="485"/>
                  <a:pt x="980" y="485"/>
                </a:cubicBezTo>
                <a:cubicBezTo>
                  <a:pt x="981" y="484"/>
                  <a:pt x="982" y="484"/>
                  <a:pt x="983" y="483"/>
                </a:cubicBezTo>
                <a:cubicBezTo>
                  <a:pt x="983" y="483"/>
                  <a:pt x="984" y="482"/>
                  <a:pt x="984" y="481"/>
                </a:cubicBezTo>
                <a:cubicBezTo>
                  <a:pt x="984" y="481"/>
                  <a:pt x="985" y="480"/>
                  <a:pt x="985" y="480"/>
                </a:cubicBezTo>
                <a:cubicBezTo>
                  <a:pt x="986" y="478"/>
                  <a:pt x="986" y="477"/>
                  <a:pt x="986" y="476"/>
                </a:cubicBezTo>
                <a:cubicBezTo>
                  <a:pt x="986" y="474"/>
                  <a:pt x="986" y="473"/>
                  <a:pt x="986" y="472"/>
                </a:cubicBezTo>
                <a:cubicBezTo>
                  <a:pt x="986" y="470"/>
                  <a:pt x="987" y="468"/>
                  <a:pt x="987" y="466"/>
                </a:cubicBezTo>
                <a:cubicBezTo>
                  <a:pt x="987" y="462"/>
                  <a:pt x="987" y="462"/>
                  <a:pt x="987" y="462"/>
                </a:cubicBezTo>
                <a:cubicBezTo>
                  <a:pt x="986" y="462"/>
                  <a:pt x="986" y="462"/>
                  <a:pt x="985" y="462"/>
                </a:cubicBezTo>
                <a:cubicBezTo>
                  <a:pt x="983" y="462"/>
                  <a:pt x="982" y="462"/>
                  <a:pt x="981" y="462"/>
                </a:cubicBezTo>
                <a:cubicBezTo>
                  <a:pt x="980" y="462"/>
                  <a:pt x="980" y="463"/>
                  <a:pt x="979" y="464"/>
                </a:cubicBezTo>
                <a:cubicBezTo>
                  <a:pt x="977" y="465"/>
                  <a:pt x="975" y="466"/>
                  <a:pt x="973" y="466"/>
                </a:cubicBezTo>
                <a:cubicBezTo>
                  <a:pt x="971" y="466"/>
                  <a:pt x="971" y="466"/>
                  <a:pt x="969" y="465"/>
                </a:cubicBezTo>
                <a:cubicBezTo>
                  <a:pt x="967" y="465"/>
                  <a:pt x="967" y="465"/>
                  <a:pt x="967" y="465"/>
                </a:cubicBezTo>
                <a:cubicBezTo>
                  <a:pt x="966" y="465"/>
                  <a:pt x="965" y="466"/>
                  <a:pt x="964" y="466"/>
                </a:cubicBezTo>
                <a:cubicBezTo>
                  <a:pt x="962" y="466"/>
                  <a:pt x="961" y="466"/>
                  <a:pt x="960" y="466"/>
                </a:cubicBezTo>
                <a:cubicBezTo>
                  <a:pt x="959" y="466"/>
                  <a:pt x="958" y="465"/>
                  <a:pt x="957" y="465"/>
                </a:cubicBezTo>
                <a:cubicBezTo>
                  <a:pt x="956" y="463"/>
                  <a:pt x="956" y="463"/>
                  <a:pt x="956" y="463"/>
                </a:cubicBezTo>
                <a:cubicBezTo>
                  <a:pt x="956" y="462"/>
                  <a:pt x="955" y="462"/>
                  <a:pt x="955" y="461"/>
                </a:cubicBezTo>
                <a:cubicBezTo>
                  <a:pt x="954" y="461"/>
                  <a:pt x="955" y="460"/>
                  <a:pt x="955" y="459"/>
                </a:cubicBezTo>
                <a:cubicBezTo>
                  <a:pt x="954" y="459"/>
                  <a:pt x="953" y="459"/>
                  <a:pt x="953" y="458"/>
                </a:cubicBezTo>
                <a:cubicBezTo>
                  <a:pt x="952" y="456"/>
                  <a:pt x="952" y="456"/>
                  <a:pt x="952" y="456"/>
                </a:cubicBezTo>
                <a:cubicBezTo>
                  <a:pt x="952" y="456"/>
                  <a:pt x="952" y="455"/>
                  <a:pt x="952" y="455"/>
                </a:cubicBezTo>
                <a:cubicBezTo>
                  <a:pt x="951" y="454"/>
                  <a:pt x="951" y="454"/>
                  <a:pt x="950" y="453"/>
                </a:cubicBezTo>
                <a:cubicBezTo>
                  <a:pt x="949" y="453"/>
                  <a:pt x="949" y="453"/>
                  <a:pt x="948" y="453"/>
                </a:cubicBezTo>
                <a:cubicBezTo>
                  <a:pt x="947" y="453"/>
                  <a:pt x="947" y="452"/>
                  <a:pt x="946" y="451"/>
                </a:cubicBezTo>
                <a:cubicBezTo>
                  <a:pt x="946" y="451"/>
                  <a:pt x="945" y="450"/>
                  <a:pt x="945" y="449"/>
                </a:cubicBezTo>
                <a:cubicBezTo>
                  <a:pt x="944" y="449"/>
                  <a:pt x="943" y="449"/>
                  <a:pt x="943" y="448"/>
                </a:cubicBezTo>
                <a:cubicBezTo>
                  <a:pt x="942" y="448"/>
                  <a:pt x="942" y="447"/>
                  <a:pt x="941" y="447"/>
                </a:cubicBezTo>
                <a:cubicBezTo>
                  <a:pt x="941" y="446"/>
                  <a:pt x="940" y="446"/>
                  <a:pt x="939" y="446"/>
                </a:cubicBezTo>
                <a:cubicBezTo>
                  <a:pt x="939" y="445"/>
                  <a:pt x="938" y="446"/>
                  <a:pt x="938" y="446"/>
                </a:cubicBezTo>
                <a:cubicBezTo>
                  <a:pt x="937" y="445"/>
                  <a:pt x="936" y="445"/>
                  <a:pt x="936" y="444"/>
                </a:cubicBezTo>
                <a:cubicBezTo>
                  <a:pt x="935" y="443"/>
                  <a:pt x="934" y="442"/>
                  <a:pt x="934" y="440"/>
                </a:cubicBezTo>
                <a:cubicBezTo>
                  <a:pt x="934" y="440"/>
                  <a:pt x="933" y="439"/>
                  <a:pt x="933" y="438"/>
                </a:cubicBezTo>
                <a:cubicBezTo>
                  <a:pt x="933" y="437"/>
                  <a:pt x="933" y="436"/>
                  <a:pt x="933" y="435"/>
                </a:cubicBezTo>
                <a:cubicBezTo>
                  <a:pt x="933" y="434"/>
                  <a:pt x="932" y="434"/>
                  <a:pt x="931" y="433"/>
                </a:cubicBezTo>
                <a:cubicBezTo>
                  <a:pt x="930" y="432"/>
                  <a:pt x="929" y="431"/>
                  <a:pt x="928" y="429"/>
                </a:cubicBezTo>
                <a:cubicBezTo>
                  <a:pt x="928" y="429"/>
                  <a:pt x="927" y="429"/>
                  <a:pt x="927" y="428"/>
                </a:cubicBezTo>
                <a:cubicBezTo>
                  <a:pt x="927" y="427"/>
                  <a:pt x="927" y="426"/>
                  <a:pt x="927" y="426"/>
                </a:cubicBezTo>
                <a:cubicBezTo>
                  <a:pt x="927" y="424"/>
                  <a:pt x="927" y="424"/>
                  <a:pt x="927" y="424"/>
                </a:cubicBezTo>
                <a:cubicBezTo>
                  <a:pt x="927" y="422"/>
                  <a:pt x="927" y="421"/>
                  <a:pt x="927" y="420"/>
                </a:cubicBezTo>
                <a:cubicBezTo>
                  <a:pt x="926" y="419"/>
                  <a:pt x="926" y="419"/>
                  <a:pt x="925" y="418"/>
                </a:cubicBezTo>
                <a:cubicBezTo>
                  <a:pt x="925" y="417"/>
                  <a:pt x="924" y="416"/>
                  <a:pt x="923" y="414"/>
                </a:cubicBezTo>
                <a:cubicBezTo>
                  <a:pt x="923" y="414"/>
                  <a:pt x="923" y="413"/>
                  <a:pt x="922" y="412"/>
                </a:cubicBezTo>
                <a:cubicBezTo>
                  <a:pt x="922" y="412"/>
                  <a:pt x="921" y="412"/>
                  <a:pt x="921" y="412"/>
                </a:cubicBezTo>
                <a:cubicBezTo>
                  <a:pt x="920" y="411"/>
                  <a:pt x="920" y="410"/>
                  <a:pt x="920" y="410"/>
                </a:cubicBezTo>
                <a:cubicBezTo>
                  <a:pt x="920" y="409"/>
                  <a:pt x="920" y="408"/>
                  <a:pt x="920" y="408"/>
                </a:cubicBezTo>
                <a:cubicBezTo>
                  <a:pt x="920" y="406"/>
                  <a:pt x="920" y="405"/>
                  <a:pt x="920" y="404"/>
                </a:cubicBezTo>
                <a:cubicBezTo>
                  <a:pt x="920" y="403"/>
                  <a:pt x="919" y="403"/>
                  <a:pt x="919" y="402"/>
                </a:cubicBezTo>
                <a:cubicBezTo>
                  <a:pt x="919" y="401"/>
                  <a:pt x="918" y="401"/>
                  <a:pt x="918" y="400"/>
                </a:cubicBezTo>
                <a:cubicBezTo>
                  <a:pt x="917" y="399"/>
                  <a:pt x="915" y="398"/>
                  <a:pt x="914" y="396"/>
                </a:cubicBezTo>
                <a:cubicBezTo>
                  <a:pt x="914" y="396"/>
                  <a:pt x="914" y="395"/>
                  <a:pt x="913" y="394"/>
                </a:cubicBezTo>
                <a:cubicBezTo>
                  <a:pt x="913" y="393"/>
                  <a:pt x="914" y="392"/>
                  <a:pt x="913" y="391"/>
                </a:cubicBezTo>
                <a:cubicBezTo>
                  <a:pt x="913" y="389"/>
                  <a:pt x="912" y="388"/>
                  <a:pt x="912" y="387"/>
                </a:cubicBezTo>
                <a:cubicBezTo>
                  <a:pt x="911" y="386"/>
                  <a:pt x="911" y="386"/>
                  <a:pt x="910" y="385"/>
                </a:cubicBezTo>
                <a:cubicBezTo>
                  <a:pt x="910" y="384"/>
                  <a:pt x="909" y="384"/>
                  <a:pt x="909" y="383"/>
                </a:cubicBezTo>
                <a:cubicBezTo>
                  <a:pt x="908" y="383"/>
                  <a:pt x="907" y="382"/>
                  <a:pt x="907" y="382"/>
                </a:cubicBezTo>
                <a:cubicBezTo>
                  <a:pt x="906" y="381"/>
                  <a:pt x="905" y="378"/>
                  <a:pt x="905" y="377"/>
                </a:cubicBezTo>
                <a:moveTo>
                  <a:pt x="424" y="739"/>
                </a:moveTo>
                <a:cubicBezTo>
                  <a:pt x="424" y="739"/>
                  <a:pt x="423" y="739"/>
                  <a:pt x="423" y="739"/>
                </a:cubicBezTo>
                <a:cubicBezTo>
                  <a:pt x="423" y="739"/>
                  <a:pt x="422" y="739"/>
                  <a:pt x="422" y="739"/>
                </a:cubicBezTo>
                <a:cubicBezTo>
                  <a:pt x="422" y="738"/>
                  <a:pt x="422" y="738"/>
                  <a:pt x="422" y="738"/>
                </a:cubicBezTo>
                <a:cubicBezTo>
                  <a:pt x="422" y="737"/>
                  <a:pt x="422" y="737"/>
                  <a:pt x="422" y="737"/>
                </a:cubicBezTo>
                <a:cubicBezTo>
                  <a:pt x="422" y="736"/>
                  <a:pt x="422" y="736"/>
                  <a:pt x="421" y="736"/>
                </a:cubicBezTo>
                <a:cubicBezTo>
                  <a:pt x="421" y="736"/>
                  <a:pt x="421" y="737"/>
                  <a:pt x="420" y="737"/>
                </a:cubicBezTo>
                <a:cubicBezTo>
                  <a:pt x="420" y="739"/>
                  <a:pt x="420" y="739"/>
                  <a:pt x="420" y="739"/>
                </a:cubicBezTo>
                <a:cubicBezTo>
                  <a:pt x="420" y="739"/>
                  <a:pt x="419" y="739"/>
                  <a:pt x="418" y="740"/>
                </a:cubicBezTo>
                <a:cubicBezTo>
                  <a:pt x="418" y="740"/>
                  <a:pt x="418" y="740"/>
                  <a:pt x="418" y="741"/>
                </a:cubicBezTo>
                <a:cubicBezTo>
                  <a:pt x="418" y="741"/>
                  <a:pt x="417" y="741"/>
                  <a:pt x="417" y="741"/>
                </a:cubicBezTo>
                <a:cubicBezTo>
                  <a:pt x="417" y="743"/>
                  <a:pt x="418" y="743"/>
                  <a:pt x="419" y="744"/>
                </a:cubicBezTo>
                <a:cubicBezTo>
                  <a:pt x="419" y="744"/>
                  <a:pt x="420" y="743"/>
                  <a:pt x="420" y="743"/>
                </a:cubicBezTo>
                <a:cubicBezTo>
                  <a:pt x="420" y="743"/>
                  <a:pt x="421" y="744"/>
                  <a:pt x="421" y="744"/>
                </a:cubicBezTo>
                <a:cubicBezTo>
                  <a:pt x="421" y="744"/>
                  <a:pt x="422" y="744"/>
                  <a:pt x="422" y="744"/>
                </a:cubicBezTo>
                <a:cubicBezTo>
                  <a:pt x="422" y="744"/>
                  <a:pt x="422" y="744"/>
                  <a:pt x="423" y="745"/>
                </a:cubicBezTo>
                <a:cubicBezTo>
                  <a:pt x="422" y="745"/>
                  <a:pt x="422" y="745"/>
                  <a:pt x="422" y="746"/>
                </a:cubicBezTo>
                <a:cubicBezTo>
                  <a:pt x="422" y="746"/>
                  <a:pt x="421" y="746"/>
                  <a:pt x="421" y="746"/>
                </a:cubicBezTo>
                <a:cubicBezTo>
                  <a:pt x="421" y="747"/>
                  <a:pt x="422" y="747"/>
                  <a:pt x="422" y="747"/>
                </a:cubicBezTo>
                <a:cubicBezTo>
                  <a:pt x="422" y="748"/>
                  <a:pt x="422" y="748"/>
                  <a:pt x="422" y="748"/>
                </a:cubicBezTo>
                <a:cubicBezTo>
                  <a:pt x="423" y="748"/>
                  <a:pt x="424" y="748"/>
                  <a:pt x="424" y="749"/>
                </a:cubicBezTo>
                <a:cubicBezTo>
                  <a:pt x="425" y="749"/>
                  <a:pt x="426" y="749"/>
                  <a:pt x="426" y="750"/>
                </a:cubicBezTo>
                <a:cubicBezTo>
                  <a:pt x="426" y="750"/>
                  <a:pt x="426" y="750"/>
                  <a:pt x="426" y="750"/>
                </a:cubicBezTo>
                <a:cubicBezTo>
                  <a:pt x="426" y="751"/>
                  <a:pt x="426" y="751"/>
                  <a:pt x="426" y="751"/>
                </a:cubicBezTo>
                <a:cubicBezTo>
                  <a:pt x="425" y="751"/>
                  <a:pt x="425" y="751"/>
                  <a:pt x="424" y="751"/>
                </a:cubicBezTo>
                <a:cubicBezTo>
                  <a:pt x="424" y="751"/>
                  <a:pt x="423" y="751"/>
                  <a:pt x="423" y="751"/>
                </a:cubicBezTo>
                <a:cubicBezTo>
                  <a:pt x="422" y="752"/>
                  <a:pt x="422" y="752"/>
                  <a:pt x="421" y="752"/>
                </a:cubicBezTo>
                <a:cubicBezTo>
                  <a:pt x="420" y="752"/>
                  <a:pt x="420" y="752"/>
                  <a:pt x="419" y="752"/>
                </a:cubicBezTo>
                <a:cubicBezTo>
                  <a:pt x="419" y="752"/>
                  <a:pt x="419" y="753"/>
                  <a:pt x="418" y="753"/>
                </a:cubicBezTo>
                <a:cubicBezTo>
                  <a:pt x="418" y="753"/>
                  <a:pt x="417" y="753"/>
                  <a:pt x="417" y="754"/>
                </a:cubicBezTo>
                <a:cubicBezTo>
                  <a:pt x="417" y="754"/>
                  <a:pt x="417" y="754"/>
                  <a:pt x="417" y="754"/>
                </a:cubicBezTo>
                <a:cubicBezTo>
                  <a:pt x="417" y="755"/>
                  <a:pt x="418" y="755"/>
                  <a:pt x="418" y="755"/>
                </a:cubicBezTo>
                <a:cubicBezTo>
                  <a:pt x="418" y="755"/>
                  <a:pt x="418" y="756"/>
                  <a:pt x="418" y="756"/>
                </a:cubicBezTo>
                <a:cubicBezTo>
                  <a:pt x="418" y="756"/>
                  <a:pt x="418" y="757"/>
                  <a:pt x="418" y="757"/>
                </a:cubicBezTo>
                <a:cubicBezTo>
                  <a:pt x="418" y="757"/>
                  <a:pt x="419" y="757"/>
                  <a:pt x="419" y="758"/>
                </a:cubicBezTo>
                <a:cubicBezTo>
                  <a:pt x="419" y="758"/>
                  <a:pt x="419" y="758"/>
                  <a:pt x="419" y="759"/>
                </a:cubicBezTo>
                <a:cubicBezTo>
                  <a:pt x="419" y="759"/>
                  <a:pt x="419" y="759"/>
                  <a:pt x="419" y="759"/>
                </a:cubicBezTo>
                <a:cubicBezTo>
                  <a:pt x="419" y="760"/>
                  <a:pt x="419" y="760"/>
                  <a:pt x="419" y="760"/>
                </a:cubicBezTo>
                <a:cubicBezTo>
                  <a:pt x="419" y="761"/>
                  <a:pt x="418" y="761"/>
                  <a:pt x="418" y="761"/>
                </a:cubicBezTo>
                <a:cubicBezTo>
                  <a:pt x="418" y="762"/>
                  <a:pt x="419" y="762"/>
                  <a:pt x="420" y="763"/>
                </a:cubicBezTo>
                <a:cubicBezTo>
                  <a:pt x="420" y="764"/>
                  <a:pt x="421" y="764"/>
                  <a:pt x="421" y="765"/>
                </a:cubicBezTo>
                <a:cubicBezTo>
                  <a:pt x="421" y="765"/>
                  <a:pt x="420" y="765"/>
                  <a:pt x="420" y="765"/>
                </a:cubicBezTo>
                <a:cubicBezTo>
                  <a:pt x="420" y="766"/>
                  <a:pt x="420" y="766"/>
                  <a:pt x="420" y="766"/>
                </a:cubicBezTo>
                <a:cubicBezTo>
                  <a:pt x="420" y="767"/>
                  <a:pt x="421" y="767"/>
                  <a:pt x="421" y="767"/>
                </a:cubicBezTo>
                <a:cubicBezTo>
                  <a:pt x="421" y="767"/>
                  <a:pt x="422" y="767"/>
                  <a:pt x="422" y="767"/>
                </a:cubicBezTo>
                <a:cubicBezTo>
                  <a:pt x="422" y="767"/>
                  <a:pt x="422" y="768"/>
                  <a:pt x="422" y="768"/>
                </a:cubicBezTo>
                <a:cubicBezTo>
                  <a:pt x="420" y="769"/>
                  <a:pt x="420" y="769"/>
                  <a:pt x="420" y="769"/>
                </a:cubicBezTo>
                <a:cubicBezTo>
                  <a:pt x="420" y="770"/>
                  <a:pt x="420" y="770"/>
                  <a:pt x="420" y="770"/>
                </a:cubicBezTo>
                <a:cubicBezTo>
                  <a:pt x="421" y="770"/>
                  <a:pt x="421" y="770"/>
                  <a:pt x="421" y="770"/>
                </a:cubicBezTo>
                <a:cubicBezTo>
                  <a:pt x="423" y="770"/>
                  <a:pt x="423" y="770"/>
                  <a:pt x="423" y="770"/>
                </a:cubicBezTo>
                <a:cubicBezTo>
                  <a:pt x="424" y="770"/>
                  <a:pt x="424" y="770"/>
                  <a:pt x="424" y="770"/>
                </a:cubicBezTo>
                <a:cubicBezTo>
                  <a:pt x="424" y="771"/>
                  <a:pt x="424" y="771"/>
                  <a:pt x="424" y="772"/>
                </a:cubicBezTo>
                <a:cubicBezTo>
                  <a:pt x="423" y="772"/>
                  <a:pt x="423" y="772"/>
                  <a:pt x="422" y="772"/>
                </a:cubicBezTo>
                <a:cubicBezTo>
                  <a:pt x="423" y="773"/>
                  <a:pt x="423" y="774"/>
                  <a:pt x="424" y="774"/>
                </a:cubicBezTo>
                <a:cubicBezTo>
                  <a:pt x="424" y="774"/>
                  <a:pt x="424" y="774"/>
                  <a:pt x="425" y="774"/>
                </a:cubicBezTo>
                <a:cubicBezTo>
                  <a:pt x="425" y="774"/>
                  <a:pt x="425" y="774"/>
                  <a:pt x="426" y="774"/>
                </a:cubicBezTo>
                <a:cubicBezTo>
                  <a:pt x="426" y="774"/>
                  <a:pt x="425" y="775"/>
                  <a:pt x="426" y="775"/>
                </a:cubicBezTo>
                <a:cubicBezTo>
                  <a:pt x="425" y="776"/>
                  <a:pt x="425" y="776"/>
                  <a:pt x="425" y="776"/>
                </a:cubicBezTo>
                <a:cubicBezTo>
                  <a:pt x="425" y="776"/>
                  <a:pt x="425" y="776"/>
                  <a:pt x="425" y="776"/>
                </a:cubicBezTo>
                <a:cubicBezTo>
                  <a:pt x="426" y="777"/>
                  <a:pt x="426" y="777"/>
                  <a:pt x="426" y="777"/>
                </a:cubicBezTo>
                <a:cubicBezTo>
                  <a:pt x="426" y="778"/>
                  <a:pt x="426" y="778"/>
                  <a:pt x="427" y="778"/>
                </a:cubicBezTo>
                <a:cubicBezTo>
                  <a:pt x="427" y="779"/>
                  <a:pt x="426" y="779"/>
                  <a:pt x="426" y="779"/>
                </a:cubicBezTo>
                <a:cubicBezTo>
                  <a:pt x="426" y="780"/>
                  <a:pt x="427" y="780"/>
                  <a:pt x="427" y="780"/>
                </a:cubicBezTo>
                <a:cubicBezTo>
                  <a:pt x="428" y="781"/>
                  <a:pt x="429" y="781"/>
                  <a:pt x="430" y="781"/>
                </a:cubicBezTo>
                <a:cubicBezTo>
                  <a:pt x="430" y="781"/>
                  <a:pt x="431" y="782"/>
                  <a:pt x="431" y="782"/>
                </a:cubicBezTo>
                <a:cubicBezTo>
                  <a:pt x="431" y="782"/>
                  <a:pt x="431" y="783"/>
                  <a:pt x="431" y="783"/>
                </a:cubicBezTo>
                <a:cubicBezTo>
                  <a:pt x="431" y="783"/>
                  <a:pt x="431" y="784"/>
                  <a:pt x="432" y="784"/>
                </a:cubicBezTo>
                <a:cubicBezTo>
                  <a:pt x="432" y="784"/>
                  <a:pt x="432" y="784"/>
                  <a:pt x="432" y="784"/>
                </a:cubicBezTo>
                <a:cubicBezTo>
                  <a:pt x="433" y="785"/>
                  <a:pt x="434" y="785"/>
                  <a:pt x="434" y="785"/>
                </a:cubicBezTo>
                <a:cubicBezTo>
                  <a:pt x="434" y="785"/>
                  <a:pt x="433" y="786"/>
                  <a:pt x="433" y="786"/>
                </a:cubicBezTo>
                <a:cubicBezTo>
                  <a:pt x="433" y="786"/>
                  <a:pt x="434" y="787"/>
                  <a:pt x="434" y="787"/>
                </a:cubicBezTo>
                <a:cubicBezTo>
                  <a:pt x="434" y="787"/>
                  <a:pt x="435" y="788"/>
                  <a:pt x="436" y="788"/>
                </a:cubicBezTo>
                <a:cubicBezTo>
                  <a:pt x="436" y="788"/>
                  <a:pt x="436" y="787"/>
                  <a:pt x="436" y="788"/>
                </a:cubicBezTo>
                <a:cubicBezTo>
                  <a:pt x="437" y="788"/>
                  <a:pt x="437" y="788"/>
                  <a:pt x="437" y="788"/>
                </a:cubicBezTo>
                <a:cubicBezTo>
                  <a:pt x="438" y="788"/>
                  <a:pt x="437" y="789"/>
                  <a:pt x="437" y="789"/>
                </a:cubicBezTo>
                <a:cubicBezTo>
                  <a:pt x="438" y="789"/>
                  <a:pt x="438" y="790"/>
                  <a:pt x="439" y="790"/>
                </a:cubicBezTo>
                <a:cubicBezTo>
                  <a:pt x="440" y="791"/>
                  <a:pt x="440" y="790"/>
                  <a:pt x="441" y="790"/>
                </a:cubicBezTo>
                <a:cubicBezTo>
                  <a:pt x="441" y="790"/>
                  <a:pt x="442" y="791"/>
                  <a:pt x="442" y="791"/>
                </a:cubicBezTo>
                <a:cubicBezTo>
                  <a:pt x="442" y="791"/>
                  <a:pt x="443" y="791"/>
                  <a:pt x="443" y="791"/>
                </a:cubicBezTo>
                <a:cubicBezTo>
                  <a:pt x="443" y="791"/>
                  <a:pt x="444" y="791"/>
                  <a:pt x="444" y="791"/>
                </a:cubicBezTo>
                <a:cubicBezTo>
                  <a:pt x="444" y="791"/>
                  <a:pt x="444" y="792"/>
                  <a:pt x="445" y="792"/>
                </a:cubicBezTo>
                <a:cubicBezTo>
                  <a:pt x="445" y="792"/>
                  <a:pt x="446" y="792"/>
                  <a:pt x="447" y="792"/>
                </a:cubicBezTo>
                <a:cubicBezTo>
                  <a:pt x="448" y="792"/>
                  <a:pt x="448" y="792"/>
                  <a:pt x="448" y="792"/>
                </a:cubicBezTo>
                <a:cubicBezTo>
                  <a:pt x="448" y="792"/>
                  <a:pt x="448" y="793"/>
                  <a:pt x="449" y="793"/>
                </a:cubicBezTo>
                <a:cubicBezTo>
                  <a:pt x="449" y="793"/>
                  <a:pt x="449" y="793"/>
                  <a:pt x="450" y="793"/>
                </a:cubicBezTo>
                <a:cubicBezTo>
                  <a:pt x="457" y="793"/>
                  <a:pt x="457" y="793"/>
                  <a:pt x="457" y="793"/>
                </a:cubicBezTo>
                <a:cubicBezTo>
                  <a:pt x="458" y="793"/>
                  <a:pt x="458" y="794"/>
                  <a:pt x="458" y="794"/>
                </a:cubicBezTo>
                <a:cubicBezTo>
                  <a:pt x="459" y="794"/>
                  <a:pt x="459" y="793"/>
                  <a:pt x="459" y="793"/>
                </a:cubicBezTo>
                <a:cubicBezTo>
                  <a:pt x="459" y="793"/>
                  <a:pt x="459" y="792"/>
                  <a:pt x="459" y="792"/>
                </a:cubicBezTo>
                <a:cubicBezTo>
                  <a:pt x="460" y="791"/>
                  <a:pt x="460" y="791"/>
                  <a:pt x="460" y="791"/>
                </a:cubicBezTo>
                <a:cubicBezTo>
                  <a:pt x="461" y="791"/>
                  <a:pt x="461" y="791"/>
                  <a:pt x="462" y="791"/>
                </a:cubicBezTo>
                <a:cubicBezTo>
                  <a:pt x="462" y="791"/>
                  <a:pt x="463" y="791"/>
                  <a:pt x="464" y="791"/>
                </a:cubicBezTo>
                <a:cubicBezTo>
                  <a:pt x="464" y="790"/>
                  <a:pt x="464" y="790"/>
                  <a:pt x="463" y="789"/>
                </a:cubicBezTo>
                <a:cubicBezTo>
                  <a:pt x="463" y="789"/>
                  <a:pt x="462" y="789"/>
                  <a:pt x="462" y="789"/>
                </a:cubicBezTo>
                <a:cubicBezTo>
                  <a:pt x="461" y="789"/>
                  <a:pt x="461" y="788"/>
                  <a:pt x="460" y="788"/>
                </a:cubicBezTo>
                <a:cubicBezTo>
                  <a:pt x="460" y="788"/>
                  <a:pt x="459" y="788"/>
                  <a:pt x="459" y="788"/>
                </a:cubicBezTo>
                <a:cubicBezTo>
                  <a:pt x="459" y="788"/>
                  <a:pt x="459" y="788"/>
                  <a:pt x="458" y="788"/>
                </a:cubicBezTo>
                <a:cubicBezTo>
                  <a:pt x="457" y="788"/>
                  <a:pt x="457" y="788"/>
                  <a:pt x="456" y="788"/>
                </a:cubicBezTo>
                <a:cubicBezTo>
                  <a:pt x="456" y="788"/>
                  <a:pt x="456" y="788"/>
                  <a:pt x="455" y="788"/>
                </a:cubicBezTo>
                <a:cubicBezTo>
                  <a:pt x="455" y="786"/>
                  <a:pt x="455" y="786"/>
                  <a:pt x="455" y="786"/>
                </a:cubicBezTo>
                <a:cubicBezTo>
                  <a:pt x="454" y="786"/>
                  <a:pt x="454" y="786"/>
                  <a:pt x="453" y="786"/>
                </a:cubicBezTo>
                <a:cubicBezTo>
                  <a:pt x="453" y="786"/>
                  <a:pt x="453" y="786"/>
                  <a:pt x="452" y="786"/>
                </a:cubicBezTo>
                <a:cubicBezTo>
                  <a:pt x="452" y="785"/>
                  <a:pt x="452" y="785"/>
                  <a:pt x="451" y="785"/>
                </a:cubicBezTo>
                <a:cubicBezTo>
                  <a:pt x="451" y="785"/>
                  <a:pt x="451" y="784"/>
                  <a:pt x="451" y="784"/>
                </a:cubicBezTo>
                <a:cubicBezTo>
                  <a:pt x="451" y="783"/>
                  <a:pt x="451" y="783"/>
                  <a:pt x="451" y="782"/>
                </a:cubicBezTo>
                <a:cubicBezTo>
                  <a:pt x="451" y="782"/>
                  <a:pt x="451" y="781"/>
                  <a:pt x="451" y="781"/>
                </a:cubicBezTo>
                <a:cubicBezTo>
                  <a:pt x="451" y="781"/>
                  <a:pt x="451" y="780"/>
                  <a:pt x="451" y="780"/>
                </a:cubicBezTo>
                <a:cubicBezTo>
                  <a:pt x="450" y="780"/>
                  <a:pt x="450" y="780"/>
                  <a:pt x="450" y="779"/>
                </a:cubicBezTo>
                <a:cubicBezTo>
                  <a:pt x="450" y="779"/>
                  <a:pt x="449" y="779"/>
                  <a:pt x="449" y="778"/>
                </a:cubicBezTo>
                <a:cubicBezTo>
                  <a:pt x="449" y="778"/>
                  <a:pt x="449" y="778"/>
                  <a:pt x="449" y="777"/>
                </a:cubicBezTo>
                <a:cubicBezTo>
                  <a:pt x="449" y="776"/>
                  <a:pt x="449" y="776"/>
                  <a:pt x="449" y="776"/>
                </a:cubicBezTo>
                <a:cubicBezTo>
                  <a:pt x="449" y="776"/>
                  <a:pt x="449" y="776"/>
                  <a:pt x="449" y="776"/>
                </a:cubicBezTo>
                <a:cubicBezTo>
                  <a:pt x="449" y="775"/>
                  <a:pt x="449" y="774"/>
                  <a:pt x="449" y="774"/>
                </a:cubicBezTo>
                <a:cubicBezTo>
                  <a:pt x="449" y="773"/>
                  <a:pt x="449" y="773"/>
                  <a:pt x="449" y="773"/>
                </a:cubicBezTo>
                <a:cubicBezTo>
                  <a:pt x="448" y="772"/>
                  <a:pt x="448" y="772"/>
                  <a:pt x="448" y="772"/>
                </a:cubicBezTo>
                <a:cubicBezTo>
                  <a:pt x="448" y="771"/>
                  <a:pt x="447" y="771"/>
                  <a:pt x="447" y="771"/>
                </a:cubicBezTo>
                <a:cubicBezTo>
                  <a:pt x="447" y="770"/>
                  <a:pt x="447" y="770"/>
                  <a:pt x="447" y="769"/>
                </a:cubicBezTo>
                <a:cubicBezTo>
                  <a:pt x="447" y="768"/>
                  <a:pt x="447" y="768"/>
                  <a:pt x="447" y="768"/>
                </a:cubicBezTo>
                <a:cubicBezTo>
                  <a:pt x="447" y="768"/>
                  <a:pt x="447" y="768"/>
                  <a:pt x="447" y="767"/>
                </a:cubicBezTo>
                <a:cubicBezTo>
                  <a:pt x="447" y="764"/>
                  <a:pt x="447" y="764"/>
                  <a:pt x="447" y="764"/>
                </a:cubicBezTo>
                <a:cubicBezTo>
                  <a:pt x="447" y="763"/>
                  <a:pt x="447" y="763"/>
                  <a:pt x="447" y="762"/>
                </a:cubicBezTo>
                <a:cubicBezTo>
                  <a:pt x="452" y="762"/>
                  <a:pt x="452" y="762"/>
                  <a:pt x="452" y="762"/>
                </a:cubicBezTo>
                <a:cubicBezTo>
                  <a:pt x="452" y="761"/>
                  <a:pt x="452" y="761"/>
                  <a:pt x="452" y="760"/>
                </a:cubicBezTo>
                <a:cubicBezTo>
                  <a:pt x="452" y="760"/>
                  <a:pt x="452" y="760"/>
                  <a:pt x="452" y="759"/>
                </a:cubicBezTo>
                <a:cubicBezTo>
                  <a:pt x="452" y="759"/>
                  <a:pt x="452" y="758"/>
                  <a:pt x="452" y="758"/>
                </a:cubicBezTo>
                <a:cubicBezTo>
                  <a:pt x="452" y="757"/>
                  <a:pt x="452" y="757"/>
                  <a:pt x="453" y="757"/>
                </a:cubicBezTo>
                <a:cubicBezTo>
                  <a:pt x="453" y="756"/>
                  <a:pt x="453" y="756"/>
                  <a:pt x="454" y="756"/>
                </a:cubicBezTo>
                <a:cubicBezTo>
                  <a:pt x="454" y="756"/>
                  <a:pt x="455" y="756"/>
                  <a:pt x="455" y="756"/>
                </a:cubicBezTo>
                <a:cubicBezTo>
                  <a:pt x="456" y="756"/>
                  <a:pt x="456" y="756"/>
                  <a:pt x="456" y="755"/>
                </a:cubicBezTo>
                <a:cubicBezTo>
                  <a:pt x="457" y="754"/>
                  <a:pt x="457" y="753"/>
                  <a:pt x="458" y="751"/>
                </a:cubicBezTo>
                <a:cubicBezTo>
                  <a:pt x="458" y="751"/>
                  <a:pt x="458" y="751"/>
                  <a:pt x="458" y="750"/>
                </a:cubicBezTo>
                <a:cubicBezTo>
                  <a:pt x="458" y="750"/>
                  <a:pt x="458" y="750"/>
                  <a:pt x="459" y="750"/>
                </a:cubicBezTo>
                <a:cubicBezTo>
                  <a:pt x="459" y="749"/>
                  <a:pt x="459" y="749"/>
                  <a:pt x="460" y="749"/>
                </a:cubicBezTo>
                <a:cubicBezTo>
                  <a:pt x="460" y="749"/>
                  <a:pt x="460" y="749"/>
                  <a:pt x="461" y="748"/>
                </a:cubicBezTo>
                <a:cubicBezTo>
                  <a:pt x="461" y="748"/>
                  <a:pt x="461" y="748"/>
                  <a:pt x="462" y="748"/>
                </a:cubicBezTo>
                <a:cubicBezTo>
                  <a:pt x="462" y="748"/>
                  <a:pt x="462" y="748"/>
                  <a:pt x="462" y="747"/>
                </a:cubicBezTo>
                <a:cubicBezTo>
                  <a:pt x="462" y="746"/>
                  <a:pt x="462" y="746"/>
                  <a:pt x="462" y="746"/>
                </a:cubicBezTo>
                <a:cubicBezTo>
                  <a:pt x="461" y="745"/>
                  <a:pt x="461" y="745"/>
                  <a:pt x="461" y="745"/>
                </a:cubicBezTo>
                <a:cubicBezTo>
                  <a:pt x="460" y="745"/>
                  <a:pt x="459" y="746"/>
                  <a:pt x="458" y="745"/>
                </a:cubicBezTo>
                <a:cubicBezTo>
                  <a:pt x="458" y="745"/>
                  <a:pt x="458" y="745"/>
                  <a:pt x="458" y="745"/>
                </a:cubicBezTo>
                <a:cubicBezTo>
                  <a:pt x="457" y="745"/>
                  <a:pt x="457" y="744"/>
                  <a:pt x="457" y="744"/>
                </a:cubicBezTo>
                <a:cubicBezTo>
                  <a:pt x="457" y="743"/>
                  <a:pt x="457" y="743"/>
                  <a:pt x="456" y="743"/>
                </a:cubicBezTo>
                <a:cubicBezTo>
                  <a:pt x="456" y="743"/>
                  <a:pt x="456" y="743"/>
                  <a:pt x="455" y="743"/>
                </a:cubicBezTo>
                <a:cubicBezTo>
                  <a:pt x="455" y="742"/>
                  <a:pt x="455" y="742"/>
                  <a:pt x="454" y="742"/>
                </a:cubicBezTo>
                <a:cubicBezTo>
                  <a:pt x="454" y="742"/>
                  <a:pt x="454" y="741"/>
                  <a:pt x="454" y="741"/>
                </a:cubicBezTo>
                <a:cubicBezTo>
                  <a:pt x="453" y="741"/>
                  <a:pt x="453" y="740"/>
                  <a:pt x="453" y="740"/>
                </a:cubicBezTo>
                <a:cubicBezTo>
                  <a:pt x="453" y="739"/>
                  <a:pt x="453" y="739"/>
                  <a:pt x="453" y="738"/>
                </a:cubicBezTo>
                <a:cubicBezTo>
                  <a:pt x="453" y="737"/>
                  <a:pt x="453" y="737"/>
                  <a:pt x="453" y="737"/>
                </a:cubicBezTo>
                <a:cubicBezTo>
                  <a:pt x="453" y="737"/>
                  <a:pt x="453" y="737"/>
                  <a:pt x="453" y="736"/>
                </a:cubicBezTo>
                <a:cubicBezTo>
                  <a:pt x="453" y="736"/>
                  <a:pt x="454" y="736"/>
                  <a:pt x="454" y="735"/>
                </a:cubicBezTo>
                <a:cubicBezTo>
                  <a:pt x="455" y="734"/>
                  <a:pt x="456" y="734"/>
                  <a:pt x="457" y="734"/>
                </a:cubicBezTo>
                <a:cubicBezTo>
                  <a:pt x="462" y="734"/>
                  <a:pt x="462" y="734"/>
                  <a:pt x="462" y="734"/>
                </a:cubicBezTo>
                <a:cubicBezTo>
                  <a:pt x="462" y="728"/>
                  <a:pt x="462" y="728"/>
                  <a:pt x="462" y="728"/>
                </a:cubicBezTo>
                <a:cubicBezTo>
                  <a:pt x="462" y="728"/>
                  <a:pt x="463" y="728"/>
                  <a:pt x="463" y="728"/>
                </a:cubicBezTo>
                <a:cubicBezTo>
                  <a:pt x="463" y="727"/>
                  <a:pt x="463" y="727"/>
                  <a:pt x="464" y="727"/>
                </a:cubicBezTo>
                <a:cubicBezTo>
                  <a:pt x="464" y="726"/>
                  <a:pt x="464" y="726"/>
                  <a:pt x="465" y="725"/>
                </a:cubicBezTo>
                <a:cubicBezTo>
                  <a:pt x="465" y="725"/>
                  <a:pt x="465" y="724"/>
                  <a:pt x="465" y="724"/>
                </a:cubicBezTo>
                <a:cubicBezTo>
                  <a:pt x="465" y="724"/>
                  <a:pt x="465" y="723"/>
                  <a:pt x="465" y="723"/>
                </a:cubicBezTo>
                <a:cubicBezTo>
                  <a:pt x="465" y="723"/>
                  <a:pt x="465" y="722"/>
                  <a:pt x="465" y="722"/>
                </a:cubicBezTo>
                <a:cubicBezTo>
                  <a:pt x="465" y="722"/>
                  <a:pt x="465" y="721"/>
                  <a:pt x="465" y="721"/>
                </a:cubicBezTo>
                <a:cubicBezTo>
                  <a:pt x="465" y="721"/>
                  <a:pt x="466" y="720"/>
                  <a:pt x="466" y="720"/>
                </a:cubicBezTo>
                <a:cubicBezTo>
                  <a:pt x="467" y="720"/>
                  <a:pt x="467" y="721"/>
                  <a:pt x="468" y="721"/>
                </a:cubicBezTo>
                <a:cubicBezTo>
                  <a:pt x="469" y="721"/>
                  <a:pt x="469" y="720"/>
                  <a:pt x="470" y="720"/>
                </a:cubicBezTo>
                <a:cubicBezTo>
                  <a:pt x="470" y="720"/>
                  <a:pt x="471" y="720"/>
                  <a:pt x="471" y="719"/>
                </a:cubicBezTo>
                <a:cubicBezTo>
                  <a:pt x="471" y="719"/>
                  <a:pt x="471" y="719"/>
                  <a:pt x="471" y="718"/>
                </a:cubicBezTo>
                <a:cubicBezTo>
                  <a:pt x="471" y="717"/>
                  <a:pt x="471" y="717"/>
                  <a:pt x="471" y="717"/>
                </a:cubicBezTo>
                <a:cubicBezTo>
                  <a:pt x="471" y="717"/>
                  <a:pt x="470" y="717"/>
                  <a:pt x="470" y="716"/>
                </a:cubicBezTo>
                <a:cubicBezTo>
                  <a:pt x="470" y="717"/>
                  <a:pt x="470" y="716"/>
                  <a:pt x="469" y="716"/>
                </a:cubicBezTo>
                <a:cubicBezTo>
                  <a:pt x="469" y="717"/>
                  <a:pt x="469" y="717"/>
                  <a:pt x="468" y="717"/>
                </a:cubicBezTo>
                <a:cubicBezTo>
                  <a:pt x="468" y="717"/>
                  <a:pt x="468" y="718"/>
                  <a:pt x="467" y="718"/>
                </a:cubicBezTo>
                <a:cubicBezTo>
                  <a:pt x="467" y="718"/>
                  <a:pt x="467" y="718"/>
                  <a:pt x="467" y="718"/>
                </a:cubicBezTo>
                <a:cubicBezTo>
                  <a:pt x="466" y="718"/>
                  <a:pt x="465" y="718"/>
                  <a:pt x="465" y="717"/>
                </a:cubicBezTo>
                <a:cubicBezTo>
                  <a:pt x="465" y="717"/>
                  <a:pt x="465" y="716"/>
                  <a:pt x="465" y="715"/>
                </a:cubicBezTo>
                <a:cubicBezTo>
                  <a:pt x="465" y="715"/>
                  <a:pt x="465" y="714"/>
                  <a:pt x="465" y="713"/>
                </a:cubicBezTo>
                <a:cubicBezTo>
                  <a:pt x="465" y="713"/>
                  <a:pt x="464" y="713"/>
                  <a:pt x="464" y="713"/>
                </a:cubicBezTo>
                <a:cubicBezTo>
                  <a:pt x="464" y="710"/>
                  <a:pt x="464" y="710"/>
                  <a:pt x="464" y="710"/>
                </a:cubicBezTo>
                <a:cubicBezTo>
                  <a:pt x="466" y="710"/>
                  <a:pt x="466" y="710"/>
                  <a:pt x="466" y="710"/>
                </a:cubicBezTo>
                <a:cubicBezTo>
                  <a:pt x="467" y="710"/>
                  <a:pt x="467" y="710"/>
                  <a:pt x="468" y="710"/>
                </a:cubicBezTo>
                <a:cubicBezTo>
                  <a:pt x="469" y="711"/>
                  <a:pt x="469" y="712"/>
                  <a:pt x="470" y="712"/>
                </a:cubicBezTo>
                <a:cubicBezTo>
                  <a:pt x="476" y="712"/>
                  <a:pt x="476" y="712"/>
                  <a:pt x="476" y="712"/>
                </a:cubicBezTo>
                <a:cubicBezTo>
                  <a:pt x="476" y="711"/>
                  <a:pt x="476" y="711"/>
                  <a:pt x="476" y="711"/>
                </a:cubicBezTo>
                <a:cubicBezTo>
                  <a:pt x="476" y="710"/>
                  <a:pt x="476" y="710"/>
                  <a:pt x="475" y="710"/>
                </a:cubicBezTo>
                <a:cubicBezTo>
                  <a:pt x="475" y="709"/>
                  <a:pt x="475" y="709"/>
                  <a:pt x="475" y="709"/>
                </a:cubicBezTo>
                <a:cubicBezTo>
                  <a:pt x="475" y="709"/>
                  <a:pt x="475" y="708"/>
                  <a:pt x="475" y="708"/>
                </a:cubicBezTo>
                <a:cubicBezTo>
                  <a:pt x="476" y="708"/>
                  <a:pt x="476" y="707"/>
                  <a:pt x="476" y="707"/>
                </a:cubicBezTo>
                <a:cubicBezTo>
                  <a:pt x="476" y="707"/>
                  <a:pt x="477" y="707"/>
                  <a:pt x="477" y="707"/>
                </a:cubicBezTo>
                <a:cubicBezTo>
                  <a:pt x="477" y="706"/>
                  <a:pt x="477" y="706"/>
                  <a:pt x="477" y="706"/>
                </a:cubicBezTo>
                <a:cubicBezTo>
                  <a:pt x="477" y="705"/>
                  <a:pt x="477" y="705"/>
                  <a:pt x="477" y="705"/>
                </a:cubicBezTo>
                <a:cubicBezTo>
                  <a:pt x="477" y="704"/>
                  <a:pt x="476" y="704"/>
                  <a:pt x="476" y="703"/>
                </a:cubicBezTo>
                <a:cubicBezTo>
                  <a:pt x="476" y="703"/>
                  <a:pt x="476" y="702"/>
                  <a:pt x="476" y="702"/>
                </a:cubicBezTo>
                <a:cubicBezTo>
                  <a:pt x="476" y="700"/>
                  <a:pt x="476" y="700"/>
                  <a:pt x="476" y="700"/>
                </a:cubicBezTo>
                <a:cubicBezTo>
                  <a:pt x="480" y="700"/>
                  <a:pt x="480" y="700"/>
                  <a:pt x="480" y="700"/>
                </a:cubicBezTo>
                <a:cubicBezTo>
                  <a:pt x="481" y="700"/>
                  <a:pt x="481" y="700"/>
                  <a:pt x="481" y="700"/>
                </a:cubicBezTo>
                <a:cubicBezTo>
                  <a:pt x="483" y="700"/>
                  <a:pt x="483" y="700"/>
                  <a:pt x="483" y="700"/>
                </a:cubicBezTo>
                <a:cubicBezTo>
                  <a:pt x="484" y="700"/>
                  <a:pt x="484" y="699"/>
                  <a:pt x="485" y="699"/>
                </a:cubicBezTo>
                <a:cubicBezTo>
                  <a:pt x="486" y="699"/>
                  <a:pt x="486" y="699"/>
                  <a:pt x="487" y="699"/>
                </a:cubicBezTo>
                <a:cubicBezTo>
                  <a:pt x="492" y="699"/>
                  <a:pt x="492" y="699"/>
                  <a:pt x="492" y="699"/>
                </a:cubicBezTo>
                <a:cubicBezTo>
                  <a:pt x="493" y="699"/>
                  <a:pt x="493" y="699"/>
                  <a:pt x="494" y="699"/>
                </a:cubicBezTo>
                <a:cubicBezTo>
                  <a:pt x="494" y="699"/>
                  <a:pt x="494" y="699"/>
                  <a:pt x="495" y="699"/>
                </a:cubicBezTo>
                <a:cubicBezTo>
                  <a:pt x="495" y="698"/>
                  <a:pt x="495" y="698"/>
                  <a:pt x="495" y="698"/>
                </a:cubicBezTo>
                <a:cubicBezTo>
                  <a:pt x="495" y="697"/>
                  <a:pt x="495" y="697"/>
                  <a:pt x="495" y="697"/>
                </a:cubicBezTo>
                <a:cubicBezTo>
                  <a:pt x="495" y="696"/>
                  <a:pt x="496" y="696"/>
                  <a:pt x="496" y="696"/>
                </a:cubicBezTo>
                <a:cubicBezTo>
                  <a:pt x="496" y="695"/>
                  <a:pt x="496" y="694"/>
                  <a:pt x="497" y="694"/>
                </a:cubicBezTo>
                <a:cubicBezTo>
                  <a:pt x="497" y="694"/>
                  <a:pt x="498" y="693"/>
                  <a:pt x="498" y="693"/>
                </a:cubicBezTo>
                <a:cubicBezTo>
                  <a:pt x="499" y="693"/>
                  <a:pt x="499" y="692"/>
                  <a:pt x="500" y="692"/>
                </a:cubicBezTo>
                <a:cubicBezTo>
                  <a:pt x="500" y="692"/>
                  <a:pt x="501" y="691"/>
                  <a:pt x="501" y="691"/>
                </a:cubicBezTo>
                <a:cubicBezTo>
                  <a:pt x="501" y="691"/>
                  <a:pt x="501" y="690"/>
                  <a:pt x="501" y="690"/>
                </a:cubicBezTo>
                <a:cubicBezTo>
                  <a:pt x="502" y="689"/>
                  <a:pt x="502" y="689"/>
                  <a:pt x="502" y="689"/>
                </a:cubicBezTo>
                <a:cubicBezTo>
                  <a:pt x="502" y="689"/>
                  <a:pt x="502" y="689"/>
                  <a:pt x="502" y="688"/>
                </a:cubicBezTo>
                <a:cubicBezTo>
                  <a:pt x="502" y="685"/>
                  <a:pt x="502" y="685"/>
                  <a:pt x="502" y="685"/>
                </a:cubicBezTo>
                <a:cubicBezTo>
                  <a:pt x="501" y="685"/>
                  <a:pt x="501" y="685"/>
                  <a:pt x="501" y="685"/>
                </a:cubicBezTo>
                <a:cubicBezTo>
                  <a:pt x="501" y="685"/>
                  <a:pt x="501" y="685"/>
                  <a:pt x="501" y="685"/>
                </a:cubicBezTo>
                <a:cubicBezTo>
                  <a:pt x="501" y="683"/>
                  <a:pt x="501" y="683"/>
                  <a:pt x="501" y="683"/>
                </a:cubicBezTo>
                <a:cubicBezTo>
                  <a:pt x="501" y="683"/>
                  <a:pt x="501" y="683"/>
                  <a:pt x="501" y="682"/>
                </a:cubicBezTo>
                <a:cubicBezTo>
                  <a:pt x="500" y="682"/>
                  <a:pt x="500" y="682"/>
                  <a:pt x="500" y="681"/>
                </a:cubicBezTo>
                <a:cubicBezTo>
                  <a:pt x="500" y="681"/>
                  <a:pt x="500" y="681"/>
                  <a:pt x="499" y="681"/>
                </a:cubicBezTo>
                <a:cubicBezTo>
                  <a:pt x="499" y="680"/>
                  <a:pt x="499" y="680"/>
                  <a:pt x="498" y="680"/>
                </a:cubicBezTo>
                <a:cubicBezTo>
                  <a:pt x="497" y="679"/>
                  <a:pt x="497" y="679"/>
                  <a:pt x="496" y="678"/>
                </a:cubicBezTo>
                <a:cubicBezTo>
                  <a:pt x="496" y="678"/>
                  <a:pt x="495" y="678"/>
                  <a:pt x="495" y="678"/>
                </a:cubicBezTo>
                <a:cubicBezTo>
                  <a:pt x="495" y="677"/>
                  <a:pt x="495" y="677"/>
                  <a:pt x="495" y="677"/>
                </a:cubicBezTo>
                <a:cubicBezTo>
                  <a:pt x="494" y="677"/>
                  <a:pt x="495" y="676"/>
                  <a:pt x="495" y="676"/>
                </a:cubicBezTo>
                <a:cubicBezTo>
                  <a:pt x="498" y="676"/>
                  <a:pt x="498" y="676"/>
                  <a:pt x="498" y="676"/>
                </a:cubicBezTo>
                <a:cubicBezTo>
                  <a:pt x="499" y="676"/>
                  <a:pt x="500" y="676"/>
                  <a:pt x="501" y="676"/>
                </a:cubicBezTo>
                <a:cubicBezTo>
                  <a:pt x="501" y="677"/>
                  <a:pt x="502" y="677"/>
                  <a:pt x="502" y="678"/>
                </a:cubicBezTo>
                <a:cubicBezTo>
                  <a:pt x="503" y="678"/>
                  <a:pt x="503" y="678"/>
                  <a:pt x="503" y="678"/>
                </a:cubicBezTo>
                <a:cubicBezTo>
                  <a:pt x="504" y="679"/>
                  <a:pt x="504" y="678"/>
                  <a:pt x="504" y="678"/>
                </a:cubicBezTo>
                <a:cubicBezTo>
                  <a:pt x="505" y="679"/>
                  <a:pt x="506" y="679"/>
                  <a:pt x="507" y="679"/>
                </a:cubicBezTo>
                <a:cubicBezTo>
                  <a:pt x="507" y="679"/>
                  <a:pt x="508" y="679"/>
                  <a:pt x="508" y="679"/>
                </a:cubicBezTo>
                <a:cubicBezTo>
                  <a:pt x="509" y="679"/>
                  <a:pt x="509" y="678"/>
                  <a:pt x="509" y="678"/>
                </a:cubicBezTo>
                <a:cubicBezTo>
                  <a:pt x="510" y="678"/>
                  <a:pt x="510" y="678"/>
                  <a:pt x="511" y="678"/>
                </a:cubicBezTo>
                <a:cubicBezTo>
                  <a:pt x="512" y="678"/>
                  <a:pt x="512" y="678"/>
                  <a:pt x="513" y="678"/>
                </a:cubicBezTo>
                <a:cubicBezTo>
                  <a:pt x="513" y="678"/>
                  <a:pt x="513" y="677"/>
                  <a:pt x="514" y="677"/>
                </a:cubicBezTo>
                <a:cubicBezTo>
                  <a:pt x="514" y="677"/>
                  <a:pt x="514" y="677"/>
                  <a:pt x="515" y="677"/>
                </a:cubicBezTo>
                <a:cubicBezTo>
                  <a:pt x="515" y="677"/>
                  <a:pt x="515" y="676"/>
                  <a:pt x="515" y="676"/>
                </a:cubicBezTo>
                <a:cubicBezTo>
                  <a:pt x="516" y="675"/>
                  <a:pt x="516" y="675"/>
                  <a:pt x="516" y="674"/>
                </a:cubicBezTo>
                <a:cubicBezTo>
                  <a:pt x="517" y="674"/>
                  <a:pt x="517" y="674"/>
                  <a:pt x="517" y="673"/>
                </a:cubicBezTo>
                <a:cubicBezTo>
                  <a:pt x="517" y="673"/>
                  <a:pt x="517" y="673"/>
                  <a:pt x="518" y="672"/>
                </a:cubicBezTo>
                <a:cubicBezTo>
                  <a:pt x="518" y="672"/>
                  <a:pt x="518" y="672"/>
                  <a:pt x="519" y="672"/>
                </a:cubicBezTo>
                <a:cubicBezTo>
                  <a:pt x="519" y="672"/>
                  <a:pt x="520" y="672"/>
                  <a:pt x="520" y="671"/>
                </a:cubicBezTo>
                <a:cubicBezTo>
                  <a:pt x="520" y="671"/>
                  <a:pt x="520" y="671"/>
                  <a:pt x="521" y="670"/>
                </a:cubicBezTo>
                <a:cubicBezTo>
                  <a:pt x="521" y="670"/>
                  <a:pt x="521" y="670"/>
                  <a:pt x="521" y="670"/>
                </a:cubicBezTo>
                <a:cubicBezTo>
                  <a:pt x="521" y="669"/>
                  <a:pt x="521" y="668"/>
                  <a:pt x="521" y="668"/>
                </a:cubicBezTo>
                <a:cubicBezTo>
                  <a:pt x="521" y="667"/>
                  <a:pt x="522" y="667"/>
                  <a:pt x="522" y="666"/>
                </a:cubicBezTo>
                <a:cubicBezTo>
                  <a:pt x="523" y="665"/>
                  <a:pt x="523" y="665"/>
                  <a:pt x="523" y="665"/>
                </a:cubicBezTo>
                <a:cubicBezTo>
                  <a:pt x="523" y="664"/>
                  <a:pt x="523" y="663"/>
                  <a:pt x="523" y="662"/>
                </a:cubicBezTo>
                <a:cubicBezTo>
                  <a:pt x="523" y="662"/>
                  <a:pt x="523" y="661"/>
                  <a:pt x="523" y="661"/>
                </a:cubicBezTo>
                <a:cubicBezTo>
                  <a:pt x="523" y="661"/>
                  <a:pt x="523" y="660"/>
                  <a:pt x="523" y="660"/>
                </a:cubicBezTo>
                <a:cubicBezTo>
                  <a:pt x="524" y="660"/>
                  <a:pt x="524" y="659"/>
                  <a:pt x="524" y="659"/>
                </a:cubicBezTo>
                <a:cubicBezTo>
                  <a:pt x="524" y="658"/>
                  <a:pt x="525" y="658"/>
                  <a:pt x="526" y="658"/>
                </a:cubicBezTo>
                <a:cubicBezTo>
                  <a:pt x="526" y="658"/>
                  <a:pt x="526" y="657"/>
                  <a:pt x="527" y="657"/>
                </a:cubicBezTo>
                <a:cubicBezTo>
                  <a:pt x="527" y="657"/>
                  <a:pt x="527" y="658"/>
                  <a:pt x="527" y="658"/>
                </a:cubicBezTo>
                <a:cubicBezTo>
                  <a:pt x="527" y="658"/>
                  <a:pt x="527" y="658"/>
                  <a:pt x="527" y="659"/>
                </a:cubicBezTo>
                <a:cubicBezTo>
                  <a:pt x="527" y="659"/>
                  <a:pt x="527" y="659"/>
                  <a:pt x="527" y="660"/>
                </a:cubicBezTo>
                <a:cubicBezTo>
                  <a:pt x="527" y="660"/>
                  <a:pt x="526" y="660"/>
                  <a:pt x="526" y="661"/>
                </a:cubicBezTo>
                <a:cubicBezTo>
                  <a:pt x="526" y="661"/>
                  <a:pt x="527" y="661"/>
                  <a:pt x="527" y="661"/>
                </a:cubicBezTo>
                <a:cubicBezTo>
                  <a:pt x="528" y="661"/>
                  <a:pt x="528" y="661"/>
                  <a:pt x="529" y="661"/>
                </a:cubicBezTo>
                <a:cubicBezTo>
                  <a:pt x="529" y="660"/>
                  <a:pt x="529" y="660"/>
                  <a:pt x="529" y="660"/>
                </a:cubicBezTo>
                <a:cubicBezTo>
                  <a:pt x="530" y="659"/>
                  <a:pt x="530" y="658"/>
                  <a:pt x="530" y="658"/>
                </a:cubicBezTo>
                <a:cubicBezTo>
                  <a:pt x="530" y="657"/>
                  <a:pt x="531" y="657"/>
                  <a:pt x="531" y="657"/>
                </a:cubicBezTo>
                <a:cubicBezTo>
                  <a:pt x="531" y="656"/>
                  <a:pt x="531" y="656"/>
                  <a:pt x="532" y="656"/>
                </a:cubicBezTo>
                <a:cubicBezTo>
                  <a:pt x="532" y="656"/>
                  <a:pt x="532" y="655"/>
                  <a:pt x="532" y="655"/>
                </a:cubicBezTo>
                <a:cubicBezTo>
                  <a:pt x="532" y="654"/>
                  <a:pt x="533" y="654"/>
                  <a:pt x="533" y="654"/>
                </a:cubicBezTo>
                <a:cubicBezTo>
                  <a:pt x="533" y="654"/>
                  <a:pt x="533" y="653"/>
                  <a:pt x="533" y="653"/>
                </a:cubicBezTo>
                <a:cubicBezTo>
                  <a:pt x="533" y="653"/>
                  <a:pt x="534" y="652"/>
                  <a:pt x="534" y="652"/>
                </a:cubicBezTo>
                <a:cubicBezTo>
                  <a:pt x="534" y="652"/>
                  <a:pt x="534" y="651"/>
                  <a:pt x="534" y="651"/>
                </a:cubicBezTo>
                <a:cubicBezTo>
                  <a:pt x="534" y="651"/>
                  <a:pt x="534" y="650"/>
                  <a:pt x="534" y="650"/>
                </a:cubicBezTo>
                <a:cubicBezTo>
                  <a:pt x="534" y="650"/>
                  <a:pt x="534" y="649"/>
                  <a:pt x="535" y="649"/>
                </a:cubicBezTo>
                <a:cubicBezTo>
                  <a:pt x="535" y="649"/>
                  <a:pt x="535" y="649"/>
                  <a:pt x="536" y="649"/>
                </a:cubicBezTo>
                <a:cubicBezTo>
                  <a:pt x="536" y="649"/>
                  <a:pt x="536" y="649"/>
                  <a:pt x="537" y="649"/>
                </a:cubicBezTo>
                <a:cubicBezTo>
                  <a:pt x="537" y="649"/>
                  <a:pt x="537" y="648"/>
                  <a:pt x="538" y="648"/>
                </a:cubicBezTo>
                <a:cubicBezTo>
                  <a:pt x="538" y="648"/>
                  <a:pt x="538" y="648"/>
                  <a:pt x="539" y="647"/>
                </a:cubicBezTo>
                <a:cubicBezTo>
                  <a:pt x="539" y="647"/>
                  <a:pt x="539" y="647"/>
                  <a:pt x="539" y="646"/>
                </a:cubicBezTo>
                <a:cubicBezTo>
                  <a:pt x="539" y="645"/>
                  <a:pt x="539" y="645"/>
                  <a:pt x="539" y="644"/>
                </a:cubicBezTo>
                <a:cubicBezTo>
                  <a:pt x="539" y="644"/>
                  <a:pt x="539" y="643"/>
                  <a:pt x="539" y="642"/>
                </a:cubicBezTo>
                <a:cubicBezTo>
                  <a:pt x="539" y="642"/>
                  <a:pt x="538" y="641"/>
                  <a:pt x="538" y="640"/>
                </a:cubicBezTo>
                <a:cubicBezTo>
                  <a:pt x="538" y="640"/>
                  <a:pt x="538" y="640"/>
                  <a:pt x="538" y="639"/>
                </a:cubicBezTo>
                <a:cubicBezTo>
                  <a:pt x="538" y="639"/>
                  <a:pt x="538" y="639"/>
                  <a:pt x="538" y="638"/>
                </a:cubicBezTo>
                <a:cubicBezTo>
                  <a:pt x="538" y="637"/>
                  <a:pt x="538" y="637"/>
                  <a:pt x="538" y="636"/>
                </a:cubicBezTo>
                <a:cubicBezTo>
                  <a:pt x="538" y="635"/>
                  <a:pt x="538" y="635"/>
                  <a:pt x="538" y="634"/>
                </a:cubicBezTo>
                <a:cubicBezTo>
                  <a:pt x="538" y="634"/>
                  <a:pt x="538" y="633"/>
                  <a:pt x="539" y="633"/>
                </a:cubicBezTo>
                <a:cubicBezTo>
                  <a:pt x="539" y="633"/>
                  <a:pt x="539" y="633"/>
                  <a:pt x="540" y="632"/>
                </a:cubicBezTo>
                <a:cubicBezTo>
                  <a:pt x="540" y="632"/>
                  <a:pt x="540" y="632"/>
                  <a:pt x="540" y="631"/>
                </a:cubicBezTo>
                <a:cubicBezTo>
                  <a:pt x="541" y="631"/>
                  <a:pt x="542" y="631"/>
                  <a:pt x="542" y="630"/>
                </a:cubicBezTo>
                <a:cubicBezTo>
                  <a:pt x="543" y="630"/>
                  <a:pt x="543" y="630"/>
                  <a:pt x="543" y="630"/>
                </a:cubicBezTo>
                <a:cubicBezTo>
                  <a:pt x="544" y="630"/>
                  <a:pt x="544" y="629"/>
                  <a:pt x="544" y="629"/>
                </a:cubicBezTo>
                <a:cubicBezTo>
                  <a:pt x="544" y="629"/>
                  <a:pt x="544" y="628"/>
                  <a:pt x="545" y="628"/>
                </a:cubicBezTo>
                <a:cubicBezTo>
                  <a:pt x="545" y="628"/>
                  <a:pt x="545" y="627"/>
                  <a:pt x="545" y="627"/>
                </a:cubicBezTo>
                <a:cubicBezTo>
                  <a:pt x="546" y="627"/>
                  <a:pt x="546" y="626"/>
                  <a:pt x="546" y="626"/>
                </a:cubicBezTo>
                <a:cubicBezTo>
                  <a:pt x="546" y="625"/>
                  <a:pt x="547" y="625"/>
                  <a:pt x="547" y="625"/>
                </a:cubicBezTo>
                <a:cubicBezTo>
                  <a:pt x="547" y="625"/>
                  <a:pt x="548" y="624"/>
                  <a:pt x="548" y="624"/>
                </a:cubicBezTo>
                <a:cubicBezTo>
                  <a:pt x="553" y="624"/>
                  <a:pt x="553" y="624"/>
                  <a:pt x="553" y="624"/>
                </a:cubicBezTo>
                <a:cubicBezTo>
                  <a:pt x="554" y="624"/>
                  <a:pt x="554" y="624"/>
                  <a:pt x="555" y="623"/>
                </a:cubicBezTo>
                <a:cubicBezTo>
                  <a:pt x="555" y="623"/>
                  <a:pt x="555" y="623"/>
                  <a:pt x="556" y="622"/>
                </a:cubicBezTo>
                <a:cubicBezTo>
                  <a:pt x="556" y="622"/>
                  <a:pt x="556" y="622"/>
                  <a:pt x="556" y="622"/>
                </a:cubicBezTo>
                <a:cubicBezTo>
                  <a:pt x="556" y="621"/>
                  <a:pt x="557" y="621"/>
                  <a:pt x="557" y="621"/>
                </a:cubicBezTo>
                <a:cubicBezTo>
                  <a:pt x="569" y="621"/>
                  <a:pt x="569" y="621"/>
                  <a:pt x="569" y="621"/>
                </a:cubicBezTo>
                <a:cubicBezTo>
                  <a:pt x="569" y="620"/>
                  <a:pt x="569" y="620"/>
                  <a:pt x="569" y="619"/>
                </a:cubicBezTo>
                <a:cubicBezTo>
                  <a:pt x="569" y="619"/>
                  <a:pt x="569" y="619"/>
                  <a:pt x="569" y="618"/>
                </a:cubicBezTo>
                <a:cubicBezTo>
                  <a:pt x="569" y="618"/>
                  <a:pt x="569" y="618"/>
                  <a:pt x="570" y="618"/>
                </a:cubicBezTo>
                <a:cubicBezTo>
                  <a:pt x="570" y="617"/>
                  <a:pt x="570" y="617"/>
                  <a:pt x="571" y="617"/>
                </a:cubicBezTo>
                <a:cubicBezTo>
                  <a:pt x="571" y="617"/>
                  <a:pt x="571" y="617"/>
                  <a:pt x="571" y="616"/>
                </a:cubicBezTo>
                <a:cubicBezTo>
                  <a:pt x="572" y="616"/>
                  <a:pt x="572" y="615"/>
                  <a:pt x="573" y="614"/>
                </a:cubicBezTo>
                <a:cubicBezTo>
                  <a:pt x="573" y="614"/>
                  <a:pt x="573" y="613"/>
                  <a:pt x="574" y="613"/>
                </a:cubicBezTo>
                <a:cubicBezTo>
                  <a:pt x="574" y="612"/>
                  <a:pt x="574" y="612"/>
                  <a:pt x="574" y="612"/>
                </a:cubicBezTo>
                <a:cubicBezTo>
                  <a:pt x="574" y="611"/>
                  <a:pt x="574" y="611"/>
                  <a:pt x="574" y="611"/>
                </a:cubicBezTo>
                <a:cubicBezTo>
                  <a:pt x="575" y="610"/>
                  <a:pt x="576" y="611"/>
                  <a:pt x="576" y="610"/>
                </a:cubicBezTo>
                <a:cubicBezTo>
                  <a:pt x="577" y="610"/>
                  <a:pt x="577" y="609"/>
                  <a:pt x="577" y="608"/>
                </a:cubicBezTo>
                <a:cubicBezTo>
                  <a:pt x="577" y="607"/>
                  <a:pt x="577" y="606"/>
                  <a:pt x="578" y="605"/>
                </a:cubicBezTo>
                <a:cubicBezTo>
                  <a:pt x="578" y="604"/>
                  <a:pt x="578" y="604"/>
                  <a:pt x="578" y="604"/>
                </a:cubicBezTo>
                <a:cubicBezTo>
                  <a:pt x="578" y="603"/>
                  <a:pt x="578" y="603"/>
                  <a:pt x="579" y="603"/>
                </a:cubicBezTo>
                <a:cubicBezTo>
                  <a:pt x="579" y="602"/>
                  <a:pt x="579" y="603"/>
                  <a:pt x="579" y="602"/>
                </a:cubicBezTo>
                <a:cubicBezTo>
                  <a:pt x="580" y="602"/>
                  <a:pt x="580" y="602"/>
                  <a:pt x="580" y="601"/>
                </a:cubicBezTo>
                <a:cubicBezTo>
                  <a:pt x="580" y="601"/>
                  <a:pt x="580" y="601"/>
                  <a:pt x="580" y="601"/>
                </a:cubicBezTo>
                <a:cubicBezTo>
                  <a:pt x="580" y="600"/>
                  <a:pt x="580" y="600"/>
                  <a:pt x="580" y="600"/>
                </a:cubicBezTo>
                <a:cubicBezTo>
                  <a:pt x="580" y="599"/>
                  <a:pt x="581" y="598"/>
                  <a:pt x="581" y="598"/>
                </a:cubicBezTo>
                <a:cubicBezTo>
                  <a:pt x="581" y="597"/>
                  <a:pt x="581" y="596"/>
                  <a:pt x="581" y="595"/>
                </a:cubicBezTo>
                <a:cubicBezTo>
                  <a:pt x="581" y="594"/>
                  <a:pt x="581" y="594"/>
                  <a:pt x="581" y="594"/>
                </a:cubicBezTo>
                <a:cubicBezTo>
                  <a:pt x="581" y="593"/>
                  <a:pt x="581" y="593"/>
                  <a:pt x="581" y="593"/>
                </a:cubicBezTo>
                <a:cubicBezTo>
                  <a:pt x="581" y="593"/>
                  <a:pt x="581" y="592"/>
                  <a:pt x="581" y="592"/>
                </a:cubicBezTo>
                <a:cubicBezTo>
                  <a:pt x="582" y="591"/>
                  <a:pt x="582" y="591"/>
                  <a:pt x="582" y="590"/>
                </a:cubicBezTo>
                <a:cubicBezTo>
                  <a:pt x="582" y="590"/>
                  <a:pt x="582" y="589"/>
                  <a:pt x="583" y="589"/>
                </a:cubicBezTo>
                <a:cubicBezTo>
                  <a:pt x="583" y="589"/>
                  <a:pt x="583" y="588"/>
                  <a:pt x="583" y="588"/>
                </a:cubicBezTo>
                <a:cubicBezTo>
                  <a:pt x="583" y="588"/>
                  <a:pt x="583" y="587"/>
                  <a:pt x="583" y="587"/>
                </a:cubicBezTo>
                <a:cubicBezTo>
                  <a:pt x="583" y="586"/>
                  <a:pt x="583" y="586"/>
                  <a:pt x="583" y="586"/>
                </a:cubicBezTo>
                <a:cubicBezTo>
                  <a:pt x="583" y="584"/>
                  <a:pt x="583" y="584"/>
                  <a:pt x="583" y="584"/>
                </a:cubicBezTo>
                <a:cubicBezTo>
                  <a:pt x="583" y="583"/>
                  <a:pt x="583" y="583"/>
                  <a:pt x="583" y="582"/>
                </a:cubicBezTo>
                <a:cubicBezTo>
                  <a:pt x="583" y="580"/>
                  <a:pt x="583" y="580"/>
                  <a:pt x="583" y="580"/>
                </a:cubicBezTo>
                <a:cubicBezTo>
                  <a:pt x="583" y="579"/>
                  <a:pt x="582" y="579"/>
                  <a:pt x="582" y="579"/>
                </a:cubicBezTo>
                <a:cubicBezTo>
                  <a:pt x="582" y="573"/>
                  <a:pt x="582" y="573"/>
                  <a:pt x="582" y="573"/>
                </a:cubicBezTo>
                <a:cubicBezTo>
                  <a:pt x="583" y="573"/>
                  <a:pt x="583" y="573"/>
                  <a:pt x="583" y="573"/>
                </a:cubicBezTo>
                <a:cubicBezTo>
                  <a:pt x="584" y="573"/>
                  <a:pt x="584" y="573"/>
                  <a:pt x="584" y="573"/>
                </a:cubicBezTo>
                <a:cubicBezTo>
                  <a:pt x="585" y="573"/>
                  <a:pt x="585" y="572"/>
                  <a:pt x="585" y="572"/>
                </a:cubicBezTo>
                <a:cubicBezTo>
                  <a:pt x="585" y="572"/>
                  <a:pt x="586" y="572"/>
                  <a:pt x="586" y="572"/>
                </a:cubicBezTo>
                <a:cubicBezTo>
                  <a:pt x="587" y="571"/>
                  <a:pt x="588" y="570"/>
                  <a:pt x="588" y="569"/>
                </a:cubicBezTo>
                <a:cubicBezTo>
                  <a:pt x="588" y="569"/>
                  <a:pt x="588" y="568"/>
                  <a:pt x="588" y="568"/>
                </a:cubicBezTo>
                <a:cubicBezTo>
                  <a:pt x="589" y="567"/>
                  <a:pt x="589" y="567"/>
                  <a:pt x="589" y="566"/>
                </a:cubicBezTo>
                <a:cubicBezTo>
                  <a:pt x="589" y="566"/>
                  <a:pt x="590" y="565"/>
                  <a:pt x="590" y="565"/>
                </a:cubicBezTo>
                <a:cubicBezTo>
                  <a:pt x="590" y="565"/>
                  <a:pt x="591" y="565"/>
                  <a:pt x="591" y="565"/>
                </a:cubicBezTo>
                <a:cubicBezTo>
                  <a:pt x="591" y="565"/>
                  <a:pt x="591" y="565"/>
                  <a:pt x="592" y="565"/>
                </a:cubicBezTo>
                <a:cubicBezTo>
                  <a:pt x="593" y="564"/>
                  <a:pt x="593" y="563"/>
                  <a:pt x="594" y="563"/>
                </a:cubicBezTo>
                <a:cubicBezTo>
                  <a:pt x="594" y="563"/>
                  <a:pt x="594" y="563"/>
                  <a:pt x="595" y="563"/>
                </a:cubicBezTo>
                <a:cubicBezTo>
                  <a:pt x="595" y="562"/>
                  <a:pt x="595" y="561"/>
                  <a:pt x="596" y="561"/>
                </a:cubicBezTo>
                <a:cubicBezTo>
                  <a:pt x="596" y="559"/>
                  <a:pt x="597" y="558"/>
                  <a:pt x="598" y="557"/>
                </a:cubicBezTo>
                <a:cubicBezTo>
                  <a:pt x="598" y="556"/>
                  <a:pt x="598" y="556"/>
                  <a:pt x="598" y="556"/>
                </a:cubicBezTo>
                <a:cubicBezTo>
                  <a:pt x="598" y="555"/>
                  <a:pt x="599" y="555"/>
                  <a:pt x="599" y="555"/>
                </a:cubicBezTo>
                <a:cubicBezTo>
                  <a:pt x="599" y="555"/>
                  <a:pt x="600" y="555"/>
                  <a:pt x="600" y="554"/>
                </a:cubicBezTo>
                <a:cubicBezTo>
                  <a:pt x="600" y="554"/>
                  <a:pt x="600" y="554"/>
                  <a:pt x="600" y="553"/>
                </a:cubicBezTo>
                <a:cubicBezTo>
                  <a:pt x="600" y="553"/>
                  <a:pt x="600" y="553"/>
                  <a:pt x="600" y="553"/>
                </a:cubicBezTo>
                <a:cubicBezTo>
                  <a:pt x="601" y="552"/>
                  <a:pt x="602" y="551"/>
                  <a:pt x="602" y="550"/>
                </a:cubicBezTo>
                <a:cubicBezTo>
                  <a:pt x="602" y="550"/>
                  <a:pt x="602" y="549"/>
                  <a:pt x="602" y="549"/>
                </a:cubicBezTo>
                <a:cubicBezTo>
                  <a:pt x="602" y="548"/>
                  <a:pt x="602" y="548"/>
                  <a:pt x="602" y="548"/>
                </a:cubicBezTo>
                <a:cubicBezTo>
                  <a:pt x="602" y="547"/>
                  <a:pt x="601" y="547"/>
                  <a:pt x="601" y="547"/>
                </a:cubicBezTo>
                <a:cubicBezTo>
                  <a:pt x="601" y="546"/>
                  <a:pt x="600" y="545"/>
                  <a:pt x="600" y="544"/>
                </a:cubicBezTo>
                <a:cubicBezTo>
                  <a:pt x="600" y="544"/>
                  <a:pt x="599" y="543"/>
                  <a:pt x="599" y="542"/>
                </a:cubicBezTo>
                <a:cubicBezTo>
                  <a:pt x="599" y="541"/>
                  <a:pt x="599" y="541"/>
                  <a:pt x="599" y="540"/>
                </a:cubicBezTo>
                <a:cubicBezTo>
                  <a:pt x="599" y="539"/>
                  <a:pt x="599" y="539"/>
                  <a:pt x="599" y="538"/>
                </a:cubicBezTo>
                <a:cubicBezTo>
                  <a:pt x="598" y="538"/>
                  <a:pt x="598" y="537"/>
                  <a:pt x="598" y="537"/>
                </a:cubicBezTo>
                <a:cubicBezTo>
                  <a:pt x="597" y="537"/>
                  <a:pt x="597" y="536"/>
                  <a:pt x="596" y="536"/>
                </a:cubicBezTo>
                <a:cubicBezTo>
                  <a:pt x="591" y="536"/>
                  <a:pt x="591" y="536"/>
                  <a:pt x="591" y="536"/>
                </a:cubicBezTo>
                <a:cubicBezTo>
                  <a:pt x="591" y="536"/>
                  <a:pt x="591" y="536"/>
                  <a:pt x="590" y="536"/>
                </a:cubicBezTo>
                <a:cubicBezTo>
                  <a:pt x="590" y="536"/>
                  <a:pt x="590" y="536"/>
                  <a:pt x="589" y="535"/>
                </a:cubicBezTo>
                <a:cubicBezTo>
                  <a:pt x="589" y="535"/>
                  <a:pt x="589" y="536"/>
                  <a:pt x="588" y="535"/>
                </a:cubicBezTo>
                <a:cubicBezTo>
                  <a:pt x="588" y="535"/>
                  <a:pt x="588" y="535"/>
                  <a:pt x="587" y="535"/>
                </a:cubicBezTo>
                <a:cubicBezTo>
                  <a:pt x="586" y="535"/>
                  <a:pt x="586" y="535"/>
                  <a:pt x="585" y="534"/>
                </a:cubicBezTo>
                <a:cubicBezTo>
                  <a:pt x="585" y="534"/>
                  <a:pt x="585" y="534"/>
                  <a:pt x="584" y="534"/>
                </a:cubicBezTo>
                <a:cubicBezTo>
                  <a:pt x="584" y="534"/>
                  <a:pt x="584" y="533"/>
                  <a:pt x="584" y="533"/>
                </a:cubicBezTo>
                <a:cubicBezTo>
                  <a:pt x="584" y="532"/>
                  <a:pt x="584" y="532"/>
                  <a:pt x="583" y="531"/>
                </a:cubicBezTo>
                <a:cubicBezTo>
                  <a:pt x="583" y="531"/>
                  <a:pt x="584" y="530"/>
                  <a:pt x="583" y="530"/>
                </a:cubicBezTo>
                <a:cubicBezTo>
                  <a:pt x="583" y="530"/>
                  <a:pt x="583" y="530"/>
                  <a:pt x="583" y="529"/>
                </a:cubicBezTo>
                <a:cubicBezTo>
                  <a:pt x="582" y="529"/>
                  <a:pt x="582" y="529"/>
                  <a:pt x="581" y="529"/>
                </a:cubicBezTo>
                <a:cubicBezTo>
                  <a:pt x="581" y="528"/>
                  <a:pt x="581" y="528"/>
                  <a:pt x="580" y="528"/>
                </a:cubicBezTo>
                <a:cubicBezTo>
                  <a:pt x="580" y="528"/>
                  <a:pt x="580" y="528"/>
                  <a:pt x="579" y="527"/>
                </a:cubicBezTo>
                <a:cubicBezTo>
                  <a:pt x="579" y="527"/>
                  <a:pt x="579" y="527"/>
                  <a:pt x="578" y="527"/>
                </a:cubicBezTo>
                <a:cubicBezTo>
                  <a:pt x="577" y="527"/>
                  <a:pt x="577" y="528"/>
                  <a:pt x="576" y="528"/>
                </a:cubicBezTo>
                <a:cubicBezTo>
                  <a:pt x="570" y="528"/>
                  <a:pt x="570" y="528"/>
                  <a:pt x="570" y="528"/>
                </a:cubicBezTo>
                <a:cubicBezTo>
                  <a:pt x="569" y="528"/>
                  <a:pt x="569" y="528"/>
                  <a:pt x="569" y="528"/>
                </a:cubicBezTo>
                <a:cubicBezTo>
                  <a:pt x="568" y="527"/>
                  <a:pt x="568" y="527"/>
                  <a:pt x="567" y="526"/>
                </a:cubicBezTo>
                <a:cubicBezTo>
                  <a:pt x="566" y="526"/>
                  <a:pt x="566" y="526"/>
                  <a:pt x="566" y="526"/>
                </a:cubicBezTo>
                <a:cubicBezTo>
                  <a:pt x="565" y="526"/>
                  <a:pt x="565" y="526"/>
                  <a:pt x="564" y="526"/>
                </a:cubicBezTo>
                <a:cubicBezTo>
                  <a:pt x="563" y="526"/>
                  <a:pt x="562" y="526"/>
                  <a:pt x="561" y="526"/>
                </a:cubicBezTo>
                <a:cubicBezTo>
                  <a:pt x="561" y="527"/>
                  <a:pt x="561" y="528"/>
                  <a:pt x="561" y="529"/>
                </a:cubicBezTo>
                <a:cubicBezTo>
                  <a:pt x="561" y="529"/>
                  <a:pt x="561" y="529"/>
                  <a:pt x="560" y="529"/>
                </a:cubicBezTo>
                <a:cubicBezTo>
                  <a:pt x="560" y="529"/>
                  <a:pt x="559" y="528"/>
                  <a:pt x="559" y="528"/>
                </a:cubicBezTo>
                <a:cubicBezTo>
                  <a:pt x="559" y="528"/>
                  <a:pt x="558" y="528"/>
                  <a:pt x="558" y="528"/>
                </a:cubicBezTo>
                <a:cubicBezTo>
                  <a:pt x="558" y="528"/>
                  <a:pt x="558" y="528"/>
                  <a:pt x="557" y="528"/>
                </a:cubicBezTo>
                <a:cubicBezTo>
                  <a:pt x="557" y="528"/>
                  <a:pt x="557" y="528"/>
                  <a:pt x="556" y="527"/>
                </a:cubicBezTo>
                <a:cubicBezTo>
                  <a:pt x="556" y="527"/>
                  <a:pt x="556" y="527"/>
                  <a:pt x="556" y="527"/>
                </a:cubicBezTo>
                <a:cubicBezTo>
                  <a:pt x="556" y="526"/>
                  <a:pt x="556" y="526"/>
                  <a:pt x="557" y="526"/>
                </a:cubicBezTo>
                <a:cubicBezTo>
                  <a:pt x="557" y="525"/>
                  <a:pt x="557" y="526"/>
                  <a:pt x="558" y="525"/>
                </a:cubicBezTo>
                <a:cubicBezTo>
                  <a:pt x="558" y="525"/>
                  <a:pt x="558" y="525"/>
                  <a:pt x="559" y="525"/>
                </a:cubicBezTo>
                <a:cubicBezTo>
                  <a:pt x="558" y="524"/>
                  <a:pt x="558" y="524"/>
                  <a:pt x="558" y="524"/>
                </a:cubicBezTo>
                <a:cubicBezTo>
                  <a:pt x="558" y="524"/>
                  <a:pt x="558" y="524"/>
                  <a:pt x="557" y="524"/>
                </a:cubicBezTo>
                <a:cubicBezTo>
                  <a:pt x="557" y="524"/>
                  <a:pt x="557" y="523"/>
                  <a:pt x="556" y="523"/>
                </a:cubicBezTo>
                <a:cubicBezTo>
                  <a:pt x="556" y="523"/>
                  <a:pt x="556" y="523"/>
                  <a:pt x="555" y="523"/>
                </a:cubicBezTo>
                <a:cubicBezTo>
                  <a:pt x="555" y="523"/>
                  <a:pt x="555" y="522"/>
                  <a:pt x="554" y="522"/>
                </a:cubicBezTo>
                <a:cubicBezTo>
                  <a:pt x="554" y="522"/>
                  <a:pt x="553" y="522"/>
                  <a:pt x="553" y="522"/>
                </a:cubicBezTo>
                <a:cubicBezTo>
                  <a:pt x="553" y="521"/>
                  <a:pt x="553" y="521"/>
                  <a:pt x="552" y="521"/>
                </a:cubicBezTo>
                <a:cubicBezTo>
                  <a:pt x="552" y="520"/>
                  <a:pt x="552" y="520"/>
                  <a:pt x="551" y="520"/>
                </a:cubicBezTo>
                <a:cubicBezTo>
                  <a:pt x="551" y="520"/>
                  <a:pt x="550" y="520"/>
                  <a:pt x="550" y="520"/>
                </a:cubicBezTo>
                <a:cubicBezTo>
                  <a:pt x="549" y="520"/>
                  <a:pt x="549" y="520"/>
                  <a:pt x="549" y="520"/>
                </a:cubicBezTo>
                <a:cubicBezTo>
                  <a:pt x="548" y="520"/>
                  <a:pt x="548" y="519"/>
                  <a:pt x="548" y="519"/>
                </a:cubicBezTo>
                <a:cubicBezTo>
                  <a:pt x="547" y="519"/>
                  <a:pt x="547" y="519"/>
                  <a:pt x="547" y="519"/>
                </a:cubicBezTo>
                <a:cubicBezTo>
                  <a:pt x="546" y="519"/>
                  <a:pt x="546" y="519"/>
                  <a:pt x="546" y="519"/>
                </a:cubicBezTo>
                <a:cubicBezTo>
                  <a:pt x="545" y="519"/>
                  <a:pt x="545" y="518"/>
                  <a:pt x="544" y="518"/>
                </a:cubicBezTo>
                <a:cubicBezTo>
                  <a:pt x="544" y="518"/>
                  <a:pt x="543" y="518"/>
                  <a:pt x="542" y="518"/>
                </a:cubicBezTo>
                <a:cubicBezTo>
                  <a:pt x="542" y="518"/>
                  <a:pt x="541" y="518"/>
                  <a:pt x="540" y="518"/>
                </a:cubicBezTo>
                <a:cubicBezTo>
                  <a:pt x="540" y="522"/>
                  <a:pt x="540" y="522"/>
                  <a:pt x="540" y="522"/>
                </a:cubicBezTo>
                <a:cubicBezTo>
                  <a:pt x="536" y="522"/>
                  <a:pt x="536" y="522"/>
                  <a:pt x="536" y="522"/>
                </a:cubicBezTo>
                <a:cubicBezTo>
                  <a:pt x="536" y="521"/>
                  <a:pt x="536" y="521"/>
                  <a:pt x="536" y="521"/>
                </a:cubicBezTo>
                <a:cubicBezTo>
                  <a:pt x="537" y="520"/>
                  <a:pt x="536" y="520"/>
                  <a:pt x="537" y="520"/>
                </a:cubicBezTo>
                <a:cubicBezTo>
                  <a:pt x="537" y="519"/>
                  <a:pt x="537" y="519"/>
                  <a:pt x="538" y="519"/>
                </a:cubicBezTo>
                <a:cubicBezTo>
                  <a:pt x="538" y="518"/>
                  <a:pt x="538" y="518"/>
                  <a:pt x="538" y="518"/>
                </a:cubicBezTo>
                <a:cubicBezTo>
                  <a:pt x="539" y="518"/>
                  <a:pt x="539" y="518"/>
                  <a:pt x="539" y="518"/>
                </a:cubicBezTo>
                <a:cubicBezTo>
                  <a:pt x="540" y="517"/>
                  <a:pt x="539" y="516"/>
                  <a:pt x="540" y="516"/>
                </a:cubicBezTo>
                <a:cubicBezTo>
                  <a:pt x="539" y="516"/>
                  <a:pt x="538" y="516"/>
                  <a:pt x="538" y="515"/>
                </a:cubicBezTo>
                <a:cubicBezTo>
                  <a:pt x="537" y="515"/>
                  <a:pt x="537" y="515"/>
                  <a:pt x="537" y="515"/>
                </a:cubicBezTo>
                <a:cubicBezTo>
                  <a:pt x="536" y="514"/>
                  <a:pt x="535" y="514"/>
                  <a:pt x="535" y="514"/>
                </a:cubicBezTo>
                <a:cubicBezTo>
                  <a:pt x="534" y="514"/>
                  <a:pt x="534" y="514"/>
                  <a:pt x="534" y="514"/>
                </a:cubicBezTo>
                <a:cubicBezTo>
                  <a:pt x="533" y="514"/>
                  <a:pt x="533" y="514"/>
                  <a:pt x="533" y="514"/>
                </a:cubicBezTo>
                <a:cubicBezTo>
                  <a:pt x="532" y="514"/>
                  <a:pt x="532" y="514"/>
                  <a:pt x="532" y="514"/>
                </a:cubicBezTo>
                <a:cubicBezTo>
                  <a:pt x="531" y="514"/>
                  <a:pt x="531" y="514"/>
                  <a:pt x="531" y="514"/>
                </a:cubicBezTo>
                <a:cubicBezTo>
                  <a:pt x="531" y="515"/>
                  <a:pt x="531" y="515"/>
                  <a:pt x="531" y="516"/>
                </a:cubicBezTo>
                <a:cubicBezTo>
                  <a:pt x="531" y="516"/>
                  <a:pt x="531" y="517"/>
                  <a:pt x="531" y="517"/>
                </a:cubicBezTo>
                <a:cubicBezTo>
                  <a:pt x="530" y="518"/>
                  <a:pt x="529" y="518"/>
                  <a:pt x="528" y="518"/>
                </a:cubicBezTo>
                <a:cubicBezTo>
                  <a:pt x="528" y="518"/>
                  <a:pt x="527" y="518"/>
                  <a:pt x="527" y="518"/>
                </a:cubicBezTo>
                <a:cubicBezTo>
                  <a:pt x="527" y="516"/>
                  <a:pt x="527" y="516"/>
                  <a:pt x="527" y="516"/>
                </a:cubicBezTo>
                <a:cubicBezTo>
                  <a:pt x="527" y="516"/>
                  <a:pt x="527" y="516"/>
                  <a:pt x="527" y="515"/>
                </a:cubicBezTo>
                <a:cubicBezTo>
                  <a:pt x="527" y="515"/>
                  <a:pt x="527" y="515"/>
                  <a:pt x="527" y="514"/>
                </a:cubicBezTo>
                <a:cubicBezTo>
                  <a:pt x="528" y="514"/>
                  <a:pt x="529" y="514"/>
                  <a:pt x="530" y="514"/>
                </a:cubicBezTo>
                <a:cubicBezTo>
                  <a:pt x="530" y="514"/>
                  <a:pt x="530" y="514"/>
                  <a:pt x="531" y="514"/>
                </a:cubicBezTo>
                <a:cubicBezTo>
                  <a:pt x="531" y="514"/>
                  <a:pt x="531" y="513"/>
                  <a:pt x="531" y="513"/>
                </a:cubicBezTo>
                <a:cubicBezTo>
                  <a:pt x="531" y="512"/>
                  <a:pt x="531" y="512"/>
                  <a:pt x="531" y="511"/>
                </a:cubicBezTo>
                <a:cubicBezTo>
                  <a:pt x="531" y="510"/>
                  <a:pt x="531" y="510"/>
                  <a:pt x="531" y="509"/>
                </a:cubicBezTo>
                <a:cubicBezTo>
                  <a:pt x="531" y="508"/>
                  <a:pt x="531" y="508"/>
                  <a:pt x="531" y="508"/>
                </a:cubicBezTo>
                <a:cubicBezTo>
                  <a:pt x="531" y="507"/>
                  <a:pt x="531" y="506"/>
                  <a:pt x="531" y="505"/>
                </a:cubicBezTo>
                <a:cubicBezTo>
                  <a:pt x="531" y="505"/>
                  <a:pt x="530" y="505"/>
                  <a:pt x="530" y="505"/>
                </a:cubicBezTo>
                <a:cubicBezTo>
                  <a:pt x="529" y="505"/>
                  <a:pt x="529" y="505"/>
                  <a:pt x="529" y="505"/>
                </a:cubicBezTo>
                <a:cubicBezTo>
                  <a:pt x="529" y="505"/>
                  <a:pt x="528" y="505"/>
                  <a:pt x="528" y="505"/>
                </a:cubicBezTo>
                <a:cubicBezTo>
                  <a:pt x="528" y="500"/>
                  <a:pt x="528" y="500"/>
                  <a:pt x="528" y="500"/>
                </a:cubicBezTo>
                <a:cubicBezTo>
                  <a:pt x="528" y="500"/>
                  <a:pt x="528" y="499"/>
                  <a:pt x="528" y="499"/>
                </a:cubicBezTo>
                <a:cubicBezTo>
                  <a:pt x="528" y="499"/>
                  <a:pt x="528" y="498"/>
                  <a:pt x="527" y="498"/>
                </a:cubicBezTo>
                <a:cubicBezTo>
                  <a:pt x="527" y="498"/>
                  <a:pt x="527" y="497"/>
                  <a:pt x="527" y="497"/>
                </a:cubicBezTo>
                <a:cubicBezTo>
                  <a:pt x="527" y="496"/>
                  <a:pt x="526" y="496"/>
                  <a:pt x="526" y="496"/>
                </a:cubicBezTo>
                <a:cubicBezTo>
                  <a:pt x="526" y="496"/>
                  <a:pt x="526" y="495"/>
                  <a:pt x="526" y="495"/>
                </a:cubicBezTo>
                <a:cubicBezTo>
                  <a:pt x="526" y="495"/>
                  <a:pt x="526" y="494"/>
                  <a:pt x="526" y="494"/>
                </a:cubicBezTo>
                <a:cubicBezTo>
                  <a:pt x="525" y="494"/>
                  <a:pt x="525" y="494"/>
                  <a:pt x="525" y="494"/>
                </a:cubicBezTo>
                <a:cubicBezTo>
                  <a:pt x="524" y="494"/>
                  <a:pt x="523" y="493"/>
                  <a:pt x="522" y="493"/>
                </a:cubicBezTo>
                <a:cubicBezTo>
                  <a:pt x="522" y="493"/>
                  <a:pt x="521" y="493"/>
                  <a:pt x="521" y="492"/>
                </a:cubicBezTo>
                <a:cubicBezTo>
                  <a:pt x="521" y="492"/>
                  <a:pt x="521" y="491"/>
                  <a:pt x="520" y="491"/>
                </a:cubicBezTo>
                <a:cubicBezTo>
                  <a:pt x="520" y="490"/>
                  <a:pt x="520" y="490"/>
                  <a:pt x="519" y="490"/>
                </a:cubicBezTo>
                <a:cubicBezTo>
                  <a:pt x="519" y="490"/>
                  <a:pt x="519" y="490"/>
                  <a:pt x="518" y="490"/>
                </a:cubicBezTo>
                <a:cubicBezTo>
                  <a:pt x="518" y="490"/>
                  <a:pt x="518" y="489"/>
                  <a:pt x="518" y="489"/>
                </a:cubicBezTo>
                <a:cubicBezTo>
                  <a:pt x="517" y="489"/>
                  <a:pt x="516" y="489"/>
                  <a:pt x="516" y="489"/>
                </a:cubicBezTo>
                <a:cubicBezTo>
                  <a:pt x="515" y="489"/>
                  <a:pt x="515" y="489"/>
                  <a:pt x="514" y="488"/>
                </a:cubicBezTo>
                <a:cubicBezTo>
                  <a:pt x="514" y="488"/>
                  <a:pt x="514" y="488"/>
                  <a:pt x="513" y="488"/>
                </a:cubicBezTo>
                <a:cubicBezTo>
                  <a:pt x="512" y="487"/>
                  <a:pt x="512" y="487"/>
                  <a:pt x="512" y="487"/>
                </a:cubicBezTo>
                <a:cubicBezTo>
                  <a:pt x="512" y="487"/>
                  <a:pt x="511" y="487"/>
                  <a:pt x="511" y="487"/>
                </a:cubicBezTo>
                <a:cubicBezTo>
                  <a:pt x="510" y="487"/>
                  <a:pt x="510" y="487"/>
                  <a:pt x="509" y="487"/>
                </a:cubicBezTo>
                <a:cubicBezTo>
                  <a:pt x="509" y="487"/>
                  <a:pt x="509" y="487"/>
                  <a:pt x="509" y="488"/>
                </a:cubicBezTo>
                <a:cubicBezTo>
                  <a:pt x="508" y="488"/>
                  <a:pt x="507" y="488"/>
                  <a:pt x="506" y="488"/>
                </a:cubicBezTo>
                <a:cubicBezTo>
                  <a:pt x="505" y="488"/>
                  <a:pt x="505" y="488"/>
                  <a:pt x="505" y="488"/>
                </a:cubicBezTo>
                <a:cubicBezTo>
                  <a:pt x="504" y="488"/>
                  <a:pt x="504" y="488"/>
                  <a:pt x="504" y="488"/>
                </a:cubicBezTo>
                <a:cubicBezTo>
                  <a:pt x="503" y="488"/>
                  <a:pt x="502" y="488"/>
                  <a:pt x="502" y="487"/>
                </a:cubicBezTo>
                <a:cubicBezTo>
                  <a:pt x="501" y="487"/>
                  <a:pt x="501" y="487"/>
                  <a:pt x="500" y="487"/>
                </a:cubicBezTo>
                <a:cubicBezTo>
                  <a:pt x="500" y="486"/>
                  <a:pt x="499" y="486"/>
                  <a:pt x="499" y="486"/>
                </a:cubicBezTo>
                <a:cubicBezTo>
                  <a:pt x="498" y="486"/>
                  <a:pt x="498" y="485"/>
                  <a:pt x="497" y="485"/>
                </a:cubicBezTo>
                <a:cubicBezTo>
                  <a:pt x="496" y="485"/>
                  <a:pt x="496" y="485"/>
                  <a:pt x="495" y="484"/>
                </a:cubicBezTo>
                <a:cubicBezTo>
                  <a:pt x="495" y="484"/>
                  <a:pt x="494" y="483"/>
                  <a:pt x="494" y="483"/>
                </a:cubicBezTo>
                <a:cubicBezTo>
                  <a:pt x="494" y="483"/>
                  <a:pt x="494" y="482"/>
                  <a:pt x="494" y="482"/>
                </a:cubicBezTo>
                <a:cubicBezTo>
                  <a:pt x="493" y="481"/>
                  <a:pt x="494" y="480"/>
                  <a:pt x="494" y="479"/>
                </a:cubicBezTo>
                <a:cubicBezTo>
                  <a:pt x="493" y="479"/>
                  <a:pt x="493" y="479"/>
                  <a:pt x="492" y="479"/>
                </a:cubicBezTo>
                <a:cubicBezTo>
                  <a:pt x="492" y="479"/>
                  <a:pt x="492" y="479"/>
                  <a:pt x="491" y="479"/>
                </a:cubicBezTo>
                <a:cubicBezTo>
                  <a:pt x="491" y="479"/>
                  <a:pt x="491" y="478"/>
                  <a:pt x="490" y="478"/>
                </a:cubicBezTo>
                <a:cubicBezTo>
                  <a:pt x="490" y="478"/>
                  <a:pt x="490" y="478"/>
                  <a:pt x="490" y="478"/>
                </a:cubicBezTo>
                <a:cubicBezTo>
                  <a:pt x="489" y="477"/>
                  <a:pt x="489" y="477"/>
                  <a:pt x="489" y="477"/>
                </a:cubicBezTo>
                <a:cubicBezTo>
                  <a:pt x="488" y="476"/>
                  <a:pt x="488" y="476"/>
                  <a:pt x="488" y="476"/>
                </a:cubicBezTo>
                <a:cubicBezTo>
                  <a:pt x="487" y="476"/>
                  <a:pt x="488" y="475"/>
                  <a:pt x="488" y="475"/>
                </a:cubicBezTo>
                <a:cubicBezTo>
                  <a:pt x="487" y="475"/>
                  <a:pt x="487" y="475"/>
                  <a:pt x="487" y="475"/>
                </a:cubicBezTo>
                <a:cubicBezTo>
                  <a:pt x="486" y="475"/>
                  <a:pt x="486" y="475"/>
                  <a:pt x="485" y="474"/>
                </a:cubicBezTo>
                <a:cubicBezTo>
                  <a:pt x="485" y="474"/>
                  <a:pt x="485" y="474"/>
                  <a:pt x="485" y="474"/>
                </a:cubicBezTo>
                <a:cubicBezTo>
                  <a:pt x="484" y="473"/>
                  <a:pt x="484" y="473"/>
                  <a:pt x="484" y="473"/>
                </a:cubicBezTo>
                <a:cubicBezTo>
                  <a:pt x="484" y="472"/>
                  <a:pt x="484" y="471"/>
                  <a:pt x="484" y="471"/>
                </a:cubicBezTo>
                <a:cubicBezTo>
                  <a:pt x="483" y="471"/>
                  <a:pt x="483" y="471"/>
                  <a:pt x="483" y="471"/>
                </a:cubicBezTo>
                <a:cubicBezTo>
                  <a:pt x="483" y="471"/>
                  <a:pt x="482" y="471"/>
                  <a:pt x="481" y="471"/>
                </a:cubicBezTo>
                <a:cubicBezTo>
                  <a:pt x="481" y="471"/>
                  <a:pt x="480" y="472"/>
                  <a:pt x="480" y="472"/>
                </a:cubicBezTo>
                <a:cubicBezTo>
                  <a:pt x="479" y="472"/>
                  <a:pt x="479" y="472"/>
                  <a:pt x="479" y="472"/>
                </a:cubicBezTo>
                <a:cubicBezTo>
                  <a:pt x="478" y="472"/>
                  <a:pt x="478" y="472"/>
                  <a:pt x="477" y="472"/>
                </a:cubicBezTo>
                <a:cubicBezTo>
                  <a:pt x="477" y="471"/>
                  <a:pt x="478" y="471"/>
                  <a:pt x="477" y="471"/>
                </a:cubicBezTo>
                <a:cubicBezTo>
                  <a:pt x="477" y="470"/>
                  <a:pt x="477" y="469"/>
                  <a:pt x="477" y="468"/>
                </a:cubicBezTo>
                <a:cubicBezTo>
                  <a:pt x="478" y="468"/>
                  <a:pt x="478" y="468"/>
                  <a:pt x="478" y="468"/>
                </a:cubicBezTo>
                <a:cubicBezTo>
                  <a:pt x="479" y="468"/>
                  <a:pt x="479" y="468"/>
                  <a:pt x="479" y="467"/>
                </a:cubicBezTo>
                <a:cubicBezTo>
                  <a:pt x="479" y="467"/>
                  <a:pt x="479" y="466"/>
                  <a:pt x="478" y="466"/>
                </a:cubicBezTo>
                <a:cubicBezTo>
                  <a:pt x="478" y="466"/>
                  <a:pt x="478" y="466"/>
                  <a:pt x="477" y="466"/>
                </a:cubicBezTo>
                <a:cubicBezTo>
                  <a:pt x="477" y="466"/>
                  <a:pt x="477" y="466"/>
                  <a:pt x="476" y="465"/>
                </a:cubicBezTo>
                <a:cubicBezTo>
                  <a:pt x="476" y="465"/>
                  <a:pt x="475" y="465"/>
                  <a:pt x="475" y="465"/>
                </a:cubicBezTo>
                <a:cubicBezTo>
                  <a:pt x="473" y="467"/>
                  <a:pt x="473" y="467"/>
                  <a:pt x="473" y="467"/>
                </a:cubicBezTo>
                <a:cubicBezTo>
                  <a:pt x="472" y="467"/>
                  <a:pt x="472" y="467"/>
                  <a:pt x="472" y="467"/>
                </a:cubicBezTo>
                <a:cubicBezTo>
                  <a:pt x="472" y="467"/>
                  <a:pt x="472" y="467"/>
                  <a:pt x="472" y="466"/>
                </a:cubicBezTo>
                <a:cubicBezTo>
                  <a:pt x="471" y="466"/>
                  <a:pt x="470" y="466"/>
                  <a:pt x="470" y="466"/>
                </a:cubicBezTo>
                <a:cubicBezTo>
                  <a:pt x="469" y="466"/>
                  <a:pt x="469" y="466"/>
                  <a:pt x="468" y="466"/>
                </a:cubicBezTo>
                <a:cubicBezTo>
                  <a:pt x="468" y="467"/>
                  <a:pt x="468" y="467"/>
                  <a:pt x="468" y="467"/>
                </a:cubicBezTo>
                <a:cubicBezTo>
                  <a:pt x="468" y="468"/>
                  <a:pt x="468" y="468"/>
                  <a:pt x="468" y="468"/>
                </a:cubicBezTo>
                <a:cubicBezTo>
                  <a:pt x="468" y="469"/>
                  <a:pt x="467" y="469"/>
                  <a:pt x="467" y="469"/>
                </a:cubicBezTo>
                <a:cubicBezTo>
                  <a:pt x="467" y="470"/>
                  <a:pt x="466" y="471"/>
                  <a:pt x="466" y="471"/>
                </a:cubicBezTo>
                <a:cubicBezTo>
                  <a:pt x="465" y="471"/>
                  <a:pt x="465" y="471"/>
                  <a:pt x="464" y="470"/>
                </a:cubicBezTo>
                <a:cubicBezTo>
                  <a:pt x="464" y="470"/>
                  <a:pt x="464" y="470"/>
                  <a:pt x="464" y="469"/>
                </a:cubicBezTo>
                <a:cubicBezTo>
                  <a:pt x="464" y="469"/>
                  <a:pt x="463" y="469"/>
                  <a:pt x="463" y="469"/>
                </a:cubicBezTo>
                <a:cubicBezTo>
                  <a:pt x="463" y="468"/>
                  <a:pt x="463" y="468"/>
                  <a:pt x="463" y="468"/>
                </a:cubicBezTo>
                <a:cubicBezTo>
                  <a:pt x="462" y="467"/>
                  <a:pt x="461" y="467"/>
                  <a:pt x="460" y="467"/>
                </a:cubicBezTo>
                <a:cubicBezTo>
                  <a:pt x="460" y="467"/>
                  <a:pt x="460" y="467"/>
                  <a:pt x="459" y="467"/>
                </a:cubicBezTo>
                <a:cubicBezTo>
                  <a:pt x="454" y="467"/>
                  <a:pt x="454" y="467"/>
                  <a:pt x="454" y="467"/>
                </a:cubicBezTo>
                <a:cubicBezTo>
                  <a:pt x="454" y="467"/>
                  <a:pt x="454" y="466"/>
                  <a:pt x="453" y="466"/>
                </a:cubicBezTo>
                <a:cubicBezTo>
                  <a:pt x="452" y="466"/>
                  <a:pt x="452" y="466"/>
                  <a:pt x="451" y="466"/>
                </a:cubicBezTo>
                <a:cubicBezTo>
                  <a:pt x="451" y="463"/>
                  <a:pt x="451" y="463"/>
                  <a:pt x="451" y="463"/>
                </a:cubicBezTo>
                <a:cubicBezTo>
                  <a:pt x="450" y="463"/>
                  <a:pt x="450" y="463"/>
                  <a:pt x="449" y="463"/>
                </a:cubicBezTo>
                <a:cubicBezTo>
                  <a:pt x="449" y="463"/>
                  <a:pt x="448" y="463"/>
                  <a:pt x="448" y="462"/>
                </a:cubicBezTo>
                <a:cubicBezTo>
                  <a:pt x="448" y="462"/>
                  <a:pt x="447" y="462"/>
                  <a:pt x="447" y="462"/>
                </a:cubicBezTo>
                <a:cubicBezTo>
                  <a:pt x="447" y="462"/>
                  <a:pt x="447" y="461"/>
                  <a:pt x="446" y="461"/>
                </a:cubicBezTo>
                <a:cubicBezTo>
                  <a:pt x="446" y="461"/>
                  <a:pt x="446" y="461"/>
                  <a:pt x="445" y="461"/>
                </a:cubicBezTo>
                <a:cubicBezTo>
                  <a:pt x="444" y="460"/>
                  <a:pt x="443" y="460"/>
                  <a:pt x="442" y="460"/>
                </a:cubicBezTo>
                <a:cubicBezTo>
                  <a:pt x="442" y="461"/>
                  <a:pt x="442" y="461"/>
                  <a:pt x="442" y="462"/>
                </a:cubicBezTo>
                <a:cubicBezTo>
                  <a:pt x="442" y="462"/>
                  <a:pt x="442" y="463"/>
                  <a:pt x="442" y="463"/>
                </a:cubicBezTo>
                <a:cubicBezTo>
                  <a:pt x="441" y="463"/>
                  <a:pt x="441" y="464"/>
                  <a:pt x="441" y="464"/>
                </a:cubicBezTo>
                <a:cubicBezTo>
                  <a:pt x="440" y="464"/>
                  <a:pt x="440" y="464"/>
                  <a:pt x="439" y="464"/>
                </a:cubicBezTo>
                <a:cubicBezTo>
                  <a:pt x="438" y="464"/>
                  <a:pt x="438" y="465"/>
                  <a:pt x="438" y="465"/>
                </a:cubicBezTo>
                <a:cubicBezTo>
                  <a:pt x="438" y="465"/>
                  <a:pt x="437" y="465"/>
                  <a:pt x="437" y="465"/>
                </a:cubicBezTo>
                <a:cubicBezTo>
                  <a:pt x="437" y="466"/>
                  <a:pt x="436" y="466"/>
                  <a:pt x="436" y="466"/>
                </a:cubicBezTo>
                <a:cubicBezTo>
                  <a:pt x="436" y="467"/>
                  <a:pt x="436" y="467"/>
                  <a:pt x="436" y="467"/>
                </a:cubicBezTo>
                <a:cubicBezTo>
                  <a:pt x="436" y="468"/>
                  <a:pt x="436" y="468"/>
                  <a:pt x="437" y="468"/>
                </a:cubicBezTo>
                <a:cubicBezTo>
                  <a:pt x="437" y="469"/>
                  <a:pt x="437" y="469"/>
                  <a:pt x="437" y="469"/>
                </a:cubicBezTo>
                <a:cubicBezTo>
                  <a:pt x="437" y="470"/>
                  <a:pt x="437" y="470"/>
                  <a:pt x="437" y="470"/>
                </a:cubicBezTo>
                <a:cubicBezTo>
                  <a:pt x="437" y="471"/>
                  <a:pt x="437" y="471"/>
                  <a:pt x="437" y="472"/>
                </a:cubicBezTo>
                <a:cubicBezTo>
                  <a:pt x="437" y="472"/>
                  <a:pt x="437" y="473"/>
                  <a:pt x="437" y="473"/>
                </a:cubicBezTo>
                <a:cubicBezTo>
                  <a:pt x="437" y="474"/>
                  <a:pt x="437" y="474"/>
                  <a:pt x="437" y="474"/>
                </a:cubicBezTo>
                <a:cubicBezTo>
                  <a:pt x="436" y="474"/>
                  <a:pt x="436" y="474"/>
                  <a:pt x="436" y="474"/>
                </a:cubicBezTo>
                <a:cubicBezTo>
                  <a:pt x="435" y="473"/>
                  <a:pt x="435" y="473"/>
                  <a:pt x="435" y="473"/>
                </a:cubicBezTo>
                <a:cubicBezTo>
                  <a:pt x="434" y="472"/>
                  <a:pt x="434" y="471"/>
                  <a:pt x="434" y="470"/>
                </a:cubicBezTo>
                <a:cubicBezTo>
                  <a:pt x="433" y="470"/>
                  <a:pt x="433" y="469"/>
                  <a:pt x="433" y="468"/>
                </a:cubicBezTo>
                <a:cubicBezTo>
                  <a:pt x="433" y="468"/>
                  <a:pt x="433" y="468"/>
                  <a:pt x="433" y="467"/>
                </a:cubicBezTo>
                <a:cubicBezTo>
                  <a:pt x="433" y="467"/>
                  <a:pt x="434" y="467"/>
                  <a:pt x="434" y="466"/>
                </a:cubicBezTo>
                <a:cubicBezTo>
                  <a:pt x="434" y="466"/>
                  <a:pt x="434" y="466"/>
                  <a:pt x="434" y="465"/>
                </a:cubicBezTo>
                <a:cubicBezTo>
                  <a:pt x="434" y="465"/>
                  <a:pt x="434" y="465"/>
                  <a:pt x="434" y="465"/>
                </a:cubicBezTo>
                <a:cubicBezTo>
                  <a:pt x="434" y="464"/>
                  <a:pt x="434" y="464"/>
                  <a:pt x="434" y="463"/>
                </a:cubicBezTo>
                <a:cubicBezTo>
                  <a:pt x="434" y="462"/>
                  <a:pt x="435" y="461"/>
                  <a:pt x="435" y="461"/>
                </a:cubicBezTo>
                <a:cubicBezTo>
                  <a:pt x="436" y="461"/>
                  <a:pt x="436" y="460"/>
                  <a:pt x="436" y="460"/>
                </a:cubicBezTo>
                <a:cubicBezTo>
                  <a:pt x="437" y="460"/>
                  <a:pt x="437" y="459"/>
                  <a:pt x="437" y="459"/>
                </a:cubicBezTo>
                <a:cubicBezTo>
                  <a:pt x="437" y="459"/>
                  <a:pt x="438" y="459"/>
                  <a:pt x="438" y="459"/>
                </a:cubicBezTo>
                <a:cubicBezTo>
                  <a:pt x="437" y="458"/>
                  <a:pt x="437" y="458"/>
                  <a:pt x="437" y="458"/>
                </a:cubicBezTo>
                <a:cubicBezTo>
                  <a:pt x="435" y="458"/>
                  <a:pt x="435" y="458"/>
                  <a:pt x="435" y="458"/>
                </a:cubicBezTo>
                <a:cubicBezTo>
                  <a:pt x="435" y="458"/>
                  <a:pt x="435" y="458"/>
                  <a:pt x="434" y="458"/>
                </a:cubicBezTo>
                <a:cubicBezTo>
                  <a:pt x="434" y="458"/>
                  <a:pt x="434" y="458"/>
                  <a:pt x="433" y="458"/>
                </a:cubicBezTo>
                <a:cubicBezTo>
                  <a:pt x="433" y="458"/>
                  <a:pt x="433" y="458"/>
                  <a:pt x="433" y="459"/>
                </a:cubicBezTo>
                <a:cubicBezTo>
                  <a:pt x="432" y="459"/>
                  <a:pt x="432" y="459"/>
                  <a:pt x="432" y="460"/>
                </a:cubicBezTo>
                <a:cubicBezTo>
                  <a:pt x="432" y="460"/>
                  <a:pt x="432" y="461"/>
                  <a:pt x="432" y="462"/>
                </a:cubicBezTo>
                <a:cubicBezTo>
                  <a:pt x="427" y="462"/>
                  <a:pt x="427" y="462"/>
                  <a:pt x="427" y="462"/>
                </a:cubicBezTo>
                <a:cubicBezTo>
                  <a:pt x="426" y="462"/>
                  <a:pt x="426" y="462"/>
                  <a:pt x="425" y="463"/>
                </a:cubicBezTo>
                <a:cubicBezTo>
                  <a:pt x="425" y="463"/>
                  <a:pt x="424" y="463"/>
                  <a:pt x="424" y="464"/>
                </a:cubicBezTo>
                <a:cubicBezTo>
                  <a:pt x="424" y="464"/>
                  <a:pt x="423" y="464"/>
                  <a:pt x="423" y="464"/>
                </a:cubicBezTo>
                <a:cubicBezTo>
                  <a:pt x="422" y="464"/>
                  <a:pt x="422" y="464"/>
                  <a:pt x="422" y="465"/>
                </a:cubicBezTo>
                <a:cubicBezTo>
                  <a:pt x="421" y="465"/>
                  <a:pt x="420" y="465"/>
                  <a:pt x="420" y="465"/>
                </a:cubicBezTo>
                <a:cubicBezTo>
                  <a:pt x="419" y="465"/>
                  <a:pt x="419" y="465"/>
                  <a:pt x="419" y="465"/>
                </a:cubicBezTo>
                <a:cubicBezTo>
                  <a:pt x="418" y="465"/>
                  <a:pt x="417" y="465"/>
                  <a:pt x="417" y="465"/>
                </a:cubicBezTo>
                <a:cubicBezTo>
                  <a:pt x="417" y="471"/>
                  <a:pt x="417" y="471"/>
                  <a:pt x="417" y="471"/>
                </a:cubicBezTo>
                <a:cubicBezTo>
                  <a:pt x="416" y="471"/>
                  <a:pt x="416" y="472"/>
                  <a:pt x="415" y="472"/>
                </a:cubicBezTo>
                <a:cubicBezTo>
                  <a:pt x="415" y="472"/>
                  <a:pt x="414" y="472"/>
                  <a:pt x="414" y="472"/>
                </a:cubicBezTo>
                <a:cubicBezTo>
                  <a:pt x="413" y="472"/>
                  <a:pt x="413" y="472"/>
                  <a:pt x="412" y="472"/>
                </a:cubicBezTo>
                <a:cubicBezTo>
                  <a:pt x="412" y="473"/>
                  <a:pt x="412" y="473"/>
                  <a:pt x="412" y="474"/>
                </a:cubicBezTo>
                <a:cubicBezTo>
                  <a:pt x="412" y="474"/>
                  <a:pt x="412" y="474"/>
                  <a:pt x="411" y="475"/>
                </a:cubicBezTo>
                <a:cubicBezTo>
                  <a:pt x="411" y="475"/>
                  <a:pt x="411" y="475"/>
                  <a:pt x="411" y="476"/>
                </a:cubicBezTo>
                <a:cubicBezTo>
                  <a:pt x="411" y="476"/>
                  <a:pt x="411" y="476"/>
                  <a:pt x="411" y="477"/>
                </a:cubicBezTo>
                <a:cubicBezTo>
                  <a:pt x="411" y="477"/>
                  <a:pt x="410" y="477"/>
                  <a:pt x="410" y="477"/>
                </a:cubicBezTo>
                <a:cubicBezTo>
                  <a:pt x="409" y="478"/>
                  <a:pt x="409" y="478"/>
                  <a:pt x="408" y="479"/>
                </a:cubicBezTo>
                <a:cubicBezTo>
                  <a:pt x="408" y="479"/>
                  <a:pt x="407" y="479"/>
                  <a:pt x="407" y="479"/>
                </a:cubicBezTo>
                <a:cubicBezTo>
                  <a:pt x="407" y="480"/>
                  <a:pt x="407" y="480"/>
                  <a:pt x="407" y="480"/>
                </a:cubicBezTo>
                <a:cubicBezTo>
                  <a:pt x="407" y="481"/>
                  <a:pt x="407" y="481"/>
                  <a:pt x="406" y="481"/>
                </a:cubicBezTo>
                <a:cubicBezTo>
                  <a:pt x="406" y="482"/>
                  <a:pt x="406" y="482"/>
                  <a:pt x="406" y="482"/>
                </a:cubicBezTo>
                <a:cubicBezTo>
                  <a:pt x="406" y="482"/>
                  <a:pt x="406" y="483"/>
                  <a:pt x="406" y="483"/>
                </a:cubicBezTo>
                <a:cubicBezTo>
                  <a:pt x="407" y="483"/>
                  <a:pt x="407" y="483"/>
                  <a:pt x="407" y="483"/>
                </a:cubicBezTo>
                <a:cubicBezTo>
                  <a:pt x="408" y="483"/>
                  <a:pt x="408" y="483"/>
                  <a:pt x="408" y="483"/>
                </a:cubicBezTo>
                <a:cubicBezTo>
                  <a:pt x="408" y="485"/>
                  <a:pt x="408" y="486"/>
                  <a:pt x="408" y="487"/>
                </a:cubicBezTo>
                <a:cubicBezTo>
                  <a:pt x="408" y="487"/>
                  <a:pt x="409" y="488"/>
                  <a:pt x="409" y="488"/>
                </a:cubicBezTo>
                <a:cubicBezTo>
                  <a:pt x="409" y="489"/>
                  <a:pt x="409" y="489"/>
                  <a:pt x="410" y="490"/>
                </a:cubicBezTo>
                <a:cubicBezTo>
                  <a:pt x="410" y="490"/>
                  <a:pt x="410" y="491"/>
                  <a:pt x="410" y="491"/>
                </a:cubicBezTo>
                <a:cubicBezTo>
                  <a:pt x="410" y="491"/>
                  <a:pt x="410" y="492"/>
                  <a:pt x="410" y="492"/>
                </a:cubicBezTo>
                <a:cubicBezTo>
                  <a:pt x="410" y="493"/>
                  <a:pt x="410" y="493"/>
                  <a:pt x="410" y="494"/>
                </a:cubicBezTo>
                <a:cubicBezTo>
                  <a:pt x="410" y="494"/>
                  <a:pt x="409" y="494"/>
                  <a:pt x="409" y="494"/>
                </a:cubicBezTo>
                <a:cubicBezTo>
                  <a:pt x="408" y="495"/>
                  <a:pt x="408" y="495"/>
                  <a:pt x="408" y="495"/>
                </a:cubicBezTo>
                <a:cubicBezTo>
                  <a:pt x="408" y="496"/>
                  <a:pt x="408" y="496"/>
                  <a:pt x="408" y="496"/>
                </a:cubicBezTo>
                <a:cubicBezTo>
                  <a:pt x="408" y="497"/>
                  <a:pt x="408" y="498"/>
                  <a:pt x="408" y="498"/>
                </a:cubicBezTo>
                <a:cubicBezTo>
                  <a:pt x="408" y="499"/>
                  <a:pt x="408" y="500"/>
                  <a:pt x="408" y="500"/>
                </a:cubicBezTo>
                <a:cubicBezTo>
                  <a:pt x="408" y="501"/>
                  <a:pt x="407" y="501"/>
                  <a:pt x="407" y="501"/>
                </a:cubicBezTo>
                <a:cubicBezTo>
                  <a:pt x="406" y="502"/>
                  <a:pt x="406" y="502"/>
                  <a:pt x="406" y="502"/>
                </a:cubicBezTo>
                <a:cubicBezTo>
                  <a:pt x="406" y="502"/>
                  <a:pt x="405" y="502"/>
                  <a:pt x="405" y="502"/>
                </a:cubicBezTo>
                <a:cubicBezTo>
                  <a:pt x="404" y="502"/>
                  <a:pt x="404" y="502"/>
                  <a:pt x="403" y="503"/>
                </a:cubicBezTo>
                <a:cubicBezTo>
                  <a:pt x="403" y="504"/>
                  <a:pt x="403" y="504"/>
                  <a:pt x="403" y="504"/>
                </a:cubicBezTo>
                <a:cubicBezTo>
                  <a:pt x="403" y="504"/>
                  <a:pt x="404" y="504"/>
                  <a:pt x="404" y="505"/>
                </a:cubicBezTo>
                <a:cubicBezTo>
                  <a:pt x="404" y="505"/>
                  <a:pt x="404" y="506"/>
                  <a:pt x="404" y="506"/>
                </a:cubicBezTo>
                <a:cubicBezTo>
                  <a:pt x="403" y="506"/>
                  <a:pt x="402" y="507"/>
                  <a:pt x="401" y="507"/>
                </a:cubicBezTo>
                <a:cubicBezTo>
                  <a:pt x="401" y="509"/>
                  <a:pt x="401" y="509"/>
                  <a:pt x="401" y="509"/>
                </a:cubicBezTo>
                <a:cubicBezTo>
                  <a:pt x="400" y="509"/>
                  <a:pt x="400" y="510"/>
                  <a:pt x="400" y="510"/>
                </a:cubicBezTo>
                <a:cubicBezTo>
                  <a:pt x="399" y="510"/>
                  <a:pt x="398" y="510"/>
                  <a:pt x="398" y="510"/>
                </a:cubicBezTo>
                <a:cubicBezTo>
                  <a:pt x="397" y="511"/>
                  <a:pt x="397" y="511"/>
                  <a:pt x="397" y="511"/>
                </a:cubicBezTo>
                <a:cubicBezTo>
                  <a:pt x="396" y="512"/>
                  <a:pt x="396" y="514"/>
                  <a:pt x="396" y="515"/>
                </a:cubicBezTo>
                <a:cubicBezTo>
                  <a:pt x="392" y="515"/>
                  <a:pt x="392" y="515"/>
                  <a:pt x="392" y="515"/>
                </a:cubicBezTo>
                <a:cubicBezTo>
                  <a:pt x="392" y="516"/>
                  <a:pt x="393" y="517"/>
                  <a:pt x="393" y="518"/>
                </a:cubicBezTo>
                <a:cubicBezTo>
                  <a:pt x="392" y="519"/>
                  <a:pt x="392" y="519"/>
                  <a:pt x="392" y="520"/>
                </a:cubicBezTo>
                <a:cubicBezTo>
                  <a:pt x="392" y="520"/>
                  <a:pt x="392" y="520"/>
                  <a:pt x="392" y="521"/>
                </a:cubicBezTo>
                <a:cubicBezTo>
                  <a:pt x="392" y="521"/>
                  <a:pt x="392" y="521"/>
                  <a:pt x="392" y="522"/>
                </a:cubicBezTo>
                <a:cubicBezTo>
                  <a:pt x="392" y="522"/>
                  <a:pt x="392" y="523"/>
                  <a:pt x="392" y="523"/>
                </a:cubicBezTo>
                <a:cubicBezTo>
                  <a:pt x="392" y="524"/>
                  <a:pt x="393" y="524"/>
                  <a:pt x="393" y="525"/>
                </a:cubicBezTo>
                <a:cubicBezTo>
                  <a:pt x="393" y="525"/>
                  <a:pt x="394" y="524"/>
                  <a:pt x="394" y="524"/>
                </a:cubicBezTo>
                <a:cubicBezTo>
                  <a:pt x="394" y="524"/>
                  <a:pt x="395" y="524"/>
                  <a:pt x="395" y="524"/>
                </a:cubicBezTo>
                <a:cubicBezTo>
                  <a:pt x="396" y="524"/>
                  <a:pt x="397" y="524"/>
                  <a:pt x="397" y="524"/>
                </a:cubicBezTo>
                <a:cubicBezTo>
                  <a:pt x="397" y="526"/>
                  <a:pt x="397" y="526"/>
                  <a:pt x="397" y="526"/>
                </a:cubicBezTo>
                <a:cubicBezTo>
                  <a:pt x="397" y="526"/>
                  <a:pt x="397" y="527"/>
                  <a:pt x="397" y="527"/>
                </a:cubicBezTo>
                <a:cubicBezTo>
                  <a:pt x="396" y="527"/>
                  <a:pt x="396" y="527"/>
                  <a:pt x="395" y="528"/>
                </a:cubicBezTo>
                <a:cubicBezTo>
                  <a:pt x="395" y="528"/>
                  <a:pt x="395" y="528"/>
                  <a:pt x="394" y="528"/>
                </a:cubicBezTo>
                <a:cubicBezTo>
                  <a:pt x="394" y="528"/>
                  <a:pt x="393" y="528"/>
                  <a:pt x="393" y="528"/>
                </a:cubicBezTo>
                <a:cubicBezTo>
                  <a:pt x="393" y="529"/>
                  <a:pt x="393" y="529"/>
                  <a:pt x="393" y="530"/>
                </a:cubicBezTo>
                <a:cubicBezTo>
                  <a:pt x="393" y="530"/>
                  <a:pt x="393" y="530"/>
                  <a:pt x="393" y="531"/>
                </a:cubicBezTo>
                <a:cubicBezTo>
                  <a:pt x="392" y="531"/>
                  <a:pt x="392" y="531"/>
                  <a:pt x="392" y="531"/>
                </a:cubicBezTo>
                <a:cubicBezTo>
                  <a:pt x="391" y="531"/>
                  <a:pt x="391" y="532"/>
                  <a:pt x="391" y="532"/>
                </a:cubicBezTo>
                <a:cubicBezTo>
                  <a:pt x="391" y="532"/>
                  <a:pt x="390" y="532"/>
                  <a:pt x="390" y="533"/>
                </a:cubicBezTo>
                <a:cubicBezTo>
                  <a:pt x="390" y="533"/>
                  <a:pt x="390" y="533"/>
                  <a:pt x="390" y="534"/>
                </a:cubicBezTo>
                <a:cubicBezTo>
                  <a:pt x="390" y="534"/>
                  <a:pt x="390" y="535"/>
                  <a:pt x="390" y="535"/>
                </a:cubicBezTo>
                <a:cubicBezTo>
                  <a:pt x="390" y="536"/>
                  <a:pt x="390" y="536"/>
                  <a:pt x="391" y="536"/>
                </a:cubicBezTo>
                <a:cubicBezTo>
                  <a:pt x="391" y="537"/>
                  <a:pt x="391" y="537"/>
                  <a:pt x="391" y="537"/>
                </a:cubicBezTo>
                <a:cubicBezTo>
                  <a:pt x="391" y="538"/>
                  <a:pt x="391" y="538"/>
                  <a:pt x="391" y="538"/>
                </a:cubicBezTo>
                <a:cubicBezTo>
                  <a:pt x="391" y="539"/>
                  <a:pt x="391" y="540"/>
                  <a:pt x="391" y="540"/>
                </a:cubicBezTo>
                <a:cubicBezTo>
                  <a:pt x="391" y="541"/>
                  <a:pt x="391" y="541"/>
                  <a:pt x="391" y="541"/>
                </a:cubicBezTo>
                <a:cubicBezTo>
                  <a:pt x="392" y="542"/>
                  <a:pt x="392" y="542"/>
                  <a:pt x="392" y="542"/>
                </a:cubicBezTo>
                <a:cubicBezTo>
                  <a:pt x="392" y="542"/>
                  <a:pt x="393" y="543"/>
                  <a:pt x="393" y="543"/>
                </a:cubicBezTo>
                <a:cubicBezTo>
                  <a:pt x="393" y="543"/>
                  <a:pt x="394" y="543"/>
                  <a:pt x="394" y="543"/>
                </a:cubicBezTo>
                <a:cubicBezTo>
                  <a:pt x="394" y="543"/>
                  <a:pt x="395" y="543"/>
                  <a:pt x="395" y="543"/>
                </a:cubicBezTo>
                <a:cubicBezTo>
                  <a:pt x="395" y="543"/>
                  <a:pt x="395" y="543"/>
                  <a:pt x="396" y="543"/>
                </a:cubicBezTo>
                <a:cubicBezTo>
                  <a:pt x="396" y="543"/>
                  <a:pt x="396" y="543"/>
                  <a:pt x="397" y="544"/>
                </a:cubicBezTo>
                <a:cubicBezTo>
                  <a:pt x="397" y="544"/>
                  <a:pt x="397" y="544"/>
                  <a:pt x="398" y="545"/>
                </a:cubicBezTo>
                <a:cubicBezTo>
                  <a:pt x="398" y="545"/>
                  <a:pt x="398" y="545"/>
                  <a:pt x="398" y="546"/>
                </a:cubicBezTo>
                <a:cubicBezTo>
                  <a:pt x="398" y="546"/>
                  <a:pt x="399" y="546"/>
                  <a:pt x="399" y="547"/>
                </a:cubicBezTo>
                <a:cubicBezTo>
                  <a:pt x="399" y="547"/>
                  <a:pt x="399" y="547"/>
                  <a:pt x="399" y="548"/>
                </a:cubicBezTo>
                <a:cubicBezTo>
                  <a:pt x="400" y="548"/>
                  <a:pt x="400" y="548"/>
                  <a:pt x="400" y="548"/>
                </a:cubicBezTo>
                <a:cubicBezTo>
                  <a:pt x="401" y="549"/>
                  <a:pt x="401" y="549"/>
                  <a:pt x="401" y="549"/>
                </a:cubicBezTo>
                <a:cubicBezTo>
                  <a:pt x="401" y="550"/>
                  <a:pt x="401" y="551"/>
                  <a:pt x="401" y="551"/>
                </a:cubicBezTo>
                <a:cubicBezTo>
                  <a:pt x="401" y="552"/>
                  <a:pt x="401" y="552"/>
                  <a:pt x="401" y="552"/>
                </a:cubicBezTo>
                <a:cubicBezTo>
                  <a:pt x="401" y="552"/>
                  <a:pt x="401" y="553"/>
                  <a:pt x="401" y="553"/>
                </a:cubicBezTo>
                <a:cubicBezTo>
                  <a:pt x="401" y="553"/>
                  <a:pt x="402" y="554"/>
                  <a:pt x="402" y="554"/>
                </a:cubicBezTo>
                <a:cubicBezTo>
                  <a:pt x="402" y="554"/>
                  <a:pt x="403" y="554"/>
                  <a:pt x="403" y="555"/>
                </a:cubicBezTo>
                <a:cubicBezTo>
                  <a:pt x="403" y="555"/>
                  <a:pt x="404" y="555"/>
                  <a:pt x="404" y="555"/>
                </a:cubicBezTo>
                <a:cubicBezTo>
                  <a:pt x="404" y="556"/>
                  <a:pt x="404" y="557"/>
                  <a:pt x="404" y="557"/>
                </a:cubicBezTo>
                <a:cubicBezTo>
                  <a:pt x="404" y="559"/>
                  <a:pt x="404" y="559"/>
                  <a:pt x="404" y="559"/>
                </a:cubicBezTo>
                <a:cubicBezTo>
                  <a:pt x="404" y="560"/>
                  <a:pt x="405" y="560"/>
                  <a:pt x="405" y="561"/>
                </a:cubicBezTo>
                <a:cubicBezTo>
                  <a:pt x="405" y="561"/>
                  <a:pt x="405" y="561"/>
                  <a:pt x="405" y="562"/>
                </a:cubicBezTo>
                <a:cubicBezTo>
                  <a:pt x="406" y="562"/>
                  <a:pt x="406" y="562"/>
                  <a:pt x="406" y="562"/>
                </a:cubicBezTo>
                <a:cubicBezTo>
                  <a:pt x="407" y="563"/>
                  <a:pt x="407" y="564"/>
                  <a:pt x="407" y="565"/>
                </a:cubicBezTo>
                <a:cubicBezTo>
                  <a:pt x="407" y="566"/>
                  <a:pt x="407" y="567"/>
                  <a:pt x="408" y="568"/>
                </a:cubicBezTo>
                <a:cubicBezTo>
                  <a:pt x="408" y="569"/>
                  <a:pt x="408" y="569"/>
                  <a:pt x="408" y="569"/>
                </a:cubicBezTo>
                <a:cubicBezTo>
                  <a:pt x="408" y="569"/>
                  <a:pt x="409" y="569"/>
                  <a:pt x="409" y="570"/>
                </a:cubicBezTo>
                <a:cubicBezTo>
                  <a:pt x="409" y="570"/>
                  <a:pt x="409" y="570"/>
                  <a:pt x="410" y="571"/>
                </a:cubicBezTo>
                <a:cubicBezTo>
                  <a:pt x="410" y="571"/>
                  <a:pt x="410" y="571"/>
                  <a:pt x="410" y="571"/>
                </a:cubicBezTo>
                <a:cubicBezTo>
                  <a:pt x="411" y="571"/>
                  <a:pt x="411" y="572"/>
                  <a:pt x="411" y="572"/>
                </a:cubicBezTo>
                <a:cubicBezTo>
                  <a:pt x="412" y="572"/>
                  <a:pt x="412" y="572"/>
                  <a:pt x="412" y="572"/>
                </a:cubicBezTo>
                <a:cubicBezTo>
                  <a:pt x="413" y="573"/>
                  <a:pt x="413" y="573"/>
                  <a:pt x="413" y="573"/>
                </a:cubicBezTo>
                <a:cubicBezTo>
                  <a:pt x="413" y="573"/>
                  <a:pt x="413" y="574"/>
                  <a:pt x="413" y="574"/>
                </a:cubicBezTo>
                <a:cubicBezTo>
                  <a:pt x="413" y="575"/>
                  <a:pt x="413" y="576"/>
                  <a:pt x="413" y="577"/>
                </a:cubicBezTo>
                <a:cubicBezTo>
                  <a:pt x="413" y="577"/>
                  <a:pt x="413" y="577"/>
                  <a:pt x="413" y="578"/>
                </a:cubicBezTo>
                <a:cubicBezTo>
                  <a:pt x="413" y="578"/>
                  <a:pt x="413" y="578"/>
                  <a:pt x="413" y="579"/>
                </a:cubicBezTo>
                <a:cubicBezTo>
                  <a:pt x="413" y="579"/>
                  <a:pt x="414" y="579"/>
                  <a:pt x="414" y="579"/>
                </a:cubicBezTo>
                <a:cubicBezTo>
                  <a:pt x="414" y="580"/>
                  <a:pt x="415" y="581"/>
                  <a:pt x="415" y="581"/>
                </a:cubicBezTo>
                <a:cubicBezTo>
                  <a:pt x="415" y="582"/>
                  <a:pt x="415" y="582"/>
                  <a:pt x="415" y="582"/>
                </a:cubicBezTo>
                <a:cubicBezTo>
                  <a:pt x="416" y="582"/>
                  <a:pt x="416" y="583"/>
                  <a:pt x="416" y="583"/>
                </a:cubicBezTo>
                <a:cubicBezTo>
                  <a:pt x="417" y="583"/>
                  <a:pt x="417" y="583"/>
                  <a:pt x="417" y="583"/>
                </a:cubicBezTo>
                <a:cubicBezTo>
                  <a:pt x="418" y="584"/>
                  <a:pt x="418" y="584"/>
                  <a:pt x="419" y="584"/>
                </a:cubicBezTo>
                <a:cubicBezTo>
                  <a:pt x="419" y="584"/>
                  <a:pt x="419" y="585"/>
                  <a:pt x="419" y="585"/>
                </a:cubicBezTo>
                <a:cubicBezTo>
                  <a:pt x="420" y="585"/>
                  <a:pt x="420" y="585"/>
                  <a:pt x="420" y="585"/>
                </a:cubicBezTo>
                <a:cubicBezTo>
                  <a:pt x="421" y="585"/>
                  <a:pt x="422" y="585"/>
                  <a:pt x="422" y="585"/>
                </a:cubicBezTo>
                <a:cubicBezTo>
                  <a:pt x="423" y="585"/>
                  <a:pt x="423" y="586"/>
                  <a:pt x="423" y="586"/>
                </a:cubicBezTo>
                <a:cubicBezTo>
                  <a:pt x="424" y="586"/>
                  <a:pt x="424" y="586"/>
                  <a:pt x="424" y="587"/>
                </a:cubicBezTo>
                <a:cubicBezTo>
                  <a:pt x="424" y="587"/>
                  <a:pt x="425" y="587"/>
                  <a:pt x="425" y="588"/>
                </a:cubicBezTo>
                <a:cubicBezTo>
                  <a:pt x="425" y="588"/>
                  <a:pt x="426" y="588"/>
                  <a:pt x="426" y="588"/>
                </a:cubicBezTo>
                <a:cubicBezTo>
                  <a:pt x="426" y="588"/>
                  <a:pt x="426" y="589"/>
                  <a:pt x="427" y="589"/>
                </a:cubicBezTo>
                <a:cubicBezTo>
                  <a:pt x="428" y="589"/>
                  <a:pt x="428" y="590"/>
                  <a:pt x="429" y="590"/>
                </a:cubicBezTo>
                <a:cubicBezTo>
                  <a:pt x="429" y="591"/>
                  <a:pt x="430" y="591"/>
                  <a:pt x="431" y="591"/>
                </a:cubicBezTo>
                <a:cubicBezTo>
                  <a:pt x="431" y="591"/>
                  <a:pt x="431" y="591"/>
                  <a:pt x="432" y="591"/>
                </a:cubicBezTo>
                <a:cubicBezTo>
                  <a:pt x="432" y="592"/>
                  <a:pt x="433" y="592"/>
                  <a:pt x="434" y="593"/>
                </a:cubicBezTo>
                <a:cubicBezTo>
                  <a:pt x="434" y="593"/>
                  <a:pt x="434" y="593"/>
                  <a:pt x="434" y="594"/>
                </a:cubicBezTo>
                <a:cubicBezTo>
                  <a:pt x="434" y="594"/>
                  <a:pt x="435" y="594"/>
                  <a:pt x="435" y="595"/>
                </a:cubicBezTo>
                <a:cubicBezTo>
                  <a:pt x="436" y="595"/>
                  <a:pt x="436" y="596"/>
                  <a:pt x="437" y="597"/>
                </a:cubicBezTo>
                <a:cubicBezTo>
                  <a:pt x="437" y="597"/>
                  <a:pt x="437" y="597"/>
                  <a:pt x="437" y="598"/>
                </a:cubicBezTo>
                <a:cubicBezTo>
                  <a:pt x="438" y="598"/>
                  <a:pt x="438" y="598"/>
                  <a:pt x="438" y="598"/>
                </a:cubicBezTo>
                <a:cubicBezTo>
                  <a:pt x="439" y="598"/>
                  <a:pt x="439" y="598"/>
                  <a:pt x="440" y="598"/>
                </a:cubicBezTo>
                <a:cubicBezTo>
                  <a:pt x="440" y="607"/>
                  <a:pt x="440" y="607"/>
                  <a:pt x="440" y="607"/>
                </a:cubicBezTo>
                <a:cubicBezTo>
                  <a:pt x="440" y="608"/>
                  <a:pt x="440" y="609"/>
                  <a:pt x="440" y="609"/>
                </a:cubicBezTo>
                <a:cubicBezTo>
                  <a:pt x="440" y="610"/>
                  <a:pt x="440" y="610"/>
                  <a:pt x="440" y="611"/>
                </a:cubicBezTo>
                <a:cubicBezTo>
                  <a:pt x="440" y="611"/>
                  <a:pt x="440" y="611"/>
                  <a:pt x="440" y="611"/>
                </a:cubicBezTo>
                <a:cubicBezTo>
                  <a:pt x="440" y="612"/>
                  <a:pt x="440" y="612"/>
                  <a:pt x="440" y="612"/>
                </a:cubicBezTo>
                <a:cubicBezTo>
                  <a:pt x="440" y="613"/>
                  <a:pt x="440" y="614"/>
                  <a:pt x="440" y="615"/>
                </a:cubicBezTo>
                <a:cubicBezTo>
                  <a:pt x="440" y="615"/>
                  <a:pt x="440" y="615"/>
                  <a:pt x="440" y="615"/>
                </a:cubicBezTo>
                <a:cubicBezTo>
                  <a:pt x="440" y="615"/>
                  <a:pt x="440" y="616"/>
                  <a:pt x="440" y="616"/>
                </a:cubicBezTo>
                <a:cubicBezTo>
                  <a:pt x="440" y="616"/>
                  <a:pt x="440" y="617"/>
                  <a:pt x="440" y="617"/>
                </a:cubicBezTo>
                <a:cubicBezTo>
                  <a:pt x="440" y="617"/>
                  <a:pt x="439" y="617"/>
                  <a:pt x="439" y="618"/>
                </a:cubicBezTo>
                <a:cubicBezTo>
                  <a:pt x="439" y="619"/>
                  <a:pt x="440" y="619"/>
                  <a:pt x="440" y="619"/>
                </a:cubicBezTo>
                <a:cubicBezTo>
                  <a:pt x="440" y="620"/>
                  <a:pt x="439" y="620"/>
                  <a:pt x="439" y="620"/>
                </a:cubicBezTo>
                <a:cubicBezTo>
                  <a:pt x="439" y="621"/>
                  <a:pt x="439" y="621"/>
                  <a:pt x="439" y="621"/>
                </a:cubicBezTo>
                <a:cubicBezTo>
                  <a:pt x="439" y="621"/>
                  <a:pt x="440" y="622"/>
                  <a:pt x="440" y="622"/>
                </a:cubicBezTo>
                <a:cubicBezTo>
                  <a:pt x="440" y="622"/>
                  <a:pt x="440" y="623"/>
                  <a:pt x="440" y="623"/>
                </a:cubicBezTo>
                <a:cubicBezTo>
                  <a:pt x="440" y="624"/>
                  <a:pt x="440" y="624"/>
                  <a:pt x="440" y="624"/>
                </a:cubicBezTo>
                <a:cubicBezTo>
                  <a:pt x="440" y="625"/>
                  <a:pt x="440" y="625"/>
                  <a:pt x="440" y="625"/>
                </a:cubicBezTo>
                <a:cubicBezTo>
                  <a:pt x="440" y="625"/>
                  <a:pt x="439" y="625"/>
                  <a:pt x="439" y="626"/>
                </a:cubicBezTo>
                <a:cubicBezTo>
                  <a:pt x="439" y="627"/>
                  <a:pt x="439" y="627"/>
                  <a:pt x="439" y="628"/>
                </a:cubicBezTo>
                <a:cubicBezTo>
                  <a:pt x="439" y="628"/>
                  <a:pt x="440" y="629"/>
                  <a:pt x="440" y="629"/>
                </a:cubicBezTo>
                <a:cubicBezTo>
                  <a:pt x="440" y="630"/>
                  <a:pt x="440" y="630"/>
                  <a:pt x="440" y="630"/>
                </a:cubicBezTo>
                <a:cubicBezTo>
                  <a:pt x="440" y="631"/>
                  <a:pt x="440" y="631"/>
                  <a:pt x="440" y="631"/>
                </a:cubicBezTo>
                <a:cubicBezTo>
                  <a:pt x="440" y="631"/>
                  <a:pt x="439" y="632"/>
                  <a:pt x="439" y="632"/>
                </a:cubicBezTo>
                <a:cubicBezTo>
                  <a:pt x="439" y="632"/>
                  <a:pt x="439" y="633"/>
                  <a:pt x="439" y="633"/>
                </a:cubicBezTo>
                <a:cubicBezTo>
                  <a:pt x="439" y="633"/>
                  <a:pt x="439" y="634"/>
                  <a:pt x="439" y="634"/>
                </a:cubicBezTo>
                <a:cubicBezTo>
                  <a:pt x="439" y="634"/>
                  <a:pt x="439" y="635"/>
                  <a:pt x="439" y="635"/>
                </a:cubicBezTo>
                <a:cubicBezTo>
                  <a:pt x="438" y="635"/>
                  <a:pt x="438" y="636"/>
                  <a:pt x="438" y="636"/>
                </a:cubicBezTo>
                <a:cubicBezTo>
                  <a:pt x="438" y="637"/>
                  <a:pt x="437" y="638"/>
                  <a:pt x="437" y="638"/>
                </a:cubicBezTo>
                <a:cubicBezTo>
                  <a:pt x="437" y="639"/>
                  <a:pt x="437" y="639"/>
                  <a:pt x="436" y="640"/>
                </a:cubicBezTo>
                <a:cubicBezTo>
                  <a:pt x="436" y="640"/>
                  <a:pt x="436" y="641"/>
                  <a:pt x="436" y="641"/>
                </a:cubicBezTo>
                <a:cubicBezTo>
                  <a:pt x="436" y="642"/>
                  <a:pt x="436" y="642"/>
                  <a:pt x="436" y="642"/>
                </a:cubicBezTo>
                <a:cubicBezTo>
                  <a:pt x="436" y="643"/>
                  <a:pt x="436" y="643"/>
                  <a:pt x="436" y="644"/>
                </a:cubicBezTo>
                <a:cubicBezTo>
                  <a:pt x="436" y="645"/>
                  <a:pt x="437" y="645"/>
                  <a:pt x="437" y="645"/>
                </a:cubicBezTo>
                <a:cubicBezTo>
                  <a:pt x="437" y="646"/>
                  <a:pt x="436" y="646"/>
                  <a:pt x="436" y="646"/>
                </a:cubicBezTo>
                <a:cubicBezTo>
                  <a:pt x="436" y="647"/>
                  <a:pt x="437" y="647"/>
                  <a:pt x="437" y="648"/>
                </a:cubicBezTo>
                <a:cubicBezTo>
                  <a:pt x="437" y="648"/>
                  <a:pt x="437" y="648"/>
                  <a:pt x="436" y="649"/>
                </a:cubicBezTo>
                <a:cubicBezTo>
                  <a:pt x="436" y="649"/>
                  <a:pt x="436" y="649"/>
                  <a:pt x="436" y="650"/>
                </a:cubicBezTo>
                <a:cubicBezTo>
                  <a:pt x="436" y="650"/>
                  <a:pt x="436" y="650"/>
                  <a:pt x="436" y="651"/>
                </a:cubicBezTo>
                <a:cubicBezTo>
                  <a:pt x="435" y="651"/>
                  <a:pt x="435" y="651"/>
                  <a:pt x="435" y="652"/>
                </a:cubicBezTo>
                <a:cubicBezTo>
                  <a:pt x="435" y="652"/>
                  <a:pt x="434" y="652"/>
                  <a:pt x="434" y="653"/>
                </a:cubicBezTo>
                <a:cubicBezTo>
                  <a:pt x="433" y="654"/>
                  <a:pt x="432" y="654"/>
                  <a:pt x="432" y="656"/>
                </a:cubicBezTo>
                <a:cubicBezTo>
                  <a:pt x="432" y="656"/>
                  <a:pt x="432" y="656"/>
                  <a:pt x="432" y="656"/>
                </a:cubicBezTo>
                <a:cubicBezTo>
                  <a:pt x="432" y="657"/>
                  <a:pt x="433" y="657"/>
                  <a:pt x="433" y="657"/>
                </a:cubicBezTo>
                <a:cubicBezTo>
                  <a:pt x="433" y="657"/>
                  <a:pt x="433" y="658"/>
                  <a:pt x="433" y="658"/>
                </a:cubicBezTo>
                <a:cubicBezTo>
                  <a:pt x="433" y="658"/>
                  <a:pt x="433" y="659"/>
                  <a:pt x="433" y="659"/>
                </a:cubicBezTo>
                <a:cubicBezTo>
                  <a:pt x="433" y="659"/>
                  <a:pt x="434" y="660"/>
                  <a:pt x="434" y="660"/>
                </a:cubicBezTo>
                <a:cubicBezTo>
                  <a:pt x="435" y="661"/>
                  <a:pt x="435" y="662"/>
                  <a:pt x="435" y="664"/>
                </a:cubicBezTo>
                <a:cubicBezTo>
                  <a:pt x="435" y="665"/>
                  <a:pt x="435" y="666"/>
                  <a:pt x="434" y="668"/>
                </a:cubicBezTo>
                <a:cubicBezTo>
                  <a:pt x="434" y="668"/>
                  <a:pt x="434" y="668"/>
                  <a:pt x="434" y="668"/>
                </a:cubicBezTo>
                <a:cubicBezTo>
                  <a:pt x="434" y="670"/>
                  <a:pt x="434" y="670"/>
                  <a:pt x="434" y="671"/>
                </a:cubicBezTo>
                <a:cubicBezTo>
                  <a:pt x="434" y="672"/>
                  <a:pt x="434" y="673"/>
                  <a:pt x="433" y="673"/>
                </a:cubicBezTo>
                <a:cubicBezTo>
                  <a:pt x="433" y="674"/>
                  <a:pt x="433" y="674"/>
                  <a:pt x="433" y="674"/>
                </a:cubicBezTo>
                <a:cubicBezTo>
                  <a:pt x="433" y="675"/>
                  <a:pt x="432" y="675"/>
                  <a:pt x="432" y="675"/>
                </a:cubicBezTo>
                <a:cubicBezTo>
                  <a:pt x="432" y="676"/>
                  <a:pt x="432" y="676"/>
                  <a:pt x="432" y="676"/>
                </a:cubicBezTo>
                <a:cubicBezTo>
                  <a:pt x="432" y="677"/>
                  <a:pt x="432" y="677"/>
                  <a:pt x="432" y="677"/>
                </a:cubicBezTo>
                <a:cubicBezTo>
                  <a:pt x="432" y="678"/>
                  <a:pt x="431" y="678"/>
                  <a:pt x="431" y="678"/>
                </a:cubicBezTo>
                <a:cubicBezTo>
                  <a:pt x="431" y="679"/>
                  <a:pt x="430" y="679"/>
                  <a:pt x="430" y="679"/>
                </a:cubicBezTo>
                <a:cubicBezTo>
                  <a:pt x="430" y="680"/>
                  <a:pt x="429" y="680"/>
                  <a:pt x="429" y="680"/>
                </a:cubicBezTo>
                <a:cubicBezTo>
                  <a:pt x="429" y="682"/>
                  <a:pt x="429" y="682"/>
                  <a:pt x="429" y="682"/>
                </a:cubicBezTo>
                <a:cubicBezTo>
                  <a:pt x="429" y="682"/>
                  <a:pt x="430" y="683"/>
                  <a:pt x="430" y="683"/>
                </a:cubicBezTo>
                <a:cubicBezTo>
                  <a:pt x="430" y="684"/>
                  <a:pt x="429" y="684"/>
                  <a:pt x="429" y="685"/>
                </a:cubicBezTo>
                <a:cubicBezTo>
                  <a:pt x="429" y="685"/>
                  <a:pt x="430" y="685"/>
                  <a:pt x="430" y="685"/>
                </a:cubicBezTo>
                <a:cubicBezTo>
                  <a:pt x="430" y="686"/>
                  <a:pt x="430" y="686"/>
                  <a:pt x="430" y="686"/>
                </a:cubicBezTo>
                <a:cubicBezTo>
                  <a:pt x="430" y="687"/>
                  <a:pt x="429" y="687"/>
                  <a:pt x="429" y="687"/>
                </a:cubicBezTo>
                <a:cubicBezTo>
                  <a:pt x="429" y="687"/>
                  <a:pt x="429" y="688"/>
                  <a:pt x="428" y="688"/>
                </a:cubicBezTo>
                <a:cubicBezTo>
                  <a:pt x="428" y="688"/>
                  <a:pt x="428" y="689"/>
                  <a:pt x="427" y="689"/>
                </a:cubicBezTo>
                <a:cubicBezTo>
                  <a:pt x="427" y="689"/>
                  <a:pt x="427" y="690"/>
                  <a:pt x="427" y="690"/>
                </a:cubicBezTo>
                <a:cubicBezTo>
                  <a:pt x="427" y="691"/>
                  <a:pt x="426" y="691"/>
                  <a:pt x="426" y="691"/>
                </a:cubicBezTo>
                <a:cubicBezTo>
                  <a:pt x="426" y="692"/>
                  <a:pt x="425" y="692"/>
                  <a:pt x="425" y="692"/>
                </a:cubicBezTo>
                <a:cubicBezTo>
                  <a:pt x="425" y="692"/>
                  <a:pt x="424" y="693"/>
                  <a:pt x="424" y="693"/>
                </a:cubicBezTo>
                <a:cubicBezTo>
                  <a:pt x="424" y="693"/>
                  <a:pt x="424" y="694"/>
                  <a:pt x="424" y="694"/>
                </a:cubicBezTo>
                <a:cubicBezTo>
                  <a:pt x="424" y="695"/>
                  <a:pt x="425" y="694"/>
                  <a:pt x="425" y="695"/>
                </a:cubicBezTo>
                <a:cubicBezTo>
                  <a:pt x="425" y="695"/>
                  <a:pt x="425" y="696"/>
                  <a:pt x="425" y="696"/>
                </a:cubicBezTo>
                <a:cubicBezTo>
                  <a:pt x="425" y="697"/>
                  <a:pt x="426" y="697"/>
                  <a:pt x="426" y="698"/>
                </a:cubicBezTo>
                <a:cubicBezTo>
                  <a:pt x="426" y="698"/>
                  <a:pt x="426" y="698"/>
                  <a:pt x="426" y="699"/>
                </a:cubicBezTo>
                <a:cubicBezTo>
                  <a:pt x="426" y="699"/>
                  <a:pt x="426" y="699"/>
                  <a:pt x="426" y="700"/>
                </a:cubicBezTo>
                <a:cubicBezTo>
                  <a:pt x="426" y="700"/>
                  <a:pt x="426" y="701"/>
                  <a:pt x="426" y="702"/>
                </a:cubicBezTo>
                <a:cubicBezTo>
                  <a:pt x="426" y="703"/>
                  <a:pt x="426" y="704"/>
                  <a:pt x="425" y="706"/>
                </a:cubicBezTo>
                <a:cubicBezTo>
                  <a:pt x="425" y="706"/>
                  <a:pt x="425" y="706"/>
                  <a:pt x="425" y="707"/>
                </a:cubicBezTo>
                <a:cubicBezTo>
                  <a:pt x="424" y="707"/>
                  <a:pt x="424" y="707"/>
                  <a:pt x="424" y="707"/>
                </a:cubicBezTo>
                <a:cubicBezTo>
                  <a:pt x="423" y="708"/>
                  <a:pt x="423" y="708"/>
                  <a:pt x="423" y="709"/>
                </a:cubicBezTo>
                <a:cubicBezTo>
                  <a:pt x="423" y="709"/>
                  <a:pt x="423" y="710"/>
                  <a:pt x="423" y="710"/>
                </a:cubicBezTo>
                <a:cubicBezTo>
                  <a:pt x="424" y="710"/>
                  <a:pt x="424" y="711"/>
                  <a:pt x="424" y="711"/>
                </a:cubicBezTo>
                <a:cubicBezTo>
                  <a:pt x="425" y="712"/>
                  <a:pt x="425" y="712"/>
                  <a:pt x="425" y="712"/>
                </a:cubicBezTo>
                <a:cubicBezTo>
                  <a:pt x="425" y="713"/>
                  <a:pt x="426" y="713"/>
                  <a:pt x="426" y="714"/>
                </a:cubicBezTo>
                <a:cubicBezTo>
                  <a:pt x="426" y="714"/>
                  <a:pt x="425" y="714"/>
                  <a:pt x="425" y="715"/>
                </a:cubicBezTo>
                <a:cubicBezTo>
                  <a:pt x="425" y="715"/>
                  <a:pt x="424" y="715"/>
                  <a:pt x="423" y="715"/>
                </a:cubicBezTo>
                <a:cubicBezTo>
                  <a:pt x="423" y="715"/>
                  <a:pt x="423" y="715"/>
                  <a:pt x="423" y="716"/>
                </a:cubicBezTo>
                <a:cubicBezTo>
                  <a:pt x="422" y="716"/>
                  <a:pt x="422" y="716"/>
                  <a:pt x="422" y="717"/>
                </a:cubicBezTo>
                <a:cubicBezTo>
                  <a:pt x="422" y="717"/>
                  <a:pt x="422" y="717"/>
                  <a:pt x="422" y="718"/>
                </a:cubicBezTo>
                <a:cubicBezTo>
                  <a:pt x="422" y="718"/>
                  <a:pt x="421" y="718"/>
                  <a:pt x="421" y="719"/>
                </a:cubicBezTo>
                <a:cubicBezTo>
                  <a:pt x="421" y="719"/>
                  <a:pt x="421" y="719"/>
                  <a:pt x="421" y="720"/>
                </a:cubicBezTo>
                <a:cubicBezTo>
                  <a:pt x="421" y="720"/>
                  <a:pt x="421" y="720"/>
                  <a:pt x="421" y="721"/>
                </a:cubicBezTo>
                <a:cubicBezTo>
                  <a:pt x="421" y="722"/>
                  <a:pt x="421" y="722"/>
                  <a:pt x="421" y="722"/>
                </a:cubicBezTo>
                <a:cubicBezTo>
                  <a:pt x="422" y="723"/>
                  <a:pt x="422" y="723"/>
                  <a:pt x="422" y="723"/>
                </a:cubicBezTo>
                <a:cubicBezTo>
                  <a:pt x="423" y="723"/>
                  <a:pt x="423" y="724"/>
                  <a:pt x="423" y="724"/>
                </a:cubicBezTo>
                <a:cubicBezTo>
                  <a:pt x="426" y="724"/>
                  <a:pt x="426" y="724"/>
                  <a:pt x="426" y="724"/>
                </a:cubicBezTo>
                <a:cubicBezTo>
                  <a:pt x="427" y="715"/>
                  <a:pt x="427" y="715"/>
                  <a:pt x="427" y="715"/>
                </a:cubicBezTo>
                <a:cubicBezTo>
                  <a:pt x="431" y="715"/>
                  <a:pt x="431" y="715"/>
                  <a:pt x="431" y="715"/>
                </a:cubicBezTo>
                <a:cubicBezTo>
                  <a:pt x="431" y="718"/>
                  <a:pt x="431" y="718"/>
                  <a:pt x="431" y="718"/>
                </a:cubicBezTo>
                <a:cubicBezTo>
                  <a:pt x="430" y="718"/>
                  <a:pt x="430" y="719"/>
                  <a:pt x="430" y="719"/>
                </a:cubicBezTo>
                <a:cubicBezTo>
                  <a:pt x="430" y="719"/>
                  <a:pt x="429" y="719"/>
                  <a:pt x="429" y="719"/>
                </a:cubicBezTo>
                <a:cubicBezTo>
                  <a:pt x="429" y="720"/>
                  <a:pt x="429" y="720"/>
                  <a:pt x="428" y="720"/>
                </a:cubicBezTo>
                <a:cubicBezTo>
                  <a:pt x="428" y="725"/>
                  <a:pt x="428" y="725"/>
                  <a:pt x="428" y="725"/>
                </a:cubicBezTo>
                <a:cubicBezTo>
                  <a:pt x="428" y="725"/>
                  <a:pt x="428" y="726"/>
                  <a:pt x="427" y="726"/>
                </a:cubicBezTo>
                <a:cubicBezTo>
                  <a:pt x="427" y="726"/>
                  <a:pt x="427" y="726"/>
                  <a:pt x="427" y="727"/>
                </a:cubicBezTo>
                <a:cubicBezTo>
                  <a:pt x="426" y="727"/>
                  <a:pt x="426" y="727"/>
                  <a:pt x="426" y="728"/>
                </a:cubicBezTo>
                <a:cubicBezTo>
                  <a:pt x="426" y="728"/>
                  <a:pt x="426" y="728"/>
                  <a:pt x="426" y="729"/>
                </a:cubicBezTo>
                <a:cubicBezTo>
                  <a:pt x="426" y="730"/>
                  <a:pt x="427" y="731"/>
                  <a:pt x="427" y="732"/>
                </a:cubicBezTo>
                <a:cubicBezTo>
                  <a:pt x="427" y="733"/>
                  <a:pt x="427" y="734"/>
                  <a:pt x="427" y="735"/>
                </a:cubicBezTo>
                <a:cubicBezTo>
                  <a:pt x="427" y="735"/>
                  <a:pt x="426" y="735"/>
                  <a:pt x="426" y="736"/>
                </a:cubicBezTo>
                <a:cubicBezTo>
                  <a:pt x="425" y="735"/>
                  <a:pt x="425" y="735"/>
                  <a:pt x="425" y="735"/>
                </a:cubicBezTo>
                <a:cubicBezTo>
                  <a:pt x="425" y="735"/>
                  <a:pt x="425" y="734"/>
                  <a:pt x="424" y="734"/>
                </a:cubicBezTo>
                <a:cubicBezTo>
                  <a:pt x="424" y="734"/>
                  <a:pt x="424" y="734"/>
                  <a:pt x="423" y="734"/>
                </a:cubicBezTo>
                <a:cubicBezTo>
                  <a:pt x="423" y="733"/>
                  <a:pt x="423" y="733"/>
                  <a:pt x="423" y="733"/>
                </a:cubicBezTo>
                <a:cubicBezTo>
                  <a:pt x="423" y="732"/>
                  <a:pt x="423" y="732"/>
                  <a:pt x="423" y="732"/>
                </a:cubicBezTo>
                <a:cubicBezTo>
                  <a:pt x="423" y="731"/>
                  <a:pt x="423" y="731"/>
                  <a:pt x="423" y="730"/>
                </a:cubicBezTo>
                <a:cubicBezTo>
                  <a:pt x="423" y="730"/>
                  <a:pt x="423" y="730"/>
                  <a:pt x="423" y="730"/>
                </a:cubicBezTo>
                <a:cubicBezTo>
                  <a:pt x="423" y="731"/>
                  <a:pt x="422" y="730"/>
                  <a:pt x="422" y="730"/>
                </a:cubicBezTo>
                <a:cubicBezTo>
                  <a:pt x="422" y="733"/>
                  <a:pt x="422" y="733"/>
                  <a:pt x="422" y="733"/>
                </a:cubicBezTo>
                <a:cubicBezTo>
                  <a:pt x="422" y="733"/>
                  <a:pt x="423" y="733"/>
                  <a:pt x="423" y="733"/>
                </a:cubicBezTo>
                <a:cubicBezTo>
                  <a:pt x="423" y="734"/>
                  <a:pt x="423" y="734"/>
                  <a:pt x="423" y="734"/>
                </a:cubicBezTo>
                <a:cubicBezTo>
                  <a:pt x="423" y="735"/>
                  <a:pt x="424" y="735"/>
                  <a:pt x="424" y="735"/>
                </a:cubicBezTo>
                <a:cubicBezTo>
                  <a:pt x="424" y="735"/>
                  <a:pt x="425" y="736"/>
                  <a:pt x="425" y="736"/>
                </a:cubicBezTo>
                <a:cubicBezTo>
                  <a:pt x="425" y="736"/>
                  <a:pt x="425" y="737"/>
                  <a:pt x="425" y="737"/>
                </a:cubicBezTo>
                <a:cubicBezTo>
                  <a:pt x="425" y="737"/>
                  <a:pt x="425" y="738"/>
                  <a:pt x="425" y="738"/>
                </a:cubicBezTo>
                <a:cubicBezTo>
                  <a:pt x="425" y="739"/>
                  <a:pt x="425" y="739"/>
                  <a:pt x="425" y="740"/>
                </a:cubicBezTo>
                <a:lnTo>
                  <a:pt x="424" y="739"/>
                </a:lnTo>
                <a:close/>
                <a:moveTo>
                  <a:pt x="436" y="434"/>
                </a:moveTo>
                <a:cubicBezTo>
                  <a:pt x="437" y="434"/>
                  <a:pt x="437" y="433"/>
                  <a:pt x="438" y="432"/>
                </a:cubicBezTo>
                <a:cubicBezTo>
                  <a:pt x="438" y="432"/>
                  <a:pt x="439" y="432"/>
                  <a:pt x="440" y="432"/>
                </a:cubicBezTo>
                <a:cubicBezTo>
                  <a:pt x="440" y="432"/>
                  <a:pt x="441" y="432"/>
                  <a:pt x="442" y="432"/>
                </a:cubicBezTo>
                <a:cubicBezTo>
                  <a:pt x="442" y="432"/>
                  <a:pt x="443" y="432"/>
                  <a:pt x="444" y="432"/>
                </a:cubicBezTo>
                <a:cubicBezTo>
                  <a:pt x="444" y="432"/>
                  <a:pt x="445" y="432"/>
                  <a:pt x="445" y="432"/>
                </a:cubicBezTo>
                <a:cubicBezTo>
                  <a:pt x="447" y="432"/>
                  <a:pt x="448" y="432"/>
                  <a:pt x="449" y="432"/>
                </a:cubicBezTo>
                <a:cubicBezTo>
                  <a:pt x="451" y="432"/>
                  <a:pt x="452" y="431"/>
                  <a:pt x="453" y="431"/>
                </a:cubicBezTo>
                <a:cubicBezTo>
                  <a:pt x="454" y="431"/>
                  <a:pt x="454" y="431"/>
                  <a:pt x="455" y="431"/>
                </a:cubicBezTo>
                <a:cubicBezTo>
                  <a:pt x="456" y="431"/>
                  <a:pt x="456" y="431"/>
                  <a:pt x="457" y="431"/>
                </a:cubicBezTo>
                <a:cubicBezTo>
                  <a:pt x="458" y="431"/>
                  <a:pt x="459" y="432"/>
                  <a:pt x="461" y="432"/>
                </a:cubicBezTo>
                <a:cubicBezTo>
                  <a:pt x="462" y="432"/>
                  <a:pt x="462" y="432"/>
                  <a:pt x="462" y="432"/>
                </a:cubicBezTo>
                <a:cubicBezTo>
                  <a:pt x="463" y="432"/>
                  <a:pt x="464" y="431"/>
                  <a:pt x="464" y="431"/>
                </a:cubicBezTo>
                <a:cubicBezTo>
                  <a:pt x="464" y="430"/>
                  <a:pt x="463" y="431"/>
                  <a:pt x="462" y="430"/>
                </a:cubicBezTo>
                <a:cubicBezTo>
                  <a:pt x="462" y="429"/>
                  <a:pt x="463" y="428"/>
                  <a:pt x="462" y="427"/>
                </a:cubicBezTo>
                <a:cubicBezTo>
                  <a:pt x="460" y="428"/>
                  <a:pt x="459" y="428"/>
                  <a:pt x="457" y="428"/>
                </a:cubicBezTo>
                <a:cubicBezTo>
                  <a:pt x="455" y="428"/>
                  <a:pt x="455" y="428"/>
                  <a:pt x="455" y="428"/>
                </a:cubicBezTo>
                <a:cubicBezTo>
                  <a:pt x="454" y="428"/>
                  <a:pt x="453" y="427"/>
                  <a:pt x="452" y="427"/>
                </a:cubicBezTo>
                <a:cubicBezTo>
                  <a:pt x="451" y="427"/>
                  <a:pt x="451" y="427"/>
                  <a:pt x="451" y="427"/>
                </a:cubicBezTo>
                <a:cubicBezTo>
                  <a:pt x="450" y="427"/>
                  <a:pt x="450" y="428"/>
                  <a:pt x="449" y="429"/>
                </a:cubicBezTo>
                <a:cubicBezTo>
                  <a:pt x="449" y="429"/>
                  <a:pt x="448" y="429"/>
                  <a:pt x="447" y="429"/>
                </a:cubicBezTo>
                <a:cubicBezTo>
                  <a:pt x="447" y="429"/>
                  <a:pt x="446" y="429"/>
                  <a:pt x="445" y="429"/>
                </a:cubicBezTo>
                <a:cubicBezTo>
                  <a:pt x="445" y="428"/>
                  <a:pt x="444" y="427"/>
                  <a:pt x="444" y="427"/>
                </a:cubicBezTo>
                <a:cubicBezTo>
                  <a:pt x="443" y="427"/>
                  <a:pt x="442" y="427"/>
                  <a:pt x="442" y="427"/>
                </a:cubicBezTo>
                <a:cubicBezTo>
                  <a:pt x="441" y="426"/>
                  <a:pt x="441" y="425"/>
                  <a:pt x="440" y="425"/>
                </a:cubicBezTo>
                <a:cubicBezTo>
                  <a:pt x="438" y="425"/>
                  <a:pt x="437" y="425"/>
                  <a:pt x="436" y="425"/>
                </a:cubicBezTo>
                <a:cubicBezTo>
                  <a:pt x="434" y="425"/>
                  <a:pt x="434" y="425"/>
                  <a:pt x="432" y="425"/>
                </a:cubicBezTo>
                <a:cubicBezTo>
                  <a:pt x="431" y="425"/>
                  <a:pt x="430" y="425"/>
                  <a:pt x="428" y="425"/>
                </a:cubicBezTo>
                <a:cubicBezTo>
                  <a:pt x="428" y="431"/>
                  <a:pt x="428" y="431"/>
                  <a:pt x="428" y="431"/>
                </a:cubicBezTo>
                <a:cubicBezTo>
                  <a:pt x="429" y="432"/>
                  <a:pt x="430" y="432"/>
                  <a:pt x="430" y="433"/>
                </a:cubicBezTo>
                <a:cubicBezTo>
                  <a:pt x="431" y="433"/>
                  <a:pt x="431" y="434"/>
                  <a:pt x="432" y="434"/>
                </a:cubicBezTo>
                <a:cubicBezTo>
                  <a:pt x="434" y="434"/>
                  <a:pt x="434" y="434"/>
                  <a:pt x="434" y="434"/>
                </a:cubicBezTo>
                <a:cubicBezTo>
                  <a:pt x="435" y="434"/>
                  <a:pt x="435" y="434"/>
                  <a:pt x="436" y="434"/>
                </a:cubicBezTo>
                <a:moveTo>
                  <a:pt x="414" y="433"/>
                </a:moveTo>
                <a:cubicBezTo>
                  <a:pt x="413" y="432"/>
                  <a:pt x="414" y="431"/>
                  <a:pt x="413" y="431"/>
                </a:cubicBezTo>
                <a:cubicBezTo>
                  <a:pt x="413" y="431"/>
                  <a:pt x="412" y="431"/>
                  <a:pt x="411" y="430"/>
                </a:cubicBezTo>
                <a:cubicBezTo>
                  <a:pt x="411" y="430"/>
                  <a:pt x="410" y="429"/>
                  <a:pt x="409" y="429"/>
                </a:cubicBezTo>
                <a:cubicBezTo>
                  <a:pt x="404" y="429"/>
                  <a:pt x="404" y="429"/>
                  <a:pt x="404" y="429"/>
                </a:cubicBezTo>
                <a:cubicBezTo>
                  <a:pt x="405" y="430"/>
                  <a:pt x="405" y="431"/>
                  <a:pt x="406" y="432"/>
                </a:cubicBezTo>
                <a:cubicBezTo>
                  <a:pt x="406" y="432"/>
                  <a:pt x="407" y="431"/>
                  <a:pt x="408" y="432"/>
                </a:cubicBezTo>
                <a:cubicBezTo>
                  <a:pt x="408" y="432"/>
                  <a:pt x="409" y="432"/>
                  <a:pt x="410" y="433"/>
                </a:cubicBezTo>
                <a:cubicBezTo>
                  <a:pt x="410" y="433"/>
                  <a:pt x="410" y="434"/>
                  <a:pt x="410" y="435"/>
                </a:cubicBezTo>
                <a:cubicBezTo>
                  <a:pt x="411" y="435"/>
                  <a:pt x="411" y="435"/>
                  <a:pt x="412" y="435"/>
                </a:cubicBezTo>
                <a:cubicBezTo>
                  <a:pt x="413" y="434"/>
                  <a:pt x="413" y="434"/>
                  <a:pt x="414" y="433"/>
                </a:cubicBezTo>
                <a:moveTo>
                  <a:pt x="422" y="422"/>
                </a:moveTo>
                <a:cubicBezTo>
                  <a:pt x="421" y="421"/>
                  <a:pt x="420" y="420"/>
                  <a:pt x="419" y="419"/>
                </a:cubicBezTo>
                <a:cubicBezTo>
                  <a:pt x="418" y="418"/>
                  <a:pt x="417" y="416"/>
                  <a:pt x="415" y="416"/>
                </a:cubicBezTo>
                <a:cubicBezTo>
                  <a:pt x="413" y="416"/>
                  <a:pt x="413" y="416"/>
                  <a:pt x="413" y="416"/>
                </a:cubicBezTo>
                <a:cubicBezTo>
                  <a:pt x="411" y="416"/>
                  <a:pt x="410" y="416"/>
                  <a:pt x="409" y="416"/>
                </a:cubicBezTo>
                <a:cubicBezTo>
                  <a:pt x="408" y="416"/>
                  <a:pt x="407" y="416"/>
                  <a:pt x="407" y="416"/>
                </a:cubicBezTo>
                <a:cubicBezTo>
                  <a:pt x="406" y="416"/>
                  <a:pt x="405" y="416"/>
                  <a:pt x="405" y="415"/>
                </a:cubicBezTo>
                <a:cubicBezTo>
                  <a:pt x="404" y="415"/>
                  <a:pt x="404" y="414"/>
                  <a:pt x="403" y="413"/>
                </a:cubicBezTo>
                <a:cubicBezTo>
                  <a:pt x="403" y="413"/>
                  <a:pt x="402" y="413"/>
                  <a:pt x="402" y="412"/>
                </a:cubicBezTo>
                <a:cubicBezTo>
                  <a:pt x="400" y="412"/>
                  <a:pt x="399" y="411"/>
                  <a:pt x="398" y="411"/>
                </a:cubicBezTo>
                <a:cubicBezTo>
                  <a:pt x="396" y="410"/>
                  <a:pt x="396" y="410"/>
                  <a:pt x="396" y="410"/>
                </a:cubicBezTo>
                <a:cubicBezTo>
                  <a:pt x="395" y="409"/>
                  <a:pt x="395" y="408"/>
                  <a:pt x="394" y="408"/>
                </a:cubicBezTo>
                <a:cubicBezTo>
                  <a:pt x="393" y="407"/>
                  <a:pt x="393" y="408"/>
                  <a:pt x="391" y="408"/>
                </a:cubicBezTo>
                <a:cubicBezTo>
                  <a:pt x="390" y="408"/>
                  <a:pt x="389" y="408"/>
                  <a:pt x="388" y="408"/>
                </a:cubicBezTo>
                <a:cubicBezTo>
                  <a:pt x="387" y="408"/>
                  <a:pt x="387" y="409"/>
                  <a:pt x="386" y="409"/>
                </a:cubicBezTo>
                <a:cubicBezTo>
                  <a:pt x="386" y="409"/>
                  <a:pt x="385" y="408"/>
                  <a:pt x="384" y="408"/>
                </a:cubicBezTo>
                <a:cubicBezTo>
                  <a:pt x="380" y="408"/>
                  <a:pt x="380" y="408"/>
                  <a:pt x="380" y="408"/>
                </a:cubicBezTo>
                <a:cubicBezTo>
                  <a:pt x="380" y="408"/>
                  <a:pt x="379" y="408"/>
                  <a:pt x="378" y="408"/>
                </a:cubicBezTo>
                <a:cubicBezTo>
                  <a:pt x="378" y="408"/>
                  <a:pt x="377" y="408"/>
                  <a:pt x="376" y="408"/>
                </a:cubicBezTo>
                <a:cubicBezTo>
                  <a:pt x="375" y="409"/>
                  <a:pt x="375" y="410"/>
                  <a:pt x="375" y="411"/>
                </a:cubicBezTo>
                <a:cubicBezTo>
                  <a:pt x="375" y="412"/>
                  <a:pt x="376" y="413"/>
                  <a:pt x="377" y="414"/>
                </a:cubicBezTo>
                <a:cubicBezTo>
                  <a:pt x="378" y="415"/>
                  <a:pt x="380" y="415"/>
                  <a:pt x="381" y="415"/>
                </a:cubicBezTo>
                <a:cubicBezTo>
                  <a:pt x="382" y="415"/>
                  <a:pt x="382" y="415"/>
                  <a:pt x="383" y="415"/>
                </a:cubicBezTo>
                <a:cubicBezTo>
                  <a:pt x="385" y="414"/>
                  <a:pt x="385" y="413"/>
                  <a:pt x="387" y="412"/>
                </a:cubicBezTo>
                <a:cubicBezTo>
                  <a:pt x="387" y="412"/>
                  <a:pt x="388" y="412"/>
                  <a:pt x="389" y="412"/>
                </a:cubicBezTo>
                <a:cubicBezTo>
                  <a:pt x="391" y="412"/>
                  <a:pt x="393" y="413"/>
                  <a:pt x="394" y="415"/>
                </a:cubicBezTo>
                <a:cubicBezTo>
                  <a:pt x="395" y="415"/>
                  <a:pt x="395" y="416"/>
                  <a:pt x="395" y="417"/>
                </a:cubicBezTo>
                <a:cubicBezTo>
                  <a:pt x="396" y="417"/>
                  <a:pt x="397" y="417"/>
                  <a:pt x="397" y="417"/>
                </a:cubicBezTo>
                <a:cubicBezTo>
                  <a:pt x="398" y="417"/>
                  <a:pt x="398" y="418"/>
                  <a:pt x="399" y="418"/>
                </a:cubicBezTo>
                <a:cubicBezTo>
                  <a:pt x="400" y="418"/>
                  <a:pt x="401" y="418"/>
                  <a:pt x="402" y="418"/>
                </a:cubicBezTo>
                <a:cubicBezTo>
                  <a:pt x="402" y="418"/>
                  <a:pt x="403" y="419"/>
                  <a:pt x="403" y="420"/>
                </a:cubicBezTo>
                <a:cubicBezTo>
                  <a:pt x="405" y="421"/>
                  <a:pt x="406" y="422"/>
                  <a:pt x="408" y="422"/>
                </a:cubicBezTo>
                <a:lnTo>
                  <a:pt x="422" y="422"/>
                </a:lnTo>
                <a:close/>
                <a:moveTo>
                  <a:pt x="651" y="166"/>
                </a:moveTo>
                <a:cubicBezTo>
                  <a:pt x="651" y="166"/>
                  <a:pt x="652" y="165"/>
                  <a:pt x="653" y="165"/>
                </a:cubicBezTo>
                <a:cubicBezTo>
                  <a:pt x="653" y="165"/>
                  <a:pt x="654" y="165"/>
                  <a:pt x="654" y="165"/>
                </a:cubicBezTo>
                <a:cubicBezTo>
                  <a:pt x="655" y="165"/>
                  <a:pt x="655" y="166"/>
                  <a:pt x="656" y="166"/>
                </a:cubicBezTo>
                <a:cubicBezTo>
                  <a:pt x="656" y="167"/>
                  <a:pt x="657" y="167"/>
                  <a:pt x="658" y="167"/>
                </a:cubicBezTo>
                <a:cubicBezTo>
                  <a:pt x="658" y="168"/>
                  <a:pt x="657" y="169"/>
                  <a:pt x="658" y="169"/>
                </a:cubicBezTo>
                <a:cubicBezTo>
                  <a:pt x="657" y="169"/>
                  <a:pt x="657" y="169"/>
                  <a:pt x="656" y="169"/>
                </a:cubicBezTo>
                <a:cubicBezTo>
                  <a:pt x="654" y="169"/>
                  <a:pt x="652" y="169"/>
                  <a:pt x="650" y="169"/>
                </a:cubicBezTo>
                <a:cubicBezTo>
                  <a:pt x="649" y="169"/>
                  <a:pt x="649" y="169"/>
                  <a:pt x="648" y="169"/>
                </a:cubicBezTo>
                <a:cubicBezTo>
                  <a:pt x="649" y="172"/>
                  <a:pt x="649" y="172"/>
                  <a:pt x="649" y="172"/>
                </a:cubicBezTo>
                <a:cubicBezTo>
                  <a:pt x="649" y="172"/>
                  <a:pt x="650" y="172"/>
                  <a:pt x="651" y="172"/>
                </a:cubicBezTo>
                <a:cubicBezTo>
                  <a:pt x="654" y="172"/>
                  <a:pt x="654" y="172"/>
                  <a:pt x="654" y="172"/>
                </a:cubicBezTo>
                <a:cubicBezTo>
                  <a:pt x="655" y="172"/>
                  <a:pt x="655" y="172"/>
                  <a:pt x="655" y="172"/>
                </a:cubicBezTo>
                <a:cubicBezTo>
                  <a:pt x="655" y="176"/>
                  <a:pt x="655" y="176"/>
                  <a:pt x="655" y="176"/>
                </a:cubicBezTo>
                <a:cubicBezTo>
                  <a:pt x="656" y="178"/>
                  <a:pt x="656" y="178"/>
                  <a:pt x="656" y="178"/>
                </a:cubicBezTo>
                <a:cubicBezTo>
                  <a:pt x="658" y="178"/>
                  <a:pt x="658" y="178"/>
                  <a:pt x="658" y="178"/>
                </a:cubicBezTo>
                <a:cubicBezTo>
                  <a:pt x="658" y="178"/>
                  <a:pt x="659" y="178"/>
                  <a:pt x="660" y="178"/>
                </a:cubicBezTo>
                <a:cubicBezTo>
                  <a:pt x="661" y="177"/>
                  <a:pt x="662" y="178"/>
                  <a:pt x="663" y="178"/>
                </a:cubicBezTo>
                <a:cubicBezTo>
                  <a:pt x="665" y="178"/>
                  <a:pt x="665" y="178"/>
                  <a:pt x="665" y="178"/>
                </a:cubicBezTo>
                <a:cubicBezTo>
                  <a:pt x="666" y="178"/>
                  <a:pt x="667" y="177"/>
                  <a:pt x="667" y="178"/>
                </a:cubicBezTo>
                <a:cubicBezTo>
                  <a:pt x="668" y="178"/>
                  <a:pt x="668" y="179"/>
                  <a:pt x="669" y="179"/>
                </a:cubicBezTo>
                <a:cubicBezTo>
                  <a:pt x="669" y="180"/>
                  <a:pt x="670" y="180"/>
                  <a:pt x="670" y="180"/>
                </a:cubicBezTo>
                <a:cubicBezTo>
                  <a:pt x="671" y="181"/>
                  <a:pt x="672" y="180"/>
                  <a:pt x="673" y="180"/>
                </a:cubicBezTo>
                <a:cubicBezTo>
                  <a:pt x="674" y="180"/>
                  <a:pt x="675" y="180"/>
                  <a:pt x="676" y="180"/>
                </a:cubicBezTo>
                <a:cubicBezTo>
                  <a:pt x="677" y="180"/>
                  <a:pt x="677" y="179"/>
                  <a:pt x="678" y="179"/>
                </a:cubicBezTo>
                <a:cubicBezTo>
                  <a:pt x="679" y="178"/>
                  <a:pt x="679" y="177"/>
                  <a:pt x="679" y="177"/>
                </a:cubicBezTo>
                <a:cubicBezTo>
                  <a:pt x="680" y="176"/>
                  <a:pt x="681" y="176"/>
                  <a:pt x="681" y="175"/>
                </a:cubicBezTo>
                <a:cubicBezTo>
                  <a:pt x="682" y="175"/>
                  <a:pt x="683" y="175"/>
                  <a:pt x="683" y="175"/>
                </a:cubicBezTo>
                <a:cubicBezTo>
                  <a:pt x="684" y="175"/>
                  <a:pt x="684" y="174"/>
                  <a:pt x="685" y="173"/>
                </a:cubicBezTo>
                <a:cubicBezTo>
                  <a:pt x="686" y="173"/>
                  <a:pt x="688" y="172"/>
                  <a:pt x="689" y="172"/>
                </a:cubicBezTo>
                <a:cubicBezTo>
                  <a:pt x="692" y="171"/>
                  <a:pt x="693" y="172"/>
                  <a:pt x="696" y="172"/>
                </a:cubicBezTo>
                <a:cubicBezTo>
                  <a:pt x="696" y="168"/>
                  <a:pt x="696" y="168"/>
                  <a:pt x="696" y="168"/>
                </a:cubicBezTo>
                <a:cubicBezTo>
                  <a:pt x="696" y="167"/>
                  <a:pt x="696" y="167"/>
                  <a:pt x="695" y="166"/>
                </a:cubicBezTo>
                <a:cubicBezTo>
                  <a:pt x="693" y="165"/>
                  <a:pt x="693" y="165"/>
                  <a:pt x="693" y="165"/>
                </a:cubicBezTo>
                <a:cubicBezTo>
                  <a:pt x="693" y="165"/>
                  <a:pt x="692" y="165"/>
                  <a:pt x="691" y="165"/>
                </a:cubicBezTo>
                <a:cubicBezTo>
                  <a:pt x="691" y="165"/>
                  <a:pt x="691" y="164"/>
                  <a:pt x="691" y="163"/>
                </a:cubicBezTo>
                <a:cubicBezTo>
                  <a:pt x="691" y="163"/>
                  <a:pt x="692" y="162"/>
                  <a:pt x="692" y="162"/>
                </a:cubicBezTo>
                <a:cubicBezTo>
                  <a:pt x="692" y="161"/>
                  <a:pt x="692" y="160"/>
                  <a:pt x="692" y="159"/>
                </a:cubicBezTo>
                <a:cubicBezTo>
                  <a:pt x="687" y="159"/>
                  <a:pt x="687" y="159"/>
                  <a:pt x="687" y="159"/>
                </a:cubicBezTo>
                <a:cubicBezTo>
                  <a:pt x="686" y="159"/>
                  <a:pt x="686" y="159"/>
                  <a:pt x="685" y="160"/>
                </a:cubicBezTo>
                <a:cubicBezTo>
                  <a:pt x="684" y="160"/>
                  <a:pt x="684" y="161"/>
                  <a:pt x="683" y="161"/>
                </a:cubicBezTo>
                <a:cubicBezTo>
                  <a:pt x="682" y="161"/>
                  <a:pt x="682" y="162"/>
                  <a:pt x="681" y="162"/>
                </a:cubicBezTo>
                <a:cubicBezTo>
                  <a:pt x="680" y="162"/>
                  <a:pt x="680" y="163"/>
                  <a:pt x="680" y="163"/>
                </a:cubicBezTo>
                <a:cubicBezTo>
                  <a:pt x="679" y="163"/>
                  <a:pt x="679" y="162"/>
                  <a:pt x="678" y="162"/>
                </a:cubicBezTo>
                <a:cubicBezTo>
                  <a:pt x="677" y="162"/>
                  <a:pt x="676" y="162"/>
                  <a:pt x="674" y="162"/>
                </a:cubicBezTo>
                <a:cubicBezTo>
                  <a:pt x="673" y="162"/>
                  <a:pt x="672" y="162"/>
                  <a:pt x="670" y="162"/>
                </a:cubicBezTo>
                <a:cubicBezTo>
                  <a:pt x="669" y="163"/>
                  <a:pt x="668" y="164"/>
                  <a:pt x="666" y="164"/>
                </a:cubicBezTo>
                <a:cubicBezTo>
                  <a:pt x="662" y="164"/>
                  <a:pt x="662" y="164"/>
                  <a:pt x="662" y="164"/>
                </a:cubicBezTo>
                <a:cubicBezTo>
                  <a:pt x="662" y="162"/>
                  <a:pt x="662" y="162"/>
                  <a:pt x="662" y="162"/>
                </a:cubicBezTo>
                <a:cubicBezTo>
                  <a:pt x="662" y="160"/>
                  <a:pt x="662" y="160"/>
                  <a:pt x="662" y="160"/>
                </a:cubicBezTo>
                <a:cubicBezTo>
                  <a:pt x="662" y="160"/>
                  <a:pt x="661" y="159"/>
                  <a:pt x="661" y="159"/>
                </a:cubicBezTo>
                <a:cubicBezTo>
                  <a:pt x="659" y="159"/>
                  <a:pt x="659" y="159"/>
                  <a:pt x="659" y="159"/>
                </a:cubicBezTo>
                <a:cubicBezTo>
                  <a:pt x="659" y="161"/>
                  <a:pt x="659" y="161"/>
                  <a:pt x="659" y="161"/>
                </a:cubicBezTo>
                <a:cubicBezTo>
                  <a:pt x="658" y="161"/>
                  <a:pt x="657" y="160"/>
                  <a:pt x="656" y="160"/>
                </a:cubicBezTo>
                <a:cubicBezTo>
                  <a:pt x="655" y="160"/>
                  <a:pt x="654" y="160"/>
                  <a:pt x="653" y="160"/>
                </a:cubicBezTo>
                <a:cubicBezTo>
                  <a:pt x="653" y="160"/>
                  <a:pt x="652" y="160"/>
                  <a:pt x="652" y="160"/>
                </a:cubicBezTo>
                <a:cubicBezTo>
                  <a:pt x="651" y="161"/>
                  <a:pt x="650" y="161"/>
                  <a:pt x="650" y="161"/>
                </a:cubicBezTo>
                <a:cubicBezTo>
                  <a:pt x="649" y="162"/>
                  <a:pt x="648" y="162"/>
                  <a:pt x="648" y="163"/>
                </a:cubicBezTo>
                <a:cubicBezTo>
                  <a:pt x="648" y="164"/>
                  <a:pt x="649" y="165"/>
                  <a:pt x="649" y="166"/>
                </a:cubicBezTo>
                <a:cubicBezTo>
                  <a:pt x="649" y="166"/>
                  <a:pt x="650" y="166"/>
                  <a:pt x="651" y="166"/>
                </a:cubicBezTo>
                <a:moveTo>
                  <a:pt x="505" y="260"/>
                </a:moveTo>
                <a:cubicBezTo>
                  <a:pt x="504" y="261"/>
                  <a:pt x="503" y="261"/>
                  <a:pt x="503" y="261"/>
                </a:cubicBezTo>
                <a:cubicBezTo>
                  <a:pt x="503" y="262"/>
                  <a:pt x="503" y="262"/>
                  <a:pt x="503" y="263"/>
                </a:cubicBezTo>
                <a:cubicBezTo>
                  <a:pt x="503" y="264"/>
                  <a:pt x="503" y="265"/>
                  <a:pt x="503" y="265"/>
                </a:cubicBezTo>
                <a:cubicBezTo>
                  <a:pt x="503" y="266"/>
                  <a:pt x="502" y="267"/>
                  <a:pt x="501" y="267"/>
                </a:cubicBezTo>
                <a:cubicBezTo>
                  <a:pt x="501" y="268"/>
                  <a:pt x="500" y="269"/>
                  <a:pt x="500" y="269"/>
                </a:cubicBezTo>
                <a:cubicBezTo>
                  <a:pt x="499" y="271"/>
                  <a:pt x="498" y="272"/>
                  <a:pt x="497" y="273"/>
                </a:cubicBezTo>
                <a:cubicBezTo>
                  <a:pt x="495" y="275"/>
                  <a:pt x="493" y="276"/>
                  <a:pt x="493" y="279"/>
                </a:cubicBezTo>
                <a:cubicBezTo>
                  <a:pt x="493" y="280"/>
                  <a:pt x="493" y="281"/>
                  <a:pt x="493" y="282"/>
                </a:cubicBezTo>
                <a:cubicBezTo>
                  <a:pt x="507" y="282"/>
                  <a:pt x="507" y="282"/>
                  <a:pt x="507" y="282"/>
                </a:cubicBezTo>
                <a:cubicBezTo>
                  <a:pt x="509" y="282"/>
                  <a:pt x="509" y="283"/>
                  <a:pt x="511" y="284"/>
                </a:cubicBezTo>
                <a:cubicBezTo>
                  <a:pt x="512" y="286"/>
                  <a:pt x="513" y="286"/>
                  <a:pt x="514" y="287"/>
                </a:cubicBezTo>
                <a:cubicBezTo>
                  <a:pt x="515" y="286"/>
                  <a:pt x="516" y="287"/>
                  <a:pt x="516" y="286"/>
                </a:cubicBezTo>
                <a:cubicBezTo>
                  <a:pt x="517" y="284"/>
                  <a:pt x="516" y="283"/>
                  <a:pt x="516" y="282"/>
                </a:cubicBezTo>
                <a:cubicBezTo>
                  <a:pt x="516" y="281"/>
                  <a:pt x="516" y="281"/>
                  <a:pt x="516" y="280"/>
                </a:cubicBezTo>
                <a:cubicBezTo>
                  <a:pt x="516" y="278"/>
                  <a:pt x="517" y="278"/>
                  <a:pt x="518" y="276"/>
                </a:cubicBezTo>
                <a:cubicBezTo>
                  <a:pt x="517" y="274"/>
                  <a:pt x="517" y="274"/>
                  <a:pt x="517" y="274"/>
                </a:cubicBezTo>
                <a:cubicBezTo>
                  <a:pt x="517" y="274"/>
                  <a:pt x="516" y="275"/>
                  <a:pt x="515" y="274"/>
                </a:cubicBezTo>
                <a:cubicBezTo>
                  <a:pt x="514" y="274"/>
                  <a:pt x="513" y="273"/>
                  <a:pt x="512" y="272"/>
                </a:cubicBezTo>
                <a:cubicBezTo>
                  <a:pt x="511" y="271"/>
                  <a:pt x="511" y="271"/>
                  <a:pt x="510" y="270"/>
                </a:cubicBezTo>
                <a:cubicBezTo>
                  <a:pt x="509" y="270"/>
                  <a:pt x="508" y="270"/>
                  <a:pt x="508" y="270"/>
                </a:cubicBezTo>
                <a:cubicBezTo>
                  <a:pt x="507" y="270"/>
                  <a:pt x="507" y="270"/>
                  <a:pt x="506" y="270"/>
                </a:cubicBezTo>
                <a:cubicBezTo>
                  <a:pt x="505" y="270"/>
                  <a:pt x="505" y="269"/>
                  <a:pt x="504" y="269"/>
                </a:cubicBezTo>
                <a:cubicBezTo>
                  <a:pt x="505" y="267"/>
                  <a:pt x="505" y="266"/>
                  <a:pt x="505" y="265"/>
                </a:cubicBezTo>
                <a:cubicBezTo>
                  <a:pt x="506" y="264"/>
                  <a:pt x="507" y="265"/>
                  <a:pt x="507" y="264"/>
                </a:cubicBezTo>
                <a:cubicBezTo>
                  <a:pt x="508" y="263"/>
                  <a:pt x="508" y="263"/>
                  <a:pt x="508" y="262"/>
                </a:cubicBezTo>
                <a:cubicBezTo>
                  <a:pt x="508" y="261"/>
                  <a:pt x="507" y="261"/>
                  <a:pt x="507" y="260"/>
                </a:cubicBezTo>
                <a:cubicBezTo>
                  <a:pt x="506" y="260"/>
                  <a:pt x="506" y="260"/>
                  <a:pt x="505" y="260"/>
                </a:cubicBezTo>
                <a:moveTo>
                  <a:pt x="480" y="271"/>
                </a:moveTo>
                <a:cubicBezTo>
                  <a:pt x="479" y="270"/>
                  <a:pt x="478" y="270"/>
                  <a:pt x="478" y="270"/>
                </a:cubicBezTo>
                <a:cubicBezTo>
                  <a:pt x="477" y="270"/>
                  <a:pt x="476" y="270"/>
                  <a:pt x="476" y="270"/>
                </a:cubicBezTo>
                <a:cubicBezTo>
                  <a:pt x="475" y="270"/>
                  <a:pt x="475" y="269"/>
                  <a:pt x="474" y="269"/>
                </a:cubicBezTo>
                <a:cubicBezTo>
                  <a:pt x="473" y="268"/>
                  <a:pt x="473" y="267"/>
                  <a:pt x="472" y="267"/>
                </a:cubicBezTo>
                <a:cubicBezTo>
                  <a:pt x="471" y="267"/>
                  <a:pt x="471" y="267"/>
                  <a:pt x="470" y="267"/>
                </a:cubicBezTo>
                <a:cubicBezTo>
                  <a:pt x="468" y="268"/>
                  <a:pt x="468" y="268"/>
                  <a:pt x="468" y="268"/>
                </a:cubicBezTo>
                <a:cubicBezTo>
                  <a:pt x="469" y="268"/>
                  <a:pt x="469" y="268"/>
                  <a:pt x="470" y="269"/>
                </a:cubicBezTo>
                <a:cubicBezTo>
                  <a:pt x="471" y="269"/>
                  <a:pt x="471" y="270"/>
                  <a:pt x="471" y="271"/>
                </a:cubicBezTo>
                <a:cubicBezTo>
                  <a:pt x="472" y="271"/>
                  <a:pt x="473" y="272"/>
                  <a:pt x="473" y="272"/>
                </a:cubicBezTo>
                <a:cubicBezTo>
                  <a:pt x="474" y="273"/>
                  <a:pt x="475" y="274"/>
                  <a:pt x="476" y="274"/>
                </a:cubicBezTo>
                <a:cubicBezTo>
                  <a:pt x="477" y="274"/>
                  <a:pt x="478" y="273"/>
                  <a:pt x="479" y="272"/>
                </a:cubicBezTo>
                <a:cubicBezTo>
                  <a:pt x="479" y="272"/>
                  <a:pt x="479" y="271"/>
                  <a:pt x="480" y="271"/>
                </a:cubicBezTo>
                <a:moveTo>
                  <a:pt x="613" y="144"/>
                </a:moveTo>
                <a:cubicBezTo>
                  <a:pt x="613" y="143"/>
                  <a:pt x="613" y="144"/>
                  <a:pt x="613" y="144"/>
                </a:cubicBezTo>
                <a:cubicBezTo>
                  <a:pt x="614" y="144"/>
                  <a:pt x="614" y="144"/>
                  <a:pt x="614" y="144"/>
                </a:cubicBezTo>
                <a:cubicBezTo>
                  <a:pt x="614" y="144"/>
                  <a:pt x="614" y="144"/>
                  <a:pt x="614" y="144"/>
                </a:cubicBezTo>
                <a:cubicBezTo>
                  <a:pt x="614" y="144"/>
                  <a:pt x="614" y="144"/>
                  <a:pt x="615" y="144"/>
                </a:cubicBezTo>
                <a:cubicBezTo>
                  <a:pt x="615" y="144"/>
                  <a:pt x="615" y="144"/>
                  <a:pt x="615" y="144"/>
                </a:cubicBezTo>
                <a:cubicBezTo>
                  <a:pt x="615" y="144"/>
                  <a:pt x="615" y="144"/>
                  <a:pt x="615" y="144"/>
                </a:cubicBezTo>
                <a:cubicBezTo>
                  <a:pt x="615" y="144"/>
                  <a:pt x="615" y="144"/>
                  <a:pt x="615" y="144"/>
                </a:cubicBezTo>
                <a:cubicBezTo>
                  <a:pt x="616" y="145"/>
                  <a:pt x="616" y="145"/>
                  <a:pt x="616" y="145"/>
                </a:cubicBezTo>
                <a:cubicBezTo>
                  <a:pt x="616" y="145"/>
                  <a:pt x="616" y="145"/>
                  <a:pt x="616" y="145"/>
                </a:cubicBezTo>
                <a:cubicBezTo>
                  <a:pt x="617" y="145"/>
                  <a:pt x="617" y="145"/>
                  <a:pt x="617" y="145"/>
                </a:cubicBezTo>
                <a:cubicBezTo>
                  <a:pt x="618" y="145"/>
                  <a:pt x="619" y="145"/>
                  <a:pt x="619" y="145"/>
                </a:cubicBezTo>
                <a:cubicBezTo>
                  <a:pt x="620" y="146"/>
                  <a:pt x="620" y="146"/>
                  <a:pt x="621" y="147"/>
                </a:cubicBezTo>
                <a:cubicBezTo>
                  <a:pt x="622" y="147"/>
                  <a:pt x="623" y="147"/>
                  <a:pt x="624" y="147"/>
                </a:cubicBezTo>
                <a:cubicBezTo>
                  <a:pt x="624" y="147"/>
                  <a:pt x="625" y="147"/>
                  <a:pt x="625" y="147"/>
                </a:cubicBezTo>
                <a:cubicBezTo>
                  <a:pt x="626" y="147"/>
                  <a:pt x="626" y="146"/>
                  <a:pt x="626" y="146"/>
                </a:cubicBezTo>
                <a:cubicBezTo>
                  <a:pt x="627" y="146"/>
                  <a:pt x="627" y="146"/>
                  <a:pt x="628" y="145"/>
                </a:cubicBezTo>
                <a:cubicBezTo>
                  <a:pt x="629" y="145"/>
                  <a:pt x="629" y="145"/>
                  <a:pt x="629" y="144"/>
                </a:cubicBezTo>
                <a:cubicBezTo>
                  <a:pt x="630" y="144"/>
                  <a:pt x="630" y="143"/>
                  <a:pt x="630" y="143"/>
                </a:cubicBezTo>
                <a:cubicBezTo>
                  <a:pt x="631" y="143"/>
                  <a:pt x="631" y="142"/>
                  <a:pt x="632" y="142"/>
                </a:cubicBezTo>
                <a:cubicBezTo>
                  <a:pt x="633" y="142"/>
                  <a:pt x="633" y="142"/>
                  <a:pt x="634" y="142"/>
                </a:cubicBezTo>
                <a:cubicBezTo>
                  <a:pt x="634" y="142"/>
                  <a:pt x="635" y="142"/>
                  <a:pt x="635" y="142"/>
                </a:cubicBezTo>
                <a:cubicBezTo>
                  <a:pt x="635" y="142"/>
                  <a:pt x="636" y="141"/>
                  <a:pt x="636" y="141"/>
                </a:cubicBezTo>
                <a:cubicBezTo>
                  <a:pt x="636" y="141"/>
                  <a:pt x="637" y="141"/>
                  <a:pt x="637" y="141"/>
                </a:cubicBezTo>
                <a:cubicBezTo>
                  <a:pt x="638" y="141"/>
                  <a:pt x="638" y="141"/>
                  <a:pt x="638" y="141"/>
                </a:cubicBezTo>
                <a:cubicBezTo>
                  <a:pt x="638" y="141"/>
                  <a:pt x="639" y="141"/>
                  <a:pt x="639" y="140"/>
                </a:cubicBezTo>
                <a:cubicBezTo>
                  <a:pt x="639" y="140"/>
                  <a:pt x="640" y="141"/>
                  <a:pt x="640" y="140"/>
                </a:cubicBezTo>
                <a:cubicBezTo>
                  <a:pt x="640" y="140"/>
                  <a:pt x="641" y="140"/>
                  <a:pt x="641" y="140"/>
                </a:cubicBezTo>
                <a:cubicBezTo>
                  <a:pt x="641" y="140"/>
                  <a:pt x="642" y="139"/>
                  <a:pt x="642" y="139"/>
                </a:cubicBezTo>
                <a:cubicBezTo>
                  <a:pt x="642" y="139"/>
                  <a:pt x="642" y="139"/>
                  <a:pt x="643" y="138"/>
                </a:cubicBezTo>
                <a:cubicBezTo>
                  <a:pt x="643" y="138"/>
                  <a:pt x="643" y="138"/>
                  <a:pt x="644" y="137"/>
                </a:cubicBezTo>
                <a:cubicBezTo>
                  <a:pt x="644" y="137"/>
                  <a:pt x="644" y="136"/>
                  <a:pt x="644" y="136"/>
                </a:cubicBezTo>
                <a:cubicBezTo>
                  <a:pt x="645" y="135"/>
                  <a:pt x="646" y="134"/>
                  <a:pt x="646" y="134"/>
                </a:cubicBezTo>
                <a:cubicBezTo>
                  <a:pt x="651" y="134"/>
                  <a:pt x="651" y="134"/>
                  <a:pt x="651" y="134"/>
                </a:cubicBezTo>
                <a:cubicBezTo>
                  <a:pt x="652" y="134"/>
                  <a:pt x="653" y="134"/>
                  <a:pt x="653" y="134"/>
                </a:cubicBezTo>
                <a:cubicBezTo>
                  <a:pt x="654" y="133"/>
                  <a:pt x="654" y="133"/>
                  <a:pt x="654" y="133"/>
                </a:cubicBezTo>
                <a:cubicBezTo>
                  <a:pt x="655" y="132"/>
                  <a:pt x="655" y="132"/>
                  <a:pt x="655" y="132"/>
                </a:cubicBezTo>
                <a:cubicBezTo>
                  <a:pt x="656" y="131"/>
                  <a:pt x="655" y="131"/>
                  <a:pt x="655" y="131"/>
                </a:cubicBezTo>
                <a:cubicBezTo>
                  <a:pt x="654" y="130"/>
                  <a:pt x="654" y="130"/>
                  <a:pt x="654" y="130"/>
                </a:cubicBezTo>
                <a:cubicBezTo>
                  <a:pt x="654" y="131"/>
                  <a:pt x="653" y="131"/>
                  <a:pt x="653" y="132"/>
                </a:cubicBezTo>
                <a:cubicBezTo>
                  <a:pt x="652" y="132"/>
                  <a:pt x="653" y="132"/>
                  <a:pt x="652" y="133"/>
                </a:cubicBezTo>
                <a:cubicBezTo>
                  <a:pt x="652" y="133"/>
                  <a:pt x="651" y="133"/>
                  <a:pt x="651" y="133"/>
                </a:cubicBezTo>
                <a:cubicBezTo>
                  <a:pt x="650" y="133"/>
                  <a:pt x="650" y="133"/>
                  <a:pt x="650" y="133"/>
                </a:cubicBezTo>
                <a:cubicBezTo>
                  <a:pt x="649" y="133"/>
                  <a:pt x="649" y="133"/>
                  <a:pt x="648" y="132"/>
                </a:cubicBezTo>
                <a:cubicBezTo>
                  <a:pt x="647" y="132"/>
                  <a:pt x="648" y="131"/>
                  <a:pt x="647" y="130"/>
                </a:cubicBezTo>
                <a:cubicBezTo>
                  <a:pt x="647" y="130"/>
                  <a:pt x="646" y="130"/>
                  <a:pt x="646" y="130"/>
                </a:cubicBezTo>
                <a:cubicBezTo>
                  <a:pt x="645" y="130"/>
                  <a:pt x="645" y="130"/>
                  <a:pt x="645" y="130"/>
                </a:cubicBezTo>
                <a:cubicBezTo>
                  <a:pt x="643" y="130"/>
                  <a:pt x="642" y="130"/>
                  <a:pt x="641" y="130"/>
                </a:cubicBezTo>
                <a:cubicBezTo>
                  <a:pt x="641" y="130"/>
                  <a:pt x="640" y="130"/>
                  <a:pt x="640" y="130"/>
                </a:cubicBezTo>
                <a:cubicBezTo>
                  <a:pt x="640" y="129"/>
                  <a:pt x="639" y="129"/>
                  <a:pt x="639" y="129"/>
                </a:cubicBezTo>
                <a:cubicBezTo>
                  <a:pt x="639" y="129"/>
                  <a:pt x="638" y="128"/>
                  <a:pt x="638" y="128"/>
                </a:cubicBezTo>
                <a:cubicBezTo>
                  <a:pt x="638" y="128"/>
                  <a:pt x="638" y="127"/>
                  <a:pt x="638" y="127"/>
                </a:cubicBezTo>
                <a:cubicBezTo>
                  <a:pt x="638" y="125"/>
                  <a:pt x="638" y="125"/>
                  <a:pt x="638" y="125"/>
                </a:cubicBezTo>
                <a:cubicBezTo>
                  <a:pt x="639" y="125"/>
                  <a:pt x="639" y="125"/>
                  <a:pt x="640" y="125"/>
                </a:cubicBezTo>
                <a:cubicBezTo>
                  <a:pt x="641" y="125"/>
                  <a:pt x="641" y="125"/>
                  <a:pt x="642" y="125"/>
                </a:cubicBezTo>
                <a:cubicBezTo>
                  <a:pt x="643" y="125"/>
                  <a:pt x="643" y="125"/>
                  <a:pt x="643" y="125"/>
                </a:cubicBezTo>
                <a:cubicBezTo>
                  <a:pt x="644" y="124"/>
                  <a:pt x="645" y="124"/>
                  <a:pt x="645" y="124"/>
                </a:cubicBezTo>
                <a:cubicBezTo>
                  <a:pt x="646" y="124"/>
                  <a:pt x="647" y="123"/>
                  <a:pt x="647" y="122"/>
                </a:cubicBezTo>
                <a:cubicBezTo>
                  <a:pt x="647" y="122"/>
                  <a:pt x="648" y="122"/>
                  <a:pt x="648" y="122"/>
                </a:cubicBezTo>
                <a:cubicBezTo>
                  <a:pt x="648" y="123"/>
                  <a:pt x="649" y="123"/>
                  <a:pt x="649" y="123"/>
                </a:cubicBezTo>
                <a:cubicBezTo>
                  <a:pt x="649" y="124"/>
                  <a:pt x="649" y="125"/>
                  <a:pt x="649" y="126"/>
                </a:cubicBezTo>
                <a:cubicBezTo>
                  <a:pt x="649" y="126"/>
                  <a:pt x="649" y="126"/>
                  <a:pt x="649" y="127"/>
                </a:cubicBezTo>
                <a:cubicBezTo>
                  <a:pt x="649" y="127"/>
                  <a:pt x="650" y="127"/>
                  <a:pt x="650" y="128"/>
                </a:cubicBezTo>
                <a:cubicBezTo>
                  <a:pt x="650" y="128"/>
                  <a:pt x="651" y="129"/>
                  <a:pt x="652" y="129"/>
                </a:cubicBezTo>
                <a:cubicBezTo>
                  <a:pt x="652" y="129"/>
                  <a:pt x="653" y="128"/>
                  <a:pt x="653" y="128"/>
                </a:cubicBezTo>
                <a:cubicBezTo>
                  <a:pt x="653" y="128"/>
                  <a:pt x="653" y="127"/>
                  <a:pt x="653" y="127"/>
                </a:cubicBezTo>
                <a:cubicBezTo>
                  <a:pt x="654" y="126"/>
                  <a:pt x="654" y="126"/>
                  <a:pt x="655" y="126"/>
                </a:cubicBezTo>
                <a:cubicBezTo>
                  <a:pt x="656" y="126"/>
                  <a:pt x="656" y="126"/>
                  <a:pt x="657" y="126"/>
                </a:cubicBezTo>
                <a:cubicBezTo>
                  <a:pt x="658" y="126"/>
                  <a:pt x="658" y="126"/>
                  <a:pt x="659" y="126"/>
                </a:cubicBezTo>
                <a:cubicBezTo>
                  <a:pt x="660" y="126"/>
                  <a:pt x="660" y="125"/>
                  <a:pt x="660" y="125"/>
                </a:cubicBezTo>
                <a:cubicBezTo>
                  <a:pt x="660" y="125"/>
                  <a:pt x="660" y="124"/>
                  <a:pt x="660" y="123"/>
                </a:cubicBezTo>
                <a:cubicBezTo>
                  <a:pt x="660" y="123"/>
                  <a:pt x="659" y="122"/>
                  <a:pt x="659" y="121"/>
                </a:cubicBezTo>
                <a:cubicBezTo>
                  <a:pt x="659" y="121"/>
                  <a:pt x="659" y="120"/>
                  <a:pt x="658" y="120"/>
                </a:cubicBezTo>
                <a:cubicBezTo>
                  <a:pt x="658" y="120"/>
                  <a:pt x="657" y="120"/>
                  <a:pt x="656" y="119"/>
                </a:cubicBezTo>
                <a:cubicBezTo>
                  <a:pt x="656" y="119"/>
                  <a:pt x="655" y="118"/>
                  <a:pt x="655" y="117"/>
                </a:cubicBezTo>
                <a:cubicBezTo>
                  <a:pt x="654" y="117"/>
                  <a:pt x="655" y="116"/>
                  <a:pt x="655" y="116"/>
                </a:cubicBezTo>
                <a:cubicBezTo>
                  <a:pt x="655" y="115"/>
                  <a:pt x="654" y="115"/>
                  <a:pt x="654" y="115"/>
                </a:cubicBezTo>
                <a:cubicBezTo>
                  <a:pt x="654" y="115"/>
                  <a:pt x="654" y="114"/>
                  <a:pt x="653" y="114"/>
                </a:cubicBezTo>
                <a:cubicBezTo>
                  <a:pt x="653" y="114"/>
                  <a:pt x="654" y="113"/>
                  <a:pt x="653" y="113"/>
                </a:cubicBezTo>
                <a:cubicBezTo>
                  <a:pt x="653" y="113"/>
                  <a:pt x="653" y="113"/>
                  <a:pt x="653" y="113"/>
                </a:cubicBezTo>
                <a:cubicBezTo>
                  <a:pt x="652" y="112"/>
                  <a:pt x="651" y="112"/>
                  <a:pt x="651" y="112"/>
                </a:cubicBezTo>
                <a:cubicBezTo>
                  <a:pt x="650" y="112"/>
                  <a:pt x="650" y="111"/>
                  <a:pt x="650" y="111"/>
                </a:cubicBezTo>
                <a:cubicBezTo>
                  <a:pt x="650" y="111"/>
                  <a:pt x="650" y="111"/>
                  <a:pt x="650" y="110"/>
                </a:cubicBezTo>
                <a:cubicBezTo>
                  <a:pt x="651" y="110"/>
                  <a:pt x="651" y="110"/>
                  <a:pt x="651" y="110"/>
                </a:cubicBezTo>
                <a:cubicBezTo>
                  <a:pt x="652" y="111"/>
                  <a:pt x="652" y="111"/>
                  <a:pt x="653" y="112"/>
                </a:cubicBezTo>
                <a:cubicBezTo>
                  <a:pt x="653" y="112"/>
                  <a:pt x="653" y="113"/>
                  <a:pt x="653" y="113"/>
                </a:cubicBezTo>
                <a:cubicBezTo>
                  <a:pt x="654" y="113"/>
                  <a:pt x="654" y="113"/>
                  <a:pt x="655" y="113"/>
                </a:cubicBezTo>
                <a:cubicBezTo>
                  <a:pt x="656" y="113"/>
                  <a:pt x="656" y="113"/>
                  <a:pt x="656" y="113"/>
                </a:cubicBezTo>
                <a:cubicBezTo>
                  <a:pt x="656" y="113"/>
                  <a:pt x="656" y="113"/>
                  <a:pt x="657" y="113"/>
                </a:cubicBezTo>
                <a:cubicBezTo>
                  <a:pt x="657" y="113"/>
                  <a:pt x="657" y="113"/>
                  <a:pt x="657" y="113"/>
                </a:cubicBezTo>
                <a:cubicBezTo>
                  <a:pt x="658" y="111"/>
                  <a:pt x="658" y="110"/>
                  <a:pt x="658" y="109"/>
                </a:cubicBezTo>
                <a:cubicBezTo>
                  <a:pt x="658" y="108"/>
                  <a:pt x="658" y="108"/>
                  <a:pt x="658" y="108"/>
                </a:cubicBezTo>
                <a:cubicBezTo>
                  <a:pt x="658" y="108"/>
                  <a:pt x="658" y="107"/>
                  <a:pt x="658" y="107"/>
                </a:cubicBezTo>
                <a:cubicBezTo>
                  <a:pt x="658" y="107"/>
                  <a:pt x="658" y="107"/>
                  <a:pt x="658" y="106"/>
                </a:cubicBezTo>
                <a:cubicBezTo>
                  <a:pt x="658" y="106"/>
                  <a:pt x="658" y="105"/>
                  <a:pt x="658" y="105"/>
                </a:cubicBezTo>
                <a:cubicBezTo>
                  <a:pt x="658" y="105"/>
                  <a:pt x="658" y="105"/>
                  <a:pt x="657" y="105"/>
                </a:cubicBezTo>
                <a:cubicBezTo>
                  <a:pt x="657" y="104"/>
                  <a:pt x="656" y="104"/>
                  <a:pt x="655" y="104"/>
                </a:cubicBezTo>
                <a:cubicBezTo>
                  <a:pt x="654" y="104"/>
                  <a:pt x="654" y="104"/>
                  <a:pt x="653" y="104"/>
                </a:cubicBezTo>
                <a:cubicBezTo>
                  <a:pt x="653" y="105"/>
                  <a:pt x="653" y="105"/>
                  <a:pt x="653" y="105"/>
                </a:cubicBezTo>
                <a:cubicBezTo>
                  <a:pt x="652" y="106"/>
                  <a:pt x="652" y="106"/>
                  <a:pt x="652" y="106"/>
                </a:cubicBezTo>
                <a:cubicBezTo>
                  <a:pt x="649" y="106"/>
                  <a:pt x="649" y="106"/>
                  <a:pt x="649" y="106"/>
                </a:cubicBezTo>
                <a:cubicBezTo>
                  <a:pt x="649" y="105"/>
                  <a:pt x="649" y="105"/>
                  <a:pt x="649" y="104"/>
                </a:cubicBezTo>
                <a:cubicBezTo>
                  <a:pt x="650" y="104"/>
                  <a:pt x="650" y="104"/>
                  <a:pt x="650" y="104"/>
                </a:cubicBezTo>
                <a:cubicBezTo>
                  <a:pt x="651" y="104"/>
                  <a:pt x="651" y="104"/>
                  <a:pt x="651" y="104"/>
                </a:cubicBezTo>
                <a:cubicBezTo>
                  <a:pt x="652" y="103"/>
                  <a:pt x="651" y="103"/>
                  <a:pt x="651" y="103"/>
                </a:cubicBezTo>
                <a:cubicBezTo>
                  <a:pt x="651" y="102"/>
                  <a:pt x="650" y="102"/>
                  <a:pt x="649" y="102"/>
                </a:cubicBezTo>
                <a:cubicBezTo>
                  <a:pt x="649" y="102"/>
                  <a:pt x="649" y="102"/>
                  <a:pt x="649" y="101"/>
                </a:cubicBezTo>
                <a:cubicBezTo>
                  <a:pt x="649" y="101"/>
                  <a:pt x="649" y="101"/>
                  <a:pt x="649" y="101"/>
                </a:cubicBezTo>
                <a:cubicBezTo>
                  <a:pt x="653" y="101"/>
                  <a:pt x="653" y="101"/>
                  <a:pt x="653" y="101"/>
                </a:cubicBezTo>
                <a:cubicBezTo>
                  <a:pt x="653" y="103"/>
                  <a:pt x="653" y="103"/>
                  <a:pt x="653" y="103"/>
                </a:cubicBezTo>
                <a:cubicBezTo>
                  <a:pt x="657" y="103"/>
                  <a:pt x="657" y="103"/>
                  <a:pt x="657" y="103"/>
                </a:cubicBezTo>
                <a:cubicBezTo>
                  <a:pt x="657" y="103"/>
                  <a:pt x="658" y="103"/>
                  <a:pt x="658" y="103"/>
                </a:cubicBezTo>
                <a:cubicBezTo>
                  <a:pt x="658" y="103"/>
                  <a:pt x="658" y="102"/>
                  <a:pt x="658" y="102"/>
                </a:cubicBezTo>
                <a:cubicBezTo>
                  <a:pt x="659" y="102"/>
                  <a:pt x="660" y="102"/>
                  <a:pt x="660" y="102"/>
                </a:cubicBezTo>
                <a:cubicBezTo>
                  <a:pt x="662" y="102"/>
                  <a:pt x="662" y="102"/>
                  <a:pt x="662" y="102"/>
                </a:cubicBezTo>
                <a:cubicBezTo>
                  <a:pt x="663" y="102"/>
                  <a:pt x="663" y="103"/>
                  <a:pt x="664" y="103"/>
                </a:cubicBezTo>
                <a:cubicBezTo>
                  <a:pt x="665" y="103"/>
                  <a:pt x="665" y="103"/>
                  <a:pt x="666" y="102"/>
                </a:cubicBezTo>
                <a:cubicBezTo>
                  <a:pt x="666" y="102"/>
                  <a:pt x="666" y="102"/>
                  <a:pt x="666" y="101"/>
                </a:cubicBezTo>
                <a:cubicBezTo>
                  <a:pt x="667" y="101"/>
                  <a:pt x="667" y="101"/>
                  <a:pt x="667" y="100"/>
                </a:cubicBezTo>
                <a:cubicBezTo>
                  <a:pt x="667" y="100"/>
                  <a:pt x="667" y="100"/>
                  <a:pt x="666" y="99"/>
                </a:cubicBezTo>
                <a:cubicBezTo>
                  <a:pt x="666" y="99"/>
                  <a:pt x="666" y="98"/>
                  <a:pt x="666" y="98"/>
                </a:cubicBezTo>
                <a:cubicBezTo>
                  <a:pt x="665" y="97"/>
                  <a:pt x="665" y="97"/>
                  <a:pt x="664" y="97"/>
                </a:cubicBezTo>
                <a:cubicBezTo>
                  <a:pt x="664" y="97"/>
                  <a:pt x="663" y="97"/>
                  <a:pt x="663" y="97"/>
                </a:cubicBezTo>
                <a:cubicBezTo>
                  <a:pt x="662" y="97"/>
                  <a:pt x="662" y="98"/>
                  <a:pt x="662" y="98"/>
                </a:cubicBezTo>
                <a:cubicBezTo>
                  <a:pt x="661" y="98"/>
                  <a:pt x="661" y="98"/>
                  <a:pt x="661" y="98"/>
                </a:cubicBezTo>
                <a:cubicBezTo>
                  <a:pt x="660" y="98"/>
                  <a:pt x="660" y="98"/>
                  <a:pt x="660" y="98"/>
                </a:cubicBezTo>
                <a:cubicBezTo>
                  <a:pt x="659" y="97"/>
                  <a:pt x="659" y="97"/>
                  <a:pt x="659" y="97"/>
                </a:cubicBezTo>
                <a:cubicBezTo>
                  <a:pt x="659" y="97"/>
                  <a:pt x="658" y="96"/>
                  <a:pt x="658" y="96"/>
                </a:cubicBezTo>
                <a:cubicBezTo>
                  <a:pt x="658" y="95"/>
                  <a:pt x="659" y="95"/>
                  <a:pt x="660" y="95"/>
                </a:cubicBezTo>
                <a:cubicBezTo>
                  <a:pt x="660" y="95"/>
                  <a:pt x="660" y="95"/>
                  <a:pt x="661" y="95"/>
                </a:cubicBezTo>
                <a:cubicBezTo>
                  <a:pt x="661" y="95"/>
                  <a:pt x="661" y="95"/>
                  <a:pt x="662" y="95"/>
                </a:cubicBezTo>
                <a:cubicBezTo>
                  <a:pt x="662" y="96"/>
                  <a:pt x="663" y="95"/>
                  <a:pt x="664" y="95"/>
                </a:cubicBezTo>
                <a:cubicBezTo>
                  <a:pt x="664" y="95"/>
                  <a:pt x="665" y="96"/>
                  <a:pt x="666" y="95"/>
                </a:cubicBezTo>
                <a:cubicBezTo>
                  <a:pt x="666" y="95"/>
                  <a:pt x="666" y="95"/>
                  <a:pt x="666" y="95"/>
                </a:cubicBezTo>
                <a:cubicBezTo>
                  <a:pt x="667" y="95"/>
                  <a:pt x="667" y="95"/>
                  <a:pt x="667" y="95"/>
                </a:cubicBezTo>
                <a:cubicBezTo>
                  <a:pt x="668" y="94"/>
                  <a:pt x="668" y="94"/>
                  <a:pt x="668" y="94"/>
                </a:cubicBezTo>
                <a:cubicBezTo>
                  <a:pt x="669" y="94"/>
                  <a:pt x="669" y="94"/>
                  <a:pt x="669" y="94"/>
                </a:cubicBezTo>
                <a:cubicBezTo>
                  <a:pt x="671" y="94"/>
                  <a:pt x="671" y="94"/>
                  <a:pt x="671" y="94"/>
                </a:cubicBezTo>
                <a:cubicBezTo>
                  <a:pt x="671" y="94"/>
                  <a:pt x="672" y="94"/>
                  <a:pt x="672" y="94"/>
                </a:cubicBezTo>
                <a:cubicBezTo>
                  <a:pt x="672" y="94"/>
                  <a:pt x="673" y="94"/>
                  <a:pt x="673" y="94"/>
                </a:cubicBezTo>
                <a:cubicBezTo>
                  <a:pt x="673" y="94"/>
                  <a:pt x="673" y="93"/>
                  <a:pt x="673" y="93"/>
                </a:cubicBezTo>
                <a:cubicBezTo>
                  <a:pt x="673" y="92"/>
                  <a:pt x="672" y="92"/>
                  <a:pt x="671" y="91"/>
                </a:cubicBezTo>
                <a:cubicBezTo>
                  <a:pt x="671" y="91"/>
                  <a:pt x="671" y="92"/>
                  <a:pt x="670" y="91"/>
                </a:cubicBezTo>
                <a:cubicBezTo>
                  <a:pt x="670" y="91"/>
                  <a:pt x="670" y="91"/>
                  <a:pt x="669" y="91"/>
                </a:cubicBezTo>
                <a:cubicBezTo>
                  <a:pt x="669" y="90"/>
                  <a:pt x="668" y="90"/>
                  <a:pt x="668" y="90"/>
                </a:cubicBezTo>
                <a:cubicBezTo>
                  <a:pt x="668" y="89"/>
                  <a:pt x="668" y="89"/>
                  <a:pt x="668" y="89"/>
                </a:cubicBezTo>
                <a:cubicBezTo>
                  <a:pt x="668" y="88"/>
                  <a:pt x="668" y="88"/>
                  <a:pt x="668" y="87"/>
                </a:cubicBezTo>
                <a:cubicBezTo>
                  <a:pt x="668" y="87"/>
                  <a:pt x="668" y="86"/>
                  <a:pt x="668" y="86"/>
                </a:cubicBezTo>
                <a:cubicBezTo>
                  <a:pt x="668" y="85"/>
                  <a:pt x="668" y="85"/>
                  <a:pt x="668" y="85"/>
                </a:cubicBezTo>
                <a:cubicBezTo>
                  <a:pt x="668" y="85"/>
                  <a:pt x="668" y="84"/>
                  <a:pt x="668" y="84"/>
                </a:cubicBezTo>
                <a:cubicBezTo>
                  <a:pt x="670" y="84"/>
                  <a:pt x="670" y="84"/>
                  <a:pt x="672" y="84"/>
                </a:cubicBezTo>
                <a:cubicBezTo>
                  <a:pt x="672" y="81"/>
                  <a:pt x="672" y="81"/>
                  <a:pt x="672" y="81"/>
                </a:cubicBezTo>
                <a:cubicBezTo>
                  <a:pt x="672" y="80"/>
                  <a:pt x="671" y="80"/>
                  <a:pt x="670" y="79"/>
                </a:cubicBezTo>
                <a:cubicBezTo>
                  <a:pt x="670" y="79"/>
                  <a:pt x="670" y="78"/>
                  <a:pt x="670" y="78"/>
                </a:cubicBezTo>
                <a:cubicBezTo>
                  <a:pt x="670" y="78"/>
                  <a:pt x="670" y="77"/>
                  <a:pt x="670" y="77"/>
                </a:cubicBezTo>
                <a:cubicBezTo>
                  <a:pt x="669" y="77"/>
                  <a:pt x="668" y="77"/>
                  <a:pt x="667" y="77"/>
                </a:cubicBezTo>
                <a:cubicBezTo>
                  <a:pt x="666" y="77"/>
                  <a:pt x="666" y="76"/>
                  <a:pt x="666" y="76"/>
                </a:cubicBezTo>
                <a:cubicBezTo>
                  <a:pt x="665" y="76"/>
                  <a:pt x="665" y="76"/>
                  <a:pt x="665" y="76"/>
                </a:cubicBezTo>
                <a:cubicBezTo>
                  <a:pt x="664" y="76"/>
                  <a:pt x="664" y="76"/>
                  <a:pt x="664" y="76"/>
                </a:cubicBezTo>
                <a:cubicBezTo>
                  <a:pt x="664" y="75"/>
                  <a:pt x="663" y="75"/>
                  <a:pt x="663" y="75"/>
                </a:cubicBezTo>
                <a:cubicBezTo>
                  <a:pt x="663" y="75"/>
                  <a:pt x="662" y="75"/>
                  <a:pt x="662" y="74"/>
                </a:cubicBezTo>
                <a:cubicBezTo>
                  <a:pt x="662" y="74"/>
                  <a:pt x="662" y="73"/>
                  <a:pt x="662" y="73"/>
                </a:cubicBezTo>
                <a:cubicBezTo>
                  <a:pt x="662" y="73"/>
                  <a:pt x="662" y="72"/>
                  <a:pt x="662" y="72"/>
                </a:cubicBezTo>
                <a:cubicBezTo>
                  <a:pt x="662" y="72"/>
                  <a:pt x="663" y="72"/>
                  <a:pt x="663" y="72"/>
                </a:cubicBezTo>
                <a:cubicBezTo>
                  <a:pt x="663" y="72"/>
                  <a:pt x="663" y="71"/>
                  <a:pt x="664" y="71"/>
                </a:cubicBezTo>
                <a:cubicBezTo>
                  <a:pt x="664" y="71"/>
                  <a:pt x="664" y="71"/>
                  <a:pt x="665" y="71"/>
                </a:cubicBezTo>
                <a:cubicBezTo>
                  <a:pt x="665" y="71"/>
                  <a:pt x="666" y="71"/>
                  <a:pt x="667" y="71"/>
                </a:cubicBezTo>
                <a:cubicBezTo>
                  <a:pt x="667" y="71"/>
                  <a:pt x="667" y="70"/>
                  <a:pt x="668" y="70"/>
                </a:cubicBezTo>
                <a:cubicBezTo>
                  <a:pt x="670" y="70"/>
                  <a:pt x="670" y="70"/>
                  <a:pt x="670" y="70"/>
                </a:cubicBezTo>
                <a:cubicBezTo>
                  <a:pt x="670" y="70"/>
                  <a:pt x="671" y="70"/>
                  <a:pt x="671" y="70"/>
                </a:cubicBezTo>
                <a:cubicBezTo>
                  <a:pt x="672" y="70"/>
                  <a:pt x="672" y="71"/>
                  <a:pt x="672" y="71"/>
                </a:cubicBezTo>
                <a:cubicBezTo>
                  <a:pt x="673" y="71"/>
                  <a:pt x="673" y="72"/>
                  <a:pt x="673" y="72"/>
                </a:cubicBezTo>
                <a:cubicBezTo>
                  <a:pt x="673" y="73"/>
                  <a:pt x="673" y="73"/>
                  <a:pt x="673" y="73"/>
                </a:cubicBezTo>
                <a:cubicBezTo>
                  <a:pt x="673" y="73"/>
                  <a:pt x="673" y="73"/>
                  <a:pt x="673" y="74"/>
                </a:cubicBezTo>
                <a:cubicBezTo>
                  <a:pt x="673" y="74"/>
                  <a:pt x="672" y="75"/>
                  <a:pt x="672" y="75"/>
                </a:cubicBezTo>
                <a:cubicBezTo>
                  <a:pt x="672" y="77"/>
                  <a:pt x="673" y="77"/>
                  <a:pt x="673" y="79"/>
                </a:cubicBezTo>
                <a:cubicBezTo>
                  <a:pt x="675" y="78"/>
                  <a:pt x="675" y="78"/>
                  <a:pt x="675" y="78"/>
                </a:cubicBezTo>
                <a:cubicBezTo>
                  <a:pt x="675" y="71"/>
                  <a:pt x="675" y="71"/>
                  <a:pt x="675" y="71"/>
                </a:cubicBezTo>
                <a:cubicBezTo>
                  <a:pt x="675" y="70"/>
                  <a:pt x="675" y="70"/>
                  <a:pt x="675" y="70"/>
                </a:cubicBezTo>
                <a:cubicBezTo>
                  <a:pt x="676" y="69"/>
                  <a:pt x="676" y="69"/>
                  <a:pt x="676" y="69"/>
                </a:cubicBezTo>
                <a:cubicBezTo>
                  <a:pt x="676" y="68"/>
                  <a:pt x="676" y="68"/>
                  <a:pt x="676" y="68"/>
                </a:cubicBezTo>
                <a:cubicBezTo>
                  <a:pt x="676" y="68"/>
                  <a:pt x="676" y="68"/>
                  <a:pt x="675" y="67"/>
                </a:cubicBezTo>
                <a:cubicBezTo>
                  <a:pt x="675" y="67"/>
                  <a:pt x="675" y="66"/>
                  <a:pt x="674" y="66"/>
                </a:cubicBezTo>
                <a:cubicBezTo>
                  <a:pt x="674" y="66"/>
                  <a:pt x="673" y="66"/>
                  <a:pt x="673" y="66"/>
                </a:cubicBezTo>
                <a:cubicBezTo>
                  <a:pt x="673" y="66"/>
                  <a:pt x="672" y="67"/>
                  <a:pt x="672" y="67"/>
                </a:cubicBezTo>
                <a:cubicBezTo>
                  <a:pt x="671" y="67"/>
                  <a:pt x="671" y="67"/>
                  <a:pt x="670" y="67"/>
                </a:cubicBezTo>
                <a:cubicBezTo>
                  <a:pt x="669" y="67"/>
                  <a:pt x="669" y="67"/>
                  <a:pt x="669" y="67"/>
                </a:cubicBezTo>
                <a:cubicBezTo>
                  <a:pt x="668" y="67"/>
                  <a:pt x="668" y="66"/>
                  <a:pt x="668" y="66"/>
                </a:cubicBezTo>
                <a:cubicBezTo>
                  <a:pt x="667" y="66"/>
                  <a:pt x="667" y="67"/>
                  <a:pt x="667" y="67"/>
                </a:cubicBezTo>
                <a:cubicBezTo>
                  <a:pt x="667" y="64"/>
                  <a:pt x="667" y="64"/>
                  <a:pt x="667" y="64"/>
                </a:cubicBezTo>
                <a:cubicBezTo>
                  <a:pt x="667" y="64"/>
                  <a:pt x="668" y="63"/>
                  <a:pt x="668" y="63"/>
                </a:cubicBezTo>
                <a:cubicBezTo>
                  <a:pt x="668" y="63"/>
                  <a:pt x="668" y="64"/>
                  <a:pt x="669" y="64"/>
                </a:cubicBezTo>
                <a:cubicBezTo>
                  <a:pt x="670" y="64"/>
                  <a:pt x="670" y="64"/>
                  <a:pt x="670" y="64"/>
                </a:cubicBezTo>
                <a:cubicBezTo>
                  <a:pt x="670" y="64"/>
                  <a:pt x="671" y="64"/>
                  <a:pt x="672" y="64"/>
                </a:cubicBezTo>
                <a:cubicBezTo>
                  <a:pt x="672" y="63"/>
                  <a:pt x="672" y="63"/>
                  <a:pt x="673" y="63"/>
                </a:cubicBezTo>
                <a:cubicBezTo>
                  <a:pt x="672" y="63"/>
                  <a:pt x="672" y="62"/>
                  <a:pt x="672" y="62"/>
                </a:cubicBezTo>
                <a:cubicBezTo>
                  <a:pt x="672" y="62"/>
                  <a:pt x="672" y="61"/>
                  <a:pt x="671" y="61"/>
                </a:cubicBezTo>
                <a:cubicBezTo>
                  <a:pt x="670" y="61"/>
                  <a:pt x="670" y="61"/>
                  <a:pt x="669" y="61"/>
                </a:cubicBezTo>
                <a:cubicBezTo>
                  <a:pt x="669" y="61"/>
                  <a:pt x="669" y="61"/>
                  <a:pt x="668" y="61"/>
                </a:cubicBezTo>
                <a:cubicBezTo>
                  <a:pt x="668" y="60"/>
                  <a:pt x="667" y="60"/>
                  <a:pt x="667" y="60"/>
                </a:cubicBezTo>
                <a:cubicBezTo>
                  <a:pt x="667" y="60"/>
                  <a:pt x="667" y="60"/>
                  <a:pt x="666" y="60"/>
                </a:cubicBezTo>
                <a:cubicBezTo>
                  <a:pt x="666" y="60"/>
                  <a:pt x="665" y="60"/>
                  <a:pt x="665" y="60"/>
                </a:cubicBezTo>
                <a:cubicBezTo>
                  <a:pt x="664" y="60"/>
                  <a:pt x="663" y="60"/>
                  <a:pt x="662" y="60"/>
                </a:cubicBezTo>
                <a:cubicBezTo>
                  <a:pt x="662" y="61"/>
                  <a:pt x="663" y="61"/>
                  <a:pt x="662" y="62"/>
                </a:cubicBezTo>
                <a:cubicBezTo>
                  <a:pt x="662" y="62"/>
                  <a:pt x="662" y="62"/>
                  <a:pt x="662" y="63"/>
                </a:cubicBezTo>
                <a:cubicBezTo>
                  <a:pt x="662" y="63"/>
                  <a:pt x="661" y="63"/>
                  <a:pt x="661" y="63"/>
                </a:cubicBezTo>
                <a:cubicBezTo>
                  <a:pt x="661" y="62"/>
                  <a:pt x="660" y="62"/>
                  <a:pt x="660" y="62"/>
                </a:cubicBezTo>
                <a:cubicBezTo>
                  <a:pt x="660" y="62"/>
                  <a:pt x="660" y="61"/>
                  <a:pt x="660" y="61"/>
                </a:cubicBezTo>
                <a:cubicBezTo>
                  <a:pt x="660" y="60"/>
                  <a:pt x="660" y="60"/>
                  <a:pt x="660" y="59"/>
                </a:cubicBezTo>
                <a:cubicBezTo>
                  <a:pt x="660" y="59"/>
                  <a:pt x="661" y="58"/>
                  <a:pt x="661" y="58"/>
                </a:cubicBezTo>
                <a:cubicBezTo>
                  <a:pt x="661" y="58"/>
                  <a:pt x="662" y="58"/>
                  <a:pt x="662" y="58"/>
                </a:cubicBezTo>
                <a:cubicBezTo>
                  <a:pt x="662" y="58"/>
                  <a:pt x="662" y="57"/>
                  <a:pt x="662" y="57"/>
                </a:cubicBezTo>
                <a:cubicBezTo>
                  <a:pt x="663" y="57"/>
                  <a:pt x="662" y="56"/>
                  <a:pt x="662" y="56"/>
                </a:cubicBezTo>
                <a:cubicBezTo>
                  <a:pt x="663" y="55"/>
                  <a:pt x="662" y="55"/>
                  <a:pt x="662" y="54"/>
                </a:cubicBezTo>
                <a:cubicBezTo>
                  <a:pt x="663" y="53"/>
                  <a:pt x="663" y="52"/>
                  <a:pt x="663" y="52"/>
                </a:cubicBezTo>
                <a:cubicBezTo>
                  <a:pt x="666" y="52"/>
                  <a:pt x="666" y="52"/>
                  <a:pt x="666" y="52"/>
                </a:cubicBezTo>
                <a:cubicBezTo>
                  <a:pt x="666" y="51"/>
                  <a:pt x="666" y="50"/>
                  <a:pt x="666" y="49"/>
                </a:cubicBezTo>
                <a:cubicBezTo>
                  <a:pt x="666" y="49"/>
                  <a:pt x="667" y="48"/>
                  <a:pt x="667" y="48"/>
                </a:cubicBezTo>
                <a:cubicBezTo>
                  <a:pt x="667" y="48"/>
                  <a:pt x="668" y="48"/>
                  <a:pt x="669" y="48"/>
                </a:cubicBezTo>
                <a:cubicBezTo>
                  <a:pt x="670" y="48"/>
                  <a:pt x="670" y="48"/>
                  <a:pt x="670" y="48"/>
                </a:cubicBezTo>
                <a:cubicBezTo>
                  <a:pt x="670" y="48"/>
                  <a:pt x="670" y="47"/>
                  <a:pt x="671" y="47"/>
                </a:cubicBezTo>
                <a:cubicBezTo>
                  <a:pt x="671" y="47"/>
                  <a:pt x="671" y="47"/>
                  <a:pt x="670" y="46"/>
                </a:cubicBezTo>
                <a:cubicBezTo>
                  <a:pt x="670" y="46"/>
                  <a:pt x="670" y="45"/>
                  <a:pt x="670" y="45"/>
                </a:cubicBezTo>
                <a:cubicBezTo>
                  <a:pt x="670" y="44"/>
                  <a:pt x="671" y="44"/>
                  <a:pt x="671" y="43"/>
                </a:cubicBezTo>
                <a:cubicBezTo>
                  <a:pt x="671" y="43"/>
                  <a:pt x="671" y="43"/>
                  <a:pt x="672" y="43"/>
                </a:cubicBezTo>
                <a:cubicBezTo>
                  <a:pt x="672" y="42"/>
                  <a:pt x="672" y="42"/>
                  <a:pt x="672" y="42"/>
                </a:cubicBezTo>
                <a:cubicBezTo>
                  <a:pt x="672" y="41"/>
                  <a:pt x="673" y="41"/>
                  <a:pt x="673" y="41"/>
                </a:cubicBezTo>
                <a:cubicBezTo>
                  <a:pt x="674" y="40"/>
                  <a:pt x="674" y="40"/>
                  <a:pt x="675" y="40"/>
                </a:cubicBezTo>
                <a:cubicBezTo>
                  <a:pt x="676" y="40"/>
                  <a:pt x="677" y="40"/>
                  <a:pt x="678" y="40"/>
                </a:cubicBezTo>
                <a:cubicBezTo>
                  <a:pt x="678" y="40"/>
                  <a:pt x="679" y="40"/>
                  <a:pt x="679" y="40"/>
                </a:cubicBezTo>
                <a:cubicBezTo>
                  <a:pt x="679" y="40"/>
                  <a:pt x="679" y="39"/>
                  <a:pt x="679" y="39"/>
                </a:cubicBezTo>
                <a:cubicBezTo>
                  <a:pt x="679" y="39"/>
                  <a:pt x="679" y="38"/>
                  <a:pt x="679" y="38"/>
                </a:cubicBezTo>
                <a:cubicBezTo>
                  <a:pt x="680" y="38"/>
                  <a:pt x="680" y="37"/>
                  <a:pt x="680" y="37"/>
                </a:cubicBezTo>
                <a:cubicBezTo>
                  <a:pt x="680" y="37"/>
                  <a:pt x="681" y="37"/>
                  <a:pt x="681" y="37"/>
                </a:cubicBezTo>
                <a:cubicBezTo>
                  <a:pt x="681" y="36"/>
                  <a:pt x="681" y="36"/>
                  <a:pt x="682" y="36"/>
                </a:cubicBezTo>
                <a:cubicBezTo>
                  <a:pt x="682" y="36"/>
                  <a:pt x="682" y="36"/>
                  <a:pt x="683" y="36"/>
                </a:cubicBezTo>
                <a:cubicBezTo>
                  <a:pt x="683" y="36"/>
                  <a:pt x="683" y="36"/>
                  <a:pt x="684" y="36"/>
                </a:cubicBezTo>
                <a:cubicBezTo>
                  <a:pt x="684" y="36"/>
                  <a:pt x="684" y="36"/>
                  <a:pt x="685" y="36"/>
                </a:cubicBezTo>
                <a:cubicBezTo>
                  <a:pt x="685" y="36"/>
                  <a:pt x="685" y="35"/>
                  <a:pt x="685" y="35"/>
                </a:cubicBezTo>
                <a:cubicBezTo>
                  <a:pt x="685" y="34"/>
                  <a:pt x="685" y="34"/>
                  <a:pt x="685" y="34"/>
                </a:cubicBezTo>
                <a:cubicBezTo>
                  <a:pt x="676" y="34"/>
                  <a:pt x="676" y="34"/>
                  <a:pt x="676" y="34"/>
                </a:cubicBezTo>
                <a:cubicBezTo>
                  <a:pt x="674" y="33"/>
                  <a:pt x="674" y="33"/>
                  <a:pt x="674" y="33"/>
                </a:cubicBezTo>
                <a:cubicBezTo>
                  <a:pt x="675" y="33"/>
                  <a:pt x="675" y="33"/>
                  <a:pt x="676" y="33"/>
                </a:cubicBezTo>
                <a:cubicBezTo>
                  <a:pt x="677" y="32"/>
                  <a:pt x="678" y="31"/>
                  <a:pt x="679" y="31"/>
                </a:cubicBezTo>
                <a:cubicBezTo>
                  <a:pt x="679" y="31"/>
                  <a:pt x="680" y="31"/>
                  <a:pt x="680" y="32"/>
                </a:cubicBezTo>
                <a:cubicBezTo>
                  <a:pt x="681" y="32"/>
                  <a:pt x="681" y="32"/>
                  <a:pt x="681" y="32"/>
                </a:cubicBezTo>
                <a:cubicBezTo>
                  <a:pt x="682" y="32"/>
                  <a:pt x="682" y="32"/>
                  <a:pt x="682" y="32"/>
                </a:cubicBezTo>
                <a:cubicBezTo>
                  <a:pt x="684" y="32"/>
                  <a:pt x="684" y="32"/>
                  <a:pt x="684" y="32"/>
                </a:cubicBezTo>
                <a:cubicBezTo>
                  <a:pt x="684" y="32"/>
                  <a:pt x="684" y="32"/>
                  <a:pt x="684" y="32"/>
                </a:cubicBezTo>
                <a:cubicBezTo>
                  <a:pt x="685" y="32"/>
                  <a:pt x="685" y="32"/>
                  <a:pt x="685" y="32"/>
                </a:cubicBezTo>
                <a:cubicBezTo>
                  <a:pt x="686" y="32"/>
                  <a:pt x="686" y="32"/>
                  <a:pt x="687" y="32"/>
                </a:cubicBezTo>
                <a:cubicBezTo>
                  <a:pt x="687" y="32"/>
                  <a:pt x="687" y="31"/>
                  <a:pt x="687" y="31"/>
                </a:cubicBezTo>
                <a:cubicBezTo>
                  <a:pt x="688" y="31"/>
                  <a:pt x="688" y="30"/>
                  <a:pt x="688" y="30"/>
                </a:cubicBezTo>
                <a:cubicBezTo>
                  <a:pt x="688" y="30"/>
                  <a:pt x="689" y="29"/>
                  <a:pt x="689" y="29"/>
                </a:cubicBezTo>
                <a:cubicBezTo>
                  <a:pt x="689" y="29"/>
                  <a:pt x="689" y="28"/>
                  <a:pt x="690" y="28"/>
                </a:cubicBezTo>
                <a:cubicBezTo>
                  <a:pt x="691" y="28"/>
                  <a:pt x="691" y="28"/>
                  <a:pt x="692" y="28"/>
                </a:cubicBezTo>
                <a:cubicBezTo>
                  <a:pt x="693" y="28"/>
                  <a:pt x="693" y="28"/>
                  <a:pt x="693" y="28"/>
                </a:cubicBezTo>
                <a:cubicBezTo>
                  <a:pt x="694" y="28"/>
                  <a:pt x="695" y="28"/>
                  <a:pt x="696" y="27"/>
                </a:cubicBezTo>
                <a:cubicBezTo>
                  <a:pt x="697" y="27"/>
                  <a:pt x="697" y="27"/>
                  <a:pt x="697" y="27"/>
                </a:cubicBezTo>
                <a:cubicBezTo>
                  <a:pt x="698" y="27"/>
                  <a:pt x="698" y="27"/>
                  <a:pt x="698" y="27"/>
                </a:cubicBezTo>
                <a:cubicBezTo>
                  <a:pt x="699" y="27"/>
                  <a:pt x="699" y="26"/>
                  <a:pt x="699" y="26"/>
                </a:cubicBezTo>
                <a:cubicBezTo>
                  <a:pt x="700" y="26"/>
                  <a:pt x="700" y="25"/>
                  <a:pt x="700" y="25"/>
                </a:cubicBezTo>
                <a:cubicBezTo>
                  <a:pt x="700" y="24"/>
                  <a:pt x="700" y="24"/>
                  <a:pt x="700" y="23"/>
                </a:cubicBezTo>
                <a:cubicBezTo>
                  <a:pt x="700" y="22"/>
                  <a:pt x="700" y="22"/>
                  <a:pt x="700" y="21"/>
                </a:cubicBezTo>
                <a:cubicBezTo>
                  <a:pt x="700" y="21"/>
                  <a:pt x="699" y="21"/>
                  <a:pt x="699" y="21"/>
                </a:cubicBezTo>
                <a:cubicBezTo>
                  <a:pt x="698" y="20"/>
                  <a:pt x="698" y="21"/>
                  <a:pt x="697" y="21"/>
                </a:cubicBezTo>
                <a:cubicBezTo>
                  <a:pt x="696" y="21"/>
                  <a:pt x="695" y="21"/>
                  <a:pt x="695" y="21"/>
                </a:cubicBezTo>
                <a:cubicBezTo>
                  <a:pt x="694" y="21"/>
                  <a:pt x="694" y="21"/>
                  <a:pt x="693" y="22"/>
                </a:cubicBezTo>
                <a:cubicBezTo>
                  <a:pt x="693" y="22"/>
                  <a:pt x="692" y="22"/>
                  <a:pt x="692" y="22"/>
                </a:cubicBezTo>
                <a:cubicBezTo>
                  <a:pt x="691" y="22"/>
                  <a:pt x="690" y="22"/>
                  <a:pt x="689" y="21"/>
                </a:cubicBezTo>
                <a:cubicBezTo>
                  <a:pt x="689" y="21"/>
                  <a:pt x="689" y="21"/>
                  <a:pt x="688" y="21"/>
                </a:cubicBezTo>
                <a:cubicBezTo>
                  <a:pt x="687" y="20"/>
                  <a:pt x="687" y="20"/>
                  <a:pt x="687" y="20"/>
                </a:cubicBezTo>
                <a:cubicBezTo>
                  <a:pt x="686" y="20"/>
                  <a:pt x="686" y="20"/>
                  <a:pt x="686" y="20"/>
                </a:cubicBezTo>
                <a:cubicBezTo>
                  <a:pt x="685" y="20"/>
                  <a:pt x="684" y="20"/>
                  <a:pt x="684" y="20"/>
                </a:cubicBezTo>
                <a:cubicBezTo>
                  <a:pt x="683" y="20"/>
                  <a:pt x="683" y="20"/>
                  <a:pt x="682" y="20"/>
                </a:cubicBezTo>
                <a:cubicBezTo>
                  <a:pt x="682" y="20"/>
                  <a:pt x="681" y="21"/>
                  <a:pt x="680" y="21"/>
                </a:cubicBezTo>
                <a:cubicBezTo>
                  <a:pt x="680" y="21"/>
                  <a:pt x="680" y="21"/>
                  <a:pt x="679" y="22"/>
                </a:cubicBezTo>
                <a:cubicBezTo>
                  <a:pt x="679" y="22"/>
                  <a:pt x="678" y="22"/>
                  <a:pt x="678" y="22"/>
                </a:cubicBezTo>
                <a:cubicBezTo>
                  <a:pt x="678" y="23"/>
                  <a:pt x="678" y="23"/>
                  <a:pt x="678" y="24"/>
                </a:cubicBezTo>
                <a:cubicBezTo>
                  <a:pt x="677" y="24"/>
                  <a:pt x="677" y="25"/>
                  <a:pt x="677" y="25"/>
                </a:cubicBezTo>
                <a:cubicBezTo>
                  <a:pt x="677" y="25"/>
                  <a:pt x="676" y="25"/>
                  <a:pt x="676" y="25"/>
                </a:cubicBezTo>
                <a:cubicBezTo>
                  <a:pt x="675" y="25"/>
                  <a:pt x="675" y="25"/>
                  <a:pt x="674" y="25"/>
                </a:cubicBezTo>
                <a:cubicBezTo>
                  <a:pt x="673" y="25"/>
                  <a:pt x="673" y="26"/>
                  <a:pt x="672" y="26"/>
                </a:cubicBezTo>
                <a:cubicBezTo>
                  <a:pt x="671" y="26"/>
                  <a:pt x="671" y="26"/>
                  <a:pt x="670" y="25"/>
                </a:cubicBezTo>
                <a:cubicBezTo>
                  <a:pt x="670" y="25"/>
                  <a:pt x="670" y="25"/>
                  <a:pt x="669" y="24"/>
                </a:cubicBezTo>
                <a:cubicBezTo>
                  <a:pt x="669" y="24"/>
                  <a:pt x="668" y="24"/>
                  <a:pt x="667" y="24"/>
                </a:cubicBezTo>
                <a:cubicBezTo>
                  <a:pt x="666" y="24"/>
                  <a:pt x="666" y="24"/>
                  <a:pt x="665" y="24"/>
                </a:cubicBezTo>
                <a:cubicBezTo>
                  <a:pt x="665" y="24"/>
                  <a:pt x="664" y="25"/>
                  <a:pt x="664" y="26"/>
                </a:cubicBezTo>
                <a:cubicBezTo>
                  <a:pt x="663" y="26"/>
                  <a:pt x="663" y="26"/>
                  <a:pt x="663" y="27"/>
                </a:cubicBezTo>
                <a:cubicBezTo>
                  <a:pt x="663" y="27"/>
                  <a:pt x="663" y="27"/>
                  <a:pt x="662" y="27"/>
                </a:cubicBezTo>
                <a:cubicBezTo>
                  <a:pt x="662" y="27"/>
                  <a:pt x="662" y="27"/>
                  <a:pt x="661" y="27"/>
                </a:cubicBezTo>
                <a:cubicBezTo>
                  <a:pt x="660" y="27"/>
                  <a:pt x="660" y="27"/>
                  <a:pt x="659" y="27"/>
                </a:cubicBezTo>
                <a:cubicBezTo>
                  <a:pt x="658" y="27"/>
                  <a:pt x="658" y="27"/>
                  <a:pt x="657" y="28"/>
                </a:cubicBezTo>
                <a:cubicBezTo>
                  <a:pt x="657" y="28"/>
                  <a:pt x="657" y="28"/>
                  <a:pt x="656" y="28"/>
                </a:cubicBezTo>
                <a:cubicBezTo>
                  <a:pt x="656" y="29"/>
                  <a:pt x="655" y="29"/>
                  <a:pt x="654" y="29"/>
                </a:cubicBezTo>
                <a:cubicBezTo>
                  <a:pt x="654" y="29"/>
                  <a:pt x="654" y="29"/>
                  <a:pt x="653" y="30"/>
                </a:cubicBezTo>
                <a:cubicBezTo>
                  <a:pt x="653" y="30"/>
                  <a:pt x="652" y="30"/>
                  <a:pt x="652" y="30"/>
                </a:cubicBezTo>
                <a:cubicBezTo>
                  <a:pt x="651" y="31"/>
                  <a:pt x="652" y="32"/>
                  <a:pt x="651" y="33"/>
                </a:cubicBezTo>
                <a:cubicBezTo>
                  <a:pt x="650" y="33"/>
                  <a:pt x="650" y="33"/>
                  <a:pt x="650" y="33"/>
                </a:cubicBezTo>
                <a:cubicBezTo>
                  <a:pt x="649" y="33"/>
                  <a:pt x="649" y="33"/>
                  <a:pt x="649" y="33"/>
                </a:cubicBezTo>
                <a:cubicBezTo>
                  <a:pt x="649" y="33"/>
                  <a:pt x="649" y="32"/>
                  <a:pt x="649" y="32"/>
                </a:cubicBezTo>
                <a:cubicBezTo>
                  <a:pt x="650" y="32"/>
                  <a:pt x="650" y="32"/>
                  <a:pt x="650" y="31"/>
                </a:cubicBezTo>
                <a:cubicBezTo>
                  <a:pt x="650" y="31"/>
                  <a:pt x="650" y="31"/>
                  <a:pt x="651" y="30"/>
                </a:cubicBezTo>
                <a:cubicBezTo>
                  <a:pt x="651" y="30"/>
                  <a:pt x="651" y="30"/>
                  <a:pt x="651" y="30"/>
                </a:cubicBezTo>
                <a:cubicBezTo>
                  <a:pt x="652" y="29"/>
                  <a:pt x="652" y="28"/>
                  <a:pt x="653" y="28"/>
                </a:cubicBezTo>
                <a:cubicBezTo>
                  <a:pt x="653" y="28"/>
                  <a:pt x="653" y="28"/>
                  <a:pt x="653" y="28"/>
                </a:cubicBezTo>
                <a:cubicBezTo>
                  <a:pt x="654" y="27"/>
                  <a:pt x="654" y="27"/>
                  <a:pt x="655" y="27"/>
                </a:cubicBezTo>
                <a:cubicBezTo>
                  <a:pt x="655" y="27"/>
                  <a:pt x="655" y="26"/>
                  <a:pt x="655" y="26"/>
                </a:cubicBezTo>
                <a:cubicBezTo>
                  <a:pt x="655" y="24"/>
                  <a:pt x="655" y="24"/>
                  <a:pt x="655" y="24"/>
                </a:cubicBezTo>
                <a:cubicBezTo>
                  <a:pt x="655" y="24"/>
                  <a:pt x="656" y="23"/>
                  <a:pt x="656" y="23"/>
                </a:cubicBezTo>
                <a:cubicBezTo>
                  <a:pt x="656" y="23"/>
                  <a:pt x="657" y="23"/>
                  <a:pt x="657" y="23"/>
                </a:cubicBezTo>
                <a:cubicBezTo>
                  <a:pt x="657" y="22"/>
                  <a:pt x="658" y="22"/>
                  <a:pt x="658" y="22"/>
                </a:cubicBezTo>
                <a:cubicBezTo>
                  <a:pt x="658" y="22"/>
                  <a:pt x="658" y="21"/>
                  <a:pt x="658" y="21"/>
                </a:cubicBezTo>
                <a:cubicBezTo>
                  <a:pt x="658" y="21"/>
                  <a:pt x="658" y="20"/>
                  <a:pt x="658" y="20"/>
                </a:cubicBezTo>
                <a:cubicBezTo>
                  <a:pt x="658" y="20"/>
                  <a:pt x="658" y="19"/>
                  <a:pt x="657" y="19"/>
                </a:cubicBezTo>
                <a:cubicBezTo>
                  <a:pt x="657" y="19"/>
                  <a:pt x="657" y="18"/>
                  <a:pt x="657" y="18"/>
                </a:cubicBezTo>
                <a:cubicBezTo>
                  <a:pt x="656" y="18"/>
                  <a:pt x="656" y="18"/>
                  <a:pt x="656" y="18"/>
                </a:cubicBezTo>
                <a:cubicBezTo>
                  <a:pt x="655" y="18"/>
                  <a:pt x="655" y="18"/>
                  <a:pt x="655" y="18"/>
                </a:cubicBezTo>
                <a:cubicBezTo>
                  <a:pt x="655" y="18"/>
                  <a:pt x="654" y="18"/>
                  <a:pt x="654" y="18"/>
                </a:cubicBezTo>
                <a:cubicBezTo>
                  <a:pt x="653" y="18"/>
                  <a:pt x="653" y="18"/>
                  <a:pt x="652" y="18"/>
                </a:cubicBezTo>
                <a:cubicBezTo>
                  <a:pt x="651" y="18"/>
                  <a:pt x="651" y="19"/>
                  <a:pt x="651" y="19"/>
                </a:cubicBezTo>
                <a:cubicBezTo>
                  <a:pt x="649" y="19"/>
                  <a:pt x="649" y="19"/>
                  <a:pt x="648" y="19"/>
                </a:cubicBezTo>
                <a:cubicBezTo>
                  <a:pt x="647" y="19"/>
                  <a:pt x="647" y="18"/>
                  <a:pt x="646" y="18"/>
                </a:cubicBezTo>
                <a:cubicBezTo>
                  <a:pt x="646" y="19"/>
                  <a:pt x="646" y="20"/>
                  <a:pt x="646" y="21"/>
                </a:cubicBezTo>
                <a:cubicBezTo>
                  <a:pt x="646" y="22"/>
                  <a:pt x="646" y="22"/>
                  <a:pt x="646" y="22"/>
                </a:cubicBezTo>
                <a:cubicBezTo>
                  <a:pt x="646" y="23"/>
                  <a:pt x="646" y="23"/>
                  <a:pt x="646" y="23"/>
                </a:cubicBezTo>
                <a:cubicBezTo>
                  <a:pt x="646" y="23"/>
                  <a:pt x="646" y="23"/>
                  <a:pt x="645" y="23"/>
                </a:cubicBezTo>
                <a:cubicBezTo>
                  <a:pt x="645" y="23"/>
                  <a:pt x="644" y="23"/>
                  <a:pt x="644" y="23"/>
                </a:cubicBezTo>
                <a:cubicBezTo>
                  <a:pt x="643" y="23"/>
                  <a:pt x="643" y="23"/>
                  <a:pt x="642" y="23"/>
                </a:cubicBezTo>
                <a:cubicBezTo>
                  <a:pt x="642" y="23"/>
                  <a:pt x="641" y="23"/>
                  <a:pt x="641" y="23"/>
                </a:cubicBezTo>
                <a:cubicBezTo>
                  <a:pt x="640" y="23"/>
                  <a:pt x="640" y="24"/>
                  <a:pt x="639" y="24"/>
                </a:cubicBezTo>
                <a:cubicBezTo>
                  <a:pt x="639" y="24"/>
                  <a:pt x="638" y="24"/>
                  <a:pt x="638" y="24"/>
                </a:cubicBezTo>
                <a:cubicBezTo>
                  <a:pt x="637" y="24"/>
                  <a:pt x="637" y="25"/>
                  <a:pt x="637" y="25"/>
                </a:cubicBezTo>
                <a:cubicBezTo>
                  <a:pt x="637" y="25"/>
                  <a:pt x="636" y="25"/>
                  <a:pt x="636" y="25"/>
                </a:cubicBezTo>
                <a:cubicBezTo>
                  <a:pt x="636" y="25"/>
                  <a:pt x="636" y="24"/>
                  <a:pt x="636" y="24"/>
                </a:cubicBezTo>
                <a:cubicBezTo>
                  <a:pt x="636" y="24"/>
                  <a:pt x="637" y="23"/>
                  <a:pt x="637" y="23"/>
                </a:cubicBezTo>
                <a:cubicBezTo>
                  <a:pt x="637" y="23"/>
                  <a:pt x="637" y="22"/>
                  <a:pt x="637" y="22"/>
                </a:cubicBezTo>
                <a:cubicBezTo>
                  <a:pt x="638" y="22"/>
                  <a:pt x="638" y="21"/>
                  <a:pt x="638" y="21"/>
                </a:cubicBezTo>
                <a:cubicBezTo>
                  <a:pt x="639" y="21"/>
                  <a:pt x="639" y="21"/>
                  <a:pt x="639" y="21"/>
                </a:cubicBezTo>
                <a:cubicBezTo>
                  <a:pt x="640" y="21"/>
                  <a:pt x="640" y="21"/>
                  <a:pt x="641" y="21"/>
                </a:cubicBezTo>
                <a:cubicBezTo>
                  <a:pt x="642" y="21"/>
                  <a:pt x="642" y="21"/>
                  <a:pt x="643" y="21"/>
                </a:cubicBezTo>
                <a:cubicBezTo>
                  <a:pt x="643" y="21"/>
                  <a:pt x="644" y="20"/>
                  <a:pt x="644" y="20"/>
                </a:cubicBezTo>
                <a:cubicBezTo>
                  <a:pt x="644" y="19"/>
                  <a:pt x="644" y="19"/>
                  <a:pt x="644" y="19"/>
                </a:cubicBezTo>
                <a:cubicBezTo>
                  <a:pt x="643" y="19"/>
                  <a:pt x="643" y="19"/>
                  <a:pt x="643" y="19"/>
                </a:cubicBezTo>
                <a:cubicBezTo>
                  <a:pt x="642" y="19"/>
                  <a:pt x="642" y="19"/>
                  <a:pt x="642" y="19"/>
                </a:cubicBezTo>
                <a:cubicBezTo>
                  <a:pt x="641" y="19"/>
                  <a:pt x="641" y="18"/>
                  <a:pt x="640" y="18"/>
                </a:cubicBezTo>
                <a:cubicBezTo>
                  <a:pt x="639" y="18"/>
                  <a:pt x="638" y="19"/>
                  <a:pt x="636" y="19"/>
                </a:cubicBezTo>
                <a:cubicBezTo>
                  <a:pt x="636" y="19"/>
                  <a:pt x="635" y="19"/>
                  <a:pt x="635" y="19"/>
                </a:cubicBezTo>
                <a:cubicBezTo>
                  <a:pt x="634" y="19"/>
                  <a:pt x="634" y="19"/>
                  <a:pt x="634" y="19"/>
                </a:cubicBezTo>
                <a:cubicBezTo>
                  <a:pt x="627" y="19"/>
                  <a:pt x="627" y="19"/>
                  <a:pt x="627" y="19"/>
                </a:cubicBezTo>
                <a:cubicBezTo>
                  <a:pt x="626" y="19"/>
                  <a:pt x="626" y="19"/>
                  <a:pt x="625" y="19"/>
                </a:cubicBezTo>
                <a:cubicBezTo>
                  <a:pt x="624" y="19"/>
                  <a:pt x="623" y="19"/>
                  <a:pt x="622" y="19"/>
                </a:cubicBezTo>
                <a:cubicBezTo>
                  <a:pt x="622" y="19"/>
                  <a:pt x="621" y="19"/>
                  <a:pt x="621" y="20"/>
                </a:cubicBezTo>
                <a:cubicBezTo>
                  <a:pt x="620" y="20"/>
                  <a:pt x="620" y="20"/>
                  <a:pt x="620" y="20"/>
                </a:cubicBezTo>
                <a:cubicBezTo>
                  <a:pt x="620" y="20"/>
                  <a:pt x="619" y="20"/>
                  <a:pt x="619" y="20"/>
                </a:cubicBezTo>
                <a:cubicBezTo>
                  <a:pt x="618" y="20"/>
                  <a:pt x="618" y="21"/>
                  <a:pt x="618" y="21"/>
                </a:cubicBezTo>
                <a:cubicBezTo>
                  <a:pt x="617" y="21"/>
                  <a:pt x="617" y="21"/>
                  <a:pt x="616" y="21"/>
                </a:cubicBezTo>
                <a:cubicBezTo>
                  <a:pt x="616" y="21"/>
                  <a:pt x="616" y="21"/>
                  <a:pt x="615" y="22"/>
                </a:cubicBezTo>
                <a:cubicBezTo>
                  <a:pt x="614" y="22"/>
                  <a:pt x="614" y="21"/>
                  <a:pt x="614" y="22"/>
                </a:cubicBezTo>
                <a:cubicBezTo>
                  <a:pt x="613" y="22"/>
                  <a:pt x="613" y="22"/>
                  <a:pt x="613" y="22"/>
                </a:cubicBezTo>
                <a:cubicBezTo>
                  <a:pt x="612" y="22"/>
                  <a:pt x="612" y="22"/>
                  <a:pt x="612" y="22"/>
                </a:cubicBezTo>
                <a:cubicBezTo>
                  <a:pt x="611" y="22"/>
                  <a:pt x="611" y="23"/>
                  <a:pt x="610" y="23"/>
                </a:cubicBezTo>
                <a:cubicBezTo>
                  <a:pt x="610" y="23"/>
                  <a:pt x="610" y="22"/>
                  <a:pt x="610" y="22"/>
                </a:cubicBezTo>
                <a:cubicBezTo>
                  <a:pt x="610" y="22"/>
                  <a:pt x="610" y="22"/>
                  <a:pt x="610" y="21"/>
                </a:cubicBezTo>
                <a:cubicBezTo>
                  <a:pt x="610" y="20"/>
                  <a:pt x="611" y="20"/>
                  <a:pt x="611" y="19"/>
                </a:cubicBezTo>
                <a:cubicBezTo>
                  <a:pt x="611" y="19"/>
                  <a:pt x="612" y="19"/>
                  <a:pt x="612" y="18"/>
                </a:cubicBezTo>
                <a:cubicBezTo>
                  <a:pt x="613" y="18"/>
                  <a:pt x="613" y="18"/>
                  <a:pt x="614" y="17"/>
                </a:cubicBezTo>
                <a:cubicBezTo>
                  <a:pt x="614" y="17"/>
                  <a:pt x="615" y="17"/>
                  <a:pt x="615" y="17"/>
                </a:cubicBezTo>
                <a:cubicBezTo>
                  <a:pt x="631" y="17"/>
                  <a:pt x="631" y="17"/>
                  <a:pt x="631" y="17"/>
                </a:cubicBezTo>
                <a:cubicBezTo>
                  <a:pt x="632" y="17"/>
                  <a:pt x="632" y="17"/>
                  <a:pt x="632" y="17"/>
                </a:cubicBezTo>
                <a:cubicBezTo>
                  <a:pt x="633" y="17"/>
                  <a:pt x="633" y="16"/>
                  <a:pt x="633" y="16"/>
                </a:cubicBezTo>
                <a:cubicBezTo>
                  <a:pt x="633" y="16"/>
                  <a:pt x="634" y="16"/>
                  <a:pt x="634" y="16"/>
                </a:cubicBezTo>
                <a:cubicBezTo>
                  <a:pt x="647" y="16"/>
                  <a:pt x="647" y="16"/>
                  <a:pt x="647" y="16"/>
                </a:cubicBezTo>
                <a:cubicBezTo>
                  <a:pt x="648" y="16"/>
                  <a:pt x="648" y="16"/>
                  <a:pt x="648" y="16"/>
                </a:cubicBezTo>
                <a:cubicBezTo>
                  <a:pt x="649" y="16"/>
                  <a:pt x="650" y="16"/>
                  <a:pt x="650" y="16"/>
                </a:cubicBezTo>
                <a:cubicBezTo>
                  <a:pt x="651" y="15"/>
                  <a:pt x="651" y="15"/>
                  <a:pt x="651" y="15"/>
                </a:cubicBezTo>
                <a:cubicBezTo>
                  <a:pt x="651" y="15"/>
                  <a:pt x="651" y="14"/>
                  <a:pt x="652" y="14"/>
                </a:cubicBezTo>
                <a:cubicBezTo>
                  <a:pt x="652" y="14"/>
                  <a:pt x="652" y="14"/>
                  <a:pt x="653" y="14"/>
                </a:cubicBezTo>
                <a:cubicBezTo>
                  <a:pt x="653" y="14"/>
                  <a:pt x="653" y="14"/>
                  <a:pt x="653" y="14"/>
                </a:cubicBezTo>
                <a:cubicBezTo>
                  <a:pt x="654" y="14"/>
                  <a:pt x="654" y="14"/>
                  <a:pt x="654" y="14"/>
                </a:cubicBezTo>
                <a:cubicBezTo>
                  <a:pt x="655" y="14"/>
                  <a:pt x="655" y="14"/>
                  <a:pt x="655" y="14"/>
                </a:cubicBezTo>
                <a:cubicBezTo>
                  <a:pt x="656" y="14"/>
                  <a:pt x="656" y="13"/>
                  <a:pt x="656" y="13"/>
                </a:cubicBezTo>
                <a:cubicBezTo>
                  <a:pt x="657" y="13"/>
                  <a:pt x="658" y="13"/>
                  <a:pt x="659" y="13"/>
                </a:cubicBezTo>
                <a:cubicBezTo>
                  <a:pt x="660" y="13"/>
                  <a:pt x="660" y="13"/>
                  <a:pt x="661" y="13"/>
                </a:cubicBezTo>
                <a:cubicBezTo>
                  <a:pt x="661" y="11"/>
                  <a:pt x="661" y="11"/>
                  <a:pt x="661" y="11"/>
                </a:cubicBezTo>
                <a:cubicBezTo>
                  <a:pt x="658" y="10"/>
                  <a:pt x="658" y="10"/>
                  <a:pt x="658" y="10"/>
                </a:cubicBezTo>
                <a:cubicBezTo>
                  <a:pt x="657" y="11"/>
                  <a:pt x="657" y="11"/>
                  <a:pt x="656" y="11"/>
                </a:cubicBezTo>
                <a:cubicBezTo>
                  <a:pt x="656" y="11"/>
                  <a:pt x="656" y="11"/>
                  <a:pt x="656" y="11"/>
                </a:cubicBezTo>
                <a:cubicBezTo>
                  <a:pt x="655" y="11"/>
                  <a:pt x="655" y="10"/>
                  <a:pt x="655" y="10"/>
                </a:cubicBezTo>
                <a:cubicBezTo>
                  <a:pt x="654" y="10"/>
                  <a:pt x="653" y="10"/>
                  <a:pt x="652" y="10"/>
                </a:cubicBezTo>
                <a:cubicBezTo>
                  <a:pt x="651" y="10"/>
                  <a:pt x="651" y="10"/>
                  <a:pt x="650" y="10"/>
                </a:cubicBezTo>
                <a:cubicBezTo>
                  <a:pt x="649" y="10"/>
                  <a:pt x="648" y="10"/>
                  <a:pt x="648" y="10"/>
                </a:cubicBezTo>
                <a:cubicBezTo>
                  <a:pt x="647" y="10"/>
                  <a:pt x="647" y="10"/>
                  <a:pt x="647" y="9"/>
                </a:cubicBezTo>
                <a:cubicBezTo>
                  <a:pt x="647" y="9"/>
                  <a:pt x="648" y="9"/>
                  <a:pt x="648" y="9"/>
                </a:cubicBezTo>
                <a:cubicBezTo>
                  <a:pt x="648" y="8"/>
                  <a:pt x="647" y="8"/>
                  <a:pt x="647" y="8"/>
                </a:cubicBezTo>
                <a:cubicBezTo>
                  <a:pt x="647" y="8"/>
                  <a:pt x="647" y="8"/>
                  <a:pt x="646" y="8"/>
                </a:cubicBezTo>
                <a:cubicBezTo>
                  <a:pt x="645" y="8"/>
                  <a:pt x="645" y="7"/>
                  <a:pt x="644" y="7"/>
                </a:cubicBezTo>
                <a:cubicBezTo>
                  <a:pt x="644" y="7"/>
                  <a:pt x="644" y="7"/>
                  <a:pt x="644" y="7"/>
                </a:cubicBezTo>
                <a:cubicBezTo>
                  <a:pt x="643" y="8"/>
                  <a:pt x="643" y="8"/>
                  <a:pt x="643" y="8"/>
                </a:cubicBezTo>
                <a:cubicBezTo>
                  <a:pt x="638" y="8"/>
                  <a:pt x="638" y="8"/>
                  <a:pt x="638" y="8"/>
                </a:cubicBezTo>
                <a:cubicBezTo>
                  <a:pt x="637" y="8"/>
                  <a:pt x="637" y="7"/>
                  <a:pt x="636" y="7"/>
                </a:cubicBezTo>
                <a:cubicBezTo>
                  <a:pt x="636" y="7"/>
                  <a:pt x="636" y="7"/>
                  <a:pt x="635" y="7"/>
                </a:cubicBezTo>
                <a:cubicBezTo>
                  <a:pt x="635" y="6"/>
                  <a:pt x="634" y="7"/>
                  <a:pt x="633" y="7"/>
                </a:cubicBezTo>
                <a:cubicBezTo>
                  <a:pt x="627" y="7"/>
                  <a:pt x="627" y="7"/>
                  <a:pt x="627" y="7"/>
                </a:cubicBezTo>
                <a:cubicBezTo>
                  <a:pt x="626" y="7"/>
                  <a:pt x="626" y="7"/>
                  <a:pt x="626" y="7"/>
                </a:cubicBezTo>
                <a:cubicBezTo>
                  <a:pt x="623" y="7"/>
                  <a:pt x="623" y="7"/>
                  <a:pt x="623" y="7"/>
                </a:cubicBezTo>
                <a:cubicBezTo>
                  <a:pt x="621" y="7"/>
                  <a:pt x="621" y="7"/>
                  <a:pt x="621" y="7"/>
                </a:cubicBezTo>
                <a:cubicBezTo>
                  <a:pt x="620" y="7"/>
                  <a:pt x="619" y="7"/>
                  <a:pt x="619" y="7"/>
                </a:cubicBezTo>
                <a:cubicBezTo>
                  <a:pt x="618" y="7"/>
                  <a:pt x="618" y="7"/>
                  <a:pt x="618" y="8"/>
                </a:cubicBezTo>
                <a:cubicBezTo>
                  <a:pt x="610" y="8"/>
                  <a:pt x="610" y="8"/>
                  <a:pt x="610" y="8"/>
                </a:cubicBezTo>
                <a:cubicBezTo>
                  <a:pt x="610" y="7"/>
                  <a:pt x="610" y="7"/>
                  <a:pt x="610" y="7"/>
                </a:cubicBezTo>
                <a:cubicBezTo>
                  <a:pt x="612" y="7"/>
                  <a:pt x="612" y="7"/>
                  <a:pt x="612" y="7"/>
                </a:cubicBezTo>
                <a:cubicBezTo>
                  <a:pt x="612" y="7"/>
                  <a:pt x="613" y="7"/>
                  <a:pt x="614" y="7"/>
                </a:cubicBezTo>
                <a:cubicBezTo>
                  <a:pt x="614" y="7"/>
                  <a:pt x="614" y="6"/>
                  <a:pt x="614" y="6"/>
                </a:cubicBezTo>
                <a:cubicBezTo>
                  <a:pt x="614" y="6"/>
                  <a:pt x="615" y="5"/>
                  <a:pt x="615" y="5"/>
                </a:cubicBezTo>
                <a:cubicBezTo>
                  <a:pt x="643" y="5"/>
                  <a:pt x="643" y="5"/>
                  <a:pt x="643" y="5"/>
                </a:cubicBezTo>
                <a:cubicBezTo>
                  <a:pt x="643" y="4"/>
                  <a:pt x="643" y="4"/>
                  <a:pt x="643" y="4"/>
                </a:cubicBezTo>
                <a:cubicBezTo>
                  <a:pt x="643" y="3"/>
                  <a:pt x="643" y="3"/>
                  <a:pt x="642" y="3"/>
                </a:cubicBezTo>
                <a:cubicBezTo>
                  <a:pt x="642" y="3"/>
                  <a:pt x="642" y="2"/>
                  <a:pt x="641" y="2"/>
                </a:cubicBezTo>
                <a:cubicBezTo>
                  <a:pt x="640" y="2"/>
                  <a:pt x="640" y="2"/>
                  <a:pt x="639" y="2"/>
                </a:cubicBezTo>
                <a:cubicBezTo>
                  <a:pt x="638" y="2"/>
                  <a:pt x="638" y="2"/>
                  <a:pt x="638" y="2"/>
                </a:cubicBezTo>
                <a:cubicBezTo>
                  <a:pt x="637" y="2"/>
                  <a:pt x="637" y="2"/>
                  <a:pt x="636" y="2"/>
                </a:cubicBezTo>
                <a:cubicBezTo>
                  <a:pt x="635" y="2"/>
                  <a:pt x="635" y="2"/>
                  <a:pt x="634" y="1"/>
                </a:cubicBezTo>
                <a:cubicBezTo>
                  <a:pt x="634" y="1"/>
                  <a:pt x="633" y="1"/>
                  <a:pt x="633" y="1"/>
                </a:cubicBezTo>
                <a:cubicBezTo>
                  <a:pt x="633" y="1"/>
                  <a:pt x="632" y="1"/>
                  <a:pt x="632" y="1"/>
                </a:cubicBezTo>
                <a:cubicBezTo>
                  <a:pt x="631" y="1"/>
                  <a:pt x="631" y="1"/>
                  <a:pt x="630" y="1"/>
                </a:cubicBezTo>
                <a:cubicBezTo>
                  <a:pt x="629" y="1"/>
                  <a:pt x="629" y="1"/>
                  <a:pt x="628" y="1"/>
                </a:cubicBezTo>
                <a:cubicBezTo>
                  <a:pt x="627" y="1"/>
                  <a:pt x="627" y="1"/>
                  <a:pt x="627" y="1"/>
                </a:cubicBezTo>
                <a:cubicBezTo>
                  <a:pt x="626" y="1"/>
                  <a:pt x="625" y="1"/>
                  <a:pt x="625" y="1"/>
                </a:cubicBezTo>
                <a:cubicBezTo>
                  <a:pt x="623" y="1"/>
                  <a:pt x="623" y="1"/>
                  <a:pt x="623" y="1"/>
                </a:cubicBezTo>
                <a:cubicBezTo>
                  <a:pt x="623" y="1"/>
                  <a:pt x="622" y="0"/>
                  <a:pt x="621" y="0"/>
                </a:cubicBezTo>
                <a:cubicBezTo>
                  <a:pt x="614" y="0"/>
                  <a:pt x="609" y="0"/>
                  <a:pt x="601" y="0"/>
                </a:cubicBezTo>
                <a:cubicBezTo>
                  <a:pt x="601" y="0"/>
                  <a:pt x="600" y="1"/>
                  <a:pt x="599" y="1"/>
                </a:cubicBezTo>
                <a:cubicBezTo>
                  <a:pt x="599" y="1"/>
                  <a:pt x="599" y="1"/>
                  <a:pt x="598" y="1"/>
                </a:cubicBezTo>
                <a:cubicBezTo>
                  <a:pt x="598" y="1"/>
                  <a:pt x="598" y="1"/>
                  <a:pt x="597" y="1"/>
                </a:cubicBezTo>
                <a:cubicBezTo>
                  <a:pt x="597" y="2"/>
                  <a:pt x="597" y="2"/>
                  <a:pt x="596" y="2"/>
                </a:cubicBezTo>
                <a:cubicBezTo>
                  <a:pt x="596" y="2"/>
                  <a:pt x="596" y="2"/>
                  <a:pt x="595" y="2"/>
                </a:cubicBezTo>
                <a:cubicBezTo>
                  <a:pt x="594" y="2"/>
                  <a:pt x="594" y="2"/>
                  <a:pt x="594" y="2"/>
                </a:cubicBezTo>
                <a:cubicBezTo>
                  <a:pt x="594" y="2"/>
                  <a:pt x="593" y="2"/>
                  <a:pt x="593" y="2"/>
                </a:cubicBezTo>
                <a:cubicBezTo>
                  <a:pt x="592" y="2"/>
                  <a:pt x="592" y="2"/>
                  <a:pt x="592" y="2"/>
                </a:cubicBezTo>
                <a:cubicBezTo>
                  <a:pt x="591" y="2"/>
                  <a:pt x="591" y="2"/>
                  <a:pt x="591" y="2"/>
                </a:cubicBezTo>
                <a:cubicBezTo>
                  <a:pt x="590" y="2"/>
                  <a:pt x="590" y="2"/>
                  <a:pt x="589" y="2"/>
                </a:cubicBezTo>
                <a:cubicBezTo>
                  <a:pt x="589" y="2"/>
                  <a:pt x="588" y="2"/>
                  <a:pt x="588" y="2"/>
                </a:cubicBezTo>
                <a:cubicBezTo>
                  <a:pt x="586" y="2"/>
                  <a:pt x="586" y="3"/>
                  <a:pt x="585" y="4"/>
                </a:cubicBezTo>
                <a:cubicBezTo>
                  <a:pt x="585" y="4"/>
                  <a:pt x="585" y="5"/>
                  <a:pt x="585" y="5"/>
                </a:cubicBezTo>
                <a:cubicBezTo>
                  <a:pt x="586" y="6"/>
                  <a:pt x="586" y="6"/>
                  <a:pt x="586" y="6"/>
                </a:cubicBezTo>
                <a:cubicBezTo>
                  <a:pt x="586" y="7"/>
                  <a:pt x="585" y="7"/>
                  <a:pt x="584" y="8"/>
                </a:cubicBezTo>
                <a:cubicBezTo>
                  <a:pt x="584" y="8"/>
                  <a:pt x="583" y="8"/>
                  <a:pt x="582" y="8"/>
                </a:cubicBezTo>
                <a:cubicBezTo>
                  <a:pt x="581" y="8"/>
                  <a:pt x="581" y="8"/>
                  <a:pt x="580" y="7"/>
                </a:cubicBezTo>
                <a:cubicBezTo>
                  <a:pt x="580" y="7"/>
                  <a:pt x="580" y="7"/>
                  <a:pt x="579" y="7"/>
                </a:cubicBezTo>
                <a:cubicBezTo>
                  <a:pt x="574" y="7"/>
                  <a:pt x="574" y="7"/>
                  <a:pt x="574" y="7"/>
                </a:cubicBezTo>
                <a:cubicBezTo>
                  <a:pt x="573" y="7"/>
                  <a:pt x="572" y="6"/>
                  <a:pt x="571" y="5"/>
                </a:cubicBezTo>
                <a:cubicBezTo>
                  <a:pt x="571" y="5"/>
                  <a:pt x="571" y="5"/>
                  <a:pt x="570" y="5"/>
                </a:cubicBezTo>
                <a:cubicBezTo>
                  <a:pt x="569" y="5"/>
                  <a:pt x="569" y="4"/>
                  <a:pt x="568" y="4"/>
                </a:cubicBezTo>
                <a:cubicBezTo>
                  <a:pt x="567" y="4"/>
                  <a:pt x="567" y="4"/>
                  <a:pt x="566" y="4"/>
                </a:cubicBezTo>
                <a:cubicBezTo>
                  <a:pt x="566" y="5"/>
                  <a:pt x="566" y="5"/>
                  <a:pt x="566" y="5"/>
                </a:cubicBezTo>
                <a:cubicBezTo>
                  <a:pt x="565" y="5"/>
                  <a:pt x="565" y="5"/>
                  <a:pt x="565" y="6"/>
                </a:cubicBezTo>
                <a:cubicBezTo>
                  <a:pt x="564" y="6"/>
                  <a:pt x="564" y="6"/>
                  <a:pt x="564" y="6"/>
                </a:cubicBezTo>
                <a:cubicBezTo>
                  <a:pt x="563" y="6"/>
                  <a:pt x="562" y="6"/>
                  <a:pt x="562" y="6"/>
                </a:cubicBezTo>
                <a:cubicBezTo>
                  <a:pt x="561" y="6"/>
                  <a:pt x="561" y="6"/>
                  <a:pt x="561" y="6"/>
                </a:cubicBezTo>
                <a:cubicBezTo>
                  <a:pt x="560" y="6"/>
                  <a:pt x="560" y="6"/>
                  <a:pt x="560" y="6"/>
                </a:cubicBezTo>
                <a:cubicBezTo>
                  <a:pt x="559" y="6"/>
                  <a:pt x="559" y="5"/>
                  <a:pt x="558" y="5"/>
                </a:cubicBezTo>
                <a:cubicBezTo>
                  <a:pt x="557" y="5"/>
                  <a:pt x="557" y="6"/>
                  <a:pt x="556" y="6"/>
                </a:cubicBezTo>
                <a:cubicBezTo>
                  <a:pt x="554" y="6"/>
                  <a:pt x="553" y="6"/>
                  <a:pt x="552" y="6"/>
                </a:cubicBezTo>
                <a:cubicBezTo>
                  <a:pt x="552" y="6"/>
                  <a:pt x="552" y="6"/>
                  <a:pt x="551" y="6"/>
                </a:cubicBezTo>
                <a:cubicBezTo>
                  <a:pt x="551" y="6"/>
                  <a:pt x="551" y="6"/>
                  <a:pt x="551" y="6"/>
                </a:cubicBezTo>
                <a:cubicBezTo>
                  <a:pt x="551" y="6"/>
                  <a:pt x="551" y="6"/>
                  <a:pt x="550" y="6"/>
                </a:cubicBezTo>
                <a:cubicBezTo>
                  <a:pt x="550" y="6"/>
                  <a:pt x="550" y="6"/>
                  <a:pt x="550" y="6"/>
                </a:cubicBezTo>
                <a:cubicBezTo>
                  <a:pt x="549" y="6"/>
                  <a:pt x="549" y="7"/>
                  <a:pt x="549" y="7"/>
                </a:cubicBezTo>
                <a:cubicBezTo>
                  <a:pt x="548" y="7"/>
                  <a:pt x="548" y="7"/>
                  <a:pt x="547" y="7"/>
                </a:cubicBezTo>
                <a:cubicBezTo>
                  <a:pt x="548" y="8"/>
                  <a:pt x="548" y="8"/>
                  <a:pt x="548" y="8"/>
                </a:cubicBezTo>
                <a:cubicBezTo>
                  <a:pt x="548" y="8"/>
                  <a:pt x="548" y="9"/>
                  <a:pt x="549" y="9"/>
                </a:cubicBezTo>
                <a:cubicBezTo>
                  <a:pt x="549" y="9"/>
                  <a:pt x="549" y="9"/>
                  <a:pt x="549" y="9"/>
                </a:cubicBezTo>
                <a:cubicBezTo>
                  <a:pt x="549" y="9"/>
                  <a:pt x="550" y="9"/>
                  <a:pt x="550" y="9"/>
                </a:cubicBezTo>
                <a:cubicBezTo>
                  <a:pt x="550" y="9"/>
                  <a:pt x="550" y="9"/>
                  <a:pt x="551" y="10"/>
                </a:cubicBezTo>
                <a:cubicBezTo>
                  <a:pt x="551" y="10"/>
                  <a:pt x="551" y="10"/>
                  <a:pt x="551" y="10"/>
                </a:cubicBezTo>
                <a:cubicBezTo>
                  <a:pt x="552" y="10"/>
                  <a:pt x="552" y="10"/>
                  <a:pt x="552" y="11"/>
                </a:cubicBezTo>
                <a:cubicBezTo>
                  <a:pt x="552" y="11"/>
                  <a:pt x="552" y="11"/>
                  <a:pt x="552" y="11"/>
                </a:cubicBezTo>
                <a:cubicBezTo>
                  <a:pt x="552" y="11"/>
                  <a:pt x="552" y="12"/>
                  <a:pt x="553" y="12"/>
                </a:cubicBezTo>
                <a:cubicBezTo>
                  <a:pt x="553" y="12"/>
                  <a:pt x="553" y="13"/>
                  <a:pt x="553" y="13"/>
                </a:cubicBezTo>
                <a:cubicBezTo>
                  <a:pt x="552" y="13"/>
                  <a:pt x="552" y="13"/>
                  <a:pt x="552" y="13"/>
                </a:cubicBezTo>
                <a:cubicBezTo>
                  <a:pt x="552" y="13"/>
                  <a:pt x="552" y="13"/>
                  <a:pt x="552" y="12"/>
                </a:cubicBezTo>
                <a:cubicBezTo>
                  <a:pt x="552" y="12"/>
                  <a:pt x="552" y="12"/>
                  <a:pt x="551" y="12"/>
                </a:cubicBezTo>
                <a:cubicBezTo>
                  <a:pt x="551" y="12"/>
                  <a:pt x="551" y="12"/>
                  <a:pt x="551" y="12"/>
                </a:cubicBezTo>
                <a:cubicBezTo>
                  <a:pt x="551" y="12"/>
                  <a:pt x="551" y="12"/>
                  <a:pt x="550" y="12"/>
                </a:cubicBezTo>
                <a:cubicBezTo>
                  <a:pt x="550" y="12"/>
                  <a:pt x="550" y="12"/>
                  <a:pt x="550" y="12"/>
                </a:cubicBezTo>
                <a:cubicBezTo>
                  <a:pt x="549" y="12"/>
                  <a:pt x="549" y="11"/>
                  <a:pt x="549" y="11"/>
                </a:cubicBezTo>
                <a:cubicBezTo>
                  <a:pt x="549" y="11"/>
                  <a:pt x="549" y="11"/>
                  <a:pt x="549" y="11"/>
                </a:cubicBezTo>
                <a:cubicBezTo>
                  <a:pt x="548" y="11"/>
                  <a:pt x="548" y="11"/>
                  <a:pt x="548" y="11"/>
                </a:cubicBezTo>
                <a:cubicBezTo>
                  <a:pt x="548" y="11"/>
                  <a:pt x="548" y="11"/>
                  <a:pt x="548" y="11"/>
                </a:cubicBezTo>
                <a:cubicBezTo>
                  <a:pt x="547" y="11"/>
                  <a:pt x="547" y="11"/>
                  <a:pt x="547" y="11"/>
                </a:cubicBezTo>
                <a:cubicBezTo>
                  <a:pt x="547" y="11"/>
                  <a:pt x="547" y="11"/>
                  <a:pt x="546" y="11"/>
                </a:cubicBezTo>
                <a:cubicBezTo>
                  <a:pt x="546" y="11"/>
                  <a:pt x="546" y="11"/>
                  <a:pt x="545" y="11"/>
                </a:cubicBezTo>
                <a:cubicBezTo>
                  <a:pt x="545" y="11"/>
                  <a:pt x="545" y="11"/>
                  <a:pt x="545" y="11"/>
                </a:cubicBezTo>
                <a:cubicBezTo>
                  <a:pt x="544" y="11"/>
                  <a:pt x="544" y="11"/>
                  <a:pt x="544" y="11"/>
                </a:cubicBezTo>
                <a:cubicBezTo>
                  <a:pt x="544" y="11"/>
                  <a:pt x="544" y="11"/>
                  <a:pt x="544" y="12"/>
                </a:cubicBezTo>
                <a:cubicBezTo>
                  <a:pt x="544" y="12"/>
                  <a:pt x="544" y="12"/>
                  <a:pt x="544" y="12"/>
                </a:cubicBezTo>
                <a:cubicBezTo>
                  <a:pt x="544" y="12"/>
                  <a:pt x="544" y="13"/>
                  <a:pt x="544" y="13"/>
                </a:cubicBezTo>
                <a:cubicBezTo>
                  <a:pt x="545" y="13"/>
                  <a:pt x="545" y="13"/>
                  <a:pt x="545" y="13"/>
                </a:cubicBezTo>
                <a:cubicBezTo>
                  <a:pt x="545" y="14"/>
                  <a:pt x="545" y="14"/>
                  <a:pt x="545" y="14"/>
                </a:cubicBezTo>
                <a:cubicBezTo>
                  <a:pt x="546" y="14"/>
                  <a:pt x="546" y="14"/>
                  <a:pt x="547" y="14"/>
                </a:cubicBezTo>
                <a:cubicBezTo>
                  <a:pt x="547" y="15"/>
                  <a:pt x="547" y="15"/>
                  <a:pt x="548" y="15"/>
                </a:cubicBezTo>
                <a:cubicBezTo>
                  <a:pt x="548" y="15"/>
                  <a:pt x="548" y="15"/>
                  <a:pt x="548" y="15"/>
                </a:cubicBezTo>
                <a:cubicBezTo>
                  <a:pt x="548" y="15"/>
                  <a:pt x="548" y="15"/>
                  <a:pt x="549" y="15"/>
                </a:cubicBezTo>
                <a:cubicBezTo>
                  <a:pt x="549" y="15"/>
                  <a:pt x="549" y="15"/>
                  <a:pt x="549" y="15"/>
                </a:cubicBezTo>
                <a:cubicBezTo>
                  <a:pt x="550" y="15"/>
                  <a:pt x="550" y="15"/>
                  <a:pt x="550" y="15"/>
                </a:cubicBezTo>
                <a:cubicBezTo>
                  <a:pt x="551" y="15"/>
                  <a:pt x="551" y="15"/>
                  <a:pt x="551" y="15"/>
                </a:cubicBezTo>
                <a:cubicBezTo>
                  <a:pt x="551" y="15"/>
                  <a:pt x="552" y="15"/>
                  <a:pt x="552" y="15"/>
                </a:cubicBezTo>
                <a:cubicBezTo>
                  <a:pt x="552" y="15"/>
                  <a:pt x="552" y="16"/>
                  <a:pt x="552" y="16"/>
                </a:cubicBezTo>
                <a:cubicBezTo>
                  <a:pt x="552" y="16"/>
                  <a:pt x="553" y="16"/>
                  <a:pt x="553" y="16"/>
                </a:cubicBezTo>
                <a:cubicBezTo>
                  <a:pt x="553" y="16"/>
                  <a:pt x="553" y="17"/>
                  <a:pt x="554" y="17"/>
                </a:cubicBezTo>
                <a:cubicBezTo>
                  <a:pt x="554" y="17"/>
                  <a:pt x="554" y="17"/>
                  <a:pt x="554" y="17"/>
                </a:cubicBezTo>
                <a:cubicBezTo>
                  <a:pt x="554" y="18"/>
                  <a:pt x="555" y="18"/>
                  <a:pt x="555" y="18"/>
                </a:cubicBezTo>
                <a:cubicBezTo>
                  <a:pt x="555" y="19"/>
                  <a:pt x="555" y="19"/>
                  <a:pt x="555" y="19"/>
                </a:cubicBezTo>
                <a:cubicBezTo>
                  <a:pt x="555" y="19"/>
                  <a:pt x="556" y="19"/>
                  <a:pt x="556" y="19"/>
                </a:cubicBezTo>
                <a:cubicBezTo>
                  <a:pt x="556" y="20"/>
                  <a:pt x="556" y="20"/>
                  <a:pt x="556" y="20"/>
                </a:cubicBezTo>
                <a:cubicBezTo>
                  <a:pt x="556" y="20"/>
                  <a:pt x="556" y="20"/>
                  <a:pt x="556" y="21"/>
                </a:cubicBezTo>
                <a:cubicBezTo>
                  <a:pt x="556" y="21"/>
                  <a:pt x="556" y="21"/>
                  <a:pt x="555" y="21"/>
                </a:cubicBezTo>
                <a:cubicBezTo>
                  <a:pt x="555" y="21"/>
                  <a:pt x="555" y="21"/>
                  <a:pt x="555" y="21"/>
                </a:cubicBezTo>
                <a:cubicBezTo>
                  <a:pt x="554" y="21"/>
                  <a:pt x="554" y="21"/>
                  <a:pt x="554" y="21"/>
                </a:cubicBezTo>
                <a:cubicBezTo>
                  <a:pt x="554" y="21"/>
                  <a:pt x="553" y="21"/>
                  <a:pt x="553" y="21"/>
                </a:cubicBezTo>
                <a:cubicBezTo>
                  <a:pt x="553" y="21"/>
                  <a:pt x="553" y="21"/>
                  <a:pt x="553" y="21"/>
                </a:cubicBezTo>
                <a:cubicBezTo>
                  <a:pt x="552" y="21"/>
                  <a:pt x="552" y="21"/>
                  <a:pt x="552" y="21"/>
                </a:cubicBezTo>
                <a:cubicBezTo>
                  <a:pt x="552" y="20"/>
                  <a:pt x="551" y="20"/>
                  <a:pt x="551" y="20"/>
                </a:cubicBezTo>
                <a:cubicBezTo>
                  <a:pt x="551" y="20"/>
                  <a:pt x="551" y="20"/>
                  <a:pt x="551" y="20"/>
                </a:cubicBezTo>
                <a:cubicBezTo>
                  <a:pt x="550" y="20"/>
                  <a:pt x="550" y="20"/>
                  <a:pt x="550" y="20"/>
                </a:cubicBezTo>
                <a:cubicBezTo>
                  <a:pt x="550" y="20"/>
                  <a:pt x="550" y="20"/>
                  <a:pt x="549" y="19"/>
                </a:cubicBezTo>
                <a:cubicBezTo>
                  <a:pt x="549" y="19"/>
                  <a:pt x="549" y="19"/>
                  <a:pt x="549" y="19"/>
                </a:cubicBezTo>
                <a:cubicBezTo>
                  <a:pt x="548" y="19"/>
                  <a:pt x="548" y="19"/>
                  <a:pt x="548" y="19"/>
                </a:cubicBezTo>
                <a:cubicBezTo>
                  <a:pt x="548" y="19"/>
                  <a:pt x="547" y="19"/>
                  <a:pt x="547" y="18"/>
                </a:cubicBezTo>
                <a:cubicBezTo>
                  <a:pt x="546" y="18"/>
                  <a:pt x="546" y="18"/>
                  <a:pt x="546" y="18"/>
                </a:cubicBezTo>
                <a:cubicBezTo>
                  <a:pt x="545" y="18"/>
                  <a:pt x="545" y="18"/>
                  <a:pt x="544" y="18"/>
                </a:cubicBezTo>
                <a:cubicBezTo>
                  <a:pt x="544" y="18"/>
                  <a:pt x="544" y="18"/>
                  <a:pt x="544" y="18"/>
                </a:cubicBezTo>
                <a:cubicBezTo>
                  <a:pt x="544" y="17"/>
                  <a:pt x="544" y="17"/>
                  <a:pt x="543" y="17"/>
                </a:cubicBezTo>
                <a:cubicBezTo>
                  <a:pt x="543" y="17"/>
                  <a:pt x="543" y="17"/>
                  <a:pt x="543" y="17"/>
                </a:cubicBezTo>
                <a:cubicBezTo>
                  <a:pt x="543" y="17"/>
                  <a:pt x="543" y="17"/>
                  <a:pt x="542" y="16"/>
                </a:cubicBezTo>
                <a:cubicBezTo>
                  <a:pt x="542" y="16"/>
                  <a:pt x="542" y="16"/>
                  <a:pt x="542" y="16"/>
                </a:cubicBezTo>
                <a:cubicBezTo>
                  <a:pt x="541" y="16"/>
                  <a:pt x="541" y="16"/>
                  <a:pt x="541" y="16"/>
                </a:cubicBezTo>
                <a:cubicBezTo>
                  <a:pt x="541" y="15"/>
                  <a:pt x="541" y="15"/>
                  <a:pt x="540" y="15"/>
                </a:cubicBezTo>
                <a:cubicBezTo>
                  <a:pt x="540" y="15"/>
                  <a:pt x="540" y="15"/>
                  <a:pt x="540" y="15"/>
                </a:cubicBezTo>
                <a:cubicBezTo>
                  <a:pt x="540" y="15"/>
                  <a:pt x="540" y="15"/>
                  <a:pt x="539" y="15"/>
                </a:cubicBezTo>
                <a:cubicBezTo>
                  <a:pt x="539" y="15"/>
                  <a:pt x="539" y="15"/>
                  <a:pt x="539" y="15"/>
                </a:cubicBezTo>
                <a:cubicBezTo>
                  <a:pt x="539" y="15"/>
                  <a:pt x="539" y="14"/>
                  <a:pt x="538" y="14"/>
                </a:cubicBezTo>
                <a:cubicBezTo>
                  <a:pt x="536" y="14"/>
                  <a:pt x="536" y="14"/>
                  <a:pt x="536" y="14"/>
                </a:cubicBezTo>
                <a:cubicBezTo>
                  <a:pt x="536" y="14"/>
                  <a:pt x="536" y="15"/>
                  <a:pt x="536" y="15"/>
                </a:cubicBezTo>
                <a:cubicBezTo>
                  <a:pt x="535" y="14"/>
                  <a:pt x="535" y="14"/>
                  <a:pt x="534" y="14"/>
                </a:cubicBezTo>
                <a:cubicBezTo>
                  <a:pt x="534" y="14"/>
                  <a:pt x="534" y="14"/>
                  <a:pt x="534" y="14"/>
                </a:cubicBezTo>
                <a:cubicBezTo>
                  <a:pt x="533" y="14"/>
                  <a:pt x="533" y="13"/>
                  <a:pt x="532" y="13"/>
                </a:cubicBezTo>
                <a:cubicBezTo>
                  <a:pt x="530" y="13"/>
                  <a:pt x="529" y="13"/>
                  <a:pt x="527" y="13"/>
                </a:cubicBezTo>
                <a:cubicBezTo>
                  <a:pt x="527" y="14"/>
                  <a:pt x="527" y="14"/>
                  <a:pt x="527" y="14"/>
                </a:cubicBezTo>
                <a:cubicBezTo>
                  <a:pt x="527" y="14"/>
                  <a:pt x="528" y="14"/>
                  <a:pt x="528" y="15"/>
                </a:cubicBezTo>
                <a:cubicBezTo>
                  <a:pt x="528" y="15"/>
                  <a:pt x="528" y="15"/>
                  <a:pt x="529" y="16"/>
                </a:cubicBezTo>
                <a:cubicBezTo>
                  <a:pt x="529" y="16"/>
                  <a:pt x="529" y="16"/>
                  <a:pt x="530" y="16"/>
                </a:cubicBezTo>
                <a:cubicBezTo>
                  <a:pt x="530" y="16"/>
                  <a:pt x="530" y="16"/>
                  <a:pt x="530" y="16"/>
                </a:cubicBezTo>
                <a:cubicBezTo>
                  <a:pt x="531" y="17"/>
                  <a:pt x="531" y="17"/>
                  <a:pt x="531" y="17"/>
                </a:cubicBezTo>
                <a:cubicBezTo>
                  <a:pt x="531" y="17"/>
                  <a:pt x="531" y="17"/>
                  <a:pt x="531" y="17"/>
                </a:cubicBezTo>
                <a:cubicBezTo>
                  <a:pt x="531" y="17"/>
                  <a:pt x="532" y="18"/>
                  <a:pt x="532" y="18"/>
                </a:cubicBezTo>
                <a:cubicBezTo>
                  <a:pt x="532" y="18"/>
                  <a:pt x="532" y="18"/>
                  <a:pt x="533" y="18"/>
                </a:cubicBezTo>
                <a:cubicBezTo>
                  <a:pt x="533" y="18"/>
                  <a:pt x="533" y="19"/>
                  <a:pt x="533" y="19"/>
                </a:cubicBezTo>
                <a:cubicBezTo>
                  <a:pt x="533" y="19"/>
                  <a:pt x="533" y="19"/>
                  <a:pt x="534" y="19"/>
                </a:cubicBezTo>
                <a:cubicBezTo>
                  <a:pt x="534" y="20"/>
                  <a:pt x="534" y="20"/>
                  <a:pt x="534" y="20"/>
                </a:cubicBezTo>
                <a:cubicBezTo>
                  <a:pt x="534" y="20"/>
                  <a:pt x="534" y="21"/>
                  <a:pt x="534" y="21"/>
                </a:cubicBezTo>
                <a:cubicBezTo>
                  <a:pt x="534" y="21"/>
                  <a:pt x="534" y="21"/>
                  <a:pt x="534" y="21"/>
                </a:cubicBezTo>
                <a:cubicBezTo>
                  <a:pt x="535" y="22"/>
                  <a:pt x="535" y="22"/>
                  <a:pt x="535" y="22"/>
                </a:cubicBezTo>
                <a:cubicBezTo>
                  <a:pt x="535" y="23"/>
                  <a:pt x="535" y="23"/>
                  <a:pt x="535" y="23"/>
                </a:cubicBezTo>
                <a:cubicBezTo>
                  <a:pt x="534" y="23"/>
                  <a:pt x="534" y="23"/>
                  <a:pt x="534" y="23"/>
                </a:cubicBezTo>
                <a:cubicBezTo>
                  <a:pt x="533" y="23"/>
                  <a:pt x="533" y="23"/>
                  <a:pt x="533" y="23"/>
                </a:cubicBezTo>
                <a:cubicBezTo>
                  <a:pt x="533" y="23"/>
                  <a:pt x="533" y="23"/>
                  <a:pt x="532" y="23"/>
                </a:cubicBezTo>
                <a:cubicBezTo>
                  <a:pt x="532" y="23"/>
                  <a:pt x="532" y="22"/>
                  <a:pt x="532" y="22"/>
                </a:cubicBezTo>
                <a:cubicBezTo>
                  <a:pt x="532" y="22"/>
                  <a:pt x="531" y="22"/>
                  <a:pt x="531" y="22"/>
                </a:cubicBezTo>
                <a:cubicBezTo>
                  <a:pt x="531" y="22"/>
                  <a:pt x="531" y="22"/>
                  <a:pt x="531" y="21"/>
                </a:cubicBezTo>
                <a:cubicBezTo>
                  <a:pt x="531" y="21"/>
                  <a:pt x="531" y="21"/>
                  <a:pt x="531" y="21"/>
                </a:cubicBezTo>
                <a:cubicBezTo>
                  <a:pt x="530" y="21"/>
                  <a:pt x="530" y="21"/>
                  <a:pt x="530" y="21"/>
                </a:cubicBezTo>
                <a:cubicBezTo>
                  <a:pt x="530" y="21"/>
                  <a:pt x="529" y="20"/>
                  <a:pt x="529" y="20"/>
                </a:cubicBezTo>
                <a:cubicBezTo>
                  <a:pt x="529" y="20"/>
                  <a:pt x="529" y="20"/>
                  <a:pt x="529" y="20"/>
                </a:cubicBezTo>
                <a:cubicBezTo>
                  <a:pt x="528" y="19"/>
                  <a:pt x="528" y="19"/>
                  <a:pt x="527" y="19"/>
                </a:cubicBezTo>
                <a:cubicBezTo>
                  <a:pt x="527" y="19"/>
                  <a:pt x="527" y="19"/>
                  <a:pt x="527" y="19"/>
                </a:cubicBezTo>
                <a:cubicBezTo>
                  <a:pt x="527" y="19"/>
                  <a:pt x="527" y="18"/>
                  <a:pt x="527" y="18"/>
                </a:cubicBezTo>
                <a:cubicBezTo>
                  <a:pt x="526" y="18"/>
                  <a:pt x="526" y="18"/>
                  <a:pt x="526" y="18"/>
                </a:cubicBezTo>
                <a:cubicBezTo>
                  <a:pt x="526" y="18"/>
                  <a:pt x="526" y="17"/>
                  <a:pt x="525" y="17"/>
                </a:cubicBezTo>
                <a:cubicBezTo>
                  <a:pt x="525" y="17"/>
                  <a:pt x="525" y="17"/>
                  <a:pt x="525" y="17"/>
                </a:cubicBezTo>
                <a:cubicBezTo>
                  <a:pt x="525" y="17"/>
                  <a:pt x="524" y="17"/>
                  <a:pt x="524" y="17"/>
                </a:cubicBezTo>
                <a:cubicBezTo>
                  <a:pt x="524" y="17"/>
                  <a:pt x="523" y="17"/>
                  <a:pt x="523" y="17"/>
                </a:cubicBezTo>
                <a:cubicBezTo>
                  <a:pt x="523" y="17"/>
                  <a:pt x="523" y="17"/>
                  <a:pt x="523" y="16"/>
                </a:cubicBezTo>
                <a:cubicBezTo>
                  <a:pt x="522" y="16"/>
                  <a:pt x="522" y="16"/>
                  <a:pt x="522" y="16"/>
                </a:cubicBezTo>
                <a:cubicBezTo>
                  <a:pt x="522" y="16"/>
                  <a:pt x="522" y="15"/>
                  <a:pt x="522" y="15"/>
                </a:cubicBezTo>
                <a:cubicBezTo>
                  <a:pt x="522" y="15"/>
                  <a:pt x="521" y="15"/>
                  <a:pt x="521" y="15"/>
                </a:cubicBezTo>
                <a:cubicBezTo>
                  <a:pt x="521" y="15"/>
                  <a:pt x="521" y="15"/>
                  <a:pt x="521" y="15"/>
                </a:cubicBezTo>
                <a:cubicBezTo>
                  <a:pt x="520" y="15"/>
                  <a:pt x="520" y="15"/>
                  <a:pt x="520" y="15"/>
                </a:cubicBezTo>
                <a:cubicBezTo>
                  <a:pt x="520" y="15"/>
                  <a:pt x="520" y="15"/>
                  <a:pt x="519" y="15"/>
                </a:cubicBezTo>
                <a:cubicBezTo>
                  <a:pt x="517" y="15"/>
                  <a:pt x="517" y="15"/>
                  <a:pt x="517" y="15"/>
                </a:cubicBezTo>
                <a:cubicBezTo>
                  <a:pt x="517" y="16"/>
                  <a:pt x="517" y="16"/>
                  <a:pt x="517" y="16"/>
                </a:cubicBezTo>
                <a:cubicBezTo>
                  <a:pt x="517" y="16"/>
                  <a:pt x="518" y="16"/>
                  <a:pt x="518" y="17"/>
                </a:cubicBezTo>
                <a:cubicBezTo>
                  <a:pt x="518" y="17"/>
                  <a:pt x="518" y="17"/>
                  <a:pt x="519" y="18"/>
                </a:cubicBezTo>
                <a:cubicBezTo>
                  <a:pt x="519" y="18"/>
                  <a:pt x="519" y="18"/>
                  <a:pt x="519" y="19"/>
                </a:cubicBezTo>
                <a:cubicBezTo>
                  <a:pt x="519" y="19"/>
                  <a:pt x="519" y="19"/>
                  <a:pt x="519" y="19"/>
                </a:cubicBezTo>
                <a:cubicBezTo>
                  <a:pt x="519" y="20"/>
                  <a:pt x="519" y="20"/>
                  <a:pt x="519" y="20"/>
                </a:cubicBezTo>
                <a:cubicBezTo>
                  <a:pt x="519" y="20"/>
                  <a:pt x="519" y="20"/>
                  <a:pt x="519" y="20"/>
                </a:cubicBezTo>
                <a:cubicBezTo>
                  <a:pt x="519" y="21"/>
                  <a:pt x="519" y="21"/>
                  <a:pt x="519" y="21"/>
                </a:cubicBezTo>
                <a:cubicBezTo>
                  <a:pt x="519" y="21"/>
                  <a:pt x="518" y="21"/>
                  <a:pt x="518" y="21"/>
                </a:cubicBezTo>
                <a:cubicBezTo>
                  <a:pt x="518" y="22"/>
                  <a:pt x="518" y="23"/>
                  <a:pt x="518" y="23"/>
                </a:cubicBezTo>
                <a:cubicBezTo>
                  <a:pt x="518" y="24"/>
                  <a:pt x="518" y="24"/>
                  <a:pt x="517" y="24"/>
                </a:cubicBezTo>
                <a:cubicBezTo>
                  <a:pt x="517" y="24"/>
                  <a:pt x="517" y="24"/>
                  <a:pt x="517" y="24"/>
                </a:cubicBezTo>
                <a:cubicBezTo>
                  <a:pt x="517" y="25"/>
                  <a:pt x="517" y="25"/>
                  <a:pt x="516" y="25"/>
                </a:cubicBezTo>
                <a:cubicBezTo>
                  <a:pt x="516" y="25"/>
                  <a:pt x="516" y="24"/>
                  <a:pt x="516" y="24"/>
                </a:cubicBezTo>
                <a:cubicBezTo>
                  <a:pt x="515" y="24"/>
                  <a:pt x="515" y="24"/>
                  <a:pt x="515" y="24"/>
                </a:cubicBezTo>
                <a:cubicBezTo>
                  <a:pt x="515" y="24"/>
                  <a:pt x="514" y="24"/>
                  <a:pt x="514" y="23"/>
                </a:cubicBezTo>
                <a:cubicBezTo>
                  <a:pt x="514" y="23"/>
                  <a:pt x="514" y="23"/>
                  <a:pt x="514" y="23"/>
                </a:cubicBezTo>
                <a:cubicBezTo>
                  <a:pt x="514" y="22"/>
                  <a:pt x="514" y="22"/>
                  <a:pt x="514" y="22"/>
                </a:cubicBezTo>
                <a:cubicBezTo>
                  <a:pt x="514" y="21"/>
                  <a:pt x="514" y="21"/>
                  <a:pt x="515" y="21"/>
                </a:cubicBezTo>
                <a:cubicBezTo>
                  <a:pt x="515" y="21"/>
                  <a:pt x="515" y="20"/>
                  <a:pt x="515" y="20"/>
                </a:cubicBezTo>
                <a:cubicBezTo>
                  <a:pt x="516" y="20"/>
                  <a:pt x="516" y="20"/>
                  <a:pt x="516" y="20"/>
                </a:cubicBezTo>
                <a:cubicBezTo>
                  <a:pt x="516" y="19"/>
                  <a:pt x="516" y="19"/>
                  <a:pt x="516" y="19"/>
                </a:cubicBezTo>
                <a:cubicBezTo>
                  <a:pt x="516" y="19"/>
                  <a:pt x="516" y="19"/>
                  <a:pt x="516" y="19"/>
                </a:cubicBezTo>
                <a:cubicBezTo>
                  <a:pt x="516" y="18"/>
                  <a:pt x="516" y="18"/>
                  <a:pt x="516" y="18"/>
                </a:cubicBezTo>
                <a:cubicBezTo>
                  <a:pt x="515" y="18"/>
                  <a:pt x="515" y="18"/>
                  <a:pt x="515" y="17"/>
                </a:cubicBezTo>
                <a:cubicBezTo>
                  <a:pt x="515" y="17"/>
                  <a:pt x="515" y="17"/>
                  <a:pt x="515" y="17"/>
                </a:cubicBezTo>
                <a:cubicBezTo>
                  <a:pt x="515" y="17"/>
                  <a:pt x="515" y="17"/>
                  <a:pt x="515" y="17"/>
                </a:cubicBezTo>
                <a:cubicBezTo>
                  <a:pt x="515" y="16"/>
                  <a:pt x="515" y="16"/>
                  <a:pt x="515" y="16"/>
                </a:cubicBezTo>
                <a:cubicBezTo>
                  <a:pt x="515" y="16"/>
                  <a:pt x="515" y="15"/>
                  <a:pt x="514" y="15"/>
                </a:cubicBezTo>
                <a:cubicBezTo>
                  <a:pt x="514" y="15"/>
                  <a:pt x="514" y="15"/>
                  <a:pt x="514" y="15"/>
                </a:cubicBezTo>
                <a:cubicBezTo>
                  <a:pt x="513" y="15"/>
                  <a:pt x="513" y="14"/>
                  <a:pt x="513" y="14"/>
                </a:cubicBezTo>
                <a:cubicBezTo>
                  <a:pt x="513" y="14"/>
                  <a:pt x="513" y="14"/>
                  <a:pt x="512" y="14"/>
                </a:cubicBezTo>
                <a:cubicBezTo>
                  <a:pt x="512" y="14"/>
                  <a:pt x="512" y="14"/>
                  <a:pt x="512" y="13"/>
                </a:cubicBezTo>
                <a:cubicBezTo>
                  <a:pt x="512" y="13"/>
                  <a:pt x="512" y="13"/>
                  <a:pt x="511" y="13"/>
                </a:cubicBezTo>
                <a:cubicBezTo>
                  <a:pt x="511" y="13"/>
                  <a:pt x="511" y="13"/>
                  <a:pt x="510" y="13"/>
                </a:cubicBezTo>
                <a:cubicBezTo>
                  <a:pt x="510" y="13"/>
                  <a:pt x="510" y="14"/>
                  <a:pt x="510" y="14"/>
                </a:cubicBezTo>
                <a:cubicBezTo>
                  <a:pt x="510" y="14"/>
                  <a:pt x="509" y="14"/>
                  <a:pt x="509" y="14"/>
                </a:cubicBezTo>
                <a:cubicBezTo>
                  <a:pt x="509" y="14"/>
                  <a:pt x="509" y="14"/>
                  <a:pt x="509" y="14"/>
                </a:cubicBezTo>
                <a:cubicBezTo>
                  <a:pt x="508" y="14"/>
                  <a:pt x="508" y="15"/>
                  <a:pt x="507" y="15"/>
                </a:cubicBezTo>
                <a:cubicBezTo>
                  <a:pt x="507" y="15"/>
                  <a:pt x="507" y="15"/>
                  <a:pt x="507" y="15"/>
                </a:cubicBezTo>
                <a:cubicBezTo>
                  <a:pt x="507" y="15"/>
                  <a:pt x="507" y="15"/>
                  <a:pt x="506" y="15"/>
                </a:cubicBezTo>
                <a:cubicBezTo>
                  <a:pt x="506" y="16"/>
                  <a:pt x="506" y="16"/>
                  <a:pt x="506" y="16"/>
                </a:cubicBezTo>
                <a:cubicBezTo>
                  <a:pt x="506" y="16"/>
                  <a:pt x="506" y="16"/>
                  <a:pt x="505" y="16"/>
                </a:cubicBezTo>
                <a:cubicBezTo>
                  <a:pt x="505" y="16"/>
                  <a:pt x="505" y="16"/>
                  <a:pt x="505" y="16"/>
                </a:cubicBezTo>
                <a:cubicBezTo>
                  <a:pt x="505" y="16"/>
                  <a:pt x="504" y="16"/>
                  <a:pt x="504" y="16"/>
                </a:cubicBezTo>
                <a:cubicBezTo>
                  <a:pt x="504" y="16"/>
                  <a:pt x="504" y="16"/>
                  <a:pt x="504" y="17"/>
                </a:cubicBezTo>
                <a:cubicBezTo>
                  <a:pt x="503" y="17"/>
                  <a:pt x="503" y="17"/>
                  <a:pt x="503" y="17"/>
                </a:cubicBezTo>
                <a:cubicBezTo>
                  <a:pt x="502" y="17"/>
                  <a:pt x="502" y="17"/>
                  <a:pt x="502" y="17"/>
                </a:cubicBezTo>
                <a:cubicBezTo>
                  <a:pt x="499" y="17"/>
                  <a:pt x="499" y="17"/>
                  <a:pt x="499" y="17"/>
                </a:cubicBezTo>
                <a:cubicBezTo>
                  <a:pt x="499" y="17"/>
                  <a:pt x="499" y="17"/>
                  <a:pt x="499" y="17"/>
                </a:cubicBezTo>
                <a:cubicBezTo>
                  <a:pt x="498" y="17"/>
                  <a:pt x="498" y="17"/>
                  <a:pt x="498" y="17"/>
                </a:cubicBezTo>
                <a:cubicBezTo>
                  <a:pt x="498" y="17"/>
                  <a:pt x="498" y="17"/>
                  <a:pt x="498" y="17"/>
                </a:cubicBezTo>
                <a:cubicBezTo>
                  <a:pt x="497" y="17"/>
                  <a:pt x="497" y="17"/>
                  <a:pt x="497" y="17"/>
                </a:cubicBezTo>
                <a:cubicBezTo>
                  <a:pt x="496" y="17"/>
                  <a:pt x="496" y="17"/>
                  <a:pt x="496" y="17"/>
                </a:cubicBezTo>
                <a:cubicBezTo>
                  <a:pt x="496" y="17"/>
                  <a:pt x="496" y="17"/>
                  <a:pt x="495" y="17"/>
                </a:cubicBezTo>
                <a:cubicBezTo>
                  <a:pt x="494" y="17"/>
                  <a:pt x="494" y="17"/>
                  <a:pt x="493" y="17"/>
                </a:cubicBezTo>
                <a:cubicBezTo>
                  <a:pt x="493" y="17"/>
                  <a:pt x="492" y="17"/>
                  <a:pt x="492" y="17"/>
                </a:cubicBezTo>
                <a:cubicBezTo>
                  <a:pt x="492" y="18"/>
                  <a:pt x="492" y="18"/>
                  <a:pt x="492" y="18"/>
                </a:cubicBezTo>
                <a:cubicBezTo>
                  <a:pt x="491" y="18"/>
                  <a:pt x="491" y="18"/>
                  <a:pt x="491" y="18"/>
                </a:cubicBezTo>
                <a:cubicBezTo>
                  <a:pt x="491" y="18"/>
                  <a:pt x="491" y="18"/>
                  <a:pt x="491" y="19"/>
                </a:cubicBezTo>
                <a:cubicBezTo>
                  <a:pt x="491" y="19"/>
                  <a:pt x="491" y="19"/>
                  <a:pt x="491" y="19"/>
                </a:cubicBezTo>
                <a:cubicBezTo>
                  <a:pt x="492" y="19"/>
                  <a:pt x="492" y="19"/>
                  <a:pt x="492" y="19"/>
                </a:cubicBezTo>
                <a:cubicBezTo>
                  <a:pt x="492" y="19"/>
                  <a:pt x="492" y="19"/>
                  <a:pt x="492" y="19"/>
                </a:cubicBezTo>
                <a:cubicBezTo>
                  <a:pt x="493" y="19"/>
                  <a:pt x="493" y="19"/>
                  <a:pt x="493" y="19"/>
                </a:cubicBezTo>
                <a:cubicBezTo>
                  <a:pt x="494" y="19"/>
                  <a:pt x="494" y="19"/>
                  <a:pt x="494" y="19"/>
                </a:cubicBezTo>
                <a:cubicBezTo>
                  <a:pt x="494" y="20"/>
                  <a:pt x="495" y="20"/>
                  <a:pt x="495" y="20"/>
                </a:cubicBezTo>
                <a:cubicBezTo>
                  <a:pt x="495" y="20"/>
                  <a:pt x="495" y="20"/>
                  <a:pt x="495" y="20"/>
                </a:cubicBezTo>
                <a:cubicBezTo>
                  <a:pt x="495" y="20"/>
                  <a:pt x="495" y="21"/>
                  <a:pt x="495" y="21"/>
                </a:cubicBezTo>
                <a:cubicBezTo>
                  <a:pt x="496" y="21"/>
                  <a:pt x="496" y="21"/>
                  <a:pt x="496" y="21"/>
                </a:cubicBezTo>
                <a:cubicBezTo>
                  <a:pt x="496" y="21"/>
                  <a:pt x="496" y="22"/>
                  <a:pt x="496" y="22"/>
                </a:cubicBezTo>
                <a:cubicBezTo>
                  <a:pt x="496" y="22"/>
                  <a:pt x="497" y="22"/>
                  <a:pt x="497" y="22"/>
                </a:cubicBezTo>
                <a:cubicBezTo>
                  <a:pt x="497" y="22"/>
                  <a:pt x="497" y="22"/>
                  <a:pt x="498" y="22"/>
                </a:cubicBezTo>
                <a:cubicBezTo>
                  <a:pt x="498" y="22"/>
                  <a:pt x="498" y="22"/>
                  <a:pt x="498" y="22"/>
                </a:cubicBezTo>
                <a:cubicBezTo>
                  <a:pt x="499" y="22"/>
                  <a:pt x="499" y="22"/>
                  <a:pt x="499" y="22"/>
                </a:cubicBezTo>
                <a:cubicBezTo>
                  <a:pt x="499" y="22"/>
                  <a:pt x="499" y="23"/>
                  <a:pt x="500" y="23"/>
                </a:cubicBezTo>
                <a:cubicBezTo>
                  <a:pt x="500" y="23"/>
                  <a:pt x="500" y="23"/>
                  <a:pt x="500" y="23"/>
                </a:cubicBezTo>
                <a:cubicBezTo>
                  <a:pt x="500" y="23"/>
                  <a:pt x="501" y="23"/>
                  <a:pt x="501" y="24"/>
                </a:cubicBezTo>
                <a:cubicBezTo>
                  <a:pt x="501" y="24"/>
                  <a:pt x="501" y="24"/>
                  <a:pt x="501" y="24"/>
                </a:cubicBezTo>
                <a:cubicBezTo>
                  <a:pt x="502" y="24"/>
                  <a:pt x="502" y="24"/>
                  <a:pt x="502" y="24"/>
                </a:cubicBezTo>
                <a:cubicBezTo>
                  <a:pt x="502" y="24"/>
                  <a:pt x="502" y="24"/>
                  <a:pt x="503" y="25"/>
                </a:cubicBezTo>
                <a:cubicBezTo>
                  <a:pt x="502" y="25"/>
                  <a:pt x="502" y="25"/>
                  <a:pt x="502" y="25"/>
                </a:cubicBezTo>
                <a:cubicBezTo>
                  <a:pt x="500" y="25"/>
                  <a:pt x="500" y="25"/>
                  <a:pt x="500" y="25"/>
                </a:cubicBezTo>
                <a:cubicBezTo>
                  <a:pt x="500" y="25"/>
                  <a:pt x="500" y="25"/>
                  <a:pt x="500" y="25"/>
                </a:cubicBezTo>
                <a:cubicBezTo>
                  <a:pt x="500" y="25"/>
                  <a:pt x="500" y="25"/>
                  <a:pt x="499" y="25"/>
                </a:cubicBezTo>
                <a:cubicBezTo>
                  <a:pt x="499" y="25"/>
                  <a:pt x="499" y="25"/>
                  <a:pt x="499" y="25"/>
                </a:cubicBezTo>
                <a:cubicBezTo>
                  <a:pt x="499" y="25"/>
                  <a:pt x="498" y="25"/>
                  <a:pt x="498" y="24"/>
                </a:cubicBezTo>
                <a:cubicBezTo>
                  <a:pt x="498" y="24"/>
                  <a:pt x="497" y="24"/>
                  <a:pt x="497" y="24"/>
                </a:cubicBezTo>
                <a:cubicBezTo>
                  <a:pt x="497" y="24"/>
                  <a:pt x="497" y="24"/>
                  <a:pt x="497" y="24"/>
                </a:cubicBezTo>
                <a:cubicBezTo>
                  <a:pt x="496" y="23"/>
                  <a:pt x="496" y="23"/>
                  <a:pt x="496" y="23"/>
                </a:cubicBezTo>
                <a:cubicBezTo>
                  <a:pt x="496" y="23"/>
                  <a:pt x="496" y="23"/>
                  <a:pt x="496" y="23"/>
                </a:cubicBezTo>
                <a:cubicBezTo>
                  <a:pt x="495" y="23"/>
                  <a:pt x="495" y="23"/>
                  <a:pt x="494" y="23"/>
                </a:cubicBezTo>
                <a:cubicBezTo>
                  <a:pt x="494" y="23"/>
                  <a:pt x="494" y="23"/>
                  <a:pt x="494" y="23"/>
                </a:cubicBezTo>
                <a:cubicBezTo>
                  <a:pt x="493" y="23"/>
                  <a:pt x="493" y="23"/>
                  <a:pt x="493" y="23"/>
                </a:cubicBezTo>
                <a:cubicBezTo>
                  <a:pt x="493" y="23"/>
                  <a:pt x="493" y="23"/>
                  <a:pt x="493" y="22"/>
                </a:cubicBezTo>
                <a:cubicBezTo>
                  <a:pt x="492" y="22"/>
                  <a:pt x="492" y="22"/>
                  <a:pt x="492" y="22"/>
                </a:cubicBezTo>
                <a:cubicBezTo>
                  <a:pt x="492" y="22"/>
                  <a:pt x="491" y="22"/>
                  <a:pt x="491" y="22"/>
                </a:cubicBezTo>
                <a:cubicBezTo>
                  <a:pt x="491" y="22"/>
                  <a:pt x="491" y="21"/>
                  <a:pt x="490" y="21"/>
                </a:cubicBezTo>
                <a:cubicBezTo>
                  <a:pt x="490" y="21"/>
                  <a:pt x="490" y="21"/>
                  <a:pt x="489" y="21"/>
                </a:cubicBezTo>
                <a:cubicBezTo>
                  <a:pt x="489" y="21"/>
                  <a:pt x="489" y="20"/>
                  <a:pt x="489" y="20"/>
                </a:cubicBezTo>
                <a:cubicBezTo>
                  <a:pt x="488" y="20"/>
                  <a:pt x="488" y="20"/>
                  <a:pt x="488" y="20"/>
                </a:cubicBezTo>
                <a:cubicBezTo>
                  <a:pt x="488" y="20"/>
                  <a:pt x="488" y="19"/>
                  <a:pt x="488" y="19"/>
                </a:cubicBezTo>
                <a:cubicBezTo>
                  <a:pt x="488" y="19"/>
                  <a:pt x="488" y="19"/>
                  <a:pt x="487" y="19"/>
                </a:cubicBezTo>
                <a:cubicBezTo>
                  <a:pt x="487" y="19"/>
                  <a:pt x="487" y="19"/>
                  <a:pt x="487" y="19"/>
                </a:cubicBezTo>
                <a:cubicBezTo>
                  <a:pt x="486" y="19"/>
                  <a:pt x="486" y="19"/>
                  <a:pt x="485" y="19"/>
                </a:cubicBezTo>
                <a:cubicBezTo>
                  <a:pt x="485" y="19"/>
                  <a:pt x="485" y="20"/>
                  <a:pt x="484" y="20"/>
                </a:cubicBezTo>
                <a:cubicBezTo>
                  <a:pt x="484" y="20"/>
                  <a:pt x="484" y="20"/>
                  <a:pt x="484" y="20"/>
                </a:cubicBezTo>
                <a:cubicBezTo>
                  <a:pt x="484" y="20"/>
                  <a:pt x="484" y="20"/>
                  <a:pt x="483" y="20"/>
                </a:cubicBezTo>
                <a:cubicBezTo>
                  <a:pt x="483" y="20"/>
                  <a:pt x="483" y="20"/>
                  <a:pt x="483" y="20"/>
                </a:cubicBezTo>
                <a:cubicBezTo>
                  <a:pt x="483" y="20"/>
                  <a:pt x="483" y="21"/>
                  <a:pt x="482" y="21"/>
                </a:cubicBezTo>
                <a:cubicBezTo>
                  <a:pt x="482" y="21"/>
                  <a:pt x="482" y="21"/>
                  <a:pt x="481" y="21"/>
                </a:cubicBezTo>
                <a:cubicBezTo>
                  <a:pt x="481" y="21"/>
                  <a:pt x="481" y="21"/>
                  <a:pt x="481" y="21"/>
                </a:cubicBezTo>
                <a:cubicBezTo>
                  <a:pt x="480" y="21"/>
                  <a:pt x="480" y="22"/>
                  <a:pt x="480" y="22"/>
                </a:cubicBezTo>
                <a:cubicBezTo>
                  <a:pt x="480" y="22"/>
                  <a:pt x="480" y="23"/>
                  <a:pt x="481" y="23"/>
                </a:cubicBezTo>
                <a:cubicBezTo>
                  <a:pt x="481" y="23"/>
                  <a:pt x="481" y="23"/>
                  <a:pt x="481" y="24"/>
                </a:cubicBezTo>
                <a:cubicBezTo>
                  <a:pt x="481" y="24"/>
                  <a:pt x="481" y="24"/>
                  <a:pt x="481" y="24"/>
                </a:cubicBezTo>
                <a:cubicBezTo>
                  <a:pt x="481" y="24"/>
                  <a:pt x="482" y="24"/>
                  <a:pt x="482" y="25"/>
                </a:cubicBezTo>
                <a:cubicBezTo>
                  <a:pt x="482" y="28"/>
                  <a:pt x="482" y="28"/>
                  <a:pt x="482" y="28"/>
                </a:cubicBezTo>
                <a:cubicBezTo>
                  <a:pt x="479" y="28"/>
                  <a:pt x="479" y="28"/>
                  <a:pt x="479" y="28"/>
                </a:cubicBezTo>
                <a:cubicBezTo>
                  <a:pt x="478" y="28"/>
                  <a:pt x="478" y="28"/>
                  <a:pt x="478" y="28"/>
                </a:cubicBezTo>
                <a:cubicBezTo>
                  <a:pt x="477" y="28"/>
                  <a:pt x="477" y="28"/>
                  <a:pt x="477" y="28"/>
                </a:cubicBezTo>
                <a:cubicBezTo>
                  <a:pt x="477" y="28"/>
                  <a:pt x="477" y="27"/>
                  <a:pt x="477" y="27"/>
                </a:cubicBezTo>
                <a:cubicBezTo>
                  <a:pt x="476" y="27"/>
                  <a:pt x="476" y="27"/>
                  <a:pt x="476" y="27"/>
                </a:cubicBezTo>
                <a:cubicBezTo>
                  <a:pt x="474" y="27"/>
                  <a:pt x="473" y="27"/>
                  <a:pt x="471" y="27"/>
                </a:cubicBezTo>
                <a:cubicBezTo>
                  <a:pt x="471" y="27"/>
                  <a:pt x="470" y="27"/>
                  <a:pt x="470" y="27"/>
                </a:cubicBezTo>
                <a:cubicBezTo>
                  <a:pt x="470" y="28"/>
                  <a:pt x="470" y="28"/>
                  <a:pt x="470" y="28"/>
                </a:cubicBezTo>
                <a:cubicBezTo>
                  <a:pt x="470" y="29"/>
                  <a:pt x="470" y="29"/>
                  <a:pt x="469" y="29"/>
                </a:cubicBezTo>
                <a:cubicBezTo>
                  <a:pt x="469" y="29"/>
                  <a:pt x="469" y="29"/>
                  <a:pt x="468" y="29"/>
                </a:cubicBezTo>
                <a:cubicBezTo>
                  <a:pt x="468" y="29"/>
                  <a:pt x="468" y="30"/>
                  <a:pt x="467" y="30"/>
                </a:cubicBezTo>
                <a:cubicBezTo>
                  <a:pt x="467" y="30"/>
                  <a:pt x="466" y="30"/>
                  <a:pt x="466" y="30"/>
                </a:cubicBezTo>
                <a:cubicBezTo>
                  <a:pt x="466" y="30"/>
                  <a:pt x="465" y="30"/>
                  <a:pt x="465" y="31"/>
                </a:cubicBezTo>
                <a:cubicBezTo>
                  <a:pt x="465" y="31"/>
                  <a:pt x="465" y="31"/>
                  <a:pt x="465" y="31"/>
                </a:cubicBezTo>
                <a:cubicBezTo>
                  <a:pt x="464" y="31"/>
                  <a:pt x="464" y="32"/>
                  <a:pt x="464" y="32"/>
                </a:cubicBezTo>
                <a:cubicBezTo>
                  <a:pt x="463" y="32"/>
                  <a:pt x="463" y="32"/>
                  <a:pt x="463" y="32"/>
                </a:cubicBezTo>
                <a:cubicBezTo>
                  <a:pt x="463" y="32"/>
                  <a:pt x="463" y="32"/>
                  <a:pt x="463" y="32"/>
                </a:cubicBezTo>
                <a:cubicBezTo>
                  <a:pt x="462" y="33"/>
                  <a:pt x="462" y="32"/>
                  <a:pt x="462" y="32"/>
                </a:cubicBezTo>
                <a:cubicBezTo>
                  <a:pt x="461" y="32"/>
                  <a:pt x="461" y="32"/>
                  <a:pt x="461" y="32"/>
                </a:cubicBezTo>
                <a:cubicBezTo>
                  <a:pt x="461" y="32"/>
                  <a:pt x="460" y="33"/>
                  <a:pt x="460" y="33"/>
                </a:cubicBezTo>
                <a:cubicBezTo>
                  <a:pt x="460" y="33"/>
                  <a:pt x="460" y="33"/>
                  <a:pt x="460" y="33"/>
                </a:cubicBezTo>
                <a:cubicBezTo>
                  <a:pt x="459" y="33"/>
                  <a:pt x="459" y="33"/>
                  <a:pt x="459" y="33"/>
                </a:cubicBezTo>
                <a:cubicBezTo>
                  <a:pt x="459" y="33"/>
                  <a:pt x="459" y="33"/>
                  <a:pt x="458" y="33"/>
                </a:cubicBezTo>
                <a:cubicBezTo>
                  <a:pt x="458" y="33"/>
                  <a:pt x="458" y="34"/>
                  <a:pt x="458" y="34"/>
                </a:cubicBezTo>
                <a:cubicBezTo>
                  <a:pt x="458" y="34"/>
                  <a:pt x="458" y="34"/>
                  <a:pt x="458" y="34"/>
                </a:cubicBezTo>
                <a:cubicBezTo>
                  <a:pt x="457" y="34"/>
                  <a:pt x="458" y="34"/>
                  <a:pt x="457" y="34"/>
                </a:cubicBezTo>
                <a:cubicBezTo>
                  <a:pt x="457" y="35"/>
                  <a:pt x="457" y="35"/>
                  <a:pt x="457" y="35"/>
                </a:cubicBezTo>
                <a:cubicBezTo>
                  <a:pt x="457" y="35"/>
                  <a:pt x="457" y="35"/>
                  <a:pt x="456" y="35"/>
                </a:cubicBezTo>
                <a:cubicBezTo>
                  <a:pt x="456" y="35"/>
                  <a:pt x="456" y="35"/>
                  <a:pt x="456" y="35"/>
                </a:cubicBezTo>
                <a:cubicBezTo>
                  <a:pt x="456" y="35"/>
                  <a:pt x="456" y="35"/>
                  <a:pt x="456" y="35"/>
                </a:cubicBezTo>
                <a:cubicBezTo>
                  <a:pt x="455" y="36"/>
                  <a:pt x="455" y="36"/>
                  <a:pt x="455" y="37"/>
                </a:cubicBezTo>
                <a:cubicBezTo>
                  <a:pt x="455" y="37"/>
                  <a:pt x="455" y="37"/>
                  <a:pt x="455" y="37"/>
                </a:cubicBezTo>
                <a:cubicBezTo>
                  <a:pt x="455" y="37"/>
                  <a:pt x="454" y="37"/>
                  <a:pt x="454" y="37"/>
                </a:cubicBezTo>
                <a:cubicBezTo>
                  <a:pt x="454" y="37"/>
                  <a:pt x="454" y="37"/>
                  <a:pt x="454" y="38"/>
                </a:cubicBezTo>
                <a:cubicBezTo>
                  <a:pt x="454" y="38"/>
                  <a:pt x="454" y="38"/>
                  <a:pt x="454" y="39"/>
                </a:cubicBezTo>
                <a:cubicBezTo>
                  <a:pt x="455" y="39"/>
                  <a:pt x="455" y="39"/>
                  <a:pt x="455" y="39"/>
                </a:cubicBezTo>
                <a:cubicBezTo>
                  <a:pt x="455" y="39"/>
                  <a:pt x="455" y="39"/>
                  <a:pt x="456" y="39"/>
                </a:cubicBezTo>
                <a:cubicBezTo>
                  <a:pt x="456" y="39"/>
                  <a:pt x="457" y="39"/>
                  <a:pt x="457" y="39"/>
                </a:cubicBezTo>
                <a:cubicBezTo>
                  <a:pt x="457" y="39"/>
                  <a:pt x="457" y="39"/>
                  <a:pt x="457" y="39"/>
                </a:cubicBezTo>
                <a:cubicBezTo>
                  <a:pt x="458" y="39"/>
                  <a:pt x="458" y="40"/>
                  <a:pt x="458" y="40"/>
                </a:cubicBezTo>
                <a:cubicBezTo>
                  <a:pt x="458" y="40"/>
                  <a:pt x="458" y="40"/>
                  <a:pt x="458" y="40"/>
                </a:cubicBezTo>
                <a:cubicBezTo>
                  <a:pt x="459" y="40"/>
                  <a:pt x="459" y="40"/>
                  <a:pt x="459" y="40"/>
                </a:cubicBezTo>
                <a:cubicBezTo>
                  <a:pt x="460" y="40"/>
                  <a:pt x="461" y="40"/>
                  <a:pt x="461" y="40"/>
                </a:cubicBezTo>
                <a:cubicBezTo>
                  <a:pt x="462" y="40"/>
                  <a:pt x="462" y="40"/>
                  <a:pt x="462" y="39"/>
                </a:cubicBezTo>
                <a:cubicBezTo>
                  <a:pt x="462" y="39"/>
                  <a:pt x="462" y="39"/>
                  <a:pt x="463" y="39"/>
                </a:cubicBezTo>
                <a:cubicBezTo>
                  <a:pt x="463" y="39"/>
                  <a:pt x="463" y="39"/>
                  <a:pt x="463" y="39"/>
                </a:cubicBezTo>
                <a:cubicBezTo>
                  <a:pt x="463" y="39"/>
                  <a:pt x="463" y="39"/>
                  <a:pt x="464" y="39"/>
                </a:cubicBezTo>
                <a:cubicBezTo>
                  <a:pt x="464" y="39"/>
                  <a:pt x="464" y="39"/>
                  <a:pt x="464" y="39"/>
                </a:cubicBezTo>
                <a:cubicBezTo>
                  <a:pt x="465" y="40"/>
                  <a:pt x="464" y="40"/>
                  <a:pt x="464" y="40"/>
                </a:cubicBezTo>
                <a:cubicBezTo>
                  <a:pt x="464" y="41"/>
                  <a:pt x="464" y="41"/>
                  <a:pt x="464" y="41"/>
                </a:cubicBezTo>
                <a:cubicBezTo>
                  <a:pt x="465" y="42"/>
                  <a:pt x="465" y="42"/>
                  <a:pt x="465" y="42"/>
                </a:cubicBezTo>
                <a:cubicBezTo>
                  <a:pt x="465" y="42"/>
                  <a:pt x="465" y="42"/>
                  <a:pt x="465" y="42"/>
                </a:cubicBezTo>
                <a:cubicBezTo>
                  <a:pt x="465" y="42"/>
                  <a:pt x="465" y="43"/>
                  <a:pt x="465" y="43"/>
                </a:cubicBezTo>
                <a:cubicBezTo>
                  <a:pt x="465" y="45"/>
                  <a:pt x="465" y="45"/>
                  <a:pt x="465" y="45"/>
                </a:cubicBezTo>
                <a:cubicBezTo>
                  <a:pt x="465" y="46"/>
                  <a:pt x="465" y="47"/>
                  <a:pt x="464" y="47"/>
                </a:cubicBezTo>
                <a:cubicBezTo>
                  <a:pt x="464" y="47"/>
                  <a:pt x="464" y="48"/>
                  <a:pt x="463" y="48"/>
                </a:cubicBezTo>
                <a:cubicBezTo>
                  <a:pt x="463" y="48"/>
                  <a:pt x="463" y="48"/>
                  <a:pt x="463" y="48"/>
                </a:cubicBezTo>
                <a:cubicBezTo>
                  <a:pt x="462" y="48"/>
                  <a:pt x="462" y="48"/>
                  <a:pt x="461" y="48"/>
                </a:cubicBezTo>
                <a:cubicBezTo>
                  <a:pt x="461" y="48"/>
                  <a:pt x="461" y="48"/>
                  <a:pt x="461" y="48"/>
                </a:cubicBezTo>
                <a:cubicBezTo>
                  <a:pt x="461" y="48"/>
                  <a:pt x="460" y="48"/>
                  <a:pt x="460" y="48"/>
                </a:cubicBezTo>
                <a:cubicBezTo>
                  <a:pt x="460" y="48"/>
                  <a:pt x="460" y="48"/>
                  <a:pt x="459" y="48"/>
                </a:cubicBezTo>
                <a:cubicBezTo>
                  <a:pt x="459" y="48"/>
                  <a:pt x="459" y="48"/>
                  <a:pt x="458" y="48"/>
                </a:cubicBezTo>
                <a:cubicBezTo>
                  <a:pt x="458" y="48"/>
                  <a:pt x="458" y="49"/>
                  <a:pt x="458" y="49"/>
                </a:cubicBezTo>
                <a:cubicBezTo>
                  <a:pt x="457" y="49"/>
                  <a:pt x="457" y="49"/>
                  <a:pt x="457" y="49"/>
                </a:cubicBezTo>
                <a:cubicBezTo>
                  <a:pt x="457" y="49"/>
                  <a:pt x="457" y="49"/>
                  <a:pt x="456" y="49"/>
                </a:cubicBezTo>
                <a:cubicBezTo>
                  <a:pt x="454" y="49"/>
                  <a:pt x="454" y="49"/>
                  <a:pt x="454" y="49"/>
                </a:cubicBezTo>
                <a:cubicBezTo>
                  <a:pt x="453" y="49"/>
                  <a:pt x="453" y="49"/>
                  <a:pt x="452" y="49"/>
                </a:cubicBezTo>
                <a:cubicBezTo>
                  <a:pt x="452" y="49"/>
                  <a:pt x="452" y="49"/>
                  <a:pt x="452" y="49"/>
                </a:cubicBezTo>
                <a:cubicBezTo>
                  <a:pt x="452" y="49"/>
                  <a:pt x="451" y="49"/>
                  <a:pt x="451" y="49"/>
                </a:cubicBezTo>
                <a:cubicBezTo>
                  <a:pt x="451" y="49"/>
                  <a:pt x="451" y="49"/>
                  <a:pt x="450" y="49"/>
                </a:cubicBezTo>
                <a:cubicBezTo>
                  <a:pt x="450" y="49"/>
                  <a:pt x="449" y="49"/>
                  <a:pt x="449" y="49"/>
                </a:cubicBezTo>
                <a:cubicBezTo>
                  <a:pt x="448" y="49"/>
                  <a:pt x="448" y="49"/>
                  <a:pt x="448" y="49"/>
                </a:cubicBezTo>
                <a:cubicBezTo>
                  <a:pt x="448" y="49"/>
                  <a:pt x="447" y="50"/>
                  <a:pt x="447" y="50"/>
                </a:cubicBezTo>
                <a:cubicBezTo>
                  <a:pt x="447" y="50"/>
                  <a:pt x="447" y="50"/>
                  <a:pt x="447" y="50"/>
                </a:cubicBezTo>
                <a:cubicBezTo>
                  <a:pt x="447" y="51"/>
                  <a:pt x="447" y="51"/>
                  <a:pt x="447" y="51"/>
                </a:cubicBezTo>
                <a:cubicBezTo>
                  <a:pt x="446" y="51"/>
                  <a:pt x="446" y="52"/>
                  <a:pt x="446" y="52"/>
                </a:cubicBezTo>
                <a:cubicBezTo>
                  <a:pt x="443" y="52"/>
                  <a:pt x="443" y="52"/>
                  <a:pt x="443" y="52"/>
                </a:cubicBezTo>
                <a:cubicBezTo>
                  <a:pt x="443" y="52"/>
                  <a:pt x="443" y="52"/>
                  <a:pt x="442" y="52"/>
                </a:cubicBezTo>
                <a:cubicBezTo>
                  <a:pt x="442" y="52"/>
                  <a:pt x="442" y="52"/>
                  <a:pt x="442" y="52"/>
                </a:cubicBezTo>
                <a:cubicBezTo>
                  <a:pt x="441" y="53"/>
                  <a:pt x="441" y="53"/>
                  <a:pt x="440" y="53"/>
                </a:cubicBezTo>
                <a:cubicBezTo>
                  <a:pt x="440" y="53"/>
                  <a:pt x="440" y="53"/>
                  <a:pt x="440" y="53"/>
                </a:cubicBezTo>
                <a:cubicBezTo>
                  <a:pt x="439" y="53"/>
                  <a:pt x="439" y="53"/>
                  <a:pt x="439" y="52"/>
                </a:cubicBezTo>
                <a:cubicBezTo>
                  <a:pt x="438" y="52"/>
                  <a:pt x="438" y="52"/>
                  <a:pt x="438" y="52"/>
                </a:cubicBezTo>
                <a:cubicBezTo>
                  <a:pt x="437" y="52"/>
                  <a:pt x="437" y="52"/>
                  <a:pt x="437" y="52"/>
                </a:cubicBezTo>
                <a:cubicBezTo>
                  <a:pt x="436" y="53"/>
                  <a:pt x="436" y="53"/>
                  <a:pt x="436" y="53"/>
                </a:cubicBezTo>
                <a:cubicBezTo>
                  <a:pt x="436" y="53"/>
                  <a:pt x="436" y="53"/>
                  <a:pt x="435" y="53"/>
                </a:cubicBezTo>
                <a:cubicBezTo>
                  <a:pt x="435" y="53"/>
                  <a:pt x="435" y="53"/>
                  <a:pt x="435" y="53"/>
                </a:cubicBezTo>
                <a:cubicBezTo>
                  <a:pt x="434" y="53"/>
                  <a:pt x="434" y="53"/>
                  <a:pt x="434" y="53"/>
                </a:cubicBezTo>
                <a:cubicBezTo>
                  <a:pt x="434" y="53"/>
                  <a:pt x="434" y="54"/>
                  <a:pt x="434" y="54"/>
                </a:cubicBezTo>
                <a:cubicBezTo>
                  <a:pt x="434" y="54"/>
                  <a:pt x="434" y="54"/>
                  <a:pt x="434" y="54"/>
                </a:cubicBezTo>
                <a:cubicBezTo>
                  <a:pt x="434" y="54"/>
                  <a:pt x="434" y="55"/>
                  <a:pt x="434" y="55"/>
                </a:cubicBezTo>
                <a:cubicBezTo>
                  <a:pt x="434" y="55"/>
                  <a:pt x="434" y="55"/>
                  <a:pt x="434" y="55"/>
                </a:cubicBezTo>
                <a:cubicBezTo>
                  <a:pt x="433" y="55"/>
                  <a:pt x="433" y="55"/>
                  <a:pt x="433" y="55"/>
                </a:cubicBezTo>
                <a:cubicBezTo>
                  <a:pt x="430" y="55"/>
                  <a:pt x="430" y="55"/>
                  <a:pt x="430" y="55"/>
                </a:cubicBezTo>
                <a:cubicBezTo>
                  <a:pt x="430" y="56"/>
                  <a:pt x="430" y="56"/>
                  <a:pt x="430" y="56"/>
                </a:cubicBezTo>
                <a:cubicBezTo>
                  <a:pt x="430" y="56"/>
                  <a:pt x="430" y="56"/>
                  <a:pt x="430" y="57"/>
                </a:cubicBezTo>
                <a:cubicBezTo>
                  <a:pt x="430" y="57"/>
                  <a:pt x="429" y="57"/>
                  <a:pt x="430" y="58"/>
                </a:cubicBezTo>
                <a:cubicBezTo>
                  <a:pt x="430" y="58"/>
                  <a:pt x="430" y="58"/>
                  <a:pt x="430" y="59"/>
                </a:cubicBezTo>
                <a:cubicBezTo>
                  <a:pt x="431" y="59"/>
                  <a:pt x="431" y="59"/>
                  <a:pt x="431" y="59"/>
                </a:cubicBezTo>
                <a:cubicBezTo>
                  <a:pt x="432" y="60"/>
                  <a:pt x="431" y="60"/>
                  <a:pt x="432" y="60"/>
                </a:cubicBezTo>
                <a:cubicBezTo>
                  <a:pt x="432" y="60"/>
                  <a:pt x="432" y="60"/>
                  <a:pt x="433" y="60"/>
                </a:cubicBezTo>
                <a:cubicBezTo>
                  <a:pt x="433" y="60"/>
                  <a:pt x="433" y="60"/>
                  <a:pt x="434" y="60"/>
                </a:cubicBezTo>
                <a:cubicBezTo>
                  <a:pt x="434" y="60"/>
                  <a:pt x="434" y="60"/>
                  <a:pt x="435" y="61"/>
                </a:cubicBezTo>
                <a:cubicBezTo>
                  <a:pt x="435" y="61"/>
                  <a:pt x="436" y="61"/>
                  <a:pt x="436" y="61"/>
                </a:cubicBezTo>
                <a:cubicBezTo>
                  <a:pt x="437" y="61"/>
                  <a:pt x="437" y="62"/>
                  <a:pt x="437" y="62"/>
                </a:cubicBezTo>
                <a:cubicBezTo>
                  <a:pt x="442" y="62"/>
                  <a:pt x="442" y="62"/>
                  <a:pt x="442" y="62"/>
                </a:cubicBezTo>
                <a:cubicBezTo>
                  <a:pt x="444" y="63"/>
                  <a:pt x="444" y="63"/>
                  <a:pt x="444" y="63"/>
                </a:cubicBezTo>
                <a:cubicBezTo>
                  <a:pt x="444" y="63"/>
                  <a:pt x="444" y="63"/>
                  <a:pt x="444" y="63"/>
                </a:cubicBezTo>
                <a:cubicBezTo>
                  <a:pt x="444" y="63"/>
                  <a:pt x="445" y="63"/>
                  <a:pt x="445" y="64"/>
                </a:cubicBezTo>
                <a:cubicBezTo>
                  <a:pt x="445" y="64"/>
                  <a:pt x="445" y="64"/>
                  <a:pt x="446" y="64"/>
                </a:cubicBezTo>
                <a:cubicBezTo>
                  <a:pt x="446" y="64"/>
                  <a:pt x="446" y="64"/>
                  <a:pt x="447" y="64"/>
                </a:cubicBezTo>
                <a:cubicBezTo>
                  <a:pt x="447" y="64"/>
                  <a:pt x="447" y="64"/>
                  <a:pt x="447" y="64"/>
                </a:cubicBezTo>
                <a:cubicBezTo>
                  <a:pt x="448" y="64"/>
                  <a:pt x="448" y="64"/>
                  <a:pt x="448" y="64"/>
                </a:cubicBezTo>
                <a:cubicBezTo>
                  <a:pt x="449" y="64"/>
                  <a:pt x="449" y="64"/>
                  <a:pt x="449" y="64"/>
                </a:cubicBezTo>
                <a:cubicBezTo>
                  <a:pt x="449" y="64"/>
                  <a:pt x="449" y="64"/>
                  <a:pt x="450" y="64"/>
                </a:cubicBezTo>
                <a:cubicBezTo>
                  <a:pt x="450" y="64"/>
                  <a:pt x="450" y="64"/>
                  <a:pt x="451" y="64"/>
                </a:cubicBezTo>
                <a:cubicBezTo>
                  <a:pt x="451" y="64"/>
                  <a:pt x="451" y="63"/>
                  <a:pt x="451" y="63"/>
                </a:cubicBezTo>
                <a:cubicBezTo>
                  <a:pt x="454" y="63"/>
                  <a:pt x="454" y="63"/>
                  <a:pt x="454" y="63"/>
                </a:cubicBezTo>
                <a:cubicBezTo>
                  <a:pt x="454" y="63"/>
                  <a:pt x="455" y="63"/>
                  <a:pt x="455" y="63"/>
                </a:cubicBezTo>
                <a:cubicBezTo>
                  <a:pt x="455" y="63"/>
                  <a:pt x="456" y="63"/>
                  <a:pt x="456" y="63"/>
                </a:cubicBezTo>
                <a:cubicBezTo>
                  <a:pt x="457" y="63"/>
                  <a:pt x="457" y="63"/>
                  <a:pt x="457" y="63"/>
                </a:cubicBezTo>
                <a:cubicBezTo>
                  <a:pt x="457" y="63"/>
                  <a:pt x="457" y="63"/>
                  <a:pt x="458" y="63"/>
                </a:cubicBezTo>
                <a:cubicBezTo>
                  <a:pt x="458" y="63"/>
                  <a:pt x="458" y="63"/>
                  <a:pt x="458" y="63"/>
                </a:cubicBezTo>
                <a:cubicBezTo>
                  <a:pt x="458" y="65"/>
                  <a:pt x="458" y="65"/>
                  <a:pt x="458" y="65"/>
                </a:cubicBezTo>
                <a:cubicBezTo>
                  <a:pt x="458" y="65"/>
                  <a:pt x="458" y="66"/>
                  <a:pt x="457" y="66"/>
                </a:cubicBezTo>
                <a:cubicBezTo>
                  <a:pt x="457" y="66"/>
                  <a:pt x="457" y="66"/>
                  <a:pt x="457" y="66"/>
                </a:cubicBezTo>
                <a:cubicBezTo>
                  <a:pt x="457" y="66"/>
                  <a:pt x="457" y="66"/>
                  <a:pt x="456" y="66"/>
                </a:cubicBezTo>
                <a:cubicBezTo>
                  <a:pt x="456" y="67"/>
                  <a:pt x="456" y="67"/>
                  <a:pt x="455" y="67"/>
                </a:cubicBezTo>
                <a:cubicBezTo>
                  <a:pt x="455" y="67"/>
                  <a:pt x="455" y="67"/>
                  <a:pt x="455" y="67"/>
                </a:cubicBezTo>
                <a:cubicBezTo>
                  <a:pt x="455" y="68"/>
                  <a:pt x="455" y="67"/>
                  <a:pt x="454" y="67"/>
                </a:cubicBezTo>
                <a:cubicBezTo>
                  <a:pt x="454" y="67"/>
                  <a:pt x="454" y="67"/>
                  <a:pt x="454" y="67"/>
                </a:cubicBezTo>
                <a:cubicBezTo>
                  <a:pt x="454" y="67"/>
                  <a:pt x="454" y="67"/>
                  <a:pt x="453" y="67"/>
                </a:cubicBezTo>
                <a:cubicBezTo>
                  <a:pt x="453" y="67"/>
                  <a:pt x="453" y="67"/>
                  <a:pt x="453" y="67"/>
                </a:cubicBezTo>
                <a:cubicBezTo>
                  <a:pt x="453" y="67"/>
                  <a:pt x="453" y="67"/>
                  <a:pt x="452" y="67"/>
                </a:cubicBezTo>
                <a:cubicBezTo>
                  <a:pt x="452" y="67"/>
                  <a:pt x="452" y="67"/>
                  <a:pt x="452" y="67"/>
                </a:cubicBezTo>
                <a:cubicBezTo>
                  <a:pt x="451" y="67"/>
                  <a:pt x="451" y="67"/>
                  <a:pt x="451" y="67"/>
                </a:cubicBezTo>
                <a:cubicBezTo>
                  <a:pt x="450" y="67"/>
                  <a:pt x="450" y="67"/>
                  <a:pt x="449" y="67"/>
                </a:cubicBezTo>
                <a:cubicBezTo>
                  <a:pt x="449" y="67"/>
                  <a:pt x="449" y="67"/>
                  <a:pt x="449" y="67"/>
                </a:cubicBezTo>
                <a:cubicBezTo>
                  <a:pt x="448" y="67"/>
                  <a:pt x="448" y="67"/>
                  <a:pt x="447" y="67"/>
                </a:cubicBezTo>
                <a:cubicBezTo>
                  <a:pt x="447" y="67"/>
                  <a:pt x="447" y="67"/>
                  <a:pt x="447" y="67"/>
                </a:cubicBezTo>
                <a:cubicBezTo>
                  <a:pt x="446" y="67"/>
                  <a:pt x="446" y="67"/>
                  <a:pt x="446" y="67"/>
                </a:cubicBezTo>
                <a:cubicBezTo>
                  <a:pt x="446" y="67"/>
                  <a:pt x="446" y="67"/>
                  <a:pt x="445" y="67"/>
                </a:cubicBezTo>
                <a:cubicBezTo>
                  <a:pt x="445" y="67"/>
                  <a:pt x="445" y="67"/>
                  <a:pt x="444" y="67"/>
                </a:cubicBezTo>
                <a:cubicBezTo>
                  <a:pt x="444" y="67"/>
                  <a:pt x="444" y="67"/>
                  <a:pt x="443" y="67"/>
                </a:cubicBezTo>
                <a:cubicBezTo>
                  <a:pt x="443" y="67"/>
                  <a:pt x="443" y="67"/>
                  <a:pt x="443" y="67"/>
                </a:cubicBezTo>
                <a:cubicBezTo>
                  <a:pt x="442" y="67"/>
                  <a:pt x="442" y="67"/>
                  <a:pt x="442" y="67"/>
                </a:cubicBezTo>
                <a:cubicBezTo>
                  <a:pt x="442" y="67"/>
                  <a:pt x="442" y="68"/>
                  <a:pt x="442" y="68"/>
                </a:cubicBezTo>
                <a:cubicBezTo>
                  <a:pt x="439" y="68"/>
                  <a:pt x="439" y="68"/>
                  <a:pt x="439" y="68"/>
                </a:cubicBezTo>
                <a:cubicBezTo>
                  <a:pt x="439" y="68"/>
                  <a:pt x="439" y="68"/>
                  <a:pt x="439" y="68"/>
                </a:cubicBezTo>
                <a:cubicBezTo>
                  <a:pt x="439" y="69"/>
                  <a:pt x="438" y="69"/>
                  <a:pt x="438" y="69"/>
                </a:cubicBezTo>
                <a:cubicBezTo>
                  <a:pt x="438" y="70"/>
                  <a:pt x="439" y="70"/>
                  <a:pt x="439" y="70"/>
                </a:cubicBezTo>
                <a:cubicBezTo>
                  <a:pt x="440" y="71"/>
                  <a:pt x="440" y="71"/>
                  <a:pt x="440" y="71"/>
                </a:cubicBezTo>
                <a:cubicBezTo>
                  <a:pt x="440" y="71"/>
                  <a:pt x="440" y="71"/>
                  <a:pt x="441" y="71"/>
                </a:cubicBezTo>
                <a:cubicBezTo>
                  <a:pt x="441" y="71"/>
                  <a:pt x="441" y="71"/>
                  <a:pt x="442" y="71"/>
                </a:cubicBezTo>
                <a:cubicBezTo>
                  <a:pt x="443" y="71"/>
                  <a:pt x="443" y="72"/>
                  <a:pt x="444" y="72"/>
                </a:cubicBezTo>
                <a:cubicBezTo>
                  <a:pt x="444" y="72"/>
                  <a:pt x="444" y="72"/>
                  <a:pt x="445" y="72"/>
                </a:cubicBezTo>
                <a:cubicBezTo>
                  <a:pt x="445" y="72"/>
                  <a:pt x="445" y="73"/>
                  <a:pt x="446" y="73"/>
                </a:cubicBezTo>
                <a:cubicBezTo>
                  <a:pt x="446" y="73"/>
                  <a:pt x="447" y="73"/>
                  <a:pt x="447" y="73"/>
                </a:cubicBezTo>
                <a:cubicBezTo>
                  <a:pt x="448" y="74"/>
                  <a:pt x="448" y="74"/>
                  <a:pt x="448" y="74"/>
                </a:cubicBezTo>
                <a:cubicBezTo>
                  <a:pt x="447" y="74"/>
                  <a:pt x="447" y="73"/>
                  <a:pt x="446" y="74"/>
                </a:cubicBezTo>
                <a:cubicBezTo>
                  <a:pt x="446" y="74"/>
                  <a:pt x="446" y="74"/>
                  <a:pt x="446" y="74"/>
                </a:cubicBezTo>
                <a:cubicBezTo>
                  <a:pt x="446" y="74"/>
                  <a:pt x="446" y="74"/>
                  <a:pt x="446" y="75"/>
                </a:cubicBezTo>
                <a:cubicBezTo>
                  <a:pt x="446" y="75"/>
                  <a:pt x="446" y="75"/>
                  <a:pt x="446" y="75"/>
                </a:cubicBezTo>
                <a:cubicBezTo>
                  <a:pt x="446" y="75"/>
                  <a:pt x="446" y="75"/>
                  <a:pt x="447" y="75"/>
                </a:cubicBezTo>
                <a:cubicBezTo>
                  <a:pt x="447" y="75"/>
                  <a:pt x="447" y="75"/>
                  <a:pt x="448" y="76"/>
                </a:cubicBezTo>
                <a:cubicBezTo>
                  <a:pt x="448" y="76"/>
                  <a:pt x="448" y="76"/>
                  <a:pt x="448" y="76"/>
                </a:cubicBezTo>
                <a:cubicBezTo>
                  <a:pt x="448" y="76"/>
                  <a:pt x="448" y="76"/>
                  <a:pt x="448" y="76"/>
                </a:cubicBezTo>
                <a:cubicBezTo>
                  <a:pt x="448" y="77"/>
                  <a:pt x="448" y="77"/>
                  <a:pt x="449" y="77"/>
                </a:cubicBezTo>
                <a:cubicBezTo>
                  <a:pt x="449" y="77"/>
                  <a:pt x="449" y="77"/>
                  <a:pt x="449" y="77"/>
                </a:cubicBezTo>
                <a:cubicBezTo>
                  <a:pt x="449" y="77"/>
                  <a:pt x="449" y="77"/>
                  <a:pt x="450" y="77"/>
                </a:cubicBezTo>
                <a:cubicBezTo>
                  <a:pt x="450" y="77"/>
                  <a:pt x="450" y="78"/>
                  <a:pt x="450" y="78"/>
                </a:cubicBezTo>
                <a:cubicBezTo>
                  <a:pt x="450" y="78"/>
                  <a:pt x="450" y="78"/>
                  <a:pt x="451" y="78"/>
                </a:cubicBezTo>
                <a:cubicBezTo>
                  <a:pt x="451" y="78"/>
                  <a:pt x="451" y="78"/>
                  <a:pt x="452" y="78"/>
                </a:cubicBezTo>
                <a:cubicBezTo>
                  <a:pt x="452" y="78"/>
                  <a:pt x="452" y="78"/>
                  <a:pt x="452" y="79"/>
                </a:cubicBezTo>
                <a:cubicBezTo>
                  <a:pt x="453" y="79"/>
                  <a:pt x="453" y="79"/>
                  <a:pt x="453" y="79"/>
                </a:cubicBezTo>
                <a:cubicBezTo>
                  <a:pt x="453" y="79"/>
                  <a:pt x="453" y="79"/>
                  <a:pt x="454" y="79"/>
                </a:cubicBezTo>
                <a:cubicBezTo>
                  <a:pt x="454" y="80"/>
                  <a:pt x="454" y="80"/>
                  <a:pt x="455" y="80"/>
                </a:cubicBezTo>
                <a:cubicBezTo>
                  <a:pt x="455" y="80"/>
                  <a:pt x="455" y="80"/>
                  <a:pt x="455" y="80"/>
                </a:cubicBezTo>
                <a:cubicBezTo>
                  <a:pt x="456" y="80"/>
                  <a:pt x="456" y="80"/>
                  <a:pt x="456" y="80"/>
                </a:cubicBezTo>
                <a:cubicBezTo>
                  <a:pt x="456" y="80"/>
                  <a:pt x="456" y="79"/>
                  <a:pt x="456" y="79"/>
                </a:cubicBezTo>
                <a:cubicBezTo>
                  <a:pt x="456" y="79"/>
                  <a:pt x="456" y="79"/>
                  <a:pt x="456" y="79"/>
                </a:cubicBezTo>
                <a:cubicBezTo>
                  <a:pt x="456" y="78"/>
                  <a:pt x="456" y="78"/>
                  <a:pt x="456" y="78"/>
                </a:cubicBezTo>
                <a:cubicBezTo>
                  <a:pt x="455" y="78"/>
                  <a:pt x="455" y="78"/>
                  <a:pt x="455" y="78"/>
                </a:cubicBezTo>
                <a:cubicBezTo>
                  <a:pt x="455" y="77"/>
                  <a:pt x="455" y="77"/>
                  <a:pt x="455" y="77"/>
                </a:cubicBezTo>
                <a:cubicBezTo>
                  <a:pt x="456" y="77"/>
                  <a:pt x="456" y="77"/>
                  <a:pt x="456" y="77"/>
                </a:cubicBezTo>
                <a:cubicBezTo>
                  <a:pt x="456" y="77"/>
                  <a:pt x="457" y="77"/>
                  <a:pt x="457" y="77"/>
                </a:cubicBezTo>
                <a:cubicBezTo>
                  <a:pt x="458" y="77"/>
                  <a:pt x="458" y="77"/>
                  <a:pt x="459" y="77"/>
                </a:cubicBezTo>
                <a:cubicBezTo>
                  <a:pt x="459" y="77"/>
                  <a:pt x="459" y="77"/>
                  <a:pt x="460" y="77"/>
                </a:cubicBezTo>
                <a:cubicBezTo>
                  <a:pt x="460" y="77"/>
                  <a:pt x="460" y="77"/>
                  <a:pt x="460" y="78"/>
                </a:cubicBezTo>
                <a:cubicBezTo>
                  <a:pt x="461" y="78"/>
                  <a:pt x="461" y="78"/>
                  <a:pt x="461" y="78"/>
                </a:cubicBezTo>
                <a:cubicBezTo>
                  <a:pt x="461" y="78"/>
                  <a:pt x="461" y="78"/>
                  <a:pt x="461" y="78"/>
                </a:cubicBezTo>
                <a:cubicBezTo>
                  <a:pt x="462" y="78"/>
                  <a:pt x="462" y="78"/>
                  <a:pt x="462" y="78"/>
                </a:cubicBezTo>
                <a:cubicBezTo>
                  <a:pt x="462" y="77"/>
                  <a:pt x="462" y="77"/>
                  <a:pt x="462" y="77"/>
                </a:cubicBezTo>
                <a:cubicBezTo>
                  <a:pt x="464" y="77"/>
                  <a:pt x="464" y="77"/>
                  <a:pt x="464" y="77"/>
                </a:cubicBezTo>
                <a:cubicBezTo>
                  <a:pt x="464" y="77"/>
                  <a:pt x="464" y="77"/>
                  <a:pt x="464" y="77"/>
                </a:cubicBezTo>
                <a:cubicBezTo>
                  <a:pt x="464" y="77"/>
                  <a:pt x="465" y="77"/>
                  <a:pt x="465" y="78"/>
                </a:cubicBezTo>
                <a:cubicBezTo>
                  <a:pt x="465" y="78"/>
                  <a:pt x="466" y="78"/>
                  <a:pt x="466" y="78"/>
                </a:cubicBezTo>
                <a:cubicBezTo>
                  <a:pt x="467" y="78"/>
                  <a:pt x="467" y="78"/>
                  <a:pt x="467" y="78"/>
                </a:cubicBezTo>
                <a:cubicBezTo>
                  <a:pt x="468" y="77"/>
                  <a:pt x="468" y="77"/>
                  <a:pt x="468" y="77"/>
                </a:cubicBezTo>
                <a:cubicBezTo>
                  <a:pt x="468" y="77"/>
                  <a:pt x="468" y="77"/>
                  <a:pt x="468" y="77"/>
                </a:cubicBezTo>
                <a:cubicBezTo>
                  <a:pt x="468" y="77"/>
                  <a:pt x="468" y="77"/>
                  <a:pt x="469" y="77"/>
                </a:cubicBezTo>
                <a:cubicBezTo>
                  <a:pt x="469" y="77"/>
                  <a:pt x="469" y="76"/>
                  <a:pt x="469" y="76"/>
                </a:cubicBezTo>
                <a:cubicBezTo>
                  <a:pt x="469" y="76"/>
                  <a:pt x="470" y="76"/>
                  <a:pt x="470" y="76"/>
                </a:cubicBezTo>
                <a:cubicBezTo>
                  <a:pt x="470" y="76"/>
                  <a:pt x="470" y="76"/>
                  <a:pt x="470" y="76"/>
                </a:cubicBezTo>
                <a:cubicBezTo>
                  <a:pt x="471" y="76"/>
                  <a:pt x="471" y="76"/>
                  <a:pt x="471" y="76"/>
                </a:cubicBezTo>
                <a:cubicBezTo>
                  <a:pt x="471" y="75"/>
                  <a:pt x="471" y="75"/>
                  <a:pt x="472" y="75"/>
                </a:cubicBezTo>
                <a:cubicBezTo>
                  <a:pt x="472" y="75"/>
                  <a:pt x="472" y="75"/>
                  <a:pt x="473" y="76"/>
                </a:cubicBezTo>
                <a:cubicBezTo>
                  <a:pt x="473" y="76"/>
                  <a:pt x="473" y="76"/>
                  <a:pt x="474" y="76"/>
                </a:cubicBezTo>
                <a:cubicBezTo>
                  <a:pt x="474" y="76"/>
                  <a:pt x="474" y="76"/>
                  <a:pt x="474" y="76"/>
                </a:cubicBezTo>
                <a:cubicBezTo>
                  <a:pt x="476" y="76"/>
                  <a:pt x="476" y="76"/>
                  <a:pt x="476" y="76"/>
                </a:cubicBezTo>
                <a:cubicBezTo>
                  <a:pt x="476" y="76"/>
                  <a:pt x="477" y="77"/>
                  <a:pt x="477" y="77"/>
                </a:cubicBezTo>
                <a:cubicBezTo>
                  <a:pt x="477" y="77"/>
                  <a:pt x="477" y="77"/>
                  <a:pt x="478" y="77"/>
                </a:cubicBezTo>
                <a:cubicBezTo>
                  <a:pt x="478" y="77"/>
                  <a:pt x="478" y="77"/>
                  <a:pt x="478" y="77"/>
                </a:cubicBezTo>
                <a:cubicBezTo>
                  <a:pt x="479" y="77"/>
                  <a:pt x="479" y="77"/>
                  <a:pt x="480" y="78"/>
                </a:cubicBezTo>
                <a:cubicBezTo>
                  <a:pt x="480" y="78"/>
                  <a:pt x="480" y="78"/>
                  <a:pt x="480" y="78"/>
                </a:cubicBezTo>
                <a:cubicBezTo>
                  <a:pt x="480" y="78"/>
                  <a:pt x="480" y="78"/>
                  <a:pt x="481" y="78"/>
                </a:cubicBezTo>
                <a:cubicBezTo>
                  <a:pt x="481" y="78"/>
                  <a:pt x="481" y="78"/>
                  <a:pt x="481" y="78"/>
                </a:cubicBezTo>
                <a:cubicBezTo>
                  <a:pt x="484" y="78"/>
                  <a:pt x="484" y="78"/>
                  <a:pt x="484" y="78"/>
                </a:cubicBezTo>
                <a:cubicBezTo>
                  <a:pt x="485" y="78"/>
                  <a:pt x="485" y="78"/>
                  <a:pt x="485" y="78"/>
                </a:cubicBezTo>
                <a:cubicBezTo>
                  <a:pt x="485" y="78"/>
                  <a:pt x="485" y="79"/>
                  <a:pt x="485" y="79"/>
                </a:cubicBezTo>
                <a:cubicBezTo>
                  <a:pt x="486" y="79"/>
                  <a:pt x="486" y="79"/>
                  <a:pt x="487" y="79"/>
                </a:cubicBezTo>
                <a:cubicBezTo>
                  <a:pt x="487" y="80"/>
                  <a:pt x="487" y="80"/>
                  <a:pt x="487" y="80"/>
                </a:cubicBezTo>
                <a:cubicBezTo>
                  <a:pt x="488" y="80"/>
                  <a:pt x="488" y="80"/>
                  <a:pt x="489" y="80"/>
                </a:cubicBezTo>
                <a:cubicBezTo>
                  <a:pt x="489" y="80"/>
                  <a:pt x="489" y="80"/>
                  <a:pt x="489" y="80"/>
                </a:cubicBezTo>
                <a:cubicBezTo>
                  <a:pt x="489" y="80"/>
                  <a:pt x="490" y="80"/>
                  <a:pt x="490" y="80"/>
                </a:cubicBezTo>
                <a:cubicBezTo>
                  <a:pt x="490" y="80"/>
                  <a:pt x="490" y="80"/>
                  <a:pt x="490" y="80"/>
                </a:cubicBezTo>
                <a:cubicBezTo>
                  <a:pt x="490" y="81"/>
                  <a:pt x="491" y="81"/>
                  <a:pt x="491" y="81"/>
                </a:cubicBezTo>
                <a:cubicBezTo>
                  <a:pt x="491" y="81"/>
                  <a:pt x="491" y="82"/>
                  <a:pt x="491" y="82"/>
                </a:cubicBezTo>
                <a:cubicBezTo>
                  <a:pt x="492" y="82"/>
                  <a:pt x="492" y="82"/>
                  <a:pt x="492" y="82"/>
                </a:cubicBezTo>
                <a:cubicBezTo>
                  <a:pt x="493" y="82"/>
                  <a:pt x="493" y="82"/>
                  <a:pt x="493" y="82"/>
                </a:cubicBezTo>
                <a:cubicBezTo>
                  <a:pt x="493" y="82"/>
                  <a:pt x="493" y="82"/>
                  <a:pt x="494" y="82"/>
                </a:cubicBezTo>
                <a:cubicBezTo>
                  <a:pt x="494" y="82"/>
                  <a:pt x="494" y="82"/>
                  <a:pt x="494" y="82"/>
                </a:cubicBezTo>
                <a:cubicBezTo>
                  <a:pt x="495" y="83"/>
                  <a:pt x="495" y="83"/>
                  <a:pt x="495" y="83"/>
                </a:cubicBezTo>
                <a:cubicBezTo>
                  <a:pt x="495" y="86"/>
                  <a:pt x="495" y="86"/>
                  <a:pt x="495" y="86"/>
                </a:cubicBezTo>
                <a:cubicBezTo>
                  <a:pt x="495" y="87"/>
                  <a:pt x="495" y="87"/>
                  <a:pt x="496" y="87"/>
                </a:cubicBezTo>
                <a:cubicBezTo>
                  <a:pt x="496" y="88"/>
                  <a:pt x="496" y="88"/>
                  <a:pt x="496" y="88"/>
                </a:cubicBezTo>
                <a:cubicBezTo>
                  <a:pt x="496" y="88"/>
                  <a:pt x="496" y="88"/>
                  <a:pt x="496" y="88"/>
                </a:cubicBezTo>
                <a:cubicBezTo>
                  <a:pt x="497" y="88"/>
                  <a:pt x="497" y="88"/>
                  <a:pt x="497" y="89"/>
                </a:cubicBezTo>
                <a:cubicBezTo>
                  <a:pt x="497" y="89"/>
                  <a:pt x="497" y="88"/>
                  <a:pt x="498" y="89"/>
                </a:cubicBezTo>
                <a:cubicBezTo>
                  <a:pt x="498" y="89"/>
                  <a:pt x="498" y="89"/>
                  <a:pt x="498" y="89"/>
                </a:cubicBezTo>
                <a:cubicBezTo>
                  <a:pt x="498" y="89"/>
                  <a:pt x="499" y="89"/>
                  <a:pt x="499" y="89"/>
                </a:cubicBezTo>
                <a:cubicBezTo>
                  <a:pt x="499" y="89"/>
                  <a:pt x="499" y="89"/>
                  <a:pt x="499" y="89"/>
                </a:cubicBezTo>
                <a:cubicBezTo>
                  <a:pt x="499" y="90"/>
                  <a:pt x="499" y="90"/>
                  <a:pt x="500" y="90"/>
                </a:cubicBezTo>
                <a:cubicBezTo>
                  <a:pt x="500" y="90"/>
                  <a:pt x="500" y="91"/>
                  <a:pt x="500" y="91"/>
                </a:cubicBezTo>
                <a:cubicBezTo>
                  <a:pt x="500" y="91"/>
                  <a:pt x="500" y="91"/>
                  <a:pt x="500" y="91"/>
                </a:cubicBezTo>
                <a:cubicBezTo>
                  <a:pt x="500" y="91"/>
                  <a:pt x="501" y="91"/>
                  <a:pt x="501" y="92"/>
                </a:cubicBezTo>
                <a:cubicBezTo>
                  <a:pt x="501" y="92"/>
                  <a:pt x="501" y="92"/>
                  <a:pt x="501" y="93"/>
                </a:cubicBezTo>
                <a:cubicBezTo>
                  <a:pt x="502" y="93"/>
                  <a:pt x="502" y="93"/>
                  <a:pt x="502" y="93"/>
                </a:cubicBezTo>
                <a:cubicBezTo>
                  <a:pt x="502" y="93"/>
                  <a:pt x="502" y="94"/>
                  <a:pt x="502" y="94"/>
                </a:cubicBezTo>
                <a:cubicBezTo>
                  <a:pt x="502" y="94"/>
                  <a:pt x="503" y="94"/>
                  <a:pt x="503" y="94"/>
                </a:cubicBezTo>
                <a:cubicBezTo>
                  <a:pt x="503" y="94"/>
                  <a:pt x="503" y="94"/>
                  <a:pt x="503" y="95"/>
                </a:cubicBezTo>
                <a:cubicBezTo>
                  <a:pt x="503" y="95"/>
                  <a:pt x="503" y="95"/>
                  <a:pt x="503" y="96"/>
                </a:cubicBezTo>
                <a:cubicBezTo>
                  <a:pt x="504" y="96"/>
                  <a:pt x="504" y="96"/>
                  <a:pt x="504" y="97"/>
                </a:cubicBezTo>
                <a:cubicBezTo>
                  <a:pt x="504" y="97"/>
                  <a:pt x="504" y="97"/>
                  <a:pt x="504" y="97"/>
                </a:cubicBezTo>
                <a:cubicBezTo>
                  <a:pt x="504" y="98"/>
                  <a:pt x="505" y="98"/>
                  <a:pt x="505" y="99"/>
                </a:cubicBezTo>
                <a:cubicBezTo>
                  <a:pt x="505" y="99"/>
                  <a:pt x="505" y="99"/>
                  <a:pt x="505" y="99"/>
                </a:cubicBezTo>
                <a:cubicBezTo>
                  <a:pt x="506" y="99"/>
                  <a:pt x="506" y="99"/>
                  <a:pt x="506" y="100"/>
                </a:cubicBezTo>
                <a:cubicBezTo>
                  <a:pt x="507" y="100"/>
                  <a:pt x="507" y="100"/>
                  <a:pt x="507" y="100"/>
                </a:cubicBezTo>
                <a:cubicBezTo>
                  <a:pt x="507" y="101"/>
                  <a:pt x="507" y="101"/>
                  <a:pt x="507" y="101"/>
                </a:cubicBezTo>
                <a:cubicBezTo>
                  <a:pt x="507" y="101"/>
                  <a:pt x="507" y="101"/>
                  <a:pt x="507" y="101"/>
                </a:cubicBezTo>
                <a:cubicBezTo>
                  <a:pt x="507" y="102"/>
                  <a:pt x="506" y="102"/>
                  <a:pt x="506" y="102"/>
                </a:cubicBezTo>
                <a:cubicBezTo>
                  <a:pt x="506" y="102"/>
                  <a:pt x="507" y="102"/>
                  <a:pt x="507" y="103"/>
                </a:cubicBezTo>
                <a:cubicBezTo>
                  <a:pt x="507" y="103"/>
                  <a:pt x="508" y="103"/>
                  <a:pt x="508" y="104"/>
                </a:cubicBezTo>
                <a:cubicBezTo>
                  <a:pt x="508" y="107"/>
                  <a:pt x="508" y="107"/>
                  <a:pt x="508" y="107"/>
                </a:cubicBezTo>
                <a:cubicBezTo>
                  <a:pt x="508" y="107"/>
                  <a:pt x="507" y="107"/>
                  <a:pt x="507" y="107"/>
                </a:cubicBezTo>
                <a:cubicBezTo>
                  <a:pt x="507" y="108"/>
                  <a:pt x="507" y="108"/>
                  <a:pt x="507" y="108"/>
                </a:cubicBezTo>
                <a:cubicBezTo>
                  <a:pt x="507" y="108"/>
                  <a:pt x="507" y="109"/>
                  <a:pt x="507" y="109"/>
                </a:cubicBezTo>
                <a:cubicBezTo>
                  <a:pt x="509" y="109"/>
                  <a:pt x="509" y="109"/>
                  <a:pt x="509" y="109"/>
                </a:cubicBezTo>
                <a:cubicBezTo>
                  <a:pt x="509" y="111"/>
                  <a:pt x="509" y="111"/>
                  <a:pt x="509" y="111"/>
                </a:cubicBezTo>
                <a:cubicBezTo>
                  <a:pt x="509" y="111"/>
                  <a:pt x="508" y="111"/>
                  <a:pt x="508" y="111"/>
                </a:cubicBezTo>
                <a:cubicBezTo>
                  <a:pt x="507" y="111"/>
                  <a:pt x="507" y="111"/>
                  <a:pt x="507" y="111"/>
                </a:cubicBezTo>
                <a:cubicBezTo>
                  <a:pt x="507" y="112"/>
                  <a:pt x="507" y="112"/>
                  <a:pt x="507" y="112"/>
                </a:cubicBezTo>
                <a:cubicBezTo>
                  <a:pt x="507" y="113"/>
                  <a:pt x="507" y="113"/>
                  <a:pt x="507" y="114"/>
                </a:cubicBezTo>
                <a:cubicBezTo>
                  <a:pt x="507" y="114"/>
                  <a:pt x="507" y="115"/>
                  <a:pt x="507" y="115"/>
                </a:cubicBezTo>
                <a:cubicBezTo>
                  <a:pt x="505" y="115"/>
                  <a:pt x="505" y="115"/>
                  <a:pt x="505" y="115"/>
                </a:cubicBezTo>
                <a:cubicBezTo>
                  <a:pt x="505" y="117"/>
                  <a:pt x="505" y="117"/>
                  <a:pt x="505" y="117"/>
                </a:cubicBezTo>
                <a:cubicBezTo>
                  <a:pt x="505" y="117"/>
                  <a:pt x="506" y="118"/>
                  <a:pt x="506" y="118"/>
                </a:cubicBezTo>
                <a:cubicBezTo>
                  <a:pt x="507" y="118"/>
                  <a:pt x="507" y="119"/>
                  <a:pt x="508" y="119"/>
                </a:cubicBezTo>
                <a:cubicBezTo>
                  <a:pt x="509" y="119"/>
                  <a:pt x="509" y="119"/>
                  <a:pt x="509" y="119"/>
                </a:cubicBezTo>
                <a:cubicBezTo>
                  <a:pt x="509" y="119"/>
                  <a:pt x="509" y="119"/>
                  <a:pt x="510" y="119"/>
                </a:cubicBezTo>
                <a:cubicBezTo>
                  <a:pt x="510" y="119"/>
                  <a:pt x="510" y="119"/>
                  <a:pt x="511" y="119"/>
                </a:cubicBezTo>
                <a:cubicBezTo>
                  <a:pt x="515" y="119"/>
                  <a:pt x="515" y="119"/>
                  <a:pt x="515" y="119"/>
                </a:cubicBezTo>
                <a:cubicBezTo>
                  <a:pt x="515" y="119"/>
                  <a:pt x="515" y="118"/>
                  <a:pt x="515" y="118"/>
                </a:cubicBezTo>
                <a:cubicBezTo>
                  <a:pt x="515" y="118"/>
                  <a:pt x="516" y="117"/>
                  <a:pt x="516" y="117"/>
                </a:cubicBezTo>
                <a:cubicBezTo>
                  <a:pt x="517" y="117"/>
                  <a:pt x="517" y="117"/>
                  <a:pt x="518" y="117"/>
                </a:cubicBezTo>
                <a:cubicBezTo>
                  <a:pt x="518" y="117"/>
                  <a:pt x="518" y="117"/>
                  <a:pt x="519" y="117"/>
                </a:cubicBezTo>
                <a:cubicBezTo>
                  <a:pt x="519" y="117"/>
                  <a:pt x="519" y="117"/>
                  <a:pt x="520" y="117"/>
                </a:cubicBezTo>
                <a:cubicBezTo>
                  <a:pt x="520" y="118"/>
                  <a:pt x="520" y="118"/>
                  <a:pt x="520" y="118"/>
                </a:cubicBezTo>
                <a:cubicBezTo>
                  <a:pt x="520" y="119"/>
                  <a:pt x="520" y="119"/>
                  <a:pt x="520" y="119"/>
                </a:cubicBezTo>
                <a:cubicBezTo>
                  <a:pt x="520" y="120"/>
                  <a:pt x="520" y="120"/>
                  <a:pt x="521" y="120"/>
                </a:cubicBezTo>
                <a:cubicBezTo>
                  <a:pt x="521" y="121"/>
                  <a:pt x="521" y="121"/>
                  <a:pt x="522" y="121"/>
                </a:cubicBezTo>
                <a:cubicBezTo>
                  <a:pt x="522" y="121"/>
                  <a:pt x="522" y="122"/>
                  <a:pt x="523" y="122"/>
                </a:cubicBezTo>
                <a:cubicBezTo>
                  <a:pt x="523" y="122"/>
                  <a:pt x="523" y="122"/>
                  <a:pt x="523" y="122"/>
                </a:cubicBezTo>
                <a:cubicBezTo>
                  <a:pt x="524" y="122"/>
                  <a:pt x="524" y="122"/>
                  <a:pt x="524" y="122"/>
                </a:cubicBezTo>
                <a:cubicBezTo>
                  <a:pt x="525" y="122"/>
                  <a:pt x="525" y="122"/>
                  <a:pt x="525" y="122"/>
                </a:cubicBezTo>
                <a:cubicBezTo>
                  <a:pt x="526" y="123"/>
                  <a:pt x="526" y="123"/>
                  <a:pt x="526" y="123"/>
                </a:cubicBezTo>
                <a:cubicBezTo>
                  <a:pt x="527" y="123"/>
                  <a:pt x="527" y="124"/>
                  <a:pt x="527" y="124"/>
                </a:cubicBezTo>
                <a:cubicBezTo>
                  <a:pt x="527" y="124"/>
                  <a:pt x="528" y="124"/>
                  <a:pt x="528" y="125"/>
                </a:cubicBezTo>
                <a:cubicBezTo>
                  <a:pt x="528" y="125"/>
                  <a:pt x="528" y="125"/>
                  <a:pt x="528" y="126"/>
                </a:cubicBezTo>
                <a:cubicBezTo>
                  <a:pt x="528" y="126"/>
                  <a:pt x="528" y="126"/>
                  <a:pt x="528" y="126"/>
                </a:cubicBezTo>
                <a:cubicBezTo>
                  <a:pt x="526" y="126"/>
                  <a:pt x="526" y="126"/>
                  <a:pt x="526" y="126"/>
                </a:cubicBezTo>
                <a:cubicBezTo>
                  <a:pt x="526" y="126"/>
                  <a:pt x="525" y="126"/>
                  <a:pt x="525" y="126"/>
                </a:cubicBezTo>
                <a:cubicBezTo>
                  <a:pt x="523" y="126"/>
                  <a:pt x="523" y="126"/>
                  <a:pt x="523" y="126"/>
                </a:cubicBezTo>
                <a:cubicBezTo>
                  <a:pt x="522" y="126"/>
                  <a:pt x="521" y="126"/>
                  <a:pt x="520" y="126"/>
                </a:cubicBezTo>
                <a:cubicBezTo>
                  <a:pt x="520" y="126"/>
                  <a:pt x="520" y="126"/>
                  <a:pt x="519" y="126"/>
                </a:cubicBezTo>
                <a:cubicBezTo>
                  <a:pt x="519" y="125"/>
                  <a:pt x="519" y="125"/>
                  <a:pt x="519" y="125"/>
                </a:cubicBezTo>
                <a:cubicBezTo>
                  <a:pt x="519" y="124"/>
                  <a:pt x="518" y="125"/>
                  <a:pt x="518" y="125"/>
                </a:cubicBezTo>
                <a:cubicBezTo>
                  <a:pt x="517" y="124"/>
                  <a:pt x="517" y="124"/>
                  <a:pt x="516" y="124"/>
                </a:cubicBezTo>
                <a:cubicBezTo>
                  <a:pt x="515" y="124"/>
                  <a:pt x="515" y="124"/>
                  <a:pt x="514" y="124"/>
                </a:cubicBezTo>
                <a:cubicBezTo>
                  <a:pt x="513" y="124"/>
                  <a:pt x="512" y="124"/>
                  <a:pt x="511" y="125"/>
                </a:cubicBezTo>
                <a:cubicBezTo>
                  <a:pt x="511" y="126"/>
                  <a:pt x="512" y="126"/>
                  <a:pt x="512" y="127"/>
                </a:cubicBezTo>
                <a:cubicBezTo>
                  <a:pt x="512" y="127"/>
                  <a:pt x="513" y="127"/>
                  <a:pt x="513" y="127"/>
                </a:cubicBezTo>
                <a:cubicBezTo>
                  <a:pt x="513" y="128"/>
                  <a:pt x="514" y="128"/>
                  <a:pt x="514" y="128"/>
                </a:cubicBezTo>
                <a:cubicBezTo>
                  <a:pt x="514" y="129"/>
                  <a:pt x="513" y="129"/>
                  <a:pt x="513" y="129"/>
                </a:cubicBezTo>
                <a:cubicBezTo>
                  <a:pt x="513" y="129"/>
                  <a:pt x="512" y="129"/>
                  <a:pt x="511" y="130"/>
                </a:cubicBezTo>
                <a:cubicBezTo>
                  <a:pt x="511" y="130"/>
                  <a:pt x="511" y="130"/>
                  <a:pt x="510" y="130"/>
                </a:cubicBezTo>
                <a:cubicBezTo>
                  <a:pt x="510" y="131"/>
                  <a:pt x="510" y="131"/>
                  <a:pt x="510" y="132"/>
                </a:cubicBezTo>
                <a:cubicBezTo>
                  <a:pt x="510" y="132"/>
                  <a:pt x="510" y="133"/>
                  <a:pt x="510" y="133"/>
                </a:cubicBezTo>
                <a:cubicBezTo>
                  <a:pt x="511" y="134"/>
                  <a:pt x="512" y="133"/>
                  <a:pt x="513" y="133"/>
                </a:cubicBezTo>
                <a:cubicBezTo>
                  <a:pt x="514" y="133"/>
                  <a:pt x="514" y="134"/>
                  <a:pt x="515" y="134"/>
                </a:cubicBezTo>
                <a:cubicBezTo>
                  <a:pt x="516" y="135"/>
                  <a:pt x="516" y="136"/>
                  <a:pt x="517" y="136"/>
                </a:cubicBezTo>
                <a:cubicBezTo>
                  <a:pt x="518" y="136"/>
                  <a:pt x="518" y="136"/>
                  <a:pt x="518" y="135"/>
                </a:cubicBezTo>
                <a:cubicBezTo>
                  <a:pt x="519" y="135"/>
                  <a:pt x="519" y="134"/>
                  <a:pt x="520" y="134"/>
                </a:cubicBezTo>
                <a:cubicBezTo>
                  <a:pt x="521" y="134"/>
                  <a:pt x="522" y="134"/>
                  <a:pt x="523" y="134"/>
                </a:cubicBezTo>
                <a:cubicBezTo>
                  <a:pt x="523" y="131"/>
                  <a:pt x="523" y="131"/>
                  <a:pt x="523" y="131"/>
                </a:cubicBezTo>
                <a:cubicBezTo>
                  <a:pt x="522" y="131"/>
                  <a:pt x="521" y="131"/>
                  <a:pt x="520" y="130"/>
                </a:cubicBezTo>
                <a:cubicBezTo>
                  <a:pt x="520" y="130"/>
                  <a:pt x="520" y="131"/>
                  <a:pt x="519" y="130"/>
                </a:cubicBezTo>
                <a:cubicBezTo>
                  <a:pt x="519" y="130"/>
                  <a:pt x="519" y="130"/>
                  <a:pt x="519" y="130"/>
                </a:cubicBezTo>
                <a:cubicBezTo>
                  <a:pt x="519" y="129"/>
                  <a:pt x="518" y="130"/>
                  <a:pt x="518" y="130"/>
                </a:cubicBezTo>
                <a:cubicBezTo>
                  <a:pt x="518" y="129"/>
                  <a:pt x="517" y="129"/>
                  <a:pt x="517" y="129"/>
                </a:cubicBezTo>
                <a:cubicBezTo>
                  <a:pt x="518" y="128"/>
                  <a:pt x="518" y="128"/>
                  <a:pt x="518" y="128"/>
                </a:cubicBezTo>
                <a:cubicBezTo>
                  <a:pt x="519" y="128"/>
                  <a:pt x="519" y="128"/>
                  <a:pt x="519" y="128"/>
                </a:cubicBezTo>
                <a:cubicBezTo>
                  <a:pt x="520" y="128"/>
                  <a:pt x="520" y="128"/>
                  <a:pt x="520" y="129"/>
                </a:cubicBezTo>
                <a:cubicBezTo>
                  <a:pt x="521" y="129"/>
                  <a:pt x="521" y="129"/>
                  <a:pt x="521" y="129"/>
                </a:cubicBezTo>
                <a:cubicBezTo>
                  <a:pt x="522" y="129"/>
                  <a:pt x="522" y="130"/>
                  <a:pt x="522" y="130"/>
                </a:cubicBezTo>
                <a:cubicBezTo>
                  <a:pt x="523" y="130"/>
                  <a:pt x="523" y="130"/>
                  <a:pt x="523" y="130"/>
                </a:cubicBezTo>
                <a:cubicBezTo>
                  <a:pt x="524" y="130"/>
                  <a:pt x="524" y="130"/>
                  <a:pt x="524" y="130"/>
                </a:cubicBezTo>
                <a:cubicBezTo>
                  <a:pt x="526" y="130"/>
                  <a:pt x="526" y="130"/>
                  <a:pt x="526" y="130"/>
                </a:cubicBezTo>
                <a:cubicBezTo>
                  <a:pt x="527" y="130"/>
                  <a:pt x="528" y="130"/>
                  <a:pt x="528" y="130"/>
                </a:cubicBezTo>
                <a:cubicBezTo>
                  <a:pt x="529" y="130"/>
                  <a:pt x="529" y="131"/>
                  <a:pt x="529" y="132"/>
                </a:cubicBezTo>
                <a:cubicBezTo>
                  <a:pt x="529" y="132"/>
                  <a:pt x="529" y="132"/>
                  <a:pt x="529" y="132"/>
                </a:cubicBezTo>
                <a:cubicBezTo>
                  <a:pt x="529" y="133"/>
                  <a:pt x="528" y="132"/>
                  <a:pt x="528" y="133"/>
                </a:cubicBezTo>
                <a:cubicBezTo>
                  <a:pt x="528" y="133"/>
                  <a:pt x="528" y="133"/>
                  <a:pt x="528" y="134"/>
                </a:cubicBezTo>
                <a:cubicBezTo>
                  <a:pt x="528" y="134"/>
                  <a:pt x="527" y="134"/>
                  <a:pt x="527" y="135"/>
                </a:cubicBezTo>
                <a:cubicBezTo>
                  <a:pt x="527" y="135"/>
                  <a:pt x="527" y="135"/>
                  <a:pt x="527" y="135"/>
                </a:cubicBezTo>
                <a:cubicBezTo>
                  <a:pt x="527" y="136"/>
                  <a:pt x="528" y="136"/>
                  <a:pt x="528" y="136"/>
                </a:cubicBezTo>
                <a:cubicBezTo>
                  <a:pt x="528" y="137"/>
                  <a:pt x="529" y="137"/>
                  <a:pt x="529" y="137"/>
                </a:cubicBezTo>
                <a:cubicBezTo>
                  <a:pt x="529" y="137"/>
                  <a:pt x="529" y="138"/>
                  <a:pt x="529" y="138"/>
                </a:cubicBezTo>
                <a:cubicBezTo>
                  <a:pt x="529" y="141"/>
                  <a:pt x="529" y="141"/>
                  <a:pt x="529" y="141"/>
                </a:cubicBezTo>
                <a:cubicBezTo>
                  <a:pt x="527" y="141"/>
                  <a:pt x="527" y="141"/>
                  <a:pt x="527" y="141"/>
                </a:cubicBezTo>
                <a:cubicBezTo>
                  <a:pt x="526" y="141"/>
                  <a:pt x="526" y="140"/>
                  <a:pt x="526" y="141"/>
                </a:cubicBezTo>
                <a:cubicBezTo>
                  <a:pt x="525" y="141"/>
                  <a:pt x="525" y="141"/>
                  <a:pt x="525" y="141"/>
                </a:cubicBezTo>
                <a:cubicBezTo>
                  <a:pt x="524" y="142"/>
                  <a:pt x="525" y="142"/>
                  <a:pt x="524" y="142"/>
                </a:cubicBezTo>
                <a:cubicBezTo>
                  <a:pt x="524" y="142"/>
                  <a:pt x="524" y="142"/>
                  <a:pt x="523" y="142"/>
                </a:cubicBezTo>
                <a:cubicBezTo>
                  <a:pt x="522" y="142"/>
                  <a:pt x="522" y="142"/>
                  <a:pt x="522" y="142"/>
                </a:cubicBezTo>
                <a:cubicBezTo>
                  <a:pt x="522" y="142"/>
                  <a:pt x="522" y="142"/>
                  <a:pt x="521" y="142"/>
                </a:cubicBezTo>
                <a:cubicBezTo>
                  <a:pt x="521" y="142"/>
                  <a:pt x="520" y="142"/>
                  <a:pt x="520" y="142"/>
                </a:cubicBezTo>
                <a:cubicBezTo>
                  <a:pt x="520" y="147"/>
                  <a:pt x="520" y="147"/>
                  <a:pt x="520" y="147"/>
                </a:cubicBezTo>
                <a:cubicBezTo>
                  <a:pt x="520" y="147"/>
                  <a:pt x="519" y="147"/>
                  <a:pt x="519" y="147"/>
                </a:cubicBezTo>
                <a:cubicBezTo>
                  <a:pt x="518" y="146"/>
                  <a:pt x="518" y="146"/>
                  <a:pt x="518" y="146"/>
                </a:cubicBezTo>
                <a:cubicBezTo>
                  <a:pt x="517" y="146"/>
                  <a:pt x="517" y="147"/>
                  <a:pt x="517" y="147"/>
                </a:cubicBezTo>
                <a:cubicBezTo>
                  <a:pt x="516" y="147"/>
                  <a:pt x="516" y="147"/>
                  <a:pt x="516" y="147"/>
                </a:cubicBezTo>
                <a:cubicBezTo>
                  <a:pt x="516" y="148"/>
                  <a:pt x="515" y="148"/>
                  <a:pt x="515" y="148"/>
                </a:cubicBezTo>
                <a:cubicBezTo>
                  <a:pt x="515" y="148"/>
                  <a:pt x="514" y="148"/>
                  <a:pt x="514" y="148"/>
                </a:cubicBezTo>
                <a:cubicBezTo>
                  <a:pt x="514" y="148"/>
                  <a:pt x="514" y="149"/>
                  <a:pt x="514" y="150"/>
                </a:cubicBezTo>
                <a:cubicBezTo>
                  <a:pt x="514" y="150"/>
                  <a:pt x="514" y="150"/>
                  <a:pt x="514" y="150"/>
                </a:cubicBezTo>
                <a:cubicBezTo>
                  <a:pt x="514" y="151"/>
                  <a:pt x="514" y="151"/>
                  <a:pt x="514" y="151"/>
                </a:cubicBezTo>
                <a:cubicBezTo>
                  <a:pt x="514" y="152"/>
                  <a:pt x="515" y="152"/>
                  <a:pt x="515" y="152"/>
                </a:cubicBezTo>
                <a:cubicBezTo>
                  <a:pt x="515" y="153"/>
                  <a:pt x="516" y="153"/>
                  <a:pt x="516" y="153"/>
                </a:cubicBezTo>
                <a:cubicBezTo>
                  <a:pt x="516" y="153"/>
                  <a:pt x="517" y="153"/>
                  <a:pt x="517" y="153"/>
                </a:cubicBezTo>
                <a:cubicBezTo>
                  <a:pt x="517" y="153"/>
                  <a:pt x="517" y="153"/>
                  <a:pt x="518" y="154"/>
                </a:cubicBezTo>
                <a:cubicBezTo>
                  <a:pt x="518" y="154"/>
                  <a:pt x="519" y="154"/>
                  <a:pt x="519" y="154"/>
                </a:cubicBezTo>
                <a:cubicBezTo>
                  <a:pt x="519" y="155"/>
                  <a:pt x="519" y="155"/>
                  <a:pt x="519" y="156"/>
                </a:cubicBezTo>
                <a:cubicBezTo>
                  <a:pt x="519" y="156"/>
                  <a:pt x="518" y="156"/>
                  <a:pt x="517" y="156"/>
                </a:cubicBezTo>
                <a:cubicBezTo>
                  <a:pt x="517" y="157"/>
                  <a:pt x="517" y="157"/>
                  <a:pt x="517" y="158"/>
                </a:cubicBezTo>
                <a:cubicBezTo>
                  <a:pt x="517" y="159"/>
                  <a:pt x="517" y="159"/>
                  <a:pt x="518" y="160"/>
                </a:cubicBezTo>
                <a:cubicBezTo>
                  <a:pt x="518" y="161"/>
                  <a:pt x="518" y="161"/>
                  <a:pt x="519" y="162"/>
                </a:cubicBezTo>
                <a:cubicBezTo>
                  <a:pt x="519" y="162"/>
                  <a:pt x="519" y="163"/>
                  <a:pt x="519" y="163"/>
                </a:cubicBezTo>
                <a:cubicBezTo>
                  <a:pt x="520" y="163"/>
                  <a:pt x="520" y="163"/>
                  <a:pt x="521" y="163"/>
                </a:cubicBezTo>
                <a:cubicBezTo>
                  <a:pt x="521" y="163"/>
                  <a:pt x="522" y="163"/>
                  <a:pt x="522" y="163"/>
                </a:cubicBezTo>
                <a:cubicBezTo>
                  <a:pt x="522" y="163"/>
                  <a:pt x="522" y="162"/>
                  <a:pt x="523" y="162"/>
                </a:cubicBezTo>
                <a:cubicBezTo>
                  <a:pt x="523" y="162"/>
                  <a:pt x="523" y="162"/>
                  <a:pt x="524" y="162"/>
                </a:cubicBezTo>
                <a:cubicBezTo>
                  <a:pt x="525" y="162"/>
                  <a:pt x="525" y="162"/>
                  <a:pt x="525" y="162"/>
                </a:cubicBezTo>
                <a:cubicBezTo>
                  <a:pt x="525" y="162"/>
                  <a:pt x="525" y="163"/>
                  <a:pt x="526" y="163"/>
                </a:cubicBezTo>
                <a:cubicBezTo>
                  <a:pt x="526" y="163"/>
                  <a:pt x="526" y="163"/>
                  <a:pt x="526" y="164"/>
                </a:cubicBezTo>
                <a:cubicBezTo>
                  <a:pt x="525" y="164"/>
                  <a:pt x="526" y="164"/>
                  <a:pt x="525" y="165"/>
                </a:cubicBezTo>
                <a:cubicBezTo>
                  <a:pt x="525" y="165"/>
                  <a:pt x="525" y="164"/>
                  <a:pt x="524" y="165"/>
                </a:cubicBezTo>
                <a:cubicBezTo>
                  <a:pt x="524" y="165"/>
                  <a:pt x="524" y="165"/>
                  <a:pt x="523" y="165"/>
                </a:cubicBezTo>
                <a:cubicBezTo>
                  <a:pt x="523" y="165"/>
                  <a:pt x="524" y="166"/>
                  <a:pt x="523" y="166"/>
                </a:cubicBezTo>
                <a:cubicBezTo>
                  <a:pt x="523" y="166"/>
                  <a:pt x="523" y="167"/>
                  <a:pt x="523" y="167"/>
                </a:cubicBezTo>
                <a:cubicBezTo>
                  <a:pt x="523" y="167"/>
                  <a:pt x="522" y="167"/>
                  <a:pt x="522" y="168"/>
                </a:cubicBezTo>
                <a:cubicBezTo>
                  <a:pt x="522" y="169"/>
                  <a:pt x="522" y="169"/>
                  <a:pt x="522" y="169"/>
                </a:cubicBezTo>
                <a:cubicBezTo>
                  <a:pt x="522" y="170"/>
                  <a:pt x="523" y="171"/>
                  <a:pt x="523" y="171"/>
                </a:cubicBezTo>
                <a:cubicBezTo>
                  <a:pt x="523" y="172"/>
                  <a:pt x="523" y="172"/>
                  <a:pt x="524" y="172"/>
                </a:cubicBezTo>
                <a:cubicBezTo>
                  <a:pt x="524" y="172"/>
                  <a:pt x="524" y="172"/>
                  <a:pt x="525" y="172"/>
                </a:cubicBezTo>
                <a:cubicBezTo>
                  <a:pt x="525" y="172"/>
                  <a:pt x="525" y="172"/>
                  <a:pt x="526" y="172"/>
                </a:cubicBezTo>
                <a:cubicBezTo>
                  <a:pt x="526" y="172"/>
                  <a:pt x="526" y="172"/>
                  <a:pt x="527" y="172"/>
                </a:cubicBezTo>
                <a:cubicBezTo>
                  <a:pt x="527" y="171"/>
                  <a:pt x="527" y="171"/>
                  <a:pt x="527" y="171"/>
                </a:cubicBezTo>
                <a:cubicBezTo>
                  <a:pt x="527" y="170"/>
                  <a:pt x="527" y="170"/>
                  <a:pt x="528" y="170"/>
                </a:cubicBezTo>
                <a:cubicBezTo>
                  <a:pt x="528" y="170"/>
                  <a:pt x="528" y="169"/>
                  <a:pt x="529" y="169"/>
                </a:cubicBezTo>
                <a:cubicBezTo>
                  <a:pt x="529" y="169"/>
                  <a:pt x="530" y="170"/>
                  <a:pt x="530" y="170"/>
                </a:cubicBezTo>
                <a:cubicBezTo>
                  <a:pt x="530" y="173"/>
                  <a:pt x="530" y="173"/>
                  <a:pt x="530" y="173"/>
                </a:cubicBezTo>
                <a:cubicBezTo>
                  <a:pt x="530" y="174"/>
                  <a:pt x="530" y="174"/>
                  <a:pt x="529" y="174"/>
                </a:cubicBezTo>
                <a:cubicBezTo>
                  <a:pt x="529" y="175"/>
                  <a:pt x="529" y="174"/>
                  <a:pt x="528" y="175"/>
                </a:cubicBezTo>
                <a:cubicBezTo>
                  <a:pt x="528" y="175"/>
                  <a:pt x="528" y="175"/>
                  <a:pt x="527" y="175"/>
                </a:cubicBezTo>
                <a:cubicBezTo>
                  <a:pt x="527" y="176"/>
                  <a:pt x="527" y="176"/>
                  <a:pt x="527" y="176"/>
                </a:cubicBezTo>
                <a:cubicBezTo>
                  <a:pt x="526" y="177"/>
                  <a:pt x="526" y="177"/>
                  <a:pt x="526" y="178"/>
                </a:cubicBezTo>
                <a:cubicBezTo>
                  <a:pt x="526" y="178"/>
                  <a:pt x="527" y="178"/>
                  <a:pt x="527" y="179"/>
                </a:cubicBezTo>
                <a:cubicBezTo>
                  <a:pt x="527" y="179"/>
                  <a:pt x="527" y="179"/>
                  <a:pt x="528" y="180"/>
                </a:cubicBezTo>
                <a:cubicBezTo>
                  <a:pt x="528" y="180"/>
                  <a:pt x="528" y="180"/>
                  <a:pt x="529" y="181"/>
                </a:cubicBezTo>
                <a:cubicBezTo>
                  <a:pt x="529" y="182"/>
                  <a:pt x="530" y="182"/>
                  <a:pt x="531" y="183"/>
                </a:cubicBezTo>
                <a:cubicBezTo>
                  <a:pt x="531" y="184"/>
                  <a:pt x="532" y="184"/>
                  <a:pt x="532" y="184"/>
                </a:cubicBezTo>
                <a:cubicBezTo>
                  <a:pt x="532" y="184"/>
                  <a:pt x="532" y="185"/>
                  <a:pt x="532" y="185"/>
                </a:cubicBezTo>
                <a:cubicBezTo>
                  <a:pt x="532" y="185"/>
                  <a:pt x="532" y="186"/>
                  <a:pt x="532" y="186"/>
                </a:cubicBezTo>
                <a:cubicBezTo>
                  <a:pt x="532" y="187"/>
                  <a:pt x="533" y="187"/>
                  <a:pt x="533" y="188"/>
                </a:cubicBezTo>
                <a:cubicBezTo>
                  <a:pt x="534" y="189"/>
                  <a:pt x="534" y="189"/>
                  <a:pt x="534" y="190"/>
                </a:cubicBezTo>
                <a:cubicBezTo>
                  <a:pt x="534" y="191"/>
                  <a:pt x="535" y="191"/>
                  <a:pt x="536" y="191"/>
                </a:cubicBezTo>
                <a:cubicBezTo>
                  <a:pt x="536" y="192"/>
                  <a:pt x="536" y="192"/>
                  <a:pt x="537" y="192"/>
                </a:cubicBezTo>
                <a:cubicBezTo>
                  <a:pt x="537" y="192"/>
                  <a:pt x="537" y="192"/>
                  <a:pt x="537" y="193"/>
                </a:cubicBezTo>
                <a:cubicBezTo>
                  <a:pt x="538" y="194"/>
                  <a:pt x="537" y="194"/>
                  <a:pt x="537" y="195"/>
                </a:cubicBezTo>
                <a:cubicBezTo>
                  <a:pt x="538" y="195"/>
                  <a:pt x="538" y="195"/>
                  <a:pt x="538" y="196"/>
                </a:cubicBezTo>
                <a:cubicBezTo>
                  <a:pt x="539" y="196"/>
                  <a:pt x="540" y="196"/>
                  <a:pt x="541" y="197"/>
                </a:cubicBezTo>
                <a:cubicBezTo>
                  <a:pt x="542" y="197"/>
                  <a:pt x="542" y="198"/>
                  <a:pt x="543" y="198"/>
                </a:cubicBezTo>
                <a:cubicBezTo>
                  <a:pt x="543" y="198"/>
                  <a:pt x="543" y="199"/>
                  <a:pt x="544" y="199"/>
                </a:cubicBezTo>
                <a:cubicBezTo>
                  <a:pt x="544" y="199"/>
                  <a:pt x="544" y="199"/>
                  <a:pt x="545" y="199"/>
                </a:cubicBezTo>
                <a:cubicBezTo>
                  <a:pt x="545" y="199"/>
                  <a:pt x="545" y="199"/>
                  <a:pt x="545" y="199"/>
                </a:cubicBezTo>
                <a:cubicBezTo>
                  <a:pt x="546" y="199"/>
                  <a:pt x="546" y="199"/>
                  <a:pt x="546" y="199"/>
                </a:cubicBezTo>
                <a:cubicBezTo>
                  <a:pt x="547" y="198"/>
                  <a:pt x="547" y="198"/>
                  <a:pt x="548" y="198"/>
                </a:cubicBezTo>
                <a:cubicBezTo>
                  <a:pt x="548" y="198"/>
                  <a:pt x="548" y="198"/>
                  <a:pt x="548" y="198"/>
                </a:cubicBezTo>
                <a:cubicBezTo>
                  <a:pt x="549" y="198"/>
                  <a:pt x="549" y="198"/>
                  <a:pt x="549" y="199"/>
                </a:cubicBezTo>
                <a:cubicBezTo>
                  <a:pt x="550" y="199"/>
                  <a:pt x="550" y="198"/>
                  <a:pt x="550" y="199"/>
                </a:cubicBezTo>
                <a:cubicBezTo>
                  <a:pt x="550" y="199"/>
                  <a:pt x="550" y="199"/>
                  <a:pt x="550" y="199"/>
                </a:cubicBezTo>
                <a:cubicBezTo>
                  <a:pt x="551" y="200"/>
                  <a:pt x="551" y="200"/>
                  <a:pt x="551" y="200"/>
                </a:cubicBezTo>
                <a:cubicBezTo>
                  <a:pt x="551" y="201"/>
                  <a:pt x="551" y="201"/>
                  <a:pt x="552" y="201"/>
                </a:cubicBezTo>
                <a:cubicBezTo>
                  <a:pt x="552" y="202"/>
                  <a:pt x="553" y="202"/>
                  <a:pt x="553" y="202"/>
                </a:cubicBezTo>
                <a:cubicBezTo>
                  <a:pt x="554" y="202"/>
                  <a:pt x="554" y="202"/>
                  <a:pt x="555" y="202"/>
                </a:cubicBezTo>
                <a:cubicBezTo>
                  <a:pt x="555" y="202"/>
                  <a:pt x="556" y="202"/>
                  <a:pt x="556" y="203"/>
                </a:cubicBezTo>
                <a:cubicBezTo>
                  <a:pt x="556" y="203"/>
                  <a:pt x="556" y="203"/>
                  <a:pt x="556" y="204"/>
                </a:cubicBezTo>
                <a:cubicBezTo>
                  <a:pt x="556" y="204"/>
                  <a:pt x="557" y="205"/>
                  <a:pt x="557" y="205"/>
                </a:cubicBezTo>
                <a:cubicBezTo>
                  <a:pt x="558" y="205"/>
                  <a:pt x="558" y="205"/>
                  <a:pt x="559" y="205"/>
                </a:cubicBezTo>
                <a:cubicBezTo>
                  <a:pt x="560" y="205"/>
                  <a:pt x="560" y="205"/>
                  <a:pt x="561" y="205"/>
                </a:cubicBezTo>
                <a:cubicBezTo>
                  <a:pt x="561" y="205"/>
                  <a:pt x="561" y="204"/>
                  <a:pt x="562" y="204"/>
                </a:cubicBezTo>
                <a:cubicBezTo>
                  <a:pt x="562" y="204"/>
                  <a:pt x="562" y="204"/>
                  <a:pt x="563" y="204"/>
                </a:cubicBezTo>
                <a:cubicBezTo>
                  <a:pt x="563" y="203"/>
                  <a:pt x="563" y="203"/>
                  <a:pt x="564" y="203"/>
                </a:cubicBezTo>
                <a:cubicBezTo>
                  <a:pt x="564" y="203"/>
                  <a:pt x="564" y="202"/>
                  <a:pt x="564" y="202"/>
                </a:cubicBezTo>
                <a:cubicBezTo>
                  <a:pt x="564" y="201"/>
                  <a:pt x="564" y="201"/>
                  <a:pt x="564" y="201"/>
                </a:cubicBezTo>
                <a:cubicBezTo>
                  <a:pt x="564" y="199"/>
                  <a:pt x="564" y="198"/>
                  <a:pt x="564" y="197"/>
                </a:cubicBezTo>
                <a:cubicBezTo>
                  <a:pt x="565" y="196"/>
                  <a:pt x="565" y="196"/>
                  <a:pt x="566" y="195"/>
                </a:cubicBezTo>
                <a:cubicBezTo>
                  <a:pt x="566" y="195"/>
                  <a:pt x="566" y="195"/>
                  <a:pt x="566" y="195"/>
                </a:cubicBezTo>
                <a:cubicBezTo>
                  <a:pt x="567" y="194"/>
                  <a:pt x="567" y="194"/>
                  <a:pt x="567" y="193"/>
                </a:cubicBezTo>
                <a:cubicBezTo>
                  <a:pt x="567" y="193"/>
                  <a:pt x="567" y="192"/>
                  <a:pt x="567" y="192"/>
                </a:cubicBezTo>
                <a:cubicBezTo>
                  <a:pt x="567" y="191"/>
                  <a:pt x="566" y="191"/>
                  <a:pt x="566" y="191"/>
                </a:cubicBezTo>
                <a:cubicBezTo>
                  <a:pt x="566" y="190"/>
                  <a:pt x="567" y="190"/>
                  <a:pt x="567" y="190"/>
                </a:cubicBezTo>
                <a:cubicBezTo>
                  <a:pt x="567" y="189"/>
                  <a:pt x="567" y="189"/>
                  <a:pt x="566" y="188"/>
                </a:cubicBezTo>
                <a:cubicBezTo>
                  <a:pt x="566" y="188"/>
                  <a:pt x="566" y="188"/>
                  <a:pt x="566" y="187"/>
                </a:cubicBezTo>
                <a:cubicBezTo>
                  <a:pt x="565" y="187"/>
                  <a:pt x="565" y="187"/>
                  <a:pt x="565" y="186"/>
                </a:cubicBezTo>
                <a:cubicBezTo>
                  <a:pt x="565" y="186"/>
                  <a:pt x="565" y="186"/>
                  <a:pt x="565" y="185"/>
                </a:cubicBezTo>
                <a:cubicBezTo>
                  <a:pt x="565" y="184"/>
                  <a:pt x="566" y="184"/>
                  <a:pt x="567" y="184"/>
                </a:cubicBezTo>
                <a:cubicBezTo>
                  <a:pt x="568" y="184"/>
                  <a:pt x="568" y="184"/>
                  <a:pt x="568" y="184"/>
                </a:cubicBezTo>
                <a:cubicBezTo>
                  <a:pt x="568" y="184"/>
                  <a:pt x="569" y="184"/>
                  <a:pt x="569" y="184"/>
                </a:cubicBezTo>
                <a:cubicBezTo>
                  <a:pt x="570" y="184"/>
                  <a:pt x="570" y="184"/>
                  <a:pt x="571" y="184"/>
                </a:cubicBezTo>
                <a:cubicBezTo>
                  <a:pt x="571" y="183"/>
                  <a:pt x="571" y="183"/>
                  <a:pt x="571" y="182"/>
                </a:cubicBezTo>
                <a:cubicBezTo>
                  <a:pt x="571" y="182"/>
                  <a:pt x="571" y="182"/>
                  <a:pt x="571" y="181"/>
                </a:cubicBezTo>
                <a:cubicBezTo>
                  <a:pt x="571" y="181"/>
                  <a:pt x="571" y="181"/>
                  <a:pt x="572" y="180"/>
                </a:cubicBezTo>
                <a:cubicBezTo>
                  <a:pt x="572" y="180"/>
                  <a:pt x="572" y="180"/>
                  <a:pt x="573" y="180"/>
                </a:cubicBezTo>
                <a:cubicBezTo>
                  <a:pt x="573" y="180"/>
                  <a:pt x="573" y="180"/>
                  <a:pt x="574" y="180"/>
                </a:cubicBezTo>
                <a:cubicBezTo>
                  <a:pt x="574" y="180"/>
                  <a:pt x="574" y="179"/>
                  <a:pt x="575" y="179"/>
                </a:cubicBezTo>
                <a:cubicBezTo>
                  <a:pt x="575" y="174"/>
                  <a:pt x="575" y="174"/>
                  <a:pt x="575" y="174"/>
                </a:cubicBezTo>
                <a:cubicBezTo>
                  <a:pt x="575" y="174"/>
                  <a:pt x="575" y="174"/>
                  <a:pt x="575" y="173"/>
                </a:cubicBezTo>
                <a:cubicBezTo>
                  <a:pt x="575" y="172"/>
                  <a:pt x="575" y="172"/>
                  <a:pt x="575" y="172"/>
                </a:cubicBezTo>
                <a:cubicBezTo>
                  <a:pt x="575" y="171"/>
                  <a:pt x="575" y="171"/>
                  <a:pt x="575" y="171"/>
                </a:cubicBezTo>
                <a:cubicBezTo>
                  <a:pt x="575" y="170"/>
                  <a:pt x="575" y="170"/>
                  <a:pt x="575" y="170"/>
                </a:cubicBezTo>
                <a:cubicBezTo>
                  <a:pt x="574" y="169"/>
                  <a:pt x="574" y="170"/>
                  <a:pt x="574" y="169"/>
                </a:cubicBezTo>
                <a:cubicBezTo>
                  <a:pt x="574" y="169"/>
                  <a:pt x="574" y="168"/>
                  <a:pt x="574" y="168"/>
                </a:cubicBezTo>
                <a:cubicBezTo>
                  <a:pt x="574" y="168"/>
                  <a:pt x="575" y="168"/>
                  <a:pt x="575" y="168"/>
                </a:cubicBezTo>
                <a:cubicBezTo>
                  <a:pt x="576" y="168"/>
                  <a:pt x="576" y="168"/>
                  <a:pt x="577" y="168"/>
                </a:cubicBezTo>
                <a:cubicBezTo>
                  <a:pt x="577" y="167"/>
                  <a:pt x="578" y="167"/>
                  <a:pt x="578" y="167"/>
                </a:cubicBezTo>
                <a:cubicBezTo>
                  <a:pt x="578" y="167"/>
                  <a:pt x="579" y="167"/>
                  <a:pt x="579" y="166"/>
                </a:cubicBezTo>
                <a:cubicBezTo>
                  <a:pt x="579" y="166"/>
                  <a:pt x="579" y="166"/>
                  <a:pt x="579" y="165"/>
                </a:cubicBezTo>
                <a:cubicBezTo>
                  <a:pt x="579" y="165"/>
                  <a:pt x="579" y="165"/>
                  <a:pt x="579" y="165"/>
                </a:cubicBezTo>
                <a:cubicBezTo>
                  <a:pt x="579" y="164"/>
                  <a:pt x="579" y="164"/>
                  <a:pt x="579" y="164"/>
                </a:cubicBezTo>
                <a:cubicBezTo>
                  <a:pt x="585" y="164"/>
                  <a:pt x="585" y="164"/>
                  <a:pt x="585" y="164"/>
                </a:cubicBezTo>
                <a:cubicBezTo>
                  <a:pt x="585" y="163"/>
                  <a:pt x="585" y="162"/>
                  <a:pt x="585" y="161"/>
                </a:cubicBezTo>
                <a:cubicBezTo>
                  <a:pt x="585" y="161"/>
                  <a:pt x="585" y="160"/>
                  <a:pt x="585" y="160"/>
                </a:cubicBezTo>
                <a:cubicBezTo>
                  <a:pt x="588" y="160"/>
                  <a:pt x="588" y="160"/>
                  <a:pt x="588" y="160"/>
                </a:cubicBezTo>
                <a:cubicBezTo>
                  <a:pt x="588" y="161"/>
                  <a:pt x="588" y="162"/>
                  <a:pt x="588" y="163"/>
                </a:cubicBezTo>
                <a:cubicBezTo>
                  <a:pt x="588" y="163"/>
                  <a:pt x="588" y="164"/>
                  <a:pt x="588" y="164"/>
                </a:cubicBezTo>
                <a:cubicBezTo>
                  <a:pt x="589" y="164"/>
                  <a:pt x="589" y="164"/>
                  <a:pt x="590" y="164"/>
                </a:cubicBezTo>
                <a:cubicBezTo>
                  <a:pt x="590" y="164"/>
                  <a:pt x="591" y="164"/>
                  <a:pt x="591" y="164"/>
                </a:cubicBezTo>
                <a:cubicBezTo>
                  <a:pt x="592" y="164"/>
                  <a:pt x="593" y="163"/>
                  <a:pt x="594" y="162"/>
                </a:cubicBezTo>
                <a:cubicBezTo>
                  <a:pt x="594" y="162"/>
                  <a:pt x="594" y="162"/>
                  <a:pt x="595" y="161"/>
                </a:cubicBezTo>
                <a:cubicBezTo>
                  <a:pt x="595" y="161"/>
                  <a:pt x="595" y="160"/>
                  <a:pt x="596" y="160"/>
                </a:cubicBezTo>
                <a:cubicBezTo>
                  <a:pt x="596" y="160"/>
                  <a:pt x="596" y="160"/>
                  <a:pt x="597" y="160"/>
                </a:cubicBezTo>
                <a:cubicBezTo>
                  <a:pt x="597" y="160"/>
                  <a:pt x="597" y="160"/>
                  <a:pt x="597" y="160"/>
                </a:cubicBezTo>
                <a:cubicBezTo>
                  <a:pt x="598" y="160"/>
                  <a:pt x="599" y="160"/>
                  <a:pt x="599" y="160"/>
                </a:cubicBezTo>
                <a:cubicBezTo>
                  <a:pt x="600" y="160"/>
                  <a:pt x="600" y="159"/>
                  <a:pt x="600" y="159"/>
                </a:cubicBezTo>
                <a:cubicBezTo>
                  <a:pt x="601" y="159"/>
                  <a:pt x="601" y="159"/>
                  <a:pt x="601" y="159"/>
                </a:cubicBezTo>
                <a:cubicBezTo>
                  <a:pt x="601" y="159"/>
                  <a:pt x="601" y="158"/>
                  <a:pt x="601" y="158"/>
                </a:cubicBezTo>
                <a:cubicBezTo>
                  <a:pt x="602" y="157"/>
                  <a:pt x="602" y="157"/>
                  <a:pt x="602" y="157"/>
                </a:cubicBezTo>
                <a:cubicBezTo>
                  <a:pt x="602" y="157"/>
                  <a:pt x="602" y="157"/>
                  <a:pt x="603" y="156"/>
                </a:cubicBezTo>
                <a:cubicBezTo>
                  <a:pt x="603" y="156"/>
                  <a:pt x="603" y="156"/>
                  <a:pt x="604" y="156"/>
                </a:cubicBezTo>
                <a:cubicBezTo>
                  <a:pt x="604" y="156"/>
                  <a:pt x="604" y="156"/>
                  <a:pt x="605" y="155"/>
                </a:cubicBezTo>
                <a:cubicBezTo>
                  <a:pt x="605" y="155"/>
                  <a:pt x="605" y="155"/>
                  <a:pt x="605" y="154"/>
                </a:cubicBezTo>
                <a:cubicBezTo>
                  <a:pt x="605" y="154"/>
                  <a:pt x="605" y="154"/>
                  <a:pt x="606" y="153"/>
                </a:cubicBezTo>
                <a:cubicBezTo>
                  <a:pt x="606" y="153"/>
                  <a:pt x="606" y="153"/>
                  <a:pt x="607" y="153"/>
                </a:cubicBezTo>
                <a:cubicBezTo>
                  <a:pt x="607" y="153"/>
                  <a:pt x="607" y="152"/>
                  <a:pt x="608" y="151"/>
                </a:cubicBezTo>
                <a:cubicBezTo>
                  <a:pt x="608" y="151"/>
                  <a:pt x="608" y="151"/>
                  <a:pt x="608" y="150"/>
                </a:cubicBezTo>
                <a:cubicBezTo>
                  <a:pt x="609" y="150"/>
                  <a:pt x="609" y="150"/>
                  <a:pt x="609" y="150"/>
                </a:cubicBezTo>
                <a:cubicBezTo>
                  <a:pt x="610" y="150"/>
                  <a:pt x="610" y="150"/>
                  <a:pt x="610" y="150"/>
                </a:cubicBezTo>
                <a:cubicBezTo>
                  <a:pt x="610" y="149"/>
                  <a:pt x="610" y="149"/>
                  <a:pt x="610" y="149"/>
                </a:cubicBezTo>
                <a:cubicBezTo>
                  <a:pt x="610" y="148"/>
                  <a:pt x="611" y="148"/>
                  <a:pt x="611" y="148"/>
                </a:cubicBezTo>
                <a:cubicBezTo>
                  <a:pt x="611" y="147"/>
                  <a:pt x="612" y="148"/>
                  <a:pt x="612" y="147"/>
                </a:cubicBezTo>
                <a:cubicBezTo>
                  <a:pt x="612" y="147"/>
                  <a:pt x="613" y="147"/>
                  <a:pt x="613" y="147"/>
                </a:cubicBezTo>
                <a:cubicBezTo>
                  <a:pt x="613" y="145"/>
                  <a:pt x="613" y="145"/>
                  <a:pt x="613" y="144"/>
                </a:cubicBezTo>
                <a:cubicBezTo>
                  <a:pt x="613" y="144"/>
                  <a:pt x="613" y="144"/>
                  <a:pt x="613" y="144"/>
                </a:cubicBezTo>
                <a:moveTo>
                  <a:pt x="355" y="70"/>
                </a:moveTo>
                <a:cubicBezTo>
                  <a:pt x="358" y="74"/>
                  <a:pt x="358" y="74"/>
                  <a:pt x="358" y="74"/>
                </a:cubicBezTo>
                <a:cubicBezTo>
                  <a:pt x="362" y="76"/>
                  <a:pt x="362" y="76"/>
                  <a:pt x="362" y="76"/>
                </a:cubicBezTo>
                <a:cubicBezTo>
                  <a:pt x="367" y="74"/>
                  <a:pt x="367" y="74"/>
                  <a:pt x="367" y="74"/>
                </a:cubicBezTo>
                <a:cubicBezTo>
                  <a:pt x="367" y="74"/>
                  <a:pt x="367" y="73"/>
                  <a:pt x="369" y="74"/>
                </a:cubicBezTo>
                <a:cubicBezTo>
                  <a:pt x="371" y="75"/>
                  <a:pt x="372" y="75"/>
                  <a:pt x="373" y="75"/>
                </a:cubicBezTo>
                <a:cubicBezTo>
                  <a:pt x="374" y="75"/>
                  <a:pt x="376" y="76"/>
                  <a:pt x="376" y="75"/>
                </a:cubicBezTo>
                <a:cubicBezTo>
                  <a:pt x="376" y="74"/>
                  <a:pt x="379" y="73"/>
                  <a:pt x="379" y="73"/>
                </a:cubicBezTo>
                <a:cubicBezTo>
                  <a:pt x="379" y="73"/>
                  <a:pt x="381" y="75"/>
                  <a:pt x="382" y="75"/>
                </a:cubicBezTo>
                <a:cubicBezTo>
                  <a:pt x="383" y="75"/>
                  <a:pt x="385" y="75"/>
                  <a:pt x="386" y="75"/>
                </a:cubicBezTo>
                <a:cubicBezTo>
                  <a:pt x="387" y="74"/>
                  <a:pt x="386" y="74"/>
                  <a:pt x="387" y="74"/>
                </a:cubicBezTo>
                <a:cubicBezTo>
                  <a:pt x="391" y="74"/>
                  <a:pt x="391" y="74"/>
                  <a:pt x="391" y="74"/>
                </a:cubicBezTo>
                <a:cubicBezTo>
                  <a:pt x="392" y="75"/>
                  <a:pt x="390" y="77"/>
                  <a:pt x="391" y="77"/>
                </a:cubicBezTo>
                <a:cubicBezTo>
                  <a:pt x="394" y="78"/>
                  <a:pt x="396" y="77"/>
                  <a:pt x="396" y="77"/>
                </a:cubicBezTo>
                <a:cubicBezTo>
                  <a:pt x="399" y="77"/>
                  <a:pt x="399" y="77"/>
                  <a:pt x="399" y="77"/>
                </a:cubicBezTo>
                <a:cubicBezTo>
                  <a:pt x="402" y="75"/>
                  <a:pt x="402" y="75"/>
                  <a:pt x="402" y="75"/>
                </a:cubicBezTo>
                <a:cubicBezTo>
                  <a:pt x="402" y="75"/>
                  <a:pt x="403" y="74"/>
                  <a:pt x="404" y="74"/>
                </a:cubicBezTo>
                <a:cubicBezTo>
                  <a:pt x="406" y="74"/>
                  <a:pt x="407" y="71"/>
                  <a:pt x="407" y="71"/>
                </a:cubicBezTo>
                <a:cubicBezTo>
                  <a:pt x="406" y="69"/>
                  <a:pt x="406" y="69"/>
                  <a:pt x="406" y="69"/>
                </a:cubicBezTo>
                <a:cubicBezTo>
                  <a:pt x="402" y="70"/>
                  <a:pt x="402" y="70"/>
                  <a:pt x="402" y="70"/>
                </a:cubicBezTo>
                <a:cubicBezTo>
                  <a:pt x="401" y="67"/>
                  <a:pt x="401" y="67"/>
                  <a:pt x="401" y="67"/>
                </a:cubicBezTo>
                <a:cubicBezTo>
                  <a:pt x="405" y="66"/>
                  <a:pt x="405" y="66"/>
                  <a:pt x="405" y="66"/>
                </a:cubicBezTo>
                <a:cubicBezTo>
                  <a:pt x="406" y="63"/>
                  <a:pt x="406" y="63"/>
                  <a:pt x="406" y="63"/>
                </a:cubicBezTo>
                <a:cubicBezTo>
                  <a:pt x="405" y="60"/>
                  <a:pt x="405" y="60"/>
                  <a:pt x="405" y="60"/>
                </a:cubicBezTo>
                <a:cubicBezTo>
                  <a:pt x="408" y="60"/>
                  <a:pt x="408" y="60"/>
                  <a:pt x="408" y="60"/>
                </a:cubicBezTo>
                <a:cubicBezTo>
                  <a:pt x="413" y="60"/>
                  <a:pt x="413" y="60"/>
                  <a:pt x="413" y="60"/>
                </a:cubicBezTo>
                <a:cubicBezTo>
                  <a:pt x="413" y="60"/>
                  <a:pt x="415" y="61"/>
                  <a:pt x="415" y="60"/>
                </a:cubicBezTo>
                <a:cubicBezTo>
                  <a:pt x="416" y="59"/>
                  <a:pt x="415" y="56"/>
                  <a:pt x="415" y="56"/>
                </a:cubicBezTo>
                <a:cubicBezTo>
                  <a:pt x="415" y="56"/>
                  <a:pt x="411" y="54"/>
                  <a:pt x="413" y="54"/>
                </a:cubicBezTo>
                <a:cubicBezTo>
                  <a:pt x="417" y="54"/>
                  <a:pt x="417" y="54"/>
                  <a:pt x="417" y="54"/>
                </a:cubicBezTo>
                <a:cubicBezTo>
                  <a:pt x="419" y="54"/>
                  <a:pt x="420" y="54"/>
                  <a:pt x="420" y="53"/>
                </a:cubicBezTo>
                <a:cubicBezTo>
                  <a:pt x="420" y="52"/>
                  <a:pt x="418" y="50"/>
                  <a:pt x="418" y="50"/>
                </a:cubicBezTo>
                <a:cubicBezTo>
                  <a:pt x="418" y="50"/>
                  <a:pt x="415" y="50"/>
                  <a:pt x="414" y="49"/>
                </a:cubicBezTo>
                <a:cubicBezTo>
                  <a:pt x="413" y="48"/>
                  <a:pt x="410" y="48"/>
                  <a:pt x="410" y="48"/>
                </a:cubicBezTo>
                <a:cubicBezTo>
                  <a:pt x="407" y="50"/>
                  <a:pt x="407" y="50"/>
                  <a:pt x="407" y="50"/>
                </a:cubicBezTo>
                <a:cubicBezTo>
                  <a:pt x="405" y="52"/>
                  <a:pt x="405" y="52"/>
                  <a:pt x="405" y="52"/>
                </a:cubicBezTo>
                <a:cubicBezTo>
                  <a:pt x="404" y="49"/>
                  <a:pt x="404" y="49"/>
                  <a:pt x="404" y="49"/>
                </a:cubicBezTo>
                <a:cubicBezTo>
                  <a:pt x="408" y="48"/>
                  <a:pt x="408" y="48"/>
                  <a:pt x="408" y="48"/>
                </a:cubicBezTo>
                <a:cubicBezTo>
                  <a:pt x="408" y="48"/>
                  <a:pt x="407" y="47"/>
                  <a:pt x="408" y="47"/>
                </a:cubicBezTo>
                <a:cubicBezTo>
                  <a:pt x="409" y="46"/>
                  <a:pt x="411" y="45"/>
                  <a:pt x="411" y="45"/>
                </a:cubicBezTo>
                <a:cubicBezTo>
                  <a:pt x="414" y="45"/>
                  <a:pt x="414" y="45"/>
                  <a:pt x="414" y="45"/>
                </a:cubicBezTo>
                <a:cubicBezTo>
                  <a:pt x="416" y="47"/>
                  <a:pt x="416" y="47"/>
                  <a:pt x="416" y="47"/>
                </a:cubicBezTo>
                <a:cubicBezTo>
                  <a:pt x="421" y="48"/>
                  <a:pt x="421" y="48"/>
                  <a:pt x="421" y="48"/>
                </a:cubicBezTo>
                <a:cubicBezTo>
                  <a:pt x="421" y="48"/>
                  <a:pt x="423" y="48"/>
                  <a:pt x="424" y="47"/>
                </a:cubicBezTo>
                <a:cubicBezTo>
                  <a:pt x="425" y="46"/>
                  <a:pt x="427" y="45"/>
                  <a:pt x="427" y="45"/>
                </a:cubicBezTo>
                <a:cubicBezTo>
                  <a:pt x="423" y="42"/>
                  <a:pt x="423" y="42"/>
                  <a:pt x="423" y="42"/>
                </a:cubicBezTo>
                <a:cubicBezTo>
                  <a:pt x="428" y="41"/>
                  <a:pt x="428" y="41"/>
                  <a:pt x="428" y="41"/>
                </a:cubicBezTo>
                <a:cubicBezTo>
                  <a:pt x="430" y="43"/>
                  <a:pt x="430" y="43"/>
                  <a:pt x="430" y="43"/>
                </a:cubicBezTo>
                <a:cubicBezTo>
                  <a:pt x="433" y="43"/>
                  <a:pt x="433" y="43"/>
                  <a:pt x="433" y="43"/>
                </a:cubicBezTo>
                <a:cubicBezTo>
                  <a:pt x="438" y="42"/>
                  <a:pt x="438" y="42"/>
                  <a:pt x="438" y="42"/>
                </a:cubicBezTo>
                <a:cubicBezTo>
                  <a:pt x="436" y="39"/>
                  <a:pt x="436" y="39"/>
                  <a:pt x="436" y="39"/>
                </a:cubicBezTo>
                <a:cubicBezTo>
                  <a:pt x="433" y="37"/>
                  <a:pt x="433" y="37"/>
                  <a:pt x="433" y="37"/>
                </a:cubicBezTo>
                <a:cubicBezTo>
                  <a:pt x="438" y="37"/>
                  <a:pt x="438" y="37"/>
                  <a:pt x="438" y="37"/>
                </a:cubicBezTo>
                <a:cubicBezTo>
                  <a:pt x="442" y="37"/>
                  <a:pt x="442" y="37"/>
                  <a:pt x="442" y="37"/>
                </a:cubicBezTo>
                <a:cubicBezTo>
                  <a:pt x="444" y="35"/>
                  <a:pt x="444" y="35"/>
                  <a:pt x="444" y="35"/>
                </a:cubicBezTo>
                <a:cubicBezTo>
                  <a:pt x="448" y="34"/>
                  <a:pt x="448" y="34"/>
                  <a:pt x="448" y="34"/>
                </a:cubicBezTo>
                <a:cubicBezTo>
                  <a:pt x="452" y="31"/>
                  <a:pt x="452" y="31"/>
                  <a:pt x="452" y="31"/>
                </a:cubicBezTo>
                <a:cubicBezTo>
                  <a:pt x="452" y="31"/>
                  <a:pt x="456" y="30"/>
                  <a:pt x="457" y="30"/>
                </a:cubicBezTo>
                <a:cubicBezTo>
                  <a:pt x="458" y="30"/>
                  <a:pt x="461" y="27"/>
                  <a:pt x="461" y="27"/>
                </a:cubicBezTo>
                <a:cubicBezTo>
                  <a:pt x="465" y="26"/>
                  <a:pt x="465" y="26"/>
                  <a:pt x="465" y="26"/>
                </a:cubicBezTo>
                <a:cubicBezTo>
                  <a:pt x="468" y="25"/>
                  <a:pt x="468" y="25"/>
                  <a:pt x="468" y="25"/>
                </a:cubicBezTo>
                <a:cubicBezTo>
                  <a:pt x="466" y="23"/>
                  <a:pt x="466" y="23"/>
                  <a:pt x="466" y="23"/>
                </a:cubicBezTo>
                <a:cubicBezTo>
                  <a:pt x="466" y="23"/>
                  <a:pt x="464" y="24"/>
                  <a:pt x="463" y="24"/>
                </a:cubicBezTo>
                <a:cubicBezTo>
                  <a:pt x="462" y="24"/>
                  <a:pt x="459" y="26"/>
                  <a:pt x="458" y="25"/>
                </a:cubicBezTo>
                <a:cubicBezTo>
                  <a:pt x="457" y="24"/>
                  <a:pt x="458" y="24"/>
                  <a:pt x="456" y="24"/>
                </a:cubicBezTo>
                <a:cubicBezTo>
                  <a:pt x="454" y="24"/>
                  <a:pt x="450" y="24"/>
                  <a:pt x="450" y="24"/>
                </a:cubicBezTo>
                <a:cubicBezTo>
                  <a:pt x="451" y="22"/>
                  <a:pt x="451" y="22"/>
                  <a:pt x="451" y="22"/>
                </a:cubicBezTo>
                <a:cubicBezTo>
                  <a:pt x="455" y="21"/>
                  <a:pt x="455" y="21"/>
                  <a:pt x="455" y="21"/>
                </a:cubicBezTo>
                <a:cubicBezTo>
                  <a:pt x="460" y="21"/>
                  <a:pt x="460" y="21"/>
                  <a:pt x="460" y="21"/>
                </a:cubicBezTo>
                <a:cubicBezTo>
                  <a:pt x="466" y="21"/>
                  <a:pt x="466" y="21"/>
                  <a:pt x="466" y="21"/>
                </a:cubicBezTo>
                <a:cubicBezTo>
                  <a:pt x="466" y="21"/>
                  <a:pt x="469" y="20"/>
                  <a:pt x="471" y="20"/>
                </a:cubicBezTo>
                <a:cubicBezTo>
                  <a:pt x="472" y="20"/>
                  <a:pt x="475" y="19"/>
                  <a:pt x="475" y="19"/>
                </a:cubicBezTo>
                <a:cubicBezTo>
                  <a:pt x="480" y="18"/>
                  <a:pt x="480" y="18"/>
                  <a:pt x="480" y="18"/>
                </a:cubicBezTo>
                <a:cubicBezTo>
                  <a:pt x="480" y="18"/>
                  <a:pt x="481" y="17"/>
                  <a:pt x="482" y="16"/>
                </a:cubicBezTo>
                <a:cubicBezTo>
                  <a:pt x="483" y="14"/>
                  <a:pt x="481" y="13"/>
                  <a:pt x="481" y="13"/>
                </a:cubicBezTo>
                <a:cubicBezTo>
                  <a:pt x="477" y="13"/>
                  <a:pt x="477" y="13"/>
                  <a:pt x="477" y="13"/>
                </a:cubicBezTo>
                <a:cubicBezTo>
                  <a:pt x="473" y="13"/>
                  <a:pt x="473" y="13"/>
                  <a:pt x="473" y="13"/>
                </a:cubicBezTo>
                <a:cubicBezTo>
                  <a:pt x="472" y="11"/>
                  <a:pt x="472" y="11"/>
                  <a:pt x="472" y="11"/>
                </a:cubicBezTo>
                <a:cubicBezTo>
                  <a:pt x="468" y="8"/>
                  <a:pt x="468" y="8"/>
                  <a:pt x="468" y="8"/>
                </a:cubicBezTo>
                <a:cubicBezTo>
                  <a:pt x="464" y="9"/>
                  <a:pt x="464" y="9"/>
                  <a:pt x="464" y="9"/>
                </a:cubicBezTo>
                <a:cubicBezTo>
                  <a:pt x="459" y="9"/>
                  <a:pt x="459" y="9"/>
                  <a:pt x="459" y="9"/>
                </a:cubicBezTo>
                <a:cubicBezTo>
                  <a:pt x="454" y="11"/>
                  <a:pt x="454" y="11"/>
                  <a:pt x="454" y="11"/>
                </a:cubicBezTo>
                <a:cubicBezTo>
                  <a:pt x="454" y="8"/>
                  <a:pt x="454" y="8"/>
                  <a:pt x="454" y="8"/>
                </a:cubicBezTo>
                <a:cubicBezTo>
                  <a:pt x="450" y="8"/>
                  <a:pt x="450" y="8"/>
                  <a:pt x="450" y="8"/>
                </a:cubicBezTo>
                <a:cubicBezTo>
                  <a:pt x="450" y="8"/>
                  <a:pt x="447" y="9"/>
                  <a:pt x="446" y="8"/>
                </a:cubicBezTo>
                <a:cubicBezTo>
                  <a:pt x="446" y="8"/>
                  <a:pt x="445" y="7"/>
                  <a:pt x="445" y="7"/>
                </a:cubicBezTo>
                <a:cubicBezTo>
                  <a:pt x="442" y="7"/>
                  <a:pt x="442" y="7"/>
                  <a:pt x="442" y="7"/>
                </a:cubicBezTo>
                <a:cubicBezTo>
                  <a:pt x="439" y="5"/>
                  <a:pt x="437" y="5"/>
                  <a:pt x="437" y="5"/>
                </a:cubicBezTo>
                <a:cubicBezTo>
                  <a:pt x="437" y="5"/>
                  <a:pt x="437" y="9"/>
                  <a:pt x="436" y="9"/>
                </a:cubicBezTo>
                <a:cubicBezTo>
                  <a:pt x="435" y="8"/>
                  <a:pt x="435" y="10"/>
                  <a:pt x="434" y="8"/>
                </a:cubicBezTo>
                <a:cubicBezTo>
                  <a:pt x="433" y="7"/>
                  <a:pt x="433" y="7"/>
                  <a:pt x="432" y="7"/>
                </a:cubicBezTo>
                <a:cubicBezTo>
                  <a:pt x="430" y="7"/>
                  <a:pt x="429" y="7"/>
                  <a:pt x="428" y="7"/>
                </a:cubicBezTo>
                <a:cubicBezTo>
                  <a:pt x="427" y="7"/>
                  <a:pt x="428" y="9"/>
                  <a:pt x="428" y="9"/>
                </a:cubicBezTo>
                <a:cubicBezTo>
                  <a:pt x="426" y="11"/>
                  <a:pt x="423" y="9"/>
                  <a:pt x="423" y="9"/>
                </a:cubicBezTo>
                <a:cubicBezTo>
                  <a:pt x="421" y="7"/>
                  <a:pt x="419" y="7"/>
                  <a:pt x="419" y="7"/>
                </a:cubicBezTo>
                <a:cubicBezTo>
                  <a:pt x="415" y="6"/>
                  <a:pt x="415" y="6"/>
                  <a:pt x="415" y="6"/>
                </a:cubicBezTo>
                <a:cubicBezTo>
                  <a:pt x="415" y="6"/>
                  <a:pt x="411" y="5"/>
                  <a:pt x="411" y="6"/>
                </a:cubicBezTo>
                <a:cubicBezTo>
                  <a:pt x="410" y="8"/>
                  <a:pt x="411" y="11"/>
                  <a:pt x="411" y="11"/>
                </a:cubicBezTo>
                <a:cubicBezTo>
                  <a:pt x="409" y="11"/>
                  <a:pt x="409" y="11"/>
                  <a:pt x="409" y="11"/>
                </a:cubicBezTo>
                <a:cubicBezTo>
                  <a:pt x="406" y="9"/>
                  <a:pt x="406" y="9"/>
                  <a:pt x="406" y="9"/>
                </a:cubicBezTo>
                <a:cubicBezTo>
                  <a:pt x="406" y="9"/>
                  <a:pt x="406" y="8"/>
                  <a:pt x="404" y="8"/>
                </a:cubicBezTo>
                <a:cubicBezTo>
                  <a:pt x="400" y="8"/>
                  <a:pt x="400" y="8"/>
                  <a:pt x="400" y="8"/>
                </a:cubicBezTo>
                <a:cubicBezTo>
                  <a:pt x="400" y="10"/>
                  <a:pt x="400" y="10"/>
                  <a:pt x="400" y="10"/>
                </a:cubicBezTo>
                <a:cubicBezTo>
                  <a:pt x="396" y="10"/>
                  <a:pt x="396" y="10"/>
                  <a:pt x="396" y="10"/>
                </a:cubicBezTo>
                <a:cubicBezTo>
                  <a:pt x="394" y="9"/>
                  <a:pt x="390" y="10"/>
                  <a:pt x="390" y="10"/>
                </a:cubicBezTo>
                <a:cubicBezTo>
                  <a:pt x="388" y="11"/>
                  <a:pt x="385" y="12"/>
                  <a:pt x="385" y="12"/>
                </a:cubicBezTo>
                <a:cubicBezTo>
                  <a:pt x="383" y="14"/>
                  <a:pt x="383" y="14"/>
                  <a:pt x="383" y="14"/>
                </a:cubicBezTo>
                <a:cubicBezTo>
                  <a:pt x="388" y="14"/>
                  <a:pt x="388" y="14"/>
                  <a:pt x="388" y="14"/>
                </a:cubicBezTo>
                <a:cubicBezTo>
                  <a:pt x="390" y="16"/>
                  <a:pt x="395" y="17"/>
                  <a:pt x="395" y="17"/>
                </a:cubicBezTo>
                <a:cubicBezTo>
                  <a:pt x="395" y="17"/>
                  <a:pt x="397" y="16"/>
                  <a:pt x="397" y="17"/>
                </a:cubicBezTo>
                <a:cubicBezTo>
                  <a:pt x="397" y="18"/>
                  <a:pt x="398" y="20"/>
                  <a:pt x="398" y="20"/>
                </a:cubicBezTo>
                <a:cubicBezTo>
                  <a:pt x="398" y="20"/>
                  <a:pt x="395" y="21"/>
                  <a:pt x="394" y="20"/>
                </a:cubicBezTo>
                <a:cubicBezTo>
                  <a:pt x="393" y="19"/>
                  <a:pt x="392" y="17"/>
                  <a:pt x="390" y="17"/>
                </a:cubicBezTo>
                <a:cubicBezTo>
                  <a:pt x="385" y="17"/>
                  <a:pt x="385" y="17"/>
                  <a:pt x="385" y="17"/>
                </a:cubicBezTo>
                <a:cubicBezTo>
                  <a:pt x="385" y="17"/>
                  <a:pt x="382" y="17"/>
                  <a:pt x="382" y="16"/>
                </a:cubicBezTo>
                <a:cubicBezTo>
                  <a:pt x="381" y="15"/>
                  <a:pt x="380" y="13"/>
                  <a:pt x="379" y="14"/>
                </a:cubicBezTo>
                <a:cubicBezTo>
                  <a:pt x="378" y="14"/>
                  <a:pt x="375" y="14"/>
                  <a:pt x="375" y="14"/>
                </a:cubicBezTo>
                <a:cubicBezTo>
                  <a:pt x="373" y="13"/>
                  <a:pt x="373" y="13"/>
                  <a:pt x="373" y="13"/>
                </a:cubicBezTo>
                <a:cubicBezTo>
                  <a:pt x="373" y="13"/>
                  <a:pt x="372" y="12"/>
                  <a:pt x="371" y="13"/>
                </a:cubicBezTo>
                <a:cubicBezTo>
                  <a:pt x="368" y="13"/>
                  <a:pt x="368" y="13"/>
                  <a:pt x="368" y="13"/>
                </a:cubicBezTo>
                <a:cubicBezTo>
                  <a:pt x="368" y="15"/>
                  <a:pt x="368" y="15"/>
                  <a:pt x="368" y="15"/>
                </a:cubicBezTo>
                <a:cubicBezTo>
                  <a:pt x="368" y="15"/>
                  <a:pt x="369" y="18"/>
                  <a:pt x="368" y="18"/>
                </a:cubicBezTo>
                <a:cubicBezTo>
                  <a:pt x="364" y="18"/>
                  <a:pt x="364" y="18"/>
                  <a:pt x="364" y="18"/>
                </a:cubicBezTo>
                <a:cubicBezTo>
                  <a:pt x="360" y="17"/>
                  <a:pt x="360" y="17"/>
                  <a:pt x="360" y="17"/>
                </a:cubicBezTo>
                <a:cubicBezTo>
                  <a:pt x="358" y="17"/>
                  <a:pt x="358" y="17"/>
                  <a:pt x="358" y="17"/>
                </a:cubicBezTo>
                <a:cubicBezTo>
                  <a:pt x="356" y="18"/>
                  <a:pt x="356" y="18"/>
                  <a:pt x="356" y="18"/>
                </a:cubicBezTo>
                <a:cubicBezTo>
                  <a:pt x="356" y="18"/>
                  <a:pt x="355" y="19"/>
                  <a:pt x="354" y="19"/>
                </a:cubicBezTo>
                <a:cubicBezTo>
                  <a:pt x="352" y="19"/>
                  <a:pt x="352" y="19"/>
                  <a:pt x="352" y="19"/>
                </a:cubicBezTo>
                <a:cubicBezTo>
                  <a:pt x="349" y="19"/>
                  <a:pt x="349" y="19"/>
                  <a:pt x="349" y="19"/>
                </a:cubicBezTo>
                <a:cubicBezTo>
                  <a:pt x="349" y="21"/>
                  <a:pt x="349" y="21"/>
                  <a:pt x="349" y="21"/>
                </a:cubicBezTo>
                <a:cubicBezTo>
                  <a:pt x="344" y="21"/>
                  <a:pt x="344" y="21"/>
                  <a:pt x="344" y="21"/>
                </a:cubicBezTo>
                <a:cubicBezTo>
                  <a:pt x="344" y="23"/>
                  <a:pt x="344" y="23"/>
                  <a:pt x="344" y="23"/>
                </a:cubicBezTo>
                <a:cubicBezTo>
                  <a:pt x="347" y="24"/>
                  <a:pt x="347" y="24"/>
                  <a:pt x="347" y="24"/>
                </a:cubicBezTo>
                <a:cubicBezTo>
                  <a:pt x="348" y="24"/>
                  <a:pt x="348" y="24"/>
                  <a:pt x="348" y="24"/>
                </a:cubicBezTo>
                <a:cubicBezTo>
                  <a:pt x="348" y="27"/>
                  <a:pt x="348" y="27"/>
                  <a:pt x="348" y="27"/>
                </a:cubicBezTo>
                <a:cubicBezTo>
                  <a:pt x="352" y="28"/>
                  <a:pt x="352" y="28"/>
                  <a:pt x="352" y="28"/>
                </a:cubicBezTo>
                <a:cubicBezTo>
                  <a:pt x="352" y="28"/>
                  <a:pt x="353" y="30"/>
                  <a:pt x="354" y="30"/>
                </a:cubicBezTo>
                <a:cubicBezTo>
                  <a:pt x="355" y="30"/>
                  <a:pt x="358" y="30"/>
                  <a:pt x="358" y="30"/>
                </a:cubicBezTo>
                <a:cubicBezTo>
                  <a:pt x="358" y="30"/>
                  <a:pt x="360" y="31"/>
                  <a:pt x="362" y="32"/>
                </a:cubicBezTo>
                <a:cubicBezTo>
                  <a:pt x="363" y="32"/>
                  <a:pt x="366" y="32"/>
                  <a:pt x="366" y="32"/>
                </a:cubicBezTo>
                <a:cubicBezTo>
                  <a:pt x="368" y="29"/>
                  <a:pt x="368" y="29"/>
                  <a:pt x="368" y="29"/>
                </a:cubicBezTo>
                <a:cubicBezTo>
                  <a:pt x="369" y="28"/>
                  <a:pt x="369" y="28"/>
                  <a:pt x="369" y="28"/>
                </a:cubicBezTo>
                <a:cubicBezTo>
                  <a:pt x="374" y="27"/>
                  <a:pt x="374" y="27"/>
                  <a:pt x="374" y="27"/>
                </a:cubicBezTo>
                <a:cubicBezTo>
                  <a:pt x="371" y="29"/>
                  <a:pt x="371" y="29"/>
                  <a:pt x="371" y="29"/>
                </a:cubicBezTo>
                <a:cubicBezTo>
                  <a:pt x="369" y="32"/>
                  <a:pt x="369" y="32"/>
                  <a:pt x="369" y="32"/>
                </a:cubicBezTo>
                <a:cubicBezTo>
                  <a:pt x="369" y="35"/>
                  <a:pt x="369" y="35"/>
                  <a:pt x="369" y="35"/>
                </a:cubicBezTo>
                <a:cubicBezTo>
                  <a:pt x="376" y="35"/>
                  <a:pt x="376" y="35"/>
                  <a:pt x="376" y="35"/>
                </a:cubicBezTo>
                <a:cubicBezTo>
                  <a:pt x="376" y="35"/>
                  <a:pt x="381" y="36"/>
                  <a:pt x="382" y="35"/>
                </a:cubicBezTo>
                <a:cubicBezTo>
                  <a:pt x="382" y="33"/>
                  <a:pt x="384" y="32"/>
                  <a:pt x="384" y="32"/>
                </a:cubicBezTo>
                <a:cubicBezTo>
                  <a:pt x="388" y="32"/>
                  <a:pt x="388" y="32"/>
                  <a:pt x="388" y="32"/>
                </a:cubicBezTo>
                <a:cubicBezTo>
                  <a:pt x="394" y="32"/>
                  <a:pt x="394" y="32"/>
                  <a:pt x="394" y="32"/>
                </a:cubicBezTo>
                <a:cubicBezTo>
                  <a:pt x="398" y="30"/>
                  <a:pt x="398" y="30"/>
                  <a:pt x="398" y="30"/>
                </a:cubicBezTo>
                <a:cubicBezTo>
                  <a:pt x="400" y="28"/>
                  <a:pt x="400" y="28"/>
                  <a:pt x="400" y="28"/>
                </a:cubicBezTo>
                <a:cubicBezTo>
                  <a:pt x="401" y="26"/>
                  <a:pt x="401" y="26"/>
                  <a:pt x="401" y="26"/>
                </a:cubicBezTo>
                <a:cubicBezTo>
                  <a:pt x="401" y="26"/>
                  <a:pt x="403" y="26"/>
                  <a:pt x="404" y="26"/>
                </a:cubicBezTo>
                <a:cubicBezTo>
                  <a:pt x="405" y="26"/>
                  <a:pt x="408" y="25"/>
                  <a:pt x="408" y="25"/>
                </a:cubicBezTo>
                <a:cubicBezTo>
                  <a:pt x="412" y="25"/>
                  <a:pt x="412" y="25"/>
                  <a:pt x="412" y="25"/>
                </a:cubicBezTo>
                <a:cubicBezTo>
                  <a:pt x="409" y="25"/>
                  <a:pt x="409" y="25"/>
                  <a:pt x="409" y="25"/>
                </a:cubicBezTo>
                <a:cubicBezTo>
                  <a:pt x="406" y="27"/>
                  <a:pt x="406" y="27"/>
                  <a:pt x="406" y="27"/>
                </a:cubicBezTo>
                <a:cubicBezTo>
                  <a:pt x="404" y="29"/>
                  <a:pt x="402" y="30"/>
                  <a:pt x="402" y="30"/>
                </a:cubicBezTo>
                <a:cubicBezTo>
                  <a:pt x="407" y="30"/>
                  <a:pt x="407" y="30"/>
                  <a:pt x="407" y="30"/>
                </a:cubicBezTo>
                <a:cubicBezTo>
                  <a:pt x="409" y="30"/>
                  <a:pt x="409" y="30"/>
                  <a:pt x="409" y="30"/>
                </a:cubicBezTo>
                <a:cubicBezTo>
                  <a:pt x="411" y="30"/>
                  <a:pt x="411" y="30"/>
                  <a:pt x="411" y="30"/>
                </a:cubicBezTo>
                <a:cubicBezTo>
                  <a:pt x="410" y="32"/>
                  <a:pt x="410" y="32"/>
                  <a:pt x="410" y="32"/>
                </a:cubicBezTo>
                <a:cubicBezTo>
                  <a:pt x="405" y="32"/>
                  <a:pt x="405" y="32"/>
                  <a:pt x="405" y="32"/>
                </a:cubicBezTo>
                <a:cubicBezTo>
                  <a:pt x="401" y="32"/>
                  <a:pt x="401" y="32"/>
                  <a:pt x="401" y="32"/>
                </a:cubicBezTo>
                <a:cubicBezTo>
                  <a:pt x="398" y="33"/>
                  <a:pt x="398" y="33"/>
                  <a:pt x="398" y="33"/>
                </a:cubicBezTo>
                <a:cubicBezTo>
                  <a:pt x="396" y="34"/>
                  <a:pt x="396" y="34"/>
                  <a:pt x="396" y="34"/>
                </a:cubicBezTo>
                <a:cubicBezTo>
                  <a:pt x="394" y="35"/>
                  <a:pt x="390" y="35"/>
                  <a:pt x="390" y="35"/>
                </a:cubicBezTo>
                <a:cubicBezTo>
                  <a:pt x="387" y="35"/>
                  <a:pt x="387" y="35"/>
                  <a:pt x="387" y="35"/>
                </a:cubicBezTo>
                <a:cubicBezTo>
                  <a:pt x="384" y="35"/>
                  <a:pt x="384" y="35"/>
                  <a:pt x="384" y="35"/>
                </a:cubicBezTo>
                <a:cubicBezTo>
                  <a:pt x="384" y="38"/>
                  <a:pt x="384" y="38"/>
                  <a:pt x="384" y="38"/>
                </a:cubicBezTo>
                <a:cubicBezTo>
                  <a:pt x="388" y="38"/>
                  <a:pt x="388" y="38"/>
                  <a:pt x="388" y="38"/>
                </a:cubicBezTo>
                <a:cubicBezTo>
                  <a:pt x="390" y="40"/>
                  <a:pt x="390" y="40"/>
                  <a:pt x="390" y="40"/>
                </a:cubicBezTo>
                <a:cubicBezTo>
                  <a:pt x="391" y="42"/>
                  <a:pt x="391" y="42"/>
                  <a:pt x="391" y="42"/>
                </a:cubicBezTo>
                <a:cubicBezTo>
                  <a:pt x="397" y="43"/>
                  <a:pt x="397" y="43"/>
                  <a:pt x="397" y="43"/>
                </a:cubicBezTo>
                <a:cubicBezTo>
                  <a:pt x="394" y="43"/>
                  <a:pt x="394" y="43"/>
                  <a:pt x="394" y="43"/>
                </a:cubicBezTo>
                <a:cubicBezTo>
                  <a:pt x="391" y="43"/>
                  <a:pt x="391" y="43"/>
                  <a:pt x="391" y="43"/>
                </a:cubicBezTo>
                <a:cubicBezTo>
                  <a:pt x="391" y="43"/>
                  <a:pt x="387" y="41"/>
                  <a:pt x="386" y="40"/>
                </a:cubicBezTo>
                <a:cubicBezTo>
                  <a:pt x="385" y="40"/>
                  <a:pt x="381" y="37"/>
                  <a:pt x="380" y="37"/>
                </a:cubicBezTo>
                <a:cubicBezTo>
                  <a:pt x="379" y="37"/>
                  <a:pt x="375" y="37"/>
                  <a:pt x="375" y="37"/>
                </a:cubicBezTo>
                <a:cubicBezTo>
                  <a:pt x="368" y="36"/>
                  <a:pt x="368" y="36"/>
                  <a:pt x="368" y="36"/>
                </a:cubicBezTo>
                <a:cubicBezTo>
                  <a:pt x="368" y="39"/>
                  <a:pt x="368" y="39"/>
                  <a:pt x="368" y="39"/>
                </a:cubicBezTo>
                <a:cubicBezTo>
                  <a:pt x="370" y="41"/>
                  <a:pt x="370" y="41"/>
                  <a:pt x="370" y="41"/>
                </a:cubicBezTo>
                <a:cubicBezTo>
                  <a:pt x="374" y="44"/>
                  <a:pt x="374" y="44"/>
                  <a:pt x="374" y="44"/>
                </a:cubicBezTo>
                <a:cubicBezTo>
                  <a:pt x="380" y="48"/>
                  <a:pt x="380" y="48"/>
                  <a:pt x="380" y="48"/>
                </a:cubicBezTo>
                <a:cubicBezTo>
                  <a:pt x="384" y="49"/>
                  <a:pt x="384" y="49"/>
                  <a:pt x="384" y="49"/>
                </a:cubicBezTo>
                <a:cubicBezTo>
                  <a:pt x="390" y="50"/>
                  <a:pt x="390" y="50"/>
                  <a:pt x="390" y="50"/>
                </a:cubicBezTo>
                <a:cubicBezTo>
                  <a:pt x="390" y="50"/>
                  <a:pt x="390" y="51"/>
                  <a:pt x="389" y="51"/>
                </a:cubicBezTo>
                <a:cubicBezTo>
                  <a:pt x="388" y="51"/>
                  <a:pt x="386" y="51"/>
                  <a:pt x="386" y="52"/>
                </a:cubicBezTo>
                <a:cubicBezTo>
                  <a:pt x="386" y="55"/>
                  <a:pt x="386" y="55"/>
                  <a:pt x="386" y="55"/>
                </a:cubicBezTo>
                <a:cubicBezTo>
                  <a:pt x="380" y="51"/>
                  <a:pt x="380" y="51"/>
                  <a:pt x="380" y="51"/>
                </a:cubicBezTo>
                <a:cubicBezTo>
                  <a:pt x="376" y="50"/>
                  <a:pt x="376" y="50"/>
                  <a:pt x="376" y="50"/>
                </a:cubicBezTo>
                <a:cubicBezTo>
                  <a:pt x="371" y="51"/>
                  <a:pt x="371" y="51"/>
                  <a:pt x="371" y="51"/>
                </a:cubicBezTo>
                <a:cubicBezTo>
                  <a:pt x="368" y="52"/>
                  <a:pt x="368" y="52"/>
                  <a:pt x="368" y="52"/>
                </a:cubicBezTo>
                <a:cubicBezTo>
                  <a:pt x="364" y="53"/>
                  <a:pt x="364" y="53"/>
                  <a:pt x="364" y="53"/>
                </a:cubicBezTo>
                <a:cubicBezTo>
                  <a:pt x="364" y="56"/>
                  <a:pt x="364" y="56"/>
                  <a:pt x="364" y="56"/>
                </a:cubicBezTo>
                <a:cubicBezTo>
                  <a:pt x="365" y="58"/>
                  <a:pt x="365" y="58"/>
                  <a:pt x="365" y="58"/>
                </a:cubicBezTo>
                <a:cubicBezTo>
                  <a:pt x="368" y="58"/>
                  <a:pt x="368" y="58"/>
                  <a:pt x="368" y="58"/>
                </a:cubicBezTo>
                <a:cubicBezTo>
                  <a:pt x="373" y="58"/>
                  <a:pt x="373" y="58"/>
                  <a:pt x="373" y="58"/>
                </a:cubicBezTo>
                <a:cubicBezTo>
                  <a:pt x="378" y="58"/>
                  <a:pt x="378" y="58"/>
                  <a:pt x="378" y="58"/>
                </a:cubicBezTo>
                <a:cubicBezTo>
                  <a:pt x="374" y="60"/>
                  <a:pt x="374" y="60"/>
                  <a:pt x="374" y="60"/>
                </a:cubicBezTo>
                <a:cubicBezTo>
                  <a:pt x="375" y="63"/>
                  <a:pt x="375" y="63"/>
                  <a:pt x="375" y="63"/>
                </a:cubicBezTo>
                <a:cubicBezTo>
                  <a:pt x="378" y="63"/>
                  <a:pt x="378" y="63"/>
                  <a:pt x="378" y="63"/>
                </a:cubicBezTo>
                <a:cubicBezTo>
                  <a:pt x="378" y="63"/>
                  <a:pt x="380" y="63"/>
                  <a:pt x="381" y="62"/>
                </a:cubicBezTo>
                <a:cubicBezTo>
                  <a:pt x="382" y="62"/>
                  <a:pt x="386" y="59"/>
                  <a:pt x="386" y="59"/>
                </a:cubicBezTo>
                <a:cubicBezTo>
                  <a:pt x="384" y="62"/>
                  <a:pt x="384" y="62"/>
                  <a:pt x="384" y="62"/>
                </a:cubicBezTo>
                <a:cubicBezTo>
                  <a:pt x="381" y="65"/>
                  <a:pt x="381" y="65"/>
                  <a:pt x="381" y="65"/>
                </a:cubicBezTo>
                <a:cubicBezTo>
                  <a:pt x="376" y="65"/>
                  <a:pt x="376" y="65"/>
                  <a:pt x="376" y="65"/>
                </a:cubicBezTo>
                <a:cubicBezTo>
                  <a:pt x="370" y="63"/>
                  <a:pt x="370" y="63"/>
                  <a:pt x="370" y="63"/>
                </a:cubicBezTo>
                <a:cubicBezTo>
                  <a:pt x="370" y="63"/>
                  <a:pt x="367" y="61"/>
                  <a:pt x="365" y="61"/>
                </a:cubicBezTo>
                <a:cubicBezTo>
                  <a:pt x="363" y="61"/>
                  <a:pt x="359" y="61"/>
                  <a:pt x="359" y="61"/>
                </a:cubicBezTo>
                <a:cubicBezTo>
                  <a:pt x="361" y="63"/>
                  <a:pt x="361" y="63"/>
                  <a:pt x="361" y="63"/>
                </a:cubicBezTo>
                <a:cubicBezTo>
                  <a:pt x="361" y="63"/>
                  <a:pt x="362" y="67"/>
                  <a:pt x="361" y="67"/>
                </a:cubicBezTo>
                <a:cubicBezTo>
                  <a:pt x="360" y="67"/>
                  <a:pt x="357" y="68"/>
                  <a:pt x="357" y="68"/>
                </a:cubicBezTo>
                <a:lnTo>
                  <a:pt x="355" y="70"/>
                </a:lnTo>
                <a:close/>
                <a:moveTo>
                  <a:pt x="357" y="55"/>
                </a:moveTo>
                <a:cubicBezTo>
                  <a:pt x="359" y="55"/>
                  <a:pt x="359" y="55"/>
                  <a:pt x="359" y="55"/>
                </a:cubicBezTo>
                <a:cubicBezTo>
                  <a:pt x="360" y="55"/>
                  <a:pt x="360" y="53"/>
                  <a:pt x="360" y="53"/>
                </a:cubicBezTo>
                <a:cubicBezTo>
                  <a:pt x="360" y="50"/>
                  <a:pt x="360" y="50"/>
                  <a:pt x="360" y="50"/>
                </a:cubicBezTo>
                <a:cubicBezTo>
                  <a:pt x="364" y="52"/>
                  <a:pt x="364" y="52"/>
                  <a:pt x="364" y="52"/>
                </a:cubicBezTo>
                <a:cubicBezTo>
                  <a:pt x="364" y="52"/>
                  <a:pt x="365" y="51"/>
                  <a:pt x="365" y="50"/>
                </a:cubicBezTo>
                <a:cubicBezTo>
                  <a:pt x="365" y="49"/>
                  <a:pt x="368" y="49"/>
                  <a:pt x="369" y="50"/>
                </a:cubicBezTo>
                <a:cubicBezTo>
                  <a:pt x="370" y="50"/>
                  <a:pt x="372" y="48"/>
                  <a:pt x="372" y="48"/>
                </a:cubicBezTo>
                <a:cubicBezTo>
                  <a:pt x="372" y="44"/>
                  <a:pt x="372" y="44"/>
                  <a:pt x="372" y="44"/>
                </a:cubicBezTo>
                <a:cubicBezTo>
                  <a:pt x="367" y="43"/>
                  <a:pt x="367" y="43"/>
                  <a:pt x="367" y="43"/>
                </a:cubicBezTo>
                <a:cubicBezTo>
                  <a:pt x="367" y="43"/>
                  <a:pt x="367" y="43"/>
                  <a:pt x="364" y="42"/>
                </a:cubicBezTo>
                <a:cubicBezTo>
                  <a:pt x="363" y="39"/>
                  <a:pt x="363" y="39"/>
                  <a:pt x="363" y="39"/>
                </a:cubicBezTo>
                <a:cubicBezTo>
                  <a:pt x="363" y="38"/>
                  <a:pt x="363" y="38"/>
                  <a:pt x="363" y="38"/>
                </a:cubicBezTo>
                <a:cubicBezTo>
                  <a:pt x="360" y="36"/>
                  <a:pt x="360" y="36"/>
                  <a:pt x="360" y="36"/>
                </a:cubicBezTo>
                <a:cubicBezTo>
                  <a:pt x="360" y="36"/>
                  <a:pt x="359" y="38"/>
                  <a:pt x="358" y="38"/>
                </a:cubicBezTo>
                <a:cubicBezTo>
                  <a:pt x="357" y="37"/>
                  <a:pt x="356" y="36"/>
                  <a:pt x="356" y="35"/>
                </a:cubicBezTo>
                <a:cubicBezTo>
                  <a:pt x="356" y="34"/>
                  <a:pt x="355" y="34"/>
                  <a:pt x="354" y="33"/>
                </a:cubicBezTo>
                <a:cubicBezTo>
                  <a:pt x="353" y="33"/>
                  <a:pt x="351" y="33"/>
                  <a:pt x="349" y="32"/>
                </a:cubicBezTo>
                <a:cubicBezTo>
                  <a:pt x="347" y="31"/>
                  <a:pt x="346" y="30"/>
                  <a:pt x="346" y="30"/>
                </a:cubicBezTo>
                <a:cubicBezTo>
                  <a:pt x="344" y="27"/>
                  <a:pt x="344" y="27"/>
                  <a:pt x="344" y="27"/>
                </a:cubicBezTo>
                <a:cubicBezTo>
                  <a:pt x="344" y="27"/>
                  <a:pt x="341" y="25"/>
                  <a:pt x="340" y="25"/>
                </a:cubicBezTo>
                <a:cubicBezTo>
                  <a:pt x="339" y="24"/>
                  <a:pt x="337" y="24"/>
                  <a:pt x="337" y="24"/>
                </a:cubicBezTo>
                <a:cubicBezTo>
                  <a:pt x="337" y="24"/>
                  <a:pt x="332" y="25"/>
                  <a:pt x="332" y="26"/>
                </a:cubicBezTo>
                <a:cubicBezTo>
                  <a:pt x="336" y="26"/>
                  <a:pt x="336" y="26"/>
                  <a:pt x="336" y="26"/>
                </a:cubicBezTo>
                <a:cubicBezTo>
                  <a:pt x="337" y="26"/>
                  <a:pt x="337" y="27"/>
                  <a:pt x="337" y="28"/>
                </a:cubicBezTo>
                <a:cubicBezTo>
                  <a:pt x="337" y="29"/>
                  <a:pt x="334" y="29"/>
                  <a:pt x="334" y="29"/>
                </a:cubicBezTo>
                <a:cubicBezTo>
                  <a:pt x="330" y="29"/>
                  <a:pt x="330" y="29"/>
                  <a:pt x="330" y="29"/>
                </a:cubicBezTo>
                <a:cubicBezTo>
                  <a:pt x="328" y="30"/>
                  <a:pt x="328" y="30"/>
                  <a:pt x="328" y="30"/>
                </a:cubicBezTo>
                <a:cubicBezTo>
                  <a:pt x="328" y="30"/>
                  <a:pt x="330" y="31"/>
                  <a:pt x="331" y="31"/>
                </a:cubicBezTo>
                <a:cubicBezTo>
                  <a:pt x="332" y="32"/>
                  <a:pt x="331" y="34"/>
                  <a:pt x="331" y="34"/>
                </a:cubicBezTo>
                <a:cubicBezTo>
                  <a:pt x="328" y="33"/>
                  <a:pt x="328" y="33"/>
                  <a:pt x="328" y="33"/>
                </a:cubicBezTo>
                <a:cubicBezTo>
                  <a:pt x="325" y="34"/>
                  <a:pt x="325" y="34"/>
                  <a:pt x="325" y="34"/>
                </a:cubicBezTo>
                <a:cubicBezTo>
                  <a:pt x="326" y="37"/>
                  <a:pt x="326" y="37"/>
                  <a:pt x="326" y="37"/>
                </a:cubicBezTo>
                <a:cubicBezTo>
                  <a:pt x="323" y="38"/>
                  <a:pt x="323" y="38"/>
                  <a:pt x="323" y="38"/>
                </a:cubicBezTo>
                <a:cubicBezTo>
                  <a:pt x="323" y="41"/>
                  <a:pt x="323" y="41"/>
                  <a:pt x="323" y="41"/>
                </a:cubicBezTo>
                <a:cubicBezTo>
                  <a:pt x="326" y="41"/>
                  <a:pt x="326" y="41"/>
                  <a:pt x="326" y="41"/>
                </a:cubicBezTo>
                <a:cubicBezTo>
                  <a:pt x="326" y="44"/>
                  <a:pt x="326" y="44"/>
                  <a:pt x="326" y="44"/>
                </a:cubicBezTo>
                <a:cubicBezTo>
                  <a:pt x="330" y="46"/>
                  <a:pt x="330" y="46"/>
                  <a:pt x="330" y="46"/>
                </a:cubicBezTo>
                <a:cubicBezTo>
                  <a:pt x="333" y="46"/>
                  <a:pt x="333" y="46"/>
                  <a:pt x="333" y="46"/>
                </a:cubicBezTo>
                <a:cubicBezTo>
                  <a:pt x="337" y="45"/>
                  <a:pt x="337" y="45"/>
                  <a:pt x="337" y="45"/>
                </a:cubicBezTo>
                <a:cubicBezTo>
                  <a:pt x="341" y="45"/>
                  <a:pt x="341" y="45"/>
                  <a:pt x="341" y="45"/>
                </a:cubicBezTo>
                <a:cubicBezTo>
                  <a:pt x="343" y="47"/>
                  <a:pt x="343" y="47"/>
                  <a:pt x="343" y="47"/>
                </a:cubicBezTo>
                <a:cubicBezTo>
                  <a:pt x="343" y="47"/>
                  <a:pt x="340" y="48"/>
                  <a:pt x="339" y="48"/>
                </a:cubicBezTo>
                <a:cubicBezTo>
                  <a:pt x="335" y="48"/>
                  <a:pt x="335" y="48"/>
                  <a:pt x="335" y="48"/>
                </a:cubicBezTo>
                <a:cubicBezTo>
                  <a:pt x="332" y="50"/>
                  <a:pt x="332" y="50"/>
                  <a:pt x="332" y="50"/>
                </a:cubicBezTo>
                <a:cubicBezTo>
                  <a:pt x="336" y="52"/>
                  <a:pt x="336" y="52"/>
                  <a:pt x="336" y="52"/>
                </a:cubicBezTo>
                <a:cubicBezTo>
                  <a:pt x="339" y="55"/>
                  <a:pt x="339" y="55"/>
                  <a:pt x="339" y="55"/>
                </a:cubicBezTo>
                <a:cubicBezTo>
                  <a:pt x="345" y="56"/>
                  <a:pt x="345" y="56"/>
                  <a:pt x="345" y="56"/>
                </a:cubicBezTo>
                <a:cubicBezTo>
                  <a:pt x="351" y="56"/>
                  <a:pt x="351" y="56"/>
                  <a:pt x="351" y="56"/>
                </a:cubicBezTo>
                <a:cubicBezTo>
                  <a:pt x="355" y="57"/>
                  <a:pt x="355" y="57"/>
                  <a:pt x="355" y="57"/>
                </a:cubicBezTo>
                <a:lnTo>
                  <a:pt x="357" y="55"/>
                </a:lnTo>
                <a:close/>
                <a:moveTo>
                  <a:pt x="345" y="63"/>
                </a:moveTo>
                <a:cubicBezTo>
                  <a:pt x="343" y="66"/>
                  <a:pt x="343" y="66"/>
                  <a:pt x="343" y="66"/>
                </a:cubicBezTo>
                <a:cubicBezTo>
                  <a:pt x="350" y="67"/>
                  <a:pt x="350" y="67"/>
                  <a:pt x="350" y="67"/>
                </a:cubicBezTo>
                <a:cubicBezTo>
                  <a:pt x="353" y="66"/>
                  <a:pt x="353" y="66"/>
                  <a:pt x="353" y="66"/>
                </a:cubicBezTo>
                <a:cubicBezTo>
                  <a:pt x="353" y="66"/>
                  <a:pt x="351" y="63"/>
                  <a:pt x="350" y="62"/>
                </a:cubicBezTo>
                <a:lnTo>
                  <a:pt x="345" y="63"/>
                </a:lnTo>
                <a:close/>
                <a:moveTo>
                  <a:pt x="349" y="92"/>
                </a:moveTo>
                <a:cubicBezTo>
                  <a:pt x="355" y="91"/>
                  <a:pt x="355" y="91"/>
                  <a:pt x="355" y="91"/>
                </a:cubicBezTo>
                <a:cubicBezTo>
                  <a:pt x="358" y="89"/>
                  <a:pt x="358" y="89"/>
                  <a:pt x="358" y="89"/>
                </a:cubicBezTo>
                <a:cubicBezTo>
                  <a:pt x="358" y="89"/>
                  <a:pt x="361" y="91"/>
                  <a:pt x="362" y="92"/>
                </a:cubicBezTo>
                <a:cubicBezTo>
                  <a:pt x="363" y="93"/>
                  <a:pt x="369" y="93"/>
                  <a:pt x="369" y="93"/>
                </a:cubicBezTo>
                <a:cubicBezTo>
                  <a:pt x="377" y="93"/>
                  <a:pt x="377" y="93"/>
                  <a:pt x="377" y="93"/>
                </a:cubicBezTo>
                <a:cubicBezTo>
                  <a:pt x="380" y="92"/>
                  <a:pt x="380" y="92"/>
                  <a:pt x="380" y="92"/>
                </a:cubicBezTo>
                <a:cubicBezTo>
                  <a:pt x="382" y="90"/>
                  <a:pt x="382" y="90"/>
                  <a:pt x="382" y="90"/>
                </a:cubicBezTo>
                <a:cubicBezTo>
                  <a:pt x="384" y="92"/>
                  <a:pt x="384" y="92"/>
                  <a:pt x="384" y="92"/>
                </a:cubicBezTo>
                <a:cubicBezTo>
                  <a:pt x="388" y="92"/>
                  <a:pt x="388" y="92"/>
                  <a:pt x="388" y="92"/>
                </a:cubicBezTo>
                <a:cubicBezTo>
                  <a:pt x="388" y="92"/>
                  <a:pt x="394" y="91"/>
                  <a:pt x="395" y="91"/>
                </a:cubicBezTo>
                <a:cubicBezTo>
                  <a:pt x="397" y="91"/>
                  <a:pt x="396" y="89"/>
                  <a:pt x="396" y="88"/>
                </a:cubicBezTo>
                <a:cubicBezTo>
                  <a:pt x="396" y="87"/>
                  <a:pt x="398" y="87"/>
                  <a:pt x="398" y="87"/>
                </a:cubicBezTo>
                <a:cubicBezTo>
                  <a:pt x="398" y="83"/>
                  <a:pt x="398" y="83"/>
                  <a:pt x="398" y="83"/>
                </a:cubicBezTo>
                <a:cubicBezTo>
                  <a:pt x="392" y="81"/>
                  <a:pt x="392" y="81"/>
                  <a:pt x="392" y="81"/>
                </a:cubicBezTo>
                <a:cubicBezTo>
                  <a:pt x="385" y="80"/>
                  <a:pt x="385" y="80"/>
                  <a:pt x="385" y="80"/>
                </a:cubicBezTo>
                <a:cubicBezTo>
                  <a:pt x="380" y="82"/>
                  <a:pt x="380" y="82"/>
                  <a:pt x="380" y="82"/>
                </a:cubicBezTo>
                <a:cubicBezTo>
                  <a:pt x="373" y="83"/>
                  <a:pt x="373" y="83"/>
                  <a:pt x="373" y="83"/>
                </a:cubicBezTo>
                <a:cubicBezTo>
                  <a:pt x="368" y="84"/>
                  <a:pt x="368" y="84"/>
                  <a:pt x="368" y="84"/>
                </a:cubicBezTo>
                <a:cubicBezTo>
                  <a:pt x="361" y="82"/>
                  <a:pt x="361" y="82"/>
                  <a:pt x="361" y="82"/>
                </a:cubicBezTo>
                <a:cubicBezTo>
                  <a:pt x="356" y="83"/>
                  <a:pt x="356" y="83"/>
                  <a:pt x="356" y="83"/>
                </a:cubicBezTo>
                <a:cubicBezTo>
                  <a:pt x="351" y="79"/>
                  <a:pt x="351" y="79"/>
                  <a:pt x="351" y="79"/>
                </a:cubicBezTo>
                <a:cubicBezTo>
                  <a:pt x="351" y="76"/>
                  <a:pt x="351" y="76"/>
                  <a:pt x="351" y="76"/>
                </a:cubicBezTo>
                <a:cubicBezTo>
                  <a:pt x="349" y="72"/>
                  <a:pt x="349" y="72"/>
                  <a:pt x="349" y="72"/>
                </a:cubicBezTo>
                <a:cubicBezTo>
                  <a:pt x="343" y="72"/>
                  <a:pt x="343" y="72"/>
                  <a:pt x="343" y="72"/>
                </a:cubicBezTo>
                <a:cubicBezTo>
                  <a:pt x="339" y="73"/>
                  <a:pt x="339" y="73"/>
                  <a:pt x="339" y="73"/>
                </a:cubicBezTo>
                <a:cubicBezTo>
                  <a:pt x="339" y="73"/>
                  <a:pt x="341" y="77"/>
                  <a:pt x="341" y="78"/>
                </a:cubicBezTo>
                <a:cubicBezTo>
                  <a:pt x="341" y="79"/>
                  <a:pt x="344" y="82"/>
                  <a:pt x="344" y="82"/>
                </a:cubicBezTo>
                <a:cubicBezTo>
                  <a:pt x="341" y="86"/>
                  <a:pt x="341" y="86"/>
                  <a:pt x="341" y="86"/>
                </a:cubicBezTo>
                <a:cubicBezTo>
                  <a:pt x="344" y="89"/>
                  <a:pt x="344" y="89"/>
                  <a:pt x="344" y="89"/>
                </a:cubicBezTo>
                <a:lnTo>
                  <a:pt x="349" y="92"/>
                </a:lnTo>
                <a:close/>
                <a:moveTo>
                  <a:pt x="316" y="93"/>
                </a:moveTo>
                <a:cubicBezTo>
                  <a:pt x="319" y="93"/>
                  <a:pt x="319" y="93"/>
                  <a:pt x="319" y="93"/>
                </a:cubicBezTo>
                <a:cubicBezTo>
                  <a:pt x="318" y="91"/>
                  <a:pt x="318" y="91"/>
                  <a:pt x="318" y="91"/>
                </a:cubicBezTo>
                <a:lnTo>
                  <a:pt x="316" y="93"/>
                </a:lnTo>
                <a:close/>
                <a:moveTo>
                  <a:pt x="323" y="87"/>
                </a:moveTo>
                <a:cubicBezTo>
                  <a:pt x="326" y="90"/>
                  <a:pt x="326" y="90"/>
                  <a:pt x="326" y="90"/>
                </a:cubicBezTo>
                <a:cubicBezTo>
                  <a:pt x="330" y="90"/>
                  <a:pt x="330" y="90"/>
                  <a:pt x="330" y="90"/>
                </a:cubicBezTo>
                <a:cubicBezTo>
                  <a:pt x="333" y="91"/>
                  <a:pt x="333" y="91"/>
                  <a:pt x="333" y="91"/>
                </a:cubicBezTo>
                <a:cubicBezTo>
                  <a:pt x="336" y="90"/>
                  <a:pt x="336" y="90"/>
                  <a:pt x="336" y="90"/>
                </a:cubicBezTo>
                <a:cubicBezTo>
                  <a:pt x="337" y="87"/>
                  <a:pt x="337" y="87"/>
                  <a:pt x="337" y="87"/>
                </a:cubicBezTo>
                <a:cubicBezTo>
                  <a:pt x="334" y="85"/>
                  <a:pt x="334" y="85"/>
                  <a:pt x="334" y="85"/>
                </a:cubicBezTo>
                <a:cubicBezTo>
                  <a:pt x="332" y="82"/>
                  <a:pt x="332" y="82"/>
                  <a:pt x="332" y="82"/>
                </a:cubicBezTo>
                <a:cubicBezTo>
                  <a:pt x="329" y="82"/>
                  <a:pt x="329" y="82"/>
                  <a:pt x="329" y="82"/>
                </a:cubicBezTo>
                <a:cubicBezTo>
                  <a:pt x="324" y="84"/>
                  <a:pt x="324" y="84"/>
                  <a:pt x="324" y="84"/>
                </a:cubicBezTo>
                <a:lnTo>
                  <a:pt x="323" y="87"/>
                </a:lnTo>
                <a:close/>
                <a:moveTo>
                  <a:pt x="335" y="77"/>
                </a:moveTo>
                <a:cubicBezTo>
                  <a:pt x="337" y="74"/>
                  <a:pt x="337" y="74"/>
                  <a:pt x="337" y="74"/>
                </a:cubicBezTo>
                <a:cubicBezTo>
                  <a:pt x="337" y="72"/>
                  <a:pt x="337" y="72"/>
                  <a:pt x="337" y="72"/>
                </a:cubicBezTo>
                <a:cubicBezTo>
                  <a:pt x="334" y="69"/>
                  <a:pt x="334" y="69"/>
                  <a:pt x="334" y="69"/>
                </a:cubicBezTo>
                <a:cubicBezTo>
                  <a:pt x="329" y="69"/>
                  <a:pt x="329" y="69"/>
                  <a:pt x="329" y="69"/>
                </a:cubicBezTo>
                <a:cubicBezTo>
                  <a:pt x="327" y="68"/>
                  <a:pt x="327" y="68"/>
                  <a:pt x="327" y="68"/>
                </a:cubicBezTo>
                <a:cubicBezTo>
                  <a:pt x="322" y="69"/>
                  <a:pt x="322" y="69"/>
                  <a:pt x="322" y="69"/>
                </a:cubicBezTo>
                <a:cubicBezTo>
                  <a:pt x="322" y="72"/>
                  <a:pt x="322" y="72"/>
                  <a:pt x="322" y="72"/>
                </a:cubicBezTo>
                <a:cubicBezTo>
                  <a:pt x="326" y="74"/>
                  <a:pt x="326" y="74"/>
                  <a:pt x="326" y="74"/>
                </a:cubicBezTo>
                <a:cubicBezTo>
                  <a:pt x="330" y="76"/>
                  <a:pt x="330" y="76"/>
                  <a:pt x="330" y="76"/>
                </a:cubicBezTo>
                <a:lnTo>
                  <a:pt x="335" y="77"/>
                </a:lnTo>
                <a:close/>
                <a:moveTo>
                  <a:pt x="325" y="65"/>
                </a:moveTo>
                <a:cubicBezTo>
                  <a:pt x="331" y="65"/>
                  <a:pt x="331" y="65"/>
                  <a:pt x="331" y="65"/>
                </a:cubicBezTo>
                <a:cubicBezTo>
                  <a:pt x="334" y="64"/>
                  <a:pt x="334" y="64"/>
                  <a:pt x="334" y="64"/>
                </a:cubicBezTo>
                <a:cubicBezTo>
                  <a:pt x="337" y="64"/>
                  <a:pt x="337" y="64"/>
                  <a:pt x="337" y="64"/>
                </a:cubicBezTo>
                <a:cubicBezTo>
                  <a:pt x="337" y="61"/>
                  <a:pt x="337" y="61"/>
                  <a:pt x="337" y="61"/>
                </a:cubicBezTo>
                <a:cubicBezTo>
                  <a:pt x="332" y="61"/>
                  <a:pt x="332" y="61"/>
                  <a:pt x="332" y="61"/>
                </a:cubicBezTo>
                <a:cubicBezTo>
                  <a:pt x="328" y="61"/>
                  <a:pt x="328" y="61"/>
                  <a:pt x="328" y="61"/>
                </a:cubicBezTo>
                <a:cubicBezTo>
                  <a:pt x="325" y="63"/>
                  <a:pt x="325" y="63"/>
                  <a:pt x="325" y="63"/>
                </a:cubicBezTo>
                <a:lnTo>
                  <a:pt x="325" y="65"/>
                </a:lnTo>
                <a:close/>
                <a:moveTo>
                  <a:pt x="326" y="59"/>
                </a:moveTo>
                <a:cubicBezTo>
                  <a:pt x="330" y="59"/>
                  <a:pt x="330" y="59"/>
                  <a:pt x="330" y="59"/>
                </a:cubicBezTo>
                <a:cubicBezTo>
                  <a:pt x="331" y="57"/>
                  <a:pt x="331" y="57"/>
                  <a:pt x="331" y="57"/>
                </a:cubicBezTo>
                <a:cubicBezTo>
                  <a:pt x="327" y="54"/>
                  <a:pt x="327" y="54"/>
                  <a:pt x="327" y="54"/>
                </a:cubicBezTo>
                <a:cubicBezTo>
                  <a:pt x="321" y="53"/>
                  <a:pt x="321" y="53"/>
                  <a:pt x="321" y="53"/>
                </a:cubicBezTo>
                <a:cubicBezTo>
                  <a:pt x="316" y="51"/>
                  <a:pt x="316" y="51"/>
                  <a:pt x="316" y="51"/>
                </a:cubicBezTo>
                <a:cubicBezTo>
                  <a:pt x="314" y="52"/>
                  <a:pt x="314" y="52"/>
                  <a:pt x="314" y="52"/>
                </a:cubicBezTo>
                <a:cubicBezTo>
                  <a:pt x="316" y="55"/>
                  <a:pt x="316" y="55"/>
                  <a:pt x="316" y="55"/>
                </a:cubicBezTo>
                <a:cubicBezTo>
                  <a:pt x="318" y="59"/>
                  <a:pt x="318" y="59"/>
                  <a:pt x="318" y="59"/>
                </a:cubicBezTo>
                <a:cubicBezTo>
                  <a:pt x="322" y="60"/>
                  <a:pt x="322" y="60"/>
                  <a:pt x="322" y="60"/>
                </a:cubicBezTo>
                <a:lnTo>
                  <a:pt x="326" y="59"/>
                </a:lnTo>
                <a:close/>
                <a:moveTo>
                  <a:pt x="313" y="42"/>
                </a:moveTo>
                <a:cubicBezTo>
                  <a:pt x="311" y="38"/>
                  <a:pt x="311" y="38"/>
                  <a:pt x="311" y="38"/>
                </a:cubicBezTo>
                <a:cubicBezTo>
                  <a:pt x="308" y="37"/>
                  <a:pt x="308" y="37"/>
                  <a:pt x="308" y="37"/>
                </a:cubicBezTo>
                <a:cubicBezTo>
                  <a:pt x="305" y="37"/>
                  <a:pt x="305" y="37"/>
                  <a:pt x="305" y="37"/>
                </a:cubicBezTo>
                <a:cubicBezTo>
                  <a:pt x="305" y="40"/>
                  <a:pt x="305" y="40"/>
                  <a:pt x="305" y="40"/>
                </a:cubicBezTo>
                <a:cubicBezTo>
                  <a:pt x="309" y="40"/>
                  <a:pt x="309" y="40"/>
                  <a:pt x="309" y="40"/>
                </a:cubicBezTo>
                <a:cubicBezTo>
                  <a:pt x="310" y="43"/>
                  <a:pt x="310" y="43"/>
                  <a:pt x="310" y="43"/>
                </a:cubicBezTo>
                <a:lnTo>
                  <a:pt x="313" y="42"/>
                </a:lnTo>
                <a:close/>
                <a:moveTo>
                  <a:pt x="310" y="62"/>
                </a:moveTo>
                <a:cubicBezTo>
                  <a:pt x="311" y="60"/>
                  <a:pt x="311" y="60"/>
                  <a:pt x="311" y="60"/>
                </a:cubicBezTo>
                <a:cubicBezTo>
                  <a:pt x="310" y="57"/>
                  <a:pt x="310" y="57"/>
                  <a:pt x="310" y="57"/>
                </a:cubicBezTo>
                <a:cubicBezTo>
                  <a:pt x="307" y="55"/>
                  <a:pt x="307" y="55"/>
                  <a:pt x="307" y="55"/>
                </a:cubicBezTo>
                <a:cubicBezTo>
                  <a:pt x="306" y="52"/>
                  <a:pt x="306" y="52"/>
                  <a:pt x="306" y="52"/>
                </a:cubicBezTo>
                <a:cubicBezTo>
                  <a:pt x="303" y="51"/>
                  <a:pt x="303" y="51"/>
                  <a:pt x="303" y="51"/>
                </a:cubicBezTo>
                <a:cubicBezTo>
                  <a:pt x="300" y="49"/>
                  <a:pt x="300" y="49"/>
                  <a:pt x="300" y="49"/>
                </a:cubicBezTo>
                <a:cubicBezTo>
                  <a:pt x="297" y="50"/>
                  <a:pt x="297" y="50"/>
                  <a:pt x="297" y="50"/>
                </a:cubicBezTo>
                <a:cubicBezTo>
                  <a:pt x="294" y="48"/>
                  <a:pt x="294" y="48"/>
                  <a:pt x="294" y="48"/>
                </a:cubicBezTo>
                <a:cubicBezTo>
                  <a:pt x="291" y="46"/>
                  <a:pt x="291" y="46"/>
                  <a:pt x="291" y="46"/>
                </a:cubicBezTo>
                <a:cubicBezTo>
                  <a:pt x="288" y="46"/>
                  <a:pt x="288" y="46"/>
                  <a:pt x="288" y="46"/>
                </a:cubicBezTo>
                <a:cubicBezTo>
                  <a:pt x="281" y="48"/>
                  <a:pt x="281" y="48"/>
                  <a:pt x="281" y="48"/>
                </a:cubicBezTo>
                <a:cubicBezTo>
                  <a:pt x="283" y="50"/>
                  <a:pt x="283" y="50"/>
                  <a:pt x="283" y="50"/>
                </a:cubicBezTo>
                <a:cubicBezTo>
                  <a:pt x="285" y="50"/>
                  <a:pt x="285" y="50"/>
                  <a:pt x="285" y="50"/>
                </a:cubicBezTo>
                <a:cubicBezTo>
                  <a:pt x="288" y="51"/>
                  <a:pt x="288" y="51"/>
                  <a:pt x="288" y="51"/>
                </a:cubicBezTo>
                <a:cubicBezTo>
                  <a:pt x="289" y="54"/>
                  <a:pt x="289" y="54"/>
                  <a:pt x="289" y="54"/>
                </a:cubicBezTo>
                <a:cubicBezTo>
                  <a:pt x="284" y="54"/>
                  <a:pt x="284" y="54"/>
                  <a:pt x="284" y="54"/>
                </a:cubicBezTo>
                <a:cubicBezTo>
                  <a:pt x="286" y="56"/>
                  <a:pt x="286" y="56"/>
                  <a:pt x="286" y="56"/>
                </a:cubicBezTo>
                <a:cubicBezTo>
                  <a:pt x="289" y="56"/>
                  <a:pt x="289" y="56"/>
                  <a:pt x="289" y="56"/>
                </a:cubicBezTo>
                <a:cubicBezTo>
                  <a:pt x="290" y="58"/>
                  <a:pt x="290" y="58"/>
                  <a:pt x="290" y="58"/>
                </a:cubicBezTo>
                <a:cubicBezTo>
                  <a:pt x="293" y="57"/>
                  <a:pt x="293" y="57"/>
                  <a:pt x="293" y="57"/>
                </a:cubicBezTo>
                <a:cubicBezTo>
                  <a:pt x="295" y="57"/>
                  <a:pt x="295" y="57"/>
                  <a:pt x="295" y="57"/>
                </a:cubicBezTo>
                <a:cubicBezTo>
                  <a:pt x="301" y="57"/>
                  <a:pt x="301" y="57"/>
                  <a:pt x="301" y="57"/>
                </a:cubicBezTo>
                <a:cubicBezTo>
                  <a:pt x="305" y="61"/>
                  <a:pt x="305" y="61"/>
                  <a:pt x="305" y="61"/>
                </a:cubicBezTo>
                <a:lnTo>
                  <a:pt x="310" y="62"/>
                </a:lnTo>
                <a:close/>
                <a:moveTo>
                  <a:pt x="301" y="62"/>
                </a:moveTo>
                <a:cubicBezTo>
                  <a:pt x="297" y="60"/>
                  <a:pt x="297" y="60"/>
                  <a:pt x="297" y="60"/>
                </a:cubicBezTo>
                <a:cubicBezTo>
                  <a:pt x="293" y="61"/>
                  <a:pt x="293" y="61"/>
                  <a:pt x="293" y="61"/>
                </a:cubicBezTo>
                <a:cubicBezTo>
                  <a:pt x="294" y="63"/>
                  <a:pt x="294" y="63"/>
                  <a:pt x="294" y="63"/>
                </a:cubicBezTo>
                <a:cubicBezTo>
                  <a:pt x="297" y="63"/>
                  <a:pt x="297" y="63"/>
                  <a:pt x="297" y="63"/>
                </a:cubicBezTo>
                <a:lnTo>
                  <a:pt x="301" y="62"/>
                </a:lnTo>
                <a:close/>
                <a:moveTo>
                  <a:pt x="298" y="83"/>
                </a:moveTo>
                <a:cubicBezTo>
                  <a:pt x="301" y="82"/>
                  <a:pt x="301" y="82"/>
                  <a:pt x="301" y="82"/>
                </a:cubicBezTo>
                <a:cubicBezTo>
                  <a:pt x="304" y="82"/>
                  <a:pt x="304" y="82"/>
                  <a:pt x="304" y="82"/>
                </a:cubicBezTo>
                <a:cubicBezTo>
                  <a:pt x="306" y="84"/>
                  <a:pt x="306" y="84"/>
                  <a:pt x="306" y="84"/>
                </a:cubicBezTo>
                <a:cubicBezTo>
                  <a:pt x="307" y="88"/>
                  <a:pt x="307" y="88"/>
                  <a:pt x="307" y="88"/>
                </a:cubicBezTo>
                <a:cubicBezTo>
                  <a:pt x="310" y="87"/>
                  <a:pt x="310" y="87"/>
                  <a:pt x="310" y="87"/>
                </a:cubicBezTo>
                <a:cubicBezTo>
                  <a:pt x="314" y="87"/>
                  <a:pt x="314" y="87"/>
                  <a:pt x="314" y="87"/>
                </a:cubicBezTo>
                <a:cubicBezTo>
                  <a:pt x="316" y="86"/>
                  <a:pt x="316" y="86"/>
                  <a:pt x="316" y="86"/>
                </a:cubicBezTo>
                <a:cubicBezTo>
                  <a:pt x="317" y="83"/>
                  <a:pt x="317" y="83"/>
                  <a:pt x="317" y="83"/>
                </a:cubicBezTo>
                <a:cubicBezTo>
                  <a:pt x="317" y="80"/>
                  <a:pt x="317" y="80"/>
                  <a:pt x="317" y="80"/>
                </a:cubicBezTo>
                <a:cubicBezTo>
                  <a:pt x="317" y="80"/>
                  <a:pt x="317" y="78"/>
                  <a:pt x="318" y="78"/>
                </a:cubicBezTo>
                <a:cubicBezTo>
                  <a:pt x="319" y="77"/>
                  <a:pt x="317" y="75"/>
                  <a:pt x="317" y="75"/>
                </a:cubicBezTo>
                <a:cubicBezTo>
                  <a:pt x="317" y="75"/>
                  <a:pt x="315" y="73"/>
                  <a:pt x="313" y="73"/>
                </a:cubicBezTo>
                <a:cubicBezTo>
                  <a:pt x="312" y="73"/>
                  <a:pt x="311" y="75"/>
                  <a:pt x="311" y="75"/>
                </a:cubicBezTo>
                <a:cubicBezTo>
                  <a:pt x="306" y="72"/>
                  <a:pt x="306" y="72"/>
                  <a:pt x="306" y="72"/>
                </a:cubicBezTo>
                <a:cubicBezTo>
                  <a:pt x="302" y="72"/>
                  <a:pt x="302" y="72"/>
                  <a:pt x="302" y="72"/>
                </a:cubicBezTo>
                <a:cubicBezTo>
                  <a:pt x="305" y="74"/>
                  <a:pt x="305" y="74"/>
                  <a:pt x="305" y="74"/>
                </a:cubicBezTo>
                <a:cubicBezTo>
                  <a:pt x="305" y="74"/>
                  <a:pt x="308" y="77"/>
                  <a:pt x="309" y="78"/>
                </a:cubicBezTo>
                <a:cubicBezTo>
                  <a:pt x="309" y="80"/>
                  <a:pt x="306" y="79"/>
                  <a:pt x="306" y="79"/>
                </a:cubicBezTo>
                <a:cubicBezTo>
                  <a:pt x="301" y="74"/>
                  <a:pt x="301" y="74"/>
                  <a:pt x="301" y="74"/>
                </a:cubicBezTo>
                <a:cubicBezTo>
                  <a:pt x="297" y="74"/>
                  <a:pt x="297" y="74"/>
                  <a:pt x="297" y="74"/>
                </a:cubicBezTo>
                <a:cubicBezTo>
                  <a:pt x="298" y="77"/>
                  <a:pt x="298" y="77"/>
                  <a:pt x="298" y="77"/>
                </a:cubicBezTo>
                <a:cubicBezTo>
                  <a:pt x="299" y="80"/>
                  <a:pt x="299" y="80"/>
                  <a:pt x="299" y="80"/>
                </a:cubicBezTo>
                <a:cubicBezTo>
                  <a:pt x="294" y="78"/>
                  <a:pt x="294" y="78"/>
                  <a:pt x="294" y="78"/>
                </a:cubicBezTo>
                <a:cubicBezTo>
                  <a:pt x="292" y="73"/>
                  <a:pt x="292" y="73"/>
                  <a:pt x="292" y="73"/>
                </a:cubicBezTo>
                <a:cubicBezTo>
                  <a:pt x="286" y="71"/>
                  <a:pt x="286" y="71"/>
                  <a:pt x="286" y="71"/>
                </a:cubicBezTo>
                <a:cubicBezTo>
                  <a:pt x="286" y="75"/>
                  <a:pt x="286" y="75"/>
                  <a:pt x="286" y="75"/>
                </a:cubicBezTo>
                <a:cubicBezTo>
                  <a:pt x="288" y="77"/>
                  <a:pt x="288" y="77"/>
                  <a:pt x="288" y="77"/>
                </a:cubicBezTo>
                <a:cubicBezTo>
                  <a:pt x="288" y="77"/>
                  <a:pt x="293" y="80"/>
                  <a:pt x="293" y="81"/>
                </a:cubicBezTo>
                <a:lnTo>
                  <a:pt x="298" y="83"/>
                </a:lnTo>
                <a:close/>
                <a:moveTo>
                  <a:pt x="285" y="85"/>
                </a:moveTo>
                <a:cubicBezTo>
                  <a:pt x="286" y="87"/>
                  <a:pt x="286" y="87"/>
                  <a:pt x="286" y="87"/>
                </a:cubicBezTo>
                <a:cubicBezTo>
                  <a:pt x="289" y="87"/>
                  <a:pt x="289" y="87"/>
                  <a:pt x="289" y="87"/>
                </a:cubicBezTo>
                <a:cubicBezTo>
                  <a:pt x="289" y="87"/>
                  <a:pt x="290" y="86"/>
                  <a:pt x="290" y="85"/>
                </a:cubicBezTo>
                <a:cubicBezTo>
                  <a:pt x="290" y="84"/>
                  <a:pt x="286" y="83"/>
                  <a:pt x="286" y="84"/>
                </a:cubicBezTo>
                <a:cubicBezTo>
                  <a:pt x="287" y="85"/>
                  <a:pt x="285" y="85"/>
                  <a:pt x="285" y="85"/>
                </a:cubicBezTo>
                <a:moveTo>
                  <a:pt x="286" y="67"/>
                </a:moveTo>
                <a:cubicBezTo>
                  <a:pt x="283" y="63"/>
                  <a:pt x="283" y="63"/>
                  <a:pt x="283" y="63"/>
                </a:cubicBezTo>
                <a:cubicBezTo>
                  <a:pt x="280" y="61"/>
                  <a:pt x="280" y="61"/>
                  <a:pt x="280" y="61"/>
                </a:cubicBezTo>
                <a:cubicBezTo>
                  <a:pt x="280" y="61"/>
                  <a:pt x="279" y="63"/>
                  <a:pt x="280" y="64"/>
                </a:cubicBezTo>
                <a:cubicBezTo>
                  <a:pt x="280" y="65"/>
                  <a:pt x="284" y="68"/>
                  <a:pt x="284" y="68"/>
                </a:cubicBezTo>
                <a:lnTo>
                  <a:pt x="286" y="67"/>
                </a:lnTo>
                <a:close/>
                <a:moveTo>
                  <a:pt x="410" y="152"/>
                </a:moveTo>
                <a:cubicBezTo>
                  <a:pt x="414" y="152"/>
                  <a:pt x="414" y="152"/>
                  <a:pt x="414" y="152"/>
                </a:cubicBezTo>
                <a:cubicBezTo>
                  <a:pt x="418" y="152"/>
                  <a:pt x="418" y="152"/>
                  <a:pt x="418" y="152"/>
                </a:cubicBezTo>
                <a:cubicBezTo>
                  <a:pt x="420" y="148"/>
                  <a:pt x="420" y="148"/>
                  <a:pt x="420" y="148"/>
                </a:cubicBezTo>
                <a:cubicBezTo>
                  <a:pt x="418" y="145"/>
                  <a:pt x="418" y="145"/>
                  <a:pt x="418" y="145"/>
                </a:cubicBezTo>
                <a:cubicBezTo>
                  <a:pt x="418" y="145"/>
                  <a:pt x="412" y="145"/>
                  <a:pt x="411" y="145"/>
                </a:cubicBezTo>
                <a:cubicBezTo>
                  <a:pt x="410" y="145"/>
                  <a:pt x="407" y="149"/>
                  <a:pt x="407" y="149"/>
                </a:cubicBezTo>
                <a:lnTo>
                  <a:pt x="410" y="152"/>
                </a:lnTo>
                <a:close/>
                <a:moveTo>
                  <a:pt x="333" y="112"/>
                </a:moveTo>
                <a:cubicBezTo>
                  <a:pt x="336" y="110"/>
                  <a:pt x="336" y="110"/>
                  <a:pt x="336" y="110"/>
                </a:cubicBezTo>
                <a:cubicBezTo>
                  <a:pt x="337" y="107"/>
                  <a:pt x="337" y="107"/>
                  <a:pt x="337" y="107"/>
                </a:cubicBezTo>
                <a:cubicBezTo>
                  <a:pt x="341" y="108"/>
                  <a:pt x="341" y="108"/>
                  <a:pt x="341" y="108"/>
                </a:cubicBezTo>
                <a:cubicBezTo>
                  <a:pt x="344" y="105"/>
                  <a:pt x="344" y="105"/>
                  <a:pt x="344" y="105"/>
                </a:cubicBezTo>
                <a:cubicBezTo>
                  <a:pt x="346" y="102"/>
                  <a:pt x="346" y="102"/>
                  <a:pt x="346" y="102"/>
                </a:cubicBezTo>
                <a:cubicBezTo>
                  <a:pt x="350" y="98"/>
                  <a:pt x="350" y="98"/>
                  <a:pt x="350" y="98"/>
                </a:cubicBezTo>
                <a:cubicBezTo>
                  <a:pt x="350" y="98"/>
                  <a:pt x="346" y="96"/>
                  <a:pt x="345" y="96"/>
                </a:cubicBezTo>
                <a:cubicBezTo>
                  <a:pt x="341" y="96"/>
                  <a:pt x="341" y="96"/>
                  <a:pt x="341" y="96"/>
                </a:cubicBezTo>
                <a:cubicBezTo>
                  <a:pt x="337" y="95"/>
                  <a:pt x="337" y="95"/>
                  <a:pt x="337" y="95"/>
                </a:cubicBezTo>
                <a:cubicBezTo>
                  <a:pt x="337" y="95"/>
                  <a:pt x="332" y="95"/>
                  <a:pt x="331" y="95"/>
                </a:cubicBezTo>
                <a:cubicBezTo>
                  <a:pt x="330" y="95"/>
                  <a:pt x="330" y="97"/>
                  <a:pt x="330" y="98"/>
                </a:cubicBezTo>
                <a:cubicBezTo>
                  <a:pt x="330" y="100"/>
                  <a:pt x="327" y="101"/>
                  <a:pt x="327" y="101"/>
                </a:cubicBezTo>
                <a:cubicBezTo>
                  <a:pt x="327" y="107"/>
                  <a:pt x="327" y="107"/>
                  <a:pt x="327" y="107"/>
                </a:cubicBezTo>
                <a:cubicBezTo>
                  <a:pt x="327" y="107"/>
                  <a:pt x="329" y="112"/>
                  <a:pt x="329" y="113"/>
                </a:cubicBezTo>
                <a:lnTo>
                  <a:pt x="333" y="112"/>
                </a:lnTo>
                <a:close/>
                <a:moveTo>
                  <a:pt x="312" y="119"/>
                </a:moveTo>
                <a:cubicBezTo>
                  <a:pt x="313" y="119"/>
                  <a:pt x="316" y="117"/>
                  <a:pt x="316" y="117"/>
                </a:cubicBezTo>
                <a:cubicBezTo>
                  <a:pt x="321" y="116"/>
                  <a:pt x="321" y="116"/>
                  <a:pt x="321" y="116"/>
                </a:cubicBezTo>
                <a:cubicBezTo>
                  <a:pt x="323" y="113"/>
                  <a:pt x="323" y="113"/>
                  <a:pt x="323" y="113"/>
                </a:cubicBezTo>
                <a:cubicBezTo>
                  <a:pt x="321" y="109"/>
                  <a:pt x="321" y="109"/>
                  <a:pt x="321" y="109"/>
                </a:cubicBezTo>
                <a:cubicBezTo>
                  <a:pt x="318" y="107"/>
                  <a:pt x="318" y="107"/>
                  <a:pt x="318" y="107"/>
                </a:cubicBezTo>
                <a:cubicBezTo>
                  <a:pt x="315" y="105"/>
                  <a:pt x="315" y="105"/>
                  <a:pt x="315" y="105"/>
                </a:cubicBezTo>
                <a:cubicBezTo>
                  <a:pt x="319" y="103"/>
                  <a:pt x="319" y="103"/>
                  <a:pt x="319" y="103"/>
                </a:cubicBezTo>
                <a:cubicBezTo>
                  <a:pt x="319" y="103"/>
                  <a:pt x="320" y="102"/>
                  <a:pt x="319" y="101"/>
                </a:cubicBezTo>
                <a:cubicBezTo>
                  <a:pt x="318" y="100"/>
                  <a:pt x="316" y="98"/>
                  <a:pt x="316" y="98"/>
                </a:cubicBezTo>
                <a:cubicBezTo>
                  <a:pt x="314" y="96"/>
                  <a:pt x="314" y="96"/>
                  <a:pt x="314" y="96"/>
                </a:cubicBezTo>
                <a:cubicBezTo>
                  <a:pt x="310" y="96"/>
                  <a:pt x="310" y="96"/>
                  <a:pt x="310" y="96"/>
                </a:cubicBezTo>
                <a:cubicBezTo>
                  <a:pt x="310" y="99"/>
                  <a:pt x="310" y="99"/>
                  <a:pt x="310" y="99"/>
                </a:cubicBezTo>
                <a:cubicBezTo>
                  <a:pt x="308" y="99"/>
                  <a:pt x="308" y="99"/>
                  <a:pt x="308" y="99"/>
                </a:cubicBezTo>
                <a:cubicBezTo>
                  <a:pt x="305" y="97"/>
                  <a:pt x="305" y="97"/>
                  <a:pt x="305" y="97"/>
                </a:cubicBezTo>
                <a:cubicBezTo>
                  <a:pt x="301" y="98"/>
                  <a:pt x="301" y="98"/>
                  <a:pt x="301" y="98"/>
                </a:cubicBezTo>
                <a:cubicBezTo>
                  <a:pt x="302" y="101"/>
                  <a:pt x="302" y="101"/>
                  <a:pt x="302" y="101"/>
                </a:cubicBezTo>
                <a:cubicBezTo>
                  <a:pt x="305" y="104"/>
                  <a:pt x="305" y="104"/>
                  <a:pt x="305" y="104"/>
                </a:cubicBezTo>
                <a:cubicBezTo>
                  <a:pt x="304" y="107"/>
                  <a:pt x="304" y="107"/>
                  <a:pt x="304" y="107"/>
                </a:cubicBezTo>
                <a:cubicBezTo>
                  <a:pt x="304" y="107"/>
                  <a:pt x="302" y="108"/>
                  <a:pt x="302" y="108"/>
                </a:cubicBezTo>
                <a:cubicBezTo>
                  <a:pt x="301" y="108"/>
                  <a:pt x="298" y="105"/>
                  <a:pt x="298" y="105"/>
                </a:cubicBezTo>
                <a:cubicBezTo>
                  <a:pt x="295" y="106"/>
                  <a:pt x="295" y="106"/>
                  <a:pt x="295" y="106"/>
                </a:cubicBezTo>
                <a:cubicBezTo>
                  <a:pt x="295" y="108"/>
                  <a:pt x="295" y="108"/>
                  <a:pt x="295" y="108"/>
                </a:cubicBezTo>
                <a:cubicBezTo>
                  <a:pt x="298" y="110"/>
                  <a:pt x="298" y="110"/>
                  <a:pt x="298" y="110"/>
                </a:cubicBezTo>
                <a:cubicBezTo>
                  <a:pt x="301" y="112"/>
                  <a:pt x="301" y="112"/>
                  <a:pt x="301" y="112"/>
                </a:cubicBezTo>
                <a:cubicBezTo>
                  <a:pt x="305" y="113"/>
                  <a:pt x="305" y="113"/>
                  <a:pt x="305" y="113"/>
                </a:cubicBezTo>
                <a:cubicBezTo>
                  <a:pt x="305" y="113"/>
                  <a:pt x="307" y="116"/>
                  <a:pt x="307" y="117"/>
                </a:cubicBezTo>
                <a:cubicBezTo>
                  <a:pt x="307" y="118"/>
                  <a:pt x="312" y="119"/>
                  <a:pt x="312" y="119"/>
                </a:cubicBezTo>
                <a:moveTo>
                  <a:pt x="286" y="104"/>
                </a:moveTo>
                <a:cubicBezTo>
                  <a:pt x="287" y="101"/>
                  <a:pt x="287" y="101"/>
                  <a:pt x="287" y="101"/>
                </a:cubicBezTo>
                <a:cubicBezTo>
                  <a:pt x="285" y="99"/>
                  <a:pt x="285" y="99"/>
                  <a:pt x="285" y="99"/>
                </a:cubicBezTo>
                <a:cubicBezTo>
                  <a:pt x="278" y="98"/>
                  <a:pt x="278" y="98"/>
                  <a:pt x="278" y="98"/>
                </a:cubicBezTo>
                <a:cubicBezTo>
                  <a:pt x="276" y="100"/>
                  <a:pt x="276" y="100"/>
                  <a:pt x="276" y="100"/>
                </a:cubicBezTo>
                <a:cubicBezTo>
                  <a:pt x="276" y="100"/>
                  <a:pt x="279" y="103"/>
                  <a:pt x="280" y="103"/>
                </a:cubicBezTo>
                <a:cubicBezTo>
                  <a:pt x="281" y="103"/>
                  <a:pt x="283" y="106"/>
                  <a:pt x="283" y="106"/>
                </a:cubicBezTo>
                <a:lnTo>
                  <a:pt x="286" y="104"/>
                </a:lnTo>
                <a:close/>
                <a:moveTo>
                  <a:pt x="270" y="99"/>
                </a:moveTo>
                <a:cubicBezTo>
                  <a:pt x="269" y="101"/>
                  <a:pt x="269" y="101"/>
                  <a:pt x="269" y="101"/>
                </a:cubicBezTo>
                <a:cubicBezTo>
                  <a:pt x="272" y="101"/>
                  <a:pt x="272" y="101"/>
                  <a:pt x="272" y="101"/>
                </a:cubicBezTo>
                <a:cubicBezTo>
                  <a:pt x="273" y="99"/>
                  <a:pt x="273" y="99"/>
                  <a:pt x="273" y="99"/>
                </a:cubicBezTo>
                <a:lnTo>
                  <a:pt x="270" y="99"/>
                </a:lnTo>
                <a:close/>
                <a:moveTo>
                  <a:pt x="247" y="56"/>
                </a:moveTo>
                <a:cubicBezTo>
                  <a:pt x="252" y="56"/>
                  <a:pt x="252" y="56"/>
                  <a:pt x="252" y="56"/>
                </a:cubicBezTo>
                <a:cubicBezTo>
                  <a:pt x="257" y="56"/>
                  <a:pt x="257" y="56"/>
                  <a:pt x="257" y="56"/>
                </a:cubicBezTo>
                <a:cubicBezTo>
                  <a:pt x="264" y="56"/>
                  <a:pt x="264" y="56"/>
                  <a:pt x="264" y="56"/>
                </a:cubicBezTo>
                <a:cubicBezTo>
                  <a:pt x="264" y="56"/>
                  <a:pt x="264" y="54"/>
                  <a:pt x="263" y="53"/>
                </a:cubicBezTo>
                <a:cubicBezTo>
                  <a:pt x="262" y="53"/>
                  <a:pt x="259" y="52"/>
                  <a:pt x="259" y="52"/>
                </a:cubicBezTo>
                <a:cubicBezTo>
                  <a:pt x="254" y="52"/>
                  <a:pt x="254" y="52"/>
                  <a:pt x="254" y="52"/>
                </a:cubicBezTo>
                <a:cubicBezTo>
                  <a:pt x="251" y="53"/>
                  <a:pt x="251" y="53"/>
                  <a:pt x="251" y="53"/>
                </a:cubicBezTo>
                <a:lnTo>
                  <a:pt x="247" y="56"/>
                </a:lnTo>
                <a:close/>
                <a:moveTo>
                  <a:pt x="252" y="66"/>
                </a:moveTo>
                <a:cubicBezTo>
                  <a:pt x="255" y="65"/>
                  <a:pt x="255" y="65"/>
                  <a:pt x="255" y="65"/>
                </a:cubicBezTo>
                <a:cubicBezTo>
                  <a:pt x="260" y="65"/>
                  <a:pt x="260" y="65"/>
                  <a:pt x="260" y="65"/>
                </a:cubicBezTo>
                <a:cubicBezTo>
                  <a:pt x="261" y="63"/>
                  <a:pt x="261" y="63"/>
                  <a:pt x="261" y="63"/>
                </a:cubicBezTo>
                <a:cubicBezTo>
                  <a:pt x="259" y="61"/>
                  <a:pt x="259" y="61"/>
                  <a:pt x="259" y="61"/>
                </a:cubicBezTo>
                <a:cubicBezTo>
                  <a:pt x="261" y="61"/>
                  <a:pt x="261" y="61"/>
                  <a:pt x="261" y="61"/>
                </a:cubicBezTo>
                <a:cubicBezTo>
                  <a:pt x="263" y="59"/>
                  <a:pt x="263" y="59"/>
                  <a:pt x="263" y="59"/>
                </a:cubicBezTo>
                <a:cubicBezTo>
                  <a:pt x="260" y="59"/>
                  <a:pt x="260" y="59"/>
                  <a:pt x="260" y="59"/>
                </a:cubicBezTo>
                <a:cubicBezTo>
                  <a:pt x="254" y="59"/>
                  <a:pt x="254" y="59"/>
                  <a:pt x="254" y="59"/>
                </a:cubicBezTo>
                <a:cubicBezTo>
                  <a:pt x="250" y="60"/>
                  <a:pt x="250" y="60"/>
                  <a:pt x="250" y="60"/>
                </a:cubicBezTo>
                <a:cubicBezTo>
                  <a:pt x="247" y="62"/>
                  <a:pt x="247" y="62"/>
                  <a:pt x="247" y="62"/>
                </a:cubicBezTo>
                <a:cubicBezTo>
                  <a:pt x="250" y="66"/>
                  <a:pt x="250" y="66"/>
                  <a:pt x="250" y="66"/>
                </a:cubicBezTo>
                <a:lnTo>
                  <a:pt x="252" y="66"/>
                </a:lnTo>
                <a:close/>
                <a:moveTo>
                  <a:pt x="244" y="62"/>
                </a:moveTo>
                <a:cubicBezTo>
                  <a:pt x="243" y="59"/>
                  <a:pt x="243" y="59"/>
                  <a:pt x="243" y="59"/>
                </a:cubicBezTo>
                <a:cubicBezTo>
                  <a:pt x="240" y="58"/>
                  <a:pt x="240" y="58"/>
                  <a:pt x="240" y="58"/>
                </a:cubicBezTo>
                <a:cubicBezTo>
                  <a:pt x="237" y="58"/>
                  <a:pt x="237" y="58"/>
                  <a:pt x="237" y="58"/>
                </a:cubicBezTo>
                <a:cubicBezTo>
                  <a:pt x="238" y="60"/>
                  <a:pt x="238" y="60"/>
                  <a:pt x="238" y="60"/>
                </a:cubicBezTo>
                <a:cubicBezTo>
                  <a:pt x="240" y="62"/>
                  <a:pt x="240" y="62"/>
                  <a:pt x="240" y="62"/>
                </a:cubicBezTo>
                <a:lnTo>
                  <a:pt x="244" y="62"/>
                </a:lnTo>
                <a:close/>
                <a:moveTo>
                  <a:pt x="239" y="74"/>
                </a:moveTo>
                <a:cubicBezTo>
                  <a:pt x="235" y="75"/>
                  <a:pt x="235" y="75"/>
                  <a:pt x="235" y="75"/>
                </a:cubicBezTo>
                <a:cubicBezTo>
                  <a:pt x="232" y="79"/>
                  <a:pt x="232" y="79"/>
                  <a:pt x="232" y="79"/>
                </a:cubicBezTo>
                <a:cubicBezTo>
                  <a:pt x="230" y="81"/>
                  <a:pt x="230" y="81"/>
                  <a:pt x="230" y="81"/>
                </a:cubicBezTo>
                <a:cubicBezTo>
                  <a:pt x="227" y="84"/>
                  <a:pt x="227" y="84"/>
                  <a:pt x="227" y="84"/>
                </a:cubicBezTo>
                <a:cubicBezTo>
                  <a:pt x="228" y="87"/>
                  <a:pt x="228" y="87"/>
                  <a:pt x="228" y="87"/>
                </a:cubicBezTo>
                <a:cubicBezTo>
                  <a:pt x="233" y="87"/>
                  <a:pt x="233" y="87"/>
                  <a:pt x="233" y="87"/>
                </a:cubicBezTo>
                <a:cubicBezTo>
                  <a:pt x="237" y="88"/>
                  <a:pt x="237" y="88"/>
                  <a:pt x="237" y="88"/>
                </a:cubicBezTo>
                <a:cubicBezTo>
                  <a:pt x="241" y="87"/>
                  <a:pt x="241" y="87"/>
                  <a:pt x="241" y="87"/>
                </a:cubicBezTo>
                <a:cubicBezTo>
                  <a:pt x="245" y="86"/>
                  <a:pt x="245" y="86"/>
                  <a:pt x="245" y="86"/>
                </a:cubicBezTo>
                <a:cubicBezTo>
                  <a:pt x="251" y="87"/>
                  <a:pt x="251" y="87"/>
                  <a:pt x="251" y="87"/>
                </a:cubicBezTo>
                <a:cubicBezTo>
                  <a:pt x="255" y="87"/>
                  <a:pt x="255" y="87"/>
                  <a:pt x="255" y="87"/>
                </a:cubicBezTo>
                <a:cubicBezTo>
                  <a:pt x="254" y="88"/>
                  <a:pt x="250" y="88"/>
                  <a:pt x="250" y="88"/>
                </a:cubicBezTo>
                <a:cubicBezTo>
                  <a:pt x="246" y="88"/>
                  <a:pt x="246" y="88"/>
                  <a:pt x="246" y="88"/>
                </a:cubicBezTo>
                <a:cubicBezTo>
                  <a:pt x="243" y="90"/>
                  <a:pt x="243" y="90"/>
                  <a:pt x="243" y="90"/>
                </a:cubicBezTo>
                <a:cubicBezTo>
                  <a:pt x="243" y="92"/>
                  <a:pt x="243" y="92"/>
                  <a:pt x="243" y="92"/>
                </a:cubicBezTo>
                <a:cubicBezTo>
                  <a:pt x="246" y="93"/>
                  <a:pt x="246" y="93"/>
                  <a:pt x="246" y="93"/>
                </a:cubicBezTo>
                <a:cubicBezTo>
                  <a:pt x="252" y="93"/>
                  <a:pt x="252" y="93"/>
                  <a:pt x="252" y="93"/>
                </a:cubicBezTo>
                <a:cubicBezTo>
                  <a:pt x="258" y="91"/>
                  <a:pt x="258" y="91"/>
                  <a:pt x="258" y="91"/>
                </a:cubicBezTo>
                <a:cubicBezTo>
                  <a:pt x="262" y="88"/>
                  <a:pt x="262" y="88"/>
                  <a:pt x="262" y="88"/>
                </a:cubicBezTo>
                <a:cubicBezTo>
                  <a:pt x="266" y="88"/>
                  <a:pt x="266" y="88"/>
                  <a:pt x="266" y="88"/>
                </a:cubicBezTo>
                <a:cubicBezTo>
                  <a:pt x="272" y="88"/>
                  <a:pt x="272" y="88"/>
                  <a:pt x="272" y="88"/>
                </a:cubicBezTo>
                <a:cubicBezTo>
                  <a:pt x="277" y="88"/>
                  <a:pt x="277" y="88"/>
                  <a:pt x="277" y="88"/>
                </a:cubicBezTo>
                <a:cubicBezTo>
                  <a:pt x="280" y="85"/>
                  <a:pt x="280" y="85"/>
                  <a:pt x="280" y="85"/>
                </a:cubicBezTo>
                <a:cubicBezTo>
                  <a:pt x="281" y="80"/>
                  <a:pt x="281" y="80"/>
                  <a:pt x="281" y="80"/>
                </a:cubicBezTo>
                <a:cubicBezTo>
                  <a:pt x="279" y="78"/>
                  <a:pt x="279" y="78"/>
                  <a:pt x="279" y="78"/>
                </a:cubicBezTo>
                <a:cubicBezTo>
                  <a:pt x="276" y="78"/>
                  <a:pt x="276" y="78"/>
                  <a:pt x="276" y="78"/>
                </a:cubicBezTo>
                <a:cubicBezTo>
                  <a:pt x="276" y="80"/>
                  <a:pt x="276" y="80"/>
                  <a:pt x="276" y="80"/>
                </a:cubicBezTo>
                <a:cubicBezTo>
                  <a:pt x="273" y="79"/>
                  <a:pt x="273" y="79"/>
                  <a:pt x="273" y="79"/>
                </a:cubicBezTo>
                <a:cubicBezTo>
                  <a:pt x="269" y="76"/>
                  <a:pt x="269" y="76"/>
                  <a:pt x="269" y="76"/>
                </a:cubicBezTo>
                <a:cubicBezTo>
                  <a:pt x="269" y="74"/>
                  <a:pt x="269" y="74"/>
                  <a:pt x="269" y="74"/>
                </a:cubicBezTo>
                <a:cubicBezTo>
                  <a:pt x="267" y="71"/>
                  <a:pt x="267" y="71"/>
                  <a:pt x="267" y="71"/>
                </a:cubicBezTo>
                <a:cubicBezTo>
                  <a:pt x="264" y="71"/>
                  <a:pt x="264" y="71"/>
                  <a:pt x="264" y="71"/>
                </a:cubicBezTo>
                <a:cubicBezTo>
                  <a:pt x="262" y="73"/>
                  <a:pt x="262" y="73"/>
                  <a:pt x="262" y="73"/>
                </a:cubicBezTo>
                <a:cubicBezTo>
                  <a:pt x="260" y="73"/>
                  <a:pt x="260" y="73"/>
                  <a:pt x="260" y="73"/>
                </a:cubicBezTo>
                <a:cubicBezTo>
                  <a:pt x="260" y="75"/>
                  <a:pt x="260" y="75"/>
                  <a:pt x="260" y="75"/>
                </a:cubicBezTo>
                <a:cubicBezTo>
                  <a:pt x="263" y="77"/>
                  <a:pt x="263" y="77"/>
                  <a:pt x="263" y="77"/>
                </a:cubicBezTo>
                <a:cubicBezTo>
                  <a:pt x="263" y="79"/>
                  <a:pt x="262" y="81"/>
                  <a:pt x="262" y="81"/>
                </a:cubicBezTo>
                <a:cubicBezTo>
                  <a:pt x="266" y="81"/>
                  <a:pt x="266" y="81"/>
                  <a:pt x="266" y="81"/>
                </a:cubicBezTo>
                <a:cubicBezTo>
                  <a:pt x="266" y="81"/>
                  <a:pt x="267" y="83"/>
                  <a:pt x="266" y="83"/>
                </a:cubicBezTo>
                <a:cubicBezTo>
                  <a:pt x="265" y="83"/>
                  <a:pt x="263" y="83"/>
                  <a:pt x="263" y="83"/>
                </a:cubicBezTo>
                <a:cubicBezTo>
                  <a:pt x="258" y="83"/>
                  <a:pt x="258" y="83"/>
                  <a:pt x="258" y="83"/>
                </a:cubicBezTo>
                <a:cubicBezTo>
                  <a:pt x="255" y="81"/>
                  <a:pt x="255" y="81"/>
                  <a:pt x="255" y="81"/>
                </a:cubicBezTo>
                <a:cubicBezTo>
                  <a:pt x="252" y="78"/>
                  <a:pt x="252" y="78"/>
                  <a:pt x="252" y="78"/>
                </a:cubicBezTo>
                <a:cubicBezTo>
                  <a:pt x="248" y="76"/>
                  <a:pt x="248" y="76"/>
                  <a:pt x="248" y="76"/>
                </a:cubicBezTo>
                <a:cubicBezTo>
                  <a:pt x="245" y="76"/>
                  <a:pt x="245" y="76"/>
                  <a:pt x="245" y="76"/>
                </a:cubicBezTo>
                <a:cubicBezTo>
                  <a:pt x="241" y="74"/>
                  <a:pt x="241" y="74"/>
                  <a:pt x="241" y="74"/>
                </a:cubicBezTo>
                <a:lnTo>
                  <a:pt x="239" y="74"/>
                </a:lnTo>
                <a:close/>
                <a:moveTo>
                  <a:pt x="241" y="69"/>
                </a:moveTo>
                <a:cubicBezTo>
                  <a:pt x="241" y="71"/>
                  <a:pt x="241" y="71"/>
                  <a:pt x="241" y="71"/>
                </a:cubicBezTo>
                <a:cubicBezTo>
                  <a:pt x="246" y="72"/>
                  <a:pt x="246" y="72"/>
                  <a:pt x="246" y="72"/>
                </a:cubicBezTo>
                <a:cubicBezTo>
                  <a:pt x="246" y="69"/>
                  <a:pt x="246" y="69"/>
                  <a:pt x="246" y="69"/>
                </a:cubicBezTo>
                <a:cubicBezTo>
                  <a:pt x="246" y="69"/>
                  <a:pt x="241" y="70"/>
                  <a:pt x="241" y="69"/>
                </a:cubicBezTo>
                <a:moveTo>
                  <a:pt x="222" y="80"/>
                </a:moveTo>
                <a:cubicBezTo>
                  <a:pt x="219" y="82"/>
                  <a:pt x="219" y="82"/>
                  <a:pt x="219" y="82"/>
                </a:cubicBezTo>
                <a:cubicBezTo>
                  <a:pt x="224" y="83"/>
                  <a:pt x="224" y="83"/>
                  <a:pt x="224" y="83"/>
                </a:cubicBezTo>
                <a:cubicBezTo>
                  <a:pt x="226" y="78"/>
                  <a:pt x="226" y="78"/>
                  <a:pt x="226" y="78"/>
                </a:cubicBezTo>
                <a:lnTo>
                  <a:pt x="222" y="80"/>
                </a:lnTo>
                <a:close/>
                <a:moveTo>
                  <a:pt x="229" y="74"/>
                </a:moveTo>
                <a:cubicBezTo>
                  <a:pt x="233" y="72"/>
                  <a:pt x="233" y="72"/>
                  <a:pt x="233" y="72"/>
                </a:cubicBezTo>
                <a:cubicBezTo>
                  <a:pt x="234" y="68"/>
                  <a:pt x="234" y="68"/>
                  <a:pt x="234" y="68"/>
                </a:cubicBezTo>
                <a:cubicBezTo>
                  <a:pt x="236" y="65"/>
                  <a:pt x="236" y="65"/>
                  <a:pt x="236" y="65"/>
                </a:cubicBezTo>
                <a:cubicBezTo>
                  <a:pt x="231" y="64"/>
                  <a:pt x="231" y="64"/>
                  <a:pt x="231" y="64"/>
                </a:cubicBezTo>
                <a:cubicBezTo>
                  <a:pt x="228" y="66"/>
                  <a:pt x="228" y="66"/>
                  <a:pt x="228" y="66"/>
                </a:cubicBezTo>
                <a:cubicBezTo>
                  <a:pt x="223" y="66"/>
                  <a:pt x="223" y="66"/>
                  <a:pt x="223" y="66"/>
                </a:cubicBezTo>
                <a:cubicBezTo>
                  <a:pt x="219" y="66"/>
                  <a:pt x="219" y="66"/>
                  <a:pt x="219" y="66"/>
                </a:cubicBezTo>
                <a:cubicBezTo>
                  <a:pt x="219" y="66"/>
                  <a:pt x="216" y="70"/>
                  <a:pt x="216" y="71"/>
                </a:cubicBezTo>
                <a:cubicBezTo>
                  <a:pt x="215" y="72"/>
                  <a:pt x="212" y="74"/>
                  <a:pt x="212" y="74"/>
                </a:cubicBezTo>
                <a:cubicBezTo>
                  <a:pt x="208" y="74"/>
                  <a:pt x="208" y="74"/>
                  <a:pt x="208" y="74"/>
                </a:cubicBezTo>
                <a:cubicBezTo>
                  <a:pt x="204" y="76"/>
                  <a:pt x="204" y="76"/>
                  <a:pt x="204" y="76"/>
                </a:cubicBezTo>
                <a:cubicBezTo>
                  <a:pt x="206" y="79"/>
                  <a:pt x="206" y="79"/>
                  <a:pt x="206" y="79"/>
                </a:cubicBezTo>
                <a:cubicBezTo>
                  <a:pt x="210" y="80"/>
                  <a:pt x="210" y="80"/>
                  <a:pt x="210" y="80"/>
                </a:cubicBezTo>
                <a:cubicBezTo>
                  <a:pt x="212" y="78"/>
                  <a:pt x="212" y="78"/>
                  <a:pt x="212" y="78"/>
                </a:cubicBezTo>
                <a:cubicBezTo>
                  <a:pt x="215" y="80"/>
                  <a:pt x="215" y="80"/>
                  <a:pt x="215" y="80"/>
                </a:cubicBezTo>
                <a:cubicBezTo>
                  <a:pt x="218" y="78"/>
                  <a:pt x="218" y="78"/>
                  <a:pt x="218" y="78"/>
                </a:cubicBezTo>
                <a:cubicBezTo>
                  <a:pt x="218" y="77"/>
                  <a:pt x="218" y="77"/>
                  <a:pt x="218" y="77"/>
                </a:cubicBezTo>
                <a:cubicBezTo>
                  <a:pt x="221" y="76"/>
                  <a:pt x="221" y="76"/>
                  <a:pt x="221" y="76"/>
                </a:cubicBezTo>
                <a:cubicBezTo>
                  <a:pt x="222" y="74"/>
                  <a:pt x="222" y="74"/>
                  <a:pt x="222" y="74"/>
                </a:cubicBezTo>
                <a:cubicBezTo>
                  <a:pt x="225" y="72"/>
                  <a:pt x="225" y="72"/>
                  <a:pt x="225" y="72"/>
                </a:cubicBezTo>
                <a:cubicBezTo>
                  <a:pt x="227" y="75"/>
                  <a:pt x="227" y="75"/>
                  <a:pt x="227" y="75"/>
                </a:cubicBezTo>
                <a:lnTo>
                  <a:pt x="229" y="74"/>
                </a:lnTo>
                <a:close/>
                <a:moveTo>
                  <a:pt x="232" y="135"/>
                </a:moveTo>
                <a:cubicBezTo>
                  <a:pt x="238" y="136"/>
                  <a:pt x="238" y="136"/>
                  <a:pt x="238" y="136"/>
                </a:cubicBezTo>
                <a:cubicBezTo>
                  <a:pt x="243" y="136"/>
                  <a:pt x="243" y="136"/>
                  <a:pt x="243" y="136"/>
                </a:cubicBezTo>
                <a:cubicBezTo>
                  <a:pt x="246" y="140"/>
                  <a:pt x="246" y="140"/>
                  <a:pt x="246" y="140"/>
                </a:cubicBezTo>
                <a:cubicBezTo>
                  <a:pt x="249" y="142"/>
                  <a:pt x="249" y="142"/>
                  <a:pt x="249" y="142"/>
                </a:cubicBezTo>
                <a:cubicBezTo>
                  <a:pt x="256" y="142"/>
                  <a:pt x="256" y="142"/>
                  <a:pt x="256" y="142"/>
                </a:cubicBezTo>
                <a:cubicBezTo>
                  <a:pt x="262" y="142"/>
                  <a:pt x="262" y="142"/>
                  <a:pt x="262" y="142"/>
                </a:cubicBezTo>
                <a:cubicBezTo>
                  <a:pt x="266" y="140"/>
                  <a:pt x="266" y="140"/>
                  <a:pt x="266" y="140"/>
                </a:cubicBezTo>
                <a:cubicBezTo>
                  <a:pt x="270" y="139"/>
                  <a:pt x="270" y="139"/>
                  <a:pt x="270" y="139"/>
                </a:cubicBezTo>
                <a:cubicBezTo>
                  <a:pt x="274" y="136"/>
                  <a:pt x="274" y="136"/>
                  <a:pt x="274" y="136"/>
                </a:cubicBezTo>
                <a:cubicBezTo>
                  <a:pt x="276" y="135"/>
                  <a:pt x="276" y="135"/>
                  <a:pt x="276" y="135"/>
                </a:cubicBezTo>
                <a:cubicBezTo>
                  <a:pt x="278" y="136"/>
                  <a:pt x="278" y="136"/>
                  <a:pt x="278" y="136"/>
                </a:cubicBezTo>
                <a:cubicBezTo>
                  <a:pt x="281" y="136"/>
                  <a:pt x="281" y="136"/>
                  <a:pt x="281" y="136"/>
                </a:cubicBezTo>
                <a:cubicBezTo>
                  <a:pt x="288" y="139"/>
                  <a:pt x="288" y="139"/>
                  <a:pt x="288" y="139"/>
                </a:cubicBezTo>
                <a:cubicBezTo>
                  <a:pt x="292" y="139"/>
                  <a:pt x="292" y="139"/>
                  <a:pt x="292" y="139"/>
                </a:cubicBezTo>
                <a:cubicBezTo>
                  <a:pt x="296" y="139"/>
                  <a:pt x="296" y="139"/>
                  <a:pt x="296" y="139"/>
                </a:cubicBezTo>
                <a:cubicBezTo>
                  <a:pt x="298" y="136"/>
                  <a:pt x="298" y="136"/>
                  <a:pt x="298" y="136"/>
                </a:cubicBezTo>
                <a:cubicBezTo>
                  <a:pt x="294" y="133"/>
                  <a:pt x="294" y="133"/>
                  <a:pt x="294" y="133"/>
                </a:cubicBezTo>
                <a:cubicBezTo>
                  <a:pt x="297" y="133"/>
                  <a:pt x="297" y="133"/>
                  <a:pt x="297" y="133"/>
                </a:cubicBezTo>
                <a:cubicBezTo>
                  <a:pt x="301" y="132"/>
                  <a:pt x="301" y="132"/>
                  <a:pt x="301" y="132"/>
                </a:cubicBezTo>
                <a:cubicBezTo>
                  <a:pt x="302" y="130"/>
                  <a:pt x="302" y="130"/>
                  <a:pt x="302" y="130"/>
                </a:cubicBezTo>
                <a:cubicBezTo>
                  <a:pt x="298" y="128"/>
                  <a:pt x="298" y="128"/>
                  <a:pt x="298" y="128"/>
                </a:cubicBezTo>
                <a:cubicBezTo>
                  <a:pt x="290" y="125"/>
                  <a:pt x="290" y="125"/>
                  <a:pt x="290" y="125"/>
                </a:cubicBezTo>
                <a:cubicBezTo>
                  <a:pt x="286" y="121"/>
                  <a:pt x="286" y="121"/>
                  <a:pt x="286" y="121"/>
                </a:cubicBezTo>
                <a:cubicBezTo>
                  <a:pt x="287" y="117"/>
                  <a:pt x="287" y="117"/>
                  <a:pt x="287" y="117"/>
                </a:cubicBezTo>
                <a:cubicBezTo>
                  <a:pt x="284" y="115"/>
                  <a:pt x="284" y="115"/>
                  <a:pt x="284" y="115"/>
                </a:cubicBezTo>
                <a:cubicBezTo>
                  <a:pt x="283" y="109"/>
                  <a:pt x="283" y="109"/>
                  <a:pt x="283" y="109"/>
                </a:cubicBezTo>
                <a:cubicBezTo>
                  <a:pt x="280" y="106"/>
                  <a:pt x="280" y="106"/>
                  <a:pt x="280" y="106"/>
                </a:cubicBezTo>
                <a:cubicBezTo>
                  <a:pt x="275" y="104"/>
                  <a:pt x="275" y="104"/>
                  <a:pt x="275" y="104"/>
                </a:cubicBezTo>
                <a:cubicBezTo>
                  <a:pt x="270" y="104"/>
                  <a:pt x="270" y="104"/>
                  <a:pt x="270" y="104"/>
                </a:cubicBezTo>
                <a:cubicBezTo>
                  <a:pt x="270" y="108"/>
                  <a:pt x="270" y="108"/>
                  <a:pt x="270" y="108"/>
                </a:cubicBezTo>
                <a:cubicBezTo>
                  <a:pt x="271" y="110"/>
                  <a:pt x="271" y="110"/>
                  <a:pt x="271" y="110"/>
                </a:cubicBezTo>
                <a:cubicBezTo>
                  <a:pt x="273" y="114"/>
                  <a:pt x="273" y="114"/>
                  <a:pt x="273" y="114"/>
                </a:cubicBezTo>
                <a:cubicBezTo>
                  <a:pt x="272" y="116"/>
                  <a:pt x="272" y="116"/>
                  <a:pt x="272" y="116"/>
                </a:cubicBezTo>
                <a:cubicBezTo>
                  <a:pt x="270" y="116"/>
                  <a:pt x="270" y="116"/>
                  <a:pt x="270" y="116"/>
                </a:cubicBezTo>
                <a:cubicBezTo>
                  <a:pt x="268" y="114"/>
                  <a:pt x="268" y="114"/>
                  <a:pt x="268" y="114"/>
                </a:cubicBezTo>
                <a:cubicBezTo>
                  <a:pt x="268" y="111"/>
                  <a:pt x="268" y="111"/>
                  <a:pt x="268" y="111"/>
                </a:cubicBezTo>
                <a:cubicBezTo>
                  <a:pt x="267" y="109"/>
                  <a:pt x="267" y="109"/>
                  <a:pt x="267" y="109"/>
                </a:cubicBezTo>
                <a:cubicBezTo>
                  <a:pt x="263" y="105"/>
                  <a:pt x="263" y="105"/>
                  <a:pt x="263" y="105"/>
                </a:cubicBezTo>
                <a:cubicBezTo>
                  <a:pt x="259" y="105"/>
                  <a:pt x="259" y="105"/>
                  <a:pt x="259" y="105"/>
                </a:cubicBezTo>
                <a:cubicBezTo>
                  <a:pt x="260" y="107"/>
                  <a:pt x="260" y="107"/>
                  <a:pt x="260" y="107"/>
                </a:cubicBezTo>
                <a:cubicBezTo>
                  <a:pt x="262" y="109"/>
                  <a:pt x="262" y="109"/>
                  <a:pt x="262" y="109"/>
                </a:cubicBezTo>
                <a:cubicBezTo>
                  <a:pt x="258" y="109"/>
                  <a:pt x="258" y="109"/>
                  <a:pt x="258" y="109"/>
                </a:cubicBezTo>
                <a:cubicBezTo>
                  <a:pt x="258" y="111"/>
                  <a:pt x="258" y="111"/>
                  <a:pt x="258" y="111"/>
                </a:cubicBezTo>
                <a:cubicBezTo>
                  <a:pt x="254" y="112"/>
                  <a:pt x="254" y="112"/>
                  <a:pt x="254" y="112"/>
                </a:cubicBezTo>
                <a:cubicBezTo>
                  <a:pt x="255" y="110"/>
                  <a:pt x="255" y="110"/>
                  <a:pt x="255" y="110"/>
                </a:cubicBezTo>
                <a:cubicBezTo>
                  <a:pt x="256" y="107"/>
                  <a:pt x="256" y="107"/>
                  <a:pt x="256" y="107"/>
                </a:cubicBezTo>
                <a:cubicBezTo>
                  <a:pt x="253" y="107"/>
                  <a:pt x="253" y="107"/>
                  <a:pt x="253" y="107"/>
                </a:cubicBezTo>
                <a:cubicBezTo>
                  <a:pt x="250" y="106"/>
                  <a:pt x="250" y="106"/>
                  <a:pt x="250" y="106"/>
                </a:cubicBezTo>
                <a:cubicBezTo>
                  <a:pt x="246" y="106"/>
                  <a:pt x="246" y="106"/>
                  <a:pt x="246" y="106"/>
                </a:cubicBezTo>
                <a:cubicBezTo>
                  <a:pt x="245" y="108"/>
                  <a:pt x="245" y="108"/>
                  <a:pt x="245" y="108"/>
                </a:cubicBezTo>
                <a:cubicBezTo>
                  <a:pt x="243" y="108"/>
                  <a:pt x="243" y="108"/>
                  <a:pt x="243" y="108"/>
                </a:cubicBezTo>
                <a:cubicBezTo>
                  <a:pt x="243" y="106"/>
                  <a:pt x="243" y="106"/>
                  <a:pt x="243" y="106"/>
                </a:cubicBezTo>
                <a:cubicBezTo>
                  <a:pt x="243" y="103"/>
                  <a:pt x="243" y="103"/>
                  <a:pt x="243" y="103"/>
                </a:cubicBezTo>
                <a:cubicBezTo>
                  <a:pt x="241" y="102"/>
                  <a:pt x="241" y="102"/>
                  <a:pt x="241" y="102"/>
                </a:cubicBezTo>
                <a:cubicBezTo>
                  <a:pt x="237" y="102"/>
                  <a:pt x="237" y="102"/>
                  <a:pt x="237" y="102"/>
                </a:cubicBezTo>
                <a:cubicBezTo>
                  <a:pt x="234" y="105"/>
                  <a:pt x="234" y="105"/>
                  <a:pt x="234" y="105"/>
                </a:cubicBezTo>
                <a:cubicBezTo>
                  <a:pt x="231" y="106"/>
                  <a:pt x="231" y="106"/>
                  <a:pt x="231" y="106"/>
                </a:cubicBezTo>
                <a:cubicBezTo>
                  <a:pt x="227" y="107"/>
                  <a:pt x="227" y="107"/>
                  <a:pt x="227" y="107"/>
                </a:cubicBezTo>
                <a:cubicBezTo>
                  <a:pt x="224" y="109"/>
                  <a:pt x="224" y="109"/>
                  <a:pt x="224" y="109"/>
                </a:cubicBezTo>
                <a:cubicBezTo>
                  <a:pt x="224" y="112"/>
                  <a:pt x="224" y="112"/>
                  <a:pt x="224" y="112"/>
                </a:cubicBezTo>
                <a:cubicBezTo>
                  <a:pt x="220" y="115"/>
                  <a:pt x="220" y="115"/>
                  <a:pt x="220" y="115"/>
                </a:cubicBezTo>
                <a:cubicBezTo>
                  <a:pt x="221" y="117"/>
                  <a:pt x="221" y="117"/>
                  <a:pt x="221" y="117"/>
                </a:cubicBezTo>
                <a:cubicBezTo>
                  <a:pt x="224" y="117"/>
                  <a:pt x="224" y="117"/>
                  <a:pt x="224" y="117"/>
                </a:cubicBezTo>
                <a:cubicBezTo>
                  <a:pt x="225" y="118"/>
                  <a:pt x="225" y="118"/>
                  <a:pt x="225" y="118"/>
                </a:cubicBezTo>
                <a:cubicBezTo>
                  <a:pt x="229" y="117"/>
                  <a:pt x="229" y="117"/>
                  <a:pt x="229" y="117"/>
                </a:cubicBezTo>
                <a:cubicBezTo>
                  <a:pt x="233" y="117"/>
                  <a:pt x="233" y="117"/>
                  <a:pt x="233" y="117"/>
                </a:cubicBezTo>
                <a:cubicBezTo>
                  <a:pt x="236" y="119"/>
                  <a:pt x="236" y="119"/>
                  <a:pt x="236" y="119"/>
                </a:cubicBezTo>
                <a:cubicBezTo>
                  <a:pt x="232" y="120"/>
                  <a:pt x="232" y="120"/>
                  <a:pt x="232" y="120"/>
                </a:cubicBezTo>
                <a:cubicBezTo>
                  <a:pt x="228" y="121"/>
                  <a:pt x="228" y="121"/>
                  <a:pt x="228" y="121"/>
                </a:cubicBezTo>
                <a:cubicBezTo>
                  <a:pt x="226" y="123"/>
                  <a:pt x="226" y="123"/>
                  <a:pt x="226" y="123"/>
                </a:cubicBezTo>
                <a:cubicBezTo>
                  <a:pt x="231" y="125"/>
                  <a:pt x="231" y="125"/>
                  <a:pt x="231" y="125"/>
                </a:cubicBezTo>
                <a:cubicBezTo>
                  <a:pt x="236" y="125"/>
                  <a:pt x="236" y="125"/>
                  <a:pt x="236" y="125"/>
                </a:cubicBezTo>
                <a:cubicBezTo>
                  <a:pt x="242" y="125"/>
                  <a:pt x="242" y="125"/>
                  <a:pt x="242" y="125"/>
                </a:cubicBezTo>
                <a:cubicBezTo>
                  <a:pt x="247" y="125"/>
                  <a:pt x="247" y="125"/>
                  <a:pt x="247" y="125"/>
                </a:cubicBezTo>
                <a:cubicBezTo>
                  <a:pt x="247" y="125"/>
                  <a:pt x="250" y="126"/>
                  <a:pt x="251" y="126"/>
                </a:cubicBezTo>
                <a:cubicBezTo>
                  <a:pt x="252" y="126"/>
                  <a:pt x="250" y="129"/>
                  <a:pt x="250" y="129"/>
                </a:cubicBezTo>
                <a:cubicBezTo>
                  <a:pt x="242" y="128"/>
                  <a:pt x="242" y="128"/>
                  <a:pt x="242" y="128"/>
                </a:cubicBezTo>
                <a:cubicBezTo>
                  <a:pt x="235" y="128"/>
                  <a:pt x="235" y="128"/>
                  <a:pt x="235" y="128"/>
                </a:cubicBezTo>
                <a:cubicBezTo>
                  <a:pt x="229" y="131"/>
                  <a:pt x="229" y="131"/>
                  <a:pt x="229" y="131"/>
                </a:cubicBezTo>
                <a:lnTo>
                  <a:pt x="232" y="135"/>
                </a:lnTo>
                <a:close/>
                <a:moveTo>
                  <a:pt x="272" y="145"/>
                </a:moveTo>
                <a:cubicBezTo>
                  <a:pt x="276" y="143"/>
                  <a:pt x="276" y="143"/>
                  <a:pt x="276" y="143"/>
                </a:cubicBezTo>
                <a:cubicBezTo>
                  <a:pt x="280" y="142"/>
                  <a:pt x="280" y="142"/>
                  <a:pt x="280" y="142"/>
                </a:cubicBezTo>
                <a:cubicBezTo>
                  <a:pt x="280" y="139"/>
                  <a:pt x="280" y="139"/>
                  <a:pt x="280" y="139"/>
                </a:cubicBezTo>
                <a:cubicBezTo>
                  <a:pt x="273" y="141"/>
                  <a:pt x="273" y="141"/>
                  <a:pt x="273" y="141"/>
                </a:cubicBezTo>
                <a:cubicBezTo>
                  <a:pt x="267" y="144"/>
                  <a:pt x="267" y="144"/>
                  <a:pt x="267" y="144"/>
                </a:cubicBezTo>
                <a:lnTo>
                  <a:pt x="272" y="145"/>
                </a:lnTo>
                <a:close/>
                <a:moveTo>
                  <a:pt x="206" y="119"/>
                </a:moveTo>
                <a:cubicBezTo>
                  <a:pt x="211" y="119"/>
                  <a:pt x="211" y="119"/>
                  <a:pt x="211" y="119"/>
                </a:cubicBezTo>
                <a:cubicBezTo>
                  <a:pt x="214" y="117"/>
                  <a:pt x="214" y="117"/>
                  <a:pt x="214" y="117"/>
                </a:cubicBezTo>
                <a:cubicBezTo>
                  <a:pt x="215" y="112"/>
                  <a:pt x="215" y="112"/>
                  <a:pt x="215" y="112"/>
                </a:cubicBezTo>
                <a:cubicBezTo>
                  <a:pt x="215" y="112"/>
                  <a:pt x="219" y="110"/>
                  <a:pt x="220" y="109"/>
                </a:cubicBezTo>
                <a:cubicBezTo>
                  <a:pt x="220" y="108"/>
                  <a:pt x="223" y="106"/>
                  <a:pt x="223" y="106"/>
                </a:cubicBezTo>
                <a:cubicBezTo>
                  <a:pt x="231" y="103"/>
                  <a:pt x="231" y="103"/>
                  <a:pt x="231" y="103"/>
                </a:cubicBezTo>
                <a:cubicBezTo>
                  <a:pt x="237" y="101"/>
                  <a:pt x="237" y="101"/>
                  <a:pt x="237" y="101"/>
                </a:cubicBezTo>
                <a:cubicBezTo>
                  <a:pt x="236" y="98"/>
                  <a:pt x="236" y="98"/>
                  <a:pt x="236" y="98"/>
                </a:cubicBezTo>
                <a:cubicBezTo>
                  <a:pt x="229" y="95"/>
                  <a:pt x="229" y="95"/>
                  <a:pt x="229" y="95"/>
                </a:cubicBezTo>
                <a:cubicBezTo>
                  <a:pt x="226" y="94"/>
                  <a:pt x="226" y="94"/>
                  <a:pt x="226" y="94"/>
                </a:cubicBezTo>
                <a:cubicBezTo>
                  <a:pt x="221" y="96"/>
                  <a:pt x="221" y="96"/>
                  <a:pt x="221" y="96"/>
                </a:cubicBezTo>
                <a:cubicBezTo>
                  <a:pt x="216" y="94"/>
                  <a:pt x="216" y="94"/>
                  <a:pt x="216" y="94"/>
                </a:cubicBezTo>
                <a:cubicBezTo>
                  <a:pt x="211" y="92"/>
                  <a:pt x="211" y="92"/>
                  <a:pt x="211" y="92"/>
                </a:cubicBezTo>
                <a:cubicBezTo>
                  <a:pt x="204" y="92"/>
                  <a:pt x="204" y="92"/>
                  <a:pt x="204" y="92"/>
                </a:cubicBezTo>
                <a:cubicBezTo>
                  <a:pt x="196" y="93"/>
                  <a:pt x="196" y="93"/>
                  <a:pt x="196" y="93"/>
                </a:cubicBezTo>
                <a:cubicBezTo>
                  <a:pt x="196" y="95"/>
                  <a:pt x="196" y="95"/>
                  <a:pt x="196" y="95"/>
                </a:cubicBezTo>
                <a:cubicBezTo>
                  <a:pt x="197" y="99"/>
                  <a:pt x="197" y="99"/>
                  <a:pt x="197" y="99"/>
                </a:cubicBezTo>
                <a:cubicBezTo>
                  <a:pt x="196" y="106"/>
                  <a:pt x="196" y="106"/>
                  <a:pt x="196" y="106"/>
                </a:cubicBezTo>
                <a:cubicBezTo>
                  <a:pt x="189" y="114"/>
                  <a:pt x="189" y="114"/>
                  <a:pt x="189" y="114"/>
                </a:cubicBezTo>
                <a:cubicBezTo>
                  <a:pt x="198" y="116"/>
                  <a:pt x="198" y="116"/>
                  <a:pt x="198" y="116"/>
                </a:cubicBezTo>
                <a:cubicBezTo>
                  <a:pt x="202" y="122"/>
                  <a:pt x="202" y="122"/>
                  <a:pt x="202" y="122"/>
                </a:cubicBezTo>
                <a:lnTo>
                  <a:pt x="206" y="119"/>
                </a:lnTo>
                <a:close/>
                <a:moveTo>
                  <a:pt x="9" y="205"/>
                </a:moveTo>
                <a:cubicBezTo>
                  <a:pt x="8" y="201"/>
                  <a:pt x="8" y="201"/>
                  <a:pt x="8" y="201"/>
                </a:cubicBezTo>
                <a:cubicBezTo>
                  <a:pt x="4" y="201"/>
                  <a:pt x="4" y="201"/>
                  <a:pt x="4" y="201"/>
                </a:cubicBezTo>
                <a:cubicBezTo>
                  <a:pt x="2" y="203"/>
                  <a:pt x="2" y="203"/>
                  <a:pt x="2" y="203"/>
                </a:cubicBezTo>
                <a:cubicBezTo>
                  <a:pt x="3" y="205"/>
                  <a:pt x="3" y="205"/>
                  <a:pt x="3" y="205"/>
                </a:cubicBezTo>
                <a:cubicBezTo>
                  <a:pt x="7" y="206"/>
                  <a:pt x="7" y="206"/>
                  <a:pt x="7" y="206"/>
                </a:cubicBezTo>
                <a:lnTo>
                  <a:pt x="9" y="205"/>
                </a:lnTo>
                <a:close/>
                <a:moveTo>
                  <a:pt x="89" y="199"/>
                </a:moveTo>
                <a:cubicBezTo>
                  <a:pt x="89" y="199"/>
                  <a:pt x="88" y="199"/>
                  <a:pt x="88" y="198"/>
                </a:cubicBezTo>
                <a:cubicBezTo>
                  <a:pt x="88" y="197"/>
                  <a:pt x="90" y="197"/>
                  <a:pt x="90" y="197"/>
                </a:cubicBezTo>
                <a:cubicBezTo>
                  <a:pt x="96" y="197"/>
                  <a:pt x="96" y="197"/>
                  <a:pt x="96" y="197"/>
                </a:cubicBezTo>
                <a:cubicBezTo>
                  <a:pt x="101" y="201"/>
                  <a:pt x="101" y="201"/>
                  <a:pt x="101" y="201"/>
                </a:cubicBezTo>
                <a:cubicBezTo>
                  <a:pt x="106" y="204"/>
                  <a:pt x="106" y="204"/>
                  <a:pt x="106" y="204"/>
                </a:cubicBezTo>
                <a:cubicBezTo>
                  <a:pt x="112" y="205"/>
                  <a:pt x="112" y="205"/>
                  <a:pt x="112" y="205"/>
                </a:cubicBezTo>
                <a:cubicBezTo>
                  <a:pt x="117" y="204"/>
                  <a:pt x="117" y="204"/>
                  <a:pt x="117" y="204"/>
                </a:cubicBezTo>
                <a:cubicBezTo>
                  <a:pt x="121" y="205"/>
                  <a:pt x="121" y="205"/>
                  <a:pt x="121" y="205"/>
                </a:cubicBezTo>
                <a:cubicBezTo>
                  <a:pt x="124" y="205"/>
                  <a:pt x="124" y="205"/>
                  <a:pt x="124" y="205"/>
                </a:cubicBezTo>
                <a:cubicBezTo>
                  <a:pt x="128" y="208"/>
                  <a:pt x="128" y="208"/>
                  <a:pt x="128" y="208"/>
                </a:cubicBezTo>
                <a:cubicBezTo>
                  <a:pt x="134" y="211"/>
                  <a:pt x="134" y="211"/>
                  <a:pt x="134" y="211"/>
                </a:cubicBezTo>
                <a:cubicBezTo>
                  <a:pt x="137" y="215"/>
                  <a:pt x="137" y="215"/>
                  <a:pt x="137" y="215"/>
                </a:cubicBezTo>
                <a:cubicBezTo>
                  <a:pt x="137" y="215"/>
                  <a:pt x="141" y="216"/>
                  <a:pt x="142" y="216"/>
                </a:cubicBezTo>
                <a:cubicBezTo>
                  <a:pt x="143" y="216"/>
                  <a:pt x="144" y="215"/>
                  <a:pt x="144" y="215"/>
                </a:cubicBezTo>
                <a:cubicBezTo>
                  <a:pt x="148" y="217"/>
                  <a:pt x="148" y="217"/>
                  <a:pt x="148" y="217"/>
                </a:cubicBezTo>
                <a:cubicBezTo>
                  <a:pt x="150" y="220"/>
                  <a:pt x="150" y="220"/>
                  <a:pt x="150" y="220"/>
                </a:cubicBezTo>
                <a:cubicBezTo>
                  <a:pt x="155" y="222"/>
                  <a:pt x="155" y="222"/>
                  <a:pt x="155" y="222"/>
                </a:cubicBezTo>
                <a:cubicBezTo>
                  <a:pt x="154" y="225"/>
                  <a:pt x="154" y="225"/>
                  <a:pt x="154" y="225"/>
                </a:cubicBezTo>
                <a:cubicBezTo>
                  <a:pt x="160" y="227"/>
                  <a:pt x="160" y="227"/>
                  <a:pt x="160" y="227"/>
                </a:cubicBezTo>
                <a:cubicBezTo>
                  <a:pt x="159" y="230"/>
                  <a:pt x="159" y="230"/>
                  <a:pt x="159" y="230"/>
                </a:cubicBezTo>
                <a:cubicBezTo>
                  <a:pt x="162" y="231"/>
                  <a:pt x="162" y="231"/>
                  <a:pt x="162" y="231"/>
                </a:cubicBezTo>
                <a:cubicBezTo>
                  <a:pt x="165" y="231"/>
                  <a:pt x="165" y="231"/>
                  <a:pt x="165" y="231"/>
                </a:cubicBezTo>
                <a:cubicBezTo>
                  <a:pt x="166" y="235"/>
                  <a:pt x="166" y="235"/>
                  <a:pt x="166" y="235"/>
                </a:cubicBezTo>
                <a:cubicBezTo>
                  <a:pt x="168" y="238"/>
                  <a:pt x="168" y="238"/>
                  <a:pt x="168" y="238"/>
                </a:cubicBezTo>
                <a:cubicBezTo>
                  <a:pt x="169" y="242"/>
                  <a:pt x="169" y="242"/>
                  <a:pt x="169" y="242"/>
                </a:cubicBezTo>
                <a:cubicBezTo>
                  <a:pt x="170" y="246"/>
                  <a:pt x="170" y="246"/>
                  <a:pt x="170" y="246"/>
                </a:cubicBezTo>
                <a:cubicBezTo>
                  <a:pt x="175" y="247"/>
                  <a:pt x="175" y="247"/>
                  <a:pt x="175" y="247"/>
                </a:cubicBezTo>
                <a:cubicBezTo>
                  <a:pt x="176" y="251"/>
                  <a:pt x="176" y="251"/>
                  <a:pt x="176" y="251"/>
                </a:cubicBezTo>
                <a:cubicBezTo>
                  <a:pt x="180" y="255"/>
                  <a:pt x="180" y="255"/>
                  <a:pt x="180" y="255"/>
                </a:cubicBezTo>
                <a:cubicBezTo>
                  <a:pt x="181" y="258"/>
                  <a:pt x="181" y="258"/>
                  <a:pt x="181" y="258"/>
                </a:cubicBezTo>
                <a:cubicBezTo>
                  <a:pt x="186" y="261"/>
                  <a:pt x="186" y="261"/>
                  <a:pt x="186" y="261"/>
                </a:cubicBezTo>
                <a:cubicBezTo>
                  <a:pt x="190" y="262"/>
                  <a:pt x="190" y="262"/>
                  <a:pt x="190" y="262"/>
                </a:cubicBezTo>
                <a:cubicBezTo>
                  <a:pt x="194" y="264"/>
                  <a:pt x="194" y="264"/>
                  <a:pt x="194" y="264"/>
                </a:cubicBezTo>
                <a:cubicBezTo>
                  <a:pt x="195" y="266"/>
                  <a:pt x="195" y="266"/>
                  <a:pt x="195" y="266"/>
                </a:cubicBezTo>
                <a:cubicBezTo>
                  <a:pt x="200" y="269"/>
                  <a:pt x="200" y="269"/>
                  <a:pt x="200" y="269"/>
                </a:cubicBezTo>
                <a:cubicBezTo>
                  <a:pt x="203" y="272"/>
                  <a:pt x="203" y="272"/>
                  <a:pt x="203" y="272"/>
                </a:cubicBezTo>
                <a:cubicBezTo>
                  <a:pt x="205" y="277"/>
                  <a:pt x="205" y="277"/>
                  <a:pt x="205" y="277"/>
                </a:cubicBezTo>
                <a:cubicBezTo>
                  <a:pt x="205" y="282"/>
                  <a:pt x="205" y="282"/>
                  <a:pt x="205" y="282"/>
                </a:cubicBezTo>
                <a:cubicBezTo>
                  <a:pt x="202" y="279"/>
                  <a:pt x="202" y="279"/>
                  <a:pt x="202" y="279"/>
                </a:cubicBezTo>
                <a:cubicBezTo>
                  <a:pt x="199" y="275"/>
                  <a:pt x="199" y="275"/>
                  <a:pt x="199" y="275"/>
                </a:cubicBezTo>
                <a:cubicBezTo>
                  <a:pt x="199" y="273"/>
                  <a:pt x="199" y="273"/>
                  <a:pt x="199" y="273"/>
                </a:cubicBezTo>
                <a:cubicBezTo>
                  <a:pt x="195" y="270"/>
                  <a:pt x="195" y="270"/>
                  <a:pt x="195" y="270"/>
                </a:cubicBezTo>
                <a:cubicBezTo>
                  <a:pt x="192" y="269"/>
                  <a:pt x="192" y="269"/>
                  <a:pt x="192" y="269"/>
                </a:cubicBezTo>
                <a:cubicBezTo>
                  <a:pt x="192" y="266"/>
                  <a:pt x="192" y="266"/>
                  <a:pt x="192" y="266"/>
                </a:cubicBezTo>
                <a:cubicBezTo>
                  <a:pt x="189" y="266"/>
                  <a:pt x="189" y="266"/>
                  <a:pt x="189" y="266"/>
                </a:cubicBezTo>
                <a:cubicBezTo>
                  <a:pt x="186" y="264"/>
                  <a:pt x="186" y="264"/>
                  <a:pt x="186" y="264"/>
                </a:cubicBezTo>
                <a:cubicBezTo>
                  <a:pt x="184" y="263"/>
                  <a:pt x="184" y="263"/>
                  <a:pt x="184" y="263"/>
                </a:cubicBezTo>
                <a:cubicBezTo>
                  <a:pt x="181" y="262"/>
                  <a:pt x="181" y="262"/>
                  <a:pt x="181" y="262"/>
                </a:cubicBezTo>
                <a:cubicBezTo>
                  <a:pt x="179" y="263"/>
                  <a:pt x="179" y="263"/>
                  <a:pt x="179" y="263"/>
                </a:cubicBezTo>
                <a:cubicBezTo>
                  <a:pt x="181" y="266"/>
                  <a:pt x="181" y="266"/>
                  <a:pt x="181" y="266"/>
                </a:cubicBezTo>
                <a:cubicBezTo>
                  <a:pt x="184" y="268"/>
                  <a:pt x="184" y="268"/>
                  <a:pt x="184" y="268"/>
                </a:cubicBezTo>
                <a:cubicBezTo>
                  <a:pt x="187" y="270"/>
                  <a:pt x="187" y="270"/>
                  <a:pt x="187" y="270"/>
                </a:cubicBezTo>
                <a:cubicBezTo>
                  <a:pt x="193" y="274"/>
                  <a:pt x="193" y="274"/>
                  <a:pt x="193" y="274"/>
                </a:cubicBezTo>
                <a:cubicBezTo>
                  <a:pt x="196" y="279"/>
                  <a:pt x="196" y="279"/>
                  <a:pt x="196" y="279"/>
                </a:cubicBezTo>
                <a:cubicBezTo>
                  <a:pt x="198" y="285"/>
                  <a:pt x="198" y="285"/>
                  <a:pt x="198" y="285"/>
                </a:cubicBezTo>
                <a:cubicBezTo>
                  <a:pt x="198" y="289"/>
                  <a:pt x="198" y="289"/>
                  <a:pt x="198" y="289"/>
                </a:cubicBezTo>
                <a:cubicBezTo>
                  <a:pt x="197" y="295"/>
                  <a:pt x="197" y="295"/>
                  <a:pt x="197" y="295"/>
                </a:cubicBezTo>
                <a:cubicBezTo>
                  <a:pt x="197" y="302"/>
                  <a:pt x="197" y="302"/>
                  <a:pt x="197" y="302"/>
                </a:cubicBezTo>
                <a:cubicBezTo>
                  <a:pt x="195" y="304"/>
                  <a:pt x="195" y="304"/>
                  <a:pt x="195" y="304"/>
                </a:cubicBezTo>
                <a:cubicBezTo>
                  <a:pt x="195" y="308"/>
                  <a:pt x="195" y="308"/>
                  <a:pt x="195" y="308"/>
                </a:cubicBezTo>
                <a:cubicBezTo>
                  <a:pt x="198" y="313"/>
                  <a:pt x="198" y="313"/>
                  <a:pt x="198" y="313"/>
                </a:cubicBezTo>
                <a:cubicBezTo>
                  <a:pt x="197" y="317"/>
                  <a:pt x="197" y="317"/>
                  <a:pt x="197" y="317"/>
                </a:cubicBezTo>
                <a:cubicBezTo>
                  <a:pt x="198" y="321"/>
                  <a:pt x="198" y="321"/>
                  <a:pt x="198" y="321"/>
                </a:cubicBezTo>
                <a:cubicBezTo>
                  <a:pt x="199" y="324"/>
                  <a:pt x="199" y="324"/>
                  <a:pt x="199" y="324"/>
                </a:cubicBezTo>
                <a:cubicBezTo>
                  <a:pt x="199" y="329"/>
                  <a:pt x="199" y="329"/>
                  <a:pt x="199" y="329"/>
                </a:cubicBezTo>
                <a:cubicBezTo>
                  <a:pt x="202" y="332"/>
                  <a:pt x="202" y="332"/>
                  <a:pt x="202" y="332"/>
                </a:cubicBezTo>
                <a:cubicBezTo>
                  <a:pt x="205" y="335"/>
                  <a:pt x="205" y="335"/>
                  <a:pt x="205" y="335"/>
                </a:cubicBezTo>
                <a:cubicBezTo>
                  <a:pt x="207" y="342"/>
                  <a:pt x="207" y="342"/>
                  <a:pt x="207" y="342"/>
                </a:cubicBezTo>
                <a:cubicBezTo>
                  <a:pt x="211" y="344"/>
                  <a:pt x="211" y="344"/>
                  <a:pt x="211" y="344"/>
                </a:cubicBezTo>
                <a:cubicBezTo>
                  <a:pt x="211" y="348"/>
                  <a:pt x="211" y="348"/>
                  <a:pt x="211" y="348"/>
                </a:cubicBezTo>
                <a:cubicBezTo>
                  <a:pt x="214" y="351"/>
                  <a:pt x="214" y="351"/>
                  <a:pt x="214" y="351"/>
                </a:cubicBezTo>
                <a:cubicBezTo>
                  <a:pt x="218" y="351"/>
                  <a:pt x="218" y="351"/>
                  <a:pt x="218" y="351"/>
                </a:cubicBezTo>
                <a:cubicBezTo>
                  <a:pt x="221" y="354"/>
                  <a:pt x="221" y="354"/>
                  <a:pt x="221" y="354"/>
                </a:cubicBezTo>
                <a:cubicBezTo>
                  <a:pt x="226" y="356"/>
                  <a:pt x="226" y="356"/>
                  <a:pt x="226" y="356"/>
                </a:cubicBezTo>
                <a:cubicBezTo>
                  <a:pt x="229" y="360"/>
                  <a:pt x="229" y="360"/>
                  <a:pt x="229" y="360"/>
                </a:cubicBezTo>
                <a:cubicBezTo>
                  <a:pt x="230" y="364"/>
                  <a:pt x="230" y="364"/>
                  <a:pt x="230" y="364"/>
                </a:cubicBezTo>
                <a:cubicBezTo>
                  <a:pt x="232" y="368"/>
                  <a:pt x="232" y="368"/>
                  <a:pt x="232" y="368"/>
                </a:cubicBezTo>
                <a:cubicBezTo>
                  <a:pt x="234" y="374"/>
                  <a:pt x="234" y="374"/>
                  <a:pt x="234" y="374"/>
                </a:cubicBezTo>
                <a:cubicBezTo>
                  <a:pt x="237" y="377"/>
                  <a:pt x="237" y="377"/>
                  <a:pt x="237" y="377"/>
                </a:cubicBezTo>
                <a:cubicBezTo>
                  <a:pt x="241" y="380"/>
                  <a:pt x="241" y="380"/>
                  <a:pt x="241" y="380"/>
                </a:cubicBezTo>
                <a:cubicBezTo>
                  <a:pt x="241" y="383"/>
                  <a:pt x="241" y="383"/>
                  <a:pt x="241" y="383"/>
                </a:cubicBezTo>
                <a:cubicBezTo>
                  <a:pt x="239" y="385"/>
                  <a:pt x="239" y="385"/>
                  <a:pt x="239" y="385"/>
                </a:cubicBezTo>
                <a:cubicBezTo>
                  <a:pt x="241" y="387"/>
                  <a:pt x="241" y="387"/>
                  <a:pt x="241" y="387"/>
                </a:cubicBezTo>
                <a:cubicBezTo>
                  <a:pt x="244" y="390"/>
                  <a:pt x="244" y="390"/>
                  <a:pt x="244" y="390"/>
                </a:cubicBezTo>
                <a:cubicBezTo>
                  <a:pt x="249" y="393"/>
                  <a:pt x="249" y="393"/>
                  <a:pt x="249" y="393"/>
                </a:cubicBezTo>
                <a:cubicBezTo>
                  <a:pt x="251" y="396"/>
                  <a:pt x="251" y="396"/>
                  <a:pt x="251" y="396"/>
                </a:cubicBezTo>
                <a:cubicBezTo>
                  <a:pt x="251" y="399"/>
                  <a:pt x="251" y="399"/>
                  <a:pt x="251" y="399"/>
                </a:cubicBezTo>
                <a:cubicBezTo>
                  <a:pt x="252" y="401"/>
                  <a:pt x="252" y="401"/>
                  <a:pt x="252" y="401"/>
                </a:cubicBezTo>
                <a:cubicBezTo>
                  <a:pt x="255" y="402"/>
                  <a:pt x="255" y="402"/>
                  <a:pt x="255" y="402"/>
                </a:cubicBezTo>
                <a:cubicBezTo>
                  <a:pt x="258" y="405"/>
                  <a:pt x="258" y="405"/>
                  <a:pt x="258" y="405"/>
                </a:cubicBezTo>
                <a:cubicBezTo>
                  <a:pt x="261" y="407"/>
                  <a:pt x="261" y="407"/>
                  <a:pt x="261" y="407"/>
                </a:cubicBezTo>
                <a:cubicBezTo>
                  <a:pt x="261" y="410"/>
                  <a:pt x="261" y="410"/>
                  <a:pt x="261" y="410"/>
                </a:cubicBezTo>
                <a:cubicBezTo>
                  <a:pt x="263" y="409"/>
                  <a:pt x="263" y="409"/>
                  <a:pt x="263" y="409"/>
                </a:cubicBezTo>
                <a:cubicBezTo>
                  <a:pt x="263" y="406"/>
                  <a:pt x="263" y="406"/>
                  <a:pt x="263" y="406"/>
                </a:cubicBezTo>
                <a:cubicBezTo>
                  <a:pt x="262" y="403"/>
                  <a:pt x="262" y="403"/>
                  <a:pt x="262" y="403"/>
                </a:cubicBezTo>
                <a:cubicBezTo>
                  <a:pt x="259" y="401"/>
                  <a:pt x="259" y="401"/>
                  <a:pt x="259" y="401"/>
                </a:cubicBezTo>
                <a:cubicBezTo>
                  <a:pt x="258" y="398"/>
                  <a:pt x="258" y="398"/>
                  <a:pt x="258" y="398"/>
                </a:cubicBezTo>
                <a:cubicBezTo>
                  <a:pt x="255" y="395"/>
                  <a:pt x="255" y="395"/>
                  <a:pt x="255" y="395"/>
                </a:cubicBezTo>
                <a:cubicBezTo>
                  <a:pt x="254" y="391"/>
                  <a:pt x="254" y="391"/>
                  <a:pt x="254" y="391"/>
                </a:cubicBezTo>
                <a:cubicBezTo>
                  <a:pt x="252" y="388"/>
                  <a:pt x="252" y="388"/>
                  <a:pt x="252" y="388"/>
                </a:cubicBezTo>
                <a:cubicBezTo>
                  <a:pt x="249" y="385"/>
                  <a:pt x="249" y="385"/>
                  <a:pt x="249" y="385"/>
                </a:cubicBezTo>
                <a:cubicBezTo>
                  <a:pt x="248" y="381"/>
                  <a:pt x="248" y="381"/>
                  <a:pt x="248" y="381"/>
                </a:cubicBezTo>
                <a:cubicBezTo>
                  <a:pt x="245" y="380"/>
                  <a:pt x="245" y="380"/>
                  <a:pt x="245" y="380"/>
                </a:cubicBezTo>
                <a:cubicBezTo>
                  <a:pt x="243" y="375"/>
                  <a:pt x="243" y="375"/>
                  <a:pt x="243" y="375"/>
                </a:cubicBezTo>
                <a:cubicBezTo>
                  <a:pt x="240" y="371"/>
                  <a:pt x="240" y="371"/>
                  <a:pt x="240" y="371"/>
                </a:cubicBezTo>
                <a:cubicBezTo>
                  <a:pt x="239" y="366"/>
                  <a:pt x="239" y="366"/>
                  <a:pt x="239" y="366"/>
                </a:cubicBezTo>
                <a:cubicBezTo>
                  <a:pt x="242" y="366"/>
                  <a:pt x="242" y="366"/>
                  <a:pt x="242" y="366"/>
                </a:cubicBezTo>
                <a:cubicBezTo>
                  <a:pt x="246" y="367"/>
                  <a:pt x="246" y="367"/>
                  <a:pt x="246" y="367"/>
                </a:cubicBezTo>
                <a:cubicBezTo>
                  <a:pt x="248" y="370"/>
                  <a:pt x="248" y="370"/>
                  <a:pt x="248" y="370"/>
                </a:cubicBezTo>
                <a:cubicBezTo>
                  <a:pt x="249" y="375"/>
                  <a:pt x="249" y="375"/>
                  <a:pt x="249" y="375"/>
                </a:cubicBezTo>
                <a:cubicBezTo>
                  <a:pt x="253" y="381"/>
                  <a:pt x="253" y="381"/>
                  <a:pt x="253" y="381"/>
                </a:cubicBezTo>
                <a:cubicBezTo>
                  <a:pt x="257" y="385"/>
                  <a:pt x="257" y="385"/>
                  <a:pt x="257" y="385"/>
                </a:cubicBezTo>
                <a:cubicBezTo>
                  <a:pt x="261" y="389"/>
                  <a:pt x="261" y="389"/>
                  <a:pt x="261" y="389"/>
                </a:cubicBezTo>
                <a:cubicBezTo>
                  <a:pt x="264" y="392"/>
                  <a:pt x="264" y="392"/>
                  <a:pt x="264" y="392"/>
                </a:cubicBezTo>
                <a:cubicBezTo>
                  <a:pt x="265" y="396"/>
                  <a:pt x="265" y="396"/>
                  <a:pt x="265" y="396"/>
                </a:cubicBezTo>
                <a:cubicBezTo>
                  <a:pt x="269" y="398"/>
                  <a:pt x="269" y="398"/>
                  <a:pt x="269" y="398"/>
                </a:cubicBezTo>
                <a:cubicBezTo>
                  <a:pt x="272" y="402"/>
                  <a:pt x="272" y="402"/>
                  <a:pt x="272" y="402"/>
                </a:cubicBezTo>
                <a:cubicBezTo>
                  <a:pt x="275" y="405"/>
                  <a:pt x="275" y="405"/>
                  <a:pt x="275" y="405"/>
                </a:cubicBezTo>
                <a:cubicBezTo>
                  <a:pt x="280" y="411"/>
                  <a:pt x="280" y="411"/>
                  <a:pt x="280" y="411"/>
                </a:cubicBezTo>
                <a:cubicBezTo>
                  <a:pt x="281" y="415"/>
                  <a:pt x="281" y="415"/>
                  <a:pt x="281" y="415"/>
                </a:cubicBezTo>
                <a:cubicBezTo>
                  <a:pt x="284" y="417"/>
                  <a:pt x="284" y="417"/>
                  <a:pt x="284" y="417"/>
                </a:cubicBezTo>
                <a:cubicBezTo>
                  <a:pt x="281" y="419"/>
                  <a:pt x="281" y="419"/>
                  <a:pt x="281" y="419"/>
                </a:cubicBezTo>
                <a:cubicBezTo>
                  <a:pt x="281" y="422"/>
                  <a:pt x="281" y="422"/>
                  <a:pt x="281" y="422"/>
                </a:cubicBezTo>
                <a:cubicBezTo>
                  <a:pt x="286" y="426"/>
                  <a:pt x="286" y="426"/>
                  <a:pt x="286" y="426"/>
                </a:cubicBezTo>
                <a:cubicBezTo>
                  <a:pt x="291" y="429"/>
                  <a:pt x="291" y="429"/>
                  <a:pt x="291" y="429"/>
                </a:cubicBezTo>
                <a:cubicBezTo>
                  <a:pt x="296" y="431"/>
                  <a:pt x="296" y="431"/>
                  <a:pt x="296" y="431"/>
                </a:cubicBezTo>
                <a:cubicBezTo>
                  <a:pt x="302" y="434"/>
                  <a:pt x="302" y="434"/>
                  <a:pt x="302" y="434"/>
                </a:cubicBezTo>
                <a:cubicBezTo>
                  <a:pt x="308" y="437"/>
                  <a:pt x="308" y="437"/>
                  <a:pt x="308" y="437"/>
                </a:cubicBezTo>
                <a:cubicBezTo>
                  <a:pt x="316" y="441"/>
                  <a:pt x="316" y="441"/>
                  <a:pt x="316" y="441"/>
                </a:cubicBezTo>
                <a:cubicBezTo>
                  <a:pt x="322" y="442"/>
                  <a:pt x="322" y="442"/>
                  <a:pt x="322" y="442"/>
                </a:cubicBezTo>
                <a:cubicBezTo>
                  <a:pt x="325" y="442"/>
                  <a:pt x="325" y="442"/>
                  <a:pt x="325" y="442"/>
                </a:cubicBezTo>
                <a:cubicBezTo>
                  <a:pt x="327" y="440"/>
                  <a:pt x="327" y="440"/>
                  <a:pt x="327" y="440"/>
                </a:cubicBezTo>
                <a:cubicBezTo>
                  <a:pt x="331" y="440"/>
                  <a:pt x="331" y="440"/>
                  <a:pt x="331" y="440"/>
                </a:cubicBezTo>
                <a:cubicBezTo>
                  <a:pt x="336" y="442"/>
                  <a:pt x="336" y="442"/>
                  <a:pt x="336" y="442"/>
                </a:cubicBezTo>
                <a:cubicBezTo>
                  <a:pt x="341" y="446"/>
                  <a:pt x="341" y="446"/>
                  <a:pt x="341" y="446"/>
                </a:cubicBezTo>
                <a:cubicBezTo>
                  <a:pt x="344" y="450"/>
                  <a:pt x="344" y="450"/>
                  <a:pt x="344" y="450"/>
                </a:cubicBezTo>
                <a:cubicBezTo>
                  <a:pt x="348" y="450"/>
                  <a:pt x="348" y="450"/>
                  <a:pt x="348" y="450"/>
                </a:cubicBezTo>
                <a:cubicBezTo>
                  <a:pt x="350" y="450"/>
                  <a:pt x="350" y="450"/>
                  <a:pt x="350" y="450"/>
                </a:cubicBezTo>
                <a:cubicBezTo>
                  <a:pt x="352" y="451"/>
                  <a:pt x="352" y="451"/>
                  <a:pt x="352" y="451"/>
                </a:cubicBezTo>
                <a:cubicBezTo>
                  <a:pt x="354" y="454"/>
                  <a:pt x="354" y="454"/>
                  <a:pt x="354" y="454"/>
                </a:cubicBezTo>
                <a:cubicBezTo>
                  <a:pt x="360" y="456"/>
                  <a:pt x="360" y="456"/>
                  <a:pt x="360" y="456"/>
                </a:cubicBezTo>
                <a:cubicBezTo>
                  <a:pt x="360" y="453"/>
                  <a:pt x="360" y="453"/>
                  <a:pt x="360" y="453"/>
                </a:cubicBezTo>
                <a:cubicBezTo>
                  <a:pt x="363" y="455"/>
                  <a:pt x="363" y="455"/>
                  <a:pt x="363" y="455"/>
                </a:cubicBezTo>
                <a:cubicBezTo>
                  <a:pt x="366" y="459"/>
                  <a:pt x="366" y="459"/>
                  <a:pt x="366" y="459"/>
                </a:cubicBezTo>
                <a:cubicBezTo>
                  <a:pt x="366" y="459"/>
                  <a:pt x="370" y="464"/>
                  <a:pt x="371" y="464"/>
                </a:cubicBezTo>
                <a:cubicBezTo>
                  <a:pt x="372" y="465"/>
                  <a:pt x="370" y="468"/>
                  <a:pt x="370" y="468"/>
                </a:cubicBezTo>
                <a:cubicBezTo>
                  <a:pt x="372" y="470"/>
                  <a:pt x="372" y="470"/>
                  <a:pt x="372" y="470"/>
                </a:cubicBezTo>
                <a:cubicBezTo>
                  <a:pt x="374" y="469"/>
                  <a:pt x="374" y="469"/>
                  <a:pt x="374" y="469"/>
                </a:cubicBezTo>
                <a:cubicBezTo>
                  <a:pt x="377" y="471"/>
                  <a:pt x="377" y="471"/>
                  <a:pt x="377" y="471"/>
                </a:cubicBezTo>
                <a:cubicBezTo>
                  <a:pt x="381" y="475"/>
                  <a:pt x="381" y="475"/>
                  <a:pt x="381" y="475"/>
                </a:cubicBezTo>
                <a:cubicBezTo>
                  <a:pt x="381" y="475"/>
                  <a:pt x="384" y="477"/>
                  <a:pt x="385" y="476"/>
                </a:cubicBezTo>
                <a:cubicBezTo>
                  <a:pt x="392" y="479"/>
                  <a:pt x="392" y="479"/>
                  <a:pt x="392" y="479"/>
                </a:cubicBezTo>
                <a:cubicBezTo>
                  <a:pt x="396" y="481"/>
                  <a:pt x="396" y="481"/>
                  <a:pt x="396" y="481"/>
                </a:cubicBezTo>
                <a:cubicBezTo>
                  <a:pt x="396" y="477"/>
                  <a:pt x="396" y="477"/>
                  <a:pt x="396" y="477"/>
                </a:cubicBezTo>
                <a:cubicBezTo>
                  <a:pt x="398" y="475"/>
                  <a:pt x="398" y="475"/>
                  <a:pt x="398" y="475"/>
                </a:cubicBezTo>
                <a:cubicBezTo>
                  <a:pt x="404" y="475"/>
                  <a:pt x="404" y="475"/>
                  <a:pt x="404" y="475"/>
                </a:cubicBezTo>
                <a:cubicBezTo>
                  <a:pt x="405" y="478"/>
                  <a:pt x="405" y="478"/>
                  <a:pt x="405" y="478"/>
                </a:cubicBezTo>
                <a:cubicBezTo>
                  <a:pt x="407" y="477"/>
                  <a:pt x="407" y="477"/>
                  <a:pt x="407" y="477"/>
                </a:cubicBezTo>
                <a:cubicBezTo>
                  <a:pt x="408" y="474"/>
                  <a:pt x="408" y="474"/>
                  <a:pt x="408" y="474"/>
                </a:cubicBezTo>
                <a:cubicBezTo>
                  <a:pt x="406" y="472"/>
                  <a:pt x="406" y="472"/>
                  <a:pt x="406" y="472"/>
                </a:cubicBezTo>
                <a:cubicBezTo>
                  <a:pt x="399" y="472"/>
                  <a:pt x="399" y="472"/>
                  <a:pt x="399" y="472"/>
                </a:cubicBezTo>
                <a:cubicBezTo>
                  <a:pt x="395" y="471"/>
                  <a:pt x="395" y="471"/>
                  <a:pt x="395" y="471"/>
                </a:cubicBezTo>
                <a:cubicBezTo>
                  <a:pt x="388" y="471"/>
                  <a:pt x="388" y="471"/>
                  <a:pt x="388" y="471"/>
                </a:cubicBezTo>
                <a:cubicBezTo>
                  <a:pt x="385" y="469"/>
                  <a:pt x="385" y="469"/>
                  <a:pt x="385" y="469"/>
                </a:cubicBezTo>
                <a:cubicBezTo>
                  <a:pt x="381" y="464"/>
                  <a:pt x="381" y="464"/>
                  <a:pt x="381" y="464"/>
                </a:cubicBezTo>
                <a:cubicBezTo>
                  <a:pt x="381" y="461"/>
                  <a:pt x="381" y="461"/>
                  <a:pt x="381" y="461"/>
                </a:cubicBezTo>
                <a:cubicBezTo>
                  <a:pt x="381" y="456"/>
                  <a:pt x="381" y="456"/>
                  <a:pt x="381" y="456"/>
                </a:cubicBezTo>
                <a:cubicBezTo>
                  <a:pt x="382" y="450"/>
                  <a:pt x="382" y="450"/>
                  <a:pt x="382" y="450"/>
                </a:cubicBezTo>
                <a:cubicBezTo>
                  <a:pt x="382" y="446"/>
                  <a:pt x="382" y="446"/>
                  <a:pt x="382" y="446"/>
                </a:cubicBezTo>
                <a:cubicBezTo>
                  <a:pt x="380" y="443"/>
                  <a:pt x="380" y="443"/>
                  <a:pt x="380" y="443"/>
                </a:cubicBezTo>
                <a:cubicBezTo>
                  <a:pt x="376" y="441"/>
                  <a:pt x="376" y="441"/>
                  <a:pt x="376" y="441"/>
                </a:cubicBezTo>
                <a:cubicBezTo>
                  <a:pt x="370" y="441"/>
                  <a:pt x="370" y="441"/>
                  <a:pt x="370" y="441"/>
                </a:cubicBezTo>
                <a:cubicBezTo>
                  <a:pt x="365" y="440"/>
                  <a:pt x="365" y="440"/>
                  <a:pt x="365" y="440"/>
                </a:cubicBezTo>
                <a:cubicBezTo>
                  <a:pt x="360" y="442"/>
                  <a:pt x="360" y="442"/>
                  <a:pt x="360" y="442"/>
                </a:cubicBezTo>
                <a:cubicBezTo>
                  <a:pt x="357" y="440"/>
                  <a:pt x="357" y="440"/>
                  <a:pt x="357" y="440"/>
                </a:cubicBezTo>
                <a:cubicBezTo>
                  <a:pt x="360" y="438"/>
                  <a:pt x="360" y="438"/>
                  <a:pt x="360" y="438"/>
                </a:cubicBezTo>
                <a:cubicBezTo>
                  <a:pt x="360" y="434"/>
                  <a:pt x="360" y="434"/>
                  <a:pt x="360" y="434"/>
                </a:cubicBezTo>
                <a:cubicBezTo>
                  <a:pt x="361" y="431"/>
                  <a:pt x="361" y="431"/>
                  <a:pt x="361" y="431"/>
                </a:cubicBezTo>
                <a:cubicBezTo>
                  <a:pt x="363" y="427"/>
                  <a:pt x="363" y="427"/>
                  <a:pt x="363" y="427"/>
                </a:cubicBezTo>
                <a:cubicBezTo>
                  <a:pt x="363" y="422"/>
                  <a:pt x="363" y="422"/>
                  <a:pt x="363" y="422"/>
                </a:cubicBezTo>
                <a:cubicBezTo>
                  <a:pt x="366" y="420"/>
                  <a:pt x="366" y="420"/>
                  <a:pt x="366" y="420"/>
                </a:cubicBezTo>
                <a:cubicBezTo>
                  <a:pt x="366" y="416"/>
                  <a:pt x="366" y="416"/>
                  <a:pt x="366" y="416"/>
                </a:cubicBezTo>
                <a:cubicBezTo>
                  <a:pt x="364" y="415"/>
                  <a:pt x="364" y="415"/>
                  <a:pt x="364" y="415"/>
                </a:cubicBezTo>
                <a:cubicBezTo>
                  <a:pt x="357" y="416"/>
                  <a:pt x="357" y="416"/>
                  <a:pt x="357" y="416"/>
                </a:cubicBezTo>
                <a:cubicBezTo>
                  <a:pt x="352" y="416"/>
                  <a:pt x="352" y="416"/>
                  <a:pt x="352" y="416"/>
                </a:cubicBezTo>
                <a:cubicBezTo>
                  <a:pt x="350" y="420"/>
                  <a:pt x="350" y="420"/>
                  <a:pt x="350" y="420"/>
                </a:cubicBezTo>
                <a:cubicBezTo>
                  <a:pt x="349" y="425"/>
                  <a:pt x="349" y="425"/>
                  <a:pt x="349" y="425"/>
                </a:cubicBezTo>
                <a:cubicBezTo>
                  <a:pt x="346" y="429"/>
                  <a:pt x="346" y="429"/>
                  <a:pt x="346" y="429"/>
                </a:cubicBezTo>
                <a:cubicBezTo>
                  <a:pt x="343" y="429"/>
                  <a:pt x="343" y="429"/>
                  <a:pt x="343" y="429"/>
                </a:cubicBezTo>
                <a:cubicBezTo>
                  <a:pt x="337" y="431"/>
                  <a:pt x="337" y="431"/>
                  <a:pt x="337" y="431"/>
                </a:cubicBezTo>
                <a:cubicBezTo>
                  <a:pt x="332" y="432"/>
                  <a:pt x="332" y="432"/>
                  <a:pt x="332" y="432"/>
                </a:cubicBezTo>
                <a:cubicBezTo>
                  <a:pt x="329" y="428"/>
                  <a:pt x="329" y="428"/>
                  <a:pt x="329" y="428"/>
                </a:cubicBezTo>
                <a:cubicBezTo>
                  <a:pt x="324" y="426"/>
                  <a:pt x="324" y="426"/>
                  <a:pt x="324" y="426"/>
                </a:cubicBezTo>
                <a:cubicBezTo>
                  <a:pt x="323" y="422"/>
                  <a:pt x="323" y="422"/>
                  <a:pt x="323" y="422"/>
                </a:cubicBezTo>
                <a:cubicBezTo>
                  <a:pt x="319" y="417"/>
                  <a:pt x="319" y="417"/>
                  <a:pt x="319" y="417"/>
                </a:cubicBezTo>
                <a:cubicBezTo>
                  <a:pt x="317" y="409"/>
                  <a:pt x="317" y="409"/>
                  <a:pt x="317" y="409"/>
                </a:cubicBezTo>
                <a:cubicBezTo>
                  <a:pt x="317" y="403"/>
                  <a:pt x="317" y="403"/>
                  <a:pt x="317" y="403"/>
                </a:cubicBezTo>
                <a:cubicBezTo>
                  <a:pt x="319" y="398"/>
                  <a:pt x="319" y="398"/>
                  <a:pt x="319" y="398"/>
                </a:cubicBezTo>
                <a:cubicBezTo>
                  <a:pt x="320" y="392"/>
                  <a:pt x="320" y="392"/>
                  <a:pt x="320" y="392"/>
                </a:cubicBezTo>
                <a:cubicBezTo>
                  <a:pt x="318" y="387"/>
                  <a:pt x="318" y="387"/>
                  <a:pt x="318" y="387"/>
                </a:cubicBezTo>
                <a:cubicBezTo>
                  <a:pt x="322" y="381"/>
                  <a:pt x="322" y="381"/>
                  <a:pt x="322" y="381"/>
                </a:cubicBezTo>
                <a:cubicBezTo>
                  <a:pt x="326" y="381"/>
                  <a:pt x="326" y="381"/>
                  <a:pt x="326" y="381"/>
                </a:cubicBezTo>
                <a:cubicBezTo>
                  <a:pt x="329" y="378"/>
                  <a:pt x="329" y="378"/>
                  <a:pt x="329" y="378"/>
                </a:cubicBezTo>
                <a:cubicBezTo>
                  <a:pt x="333" y="375"/>
                  <a:pt x="333" y="375"/>
                  <a:pt x="333" y="375"/>
                </a:cubicBezTo>
                <a:cubicBezTo>
                  <a:pt x="338" y="376"/>
                  <a:pt x="338" y="376"/>
                  <a:pt x="338" y="376"/>
                </a:cubicBezTo>
                <a:cubicBezTo>
                  <a:pt x="341" y="377"/>
                  <a:pt x="341" y="377"/>
                  <a:pt x="341" y="377"/>
                </a:cubicBezTo>
                <a:cubicBezTo>
                  <a:pt x="344" y="376"/>
                  <a:pt x="344" y="376"/>
                  <a:pt x="344" y="376"/>
                </a:cubicBezTo>
                <a:cubicBezTo>
                  <a:pt x="346" y="379"/>
                  <a:pt x="346" y="379"/>
                  <a:pt x="346" y="379"/>
                </a:cubicBezTo>
                <a:cubicBezTo>
                  <a:pt x="351" y="379"/>
                  <a:pt x="351" y="379"/>
                  <a:pt x="351" y="379"/>
                </a:cubicBezTo>
                <a:cubicBezTo>
                  <a:pt x="354" y="378"/>
                  <a:pt x="354" y="378"/>
                  <a:pt x="354" y="378"/>
                </a:cubicBezTo>
                <a:cubicBezTo>
                  <a:pt x="353" y="376"/>
                  <a:pt x="353" y="376"/>
                  <a:pt x="353" y="376"/>
                </a:cubicBezTo>
                <a:cubicBezTo>
                  <a:pt x="354" y="372"/>
                  <a:pt x="354" y="372"/>
                  <a:pt x="354" y="372"/>
                </a:cubicBezTo>
                <a:cubicBezTo>
                  <a:pt x="360" y="372"/>
                  <a:pt x="360" y="372"/>
                  <a:pt x="360" y="372"/>
                </a:cubicBezTo>
                <a:cubicBezTo>
                  <a:pt x="363" y="372"/>
                  <a:pt x="363" y="372"/>
                  <a:pt x="363" y="372"/>
                </a:cubicBezTo>
                <a:cubicBezTo>
                  <a:pt x="370" y="372"/>
                  <a:pt x="370" y="372"/>
                  <a:pt x="370" y="372"/>
                </a:cubicBezTo>
                <a:cubicBezTo>
                  <a:pt x="372" y="376"/>
                  <a:pt x="372" y="376"/>
                  <a:pt x="372" y="376"/>
                </a:cubicBezTo>
                <a:cubicBezTo>
                  <a:pt x="375" y="376"/>
                  <a:pt x="375" y="376"/>
                  <a:pt x="375" y="376"/>
                </a:cubicBezTo>
                <a:cubicBezTo>
                  <a:pt x="376" y="374"/>
                  <a:pt x="376" y="374"/>
                  <a:pt x="376" y="374"/>
                </a:cubicBezTo>
                <a:cubicBezTo>
                  <a:pt x="378" y="373"/>
                  <a:pt x="378" y="373"/>
                  <a:pt x="378" y="373"/>
                </a:cubicBezTo>
                <a:cubicBezTo>
                  <a:pt x="381" y="376"/>
                  <a:pt x="381" y="376"/>
                  <a:pt x="381" y="376"/>
                </a:cubicBezTo>
                <a:cubicBezTo>
                  <a:pt x="384" y="380"/>
                  <a:pt x="384" y="380"/>
                  <a:pt x="384" y="380"/>
                </a:cubicBezTo>
                <a:cubicBezTo>
                  <a:pt x="384" y="384"/>
                  <a:pt x="384" y="384"/>
                  <a:pt x="384" y="384"/>
                </a:cubicBezTo>
                <a:cubicBezTo>
                  <a:pt x="385" y="386"/>
                  <a:pt x="385" y="386"/>
                  <a:pt x="385" y="386"/>
                </a:cubicBezTo>
                <a:cubicBezTo>
                  <a:pt x="386" y="389"/>
                  <a:pt x="386" y="389"/>
                  <a:pt x="386" y="389"/>
                </a:cubicBezTo>
                <a:cubicBezTo>
                  <a:pt x="388" y="390"/>
                  <a:pt x="388" y="390"/>
                  <a:pt x="388" y="390"/>
                </a:cubicBezTo>
                <a:cubicBezTo>
                  <a:pt x="389" y="393"/>
                  <a:pt x="389" y="393"/>
                  <a:pt x="389" y="393"/>
                </a:cubicBezTo>
                <a:cubicBezTo>
                  <a:pt x="392" y="395"/>
                  <a:pt x="392" y="395"/>
                  <a:pt x="392" y="395"/>
                </a:cubicBezTo>
                <a:cubicBezTo>
                  <a:pt x="392" y="398"/>
                  <a:pt x="392" y="398"/>
                  <a:pt x="392" y="398"/>
                </a:cubicBezTo>
                <a:cubicBezTo>
                  <a:pt x="395" y="399"/>
                  <a:pt x="395" y="399"/>
                  <a:pt x="395" y="399"/>
                </a:cubicBezTo>
                <a:cubicBezTo>
                  <a:pt x="396" y="396"/>
                  <a:pt x="396" y="396"/>
                  <a:pt x="396" y="396"/>
                </a:cubicBezTo>
                <a:cubicBezTo>
                  <a:pt x="397" y="393"/>
                  <a:pt x="397" y="393"/>
                  <a:pt x="397" y="393"/>
                </a:cubicBezTo>
                <a:cubicBezTo>
                  <a:pt x="396" y="389"/>
                  <a:pt x="396" y="389"/>
                  <a:pt x="396" y="389"/>
                </a:cubicBezTo>
                <a:cubicBezTo>
                  <a:pt x="394" y="383"/>
                  <a:pt x="394" y="383"/>
                  <a:pt x="394" y="383"/>
                </a:cubicBezTo>
                <a:cubicBezTo>
                  <a:pt x="391" y="377"/>
                  <a:pt x="391" y="377"/>
                  <a:pt x="391" y="377"/>
                </a:cubicBezTo>
                <a:cubicBezTo>
                  <a:pt x="391" y="370"/>
                  <a:pt x="391" y="370"/>
                  <a:pt x="391" y="370"/>
                </a:cubicBezTo>
                <a:cubicBezTo>
                  <a:pt x="391" y="369"/>
                  <a:pt x="393" y="365"/>
                  <a:pt x="393" y="365"/>
                </a:cubicBezTo>
                <a:cubicBezTo>
                  <a:pt x="396" y="360"/>
                  <a:pt x="396" y="360"/>
                  <a:pt x="396" y="360"/>
                </a:cubicBezTo>
                <a:cubicBezTo>
                  <a:pt x="400" y="359"/>
                  <a:pt x="400" y="359"/>
                  <a:pt x="400" y="359"/>
                </a:cubicBezTo>
                <a:cubicBezTo>
                  <a:pt x="404" y="355"/>
                  <a:pt x="404" y="355"/>
                  <a:pt x="404" y="355"/>
                </a:cubicBezTo>
                <a:cubicBezTo>
                  <a:pt x="409" y="351"/>
                  <a:pt x="409" y="351"/>
                  <a:pt x="409" y="351"/>
                </a:cubicBezTo>
                <a:cubicBezTo>
                  <a:pt x="413" y="350"/>
                  <a:pt x="413" y="350"/>
                  <a:pt x="413" y="350"/>
                </a:cubicBezTo>
                <a:cubicBezTo>
                  <a:pt x="414" y="347"/>
                  <a:pt x="414" y="347"/>
                  <a:pt x="414" y="347"/>
                </a:cubicBezTo>
                <a:cubicBezTo>
                  <a:pt x="417" y="345"/>
                  <a:pt x="417" y="345"/>
                  <a:pt x="417" y="345"/>
                </a:cubicBezTo>
                <a:cubicBezTo>
                  <a:pt x="414" y="340"/>
                  <a:pt x="414" y="340"/>
                  <a:pt x="414" y="340"/>
                </a:cubicBezTo>
                <a:cubicBezTo>
                  <a:pt x="412" y="337"/>
                  <a:pt x="412" y="337"/>
                  <a:pt x="412" y="337"/>
                </a:cubicBezTo>
                <a:cubicBezTo>
                  <a:pt x="413" y="334"/>
                  <a:pt x="413" y="334"/>
                  <a:pt x="413" y="334"/>
                </a:cubicBezTo>
                <a:cubicBezTo>
                  <a:pt x="411" y="332"/>
                  <a:pt x="411" y="332"/>
                  <a:pt x="411" y="332"/>
                </a:cubicBezTo>
                <a:cubicBezTo>
                  <a:pt x="415" y="330"/>
                  <a:pt x="415" y="330"/>
                  <a:pt x="415" y="330"/>
                </a:cubicBezTo>
                <a:cubicBezTo>
                  <a:pt x="417" y="334"/>
                  <a:pt x="417" y="334"/>
                  <a:pt x="417" y="334"/>
                </a:cubicBezTo>
                <a:cubicBezTo>
                  <a:pt x="419" y="330"/>
                  <a:pt x="419" y="330"/>
                  <a:pt x="419" y="330"/>
                </a:cubicBezTo>
                <a:cubicBezTo>
                  <a:pt x="421" y="327"/>
                  <a:pt x="421" y="327"/>
                  <a:pt x="421" y="327"/>
                </a:cubicBezTo>
                <a:cubicBezTo>
                  <a:pt x="423" y="325"/>
                  <a:pt x="423" y="325"/>
                  <a:pt x="423" y="325"/>
                </a:cubicBezTo>
                <a:cubicBezTo>
                  <a:pt x="425" y="318"/>
                  <a:pt x="425" y="318"/>
                  <a:pt x="425" y="318"/>
                </a:cubicBezTo>
                <a:cubicBezTo>
                  <a:pt x="432" y="318"/>
                  <a:pt x="432" y="318"/>
                  <a:pt x="432" y="318"/>
                </a:cubicBezTo>
                <a:cubicBezTo>
                  <a:pt x="436" y="315"/>
                  <a:pt x="436" y="315"/>
                  <a:pt x="436" y="315"/>
                </a:cubicBezTo>
                <a:cubicBezTo>
                  <a:pt x="440" y="315"/>
                  <a:pt x="440" y="315"/>
                  <a:pt x="440" y="315"/>
                </a:cubicBezTo>
                <a:cubicBezTo>
                  <a:pt x="439" y="312"/>
                  <a:pt x="439" y="312"/>
                  <a:pt x="439" y="312"/>
                </a:cubicBezTo>
                <a:cubicBezTo>
                  <a:pt x="439" y="306"/>
                  <a:pt x="439" y="306"/>
                  <a:pt x="439" y="306"/>
                </a:cubicBezTo>
                <a:cubicBezTo>
                  <a:pt x="442" y="302"/>
                  <a:pt x="442" y="302"/>
                  <a:pt x="442" y="302"/>
                </a:cubicBezTo>
                <a:cubicBezTo>
                  <a:pt x="446" y="302"/>
                  <a:pt x="446" y="302"/>
                  <a:pt x="446" y="302"/>
                </a:cubicBezTo>
                <a:cubicBezTo>
                  <a:pt x="447" y="299"/>
                  <a:pt x="447" y="299"/>
                  <a:pt x="447" y="299"/>
                </a:cubicBezTo>
                <a:cubicBezTo>
                  <a:pt x="452" y="299"/>
                  <a:pt x="452" y="299"/>
                  <a:pt x="452" y="299"/>
                </a:cubicBezTo>
                <a:cubicBezTo>
                  <a:pt x="457" y="297"/>
                  <a:pt x="457" y="297"/>
                  <a:pt x="457" y="297"/>
                </a:cubicBezTo>
                <a:cubicBezTo>
                  <a:pt x="459" y="293"/>
                  <a:pt x="459" y="293"/>
                  <a:pt x="459" y="293"/>
                </a:cubicBezTo>
                <a:cubicBezTo>
                  <a:pt x="465" y="293"/>
                  <a:pt x="465" y="293"/>
                  <a:pt x="465" y="293"/>
                </a:cubicBezTo>
                <a:cubicBezTo>
                  <a:pt x="465" y="293"/>
                  <a:pt x="470" y="294"/>
                  <a:pt x="471" y="294"/>
                </a:cubicBezTo>
                <a:cubicBezTo>
                  <a:pt x="472" y="294"/>
                  <a:pt x="469" y="296"/>
                  <a:pt x="469" y="296"/>
                </a:cubicBezTo>
                <a:cubicBezTo>
                  <a:pt x="463" y="296"/>
                  <a:pt x="463" y="296"/>
                  <a:pt x="463" y="296"/>
                </a:cubicBezTo>
                <a:cubicBezTo>
                  <a:pt x="463" y="296"/>
                  <a:pt x="461" y="298"/>
                  <a:pt x="460" y="298"/>
                </a:cubicBezTo>
                <a:cubicBezTo>
                  <a:pt x="459" y="299"/>
                  <a:pt x="460" y="302"/>
                  <a:pt x="460" y="302"/>
                </a:cubicBezTo>
                <a:cubicBezTo>
                  <a:pt x="462" y="303"/>
                  <a:pt x="462" y="303"/>
                  <a:pt x="462" y="303"/>
                </a:cubicBezTo>
                <a:cubicBezTo>
                  <a:pt x="465" y="301"/>
                  <a:pt x="465" y="301"/>
                  <a:pt x="465" y="301"/>
                </a:cubicBezTo>
                <a:cubicBezTo>
                  <a:pt x="467" y="299"/>
                  <a:pt x="467" y="299"/>
                  <a:pt x="467" y="299"/>
                </a:cubicBezTo>
                <a:cubicBezTo>
                  <a:pt x="471" y="298"/>
                  <a:pt x="471" y="298"/>
                  <a:pt x="471" y="298"/>
                </a:cubicBezTo>
                <a:cubicBezTo>
                  <a:pt x="476" y="296"/>
                  <a:pt x="476" y="296"/>
                  <a:pt x="476" y="296"/>
                </a:cubicBezTo>
                <a:cubicBezTo>
                  <a:pt x="480" y="295"/>
                  <a:pt x="480" y="295"/>
                  <a:pt x="480" y="295"/>
                </a:cubicBezTo>
                <a:cubicBezTo>
                  <a:pt x="483" y="291"/>
                  <a:pt x="483" y="291"/>
                  <a:pt x="483" y="291"/>
                </a:cubicBezTo>
                <a:cubicBezTo>
                  <a:pt x="487" y="288"/>
                  <a:pt x="487" y="288"/>
                  <a:pt x="487" y="288"/>
                </a:cubicBezTo>
                <a:cubicBezTo>
                  <a:pt x="487" y="285"/>
                  <a:pt x="487" y="285"/>
                  <a:pt x="487" y="285"/>
                </a:cubicBezTo>
                <a:cubicBezTo>
                  <a:pt x="483" y="286"/>
                  <a:pt x="483" y="286"/>
                  <a:pt x="483" y="286"/>
                </a:cubicBezTo>
                <a:cubicBezTo>
                  <a:pt x="480" y="291"/>
                  <a:pt x="480" y="291"/>
                  <a:pt x="480" y="291"/>
                </a:cubicBezTo>
                <a:cubicBezTo>
                  <a:pt x="474" y="291"/>
                  <a:pt x="474" y="291"/>
                  <a:pt x="474" y="291"/>
                </a:cubicBezTo>
                <a:cubicBezTo>
                  <a:pt x="470" y="289"/>
                  <a:pt x="470" y="289"/>
                  <a:pt x="470" y="289"/>
                </a:cubicBezTo>
                <a:cubicBezTo>
                  <a:pt x="466" y="286"/>
                  <a:pt x="466" y="286"/>
                  <a:pt x="466" y="286"/>
                </a:cubicBezTo>
                <a:cubicBezTo>
                  <a:pt x="463" y="280"/>
                  <a:pt x="463" y="280"/>
                  <a:pt x="463" y="280"/>
                </a:cubicBezTo>
                <a:cubicBezTo>
                  <a:pt x="467" y="277"/>
                  <a:pt x="467" y="277"/>
                  <a:pt x="467" y="277"/>
                </a:cubicBezTo>
                <a:cubicBezTo>
                  <a:pt x="467" y="272"/>
                  <a:pt x="467" y="272"/>
                  <a:pt x="467" y="272"/>
                </a:cubicBezTo>
                <a:cubicBezTo>
                  <a:pt x="461" y="271"/>
                  <a:pt x="461" y="271"/>
                  <a:pt x="461" y="271"/>
                </a:cubicBezTo>
                <a:cubicBezTo>
                  <a:pt x="455" y="273"/>
                  <a:pt x="455" y="273"/>
                  <a:pt x="455" y="273"/>
                </a:cubicBezTo>
                <a:cubicBezTo>
                  <a:pt x="448" y="277"/>
                  <a:pt x="448" y="277"/>
                  <a:pt x="448" y="277"/>
                </a:cubicBezTo>
                <a:cubicBezTo>
                  <a:pt x="441" y="284"/>
                  <a:pt x="441" y="284"/>
                  <a:pt x="441" y="284"/>
                </a:cubicBezTo>
                <a:cubicBezTo>
                  <a:pt x="435" y="287"/>
                  <a:pt x="435" y="287"/>
                  <a:pt x="435" y="287"/>
                </a:cubicBezTo>
                <a:cubicBezTo>
                  <a:pt x="437" y="284"/>
                  <a:pt x="437" y="284"/>
                  <a:pt x="437" y="284"/>
                </a:cubicBezTo>
                <a:cubicBezTo>
                  <a:pt x="441" y="280"/>
                  <a:pt x="441" y="280"/>
                  <a:pt x="441" y="280"/>
                </a:cubicBezTo>
                <a:cubicBezTo>
                  <a:pt x="443" y="278"/>
                  <a:pt x="443" y="278"/>
                  <a:pt x="443" y="278"/>
                </a:cubicBezTo>
                <a:cubicBezTo>
                  <a:pt x="437" y="277"/>
                  <a:pt x="437" y="277"/>
                  <a:pt x="437" y="277"/>
                </a:cubicBezTo>
                <a:cubicBezTo>
                  <a:pt x="444" y="277"/>
                  <a:pt x="444" y="277"/>
                  <a:pt x="444" y="277"/>
                </a:cubicBezTo>
                <a:cubicBezTo>
                  <a:pt x="446" y="273"/>
                  <a:pt x="446" y="273"/>
                  <a:pt x="446" y="273"/>
                </a:cubicBezTo>
                <a:cubicBezTo>
                  <a:pt x="450" y="270"/>
                  <a:pt x="450" y="270"/>
                  <a:pt x="450" y="270"/>
                </a:cubicBezTo>
                <a:cubicBezTo>
                  <a:pt x="454" y="270"/>
                  <a:pt x="454" y="270"/>
                  <a:pt x="454" y="270"/>
                </a:cubicBezTo>
                <a:cubicBezTo>
                  <a:pt x="456" y="266"/>
                  <a:pt x="456" y="266"/>
                  <a:pt x="456" y="266"/>
                </a:cubicBezTo>
                <a:cubicBezTo>
                  <a:pt x="460" y="265"/>
                  <a:pt x="460" y="265"/>
                  <a:pt x="460" y="265"/>
                </a:cubicBezTo>
                <a:cubicBezTo>
                  <a:pt x="466" y="265"/>
                  <a:pt x="466" y="265"/>
                  <a:pt x="466" y="265"/>
                </a:cubicBezTo>
                <a:cubicBezTo>
                  <a:pt x="476" y="265"/>
                  <a:pt x="476" y="265"/>
                  <a:pt x="476" y="265"/>
                </a:cubicBezTo>
                <a:cubicBezTo>
                  <a:pt x="482" y="266"/>
                  <a:pt x="482" y="266"/>
                  <a:pt x="482" y="266"/>
                </a:cubicBezTo>
                <a:cubicBezTo>
                  <a:pt x="486" y="265"/>
                  <a:pt x="486" y="265"/>
                  <a:pt x="486" y="265"/>
                </a:cubicBezTo>
                <a:cubicBezTo>
                  <a:pt x="490" y="262"/>
                  <a:pt x="490" y="262"/>
                  <a:pt x="490" y="262"/>
                </a:cubicBezTo>
                <a:cubicBezTo>
                  <a:pt x="494" y="258"/>
                  <a:pt x="494" y="258"/>
                  <a:pt x="494" y="258"/>
                </a:cubicBezTo>
                <a:cubicBezTo>
                  <a:pt x="501" y="257"/>
                  <a:pt x="501" y="257"/>
                  <a:pt x="501" y="257"/>
                </a:cubicBezTo>
                <a:cubicBezTo>
                  <a:pt x="505" y="256"/>
                  <a:pt x="505" y="256"/>
                  <a:pt x="505" y="256"/>
                </a:cubicBezTo>
                <a:cubicBezTo>
                  <a:pt x="506" y="254"/>
                  <a:pt x="506" y="254"/>
                  <a:pt x="506" y="254"/>
                </a:cubicBezTo>
                <a:cubicBezTo>
                  <a:pt x="504" y="252"/>
                  <a:pt x="504" y="252"/>
                  <a:pt x="504" y="252"/>
                </a:cubicBezTo>
                <a:cubicBezTo>
                  <a:pt x="506" y="250"/>
                  <a:pt x="506" y="250"/>
                  <a:pt x="506" y="250"/>
                </a:cubicBezTo>
                <a:cubicBezTo>
                  <a:pt x="506" y="246"/>
                  <a:pt x="506" y="246"/>
                  <a:pt x="506" y="246"/>
                </a:cubicBezTo>
                <a:cubicBezTo>
                  <a:pt x="501" y="246"/>
                  <a:pt x="501" y="246"/>
                  <a:pt x="501" y="246"/>
                </a:cubicBezTo>
                <a:cubicBezTo>
                  <a:pt x="500" y="243"/>
                  <a:pt x="500" y="243"/>
                  <a:pt x="500" y="243"/>
                </a:cubicBezTo>
                <a:cubicBezTo>
                  <a:pt x="495" y="243"/>
                  <a:pt x="495" y="243"/>
                  <a:pt x="495" y="243"/>
                </a:cubicBezTo>
                <a:cubicBezTo>
                  <a:pt x="490" y="246"/>
                  <a:pt x="490" y="246"/>
                  <a:pt x="490" y="246"/>
                </a:cubicBezTo>
                <a:cubicBezTo>
                  <a:pt x="488" y="247"/>
                  <a:pt x="488" y="247"/>
                  <a:pt x="488" y="247"/>
                </a:cubicBezTo>
                <a:cubicBezTo>
                  <a:pt x="485" y="247"/>
                  <a:pt x="485" y="247"/>
                  <a:pt x="485" y="247"/>
                </a:cubicBezTo>
                <a:cubicBezTo>
                  <a:pt x="486" y="244"/>
                  <a:pt x="486" y="244"/>
                  <a:pt x="486" y="244"/>
                </a:cubicBezTo>
                <a:cubicBezTo>
                  <a:pt x="491" y="242"/>
                  <a:pt x="491" y="242"/>
                  <a:pt x="491" y="242"/>
                </a:cubicBezTo>
                <a:cubicBezTo>
                  <a:pt x="497" y="241"/>
                  <a:pt x="497" y="241"/>
                  <a:pt x="497" y="241"/>
                </a:cubicBezTo>
                <a:cubicBezTo>
                  <a:pt x="500" y="238"/>
                  <a:pt x="500" y="238"/>
                  <a:pt x="500" y="238"/>
                </a:cubicBezTo>
                <a:cubicBezTo>
                  <a:pt x="496" y="238"/>
                  <a:pt x="496" y="238"/>
                  <a:pt x="496" y="238"/>
                </a:cubicBezTo>
                <a:cubicBezTo>
                  <a:pt x="492" y="236"/>
                  <a:pt x="492" y="236"/>
                  <a:pt x="492" y="236"/>
                </a:cubicBezTo>
                <a:cubicBezTo>
                  <a:pt x="487" y="235"/>
                  <a:pt x="487" y="235"/>
                  <a:pt x="487" y="235"/>
                </a:cubicBezTo>
                <a:cubicBezTo>
                  <a:pt x="484" y="232"/>
                  <a:pt x="484" y="232"/>
                  <a:pt x="484" y="232"/>
                </a:cubicBezTo>
                <a:cubicBezTo>
                  <a:pt x="480" y="229"/>
                  <a:pt x="480" y="229"/>
                  <a:pt x="480" y="229"/>
                </a:cubicBezTo>
                <a:cubicBezTo>
                  <a:pt x="479" y="226"/>
                  <a:pt x="479" y="226"/>
                  <a:pt x="479" y="226"/>
                </a:cubicBezTo>
                <a:cubicBezTo>
                  <a:pt x="481" y="226"/>
                  <a:pt x="481" y="226"/>
                  <a:pt x="481" y="226"/>
                </a:cubicBezTo>
                <a:cubicBezTo>
                  <a:pt x="482" y="224"/>
                  <a:pt x="482" y="224"/>
                  <a:pt x="482" y="224"/>
                </a:cubicBezTo>
                <a:cubicBezTo>
                  <a:pt x="479" y="220"/>
                  <a:pt x="479" y="220"/>
                  <a:pt x="479" y="220"/>
                </a:cubicBezTo>
                <a:cubicBezTo>
                  <a:pt x="475" y="215"/>
                  <a:pt x="475" y="215"/>
                  <a:pt x="475" y="215"/>
                </a:cubicBezTo>
                <a:cubicBezTo>
                  <a:pt x="469" y="206"/>
                  <a:pt x="469" y="206"/>
                  <a:pt x="469" y="206"/>
                </a:cubicBezTo>
                <a:cubicBezTo>
                  <a:pt x="467" y="202"/>
                  <a:pt x="467" y="202"/>
                  <a:pt x="467" y="202"/>
                </a:cubicBezTo>
                <a:cubicBezTo>
                  <a:pt x="463" y="207"/>
                  <a:pt x="463" y="207"/>
                  <a:pt x="463" y="207"/>
                </a:cubicBezTo>
                <a:cubicBezTo>
                  <a:pt x="463" y="212"/>
                  <a:pt x="463" y="212"/>
                  <a:pt x="463" y="212"/>
                </a:cubicBezTo>
                <a:cubicBezTo>
                  <a:pt x="458" y="213"/>
                  <a:pt x="458" y="213"/>
                  <a:pt x="458" y="213"/>
                </a:cubicBezTo>
                <a:cubicBezTo>
                  <a:pt x="455" y="216"/>
                  <a:pt x="455" y="216"/>
                  <a:pt x="455" y="216"/>
                </a:cubicBezTo>
                <a:cubicBezTo>
                  <a:pt x="451" y="216"/>
                  <a:pt x="451" y="216"/>
                  <a:pt x="451" y="216"/>
                </a:cubicBezTo>
                <a:cubicBezTo>
                  <a:pt x="450" y="213"/>
                  <a:pt x="450" y="213"/>
                  <a:pt x="450" y="213"/>
                </a:cubicBezTo>
                <a:cubicBezTo>
                  <a:pt x="447" y="211"/>
                  <a:pt x="447" y="211"/>
                  <a:pt x="447" y="211"/>
                </a:cubicBezTo>
                <a:cubicBezTo>
                  <a:pt x="443" y="212"/>
                  <a:pt x="443" y="212"/>
                  <a:pt x="443" y="212"/>
                </a:cubicBezTo>
                <a:cubicBezTo>
                  <a:pt x="444" y="207"/>
                  <a:pt x="444" y="207"/>
                  <a:pt x="444" y="207"/>
                </a:cubicBezTo>
                <a:cubicBezTo>
                  <a:pt x="444" y="200"/>
                  <a:pt x="444" y="200"/>
                  <a:pt x="444" y="200"/>
                </a:cubicBezTo>
                <a:cubicBezTo>
                  <a:pt x="444" y="197"/>
                  <a:pt x="444" y="197"/>
                  <a:pt x="444" y="197"/>
                </a:cubicBezTo>
                <a:cubicBezTo>
                  <a:pt x="439" y="197"/>
                  <a:pt x="439" y="197"/>
                  <a:pt x="439" y="197"/>
                </a:cubicBezTo>
                <a:cubicBezTo>
                  <a:pt x="435" y="194"/>
                  <a:pt x="435" y="194"/>
                  <a:pt x="435" y="194"/>
                </a:cubicBezTo>
                <a:cubicBezTo>
                  <a:pt x="431" y="190"/>
                  <a:pt x="431" y="190"/>
                  <a:pt x="431" y="190"/>
                </a:cubicBezTo>
                <a:cubicBezTo>
                  <a:pt x="424" y="186"/>
                  <a:pt x="424" y="186"/>
                  <a:pt x="424" y="186"/>
                </a:cubicBezTo>
                <a:cubicBezTo>
                  <a:pt x="422" y="188"/>
                  <a:pt x="422" y="188"/>
                  <a:pt x="422" y="188"/>
                </a:cubicBezTo>
                <a:cubicBezTo>
                  <a:pt x="416" y="188"/>
                  <a:pt x="416" y="188"/>
                  <a:pt x="416" y="188"/>
                </a:cubicBezTo>
                <a:cubicBezTo>
                  <a:pt x="414" y="186"/>
                  <a:pt x="414" y="186"/>
                  <a:pt x="414" y="186"/>
                </a:cubicBezTo>
                <a:cubicBezTo>
                  <a:pt x="408" y="186"/>
                  <a:pt x="408" y="186"/>
                  <a:pt x="408" y="186"/>
                </a:cubicBezTo>
                <a:cubicBezTo>
                  <a:pt x="405" y="189"/>
                  <a:pt x="405" y="189"/>
                  <a:pt x="405" y="189"/>
                </a:cubicBezTo>
                <a:cubicBezTo>
                  <a:pt x="407" y="193"/>
                  <a:pt x="407" y="193"/>
                  <a:pt x="407" y="193"/>
                </a:cubicBezTo>
                <a:cubicBezTo>
                  <a:pt x="406" y="198"/>
                  <a:pt x="406" y="198"/>
                  <a:pt x="406" y="198"/>
                </a:cubicBezTo>
                <a:cubicBezTo>
                  <a:pt x="407" y="201"/>
                  <a:pt x="407" y="201"/>
                  <a:pt x="407" y="201"/>
                </a:cubicBezTo>
                <a:cubicBezTo>
                  <a:pt x="409" y="206"/>
                  <a:pt x="409" y="206"/>
                  <a:pt x="409" y="206"/>
                </a:cubicBezTo>
                <a:cubicBezTo>
                  <a:pt x="406" y="206"/>
                  <a:pt x="406" y="206"/>
                  <a:pt x="406" y="206"/>
                </a:cubicBezTo>
                <a:cubicBezTo>
                  <a:pt x="406" y="210"/>
                  <a:pt x="406" y="210"/>
                  <a:pt x="406" y="210"/>
                </a:cubicBezTo>
                <a:cubicBezTo>
                  <a:pt x="404" y="212"/>
                  <a:pt x="404" y="212"/>
                  <a:pt x="404" y="212"/>
                </a:cubicBezTo>
                <a:cubicBezTo>
                  <a:pt x="407" y="214"/>
                  <a:pt x="407" y="214"/>
                  <a:pt x="407" y="214"/>
                </a:cubicBezTo>
                <a:cubicBezTo>
                  <a:pt x="411" y="217"/>
                  <a:pt x="411" y="217"/>
                  <a:pt x="411" y="217"/>
                </a:cubicBezTo>
                <a:cubicBezTo>
                  <a:pt x="412" y="223"/>
                  <a:pt x="412" y="223"/>
                  <a:pt x="412" y="223"/>
                </a:cubicBezTo>
                <a:cubicBezTo>
                  <a:pt x="412" y="229"/>
                  <a:pt x="412" y="229"/>
                  <a:pt x="412" y="229"/>
                </a:cubicBezTo>
                <a:cubicBezTo>
                  <a:pt x="409" y="233"/>
                  <a:pt x="409" y="233"/>
                  <a:pt x="409" y="233"/>
                </a:cubicBezTo>
                <a:cubicBezTo>
                  <a:pt x="405" y="236"/>
                  <a:pt x="405" y="236"/>
                  <a:pt x="405" y="236"/>
                </a:cubicBezTo>
                <a:cubicBezTo>
                  <a:pt x="399" y="237"/>
                  <a:pt x="399" y="237"/>
                  <a:pt x="399" y="237"/>
                </a:cubicBezTo>
                <a:cubicBezTo>
                  <a:pt x="402" y="242"/>
                  <a:pt x="402" y="242"/>
                  <a:pt x="402" y="242"/>
                </a:cubicBezTo>
                <a:cubicBezTo>
                  <a:pt x="402" y="249"/>
                  <a:pt x="402" y="249"/>
                  <a:pt x="402" y="249"/>
                </a:cubicBezTo>
                <a:cubicBezTo>
                  <a:pt x="404" y="253"/>
                  <a:pt x="404" y="253"/>
                  <a:pt x="404" y="253"/>
                </a:cubicBezTo>
                <a:cubicBezTo>
                  <a:pt x="403" y="256"/>
                  <a:pt x="403" y="256"/>
                  <a:pt x="403" y="256"/>
                </a:cubicBezTo>
                <a:cubicBezTo>
                  <a:pt x="401" y="260"/>
                  <a:pt x="401" y="260"/>
                  <a:pt x="401" y="260"/>
                </a:cubicBezTo>
                <a:cubicBezTo>
                  <a:pt x="395" y="260"/>
                  <a:pt x="395" y="260"/>
                  <a:pt x="395" y="260"/>
                </a:cubicBezTo>
                <a:cubicBezTo>
                  <a:pt x="392" y="255"/>
                  <a:pt x="392" y="255"/>
                  <a:pt x="392" y="255"/>
                </a:cubicBezTo>
                <a:cubicBezTo>
                  <a:pt x="388" y="250"/>
                  <a:pt x="388" y="250"/>
                  <a:pt x="388" y="250"/>
                </a:cubicBezTo>
                <a:cubicBezTo>
                  <a:pt x="388" y="246"/>
                  <a:pt x="388" y="246"/>
                  <a:pt x="388" y="246"/>
                </a:cubicBezTo>
                <a:cubicBezTo>
                  <a:pt x="386" y="240"/>
                  <a:pt x="386" y="240"/>
                  <a:pt x="386" y="240"/>
                </a:cubicBezTo>
                <a:cubicBezTo>
                  <a:pt x="387" y="236"/>
                  <a:pt x="387" y="236"/>
                  <a:pt x="387" y="236"/>
                </a:cubicBezTo>
                <a:cubicBezTo>
                  <a:pt x="380" y="235"/>
                  <a:pt x="380" y="235"/>
                  <a:pt x="380" y="235"/>
                </a:cubicBezTo>
                <a:cubicBezTo>
                  <a:pt x="374" y="234"/>
                  <a:pt x="374" y="234"/>
                  <a:pt x="374" y="234"/>
                </a:cubicBezTo>
                <a:cubicBezTo>
                  <a:pt x="371" y="233"/>
                  <a:pt x="371" y="233"/>
                  <a:pt x="371" y="233"/>
                </a:cubicBezTo>
                <a:cubicBezTo>
                  <a:pt x="365" y="231"/>
                  <a:pt x="365" y="231"/>
                  <a:pt x="365" y="231"/>
                </a:cubicBezTo>
                <a:cubicBezTo>
                  <a:pt x="362" y="228"/>
                  <a:pt x="362" y="228"/>
                  <a:pt x="362" y="228"/>
                </a:cubicBezTo>
                <a:cubicBezTo>
                  <a:pt x="356" y="225"/>
                  <a:pt x="356" y="225"/>
                  <a:pt x="356" y="225"/>
                </a:cubicBezTo>
                <a:cubicBezTo>
                  <a:pt x="350" y="222"/>
                  <a:pt x="350" y="222"/>
                  <a:pt x="350" y="222"/>
                </a:cubicBezTo>
                <a:cubicBezTo>
                  <a:pt x="342" y="224"/>
                  <a:pt x="342" y="224"/>
                  <a:pt x="342" y="224"/>
                </a:cubicBezTo>
                <a:cubicBezTo>
                  <a:pt x="340" y="221"/>
                  <a:pt x="340" y="221"/>
                  <a:pt x="340" y="221"/>
                </a:cubicBezTo>
                <a:cubicBezTo>
                  <a:pt x="337" y="214"/>
                  <a:pt x="337" y="214"/>
                  <a:pt x="337" y="214"/>
                </a:cubicBezTo>
                <a:cubicBezTo>
                  <a:pt x="333" y="212"/>
                  <a:pt x="333" y="212"/>
                  <a:pt x="333" y="212"/>
                </a:cubicBezTo>
                <a:cubicBezTo>
                  <a:pt x="330" y="209"/>
                  <a:pt x="330" y="209"/>
                  <a:pt x="330" y="209"/>
                </a:cubicBezTo>
                <a:cubicBezTo>
                  <a:pt x="331" y="200"/>
                  <a:pt x="331" y="200"/>
                  <a:pt x="331" y="200"/>
                </a:cubicBezTo>
                <a:cubicBezTo>
                  <a:pt x="335" y="194"/>
                  <a:pt x="335" y="194"/>
                  <a:pt x="335" y="194"/>
                </a:cubicBezTo>
                <a:cubicBezTo>
                  <a:pt x="339" y="188"/>
                  <a:pt x="339" y="188"/>
                  <a:pt x="339" y="188"/>
                </a:cubicBezTo>
                <a:cubicBezTo>
                  <a:pt x="344" y="186"/>
                  <a:pt x="344" y="186"/>
                  <a:pt x="344" y="186"/>
                </a:cubicBezTo>
                <a:cubicBezTo>
                  <a:pt x="348" y="182"/>
                  <a:pt x="348" y="182"/>
                  <a:pt x="348" y="182"/>
                </a:cubicBezTo>
                <a:cubicBezTo>
                  <a:pt x="347" y="179"/>
                  <a:pt x="347" y="179"/>
                  <a:pt x="347" y="179"/>
                </a:cubicBezTo>
                <a:cubicBezTo>
                  <a:pt x="340" y="178"/>
                  <a:pt x="340" y="178"/>
                  <a:pt x="340" y="178"/>
                </a:cubicBezTo>
                <a:cubicBezTo>
                  <a:pt x="333" y="175"/>
                  <a:pt x="333" y="175"/>
                  <a:pt x="333" y="175"/>
                </a:cubicBezTo>
                <a:cubicBezTo>
                  <a:pt x="341" y="177"/>
                  <a:pt x="341" y="177"/>
                  <a:pt x="341" y="177"/>
                </a:cubicBezTo>
                <a:cubicBezTo>
                  <a:pt x="348" y="178"/>
                  <a:pt x="348" y="178"/>
                  <a:pt x="348" y="178"/>
                </a:cubicBezTo>
                <a:cubicBezTo>
                  <a:pt x="351" y="178"/>
                  <a:pt x="351" y="178"/>
                  <a:pt x="351" y="178"/>
                </a:cubicBezTo>
                <a:cubicBezTo>
                  <a:pt x="352" y="174"/>
                  <a:pt x="352" y="174"/>
                  <a:pt x="352" y="174"/>
                </a:cubicBezTo>
                <a:cubicBezTo>
                  <a:pt x="358" y="176"/>
                  <a:pt x="358" y="176"/>
                  <a:pt x="358" y="176"/>
                </a:cubicBezTo>
                <a:cubicBezTo>
                  <a:pt x="361" y="175"/>
                  <a:pt x="361" y="175"/>
                  <a:pt x="361" y="175"/>
                </a:cubicBezTo>
                <a:cubicBezTo>
                  <a:pt x="361" y="172"/>
                  <a:pt x="361" y="172"/>
                  <a:pt x="361" y="172"/>
                </a:cubicBezTo>
                <a:cubicBezTo>
                  <a:pt x="363" y="171"/>
                  <a:pt x="363" y="171"/>
                  <a:pt x="363" y="171"/>
                </a:cubicBezTo>
                <a:cubicBezTo>
                  <a:pt x="365" y="167"/>
                  <a:pt x="365" y="167"/>
                  <a:pt x="365" y="167"/>
                </a:cubicBezTo>
                <a:cubicBezTo>
                  <a:pt x="361" y="167"/>
                  <a:pt x="361" y="167"/>
                  <a:pt x="361" y="167"/>
                </a:cubicBezTo>
                <a:cubicBezTo>
                  <a:pt x="355" y="166"/>
                  <a:pt x="355" y="166"/>
                  <a:pt x="355" y="166"/>
                </a:cubicBezTo>
                <a:cubicBezTo>
                  <a:pt x="354" y="164"/>
                  <a:pt x="354" y="164"/>
                  <a:pt x="354" y="164"/>
                </a:cubicBezTo>
                <a:cubicBezTo>
                  <a:pt x="348" y="162"/>
                  <a:pt x="348" y="162"/>
                  <a:pt x="348" y="162"/>
                </a:cubicBezTo>
                <a:cubicBezTo>
                  <a:pt x="352" y="162"/>
                  <a:pt x="352" y="162"/>
                  <a:pt x="352" y="162"/>
                </a:cubicBezTo>
                <a:cubicBezTo>
                  <a:pt x="358" y="164"/>
                  <a:pt x="358" y="164"/>
                  <a:pt x="358" y="164"/>
                </a:cubicBezTo>
                <a:cubicBezTo>
                  <a:pt x="362" y="165"/>
                  <a:pt x="362" y="165"/>
                  <a:pt x="362" y="165"/>
                </a:cubicBezTo>
                <a:cubicBezTo>
                  <a:pt x="367" y="164"/>
                  <a:pt x="367" y="164"/>
                  <a:pt x="367" y="164"/>
                </a:cubicBezTo>
                <a:cubicBezTo>
                  <a:pt x="369" y="160"/>
                  <a:pt x="369" y="160"/>
                  <a:pt x="369" y="160"/>
                </a:cubicBezTo>
                <a:cubicBezTo>
                  <a:pt x="366" y="157"/>
                  <a:pt x="366" y="157"/>
                  <a:pt x="366" y="157"/>
                </a:cubicBezTo>
                <a:cubicBezTo>
                  <a:pt x="371" y="157"/>
                  <a:pt x="371" y="157"/>
                  <a:pt x="371" y="157"/>
                </a:cubicBezTo>
                <a:cubicBezTo>
                  <a:pt x="373" y="160"/>
                  <a:pt x="373" y="160"/>
                  <a:pt x="373" y="160"/>
                </a:cubicBezTo>
                <a:cubicBezTo>
                  <a:pt x="371" y="163"/>
                  <a:pt x="371" y="163"/>
                  <a:pt x="371" y="163"/>
                </a:cubicBezTo>
                <a:cubicBezTo>
                  <a:pt x="369" y="168"/>
                  <a:pt x="369" y="168"/>
                  <a:pt x="369" y="168"/>
                </a:cubicBezTo>
                <a:cubicBezTo>
                  <a:pt x="369" y="174"/>
                  <a:pt x="369" y="174"/>
                  <a:pt x="369" y="174"/>
                </a:cubicBezTo>
                <a:cubicBezTo>
                  <a:pt x="365" y="176"/>
                  <a:pt x="365" y="176"/>
                  <a:pt x="365" y="176"/>
                </a:cubicBezTo>
                <a:cubicBezTo>
                  <a:pt x="366" y="179"/>
                  <a:pt x="366" y="179"/>
                  <a:pt x="366" y="179"/>
                </a:cubicBezTo>
                <a:cubicBezTo>
                  <a:pt x="371" y="179"/>
                  <a:pt x="371" y="179"/>
                  <a:pt x="371" y="179"/>
                </a:cubicBezTo>
                <a:cubicBezTo>
                  <a:pt x="371" y="182"/>
                  <a:pt x="371" y="182"/>
                  <a:pt x="371" y="182"/>
                </a:cubicBezTo>
                <a:cubicBezTo>
                  <a:pt x="371" y="182"/>
                  <a:pt x="375" y="182"/>
                  <a:pt x="376" y="181"/>
                </a:cubicBezTo>
                <a:cubicBezTo>
                  <a:pt x="378" y="178"/>
                  <a:pt x="378" y="178"/>
                  <a:pt x="378" y="178"/>
                </a:cubicBezTo>
                <a:cubicBezTo>
                  <a:pt x="384" y="178"/>
                  <a:pt x="384" y="178"/>
                  <a:pt x="384" y="178"/>
                </a:cubicBezTo>
                <a:cubicBezTo>
                  <a:pt x="387" y="178"/>
                  <a:pt x="387" y="178"/>
                  <a:pt x="387" y="178"/>
                </a:cubicBezTo>
                <a:cubicBezTo>
                  <a:pt x="390" y="180"/>
                  <a:pt x="390" y="180"/>
                  <a:pt x="390" y="180"/>
                </a:cubicBezTo>
                <a:cubicBezTo>
                  <a:pt x="394" y="180"/>
                  <a:pt x="394" y="180"/>
                  <a:pt x="394" y="180"/>
                </a:cubicBezTo>
                <a:cubicBezTo>
                  <a:pt x="395" y="176"/>
                  <a:pt x="395" y="176"/>
                  <a:pt x="395" y="176"/>
                </a:cubicBezTo>
                <a:cubicBezTo>
                  <a:pt x="390" y="175"/>
                  <a:pt x="390" y="175"/>
                  <a:pt x="390" y="175"/>
                </a:cubicBezTo>
                <a:cubicBezTo>
                  <a:pt x="388" y="171"/>
                  <a:pt x="388" y="171"/>
                  <a:pt x="388" y="171"/>
                </a:cubicBezTo>
                <a:cubicBezTo>
                  <a:pt x="383" y="170"/>
                  <a:pt x="383" y="170"/>
                  <a:pt x="383" y="170"/>
                </a:cubicBezTo>
                <a:cubicBezTo>
                  <a:pt x="379" y="167"/>
                  <a:pt x="379" y="167"/>
                  <a:pt x="379" y="167"/>
                </a:cubicBezTo>
                <a:cubicBezTo>
                  <a:pt x="375" y="166"/>
                  <a:pt x="375" y="166"/>
                  <a:pt x="375" y="166"/>
                </a:cubicBezTo>
                <a:cubicBezTo>
                  <a:pt x="375" y="163"/>
                  <a:pt x="375" y="163"/>
                  <a:pt x="375" y="163"/>
                </a:cubicBezTo>
                <a:cubicBezTo>
                  <a:pt x="378" y="164"/>
                  <a:pt x="378" y="164"/>
                  <a:pt x="378" y="164"/>
                </a:cubicBezTo>
                <a:cubicBezTo>
                  <a:pt x="380" y="162"/>
                  <a:pt x="380" y="162"/>
                  <a:pt x="380" y="162"/>
                </a:cubicBezTo>
                <a:cubicBezTo>
                  <a:pt x="380" y="160"/>
                  <a:pt x="380" y="160"/>
                  <a:pt x="380" y="160"/>
                </a:cubicBezTo>
                <a:cubicBezTo>
                  <a:pt x="384" y="160"/>
                  <a:pt x="384" y="160"/>
                  <a:pt x="384" y="160"/>
                </a:cubicBezTo>
                <a:cubicBezTo>
                  <a:pt x="386" y="157"/>
                  <a:pt x="386" y="157"/>
                  <a:pt x="386" y="157"/>
                </a:cubicBezTo>
                <a:cubicBezTo>
                  <a:pt x="390" y="154"/>
                  <a:pt x="390" y="154"/>
                  <a:pt x="390" y="154"/>
                </a:cubicBezTo>
                <a:cubicBezTo>
                  <a:pt x="391" y="151"/>
                  <a:pt x="391" y="151"/>
                  <a:pt x="391" y="151"/>
                </a:cubicBezTo>
                <a:cubicBezTo>
                  <a:pt x="389" y="148"/>
                  <a:pt x="389" y="148"/>
                  <a:pt x="389" y="148"/>
                </a:cubicBezTo>
                <a:cubicBezTo>
                  <a:pt x="387" y="144"/>
                  <a:pt x="387" y="144"/>
                  <a:pt x="387" y="144"/>
                </a:cubicBezTo>
                <a:cubicBezTo>
                  <a:pt x="391" y="143"/>
                  <a:pt x="391" y="143"/>
                  <a:pt x="391" y="143"/>
                </a:cubicBezTo>
                <a:cubicBezTo>
                  <a:pt x="392" y="139"/>
                  <a:pt x="392" y="139"/>
                  <a:pt x="392" y="139"/>
                </a:cubicBezTo>
                <a:cubicBezTo>
                  <a:pt x="389" y="136"/>
                  <a:pt x="389" y="136"/>
                  <a:pt x="389" y="136"/>
                </a:cubicBezTo>
                <a:cubicBezTo>
                  <a:pt x="385" y="134"/>
                  <a:pt x="385" y="134"/>
                  <a:pt x="385" y="134"/>
                </a:cubicBezTo>
                <a:cubicBezTo>
                  <a:pt x="379" y="131"/>
                  <a:pt x="379" y="131"/>
                  <a:pt x="379" y="131"/>
                </a:cubicBezTo>
                <a:cubicBezTo>
                  <a:pt x="385" y="131"/>
                  <a:pt x="385" y="131"/>
                  <a:pt x="385" y="131"/>
                </a:cubicBezTo>
                <a:cubicBezTo>
                  <a:pt x="386" y="129"/>
                  <a:pt x="386" y="129"/>
                  <a:pt x="386" y="129"/>
                </a:cubicBezTo>
                <a:cubicBezTo>
                  <a:pt x="391" y="130"/>
                  <a:pt x="391" y="130"/>
                  <a:pt x="391" y="130"/>
                </a:cubicBezTo>
                <a:cubicBezTo>
                  <a:pt x="394" y="132"/>
                  <a:pt x="394" y="132"/>
                  <a:pt x="394" y="132"/>
                </a:cubicBezTo>
                <a:cubicBezTo>
                  <a:pt x="399" y="132"/>
                  <a:pt x="399" y="132"/>
                  <a:pt x="399" y="132"/>
                </a:cubicBezTo>
                <a:cubicBezTo>
                  <a:pt x="404" y="131"/>
                  <a:pt x="404" y="131"/>
                  <a:pt x="404" y="131"/>
                </a:cubicBezTo>
                <a:cubicBezTo>
                  <a:pt x="400" y="127"/>
                  <a:pt x="400" y="127"/>
                  <a:pt x="400" y="127"/>
                </a:cubicBezTo>
                <a:cubicBezTo>
                  <a:pt x="402" y="126"/>
                  <a:pt x="402" y="126"/>
                  <a:pt x="402" y="126"/>
                </a:cubicBezTo>
                <a:cubicBezTo>
                  <a:pt x="406" y="130"/>
                  <a:pt x="406" y="130"/>
                  <a:pt x="406" y="130"/>
                </a:cubicBezTo>
                <a:cubicBezTo>
                  <a:pt x="411" y="131"/>
                  <a:pt x="411" y="131"/>
                  <a:pt x="411" y="131"/>
                </a:cubicBezTo>
                <a:cubicBezTo>
                  <a:pt x="413" y="135"/>
                  <a:pt x="413" y="135"/>
                  <a:pt x="413" y="135"/>
                </a:cubicBezTo>
                <a:cubicBezTo>
                  <a:pt x="416" y="135"/>
                  <a:pt x="416" y="135"/>
                  <a:pt x="416" y="135"/>
                </a:cubicBezTo>
                <a:cubicBezTo>
                  <a:pt x="418" y="138"/>
                  <a:pt x="418" y="138"/>
                  <a:pt x="418" y="138"/>
                </a:cubicBezTo>
                <a:cubicBezTo>
                  <a:pt x="422" y="140"/>
                  <a:pt x="422" y="140"/>
                  <a:pt x="422" y="140"/>
                </a:cubicBezTo>
                <a:cubicBezTo>
                  <a:pt x="423" y="143"/>
                  <a:pt x="423" y="143"/>
                  <a:pt x="423" y="143"/>
                </a:cubicBezTo>
                <a:cubicBezTo>
                  <a:pt x="427" y="145"/>
                  <a:pt x="427" y="145"/>
                  <a:pt x="427" y="145"/>
                </a:cubicBezTo>
                <a:cubicBezTo>
                  <a:pt x="431" y="148"/>
                  <a:pt x="431" y="148"/>
                  <a:pt x="431" y="148"/>
                </a:cubicBezTo>
                <a:cubicBezTo>
                  <a:pt x="432" y="152"/>
                  <a:pt x="432" y="152"/>
                  <a:pt x="432" y="152"/>
                </a:cubicBezTo>
                <a:cubicBezTo>
                  <a:pt x="427" y="157"/>
                  <a:pt x="427" y="157"/>
                  <a:pt x="427" y="157"/>
                </a:cubicBezTo>
                <a:cubicBezTo>
                  <a:pt x="423" y="161"/>
                  <a:pt x="423" y="161"/>
                  <a:pt x="423" y="161"/>
                </a:cubicBezTo>
                <a:cubicBezTo>
                  <a:pt x="425" y="166"/>
                  <a:pt x="425" y="166"/>
                  <a:pt x="425" y="166"/>
                </a:cubicBezTo>
                <a:cubicBezTo>
                  <a:pt x="418" y="167"/>
                  <a:pt x="418" y="167"/>
                  <a:pt x="418" y="167"/>
                </a:cubicBezTo>
                <a:cubicBezTo>
                  <a:pt x="414" y="166"/>
                  <a:pt x="414" y="166"/>
                  <a:pt x="414" y="166"/>
                </a:cubicBezTo>
                <a:cubicBezTo>
                  <a:pt x="410" y="166"/>
                  <a:pt x="410" y="166"/>
                  <a:pt x="410" y="166"/>
                </a:cubicBezTo>
                <a:cubicBezTo>
                  <a:pt x="405" y="169"/>
                  <a:pt x="405" y="169"/>
                  <a:pt x="405" y="169"/>
                </a:cubicBezTo>
                <a:cubicBezTo>
                  <a:pt x="405" y="173"/>
                  <a:pt x="405" y="173"/>
                  <a:pt x="405" y="173"/>
                </a:cubicBezTo>
                <a:cubicBezTo>
                  <a:pt x="411" y="174"/>
                  <a:pt x="411" y="174"/>
                  <a:pt x="411" y="174"/>
                </a:cubicBezTo>
                <a:cubicBezTo>
                  <a:pt x="416" y="174"/>
                  <a:pt x="416" y="174"/>
                  <a:pt x="416" y="174"/>
                </a:cubicBezTo>
                <a:cubicBezTo>
                  <a:pt x="417" y="172"/>
                  <a:pt x="417" y="172"/>
                  <a:pt x="417" y="172"/>
                </a:cubicBezTo>
                <a:cubicBezTo>
                  <a:pt x="419" y="170"/>
                  <a:pt x="419" y="170"/>
                  <a:pt x="419" y="170"/>
                </a:cubicBezTo>
                <a:cubicBezTo>
                  <a:pt x="422" y="171"/>
                  <a:pt x="422" y="171"/>
                  <a:pt x="422" y="171"/>
                </a:cubicBezTo>
                <a:cubicBezTo>
                  <a:pt x="428" y="173"/>
                  <a:pt x="428" y="173"/>
                  <a:pt x="428" y="173"/>
                </a:cubicBezTo>
                <a:cubicBezTo>
                  <a:pt x="433" y="178"/>
                  <a:pt x="433" y="178"/>
                  <a:pt x="433" y="178"/>
                </a:cubicBezTo>
                <a:cubicBezTo>
                  <a:pt x="434" y="181"/>
                  <a:pt x="434" y="181"/>
                  <a:pt x="434" y="181"/>
                </a:cubicBezTo>
                <a:cubicBezTo>
                  <a:pt x="438" y="184"/>
                  <a:pt x="438" y="184"/>
                  <a:pt x="438" y="184"/>
                </a:cubicBezTo>
                <a:cubicBezTo>
                  <a:pt x="442" y="184"/>
                  <a:pt x="442" y="184"/>
                  <a:pt x="442" y="184"/>
                </a:cubicBezTo>
                <a:cubicBezTo>
                  <a:pt x="447" y="189"/>
                  <a:pt x="447" y="189"/>
                  <a:pt x="447" y="189"/>
                </a:cubicBezTo>
                <a:cubicBezTo>
                  <a:pt x="455" y="189"/>
                  <a:pt x="455" y="189"/>
                  <a:pt x="455" y="189"/>
                </a:cubicBezTo>
                <a:cubicBezTo>
                  <a:pt x="459" y="191"/>
                  <a:pt x="459" y="191"/>
                  <a:pt x="459" y="191"/>
                </a:cubicBezTo>
                <a:cubicBezTo>
                  <a:pt x="460" y="189"/>
                  <a:pt x="460" y="189"/>
                  <a:pt x="460" y="189"/>
                </a:cubicBezTo>
                <a:cubicBezTo>
                  <a:pt x="452" y="183"/>
                  <a:pt x="452" y="183"/>
                  <a:pt x="452" y="183"/>
                </a:cubicBezTo>
                <a:cubicBezTo>
                  <a:pt x="449" y="180"/>
                  <a:pt x="449" y="180"/>
                  <a:pt x="449" y="180"/>
                </a:cubicBezTo>
                <a:cubicBezTo>
                  <a:pt x="447" y="177"/>
                  <a:pt x="447" y="177"/>
                  <a:pt x="447" y="177"/>
                </a:cubicBezTo>
                <a:cubicBezTo>
                  <a:pt x="452" y="180"/>
                  <a:pt x="452" y="180"/>
                  <a:pt x="452" y="180"/>
                </a:cubicBezTo>
                <a:cubicBezTo>
                  <a:pt x="461" y="184"/>
                  <a:pt x="461" y="184"/>
                  <a:pt x="461" y="184"/>
                </a:cubicBezTo>
                <a:cubicBezTo>
                  <a:pt x="466" y="187"/>
                  <a:pt x="466" y="187"/>
                  <a:pt x="466" y="187"/>
                </a:cubicBezTo>
                <a:cubicBezTo>
                  <a:pt x="466" y="183"/>
                  <a:pt x="466" y="183"/>
                  <a:pt x="466" y="183"/>
                </a:cubicBezTo>
                <a:cubicBezTo>
                  <a:pt x="468" y="179"/>
                  <a:pt x="468" y="179"/>
                  <a:pt x="468" y="179"/>
                </a:cubicBezTo>
                <a:cubicBezTo>
                  <a:pt x="464" y="177"/>
                  <a:pt x="464" y="177"/>
                  <a:pt x="464" y="177"/>
                </a:cubicBezTo>
                <a:cubicBezTo>
                  <a:pt x="463" y="171"/>
                  <a:pt x="463" y="171"/>
                  <a:pt x="463" y="171"/>
                </a:cubicBezTo>
                <a:cubicBezTo>
                  <a:pt x="457" y="169"/>
                  <a:pt x="457" y="169"/>
                  <a:pt x="457" y="169"/>
                </a:cubicBezTo>
                <a:cubicBezTo>
                  <a:pt x="450" y="161"/>
                  <a:pt x="450" y="161"/>
                  <a:pt x="450" y="161"/>
                </a:cubicBezTo>
                <a:cubicBezTo>
                  <a:pt x="452" y="159"/>
                  <a:pt x="452" y="159"/>
                  <a:pt x="452" y="159"/>
                </a:cubicBezTo>
                <a:cubicBezTo>
                  <a:pt x="455" y="157"/>
                  <a:pt x="455" y="157"/>
                  <a:pt x="455" y="157"/>
                </a:cubicBezTo>
                <a:cubicBezTo>
                  <a:pt x="464" y="164"/>
                  <a:pt x="464" y="164"/>
                  <a:pt x="464" y="164"/>
                </a:cubicBezTo>
                <a:cubicBezTo>
                  <a:pt x="467" y="169"/>
                  <a:pt x="467" y="169"/>
                  <a:pt x="467" y="169"/>
                </a:cubicBezTo>
                <a:cubicBezTo>
                  <a:pt x="471" y="169"/>
                  <a:pt x="471" y="169"/>
                  <a:pt x="471" y="169"/>
                </a:cubicBezTo>
                <a:cubicBezTo>
                  <a:pt x="473" y="164"/>
                  <a:pt x="473" y="164"/>
                  <a:pt x="473" y="164"/>
                </a:cubicBezTo>
                <a:cubicBezTo>
                  <a:pt x="478" y="162"/>
                  <a:pt x="478" y="162"/>
                  <a:pt x="478" y="162"/>
                </a:cubicBezTo>
                <a:cubicBezTo>
                  <a:pt x="478" y="160"/>
                  <a:pt x="478" y="160"/>
                  <a:pt x="478" y="160"/>
                </a:cubicBezTo>
                <a:cubicBezTo>
                  <a:pt x="482" y="160"/>
                  <a:pt x="482" y="160"/>
                  <a:pt x="482" y="160"/>
                </a:cubicBezTo>
                <a:cubicBezTo>
                  <a:pt x="483" y="158"/>
                  <a:pt x="483" y="158"/>
                  <a:pt x="483" y="158"/>
                </a:cubicBezTo>
                <a:cubicBezTo>
                  <a:pt x="483" y="154"/>
                  <a:pt x="483" y="154"/>
                  <a:pt x="483" y="154"/>
                </a:cubicBezTo>
                <a:cubicBezTo>
                  <a:pt x="476" y="154"/>
                  <a:pt x="476" y="154"/>
                  <a:pt x="476" y="154"/>
                </a:cubicBezTo>
                <a:cubicBezTo>
                  <a:pt x="476" y="152"/>
                  <a:pt x="476" y="152"/>
                  <a:pt x="476" y="152"/>
                </a:cubicBezTo>
                <a:cubicBezTo>
                  <a:pt x="472" y="149"/>
                  <a:pt x="472" y="149"/>
                  <a:pt x="472" y="149"/>
                </a:cubicBezTo>
                <a:cubicBezTo>
                  <a:pt x="469" y="149"/>
                  <a:pt x="469" y="149"/>
                  <a:pt x="469" y="149"/>
                </a:cubicBezTo>
                <a:cubicBezTo>
                  <a:pt x="465" y="147"/>
                  <a:pt x="465" y="147"/>
                  <a:pt x="465" y="147"/>
                </a:cubicBezTo>
                <a:cubicBezTo>
                  <a:pt x="462" y="147"/>
                  <a:pt x="462" y="147"/>
                  <a:pt x="462" y="147"/>
                </a:cubicBezTo>
                <a:cubicBezTo>
                  <a:pt x="461" y="144"/>
                  <a:pt x="461" y="144"/>
                  <a:pt x="461" y="144"/>
                </a:cubicBezTo>
                <a:cubicBezTo>
                  <a:pt x="460" y="142"/>
                  <a:pt x="460" y="142"/>
                  <a:pt x="460" y="142"/>
                </a:cubicBezTo>
                <a:cubicBezTo>
                  <a:pt x="454" y="142"/>
                  <a:pt x="454" y="142"/>
                  <a:pt x="454" y="142"/>
                </a:cubicBezTo>
                <a:cubicBezTo>
                  <a:pt x="452" y="142"/>
                  <a:pt x="452" y="142"/>
                  <a:pt x="452" y="142"/>
                </a:cubicBezTo>
                <a:cubicBezTo>
                  <a:pt x="452" y="138"/>
                  <a:pt x="452" y="138"/>
                  <a:pt x="452" y="138"/>
                </a:cubicBezTo>
                <a:cubicBezTo>
                  <a:pt x="456" y="138"/>
                  <a:pt x="456" y="138"/>
                  <a:pt x="456" y="138"/>
                </a:cubicBezTo>
                <a:cubicBezTo>
                  <a:pt x="458" y="136"/>
                  <a:pt x="458" y="136"/>
                  <a:pt x="458" y="136"/>
                </a:cubicBezTo>
                <a:cubicBezTo>
                  <a:pt x="452" y="134"/>
                  <a:pt x="452" y="134"/>
                  <a:pt x="452" y="134"/>
                </a:cubicBezTo>
                <a:cubicBezTo>
                  <a:pt x="453" y="133"/>
                  <a:pt x="453" y="133"/>
                  <a:pt x="453" y="133"/>
                </a:cubicBezTo>
                <a:cubicBezTo>
                  <a:pt x="456" y="132"/>
                  <a:pt x="456" y="132"/>
                  <a:pt x="456" y="132"/>
                </a:cubicBezTo>
                <a:cubicBezTo>
                  <a:pt x="453" y="129"/>
                  <a:pt x="453" y="129"/>
                  <a:pt x="453" y="129"/>
                </a:cubicBezTo>
                <a:cubicBezTo>
                  <a:pt x="448" y="128"/>
                  <a:pt x="448" y="128"/>
                  <a:pt x="448" y="128"/>
                </a:cubicBezTo>
                <a:cubicBezTo>
                  <a:pt x="450" y="126"/>
                  <a:pt x="450" y="126"/>
                  <a:pt x="450" y="126"/>
                </a:cubicBezTo>
                <a:cubicBezTo>
                  <a:pt x="445" y="124"/>
                  <a:pt x="445" y="124"/>
                  <a:pt x="445" y="124"/>
                </a:cubicBezTo>
                <a:cubicBezTo>
                  <a:pt x="441" y="124"/>
                  <a:pt x="441" y="124"/>
                  <a:pt x="441" y="124"/>
                </a:cubicBezTo>
                <a:cubicBezTo>
                  <a:pt x="440" y="122"/>
                  <a:pt x="440" y="122"/>
                  <a:pt x="440" y="122"/>
                </a:cubicBezTo>
                <a:cubicBezTo>
                  <a:pt x="436" y="121"/>
                  <a:pt x="436" y="121"/>
                  <a:pt x="436" y="121"/>
                </a:cubicBezTo>
                <a:cubicBezTo>
                  <a:pt x="434" y="121"/>
                  <a:pt x="434" y="121"/>
                  <a:pt x="434" y="121"/>
                </a:cubicBezTo>
                <a:cubicBezTo>
                  <a:pt x="437" y="119"/>
                  <a:pt x="437" y="119"/>
                  <a:pt x="437" y="119"/>
                </a:cubicBezTo>
                <a:cubicBezTo>
                  <a:pt x="433" y="117"/>
                  <a:pt x="433" y="117"/>
                  <a:pt x="433" y="117"/>
                </a:cubicBezTo>
                <a:cubicBezTo>
                  <a:pt x="427" y="119"/>
                  <a:pt x="427" y="119"/>
                  <a:pt x="427" y="119"/>
                </a:cubicBezTo>
                <a:cubicBezTo>
                  <a:pt x="423" y="115"/>
                  <a:pt x="423" y="115"/>
                  <a:pt x="423" y="115"/>
                </a:cubicBezTo>
                <a:cubicBezTo>
                  <a:pt x="423" y="113"/>
                  <a:pt x="423" y="113"/>
                  <a:pt x="423" y="113"/>
                </a:cubicBezTo>
                <a:cubicBezTo>
                  <a:pt x="419" y="113"/>
                  <a:pt x="419" y="113"/>
                  <a:pt x="419" y="113"/>
                </a:cubicBezTo>
                <a:cubicBezTo>
                  <a:pt x="419" y="110"/>
                  <a:pt x="419" y="110"/>
                  <a:pt x="419" y="110"/>
                </a:cubicBezTo>
                <a:cubicBezTo>
                  <a:pt x="414" y="108"/>
                  <a:pt x="414" y="108"/>
                  <a:pt x="414" y="108"/>
                </a:cubicBezTo>
                <a:cubicBezTo>
                  <a:pt x="406" y="108"/>
                  <a:pt x="406" y="108"/>
                  <a:pt x="406" y="108"/>
                </a:cubicBezTo>
                <a:cubicBezTo>
                  <a:pt x="405" y="110"/>
                  <a:pt x="405" y="110"/>
                  <a:pt x="405" y="110"/>
                </a:cubicBezTo>
                <a:cubicBezTo>
                  <a:pt x="402" y="111"/>
                  <a:pt x="402" y="111"/>
                  <a:pt x="402" y="111"/>
                </a:cubicBezTo>
                <a:cubicBezTo>
                  <a:pt x="398" y="110"/>
                  <a:pt x="398" y="110"/>
                  <a:pt x="398" y="110"/>
                </a:cubicBezTo>
                <a:cubicBezTo>
                  <a:pt x="397" y="113"/>
                  <a:pt x="397" y="113"/>
                  <a:pt x="397" y="113"/>
                </a:cubicBezTo>
                <a:cubicBezTo>
                  <a:pt x="393" y="113"/>
                  <a:pt x="393" y="113"/>
                  <a:pt x="393" y="113"/>
                </a:cubicBezTo>
                <a:cubicBezTo>
                  <a:pt x="393" y="110"/>
                  <a:pt x="393" y="110"/>
                  <a:pt x="393" y="110"/>
                </a:cubicBezTo>
                <a:cubicBezTo>
                  <a:pt x="395" y="107"/>
                  <a:pt x="395" y="107"/>
                  <a:pt x="395" y="107"/>
                </a:cubicBezTo>
                <a:cubicBezTo>
                  <a:pt x="392" y="102"/>
                  <a:pt x="392" y="102"/>
                  <a:pt x="392" y="102"/>
                </a:cubicBezTo>
                <a:cubicBezTo>
                  <a:pt x="390" y="99"/>
                  <a:pt x="390" y="99"/>
                  <a:pt x="390" y="99"/>
                </a:cubicBezTo>
                <a:cubicBezTo>
                  <a:pt x="383" y="99"/>
                  <a:pt x="383" y="99"/>
                  <a:pt x="383" y="99"/>
                </a:cubicBezTo>
                <a:cubicBezTo>
                  <a:pt x="380" y="101"/>
                  <a:pt x="380" y="101"/>
                  <a:pt x="380" y="101"/>
                </a:cubicBezTo>
                <a:cubicBezTo>
                  <a:pt x="376" y="102"/>
                  <a:pt x="376" y="102"/>
                  <a:pt x="376" y="102"/>
                </a:cubicBezTo>
                <a:cubicBezTo>
                  <a:pt x="373" y="104"/>
                  <a:pt x="373" y="104"/>
                  <a:pt x="373" y="104"/>
                </a:cubicBezTo>
                <a:cubicBezTo>
                  <a:pt x="372" y="107"/>
                  <a:pt x="372" y="107"/>
                  <a:pt x="372" y="107"/>
                </a:cubicBezTo>
                <a:cubicBezTo>
                  <a:pt x="375" y="111"/>
                  <a:pt x="375" y="111"/>
                  <a:pt x="375" y="111"/>
                </a:cubicBezTo>
                <a:cubicBezTo>
                  <a:pt x="373" y="114"/>
                  <a:pt x="373" y="114"/>
                  <a:pt x="373" y="114"/>
                </a:cubicBezTo>
                <a:cubicBezTo>
                  <a:pt x="377" y="119"/>
                  <a:pt x="377" y="119"/>
                  <a:pt x="377" y="119"/>
                </a:cubicBezTo>
                <a:cubicBezTo>
                  <a:pt x="374" y="119"/>
                  <a:pt x="374" y="119"/>
                  <a:pt x="374" y="119"/>
                </a:cubicBezTo>
                <a:cubicBezTo>
                  <a:pt x="369" y="115"/>
                  <a:pt x="369" y="115"/>
                  <a:pt x="369" y="115"/>
                </a:cubicBezTo>
                <a:cubicBezTo>
                  <a:pt x="368" y="109"/>
                  <a:pt x="368" y="109"/>
                  <a:pt x="368" y="109"/>
                </a:cubicBezTo>
                <a:cubicBezTo>
                  <a:pt x="367" y="106"/>
                  <a:pt x="367" y="106"/>
                  <a:pt x="367" y="106"/>
                </a:cubicBezTo>
                <a:cubicBezTo>
                  <a:pt x="371" y="102"/>
                  <a:pt x="371" y="102"/>
                  <a:pt x="371" y="102"/>
                </a:cubicBezTo>
                <a:cubicBezTo>
                  <a:pt x="375" y="98"/>
                  <a:pt x="375" y="98"/>
                  <a:pt x="375" y="98"/>
                </a:cubicBezTo>
                <a:cubicBezTo>
                  <a:pt x="369" y="98"/>
                  <a:pt x="369" y="98"/>
                  <a:pt x="369" y="98"/>
                </a:cubicBezTo>
                <a:cubicBezTo>
                  <a:pt x="362" y="99"/>
                  <a:pt x="362" y="99"/>
                  <a:pt x="362" y="99"/>
                </a:cubicBezTo>
                <a:cubicBezTo>
                  <a:pt x="356" y="104"/>
                  <a:pt x="356" y="104"/>
                  <a:pt x="356" y="104"/>
                </a:cubicBezTo>
                <a:cubicBezTo>
                  <a:pt x="353" y="110"/>
                  <a:pt x="353" y="110"/>
                  <a:pt x="353" y="110"/>
                </a:cubicBezTo>
                <a:cubicBezTo>
                  <a:pt x="353" y="119"/>
                  <a:pt x="353" y="119"/>
                  <a:pt x="353" y="119"/>
                </a:cubicBezTo>
                <a:cubicBezTo>
                  <a:pt x="358" y="120"/>
                  <a:pt x="358" y="120"/>
                  <a:pt x="358" y="120"/>
                </a:cubicBezTo>
                <a:cubicBezTo>
                  <a:pt x="362" y="120"/>
                  <a:pt x="362" y="120"/>
                  <a:pt x="362" y="120"/>
                </a:cubicBezTo>
                <a:cubicBezTo>
                  <a:pt x="363" y="123"/>
                  <a:pt x="363" y="123"/>
                  <a:pt x="363" y="123"/>
                </a:cubicBezTo>
                <a:cubicBezTo>
                  <a:pt x="359" y="122"/>
                  <a:pt x="359" y="122"/>
                  <a:pt x="359" y="122"/>
                </a:cubicBezTo>
                <a:cubicBezTo>
                  <a:pt x="355" y="123"/>
                  <a:pt x="355" y="123"/>
                  <a:pt x="355" y="123"/>
                </a:cubicBezTo>
                <a:cubicBezTo>
                  <a:pt x="358" y="127"/>
                  <a:pt x="358" y="127"/>
                  <a:pt x="358" y="127"/>
                </a:cubicBezTo>
                <a:cubicBezTo>
                  <a:pt x="364" y="127"/>
                  <a:pt x="364" y="127"/>
                  <a:pt x="364" y="127"/>
                </a:cubicBezTo>
                <a:cubicBezTo>
                  <a:pt x="366" y="126"/>
                  <a:pt x="366" y="126"/>
                  <a:pt x="366" y="126"/>
                </a:cubicBezTo>
                <a:cubicBezTo>
                  <a:pt x="370" y="129"/>
                  <a:pt x="370" y="129"/>
                  <a:pt x="370" y="129"/>
                </a:cubicBezTo>
                <a:cubicBezTo>
                  <a:pt x="376" y="131"/>
                  <a:pt x="376" y="131"/>
                  <a:pt x="376" y="131"/>
                </a:cubicBezTo>
                <a:cubicBezTo>
                  <a:pt x="372" y="132"/>
                  <a:pt x="372" y="132"/>
                  <a:pt x="372" y="132"/>
                </a:cubicBezTo>
                <a:cubicBezTo>
                  <a:pt x="372" y="135"/>
                  <a:pt x="372" y="135"/>
                  <a:pt x="372" y="135"/>
                </a:cubicBezTo>
                <a:cubicBezTo>
                  <a:pt x="375" y="138"/>
                  <a:pt x="375" y="138"/>
                  <a:pt x="375" y="138"/>
                </a:cubicBezTo>
                <a:cubicBezTo>
                  <a:pt x="371" y="144"/>
                  <a:pt x="371" y="144"/>
                  <a:pt x="371" y="144"/>
                </a:cubicBezTo>
                <a:cubicBezTo>
                  <a:pt x="368" y="148"/>
                  <a:pt x="368" y="148"/>
                  <a:pt x="368" y="148"/>
                </a:cubicBezTo>
                <a:cubicBezTo>
                  <a:pt x="365" y="152"/>
                  <a:pt x="365" y="152"/>
                  <a:pt x="365" y="152"/>
                </a:cubicBezTo>
                <a:cubicBezTo>
                  <a:pt x="362" y="151"/>
                  <a:pt x="362" y="151"/>
                  <a:pt x="362" y="151"/>
                </a:cubicBezTo>
                <a:cubicBezTo>
                  <a:pt x="360" y="145"/>
                  <a:pt x="360" y="145"/>
                  <a:pt x="360" y="145"/>
                </a:cubicBezTo>
                <a:cubicBezTo>
                  <a:pt x="362" y="142"/>
                  <a:pt x="362" y="142"/>
                  <a:pt x="362" y="142"/>
                </a:cubicBezTo>
                <a:cubicBezTo>
                  <a:pt x="356" y="137"/>
                  <a:pt x="356" y="137"/>
                  <a:pt x="356" y="137"/>
                </a:cubicBezTo>
                <a:cubicBezTo>
                  <a:pt x="351" y="141"/>
                  <a:pt x="351" y="141"/>
                  <a:pt x="351" y="141"/>
                </a:cubicBezTo>
                <a:cubicBezTo>
                  <a:pt x="345" y="133"/>
                  <a:pt x="345" y="133"/>
                  <a:pt x="345" y="133"/>
                </a:cubicBezTo>
                <a:cubicBezTo>
                  <a:pt x="342" y="132"/>
                  <a:pt x="342" y="132"/>
                  <a:pt x="342" y="132"/>
                </a:cubicBezTo>
                <a:cubicBezTo>
                  <a:pt x="343" y="129"/>
                  <a:pt x="343" y="129"/>
                  <a:pt x="343" y="129"/>
                </a:cubicBezTo>
                <a:cubicBezTo>
                  <a:pt x="342" y="124"/>
                  <a:pt x="342" y="124"/>
                  <a:pt x="342" y="124"/>
                </a:cubicBezTo>
                <a:cubicBezTo>
                  <a:pt x="339" y="124"/>
                  <a:pt x="339" y="124"/>
                  <a:pt x="339" y="124"/>
                </a:cubicBezTo>
                <a:cubicBezTo>
                  <a:pt x="339" y="120"/>
                  <a:pt x="339" y="120"/>
                  <a:pt x="339" y="120"/>
                </a:cubicBezTo>
                <a:cubicBezTo>
                  <a:pt x="334" y="116"/>
                  <a:pt x="334" y="116"/>
                  <a:pt x="334" y="116"/>
                </a:cubicBezTo>
                <a:cubicBezTo>
                  <a:pt x="328" y="116"/>
                  <a:pt x="328" y="116"/>
                  <a:pt x="328" y="116"/>
                </a:cubicBezTo>
                <a:cubicBezTo>
                  <a:pt x="327" y="118"/>
                  <a:pt x="327" y="118"/>
                  <a:pt x="327" y="118"/>
                </a:cubicBezTo>
                <a:cubicBezTo>
                  <a:pt x="324" y="119"/>
                  <a:pt x="324" y="119"/>
                  <a:pt x="324" y="119"/>
                </a:cubicBezTo>
                <a:cubicBezTo>
                  <a:pt x="322" y="122"/>
                  <a:pt x="322" y="122"/>
                  <a:pt x="322" y="122"/>
                </a:cubicBezTo>
                <a:cubicBezTo>
                  <a:pt x="323" y="126"/>
                  <a:pt x="323" y="126"/>
                  <a:pt x="323" y="126"/>
                </a:cubicBezTo>
                <a:cubicBezTo>
                  <a:pt x="322" y="128"/>
                  <a:pt x="322" y="128"/>
                  <a:pt x="322" y="128"/>
                </a:cubicBezTo>
                <a:cubicBezTo>
                  <a:pt x="327" y="132"/>
                  <a:pt x="327" y="132"/>
                  <a:pt x="327" y="132"/>
                </a:cubicBezTo>
                <a:cubicBezTo>
                  <a:pt x="332" y="134"/>
                  <a:pt x="332" y="134"/>
                  <a:pt x="332" y="134"/>
                </a:cubicBezTo>
                <a:cubicBezTo>
                  <a:pt x="330" y="138"/>
                  <a:pt x="330" y="138"/>
                  <a:pt x="330" y="138"/>
                </a:cubicBezTo>
                <a:cubicBezTo>
                  <a:pt x="325" y="137"/>
                  <a:pt x="325" y="137"/>
                  <a:pt x="325" y="137"/>
                </a:cubicBezTo>
                <a:cubicBezTo>
                  <a:pt x="327" y="141"/>
                  <a:pt x="327" y="141"/>
                  <a:pt x="327" y="141"/>
                </a:cubicBezTo>
                <a:cubicBezTo>
                  <a:pt x="331" y="141"/>
                  <a:pt x="331" y="141"/>
                  <a:pt x="331" y="141"/>
                </a:cubicBezTo>
                <a:cubicBezTo>
                  <a:pt x="336" y="138"/>
                  <a:pt x="336" y="138"/>
                  <a:pt x="336" y="138"/>
                </a:cubicBezTo>
                <a:cubicBezTo>
                  <a:pt x="336" y="142"/>
                  <a:pt x="336" y="142"/>
                  <a:pt x="336" y="142"/>
                </a:cubicBezTo>
                <a:cubicBezTo>
                  <a:pt x="327" y="147"/>
                  <a:pt x="327" y="147"/>
                  <a:pt x="327" y="147"/>
                </a:cubicBezTo>
                <a:cubicBezTo>
                  <a:pt x="328" y="153"/>
                  <a:pt x="328" y="153"/>
                  <a:pt x="328" y="153"/>
                </a:cubicBezTo>
                <a:cubicBezTo>
                  <a:pt x="323" y="149"/>
                  <a:pt x="323" y="149"/>
                  <a:pt x="323" y="149"/>
                </a:cubicBezTo>
                <a:cubicBezTo>
                  <a:pt x="324" y="145"/>
                  <a:pt x="324" y="145"/>
                  <a:pt x="324" y="145"/>
                </a:cubicBezTo>
                <a:cubicBezTo>
                  <a:pt x="321" y="145"/>
                  <a:pt x="321" y="145"/>
                  <a:pt x="321" y="145"/>
                </a:cubicBezTo>
                <a:cubicBezTo>
                  <a:pt x="321" y="141"/>
                  <a:pt x="321" y="141"/>
                  <a:pt x="321" y="141"/>
                </a:cubicBezTo>
                <a:cubicBezTo>
                  <a:pt x="324" y="141"/>
                  <a:pt x="324" y="141"/>
                  <a:pt x="324" y="141"/>
                </a:cubicBezTo>
                <a:cubicBezTo>
                  <a:pt x="323" y="135"/>
                  <a:pt x="323" y="135"/>
                  <a:pt x="323" y="135"/>
                </a:cubicBezTo>
                <a:cubicBezTo>
                  <a:pt x="315" y="132"/>
                  <a:pt x="315" y="132"/>
                  <a:pt x="315" y="132"/>
                </a:cubicBezTo>
                <a:cubicBezTo>
                  <a:pt x="314" y="136"/>
                  <a:pt x="314" y="136"/>
                  <a:pt x="314" y="136"/>
                </a:cubicBezTo>
                <a:cubicBezTo>
                  <a:pt x="310" y="138"/>
                  <a:pt x="310" y="138"/>
                  <a:pt x="310" y="138"/>
                </a:cubicBezTo>
                <a:cubicBezTo>
                  <a:pt x="316" y="142"/>
                  <a:pt x="316" y="142"/>
                  <a:pt x="316" y="142"/>
                </a:cubicBezTo>
                <a:cubicBezTo>
                  <a:pt x="313" y="145"/>
                  <a:pt x="313" y="145"/>
                  <a:pt x="313" y="145"/>
                </a:cubicBezTo>
                <a:cubicBezTo>
                  <a:pt x="312" y="148"/>
                  <a:pt x="312" y="148"/>
                  <a:pt x="312" y="148"/>
                </a:cubicBezTo>
                <a:cubicBezTo>
                  <a:pt x="299" y="149"/>
                  <a:pt x="299" y="149"/>
                  <a:pt x="299" y="149"/>
                </a:cubicBezTo>
                <a:cubicBezTo>
                  <a:pt x="293" y="146"/>
                  <a:pt x="293" y="146"/>
                  <a:pt x="293" y="146"/>
                </a:cubicBezTo>
                <a:cubicBezTo>
                  <a:pt x="288" y="145"/>
                  <a:pt x="288" y="145"/>
                  <a:pt x="288" y="145"/>
                </a:cubicBezTo>
                <a:cubicBezTo>
                  <a:pt x="282" y="142"/>
                  <a:pt x="282" y="142"/>
                  <a:pt x="282" y="142"/>
                </a:cubicBezTo>
                <a:cubicBezTo>
                  <a:pt x="278" y="144"/>
                  <a:pt x="278" y="144"/>
                  <a:pt x="278" y="144"/>
                </a:cubicBezTo>
                <a:cubicBezTo>
                  <a:pt x="271" y="147"/>
                  <a:pt x="271" y="147"/>
                  <a:pt x="271" y="147"/>
                </a:cubicBezTo>
                <a:cubicBezTo>
                  <a:pt x="273" y="151"/>
                  <a:pt x="273" y="151"/>
                  <a:pt x="273" y="151"/>
                </a:cubicBezTo>
                <a:cubicBezTo>
                  <a:pt x="272" y="157"/>
                  <a:pt x="272" y="157"/>
                  <a:pt x="272" y="157"/>
                </a:cubicBezTo>
                <a:cubicBezTo>
                  <a:pt x="268" y="150"/>
                  <a:pt x="268" y="150"/>
                  <a:pt x="268" y="150"/>
                </a:cubicBezTo>
                <a:cubicBezTo>
                  <a:pt x="261" y="147"/>
                  <a:pt x="261" y="147"/>
                  <a:pt x="261" y="147"/>
                </a:cubicBezTo>
                <a:cubicBezTo>
                  <a:pt x="254" y="149"/>
                  <a:pt x="254" y="149"/>
                  <a:pt x="254" y="149"/>
                </a:cubicBezTo>
                <a:cubicBezTo>
                  <a:pt x="239" y="147"/>
                  <a:pt x="239" y="147"/>
                  <a:pt x="239" y="147"/>
                </a:cubicBezTo>
                <a:cubicBezTo>
                  <a:pt x="238" y="145"/>
                  <a:pt x="238" y="145"/>
                  <a:pt x="238" y="145"/>
                </a:cubicBezTo>
                <a:cubicBezTo>
                  <a:pt x="244" y="143"/>
                  <a:pt x="244" y="143"/>
                  <a:pt x="244" y="143"/>
                </a:cubicBezTo>
                <a:cubicBezTo>
                  <a:pt x="236" y="139"/>
                  <a:pt x="236" y="139"/>
                  <a:pt x="236" y="139"/>
                </a:cubicBezTo>
                <a:cubicBezTo>
                  <a:pt x="231" y="139"/>
                  <a:pt x="231" y="139"/>
                  <a:pt x="231" y="139"/>
                </a:cubicBezTo>
                <a:cubicBezTo>
                  <a:pt x="217" y="135"/>
                  <a:pt x="217" y="135"/>
                  <a:pt x="217" y="135"/>
                </a:cubicBezTo>
                <a:cubicBezTo>
                  <a:pt x="214" y="132"/>
                  <a:pt x="214" y="132"/>
                  <a:pt x="214" y="132"/>
                </a:cubicBezTo>
                <a:cubicBezTo>
                  <a:pt x="207" y="132"/>
                  <a:pt x="207" y="132"/>
                  <a:pt x="207" y="132"/>
                </a:cubicBezTo>
                <a:cubicBezTo>
                  <a:pt x="203" y="132"/>
                  <a:pt x="203" y="132"/>
                  <a:pt x="203" y="132"/>
                </a:cubicBezTo>
                <a:cubicBezTo>
                  <a:pt x="202" y="134"/>
                  <a:pt x="202" y="134"/>
                  <a:pt x="202" y="134"/>
                </a:cubicBezTo>
                <a:cubicBezTo>
                  <a:pt x="198" y="135"/>
                  <a:pt x="198" y="135"/>
                  <a:pt x="198" y="135"/>
                </a:cubicBezTo>
                <a:cubicBezTo>
                  <a:pt x="195" y="129"/>
                  <a:pt x="195" y="129"/>
                  <a:pt x="195" y="129"/>
                </a:cubicBezTo>
                <a:cubicBezTo>
                  <a:pt x="192" y="134"/>
                  <a:pt x="192" y="134"/>
                  <a:pt x="192" y="134"/>
                </a:cubicBezTo>
                <a:cubicBezTo>
                  <a:pt x="188" y="134"/>
                  <a:pt x="188" y="134"/>
                  <a:pt x="188" y="134"/>
                </a:cubicBezTo>
                <a:cubicBezTo>
                  <a:pt x="184" y="127"/>
                  <a:pt x="184" y="127"/>
                  <a:pt x="184" y="127"/>
                </a:cubicBezTo>
                <a:cubicBezTo>
                  <a:pt x="179" y="126"/>
                  <a:pt x="179" y="126"/>
                  <a:pt x="179" y="126"/>
                </a:cubicBezTo>
                <a:cubicBezTo>
                  <a:pt x="178" y="130"/>
                  <a:pt x="178" y="130"/>
                  <a:pt x="178" y="130"/>
                </a:cubicBezTo>
                <a:cubicBezTo>
                  <a:pt x="175" y="133"/>
                  <a:pt x="175" y="133"/>
                  <a:pt x="175" y="133"/>
                </a:cubicBezTo>
                <a:cubicBezTo>
                  <a:pt x="170" y="134"/>
                  <a:pt x="170" y="134"/>
                  <a:pt x="170" y="134"/>
                </a:cubicBezTo>
                <a:cubicBezTo>
                  <a:pt x="164" y="136"/>
                  <a:pt x="164" y="136"/>
                  <a:pt x="164" y="136"/>
                </a:cubicBezTo>
                <a:cubicBezTo>
                  <a:pt x="158" y="139"/>
                  <a:pt x="158" y="139"/>
                  <a:pt x="158" y="139"/>
                </a:cubicBezTo>
                <a:cubicBezTo>
                  <a:pt x="163" y="134"/>
                  <a:pt x="163" y="134"/>
                  <a:pt x="163" y="134"/>
                </a:cubicBezTo>
                <a:cubicBezTo>
                  <a:pt x="168" y="133"/>
                  <a:pt x="168" y="133"/>
                  <a:pt x="168" y="133"/>
                </a:cubicBezTo>
                <a:cubicBezTo>
                  <a:pt x="172" y="131"/>
                  <a:pt x="172" y="131"/>
                  <a:pt x="172" y="131"/>
                </a:cubicBezTo>
                <a:cubicBezTo>
                  <a:pt x="173" y="129"/>
                  <a:pt x="173" y="129"/>
                  <a:pt x="173" y="129"/>
                </a:cubicBezTo>
                <a:cubicBezTo>
                  <a:pt x="171" y="129"/>
                  <a:pt x="171" y="129"/>
                  <a:pt x="171" y="129"/>
                </a:cubicBezTo>
                <a:cubicBezTo>
                  <a:pt x="165" y="131"/>
                  <a:pt x="165" y="131"/>
                  <a:pt x="165" y="131"/>
                </a:cubicBezTo>
                <a:cubicBezTo>
                  <a:pt x="158" y="134"/>
                  <a:pt x="158" y="134"/>
                  <a:pt x="158" y="134"/>
                </a:cubicBezTo>
                <a:cubicBezTo>
                  <a:pt x="154" y="134"/>
                  <a:pt x="154" y="134"/>
                  <a:pt x="154" y="134"/>
                </a:cubicBezTo>
                <a:cubicBezTo>
                  <a:pt x="150" y="134"/>
                  <a:pt x="150" y="134"/>
                  <a:pt x="150" y="134"/>
                </a:cubicBezTo>
                <a:cubicBezTo>
                  <a:pt x="142" y="138"/>
                  <a:pt x="142" y="138"/>
                  <a:pt x="142" y="138"/>
                </a:cubicBezTo>
                <a:cubicBezTo>
                  <a:pt x="135" y="138"/>
                  <a:pt x="135" y="138"/>
                  <a:pt x="135" y="138"/>
                </a:cubicBezTo>
                <a:cubicBezTo>
                  <a:pt x="129" y="133"/>
                  <a:pt x="129" y="133"/>
                  <a:pt x="129" y="133"/>
                </a:cubicBezTo>
                <a:cubicBezTo>
                  <a:pt x="118" y="133"/>
                  <a:pt x="118" y="133"/>
                  <a:pt x="118" y="133"/>
                </a:cubicBezTo>
                <a:cubicBezTo>
                  <a:pt x="115" y="130"/>
                  <a:pt x="115" y="130"/>
                  <a:pt x="115" y="130"/>
                </a:cubicBezTo>
                <a:cubicBezTo>
                  <a:pt x="109" y="129"/>
                  <a:pt x="109" y="129"/>
                  <a:pt x="109" y="129"/>
                </a:cubicBezTo>
                <a:cubicBezTo>
                  <a:pt x="102" y="131"/>
                  <a:pt x="102" y="131"/>
                  <a:pt x="102" y="131"/>
                </a:cubicBezTo>
                <a:cubicBezTo>
                  <a:pt x="98" y="128"/>
                  <a:pt x="98" y="128"/>
                  <a:pt x="98" y="128"/>
                </a:cubicBezTo>
                <a:cubicBezTo>
                  <a:pt x="91" y="128"/>
                  <a:pt x="91" y="128"/>
                  <a:pt x="91" y="128"/>
                </a:cubicBezTo>
                <a:cubicBezTo>
                  <a:pt x="84" y="126"/>
                  <a:pt x="84" y="126"/>
                  <a:pt x="84" y="126"/>
                </a:cubicBezTo>
                <a:cubicBezTo>
                  <a:pt x="77" y="126"/>
                  <a:pt x="77" y="126"/>
                  <a:pt x="77" y="126"/>
                </a:cubicBezTo>
                <a:cubicBezTo>
                  <a:pt x="72" y="126"/>
                  <a:pt x="72" y="126"/>
                  <a:pt x="72" y="126"/>
                </a:cubicBezTo>
                <a:cubicBezTo>
                  <a:pt x="71" y="123"/>
                  <a:pt x="71" y="123"/>
                  <a:pt x="71" y="123"/>
                </a:cubicBezTo>
                <a:cubicBezTo>
                  <a:pt x="60" y="123"/>
                  <a:pt x="60" y="123"/>
                  <a:pt x="60" y="123"/>
                </a:cubicBezTo>
                <a:cubicBezTo>
                  <a:pt x="56" y="123"/>
                  <a:pt x="56" y="123"/>
                  <a:pt x="56" y="123"/>
                </a:cubicBezTo>
                <a:cubicBezTo>
                  <a:pt x="57" y="121"/>
                  <a:pt x="57" y="121"/>
                  <a:pt x="57" y="121"/>
                </a:cubicBezTo>
                <a:cubicBezTo>
                  <a:pt x="51" y="120"/>
                  <a:pt x="51" y="120"/>
                  <a:pt x="51" y="120"/>
                </a:cubicBezTo>
                <a:cubicBezTo>
                  <a:pt x="46" y="123"/>
                  <a:pt x="46" y="123"/>
                  <a:pt x="46" y="123"/>
                </a:cubicBezTo>
                <a:cubicBezTo>
                  <a:pt x="37" y="123"/>
                  <a:pt x="37" y="123"/>
                  <a:pt x="37" y="123"/>
                </a:cubicBezTo>
                <a:cubicBezTo>
                  <a:pt x="31" y="128"/>
                  <a:pt x="31" y="128"/>
                  <a:pt x="31" y="128"/>
                </a:cubicBezTo>
                <a:cubicBezTo>
                  <a:pt x="26" y="128"/>
                  <a:pt x="26" y="128"/>
                  <a:pt x="26" y="128"/>
                </a:cubicBezTo>
                <a:cubicBezTo>
                  <a:pt x="22" y="131"/>
                  <a:pt x="22" y="131"/>
                  <a:pt x="22" y="131"/>
                </a:cubicBezTo>
                <a:cubicBezTo>
                  <a:pt x="21" y="136"/>
                  <a:pt x="21" y="136"/>
                  <a:pt x="21" y="136"/>
                </a:cubicBezTo>
                <a:cubicBezTo>
                  <a:pt x="16" y="139"/>
                  <a:pt x="16" y="139"/>
                  <a:pt x="16" y="139"/>
                </a:cubicBezTo>
                <a:cubicBezTo>
                  <a:pt x="7" y="139"/>
                  <a:pt x="7" y="139"/>
                  <a:pt x="7" y="139"/>
                </a:cubicBezTo>
                <a:cubicBezTo>
                  <a:pt x="6" y="144"/>
                  <a:pt x="6" y="144"/>
                  <a:pt x="6" y="144"/>
                </a:cubicBezTo>
                <a:cubicBezTo>
                  <a:pt x="16" y="148"/>
                  <a:pt x="16" y="148"/>
                  <a:pt x="16" y="148"/>
                </a:cubicBezTo>
                <a:cubicBezTo>
                  <a:pt x="19" y="153"/>
                  <a:pt x="19" y="153"/>
                  <a:pt x="19" y="153"/>
                </a:cubicBezTo>
                <a:cubicBezTo>
                  <a:pt x="24" y="155"/>
                  <a:pt x="24" y="155"/>
                  <a:pt x="24" y="155"/>
                </a:cubicBezTo>
                <a:cubicBezTo>
                  <a:pt x="28" y="160"/>
                  <a:pt x="28" y="160"/>
                  <a:pt x="28" y="160"/>
                </a:cubicBezTo>
                <a:cubicBezTo>
                  <a:pt x="23" y="161"/>
                  <a:pt x="23" y="161"/>
                  <a:pt x="23" y="161"/>
                </a:cubicBezTo>
                <a:cubicBezTo>
                  <a:pt x="18" y="160"/>
                  <a:pt x="18" y="160"/>
                  <a:pt x="18" y="160"/>
                </a:cubicBezTo>
                <a:cubicBezTo>
                  <a:pt x="17" y="156"/>
                  <a:pt x="17" y="156"/>
                  <a:pt x="17" y="156"/>
                </a:cubicBezTo>
                <a:cubicBezTo>
                  <a:pt x="11" y="159"/>
                  <a:pt x="11" y="159"/>
                  <a:pt x="11" y="159"/>
                </a:cubicBezTo>
                <a:cubicBezTo>
                  <a:pt x="6" y="160"/>
                  <a:pt x="6" y="160"/>
                  <a:pt x="6" y="160"/>
                </a:cubicBezTo>
                <a:cubicBezTo>
                  <a:pt x="0" y="165"/>
                  <a:pt x="0" y="165"/>
                  <a:pt x="0" y="165"/>
                </a:cubicBezTo>
                <a:cubicBezTo>
                  <a:pt x="3" y="166"/>
                  <a:pt x="3" y="166"/>
                  <a:pt x="3" y="166"/>
                </a:cubicBezTo>
                <a:cubicBezTo>
                  <a:pt x="6" y="169"/>
                  <a:pt x="6" y="169"/>
                  <a:pt x="6" y="169"/>
                </a:cubicBezTo>
                <a:cubicBezTo>
                  <a:pt x="8" y="174"/>
                  <a:pt x="8" y="174"/>
                  <a:pt x="8" y="174"/>
                </a:cubicBezTo>
                <a:cubicBezTo>
                  <a:pt x="24" y="172"/>
                  <a:pt x="24" y="172"/>
                  <a:pt x="24" y="172"/>
                </a:cubicBezTo>
                <a:cubicBezTo>
                  <a:pt x="27" y="170"/>
                  <a:pt x="27" y="170"/>
                  <a:pt x="27" y="170"/>
                </a:cubicBezTo>
                <a:cubicBezTo>
                  <a:pt x="31" y="170"/>
                  <a:pt x="31" y="170"/>
                  <a:pt x="31" y="170"/>
                </a:cubicBezTo>
                <a:cubicBezTo>
                  <a:pt x="30" y="175"/>
                  <a:pt x="30" y="175"/>
                  <a:pt x="30" y="175"/>
                </a:cubicBezTo>
                <a:cubicBezTo>
                  <a:pt x="30" y="180"/>
                  <a:pt x="30" y="180"/>
                  <a:pt x="30" y="180"/>
                </a:cubicBezTo>
                <a:cubicBezTo>
                  <a:pt x="25" y="180"/>
                  <a:pt x="25" y="180"/>
                  <a:pt x="25" y="180"/>
                </a:cubicBezTo>
                <a:cubicBezTo>
                  <a:pt x="20" y="182"/>
                  <a:pt x="20" y="182"/>
                  <a:pt x="20" y="182"/>
                </a:cubicBezTo>
                <a:cubicBezTo>
                  <a:pt x="15" y="182"/>
                  <a:pt x="15" y="182"/>
                  <a:pt x="15" y="182"/>
                </a:cubicBezTo>
                <a:cubicBezTo>
                  <a:pt x="13" y="187"/>
                  <a:pt x="13" y="187"/>
                  <a:pt x="13" y="187"/>
                </a:cubicBezTo>
                <a:cubicBezTo>
                  <a:pt x="8" y="192"/>
                  <a:pt x="8" y="192"/>
                  <a:pt x="8" y="192"/>
                </a:cubicBezTo>
                <a:cubicBezTo>
                  <a:pt x="9" y="195"/>
                  <a:pt x="9" y="195"/>
                  <a:pt x="9" y="195"/>
                </a:cubicBezTo>
                <a:cubicBezTo>
                  <a:pt x="11" y="196"/>
                  <a:pt x="11" y="196"/>
                  <a:pt x="11" y="196"/>
                </a:cubicBezTo>
                <a:cubicBezTo>
                  <a:pt x="12" y="199"/>
                  <a:pt x="12" y="199"/>
                  <a:pt x="12" y="199"/>
                </a:cubicBezTo>
                <a:cubicBezTo>
                  <a:pt x="15" y="203"/>
                  <a:pt x="15" y="203"/>
                  <a:pt x="15" y="203"/>
                </a:cubicBezTo>
                <a:cubicBezTo>
                  <a:pt x="21" y="205"/>
                  <a:pt x="21" y="205"/>
                  <a:pt x="21" y="205"/>
                </a:cubicBezTo>
                <a:cubicBezTo>
                  <a:pt x="24" y="202"/>
                  <a:pt x="24" y="202"/>
                  <a:pt x="24" y="202"/>
                </a:cubicBezTo>
                <a:cubicBezTo>
                  <a:pt x="28" y="207"/>
                  <a:pt x="28" y="207"/>
                  <a:pt x="28" y="207"/>
                </a:cubicBezTo>
                <a:cubicBezTo>
                  <a:pt x="27" y="213"/>
                  <a:pt x="27" y="213"/>
                  <a:pt x="27" y="213"/>
                </a:cubicBezTo>
                <a:cubicBezTo>
                  <a:pt x="30" y="213"/>
                  <a:pt x="30" y="213"/>
                  <a:pt x="30" y="213"/>
                </a:cubicBezTo>
                <a:cubicBezTo>
                  <a:pt x="32" y="212"/>
                  <a:pt x="32" y="212"/>
                  <a:pt x="32" y="212"/>
                </a:cubicBezTo>
                <a:cubicBezTo>
                  <a:pt x="37" y="212"/>
                  <a:pt x="37" y="212"/>
                  <a:pt x="37" y="212"/>
                </a:cubicBezTo>
                <a:cubicBezTo>
                  <a:pt x="41" y="214"/>
                  <a:pt x="41" y="214"/>
                  <a:pt x="41" y="214"/>
                </a:cubicBezTo>
                <a:cubicBezTo>
                  <a:pt x="42" y="210"/>
                  <a:pt x="42" y="210"/>
                  <a:pt x="42" y="210"/>
                </a:cubicBezTo>
                <a:cubicBezTo>
                  <a:pt x="46" y="213"/>
                  <a:pt x="46" y="213"/>
                  <a:pt x="46" y="213"/>
                </a:cubicBezTo>
                <a:cubicBezTo>
                  <a:pt x="49" y="211"/>
                  <a:pt x="49" y="211"/>
                  <a:pt x="49" y="211"/>
                </a:cubicBezTo>
                <a:cubicBezTo>
                  <a:pt x="49" y="211"/>
                  <a:pt x="47" y="215"/>
                  <a:pt x="47" y="217"/>
                </a:cubicBezTo>
                <a:cubicBezTo>
                  <a:pt x="47" y="218"/>
                  <a:pt x="44" y="220"/>
                  <a:pt x="43" y="221"/>
                </a:cubicBezTo>
                <a:cubicBezTo>
                  <a:pt x="42" y="222"/>
                  <a:pt x="36" y="227"/>
                  <a:pt x="36" y="227"/>
                </a:cubicBezTo>
                <a:cubicBezTo>
                  <a:pt x="33" y="230"/>
                  <a:pt x="33" y="230"/>
                  <a:pt x="33" y="230"/>
                </a:cubicBezTo>
                <a:cubicBezTo>
                  <a:pt x="28" y="230"/>
                  <a:pt x="28" y="230"/>
                  <a:pt x="28" y="230"/>
                </a:cubicBezTo>
                <a:cubicBezTo>
                  <a:pt x="24" y="234"/>
                  <a:pt x="24" y="234"/>
                  <a:pt x="24" y="234"/>
                </a:cubicBezTo>
                <a:cubicBezTo>
                  <a:pt x="17" y="235"/>
                  <a:pt x="17" y="235"/>
                  <a:pt x="17" y="235"/>
                </a:cubicBezTo>
                <a:cubicBezTo>
                  <a:pt x="12" y="239"/>
                  <a:pt x="12" y="239"/>
                  <a:pt x="12" y="239"/>
                </a:cubicBezTo>
                <a:cubicBezTo>
                  <a:pt x="15" y="241"/>
                  <a:pt x="15" y="241"/>
                  <a:pt x="15" y="241"/>
                </a:cubicBezTo>
                <a:cubicBezTo>
                  <a:pt x="20" y="237"/>
                  <a:pt x="20" y="237"/>
                  <a:pt x="20" y="237"/>
                </a:cubicBezTo>
                <a:cubicBezTo>
                  <a:pt x="24" y="237"/>
                  <a:pt x="24" y="237"/>
                  <a:pt x="24" y="237"/>
                </a:cubicBezTo>
                <a:cubicBezTo>
                  <a:pt x="30" y="234"/>
                  <a:pt x="30" y="234"/>
                  <a:pt x="30" y="234"/>
                </a:cubicBezTo>
                <a:cubicBezTo>
                  <a:pt x="36" y="231"/>
                  <a:pt x="36" y="231"/>
                  <a:pt x="36" y="231"/>
                </a:cubicBezTo>
                <a:cubicBezTo>
                  <a:pt x="50" y="224"/>
                  <a:pt x="50" y="224"/>
                  <a:pt x="50" y="224"/>
                </a:cubicBezTo>
                <a:cubicBezTo>
                  <a:pt x="52" y="220"/>
                  <a:pt x="52" y="220"/>
                  <a:pt x="52" y="220"/>
                </a:cubicBezTo>
                <a:cubicBezTo>
                  <a:pt x="66" y="212"/>
                  <a:pt x="66" y="212"/>
                  <a:pt x="66" y="212"/>
                </a:cubicBezTo>
                <a:cubicBezTo>
                  <a:pt x="62" y="207"/>
                  <a:pt x="62" y="207"/>
                  <a:pt x="62" y="207"/>
                </a:cubicBezTo>
                <a:cubicBezTo>
                  <a:pt x="69" y="203"/>
                  <a:pt x="69" y="203"/>
                  <a:pt x="69" y="203"/>
                </a:cubicBezTo>
                <a:cubicBezTo>
                  <a:pt x="73" y="197"/>
                  <a:pt x="73" y="197"/>
                  <a:pt x="73" y="197"/>
                </a:cubicBezTo>
                <a:cubicBezTo>
                  <a:pt x="79" y="195"/>
                  <a:pt x="79" y="195"/>
                  <a:pt x="79" y="195"/>
                </a:cubicBezTo>
                <a:cubicBezTo>
                  <a:pt x="82" y="197"/>
                  <a:pt x="82" y="197"/>
                  <a:pt x="82" y="197"/>
                </a:cubicBezTo>
                <a:cubicBezTo>
                  <a:pt x="75" y="200"/>
                  <a:pt x="75" y="200"/>
                  <a:pt x="75" y="200"/>
                </a:cubicBezTo>
                <a:cubicBezTo>
                  <a:pt x="73" y="204"/>
                  <a:pt x="73" y="204"/>
                  <a:pt x="73" y="204"/>
                </a:cubicBezTo>
                <a:cubicBezTo>
                  <a:pt x="74" y="208"/>
                  <a:pt x="74" y="208"/>
                  <a:pt x="74" y="208"/>
                </a:cubicBezTo>
                <a:cubicBezTo>
                  <a:pt x="83" y="204"/>
                  <a:pt x="83" y="204"/>
                  <a:pt x="83" y="204"/>
                </a:cubicBezTo>
                <a:cubicBezTo>
                  <a:pt x="90" y="203"/>
                  <a:pt x="90" y="203"/>
                  <a:pt x="90" y="203"/>
                </a:cubicBezTo>
                <a:lnTo>
                  <a:pt x="89" y="199"/>
                </a:lnTo>
                <a:close/>
                <a:moveTo>
                  <a:pt x="69" y="219"/>
                </a:moveTo>
                <a:cubicBezTo>
                  <a:pt x="69" y="215"/>
                  <a:pt x="69" y="215"/>
                  <a:pt x="69" y="215"/>
                </a:cubicBezTo>
                <a:cubicBezTo>
                  <a:pt x="66" y="217"/>
                  <a:pt x="66" y="217"/>
                  <a:pt x="66" y="217"/>
                </a:cubicBezTo>
                <a:cubicBezTo>
                  <a:pt x="59" y="221"/>
                  <a:pt x="59" y="221"/>
                  <a:pt x="59" y="221"/>
                </a:cubicBezTo>
                <a:cubicBezTo>
                  <a:pt x="61" y="225"/>
                  <a:pt x="61" y="225"/>
                  <a:pt x="61" y="225"/>
                </a:cubicBezTo>
                <a:cubicBezTo>
                  <a:pt x="66" y="223"/>
                  <a:pt x="66" y="223"/>
                  <a:pt x="66" y="223"/>
                </a:cubicBezTo>
                <a:lnTo>
                  <a:pt x="69" y="219"/>
                </a:lnTo>
                <a:close/>
              </a:path>
            </a:pathLst>
          </a:custGeom>
          <a:solidFill>
            <a:schemeClr val="bg1">
              <a:lumMod val="85000"/>
            </a:schemeClr>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 name="Freeform 7"/>
          <p:cNvSpPr>
            <a:spLocks noEditPoints="1"/>
          </p:cNvSpPr>
          <p:nvPr/>
        </p:nvSpPr>
        <p:spPr bwMode="auto">
          <a:xfrm>
            <a:off x="7232596" y="4291013"/>
            <a:ext cx="447675" cy="612775"/>
          </a:xfrm>
          <a:custGeom>
            <a:avLst/>
            <a:gdLst>
              <a:gd name="T0" fmla="*/ 60 w 119"/>
              <a:gd name="T1" fmla="*/ 0 h 163"/>
              <a:gd name="T2" fmla="*/ 0 w 119"/>
              <a:gd name="T3" fmla="*/ 60 h 163"/>
              <a:gd name="T4" fmla="*/ 60 w 119"/>
              <a:gd name="T5" fmla="*/ 163 h 163"/>
              <a:gd name="T6" fmla="*/ 119 w 119"/>
              <a:gd name="T7" fmla="*/ 60 h 163"/>
              <a:gd name="T8" fmla="*/ 60 w 119"/>
              <a:gd name="T9" fmla="*/ 0 h 163"/>
              <a:gd name="T10" fmla="*/ 60 w 119"/>
              <a:gd name="T11" fmla="*/ 101 h 163"/>
              <a:gd name="T12" fmla="*/ 18 w 119"/>
              <a:gd name="T13" fmla="*/ 60 h 163"/>
              <a:gd name="T14" fmla="*/ 60 w 119"/>
              <a:gd name="T15" fmla="*/ 18 h 163"/>
              <a:gd name="T16" fmla="*/ 101 w 119"/>
              <a:gd name="T17" fmla="*/ 60 h 163"/>
              <a:gd name="T18" fmla="*/ 60 w 119"/>
              <a:gd name="T19" fmla="*/ 101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9" h="163">
                <a:moveTo>
                  <a:pt x="60" y="0"/>
                </a:moveTo>
                <a:cubicBezTo>
                  <a:pt x="27" y="0"/>
                  <a:pt x="0" y="27"/>
                  <a:pt x="0" y="60"/>
                </a:cubicBezTo>
                <a:cubicBezTo>
                  <a:pt x="0" y="93"/>
                  <a:pt x="60" y="163"/>
                  <a:pt x="60" y="163"/>
                </a:cubicBezTo>
                <a:cubicBezTo>
                  <a:pt x="60" y="163"/>
                  <a:pt x="119" y="93"/>
                  <a:pt x="119" y="60"/>
                </a:cubicBezTo>
                <a:cubicBezTo>
                  <a:pt x="119" y="27"/>
                  <a:pt x="93" y="0"/>
                  <a:pt x="60" y="0"/>
                </a:cubicBezTo>
                <a:close/>
                <a:moveTo>
                  <a:pt x="60" y="101"/>
                </a:moveTo>
                <a:cubicBezTo>
                  <a:pt x="37" y="101"/>
                  <a:pt x="18" y="83"/>
                  <a:pt x="18" y="60"/>
                </a:cubicBezTo>
                <a:cubicBezTo>
                  <a:pt x="18" y="37"/>
                  <a:pt x="37" y="18"/>
                  <a:pt x="60" y="18"/>
                </a:cubicBezTo>
                <a:cubicBezTo>
                  <a:pt x="83" y="18"/>
                  <a:pt x="101" y="37"/>
                  <a:pt x="101" y="60"/>
                </a:cubicBezTo>
                <a:cubicBezTo>
                  <a:pt x="101" y="83"/>
                  <a:pt x="83" y="101"/>
                  <a:pt x="60" y="101"/>
                </a:cubicBezTo>
                <a:close/>
              </a:path>
            </a:pathLst>
          </a:custGeom>
          <a:gradFill>
            <a:gsLst>
              <a:gs pos="0">
                <a:srgbClr val="E0E200"/>
              </a:gs>
              <a:gs pos="84000">
                <a:srgbClr val="94C11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9" name="Freeform 8"/>
          <p:cNvSpPr>
            <a:spLocks noEditPoints="1"/>
          </p:cNvSpPr>
          <p:nvPr/>
        </p:nvSpPr>
        <p:spPr bwMode="auto">
          <a:xfrm>
            <a:off x="8796284" y="3189288"/>
            <a:ext cx="450850" cy="612775"/>
          </a:xfrm>
          <a:custGeom>
            <a:avLst/>
            <a:gdLst>
              <a:gd name="T0" fmla="*/ 60 w 120"/>
              <a:gd name="T1" fmla="*/ 0 h 163"/>
              <a:gd name="T2" fmla="*/ 0 w 120"/>
              <a:gd name="T3" fmla="*/ 60 h 163"/>
              <a:gd name="T4" fmla="*/ 60 w 120"/>
              <a:gd name="T5" fmla="*/ 163 h 163"/>
              <a:gd name="T6" fmla="*/ 120 w 120"/>
              <a:gd name="T7" fmla="*/ 60 h 163"/>
              <a:gd name="T8" fmla="*/ 60 w 120"/>
              <a:gd name="T9" fmla="*/ 0 h 163"/>
              <a:gd name="T10" fmla="*/ 60 w 120"/>
              <a:gd name="T11" fmla="*/ 101 h 163"/>
              <a:gd name="T12" fmla="*/ 19 w 120"/>
              <a:gd name="T13" fmla="*/ 60 h 163"/>
              <a:gd name="T14" fmla="*/ 60 w 120"/>
              <a:gd name="T15" fmla="*/ 18 h 163"/>
              <a:gd name="T16" fmla="*/ 102 w 120"/>
              <a:gd name="T17" fmla="*/ 60 h 163"/>
              <a:gd name="T18" fmla="*/ 60 w 120"/>
              <a:gd name="T19" fmla="*/ 101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0" h="163">
                <a:moveTo>
                  <a:pt x="60" y="0"/>
                </a:moveTo>
                <a:cubicBezTo>
                  <a:pt x="27" y="0"/>
                  <a:pt x="0" y="27"/>
                  <a:pt x="0" y="60"/>
                </a:cubicBezTo>
                <a:cubicBezTo>
                  <a:pt x="0" y="93"/>
                  <a:pt x="60" y="163"/>
                  <a:pt x="60" y="163"/>
                </a:cubicBezTo>
                <a:cubicBezTo>
                  <a:pt x="60" y="163"/>
                  <a:pt x="120" y="93"/>
                  <a:pt x="120" y="60"/>
                </a:cubicBezTo>
                <a:cubicBezTo>
                  <a:pt x="120" y="27"/>
                  <a:pt x="93" y="0"/>
                  <a:pt x="60" y="0"/>
                </a:cubicBezTo>
                <a:close/>
                <a:moveTo>
                  <a:pt x="60" y="101"/>
                </a:moveTo>
                <a:cubicBezTo>
                  <a:pt x="37" y="101"/>
                  <a:pt x="19" y="83"/>
                  <a:pt x="19" y="60"/>
                </a:cubicBezTo>
                <a:cubicBezTo>
                  <a:pt x="19" y="37"/>
                  <a:pt x="37" y="18"/>
                  <a:pt x="60" y="18"/>
                </a:cubicBezTo>
                <a:cubicBezTo>
                  <a:pt x="83" y="18"/>
                  <a:pt x="102" y="37"/>
                  <a:pt x="102" y="60"/>
                </a:cubicBezTo>
                <a:cubicBezTo>
                  <a:pt x="102" y="83"/>
                  <a:pt x="83" y="101"/>
                  <a:pt x="60" y="101"/>
                </a:cubicBezTo>
                <a:close/>
              </a:path>
            </a:pathLst>
          </a:custGeom>
          <a:gradFill>
            <a:gsLst>
              <a:gs pos="0">
                <a:srgbClr val="86C1A8"/>
              </a:gs>
              <a:gs pos="74000">
                <a:srgbClr val="0080C8"/>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0" name="Freeform 9"/>
          <p:cNvSpPr>
            <a:spLocks noEditPoints="1"/>
          </p:cNvSpPr>
          <p:nvPr/>
        </p:nvSpPr>
        <p:spPr bwMode="auto">
          <a:xfrm>
            <a:off x="10294884" y="2952750"/>
            <a:ext cx="446088" cy="612775"/>
          </a:xfrm>
          <a:custGeom>
            <a:avLst/>
            <a:gdLst>
              <a:gd name="T0" fmla="*/ 59 w 119"/>
              <a:gd name="T1" fmla="*/ 0 h 163"/>
              <a:gd name="T2" fmla="*/ 0 w 119"/>
              <a:gd name="T3" fmla="*/ 60 h 163"/>
              <a:gd name="T4" fmla="*/ 59 w 119"/>
              <a:gd name="T5" fmla="*/ 163 h 163"/>
              <a:gd name="T6" fmla="*/ 119 w 119"/>
              <a:gd name="T7" fmla="*/ 60 h 163"/>
              <a:gd name="T8" fmla="*/ 59 w 119"/>
              <a:gd name="T9" fmla="*/ 0 h 163"/>
              <a:gd name="T10" fmla="*/ 59 w 119"/>
              <a:gd name="T11" fmla="*/ 101 h 163"/>
              <a:gd name="T12" fmla="*/ 18 w 119"/>
              <a:gd name="T13" fmla="*/ 60 h 163"/>
              <a:gd name="T14" fmla="*/ 59 w 119"/>
              <a:gd name="T15" fmla="*/ 18 h 163"/>
              <a:gd name="T16" fmla="*/ 101 w 119"/>
              <a:gd name="T17" fmla="*/ 60 h 163"/>
              <a:gd name="T18" fmla="*/ 59 w 119"/>
              <a:gd name="T19" fmla="*/ 101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9" h="163">
                <a:moveTo>
                  <a:pt x="59" y="0"/>
                </a:moveTo>
                <a:cubicBezTo>
                  <a:pt x="26" y="0"/>
                  <a:pt x="0" y="27"/>
                  <a:pt x="0" y="60"/>
                </a:cubicBezTo>
                <a:cubicBezTo>
                  <a:pt x="0" y="93"/>
                  <a:pt x="59" y="163"/>
                  <a:pt x="59" y="163"/>
                </a:cubicBezTo>
                <a:cubicBezTo>
                  <a:pt x="59" y="163"/>
                  <a:pt x="119" y="93"/>
                  <a:pt x="119" y="60"/>
                </a:cubicBezTo>
                <a:cubicBezTo>
                  <a:pt x="119" y="27"/>
                  <a:pt x="92" y="0"/>
                  <a:pt x="59" y="0"/>
                </a:cubicBezTo>
                <a:close/>
                <a:moveTo>
                  <a:pt x="59" y="101"/>
                </a:moveTo>
                <a:cubicBezTo>
                  <a:pt x="37" y="101"/>
                  <a:pt x="18" y="83"/>
                  <a:pt x="18" y="60"/>
                </a:cubicBezTo>
                <a:cubicBezTo>
                  <a:pt x="18" y="37"/>
                  <a:pt x="37" y="18"/>
                  <a:pt x="59" y="18"/>
                </a:cubicBezTo>
                <a:cubicBezTo>
                  <a:pt x="82" y="18"/>
                  <a:pt x="101" y="37"/>
                  <a:pt x="101" y="60"/>
                </a:cubicBezTo>
                <a:cubicBezTo>
                  <a:pt x="101" y="83"/>
                  <a:pt x="82" y="101"/>
                  <a:pt x="59" y="101"/>
                </a:cubicBezTo>
                <a:close/>
              </a:path>
            </a:pathLst>
          </a:custGeom>
          <a:gradFill>
            <a:gsLst>
              <a:gs pos="0">
                <a:srgbClr val="F28F00"/>
              </a:gs>
              <a:gs pos="98000">
                <a:srgbClr val="E60C12"/>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1" name="Freeform 10"/>
          <p:cNvSpPr>
            <a:spLocks noEditPoints="1"/>
          </p:cNvSpPr>
          <p:nvPr/>
        </p:nvSpPr>
        <p:spPr bwMode="auto">
          <a:xfrm>
            <a:off x="6357884" y="3257550"/>
            <a:ext cx="450850" cy="612775"/>
          </a:xfrm>
          <a:custGeom>
            <a:avLst/>
            <a:gdLst>
              <a:gd name="T0" fmla="*/ 60 w 120"/>
              <a:gd name="T1" fmla="*/ 0 h 163"/>
              <a:gd name="T2" fmla="*/ 0 w 120"/>
              <a:gd name="T3" fmla="*/ 60 h 163"/>
              <a:gd name="T4" fmla="*/ 60 w 120"/>
              <a:gd name="T5" fmla="*/ 163 h 163"/>
              <a:gd name="T6" fmla="*/ 120 w 120"/>
              <a:gd name="T7" fmla="*/ 60 h 163"/>
              <a:gd name="T8" fmla="*/ 60 w 120"/>
              <a:gd name="T9" fmla="*/ 0 h 163"/>
              <a:gd name="T10" fmla="*/ 60 w 120"/>
              <a:gd name="T11" fmla="*/ 102 h 163"/>
              <a:gd name="T12" fmla="*/ 18 w 120"/>
              <a:gd name="T13" fmla="*/ 60 h 163"/>
              <a:gd name="T14" fmla="*/ 60 w 120"/>
              <a:gd name="T15" fmla="*/ 18 h 163"/>
              <a:gd name="T16" fmla="*/ 101 w 120"/>
              <a:gd name="T17" fmla="*/ 60 h 163"/>
              <a:gd name="T18" fmla="*/ 60 w 120"/>
              <a:gd name="T19" fmla="*/ 102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0" h="163">
                <a:moveTo>
                  <a:pt x="60" y="0"/>
                </a:moveTo>
                <a:cubicBezTo>
                  <a:pt x="27" y="0"/>
                  <a:pt x="0" y="27"/>
                  <a:pt x="0" y="60"/>
                </a:cubicBezTo>
                <a:cubicBezTo>
                  <a:pt x="0" y="93"/>
                  <a:pt x="60" y="163"/>
                  <a:pt x="60" y="163"/>
                </a:cubicBezTo>
                <a:cubicBezTo>
                  <a:pt x="60" y="163"/>
                  <a:pt x="120" y="93"/>
                  <a:pt x="120" y="60"/>
                </a:cubicBezTo>
                <a:cubicBezTo>
                  <a:pt x="120" y="27"/>
                  <a:pt x="93" y="0"/>
                  <a:pt x="60" y="0"/>
                </a:cubicBezTo>
                <a:close/>
                <a:moveTo>
                  <a:pt x="60" y="102"/>
                </a:moveTo>
                <a:cubicBezTo>
                  <a:pt x="37" y="102"/>
                  <a:pt x="18" y="83"/>
                  <a:pt x="18" y="60"/>
                </a:cubicBezTo>
                <a:cubicBezTo>
                  <a:pt x="18" y="37"/>
                  <a:pt x="37" y="18"/>
                  <a:pt x="60" y="18"/>
                </a:cubicBezTo>
                <a:cubicBezTo>
                  <a:pt x="83" y="18"/>
                  <a:pt x="101" y="37"/>
                  <a:pt x="101" y="60"/>
                </a:cubicBezTo>
                <a:cubicBezTo>
                  <a:pt x="101" y="83"/>
                  <a:pt x="83" y="102"/>
                  <a:pt x="60" y="102"/>
                </a:cubicBezTo>
                <a:close/>
              </a:path>
            </a:pathLst>
          </a:custGeom>
          <a:gradFill>
            <a:gsLst>
              <a:gs pos="0">
                <a:srgbClr val="9F73B0"/>
              </a:gs>
              <a:gs pos="100000">
                <a:srgbClr val="253C9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3" name="Rectangle 12"/>
          <p:cNvSpPr>
            <a:spLocks noChangeArrowheads="1"/>
          </p:cNvSpPr>
          <p:nvPr/>
        </p:nvSpPr>
        <p:spPr bwMode="auto">
          <a:xfrm>
            <a:off x="5145034" y="6016625"/>
            <a:ext cx="6846888" cy="123825"/>
          </a:xfrm>
          <a:prstGeom prst="rect">
            <a:avLst/>
          </a:prstGeom>
          <a:solidFill>
            <a:srgbClr val="FFC820"/>
          </a:solidFill>
          <a:ln w="14288" cap="flat">
            <a:noFill/>
            <a:prstDash val="solid"/>
            <a:miter lim="800000"/>
            <a:headEnd/>
            <a:tailEnd/>
          </a:ln>
          <a:effectLst>
            <a:outerShdw blurRad="76200" dist="38100" dir="2700000" algn="tl"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zh-CN" altLang="en-US"/>
          </a:p>
        </p:txBody>
      </p:sp>
      <p:grpSp>
        <p:nvGrpSpPr>
          <p:cNvPr id="18" name="组合 17"/>
          <p:cNvGrpSpPr/>
          <p:nvPr/>
        </p:nvGrpSpPr>
        <p:grpSpPr>
          <a:xfrm>
            <a:off x="5145034" y="506413"/>
            <a:ext cx="6846888" cy="1311275"/>
            <a:chOff x="4881563" y="506413"/>
            <a:chExt cx="6846888" cy="1311275"/>
          </a:xfrm>
          <a:effectLst>
            <a:outerShdw blurRad="76200" dist="38100" dir="2700000" algn="tl" rotWithShape="0">
              <a:prstClr val="black">
                <a:alpha val="28000"/>
              </a:prstClr>
            </a:outerShdw>
          </a:effectLst>
        </p:grpSpPr>
        <p:sp>
          <p:nvSpPr>
            <p:cNvPr id="12" name="Rectangle 11"/>
            <p:cNvSpPr>
              <a:spLocks noChangeArrowheads="1"/>
            </p:cNvSpPr>
            <p:nvPr/>
          </p:nvSpPr>
          <p:spPr bwMode="auto">
            <a:xfrm>
              <a:off x="4881563" y="1597025"/>
              <a:ext cx="6846888" cy="220663"/>
            </a:xfrm>
            <a:prstGeom prst="rect">
              <a:avLst/>
            </a:prstGeom>
            <a:solidFill>
              <a:srgbClr val="FFC820"/>
            </a:solidFill>
            <a:ln w="14288" cap="flat">
              <a:no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3"/>
            <p:cNvSpPr>
              <a:spLocks/>
            </p:cNvSpPr>
            <p:nvPr/>
          </p:nvSpPr>
          <p:spPr bwMode="auto">
            <a:xfrm>
              <a:off x="5249863" y="506413"/>
              <a:ext cx="3052763" cy="1135063"/>
            </a:xfrm>
            <a:custGeom>
              <a:avLst/>
              <a:gdLst>
                <a:gd name="T0" fmla="*/ 0 w 813"/>
                <a:gd name="T1" fmla="*/ 294 h 302"/>
                <a:gd name="T2" fmla="*/ 3 w 813"/>
                <a:gd name="T3" fmla="*/ 302 h 302"/>
                <a:gd name="T4" fmla="*/ 813 w 813"/>
                <a:gd name="T5" fmla="*/ 9 h 302"/>
                <a:gd name="T6" fmla="*/ 813 w 813"/>
                <a:gd name="T7" fmla="*/ 0 h 302"/>
                <a:gd name="T8" fmla="*/ 0 w 813"/>
                <a:gd name="T9" fmla="*/ 294 h 302"/>
              </a:gdLst>
              <a:ahLst/>
              <a:cxnLst>
                <a:cxn ang="0">
                  <a:pos x="T0" y="T1"/>
                </a:cxn>
                <a:cxn ang="0">
                  <a:pos x="T2" y="T3"/>
                </a:cxn>
                <a:cxn ang="0">
                  <a:pos x="T4" y="T5"/>
                </a:cxn>
                <a:cxn ang="0">
                  <a:pos x="T6" y="T7"/>
                </a:cxn>
                <a:cxn ang="0">
                  <a:pos x="T8" y="T9"/>
                </a:cxn>
              </a:cxnLst>
              <a:rect l="0" t="0" r="r" b="b"/>
              <a:pathLst>
                <a:path w="813" h="302">
                  <a:moveTo>
                    <a:pt x="0" y="294"/>
                  </a:moveTo>
                  <a:cubicBezTo>
                    <a:pt x="3" y="302"/>
                    <a:pt x="3" y="302"/>
                    <a:pt x="3" y="302"/>
                  </a:cubicBezTo>
                  <a:cubicBezTo>
                    <a:pt x="11" y="299"/>
                    <a:pt x="728" y="13"/>
                    <a:pt x="813" y="9"/>
                  </a:cubicBezTo>
                  <a:cubicBezTo>
                    <a:pt x="813" y="0"/>
                    <a:pt x="813" y="0"/>
                    <a:pt x="813" y="0"/>
                  </a:cubicBezTo>
                  <a:cubicBezTo>
                    <a:pt x="726" y="5"/>
                    <a:pt x="30" y="282"/>
                    <a:pt x="0" y="294"/>
                  </a:cubicBezTo>
                  <a:close/>
                </a:path>
              </a:pathLst>
            </a:custGeom>
            <a:solidFill>
              <a:srgbClr val="FFC820"/>
            </a:solidFill>
            <a:ln w="14288" cap="flat">
              <a:no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4"/>
            <p:cNvSpPr>
              <a:spLocks/>
            </p:cNvSpPr>
            <p:nvPr/>
          </p:nvSpPr>
          <p:spPr bwMode="auto">
            <a:xfrm>
              <a:off x="8307388" y="506413"/>
              <a:ext cx="3052763" cy="1135063"/>
            </a:xfrm>
            <a:custGeom>
              <a:avLst/>
              <a:gdLst>
                <a:gd name="T0" fmla="*/ 0 w 813"/>
                <a:gd name="T1" fmla="*/ 0 h 302"/>
                <a:gd name="T2" fmla="*/ 0 w 813"/>
                <a:gd name="T3" fmla="*/ 9 h 302"/>
                <a:gd name="T4" fmla="*/ 810 w 813"/>
                <a:gd name="T5" fmla="*/ 302 h 302"/>
                <a:gd name="T6" fmla="*/ 813 w 813"/>
                <a:gd name="T7" fmla="*/ 294 h 302"/>
                <a:gd name="T8" fmla="*/ 0 w 813"/>
                <a:gd name="T9" fmla="*/ 0 h 302"/>
              </a:gdLst>
              <a:ahLst/>
              <a:cxnLst>
                <a:cxn ang="0">
                  <a:pos x="T0" y="T1"/>
                </a:cxn>
                <a:cxn ang="0">
                  <a:pos x="T2" y="T3"/>
                </a:cxn>
                <a:cxn ang="0">
                  <a:pos x="T4" y="T5"/>
                </a:cxn>
                <a:cxn ang="0">
                  <a:pos x="T6" y="T7"/>
                </a:cxn>
                <a:cxn ang="0">
                  <a:pos x="T8" y="T9"/>
                </a:cxn>
              </a:cxnLst>
              <a:rect l="0" t="0" r="r" b="b"/>
              <a:pathLst>
                <a:path w="813" h="302">
                  <a:moveTo>
                    <a:pt x="0" y="0"/>
                  </a:moveTo>
                  <a:cubicBezTo>
                    <a:pt x="0" y="9"/>
                    <a:pt x="0" y="9"/>
                    <a:pt x="0" y="9"/>
                  </a:cubicBezTo>
                  <a:cubicBezTo>
                    <a:pt x="85" y="13"/>
                    <a:pt x="803" y="299"/>
                    <a:pt x="810" y="302"/>
                  </a:cubicBezTo>
                  <a:cubicBezTo>
                    <a:pt x="813" y="294"/>
                    <a:pt x="813" y="294"/>
                    <a:pt x="813" y="294"/>
                  </a:cubicBezTo>
                  <a:cubicBezTo>
                    <a:pt x="783" y="282"/>
                    <a:pt x="87" y="5"/>
                    <a:pt x="0" y="0"/>
                  </a:cubicBezTo>
                  <a:close/>
                </a:path>
              </a:pathLst>
            </a:custGeom>
            <a:solidFill>
              <a:srgbClr val="FFC820"/>
            </a:solidFill>
            <a:ln w="14288" cap="flat">
              <a:no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zh-CN" altLang="en-US"/>
            </a:p>
          </p:txBody>
        </p:sp>
      </p:grpSp>
      <p:sp>
        <p:nvSpPr>
          <p:cNvPr id="16" name="Oval 15"/>
          <p:cNvSpPr>
            <a:spLocks noChangeArrowheads="1"/>
          </p:cNvSpPr>
          <p:nvPr/>
        </p:nvSpPr>
        <p:spPr bwMode="auto">
          <a:xfrm>
            <a:off x="8494659" y="484188"/>
            <a:ext cx="147638" cy="146050"/>
          </a:xfrm>
          <a:prstGeom prst="ellipse">
            <a:avLst/>
          </a:prstGeom>
          <a:solidFill>
            <a:schemeClr val="bg1">
              <a:lumMod val="50000"/>
            </a:schemeClr>
          </a:solidFill>
          <a:ln w="14288" cap="flat">
            <a:noFill/>
            <a:prstDash val="solid"/>
            <a:miter lim="800000"/>
            <a:headEnd/>
            <a:tailEnd/>
          </a:ln>
          <a:effectLst>
            <a:outerShdw blurRad="50800" dist="381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183"/>
          <p:cNvSpPr>
            <a:spLocks/>
          </p:cNvSpPr>
          <p:nvPr/>
        </p:nvSpPr>
        <p:spPr bwMode="auto">
          <a:xfrm>
            <a:off x="648315" y="2131361"/>
            <a:ext cx="634521" cy="821389"/>
          </a:xfrm>
          <a:custGeom>
            <a:avLst/>
            <a:gdLst>
              <a:gd name="T0" fmla="*/ 516 w 516"/>
              <a:gd name="T1" fmla="*/ 258 h 665"/>
              <a:gd name="T2" fmla="*/ 258 w 516"/>
              <a:gd name="T3" fmla="*/ 665 h 665"/>
              <a:gd name="T4" fmla="*/ 0 w 516"/>
              <a:gd name="T5" fmla="*/ 258 h 665"/>
              <a:gd name="T6" fmla="*/ 258 w 516"/>
              <a:gd name="T7" fmla="*/ 0 h 665"/>
              <a:gd name="T8" fmla="*/ 516 w 516"/>
              <a:gd name="T9" fmla="*/ 258 h 665"/>
            </a:gdLst>
            <a:ahLst/>
            <a:cxnLst>
              <a:cxn ang="0">
                <a:pos x="T0" y="T1"/>
              </a:cxn>
              <a:cxn ang="0">
                <a:pos x="T2" y="T3"/>
              </a:cxn>
              <a:cxn ang="0">
                <a:pos x="T4" y="T5"/>
              </a:cxn>
              <a:cxn ang="0">
                <a:pos x="T6" y="T7"/>
              </a:cxn>
              <a:cxn ang="0">
                <a:pos x="T8" y="T9"/>
              </a:cxn>
            </a:cxnLst>
            <a:rect l="0" t="0" r="r" b="b"/>
            <a:pathLst>
              <a:path w="516" h="665">
                <a:moveTo>
                  <a:pt x="516" y="258"/>
                </a:moveTo>
                <a:cubicBezTo>
                  <a:pt x="516" y="469"/>
                  <a:pt x="258" y="665"/>
                  <a:pt x="258" y="665"/>
                </a:cubicBezTo>
                <a:cubicBezTo>
                  <a:pt x="258" y="665"/>
                  <a:pt x="0" y="469"/>
                  <a:pt x="0" y="258"/>
                </a:cubicBezTo>
                <a:cubicBezTo>
                  <a:pt x="0" y="115"/>
                  <a:pt x="116" y="0"/>
                  <a:pt x="258" y="0"/>
                </a:cubicBezTo>
                <a:cubicBezTo>
                  <a:pt x="400" y="0"/>
                  <a:pt x="516" y="115"/>
                  <a:pt x="516" y="258"/>
                </a:cubicBezTo>
              </a:path>
            </a:pathLst>
          </a:custGeom>
          <a:gradFill>
            <a:gsLst>
              <a:gs pos="0">
                <a:srgbClr val="9F73B0"/>
              </a:gs>
              <a:gs pos="100000">
                <a:srgbClr val="253C9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6" name="Oval 46"/>
          <p:cNvSpPr>
            <a:spLocks noChangeArrowheads="1"/>
          </p:cNvSpPr>
          <p:nvPr/>
        </p:nvSpPr>
        <p:spPr bwMode="auto">
          <a:xfrm>
            <a:off x="731698" y="2199663"/>
            <a:ext cx="467754" cy="468859"/>
          </a:xfrm>
          <a:prstGeom prst="ellipse">
            <a:avLst/>
          </a:prstGeom>
          <a:gradFill flip="none" rotWithShape="1">
            <a:gsLst>
              <a:gs pos="100000">
                <a:srgbClr val="FFFFFF"/>
              </a:gs>
              <a:gs pos="0">
                <a:srgbClr val="D9DEDF"/>
              </a:gs>
            </a:gsLst>
            <a:lin ang="2700000" scaled="0"/>
            <a:tileRect/>
          </a:gradFill>
          <a:ln w="28575">
            <a:gradFill flip="none" rotWithShape="1">
              <a:gsLst>
                <a:gs pos="0">
                  <a:srgbClr val="FFFFFF"/>
                </a:gs>
                <a:gs pos="100000">
                  <a:srgbClr val="D9D9DA"/>
                </a:gs>
              </a:gsLst>
              <a:lin ang="2700000" scaled="0"/>
              <a:tileRect/>
            </a:gradFill>
          </a:ln>
          <a:effectLst>
            <a:outerShdw blurRad="279400" dist="76200" dir="2700000" sx="101000" sy="101000" algn="tl"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9" name="Freeform 183"/>
          <p:cNvSpPr>
            <a:spLocks/>
          </p:cNvSpPr>
          <p:nvPr/>
        </p:nvSpPr>
        <p:spPr bwMode="auto">
          <a:xfrm>
            <a:off x="648315" y="3138155"/>
            <a:ext cx="634521" cy="821389"/>
          </a:xfrm>
          <a:custGeom>
            <a:avLst/>
            <a:gdLst>
              <a:gd name="T0" fmla="*/ 516 w 516"/>
              <a:gd name="T1" fmla="*/ 258 h 665"/>
              <a:gd name="T2" fmla="*/ 258 w 516"/>
              <a:gd name="T3" fmla="*/ 665 h 665"/>
              <a:gd name="T4" fmla="*/ 0 w 516"/>
              <a:gd name="T5" fmla="*/ 258 h 665"/>
              <a:gd name="T6" fmla="*/ 258 w 516"/>
              <a:gd name="T7" fmla="*/ 0 h 665"/>
              <a:gd name="T8" fmla="*/ 516 w 516"/>
              <a:gd name="T9" fmla="*/ 258 h 665"/>
            </a:gdLst>
            <a:ahLst/>
            <a:cxnLst>
              <a:cxn ang="0">
                <a:pos x="T0" y="T1"/>
              </a:cxn>
              <a:cxn ang="0">
                <a:pos x="T2" y="T3"/>
              </a:cxn>
              <a:cxn ang="0">
                <a:pos x="T4" y="T5"/>
              </a:cxn>
              <a:cxn ang="0">
                <a:pos x="T6" y="T7"/>
              </a:cxn>
              <a:cxn ang="0">
                <a:pos x="T8" y="T9"/>
              </a:cxn>
            </a:cxnLst>
            <a:rect l="0" t="0" r="r" b="b"/>
            <a:pathLst>
              <a:path w="516" h="665">
                <a:moveTo>
                  <a:pt x="516" y="258"/>
                </a:moveTo>
                <a:cubicBezTo>
                  <a:pt x="516" y="469"/>
                  <a:pt x="258" y="665"/>
                  <a:pt x="258" y="665"/>
                </a:cubicBezTo>
                <a:cubicBezTo>
                  <a:pt x="258" y="665"/>
                  <a:pt x="0" y="469"/>
                  <a:pt x="0" y="258"/>
                </a:cubicBezTo>
                <a:cubicBezTo>
                  <a:pt x="0" y="115"/>
                  <a:pt x="116" y="0"/>
                  <a:pt x="258" y="0"/>
                </a:cubicBezTo>
                <a:cubicBezTo>
                  <a:pt x="400" y="0"/>
                  <a:pt x="516" y="115"/>
                  <a:pt x="516" y="258"/>
                </a:cubicBezTo>
              </a:path>
            </a:pathLst>
          </a:custGeom>
          <a:gradFill>
            <a:gsLst>
              <a:gs pos="0">
                <a:srgbClr val="E0E200"/>
              </a:gs>
              <a:gs pos="84000">
                <a:srgbClr val="94C11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 name="Oval 46"/>
          <p:cNvSpPr>
            <a:spLocks noChangeArrowheads="1"/>
          </p:cNvSpPr>
          <p:nvPr/>
        </p:nvSpPr>
        <p:spPr bwMode="auto">
          <a:xfrm>
            <a:off x="731698" y="3206457"/>
            <a:ext cx="467754" cy="468859"/>
          </a:xfrm>
          <a:prstGeom prst="ellipse">
            <a:avLst/>
          </a:prstGeom>
          <a:gradFill flip="none" rotWithShape="1">
            <a:gsLst>
              <a:gs pos="100000">
                <a:srgbClr val="FFFFFF"/>
              </a:gs>
              <a:gs pos="0">
                <a:srgbClr val="D9DEDF"/>
              </a:gs>
            </a:gsLst>
            <a:lin ang="2700000" scaled="0"/>
            <a:tileRect/>
          </a:gradFill>
          <a:ln w="28575">
            <a:gradFill flip="none" rotWithShape="1">
              <a:gsLst>
                <a:gs pos="0">
                  <a:srgbClr val="FFFFFF"/>
                </a:gs>
                <a:gs pos="100000">
                  <a:srgbClr val="D9D9DA"/>
                </a:gs>
              </a:gsLst>
              <a:lin ang="2700000" scaled="0"/>
              <a:tileRect/>
            </a:gradFill>
          </a:ln>
          <a:effectLst>
            <a:outerShdw blurRad="279400" dist="76200" dir="2700000" sx="101000" sy="101000" algn="tl"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32" name="Freeform 183"/>
          <p:cNvSpPr>
            <a:spLocks/>
          </p:cNvSpPr>
          <p:nvPr/>
        </p:nvSpPr>
        <p:spPr bwMode="auto">
          <a:xfrm>
            <a:off x="648315" y="4144949"/>
            <a:ext cx="634521" cy="821389"/>
          </a:xfrm>
          <a:custGeom>
            <a:avLst/>
            <a:gdLst>
              <a:gd name="T0" fmla="*/ 516 w 516"/>
              <a:gd name="T1" fmla="*/ 258 h 665"/>
              <a:gd name="T2" fmla="*/ 258 w 516"/>
              <a:gd name="T3" fmla="*/ 665 h 665"/>
              <a:gd name="T4" fmla="*/ 0 w 516"/>
              <a:gd name="T5" fmla="*/ 258 h 665"/>
              <a:gd name="T6" fmla="*/ 258 w 516"/>
              <a:gd name="T7" fmla="*/ 0 h 665"/>
              <a:gd name="T8" fmla="*/ 516 w 516"/>
              <a:gd name="T9" fmla="*/ 258 h 665"/>
            </a:gdLst>
            <a:ahLst/>
            <a:cxnLst>
              <a:cxn ang="0">
                <a:pos x="T0" y="T1"/>
              </a:cxn>
              <a:cxn ang="0">
                <a:pos x="T2" y="T3"/>
              </a:cxn>
              <a:cxn ang="0">
                <a:pos x="T4" y="T5"/>
              </a:cxn>
              <a:cxn ang="0">
                <a:pos x="T6" y="T7"/>
              </a:cxn>
              <a:cxn ang="0">
                <a:pos x="T8" y="T9"/>
              </a:cxn>
            </a:cxnLst>
            <a:rect l="0" t="0" r="r" b="b"/>
            <a:pathLst>
              <a:path w="516" h="665">
                <a:moveTo>
                  <a:pt x="516" y="258"/>
                </a:moveTo>
                <a:cubicBezTo>
                  <a:pt x="516" y="469"/>
                  <a:pt x="258" y="665"/>
                  <a:pt x="258" y="665"/>
                </a:cubicBezTo>
                <a:cubicBezTo>
                  <a:pt x="258" y="665"/>
                  <a:pt x="0" y="469"/>
                  <a:pt x="0" y="258"/>
                </a:cubicBezTo>
                <a:cubicBezTo>
                  <a:pt x="0" y="115"/>
                  <a:pt x="116" y="0"/>
                  <a:pt x="258" y="0"/>
                </a:cubicBezTo>
                <a:cubicBezTo>
                  <a:pt x="400" y="0"/>
                  <a:pt x="516" y="115"/>
                  <a:pt x="516" y="258"/>
                </a:cubicBezTo>
              </a:path>
            </a:pathLst>
          </a:custGeom>
          <a:gradFill>
            <a:gsLst>
              <a:gs pos="0">
                <a:srgbClr val="86C1A8"/>
              </a:gs>
              <a:gs pos="74000">
                <a:srgbClr val="0080C8"/>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Oval 46"/>
          <p:cNvSpPr>
            <a:spLocks noChangeArrowheads="1"/>
          </p:cNvSpPr>
          <p:nvPr/>
        </p:nvSpPr>
        <p:spPr bwMode="auto">
          <a:xfrm>
            <a:off x="731698" y="4213251"/>
            <a:ext cx="467754" cy="468859"/>
          </a:xfrm>
          <a:prstGeom prst="ellipse">
            <a:avLst/>
          </a:prstGeom>
          <a:gradFill flip="none" rotWithShape="1">
            <a:gsLst>
              <a:gs pos="100000">
                <a:srgbClr val="FFFFFF"/>
              </a:gs>
              <a:gs pos="0">
                <a:srgbClr val="D9DEDF"/>
              </a:gs>
            </a:gsLst>
            <a:lin ang="2700000" scaled="0"/>
            <a:tileRect/>
          </a:gradFill>
          <a:ln w="28575">
            <a:gradFill flip="none" rotWithShape="1">
              <a:gsLst>
                <a:gs pos="0">
                  <a:srgbClr val="FFFFFF"/>
                </a:gs>
                <a:gs pos="100000">
                  <a:srgbClr val="D9D9DA"/>
                </a:gs>
              </a:gsLst>
              <a:lin ang="2700000" scaled="0"/>
              <a:tileRect/>
            </a:gradFill>
          </a:ln>
          <a:effectLst>
            <a:outerShdw blurRad="279400" dist="76200" dir="2700000" sx="101000" sy="101000" algn="tl"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35" name="Freeform 183"/>
          <p:cNvSpPr>
            <a:spLocks/>
          </p:cNvSpPr>
          <p:nvPr/>
        </p:nvSpPr>
        <p:spPr bwMode="auto">
          <a:xfrm>
            <a:off x="648315" y="5151744"/>
            <a:ext cx="634521" cy="821389"/>
          </a:xfrm>
          <a:custGeom>
            <a:avLst/>
            <a:gdLst>
              <a:gd name="T0" fmla="*/ 516 w 516"/>
              <a:gd name="T1" fmla="*/ 258 h 665"/>
              <a:gd name="T2" fmla="*/ 258 w 516"/>
              <a:gd name="T3" fmla="*/ 665 h 665"/>
              <a:gd name="T4" fmla="*/ 0 w 516"/>
              <a:gd name="T5" fmla="*/ 258 h 665"/>
              <a:gd name="T6" fmla="*/ 258 w 516"/>
              <a:gd name="T7" fmla="*/ 0 h 665"/>
              <a:gd name="T8" fmla="*/ 516 w 516"/>
              <a:gd name="T9" fmla="*/ 258 h 665"/>
            </a:gdLst>
            <a:ahLst/>
            <a:cxnLst>
              <a:cxn ang="0">
                <a:pos x="T0" y="T1"/>
              </a:cxn>
              <a:cxn ang="0">
                <a:pos x="T2" y="T3"/>
              </a:cxn>
              <a:cxn ang="0">
                <a:pos x="T4" y="T5"/>
              </a:cxn>
              <a:cxn ang="0">
                <a:pos x="T6" y="T7"/>
              </a:cxn>
              <a:cxn ang="0">
                <a:pos x="T8" y="T9"/>
              </a:cxn>
            </a:cxnLst>
            <a:rect l="0" t="0" r="r" b="b"/>
            <a:pathLst>
              <a:path w="516" h="665">
                <a:moveTo>
                  <a:pt x="516" y="258"/>
                </a:moveTo>
                <a:cubicBezTo>
                  <a:pt x="516" y="469"/>
                  <a:pt x="258" y="665"/>
                  <a:pt x="258" y="665"/>
                </a:cubicBezTo>
                <a:cubicBezTo>
                  <a:pt x="258" y="665"/>
                  <a:pt x="0" y="469"/>
                  <a:pt x="0" y="258"/>
                </a:cubicBezTo>
                <a:cubicBezTo>
                  <a:pt x="0" y="115"/>
                  <a:pt x="116" y="0"/>
                  <a:pt x="258" y="0"/>
                </a:cubicBezTo>
                <a:cubicBezTo>
                  <a:pt x="400" y="0"/>
                  <a:pt x="516" y="115"/>
                  <a:pt x="516" y="258"/>
                </a:cubicBezTo>
              </a:path>
            </a:pathLst>
          </a:custGeom>
          <a:gradFill>
            <a:gsLst>
              <a:gs pos="0">
                <a:srgbClr val="F28F00"/>
              </a:gs>
              <a:gs pos="98000">
                <a:srgbClr val="E60C12"/>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 name="Oval 46"/>
          <p:cNvSpPr>
            <a:spLocks noChangeArrowheads="1"/>
          </p:cNvSpPr>
          <p:nvPr/>
        </p:nvSpPr>
        <p:spPr bwMode="auto">
          <a:xfrm>
            <a:off x="731698" y="5220046"/>
            <a:ext cx="467754" cy="468859"/>
          </a:xfrm>
          <a:prstGeom prst="ellipse">
            <a:avLst/>
          </a:prstGeom>
          <a:gradFill flip="none" rotWithShape="1">
            <a:gsLst>
              <a:gs pos="100000">
                <a:srgbClr val="FFFFFF"/>
              </a:gs>
              <a:gs pos="0">
                <a:srgbClr val="D9DEDF"/>
              </a:gs>
            </a:gsLst>
            <a:lin ang="2700000" scaled="0"/>
            <a:tileRect/>
          </a:gradFill>
          <a:ln w="28575">
            <a:gradFill flip="none" rotWithShape="1">
              <a:gsLst>
                <a:gs pos="0">
                  <a:srgbClr val="FFFFFF"/>
                </a:gs>
                <a:gs pos="100000">
                  <a:srgbClr val="D9D9DA"/>
                </a:gs>
              </a:gsLst>
              <a:lin ang="2700000" scaled="0"/>
              <a:tileRect/>
            </a:gradFill>
          </a:ln>
          <a:effectLst>
            <a:outerShdw blurRad="279400" dist="76200" dir="2700000" sx="101000" sy="101000" algn="tl"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38" name="文本框 37"/>
          <p:cNvSpPr txBox="1"/>
          <p:nvPr/>
        </p:nvSpPr>
        <p:spPr>
          <a:xfrm>
            <a:off x="1389952" y="2121753"/>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39" name="文本框 38"/>
          <p:cNvSpPr txBox="1"/>
          <p:nvPr/>
        </p:nvSpPr>
        <p:spPr>
          <a:xfrm>
            <a:off x="1389952" y="3128547"/>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40" name="文本框 39"/>
          <p:cNvSpPr txBox="1"/>
          <p:nvPr/>
        </p:nvSpPr>
        <p:spPr>
          <a:xfrm>
            <a:off x="1389952" y="4135341"/>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41" name="文本框 40"/>
          <p:cNvSpPr txBox="1"/>
          <p:nvPr/>
        </p:nvSpPr>
        <p:spPr>
          <a:xfrm>
            <a:off x="1389952" y="5142135"/>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42" name="文本框 41"/>
          <p:cNvSpPr txBox="1"/>
          <p:nvPr/>
        </p:nvSpPr>
        <p:spPr>
          <a:xfrm>
            <a:off x="731698" y="2206857"/>
            <a:ext cx="466794" cy="461665"/>
          </a:xfrm>
          <a:prstGeom prst="rect">
            <a:avLst/>
          </a:prstGeom>
          <a:noFill/>
        </p:spPr>
        <p:txBody>
          <a:bodyPr wrap="none" rtlCol="0" anchor="ctr">
            <a:spAutoFit/>
          </a:bodyPr>
          <a:lstStyle/>
          <a:p>
            <a:r>
              <a:rPr lang="en-US" altLang="zh-CN" sz="2400" dirty="0">
                <a:solidFill>
                  <a:schemeClr val="tx1">
                    <a:lumMod val="65000"/>
                    <a:lumOff val="35000"/>
                  </a:schemeClr>
                </a:solidFill>
                <a:latin typeface="Impact" panose="020B0806030902050204" pitchFamily="34" charset="0"/>
              </a:rPr>
              <a:t>01</a:t>
            </a:r>
          </a:p>
        </p:txBody>
      </p:sp>
      <p:sp>
        <p:nvSpPr>
          <p:cNvPr id="43" name="文本框 42"/>
          <p:cNvSpPr txBox="1"/>
          <p:nvPr/>
        </p:nvSpPr>
        <p:spPr>
          <a:xfrm>
            <a:off x="731698" y="3211253"/>
            <a:ext cx="503664" cy="461665"/>
          </a:xfrm>
          <a:prstGeom prst="rect">
            <a:avLst/>
          </a:prstGeom>
          <a:noFill/>
        </p:spPr>
        <p:txBody>
          <a:bodyPr wrap="none" rtlCol="0" anchor="ctr">
            <a:spAutoFit/>
          </a:bodyPr>
          <a:lstStyle/>
          <a:p>
            <a:r>
              <a:rPr lang="en-US" altLang="zh-CN" sz="2400" dirty="0">
                <a:solidFill>
                  <a:schemeClr val="tx1">
                    <a:lumMod val="65000"/>
                    <a:lumOff val="35000"/>
                  </a:schemeClr>
                </a:solidFill>
                <a:latin typeface="Impact" panose="020B0806030902050204" pitchFamily="34" charset="0"/>
              </a:rPr>
              <a:t>02</a:t>
            </a:r>
          </a:p>
        </p:txBody>
      </p:sp>
      <p:sp>
        <p:nvSpPr>
          <p:cNvPr id="44" name="文本框 43"/>
          <p:cNvSpPr txBox="1"/>
          <p:nvPr/>
        </p:nvSpPr>
        <p:spPr>
          <a:xfrm>
            <a:off x="731698" y="4215649"/>
            <a:ext cx="513282" cy="461665"/>
          </a:xfrm>
          <a:prstGeom prst="rect">
            <a:avLst/>
          </a:prstGeom>
          <a:noFill/>
        </p:spPr>
        <p:txBody>
          <a:bodyPr wrap="none" rtlCol="0" anchor="ctr">
            <a:spAutoFit/>
          </a:bodyPr>
          <a:lstStyle/>
          <a:p>
            <a:r>
              <a:rPr lang="en-US" altLang="zh-CN" sz="2400" dirty="0">
                <a:solidFill>
                  <a:schemeClr val="tx1">
                    <a:lumMod val="65000"/>
                    <a:lumOff val="35000"/>
                  </a:schemeClr>
                </a:solidFill>
                <a:latin typeface="Impact" panose="020B0806030902050204" pitchFamily="34" charset="0"/>
              </a:rPr>
              <a:t>03</a:t>
            </a:r>
          </a:p>
        </p:txBody>
      </p:sp>
      <p:sp>
        <p:nvSpPr>
          <p:cNvPr id="45" name="文本框 44"/>
          <p:cNvSpPr txBox="1"/>
          <p:nvPr/>
        </p:nvSpPr>
        <p:spPr>
          <a:xfrm>
            <a:off x="731698" y="5220046"/>
            <a:ext cx="503664" cy="461665"/>
          </a:xfrm>
          <a:prstGeom prst="rect">
            <a:avLst/>
          </a:prstGeom>
          <a:noFill/>
        </p:spPr>
        <p:txBody>
          <a:bodyPr wrap="none" rtlCol="0" anchor="ctr">
            <a:spAutoFit/>
          </a:bodyPr>
          <a:lstStyle/>
          <a:p>
            <a:r>
              <a:rPr lang="en-US" altLang="zh-CN" sz="2400" dirty="0">
                <a:solidFill>
                  <a:schemeClr val="tx1">
                    <a:lumMod val="65000"/>
                    <a:lumOff val="35000"/>
                  </a:schemeClr>
                </a:solidFill>
                <a:latin typeface="Impact" panose="020B0806030902050204" pitchFamily="34" charset="0"/>
              </a:rPr>
              <a:t>04</a:t>
            </a:r>
          </a:p>
        </p:txBody>
      </p:sp>
      <p:sp>
        <p:nvSpPr>
          <p:cNvPr id="46" name="文本框 45"/>
          <p:cNvSpPr txBox="1"/>
          <p:nvPr/>
        </p:nvSpPr>
        <p:spPr>
          <a:xfrm>
            <a:off x="7232596" y="5336172"/>
            <a:ext cx="2856518"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全球市场分布图</a:t>
            </a:r>
            <a:endParaRPr lang="zh-CN" altLang="en-US" sz="1600" dirty="0">
              <a:solidFill>
                <a:schemeClr val="tx1">
                  <a:lumMod val="65000"/>
                  <a:lumOff val="35000"/>
                </a:schemeClr>
              </a:solidFill>
            </a:endParaRPr>
          </a:p>
        </p:txBody>
      </p:sp>
      <p:sp>
        <p:nvSpPr>
          <p:cNvPr id="34"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000194921"/>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1439"/>
          <p:cNvSpPr>
            <a:spLocks/>
          </p:cNvSpPr>
          <p:nvPr/>
        </p:nvSpPr>
        <p:spPr bwMode="auto">
          <a:xfrm>
            <a:off x="4573563" y="1901381"/>
            <a:ext cx="2968383" cy="2033048"/>
          </a:xfrm>
          <a:custGeom>
            <a:avLst/>
            <a:gdLst>
              <a:gd name="T0" fmla="*/ 456 w 934"/>
              <a:gd name="T1" fmla="*/ 640 h 640"/>
              <a:gd name="T2" fmla="*/ 934 w 934"/>
              <a:gd name="T3" fmla="*/ 162 h 640"/>
              <a:gd name="T4" fmla="*/ 479 w 934"/>
              <a:gd name="T5" fmla="*/ 0 h 640"/>
              <a:gd name="T6" fmla="*/ 0 w 934"/>
              <a:gd name="T7" fmla="*/ 183 h 640"/>
              <a:gd name="T8" fmla="*/ 456 w 934"/>
              <a:gd name="T9" fmla="*/ 640 h 640"/>
            </a:gdLst>
            <a:ahLst/>
            <a:cxnLst>
              <a:cxn ang="0">
                <a:pos x="T0" y="T1"/>
              </a:cxn>
              <a:cxn ang="0">
                <a:pos x="T2" y="T3"/>
              </a:cxn>
              <a:cxn ang="0">
                <a:pos x="T4" y="T5"/>
              </a:cxn>
              <a:cxn ang="0">
                <a:pos x="T6" y="T7"/>
              </a:cxn>
              <a:cxn ang="0">
                <a:pos x="T8" y="T9"/>
              </a:cxn>
            </a:cxnLst>
            <a:rect l="0" t="0" r="r" b="b"/>
            <a:pathLst>
              <a:path w="934" h="640">
                <a:moveTo>
                  <a:pt x="456" y="640"/>
                </a:moveTo>
                <a:cubicBezTo>
                  <a:pt x="934" y="162"/>
                  <a:pt x="934" y="162"/>
                  <a:pt x="934" y="162"/>
                </a:cubicBezTo>
                <a:cubicBezTo>
                  <a:pt x="810" y="61"/>
                  <a:pt x="652" y="0"/>
                  <a:pt x="479" y="0"/>
                </a:cubicBezTo>
                <a:cubicBezTo>
                  <a:pt x="295" y="0"/>
                  <a:pt x="127" y="69"/>
                  <a:pt x="0" y="183"/>
                </a:cubicBezTo>
                <a:cubicBezTo>
                  <a:pt x="456" y="640"/>
                  <a:pt x="456" y="640"/>
                  <a:pt x="456" y="640"/>
                </a:cubicBezTo>
              </a:path>
            </a:pathLst>
          </a:custGeom>
          <a:gradFill>
            <a:gsLst>
              <a:gs pos="0">
                <a:srgbClr val="F28F00"/>
              </a:gs>
              <a:gs pos="98000">
                <a:srgbClr val="E60C12"/>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Freeform 1440"/>
          <p:cNvSpPr>
            <a:spLocks/>
          </p:cNvSpPr>
          <p:nvPr/>
        </p:nvSpPr>
        <p:spPr bwMode="auto">
          <a:xfrm>
            <a:off x="6267098" y="2654213"/>
            <a:ext cx="2104170" cy="3043532"/>
          </a:xfrm>
          <a:custGeom>
            <a:avLst/>
            <a:gdLst>
              <a:gd name="T0" fmla="*/ 478 w 662"/>
              <a:gd name="T1" fmla="*/ 958 h 958"/>
              <a:gd name="T2" fmla="*/ 662 w 662"/>
              <a:gd name="T3" fmla="*/ 479 h 958"/>
              <a:gd name="T4" fmla="*/ 478 w 662"/>
              <a:gd name="T5" fmla="*/ 0 h 958"/>
              <a:gd name="T6" fmla="*/ 0 w 662"/>
              <a:gd name="T7" fmla="*/ 479 h 958"/>
              <a:gd name="T8" fmla="*/ 478 w 662"/>
              <a:gd name="T9" fmla="*/ 958 h 958"/>
            </a:gdLst>
            <a:ahLst/>
            <a:cxnLst>
              <a:cxn ang="0">
                <a:pos x="T0" y="T1"/>
              </a:cxn>
              <a:cxn ang="0">
                <a:pos x="T2" y="T3"/>
              </a:cxn>
              <a:cxn ang="0">
                <a:pos x="T4" y="T5"/>
              </a:cxn>
              <a:cxn ang="0">
                <a:pos x="T6" y="T7"/>
              </a:cxn>
              <a:cxn ang="0">
                <a:pos x="T8" y="T9"/>
              </a:cxn>
            </a:cxnLst>
            <a:rect l="0" t="0" r="r" b="b"/>
            <a:pathLst>
              <a:path w="662" h="958">
                <a:moveTo>
                  <a:pt x="478" y="958"/>
                </a:moveTo>
                <a:cubicBezTo>
                  <a:pt x="593" y="831"/>
                  <a:pt x="662" y="663"/>
                  <a:pt x="662" y="479"/>
                </a:cubicBezTo>
                <a:cubicBezTo>
                  <a:pt x="662" y="294"/>
                  <a:pt x="593" y="127"/>
                  <a:pt x="478" y="0"/>
                </a:cubicBezTo>
                <a:cubicBezTo>
                  <a:pt x="0" y="479"/>
                  <a:pt x="0" y="479"/>
                  <a:pt x="0" y="479"/>
                </a:cubicBezTo>
                <a:lnTo>
                  <a:pt x="478" y="958"/>
                </a:lnTo>
                <a:close/>
              </a:path>
            </a:pathLst>
          </a:custGeom>
          <a:gradFill>
            <a:gsLst>
              <a:gs pos="0">
                <a:srgbClr val="86C1A8"/>
              </a:gs>
              <a:gs pos="74000">
                <a:srgbClr val="0080C8"/>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 name="Freeform 1441"/>
          <p:cNvSpPr>
            <a:spLocks/>
          </p:cNvSpPr>
          <p:nvPr/>
        </p:nvSpPr>
        <p:spPr bwMode="auto">
          <a:xfrm>
            <a:off x="4573563" y="4417529"/>
            <a:ext cx="2968383" cy="2033048"/>
          </a:xfrm>
          <a:custGeom>
            <a:avLst/>
            <a:gdLst>
              <a:gd name="T0" fmla="*/ 456 w 934"/>
              <a:gd name="T1" fmla="*/ 0 h 640"/>
              <a:gd name="T2" fmla="*/ 0 w 934"/>
              <a:gd name="T3" fmla="*/ 456 h 640"/>
              <a:gd name="T4" fmla="*/ 479 w 934"/>
              <a:gd name="T5" fmla="*/ 640 h 640"/>
              <a:gd name="T6" fmla="*/ 934 w 934"/>
              <a:gd name="T7" fmla="*/ 477 h 640"/>
              <a:gd name="T8" fmla="*/ 456 w 934"/>
              <a:gd name="T9" fmla="*/ 0 h 640"/>
            </a:gdLst>
            <a:ahLst/>
            <a:cxnLst>
              <a:cxn ang="0">
                <a:pos x="T0" y="T1"/>
              </a:cxn>
              <a:cxn ang="0">
                <a:pos x="T2" y="T3"/>
              </a:cxn>
              <a:cxn ang="0">
                <a:pos x="T4" y="T5"/>
              </a:cxn>
              <a:cxn ang="0">
                <a:pos x="T6" y="T7"/>
              </a:cxn>
              <a:cxn ang="0">
                <a:pos x="T8" y="T9"/>
              </a:cxn>
            </a:cxnLst>
            <a:rect l="0" t="0" r="r" b="b"/>
            <a:pathLst>
              <a:path w="934" h="640">
                <a:moveTo>
                  <a:pt x="456" y="0"/>
                </a:moveTo>
                <a:cubicBezTo>
                  <a:pt x="0" y="456"/>
                  <a:pt x="0" y="456"/>
                  <a:pt x="0" y="456"/>
                </a:cubicBezTo>
                <a:cubicBezTo>
                  <a:pt x="127" y="570"/>
                  <a:pt x="295" y="640"/>
                  <a:pt x="479" y="640"/>
                </a:cubicBezTo>
                <a:cubicBezTo>
                  <a:pt x="652" y="640"/>
                  <a:pt x="810" y="579"/>
                  <a:pt x="934" y="477"/>
                </a:cubicBezTo>
                <a:lnTo>
                  <a:pt x="456" y="0"/>
                </a:lnTo>
                <a:close/>
              </a:path>
            </a:pathLst>
          </a:custGeom>
          <a:gradFill>
            <a:gsLst>
              <a:gs pos="0">
                <a:srgbClr val="E0E200"/>
              </a:gs>
              <a:gs pos="84000">
                <a:srgbClr val="94C11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Freeform 1442"/>
          <p:cNvSpPr>
            <a:spLocks/>
          </p:cNvSpPr>
          <p:nvPr/>
        </p:nvSpPr>
        <p:spPr bwMode="auto">
          <a:xfrm>
            <a:off x="3820732" y="2730703"/>
            <a:ext cx="1960582" cy="2886525"/>
          </a:xfrm>
          <a:custGeom>
            <a:avLst/>
            <a:gdLst>
              <a:gd name="T0" fmla="*/ 163 w 617"/>
              <a:gd name="T1" fmla="*/ 0 h 909"/>
              <a:gd name="T2" fmla="*/ 0 w 617"/>
              <a:gd name="T3" fmla="*/ 455 h 909"/>
              <a:gd name="T4" fmla="*/ 163 w 617"/>
              <a:gd name="T5" fmla="*/ 909 h 909"/>
              <a:gd name="T6" fmla="*/ 617 w 617"/>
              <a:gd name="T7" fmla="*/ 455 h 909"/>
              <a:gd name="T8" fmla="*/ 163 w 617"/>
              <a:gd name="T9" fmla="*/ 0 h 909"/>
            </a:gdLst>
            <a:ahLst/>
            <a:cxnLst>
              <a:cxn ang="0">
                <a:pos x="T0" y="T1"/>
              </a:cxn>
              <a:cxn ang="0">
                <a:pos x="T2" y="T3"/>
              </a:cxn>
              <a:cxn ang="0">
                <a:pos x="T4" y="T5"/>
              </a:cxn>
              <a:cxn ang="0">
                <a:pos x="T6" y="T7"/>
              </a:cxn>
              <a:cxn ang="0">
                <a:pos x="T8" y="T9"/>
              </a:cxn>
            </a:cxnLst>
            <a:rect l="0" t="0" r="r" b="b"/>
            <a:pathLst>
              <a:path w="617" h="909">
                <a:moveTo>
                  <a:pt x="163" y="0"/>
                </a:moveTo>
                <a:cubicBezTo>
                  <a:pt x="61" y="124"/>
                  <a:pt x="0" y="282"/>
                  <a:pt x="0" y="455"/>
                </a:cubicBezTo>
                <a:cubicBezTo>
                  <a:pt x="0" y="627"/>
                  <a:pt x="61" y="785"/>
                  <a:pt x="163" y="909"/>
                </a:cubicBezTo>
                <a:cubicBezTo>
                  <a:pt x="617" y="455"/>
                  <a:pt x="617" y="455"/>
                  <a:pt x="617" y="455"/>
                </a:cubicBezTo>
                <a:cubicBezTo>
                  <a:pt x="163" y="0"/>
                  <a:pt x="163" y="0"/>
                  <a:pt x="163" y="0"/>
                </a:cubicBezTo>
              </a:path>
            </a:pathLst>
          </a:custGeom>
          <a:gradFill>
            <a:gsLst>
              <a:gs pos="0">
                <a:srgbClr val="9F73B0"/>
              </a:gs>
              <a:gs pos="100000">
                <a:srgbClr val="253C9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Freeform 164"/>
          <p:cNvSpPr>
            <a:spLocks/>
          </p:cNvSpPr>
          <p:nvPr/>
        </p:nvSpPr>
        <p:spPr bwMode="auto">
          <a:xfrm>
            <a:off x="4679361" y="2783952"/>
            <a:ext cx="2833278" cy="2833275"/>
          </a:xfrm>
          <a:custGeom>
            <a:avLst/>
            <a:gdLst>
              <a:gd name="T0" fmla="*/ 57 w 319"/>
              <a:gd name="T1" fmla="*/ 263 h 319"/>
              <a:gd name="T2" fmla="*/ 57 w 319"/>
              <a:gd name="T3" fmla="*/ 57 h 319"/>
              <a:gd name="T4" fmla="*/ 262 w 319"/>
              <a:gd name="T5" fmla="*/ 57 h 319"/>
              <a:gd name="T6" fmla="*/ 262 w 319"/>
              <a:gd name="T7" fmla="*/ 263 h 319"/>
              <a:gd name="T8" fmla="*/ 57 w 319"/>
              <a:gd name="T9" fmla="*/ 263 h 319"/>
            </a:gdLst>
            <a:ahLst/>
            <a:cxnLst>
              <a:cxn ang="0">
                <a:pos x="T0" y="T1"/>
              </a:cxn>
              <a:cxn ang="0">
                <a:pos x="T2" y="T3"/>
              </a:cxn>
              <a:cxn ang="0">
                <a:pos x="T4" y="T5"/>
              </a:cxn>
              <a:cxn ang="0">
                <a:pos x="T6" y="T7"/>
              </a:cxn>
              <a:cxn ang="0">
                <a:pos x="T8" y="T9"/>
              </a:cxn>
            </a:cxnLst>
            <a:rect l="0" t="0" r="r" b="b"/>
            <a:pathLst>
              <a:path w="319" h="319">
                <a:moveTo>
                  <a:pt x="57" y="263"/>
                </a:moveTo>
                <a:cubicBezTo>
                  <a:pt x="0" y="206"/>
                  <a:pt x="0" y="114"/>
                  <a:pt x="57" y="57"/>
                </a:cubicBezTo>
                <a:cubicBezTo>
                  <a:pt x="113" y="0"/>
                  <a:pt x="205" y="0"/>
                  <a:pt x="262" y="57"/>
                </a:cubicBezTo>
                <a:cubicBezTo>
                  <a:pt x="319" y="114"/>
                  <a:pt x="319" y="206"/>
                  <a:pt x="262" y="263"/>
                </a:cubicBezTo>
                <a:cubicBezTo>
                  <a:pt x="205" y="319"/>
                  <a:pt x="113" y="319"/>
                  <a:pt x="57" y="263"/>
                </a:cubicBezTo>
                <a:close/>
              </a:path>
            </a:pathLst>
          </a:custGeom>
          <a:gradFill flip="none" rotWithShape="1">
            <a:gsLst>
              <a:gs pos="100000">
                <a:srgbClr val="FFFFFF"/>
              </a:gs>
              <a:gs pos="0">
                <a:srgbClr val="D9DEDF"/>
              </a:gs>
            </a:gsLst>
            <a:lin ang="2700000" scaled="0"/>
            <a:tileRect/>
          </a:gradFill>
          <a:ln w="57150">
            <a:gradFill flip="none" rotWithShape="1">
              <a:gsLst>
                <a:gs pos="0">
                  <a:srgbClr val="FFFFFF"/>
                </a:gs>
                <a:gs pos="100000">
                  <a:srgbClr val="D9D9DA"/>
                </a:gs>
              </a:gsLst>
              <a:lin ang="2700000" scaled="0"/>
              <a:tileRect/>
            </a:gradFill>
          </a:ln>
          <a:effectLst>
            <a:outerShdw blurRad="279400" dist="76200" dir="2700000" sx="101000" sy="101000" algn="tl"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文本框 7"/>
          <p:cNvSpPr txBox="1"/>
          <p:nvPr/>
        </p:nvSpPr>
        <p:spPr>
          <a:xfrm>
            <a:off x="5261270" y="4173965"/>
            <a:ext cx="1669461"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p:txBody>
      </p:sp>
      <p:sp>
        <p:nvSpPr>
          <p:cNvPr id="9" name="Rectangle 58"/>
          <p:cNvSpPr/>
          <p:nvPr/>
        </p:nvSpPr>
        <p:spPr>
          <a:xfrm>
            <a:off x="5366557" y="4594233"/>
            <a:ext cx="1458887"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添加内容</a:t>
            </a:r>
          </a:p>
        </p:txBody>
      </p:sp>
      <p:grpSp>
        <p:nvGrpSpPr>
          <p:cNvPr id="10" name="组合 9"/>
          <p:cNvGrpSpPr/>
          <p:nvPr/>
        </p:nvGrpSpPr>
        <p:grpSpPr>
          <a:xfrm>
            <a:off x="5714879" y="3497996"/>
            <a:ext cx="685750" cy="611099"/>
            <a:chOff x="2927350" y="4173538"/>
            <a:chExt cx="627062" cy="558800"/>
          </a:xfrm>
          <a:solidFill>
            <a:schemeClr val="bg1">
              <a:lumMod val="50000"/>
            </a:schemeClr>
          </a:solidFill>
        </p:grpSpPr>
        <p:sp>
          <p:nvSpPr>
            <p:cNvPr id="11" name="Freeform 1469"/>
            <p:cNvSpPr>
              <a:spLocks noEditPoints="1"/>
            </p:cNvSpPr>
            <p:nvPr/>
          </p:nvSpPr>
          <p:spPr bwMode="auto">
            <a:xfrm>
              <a:off x="2927350" y="4522788"/>
              <a:ext cx="627062" cy="209550"/>
            </a:xfrm>
            <a:custGeom>
              <a:avLst/>
              <a:gdLst>
                <a:gd name="T0" fmla="*/ 166 w 167"/>
                <a:gd name="T1" fmla="*/ 47 h 56"/>
                <a:gd name="T2" fmla="*/ 155 w 167"/>
                <a:gd name="T3" fmla="*/ 10 h 56"/>
                <a:gd name="T4" fmla="*/ 142 w 167"/>
                <a:gd name="T5" fmla="*/ 0 h 56"/>
                <a:gd name="T6" fmla="*/ 25 w 167"/>
                <a:gd name="T7" fmla="*/ 0 h 56"/>
                <a:gd name="T8" fmla="*/ 12 w 167"/>
                <a:gd name="T9" fmla="*/ 10 h 56"/>
                <a:gd name="T10" fmla="*/ 2 w 167"/>
                <a:gd name="T11" fmla="*/ 47 h 56"/>
                <a:gd name="T12" fmla="*/ 9 w 167"/>
                <a:gd name="T13" fmla="*/ 56 h 56"/>
                <a:gd name="T14" fmla="*/ 158 w 167"/>
                <a:gd name="T15" fmla="*/ 56 h 56"/>
                <a:gd name="T16" fmla="*/ 166 w 167"/>
                <a:gd name="T17" fmla="*/ 47 h 56"/>
                <a:gd name="T18" fmla="*/ 145 w 167"/>
                <a:gd name="T19" fmla="*/ 50 h 56"/>
                <a:gd name="T20" fmla="*/ 24 w 167"/>
                <a:gd name="T21" fmla="*/ 50 h 56"/>
                <a:gd name="T22" fmla="*/ 16 w 167"/>
                <a:gd name="T23" fmla="*/ 42 h 56"/>
                <a:gd name="T24" fmla="*/ 16 w 167"/>
                <a:gd name="T25" fmla="*/ 39 h 56"/>
                <a:gd name="T26" fmla="*/ 23 w 167"/>
                <a:gd name="T27" fmla="*/ 16 h 56"/>
                <a:gd name="T28" fmla="*/ 37 w 167"/>
                <a:gd name="T29" fmla="*/ 6 h 56"/>
                <a:gd name="T30" fmla="*/ 132 w 167"/>
                <a:gd name="T31" fmla="*/ 6 h 56"/>
                <a:gd name="T32" fmla="*/ 145 w 167"/>
                <a:gd name="T33" fmla="*/ 16 h 56"/>
                <a:gd name="T34" fmla="*/ 153 w 167"/>
                <a:gd name="T35" fmla="*/ 39 h 56"/>
                <a:gd name="T36" fmla="*/ 153 w 167"/>
                <a:gd name="T37" fmla="*/ 42 h 56"/>
                <a:gd name="T38" fmla="*/ 145 w 167"/>
                <a:gd name="T39" fmla="*/ 5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7" h="56">
                  <a:moveTo>
                    <a:pt x="166" y="47"/>
                  </a:moveTo>
                  <a:cubicBezTo>
                    <a:pt x="155" y="10"/>
                    <a:pt x="155" y="10"/>
                    <a:pt x="155" y="10"/>
                  </a:cubicBezTo>
                  <a:cubicBezTo>
                    <a:pt x="154" y="4"/>
                    <a:pt x="148" y="0"/>
                    <a:pt x="142" y="0"/>
                  </a:cubicBezTo>
                  <a:cubicBezTo>
                    <a:pt x="25" y="0"/>
                    <a:pt x="25" y="0"/>
                    <a:pt x="25" y="0"/>
                  </a:cubicBezTo>
                  <a:cubicBezTo>
                    <a:pt x="19" y="0"/>
                    <a:pt x="13" y="4"/>
                    <a:pt x="12" y="10"/>
                  </a:cubicBezTo>
                  <a:cubicBezTo>
                    <a:pt x="2" y="47"/>
                    <a:pt x="2" y="47"/>
                    <a:pt x="2" y="47"/>
                  </a:cubicBezTo>
                  <a:cubicBezTo>
                    <a:pt x="0" y="52"/>
                    <a:pt x="4" y="56"/>
                    <a:pt x="9" y="56"/>
                  </a:cubicBezTo>
                  <a:cubicBezTo>
                    <a:pt x="158" y="56"/>
                    <a:pt x="158" y="56"/>
                    <a:pt x="158" y="56"/>
                  </a:cubicBezTo>
                  <a:cubicBezTo>
                    <a:pt x="164" y="56"/>
                    <a:pt x="167" y="52"/>
                    <a:pt x="166" y="47"/>
                  </a:cubicBezTo>
                  <a:close/>
                  <a:moveTo>
                    <a:pt x="145" y="50"/>
                  </a:moveTo>
                  <a:cubicBezTo>
                    <a:pt x="24" y="50"/>
                    <a:pt x="24" y="50"/>
                    <a:pt x="24" y="50"/>
                  </a:cubicBezTo>
                  <a:cubicBezTo>
                    <a:pt x="19" y="50"/>
                    <a:pt x="16" y="47"/>
                    <a:pt x="16" y="42"/>
                  </a:cubicBezTo>
                  <a:cubicBezTo>
                    <a:pt x="16" y="41"/>
                    <a:pt x="16" y="40"/>
                    <a:pt x="16" y="39"/>
                  </a:cubicBezTo>
                  <a:cubicBezTo>
                    <a:pt x="23" y="16"/>
                    <a:pt x="23" y="16"/>
                    <a:pt x="23" y="16"/>
                  </a:cubicBezTo>
                  <a:cubicBezTo>
                    <a:pt x="25" y="10"/>
                    <a:pt x="31" y="6"/>
                    <a:pt x="37" y="6"/>
                  </a:cubicBezTo>
                  <a:cubicBezTo>
                    <a:pt x="132" y="6"/>
                    <a:pt x="132" y="6"/>
                    <a:pt x="132" y="6"/>
                  </a:cubicBezTo>
                  <a:cubicBezTo>
                    <a:pt x="137" y="6"/>
                    <a:pt x="144" y="10"/>
                    <a:pt x="145" y="16"/>
                  </a:cubicBezTo>
                  <a:cubicBezTo>
                    <a:pt x="153" y="39"/>
                    <a:pt x="153" y="39"/>
                    <a:pt x="153" y="39"/>
                  </a:cubicBezTo>
                  <a:cubicBezTo>
                    <a:pt x="153" y="40"/>
                    <a:pt x="153" y="41"/>
                    <a:pt x="153" y="42"/>
                  </a:cubicBezTo>
                  <a:cubicBezTo>
                    <a:pt x="153" y="47"/>
                    <a:pt x="150" y="50"/>
                    <a:pt x="145"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1470"/>
            <p:cNvSpPr>
              <a:spLocks noEditPoints="1"/>
            </p:cNvSpPr>
            <p:nvPr/>
          </p:nvSpPr>
          <p:spPr bwMode="auto">
            <a:xfrm>
              <a:off x="2990850" y="4548188"/>
              <a:ext cx="506412" cy="158750"/>
            </a:xfrm>
            <a:custGeom>
              <a:avLst/>
              <a:gdLst>
                <a:gd name="T0" fmla="*/ 115 w 135"/>
                <a:gd name="T1" fmla="*/ 0 h 42"/>
                <a:gd name="T2" fmla="*/ 20 w 135"/>
                <a:gd name="T3" fmla="*/ 0 h 42"/>
                <a:gd name="T4" fmla="*/ 7 w 135"/>
                <a:gd name="T5" fmla="*/ 9 h 42"/>
                <a:gd name="T6" fmla="*/ 0 w 135"/>
                <a:gd name="T7" fmla="*/ 33 h 42"/>
                <a:gd name="T8" fmla="*/ 0 w 135"/>
                <a:gd name="T9" fmla="*/ 35 h 42"/>
                <a:gd name="T10" fmla="*/ 7 w 135"/>
                <a:gd name="T11" fmla="*/ 42 h 42"/>
                <a:gd name="T12" fmla="*/ 128 w 135"/>
                <a:gd name="T13" fmla="*/ 42 h 42"/>
                <a:gd name="T14" fmla="*/ 135 w 135"/>
                <a:gd name="T15" fmla="*/ 35 h 42"/>
                <a:gd name="T16" fmla="*/ 135 w 135"/>
                <a:gd name="T17" fmla="*/ 33 h 42"/>
                <a:gd name="T18" fmla="*/ 127 w 135"/>
                <a:gd name="T19" fmla="*/ 9 h 42"/>
                <a:gd name="T20" fmla="*/ 115 w 135"/>
                <a:gd name="T21" fmla="*/ 0 h 42"/>
                <a:gd name="T22" fmla="*/ 78 w 135"/>
                <a:gd name="T23" fmla="*/ 36 h 42"/>
                <a:gd name="T24" fmla="*/ 55 w 135"/>
                <a:gd name="T25" fmla="*/ 36 h 42"/>
                <a:gd name="T26" fmla="*/ 52 w 135"/>
                <a:gd name="T27" fmla="*/ 33 h 42"/>
                <a:gd name="T28" fmla="*/ 52 w 135"/>
                <a:gd name="T29" fmla="*/ 32 h 42"/>
                <a:gd name="T30" fmla="*/ 53 w 135"/>
                <a:gd name="T31" fmla="*/ 29 h 42"/>
                <a:gd name="T32" fmla="*/ 58 w 135"/>
                <a:gd name="T33" fmla="*/ 25 h 42"/>
                <a:gd name="T34" fmla="*/ 75 w 135"/>
                <a:gd name="T35" fmla="*/ 25 h 42"/>
                <a:gd name="T36" fmla="*/ 81 w 135"/>
                <a:gd name="T37" fmla="*/ 29 h 42"/>
                <a:gd name="T38" fmla="*/ 81 w 135"/>
                <a:gd name="T39" fmla="*/ 32 h 42"/>
                <a:gd name="T40" fmla="*/ 81 w 135"/>
                <a:gd name="T41" fmla="*/ 32 h 42"/>
                <a:gd name="T42" fmla="*/ 81 w 135"/>
                <a:gd name="T43" fmla="*/ 32 h 42"/>
                <a:gd name="T44" fmla="*/ 82 w 135"/>
                <a:gd name="T45" fmla="*/ 33 h 42"/>
                <a:gd name="T46" fmla="*/ 78 w 135"/>
                <a:gd name="T47" fmla="*/ 3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5" h="42">
                  <a:moveTo>
                    <a:pt x="115" y="0"/>
                  </a:moveTo>
                  <a:cubicBezTo>
                    <a:pt x="20" y="0"/>
                    <a:pt x="20" y="0"/>
                    <a:pt x="20" y="0"/>
                  </a:cubicBezTo>
                  <a:cubicBezTo>
                    <a:pt x="14" y="0"/>
                    <a:pt x="9" y="4"/>
                    <a:pt x="7" y="9"/>
                  </a:cubicBezTo>
                  <a:cubicBezTo>
                    <a:pt x="0" y="33"/>
                    <a:pt x="0" y="33"/>
                    <a:pt x="0" y="33"/>
                  </a:cubicBezTo>
                  <a:cubicBezTo>
                    <a:pt x="0" y="35"/>
                    <a:pt x="0" y="35"/>
                    <a:pt x="0" y="35"/>
                  </a:cubicBezTo>
                  <a:cubicBezTo>
                    <a:pt x="0" y="39"/>
                    <a:pt x="3" y="42"/>
                    <a:pt x="7" y="42"/>
                  </a:cubicBezTo>
                  <a:cubicBezTo>
                    <a:pt x="128" y="42"/>
                    <a:pt x="128" y="42"/>
                    <a:pt x="128" y="42"/>
                  </a:cubicBezTo>
                  <a:cubicBezTo>
                    <a:pt x="132" y="42"/>
                    <a:pt x="135" y="39"/>
                    <a:pt x="135" y="35"/>
                  </a:cubicBezTo>
                  <a:cubicBezTo>
                    <a:pt x="135" y="33"/>
                    <a:pt x="135" y="33"/>
                    <a:pt x="135" y="33"/>
                  </a:cubicBezTo>
                  <a:cubicBezTo>
                    <a:pt x="127" y="9"/>
                    <a:pt x="127" y="9"/>
                    <a:pt x="127" y="9"/>
                  </a:cubicBezTo>
                  <a:cubicBezTo>
                    <a:pt x="126" y="4"/>
                    <a:pt x="120" y="0"/>
                    <a:pt x="115" y="0"/>
                  </a:cubicBezTo>
                  <a:close/>
                  <a:moveTo>
                    <a:pt x="78" y="36"/>
                  </a:moveTo>
                  <a:cubicBezTo>
                    <a:pt x="55" y="36"/>
                    <a:pt x="55" y="36"/>
                    <a:pt x="55" y="36"/>
                  </a:cubicBezTo>
                  <a:cubicBezTo>
                    <a:pt x="53" y="36"/>
                    <a:pt x="52" y="35"/>
                    <a:pt x="52" y="33"/>
                  </a:cubicBezTo>
                  <a:cubicBezTo>
                    <a:pt x="52" y="32"/>
                    <a:pt x="52" y="32"/>
                    <a:pt x="52" y="32"/>
                  </a:cubicBezTo>
                  <a:cubicBezTo>
                    <a:pt x="53" y="29"/>
                    <a:pt x="53" y="29"/>
                    <a:pt x="53" y="29"/>
                  </a:cubicBezTo>
                  <a:cubicBezTo>
                    <a:pt x="53" y="27"/>
                    <a:pt x="56" y="25"/>
                    <a:pt x="58" y="25"/>
                  </a:cubicBezTo>
                  <a:cubicBezTo>
                    <a:pt x="75" y="25"/>
                    <a:pt x="75" y="25"/>
                    <a:pt x="75" y="25"/>
                  </a:cubicBezTo>
                  <a:cubicBezTo>
                    <a:pt x="78" y="25"/>
                    <a:pt x="80" y="27"/>
                    <a:pt x="81" y="29"/>
                  </a:cubicBezTo>
                  <a:cubicBezTo>
                    <a:pt x="81" y="32"/>
                    <a:pt x="81" y="32"/>
                    <a:pt x="81" y="32"/>
                  </a:cubicBezTo>
                  <a:cubicBezTo>
                    <a:pt x="81" y="32"/>
                    <a:pt x="81" y="32"/>
                    <a:pt x="81" y="32"/>
                  </a:cubicBezTo>
                  <a:cubicBezTo>
                    <a:pt x="81" y="32"/>
                    <a:pt x="81" y="32"/>
                    <a:pt x="81" y="32"/>
                  </a:cubicBezTo>
                  <a:cubicBezTo>
                    <a:pt x="82" y="33"/>
                    <a:pt x="82" y="33"/>
                    <a:pt x="82" y="33"/>
                  </a:cubicBezTo>
                  <a:cubicBezTo>
                    <a:pt x="82" y="35"/>
                    <a:pt x="80" y="36"/>
                    <a:pt x="78"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471"/>
            <p:cNvSpPr>
              <a:spLocks/>
            </p:cNvSpPr>
            <p:nvPr/>
          </p:nvSpPr>
          <p:spPr bwMode="auto">
            <a:xfrm>
              <a:off x="3189288" y="4646613"/>
              <a:ext cx="106362" cy="33338"/>
            </a:xfrm>
            <a:custGeom>
              <a:avLst/>
              <a:gdLst>
                <a:gd name="T0" fmla="*/ 22 w 28"/>
                <a:gd name="T1" fmla="*/ 0 h 9"/>
                <a:gd name="T2" fmla="*/ 5 w 28"/>
                <a:gd name="T3" fmla="*/ 0 h 9"/>
                <a:gd name="T4" fmla="*/ 5 w 28"/>
                <a:gd name="T5" fmla="*/ 0 h 9"/>
                <a:gd name="T6" fmla="*/ 1 w 28"/>
                <a:gd name="T7" fmla="*/ 3 h 9"/>
                <a:gd name="T8" fmla="*/ 0 w 28"/>
                <a:gd name="T9" fmla="*/ 6 h 9"/>
                <a:gd name="T10" fmla="*/ 0 w 28"/>
                <a:gd name="T11" fmla="*/ 7 h 9"/>
                <a:gd name="T12" fmla="*/ 2 w 28"/>
                <a:gd name="T13" fmla="*/ 9 h 9"/>
                <a:gd name="T14" fmla="*/ 25 w 28"/>
                <a:gd name="T15" fmla="*/ 9 h 9"/>
                <a:gd name="T16" fmla="*/ 28 w 28"/>
                <a:gd name="T17" fmla="*/ 7 h 9"/>
                <a:gd name="T18" fmla="*/ 27 w 28"/>
                <a:gd name="T19" fmla="*/ 6 h 9"/>
                <a:gd name="T20" fmla="*/ 27 w 28"/>
                <a:gd name="T21" fmla="*/ 3 h 9"/>
                <a:gd name="T22" fmla="*/ 22 w 28"/>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9">
                  <a:moveTo>
                    <a:pt x="22" y="0"/>
                  </a:moveTo>
                  <a:cubicBezTo>
                    <a:pt x="5" y="0"/>
                    <a:pt x="5" y="0"/>
                    <a:pt x="5" y="0"/>
                  </a:cubicBezTo>
                  <a:cubicBezTo>
                    <a:pt x="5" y="0"/>
                    <a:pt x="5" y="0"/>
                    <a:pt x="5" y="0"/>
                  </a:cubicBezTo>
                  <a:cubicBezTo>
                    <a:pt x="3" y="0"/>
                    <a:pt x="1" y="2"/>
                    <a:pt x="1" y="3"/>
                  </a:cubicBezTo>
                  <a:cubicBezTo>
                    <a:pt x="0" y="6"/>
                    <a:pt x="0" y="6"/>
                    <a:pt x="0" y="6"/>
                  </a:cubicBezTo>
                  <a:cubicBezTo>
                    <a:pt x="0" y="7"/>
                    <a:pt x="0" y="7"/>
                    <a:pt x="0" y="7"/>
                  </a:cubicBezTo>
                  <a:cubicBezTo>
                    <a:pt x="0" y="8"/>
                    <a:pt x="1" y="9"/>
                    <a:pt x="2" y="9"/>
                  </a:cubicBezTo>
                  <a:cubicBezTo>
                    <a:pt x="25" y="9"/>
                    <a:pt x="25" y="9"/>
                    <a:pt x="25" y="9"/>
                  </a:cubicBezTo>
                  <a:cubicBezTo>
                    <a:pt x="27" y="9"/>
                    <a:pt x="28" y="8"/>
                    <a:pt x="28" y="7"/>
                  </a:cubicBezTo>
                  <a:cubicBezTo>
                    <a:pt x="27" y="6"/>
                    <a:pt x="27" y="6"/>
                    <a:pt x="27" y="6"/>
                  </a:cubicBezTo>
                  <a:cubicBezTo>
                    <a:pt x="27" y="3"/>
                    <a:pt x="27" y="3"/>
                    <a:pt x="27" y="3"/>
                  </a:cubicBezTo>
                  <a:cubicBezTo>
                    <a:pt x="26" y="2"/>
                    <a:pt x="24" y="0"/>
                    <a:pt x="2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472"/>
            <p:cNvSpPr>
              <a:spLocks noEditPoints="1"/>
            </p:cNvSpPr>
            <p:nvPr/>
          </p:nvSpPr>
          <p:spPr bwMode="auto">
            <a:xfrm>
              <a:off x="2982913" y="4173538"/>
              <a:ext cx="519112" cy="338138"/>
            </a:xfrm>
            <a:custGeom>
              <a:avLst/>
              <a:gdLst>
                <a:gd name="T0" fmla="*/ 0 w 327"/>
                <a:gd name="T1" fmla="*/ 0 h 213"/>
                <a:gd name="T2" fmla="*/ 0 w 327"/>
                <a:gd name="T3" fmla="*/ 213 h 213"/>
                <a:gd name="T4" fmla="*/ 327 w 327"/>
                <a:gd name="T5" fmla="*/ 213 h 213"/>
                <a:gd name="T6" fmla="*/ 327 w 327"/>
                <a:gd name="T7" fmla="*/ 0 h 213"/>
                <a:gd name="T8" fmla="*/ 0 w 327"/>
                <a:gd name="T9" fmla="*/ 0 h 213"/>
                <a:gd name="T10" fmla="*/ 296 w 327"/>
                <a:gd name="T11" fmla="*/ 189 h 213"/>
                <a:gd name="T12" fmla="*/ 29 w 327"/>
                <a:gd name="T13" fmla="*/ 189 h 213"/>
                <a:gd name="T14" fmla="*/ 29 w 327"/>
                <a:gd name="T15" fmla="*/ 28 h 213"/>
                <a:gd name="T16" fmla="*/ 296 w 327"/>
                <a:gd name="T17" fmla="*/ 28 h 213"/>
                <a:gd name="T18" fmla="*/ 296 w 327"/>
                <a:gd name="T19" fmla="*/ 189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7" h="213">
                  <a:moveTo>
                    <a:pt x="0" y="0"/>
                  </a:moveTo>
                  <a:lnTo>
                    <a:pt x="0" y="213"/>
                  </a:lnTo>
                  <a:lnTo>
                    <a:pt x="327" y="213"/>
                  </a:lnTo>
                  <a:lnTo>
                    <a:pt x="327" y="0"/>
                  </a:lnTo>
                  <a:lnTo>
                    <a:pt x="0" y="0"/>
                  </a:lnTo>
                  <a:close/>
                  <a:moveTo>
                    <a:pt x="296" y="189"/>
                  </a:moveTo>
                  <a:lnTo>
                    <a:pt x="29" y="189"/>
                  </a:lnTo>
                  <a:lnTo>
                    <a:pt x="29" y="28"/>
                  </a:lnTo>
                  <a:lnTo>
                    <a:pt x="296" y="28"/>
                  </a:lnTo>
                  <a:lnTo>
                    <a:pt x="296" y="1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5" name="Freeform 15"/>
          <p:cNvSpPr>
            <a:spLocks noEditPoints="1"/>
          </p:cNvSpPr>
          <p:nvPr/>
        </p:nvSpPr>
        <p:spPr bwMode="auto">
          <a:xfrm>
            <a:off x="8621362" y="3351630"/>
            <a:ext cx="344481" cy="474418"/>
          </a:xfrm>
          <a:custGeom>
            <a:avLst/>
            <a:gdLst>
              <a:gd name="T0" fmla="*/ 24 w 48"/>
              <a:gd name="T1" fmla="*/ 0 h 66"/>
              <a:gd name="T2" fmla="*/ 48 w 48"/>
              <a:gd name="T3" fmla="*/ 24 h 66"/>
              <a:gd name="T4" fmla="*/ 24 w 48"/>
              <a:gd name="T5" fmla="*/ 66 h 66"/>
              <a:gd name="T6" fmla="*/ 0 w 48"/>
              <a:gd name="T7" fmla="*/ 24 h 66"/>
              <a:gd name="T8" fmla="*/ 24 w 48"/>
              <a:gd name="T9" fmla="*/ 0 h 66"/>
              <a:gd name="T10" fmla="*/ 24 w 48"/>
              <a:gd name="T11" fmla="*/ 12 h 66"/>
              <a:gd name="T12" fmla="*/ 36 w 48"/>
              <a:gd name="T13" fmla="*/ 23 h 66"/>
              <a:gd name="T14" fmla="*/ 24 w 48"/>
              <a:gd name="T15" fmla="*/ 35 h 66"/>
              <a:gd name="T16" fmla="*/ 13 w 48"/>
              <a:gd name="T17" fmla="*/ 23 h 66"/>
              <a:gd name="T18" fmla="*/ 24 w 48"/>
              <a:gd name="T19" fmla="*/ 1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66">
                <a:moveTo>
                  <a:pt x="24" y="0"/>
                </a:moveTo>
                <a:cubicBezTo>
                  <a:pt x="37" y="0"/>
                  <a:pt x="48" y="13"/>
                  <a:pt x="48" y="24"/>
                </a:cubicBezTo>
                <a:cubicBezTo>
                  <a:pt x="48" y="35"/>
                  <a:pt x="29" y="57"/>
                  <a:pt x="24" y="66"/>
                </a:cubicBezTo>
                <a:cubicBezTo>
                  <a:pt x="19" y="57"/>
                  <a:pt x="0" y="35"/>
                  <a:pt x="0" y="24"/>
                </a:cubicBezTo>
                <a:cubicBezTo>
                  <a:pt x="0" y="13"/>
                  <a:pt x="11" y="0"/>
                  <a:pt x="24" y="0"/>
                </a:cubicBezTo>
                <a:close/>
                <a:moveTo>
                  <a:pt x="24" y="12"/>
                </a:moveTo>
                <a:cubicBezTo>
                  <a:pt x="31" y="12"/>
                  <a:pt x="36" y="17"/>
                  <a:pt x="36" y="23"/>
                </a:cubicBezTo>
                <a:cubicBezTo>
                  <a:pt x="36" y="30"/>
                  <a:pt x="31" y="35"/>
                  <a:pt x="24" y="35"/>
                </a:cubicBezTo>
                <a:cubicBezTo>
                  <a:pt x="18" y="35"/>
                  <a:pt x="13" y="30"/>
                  <a:pt x="13" y="23"/>
                </a:cubicBezTo>
                <a:cubicBezTo>
                  <a:pt x="13" y="17"/>
                  <a:pt x="18" y="12"/>
                  <a:pt x="24" y="12"/>
                </a:cubicBezTo>
                <a:close/>
              </a:path>
            </a:pathLst>
          </a:custGeom>
          <a:gradFill>
            <a:gsLst>
              <a:gs pos="100000">
                <a:srgbClr val="89C3A6"/>
              </a:gs>
              <a:gs pos="13000">
                <a:srgbClr val="007BBC"/>
              </a:gs>
            </a:gsLst>
            <a:lin ang="18900000" scaled="0"/>
          </a:gradFill>
          <a:ln w="14288" cap="flat">
            <a:no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8"/>
          <p:cNvSpPr>
            <a:spLocks noEditPoints="1"/>
          </p:cNvSpPr>
          <p:nvPr/>
        </p:nvSpPr>
        <p:spPr bwMode="auto">
          <a:xfrm>
            <a:off x="8624113" y="4668518"/>
            <a:ext cx="350524" cy="480460"/>
          </a:xfrm>
          <a:custGeom>
            <a:avLst/>
            <a:gdLst>
              <a:gd name="T0" fmla="*/ 25 w 49"/>
              <a:gd name="T1" fmla="*/ 0 h 67"/>
              <a:gd name="T2" fmla="*/ 49 w 49"/>
              <a:gd name="T3" fmla="*/ 24 h 67"/>
              <a:gd name="T4" fmla="*/ 25 w 49"/>
              <a:gd name="T5" fmla="*/ 67 h 67"/>
              <a:gd name="T6" fmla="*/ 0 w 49"/>
              <a:gd name="T7" fmla="*/ 24 h 67"/>
              <a:gd name="T8" fmla="*/ 25 w 49"/>
              <a:gd name="T9" fmla="*/ 0 h 67"/>
              <a:gd name="T10" fmla="*/ 25 w 49"/>
              <a:gd name="T11" fmla="*/ 13 h 67"/>
              <a:gd name="T12" fmla="*/ 36 w 49"/>
              <a:gd name="T13" fmla="*/ 24 h 67"/>
              <a:gd name="T14" fmla="*/ 25 w 49"/>
              <a:gd name="T15" fmla="*/ 35 h 67"/>
              <a:gd name="T16" fmla="*/ 13 w 49"/>
              <a:gd name="T17" fmla="*/ 24 h 67"/>
              <a:gd name="T18" fmla="*/ 25 w 49"/>
              <a:gd name="T19" fmla="*/ 13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67">
                <a:moveTo>
                  <a:pt x="25" y="0"/>
                </a:moveTo>
                <a:cubicBezTo>
                  <a:pt x="38" y="0"/>
                  <a:pt x="49" y="13"/>
                  <a:pt x="49" y="24"/>
                </a:cubicBezTo>
                <a:cubicBezTo>
                  <a:pt x="49" y="35"/>
                  <a:pt x="30" y="58"/>
                  <a:pt x="25" y="67"/>
                </a:cubicBezTo>
                <a:cubicBezTo>
                  <a:pt x="19" y="58"/>
                  <a:pt x="0" y="35"/>
                  <a:pt x="0" y="24"/>
                </a:cubicBezTo>
                <a:cubicBezTo>
                  <a:pt x="0" y="13"/>
                  <a:pt x="11" y="0"/>
                  <a:pt x="25" y="0"/>
                </a:cubicBezTo>
                <a:close/>
                <a:moveTo>
                  <a:pt x="25" y="13"/>
                </a:moveTo>
                <a:cubicBezTo>
                  <a:pt x="31" y="13"/>
                  <a:pt x="36" y="18"/>
                  <a:pt x="36" y="24"/>
                </a:cubicBezTo>
                <a:cubicBezTo>
                  <a:pt x="36" y="30"/>
                  <a:pt x="31" y="35"/>
                  <a:pt x="25" y="35"/>
                </a:cubicBezTo>
                <a:cubicBezTo>
                  <a:pt x="19" y="35"/>
                  <a:pt x="13" y="30"/>
                  <a:pt x="13" y="24"/>
                </a:cubicBezTo>
                <a:cubicBezTo>
                  <a:pt x="13" y="18"/>
                  <a:pt x="19" y="13"/>
                  <a:pt x="25" y="13"/>
                </a:cubicBezTo>
                <a:close/>
              </a:path>
            </a:pathLst>
          </a:custGeom>
          <a:gradFill>
            <a:gsLst>
              <a:gs pos="100000">
                <a:srgbClr val="E7E507"/>
              </a:gs>
              <a:gs pos="13000">
                <a:srgbClr val="A6C43C"/>
              </a:gs>
            </a:gsLst>
            <a:lin ang="18900000" scaled="0"/>
          </a:gradFill>
          <a:ln w="14288" cap="flat">
            <a:no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zh-CN" altLang="en-US"/>
          </a:p>
        </p:txBody>
      </p:sp>
      <p:sp>
        <p:nvSpPr>
          <p:cNvPr id="17" name="文本框 16"/>
          <p:cNvSpPr txBox="1"/>
          <p:nvPr/>
        </p:nvSpPr>
        <p:spPr>
          <a:xfrm>
            <a:off x="8974637" y="4593067"/>
            <a:ext cx="2856518" cy="830997"/>
          </a:xfrm>
          <a:prstGeom prst="rect">
            <a:avLst/>
          </a:prstGeom>
          <a:noFill/>
        </p:spPr>
        <p:txBody>
          <a:bodyPr wrap="square" rtlCol="0">
            <a:spAutoFit/>
          </a:bodyPr>
          <a:lstStyle/>
          <a:p>
            <a:pPr>
              <a:lnSpc>
                <a:spcPct val="120000"/>
              </a:lnSpc>
            </a:pPr>
            <a:r>
              <a:rPr lang="zh-CN" altLang="en-US" sz="2400" b="1" dirty="0">
                <a:solidFill>
                  <a:srgbClr val="9FC628"/>
                </a:solidFill>
              </a:rPr>
              <a:t>添加标题</a:t>
            </a:r>
            <a:endParaRPr lang="en-US" altLang="zh-CN" sz="2400" b="1" dirty="0">
              <a:solidFill>
                <a:srgbClr val="9FC628"/>
              </a:solidFill>
            </a:endParaRPr>
          </a:p>
          <a:p>
            <a:pPr>
              <a:lnSpc>
                <a:spcPct val="120000"/>
              </a:lnSpc>
            </a:pPr>
            <a:r>
              <a:rPr lang="zh-CN" altLang="en-US" sz="1600" dirty="0">
                <a:solidFill>
                  <a:schemeClr val="tx1">
                    <a:lumMod val="65000"/>
                    <a:lumOff val="35000"/>
                  </a:schemeClr>
                </a:solidFill>
              </a:rPr>
              <a:t>添加内容添加内容</a:t>
            </a:r>
          </a:p>
        </p:txBody>
      </p:sp>
      <p:sp>
        <p:nvSpPr>
          <p:cNvPr id="18" name="文本框 17"/>
          <p:cNvSpPr txBox="1"/>
          <p:nvPr/>
        </p:nvSpPr>
        <p:spPr>
          <a:xfrm>
            <a:off x="8965843" y="3250321"/>
            <a:ext cx="2856518" cy="830997"/>
          </a:xfrm>
          <a:prstGeom prst="rect">
            <a:avLst/>
          </a:prstGeom>
          <a:noFill/>
        </p:spPr>
        <p:txBody>
          <a:bodyPr wrap="square" rtlCol="0">
            <a:spAutoFit/>
          </a:bodyPr>
          <a:lstStyle/>
          <a:p>
            <a:pPr>
              <a:lnSpc>
                <a:spcPct val="120000"/>
              </a:lnSpc>
            </a:pPr>
            <a:r>
              <a:rPr lang="zh-CN" altLang="en-US" sz="2400" b="1" dirty="0">
                <a:solidFill>
                  <a:srgbClr val="007BC6"/>
                </a:solidFill>
              </a:rPr>
              <a:t>添加标题</a:t>
            </a:r>
            <a:endParaRPr lang="en-US" altLang="zh-CN" sz="2400" b="1" dirty="0">
              <a:solidFill>
                <a:srgbClr val="007BC6"/>
              </a:solidFill>
            </a:endParaRPr>
          </a:p>
          <a:p>
            <a:pPr>
              <a:lnSpc>
                <a:spcPct val="120000"/>
              </a:lnSpc>
            </a:pPr>
            <a:r>
              <a:rPr lang="zh-CN" altLang="en-US" sz="1600" dirty="0">
                <a:solidFill>
                  <a:schemeClr val="tx1">
                    <a:lumMod val="65000"/>
                    <a:lumOff val="35000"/>
                  </a:schemeClr>
                </a:solidFill>
              </a:rPr>
              <a:t>添加内容添加内容</a:t>
            </a:r>
          </a:p>
        </p:txBody>
      </p:sp>
      <p:sp>
        <p:nvSpPr>
          <p:cNvPr id="19" name="Freeform 15"/>
          <p:cNvSpPr>
            <a:spLocks noEditPoints="1"/>
          </p:cNvSpPr>
          <p:nvPr/>
        </p:nvSpPr>
        <p:spPr bwMode="auto">
          <a:xfrm>
            <a:off x="3239184" y="3402990"/>
            <a:ext cx="344481" cy="474418"/>
          </a:xfrm>
          <a:custGeom>
            <a:avLst/>
            <a:gdLst>
              <a:gd name="T0" fmla="*/ 24 w 48"/>
              <a:gd name="T1" fmla="*/ 0 h 66"/>
              <a:gd name="T2" fmla="*/ 48 w 48"/>
              <a:gd name="T3" fmla="*/ 24 h 66"/>
              <a:gd name="T4" fmla="*/ 24 w 48"/>
              <a:gd name="T5" fmla="*/ 66 h 66"/>
              <a:gd name="T6" fmla="*/ 0 w 48"/>
              <a:gd name="T7" fmla="*/ 24 h 66"/>
              <a:gd name="T8" fmla="*/ 24 w 48"/>
              <a:gd name="T9" fmla="*/ 0 h 66"/>
              <a:gd name="T10" fmla="*/ 24 w 48"/>
              <a:gd name="T11" fmla="*/ 12 h 66"/>
              <a:gd name="T12" fmla="*/ 36 w 48"/>
              <a:gd name="T13" fmla="*/ 23 h 66"/>
              <a:gd name="T14" fmla="*/ 24 w 48"/>
              <a:gd name="T15" fmla="*/ 35 h 66"/>
              <a:gd name="T16" fmla="*/ 13 w 48"/>
              <a:gd name="T17" fmla="*/ 23 h 66"/>
              <a:gd name="T18" fmla="*/ 24 w 48"/>
              <a:gd name="T19" fmla="*/ 1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66">
                <a:moveTo>
                  <a:pt x="24" y="0"/>
                </a:moveTo>
                <a:cubicBezTo>
                  <a:pt x="37" y="0"/>
                  <a:pt x="48" y="13"/>
                  <a:pt x="48" y="24"/>
                </a:cubicBezTo>
                <a:cubicBezTo>
                  <a:pt x="48" y="35"/>
                  <a:pt x="29" y="57"/>
                  <a:pt x="24" y="66"/>
                </a:cubicBezTo>
                <a:cubicBezTo>
                  <a:pt x="19" y="57"/>
                  <a:pt x="0" y="35"/>
                  <a:pt x="0" y="24"/>
                </a:cubicBezTo>
                <a:cubicBezTo>
                  <a:pt x="0" y="13"/>
                  <a:pt x="11" y="0"/>
                  <a:pt x="24" y="0"/>
                </a:cubicBezTo>
                <a:close/>
                <a:moveTo>
                  <a:pt x="24" y="12"/>
                </a:moveTo>
                <a:cubicBezTo>
                  <a:pt x="31" y="12"/>
                  <a:pt x="36" y="17"/>
                  <a:pt x="36" y="23"/>
                </a:cubicBezTo>
                <a:cubicBezTo>
                  <a:pt x="36" y="30"/>
                  <a:pt x="31" y="35"/>
                  <a:pt x="24" y="35"/>
                </a:cubicBezTo>
                <a:cubicBezTo>
                  <a:pt x="18" y="35"/>
                  <a:pt x="13" y="30"/>
                  <a:pt x="13" y="23"/>
                </a:cubicBezTo>
                <a:cubicBezTo>
                  <a:pt x="13" y="17"/>
                  <a:pt x="18" y="12"/>
                  <a:pt x="24" y="12"/>
                </a:cubicBezTo>
                <a:close/>
              </a:path>
            </a:pathLst>
          </a:custGeom>
          <a:gradFill>
            <a:gsLst>
              <a:gs pos="100000">
                <a:srgbClr val="FED300"/>
              </a:gs>
              <a:gs pos="13000">
                <a:srgbClr val="DB4A04"/>
              </a:gs>
            </a:gsLst>
            <a:lin ang="18900000" scaled="0"/>
          </a:gradFill>
          <a:ln w="14288" cap="flat">
            <a:no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18"/>
          <p:cNvSpPr>
            <a:spLocks noEditPoints="1"/>
          </p:cNvSpPr>
          <p:nvPr/>
        </p:nvSpPr>
        <p:spPr bwMode="auto">
          <a:xfrm>
            <a:off x="3241935" y="4719879"/>
            <a:ext cx="350524" cy="480460"/>
          </a:xfrm>
          <a:custGeom>
            <a:avLst/>
            <a:gdLst>
              <a:gd name="T0" fmla="*/ 25 w 49"/>
              <a:gd name="T1" fmla="*/ 0 h 67"/>
              <a:gd name="T2" fmla="*/ 49 w 49"/>
              <a:gd name="T3" fmla="*/ 24 h 67"/>
              <a:gd name="T4" fmla="*/ 25 w 49"/>
              <a:gd name="T5" fmla="*/ 67 h 67"/>
              <a:gd name="T6" fmla="*/ 0 w 49"/>
              <a:gd name="T7" fmla="*/ 24 h 67"/>
              <a:gd name="T8" fmla="*/ 25 w 49"/>
              <a:gd name="T9" fmla="*/ 0 h 67"/>
              <a:gd name="T10" fmla="*/ 25 w 49"/>
              <a:gd name="T11" fmla="*/ 13 h 67"/>
              <a:gd name="T12" fmla="*/ 36 w 49"/>
              <a:gd name="T13" fmla="*/ 24 h 67"/>
              <a:gd name="T14" fmla="*/ 25 w 49"/>
              <a:gd name="T15" fmla="*/ 35 h 67"/>
              <a:gd name="T16" fmla="*/ 13 w 49"/>
              <a:gd name="T17" fmla="*/ 24 h 67"/>
              <a:gd name="T18" fmla="*/ 25 w 49"/>
              <a:gd name="T19" fmla="*/ 13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67">
                <a:moveTo>
                  <a:pt x="25" y="0"/>
                </a:moveTo>
                <a:cubicBezTo>
                  <a:pt x="38" y="0"/>
                  <a:pt x="49" y="13"/>
                  <a:pt x="49" y="24"/>
                </a:cubicBezTo>
                <a:cubicBezTo>
                  <a:pt x="49" y="35"/>
                  <a:pt x="30" y="58"/>
                  <a:pt x="25" y="67"/>
                </a:cubicBezTo>
                <a:cubicBezTo>
                  <a:pt x="19" y="58"/>
                  <a:pt x="0" y="35"/>
                  <a:pt x="0" y="24"/>
                </a:cubicBezTo>
                <a:cubicBezTo>
                  <a:pt x="0" y="13"/>
                  <a:pt x="11" y="0"/>
                  <a:pt x="25" y="0"/>
                </a:cubicBezTo>
                <a:close/>
                <a:moveTo>
                  <a:pt x="25" y="13"/>
                </a:moveTo>
                <a:cubicBezTo>
                  <a:pt x="31" y="13"/>
                  <a:pt x="36" y="18"/>
                  <a:pt x="36" y="24"/>
                </a:cubicBezTo>
                <a:cubicBezTo>
                  <a:pt x="36" y="30"/>
                  <a:pt x="31" y="35"/>
                  <a:pt x="25" y="35"/>
                </a:cubicBezTo>
                <a:cubicBezTo>
                  <a:pt x="19" y="35"/>
                  <a:pt x="13" y="30"/>
                  <a:pt x="13" y="24"/>
                </a:cubicBezTo>
                <a:cubicBezTo>
                  <a:pt x="13" y="18"/>
                  <a:pt x="19" y="13"/>
                  <a:pt x="25" y="13"/>
                </a:cubicBezTo>
                <a:close/>
              </a:path>
            </a:pathLst>
          </a:custGeom>
          <a:gradFill>
            <a:gsLst>
              <a:gs pos="100000">
                <a:srgbClr val="E1579B"/>
              </a:gs>
              <a:gs pos="13000">
                <a:srgbClr val="9E007A"/>
              </a:gs>
            </a:gsLst>
            <a:lin ang="18900000" scaled="0"/>
          </a:gradFill>
          <a:ln w="14288" cap="flat">
            <a:no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zh-CN" altLang="en-US"/>
          </a:p>
        </p:txBody>
      </p:sp>
      <p:sp>
        <p:nvSpPr>
          <p:cNvPr id="21" name="文本框 20"/>
          <p:cNvSpPr txBox="1"/>
          <p:nvPr/>
        </p:nvSpPr>
        <p:spPr>
          <a:xfrm>
            <a:off x="255021" y="3250321"/>
            <a:ext cx="2856518" cy="830997"/>
          </a:xfrm>
          <a:prstGeom prst="rect">
            <a:avLst/>
          </a:prstGeom>
          <a:noFill/>
        </p:spPr>
        <p:txBody>
          <a:bodyPr wrap="square" rtlCol="0">
            <a:spAutoFit/>
          </a:bodyPr>
          <a:lstStyle/>
          <a:p>
            <a:pPr algn="r">
              <a:lnSpc>
                <a:spcPct val="120000"/>
              </a:lnSpc>
            </a:pPr>
            <a:r>
              <a:rPr lang="zh-CN" altLang="en-US" sz="2400" b="1" dirty="0">
                <a:solidFill>
                  <a:srgbClr val="FF8900"/>
                </a:solidFill>
              </a:rPr>
              <a:t>添加标题</a:t>
            </a:r>
            <a:endParaRPr lang="en-US" altLang="zh-CN" sz="2400" b="1" dirty="0">
              <a:solidFill>
                <a:srgbClr val="FF8900"/>
              </a:solidFill>
            </a:endParaRPr>
          </a:p>
          <a:p>
            <a:pPr algn="r">
              <a:lnSpc>
                <a:spcPct val="120000"/>
              </a:lnSpc>
            </a:pPr>
            <a:r>
              <a:rPr lang="zh-CN" altLang="en-US" sz="1600" dirty="0">
                <a:solidFill>
                  <a:schemeClr val="tx1">
                    <a:lumMod val="65000"/>
                    <a:lumOff val="35000"/>
                  </a:schemeClr>
                </a:solidFill>
              </a:rPr>
              <a:t>添加内容添加内容</a:t>
            </a:r>
          </a:p>
        </p:txBody>
      </p:sp>
      <p:sp>
        <p:nvSpPr>
          <p:cNvPr id="22" name="文本框 21"/>
          <p:cNvSpPr txBox="1"/>
          <p:nvPr/>
        </p:nvSpPr>
        <p:spPr>
          <a:xfrm>
            <a:off x="263815" y="4598755"/>
            <a:ext cx="2856518" cy="830997"/>
          </a:xfrm>
          <a:prstGeom prst="rect">
            <a:avLst/>
          </a:prstGeom>
          <a:noFill/>
        </p:spPr>
        <p:txBody>
          <a:bodyPr wrap="square" rtlCol="0">
            <a:spAutoFit/>
          </a:bodyPr>
          <a:lstStyle/>
          <a:p>
            <a:pPr algn="r">
              <a:lnSpc>
                <a:spcPct val="120000"/>
              </a:lnSpc>
            </a:pPr>
            <a:r>
              <a:rPr lang="zh-CN" altLang="en-US" sz="2400" b="1" dirty="0">
                <a:solidFill>
                  <a:srgbClr val="6D5DA5"/>
                </a:solidFill>
              </a:rPr>
              <a:t>添加标题</a:t>
            </a:r>
            <a:endParaRPr lang="en-US" altLang="zh-CN" sz="2400" b="1" dirty="0">
              <a:solidFill>
                <a:srgbClr val="6D5DA5"/>
              </a:solidFill>
            </a:endParaRPr>
          </a:p>
          <a:p>
            <a:pPr algn="r">
              <a:lnSpc>
                <a:spcPct val="120000"/>
              </a:lnSpc>
            </a:pPr>
            <a:r>
              <a:rPr lang="zh-CN" altLang="en-US" sz="1600" dirty="0">
                <a:solidFill>
                  <a:schemeClr val="tx1">
                    <a:lumMod val="65000"/>
                    <a:lumOff val="35000"/>
                  </a:schemeClr>
                </a:solidFill>
              </a:rPr>
              <a:t>添加内容添加内容</a:t>
            </a:r>
          </a:p>
        </p:txBody>
      </p:sp>
      <p:sp>
        <p:nvSpPr>
          <p:cNvPr id="23" name="文本框 22"/>
          <p:cNvSpPr txBox="1"/>
          <p:nvPr/>
        </p:nvSpPr>
        <p:spPr>
          <a:xfrm>
            <a:off x="4139317" y="1058393"/>
            <a:ext cx="3913366"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24" name="Rectangle 58"/>
          <p:cNvSpPr/>
          <p:nvPr/>
        </p:nvSpPr>
        <p:spPr>
          <a:xfrm>
            <a:off x="3614043" y="1478661"/>
            <a:ext cx="4963915"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单击此处添加副标题</a:t>
            </a:r>
          </a:p>
        </p:txBody>
      </p:sp>
      <p:sp>
        <p:nvSpPr>
          <p:cNvPr id="25" name="矩形 39"/>
          <p:cNvSpPr/>
          <p:nvPr/>
        </p:nvSpPr>
        <p:spPr>
          <a:xfrm>
            <a:off x="0" y="203088"/>
            <a:ext cx="2492990" cy="523220"/>
          </a:xfrm>
          <a:prstGeom prst="rect">
            <a:avLst/>
          </a:prstGeom>
          <a:noFill/>
        </p:spPr>
        <p:txBody>
          <a:bodyPr wrap="none" rtlCol="0">
            <a:spAutoFit/>
          </a:bodyPr>
          <a:lstStyle/>
          <a:p>
            <a:r>
              <a:rPr lang="zh-CN" altLang="en-US" sz="2800" b="1" dirty="0">
                <a:solidFill>
                  <a:schemeClr val="tx1">
                    <a:lumMod val="65000"/>
                    <a:lumOff val="35000"/>
                  </a:schemeClr>
                </a:solidFill>
              </a:rPr>
              <a:t>四项循环</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并列</a:t>
            </a:r>
            <a:endParaRPr lang="zh-CN" altLang="zh-CN" sz="2800" b="1" dirty="0">
              <a:solidFill>
                <a:schemeClr val="tx1">
                  <a:lumMod val="65000"/>
                  <a:lumOff val="35000"/>
                </a:schemeClr>
              </a:solidFill>
            </a:endParaRPr>
          </a:p>
        </p:txBody>
      </p:sp>
      <p:sp>
        <p:nvSpPr>
          <p:cNvPr id="31" name="文本框 30"/>
          <p:cNvSpPr txBox="1"/>
          <p:nvPr/>
        </p:nvSpPr>
        <p:spPr>
          <a:xfrm>
            <a:off x="5728912" y="1869300"/>
            <a:ext cx="734176" cy="1107996"/>
          </a:xfrm>
          <a:prstGeom prst="rect">
            <a:avLst/>
          </a:prstGeom>
          <a:noFill/>
        </p:spPr>
        <p:txBody>
          <a:bodyPr wrap="none" rtlCol="0" anchor="ctr">
            <a:spAutoFit/>
          </a:bodyPr>
          <a:lstStyle/>
          <a:p>
            <a:pPr algn="ctr"/>
            <a:r>
              <a:rPr lang="en-US" altLang="zh-CN" sz="2200" dirty="0">
                <a:solidFill>
                  <a:schemeClr val="bg1"/>
                </a:solidFill>
              </a:rPr>
              <a:t>STEP</a:t>
            </a:r>
          </a:p>
          <a:p>
            <a:pPr lvl="0" algn="ctr"/>
            <a:r>
              <a:rPr lang="en-US" altLang="zh-CN" sz="4400" dirty="0">
                <a:solidFill>
                  <a:schemeClr val="bg1"/>
                </a:solidFill>
                <a:latin typeface="Impact" panose="020B0806030902050204" pitchFamily="34" charset="0"/>
              </a:rPr>
              <a:t>01</a:t>
            </a:r>
          </a:p>
        </p:txBody>
      </p:sp>
      <p:sp>
        <p:nvSpPr>
          <p:cNvPr id="32" name="文本框 31"/>
          <p:cNvSpPr txBox="1"/>
          <p:nvPr/>
        </p:nvSpPr>
        <p:spPr>
          <a:xfrm>
            <a:off x="5702303" y="5446618"/>
            <a:ext cx="787395" cy="1107996"/>
          </a:xfrm>
          <a:prstGeom prst="rect">
            <a:avLst/>
          </a:prstGeom>
          <a:noFill/>
        </p:spPr>
        <p:txBody>
          <a:bodyPr wrap="none" rtlCol="0" anchor="ctr">
            <a:spAutoFit/>
          </a:bodyPr>
          <a:lstStyle/>
          <a:p>
            <a:pPr algn="ctr"/>
            <a:r>
              <a:rPr lang="en-US" altLang="zh-CN" sz="2200" dirty="0">
                <a:solidFill>
                  <a:schemeClr val="bg1"/>
                </a:solidFill>
              </a:rPr>
              <a:t>STEP</a:t>
            </a:r>
          </a:p>
          <a:p>
            <a:pPr lvl="0" algn="ctr"/>
            <a:r>
              <a:rPr lang="en-US" altLang="zh-CN" sz="4400" dirty="0">
                <a:solidFill>
                  <a:schemeClr val="bg1"/>
                </a:solidFill>
                <a:latin typeface="Impact" panose="020B0806030902050204" pitchFamily="34" charset="0"/>
              </a:rPr>
              <a:t>03</a:t>
            </a:r>
          </a:p>
        </p:txBody>
      </p:sp>
      <p:sp>
        <p:nvSpPr>
          <p:cNvPr id="33" name="文本框 32"/>
          <p:cNvSpPr txBox="1"/>
          <p:nvPr/>
        </p:nvSpPr>
        <p:spPr>
          <a:xfrm>
            <a:off x="3918065" y="3588395"/>
            <a:ext cx="769763" cy="1107996"/>
          </a:xfrm>
          <a:prstGeom prst="rect">
            <a:avLst/>
          </a:prstGeom>
          <a:noFill/>
        </p:spPr>
        <p:txBody>
          <a:bodyPr wrap="none" rtlCol="0" anchor="ctr">
            <a:spAutoFit/>
          </a:bodyPr>
          <a:lstStyle/>
          <a:p>
            <a:pPr algn="ctr"/>
            <a:r>
              <a:rPr lang="en-US" altLang="zh-CN" sz="2200" dirty="0">
                <a:solidFill>
                  <a:schemeClr val="bg1"/>
                </a:solidFill>
              </a:rPr>
              <a:t>STEP</a:t>
            </a:r>
          </a:p>
          <a:p>
            <a:pPr lvl="0" algn="ctr"/>
            <a:r>
              <a:rPr lang="en-US" altLang="zh-CN" sz="4400" dirty="0">
                <a:solidFill>
                  <a:schemeClr val="bg1"/>
                </a:solidFill>
                <a:latin typeface="Impact" panose="020B0806030902050204" pitchFamily="34" charset="0"/>
              </a:rPr>
              <a:t>04</a:t>
            </a:r>
          </a:p>
        </p:txBody>
      </p:sp>
      <p:sp>
        <p:nvSpPr>
          <p:cNvPr id="34" name="文本框 33"/>
          <p:cNvSpPr txBox="1"/>
          <p:nvPr/>
        </p:nvSpPr>
        <p:spPr>
          <a:xfrm>
            <a:off x="7432125" y="3588395"/>
            <a:ext cx="771366" cy="1107996"/>
          </a:xfrm>
          <a:prstGeom prst="rect">
            <a:avLst/>
          </a:prstGeom>
          <a:noFill/>
        </p:spPr>
        <p:txBody>
          <a:bodyPr wrap="none" rtlCol="0" anchor="ctr">
            <a:spAutoFit/>
          </a:bodyPr>
          <a:lstStyle/>
          <a:p>
            <a:pPr algn="ctr"/>
            <a:r>
              <a:rPr lang="en-US" altLang="zh-CN" sz="2200" dirty="0">
                <a:solidFill>
                  <a:schemeClr val="bg1"/>
                </a:solidFill>
              </a:rPr>
              <a:t>STEP</a:t>
            </a:r>
          </a:p>
          <a:p>
            <a:pPr lvl="0" algn="ctr"/>
            <a:r>
              <a:rPr lang="en-US" altLang="zh-CN" sz="4400" dirty="0">
                <a:solidFill>
                  <a:schemeClr val="bg1"/>
                </a:solidFill>
                <a:latin typeface="Impact" panose="020B0806030902050204" pitchFamily="34" charset="0"/>
              </a:rPr>
              <a:t>02</a:t>
            </a:r>
          </a:p>
        </p:txBody>
      </p:sp>
    </p:spTree>
    <p:extLst>
      <p:ext uri="{BB962C8B-B14F-4D97-AF65-F5344CB8AC3E}">
        <p14:creationId xmlns:p14="http://schemas.microsoft.com/office/powerpoint/2010/main" val="2007581182"/>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矩形 39"/>
          <p:cNvSpPr/>
          <p:nvPr/>
        </p:nvSpPr>
        <p:spPr>
          <a:xfrm>
            <a:off x="0" y="203088"/>
            <a:ext cx="2492990" cy="523220"/>
          </a:xfrm>
          <a:prstGeom prst="rect">
            <a:avLst/>
          </a:prstGeom>
          <a:noFill/>
        </p:spPr>
        <p:txBody>
          <a:bodyPr wrap="none" rtlCol="0">
            <a:spAutoFit/>
          </a:bodyPr>
          <a:lstStyle/>
          <a:p>
            <a:r>
              <a:rPr lang="zh-CN" altLang="en-US" sz="2800" b="1" dirty="0">
                <a:solidFill>
                  <a:schemeClr val="tx1">
                    <a:lumMod val="65000"/>
                    <a:lumOff val="35000"/>
                  </a:schemeClr>
                </a:solidFill>
              </a:rPr>
              <a:t>四项递进</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并列</a:t>
            </a:r>
            <a:endParaRPr lang="zh-CN" altLang="zh-CN" sz="2800" b="1" dirty="0">
              <a:solidFill>
                <a:schemeClr val="tx1">
                  <a:lumMod val="65000"/>
                  <a:lumOff val="35000"/>
                </a:schemeClr>
              </a:solidFill>
            </a:endParaRPr>
          </a:p>
        </p:txBody>
      </p:sp>
      <p:grpSp>
        <p:nvGrpSpPr>
          <p:cNvPr id="54" name="组合 4"/>
          <p:cNvGrpSpPr>
            <a:grpSpLocks noChangeAspect="1"/>
          </p:cNvGrpSpPr>
          <p:nvPr/>
        </p:nvGrpSpPr>
        <p:grpSpPr>
          <a:xfrm>
            <a:off x="2200160" y="2023978"/>
            <a:ext cx="7564291" cy="4320000"/>
            <a:chOff x="2947988" y="2338388"/>
            <a:chExt cx="6296026" cy="3595688"/>
          </a:xfrm>
        </p:grpSpPr>
        <p:sp>
          <p:nvSpPr>
            <p:cNvPr id="57" name="Freeform 5"/>
            <p:cNvSpPr>
              <a:spLocks/>
            </p:cNvSpPr>
            <p:nvPr/>
          </p:nvSpPr>
          <p:spPr bwMode="auto">
            <a:xfrm>
              <a:off x="2947988" y="3135313"/>
              <a:ext cx="1477963" cy="225425"/>
            </a:xfrm>
            <a:custGeom>
              <a:avLst/>
              <a:gdLst>
                <a:gd name="T0" fmla="*/ 693 w 931"/>
                <a:gd name="T1" fmla="*/ 0 h 142"/>
                <a:gd name="T2" fmla="*/ 0 w 931"/>
                <a:gd name="T3" fmla="*/ 0 h 142"/>
                <a:gd name="T4" fmla="*/ 0 w 931"/>
                <a:gd name="T5" fmla="*/ 142 h 142"/>
                <a:gd name="T6" fmla="*/ 693 w 931"/>
                <a:gd name="T7" fmla="*/ 142 h 142"/>
                <a:gd name="T8" fmla="*/ 931 w 931"/>
                <a:gd name="T9" fmla="*/ 142 h 142"/>
                <a:gd name="T10" fmla="*/ 931 w 931"/>
                <a:gd name="T11" fmla="*/ 0 h 142"/>
                <a:gd name="T12" fmla="*/ 693 w 931"/>
                <a:gd name="T13" fmla="*/ 0 h 142"/>
              </a:gdLst>
              <a:ahLst/>
              <a:cxnLst>
                <a:cxn ang="0">
                  <a:pos x="T0" y="T1"/>
                </a:cxn>
                <a:cxn ang="0">
                  <a:pos x="T2" y="T3"/>
                </a:cxn>
                <a:cxn ang="0">
                  <a:pos x="T4" y="T5"/>
                </a:cxn>
                <a:cxn ang="0">
                  <a:pos x="T6" y="T7"/>
                </a:cxn>
                <a:cxn ang="0">
                  <a:pos x="T8" y="T9"/>
                </a:cxn>
                <a:cxn ang="0">
                  <a:pos x="T10" y="T11"/>
                </a:cxn>
                <a:cxn ang="0">
                  <a:pos x="T12" y="T13"/>
                </a:cxn>
              </a:cxnLst>
              <a:rect l="0" t="0" r="r" b="b"/>
              <a:pathLst>
                <a:path w="931" h="142">
                  <a:moveTo>
                    <a:pt x="693" y="0"/>
                  </a:moveTo>
                  <a:lnTo>
                    <a:pt x="0" y="0"/>
                  </a:lnTo>
                  <a:lnTo>
                    <a:pt x="0" y="142"/>
                  </a:lnTo>
                  <a:lnTo>
                    <a:pt x="693" y="142"/>
                  </a:lnTo>
                  <a:lnTo>
                    <a:pt x="931" y="142"/>
                  </a:lnTo>
                  <a:lnTo>
                    <a:pt x="931" y="0"/>
                  </a:lnTo>
                  <a:lnTo>
                    <a:pt x="693" y="0"/>
                  </a:lnTo>
                  <a:close/>
                </a:path>
              </a:pathLst>
            </a:custGeom>
            <a:solidFill>
              <a:srgbClr val="8DA4AC"/>
            </a:solidFill>
            <a:ln w="793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58" name="Freeform 6"/>
            <p:cNvSpPr>
              <a:spLocks noEditPoints="1"/>
            </p:cNvSpPr>
            <p:nvPr/>
          </p:nvSpPr>
          <p:spPr bwMode="auto">
            <a:xfrm>
              <a:off x="4048126" y="2338388"/>
              <a:ext cx="847725" cy="3595688"/>
            </a:xfrm>
            <a:custGeom>
              <a:avLst/>
              <a:gdLst>
                <a:gd name="T0" fmla="*/ 201 w 402"/>
                <a:gd name="T1" fmla="*/ 0 h 1707"/>
                <a:gd name="T2" fmla="*/ 0 w 402"/>
                <a:gd name="T3" fmla="*/ 201 h 1707"/>
                <a:gd name="T4" fmla="*/ 0 w 402"/>
                <a:gd name="T5" fmla="*/ 344 h 1707"/>
                <a:gd name="T6" fmla="*/ 0 w 402"/>
                <a:gd name="T7" fmla="*/ 595 h 1707"/>
                <a:gd name="T8" fmla="*/ 0 w 402"/>
                <a:gd name="T9" fmla="*/ 1506 h 1707"/>
                <a:gd name="T10" fmla="*/ 201 w 402"/>
                <a:gd name="T11" fmla="*/ 1707 h 1707"/>
                <a:gd name="T12" fmla="*/ 402 w 402"/>
                <a:gd name="T13" fmla="*/ 1506 h 1707"/>
                <a:gd name="T14" fmla="*/ 402 w 402"/>
                <a:gd name="T15" fmla="*/ 344 h 1707"/>
                <a:gd name="T16" fmla="*/ 402 w 402"/>
                <a:gd name="T17" fmla="*/ 284 h 1707"/>
                <a:gd name="T18" fmla="*/ 402 w 402"/>
                <a:gd name="T19" fmla="*/ 201 h 1707"/>
                <a:gd name="T20" fmla="*/ 201 w 402"/>
                <a:gd name="T21" fmla="*/ 0 h 1707"/>
                <a:gd name="T22" fmla="*/ 222 w 402"/>
                <a:gd name="T23" fmla="*/ 344 h 1707"/>
                <a:gd name="T24" fmla="*/ 222 w 402"/>
                <a:gd name="T25" fmla="*/ 564 h 1707"/>
                <a:gd name="T26" fmla="*/ 179 w 402"/>
                <a:gd name="T27" fmla="*/ 564 h 1707"/>
                <a:gd name="T28" fmla="*/ 179 w 402"/>
                <a:gd name="T29" fmla="*/ 344 h 1707"/>
                <a:gd name="T30" fmla="*/ 222 w 402"/>
                <a:gd name="T31" fmla="*/ 344 h 1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02" h="1707">
                  <a:moveTo>
                    <a:pt x="201" y="0"/>
                  </a:moveTo>
                  <a:cubicBezTo>
                    <a:pt x="90" y="0"/>
                    <a:pt x="0" y="90"/>
                    <a:pt x="0" y="201"/>
                  </a:cubicBezTo>
                  <a:cubicBezTo>
                    <a:pt x="0" y="344"/>
                    <a:pt x="0" y="344"/>
                    <a:pt x="0" y="344"/>
                  </a:cubicBezTo>
                  <a:cubicBezTo>
                    <a:pt x="0" y="595"/>
                    <a:pt x="0" y="595"/>
                    <a:pt x="0" y="595"/>
                  </a:cubicBezTo>
                  <a:cubicBezTo>
                    <a:pt x="0" y="1506"/>
                    <a:pt x="0" y="1506"/>
                    <a:pt x="0" y="1506"/>
                  </a:cubicBezTo>
                  <a:cubicBezTo>
                    <a:pt x="0" y="1617"/>
                    <a:pt x="90" y="1707"/>
                    <a:pt x="201" y="1707"/>
                  </a:cubicBezTo>
                  <a:cubicBezTo>
                    <a:pt x="312" y="1707"/>
                    <a:pt x="402" y="1617"/>
                    <a:pt x="402" y="1506"/>
                  </a:cubicBezTo>
                  <a:cubicBezTo>
                    <a:pt x="402" y="344"/>
                    <a:pt x="402" y="344"/>
                    <a:pt x="402" y="344"/>
                  </a:cubicBezTo>
                  <a:cubicBezTo>
                    <a:pt x="402" y="284"/>
                    <a:pt x="402" y="284"/>
                    <a:pt x="402" y="284"/>
                  </a:cubicBezTo>
                  <a:cubicBezTo>
                    <a:pt x="402" y="201"/>
                    <a:pt x="402" y="201"/>
                    <a:pt x="402" y="201"/>
                  </a:cubicBezTo>
                  <a:cubicBezTo>
                    <a:pt x="402" y="90"/>
                    <a:pt x="312" y="0"/>
                    <a:pt x="201" y="0"/>
                  </a:cubicBezTo>
                  <a:close/>
                  <a:moveTo>
                    <a:pt x="222" y="344"/>
                  </a:moveTo>
                  <a:cubicBezTo>
                    <a:pt x="222" y="564"/>
                    <a:pt x="222" y="564"/>
                    <a:pt x="222" y="564"/>
                  </a:cubicBezTo>
                  <a:cubicBezTo>
                    <a:pt x="179" y="564"/>
                    <a:pt x="179" y="564"/>
                    <a:pt x="179" y="564"/>
                  </a:cubicBezTo>
                  <a:cubicBezTo>
                    <a:pt x="179" y="344"/>
                    <a:pt x="179" y="344"/>
                    <a:pt x="179" y="344"/>
                  </a:cubicBezTo>
                  <a:lnTo>
                    <a:pt x="222" y="344"/>
                  </a:lnTo>
                  <a:close/>
                </a:path>
              </a:pathLst>
            </a:custGeom>
            <a:gradFill>
              <a:gsLst>
                <a:gs pos="100000">
                  <a:srgbClr val="FED300"/>
                </a:gs>
                <a:gs pos="13000">
                  <a:srgbClr val="DB4A04"/>
                </a:gs>
              </a:gsLst>
              <a:lin ang="18900000" scaled="0"/>
            </a:gradFill>
            <a:ln w="14288" cap="flat">
              <a:noFill/>
              <a:prstDash val="solid"/>
              <a:miter lim="800000"/>
              <a:headEnd/>
              <a:tailEnd/>
            </a:ln>
            <a:effectLst>
              <a:outerShdw blurRad="101600" dist="38100" dir="2700000" algn="tl" rotWithShape="0">
                <a:prstClr val="black">
                  <a:alpha val="32000"/>
                </a:prstClr>
              </a:outerShdw>
            </a:effec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7"/>
            <p:cNvSpPr>
              <a:spLocks/>
            </p:cNvSpPr>
            <p:nvPr/>
          </p:nvSpPr>
          <p:spPr bwMode="auto">
            <a:xfrm>
              <a:off x="4425951" y="3065463"/>
              <a:ext cx="766763" cy="368300"/>
            </a:xfrm>
            <a:custGeom>
              <a:avLst/>
              <a:gdLst>
                <a:gd name="T0" fmla="*/ 135 w 364"/>
                <a:gd name="T1" fmla="*/ 175 h 175"/>
                <a:gd name="T2" fmla="*/ 205 w 364"/>
                <a:gd name="T3" fmla="*/ 140 h 175"/>
                <a:gd name="T4" fmla="*/ 223 w 364"/>
                <a:gd name="T5" fmla="*/ 140 h 175"/>
                <a:gd name="T6" fmla="*/ 364 w 364"/>
                <a:gd name="T7" fmla="*/ 140 h 175"/>
                <a:gd name="T8" fmla="*/ 364 w 364"/>
                <a:gd name="T9" fmla="*/ 33 h 175"/>
                <a:gd name="T10" fmla="*/ 223 w 364"/>
                <a:gd name="T11" fmla="*/ 33 h 175"/>
                <a:gd name="T12" fmla="*/ 204 w 364"/>
                <a:gd name="T13" fmla="*/ 33 h 175"/>
                <a:gd name="T14" fmla="*/ 135 w 364"/>
                <a:gd name="T15" fmla="*/ 0 h 175"/>
                <a:gd name="T16" fmla="*/ 67 w 364"/>
                <a:gd name="T17" fmla="*/ 33 h 175"/>
                <a:gd name="T18" fmla="*/ 43 w 364"/>
                <a:gd name="T19" fmla="*/ 33 h 175"/>
                <a:gd name="T20" fmla="*/ 0 w 364"/>
                <a:gd name="T21" fmla="*/ 33 h 175"/>
                <a:gd name="T22" fmla="*/ 0 w 364"/>
                <a:gd name="T23" fmla="*/ 140 h 175"/>
                <a:gd name="T24" fmla="*/ 43 w 364"/>
                <a:gd name="T25" fmla="*/ 140 h 175"/>
                <a:gd name="T26" fmla="*/ 65 w 364"/>
                <a:gd name="T27" fmla="*/ 140 h 175"/>
                <a:gd name="T28" fmla="*/ 135 w 364"/>
                <a:gd name="T29" fmla="*/ 175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4" h="175">
                  <a:moveTo>
                    <a:pt x="135" y="175"/>
                  </a:moveTo>
                  <a:cubicBezTo>
                    <a:pt x="164" y="175"/>
                    <a:pt x="189" y="161"/>
                    <a:pt x="205" y="140"/>
                  </a:cubicBezTo>
                  <a:cubicBezTo>
                    <a:pt x="223" y="140"/>
                    <a:pt x="223" y="140"/>
                    <a:pt x="223" y="140"/>
                  </a:cubicBezTo>
                  <a:cubicBezTo>
                    <a:pt x="364" y="140"/>
                    <a:pt x="364" y="140"/>
                    <a:pt x="364" y="140"/>
                  </a:cubicBezTo>
                  <a:cubicBezTo>
                    <a:pt x="364" y="33"/>
                    <a:pt x="364" y="33"/>
                    <a:pt x="364" y="33"/>
                  </a:cubicBezTo>
                  <a:cubicBezTo>
                    <a:pt x="223" y="33"/>
                    <a:pt x="223" y="33"/>
                    <a:pt x="223" y="33"/>
                  </a:cubicBezTo>
                  <a:cubicBezTo>
                    <a:pt x="204" y="33"/>
                    <a:pt x="204" y="33"/>
                    <a:pt x="204" y="33"/>
                  </a:cubicBezTo>
                  <a:cubicBezTo>
                    <a:pt x="188" y="13"/>
                    <a:pt x="163" y="0"/>
                    <a:pt x="135" y="0"/>
                  </a:cubicBezTo>
                  <a:cubicBezTo>
                    <a:pt x="108" y="0"/>
                    <a:pt x="83" y="13"/>
                    <a:pt x="67" y="33"/>
                  </a:cubicBezTo>
                  <a:cubicBezTo>
                    <a:pt x="43" y="33"/>
                    <a:pt x="43" y="33"/>
                    <a:pt x="43" y="33"/>
                  </a:cubicBezTo>
                  <a:cubicBezTo>
                    <a:pt x="0" y="33"/>
                    <a:pt x="0" y="33"/>
                    <a:pt x="0" y="33"/>
                  </a:cubicBezTo>
                  <a:cubicBezTo>
                    <a:pt x="0" y="140"/>
                    <a:pt x="0" y="140"/>
                    <a:pt x="0" y="140"/>
                  </a:cubicBezTo>
                  <a:cubicBezTo>
                    <a:pt x="43" y="140"/>
                    <a:pt x="43" y="140"/>
                    <a:pt x="43" y="140"/>
                  </a:cubicBezTo>
                  <a:cubicBezTo>
                    <a:pt x="65" y="140"/>
                    <a:pt x="65" y="140"/>
                    <a:pt x="65" y="140"/>
                  </a:cubicBezTo>
                  <a:cubicBezTo>
                    <a:pt x="81" y="161"/>
                    <a:pt x="107" y="175"/>
                    <a:pt x="135" y="175"/>
                  </a:cubicBezTo>
                  <a:close/>
                </a:path>
              </a:pathLst>
            </a:custGeom>
            <a:gradFill>
              <a:gsLst>
                <a:gs pos="0">
                  <a:srgbClr val="5B727A"/>
                </a:gs>
                <a:gs pos="98000">
                  <a:srgbClr val="5B727A"/>
                </a:gs>
                <a:gs pos="52000">
                  <a:srgbClr val="8DA4AC"/>
                </a:gs>
              </a:gsLst>
              <a:lin ang="0" scaled="0"/>
            </a:gradFill>
            <a:ln w="793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60" name="Oval 8"/>
            <p:cNvSpPr>
              <a:spLocks noChangeArrowheads="1"/>
            </p:cNvSpPr>
            <p:nvPr/>
          </p:nvSpPr>
          <p:spPr bwMode="auto">
            <a:xfrm>
              <a:off x="4562476" y="3101975"/>
              <a:ext cx="295275" cy="296863"/>
            </a:xfrm>
            <a:prstGeom prst="ellipse">
              <a:avLst/>
            </a:prstGeom>
            <a:gradFill flip="none" rotWithShape="1">
              <a:gsLst>
                <a:gs pos="0">
                  <a:srgbClr val="F0F0F0"/>
                </a:gs>
                <a:gs pos="100000">
                  <a:srgbClr val="F1F1F1"/>
                </a:gs>
              </a:gsLst>
              <a:lin ang="2700000" scaled="1"/>
              <a:tileRect/>
            </a:gradFill>
            <a:ln w="9525">
              <a:gradFill flip="none" rotWithShape="1">
                <a:gsLst>
                  <a:gs pos="100000">
                    <a:srgbClr val="FFFFFF"/>
                  </a:gs>
                  <a:gs pos="0">
                    <a:srgbClr val="CECED0"/>
                  </a:gs>
                </a:gsLst>
                <a:lin ang="13500000" scaled="1"/>
                <a:tileRect/>
              </a:gra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61" name="Freeform 9"/>
            <p:cNvSpPr>
              <a:spLocks noEditPoints="1"/>
            </p:cNvSpPr>
            <p:nvPr/>
          </p:nvSpPr>
          <p:spPr bwMode="auto">
            <a:xfrm>
              <a:off x="5192713" y="2338388"/>
              <a:ext cx="846138" cy="3595688"/>
            </a:xfrm>
            <a:custGeom>
              <a:avLst/>
              <a:gdLst>
                <a:gd name="T0" fmla="*/ 201 w 402"/>
                <a:gd name="T1" fmla="*/ 0 h 1707"/>
                <a:gd name="T2" fmla="*/ 0 w 402"/>
                <a:gd name="T3" fmla="*/ 201 h 1707"/>
                <a:gd name="T4" fmla="*/ 0 w 402"/>
                <a:gd name="T5" fmla="*/ 344 h 1707"/>
                <a:gd name="T6" fmla="*/ 0 w 402"/>
                <a:gd name="T7" fmla="*/ 595 h 1707"/>
                <a:gd name="T8" fmla="*/ 0 w 402"/>
                <a:gd name="T9" fmla="*/ 1506 h 1707"/>
                <a:gd name="T10" fmla="*/ 201 w 402"/>
                <a:gd name="T11" fmla="*/ 1707 h 1707"/>
                <a:gd name="T12" fmla="*/ 402 w 402"/>
                <a:gd name="T13" fmla="*/ 1506 h 1707"/>
                <a:gd name="T14" fmla="*/ 402 w 402"/>
                <a:gd name="T15" fmla="*/ 344 h 1707"/>
                <a:gd name="T16" fmla="*/ 402 w 402"/>
                <a:gd name="T17" fmla="*/ 323 h 1707"/>
                <a:gd name="T18" fmla="*/ 402 w 402"/>
                <a:gd name="T19" fmla="*/ 201 h 1707"/>
                <a:gd name="T20" fmla="*/ 201 w 402"/>
                <a:gd name="T21" fmla="*/ 0 h 1707"/>
                <a:gd name="T22" fmla="*/ 222 w 402"/>
                <a:gd name="T23" fmla="*/ 344 h 1707"/>
                <a:gd name="T24" fmla="*/ 222 w 402"/>
                <a:gd name="T25" fmla="*/ 564 h 1707"/>
                <a:gd name="T26" fmla="*/ 179 w 402"/>
                <a:gd name="T27" fmla="*/ 564 h 1707"/>
                <a:gd name="T28" fmla="*/ 179 w 402"/>
                <a:gd name="T29" fmla="*/ 344 h 1707"/>
                <a:gd name="T30" fmla="*/ 222 w 402"/>
                <a:gd name="T31" fmla="*/ 344 h 1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02" h="1707">
                  <a:moveTo>
                    <a:pt x="201" y="0"/>
                  </a:moveTo>
                  <a:cubicBezTo>
                    <a:pt x="90" y="0"/>
                    <a:pt x="0" y="90"/>
                    <a:pt x="0" y="201"/>
                  </a:cubicBezTo>
                  <a:cubicBezTo>
                    <a:pt x="0" y="344"/>
                    <a:pt x="0" y="344"/>
                    <a:pt x="0" y="344"/>
                  </a:cubicBezTo>
                  <a:cubicBezTo>
                    <a:pt x="0" y="595"/>
                    <a:pt x="0" y="595"/>
                    <a:pt x="0" y="595"/>
                  </a:cubicBezTo>
                  <a:cubicBezTo>
                    <a:pt x="0" y="1506"/>
                    <a:pt x="0" y="1506"/>
                    <a:pt x="0" y="1506"/>
                  </a:cubicBezTo>
                  <a:cubicBezTo>
                    <a:pt x="0" y="1617"/>
                    <a:pt x="90" y="1707"/>
                    <a:pt x="201" y="1707"/>
                  </a:cubicBezTo>
                  <a:cubicBezTo>
                    <a:pt x="312" y="1707"/>
                    <a:pt x="402" y="1617"/>
                    <a:pt x="402" y="1506"/>
                  </a:cubicBezTo>
                  <a:cubicBezTo>
                    <a:pt x="402" y="344"/>
                    <a:pt x="402" y="344"/>
                    <a:pt x="402" y="344"/>
                  </a:cubicBezTo>
                  <a:cubicBezTo>
                    <a:pt x="402" y="323"/>
                    <a:pt x="402" y="323"/>
                    <a:pt x="402" y="323"/>
                  </a:cubicBezTo>
                  <a:cubicBezTo>
                    <a:pt x="402" y="201"/>
                    <a:pt x="402" y="201"/>
                    <a:pt x="402" y="201"/>
                  </a:cubicBezTo>
                  <a:cubicBezTo>
                    <a:pt x="402" y="90"/>
                    <a:pt x="312" y="0"/>
                    <a:pt x="201" y="0"/>
                  </a:cubicBezTo>
                  <a:close/>
                  <a:moveTo>
                    <a:pt x="222" y="344"/>
                  </a:moveTo>
                  <a:cubicBezTo>
                    <a:pt x="222" y="564"/>
                    <a:pt x="222" y="564"/>
                    <a:pt x="222" y="564"/>
                  </a:cubicBezTo>
                  <a:cubicBezTo>
                    <a:pt x="179" y="564"/>
                    <a:pt x="179" y="564"/>
                    <a:pt x="179" y="564"/>
                  </a:cubicBezTo>
                  <a:cubicBezTo>
                    <a:pt x="179" y="344"/>
                    <a:pt x="179" y="344"/>
                    <a:pt x="179" y="344"/>
                  </a:cubicBezTo>
                  <a:lnTo>
                    <a:pt x="222" y="344"/>
                  </a:lnTo>
                  <a:close/>
                </a:path>
              </a:pathLst>
            </a:custGeom>
            <a:gradFill>
              <a:gsLst>
                <a:gs pos="100000">
                  <a:srgbClr val="E1579B"/>
                </a:gs>
                <a:gs pos="13000">
                  <a:srgbClr val="9E007A"/>
                </a:gs>
              </a:gsLst>
              <a:lin ang="18900000" scaled="0"/>
            </a:gradFill>
            <a:ln w="14288" cap="flat">
              <a:noFill/>
              <a:prstDash val="solid"/>
              <a:miter lim="800000"/>
              <a:headEnd/>
              <a:tailEnd/>
            </a:ln>
            <a:effectLst>
              <a:outerShdw blurRad="101600" dist="38100" dir="2700000" algn="tl" rotWithShape="0">
                <a:prstClr val="black">
                  <a:alpha val="32000"/>
                </a:prstClr>
              </a:outerShdw>
            </a:effec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10"/>
            <p:cNvSpPr>
              <a:spLocks/>
            </p:cNvSpPr>
            <p:nvPr/>
          </p:nvSpPr>
          <p:spPr bwMode="auto">
            <a:xfrm>
              <a:off x="5568951" y="3065463"/>
              <a:ext cx="766763" cy="368300"/>
            </a:xfrm>
            <a:custGeom>
              <a:avLst/>
              <a:gdLst>
                <a:gd name="T0" fmla="*/ 134 w 364"/>
                <a:gd name="T1" fmla="*/ 175 h 175"/>
                <a:gd name="T2" fmla="*/ 204 w 364"/>
                <a:gd name="T3" fmla="*/ 140 h 175"/>
                <a:gd name="T4" fmla="*/ 223 w 364"/>
                <a:gd name="T5" fmla="*/ 140 h 175"/>
                <a:gd name="T6" fmla="*/ 364 w 364"/>
                <a:gd name="T7" fmla="*/ 140 h 175"/>
                <a:gd name="T8" fmla="*/ 364 w 364"/>
                <a:gd name="T9" fmla="*/ 33 h 175"/>
                <a:gd name="T10" fmla="*/ 223 w 364"/>
                <a:gd name="T11" fmla="*/ 33 h 175"/>
                <a:gd name="T12" fmla="*/ 203 w 364"/>
                <a:gd name="T13" fmla="*/ 33 h 175"/>
                <a:gd name="T14" fmla="*/ 134 w 364"/>
                <a:gd name="T15" fmla="*/ 0 h 175"/>
                <a:gd name="T16" fmla="*/ 66 w 364"/>
                <a:gd name="T17" fmla="*/ 33 h 175"/>
                <a:gd name="T18" fmla="*/ 43 w 364"/>
                <a:gd name="T19" fmla="*/ 33 h 175"/>
                <a:gd name="T20" fmla="*/ 0 w 364"/>
                <a:gd name="T21" fmla="*/ 33 h 175"/>
                <a:gd name="T22" fmla="*/ 0 w 364"/>
                <a:gd name="T23" fmla="*/ 140 h 175"/>
                <a:gd name="T24" fmla="*/ 43 w 364"/>
                <a:gd name="T25" fmla="*/ 140 h 175"/>
                <a:gd name="T26" fmla="*/ 64 w 364"/>
                <a:gd name="T27" fmla="*/ 140 h 175"/>
                <a:gd name="T28" fmla="*/ 134 w 364"/>
                <a:gd name="T29" fmla="*/ 175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4" h="175">
                  <a:moveTo>
                    <a:pt x="134" y="175"/>
                  </a:moveTo>
                  <a:cubicBezTo>
                    <a:pt x="163" y="175"/>
                    <a:pt x="188" y="161"/>
                    <a:pt x="204" y="140"/>
                  </a:cubicBezTo>
                  <a:cubicBezTo>
                    <a:pt x="223" y="140"/>
                    <a:pt x="223" y="140"/>
                    <a:pt x="223" y="140"/>
                  </a:cubicBezTo>
                  <a:cubicBezTo>
                    <a:pt x="364" y="140"/>
                    <a:pt x="364" y="140"/>
                    <a:pt x="364" y="140"/>
                  </a:cubicBezTo>
                  <a:cubicBezTo>
                    <a:pt x="364" y="33"/>
                    <a:pt x="364" y="33"/>
                    <a:pt x="364" y="33"/>
                  </a:cubicBezTo>
                  <a:cubicBezTo>
                    <a:pt x="223" y="33"/>
                    <a:pt x="223" y="33"/>
                    <a:pt x="223" y="33"/>
                  </a:cubicBezTo>
                  <a:cubicBezTo>
                    <a:pt x="203" y="33"/>
                    <a:pt x="203" y="33"/>
                    <a:pt x="203" y="33"/>
                  </a:cubicBezTo>
                  <a:cubicBezTo>
                    <a:pt x="187" y="13"/>
                    <a:pt x="162" y="0"/>
                    <a:pt x="134" y="0"/>
                  </a:cubicBezTo>
                  <a:cubicBezTo>
                    <a:pt x="107" y="0"/>
                    <a:pt x="82" y="13"/>
                    <a:pt x="66" y="33"/>
                  </a:cubicBezTo>
                  <a:cubicBezTo>
                    <a:pt x="43" y="33"/>
                    <a:pt x="43" y="33"/>
                    <a:pt x="43" y="33"/>
                  </a:cubicBezTo>
                  <a:cubicBezTo>
                    <a:pt x="0" y="33"/>
                    <a:pt x="0" y="33"/>
                    <a:pt x="0" y="33"/>
                  </a:cubicBezTo>
                  <a:cubicBezTo>
                    <a:pt x="0" y="140"/>
                    <a:pt x="0" y="140"/>
                    <a:pt x="0" y="140"/>
                  </a:cubicBezTo>
                  <a:cubicBezTo>
                    <a:pt x="43" y="140"/>
                    <a:pt x="43" y="140"/>
                    <a:pt x="43" y="140"/>
                  </a:cubicBezTo>
                  <a:cubicBezTo>
                    <a:pt x="64" y="140"/>
                    <a:pt x="64" y="140"/>
                    <a:pt x="64" y="140"/>
                  </a:cubicBezTo>
                  <a:cubicBezTo>
                    <a:pt x="80" y="161"/>
                    <a:pt x="106" y="175"/>
                    <a:pt x="134" y="175"/>
                  </a:cubicBezTo>
                  <a:close/>
                </a:path>
              </a:pathLst>
            </a:custGeom>
            <a:gradFill>
              <a:gsLst>
                <a:gs pos="0">
                  <a:srgbClr val="5B727A"/>
                </a:gs>
                <a:gs pos="98000">
                  <a:srgbClr val="5B727A"/>
                </a:gs>
                <a:gs pos="52000">
                  <a:srgbClr val="8DA4AC"/>
                </a:gs>
              </a:gsLst>
              <a:lin ang="0" scaled="0"/>
            </a:gradFill>
            <a:ln w="793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63" name="Oval 12"/>
            <p:cNvSpPr>
              <a:spLocks noChangeArrowheads="1"/>
            </p:cNvSpPr>
            <p:nvPr/>
          </p:nvSpPr>
          <p:spPr bwMode="auto">
            <a:xfrm>
              <a:off x="5703888" y="3101975"/>
              <a:ext cx="293688" cy="296863"/>
            </a:xfrm>
            <a:prstGeom prst="ellipse">
              <a:avLst/>
            </a:prstGeom>
            <a:gradFill flip="none" rotWithShape="1">
              <a:gsLst>
                <a:gs pos="0">
                  <a:srgbClr val="F0F0F0"/>
                </a:gs>
                <a:gs pos="100000">
                  <a:srgbClr val="F1F1F1"/>
                </a:gs>
              </a:gsLst>
              <a:lin ang="2700000" scaled="1"/>
              <a:tileRect/>
            </a:gradFill>
            <a:ln w="9525">
              <a:gradFill flip="none" rotWithShape="1">
                <a:gsLst>
                  <a:gs pos="100000">
                    <a:srgbClr val="FFFFFF"/>
                  </a:gs>
                  <a:gs pos="0">
                    <a:srgbClr val="CECED0"/>
                  </a:gs>
                </a:gsLst>
                <a:lin ang="13500000" scaled="1"/>
                <a:tileRect/>
              </a:gra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64" name="Freeform 13"/>
            <p:cNvSpPr>
              <a:spLocks noEditPoints="1"/>
            </p:cNvSpPr>
            <p:nvPr/>
          </p:nvSpPr>
          <p:spPr bwMode="auto">
            <a:xfrm>
              <a:off x="6335713" y="2338388"/>
              <a:ext cx="846138" cy="3595688"/>
            </a:xfrm>
            <a:custGeom>
              <a:avLst/>
              <a:gdLst>
                <a:gd name="T0" fmla="*/ 201 w 402"/>
                <a:gd name="T1" fmla="*/ 0 h 1707"/>
                <a:gd name="T2" fmla="*/ 0 w 402"/>
                <a:gd name="T3" fmla="*/ 201 h 1707"/>
                <a:gd name="T4" fmla="*/ 0 w 402"/>
                <a:gd name="T5" fmla="*/ 344 h 1707"/>
                <a:gd name="T6" fmla="*/ 0 w 402"/>
                <a:gd name="T7" fmla="*/ 595 h 1707"/>
                <a:gd name="T8" fmla="*/ 0 w 402"/>
                <a:gd name="T9" fmla="*/ 1506 h 1707"/>
                <a:gd name="T10" fmla="*/ 201 w 402"/>
                <a:gd name="T11" fmla="*/ 1707 h 1707"/>
                <a:gd name="T12" fmla="*/ 402 w 402"/>
                <a:gd name="T13" fmla="*/ 1506 h 1707"/>
                <a:gd name="T14" fmla="*/ 402 w 402"/>
                <a:gd name="T15" fmla="*/ 344 h 1707"/>
                <a:gd name="T16" fmla="*/ 402 w 402"/>
                <a:gd name="T17" fmla="*/ 323 h 1707"/>
                <a:gd name="T18" fmla="*/ 402 w 402"/>
                <a:gd name="T19" fmla="*/ 201 h 1707"/>
                <a:gd name="T20" fmla="*/ 201 w 402"/>
                <a:gd name="T21" fmla="*/ 0 h 1707"/>
                <a:gd name="T22" fmla="*/ 222 w 402"/>
                <a:gd name="T23" fmla="*/ 344 h 1707"/>
                <a:gd name="T24" fmla="*/ 222 w 402"/>
                <a:gd name="T25" fmla="*/ 564 h 1707"/>
                <a:gd name="T26" fmla="*/ 179 w 402"/>
                <a:gd name="T27" fmla="*/ 564 h 1707"/>
                <a:gd name="T28" fmla="*/ 179 w 402"/>
                <a:gd name="T29" fmla="*/ 344 h 1707"/>
                <a:gd name="T30" fmla="*/ 222 w 402"/>
                <a:gd name="T31" fmla="*/ 344 h 1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02" h="1707">
                  <a:moveTo>
                    <a:pt x="201" y="0"/>
                  </a:moveTo>
                  <a:cubicBezTo>
                    <a:pt x="90" y="0"/>
                    <a:pt x="0" y="90"/>
                    <a:pt x="0" y="201"/>
                  </a:cubicBezTo>
                  <a:cubicBezTo>
                    <a:pt x="0" y="344"/>
                    <a:pt x="0" y="344"/>
                    <a:pt x="0" y="344"/>
                  </a:cubicBezTo>
                  <a:cubicBezTo>
                    <a:pt x="0" y="595"/>
                    <a:pt x="0" y="595"/>
                    <a:pt x="0" y="595"/>
                  </a:cubicBezTo>
                  <a:cubicBezTo>
                    <a:pt x="0" y="1506"/>
                    <a:pt x="0" y="1506"/>
                    <a:pt x="0" y="1506"/>
                  </a:cubicBezTo>
                  <a:cubicBezTo>
                    <a:pt x="0" y="1617"/>
                    <a:pt x="90" y="1707"/>
                    <a:pt x="201" y="1707"/>
                  </a:cubicBezTo>
                  <a:cubicBezTo>
                    <a:pt x="312" y="1707"/>
                    <a:pt x="402" y="1617"/>
                    <a:pt x="402" y="1506"/>
                  </a:cubicBezTo>
                  <a:cubicBezTo>
                    <a:pt x="402" y="344"/>
                    <a:pt x="402" y="344"/>
                    <a:pt x="402" y="344"/>
                  </a:cubicBezTo>
                  <a:cubicBezTo>
                    <a:pt x="402" y="323"/>
                    <a:pt x="402" y="323"/>
                    <a:pt x="402" y="323"/>
                  </a:cubicBezTo>
                  <a:cubicBezTo>
                    <a:pt x="402" y="201"/>
                    <a:pt x="402" y="201"/>
                    <a:pt x="402" y="201"/>
                  </a:cubicBezTo>
                  <a:cubicBezTo>
                    <a:pt x="402" y="90"/>
                    <a:pt x="312" y="0"/>
                    <a:pt x="201" y="0"/>
                  </a:cubicBezTo>
                  <a:close/>
                  <a:moveTo>
                    <a:pt x="222" y="344"/>
                  </a:moveTo>
                  <a:cubicBezTo>
                    <a:pt x="222" y="564"/>
                    <a:pt x="222" y="564"/>
                    <a:pt x="222" y="564"/>
                  </a:cubicBezTo>
                  <a:cubicBezTo>
                    <a:pt x="179" y="564"/>
                    <a:pt x="179" y="564"/>
                    <a:pt x="179" y="564"/>
                  </a:cubicBezTo>
                  <a:cubicBezTo>
                    <a:pt x="179" y="344"/>
                    <a:pt x="179" y="344"/>
                    <a:pt x="179" y="344"/>
                  </a:cubicBezTo>
                  <a:lnTo>
                    <a:pt x="222" y="344"/>
                  </a:lnTo>
                  <a:close/>
                </a:path>
              </a:pathLst>
            </a:custGeom>
            <a:gradFill>
              <a:gsLst>
                <a:gs pos="100000">
                  <a:srgbClr val="89C3A6"/>
                </a:gs>
                <a:gs pos="13000">
                  <a:srgbClr val="007BBC"/>
                </a:gs>
              </a:gsLst>
              <a:lin ang="18900000" scaled="0"/>
            </a:gradFill>
            <a:ln w="14288" cap="flat">
              <a:noFill/>
              <a:prstDash val="solid"/>
              <a:miter lim="800000"/>
              <a:headEnd/>
              <a:tailEnd/>
            </a:ln>
            <a:effectLst>
              <a:outerShdw blurRad="101600" dist="38100" dir="2700000" algn="tl" rotWithShape="0">
                <a:prstClr val="black">
                  <a:alpha val="32000"/>
                </a:prstClr>
              </a:outerShdw>
            </a:effec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14"/>
            <p:cNvSpPr>
              <a:spLocks/>
            </p:cNvSpPr>
            <p:nvPr/>
          </p:nvSpPr>
          <p:spPr bwMode="auto">
            <a:xfrm>
              <a:off x="6711951" y="3065463"/>
              <a:ext cx="766763" cy="368300"/>
            </a:xfrm>
            <a:custGeom>
              <a:avLst/>
              <a:gdLst>
                <a:gd name="T0" fmla="*/ 129 w 364"/>
                <a:gd name="T1" fmla="*/ 175 h 175"/>
                <a:gd name="T2" fmla="*/ 199 w 364"/>
                <a:gd name="T3" fmla="*/ 140 h 175"/>
                <a:gd name="T4" fmla="*/ 223 w 364"/>
                <a:gd name="T5" fmla="*/ 140 h 175"/>
                <a:gd name="T6" fmla="*/ 364 w 364"/>
                <a:gd name="T7" fmla="*/ 140 h 175"/>
                <a:gd name="T8" fmla="*/ 364 w 364"/>
                <a:gd name="T9" fmla="*/ 33 h 175"/>
                <a:gd name="T10" fmla="*/ 223 w 364"/>
                <a:gd name="T11" fmla="*/ 33 h 175"/>
                <a:gd name="T12" fmla="*/ 197 w 364"/>
                <a:gd name="T13" fmla="*/ 33 h 175"/>
                <a:gd name="T14" fmla="*/ 129 w 364"/>
                <a:gd name="T15" fmla="*/ 0 h 175"/>
                <a:gd name="T16" fmla="*/ 60 w 364"/>
                <a:gd name="T17" fmla="*/ 33 h 175"/>
                <a:gd name="T18" fmla="*/ 43 w 364"/>
                <a:gd name="T19" fmla="*/ 33 h 175"/>
                <a:gd name="T20" fmla="*/ 0 w 364"/>
                <a:gd name="T21" fmla="*/ 33 h 175"/>
                <a:gd name="T22" fmla="*/ 0 w 364"/>
                <a:gd name="T23" fmla="*/ 140 h 175"/>
                <a:gd name="T24" fmla="*/ 43 w 364"/>
                <a:gd name="T25" fmla="*/ 140 h 175"/>
                <a:gd name="T26" fmla="*/ 58 w 364"/>
                <a:gd name="T27" fmla="*/ 140 h 175"/>
                <a:gd name="T28" fmla="*/ 129 w 364"/>
                <a:gd name="T29" fmla="*/ 175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4" h="175">
                  <a:moveTo>
                    <a:pt x="129" y="175"/>
                  </a:moveTo>
                  <a:cubicBezTo>
                    <a:pt x="157" y="175"/>
                    <a:pt x="183" y="161"/>
                    <a:pt x="199" y="140"/>
                  </a:cubicBezTo>
                  <a:cubicBezTo>
                    <a:pt x="223" y="140"/>
                    <a:pt x="223" y="140"/>
                    <a:pt x="223" y="140"/>
                  </a:cubicBezTo>
                  <a:cubicBezTo>
                    <a:pt x="364" y="140"/>
                    <a:pt x="364" y="140"/>
                    <a:pt x="364" y="140"/>
                  </a:cubicBezTo>
                  <a:cubicBezTo>
                    <a:pt x="364" y="33"/>
                    <a:pt x="364" y="33"/>
                    <a:pt x="364" y="33"/>
                  </a:cubicBezTo>
                  <a:cubicBezTo>
                    <a:pt x="223" y="33"/>
                    <a:pt x="223" y="33"/>
                    <a:pt x="223" y="33"/>
                  </a:cubicBezTo>
                  <a:cubicBezTo>
                    <a:pt x="197" y="33"/>
                    <a:pt x="197" y="33"/>
                    <a:pt x="197" y="33"/>
                  </a:cubicBezTo>
                  <a:cubicBezTo>
                    <a:pt x="181" y="13"/>
                    <a:pt x="156" y="0"/>
                    <a:pt x="129" y="0"/>
                  </a:cubicBezTo>
                  <a:cubicBezTo>
                    <a:pt x="101" y="0"/>
                    <a:pt x="76" y="13"/>
                    <a:pt x="60" y="33"/>
                  </a:cubicBezTo>
                  <a:cubicBezTo>
                    <a:pt x="43" y="33"/>
                    <a:pt x="43" y="33"/>
                    <a:pt x="43" y="33"/>
                  </a:cubicBezTo>
                  <a:cubicBezTo>
                    <a:pt x="0" y="33"/>
                    <a:pt x="0" y="33"/>
                    <a:pt x="0" y="33"/>
                  </a:cubicBezTo>
                  <a:cubicBezTo>
                    <a:pt x="0" y="140"/>
                    <a:pt x="0" y="140"/>
                    <a:pt x="0" y="140"/>
                  </a:cubicBezTo>
                  <a:cubicBezTo>
                    <a:pt x="43" y="140"/>
                    <a:pt x="43" y="140"/>
                    <a:pt x="43" y="140"/>
                  </a:cubicBezTo>
                  <a:cubicBezTo>
                    <a:pt x="58" y="140"/>
                    <a:pt x="58" y="140"/>
                    <a:pt x="58" y="140"/>
                  </a:cubicBezTo>
                  <a:cubicBezTo>
                    <a:pt x="74" y="161"/>
                    <a:pt x="100" y="175"/>
                    <a:pt x="129" y="175"/>
                  </a:cubicBezTo>
                  <a:close/>
                </a:path>
              </a:pathLst>
            </a:custGeom>
            <a:gradFill>
              <a:gsLst>
                <a:gs pos="0">
                  <a:srgbClr val="5B727A"/>
                </a:gs>
                <a:gs pos="98000">
                  <a:srgbClr val="5B727A"/>
                </a:gs>
                <a:gs pos="52000">
                  <a:srgbClr val="8DA4AC"/>
                </a:gs>
              </a:gsLst>
              <a:lin ang="0" scaled="0"/>
            </a:gradFill>
            <a:ln w="793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66" name="Oval 16"/>
            <p:cNvSpPr>
              <a:spLocks noChangeArrowheads="1"/>
            </p:cNvSpPr>
            <p:nvPr/>
          </p:nvSpPr>
          <p:spPr bwMode="auto">
            <a:xfrm>
              <a:off x="6834188" y="3101975"/>
              <a:ext cx="296863" cy="296863"/>
            </a:xfrm>
            <a:prstGeom prst="ellipse">
              <a:avLst/>
            </a:prstGeom>
            <a:gradFill flip="none" rotWithShape="1">
              <a:gsLst>
                <a:gs pos="0">
                  <a:srgbClr val="F0F0F0"/>
                </a:gs>
                <a:gs pos="100000">
                  <a:srgbClr val="F1F1F1"/>
                </a:gs>
              </a:gsLst>
              <a:lin ang="2700000" scaled="1"/>
              <a:tileRect/>
            </a:gradFill>
            <a:ln w="9525">
              <a:gradFill flip="none" rotWithShape="1">
                <a:gsLst>
                  <a:gs pos="100000">
                    <a:srgbClr val="FFFFFF"/>
                  </a:gs>
                  <a:gs pos="0">
                    <a:srgbClr val="CECED0"/>
                  </a:gs>
                </a:gsLst>
                <a:lin ang="13500000" scaled="1"/>
                <a:tileRect/>
              </a:gra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67" name="Freeform 17"/>
            <p:cNvSpPr>
              <a:spLocks noEditPoints="1"/>
            </p:cNvSpPr>
            <p:nvPr/>
          </p:nvSpPr>
          <p:spPr bwMode="auto">
            <a:xfrm>
              <a:off x="7478713" y="2338388"/>
              <a:ext cx="849313" cy="3595688"/>
            </a:xfrm>
            <a:custGeom>
              <a:avLst/>
              <a:gdLst>
                <a:gd name="T0" fmla="*/ 201 w 404"/>
                <a:gd name="T1" fmla="*/ 0 h 1707"/>
                <a:gd name="T2" fmla="*/ 0 w 404"/>
                <a:gd name="T3" fmla="*/ 201 h 1707"/>
                <a:gd name="T4" fmla="*/ 0 w 404"/>
                <a:gd name="T5" fmla="*/ 344 h 1707"/>
                <a:gd name="T6" fmla="*/ 0 w 404"/>
                <a:gd name="T7" fmla="*/ 595 h 1707"/>
                <a:gd name="T8" fmla="*/ 0 w 404"/>
                <a:gd name="T9" fmla="*/ 1506 h 1707"/>
                <a:gd name="T10" fmla="*/ 201 w 404"/>
                <a:gd name="T11" fmla="*/ 1707 h 1707"/>
                <a:gd name="T12" fmla="*/ 402 w 404"/>
                <a:gd name="T13" fmla="*/ 1506 h 1707"/>
                <a:gd name="T14" fmla="*/ 404 w 404"/>
                <a:gd name="T15" fmla="*/ 323 h 1707"/>
                <a:gd name="T16" fmla="*/ 404 w 404"/>
                <a:gd name="T17" fmla="*/ 203 h 1707"/>
                <a:gd name="T18" fmla="*/ 201 w 404"/>
                <a:gd name="T19" fmla="*/ 0 h 1707"/>
                <a:gd name="T20" fmla="*/ 222 w 404"/>
                <a:gd name="T21" fmla="*/ 344 h 1707"/>
                <a:gd name="T22" fmla="*/ 224 w 404"/>
                <a:gd name="T23" fmla="*/ 344 h 1707"/>
                <a:gd name="T24" fmla="*/ 224 w 404"/>
                <a:gd name="T25" fmla="*/ 564 h 1707"/>
                <a:gd name="T26" fmla="*/ 179 w 404"/>
                <a:gd name="T27" fmla="*/ 564 h 1707"/>
                <a:gd name="T28" fmla="*/ 179 w 404"/>
                <a:gd name="T29" fmla="*/ 344 h 1707"/>
                <a:gd name="T30" fmla="*/ 222 w 404"/>
                <a:gd name="T31" fmla="*/ 344 h 1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04" h="1707">
                  <a:moveTo>
                    <a:pt x="201" y="0"/>
                  </a:moveTo>
                  <a:cubicBezTo>
                    <a:pt x="90" y="0"/>
                    <a:pt x="0" y="90"/>
                    <a:pt x="0" y="201"/>
                  </a:cubicBezTo>
                  <a:cubicBezTo>
                    <a:pt x="0" y="344"/>
                    <a:pt x="0" y="344"/>
                    <a:pt x="0" y="344"/>
                  </a:cubicBezTo>
                  <a:cubicBezTo>
                    <a:pt x="0" y="595"/>
                    <a:pt x="0" y="595"/>
                    <a:pt x="0" y="595"/>
                  </a:cubicBezTo>
                  <a:cubicBezTo>
                    <a:pt x="0" y="1506"/>
                    <a:pt x="0" y="1506"/>
                    <a:pt x="0" y="1506"/>
                  </a:cubicBezTo>
                  <a:cubicBezTo>
                    <a:pt x="0" y="1617"/>
                    <a:pt x="90" y="1707"/>
                    <a:pt x="201" y="1707"/>
                  </a:cubicBezTo>
                  <a:cubicBezTo>
                    <a:pt x="312" y="1707"/>
                    <a:pt x="402" y="1617"/>
                    <a:pt x="402" y="1506"/>
                  </a:cubicBezTo>
                  <a:cubicBezTo>
                    <a:pt x="404" y="323"/>
                    <a:pt x="404" y="323"/>
                    <a:pt x="404" y="323"/>
                  </a:cubicBezTo>
                  <a:cubicBezTo>
                    <a:pt x="404" y="203"/>
                    <a:pt x="404" y="203"/>
                    <a:pt x="404" y="203"/>
                  </a:cubicBezTo>
                  <a:cubicBezTo>
                    <a:pt x="404" y="92"/>
                    <a:pt x="312" y="0"/>
                    <a:pt x="201" y="0"/>
                  </a:cubicBezTo>
                  <a:close/>
                  <a:moveTo>
                    <a:pt x="222" y="344"/>
                  </a:moveTo>
                  <a:cubicBezTo>
                    <a:pt x="224" y="344"/>
                    <a:pt x="224" y="344"/>
                    <a:pt x="224" y="344"/>
                  </a:cubicBezTo>
                  <a:cubicBezTo>
                    <a:pt x="224" y="564"/>
                    <a:pt x="224" y="564"/>
                    <a:pt x="224" y="564"/>
                  </a:cubicBezTo>
                  <a:cubicBezTo>
                    <a:pt x="179" y="564"/>
                    <a:pt x="179" y="564"/>
                    <a:pt x="179" y="564"/>
                  </a:cubicBezTo>
                  <a:cubicBezTo>
                    <a:pt x="179" y="344"/>
                    <a:pt x="179" y="344"/>
                    <a:pt x="179" y="344"/>
                  </a:cubicBezTo>
                  <a:lnTo>
                    <a:pt x="222" y="344"/>
                  </a:lnTo>
                  <a:close/>
                </a:path>
              </a:pathLst>
            </a:custGeom>
            <a:gradFill>
              <a:gsLst>
                <a:gs pos="100000">
                  <a:srgbClr val="E7E507"/>
                </a:gs>
                <a:gs pos="13000">
                  <a:srgbClr val="A6C43C"/>
                </a:gs>
              </a:gsLst>
              <a:lin ang="18900000" scaled="0"/>
            </a:gradFill>
            <a:ln w="14288" cap="flat">
              <a:noFill/>
              <a:prstDash val="solid"/>
              <a:miter lim="800000"/>
              <a:headEnd/>
              <a:tailEnd/>
            </a:ln>
            <a:effectLst>
              <a:outerShdw blurRad="101600" dist="38100" dir="2700000" algn="tl" rotWithShape="0">
                <a:prstClr val="black">
                  <a:alpha val="32000"/>
                </a:prstClr>
              </a:outerShdw>
            </a:effec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18"/>
            <p:cNvSpPr>
              <a:spLocks/>
            </p:cNvSpPr>
            <p:nvPr/>
          </p:nvSpPr>
          <p:spPr bwMode="auto">
            <a:xfrm>
              <a:off x="7854951" y="3065463"/>
              <a:ext cx="1389063" cy="368300"/>
            </a:xfrm>
            <a:custGeom>
              <a:avLst/>
              <a:gdLst>
                <a:gd name="T0" fmla="*/ 133 w 660"/>
                <a:gd name="T1" fmla="*/ 175 h 175"/>
                <a:gd name="T2" fmla="*/ 203 w 660"/>
                <a:gd name="T3" fmla="*/ 140 h 175"/>
                <a:gd name="T4" fmla="*/ 223 w 660"/>
                <a:gd name="T5" fmla="*/ 140 h 175"/>
                <a:gd name="T6" fmla="*/ 660 w 660"/>
                <a:gd name="T7" fmla="*/ 140 h 175"/>
                <a:gd name="T8" fmla="*/ 660 w 660"/>
                <a:gd name="T9" fmla="*/ 33 h 175"/>
                <a:gd name="T10" fmla="*/ 223 w 660"/>
                <a:gd name="T11" fmla="*/ 33 h 175"/>
                <a:gd name="T12" fmla="*/ 202 w 660"/>
                <a:gd name="T13" fmla="*/ 33 h 175"/>
                <a:gd name="T14" fmla="*/ 133 w 660"/>
                <a:gd name="T15" fmla="*/ 0 h 175"/>
                <a:gd name="T16" fmla="*/ 65 w 660"/>
                <a:gd name="T17" fmla="*/ 33 h 175"/>
                <a:gd name="T18" fmla="*/ 43 w 660"/>
                <a:gd name="T19" fmla="*/ 33 h 175"/>
                <a:gd name="T20" fmla="*/ 0 w 660"/>
                <a:gd name="T21" fmla="*/ 33 h 175"/>
                <a:gd name="T22" fmla="*/ 0 w 660"/>
                <a:gd name="T23" fmla="*/ 140 h 175"/>
                <a:gd name="T24" fmla="*/ 43 w 660"/>
                <a:gd name="T25" fmla="*/ 140 h 175"/>
                <a:gd name="T26" fmla="*/ 63 w 660"/>
                <a:gd name="T27" fmla="*/ 140 h 175"/>
                <a:gd name="T28" fmla="*/ 133 w 660"/>
                <a:gd name="T29" fmla="*/ 175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60" h="175">
                  <a:moveTo>
                    <a:pt x="133" y="175"/>
                  </a:moveTo>
                  <a:cubicBezTo>
                    <a:pt x="162" y="175"/>
                    <a:pt x="187" y="161"/>
                    <a:pt x="203" y="140"/>
                  </a:cubicBezTo>
                  <a:cubicBezTo>
                    <a:pt x="223" y="140"/>
                    <a:pt x="223" y="140"/>
                    <a:pt x="223" y="140"/>
                  </a:cubicBezTo>
                  <a:cubicBezTo>
                    <a:pt x="660" y="140"/>
                    <a:pt x="660" y="140"/>
                    <a:pt x="660" y="140"/>
                  </a:cubicBezTo>
                  <a:cubicBezTo>
                    <a:pt x="660" y="33"/>
                    <a:pt x="660" y="33"/>
                    <a:pt x="660" y="33"/>
                  </a:cubicBezTo>
                  <a:cubicBezTo>
                    <a:pt x="223" y="33"/>
                    <a:pt x="223" y="33"/>
                    <a:pt x="223" y="33"/>
                  </a:cubicBezTo>
                  <a:cubicBezTo>
                    <a:pt x="202" y="33"/>
                    <a:pt x="202" y="33"/>
                    <a:pt x="202" y="33"/>
                  </a:cubicBezTo>
                  <a:cubicBezTo>
                    <a:pt x="185" y="13"/>
                    <a:pt x="161" y="0"/>
                    <a:pt x="133" y="0"/>
                  </a:cubicBezTo>
                  <a:cubicBezTo>
                    <a:pt x="105" y="0"/>
                    <a:pt x="81" y="13"/>
                    <a:pt x="65" y="33"/>
                  </a:cubicBezTo>
                  <a:cubicBezTo>
                    <a:pt x="43" y="33"/>
                    <a:pt x="43" y="33"/>
                    <a:pt x="43" y="33"/>
                  </a:cubicBezTo>
                  <a:cubicBezTo>
                    <a:pt x="0" y="33"/>
                    <a:pt x="0" y="33"/>
                    <a:pt x="0" y="33"/>
                  </a:cubicBezTo>
                  <a:cubicBezTo>
                    <a:pt x="0" y="140"/>
                    <a:pt x="0" y="140"/>
                    <a:pt x="0" y="140"/>
                  </a:cubicBezTo>
                  <a:cubicBezTo>
                    <a:pt x="43" y="140"/>
                    <a:pt x="43" y="140"/>
                    <a:pt x="43" y="140"/>
                  </a:cubicBezTo>
                  <a:cubicBezTo>
                    <a:pt x="63" y="140"/>
                    <a:pt x="63" y="140"/>
                    <a:pt x="63" y="140"/>
                  </a:cubicBezTo>
                  <a:cubicBezTo>
                    <a:pt x="79" y="161"/>
                    <a:pt x="104" y="175"/>
                    <a:pt x="133" y="175"/>
                  </a:cubicBezTo>
                  <a:close/>
                </a:path>
              </a:pathLst>
            </a:custGeom>
            <a:gradFill>
              <a:gsLst>
                <a:gs pos="0">
                  <a:srgbClr val="5B727A"/>
                </a:gs>
                <a:gs pos="98000">
                  <a:srgbClr val="5B727A"/>
                </a:gs>
                <a:gs pos="52000">
                  <a:srgbClr val="8DA4AC"/>
                </a:gs>
              </a:gsLst>
              <a:lin ang="0" scaled="0"/>
            </a:gradFill>
            <a:ln w="793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69" name="Oval 20"/>
            <p:cNvSpPr>
              <a:spLocks noChangeArrowheads="1"/>
            </p:cNvSpPr>
            <p:nvPr/>
          </p:nvSpPr>
          <p:spPr bwMode="auto">
            <a:xfrm>
              <a:off x="7986713" y="3101975"/>
              <a:ext cx="295275" cy="296863"/>
            </a:xfrm>
            <a:prstGeom prst="ellipse">
              <a:avLst/>
            </a:prstGeom>
            <a:gradFill flip="none" rotWithShape="1">
              <a:gsLst>
                <a:gs pos="0">
                  <a:srgbClr val="F0F0F0"/>
                </a:gs>
                <a:gs pos="100000">
                  <a:srgbClr val="F1F1F1"/>
                </a:gs>
              </a:gsLst>
              <a:lin ang="2700000" scaled="1"/>
              <a:tileRect/>
            </a:gradFill>
            <a:ln w="9525">
              <a:gradFill flip="none" rotWithShape="1">
                <a:gsLst>
                  <a:gs pos="100000">
                    <a:srgbClr val="FFFFFF"/>
                  </a:gs>
                  <a:gs pos="0">
                    <a:srgbClr val="CECED0"/>
                  </a:gs>
                </a:gsLst>
                <a:lin ang="13500000" scaled="1"/>
                <a:tileRect/>
              </a:gra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grpSp>
      <p:pic>
        <p:nvPicPr>
          <p:cNvPr id="70" name="图片 69"/>
          <p:cNvPicPr>
            <a:picLocks noChangeAspect="1"/>
          </p:cNvPicPr>
          <p:nvPr/>
        </p:nvPicPr>
        <p:blipFill rotWithShape="1">
          <a:blip r:embed="rId2"/>
          <a:srcRect l="971" t="9608" r="58068" b="11113"/>
          <a:stretch/>
        </p:blipFill>
        <p:spPr>
          <a:xfrm rot="10800000" flipV="1">
            <a:off x="2200159" y="2292292"/>
            <a:ext cx="117137" cy="1649120"/>
          </a:xfrm>
          <a:prstGeom prst="rect">
            <a:avLst/>
          </a:prstGeom>
        </p:spPr>
      </p:pic>
      <p:pic>
        <p:nvPicPr>
          <p:cNvPr id="71" name="图片 70"/>
          <p:cNvPicPr>
            <a:picLocks noChangeAspect="1"/>
          </p:cNvPicPr>
          <p:nvPr/>
        </p:nvPicPr>
        <p:blipFill rotWithShape="1">
          <a:blip r:embed="rId2"/>
          <a:srcRect l="971" t="9608" r="58068" b="11113"/>
          <a:stretch/>
        </p:blipFill>
        <p:spPr>
          <a:xfrm rot="10800000" flipH="1" flipV="1">
            <a:off x="9644389" y="2292292"/>
            <a:ext cx="117137" cy="1649120"/>
          </a:xfrm>
          <a:prstGeom prst="rect">
            <a:avLst/>
          </a:prstGeom>
        </p:spPr>
      </p:pic>
      <p:grpSp>
        <p:nvGrpSpPr>
          <p:cNvPr id="72" name="组合 21"/>
          <p:cNvGrpSpPr/>
          <p:nvPr/>
        </p:nvGrpSpPr>
        <p:grpSpPr>
          <a:xfrm>
            <a:off x="3724152" y="5515984"/>
            <a:ext cx="614004" cy="581241"/>
            <a:chOff x="4787900" y="539750"/>
            <a:chExt cx="803275" cy="760413"/>
          </a:xfrm>
          <a:solidFill>
            <a:schemeClr val="bg1"/>
          </a:solidFill>
        </p:grpSpPr>
        <p:sp>
          <p:nvSpPr>
            <p:cNvPr id="73" name="Freeform 17"/>
            <p:cNvSpPr>
              <a:spLocks/>
            </p:cNvSpPr>
            <p:nvPr/>
          </p:nvSpPr>
          <p:spPr bwMode="auto">
            <a:xfrm>
              <a:off x="4787900" y="619125"/>
              <a:ext cx="430212" cy="438150"/>
            </a:xfrm>
            <a:custGeom>
              <a:avLst/>
              <a:gdLst>
                <a:gd name="T0" fmla="*/ 30 w 60"/>
                <a:gd name="T1" fmla="*/ 0 h 61"/>
                <a:gd name="T2" fmla="*/ 0 w 60"/>
                <a:gd name="T3" fmla="*/ 31 h 61"/>
                <a:gd name="T4" fmla="*/ 3 w 60"/>
                <a:gd name="T5" fmla="*/ 44 h 61"/>
                <a:gd name="T6" fmla="*/ 7 w 60"/>
                <a:gd name="T7" fmla="*/ 46 h 61"/>
                <a:gd name="T8" fmla="*/ 8 w 60"/>
                <a:gd name="T9" fmla="*/ 42 h 61"/>
                <a:gd name="T10" fmla="*/ 5 w 60"/>
                <a:gd name="T11" fmla="*/ 31 h 61"/>
                <a:gd name="T12" fmla="*/ 30 w 60"/>
                <a:gd name="T13" fmla="*/ 6 h 61"/>
                <a:gd name="T14" fmla="*/ 55 w 60"/>
                <a:gd name="T15" fmla="*/ 31 h 61"/>
                <a:gd name="T16" fmla="*/ 30 w 60"/>
                <a:gd name="T17" fmla="*/ 55 h 61"/>
                <a:gd name="T18" fmla="*/ 24 w 60"/>
                <a:gd name="T19" fmla="*/ 55 h 61"/>
                <a:gd name="T20" fmla="*/ 21 w 60"/>
                <a:gd name="T21" fmla="*/ 57 h 61"/>
                <a:gd name="T22" fmla="*/ 23 w 60"/>
                <a:gd name="T23" fmla="*/ 60 h 61"/>
                <a:gd name="T24" fmla="*/ 30 w 60"/>
                <a:gd name="T25" fmla="*/ 61 h 61"/>
                <a:gd name="T26" fmla="*/ 60 w 60"/>
                <a:gd name="T27" fmla="*/ 31 h 61"/>
                <a:gd name="T28" fmla="*/ 30 w 60"/>
                <a:gd name="T29"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0" h="61">
                  <a:moveTo>
                    <a:pt x="30" y="0"/>
                  </a:moveTo>
                  <a:cubicBezTo>
                    <a:pt x="13" y="0"/>
                    <a:pt x="0" y="14"/>
                    <a:pt x="0" y="31"/>
                  </a:cubicBezTo>
                  <a:cubicBezTo>
                    <a:pt x="0" y="35"/>
                    <a:pt x="1" y="40"/>
                    <a:pt x="3" y="44"/>
                  </a:cubicBezTo>
                  <a:cubicBezTo>
                    <a:pt x="4" y="46"/>
                    <a:pt x="5" y="46"/>
                    <a:pt x="7" y="46"/>
                  </a:cubicBezTo>
                  <a:cubicBezTo>
                    <a:pt x="8" y="45"/>
                    <a:pt x="9" y="43"/>
                    <a:pt x="8" y="42"/>
                  </a:cubicBezTo>
                  <a:cubicBezTo>
                    <a:pt x="6" y="38"/>
                    <a:pt x="5" y="35"/>
                    <a:pt x="5" y="31"/>
                  </a:cubicBezTo>
                  <a:cubicBezTo>
                    <a:pt x="5" y="17"/>
                    <a:pt x="16" y="6"/>
                    <a:pt x="30" y="6"/>
                  </a:cubicBezTo>
                  <a:cubicBezTo>
                    <a:pt x="44" y="6"/>
                    <a:pt x="55" y="17"/>
                    <a:pt x="55" y="31"/>
                  </a:cubicBezTo>
                  <a:cubicBezTo>
                    <a:pt x="55" y="44"/>
                    <a:pt x="44" y="55"/>
                    <a:pt x="30" y="55"/>
                  </a:cubicBezTo>
                  <a:cubicBezTo>
                    <a:pt x="28" y="55"/>
                    <a:pt x="26" y="55"/>
                    <a:pt x="24" y="55"/>
                  </a:cubicBezTo>
                  <a:cubicBezTo>
                    <a:pt x="23" y="54"/>
                    <a:pt x="22" y="55"/>
                    <a:pt x="21" y="57"/>
                  </a:cubicBezTo>
                  <a:cubicBezTo>
                    <a:pt x="21" y="58"/>
                    <a:pt x="22" y="60"/>
                    <a:pt x="23" y="60"/>
                  </a:cubicBezTo>
                  <a:cubicBezTo>
                    <a:pt x="25" y="61"/>
                    <a:pt x="28" y="61"/>
                    <a:pt x="30" y="61"/>
                  </a:cubicBezTo>
                  <a:cubicBezTo>
                    <a:pt x="47" y="61"/>
                    <a:pt x="60" y="47"/>
                    <a:pt x="60" y="31"/>
                  </a:cubicBezTo>
                  <a:cubicBezTo>
                    <a:pt x="60" y="14"/>
                    <a:pt x="47" y="0"/>
                    <a:pt x="3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18"/>
            <p:cNvSpPr>
              <a:spLocks/>
            </p:cNvSpPr>
            <p:nvPr/>
          </p:nvSpPr>
          <p:spPr bwMode="auto">
            <a:xfrm>
              <a:off x="4795838" y="762000"/>
              <a:ext cx="279400" cy="538163"/>
            </a:xfrm>
            <a:custGeom>
              <a:avLst/>
              <a:gdLst>
                <a:gd name="T0" fmla="*/ 24 w 39"/>
                <a:gd name="T1" fmla="*/ 18 h 75"/>
                <a:gd name="T2" fmla="*/ 29 w 39"/>
                <a:gd name="T3" fmla="*/ 20 h 75"/>
                <a:gd name="T4" fmla="*/ 39 w 39"/>
                <a:gd name="T5" fmla="*/ 10 h 75"/>
                <a:gd name="T6" fmla="*/ 29 w 39"/>
                <a:gd name="T7" fmla="*/ 0 h 75"/>
                <a:gd name="T8" fmla="*/ 19 w 39"/>
                <a:gd name="T9" fmla="*/ 10 h 75"/>
                <a:gd name="T10" fmla="*/ 20 w 39"/>
                <a:gd name="T11" fmla="*/ 14 h 75"/>
                <a:gd name="T12" fmla="*/ 13 w 39"/>
                <a:gd name="T13" fmla="*/ 23 h 75"/>
                <a:gd name="T14" fmla="*/ 2 w 39"/>
                <a:gd name="T15" fmla="*/ 72 h 75"/>
                <a:gd name="T16" fmla="*/ 4 w 39"/>
                <a:gd name="T17" fmla="*/ 75 h 75"/>
                <a:gd name="T18" fmla="*/ 5 w 39"/>
                <a:gd name="T19" fmla="*/ 75 h 75"/>
                <a:gd name="T20" fmla="*/ 7 w 39"/>
                <a:gd name="T21" fmla="*/ 71 h 75"/>
                <a:gd name="T22" fmla="*/ 18 w 39"/>
                <a:gd name="T23" fmla="*/ 26 h 75"/>
                <a:gd name="T24" fmla="*/ 24 w 39"/>
                <a:gd name="T25" fmla="*/ 1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5">
                  <a:moveTo>
                    <a:pt x="24" y="18"/>
                  </a:moveTo>
                  <a:cubicBezTo>
                    <a:pt x="25" y="19"/>
                    <a:pt x="27" y="20"/>
                    <a:pt x="29" y="20"/>
                  </a:cubicBezTo>
                  <a:cubicBezTo>
                    <a:pt x="35" y="20"/>
                    <a:pt x="39" y="16"/>
                    <a:pt x="39" y="10"/>
                  </a:cubicBezTo>
                  <a:cubicBezTo>
                    <a:pt x="39" y="4"/>
                    <a:pt x="35" y="0"/>
                    <a:pt x="29" y="0"/>
                  </a:cubicBezTo>
                  <a:cubicBezTo>
                    <a:pt x="24" y="0"/>
                    <a:pt x="19" y="4"/>
                    <a:pt x="19" y="10"/>
                  </a:cubicBezTo>
                  <a:cubicBezTo>
                    <a:pt x="19" y="11"/>
                    <a:pt x="20" y="13"/>
                    <a:pt x="20" y="14"/>
                  </a:cubicBezTo>
                  <a:cubicBezTo>
                    <a:pt x="18" y="16"/>
                    <a:pt x="16" y="19"/>
                    <a:pt x="13" y="23"/>
                  </a:cubicBezTo>
                  <a:cubicBezTo>
                    <a:pt x="7" y="32"/>
                    <a:pt x="0" y="49"/>
                    <a:pt x="2" y="72"/>
                  </a:cubicBezTo>
                  <a:cubicBezTo>
                    <a:pt x="2" y="73"/>
                    <a:pt x="3" y="75"/>
                    <a:pt x="4" y="75"/>
                  </a:cubicBezTo>
                  <a:cubicBezTo>
                    <a:pt x="5" y="75"/>
                    <a:pt x="5" y="75"/>
                    <a:pt x="5" y="75"/>
                  </a:cubicBezTo>
                  <a:cubicBezTo>
                    <a:pt x="6" y="75"/>
                    <a:pt x="7" y="73"/>
                    <a:pt x="7" y="71"/>
                  </a:cubicBezTo>
                  <a:cubicBezTo>
                    <a:pt x="6" y="54"/>
                    <a:pt x="9" y="39"/>
                    <a:pt x="18" y="26"/>
                  </a:cubicBezTo>
                  <a:cubicBezTo>
                    <a:pt x="20" y="23"/>
                    <a:pt x="22" y="20"/>
                    <a:pt x="24"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19"/>
            <p:cNvSpPr>
              <a:spLocks/>
            </p:cNvSpPr>
            <p:nvPr/>
          </p:nvSpPr>
          <p:spPr bwMode="auto">
            <a:xfrm>
              <a:off x="5260975" y="539750"/>
              <a:ext cx="279400" cy="265113"/>
            </a:xfrm>
            <a:custGeom>
              <a:avLst/>
              <a:gdLst>
                <a:gd name="T0" fmla="*/ 20 w 39"/>
                <a:gd name="T1" fmla="*/ 34 h 37"/>
                <a:gd name="T2" fmla="*/ 14 w 39"/>
                <a:gd name="T3" fmla="*/ 32 h 37"/>
                <a:gd name="T4" fmla="*/ 7 w 39"/>
                <a:gd name="T5" fmla="*/ 13 h 37"/>
                <a:gd name="T6" fmla="*/ 26 w 39"/>
                <a:gd name="T7" fmla="*/ 7 h 37"/>
                <a:gd name="T8" fmla="*/ 33 w 39"/>
                <a:gd name="T9" fmla="*/ 25 h 37"/>
                <a:gd name="T10" fmla="*/ 31 w 39"/>
                <a:gd name="T11" fmla="*/ 28 h 37"/>
                <a:gd name="T12" fmla="*/ 31 w 39"/>
                <a:gd name="T13" fmla="*/ 30 h 37"/>
                <a:gd name="T14" fmla="*/ 33 w 39"/>
                <a:gd name="T15" fmla="*/ 30 h 37"/>
                <a:gd name="T16" fmla="*/ 35 w 39"/>
                <a:gd name="T17" fmla="*/ 27 h 37"/>
                <a:gd name="T18" fmla="*/ 27 w 39"/>
                <a:gd name="T19" fmla="*/ 4 h 37"/>
                <a:gd name="T20" fmla="*/ 4 w 39"/>
                <a:gd name="T21" fmla="*/ 12 h 37"/>
                <a:gd name="T22" fmla="*/ 12 w 39"/>
                <a:gd name="T23" fmla="*/ 35 h 37"/>
                <a:gd name="T24" fmla="*/ 20 w 39"/>
                <a:gd name="T25" fmla="*/ 37 h 37"/>
                <a:gd name="T26" fmla="*/ 22 w 39"/>
                <a:gd name="T27" fmla="*/ 35 h 37"/>
                <a:gd name="T28" fmla="*/ 20 w 39"/>
                <a:gd name="T29" fmla="*/ 3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9" h="37">
                  <a:moveTo>
                    <a:pt x="20" y="34"/>
                  </a:moveTo>
                  <a:cubicBezTo>
                    <a:pt x="18" y="34"/>
                    <a:pt x="16" y="33"/>
                    <a:pt x="14" y="32"/>
                  </a:cubicBezTo>
                  <a:cubicBezTo>
                    <a:pt x="7" y="29"/>
                    <a:pt x="4" y="20"/>
                    <a:pt x="7" y="13"/>
                  </a:cubicBezTo>
                  <a:cubicBezTo>
                    <a:pt x="10" y="6"/>
                    <a:pt x="19" y="3"/>
                    <a:pt x="26" y="7"/>
                  </a:cubicBezTo>
                  <a:cubicBezTo>
                    <a:pt x="33" y="10"/>
                    <a:pt x="36" y="18"/>
                    <a:pt x="33" y="25"/>
                  </a:cubicBezTo>
                  <a:cubicBezTo>
                    <a:pt x="32" y="26"/>
                    <a:pt x="32" y="27"/>
                    <a:pt x="31" y="28"/>
                  </a:cubicBezTo>
                  <a:cubicBezTo>
                    <a:pt x="30" y="29"/>
                    <a:pt x="30" y="30"/>
                    <a:pt x="31" y="30"/>
                  </a:cubicBezTo>
                  <a:cubicBezTo>
                    <a:pt x="32" y="31"/>
                    <a:pt x="33" y="31"/>
                    <a:pt x="33" y="30"/>
                  </a:cubicBezTo>
                  <a:cubicBezTo>
                    <a:pt x="34" y="29"/>
                    <a:pt x="35" y="28"/>
                    <a:pt x="35" y="27"/>
                  </a:cubicBezTo>
                  <a:cubicBezTo>
                    <a:pt x="39" y="18"/>
                    <a:pt x="36" y="8"/>
                    <a:pt x="27" y="4"/>
                  </a:cubicBezTo>
                  <a:cubicBezTo>
                    <a:pt x="19" y="0"/>
                    <a:pt x="8" y="3"/>
                    <a:pt x="4" y="12"/>
                  </a:cubicBezTo>
                  <a:cubicBezTo>
                    <a:pt x="0" y="21"/>
                    <a:pt x="4" y="31"/>
                    <a:pt x="12" y="35"/>
                  </a:cubicBezTo>
                  <a:cubicBezTo>
                    <a:pt x="15" y="36"/>
                    <a:pt x="18" y="37"/>
                    <a:pt x="20" y="37"/>
                  </a:cubicBezTo>
                  <a:cubicBezTo>
                    <a:pt x="21" y="37"/>
                    <a:pt x="22" y="36"/>
                    <a:pt x="22" y="35"/>
                  </a:cubicBezTo>
                  <a:cubicBezTo>
                    <a:pt x="22" y="34"/>
                    <a:pt x="21" y="33"/>
                    <a:pt x="20"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20"/>
            <p:cNvSpPr>
              <a:spLocks/>
            </p:cNvSpPr>
            <p:nvPr/>
          </p:nvSpPr>
          <p:spPr bwMode="auto">
            <a:xfrm>
              <a:off x="5354638" y="633413"/>
              <a:ext cx="236537" cy="250825"/>
            </a:xfrm>
            <a:custGeom>
              <a:avLst/>
              <a:gdLst>
                <a:gd name="T0" fmla="*/ 32 w 33"/>
                <a:gd name="T1" fmla="*/ 32 h 35"/>
                <a:gd name="T2" fmla="*/ 12 w 33"/>
                <a:gd name="T3" fmla="*/ 16 h 35"/>
                <a:gd name="T4" fmla="*/ 9 w 33"/>
                <a:gd name="T5" fmla="*/ 11 h 35"/>
                <a:gd name="T6" fmla="*/ 12 w 33"/>
                <a:gd name="T7" fmla="*/ 8 h 35"/>
                <a:gd name="T8" fmla="*/ 9 w 33"/>
                <a:gd name="T9" fmla="*/ 1 h 35"/>
                <a:gd name="T10" fmla="*/ 1 w 33"/>
                <a:gd name="T11" fmla="*/ 4 h 35"/>
                <a:gd name="T12" fmla="*/ 4 w 33"/>
                <a:gd name="T13" fmla="*/ 11 h 35"/>
                <a:gd name="T14" fmla="*/ 6 w 33"/>
                <a:gd name="T15" fmla="*/ 12 h 35"/>
                <a:gd name="T16" fmla="*/ 9 w 33"/>
                <a:gd name="T17" fmla="*/ 17 h 35"/>
                <a:gd name="T18" fmla="*/ 31 w 33"/>
                <a:gd name="T19" fmla="*/ 35 h 35"/>
                <a:gd name="T20" fmla="*/ 33 w 33"/>
                <a:gd name="T21" fmla="*/ 34 h 35"/>
                <a:gd name="T22" fmla="*/ 33 w 33"/>
                <a:gd name="T23" fmla="*/ 34 h 35"/>
                <a:gd name="T24" fmla="*/ 32 w 33"/>
                <a:gd name="T25" fmla="*/ 3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35">
                  <a:moveTo>
                    <a:pt x="32" y="32"/>
                  </a:moveTo>
                  <a:cubicBezTo>
                    <a:pt x="23" y="29"/>
                    <a:pt x="16" y="23"/>
                    <a:pt x="12" y="16"/>
                  </a:cubicBezTo>
                  <a:cubicBezTo>
                    <a:pt x="11" y="14"/>
                    <a:pt x="10" y="12"/>
                    <a:pt x="9" y="11"/>
                  </a:cubicBezTo>
                  <a:cubicBezTo>
                    <a:pt x="10" y="10"/>
                    <a:pt x="11" y="10"/>
                    <a:pt x="12" y="8"/>
                  </a:cubicBezTo>
                  <a:cubicBezTo>
                    <a:pt x="13" y="6"/>
                    <a:pt x="12" y="2"/>
                    <a:pt x="9" y="1"/>
                  </a:cubicBezTo>
                  <a:cubicBezTo>
                    <a:pt x="6" y="0"/>
                    <a:pt x="3" y="1"/>
                    <a:pt x="1" y="4"/>
                  </a:cubicBezTo>
                  <a:cubicBezTo>
                    <a:pt x="0" y="6"/>
                    <a:pt x="1" y="10"/>
                    <a:pt x="4" y="11"/>
                  </a:cubicBezTo>
                  <a:cubicBezTo>
                    <a:pt x="5" y="12"/>
                    <a:pt x="6" y="12"/>
                    <a:pt x="6" y="12"/>
                  </a:cubicBezTo>
                  <a:cubicBezTo>
                    <a:pt x="7" y="13"/>
                    <a:pt x="8" y="15"/>
                    <a:pt x="9" y="17"/>
                  </a:cubicBezTo>
                  <a:cubicBezTo>
                    <a:pt x="12" y="23"/>
                    <a:pt x="19" y="31"/>
                    <a:pt x="31" y="35"/>
                  </a:cubicBezTo>
                  <a:cubicBezTo>
                    <a:pt x="32" y="35"/>
                    <a:pt x="33" y="35"/>
                    <a:pt x="33" y="34"/>
                  </a:cubicBezTo>
                  <a:cubicBezTo>
                    <a:pt x="33" y="34"/>
                    <a:pt x="33" y="34"/>
                    <a:pt x="33" y="34"/>
                  </a:cubicBezTo>
                  <a:cubicBezTo>
                    <a:pt x="33" y="33"/>
                    <a:pt x="33" y="32"/>
                    <a:pt x="32"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7" name="组合 26"/>
          <p:cNvGrpSpPr/>
          <p:nvPr/>
        </p:nvGrpSpPr>
        <p:grpSpPr>
          <a:xfrm>
            <a:off x="6485549" y="5566760"/>
            <a:ext cx="586094" cy="477596"/>
            <a:chOff x="7342981" y="642937"/>
            <a:chExt cx="917575" cy="747713"/>
          </a:xfrm>
          <a:solidFill>
            <a:schemeClr val="bg1"/>
          </a:solidFill>
        </p:grpSpPr>
        <p:sp>
          <p:nvSpPr>
            <p:cNvPr id="78" name="Freeform 21"/>
            <p:cNvSpPr>
              <a:spLocks noEditPoints="1"/>
            </p:cNvSpPr>
            <p:nvPr/>
          </p:nvSpPr>
          <p:spPr bwMode="auto">
            <a:xfrm>
              <a:off x="7342981" y="642937"/>
              <a:ext cx="652462" cy="596900"/>
            </a:xfrm>
            <a:custGeom>
              <a:avLst/>
              <a:gdLst>
                <a:gd name="T0" fmla="*/ 87 w 91"/>
                <a:gd name="T1" fmla="*/ 32 h 83"/>
                <a:gd name="T2" fmla="*/ 91 w 91"/>
                <a:gd name="T3" fmla="*/ 32 h 83"/>
                <a:gd name="T4" fmla="*/ 45 w 91"/>
                <a:gd name="T5" fmla="*/ 0 h 83"/>
                <a:gd name="T6" fmla="*/ 0 w 91"/>
                <a:gd name="T7" fmla="*/ 39 h 83"/>
                <a:gd name="T8" fmla="*/ 18 w 91"/>
                <a:gd name="T9" fmla="*/ 69 h 83"/>
                <a:gd name="T10" fmla="*/ 14 w 91"/>
                <a:gd name="T11" fmla="*/ 83 h 83"/>
                <a:gd name="T12" fmla="*/ 30 w 91"/>
                <a:gd name="T13" fmla="*/ 75 h 83"/>
                <a:gd name="T14" fmla="*/ 45 w 91"/>
                <a:gd name="T15" fmla="*/ 77 h 83"/>
                <a:gd name="T16" fmla="*/ 50 w 91"/>
                <a:gd name="T17" fmla="*/ 77 h 83"/>
                <a:gd name="T18" fmla="*/ 48 w 91"/>
                <a:gd name="T19" fmla="*/ 67 h 83"/>
                <a:gd name="T20" fmla="*/ 87 w 91"/>
                <a:gd name="T21" fmla="*/ 32 h 83"/>
                <a:gd name="T22" fmla="*/ 62 w 91"/>
                <a:gd name="T23" fmla="*/ 19 h 83"/>
                <a:gd name="T24" fmla="*/ 68 w 91"/>
                <a:gd name="T25" fmla="*/ 25 h 83"/>
                <a:gd name="T26" fmla="*/ 62 w 91"/>
                <a:gd name="T27" fmla="*/ 31 h 83"/>
                <a:gd name="T28" fmla="*/ 56 w 91"/>
                <a:gd name="T29" fmla="*/ 25 h 83"/>
                <a:gd name="T30" fmla="*/ 62 w 91"/>
                <a:gd name="T31" fmla="*/ 19 h 83"/>
                <a:gd name="T32" fmla="*/ 31 w 91"/>
                <a:gd name="T33" fmla="*/ 31 h 83"/>
                <a:gd name="T34" fmla="*/ 24 w 91"/>
                <a:gd name="T35" fmla="*/ 25 h 83"/>
                <a:gd name="T36" fmla="*/ 31 w 91"/>
                <a:gd name="T37" fmla="*/ 19 h 83"/>
                <a:gd name="T38" fmla="*/ 36 w 91"/>
                <a:gd name="T39" fmla="*/ 25 h 83"/>
                <a:gd name="T40" fmla="*/ 31 w 91"/>
                <a:gd name="T41" fmla="*/ 3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1" h="83">
                  <a:moveTo>
                    <a:pt x="87" y="32"/>
                  </a:moveTo>
                  <a:cubicBezTo>
                    <a:pt x="88" y="32"/>
                    <a:pt x="89" y="32"/>
                    <a:pt x="91" y="32"/>
                  </a:cubicBezTo>
                  <a:cubicBezTo>
                    <a:pt x="87" y="14"/>
                    <a:pt x="68" y="0"/>
                    <a:pt x="45" y="0"/>
                  </a:cubicBezTo>
                  <a:cubicBezTo>
                    <a:pt x="21" y="0"/>
                    <a:pt x="0" y="17"/>
                    <a:pt x="0" y="39"/>
                  </a:cubicBezTo>
                  <a:cubicBezTo>
                    <a:pt x="0" y="51"/>
                    <a:pt x="7" y="61"/>
                    <a:pt x="18" y="69"/>
                  </a:cubicBezTo>
                  <a:cubicBezTo>
                    <a:pt x="14" y="83"/>
                    <a:pt x="14" y="83"/>
                    <a:pt x="14" y="83"/>
                  </a:cubicBezTo>
                  <a:cubicBezTo>
                    <a:pt x="30" y="75"/>
                    <a:pt x="30" y="75"/>
                    <a:pt x="30" y="75"/>
                  </a:cubicBezTo>
                  <a:cubicBezTo>
                    <a:pt x="35" y="76"/>
                    <a:pt x="40" y="77"/>
                    <a:pt x="45" y="77"/>
                  </a:cubicBezTo>
                  <a:cubicBezTo>
                    <a:pt x="47" y="77"/>
                    <a:pt x="48" y="77"/>
                    <a:pt x="50" y="77"/>
                  </a:cubicBezTo>
                  <a:cubicBezTo>
                    <a:pt x="49" y="74"/>
                    <a:pt x="48" y="71"/>
                    <a:pt x="48" y="67"/>
                  </a:cubicBezTo>
                  <a:cubicBezTo>
                    <a:pt x="48" y="48"/>
                    <a:pt x="65" y="32"/>
                    <a:pt x="87" y="32"/>
                  </a:cubicBezTo>
                  <a:close/>
                  <a:moveTo>
                    <a:pt x="62" y="19"/>
                  </a:moveTo>
                  <a:cubicBezTo>
                    <a:pt x="66" y="19"/>
                    <a:pt x="68" y="22"/>
                    <a:pt x="68" y="25"/>
                  </a:cubicBezTo>
                  <a:cubicBezTo>
                    <a:pt x="68" y="29"/>
                    <a:pt x="66" y="31"/>
                    <a:pt x="62" y="31"/>
                  </a:cubicBezTo>
                  <a:cubicBezTo>
                    <a:pt x="59" y="31"/>
                    <a:pt x="56" y="29"/>
                    <a:pt x="56" y="25"/>
                  </a:cubicBezTo>
                  <a:cubicBezTo>
                    <a:pt x="56" y="22"/>
                    <a:pt x="59" y="19"/>
                    <a:pt x="62" y="19"/>
                  </a:cubicBezTo>
                  <a:close/>
                  <a:moveTo>
                    <a:pt x="31" y="31"/>
                  </a:moveTo>
                  <a:cubicBezTo>
                    <a:pt x="27" y="31"/>
                    <a:pt x="24" y="29"/>
                    <a:pt x="24" y="25"/>
                  </a:cubicBezTo>
                  <a:cubicBezTo>
                    <a:pt x="24" y="22"/>
                    <a:pt x="27" y="19"/>
                    <a:pt x="31" y="19"/>
                  </a:cubicBezTo>
                  <a:cubicBezTo>
                    <a:pt x="34" y="19"/>
                    <a:pt x="36" y="22"/>
                    <a:pt x="36" y="25"/>
                  </a:cubicBezTo>
                  <a:cubicBezTo>
                    <a:pt x="36" y="29"/>
                    <a:pt x="34" y="31"/>
                    <a:pt x="31"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22"/>
            <p:cNvSpPr>
              <a:spLocks noEditPoints="1"/>
            </p:cNvSpPr>
            <p:nvPr/>
          </p:nvSpPr>
          <p:spPr bwMode="auto">
            <a:xfrm>
              <a:off x="7708106" y="887412"/>
              <a:ext cx="552450" cy="503238"/>
            </a:xfrm>
            <a:custGeom>
              <a:avLst/>
              <a:gdLst>
                <a:gd name="T0" fmla="*/ 77 w 77"/>
                <a:gd name="T1" fmla="*/ 33 h 70"/>
                <a:gd name="T2" fmla="*/ 38 w 77"/>
                <a:gd name="T3" fmla="*/ 0 h 70"/>
                <a:gd name="T4" fmla="*/ 0 w 77"/>
                <a:gd name="T5" fmla="*/ 33 h 70"/>
                <a:gd name="T6" fmla="*/ 38 w 77"/>
                <a:gd name="T7" fmla="*/ 66 h 70"/>
                <a:gd name="T8" fmla="*/ 52 w 77"/>
                <a:gd name="T9" fmla="*/ 63 h 70"/>
                <a:gd name="T10" fmla="*/ 64 w 77"/>
                <a:gd name="T11" fmla="*/ 70 h 70"/>
                <a:gd name="T12" fmla="*/ 61 w 77"/>
                <a:gd name="T13" fmla="*/ 59 h 70"/>
                <a:gd name="T14" fmla="*/ 77 w 77"/>
                <a:gd name="T15" fmla="*/ 33 h 70"/>
                <a:gd name="T16" fmla="*/ 26 w 77"/>
                <a:gd name="T17" fmla="*/ 27 h 70"/>
                <a:gd name="T18" fmla="*/ 21 w 77"/>
                <a:gd name="T19" fmla="*/ 23 h 70"/>
                <a:gd name="T20" fmla="*/ 26 w 77"/>
                <a:gd name="T21" fmla="*/ 18 h 70"/>
                <a:gd name="T22" fmla="*/ 32 w 77"/>
                <a:gd name="T23" fmla="*/ 23 h 70"/>
                <a:gd name="T24" fmla="*/ 26 w 77"/>
                <a:gd name="T25" fmla="*/ 27 h 70"/>
                <a:gd name="T26" fmla="*/ 51 w 77"/>
                <a:gd name="T27" fmla="*/ 27 h 70"/>
                <a:gd name="T28" fmla="*/ 46 w 77"/>
                <a:gd name="T29" fmla="*/ 23 h 70"/>
                <a:gd name="T30" fmla="*/ 51 w 77"/>
                <a:gd name="T31" fmla="*/ 18 h 70"/>
                <a:gd name="T32" fmla="*/ 56 w 77"/>
                <a:gd name="T33" fmla="*/ 23 h 70"/>
                <a:gd name="T34" fmla="*/ 51 w 77"/>
                <a:gd name="T35"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 h="70">
                  <a:moveTo>
                    <a:pt x="77" y="33"/>
                  </a:moveTo>
                  <a:cubicBezTo>
                    <a:pt x="77" y="15"/>
                    <a:pt x="59" y="0"/>
                    <a:pt x="38" y="0"/>
                  </a:cubicBezTo>
                  <a:cubicBezTo>
                    <a:pt x="17" y="0"/>
                    <a:pt x="0" y="15"/>
                    <a:pt x="0" y="33"/>
                  </a:cubicBezTo>
                  <a:cubicBezTo>
                    <a:pt x="0" y="51"/>
                    <a:pt x="17" y="66"/>
                    <a:pt x="38" y="66"/>
                  </a:cubicBezTo>
                  <a:cubicBezTo>
                    <a:pt x="43" y="66"/>
                    <a:pt x="47" y="65"/>
                    <a:pt x="52" y="63"/>
                  </a:cubicBezTo>
                  <a:cubicBezTo>
                    <a:pt x="64" y="70"/>
                    <a:pt x="64" y="70"/>
                    <a:pt x="64" y="70"/>
                  </a:cubicBezTo>
                  <a:cubicBezTo>
                    <a:pt x="61" y="59"/>
                    <a:pt x="61" y="59"/>
                    <a:pt x="61" y="59"/>
                  </a:cubicBezTo>
                  <a:cubicBezTo>
                    <a:pt x="70" y="52"/>
                    <a:pt x="77" y="43"/>
                    <a:pt x="77" y="33"/>
                  </a:cubicBezTo>
                  <a:close/>
                  <a:moveTo>
                    <a:pt x="26" y="27"/>
                  </a:moveTo>
                  <a:cubicBezTo>
                    <a:pt x="24" y="27"/>
                    <a:pt x="21" y="25"/>
                    <a:pt x="21" y="23"/>
                  </a:cubicBezTo>
                  <a:cubicBezTo>
                    <a:pt x="21" y="21"/>
                    <a:pt x="24" y="18"/>
                    <a:pt x="26" y="18"/>
                  </a:cubicBezTo>
                  <a:cubicBezTo>
                    <a:pt x="29" y="18"/>
                    <a:pt x="32" y="21"/>
                    <a:pt x="32" y="23"/>
                  </a:cubicBezTo>
                  <a:cubicBezTo>
                    <a:pt x="32" y="25"/>
                    <a:pt x="29" y="27"/>
                    <a:pt x="26" y="27"/>
                  </a:cubicBezTo>
                  <a:close/>
                  <a:moveTo>
                    <a:pt x="51" y="27"/>
                  </a:moveTo>
                  <a:cubicBezTo>
                    <a:pt x="49" y="27"/>
                    <a:pt x="46" y="25"/>
                    <a:pt x="46" y="23"/>
                  </a:cubicBezTo>
                  <a:cubicBezTo>
                    <a:pt x="46" y="21"/>
                    <a:pt x="49" y="18"/>
                    <a:pt x="51" y="18"/>
                  </a:cubicBezTo>
                  <a:cubicBezTo>
                    <a:pt x="54" y="18"/>
                    <a:pt x="56" y="21"/>
                    <a:pt x="56" y="23"/>
                  </a:cubicBezTo>
                  <a:cubicBezTo>
                    <a:pt x="56" y="25"/>
                    <a:pt x="54" y="27"/>
                    <a:pt x="51"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0" name="组合 29"/>
          <p:cNvGrpSpPr/>
          <p:nvPr/>
        </p:nvGrpSpPr>
        <p:grpSpPr>
          <a:xfrm>
            <a:off x="5151123" y="5554738"/>
            <a:ext cx="582751" cy="449127"/>
            <a:chOff x="2624138" y="539750"/>
            <a:chExt cx="996950" cy="768350"/>
          </a:xfrm>
          <a:solidFill>
            <a:schemeClr val="bg1"/>
          </a:solidFill>
        </p:grpSpPr>
        <p:sp>
          <p:nvSpPr>
            <p:cNvPr id="81" name="Freeform 23"/>
            <p:cNvSpPr>
              <a:spLocks noEditPoints="1"/>
            </p:cNvSpPr>
            <p:nvPr/>
          </p:nvSpPr>
          <p:spPr bwMode="auto">
            <a:xfrm>
              <a:off x="2624138" y="625475"/>
              <a:ext cx="860425" cy="682625"/>
            </a:xfrm>
            <a:custGeom>
              <a:avLst/>
              <a:gdLst>
                <a:gd name="T0" fmla="*/ 99 w 120"/>
                <a:gd name="T1" fmla="*/ 40 h 95"/>
                <a:gd name="T2" fmla="*/ 96 w 120"/>
                <a:gd name="T3" fmla="*/ 36 h 95"/>
                <a:gd name="T4" fmla="*/ 95 w 120"/>
                <a:gd name="T5" fmla="*/ 22 h 95"/>
                <a:gd name="T6" fmla="*/ 70 w 120"/>
                <a:gd name="T7" fmla="*/ 23 h 95"/>
                <a:gd name="T8" fmla="*/ 66 w 120"/>
                <a:gd name="T9" fmla="*/ 16 h 95"/>
                <a:gd name="T10" fmla="*/ 45 w 120"/>
                <a:gd name="T11" fmla="*/ 6 h 95"/>
                <a:gd name="T12" fmla="*/ 11 w 120"/>
                <a:gd name="T13" fmla="*/ 34 h 95"/>
                <a:gd name="T14" fmla="*/ 2 w 120"/>
                <a:gd name="T15" fmla="*/ 60 h 95"/>
                <a:gd name="T16" fmla="*/ 51 w 120"/>
                <a:gd name="T17" fmla="*/ 93 h 95"/>
                <a:gd name="T18" fmla="*/ 111 w 120"/>
                <a:gd name="T19" fmla="*/ 67 h 95"/>
                <a:gd name="T20" fmla="*/ 99 w 120"/>
                <a:gd name="T21" fmla="*/ 40 h 95"/>
                <a:gd name="T22" fmla="*/ 53 w 120"/>
                <a:gd name="T23" fmla="*/ 86 h 95"/>
                <a:gd name="T24" fmla="*/ 14 w 120"/>
                <a:gd name="T25" fmla="*/ 62 h 95"/>
                <a:gd name="T26" fmla="*/ 53 w 120"/>
                <a:gd name="T27" fmla="*/ 35 h 95"/>
                <a:gd name="T28" fmla="*/ 92 w 120"/>
                <a:gd name="T29" fmla="*/ 57 h 95"/>
                <a:gd name="T30" fmla="*/ 53 w 120"/>
                <a:gd name="T31" fmla="*/ 8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95">
                  <a:moveTo>
                    <a:pt x="99" y="40"/>
                  </a:moveTo>
                  <a:cubicBezTo>
                    <a:pt x="94" y="39"/>
                    <a:pt x="96" y="36"/>
                    <a:pt x="96" y="36"/>
                  </a:cubicBezTo>
                  <a:cubicBezTo>
                    <a:pt x="96" y="36"/>
                    <a:pt x="101" y="28"/>
                    <a:pt x="95" y="22"/>
                  </a:cubicBezTo>
                  <a:cubicBezTo>
                    <a:pt x="88" y="14"/>
                    <a:pt x="70" y="23"/>
                    <a:pt x="70" y="23"/>
                  </a:cubicBezTo>
                  <a:cubicBezTo>
                    <a:pt x="63" y="25"/>
                    <a:pt x="65" y="22"/>
                    <a:pt x="66" y="16"/>
                  </a:cubicBezTo>
                  <a:cubicBezTo>
                    <a:pt x="66" y="10"/>
                    <a:pt x="64" y="0"/>
                    <a:pt x="45" y="6"/>
                  </a:cubicBezTo>
                  <a:cubicBezTo>
                    <a:pt x="27" y="12"/>
                    <a:pt x="11" y="34"/>
                    <a:pt x="11" y="34"/>
                  </a:cubicBezTo>
                  <a:cubicBezTo>
                    <a:pt x="0" y="49"/>
                    <a:pt x="2" y="60"/>
                    <a:pt x="2" y="60"/>
                  </a:cubicBezTo>
                  <a:cubicBezTo>
                    <a:pt x="5" y="85"/>
                    <a:pt x="31" y="91"/>
                    <a:pt x="51" y="93"/>
                  </a:cubicBezTo>
                  <a:cubicBezTo>
                    <a:pt x="73" y="95"/>
                    <a:pt x="102" y="86"/>
                    <a:pt x="111" y="67"/>
                  </a:cubicBezTo>
                  <a:cubicBezTo>
                    <a:pt x="120" y="48"/>
                    <a:pt x="104" y="41"/>
                    <a:pt x="99" y="40"/>
                  </a:cubicBezTo>
                  <a:close/>
                  <a:moveTo>
                    <a:pt x="53" y="86"/>
                  </a:moveTo>
                  <a:cubicBezTo>
                    <a:pt x="32" y="87"/>
                    <a:pt x="14" y="76"/>
                    <a:pt x="14" y="62"/>
                  </a:cubicBezTo>
                  <a:cubicBezTo>
                    <a:pt x="14" y="48"/>
                    <a:pt x="32" y="36"/>
                    <a:pt x="53" y="35"/>
                  </a:cubicBezTo>
                  <a:cubicBezTo>
                    <a:pt x="74" y="34"/>
                    <a:pt x="92" y="43"/>
                    <a:pt x="92" y="57"/>
                  </a:cubicBezTo>
                  <a:cubicBezTo>
                    <a:pt x="92" y="72"/>
                    <a:pt x="74" y="85"/>
                    <a:pt x="53" y="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24"/>
            <p:cNvSpPr>
              <a:spLocks noEditPoints="1"/>
            </p:cNvSpPr>
            <p:nvPr/>
          </p:nvSpPr>
          <p:spPr bwMode="auto">
            <a:xfrm>
              <a:off x="2817813" y="927100"/>
              <a:ext cx="336550" cy="301625"/>
            </a:xfrm>
            <a:custGeom>
              <a:avLst/>
              <a:gdLst>
                <a:gd name="T0" fmla="*/ 22 w 47"/>
                <a:gd name="T1" fmla="*/ 3 h 42"/>
                <a:gd name="T2" fmla="*/ 3 w 47"/>
                <a:gd name="T3" fmla="*/ 25 h 42"/>
                <a:gd name="T4" fmla="*/ 9 w 47"/>
                <a:gd name="T5" fmla="*/ 35 h 42"/>
                <a:gd name="T6" fmla="*/ 41 w 47"/>
                <a:gd name="T7" fmla="*/ 29 h 42"/>
                <a:gd name="T8" fmla="*/ 22 w 47"/>
                <a:gd name="T9" fmla="*/ 3 h 42"/>
                <a:gd name="T10" fmla="*/ 16 w 47"/>
                <a:gd name="T11" fmla="*/ 31 h 42"/>
                <a:gd name="T12" fmla="*/ 9 w 47"/>
                <a:gd name="T13" fmla="*/ 26 h 42"/>
                <a:gd name="T14" fmla="*/ 16 w 47"/>
                <a:gd name="T15" fmla="*/ 19 h 42"/>
                <a:gd name="T16" fmla="*/ 24 w 47"/>
                <a:gd name="T17" fmla="*/ 24 h 42"/>
                <a:gd name="T18" fmla="*/ 16 w 47"/>
                <a:gd name="T19" fmla="*/ 31 h 42"/>
                <a:gd name="T20" fmla="*/ 29 w 47"/>
                <a:gd name="T21" fmla="*/ 20 h 42"/>
                <a:gd name="T22" fmla="*/ 25 w 47"/>
                <a:gd name="T23" fmla="*/ 20 h 42"/>
                <a:gd name="T24" fmla="*/ 26 w 47"/>
                <a:gd name="T25" fmla="*/ 16 h 42"/>
                <a:gd name="T26" fmla="*/ 30 w 47"/>
                <a:gd name="T27" fmla="*/ 16 h 42"/>
                <a:gd name="T28" fmla="*/ 29 w 47"/>
                <a:gd name="T29" fmla="*/ 2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7" h="42">
                  <a:moveTo>
                    <a:pt x="22" y="3"/>
                  </a:moveTo>
                  <a:cubicBezTo>
                    <a:pt x="0" y="5"/>
                    <a:pt x="3" y="25"/>
                    <a:pt x="3" y="25"/>
                  </a:cubicBezTo>
                  <a:cubicBezTo>
                    <a:pt x="3" y="25"/>
                    <a:pt x="3" y="32"/>
                    <a:pt x="9" y="35"/>
                  </a:cubicBezTo>
                  <a:cubicBezTo>
                    <a:pt x="21" y="42"/>
                    <a:pt x="34" y="38"/>
                    <a:pt x="41" y="29"/>
                  </a:cubicBezTo>
                  <a:cubicBezTo>
                    <a:pt x="47" y="21"/>
                    <a:pt x="43" y="0"/>
                    <a:pt x="22" y="3"/>
                  </a:cubicBezTo>
                  <a:close/>
                  <a:moveTo>
                    <a:pt x="16" y="31"/>
                  </a:moveTo>
                  <a:cubicBezTo>
                    <a:pt x="12" y="31"/>
                    <a:pt x="9" y="29"/>
                    <a:pt x="9" y="26"/>
                  </a:cubicBezTo>
                  <a:cubicBezTo>
                    <a:pt x="9" y="22"/>
                    <a:pt x="12" y="19"/>
                    <a:pt x="16" y="19"/>
                  </a:cubicBezTo>
                  <a:cubicBezTo>
                    <a:pt x="21" y="18"/>
                    <a:pt x="24" y="21"/>
                    <a:pt x="24" y="24"/>
                  </a:cubicBezTo>
                  <a:cubicBezTo>
                    <a:pt x="24" y="27"/>
                    <a:pt x="20" y="31"/>
                    <a:pt x="16" y="31"/>
                  </a:cubicBezTo>
                  <a:close/>
                  <a:moveTo>
                    <a:pt x="29" y="20"/>
                  </a:moveTo>
                  <a:cubicBezTo>
                    <a:pt x="28" y="21"/>
                    <a:pt x="26" y="21"/>
                    <a:pt x="25" y="20"/>
                  </a:cubicBezTo>
                  <a:cubicBezTo>
                    <a:pt x="25" y="19"/>
                    <a:pt x="25" y="17"/>
                    <a:pt x="26" y="16"/>
                  </a:cubicBezTo>
                  <a:cubicBezTo>
                    <a:pt x="28" y="15"/>
                    <a:pt x="29" y="15"/>
                    <a:pt x="30" y="16"/>
                  </a:cubicBezTo>
                  <a:cubicBezTo>
                    <a:pt x="31" y="17"/>
                    <a:pt x="30" y="19"/>
                    <a:pt x="29"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25"/>
            <p:cNvSpPr>
              <a:spLocks/>
            </p:cNvSpPr>
            <p:nvPr/>
          </p:nvSpPr>
          <p:spPr bwMode="auto">
            <a:xfrm>
              <a:off x="3268663" y="654050"/>
              <a:ext cx="179387" cy="193675"/>
            </a:xfrm>
            <a:custGeom>
              <a:avLst/>
              <a:gdLst>
                <a:gd name="T0" fmla="*/ 19 w 25"/>
                <a:gd name="T1" fmla="*/ 27 h 27"/>
                <a:gd name="T2" fmla="*/ 23 w 25"/>
                <a:gd name="T3" fmla="*/ 24 h 27"/>
                <a:gd name="T4" fmla="*/ 23 w 25"/>
                <a:gd name="T5" fmla="*/ 24 h 27"/>
                <a:gd name="T6" fmla="*/ 3 w 25"/>
                <a:gd name="T7" fmla="*/ 4 h 27"/>
                <a:gd name="T8" fmla="*/ 0 w 25"/>
                <a:gd name="T9" fmla="*/ 8 h 27"/>
                <a:gd name="T10" fmla="*/ 3 w 25"/>
                <a:gd name="T11" fmla="*/ 11 h 27"/>
                <a:gd name="T12" fmla="*/ 16 w 25"/>
                <a:gd name="T13" fmla="*/ 23 h 27"/>
                <a:gd name="T14" fmla="*/ 19 w 25"/>
                <a:gd name="T15" fmla="*/ 27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27">
                  <a:moveTo>
                    <a:pt x="19" y="27"/>
                  </a:moveTo>
                  <a:cubicBezTo>
                    <a:pt x="21" y="27"/>
                    <a:pt x="22" y="26"/>
                    <a:pt x="23" y="24"/>
                  </a:cubicBezTo>
                  <a:cubicBezTo>
                    <a:pt x="23" y="24"/>
                    <a:pt x="23" y="24"/>
                    <a:pt x="23" y="24"/>
                  </a:cubicBezTo>
                  <a:cubicBezTo>
                    <a:pt x="25" y="0"/>
                    <a:pt x="3" y="4"/>
                    <a:pt x="3" y="4"/>
                  </a:cubicBezTo>
                  <a:cubicBezTo>
                    <a:pt x="1" y="4"/>
                    <a:pt x="0" y="6"/>
                    <a:pt x="0" y="8"/>
                  </a:cubicBezTo>
                  <a:cubicBezTo>
                    <a:pt x="0" y="10"/>
                    <a:pt x="1" y="11"/>
                    <a:pt x="3" y="11"/>
                  </a:cubicBezTo>
                  <a:cubicBezTo>
                    <a:pt x="19" y="8"/>
                    <a:pt x="16" y="23"/>
                    <a:pt x="16" y="23"/>
                  </a:cubicBezTo>
                  <a:cubicBezTo>
                    <a:pt x="16" y="25"/>
                    <a:pt x="17" y="27"/>
                    <a:pt x="19"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26"/>
            <p:cNvSpPr>
              <a:spLocks/>
            </p:cNvSpPr>
            <p:nvPr/>
          </p:nvSpPr>
          <p:spPr bwMode="auto">
            <a:xfrm>
              <a:off x="3233738" y="539750"/>
              <a:ext cx="387350" cy="358775"/>
            </a:xfrm>
            <a:custGeom>
              <a:avLst/>
              <a:gdLst>
                <a:gd name="T0" fmla="*/ 22 w 54"/>
                <a:gd name="T1" fmla="*/ 2 h 50"/>
                <a:gd name="T2" fmla="*/ 4 w 54"/>
                <a:gd name="T3" fmla="*/ 2 h 50"/>
                <a:gd name="T4" fmla="*/ 3 w 54"/>
                <a:gd name="T5" fmla="*/ 2 h 50"/>
                <a:gd name="T6" fmla="*/ 3 w 54"/>
                <a:gd name="T7" fmla="*/ 2 h 50"/>
                <a:gd name="T8" fmla="*/ 0 w 54"/>
                <a:gd name="T9" fmla="*/ 7 h 50"/>
                <a:gd name="T10" fmla="*/ 5 w 54"/>
                <a:gd name="T11" fmla="*/ 12 h 50"/>
                <a:gd name="T12" fmla="*/ 9 w 54"/>
                <a:gd name="T13" fmla="*/ 11 h 50"/>
                <a:gd name="T14" fmla="*/ 35 w 54"/>
                <a:gd name="T15" fmla="*/ 24 h 50"/>
                <a:gd name="T16" fmla="*/ 36 w 54"/>
                <a:gd name="T17" fmla="*/ 41 h 50"/>
                <a:gd name="T18" fmla="*/ 35 w 54"/>
                <a:gd name="T19" fmla="*/ 46 h 50"/>
                <a:gd name="T20" fmla="*/ 40 w 54"/>
                <a:gd name="T21" fmla="*/ 50 h 50"/>
                <a:gd name="T22" fmla="*/ 45 w 54"/>
                <a:gd name="T23" fmla="*/ 46 h 50"/>
                <a:gd name="T24" fmla="*/ 45 w 54"/>
                <a:gd name="T25" fmla="*/ 46 h 50"/>
                <a:gd name="T26" fmla="*/ 22 w 54"/>
                <a:gd name="T27"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 h="50">
                  <a:moveTo>
                    <a:pt x="22" y="2"/>
                  </a:moveTo>
                  <a:cubicBezTo>
                    <a:pt x="14" y="0"/>
                    <a:pt x="6" y="1"/>
                    <a:pt x="4" y="2"/>
                  </a:cubicBezTo>
                  <a:cubicBezTo>
                    <a:pt x="4" y="2"/>
                    <a:pt x="4" y="2"/>
                    <a:pt x="3" y="2"/>
                  </a:cubicBezTo>
                  <a:cubicBezTo>
                    <a:pt x="3" y="2"/>
                    <a:pt x="3" y="2"/>
                    <a:pt x="3" y="2"/>
                  </a:cubicBezTo>
                  <a:cubicBezTo>
                    <a:pt x="1" y="3"/>
                    <a:pt x="0" y="5"/>
                    <a:pt x="0" y="7"/>
                  </a:cubicBezTo>
                  <a:cubicBezTo>
                    <a:pt x="0" y="10"/>
                    <a:pt x="2" y="12"/>
                    <a:pt x="5" y="12"/>
                  </a:cubicBezTo>
                  <a:cubicBezTo>
                    <a:pt x="5" y="12"/>
                    <a:pt x="7" y="12"/>
                    <a:pt x="9" y="11"/>
                  </a:cubicBezTo>
                  <a:cubicBezTo>
                    <a:pt x="11" y="10"/>
                    <a:pt x="27" y="11"/>
                    <a:pt x="35" y="24"/>
                  </a:cubicBezTo>
                  <a:cubicBezTo>
                    <a:pt x="39" y="33"/>
                    <a:pt x="37" y="40"/>
                    <a:pt x="36" y="41"/>
                  </a:cubicBezTo>
                  <a:cubicBezTo>
                    <a:pt x="36" y="41"/>
                    <a:pt x="35" y="43"/>
                    <a:pt x="35" y="46"/>
                  </a:cubicBezTo>
                  <a:cubicBezTo>
                    <a:pt x="35" y="49"/>
                    <a:pt x="38" y="50"/>
                    <a:pt x="40" y="50"/>
                  </a:cubicBezTo>
                  <a:cubicBezTo>
                    <a:pt x="43" y="50"/>
                    <a:pt x="45" y="50"/>
                    <a:pt x="45" y="46"/>
                  </a:cubicBezTo>
                  <a:cubicBezTo>
                    <a:pt x="45" y="46"/>
                    <a:pt x="45" y="46"/>
                    <a:pt x="45" y="46"/>
                  </a:cubicBezTo>
                  <a:cubicBezTo>
                    <a:pt x="54" y="18"/>
                    <a:pt x="35" y="5"/>
                    <a:pt x="2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85" name="Freeform 47"/>
          <p:cNvSpPr>
            <a:spLocks noEditPoints="1"/>
          </p:cNvSpPr>
          <p:nvPr/>
        </p:nvSpPr>
        <p:spPr bwMode="auto">
          <a:xfrm>
            <a:off x="7894915" y="5462306"/>
            <a:ext cx="536343" cy="604296"/>
          </a:xfrm>
          <a:custGeom>
            <a:avLst/>
            <a:gdLst>
              <a:gd name="T0" fmla="*/ 15 w 98"/>
              <a:gd name="T1" fmla="*/ 55 h 110"/>
              <a:gd name="T2" fmla="*/ 25 w 98"/>
              <a:gd name="T3" fmla="*/ 36 h 110"/>
              <a:gd name="T4" fmla="*/ 11 w 98"/>
              <a:gd name="T5" fmla="*/ 24 h 110"/>
              <a:gd name="T6" fmla="*/ 1 w 98"/>
              <a:gd name="T7" fmla="*/ 38 h 110"/>
              <a:gd name="T8" fmla="*/ 15 w 98"/>
              <a:gd name="T9" fmla="*/ 55 h 110"/>
              <a:gd name="T10" fmla="*/ 27 w 98"/>
              <a:gd name="T11" fmla="*/ 79 h 110"/>
              <a:gd name="T12" fmla="*/ 27 w 98"/>
              <a:gd name="T13" fmla="*/ 84 h 110"/>
              <a:gd name="T14" fmla="*/ 32 w 98"/>
              <a:gd name="T15" fmla="*/ 89 h 110"/>
              <a:gd name="T16" fmla="*/ 38 w 98"/>
              <a:gd name="T17" fmla="*/ 89 h 110"/>
              <a:gd name="T18" fmla="*/ 38 w 98"/>
              <a:gd name="T19" fmla="*/ 75 h 110"/>
              <a:gd name="T20" fmla="*/ 32 w 98"/>
              <a:gd name="T21" fmla="*/ 75 h 110"/>
              <a:gd name="T22" fmla="*/ 27 w 98"/>
              <a:gd name="T23" fmla="*/ 79 h 110"/>
              <a:gd name="T24" fmla="*/ 36 w 98"/>
              <a:gd name="T25" fmla="*/ 33 h 110"/>
              <a:gd name="T26" fmla="*/ 48 w 98"/>
              <a:gd name="T27" fmla="*/ 16 h 110"/>
              <a:gd name="T28" fmla="*/ 36 w 98"/>
              <a:gd name="T29" fmla="*/ 0 h 110"/>
              <a:gd name="T30" fmla="*/ 25 w 98"/>
              <a:gd name="T31" fmla="*/ 16 h 110"/>
              <a:gd name="T32" fmla="*/ 36 w 98"/>
              <a:gd name="T33" fmla="*/ 33 h 110"/>
              <a:gd name="T34" fmla="*/ 63 w 98"/>
              <a:gd name="T35" fmla="*/ 34 h 110"/>
              <a:gd name="T36" fmla="*/ 78 w 98"/>
              <a:gd name="T37" fmla="*/ 19 h 110"/>
              <a:gd name="T38" fmla="*/ 68 w 98"/>
              <a:gd name="T39" fmla="*/ 3 h 110"/>
              <a:gd name="T40" fmla="*/ 54 w 98"/>
              <a:gd name="T41" fmla="*/ 17 h 110"/>
              <a:gd name="T42" fmla="*/ 63 w 98"/>
              <a:gd name="T43" fmla="*/ 34 h 110"/>
              <a:gd name="T44" fmla="*/ 84 w 98"/>
              <a:gd name="T45" fmla="*/ 73 h 110"/>
              <a:gd name="T46" fmla="*/ 63 w 98"/>
              <a:gd name="T47" fmla="*/ 52 h 110"/>
              <a:gd name="T48" fmla="*/ 34 w 98"/>
              <a:gd name="T49" fmla="*/ 51 h 110"/>
              <a:gd name="T50" fmla="*/ 20 w 98"/>
              <a:gd name="T51" fmla="*/ 66 h 110"/>
              <a:gd name="T52" fmla="*/ 8 w 98"/>
              <a:gd name="T53" fmla="*/ 89 h 110"/>
              <a:gd name="T54" fmla="*/ 22 w 98"/>
              <a:gd name="T55" fmla="*/ 103 h 110"/>
              <a:gd name="T56" fmla="*/ 40 w 98"/>
              <a:gd name="T57" fmla="*/ 102 h 110"/>
              <a:gd name="T58" fmla="*/ 58 w 98"/>
              <a:gd name="T59" fmla="*/ 102 h 110"/>
              <a:gd name="T60" fmla="*/ 87 w 98"/>
              <a:gd name="T61" fmla="*/ 95 h 110"/>
              <a:gd name="T62" fmla="*/ 84 w 98"/>
              <a:gd name="T63" fmla="*/ 73 h 110"/>
              <a:gd name="T64" fmla="*/ 45 w 98"/>
              <a:gd name="T65" fmla="*/ 95 h 110"/>
              <a:gd name="T66" fmla="*/ 30 w 98"/>
              <a:gd name="T67" fmla="*/ 95 h 110"/>
              <a:gd name="T68" fmla="*/ 21 w 98"/>
              <a:gd name="T69" fmla="*/ 89 h 110"/>
              <a:gd name="T70" fmla="*/ 20 w 98"/>
              <a:gd name="T71" fmla="*/ 78 h 110"/>
              <a:gd name="T72" fmla="*/ 30 w 98"/>
              <a:gd name="T73" fmla="*/ 69 h 110"/>
              <a:gd name="T74" fmla="*/ 38 w 98"/>
              <a:gd name="T75" fmla="*/ 69 h 110"/>
              <a:gd name="T76" fmla="*/ 38 w 98"/>
              <a:gd name="T77" fmla="*/ 59 h 110"/>
              <a:gd name="T78" fmla="*/ 45 w 98"/>
              <a:gd name="T79" fmla="*/ 59 h 110"/>
              <a:gd name="T80" fmla="*/ 45 w 98"/>
              <a:gd name="T81" fmla="*/ 95 h 110"/>
              <a:gd name="T82" fmla="*/ 72 w 98"/>
              <a:gd name="T83" fmla="*/ 95 h 110"/>
              <a:gd name="T84" fmla="*/ 55 w 98"/>
              <a:gd name="T85" fmla="*/ 95 h 110"/>
              <a:gd name="T86" fmla="*/ 48 w 98"/>
              <a:gd name="T87" fmla="*/ 89 h 110"/>
              <a:gd name="T88" fmla="*/ 48 w 98"/>
              <a:gd name="T89" fmla="*/ 70 h 110"/>
              <a:gd name="T90" fmla="*/ 55 w 98"/>
              <a:gd name="T91" fmla="*/ 70 h 110"/>
              <a:gd name="T92" fmla="*/ 55 w 98"/>
              <a:gd name="T93" fmla="*/ 86 h 110"/>
              <a:gd name="T94" fmla="*/ 58 w 98"/>
              <a:gd name="T95" fmla="*/ 89 h 110"/>
              <a:gd name="T96" fmla="*/ 65 w 98"/>
              <a:gd name="T97" fmla="*/ 89 h 110"/>
              <a:gd name="T98" fmla="*/ 65 w 98"/>
              <a:gd name="T99" fmla="*/ 70 h 110"/>
              <a:gd name="T100" fmla="*/ 72 w 98"/>
              <a:gd name="T101" fmla="*/ 70 h 110"/>
              <a:gd name="T102" fmla="*/ 72 w 98"/>
              <a:gd name="T103" fmla="*/ 95 h 110"/>
              <a:gd name="T104" fmla="*/ 96 w 98"/>
              <a:gd name="T105" fmla="*/ 45 h 110"/>
              <a:gd name="T106" fmla="*/ 84 w 98"/>
              <a:gd name="T107" fmla="*/ 32 h 110"/>
              <a:gd name="T108" fmla="*/ 72 w 98"/>
              <a:gd name="T109" fmla="*/ 48 h 110"/>
              <a:gd name="T110" fmla="*/ 85 w 98"/>
              <a:gd name="T111" fmla="*/ 62 h 110"/>
              <a:gd name="T112" fmla="*/ 96 w 98"/>
              <a:gd name="T113" fmla="*/ 4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8" h="110">
                <a:moveTo>
                  <a:pt x="15" y="55"/>
                </a:moveTo>
                <a:cubicBezTo>
                  <a:pt x="27" y="53"/>
                  <a:pt x="25" y="39"/>
                  <a:pt x="25" y="36"/>
                </a:cubicBezTo>
                <a:cubicBezTo>
                  <a:pt x="24" y="32"/>
                  <a:pt x="19" y="24"/>
                  <a:pt x="11" y="24"/>
                </a:cubicBezTo>
                <a:cubicBezTo>
                  <a:pt x="2" y="25"/>
                  <a:pt x="1" y="38"/>
                  <a:pt x="1" y="38"/>
                </a:cubicBezTo>
                <a:cubicBezTo>
                  <a:pt x="0" y="45"/>
                  <a:pt x="4" y="58"/>
                  <a:pt x="15" y="55"/>
                </a:cubicBezTo>
                <a:close/>
                <a:moveTo>
                  <a:pt x="27" y="79"/>
                </a:moveTo>
                <a:cubicBezTo>
                  <a:pt x="27" y="80"/>
                  <a:pt x="26" y="82"/>
                  <a:pt x="27" y="84"/>
                </a:cubicBezTo>
                <a:cubicBezTo>
                  <a:pt x="28" y="89"/>
                  <a:pt x="32" y="89"/>
                  <a:pt x="32" y="89"/>
                </a:cubicBezTo>
                <a:cubicBezTo>
                  <a:pt x="38" y="89"/>
                  <a:pt x="38" y="89"/>
                  <a:pt x="38" y="89"/>
                </a:cubicBezTo>
                <a:cubicBezTo>
                  <a:pt x="38" y="75"/>
                  <a:pt x="38" y="75"/>
                  <a:pt x="38" y="75"/>
                </a:cubicBezTo>
                <a:cubicBezTo>
                  <a:pt x="32" y="75"/>
                  <a:pt x="32" y="75"/>
                  <a:pt x="32" y="75"/>
                </a:cubicBezTo>
                <a:cubicBezTo>
                  <a:pt x="29" y="76"/>
                  <a:pt x="28" y="78"/>
                  <a:pt x="27" y="79"/>
                </a:cubicBezTo>
                <a:close/>
                <a:moveTo>
                  <a:pt x="36" y="33"/>
                </a:moveTo>
                <a:cubicBezTo>
                  <a:pt x="42" y="33"/>
                  <a:pt x="48" y="25"/>
                  <a:pt x="48" y="16"/>
                </a:cubicBezTo>
                <a:cubicBezTo>
                  <a:pt x="48" y="8"/>
                  <a:pt x="42" y="0"/>
                  <a:pt x="36" y="0"/>
                </a:cubicBezTo>
                <a:cubicBezTo>
                  <a:pt x="30" y="0"/>
                  <a:pt x="25" y="8"/>
                  <a:pt x="25" y="16"/>
                </a:cubicBezTo>
                <a:cubicBezTo>
                  <a:pt x="25" y="25"/>
                  <a:pt x="30" y="33"/>
                  <a:pt x="36" y="33"/>
                </a:cubicBezTo>
                <a:close/>
                <a:moveTo>
                  <a:pt x="63" y="34"/>
                </a:moveTo>
                <a:cubicBezTo>
                  <a:pt x="71" y="35"/>
                  <a:pt x="77" y="26"/>
                  <a:pt x="78" y="19"/>
                </a:cubicBezTo>
                <a:cubicBezTo>
                  <a:pt x="79" y="12"/>
                  <a:pt x="74" y="4"/>
                  <a:pt x="68" y="3"/>
                </a:cubicBezTo>
                <a:cubicBezTo>
                  <a:pt x="62" y="2"/>
                  <a:pt x="54" y="11"/>
                  <a:pt x="54" y="17"/>
                </a:cubicBezTo>
                <a:cubicBezTo>
                  <a:pt x="53" y="25"/>
                  <a:pt x="55" y="32"/>
                  <a:pt x="63" y="34"/>
                </a:cubicBezTo>
                <a:close/>
                <a:moveTo>
                  <a:pt x="84" y="73"/>
                </a:moveTo>
                <a:cubicBezTo>
                  <a:pt x="84" y="73"/>
                  <a:pt x="71" y="63"/>
                  <a:pt x="63" y="52"/>
                </a:cubicBezTo>
                <a:cubicBezTo>
                  <a:pt x="53" y="37"/>
                  <a:pt x="38" y="43"/>
                  <a:pt x="34" y="51"/>
                </a:cubicBezTo>
                <a:cubicBezTo>
                  <a:pt x="29" y="59"/>
                  <a:pt x="21" y="64"/>
                  <a:pt x="20" y="66"/>
                </a:cubicBezTo>
                <a:cubicBezTo>
                  <a:pt x="19" y="67"/>
                  <a:pt x="4" y="75"/>
                  <a:pt x="8" y="89"/>
                </a:cubicBezTo>
                <a:cubicBezTo>
                  <a:pt x="11" y="103"/>
                  <a:pt x="22" y="103"/>
                  <a:pt x="22" y="103"/>
                </a:cubicBezTo>
                <a:cubicBezTo>
                  <a:pt x="22" y="103"/>
                  <a:pt x="31" y="104"/>
                  <a:pt x="40" y="102"/>
                </a:cubicBezTo>
                <a:cubicBezTo>
                  <a:pt x="50" y="100"/>
                  <a:pt x="58" y="102"/>
                  <a:pt x="58" y="102"/>
                </a:cubicBezTo>
                <a:cubicBezTo>
                  <a:pt x="58" y="102"/>
                  <a:pt x="81" y="110"/>
                  <a:pt x="87" y="95"/>
                </a:cubicBezTo>
                <a:cubicBezTo>
                  <a:pt x="93" y="81"/>
                  <a:pt x="84" y="73"/>
                  <a:pt x="84" y="73"/>
                </a:cubicBezTo>
                <a:close/>
                <a:moveTo>
                  <a:pt x="45" y="95"/>
                </a:moveTo>
                <a:cubicBezTo>
                  <a:pt x="30" y="95"/>
                  <a:pt x="30" y="95"/>
                  <a:pt x="30" y="95"/>
                </a:cubicBezTo>
                <a:cubicBezTo>
                  <a:pt x="24" y="94"/>
                  <a:pt x="21" y="89"/>
                  <a:pt x="21" y="89"/>
                </a:cubicBezTo>
                <a:cubicBezTo>
                  <a:pt x="21" y="88"/>
                  <a:pt x="19" y="84"/>
                  <a:pt x="20" y="78"/>
                </a:cubicBezTo>
                <a:cubicBezTo>
                  <a:pt x="23" y="70"/>
                  <a:pt x="30" y="69"/>
                  <a:pt x="30" y="69"/>
                </a:cubicBezTo>
                <a:cubicBezTo>
                  <a:pt x="38" y="69"/>
                  <a:pt x="38" y="69"/>
                  <a:pt x="38" y="69"/>
                </a:cubicBezTo>
                <a:cubicBezTo>
                  <a:pt x="38" y="59"/>
                  <a:pt x="38" y="59"/>
                  <a:pt x="38" y="59"/>
                </a:cubicBezTo>
                <a:cubicBezTo>
                  <a:pt x="45" y="59"/>
                  <a:pt x="45" y="59"/>
                  <a:pt x="45" y="59"/>
                </a:cubicBezTo>
                <a:lnTo>
                  <a:pt x="45" y="95"/>
                </a:lnTo>
                <a:close/>
                <a:moveTo>
                  <a:pt x="72" y="95"/>
                </a:moveTo>
                <a:cubicBezTo>
                  <a:pt x="55" y="95"/>
                  <a:pt x="55" y="95"/>
                  <a:pt x="55" y="95"/>
                </a:cubicBezTo>
                <a:cubicBezTo>
                  <a:pt x="49" y="93"/>
                  <a:pt x="48" y="89"/>
                  <a:pt x="48" y="89"/>
                </a:cubicBezTo>
                <a:cubicBezTo>
                  <a:pt x="48" y="70"/>
                  <a:pt x="48" y="70"/>
                  <a:pt x="48" y="70"/>
                </a:cubicBezTo>
                <a:cubicBezTo>
                  <a:pt x="55" y="70"/>
                  <a:pt x="55" y="70"/>
                  <a:pt x="55" y="70"/>
                </a:cubicBezTo>
                <a:cubicBezTo>
                  <a:pt x="55" y="86"/>
                  <a:pt x="55" y="86"/>
                  <a:pt x="55" y="86"/>
                </a:cubicBezTo>
                <a:cubicBezTo>
                  <a:pt x="56" y="88"/>
                  <a:pt x="58" y="89"/>
                  <a:pt x="58" y="89"/>
                </a:cubicBezTo>
                <a:cubicBezTo>
                  <a:pt x="65" y="89"/>
                  <a:pt x="65" y="89"/>
                  <a:pt x="65" y="89"/>
                </a:cubicBezTo>
                <a:cubicBezTo>
                  <a:pt x="65" y="70"/>
                  <a:pt x="65" y="70"/>
                  <a:pt x="65" y="70"/>
                </a:cubicBezTo>
                <a:cubicBezTo>
                  <a:pt x="72" y="70"/>
                  <a:pt x="72" y="70"/>
                  <a:pt x="72" y="70"/>
                </a:cubicBezTo>
                <a:lnTo>
                  <a:pt x="72" y="95"/>
                </a:lnTo>
                <a:close/>
                <a:moveTo>
                  <a:pt x="96" y="45"/>
                </a:moveTo>
                <a:cubicBezTo>
                  <a:pt x="96" y="42"/>
                  <a:pt x="94" y="32"/>
                  <a:pt x="84" y="32"/>
                </a:cubicBezTo>
                <a:cubicBezTo>
                  <a:pt x="74" y="32"/>
                  <a:pt x="72" y="41"/>
                  <a:pt x="72" y="48"/>
                </a:cubicBezTo>
                <a:cubicBezTo>
                  <a:pt x="72" y="54"/>
                  <a:pt x="73" y="62"/>
                  <a:pt x="85" y="62"/>
                </a:cubicBezTo>
                <a:cubicBezTo>
                  <a:pt x="98" y="62"/>
                  <a:pt x="96" y="48"/>
                  <a:pt x="96" y="4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6" name="文本框 85"/>
          <p:cNvSpPr txBox="1"/>
          <p:nvPr/>
        </p:nvSpPr>
        <p:spPr>
          <a:xfrm>
            <a:off x="3631044" y="3921897"/>
            <a:ext cx="800219" cy="461665"/>
          </a:xfrm>
          <a:prstGeom prst="rect">
            <a:avLst/>
          </a:prstGeom>
          <a:noFill/>
        </p:spPr>
        <p:txBody>
          <a:bodyPr wrap="none" rtlCol="0">
            <a:spAutoFit/>
          </a:bodyPr>
          <a:lstStyle/>
          <a:p>
            <a:r>
              <a:rPr lang="zh-CN" altLang="en-US" sz="2400" b="1" dirty="0">
                <a:solidFill>
                  <a:schemeClr val="bg1"/>
                </a:solidFill>
              </a:rPr>
              <a:t>标题</a:t>
            </a:r>
          </a:p>
        </p:txBody>
      </p:sp>
      <p:sp>
        <p:nvSpPr>
          <p:cNvPr id="87" name="文本框 86"/>
          <p:cNvSpPr txBox="1"/>
          <p:nvPr/>
        </p:nvSpPr>
        <p:spPr>
          <a:xfrm>
            <a:off x="5005242" y="3921897"/>
            <a:ext cx="800219" cy="461665"/>
          </a:xfrm>
          <a:prstGeom prst="rect">
            <a:avLst/>
          </a:prstGeom>
          <a:noFill/>
        </p:spPr>
        <p:txBody>
          <a:bodyPr wrap="none" rtlCol="0">
            <a:spAutoFit/>
          </a:bodyPr>
          <a:lstStyle/>
          <a:p>
            <a:r>
              <a:rPr lang="zh-CN" altLang="en-US" sz="2400" b="1" dirty="0">
                <a:solidFill>
                  <a:schemeClr val="bg1"/>
                </a:solidFill>
              </a:rPr>
              <a:t>标题</a:t>
            </a:r>
          </a:p>
        </p:txBody>
      </p:sp>
      <p:sp>
        <p:nvSpPr>
          <p:cNvPr id="88" name="文本框 87"/>
          <p:cNvSpPr txBox="1"/>
          <p:nvPr/>
        </p:nvSpPr>
        <p:spPr>
          <a:xfrm>
            <a:off x="6379440" y="3921897"/>
            <a:ext cx="800219" cy="461665"/>
          </a:xfrm>
          <a:prstGeom prst="rect">
            <a:avLst/>
          </a:prstGeom>
          <a:noFill/>
        </p:spPr>
        <p:txBody>
          <a:bodyPr wrap="none" rtlCol="0">
            <a:spAutoFit/>
          </a:bodyPr>
          <a:lstStyle/>
          <a:p>
            <a:r>
              <a:rPr lang="zh-CN" altLang="en-US" sz="2400" b="1" dirty="0">
                <a:solidFill>
                  <a:schemeClr val="bg1"/>
                </a:solidFill>
              </a:rPr>
              <a:t>标题</a:t>
            </a:r>
          </a:p>
        </p:txBody>
      </p:sp>
      <p:sp>
        <p:nvSpPr>
          <p:cNvPr id="89" name="文本框 88"/>
          <p:cNvSpPr txBox="1"/>
          <p:nvPr/>
        </p:nvSpPr>
        <p:spPr>
          <a:xfrm>
            <a:off x="7753639" y="3921897"/>
            <a:ext cx="800219" cy="461665"/>
          </a:xfrm>
          <a:prstGeom prst="rect">
            <a:avLst/>
          </a:prstGeom>
          <a:noFill/>
        </p:spPr>
        <p:txBody>
          <a:bodyPr wrap="none" rtlCol="0">
            <a:spAutoFit/>
          </a:bodyPr>
          <a:lstStyle/>
          <a:p>
            <a:r>
              <a:rPr lang="zh-CN" altLang="en-US" sz="2400" b="1" dirty="0">
                <a:solidFill>
                  <a:schemeClr val="bg1"/>
                </a:solidFill>
              </a:rPr>
              <a:t>标题</a:t>
            </a:r>
          </a:p>
        </p:txBody>
      </p:sp>
      <p:sp>
        <p:nvSpPr>
          <p:cNvPr id="90" name="文本框 89"/>
          <p:cNvSpPr txBox="1"/>
          <p:nvPr/>
        </p:nvSpPr>
        <p:spPr>
          <a:xfrm>
            <a:off x="4114421" y="2927217"/>
            <a:ext cx="423514" cy="369332"/>
          </a:xfrm>
          <a:prstGeom prst="rect">
            <a:avLst/>
          </a:prstGeom>
          <a:noFill/>
        </p:spPr>
        <p:txBody>
          <a:bodyPr wrap="none" rtlCol="0">
            <a:spAutoFit/>
          </a:bodyPr>
          <a:lstStyle/>
          <a:p>
            <a:r>
              <a:rPr lang="en-US" altLang="zh-CN" dirty="0">
                <a:solidFill>
                  <a:schemeClr val="tx1">
                    <a:lumMod val="65000"/>
                    <a:lumOff val="35000"/>
                  </a:schemeClr>
                </a:solidFill>
                <a:latin typeface="Impact" panose="020B0806030902050204" pitchFamily="34" charset="0"/>
              </a:rPr>
              <a:t>02</a:t>
            </a:r>
            <a:endParaRPr lang="zh-CN" altLang="en-US" dirty="0">
              <a:solidFill>
                <a:schemeClr val="tx1">
                  <a:lumMod val="65000"/>
                  <a:lumOff val="35000"/>
                </a:schemeClr>
              </a:solidFill>
              <a:latin typeface="Impact" panose="020B0806030902050204" pitchFamily="34" charset="0"/>
            </a:endParaRPr>
          </a:p>
        </p:txBody>
      </p:sp>
      <p:sp>
        <p:nvSpPr>
          <p:cNvPr id="91" name="文本框 90"/>
          <p:cNvSpPr txBox="1"/>
          <p:nvPr/>
        </p:nvSpPr>
        <p:spPr>
          <a:xfrm>
            <a:off x="5492489" y="2927217"/>
            <a:ext cx="429926" cy="369332"/>
          </a:xfrm>
          <a:prstGeom prst="rect">
            <a:avLst/>
          </a:prstGeom>
          <a:noFill/>
        </p:spPr>
        <p:txBody>
          <a:bodyPr wrap="none" rtlCol="0">
            <a:spAutoFit/>
          </a:bodyPr>
          <a:lstStyle/>
          <a:p>
            <a:r>
              <a:rPr lang="en-US" altLang="zh-CN" dirty="0">
                <a:solidFill>
                  <a:schemeClr val="tx1">
                    <a:lumMod val="65000"/>
                    <a:lumOff val="35000"/>
                  </a:schemeClr>
                </a:solidFill>
                <a:latin typeface="Impact" panose="020B0806030902050204" pitchFamily="34" charset="0"/>
              </a:rPr>
              <a:t>03</a:t>
            </a:r>
            <a:endParaRPr lang="zh-CN" altLang="en-US" dirty="0">
              <a:solidFill>
                <a:schemeClr val="tx1">
                  <a:lumMod val="65000"/>
                  <a:lumOff val="35000"/>
                </a:schemeClr>
              </a:solidFill>
              <a:latin typeface="Impact" panose="020B0806030902050204" pitchFamily="34" charset="0"/>
            </a:endParaRPr>
          </a:p>
        </p:txBody>
      </p:sp>
      <p:sp>
        <p:nvSpPr>
          <p:cNvPr id="92" name="文本框 91"/>
          <p:cNvSpPr txBox="1"/>
          <p:nvPr/>
        </p:nvSpPr>
        <p:spPr>
          <a:xfrm>
            <a:off x="6854485" y="2927217"/>
            <a:ext cx="423514" cy="369332"/>
          </a:xfrm>
          <a:prstGeom prst="rect">
            <a:avLst/>
          </a:prstGeom>
          <a:noFill/>
        </p:spPr>
        <p:txBody>
          <a:bodyPr wrap="none" rtlCol="0">
            <a:spAutoFit/>
          </a:bodyPr>
          <a:lstStyle/>
          <a:p>
            <a:r>
              <a:rPr lang="en-US" altLang="zh-CN" dirty="0">
                <a:solidFill>
                  <a:schemeClr val="tx1">
                    <a:lumMod val="65000"/>
                    <a:lumOff val="35000"/>
                  </a:schemeClr>
                </a:solidFill>
                <a:latin typeface="Impact" panose="020B0806030902050204" pitchFamily="34" charset="0"/>
              </a:rPr>
              <a:t>02</a:t>
            </a:r>
            <a:endParaRPr lang="zh-CN" altLang="en-US" dirty="0">
              <a:solidFill>
                <a:schemeClr val="tx1">
                  <a:lumMod val="65000"/>
                  <a:lumOff val="35000"/>
                </a:schemeClr>
              </a:solidFill>
              <a:latin typeface="Impact" panose="020B0806030902050204" pitchFamily="34" charset="0"/>
            </a:endParaRPr>
          </a:p>
        </p:txBody>
      </p:sp>
      <p:sp>
        <p:nvSpPr>
          <p:cNvPr id="93" name="文本框 92"/>
          <p:cNvSpPr txBox="1"/>
          <p:nvPr/>
        </p:nvSpPr>
        <p:spPr>
          <a:xfrm>
            <a:off x="8233127" y="2927217"/>
            <a:ext cx="423514" cy="369332"/>
          </a:xfrm>
          <a:prstGeom prst="rect">
            <a:avLst/>
          </a:prstGeom>
          <a:noFill/>
        </p:spPr>
        <p:txBody>
          <a:bodyPr wrap="none" rtlCol="0">
            <a:spAutoFit/>
          </a:bodyPr>
          <a:lstStyle/>
          <a:p>
            <a:r>
              <a:rPr lang="en-US" altLang="zh-CN" dirty="0">
                <a:solidFill>
                  <a:schemeClr val="tx1">
                    <a:lumMod val="65000"/>
                    <a:lumOff val="35000"/>
                  </a:schemeClr>
                </a:solidFill>
                <a:latin typeface="Impact" panose="020B0806030902050204" pitchFamily="34" charset="0"/>
              </a:rPr>
              <a:t>04</a:t>
            </a:r>
            <a:endParaRPr lang="zh-CN" altLang="en-US" dirty="0">
              <a:solidFill>
                <a:schemeClr val="tx1">
                  <a:lumMod val="65000"/>
                  <a:lumOff val="35000"/>
                </a:schemeClr>
              </a:solidFill>
              <a:latin typeface="Impact" panose="020B0806030902050204" pitchFamily="34" charset="0"/>
            </a:endParaRPr>
          </a:p>
        </p:txBody>
      </p:sp>
      <p:sp>
        <p:nvSpPr>
          <p:cNvPr id="94" name="Freeform 15"/>
          <p:cNvSpPr>
            <a:spLocks noEditPoints="1"/>
          </p:cNvSpPr>
          <p:nvPr/>
        </p:nvSpPr>
        <p:spPr bwMode="auto">
          <a:xfrm>
            <a:off x="9020610" y="4085260"/>
            <a:ext cx="344481" cy="474418"/>
          </a:xfrm>
          <a:custGeom>
            <a:avLst/>
            <a:gdLst>
              <a:gd name="T0" fmla="*/ 24 w 48"/>
              <a:gd name="T1" fmla="*/ 0 h 66"/>
              <a:gd name="T2" fmla="*/ 48 w 48"/>
              <a:gd name="T3" fmla="*/ 24 h 66"/>
              <a:gd name="T4" fmla="*/ 24 w 48"/>
              <a:gd name="T5" fmla="*/ 66 h 66"/>
              <a:gd name="T6" fmla="*/ 0 w 48"/>
              <a:gd name="T7" fmla="*/ 24 h 66"/>
              <a:gd name="T8" fmla="*/ 24 w 48"/>
              <a:gd name="T9" fmla="*/ 0 h 66"/>
              <a:gd name="T10" fmla="*/ 24 w 48"/>
              <a:gd name="T11" fmla="*/ 12 h 66"/>
              <a:gd name="T12" fmla="*/ 36 w 48"/>
              <a:gd name="T13" fmla="*/ 23 h 66"/>
              <a:gd name="T14" fmla="*/ 24 w 48"/>
              <a:gd name="T15" fmla="*/ 35 h 66"/>
              <a:gd name="T16" fmla="*/ 13 w 48"/>
              <a:gd name="T17" fmla="*/ 23 h 66"/>
              <a:gd name="T18" fmla="*/ 24 w 48"/>
              <a:gd name="T19" fmla="*/ 1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66">
                <a:moveTo>
                  <a:pt x="24" y="0"/>
                </a:moveTo>
                <a:cubicBezTo>
                  <a:pt x="37" y="0"/>
                  <a:pt x="48" y="13"/>
                  <a:pt x="48" y="24"/>
                </a:cubicBezTo>
                <a:cubicBezTo>
                  <a:pt x="48" y="35"/>
                  <a:pt x="29" y="57"/>
                  <a:pt x="24" y="66"/>
                </a:cubicBezTo>
                <a:cubicBezTo>
                  <a:pt x="19" y="57"/>
                  <a:pt x="0" y="35"/>
                  <a:pt x="0" y="24"/>
                </a:cubicBezTo>
                <a:cubicBezTo>
                  <a:pt x="0" y="13"/>
                  <a:pt x="11" y="0"/>
                  <a:pt x="24" y="0"/>
                </a:cubicBezTo>
                <a:close/>
                <a:moveTo>
                  <a:pt x="24" y="12"/>
                </a:moveTo>
                <a:cubicBezTo>
                  <a:pt x="31" y="12"/>
                  <a:pt x="36" y="17"/>
                  <a:pt x="36" y="23"/>
                </a:cubicBezTo>
                <a:cubicBezTo>
                  <a:pt x="36" y="30"/>
                  <a:pt x="31" y="35"/>
                  <a:pt x="24" y="35"/>
                </a:cubicBezTo>
                <a:cubicBezTo>
                  <a:pt x="18" y="35"/>
                  <a:pt x="13" y="30"/>
                  <a:pt x="13" y="23"/>
                </a:cubicBezTo>
                <a:cubicBezTo>
                  <a:pt x="13" y="17"/>
                  <a:pt x="18" y="12"/>
                  <a:pt x="24" y="12"/>
                </a:cubicBezTo>
                <a:close/>
              </a:path>
            </a:pathLst>
          </a:custGeom>
          <a:gradFill>
            <a:gsLst>
              <a:gs pos="100000">
                <a:srgbClr val="89C3A6"/>
              </a:gs>
              <a:gs pos="13000">
                <a:srgbClr val="007BBC"/>
              </a:gs>
            </a:gsLst>
            <a:lin ang="18900000" scaled="0"/>
          </a:gradFill>
          <a:ln w="14288" cap="flat">
            <a:no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18"/>
          <p:cNvSpPr>
            <a:spLocks noEditPoints="1"/>
          </p:cNvSpPr>
          <p:nvPr/>
        </p:nvSpPr>
        <p:spPr bwMode="auto">
          <a:xfrm>
            <a:off x="9023361" y="5402148"/>
            <a:ext cx="350524" cy="480460"/>
          </a:xfrm>
          <a:custGeom>
            <a:avLst/>
            <a:gdLst>
              <a:gd name="T0" fmla="*/ 25 w 49"/>
              <a:gd name="T1" fmla="*/ 0 h 67"/>
              <a:gd name="T2" fmla="*/ 49 w 49"/>
              <a:gd name="T3" fmla="*/ 24 h 67"/>
              <a:gd name="T4" fmla="*/ 25 w 49"/>
              <a:gd name="T5" fmla="*/ 67 h 67"/>
              <a:gd name="T6" fmla="*/ 0 w 49"/>
              <a:gd name="T7" fmla="*/ 24 h 67"/>
              <a:gd name="T8" fmla="*/ 25 w 49"/>
              <a:gd name="T9" fmla="*/ 0 h 67"/>
              <a:gd name="T10" fmla="*/ 25 w 49"/>
              <a:gd name="T11" fmla="*/ 13 h 67"/>
              <a:gd name="T12" fmla="*/ 36 w 49"/>
              <a:gd name="T13" fmla="*/ 24 h 67"/>
              <a:gd name="T14" fmla="*/ 25 w 49"/>
              <a:gd name="T15" fmla="*/ 35 h 67"/>
              <a:gd name="T16" fmla="*/ 13 w 49"/>
              <a:gd name="T17" fmla="*/ 24 h 67"/>
              <a:gd name="T18" fmla="*/ 25 w 49"/>
              <a:gd name="T19" fmla="*/ 13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67">
                <a:moveTo>
                  <a:pt x="25" y="0"/>
                </a:moveTo>
                <a:cubicBezTo>
                  <a:pt x="38" y="0"/>
                  <a:pt x="49" y="13"/>
                  <a:pt x="49" y="24"/>
                </a:cubicBezTo>
                <a:cubicBezTo>
                  <a:pt x="49" y="35"/>
                  <a:pt x="30" y="58"/>
                  <a:pt x="25" y="67"/>
                </a:cubicBezTo>
                <a:cubicBezTo>
                  <a:pt x="19" y="58"/>
                  <a:pt x="0" y="35"/>
                  <a:pt x="0" y="24"/>
                </a:cubicBezTo>
                <a:cubicBezTo>
                  <a:pt x="0" y="13"/>
                  <a:pt x="11" y="0"/>
                  <a:pt x="25" y="0"/>
                </a:cubicBezTo>
                <a:close/>
                <a:moveTo>
                  <a:pt x="25" y="13"/>
                </a:moveTo>
                <a:cubicBezTo>
                  <a:pt x="31" y="13"/>
                  <a:pt x="36" y="18"/>
                  <a:pt x="36" y="24"/>
                </a:cubicBezTo>
                <a:cubicBezTo>
                  <a:pt x="36" y="30"/>
                  <a:pt x="31" y="35"/>
                  <a:pt x="25" y="35"/>
                </a:cubicBezTo>
                <a:cubicBezTo>
                  <a:pt x="19" y="35"/>
                  <a:pt x="13" y="30"/>
                  <a:pt x="13" y="24"/>
                </a:cubicBezTo>
                <a:cubicBezTo>
                  <a:pt x="13" y="18"/>
                  <a:pt x="19" y="13"/>
                  <a:pt x="25" y="13"/>
                </a:cubicBezTo>
                <a:close/>
              </a:path>
            </a:pathLst>
          </a:custGeom>
          <a:gradFill>
            <a:gsLst>
              <a:gs pos="100000">
                <a:srgbClr val="E7E507"/>
              </a:gs>
              <a:gs pos="13000">
                <a:srgbClr val="A6C43C"/>
              </a:gs>
            </a:gsLst>
            <a:lin ang="18900000" scaled="0"/>
          </a:gradFill>
          <a:ln w="14288" cap="flat">
            <a:no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zh-CN" altLang="en-US"/>
          </a:p>
        </p:txBody>
      </p:sp>
      <p:sp>
        <p:nvSpPr>
          <p:cNvPr id="96" name="文本框 95"/>
          <p:cNvSpPr txBox="1"/>
          <p:nvPr/>
        </p:nvSpPr>
        <p:spPr>
          <a:xfrm>
            <a:off x="9373885" y="5326697"/>
            <a:ext cx="2856518" cy="830997"/>
          </a:xfrm>
          <a:prstGeom prst="rect">
            <a:avLst/>
          </a:prstGeom>
          <a:noFill/>
        </p:spPr>
        <p:txBody>
          <a:bodyPr wrap="square" rtlCol="0">
            <a:spAutoFit/>
          </a:bodyPr>
          <a:lstStyle/>
          <a:p>
            <a:pPr>
              <a:lnSpc>
                <a:spcPct val="120000"/>
              </a:lnSpc>
            </a:pPr>
            <a:r>
              <a:rPr lang="zh-CN" altLang="en-US" sz="2400" b="1" dirty="0">
                <a:solidFill>
                  <a:srgbClr val="9FC628"/>
                </a:solidFill>
              </a:rPr>
              <a:t>添加标题</a:t>
            </a:r>
            <a:endParaRPr lang="en-US" altLang="zh-CN" sz="2400" b="1" dirty="0">
              <a:solidFill>
                <a:srgbClr val="9FC628"/>
              </a:solidFill>
            </a:endParaRPr>
          </a:p>
          <a:p>
            <a:pPr>
              <a:lnSpc>
                <a:spcPct val="120000"/>
              </a:lnSpc>
            </a:pPr>
            <a:r>
              <a:rPr lang="zh-CN" altLang="en-US" sz="1600" dirty="0">
                <a:solidFill>
                  <a:schemeClr val="tx1">
                    <a:lumMod val="65000"/>
                    <a:lumOff val="35000"/>
                  </a:schemeClr>
                </a:solidFill>
              </a:rPr>
              <a:t>添加内容添加内容</a:t>
            </a:r>
          </a:p>
        </p:txBody>
      </p:sp>
      <p:sp>
        <p:nvSpPr>
          <p:cNvPr id="97" name="文本框 96"/>
          <p:cNvSpPr txBox="1"/>
          <p:nvPr/>
        </p:nvSpPr>
        <p:spPr>
          <a:xfrm>
            <a:off x="9365091" y="3983951"/>
            <a:ext cx="2856518" cy="830997"/>
          </a:xfrm>
          <a:prstGeom prst="rect">
            <a:avLst/>
          </a:prstGeom>
          <a:noFill/>
        </p:spPr>
        <p:txBody>
          <a:bodyPr wrap="square" rtlCol="0">
            <a:spAutoFit/>
          </a:bodyPr>
          <a:lstStyle/>
          <a:p>
            <a:pPr>
              <a:lnSpc>
                <a:spcPct val="120000"/>
              </a:lnSpc>
            </a:pPr>
            <a:r>
              <a:rPr lang="zh-CN" altLang="en-US" sz="2400" b="1" dirty="0">
                <a:solidFill>
                  <a:srgbClr val="007BC6"/>
                </a:solidFill>
              </a:rPr>
              <a:t>添加标题</a:t>
            </a:r>
            <a:endParaRPr lang="en-US" altLang="zh-CN" sz="2400" b="1" dirty="0">
              <a:solidFill>
                <a:srgbClr val="007BC6"/>
              </a:solidFill>
            </a:endParaRPr>
          </a:p>
          <a:p>
            <a:pPr>
              <a:lnSpc>
                <a:spcPct val="120000"/>
              </a:lnSpc>
            </a:pPr>
            <a:r>
              <a:rPr lang="zh-CN" altLang="en-US" sz="1600" dirty="0">
                <a:solidFill>
                  <a:schemeClr val="tx1">
                    <a:lumMod val="65000"/>
                    <a:lumOff val="35000"/>
                  </a:schemeClr>
                </a:solidFill>
              </a:rPr>
              <a:t>添加内容添加内容</a:t>
            </a:r>
          </a:p>
        </p:txBody>
      </p:sp>
      <p:sp>
        <p:nvSpPr>
          <p:cNvPr id="98" name="Freeform 15"/>
          <p:cNvSpPr>
            <a:spLocks noEditPoints="1"/>
          </p:cNvSpPr>
          <p:nvPr/>
        </p:nvSpPr>
        <p:spPr bwMode="auto">
          <a:xfrm>
            <a:off x="3045999" y="4136620"/>
            <a:ext cx="344481" cy="474418"/>
          </a:xfrm>
          <a:custGeom>
            <a:avLst/>
            <a:gdLst>
              <a:gd name="T0" fmla="*/ 24 w 48"/>
              <a:gd name="T1" fmla="*/ 0 h 66"/>
              <a:gd name="T2" fmla="*/ 48 w 48"/>
              <a:gd name="T3" fmla="*/ 24 h 66"/>
              <a:gd name="T4" fmla="*/ 24 w 48"/>
              <a:gd name="T5" fmla="*/ 66 h 66"/>
              <a:gd name="T6" fmla="*/ 0 w 48"/>
              <a:gd name="T7" fmla="*/ 24 h 66"/>
              <a:gd name="T8" fmla="*/ 24 w 48"/>
              <a:gd name="T9" fmla="*/ 0 h 66"/>
              <a:gd name="T10" fmla="*/ 24 w 48"/>
              <a:gd name="T11" fmla="*/ 12 h 66"/>
              <a:gd name="T12" fmla="*/ 36 w 48"/>
              <a:gd name="T13" fmla="*/ 23 h 66"/>
              <a:gd name="T14" fmla="*/ 24 w 48"/>
              <a:gd name="T15" fmla="*/ 35 h 66"/>
              <a:gd name="T16" fmla="*/ 13 w 48"/>
              <a:gd name="T17" fmla="*/ 23 h 66"/>
              <a:gd name="T18" fmla="*/ 24 w 48"/>
              <a:gd name="T19" fmla="*/ 1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66">
                <a:moveTo>
                  <a:pt x="24" y="0"/>
                </a:moveTo>
                <a:cubicBezTo>
                  <a:pt x="37" y="0"/>
                  <a:pt x="48" y="13"/>
                  <a:pt x="48" y="24"/>
                </a:cubicBezTo>
                <a:cubicBezTo>
                  <a:pt x="48" y="35"/>
                  <a:pt x="29" y="57"/>
                  <a:pt x="24" y="66"/>
                </a:cubicBezTo>
                <a:cubicBezTo>
                  <a:pt x="19" y="57"/>
                  <a:pt x="0" y="35"/>
                  <a:pt x="0" y="24"/>
                </a:cubicBezTo>
                <a:cubicBezTo>
                  <a:pt x="0" y="13"/>
                  <a:pt x="11" y="0"/>
                  <a:pt x="24" y="0"/>
                </a:cubicBezTo>
                <a:close/>
                <a:moveTo>
                  <a:pt x="24" y="12"/>
                </a:moveTo>
                <a:cubicBezTo>
                  <a:pt x="31" y="12"/>
                  <a:pt x="36" y="17"/>
                  <a:pt x="36" y="23"/>
                </a:cubicBezTo>
                <a:cubicBezTo>
                  <a:pt x="36" y="30"/>
                  <a:pt x="31" y="35"/>
                  <a:pt x="24" y="35"/>
                </a:cubicBezTo>
                <a:cubicBezTo>
                  <a:pt x="18" y="35"/>
                  <a:pt x="13" y="30"/>
                  <a:pt x="13" y="23"/>
                </a:cubicBezTo>
                <a:cubicBezTo>
                  <a:pt x="13" y="17"/>
                  <a:pt x="18" y="12"/>
                  <a:pt x="24" y="12"/>
                </a:cubicBezTo>
                <a:close/>
              </a:path>
            </a:pathLst>
          </a:custGeom>
          <a:gradFill>
            <a:gsLst>
              <a:gs pos="100000">
                <a:srgbClr val="FED300"/>
              </a:gs>
              <a:gs pos="13000">
                <a:srgbClr val="DB4A04"/>
              </a:gs>
            </a:gsLst>
            <a:lin ang="18900000" scaled="0"/>
          </a:gradFill>
          <a:ln w="14288" cap="flat">
            <a:no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18"/>
          <p:cNvSpPr>
            <a:spLocks noEditPoints="1"/>
          </p:cNvSpPr>
          <p:nvPr/>
        </p:nvSpPr>
        <p:spPr bwMode="auto">
          <a:xfrm>
            <a:off x="3048750" y="5453509"/>
            <a:ext cx="350524" cy="480460"/>
          </a:xfrm>
          <a:custGeom>
            <a:avLst/>
            <a:gdLst>
              <a:gd name="T0" fmla="*/ 25 w 49"/>
              <a:gd name="T1" fmla="*/ 0 h 67"/>
              <a:gd name="T2" fmla="*/ 49 w 49"/>
              <a:gd name="T3" fmla="*/ 24 h 67"/>
              <a:gd name="T4" fmla="*/ 25 w 49"/>
              <a:gd name="T5" fmla="*/ 67 h 67"/>
              <a:gd name="T6" fmla="*/ 0 w 49"/>
              <a:gd name="T7" fmla="*/ 24 h 67"/>
              <a:gd name="T8" fmla="*/ 25 w 49"/>
              <a:gd name="T9" fmla="*/ 0 h 67"/>
              <a:gd name="T10" fmla="*/ 25 w 49"/>
              <a:gd name="T11" fmla="*/ 13 h 67"/>
              <a:gd name="T12" fmla="*/ 36 w 49"/>
              <a:gd name="T13" fmla="*/ 24 h 67"/>
              <a:gd name="T14" fmla="*/ 25 w 49"/>
              <a:gd name="T15" fmla="*/ 35 h 67"/>
              <a:gd name="T16" fmla="*/ 13 w 49"/>
              <a:gd name="T17" fmla="*/ 24 h 67"/>
              <a:gd name="T18" fmla="*/ 25 w 49"/>
              <a:gd name="T19" fmla="*/ 13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67">
                <a:moveTo>
                  <a:pt x="25" y="0"/>
                </a:moveTo>
                <a:cubicBezTo>
                  <a:pt x="38" y="0"/>
                  <a:pt x="49" y="13"/>
                  <a:pt x="49" y="24"/>
                </a:cubicBezTo>
                <a:cubicBezTo>
                  <a:pt x="49" y="35"/>
                  <a:pt x="30" y="58"/>
                  <a:pt x="25" y="67"/>
                </a:cubicBezTo>
                <a:cubicBezTo>
                  <a:pt x="19" y="58"/>
                  <a:pt x="0" y="35"/>
                  <a:pt x="0" y="24"/>
                </a:cubicBezTo>
                <a:cubicBezTo>
                  <a:pt x="0" y="13"/>
                  <a:pt x="11" y="0"/>
                  <a:pt x="25" y="0"/>
                </a:cubicBezTo>
                <a:close/>
                <a:moveTo>
                  <a:pt x="25" y="13"/>
                </a:moveTo>
                <a:cubicBezTo>
                  <a:pt x="31" y="13"/>
                  <a:pt x="36" y="18"/>
                  <a:pt x="36" y="24"/>
                </a:cubicBezTo>
                <a:cubicBezTo>
                  <a:pt x="36" y="30"/>
                  <a:pt x="31" y="35"/>
                  <a:pt x="25" y="35"/>
                </a:cubicBezTo>
                <a:cubicBezTo>
                  <a:pt x="19" y="35"/>
                  <a:pt x="13" y="30"/>
                  <a:pt x="13" y="24"/>
                </a:cubicBezTo>
                <a:cubicBezTo>
                  <a:pt x="13" y="18"/>
                  <a:pt x="19" y="13"/>
                  <a:pt x="25" y="13"/>
                </a:cubicBezTo>
                <a:close/>
              </a:path>
            </a:pathLst>
          </a:custGeom>
          <a:gradFill>
            <a:gsLst>
              <a:gs pos="100000">
                <a:srgbClr val="E1579B"/>
              </a:gs>
              <a:gs pos="13000">
                <a:srgbClr val="9E007A"/>
              </a:gs>
            </a:gsLst>
            <a:lin ang="18900000" scaled="0"/>
          </a:gradFill>
          <a:ln w="14288" cap="flat">
            <a:no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zh-CN" altLang="en-US"/>
          </a:p>
        </p:txBody>
      </p:sp>
      <p:sp>
        <p:nvSpPr>
          <p:cNvPr id="100" name="文本框 99"/>
          <p:cNvSpPr txBox="1"/>
          <p:nvPr/>
        </p:nvSpPr>
        <p:spPr>
          <a:xfrm>
            <a:off x="61836" y="3983951"/>
            <a:ext cx="2856518" cy="830997"/>
          </a:xfrm>
          <a:prstGeom prst="rect">
            <a:avLst/>
          </a:prstGeom>
          <a:noFill/>
        </p:spPr>
        <p:txBody>
          <a:bodyPr wrap="square" rtlCol="0">
            <a:spAutoFit/>
          </a:bodyPr>
          <a:lstStyle/>
          <a:p>
            <a:pPr algn="r">
              <a:lnSpc>
                <a:spcPct val="120000"/>
              </a:lnSpc>
            </a:pPr>
            <a:r>
              <a:rPr lang="zh-CN" altLang="en-US" sz="2400" b="1" dirty="0">
                <a:solidFill>
                  <a:srgbClr val="FF8900"/>
                </a:solidFill>
              </a:rPr>
              <a:t>添加标题</a:t>
            </a:r>
            <a:endParaRPr lang="en-US" altLang="zh-CN" sz="2400" b="1" dirty="0">
              <a:solidFill>
                <a:srgbClr val="FF8900"/>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01" name="文本框 100"/>
          <p:cNvSpPr txBox="1"/>
          <p:nvPr/>
        </p:nvSpPr>
        <p:spPr>
          <a:xfrm>
            <a:off x="70630" y="5332385"/>
            <a:ext cx="2856518" cy="830997"/>
          </a:xfrm>
          <a:prstGeom prst="rect">
            <a:avLst/>
          </a:prstGeom>
          <a:noFill/>
        </p:spPr>
        <p:txBody>
          <a:bodyPr wrap="square" rtlCol="0">
            <a:spAutoFit/>
          </a:bodyPr>
          <a:lstStyle/>
          <a:p>
            <a:pPr algn="r">
              <a:lnSpc>
                <a:spcPct val="120000"/>
              </a:lnSpc>
            </a:pPr>
            <a:r>
              <a:rPr lang="zh-CN" altLang="en-US" sz="2400" b="1" dirty="0">
                <a:solidFill>
                  <a:srgbClr val="6D5DA5"/>
                </a:solidFill>
              </a:rPr>
              <a:t>添加标题</a:t>
            </a:r>
            <a:endParaRPr lang="en-US" altLang="zh-CN" sz="2400" b="1" dirty="0">
              <a:solidFill>
                <a:srgbClr val="6D5DA5"/>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02" name="文本框 101"/>
          <p:cNvSpPr txBox="1"/>
          <p:nvPr/>
        </p:nvSpPr>
        <p:spPr>
          <a:xfrm>
            <a:off x="4139317" y="1058393"/>
            <a:ext cx="3913366"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103" name="Rectangle 58"/>
          <p:cNvSpPr/>
          <p:nvPr/>
        </p:nvSpPr>
        <p:spPr>
          <a:xfrm>
            <a:off x="3614043" y="1478661"/>
            <a:ext cx="4963915"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单击此处添加副标题</a:t>
            </a:r>
          </a:p>
        </p:txBody>
      </p:sp>
    </p:spTree>
    <p:extLst>
      <p:ext uri="{BB962C8B-B14F-4D97-AF65-F5344CB8AC3E}">
        <p14:creationId xmlns:p14="http://schemas.microsoft.com/office/powerpoint/2010/main" val="211110230"/>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5"/>
          <p:cNvSpPr>
            <a:spLocks/>
          </p:cNvSpPr>
          <p:nvPr/>
        </p:nvSpPr>
        <p:spPr bwMode="auto">
          <a:xfrm>
            <a:off x="1194400" y="2386738"/>
            <a:ext cx="1973378" cy="3577002"/>
          </a:xfrm>
          <a:custGeom>
            <a:avLst/>
            <a:gdLst>
              <a:gd name="T0" fmla="*/ 352 w 614"/>
              <a:gd name="T1" fmla="*/ 1115 h 1115"/>
              <a:gd name="T2" fmla="*/ 0 w 614"/>
              <a:gd name="T3" fmla="*/ 1115 h 1115"/>
              <a:gd name="T4" fmla="*/ 0 w 614"/>
              <a:gd name="T5" fmla="*/ 262 h 1115"/>
              <a:gd name="T6" fmla="*/ 261 w 614"/>
              <a:gd name="T7" fmla="*/ 0 h 1115"/>
              <a:gd name="T8" fmla="*/ 614 w 614"/>
              <a:gd name="T9" fmla="*/ 0 h 1115"/>
              <a:gd name="T10" fmla="*/ 614 w 614"/>
              <a:gd name="T11" fmla="*/ 854 h 1115"/>
              <a:gd name="T12" fmla="*/ 352 w 614"/>
              <a:gd name="T13" fmla="*/ 1115 h 1115"/>
            </a:gdLst>
            <a:ahLst/>
            <a:cxnLst>
              <a:cxn ang="0">
                <a:pos x="T0" y="T1"/>
              </a:cxn>
              <a:cxn ang="0">
                <a:pos x="T2" y="T3"/>
              </a:cxn>
              <a:cxn ang="0">
                <a:pos x="T4" y="T5"/>
              </a:cxn>
              <a:cxn ang="0">
                <a:pos x="T6" y="T7"/>
              </a:cxn>
              <a:cxn ang="0">
                <a:pos x="T8" y="T9"/>
              </a:cxn>
              <a:cxn ang="0">
                <a:pos x="T10" y="T11"/>
              </a:cxn>
              <a:cxn ang="0">
                <a:pos x="T12" y="T13"/>
              </a:cxn>
            </a:cxnLst>
            <a:rect l="0" t="0" r="r" b="b"/>
            <a:pathLst>
              <a:path w="614" h="1115">
                <a:moveTo>
                  <a:pt x="352" y="1115"/>
                </a:moveTo>
                <a:cubicBezTo>
                  <a:pt x="0" y="1115"/>
                  <a:pt x="0" y="1115"/>
                  <a:pt x="0" y="1115"/>
                </a:cubicBezTo>
                <a:cubicBezTo>
                  <a:pt x="0" y="262"/>
                  <a:pt x="0" y="262"/>
                  <a:pt x="0" y="262"/>
                </a:cubicBezTo>
                <a:cubicBezTo>
                  <a:pt x="0" y="117"/>
                  <a:pt x="117" y="0"/>
                  <a:pt x="261" y="0"/>
                </a:cubicBezTo>
                <a:cubicBezTo>
                  <a:pt x="614" y="0"/>
                  <a:pt x="614" y="0"/>
                  <a:pt x="614" y="0"/>
                </a:cubicBezTo>
                <a:cubicBezTo>
                  <a:pt x="614" y="854"/>
                  <a:pt x="614" y="854"/>
                  <a:pt x="614" y="854"/>
                </a:cubicBezTo>
                <a:cubicBezTo>
                  <a:pt x="614" y="998"/>
                  <a:pt x="497" y="1115"/>
                  <a:pt x="352" y="1115"/>
                </a:cubicBezTo>
                <a:close/>
              </a:path>
            </a:pathLst>
          </a:custGeom>
          <a:gradFill>
            <a:gsLst>
              <a:gs pos="100000">
                <a:srgbClr val="E60012"/>
              </a:gs>
              <a:gs pos="0">
                <a:srgbClr val="F18D00"/>
              </a:gs>
            </a:gsLst>
            <a:lin ang="2700000" scaled="0"/>
          </a:gradFill>
          <a:ln>
            <a:noFill/>
          </a:ln>
          <a:effectLst>
            <a:reflection blurRad="6350" stA="38000" endPos="24000" dir="5400000" sy="-100000" algn="bl" rotWithShape="0"/>
          </a:effectLst>
        </p:spPr>
        <p:txBody>
          <a:bodyPr vert="horz" wrap="square" lIns="91440" tIns="45720" rIns="91440" bIns="45720" numCol="1" anchor="t" anchorCtr="0" compatLnSpc="1">
            <a:prstTxWarp prst="textNoShape">
              <a:avLst/>
            </a:prstTxWarp>
            <a:noAutofit/>
          </a:bodyPr>
          <a:lstStyle/>
          <a:p>
            <a:endParaRPr lang="zh-CN" altLang="en-US"/>
          </a:p>
        </p:txBody>
      </p:sp>
      <p:sp>
        <p:nvSpPr>
          <p:cNvPr id="4" name="Freeform 5"/>
          <p:cNvSpPr>
            <a:spLocks/>
          </p:cNvSpPr>
          <p:nvPr/>
        </p:nvSpPr>
        <p:spPr bwMode="auto">
          <a:xfrm>
            <a:off x="3883159" y="2386738"/>
            <a:ext cx="1973378" cy="3577002"/>
          </a:xfrm>
          <a:custGeom>
            <a:avLst/>
            <a:gdLst>
              <a:gd name="T0" fmla="*/ 352 w 614"/>
              <a:gd name="T1" fmla="*/ 1115 h 1115"/>
              <a:gd name="T2" fmla="*/ 0 w 614"/>
              <a:gd name="T3" fmla="*/ 1115 h 1115"/>
              <a:gd name="T4" fmla="*/ 0 w 614"/>
              <a:gd name="T5" fmla="*/ 262 h 1115"/>
              <a:gd name="T6" fmla="*/ 261 w 614"/>
              <a:gd name="T7" fmla="*/ 0 h 1115"/>
              <a:gd name="T8" fmla="*/ 614 w 614"/>
              <a:gd name="T9" fmla="*/ 0 h 1115"/>
              <a:gd name="T10" fmla="*/ 614 w 614"/>
              <a:gd name="T11" fmla="*/ 854 h 1115"/>
              <a:gd name="T12" fmla="*/ 352 w 614"/>
              <a:gd name="T13" fmla="*/ 1115 h 1115"/>
            </a:gdLst>
            <a:ahLst/>
            <a:cxnLst>
              <a:cxn ang="0">
                <a:pos x="T0" y="T1"/>
              </a:cxn>
              <a:cxn ang="0">
                <a:pos x="T2" y="T3"/>
              </a:cxn>
              <a:cxn ang="0">
                <a:pos x="T4" y="T5"/>
              </a:cxn>
              <a:cxn ang="0">
                <a:pos x="T6" y="T7"/>
              </a:cxn>
              <a:cxn ang="0">
                <a:pos x="T8" y="T9"/>
              </a:cxn>
              <a:cxn ang="0">
                <a:pos x="T10" y="T11"/>
              </a:cxn>
              <a:cxn ang="0">
                <a:pos x="T12" y="T13"/>
              </a:cxn>
            </a:cxnLst>
            <a:rect l="0" t="0" r="r" b="b"/>
            <a:pathLst>
              <a:path w="614" h="1115">
                <a:moveTo>
                  <a:pt x="352" y="1115"/>
                </a:moveTo>
                <a:cubicBezTo>
                  <a:pt x="0" y="1115"/>
                  <a:pt x="0" y="1115"/>
                  <a:pt x="0" y="1115"/>
                </a:cubicBezTo>
                <a:cubicBezTo>
                  <a:pt x="0" y="262"/>
                  <a:pt x="0" y="262"/>
                  <a:pt x="0" y="262"/>
                </a:cubicBezTo>
                <a:cubicBezTo>
                  <a:pt x="0" y="117"/>
                  <a:pt x="117" y="0"/>
                  <a:pt x="261" y="0"/>
                </a:cubicBezTo>
                <a:cubicBezTo>
                  <a:pt x="614" y="0"/>
                  <a:pt x="614" y="0"/>
                  <a:pt x="614" y="0"/>
                </a:cubicBezTo>
                <a:cubicBezTo>
                  <a:pt x="614" y="854"/>
                  <a:pt x="614" y="854"/>
                  <a:pt x="614" y="854"/>
                </a:cubicBezTo>
                <a:cubicBezTo>
                  <a:pt x="614" y="998"/>
                  <a:pt x="497" y="1115"/>
                  <a:pt x="352" y="1115"/>
                </a:cubicBezTo>
                <a:close/>
              </a:path>
            </a:pathLst>
          </a:custGeom>
          <a:gradFill>
            <a:gsLst>
              <a:gs pos="100000">
                <a:srgbClr val="A80082"/>
              </a:gs>
              <a:gs pos="0">
                <a:srgbClr val="D9559D"/>
              </a:gs>
            </a:gsLst>
            <a:lin ang="2700000" scaled="0"/>
          </a:gradFill>
          <a:ln>
            <a:noFill/>
          </a:ln>
          <a:effectLst>
            <a:reflection blurRad="6350" stA="38000" endPos="24000" dir="5400000" sy="-100000" algn="bl" rotWithShape="0"/>
          </a:effectLst>
        </p:spPr>
        <p:txBody>
          <a:bodyPr vert="horz" wrap="square" lIns="91440" tIns="45720" rIns="91440" bIns="45720" numCol="1" anchor="t" anchorCtr="0" compatLnSpc="1">
            <a:prstTxWarp prst="textNoShape">
              <a:avLst/>
            </a:prstTxWarp>
            <a:noAutofit/>
          </a:bodyPr>
          <a:lstStyle/>
          <a:p>
            <a:endParaRPr lang="zh-CN" altLang="en-US"/>
          </a:p>
        </p:txBody>
      </p:sp>
      <p:sp>
        <p:nvSpPr>
          <p:cNvPr id="5" name="Freeform 5"/>
          <p:cNvSpPr>
            <a:spLocks/>
          </p:cNvSpPr>
          <p:nvPr/>
        </p:nvSpPr>
        <p:spPr bwMode="auto">
          <a:xfrm>
            <a:off x="6571918" y="2386738"/>
            <a:ext cx="1973378" cy="3577002"/>
          </a:xfrm>
          <a:custGeom>
            <a:avLst/>
            <a:gdLst>
              <a:gd name="T0" fmla="*/ 352 w 614"/>
              <a:gd name="T1" fmla="*/ 1115 h 1115"/>
              <a:gd name="T2" fmla="*/ 0 w 614"/>
              <a:gd name="T3" fmla="*/ 1115 h 1115"/>
              <a:gd name="T4" fmla="*/ 0 w 614"/>
              <a:gd name="T5" fmla="*/ 262 h 1115"/>
              <a:gd name="T6" fmla="*/ 261 w 614"/>
              <a:gd name="T7" fmla="*/ 0 h 1115"/>
              <a:gd name="T8" fmla="*/ 614 w 614"/>
              <a:gd name="T9" fmla="*/ 0 h 1115"/>
              <a:gd name="T10" fmla="*/ 614 w 614"/>
              <a:gd name="T11" fmla="*/ 854 h 1115"/>
              <a:gd name="T12" fmla="*/ 352 w 614"/>
              <a:gd name="T13" fmla="*/ 1115 h 1115"/>
            </a:gdLst>
            <a:ahLst/>
            <a:cxnLst>
              <a:cxn ang="0">
                <a:pos x="T0" y="T1"/>
              </a:cxn>
              <a:cxn ang="0">
                <a:pos x="T2" y="T3"/>
              </a:cxn>
              <a:cxn ang="0">
                <a:pos x="T4" y="T5"/>
              </a:cxn>
              <a:cxn ang="0">
                <a:pos x="T6" y="T7"/>
              </a:cxn>
              <a:cxn ang="0">
                <a:pos x="T8" y="T9"/>
              </a:cxn>
              <a:cxn ang="0">
                <a:pos x="T10" y="T11"/>
              </a:cxn>
              <a:cxn ang="0">
                <a:pos x="T12" y="T13"/>
              </a:cxn>
            </a:cxnLst>
            <a:rect l="0" t="0" r="r" b="b"/>
            <a:pathLst>
              <a:path w="614" h="1115">
                <a:moveTo>
                  <a:pt x="352" y="1115"/>
                </a:moveTo>
                <a:cubicBezTo>
                  <a:pt x="0" y="1115"/>
                  <a:pt x="0" y="1115"/>
                  <a:pt x="0" y="1115"/>
                </a:cubicBezTo>
                <a:cubicBezTo>
                  <a:pt x="0" y="262"/>
                  <a:pt x="0" y="262"/>
                  <a:pt x="0" y="262"/>
                </a:cubicBezTo>
                <a:cubicBezTo>
                  <a:pt x="0" y="117"/>
                  <a:pt x="117" y="0"/>
                  <a:pt x="261" y="0"/>
                </a:cubicBezTo>
                <a:cubicBezTo>
                  <a:pt x="614" y="0"/>
                  <a:pt x="614" y="0"/>
                  <a:pt x="614" y="0"/>
                </a:cubicBezTo>
                <a:cubicBezTo>
                  <a:pt x="614" y="854"/>
                  <a:pt x="614" y="854"/>
                  <a:pt x="614" y="854"/>
                </a:cubicBezTo>
                <a:cubicBezTo>
                  <a:pt x="614" y="998"/>
                  <a:pt x="497" y="1115"/>
                  <a:pt x="352" y="1115"/>
                </a:cubicBezTo>
                <a:close/>
              </a:path>
            </a:pathLst>
          </a:custGeom>
          <a:gradFill>
            <a:gsLst>
              <a:gs pos="0">
                <a:srgbClr val="86C1A8"/>
              </a:gs>
              <a:gs pos="87000">
                <a:srgbClr val="0080C8"/>
              </a:gs>
            </a:gsLst>
            <a:lin ang="2700000" scaled="0"/>
          </a:gradFill>
          <a:ln w="22225">
            <a:noFill/>
          </a:ln>
          <a:effectLst>
            <a:reflection blurRad="6350" stA="38000" endPos="24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6" name="Freeform 5"/>
          <p:cNvSpPr>
            <a:spLocks/>
          </p:cNvSpPr>
          <p:nvPr/>
        </p:nvSpPr>
        <p:spPr bwMode="auto">
          <a:xfrm>
            <a:off x="9260676" y="2386738"/>
            <a:ext cx="1973378" cy="3577002"/>
          </a:xfrm>
          <a:custGeom>
            <a:avLst/>
            <a:gdLst>
              <a:gd name="T0" fmla="*/ 352 w 614"/>
              <a:gd name="T1" fmla="*/ 1115 h 1115"/>
              <a:gd name="T2" fmla="*/ 0 w 614"/>
              <a:gd name="T3" fmla="*/ 1115 h 1115"/>
              <a:gd name="T4" fmla="*/ 0 w 614"/>
              <a:gd name="T5" fmla="*/ 262 h 1115"/>
              <a:gd name="T6" fmla="*/ 261 w 614"/>
              <a:gd name="T7" fmla="*/ 0 h 1115"/>
              <a:gd name="T8" fmla="*/ 614 w 614"/>
              <a:gd name="T9" fmla="*/ 0 h 1115"/>
              <a:gd name="T10" fmla="*/ 614 w 614"/>
              <a:gd name="T11" fmla="*/ 854 h 1115"/>
              <a:gd name="T12" fmla="*/ 352 w 614"/>
              <a:gd name="T13" fmla="*/ 1115 h 1115"/>
            </a:gdLst>
            <a:ahLst/>
            <a:cxnLst>
              <a:cxn ang="0">
                <a:pos x="T0" y="T1"/>
              </a:cxn>
              <a:cxn ang="0">
                <a:pos x="T2" y="T3"/>
              </a:cxn>
              <a:cxn ang="0">
                <a:pos x="T4" y="T5"/>
              </a:cxn>
              <a:cxn ang="0">
                <a:pos x="T6" y="T7"/>
              </a:cxn>
              <a:cxn ang="0">
                <a:pos x="T8" y="T9"/>
              </a:cxn>
              <a:cxn ang="0">
                <a:pos x="T10" y="T11"/>
              </a:cxn>
              <a:cxn ang="0">
                <a:pos x="T12" y="T13"/>
              </a:cxn>
            </a:cxnLst>
            <a:rect l="0" t="0" r="r" b="b"/>
            <a:pathLst>
              <a:path w="614" h="1115">
                <a:moveTo>
                  <a:pt x="352" y="1115"/>
                </a:moveTo>
                <a:cubicBezTo>
                  <a:pt x="0" y="1115"/>
                  <a:pt x="0" y="1115"/>
                  <a:pt x="0" y="1115"/>
                </a:cubicBezTo>
                <a:cubicBezTo>
                  <a:pt x="0" y="262"/>
                  <a:pt x="0" y="262"/>
                  <a:pt x="0" y="262"/>
                </a:cubicBezTo>
                <a:cubicBezTo>
                  <a:pt x="0" y="117"/>
                  <a:pt x="117" y="0"/>
                  <a:pt x="261" y="0"/>
                </a:cubicBezTo>
                <a:cubicBezTo>
                  <a:pt x="614" y="0"/>
                  <a:pt x="614" y="0"/>
                  <a:pt x="614" y="0"/>
                </a:cubicBezTo>
                <a:cubicBezTo>
                  <a:pt x="614" y="854"/>
                  <a:pt x="614" y="854"/>
                  <a:pt x="614" y="854"/>
                </a:cubicBezTo>
                <a:cubicBezTo>
                  <a:pt x="614" y="998"/>
                  <a:pt x="497" y="1115"/>
                  <a:pt x="352" y="1115"/>
                </a:cubicBezTo>
                <a:close/>
              </a:path>
            </a:pathLst>
          </a:custGeom>
          <a:gradFill>
            <a:gsLst>
              <a:gs pos="100000">
                <a:srgbClr val="A6CD47"/>
              </a:gs>
              <a:gs pos="0">
                <a:srgbClr val="DFE20C"/>
              </a:gs>
            </a:gsLst>
            <a:lin ang="2700000" scaled="0"/>
          </a:gradFill>
          <a:ln>
            <a:noFill/>
          </a:ln>
          <a:effectLst>
            <a:reflection blurRad="6350" stA="38000" endPos="24000" dir="5400000" sy="-100000" algn="bl" rotWithShape="0"/>
          </a:effectLst>
        </p:spPr>
        <p:txBody>
          <a:bodyPr vert="horz" wrap="square" lIns="91440" tIns="45720" rIns="91440" bIns="45720" numCol="1" anchor="t" anchorCtr="0" compatLnSpc="1">
            <a:prstTxWarp prst="textNoShape">
              <a:avLst/>
            </a:prstTxWarp>
            <a:noAutofit/>
          </a:bodyPr>
          <a:lstStyle/>
          <a:p>
            <a:endParaRPr lang="zh-CN" altLang="en-US"/>
          </a:p>
        </p:txBody>
      </p:sp>
      <p:cxnSp>
        <p:nvCxnSpPr>
          <p:cNvPr id="13" name="直接连接符 12"/>
          <p:cNvCxnSpPr/>
          <p:nvPr/>
        </p:nvCxnSpPr>
        <p:spPr>
          <a:xfrm>
            <a:off x="1317356" y="3177153"/>
            <a:ext cx="1704813"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 name="直接连接符 13"/>
          <p:cNvCxnSpPr/>
          <p:nvPr/>
        </p:nvCxnSpPr>
        <p:spPr>
          <a:xfrm>
            <a:off x="1317356" y="5207432"/>
            <a:ext cx="1704813"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 name="直接连接符 14"/>
          <p:cNvCxnSpPr/>
          <p:nvPr/>
        </p:nvCxnSpPr>
        <p:spPr>
          <a:xfrm>
            <a:off x="4003941" y="3177153"/>
            <a:ext cx="1704813"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 name="直接连接符 15"/>
          <p:cNvCxnSpPr/>
          <p:nvPr/>
        </p:nvCxnSpPr>
        <p:spPr>
          <a:xfrm>
            <a:off x="4003941" y="5207432"/>
            <a:ext cx="1704813"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 name="直接连接符 16"/>
          <p:cNvCxnSpPr/>
          <p:nvPr/>
        </p:nvCxnSpPr>
        <p:spPr>
          <a:xfrm>
            <a:off x="6690526" y="3177153"/>
            <a:ext cx="1704813"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 name="直接连接符 17"/>
          <p:cNvCxnSpPr/>
          <p:nvPr/>
        </p:nvCxnSpPr>
        <p:spPr>
          <a:xfrm>
            <a:off x="6690526" y="5207432"/>
            <a:ext cx="1704813"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 name="直接连接符 18"/>
          <p:cNvCxnSpPr/>
          <p:nvPr/>
        </p:nvCxnSpPr>
        <p:spPr>
          <a:xfrm>
            <a:off x="9377111" y="3177153"/>
            <a:ext cx="1704813"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nvCxnSpPr>
        <p:spPr>
          <a:xfrm>
            <a:off x="9377111" y="5207432"/>
            <a:ext cx="1704813"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grpSp>
        <p:nvGrpSpPr>
          <p:cNvPr id="21" name="组合 20"/>
          <p:cNvGrpSpPr/>
          <p:nvPr/>
        </p:nvGrpSpPr>
        <p:grpSpPr>
          <a:xfrm>
            <a:off x="7259205" y="5317826"/>
            <a:ext cx="479432" cy="435541"/>
            <a:chOff x="7299325" y="0"/>
            <a:chExt cx="676275" cy="614363"/>
          </a:xfrm>
          <a:solidFill>
            <a:schemeClr val="bg1"/>
          </a:solidFill>
        </p:grpSpPr>
        <p:sp>
          <p:nvSpPr>
            <p:cNvPr id="22" name="Freeform 5"/>
            <p:cNvSpPr>
              <a:spLocks/>
            </p:cNvSpPr>
            <p:nvPr/>
          </p:nvSpPr>
          <p:spPr bwMode="auto">
            <a:xfrm>
              <a:off x="7299325" y="212725"/>
              <a:ext cx="244475" cy="387350"/>
            </a:xfrm>
            <a:custGeom>
              <a:avLst/>
              <a:gdLst>
                <a:gd name="T0" fmla="*/ 29 w 65"/>
                <a:gd name="T1" fmla="*/ 51 h 101"/>
                <a:gd name="T2" fmla="*/ 65 w 65"/>
                <a:gd name="T3" fmla="*/ 3 h 101"/>
                <a:gd name="T4" fmla="*/ 50 w 65"/>
                <a:gd name="T5" fmla="*/ 0 h 101"/>
                <a:gd name="T6" fmla="*/ 0 w 65"/>
                <a:gd name="T7" fmla="*/ 51 h 101"/>
                <a:gd name="T8" fmla="*/ 50 w 65"/>
                <a:gd name="T9" fmla="*/ 101 h 101"/>
                <a:gd name="T10" fmla="*/ 65 w 65"/>
                <a:gd name="T11" fmla="*/ 99 h 101"/>
                <a:gd name="T12" fmla="*/ 29 w 65"/>
                <a:gd name="T13" fmla="*/ 51 h 101"/>
              </a:gdLst>
              <a:ahLst/>
              <a:cxnLst>
                <a:cxn ang="0">
                  <a:pos x="T0" y="T1"/>
                </a:cxn>
                <a:cxn ang="0">
                  <a:pos x="T2" y="T3"/>
                </a:cxn>
                <a:cxn ang="0">
                  <a:pos x="T4" y="T5"/>
                </a:cxn>
                <a:cxn ang="0">
                  <a:pos x="T6" y="T7"/>
                </a:cxn>
                <a:cxn ang="0">
                  <a:pos x="T8" y="T9"/>
                </a:cxn>
                <a:cxn ang="0">
                  <a:pos x="T10" y="T11"/>
                </a:cxn>
                <a:cxn ang="0">
                  <a:pos x="T12" y="T13"/>
                </a:cxn>
              </a:cxnLst>
              <a:rect l="0" t="0" r="r" b="b"/>
              <a:pathLst>
                <a:path w="65" h="101">
                  <a:moveTo>
                    <a:pt x="29" y="51"/>
                  </a:moveTo>
                  <a:cubicBezTo>
                    <a:pt x="29" y="28"/>
                    <a:pt x="44" y="9"/>
                    <a:pt x="65" y="3"/>
                  </a:cubicBezTo>
                  <a:cubicBezTo>
                    <a:pt x="60" y="1"/>
                    <a:pt x="55" y="0"/>
                    <a:pt x="50" y="0"/>
                  </a:cubicBezTo>
                  <a:cubicBezTo>
                    <a:pt x="22" y="0"/>
                    <a:pt x="0" y="23"/>
                    <a:pt x="0" y="51"/>
                  </a:cubicBezTo>
                  <a:cubicBezTo>
                    <a:pt x="0" y="79"/>
                    <a:pt x="22" y="101"/>
                    <a:pt x="50" y="101"/>
                  </a:cubicBezTo>
                  <a:cubicBezTo>
                    <a:pt x="55" y="101"/>
                    <a:pt x="60" y="100"/>
                    <a:pt x="65" y="99"/>
                  </a:cubicBezTo>
                  <a:cubicBezTo>
                    <a:pt x="44" y="93"/>
                    <a:pt x="29" y="74"/>
                    <a:pt x="29"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6"/>
            <p:cNvSpPr>
              <a:spLocks/>
            </p:cNvSpPr>
            <p:nvPr/>
          </p:nvSpPr>
          <p:spPr bwMode="auto">
            <a:xfrm>
              <a:off x="7461250" y="0"/>
              <a:ext cx="514350" cy="614363"/>
            </a:xfrm>
            <a:custGeom>
              <a:avLst/>
              <a:gdLst>
                <a:gd name="T0" fmla="*/ 137 w 137"/>
                <a:gd name="T1" fmla="*/ 96 h 161"/>
                <a:gd name="T2" fmla="*/ 125 w 137"/>
                <a:gd name="T3" fmla="*/ 84 h 161"/>
                <a:gd name="T4" fmla="*/ 131 w 137"/>
                <a:gd name="T5" fmla="*/ 74 h 161"/>
                <a:gd name="T6" fmla="*/ 77 w 137"/>
                <a:gd name="T7" fmla="*/ 61 h 161"/>
                <a:gd name="T8" fmla="*/ 74 w 137"/>
                <a:gd name="T9" fmla="*/ 61 h 161"/>
                <a:gd name="T10" fmla="*/ 84 w 137"/>
                <a:gd name="T11" fmla="*/ 51 h 161"/>
                <a:gd name="T12" fmla="*/ 95 w 137"/>
                <a:gd name="T13" fmla="*/ 30 h 161"/>
                <a:gd name="T14" fmla="*/ 84 w 137"/>
                <a:gd name="T15" fmla="*/ 1 h 161"/>
                <a:gd name="T16" fmla="*/ 71 w 137"/>
                <a:gd name="T17" fmla="*/ 22 h 161"/>
                <a:gd name="T18" fmla="*/ 64 w 137"/>
                <a:gd name="T19" fmla="*/ 31 h 161"/>
                <a:gd name="T20" fmla="*/ 30 w 137"/>
                <a:gd name="T21" fmla="*/ 56 h 161"/>
                <a:gd name="T22" fmla="*/ 0 w 137"/>
                <a:gd name="T23" fmla="*/ 111 h 161"/>
                <a:gd name="T24" fmla="*/ 55 w 137"/>
                <a:gd name="T25" fmla="*/ 161 h 161"/>
                <a:gd name="T26" fmla="*/ 93 w 137"/>
                <a:gd name="T27" fmla="*/ 153 h 161"/>
                <a:gd name="T28" fmla="*/ 117 w 137"/>
                <a:gd name="T29" fmla="*/ 140 h 161"/>
                <a:gd name="T30" fmla="*/ 115 w 137"/>
                <a:gd name="T31" fmla="*/ 135 h 161"/>
                <a:gd name="T32" fmla="*/ 130 w 137"/>
                <a:gd name="T33" fmla="*/ 121 h 161"/>
                <a:gd name="T34" fmla="*/ 123 w 137"/>
                <a:gd name="T35" fmla="*/ 110 h 161"/>
                <a:gd name="T36" fmla="*/ 137 w 137"/>
                <a:gd name="T37" fmla="*/ 96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7" h="161">
                  <a:moveTo>
                    <a:pt x="137" y="96"/>
                  </a:moveTo>
                  <a:cubicBezTo>
                    <a:pt x="137" y="91"/>
                    <a:pt x="132" y="87"/>
                    <a:pt x="125" y="84"/>
                  </a:cubicBezTo>
                  <a:cubicBezTo>
                    <a:pt x="128" y="81"/>
                    <a:pt x="131" y="78"/>
                    <a:pt x="131" y="74"/>
                  </a:cubicBezTo>
                  <a:cubicBezTo>
                    <a:pt x="129" y="61"/>
                    <a:pt x="96" y="61"/>
                    <a:pt x="77" y="61"/>
                  </a:cubicBezTo>
                  <a:cubicBezTo>
                    <a:pt x="76" y="61"/>
                    <a:pt x="75" y="61"/>
                    <a:pt x="74" y="61"/>
                  </a:cubicBezTo>
                  <a:cubicBezTo>
                    <a:pt x="74" y="58"/>
                    <a:pt x="84" y="54"/>
                    <a:pt x="84" y="51"/>
                  </a:cubicBezTo>
                  <a:cubicBezTo>
                    <a:pt x="89" y="47"/>
                    <a:pt x="93" y="39"/>
                    <a:pt x="95" y="30"/>
                  </a:cubicBezTo>
                  <a:cubicBezTo>
                    <a:pt x="97" y="15"/>
                    <a:pt x="92" y="3"/>
                    <a:pt x="84" y="1"/>
                  </a:cubicBezTo>
                  <a:cubicBezTo>
                    <a:pt x="76" y="0"/>
                    <a:pt x="73" y="8"/>
                    <a:pt x="71" y="22"/>
                  </a:cubicBezTo>
                  <a:cubicBezTo>
                    <a:pt x="70" y="24"/>
                    <a:pt x="65" y="29"/>
                    <a:pt x="64" y="31"/>
                  </a:cubicBezTo>
                  <a:cubicBezTo>
                    <a:pt x="49" y="37"/>
                    <a:pt x="40" y="50"/>
                    <a:pt x="30" y="56"/>
                  </a:cubicBezTo>
                  <a:cubicBezTo>
                    <a:pt x="8" y="64"/>
                    <a:pt x="0" y="87"/>
                    <a:pt x="0" y="111"/>
                  </a:cubicBezTo>
                  <a:cubicBezTo>
                    <a:pt x="0" y="142"/>
                    <a:pt x="22" y="161"/>
                    <a:pt x="55" y="161"/>
                  </a:cubicBezTo>
                  <a:cubicBezTo>
                    <a:pt x="68" y="161"/>
                    <a:pt x="83" y="160"/>
                    <a:pt x="93" y="153"/>
                  </a:cubicBezTo>
                  <a:cubicBezTo>
                    <a:pt x="107" y="151"/>
                    <a:pt x="117" y="148"/>
                    <a:pt x="117" y="140"/>
                  </a:cubicBezTo>
                  <a:cubicBezTo>
                    <a:pt x="117" y="138"/>
                    <a:pt x="116" y="136"/>
                    <a:pt x="115" y="135"/>
                  </a:cubicBezTo>
                  <a:cubicBezTo>
                    <a:pt x="124" y="132"/>
                    <a:pt x="130" y="127"/>
                    <a:pt x="130" y="121"/>
                  </a:cubicBezTo>
                  <a:cubicBezTo>
                    <a:pt x="130" y="117"/>
                    <a:pt x="127" y="113"/>
                    <a:pt x="123" y="110"/>
                  </a:cubicBezTo>
                  <a:cubicBezTo>
                    <a:pt x="131" y="107"/>
                    <a:pt x="137" y="102"/>
                    <a:pt x="137"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4" name="组合 23"/>
          <p:cNvGrpSpPr/>
          <p:nvPr/>
        </p:nvGrpSpPr>
        <p:grpSpPr>
          <a:xfrm>
            <a:off x="1801390" y="5320077"/>
            <a:ext cx="532328" cy="431039"/>
            <a:chOff x="1722438" y="11113"/>
            <a:chExt cx="750888" cy="608013"/>
          </a:xfrm>
          <a:solidFill>
            <a:schemeClr val="bg1"/>
          </a:solidFill>
        </p:grpSpPr>
        <p:sp>
          <p:nvSpPr>
            <p:cNvPr id="25" name="Freeform 11"/>
            <p:cNvSpPr>
              <a:spLocks noEditPoints="1"/>
            </p:cNvSpPr>
            <p:nvPr/>
          </p:nvSpPr>
          <p:spPr bwMode="auto">
            <a:xfrm>
              <a:off x="1722438" y="103188"/>
              <a:ext cx="508000" cy="515938"/>
            </a:xfrm>
            <a:custGeom>
              <a:avLst/>
              <a:gdLst>
                <a:gd name="T0" fmla="*/ 0 w 135"/>
                <a:gd name="T1" fmla="*/ 68 h 135"/>
                <a:gd name="T2" fmla="*/ 135 w 135"/>
                <a:gd name="T3" fmla="*/ 68 h 135"/>
                <a:gd name="T4" fmla="*/ 47 w 135"/>
                <a:gd name="T5" fmla="*/ 16 h 135"/>
                <a:gd name="T6" fmla="*/ 20 w 135"/>
                <a:gd name="T7" fmla="*/ 38 h 135"/>
                <a:gd name="T8" fmla="*/ 18 w 135"/>
                <a:gd name="T9" fmla="*/ 42 h 135"/>
                <a:gd name="T10" fmla="*/ 32 w 135"/>
                <a:gd name="T11" fmla="*/ 66 h 135"/>
                <a:gd name="T12" fmla="*/ 18 w 135"/>
                <a:gd name="T13" fmla="*/ 42 h 135"/>
                <a:gd name="T14" fmla="*/ 12 w 135"/>
                <a:gd name="T15" fmla="*/ 71 h 135"/>
                <a:gd name="T16" fmla="*/ 35 w 135"/>
                <a:gd name="T17" fmla="*/ 95 h 135"/>
                <a:gd name="T18" fmla="*/ 21 w 135"/>
                <a:gd name="T19" fmla="*/ 99 h 135"/>
                <a:gd name="T20" fmla="*/ 48 w 135"/>
                <a:gd name="T21" fmla="*/ 120 h 135"/>
                <a:gd name="T22" fmla="*/ 63 w 135"/>
                <a:gd name="T23" fmla="*/ 123 h 135"/>
                <a:gd name="T24" fmla="*/ 63 w 135"/>
                <a:gd name="T25" fmla="*/ 99 h 135"/>
                <a:gd name="T26" fmla="*/ 63 w 135"/>
                <a:gd name="T27" fmla="*/ 95 h 135"/>
                <a:gd name="T28" fmla="*/ 40 w 135"/>
                <a:gd name="T29" fmla="*/ 71 h 135"/>
                <a:gd name="T30" fmla="*/ 63 w 135"/>
                <a:gd name="T31" fmla="*/ 95 h 135"/>
                <a:gd name="T32" fmla="*/ 40 w 135"/>
                <a:gd name="T33" fmla="*/ 66 h 135"/>
                <a:gd name="T34" fmla="*/ 63 w 135"/>
                <a:gd name="T35" fmla="*/ 42 h 135"/>
                <a:gd name="T36" fmla="*/ 63 w 135"/>
                <a:gd name="T37" fmla="*/ 38 h 135"/>
                <a:gd name="T38" fmla="*/ 63 w 135"/>
                <a:gd name="T39" fmla="*/ 12 h 135"/>
                <a:gd name="T40" fmla="*/ 63 w 135"/>
                <a:gd name="T41" fmla="*/ 38 h 135"/>
                <a:gd name="T42" fmla="*/ 123 w 135"/>
                <a:gd name="T43" fmla="*/ 66 h 135"/>
                <a:gd name="T44" fmla="*/ 101 w 135"/>
                <a:gd name="T45" fmla="*/ 42 h 135"/>
                <a:gd name="T46" fmla="*/ 115 w 135"/>
                <a:gd name="T47" fmla="*/ 38 h 135"/>
                <a:gd name="T48" fmla="*/ 88 w 135"/>
                <a:gd name="T49" fmla="*/ 15 h 135"/>
                <a:gd name="T50" fmla="*/ 72 w 135"/>
                <a:gd name="T51" fmla="*/ 12 h 135"/>
                <a:gd name="T52" fmla="*/ 90 w 135"/>
                <a:gd name="T53" fmla="*/ 38 h 135"/>
                <a:gd name="T54" fmla="*/ 72 w 135"/>
                <a:gd name="T55" fmla="*/ 12 h 135"/>
                <a:gd name="T56" fmla="*/ 92 w 135"/>
                <a:gd name="T57" fmla="*/ 42 h 135"/>
                <a:gd name="T58" fmla="*/ 72 w 135"/>
                <a:gd name="T59" fmla="*/ 66 h 135"/>
                <a:gd name="T60" fmla="*/ 72 w 135"/>
                <a:gd name="T61" fmla="*/ 71 h 135"/>
                <a:gd name="T62" fmla="*/ 91 w 135"/>
                <a:gd name="T63" fmla="*/ 95 h 135"/>
                <a:gd name="T64" fmla="*/ 72 w 135"/>
                <a:gd name="T65" fmla="*/ 71 h 135"/>
                <a:gd name="T66" fmla="*/ 72 w 135"/>
                <a:gd name="T67" fmla="*/ 99 h 135"/>
                <a:gd name="T68" fmla="*/ 72 w 135"/>
                <a:gd name="T69" fmla="*/ 123 h 135"/>
                <a:gd name="T70" fmla="*/ 99 w 135"/>
                <a:gd name="T71" fmla="*/ 99 h 135"/>
                <a:gd name="T72" fmla="*/ 87 w 135"/>
                <a:gd name="T73" fmla="*/ 120 h 135"/>
                <a:gd name="T74" fmla="*/ 100 w 135"/>
                <a:gd name="T75" fmla="*/ 95 h 135"/>
                <a:gd name="T76" fmla="*/ 123 w 135"/>
                <a:gd name="T77" fmla="*/ 71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5" h="135">
                  <a:moveTo>
                    <a:pt x="68" y="0"/>
                  </a:moveTo>
                  <a:cubicBezTo>
                    <a:pt x="30" y="0"/>
                    <a:pt x="0" y="30"/>
                    <a:pt x="0" y="68"/>
                  </a:cubicBezTo>
                  <a:cubicBezTo>
                    <a:pt x="0" y="105"/>
                    <a:pt x="30" y="135"/>
                    <a:pt x="68" y="135"/>
                  </a:cubicBezTo>
                  <a:cubicBezTo>
                    <a:pt x="105" y="135"/>
                    <a:pt x="135" y="105"/>
                    <a:pt x="135" y="68"/>
                  </a:cubicBezTo>
                  <a:cubicBezTo>
                    <a:pt x="135" y="30"/>
                    <a:pt x="105" y="0"/>
                    <a:pt x="68" y="0"/>
                  </a:cubicBezTo>
                  <a:close/>
                  <a:moveTo>
                    <a:pt x="47" y="16"/>
                  </a:moveTo>
                  <a:cubicBezTo>
                    <a:pt x="42" y="21"/>
                    <a:pt x="38" y="28"/>
                    <a:pt x="35" y="38"/>
                  </a:cubicBezTo>
                  <a:cubicBezTo>
                    <a:pt x="20" y="38"/>
                    <a:pt x="20" y="38"/>
                    <a:pt x="20" y="38"/>
                  </a:cubicBezTo>
                  <a:cubicBezTo>
                    <a:pt x="26" y="28"/>
                    <a:pt x="36" y="20"/>
                    <a:pt x="47" y="16"/>
                  </a:cubicBezTo>
                  <a:close/>
                  <a:moveTo>
                    <a:pt x="18" y="42"/>
                  </a:moveTo>
                  <a:cubicBezTo>
                    <a:pt x="34" y="42"/>
                    <a:pt x="34" y="42"/>
                    <a:pt x="34" y="42"/>
                  </a:cubicBezTo>
                  <a:cubicBezTo>
                    <a:pt x="33" y="49"/>
                    <a:pt x="32" y="57"/>
                    <a:pt x="32" y="66"/>
                  </a:cubicBezTo>
                  <a:cubicBezTo>
                    <a:pt x="12" y="66"/>
                    <a:pt x="12" y="66"/>
                    <a:pt x="12" y="66"/>
                  </a:cubicBezTo>
                  <a:cubicBezTo>
                    <a:pt x="12" y="58"/>
                    <a:pt x="14" y="50"/>
                    <a:pt x="18" y="42"/>
                  </a:cubicBezTo>
                  <a:close/>
                  <a:moveTo>
                    <a:pt x="19" y="95"/>
                  </a:moveTo>
                  <a:cubicBezTo>
                    <a:pt x="15" y="87"/>
                    <a:pt x="12" y="79"/>
                    <a:pt x="12" y="71"/>
                  </a:cubicBezTo>
                  <a:cubicBezTo>
                    <a:pt x="32" y="71"/>
                    <a:pt x="32" y="71"/>
                    <a:pt x="32" y="71"/>
                  </a:cubicBezTo>
                  <a:cubicBezTo>
                    <a:pt x="32" y="80"/>
                    <a:pt x="33" y="88"/>
                    <a:pt x="35" y="95"/>
                  </a:cubicBezTo>
                  <a:lnTo>
                    <a:pt x="19" y="95"/>
                  </a:lnTo>
                  <a:close/>
                  <a:moveTo>
                    <a:pt x="21" y="99"/>
                  </a:moveTo>
                  <a:cubicBezTo>
                    <a:pt x="36" y="99"/>
                    <a:pt x="36" y="99"/>
                    <a:pt x="36" y="99"/>
                  </a:cubicBezTo>
                  <a:cubicBezTo>
                    <a:pt x="39" y="108"/>
                    <a:pt x="44" y="115"/>
                    <a:pt x="48" y="120"/>
                  </a:cubicBezTo>
                  <a:cubicBezTo>
                    <a:pt x="37" y="116"/>
                    <a:pt x="28" y="109"/>
                    <a:pt x="21" y="99"/>
                  </a:cubicBezTo>
                  <a:close/>
                  <a:moveTo>
                    <a:pt x="63" y="123"/>
                  </a:moveTo>
                  <a:cubicBezTo>
                    <a:pt x="58" y="119"/>
                    <a:pt x="51" y="112"/>
                    <a:pt x="45" y="99"/>
                  </a:cubicBezTo>
                  <a:cubicBezTo>
                    <a:pt x="63" y="99"/>
                    <a:pt x="63" y="99"/>
                    <a:pt x="63" y="99"/>
                  </a:cubicBezTo>
                  <a:lnTo>
                    <a:pt x="63" y="123"/>
                  </a:lnTo>
                  <a:close/>
                  <a:moveTo>
                    <a:pt x="63" y="95"/>
                  </a:moveTo>
                  <a:cubicBezTo>
                    <a:pt x="44" y="95"/>
                    <a:pt x="44" y="95"/>
                    <a:pt x="44" y="95"/>
                  </a:cubicBezTo>
                  <a:cubicBezTo>
                    <a:pt x="42" y="88"/>
                    <a:pt x="40" y="80"/>
                    <a:pt x="40" y="71"/>
                  </a:cubicBezTo>
                  <a:cubicBezTo>
                    <a:pt x="63" y="71"/>
                    <a:pt x="63" y="71"/>
                    <a:pt x="63" y="71"/>
                  </a:cubicBezTo>
                  <a:lnTo>
                    <a:pt x="63" y="95"/>
                  </a:lnTo>
                  <a:close/>
                  <a:moveTo>
                    <a:pt x="63" y="66"/>
                  </a:moveTo>
                  <a:cubicBezTo>
                    <a:pt x="40" y="66"/>
                    <a:pt x="40" y="66"/>
                    <a:pt x="40" y="66"/>
                  </a:cubicBezTo>
                  <a:cubicBezTo>
                    <a:pt x="40" y="57"/>
                    <a:pt x="41" y="49"/>
                    <a:pt x="43" y="42"/>
                  </a:cubicBezTo>
                  <a:cubicBezTo>
                    <a:pt x="63" y="42"/>
                    <a:pt x="63" y="42"/>
                    <a:pt x="63" y="42"/>
                  </a:cubicBezTo>
                  <a:lnTo>
                    <a:pt x="63" y="66"/>
                  </a:lnTo>
                  <a:close/>
                  <a:moveTo>
                    <a:pt x="63" y="38"/>
                  </a:moveTo>
                  <a:cubicBezTo>
                    <a:pt x="44" y="38"/>
                    <a:pt x="44" y="38"/>
                    <a:pt x="44" y="38"/>
                  </a:cubicBezTo>
                  <a:cubicBezTo>
                    <a:pt x="49" y="24"/>
                    <a:pt x="57" y="16"/>
                    <a:pt x="63" y="12"/>
                  </a:cubicBezTo>
                  <a:cubicBezTo>
                    <a:pt x="63" y="12"/>
                    <a:pt x="63" y="12"/>
                    <a:pt x="63" y="12"/>
                  </a:cubicBezTo>
                  <a:lnTo>
                    <a:pt x="63" y="38"/>
                  </a:lnTo>
                  <a:close/>
                  <a:moveTo>
                    <a:pt x="117" y="42"/>
                  </a:moveTo>
                  <a:cubicBezTo>
                    <a:pt x="121" y="50"/>
                    <a:pt x="123" y="58"/>
                    <a:pt x="123" y="66"/>
                  </a:cubicBezTo>
                  <a:cubicBezTo>
                    <a:pt x="103" y="66"/>
                    <a:pt x="103" y="66"/>
                    <a:pt x="103" y="66"/>
                  </a:cubicBezTo>
                  <a:cubicBezTo>
                    <a:pt x="103" y="57"/>
                    <a:pt x="102" y="49"/>
                    <a:pt x="101" y="42"/>
                  </a:cubicBezTo>
                  <a:lnTo>
                    <a:pt x="117" y="42"/>
                  </a:lnTo>
                  <a:close/>
                  <a:moveTo>
                    <a:pt x="115" y="38"/>
                  </a:moveTo>
                  <a:cubicBezTo>
                    <a:pt x="99" y="38"/>
                    <a:pt x="99" y="38"/>
                    <a:pt x="99" y="38"/>
                  </a:cubicBezTo>
                  <a:cubicBezTo>
                    <a:pt x="97" y="28"/>
                    <a:pt x="92" y="21"/>
                    <a:pt x="88" y="15"/>
                  </a:cubicBezTo>
                  <a:cubicBezTo>
                    <a:pt x="99" y="20"/>
                    <a:pt x="109" y="28"/>
                    <a:pt x="115" y="38"/>
                  </a:cubicBezTo>
                  <a:close/>
                  <a:moveTo>
                    <a:pt x="72" y="12"/>
                  </a:moveTo>
                  <a:cubicBezTo>
                    <a:pt x="72" y="12"/>
                    <a:pt x="72" y="12"/>
                    <a:pt x="72" y="12"/>
                  </a:cubicBezTo>
                  <a:cubicBezTo>
                    <a:pt x="78" y="16"/>
                    <a:pt x="86" y="24"/>
                    <a:pt x="90" y="38"/>
                  </a:cubicBezTo>
                  <a:cubicBezTo>
                    <a:pt x="72" y="38"/>
                    <a:pt x="72" y="38"/>
                    <a:pt x="72" y="38"/>
                  </a:cubicBezTo>
                  <a:lnTo>
                    <a:pt x="72" y="12"/>
                  </a:lnTo>
                  <a:close/>
                  <a:moveTo>
                    <a:pt x="72" y="42"/>
                  </a:moveTo>
                  <a:cubicBezTo>
                    <a:pt x="92" y="42"/>
                    <a:pt x="92" y="42"/>
                    <a:pt x="92" y="42"/>
                  </a:cubicBezTo>
                  <a:cubicBezTo>
                    <a:pt x="94" y="49"/>
                    <a:pt x="95" y="57"/>
                    <a:pt x="95" y="66"/>
                  </a:cubicBezTo>
                  <a:cubicBezTo>
                    <a:pt x="72" y="66"/>
                    <a:pt x="72" y="66"/>
                    <a:pt x="72" y="66"/>
                  </a:cubicBezTo>
                  <a:lnTo>
                    <a:pt x="72" y="42"/>
                  </a:lnTo>
                  <a:close/>
                  <a:moveTo>
                    <a:pt x="72" y="71"/>
                  </a:moveTo>
                  <a:cubicBezTo>
                    <a:pt x="95" y="71"/>
                    <a:pt x="95" y="71"/>
                    <a:pt x="95" y="71"/>
                  </a:cubicBezTo>
                  <a:cubicBezTo>
                    <a:pt x="94" y="80"/>
                    <a:pt x="93" y="88"/>
                    <a:pt x="91" y="95"/>
                  </a:cubicBezTo>
                  <a:cubicBezTo>
                    <a:pt x="72" y="95"/>
                    <a:pt x="72" y="95"/>
                    <a:pt x="72" y="95"/>
                  </a:cubicBezTo>
                  <a:lnTo>
                    <a:pt x="72" y="71"/>
                  </a:lnTo>
                  <a:close/>
                  <a:moveTo>
                    <a:pt x="72" y="123"/>
                  </a:moveTo>
                  <a:cubicBezTo>
                    <a:pt x="72" y="99"/>
                    <a:pt x="72" y="99"/>
                    <a:pt x="72" y="99"/>
                  </a:cubicBezTo>
                  <a:cubicBezTo>
                    <a:pt x="89" y="99"/>
                    <a:pt x="89" y="99"/>
                    <a:pt x="89" y="99"/>
                  </a:cubicBezTo>
                  <a:cubicBezTo>
                    <a:pt x="84" y="112"/>
                    <a:pt x="77" y="119"/>
                    <a:pt x="72" y="123"/>
                  </a:cubicBezTo>
                  <a:close/>
                  <a:moveTo>
                    <a:pt x="87" y="120"/>
                  </a:moveTo>
                  <a:cubicBezTo>
                    <a:pt x="91" y="115"/>
                    <a:pt x="95" y="108"/>
                    <a:pt x="99" y="99"/>
                  </a:cubicBezTo>
                  <a:cubicBezTo>
                    <a:pt x="114" y="99"/>
                    <a:pt x="114" y="99"/>
                    <a:pt x="114" y="99"/>
                  </a:cubicBezTo>
                  <a:cubicBezTo>
                    <a:pt x="107" y="109"/>
                    <a:pt x="98" y="116"/>
                    <a:pt x="87" y="120"/>
                  </a:cubicBezTo>
                  <a:close/>
                  <a:moveTo>
                    <a:pt x="116" y="95"/>
                  </a:moveTo>
                  <a:cubicBezTo>
                    <a:pt x="100" y="95"/>
                    <a:pt x="100" y="95"/>
                    <a:pt x="100" y="95"/>
                  </a:cubicBezTo>
                  <a:cubicBezTo>
                    <a:pt x="102" y="88"/>
                    <a:pt x="103" y="80"/>
                    <a:pt x="103" y="71"/>
                  </a:cubicBezTo>
                  <a:cubicBezTo>
                    <a:pt x="123" y="71"/>
                    <a:pt x="123" y="71"/>
                    <a:pt x="123" y="71"/>
                  </a:cubicBezTo>
                  <a:cubicBezTo>
                    <a:pt x="123" y="79"/>
                    <a:pt x="121" y="87"/>
                    <a:pt x="116" y="9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12"/>
            <p:cNvSpPr>
              <a:spLocks noEditPoints="1"/>
            </p:cNvSpPr>
            <p:nvPr/>
          </p:nvSpPr>
          <p:spPr bwMode="auto">
            <a:xfrm>
              <a:off x="2030413" y="11113"/>
              <a:ext cx="442913" cy="515938"/>
            </a:xfrm>
            <a:custGeom>
              <a:avLst/>
              <a:gdLst>
                <a:gd name="T0" fmla="*/ 51 w 118"/>
                <a:gd name="T1" fmla="*/ 0 h 135"/>
                <a:gd name="T2" fmla="*/ 0 w 118"/>
                <a:gd name="T3" fmla="*/ 24 h 135"/>
                <a:gd name="T4" fmla="*/ 12 w 118"/>
                <a:gd name="T5" fmla="*/ 27 h 135"/>
                <a:gd name="T6" fmla="*/ 30 w 118"/>
                <a:gd name="T7" fmla="*/ 16 h 135"/>
                <a:gd name="T8" fmla="*/ 21 w 118"/>
                <a:gd name="T9" fmla="*/ 32 h 135"/>
                <a:gd name="T10" fmla="*/ 28 w 118"/>
                <a:gd name="T11" fmla="*/ 37 h 135"/>
                <a:gd name="T12" fmla="*/ 46 w 118"/>
                <a:gd name="T13" fmla="*/ 12 h 135"/>
                <a:gd name="T14" fmla="*/ 47 w 118"/>
                <a:gd name="T15" fmla="*/ 12 h 135"/>
                <a:gd name="T16" fmla="*/ 47 w 118"/>
                <a:gd name="T17" fmla="*/ 38 h 135"/>
                <a:gd name="T18" fmla="*/ 30 w 118"/>
                <a:gd name="T19" fmla="*/ 38 h 135"/>
                <a:gd name="T20" fmla="*/ 35 w 118"/>
                <a:gd name="T21" fmla="*/ 42 h 135"/>
                <a:gd name="T22" fmla="*/ 47 w 118"/>
                <a:gd name="T23" fmla="*/ 42 h 135"/>
                <a:gd name="T24" fmla="*/ 47 w 118"/>
                <a:gd name="T25" fmla="*/ 58 h 135"/>
                <a:gd name="T26" fmla="*/ 55 w 118"/>
                <a:gd name="T27" fmla="*/ 82 h 135"/>
                <a:gd name="T28" fmla="*/ 55 w 118"/>
                <a:gd name="T29" fmla="*/ 71 h 135"/>
                <a:gd name="T30" fmla="*/ 78 w 118"/>
                <a:gd name="T31" fmla="*/ 71 h 135"/>
                <a:gd name="T32" fmla="*/ 74 w 118"/>
                <a:gd name="T33" fmla="*/ 95 h 135"/>
                <a:gd name="T34" fmla="*/ 56 w 118"/>
                <a:gd name="T35" fmla="*/ 95 h 135"/>
                <a:gd name="T36" fmla="*/ 56 w 118"/>
                <a:gd name="T37" fmla="*/ 99 h 135"/>
                <a:gd name="T38" fmla="*/ 73 w 118"/>
                <a:gd name="T39" fmla="*/ 99 h 135"/>
                <a:gd name="T40" fmla="*/ 55 w 118"/>
                <a:gd name="T41" fmla="*/ 123 h 135"/>
                <a:gd name="T42" fmla="*/ 55 w 118"/>
                <a:gd name="T43" fmla="*/ 104 h 135"/>
                <a:gd name="T44" fmla="*/ 42 w 118"/>
                <a:gd name="T45" fmla="*/ 135 h 135"/>
                <a:gd name="T46" fmla="*/ 51 w 118"/>
                <a:gd name="T47" fmla="*/ 135 h 135"/>
                <a:gd name="T48" fmla="*/ 118 w 118"/>
                <a:gd name="T49" fmla="*/ 68 h 135"/>
                <a:gd name="T50" fmla="*/ 51 w 118"/>
                <a:gd name="T51" fmla="*/ 0 h 135"/>
                <a:gd name="T52" fmla="*/ 101 w 118"/>
                <a:gd name="T53" fmla="*/ 42 h 135"/>
                <a:gd name="T54" fmla="*/ 107 w 118"/>
                <a:gd name="T55" fmla="*/ 66 h 135"/>
                <a:gd name="T56" fmla="*/ 87 w 118"/>
                <a:gd name="T57" fmla="*/ 66 h 135"/>
                <a:gd name="T58" fmla="*/ 84 w 118"/>
                <a:gd name="T59" fmla="*/ 42 h 135"/>
                <a:gd name="T60" fmla="*/ 101 w 118"/>
                <a:gd name="T61" fmla="*/ 42 h 135"/>
                <a:gd name="T62" fmla="*/ 98 w 118"/>
                <a:gd name="T63" fmla="*/ 38 h 135"/>
                <a:gd name="T64" fmla="*/ 83 w 118"/>
                <a:gd name="T65" fmla="*/ 38 h 135"/>
                <a:gd name="T66" fmla="*/ 71 w 118"/>
                <a:gd name="T67" fmla="*/ 16 h 135"/>
                <a:gd name="T68" fmla="*/ 98 w 118"/>
                <a:gd name="T69" fmla="*/ 38 h 135"/>
                <a:gd name="T70" fmla="*/ 55 w 118"/>
                <a:gd name="T71" fmla="*/ 12 h 135"/>
                <a:gd name="T72" fmla="*/ 55 w 118"/>
                <a:gd name="T73" fmla="*/ 12 h 135"/>
                <a:gd name="T74" fmla="*/ 74 w 118"/>
                <a:gd name="T75" fmla="*/ 38 h 135"/>
                <a:gd name="T76" fmla="*/ 55 w 118"/>
                <a:gd name="T77" fmla="*/ 38 h 135"/>
                <a:gd name="T78" fmla="*/ 55 w 118"/>
                <a:gd name="T79" fmla="*/ 12 h 135"/>
                <a:gd name="T80" fmla="*/ 55 w 118"/>
                <a:gd name="T81" fmla="*/ 66 h 135"/>
                <a:gd name="T82" fmla="*/ 55 w 118"/>
                <a:gd name="T83" fmla="*/ 42 h 135"/>
                <a:gd name="T84" fmla="*/ 75 w 118"/>
                <a:gd name="T85" fmla="*/ 42 h 135"/>
                <a:gd name="T86" fmla="*/ 78 w 118"/>
                <a:gd name="T87" fmla="*/ 66 h 135"/>
                <a:gd name="T88" fmla="*/ 55 w 118"/>
                <a:gd name="T89" fmla="*/ 66 h 135"/>
                <a:gd name="T90" fmla="*/ 70 w 118"/>
                <a:gd name="T91" fmla="*/ 120 h 135"/>
                <a:gd name="T92" fmla="*/ 82 w 118"/>
                <a:gd name="T93" fmla="*/ 99 h 135"/>
                <a:gd name="T94" fmla="*/ 97 w 118"/>
                <a:gd name="T95" fmla="*/ 99 h 135"/>
                <a:gd name="T96" fmla="*/ 70 w 118"/>
                <a:gd name="T97" fmla="*/ 120 h 135"/>
                <a:gd name="T98" fmla="*/ 100 w 118"/>
                <a:gd name="T99" fmla="*/ 95 h 135"/>
                <a:gd name="T100" fmla="*/ 83 w 118"/>
                <a:gd name="T101" fmla="*/ 95 h 135"/>
                <a:gd name="T102" fmla="*/ 87 w 118"/>
                <a:gd name="T103" fmla="*/ 71 h 135"/>
                <a:gd name="T104" fmla="*/ 107 w 118"/>
                <a:gd name="T105" fmla="*/ 71 h 135"/>
                <a:gd name="T106" fmla="*/ 100 w 118"/>
                <a:gd name="T107" fmla="*/ 9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8" h="135">
                  <a:moveTo>
                    <a:pt x="51" y="0"/>
                  </a:moveTo>
                  <a:cubicBezTo>
                    <a:pt x="30" y="0"/>
                    <a:pt x="12" y="9"/>
                    <a:pt x="0" y="24"/>
                  </a:cubicBezTo>
                  <a:cubicBezTo>
                    <a:pt x="4" y="25"/>
                    <a:pt x="8" y="26"/>
                    <a:pt x="12" y="27"/>
                  </a:cubicBezTo>
                  <a:cubicBezTo>
                    <a:pt x="17" y="23"/>
                    <a:pt x="23" y="19"/>
                    <a:pt x="30" y="16"/>
                  </a:cubicBezTo>
                  <a:cubicBezTo>
                    <a:pt x="27" y="20"/>
                    <a:pt x="23" y="25"/>
                    <a:pt x="21" y="32"/>
                  </a:cubicBezTo>
                  <a:cubicBezTo>
                    <a:pt x="23" y="33"/>
                    <a:pt x="26" y="35"/>
                    <a:pt x="28" y="37"/>
                  </a:cubicBezTo>
                  <a:cubicBezTo>
                    <a:pt x="33" y="23"/>
                    <a:pt x="41" y="16"/>
                    <a:pt x="46" y="12"/>
                  </a:cubicBezTo>
                  <a:cubicBezTo>
                    <a:pt x="46" y="12"/>
                    <a:pt x="46" y="12"/>
                    <a:pt x="47" y="12"/>
                  </a:cubicBezTo>
                  <a:cubicBezTo>
                    <a:pt x="47" y="38"/>
                    <a:pt x="47" y="38"/>
                    <a:pt x="47" y="38"/>
                  </a:cubicBezTo>
                  <a:cubicBezTo>
                    <a:pt x="30" y="38"/>
                    <a:pt x="30" y="38"/>
                    <a:pt x="30" y="38"/>
                  </a:cubicBezTo>
                  <a:cubicBezTo>
                    <a:pt x="32" y="40"/>
                    <a:pt x="33" y="41"/>
                    <a:pt x="35" y="42"/>
                  </a:cubicBezTo>
                  <a:cubicBezTo>
                    <a:pt x="47" y="42"/>
                    <a:pt x="47" y="42"/>
                    <a:pt x="47" y="42"/>
                  </a:cubicBezTo>
                  <a:cubicBezTo>
                    <a:pt x="47" y="58"/>
                    <a:pt x="47" y="58"/>
                    <a:pt x="47" y="58"/>
                  </a:cubicBezTo>
                  <a:cubicBezTo>
                    <a:pt x="51" y="65"/>
                    <a:pt x="54" y="73"/>
                    <a:pt x="55" y="82"/>
                  </a:cubicBezTo>
                  <a:cubicBezTo>
                    <a:pt x="55" y="71"/>
                    <a:pt x="55" y="71"/>
                    <a:pt x="55" y="71"/>
                  </a:cubicBezTo>
                  <a:cubicBezTo>
                    <a:pt x="78" y="71"/>
                    <a:pt x="78" y="71"/>
                    <a:pt x="78" y="71"/>
                  </a:cubicBezTo>
                  <a:cubicBezTo>
                    <a:pt x="78" y="80"/>
                    <a:pt x="76" y="88"/>
                    <a:pt x="74" y="95"/>
                  </a:cubicBezTo>
                  <a:cubicBezTo>
                    <a:pt x="56" y="95"/>
                    <a:pt x="56" y="95"/>
                    <a:pt x="56" y="95"/>
                  </a:cubicBezTo>
                  <a:cubicBezTo>
                    <a:pt x="56" y="96"/>
                    <a:pt x="56" y="98"/>
                    <a:pt x="56" y="99"/>
                  </a:cubicBezTo>
                  <a:cubicBezTo>
                    <a:pt x="73" y="99"/>
                    <a:pt x="73" y="99"/>
                    <a:pt x="73" y="99"/>
                  </a:cubicBezTo>
                  <a:cubicBezTo>
                    <a:pt x="68" y="112"/>
                    <a:pt x="60" y="119"/>
                    <a:pt x="55" y="123"/>
                  </a:cubicBezTo>
                  <a:cubicBezTo>
                    <a:pt x="55" y="104"/>
                    <a:pt x="55" y="104"/>
                    <a:pt x="55" y="104"/>
                  </a:cubicBezTo>
                  <a:cubicBezTo>
                    <a:pt x="53" y="116"/>
                    <a:pt x="49" y="126"/>
                    <a:pt x="42" y="135"/>
                  </a:cubicBezTo>
                  <a:cubicBezTo>
                    <a:pt x="45" y="135"/>
                    <a:pt x="48" y="135"/>
                    <a:pt x="51" y="135"/>
                  </a:cubicBezTo>
                  <a:cubicBezTo>
                    <a:pt x="88" y="135"/>
                    <a:pt x="118" y="105"/>
                    <a:pt x="118" y="68"/>
                  </a:cubicBezTo>
                  <a:cubicBezTo>
                    <a:pt x="118" y="31"/>
                    <a:pt x="88" y="0"/>
                    <a:pt x="51" y="0"/>
                  </a:cubicBezTo>
                  <a:close/>
                  <a:moveTo>
                    <a:pt x="101" y="42"/>
                  </a:moveTo>
                  <a:cubicBezTo>
                    <a:pt x="104" y="50"/>
                    <a:pt x="107" y="58"/>
                    <a:pt x="107" y="66"/>
                  </a:cubicBezTo>
                  <a:cubicBezTo>
                    <a:pt x="87" y="66"/>
                    <a:pt x="87" y="66"/>
                    <a:pt x="87" y="66"/>
                  </a:cubicBezTo>
                  <a:cubicBezTo>
                    <a:pt x="87" y="57"/>
                    <a:pt x="85" y="49"/>
                    <a:pt x="84" y="42"/>
                  </a:cubicBezTo>
                  <a:lnTo>
                    <a:pt x="101" y="42"/>
                  </a:lnTo>
                  <a:close/>
                  <a:moveTo>
                    <a:pt x="98" y="38"/>
                  </a:moveTo>
                  <a:cubicBezTo>
                    <a:pt x="83" y="38"/>
                    <a:pt x="83" y="38"/>
                    <a:pt x="83" y="38"/>
                  </a:cubicBezTo>
                  <a:cubicBezTo>
                    <a:pt x="80" y="29"/>
                    <a:pt x="76" y="21"/>
                    <a:pt x="71" y="16"/>
                  </a:cubicBezTo>
                  <a:cubicBezTo>
                    <a:pt x="83" y="20"/>
                    <a:pt x="92" y="28"/>
                    <a:pt x="98" y="38"/>
                  </a:cubicBezTo>
                  <a:close/>
                  <a:moveTo>
                    <a:pt x="55" y="12"/>
                  </a:moveTo>
                  <a:cubicBezTo>
                    <a:pt x="55" y="12"/>
                    <a:pt x="55" y="12"/>
                    <a:pt x="55" y="12"/>
                  </a:cubicBezTo>
                  <a:cubicBezTo>
                    <a:pt x="61" y="16"/>
                    <a:pt x="69" y="24"/>
                    <a:pt x="74" y="38"/>
                  </a:cubicBezTo>
                  <a:cubicBezTo>
                    <a:pt x="55" y="38"/>
                    <a:pt x="55" y="38"/>
                    <a:pt x="55" y="38"/>
                  </a:cubicBezTo>
                  <a:lnTo>
                    <a:pt x="55" y="12"/>
                  </a:lnTo>
                  <a:close/>
                  <a:moveTo>
                    <a:pt x="55" y="66"/>
                  </a:moveTo>
                  <a:cubicBezTo>
                    <a:pt x="55" y="42"/>
                    <a:pt x="55" y="42"/>
                    <a:pt x="55" y="42"/>
                  </a:cubicBezTo>
                  <a:cubicBezTo>
                    <a:pt x="75" y="42"/>
                    <a:pt x="75" y="42"/>
                    <a:pt x="75" y="42"/>
                  </a:cubicBezTo>
                  <a:cubicBezTo>
                    <a:pt x="77" y="49"/>
                    <a:pt x="78" y="57"/>
                    <a:pt x="78" y="66"/>
                  </a:cubicBezTo>
                  <a:lnTo>
                    <a:pt x="55" y="66"/>
                  </a:lnTo>
                  <a:close/>
                  <a:moveTo>
                    <a:pt x="70" y="120"/>
                  </a:moveTo>
                  <a:cubicBezTo>
                    <a:pt x="74" y="115"/>
                    <a:pt x="79" y="108"/>
                    <a:pt x="82" y="99"/>
                  </a:cubicBezTo>
                  <a:cubicBezTo>
                    <a:pt x="97" y="99"/>
                    <a:pt x="97" y="99"/>
                    <a:pt x="97" y="99"/>
                  </a:cubicBezTo>
                  <a:cubicBezTo>
                    <a:pt x="91" y="109"/>
                    <a:pt x="81" y="116"/>
                    <a:pt x="70" y="120"/>
                  </a:cubicBezTo>
                  <a:close/>
                  <a:moveTo>
                    <a:pt x="100" y="95"/>
                  </a:moveTo>
                  <a:cubicBezTo>
                    <a:pt x="83" y="95"/>
                    <a:pt x="83" y="95"/>
                    <a:pt x="83" y="95"/>
                  </a:cubicBezTo>
                  <a:cubicBezTo>
                    <a:pt x="85" y="88"/>
                    <a:pt x="86" y="80"/>
                    <a:pt x="87" y="71"/>
                  </a:cubicBezTo>
                  <a:cubicBezTo>
                    <a:pt x="107" y="71"/>
                    <a:pt x="107" y="71"/>
                    <a:pt x="107" y="71"/>
                  </a:cubicBezTo>
                  <a:cubicBezTo>
                    <a:pt x="106" y="79"/>
                    <a:pt x="104" y="88"/>
                    <a:pt x="100" y="9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7" name="组合 26"/>
          <p:cNvGrpSpPr/>
          <p:nvPr/>
        </p:nvGrpSpPr>
        <p:grpSpPr>
          <a:xfrm>
            <a:off x="9989801" y="5320077"/>
            <a:ext cx="479432" cy="431038"/>
            <a:chOff x="3573463" y="14288"/>
            <a:chExt cx="676275" cy="608012"/>
          </a:xfrm>
          <a:solidFill>
            <a:schemeClr val="bg1"/>
          </a:solidFill>
        </p:grpSpPr>
        <p:sp>
          <p:nvSpPr>
            <p:cNvPr id="28" name="Freeform 13"/>
            <p:cNvSpPr>
              <a:spLocks noEditPoints="1"/>
            </p:cNvSpPr>
            <p:nvPr/>
          </p:nvSpPr>
          <p:spPr bwMode="auto">
            <a:xfrm>
              <a:off x="3649663" y="14288"/>
              <a:ext cx="566738" cy="542925"/>
            </a:xfrm>
            <a:custGeom>
              <a:avLst/>
              <a:gdLst>
                <a:gd name="T0" fmla="*/ 128 w 151"/>
                <a:gd name="T1" fmla="*/ 0 h 142"/>
                <a:gd name="T2" fmla="*/ 144 w 151"/>
                <a:gd name="T3" fmla="*/ 0 h 142"/>
                <a:gd name="T4" fmla="*/ 151 w 151"/>
                <a:gd name="T5" fmla="*/ 8 h 142"/>
                <a:gd name="T6" fmla="*/ 151 w 151"/>
                <a:gd name="T7" fmla="*/ 141 h 142"/>
                <a:gd name="T8" fmla="*/ 121 w 151"/>
                <a:gd name="T9" fmla="*/ 141 h 142"/>
                <a:gd name="T10" fmla="*/ 121 w 151"/>
                <a:gd name="T11" fmla="*/ 8 h 142"/>
                <a:gd name="T12" fmla="*/ 128 w 151"/>
                <a:gd name="T13" fmla="*/ 0 h 142"/>
                <a:gd name="T14" fmla="*/ 87 w 151"/>
                <a:gd name="T15" fmla="*/ 58 h 142"/>
                <a:gd name="T16" fmla="*/ 104 w 151"/>
                <a:gd name="T17" fmla="*/ 58 h 142"/>
                <a:gd name="T18" fmla="*/ 111 w 151"/>
                <a:gd name="T19" fmla="*/ 66 h 142"/>
                <a:gd name="T20" fmla="*/ 111 w 151"/>
                <a:gd name="T21" fmla="*/ 141 h 142"/>
                <a:gd name="T22" fmla="*/ 80 w 151"/>
                <a:gd name="T23" fmla="*/ 141 h 142"/>
                <a:gd name="T24" fmla="*/ 80 w 151"/>
                <a:gd name="T25" fmla="*/ 66 h 142"/>
                <a:gd name="T26" fmla="*/ 87 w 151"/>
                <a:gd name="T27" fmla="*/ 58 h 142"/>
                <a:gd name="T28" fmla="*/ 47 w 151"/>
                <a:gd name="T29" fmla="*/ 84 h 142"/>
                <a:gd name="T30" fmla="*/ 64 w 151"/>
                <a:gd name="T31" fmla="*/ 84 h 142"/>
                <a:gd name="T32" fmla="*/ 71 w 151"/>
                <a:gd name="T33" fmla="*/ 92 h 142"/>
                <a:gd name="T34" fmla="*/ 71 w 151"/>
                <a:gd name="T35" fmla="*/ 142 h 142"/>
                <a:gd name="T36" fmla="*/ 40 w 151"/>
                <a:gd name="T37" fmla="*/ 142 h 142"/>
                <a:gd name="T38" fmla="*/ 40 w 151"/>
                <a:gd name="T39" fmla="*/ 92 h 142"/>
                <a:gd name="T40" fmla="*/ 47 w 151"/>
                <a:gd name="T41" fmla="*/ 84 h 142"/>
                <a:gd name="T42" fmla="*/ 7 w 151"/>
                <a:gd name="T43" fmla="*/ 103 h 142"/>
                <a:gd name="T44" fmla="*/ 24 w 151"/>
                <a:gd name="T45" fmla="*/ 103 h 142"/>
                <a:gd name="T46" fmla="*/ 30 w 151"/>
                <a:gd name="T47" fmla="*/ 111 h 142"/>
                <a:gd name="T48" fmla="*/ 30 w 151"/>
                <a:gd name="T49" fmla="*/ 142 h 142"/>
                <a:gd name="T50" fmla="*/ 0 w 151"/>
                <a:gd name="T51" fmla="*/ 142 h 142"/>
                <a:gd name="T52" fmla="*/ 0 w 151"/>
                <a:gd name="T53" fmla="*/ 111 h 142"/>
                <a:gd name="T54" fmla="*/ 7 w 151"/>
                <a:gd name="T55" fmla="*/ 103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1" h="142">
                  <a:moveTo>
                    <a:pt x="128" y="0"/>
                  </a:moveTo>
                  <a:cubicBezTo>
                    <a:pt x="144" y="0"/>
                    <a:pt x="144" y="0"/>
                    <a:pt x="144" y="0"/>
                  </a:cubicBezTo>
                  <a:cubicBezTo>
                    <a:pt x="148" y="0"/>
                    <a:pt x="151" y="4"/>
                    <a:pt x="151" y="8"/>
                  </a:cubicBezTo>
                  <a:cubicBezTo>
                    <a:pt x="151" y="141"/>
                    <a:pt x="151" y="141"/>
                    <a:pt x="151" y="141"/>
                  </a:cubicBezTo>
                  <a:cubicBezTo>
                    <a:pt x="121" y="141"/>
                    <a:pt x="121" y="141"/>
                    <a:pt x="121" y="141"/>
                  </a:cubicBezTo>
                  <a:cubicBezTo>
                    <a:pt x="121" y="8"/>
                    <a:pt x="121" y="8"/>
                    <a:pt x="121" y="8"/>
                  </a:cubicBezTo>
                  <a:cubicBezTo>
                    <a:pt x="121" y="4"/>
                    <a:pt x="124" y="0"/>
                    <a:pt x="128" y="0"/>
                  </a:cubicBezTo>
                  <a:close/>
                  <a:moveTo>
                    <a:pt x="87" y="58"/>
                  </a:moveTo>
                  <a:cubicBezTo>
                    <a:pt x="104" y="58"/>
                    <a:pt x="104" y="58"/>
                    <a:pt x="104" y="58"/>
                  </a:cubicBezTo>
                  <a:cubicBezTo>
                    <a:pt x="108" y="58"/>
                    <a:pt x="111" y="62"/>
                    <a:pt x="111" y="66"/>
                  </a:cubicBezTo>
                  <a:cubicBezTo>
                    <a:pt x="111" y="141"/>
                    <a:pt x="111" y="141"/>
                    <a:pt x="111" y="141"/>
                  </a:cubicBezTo>
                  <a:cubicBezTo>
                    <a:pt x="80" y="141"/>
                    <a:pt x="80" y="141"/>
                    <a:pt x="80" y="141"/>
                  </a:cubicBezTo>
                  <a:cubicBezTo>
                    <a:pt x="80" y="66"/>
                    <a:pt x="80" y="66"/>
                    <a:pt x="80" y="66"/>
                  </a:cubicBezTo>
                  <a:cubicBezTo>
                    <a:pt x="80" y="62"/>
                    <a:pt x="83" y="58"/>
                    <a:pt x="87" y="58"/>
                  </a:cubicBezTo>
                  <a:close/>
                  <a:moveTo>
                    <a:pt x="47" y="84"/>
                  </a:moveTo>
                  <a:cubicBezTo>
                    <a:pt x="64" y="84"/>
                    <a:pt x="64" y="84"/>
                    <a:pt x="64" y="84"/>
                  </a:cubicBezTo>
                  <a:cubicBezTo>
                    <a:pt x="68" y="84"/>
                    <a:pt x="71" y="88"/>
                    <a:pt x="71" y="92"/>
                  </a:cubicBezTo>
                  <a:cubicBezTo>
                    <a:pt x="71" y="142"/>
                    <a:pt x="71" y="142"/>
                    <a:pt x="71" y="142"/>
                  </a:cubicBezTo>
                  <a:cubicBezTo>
                    <a:pt x="40" y="142"/>
                    <a:pt x="40" y="142"/>
                    <a:pt x="40" y="142"/>
                  </a:cubicBezTo>
                  <a:cubicBezTo>
                    <a:pt x="40" y="92"/>
                    <a:pt x="40" y="92"/>
                    <a:pt x="40" y="92"/>
                  </a:cubicBezTo>
                  <a:cubicBezTo>
                    <a:pt x="40" y="88"/>
                    <a:pt x="43" y="84"/>
                    <a:pt x="47" y="84"/>
                  </a:cubicBezTo>
                  <a:close/>
                  <a:moveTo>
                    <a:pt x="7" y="103"/>
                  </a:moveTo>
                  <a:cubicBezTo>
                    <a:pt x="24" y="103"/>
                    <a:pt x="24" y="103"/>
                    <a:pt x="24" y="103"/>
                  </a:cubicBezTo>
                  <a:cubicBezTo>
                    <a:pt x="27" y="103"/>
                    <a:pt x="30" y="107"/>
                    <a:pt x="30" y="111"/>
                  </a:cubicBezTo>
                  <a:cubicBezTo>
                    <a:pt x="30" y="142"/>
                    <a:pt x="30" y="142"/>
                    <a:pt x="30" y="142"/>
                  </a:cubicBezTo>
                  <a:cubicBezTo>
                    <a:pt x="0" y="142"/>
                    <a:pt x="0" y="142"/>
                    <a:pt x="0" y="142"/>
                  </a:cubicBezTo>
                  <a:cubicBezTo>
                    <a:pt x="0" y="111"/>
                    <a:pt x="0" y="111"/>
                    <a:pt x="0" y="111"/>
                  </a:cubicBezTo>
                  <a:cubicBezTo>
                    <a:pt x="0" y="107"/>
                    <a:pt x="3" y="103"/>
                    <a:pt x="7"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14"/>
            <p:cNvSpPr>
              <a:spLocks/>
            </p:cNvSpPr>
            <p:nvPr/>
          </p:nvSpPr>
          <p:spPr bwMode="auto">
            <a:xfrm>
              <a:off x="3573463" y="76200"/>
              <a:ext cx="676275" cy="546100"/>
            </a:xfrm>
            <a:custGeom>
              <a:avLst/>
              <a:gdLst>
                <a:gd name="T0" fmla="*/ 176 w 180"/>
                <a:gd name="T1" fmla="*/ 134 h 143"/>
                <a:gd name="T2" fmla="*/ 9 w 180"/>
                <a:gd name="T3" fmla="*/ 134 h 143"/>
                <a:gd name="T4" fmla="*/ 9 w 180"/>
                <a:gd name="T5" fmla="*/ 4 h 143"/>
                <a:gd name="T6" fmla="*/ 5 w 180"/>
                <a:gd name="T7" fmla="*/ 0 h 143"/>
                <a:gd name="T8" fmla="*/ 4 w 180"/>
                <a:gd name="T9" fmla="*/ 0 h 143"/>
                <a:gd name="T10" fmla="*/ 0 w 180"/>
                <a:gd name="T11" fmla="*/ 4 h 143"/>
                <a:gd name="T12" fmla="*/ 0 w 180"/>
                <a:gd name="T13" fmla="*/ 139 h 143"/>
                <a:gd name="T14" fmla="*/ 4 w 180"/>
                <a:gd name="T15" fmla="*/ 143 h 143"/>
                <a:gd name="T16" fmla="*/ 5 w 180"/>
                <a:gd name="T17" fmla="*/ 143 h 143"/>
                <a:gd name="T18" fmla="*/ 5 w 180"/>
                <a:gd name="T19" fmla="*/ 143 h 143"/>
                <a:gd name="T20" fmla="*/ 176 w 180"/>
                <a:gd name="T21" fmla="*/ 143 h 143"/>
                <a:gd name="T22" fmla="*/ 180 w 180"/>
                <a:gd name="T23" fmla="*/ 139 h 143"/>
                <a:gd name="T24" fmla="*/ 180 w 180"/>
                <a:gd name="T25" fmla="*/ 139 h 143"/>
                <a:gd name="T26" fmla="*/ 176 w 180"/>
                <a:gd name="T27" fmla="*/ 134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0" h="143">
                  <a:moveTo>
                    <a:pt x="176" y="134"/>
                  </a:moveTo>
                  <a:cubicBezTo>
                    <a:pt x="9" y="134"/>
                    <a:pt x="9" y="134"/>
                    <a:pt x="9" y="134"/>
                  </a:cubicBezTo>
                  <a:cubicBezTo>
                    <a:pt x="9" y="4"/>
                    <a:pt x="9" y="4"/>
                    <a:pt x="9" y="4"/>
                  </a:cubicBezTo>
                  <a:cubicBezTo>
                    <a:pt x="9" y="2"/>
                    <a:pt x="7" y="0"/>
                    <a:pt x="5" y="0"/>
                  </a:cubicBezTo>
                  <a:cubicBezTo>
                    <a:pt x="4" y="0"/>
                    <a:pt x="4" y="0"/>
                    <a:pt x="4" y="0"/>
                  </a:cubicBezTo>
                  <a:cubicBezTo>
                    <a:pt x="2" y="0"/>
                    <a:pt x="0" y="2"/>
                    <a:pt x="0" y="4"/>
                  </a:cubicBezTo>
                  <a:cubicBezTo>
                    <a:pt x="0" y="139"/>
                    <a:pt x="0" y="139"/>
                    <a:pt x="0" y="139"/>
                  </a:cubicBezTo>
                  <a:cubicBezTo>
                    <a:pt x="0" y="142"/>
                    <a:pt x="2" y="143"/>
                    <a:pt x="4" y="143"/>
                  </a:cubicBezTo>
                  <a:cubicBezTo>
                    <a:pt x="5" y="143"/>
                    <a:pt x="5" y="143"/>
                    <a:pt x="5" y="143"/>
                  </a:cubicBezTo>
                  <a:cubicBezTo>
                    <a:pt x="5" y="143"/>
                    <a:pt x="5" y="143"/>
                    <a:pt x="5" y="143"/>
                  </a:cubicBezTo>
                  <a:cubicBezTo>
                    <a:pt x="176" y="143"/>
                    <a:pt x="176" y="143"/>
                    <a:pt x="176" y="143"/>
                  </a:cubicBezTo>
                  <a:cubicBezTo>
                    <a:pt x="179" y="143"/>
                    <a:pt x="180" y="141"/>
                    <a:pt x="180" y="139"/>
                  </a:cubicBezTo>
                  <a:cubicBezTo>
                    <a:pt x="180" y="139"/>
                    <a:pt x="180" y="139"/>
                    <a:pt x="180" y="139"/>
                  </a:cubicBezTo>
                  <a:cubicBezTo>
                    <a:pt x="180" y="136"/>
                    <a:pt x="179" y="134"/>
                    <a:pt x="176" y="1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0" name="组合 29"/>
          <p:cNvGrpSpPr/>
          <p:nvPr/>
        </p:nvGrpSpPr>
        <p:grpSpPr>
          <a:xfrm>
            <a:off x="4584881" y="5320077"/>
            <a:ext cx="423161" cy="431039"/>
            <a:chOff x="5429250" y="6350"/>
            <a:chExt cx="596900" cy="608013"/>
          </a:xfrm>
          <a:solidFill>
            <a:schemeClr val="bg1"/>
          </a:solidFill>
        </p:grpSpPr>
        <p:sp>
          <p:nvSpPr>
            <p:cNvPr id="31" name="Freeform 15"/>
            <p:cNvSpPr>
              <a:spLocks noEditPoints="1"/>
            </p:cNvSpPr>
            <p:nvPr/>
          </p:nvSpPr>
          <p:spPr bwMode="auto">
            <a:xfrm>
              <a:off x="5429250" y="6350"/>
              <a:ext cx="596900" cy="608013"/>
            </a:xfrm>
            <a:custGeom>
              <a:avLst/>
              <a:gdLst>
                <a:gd name="T0" fmla="*/ 79 w 159"/>
                <a:gd name="T1" fmla="*/ 0 h 159"/>
                <a:gd name="T2" fmla="*/ 0 w 159"/>
                <a:gd name="T3" fmla="*/ 80 h 159"/>
                <a:gd name="T4" fmla="*/ 79 w 159"/>
                <a:gd name="T5" fmla="*/ 159 h 159"/>
                <a:gd name="T6" fmla="*/ 159 w 159"/>
                <a:gd name="T7" fmla="*/ 80 h 159"/>
                <a:gd name="T8" fmla="*/ 79 w 159"/>
                <a:gd name="T9" fmla="*/ 0 h 159"/>
                <a:gd name="T10" fmla="*/ 79 w 159"/>
                <a:gd name="T11" fmla="*/ 146 h 159"/>
                <a:gd name="T12" fmla="*/ 13 w 159"/>
                <a:gd name="T13" fmla="*/ 80 h 159"/>
                <a:gd name="T14" fmla="*/ 79 w 159"/>
                <a:gd name="T15" fmla="*/ 14 h 159"/>
                <a:gd name="T16" fmla="*/ 145 w 159"/>
                <a:gd name="T17" fmla="*/ 80 h 159"/>
                <a:gd name="T18" fmla="*/ 79 w 159"/>
                <a:gd name="T19" fmla="*/ 146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9" h="159">
                  <a:moveTo>
                    <a:pt x="79" y="0"/>
                  </a:moveTo>
                  <a:cubicBezTo>
                    <a:pt x="35" y="0"/>
                    <a:pt x="0" y="36"/>
                    <a:pt x="0" y="80"/>
                  </a:cubicBezTo>
                  <a:cubicBezTo>
                    <a:pt x="0" y="124"/>
                    <a:pt x="35" y="159"/>
                    <a:pt x="79" y="159"/>
                  </a:cubicBezTo>
                  <a:cubicBezTo>
                    <a:pt x="123" y="159"/>
                    <a:pt x="159" y="124"/>
                    <a:pt x="159" y="80"/>
                  </a:cubicBezTo>
                  <a:cubicBezTo>
                    <a:pt x="159" y="36"/>
                    <a:pt x="123" y="0"/>
                    <a:pt x="79" y="0"/>
                  </a:cubicBezTo>
                  <a:close/>
                  <a:moveTo>
                    <a:pt x="79" y="146"/>
                  </a:moveTo>
                  <a:cubicBezTo>
                    <a:pt x="43" y="146"/>
                    <a:pt x="13" y="116"/>
                    <a:pt x="13" y="80"/>
                  </a:cubicBezTo>
                  <a:cubicBezTo>
                    <a:pt x="13" y="43"/>
                    <a:pt x="43" y="14"/>
                    <a:pt x="79" y="14"/>
                  </a:cubicBezTo>
                  <a:cubicBezTo>
                    <a:pt x="115" y="14"/>
                    <a:pt x="145" y="43"/>
                    <a:pt x="145" y="80"/>
                  </a:cubicBezTo>
                  <a:cubicBezTo>
                    <a:pt x="145" y="116"/>
                    <a:pt x="115" y="146"/>
                    <a:pt x="79" y="1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16"/>
            <p:cNvSpPr>
              <a:spLocks/>
            </p:cNvSpPr>
            <p:nvPr/>
          </p:nvSpPr>
          <p:spPr bwMode="auto">
            <a:xfrm>
              <a:off x="5616575" y="152400"/>
              <a:ext cx="247650" cy="190500"/>
            </a:xfrm>
            <a:custGeom>
              <a:avLst/>
              <a:gdLst>
                <a:gd name="T0" fmla="*/ 64 w 66"/>
                <a:gd name="T1" fmla="*/ 2 h 50"/>
                <a:gd name="T2" fmla="*/ 59 w 66"/>
                <a:gd name="T3" fmla="*/ 2 h 50"/>
                <a:gd name="T4" fmla="*/ 28 w 66"/>
                <a:gd name="T5" fmla="*/ 41 h 50"/>
                <a:gd name="T6" fmla="*/ 6 w 66"/>
                <a:gd name="T7" fmla="*/ 30 h 50"/>
                <a:gd name="T8" fmla="*/ 1 w 66"/>
                <a:gd name="T9" fmla="*/ 31 h 50"/>
                <a:gd name="T10" fmla="*/ 2 w 66"/>
                <a:gd name="T11" fmla="*/ 36 h 50"/>
                <a:gd name="T12" fmla="*/ 26 w 66"/>
                <a:gd name="T13" fmla="*/ 49 h 50"/>
                <a:gd name="T14" fmla="*/ 26 w 66"/>
                <a:gd name="T15" fmla="*/ 49 h 50"/>
                <a:gd name="T16" fmla="*/ 32 w 66"/>
                <a:gd name="T17" fmla="*/ 48 h 50"/>
                <a:gd name="T18" fmla="*/ 65 w 66"/>
                <a:gd name="T19" fmla="*/ 7 h 50"/>
                <a:gd name="T20" fmla="*/ 64 w 66"/>
                <a:gd name="T21"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 h="50">
                  <a:moveTo>
                    <a:pt x="64" y="2"/>
                  </a:moveTo>
                  <a:cubicBezTo>
                    <a:pt x="62" y="0"/>
                    <a:pt x="60" y="0"/>
                    <a:pt x="59" y="2"/>
                  </a:cubicBezTo>
                  <a:cubicBezTo>
                    <a:pt x="28" y="41"/>
                    <a:pt x="28" y="41"/>
                    <a:pt x="28" y="41"/>
                  </a:cubicBezTo>
                  <a:cubicBezTo>
                    <a:pt x="6" y="30"/>
                    <a:pt x="6" y="30"/>
                    <a:pt x="6" y="30"/>
                  </a:cubicBezTo>
                  <a:cubicBezTo>
                    <a:pt x="4" y="29"/>
                    <a:pt x="2" y="29"/>
                    <a:pt x="1" y="31"/>
                  </a:cubicBezTo>
                  <a:cubicBezTo>
                    <a:pt x="0" y="33"/>
                    <a:pt x="0" y="36"/>
                    <a:pt x="2" y="36"/>
                  </a:cubicBezTo>
                  <a:cubicBezTo>
                    <a:pt x="26" y="49"/>
                    <a:pt x="26" y="49"/>
                    <a:pt x="26" y="49"/>
                  </a:cubicBezTo>
                  <a:cubicBezTo>
                    <a:pt x="26" y="49"/>
                    <a:pt x="26" y="49"/>
                    <a:pt x="26" y="49"/>
                  </a:cubicBezTo>
                  <a:cubicBezTo>
                    <a:pt x="28" y="50"/>
                    <a:pt x="31" y="50"/>
                    <a:pt x="32" y="48"/>
                  </a:cubicBezTo>
                  <a:cubicBezTo>
                    <a:pt x="65" y="7"/>
                    <a:pt x="65" y="7"/>
                    <a:pt x="65" y="7"/>
                  </a:cubicBezTo>
                  <a:cubicBezTo>
                    <a:pt x="66" y="5"/>
                    <a:pt x="66" y="3"/>
                    <a:pt x="6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17"/>
            <p:cNvSpPr>
              <a:spLocks/>
            </p:cNvSpPr>
            <p:nvPr/>
          </p:nvSpPr>
          <p:spPr bwMode="auto">
            <a:xfrm>
              <a:off x="5899150" y="301625"/>
              <a:ext cx="55563" cy="26988"/>
            </a:xfrm>
            <a:custGeom>
              <a:avLst/>
              <a:gdLst>
                <a:gd name="T0" fmla="*/ 4 w 15"/>
                <a:gd name="T1" fmla="*/ 7 h 7"/>
                <a:gd name="T2" fmla="*/ 0 w 15"/>
                <a:gd name="T3" fmla="*/ 3 h 7"/>
                <a:gd name="T4" fmla="*/ 4 w 15"/>
                <a:gd name="T5" fmla="*/ 0 h 7"/>
                <a:gd name="T6" fmla="*/ 11 w 15"/>
                <a:gd name="T7" fmla="*/ 0 h 7"/>
                <a:gd name="T8" fmla="*/ 15 w 15"/>
                <a:gd name="T9" fmla="*/ 4 h 7"/>
                <a:gd name="T10" fmla="*/ 11 w 15"/>
                <a:gd name="T11" fmla="*/ 7 h 7"/>
                <a:gd name="T12" fmla="*/ 4 w 15"/>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15" h="7">
                  <a:moveTo>
                    <a:pt x="4" y="7"/>
                  </a:moveTo>
                  <a:cubicBezTo>
                    <a:pt x="2" y="7"/>
                    <a:pt x="0" y="5"/>
                    <a:pt x="0" y="3"/>
                  </a:cubicBezTo>
                  <a:cubicBezTo>
                    <a:pt x="0" y="1"/>
                    <a:pt x="2" y="0"/>
                    <a:pt x="4" y="0"/>
                  </a:cubicBezTo>
                  <a:cubicBezTo>
                    <a:pt x="11" y="0"/>
                    <a:pt x="11" y="0"/>
                    <a:pt x="11" y="0"/>
                  </a:cubicBezTo>
                  <a:cubicBezTo>
                    <a:pt x="13" y="0"/>
                    <a:pt x="15" y="1"/>
                    <a:pt x="15" y="4"/>
                  </a:cubicBezTo>
                  <a:cubicBezTo>
                    <a:pt x="15" y="6"/>
                    <a:pt x="13" y="7"/>
                    <a:pt x="11" y="7"/>
                  </a:cubicBezTo>
                  <a:lnTo>
                    <a:pt x="4"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18"/>
            <p:cNvSpPr>
              <a:spLocks/>
            </p:cNvSpPr>
            <p:nvPr/>
          </p:nvSpPr>
          <p:spPr bwMode="auto">
            <a:xfrm>
              <a:off x="5492750" y="293688"/>
              <a:ext cx="52388" cy="30163"/>
            </a:xfrm>
            <a:custGeom>
              <a:avLst/>
              <a:gdLst>
                <a:gd name="T0" fmla="*/ 4 w 14"/>
                <a:gd name="T1" fmla="*/ 8 h 8"/>
                <a:gd name="T2" fmla="*/ 0 w 14"/>
                <a:gd name="T3" fmla="*/ 4 h 8"/>
                <a:gd name="T4" fmla="*/ 4 w 14"/>
                <a:gd name="T5" fmla="*/ 0 h 8"/>
                <a:gd name="T6" fmla="*/ 11 w 14"/>
                <a:gd name="T7" fmla="*/ 0 h 8"/>
                <a:gd name="T8" fmla="*/ 14 w 14"/>
                <a:gd name="T9" fmla="*/ 4 h 8"/>
                <a:gd name="T10" fmla="*/ 11 w 14"/>
                <a:gd name="T11" fmla="*/ 8 h 8"/>
                <a:gd name="T12" fmla="*/ 4 w 14"/>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4" h="8">
                  <a:moveTo>
                    <a:pt x="4" y="8"/>
                  </a:moveTo>
                  <a:cubicBezTo>
                    <a:pt x="2" y="8"/>
                    <a:pt x="0" y="6"/>
                    <a:pt x="0" y="4"/>
                  </a:cubicBezTo>
                  <a:cubicBezTo>
                    <a:pt x="0" y="2"/>
                    <a:pt x="2" y="0"/>
                    <a:pt x="4" y="0"/>
                  </a:cubicBezTo>
                  <a:cubicBezTo>
                    <a:pt x="11" y="0"/>
                    <a:pt x="11" y="0"/>
                    <a:pt x="11" y="0"/>
                  </a:cubicBezTo>
                  <a:cubicBezTo>
                    <a:pt x="13" y="0"/>
                    <a:pt x="14" y="2"/>
                    <a:pt x="14" y="4"/>
                  </a:cubicBezTo>
                  <a:cubicBezTo>
                    <a:pt x="14" y="6"/>
                    <a:pt x="13" y="8"/>
                    <a:pt x="11" y="8"/>
                  </a:cubicBezTo>
                  <a:lnTo>
                    <a:pt x="4"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19"/>
            <p:cNvSpPr>
              <a:spLocks/>
            </p:cNvSpPr>
            <p:nvPr/>
          </p:nvSpPr>
          <p:spPr bwMode="auto">
            <a:xfrm>
              <a:off x="5707063" y="492125"/>
              <a:ext cx="30163" cy="53975"/>
            </a:xfrm>
            <a:custGeom>
              <a:avLst/>
              <a:gdLst>
                <a:gd name="T0" fmla="*/ 0 w 8"/>
                <a:gd name="T1" fmla="*/ 3 h 14"/>
                <a:gd name="T2" fmla="*/ 4 w 8"/>
                <a:gd name="T3" fmla="*/ 0 h 14"/>
                <a:gd name="T4" fmla="*/ 8 w 8"/>
                <a:gd name="T5" fmla="*/ 4 h 14"/>
                <a:gd name="T6" fmla="*/ 8 w 8"/>
                <a:gd name="T7" fmla="*/ 10 h 14"/>
                <a:gd name="T8" fmla="*/ 4 w 8"/>
                <a:gd name="T9" fmla="*/ 14 h 14"/>
                <a:gd name="T10" fmla="*/ 0 w 8"/>
                <a:gd name="T11" fmla="*/ 10 h 14"/>
                <a:gd name="T12" fmla="*/ 0 w 8"/>
                <a:gd name="T13" fmla="*/ 3 h 14"/>
              </a:gdLst>
              <a:ahLst/>
              <a:cxnLst>
                <a:cxn ang="0">
                  <a:pos x="T0" y="T1"/>
                </a:cxn>
                <a:cxn ang="0">
                  <a:pos x="T2" y="T3"/>
                </a:cxn>
                <a:cxn ang="0">
                  <a:pos x="T4" y="T5"/>
                </a:cxn>
                <a:cxn ang="0">
                  <a:pos x="T6" y="T7"/>
                </a:cxn>
                <a:cxn ang="0">
                  <a:pos x="T8" y="T9"/>
                </a:cxn>
                <a:cxn ang="0">
                  <a:pos x="T10" y="T11"/>
                </a:cxn>
                <a:cxn ang="0">
                  <a:pos x="T12" y="T13"/>
                </a:cxn>
              </a:cxnLst>
              <a:rect l="0" t="0" r="r" b="b"/>
              <a:pathLst>
                <a:path w="8" h="14">
                  <a:moveTo>
                    <a:pt x="0" y="3"/>
                  </a:moveTo>
                  <a:cubicBezTo>
                    <a:pt x="0" y="1"/>
                    <a:pt x="2" y="0"/>
                    <a:pt x="4" y="0"/>
                  </a:cubicBezTo>
                  <a:cubicBezTo>
                    <a:pt x="6" y="0"/>
                    <a:pt x="8" y="1"/>
                    <a:pt x="8" y="4"/>
                  </a:cubicBezTo>
                  <a:cubicBezTo>
                    <a:pt x="8" y="10"/>
                    <a:pt x="8" y="10"/>
                    <a:pt x="8" y="10"/>
                  </a:cubicBezTo>
                  <a:cubicBezTo>
                    <a:pt x="7" y="12"/>
                    <a:pt x="6" y="14"/>
                    <a:pt x="4" y="14"/>
                  </a:cubicBezTo>
                  <a:cubicBezTo>
                    <a:pt x="2" y="14"/>
                    <a:pt x="0" y="12"/>
                    <a:pt x="0" y="10"/>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20"/>
            <p:cNvSpPr>
              <a:spLocks/>
            </p:cNvSpPr>
            <p:nvPr/>
          </p:nvSpPr>
          <p:spPr bwMode="auto">
            <a:xfrm>
              <a:off x="5710238" y="76200"/>
              <a:ext cx="30163" cy="57150"/>
            </a:xfrm>
            <a:custGeom>
              <a:avLst/>
              <a:gdLst>
                <a:gd name="T0" fmla="*/ 0 w 8"/>
                <a:gd name="T1" fmla="*/ 4 h 15"/>
                <a:gd name="T2" fmla="*/ 4 w 8"/>
                <a:gd name="T3" fmla="*/ 0 h 15"/>
                <a:gd name="T4" fmla="*/ 8 w 8"/>
                <a:gd name="T5" fmla="*/ 4 h 15"/>
                <a:gd name="T6" fmla="*/ 8 w 8"/>
                <a:gd name="T7" fmla="*/ 11 h 15"/>
                <a:gd name="T8" fmla="*/ 4 w 8"/>
                <a:gd name="T9" fmla="*/ 15 h 15"/>
                <a:gd name="T10" fmla="*/ 0 w 8"/>
                <a:gd name="T11" fmla="*/ 11 h 15"/>
                <a:gd name="T12" fmla="*/ 0 w 8"/>
                <a:gd name="T13" fmla="*/ 4 h 15"/>
              </a:gdLst>
              <a:ahLst/>
              <a:cxnLst>
                <a:cxn ang="0">
                  <a:pos x="T0" y="T1"/>
                </a:cxn>
                <a:cxn ang="0">
                  <a:pos x="T2" y="T3"/>
                </a:cxn>
                <a:cxn ang="0">
                  <a:pos x="T4" y="T5"/>
                </a:cxn>
                <a:cxn ang="0">
                  <a:pos x="T6" y="T7"/>
                </a:cxn>
                <a:cxn ang="0">
                  <a:pos x="T8" y="T9"/>
                </a:cxn>
                <a:cxn ang="0">
                  <a:pos x="T10" y="T11"/>
                </a:cxn>
                <a:cxn ang="0">
                  <a:pos x="T12" y="T13"/>
                </a:cxn>
              </a:cxnLst>
              <a:rect l="0" t="0" r="r" b="b"/>
              <a:pathLst>
                <a:path w="8" h="15">
                  <a:moveTo>
                    <a:pt x="0" y="4"/>
                  </a:moveTo>
                  <a:cubicBezTo>
                    <a:pt x="0" y="2"/>
                    <a:pt x="2" y="0"/>
                    <a:pt x="4" y="0"/>
                  </a:cubicBezTo>
                  <a:cubicBezTo>
                    <a:pt x="6" y="0"/>
                    <a:pt x="8" y="2"/>
                    <a:pt x="8" y="4"/>
                  </a:cubicBezTo>
                  <a:cubicBezTo>
                    <a:pt x="8" y="11"/>
                    <a:pt x="8" y="11"/>
                    <a:pt x="8" y="11"/>
                  </a:cubicBezTo>
                  <a:cubicBezTo>
                    <a:pt x="8" y="13"/>
                    <a:pt x="6" y="15"/>
                    <a:pt x="4" y="15"/>
                  </a:cubicBezTo>
                  <a:cubicBezTo>
                    <a:pt x="2" y="15"/>
                    <a:pt x="0" y="13"/>
                    <a:pt x="0" y="11"/>
                  </a:cubicBezTo>
                  <a:lnTo>
                    <a:pt x="0"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37" name="矩形 36"/>
          <p:cNvSpPr/>
          <p:nvPr/>
        </p:nvSpPr>
        <p:spPr>
          <a:xfrm>
            <a:off x="1301857" y="3526562"/>
            <a:ext cx="1735809" cy="1052596"/>
          </a:xfrm>
          <a:prstGeom prst="rect">
            <a:avLst/>
          </a:prstGeom>
          <a:noFill/>
        </p:spPr>
        <p:txBody>
          <a:bodyPr wrap="square">
            <a:spAutoFit/>
          </a:bodyPr>
          <a:lstStyle/>
          <a:p>
            <a:pPr algn="just">
              <a:lnSpc>
                <a:spcPct val="130000"/>
              </a:lnSpc>
            </a:pPr>
            <a:r>
              <a:rPr lang="zh-CN" altLang="en-US" sz="1600" dirty="0">
                <a:solidFill>
                  <a:schemeClr val="bg1"/>
                </a:solidFill>
              </a:rPr>
              <a:t>添加内容添加内容添加内容添加内容添加内容</a:t>
            </a:r>
          </a:p>
        </p:txBody>
      </p:sp>
      <p:sp>
        <p:nvSpPr>
          <p:cNvPr id="38" name="矩形 37"/>
          <p:cNvSpPr/>
          <p:nvPr/>
        </p:nvSpPr>
        <p:spPr>
          <a:xfrm>
            <a:off x="3993608" y="3526562"/>
            <a:ext cx="1735809" cy="1052596"/>
          </a:xfrm>
          <a:prstGeom prst="rect">
            <a:avLst/>
          </a:prstGeom>
          <a:noFill/>
        </p:spPr>
        <p:txBody>
          <a:bodyPr wrap="square">
            <a:spAutoFit/>
          </a:bodyPr>
          <a:lstStyle/>
          <a:p>
            <a:pPr algn="just">
              <a:lnSpc>
                <a:spcPct val="130000"/>
              </a:lnSpc>
            </a:pPr>
            <a:r>
              <a:rPr lang="zh-CN" altLang="en-US" sz="1600" dirty="0">
                <a:solidFill>
                  <a:schemeClr val="bg1"/>
                </a:solidFill>
              </a:rPr>
              <a:t>添加内容添加内容添加内容添加内容添加内容</a:t>
            </a:r>
          </a:p>
        </p:txBody>
      </p:sp>
      <p:sp>
        <p:nvSpPr>
          <p:cNvPr id="39" name="矩形 38"/>
          <p:cNvSpPr/>
          <p:nvPr/>
        </p:nvSpPr>
        <p:spPr>
          <a:xfrm>
            <a:off x="6685359" y="3526562"/>
            <a:ext cx="1735809" cy="1052596"/>
          </a:xfrm>
          <a:prstGeom prst="rect">
            <a:avLst/>
          </a:prstGeom>
          <a:noFill/>
        </p:spPr>
        <p:txBody>
          <a:bodyPr wrap="square">
            <a:spAutoFit/>
          </a:bodyPr>
          <a:lstStyle/>
          <a:p>
            <a:pPr algn="just">
              <a:lnSpc>
                <a:spcPct val="130000"/>
              </a:lnSpc>
            </a:pPr>
            <a:r>
              <a:rPr lang="zh-CN" altLang="en-US" sz="1600" dirty="0">
                <a:solidFill>
                  <a:schemeClr val="bg1"/>
                </a:solidFill>
              </a:rPr>
              <a:t>添加内容添加内容添加内容添加内容添加内容</a:t>
            </a:r>
          </a:p>
        </p:txBody>
      </p:sp>
      <p:sp>
        <p:nvSpPr>
          <p:cNvPr id="40" name="矩形 39"/>
          <p:cNvSpPr/>
          <p:nvPr/>
        </p:nvSpPr>
        <p:spPr>
          <a:xfrm>
            <a:off x="9377111" y="3526562"/>
            <a:ext cx="1735809" cy="1052596"/>
          </a:xfrm>
          <a:prstGeom prst="rect">
            <a:avLst/>
          </a:prstGeom>
          <a:noFill/>
        </p:spPr>
        <p:txBody>
          <a:bodyPr wrap="square">
            <a:spAutoFit/>
          </a:bodyPr>
          <a:lstStyle/>
          <a:p>
            <a:pPr algn="just">
              <a:lnSpc>
                <a:spcPct val="130000"/>
              </a:lnSpc>
            </a:pPr>
            <a:r>
              <a:rPr lang="zh-CN" altLang="en-US" sz="1600" dirty="0">
                <a:solidFill>
                  <a:schemeClr val="bg1"/>
                </a:solidFill>
              </a:rPr>
              <a:t>添加内容添加内容添加内容添加内容添加内容</a:t>
            </a:r>
          </a:p>
        </p:txBody>
      </p:sp>
      <p:sp>
        <p:nvSpPr>
          <p:cNvPr id="42" name="椭圆 41"/>
          <p:cNvSpPr/>
          <p:nvPr/>
        </p:nvSpPr>
        <p:spPr>
          <a:xfrm>
            <a:off x="1868007" y="2459781"/>
            <a:ext cx="617426" cy="617426"/>
          </a:xfrm>
          <a:prstGeom prst="ellipse">
            <a:avLst/>
          </a:prstGeom>
          <a:gradFill flip="none" rotWithShape="1">
            <a:gsLst>
              <a:gs pos="0">
                <a:srgbClr val="B7B6B7"/>
              </a:gs>
              <a:gs pos="100000">
                <a:schemeClr val="bg1"/>
              </a:gs>
            </a:gsLst>
            <a:lin ang="18900000" scaled="1"/>
            <a:tileRect/>
          </a:gradFill>
          <a:ln>
            <a:noFill/>
          </a:ln>
          <a:effectLst>
            <a:outerShdw blurRad="254000" dist="50800" dir="2700000" sx="102000" sy="102000" algn="tl" rotWithShape="0">
              <a:prstClr val="black">
                <a:alpha val="32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2800" dirty="0">
                <a:solidFill>
                  <a:schemeClr val="tx1">
                    <a:lumMod val="65000"/>
                    <a:lumOff val="35000"/>
                  </a:schemeClr>
                </a:solidFill>
                <a:latin typeface="Impact" panose="020B0806030902050204" pitchFamily="34" charset="0"/>
              </a:rPr>
              <a:t>01</a:t>
            </a:r>
            <a:endParaRPr lang="zh-CN" altLang="en-US" sz="2800" dirty="0">
              <a:solidFill>
                <a:schemeClr val="tx1">
                  <a:lumMod val="65000"/>
                  <a:lumOff val="35000"/>
                </a:schemeClr>
              </a:solidFill>
              <a:latin typeface="Impact" panose="020B0806030902050204" pitchFamily="34" charset="0"/>
            </a:endParaRPr>
          </a:p>
        </p:txBody>
      </p:sp>
      <p:sp>
        <p:nvSpPr>
          <p:cNvPr id="43" name="椭圆 42"/>
          <p:cNvSpPr/>
          <p:nvPr/>
        </p:nvSpPr>
        <p:spPr>
          <a:xfrm>
            <a:off x="4557337" y="2459781"/>
            <a:ext cx="617426" cy="617426"/>
          </a:xfrm>
          <a:prstGeom prst="ellipse">
            <a:avLst/>
          </a:prstGeom>
          <a:gradFill flip="none" rotWithShape="1">
            <a:gsLst>
              <a:gs pos="0">
                <a:srgbClr val="B7B6B7"/>
              </a:gs>
              <a:gs pos="100000">
                <a:schemeClr val="bg1"/>
              </a:gs>
            </a:gsLst>
            <a:lin ang="18900000" scaled="1"/>
            <a:tileRect/>
          </a:gradFill>
          <a:ln>
            <a:noFill/>
          </a:ln>
          <a:effectLst>
            <a:outerShdw blurRad="254000" dist="50800" dir="2700000" sx="102000" sy="102000" algn="tl" rotWithShape="0">
              <a:prstClr val="black">
                <a:alpha val="32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2800" dirty="0">
                <a:solidFill>
                  <a:schemeClr val="tx1">
                    <a:lumMod val="65000"/>
                    <a:lumOff val="35000"/>
                  </a:schemeClr>
                </a:solidFill>
                <a:latin typeface="Impact" panose="020B0806030902050204" pitchFamily="34" charset="0"/>
              </a:rPr>
              <a:t>02</a:t>
            </a:r>
            <a:endParaRPr lang="zh-CN" altLang="en-US" sz="2800" dirty="0">
              <a:solidFill>
                <a:schemeClr val="tx1">
                  <a:lumMod val="65000"/>
                  <a:lumOff val="35000"/>
                </a:schemeClr>
              </a:solidFill>
              <a:latin typeface="Impact" panose="020B0806030902050204" pitchFamily="34" charset="0"/>
            </a:endParaRPr>
          </a:p>
        </p:txBody>
      </p:sp>
      <p:sp>
        <p:nvSpPr>
          <p:cNvPr id="44" name="椭圆 43"/>
          <p:cNvSpPr/>
          <p:nvPr/>
        </p:nvSpPr>
        <p:spPr>
          <a:xfrm>
            <a:off x="7246667" y="2459781"/>
            <a:ext cx="617426" cy="617426"/>
          </a:xfrm>
          <a:prstGeom prst="ellipse">
            <a:avLst/>
          </a:prstGeom>
          <a:gradFill flip="none" rotWithShape="1">
            <a:gsLst>
              <a:gs pos="0">
                <a:srgbClr val="B7B6B7"/>
              </a:gs>
              <a:gs pos="100000">
                <a:schemeClr val="bg1"/>
              </a:gs>
            </a:gsLst>
            <a:lin ang="18900000" scaled="1"/>
            <a:tileRect/>
          </a:gradFill>
          <a:ln>
            <a:noFill/>
          </a:ln>
          <a:effectLst>
            <a:outerShdw blurRad="254000" dist="50800" dir="2700000" sx="102000" sy="102000" algn="tl" rotWithShape="0">
              <a:prstClr val="black">
                <a:alpha val="32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2800" dirty="0">
                <a:solidFill>
                  <a:schemeClr val="tx1">
                    <a:lumMod val="65000"/>
                    <a:lumOff val="35000"/>
                  </a:schemeClr>
                </a:solidFill>
                <a:latin typeface="Impact" panose="020B0806030902050204" pitchFamily="34" charset="0"/>
              </a:rPr>
              <a:t>03</a:t>
            </a:r>
            <a:endParaRPr lang="zh-CN" altLang="en-US" sz="2800" dirty="0">
              <a:solidFill>
                <a:schemeClr val="tx1">
                  <a:lumMod val="65000"/>
                  <a:lumOff val="35000"/>
                </a:schemeClr>
              </a:solidFill>
              <a:latin typeface="Impact" panose="020B0806030902050204" pitchFamily="34" charset="0"/>
            </a:endParaRPr>
          </a:p>
        </p:txBody>
      </p:sp>
      <p:sp>
        <p:nvSpPr>
          <p:cNvPr id="45" name="椭圆 44"/>
          <p:cNvSpPr/>
          <p:nvPr/>
        </p:nvSpPr>
        <p:spPr>
          <a:xfrm>
            <a:off x="9935998" y="2459781"/>
            <a:ext cx="617426" cy="617426"/>
          </a:xfrm>
          <a:prstGeom prst="ellipse">
            <a:avLst/>
          </a:prstGeom>
          <a:gradFill flip="none" rotWithShape="1">
            <a:gsLst>
              <a:gs pos="0">
                <a:srgbClr val="B7B6B7"/>
              </a:gs>
              <a:gs pos="100000">
                <a:schemeClr val="bg1"/>
              </a:gs>
            </a:gsLst>
            <a:lin ang="18900000" scaled="1"/>
            <a:tileRect/>
          </a:gradFill>
          <a:ln>
            <a:noFill/>
          </a:ln>
          <a:effectLst>
            <a:outerShdw blurRad="254000" dist="50800" dir="2700000" sx="102000" sy="102000" algn="tl" rotWithShape="0">
              <a:prstClr val="black">
                <a:alpha val="32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2800" dirty="0">
                <a:solidFill>
                  <a:schemeClr val="tx1">
                    <a:lumMod val="65000"/>
                    <a:lumOff val="35000"/>
                  </a:schemeClr>
                </a:solidFill>
                <a:latin typeface="Impact" panose="020B0806030902050204" pitchFamily="34" charset="0"/>
              </a:rPr>
              <a:t>04</a:t>
            </a:r>
            <a:endParaRPr lang="zh-CN" altLang="en-US" sz="2800" dirty="0">
              <a:solidFill>
                <a:schemeClr val="tx1">
                  <a:lumMod val="65000"/>
                  <a:lumOff val="35000"/>
                </a:schemeClr>
              </a:solidFill>
              <a:latin typeface="Impact" panose="020B0806030902050204" pitchFamily="34" charset="0"/>
            </a:endParaRPr>
          </a:p>
        </p:txBody>
      </p:sp>
      <p:sp>
        <p:nvSpPr>
          <p:cNvPr id="46" name="文本框 45"/>
          <p:cNvSpPr txBox="1"/>
          <p:nvPr/>
        </p:nvSpPr>
        <p:spPr>
          <a:xfrm>
            <a:off x="9377111" y="1442596"/>
            <a:ext cx="1836000" cy="830997"/>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ctr">
              <a:lnSpc>
                <a:spcPct val="120000"/>
              </a:lnSpc>
            </a:pPr>
            <a:r>
              <a:rPr lang="zh-CN" altLang="en-US" sz="1600" dirty="0">
                <a:solidFill>
                  <a:schemeClr val="tx1">
                    <a:lumMod val="65000"/>
                    <a:lumOff val="35000"/>
                  </a:schemeClr>
                </a:solidFill>
              </a:rPr>
              <a:t>添加内容</a:t>
            </a:r>
          </a:p>
        </p:txBody>
      </p:sp>
      <p:sp>
        <p:nvSpPr>
          <p:cNvPr id="47" name="文本框 46"/>
          <p:cNvSpPr txBox="1"/>
          <p:nvPr/>
        </p:nvSpPr>
        <p:spPr>
          <a:xfrm>
            <a:off x="1283600" y="1442596"/>
            <a:ext cx="1836000" cy="830997"/>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ctr">
              <a:lnSpc>
                <a:spcPct val="120000"/>
              </a:lnSpc>
            </a:pPr>
            <a:r>
              <a:rPr lang="zh-CN" altLang="en-US" sz="1600" dirty="0">
                <a:solidFill>
                  <a:schemeClr val="tx1">
                    <a:lumMod val="65000"/>
                    <a:lumOff val="35000"/>
                  </a:schemeClr>
                </a:solidFill>
              </a:rPr>
              <a:t>添加内容</a:t>
            </a:r>
          </a:p>
        </p:txBody>
      </p:sp>
      <p:sp>
        <p:nvSpPr>
          <p:cNvPr id="48" name="文本框 47"/>
          <p:cNvSpPr txBox="1"/>
          <p:nvPr/>
        </p:nvSpPr>
        <p:spPr>
          <a:xfrm>
            <a:off x="3981437" y="1442596"/>
            <a:ext cx="1836000" cy="830997"/>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ctr">
              <a:lnSpc>
                <a:spcPct val="120000"/>
              </a:lnSpc>
            </a:pPr>
            <a:r>
              <a:rPr lang="zh-CN" altLang="en-US" sz="1600" dirty="0">
                <a:solidFill>
                  <a:schemeClr val="tx1">
                    <a:lumMod val="65000"/>
                    <a:lumOff val="35000"/>
                  </a:schemeClr>
                </a:solidFill>
              </a:rPr>
              <a:t>添加内容</a:t>
            </a:r>
          </a:p>
        </p:txBody>
      </p:sp>
      <p:sp>
        <p:nvSpPr>
          <p:cNvPr id="49" name="文本框 48"/>
          <p:cNvSpPr txBox="1"/>
          <p:nvPr/>
        </p:nvSpPr>
        <p:spPr>
          <a:xfrm>
            <a:off x="6679274" y="1442596"/>
            <a:ext cx="1836000" cy="830997"/>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ctr">
              <a:lnSpc>
                <a:spcPct val="120000"/>
              </a:lnSpc>
            </a:pPr>
            <a:r>
              <a:rPr lang="zh-CN" altLang="en-US" sz="1600" dirty="0">
                <a:solidFill>
                  <a:schemeClr val="tx1">
                    <a:lumMod val="65000"/>
                    <a:lumOff val="35000"/>
                  </a:schemeClr>
                </a:solidFill>
              </a:rPr>
              <a:t>添加内容</a:t>
            </a:r>
          </a:p>
        </p:txBody>
      </p:sp>
      <p:sp>
        <p:nvSpPr>
          <p:cNvPr id="50" name="矩形 39"/>
          <p:cNvSpPr/>
          <p:nvPr/>
        </p:nvSpPr>
        <p:spPr>
          <a:xfrm>
            <a:off x="0" y="203088"/>
            <a:ext cx="2492990" cy="523220"/>
          </a:xfrm>
          <a:prstGeom prst="rect">
            <a:avLst/>
          </a:prstGeom>
          <a:noFill/>
        </p:spPr>
        <p:txBody>
          <a:bodyPr wrap="none" rtlCol="0">
            <a:spAutoFit/>
          </a:bodyPr>
          <a:lstStyle/>
          <a:p>
            <a:r>
              <a:rPr lang="zh-CN" altLang="en-US" sz="2800" b="1" dirty="0">
                <a:solidFill>
                  <a:schemeClr val="tx1">
                    <a:lumMod val="65000"/>
                    <a:lumOff val="35000"/>
                  </a:schemeClr>
                </a:solidFill>
              </a:rPr>
              <a:t>四项递进</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486650766"/>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p:cNvGrpSpPr/>
          <p:nvPr/>
        </p:nvGrpSpPr>
        <p:grpSpPr>
          <a:xfrm>
            <a:off x="1972816" y="1860997"/>
            <a:ext cx="4167188" cy="2705100"/>
            <a:chOff x="1972816" y="1860997"/>
            <a:chExt cx="4167188" cy="2705100"/>
          </a:xfrm>
          <a:effectLst>
            <a:outerShdw blurRad="50800" dist="38100" dir="5400000" algn="t" rotWithShape="0">
              <a:prstClr val="black">
                <a:alpha val="40000"/>
              </a:prstClr>
            </a:outerShdw>
          </a:effectLst>
        </p:grpSpPr>
        <p:sp>
          <p:nvSpPr>
            <p:cNvPr id="7" name="Freeform 5"/>
            <p:cNvSpPr>
              <a:spLocks/>
            </p:cNvSpPr>
            <p:nvPr/>
          </p:nvSpPr>
          <p:spPr bwMode="auto">
            <a:xfrm>
              <a:off x="1972816" y="1860997"/>
              <a:ext cx="2330450" cy="2705100"/>
            </a:xfrm>
            <a:custGeom>
              <a:avLst/>
              <a:gdLst>
                <a:gd name="T0" fmla="*/ 0 w 1468"/>
                <a:gd name="T1" fmla="*/ 1582 h 1704"/>
                <a:gd name="T2" fmla="*/ 1317 w 1468"/>
                <a:gd name="T3" fmla="*/ 0 h 1704"/>
                <a:gd name="T4" fmla="*/ 1468 w 1468"/>
                <a:gd name="T5" fmla="*/ 329 h 1704"/>
                <a:gd name="T6" fmla="*/ 320 w 1468"/>
                <a:gd name="T7" fmla="*/ 1704 h 1704"/>
                <a:gd name="T8" fmla="*/ 0 w 1468"/>
                <a:gd name="T9" fmla="*/ 1582 h 1704"/>
              </a:gdLst>
              <a:ahLst/>
              <a:cxnLst>
                <a:cxn ang="0">
                  <a:pos x="T0" y="T1"/>
                </a:cxn>
                <a:cxn ang="0">
                  <a:pos x="T2" y="T3"/>
                </a:cxn>
                <a:cxn ang="0">
                  <a:pos x="T4" y="T5"/>
                </a:cxn>
                <a:cxn ang="0">
                  <a:pos x="T6" y="T7"/>
                </a:cxn>
                <a:cxn ang="0">
                  <a:pos x="T8" y="T9"/>
                </a:cxn>
              </a:cxnLst>
              <a:rect l="0" t="0" r="r" b="b"/>
              <a:pathLst>
                <a:path w="1468" h="1704">
                  <a:moveTo>
                    <a:pt x="0" y="1582"/>
                  </a:moveTo>
                  <a:lnTo>
                    <a:pt x="1317" y="0"/>
                  </a:lnTo>
                  <a:lnTo>
                    <a:pt x="1468" y="329"/>
                  </a:lnTo>
                  <a:lnTo>
                    <a:pt x="320" y="1704"/>
                  </a:lnTo>
                  <a:lnTo>
                    <a:pt x="0" y="1582"/>
                  </a:lnTo>
                  <a:close/>
                </a:path>
              </a:pathLst>
            </a:custGeom>
            <a:solidFill>
              <a:srgbClr val="FFB051"/>
            </a:solidFill>
            <a:ln w="3810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 name="Freeform 6"/>
            <p:cNvSpPr>
              <a:spLocks/>
            </p:cNvSpPr>
            <p:nvPr/>
          </p:nvSpPr>
          <p:spPr bwMode="auto">
            <a:xfrm>
              <a:off x="4063554" y="1860997"/>
              <a:ext cx="2076450" cy="1838325"/>
            </a:xfrm>
            <a:custGeom>
              <a:avLst/>
              <a:gdLst>
                <a:gd name="T0" fmla="*/ 151 w 1308"/>
                <a:gd name="T1" fmla="*/ 329 h 1158"/>
                <a:gd name="T2" fmla="*/ 0 w 1308"/>
                <a:gd name="T3" fmla="*/ 0 h 1158"/>
                <a:gd name="T4" fmla="*/ 1308 w 1308"/>
                <a:gd name="T5" fmla="*/ 960 h 1158"/>
                <a:gd name="T6" fmla="*/ 1299 w 1308"/>
                <a:gd name="T7" fmla="*/ 1158 h 1158"/>
                <a:gd name="T8" fmla="*/ 151 w 1308"/>
                <a:gd name="T9" fmla="*/ 329 h 1158"/>
              </a:gdLst>
              <a:ahLst/>
              <a:cxnLst>
                <a:cxn ang="0">
                  <a:pos x="T0" y="T1"/>
                </a:cxn>
                <a:cxn ang="0">
                  <a:pos x="T2" y="T3"/>
                </a:cxn>
                <a:cxn ang="0">
                  <a:pos x="T4" y="T5"/>
                </a:cxn>
                <a:cxn ang="0">
                  <a:pos x="T6" y="T7"/>
                </a:cxn>
                <a:cxn ang="0">
                  <a:pos x="T8" y="T9"/>
                </a:cxn>
              </a:cxnLst>
              <a:rect l="0" t="0" r="r" b="b"/>
              <a:pathLst>
                <a:path w="1308" h="1158">
                  <a:moveTo>
                    <a:pt x="151" y="329"/>
                  </a:moveTo>
                  <a:lnTo>
                    <a:pt x="0" y="0"/>
                  </a:lnTo>
                  <a:lnTo>
                    <a:pt x="1308" y="960"/>
                  </a:lnTo>
                  <a:lnTo>
                    <a:pt x="1299" y="1158"/>
                  </a:lnTo>
                  <a:lnTo>
                    <a:pt x="151" y="329"/>
                  </a:lnTo>
                  <a:close/>
                </a:path>
              </a:pathLst>
            </a:custGeom>
            <a:solidFill>
              <a:srgbClr val="FF8900"/>
            </a:solidFill>
            <a:ln w="3810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 name="Freeform 7"/>
            <p:cNvSpPr>
              <a:spLocks/>
            </p:cNvSpPr>
            <p:nvPr/>
          </p:nvSpPr>
          <p:spPr bwMode="auto">
            <a:xfrm>
              <a:off x="2480816" y="2383285"/>
              <a:ext cx="3644900" cy="2182812"/>
            </a:xfrm>
            <a:custGeom>
              <a:avLst/>
              <a:gdLst>
                <a:gd name="T0" fmla="*/ 0 w 2296"/>
                <a:gd name="T1" fmla="*/ 1375 h 1375"/>
                <a:gd name="T2" fmla="*/ 1148 w 2296"/>
                <a:gd name="T3" fmla="*/ 0 h 1375"/>
                <a:gd name="T4" fmla="*/ 2296 w 2296"/>
                <a:gd name="T5" fmla="*/ 829 h 1375"/>
                <a:gd name="T6" fmla="*/ 0 w 2296"/>
                <a:gd name="T7" fmla="*/ 1375 h 1375"/>
              </a:gdLst>
              <a:ahLst/>
              <a:cxnLst>
                <a:cxn ang="0">
                  <a:pos x="T0" y="T1"/>
                </a:cxn>
                <a:cxn ang="0">
                  <a:pos x="T2" y="T3"/>
                </a:cxn>
                <a:cxn ang="0">
                  <a:pos x="T4" y="T5"/>
                </a:cxn>
                <a:cxn ang="0">
                  <a:pos x="T6" y="T7"/>
                </a:cxn>
              </a:cxnLst>
              <a:rect l="0" t="0" r="r" b="b"/>
              <a:pathLst>
                <a:path w="2296" h="1375">
                  <a:moveTo>
                    <a:pt x="0" y="1375"/>
                  </a:moveTo>
                  <a:lnTo>
                    <a:pt x="1148" y="0"/>
                  </a:lnTo>
                  <a:lnTo>
                    <a:pt x="2296" y="829"/>
                  </a:lnTo>
                  <a:lnTo>
                    <a:pt x="0" y="1375"/>
                  </a:lnTo>
                  <a:close/>
                </a:path>
              </a:pathLst>
            </a:custGeom>
            <a:solidFill>
              <a:srgbClr val="D87600"/>
            </a:solidFill>
            <a:ln w="3810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3" name="组合 2"/>
          <p:cNvGrpSpPr/>
          <p:nvPr/>
        </p:nvGrpSpPr>
        <p:grpSpPr>
          <a:xfrm>
            <a:off x="2853879" y="2772222"/>
            <a:ext cx="3195637" cy="2108200"/>
            <a:chOff x="2853879" y="2772222"/>
            <a:chExt cx="3195637" cy="2108200"/>
          </a:xfrm>
          <a:effectLst>
            <a:outerShdw blurRad="50800" dist="38100" dir="5400000" algn="t" rotWithShape="0">
              <a:prstClr val="black">
                <a:alpha val="40000"/>
              </a:prstClr>
            </a:outerShdw>
          </a:effectLst>
        </p:grpSpPr>
        <p:sp>
          <p:nvSpPr>
            <p:cNvPr id="10" name="Freeform 8"/>
            <p:cNvSpPr>
              <a:spLocks/>
            </p:cNvSpPr>
            <p:nvPr/>
          </p:nvSpPr>
          <p:spPr bwMode="auto">
            <a:xfrm>
              <a:off x="2853879" y="2772222"/>
              <a:ext cx="1822450" cy="2108200"/>
            </a:xfrm>
            <a:custGeom>
              <a:avLst/>
              <a:gdLst>
                <a:gd name="T0" fmla="*/ 0 w 1148"/>
                <a:gd name="T1" fmla="*/ 1215 h 1328"/>
                <a:gd name="T2" fmla="*/ 1007 w 1148"/>
                <a:gd name="T3" fmla="*/ 0 h 1328"/>
                <a:gd name="T4" fmla="*/ 1148 w 1148"/>
                <a:gd name="T5" fmla="*/ 292 h 1328"/>
                <a:gd name="T6" fmla="*/ 292 w 1148"/>
                <a:gd name="T7" fmla="*/ 1328 h 1328"/>
                <a:gd name="T8" fmla="*/ 0 w 1148"/>
                <a:gd name="T9" fmla="*/ 1215 h 1328"/>
              </a:gdLst>
              <a:ahLst/>
              <a:cxnLst>
                <a:cxn ang="0">
                  <a:pos x="T0" y="T1"/>
                </a:cxn>
                <a:cxn ang="0">
                  <a:pos x="T2" y="T3"/>
                </a:cxn>
                <a:cxn ang="0">
                  <a:pos x="T4" y="T5"/>
                </a:cxn>
                <a:cxn ang="0">
                  <a:pos x="T6" y="T7"/>
                </a:cxn>
                <a:cxn ang="0">
                  <a:pos x="T8" y="T9"/>
                </a:cxn>
              </a:cxnLst>
              <a:rect l="0" t="0" r="r" b="b"/>
              <a:pathLst>
                <a:path w="1148" h="1328">
                  <a:moveTo>
                    <a:pt x="0" y="1215"/>
                  </a:moveTo>
                  <a:lnTo>
                    <a:pt x="1007" y="0"/>
                  </a:lnTo>
                  <a:lnTo>
                    <a:pt x="1148" y="292"/>
                  </a:lnTo>
                  <a:lnTo>
                    <a:pt x="292" y="1328"/>
                  </a:lnTo>
                  <a:lnTo>
                    <a:pt x="0" y="1215"/>
                  </a:lnTo>
                  <a:close/>
                </a:path>
              </a:pathLst>
            </a:custGeom>
            <a:solidFill>
              <a:srgbClr val="C1DF5F"/>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 name="Freeform 9"/>
            <p:cNvSpPr>
              <a:spLocks/>
            </p:cNvSpPr>
            <p:nvPr/>
          </p:nvSpPr>
          <p:spPr bwMode="auto">
            <a:xfrm>
              <a:off x="4452491" y="2772222"/>
              <a:ext cx="1597025" cy="1450975"/>
            </a:xfrm>
            <a:custGeom>
              <a:avLst/>
              <a:gdLst>
                <a:gd name="T0" fmla="*/ 0 w 1006"/>
                <a:gd name="T1" fmla="*/ 0 h 914"/>
                <a:gd name="T2" fmla="*/ 141 w 1006"/>
                <a:gd name="T3" fmla="*/ 292 h 914"/>
                <a:gd name="T4" fmla="*/ 997 w 1006"/>
                <a:gd name="T5" fmla="*/ 914 h 914"/>
                <a:gd name="T6" fmla="*/ 1006 w 1006"/>
                <a:gd name="T7" fmla="*/ 735 h 914"/>
                <a:gd name="T8" fmla="*/ 0 w 1006"/>
                <a:gd name="T9" fmla="*/ 0 h 914"/>
              </a:gdLst>
              <a:ahLst/>
              <a:cxnLst>
                <a:cxn ang="0">
                  <a:pos x="T0" y="T1"/>
                </a:cxn>
                <a:cxn ang="0">
                  <a:pos x="T2" y="T3"/>
                </a:cxn>
                <a:cxn ang="0">
                  <a:pos x="T4" y="T5"/>
                </a:cxn>
                <a:cxn ang="0">
                  <a:pos x="T6" y="T7"/>
                </a:cxn>
                <a:cxn ang="0">
                  <a:pos x="T8" y="T9"/>
                </a:cxn>
              </a:cxnLst>
              <a:rect l="0" t="0" r="r" b="b"/>
              <a:pathLst>
                <a:path w="1006" h="914">
                  <a:moveTo>
                    <a:pt x="0" y="0"/>
                  </a:moveTo>
                  <a:lnTo>
                    <a:pt x="141" y="292"/>
                  </a:lnTo>
                  <a:lnTo>
                    <a:pt x="997" y="914"/>
                  </a:lnTo>
                  <a:lnTo>
                    <a:pt x="1006" y="735"/>
                  </a:lnTo>
                  <a:lnTo>
                    <a:pt x="0" y="0"/>
                  </a:lnTo>
                  <a:close/>
                </a:path>
              </a:pathLst>
            </a:custGeom>
            <a:solidFill>
              <a:srgbClr val="9FC628"/>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 name="Freeform 10"/>
            <p:cNvSpPr>
              <a:spLocks/>
            </p:cNvSpPr>
            <p:nvPr/>
          </p:nvSpPr>
          <p:spPr bwMode="auto">
            <a:xfrm>
              <a:off x="3317429" y="3235772"/>
              <a:ext cx="2717800" cy="1644650"/>
            </a:xfrm>
            <a:custGeom>
              <a:avLst/>
              <a:gdLst>
                <a:gd name="T0" fmla="*/ 0 w 1712"/>
                <a:gd name="T1" fmla="*/ 1036 h 1036"/>
                <a:gd name="T2" fmla="*/ 856 w 1712"/>
                <a:gd name="T3" fmla="*/ 0 h 1036"/>
                <a:gd name="T4" fmla="*/ 1712 w 1712"/>
                <a:gd name="T5" fmla="*/ 622 h 1036"/>
                <a:gd name="T6" fmla="*/ 0 w 1712"/>
                <a:gd name="T7" fmla="*/ 1036 h 1036"/>
              </a:gdLst>
              <a:ahLst/>
              <a:cxnLst>
                <a:cxn ang="0">
                  <a:pos x="T0" y="T1"/>
                </a:cxn>
                <a:cxn ang="0">
                  <a:pos x="T2" y="T3"/>
                </a:cxn>
                <a:cxn ang="0">
                  <a:pos x="T4" y="T5"/>
                </a:cxn>
                <a:cxn ang="0">
                  <a:pos x="T6" y="T7"/>
                </a:cxn>
              </a:cxnLst>
              <a:rect l="0" t="0" r="r" b="b"/>
              <a:pathLst>
                <a:path w="1712" h="1036">
                  <a:moveTo>
                    <a:pt x="0" y="1036"/>
                  </a:moveTo>
                  <a:lnTo>
                    <a:pt x="856" y="0"/>
                  </a:lnTo>
                  <a:lnTo>
                    <a:pt x="1712" y="622"/>
                  </a:lnTo>
                  <a:lnTo>
                    <a:pt x="0" y="1036"/>
                  </a:lnTo>
                  <a:close/>
                </a:path>
              </a:pathLst>
            </a:custGeom>
            <a:solidFill>
              <a:srgbClr val="86A521"/>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9" name="组合 18"/>
          <p:cNvGrpSpPr/>
          <p:nvPr/>
        </p:nvGrpSpPr>
        <p:grpSpPr>
          <a:xfrm>
            <a:off x="3779391" y="3669160"/>
            <a:ext cx="2270126" cy="1539875"/>
            <a:chOff x="3354388" y="4094163"/>
            <a:chExt cx="2270126" cy="1539875"/>
          </a:xfrm>
          <a:effectLst>
            <a:outerShdw blurRad="50800" dist="38100" dir="5400000" algn="t" rotWithShape="0">
              <a:prstClr val="black">
                <a:alpha val="40000"/>
              </a:prstClr>
            </a:outerShdw>
          </a:effectLst>
        </p:grpSpPr>
        <p:sp>
          <p:nvSpPr>
            <p:cNvPr id="13" name="Freeform 11"/>
            <p:cNvSpPr>
              <a:spLocks/>
            </p:cNvSpPr>
            <p:nvPr/>
          </p:nvSpPr>
          <p:spPr bwMode="auto">
            <a:xfrm>
              <a:off x="3354388" y="4094163"/>
              <a:ext cx="1360488" cy="1539875"/>
            </a:xfrm>
            <a:custGeom>
              <a:avLst/>
              <a:gdLst>
                <a:gd name="T0" fmla="*/ 0 w 857"/>
                <a:gd name="T1" fmla="*/ 867 h 970"/>
                <a:gd name="T2" fmla="*/ 715 w 857"/>
                <a:gd name="T3" fmla="*/ 0 h 970"/>
                <a:gd name="T4" fmla="*/ 857 w 857"/>
                <a:gd name="T5" fmla="*/ 292 h 970"/>
                <a:gd name="T6" fmla="*/ 292 w 857"/>
                <a:gd name="T7" fmla="*/ 970 h 970"/>
                <a:gd name="T8" fmla="*/ 0 w 857"/>
                <a:gd name="T9" fmla="*/ 867 h 970"/>
              </a:gdLst>
              <a:ahLst/>
              <a:cxnLst>
                <a:cxn ang="0">
                  <a:pos x="T0" y="T1"/>
                </a:cxn>
                <a:cxn ang="0">
                  <a:pos x="T2" y="T3"/>
                </a:cxn>
                <a:cxn ang="0">
                  <a:pos x="T4" y="T5"/>
                </a:cxn>
                <a:cxn ang="0">
                  <a:pos x="T6" y="T7"/>
                </a:cxn>
                <a:cxn ang="0">
                  <a:pos x="T8" y="T9"/>
                </a:cxn>
              </a:cxnLst>
              <a:rect l="0" t="0" r="r" b="b"/>
              <a:pathLst>
                <a:path w="857" h="970">
                  <a:moveTo>
                    <a:pt x="0" y="867"/>
                  </a:moveTo>
                  <a:lnTo>
                    <a:pt x="715" y="0"/>
                  </a:lnTo>
                  <a:lnTo>
                    <a:pt x="857" y="292"/>
                  </a:lnTo>
                  <a:lnTo>
                    <a:pt x="292" y="970"/>
                  </a:lnTo>
                  <a:lnTo>
                    <a:pt x="0" y="867"/>
                  </a:lnTo>
                  <a:close/>
                </a:path>
              </a:pathLst>
            </a:custGeom>
            <a:solidFill>
              <a:srgbClr val="9B90C2"/>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 name="Freeform 12"/>
            <p:cNvSpPr>
              <a:spLocks/>
            </p:cNvSpPr>
            <p:nvPr/>
          </p:nvSpPr>
          <p:spPr bwMode="auto">
            <a:xfrm>
              <a:off x="4489451" y="4094163"/>
              <a:ext cx="1135063" cy="1106487"/>
            </a:xfrm>
            <a:custGeom>
              <a:avLst/>
              <a:gdLst>
                <a:gd name="T0" fmla="*/ 0 w 715"/>
                <a:gd name="T1" fmla="*/ 0 h 697"/>
                <a:gd name="T2" fmla="*/ 142 w 715"/>
                <a:gd name="T3" fmla="*/ 292 h 697"/>
                <a:gd name="T4" fmla="*/ 706 w 715"/>
                <a:gd name="T5" fmla="*/ 697 h 697"/>
                <a:gd name="T6" fmla="*/ 715 w 715"/>
                <a:gd name="T7" fmla="*/ 528 h 697"/>
                <a:gd name="T8" fmla="*/ 0 w 715"/>
                <a:gd name="T9" fmla="*/ 0 h 697"/>
              </a:gdLst>
              <a:ahLst/>
              <a:cxnLst>
                <a:cxn ang="0">
                  <a:pos x="T0" y="T1"/>
                </a:cxn>
                <a:cxn ang="0">
                  <a:pos x="T2" y="T3"/>
                </a:cxn>
                <a:cxn ang="0">
                  <a:pos x="T4" y="T5"/>
                </a:cxn>
                <a:cxn ang="0">
                  <a:pos x="T6" y="T7"/>
                </a:cxn>
                <a:cxn ang="0">
                  <a:pos x="T8" y="T9"/>
                </a:cxn>
              </a:cxnLst>
              <a:rect l="0" t="0" r="r" b="b"/>
              <a:pathLst>
                <a:path w="715" h="697">
                  <a:moveTo>
                    <a:pt x="0" y="0"/>
                  </a:moveTo>
                  <a:lnTo>
                    <a:pt x="142" y="292"/>
                  </a:lnTo>
                  <a:lnTo>
                    <a:pt x="706" y="697"/>
                  </a:lnTo>
                  <a:lnTo>
                    <a:pt x="715" y="528"/>
                  </a:lnTo>
                  <a:lnTo>
                    <a:pt x="0" y="0"/>
                  </a:lnTo>
                  <a:close/>
                </a:path>
              </a:pathLst>
            </a:custGeom>
            <a:solidFill>
              <a:srgbClr val="6D5DA5"/>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 name="Freeform 13"/>
            <p:cNvSpPr>
              <a:spLocks/>
            </p:cNvSpPr>
            <p:nvPr/>
          </p:nvSpPr>
          <p:spPr bwMode="auto">
            <a:xfrm>
              <a:off x="3817938" y="4557713"/>
              <a:ext cx="1792288" cy="1076325"/>
            </a:xfrm>
            <a:custGeom>
              <a:avLst/>
              <a:gdLst>
                <a:gd name="T0" fmla="*/ 0 w 1129"/>
                <a:gd name="T1" fmla="*/ 678 h 678"/>
                <a:gd name="T2" fmla="*/ 565 w 1129"/>
                <a:gd name="T3" fmla="*/ 0 h 678"/>
                <a:gd name="T4" fmla="*/ 1129 w 1129"/>
                <a:gd name="T5" fmla="*/ 405 h 678"/>
                <a:gd name="T6" fmla="*/ 0 w 1129"/>
                <a:gd name="T7" fmla="*/ 678 h 678"/>
              </a:gdLst>
              <a:ahLst/>
              <a:cxnLst>
                <a:cxn ang="0">
                  <a:pos x="T0" y="T1"/>
                </a:cxn>
                <a:cxn ang="0">
                  <a:pos x="T2" y="T3"/>
                </a:cxn>
                <a:cxn ang="0">
                  <a:pos x="T4" y="T5"/>
                </a:cxn>
                <a:cxn ang="0">
                  <a:pos x="T6" y="T7"/>
                </a:cxn>
              </a:cxnLst>
              <a:rect l="0" t="0" r="r" b="b"/>
              <a:pathLst>
                <a:path w="1129" h="678">
                  <a:moveTo>
                    <a:pt x="0" y="678"/>
                  </a:moveTo>
                  <a:lnTo>
                    <a:pt x="565" y="0"/>
                  </a:lnTo>
                  <a:lnTo>
                    <a:pt x="1129" y="405"/>
                  </a:lnTo>
                  <a:lnTo>
                    <a:pt x="0" y="678"/>
                  </a:lnTo>
                  <a:close/>
                </a:path>
              </a:pathLst>
            </a:custGeom>
            <a:solidFill>
              <a:srgbClr val="5B4E8C"/>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8" name="组合 17"/>
          <p:cNvGrpSpPr/>
          <p:nvPr/>
        </p:nvGrpSpPr>
        <p:grpSpPr>
          <a:xfrm>
            <a:off x="4631879" y="4551810"/>
            <a:ext cx="1358900" cy="1285875"/>
            <a:chOff x="4206876" y="4976813"/>
            <a:chExt cx="1358900" cy="1285875"/>
          </a:xfrm>
          <a:effectLst>
            <a:outerShdw blurRad="50800" dist="38100" dir="5400000" algn="t" rotWithShape="0">
              <a:prstClr val="black">
                <a:alpha val="40000"/>
              </a:prstClr>
            </a:outerShdw>
          </a:effectLst>
        </p:grpSpPr>
        <p:sp>
          <p:nvSpPr>
            <p:cNvPr id="16" name="Freeform 14"/>
            <p:cNvSpPr>
              <a:spLocks/>
            </p:cNvSpPr>
            <p:nvPr/>
          </p:nvSpPr>
          <p:spPr bwMode="auto">
            <a:xfrm>
              <a:off x="4206876" y="4976813"/>
              <a:ext cx="1284288" cy="1285875"/>
            </a:xfrm>
            <a:custGeom>
              <a:avLst/>
              <a:gdLst>
                <a:gd name="T0" fmla="*/ 423 w 809"/>
                <a:gd name="T1" fmla="*/ 0 h 810"/>
                <a:gd name="T2" fmla="*/ 0 w 809"/>
                <a:gd name="T3" fmla="*/ 508 h 810"/>
                <a:gd name="T4" fmla="*/ 809 w 809"/>
                <a:gd name="T5" fmla="*/ 810 h 810"/>
                <a:gd name="T6" fmla="*/ 423 w 809"/>
                <a:gd name="T7" fmla="*/ 0 h 810"/>
              </a:gdLst>
              <a:ahLst/>
              <a:cxnLst>
                <a:cxn ang="0">
                  <a:pos x="T0" y="T1"/>
                </a:cxn>
                <a:cxn ang="0">
                  <a:pos x="T2" y="T3"/>
                </a:cxn>
                <a:cxn ang="0">
                  <a:pos x="T4" y="T5"/>
                </a:cxn>
                <a:cxn ang="0">
                  <a:pos x="T6" y="T7"/>
                </a:cxn>
              </a:cxnLst>
              <a:rect l="0" t="0" r="r" b="b"/>
              <a:pathLst>
                <a:path w="809" h="810">
                  <a:moveTo>
                    <a:pt x="423" y="0"/>
                  </a:moveTo>
                  <a:lnTo>
                    <a:pt x="0" y="508"/>
                  </a:lnTo>
                  <a:lnTo>
                    <a:pt x="809" y="810"/>
                  </a:lnTo>
                  <a:lnTo>
                    <a:pt x="423" y="0"/>
                  </a:lnTo>
                  <a:close/>
                </a:path>
              </a:pathLst>
            </a:custGeom>
            <a:solidFill>
              <a:srgbClr val="29A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5"/>
            <p:cNvSpPr>
              <a:spLocks/>
            </p:cNvSpPr>
            <p:nvPr/>
          </p:nvSpPr>
          <p:spPr bwMode="auto">
            <a:xfrm>
              <a:off x="4878388" y="4976813"/>
              <a:ext cx="687388" cy="1285875"/>
            </a:xfrm>
            <a:custGeom>
              <a:avLst/>
              <a:gdLst>
                <a:gd name="T0" fmla="*/ 0 w 433"/>
                <a:gd name="T1" fmla="*/ 0 h 810"/>
                <a:gd name="T2" fmla="*/ 386 w 433"/>
                <a:gd name="T3" fmla="*/ 810 h 810"/>
                <a:gd name="T4" fmla="*/ 433 w 433"/>
                <a:gd name="T5" fmla="*/ 301 h 810"/>
                <a:gd name="T6" fmla="*/ 0 w 433"/>
                <a:gd name="T7" fmla="*/ 0 h 810"/>
              </a:gdLst>
              <a:ahLst/>
              <a:cxnLst>
                <a:cxn ang="0">
                  <a:pos x="T0" y="T1"/>
                </a:cxn>
                <a:cxn ang="0">
                  <a:pos x="T2" y="T3"/>
                </a:cxn>
                <a:cxn ang="0">
                  <a:pos x="T4" y="T5"/>
                </a:cxn>
                <a:cxn ang="0">
                  <a:pos x="T6" y="T7"/>
                </a:cxn>
              </a:cxnLst>
              <a:rect l="0" t="0" r="r" b="b"/>
              <a:pathLst>
                <a:path w="433" h="810">
                  <a:moveTo>
                    <a:pt x="0" y="0"/>
                  </a:moveTo>
                  <a:lnTo>
                    <a:pt x="386" y="810"/>
                  </a:lnTo>
                  <a:lnTo>
                    <a:pt x="433" y="301"/>
                  </a:lnTo>
                  <a:lnTo>
                    <a:pt x="0" y="0"/>
                  </a:lnTo>
                  <a:close/>
                </a:path>
              </a:pathLst>
            </a:custGeom>
            <a:solidFill>
              <a:srgbClr val="007B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4" name="文本框 23"/>
          <p:cNvSpPr txBox="1"/>
          <p:nvPr/>
        </p:nvSpPr>
        <p:spPr>
          <a:xfrm>
            <a:off x="6706741" y="1552288"/>
            <a:ext cx="2856518" cy="830997"/>
          </a:xfrm>
          <a:prstGeom prst="rect">
            <a:avLst/>
          </a:prstGeom>
          <a:noFill/>
        </p:spPr>
        <p:txBody>
          <a:bodyPr wrap="square" rtlCol="0">
            <a:spAutoFit/>
          </a:bodyPr>
          <a:lstStyle/>
          <a:p>
            <a:pPr>
              <a:lnSpc>
                <a:spcPct val="120000"/>
              </a:lnSpc>
            </a:pPr>
            <a:r>
              <a:rPr lang="zh-CN" altLang="en-US" sz="2400" b="1" dirty="0">
                <a:solidFill>
                  <a:srgbClr val="FF8900"/>
                </a:solidFill>
              </a:rPr>
              <a:t>添加标题</a:t>
            </a:r>
            <a:endParaRPr lang="en-US" altLang="zh-CN" sz="2400" b="1" dirty="0">
              <a:solidFill>
                <a:srgbClr val="FF8900"/>
              </a:solidFill>
            </a:endParaRPr>
          </a:p>
          <a:p>
            <a:pPr>
              <a:lnSpc>
                <a:spcPct val="120000"/>
              </a:lnSpc>
            </a:pPr>
            <a:r>
              <a:rPr lang="zh-CN" altLang="en-US" sz="1600" dirty="0">
                <a:solidFill>
                  <a:schemeClr val="tx1">
                    <a:lumMod val="65000"/>
                    <a:lumOff val="35000"/>
                  </a:schemeClr>
                </a:solidFill>
              </a:rPr>
              <a:t>添加内容添加内容</a:t>
            </a:r>
          </a:p>
        </p:txBody>
      </p:sp>
      <p:sp>
        <p:nvSpPr>
          <p:cNvPr id="25" name="文本框 24"/>
          <p:cNvSpPr txBox="1"/>
          <p:nvPr/>
        </p:nvSpPr>
        <p:spPr>
          <a:xfrm>
            <a:off x="6706741" y="2739490"/>
            <a:ext cx="2856518" cy="830997"/>
          </a:xfrm>
          <a:prstGeom prst="rect">
            <a:avLst/>
          </a:prstGeom>
          <a:noFill/>
        </p:spPr>
        <p:txBody>
          <a:bodyPr wrap="square" rtlCol="0">
            <a:spAutoFit/>
          </a:bodyPr>
          <a:lstStyle/>
          <a:p>
            <a:pPr>
              <a:lnSpc>
                <a:spcPct val="120000"/>
              </a:lnSpc>
            </a:pPr>
            <a:r>
              <a:rPr lang="zh-CN" altLang="en-US" sz="2400" b="1" dirty="0">
                <a:solidFill>
                  <a:srgbClr val="9FC628"/>
                </a:solidFill>
              </a:rPr>
              <a:t>添加标题</a:t>
            </a:r>
            <a:endParaRPr lang="en-US" altLang="zh-CN" sz="2400" b="1" dirty="0">
              <a:solidFill>
                <a:srgbClr val="9FC628"/>
              </a:solidFill>
            </a:endParaRPr>
          </a:p>
          <a:p>
            <a:pPr>
              <a:lnSpc>
                <a:spcPct val="120000"/>
              </a:lnSpc>
            </a:pPr>
            <a:r>
              <a:rPr lang="zh-CN" altLang="en-US" sz="1600" dirty="0">
                <a:solidFill>
                  <a:schemeClr val="tx1">
                    <a:lumMod val="65000"/>
                    <a:lumOff val="35000"/>
                  </a:schemeClr>
                </a:solidFill>
              </a:rPr>
              <a:t>添加内容添加内容</a:t>
            </a:r>
          </a:p>
        </p:txBody>
      </p:sp>
      <p:sp>
        <p:nvSpPr>
          <p:cNvPr id="26" name="文本框 25"/>
          <p:cNvSpPr txBox="1"/>
          <p:nvPr/>
        </p:nvSpPr>
        <p:spPr>
          <a:xfrm>
            <a:off x="6706741" y="3937258"/>
            <a:ext cx="2856518" cy="830997"/>
          </a:xfrm>
          <a:prstGeom prst="rect">
            <a:avLst/>
          </a:prstGeom>
          <a:noFill/>
        </p:spPr>
        <p:txBody>
          <a:bodyPr wrap="square" rtlCol="0">
            <a:spAutoFit/>
          </a:bodyPr>
          <a:lstStyle/>
          <a:p>
            <a:pPr>
              <a:lnSpc>
                <a:spcPct val="120000"/>
              </a:lnSpc>
            </a:pPr>
            <a:r>
              <a:rPr lang="zh-CN" altLang="en-US" sz="2400" b="1" dirty="0">
                <a:solidFill>
                  <a:srgbClr val="6D5DA5"/>
                </a:solidFill>
              </a:rPr>
              <a:t>添加标题</a:t>
            </a:r>
            <a:endParaRPr lang="en-US" altLang="zh-CN" sz="2400" b="1" dirty="0">
              <a:solidFill>
                <a:srgbClr val="6D5DA5"/>
              </a:solidFill>
            </a:endParaRPr>
          </a:p>
          <a:p>
            <a:pPr>
              <a:lnSpc>
                <a:spcPct val="120000"/>
              </a:lnSpc>
            </a:pPr>
            <a:r>
              <a:rPr lang="zh-CN" altLang="en-US" sz="1600" dirty="0">
                <a:solidFill>
                  <a:schemeClr val="tx1">
                    <a:lumMod val="65000"/>
                    <a:lumOff val="35000"/>
                  </a:schemeClr>
                </a:solidFill>
              </a:rPr>
              <a:t>添加内容添加内容</a:t>
            </a:r>
          </a:p>
        </p:txBody>
      </p:sp>
      <p:sp>
        <p:nvSpPr>
          <p:cNvPr id="27" name="文本框 26"/>
          <p:cNvSpPr txBox="1"/>
          <p:nvPr/>
        </p:nvSpPr>
        <p:spPr>
          <a:xfrm>
            <a:off x="6706741" y="5135027"/>
            <a:ext cx="2856518" cy="830997"/>
          </a:xfrm>
          <a:prstGeom prst="rect">
            <a:avLst/>
          </a:prstGeom>
          <a:noFill/>
        </p:spPr>
        <p:txBody>
          <a:bodyPr wrap="square" rtlCol="0">
            <a:spAutoFit/>
          </a:bodyPr>
          <a:lstStyle/>
          <a:p>
            <a:pPr>
              <a:lnSpc>
                <a:spcPct val="120000"/>
              </a:lnSpc>
            </a:pPr>
            <a:r>
              <a:rPr lang="zh-CN" altLang="en-US" sz="2400" b="1" dirty="0">
                <a:solidFill>
                  <a:srgbClr val="007BC6"/>
                </a:solidFill>
              </a:rPr>
              <a:t>添加标题</a:t>
            </a:r>
            <a:endParaRPr lang="en-US" altLang="zh-CN" sz="2400" b="1" dirty="0">
              <a:solidFill>
                <a:srgbClr val="007BC6"/>
              </a:solidFill>
            </a:endParaRPr>
          </a:p>
          <a:p>
            <a:pPr>
              <a:lnSpc>
                <a:spcPct val="120000"/>
              </a:lnSpc>
            </a:pPr>
            <a:r>
              <a:rPr lang="zh-CN" altLang="en-US" sz="1600" dirty="0">
                <a:solidFill>
                  <a:schemeClr val="tx1">
                    <a:lumMod val="65000"/>
                    <a:lumOff val="35000"/>
                  </a:schemeClr>
                </a:solidFill>
              </a:rPr>
              <a:t>添加内容添加内容</a:t>
            </a:r>
          </a:p>
        </p:txBody>
      </p:sp>
      <p:grpSp>
        <p:nvGrpSpPr>
          <p:cNvPr id="33" name="组合 32"/>
          <p:cNvGrpSpPr/>
          <p:nvPr/>
        </p:nvGrpSpPr>
        <p:grpSpPr>
          <a:xfrm>
            <a:off x="6361249" y="2854772"/>
            <a:ext cx="358775" cy="358775"/>
            <a:chOff x="3545682" y="2698750"/>
            <a:chExt cx="358775" cy="358775"/>
          </a:xfrm>
        </p:grpSpPr>
        <p:sp>
          <p:nvSpPr>
            <p:cNvPr id="34" name="Oval 29"/>
            <p:cNvSpPr>
              <a:spLocks noChangeArrowheads="1"/>
            </p:cNvSpPr>
            <p:nvPr/>
          </p:nvSpPr>
          <p:spPr bwMode="auto">
            <a:xfrm>
              <a:off x="3545682" y="2698750"/>
              <a:ext cx="358775" cy="358775"/>
            </a:xfrm>
            <a:prstGeom prst="ellipse">
              <a:avLst/>
            </a:prstGeom>
            <a:solidFill>
              <a:srgbClr val="8FBE38"/>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5" name="Freeform 30"/>
            <p:cNvSpPr>
              <a:spLocks/>
            </p:cNvSpPr>
            <p:nvPr/>
          </p:nvSpPr>
          <p:spPr bwMode="auto">
            <a:xfrm>
              <a:off x="3666332" y="2770188"/>
              <a:ext cx="136525" cy="215900"/>
            </a:xfrm>
            <a:custGeom>
              <a:avLst/>
              <a:gdLst>
                <a:gd name="T0" fmla="*/ 9 w 50"/>
                <a:gd name="T1" fmla="*/ 0 h 79"/>
                <a:gd name="T2" fmla="*/ 1 w 50"/>
                <a:gd name="T3" fmla="*/ 8 h 79"/>
                <a:gd name="T4" fmla="*/ 1 w 50"/>
                <a:gd name="T5" fmla="*/ 11 h 79"/>
                <a:gd name="T6" fmla="*/ 29 w 50"/>
                <a:gd name="T7" fmla="*/ 39 h 79"/>
                <a:gd name="T8" fmla="*/ 1 w 50"/>
                <a:gd name="T9" fmla="*/ 68 h 79"/>
                <a:gd name="T10" fmla="*/ 1 w 50"/>
                <a:gd name="T11" fmla="*/ 70 h 79"/>
                <a:gd name="T12" fmla="*/ 9 w 50"/>
                <a:gd name="T13" fmla="*/ 79 h 79"/>
                <a:gd name="T14" fmla="*/ 12 w 50"/>
                <a:gd name="T15" fmla="*/ 79 h 79"/>
                <a:gd name="T16" fmla="*/ 41 w 50"/>
                <a:gd name="T17" fmla="*/ 49 h 79"/>
                <a:gd name="T18" fmla="*/ 49 w 50"/>
                <a:gd name="T19" fmla="*/ 41 h 79"/>
                <a:gd name="T20" fmla="*/ 49 w 50"/>
                <a:gd name="T21" fmla="*/ 38 h 79"/>
                <a:gd name="T22" fmla="*/ 41 w 50"/>
                <a:gd name="T23" fmla="*/ 30 h 79"/>
                <a:gd name="T24" fmla="*/ 12 w 50"/>
                <a:gd name="T25" fmla="*/ 0 h 79"/>
                <a:gd name="T26" fmla="*/ 9 w 50"/>
                <a:gd name="T27"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79">
                  <a:moveTo>
                    <a:pt x="9" y="0"/>
                  </a:moveTo>
                  <a:cubicBezTo>
                    <a:pt x="1" y="8"/>
                    <a:pt x="1" y="8"/>
                    <a:pt x="1" y="8"/>
                  </a:cubicBezTo>
                  <a:cubicBezTo>
                    <a:pt x="0" y="9"/>
                    <a:pt x="0" y="11"/>
                    <a:pt x="1" y="11"/>
                  </a:cubicBezTo>
                  <a:cubicBezTo>
                    <a:pt x="29" y="39"/>
                    <a:pt x="29" y="39"/>
                    <a:pt x="29" y="39"/>
                  </a:cubicBezTo>
                  <a:cubicBezTo>
                    <a:pt x="1" y="68"/>
                    <a:pt x="1" y="68"/>
                    <a:pt x="1" y="68"/>
                  </a:cubicBezTo>
                  <a:cubicBezTo>
                    <a:pt x="0" y="68"/>
                    <a:pt x="0" y="70"/>
                    <a:pt x="1" y="70"/>
                  </a:cubicBezTo>
                  <a:cubicBezTo>
                    <a:pt x="9" y="79"/>
                    <a:pt x="9" y="79"/>
                    <a:pt x="9" y="79"/>
                  </a:cubicBezTo>
                  <a:cubicBezTo>
                    <a:pt x="10" y="79"/>
                    <a:pt x="11" y="79"/>
                    <a:pt x="12" y="79"/>
                  </a:cubicBezTo>
                  <a:cubicBezTo>
                    <a:pt x="41" y="49"/>
                    <a:pt x="41" y="49"/>
                    <a:pt x="41" y="49"/>
                  </a:cubicBezTo>
                  <a:cubicBezTo>
                    <a:pt x="49" y="41"/>
                    <a:pt x="49" y="41"/>
                    <a:pt x="49" y="41"/>
                  </a:cubicBezTo>
                  <a:cubicBezTo>
                    <a:pt x="50" y="40"/>
                    <a:pt x="50" y="39"/>
                    <a:pt x="49" y="38"/>
                  </a:cubicBezTo>
                  <a:cubicBezTo>
                    <a:pt x="41" y="30"/>
                    <a:pt x="41" y="30"/>
                    <a:pt x="41" y="30"/>
                  </a:cubicBezTo>
                  <a:cubicBezTo>
                    <a:pt x="12" y="0"/>
                    <a:pt x="12" y="0"/>
                    <a:pt x="12" y="0"/>
                  </a:cubicBezTo>
                  <a:cubicBezTo>
                    <a:pt x="11" y="0"/>
                    <a:pt x="10" y="0"/>
                    <a:pt x="9" y="0"/>
                  </a:cubicBezTo>
                  <a:close/>
                </a:path>
              </a:pathLst>
            </a:custGeom>
            <a:solidFill>
              <a:schemeClr val="bg1"/>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36" name="组合 35"/>
          <p:cNvGrpSpPr/>
          <p:nvPr/>
        </p:nvGrpSpPr>
        <p:grpSpPr>
          <a:xfrm>
            <a:off x="6361249" y="1681609"/>
            <a:ext cx="358775" cy="358775"/>
            <a:chOff x="3545682" y="2698750"/>
            <a:chExt cx="358775" cy="358775"/>
          </a:xfrm>
        </p:grpSpPr>
        <p:sp>
          <p:nvSpPr>
            <p:cNvPr id="37" name="Oval 29"/>
            <p:cNvSpPr>
              <a:spLocks noChangeArrowheads="1"/>
            </p:cNvSpPr>
            <p:nvPr/>
          </p:nvSpPr>
          <p:spPr bwMode="auto">
            <a:xfrm>
              <a:off x="3545682" y="2698750"/>
              <a:ext cx="358775" cy="358775"/>
            </a:xfrm>
            <a:prstGeom prst="ellipse">
              <a:avLst/>
            </a:prstGeom>
            <a:solidFill>
              <a:srgbClr val="FF8900"/>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8" name="Freeform 30"/>
            <p:cNvSpPr>
              <a:spLocks/>
            </p:cNvSpPr>
            <p:nvPr/>
          </p:nvSpPr>
          <p:spPr bwMode="auto">
            <a:xfrm>
              <a:off x="3666332" y="2770188"/>
              <a:ext cx="136525" cy="215900"/>
            </a:xfrm>
            <a:custGeom>
              <a:avLst/>
              <a:gdLst>
                <a:gd name="T0" fmla="*/ 9 w 50"/>
                <a:gd name="T1" fmla="*/ 0 h 79"/>
                <a:gd name="T2" fmla="*/ 1 w 50"/>
                <a:gd name="T3" fmla="*/ 8 h 79"/>
                <a:gd name="T4" fmla="*/ 1 w 50"/>
                <a:gd name="T5" fmla="*/ 11 h 79"/>
                <a:gd name="T6" fmla="*/ 29 w 50"/>
                <a:gd name="T7" fmla="*/ 39 h 79"/>
                <a:gd name="T8" fmla="*/ 1 w 50"/>
                <a:gd name="T9" fmla="*/ 68 h 79"/>
                <a:gd name="T10" fmla="*/ 1 w 50"/>
                <a:gd name="T11" fmla="*/ 70 h 79"/>
                <a:gd name="T12" fmla="*/ 9 w 50"/>
                <a:gd name="T13" fmla="*/ 79 h 79"/>
                <a:gd name="T14" fmla="*/ 12 w 50"/>
                <a:gd name="T15" fmla="*/ 79 h 79"/>
                <a:gd name="T16" fmla="*/ 41 w 50"/>
                <a:gd name="T17" fmla="*/ 49 h 79"/>
                <a:gd name="T18" fmla="*/ 49 w 50"/>
                <a:gd name="T19" fmla="*/ 41 h 79"/>
                <a:gd name="T20" fmla="*/ 49 w 50"/>
                <a:gd name="T21" fmla="*/ 38 h 79"/>
                <a:gd name="T22" fmla="*/ 41 w 50"/>
                <a:gd name="T23" fmla="*/ 30 h 79"/>
                <a:gd name="T24" fmla="*/ 12 w 50"/>
                <a:gd name="T25" fmla="*/ 0 h 79"/>
                <a:gd name="T26" fmla="*/ 9 w 50"/>
                <a:gd name="T27"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79">
                  <a:moveTo>
                    <a:pt x="9" y="0"/>
                  </a:moveTo>
                  <a:cubicBezTo>
                    <a:pt x="1" y="8"/>
                    <a:pt x="1" y="8"/>
                    <a:pt x="1" y="8"/>
                  </a:cubicBezTo>
                  <a:cubicBezTo>
                    <a:pt x="0" y="9"/>
                    <a:pt x="0" y="11"/>
                    <a:pt x="1" y="11"/>
                  </a:cubicBezTo>
                  <a:cubicBezTo>
                    <a:pt x="29" y="39"/>
                    <a:pt x="29" y="39"/>
                    <a:pt x="29" y="39"/>
                  </a:cubicBezTo>
                  <a:cubicBezTo>
                    <a:pt x="1" y="68"/>
                    <a:pt x="1" y="68"/>
                    <a:pt x="1" y="68"/>
                  </a:cubicBezTo>
                  <a:cubicBezTo>
                    <a:pt x="0" y="68"/>
                    <a:pt x="0" y="70"/>
                    <a:pt x="1" y="70"/>
                  </a:cubicBezTo>
                  <a:cubicBezTo>
                    <a:pt x="9" y="79"/>
                    <a:pt x="9" y="79"/>
                    <a:pt x="9" y="79"/>
                  </a:cubicBezTo>
                  <a:cubicBezTo>
                    <a:pt x="10" y="79"/>
                    <a:pt x="11" y="79"/>
                    <a:pt x="12" y="79"/>
                  </a:cubicBezTo>
                  <a:cubicBezTo>
                    <a:pt x="41" y="49"/>
                    <a:pt x="41" y="49"/>
                    <a:pt x="41" y="49"/>
                  </a:cubicBezTo>
                  <a:cubicBezTo>
                    <a:pt x="49" y="41"/>
                    <a:pt x="49" y="41"/>
                    <a:pt x="49" y="41"/>
                  </a:cubicBezTo>
                  <a:cubicBezTo>
                    <a:pt x="50" y="40"/>
                    <a:pt x="50" y="39"/>
                    <a:pt x="49" y="38"/>
                  </a:cubicBezTo>
                  <a:cubicBezTo>
                    <a:pt x="41" y="30"/>
                    <a:pt x="41" y="30"/>
                    <a:pt x="41" y="30"/>
                  </a:cubicBezTo>
                  <a:cubicBezTo>
                    <a:pt x="12" y="0"/>
                    <a:pt x="12" y="0"/>
                    <a:pt x="12" y="0"/>
                  </a:cubicBezTo>
                  <a:cubicBezTo>
                    <a:pt x="11" y="0"/>
                    <a:pt x="10" y="0"/>
                    <a:pt x="9" y="0"/>
                  </a:cubicBezTo>
                  <a:close/>
                </a:path>
              </a:pathLst>
            </a:custGeom>
            <a:solidFill>
              <a:schemeClr val="bg1"/>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43" name="组合 42"/>
          <p:cNvGrpSpPr/>
          <p:nvPr/>
        </p:nvGrpSpPr>
        <p:grpSpPr>
          <a:xfrm>
            <a:off x="6361249" y="3994899"/>
            <a:ext cx="358775" cy="358775"/>
            <a:chOff x="3545682" y="2698750"/>
            <a:chExt cx="358775" cy="358775"/>
          </a:xfrm>
        </p:grpSpPr>
        <p:sp>
          <p:nvSpPr>
            <p:cNvPr id="44" name="Oval 29"/>
            <p:cNvSpPr>
              <a:spLocks noChangeArrowheads="1"/>
            </p:cNvSpPr>
            <p:nvPr/>
          </p:nvSpPr>
          <p:spPr bwMode="auto">
            <a:xfrm>
              <a:off x="3545682" y="2698750"/>
              <a:ext cx="358775" cy="358775"/>
            </a:xfrm>
            <a:prstGeom prst="ellipse">
              <a:avLst/>
            </a:prstGeom>
            <a:solidFill>
              <a:srgbClr val="6D5DA5"/>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45" name="Freeform 30"/>
            <p:cNvSpPr>
              <a:spLocks/>
            </p:cNvSpPr>
            <p:nvPr/>
          </p:nvSpPr>
          <p:spPr bwMode="auto">
            <a:xfrm>
              <a:off x="3666332" y="2770188"/>
              <a:ext cx="136525" cy="215900"/>
            </a:xfrm>
            <a:custGeom>
              <a:avLst/>
              <a:gdLst>
                <a:gd name="T0" fmla="*/ 9 w 50"/>
                <a:gd name="T1" fmla="*/ 0 h 79"/>
                <a:gd name="T2" fmla="*/ 1 w 50"/>
                <a:gd name="T3" fmla="*/ 8 h 79"/>
                <a:gd name="T4" fmla="*/ 1 w 50"/>
                <a:gd name="T5" fmla="*/ 11 h 79"/>
                <a:gd name="T6" fmla="*/ 29 w 50"/>
                <a:gd name="T7" fmla="*/ 39 h 79"/>
                <a:gd name="T8" fmla="*/ 1 w 50"/>
                <a:gd name="T9" fmla="*/ 68 h 79"/>
                <a:gd name="T10" fmla="*/ 1 w 50"/>
                <a:gd name="T11" fmla="*/ 70 h 79"/>
                <a:gd name="T12" fmla="*/ 9 w 50"/>
                <a:gd name="T13" fmla="*/ 79 h 79"/>
                <a:gd name="T14" fmla="*/ 12 w 50"/>
                <a:gd name="T15" fmla="*/ 79 h 79"/>
                <a:gd name="T16" fmla="*/ 41 w 50"/>
                <a:gd name="T17" fmla="*/ 49 h 79"/>
                <a:gd name="T18" fmla="*/ 49 w 50"/>
                <a:gd name="T19" fmla="*/ 41 h 79"/>
                <a:gd name="T20" fmla="*/ 49 w 50"/>
                <a:gd name="T21" fmla="*/ 38 h 79"/>
                <a:gd name="T22" fmla="*/ 41 w 50"/>
                <a:gd name="T23" fmla="*/ 30 h 79"/>
                <a:gd name="T24" fmla="*/ 12 w 50"/>
                <a:gd name="T25" fmla="*/ 0 h 79"/>
                <a:gd name="T26" fmla="*/ 9 w 50"/>
                <a:gd name="T27"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79">
                  <a:moveTo>
                    <a:pt x="9" y="0"/>
                  </a:moveTo>
                  <a:cubicBezTo>
                    <a:pt x="1" y="8"/>
                    <a:pt x="1" y="8"/>
                    <a:pt x="1" y="8"/>
                  </a:cubicBezTo>
                  <a:cubicBezTo>
                    <a:pt x="0" y="9"/>
                    <a:pt x="0" y="11"/>
                    <a:pt x="1" y="11"/>
                  </a:cubicBezTo>
                  <a:cubicBezTo>
                    <a:pt x="29" y="39"/>
                    <a:pt x="29" y="39"/>
                    <a:pt x="29" y="39"/>
                  </a:cubicBezTo>
                  <a:cubicBezTo>
                    <a:pt x="1" y="68"/>
                    <a:pt x="1" y="68"/>
                    <a:pt x="1" y="68"/>
                  </a:cubicBezTo>
                  <a:cubicBezTo>
                    <a:pt x="0" y="68"/>
                    <a:pt x="0" y="70"/>
                    <a:pt x="1" y="70"/>
                  </a:cubicBezTo>
                  <a:cubicBezTo>
                    <a:pt x="9" y="79"/>
                    <a:pt x="9" y="79"/>
                    <a:pt x="9" y="79"/>
                  </a:cubicBezTo>
                  <a:cubicBezTo>
                    <a:pt x="10" y="79"/>
                    <a:pt x="11" y="79"/>
                    <a:pt x="12" y="79"/>
                  </a:cubicBezTo>
                  <a:cubicBezTo>
                    <a:pt x="41" y="49"/>
                    <a:pt x="41" y="49"/>
                    <a:pt x="41" y="49"/>
                  </a:cubicBezTo>
                  <a:cubicBezTo>
                    <a:pt x="49" y="41"/>
                    <a:pt x="49" y="41"/>
                    <a:pt x="49" y="41"/>
                  </a:cubicBezTo>
                  <a:cubicBezTo>
                    <a:pt x="50" y="40"/>
                    <a:pt x="50" y="39"/>
                    <a:pt x="49" y="38"/>
                  </a:cubicBezTo>
                  <a:cubicBezTo>
                    <a:pt x="41" y="30"/>
                    <a:pt x="41" y="30"/>
                    <a:pt x="41" y="30"/>
                  </a:cubicBezTo>
                  <a:cubicBezTo>
                    <a:pt x="12" y="0"/>
                    <a:pt x="12" y="0"/>
                    <a:pt x="12" y="0"/>
                  </a:cubicBezTo>
                  <a:cubicBezTo>
                    <a:pt x="11" y="0"/>
                    <a:pt x="10" y="0"/>
                    <a:pt x="9" y="0"/>
                  </a:cubicBezTo>
                  <a:close/>
                </a:path>
              </a:pathLst>
            </a:custGeom>
            <a:solidFill>
              <a:schemeClr val="bg1"/>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46" name="组合 45"/>
          <p:cNvGrpSpPr/>
          <p:nvPr/>
        </p:nvGrpSpPr>
        <p:grpSpPr>
          <a:xfrm>
            <a:off x="6361249" y="5246307"/>
            <a:ext cx="358775" cy="358775"/>
            <a:chOff x="3545682" y="2698750"/>
            <a:chExt cx="358775" cy="358775"/>
          </a:xfrm>
        </p:grpSpPr>
        <p:sp>
          <p:nvSpPr>
            <p:cNvPr id="47" name="Oval 29"/>
            <p:cNvSpPr>
              <a:spLocks noChangeArrowheads="1"/>
            </p:cNvSpPr>
            <p:nvPr/>
          </p:nvSpPr>
          <p:spPr bwMode="auto">
            <a:xfrm>
              <a:off x="3545682" y="2698750"/>
              <a:ext cx="358775" cy="358775"/>
            </a:xfrm>
            <a:prstGeom prst="ellipse">
              <a:avLst/>
            </a:prstGeom>
            <a:solidFill>
              <a:srgbClr val="007BC6"/>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48" name="Freeform 30"/>
            <p:cNvSpPr>
              <a:spLocks/>
            </p:cNvSpPr>
            <p:nvPr/>
          </p:nvSpPr>
          <p:spPr bwMode="auto">
            <a:xfrm>
              <a:off x="3666332" y="2770188"/>
              <a:ext cx="136525" cy="215900"/>
            </a:xfrm>
            <a:custGeom>
              <a:avLst/>
              <a:gdLst>
                <a:gd name="T0" fmla="*/ 9 w 50"/>
                <a:gd name="T1" fmla="*/ 0 h 79"/>
                <a:gd name="T2" fmla="*/ 1 w 50"/>
                <a:gd name="T3" fmla="*/ 8 h 79"/>
                <a:gd name="T4" fmla="*/ 1 w 50"/>
                <a:gd name="T5" fmla="*/ 11 h 79"/>
                <a:gd name="T6" fmla="*/ 29 w 50"/>
                <a:gd name="T7" fmla="*/ 39 h 79"/>
                <a:gd name="T8" fmla="*/ 1 w 50"/>
                <a:gd name="T9" fmla="*/ 68 h 79"/>
                <a:gd name="T10" fmla="*/ 1 w 50"/>
                <a:gd name="T11" fmla="*/ 70 h 79"/>
                <a:gd name="T12" fmla="*/ 9 w 50"/>
                <a:gd name="T13" fmla="*/ 79 h 79"/>
                <a:gd name="T14" fmla="*/ 12 w 50"/>
                <a:gd name="T15" fmla="*/ 79 h 79"/>
                <a:gd name="T16" fmla="*/ 41 w 50"/>
                <a:gd name="T17" fmla="*/ 49 h 79"/>
                <a:gd name="T18" fmla="*/ 49 w 50"/>
                <a:gd name="T19" fmla="*/ 41 h 79"/>
                <a:gd name="T20" fmla="*/ 49 w 50"/>
                <a:gd name="T21" fmla="*/ 38 h 79"/>
                <a:gd name="T22" fmla="*/ 41 w 50"/>
                <a:gd name="T23" fmla="*/ 30 h 79"/>
                <a:gd name="T24" fmla="*/ 12 w 50"/>
                <a:gd name="T25" fmla="*/ 0 h 79"/>
                <a:gd name="T26" fmla="*/ 9 w 50"/>
                <a:gd name="T27"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79">
                  <a:moveTo>
                    <a:pt x="9" y="0"/>
                  </a:moveTo>
                  <a:cubicBezTo>
                    <a:pt x="1" y="8"/>
                    <a:pt x="1" y="8"/>
                    <a:pt x="1" y="8"/>
                  </a:cubicBezTo>
                  <a:cubicBezTo>
                    <a:pt x="0" y="9"/>
                    <a:pt x="0" y="11"/>
                    <a:pt x="1" y="11"/>
                  </a:cubicBezTo>
                  <a:cubicBezTo>
                    <a:pt x="29" y="39"/>
                    <a:pt x="29" y="39"/>
                    <a:pt x="29" y="39"/>
                  </a:cubicBezTo>
                  <a:cubicBezTo>
                    <a:pt x="1" y="68"/>
                    <a:pt x="1" y="68"/>
                    <a:pt x="1" y="68"/>
                  </a:cubicBezTo>
                  <a:cubicBezTo>
                    <a:pt x="0" y="68"/>
                    <a:pt x="0" y="70"/>
                    <a:pt x="1" y="70"/>
                  </a:cubicBezTo>
                  <a:cubicBezTo>
                    <a:pt x="9" y="79"/>
                    <a:pt x="9" y="79"/>
                    <a:pt x="9" y="79"/>
                  </a:cubicBezTo>
                  <a:cubicBezTo>
                    <a:pt x="10" y="79"/>
                    <a:pt x="11" y="79"/>
                    <a:pt x="12" y="79"/>
                  </a:cubicBezTo>
                  <a:cubicBezTo>
                    <a:pt x="41" y="49"/>
                    <a:pt x="41" y="49"/>
                    <a:pt x="41" y="49"/>
                  </a:cubicBezTo>
                  <a:cubicBezTo>
                    <a:pt x="49" y="41"/>
                    <a:pt x="49" y="41"/>
                    <a:pt x="49" y="41"/>
                  </a:cubicBezTo>
                  <a:cubicBezTo>
                    <a:pt x="50" y="40"/>
                    <a:pt x="50" y="39"/>
                    <a:pt x="49" y="38"/>
                  </a:cubicBezTo>
                  <a:cubicBezTo>
                    <a:pt x="41" y="30"/>
                    <a:pt x="41" y="30"/>
                    <a:pt x="41" y="30"/>
                  </a:cubicBezTo>
                  <a:cubicBezTo>
                    <a:pt x="12" y="0"/>
                    <a:pt x="12" y="0"/>
                    <a:pt x="12" y="0"/>
                  </a:cubicBezTo>
                  <a:cubicBezTo>
                    <a:pt x="11" y="0"/>
                    <a:pt x="10" y="0"/>
                    <a:pt x="9" y="0"/>
                  </a:cubicBezTo>
                  <a:close/>
                </a:path>
              </a:pathLst>
            </a:custGeom>
            <a:solidFill>
              <a:schemeClr val="bg1"/>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sp>
        <p:nvSpPr>
          <p:cNvPr id="49" name="矩形 39"/>
          <p:cNvSpPr/>
          <p:nvPr/>
        </p:nvSpPr>
        <p:spPr>
          <a:xfrm>
            <a:off x="0" y="203088"/>
            <a:ext cx="3365024" cy="523220"/>
          </a:xfrm>
          <a:prstGeom prst="rect">
            <a:avLst/>
          </a:prstGeom>
          <a:noFill/>
        </p:spPr>
        <p:txBody>
          <a:bodyPr wrap="none" rtlCol="0">
            <a:spAutoFit/>
          </a:bodyPr>
          <a:lstStyle/>
          <a:p>
            <a:r>
              <a:rPr lang="zh-CN" altLang="en-US" sz="2800" b="1" dirty="0">
                <a:solidFill>
                  <a:schemeClr val="tx1">
                    <a:lumMod val="65000"/>
                    <a:lumOff val="35000"/>
                  </a:schemeClr>
                </a:solidFill>
              </a:rPr>
              <a:t>四项递进</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对比</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521696386"/>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组合 6"/>
          <p:cNvGrpSpPr/>
          <p:nvPr/>
        </p:nvGrpSpPr>
        <p:grpSpPr>
          <a:xfrm>
            <a:off x="1464420" y="2623117"/>
            <a:ext cx="9263160" cy="2811916"/>
            <a:chOff x="1799261" y="2943679"/>
            <a:chExt cx="9263160" cy="2811916"/>
          </a:xfrm>
        </p:grpSpPr>
        <p:sp>
          <p:nvSpPr>
            <p:cNvPr id="3" name="Freeform 18"/>
            <p:cNvSpPr>
              <a:spLocks/>
            </p:cNvSpPr>
            <p:nvPr/>
          </p:nvSpPr>
          <p:spPr bwMode="auto">
            <a:xfrm>
              <a:off x="1799261" y="2943679"/>
              <a:ext cx="2695575" cy="1177925"/>
            </a:xfrm>
            <a:custGeom>
              <a:avLst/>
              <a:gdLst>
                <a:gd name="T0" fmla="*/ 671 w 1698"/>
                <a:gd name="T1" fmla="*/ 435 h 742"/>
                <a:gd name="T2" fmla="*/ 1027 w 1698"/>
                <a:gd name="T3" fmla="*/ 435 h 742"/>
                <a:gd name="T4" fmla="*/ 1203 w 1698"/>
                <a:gd name="T5" fmla="*/ 742 h 742"/>
                <a:gd name="T6" fmla="*/ 1698 w 1698"/>
                <a:gd name="T7" fmla="*/ 742 h 742"/>
                <a:gd name="T8" fmla="*/ 1274 w 1698"/>
                <a:gd name="T9" fmla="*/ 0 h 742"/>
                <a:gd name="T10" fmla="*/ 423 w 1698"/>
                <a:gd name="T11" fmla="*/ 0 h 742"/>
                <a:gd name="T12" fmla="*/ 0 w 1698"/>
                <a:gd name="T13" fmla="*/ 742 h 742"/>
                <a:gd name="T14" fmla="*/ 495 w 1698"/>
                <a:gd name="T15" fmla="*/ 742 h 742"/>
                <a:gd name="T16" fmla="*/ 671 w 1698"/>
                <a:gd name="T17" fmla="*/ 435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98" h="742">
                  <a:moveTo>
                    <a:pt x="671" y="435"/>
                  </a:moveTo>
                  <a:lnTo>
                    <a:pt x="1027" y="435"/>
                  </a:lnTo>
                  <a:lnTo>
                    <a:pt x="1203" y="742"/>
                  </a:lnTo>
                  <a:lnTo>
                    <a:pt x="1698" y="742"/>
                  </a:lnTo>
                  <a:lnTo>
                    <a:pt x="1274" y="0"/>
                  </a:lnTo>
                  <a:lnTo>
                    <a:pt x="423" y="0"/>
                  </a:lnTo>
                  <a:lnTo>
                    <a:pt x="0" y="742"/>
                  </a:lnTo>
                  <a:lnTo>
                    <a:pt x="495" y="742"/>
                  </a:lnTo>
                  <a:lnTo>
                    <a:pt x="671" y="435"/>
                  </a:lnTo>
                  <a:close/>
                </a:path>
              </a:pathLst>
            </a:custGeom>
            <a:solidFill>
              <a:srgbClr val="5EC6D3"/>
            </a:solidFill>
            <a:ln w="2540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4" name="Freeform 18"/>
            <p:cNvSpPr>
              <a:spLocks/>
            </p:cNvSpPr>
            <p:nvPr/>
          </p:nvSpPr>
          <p:spPr bwMode="auto">
            <a:xfrm>
              <a:off x="6177651" y="2943679"/>
              <a:ext cx="2695575" cy="1177925"/>
            </a:xfrm>
            <a:custGeom>
              <a:avLst/>
              <a:gdLst>
                <a:gd name="T0" fmla="*/ 671 w 1698"/>
                <a:gd name="T1" fmla="*/ 435 h 742"/>
                <a:gd name="T2" fmla="*/ 1027 w 1698"/>
                <a:gd name="T3" fmla="*/ 435 h 742"/>
                <a:gd name="T4" fmla="*/ 1203 w 1698"/>
                <a:gd name="T5" fmla="*/ 742 h 742"/>
                <a:gd name="T6" fmla="*/ 1698 w 1698"/>
                <a:gd name="T7" fmla="*/ 742 h 742"/>
                <a:gd name="T8" fmla="*/ 1274 w 1698"/>
                <a:gd name="T9" fmla="*/ 0 h 742"/>
                <a:gd name="T10" fmla="*/ 423 w 1698"/>
                <a:gd name="T11" fmla="*/ 0 h 742"/>
                <a:gd name="T12" fmla="*/ 0 w 1698"/>
                <a:gd name="T13" fmla="*/ 742 h 742"/>
                <a:gd name="T14" fmla="*/ 495 w 1698"/>
                <a:gd name="T15" fmla="*/ 742 h 742"/>
                <a:gd name="T16" fmla="*/ 671 w 1698"/>
                <a:gd name="T17" fmla="*/ 435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98" h="742">
                  <a:moveTo>
                    <a:pt x="671" y="435"/>
                  </a:moveTo>
                  <a:lnTo>
                    <a:pt x="1027" y="435"/>
                  </a:lnTo>
                  <a:lnTo>
                    <a:pt x="1203" y="742"/>
                  </a:lnTo>
                  <a:lnTo>
                    <a:pt x="1698" y="742"/>
                  </a:lnTo>
                  <a:lnTo>
                    <a:pt x="1274" y="0"/>
                  </a:lnTo>
                  <a:lnTo>
                    <a:pt x="423" y="0"/>
                  </a:lnTo>
                  <a:lnTo>
                    <a:pt x="0" y="742"/>
                  </a:lnTo>
                  <a:lnTo>
                    <a:pt x="495" y="742"/>
                  </a:lnTo>
                  <a:lnTo>
                    <a:pt x="671" y="435"/>
                  </a:lnTo>
                  <a:close/>
                </a:path>
              </a:pathLst>
            </a:custGeom>
            <a:solidFill>
              <a:schemeClr val="accent2"/>
            </a:solidFill>
            <a:ln w="2540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5" name="Freeform 18"/>
            <p:cNvSpPr>
              <a:spLocks/>
            </p:cNvSpPr>
            <p:nvPr/>
          </p:nvSpPr>
          <p:spPr bwMode="auto">
            <a:xfrm flipV="1">
              <a:off x="3988456" y="4577670"/>
              <a:ext cx="2695575" cy="1177925"/>
            </a:xfrm>
            <a:custGeom>
              <a:avLst/>
              <a:gdLst>
                <a:gd name="T0" fmla="*/ 671 w 1698"/>
                <a:gd name="T1" fmla="*/ 435 h 742"/>
                <a:gd name="T2" fmla="*/ 1027 w 1698"/>
                <a:gd name="T3" fmla="*/ 435 h 742"/>
                <a:gd name="T4" fmla="*/ 1203 w 1698"/>
                <a:gd name="T5" fmla="*/ 742 h 742"/>
                <a:gd name="T6" fmla="*/ 1698 w 1698"/>
                <a:gd name="T7" fmla="*/ 742 h 742"/>
                <a:gd name="T8" fmla="*/ 1274 w 1698"/>
                <a:gd name="T9" fmla="*/ 0 h 742"/>
                <a:gd name="T10" fmla="*/ 423 w 1698"/>
                <a:gd name="T11" fmla="*/ 0 h 742"/>
                <a:gd name="T12" fmla="*/ 0 w 1698"/>
                <a:gd name="T13" fmla="*/ 742 h 742"/>
                <a:gd name="T14" fmla="*/ 495 w 1698"/>
                <a:gd name="T15" fmla="*/ 742 h 742"/>
                <a:gd name="T16" fmla="*/ 671 w 1698"/>
                <a:gd name="T17" fmla="*/ 435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98" h="742">
                  <a:moveTo>
                    <a:pt x="671" y="435"/>
                  </a:moveTo>
                  <a:lnTo>
                    <a:pt x="1027" y="435"/>
                  </a:lnTo>
                  <a:lnTo>
                    <a:pt x="1203" y="742"/>
                  </a:lnTo>
                  <a:lnTo>
                    <a:pt x="1698" y="742"/>
                  </a:lnTo>
                  <a:lnTo>
                    <a:pt x="1274" y="0"/>
                  </a:lnTo>
                  <a:lnTo>
                    <a:pt x="423" y="0"/>
                  </a:lnTo>
                  <a:lnTo>
                    <a:pt x="0" y="742"/>
                  </a:lnTo>
                  <a:lnTo>
                    <a:pt x="495" y="742"/>
                  </a:lnTo>
                  <a:lnTo>
                    <a:pt x="671" y="435"/>
                  </a:lnTo>
                  <a:close/>
                </a:path>
              </a:pathLst>
            </a:custGeom>
            <a:solidFill>
              <a:srgbClr val="546E7A"/>
            </a:solidFill>
            <a:ln w="2540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6" name="Freeform 18"/>
            <p:cNvSpPr>
              <a:spLocks/>
            </p:cNvSpPr>
            <p:nvPr/>
          </p:nvSpPr>
          <p:spPr bwMode="auto">
            <a:xfrm flipV="1">
              <a:off x="8366846" y="4577670"/>
              <a:ext cx="2695575" cy="1177925"/>
            </a:xfrm>
            <a:custGeom>
              <a:avLst/>
              <a:gdLst>
                <a:gd name="T0" fmla="*/ 671 w 1698"/>
                <a:gd name="T1" fmla="*/ 435 h 742"/>
                <a:gd name="T2" fmla="*/ 1027 w 1698"/>
                <a:gd name="T3" fmla="*/ 435 h 742"/>
                <a:gd name="T4" fmla="*/ 1203 w 1698"/>
                <a:gd name="T5" fmla="*/ 742 h 742"/>
                <a:gd name="T6" fmla="*/ 1698 w 1698"/>
                <a:gd name="T7" fmla="*/ 742 h 742"/>
                <a:gd name="T8" fmla="*/ 1274 w 1698"/>
                <a:gd name="T9" fmla="*/ 0 h 742"/>
                <a:gd name="T10" fmla="*/ 423 w 1698"/>
                <a:gd name="T11" fmla="*/ 0 h 742"/>
                <a:gd name="T12" fmla="*/ 0 w 1698"/>
                <a:gd name="T13" fmla="*/ 742 h 742"/>
                <a:gd name="T14" fmla="*/ 495 w 1698"/>
                <a:gd name="T15" fmla="*/ 742 h 742"/>
                <a:gd name="T16" fmla="*/ 671 w 1698"/>
                <a:gd name="T17" fmla="*/ 435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98" h="742">
                  <a:moveTo>
                    <a:pt x="671" y="435"/>
                  </a:moveTo>
                  <a:lnTo>
                    <a:pt x="1027" y="435"/>
                  </a:lnTo>
                  <a:lnTo>
                    <a:pt x="1203" y="742"/>
                  </a:lnTo>
                  <a:lnTo>
                    <a:pt x="1698" y="742"/>
                  </a:lnTo>
                  <a:lnTo>
                    <a:pt x="1274" y="0"/>
                  </a:lnTo>
                  <a:lnTo>
                    <a:pt x="423" y="0"/>
                  </a:lnTo>
                  <a:lnTo>
                    <a:pt x="0" y="742"/>
                  </a:lnTo>
                  <a:lnTo>
                    <a:pt x="495" y="742"/>
                  </a:lnTo>
                  <a:lnTo>
                    <a:pt x="671" y="435"/>
                  </a:lnTo>
                  <a:close/>
                </a:path>
              </a:pathLst>
            </a:custGeom>
            <a:solidFill>
              <a:srgbClr val="F26D64"/>
            </a:solidFill>
            <a:ln w="2540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8" name="组合 7"/>
          <p:cNvGrpSpPr/>
          <p:nvPr/>
        </p:nvGrpSpPr>
        <p:grpSpPr>
          <a:xfrm>
            <a:off x="6952222" y="3432659"/>
            <a:ext cx="476750" cy="386037"/>
            <a:chOff x="1722438" y="11113"/>
            <a:chExt cx="750888" cy="608013"/>
          </a:xfrm>
          <a:solidFill>
            <a:schemeClr val="bg1">
              <a:lumMod val="75000"/>
            </a:schemeClr>
          </a:solidFill>
        </p:grpSpPr>
        <p:sp>
          <p:nvSpPr>
            <p:cNvPr id="9" name="Freeform 11"/>
            <p:cNvSpPr>
              <a:spLocks noEditPoints="1"/>
            </p:cNvSpPr>
            <p:nvPr/>
          </p:nvSpPr>
          <p:spPr bwMode="auto">
            <a:xfrm>
              <a:off x="1722438" y="103188"/>
              <a:ext cx="508000" cy="515938"/>
            </a:xfrm>
            <a:custGeom>
              <a:avLst/>
              <a:gdLst>
                <a:gd name="T0" fmla="*/ 0 w 135"/>
                <a:gd name="T1" fmla="*/ 68 h 135"/>
                <a:gd name="T2" fmla="*/ 135 w 135"/>
                <a:gd name="T3" fmla="*/ 68 h 135"/>
                <a:gd name="T4" fmla="*/ 47 w 135"/>
                <a:gd name="T5" fmla="*/ 16 h 135"/>
                <a:gd name="T6" fmla="*/ 20 w 135"/>
                <a:gd name="T7" fmla="*/ 38 h 135"/>
                <a:gd name="T8" fmla="*/ 18 w 135"/>
                <a:gd name="T9" fmla="*/ 42 h 135"/>
                <a:gd name="T10" fmla="*/ 32 w 135"/>
                <a:gd name="T11" fmla="*/ 66 h 135"/>
                <a:gd name="T12" fmla="*/ 18 w 135"/>
                <a:gd name="T13" fmla="*/ 42 h 135"/>
                <a:gd name="T14" fmla="*/ 12 w 135"/>
                <a:gd name="T15" fmla="*/ 71 h 135"/>
                <a:gd name="T16" fmla="*/ 35 w 135"/>
                <a:gd name="T17" fmla="*/ 95 h 135"/>
                <a:gd name="T18" fmla="*/ 21 w 135"/>
                <a:gd name="T19" fmla="*/ 99 h 135"/>
                <a:gd name="T20" fmla="*/ 48 w 135"/>
                <a:gd name="T21" fmla="*/ 120 h 135"/>
                <a:gd name="T22" fmla="*/ 63 w 135"/>
                <a:gd name="T23" fmla="*/ 123 h 135"/>
                <a:gd name="T24" fmla="*/ 63 w 135"/>
                <a:gd name="T25" fmla="*/ 99 h 135"/>
                <a:gd name="T26" fmla="*/ 63 w 135"/>
                <a:gd name="T27" fmla="*/ 95 h 135"/>
                <a:gd name="T28" fmla="*/ 40 w 135"/>
                <a:gd name="T29" fmla="*/ 71 h 135"/>
                <a:gd name="T30" fmla="*/ 63 w 135"/>
                <a:gd name="T31" fmla="*/ 95 h 135"/>
                <a:gd name="T32" fmla="*/ 40 w 135"/>
                <a:gd name="T33" fmla="*/ 66 h 135"/>
                <a:gd name="T34" fmla="*/ 63 w 135"/>
                <a:gd name="T35" fmla="*/ 42 h 135"/>
                <a:gd name="T36" fmla="*/ 63 w 135"/>
                <a:gd name="T37" fmla="*/ 38 h 135"/>
                <a:gd name="T38" fmla="*/ 63 w 135"/>
                <a:gd name="T39" fmla="*/ 12 h 135"/>
                <a:gd name="T40" fmla="*/ 63 w 135"/>
                <a:gd name="T41" fmla="*/ 38 h 135"/>
                <a:gd name="T42" fmla="*/ 123 w 135"/>
                <a:gd name="T43" fmla="*/ 66 h 135"/>
                <a:gd name="T44" fmla="*/ 101 w 135"/>
                <a:gd name="T45" fmla="*/ 42 h 135"/>
                <a:gd name="T46" fmla="*/ 115 w 135"/>
                <a:gd name="T47" fmla="*/ 38 h 135"/>
                <a:gd name="T48" fmla="*/ 88 w 135"/>
                <a:gd name="T49" fmla="*/ 15 h 135"/>
                <a:gd name="T50" fmla="*/ 72 w 135"/>
                <a:gd name="T51" fmla="*/ 12 h 135"/>
                <a:gd name="T52" fmla="*/ 90 w 135"/>
                <a:gd name="T53" fmla="*/ 38 h 135"/>
                <a:gd name="T54" fmla="*/ 72 w 135"/>
                <a:gd name="T55" fmla="*/ 12 h 135"/>
                <a:gd name="T56" fmla="*/ 92 w 135"/>
                <a:gd name="T57" fmla="*/ 42 h 135"/>
                <a:gd name="T58" fmla="*/ 72 w 135"/>
                <a:gd name="T59" fmla="*/ 66 h 135"/>
                <a:gd name="T60" fmla="*/ 72 w 135"/>
                <a:gd name="T61" fmla="*/ 71 h 135"/>
                <a:gd name="T62" fmla="*/ 91 w 135"/>
                <a:gd name="T63" fmla="*/ 95 h 135"/>
                <a:gd name="T64" fmla="*/ 72 w 135"/>
                <a:gd name="T65" fmla="*/ 71 h 135"/>
                <a:gd name="T66" fmla="*/ 72 w 135"/>
                <a:gd name="T67" fmla="*/ 99 h 135"/>
                <a:gd name="T68" fmla="*/ 72 w 135"/>
                <a:gd name="T69" fmla="*/ 123 h 135"/>
                <a:gd name="T70" fmla="*/ 99 w 135"/>
                <a:gd name="T71" fmla="*/ 99 h 135"/>
                <a:gd name="T72" fmla="*/ 87 w 135"/>
                <a:gd name="T73" fmla="*/ 120 h 135"/>
                <a:gd name="T74" fmla="*/ 100 w 135"/>
                <a:gd name="T75" fmla="*/ 95 h 135"/>
                <a:gd name="T76" fmla="*/ 123 w 135"/>
                <a:gd name="T77" fmla="*/ 71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5" h="135">
                  <a:moveTo>
                    <a:pt x="68" y="0"/>
                  </a:moveTo>
                  <a:cubicBezTo>
                    <a:pt x="30" y="0"/>
                    <a:pt x="0" y="30"/>
                    <a:pt x="0" y="68"/>
                  </a:cubicBezTo>
                  <a:cubicBezTo>
                    <a:pt x="0" y="105"/>
                    <a:pt x="30" y="135"/>
                    <a:pt x="68" y="135"/>
                  </a:cubicBezTo>
                  <a:cubicBezTo>
                    <a:pt x="105" y="135"/>
                    <a:pt x="135" y="105"/>
                    <a:pt x="135" y="68"/>
                  </a:cubicBezTo>
                  <a:cubicBezTo>
                    <a:pt x="135" y="30"/>
                    <a:pt x="105" y="0"/>
                    <a:pt x="68" y="0"/>
                  </a:cubicBezTo>
                  <a:close/>
                  <a:moveTo>
                    <a:pt x="47" y="16"/>
                  </a:moveTo>
                  <a:cubicBezTo>
                    <a:pt x="42" y="21"/>
                    <a:pt x="38" y="28"/>
                    <a:pt x="35" y="38"/>
                  </a:cubicBezTo>
                  <a:cubicBezTo>
                    <a:pt x="20" y="38"/>
                    <a:pt x="20" y="38"/>
                    <a:pt x="20" y="38"/>
                  </a:cubicBezTo>
                  <a:cubicBezTo>
                    <a:pt x="26" y="28"/>
                    <a:pt x="36" y="20"/>
                    <a:pt x="47" y="16"/>
                  </a:cubicBezTo>
                  <a:close/>
                  <a:moveTo>
                    <a:pt x="18" y="42"/>
                  </a:moveTo>
                  <a:cubicBezTo>
                    <a:pt x="34" y="42"/>
                    <a:pt x="34" y="42"/>
                    <a:pt x="34" y="42"/>
                  </a:cubicBezTo>
                  <a:cubicBezTo>
                    <a:pt x="33" y="49"/>
                    <a:pt x="32" y="57"/>
                    <a:pt x="32" y="66"/>
                  </a:cubicBezTo>
                  <a:cubicBezTo>
                    <a:pt x="12" y="66"/>
                    <a:pt x="12" y="66"/>
                    <a:pt x="12" y="66"/>
                  </a:cubicBezTo>
                  <a:cubicBezTo>
                    <a:pt x="12" y="58"/>
                    <a:pt x="14" y="50"/>
                    <a:pt x="18" y="42"/>
                  </a:cubicBezTo>
                  <a:close/>
                  <a:moveTo>
                    <a:pt x="19" y="95"/>
                  </a:moveTo>
                  <a:cubicBezTo>
                    <a:pt x="15" y="87"/>
                    <a:pt x="12" y="79"/>
                    <a:pt x="12" y="71"/>
                  </a:cubicBezTo>
                  <a:cubicBezTo>
                    <a:pt x="32" y="71"/>
                    <a:pt x="32" y="71"/>
                    <a:pt x="32" y="71"/>
                  </a:cubicBezTo>
                  <a:cubicBezTo>
                    <a:pt x="32" y="80"/>
                    <a:pt x="33" y="88"/>
                    <a:pt x="35" y="95"/>
                  </a:cubicBezTo>
                  <a:lnTo>
                    <a:pt x="19" y="95"/>
                  </a:lnTo>
                  <a:close/>
                  <a:moveTo>
                    <a:pt x="21" y="99"/>
                  </a:moveTo>
                  <a:cubicBezTo>
                    <a:pt x="36" y="99"/>
                    <a:pt x="36" y="99"/>
                    <a:pt x="36" y="99"/>
                  </a:cubicBezTo>
                  <a:cubicBezTo>
                    <a:pt x="39" y="108"/>
                    <a:pt x="44" y="115"/>
                    <a:pt x="48" y="120"/>
                  </a:cubicBezTo>
                  <a:cubicBezTo>
                    <a:pt x="37" y="116"/>
                    <a:pt x="28" y="109"/>
                    <a:pt x="21" y="99"/>
                  </a:cubicBezTo>
                  <a:close/>
                  <a:moveTo>
                    <a:pt x="63" y="123"/>
                  </a:moveTo>
                  <a:cubicBezTo>
                    <a:pt x="58" y="119"/>
                    <a:pt x="51" y="112"/>
                    <a:pt x="45" y="99"/>
                  </a:cubicBezTo>
                  <a:cubicBezTo>
                    <a:pt x="63" y="99"/>
                    <a:pt x="63" y="99"/>
                    <a:pt x="63" y="99"/>
                  </a:cubicBezTo>
                  <a:lnTo>
                    <a:pt x="63" y="123"/>
                  </a:lnTo>
                  <a:close/>
                  <a:moveTo>
                    <a:pt x="63" y="95"/>
                  </a:moveTo>
                  <a:cubicBezTo>
                    <a:pt x="44" y="95"/>
                    <a:pt x="44" y="95"/>
                    <a:pt x="44" y="95"/>
                  </a:cubicBezTo>
                  <a:cubicBezTo>
                    <a:pt x="42" y="88"/>
                    <a:pt x="40" y="80"/>
                    <a:pt x="40" y="71"/>
                  </a:cubicBezTo>
                  <a:cubicBezTo>
                    <a:pt x="63" y="71"/>
                    <a:pt x="63" y="71"/>
                    <a:pt x="63" y="71"/>
                  </a:cubicBezTo>
                  <a:lnTo>
                    <a:pt x="63" y="95"/>
                  </a:lnTo>
                  <a:close/>
                  <a:moveTo>
                    <a:pt x="63" y="66"/>
                  </a:moveTo>
                  <a:cubicBezTo>
                    <a:pt x="40" y="66"/>
                    <a:pt x="40" y="66"/>
                    <a:pt x="40" y="66"/>
                  </a:cubicBezTo>
                  <a:cubicBezTo>
                    <a:pt x="40" y="57"/>
                    <a:pt x="41" y="49"/>
                    <a:pt x="43" y="42"/>
                  </a:cubicBezTo>
                  <a:cubicBezTo>
                    <a:pt x="63" y="42"/>
                    <a:pt x="63" y="42"/>
                    <a:pt x="63" y="42"/>
                  </a:cubicBezTo>
                  <a:lnTo>
                    <a:pt x="63" y="66"/>
                  </a:lnTo>
                  <a:close/>
                  <a:moveTo>
                    <a:pt x="63" y="38"/>
                  </a:moveTo>
                  <a:cubicBezTo>
                    <a:pt x="44" y="38"/>
                    <a:pt x="44" y="38"/>
                    <a:pt x="44" y="38"/>
                  </a:cubicBezTo>
                  <a:cubicBezTo>
                    <a:pt x="49" y="24"/>
                    <a:pt x="57" y="16"/>
                    <a:pt x="63" y="12"/>
                  </a:cubicBezTo>
                  <a:cubicBezTo>
                    <a:pt x="63" y="12"/>
                    <a:pt x="63" y="12"/>
                    <a:pt x="63" y="12"/>
                  </a:cubicBezTo>
                  <a:lnTo>
                    <a:pt x="63" y="38"/>
                  </a:lnTo>
                  <a:close/>
                  <a:moveTo>
                    <a:pt x="117" y="42"/>
                  </a:moveTo>
                  <a:cubicBezTo>
                    <a:pt x="121" y="50"/>
                    <a:pt x="123" y="58"/>
                    <a:pt x="123" y="66"/>
                  </a:cubicBezTo>
                  <a:cubicBezTo>
                    <a:pt x="103" y="66"/>
                    <a:pt x="103" y="66"/>
                    <a:pt x="103" y="66"/>
                  </a:cubicBezTo>
                  <a:cubicBezTo>
                    <a:pt x="103" y="57"/>
                    <a:pt x="102" y="49"/>
                    <a:pt x="101" y="42"/>
                  </a:cubicBezTo>
                  <a:lnTo>
                    <a:pt x="117" y="42"/>
                  </a:lnTo>
                  <a:close/>
                  <a:moveTo>
                    <a:pt x="115" y="38"/>
                  </a:moveTo>
                  <a:cubicBezTo>
                    <a:pt x="99" y="38"/>
                    <a:pt x="99" y="38"/>
                    <a:pt x="99" y="38"/>
                  </a:cubicBezTo>
                  <a:cubicBezTo>
                    <a:pt x="97" y="28"/>
                    <a:pt x="92" y="21"/>
                    <a:pt x="88" y="15"/>
                  </a:cubicBezTo>
                  <a:cubicBezTo>
                    <a:pt x="99" y="20"/>
                    <a:pt x="109" y="28"/>
                    <a:pt x="115" y="38"/>
                  </a:cubicBezTo>
                  <a:close/>
                  <a:moveTo>
                    <a:pt x="72" y="12"/>
                  </a:moveTo>
                  <a:cubicBezTo>
                    <a:pt x="72" y="12"/>
                    <a:pt x="72" y="12"/>
                    <a:pt x="72" y="12"/>
                  </a:cubicBezTo>
                  <a:cubicBezTo>
                    <a:pt x="78" y="16"/>
                    <a:pt x="86" y="24"/>
                    <a:pt x="90" y="38"/>
                  </a:cubicBezTo>
                  <a:cubicBezTo>
                    <a:pt x="72" y="38"/>
                    <a:pt x="72" y="38"/>
                    <a:pt x="72" y="38"/>
                  </a:cubicBezTo>
                  <a:lnTo>
                    <a:pt x="72" y="12"/>
                  </a:lnTo>
                  <a:close/>
                  <a:moveTo>
                    <a:pt x="72" y="42"/>
                  </a:moveTo>
                  <a:cubicBezTo>
                    <a:pt x="92" y="42"/>
                    <a:pt x="92" y="42"/>
                    <a:pt x="92" y="42"/>
                  </a:cubicBezTo>
                  <a:cubicBezTo>
                    <a:pt x="94" y="49"/>
                    <a:pt x="95" y="57"/>
                    <a:pt x="95" y="66"/>
                  </a:cubicBezTo>
                  <a:cubicBezTo>
                    <a:pt x="72" y="66"/>
                    <a:pt x="72" y="66"/>
                    <a:pt x="72" y="66"/>
                  </a:cubicBezTo>
                  <a:lnTo>
                    <a:pt x="72" y="42"/>
                  </a:lnTo>
                  <a:close/>
                  <a:moveTo>
                    <a:pt x="72" y="71"/>
                  </a:moveTo>
                  <a:cubicBezTo>
                    <a:pt x="95" y="71"/>
                    <a:pt x="95" y="71"/>
                    <a:pt x="95" y="71"/>
                  </a:cubicBezTo>
                  <a:cubicBezTo>
                    <a:pt x="94" y="80"/>
                    <a:pt x="93" y="88"/>
                    <a:pt x="91" y="95"/>
                  </a:cubicBezTo>
                  <a:cubicBezTo>
                    <a:pt x="72" y="95"/>
                    <a:pt x="72" y="95"/>
                    <a:pt x="72" y="95"/>
                  </a:cubicBezTo>
                  <a:lnTo>
                    <a:pt x="72" y="71"/>
                  </a:lnTo>
                  <a:close/>
                  <a:moveTo>
                    <a:pt x="72" y="123"/>
                  </a:moveTo>
                  <a:cubicBezTo>
                    <a:pt x="72" y="99"/>
                    <a:pt x="72" y="99"/>
                    <a:pt x="72" y="99"/>
                  </a:cubicBezTo>
                  <a:cubicBezTo>
                    <a:pt x="89" y="99"/>
                    <a:pt x="89" y="99"/>
                    <a:pt x="89" y="99"/>
                  </a:cubicBezTo>
                  <a:cubicBezTo>
                    <a:pt x="84" y="112"/>
                    <a:pt x="77" y="119"/>
                    <a:pt x="72" y="123"/>
                  </a:cubicBezTo>
                  <a:close/>
                  <a:moveTo>
                    <a:pt x="87" y="120"/>
                  </a:moveTo>
                  <a:cubicBezTo>
                    <a:pt x="91" y="115"/>
                    <a:pt x="95" y="108"/>
                    <a:pt x="99" y="99"/>
                  </a:cubicBezTo>
                  <a:cubicBezTo>
                    <a:pt x="114" y="99"/>
                    <a:pt x="114" y="99"/>
                    <a:pt x="114" y="99"/>
                  </a:cubicBezTo>
                  <a:cubicBezTo>
                    <a:pt x="107" y="109"/>
                    <a:pt x="98" y="116"/>
                    <a:pt x="87" y="120"/>
                  </a:cubicBezTo>
                  <a:close/>
                  <a:moveTo>
                    <a:pt x="116" y="95"/>
                  </a:moveTo>
                  <a:cubicBezTo>
                    <a:pt x="100" y="95"/>
                    <a:pt x="100" y="95"/>
                    <a:pt x="100" y="95"/>
                  </a:cubicBezTo>
                  <a:cubicBezTo>
                    <a:pt x="102" y="88"/>
                    <a:pt x="103" y="80"/>
                    <a:pt x="103" y="71"/>
                  </a:cubicBezTo>
                  <a:cubicBezTo>
                    <a:pt x="123" y="71"/>
                    <a:pt x="123" y="71"/>
                    <a:pt x="123" y="71"/>
                  </a:cubicBezTo>
                  <a:cubicBezTo>
                    <a:pt x="123" y="79"/>
                    <a:pt x="121" y="87"/>
                    <a:pt x="116" y="9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12"/>
            <p:cNvSpPr>
              <a:spLocks noEditPoints="1"/>
            </p:cNvSpPr>
            <p:nvPr/>
          </p:nvSpPr>
          <p:spPr bwMode="auto">
            <a:xfrm>
              <a:off x="2030413" y="11113"/>
              <a:ext cx="442913" cy="515938"/>
            </a:xfrm>
            <a:custGeom>
              <a:avLst/>
              <a:gdLst>
                <a:gd name="T0" fmla="*/ 51 w 118"/>
                <a:gd name="T1" fmla="*/ 0 h 135"/>
                <a:gd name="T2" fmla="*/ 0 w 118"/>
                <a:gd name="T3" fmla="*/ 24 h 135"/>
                <a:gd name="T4" fmla="*/ 12 w 118"/>
                <a:gd name="T5" fmla="*/ 27 h 135"/>
                <a:gd name="T6" fmla="*/ 30 w 118"/>
                <a:gd name="T7" fmla="*/ 16 h 135"/>
                <a:gd name="T8" fmla="*/ 21 w 118"/>
                <a:gd name="T9" fmla="*/ 32 h 135"/>
                <a:gd name="T10" fmla="*/ 28 w 118"/>
                <a:gd name="T11" fmla="*/ 37 h 135"/>
                <a:gd name="T12" fmla="*/ 46 w 118"/>
                <a:gd name="T13" fmla="*/ 12 h 135"/>
                <a:gd name="T14" fmla="*/ 47 w 118"/>
                <a:gd name="T15" fmla="*/ 12 h 135"/>
                <a:gd name="T16" fmla="*/ 47 w 118"/>
                <a:gd name="T17" fmla="*/ 38 h 135"/>
                <a:gd name="T18" fmla="*/ 30 w 118"/>
                <a:gd name="T19" fmla="*/ 38 h 135"/>
                <a:gd name="T20" fmla="*/ 35 w 118"/>
                <a:gd name="T21" fmla="*/ 42 h 135"/>
                <a:gd name="T22" fmla="*/ 47 w 118"/>
                <a:gd name="T23" fmla="*/ 42 h 135"/>
                <a:gd name="T24" fmla="*/ 47 w 118"/>
                <a:gd name="T25" fmla="*/ 58 h 135"/>
                <a:gd name="T26" fmla="*/ 55 w 118"/>
                <a:gd name="T27" fmla="*/ 82 h 135"/>
                <a:gd name="T28" fmla="*/ 55 w 118"/>
                <a:gd name="T29" fmla="*/ 71 h 135"/>
                <a:gd name="T30" fmla="*/ 78 w 118"/>
                <a:gd name="T31" fmla="*/ 71 h 135"/>
                <a:gd name="T32" fmla="*/ 74 w 118"/>
                <a:gd name="T33" fmla="*/ 95 h 135"/>
                <a:gd name="T34" fmla="*/ 56 w 118"/>
                <a:gd name="T35" fmla="*/ 95 h 135"/>
                <a:gd name="T36" fmla="*/ 56 w 118"/>
                <a:gd name="T37" fmla="*/ 99 h 135"/>
                <a:gd name="T38" fmla="*/ 73 w 118"/>
                <a:gd name="T39" fmla="*/ 99 h 135"/>
                <a:gd name="T40" fmla="*/ 55 w 118"/>
                <a:gd name="T41" fmla="*/ 123 h 135"/>
                <a:gd name="T42" fmla="*/ 55 w 118"/>
                <a:gd name="T43" fmla="*/ 104 h 135"/>
                <a:gd name="T44" fmla="*/ 42 w 118"/>
                <a:gd name="T45" fmla="*/ 135 h 135"/>
                <a:gd name="T46" fmla="*/ 51 w 118"/>
                <a:gd name="T47" fmla="*/ 135 h 135"/>
                <a:gd name="T48" fmla="*/ 118 w 118"/>
                <a:gd name="T49" fmla="*/ 68 h 135"/>
                <a:gd name="T50" fmla="*/ 51 w 118"/>
                <a:gd name="T51" fmla="*/ 0 h 135"/>
                <a:gd name="T52" fmla="*/ 101 w 118"/>
                <a:gd name="T53" fmla="*/ 42 h 135"/>
                <a:gd name="T54" fmla="*/ 107 w 118"/>
                <a:gd name="T55" fmla="*/ 66 h 135"/>
                <a:gd name="T56" fmla="*/ 87 w 118"/>
                <a:gd name="T57" fmla="*/ 66 h 135"/>
                <a:gd name="T58" fmla="*/ 84 w 118"/>
                <a:gd name="T59" fmla="*/ 42 h 135"/>
                <a:gd name="T60" fmla="*/ 101 w 118"/>
                <a:gd name="T61" fmla="*/ 42 h 135"/>
                <a:gd name="T62" fmla="*/ 98 w 118"/>
                <a:gd name="T63" fmla="*/ 38 h 135"/>
                <a:gd name="T64" fmla="*/ 83 w 118"/>
                <a:gd name="T65" fmla="*/ 38 h 135"/>
                <a:gd name="T66" fmla="*/ 71 w 118"/>
                <a:gd name="T67" fmla="*/ 16 h 135"/>
                <a:gd name="T68" fmla="*/ 98 w 118"/>
                <a:gd name="T69" fmla="*/ 38 h 135"/>
                <a:gd name="T70" fmla="*/ 55 w 118"/>
                <a:gd name="T71" fmla="*/ 12 h 135"/>
                <a:gd name="T72" fmla="*/ 55 w 118"/>
                <a:gd name="T73" fmla="*/ 12 h 135"/>
                <a:gd name="T74" fmla="*/ 74 w 118"/>
                <a:gd name="T75" fmla="*/ 38 h 135"/>
                <a:gd name="T76" fmla="*/ 55 w 118"/>
                <a:gd name="T77" fmla="*/ 38 h 135"/>
                <a:gd name="T78" fmla="*/ 55 w 118"/>
                <a:gd name="T79" fmla="*/ 12 h 135"/>
                <a:gd name="T80" fmla="*/ 55 w 118"/>
                <a:gd name="T81" fmla="*/ 66 h 135"/>
                <a:gd name="T82" fmla="*/ 55 w 118"/>
                <a:gd name="T83" fmla="*/ 42 h 135"/>
                <a:gd name="T84" fmla="*/ 75 w 118"/>
                <a:gd name="T85" fmla="*/ 42 h 135"/>
                <a:gd name="T86" fmla="*/ 78 w 118"/>
                <a:gd name="T87" fmla="*/ 66 h 135"/>
                <a:gd name="T88" fmla="*/ 55 w 118"/>
                <a:gd name="T89" fmla="*/ 66 h 135"/>
                <a:gd name="T90" fmla="*/ 70 w 118"/>
                <a:gd name="T91" fmla="*/ 120 h 135"/>
                <a:gd name="T92" fmla="*/ 82 w 118"/>
                <a:gd name="T93" fmla="*/ 99 h 135"/>
                <a:gd name="T94" fmla="*/ 97 w 118"/>
                <a:gd name="T95" fmla="*/ 99 h 135"/>
                <a:gd name="T96" fmla="*/ 70 w 118"/>
                <a:gd name="T97" fmla="*/ 120 h 135"/>
                <a:gd name="T98" fmla="*/ 100 w 118"/>
                <a:gd name="T99" fmla="*/ 95 h 135"/>
                <a:gd name="T100" fmla="*/ 83 w 118"/>
                <a:gd name="T101" fmla="*/ 95 h 135"/>
                <a:gd name="T102" fmla="*/ 87 w 118"/>
                <a:gd name="T103" fmla="*/ 71 h 135"/>
                <a:gd name="T104" fmla="*/ 107 w 118"/>
                <a:gd name="T105" fmla="*/ 71 h 135"/>
                <a:gd name="T106" fmla="*/ 100 w 118"/>
                <a:gd name="T107" fmla="*/ 9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8" h="135">
                  <a:moveTo>
                    <a:pt x="51" y="0"/>
                  </a:moveTo>
                  <a:cubicBezTo>
                    <a:pt x="30" y="0"/>
                    <a:pt x="12" y="9"/>
                    <a:pt x="0" y="24"/>
                  </a:cubicBezTo>
                  <a:cubicBezTo>
                    <a:pt x="4" y="25"/>
                    <a:pt x="8" y="26"/>
                    <a:pt x="12" y="27"/>
                  </a:cubicBezTo>
                  <a:cubicBezTo>
                    <a:pt x="17" y="23"/>
                    <a:pt x="23" y="19"/>
                    <a:pt x="30" y="16"/>
                  </a:cubicBezTo>
                  <a:cubicBezTo>
                    <a:pt x="27" y="20"/>
                    <a:pt x="23" y="25"/>
                    <a:pt x="21" y="32"/>
                  </a:cubicBezTo>
                  <a:cubicBezTo>
                    <a:pt x="23" y="33"/>
                    <a:pt x="26" y="35"/>
                    <a:pt x="28" y="37"/>
                  </a:cubicBezTo>
                  <a:cubicBezTo>
                    <a:pt x="33" y="23"/>
                    <a:pt x="41" y="16"/>
                    <a:pt x="46" y="12"/>
                  </a:cubicBezTo>
                  <a:cubicBezTo>
                    <a:pt x="46" y="12"/>
                    <a:pt x="46" y="12"/>
                    <a:pt x="47" y="12"/>
                  </a:cubicBezTo>
                  <a:cubicBezTo>
                    <a:pt x="47" y="38"/>
                    <a:pt x="47" y="38"/>
                    <a:pt x="47" y="38"/>
                  </a:cubicBezTo>
                  <a:cubicBezTo>
                    <a:pt x="30" y="38"/>
                    <a:pt x="30" y="38"/>
                    <a:pt x="30" y="38"/>
                  </a:cubicBezTo>
                  <a:cubicBezTo>
                    <a:pt x="32" y="40"/>
                    <a:pt x="33" y="41"/>
                    <a:pt x="35" y="42"/>
                  </a:cubicBezTo>
                  <a:cubicBezTo>
                    <a:pt x="47" y="42"/>
                    <a:pt x="47" y="42"/>
                    <a:pt x="47" y="42"/>
                  </a:cubicBezTo>
                  <a:cubicBezTo>
                    <a:pt x="47" y="58"/>
                    <a:pt x="47" y="58"/>
                    <a:pt x="47" y="58"/>
                  </a:cubicBezTo>
                  <a:cubicBezTo>
                    <a:pt x="51" y="65"/>
                    <a:pt x="54" y="73"/>
                    <a:pt x="55" y="82"/>
                  </a:cubicBezTo>
                  <a:cubicBezTo>
                    <a:pt x="55" y="71"/>
                    <a:pt x="55" y="71"/>
                    <a:pt x="55" y="71"/>
                  </a:cubicBezTo>
                  <a:cubicBezTo>
                    <a:pt x="78" y="71"/>
                    <a:pt x="78" y="71"/>
                    <a:pt x="78" y="71"/>
                  </a:cubicBezTo>
                  <a:cubicBezTo>
                    <a:pt x="78" y="80"/>
                    <a:pt x="76" y="88"/>
                    <a:pt x="74" y="95"/>
                  </a:cubicBezTo>
                  <a:cubicBezTo>
                    <a:pt x="56" y="95"/>
                    <a:pt x="56" y="95"/>
                    <a:pt x="56" y="95"/>
                  </a:cubicBezTo>
                  <a:cubicBezTo>
                    <a:pt x="56" y="96"/>
                    <a:pt x="56" y="98"/>
                    <a:pt x="56" y="99"/>
                  </a:cubicBezTo>
                  <a:cubicBezTo>
                    <a:pt x="73" y="99"/>
                    <a:pt x="73" y="99"/>
                    <a:pt x="73" y="99"/>
                  </a:cubicBezTo>
                  <a:cubicBezTo>
                    <a:pt x="68" y="112"/>
                    <a:pt x="60" y="119"/>
                    <a:pt x="55" y="123"/>
                  </a:cubicBezTo>
                  <a:cubicBezTo>
                    <a:pt x="55" y="104"/>
                    <a:pt x="55" y="104"/>
                    <a:pt x="55" y="104"/>
                  </a:cubicBezTo>
                  <a:cubicBezTo>
                    <a:pt x="53" y="116"/>
                    <a:pt x="49" y="126"/>
                    <a:pt x="42" y="135"/>
                  </a:cubicBezTo>
                  <a:cubicBezTo>
                    <a:pt x="45" y="135"/>
                    <a:pt x="48" y="135"/>
                    <a:pt x="51" y="135"/>
                  </a:cubicBezTo>
                  <a:cubicBezTo>
                    <a:pt x="88" y="135"/>
                    <a:pt x="118" y="105"/>
                    <a:pt x="118" y="68"/>
                  </a:cubicBezTo>
                  <a:cubicBezTo>
                    <a:pt x="118" y="31"/>
                    <a:pt x="88" y="0"/>
                    <a:pt x="51" y="0"/>
                  </a:cubicBezTo>
                  <a:close/>
                  <a:moveTo>
                    <a:pt x="101" y="42"/>
                  </a:moveTo>
                  <a:cubicBezTo>
                    <a:pt x="104" y="50"/>
                    <a:pt x="107" y="58"/>
                    <a:pt x="107" y="66"/>
                  </a:cubicBezTo>
                  <a:cubicBezTo>
                    <a:pt x="87" y="66"/>
                    <a:pt x="87" y="66"/>
                    <a:pt x="87" y="66"/>
                  </a:cubicBezTo>
                  <a:cubicBezTo>
                    <a:pt x="87" y="57"/>
                    <a:pt x="85" y="49"/>
                    <a:pt x="84" y="42"/>
                  </a:cubicBezTo>
                  <a:lnTo>
                    <a:pt x="101" y="42"/>
                  </a:lnTo>
                  <a:close/>
                  <a:moveTo>
                    <a:pt x="98" y="38"/>
                  </a:moveTo>
                  <a:cubicBezTo>
                    <a:pt x="83" y="38"/>
                    <a:pt x="83" y="38"/>
                    <a:pt x="83" y="38"/>
                  </a:cubicBezTo>
                  <a:cubicBezTo>
                    <a:pt x="80" y="29"/>
                    <a:pt x="76" y="21"/>
                    <a:pt x="71" y="16"/>
                  </a:cubicBezTo>
                  <a:cubicBezTo>
                    <a:pt x="83" y="20"/>
                    <a:pt x="92" y="28"/>
                    <a:pt x="98" y="38"/>
                  </a:cubicBezTo>
                  <a:close/>
                  <a:moveTo>
                    <a:pt x="55" y="12"/>
                  </a:moveTo>
                  <a:cubicBezTo>
                    <a:pt x="55" y="12"/>
                    <a:pt x="55" y="12"/>
                    <a:pt x="55" y="12"/>
                  </a:cubicBezTo>
                  <a:cubicBezTo>
                    <a:pt x="61" y="16"/>
                    <a:pt x="69" y="24"/>
                    <a:pt x="74" y="38"/>
                  </a:cubicBezTo>
                  <a:cubicBezTo>
                    <a:pt x="55" y="38"/>
                    <a:pt x="55" y="38"/>
                    <a:pt x="55" y="38"/>
                  </a:cubicBezTo>
                  <a:lnTo>
                    <a:pt x="55" y="12"/>
                  </a:lnTo>
                  <a:close/>
                  <a:moveTo>
                    <a:pt x="55" y="66"/>
                  </a:moveTo>
                  <a:cubicBezTo>
                    <a:pt x="55" y="42"/>
                    <a:pt x="55" y="42"/>
                    <a:pt x="55" y="42"/>
                  </a:cubicBezTo>
                  <a:cubicBezTo>
                    <a:pt x="75" y="42"/>
                    <a:pt x="75" y="42"/>
                    <a:pt x="75" y="42"/>
                  </a:cubicBezTo>
                  <a:cubicBezTo>
                    <a:pt x="77" y="49"/>
                    <a:pt x="78" y="57"/>
                    <a:pt x="78" y="66"/>
                  </a:cubicBezTo>
                  <a:lnTo>
                    <a:pt x="55" y="66"/>
                  </a:lnTo>
                  <a:close/>
                  <a:moveTo>
                    <a:pt x="70" y="120"/>
                  </a:moveTo>
                  <a:cubicBezTo>
                    <a:pt x="74" y="115"/>
                    <a:pt x="79" y="108"/>
                    <a:pt x="82" y="99"/>
                  </a:cubicBezTo>
                  <a:cubicBezTo>
                    <a:pt x="97" y="99"/>
                    <a:pt x="97" y="99"/>
                    <a:pt x="97" y="99"/>
                  </a:cubicBezTo>
                  <a:cubicBezTo>
                    <a:pt x="91" y="109"/>
                    <a:pt x="81" y="116"/>
                    <a:pt x="70" y="120"/>
                  </a:cubicBezTo>
                  <a:close/>
                  <a:moveTo>
                    <a:pt x="100" y="95"/>
                  </a:moveTo>
                  <a:cubicBezTo>
                    <a:pt x="83" y="95"/>
                    <a:pt x="83" y="95"/>
                    <a:pt x="83" y="95"/>
                  </a:cubicBezTo>
                  <a:cubicBezTo>
                    <a:pt x="85" y="88"/>
                    <a:pt x="86" y="80"/>
                    <a:pt x="87" y="71"/>
                  </a:cubicBezTo>
                  <a:cubicBezTo>
                    <a:pt x="107" y="71"/>
                    <a:pt x="107" y="71"/>
                    <a:pt x="107" y="71"/>
                  </a:cubicBezTo>
                  <a:cubicBezTo>
                    <a:pt x="106" y="79"/>
                    <a:pt x="104" y="88"/>
                    <a:pt x="100" y="9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1" name="组合 10"/>
          <p:cNvGrpSpPr/>
          <p:nvPr/>
        </p:nvGrpSpPr>
        <p:grpSpPr>
          <a:xfrm>
            <a:off x="4783059" y="4257108"/>
            <a:ext cx="436685" cy="392606"/>
            <a:chOff x="3573463" y="14288"/>
            <a:chExt cx="676275" cy="608012"/>
          </a:xfrm>
          <a:solidFill>
            <a:schemeClr val="bg1">
              <a:lumMod val="75000"/>
            </a:schemeClr>
          </a:solidFill>
        </p:grpSpPr>
        <p:sp>
          <p:nvSpPr>
            <p:cNvPr id="12" name="Freeform 13"/>
            <p:cNvSpPr>
              <a:spLocks noEditPoints="1"/>
            </p:cNvSpPr>
            <p:nvPr/>
          </p:nvSpPr>
          <p:spPr bwMode="auto">
            <a:xfrm>
              <a:off x="3649663" y="14288"/>
              <a:ext cx="566738" cy="542925"/>
            </a:xfrm>
            <a:custGeom>
              <a:avLst/>
              <a:gdLst>
                <a:gd name="T0" fmla="*/ 128 w 151"/>
                <a:gd name="T1" fmla="*/ 0 h 142"/>
                <a:gd name="T2" fmla="*/ 144 w 151"/>
                <a:gd name="T3" fmla="*/ 0 h 142"/>
                <a:gd name="T4" fmla="*/ 151 w 151"/>
                <a:gd name="T5" fmla="*/ 8 h 142"/>
                <a:gd name="T6" fmla="*/ 151 w 151"/>
                <a:gd name="T7" fmla="*/ 141 h 142"/>
                <a:gd name="T8" fmla="*/ 121 w 151"/>
                <a:gd name="T9" fmla="*/ 141 h 142"/>
                <a:gd name="T10" fmla="*/ 121 w 151"/>
                <a:gd name="T11" fmla="*/ 8 h 142"/>
                <a:gd name="T12" fmla="*/ 128 w 151"/>
                <a:gd name="T13" fmla="*/ 0 h 142"/>
                <a:gd name="T14" fmla="*/ 87 w 151"/>
                <a:gd name="T15" fmla="*/ 58 h 142"/>
                <a:gd name="T16" fmla="*/ 104 w 151"/>
                <a:gd name="T17" fmla="*/ 58 h 142"/>
                <a:gd name="T18" fmla="*/ 111 w 151"/>
                <a:gd name="T19" fmla="*/ 66 h 142"/>
                <a:gd name="T20" fmla="*/ 111 w 151"/>
                <a:gd name="T21" fmla="*/ 141 h 142"/>
                <a:gd name="T22" fmla="*/ 80 w 151"/>
                <a:gd name="T23" fmla="*/ 141 h 142"/>
                <a:gd name="T24" fmla="*/ 80 w 151"/>
                <a:gd name="T25" fmla="*/ 66 h 142"/>
                <a:gd name="T26" fmla="*/ 87 w 151"/>
                <a:gd name="T27" fmla="*/ 58 h 142"/>
                <a:gd name="T28" fmla="*/ 47 w 151"/>
                <a:gd name="T29" fmla="*/ 84 h 142"/>
                <a:gd name="T30" fmla="*/ 64 w 151"/>
                <a:gd name="T31" fmla="*/ 84 h 142"/>
                <a:gd name="T32" fmla="*/ 71 w 151"/>
                <a:gd name="T33" fmla="*/ 92 h 142"/>
                <a:gd name="T34" fmla="*/ 71 w 151"/>
                <a:gd name="T35" fmla="*/ 142 h 142"/>
                <a:gd name="T36" fmla="*/ 40 w 151"/>
                <a:gd name="T37" fmla="*/ 142 h 142"/>
                <a:gd name="T38" fmla="*/ 40 w 151"/>
                <a:gd name="T39" fmla="*/ 92 h 142"/>
                <a:gd name="T40" fmla="*/ 47 w 151"/>
                <a:gd name="T41" fmla="*/ 84 h 142"/>
                <a:gd name="T42" fmla="*/ 7 w 151"/>
                <a:gd name="T43" fmla="*/ 103 h 142"/>
                <a:gd name="T44" fmla="*/ 24 w 151"/>
                <a:gd name="T45" fmla="*/ 103 h 142"/>
                <a:gd name="T46" fmla="*/ 30 w 151"/>
                <a:gd name="T47" fmla="*/ 111 h 142"/>
                <a:gd name="T48" fmla="*/ 30 w 151"/>
                <a:gd name="T49" fmla="*/ 142 h 142"/>
                <a:gd name="T50" fmla="*/ 0 w 151"/>
                <a:gd name="T51" fmla="*/ 142 h 142"/>
                <a:gd name="T52" fmla="*/ 0 w 151"/>
                <a:gd name="T53" fmla="*/ 111 h 142"/>
                <a:gd name="T54" fmla="*/ 7 w 151"/>
                <a:gd name="T55" fmla="*/ 103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1" h="142">
                  <a:moveTo>
                    <a:pt x="128" y="0"/>
                  </a:moveTo>
                  <a:cubicBezTo>
                    <a:pt x="144" y="0"/>
                    <a:pt x="144" y="0"/>
                    <a:pt x="144" y="0"/>
                  </a:cubicBezTo>
                  <a:cubicBezTo>
                    <a:pt x="148" y="0"/>
                    <a:pt x="151" y="4"/>
                    <a:pt x="151" y="8"/>
                  </a:cubicBezTo>
                  <a:cubicBezTo>
                    <a:pt x="151" y="141"/>
                    <a:pt x="151" y="141"/>
                    <a:pt x="151" y="141"/>
                  </a:cubicBezTo>
                  <a:cubicBezTo>
                    <a:pt x="121" y="141"/>
                    <a:pt x="121" y="141"/>
                    <a:pt x="121" y="141"/>
                  </a:cubicBezTo>
                  <a:cubicBezTo>
                    <a:pt x="121" y="8"/>
                    <a:pt x="121" y="8"/>
                    <a:pt x="121" y="8"/>
                  </a:cubicBezTo>
                  <a:cubicBezTo>
                    <a:pt x="121" y="4"/>
                    <a:pt x="124" y="0"/>
                    <a:pt x="128" y="0"/>
                  </a:cubicBezTo>
                  <a:close/>
                  <a:moveTo>
                    <a:pt x="87" y="58"/>
                  </a:moveTo>
                  <a:cubicBezTo>
                    <a:pt x="104" y="58"/>
                    <a:pt x="104" y="58"/>
                    <a:pt x="104" y="58"/>
                  </a:cubicBezTo>
                  <a:cubicBezTo>
                    <a:pt x="108" y="58"/>
                    <a:pt x="111" y="62"/>
                    <a:pt x="111" y="66"/>
                  </a:cubicBezTo>
                  <a:cubicBezTo>
                    <a:pt x="111" y="141"/>
                    <a:pt x="111" y="141"/>
                    <a:pt x="111" y="141"/>
                  </a:cubicBezTo>
                  <a:cubicBezTo>
                    <a:pt x="80" y="141"/>
                    <a:pt x="80" y="141"/>
                    <a:pt x="80" y="141"/>
                  </a:cubicBezTo>
                  <a:cubicBezTo>
                    <a:pt x="80" y="66"/>
                    <a:pt x="80" y="66"/>
                    <a:pt x="80" y="66"/>
                  </a:cubicBezTo>
                  <a:cubicBezTo>
                    <a:pt x="80" y="62"/>
                    <a:pt x="83" y="58"/>
                    <a:pt x="87" y="58"/>
                  </a:cubicBezTo>
                  <a:close/>
                  <a:moveTo>
                    <a:pt x="47" y="84"/>
                  </a:moveTo>
                  <a:cubicBezTo>
                    <a:pt x="64" y="84"/>
                    <a:pt x="64" y="84"/>
                    <a:pt x="64" y="84"/>
                  </a:cubicBezTo>
                  <a:cubicBezTo>
                    <a:pt x="68" y="84"/>
                    <a:pt x="71" y="88"/>
                    <a:pt x="71" y="92"/>
                  </a:cubicBezTo>
                  <a:cubicBezTo>
                    <a:pt x="71" y="142"/>
                    <a:pt x="71" y="142"/>
                    <a:pt x="71" y="142"/>
                  </a:cubicBezTo>
                  <a:cubicBezTo>
                    <a:pt x="40" y="142"/>
                    <a:pt x="40" y="142"/>
                    <a:pt x="40" y="142"/>
                  </a:cubicBezTo>
                  <a:cubicBezTo>
                    <a:pt x="40" y="92"/>
                    <a:pt x="40" y="92"/>
                    <a:pt x="40" y="92"/>
                  </a:cubicBezTo>
                  <a:cubicBezTo>
                    <a:pt x="40" y="88"/>
                    <a:pt x="43" y="84"/>
                    <a:pt x="47" y="84"/>
                  </a:cubicBezTo>
                  <a:close/>
                  <a:moveTo>
                    <a:pt x="7" y="103"/>
                  </a:moveTo>
                  <a:cubicBezTo>
                    <a:pt x="24" y="103"/>
                    <a:pt x="24" y="103"/>
                    <a:pt x="24" y="103"/>
                  </a:cubicBezTo>
                  <a:cubicBezTo>
                    <a:pt x="27" y="103"/>
                    <a:pt x="30" y="107"/>
                    <a:pt x="30" y="111"/>
                  </a:cubicBezTo>
                  <a:cubicBezTo>
                    <a:pt x="30" y="142"/>
                    <a:pt x="30" y="142"/>
                    <a:pt x="30" y="142"/>
                  </a:cubicBezTo>
                  <a:cubicBezTo>
                    <a:pt x="0" y="142"/>
                    <a:pt x="0" y="142"/>
                    <a:pt x="0" y="142"/>
                  </a:cubicBezTo>
                  <a:cubicBezTo>
                    <a:pt x="0" y="111"/>
                    <a:pt x="0" y="111"/>
                    <a:pt x="0" y="111"/>
                  </a:cubicBezTo>
                  <a:cubicBezTo>
                    <a:pt x="0" y="107"/>
                    <a:pt x="3" y="103"/>
                    <a:pt x="7"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4"/>
            <p:cNvSpPr>
              <a:spLocks/>
            </p:cNvSpPr>
            <p:nvPr/>
          </p:nvSpPr>
          <p:spPr bwMode="auto">
            <a:xfrm>
              <a:off x="3573463" y="76200"/>
              <a:ext cx="676275" cy="546100"/>
            </a:xfrm>
            <a:custGeom>
              <a:avLst/>
              <a:gdLst>
                <a:gd name="T0" fmla="*/ 176 w 180"/>
                <a:gd name="T1" fmla="*/ 134 h 143"/>
                <a:gd name="T2" fmla="*/ 9 w 180"/>
                <a:gd name="T3" fmla="*/ 134 h 143"/>
                <a:gd name="T4" fmla="*/ 9 w 180"/>
                <a:gd name="T5" fmla="*/ 4 h 143"/>
                <a:gd name="T6" fmla="*/ 5 w 180"/>
                <a:gd name="T7" fmla="*/ 0 h 143"/>
                <a:gd name="T8" fmla="*/ 4 w 180"/>
                <a:gd name="T9" fmla="*/ 0 h 143"/>
                <a:gd name="T10" fmla="*/ 0 w 180"/>
                <a:gd name="T11" fmla="*/ 4 h 143"/>
                <a:gd name="T12" fmla="*/ 0 w 180"/>
                <a:gd name="T13" fmla="*/ 139 h 143"/>
                <a:gd name="T14" fmla="*/ 4 w 180"/>
                <a:gd name="T15" fmla="*/ 143 h 143"/>
                <a:gd name="T16" fmla="*/ 5 w 180"/>
                <a:gd name="T17" fmla="*/ 143 h 143"/>
                <a:gd name="T18" fmla="*/ 5 w 180"/>
                <a:gd name="T19" fmla="*/ 143 h 143"/>
                <a:gd name="T20" fmla="*/ 176 w 180"/>
                <a:gd name="T21" fmla="*/ 143 h 143"/>
                <a:gd name="T22" fmla="*/ 180 w 180"/>
                <a:gd name="T23" fmla="*/ 139 h 143"/>
                <a:gd name="T24" fmla="*/ 180 w 180"/>
                <a:gd name="T25" fmla="*/ 139 h 143"/>
                <a:gd name="T26" fmla="*/ 176 w 180"/>
                <a:gd name="T27" fmla="*/ 134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0" h="143">
                  <a:moveTo>
                    <a:pt x="176" y="134"/>
                  </a:moveTo>
                  <a:cubicBezTo>
                    <a:pt x="9" y="134"/>
                    <a:pt x="9" y="134"/>
                    <a:pt x="9" y="134"/>
                  </a:cubicBezTo>
                  <a:cubicBezTo>
                    <a:pt x="9" y="4"/>
                    <a:pt x="9" y="4"/>
                    <a:pt x="9" y="4"/>
                  </a:cubicBezTo>
                  <a:cubicBezTo>
                    <a:pt x="9" y="2"/>
                    <a:pt x="7" y="0"/>
                    <a:pt x="5" y="0"/>
                  </a:cubicBezTo>
                  <a:cubicBezTo>
                    <a:pt x="4" y="0"/>
                    <a:pt x="4" y="0"/>
                    <a:pt x="4" y="0"/>
                  </a:cubicBezTo>
                  <a:cubicBezTo>
                    <a:pt x="2" y="0"/>
                    <a:pt x="0" y="2"/>
                    <a:pt x="0" y="4"/>
                  </a:cubicBezTo>
                  <a:cubicBezTo>
                    <a:pt x="0" y="139"/>
                    <a:pt x="0" y="139"/>
                    <a:pt x="0" y="139"/>
                  </a:cubicBezTo>
                  <a:cubicBezTo>
                    <a:pt x="0" y="142"/>
                    <a:pt x="2" y="143"/>
                    <a:pt x="4" y="143"/>
                  </a:cubicBezTo>
                  <a:cubicBezTo>
                    <a:pt x="5" y="143"/>
                    <a:pt x="5" y="143"/>
                    <a:pt x="5" y="143"/>
                  </a:cubicBezTo>
                  <a:cubicBezTo>
                    <a:pt x="5" y="143"/>
                    <a:pt x="5" y="143"/>
                    <a:pt x="5" y="143"/>
                  </a:cubicBezTo>
                  <a:cubicBezTo>
                    <a:pt x="176" y="143"/>
                    <a:pt x="176" y="143"/>
                    <a:pt x="176" y="143"/>
                  </a:cubicBezTo>
                  <a:cubicBezTo>
                    <a:pt x="179" y="143"/>
                    <a:pt x="180" y="141"/>
                    <a:pt x="180" y="139"/>
                  </a:cubicBezTo>
                  <a:cubicBezTo>
                    <a:pt x="180" y="139"/>
                    <a:pt x="180" y="139"/>
                    <a:pt x="180" y="139"/>
                  </a:cubicBezTo>
                  <a:cubicBezTo>
                    <a:pt x="180" y="136"/>
                    <a:pt x="179" y="134"/>
                    <a:pt x="176" y="1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4" name="组合 13"/>
          <p:cNvGrpSpPr>
            <a:grpSpLocks noChangeAspect="1"/>
          </p:cNvGrpSpPr>
          <p:nvPr/>
        </p:nvGrpSpPr>
        <p:grpSpPr>
          <a:xfrm>
            <a:off x="2583795" y="3395503"/>
            <a:ext cx="468000" cy="476715"/>
            <a:chOff x="5429250" y="6350"/>
            <a:chExt cx="596900" cy="608013"/>
          </a:xfrm>
          <a:solidFill>
            <a:schemeClr val="bg1">
              <a:lumMod val="75000"/>
            </a:schemeClr>
          </a:solidFill>
        </p:grpSpPr>
        <p:sp>
          <p:nvSpPr>
            <p:cNvPr id="15" name="Freeform 15"/>
            <p:cNvSpPr>
              <a:spLocks noEditPoints="1"/>
            </p:cNvSpPr>
            <p:nvPr/>
          </p:nvSpPr>
          <p:spPr bwMode="auto">
            <a:xfrm>
              <a:off x="5429250" y="6350"/>
              <a:ext cx="596900" cy="608013"/>
            </a:xfrm>
            <a:custGeom>
              <a:avLst/>
              <a:gdLst>
                <a:gd name="T0" fmla="*/ 79 w 159"/>
                <a:gd name="T1" fmla="*/ 0 h 159"/>
                <a:gd name="T2" fmla="*/ 0 w 159"/>
                <a:gd name="T3" fmla="*/ 80 h 159"/>
                <a:gd name="T4" fmla="*/ 79 w 159"/>
                <a:gd name="T5" fmla="*/ 159 h 159"/>
                <a:gd name="T6" fmla="*/ 159 w 159"/>
                <a:gd name="T7" fmla="*/ 80 h 159"/>
                <a:gd name="T8" fmla="*/ 79 w 159"/>
                <a:gd name="T9" fmla="*/ 0 h 159"/>
                <a:gd name="T10" fmla="*/ 79 w 159"/>
                <a:gd name="T11" fmla="*/ 146 h 159"/>
                <a:gd name="T12" fmla="*/ 13 w 159"/>
                <a:gd name="T13" fmla="*/ 80 h 159"/>
                <a:gd name="T14" fmla="*/ 79 w 159"/>
                <a:gd name="T15" fmla="*/ 14 h 159"/>
                <a:gd name="T16" fmla="*/ 145 w 159"/>
                <a:gd name="T17" fmla="*/ 80 h 159"/>
                <a:gd name="T18" fmla="*/ 79 w 159"/>
                <a:gd name="T19" fmla="*/ 146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9" h="159">
                  <a:moveTo>
                    <a:pt x="79" y="0"/>
                  </a:moveTo>
                  <a:cubicBezTo>
                    <a:pt x="35" y="0"/>
                    <a:pt x="0" y="36"/>
                    <a:pt x="0" y="80"/>
                  </a:cubicBezTo>
                  <a:cubicBezTo>
                    <a:pt x="0" y="124"/>
                    <a:pt x="35" y="159"/>
                    <a:pt x="79" y="159"/>
                  </a:cubicBezTo>
                  <a:cubicBezTo>
                    <a:pt x="123" y="159"/>
                    <a:pt x="159" y="124"/>
                    <a:pt x="159" y="80"/>
                  </a:cubicBezTo>
                  <a:cubicBezTo>
                    <a:pt x="159" y="36"/>
                    <a:pt x="123" y="0"/>
                    <a:pt x="79" y="0"/>
                  </a:cubicBezTo>
                  <a:close/>
                  <a:moveTo>
                    <a:pt x="79" y="146"/>
                  </a:moveTo>
                  <a:cubicBezTo>
                    <a:pt x="43" y="146"/>
                    <a:pt x="13" y="116"/>
                    <a:pt x="13" y="80"/>
                  </a:cubicBezTo>
                  <a:cubicBezTo>
                    <a:pt x="13" y="43"/>
                    <a:pt x="43" y="14"/>
                    <a:pt x="79" y="14"/>
                  </a:cubicBezTo>
                  <a:cubicBezTo>
                    <a:pt x="115" y="14"/>
                    <a:pt x="145" y="43"/>
                    <a:pt x="145" y="80"/>
                  </a:cubicBezTo>
                  <a:cubicBezTo>
                    <a:pt x="145" y="116"/>
                    <a:pt x="115" y="146"/>
                    <a:pt x="79" y="1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6"/>
            <p:cNvSpPr>
              <a:spLocks/>
            </p:cNvSpPr>
            <p:nvPr/>
          </p:nvSpPr>
          <p:spPr bwMode="auto">
            <a:xfrm>
              <a:off x="5616575" y="152400"/>
              <a:ext cx="247650" cy="190500"/>
            </a:xfrm>
            <a:custGeom>
              <a:avLst/>
              <a:gdLst>
                <a:gd name="T0" fmla="*/ 64 w 66"/>
                <a:gd name="T1" fmla="*/ 2 h 50"/>
                <a:gd name="T2" fmla="*/ 59 w 66"/>
                <a:gd name="T3" fmla="*/ 2 h 50"/>
                <a:gd name="T4" fmla="*/ 28 w 66"/>
                <a:gd name="T5" fmla="*/ 41 h 50"/>
                <a:gd name="T6" fmla="*/ 6 w 66"/>
                <a:gd name="T7" fmla="*/ 30 h 50"/>
                <a:gd name="T8" fmla="*/ 1 w 66"/>
                <a:gd name="T9" fmla="*/ 31 h 50"/>
                <a:gd name="T10" fmla="*/ 2 w 66"/>
                <a:gd name="T11" fmla="*/ 36 h 50"/>
                <a:gd name="T12" fmla="*/ 26 w 66"/>
                <a:gd name="T13" fmla="*/ 49 h 50"/>
                <a:gd name="T14" fmla="*/ 26 w 66"/>
                <a:gd name="T15" fmla="*/ 49 h 50"/>
                <a:gd name="T16" fmla="*/ 32 w 66"/>
                <a:gd name="T17" fmla="*/ 48 h 50"/>
                <a:gd name="T18" fmla="*/ 65 w 66"/>
                <a:gd name="T19" fmla="*/ 7 h 50"/>
                <a:gd name="T20" fmla="*/ 64 w 66"/>
                <a:gd name="T21"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 h="50">
                  <a:moveTo>
                    <a:pt x="64" y="2"/>
                  </a:moveTo>
                  <a:cubicBezTo>
                    <a:pt x="62" y="0"/>
                    <a:pt x="60" y="0"/>
                    <a:pt x="59" y="2"/>
                  </a:cubicBezTo>
                  <a:cubicBezTo>
                    <a:pt x="28" y="41"/>
                    <a:pt x="28" y="41"/>
                    <a:pt x="28" y="41"/>
                  </a:cubicBezTo>
                  <a:cubicBezTo>
                    <a:pt x="6" y="30"/>
                    <a:pt x="6" y="30"/>
                    <a:pt x="6" y="30"/>
                  </a:cubicBezTo>
                  <a:cubicBezTo>
                    <a:pt x="4" y="29"/>
                    <a:pt x="2" y="29"/>
                    <a:pt x="1" y="31"/>
                  </a:cubicBezTo>
                  <a:cubicBezTo>
                    <a:pt x="0" y="33"/>
                    <a:pt x="0" y="36"/>
                    <a:pt x="2" y="36"/>
                  </a:cubicBezTo>
                  <a:cubicBezTo>
                    <a:pt x="26" y="49"/>
                    <a:pt x="26" y="49"/>
                    <a:pt x="26" y="49"/>
                  </a:cubicBezTo>
                  <a:cubicBezTo>
                    <a:pt x="26" y="49"/>
                    <a:pt x="26" y="49"/>
                    <a:pt x="26" y="49"/>
                  </a:cubicBezTo>
                  <a:cubicBezTo>
                    <a:pt x="28" y="50"/>
                    <a:pt x="31" y="50"/>
                    <a:pt x="32" y="48"/>
                  </a:cubicBezTo>
                  <a:cubicBezTo>
                    <a:pt x="65" y="7"/>
                    <a:pt x="65" y="7"/>
                    <a:pt x="65" y="7"/>
                  </a:cubicBezTo>
                  <a:cubicBezTo>
                    <a:pt x="66" y="5"/>
                    <a:pt x="66" y="3"/>
                    <a:pt x="6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7"/>
            <p:cNvSpPr>
              <a:spLocks/>
            </p:cNvSpPr>
            <p:nvPr/>
          </p:nvSpPr>
          <p:spPr bwMode="auto">
            <a:xfrm>
              <a:off x="5899150" y="301625"/>
              <a:ext cx="55563" cy="26988"/>
            </a:xfrm>
            <a:custGeom>
              <a:avLst/>
              <a:gdLst>
                <a:gd name="T0" fmla="*/ 4 w 15"/>
                <a:gd name="T1" fmla="*/ 7 h 7"/>
                <a:gd name="T2" fmla="*/ 0 w 15"/>
                <a:gd name="T3" fmla="*/ 3 h 7"/>
                <a:gd name="T4" fmla="*/ 4 w 15"/>
                <a:gd name="T5" fmla="*/ 0 h 7"/>
                <a:gd name="T6" fmla="*/ 11 w 15"/>
                <a:gd name="T7" fmla="*/ 0 h 7"/>
                <a:gd name="T8" fmla="*/ 15 w 15"/>
                <a:gd name="T9" fmla="*/ 4 h 7"/>
                <a:gd name="T10" fmla="*/ 11 w 15"/>
                <a:gd name="T11" fmla="*/ 7 h 7"/>
                <a:gd name="T12" fmla="*/ 4 w 15"/>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15" h="7">
                  <a:moveTo>
                    <a:pt x="4" y="7"/>
                  </a:moveTo>
                  <a:cubicBezTo>
                    <a:pt x="2" y="7"/>
                    <a:pt x="0" y="5"/>
                    <a:pt x="0" y="3"/>
                  </a:cubicBezTo>
                  <a:cubicBezTo>
                    <a:pt x="0" y="1"/>
                    <a:pt x="2" y="0"/>
                    <a:pt x="4" y="0"/>
                  </a:cubicBezTo>
                  <a:cubicBezTo>
                    <a:pt x="11" y="0"/>
                    <a:pt x="11" y="0"/>
                    <a:pt x="11" y="0"/>
                  </a:cubicBezTo>
                  <a:cubicBezTo>
                    <a:pt x="13" y="0"/>
                    <a:pt x="15" y="1"/>
                    <a:pt x="15" y="4"/>
                  </a:cubicBezTo>
                  <a:cubicBezTo>
                    <a:pt x="15" y="6"/>
                    <a:pt x="13" y="7"/>
                    <a:pt x="11" y="7"/>
                  </a:cubicBezTo>
                  <a:lnTo>
                    <a:pt x="4"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8"/>
            <p:cNvSpPr>
              <a:spLocks/>
            </p:cNvSpPr>
            <p:nvPr/>
          </p:nvSpPr>
          <p:spPr bwMode="auto">
            <a:xfrm>
              <a:off x="5492750" y="293688"/>
              <a:ext cx="52388" cy="30163"/>
            </a:xfrm>
            <a:custGeom>
              <a:avLst/>
              <a:gdLst>
                <a:gd name="T0" fmla="*/ 4 w 14"/>
                <a:gd name="T1" fmla="*/ 8 h 8"/>
                <a:gd name="T2" fmla="*/ 0 w 14"/>
                <a:gd name="T3" fmla="*/ 4 h 8"/>
                <a:gd name="T4" fmla="*/ 4 w 14"/>
                <a:gd name="T5" fmla="*/ 0 h 8"/>
                <a:gd name="T6" fmla="*/ 11 w 14"/>
                <a:gd name="T7" fmla="*/ 0 h 8"/>
                <a:gd name="T8" fmla="*/ 14 w 14"/>
                <a:gd name="T9" fmla="*/ 4 h 8"/>
                <a:gd name="T10" fmla="*/ 11 w 14"/>
                <a:gd name="T11" fmla="*/ 8 h 8"/>
                <a:gd name="T12" fmla="*/ 4 w 14"/>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4" h="8">
                  <a:moveTo>
                    <a:pt x="4" y="8"/>
                  </a:moveTo>
                  <a:cubicBezTo>
                    <a:pt x="2" y="8"/>
                    <a:pt x="0" y="6"/>
                    <a:pt x="0" y="4"/>
                  </a:cubicBezTo>
                  <a:cubicBezTo>
                    <a:pt x="0" y="2"/>
                    <a:pt x="2" y="0"/>
                    <a:pt x="4" y="0"/>
                  </a:cubicBezTo>
                  <a:cubicBezTo>
                    <a:pt x="11" y="0"/>
                    <a:pt x="11" y="0"/>
                    <a:pt x="11" y="0"/>
                  </a:cubicBezTo>
                  <a:cubicBezTo>
                    <a:pt x="13" y="0"/>
                    <a:pt x="14" y="2"/>
                    <a:pt x="14" y="4"/>
                  </a:cubicBezTo>
                  <a:cubicBezTo>
                    <a:pt x="14" y="6"/>
                    <a:pt x="13" y="8"/>
                    <a:pt x="11" y="8"/>
                  </a:cubicBezTo>
                  <a:lnTo>
                    <a:pt x="4"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9"/>
            <p:cNvSpPr>
              <a:spLocks/>
            </p:cNvSpPr>
            <p:nvPr/>
          </p:nvSpPr>
          <p:spPr bwMode="auto">
            <a:xfrm>
              <a:off x="5707063" y="492125"/>
              <a:ext cx="30163" cy="53975"/>
            </a:xfrm>
            <a:custGeom>
              <a:avLst/>
              <a:gdLst>
                <a:gd name="T0" fmla="*/ 0 w 8"/>
                <a:gd name="T1" fmla="*/ 3 h 14"/>
                <a:gd name="T2" fmla="*/ 4 w 8"/>
                <a:gd name="T3" fmla="*/ 0 h 14"/>
                <a:gd name="T4" fmla="*/ 8 w 8"/>
                <a:gd name="T5" fmla="*/ 4 h 14"/>
                <a:gd name="T6" fmla="*/ 8 w 8"/>
                <a:gd name="T7" fmla="*/ 10 h 14"/>
                <a:gd name="T8" fmla="*/ 4 w 8"/>
                <a:gd name="T9" fmla="*/ 14 h 14"/>
                <a:gd name="T10" fmla="*/ 0 w 8"/>
                <a:gd name="T11" fmla="*/ 10 h 14"/>
                <a:gd name="T12" fmla="*/ 0 w 8"/>
                <a:gd name="T13" fmla="*/ 3 h 14"/>
              </a:gdLst>
              <a:ahLst/>
              <a:cxnLst>
                <a:cxn ang="0">
                  <a:pos x="T0" y="T1"/>
                </a:cxn>
                <a:cxn ang="0">
                  <a:pos x="T2" y="T3"/>
                </a:cxn>
                <a:cxn ang="0">
                  <a:pos x="T4" y="T5"/>
                </a:cxn>
                <a:cxn ang="0">
                  <a:pos x="T6" y="T7"/>
                </a:cxn>
                <a:cxn ang="0">
                  <a:pos x="T8" y="T9"/>
                </a:cxn>
                <a:cxn ang="0">
                  <a:pos x="T10" y="T11"/>
                </a:cxn>
                <a:cxn ang="0">
                  <a:pos x="T12" y="T13"/>
                </a:cxn>
              </a:cxnLst>
              <a:rect l="0" t="0" r="r" b="b"/>
              <a:pathLst>
                <a:path w="8" h="14">
                  <a:moveTo>
                    <a:pt x="0" y="3"/>
                  </a:moveTo>
                  <a:cubicBezTo>
                    <a:pt x="0" y="1"/>
                    <a:pt x="2" y="0"/>
                    <a:pt x="4" y="0"/>
                  </a:cubicBezTo>
                  <a:cubicBezTo>
                    <a:pt x="6" y="0"/>
                    <a:pt x="8" y="1"/>
                    <a:pt x="8" y="4"/>
                  </a:cubicBezTo>
                  <a:cubicBezTo>
                    <a:pt x="8" y="10"/>
                    <a:pt x="8" y="10"/>
                    <a:pt x="8" y="10"/>
                  </a:cubicBezTo>
                  <a:cubicBezTo>
                    <a:pt x="7" y="12"/>
                    <a:pt x="6" y="14"/>
                    <a:pt x="4" y="14"/>
                  </a:cubicBezTo>
                  <a:cubicBezTo>
                    <a:pt x="2" y="14"/>
                    <a:pt x="0" y="12"/>
                    <a:pt x="0" y="10"/>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20"/>
            <p:cNvSpPr>
              <a:spLocks/>
            </p:cNvSpPr>
            <p:nvPr/>
          </p:nvSpPr>
          <p:spPr bwMode="auto">
            <a:xfrm>
              <a:off x="5710238" y="76200"/>
              <a:ext cx="30163" cy="57150"/>
            </a:xfrm>
            <a:custGeom>
              <a:avLst/>
              <a:gdLst>
                <a:gd name="T0" fmla="*/ 0 w 8"/>
                <a:gd name="T1" fmla="*/ 4 h 15"/>
                <a:gd name="T2" fmla="*/ 4 w 8"/>
                <a:gd name="T3" fmla="*/ 0 h 15"/>
                <a:gd name="T4" fmla="*/ 8 w 8"/>
                <a:gd name="T5" fmla="*/ 4 h 15"/>
                <a:gd name="T6" fmla="*/ 8 w 8"/>
                <a:gd name="T7" fmla="*/ 11 h 15"/>
                <a:gd name="T8" fmla="*/ 4 w 8"/>
                <a:gd name="T9" fmla="*/ 15 h 15"/>
                <a:gd name="T10" fmla="*/ 0 w 8"/>
                <a:gd name="T11" fmla="*/ 11 h 15"/>
                <a:gd name="T12" fmla="*/ 0 w 8"/>
                <a:gd name="T13" fmla="*/ 4 h 15"/>
              </a:gdLst>
              <a:ahLst/>
              <a:cxnLst>
                <a:cxn ang="0">
                  <a:pos x="T0" y="T1"/>
                </a:cxn>
                <a:cxn ang="0">
                  <a:pos x="T2" y="T3"/>
                </a:cxn>
                <a:cxn ang="0">
                  <a:pos x="T4" y="T5"/>
                </a:cxn>
                <a:cxn ang="0">
                  <a:pos x="T6" y="T7"/>
                </a:cxn>
                <a:cxn ang="0">
                  <a:pos x="T8" y="T9"/>
                </a:cxn>
                <a:cxn ang="0">
                  <a:pos x="T10" y="T11"/>
                </a:cxn>
                <a:cxn ang="0">
                  <a:pos x="T12" y="T13"/>
                </a:cxn>
              </a:cxnLst>
              <a:rect l="0" t="0" r="r" b="b"/>
              <a:pathLst>
                <a:path w="8" h="15">
                  <a:moveTo>
                    <a:pt x="0" y="4"/>
                  </a:moveTo>
                  <a:cubicBezTo>
                    <a:pt x="0" y="2"/>
                    <a:pt x="2" y="0"/>
                    <a:pt x="4" y="0"/>
                  </a:cubicBezTo>
                  <a:cubicBezTo>
                    <a:pt x="6" y="0"/>
                    <a:pt x="8" y="2"/>
                    <a:pt x="8" y="4"/>
                  </a:cubicBezTo>
                  <a:cubicBezTo>
                    <a:pt x="8" y="11"/>
                    <a:pt x="8" y="11"/>
                    <a:pt x="8" y="11"/>
                  </a:cubicBezTo>
                  <a:cubicBezTo>
                    <a:pt x="8" y="13"/>
                    <a:pt x="6" y="15"/>
                    <a:pt x="4" y="15"/>
                  </a:cubicBezTo>
                  <a:cubicBezTo>
                    <a:pt x="2" y="15"/>
                    <a:pt x="0" y="13"/>
                    <a:pt x="0" y="11"/>
                  </a:cubicBezTo>
                  <a:lnTo>
                    <a:pt x="0"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 name="组合 20"/>
          <p:cNvGrpSpPr>
            <a:grpSpLocks noChangeAspect="1"/>
          </p:cNvGrpSpPr>
          <p:nvPr/>
        </p:nvGrpSpPr>
        <p:grpSpPr>
          <a:xfrm>
            <a:off x="9109792" y="4200293"/>
            <a:ext cx="540000" cy="464208"/>
            <a:chOff x="2157413" y="2541588"/>
            <a:chExt cx="271463" cy="233362"/>
          </a:xfrm>
          <a:solidFill>
            <a:schemeClr val="bg1">
              <a:lumMod val="75000"/>
            </a:schemeClr>
          </a:solidFill>
        </p:grpSpPr>
        <p:sp>
          <p:nvSpPr>
            <p:cNvPr id="22" name="Freeform 86"/>
            <p:cNvSpPr>
              <a:spLocks noEditPoints="1"/>
            </p:cNvSpPr>
            <p:nvPr/>
          </p:nvSpPr>
          <p:spPr bwMode="auto">
            <a:xfrm>
              <a:off x="2157413" y="2593975"/>
              <a:ext cx="180975" cy="180975"/>
            </a:xfrm>
            <a:custGeom>
              <a:avLst/>
              <a:gdLst>
                <a:gd name="T0" fmla="*/ 48 w 48"/>
                <a:gd name="T1" fmla="*/ 27 h 48"/>
                <a:gd name="T2" fmla="*/ 48 w 48"/>
                <a:gd name="T3" fmla="*/ 21 h 48"/>
                <a:gd name="T4" fmla="*/ 43 w 48"/>
                <a:gd name="T5" fmla="*/ 21 h 48"/>
                <a:gd name="T6" fmla="*/ 40 w 48"/>
                <a:gd name="T7" fmla="*/ 13 h 48"/>
                <a:gd name="T8" fmla="*/ 43 w 48"/>
                <a:gd name="T9" fmla="*/ 9 h 48"/>
                <a:gd name="T10" fmla="*/ 39 w 48"/>
                <a:gd name="T11" fmla="*/ 5 h 48"/>
                <a:gd name="T12" fmla="*/ 36 w 48"/>
                <a:gd name="T13" fmla="*/ 9 h 48"/>
                <a:gd name="T14" fmla="*/ 27 w 48"/>
                <a:gd name="T15" fmla="*/ 5 h 48"/>
                <a:gd name="T16" fmla="*/ 27 w 48"/>
                <a:gd name="T17" fmla="*/ 0 h 48"/>
                <a:gd name="T18" fmla="*/ 21 w 48"/>
                <a:gd name="T19" fmla="*/ 0 h 48"/>
                <a:gd name="T20" fmla="*/ 21 w 48"/>
                <a:gd name="T21" fmla="*/ 5 h 48"/>
                <a:gd name="T22" fmla="*/ 12 w 48"/>
                <a:gd name="T23" fmla="*/ 9 h 48"/>
                <a:gd name="T24" fmla="*/ 9 w 48"/>
                <a:gd name="T25" fmla="*/ 5 h 48"/>
                <a:gd name="T26" fmla="*/ 5 w 48"/>
                <a:gd name="T27" fmla="*/ 9 h 48"/>
                <a:gd name="T28" fmla="*/ 8 w 48"/>
                <a:gd name="T29" fmla="*/ 13 h 48"/>
                <a:gd name="T30" fmla="*/ 5 w 48"/>
                <a:gd name="T31" fmla="*/ 22 h 48"/>
                <a:gd name="T32" fmla="*/ 0 w 48"/>
                <a:gd name="T33" fmla="*/ 22 h 48"/>
                <a:gd name="T34" fmla="*/ 0 w 48"/>
                <a:gd name="T35" fmla="*/ 27 h 48"/>
                <a:gd name="T36" fmla="*/ 5 w 48"/>
                <a:gd name="T37" fmla="*/ 27 h 48"/>
                <a:gd name="T38" fmla="*/ 8 w 48"/>
                <a:gd name="T39" fmla="*/ 36 h 48"/>
                <a:gd name="T40" fmla="*/ 5 w 48"/>
                <a:gd name="T41" fmla="*/ 39 h 48"/>
                <a:gd name="T42" fmla="*/ 9 w 48"/>
                <a:gd name="T43" fmla="*/ 43 h 48"/>
                <a:gd name="T44" fmla="*/ 12 w 48"/>
                <a:gd name="T45" fmla="*/ 40 h 48"/>
                <a:gd name="T46" fmla="*/ 21 w 48"/>
                <a:gd name="T47" fmla="*/ 44 h 48"/>
                <a:gd name="T48" fmla="*/ 21 w 48"/>
                <a:gd name="T49" fmla="*/ 48 h 48"/>
                <a:gd name="T50" fmla="*/ 27 w 48"/>
                <a:gd name="T51" fmla="*/ 48 h 48"/>
                <a:gd name="T52" fmla="*/ 27 w 48"/>
                <a:gd name="T53" fmla="*/ 44 h 48"/>
                <a:gd name="T54" fmla="*/ 36 w 48"/>
                <a:gd name="T55" fmla="*/ 40 h 48"/>
                <a:gd name="T56" fmla="*/ 39 w 48"/>
                <a:gd name="T57" fmla="*/ 43 h 48"/>
                <a:gd name="T58" fmla="*/ 43 w 48"/>
                <a:gd name="T59" fmla="*/ 39 h 48"/>
                <a:gd name="T60" fmla="*/ 40 w 48"/>
                <a:gd name="T61" fmla="*/ 36 h 48"/>
                <a:gd name="T62" fmla="*/ 43 w 48"/>
                <a:gd name="T63" fmla="*/ 27 h 48"/>
                <a:gd name="T64" fmla="*/ 48 w 48"/>
                <a:gd name="T65" fmla="*/ 27 h 48"/>
                <a:gd name="T66" fmla="*/ 24 w 48"/>
                <a:gd name="T67" fmla="*/ 39 h 48"/>
                <a:gd name="T68" fmla="*/ 10 w 48"/>
                <a:gd name="T69" fmla="*/ 24 h 48"/>
                <a:gd name="T70" fmla="*/ 24 w 48"/>
                <a:gd name="T71" fmla="*/ 10 h 48"/>
                <a:gd name="T72" fmla="*/ 38 w 48"/>
                <a:gd name="T73" fmla="*/ 24 h 48"/>
                <a:gd name="T74" fmla="*/ 24 w 48"/>
                <a:gd name="T75" fmla="*/ 39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8" h="48">
                  <a:moveTo>
                    <a:pt x="48" y="27"/>
                  </a:moveTo>
                  <a:cubicBezTo>
                    <a:pt x="48" y="21"/>
                    <a:pt x="48" y="21"/>
                    <a:pt x="48" y="21"/>
                  </a:cubicBezTo>
                  <a:cubicBezTo>
                    <a:pt x="43" y="21"/>
                    <a:pt x="43" y="21"/>
                    <a:pt x="43" y="21"/>
                  </a:cubicBezTo>
                  <a:cubicBezTo>
                    <a:pt x="43" y="18"/>
                    <a:pt x="42" y="15"/>
                    <a:pt x="40" y="13"/>
                  </a:cubicBezTo>
                  <a:cubicBezTo>
                    <a:pt x="43" y="9"/>
                    <a:pt x="43" y="9"/>
                    <a:pt x="43" y="9"/>
                  </a:cubicBezTo>
                  <a:cubicBezTo>
                    <a:pt x="39" y="5"/>
                    <a:pt x="39" y="5"/>
                    <a:pt x="39" y="5"/>
                  </a:cubicBezTo>
                  <a:cubicBezTo>
                    <a:pt x="36" y="9"/>
                    <a:pt x="36" y="9"/>
                    <a:pt x="36" y="9"/>
                  </a:cubicBezTo>
                  <a:cubicBezTo>
                    <a:pt x="33" y="7"/>
                    <a:pt x="30" y="5"/>
                    <a:pt x="27" y="5"/>
                  </a:cubicBezTo>
                  <a:cubicBezTo>
                    <a:pt x="27" y="0"/>
                    <a:pt x="27" y="0"/>
                    <a:pt x="27" y="0"/>
                  </a:cubicBezTo>
                  <a:cubicBezTo>
                    <a:pt x="21" y="0"/>
                    <a:pt x="21" y="0"/>
                    <a:pt x="21" y="0"/>
                  </a:cubicBezTo>
                  <a:cubicBezTo>
                    <a:pt x="21" y="5"/>
                    <a:pt x="21" y="5"/>
                    <a:pt x="21" y="5"/>
                  </a:cubicBezTo>
                  <a:cubicBezTo>
                    <a:pt x="18" y="5"/>
                    <a:pt x="15" y="7"/>
                    <a:pt x="12" y="9"/>
                  </a:cubicBezTo>
                  <a:cubicBezTo>
                    <a:pt x="9" y="5"/>
                    <a:pt x="9" y="5"/>
                    <a:pt x="9" y="5"/>
                  </a:cubicBezTo>
                  <a:cubicBezTo>
                    <a:pt x="5" y="9"/>
                    <a:pt x="5" y="9"/>
                    <a:pt x="5" y="9"/>
                  </a:cubicBezTo>
                  <a:cubicBezTo>
                    <a:pt x="8" y="13"/>
                    <a:pt x="8" y="13"/>
                    <a:pt x="8" y="13"/>
                  </a:cubicBezTo>
                  <a:cubicBezTo>
                    <a:pt x="6" y="15"/>
                    <a:pt x="5" y="18"/>
                    <a:pt x="5" y="22"/>
                  </a:cubicBezTo>
                  <a:cubicBezTo>
                    <a:pt x="0" y="22"/>
                    <a:pt x="0" y="22"/>
                    <a:pt x="0" y="22"/>
                  </a:cubicBezTo>
                  <a:cubicBezTo>
                    <a:pt x="0" y="27"/>
                    <a:pt x="0" y="27"/>
                    <a:pt x="0" y="27"/>
                  </a:cubicBezTo>
                  <a:cubicBezTo>
                    <a:pt x="5" y="27"/>
                    <a:pt x="5" y="27"/>
                    <a:pt x="5" y="27"/>
                  </a:cubicBezTo>
                  <a:cubicBezTo>
                    <a:pt x="5" y="31"/>
                    <a:pt x="6" y="34"/>
                    <a:pt x="8" y="36"/>
                  </a:cubicBezTo>
                  <a:cubicBezTo>
                    <a:pt x="5" y="39"/>
                    <a:pt x="5" y="39"/>
                    <a:pt x="5" y="39"/>
                  </a:cubicBezTo>
                  <a:cubicBezTo>
                    <a:pt x="9" y="43"/>
                    <a:pt x="9" y="43"/>
                    <a:pt x="9" y="43"/>
                  </a:cubicBezTo>
                  <a:cubicBezTo>
                    <a:pt x="12" y="40"/>
                    <a:pt x="12" y="40"/>
                    <a:pt x="12" y="40"/>
                  </a:cubicBezTo>
                  <a:cubicBezTo>
                    <a:pt x="15" y="42"/>
                    <a:pt x="18" y="43"/>
                    <a:pt x="21" y="44"/>
                  </a:cubicBezTo>
                  <a:cubicBezTo>
                    <a:pt x="21" y="48"/>
                    <a:pt x="21" y="48"/>
                    <a:pt x="21" y="48"/>
                  </a:cubicBezTo>
                  <a:cubicBezTo>
                    <a:pt x="27" y="48"/>
                    <a:pt x="27" y="48"/>
                    <a:pt x="27" y="48"/>
                  </a:cubicBezTo>
                  <a:cubicBezTo>
                    <a:pt x="27" y="44"/>
                    <a:pt x="27" y="44"/>
                    <a:pt x="27" y="44"/>
                  </a:cubicBezTo>
                  <a:cubicBezTo>
                    <a:pt x="30" y="43"/>
                    <a:pt x="33" y="42"/>
                    <a:pt x="36" y="40"/>
                  </a:cubicBezTo>
                  <a:cubicBezTo>
                    <a:pt x="39" y="43"/>
                    <a:pt x="39" y="43"/>
                    <a:pt x="39" y="43"/>
                  </a:cubicBezTo>
                  <a:cubicBezTo>
                    <a:pt x="43" y="39"/>
                    <a:pt x="43" y="39"/>
                    <a:pt x="43" y="39"/>
                  </a:cubicBezTo>
                  <a:cubicBezTo>
                    <a:pt x="40" y="36"/>
                    <a:pt x="40" y="36"/>
                    <a:pt x="40" y="36"/>
                  </a:cubicBezTo>
                  <a:cubicBezTo>
                    <a:pt x="42" y="33"/>
                    <a:pt x="43" y="30"/>
                    <a:pt x="43" y="27"/>
                  </a:cubicBezTo>
                  <a:lnTo>
                    <a:pt x="48" y="27"/>
                  </a:lnTo>
                  <a:close/>
                  <a:moveTo>
                    <a:pt x="24" y="39"/>
                  </a:moveTo>
                  <a:cubicBezTo>
                    <a:pt x="16" y="39"/>
                    <a:pt x="10" y="32"/>
                    <a:pt x="10" y="24"/>
                  </a:cubicBezTo>
                  <a:cubicBezTo>
                    <a:pt x="10" y="17"/>
                    <a:pt x="16" y="10"/>
                    <a:pt x="24" y="10"/>
                  </a:cubicBezTo>
                  <a:cubicBezTo>
                    <a:pt x="32" y="10"/>
                    <a:pt x="38" y="17"/>
                    <a:pt x="38" y="24"/>
                  </a:cubicBezTo>
                  <a:cubicBezTo>
                    <a:pt x="38" y="32"/>
                    <a:pt x="32" y="39"/>
                    <a:pt x="24" y="3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3" name="Freeform 87"/>
            <p:cNvSpPr>
              <a:spLocks noEditPoints="1"/>
            </p:cNvSpPr>
            <p:nvPr/>
          </p:nvSpPr>
          <p:spPr bwMode="auto">
            <a:xfrm>
              <a:off x="2338388" y="2670175"/>
              <a:ext cx="90488" cy="90488"/>
            </a:xfrm>
            <a:custGeom>
              <a:avLst/>
              <a:gdLst>
                <a:gd name="T0" fmla="*/ 19 w 24"/>
                <a:gd name="T1" fmla="*/ 6 h 24"/>
                <a:gd name="T2" fmla="*/ 21 w 24"/>
                <a:gd name="T3" fmla="*/ 4 h 24"/>
                <a:gd name="T4" fmla="*/ 19 w 24"/>
                <a:gd name="T5" fmla="*/ 2 h 24"/>
                <a:gd name="T6" fmla="*/ 17 w 24"/>
                <a:gd name="T7" fmla="*/ 4 h 24"/>
                <a:gd name="T8" fmla="*/ 13 w 24"/>
                <a:gd name="T9" fmla="*/ 2 h 24"/>
                <a:gd name="T10" fmla="*/ 13 w 24"/>
                <a:gd name="T11" fmla="*/ 0 h 24"/>
                <a:gd name="T12" fmla="*/ 10 w 24"/>
                <a:gd name="T13" fmla="*/ 0 h 24"/>
                <a:gd name="T14" fmla="*/ 10 w 24"/>
                <a:gd name="T15" fmla="*/ 2 h 24"/>
                <a:gd name="T16" fmla="*/ 6 w 24"/>
                <a:gd name="T17" fmla="*/ 4 h 24"/>
                <a:gd name="T18" fmla="*/ 4 w 24"/>
                <a:gd name="T19" fmla="*/ 2 h 24"/>
                <a:gd name="T20" fmla="*/ 2 w 24"/>
                <a:gd name="T21" fmla="*/ 4 h 24"/>
                <a:gd name="T22" fmla="*/ 4 w 24"/>
                <a:gd name="T23" fmla="*/ 6 h 24"/>
                <a:gd name="T24" fmla="*/ 2 w 24"/>
                <a:gd name="T25" fmla="*/ 10 h 24"/>
                <a:gd name="T26" fmla="*/ 0 w 24"/>
                <a:gd name="T27" fmla="*/ 10 h 24"/>
                <a:gd name="T28" fmla="*/ 0 w 24"/>
                <a:gd name="T29" fmla="*/ 13 h 24"/>
                <a:gd name="T30" fmla="*/ 2 w 24"/>
                <a:gd name="T31" fmla="*/ 13 h 24"/>
                <a:gd name="T32" fmla="*/ 4 w 24"/>
                <a:gd name="T33" fmla="*/ 18 h 24"/>
                <a:gd name="T34" fmla="*/ 2 w 24"/>
                <a:gd name="T35" fmla="*/ 19 h 24"/>
                <a:gd name="T36" fmla="*/ 4 w 24"/>
                <a:gd name="T37" fmla="*/ 21 h 24"/>
                <a:gd name="T38" fmla="*/ 6 w 24"/>
                <a:gd name="T39" fmla="*/ 20 h 24"/>
                <a:gd name="T40" fmla="*/ 10 w 24"/>
                <a:gd name="T41" fmla="*/ 21 h 24"/>
                <a:gd name="T42" fmla="*/ 10 w 24"/>
                <a:gd name="T43" fmla="*/ 24 h 24"/>
                <a:gd name="T44" fmla="*/ 13 w 24"/>
                <a:gd name="T45" fmla="*/ 24 h 24"/>
                <a:gd name="T46" fmla="*/ 13 w 24"/>
                <a:gd name="T47" fmla="*/ 21 h 24"/>
                <a:gd name="T48" fmla="*/ 17 w 24"/>
                <a:gd name="T49" fmla="*/ 19 h 24"/>
                <a:gd name="T50" fmla="*/ 19 w 24"/>
                <a:gd name="T51" fmla="*/ 21 h 24"/>
                <a:gd name="T52" fmla="*/ 21 w 24"/>
                <a:gd name="T53" fmla="*/ 19 h 24"/>
                <a:gd name="T54" fmla="*/ 19 w 24"/>
                <a:gd name="T55" fmla="*/ 17 h 24"/>
                <a:gd name="T56" fmla="*/ 21 w 24"/>
                <a:gd name="T57" fmla="*/ 13 h 24"/>
                <a:gd name="T58" fmla="*/ 24 w 24"/>
                <a:gd name="T59" fmla="*/ 13 h 24"/>
                <a:gd name="T60" fmla="*/ 24 w 24"/>
                <a:gd name="T61" fmla="*/ 10 h 24"/>
                <a:gd name="T62" fmla="*/ 21 w 24"/>
                <a:gd name="T63" fmla="*/ 10 h 24"/>
                <a:gd name="T64" fmla="*/ 19 w 24"/>
                <a:gd name="T65" fmla="*/ 6 h 24"/>
                <a:gd name="T66" fmla="*/ 12 w 24"/>
                <a:gd name="T67" fmla="*/ 19 h 24"/>
                <a:gd name="T68" fmla="*/ 4 w 24"/>
                <a:gd name="T69" fmla="*/ 12 h 24"/>
                <a:gd name="T70" fmla="*/ 12 w 24"/>
                <a:gd name="T71" fmla="*/ 5 h 24"/>
                <a:gd name="T72" fmla="*/ 19 w 24"/>
                <a:gd name="T73" fmla="*/ 12 h 24"/>
                <a:gd name="T74" fmla="*/ 12 w 24"/>
                <a:gd name="T75" fmla="*/ 1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 h="24">
                  <a:moveTo>
                    <a:pt x="19" y="6"/>
                  </a:moveTo>
                  <a:cubicBezTo>
                    <a:pt x="21" y="4"/>
                    <a:pt x="21" y="4"/>
                    <a:pt x="21" y="4"/>
                  </a:cubicBezTo>
                  <a:cubicBezTo>
                    <a:pt x="19" y="2"/>
                    <a:pt x="19" y="2"/>
                    <a:pt x="19" y="2"/>
                  </a:cubicBezTo>
                  <a:cubicBezTo>
                    <a:pt x="17" y="4"/>
                    <a:pt x="17" y="4"/>
                    <a:pt x="17" y="4"/>
                  </a:cubicBezTo>
                  <a:cubicBezTo>
                    <a:pt x="16" y="3"/>
                    <a:pt x="15" y="2"/>
                    <a:pt x="13" y="2"/>
                  </a:cubicBezTo>
                  <a:cubicBezTo>
                    <a:pt x="13" y="0"/>
                    <a:pt x="13" y="0"/>
                    <a:pt x="13" y="0"/>
                  </a:cubicBezTo>
                  <a:cubicBezTo>
                    <a:pt x="10" y="0"/>
                    <a:pt x="10" y="0"/>
                    <a:pt x="10" y="0"/>
                  </a:cubicBezTo>
                  <a:cubicBezTo>
                    <a:pt x="10" y="2"/>
                    <a:pt x="10" y="2"/>
                    <a:pt x="10" y="2"/>
                  </a:cubicBezTo>
                  <a:cubicBezTo>
                    <a:pt x="8" y="2"/>
                    <a:pt x="7" y="3"/>
                    <a:pt x="6" y="4"/>
                  </a:cubicBezTo>
                  <a:cubicBezTo>
                    <a:pt x="4" y="2"/>
                    <a:pt x="4" y="2"/>
                    <a:pt x="4" y="2"/>
                  </a:cubicBezTo>
                  <a:cubicBezTo>
                    <a:pt x="2" y="4"/>
                    <a:pt x="2" y="4"/>
                    <a:pt x="2" y="4"/>
                  </a:cubicBezTo>
                  <a:cubicBezTo>
                    <a:pt x="4" y="6"/>
                    <a:pt x="4" y="6"/>
                    <a:pt x="4" y="6"/>
                  </a:cubicBezTo>
                  <a:cubicBezTo>
                    <a:pt x="3" y="7"/>
                    <a:pt x="2" y="9"/>
                    <a:pt x="2" y="10"/>
                  </a:cubicBezTo>
                  <a:cubicBezTo>
                    <a:pt x="0" y="10"/>
                    <a:pt x="0" y="10"/>
                    <a:pt x="0" y="10"/>
                  </a:cubicBezTo>
                  <a:cubicBezTo>
                    <a:pt x="0" y="13"/>
                    <a:pt x="0" y="13"/>
                    <a:pt x="0" y="13"/>
                  </a:cubicBezTo>
                  <a:cubicBezTo>
                    <a:pt x="2" y="13"/>
                    <a:pt x="2" y="13"/>
                    <a:pt x="2" y="13"/>
                  </a:cubicBezTo>
                  <a:cubicBezTo>
                    <a:pt x="2" y="15"/>
                    <a:pt x="3" y="16"/>
                    <a:pt x="4" y="18"/>
                  </a:cubicBezTo>
                  <a:cubicBezTo>
                    <a:pt x="2" y="19"/>
                    <a:pt x="2" y="19"/>
                    <a:pt x="2" y="19"/>
                  </a:cubicBezTo>
                  <a:cubicBezTo>
                    <a:pt x="4" y="21"/>
                    <a:pt x="4" y="21"/>
                    <a:pt x="4" y="21"/>
                  </a:cubicBezTo>
                  <a:cubicBezTo>
                    <a:pt x="6" y="20"/>
                    <a:pt x="6" y="20"/>
                    <a:pt x="6" y="20"/>
                  </a:cubicBezTo>
                  <a:cubicBezTo>
                    <a:pt x="7" y="20"/>
                    <a:pt x="9" y="21"/>
                    <a:pt x="10" y="21"/>
                  </a:cubicBezTo>
                  <a:cubicBezTo>
                    <a:pt x="10" y="24"/>
                    <a:pt x="10" y="24"/>
                    <a:pt x="10" y="24"/>
                  </a:cubicBezTo>
                  <a:cubicBezTo>
                    <a:pt x="13" y="24"/>
                    <a:pt x="13" y="24"/>
                    <a:pt x="13" y="24"/>
                  </a:cubicBezTo>
                  <a:cubicBezTo>
                    <a:pt x="13" y="21"/>
                    <a:pt x="13" y="21"/>
                    <a:pt x="13" y="21"/>
                  </a:cubicBezTo>
                  <a:cubicBezTo>
                    <a:pt x="15" y="21"/>
                    <a:pt x="16" y="20"/>
                    <a:pt x="17" y="19"/>
                  </a:cubicBezTo>
                  <a:cubicBezTo>
                    <a:pt x="19" y="21"/>
                    <a:pt x="19" y="21"/>
                    <a:pt x="19" y="21"/>
                  </a:cubicBezTo>
                  <a:cubicBezTo>
                    <a:pt x="21" y="19"/>
                    <a:pt x="21" y="19"/>
                    <a:pt x="21" y="19"/>
                  </a:cubicBezTo>
                  <a:cubicBezTo>
                    <a:pt x="19" y="17"/>
                    <a:pt x="19" y="17"/>
                    <a:pt x="19" y="17"/>
                  </a:cubicBezTo>
                  <a:cubicBezTo>
                    <a:pt x="20" y="16"/>
                    <a:pt x="21" y="15"/>
                    <a:pt x="21" y="13"/>
                  </a:cubicBezTo>
                  <a:cubicBezTo>
                    <a:pt x="24" y="13"/>
                    <a:pt x="24" y="13"/>
                    <a:pt x="24" y="13"/>
                  </a:cubicBezTo>
                  <a:cubicBezTo>
                    <a:pt x="24" y="10"/>
                    <a:pt x="24" y="10"/>
                    <a:pt x="24" y="10"/>
                  </a:cubicBezTo>
                  <a:cubicBezTo>
                    <a:pt x="21" y="10"/>
                    <a:pt x="21" y="10"/>
                    <a:pt x="21" y="10"/>
                  </a:cubicBezTo>
                  <a:cubicBezTo>
                    <a:pt x="21" y="9"/>
                    <a:pt x="20" y="7"/>
                    <a:pt x="19" y="6"/>
                  </a:cubicBezTo>
                  <a:close/>
                  <a:moveTo>
                    <a:pt x="12" y="19"/>
                  </a:moveTo>
                  <a:cubicBezTo>
                    <a:pt x="8" y="19"/>
                    <a:pt x="4" y="16"/>
                    <a:pt x="4" y="12"/>
                  </a:cubicBezTo>
                  <a:cubicBezTo>
                    <a:pt x="4" y="8"/>
                    <a:pt x="8" y="5"/>
                    <a:pt x="12" y="5"/>
                  </a:cubicBezTo>
                  <a:cubicBezTo>
                    <a:pt x="15" y="5"/>
                    <a:pt x="19" y="8"/>
                    <a:pt x="19" y="12"/>
                  </a:cubicBezTo>
                  <a:cubicBezTo>
                    <a:pt x="19" y="16"/>
                    <a:pt x="15" y="19"/>
                    <a:pt x="12" y="1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4" name="Freeform 88"/>
            <p:cNvSpPr>
              <a:spLocks noEditPoints="1"/>
            </p:cNvSpPr>
            <p:nvPr/>
          </p:nvSpPr>
          <p:spPr bwMode="auto">
            <a:xfrm>
              <a:off x="2308225" y="2541588"/>
              <a:ext cx="120650" cy="117475"/>
            </a:xfrm>
            <a:custGeom>
              <a:avLst/>
              <a:gdLst>
                <a:gd name="T0" fmla="*/ 26 w 32"/>
                <a:gd name="T1" fmla="*/ 8 h 31"/>
                <a:gd name="T2" fmla="*/ 28 w 32"/>
                <a:gd name="T3" fmla="*/ 6 h 31"/>
                <a:gd name="T4" fmla="*/ 26 w 32"/>
                <a:gd name="T5" fmla="*/ 3 h 31"/>
                <a:gd name="T6" fmla="*/ 23 w 32"/>
                <a:gd name="T7" fmla="*/ 5 h 31"/>
                <a:gd name="T8" fmla="*/ 18 w 32"/>
                <a:gd name="T9" fmla="*/ 3 h 31"/>
                <a:gd name="T10" fmla="*/ 18 w 32"/>
                <a:gd name="T11" fmla="*/ 0 h 31"/>
                <a:gd name="T12" fmla="*/ 14 w 32"/>
                <a:gd name="T13" fmla="*/ 0 h 31"/>
                <a:gd name="T14" fmla="*/ 14 w 32"/>
                <a:gd name="T15" fmla="*/ 3 h 31"/>
                <a:gd name="T16" fmla="*/ 8 w 32"/>
                <a:gd name="T17" fmla="*/ 5 h 31"/>
                <a:gd name="T18" fmla="*/ 6 w 32"/>
                <a:gd name="T19" fmla="*/ 3 h 31"/>
                <a:gd name="T20" fmla="*/ 3 w 32"/>
                <a:gd name="T21" fmla="*/ 6 h 31"/>
                <a:gd name="T22" fmla="*/ 5 w 32"/>
                <a:gd name="T23" fmla="*/ 8 h 31"/>
                <a:gd name="T24" fmla="*/ 3 w 32"/>
                <a:gd name="T25" fmla="*/ 14 h 31"/>
                <a:gd name="T26" fmla="*/ 0 w 32"/>
                <a:gd name="T27" fmla="*/ 14 h 31"/>
                <a:gd name="T28" fmla="*/ 0 w 32"/>
                <a:gd name="T29" fmla="*/ 18 h 31"/>
                <a:gd name="T30" fmla="*/ 3 w 32"/>
                <a:gd name="T31" fmla="*/ 18 h 31"/>
                <a:gd name="T32" fmla="*/ 5 w 32"/>
                <a:gd name="T33" fmla="*/ 23 h 31"/>
                <a:gd name="T34" fmla="*/ 3 w 32"/>
                <a:gd name="T35" fmla="*/ 26 h 31"/>
                <a:gd name="T36" fmla="*/ 6 w 32"/>
                <a:gd name="T37" fmla="*/ 28 h 31"/>
                <a:gd name="T38" fmla="*/ 8 w 32"/>
                <a:gd name="T39" fmla="*/ 26 h 31"/>
                <a:gd name="T40" fmla="*/ 14 w 32"/>
                <a:gd name="T41" fmla="*/ 28 h 31"/>
                <a:gd name="T42" fmla="*/ 14 w 32"/>
                <a:gd name="T43" fmla="*/ 31 h 31"/>
                <a:gd name="T44" fmla="*/ 18 w 32"/>
                <a:gd name="T45" fmla="*/ 31 h 31"/>
                <a:gd name="T46" fmla="*/ 18 w 32"/>
                <a:gd name="T47" fmla="*/ 28 h 31"/>
                <a:gd name="T48" fmla="*/ 23 w 32"/>
                <a:gd name="T49" fmla="*/ 26 h 31"/>
                <a:gd name="T50" fmla="*/ 26 w 32"/>
                <a:gd name="T51" fmla="*/ 28 h 31"/>
                <a:gd name="T52" fmla="*/ 28 w 32"/>
                <a:gd name="T53" fmla="*/ 25 h 31"/>
                <a:gd name="T54" fmla="*/ 26 w 32"/>
                <a:gd name="T55" fmla="*/ 23 h 31"/>
                <a:gd name="T56" fmla="*/ 28 w 32"/>
                <a:gd name="T57" fmla="*/ 17 h 31"/>
                <a:gd name="T58" fmla="*/ 32 w 32"/>
                <a:gd name="T59" fmla="*/ 17 h 31"/>
                <a:gd name="T60" fmla="*/ 32 w 32"/>
                <a:gd name="T61" fmla="*/ 14 h 31"/>
                <a:gd name="T62" fmla="*/ 28 w 32"/>
                <a:gd name="T63" fmla="*/ 14 h 31"/>
                <a:gd name="T64" fmla="*/ 26 w 32"/>
                <a:gd name="T65" fmla="*/ 8 h 31"/>
                <a:gd name="T66" fmla="*/ 16 w 32"/>
                <a:gd name="T67" fmla="*/ 25 h 31"/>
                <a:gd name="T68" fmla="*/ 6 w 32"/>
                <a:gd name="T69" fmla="*/ 16 h 31"/>
                <a:gd name="T70" fmla="*/ 16 w 32"/>
                <a:gd name="T71" fmla="*/ 6 h 31"/>
                <a:gd name="T72" fmla="*/ 25 w 32"/>
                <a:gd name="T73" fmla="*/ 16 h 31"/>
                <a:gd name="T74" fmla="*/ 16 w 32"/>
                <a:gd name="T75" fmla="*/ 2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2" h="31">
                  <a:moveTo>
                    <a:pt x="26" y="8"/>
                  </a:moveTo>
                  <a:cubicBezTo>
                    <a:pt x="28" y="6"/>
                    <a:pt x="28" y="6"/>
                    <a:pt x="28" y="6"/>
                  </a:cubicBezTo>
                  <a:cubicBezTo>
                    <a:pt x="26" y="3"/>
                    <a:pt x="26" y="3"/>
                    <a:pt x="26" y="3"/>
                  </a:cubicBezTo>
                  <a:cubicBezTo>
                    <a:pt x="23" y="5"/>
                    <a:pt x="23" y="5"/>
                    <a:pt x="23" y="5"/>
                  </a:cubicBezTo>
                  <a:cubicBezTo>
                    <a:pt x="22" y="4"/>
                    <a:pt x="20" y="3"/>
                    <a:pt x="18" y="3"/>
                  </a:cubicBezTo>
                  <a:cubicBezTo>
                    <a:pt x="18" y="0"/>
                    <a:pt x="18" y="0"/>
                    <a:pt x="18" y="0"/>
                  </a:cubicBezTo>
                  <a:cubicBezTo>
                    <a:pt x="14" y="0"/>
                    <a:pt x="14" y="0"/>
                    <a:pt x="14" y="0"/>
                  </a:cubicBezTo>
                  <a:cubicBezTo>
                    <a:pt x="14" y="3"/>
                    <a:pt x="14" y="3"/>
                    <a:pt x="14" y="3"/>
                  </a:cubicBezTo>
                  <a:cubicBezTo>
                    <a:pt x="12" y="3"/>
                    <a:pt x="10" y="4"/>
                    <a:pt x="8" y="5"/>
                  </a:cubicBezTo>
                  <a:cubicBezTo>
                    <a:pt x="6" y="3"/>
                    <a:pt x="6" y="3"/>
                    <a:pt x="6" y="3"/>
                  </a:cubicBezTo>
                  <a:cubicBezTo>
                    <a:pt x="3" y="6"/>
                    <a:pt x="3" y="6"/>
                    <a:pt x="3" y="6"/>
                  </a:cubicBezTo>
                  <a:cubicBezTo>
                    <a:pt x="5" y="8"/>
                    <a:pt x="5" y="8"/>
                    <a:pt x="5" y="8"/>
                  </a:cubicBezTo>
                  <a:cubicBezTo>
                    <a:pt x="4" y="10"/>
                    <a:pt x="3" y="12"/>
                    <a:pt x="3" y="14"/>
                  </a:cubicBezTo>
                  <a:cubicBezTo>
                    <a:pt x="0" y="14"/>
                    <a:pt x="0" y="14"/>
                    <a:pt x="0" y="14"/>
                  </a:cubicBezTo>
                  <a:cubicBezTo>
                    <a:pt x="0" y="18"/>
                    <a:pt x="0" y="18"/>
                    <a:pt x="0" y="18"/>
                  </a:cubicBezTo>
                  <a:cubicBezTo>
                    <a:pt x="3" y="18"/>
                    <a:pt x="3" y="18"/>
                    <a:pt x="3" y="18"/>
                  </a:cubicBezTo>
                  <a:cubicBezTo>
                    <a:pt x="3" y="20"/>
                    <a:pt x="4" y="22"/>
                    <a:pt x="5" y="23"/>
                  </a:cubicBezTo>
                  <a:cubicBezTo>
                    <a:pt x="3" y="26"/>
                    <a:pt x="3" y="26"/>
                    <a:pt x="3" y="26"/>
                  </a:cubicBezTo>
                  <a:cubicBezTo>
                    <a:pt x="6" y="28"/>
                    <a:pt x="6" y="28"/>
                    <a:pt x="6" y="28"/>
                  </a:cubicBezTo>
                  <a:cubicBezTo>
                    <a:pt x="8" y="26"/>
                    <a:pt x="8" y="26"/>
                    <a:pt x="8" y="26"/>
                  </a:cubicBezTo>
                  <a:cubicBezTo>
                    <a:pt x="10" y="27"/>
                    <a:pt x="12" y="28"/>
                    <a:pt x="14" y="28"/>
                  </a:cubicBezTo>
                  <a:cubicBezTo>
                    <a:pt x="14" y="31"/>
                    <a:pt x="14" y="31"/>
                    <a:pt x="14" y="31"/>
                  </a:cubicBezTo>
                  <a:cubicBezTo>
                    <a:pt x="18" y="31"/>
                    <a:pt x="18" y="31"/>
                    <a:pt x="18" y="31"/>
                  </a:cubicBezTo>
                  <a:cubicBezTo>
                    <a:pt x="18" y="28"/>
                    <a:pt x="18" y="28"/>
                    <a:pt x="18" y="28"/>
                  </a:cubicBezTo>
                  <a:cubicBezTo>
                    <a:pt x="20" y="28"/>
                    <a:pt x="22" y="27"/>
                    <a:pt x="23" y="26"/>
                  </a:cubicBezTo>
                  <a:cubicBezTo>
                    <a:pt x="26" y="28"/>
                    <a:pt x="26" y="28"/>
                    <a:pt x="26" y="28"/>
                  </a:cubicBezTo>
                  <a:cubicBezTo>
                    <a:pt x="28" y="25"/>
                    <a:pt x="28" y="25"/>
                    <a:pt x="28" y="25"/>
                  </a:cubicBezTo>
                  <a:cubicBezTo>
                    <a:pt x="26" y="23"/>
                    <a:pt x="26" y="23"/>
                    <a:pt x="26" y="23"/>
                  </a:cubicBezTo>
                  <a:cubicBezTo>
                    <a:pt x="27" y="22"/>
                    <a:pt x="28" y="20"/>
                    <a:pt x="28" y="17"/>
                  </a:cubicBezTo>
                  <a:cubicBezTo>
                    <a:pt x="32" y="17"/>
                    <a:pt x="32" y="17"/>
                    <a:pt x="32" y="17"/>
                  </a:cubicBezTo>
                  <a:cubicBezTo>
                    <a:pt x="32" y="14"/>
                    <a:pt x="32" y="14"/>
                    <a:pt x="32" y="14"/>
                  </a:cubicBezTo>
                  <a:cubicBezTo>
                    <a:pt x="28" y="14"/>
                    <a:pt x="28" y="14"/>
                    <a:pt x="28" y="14"/>
                  </a:cubicBezTo>
                  <a:cubicBezTo>
                    <a:pt x="28" y="12"/>
                    <a:pt x="27" y="10"/>
                    <a:pt x="26" y="8"/>
                  </a:cubicBezTo>
                  <a:close/>
                  <a:moveTo>
                    <a:pt x="16" y="25"/>
                  </a:moveTo>
                  <a:cubicBezTo>
                    <a:pt x="10" y="25"/>
                    <a:pt x="6" y="21"/>
                    <a:pt x="6" y="16"/>
                  </a:cubicBezTo>
                  <a:cubicBezTo>
                    <a:pt x="6" y="10"/>
                    <a:pt x="10" y="6"/>
                    <a:pt x="16" y="6"/>
                  </a:cubicBezTo>
                  <a:cubicBezTo>
                    <a:pt x="21" y="6"/>
                    <a:pt x="25" y="10"/>
                    <a:pt x="25" y="16"/>
                  </a:cubicBezTo>
                  <a:cubicBezTo>
                    <a:pt x="25" y="21"/>
                    <a:pt x="21" y="25"/>
                    <a:pt x="16" y="25"/>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grpSp>
      <p:sp>
        <p:nvSpPr>
          <p:cNvPr id="25" name="文本框 24"/>
          <p:cNvSpPr txBox="1"/>
          <p:nvPr/>
        </p:nvSpPr>
        <p:spPr>
          <a:xfrm>
            <a:off x="6391842" y="1776787"/>
            <a:ext cx="2856518" cy="830997"/>
          </a:xfrm>
          <a:prstGeom prst="rect">
            <a:avLst/>
          </a:prstGeom>
          <a:noFill/>
        </p:spPr>
        <p:txBody>
          <a:bodyPr wrap="square" rtlCol="0">
            <a:spAutoFit/>
          </a:bodyPr>
          <a:lstStyle/>
          <a:p>
            <a:pPr>
              <a:lnSpc>
                <a:spcPct val="120000"/>
              </a:lnSpc>
            </a:pPr>
            <a:r>
              <a:rPr lang="zh-CN" altLang="en-US" sz="2400" b="1" dirty="0">
                <a:solidFill>
                  <a:srgbClr val="F8841D"/>
                </a:solidFill>
              </a:rPr>
              <a:t>添加标题</a:t>
            </a:r>
            <a:endParaRPr lang="en-US" altLang="zh-CN" sz="2400" b="1" dirty="0">
              <a:solidFill>
                <a:srgbClr val="F8841D"/>
              </a:solidFill>
            </a:endParaRPr>
          </a:p>
          <a:p>
            <a:pPr>
              <a:lnSpc>
                <a:spcPct val="120000"/>
              </a:lnSpc>
            </a:pPr>
            <a:r>
              <a:rPr lang="zh-CN" altLang="en-US" sz="1600" dirty="0">
                <a:solidFill>
                  <a:schemeClr val="tx1">
                    <a:lumMod val="65000"/>
                    <a:lumOff val="35000"/>
                  </a:schemeClr>
                </a:solidFill>
              </a:rPr>
              <a:t>添加内容添加内容</a:t>
            </a:r>
          </a:p>
        </p:txBody>
      </p:sp>
      <p:sp>
        <p:nvSpPr>
          <p:cNvPr id="26" name="文本框 25"/>
          <p:cNvSpPr txBox="1"/>
          <p:nvPr/>
        </p:nvSpPr>
        <p:spPr>
          <a:xfrm>
            <a:off x="2072606" y="1776787"/>
            <a:ext cx="2856518" cy="830997"/>
          </a:xfrm>
          <a:prstGeom prst="rect">
            <a:avLst/>
          </a:prstGeom>
          <a:noFill/>
        </p:spPr>
        <p:txBody>
          <a:bodyPr wrap="square" rtlCol="0">
            <a:spAutoFit/>
          </a:bodyPr>
          <a:lstStyle/>
          <a:p>
            <a:pPr>
              <a:lnSpc>
                <a:spcPct val="120000"/>
              </a:lnSpc>
            </a:pPr>
            <a:r>
              <a:rPr lang="zh-CN" altLang="en-US" sz="2400" b="1" dirty="0">
                <a:solidFill>
                  <a:srgbClr val="5EC6D3"/>
                </a:solidFill>
              </a:rPr>
              <a:t>添加标题</a:t>
            </a:r>
            <a:endParaRPr lang="en-US" altLang="zh-CN" sz="2400" b="1" dirty="0">
              <a:solidFill>
                <a:srgbClr val="5EC6D3"/>
              </a:solidFill>
            </a:endParaRPr>
          </a:p>
          <a:p>
            <a:pPr>
              <a:lnSpc>
                <a:spcPct val="120000"/>
              </a:lnSpc>
            </a:pPr>
            <a:r>
              <a:rPr lang="zh-CN" altLang="en-US" sz="1600" dirty="0">
                <a:solidFill>
                  <a:schemeClr val="tx1">
                    <a:lumMod val="65000"/>
                    <a:lumOff val="35000"/>
                  </a:schemeClr>
                </a:solidFill>
              </a:rPr>
              <a:t>添加内容添加内容</a:t>
            </a:r>
          </a:p>
        </p:txBody>
      </p:sp>
      <p:sp>
        <p:nvSpPr>
          <p:cNvPr id="27" name="文本框 26"/>
          <p:cNvSpPr txBox="1"/>
          <p:nvPr/>
        </p:nvSpPr>
        <p:spPr>
          <a:xfrm>
            <a:off x="4159995" y="5475600"/>
            <a:ext cx="2856518" cy="830997"/>
          </a:xfrm>
          <a:prstGeom prst="rect">
            <a:avLst/>
          </a:prstGeom>
          <a:noFill/>
        </p:spPr>
        <p:txBody>
          <a:bodyPr wrap="square" rtlCol="0">
            <a:spAutoFit/>
          </a:bodyPr>
          <a:lstStyle/>
          <a:p>
            <a:pPr>
              <a:lnSpc>
                <a:spcPct val="120000"/>
              </a:lnSpc>
            </a:pPr>
            <a:r>
              <a:rPr lang="zh-CN" altLang="en-US" sz="2400" b="1" dirty="0">
                <a:solidFill>
                  <a:srgbClr val="546E7A"/>
                </a:solidFill>
              </a:rPr>
              <a:t>添加标题</a:t>
            </a:r>
            <a:endParaRPr lang="en-US" altLang="zh-CN" sz="2400" b="1" dirty="0">
              <a:solidFill>
                <a:srgbClr val="546E7A"/>
              </a:solidFill>
            </a:endParaRPr>
          </a:p>
          <a:p>
            <a:pPr>
              <a:lnSpc>
                <a:spcPct val="120000"/>
              </a:lnSpc>
            </a:pPr>
            <a:r>
              <a:rPr lang="zh-CN" altLang="en-US" sz="1600" dirty="0">
                <a:solidFill>
                  <a:schemeClr val="tx1">
                    <a:lumMod val="65000"/>
                    <a:lumOff val="35000"/>
                  </a:schemeClr>
                </a:solidFill>
              </a:rPr>
              <a:t>添加内容添加内容</a:t>
            </a:r>
          </a:p>
        </p:txBody>
      </p:sp>
      <p:sp>
        <p:nvSpPr>
          <p:cNvPr id="28" name="文本框 27"/>
          <p:cNvSpPr txBox="1"/>
          <p:nvPr/>
        </p:nvSpPr>
        <p:spPr>
          <a:xfrm>
            <a:off x="8538385" y="5475600"/>
            <a:ext cx="2856518" cy="830997"/>
          </a:xfrm>
          <a:prstGeom prst="rect">
            <a:avLst/>
          </a:prstGeom>
          <a:noFill/>
        </p:spPr>
        <p:txBody>
          <a:bodyPr wrap="square" rtlCol="0">
            <a:spAutoFit/>
          </a:bodyPr>
          <a:lstStyle/>
          <a:p>
            <a:pPr>
              <a:lnSpc>
                <a:spcPct val="120000"/>
              </a:lnSpc>
            </a:pPr>
            <a:r>
              <a:rPr lang="zh-CN" altLang="en-US" sz="2400" b="1" dirty="0">
                <a:solidFill>
                  <a:srgbClr val="F26D64"/>
                </a:solidFill>
              </a:rPr>
              <a:t>添加标题</a:t>
            </a:r>
            <a:endParaRPr lang="en-US" altLang="zh-CN" sz="2400" b="1" dirty="0">
              <a:solidFill>
                <a:srgbClr val="F26D64"/>
              </a:solidFill>
            </a:endParaRPr>
          </a:p>
          <a:p>
            <a:pPr>
              <a:lnSpc>
                <a:spcPct val="120000"/>
              </a:lnSpc>
            </a:pPr>
            <a:r>
              <a:rPr lang="zh-CN" altLang="en-US" sz="1600" dirty="0">
                <a:solidFill>
                  <a:schemeClr val="tx1">
                    <a:lumMod val="65000"/>
                    <a:lumOff val="35000"/>
                  </a:schemeClr>
                </a:solidFill>
              </a:rPr>
              <a:t>添加内容添加内容</a:t>
            </a:r>
          </a:p>
        </p:txBody>
      </p:sp>
      <p:sp>
        <p:nvSpPr>
          <p:cNvPr id="29" name="文本框 28"/>
          <p:cNvSpPr txBox="1"/>
          <p:nvPr/>
        </p:nvSpPr>
        <p:spPr>
          <a:xfrm>
            <a:off x="2549534" y="2734998"/>
            <a:ext cx="527709" cy="461665"/>
          </a:xfrm>
          <a:prstGeom prst="rect">
            <a:avLst/>
          </a:prstGeom>
          <a:noFill/>
        </p:spPr>
        <p:txBody>
          <a:bodyPr wrap="none" rtlCol="0">
            <a:spAutoFit/>
          </a:bodyPr>
          <a:lstStyle/>
          <a:p>
            <a:r>
              <a:rPr lang="en-US" altLang="zh-CN" sz="2400"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01</a:t>
            </a:r>
            <a:endParaRPr lang="zh-CN" altLang="en-US" sz="2400"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30" name="文本框 29"/>
          <p:cNvSpPr txBox="1"/>
          <p:nvPr/>
        </p:nvSpPr>
        <p:spPr>
          <a:xfrm>
            <a:off x="4737546" y="4874947"/>
            <a:ext cx="527709" cy="461665"/>
          </a:xfrm>
          <a:prstGeom prst="rect">
            <a:avLst/>
          </a:prstGeom>
          <a:noFill/>
        </p:spPr>
        <p:txBody>
          <a:bodyPr wrap="none" rtlCol="0">
            <a:spAutoFit/>
          </a:bodyPr>
          <a:lstStyle/>
          <a:p>
            <a:r>
              <a:rPr lang="en-US" altLang="zh-CN" sz="2400"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02</a:t>
            </a:r>
            <a:endParaRPr lang="zh-CN" altLang="en-US" sz="2400"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31" name="文本框 30"/>
          <p:cNvSpPr txBox="1"/>
          <p:nvPr/>
        </p:nvSpPr>
        <p:spPr>
          <a:xfrm>
            <a:off x="6977670" y="2734998"/>
            <a:ext cx="527709" cy="461665"/>
          </a:xfrm>
          <a:prstGeom prst="rect">
            <a:avLst/>
          </a:prstGeom>
          <a:noFill/>
        </p:spPr>
        <p:txBody>
          <a:bodyPr wrap="none" rtlCol="0">
            <a:spAutoFit/>
          </a:bodyPr>
          <a:lstStyle/>
          <a:p>
            <a:r>
              <a:rPr lang="en-US" altLang="zh-CN" sz="2400"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03</a:t>
            </a:r>
            <a:endParaRPr lang="zh-CN" altLang="en-US" sz="2400"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32" name="文本框 31"/>
          <p:cNvSpPr txBox="1"/>
          <p:nvPr/>
        </p:nvSpPr>
        <p:spPr>
          <a:xfrm>
            <a:off x="9165682" y="4874947"/>
            <a:ext cx="527709" cy="461665"/>
          </a:xfrm>
          <a:prstGeom prst="rect">
            <a:avLst/>
          </a:prstGeom>
          <a:noFill/>
        </p:spPr>
        <p:txBody>
          <a:bodyPr wrap="none" rtlCol="0">
            <a:spAutoFit/>
          </a:bodyPr>
          <a:lstStyle/>
          <a:p>
            <a:r>
              <a:rPr lang="en-US" altLang="zh-CN" sz="2400"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04</a:t>
            </a:r>
            <a:endParaRPr lang="zh-CN" altLang="en-US" sz="2400"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36" name="矩形 39"/>
          <p:cNvSpPr/>
          <p:nvPr/>
        </p:nvSpPr>
        <p:spPr>
          <a:xfrm>
            <a:off x="0" y="203088"/>
            <a:ext cx="2492990"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递进</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684404683"/>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6"/>
          <p:cNvSpPr>
            <a:spLocks noEditPoints="1"/>
          </p:cNvSpPr>
          <p:nvPr/>
        </p:nvSpPr>
        <p:spPr bwMode="auto">
          <a:xfrm>
            <a:off x="3655026" y="2790498"/>
            <a:ext cx="2972227" cy="2993808"/>
          </a:xfrm>
          <a:custGeom>
            <a:avLst/>
            <a:gdLst>
              <a:gd name="T0" fmla="*/ 716 w 1629"/>
              <a:gd name="T1" fmla="*/ 162 h 1641"/>
              <a:gd name="T2" fmla="*/ 638 w 1629"/>
              <a:gd name="T3" fmla="*/ 16 h 1641"/>
              <a:gd name="T4" fmla="*/ 501 w 1629"/>
              <a:gd name="T5" fmla="*/ 233 h 1641"/>
              <a:gd name="T6" fmla="*/ 408 w 1629"/>
              <a:gd name="T7" fmla="*/ 288 h 1641"/>
              <a:gd name="T8" fmla="*/ 160 w 1629"/>
              <a:gd name="T9" fmla="*/ 321 h 1641"/>
              <a:gd name="T10" fmla="*/ 205 w 1629"/>
              <a:gd name="T11" fmla="*/ 550 h 1641"/>
              <a:gd name="T12" fmla="*/ 41 w 1629"/>
              <a:gd name="T13" fmla="*/ 537 h 1641"/>
              <a:gd name="T14" fmla="*/ 150 w 1629"/>
              <a:gd name="T15" fmla="*/ 769 h 1641"/>
              <a:gd name="T16" fmla="*/ 148 w 1629"/>
              <a:gd name="T17" fmla="*/ 879 h 1641"/>
              <a:gd name="T18" fmla="*/ 45 w 1629"/>
              <a:gd name="T19" fmla="*/ 1103 h 1641"/>
              <a:gd name="T20" fmla="*/ 278 w 1629"/>
              <a:gd name="T21" fmla="*/ 1216 h 1641"/>
              <a:gd name="T22" fmla="*/ 185 w 1629"/>
              <a:gd name="T23" fmla="*/ 1352 h 1641"/>
              <a:gd name="T24" fmla="*/ 441 w 1629"/>
              <a:gd name="T25" fmla="*/ 1372 h 1641"/>
              <a:gd name="T26" fmla="*/ 584 w 1629"/>
              <a:gd name="T27" fmla="*/ 1449 h 1641"/>
              <a:gd name="T28" fmla="*/ 746 w 1629"/>
              <a:gd name="T29" fmla="*/ 1641 h 1641"/>
              <a:gd name="T30" fmla="*/ 807 w 1629"/>
              <a:gd name="T31" fmla="*/ 1486 h 1641"/>
              <a:gd name="T32" fmla="*/ 915 w 1629"/>
              <a:gd name="T33" fmla="*/ 1483 h 1641"/>
              <a:gd name="T34" fmla="*/ 1149 w 1629"/>
              <a:gd name="T35" fmla="*/ 1573 h 1641"/>
              <a:gd name="T36" fmla="*/ 1127 w 1629"/>
              <a:gd name="T37" fmla="*/ 1407 h 1641"/>
              <a:gd name="T38" fmla="*/ 1221 w 1629"/>
              <a:gd name="T39" fmla="*/ 1353 h 1641"/>
              <a:gd name="T40" fmla="*/ 1470 w 1629"/>
              <a:gd name="T41" fmla="*/ 1320 h 1641"/>
              <a:gd name="T42" fmla="*/ 1370 w 1629"/>
              <a:gd name="T43" fmla="*/ 1183 h 1641"/>
              <a:gd name="T44" fmla="*/ 1427 w 1629"/>
              <a:gd name="T45" fmla="*/ 1092 h 1641"/>
              <a:gd name="T46" fmla="*/ 1629 w 1629"/>
              <a:gd name="T47" fmla="*/ 943 h 1641"/>
              <a:gd name="T48" fmla="*/ 1473 w 1629"/>
              <a:gd name="T49" fmla="*/ 860 h 1641"/>
              <a:gd name="T50" fmla="*/ 1476 w 1629"/>
              <a:gd name="T51" fmla="*/ 741 h 1641"/>
              <a:gd name="T52" fmla="*/ 1568 w 1629"/>
              <a:gd name="T53" fmla="*/ 542 h 1641"/>
              <a:gd name="T54" fmla="*/ 1414 w 1629"/>
              <a:gd name="T55" fmla="*/ 548 h 1641"/>
              <a:gd name="T56" fmla="*/ 1353 w 1629"/>
              <a:gd name="T57" fmla="*/ 423 h 1641"/>
              <a:gd name="T58" fmla="*/ 1324 w 1629"/>
              <a:gd name="T59" fmla="*/ 174 h 1641"/>
              <a:gd name="T60" fmla="*/ 1187 w 1629"/>
              <a:gd name="T61" fmla="*/ 270 h 1641"/>
              <a:gd name="T62" fmla="*/ 1045 w 1629"/>
              <a:gd name="T63" fmla="*/ 191 h 1641"/>
              <a:gd name="T64" fmla="*/ 884 w 1629"/>
              <a:gd name="T65" fmla="*/ 0 h 1641"/>
              <a:gd name="T66" fmla="*/ 1347 w 1629"/>
              <a:gd name="T67" fmla="*/ 682 h 1641"/>
              <a:gd name="T68" fmla="*/ 278 w 1629"/>
              <a:gd name="T69" fmla="*/ 959 h 1641"/>
              <a:gd name="T70" fmla="*/ 1347 w 1629"/>
              <a:gd name="T71" fmla="*/ 682 h 1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29" h="1641">
                <a:moveTo>
                  <a:pt x="822" y="155"/>
                </a:moveTo>
                <a:cubicBezTo>
                  <a:pt x="787" y="155"/>
                  <a:pt x="751" y="157"/>
                  <a:pt x="716" y="162"/>
                </a:cubicBezTo>
                <a:cubicBezTo>
                  <a:pt x="714" y="158"/>
                  <a:pt x="714" y="158"/>
                  <a:pt x="714" y="158"/>
                </a:cubicBezTo>
                <a:cubicBezTo>
                  <a:pt x="638" y="16"/>
                  <a:pt x="638" y="16"/>
                  <a:pt x="638" y="16"/>
                </a:cubicBezTo>
                <a:cubicBezTo>
                  <a:pt x="480" y="68"/>
                  <a:pt x="480" y="68"/>
                  <a:pt x="480" y="68"/>
                </a:cubicBezTo>
                <a:cubicBezTo>
                  <a:pt x="501" y="233"/>
                  <a:pt x="501" y="233"/>
                  <a:pt x="501" y="233"/>
                </a:cubicBezTo>
                <a:cubicBezTo>
                  <a:pt x="469" y="250"/>
                  <a:pt x="439" y="268"/>
                  <a:pt x="410" y="290"/>
                </a:cubicBezTo>
                <a:cubicBezTo>
                  <a:pt x="408" y="288"/>
                  <a:pt x="408" y="288"/>
                  <a:pt x="408" y="288"/>
                </a:cubicBezTo>
                <a:cubicBezTo>
                  <a:pt x="273" y="200"/>
                  <a:pt x="273" y="200"/>
                  <a:pt x="273" y="200"/>
                </a:cubicBezTo>
                <a:cubicBezTo>
                  <a:pt x="160" y="321"/>
                  <a:pt x="160" y="321"/>
                  <a:pt x="160" y="321"/>
                </a:cubicBezTo>
                <a:cubicBezTo>
                  <a:pt x="257" y="455"/>
                  <a:pt x="257" y="455"/>
                  <a:pt x="257" y="455"/>
                </a:cubicBezTo>
                <a:cubicBezTo>
                  <a:pt x="237" y="485"/>
                  <a:pt x="220" y="517"/>
                  <a:pt x="205" y="550"/>
                </a:cubicBezTo>
                <a:cubicBezTo>
                  <a:pt x="202" y="549"/>
                  <a:pt x="202" y="549"/>
                  <a:pt x="202" y="549"/>
                </a:cubicBezTo>
                <a:cubicBezTo>
                  <a:pt x="41" y="537"/>
                  <a:pt x="41" y="537"/>
                  <a:pt x="41" y="537"/>
                </a:cubicBezTo>
                <a:cubicBezTo>
                  <a:pt x="0" y="698"/>
                  <a:pt x="0" y="698"/>
                  <a:pt x="0" y="698"/>
                </a:cubicBezTo>
                <a:cubicBezTo>
                  <a:pt x="150" y="769"/>
                  <a:pt x="150" y="769"/>
                  <a:pt x="150" y="769"/>
                </a:cubicBezTo>
                <a:cubicBezTo>
                  <a:pt x="147" y="805"/>
                  <a:pt x="143" y="825"/>
                  <a:pt x="150" y="878"/>
                </a:cubicBezTo>
                <a:cubicBezTo>
                  <a:pt x="148" y="879"/>
                  <a:pt x="148" y="879"/>
                  <a:pt x="148" y="879"/>
                </a:cubicBezTo>
                <a:cubicBezTo>
                  <a:pt x="4" y="943"/>
                  <a:pt x="4" y="943"/>
                  <a:pt x="4" y="943"/>
                </a:cubicBezTo>
                <a:cubicBezTo>
                  <a:pt x="45" y="1103"/>
                  <a:pt x="45" y="1103"/>
                  <a:pt x="45" y="1103"/>
                </a:cubicBezTo>
                <a:cubicBezTo>
                  <a:pt x="209" y="1094"/>
                  <a:pt x="209" y="1094"/>
                  <a:pt x="209" y="1094"/>
                </a:cubicBezTo>
                <a:cubicBezTo>
                  <a:pt x="228" y="1138"/>
                  <a:pt x="251" y="1178"/>
                  <a:pt x="278" y="1216"/>
                </a:cubicBezTo>
                <a:cubicBezTo>
                  <a:pt x="276" y="1218"/>
                  <a:pt x="276" y="1218"/>
                  <a:pt x="276" y="1218"/>
                </a:cubicBezTo>
                <a:cubicBezTo>
                  <a:pt x="185" y="1352"/>
                  <a:pt x="185" y="1352"/>
                  <a:pt x="185" y="1352"/>
                </a:cubicBezTo>
                <a:cubicBezTo>
                  <a:pt x="305" y="1467"/>
                  <a:pt x="305" y="1467"/>
                  <a:pt x="305" y="1467"/>
                </a:cubicBezTo>
                <a:cubicBezTo>
                  <a:pt x="441" y="1372"/>
                  <a:pt x="441" y="1372"/>
                  <a:pt x="441" y="1372"/>
                </a:cubicBezTo>
                <a:cubicBezTo>
                  <a:pt x="486" y="1402"/>
                  <a:pt x="534" y="1427"/>
                  <a:pt x="584" y="1446"/>
                </a:cubicBezTo>
                <a:cubicBezTo>
                  <a:pt x="584" y="1449"/>
                  <a:pt x="584" y="1449"/>
                  <a:pt x="584" y="1449"/>
                </a:cubicBezTo>
                <a:cubicBezTo>
                  <a:pt x="582" y="1611"/>
                  <a:pt x="582" y="1611"/>
                  <a:pt x="582" y="1611"/>
                </a:cubicBezTo>
                <a:cubicBezTo>
                  <a:pt x="746" y="1641"/>
                  <a:pt x="746" y="1641"/>
                  <a:pt x="746" y="1641"/>
                </a:cubicBezTo>
                <a:cubicBezTo>
                  <a:pt x="807" y="1486"/>
                  <a:pt x="807" y="1486"/>
                  <a:pt x="807" y="1486"/>
                </a:cubicBezTo>
                <a:cubicBezTo>
                  <a:pt x="807" y="1486"/>
                  <a:pt x="807" y="1486"/>
                  <a:pt x="807" y="1486"/>
                </a:cubicBezTo>
                <a:cubicBezTo>
                  <a:pt x="842" y="1486"/>
                  <a:pt x="878" y="1484"/>
                  <a:pt x="913" y="1479"/>
                </a:cubicBezTo>
                <a:cubicBezTo>
                  <a:pt x="915" y="1483"/>
                  <a:pt x="915" y="1483"/>
                  <a:pt x="915" y="1483"/>
                </a:cubicBezTo>
                <a:cubicBezTo>
                  <a:pt x="991" y="1625"/>
                  <a:pt x="991" y="1625"/>
                  <a:pt x="991" y="1625"/>
                </a:cubicBezTo>
                <a:cubicBezTo>
                  <a:pt x="1149" y="1573"/>
                  <a:pt x="1149" y="1573"/>
                  <a:pt x="1149" y="1573"/>
                </a:cubicBezTo>
                <a:cubicBezTo>
                  <a:pt x="1128" y="1408"/>
                  <a:pt x="1128" y="1408"/>
                  <a:pt x="1128" y="1408"/>
                </a:cubicBezTo>
                <a:cubicBezTo>
                  <a:pt x="1127" y="1407"/>
                  <a:pt x="1127" y="1407"/>
                  <a:pt x="1127" y="1407"/>
                </a:cubicBezTo>
                <a:cubicBezTo>
                  <a:pt x="1159" y="1390"/>
                  <a:pt x="1189" y="1371"/>
                  <a:pt x="1217" y="1350"/>
                </a:cubicBezTo>
                <a:cubicBezTo>
                  <a:pt x="1221" y="1353"/>
                  <a:pt x="1221" y="1353"/>
                  <a:pt x="1221" y="1353"/>
                </a:cubicBezTo>
                <a:cubicBezTo>
                  <a:pt x="1356" y="1441"/>
                  <a:pt x="1356" y="1441"/>
                  <a:pt x="1356" y="1441"/>
                </a:cubicBezTo>
                <a:cubicBezTo>
                  <a:pt x="1470" y="1320"/>
                  <a:pt x="1470" y="1320"/>
                  <a:pt x="1470" y="1320"/>
                </a:cubicBezTo>
                <a:cubicBezTo>
                  <a:pt x="1372" y="1185"/>
                  <a:pt x="1372" y="1185"/>
                  <a:pt x="1372" y="1185"/>
                </a:cubicBezTo>
                <a:cubicBezTo>
                  <a:pt x="1370" y="1183"/>
                  <a:pt x="1370" y="1183"/>
                  <a:pt x="1370" y="1183"/>
                </a:cubicBezTo>
                <a:cubicBezTo>
                  <a:pt x="1390" y="1154"/>
                  <a:pt x="1407" y="1123"/>
                  <a:pt x="1421" y="1090"/>
                </a:cubicBezTo>
                <a:cubicBezTo>
                  <a:pt x="1427" y="1092"/>
                  <a:pt x="1427" y="1092"/>
                  <a:pt x="1427" y="1092"/>
                </a:cubicBezTo>
                <a:cubicBezTo>
                  <a:pt x="1588" y="1104"/>
                  <a:pt x="1588" y="1104"/>
                  <a:pt x="1588" y="1104"/>
                </a:cubicBezTo>
                <a:cubicBezTo>
                  <a:pt x="1629" y="943"/>
                  <a:pt x="1629" y="943"/>
                  <a:pt x="1629" y="943"/>
                </a:cubicBezTo>
                <a:cubicBezTo>
                  <a:pt x="1478" y="872"/>
                  <a:pt x="1478" y="872"/>
                  <a:pt x="1478" y="872"/>
                </a:cubicBezTo>
                <a:cubicBezTo>
                  <a:pt x="1473" y="860"/>
                  <a:pt x="1473" y="860"/>
                  <a:pt x="1473" y="860"/>
                </a:cubicBezTo>
                <a:cubicBezTo>
                  <a:pt x="1476" y="825"/>
                  <a:pt x="1478" y="796"/>
                  <a:pt x="1470" y="743"/>
                </a:cubicBezTo>
                <a:cubicBezTo>
                  <a:pt x="1476" y="741"/>
                  <a:pt x="1476" y="741"/>
                  <a:pt x="1476" y="741"/>
                </a:cubicBezTo>
                <a:cubicBezTo>
                  <a:pt x="1610" y="702"/>
                  <a:pt x="1610" y="702"/>
                  <a:pt x="1610" y="702"/>
                </a:cubicBezTo>
                <a:cubicBezTo>
                  <a:pt x="1568" y="542"/>
                  <a:pt x="1568" y="542"/>
                  <a:pt x="1568" y="542"/>
                </a:cubicBezTo>
                <a:cubicBezTo>
                  <a:pt x="1411" y="549"/>
                  <a:pt x="1411" y="549"/>
                  <a:pt x="1411" y="549"/>
                </a:cubicBezTo>
                <a:cubicBezTo>
                  <a:pt x="1414" y="548"/>
                  <a:pt x="1414" y="548"/>
                  <a:pt x="1414" y="548"/>
                </a:cubicBezTo>
                <a:cubicBezTo>
                  <a:pt x="1395" y="505"/>
                  <a:pt x="1374" y="465"/>
                  <a:pt x="1347" y="428"/>
                </a:cubicBezTo>
                <a:cubicBezTo>
                  <a:pt x="1353" y="423"/>
                  <a:pt x="1353" y="423"/>
                  <a:pt x="1353" y="423"/>
                </a:cubicBezTo>
                <a:cubicBezTo>
                  <a:pt x="1444" y="289"/>
                  <a:pt x="1444" y="289"/>
                  <a:pt x="1444" y="289"/>
                </a:cubicBezTo>
                <a:cubicBezTo>
                  <a:pt x="1324" y="174"/>
                  <a:pt x="1324" y="174"/>
                  <a:pt x="1324" y="174"/>
                </a:cubicBezTo>
                <a:cubicBezTo>
                  <a:pt x="1188" y="269"/>
                  <a:pt x="1188" y="269"/>
                  <a:pt x="1188" y="269"/>
                </a:cubicBezTo>
                <a:cubicBezTo>
                  <a:pt x="1187" y="270"/>
                  <a:pt x="1187" y="270"/>
                  <a:pt x="1187" y="270"/>
                </a:cubicBezTo>
                <a:cubicBezTo>
                  <a:pt x="1142" y="240"/>
                  <a:pt x="1095" y="215"/>
                  <a:pt x="1044" y="197"/>
                </a:cubicBezTo>
                <a:cubicBezTo>
                  <a:pt x="1045" y="191"/>
                  <a:pt x="1045" y="191"/>
                  <a:pt x="1045" y="191"/>
                </a:cubicBezTo>
                <a:cubicBezTo>
                  <a:pt x="1047" y="30"/>
                  <a:pt x="1047" y="30"/>
                  <a:pt x="1047" y="30"/>
                </a:cubicBezTo>
                <a:cubicBezTo>
                  <a:pt x="884" y="0"/>
                  <a:pt x="884" y="0"/>
                  <a:pt x="884" y="0"/>
                </a:cubicBezTo>
                <a:cubicBezTo>
                  <a:pt x="822" y="155"/>
                  <a:pt x="822" y="155"/>
                  <a:pt x="822" y="155"/>
                </a:cubicBezTo>
                <a:close/>
                <a:moveTo>
                  <a:pt x="1347" y="682"/>
                </a:moveTo>
                <a:cubicBezTo>
                  <a:pt x="1424" y="977"/>
                  <a:pt x="1247" y="1278"/>
                  <a:pt x="951" y="1355"/>
                </a:cubicBezTo>
                <a:cubicBezTo>
                  <a:pt x="656" y="1432"/>
                  <a:pt x="355" y="1254"/>
                  <a:pt x="278" y="959"/>
                </a:cubicBezTo>
                <a:cubicBezTo>
                  <a:pt x="202" y="664"/>
                  <a:pt x="379" y="363"/>
                  <a:pt x="674" y="286"/>
                </a:cubicBezTo>
                <a:cubicBezTo>
                  <a:pt x="969" y="210"/>
                  <a:pt x="1271" y="387"/>
                  <a:pt x="1347" y="682"/>
                </a:cubicBezTo>
                <a:close/>
              </a:path>
            </a:pathLst>
          </a:custGeom>
          <a:solidFill>
            <a:srgbClr val="546E7A"/>
          </a:solidFill>
          <a:ln w="2540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 name="Freeform 6"/>
          <p:cNvSpPr>
            <a:spLocks noEditPoints="1"/>
          </p:cNvSpPr>
          <p:nvPr/>
        </p:nvSpPr>
        <p:spPr bwMode="auto">
          <a:xfrm>
            <a:off x="1410396" y="2070690"/>
            <a:ext cx="2472398" cy="2490350"/>
          </a:xfrm>
          <a:custGeom>
            <a:avLst/>
            <a:gdLst>
              <a:gd name="T0" fmla="*/ 716 w 1629"/>
              <a:gd name="T1" fmla="*/ 162 h 1641"/>
              <a:gd name="T2" fmla="*/ 638 w 1629"/>
              <a:gd name="T3" fmla="*/ 16 h 1641"/>
              <a:gd name="T4" fmla="*/ 501 w 1629"/>
              <a:gd name="T5" fmla="*/ 233 h 1641"/>
              <a:gd name="T6" fmla="*/ 408 w 1629"/>
              <a:gd name="T7" fmla="*/ 288 h 1641"/>
              <a:gd name="T8" fmla="*/ 160 w 1629"/>
              <a:gd name="T9" fmla="*/ 321 h 1641"/>
              <a:gd name="T10" fmla="*/ 205 w 1629"/>
              <a:gd name="T11" fmla="*/ 550 h 1641"/>
              <a:gd name="T12" fmla="*/ 41 w 1629"/>
              <a:gd name="T13" fmla="*/ 537 h 1641"/>
              <a:gd name="T14" fmla="*/ 150 w 1629"/>
              <a:gd name="T15" fmla="*/ 769 h 1641"/>
              <a:gd name="T16" fmla="*/ 148 w 1629"/>
              <a:gd name="T17" fmla="*/ 879 h 1641"/>
              <a:gd name="T18" fmla="*/ 45 w 1629"/>
              <a:gd name="T19" fmla="*/ 1103 h 1641"/>
              <a:gd name="T20" fmla="*/ 278 w 1629"/>
              <a:gd name="T21" fmla="*/ 1216 h 1641"/>
              <a:gd name="T22" fmla="*/ 185 w 1629"/>
              <a:gd name="T23" fmla="*/ 1352 h 1641"/>
              <a:gd name="T24" fmla="*/ 441 w 1629"/>
              <a:gd name="T25" fmla="*/ 1372 h 1641"/>
              <a:gd name="T26" fmla="*/ 584 w 1629"/>
              <a:gd name="T27" fmla="*/ 1449 h 1641"/>
              <a:gd name="T28" fmla="*/ 746 w 1629"/>
              <a:gd name="T29" fmla="*/ 1641 h 1641"/>
              <a:gd name="T30" fmla="*/ 807 w 1629"/>
              <a:gd name="T31" fmla="*/ 1486 h 1641"/>
              <a:gd name="T32" fmla="*/ 915 w 1629"/>
              <a:gd name="T33" fmla="*/ 1483 h 1641"/>
              <a:gd name="T34" fmla="*/ 1149 w 1629"/>
              <a:gd name="T35" fmla="*/ 1573 h 1641"/>
              <a:gd name="T36" fmla="*/ 1127 w 1629"/>
              <a:gd name="T37" fmla="*/ 1407 h 1641"/>
              <a:gd name="T38" fmla="*/ 1221 w 1629"/>
              <a:gd name="T39" fmla="*/ 1353 h 1641"/>
              <a:gd name="T40" fmla="*/ 1470 w 1629"/>
              <a:gd name="T41" fmla="*/ 1320 h 1641"/>
              <a:gd name="T42" fmla="*/ 1370 w 1629"/>
              <a:gd name="T43" fmla="*/ 1183 h 1641"/>
              <a:gd name="T44" fmla="*/ 1427 w 1629"/>
              <a:gd name="T45" fmla="*/ 1092 h 1641"/>
              <a:gd name="T46" fmla="*/ 1629 w 1629"/>
              <a:gd name="T47" fmla="*/ 943 h 1641"/>
              <a:gd name="T48" fmla="*/ 1473 w 1629"/>
              <a:gd name="T49" fmla="*/ 860 h 1641"/>
              <a:gd name="T50" fmla="*/ 1476 w 1629"/>
              <a:gd name="T51" fmla="*/ 741 h 1641"/>
              <a:gd name="T52" fmla="*/ 1568 w 1629"/>
              <a:gd name="T53" fmla="*/ 542 h 1641"/>
              <a:gd name="T54" fmla="*/ 1414 w 1629"/>
              <a:gd name="T55" fmla="*/ 548 h 1641"/>
              <a:gd name="T56" fmla="*/ 1353 w 1629"/>
              <a:gd name="T57" fmla="*/ 423 h 1641"/>
              <a:gd name="T58" fmla="*/ 1324 w 1629"/>
              <a:gd name="T59" fmla="*/ 174 h 1641"/>
              <a:gd name="T60" fmla="*/ 1187 w 1629"/>
              <a:gd name="T61" fmla="*/ 270 h 1641"/>
              <a:gd name="T62" fmla="*/ 1045 w 1629"/>
              <a:gd name="T63" fmla="*/ 191 h 1641"/>
              <a:gd name="T64" fmla="*/ 884 w 1629"/>
              <a:gd name="T65" fmla="*/ 0 h 1641"/>
              <a:gd name="T66" fmla="*/ 1347 w 1629"/>
              <a:gd name="T67" fmla="*/ 682 h 1641"/>
              <a:gd name="T68" fmla="*/ 278 w 1629"/>
              <a:gd name="T69" fmla="*/ 959 h 1641"/>
              <a:gd name="T70" fmla="*/ 1347 w 1629"/>
              <a:gd name="T71" fmla="*/ 682 h 1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29" h="1641">
                <a:moveTo>
                  <a:pt x="822" y="155"/>
                </a:moveTo>
                <a:cubicBezTo>
                  <a:pt x="787" y="155"/>
                  <a:pt x="751" y="157"/>
                  <a:pt x="716" y="162"/>
                </a:cubicBezTo>
                <a:cubicBezTo>
                  <a:pt x="714" y="158"/>
                  <a:pt x="714" y="158"/>
                  <a:pt x="714" y="158"/>
                </a:cubicBezTo>
                <a:cubicBezTo>
                  <a:pt x="638" y="16"/>
                  <a:pt x="638" y="16"/>
                  <a:pt x="638" y="16"/>
                </a:cubicBezTo>
                <a:cubicBezTo>
                  <a:pt x="480" y="68"/>
                  <a:pt x="480" y="68"/>
                  <a:pt x="480" y="68"/>
                </a:cubicBezTo>
                <a:cubicBezTo>
                  <a:pt x="501" y="233"/>
                  <a:pt x="501" y="233"/>
                  <a:pt x="501" y="233"/>
                </a:cubicBezTo>
                <a:cubicBezTo>
                  <a:pt x="469" y="250"/>
                  <a:pt x="439" y="268"/>
                  <a:pt x="410" y="290"/>
                </a:cubicBezTo>
                <a:cubicBezTo>
                  <a:pt x="408" y="288"/>
                  <a:pt x="408" y="288"/>
                  <a:pt x="408" y="288"/>
                </a:cubicBezTo>
                <a:cubicBezTo>
                  <a:pt x="273" y="200"/>
                  <a:pt x="273" y="200"/>
                  <a:pt x="273" y="200"/>
                </a:cubicBezTo>
                <a:cubicBezTo>
                  <a:pt x="160" y="321"/>
                  <a:pt x="160" y="321"/>
                  <a:pt x="160" y="321"/>
                </a:cubicBezTo>
                <a:cubicBezTo>
                  <a:pt x="257" y="455"/>
                  <a:pt x="257" y="455"/>
                  <a:pt x="257" y="455"/>
                </a:cubicBezTo>
                <a:cubicBezTo>
                  <a:pt x="237" y="485"/>
                  <a:pt x="220" y="517"/>
                  <a:pt x="205" y="550"/>
                </a:cubicBezTo>
                <a:cubicBezTo>
                  <a:pt x="202" y="549"/>
                  <a:pt x="202" y="549"/>
                  <a:pt x="202" y="549"/>
                </a:cubicBezTo>
                <a:cubicBezTo>
                  <a:pt x="41" y="537"/>
                  <a:pt x="41" y="537"/>
                  <a:pt x="41" y="537"/>
                </a:cubicBezTo>
                <a:cubicBezTo>
                  <a:pt x="0" y="698"/>
                  <a:pt x="0" y="698"/>
                  <a:pt x="0" y="698"/>
                </a:cubicBezTo>
                <a:cubicBezTo>
                  <a:pt x="150" y="769"/>
                  <a:pt x="150" y="769"/>
                  <a:pt x="150" y="769"/>
                </a:cubicBezTo>
                <a:cubicBezTo>
                  <a:pt x="147" y="805"/>
                  <a:pt x="143" y="825"/>
                  <a:pt x="150" y="878"/>
                </a:cubicBezTo>
                <a:cubicBezTo>
                  <a:pt x="148" y="879"/>
                  <a:pt x="148" y="879"/>
                  <a:pt x="148" y="879"/>
                </a:cubicBezTo>
                <a:cubicBezTo>
                  <a:pt x="4" y="943"/>
                  <a:pt x="4" y="943"/>
                  <a:pt x="4" y="943"/>
                </a:cubicBezTo>
                <a:cubicBezTo>
                  <a:pt x="45" y="1103"/>
                  <a:pt x="45" y="1103"/>
                  <a:pt x="45" y="1103"/>
                </a:cubicBezTo>
                <a:cubicBezTo>
                  <a:pt x="209" y="1094"/>
                  <a:pt x="209" y="1094"/>
                  <a:pt x="209" y="1094"/>
                </a:cubicBezTo>
                <a:cubicBezTo>
                  <a:pt x="228" y="1138"/>
                  <a:pt x="251" y="1178"/>
                  <a:pt x="278" y="1216"/>
                </a:cubicBezTo>
                <a:cubicBezTo>
                  <a:pt x="276" y="1218"/>
                  <a:pt x="276" y="1218"/>
                  <a:pt x="276" y="1218"/>
                </a:cubicBezTo>
                <a:cubicBezTo>
                  <a:pt x="185" y="1352"/>
                  <a:pt x="185" y="1352"/>
                  <a:pt x="185" y="1352"/>
                </a:cubicBezTo>
                <a:cubicBezTo>
                  <a:pt x="305" y="1467"/>
                  <a:pt x="305" y="1467"/>
                  <a:pt x="305" y="1467"/>
                </a:cubicBezTo>
                <a:cubicBezTo>
                  <a:pt x="441" y="1372"/>
                  <a:pt x="441" y="1372"/>
                  <a:pt x="441" y="1372"/>
                </a:cubicBezTo>
                <a:cubicBezTo>
                  <a:pt x="486" y="1402"/>
                  <a:pt x="534" y="1427"/>
                  <a:pt x="584" y="1446"/>
                </a:cubicBezTo>
                <a:cubicBezTo>
                  <a:pt x="584" y="1449"/>
                  <a:pt x="584" y="1449"/>
                  <a:pt x="584" y="1449"/>
                </a:cubicBezTo>
                <a:cubicBezTo>
                  <a:pt x="582" y="1611"/>
                  <a:pt x="582" y="1611"/>
                  <a:pt x="582" y="1611"/>
                </a:cubicBezTo>
                <a:cubicBezTo>
                  <a:pt x="746" y="1641"/>
                  <a:pt x="746" y="1641"/>
                  <a:pt x="746" y="1641"/>
                </a:cubicBezTo>
                <a:cubicBezTo>
                  <a:pt x="807" y="1486"/>
                  <a:pt x="807" y="1486"/>
                  <a:pt x="807" y="1486"/>
                </a:cubicBezTo>
                <a:cubicBezTo>
                  <a:pt x="807" y="1486"/>
                  <a:pt x="807" y="1486"/>
                  <a:pt x="807" y="1486"/>
                </a:cubicBezTo>
                <a:cubicBezTo>
                  <a:pt x="842" y="1486"/>
                  <a:pt x="878" y="1484"/>
                  <a:pt x="913" y="1479"/>
                </a:cubicBezTo>
                <a:cubicBezTo>
                  <a:pt x="915" y="1483"/>
                  <a:pt x="915" y="1483"/>
                  <a:pt x="915" y="1483"/>
                </a:cubicBezTo>
                <a:cubicBezTo>
                  <a:pt x="991" y="1625"/>
                  <a:pt x="991" y="1625"/>
                  <a:pt x="991" y="1625"/>
                </a:cubicBezTo>
                <a:cubicBezTo>
                  <a:pt x="1149" y="1573"/>
                  <a:pt x="1149" y="1573"/>
                  <a:pt x="1149" y="1573"/>
                </a:cubicBezTo>
                <a:cubicBezTo>
                  <a:pt x="1128" y="1408"/>
                  <a:pt x="1128" y="1408"/>
                  <a:pt x="1128" y="1408"/>
                </a:cubicBezTo>
                <a:cubicBezTo>
                  <a:pt x="1127" y="1407"/>
                  <a:pt x="1127" y="1407"/>
                  <a:pt x="1127" y="1407"/>
                </a:cubicBezTo>
                <a:cubicBezTo>
                  <a:pt x="1159" y="1390"/>
                  <a:pt x="1189" y="1371"/>
                  <a:pt x="1217" y="1350"/>
                </a:cubicBezTo>
                <a:cubicBezTo>
                  <a:pt x="1221" y="1353"/>
                  <a:pt x="1221" y="1353"/>
                  <a:pt x="1221" y="1353"/>
                </a:cubicBezTo>
                <a:cubicBezTo>
                  <a:pt x="1356" y="1441"/>
                  <a:pt x="1356" y="1441"/>
                  <a:pt x="1356" y="1441"/>
                </a:cubicBezTo>
                <a:cubicBezTo>
                  <a:pt x="1470" y="1320"/>
                  <a:pt x="1470" y="1320"/>
                  <a:pt x="1470" y="1320"/>
                </a:cubicBezTo>
                <a:cubicBezTo>
                  <a:pt x="1372" y="1185"/>
                  <a:pt x="1372" y="1185"/>
                  <a:pt x="1372" y="1185"/>
                </a:cubicBezTo>
                <a:cubicBezTo>
                  <a:pt x="1370" y="1183"/>
                  <a:pt x="1370" y="1183"/>
                  <a:pt x="1370" y="1183"/>
                </a:cubicBezTo>
                <a:cubicBezTo>
                  <a:pt x="1390" y="1154"/>
                  <a:pt x="1407" y="1123"/>
                  <a:pt x="1421" y="1090"/>
                </a:cubicBezTo>
                <a:cubicBezTo>
                  <a:pt x="1427" y="1092"/>
                  <a:pt x="1427" y="1092"/>
                  <a:pt x="1427" y="1092"/>
                </a:cubicBezTo>
                <a:cubicBezTo>
                  <a:pt x="1588" y="1104"/>
                  <a:pt x="1588" y="1104"/>
                  <a:pt x="1588" y="1104"/>
                </a:cubicBezTo>
                <a:cubicBezTo>
                  <a:pt x="1629" y="943"/>
                  <a:pt x="1629" y="943"/>
                  <a:pt x="1629" y="943"/>
                </a:cubicBezTo>
                <a:cubicBezTo>
                  <a:pt x="1478" y="872"/>
                  <a:pt x="1478" y="872"/>
                  <a:pt x="1478" y="872"/>
                </a:cubicBezTo>
                <a:cubicBezTo>
                  <a:pt x="1473" y="860"/>
                  <a:pt x="1473" y="860"/>
                  <a:pt x="1473" y="860"/>
                </a:cubicBezTo>
                <a:cubicBezTo>
                  <a:pt x="1476" y="825"/>
                  <a:pt x="1478" y="796"/>
                  <a:pt x="1470" y="743"/>
                </a:cubicBezTo>
                <a:cubicBezTo>
                  <a:pt x="1476" y="741"/>
                  <a:pt x="1476" y="741"/>
                  <a:pt x="1476" y="741"/>
                </a:cubicBezTo>
                <a:cubicBezTo>
                  <a:pt x="1610" y="702"/>
                  <a:pt x="1610" y="702"/>
                  <a:pt x="1610" y="702"/>
                </a:cubicBezTo>
                <a:cubicBezTo>
                  <a:pt x="1568" y="542"/>
                  <a:pt x="1568" y="542"/>
                  <a:pt x="1568" y="542"/>
                </a:cubicBezTo>
                <a:cubicBezTo>
                  <a:pt x="1411" y="549"/>
                  <a:pt x="1411" y="549"/>
                  <a:pt x="1411" y="549"/>
                </a:cubicBezTo>
                <a:cubicBezTo>
                  <a:pt x="1414" y="548"/>
                  <a:pt x="1414" y="548"/>
                  <a:pt x="1414" y="548"/>
                </a:cubicBezTo>
                <a:cubicBezTo>
                  <a:pt x="1395" y="505"/>
                  <a:pt x="1374" y="465"/>
                  <a:pt x="1347" y="428"/>
                </a:cubicBezTo>
                <a:cubicBezTo>
                  <a:pt x="1353" y="423"/>
                  <a:pt x="1353" y="423"/>
                  <a:pt x="1353" y="423"/>
                </a:cubicBezTo>
                <a:cubicBezTo>
                  <a:pt x="1444" y="289"/>
                  <a:pt x="1444" y="289"/>
                  <a:pt x="1444" y="289"/>
                </a:cubicBezTo>
                <a:cubicBezTo>
                  <a:pt x="1324" y="174"/>
                  <a:pt x="1324" y="174"/>
                  <a:pt x="1324" y="174"/>
                </a:cubicBezTo>
                <a:cubicBezTo>
                  <a:pt x="1188" y="269"/>
                  <a:pt x="1188" y="269"/>
                  <a:pt x="1188" y="269"/>
                </a:cubicBezTo>
                <a:cubicBezTo>
                  <a:pt x="1187" y="270"/>
                  <a:pt x="1187" y="270"/>
                  <a:pt x="1187" y="270"/>
                </a:cubicBezTo>
                <a:cubicBezTo>
                  <a:pt x="1142" y="240"/>
                  <a:pt x="1095" y="215"/>
                  <a:pt x="1044" y="197"/>
                </a:cubicBezTo>
                <a:cubicBezTo>
                  <a:pt x="1045" y="191"/>
                  <a:pt x="1045" y="191"/>
                  <a:pt x="1045" y="191"/>
                </a:cubicBezTo>
                <a:cubicBezTo>
                  <a:pt x="1047" y="30"/>
                  <a:pt x="1047" y="30"/>
                  <a:pt x="1047" y="30"/>
                </a:cubicBezTo>
                <a:cubicBezTo>
                  <a:pt x="884" y="0"/>
                  <a:pt x="884" y="0"/>
                  <a:pt x="884" y="0"/>
                </a:cubicBezTo>
                <a:cubicBezTo>
                  <a:pt x="822" y="155"/>
                  <a:pt x="822" y="155"/>
                  <a:pt x="822" y="155"/>
                </a:cubicBezTo>
                <a:close/>
                <a:moveTo>
                  <a:pt x="1347" y="682"/>
                </a:moveTo>
                <a:cubicBezTo>
                  <a:pt x="1424" y="977"/>
                  <a:pt x="1247" y="1278"/>
                  <a:pt x="951" y="1355"/>
                </a:cubicBezTo>
                <a:cubicBezTo>
                  <a:pt x="656" y="1432"/>
                  <a:pt x="355" y="1254"/>
                  <a:pt x="278" y="959"/>
                </a:cubicBezTo>
                <a:cubicBezTo>
                  <a:pt x="202" y="664"/>
                  <a:pt x="379" y="363"/>
                  <a:pt x="674" y="286"/>
                </a:cubicBezTo>
                <a:cubicBezTo>
                  <a:pt x="969" y="210"/>
                  <a:pt x="1271" y="387"/>
                  <a:pt x="1347" y="682"/>
                </a:cubicBezTo>
                <a:close/>
              </a:path>
            </a:pathLst>
          </a:custGeom>
          <a:solidFill>
            <a:srgbClr val="5EC6D3"/>
          </a:solidFill>
          <a:ln w="2540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4" name="Freeform 6"/>
          <p:cNvSpPr>
            <a:spLocks noEditPoints="1"/>
          </p:cNvSpPr>
          <p:nvPr/>
        </p:nvSpPr>
        <p:spPr bwMode="auto">
          <a:xfrm>
            <a:off x="6267002" y="2065284"/>
            <a:ext cx="2472398" cy="2490350"/>
          </a:xfrm>
          <a:custGeom>
            <a:avLst/>
            <a:gdLst>
              <a:gd name="T0" fmla="*/ 716 w 1629"/>
              <a:gd name="T1" fmla="*/ 162 h 1641"/>
              <a:gd name="T2" fmla="*/ 638 w 1629"/>
              <a:gd name="T3" fmla="*/ 16 h 1641"/>
              <a:gd name="T4" fmla="*/ 501 w 1629"/>
              <a:gd name="T5" fmla="*/ 233 h 1641"/>
              <a:gd name="T6" fmla="*/ 408 w 1629"/>
              <a:gd name="T7" fmla="*/ 288 h 1641"/>
              <a:gd name="T8" fmla="*/ 160 w 1629"/>
              <a:gd name="T9" fmla="*/ 321 h 1641"/>
              <a:gd name="T10" fmla="*/ 205 w 1629"/>
              <a:gd name="T11" fmla="*/ 550 h 1641"/>
              <a:gd name="T12" fmla="*/ 41 w 1629"/>
              <a:gd name="T13" fmla="*/ 537 h 1641"/>
              <a:gd name="T14" fmla="*/ 150 w 1629"/>
              <a:gd name="T15" fmla="*/ 769 h 1641"/>
              <a:gd name="T16" fmla="*/ 148 w 1629"/>
              <a:gd name="T17" fmla="*/ 879 h 1641"/>
              <a:gd name="T18" fmla="*/ 45 w 1629"/>
              <a:gd name="T19" fmla="*/ 1103 h 1641"/>
              <a:gd name="T20" fmla="*/ 278 w 1629"/>
              <a:gd name="T21" fmla="*/ 1216 h 1641"/>
              <a:gd name="T22" fmla="*/ 185 w 1629"/>
              <a:gd name="T23" fmla="*/ 1352 h 1641"/>
              <a:gd name="T24" fmla="*/ 441 w 1629"/>
              <a:gd name="T25" fmla="*/ 1372 h 1641"/>
              <a:gd name="T26" fmla="*/ 584 w 1629"/>
              <a:gd name="T27" fmla="*/ 1449 h 1641"/>
              <a:gd name="T28" fmla="*/ 746 w 1629"/>
              <a:gd name="T29" fmla="*/ 1641 h 1641"/>
              <a:gd name="T30" fmla="*/ 807 w 1629"/>
              <a:gd name="T31" fmla="*/ 1486 h 1641"/>
              <a:gd name="T32" fmla="*/ 915 w 1629"/>
              <a:gd name="T33" fmla="*/ 1483 h 1641"/>
              <a:gd name="T34" fmla="*/ 1149 w 1629"/>
              <a:gd name="T35" fmla="*/ 1573 h 1641"/>
              <a:gd name="T36" fmla="*/ 1127 w 1629"/>
              <a:gd name="T37" fmla="*/ 1407 h 1641"/>
              <a:gd name="T38" fmla="*/ 1221 w 1629"/>
              <a:gd name="T39" fmla="*/ 1353 h 1641"/>
              <a:gd name="T40" fmla="*/ 1470 w 1629"/>
              <a:gd name="T41" fmla="*/ 1320 h 1641"/>
              <a:gd name="T42" fmla="*/ 1370 w 1629"/>
              <a:gd name="T43" fmla="*/ 1183 h 1641"/>
              <a:gd name="T44" fmla="*/ 1427 w 1629"/>
              <a:gd name="T45" fmla="*/ 1092 h 1641"/>
              <a:gd name="T46" fmla="*/ 1629 w 1629"/>
              <a:gd name="T47" fmla="*/ 943 h 1641"/>
              <a:gd name="T48" fmla="*/ 1473 w 1629"/>
              <a:gd name="T49" fmla="*/ 860 h 1641"/>
              <a:gd name="T50" fmla="*/ 1476 w 1629"/>
              <a:gd name="T51" fmla="*/ 741 h 1641"/>
              <a:gd name="T52" fmla="*/ 1568 w 1629"/>
              <a:gd name="T53" fmla="*/ 542 h 1641"/>
              <a:gd name="T54" fmla="*/ 1414 w 1629"/>
              <a:gd name="T55" fmla="*/ 548 h 1641"/>
              <a:gd name="T56" fmla="*/ 1353 w 1629"/>
              <a:gd name="T57" fmla="*/ 423 h 1641"/>
              <a:gd name="T58" fmla="*/ 1324 w 1629"/>
              <a:gd name="T59" fmla="*/ 174 h 1641"/>
              <a:gd name="T60" fmla="*/ 1187 w 1629"/>
              <a:gd name="T61" fmla="*/ 270 h 1641"/>
              <a:gd name="T62" fmla="*/ 1045 w 1629"/>
              <a:gd name="T63" fmla="*/ 191 h 1641"/>
              <a:gd name="T64" fmla="*/ 884 w 1629"/>
              <a:gd name="T65" fmla="*/ 0 h 1641"/>
              <a:gd name="T66" fmla="*/ 1347 w 1629"/>
              <a:gd name="T67" fmla="*/ 682 h 1641"/>
              <a:gd name="T68" fmla="*/ 278 w 1629"/>
              <a:gd name="T69" fmla="*/ 959 h 1641"/>
              <a:gd name="T70" fmla="*/ 1347 w 1629"/>
              <a:gd name="T71" fmla="*/ 682 h 1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29" h="1641">
                <a:moveTo>
                  <a:pt x="822" y="155"/>
                </a:moveTo>
                <a:cubicBezTo>
                  <a:pt x="787" y="155"/>
                  <a:pt x="751" y="157"/>
                  <a:pt x="716" y="162"/>
                </a:cubicBezTo>
                <a:cubicBezTo>
                  <a:pt x="714" y="158"/>
                  <a:pt x="714" y="158"/>
                  <a:pt x="714" y="158"/>
                </a:cubicBezTo>
                <a:cubicBezTo>
                  <a:pt x="638" y="16"/>
                  <a:pt x="638" y="16"/>
                  <a:pt x="638" y="16"/>
                </a:cubicBezTo>
                <a:cubicBezTo>
                  <a:pt x="480" y="68"/>
                  <a:pt x="480" y="68"/>
                  <a:pt x="480" y="68"/>
                </a:cubicBezTo>
                <a:cubicBezTo>
                  <a:pt x="501" y="233"/>
                  <a:pt x="501" y="233"/>
                  <a:pt x="501" y="233"/>
                </a:cubicBezTo>
                <a:cubicBezTo>
                  <a:pt x="469" y="250"/>
                  <a:pt x="439" y="268"/>
                  <a:pt x="410" y="290"/>
                </a:cubicBezTo>
                <a:cubicBezTo>
                  <a:pt x="408" y="288"/>
                  <a:pt x="408" y="288"/>
                  <a:pt x="408" y="288"/>
                </a:cubicBezTo>
                <a:cubicBezTo>
                  <a:pt x="273" y="200"/>
                  <a:pt x="273" y="200"/>
                  <a:pt x="273" y="200"/>
                </a:cubicBezTo>
                <a:cubicBezTo>
                  <a:pt x="160" y="321"/>
                  <a:pt x="160" y="321"/>
                  <a:pt x="160" y="321"/>
                </a:cubicBezTo>
                <a:cubicBezTo>
                  <a:pt x="257" y="455"/>
                  <a:pt x="257" y="455"/>
                  <a:pt x="257" y="455"/>
                </a:cubicBezTo>
                <a:cubicBezTo>
                  <a:pt x="237" y="485"/>
                  <a:pt x="220" y="517"/>
                  <a:pt x="205" y="550"/>
                </a:cubicBezTo>
                <a:cubicBezTo>
                  <a:pt x="202" y="549"/>
                  <a:pt x="202" y="549"/>
                  <a:pt x="202" y="549"/>
                </a:cubicBezTo>
                <a:cubicBezTo>
                  <a:pt x="41" y="537"/>
                  <a:pt x="41" y="537"/>
                  <a:pt x="41" y="537"/>
                </a:cubicBezTo>
                <a:cubicBezTo>
                  <a:pt x="0" y="698"/>
                  <a:pt x="0" y="698"/>
                  <a:pt x="0" y="698"/>
                </a:cubicBezTo>
                <a:cubicBezTo>
                  <a:pt x="150" y="769"/>
                  <a:pt x="150" y="769"/>
                  <a:pt x="150" y="769"/>
                </a:cubicBezTo>
                <a:cubicBezTo>
                  <a:pt x="147" y="805"/>
                  <a:pt x="143" y="825"/>
                  <a:pt x="150" y="878"/>
                </a:cubicBezTo>
                <a:cubicBezTo>
                  <a:pt x="148" y="879"/>
                  <a:pt x="148" y="879"/>
                  <a:pt x="148" y="879"/>
                </a:cubicBezTo>
                <a:cubicBezTo>
                  <a:pt x="4" y="943"/>
                  <a:pt x="4" y="943"/>
                  <a:pt x="4" y="943"/>
                </a:cubicBezTo>
                <a:cubicBezTo>
                  <a:pt x="45" y="1103"/>
                  <a:pt x="45" y="1103"/>
                  <a:pt x="45" y="1103"/>
                </a:cubicBezTo>
                <a:cubicBezTo>
                  <a:pt x="209" y="1094"/>
                  <a:pt x="209" y="1094"/>
                  <a:pt x="209" y="1094"/>
                </a:cubicBezTo>
                <a:cubicBezTo>
                  <a:pt x="228" y="1138"/>
                  <a:pt x="251" y="1178"/>
                  <a:pt x="278" y="1216"/>
                </a:cubicBezTo>
                <a:cubicBezTo>
                  <a:pt x="276" y="1218"/>
                  <a:pt x="276" y="1218"/>
                  <a:pt x="276" y="1218"/>
                </a:cubicBezTo>
                <a:cubicBezTo>
                  <a:pt x="185" y="1352"/>
                  <a:pt x="185" y="1352"/>
                  <a:pt x="185" y="1352"/>
                </a:cubicBezTo>
                <a:cubicBezTo>
                  <a:pt x="305" y="1467"/>
                  <a:pt x="305" y="1467"/>
                  <a:pt x="305" y="1467"/>
                </a:cubicBezTo>
                <a:cubicBezTo>
                  <a:pt x="441" y="1372"/>
                  <a:pt x="441" y="1372"/>
                  <a:pt x="441" y="1372"/>
                </a:cubicBezTo>
                <a:cubicBezTo>
                  <a:pt x="486" y="1402"/>
                  <a:pt x="534" y="1427"/>
                  <a:pt x="584" y="1446"/>
                </a:cubicBezTo>
                <a:cubicBezTo>
                  <a:pt x="584" y="1449"/>
                  <a:pt x="584" y="1449"/>
                  <a:pt x="584" y="1449"/>
                </a:cubicBezTo>
                <a:cubicBezTo>
                  <a:pt x="582" y="1611"/>
                  <a:pt x="582" y="1611"/>
                  <a:pt x="582" y="1611"/>
                </a:cubicBezTo>
                <a:cubicBezTo>
                  <a:pt x="746" y="1641"/>
                  <a:pt x="746" y="1641"/>
                  <a:pt x="746" y="1641"/>
                </a:cubicBezTo>
                <a:cubicBezTo>
                  <a:pt x="807" y="1486"/>
                  <a:pt x="807" y="1486"/>
                  <a:pt x="807" y="1486"/>
                </a:cubicBezTo>
                <a:cubicBezTo>
                  <a:pt x="807" y="1486"/>
                  <a:pt x="807" y="1486"/>
                  <a:pt x="807" y="1486"/>
                </a:cubicBezTo>
                <a:cubicBezTo>
                  <a:pt x="842" y="1486"/>
                  <a:pt x="878" y="1484"/>
                  <a:pt x="913" y="1479"/>
                </a:cubicBezTo>
                <a:cubicBezTo>
                  <a:pt x="915" y="1483"/>
                  <a:pt x="915" y="1483"/>
                  <a:pt x="915" y="1483"/>
                </a:cubicBezTo>
                <a:cubicBezTo>
                  <a:pt x="991" y="1625"/>
                  <a:pt x="991" y="1625"/>
                  <a:pt x="991" y="1625"/>
                </a:cubicBezTo>
                <a:cubicBezTo>
                  <a:pt x="1149" y="1573"/>
                  <a:pt x="1149" y="1573"/>
                  <a:pt x="1149" y="1573"/>
                </a:cubicBezTo>
                <a:cubicBezTo>
                  <a:pt x="1128" y="1408"/>
                  <a:pt x="1128" y="1408"/>
                  <a:pt x="1128" y="1408"/>
                </a:cubicBezTo>
                <a:cubicBezTo>
                  <a:pt x="1127" y="1407"/>
                  <a:pt x="1127" y="1407"/>
                  <a:pt x="1127" y="1407"/>
                </a:cubicBezTo>
                <a:cubicBezTo>
                  <a:pt x="1159" y="1390"/>
                  <a:pt x="1189" y="1371"/>
                  <a:pt x="1217" y="1350"/>
                </a:cubicBezTo>
                <a:cubicBezTo>
                  <a:pt x="1221" y="1353"/>
                  <a:pt x="1221" y="1353"/>
                  <a:pt x="1221" y="1353"/>
                </a:cubicBezTo>
                <a:cubicBezTo>
                  <a:pt x="1356" y="1441"/>
                  <a:pt x="1356" y="1441"/>
                  <a:pt x="1356" y="1441"/>
                </a:cubicBezTo>
                <a:cubicBezTo>
                  <a:pt x="1470" y="1320"/>
                  <a:pt x="1470" y="1320"/>
                  <a:pt x="1470" y="1320"/>
                </a:cubicBezTo>
                <a:cubicBezTo>
                  <a:pt x="1372" y="1185"/>
                  <a:pt x="1372" y="1185"/>
                  <a:pt x="1372" y="1185"/>
                </a:cubicBezTo>
                <a:cubicBezTo>
                  <a:pt x="1370" y="1183"/>
                  <a:pt x="1370" y="1183"/>
                  <a:pt x="1370" y="1183"/>
                </a:cubicBezTo>
                <a:cubicBezTo>
                  <a:pt x="1390" y="1154"/>
                  <a:pt x="1407" y="1123"/>
                  <a:pt x="1421" y="1090"/>
                </a:cubicBezTo>
                <a:cubicBezTo>
                  <a:pt x="1427" y="1092"/>
                  <a:pt x="1427" y="1092"/>
                  <a:pt x="1427" y="1092"/>
                </a:cubicBezTo>
                <a:cubicBezTo>
                  <a:pt x="1588" y="1104"/>
                  <a:pt x="1588" y="1104"/>
                  <a:pt x="1588" y="1104"/>
                </a:cubicBezTo>
                <a:cubicBezTo>
                  <a:pt x="1629" y="943"/>
                  <a:pt x="1629" y="943"/>
                  <a:pt x="1629" y="943"/>
                </a:cubicBezTo>
                <a:cubicBezTo>
                  <a:pt x="1478" y="872"/>
                  <a:pt x="1478" y="872"/>
                  <a:pt x="1478" y="872"/>
                </a:cubicBezTo>
                <a:cubicBezTo>
                  <a:pt x="1473" y="860"/>
                  <a:pt x="1473" y="860"/>
                  <a:pt x="1473" y="860"/>
                </a:cubicBezTo>
                <a:cubicBezTo>
                  <a:pt x="1476" y="825"/>
                  <a:pt x="1478" y="796"/>
                  <a:pt x="1470" y="743"/>
                </a:cubicBezTo>
                <a:cubicBezTo>
                  <a:pt x="1476" y="741"/>
                  <a:pt x="1476" y="741"/>
                  <a:pt x="1476" y="741"/>
                </a:cubicBezTo>
                <a:cubicBezTo>
                  <a:pt x="1610" y="702"/>
                  <a:pt x="1610" y="702"/>
                  <a:pt x="1610" y="702"/>
                </a:cubicBezTo>
                <a:cubicBezTo>
                  <a:pt x="1568" y="542"/>
                  <a:pt x="1568" y="542"/>
                  <a:pt x="1568" y="542"/>
                </a:cubicBezTo>
                <a:cubicBezTo>
                  <a:pt x="1411" y="549"/>
                  <a:pt x="1411" y="549"/>
                  <a:pt x="1411" y="549"/>
                </a:cubicBezTo>
                <a:cubicBezTo>
                  <a:pt x="1414" y="548"/>
                  <a:pt x="1414" y="548"/>
                  <a:pt x="1414" y="548"/>
                </a:cubicBezTo>
                <a:cubicBezTo>
                  <a:pt x="1395" y="505"/>
                  <a:pt x="1374" y="465"/>
                  <a:pt x="1347" y="428"/>
                </a:cubicBezTo>
                <a:cubicBezTo>
                  <a:pt x="1353" y="423"/>
                  <a:pt x="1353" y="423"/>
                  <a:pt x="1353" y="423"/>
                </a:cubicBezTo>
                <a:cubicBezTo>
                  <a:pt x="1444" y="289"/>
                  <a:pt x="1444" y="289"/>
                  <a:pt x="1444" y="289"/>
                </a:cubicBezTo>
                <a:cubicBezTo>
                  <a:pt x="1324" y="174"/>
                  <a:pt x="1324" y="174"/>
                  <a:pt x="1324" y="174"/>
                </a:cubicBezTo>
                <a:cubicBezTo>
                  <a:pt x="1188" y="269"/>
                  <a:pt x="1188" y="269"/>
                  <a:pt x="1188" y="269"/>
                </a:cubicBezTo>
                <a:cubicBezTo>
                  <a:pt x="1187" y="270"/>
                  <a:pt x="1187" y="270"/>
                  <a:pt x="1187" y="270"/>
                </a:cubicBezTo>
                <a:cubicBezTo>
                  <a:pt x="1142" y="240"/>
                  <a:pt x="1095" y="215"/>
                  <a:pt x="1044" y="197"/>
                </a:cubicBezTo>
                <a:cubicBezTo>
                  <a:pt x="1045" y="191"/>
                  <a:pt x="1045" y="191"/>
                  <a:pt x="1045" y="191"/>
                </a:cubicBezTo>
                <a:cubicBezTo>
                  <a:pt x="1047" y="30"/>
                  <a:pt x="1047" y="30"/>
                  <a:pt x="1047" y="30"/>
                </a:cubicBezTo>
                <a:cubicBezTo>
                  <a:pt x="884" y="0"/>
                  <a:pt x="884" y="0"/>
                  <a:pt x="884" y="0"/>
                </a:cubicBezTo>
                <a:cubicBezTo>
                  <a:pt x="822" y="155"/>
                  <a:pt x="822" y="155"/>
                  <a:pt x="822" y="155"/>
                </a:cubicBezTo>
                <a:close/>
                <a:moveTo>
                  <a:pt x="1347" y="682"/>
                </a:moveTo>
                <a:cubicBezTo>
                  <a:pt x="1424" y="977"/>
                  <a:pt x="1247" y="1278"/>
                  <a:pt x="951" y="1355"/>
                </a:cubicBezTo>
                <a:cubicBezTo>
                  <a:pt x="656" y="1432"/>
                  <a:pt x="355" y="1254"/>
                  <a:pt x="278" y="959"/>
                </a:cubicBezTo>
                <a:cubicBezTo>
                  <a:pt x="202" y="664"/>
                  <a:pt x="379" y="363"/>
                  <a:pt x="674" y="286"/>
                </a:cubicBezTo>
                <a:cubicBezTo>
                  <a:pt x="969" y="210"/>
                  <a:pt x="1271" y="387"/>
                  <a:pt x="1347" y="682"/>
                </a:cubicBezTo>
                <a:close/>
              </a:path>
            </a:pathLst>
          </a:custGeom>
          <a:solidFill>
            <a:schemeClr val="accent2"/>
          </a:solidFill>
          <a:ln w="2540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5" name="Freeform 6"/>
          <p:cNvSpPr>
            <a:spLocks noEditPoints="1"/>
          </p:cNvSpPr>
          <p:nvPr/>
        </p:nvSpPr>
        <p:spPr bwMode="auto">
          <a:xfrm>
            <a:off x="8518550" y="3074154"/>
            <a:ext cx="2049021" cy="2063899"/>
          </a:xfrm>
          <a:custGeom>
            <a:avLst/>
            <a:gdLst>
              <a:gd name="T0" fmla="*/ 716 w 1629"/>
              <a:gd name="T1" fmla="*/ 162 h 1641"/>
              <a:gd name="T2" fmla="*/ 638 w 1629"/>
              <a:gd name="T3" fmla="*/ 16 h 1641"/>
              <a:gd name="T4" fmla="*/ 501 w 1629"/>
              <a:gd name="T5" fmla="*/ 233 h 1641"/>
              <a:gd name="T6" fmla="*/ 408 w 1629"/>
              <a:gd name="T7" fmla="*/ 288 h 1641"/>
              <a:gd name="T8" fmla="*/ 160 w 1629"/>
              <a:gd name="T9" fmla="*/ 321 h 1641"/>
              <a:gd name="T10" fmla="*/ 205 w 1629"/>
              <a:gd name="T11" fmla="*/ 550 h 1641"/>
              <a:gd name="T12" fmla="*/ 41 w 1629"/>
              <a:gd name="T13" fmla="*/ 537 h 1641"/>
              <a:gd name="T14" fmla="*/ 150 w 1629"/>
              <a:gd name="T15" fmla="*/ 769 h 1641"/>
              <a:gd name="T16" fmla="*/ 148 w 1629"/>
              <a:gd name="T17" fmla="*/ 879 h 1641"/>
              <a:gd name="T18" fmla="*/ 45 w 1629"/>
              <a:gd name="T19" fmla="*/ 1103 h 1641"/>
              <a:gd name="T20" fmla="*/ 278 w 1629"/>
              <a:gd name="T21" fmla="*/ 1216 h 1641"/>
              <a:gd name="T22" fmla="*/ 185 w 1629"/>
              <a:gd name="T23" fmla="*/ 1352 h 1641"/>
              <a:gd name="T24" fmla="*/ 441 w 1629"/>
              <a:gd name="T25" fmla="*/ 1372 h 1641"/>
              <a:gd name="T26" fmla="*/ 584 w 1629"/>
              <a:gd name="T27" fmla="*/ 1449 h 1641"/>
              <a:gd name="T28" fmla="*/ 746 w 1629"/>
              <a:gd name="T29" fmla="*/ 1641 h 1641"/>
              <a:gd name="T30" fmla="*/ 807 w 1629"/>
              <a:gd name="T31" fmla="*/ 1486 h 1641"/>
              <a:gd name="T32" fmla="*/ 915 w 1629"/>
              <a:gd name="T33" fmla="*/ 1483 h 1641"/>
              <a:gd name="T34" fmla="*/ 1149 w 1629"/>
              <a:gd name="T35" fmla="*/ 1573 h 1641"/>
              <a:gd name="T36" fmla="*/ 1127 w 1629"/>
              <a:gd name="T37" fmla="*/ 1407 h 1641"/>
              <a:gd name="T38" fmla="*/ 1221 w 1629"/>
              <a:gd name="T39" fmla="*/ 1353 h 1641"/>
              <a:gd name="T40" fmla="*/ 1470 w 1629"/>
              <a:gd name="T41" fmla="*/ 1320 h 1641"/>
              <a:gd name="T42" fmla="*/ 1370 w 1629"/>
              <a:gd name="T43" fmla="*/ 1183 h 1641"/>
              <a:gd name="T44" fmla="*/ 1427 w 1629"/>
              <a:gd name="T45" fmla="*/ 1092 h 1641"/>
              <a:gd name="T46" fmla="*/ 1629 w 1629"/>
              <a:gd name="T47" fmla="*/ 943 h 1641"/>
              <a:gd name="T48" fmla="*/ 1473 w 1629"/>
              <a:gd name="T49" fmla="*/ 860 h 1641"/>
              <a:gd name="T50" fmla="*/ 1476 w 1629"/>
              <a:gd name="T51" fmla="*/ 741 h 1641"/>
              <a:gd name="T52" fmla="*/ 1568 w 1629"/>
              <a:gd name="T53" fmla="*/ 542 h 1641"/>
              <a:gd name="T54" fmla="*/ 1414 w 1629"/>
              <a:gd name="T55" fmla="*/ 548 h 1641"/>
              <a:gd name="T56" fmla="*/ 1353 w 1629"/>
              <a:gd name="T57" fmla="*/ 423 h 1641"/>
              <a:gd name="T58" fmla="*/ 1324 w 1629"/>
              <a:gd name="T59" fmla="*/ 174 h 1641"/>
              <a:gd name="T60" fmla="*/ 1187 w 1629"/>
              <a:gd name="T61" fmla="*/ 270 h 1641"/>
              <a:gd name="T62" fmla="*/ 1045 w 1629"/>
              <a:gd name="T63" fmla="*/ 191 h 1641"/>
              <a:gd name="T64" fmla="*/ 884 w 1629"/>
              <a:gd name="T65" fmla="*/ 0 h 1641"/>
              <a:gd name="T66" fmla="*/ 1347 w 1629"/>
              <a:gd name="T67" fmla="*/ 682 h 1641"/>
              <a:gd name="T68" fmla="*/ 278 w 1629"/>
              <a:gd name="T69" fmla="*/ 959 h 1641"/>
              <a:gd name="T70" fmla="*/ 1347 w 1629"/>
              <a:gd name="T71" fmla="*/ 682 h 1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29" h="1641">
                <a:moveTo>
                  <a:pt x="822" y="155"/>
                </a:moveTo>
                <a:cubicBezTo>
                  <a:pt x="787" y="155"/>
                  <a:pt x="751" y="157"/>
                  <a:pt x="716" y="162"/>
                </a:cubicBezTo>
                <a:cubicBezTo>
                  <a:pt x="714" y="158"/>
                  <a:pt x="714" y="158"/>
                  <a:pt x="714" y="158"/>
                </a:cubicBezTo>
                <a:cubicBezTo>
                  <a:pt x="638" y="16"/>
                  <a:pt x="638" y="16"/>
                  <a:pt x="638" y="16"/>
                </a:cubicBezTo>
                <a:cubicBezTo>
                  <a:pt x="480" y="68"/>
                  <a:pt x="480" y="68"/>
                  <a:pt x="480" y="68"/>
                </a:cubicBezTo>
                <a:cubicBezTo>
                  <a:pt x="501" y="233"/>
                  <a:pt x="501" y="233"/>
                  <a:pt x="501" y="233"/>
                </a:cubicBezTo>
                <a:cubicBezTo>
                  <a:pt x="469" y="250"/>
                  <a:pt x="439" y="268"/>
                  <a:pt x="410" y="290"/>
                </a:cubicBezTo>
                <a:cubicBezTo>
                  <a:pt x="408" y="288"/>
                  <a:pt x="408" y="288"/>
                  <a:pt x="408" y="288"/>
                </a:cubicBezTo>
                <a:cubicBezTo>
                  <a:pt x="273" y="200"/>
                  <a:pt x="273" y="200"/>
                  <a:pt x="273" y="200"/>
                </a:cubicBezTo>
                <a:cubicBezTo>
                  <a:pt x="160" y="321"/>
                  <a:pt x="160" y="321"/>
                  <a:pt x="160" y="321"/>
                </a:cubicBezTo>
                <a:cubicBezTo>
                  <a:pt x="257" y="455"/>
                  <a:pt x="257" y="455"/>
                  <a:pt x="257" y="455"/>
                </a:cubicBezTo>
                <a:cubicBezTo>
                  <a:pt x="237" y="485"/>
                  <a:pt x="220" y="517"/>
                  <a:pt x="205" y="550"/>
                </a:cubicBezTo>
                <a:cubicBezTo>
                  <a:pt x="202" y="549"/>
                  <a:pt x="202" y="549"/>
                  <a:pt x="202" y="549"/>
                </a:cubicBezTo>
                <a:cubicBezTo>
                  <a:pt x="41" y="537"/>
                  <a:pt x="41" y="537"/>
                  <a:pt x="41" y="537"/>
                </a:cubicBezTo>
                <a:cubicBezTo>
                  <a:pt x="0" y="698"/>
                  <a:pt x="0" y="698"/>
                  <a:pt x="0" y="698"/>
                </a:cubicBezTo>
                <a:cubicBezTo>
                  <a:pt x="150" y="769"/>
                  <a:pt x="150" y="769"/>
                  <a:pt x="150" y="769"/>
                </a:cubicBezTo>
                <a:cubicBezTo>
                  <a:pt x="147" y="805"/>
                  <a:pt x="143" y="825"/>
                  <a:pt x="150" y="878"/>
                </a:cubicBezTo>
                <a:cubicBezTo>
                  <a:pt x="148" y="879"/>
                  <a:pt x="148" y="879"/>
                  <a:pt x="148" y="879"/>
                </a:cubicBezTo>
                <a:cubicBezTo>
                  <a:pt x="4" y="943"/>
                  <a:pt x="4" y="943"/>
                  <a:pt x="4" y="943"/>
                </a:cubicBezTo>
                <a:cubicBezTo>
                  <a:pt x="45" y="1103"/>
                  <a:pt x="45" y="1103"/>
                  <a:pt x="45" y="1103"/>
                </a:cubicBezTo>
                <a:cubicBezTo>
                  <a:pt x="209" y="1094"/>
                  <a:pt x="209" y="1094"/>
                  <a:pt x="209" y="1094"/>
                </a:cubicBezTo>
                <a:cubicBezTo>
                  <a:pt x="228" y="1138"/>
                  <a:pt x="251" y="1178"/>
                  <a:pt x="278" y="1216"/>
                </a:cubicBezTo>
                <a:cubicBezTo>
                  <a:pt x="276" y="1218"/>
                  <a:pt x="276" y="1218"/>
                  <a:pt x="276" y="1218"/>
                </a:cubicBezTo>
                <a:cubicBezTo>
                  <a:pt x="185" y="1352"/>
                  <a:pt x="185" y="1352"/>
                  <a:pt x="185" y="1352"/>
                </a:cubicBezTo>
                <a:cubicBezTo>
                  <a:pt x="305" y="1467"/>
                  <a:pt x="305" y="1467"/>
                  <a:pt x="305" y="1467"/>
                </a:cubicBezTo>
                <a:cubicBezTo>
                  <a:pt x="441" y="1372"/>
                  <a:pt x="441" y="1372"/>
                  <a:pt x="441" y="1372"/>
                </a:cubicBezTo>
                <a:cubicBezTo>
                  <a:pt x="486" y="1402"/>
                  <a:pt x="534" y="1427"/>
                  <a:pt x="584" y="1446"/>
                </a:cubicBezTo>
                <a:cubicBezTo>
                  <a:pt x="584" y="1449"/>
                  <a:pt x="584" y="1449"/>
                  <a:pt x="584" y="1449"/>
                </a:cubicBezTo>
                <a:cubicBezTo>
                  <a:pt x="582" y="1611"/>
                  <a:pt x="582" y="1611"/>
                  <a:pt x="582" y="1611"/>
                </a:cubicBezTo>
                <a:cubicBezTo>
                  <a:pt x="746" y="1641"/>
                  <a:pt x="746" y="1641"/>
                  <a:pt x="746" y="1641"/>
                </a:cubicBezTo>
                <a:cubicBezTo>
                  <a:pt x="807" y="1486"/>
                  <a:pt x="807" y="1486"/>
                  <a:pt x="807" y="1486"/>
                </a:cubicBezTo>
                <a:cubicBezTo>
                  <a:pt x="807" y="1486"/>
                  <a:pt x="807" y="1486"/>
                  <a:pt x="807" y="1486"/>
                </a:cubicBezTo>
                <a:cubicBezTo>
                  <a:pt x="842" y="1486"/>
                  <a:pt x="878" y="1484"/>
                  <a:pt x="913" y="1479"/>
                </a:cubicBezTo>
                <a:cubicBezTo>
                  <a:pt x="915" y="1483"/>
                  <a:pt x="915" y="1483"/>
                  <a:pt x="915" y="1483"/>
                </a:cubicBezTo>
                <a:cubicBezTo>
                  <a:pt x="991" y="1625"/>
                  <a:pt x="991" y="1625"/>
                  <a:pt x="991" y="1625"/>
                </a:cubicBezTo>
                <a:cubicBezTo>
                  <a:pt x="1149" y="1573"/>
                  <a:pt x="1149" y="1573"/>
                  <a:pt x="1149" y="1573"/>
                </a:cubicBezTo>
                <a:cubicBezTo>
                  <a:pt x="1128" y="1408"/>
                  <a:pt x="1128" y="1408"/>
                  <a:pt x="1128" y="1408"/>
                </a:cubicBezTo>
                <a:cubicBezTo>
                  <a:pt x="1127" y="1407"/>
                  <a:pt x="1127" y="1407"/>
                  <a:pt x="1127" y="1407"/>
                </a:cubicBezTo>
                <a:cubicBezTo>
                  <a:pt x="1159" y="1390"/>
                  <a:pt x="1189" y="1371"/>
                  <a:pt x="1217" y="1350"/>
                </a:cubicBezTo>
                <a:cubicBezTo>
                  <a:pt x="1221" y="1353"/>
                  <a:pt x="1221" y="1353"/>
                  <a:pt x="1221" y="1353"/>
                </a:cubicBezTo>
                <a:cubicBezTo>
                  <a:pt x="1356" y="1441"/>
                  <a:pt x="1356" y="1441"/>
                  <a:pt x="1356" y="1441"/>
                </a:cubicBezTo>
                <a:cubicBezTo>
                  <a:pt x="1470" y="1320"/>
                  <a:pt x="1470" y="1320"/>
                  <a:pt x="1470" y="1320"/>
                </a:cubicBezTo>
                <a:cubicBezTo>
                  <a:pt x="1372" y="1185"/>
                  <a:pt x="1372" y="1185"/>
                  <a:pt x="1372" y="1185"/>
                </a:cubicBezTo>
                <a:cubicBezTo>
                  <a:pt x="1370" y="1183"/>
                  <a:pt x="1370" y="1183"/>
                  <a:pt x="1370" y="1183"/>
                </a:cubicBezTo>
                <a:cubicBezTo>
                  <a:pt x="1390" y="1154"/>
                  <a:pt x="1407" y="1123"/>
                  <a:pt x="1421" y="1090"/>
                </a:cubicBezTo>
                <a:cubicBezTo>
                  <a:pt x="1427" y="1092"/>
                  <a:pt x="1427" y="1092"/>
                  <a:pt x="1427" y="1092"/>
                </a:cubicBezTo>
                <a:cubicBezTo>
                  <a:pt x="1588" y="1104"/>
                  <a:pt x="1588" y="1104"/>
                  <a:pt x="1588" y="1104"/>
                </a:cubicBezTo>
                <a:cubicBezTo>
                  <a:pt x="1629" y="943"/>
                  <a:pt x="1629" y="943"/>
                  <a:pt x="1629" y="943"/>
                </a:cubicBezTo>
                <a:cubicBezTo>
                  <a:pt x="1478" y="872"/>
                  <a:pt x="1478" y="872"/>
                  <a:pt x="1478" y="872"/>
                </a:cubicBezTo>
                <a:cubicBezTo>
                  <a:pt x="1473" y="860"/>
                  <a:pt x="1473" y="860"/>
                  <a:pt x="1473" y="860"/>
                </a:cubicBezTo>
                <a:cubicBezTo>
                  <a:pt x="1476" y="825"/>
                  <a:pt x="1478" y="796"/>
                  <a:pt x="1470" y="743"/>
                </a:cubicBezTo>
                <a:cubicBezTo>
                  <a:pt x="1476" y="741"/>
                  <a:pt x="1476" y="741"/>
                  <a:pt x="1476" y="741"/>
                </a:cubicBezTo>
                <a:cubicBezTo>
                  <a:pt x="1610" y="702"/>
                  <a:pt x="1610" y="702"/>
                  <a:pt x="1610" y="702"/>
                </a:cubicBezTo>
                <a:cubicBezTo>
                  <a:pt x="1568" y="542"/>
                  <a:pt x="1568" y="542"/>
                  <a:pt x="1568" y="542"/>
                </a:cubicBezTo>
                <a:cubicBezTo>
                  <a:pt x="1411" y="549"/>
                  <a:pt x="1411" y="549"/>
                  <a:pt x="1411" y="549"/>
                </a:cubicBezTo>
                <a:cubicBezTo>
                  <a:pt x="1414" y="548"/>
                  <a:pt x="1414" y="548"/>
                  <a:pt x="1414" y="548"/>
                </a:cubicBezTo>
                <a:cubicBezTo>
                  <a:pt x="1395" y="505"/>
                  <a:pt x="1374" y="465"/>
                  <a:pt x="1347" y="428"/>
                </a:cubicBezTo>
                <a:cubicBezTo>
                  <a:pt x="1353" y="423"/>
                  <a:pt x="1353" y="423"/>
                  <a:pt x="1353" y="423"/>
                </a:cubicBezTo>
                <a:cubicBezTo>
                  <a:pt x="1444" y="289"/>
                  <a:pt x="1444" y="289"/>
                  <a:pt x="1444" y="289"/>
                </a:cubicBezTo>
                <a:cubicBezTo>
                  <a:pt x="1324" y="174"/>
                  <a:pt x="1324" y="174"/>
                  <a:pt x="1324" y="174"/>
                </a:cubicBezTo>
                <a:cubicBezTo>
                  <a:pt x="1188" y="269"/>
                  <a:pt x="1188" y="269"/>
                  <a:pt x="1188" y="269"/>
                </a:cubicBezTo>
                <a:cubicBezTo>
                  <a:pt x="1187" y="270"/>
                  <a:pt x="1187" y="270"/>
                  <a:pt x="1187" y="270"/>
                </a:cubicBezTo>
                <a:cubicBezTo>
                  <a:pt x="1142" y="240"/>
                  <a:pt x="1095" y="215"/>
                  <a:pt x="1044" y="197"/>
                </a:cubicBezTo>
                <a:cubicBezTo>
                  <a:pt x="1045" y="191"/>
                  <a:pt x="1045" y="191"/>
                  <a:pt x="1045" y="191"/>
                </a:cubicBezTo>
                <a:cubicBezTo>
                  <a:pt x="1047" y="30"/>
                  <a:pt x="1047" y="30"/>
                  <a:pt x="1047" y="30"/>
                </a:cubicBezTo>
                <a:cubicBezTo>
                  <a:pt x="884" y="0"/>
                  <a:pt x="884" y="0"/>
                  <a:pt x="884" y="0"/>
                </a:cubicBezTo>
                <a:cubicBezTo>
                  <a:pt x="822" y="155"/>
                  <a:pt x="822" y="155"/>
                  <a:pt x="822" y="155"/>
                </a:cubicBezTo>
                <a:close/>
                <a:moveTo>
                  <a:pt x="1347" y="682"/>
                </a:moveTo>
                <a:cubicBezTo>
                  <a:pt x="1424" y="977"/>
                  <a:pt x="1247" y="1278"/>
                  <a:pt x="951" y="1355"/>
                </a:cubicBezTo>
                <a:cubicBezTo>
                  <a:pt x="656" y="1432"/>
                  <a:pt x="355" y="1254"/>
                  <a:pt x="278" y="959"/>
                </a:cubicBezTo>
                <a:cubicBezTo>
                  <a:pt x="202" y="664"/>
                  <a:pt x="379" y="363"/>
                  <a:pt x="674" y="286"/>
                </a:cubicBezTo>
                <a:cubicBezTo>
                  <a:pt x="969" y="210"/>
                  <a:pt x="1271" y="387"/>
                  <a:pt x="1347" y="682"/>
                </a:cubicBezTo>
                <a:close/>
              </a:path>
            </a:pathLst>
          </a:custGeom>
          <a:solidFill>
            <a:srgbClr val="F26D64"/>
          </a:solidFill>
          <a:ln w="2540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1" name="文本框 10"/>
          <p:cNvSpPr txBox="1"/>
          <p:nvPr/>
        </p:nvSpPr>
        <p:spPr>
          <a:xfrm>
            <a:off x="4139317" y="1058393"/>
            <a:ext cx="3913366"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12" name="Rectangle 58"/>
          <p:cNvSpPr/>
          <p:nvPr/>
        </p:nvSpPr>
        <p:spPr>
          <a:xfrm>
            <a:off x="3614043" y="1478661"/>
            <a:ext cx="4963915"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单击此处添加副标题</a:t>
            </a:r>
          </a:p>
        </p:txBody>
      </p:sp>
      <p:sp>
        <p:nvSpPr>
          <p:cNvPr id="13" name="文本框 12"/>
          <p:cNvSpPr txBox="1"/>
          <p:nvPr/>
        </p:nvSpPr>
        <p:spPr>
          <a:xfrm>
            <a:off x="1654521" y="2868834"/>
            <a:ext cx="1836000" cy="830997"/>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ctr">
              <a:lnSpc>
                <a:spcPct val="120000"/>
              </a:lnSpc>
            </a:pPr>
            <a:r>
              <a:rPr lang="zh-CN" altLang="en-US" sz="1600" dirty="0">
                <a:solidFill>
                  <a:schemeClr val="tx1">
                    <a:lumMod val="65000"/>
                    <a:lumOff val="35000"/>
                  </a:schemeClr>
                </a:solidFill>
              </a:rPr>
              <a:t>添加内容</a:t>
            </a:r>
          </a:p>
        </p:txBody>
      </p:sp>
      <p:sp>
        <p:nvSpPr>
          <p:cNvPr id="14" name="文本框 13"/>
          <p:cNvSpPr txBox="1"/>
          <p:nvPr/>
        </p:nvSpPr>
        <p:spPr>
          <a:xfrm>
            <a:off x="6585201" y="2894959"/>
            <a:ext cx="1836000" cy="830997"/>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ctr">
              <a:lnSpc>
                <a:spcPct val="120000"/>
              </a:lnSpc>
            </a:pPr>
            <a:r>
              <a:rPr lang="zh-CN" altLang="en-US" sz="1600" dirty="0">
                <a:solidFill>
                  <a:schemeClr val="tx1">
                    <a:lumMod val="65000"/>
                    <a:lumOff val="35000"/>
                  </a:schemeClr>
                </a:solidFill>
              </a:rPr>
              <a:t>添加内容</a:t>
            </a:r>
          </a:p>
        </p:txBody>
      </p:sp>
      <p:sp>
        <p:nvSpPr>
          <p:cNvPr id="15" name="文本框 14"/>
          <p:cNvSpPr txBox="1"/>
          <p:nvPr/>
        </p:nvSpPr>
        <p:spPr>
          <a:xfrm>
            <a:off x="8629930" y="3799236"/>
            <a:ext cx="1836000" cy="738664"/>
          </a:xfrm>
          <a:prstGeom prst="rect">
            <a:avLst/>
          </a:prstGeom>
          <a:noFill/>
        </p:spPr>
        <p:txBody>
          <a:bodyPr wrap="square" rtlCol="0">
            <a:spAutoFit/>
          </a:bodyPr>
          <a:lstStyle/>
          <a:p>
            <a:pPr algn="ctr">
              <a:lnSpc>
                <a:spcPct val="120000"/>
              </a:lnSpc>
            </a:pPr>
            <a:r>
              <a:rPr lang="zh-CN" altLang="en-US" sz="2100" b="1" dirty="0">
                <a:solidFill>
                  <a:schemeClr val="tx1">
                    <a:lumMod val="65000"/>
                    <a:lumOff val="35000"/>
                  </a:schemeClr>
                </a:solidFill>
              </a:rPr>
              <a:t>添加标题</a:t>
            </a:r>
            <a:endParaRPr lang="en-US" altLang="zh-CN" sz="2100" b="1" dirty="0">
              <a:solidFill>
                <a:schemeClr val="tx1">
                  <a:lumMod val="65000"/>
                  <a:lumOff val="35000"/>
                </a:schemeClr>
              </a:solidFill>
            </a:endParaRPr>
          </a:p>
          <a:p>
            <a:pPr algn="ctr">
              <a:lnSpc>
                <a:spcPct val="120000"/>
              </a:lnSpc>
            </a:pPr>
            <a:r>
              <a:rPr lang="zh-CN" altLang="en-US" sz="1400" dirty="0">
                <a:solidFill>
                  <a:schemeClr val="tx1">
                    <a:lumMod val="65000"/>
                    <a:lumOff val="35000"/>
                  </a:schemeClr>
                </a:solidFill>
              </a:rPr>
              <a:t>添加内容</a:t>
            </a:r>
          </a:p>
        </p:txBody>
      </p:sp>
      <p:sp>
        <p:nvSpPr>
          <p:cNvPr id="16" name="文本框 15"/>
          <p:cNvSpPr txBox="1"/>
          <p:nvPr/>
        </p:nvSpPr>
        <p:spPr>
          <a:xfrm>
            <a:off x="4233027" y="3761104"/>
            <a:ext cx="1836000" cy="1052596"/>
          </a:xfrm>
          <a:prstGeom prst="rect">
            <a:avLst/>
          </a:prstGeom>
          <a:noFill/>
        </p:spPr>
        <p:txBody>
          <a:bodyPr wrap="square" rtlCol="0">
            <a:spAutoFit/>
          </a:bodyPr>
          <a:lstStyle/>
          <a:p>
            <a:pPr algn="ctr">
              <a:lnSpc>
                <a:spcPct val="120000"/>
              </a:lnSpc>
            </a:pPr>
            <a:r>
              <a:rPr lang="zh-CN" altLang="en-US" sz="3200" b="1" dirty="0">
                <a:solidFill>
                  <a:schemeClr val="tx1">
                    <a:lumMod val="65000"/>
                    <a:lumOff val="35000"/>
                  </a:schemeClr>
                </a:solidFill>
              </a:rPr>
              <a:t>添加标题</a:t>
            </a:r>
            <a:endParaRPr lang="en-US" altLang="zh-CN" sz="3200" b="1" dirty="0">
              <a:solidFill>
                <a:schemeClr val="tx1">
                  <a:lumMod val="65000"/>
                  <a:lumOff val="35000"/>
                </a:schemeClr>
              </a:solidFill>
            </a:endParaRPr>
          </a:p>
          <a:p>
            <a:pPr algn="ctr">
              <a:lnSpc>
                <a:spcPct val="120000"/>
              </a:lnSpc>
            </a:pPr>
            <a:r>
              <a:rPr lang="zh-CN" altLang="en-US" sz="2000" dirty="0">
                <a:solidFill>
                  <a:schemeClr val="tx1">
                    <a:lumMod val="65000"/>
                    <a:lumOff val="35000"/>
                  </a:schemeClr>
                </a:solidFill>
              </a:rPr>
              <a:t>添加内容</a:t>
            </a:r>
          </a:p>
        </p:txBody>
      </p:sp>
      <p:sp>
        <p:nvSpPr>
          <p:cNvPr id="19" name="矩形 18"/>
          <p:cNvSpPr/>
          <p:nvPr/>
        </p:nvSpPr>
        <p:spPr>
          <a:xfrm>
            <a:off x="1120462" y="5903355"/>
            <a:ext cx="10322985" cy="412421"/>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添加内容添加内容添加内容添加内容添加内容添加内容添加内容添加内容添加内容添加内容添加内容</a:t>
            </a:r>
          </a:p>
        </p:txBody>
      </p:sp>
      <p:sp>
        <p:nvSpPr>
          <p:cNvPr id="18"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660072427"/>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组合 9"/>
          <p:cNvGrpSpPr/>
          <p:nvPr/>
        </p:nvGrpSpPr>
        <p:grpSpPr>
          <a:xfrm>
            <a:off x="3138669" y="1982902"/>
            <a:ext cx="5092261" cy="4471654"/>
            <a:chOff x="2159876" y="1216622"/>
            <a:chExt cx="5092261" cy="4471654"/>
          </a:xfrm>
        </p:grpSpPr>
        <p:sp>
          <p:nvSpPr>
            <p:cNvPr id="2" name="菱形 1"/>
            <p:cNvSpPr/>
            <p:nvPr/>
          </p:nvSpPr>
          <p:spPr>
            <a:xfrm>
              <a:off x="2159876" y="1970691"/>
              <a:ext cx="3279228" cy="3279228"/>
            </a:xfrm>
            <a:prstGeom prst="diamond">
              <a:avLst/>
            </a:prstGeom>
            <a:solidFill>
              <a:srgbClr val="5EC6D3"/>
            </a:solidFill>
            <a:ln w="2540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solidFill>
                  <a:schemeClr val="tx1"/>
                </a:solidFill>
              </a:endParaRPr>
            </a:p>
          </p:txBody>
        </p:sp>
        <p:sp>
          <p:nvSpPr>
            <p:cNvPr id="3" name="菱形 2"/>
            <p:cNvSpPr/>
            <p:nvPr/>
          </p:nvSpPr>
          <p:spPr>
            <a:xfrm>
              <a:off x="5628288" y="2798381"/>
              <a:ext cx="1623849" cy="1623849"/>
            </a:xfrm>
            <a:prstGeom prst="diamond">
              <a:avLst/>
            </a:prstGeom>
            <a:solidFill>
              <a:srgbClr val="F26D64"/>
            </a:solidFill>
            <a:ln w="2540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solidFill>
                  <a:schemeClr val="tx1"/>
                </a:solidFill>
              </a:endParaRPr>
            </a:p>
          </p:txBody>
        </p:sp>
        <p:sp>
          <p:nvSpPr>
            <p:cNvPr id="4" name="菱形 3"/>
            <p:cNvSpPr/>
            <p:nvPr/>
          </p:nvSpPr>
          <p:spPr>
            <a:xfrm>
              <a:off x="4384148" y="1216622"/>
              <a:ext cx="2304000" cy="2304000"/>
            </a:xfrm>
            <a:prstGeom prst="diamond">
              <a:avLst/>
            </a:prstGeom>
            <a:solidFill>
              <a:schemeClr val="accent2"/>
            </a:solidFill>
            <a:ln w="2540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solidFill>
                  <a:schemeClr val="tx1"/>
                </a:solidFill>
              </a:endParaRPr>
            </a:p>
          </p:txBody>
        </p:sp>
        <p:sp>
          <p:nvSpPr>
            <p:cNvPr id="5" name="菱形 4"/>
            <p:cNvSpPr/>
            <p:nvPr/>
          </p:nvSpPr>
          <p:spPr>
            <a:xfrm>
              <a:off x="4535705" y="3687390"/>
              <a:ext cx="2000886" cy="2000886"/>
            </a:xfrm>
            <a:prstGeom prst="diamond">
              <a:avLst/>
            </a:prstGeom>
            <a:solidFill>
              <a:srgbClr val="546E7A"/>
            </a:solidFill>
            <a:ln w="2540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solidFill>
                  <a:schemeClr val="tx1"/>
                </a:solidFill>
              </a:endParaRPr>
            </a:p>
          </p:txBody>
        </p:sp>
      </p:grpSp>
      <p:sp>
        <p:nvSpPr>
          <p:cNvPr id="11" name="文本框 10"/>
          <p:cNvSpPr txBox="1"/>
          <p:nvPr/>
        </p:nvSpPr>
        <p:spPr>
          <a:xfrm>
            <a:off x="7810218" y="2605152"/>
            <a:ext cx="2856518" cy="830997"/>
          </a:xfrm>
          <a:prstGeom prst="rect">
            <a:avLst/>
          </a:prstGeom>
          <a:noFill/>
        </p:spPr>
        <p:txBody>
          <a:bodyPr wrap="square" rtlCol="0">
            <a:spAutoFit/>
          </a:bodyPr>
          <a:lstStyle/>
          <a:p>
            <a:pPr>
              <a:lnSpc>
                <a:spcPct val="120000"/>
              </a:lnSpc>
            </a:pPr>
            <a:r>
              <a:rPr lang="zh-CN" altLang="en-US" sz="2400" b="1" dirty="0">
                <a:solidFill>
                  <a:srgbClr val="F8841D"/>
                </a:solidFill>
              </a:rPr>
              <a:t>添加标题</a:t>
            </a:r>
            <a:endParaRPr lang="en-US" altLang="zh-CN" sz="2400" b="1" dirty="0">
              <a:solidFill>
                <a:srgbClr val="F8841D"/>
              </a:solidFill>
            </a:endParaRPr>
          </a:p>
          <a:p>
            <a:pPr>
              <a:lnSpc>
                <a:spcPct val="120000"/>
              </a:lnSpc>
            </a:pPr>
            <a:r>
              <a:rPr lang="zh-CN" altLang="en-US" sz="1600" dirty="0">
                <a:solidFill>
                  <a:schemeClr val="tx1">
                    <a:lumMod val="65000"/>
                    <a:lumOff val="35000"/>
                  </a:schemeClr>
                </a:solidFill>
              </a:rPr>
              <a:t>添加内容添加内容</a:t>
            </a:r>
          </a:p>
        </p:txBody>
      </p:sp>
      <p:sp>
        <p:nvSpPr>
          <p:cNvPr id="12" name="文本框 11"/>
          <p:cNvSpPr txBox="1"/>
          <p:nvPr/>
        </p:nvSpPr>
        <p:spPr>
          <a:xfrm>
            <a:off x="282151" y="3961086"/>
            <a:ext cx="2856518" cy="830997"/>
          </a:xfrm>
          <a:prstGeom prst="rect">
            <a:avLst/>
          </a:prstGeom>
          <a:noFill/>
        </p:spPr>
        <p:txBody>
          <a:bodyPr wrap="square" rtlCol="0">
            <a:spAutoFit/>
          </a:bodyPr>
          <a:lstStyle/>
          <a:p>
            <a:pPr algn="r">
              <a:lnSpc>
                <a:spcPct val="120000"/>
              </a:lnSpc>
            </a:pPr>
            <a:r>
              <a:rPr lang="zh-CN" altLang="en-US" sz="2400" b="1" dirty="0">
                <a:solidFill>
                  <a:srgbClr val="5EC6D3"/>
                </a:solidFill>
              </a:rPr>
              <a:t>添加标题</a:t>
            </a:r>
            <a:endParaRPr lang="en-US" altLang="zh-CN" sz="2400" b="1" dirty="0">
              <a:solidFill>
                <a:srgbClr val="5EC6D3"/>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3" name="文本框 12"/>
          <p:cNvSpPr txBox="1"/>
          <p:nvPr/>
        </p:nvSpPr>
        <p:spPr>
          <a:xfrm>
            <a:off x="7666941" y="5061070"/>
            <a:ext cx="2856518" cy="830997"/>
          </a:xfrm>
          <a:prstGeom prst="rect">
            <a:avLst/>
          </a:prstGeom>
          <a:noFill/>
        </p:spPr>
        <p:txBody>
          <a:bodyPr wrap="square" rtlCol="0">
            <a:spAutoFit/>
          </a:bodyPr>
          <a:lstStyle/>
          <a:p>
            <a:pPr>
              <a:lnSpc>
                <a:spcPct val="120000"/>
              </a:lnSpc>
            </a:pPr>
            <a:r>
              <a:rPr lang="zh-CN" altLang="en-US" sz="2400" b="1" dirty="0">
                <a:solidFill>
                  <a:srgbClr val="546E7A"/>
                </a:solidFill>
              </a:rPr>
              <a:t>添加标题</a:t>
            </a:r>
            <a:endParaRPr lang="en-US" altLang="zh-CN" sz="2400" b="1" dirty="0">
              <a:solidFill>
                <a:srgbClr val="546E7A"/>
              </a:solidFill>
            </a:endParaRPr>
          </a:p>
          <a:p>
            <a:pPr>
              <a:lnSpc>
                <a:spcPct val="120000"/>
              </a:lnSpc>
            </a:pPr>
            <a:r>
              <a:rPr lang="zh-CN" altLang="en-US" sz="1600" dirty="0">
                <a:solidFill>
                  <a:schemeClr val="tx1">
                    <a:lumMod val="65000"/>
                    <a:lumOff val="35000"/>
                  </a:schemeClr>
                </a:solidFill>
              </a:rPr>
              <a:t>添加内容添加内容</a:t>
            </a:r>
          </a:p>
        </p:txBody>
      </p:sp>
      <p:sp>
        <p:nvSpPr>
          <p:cNvPr id="14" name="文本框 13"/>
          <p:cNvSpPr txBox="1"/>
          <p:nvPr/>
        </p:nvSpPr>
        <p:spPr>
          <a:xfrm>
            <a:off x="8364622" y="3871403"/>
            <a:ext cx="2856518" cy="830997"/>
          </a:xfrm>
          <a:prstGeom prst="rect">
            <a:avLst/>
          </a:prstGeom>
          <a:noFill/>
        </p:spPr>
        <p:txBody>
          <a:bodyPr wrap="square" rtlCol="0">
            <a:spAutoFit/>
          </a:bodyPr>
          <a:lstStyle/>
          <a:p>
            <a:pPr>
              <a:lnSpc>
                <a:spcPct val="120000"/>
              </a:lnSpc>
            </a:pPr>
            <a:r>
              <a:rPr lang="zh-CN" altLang="en-US" sz="2400" b="1" dirty="0">
                <a:solidFill>
                  <a:srgbClr val="F26D64"/>
                </a:solidFill>
              </a:rPr>
              <a:t>添加标题</a:t>
            </a:r>
            <a:endParaRPr lang="en-US" altLang="zh-CN" sz="2400" b="1" dirty="0">
              <a:solidFill>
                <a:srgbClr val="F26D64"/>
              </a:solidFill>
            </a:endParaRPr>
          </a:p>
          <a:p>
            <a:pPr>
              <a:lnSpc>
                <a:spcPct val="120000"/>
              </a:lnSpc>
            </a:pPr>
            <a:r>
              <a:rPr lang="zh-CN" altLang="en-US" sz="1600" dirty="0">
                <a:solidFill>
                  <a:schemeClr val="tx1">
                    <a:lumMod val="65000"/>
                    <a:lumOff val="35000"/>
                  </a:schemeClr>
                </a:solidFill>
              </a:rPr>
              <a:t>添加内容添加内容</a:t>
            </a:r>
          </a:p>
        </p:txBody>
      </p:sp>
      <p:sp>
        <p:nvSpPr>
          <p:cNvPr id="15" name="文本框 14"/>
          <p:cNvSpPr txBox="1"/>
          <p:nvPr/>
        </p:nvSpPr>
        <p:spPr>
          <a:xfrm>
            <a:off x="4139317" y="1058393"/>
            <a:ext cx="3913366"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16" name="Rectangle 58"/>
          <p:cNvSpPr/>
          <p:nvPr/>
        </p:nvSpPr>
        <p:spPr>
          <a:xfrm>
            <a:off x="3614043" y="1478661"/>
            <a:ext cx="4963915"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单击此处添加副标题</a:t>
            </a:r>
          </a:p>
        </p:txBody>
      </p:sp>
      <p:sp>
        <p:nvSpPr>
          <p:cNvPr id="19" name="Freeform 34"/>
          <p:cNvSpPr>
            <a:spLocks noEditPoints="1"/>
          </p:cNvSpPr>
          <p:nvPr/>
        </p:nvSpPr>
        <p:spPr bwMode="auto">
          <a:xfrm>
            <a:off x="6228108" y="5061070"/>
            <a:ext cx="589591" cy="678609"/>
          </a:xfrm>
          <a:custGeom>
            <a:avLst/>
            <a:gdLst>
              <a:gd name="T0" fmla="*/ 120 w 241"/>
              <a:gd name="T1" fmla="*/ 0 h 277"/>
              <a:gd name="T2" fmla="*/ 187 w 241"/>
              <a:gd name="T3" fmla="*/ 66 h 277"/>
              <a:gd name="T4" fmla="*/ 120 w 241"/>
              <a:gd name="T5" fmla="*/ 132 h 277"/>
              <a:gd name="T6" fmla="*/ 54 w 241"/>
              <a:gd name="T7" fmla="*/ 66 h 277"/>
              <a:gd name="T8" fmla="*/ 120 w 241"/>
              <a:gd name="T9" fmla="*/ 0 h 277"/>
              <a:gd name="T10" fmla="*/ 49 w 241"/>
              <a:gd name="T11" fmla="*/ 148 h 277"/>
              <a:gd name="T12" fmla="*/ 79 w 241"/>
              <a:gd name="T13" fmla="*/ 148 h 277"/>
              <a:gd name="T14" fmla="*/ 106 w 241"/>
              <a:gd name="T15" fmla="*/ 193 h 277"/>
              <a:gd name="T16" fmla="*/ 134 w 241"/>
              <a:gd name="T17" fmla="*/ 193 h 277"/>
              <a:gd name="T18" fmla="*/ 161 w 241"/>
              <a:gd name="T19" fmla="*/ 148 h 277"/>
              <a:gd name="T20" fmla="*/ 192 w 241"/>
              <a:gd name="T21" fmla="*/ 148 h 277"/>
              <a:gd name="T22" fmla="*/ 241 w 241"/>
              <a:gd name="T23" fmla="*/ 197 h 277"/>
              <a:gd name="T24" fmla="*/ 241 w 241"/>
              <a:gd name="T25" fmla="*/ 277 h 277"/>
              <a:gd name="T26" fmla="*/ 0 w 241"/>
              <a:gd name="T27" fmla="*/ 277 h 277"/>
              <a:gd name="T28" fmla="*/ 0 w 241"/>
              <a:gd name="T29" fmla="*/ 197 h 277"/>
              <a:gd name="T30" fmla="*/ 49 w 241"/>
              <a:gd name="T31" fmla="*/ 148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1" h="277">
                <a:moveTo>
                  <a:pt x="120" y="0"/>
                </a:moveTo>
                <a:cubicBezTo>
                  <a:pt x="157" y="0"/>
                  <a:pt x="187" y="29"/>
                  <a:pt x="187" y="66"/>
                </a:cubicBezTo>
                <a:cubicBezTo>
                  <a:pt x="187" y="102"/>
                  <a:pt x="157" y="132"/>
                  <a:pt x="120" y="132"/>
                </a:cubicBezTo>
                <a:cubicBezTo>
                  <a:pt x="84" y="132"/>
                  <a:pt x="54" y="102"/>
                  <a:pt x="54" y="66"/>
                </a:cubicBezTo>
                <a:cubicBezTo>
                  <a:pt x="54" y="29"/>
                  <a:pt x="84" y="0"/>
                  <a:pt x="120" y="0"/>
                </a:cubicBezTo>
                <a:close/>
                <a:moveTo>
                  <a:pt x="49" y="148"/>
                </a:moveTo>
                <a:cubicBezTo>
                  <a:pt x="79" y="148"/>
                  <a:pt x="79" y="148"/>
                  <a:pt x="79" y="148"/>
                </a:cubicBezTo>
                <a:cubicBezTo>
                  <a:pt x="106" y="193"/>
                  <a:pt x="106" y="193"/>
                  <a:pt x="106" y="193"/>
                </a:cubicBezTo>
                <a:cubicBezTo>
                  <a:pt x="114" y="206"/>
                  <a:pt x="127" y="206"/>
                  <a:pt x="134" y="193"/>
                </a:cubicBezTo>
                <a:cubicBezTo>
                  <a:pt x="161" y="148"/>
                  <a:pt x="161" y="148"/>
                  <a:pt x="161" y="148"/>
                </a:cubicBezTo>
                <a:cubicBezTo>
                  <a:pt x="192" y="148"/>
                  <a:pt x="192" y="148"/>
                  <a:pt x="192" y="148"/>
                </a:cubicBezTo>
                <a:cubicBezTo>
                  <a:pt x="219" y="148"/>
                  <a:pt x="241" y="171"/>
                  <a:pt x="241" y="197"/>
                </a:cubicBezTo>
                <a:cubicBezTo>
                  <a:pt x="241" y="277"/>
                  <a:pt x="241" y="277"/>
                  <a:pt x="241" y="277"/>
                </a:cubicBezTo>
                <a:cubicBezTo>
                  <a:pt x="202" y="277"/>
                  <a:pt x="39" y="277"/>
                  <a:pt x="0" y="277"/>
                </a:cubicBezTo>
                <a:cubicBezTo>
                  <a:pt x="0" y="197"/>
                  <a:pt x="0" y="197"/>
                  <a:pt x="0" y="197"/>
                </a:cubicBezTo>
                <a:cubicBezTo>
                  <a:pt x="0" y="171"/>
                  <a:pt x="22" y="148"/>
                  <a:pt x="49" y="148"/>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 name="Freeform 7"/>
          <p:cNvSpPr>
            <a:spLocks noEditPoints="1"/>
          </p:cNvSpPr>
          <p:nvPr/>
        </p:nvSpPr>
        <p:spPr bwMode="auto">
          <a:xfrm>
            <a:off x="6270291" y="2635629"/>
            <a:ext cx="505224" cy="951993"/>
          </a:xfrm>
          <a:custGeom>
            <a:avLst/>
            <a:gdLst>
              <a:gd name="T0" fmla="*/ 21 w 51"/>
              <a:gd name="T1" fmla="*/ 72 h 94"/>
              <a:gd name="T2" fmla="*/ 22 w 51"/>
              <a:gd name="T3" fmla="*/ 50 h 94"/>
              <a:gd name="T4" fmla="*/ 7 w 51"/>
              <a:gd name="T5" fmla="*/ 40 h 94"/>
              <a:gd name="T6" fmla="*/ 3 w 51"/>
              <a:gd name="T7" fmla="*/ 26 h 94"/>
              <a:gd name="T8" fmla="*/ 9 w 51"/>
              <a:gd name="T9" fmla="*/ 11 h 94"/>
              <a:gd name="T10" fmla="*/ 23 w 51"/>
              <a:gd name="T11" fmla="*/ 5 h 94"/>
              <a:gd name="T12" fmla="*/ 23 w 51"/>
              <a:gd name="T13" fmla="*/ 0 h 94"/>
              <a:gd name="T14" fmla="*/ 31 w 51"/>
              <a:gd name="T15" fmla="*/ 0 h 94"/>
              <a:gd name="T16" fmla="*/ 31 w 51"/>
              <a:gd name="T17" fmla="*/ 5 h 94"/>
              <a:gd name="T18" fmla="*/ 44 w 51"/>
              <a:gd name="T19" fmla="*/ 11 h 94"/>
              <a:gd name="T20" fmla="*/ 50 w 51"/>
              <a:gd name="T21" fmla="*/ 24 h 94"/>
              <a:gd name="T22" fmla="*/ 37 w 51"/>
              <a:gd name="T23" fmla="*/ 25 h 94"/>
              <a:gd name="T24" fmla="*/ 30 w 51"/>
              <a:gd name="T25" fmla="*/ 17 h 94"/>
              <a:gd name="T26" fmla="*/ 30 w 51"/>
              <a:gd name="T27" fmla="*/ 37 h 94"/>
              <a:gd name="T28" fmla="*/ 47 w 51"/>
              <a:gd name="T29" fmla="*/ 47 h 94"/>
              <a:gd name="T30" fmla="*/ 51 w 51"/>
              <a:gd name="T31" fmla="*/ 61 h 94"/>
              <a:gd name="T32" fmla="*/ 45 w 51"/>
              <a:gd name="T33" fmla="*/ 76 h 94"/>
              <a:gd name="T34" fmla="*/ 29 w 51"/>
              <a:gd name="T35" fmla="*/ 84 h 94"/>
              <a:gd name="T36" fmla="*/ 28 w 51"/>
              <a:gd name="T37" fmla="*/ 94 h 94"/>
              <a:gd name="T38" fmla="*/ 21 w 51"/>
              <a:gd name="T39" fmla="*/ 94 h 94"/>
              <a:gd name="T40" fmla="*/ 21 w 51"/>
              <a:gd name="T41" fmla="*/ 84 h 94"/>
              <a:gd name="T42" fmla="*/ 6 w 51"/>
              <a:gd name="T43" fmla="*/ 77 h 94"/>
              <a:gd name="T44" fmla="*/ 0 w 51"/>
              <a:gd name="T45" fmla="*/ 61 h 94"/>
              <a:gd name="T46" fmla="*/ 14 w 51"/>
              <a:gd name="T47" fmla="*/ 60 h 94"/>
              <a:gd name="T48" fmla="*/ 16 w 51"/>
              <a:gd name="T49" fmla="*/ 67 h 94"/>
              <a:gd name="T50" fmla="*/ 21 w 51"/>
              <a:gd name="T51" fmla="*/ 72 h 94"/>
              <a:gd name="T52" fmla="*/ 23 w 51"/>
              <a:gd name="T53" fmla="*/ 17 h 94"/>
              <a:gd name="T54" fmla="*/ 18 w 51"/>
              <a:gd name="T55" fmla="*/ 20 h 94"/>
              <a:gd name="T56" fmla="*/ 16 w 51"/>
              <a:gd name="T57" fmla="*/ 25 h 94"/>
              <a:gd name="T58" fmla="*/ 17 w 51"/>
              <a:gd name="T59" fmla="*/ 31 h 94"/>
              <a:gd name="T60" fmla="*/ 22 w 51"/>
              <a:gd name="T61" fmla="*/ 35 h 94"/>
              <a:gd name="T62" fmla="*/ 23 w 51"/>
              <a:gd name="T63" fmla="*/ 17 h 94"/>
              <a:gd name="T64" fmla="*/ 29 w 51"/>
              <a:gd name="T65" fmla="*/ 72 h 94"/>
              <a:gd name="T66" fmla="*/ 35 w 51"/>
              <a:gd name="T67" fmla="*/ 69 h 94"/>
              <a:gd name="T68" fmla="*/ 38 w 51"/>
              <a:gd name="T69" fmla="*/ 62 h 94"/>
              <a:gd name="T70" fmla="*/ 36 w 51"/>
              <a:gd name="T71" fmla="*/ 56 h 94"/>
              <a:gd name="T72" fmla="*/ 29 w 51"/>
              <a:gd name="T73" fmla="*/ 52 h 94"/>
              <a:gd name="T74" fmla="*/ 29 w 51"/>
              <a:gd name="T75" fmla="*/ 7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 h="94">
                <a:moveTo>
                  <a:pt x="21" y="72"/>
                </a:moveTo>
                <a:cubicBezTo>
                  <a:pt x="22" y="50"/>
                  <a:pt x="22" y="50"/>
                  <a:pt x="22" y="50"/>
                </a:cubicBezTo>
                <a:cubicBezTo>
                  <a:pt x="15" y="47"/>
                  <a:pt x="10" y="44"/>
                  <a:pt x="7" y="40"/>
                </a:cubicBezTo>
                <a:cubicBezTo>
                  <a:pt x="4" y="36"/>
                  <a:pt x="3" y="31"/>
                  <a:pt x="3" y="26"/>
                </a:cubicBezTo>
                <a:cubicBezTo>
                  <a:pt x="3" y="20"/>
                  <a:pt x="5" y="15"/>
                  <a:pt x="9" y="11"/>
                </a:cubicBezTo>
                <a:cubicBezTo>
                  <a:pt x="12" y="8"/>
                  <a:pt x="17" y="6"/>
                  <a:pt x="23" y="5"/>
                </a:cubicBezTo>
                <a:cubicBezTo>
                  <a:pt x="23" y="0"/>
                  <a:pt x="23" y="0"/>
                  <a:pt x="23" y="0"/>
                </a:cubicBezTo>
                <a:cubicBezTo>
                  <a:pt x="31" y="0"/>
                  <a:pt x="31" y="0"/>
                  <a:pt x="31" y="0"/>
                </a:cubicBezTo>
                <a:cubicBezTo>
                  <a:pt x="31" y="5"/>
                  <a:pt x="31" y="5"/>
                  <a:pt x="31" y="5"/>
                </a:cubicBezTo>
                <a:cubicBezTo>
                  <a:pt x="36" y="6"/>
                  <a:pt x="41" y="8"/>
                  <a:pt x="44" y="11"/>
                </a:cubicBezTo>
                <a:cubicBezTo>
                  <a:pt x="47" y="15"/>
                  <a:pt x="49" y="19"/>
                  <a:pt x="50" y="24"/>
                </a:cubicBezTo>
                <a:cubicBezTo>
                  <a:pt x="37" y="25"/>
                  <a:pt x="37" y="25"/>
                  <a:pt x="37" y="25"/>
                </a:cubicBezTo>
                <a:cubicBezTo>
                  <a:pt x="36" y="21"/>
                  <a:pt x="34" y="18"/>
                  <a:pt x="30" y="17"/>
                </a:cubicBezTo>
                <a:cubicBezTo>
                  <a:pt x="30" y="37"/>
                  <a:pt x="30" y="37"/>
                  <a:pt x="30" y="37"/>
                </a:cubicBezTo>
                <a:cubicBezTo>
                  <a:pt x="38" y="40"/>
                  <a:pt x="44" y="43"/>
                  <a:pt x="47" y="47"/>
                </a:cubicBezTo>
                <a:cubicBezTo>
                  <a:pt x="50" y="50"/>
                  <a:pt x="51" y="55"/>
                  <a:pt x="51" y="61"/>
                </a:cubicBezTo>
                <a:cubicBezTo>
                  <a:pt x="51" y="67"/>
                  <a:pt x="49" y="72"/>
                  <a:pt x="45" y="76"/>
                </a:cubicBezTo>
                <a:cubicBezTo>
                  <a:pt x="41" y="81"/>
                  <a:pt x="36" y="83"/>
                  <a:pt x="29" y="84"/>
                </a:cubicBezTo>
                <a:cubicBezTo>
                  <a:pt x="28" y="94"/>
                  <a:pt x="28" y="94"/>
                  <a:pt x="28" y="94"/>
                </a:cubicBezTo>
                <a:cubicBezTo>
                  <a:pt x="21" y="94"/>
                  <a:pt x="21" y="94"/>
                  <a:pt x="21" y="94"/>
                </a:cubicBezTo>
                <a:cubicBezTo>
                  <a:pt x="21" y="84"/>
                  <a:pt x="21" y="84"/>
                  <a:pt x="21" y="84"/>
                </a:cubicBezTo>
                <a:cubicBezTo>
                  <a:pt x="15" y="83"/>
                  <a:pt x="10" y="81"/>
                  <a:pt x="6" y="77"/>
                </a:cubicBezTo>
                <a:cubicBezTo>
                  <a:pt x="3" y="73"/>
                  <a:pt x="1" y="68"/>
                  <a:pt x="0" y="61"/>
                </a:cubicBezTo>
                <a:cubicBezTo>
                  <a:pt x="14" y="60"/>
                  <a:pt x="14" y="60"/>
                  <a:pt x="14" y="60"/>
                </a:cubicBezTo>
                <a:cubicBezTo>
                  <a:pt x="14" y="62"/>
                  <a:pt x="15" y="65"/>
                  <a:pt x="16" y="67"/>
                </a:cubicBezTo>
                <a:cubicBezTo>
                  <a:pt x="18" y="69"/>
                  <a:pt x="19" y="71"/>
                  <a:pt x="21" y="72"/>
                </a:cubicBezTo>
                <a:close/>
                <a:moveTo>
                  <a:pt x="23" y="17"/>
                </a:moveTo>
                <a:cubicBezTo>
                  <a:pt x="21" y="17"/>
                  <a:pt x="19" y="18"/>
                  <a:pt x="18" y="20"/>
                </a:cubicBezTo>
                <a:cubicBezTo>
                  <a:pt x="16" y="22"/>
                  <a:pt x="16" y="23"/>
                  <a:pt x="16" y="25"/>
                </a:cubicBezTo>
                <a:cubicBezTo>
                  <a:pt x="16" y="27"/>
                  <a:pt x="16" y="29"/>
                  <a:pt x="17" y="31"/>
                </a:cubicBezTo>
                <a:cubicBezTo>
                  <a:pt x="18" y="32"/>
                  <a:pt x="20" y="34"/>
                  <a:pt x="22" y="35"/>
                </a:cubicBezTo>
                <a:lnTo>
                  <a:pt x="23" y="17"/>
                </a:lnTo>
                <a:close/>
                <a:moveTo>
                  <a:pt x="29" y="72"/>
                </a:moveTo>
                <a:cubicBezTo>
                  <a:pt x="32" y="72"/>
                  <a:pt x="34" y="71"/>
                  <a:pt x="35" y="69"/>
                </a:cubicBezTo>
                <a:cubicBezTo>
                  <a:pt x="37" y="67"/>
                  <a:pt x="38" y="65"/>
                  <a:pt x="38" y="62"/>
                </a:cubicBezTo>
                <a:cubicBezTo>
                  <a:pt x="38" y="60"/>
                  <a:pt x="38" y="58"/>
                  <a:pt x="36" y="56"/>
                </a:cubicBezTo>
                <a:cubicBezTo>
                  <a:pt x="35" y="54"/>
                  <a:pt x="33" y="53"/>
                  <a:pt x="29" y="52"/>
                </a:cubicBezTo>
                <a:lnTo>
                  <a:pt x="29" y="7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1" name="Freeform 11"/>
          <p:cNvSpPr>
            <a:spLocks noEditPoints="1"/>
          </p:cNvSpPr>
          <p:nvPr/>
        </p:nvSpPr>
        <p:spPr bwMode="auto">
          <a:xfrm>
            <a:off x="7157551" y="4143996"/>
            <a:ext cx="409223" cy="494684"/>
          </a:xfrm>
          <a:custGeom>
            <a:avLst/>
            <a:gdLst>
              <a:gd name="T0" fmla="*/ 186 w 498"/>
              <a:gd name="T1" fmla="*/ 490 h 602"/>
              <a:gd name="T2" fmla="*/ 412 w 498"/>
              <a:gd name="T3" fmla="*/ 138 h 602"/>
              <a:gd name="T4" fmla="*/ 422 w 498"/>
              <a:gd name="T5" fmla="*/ 150 h 602"/>
              <a:gd name="T6" fmla="*/ 440 w 498"/>
              <a:gd name="T7" fmla="*/ 180 h 602"/>
              <a:gd name="T8" fmla="*/ 192 w 498"/>
              <a:gd name="T9" fmla="*/ 516 h 602"/>
              <a:gd name="T10" fmla="*/ 102 w 498"/>
              <a:gd name="T11" fmla="*/ 550 h 602"/>
              <a:gd name="T12" fmla="*/ 62 w 498"/>
              <a:gd name="T13" fmla="*/ 568 h 602"/>
              <a:gd name="T14" fmla="*/ 42 w 498"/>
              <a:gd name="T15" fmla="*/ 572 h 602"/>
              <a:gd name="T16" fmla="*/ 38 w 498"/>
              <a:gd name="T17" fmla="*/ 570 h 602"/>
              <a:gd name="T18" fmla="*/ 32 w 498"/>
              <a:gd name="T19" fmla="*/ 560 h 602"/>
              <a:gd name="T20" fmla="*/ 30 w 498"/>
              <a:gd name="T21" fmla="*/ 536 h 602"/>
              <a:gd name="T22" fmla="*/ 32 w 498"/>
              <a:gd name="T23" fmla="*/ 502 h 602"/>
              <a:gd name="T24" fmla="*/ 34 w 498"/>
              <a:gd name="T25" fmla="*/ 502 h 602"/>
              <a:gd name="T26" fmla="*/ 34 w 498"/>
              <a:gd name="T27" fmla="*/ 500 h 602"/>
              <a:gd name="T28" fmla="*/ 48 w 498"/>
              <a:gd name="T29" fmla="*/ 500 h 602"/>
              <a:gd name="T30" fmla="*/ 56 w 498"/>
              <a:gd name="T31" fmla="*/ 504 h 602"/>
              <a:gd name="T32" fmla="*/ 76 w 498"/>
              <a:gd name="T33" fmla="*/ 516 h 602"/>
              <a:gd name="T34" fmla="*/ 90 w 498"/>
              <a:gd name="T35" fmla="*/ 530 h 602"/>
              <a:gd name="T36" fmla="*/ 100 w 498"/>
              <a:gd name="T37" fmla="*/ 540 h 602"/>
              <a:gd name="T38" fmla="*/ 102 w 498"/>
              <a:gd name="T39" fmla="*/ 550 h 602"/>
              <a:gd name="T40" fmla="*/ 288 w 498"/>
              <a:gd name="T41" fmla="*/ 72 h 602"/>
              <a:gd name="T42" fmla="*/ 308 w 498"/>
              <a:gd name="T43" fmla="*/ 76 h 602"/>
              <a:gd name="T44" fmla="*/ 334 w 498"/>
              <a:gd name="T45" fmla="*/ 86 h 602"/>
              <a:gd name="T46" fmla="*/ 70 w 498"/>
              <a:gd name="T47" fmla="*/ 396 h 602"/>
              <a:gd name="T48" fmla="*/ 288 w 498"/>
              <a:gd name="T49" fmla="*/ 72 h 602"/>
              <a:gd name="T50" fmla="*/ 130 w 498"/>
              <a:gd name="T51" fmla="*/ 480 h 602"/>
              <a:gd name="T52" fmla="*/ 130 w 498"/>
              <a:gd name="T53" fmla="*/ 444 h 602"/>
              <a:gd name="T54" fmla="*/ 130 w 498"/>
              <a:gd name="T55" fmla="*/ 442 h 602"/>
              <a:gd name="T56" fmla="*/ 118 w 498"/>
              <a:gd name="T57" fmla="*/ 442 h 602"/>
              <a:gd name="T58" fmla="*/ 356 w 498"/>
              <a:gd name="T59" fmla="*/ 96 h 602"/>
              <a:gd name="T60" fmla="*/ 378 w 498"/>
              <a:gd name="T61" fmla="*/ 108 h 602"/>
              <a:gd name="T62" fmla="*/ 396 w 498"/>
              <a:gd name="T63" fmla="*/ 122 h 602"/>
              <a:gd name="T64" fmla="*/ 130 w 498"/>
              <a:gd name="T65" fmla="*/ 480 h 602"/>
              <a:gd name="T66" fmla="*/ 432 w 498"/>
              <a:gd name="T67" fmla="*/ 38 h 602"/>
              <a:gd name="T68" fmla="*/ 388 w 498"/>
              <a:gd name="T69" fmla="*/ 14 h 602"/>
              <a:gd name="T70" fmla="*/ 350 w 498"/>
              <a:gd name="T71" fmla="*/ 2 h 602"/>
              <a:gd name="T72" fmla="*/ 322 w 498"/>
              <a:gd name="T73" fmla="*/ 0 h 602"/>
              <a:gd name="T74" fmla="*/ 308 w 498"/>
              <a:gd name="T75" fmla="*/ 4 h 602"/>
              <a:gd name="T76" fmla="*/ 260 w 498"/>
              <a:gd name="T77" fmla="*/ 70 h 602"/>
              <a:gd name="T78" fmla="*/ 8 w 498"/>
              <a:gd name="T79" fmla="*/ 408 h 602"/>
              <a:gd name="T80" fmla="*/ 2 w 498"/>
              <a:gd name="T81" fmla="*/ 450 h 602"/>
              <a:gd name="T82" fmla="*/ 0 w 498"/>
              <a:gd name="T83" fmla="*/ 516 h 602"/>
              <a:gd name="T84" fmla="*/ 0 w 498"/>
              <a:gd name="T85" fmla="*/ 538 h 602"/>
              <a:gd name="T86" fmla="*/ 6 w 498"/>
              <a:gd name="T87" fmla="*/ 578 h 602"/>
              <a:gd name="T88" fmla="*/ 12 w 498"/>
              <a:gd name="T89" fmla="*/ 598 h 602"/>
              <a:gd name="T90" fmla="*/ 14 w 498"/>
              <a:gd name="T91" fmla="*/ 602 h 602"/>
              <a:gd name="T92" fmla="*/ 24 w 498"/>
              <a:gd name="T93" fmla="*/ 602 h 602"/>
              <a:gd name="T94" fmla="*/ 62 w 498"/>
              <a:gd name="T95" fmla="*/ 596 h 602"/>
              <a:gd name="T96" fmla="*/ 448 w 498"/>
              <a:gd name="T97" fmla="*/ 210 h 602"/>
              <a:gd name="T98" fmla="*/ 478 w 498"/>
              <a:gd name="T99" fmla="*/ 168 h 602"/>
              <a:gd name="T100" fmla="*/ 496 w 498"/>
              <a:gd name="T101" fmla="*/ 144 h 602"/>
              <a:gd name="T102" fmla="*/ 498 w 498"/>
              <a:gd name="T103" fmla="*/ 128 h 602"/>
              <a:gd name="T104" fmla="*/ 488 w 498"/>
              <a:gd name="T105" fmla="*/ 100 h 602"/>
              <a:gd name="T106" fmla="*/ 466 w 498"/>
              <a:gd name="T107" fmla="*/ 68 h 602"/>
              <a:gd name="T108" fmla="*/ 432 w 498"/>
              <a:gd name="T109" fmla="*/ 38 h 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98" h="602">
                <a:moveTo>
                  <a:pt x="192" y="516"/>
                </a:moveTo>
                <a:lnTo>
                  <a:pt x="186" y="490"/>
                </a:lnTo>
                <a:lnTo>
                  <a:pt x="144" y="500"/>
                </a:lnTo>
                <a:lnTo>
                  <a:pt x="412" y="138"/>
                </a:lnTo>
                <a:lnTo>
                  <a:pt x="412" y="138"/>
                </a:lnTo>
                <a:lnTo>
                  <a:pt x="422" y="150"/>
                </a:lnTo>
                <a:lnTo>
                  <a:pt x="428" y="160"/>
                </a:lnTo>
                <a:lnTo>
                  <a:pt x="440" y="180"/>
                </a:lnTo>
                <a:lnTo>
                  <a:pt x="192" y="516"/>
                </a:lnTo>
                <a:lnTo>
                  <a:pt x="192" y="516"/>
                </a:lnTo>
                <a:close/>
                <a:moveTo>
                  <a:pt x="102" y="550"/>
                </a:moveTo>
                <a:lnTo>
                  <a:pt x="102" y="550"/>
                </a:lnTo>
                <a:lnTo>
                  <a:pt x="80" y="560"/>
                </a:lnTo>
                <a:lnTo>
                  <a:pt x="62" y="568"/>
                </a:lnTo>
                <a:lnTo>
                  <a:pt x="52" y="570"/>
                </a:lnTo>
                <a:lnTo>
                  <a:pt x="42" y="572"/>
                </a:lnTo>
                <a:lnTo>
                  <a:pt x="42" y="572"/>
                </a:lnTo>
                <a:lnTo>
                  <a:pt x="38" y="570"/>
                </a:lnTo>
                <a:lnTo>
                  <a:pt x="36" y="568"/>
                </a:lnTo>
                <a:lnTo>
                  <a:pt x="32" y="560"/>
                </a:lnTo>
                <a:lnTo>
                  <a:pt x="32" y="550"/>
                </a:lnTo>
                <a:lnTo>
                  <a:pt x="30" y="536"/>
                </a:lnTo>
                <a:lnTo>
                  <a:pt x="32" y="512"/>
                </a:lnTo>
                <a:lnTo>
                  <a:pt x="32" y="502"/>
                </a:lnTo>
                <a:lnTo>
                  <a:pt x="34" y="502"/>
                </a:lnTo>
                <a:lnTo>
                  <a:pt x="34" y="502"/>
                </a:lnTo>
                <a:lnTo>
                  <a:pt x="34" y="500"/>
                </a:lnTo>
                <a:lnTo>
                  <a:pt x="34" y="500"/>
                </a:lnTo>
                <a:lnTo>
                  <a:pt x="40" y="500"/>
                </a:lnTo>
                <a:lnTo>
                  <a:pt x="48" y="500"/>
                </a:lnTo>
                <a:lnTo>
                  <a:pt x="56" y="504"/>
                </a:lnTo>
                <a:lnTo>
                  <a:pt x="56" y="504"/>
                </a:lnTo>
                <a:lnTo>
                  <a:pt x="66" y="508"/>
                </a:lnTo>
                <a:lnTo>
                  <a:pt x="76" y="516"/>
                </a:lnTo>
                <a:lnTo>
                  <a:pt x="76" y="516"/>
                </a:lnTo>
                <a:lnTo>
                  <a:pt x="90" y="530"/>
                </a:lnTo>
                <a:lnTo>
                  <a:pt x="100" y="540"/>
                </a:lnTo>
                <a:lnTo>
                  <a:pt x="100" y="540"/>
                </a:lnTo>
                <a:lnTo>
                  <a:pt x="102" y="546"/>
                </a:lnTo>
                <a:lnTo>
                  <a:pt x="102" y="550"/>
                </a:lnTo>
                <a:lnTo>
                  <a:pt x="102" y="550"/>
                </a:lnTo>
                <a:close/>
                <a:moveTo>
                  <a:pt x="288" y="72"/>
                </a:moveTo>
                <a:lnTo>
                  <a:pt x="288" y="72"/>
                </a:lnTo>
                <a:lnTo>
                  <a:pt x="308" y="76"/>
                </a:lnTo>
                <a:lnTo>
                  <a:pt x="334" y="84"/>
                </a:lnTo>
                <a:lnTo>
                  <a:pt x="334" y="86"/>
                </a:lnTo>
                <a:lnTo>
                  <a:pt x="70" y="444"/>
                </a:lnTo>
                <a:lnTo>
                  <a:pt x="70" y="396"/>
                </a:lnTo>
                <a:lnTo>
                  <a:pt x="46" y="398"/>
                </a:lnTo>
                <a:lnTo>
                  <a:pt x="288" y="72"/>
                </a:lnTo>
                <a:lnTo>
                  <a:pt x="288" y="72"/>
                </a:lnTo>
                <a:close/>
                <a:moveTo>
                  <a:pt x="130" y="480"/>
                </a:moveTo>
                <a:lnTo>
                  <a:pt x="130" y="480"/>
                </a:lnTo>
                <a:lnTo>
                  <a:pt x="130" y="444"/>
                </a:lnTo>
                <a:lnTo>
                  <a:pt x="130" y="444"/>
                </a:lnTo>
                <a:lnTo>
                  <a:pt x="130" y="442"/>
                </a:lnTo>
                <a:lnTo>
                  <a:pt x="126" y="442"/>
                </a:lnTo>
                <a:lnTo>
                  <a:pt x="118" y="442"/>
                </a:lnTo>
                <a:lnTo>
                  <a:pt x="92" y="452"/>
                </a:lnTo>
                <a:lnTo>
                  <a:pt x="356" y="96"/>
                </a:lnTo>
                <a:lnTo>
                  <a:pt x="356" y="96"/>
                </a:lnTo>
                <a:lnTo>
                  <a:pt x="378" y="108"/>
                </a:lnTo>
                <a:lnTo>
                  <a:pt x="378" y="108"/>
                </a:lnTo>
                <a:lnTo>
                  <a:pt x="396" y="122"/>
                </a:lnTo>
                <a:lnTo>
                  <a:pt x="130" y="480"/>
                </a:lnTo>
                <a:lnTo>
                  <a:pt x="130" y="480"/>
                </a:lnTo>
                <a:close/>
                <a:moveTo>
                  <a:pt x="432" y="38"/>
                </a:moveTo>
                <a:lnTo>
                  <a:pt x="432" y="38"/>
                </a:lnTo>
                <a:lnTo>
                  <a:pt x="410" y="24"/>
                </a:lnTo>
                <a:lnTo>
                  <a:pt x="388" y="14"/>
                </a:lnTo>
                <a:lnTo>
                  <a:pt x="368" y="6"/>
                </a:lnTo>
                <a:lnTo>
                  <a:pt x="350" y="2"/>
                </a:lnTo>
                <a:lnTo>
                  <a:pt x="334" y="0"/>
                </a:lnTo>
                <a:lnTo>
                  <a:pt x="322" y="0"/>
                </a:lnTo>
                <a:lnTo>
                  <a:pt x="314" y="0"/>
                </a:lnTo>
                <a:lnTo>
                  <a:pt x="308" y="4"/>
                </a:lnTo>
                <a:lnTo>
                  <a:pt x="290" y="28"/>
                </a:lnTo>
                <a:lnTo>
                  <a:pt x="260" y="70"/>
                </a:lnTo>
                <a:lnTo>
                  <a:pt x="16" y="398"/>
                </a:lnTo>
                <a:lnTo>
                  <a:pt x="8" y="408"/>
                </a:lnTo>
                <a:lnTo>
                  <a:pt x="8" y="408"/>
                </a:lnTo>
                <a:lnTo>
                  <a:pt x="2" y="450"/>
                </a:lnTo>
                <a:lnTo>
                  <a:pt x="0" y="492"/>
                </a:lnTo>
                <a:lnTo>
                  <a:pt x="0" y="516"/>
                </a:lnTo>
                <a:lnTo>
                  <a:pt x="0" y="538"/>
                </a:lnTo>
                <a:lnTo>
                  <a:pt x="0" y="538"/>
                </a:lnTo>
                <a:lnTo>
                  <a:pt x="2" y="560"/>
                </a:lnTo>
                <a:lnTo>
                  <a:pt x="6" y="578"/>
                </a:lnTo>
                <a:lnTo>
                  <a:pt x="10" y="594"/>
                </a:lnTo>
                <a:lnTo>
                  <a:pt x="12" y="598"/>
                </a:lnTo>
                <a:lnTo>
                  <a:pt x="14" y="602"/>
                </a:lnTo>
                <a:lnTo>
                  <a:pt x="14" y="602"/>
                </a:lnTo>
                <a:lnTo>
                  <a:pt x="18" y="602"/>
                </a:lnTo>
                <a:lnTo>
                  <a:pt x="24" y="602"/>
                </a:lnTo>
                <a:lnTo>
                  <a:pt x="40" y="600"/>
                </a:lnTo>
                <a:lnTo>
                  <a:pt x="62" y="596"/>
                </a:lnTo>
                <a:lnTo>
                  <a:pt x="196" y="548"/>
                </a:lnTo>
                <a:lnTo>
                  <a:pt x="448" y="210"/>
                </a:lnTo>
                <a:lnTo>
                  <a:pt x="452" y="204"/>
                </a:lnTo>
                <a:lnTo>
                  <a:pt x="478" y="168"/>
                </a:lnTo>
                <a:lnTo>
                  <a:pt x="496" y="144"/>
                </a:lnTo>
                <a:lnTo>
                  <a:pt x="496" y="144"/>
                </a:lnTo>
                <a:lnTo>
                  <a:pt x="498" y="138"/>
                </a:lnTo>
                <a:lnTo>
                  <a:pt x="498" y="128"/>
                </a:lnTo>
                <a:lnTo>
                  <a:pt x="494" y="114"/>
                </a:lnTo>
                <a:lnTo>
                  <a:pt x="488" y="100"/>
                </a:lnTo>
                <a:lnTo>
                  <a:pt x="478" y="84"/>
                </a:lnTo>
                <a:lnTo>
                  <a:pt x="466" y="68"/>
                </a:lnTo>
                <a:lnTo>
                  <a:pt x="450" y="52"/>
                </a:lnTo>
                <a:lnTo>
                  <a:pt x="432" y="38"/>
                </a:lnTo>
                <a:lnTo>
                  <a:pt x="432"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ko-KR" altLang="en-US" sz="1600"/>
          </a:p>
        </p:txBody>
      </p:sp>
      <p:sp>
        <p:nvSpPr>
          <p:cNvPr id="22" name="Freeform 43"/>
          <p:cNvSpPr>
            <a:spLocks noEditPoints="1"/>
          </p:cNvSpPr>
          <p:nvPr/>
        </p:nvSpPr>
        <p:spPr bwMode="auto">
          <a:xfrm>
            <a:off x="4071641" y="3665311"/>
            <a:ext cx="1356117" cy="1117518"/>
          </a:xfrm>
          <a:custGeom>
            <a:avLst/>
            <a:gdLst>
              <a:gd name="T0" fmla="*/ 427 w 471"/>
              <a:gd name="T1" fmla="*/ 128 h 388"/>
              <a:gd name="T2" fmla="*/ 401 w 471"/>
              <a:gd name="T3" fmla="*/ 155 h 388"/>
              <a:gd name="T4" fmla="*/ 427 w 471"/>
              <a:gd name="T5" fmla="*/ 181 h 388"/>
              <a:gd name="T6" fmla="*/ 454 w 471"/>
              <a:gd name="T7" fmla="*/ 155 h 388"/>
              <a:gd name="T8" fmla="*/ 427 w 471"/>
              <a:gd name="T9" fmla="*/ 128 h 388"/>
              <a:gd name="T10" fmla="*/ 44 w 471"/>
              <a:gd name="T11" fmla="*/ 128 h 388"/>
              <a:gd name="T12" fmla="*/ 18 w 471"/>
              <a:gd name="T13" fmla="*/ 155 h 388"/>
              <a:gd name="T14" fmla="*/ 44 w 471"/>
              <a:gd name="T15" fmla="*/ 181 h 388"/>
              <a:gd name="T16" fmla="*/ 71 w 471"/>
              <a:gd name="T17" fmla="*/ 155 h 388"/>
              <a:gd name="T18" fmla="*/ 44 w 471"/>
              <a:gd name="T19" fmla="*/ 128 h 388"/>
              <a:gd name="T20" fmla="*/ 348 w 471"/>
              <a:gd name="T21" fmla="*/ 80 h 388"/>
              <a:gd name="T22" fmla="*/ 309 w 471"/>
              <a:gd name="T23" fmla="*/ 119 h 388"/>
              <a:gd name="T24" fmla="*/ 348 w 471"/>
              <a:gd name="T25" fmla="*/ 159 h 388"/>
              <a:gd name="T26" fmla="*/ 388 w 471"/>
              <a:gd name="T27" fmla="*/ 119 h 388"/>
              <a:gd name="T28" fmla="*/ 348 w 471"/>
              <a:gd name="T29" fmla="*/ 80 h 388"/>
              <a:gd name="T30" fmla="*/ 471 w 471"/>
              <a:gd name="T31" fmla="*/ 321 h 388"/>
              <a:gd name="T32" fmla="*/ 426 w 471"/>
              <a:gd name="T33" fmla="*/ 321 h 388"/>
              <a:gd name="T34" fmla="*/ 426 w 471"/>
              <a:gd name="T35" fmla="*/ 238 h 388"/>
              <a:gd name="T36" fmla="*/ 415 w 471"/>
              <a:gd name="T37" fmla="*/ 198 h 388"/>
              <a:gd name="T38" fmla="*/ 427 w 471"/>
              <a:gd name="T39" fmla="*/ 197 h 388"/>
              <a:gd name="T40" fmla="*/ 471 w 471"/>
              <a:gd name="T41" fmla="*/ 240 h 388"/>
              <a:gd name="T42" fmla="*/ 471 w 471"/>
              <a:gd name="T43" fmla="*/ 321 h 388"/>
              <a:gd name="T44" fmla="*/ 124 w 471"/>
              <a:gd name="T45" fmla="*/ 80 h 388"/>
              <a:gd name="T46" fmla="*/ 84 w 471"/>
              <a:gd name="T47" fmla="*/ 119 h 388"/>
              <a:gd name="T48" fmla="*/ 124 w 471"/>
              <a:gd name="T49" fmla="*/ 159 h 388"/>
              <a:gd name="T50" fmla="*/ 163 w 471"/>
              <a:gd name="T51" fmla="*/ 119 h 388"/>
              <a:gd name="T52" fmla="*/ 124 w 471"/>
              <a:gd name="T53" fmla="*/ 80 h 388"/>
              <a:gd name="T54" fmla="*/ 44 w 471"/>
              <a:gd name="T55" fmla="*/ 197 h 388"/>
              <a:gd name="T56" fmla="*/ 57 w 471"/>
              <a:gd name="T57" fmla="*/ 198 h 388"/>
              <a:gd name="T58" fmla="*/ 46 w 471"/>
              <a:gd name="T59" fmla="*/ 238 h 388"/>
              <a:gd name="T60" fmla="*/ 46 w 471"/>
              <a:gd name="T61" fmla="*/ 321 h 388"/>
              <a:gd name="T62" fmla="*/ 0 w 471"/>
              <a:gd name="T63" fmla="*/ 321 h 388"/>
              <a:gd name="T64" fmla="*/ 0 w 471"/>
              <a:gd name="T65" fmla="*/ 240 h 388"/>
              <a:gd name="T66" fmla="*/ 44 w 471"/>
              <a:gd name="T67" fmla="*/ 197 h 388"/>
              <a:gd name="T68" fmla="*/ 236 w 471"/>
              <a:gd name="T69" fmla="*/ 0 h 388"/>
              <a:gd name="T70" fmla="*/ 177 w 471"/>
              <a:gd name="T71" fmla="*/ 59 h 388"/>
              <a:gd name="T72" fmla="*/ 236 w 471"/>
              <a:gd name="T73" fmla="*/ 118 h 388"/>
              <a:gd name="T74" fmla="*/ 294 w 471"/>
              <a:gd name="T75" fmla="*/ 59 h 388"/>
              <a:gd name="T76" fmla="*/ 236 w 471"/>
              <a:gd name="T77" fmla="*/ 0 h 388"/>
              <a:gd name="T78" fmla="*/ 412 w 471"/>
              <a:gd name="T79" fmla="*/ 352 h 388"/>
              <a:gd name="T80" fmla="*/ 342 w 471"/>
              <a:gd name="T81" fmla="*/ 352 h 388"/>
              <a:gd name="T82" fmla="*/ 342 w 471"/>
              <a:gd name="T83" fmla="*/ 225 h 388"/>
              <a:gd name="T84" fmla="*/ 330 w 471"/>
              <a:gd name="T85" fmla="*/ 177 h 388"/>
              <a:gd name="T86" fmla="*/ 348 w 471"/>
              <a:gd name="T87" fmla="*/ 174 h 388"/>
              <a:gd name="T88" fmla="*/ 412 w 471"/>
              <a:gd name="T89" fmla="*/ 238 h 388"/>
              <a:gd name="T90" fmla="*/ 412 w 471"/>
              <a:gd name="T91" fmla="*/ 352 h 388"/>
              <a:gd name="T92" fmla="*/ 129 w 471"/>
              <a:gd name="T93" fmla="*/ 225 h 388"/>
              <a:gd name="T94" fmla="*/ 129 w 471"/>
              <a:gd name="T95" fmla="*/ 352 h 388"/>
              <a:gd name="T96" fmla="*/ 60 w 471"/>
              <a:gd name="T97" fmla="*/ 352 h 388"/>
              <a:gd name="T98" fmla="*/ 60 w 471"/>
              <a:gd name="T99" fmla="*/ 238 h 388"/>
              <a:gd name="T100" fmla="*/ 124 w 471"/>
              <a:gd name="T101" fmla="*/ 174 h 388"/>
              <a:gd name="T102" fmla="*/ 141 w 471"/>
              <a:gd name="T103" fmla="*/ 177 h 388"/>
              <a:gd name="T104" fmla="*/ 129 w 471"/>
              <a:gd name="T105" fmla="*/ 225 h 388"/>
              <a:gd name="T106" fmla="*/ 144 w 471"/>
              <a:gd name="T107" fmla="*/ 388 h 388"/>
              <a:gd name="T108" fmla="*/ 328 w 471"/>
              <a:gd name="T109" fmla="*/ 388 h 388"/>
              <a:gd name="T110" fmla="*/ 328 w 471"/>
              <a:gd name="T111" fmla="*/ 225 h 388"/>
              <a:gd name="T112" fmla="*/ 236 w 471"/>
              <a:gd name="T113" fmla="*/ 133 h 388"/>
              <a:gd name="T114" fmla="*/ 144 w 471"/>
              <a:gd name="T115" fmla="*/ 225 h 388"/>
              <a:gd name="T116" fmla="*/ 144 w 471"/>
              <a:gd name="T117" fmla="*/ 388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71" h="388">
                <a:moveTo>
                  <a:pt x="427" y="128"/>
                </a:moveTo>
                <a:cubicBezTo>
                  <a:pt x="413" y="128"/>
                  <a:pt x="401" y="140"/>
                  <a:pt x="401" y="155"/>
                </a:cubicBezTo>
                <a:cubicBezTo>
                  <a:pt x="401" y="169"/>
                  <a:pt x="413" y="181"/>
                  <a:pt x="427" y="181"/>
                </a:cubicBezTo>
                <a:cubicBezTo>
                  <a:pt x="442" y="181"/>
                  <a:pt x="454" y="169"/>
                  <a:pt x="454" y="155"/>
                </a:cubicBezTo>
                <a:cubicBezTo>
                  <a:pt x="454" y="140"/>
                  <a:pt x="442" y="128"/>
                  <a:pt x="427" y="128"/>
                </a:cubicBezTo>
                <a:close/>
                <a:moveTo>
                  <a:pt x="44" y="128"/>
                </a:moveTo>
                <a:cubicBezTo>
                  <a:pt x="30" y="128"/>
                  <a:pt x="18" y="140"/>
                  <a:pt x="18" y="155"/>
                </a:cubicBezTo>
                <a:cubicBezTo>
                  <a:pt x="18" y="169"/>
                  <a:pt x="30" y="181"/>
                  <a:pt x="44" y="181"/>
                </a:cubicBezTo>
                <a:cubicBezTo>
                  <a:pt x="59" y="181"/>
                  <a:pt x="71" y="169"/>
                  <a:pt x="71" y="155"/>
                </a:cubicBezTo>
                <a:cubicBezTo>
                  <a:pt x="71" y="140"/>
                  <a:pt x="59" y="128"/>
                  <a:pt x="44" y="128"/>
                </a:cubicBezTo>
                <a:close/>
                <a:moveTo>
                  <a:pt x="348" y="80"/>
                </a:moveTo>
                <a:cubicBezTo>
                  <a:pt x="326" y="80"/>
                  <a:pt x="309" y="97"/>
                  <a:pt x="309" y="119"/>
                </a:cubicBezTo>
                <a:cubicBezTo>
                  <a:pt x="309" y="141"/>
                  <a:pt x="326" y="159"/>
                  <a:pt x="348" y="159"/>
                </a:cubicBezTo>
                <a:cubicBezTo>
                  <a:pt x="370" y="159"/>
                  <a:pt x="388" y="141"/>
                  <a:pt x="388" y="119"/>
                </a:cubicBezTo>
                <a:cubicBezTo>
                  <a:pt x="388" y="97"/>
                  <a:pt x="370" y="80"/>
                  <a:pt x="348" y="80"/>
                </a:cubicBezTo>
                <a:close/>
                <a:moveTo>
                  <a:pt x="471" y="321"/>
                </a:moveTo>
                <a:cubicBezTo>
                  <a:pt x="426" y="321"/>
                  <a:pt x="426" y="321"/>
                  <a:pt x="426" y="321"/>
                </a:cubicBezTo>
                <a:cubicBezTo>
                  <a:pt x="426" y="238"/>
                  <a:pt x="426" y="238"/>
                  <a:pt x="426" y="238"/>
                </a:cubicBezTo>
                <a:cubicBezTo>
                  <a:pt x="426" y="223"/>
                  <a:pt x="422" y="210"/>
                  <a:pt x="415" y="198"/>
                </a:cubicBezTo>
                <a:cubicBezTo>
                  <a:pt x="419" y="197"/>
                  <a:pt x="423" y="197"/>
                  <a:pt x="427" y="197"/>
                </a:cubicBezTo>
                <a:cubicBezTo>
                  <a:pt x="452" y="197"/>
                  <a:pt x="471" y="216"/>
                  <a:pt x="471" y="240"/>
                </a:cubicBezTo>
                <a:lnTo>
                  <a:pt x="471" y="321"/>
                </a:lnTo>
                <a:close/>
                <a:moveTo>
                  <a:pt x="124" y="80"/>
                </a:moveTo>
                <a:cubicBezTo>
                  <a:pt x="102" y="80"/>
                  <a:pt x="84" y="97"/>
                  <a:pt x="84" y="119"/>
                </a:cubicBezTo>
                <a:cubicBezTo>
                  <a:pt x="84" y="141"/>
                  <a:pt x="102" y="159"/>
                  <a:pt x="124" y="159"/>
                </a:cubicBezTo>
                <a:cubicBezTo>
                  <a:pt x="145" y="159"/>
                  <a:pt x="163" y="141"/>
                  <a:pt x="163" y="119"/>
                </a:cubicBezTo>
                <a:cubicBezTo>
                  <a:pt x="163" y="97"/>
                  <a:pt x="145" y="80"/>
                  <a:pt x="124" y="80"/>
                </a:cubicBezTo>
                <a:close/>
                <a:moveTo>
                  <a:pt x="44" y="197"/>
                </a:moveTo>
                <a:cubicBezTo>
                  <a:pt x="49" y="197"/>
                  <a:pt x="53" y="197"/>
                  <a:pt x="57" y="198"/>
                </a:cubicBezTo>
                <a:cubicBezTo>
                  <a:pt x="50" y="210"/>
                  <a:pt x="46" y="223"/>
                  <a:pt x="46" y="238"/>
                </a:cubicBezTo>
                <a:cubicBezTo>
                  <a:pt x="46" y="321"/>
                  <a:pt x="46" y="321"/>
                  <a:pt x="46" y="321"/>
                </a:cubicBezTo>
                <a:cubicBezTo>
                  <a:pt x="0" y="321"/>
                  <a:pt x="0" y="321"/>
                  <a:pt x="0" y="321"/>
                </a:cubicBezTo>
                <a:cubicBezTo>
                  <a:pt x="0" y="240"/>
                  <a:pt x="0" y="240"/>
                  <a:pt x="0" y="240"/>
                </a:cubicBezTo>
                <a:cubicBezTo>
                  <a:pt x="0" y="216"/>
                  <a:pt x="20" y="197"/>
                  <a:pt x="44" y="197"/>
                </a:cubicBezTo>
                <a:close/>
                <a:moveTo>
                  <a:pt x="236" y="0"/>
                </a:moveTo>
                <a:cubicBezTo>
                  <a:pt x="204" y="0"/>
                  <a:pt x="177" y="27"/>
                  <a:pt x="177" y="59"/>
                </a:cubicBezTo>
                <a:cubicBezTo>
                  <a:pt x="177" y="91"/>
                  <a:pt x="203" y="118"/>
                  <a:pt x="236" y="118"/>
                </a:cubicBezTo>
                <a:cubicBezTo>
                  <a:pt x="268" y="118"/>
                  <a:pt x="294" y="91"/>
                  <a:pt x="294" y="59"/>
                </a:cubicBezTo>
                <a:cubicBezTo>
                  <a:pt x="295" y="27"/>
                  <a:pt x="268" y="0"/>
                  <a:pt x="236" y="0"/>
                </a:cubicBezTo>
                <a:close/>
                <a:moveTo>
                  <a:pt x="412" y="352"/>
                </a:moveTo>
                <a:cubicBezTo>
                  <a:pt x="342" y="352"/>
                  <a:pt x="342" y="352"/>
                  <a:pt x="342" y="352"/>
                </a:cubicBezTo>
                <a:cubicBezTo>
                  <a:pt x="342" y="225"/>
                  <a:pt x="342" y="225"/>
                  <a:pt x="342" y="225"/>
                </a:cubicBezTo>
                <a:cubicBezTo>
                  <a:pt x="342" y="208"/>
                  <a:pt x="338" y="192"/>
                  <a:pt x="330" y="177"/>
                </a:cubicBezTo>
                <a:cubicBezTo>
                  <a:pt x="336" y="175"/>
                  <a:pt x="342" y="174"/>
                  <a:pt x="348" y="174"/>
                </a:cubicBezTo>
                <a:cubicBezTo>
                  <a:pt x="383" y="174"/>
                  <a:pt x="412" y="203"/>
                  <a:pt x="412" y="238"/>
                </a:cubicBezTo>
                <a:lnTo>
                  <a:pt x="412" y="352"/>
                </a:lnTo>
                <a:close/>
                <a:moveTo>
                  <a:pt x="129" y="225"/>
                </a:moveTo>
                <a:cubicBezTo>
                  <a:pt x="129" y="352"/>
                  <a:pt x="129" y="352"/>
                  <a:pt x="129" y="352"/>
                </a:cubicBezTo>
                <a:cubicBezTo>
                  <a:pt x="60" y="352"/>
                  <a:pt x="60" y="352"/>
                  <a:pt x="60" y="352"/>
                </a:cubicBezTo>
                <a:cubicBezTo>
                  <a:pt x="60" y="238"/>
                  <a:pt x="60" y="238"/>
                  <a:pt x="60" y="238"/>
                </a:cubicBezTo>
                <a:cubicBezTo>
                  <a:pt x="60" y="203"/>
                  <a:pt x="89" y="174"/>
                  <a:pt x="124" y="174"/>
                </a:cubicBezTo>
                <a:cubicBezTo>
                  <a:pt x="130" y="174"/>
                  <a:pt x="136" y="175"/>
                  <a:pt x="141" y="177"/>
                </a:cubicBezTo>
                <a:cubicBezTo>
                  <a:pt x="134" y="192"/>
                  <a:pt x="129" y="208"/>
                  <a:pt x="129" y="225"/>
                </a:cubicBezTo>
                <a:close/>
                <a:moveTo>
                  <a:pt x="144" y="388"/>
                </a:moveTo>
                <a:cubicBezTo>
                  <a:pt x="328" y="388"/>
                  <a:pt x="328" y="388"/>
                  <a:pt x="328" y="388"/>
                </a:cubicBezTo>
                <a:cubicBezTo>
                  <a:pt x="328" y="225"/>
                  <a:pt x="328" y="225"/>
                  <a:pt x="328" y="225"/>
                </a:cubicBezTo>
                <a:cubicBezTo>
                  <a:pt x="328" y="175"/>
                  <a:pt x="286" y="133"/>
                  <a:pt x="236" y="133"/>
                </a:cubicBezTo>
                <a:cubicBezTo>
                  <a:pt x="185" y="133"/>
                  <a:pt x="144" y="175"/>
                  <a:pt x="144" y="225"/>
                </a:cubicBezTo>
                <a:lnTo>
                  <a:pt x="144" y="38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729738765"/>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7" name="组合 96"/>
          <p:cNvGrpSpPr/>
          <p:nvPr/>
        </p:nvGrpSpPr>
        <p:grpSpPr>
          <a:xfrm>
            <a:off x="3264342" y="1792942"/>
            <a:ext cx="5663316" cy="4922558"/>
            <a:chOff x="3536950" y="1411288"/>
            <a:chExt cx="5303838" cy="4610100"/>
          </a:xfrm>
        </p:grpSpPr>
        <p:sp>
          <p:nvSpPr>
            <p:cNvPr id="16" name="Freeform 15"/>
            <p:cNvSpPr>
              <a:spLocks noEditPoints="1"/>
            </p:cNvSpPr>
            <p:nvPr/>
          </p:nvSpPr>
          <p:spPr bwMode="auto">
            <a:xfrm>
              <a:off x="4700588" y="3051175"/>
              <a:ext cx="566738" cy="2265363"/>
            </a:xfrm>
            <a:custGeom>
              <a:avLst/>
              <a:gdLst>
                <a:gd name="T0" fmla="*/ 49 w 285"/>
                <a:gd name="T1" fmla="*/ 1049 h 1140"/>
                <a:gd name="T2" fmla="*/ 97 w 285"/>
                <a:gd name="T3" fmla="*/ 988 h 1140"/>
                <a:gd name="T4" fmla="*/ 97 w 285"/>
                <a:gd name="T5" fmla="*/ 964 h 1140"/>
                <a:gd name="T6" fmla="*/ 49 w 285"/>
                <a:gd name="T7" fmla="*/ 910 h 1140"/>
                <a:gd name="T8" fmla="*/ 49 w 285"/>
                <a:gd name="T9" fmla="*/ 818 h 1140"/>
                <a:gd name="T10" fmla="*/ 49 w 285"/>
                <a:gd name="T11" fmla="*/ 703 h 1140"/>
                <a:gd name="T12" fmla="*/ 97 w 285"/>
                <a:gd name="T13" fmla="*/ 649 h 1140"/>
                <a:gd name="T14" fmla="*/ 97 w 285"/>
                <a:gd name="T15" fmla="*/ 625 h 1140"/>
                <a:gd name="T16" fmla="*/ 49 w 285"/>
                <a:gd name="T17" fmla="*/ 565 h 1140"/>
                <a:gd name="T18" fmla="*/ 49 w 285"/>
                <a:gd name="T19" fmla="*/ 473 h 1140"/>
                <a:gd name="T20" fmla="*/ 49 w 285"/>
                <a:gd name="T21" fmla="*/ 415 h 1140"/>
                <a:gd name="T22" fmla="*/ 97 w 285"/>
                <a:gd name="T23" fmla="*/ 310 h 1140"/>
                <a:gd name="T24" fmla="*/ 97 w 285"/>
                <a:gd name="T25" fmla="*/ 286 h 1140"/>
                <a:gd name="T26" fmla="*/ 49 w 285"/>
                <a:gd name="T27" fmla="*/ 219 h 1140"/>
                <a:gd name="T28" fmla="*/ 49 w 285"/>
                <a:gd name="T29" fmla="*/ 127 h 1140"/>
                <a:gd name="T30" fmla="*/ 159 w 285"/>
                <a:gd name="T31" fmla="*/ 133 h 1140"/>
                <a:gd name="T32" fmla="*/ 129 w 285"/>
                <a:gd name="T33" fmla="*/ 180 h 1140"/>
                <a:gd name="T34" fmla="*/ 129 w 285"/>
                <a:gd name="T35" fmla="*/ 205 h 1140"/>
                <a:gd name="T36" fmla="*/ 159 w 285"/>
                <a:gd name="T37" fmla="*/ 268 h 1140"/>
                <a:gd name="T38" fmla="*/ 159 w 285"/>
                <a:gd name="T39" fmla="*/ 353 h 1140"/>
                <a:gd name="T40" fmla="*/ 160 w 285"/>
                <a:gd name="T41" fmla="*/ 463 h 1140"/>
                <a:gd name="T42" fmla="*/ 129 w 285"/>
                <a:gd name="T43" fmla="*/ 514 h 1140"/>
                <a:gd name="T44" fmla="*/ 129 w 285"/>
                <a:gd name="T45" fmla="*/ 539 h 1140"/>
                <a:gd name="T46" fmla="*/ 160 w 285"/>
                <a:gd name="T47" fmla="*/ 598 h 1140"/>
                <a:gd name="T48" fmla="*/ 160 w 285"/>
                <a:gd name="T49" fmla="*/ 682 h 1140"/>
                <a:gd name="T50" fmla="*/ 160 w 285"/>
                <a:gd name="T51" fmla="*/ 792 h 1140"/>
                <a:gd name="T52" fmla="*/ 130 w 285"/>
                <a:gd name="T53" fmla="*/ 849 h 1140"/>
                <a:gd name="T54" fmla="*/ 130 w 285"/>
                <a:gd name="T55" fmla="*/ 874 h 1140"/>
                <a:gd name="T56" fmla="*/ 160 w 285"/>
                <a:gd name="T57" fmla="*/ 928 h 1140"/>
                <a:gd name="T58" fmla="*/ 161 w 285"/>
                <a:gd name="T59" fmla="*/ 1012 h 1140"/>
                <a:gd name="T60" fmla="*/ 186 w 285"/>
                <a:gd name="T61" fmla="*/ 1036 h 1140"/>
                <a:gd name="T62" fmla="*/ 208 w 285"/>
                <a:gd name="T63" fmla="*/ 980 h 1140"/>
                <a:gd name="T64" fmla="*/ 208 w 285"/>
                <a:gd name="T65" fmla="*/ 927 h 1140"/>
                <a:gd name="T66" fmla="*/ 186 w 285"/>
                <a:gd name="T67" fmla="*/ 901 h 1140"/>
                <a:gd name="T68" fmla="*/ 186 w 285"/>
                <a:gd name="T69" fmla="*/ 847 h 1140"/>
                <a:gd name="T70" fmla="*/ 186 w 285"/>
                <a:gd name="T71" fmla="*/ 738 h 1140"/>
                <a:gd name="T72" fmla="*/ 208 w 285"/>
                <a:gd name="T73" fmla="*/ 657 h 1140"/>
                <a:gd name="T74" fmla="*/ 208 w 285"/>
                <a:gd name="T75" fmla="*/ 631 h 1140"/>
                <a:gd name="T76" fmla="*/ 186 w 285"/>
                <a:gd name="T77" fmla="*/ 575 h 1140"/>
                <a:gd name="T78" fmla="*/ 186 w 285"/>
                <a:gd name="T79" fmla="*/ 492 h 1140"/>
                <a:gd name="T80" fmla="*/ 186 w 285"/>
                <a:gd name="T81" fmla="*/ 384 h 1140"/>
                <a:gd name="T82" fmla="*/ 208 w 285"/>
                <a:gd name="T83" fmla="*/ 334 h 1140"/>
                <a:gd name="T84" fmla="*/ 208 w 285"/>
                <a:gd name="T85" fmla="*/ 308 h 1140"/>
                <a:gd name="T86" fmla="*/ 208 w 285"/>
                <a:gd name="T87" fmla="*/ 254 h 1140"/>
                <a:gd name="T88" fmla="*/ 186 w 285"/>
                <a:gd name="T89" fmla="*/ 166 h 1140"/>
                <a:gd name="T90" fmla="*/ 228 w 285"/>
                <a:gd name="T91" fmla="*/ 1033 h 1140"/>
                <a:gd name="T92" fmla="*/ 247 w 285"/>
                <a:gd name="T93" fmla="*/ 978 h 1140"/>
                <a:gd name="T94" fmla="*/ 247 w 285"/>
                <a:gd name="T95" fmla="*/ 951 h 1140"/>
                <a:gd name="T96" fmla="*/ 228 w 285"/>
                <a:gd name="T97" fmla="*/ 899 h 1140"/>
                <a:gd name="T98" fmla="*/ 228 w 285"/>
                <a:gd name="T99" fmla="*/ 820 h 1140"/>
                <a:gd name="T100" fmla="*/ 229 w 285"/>
                <a:gd name="T101" fmla="*/ 713 h 1140"/>
                <a:gd name="T102" fmla="*/ 248 w 285"/>
                <a:gd name="T103" fmla="*/ 661 h 1140"/>
                <a:gd name="T104" fmla="*/ 248 w 285"/>
                <a:gd name="T105" fmla="*/ 634 h 1140"/>
                <a:gd name="T106" fmla="*/ 229 w 285"/>
                <a:gd name="T107" fmla="*/ 579 h 1140"/>
                <a:gd name="T108" fmla="*/ 229 w 285"/>
                <a:gd name="T109" fmla="*/ 499 h 1140"/>
                <a:gd name="T110" fmla="*/ 230 w 285"/>
                <a:gd name="T111" fmla="*/ 393 h 1140"/>
                <a:gd name="T112" fmla="*/ 249 w 285"/>
                <a:gd name="T113" fmla="*/ 343 h 1140"/>
                <a:gd name="T114" fmla="*/ 249 w 285"/>
                <a:gd name="T115" fmla="*/ 316 h 1140"/>
                <a:gd name="T116" fmla="*/ 230 w 285"/>
                <a:gd name="T117" fmla="*/ 259 h 1140"/>
                <a:gd name="T118" fmla="*/ 230 w 285"/>
                <a:gd name="T119" fmla="*/ 179 h 1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5" h="1140">
                  <a:moveTo>
                    <a:pt x="285" y="98"/>
                  </a:moveTo>
                  <a:cubicBezTo>
                    <a:pt x="0" y="0"/>
                    <a:pt x="0" y="0"/>
                    <a:pt x="0" y="0"/>
                  </a:cubicBezTo>
                  <a:cubicBezTo>
                    <a:pt x="0" y="1140"/>
                    <a:pt x="0" y="1140"/>
                    <a:pt x="0" y="1140"/>
                  </a:cubicBezTo>
                  <a:cubicBezTo>
                    <a:pt x="285" y="1097"/>
                    <a:pt x="285" y="1097"/>
                    <a:pt x="285" y="1097"/>
                  </a:cubicBezTo>
                  <a:lnTo>
                    <a:pt x="285" y="98"/>
                  </a:lnTo>
                  <a:close/>
                  <a:moveTo>
                    <a:pt x="49" y="1049"/>
                  </a:moveTo>
                  <a:cubicBezTo>
                    <a:pt x="97" y="1045"/>
                    <a:pt x="97" y="1045"/>
                    <a:pt x="97" y="1045"/>
                  </a:cubicBezTo>
                  <a:cubicBezTo>
                    <a:pt x="97" y="1077"/>
                    <a:pt x="97" y="1077"/>
                    <a:pt x="97" y="1077"/>
                  </a:cubicBezTo>
                  <a:cubicBezTo>
                    <a:pt x="49" y="1083"/>
                    <a:pt x="49" y="1083"/>
                    <a:pt x="49" y="1083"/>
                  </a:cubicBezTo>
                  <a:lnTo>
                    <a:pt x="49" y="1049"/>
                  </a:lnTo>
                  <a:close/>
                  <a:moveTo>
                    <a:pt x="49" y="991"/>
                  </a:moveTo>
                  <a:cubicBezTo>
                    <a:pt x="65" y="990"/>
                    <a:pt x="81" y="989"/>
                    <a:pt x="97" y="988"/>
                  </a:cubicBezTo>
                  <a:cubicBezTo>
                    <a:pt x="97" y="999"/>
                    <a:pt x="97" y="1009"/>
                    <a:pt x="97" y="1020"/>
                  </a:cubicBezTo>
                  <a:cubicBezTo>
                    <a:pt x="81" y="1022"/>
                    <a:pt x="65" y="1024"/>
                    <a:pt x="49" y="1025"/>
                  </a:cubicBezTo>
                  <a:cubicBezTo>
                    <a:pt x="49" y="1014"/>
                    <a:pt x="49" y="1003"/>
                    <a:pt x="49" y="991"/>
                  </a:cubicBezTo>
                  <a:close/>
                  <a:moveTo>
                    <a:pt x="49" y="934"/>
                  </a:moveTo>
                  <a:cubicBezTo>
                    <a:pt x="65" y="933"/>
                    <a:pt x="81" y="932"/>
                    <a:pt x="97" y="932"/>
                  </a:cubicBezTo>
                  <a:cubicBezTo>
                    <a:pt x="97" y="942"/>
                    <a:pt x="97" y="953"/>
                    <a:pt x="97" y="964"/>
                  </a:cubicBezTo>
                  <a:cubicBezTo>
                    <a:pt x="81" y="965"/>
                    <a:pt x="65" y="966"/>
                    <a:pt x="49" y="968"/>
                  </a:cubicBezTo>
                  <a:cubicBezTo>
                    <a:pt x="49" y="956"/>
                    <a:pt x="49" y="945"/>
                    <a:pt x="49" y="934"/>
                  </a:cubicBezTo>
                  <a:close/>
                  <a:moveTo>
                    <a:pt x="49" y="876"/>
                  </a:moveTo>
                  <a:cubicBezTo>
                    <a:pt x="65" y="876"/>
                    <a:pt x="81" y="875"/>
                    <a:pt x="97" y="875"/>
                  </a:cubicBezTo>
                  <a:cubicBezTo>
                    <a:pt x="97" y="886"/>
                    <a:pt x="97" y="896"/>
                    <a:pt x="97" y="907"/>
                  </a:cubicBezTo>
                  <a:cubicBezTo>
                    <a:pt x="81" y="908"/>
                    <a:pt x="65" y="909"/>
                    <a:pt x="49" y="910"/>
                  </a:cubicBezTo>
                  <a:cubicBezTo>
                    <a:pt x="49" y="899"/>
                    <a:pt x="49" y="887"/>
                    <a:pt x="49" y="876"/>
                  </a:cubicBezTo>
                  <a:close/>
                  <a:moveTo>
                    <a:pt x="49" y="818"/>
                  </a:moveTo>
                  <a:cubicBezTo>
                    <a:pt x="65" y="818"/>
                    <a:pt x="81" y="819"/>
                    <a:pt x="97" y="819"/>
                  </a:cubicBezTo>
                  <a:cubicBezTo>
                    <a:pt x="97" y="829"/>
                    <a:pt x="97" y="840"/>
                    <a:pt x="97" y="851"/>
                  </a:cubicBezTo>
                  <a:cubicBezTo>
                    <a:pt x="81" y="851"/>
                    <a:pt x="65" y="852"/>
                    <a:pt x="49" y="853"/>
                  </a:cubicBezTo>
                  <a:cubicBezTo>
                    <a:pt x="49" y="841"/>
                    <a:pt x="49" y="830"/>
                    <a:pt x="49" y="818"/>
                  </a:cubicBezTo>
                  <a:close/>
                  <a:moveTo>
                    <a:pt x="49" y="761"/>
                  </a:moveTo>
                  <a:cubicBezTo>
                    <a:pt x="65" y="761"/>
                    <a:pt x="81" y="762"/>
                    <a:pt x="97" y="762"/>
                  </a:cubicBezTo>
                  <a:cubicBezTo>
                    <a:pt x="97" y="773"/>
                    <a:pt x="97" y="783"/>
                    <a:pt x="97" y="794"/>
                  </a:cubicBezTo>
                  <a:cubicBezTo>
                    <a:pt x="81" y="794"/>
                    <a:pt x="65" y="795"/>
                    <a:pt x="49" y="795"/>
                  </a:cubicBezTo>
                  <a:cubicBezTo>
                    <a:pt x="49" y="784"/>
                    <a:pt x="49" y="772"/>
                    <a:pt x="49" y="761"/>
                  </a:cubicBezTo>
                  <a:close/>
                  <a:moveTo>
                    <a:pt x="49" y="703"/>
                  </a:moveTo>
                  <a:cubicBezTo>
                    <a:pt x="65" y="704"/>
                    <a:pt x="81" y="705"/>
                    <a:pt x="97" y="706"/>
                  </a:cubicBezTo>
                  <a:cubicBezTo>
                    <a:pt x="97" y="716"/>
                    <a:pt x="97" y="727"/>
                    <a:pt x="97" y="738"/>
                  </a:cubicBezTo>
                  <a:cubicBezTo>
                    <a:pt x="81" y="738"/>
                    <a:pt x="65" y="737"/>
                    <a:pt x="49" y="737"/>
                  </a:cubicBezTo>
                  <a:cubicBezTo>
                    <a:pt x="49" y="726"/>
                    <a:pt x="49" y="715"/>
                    <a:pt x="49" y="703"/>
                  </a:cubicBezTo>
                  <a:close/>
                  <a:moveTo>
                    <a:pt x="49" y="645"/>
                  </a:moveTo>
                  <a:cubicBezTo>
                    <a:pt x="65" y="647"/>
                    <a:pt x="81" y="648"/>
                    <a:pt x="97" y="649"/>
                  </a:cubicBezTo>
                  <a:cubicBezTo>
                    <a:pt x="97" y="660"/>
                    <a:pt x="97" y="671"/>
                    <a:pt x="97" y="681"/>
                  </a:cubicBezTo>
                  <a:cubicBezTo>
                    <a:pt x="81" y="681"/>
                    <a:pt x="65" y="680"/>
                    <a:pt x="49" y="680"/>
                  </a:cubicBezTo>
                  <a:cubicBezTo>
                    <a:pt x="49" y="668"/>
                    <a:pt x="49" y="657"/>
                    <a:pt x="49" y="645"/>
                  </a:cubicBezTo>
                  <a:close/>
                  <a:moveTo>
                    <a:pt x="49" y="588"/>
                  </a:moveTo>
                  <a:cubicBezTo>
                    <a:pt x="65" y="590"/>
                    <a:pt x="81" y="591"/>
                    <a:pt x="97" y="593"/>
                  </a:cubicBezTo>
                  <a:cubicBezTo>
                    <a:pt x="97" y="603"/>
                    <a:pt x="97" y="614"/>
                    <a:pt x="97" y="625"/>
                  </a:cubicBezTo>
                  <a:cubicBezTo>
                    <a:pt x="81" y="624"/>
                    <a:pt x="65" y="623"/>
                    <a:pt x="49" y="622"/>
                  </a:cubicBezTo>
                  <a:cubicBezTo>
                    <a:pt x="49" y="611"/>
                    <a:pt x="49" y="599"/>
                    <a:pt x="49" y="588"/>
                  </a:cubicBezTo>
                  <a:close/>
                  <a:moveTo>
                    <a:pt x="49" y="530"/>
                  </a:moveTo>
                  <a:cubicBezTo>
                    <a:pt x="65" y="532"/>
                    <a:pt x="81" y="534"/>
                    <a:pt x="97" y="536"/>
                  </a:cubicBezTo>
                  <a:cubicBezTo>
                    <a:pt x="97" y="547"/>
                    <a:pt x="97" y="558"/>
                    <a:pt x="97" y="568"/>
                  </a:cubicBezTo>
                  <a:cubicBezTo>
                    <a:pt x="81" y="567"/>
                    <a:pt x="65" y="566"/>
                    <a:pt x="49" y="565"/>
                  </a:cubicBezTo>
                  <a:cubicBezTo>
                    <a:pt x="49" y="553"/>
                    <a:pt x="49" y="542"/>
                    <a:pt x="49" y="530"/>
                  </a:cubicBezTo>
                  <a:close/>
                  <a:moveTo>
                    <a:pt x="49" y="473"/>
                  </a:moveTo>
                  <a:cubicBezTo>
                    <a:pt x="65" y="475"/>
                    <a:pt x="81" y="477"/>
                    <a:pt x="97" y="480"/>
                  </a:cubicBezTo>
                  <a:cubicBezTo>
                    <a:pt x="97" y="490"/>
                    <a:pt x="97" y="501"/>
                    <a:pt x="97" y="512"/>
                  </a:cubicBezTo>
                  <a:cubicBezTo>
                    <a:pt x="81" y="510"/>
                    <a:pt x="65" y="508"/>
                    <a:pt x="49" y="507"/>
                  </a:cubicBezTo>
                  <a:cubicBezTo>
                    <a:pt x="49" y="495"/>
                    <a:pt x="49" y="484"/>
                    <a:pt x="49" y="473"/>
                  </a:cubicBezTo>
                  <a:close/>
                  <a:moveTo>
                    <a:pt x="49" y="392"/>
                  </a:moveTo>
                  <a:cubicBezTo>
                    <a:pt x="49" y="380"/>
                    <a:pt x="49" y="369"/>
                    <a:pt x="49" y="357"/>
                  </a:cubicBezTo>
                  <a:cubicBezTo>
                    <a:pt x="65" y="361"/>
                    <a:pt x="81" y="364"/>
                    <a:pt x="97" y="367"/>
                  </a:cubicBezTo>
                  <a:cubicBezTo>
                    <a:pt x="97" y="378"/>
                    <a:pt x="97" y="388"/>
                    <a:pt x="97" y="399"/>
                  </a:cubicBezTo>
                  <a:cubicBezTo>
                    <a:pt x="81" y="396"/>
                    <a:pt x="65" y="394"/>
                    <a:pt x="49" y="392"/>
                  </a:cubicBezTo>
                  <a:close/>
                  <a:moveTo>
                    <a:pt x="49" y="415"/>
                  </a:moveTo>
                  <a:cubicBezTo>
                    <a:pt x="65" y="418"/>
                    <a:pt x="81" y="421"/>
                    <a:pt x="97" y="423"/>
                  </a:cubicBezTo>
                  <a:cubicBezTo>
                    <a:pt x="97" y="434"/>
                    <a:pt x="97" y="445"/>
                    <a:pt x="97" y="455"/>
                  </a:cubicBezTo>
                  <a:cubicBezTo>
                    <a:pt x="81" y="453"/>
                    <a:pt x="65" y="451"/>
                    <a:pt x="49" y="449"/>
                  </a:cubicBezTo>
                  <a:cubicBezTo>
                    <a:pt x="49" y="438"/>
                    <a:pt x="49" y="426"/>
                    <a:pt x="49" y="415"/>
                  </a:cubicBezTo>
                  <a:close/>
                  <a:moveTo>
                    <a:pt x="49" y="300"/>
                  </a:moveTo>
                  <a:cubicBezTo>
                    <a:pt x="65" y="303"/>
                    <a:pt x="81" y="307"/>
                    <a:pt x="97" y="310"/>
                  </a:cubicBezTo>
                  <a:cubicBezTo>
                    <a:pt x="97" y="321"/>
                    <a:pt x="97" y="332"/>
                    <a:pt x="97" y="342"/>
                  </a:cubicBezTo>
                  <a:cubicBezTo>
                    <a:pt x="81" y="340"/>
                    <a:pt x="65" y="337"/>
                    <a:pt x="49" y="334"/>
                  </a:cubicBezTo>
                  <a:cubicBezTo>
                    <a:pt x="49" y="323"/>
                    <a:pt x="49" y="311"/>
                    <a:pt x="49" y="300"/>
                  </a:cubicBezTo>
                  <a:close/>
                  <a:moveTo>
                    <a:pt x="49" y="242"/>
                  </a:moveTo>
                  <a:cubicBezTo>
                    <a:pt x="65" y="246"/>
                    <a:pt x="81" y="250"/>
                    <a:pt x="97" y="254"/>
                  </a:cubicBezTo>
                  <a:cubicBezTo>
                    <a:pt x="97" y="265"/>
                    <a:pt x="97" y="275"/>
                    <a:pt x="97" y="286"/>
                  </a:cubicBezTo>
                  <a:cubicBezTo>
                    <a:pt x="81" y="283"/>
                    <a:pt x="65" y="280"/>
                    <a:pt x="49" y="276"/>
                  </a:cubicBezTo>
                  <a:cubicBezTo>
                    <a:pt x="49" y="265"/>
                    <a:pt x="49" y="254"/>
                    <a:pt x="49" y="242"/>
                  </a:cubicBezTo>
                  <a:close/>
                  <a:moveTo>
                    <a:pt x="49" y="185"/>
                  </a:moveTo>
                  <a:cubicBezTo>
                    <a:pt x="65" y="189"/>
                    <a:pt x="81" y="193"/>
                    <a:pt x="97" y="197"/>
                  </a:cubicBezTo>
                  <a:cubicBezTo>
                    <a:pt x="97" y="208"/>
                    <a:pt x="97" y="219"/>
                    <a:pt x="97" y="229"/>
                  </a:cubicBezTo>
                  <a:cubicBezTo>
                    <a:pt x="81" y="226"/>
                    <a:pt x="65" y="222"/>
                    <a:pt x="49" y="219"/>
                  </a:cubicBezTo>
                  <a:cubicBezTo>
                    <a:pt x="49" y="207"/>
                    <a:pt x="49" y="196"/>
                    <a:pt x="49" y="185"/>
                  </a:cubicBezTo>
                  <a:close/>
                  <a:moveTo>
                    <a:pt x="49" y="127"/>
                  </a:moveTo>
                  <a:cubicBezTo>
                    <a:pt x="65" y="132"/>
                    <a:pt x="81" y="136"/>
                    <a:pt x="97" y="141"/>
                  </a:cubicBezTo>
                  <a:cubicBezTo>
                    <a:pt x="97" y="152"/>
                    <a:pt x="97" y="162"/>
                    <a:pt x="97" y="173"/>
                  </a:cubicBezTo>
                  <a:cubicBezTo>
                    <a:pt x="81" y="169"/>
                    <a:pt x="65" y="165"/>
                    <a:pt x="49" y="161"/>
                  </a:cubicBezTo>
                  <a:cubicBezTo>
                    <a:pt x="49" y="150"/>
                    <a:pt x="49" y="138"/>
                    <a:pt x="49" y="127"/>
                  </a:cubicBezTo>
                  <a:close/>
                  <a:moveTo>
                    <a:pt x="97" y="116"/>
                  </a:moveTo>
                  <a:cubicBezTo>
                    <a:pt x="49" y="104"/>
                    <a:pt x="49" y="104"/>
                    <a:pt x="49" y="104"/>
                  </a:cubicBezTo>
                  <a:cubicBezTo>
                    <a:pt x="49" y="69"/>
                    <a:pt x="49" y="69"/>
                    <a:pt x="49" y="69"/>
                  </a:cubicBezTo>
                  <a:cubicBezTo>
                    <a:pt x="97" y="85"/>
                    <a:pt x="97" y="85"/>
                    <a:pt x="97" y="85"/>
                  </a:cubicBezTo>
                  <a:lnTo>
                    <a:pt x="97" y="116"/>
                  </a:lnTo>
                  <a:close/>
                  <a:moveTo>
                    <a:pt x="159" y="133"/>
                  </a:moveTo>
                  <a:cubicBezTo>
                    <a:pt x="129" y="125"/>
                    <a:pt x="129" y="125"/>
                    <a:pt x="129" y="125"/>
                  </a:cubicBezTo>
                  <a:cubicBezTo>
                    <a:pt x="129" y="94"/>
                    <a:pt x="129" y="94"/>
                    <a:pt x="129" y="94"/>
                  </a:cubicBezTo>
                  <a:cubicBezTo>
                    <a:pt x="159" y="104"/>
                    <a:pt x="159" y="104"/>
                    <a:pt x="159" y="104"/>
                  </a:cubicBezTo>
                  <a:lnTo>
                    <a:pt x="159" y="133"/>
                  </a:lnTo>
                  <a:close/>
                  <a:moveTo>
                    <a:pt x="159" y="188"/>
                  </a:moveTo>
                  <a:cubicBezTo>
                    <a:pt x="149" y="185"/>
                    <a:pt x="139" y="183"/>
                    <a:pt x="129" y="180"/>
                  </a:cubicBezTo>
                  <a:cubicBezTo>
                    <a:pt x="129" y="170"/>
                    <a:pt x="129" y="160"/>
                    <a:pt x="129" y="150"/>
                  </a:cubicBezTo>
                  <a:cubicBezTo>
                    <a:pt x="139" y="153"/>
                    <a:pt x="149" y="156"/>
                    <a:pt x="159" y="159"/>
                  </a:cubicBezTo>
                  <a:cubicBezTo>
                    <a:pt x="159" y="168"/>
                    <a:pt x="159" y="178"/>
                    <a:pt x="159" y="188"/>
                  </a:cubicBezTo>
                  <a:close/>
                  <a:moveTo>
                    <a:pt x="159" y="243"/>
                  </a:moveTo>
                  <a:cubicBezTo>
                    <a:pt x="149" y="240"/>
                    <a:pt x="139" y="238"/>
                    <a:pt x="129" y="236"/>
                  </a:cubicBezTo>
                  <a:cubicBezTo>
                    <a:pt x="129" y="226"/>
                    <a:pt x="129" y="215"/>
                    <a:pt x="129" y="205"/>
                  </a:cubicBezTo>
                  <a:cubicBezTo>
                    <a:pt x="139" y="208"/>
                    <a:pt x="149" y="211"/>
                    <a:pt x="159" y="213"/>
                  </a:cubicBezTo>
                  <a:cubicBezTo>
                    <a:pt x="159" y="223"/>
                    <a:pt x="159" y="233"/>
                    <a:pt x="159" y="243"/>
                  </a:cubicBezTo>
                  <a:close/>
                  <a:moveTo>
                    <a:pt x="159" y="298"/>
                  </a:moveTo>
                  <a:cubicBezTo>
                    <a:pt x="149" y="296"/>
                    <a:pt x="139" y="294"/>
                    <a:pt x="129" y="292"/>
                  </a:cubicBezTo>
                  <a:cubicBezTo>
                    <a:pt x="129" y="281"/>
                    <a:pt x="129" y="271"/>
                    <a:pt x="129" y="261"/>
                  </a:cubicBezTo>
                  <a:cubicBezTo>
                    <a:pt x="139" y="263"/>
                    <a:pt x="149" y="266"/>
                    <a:pt x="159" y="268"/>
                  </a:cubicBezTo>
                  <a:cubicBezTo>
                    <a:pt x="159" y="278"/>
                    <a:pt x="159" y="288"/>
                    <a:pt x="159" y="298"/>
                  </a:cubicBezTo>
                  <a:close/>
                  <a:moveTo>
                    <a:pt x="159" y="353"/>
                  </a:moveTo>
                  <a:cubicBezTo>
                    <a:pt x="149" y="351"/>
                    <a:pt x="139" y="349"/>
                    <a:pt x="129" y="347"/>
                  </a:cubicBezTo>
                  <a:cubicBezTo>
                    <a:pt x="129" y="337"/>
                    <a:pt x="129" y="327"/>
                    <a:pt x="129" y="317"/>
                  </a:cubicBezTo>
                  <a:cubicBezTo>
                    <a:pt x="139" y="319"/>
                    <a:pt x="149" y="321"/>
                    <a:pt x="159" y="323"/>
                  </a:cubicBezTo>
                  <a:cubicBezTo>
                    <a:pt x="159" y="333"/>
                    <a:pt x="159" y="343"/>
                    <a:pt x="159" y="353"/>
                  </a:cubicBezTo>
                  <a:close/>
                  <a:moveTo>
                    <a:pt x="159" y="408"/>
                  </a:moveTo>
                  <a:cubicBezTo>
                    <a:pt x="149" y="406"/>
                    <a:pt x="139" y="405"/>
                    <a:pt x="129" y="403"/>
                  </a:cubicBezTo>
                  <a:cubicBezTo>
                    <a:pt x="129" y="393"/>
                    <a:pt x="129" y="383"/>
                    <a:pt x="129" y="372"/>
                  </a:cubicBezTo>
                  <a:cubicBezTo>
                    <a:pt x="139" y="374"/>
                    <a:pt x="149" y="376"/>
                    <a:pt x="159" y="378"/>
                  </a:cubicBezTo>
                  <a:cubicBezTo>
                    <a:pt x="159" y="388"/>
                    <a:pt x="159" y="398"/>
                    <a:pt x="159" y="408"/>
                  </a:cubicBezTo>
                  <a:close/>
                  <a:moveTo>
                    <a:pt x="160" y="463"/>
                  </a:moveTo>
                  <a:cubicBezTo>
                    <a:pt x="149" y="461"/>
                    <a:pt x="139" y="460"/>
                    <a:pt x="129" y="459"/>
                  </a:cubicBezTo>
                  <a:cubicBezTo>
                    <a:pt x="129" y="448"/>
                    <a:pt x="129" y="438"/>
                    <a:pt x="129" y="428"/>
                  </a:cubicBezTo>
                  <a:cubicBezTo>
                    <a:pt x="139" y="430"/>
                    <a:pt x="149" y="432"/>
                    <a:pt x="160" y="433"/>
                  </a:cubicBezTo>
                  <a:cubicBezTo>
                    <a:pt x="160" y="443"/>
                    <a:pt x="160" y="453"/>
                    <a:pt x="160" y="463"/>
                  </a:cubicBezTo>
                  <a:close/>
                  <a:moveTo>
                    <a:pt x="160" y="518"/>
                  </a:moveTo>
                  <a:cubicBezTo>
                    <a:pt x="149" y="516"/>
                    <a:pt x="139" y="515"/>
                    <a:pt x="129" y="514"/>
                  </a:cubicBezTo>
                  <a:cubicBezTo>
                    <a:pt x="129" y="504"/>
                    <a:pt x="129" y="494"/>
                    <a:pt x="129" y="484"/>
                  </a:cubicBezTo>
                  <a:cubicBezTo>
                    <a:pt x="139" y="485"/>
                    <a:pt x="149" y="487"/>
                    <a:pt x="160" y="488"/>
                  </a:cubicBezTo>
                  <a:cubicBezTo>
                    <a:pt x="160" y="498"/>
                    <a:pt x="160" y="508"/>
                    <a:pt x="160" y="518"/>
                  </a:cubicBezTo>
                  <a:close/>
                  <a:moveTo>
                    <a:pt x="160" y="572"/>
                  </a:moveTo>
                  <a:cubicBezTo>
                    <a:pt x="150" y="572"/>
                    <a:pt x="139" y="571"/>
                    <a:pt x="129" y="570"/>
                  </a:cubicBezTo>
                  <a:cubicBezTo>
                    <a:pt x="129" y="560"/>
                    <a:pt x="129" y="550"/>
                    <a:pt x="129" y="539"/>
                  </a:cubicBezTo>
                  <a:cubicBezTo>
                    <a:pt x="139" y="541"/>
                    <a:pt x="150" y="542"/>
                    <a:pt x="160" y="543"/>
                  </a:cubicBezTo>
                  <a:cubicBezTo>
                    <a:pt x="160" y="553"/>
                    <a:pt x="160" y="563"/>
                    <a:pt x="160" y="572"/>
                  </a:cubicBezTo>
                  <a:close/>
                  <a:moveTo>
                    <a:pt x="160" y="627"/>
                  </a:moveTo>
                  <a:cubicBezTo>
                    <a:pt x="150" y="627"/>
                    <a:pt x="140" y="626"/>
                    <a:pt x="129" y="626"/>
                  </a:cubicBezTo>
                  <a:cubicBezTo>
                    <a:pt x="129" y="616"/>
                    <a:pt x="129" y="605"/>
                    <a:pt x="129" y="595"/>
                  </a:cubicBezTo>
                  <a:cubicBezTo>
                    <a:pt x="140" y="596"/>
                    <a:pt x="150" y="597"/>
                    <a:pt x="160" y="598"/>
                  </a:cubicBezTo>
                  <a:cubicBezTo>
                    <a:pt x="160" y="608"/>
                    <a:pt x="160" y="618"/>
                    <a:pt x="160" y="627"/>
                  </a:cubicBezTo>
                  <a:close/>
                  <a:moveTo>
                    <a:pt x="160" y="682"/>
                  </a:moveTo>
                  <a:cubicBezTo>
                    <a:pt x="150" y="682"/>
                    <a:pt x="140" y="682"/>
                    <a:pt x="130" y="681"/>
                  </a:cubicBezTo>
                  <a:cubicBezTo>
                    <a:pt x="130" y="671"/>
                    <a:pt x="130" y="661"/>
                    <a:pt x="130" y="651"/>
                  </a:cubicBezTo>
                  <a:cubicBezTo>
                    <a:pt x="140" y="652"/>
                    <a:pt x="150" y="652"/>
                    <a:pt x="160" y="653"/>
                  </a:cubicBezTo>
                  <a:cubicBezTo>
                    <a:pt x="160" y="663"/>
                    <a:pt x="160" y="673"/>
                    <a:pt x="160" y="682"/>
                  </a:cubicBezTo>
                  <a:close/>
                  <a:moveTo>
                    <a:pt x="160" y="737"/>
                  </a:moveTo>
                  <a:cubicBezTo>
                    <a:pt x="150" y="737"/>
                    <a:pt x="140" y="737"/>
                    <a:pt x="130" y="737"/>
                  </a:cubicBezTo>
                  <a:cubicBezTo>
                    <a:pt x="130" y="727"/>
                    <a:pt x="130" y="717"/>
                    <a:pt x="130" y="706"/>
                  </a:cubicBezTo>
                  <a:cubicBezTo>
                    <a:pt x="140" y="707"/>
                    <a:pt x="150" y="708"/>
                    <a:pt x="160" y="708"/>
                  </a:cubicBezTo>
                  <a:cubicBezTo>
                    <a:pt x="160" y="718"/>
                    <a:pt x="160" y="728"/>
                    <a:pt x="160" y="737"/>
                  </a:cubicBezTo>
                  <a:close/>
                  <a:moveTo>
                    <a:pt x="160" y="792"/>
                  </a:moveTo>
                  <a:cubicBezTo>
                    <a:pt x="150" y="793"/>
                    <a:pt x="140" y="793"/>
                    <a:pt x="130" y="793"/>
                  </a:cubicBezTo>
                  <a:cubicBezTo>
                    <a:pt x="130" y="783"/>
                    <a:pt x="130" y="772"/>
                    <a:pt x="130" y="762"/>
                  </a:cubicBezTo>
                  <a:cubicBezTo>
                    <a:pt x="140" y="762"/>
                    <a:pt x="150" y="763"/>
                    <a:pt x="160" y="763"/>
                  </a:cubicBezTo>
                  <a:cubicBezTo>
                    <a:pt x="160" y="773"/>
                    <a:pt x="160" y="783"/>
                    <a:pt x="160" y="792"/>
                  </a:cubicBezTo>
                  <a:close/>
                  <a:moveTo>
                    <a:pt x="160" y="847"/>
                  </a:moveTo>
                  <a:cubicBezTo>
                    <a:pt x="150" y="848"/>
                    <a:pt x="140" y="848"/>
                    <a:pt x="130" y="849"/>
                  </a:cubicBezTo>
                  <a:cubicBezTo>
                    <a:pt x="130" y="838"/>
                    <a:pt x="130" y="828"/>
                    <a:pt x="130" y="818"/>
                  </a:cubicBezTo>
                  <a:cubicBezTo>
                    <a:pt x="140" y="818"/>
                    <a:pt x="150" y="818"/>
                    <a:pt x="160" y="818"/>
                  </a:cubicBezTo>
                  <a:cubicBezTo>
                    <a:pt x="160" y="828"/>
                    <a:pt x="160" y="838"/>
                    <a:pt x="160" y="847"/>
                  </a:cubicBezTo>
                  <a:close/>
                  <a:moveTo>
                    <a:pt x="160" y="902"/>
                  </a:moveTo>
                  <a:cubicBezTo>
                    <a:pt x="150" y="903"/>
                    <a:pt x="140" y="904"/>
                    <a:pt x="130" y="904"/>
                  </a:cubicBezTo>
                  <a:cubicBezTo>
                    <a:pt x="130" y="894"/>
                    <a:pt x="130" y="884"/>
                    <a:pt x="130" y="874"/>
                  </a:cubicBezTo>
                  <a:cubicBezTo>
                    <a:pt x="140" y="873"/>
                    <a:pt x="150" y="873"/>
                    <a:pt x="160" y="873"/>
                  </a:cubicBezTo>
                  <a:cubicBezTo>
                    <a:pt x="160" y="883"/>
                    <a:pt x="160" y="893"/>
                    <a:pt x="160" y="902"/>
                  </a:cubicBezTo>
                  <a:close/>
                  <a:moveTo>
                    <a:pt x="160" y="957"/>
                  </a:moveTo>
                  <a:cubicBezTo>
                    <a:pt x="150" y="958"/>
                    <a:pt x="140" y="959"/>
                    <a:pt x="130" y="960"/>
                  </a:cubicBezTo>
                  <a:cubicBezTo>
                    <a:pt x="130" y="950"/>
                    <a:pt x="130" y="939"/>
                    <a:pt x="130" y="929"/>
                  </a:cubicBezTo>
                  <a:cubicBezTo>
                    <a:pt x="140" y="929"/>
                    <a:pt x="150" y="928"/>
                    <a:pt x="160" y="928"/>
                  </a:cubicBezTo>
                  <a:cubicBezTo>
                    <a:pt x="160" y="938"/>
                    <a:pt x="160" y="947"/>
                    <a:pt x="160" y="957"/>
                  </a:cubicBezTo>
                  <a:close/>
                  <a:moveTo>
                    <a:pt x="161" y="1012"/>
                  </a:moveTo>
                  <a:cubicBezTo>
                    <a:pt x="150" y="1013"/>
                    <a:pt x="140" y="1014"/>
                    <a:pt x="130" y="1016"/>
                  </a:cubicBezTo>
                  <a:cubicBezTo>
                    <a:pt x="130" y="1005"/>
                    <a:pt x="130" y="995"/>
                    <a:pt x="130" y="985"/>
                  </a:cubicBezTo>
                  <a:cubicBezTo>
                    <a:pt x="140" y="984"/>
                    <a:pt x="150" y="984"/>
                    <a:pt x="161" y="983"/>
                  </a:cubicBezTo>
                  <a:cubicBezTo>
                    <a:pt x="161" y="993"/>
                    <a:pt x="161" y="1002"/>
                    <a:pt x="161" y="1012"/>
                  </a:cubicBezTo>
                  <a:close/>
                  <a:moveTo>
                    <a:pt x="161" y="1067"/>
                  </a:moveTo>
                  <a:cubicBezTo>
                    <a:pt x="130" y="1071"/>
                    <a:pt x="130" y="1071"/>
                    <a:pt x="130" y="1071"/>
                  </a:cubicBezTo>
                  <a:cubicBezTo>
                    <a:pt x="130" y="1041"/>
                    <a:pt x="130" y="1041"/>
                    <a:pt x="130" y="1041"/>
                  </a:cubicBezTo>
                  <a:cubicBezTo>
                    <a:pt x="161" y="1038"/>
                    <a:pt x="161" y="1038"/>
                    <a:pt x="161" y="1038"/>
                  </a:cubicBezTo>
                  <a:lnTo>
                    <a:pt x="161" y="1067"/>
                  </a:lnTo>
                  <a:close/>
                  <a:moveTo>
                    <a:pt x="186" y="1036"/>
                  </a:moveTo>
                  <a:cubicBezTo>
                    <a:pt x="208" y="1034"/>
                    <a:pt x="208" y="1034"/>
                    <a:pt x="208" y="1034"/>
                  </a:cubicBezTo>
                  <a:cubicBezTo>
                    <a:pt x="208" y="1061"/>
                    <a:pt x="208" y="1061"/>
                    <a:pt x="208" y="1061"/>
                  </a:cubicBezTo>
                  <a:cubicBezTo>
                    <a:pt x="186" y="1065"/>
                    <a:pt x="186" y="1065"/>
                    <a:pt x="186" y="1065"/>
                  </a:cubicBezTo>
                  <a:lnTo>
                    <a:pt x="186" y="1036"/>
                  </a:lnTo>
                  <a:close/>
                  <a:moveTo>
                    <a:pt x="186" y="982"/>
                  </a:moveTo>
                  <a:cubicBezTo>
                    <a:pt x="193" y="981"/>
                    <a:pt x="200" y="981"/>
                    <a:pt x="208" y="980"/>
                  </a:cubicBezTo>
                  <a:cubicBezTo>
                    <a:pt x="208" y="990"/>
                    <a:pt x="208" y="999"/>
                    <a:pt x="208" y="1008"/>
                  </a:cubicBezTo>
                  <a:cubicBezTo>
                    <a:pt x="200" y="1008"/>
                    <a:pt x="193" y="1009"/>
                    <a:pt x="186" y="1010"/>
                  </a:cubicBezTo>
                  <a:cubicBezTo>
                    <a:pt x="186" y="1001"/>
                    <a:pt x="186" y="991"/>
                    <a:pt x="186" y="982"/>
                  </a:cubicBezTo>
                  <a:close/>
                  <a:moveTo>
                    <a:pt x="186" y="956"/>
                  </a:moveTo>
                  <a:cubicBezTo>
                    <a:pt x="186" y="946"/>
                    <a:pt x="186" y="937"/>
                    <a:pt x="186" y="928"/>
                  </a:cubicBezTo>
                  <a:cubicBezTo>
                    <a:pt x="193" y="927"/>
                    <a:pt x="200" y="927"/>
                    <a:pt x="208" y="927"/>
                  </a:cubicBezTo>
                  <a:cubicBezTo>
                    <a:pt x="208" y="936"/>
                    <a:pt x="208" y="945"/>
                    <a:pt x="208" y="954"/>
                  </a:cubicBezTo>
                  <a:cubicBezTo>
                    <a:pt x="200" y="954"/>
                    <a:pt x="193" y="955"/>
                    <a:pt x="186" y="956"/>
                  </a:cubicBezTo>
                  <a:close/>
                  <a:moveTo>
                    <a:pt x="186" y="873"/>
                  </a:moveTo>
                  <a:cubicBezTo>
                    <a:pt x="193" y="873"/>
                    <a:pt x="200" y="873"/>
                    <a:pt x="208" y="873"/>
                  </a:cubicBezTo>
                  <a:cubicBezTo>
                    <a:pt x="208" y="882"/>
                    <a:pt x="208" y="891"/>
                    <a:pt x="208" y="900"/>
                  </a:cubicBezTo>
                  <a:cubicBezTo>
                    <a:pt x="200" y="900"/>
                    <a:pt x="193" y="901"/>
                    <a:pt x="186" y="901"/>
                  </a:cubicBezTo>
                  <a:cubicBezTo>
                    <a:pt x="186" y="892"/>
                    <a:pt x="186" y="883"/>
                    <a:pt x="186" y="873"/>
                  </a:cubicBezTo>
                  <a:close/>
                  <a:moveTo>
                    <a:pt x="186" y="847"/>
                  </a:moveTo>
                  <a:cubicBezTo>
                    <a:pt x="186" y="838"/>
                    <a:pt x="186" y="828"/>
                    <a:pt x="186" y="819"/>
                  </a:cubicBezTo>
                  <a:cubicBezTo>
                    <a:pt x="193" y="819"/>
                    <a:pt x="200" y="819"/>
                    <a:pt x="208" y="819"/>
                  </a:cubicBezTo>
                  <a:cubicBezTo>
                    <a:pt x="208" y="828"/>
                    <a:pt x="208" y="837"/>
                    <a:pt x="208" y="846"/>
                  </a:cubicBezTo>
                  <a:cubicBezTo>
                    <a:pt x="200" y="846"/>
                    <a:pt x="193" y="847"/>
                    <a:pt x="186" y="847"/>
                  </a:cubicBezTo>
                  <a:close/>
                  <a:moveTo>
                    <a:pt x="186" y="764"/>
                  </a:moveTo>
                  <a:cubicBezTo>
                    <a:pt x="193" y="765"/>
                    <a:pt x="200" y="765"/>
                    <a:pt x="208" y="765"/>
                  </a:cubicBezTo>
                  <a:cubicBezTo>
                    <a:pt x="208" y="774"/>
                    <a:pt x="208" y="783"/>
                    <a:pt x="208" y="792"/>
                  </a:cubicBezTo>
                  <a:cubicBezTo>
                    <a:pt x="200" y="792"/>
                    <a:pt x="193" y="792"/>
                    <a:pt x="186" y="793"/>
                  </a:cubicBezTo>
                  <a:cubicBezTo>
                    <a:pt x="186" y="783"/>
                    <a:pt x="186" y="774"/>
                    <a:pt x="186" y="764"/>
                  </a:cubicBezTo>
                  <a:close/>
                  <a:moveTo>
                    <a:pt x="186" y="738"/>
                  </a:moveTo>
                  <a:cubicBezTo>
                    <a:pt x="186" y="729"/>
                    <a:pt x="186" y="719"/>
                    <a:pt x="186" y="710"/>
                  </a:cubicBezTo>
                  <a:cubicBezTo>
                    <a:pt x="193" y="710"/>
                    <a:pt x="200" y="711"/>
                    <a:pt x="208" y="711"/>
                  </a:cubicBezTo>
                  <a:cubicBezTo>
                    <a:pt x="208" y="720"/>
                    <a:pt x="208" y="729"/>
                    <a:pt x="208" y="738"/>
                  </a:cubicBezTo>
                  <a:cubicBezTo>
                    <a:pt x="200" y="738"/>
                    <a:pt x="193" y="738"/>
                    <a:pt x="186" y="738"/>
                  </a:cubicBezTo>
                  <a:close/>
                  <a:moveTo>
                    <a:pt x="186" y="656"/>
                  </a:moveTo>
                  <a:cubicBezTo>
                    <a:pt x="193" y="656"/>
                    <a:pt x="200" y="657"/>
                    <a:pt x="208" y="657"/>
                  </a:cubicBezTo>
                  <a:cubicBezTo>
                    <a:pt x="208" y="666"/>
                    <a:pt x="208" y="675"/>
                    <a:pt x="208" y="685"/>
                  </a:cubicBezTo>
                  <a:cubicBezTo>
                    <a:pt x="200" y="684"/>
                    <a:pt x="193" y="684"/>
                    <a:pt x="186" y="684"/>
                  </a:cubicBezTo>
                  <a:cubicBezTo>
                    <a:pt x="186" y="674"/>
                    <a:pt x="186" y="665"/>
                    <a:pt x="186" y="656"/>
                  </a:cubicBezTo>
                  <a:close/>
                  <a:moveTo>
                    <a:pt x="186" y="601"/>
                  </a:moveTo>
                  <a:cubicBezTo>
                    <a:pt x="193" y="602"/>
                    <a:pt x="200" y="603"/>
                    <a:pt x="208" y="604"/>
                  </a:cubicBezTo>
                  <a:cubicBezTo>
                    <a:pt x="208" y="613"/>
                    <a:pt x="208" y="622"/>
                    <a:pt x="208" y="631"/>
                  </a:cubicBezTo>
                  <a:cubicBezTo>
                    <a:pt x="200" y="630"/>
                    <a:pt x="193" y="630"/>
                    <a:pt x="186" y="629"/>
                  </a:cubicBezTo>
                  <a:cubicBezTo>
                    <a:pt x="186" y="620"/>
                    <a:pt x="186" y="611"/>
                    <a:pt x="186" y="601"/>
                  </a:cubicBezTo>
                  <a:close/>
                  <a:moveTo>
                    <a:pt x="186" y="547"/>
                  </a:moveTo>
                  <a:cubicBezTo>
                    <a:pt x="193" y="548"/>
                    <a:pt x="200" y="549"/>
                    <a:pt x="208" y="550"/>
                  </a:cubicBezTo>
                  <a:cubicBezTo>
                    <a:pt x="208" y="559"/>
                    <a:pt x="208" y="568"/>
                    <a:pt x="208" y="577"/>
                  </a:cubicBezTo>
                  <a:cubicBezTo>
                    <a:pt x="200" y="576"/>
                    <a:pt x="193" y="576"/>
                    <a:pt x="186" y="575"/>
                  </a:cubicBezTo>
                  <a:cubicBezTo>
                    <a:pt x="186" y="566"/>
                    <a:pt x="186" y="556"/>
                    <a:pt x="186" y="547"/>
                  </a:cubicBezTo>
                  <a:close/>
                  <a:moveTo>
                    <a:pt x="186" y="492"/>
                  </a:moveTo>
                  <a:cubicBezTo>
                    <a:pt x="193" y="494"/>
                    <a:pt x="200" y="495"/>
                    <a:pt x="208" y="496"/>
                  </a:cubicBezTo>
                  <a:cubicBezTo>
                    <a:pt x="208" y="505"/>
                    <a:pt x="208" y="514"/>
                    <a:pt x="208" y="523"/>
                  </a:cubicBezTo>
                  <a:cubicBezTo>
                    <a:pt x="200" y="522"/>
                    <a:pt x="193" y="521"/>
                    <a:pt x="186" y="521"/>
                  </a:cubicBezTo>
                  <a:cubicBezTo>
                    <a:pt x="186" y="511"/>
                    <a:pt x="186" y="502"/>
                    <a:pt x="186" y="492"/>
                  </a:cubicBezTo>
                  <a:close/>
                  <a:moveTo>
                    <a:pt x="186" y="438"/>
                  </a:moveTo>
                  <a:cubicBezTo>
                    <a:pt x="193" y="439"/>
                    <a:pt x="200" y="441"/>
                    <a:pt x="208" y="442"/>
                  </a:cubicBezTo>
                  <a:cubicBezTo>
                    <a:pt x="208" y="451"/>
                    <a:pt x="208" y="460"/>
                    <a:pt x="208" y="469"/>
                  </a:cubicBezTo>
                  <a:cubicBezTo>
                    <a:pt x="200" y="468"/>
                    <a:pt x="193" y="467"/>
                    <a:pt x="186" y="466"/>
                  </a:cubicBezTo>
                  <a:cubicBezTo>
                    <a:pt x="186" y="457"/>
                    <a:pt x="186" y="448"/>
                    <a:pt x="186" y="438"/>
                  </a:cubicBezTo>
                  <a:close/>
                  <a:moveTo>
                    <a:pt x="186" y="384"/>
                  </a:moveTo>
                  <a:cubicBezTo>
                    <a:pt x="193" y="385"/>
                    <a:pt x="200" y="387"/>
                    <a:pt x="208" y="388"/>
                  </a:cubicBezTo>
                  <a:cubicBezTo>
                    <a:pt x="208" y="397"/>
                    <a:pt x="208" y="406"/>
                    <a:pt x="208" y="415"/>
                  </a:cubicBezTo>
                  <a:cubicBezTo>
                    <a:pt x="200" y="414"/>
                    <a:pt x="193" y="413"/>
                    <a:pt x="186" y="412"/>
                  </a:cubicBezTo>
                  <a:cubicBezTo>
                    <a:pt x="186" y="403"/>
                    <a:pt x="186" y="393"/>
                    <a:pt x="186" y="384"/>
                  </a:cubicBezTo>
                  <a:close/>
                  <a:moveTo>
                    <a:pt x="186" y="329"/>
                  </a:moveTo>
                  <a:cubicBezTo>
                    <a:pt x="193" y="331"/>
                    <a:pt x="200" y="333"/>
                    <a:pt x="208" y="334"/>
                  </a:cubicBezTo>
                  <a:cubicBezTo>
                    <a:pt x="208" y="343"/>
                    <a:pt x="208" y="352"/>
                    <a:pt x="208" y="361"/>
                  </a:cubicBezTo>
                  <a:cubicBezTo>
                    <a:pt x="200" y="360"/>
                    <a:pt x="193" y="359"/>
                    <a:pt x="186" y="358"/>
                  </a:cubicBezTo>
                  <a:cubicBezTo>
                    <a:pt x="186" y="348"/>
                    <a:pt x="186" y="339"/>
                    <a:pt x="186" y="329"/>
                  </a:cubicBezTo>
                  <a:close/>
                  <a:moveTo>
                    <a:pt x="186" y="275"/>
                  </a:moveTo>
                  <a:cubicBezTo>
                    <a:pt x="193" y="277"/>
                    <a:pt x="200" y="279"/>
                    <a:pt x="208" y="280"/>
                  </a:cubicBezTo>
                  <a:cubicBezTo>
                    <a:pt x="208" y="289"/>
                    <a:pt x="208" y="299"/>
                    <a:pt x="208" y="308"/>
                  </a:cubicBezTo>
                  <a:cubicBezTo>
                    <a:pt x="200" y="306"/>
                    <a:pt x="193" y="305"/>
                    <a:pt x="186" y="303"/>
                  </a:cubicBezTo>
                  <a:cubicBezTo>
                    <a:pt x="186" y="294"/>
                    <a:pt x="186" y="284"/>
                    <a:pt x="186" y="275"/>
                  </a:cubicBezTo>
                  <a:close/>
                  <a:moveTo>
                    <a:pt x="186" y="249"/>
                  </a:moveTo>
                  <a:cubicBezTo>
                    <a:pt x="186" y="239"/>
                    <a:pt x="186" y="230"/>
                    <a:pt x="186" y="221"/>
                  </a:cubicBezTo>
                  <a:cubicBezTo>
                    <a:pt x="193" y="223"/>
                    <a:pt x="200" y="225"/>
                    <a:pt x="208" y="227"/>
                  </a:cubicBezTo>
                  <a:cubicBezTo>
                    <a:pt x="208" y="236"/>
                    <a:pt x="208" y="245"/>
                    <a:pt x="208" y="254"/>
                  </a:cubicBezTo>
                  <a:cubicBezTo>
                    <a:pt x="200" y="252"/>
                    <a:pt x="193" y="250"/>
                    <a:pt x="186" y="249"/>
                  </a:cubicBezTo>
                  <a:close/>
                  <a:moveTo>
                    <a:pt x="186" y="166"/>
                  </a:moveTo>
                  <a:cubicBezTo>
                    <a:pt x="193" y="168"/>
                    <a:pt x="200" y="171"/>
                    <a:pt x="208" y="173"/>
                  </a:cubicBezTo>
                  <a:cubicBezTo>
                    <a:pt x="208" y="182"/>
                    <a:pt x="208" y="191"/>
                    <a:pt x="208" y="200"/>
                  </a:cubicBezTo>
                  <a:cubicBezTo>
                    <a:pt x="200" y="198"/>
                    <a:pt x="193" y="196"/>
                    <a:pt x="186" y="194"/>
                  </a:cubicBezTo>
                  <a:cubicBezTo>
                    <a:pt x="186" y="185"/>
                    <a:pt x="186" y="176"/>
                    <a:pt x="186" y="166"/>
                  </a:cubicBezTo>
                  <a:close/>
                  <a:moveTo>
                    <a:pt x="208" y="146"/>
                  </a:moveTo>
                  <a:cubicBezTo>
                    <a:pt x="186" y="140"/>
                    <a:pt x="186" y="140"/>
                    <a:pt x="186" y="140"/>
                  </a:cubicBezTo>
                  <a:cubicBezTo>
                    <a:pt x="186" y="112"/>
                    <a:pt x="186" y="112"/>
                    <a:pt x="186" y="112"/>
                  </a:cubicBezTo>
                  <a:cubicBezTo>
                    <a:pt x="208" y="119"/>
                    <a:pt x="208" y="119"/>
                    <a:pt x="208" y="119"/>
                  </a:cubicBezTo>
                  <a:lnTo>
                    <a:pt x="208" y="146"/>
                  </a:lnTo>
                  <a:close/>
                  <a:moveTo>
                    <a:pt x="228" y="1033"/>
                  </a:moveTo>
                  <a:cubicBezTo>
                    <a:pt x="247" y="1031"/>
                    <a:pt x="247" y="1031"/>
                    <a:pt x="247" y="1031"/>
                  </a:cubicBezTo>
                  <a:cubicBezTo>
                    <a:pt x="247" y="1057"/>
                    <a:pt x="247" y="1057"/>
                    <a:pt x="247" y="1057"/>
                  </a:cubicBezTo>
                  <a:cubicBezTo>
                    <a:pt x="228" y="1060"/>
                    <a:pt x="228" y="1060"/>
                    <a:pt x="228" y="1060"/>
                  </a:cubicBezTo>
                  <a:lnTo>
                    <a:pt x="228" y="1033"/>
                  </a:lnTo>
                  <a:close/>
                  <a:moveTo>
                    <a:pt x="228" y="980"/>
                  </a:moveTo>
                  <a:cubicBezTo>
                    <a:pt x="234" y="979"/>
                    <a:pt x="241" y="979"/>
                    <a:pt x="247" y="978"/>
                  </a:cubicBezTo>
                  <a:cubicBezTo>
                    <a:pt x="247" y="987"/>
                    <a:pt x="247" y="995"/>
                    <a:pt x="247" y="1004"/>
                  </a:cubicBezTo>
                  <a:cubicBezTo>
                    <a:pt x="241" y="1005"/>
                    <a:pt x="234" y="1005"/>
                    <a:pt x="228" y="1006"/>
                  </a:cubicBezTo>
                  <a:cubicBezTo>
                    <a:pt x="228" y="997"/>
                    <a:pt x="228" y="989"/>
                    <a:pt x="228" y="980"/>
                  </a:cubicBezTo>
                  <a:close/>
                  <a:moveTo>
                    <a:pt x="228" y="926"/>
                  </a:moveTo>
                  <a:cubicBezTo>
                    <a:pt x="234" y="926"/>
                    <a:pt x="241" y="926"/>
                    <a:pt x="247" y="926"/>
                  </a:cubicBezTo>
                  <a:cubicBezTo>
                    <a:pt x="247" y="934"/>
                    <a:pt x="247" y="943"/>
                    <a:pt x="247" y="951"/>
                  </a:cubicBezTo>
                  <a:cubicBezTo>
                    <a:pt x="241" y="952"/>
                    <a:pt x="234" y="952"/>
                    <a:pt x="228" y="953"/>
                  </a:cubicBezTo>
                  <a:cubicBezTo>
                    <a:pt x="228" y="944"/>
                    <a:pt x="228" y="935"/>
                    <a:pt x="228" y="926"/>
                  </a:cubicBezTo>
                  <a:close/>
                  <a:moveTo>
                    <a:pt x="228" y="873"/>
                  </a:moveTo>
                  <a:cubicBezTo>
                    <a:pt x="235" y="873"/>
                    <a:pt x="241" y="873"/>
                    <a:pt x="247" y="873"/>
                  </a:cubicBezTo>
                  <a:cubicBezTo>
                    <a:pt x="247" y="881"/>
                    <a:pt x="247" y="890"/>
                    <a:pt x="247" y="898"/>
                  </a:cubicBezTo>
                  <a:cubicBezTo>
                    <a:pt x="241" y="899"/>
                    <a:pt x="235" y="899"/>
                    <a:pt x="228" y="899"/>
                  </a:cubicBezTo>
                  <a:cubicBezTo>
                    <a:pt x="228" y="891"/>
                    <a:pt x="228" y="882"/>
                    <a:pt x="228" y="873"/>
                  </a:cubicBezTo>
                  <a:close/>
                  <a:moveTo>
                    <a:pt x="228" y="820"/>
                  </a:moveTo>
                  <a:cubicBezTo>
                    <a:pt x="235" y="820"/>
                    <a:pt x="241" y="820"/>
                    <a:pt x="247" y="820"/>
                  </a:cubicBezTo>
                  <a:cubicBezTo>
                    <a:pt x="247" y="828"/>
                    <a:pt x="247" y="837"/>
                    <a:pt x="247" y="845"/>
                  </a:cubicBezTo>
                  <a:cubicBezTo>
                    <a:pt x="241" y="845"/>
                    <a:pt x="235" y="846"/>
                    <a:pt x="228" y="846"/>
                  </a:cubicBezTo>
                  <a:cubicBezTo>
                    <a:pt x="228" y="837"/>
                    <a:pt x="228" y="828"/>
                    <a:pt x="228" y="820"/>
                  </a:cubicBezTo>
                  <a:close/>
                  <a:moveTo>
                    <a:pt x="228" y="766"/>
                  </a:moveTo>
                  <a:cubicBezTo>
                    <a:pt x="235" y="766"/>
                    <a:pt x="241" y="767"/>
                    <a:pt x="248" y="767"/>
                  </a:cubicBezTo>
                  <a:cubicBezTo>
                    <a:pt x="248" y="775"/>
                    <a:pt x="248" y="784"/>
                    <a:pt x="248" y="792"/>
                  </a:cubicBezTo>
                  <a:cubicBezTo>
                    <a:pt x="241" y="792"/>
                    <a:pt x="235" y="792"/>
                    <a:pt x="228" y="793"/>
                  </a:cubicBezTo>
                  <a:cubicBezTo>
                    <a:pt x="228" y="784"/>
                    <a:pt x="228" y="775"/>
                    <a:pt x="228" y="766"/>
                  </a:cubicBezTo>
                  <a:close/>
                  <a:moveTo>
                    <a:pt x="229" y="713"/>
                  </a:moveTo>
                  <a:cubicBezTo>
                    <a:pt x="235" y="713"/>
                    <a:pt x="241" y="714"/>
                    <a:pt x="248" y="714"/>
                  </a:cubicBezTo>
                  <a:cubicBezTo>
                    <a:pt x="248" y="722"/>
                    <a:pt x="248" y="731"/>
                    <a:pt x="248" y="739"/>
                  </a:cubicBezTo>
                  <a:cubicBezTo>
                    <a:pt x="241" y="739"/>
                    <a:pt x="235" y="739"/>
                    <a:pt x="229" y="739"/>
                  </a:cubicBezTo>
                  <a:cubicBezTo>
                    <a:pt x="229" y="730"/>
                    <a:pt x="229" y="722"/>
                    <a:pt x="229" y="713"/>
                  </a:cubicBezTo>
                  <a:close/>
                  <a:moveTo>
                    <a:pt x="229" y="659"/>
                  </a:moveTo>
                  <a:cubicBezTo>
                    <a:pt x="235" y="660"/>
                    <a:pt x="241" y="660"/>
                    <a:pt x="248" y="661"/>
                  </a:cubicBezTo>
                  <a:cubicBezTo>
                    <a:pt x="248" y="669"/>
                    <a:pt x="248" y="678"/>
                    <a:pt x="248" y="686"/>
                  </a:cubicBezTo>
                  <a:cubicBezTo>
                    <a:pt x="241" y="686"/>
                    <a:pt x="235" y="686"/>
                    <a:pt x="229" y="686"/>
                  </a:cubicBezTo>
                  <a:cubicBezTo>
                    <a:pt x="229" y="677"/>
                    <a:pt x="229" y="668"/>
                    <a:pt x="229" y="659"/>
                  </a:cubicBezTo>
                  <a:close/>
                  <a:moveTo>
                    <a:pt x="229" y="606"/>
                  </a:moveTo>
                  <a:cubicBezTo>
                    <a:pt x="235" y="607"/>
                    <a:pt x="242" y="607"/>
                    <a:pt x="248" y="608"/>
                  </a:cubicBezTo>
                  <a:cubicBezTo>
                    <a:pt x="248" y="617"/>
                    <a:pt x="248" y="625"/>
                    <a:pt x="248" y="634"/>
                  </a:cubicBezTo>
                  <a:cubicBezTo>
                    <a:pt x="242" y="633"/>
                    <a:pt x="235" y="633"/>
                    <a:pt x="229" y="632"/>
                  </a:cubicBezTo>
                  <a:cubicBezTo>
                    <a:pt x="229" y="624"/>
                    <a:pt x="229" y="615"/>
                    <a:pt x="229" y="606"/>
                  </a:cubicBezTo>
                  <a:close/>
                  <a:moveTo>
                    <a:pt x="229" y="553"/>
                  </a:moveTo>
                  <a:cubicBezTo>
                    <a:pt x="235" y="553"/>
                    <a:pt x="242" y="554"/>
                    <a:pt x="248" y="555"/>
                  </a:cubicBezTo>
                  <a:cubicBezTo>
                    <a:pt x="248" y="564"/>
                    <a:pt x="248" y="572"/>
                    <a:pt x="248" y="581"/>
                  </a:cubicBezTo>
                  <a:cubicBezTo>
                    <a:pt x="242" y="580"/>
                    <a:pt x="235" y="580"/>
                    <a:pt x="229" y="579"/>
                  </a:cubicBezTo>
                  <a:cubicBezTo>
                    <a:pt x="229" y="570"/>
                    <a:pt x="229" y="561"/>
                    <a:pt x="229" y="553"/>
                  </a:cubicBezTo>
                  <a:close/>
                  <a:moveTo>
                    <a:pt x="229" y="499"/>
                  </a:moveTo>
                  <a:cubicBezTo>
                    <a:pt x="236" y="500"/>
                    <a:pt x="242" y="501"/>
                    <a:pt x="248" y="502"/>
                  </a:cubicBezTo>
                  <a:cubicBezTo>
                    <a:pt x="248" y="511"/>
                    <a:pt x="248" y="519"/>
                    <a:pt x="248" y="528"/>
                  </a:cubicBezTo>
                  <a:cubicBezTo>
                    <a:pt x="242" y="527"/>
                    <a:pt x="236" y="526"/>
                    <a:pt x="229" y="526"/>
                  </a:cubicBezTo>
                  <a:cubicBezTo>
                    <a:pt x="229" y="517"/>
                    <a:pt x="229" y="508"/>
                    <a:pt x="229" y="499"/>
                  </a:cubicBezTo>
                  <a:close/>
                  <a:moveTo>
                    <a:pt x="229" y="446"/>
                  </a:moveTo>
                  <a:cubicBezTo>
                    <a:pt x="236" y="447"/>
                    <a:pt x="242" y="448"/>
                    <a:pt x="248" y="449"/>
                  </a:cubicBezTo>
                  <a:cubicBezTo>
                    <a:pt x="248" y="458"/>
                    <a:pt x="248" y="466"/>
                    <a:pt x="248" y="475"/>
                  </a:cubicBezTo>
                  <a:cubicBezTo>
                    <a:pt x="242" y="474"/>
                    <a:pt x="236" y="473"/>
                    <a:pt x="229" y="472"/>
                  </a:cubicBezTo>
                  <a:cubicBezTo>
                    <a:pt x="229" y="464"/>
                    <a:pt x="229" y="455"/>
                    <a:pt x="229" y="446"/>
                  </a:cubicBezTo>
                  <a:close/>
                  <a:moveTo>
                    <a:pt x="230" y="393"/>
                  </a:moveTo>
                  <a:cubicBezTo>
                    <a:pt x="236" y="394"/>
                    <a:pt x="242" y="395"/>
                    <a:pt x="249" y="396"/>
                  </a:cubicBezTo>
                  <a:cubicBezTo>
                    <a:pt x="249" y="405"/>
                    <a:pt x="249" y="413"/>
                    <a:pt x="249" y="422"/>
                  </a:cubicBezTo>
                  <a:cubicBezTo>
                    <a:pt x="242" y="421"/>
                    <a:pt x="236" y="420"/>
                    <a:pt x="230" y="419"/>
                  </a:cubicBezTo>
                  <a:cubicBezTo>
                    <a:pt x="230" y="410"/>
                    <a:pt x="230" y="401"/>
                    <a:pt x="230" y="393"/>
                  </a:cubicBezTo>
                  <a:close/>
                  <a:moveTo>
                    <a:pt x="230" y="339"/>
                  </a:moveTo>
                  <a:cubicBezTo>
                    <a:pt x="236" y="341"/>
                    <a:pt x="242" y="342"/>
                    <a:pt x="249" y="343"/>
                  </a:cubicBezTo>
                  <a:cubicBezTo>
                    <a:pt x="249" y="352"/>
                    <a:pt x="249" y="360"/>
                    <a:pt x="249" y="369"/>
                  </a:cubicBezTo>
                  <a:cubicBezTo>
                    <a:pt x="242" y="368"/>
                    <a:pt x="236" y="367"/>
                    <a:pt x="230" y="366"/>
                  </a:cubicBezTo>
                  <a:cubicBezTo>
                    <a:pt x="230" y="357"/>
                    <a:pt x="230" y="348"/>
                    <a:pt x="230" y="339"/>
                  </a:cubicBezTo>
                  <a:close/>
                  <a:moveTo>
                    <a:pt x="230" y="286"/>
                  </a:moveTo>
                  <a:cubicBezTo>
                    <a:pt x="236" y="287"/>
                    <a:pt x="242" y="289"/>
                    <a:pt x="249" y="291"/>
                  </a:cubicBezTo>
                  <a:cubicBezTo>
                    <a:pt x="249" y="299"/>
                    <a:pt x="249" y="307"/>
                    <a:pt x="249" y="316"/>
                  </a:cubicBezTo>
                  <a:cubicBezTo>
                    <a:pt x="242" y="315"/>
                    <a:pt x="236" y="313"/>
                    <a:pt x="230" y="312"/>
                  </a:cubicBezTo>
                  <a:cubicBezTo>
                    <a:pt x="230" y="303"/>
                    <a:pt x="230" y="295"/>
                    <a:pt x="230" y="286"/>
                  </a:cubicBezTo>
                  <a:close/>
                  <a:moveTo>
                    <a:pt x="230" y="232"/>
                  </a:moveTo>
                  <a:cubicBezTo>
                    <a:pt x="236" y="234"/>
                    <a:pt x="243" y="236"/>
                    <a:pt x="249" y="238"/>
                  </a:cubicBezTo>
                  <a:cubicBezTo>
                    <a:pt x="249" y="246"/>
                    <a:pt x="249" y="255"/>
                    <a:pt x="249" y="263"/>
                  </a:cubicBezTo>
                  <a:cubicBezTo>
                    <a:pt x="243" y="262"/>
                    <a:pt x="236" y="260"/>
                    <a:pt x="230" y="259"/>
                  </a:cubicBezTo>
                  <a:cubicBezTo>
                    <a:pt x="230" y="250"/>
                    <a:pt x="230" y="241"/>
                    <a:pt x="230" y="232"/>
                  </a:cubicBezTo>
                  <a:close/>
                  <a:moveTo>
                    <a:pt x="230" y="179"/>
                  </a:moveTo>
                  <a:cubicBezTo>
                    <a:pt x="236" y="181"/>
                    <a:pt x="243" y="183"/>
                    <a:pt x="249" y="185"/>
                  </a:cubicBezTo>
                  <a:cubicBezTo>
                    <a:pt x="249" y="193"/>
                    <a:pt x="249" y="202"/>
                    <a:pt x="249" y="210"/>
                  </a:cubicBezTo>
                  <a:cubicBezTo>
                    <a:pt x="243" y="209"/>
                    <a:pt x="236" y="207"/>
                    <a:pt x="230" y="205"/>
                  </a:cubicBezTo>
                  <a:cubicBezTo>
                    <a:pt x="230" y="197"/>
                    <a:pt x="230" y="188"/>
                    <a:pt x="230" y="179"/>
                  </a:cubicBezTo>
                  <a:close/>
                  <a:moveTo>
                    <a:pt x="249" y="157"/>
                  </a:moveTo>
                  <a:cubicBezTo>
                    <a:pt x="230" y="152"/>
                    <a:pt x="230" y="152"/>
                    <a:pt x="230" y="152"/>
                  </a:cubicBezTo>
                  <a:cubicBezTo>
                    <a:pt x="230" y="126"/>
                    <a:pt x="230" y="126"/>
                    <a:pt x="230" y="126"/>
                  </a:cubicBezTo>
                  <a:cubicBezTo>
                    <a:pt x="249" y="132"/>
                    <a:pt x="249" y="132"/>
                    <a:pt x="249" y="132"/>
                  </a:cubicBezTo>
                  <a:lnTo>
                    <a:pt x="249" y="157"/>
                  </a:lnTo>
                  <a:close/>
                </a:path>
              </a:pathLst>
            </a:custGeom>
            <a:solidFill>
              <a:srgbClr val="00B5C3"/>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 name="Freeform 19"/>
            <p:cNvSpPr>
              <a:spLocks noEditPoints="1"/>
            </p:cNvSpPr>
            <p:nvPr/>
          </p:nvSpPr>
          <p:spPr bwMode="auto">
            <a:xfrm>
              <a:off x="7304088" y="3503613"/>
              <a:ext cx="423863" cy="1695450"/>
            </a:xfrm>
            <a:custGeom>
              <a:avLst/>
              <a:gdLst>
                <a:gd name="T0" fmla="*/ 176 w 213"/>
                <a:gd name="T1" fmla="*/ 810 h 853"/>
                <a:gd name="T2" fmla="*/ 141 w 213"/>
                <a:gd name="T3" fmla="*/ 763 h 853"/>
                <a:gd name="T4" fmla="*/ 141 w 213"/>
                <a:gd name="T5" fmla="*/ 697 h 853"/>
                <a:gd name="T6" fmla="*/ 176 w 213"/>
                <a:gd name="T7" fmla="*/ 655 h 853"/>
                <a:gd name="T8" fmla="*/ 176 w 213"/>
                <a:gd name="T9" fmla="*/ 638 h 853"/>
                <a:gd name="T10" fmla="*/ 176 w 213"/>
                <a:gd name="T11" fmla="*/ 552 h 853"/>
                <a:gd name="T12" fmla="*/ 141 w 213"/>
                <a:gd name="T13" fmla="*/ 510 h 853"/>
                <a:gd name="T14" fmla="*/ 141 w 213"/>
                <a:gd name="T15" fmla="*/ 444 h 853"/>
                <a:gd name="T16" fmla="*/ 176 w 213"/>
                <a:gd name="T17" fmla="*/ 397 h 853"/>
                <a:gd name="T18" fmla="*/ 176 w 213"/>
                <a:gd name="T19" fmla="*/ 379 h 853"/>
                <a:gd name="T20" fmla="*/ 176 w 213"/>
                <a:gd name="T21" fmla="*/ 336 h 853"/>
                <a:gd name="T22" fmla="*/ 141 w 213"/>
                <a:gd name="T23" fmla="*/ 256 h 853"/>
                <a:gd name="T24" fmla="*/ 141 w 213"/>
                <a:gd name="T25" fmla="*/ 190 h 853"/>
                <a:gd name="T26" fmla="*/ 176 w 213"/>
                <a:gd name="T27" fmla="*/ 138 h 853"/>
                <a:gd name="T28" fmla="*/ 176 w 213"/>
                <a:gd name="T29" fmla="*/ 121 h 853"/>
                <a:gd name="T30" fmla="*/ 94 w 213"/>
                <a:gd name="T31" fmla="*/ 78 h 853"/>
                <a:gd name="T32" fmla="*/ 117 w 213"/>
                <a:gd name="T33" fmla="*/ 112 h 853"/>
                <a:gd name="T34" fmla="*/ 117 w 213"/>
                <a:gd name="T35" fmla="*/ 177 h 853"/>
                <a:gd name="T36" fmla="*/ 94 w 213"/>
                <a:gd name="T37" fmla="*/ 223 h 853"/>
                <a:gd name="T38" fmla="*/ 94 w 213"/>
                <a:gd name="T39" fmla="*/ 242 h 853"/>
                <a:gd name="T40" fmla="*/ 94 w 213"/>
                <a:gd name="T41" fmla="*/ 324 h 853"/>
                <a:gd name="T42" fmla="*/ 116 w 213"/>
                <a:gd name="T43" fmla="*/ 362 h 853"/>
                <a:gd name="T44" fmla="*/ 116 w 213"/>
                <a:gd name="T45" fmla="*/ 427 h 853"/>
                <a:gd name="T46" fmla="*/ 94 w 213"/>
                <a:gd name="T47" fmla="*/ 469 h 853"/>
                <a:gd name="T48" fmla="*/ 94 w 213"/>
                <a:gd name="T49" fmla="*/ 489 h 853"/>
                <a:gd name="T50" fmla="*/ 93 w 213"/>
                <a:gd name="T51" fmla="*/ 571 h 853"/>
                <a:gd name="T52" fmla="*/ 116 w 213"/>
                <a:gd name="T53" fmla="*/ 612 h 853"/>
                <a:gd name="T54" fmla="*/ 116 w 213"/>
                <a:gd name="T55" fmla="*/ 676 h 853"/>
                <a:gd name="T56" fmla="*/ 93 w 213"/>
                <a:gd name="T57" fmla="*/ 716 h 853"/>
                <a:gd name="T58" fmla="*/ 93 w 213"/>
                <a:gd name="T59" fmla="*/ 735 h 853"/>
                <a:gd name="T60" fmla="*/ 74 w 213"/>
                <a:gd name="T61" fmla="*/ 796 h 853"/>
                <a:gd name="T62" fmla="*/ 58 w 213"/>
                <a:gd name="T63" fmla="*/ 754 h 853"/>
                <a:gd name="T64" fmla="*/ 74 w 213"/>
                <a:gd name="T65" fmla="*/ 694 h 853"/>
                <a:gd name="T66" fmla="*/ 74 w 213"/>
                <a:gd name="T67" fmla="*/ 653 h 853"/>
                <a:gd name="T68" fmla="*/ 58 w 213"/>
                <a:gd name="T69" fmla="*/ 633 h 853"/>
                <a:gd name="T70" fmla="*/ 58 w 213"/>
                <a:gd name="T71" fmla="*/ 552 h 853"/>
                <a:gd name="T72" fmla="*/ 58 w 213"/>
                <a:gd name="T73" fmla="*/ 512 h 853"/>
                <a:gd name="T74" fmla="*/ 58 w 213"/>
                <a:gd name="T75" fmla="*/ 452 h 853"/>
                <a:gd name="T76" fmla="*/ 74 w 213"/>
                <a:gd name="T77" fmla="*/ 409 h 853"/>
                <a:gd name="T78" fmla="*/ 74 w 213"/>
                <a:gd name="T79" fmla="*/ 390 h 853"/>
                <a:gd name="T80" fmla="*/ 74 w 213"/>
                <a:gd name="T81" fmla="*/ 308 h 853"/>
                <a:gd name="T82" fmla="*/ 58 w 213"/>
                <a:gd name="T83" fmla="*/ 271 h 853"/>
                <a:gd name="T84" fmla="*/ 58 w 213"/>
                <a:gd name="T85" fmla="*/ 210 h 853"/>
                <a:gd name="T86" fmla="*/ 74 w 213"/>
                <a:gd name="T87" fmla="*/ 186 h 853"/>
                <a:gd name="T88" fmla="*/ 74 w 213"/>
                <a:gd name="T89" fmla="*/ 146 h 853"/>
                <a:gd name="T90" fmla="*/ 43 w 213"/>
                <a:gd name="T91" fmla="*/ 793 h 853"/>
                <a:gd name="T92" fmla="*/ 28 w 213"/>
                <a:gd name="T93" fmla="*/ 751 h 853"/>
                <a:gd name="T94" fmla="*/ 28 w 213"/>
                <a:gd name="T95" fmla="*/ 692 h 853"/>
                <a:gd name="T96" fmla="*/ 43 w 213"/>
                <a:gd name="T97" fmla="*/ 653 h 853"/>
                <a:gd name="T98" fmla="*/ 42 w 213"/>
                <a:gd name="T99" fmla="*/ 633 h 853"/>
                <a:gd name="T100" fmla="*/ 42 w 213"/>
                <a:gd name="T101" fmla="*/ 553 h 853"/>
                <a:gd name="T102" fmla="*/ 28 w 213"/>
                <a:gd name="T103" fmla="*/ 514 h 853"/>
                <a:gd name="T104" fmla="*/ 28 w 213"/>
                <a:gd name="T105" fmla="*/ 455 h 853"/>
                <a:gd name="T106" fmla="*/ 42 w 213"/>
                <a:gd name="T107" fmla="*/ 414 h 853"/>
                <a:gd name="T108" fmla="*/ 42 w 213"/>
                <a:gd name="T109" fmla="*/ 393 h 853"/>
                <a:gd name="T110" fmla="*/ 42 w 213"/>
                <a:gd name="T111" fmla="*/ 314 h 853"/>
                <a:gd name="T112" fmla="*/ 27 w 213"/>
                <a:gd name="T113" fmla="*/ 276 h 853"/>
                <a:gd name="T114" fmla="*/ 27 w 213"/>
                <a:gd name="T115" fmla="*/ 218 h 853"/>
                <a:gd name="T116" fmla="*/ 41 w 213"/>
                <a:gd name="T117" fmla="*/ 174 h 853"/>
                <a:gd name="T118" fmla="*/ 41 w 213"/>
                <a:gd name="T119" fmla="*/ 154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3" h="853">
                  <a:moveTo>
                    <a:pt x="0" y="820"/>
                  </a:moveTo>
                  <a:cubicBezTo>
                    <a:pt x="213" y="853"/>
                    <a:pt x="213" y="853"/>
                    <a:pt x="213" y="853"/>
                  </a:cubicBezTo>
                  <a:cubicBezTo>
                    <a:pt x="213" y="0"/>
                    <a:pt x="213" y="0"/>
                    <a:pt x="213" y="0"/>
                  </a:cubicBezTo>
                  <a:cubicBezTo>
                    <a:pt x="0" y="73"/>
                    <a:pt x="0" y="73"/>
                    <a:pt x="0" y="73"/>
                  </a:cubicBezTo>
                  <a:lnTo>
                    <a:pt x="0" y="820"/>
                  </a:lnTo>
                  <a:close/>
                  <a:moveTo>
                    <a:pt x="176" y="810"/>
                  </a:moveTo>
                  <a:cubicBezTo>
                    <a:pt x="141" y="805"/>
                    <a:pt x="141" y="805"/>
                    <a:pt x="141" y="805"/>
                  </a:cubicBezTo>
                  <a:cubicBezTo>
                    <a:pt x="141" y="781"/>
                    <a:pt x="141" y="781"/>
                    <a:pt x="141" y="781"/>
                  </a:cubicBezTo>
                  <a:cubicBezTo>
                    <a:pt x="176" y="785"/>
                    <a:pt x="176" y="785"/>
                    <a:pt x="176" y="785"/>
                  </a:cubicBezTo>
                  <a:lnTo>
                    <a:pt x="176" y="810"/>
                  </a:lnTo>
                  <a:close/>
                  <a:moveTo>
                    <a:pt x="176" y="767"/>
                  </a:moveTo>
                  <a:cubicBezTo>
                    <a:pt x="164" y="766"/>
                    <a:pt x="152" y="764"/>
                    <a:pt x="141" y="763"/>
                  </a:cubicBezTo>
                  <a:cubicBezTo>
                    <a:pt x="141" y="755"/>
                    <a:pt x="141" y="747"/>
                    <a:pt x="141" y="739"/>
                  </a:cubicBezTo>
                  <a:cubicBezTo>
                    <a:pt x="152" y="740"/>
                    <a:pt x="164" y="741"/>
                    <a:pt x="176" y="741"/>
                  </a:cubicBezTo>
                  <a:cubicBezTo>
                    <a:pt x="176" y="750"/>
                    <a:pt x="176" y="759"/>
                    <a:pt x="176" y="767"/>
                  </a:cubicBezTo>
                  <a:close/>
                  <a:moveTo>
                    <a:pt x="176" y="724"/>
                  </a:moveTo>
                  <a:cubicBezTo>
                    <a:pt x="164" y="723"/>
                    <a:pt x="152" y="722"/>
                    <a:pt x="141" y="721"/>
                  </a:cubicBezTo>
                  <a:cubicBezTo>
                    <a:pt x="141" y="713"/>
                    <a:pt x="141" y="705"/>
                    <a:pt x="141" y="697"/>
                  </a:cubicBezTo>
                  <a:cubicBezTo>
                    <a:pt x="152" y="697"/>
                    <a:pt x="164" y="698"/>
                    <a:pt x="176" y="698"/>
                  </a:cubicBezTo>
                  <a:cubicBezTo>
                    <a:pt x="176" y="707"/>
                    <a:pt x="176" y="715"/>
                    <a:pt x="176" y="724"/>
                  </a:cubicBezTo>
                  <a:close/>
                  <a:moveTo>
                    <a:pt x="176" y="681"/>
                  </a:moveTo>
                  <a:cubicBezTo>
                    <a:pt x="164" y="680"/>
                    <a:pt x="152" y="679"/>
                    <a:pt x="141" y="679"/>
                  </a:cubicBezTo>
                  <a:cubicBezTo>
                    <a:pt x="141" y="671"/>
                    <a:pt x="141" y="663"/>
                    <a:pt x="141" y="655"/>
                  </a:cubicBezTo>
                  <a:cubicBezTo>
                    <a:pt x="152" y="655"/>
                    <a:pt x="164" y="655"/>
                    <a:pt x="176" y="655"/>
                  </a:cubicBezTo>
                  <a:cubicBezTo>
                    <a:pt x="176" y="664"/>
                    <a:pt x="176" y="672"/>
                    <a:pt x="176" y="681"/>
                  </a:cubicBezTo>
                  <a:close/>
                  <a:moveTo>
                    <a:pt x="176" y="638"/>
                  </a:moveTo>
                  <a:cubicBezTo>
                    <a:pt x="164" y="637"/>
                    <a:pt x="152" y="637"/>
                    <a:pt x="141" y="636"/>
                  </a:cubicBezTo>
                  <a:cubicBezTo>
                    <a:pt x="141" y="628"/>
                    <a:pt x="141" y="620"/>
                    <a:pt x="141" y="613"/>
                  </a:cubicBezTo>
                  <a:cubicBezTo>
                    <a:pt x="152" y="612"/>
                    <a:pt x="164" y="612"/>
                    <a:pt x="176" y="612"/>
                  </a:cubicBezTo>
                  <a:cubicBezTo>
                    <a:pt x="176" y="621"/>
                    <a:pt x="176" y="629"/>
                    <a:pt x="176" y="638"/>
                  </a:cubicBezTo>
                  <a:close/>
                  <a:moveTo>
                    <a:pt x="176" y="595"/>
                  </a:moveTo>
                  <a:cubicBezTo>
                    <a:pt x="164" y="595"/>
                    <a:pt x="152" y="594"/>
                    <a:pt x="141" y="594"/>
                  </a:cubicBezTo>
                  <a:cubicBezTo>
                    <a:pt x="141" y="586"/>
                    <a:pt x="141" y="578"/>
                    <a:pt x="141" y="570"/>
                  </a:cubicBezTo>
                  <a:cubicBezTo>
                    <a:pt x="152" y="570"/>
                    <a:pt x="164" y="570"/>
                    <a:pt x="176" y="569"/>
                  </a:cubicBezTo>
                  <a:cubicBezTo>
                    <a:pt x="176" y="578"/>
                    <a:pt x="176" y="586"/>
                    <a:pt x="176" y="595"/>
                  </a:cubicBezTo>
                  <a:close/>
                  <a:moveTo>
                    <a:pt x="176" y="552"/>
                  </a:moveTo>
                  <a:cubicBezTo>
                    <a:pt x="164" y="552"/>
                    <a:pt x="152" y="552"/>
                    <a:pt x="141" y="552"/>
                  </a:cubicBezTo>
                  <a:cubicBezTo>
                    <a:pt x="141" y="544"/>
                    <a:pt x="141" y="536"/>
                    <a:pt x="141" y="528"/>
                  </a:cubicBezTo>
                  <a:cubicBezTo>
                    <a:pt x="152" y="527"/>
                    <a:pt x="164" y="527"/>
                    <a:pt x="176" y="526"/>
                  </a:cubicBezTo>
                  <a:cubicBezTo>
                    <a:pt x="176" y="535"/>
                    <a:pt x="176" y="543"/>
                    <a:pt x="176" y="552"/>
                  </a:cubicBezTo>
                  <a:close/>
                  <a:moveTo>
                    <a:pt x="176" y="509"/>
                  </a:moveTo>
                  <a:cubicBezTo>
                    <a:pt x="164" y="509"/>
                    <a:pt x="152" y="509"/>
                    <a:pt x="141" y="510"/>
                  </a:cubicBezTo>
                  <a:cubicBezTo>
                    <a:pt x="141" y="502"/>
                    <a:pt x="141" y="494"/>
                    <a:pt x="141" y="486"/>
                  </a:cubicBezTo>
                  <a:cubicBezTo>
                    <a:pt x="152" y="485"/>
                    <a:pt x="164" y="484"/>
                    <a:pt x="176" y="483"/>
                  </a:cubicBezTo>
                  <a:cubicBezTo>
                    <a:pt x="176" y="492"/>
                    <a:pt x="176" y="500"/>
                    <a:pt x="176" y="509"/>
                  </a:cubicBezTo>
                  <a:close/>
                  <a:moveTo>
                    <a:pt x="176" y="466"/>
                  </a:moveTo>
                  <a:cubicBezTo>
                    <a:pt x="164" y="466"/>
                    <a:pt x="152" y="467"/>
                    <a:pt x="141" y="467"/>
                  </a:cubicBezTo>
                  <a:cubicBezTo>
                    <a:pt x="141" y="460"/>
                    <a:pt x="141" y="452"/>
                    <a:pt x="141" y="444"/>
                  </a:cubicBezTo>
                  <a:cubicBezTo>
                    <a:pt x="152" y="442"/>
                    <a:pt x="164" y="441"/>
                    <a:pt x="176" y="440"/>
                  </a:cubicBezTo>
                  <a:cubicBezTo>
                    <a:pt x="176" y="448"/>
                    <a:pt x="176" y="457"/>
                    <a:pt x="176" y="466"/>
                  </a:cubicBezTo>
                  <a:close/>
                  <a:moveTo>
                    <a:pt x="176" y="422"/>
                  </a:moveTo>
                  <a:cubicBezTo>
                    <a:pt x="164" y="423"/>
                    <a:pt x="152" y="424"/>
                    <a:pt x="141" y="425"/>
                  </a:cubicBezTo>
                  <a:cubicBezTo>
                    <a:pt x="141" y="417"/>
                    <a:pt x="141" y="409"/>
                    <a:pt x="141" y="401"/>
                  </a:cubicBezTo>
                  <a:cubicBezTo>
                    <a:pt x="152" y="400"/>
                    <a:pt x="164" y="398"/>
                    <a:pt x="176" y="397"/>
                  </a:cubicBezTo>
                  <a:cubicBezTo>
                    <a:pt x="176" y="405"/>
                    <a:pt x="176" y="414"/>
                    <a:pt x="176" y="422"/>
                  </a:cubicBezTo>
                  <a:close/>
                  <a:moveTo>
                    <a:pt x="176" y="379"/>
                  </a:moveTo>
                  <a:cubicBezTo>
                    <a:pt x="164" y="381"/>
                    <a:pt x="152" y="382"/>
                    <a:pt x="141" y="383"/>
                  </a:cubicBezTo>
                  <a:cubicBezTo>
                    <a:pt x="141" y="375"/>
                    <a:pt x="141" y="367"/>
                    <a:pt x="141" y="359"/>
                  </a:cubicBezTo>
                  <a:cubicBezTo>
                    <a:pt x="152" y="357"/>
                    <a:pt x="164" y="356"/>
                    <a:pt x="176" y="354"/>
                  </a:cubicBezTo>
                  <a:cubicBezTo>
                    <a:pt x="176" y="362"/>
                    <a:pt x="176" y="371"/>
                    <a:pt x="176" y="379"/>
                  </a:cubicBezTo>
                  <a:close/>
                  <a:moveTo>
                    <a:pt x="141" y="299"/>
                  </a:moveTo>
                  <a:cubicBezTo>
                    <a:pt x="141" y="291"/>
                    <a:pt x="141" y="283"/>
                    <a:pt x="141" y="275"/>
                  </a:cubicBezTo>
                  <a:cubicBezTo>
                    <a:pt x="152" y="272"/>
                    <a:pt x="164" y="270"/>
                    <a:pt x="176" y="268"/>
                  </a:cubicBezTo>
                  <a:cubicBezTo>
                    <a:pt x="176" y="276"/>
                    <a:pt x="176" y="285"/>
                    <a:pt x="176" y="293"/>
                  </a:cubicBezTo>
                  <a:cubicBezTo>
                    <a:pt x="164" y="295"/>
                    <a:pt x="152" y="297"/>
                    <a:pt x="141" y="299"/>
                  </a:cubicBezTo>
                  <a:close/>
                  <a:moveTo>
                    <a:pt x="176" y="336"/>
                  </a:moveTo>
                  <a:cubicBezTo>
                    <a:pt x="164" y="338"/>
                    <a:pt x="152" y="339"/>
                    <a:pt x="141" y="341"/>
                  </a:cubicBezTo>
                  <a:cubicBezTo>
                    <a:pt x="141" y="333"/>
                    <a:pt x="141" y="325"/>
                    <a:pt x="141" y="317"/>
                  </a:cubicBezTo>
                  <a:cubicBezTo>
                    <a:pt x="152" y="315"/>
                    <a:pt x="164" y="313"/>
                    <a:pt x="176" y="311"/>
                  </a:cubicBezTo>
                  <a:cubicBezTo>
                    <a:pt x="176" y="319"/>
                    <a:pt x="176" y="328"/>
                    <a:pt x="176" y="336"/>
                  </a:cubicBezTo>
                  <a:close/>
                  <a:moveTo>
                    <a:pt x="176" y="250"/>
                  </a:moveTo>
                  <a:cubicBezTo>
                    <a:pt x="164" y="252"/>
                    <a:pt x="152" y="254"/>
                    <a:pt x="141" y="256"/>
                  </a:cubicBezTo>
                  <a:cubicBezTo>
                    <a:pt x="141" y="248"/>
                    <a:pt x="141" y="240"/>
                    <a:pt x="141" y="232"/>
                  </a:cubicBezTo>
                  <a:cubicBezTo>
                    <a:pt x="152" y="230"/>
                    <a:pt x="164" y="227"/>
                    <a:pt x="176" y="224"/>
                  </a:cubicBezTo>
                  <a:cubicBezTo>
                    <a:pt x="176" y="233"/>
                    <a:pt x="176" y="242"/>
                    <a:pt x="176" y="250"/>
                  </a:cubicBezTo>
                  <a:close/>
                  <a:moveTo>
                    <a:pt x="176" y="207"/>
                  </a:moveTo>
                  <a:cubicBezTo>
                    <a:pt x="164" y="209"/>
                    <a:pt x="152" y="212"/>
                    <a:pt x="141" y="214"/>
                  </a:cubicBezTo>
                  <a:cubicBezTo>
                    <a:pt x="141" y="206"/>
                    <a:pt x="141" y="198"/>
                    <a:pt x="141" y="190"/>
                  </a:cubicBezTo>
                  <a:cubicBezTo>
                    <a:pt x="152" y="187"/>
                    <a:pt x="164" y="184"/>
                    <a:pt x="176" y="181"/>
                  </a:cubicBezTo>
                  <a:cubicBezTo>
                    <a:pt x="176" y="190"/>
                    <a:pt x="176" y="198"/>
                    <a:pt x="176" y="207"/>
                  </a:cubicBezTo>
                  <a:close/>
                  <a:moveTo>
                    <a:pt x="176" y="164"/>
                  </a:moveTo>
                  <a:cubicBezTo>
                    <a:pt x="164" y="167"/>
                    <a:pt x="152" y="169"/>
                    <a:pt x="141" y="172"/>
                  </a:cubicBezTo>
                  <a:cubicBezTo>
                    <a:pt x="141" y="164"/>
                    <a:pt x="141" y="156"/>
                    <a:pt x="141" y="148"/>
                  </a:cubicBezTo>
                  <a:cubicBezTo>
                    <a:pt x="152" y="145"/>
                    <a:pt x="164" y="142"/>
                    <a:pt x="176" y="138"/>
                  </a:cubicBezTo>
                  <a:cubicBezTo>
                    <a:pt x="176" y="147"/>
                    <a:pt x="176" y="155"/>
                    <a:pt x="176" y="164"/>
                  </a:cubicBezTo>
                  <a:close/>
                  <a:moveTo>
                    <a:pt x="176" y="121"/>
                  </a:moveTo>
                  <a:cubicBezTo>
                    <a:pt x="164" y="124"/>
                    <a:pt x="152" y="127"/>
                    <a:pt x="141" y="130"/>
                  </a:cubicBezTo>
                  <a:cubicBezTo>
                    <a:pt x="141" y="122"/>
                    <a:pt x="141" y="114"/>
                    <a:pt x="141" y="106"/>
                  </a:cubicBezTo>
                  <a:cubicBezTo>
                    <a:pt x="152" y="102"/>
                    <a:pt x="164" y="99"/>
                    <a:pt x="176" y="95"/>
                  </a:cubicBezTo>
                  <a:cubicBezTo>
                    <a:pt x="176" y="104"/>
                    <a:pt x="176" y="112"/>
                    <a:pt x="176" y="121"/>
                  </a:cubicBezTo>
                  <a:close/>
                  <a:moveTo>
                    <a:pt x="141" y="64"/>
                  </a:moveTo>
                  <a:cubicBezTo>
                    <a:pt x="176" y="52"/>
                    <a:pt x="176" y="52"/>
                    <a:pt x="176" y="52"/>
                  </a:cubicBezTo>
                  <a:cubicBezTo>
                    <a:pt x="176" y="78"/>
                    <a:pt x="176" y="78"/>
                    <a:pt x="176" y="78"/>
                  </a:cubicBezTo>
                  <a:cubicBezTo>
                    <a:pt x="141" y="87"/>
                    <a:pt x="141" y="87"/>
                    <a:pt x="141" y="87"/>
                  </a:cubicBezTo>
                  <a:lnTo>
                    <a:pt x="141" y="64"/>
                  </a:lnTo>
                  <a:close/>
                  <a:moveTo>
                    <a:pt x="94" y="78"/>
                  </a:moveTo>
                  <a:cubicBezTo>
                    <a:pt x="117" y="71"/>
                    <a:pt x="117" y="71"/>
                    <a:pt x="117" y="71"/>
                  </a:cubicBezTo>
                  <a:cubicBezTo>
                    <a:pt x="117" y="94"/>
                    <a:pt x="117" y="94"/>
                    <a:pt x="117" y="94"/>
                  </a:cubicBezTo>
                  <a:cubicBezTo>
                    <a:pt x="94" y="100"/>
                    <a:pt x="94" y="100"/>
                    <a:pt x="94" y="100"/>
                  </a:cubicBezTo>
                  <a:lnTo>
                    <a:pt x="94" y="78"/>
                  </a:lnTo>
                  <a:close/>
                  <a:moveTo>
                    <a:pt x="94" y="119"/>
                  </a:moveTo>
                  <a:cubicBezTo>
                    <a:pt x="102" y="117"/>
                    <a:pt x="109" y="114"/>
                    <a:pt x="117" y="112"/>
                  </a:cubicBezTo>
                  <a:cubicBezTo>
                    <a:pt x="117" y="120"/>
                    <a:pt x="117" y="127"/>
                    <a:pt x="117" y="135"/>
                  </a:cubicBezTo>
                  <a:cubicBezTo>
                    <a:pt x="109" y="137"/>
                    <a:pt x="102" y="139"/>
                    <a:pt x="94" y="141"/>
                  </a:cubicBezTo>
                  <a:cubicBezTo>
                    <a:pt x="94" y="133"/>
                    <a:pt x="94" y="126"/>
                    <a:pt x="94" y="119"/>
                  </a:cubicBezTo>
                  <a:close/>
                  <a:moveTo>
                    <a:pt x="94" y="160"/>
                  </a:moveTo>
                  <a:cubicBezTo>
                    <a:pt x="102" y="158"/>
                    <a:pt x="109" y="156"/>
                    <a:pt x="117" y="154"/>
                  </a:cubicBezTo>
                  <a:cubicBezTo>
                    <a:pt x="117" y="161"/>
                    <a:pt x="117" y="169"/>
                    <a:pt x="117" y="177"/>
                  </a:cubicBezTo>
                  <a:cubicBezTo>
                    <a:pt x="109" y="178"/>
                    <a:pt x="102" y="180"/>
                    <a:pt x="94" y="182"/>
                  </a:cubicBezTo>
                  <a:cubicBezTo>
                    <a:pt x="94" y="175"/>
                    <a:pt x="94" y="167"/>
                    <a:pt x="94" y="160"/>
                  </a:cubicBezTo>
                  <a:close/>
                  <a:moveTo>
                    <a:pt x="94" y="201"/>
                  </a:moveTo>
                  <a:cubicBezTo>
                    <a:pt x="102" y="199"/>
                    <a:pt x="109" y="197"/>
                    <a:pt x="117" y="195"/>
                  </a:cubicBezTo>
                  <a:cubicBezTo>
                    <a:pt x="117" y="203"/>
                    <a:pt x="117" y="211"/>
                    <a:pt x="117" y="218"/>
                  </a:cubicBezTo>
                  <a:cubicBezTo>
                    <a:pt x="109" y="220"/>
                    <a:pt x="102" y="221"/>
                    <a:pt x="94" y="223"/>
                  </a:cubicBezTo>
                  <a:cubicBezTo>
                    <a:pt x="94" y="216"/>
                    <a:pt x="94" y="208"/>
                    <a:pt x="94" y="201"/>
                  </a:cubicBezTo>
                  <a:close/>
                  <a:moveTo>
                    <a:pt x="94" y="242"/>
                  </a:moveTo>
                  <a:cubicBezTo>
                    <a:pt x="102" y="241"/>
                    <a:pt x="109" y="239"/>
                    <a:pt x="117" y="237"/>
                  </a:cubicBezTo>
                  <a:cubicBezTo>
                    <a:pt x="117" y="245"/>
                    <a:pt x="117" y="252"/>
                    <a:pt x="117" y="260"/>
                  </a:cubicBezTo>
                  <a:cubicBezTo>
                    <a:pt x="109" y="261"/>
                    <a:pt x="102" y="263"/>
                    <a:pt x="94" y="264"/>
                  </a:cubicBezTo>
                  <a:cubicBezTo>
                    <a:pt x="94" y="257"/>
                    <a:pt x="94" y="249"/>
                    <a:pt x="94" y="242"/>
                  </a:cubicBezTo>
                  <a:close/>
                  <a:moveTo>
                    <a:pt x="94" y="283"/>
                  </a:moveTo>
                  <a:cubicBezTo>
                    <a:pt x="101" y="282"/>
                    <a:pt x="109" y="280"/>
                    <a:pt x="117" y="279"/>
                  </a:cubicBezTo>
                  <a:cubicBezTo>
                    <a:pt x="117" y="286"/>
                    <a:pt x="117" y="294"/>
                    <a:pt x="117" y="302"/>
                  </a:cubicBezTo>
                  <a:cubicBezTo>
                    <a:pt x="109" y="303"/>
                    <a:pt x="101" y="304"/>
                    <a:pt x="94" y="305"/>
                  </a:cubicBezTo>
                  <a:cubicBezTo>
                    <a:pt x="94" y="298"/>
                    <a:pt x="94" y="291"/>
                    <a:pt x="94" y="283"/>
                  </a:cubicBezTo>
                  <a:close/>
                  <a:moveTo>
                    <a:pt x="94" y="324"/>
                  </a:moveTo>
                  <a:cubicBezTo>
                    <a:pt x="101" y="323"/>
                    <a:pt x="109" y="322"/>
                    <a:pt x="117" y="320"/>
                  </a:cubicBezTo>
                  <a:cubicBezTo>
                    <a:pt x="117" y="328"/>
                    <a:pt x="117" y="336"/>
                    <a:pt x="117" y="343"/>
                  </a:cubicBezTo>
                  <a:cubicBezTo>
                    <a:pt x="109" y="344"/>
                    <a:pt x="101" y="345"/>
                    <a:pt x="94" y="346"/>
                  </a:cubicBezTo>
                  <a:cubicBezTo>
                    <a:pt x="94" y="339"/>
                    <a:pt x="94" y="332"/>
                    <a:pt x="94" y="324"/>
                  </a:cubicBezTo>
                  <a:close/>
                  <a:moveTo>
                    <a:pt x="94" y="365"/>
                  </a:moveTo>
                  <a:cubicBezTo>
                    <a:pt x="101" y="364"/>
                    <a:pt x="109" y="363"/>
                    <a:pt x="116" y="362"/>
                  </a:cubicBezTo>
                  <a:cubicBezTo>
                    <a:pt x="116" y="370"/>
                    <a:pt x="116" y="377"/>
                    <a:pt x="116" y="385"/>
                  </a:cubicBezTo>
                  <a:cubicBezTo>
                    <a:pt x="109" y="386"/>
                    <a:pt x="101" y="387"/>
                    <a:pt x="94" y="387"/>
                  </a:cubicBezTo>
                  <a:cubicBezTo>
                    <a:pt x="94" y="380"/>
                    <a:pt x="94" y="373"/>
                    <a:pt x="94" y="365"/>
                  </a:cubicBezTo>
                  <a:close/>
                  <a:moveTo>
                    <a:pt x="94" y="407"/>
                  </a:moveTo>
                  <a:cubicBezTo>
                    <a:pt x="101" y="406"/>
                    <a:pt x="109" y="405"/>
                    <a:pt x="116" y="404"/>
                  </a:cubicBezTo>
                  <a:cubicBezTo>
                    <a:pt x="116" y="411"/>
                    <a:pt x="116" y="419"/>
                    <a:pt x="116" y="427"/>
                  </a:cubicBezTo>
                  <a:cubicBezTo>
                    <a:pt x="109" y="427"/>
                    <a:pt x="101" y="428"/>
                    <a:pt x="94" y="428"/>
                  </a:cubicBezTo>
                  <a:cubicBezTo>
                    <a:pt x="94" y="421"/>
                    <a:pt x="94" y="414"/>
                    <a:pt x="94" y="407"/>
                  </a:cubicBezTo>
                  <a:close/>
                  <a:moveTo>
                    <a:pt x="94" y="448"/>
                  </a:moveTo>
                  <a:cubicBezTo>
                    <a:pt x="101" y="447"/>
                    <a:pt x="109" y="446"/>
                    <a:pt x="116" y="445"/>
                  </a:cubicBezTo>
                  <a:cubicBezTo>
                    <a:pt x="116" y="453"/>
                    <a:pt x="116" y="461"/>
                    <a:pt x="116" y="468"/>
                  </a:cubicBezTo>
                  <a:cubicBezTo>
                    <a:pt x="109" y="469"/>
                    <a:pt x="101" y="469"/>
                    <a:pt x="94" y="469"/>
                  </a:cubicBezTo>
                  <a:cubicBezTo>
                    <a:pt x="94" y="462"/>
                    <a:pt x="94" y="455"/>
                    <a:pt x="94" y="448"/>
                  </a:cubicBezTo>
                  <a:close/>
                  <a:moveTo>
                    <a:pt x="94" y="489"/>
                  </a:moveTo>
                  <a:cubicBezTo>
                    <a:pt x="101" y="488"/>
                    <a:pt x="109" y="488"/>
                    <a:pt x="116" y="487"/>
                  </a:cubicBezTo>
                  <a:cubicBezTo>
                    <a:pt x="116" y="495"/>
                    <a:pt x="116" y="502"/>
                    <a:pt x="116" y="510"/>
                  </a:cubicBezTo>
                  <a:cubicBezTo>
                    <a:pt x="109" y="510"/>
                    <a:pt x="101" y="510"/>
                    <a:pt x="94" y="511"/>
                  </a:cubicBezTo>
                  <a:cubicBezTo>
                    <a:pt x="94" y="503"/>
                    <a:pt x="94" y="496"/>
                    <a:pt x="94" y="489"/>
                  </a:cubicBezTo>
                  <a:close/>
                  <a:moveTo>
                    <a:pt x="93" y="530"/>
                  </a:moveTo>
                  <a:cubicBezTo>
                    <a:pt x="101" y="529"/>
                    <a:pt x="109" y="529"/>
                    <a:pt x="116" y="529"/>
                  </a:cubicBezTo>
                  <a:cubicBezTo>
                    <a:pt x="116" y="536"/>
                    <a:pt x="116" y="544"/>
                    <a:pt x="116" y="552"/>
                  </a:cubicBezTo>
                  <a:cubicBezTo>
                    <a:pt x="109" y="552"/>
                    <a:pt x="101" y="552"/>
                    <a:pt x="93" y="552"/>
                  </a:cubicBezTo>
                  <a:cubicBezTo>
                    <a:pt x="93" y="544"/>
                    <a:pt x="93" y="537"/>
                    <a:pt x="93" y="530"/>
                  </a:cubicBezTo>
                  <a:close/>
                  <a:moveTo>
                    <a:pt x="93" y="571"/>
                  </a:moveTo>
                  <a:cubicBezTo>
                    <a:pt x="101" y="571"/>
                    <a:pt x="109" y="570"/>
                    <a:pt x="116" y="570"/>
                  </a:cubicBezTo>
                  <a:cubicBezTo>
                    <a:pt x="116" y="578"/>
                    <a:pt x="116" y="586"/>
                    <a:pt x="116" y="593"/>
                  </a:cubicBezTo>
                  <a:cubicBezTo>
                    <a:pt x="109" y="593"/>
                    <a:pt x="101" y="593"/>
                    <a:pt x="93" y="593"/>
                  </a:cubicBezTo>
                  <a:cubicBezTo>
                    <a:pt x="93" y="585"/>
                    <a:pt x="93" y="578"/>
                    <a:pt x="93" y="571"/>
                  </a:cubicBezTo>
                  <a:close/>
                  <a:moveTo>
                    <a:pt x="93" y="612"/>
                  </a:moveTo>
                  <a:cubicBezTo>
                    <a:pt x="101" y="612"/>
                    <a:pt x="108" y="612"/>
                    <a:pt x="116" y="612"/>
                  </a:cubicBezTo>
                  <a:cubicBezTo>
                    <a:pt x="116" y="620"/>
                    <a:pt x="116" y="627"/>
                    <a:pt x="116" y="635"/>
                  </a:cubicBezTo>
                  <a:cubicBezTo>
                    <a:pt x="108" y="635"/>
                    <a:pt x="101" y="634"/>
                    <a:pt x="93" y="634"/>
                  </a:cubicBezTo>
                  <a:cubicBezTo>
                    <a:pt x="93" y="627"/>
                    <a:pt x="93" y="619"/>
                    <a:pt x="93" y="612"/>
                  </a:cubicBezTo>
                  <a:close/>
                  <a:moveTo>
                    <a:pt x="93" y="653"/>
                  </a:moveTo>
                  <a:cubicBezTo>
                    <a:pt x="101" y="653"/>
                    <a:pt x="108" y="653"/>
                    <a:pt x="116" y="654"/>
                  </a:cubicBezTo>
                  <a:cubicBezTo>
                    <a:pt x="116" y="661"/>
                    <a:pt x="116" y="669"/>
                    <a:pt x="116" y="676"/>
                  </a:cubicBezTo>
                  <a:cubicBezTo>
                    <a:pt x="108" y="676"/>
                    <a:pt x="101" y="675"/>
                    <a:pt x="93" y="675"/>
                  </a:cubicBezTo>
                  <a:cubicBezTo>
                    <a:pt x="93" y="668"/>
                    <a:pt x="93" y="660"/>
                    <a:pt x="93" y="653"/>
                  </a:cubicBezTo>
                  <a:close/>
                  <a:moveTo>
                    <a:pt x="93" y="694"/>
                  </a:moveTo>
                  <a:cubicBezTo>
                    <a:pt x="101" y="695"/>
                    <a:pt x="108" y="695"/>
                    <a:pt x="116" y="695"/>
                  </a:cubicBezTo>
                  <a:cubicBezTo>
                    <a:pt x="116" y="703"/>
                    <a:pt x="116" y="710"/>
                    <a:pt x="116" y="718"/>
                  </a:cubicBezTo>
                  <a:cubicBezTo>
                    <a:pt x="108" y="717"/>
                    <a:pt x="101" y="717"/>
                    <a:pt x="93" y="716"/>
                  </a:cubicBezTo>
                  <a:cubicBezTo>
                    <a:pt x="93" y="709"/>
                    <a:pt x="93" y="702"/>
                    <a:pt x="93" y="694"/>
                  </a:cubicBezTo>
                  <a:close/>
                  <a:moveTo>
                    <a:pt x="93" y="735"/>
                  </a:moveTo>
                  <a:cubicBezTo>
                    <a:pt x="101" y="736"/>
                    <a:pt x="108" y="736"/>
                    <a:pt x="116" y="737"/>
                  </a:cubicBezTo>
                  <a:cubicBezTo>
                    <a:pt x="116" y="744"/>
                    <a:pt x="116" y="752"/>
                    <a:pt x="116" y="760"/>
                  </a:cubicBezTo>
                  <a:cubicBezTo>
                    <a:pt x="108" y="759"/>
                    <a:pt x="101" y="758"/>
                    <a:pt x="93" y="757"/>
                  </a:cubicBezTo>
                  <a:cubicBezTo>
                    <a:pt x="93" y="750"/>
                    <a:pt x="93" y="743"/>
                    <a:pt x="93" y="735"/>
                  </a:cubicBezTo>
                  <a:close/>
                  <a:moveTo>
                    <a:pt x="93" y="776"/>
                  </a:moveTo>
                  <a:cubicBezTo>
                    <a:pt x="116" y="778"/>
                    <a:pt x="116" y="778"/>
                    <a:pt x="116" y="778"/>
                  </a:cubicBezTo>
                  <a:cubicBezTo>
                    <a:pt x="116" y="801"/>
                    <a:pt x="116" y="801"/>
                    <a:pt x="116" y="801"/>
                  </a:cubicBezTo>
                  <a:cubicBezTo>
                    <a:pt x="93" y="798"/>
                    <a:pt x="93" y="798"/>
                    <a:pt x="93" y="798"/>
                  </a:cubicBezTo>
                  <a:lnTo>
                    <a:pt x="93" y="776"/>
                  </a:lnTo>
                  <a:close/>
                  <a:moveTo>
                    <a:pt x="74" y="796"/>
                  </a:moveTo>
                  <a:cubicBezTo>
                    <a:pt x="58" y="794"/>
                    <a:pt x="58" y="794"/>
                    <a:pt x="58" y="794"/>
                  </a:cubicBezTo>
                  <a:cubicBezTo>
                    <a:pt x="58" y="774"/>
                    <a:pt x="58" y="774"/>
                    <a:pt x="58" y="774"/>
                  </a:cubicBezTo>
                  <a:cubicBezTo>
                    <a:pt x="74" y="775"/>
                    <a:pt x="74" y="775"/>
                    <a:pt x="74" y="775"/>
                  </a:cubicBezTo>
                  <a:lnTo>
                    <a:pt x="74" y="796"/>
                  </a:lnTo>
                  <a:close/>
                  <a:moveTo>
                    <a:pt x="74" y="756"/>
                  </a:moveTo>
                  <a:cubicBezTo>
                    <a:pt x="69" y="755"/>
                    <a:pt x="63" y="754"/>
                    <a:pt x="58" y="754"/>
                  </a:cubicBezTo>
                  <a:cubicBezTo>
                    <a:pt x="58" y="747"/>
                    <a:pt x="58" y="740"/>
                    <a:pt x="58" y="733"/>
                  </a:cubicBezTo>
                  <a:cubicBezTo>
                    <a:pt x="63" y="734"/>
                    <a:pt x="69" y="734"/>
                    <a:pt x="74" y="735"/>
                  </a:cubicBezTo>
                  <a:cubicBezTo>
                    <a:pt x="74" y="742"/>
                    <a:pt x="74" y="749"/>
                    <a:pt x="74" y="756"/>
                  </a:cubicBezTo>
                  <a:close/>
                  <a:moveTo>
                    <a:pt x="58" y="713"/>
                  </a:moveTo>
                  <a:cubicBezTo>
                    <a:pt x="58" y="707"/>
                    <a:pt x="58" y="700"/>
                    <a:pt x="58" y="693"/>
                  </a:cubicBezTo>
                  <a:cubicBezTo>
                    <a:pt x="63" y="693"/>
                    <a:pt x="69" y="694"/>
                    <a:pt x="74" y="694"/>
                  </a:cubicBezTo>
                  <a:cubicBezTo>
                    <a:pt x="74" y="701"/>
                    <a:pt x="74" y="708"/>
                    <a:pt x="74" y="715"/>
                  </a:cubicBezTo>
                  <a:cubicBezTo>
                    <a:pt x="69" y="714"/>
                    <a:pt x="63" y="714"/>
                    <a:pt x="58" y="713"/>
                  </a:cubicBezTo>
                  <a:close/>
                  <a:moveTo>
                    <a:pt x="74" y="674"/>
                  </a:moveTo>
                  <a:cubicBezTo>
                    <a:pt x="69" y="674"/>
                    <a:pt x="63" y="674"/>
                    <a:pt x="58" y="673"/>
                  </a:cubicBezTo>
                  <a:cubicBezTo>
                    <a:pt x="58" y="666"/>
                    <a:pt x="58" y="660"/>
                    <a:pt x="58" y="653"/>
                  </a:cubicBezTo>
                  <a:cubicBezTo>
                    <a:pt x="63" y="653"/>
                    <a:pt x="69" y="653"/>
                    <a:pt x="74" y="653"/>
                  </a:cubicBezTo>
                  <a:cubicBezTo>
                    <a:pt x="74" y="660"/>
                    <a:pt x="74" y="667"/>
                    <a:pt x="74" y="674"/>
                  </a:cubicBezTo>
                  <a:close/>
                  <a:moveTo>
                    <a:pt x="58" y="633"/>
                  </a:moveTo>
                  <a:cubicBezTo>
                    <a:pt x="58" y="626"/>
                    <a:pt x="58" y="619"/>
                    <a:pt x="58" y="613"/>
                  </a:cubicBezTo>
                  <a:cubicBezTo>
                    <a:pt x="63" y="613"/>
                    <a:pt x="69" y="613"/>
                    <a:pt x="74" y="613"/>
                  </a:cubicBezTo>
                  <a:cubicBezTo>
                    <a:pt x="74" y="620"/>
                    <a:pt x="74" y="627"/>
                    <a:pt x="74" y="634"/>
                  </a:cubicBezTo>
                  <a:cubicBezTo>
                    <a:pt x="69" y="633"/>
                    <a:pt x="63" y="633"/>
                    <a:pt x="58" y="633"/>
                  </a:cubicBezTo>
                  <a:close/>
                  <a:moveTo>
                    <a:pt x="74" y="593"/>
                  </a:moveTo>
                  <a:cubicBezTo>
                    <a:pt x="69" y="593"/>
                    <a:pt x="63" y="593"/>
                    <a:pt x="58" y="593"/>
                  </a:cubicBezTo>
                  <a:cubicBezTo>
                    <a:pt x="58" y="586"/>
                    <a:pt x="58" y="579"/>
                    <a:pt x="58" y="572"/>
                  </a:cubicBezTo>
                  <a:cubicBezTo>
                    <a:pt x="63" y="572"/>
                    <a:pt x="69" y="572"/>
                    <a:pt x="74" y="572"/>
                  </a:cubicBezTo>
                  <a:cubicBezTo>
                    <a:pt x="74" y="579"/>
                    <a:pt x="74" y="586"/>
                    <a:pt x="74" y="593"/>
                  </a:cubicBezTo>
                  <a:close/>
                  <a:moveTo>
                    <a:pt x="58" y="552"/>
                  </a:moveTo>
                  <a:cubicBezTo>
                    <a:pt x="58" y="546"/>
                    <a:pt x="58" y="539"/>
                    <a:pt x="58" y="532"/>
                  </a:cubicBezTo>
                  <a:cubicBezTo>
                    <a:pt x="63" y="532"/>
                    <a:pt x="69" y="532"/>
                    <a:pt x="74" y="531"/>
                  </a:cubicBezTo>
                  <a:cubicBezTo>
                    <a:pt x="74" y="538"/>
                    <a:pt x="74" y="545"/>
                    <a:pt x="74" y="552"/>
                  </a:cubicBezTo>
                  <a:cubicBezTo>
                    <a:pt x="69" y="552"/>
                    <a:pt x="63" y="552"/>
                    <a:pt x="58" y="552"/>
                  </a:cubicBezTo>
                  <a:close/>
                  <a:moveTo>
                    <a:pt x="74" y="512"/>
                  </a:moveTo>
                  <a:cubicBezTo>
                    <a:pt x="69" y="512"/>
                    <a:pt x="63" y="512"/>
                    <a:pt x="58" y="512"/>
                  </a:cubicBezTo>
                  <a:cubicBezTo>
                    <a:pt x="58" y="505"/>
                    <a:pt x="58" y="499"/>
                    <a:pt x="58" y="492"/>
                  </a:cubicBezTo>
                  <a:cubicBezTo>
                    <a:pt x="63" y="491"/>
                    <a:pt x="69" y="491"/>
                    <a:pt x="74" y="491"/>
                  </a:cubicBezTo>
                  <a:cubicBezTo>
                    <a:pt x="74" y="498"/>
                    <a:pt x="74" y="505"/>
                    <a:pt x="74" y="512"/>
                  </a:cubicBezTo>
                  <a:close/>
                  <a:moveTo>
                    <a:pt x="74" y="471"/>
                  </a:moveTo>
                  <a:cubicBezTo>
                    <a:pt x="69" y="471"/>
                    <a:pt x="63" y="472"/>
                    <a:pt x="58" y="472"/>
                  </a:cubicBezTo>
                  <a:cubicBezTo>
                    <a:pt x="58" y="465"/>
                    <a:pt x="58" y="458"/>
                    <a:pt x="58" y="452"/>
                  </a:cubicBezTo>
                  <a:cubicBezTo>
                    <a:pt x="63" y="451"/>
                    <a:pt x="69" y="450"/>
                    <a:pt x="74" y="450"/>
                  </a:cubicBezTo>
                  <a:cubicBezTo>
                    <a:pt x="74" y="457"/>
                    <a:pt x="74" y="464"/>
                    <a:pt x="74" y="471"/>
                  </a:cubicBezTo>
                  <a:close/>
                  <a:moveTo>
                    <a:pt x="74" y="430"/>
                  </a:moveTo>
                  <a:cubicBezTo>
                    <a:pt x="69" y="431"/>
                    <a:pt x="63" y="431"/>
                    <a:pt x="58" y="432"/>
                  </a:cubicBezTo>
                  <a:cubicBezTo>
                    <a:pt x="58" y="425"/>
                    <a:pt x="58" y="418"/>
                    <a:pt x="58" y="411"/>
                  </a:cubicBezTo>
                  <a:cubicBezTo>
                    <a:pt x="63" y="411"/>
                    <a:pt x="69" y="410"/>
                    <a:pt x="74" y="409"/>
                  </a:cubicBezTo>
                  <a:cubicBezTo>
                    <a:pt x="74" y="416"/>
                    <a:pt x="74" y="423"/>
                    <a:pt x="74" y="430"/>
                  </a:cubicBezTo>
                  <a:close/>
                  <a:moveTo>
                    <a:pt x="74" y="390"/>
                  </a:moveTo>
                  <a:cubicBezTo>
                    <a:pt x="69" y="390"/>
                    <a:pt x="63" y="391"/>
                    <a:pt x="58" y="391"/>
                  </a:cubicBezTo>
                  <a:cubicBezTo>
                    <a:pt x="58" y="385"/>
                    <a:pt x="58" y="378"/>
                    <a:pt x="58" y="371"/>
                  </a:cubicBezTo>
                  <a:cubicBezTo>
                    <a:pt x="63" y="370"/>
                    <a:pt x="69" y="369"/>
                    <a:pt x="74" y="369"/>
                  </a:cubicBezTo>
                  <a:cubicBezTo>
                    <a:pt x="74" y="376"/>
                    <a:pt x="74" y="383"/>
                    <a:pt x="74" y="390"/>
                  </a:cubicBezTo>
                  <a:close/>
                  <a:moveTo>
                    <a:pt x="74" y="349"/>
                  </a:moveTo>
                  <a:cubicBezTo>
                    <a:pt x="69" y="350"/>
                    <a:pt x="63" y="350"/>
                    <a:pt x="58" y="351"/>
                  </a:cubicBezTo>
                  <a:cubicBezTo>
                    <a:pt x="58" y="344"/>
                    <a:pt x="58" y="338"/>
                    <a:pt x="58" y="331"/>
                  </a:cubicBezTo>
                  <a:cubicBezTo>
                    <a:pt x="63" y="330"/>
                    <a:pt x="69" y="329"/>
                    <a:pt x="74" y="328"/>
                  </a:cubicBezTo>
                  <a:cubicBezTo>
                    <a:pt x="74" y="335"/>
                    <a:pt x="74" y="342"/>
                    <a:pt x="74" y="349"/>
                  </a:cubicBezTo>
                  <a:close/>
                  <a:moveTo>
                    <a:pt x="74" y="308"/>
                  </a:moveTo>
                  <a:cubicBezTo>
                    <a:pt x="69" y="309"/>
                    <a:pt x="63" y="310"/>
                    <a:pt x="58" y="311"/>
                  </a:cubicBezTo>
                  <a:cubicBezTo>
                    <a:pt x="58" y="304"/>
                    <a:pt x="58" y="297"/>
                    <a:pt x="58" y="291"/>
                  </a:cubicBezTo>
                  <a:cubicBezTo>
                    <a:pt x="63" y="289"/>
                    <a:pt x="69" y="288"/>
                    <a:pt x="74" y="287"/>
                  </a:cubicBezTo>
                  <a:cubicBezTo>
                    <a:pt x="74" y="294"/>
                    <a:pt x="74" y="301"/>
                    <a:pt x="74" y="308"/>
                  </a:cubicBezTo>
                  <a:close/>
                  <a:moveTo>
                    <a:pt x="74" y="268"/>
                  </a:moveTo>
                  <a:cubicBezTo>
                    <a:pt x="69" y="269"/>
                    <a:pt x="63" y="270"/>
                    <a:pt x="58" y="271"/>
                  </a:cubicBezTo>
                  <a:cubicBezTo>
                    <a:pt x="58" y="264"/>
                    <a:pt x="58" y="257"/>
                    <a:pt x="58" y="250"/>
                  </a:cubicBezTo>
                  <a:cubicBezTo>
                    <a:pt x="63" y="249"/>
                    <a:pt x="69" y="248"/>
                    <a:pt x="74" y="247"/>
                  </a:cubicBezTo>
                  <a:cubicBezTo>
                    <a:pt x="74" y="254"/>
                    <a:pt x="74" y="261"/>
                    <a:pt x="74" y="268"/>
                  </a:cubicBezTo>
                  <a:close/>
                  <a:moveTo>
                    <a:pt x="74" y="227"/>
                  </a:moveTo>
                  <a:cubicBezTo>
                    <a:pt x="69" y="228"/>
                    <a:pt x="63" y="229"/>
                    <a:pt x="58" y="230"/>
                  </a:cubicBezTo>
                  <a:cubicBezTo>
                    <a:pt x="58" y="224"/>
                    <a:pt x="58" y="217"/>
                    <a:pt x="58" y="210"/>
                  </a:cubicBezTo>
                  <a:cubicBezTo>
                    <a:pt x="63" y="209"/>
                    <a:pt x="69" y="207"/>
                    <a:pt x="74" y="206"/>
                  </a:cubicBezTo>
                  <a:cubicBezTo>
                    <a:pt x="74" y="213"/>
                    <a:pt x="74" y="220"/>
                    <a:pt x="74" y="227"/>
                  </a:cubicBezTo>
                  <a:close/>
                  <a:moveTo>
                    <a:pt x="58" y="190"/>
                  </a:moveTo>
                  <a:cubicBezTo>
                    <a:pt x="58" y="183"/>
                    <a:pt x="58" y="177"/>
                    <a:pt x="58" y="170"/>
                  </a:cubicBezTo>
                  <a:cubicBezTo>
                    <a:pt x="63" y="168"/>
                    <a:pt x="69" y="167"/>
                    <a:pt x="74" y="165"/>
                  </a:cubicBezTo>
                  <a:cubicBezTo>
                    <a:pt x="74" y="172"/>
                    <a:pt x="74" y="179"/>
                    <a:pt x="74" y="186"/>
                  </a:cubicBezTo>
                  <a:cubicBezTo>
                    <a:pt x="69" y="188"/>
                    <a:pt x="63" y="189"/>
                    <a:pt x="58" y="190"/>
                  </a:cubicBezTo>
                  <a:close/>
                  <a:moveTo>
                    <a:pt x="74" y="146"/>
                  </a:moveTo>
                  <a:cubicBezTo>
                    <a:pt x="69" y="147"/>
                    <a:pt x="63" y="148"/>
                    <a:pt x="58" y="150"/>
                  </a:cubicBezTo>
                  <a:cubicBezTo>
                    <a:pt x="58" y="143"/>
                    <a:pt x="58" y="136"/>
                    <a:pt x="58" y="130"/>
                  </a:cubicBezTo>
                  <a:cubicBezTo>
                    <a:pt x="63" y="128"/>
                    <a:pt x="69" y="126"/>
                    <a:pt x="74" y="125"/>
                  </a:cubicBezTo>
                  <a:cubicBezTo>
                    <a:pt x="74" y="132"/>
                    <a:pt x="74" y="139"/>
                    <a:pt x="74" y="146"/>
                  </a:cubicBezTo>
                  <a:close/>
                  <a:moveTo>
                    <a:pt x="58" y="89"/>
                  </a:moveTo>
                  <a:cubicBezTo>
                    <a:pt x="74" y="84"/>
                    <a:pt x="74" y="84"/>
                    <a:pt x="74" y="84"/>
                  </a:cubicBezTo>
                  <a:cubicBezTo>
                    <a:pt x="74" y="105"/>
                    <a:pt x="74" y="105"/>
                    <a:pt x="74" y="105"/>
                  </a:cubicBezTo>
                  <a:cubicBezTo>
                    <a:pt x="58" y="110"/>
                    <a:pt x="58" y="110"/>
                    <a:pt x="58" y="110"/>
                  </a:cubicBezTo>
                  <a:lnTo>
                    <a:pt x="58" y="89"/>
                  </a:lnTo>
                  <a:close/>
                  <a:moveTo>
                    <a:pt x="43" y="793"/>
                  </a:moveTo>
                  <a:cubicBezTo>
                    <a:pt x="29" y="791"/>
                    <a:pt x="29" y="791"/>
                    <a:pt x="29" y="791"/>
                  </a:cubicBezTo>
                  <a:cubicBezTo>
                    <a:pt x="29" y="772"/>
                    <a:pt x="29" y="772"/>
                    <a:pt x="29" y="772"/>
                  </a:cubicBezTo>
                  <a:cubicBezTo>
                    <a:pt x="43" y="773"/>
                    <a:pt x="43" y="773"/>
                    <a:pt x="43" y="773"/>
                  </a:cubicBezTo>
                  <a:lnTo>
                    <a:pt x="43" y="793"/>
                  </a:lnTo>
                  <a:close/>
                  <a:moveTo>
                    <a:pt x="43" y="753"/>
                  </a:moveTo>
                  <a:cubicBezTo>
                    <a:pt x="38" y="752"/>
                    <a:pt x="33" y="752"/>
                    <a:pt x="28" y="751"/>
                  </a:cubicBezTo>
                  <a:cubicBezTo>
                    <a:pt x="28" y="745"/>
                    <a:pt x="28" y="738"/>
                    <a:pt x="28" y="732"/>
                  </a:cubicBezTo>
                  <a:cubicBezTo>
                    <a:pt x="33" y="732"/>
                    <a:pt x="38" y="733"/>
                    <a:pt x="43" y="733"/>
                  </a:cubicBezTo>
                  <a:cubicBezTo>
                    <a:pt x="43" y="739"/>
                    <a:pt x="43" y="746"/>
                    <a:pt x="43" y="753"/>
                  </a:cubicBezTo>
                  <a:close/>
                  <a:moveTo>
                    <a:pt x="43" y="713"/>
                  </a:moveTo>
                  <a:cubicBezTo>
                    <a:pt x="38" y="712"/>
                    <a:pt x="33" y="712"/>
                    <a:pt x="28" y="711"/>
                  </a:cubicBezTo>
                  <a:cubicBezTo>
                    <a:pt x="28" y="705"/>
                    <a:pt x="28" y="699"/>
                    <a:pt x="28" y="692"/>
                  </a:cubicBezTo>
                  <a:cubicBezTo>
                    <a:pt x="33" y="693"/>
                    <a:pt x="38" y="693"/>
                    <a:pt x="43" y="693"/>
                  </a:cubicBezTo>
                  <a:cubicBezTo>
                    <a:pt x="43" y="700"/>
                    <a:pt x="43" y="706"/>
                    <a:pt x="43" y="713"/>
                  </a:cubicBezTo>
                  <a:close/>
                  <a:moveTo>
                    <a:pt x="43" y="673"/>
                  </a:moveTo>
                  <a:cubicBezTo>
                    <a:pt x="38" y="673"/>
                    <a:pt x="33" y="672"/>
                    <a:pt x="28" y="672"/>
                  </a:cubicBezTo>
                  <a:cubicBezTo>
                    <a:pt x="28" y="666"/>
                    <a:pt x="28" y="659"/>
                    <a:pt x="28" y="653"/>
                  </a:cubicBezTo>
                  <a:cubicBezTo>
                    <a:pt x="33" y="653"/>
                    <a:pt x="38" y="653"/>
                    <a:pt x="43" y="653"/>
                  </a:cubicBezTo>
                  <a:cubicBezTo>
                    <a:pt x="43" y="660"/>
                    <a:pt x="43" y="666"/>
                    <a:pt x="43" y="673"/>
                  </a:cubicBezTo>
                  <a:close/>
                  <a:moveTo>
                    <a:pt x="42" y="633"/>
                  </a:moveTo>
                  <a:cubicBezTo>
                    <a:pt x="38" y="633"/>
                    <a:pt x="33" y="633"/>
                    <a:pt x="28" y="632"/>
                  </a:cubicBezTo>
                  <a:cubicBezTo>
                    <a:pt x="28" y="626"/>
                    <a:pt x="28" y="620"/>
                    <a:pt x="28" y="613"/>
                  </a:cubicBezTo>
                  <a:cubicBezTo>
                    <a:pt x="33" y="613"/>
                    <a:pt x="38" y="613"/>
                    <a:pt x="42" y="613"/>
                  </a:cubicBezTo>
                  <a:cubicBezTo>
                    <a:pt x="42" y="620"/>
                    <a:pt x="42" y="626"/>
                    <a:pt x="42" y="633"/>
                  </a:cubicBezTo>
                  <a:close/>
                  <a:moveTo>
                    <a:pt x="42" y="593"/>
                  </a:moveTo>
                  <a:cubicBezTo>
                    <a:pt x="38" y="593"/>
                    <a:pt x="33" y="593"/>
                    <a:pt x="28" y="593"/>
                  </a:cubicBezTo>
                  <a:cubicBezTo>
                    <a:pt x="28" y="586"/>
                    <a:pt x="28" y="580"/>
                    <a:pt x="28" y="574"/>
                  </a:cubicBezTo>
                  <a:cubicBezTo>
                    <a:pt x="33" y="574"/>
                    <a:pt x="38" y="573"/>
                    <a:pt x="42" y="573"/>
                  </a:cubicBezTo>
                  <a:cubicBezTo>
                    <a:pt x="42" y="580"/>
                    <a:pt x="42" y="586"/>
                    <a:pt x="42" y="593"/>
                  </a:cubicBezTo>
                  <a:close/>
                  <a:moveTo>
                    <a:pt x="42" y="553"/>
                  </a:moveTo>
                  <a:cubicBezTo>
                    <a:pt x="37" y="553"/>
                    <a:pt x="33" y="553"/>
                    <a:pt x="28" y="553"/>
                  </a:cubicBezTo>
                  <a:cubicBezTo>
                    <a:pt x="28" y="547"/>
                    <a:pt x="28" y="540"/>
                    <a:pt x="28" y="534"/>
                  </a:cubicBezTo>
                  <a:cubicBezTo>
                    <a:pt x="33" y="534"/>
                    <a:pt x="37" y="534"/>
                    <a:pt x="42" y="533"/>
                  </a:cubicBezTo>
                  <a:cubicBezTo>
                    <a:pt x="42" y="540"/>
                    <a:pt x="42" y="546"/>
                    <a:pt x="42" y="553"/>
                  </a:cubicBezTo>
                  <a:close/>
                  <a:moveTo>
                    <a:pt x="42" y="513"/>
                  </a:moveTo>
                  <a:cubicBezTo>
                    <a:pt x="37" y="513"/>
                    <a:pt x="33" y="513"/>
                    <a:pt x="28" y="514"/>
                  </a:cubicBezTo>
                  <a:cubicBezTo>
                    <a:pt x="28" y="507"/>
                    <a:pt x="28" y="501"/>
                    <a:pt x="28" y="495"/>
                  </a:cubicBezTo>
                  <a:cubicBezTo>
                    <a:pt x="33" y="494"/>
                    <a:pt x="37" y="494"/>
                    <a:pt x="42" y="493"/>
                  </a:cubicBezTo>
                  <a:cubicBezTo>
                    <a:pt x="42" y="500"/>
                    <a:pt x="42" y="507"/>
                    <a:pt x="42" y="513"/>
                  </a:cubicBezTo>
                  <a:close/>
                  <a:moveTo>
                    <a:pt x="42" y="473"/>
                  </a:moveTo>
                  <a:cubicBezTo>
                    <a:pt x="37" y="474"/>
                    <a:pt x="32" y="474"/>
                    <a:pt x="28" y="474"/>
                  </a:cubicBezTo>
                  <a:cubicBezTo>
                    <a:pt x="28" y="468"/>
                    <a:pt x="28" y="461"/>
                    <a:pt x="28" y="455"/>
                  </a:cubicBezTo>
                  <a:cubicBezTo>
                    <a:pt x="32" y="454"/>
                    <a:pt x="37" y="454"/>
                    <a:pt x="42" y="454"/>
                  </a:cubicBezTo>
                  <a:cubicBezTo>
                    <a:pt x="42" y="460"/>
                    <a:pt x="42" y="467"/>
                    <a:pt x="42" y="473"/>
                  </a:cubicBezTo>
                  <a:close/>
                  <a:moveTo>
                    <a:pt x="42" y="433"/>
                  </a:moveTo>
                  <a:cubicBezTo>
                    <a:pt x="37" y="434"/>
                    <a:pt x="32" y="434"/>
                    <a:pt x="28" y="434"/>
                  </a:cubicBezTo>
                  <a:cubicBezTo>
                    <a:pt x="28" y="428"/>
                    <a:pt x="28" y="422"/>
                    <a:pt x="28" y="415"/>
                  </a:cubicBezTo>
                  <a:cubicBezTo>
                    <a:pt x="32" y="415"/>
                    <a:pt x="37" y="414"/>
                    <a:pt x="42" y="414"/>
                  </a:cubicBezTo>
                  <a:cubicBezTo>
                    <a:pt x="42" y="420"/>
                    <a:pt x="42" y="427"/>
                    <a:pt x="42" y="433"/>
                  </a:cubicBezTo>
                  <a:close/>
                  <a:moveTo>
                    <a:pt x="42" y="393"/>
                  </a:moveTo>
                  <a:cubicBezTo>
                    <a:pt x="37" y="394"/>
                    <a:pt x="32" y="394"/>
                    <a:pt x="28" y="395"/>
                  </a:cubicBezTo>
                  <a:cubicBezTo>
                    <a:pt x="28" y="389"/>
                    <a:pt x="28" y="382"/>
                    <a:pt x="28" y="376"/>
                  </a:cubicBezTo>
                  <a:cubicBezTo>
                    <a:pt x="32" y="375"/>
                    <a:pt x="37" y="374"/>
                    <a:pt x="42" y="374"/>
                  </a:cubicBezTo>
                  <a:cubicBezTo>
                    <a:pt x="42" y="380"/>
                    <a:pt x="42" y="387"/>
                    <a:pt x="42" y="393"/>
                  </a:cubicBezTo>
                  <a:close/>
                  <a:moveTo>
                    <a:pt x="42" y="354"/>
                  </a:moveTo>
                  <a:cubicBezTo>
                    <a:pt x="37" y="354"/>
                    <a:pt x="32" y="355"/>
                    <a:pt x="27" y="355"/>
                  </a:cubicBezTo>
                  <a:cubicBezTo>
                    <a:pt x="27" y="349"/>
                    <a:pt x="27" y="343"/>
                    <a:pt x="27" y="336"/>
                  </a:cubicBezTo>
                  <a:cubicBezTo>
                    <a:pt x="32" y="335"/>
                    <a:pt x="37" y="335"/>
                    <a:pt x="42" y="334"/>
                  </a:cubicBezTo>
                  <a:cubicBezTo>
                    <a:pt x="42" y="340"/>
                    <a:pt x="42" y="347"/>
                    <a:pt x="42" y="354"/>
                  </a:cubicBezTo>
                  <a:close/>
                  <a:moveTo>
                    <a:pt x="42" y="314"/>
                  </a:moveTo>
                  <a:cubicBezTo>
                    <a:pt x="37" y="314"/>
                    <a:pt x="32" y="315"/>
                    <a:pt x="27" y="316"/>
                  </a:cubicBezTo>
                  <a:cubicBezTo>
                    <a:pt x="27" y="309"/>
                    <a:pt x="27" y="303"/>
                    <a:pt x="27" y="297"/>
                  </a:cubicBezTo>
                  <a:cubicBezTo>
                    <a:pt x="32" y="296"/>
                    <a:pt x="37" y="295"/>
                    <a:pt x="42" y="294"/>
                  </a:cubicBezTo>
                  <a:cubicBezTo>
                    <a:pt x="42" y="300"/>
                    <a:pt x="42" y="307"/>
                    <a:pt x="42" y="314"/>
                  </a:cubicBezTo>
                  <a:close/>
                  <a:moveTo>
                    <a:pt x="41" y="274"/>
                  </a:moveTo>
                  <a:cubicBezTo>
                    <a:pt x="37" y="275"/>
                    <a:pt x="32" y="275"/>
                    <a:pt x="27" y="276"/>
                  </a:cubicBezTo>
                  <a:cubicBezTo>
                    <a:pt x="27" y="270"/>
                    <a:pt x="27" y="263"/>
                    <a:pt x="27" y="257"/>
                  </a:cubicBezTo>
                  <a:cubicBezTo>
                    <a:pt x="32" y="256"/>
                    <a:pt x="37" y="255"/>
                    <a:pt x="41" y="254"/>
                  </a:cubicBezTo>
                  <a:cubicBezTo>
                    <a:pt x="41" y="261"/>
                    <a:pt x="41" y="267"/>
                    <a:pt x="41" y="274"/>
                  </a:cubicBezTo>
                  <a:close/>
                  <a:moveTo>
                    <a:pt x="41" y="234"/>
                  </a:moveTo>
                  <a:cubicBezTo>
                    <a:pt x="37" y="235"/>
                    <a:pt x="32" y="236"/>
                    <a:pt x="27" y="237"/>
                  </a:cubicBezTo>
                  <a:cubicBezTo>
                    <a:pt x="27" y="230"/>
                    <a:pt x="27" y="224"/>
                    <a:pt x="27" y="218"/>
                  </a:cubicBezTo>
                  <a:cubicBezTo>
                    <a:pt x="32" y="216"/>
                    <a:pt x="37" y="215"/>
                    <a:pt x="41" y="214"/>
                  </a:cubicBezTo>
                  <a:cubicBezTo>
                    <a:pt x="41" y="221"/>
                    <a:pt x="41" y="227"/>
                    <a:pt x="41" y="234"/>
                  </a:cubicBezTo>
                  <a:close/>
                  <a:moveTo>
                    <a:pt x="41" y="194"/>
                  </a:moveTo>
                  <a:cubicBezTo>
                    <a:pt x="36" y="195"/>
                    <a:pt x="32" y="196"/>
                    <a:pt x="27" y="197"/>
                  </a:cubicBezTo>
                  <a:cubicBezTo>
                    <a:pt x="27" y="191"/>
                    <a:pt x="27" y="184"/>
                    <a:pt x="27" y="178"/>
                  </a:cubicBezTo>
                  <a:cubicBezTo>
                    <a:pt x="32" y="177"/>
                    <a:pt x="36" y="175"/>
                    <a:pt x="41" y="174"/>
                  </a:cubicBezTo>
                  <a:cubicBezTo>
                    <a:pt x="41" y="181"/>
                    <a:pt x="41" y="187"/>
                    <a:pt x="41" y="194"/>
                  </a:cubicBezTo>
                  <a:close/>
                  <a:moveTo>
                    <a:pt x="41" y="154"/>
                  </a:moveTo>
                  <a:cubicBezTo>
                    <a:pt x="36" y="155"/>
                    <a:pt x="32" y="156"/>
                    <a:pt x="27" y="157"/>
                  </a:cubicBezTo>
                  <a:cubicBezTo>
                    <a:pt x="27" y="151"/>
                    <a:pt x="27" y="145"/>
                    <a:pt x="27" y="138"/>
                  </a:cubicBezTo>
                  <a:cubicBezTo>
                    <a:pt x="32" y="137"/>
                    <a:pt x="36" y="136"/>
                    <a:pt x="41" y="134"/>
                  </a:cubicBezTo>
                  <a:cubicBezTo>
                    <a:pt x="41" y="141"/>
                    <a:pt x="41" y="147"/>
                    <a:pt x="41" y="154"/>
                  </a:cubicBezTo>
                  <a:close/>
                  <a:moveTo>
                    <a:pt x="27" y="99"/>
                  </a:moveTo>
                  <a:cubicBezTo>
                    <a:pt x="41" y="94"/>
                    <a:pt x="41" y="94"/>
                    <a:pt x="41" y="94"/>
                  </a:cubicBezTo>
                  <a:cubicBezTo>
                    <a:pt x="41" y="114"/>
                    <a:pt x="41" y="114"/>
                    <a:pt x="41" y="114"/>
                  </a:cubicBezTo>
                  <a:cubicBezTo>
                    <a:pt x="27" y="118"/>
                    <a:pt x="27" y="118"/>
                    <a:pt x="27" y="118"/>
                  </a:cubicBezTo>
                  <a:lnTo>
                    <a:pt x="27" y="99"/>
                  </a:lnTo>
                  <a:close/>
                </a:path>
              </a:pathLst>
            </a:custGeom>
            <a:solidFill>
              <a:srgbClr val="E62A79"/>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 name="Freeform 21"/>
            <p:cNvSpPr>
              <a:spLocks noEditPoints="1"/>
            </p:cNvSpPr>
            <p:nvPr/>
          </p:nvSpPr>
          <p:spPr bwMode="auto">
            <a:xfrm>
              <a:off x="6843713" y="1635125"/>
              <a:ext cx="431800" cy="3649663"/>
            </a:xfrm>
            <a:custGeom>
              <a:avLst/>
              <a:gdLst>
                <a:gd name="T0" fmla="*/ 0 w 217"/>
                <a:gd name="T1" fmla="*/ 0 h 1836"/>
                <a:gd name="T2" fmla="*/ 0 w 217"/>
                <a:gd name="T3" fmla="*/ 1836 h 1836"/>
                <a:gd name="T4" fmla="*/ 217 w 217"/>
                <a:gd name="T5" fmla="*/ 1776 h 1836"/>
                <a:gd name="T6" fmla="*/ 217 w 217"/>
                <a:gd name="T7" fmla="*/ 73 h 1836"/>
                <a:gd name="T8" fmla="*/ 0 w 217"/>
                <a:gd name="T9" fmla="*/ 0 h 1836"/>
                <a:gd name="T10" fmla="*/ 166 w 217"/>
                <a:gd name="T11" fmla="*/ 1705 h 1836"/>
                <a:gd name="T12" fmla="*/ 43 w 217"/>
                <a:gd name="T13" fmla="*/ 1738 h 1836"/>
                <a:gd name="T14" fmla="*/ 43 w 217"/>
                <a:gd name="T15" fmla="*/ 1689 h 1836"/>
                <a:gd name="T16" fmla="*/ 166 w 217"/>
                <a:gd name="T17" fmla="*/ 1666 h 1836"/>
                <a:gd name="T18" fmla="*/ 166 w 217"/>
                <a:gd name="T19" fmla="*/ 1705 h 1836"/>
                <a:gd name="T20" fmla="*/ 166 w 217"/>
                <a:gd name="T21" fmla="*/ 1536 h 1836"/>
                <a:gd name="T22" fmla="*/ 43 w 217"/>
                <a:gd name="T23" fmla="*/ 1562 h 1836"/>
                <a:gd name="T24" fmla="*/ 43 w 217"/>
                <a:gd name="T25" fmla="*/ 1513 h 1836"/>
                <a:gd name="T26" fmla="*/ 166 w 217"/>
                <a:gd name="T27" fmla="*/ 1496 h 1836"/>
                <a:gd name="T28" fmla="*/ 166 w 217"/>
                <a:gd name="T29" fmla="*/ 1536 h 1836"/>
                <a:gd name="T30" fmla="*/ 166 w 217"/>
                <a:gd name="T31" fmla="*/ 1366 h 1836"/>
                <a:gd name="T32" fmla="*/ 43 w 217"/>
                <a:gd name="T33" fmla="*/ 1385 h 1836"/>
                <a:gd name="T34" fmla="*/ 43 w 217"/>
                <a:gd name="T35" fmla="*/ 1336 h 1836"/>
                <a:gd name="T36" fmla="*/ 166 w 217"/>
                <a:gd name="T37" fmla="*/ 1326 h 1836"/>
                <a:gd name="T38" fmla="*/ 166 w 217"/>
                <a:gd name="T39" fmla="*/ 1366 h 1836"/>
                <a:gd name="T40" fmla="*/ 166 w 217"/>
                <a:gd name="T41" fmla="*/ 1197 h 1836"/>
                <a:gd name="T42" fmla="*/ 43 w 217"/>
                <a:gd name="T43" fmla="*/ 1209 h 1836"/>
                <a:gd name="T44" fmla="*/ 43 w 217"/>
                <a:gd name="T45" fmla="*/ 1160 h 1836"/>
                <a:gd name="T46" fmla="*/ 166 w 217"/>
                <a:gd name="T47" fmla="*/ 1156 h 1836"/>
                <a:gd name="T48" fmla="*/ 166 w 217"/>
                <a:gd name="T49" fmla="*/ 1197 h 1836"/>
                <a:gd name="T50" fmla="*/ 166 w 217"/>
                <a:gd name="T51" fmla="*/ 1027 h 1836"/>
                <a:gd name="T52" fmla="*/ 43 w 217"/>
                <a:gd name="T53" fmla="*/ 1032 h 1836"/>
                <a:gd name="T54" fmla="*/ 43 w 217"/>
                <a:gd name="T55" fmla="*/ 983 h 1836"/>
                <a:gd name="T56" fmla="*/ 166 w 217"/>
                <a:gd name="T57" fmla="*/ 986 h 1836"/>
                <a:gd name="T58" fmla="*/ 166 w 217"/>
                <a:gd name="T59" fmla="*/ 1027 h 1836"/>
                <a:gd name="T60" fmla="*/ 166 w 217"/>
                <a:gd name="T61" fmla="*/ 858 h 1836"/>
                <a:gd name="T62" fmla="*/ 43 w 217"/>
                <a:gd name="T63" fmla="*/ 856 h 1836"/>
                <a:gd name="T64" fmla="*/ 43 w 217"/>
                <a:gd name="T65" fmla="*/ 807 h 1836"/>
                <a:gd name="T66" fmla="*/ 166 w 217"/>
                <a:gd name="T67" fmla="*/ 815 h 1836"/>
                <a:gd name="T68" fmla="*/ 166 w 217"/>
                <a:gd name="T69" fmla="*/ 858 h 1836"/>
                <a:gd name="T70" fmla="*/ 166 w 217"/>
                <a:gd name="T71" fmla="*/ 688 h 1836"/>
                <a:gd name="T72" fmla="*/ 43 w 217"/>
                <a:gd name="T73" fmla="*/ 679 h 1836"/>
                <a:gd name="T74" fmla="*/ 43 w 217"/>
                <a:gd name="T75" fmla="*/ 630 h 1836"/>
                <a:gd name="T76" fmla="*/ 166 w 217"/>
                <a:gd name="T77" fmla="*/ 645 h 1836"/>
                <a:gd name="T78" fmla="*/ 166 w 217"/>
                <a:gd name="T79" fmla="*/ 688 h 1836"/>
                <a:gd name="T80" fmla="*/ 166 w 217"/>
                <a:gd name="T81" fmla="*/ 519 h 1836"/>
                <a:gd name="T82" fmla="*/ 43 w 217"/>
                <a:gd name="T83" fmla="*/ 502 h 1836"/>
                <a:gd name="T84" fmla="*/ 43 w 217"/>
                <a:gd name="T85" fmla="*/ 454 h 1836"/>
                <a:gd name="T86" fmla="*/ 166 w 217"/>
                <a:gd name="T87" fmla="*/ 475 h 1836"/>
                <a:gd name="T88" fmla="*/ 166 w 217"/>
                <a:gd name="T89" fmla="*/ 519 h 1836"/>
                <a:gd name="T90" fmla="*/ 166 w 217"/>
                <a:gd name="T91" fmla="*/ 349 h 1836"/>
                <a:gd name="T92" fmla="*/ 43 w 217"/>
                <a:gd name="T93" fmla="*/ 326 h 1836"/>
                <a:gd name="T94" fmla="*/ 43 w 217"/>
                <a:gd name="T95" fmla="*/ 277 h 1836"/>
                <a:gd name="T96" fmla="*/ 166 w 217"/>
                <a:gd name="T97" fmla="*/ 305 h 1836"/>
                <a:gd name="T98" fmla="*/ 166 w 217"/>
                <a:gd name="T99" fmla="*/ 349 h 1836"/>
                <a:gd name="T100" fmla="*/ 166 w 217"/>
                <a:gd name="T101" fmla="*/ 180 h 1836"/>
                <a:gd name="T102" fmla="*/ 43 w 217"/>
                <a:gd name="T103" fmla="*/ 150 h 1836"/>
                <a:gd name="T104" fmla="*/ 43 w 217"/>
                <a:gd name="T105" fmla="*/ 101 h 1836"/>
                <a:gd name="T106" fmla="*/ 166 w 217"/>
                <a:gd name="T107" fmla="*/ 135 h 1836"/>
                <a:gd name="T108" fmla="*/ 166 w 217"/>
                <a:gd name="T109" fmla="*/ 180 h 1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7" h="1836">
                  <a:moveTo>
                    <a:pt x="0" y="0"/>
                  </a:moveTo>
                  <a:cubicBezTo>
                    <a:pt x="0" y="1836"/>
                    <a:pt x="0" y="1836"/>
                    <a:pt x="0" y="1836"/>
                  </a:cubicBezTo>
                  <a:cubicBezTo>
                    <a:pt x="217" y="1776"/>
                    <a:pt x="217" y="1776"/>
                    <a:pt x="217" y="1776"/>
                  </a:cubicBezTo>
                  <a:cubicBezTo>
                    <a:pt x="217" y="73"/>
                    <a:pt x="217" y="73"/>
                    <a:pt x="217" y="73"/>
                  </a:cubicBezTo>
                  <a:lnTo>
                    <a:pt x="0" y="0"/>
                  </a:lnTo>
                  <a:close/>
                  <a:moveTo>
                    <a:pt x="166" y="1705"/>
                  </a:moveTo>
                  <a:cubicBezTo>
                    <a:pt x="43" y="1738"/>
                    <a:pt x="43" y="1738"/>
                    <a:pt x="43" y="1738"/>
                  </a:cubicBezTo>
                  <a:cubicBezTo>
                    <a:pt x="43" y="1689"/>
                    <a:pt x="43" y="1689"/>
                    <a:pt x="43" y="1689"/>
                  </a:cubicBezTo>
                  <a:cubicBezTo>
                    <a:pt x="166" y="1666"/>
                    <a:pt x="166" y="1666"/>
                    <a:pt x="166" y="1666"/>
                  </a:cubicBezTo>
                  <a:lnTo>
                    <a:pt x="166" y="1705"/>
                  </a:lnTo>
                  <a:close/>
                  <a:moveTo>
                    <a:pt x="166" y="1536"/>
                  </a:moveTo>
                  <a:cubicBezTo>
                    <a:pt x="125" y="1544"/>
                    <a:pt x="84" y="1553"/>
                    <a:pt x="43" y="1562"/>
                  </a:cubicBezTo>
                  <a:cubicBezTo>
                    <a:pt x="43" y="1545"/>
                    <a:pt x="43" y="1529"/>
                    <a:pt x="43" y="1513"/>
                  </a:cubicBezTo>
                  <a:cubicBezTo>
                    <a:pt x="84" y="1507"/>
                    <a:pt x="125" y="1502"/>
                    <a:pt x="166" y="1496"/>
                  </a:cubicBezTo>
                  <a:cubicBezTo>
                    <a:pt x="166" y="1509"/>
                    <a:pt x="166" y="1522"/>
                    <a:pt x="166" y="1536"/>
                  </a:cubicBezTo>
                  <a:close/>
                  <a:moveTo>
                    <a:pt x="166" y="1366"/>
                  </a:moveTo>
                  <a:cubicBezTo>
                    <a:pt x="125" y="1372"/>
                    <a:pt x="84" y="1379"/>
                    <a:pt x="43" y="1385"/>
                  </a:cubicBezTo>
                  <a:cubicBezTo>
                    <a:pt x="43" y="1369"/>
                    <a:pt x="43" y="1353"/>
                    <a:pt x="43" y="1336"/>
                  </a:cubicBezTo>
                  <a:cubicBezTo>
                    <a:pt x="84" y="1333"/>
                    <a:pt x="125" y="1329"/>
                    <a:pt x="166" y="1326"/>
                  </a:cubicBezTo>
                  <a:cubicBezTo>
                    <a:pt x="166" y="1339"/>
                    <a:pt x="166" y="1353"/>
                    <a:pt x="166" y="1366"/>
                  </a:cubicBezTo>
                  <a:close/>
                  <a:moveTo>
                    <a:pt x="166" y="1197"/>
                  </a:moveTo>
                  <a:cubicBezTo>
                    <a:pt x="125" y="1201"/>
                    <a:pt x="84" y="1205"/>
                    <a:pt x="43" y="1209"/>
                  </a:cubicBezTo>
                  <a:cubicBezTo>
                    <a:pt x="43" y="1192"/>
                    <a:pt x="43" y="1176"/>
                    <a:pt x="43" y="1160"/>
                  </a:cubicBezTo>
                  <a:cubicBezTo>
                    <a:pt x="84" y="1159"/>
                    <a:pt x="125" y="1157"/>
                    <a:pt x="166" y="1156"/>
                  </a:cubicBezTo>
                  <a:cubicBezTo>
                    <a:pt x="166" y="1169"/>
                    <a:pt x="166" y="1183"/>
                    <a:pt x="166" y="1197"/>
                  </a:cubicBezTo>
                  <a:close/>
                  <a:moveTo>
                    <a:pt x="166" y="1027"/>
                  </a:moveTo>
                  <a:cubicBezTo>
                    <a:pt x="125" y="1029"/>
                    <a:pt x="84" y="1030"/>
                    <a:pt x="43" y="1032"/>
                  </a:cubicBezTo>
                  <a:cubicBezTo>
                    <a:pt x="43" y="1016"/>
                    <a:pt x="43" y="1000"/>
                    <a:pt x="43" y="983"/>
                  </a:cubicBezTo>
                  <a:cubicBezTo>
                    <a:pt x="84" y="984"/>
                    <a:pt x="125" y="985"/>
                    <a:pt x="166" y="986"/>
                  </a:cubicBezTo>
                  <a:cubicBezTo>
                    <a:pt x="166" y="999"/>
                    <a:pt x="166" y="1013"/>
                    <a:pt x="166" y="1027"/>
                  </a:cubicBezTo>
                  <a:close/>
                  <a:moveTo>
                    <a:pt x="166" y="858"/>
                  </a:moveTo>
                  <a:cubicBezTo>
                    <a:pt x="125" y="857"/>
                    <a:pt x="84" y="856"/>
                    <a:pt x="43" y="856"/>
                  </a:cubicBezTo>
                  <a:cubicBezTo>
                    <a:pt x="43" y="839"/>
                    <a:pt x="43" y="823"/>
                    <a:pt x="43" y="807"/>
                  </a:cubicBezTo>
                  <a:cubicBezTo>
                    <a:pt x="84" y="810"/>
                    <a:pt x="125" y="813"/>
                    <a:pt x="166" y="815"/>
                  </a:cubicBezTo>
                  <a:cubicBezTo>
                    <a:pt x="166" y="830"/>
                    <a:pt x="166" y="844"/>
                    <a:pt x="166" y="858"/>
                  </a:cubicBezTo>
                  <a:close/>
                  <a:moveTo>
                    <a:pt x="166" y="688"/>
                  </a:moveTo>
                  <a:cubicBezTo>
                    <a:pt x="125" y="685"/>
                    <a:pt x="84" y="682"/>
                    <a:pt x="43" y="679"/>
                  </a:cubicBezTo>
                  <a:cubicBezTo>
                    <a:pt x="43" y="663"/>
                    <a:pt x="43" y="647"/>
                    <a:pt x="43" y="630"/>
                  </a:cubicBezTo>
                  <a:cubicBezTo>
                    <a:pt x="84" y="635"/>
                    <a:pt x="125" y="640"/>
                    <a:pt x="166" y="645"/>
                  </a:cubicBezTo>
                  <a:cubicBezTo>
                    <a:pt x="166" y="660"/>
                    <a:pt x="166" y="674"/>
                    <a:pt x="166" y="688"/>
                  </a:cubicBezTo>
                  <a:close/>
                  <a:moveTo>
                    <a:pt x="166" y="519"/>
                  </a:moveTo>
                  <a:cubicBezTo>
                    <a:pt x="125" y="513"/>
                    <a:pt x="84" y="508"/>
                    <a:pt x="43" y="502"/>
                  </a:cubicBezTo>
                  <a:cubicBezTo>
                    <a:pt x="43" y="486"/>
                    <a:pt x="43" y="470"/>
                    <a:pt x="43" y="454"/>
                  </a:cubicBezTo>
                  <a:cubicBezTo>
                    <a:pt x="84" y="461"/>
                    <a:pt x="125" y="468"/>
                    <a:pt x="166" y="475"/>
                  </a:cubicBezTo>
                  <a:cubicBezTo>
                    <a:pt x="166" y="490"/>
                    <a:pt x="166" y="504"/>
                    <a:pt x="166" y="519"/>
                  </a:cubicBezTo>
                  <a:close/>
                  <a:moveTo>
                    <a:pt x="166" y="349"/>
                  </a:moveTo>
                  <a:cubicBezTo>
                    <a:pt x="125" y="342"/>
                    <a:pt x="84" y="334"/>
                    <a:pt x="43" y="326"/>
                  </a:cubicBezTo>
                  <a:cubicBezTo>
                    <a:pt x="43" y="310"/>
                    <a:pt x="43" y="294"/>
                    <a:pt x="43" y="277"/>
                  </a:cubicBezTo>
                  <a:cubicBezTo>
                    <a:pt x="84" y="287"/>
                    <a:pt x="125" y="296"/>
                    <a:pt x="166" y="305"/>
                  </a:cubicBezTo>
                  <a:cubicBezTo>
                    <a:pt x="166" y="320"/>
                    <a:pt x="166" y="335"/>
                    <a:pt x="166" y="349"/>
                  </a:cubicBezTo>
                  <a:close/>
                  <a:moveTo>
                    <a:pt x="166" y="180"/>
                  </a:moveTo>
                  <a:cubicBezTo>
                    <a:pt x="43" y="150"/>
                    <a:pt x="43" y="150"/>
                    <a:pt x="43" y="150"/>
                  </a:cubicBezTo>
                  <a:cubicBezTo>
                    <a:pt x="43" y="101"/>
                    <a:pt x="43" y="101"/>
                    <a:pt x="43" y="101"/>
                  </a:cubicBezTo>
                  <a:cubicBezTo>
                    <a:pt x="166" y="135"/>
                    <a:pt x="166" y="135"/>
                    <a:pt x="166" y="135"/>
                  </a:cubicBezTo>
                  <a:lnTo>
                    <a:pt x="166" y="180"/>
                  </a:lnTo>
                  <a:close/>
                </a:path>
              </a:pathLst>
            </a:custGeom>
            <a:solidFill>
              <a:srgbClr val="F6931E"/>
            </a:solidFill>
            <a:ln w="9525">
              <a:noFill/>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75" name="Freeform 74"/>
            <p:cNvSpPr>
              <a:spLocks/>
            </p:cNvSpPr>
            <p:nvPr/>
          </p:nvSpPr>
          <p:spPr bwMode="auto">
            <a:xfrm>
              <a:off x="4573588" y="2028825"/>
              <a:ext cx="1279525" cy="306388"/>
            </a:xfrm>
            <a:custGeom>
              <a:avLst/>
              <a:gdLst>
                <a:gd name="T0" fmla="*/ 796 w 806"/>
                <a:gd name="T1" fmla="*/ 193 h 193"/>
                <a:gd name="T2" fmla="*/ 618 w 806"/>
                <a:gd name="T3" fmla="*/ 15 h 193"/>
                <a:gd name="T4" fmla="*/ 0 w 806"/>
                <a:gd name="T5" fmla="*/ 15 h 193"/>
                <a:gd name="T6" fmla="*/ 0 w 806"/>
                <a:gd name="T7" fmla="*/ 0 h 193"/>
                <a:gd name="T8" fmla="*/ 625 w 806"/>
                <a:gd name="T9" fmla="*/ 0 h 193"/>
                <a:gd name="T10" fmla="*/ 806 w 806"/>
                <a:gd name="T11" fmla="*/ 183 h 193"/>
                <a:gd name="T12" fmla="*/ 796 w 806"/>
                <a:gd name="T13" fmla="*/ 193 h 193"/>
              </a:gdLst>
              <a:ahLst/>
              <a:cxnLst>
                <a:cxn ang="0">
                  <a:pos x="T0" y="T1"/>
                </a:cxn>
                <a:cxn ang="0">
                  <a:pos x="T2" y="T3"/>
                </a:cxn>
                <a:cxn ang="0">
                  <a:pos x="T4" y="T5"/>
                </a:cxn>
                <a:cxn ang="0">
                  <a:pos x="T6" y="T7"/>
                </a:cxn>
                <a:cxn ang="0">
                  <a:pos x="T8" y="T9"/>
                </a:cxn>
                <a:cxn ang="0">
                  <a:pos x="T10" y="T11"/>
                </a:cxn>
                <a:cxn ang="0">
                  <a:pos x="T12" y="T13"/>
                </a:cxn>
              </a:cxnLst>
              <a:rect l="0" t="0" r="r" b="b"/>
              <a:pathLst>
                <a:path w="806" h="193">
                  <a:moveTo>
                    <a:pt x="796" y="193"/>
                  </a:moveTo>
                  <a:lnTo>
                    <a:pt x="618" y="15"/>
                  </a:lnTo>
                  <a:lnTo>
                    <a:pt x="0" y="15"/>
                  </a:lnTo>
                  <a:lnTo>
                    <a:pt x="0" y="0"/>
                  </a:lnTo>
                  <a:lnTo>
                    <a:pt x="625" y="0"/>
                  </a:lnTo>
                  <a:lnTo>
                    <a:pt x="806" y="183"/>
                  </a:lnTo>
                  <a:lnTo>
                    <a:pt x="796" y="193"/>
                  </a:lnTo>
                  <a:close/>
                </a:path>
              </a:pathLst>
            </a:custGeom>
            <a:solidFill>
              <a:srgbClr val="C1B7A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7" name="Freeform 76"/>
            <p:cNvSpPr>
              <a:spLocks/>
            </p:cNvSpPr>
            <p:nvPr/>
          </p:nvSpPr>
          <p:spPr bwMode="auto">
            <a:xfrm>
              <a:off x="7000875" y="1411288"/>
              <a:ext cx="1208088" cy="304800"/>
            </a:xfrm>
            <a:custGeom>
              <a:avLst/>
              <a:gdLst>
                <a:gd name="T0" fmla="*/ 10 w 761"/>
                <a:gd name="T1" fmla="*/ 192 h 192"/>
                <a:gd name="T2" fmla="*/ 0 w 761"/>
                <a:gd name="T3" fmla="*/ 181 h 192"/>
                <a:gd name="T4" fmla="*/ 181 w 761"/>
                <a:gd name="T5" fmla="*/ 0 h 192"/>
                <a:gd name="T6" fmla="*/ 761 w 761"/>
                <a:gd name="T7" fmla="*/ 0 h 192"/>
                <a:gd name="T8" fmla="*/ 761 w 761"/>
                <a:gd name="T9" fmla="*/ 15 h 192"/>
                <a:gd name="T10" fmla="*/ 188 w 761"/>
                <a:gd name="T11" fmla="*/ 15 h 192"/>
                <a:gd name="T12" fmla="*/ 10 w 761"/>
                <a:gd name="T13" fmla="*/ 192 h 192"/>
              </a:gdLst>
              <a:ahLst/>
              <a:cxnLst>
                <a:cxn ang="0">
                  <a:pos x="T0" y="T1"/>
                </a:cxn>
                <a:cxn ang="0">
                  <a:pos x="T2" y="T3"/>
                </a:cxn>
                <a:cxn ang="0">
                  <a:pos x="T4" y="T5"/>
                </a:cxn>
                <a:cxn ang="0">
                  <a:pos x="T6" y="T7"/>
                </a:cxn>
                <a:cxn ang="0">
                  <a:pos x="T8" y="T9"/>
                </a:cxn>
                <a:cxn ang="0">
                  <a:pos x="T10" y="T11"/>
                </a:cxn>
                <a:cxn ang="0">
                  <a:pos x="T12" y="T13"/>
                </a:cxn>
              </a:cxnLst>
              <a:rect l="0" t="0" r="r" b="b"/>
              <a:pathLst>
                <a:path w="761" h="192">
                  <a:moveTo>
                    <a:pt x="10" y="192"/>
                  </a:moveTo>
                  <a:lnTo>
                    <a:pt x="0" y="181"/>
                  </a:lnTo>
                  <a:lnTo>
                    <a:pt x="181" y="0"/>
                  </a:lnTo>
                  <a:lnTo>
                    <a:pt x="761" y="0"/>
                  </a:lnTo>
                  <a:lnTo>
                    <a:pt x="761" y="15"/>
                  </a:lnTo>
                  <a:lnTo>
                    <a:pt x="188" y="15"/>
                  </a:lnTo>
                  <a:lnTo>
                    <a:pt x="10" y="192"/>
                  </a:lnTo>
                  <a:close/>
                </a:path>
              </a:pathLst>
            </a:custGeom>
            <a:solidFill>
              <a:srgbClr val="F09A33"/>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2" name="Freeform 66"/>
            <p:cNvSpPr>
              <a:spLocks/>
            </p:cNvSpPr>
            <p:nvPr/>
          </p:nvSpPr>
          <p:spPr bwMode="auto">
            <a:xfrm>
              <a:off x="3536950" y="5118100"/>
              <a:ext cx="5303838" cy="903288"/>
            </a:xfrm>
            <a:custGeom>
              <a:avLst/>
              <a:gdLst>
                <a:gd name="T0" fmla="*/ 0 w 3341"/>
                <a:gd name="T1" fmla="*/ 78 h 569"/>
                <a:gd name="T2" fmla="*/ 1929 w 3341"/>
                <a:gd name="T3" fmla="*/ 569 h 569"/>
                <a:gd name="T4" fmla="*/ 3341 w 3341"/>
                <a:gd name="T5" fmla="*/ 3 h 569"/>
                <a:gd name="T6" fmla="*/ 3002 w 3341"/>
                <a:gd name="T7" fmla="*/ 0 h 569"/>
                <a:gd name="T8" fmla="*/ 2648 w 3341"/>
                <a:gd name="T9" fmla="*/ 92 h 569"/>
                <a:gd name="T10" fmla="*/ 2365 w 3341"/>
                <a:gd name="T11" fmla="*/ 50 h 569"/>
                <a:gd name="T12" fmla="*/ 2075 w 3341"/>
                <a:gd name="T13" fmla="*/ 134 h 569"/>
                <a:gd name="T14" fmla="*/ 1887 w 3341"/>
                <a:gd name="T15" fmla="*/ 108 h 569"/>
                <a:gd name="T16" fmla="*/ 1614 w 3341"/>
                <a:gd name="T17" fmla="*/ 178 h 569"/>
                <a:gd name="T18" fmla="*/ 1095 w 3341"/>
                <a:gd name="T19" fmla="*/ 94 h 569"/>
                <a:gd name="T20" fmla="*/ 727 w 3341"/>
                <a:gd name="T21" fmla="*/ 148 h 569"/>
                <a:gd name="T22" fmla="*/ 454 w 3341"/>
                <a:gd name="T23" fmla="*/ 78 h 569"/>
                <a:gd name="T24" fmla="*/ 0 w 3341"/>
                <a:gd name="T25" fmla="*/ 78 h 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41" h="569">
                  <a:moveTo>
                    <a:pt x="0" y="78"/>
                  </a:moveTo>
                  <a:lnTo>
                    <a:pt x="1929" y="569"/>
                  </a:lnTo>
                  <a:lnTo>
                    <a:pt x="3341" y="3"/>
                  </a:lnTo>
                  <a:lnTo>
                    <a:pt x="3002" y="0"/>
                  </a:lnTo>
                  <a:lnTo>
                    <a:pt x="2648" y="92"/>
                  </a:lnTo>
                  <a:lnTo>
                    <a:pt x="2365" y="50"/>
                  </a:lnTo>
                  <a:lnTo>
                    <a:pt x="2075" y="134"/>
                  </a:lnTo>
                  <a:lnTo>
                    <a:pt x="1887" y="108"/>
                  </a:lnTo>
                  <a:lnTo>
                    <a:pt x="1614" y="178"/>
                  </a:lnTo>
                  <a:lnTo>
                    <a:pt x="1095" y="94"/>
                  </a:lnTo>
                  <a:lnTo>
                    <a:pt x="727" y="148"/>
                  </a:lnTo>
                  <a:lnTo>
                    <a:pt x="454" y="78"/>
                  </a:lnTo>
                  <a:lnTo>
                    <a:pt x="0" y="78"/>
                  </a:lnTo>
                  <a:close/>
                </a:path>
              </a:pathLst>
            </a:custGeom>
            <a:solidFill>
              <a:srgbClr val="4B403A"/>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3" name="Freeform 78"/>
            <p:cNvSpPr>
              <a:spLocks/>
            </p:cNvSpPr>
            <p:nvPr/>
          </p:nvSpPr>
          <p:spPr bwMode="auto">
            <a:xfrm>
              <a:off x="7893050" y="3944938"/>
              <a:ext cx="733425" cy="223838"/>
            </a:xfrm>
            <a:custGeom>
              <a:avLst/>
              <a:gdLst>
                <a:gd name="T0" fmla="*/ 10 w 462"/>
                <a:gd name="T1" fmla="*/ 141 h 141"/>
                <a:gd name="T2" fmla="*/ 0 w 462"/>
                <a:gd name="T3" fmla="*/ 131 h 141"/>
                <a:gd name="T4" fmla="*/ 121 w 462"/>
                <a:gd name="T5" fmla="*/ 0 h 141"/>
                <a:gd name="T6" fmla="*/ 462 w 462"/>
                <a:gd name="T7" fmla="*/ 0 h 141"/>
                <a:gd name="T8" fmla="*/ 462 w 462"/>
                <a:gd name="T9" fmla="*/ 15 h 141"/>
                <a:gd name="T10" fmla="*/ 128 w 462"/>
                <a:gd name="T11" fmla="*/ 15 h 141"/>
                <a:gd name="T12" fmla="*/ 10 w 462"/>
                <a:gd name="T13" fmla="*/ 141 h 141"/>
              </a:gdLst>
              <a:ahLst/>
              <a:cxnLst>
                <a:cxn ang="0">
                  <a:pos x="T0" y="T1"/>
                </a:cxn>
                <a:cxn ang="0">
                  <a:pos x="T2" y="T3"/>
                </a:cxn>
                <a:cxn ang="0">
                  <a:pos x="T4" y="T5"/>
                </a:cxn>
                <a:cxn ang="0">
                  <a:pos x="T6" y="T7"/>
                </a:cxn>
                <a:cxn ang="0">
                  <a:pos x="T8" y="T9"/>
                </a:cxn>
                <a:cxn ang="0">
                  <a:pos x="T10" y="T11"/>
                </a:cxn>
                <a:cxn ang="0">
                  <a:pos x="T12" y="T13"/>
                </a:cxn>
              </a:cxnLst>
              <a:rect l="0" t="0" r="r" b="b"/>
              <a:pathLst>
                <a:path w="462" h="141">
                  <a:moveTo>
                    <a:pt x="10" y="141"/>
                  </a:moveTo>
                  <a:lnTo>
                    <a:pt x="0" y="131"/>
                  </a:lnTo>
                  <a:lnTo>
                    <a:pt x="121" y="0"/>
                  </a:lnTo>
                  <a:lnTo>
                    <a:pt x="462" y="0"/>
                  </a:lnTo>
                  <a:lnTo>
                    <a:pt x="462" y="15"/>
                  </a:lnTo>
                  <a:lnTo>
                    <a:pt x="128" y="15"/>
                  </a:lnTo>
                  <a:lnTo>
                    <a:pt x="10" y="141"/>
                  </a:lnTo>
                  <a:close/>
                </a:path>
              </a:pathLst>
            </a:custGeom>
            <a:solidFill>
              <a:srgbClr val="69003C"/>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4" name="Freeform 72"/>
            <p:cNvSpPr>
              <a:spLocks/>
            </p:cNvSpPr>
            <p:nvPr/>
          </p:nvSpPr>
          <p:spPr bwMode="auto">
            <a:xfrm>
              <a:off x="3563938" y="3903663"/>
              <a:ext cx="844550" cy="306388"/>
            </a:xfrm>
            <a:custGeom>
              <a:avLst/>
              <a:gdLst>
                <a:gd name="T0" fmla="*/ 522 w 532"/>
                <a:gd name="T1" fmla="*/ 193 h 193"/>
                <a:gd name="T2" fmla="*/ 344 w 532"/>
                <a:gd name="T3" fmla="*/ 15 h 193"/>
                <a:gd name="T4" fmla="*/ 0 w 532"/>
                <a:gd name="T5" fmla="*/ 15 h 193"/>
                <a:gd name="T6" fmla="*/ 0 w 532"/>
                <a:gd name="T7" fmla="*/ 0 h 193"/>
                <a:gd name="T8" fmla="*/ 350 w 532"/>
                <a:gd name="T9" fmla="*/ 0 h 193"/>
                <a:gd name="T10" fmla="*/ 532 w 532"/>
                <a:gd name="T11" fmla="*/ 182 h 193"/>
                <a:gd name="T12" fmla="*/ 522 w 532"/>
                <a:gd name="T13" fmla="*/ 193 h 193"/>
              </a:gdLst>
              <a:ahLst/>
              <a:cxnLst>
                <a:cxn ang="0">
                  <a:pos x="T0" y="T1"/>
                </a:cxn>
                <a:cxn ang="0">
                  <a:pos x="T2" y="T3"/>
                </a:cxn>
                <a:cxn ang="0">
                  <a:pos x="T4" y="T5"/>
                </a:cxn>
                <a:cxn ang="0">
                  <a:pos x="T6" y="T7"/>
                </a:cxn>
                <a:cxn ang="0">
                  <a:pos x="T8" y="T9"/>
                </a:cxn>
                <a:cxn ang="0">
                  <a:pos x="T10" y="T11"/>
                </a:cxn>
                <a:cxn ang="0">
                  <a:pos x="T12" y="T13"/>
                </a:cxn>
              </a:cxnLst>
              <a:rect l="0" t="0" r="r" b="b"/>
              <a:pathLst>
                <a:path w="532" h="193">
                  <a:moveTo>
                    <a:pt x="522" y="193"/>
                  </a:moveTo>
                  <a:lnTo>
                    <a:pt x="344" y="15"/>
                  </a:lnTo>
                  <a:lnTo>
                    <a:pt x="0" y="15"/>
                  </a:lnTo>
                  <a:lnTo>
                    <a:pt x="0" y="0"/>
                  </a:lnTo>
                  <a:lnTo>
                    <a:pt x="350" y="0"/>
                  </a:lnTo>
                  <a:lnTo>
                    <a:pt x="532" y="182"/>
                  </a:lnTo>
                  <a:lnTo>
                    <a:pt x="522" y="193"/>
                  </a:lnTo>
                  <a:close/>
                </a:path>
              </a:pathLst>
            </a:custGeom>
            <a:solidFill>
              <a:srgbClr val="15D8D3"/>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9" name="Freeform 7"/>
            <p:cNvSpPr>
              <a:spLocks noEditPoints="1"/>
            </p:cNvSpPr>
            <p:nvPr/>
          </p:nvSpPr>
          <p:spPr bwMode="auto">
            <a:xfrm>
              <a:off x="6337300" y="1624013"/>
              <a:ext cx="473075" cy="3643313"/>
            </a:xfrm>
            <a:custGeom>
              <a:avLst/>
              <a:gdLst>
                <a:gd name="T0" fmla="*/ 101 w 238"/>
                <a:gd name="T1" fmla="*/ 338 h 1833"/>
                <a:gd name="T2" fmla="*/ 238 w 238"/>
                <a:gd name="T3" fmla="*/ 1833 h 1833"/>
                <a:gd name="T4" fmla="*/ 0 w 238"/>
                <a:gd name="T5" fmla="*/ 116 h 1833"/>
                <a:gd name="T6" fmla="*/ 191 w 238"/>
                <a:gd name="T7" fmla="*/ 1675 h 1833"/>
                <a:gd name="T8" fmla="*/ 124 w 238"/>
                <a:gd name="T9" fmla="*/ 1613 h 1833"/>
                <a:gd name="T10" fmla="*/ 191 w 238"/>
                <a:gd name="T11" fmla="*/ 1675 h 1833"/>
                <a:gd name="T12" fmla="*/ 124 w 238"/>
                <a:gd name="T13" fmla="*/ 1569 h 1833"/>
                <a:gd name="T14" fmla="*/ 191 w 238"/>
                <a:gd name="T15" fmla="*/ 1529 h 1833"/>
                <a:gd name="T16" fmla="*/ 191 w 238"/>
                <a:gd name="T17" fmla="*/ 1487 h 1833"/>
                <a:gd name="T18" fmla="*/ 124 w 238"/>
                <a:gd name="T19" fmla="*/ 1429 h 1833"/>
                <a:gd name="T20" fmla="*/ 191 w 238"/>
                <a:gd name="T21" fmla="*/ 1487 h 1833"/>
                <a:gd name="T22" fmla="*/ 124 w 238"/>
                <a:gd name="T23" fmla="*/ 1386 h 1833"/>
                <a:gd name="T24" fmla="*/ 191 w 238"/>
                <a:gd name="T25" fmla="*/ 1341 h 1833"/>
                <a:gd name="T26" fmla="*/ 191 w 238"/>
                <a:gd name="T27" fmla="*/ 1299 h 1833"/>
                <a:gd name="T28" fmla="*/ 124 w 238"/>
                <a:gd name="T29" fmla="*/ 1245 h 1833"/>
                <a:gd name="T30" fmla="*/ 191 w 238"/>
                <a:gd name="T31" fmla="*/ 1299 h 1833"/>
                <a:gd name="T32" fmla="*/ 124 w 238"/>
                <a:gd name="T33" fmla="*/ 1202 h 1833"/>
                <a:gd name="T34" fmla="*/ 191 w 238"/>
                <a:gd name="T35" fmla="*/ 1153 h 1833"/>
                <a:gd name="T36" fmla="*/ 191 w 238"/>
                <a:gd name="T37" fmla="*/ 1111 h 1833"/>
                <a:gd name="T38" fmla="*/ 124 w 238"/>
                <a:gd name="T39" fmla="*/ 1062 h 1833"/>
                <a:gd name="T40" fmla="*/ 191 w 238"/>
                <a:gd name="T41" fmla="*/ 1111 h 1833"/>
                <a:gd name="T42" fmla="*/ 124 w 238"/>
                <a:gd name="T43" fmla="*/ 1018 h 1833"/>
                <a:gd name="T44" fmla="*/ 191 w 238"/>
                <a:gd name="T45" fmla="*/ 965 h 1833"/>
                <a:gd name="T46" fmla="*/ 191 w 238"/>
                <a:gd name="T47" fmla="*/ 923 h 1833"/>
                <a:gd name="T48" fmla="*/ 124 w 238"/>
                <a:gd name="T49" fmla="*/ 878 h 1833"/>
                <a:gd name="T50" fmla="*/ 191 w 238"/>
                <a:gd name="T51" fmla="*/ 923 h 1833"/>
                <a:gd name="T52" fmla="*/ 124 w 238"/>
                <a:gd name="T53" fmla="*/ 834 h 1833"/>
                <a:gd name="T54" fmla="*/ 191 w 238"/>
                <a:gd name="T55" fmla="*/ 777 h 1833"/>
                <a:gd name="T56" fmla="*/ 191 w 238"/>
                <a:gd name="T57" fmla="*/ 734 h 1833"/>
                <a:gd name="T58" fmla="*/ 124 w 238"/>
                <a:gd name="T59" fmla="*/ 694 h 1833"/>
                <a:gd name="T60" fmla="*/ 191 w 238"/>
                <a:gd name="T61" fmla="*/ 734 h 1833"/>
                <a:gd name="T62" fmla="*/ 124 w 238"/>
                <a:gd name="T63" fmla="*/ 650 h 1833"/>
                <a:gd name="T64" fmla="*/ 191 w 238"/>
                <a:gd name="T65" fmla="*/ 588 h 1833"/>
                <a:gd name="T66" fmla="*/ 191 w 238"/>
                <a:gd name="T67" fmla="*/ 546 h 1833"/>
                <a:gd name="T68" fmla="*/ 124 w 238"/>
                <a:gd name="T69" fmla="*/ 510 h 1833"/>
                <a:gd name="T70" fmla="*/ 191 w 238"/>
                <a:gd name="T71" fmla="*/ 546 h 1833"/>
                <a:gd name="T72" fmla="*/ 124 w 238"/>
                <a:gd name="T73" fmla="*/ 467 h 1833"/>
                <a:gd name="T74" fmla="*/ 191 w 238"/>
                <a:gd name="T75" fmla="*/ 400 h 1833"/>
                <a:gd name="T76" fmla="*/ 191 w 238"/>
                <a:gd name="T77" fmla="*/ 358 h 1833"/>
                <a:gd name="T78" fmla="*/ 124 w 238"/>
                <a:gd name="T79" fmla="*/ 326 h 1833"/>
                <a:gd name="T80" fmla="*/ 191 w 238"/>
                <a:gd name="T81" fmla="*/ 358 h 1833"/>
                <a:gd name="T82" fmla="*/ 124 w 238"/>
                <a:gd name="T83" fmla="*/ 283 h 1833"/>
                <a:gd name="T84" fmla="*/ 191 w 238"/>
                <a:gd name="T85" fmla="*/ 212 h 1833"/>
                <a:gd name="T86" fmla="*/ 124 w 238"/>
                <a:gd name="T87" fmla="*/ 143 h 1833"/>
                <a:gd name="T88" fmla="*/ 191 w 238"/>
                <a:gd name="T89" fmla="*/ 170 h 1833"/>
                <a:gd name="T90" fmla="*/ 124 w 238"/>
                <a:gd name="T91" fmla="*/ 143 h 1833"/>
                <a:gd name="T92" fmla="*/ 191 w 238"/>
                <a:gd name="T93" fmla="*/ 1717 h 1833"/>
                <a:gd name="T94" fmla="*/ 124 w 238"/>
                <a:gd name="T95" fmla="*/ 1753 h 1833"/>
                <a:gd name="T96" fmla="*/ 83 w 238"/>
                <a:gd name="T97" fmla="*/ 291 h 1833"/>
                <a:gd name="T98" fmla="*/ 31 w 238"/>
                <a:gd name="T99" fmla="*/ 270 h 1833"/>
                <a:gd name="T100" fmla="*/ 83 w 238"/>
                <a:gd name="T101" fmla="*/ 291 h 1833"/>
                <a:gd name="T102" fmla="*/ 83 w 238"/>
                <a:gd name="T103" fmla="*/ 160 h 1833"/>
                <a:gd name="T104" fmla="*/ 31 w 238"/>
                <a:gd name="T105" fmla="*/ 219 h 18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8" h="1833">
                  <a:moveTo>
                    <a:pt x="0" y="306"/>
                  </a:moveTo>
                  <a:cubicBezTo>
                    <a:pt x="101" y="338"/>
                    <a:pt x="101" y="338"/>
                    <a:pt x="101" y="338"/>
                  </a:cubicBezTo>
                  <a:cubicBezTo>
                    <a:pt x="101" y="1818"/>
                    <a:pt x="101" y="1818"/>
                    <a:pt x="101" y="1818"/>
                  </a:cubicBezTo>
                  <a:cubicBezTo>
                    <a:pt x="238" y="1833"/>
                    <a:pt x="238" y="1833"/>
                    <a:pt x="238" y="1833"/>
                  </a:cubicBezTo>
                  <a:cubicBezTo>
                    <a:pt x="238" y="0"/>
                    <a:pt x="238" y="0"/>
                    <a:pt x="238" y="0"/>
                  </a:cubicBezTo>
                  <a:cubicBezTo>
                    <a:pt x="0" y="116"/>
                    <a:pt x="0" y="116"/>
                    <a:pt x="0" y="116"/>
                  </a:cubicBezTo>
                  <a:lnTo>
                    <a:pt x="0" y="306"/>
                  </a:lnTo>
                  <a:close/>
                  <a:moveTo>
                    <a:pt x="191" y="1675"/>
                  </a:moveTo>
                  <a:cubicBezTo>
                    <a:pt x="169" y="1670"/>
                    <a:pt x="146" y="1666"/>
                    <a:pt x="124" y="1661"/>
                  </a:cubicBezTo>
                  <a:cubicBezTo>
                    <a:pt x="124" y="1645"/>
                    <a:pt x="124" y="1629"/>
                    <a:pt x="124" y="1613"/>
                  </a:cubicBezTo>
                  <a:cubicBezTo>
                    <a:pt x="146" y="1616"/>
                    <a:pt x="169" y="1620"/>
                    <a:pt x="191" y="1623"/>
                  </a:cubicBezTo>
                  <a:cubicBezTo>
                    <a:pt x="191" y="1640"/>
                    <a:pt x="191" y="1658"/>
                    <a:pt x="191" y="1675"/>
                  </a:cubicBezTo>
                  <a:close/>
                  <a:moveTo>
                    <a:pt x="191" y="1581"/>
                  </a:moveTo>
                  <a:cubicBezTo>
                    <a:pt x="169" y="1577"/>
                    <a:pt x="146" y="1573"/>
                    <a:pt x="124" y="1569"/>
                  </a:cubicBezTo>
                  <a:cubicBezTo>
                    <a:pt x="124" y="1553"/>
                    <a:pt x="124" y="1537"/>
                    <a:pt x="124" y="1521"/>
                  </a:cubicBezTo>
                  <a:cubicBezTo>
                    <a:pt x="146" y="1524"/>
                    <a:pt x="169" y="1526"/>
                    <a:pt x="191" y="1529"/>
                  </a:cubicBezTo>
                  <a:cubicBezTo>
                    <a:pt x="191" y="1546"/>
                    <a:pt x="191" y="1564"/>
                    <a:pt x="191" y="1581"/>
                  </a:cubicBezTo>
                  <a:close/>
                  <a:moveTo>
                    <a:pt x="191" y="1487"/>
                  </a:moveTo>
                  <a:cubicBezTo>
                    <a:pt x="169" y="1484"/>
                    <a:pt x="146" y="1481"/>
                    <a:pt x="124" y="1477"/>
                  </a:cubicBezTo>
                  <a:cubicBezTo>
                    <a:pt x="124" y="1461"/>
                    <a:pt x="124" y="1445"/>
                    <a:pt x="124" y="1429"/>
                  </a:cubicBezTo>
                  <a:cubicBezTo>
                    <a:pt x="146" y="1431"/>
                    <a:pt x="169" y="1433"/>
                    <a:pt x="191" y="1435"/>
                  </a:cubicBezTo>
                  <a:cubicBezTo>
                    <a:pt x="191" y="1452"/>
                    <a:pt x="191" y="1470"/>
                    <a:pt x="191" y="1487"/>
                  </a:cubicBezTo>
                  <a:close/>
                  <a:moveTo>
                    <a:pt x="191" y="1393"/>
                  </a:moveTo>
                  <a:cubicBezTo>
                    <a:pt x="169" y="1390"/>
                    <a:pt x="146" y="1388"/>
                    <a:pt x="124" y="1386"/>
                  </a:cubicBezTo>
                  <a:cubicBezTo>
                    <a:pt x="124" y="1369"/>
                    <a:pt x="124" y="1353"/>
                    <a:pt x="124" y="1337"/>
                  </a:cubicBezTo>
                  <a:cubicBezTo>
                    <a:pt x="146" y="1338"/>
                    <a:pt x="169" y="1340"/>
                    <a:pt x="191" y="1341"/>
                  </a:cubicBezTo>
                  <a:cubicBezTo>
                    <a:pt x="191" y="1358"/>
                    <a:pt x="191" y="1376"/>
                    <a:pt x="191" y="1393"/>
                  </a:cubicBezTo>
                  <a:close/>
                  <a:moveTo>
                    <a:pt x="191" y="1299"/>
                  </a:moveTo>
                  <a:cubicBezTo>
                    <a:pt x="169" y="1297"/>
                    <a:pt x="146" y="1295"/>
                    <a:pt x="124" y="1294"/>
                  </a:cubicBezTo>
                  <a:cubicBezTo>
                    <a:pt x="124" y="1278"/>
                    <a:pt x="124" y="1261"/>
                    <a:pt x="124" y="1245"/>
                  </a:cubicBezTo>
                  <a:cubicBezTo>
                    <a:pt x="146" y="1246"/>
                    <a:pt x="169" y="1246"/>
                    <a:pt x="191" y="1247"/>
                  </a:cubicBezTo>
                  <a:cubicBezTo>
                    <a:pt x="191" y="1264"/>
                    <a:pt x="191" y="1281"/>
                    <a:pt x="191" y="1299"/>
                  </a:cubicBezTo>
                  <a:close/>
                  <a:moveTo>
                    <a:pt x="191" y="1205"/>
                  </a:moveTo>
                  <a:cubicBezTo>
                    <a:pt x="169" y="1204"/>
                    <a:pt x="146" y="1203"/>
                    <a:pt x="124" y="1202"/>
                  </a:cubicBezTo>
                  <a:cubicBezTo>
                    <a:pt x="124" y="1186"/>
                    <a:pt x="124" y="1170"/>
                    <a:pt x="124" y="1153"/>
                  </a:cubicBezTo>
                  <a:cubicBezTo>
                    <a:pt x="146" y="1153"/>
                    <a:pt x="169" y="1153"/>
                    <a:pt x="191" y="1153"/>
                  </a:cubicBezTo>
                  <a:cubicBezTo>
                    <a:pt x="191" y="1170"/>
                    <a:pt x="191" y="1187"/>
                    <a:pt x="191" y="1205"/>
                  </a:cubicBezTo>
                  <a:close/>
                  <a:moveTo>
                    <a:pt x="191" y="1111"/>
                  </a:moveTo>
                  <a:cubicBezTo>
                    <a:pt x="169" y="1110"/>
                    <a:pt x="146" y="1110"/>
                    <a:pt x="124" y="1110"/>
                  </a:cubicBezTo>
                  <a:cubicBezTo>
                    <a:pt x="124" y="1094"/>
                    <a:pt x="124" y="1078"/>
                    <a:pt x="124" y="1062"/>
                  </a:cubicBezTo>
                  <a:cubicBezTo>
                    <a:pt x="146" y="1061"/>
                    <a:pt x="169" y="1060"/>
                    <a:pt x="191" y="1059"/>
                  </a:cubicBezTo>
                  <a:cubicBezTo>
                    <a:pt x="191" y="1076"/>
                    <a:pt x="191" y="1093"/>
                    <a:pt x="191" y="1111"/>
                  </a:cubicBezTo>
                  <a:close/>
                  <a:moveTo>
                    <a:pt x="191" y="1017"/>
                  </a:moveTo>
                  <a:cubicBezTo>
                    <a:pt x="169" y="1017"/>
                    <a:pt x="146" y="1018"/>
                    <a:pt x="124" y="1018"/>
                  </a:cubicBezTo>
                  <a:cubicBezTo>
                    <a:pt x="124" y="1002"/>
                    <a:pt x="124" y="986"/>
                    <a:pt x="124" y="970"/>
                  </a:cubicBezTo>
                  <a:cubicBezTo>
                    <a:pt x="146" y="968"/>
                    <a:pt x="169" y="966"/>
                    <a:pt x="191" y="965"/>
                  </a:cubicBezTo>
                  <a:cubicBezTo>
                    <a:pt x="191" y="982"/>
                    <a:pt x="191" y="999"/>
                    <a:pt x="191" y="1017"/>
                  </a:cubicBezTo>
                  <a:close/>
                  <a:moveTo>
                    <a:pt x="191" y="923"/>
                  </a:moveTo>
                  <a:cubicBezTo>
                    <a:pt x="169" y="924"/>
                    <a:pt x="146" y="925"/>
                    <a:pt x="124" y="926"/>
                  </a:cubicBezTo>
                  <a:cubicBezTo>
                    <a:pt x="124" y="910"/>
                    <a:pt x="124" y="894"/>
                    <a:pt x="124" y="878"/>
                  </a:cubicBezTo>
                  <a:cubicBezTo>
                    <a:pt x="146" y="875"/>
                    <a:pt x="169" y="873"/>
                    <a:pt x="191" y="871"/>
                  </a:cubicBezTo>
                  <a:cubicBezTo>
                    <a:pt x="191" y="888"/>
                    <a:pt x="191" y="905"/>
                    <a:pt x="191" y="923"/>
                  </a:cubicBezTo>
                  <a:close/>
                  <a:moveTo>
                    <a:pt x="191" y="828"/>
                  </a:moveTo>
                  <a:cubicBezTo>
                    <a:pt x="169" y="830"/>
                    <a:pt x="146" y="832"/>
                    <a:pt x="124" y="834"/>
                  </a:cubicBezTo>
                  <a:cubicBezTo>
                    <a:pt x="124" y="818"/>
                    <a:pt x="124" y="802"/>
                    <a:pt x="124" y="786"/>
                  </a:cubicBezTo>
                  <a:cubicBezTo>
                    <a:pt x="146" y="783"/>
                    <a:pt x="169" y="780"/>
                    <a:pt x="191" y="777"/>
                  </a:cubicBezTo>
                  <a:cubicBezTo>
                    <a:pt x="191" y="794"/>
                    <a:pt x="191" y="811"/>
                    <a:pt x="191" y="828"/>
                  </a:cubicBezTo>
                  <a:close/>
                  <a:moveTo>
                    <a:pt x="191" y="734"/>
                  </a:moveTo>
                  <a:cubicBezTo>
                    <a:pt x="169" y="737"/>
                    <a:pt x="146" y="740"/>
                    <a:pt x="124" y="742"/>
                  </a:cubicBezTo>
                  <a:cubicBezTo>
                    <a:pt x="124" y="726"/>
                    <a:pt x="124" y="710"/>
                    <a:pt x="124" y="694"/>
                  </a:cubicBezTo>
                  <a:cubicBezTo>
                    <a:pt x="146" y="690"/>
                    <a:pt x="169" y="686"/>
                    <a:pt x="191" y="682"/>
                  </a:cubicBezTo>
                  <a:cubicBezTo>
                    <a:pt x="191" y="700"/>
                    <a:pt x="191" y="717"/>
                    <a:pt x="191" y="734"/>
                  </a:cubicBezTo>
                  <a:close/>
                  <a:moveTo>
                    <a:pt x="191" y="640"/>
                  </a:moveTo>
                  <a:cubicBezTo>
                    <a:pt x="169" y="644"/>
                    <a:pt x="146" y="647"/>
                    <a:pt x="124" y="650"/>
                  </a:cubicBezTo>
                  <a:cubicBezTo>
                    <a:pt x="124" y="634"/>
                    <a:pt x="124" y="618"/>
                    <a:pt x="124" y="602"/>
                  </a:cubicBezTo>
                  <a:cubicBezTo>
                    <a:pt x="146" y="598"/>
                    <a:pt x="169" y="593"/>
                    <a:pt x="191" y="588"/>
                  </a:cubicBezTo>
                  <a:cubicBezTo>
                    <a:pt x="191" y="606"/>
                    <a:pt x="191" y="623"/>
                    <a:pt x="191" y="640"/>
                  </a:cubicBezTo>
                  <a:close/>
                  <a:moveTo>
                    <a:pt x="191" y="546"/>
                  </a:moveTo>
                  <a:cubicBezTo>
                    <a:pt x="169" y="550"/>
                    <a:pt x="146" y="554"/>
                    <a:pt x="124" y="559"/>
                  </a:cubicBezTo>
                  <a:cubicBezTo>
                    <a:pt x="124" y="542"/>
                    <a:pt x="124" y="526"/>
                    <a:pt x="124" y="510"/>
                  </a:cubicBezTo>
                  <a:cubicBezTo>
                    <a:pt x="146" y="505"/>
                    <a:pt x="169" y="500"/>
                    <a:pt x="191" y="494"/>
                  </a:cubicBezTo>
                  <a:cubicBezTo>
                    <a:pt x="191" y="512"/>
                    <a:pt x="191" y="529"/>
                    <a:pt x="191" y="546"/>
                  </a:cubicBezTo>
                  <a:close/>
                  <a:moveTo>
                    <a:pt x="191" y="452"/>
                  </a:moveTo>
                  <a:cubicBezTo>
                    <a:pt x="169" y="457"/>
                    <a:pt x="146" y="462"/>
                    <a:pt x="124" y="467"/>
                  </a:cubicBezTo>
                  <a:cubicBezTo>
                    <a:pt x="124" y="451"/>
                    <a:pt x="124" y="434"/>
                    <a:pt x="124" y="418"/>
                  </a:cubicBezTo>
                  <a:cubicBezTo>
                    <a:pt x="146" y="412"/>
                    <a:pt x="169" y="406"/>
                    <a:pt x="191" y="400"/>
                  </a:cubicBezTo>
                  <a:cubicBezTo>
                    <a:pt x="191" y="418"/>
                    <a:pt x="191" y="435"/>
                    <a:pt x="191" y="452"/>
                  </a:cubicBezTo>
                  <a:close/>
                  <a:moveTo>
                    <a:pt x="191" y="358"/>
                  </a:moveTo>
                  <a:cubicBezTo>
                    <a:pt x="169" y="364"/>
                    <a:pt x="146" y="369"/>
                    <a:pt x="124" y="375"/>
                  </a:cubicBezTo>
                  <a:cubicBezTo>
                    <a:pt x="124" y="359"/>
                    <a:pt x="124" y="343"/>
                    <a:pt x="124" y="326"/>
                  </a:cubicBezTo>
                  <a:cubicBezTo>
                    <a:pt x="146" y="320"/>
                    <a:pt x="169" y="313"/>
                    <a:pt x="191" y="306"/>
                  </a:cubicBezTo>
                  <a:cubicBezTo>
                    <a:pt x="191" y="323"/>
                    <a:pt x="191" y="341"/>
                    <a:pt x="191" y="358"/>
                  </a:cubicBezTo>
                  <a:close/>
                  <a:moveTo>
                    <a:pt x="191" y="264"/>
                  </a:moveTo>
                  <a:cubicBezTo>
                    <a:pt x="169" y="270"/>
                    <a:pt x="146" y="277"/>
                    <a:pt x="124" y="283"/>
                  </a:cubicBezTo>
                  <a:cubicBezTo>
                    <a:pt x="124" y="267"/>
                    <a:pt x="124" y="251"/>
                    <a:pt x="124" y="235"/>
                  </a:cubicBezTo>
                  <a:cubicBezTo>
                    <a:pt x="146" y="227"/>
                    <a:pt x="169" y="220"/>
                    <a:pt x="191" y="212"/>
                  </a:cubicBezTo>
                  <a:cubicBezTo>
                    <a:pt x="191" y="229"/>
                    <a:pt x="191" y="247"/>
                    <a:pt x="191" y="264"/>
                  </a:cubicBezTo>
                  <a:close/>
                  <a:moveTo>
                    <a:pt x="124" y="143"/>
                  </a:moveTo>
                  <a:cubicBezTo>
                    <a:pt x="191" y="118"/>
                    <a:pt x="191" y="118"/>
                    <a:pt x="191" y="118"/>
                  </a:cubicBezTo>
                  <a:cubicBezTo>
                    <a:pt x="191" y="170"/>
                    <a:pt x="191" y="170"/>
                    <a:pt x="191" y="170"/>
                  </a:cubicBezTo>
                  <a:cubicBezTo>
                    <a:pt x="124" y="191"/>
                    <a:pt x="124" y="191"/>
                    <a:pt x="124" y="191"/>
                  </a:cubicBezTo>
                  <a:lnTo>
                    <a:pt x="124" y="143"/>
                  </a:lnTo>
                  <a:close/>
                  <a:moveTo>
                    <a:pt x="124" y="1705"/>
                  </a:moveTo>
                  <a:cubicBezTo>
                    <a:pt x="191" y="1717"/>
                    <a:pt x="191" y="1717"/>
                    <a:pt x="191" y="1717"/>
                  </a:cubicBezTo>
                  <a:cubicBezTo>
                    <a:pt x="191" y="1769"/>
                    <a:pt x="191" y="1769"/>
                    <a:pt x="191" y="1769"/>
                  </a:cubicBezTo>
                  <a:cubicBezTo>
                    <a:pt x="124" y="1753"/>
                    <a:pt x="124" y="1753"/>
                    <a:pt x="124" y="1753"/>
                  </a:cubicBezTo>
                  <a:lnTo>
                    <a:pt x="124" y="1705"/>
                  </a:lnTo>
                  <a:close/>
                  <a:moveTo>
                    <a:pt x="83" y="291"/>
                  </a:moveTo>
                  <a:cubicBezTo>
                    <a:pt x="65" y="297"/>
                    <a:pt x="48" y="302"/>
                    <a:pt x="31" y="308"/>
                  </a:cubicBezTo>
                  <a:cubicBezTo>
                    <a:pt x="31" y="295"/>
                    <a:pt x="31" y="283"/>
                    <a:pt x="31" y="270"/>
                  </a:cubicBezTo>
                  <a:cubicBezTo>
                    <a:pt x="48" y="264"/>
                    <a:pt x="65" y="257"/>
                    <a:pt x="83" y="251"/>
                  </a:cubicBezTo>
                  <a:cubicBezTo>
                    <a:pt x="83" y="264"/>
                    <a:pt x="83" y="278"/>
                    <a:pt x="83" y="291"/>
                  </a:cubicBezTo>
                  <a:close/>
                  <a:moveTo>
                    <a:pt x="31" y="182"/>
                  </a:moveTo>
                  <a:cubicBezTo>
                    <a:pt x="83" y="160"/>
                    <a:pt x="83" y="160"/>
                    <a:pt x="83" y="160"/>
                  </a:cubicBezTo>
                  <a:cubicBezTo>
                    <a:pt x="83" y="201"/>
                    <a:pt x="83" y="201"/>
                    <a:pt x="83" y="201"/>
                  </a:cubicBezTo>
                  <a:cubicBezTo>
                    <a:pt x="31" y="219"/>
                    <a:pt x="31" y="219"/>
                    <a:pt x="31" y="219"/>
                  </a:cubicBezTo>
                  <a:lnTo>
                    <a:pt x="31" y="182"/>
                  </a:lnTo>
                  <a:close/>
                </a:path>
              </a:pathLst>
            </a:custGeom>
            <a:solidFill>
              <a:srgbClr val="FFDB17"/>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0" name="Freeform 25"/>
            <p:cNvSpPr>
              <a:spLocks noEditPoints="1"/>
            </p:cNvSpPr>
            <p:nvPr/>
          </p:nvSpPr>
          <p:spPr bwMode="auto">
            <a:xfrm>
              <a:off x="6110288" y="2185988"/>
              <a:ext cx="411163" cy="3167063"/>
            </a:xfrm>
            <a:custGeom>
              <a:avLst/>
              <a:gdLst>
                <a:gd name="T0" fmla="*/ 207 w 207"/>
                <a:gd name="T1" fmla="*/ 1543 h 1593"/>
                <a:gd name="T2" fmla="*/ 0 w 207"/>
                <a:gd name="T3" fmla="*/ 0 h 1593"/>
                <a:gd name="T4" fmla="*/ 29 w 207"/>
                <a:gd name="T5" fmla="*/ 94 h 1593"/>
                <a:gd name="T6" fmla="*/ 180 w 207"/>
                <a:gd name="T7" fmla="*/ 179 h 1593"/>
                <a:gd name="T8" fmla="*/ 29 w 207"/>
                <a:gd name="T9" fmla="*/ 94 h 1593"/>
                <a:gd name="T10" fmla="*/ 180 w 207"/>
                <a:gd name="T11" fmla="*/ 241 h 1593"/>
                <a:gd name="T12" fmla="*/ 29 w 207"/>
                <a:gd name="T13" fmla="*/ 241 h 1593"/>
                <a:gd name="T14" fmla="*/ 29 w 207"/>
                <a:gd name="T15" fmla="*/ 306 h 1593"/>
                <a:gd name="T16" fmla="*/ 180 w 207"/>
                <a:gd name="T17" fmla="*/ 378 h 1593"/>
                <a:gd name="T18" fmla="*/ 29 w 207"/>
                <a:gd name="T19" fmla="*/ 306 h 1593"/>
                <a:gd name="T20" fmla="*/ 180 w 207"/>
                <a:gd name="T21" fmla="*/ 441 h 1593"/>
                <a:gd name="T22" fmla="*/ 29 w 207"/>
                <a:gd name="T23" fmla="*/ 454 h 1593"/>
                <a:gd name="T24" fmla="*/ 29 w 207"/>
                <a:gd name="T25" fmla="*/ 519 h 1593"/>
                <a:gd name="T26" fmla="*/ 180 w 207"/>
                <a:gd name="T27" fmla="*/ 578 h 1593"/>
                <a:gd name="T28" fmla="*/ 29 w 207"/>
                <a:gd name="T29" fmla="*/ 519 h 1593"/>
                <a:gd name="T30" fmla="*/ 180 w 207"/>
                <a:gd name="T31" fmla="*/ 641 h 1593"/>
                <a:gd name="T32" fmla="*/ 29 w 207"/>
                <a:gd name="T33" fmla="*/ 666 h 1593"/>
                <a:gd name="T34" fmla="*/ 29 w 207"/>
                <a:gd name="T35" fmla="*/ 731 h 1593"/>
                <a:gd name="T36" fmla="*/ 180 w 207"/>
                <a:gd name="T37" fmla="*/ 777 h 1593"/>
                <a:gd name="T38" fmla="*/ 29 w 207"/>
                <a:gd name="T39" fmla="*/ 731 h 1593"/>
                <a:gd name="T40" fmla="*/ 180 w 207"/>
                <a:gd name="T41" fmla="*/ 841 h 1593"/>
                <a:gd name="T42" fmla="*/ 29 w 207"/>
                <a:gd name="T43" fmla="*/ 878 h 1593"/>
                <a:gd name="T44" fmla="*/ 29 w 207"/>
                <a:gd name="T45" fmla="*/ 943 h 1593"/>
                <a:gd name="T46" fmla="*/ 180 w 207"/>
                <a:gd name="T47" fmla="*/ 976 h 1593"/>
                <a:gd name="T48" fmla="*/ 29 w 207"/>
                <a:gd name="T49" fmla="*/ 943 h 1593"/>
                <a:gd name="T50" fmla="*/ 180 w 207"/>
                <a:gd name="T51" fmla="*/ 1041 h 1593"/>
                <a:gd name="T52" fmla="*/ 29 w 207"/>
                <a:gd name="T53" fmla="*/ 1091 h 1593"/>
                <a:gd name="T54" fmla="*/ 29 w 207"/>
                <a:gd name="T55" fmla="*/ 1156 h 1593"/>
                <a:gd name="T56" fmla="*/ 180 w 207"/>
                <a:gd name="T57" fmla="*/ 1175 h 1593"/>
                <a:gd name="T58" fmla="*/ 29 w 207"/>
                <a:gd name="T59" fmla="*/ 1156 h 1593"/>
                <a:gd name="T60" fmla="*/ 180 w 207"/>
                <a:gd name="T61" fmla="*/ 1241 h 1593"/>
                <a:gd name="T62" fmla="*/ 29 w 207"/>
                <a:gd name="T63" fmla="*/ 1303 h 1593"/>
                <a:gd name="T64" fmla="*/ 29 w 207"/>
                <a:gd name="T65" fmla="*/ 1368 h 1593"/>
                <a:gd name="T66" fmla="*/ 180 w 207"/>
                <a:gd name="T67" fmla="*/ 1375 h 1593"/>
                <a:gd name="T68" fmla="*/ 29 w 207"/>
                <a:gd name="T69" fmla="*/ 1368 h 1593"/>
                <a:gd name="T70" fmla="*/ 180 w 207"/>
                <a:gd name="T71" fmla="*/ 1441 h 1593"/>
                <a:gd name="T72" fmla="*/ 29 w 207"/>
                <a:gd name="T73" fmla="*/ 1515 h 1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7" h="1593">
                  <a:moveTo>
                    <a:pt x="0" y="1593"/>
                  </a:moveTo>
                  <a:cubicBezTo>
                    <a:pt x="207" y="1543"/>
                    <a:pt x="207" y="1543"/>
                    <a:pt x="207" y="1543"/>
                  </a:cubicBezTo>
                  <a:cubicBezTo>
                    <a:pt x="207" y="68"/>
                    <a:pt x="207" y="68"/>
                    <a:pt x="207" y="68"/>
                  </a:cubicBezTo>
                  <a:cubicBezTo>
                    <a:pt x="0" y="0"/>
                    <a:pt x="0" y="0"/>
                    <a:pt x="0" y="0"/>
                  </a:cubicBezTo>
                  <a:lnTo>
                    <a:pt x="0" y="1593"/>
                  </a:lnTo>
                  <a:close/>
                  <a:moveTo>
                    <a:pt x="29" y="94"/>
                  </a:moveTo>
                  <a:cubicBezTo>
                    <a:pt x="180" y="141"/>
                    <a:pt x="180" y="141"/>
                    <a:pt x="180" y="141"/>
                  </a:cubicBezTo>
                  <a:cubicBezTo>
                    <a:pt x="180" y="179"/>
                    <a:pt x="180" y="179"/>
                    <a:pt x="180" y="179"/>
                  </a:cubicBezTo>
                  <a:cubicBezTo>
                    <a:pt x="29" y="135"/>
                    <a:pt x="29" y="135"/>
                    <a:pt x="29" y="135"/>
                  </a:cubicBezTo>
                  <a:lnTo>
                    <a:pt x="29" y="94"/>
                  </a:lnTo>
                  <a:close/>
                  <a:moveTo>
                    <a:pt x="29" y="200"/>
                  </a:moveTo>
                  <a:cubicBezTo>
                    <a:pt x="79" y="214"/>
                    <a:pt x="130" y="228"/>
                    <a:pt x="180" y="241"/>
                  </a:cubicBezTo>
                  <a:cubicBezTo>
                    <a:pt x="180" y="254"/>
                    <a:pt x="180" y="266"/>
                    <a:pt x="180" y="279"/>
                  </a:cubicBezTo>
                  <a:cubicBezTo>
                    <a:pt x="130" y="266"/>
                    <a:pt x="79" y="254"/>
                    <a:pt x="29" y="241"/>
                  </a:cubicBezTo>
                  <a:cubicBezTo>
                    <a:pt x="29" y="228"/>
                    <a:pt x="29" y="214"/>
                    <a:pt x="29" y="200"/>
                  </a:cubicBezTo>
                  <a:close/>
                  <a:moveTo>
                    <a:pt x="29" y="306"/>
                  </a:moveTo>
                  <a:cubicBezTo>
                    <a:pt x="79" y="318"/>
                    <a:pt x="130" y="330"/>
                    <a:pt x="180" y="341"/>
                  </a:cubicBezTo>
                  <a:cubicBezTo>
                    <a:pt x="180" y="354"/>
                    <a:pt x="180" y="366"/>
                    <a:pt x="180" y="378"/>
                  </a:cubicBezTo>
                  <a:cubicBezTo>
                    <a:pt x="130" y="368"/>
                    <a:pt x="79" y="358"/>
                    <a:pt x="29" y="348"/>
                  </a:cubicBezTo>
                  <a:cubicBezTo>
                    <a:pt x="29" y="334"/>
                    <a:pt x="29" y="320"/>
                    <a:pt x="29" y="306"/>
                  </a:cubicBezTo>
                  <a:close/>
                  <a:moveTo>
                    <a:pt x="29" y="413"/>
                  </a:moveTo>
                  <a:cubicBezTo>
                    <a:pt x="79" y="422"/>
                    <a:pt x="130" y="432"/>
                    <a:pt x="180" y="441"/>
                  </a:cubicBezTo>
                  <a:cubicBezTo>
                    <a:pt x="180" y="453"/>
                    <a:pt x="180" y="466"/>
                    <a:pt x="180" y="478"/>
                  </a:cubicBezTo>
                  <a:cubicBezTo>
                    <a:pt x="130" y="470"/>
                    <a:pt x="79" y="462"/>
                    <a:pt x="29" y="454"/>
                  </a:cubicBezTo>
                  <a:cubicBezTo>
                    <a:pt x="29" y="440"/>
                    <a:pt x="29" y="426"/>
                    <a:pt x="29" y="413"/>
                  </a:cubicBezTo>
                  <a:close/>
                  <a:moveTo>
                    <a:pt x="29" y="519"/>
                  </a:moveTo>
                  <a:cubicBezTo>
                    <a:pt x="79" y="526"/>
                    <a:pt x="130" y="534"/>
                    <a:pt x="180" y="541"/>
                  </a:cubicBezTo>
                  <a:cubicBezTo>
                    <a:pt x="180" y="553"/>
                    <a:pt x="180" y="565"/>
                    <a:pt x="180" y="578"/>
                  </a:cubicBezTo>
                  <a:cubicBezTo>
                    <a:pt x="130" y="572"/>
                    <a:pt x="79" y="566"/>
                    <a:pt x="29" y="560"/>
                  </a:cubicBezTo>
                  <a:cubicBezTo>
                    <a:pt x="29" y="546"/>
                    <a:pt x="29" y="532"/>
                    <a:pt x="29" y="519"/>
                  </a:cubicBezTo>
                  <a:close/>
                  <a:moveTo>
                    <a:pt x="29" y="625"/>
                  </a:moveTo>
                  <a:cubicBezTo>
                    <a:pt x="79" y="630"/>
                    <a:pt x="130" y="636"/>
                    <a:pt x="180" y="641"/>
                  </a:cubicBezTo>
                  <a:cubicBezTo>
                    <a:pt x="180" y="653"/>
                    <a:pt x="180" y="665"/>
                    <a:pt x="180" y="677"/>
                  </a:cubicBezTo>
                  <a:cubicBezTo>
                    <a:pt x="130" y="674"/>
                    <a:pt x="79" y="670"/>
                    <a:pt x="29" y="666"/>
                  </a:cubicBezTo>
                  <a:cubicBezTo>
                    <a:pt x="29" y="652"/>
                    <a:pt x="29" y="639"/>
                    <a:pt x="29" y="625"/>
                  </a:cubicBezTo>
                  <a:close/>
                  <a:moveTo>
                    <a:pt x="29" y="731"/>
                  </a:moveTo>
                  <a:cubicBezTo>
                    <a:pt x="79" y="734"/>
                    <a:pt x="130" y="738"/>
                    <a:pt x="180" y="741"/>
                  </a:cubicBezTo>
                  <a:cubicBezTo>
                    <a:pt x="180" y="753"/>
                    <a:pt x="180" y="765"/>
                    <a:pt x="180" y="777"/>
                  </a:cubicBezTo>
                  <a:cubicBezTo>
                    <a:pt x="130" y="775"/>
                    <a:pt x="79" y="774"/>
                    <a:pt x="29" y="772"/>
                  </a:cubicBezTo>
                  <a:cubicBezTo>
                    <a:pt x="29" y="759"/>
                    <a:pt x="29" y="745"/>
                    <a:pt x="29" y="731"/>
                  </a:cubicBezTo>
                  <a:close/>
                  <a:moveTo>
                    <a:pt x="29" y="837"/>
                  </a:moveTo>
                  <a:cubicBezTo>
                    <a:pt x="79" y="838"/>
                    <a:pt x="130" y="840"/>
                    <a:pt x="180" y="841"/>
                  </a:cubicBezTo>
                  <a:cubicBezTo>
                    <a:pt x="180" y="853"/>
                    <a:pt x="180" y="865"/>
                    <a:pt x="180" y="876"/>
                  </a:cubicBezTo>
                  <a:cubicBezTo>
                    <a:pt x="130" y="877"/>
                    <a:pt x="79" y="878"/>
                    <a:pt x="29" y="878"/>
                  </a:cubicBezTo>
                  <a:cubicBezTo>
                    <a:pt x="29" y="865"/>
                    <a:pt x="29" y="851"/>
                    <a:pt x="29" y="837"/>
                  </a:cubicBezTo>
                  <a:close/>
                  <a:moveTo>
                    <a:pt x="29" y="943"/>
                  </a:moveTo>
                  <a:cubicBezTo>
                    <a:pt x="79" y="943"/>
                    <a:pt x="130" y="942"/>
                    <a:pt x="180" y="941"/>
                  </a:cubicBezTo>
                  <a:cubicBezTo>
                    <a:pt x="180" y="953"/>
                    <a:pt x="180" y="964"/>
                    <a:pt x="180" y="976"/>
                  </a:cubicBezTo>
                  <a:cubicBezTo>
                    <a:pt x="130" y="979"/>
                    <a:pt x="79" y="982"/>
                    <a:pt x="29" y="985"/>
                  </a:cubicBezTo>
                  <a:cubicBezTo>
                    <a:pt x="29" y="971"/>
                    <a:pt x="29" y="957"/>
                    <a:pt x="29" y="943"/>
                  </a:cubicBezTo>
                  <a:close/>
                  <a:moveTo>
                    <a:pt x="29" y="1049"/>
                  </a:moveTo>
                  <a:cubicBezTo>
                    <a:pt x="79" y="1047"/>
                    <a:pt x="130" y="1044"/>
                    <a:pt x="180" y="1041"/>
                  </a:cubicBezTo>
                  <a:cubicBezTo>
                    <a:pt x="180" y="1053"/>
                    <a:pt x="180" y="1064"/>
                    <a:pt x="180" y="1076"/>
                  </a:cubicBezTo>
                  <a:cubicBezTo>
                    <a:pt x="130" y="1081"/>
                    <a:pt x="79" y="1086"/>
                    <a:pt x="29" y="1091"/>
                  </a:cubicBezTo>
                  <a:cubicBezTo>
                    <a:pt x="29" y="1077"/>
                    <a:pt x="29" y="1063"/>
                    <a:pt x="29" y="1049"/>
                  </a:cubicBezTo>
                  <a:close/>
                  <a:moveTo>
                    <a:pt x="29" y="1156"/>
                  </a:moveTo>
                  <a:cubicBezTo>
                    <a:pt x="79" y="1151"/>
                    <a:pt x="130" y="1146"/>
                    <a:pt x="180" y="1141"/>
                  </a:cubicBezTo>
                  <a:cubicBezTo>
                    <a:pt x="180" y="1152"/>
                    <a:pt x="180" y="1164"/>
                    <a:pt x="180" y="1175"/>
                  </a:cubicBezTo>
                  <a:cubicBezTo>
                    <a:pt x="130" y="1183"/>
                    <a:pt x="79" y="1190"/>
                    <a:pt x="29" y="1197"/>
                  </a:cubicBezTo>
                  <a:cubicBezTo>
                    <a:pt x="29" y="1183"/>
                    <a:pt x="29" y="1169"/>
                    <a:pt x="29" y="1156"/>
                  </a:cubicBezTo>
                  <a:close/>
                  <a:moveTo>
                    <a:pt x="29" y="1262"/>
                  </a:moveTo>
                  <a:cubicBezTo>
                    <a:pt x="79" y="1255"/>
                    <a:pt x="130" y="1248"/>
                    <a:pt x="180" y="1241"/>
                  </a:cubicBezTo>
                  <a:cubicBezTo>
                    <a:pt x="180" y="1252"/>
                    <a:pt x="180" y="1264"/>
                    <a:pt x="180" y="1275"/>
                  </a:cubicBezTo>
                  <a:cubicBezTo>
                    <a:pt x="130" y="1284"/>
                    <a:pt x="79" y="1294"/>
                    <a:pt x="29" y="1303"/>
                  </a:cubicBezTo>
                  <a:cubicBezTo>
                    <a:pt x="29" y="1289"/>
                    <a:pt x="29" y="1276"/>
                    <a:pt x="29" y="1262"/>
                  </a:cubicBezTo>
                  <a:close/>
                  <a:moveTo>
                    <a:pt x="29" y="1368"/>
                  </a:moveTo>
                  <a:cubicBezTo>
                    <a:pt x="79" y="1359"/>
                    <a:pt x="130" y="1350"/>
                    <a:pt x="180" y="1341"/>
                  </a:cubicBezTo>
                  <a:cubicBezTo>
                    <a:pt x="180" y="1352"/>
                    <a:pt x="180" y="1363"/>
                    <a:pt x="180" y="1375"/>
                  </a:cubicBezTo>
                  <a:cubicBezTo>
                    <a:pt x="130" y="1386"/>
                    <a:pt x="79" y="1398"/>
                    <a:pt x="29" y="1409"/>
                  </a:cubicBezTo>
                  <a:cubicBezTo>
                    <a:pt x="29" y="1395"/>
                    <a:pt x="29" y="1382"/>
                    <a:pt x="29" y="1368"/>
                  </a:cubicBezTo>
                  <a:close/>
                  <a:moveTo>
                    <a:pt x="29" y="1474"/>
                  </a:moveTo>
                  <a:cubicBezTo>
                    <a:pt x="180" y="1441"/>
                    <a:pt x="180" y="1441"/>
                    <a:pt x="180" y="1441"/>
                  </a:cubicBezTo>
                  <a:cubicBezTo>
                    <a:pt x="180" y="1474"/>
                    <a:pt x="180" y="1474"/>
                    <a:pt x="180" y="1474"/>
                  </a:cubicBezTo>
                  <a:cubicBezTo>
                    <a:pt x="29" y="1515"/>
                    <a:pt x="29" y="1515"/>
                    <a:pt x="29" y="1515"/>
                  </a:cubicBezTo>
                  <a:lnTo>
                    <a:pt x="29" y="1474"/>
                  </a:lnTo>
                  <a:close/>
                </a:path>
              </a:pathLst>
            </a:custGeom>
            <a:solidFill>
              <a:srgbClr val="5A4A43"/>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1" name="Freeform 27"/>
            <p:cNvSpPr>
              <a:spLocks noEditPoints="1"/>
            </p:cNvSpPr>
            <p:nvPr/>
          </p:nvSpPr>
          <p:spPr bwMode="auto">
            <a:xfrm>
              <a:off x="5284788" y="2189163"/>
              <a:ext cx="790575" cy="3162300"/>
            </a:xfrm>
            <a:custGeom>
              <a:avLst/>
              <a:gdLst>
                <a:gd name="T0" fmla="*/ 329 w 398"/>
                <a:gd name="T1" fmla="*/ 1511 h 1590"/>
                <a:gd name="T2" fmla="*/ 263 w 398"/>
                <a:gd name="T3" fmla="*/ 1423 h 1590"/>
                <a:gd name="T4" fmla="*/ 263 w 398"/>
                <a:gd name="T5" fmla="*/ 1299 h 1590"/>
                <a:gd name="T6" fmla="*/ 329 w 398"/>
                <a:gd name="T7" fmla="*/ 1222 h 1590"/>
                <a:gd name="T8" fmla="*/ 329 w 398"/>
                <a:gd name="T9" fmla="*/ 1189 h 1590"/>
                <a:gd name="T10" fmla="*/ 329 w 398"/>
                <a:gd name="T11" fmla="*/ 1029 h 1590"/>
                <a:gd name="T12" fmla="*/ 263 w 398"/>
                <a:gd name="T13" fmla="*/ 950 h 1590"/>
                <a:gd name="T14" fmla="*/ 263 w 398"/>
                <a:gd name="T15" fmla="*/ 827 h 1590"/>
                <a:gd name="T16" fmla="*/ 329 w 398"/>
                <a:gd name="T17" fmla="*/ 740 h 1590"/>
                <a:gd name="T18" fmla="*/ 329 w 398"/>
                <a:gd name="T19" fmla="*/ 707 h 1590"/>
                <a:gd name="T20" fmla="*/ 329 w 398"/>
                <a:gd name="T21" fmla="*/ 627 h 1590"/>
                <a:gd name="T22" fmla="*/ 263 w 398"/>
                <a:gd name="T23" fmla="*/ 478 h 1590"/>
                <a:gd name="T24" fmla="*/ 263 w 398"/>
                <a:gd name="T25" fmla="*/ 355 h 1590"/>
                <a:gd name="T26" fmla="*/ 329 w 398"/>
                <a:gd name="T27" fmla="*/ 258 h 1590"/>
                <a:gd name="T28" fmla="*/ 329 w 398"/>
                <a:gd name="T29" fmla="*/ 225 h 1590"/>
                <a:gd name="T30" fmla="*/ 177 w 398"/>
                <a:gd name="T31" fmla="*/ 145 h 1590"/>
                <a:gd name="T32" fmla="*/ 219 w 398"/>
                <a:gd name="T33" fmla="*/ 209 h 1590"/>
                <a:gd name="T34" fmla="*/ 219 w 398"/>
                <a:gd name="T35" fmla="*/ 330 h 1590"/>
                <a:gd name="T36" fmla="*/ 176 w 398"/>
                <a:gd name="T37" fmla="*/ 416 h 1590"/>
                <a:gd name="T38" fmla="*/ 176 w 398"/>
                <a:gd name="T39" fmla="*/ 452 h 1590"/>
                <a:gd name="T40" fmla="*/ 176 w 398"/>
                <a:gd name="T41" fmla="*/ 605 h 1590"/>
                <a:gd name="T42" fmla="*/ 218 w 398"/>
                <a:gd name="T43" fmla="*/ 675 h 1590"/>
                <a:gd name="T44" fmla="*/ 218 w 398"/>
                <a:gd name="T45" fmla="*/ 795 h 1590"/>
                <a:gd name="T46" fmla="*/ 175 w 398"/>
                <a:gd name="T47" fmla="*/ 875 h 1590"/>
                <a:gd name="T48" fmla="*/ 175 w 398"/>
                <a:gd name="T49" fmla="*/ 911 h 1590"/>
                <a:gd name="T50" fmla="*/ 175 w 398"/>
                <a:gd name="T51" fmla="*/ 1064 h 1590"/>
                <a:gd name="T52" fmla="*/ 217 w 398"/>
                <a:gd name="T53" fmla="*/ 1141 h 1590"/>
                <a:gd name="T54" fmla="*/ 217 w 398"/>
                <a:gd name="T55" fmla="*/ 1261 h 1590"/>
                <a:gd name="T56" fmla="*/ 174 w 398"/>
                <a:gd name="T57" fmla="*/ 1335 h 1590"/>
                <a:gd name="T58" fmla="*/ 174 w 398"/>
                <a:gd name="T59" fmla="*/ 1371 h 1590"/>
                <a:gd name="T60" fmla="*/ 139 w 398"/>
                <a:gd name="T61" fmla="*/ 1485 h 1590"/>
                <a:gd name="T62" fmla="*/ 109 w 398"/>
                <a:gd name="T63" fmla="*/ 1405 h 1590"/>
                <a:gd name="T64" fmla="*/ 139 w 398"/>
                <a:gd name="T65" fmla="*/ 1294 h 1590"/>
                <a:gd name="T66" fmla="*/ 139 w 398"/>
                <a:gd name="T67" fmla="*/ 1218 h 1590"/>
                <a:gd name="T68" fmla="*/ 109 w 398"/>
                <a:gd name="T69" fmla="*/ 1180 h 1590"/>
                <a:gd name="T70" fmla="*/ 109 w 398"/>
                <a:gd name="T71" fmla="*/ 1030 h 1590"/>
                <a:gd name="T72" fmla="*/ 109 w 398"/>
                <a:gd name="T73" fmla="*/ 955 h 1590"/>
                <a:gd name="T74" fmla="*/ 109 w 398"/>
                <a:gd name="T75" fmla="*/ 842 h 1590"/>
                <a:gd name="T76" fmla="*/ 139 w 398"/>
                <a:gd name="T77" fmla="*/ 763 h 1590"/>
                <a:gd name="T78" fmla="*/ 139 w 398"/>
                <a:gd name="T79" fmla="*/ 727 h 1590"/>
                <a:gd name="T80" fmla="*/ 139 w 398"/>
                <a:gd name="T81" fmla="*/ 575 h 1590"/>
                <a:gd name="T82" fmla="*/ 109 w 398"/>
                <a:gd name="T83" fmla="*/ 505 h 1590"/>
                <a:gd name="T84" fmla="*/ 109 w 398"/>
                <a:gd name="T85" fmla="*/ 392 h 1590"/>
                <a:gd name="T86" fmla="*/ 139 w 398"/>
                <a:gd name="T87" fmla="*/ 348 h 1590"/>
                <a:gd name="T88" fmla="*/ 139 w 398"/>
                <a:gd name="T89" fmla="*/ 272 h 1590"/>
                <a:gd name="T90" fmla="*/ 81 w 398"/>
                <a:gd name="T91" fmla="*/ 1478 h 1590"/>
                <a:gd name="T92" fmla="*/ 54 w 398"/>
                <a:gd name="T93" fmla="*/ 1400 h 1590"/>
                <a:gd name="T94" fmla="*/ 54 w 398"/>
                <a:gd name="T95" fmla="*/ 1291 h 1590"/>
                <a:gd name="T96" fmla="*/ 80 w 398"/>
                <a:gd name="T97" fmla="*/ 1218 h 1590"/>
                <a:gd name="T98" fmla="*/ 80 w 398"/>
                <a:gd name="T99" fmla="*/ 1180 h 1590"/>
                <a:gd name="T100" fmla="*/ 79 w 398"/>
                <a:gd name="T101" fmla="*/ 1031 h 1590"/>
                <a:gd name="T102" fmla="*/ 53 w 398"/>
                <a:gd name="T103" fmla="*/ 958 h 1590"/>
                <a:gd name="T104" fmla="*/ 52 w 398"/>
                <a:gd name="T105" fmla="*/ 848 h 1590"/>
                <a:gd name="T106" fmla="*/ 79 w 398"/>
                <a:gd name="T107" fmla="*/ 771 h 1590"/>
                <a:gd name="T108" fmla="*/ 79 w 398"/>
                <a:gd name="T109" fmla="*/ 734 h 1590"/>
                <a:gd name="T110" fmla="*/ 78 w 398"/>
                <a:gd name="T111" fmla="*/ 585 h 1590"/>
                <a:gd name="T112" fmla="*/ 51 w 398"/>
                <a:gd name="T113" fmla="*/ 515 h 1590"/>
                <a:gd name="T114" fmla="*/ 51 w 398"/>
                <a:gd name="T115" fmla="*/ 406 h 1590"/>
                <a:gd name="T116" fmla="*/ 78 w 398"/>
                <a:gd name="T117" fmla="*/ 325 h 1590"/>
                <a:gd name="T118" fmla="*/ 77 w 398"/>
                <a:gd name="T119" fmla="*/ 287 h 1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98" h="1590">
                  <a:moveTo>
                    <a:pt x="0" y="1529"/>
                  </a:moveTo>
                  <a:cubicBezTo>
                    <a:pt x="398" y="1590"/>
                    <a:pt x="398" y="1590"/>
                    <a:pt x="398" y="1590"/>
                  </a:cubicBezTo>
                  <a:cubicBezTo>
                    <a:pt x="398" y="0"/>
                    <a:pt x="398" y="0"/>
                    <a:pt x="398" y="0"/>
                  </a:cubicBezTo>
                  <a:cubicBezTo>
                    <a:pt x="0" y="137"/>
                    <a:pt x="0" y="137"/>
                    <a:pt x="0" y="137"/>
                  </a:cubicBezTo>
                  <a:lnTo>
                    <a:pt x="0" y="1529"/>
                  </a:lnTo>
                  <a:close/>
                  <a:moveTo>
                    <a:pt x="329" y="1511"/>
                  </a:moveTo>
                  <a:cubicBezTo>
                    <a:pt x="263" y="1501"/>
                    <a:pt x="263" y="1501"/>
                    <a:pt x="263" y="1501"/>
                  </a:cubicBezTo>
                  <a:cubicBezTo>
                    <a:pt x="263" y="1457"/>
                    <a:pt x="263" y="1457"/>
                    <a:pt x="263" y="1457"/>
                  </a:cubicBezTo>
                  <a:cubicBezTo>
                    <a:pt x="329" y="1463"/>
                    <a:pt x="329" y="1463"/>
                    <a:pt x="329" y="1463"/>
                  </a:cubicBezTo>
                  <a:lnTo>
                    <a:pt x="329" y="1511"/>
                  </a:lnTo>
                  <a:close/>
                  <a:moveTo>
                    <a:pt x="329" y="1430"/>
                  </a:moveTo>
                  <a:cubicBezTo>
                    <a:pt x="307" y="1428"/>
                    <a:pt x="285" y="1425"/>
                    <a:pt x="263" y="1423"/>
                  </a:cubicBezTo>
                  <a:cubicBezTo>
                    <a:pt x="263" y="1408"/>
                    <a:pt x="263" y="1393"/>
                    <a:pt x="263" y="1378"/>
                  </a:cubicBezTo>
                  <a:cubicBezTo>
                    <a:pt x="285" y="1380"/>
                    <a:pt x="307" y="1381"/>
                    <a:pt x="329" y="1382"/>
                  </a:cubicBezTo>
                  <a:cubicBezTo>
                    <a:pt x="329" y="1398"/>
                    <a:pt x="329" y="1414"/>
                    <a:pt x="329" y="1430"/>
                  </a:cubicBezTo>
                  <a:close/>
                  <a:moveTo>
                    <a:pt x="329" y="1350"/>
                  </a:moveTo>
                  <a:cubicBezTo>
                    <a:pt x="307" y="1348"/>
                    <a:pt x="285" y="1346"/>
                    <a:pt x="263" y="1344"/>
                  </a:cubicBezTo>
                  <a:cubicBezTo>
                    <a:pt x="263" y="1329"/>
                    <a:pt x="263" y="1314"/>
                    <a:pt x="263" y="1299"/>
                  </a:cubicBezTo>
                  <a:cubicBezTo>
                    <a:pt x="285" y="1300"/>
                    <a:pt x="307" y="1301"/>
                    <a:pt x="329" y="1302"/>
                  </a:cubicBezTo>
                  <a:cubicBezTo>
                    <a:pt x="329" y="1318"/>
                    <a:pt x="329" y="1334"/>
                    <a:pt x="329" y="1350"/>
                  </a:cubicBezTo>
                  <a:close/>
                  <a:moveTo>
                    <a:pt x="329" y="1270"/>
                  </a:moveTo>
                  <a:cubicBezTo>
                    <a:pt x="307" y="1268"/>
                    <a:pt x="285" y="1267"/>
                    <a:pt x="263" y="1265"/>
                  </a:cubicBezTo>
                  <a:cubicBezTo>
                    <a:pt x="263" y="1250"/>
                    <a:pt x="263" y="1236"/>
                    <a:pt x="263" y="1221"/>
                  </a:cubicBezTo>
                  <a:cubicBezTo>
                    <a:pt x="285" y="1221"/>
                    <a:pt x="307" y="1221"/>
                    <a:pt x="329" y="1222"/>
                  </a:cubicBezTo>
                  <a:cubicBezTo>
                    <a:pt x="329" y="1238"/>
                    <a:pt x="329" y="1254"/>
                    <a:pt x="329" y="1270"/>
                  </a:cubicBezTo>
                  <a:close/>
                  <a:moveTo>
                    <a:pt x="329" y="1189"/>
                  </a:moveTo>
                  <a:cubicBezTo>
                    <a:pt x="307" y="1188"/>
                    <a:pt x="285" y="1187"/>
                    <a:pt x="263" y="1186"/>
                  </a:cubicBezTo>
                  <a:cubicBezTo>
                    <a:pt x="263" y="1172"/>
                    <a:pt x="263" y="1157"/>
                    <a:pt x="263" y="1142"/>
                  </a:cubicBezTo>
                  <a:cubicBezTo>
                    <a:pt x="285" y="1142"/>
                    <a:pt x="307" y="1142"/>
                    <a:pt x="329" y="1141"/>
                  </a:cubicBezTo>
                  <a:cubicBezTo>
                    <a:pt x="329" y="1157"/>
                    <a:pt x="329" y="1173"/>
                    <a:pt x="329" y="1189"/>
                  </a:cubicBezTo>
                  <a:close/>
                  <a:moveTo>
                    <a:pt x="329" y="1109"/>
                  </a:moveTo>
                  <a:cubicBezTo>
                    <a:pt x="307" y="1108"/>
                    <a:pt x="285" y="1108"/>
                    <a:pt x="263" y="1108"/>
                  </a:cubicBezTo>
                  <a:cubicBezTo>
                    <a:pt x="263" y="1093"/>
                    <a:pt x="263" y="1078"/>
                    <a:pt x="263" y="1063"/>
                  </a:cubicBezTo>
                  <a:cubicBezTo>
                    <a:pt x="285" y="1063"/>
                    <a:pt x="307" y="1062"/>
                    <a:pt x="329" y="1061"/>
                  </a:cubicBezTo>
                  <a:cubicBezTo>
                    <a:pt x="329" y="1077"/>
                    <a:pt x="329" y="1093"/>
                    <a:pt x="329" y="1109"/>
                  </a:cubicBezTo>
                  <a:close/>
                  <a:moveTo>
                    <a:pt x="329" y="1029"/>
                  </a:moveTo>
                  <a:cubicBezTo>
                    <a:pt x="307" y="1029"/>
                    <a:pt x="285" y="1029"/>
                    <a:pt x="263" y="1029"/>
                  </a:cubicBezTo>
                  <a:cubicBezTo>
                    <a:pt x="263" y="1014"/>
                    <a:pt x="263" y="999"/>
                    <a:pt x="263" y="984"/>
                  </a:cubicBezTo>
                  <a:cubicBezTo>
                    <a:pt x="285" y="983"/>
                    <a:pt x="307" y="982"/>
                    <a:pt x="329" y="981"/>
                  </a:cubicBezTo>
                  <a:cubicBezTo>
                    <a:pt x="329" y="997"/>
                    <a:pt x="329" y="1013"/>
                    <a:pt x="329" y="1029"/>
                  </a:cubicBezTo>
                  <a:close/>
                  <a:moveTo>
                    <a:pt x="329" y="948"/>
                  </a:moveTo>
                  <a:cubicBezTo>
                    <a:pt x="307" y="949"/>
                    <a:pt x="285" y="950"/>
                    <a:pt x="263" y="950"/>
                  </a:cubicBezTo>
                  <a:cubicBezTo>
                    <a:pt x="263" y="935"/>
                    <a:pt x="263" y="921"/>
                    <a:pt x="263" y="906"/>
                  </a:cubicBezTo>
                  <a:cubicBezTo>
                    <a:pt x="285" y="904"/>
                    <a:pt x="307" y="902"/>
                    <a:pt x="329" y="900"/>
                  </a:cubicBezTo>
                  <a:cubicBezTo>
                    <a:pt x="329" y="916"/>
                    <a:pt x="329" y="932"/>
                    <a:pt x="329" y="948"/>
                  </a:cubicBezTo>
                  <a:close/>
                  <a:moveTo>
                    <a:pt x="329" y="868"/>
                  </a:moveTo>
                  <a:cubicBezTo>
                    <a:pt x="307" y="869"/>
                    <a:pt x="285" y="870"/>
                    <a:pt x="263" y="872"/>
                  </a:cubicBezTo>
                  <a:cubicBezTo>
                    <a:pt x="263" y="857"/>
                    <a:pt x="263" y="842"/>
                    <a:pt x="263" y="827"/>
                  </a:cubicBezTo>
                  <a:cubicBezTo>
                    <a:pt x="285" y="825"/>
                    <a:pt x="307" y="822"/>
                    <a:pt x="329" y="820"/>
                  </a:cubicBezTo>
                  <a:cubicBezTo>
                    <a:pt x="329" y="836"/>
                    <a:pt x="329" y="852"/>
                    <a:pt x="329" y="868"/>
                  </a:cubicBezTo>
                  <a:close/>
                  <a:moveTo>
                    <a:pt x="329" y="788"/>
                  </a:moveTo>
                  <a:cubicBezTo>
                    <a:pt x="307" y="789"/>
                    <a:pt x="285" y="791"/>
                    <a:pt x="263" y="793"/>
                  </a:cubicBezTo>
                  <a:cubicBezTo>
                    <a:pt x="263" y="778"/>
                    <a:pt x="263" y="763"/>
                    <a:pt x="263" y="748"/>
                  </a:cubicBezTo>
                  <a:cubicBezTo>
                    <a:pt x="285" y="745"/>
                    <a:pt x="307" y="743"/>
                    <a:pt x="329" y="740"/>
                  </a:cubicBezTo>
                  <a:cubicBezTo>
                    <a:pt x="329" y="756"/>
                    <a:pt x="329" y="772"/>
                    <a:pt x="329" y="788"/>
                  </a:cubicBezTo>
                  <a:close/>
                  <a:moveTo>
                    <a:pt x="329" y="707"/>
                  </a:moveTo>
                  <a:cubicBezTo>
                    <a:pt x="307" y="710"/>
                    <a:pt x="285" y="712"/>
                    <a:pt x="263" y="714"/>
                  </a:cubicBezTo>
                  <a:cubicBezTo>
                    <a:pt x="263" y="699"/>
                    <a:pt x="263" y="684"/>
                    <a:pt x="263" y="670"/>
                  </a:cubicBezTo>
                  <a:cubicBezTo>
                    <a:pt x="285" y="666"/>
                    <a:pt x="307" y="663"/>
                    <a:pt x="329" y="660"/>
                  </a:cubicBezTo>
                  <a:cubicBezTo>
                    <a:pt x="329" y="675"/>
                    <a:pt x="329" y="691"/>
                    <a:pt x="329" y="707"/>
                  </a:cubicBezTo>
                  <a:close/>
                  <a:moveTo>
                    <a:pt x="263" y="557"/>
                  </a:moveTo>
                  <a:cubicBezTo>
                    <a:pt x="263" y="542"/>
                    <a:pt x="263" y="527"/>
                    <a:pt x="263" y="512"/>
                  </a:cubicBezTo>
                  <a:cubicBezTo>
                    <a:pt x="285" y="508"/>
                    <a:pt x="307" y="503"/>
                    <a:pt x="329" y="499"/>
                  </a:cubicBezTo>
                  <a:cubicBezTo>
                    <a:pt x="329" y="515"/>
                    <a:pt x="329" y="531"/>
                    <a:pt x="329" y="547"/>
                  </a:cubicBezTo>
                  <a:cubicBezTo>
                    <a:pt x="307" y="550"/>
                    <a:pt x="285" y="553"/>
                    <a:pt x="263" y="557"/>
                  </a:cubicBezTo>
                  <a:close/>
                  <a:moveTo>
                    <a:pt x="329" y="627"/>
                  </a:moveTo>
                  <a:cubicBezTo>
                    <a:pt x="307" y="630"/>
                    <a:pt x="285" y="633"/>
                    <a:pt x="263" y="635"/>
                  </a:cubicBezTo>
                  <a:cubicBezTo>
                    <a:pt x="263" y="620"/>
                    <a:pt x="263" y="606"/>
                    <a:pt x="263" y="591"/>
                  </a:cubicBezTo>
                  <a:cubicBezTo>
                    <a:pt x="285" y="587"/>
                    <a:pt x="307" y="583"/>
                    <a:pt x="329" y="579"/>
                  </a:cubicBezTo>
                  <a:cubicBezTo>
                    <a:pt x="329" y="595"/>
                    <a:pt x="329" y="611"/>
                    <a:pt x="329" y="627"/>
                  </a:cubicBezTo>
                  <a:close/>
                  <a:moveTo>
                    <a:pt x="329" y="466"/>
                  </a:moveTo>
                  <a:cubicBezTo>
                    <a:pt x="307" y="470"/>
                    <a:pt x="285" y="474"/>
                    <a:pt x="263" y="478"/>
                  </a:cubicBezTo>
                  <a:cubicBezTo>
                    <a:pt x="263" y="463"/>
                    <a:pt x="263" y="448"/>
                    <a:pt x="263" y="433"/>
                  </a:cubicBezTo>
                  <a:cubicBezTo>
                    <a:pt x="285" y="428"/>
                    <a:pt x="307" y="423"/>
                    <a:pt x="329" y="419"/>
                  </a:cubicBezTo>
                  <a:cubicBezTo>
                    <a:pt x="329" y="434"/>
                    <a:pt x="329" y="450"/>
                    <a:pt x="329" y="466"/>
                  </a:cubicBezTo>
                  <a:close/>
                  <a:moveTo>
                    <a:pt x="329" y="386"/>
                  </a:moveTo>
                  <a:cubicBezTo>
                    <a:pt x="307" y="390"/>
                    <a:pt x="285" y="395"/>
                    <a:pt x="263" y="399"/>
                  </a:cubicBezTo>
                  <a:cubicBezTo>
                    <a:pt x="263" y="384"/>
                    <a:pt x="263" y="369"/>
                    <a:pt x="263" y="355"/>
                  </a:cubicBezTo>
                  <a:cubicBezTo>
                    <a:pt x="285" y="349"/>
                    <a:pt x="307" y="344"/>
                    <a:pt x="329" y="338"/>
                  </a:cubicBezTo>
                  <a:cubicBezTo>
                    <a:pt x="329" y="354"/>
                    <a:pt x="329" y="370"/>
                    <a:pt x="329" y="386"/>
                  </a:cubicBezTo>
                  <a:close/>
                  <a:moveTo>
                    <a:pt x="329" y="306"/>
                  </a:moveTo>
                  <a:cubicBezTo>
                    <a:pt x="307" y="311"/>
                    <a:pt x="285" y="315"/>
                    <a:pt x="263" y="320"/>
                  </a:cubicBezTo>
                  <a:cubicBezTo>
                    <a:pt x="263" y="306"/>
                    <a:pt x="263" y="291"/>
                    <a:pt x="263" y="276"/>
                  </a:cubicBezTo>
                  <a:cubicBezTo>
                    <a:pt x="285" y="270"/>
                    <a:pt x="307" y="264"/>
                    <a:pt x="329" y="258"/>
                  </a:cubicBezTo>
                  <a:cubicBezTo>
                    <a:pt x="329" y="274"/>
                    <a:pt x="329" y="290"/>
                    <a:pt x="329" y="306"/>
                  </a:cubicBezTo>
                  <a:close/>
                  <a:moveTo>
                    <a:pt x="329" y="225"/>
                  </a:moveTo>
                  <a:cubicBezTo>
                    <a:pt x="307" y="231"/>
                    <a:pt x="285" y="236"/>
                    <a:pt x="263" y="242"/>
                  </a:cubicBezTo>
                  <a:cubicBezTo>
                    <a:pt x="263" y="227"/>
                    <a:pt x="263" y="212"/>
                    <a:pt x="263" y="197"/>
                  </a:cubicBezTo>
                  <a:cubicBezTo>
                    <a:pt x="285" y="191"/>
                    <a:pt x="307" y="184"/>
                    <a:pt x="329" y="178"/>
                  </a:cubicBezTo>
                  <a:cubicBezTo>
                    <a:pt x="329" y="193"/>
                    <a:pt x="329" y="209"/>
                    <a:pt x="329" y="225"/>
                  </a:cubicBezTo>
                  <a:close/>
                  <a:moveTo>
                    <a:pt x="263" y="118"/>
                  </a:moveTo>
                  <a:cubicBezTo>
                    <a:pt x="329" y="97"/>
                    <a:pt x="329" y="97"/>
                    <a:pt x="329" y="97"/>
                  </a:cubicBezTo>
                  <a:cubicBezTo>
                    <a:pt x="329" y="145"/>
                    <a:pt x="329" y="145"/>
                    <a:pt x="329" y="145"/>
                  </a:cubicBezTo>
                  <a:cubicBezTo>
                    <a:pt x="263" y="163"/>
                    <a:pt x="263" y="163"/>
                    <a:pt x="263" y="163"/>
                  </a:cubicBezTo>
                  <a:lnTo>
                    <a:pt x="263" y="118"/>
                  </a:lnTo>
                  <a:close/>
                  <a:moveTo>
                    <a:pt x="177" y="145"/>
                  </a:moveTo>
                  <a:cubicBezTo>
                    <a:pt x="219" y="131"/>
                    <a:pt x="219" y="131"/>
                    <a:pt x="219" y="131"/>
                  </a:cubicBezTo>
                  <a:cubicBezTo>
                    <a:pt x="219" y="174"/>
                    <a:pt x="219" y="174"/>
                    <a:pt x="219" y="174"/>
                  </a:cubicBezTo>
                  <a:cubicBezTo>
                    <a:pt x="177" y="186"/>
                    <a:pt x="177" y="186"/>
                    <a:pt x="177" y="186"/>
                  </a:cubicBezTo>
                  <a:lnTo>
                    <a:pt x="177" y="145"/>
                  </a:lnTo>
                  <a:close/>
                  <a:moveTo>
                    <a:pt x="176" y="222"/>
                  </a:moveTo>
                  <a:cubicBezTo>
                    <a:pt x="191" y="217"/>
                    <a:pt x="205" y="213"/>
                    <a:pt x="219" y="209"/>
                  </a:cubicBezTo>
                  <a:cubicBezTo>
                    <a:pt x="219" y="223"/>
                    <a:pt x="219" y="238"/>
                    <a:pt x="219" y="252"/>
                  </a:cubicBezTo>
                  <a:cubicBezTo>
                    <a:pt x="205" y="255"/>
                    <a:pt x="191" y="259"/>
                    <a:pt x="176" y="262"/>
                  </a:cubicBezTo>
                  <a:cubicBezTo>
                    <a:pt x="176" y="249"/>
                    <a:pt x="176" y="235"/>
                    <a:pt x="176" y="222"/>
                  </a:cubicBezTo>
                  <a:close/>
                  <a:moveTo>
                    <a:pt x="176" y="298"/>
                  </a:moveTo>
                  <a:cubicBezTo>
                    <a:pt x="190" y="294"/>
                    <a:pt x="205" y="291"/>
                    <a:pt x="219" y="287"/>
                  </a:cubicBezTo>
                  <a:cubicBezTo>
                    <a:pt x="219" y="301"/>
                    <a:pt x="219" y="315"/>
                    <a:pt x="219" y="330"/>
                  </a:cubicBezTo>
                  <a:cubicBezTo>
                    <a:pt x="205" y="333"/>
                    <a:pt x="190" y="336"/>
                    <a:pt x="176" y="339"/>
                  </a:cubicBezTo>
                  <a:cubicBezTo>
                    <a:pt x="176" y="325"/>
                    <a:pt x="176" y="312"/>
                    <a:pt x="176" y="298"/>
                  </a:cubicBezTo>
                  <a:close/>
                  <a:moveTo>
                    <a:pt x="176" y="375"/>
                  </a:moveTo>
                  <a:cubicBezTo>
                    <a:pt x="190" y="371"/>
                    <a:pt x="204" y="368"/>
                    <a:pt x="219" y="364"/>
                  </a:cubicBezTo>
                  <a:cubicBezTo>
                    <a:pt x="219" y="379"/>
                    <a:pt x="219" y="393"/>
                    <a:pt x="219" y="407"/>
                  </a:cubicBezTo>
                  <a:cubicBezTo>
                    <a:pt x="204" y="410"/>
                    <a:pt x="190" y="413"/>
                    <a:pt x="176" y="416"/>
                  </a:cubicBezTo>
                  <a:cubicBezTo>
                    <a:pt x="176" y="402"/>
                    <a:pt x="176" y="388"/>
                    <a:pt x="176" y="375"/>
                  </a:cubicBezTo>
                  <a:close/>
                  <a:moveTo>
                    <a:pt x="176" y="452"/>
                  </a:moveTo>
                  <a:cubicBezTo>
                    <a:pt x="190" y="448"/>
                    <a:pt x="204" y="445"/>
                    <a:pt x="218" y="442"/>
                  </a:cubicBezTo>
                  <a:cubicBezTo>
                    <a:pt x="218" y="456"/>
                    <a:pt x="218" y="471"/>
                    <a:pt x="218" y="485"/>
                  </a:cubicBezTo>
                  <a:cubicBezTo>
                    <a:pt x="204" y="487"/>
                    <a:pt x="190" y="490"/>
                    <a:pt x="176" y="492"/>
                  </a:cubicBezTo>
                  <a:cubicBezTo>
                    <a:pt x="176" y="479"/>
                    <a:pt x="176" y="465"/>
                    <a:pt x="176" y="452"/>
                  </a:cubicBezTo>
                  <a:close/>
                  <a:moveTo>
                    <a:pt x="176" y="528"/>
                  </a:moveTo>
                  <a:cubicBezTo>
                    <a:pt x="190" y="525"/>
                    <a:pt x="204" y="522"/>
                    <a:pt x="218" y="520"/>
                  </a:cubicBezTo>
                  <a:cubicBezTo>
                    <a:pt x="218" y="534"/>
                    <a:pt x="218" y="548"/>
                    <a:pt x="218" y="562"/>
                  </a:cubicBezTo>
                  <a:cubicBezTo>
                    <a:pt x="204" y="565"/>
                    <a:pt x="190" y="567"/>
                    <a:pt x="176" y="569"/>
                  </a:cubicBezTo>
                  <a:cubicBezTo>
                    <a:pt x="176" y="555"/>
                    <a:pt x="176" y="542"/>
                    <a:pt x="176" y="528"/>
                  </a:cubicBezTo>
                  <a:close/>
                  <a:moveTo>
                    <a:pt x="176" y="605"/>
                  </a:moveTo>
                  <a:cubicBezTo>
                    <a:pt x="190" y="602"/>
                    <a:pt x="204" y="600"/>
                    <a:pt x="218" y="597"/>
                  </a:cubicBezTo>
                  <a:cubicBezTo>
                    <a:pt x="218" y="612"/>
                    <a:pt x="218" y="626"/>
                    <a:pt x="218" y="640"/>
                  </a:cubicBezTo>
                  <a:cubicBezTo>
                    <a:pt x="204" y="642"/>
                    <a:pt x="190" y="644"/>
                    <a:pt x="176" y="645"/>
                  </a:cubicBezTo>
                  <a:cubicBezTo>
                    <a:pt x="176" y="632"/>
                    <a:pt x="176" y="618"/>
                    <a:pt x="176" y="605"/>
                  </a:cubicBezTo>
                  <a:close/>
                  <a:moveTo>
                    <a:pt x="176" y="681"/>
                  </a:moveTo>
                  <a:cubicBezTo>
                    <a:pt x="190" y="679"/>
                    <a:pt x="204" y="677"/>
                    <a:pt x="218" y="675"/>
                  </a:cubicBezTo>
                  <a:cubicBezTo>
                    <a:pt x="218" y="689"/>
                    <a:pt x="218" y="703"/>
                    <a:pt x="218" y="718"/>
                  </a:cubicBezTo>
                  <a:cubicBezTo>
                    <a:pt x="204" y="719"/>
                    <a:pt x="190" y="721"/>
                    <a:pt x="176" y="722"/>
                  </a:cubicBezTo>
                  <a:cubicBezTo>
                    <a:pt x="176" y="709"/>
                    <a:pt x="176" y="695"/>
                    <a:pt x="176" y="681"/>
                  </a:cubicBezTo>
                  <a:close/>
                  <a:moveTo>
                    <a:pt x="175" y="758"/>
                  </a:moveTo>
                  <a:cubicBezTo>
                    <a:pt x="190" y="756"/>
                    <a:pt x="204" y="754"/>
                    <a:pt x="218" y="753"/>
                  </a:cubicBezTo>
                  <a:cubicBezTo>
                    <a:pt x="218" y="767"/>
                    <a:pt x="218" y="781"/>
                    <a:pt x="218" y="795"/>
                  </a:cubicBezTo>
                  <a:cubicBezTo>
                    <a:pt x="204" y="796"/>
                    <a:pt x="190" y="798"/>
                    <a:pt x="175" y="799"/>
                  </a:cubicBezTo>
                  <a:cubicBezTo>
                    <a:pt x="175" y="785"/>
                    <a:pt x="175" y="772"/>
                    <a:pt x="175" y="758"/>
                  </a:cubicBezTo>
                  <a:close/>
                  <a:moveTo>
                    <a:pt x="175" y="835"/>
                  </a:moveTo>
                  <a:cubicBezTo>
                    <a:pt x="189" y="833"/>
                    <a:pt x="204" y="832"/>
                    <a:pt x="218" y="830"/>
                  </a:cubicBezTo>
                  <a:cubicBezTo>
                    <a:pt x="218" y="844"/>
                    <a:pt x="218" y="859"/>
                    <a:pt x="218" y="873"/>
                  </a:cubicBezTo>
                  <a:cubicBezTo>
                    <a:pt x="204" y="874"/>
                    <a:pt x="189" y="875"/>
                    <a:pt x="175" y="875"/>
                  </a:cubicBezTo>
                  <a:cubicBezTo>
                    <a:pt x="175" y="862"/>
                    <a:pt x="175" y="848"/>
                    <a:pt x="175" y="835"/>
                  </a:cubicBezTo>
                  <a:close/>
                  <a:moveTo>
                    <a:pt x="175" y="911"/>
                  </a:moveTo>
                  <a:cubicBezTo>
                    <a:pt x="189" y="910"/>
                    <a:pt x="203" y="909"/>
                    <a:pt x="218" y="908"/>
                  </a:cubicBezTo>
                  <a:cubicBezTo>
                    <a:pt x="218" y="922"/>
                    <a:pt x="218" y="936"/>
                    <a:pt x="218" y="951"/>
                  </a:cubicBezTo>
                  <a:cubicBezTo>
                    <a:pt x="203" y="951"/>
                    <a:pt x="189" y="951"/>
                    <a:pt x="175" y="952"/>
                  </a:cubicBezTo>
                  <a:cubicBezTo>
                    <a:pt x="175" y="938"/>
                    <a:pt x="175" y="925"/>
                    <a:pt x="175" y="911"/>
                  </a:cubicBezTo>
                  <a:close/>
                  <a:moveTo>
                    <a:pt x="175" y="988"/>
                  </a:moveTo>
                  <a:cubicBezTo>
                    <a:pt x="189" y="987"/>
                    <a:pt x="203" y="986"/>
                    <a:pt x="217" y="985"/>
                  </a:cubicBezTo>
                  <a:cubicBezTo>
                    <a:pt x="217" y="1000"/>
                    <a:pt x="217" y="1014"/>
                    <a:pt x="217" y="1028"/>
                  </a:cubicBezTo>
                  <a:cubicBezTo>
                    <a:pt x="203" y="1028"/>
                    <a:pt x="189" y="1028"/>
                    <a:pt x="175" y="1029"/>
                  </a:cubicBezTo>
                  <a:cubicBezTo>
                    <a:pt x="175" y="1015"/>
                    <a:pt x="175" y="1001"/>
                    <a:pt x="175" y="988"/>
                  </a:cubicBezTo>
                  <a:close/>
                  <a:moveTo>
                    <a:pt x="175" y="1064"/>
                  </a:moveTo>
                  <a:cubicBezTo>
                    <a:pt x="189" y="1064"/>
                    <a:pt x="203" y="1064"/>
                    <a:pt x="217" y="1063"/>
                  </a:cubicBezTo>
                  <a:cubicBezTo>
                    <a:pt x="217" y="1077"/>
                    <a:pt x="217" y="1092"/>
                    <a:pt x="217" y="1106"/>
                  </a:cubicBezTo>
                  <a:cubicBezTo>
                    <a:pt x="203" y="1106"/>
                    <a:pt x="189" y="1105"/>
                    <a:pt x="175" y="1105"/>
                  </a:cubicBezTo>
                  <a:cubicBezTo>
                    <a:pt x="175" y="1092"/>
                    <a:pt x="175" y="1078"/>
                    <a:pt x="175" y="1064"/>
                  </a:cubicBezTo>
                  <a:close/>
                  <a:moveTo>
                    <a:pt x="175" y="1141"/>
                  </a:moveTo>
                  <a:cubicBezTo>
                    <a:pt x="189" y="1141"/>
                    <a:pt x="203" y="1141"/>
                    <a:pt x="217" y="1141"/>
                  </a:cubicBezTo>
                  <a:cubicBezTo>
                    <a:pt x="217" y="1155"/>
                    <a:pt x="217" y="1169"/>
                    <a:pt x="217" y="1184"/>
                  </a:cubicBezTo>
                  <a:cubicBezTo>
                    <a:pt x="203" y="1183"/>
                    <a:pt x="189" y="1182"/>
                    <a:pt x="175" y="1182"/>
                  </a:cubicBezTo>
                  <a:cubicBezTo>
                    <a:pt x="175" y="1168"/>
                    <a:pt x="175" y="1155"/>
                    <a:pt x="175" y="1141"/>
                  </a:cubicBezTo>
                  <a:close/>
                  <a:moveTo>
                    <a:pt x="175" y="1218"/>
                  </a:moveTo>
                  <a:cubicBezTo>
                    <a:pt x="189" y="1218"/>
                    <a:pt x="203" y="1218"/>
                    <a:pt x="217" y="1218"/>
                  </a:cubicBezTo>
                  <a:cubicBezTo>
                    <a:pt x="217" y="1233"/>
                    <a:pt x="217" y="1247"/>
                    <a:pt x="217" y="1261"/>
                  </a:cubicBezTo>
                  <a:cubicBezTo>
                    <a:pt x="203" y="1260"/>
                    <a:pt x="189" y="1259"/>
                    <a:pt x="175" y="1258"/>
                  </a:cubicBezTo>
                  <a:cubicBezTo>
                    <a:pt x="175" y="1245"/>
                    <a:pt x="175" y="1231"/>
                    <a:pt x="175" y="1218"/>
                  </a:cubicBezTo>
                  <a:close/>
                  <a:moveTo>
                    <a:pt x="174" y="1294"/>
                  </a:moveTo>
                  <a:cubicBezTo>
                    <a:pt x="189" y="1295"/>
                    <a:pt x="203" y="1295"/>
                    <a:pt x="217" y="1296"/>
                  </a:cubicBezTo>
                  <a:cubicBezTo>
                    <a:pt x="217" y="1310"/>
                    <a:pt x="217" y="1325"/>
                    <a:pt x="217" y="1339"/>
                  </a:cubicBezTo>
                  <a:cubicBezTo>
                    <a:pt x="203" y="1338"/>
                    <a:pt x="189" y="1336"/>
                    <a:pt x="174" y="1335"/>
                  </a:cubicBezTo>
                  <a:cubicBezTo>
                    <a:pt x="174" y="1321"/>
                    <a:pt x="174" y="1308"/>
                    <a:pt x="174" y="1294"/>
                  </a:cubicBezTo>
                  <a:close/>
                  <a:moveTo>
                    <a:pt x="174" y="1371"/>
                  </a:moveTo>
                  <a:cubicBezTo>
                    <a:pt x="188" y="1372"/>
                    <a:pt x="203" y="1373"/>
                    <a:pt x="217" y="1374"/>
                  </a:cubicBezTo>
                  <a:cubicBezTo>
                    <a:pt x="217" y="1388"/>
                    <a:pt x="217" y="1402"/>
                    <a:pt x="217" y="1416"/>
                  </a:cubicBezTo>
                  <a:cubicBezTo>
                    <a:pt x="203" y="1415"/>
                    <a:pt x="188" y="1413"/>
                    <a:pt x="174" y="1412"/>
                  </a:cubicBezTo>
                  <a:cubicBezTo>
                    <a:pt x="174" y="1398"/>
                    <a:pt x="174" y="1385"/>
                    <a:pt x="174" y="1371"/>
                  </a:cubicBezTo>
                  <a:close/>
                  <a:moveTo>
                    <a:pt x="174" y="1448"/>
                  </a:moveTo>
                  <a:cubicBezTo>
                    <a:pt x="217" y="1451"/>
                    <a:pt x="217" y="1451"/>
                    <a:pt x="217" y="1451"/>
                  </a:cubicBezTo>
                  <a:cubicBezTo>
                    <a:pt x="217" y="1494"/>
                    <a:pt x="217" y="1494"/>
                    <a:pt x="217" y="1494"/>
                  </a:cubicBezTo>
                  <a:cubicBezTo>
                    <a:pt x="174" y="1488"/>
                    <a:pt x="174" y="1488"/>
                    <a:pt x="174" y="1488"/>
                  </a:cubicBezTo>
                  <a:lnTo>
                    <a:pt x="174" y="1448"/>
                  </a:lnTo>
                  <a:close/>
                  <a:moveTo>
                    <a:pt x="139" y="1485"/>
                  </a:moveTo>
                  <a:cubicBezTo>
                    <a:pt x="109" y="1480"/>
                    <a:pt x="109" y="1480"/>
                    <a:pt x="109" y="1480"/>
                  </a:cubicBezTo>
                  <a:cubicBezTo>
                    <a:pt x="109" y="1443"/>
                    <a:pt x="109" y="1443"/>
                    <a:pt x="109" y="1443"/>
                  </a:cubicBezTo>
                  <a:cubicBezTo>
                    <a:pt x="139" y="1445"/>
                    <a:pt x="139" y="1445"/>
                    <a:pt x="139" y="1445"/>
                  </a:cubicBezTo>
                  <a:lnTo>
                    <a:pt x="139" y="1485"/>
                  </a:lnTo>
                  <a:close/>
                  <a:moveTo>
                    <a:pt x="139" y="1409"/>
                  </a:moveTo>
                  <a:cubicBezTo>
                    <a:pt x="129" y="1408"/>
                    <a:pt x="119" y="1406"/>
                    <a:pt x="109" y="1405"/>
                  </a:cubicBezTo>
                  <a:cubicBezTo>
                    <a:pt x="109" y="1393"/>
                    <a:pt x="109" y="1380"/>
                    <a:pt x="109" y="1367"/>
                  </a:cubicBezTo>
                  <a:cubicBezTo>
                    <a:pt x="119" y="1368"/>
                    <a:pt x="129" y="1369"/>
                    <a:pt x="139" y="1369"/>
                  </a:cubicBezTo>
                  <a:cubicBezTo>
                    <a:pt x="139" y="1383"/>
                    <a:pt x="139" y="1396"/>
                    <a:pt x="139" y="1409"/>
                  </a:cubicBezTo>
                  <a:close/>
                  <a:moveTo>
                    <a:pt x="109" y="1330"/>
                  </a:moveTo>
                  <a:cubicBezTo>
                    <a:pt x="109" y="1318"/>
                    <a:pt x="109" y="1305"/>
                    <a:pt x="109" y="1292"/>
                  </a:cubicBezTo>
                  <a:cubicBezTo>
                    <a:pt x="119" y="1293"/>
                    <a:pt x="129" y="1293"/>
                    <a:pt x="139" y="1294"/>
                  </a:cubicBezTo>
                  <a:cubicBezTo>
                    <a:pt x="139" y="1307"/>
                    <a:pt x="139" y="1320"/>
                    <a:pt x="139" y="1333"/>
                  </a:cubicBezTo>
                  <a:cubicBezTo>
                    <a:pt x="129" y="1332"/>
                    <a:pt x="119" y="1331"/>
                    <a:pt x="109" y="1330"/>
                  </a:cubicBezTo>
                  <a:close/>
                  <a:moveTo>
                    <a:pt x="139" y="1257"/>
                  </a:moveTo>
                  <a:cubicBezTo>
                    <a:pt x="129" y="1257"/>
                    <a:pt x="119" y="1256"/>
                    <a:pt x="109" y="1255"/>
                  </a:cubicBezTo>
                  <a:cubicBezTo>
                    <a:pt x="109" y="1243"/>
                    <a:pt x="109" y="1230"/>
                    <a:pt x="109" y="1217"/>
                  </a:cubicBezTo>
                  <a:cubicBezTo>
                    <a:pt x="119" y="1217"/>
                    <a:pt x="129" y="1218"/>
                    <a:pt x="139" y="1218"/>
                  </a:cubicBezTo>
                  <a:cubicBezTo>
                    <a:pt x="139" y="1231"/>
                    <a:pt x="139" y="1244"/>
                    <a:pt x="139" y="1257"/>
                  </a:cubicBezTo>
                  <a:close/>
                  <a:moveTo>
                    <a:pt x="109" y="1180"/>
                  </a:moveTo>
                  <a:cubicBezTo>
                    <a:pt x="109" y="1167"/>
                    <a:pt x="109" y="1155"/>
                    <a:pt x="109" y="1142"/>
                  </a:cubicBezTo>
                  <a:cubicBezTo>
                    <a:pt x="119" y="1142"/>
                    <a:pt x="129" y="1142"/>
                    <a:pt x="139" y="1142"/>
                  </a:cubicBezTo>
                  <a:cubicBezTo>
                    <a:pt x="139" y="1155"/>
                    <a:pt x="139" y="1168"/>
                    <a:pt x="139" y="1181"/>
                  </a:cubicBezTo>
                  <a:cubicBezTo>
                    <a:pt x="129" y="1181"/>
                    <a:pt x="119" y="1181"/>
                    <a:pt x="109" y="1180"/>
                  </a:cubicBezTo>
                  <a:close/>
                  <a:moveTo>
                    <a:pt x="139" y="1106"/>
                  </a:moveTo>
                  <a:cubicBezTo>
                    <a:pt x="129" y="1105"/>
                    <a:pt x="119" y="1105"/>
                    <a:pt x="109" y="1105"/>
                  </a:cubicBezTo>
                  <a:cubicBezTo>
                    <a:pt x="109" y="1092"/>
                    <a:pt x="109" y="1080"/>
                    <a:pt x="109" y="1067"/>
                  </a:cubicBezTo>
                  <a:cubicBezTo>
                    <a:pt x="119" y="1067"/>
                    <a:pt x="129" y="1067"/>
                    <a:pt x="139" y="1066"/>
                  </a:cubicBezTo>
                  <a:cubicBezTo>
                    <a:pt x="139" y="1079"/>
                    <a:pt x="139" y="1092"/>
                    <a:pt x="139" y="1106"/>
                  </a:cubicBezTo>
                  <a:close/>
                  <a:moveTo>
                    <a:pt x="109" y="1030"/>
                  </a:moveTo>
                  <a:cubicBezTo>
                    <a:pt x="109" y="1017"/>
                    <a:pt x="109" y="1005"/>
                    <a:pt x="109" y="992"/>
                  </a:cubicBezTo>
                  <a:cubicBezTo>
                    <a:pt x="119" y="992"/>
                    <a:pt x="129" y="991"/>
                    <a:pt x="139" y="990"/>
                  </a:cubicBezTo>
                  <a:cubicBezTo>
                    <a:pt x="139" y="1004"/>
                    <a:pt x="139" y="1017"/>
                    <a:pt x="139" y="1030"/>
                  </a:cubicBezTo>
                  <a:cubicBezTo>
                    <a:pt x="129" y="1030"/>
                    <a:pt x="119" y="1030"/>
                    <a:pt x="109" y="1030"/>
                  </a:cubicBezTo>
                  <a:close/>
                  <a:moveTo>
                    <a:pt x="139" y="954"/>
                  </a:moveTo>
                  <a:cubicBezTo>
                    <a:pt x="129" y="954"/>
                    <a:pt x="119" y="955"/>
                    <a:pt x="109" y="955"/>
                  </a:cubicBezTo>
                  <a:cubicBezTo>
                    <a:pt x="109" y="942"/>
                    <a:pt x="109" y="930"/>
                    <a:pt x="109" y="917"/>
                  </a:cubicBezTo>
                  <a:cubicBezTo>
                    <a:pt x="119" y="916"/>
                    <a:pt x="129" y="915"/>
                    <a:pt x="139" y="915"/>
                  </a:cubicBezTo>
                  <a:cubicBezTo>
                    <a:pt x="139" y="928"/>
                    <a:pt x="139" y="941"/>
                    <a:pt x="139" y="954"/>
                  </a:cubicBezTo>
                  <a:close/>
                  <a:moveTo>
                    <a:pt x="139" y="878"/>
                  </a:moveTo>
                  <a:cubicBezTo>
                    <a:pt x="129" y="879"/>
                    <a:pt x="119" y="879"/>
                    <a:pt x="109" y="880"/>
                  </a:cubicBezTo>
                  <a:cubicBezTo>
                    <a:pt x="109" y="867"/>
                    <a:pt x="109" y="855"/>
                    <a:pt x="109" y="842"/>
                  </a:cubicBezTo>
                  <a:cubicBezTo>
                    <a:pt x="119" y="841"/>
                    <a:pt x="129" y="840"/>
                    <a:pt x="139" y="839"/>
                  </a:cubicBezTo>
                  <a:cubicBezTo>
                    <a:pt x="139" y="852"/>
                    <a:pt x="139" y="865"/>
                    <a:pt x="139" y="878"/>
                  </a:cubicBezTo>
                  <a:close/>
                  <a:moveTo>
                    <a:pt x="139" y="802"/>
                  </a:moveTo>
                  <a:cubicBezTo>
                    <a:pt x="129" y="803"/>
                    <a:pt x="119" y="804"/>
                    <a:pt x="109" y="805"/>
                  </a:cubicBezTo>
                  <a:cubicBezTo>
                    <a:pt x="109" y="792"/>
                    <a:pt x="109" y="780"/>
                    <a:pt x="109" y="767"/>
                  </a:cubicBezTo>
                  <a:cubicBezTo>
                    <a:pt x="119" y="766"/>
                    <a:pt x="129" y="764"/>
                    <a:pt x="139" y="763"/>
                  </a:cubicBezTo>
                  <a:cubicBezTo>
                    <a:pt x="139" y="776"/>
                    <a:pt x="139" y="789"/>
                    <a:pt x="139" y="802"/>
                  </a:cubicBezTo>
                  <a:close/>
                  <a:moveTo>
                    <a:pt x="139" y="727"/>
                  </a:moveTo>
                  <a:cubicBezTo>
                    <a:pt x="129" y="728"/>
                    <a:pt x="119" y="729"/>
                    <a:pt x="109" y="730"/>
                  </a:cubicBezTo>
                  <a:cubicBezTo>
                    <a:pt x="109" y="717"/>
                    <a:pt x="109" y="704"/>
                    <a:pt x="109" y="692"/>
                  </a:cubicBezTo>
                  <a:cubicBezTo>
                    <a:pt x="119" y="690"/>
                    <a:pt x="129" y="689"/>
                    <a:pt x="139" y="687"/>
                  </a:cubicBezTo>
                  <a:cubicBezTo>
                    <a:pt x="139" y="700"/>
                    <a:pt x="139" y="713"/>
                    <a:pt x="139" y="727"/>
                  </a:cubicBezTo>
                  <a:close/>
                  <a:moveTo>
                    <a:pt x="139" y="651"/>
                  </a:moveTo>
                  <a:cubicBezTo>
                    <a:pt x="129" y="652"/>
                    <a:pt x="119" y="653"/>
                    <a:pt x="109" y="655"/>
                  </a:cubicBezTo>
                  <a:cubicBezTo>
                    <a:pt x="109" y="642"/>
                    <a:pt x="109" y="629"/>
                    <a:pt x="109" y="617"/>
                  </a:cubicBezTo>
                  <a:cubicBezTo>
                    <a:pt x="119" y="615"/>
                    <a:pt x="129" y="613"/>
                    <a:pt x="139" y="611"/>
                  </a:cubicBezTo>
                  <a:cubicBezTo>
                    <a:pt x="139" y="625"/>
                    <a:pt x="139" y="638"/>
                    <a:pt x="139" y="651"/>
                  </a:cubicBezTo>
                  <a:close/>
                  <a:moveTo>
                    <a:pt x="139" y="575"/>
                  </a:moveTo>
                  <a:cubicBezTo>
                    <a:pt x="129" y="577"/>
                    <a:pt x="119" y="578"/>
                    <a:pt x="109" y="580"/>
                  </a:cubicBezTo>
                  <a:cubicBezTo>
                    <a:pt x="109" y="567"/>
                    <a:pt x="109" y="554"/>
                    <a:pt x="109" y="542"/>
                  </a:cubicBezTo>
                  <a:cubicBezTo>
                    <a:pt x="119" y="540"/>
                    <a:pt x="129" y="538"/>
                    <a:pt x="139" y="536"/>
                  </a:cubicBezTo>
                  <a:cubicBezTo>
                    <a:pt x="139" y="549"/>
                    <a:pt x="139" y="562"/>
                    <a:pt x="139" y="575"/>
                  </a:cubicBezTo>
                  <a:close/>
                  <a:moveTo>
                    <a:pt x="139" y="499"/>
                  </a:moveTo>
                  <a:cubicBezTo>
                    <a:pt x="129" y="501"/>
                    <a:pt x="119" y="503"/>
                    <a:pt x="109" y="505"/>
                  </a:cubicBezTo>
                  <a:cubicBezTo>
                    <a:pt x="109" y="492"/>
                    <a:pt x="109" y="479"/>
                    <a:pt x="109" y="467"/>
                  </a:cubicBezTo>
                  <a:cubicBezTo>
                    <a:pt x="119" y="464"/>
                    <a:pt x="129" y="462"/>
                    <a:pt x="139" y="460"/>
                  </a:cubicBezTo>
                  <a:cubicBezTo>
                    <a:pt x="139" y="473"/>
                    <a:pt x="139" y="486"/>
                    <a:pt x="139" y="499"/>
                  </a:cubicBezTo>
                  <a:close/>
                  <a:moveTo>
                    <a:pt x="139" y="423"/>
                  </a:moveTo>
                  <a:cubicBezTo>
                    <a:pt x="129" y="425"/>
                    <a:pt x="119" y="427"/>
                    <a:pt x="109" y="429"/>
                  </a:cubicBezTo>
                  <a:cubicBezTo>
                    <a:pt x="109" y="417"/>
                    <a:pt x="109" y="404"/>
                    <a:pt x="109" y="392"/>
                  </a:cubicBezTo>
                  <a:cubicBezTo>
                    <a:pt x="119" y="389"/>
                    <a:pt x="129" y="387"/>
                    <a:pt x="139" y="384"/>
                  </a:cubicBezTo>
                  <a:cubicBezTo>
                    <a:pt x="139" y="397"/>
                    <a:pt x="139" y="410"/>
                    <a:pt x="139" y="423"/>
                  </a:cubicBezTo>
                  <a:close/>
                  <a:moveTo>
                    <a:pt x="109" y="354"/>
                  </a:moveTo>
                  <a:cubicBezTo>
                    <a:pt x="109" y="342"/>
                    <a:pt x="109" y="329"/>
                    <a:pt x="109" y="317"/>
                  </a:cubicBezTo>
                  <a:cubicBezTo>
                    <a:pt x="119" y="314"/>
                    <a:pt x="129" y="311"/>
                    <a:pt x="139" y="308"/>
                  </a:cubicBezTo>
                  <a:cubicBezTo>
                    <a:pt x="139" y="321"/>
                    <a:pt x="139" y="334"/>
                    <a:pt x="139" y="348"/>
                  </a:cubicBezTo>
                  <a:cubicBezTo>
                    <a:pt x="129" y="350"/>
                    <a:pt x="119" y="352"/>
                    <a:pt x="109" y="354"/>
                  </a:cubicBezTo>
                  <a:close/>
                  <a:moveTo>
                    <a:pt x="139" y="272"/>
                  </a:moveTo>
                  <a:cubicBezTo>
                    <a:pt x="129" y="274"/>
                    <a:pt x="119" y="277"/>
                    <a:pt x="109" y="279"/>
                  </a:cubicBezTo>
                  <a:cubicBezTo>
                    <a:pt x="109" y="267"/>
                    <a:pt x="109" y="254"/>
                    <a:pt x="109" y="241"/>
                  </a:cubicBezTo>
                  <a:cubicBezTo>
                    <a:pt x="119" y="238"/>
                    <a:pt x="129" y="235"/>
                    <a:pt x="139" y="232"/>
                  </a:cubicBezTo>
                  <a:cubicBezTo>
                    <a:pt x="139" y="245"/>
                    <a:pt x="139" y="259"/>
                    <a:pt x="139" y="272"/>
                  </a:cubicBezTo>
                  <a:close/>
                  <a:moveTo>
                    <a:pt x="109" y="166"/>
                  </a:moveTo>
                  <a:cubicBezTo>
                    <a:pt x="139" y="157"/>
                    <a:pt x="139" y="157"/>
                    <a:pt x="139" y="157"/>
                  </a:cubicBezTo>
                  <a:cubicBezTo>
                    <a:pt x="139" y="196"/>
                    <a:pt x="139" y="196"/>
                    <a:pt x="139" y="196"/>
                  </a:cubicBezTo>
                  <a:cubicBezTo>
                    <a:pt x="109" y="204"/>
                    <a:pt x="109" y="204"/>
                    <a:pt x="109" y="204"/>
                  </a:cubicBezTo>
                  <a:lnTo>
                    <a:pt x="109" y="166"/>
                  </a:lnTo>
                  <a:close/>
                  <a:moveTo>
                    <a:pt x="81" y="1478"/>
                  </a:moveTo>
                  <a:cubicBezTo>
                    <a:pt x="54" y="1474"/>
                    <a:pt x="54" y="1474"/>
                    <a:pt x="54" y="1474"/>
                  </a:cubicBezTo>
                  <a:cubicBezTo>
                    <a:pt x="54" y="1438"/>
                    <a:pt x="54" y="1438"/>
                    <a:pt x="54" y="1438"/>
                  </a:cubicBezTo>
                  <a:cubicBezTo>
                    <a:pt x="81" y="1441"/>
                    <a:pt x="81" y="1441"/>
                    <a:pt x="81" y="1441"/>
                  </a:cubicBezTo>
                  <a:lnTo>
                    <a:pt x="81" y="1478"/>
                  </a:lnTo>
                  <a:close/>
                  <a:moveTo>
                    <a:pt x="80" y="1403"/>
                  </a:moveTo>
                  <a:cubicBezTo>
                    <a:pt x="72" y="1402"/>
                    <a:pt x="63" y="1401"/>
                    <a:pt x="54" y="1400"/>
                  </a:cubicBezTo>
                  <a:cubicBezTo>
                    <a:pt x="54" y="1388"/>
                    <a:pt x="54" y="1377"/>
                    <a:pt x="54" y="1365"/>
                  </a:cubicBezTo>
                  <a:cubicBezTo>
                    <a:pt x="63" y="1365"/>
                    <a:pt x="72" y="1366"/>
                    <a:pt x="80" y="1366"/>
                  </a:cubicBezTo>
                  <a:cubicBezTo>
                    <a:pt x="80" y="1379"/>
                    <a:pt x="80" y="1391"/>
                    <a:pt x="80" y="1403"/>
                  </a:cubicBezTo>
                  <a:close/>
                  <a:moveTo>
                    <a:pt x="80" y="1329"/>
                  </a:moveTo>
                  <a:cubicBezTo>
                    <a:pt x="71" y="1328"/>
                    <a:pt x="62" y="1327"/>
                    <a:pt x="54" y="1326"/>
                  </a:cubicBezTo>
                  <a:cubicBezTo>
                    <a:pt x="54" y="1315"/>
                    <a:pt x="54" y="1303"/>
                    <a:pt x="54" y="1291"/>
                  </a:cubicBezTo>
                  <a:cubicBezTo>
                    <a:pt x="62" y="1291"/>
                    <a:pt x="71" y="1292"/>
                    <a:pt x="80" y="1292"/>
                  </a:cubicBezTo>
                  <a:cubicBezTo>
                    <a:pt x="80" y="1304"/>
                    <a:pt x="80" y="1317"/>
                    <a:pt x="80" y="1329"/>
                  </a:cubicBezTo>
                  <a:close/>
                  <a:moveTo>
                    <a:pt x="80" y="1254"/>
                  </a:moveTo>
                  <a:cubicBezTo>
                    <a:pt x="71" y="1254"/>
                    <a:pt x="62" y="1253"/>
                    <a:pt x="53" y="1253"/>
                  </a:cubicBezTo>
                  <a:cubicBezTo>
                    <a:pt x="53" y="1241"/>
                    <a:pt x="53" y="1229"/>
                    <a:pt x="53" y="1217"/>
                  </a:cubicBezTo>
                  <a:cubicBezTo>
                    <a:pt x="62" y="1217"/>
                    <a:pt x="71" y="1217"/>
                    <a:pt x="80" y="1218"/>
                  </a:cubicBezTo>
                  <a:cubicBezTo>
                    <a:pt x="80" y="1230"/>
                    <a:pt x="80" y="1242"/>
                    <a:pt x="80" y="1254"/>
                  </a:cubicBezTo>
                  <a:close/>
                  <a:moveTo>
                    <a:pt x="80" y="1180"/>
                  </a:moveTo>
                  <a:cubicBezTo>
                    <a:pt x="71" y="1180"/>
                    <a:pt x="62" y="1179"/>
                    <a:pt x="53" y="1179"/>
                  </a:cubicBezTo>
                  <a:cubicBezTo>
                    <a:pt x="53" y="1167"/>
                    <a:pt x="53" y="1155"/>
                    <a:pt x="53" y="1143"/>
                  </a:cubicBezTo>
                  <a:cubicBezTo>
                    <a:pt x="62" y="1143"/>
                    <a:pt x="71" y="1143"/>
                    <a:pt x="80" y="1143"/>
                  </a:cubicBezTo>
                  <a:cubicBezTo>
                    <a:pt x="80" y="1155"/>
                    <a:pt x="80" y="1168"/>
                    <a:pt x="80" y="1180"/>
                  </a:cubicBezTo>
                  <a:close/>
                  <a:moveTo>
                    <a:pt x="80" y="1106"/>
                  </a:moveTo>
                  <a:cubicBezTo>
                    <a:pt x="71" y="1105"/>
                    <a:pt x="62" y="1105"/>
                    <a:pt x="53" y="1105"/>
                  </a:cubicBezTo>
                  <a:cubicBezTo>
                    <a:pt x="53" y="1093"/>
                    <a:pt x="53" y="1081"/>
                    <a:pt x="53" y="1070"/>
                  </a:cubicBezTo>
                  <a:cubicBezTo>
                    <a:pt x="62" y="1069"/>
                    <a:pt x="71" y="1069"/>
                    <a:pt x="80" y="1069"/>
                  </a:cubicBezTo>
                  <a:cubicBezTo>
                    <a:pt x="80" y="1081"/>
                    <a:pt x="80" y="1093"/>
                    <a:pt x="80" y="1106"/>
                  </a:cubicBezTo>
                  <a:close/>
                  <a:moveTo>
                    <a:pt x="79" y="1031"/>
                  </a:moveTo>
                  <a:cubicBezTo>
                    <a:pt x="71" y="1031"/>
                    <a:pt x="62" y="1031"/>
                    <a:pt x="53" y="1031"/>
                  </a:cubicBezTo>
                  <a:cubicBezTo>
                    <a:pt x="53" y="1019"/>
                    <a:pt x="53" y="1008"/>
                    <a:pt x="53" y="996"/>
                  </a:cubicBezTo>
                  <a:cubicBezTo>
                    <a:pt x="62" y="995"/>
                    <a:pt x="71" y="995"/>
                    <a:pt x="79" y="994"/>
                  </a:cubicBezTo>
                  <a:cubicBezTo>
                    <a:pt x="79" y="1007"/>
                    <a:pt x="79" y="1019"/>
                    <a:pt x="79" y="1031"/>
                  </a:cubicBezTo>
                  <a:close/>
                  <a:moveTo>
                    <a:pt x="79" y="957"/>
                  </a:moveTo>
                  <a:cubicBezTo>
                    <a:pt x="70" y="957"/>
                    <a:pt x="61" y="957"/>
                    <a:pt x="53" y="958"/>
                  </a:cubicBezTo>
                  <a:cubicBezTo>
                    <a:pt x="53" y="946"/>
                    <a:pt x="53" y="934"/>
                    <a:pt x="53" y="922"/>
                  </a:cubicBezTo>
                  <a:cubicBezTo>
                    <a:pt x="61" y="921"/>
                    <a:pt x="70" y="921"/>
                    <a:pt x="79" y="920"/>
                  </a:cubicBezTo>
                  <a:cubicBezTo>
                    <a:pt x="79" y="932"/>
                    <a:pt x="79" y="944"/>
                    <a:pt x="79" y="957"/>
                  </a:cubicBezTo>
                  <a:close/>
                  <a:moveTo>
                    <a:pt x="79" y="882"/>
                  </a:moveTo>
                  <a:cubicBezTo>
                    <a:pt x="70" y="883"/>
                    <a:pt x="61" y="883"/>
                    <a:pt x="52" y="884"/>
                  </a:cubicBezTo>
                  <a:cubicBezTo>
                    <a:pt x="52" y="872"/>
                    <a:pt x="52" y="860"/>
                    <a:pt x="52" y="848"/>
                  </a:cubicBezTo>
                  <a:cubicBezTo>
                    <a:pt x="61" y="847"/>
                    <a:pt x="70" y="846"/>
                    <a:pt x="79" y="846"/>
                  </a:cubicBezTo>
                  <a:cubicBezTo>
                    <a:pt x="79" y="858"/>
                    <a:pt x="79" y="870"/>
                    <a:pt x="79" y="882"/>
                  </a:cubicBezTo>
                  <a:close/>
                  <a:moveTo>
                    <a:pt x="79" y="808"/>
                  </a:moveTo>
                  <a:cubicBezTo>
                    <a:pt x="70" y="809"/>
                    <a:pt x="61" y="809"/>
                    <a:pt x="52" y="810"/>
                  </a:cubicBezTo>
                  <a:cubicBezTo>
                    <a:pt x="52" y="798"/>
                    <a:pt x="52" y="786"/>
                    <a:pt x="52" y="774"/>
                  </a:cubicBezTo>
                  <a:cubicBezTo>
                    <a:pt x="61" y="773"/>
                    <a:pt x="70" y="772"/>
                    <a:pt x="79" y="771"/>
                  </a:cubicBezTo>
                  <a:cubicBezTo>
                    <a:pt x="79" y="783"/>
                    <a:pt x="79" y="796"/>
                    <a:pt x="79" y="808"/>
                  </a:cubicBezTo>
                  <a:close/>
                  <a:moveTo>
                    <a:pt x="79" y="734"/>
                  </a:moveTo>
                  <a:cubicBezTo>
                    <a:pt x="70" y="734"/>
                    <a:pt x="61" y="735"/>
                    <a:pt x="52" y="736"/>
                  </a:cubicBezTo>
                  <a:cubicBezTo>
                    <a:pt x="52" y="724"/>
                    <a:pt x="52" y="713"/>
                    <a:pt x="52" y="701"/>
                  </a:cubicBezTo>
                  <a:cubicBezTo>
                    <a:pt x="61" y="699"/>
                    <a:pt x="70" y="698"/>
                    <a:pt x="79" y="697"/>
                  </a:cubicBezTo>
                  <a:cubicBezTo>
                    <a:pt x="79" y="709"/>
                    <a:pt x="79" y="721"/>
                    <a:pt x="79" y="734"/>
                  </a:cubicBezTo>
                  <a:close/>
                  <a:moveTo>
                    <a:pt x="78" y="659"/>
                  </a:moveTo>
                  <a:cubicBezTo>
                    <a:pt x="70" y="660"/>
                    <a:pt x="61" y="661"/>
                    <a:pt x="52" y="662"/>
                  </a:cubicBezTo>
                  <a:cubicBezTo>
                    <a:pt x="52" y="651"/>
                    <a:pt x="52" y="639"/>
                    <a:pt x="52" y="627"/>
                  </a:cubicBezTo>
                  <a:cubicBezTo>
                    <a:pt x="61" y="625"/>
                    <a:pt x="70" y="624"/>
                    <a:pt x="78" y="622"/>
                  </a:cubicBezTo>
                  <a:cubicBezTo>
                    <a:pt x="78" y="635"/>
                    <a:pt x="78" y="647"/>
                    <a:pt x="78" y="659"/>
                  </a:cubicBezTo>
                  <a:close/>
                  <a:moveTo>
                    <a:pt x="78" y="585"/>
                  </a:moveTo>
                  <a:cubicBezTo>
                    <a:pt x="69" y="586"/>
                    <a:pt x="60" y="587"/>
                    <a:pt x="52" y="589"/>
                  </a:cubicBezTo>
                  <a:cubicBezTo>
                    <a:pt x="52" y="577"/>
                    <a:pt x="52" y="565"/>
                    <a:pt x="52" y="553"/>
                  </a:cubicBezTo>
                  <a:cubicBezTo>
                    <a:pt x="60" y="551"/>
                    <a:pt x="69" y="550"/>
                    <a:pt x="78" y="548"/>
                  </a:cubicBezTo>
                  <a:cubicBezTo>
                    <a:pt x="78" y="560"/>
                    <a:pt x="78" y="572"/>
                    <a:pt x="78" y="585"/>
                  </a:cubicBezTo>
                  <a:close/>
                  <a:moveTo>
                    <a:pt x="78" y="510"/>
                  </a:moveTo>
                  <a:cubicBezTo>
                    <a:pt x="69" y="512"/>
                    <a:pt x="60" y="513"/>
                    <a:pt x="51" y="515"/>
                  </a:cubicBezTo>
                  <a:cubicBezTo>
                    <a:pt x="51" y="503"/>
                    <a:pt x="51" y="491"/>
                    <a:pt x="51" y="479"/>
                  </a:cubicBezTo>
                  <a:cubicBezTo>
                    <a:pt x="60" y="477"/>
                    <a:pt x="69" y="475"/>
                    <a:pt x="78" y="473"/>
                  </a:cubicBezTo>
                  <a:cubicBezTo>
                    <a:pt x="78" y="486"/>
                    <a:pt x="78" y="498"/>
                    <a:pt x="78" y="510"/>
                  </a:cubicBezTo>
                  <a:close/>
                  <a:moveTo>
                    <a:pt x="78" y="436"/>
                  </a:moveTo>
                  <a:cubicBezTo>
                    <a:pt x="69" y="438"/>
                    <a:pt x="60" y="439"/>
                    <a:pt x="51" y="441"/>
                  </a:cubicBezTo>
                  <a:cubicBezTo>
                    <a:pt x="51" y="429"/>
                    <a:pt x="51" y="417"/>
                    <a:pt x="51" y="406"/>
                  </a:cubicBezTo>
                  <a:cubicBezTo>
                    <a:pt x="60" y="403"/>
                    <a:pt x="69" y="401"/>
                    <a:pt x="78" y="399"/>
                  </a:cubicBezTo>
                  <a:cubicBezTo>
                    <a:pt x="78" y="411"/>
                    <a:pt x="78" y="424"/>
                    <a:pt x="78" y="436"/>
                  </a:cubicBezTo>
                  <a:close/>
                  <a:moveTo>
                    <a:pt x="78" y="361"/>
                  </a:moveTo>
                  <a:cubicBezTo>
                    <a:pt x="69" y="363"/>
                    <a:pt x="60" y="365"/>
                    <a:pt x="51" y="367"/>
                  </a:cubicBezTo>
                  <a:cubicBezTo>
                    <a:pt x="51" y="356"/>
                    <a:pt x="51" y="344"/>
                    <a:pt x="51" y="332"/>
                  </a:cubicBezTo>
                  <a:cubicBezTo>
                    <a:pt x="60" y="329"/>
                    <a:pt x="69" y="327"/>
                    <a:pt x="78" y="325"/>
                  </a:cubicBezTo>
                  <a:cubicBezTo>
                    <a:pt x="78" y="337"/>
                    <a:pt x="78" y="349"/>
                    <a:pt x="78" y="361"/>
                  </a:cubicBezTo>
                  <a:close/>
                  <a:moveTo>
                    <a:pt x="77" y="287"/>
                  </a:moveTo>
                  <a:cubicBezTo>
                    <a:pt x="69" y="289"/>
                    <a:pt x="60" y="291"/>
                    <a:pt x="51" y="294"/>
                  </a:cubicBezTo>
                  <a:cubicBezTo>
                    <a:pt x="51" y="282"/>
                    <a:pt x="51" y="270"/>
                    <a:pt x="51" y="258"/>
                  </a:cubicBezTo>
                  <a:cubicBezTo>
                    <a:pt x="60" y="255"/>
                    <a:pt x="69" y="253"/>
                    <a:pt x="77" y="250"/>
                  </a:cubicBezTo>
                  <a:cubicBezTo>
                    <a:pt x="77" y="262"/>
                    <a:pt x="77" y="275"/>
                    <a:pt x="77" y="287"/>
                  </a:cubicBezTo>
                  <a:close/>
                  <a:moveTo>
                    <a:pt x="51" y="184"/>
                  </a:moveTo>
                  <a:cubicBezTo>
                    <a:pt x="77" y="176"/>
                    <a:pt x="77" y="176"/>
                    <a:pt x="77" y="176"/>
                  </a:cubicBezTo>
                  <a:cubicBezTo>
                    <a:pt x="77" y="213"/>
                    <a:pt x="77" y="213"/>
                    <a:pt x="77" y="213"/>
                  </a:cubicBezTo>
                  <a:cubicBezTo>
                    <a:pt x="51" y="220"/>
                    <a:pt x="51" y="220"/>
                    <a:pt x="51" y="220"/>
                  </a:cubicBezTo>
                  <a:lnTo>
                    <a:pt x="51" y="184"/>
                  </a:lnTo>
                  <a:close/>
                </a:path>
              </a:pathLst>
            </a:custGeom>
            <a:solidFill>
              <a:srgbClr val="B8AA93"/>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4" name="Freeform 35"/>
            <p:cNvSpPr>
              <a:spLocks noEditPoints="1"/>
            </p:cNvSpPr>
            <p:nvPr/>
          </p:nvSpPr>
          <p:spPr bwMode="auto">
            <a:xfrm>
              <a:off x="4386263" y="3052763"/>
              <a:ext cx="285750" cy="2206625"/>
            </a:xfrm>
            <a:custGeom>
              <a:avLst/>
              <a:gdLst>
                <a:gd name="T0" fmla="*/ 15 w 144"/>
                <a:gd name="T1" fmla="*/ 97 h 1110"/>
                <a:gd name="T2" fmla="*/ 127 w 144"/>
                <a:gd name="T3" fmla="*/ 96 h 1110"/>
                <a:gd name="T4" fmla="*/ 15 w 144"/>
                <a:gd name="T5" fmla="*/ 98 h 1110"/>
                <a:gd name="T6" fmla="*/ 144 w 144"/>
                <a:gd name="T7" fmla="*/ 0 h 1110"/>
                <a:gd name="T8" fmla="*/ 5 w 144"/>
                <a:gd name="T9" fmla="*/ 47 h 1110"/>
                <a:gd name="T10" fmla="*/ 16 w 144"/>
                <a:gd name="T11" fmla="*/ 168 h 1110"/>
                <a:gd name="T12" fmla="*/ 127 w 144"/>
                <a:gd name="T13" fmla="*/ 138 h 1110"/>
                <a:gd name="T14" fmla="*/ 127 w 144"/>
                <a:gd name="T15" fmla="*/ 170 h 1110"/>
                <a:gd name="T16" fmla="*/ 126 w 144"/>
                <a:gd name="T17" fmla="*/ 172 h 1110"/>
                <a:gd name="T18" fmla="*/ 26 w 144"/>
                <a:gd name="T19" fmla="*/ 238 h 1110"/>
                <a:gd name="T20" fmla="*/ 127 w 144"/>
                <a:gd name="T21" fmla="*/ 214 h 1110"/>
                <a:gd name="T22" fmla="*/ 127 w 144"/>
                <a:gd name="T23" fmla="*/ 246 h 1110"/>
                <a:gd name="T24" fmla="*/ 126 w 144"/>
                <a:gd name="T25" fmla="*/ 248 h 1110"/>
                <a:gd name="T26" fmla="*/ 35 w 144"/>
                <a:gd name="T27" fmla="*/ 308 h 1110"/>
                <a:gd name="T28" fmla="*/ 127 w 144"/>
                <a:gd name="T29" fmla="*/ 291 h 1110"/>
                <a:gd name="T30" fmla="*/ 127 w 144"/>
                <a:gd name="T31" fmla="*/ 323 h 1110"/>
                <a:gd name="T32" fmla="*/ 126 w 144"/>
                <a:gd name="T33" fmla="*/ 325 h 1110"/>
                <a:gd name="T34" fmla="*/ 45 w 144"/>
                <a:gd name="T35" fmla="*/ 379 h 1110"/>
                <a:gd name="T36" fmla="*/ 127 w 144"/>
                <a:gd name="T37" fmla="*/ 367 h 1110"/>
                <a:gd name="T38" fmla="*/ 127 w 144"/>
                <a:gd name="T39" fmla="*/ 399 h 1110"/>
                <a:gd name="T40" fmla="*/ 126 w 144"/>
                <a:gd name="T41" fmla="*/ 401 h 1110"/>
                <a:gd name="T42" fmla="*/ 55 w 144"/>
                <a:gd name="T43" fmla="*/ 451 h 1110"/>
                <a:gd name="T44" fmla="*/ 127 w 144"/>
                <a:gd name="T45" fmla="*/ 443 h 1110"/>
                <a:gd name="T46" fmla="*/ 127 w 144"/>
                <a:gd name="T47" fmla="*/ 475 h 1110"/>
                <a:gd name="T48" fmla="*/ 125 w 144"/>
                <a:gd name="T49" fmla="*/ 477 h 1110"/>
                <a:gd name="T50" fmla="*/ 64 w 144"/>
                <a:gd name="T51" fmla="*/ 524 h 1110"/>
                <a:gd name="T52" fmla="*/ 127 w 144"/>
                <a:gd name="T53" fmla="*/ 519 h 1110"/>
                <a:gd name="T54" fmla="*/ 127 w 144"/>
                <a:gd name="T55" fmla="*/ 551 h 1110"/>
                <a:gd name="T56" fmla="*/ 125 w 144"/>
                <a:gd name="T57" fmla="*/ 553 h 1110"/>
                <a:gd name="T58" fmla="*/ 74 w 144"/>
                <a:gd name="T59" fmla="*/ 597 h 1110"/>
                <a:gd name="T60" fmla="*/ 127 w 144"/>
                <a:gd name="T61" fmla="*/ 596 h 1110"/>
                <a:gd name="T62" fmla="*/ 127 w 144"/>
                <a:gd name="T63" fmla="*/ 627 h 1110"/>
                <a:gd name="T64" fmla="*/ 125 w 144"/>
                <a:gd name="T65" fmla="*/ 629 h 1110"/>
                <a:gd name="T66" fmla="*/ 84 w 144"/>
                <a:gd name="T67" fmla="*/ 671 h 1110"/>
                <a:gd name="T68" fmla="*/ 127 w 144"/>
                <a:gd name="T69" fmla="*/ 672 h 1110"/>
                <a:gd name="T70" fmla="*/ 127 w 144"/>
                <a:gd name="T71" fmla="*/ 703 h 1110"/>
                <a:gd name="T72" fmla="*/ 125 w 144"/>
                <a:gd name="T73" fmla="*/ 705 h 1110"/>
                <a:gd name="T74" fmla="*/ 95 w 144"/>
                <a:gd name="T75" fmla="*/ 746 h 1110"/>
                <a:gd name="T76" fmla="*/ 127 w 144"/>
                <a:gd name="T77" fmla="*/ 748 h 1110"/>
                <a:gd name="T78" fmla="*/ 127 w 144"/>
                <a:gd name="T79" fmla="*/ 780 h 1110"/>
                <a:gd name="T80" fmla="*/ 125 w 144"/>
                <a:gd name="T81" fmla="*/ 782 h 1110"/>
                <a:gd name="T82" fmla="*/ 105 w 144"/>
                <a:gd name="T83" fmla="*/ 822 h 1110"/>
                <a:gd name="T84" fmla="*/ 127 w 144"/>
                <a:gd name="T85" fmla="*/ 824 h 1110"/>
                <a:gd name="T86" fmla="*/ 127 w 144"/>
                <a:gd name="T87" fmla="*/ 856 h 1110"/>
                <a:gd name="T88" fmla="*/ 125 w 144"/>
                <a:gd name="T89" fmla="*/ 858 h 1110"/>
                <a:gd name="T90" fmla="*/ 115 w 144"/>
                <a:gd name="T91" fmla="*/ 899 h 1110"/>
                <a:gd name="T92" fmla="*/ 127 w 144"/>
                <a:gd name="T93" fmla="*/ 901 h 1110"/>
                <a:gd name="T94" fmla="*/ 127 w 144"/>
                <a:gd name="T95" fmla="*/ 932 h 1110"/>
                <a:gd name="T96" fmla="*/ 125 w 144"/>
                <a:gd name="T97" fmla="*/ 934 h 1110"/>
                <a:gd name="T98" fmla="*/ 126 w 144"/>
                <a:gd name="T99" fmla="*/ 976 h 1110"/>
                <a:gd name="T100" fmla="*/ 127 w 144"/>
                <a:gd name="T101" fmla="*/ 978 h 1110"/>
                <a:gd name="T102" fmla="*/ 144 w 144"/>
                <a:gd name="T103" fmla="*/ 1110 h 1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4" h="1110">
                  <a:moveTo>
                    <a:pt x="15" y="97"/>
                  </a:moveTo>
                  <a:cubicBezTo>
                    <a:pt x="15" y="97"/>
                    <a:pt x="15" y="97"/>
                    <a:pt x="15" y="97"/>
                  </a:cubicBezTo>
                  <a:cubicBezTo>
                    <a:pt x="127" y="62"/>
                    <a:pt x="127" y="62"/>
                    <a:pt x="127" y="62"/>
                  </a:cubicBezTo>
                  <a:cubicBezTo>
                    <a:pt x="127" y="96"/>
                    <a:pt x="127" y="96"/>
                    <a:pt x="127" y="96"/>
                  </a:cubicBezTo>
                  <a:cubicBezTo>
                    <a:pt x="15" y="128"/>
                    <a:pt x="15" y="128"/>
                    <a:pt x="15" y="128"/>
                  </a:cubicBezTo>
                  <a:cubicBezTo>
                    <a:pt x="15" y="98"/>
                    <a:pt x="15" y="98"/>
                    <a:pt x="15" y="98"/>
                  </a:cubicBezTo>
                  <a:cubicBezTo>
                    <a:pt x="15" y="97"/>
                    <a:pt x="15" y="97"/>
                    <a:pt x="15" y="97"/>
                  </a:cubicBezTo>
                  <a:moveTo>
                    <a:pt x="144" y="0"/>
                  </a:moveTo>
                  <a:cubicBezTo>
                    <a:pt x="18" y="41"/>
                    <a:pt x="18" y="41"/>
                    <a:pt x="18" y="41"/>
                  </a:cubicBezTo>
                  <a:cubicBezTo>
                    <a:pt x="13" y="44"/>
                    <a:pt x="8" y="46"/>
                    <a:pt x="5" y="47"/>
                  </a:cubicBezTo>
                  <a:cubicBezTo>
                    <a:pt x="3" y="48"/>
                    <a:pt x="1" y="48"/>
                    <a:pt x="0" y="48"/>
                  </a:cubicBezTo>
                  <a:cubicBezTo>
                    <a:pt x="16" y="168"/>
                    <a:pt x="16" y="168"/>
                    <a:pt x="16" y="168"/>
                  </a:cubicBezTo>
                  <a:cubicBezTo>
                    <a:pt x="52" y="158"/>
                    <a:pt x="89" y="149"/>
                    <a:pt x="125" y="139"/>
                  </a:cubicBezTo>
                  <a:cubicBezTo>
                    <a:pt x="127" y="138"/>
                    <a:pt x="127" y="138"/>
                    <a:pt x="127" y="138"/>
                  </a:cubicBezTo>
                  <a:cubicBezTo>
                    <a:pt x="127" y="141"/>
                    <a:pt x="127" y="141"/>
                    <a:pt x="127" y="141"/>
                  </a:cubicBezTo>
                  <a:cubicBezTo>
                    <a:pt x="127" y="151"/>
                    <a:pt x="127" y="160"/>
                    <a:pt x="127" y="170"/>
                  </a:cubicBezTo>
                  <a:cubicBezTo>
                    <a:pt x="127" y="172"/>
                    <a:pt x="127" y="172"/>
                    <a:pt x="127" y="172"/>
                  </a:cubicBezTo>
                  <a:cubicBezTo>
                    <a:pt x="126" y="172"/>
                    <a:pt x="126" y="172"/>
                    <a:pt x="126" y="172"/>
                  </a:cubicBezTo>
                  <a:cubicBezTo>
                    <a:pt x="91" y="181"/>
                    <a:pt x="55" y="190"/>
                    <a:pt x="20" y="198"/>
                  </a:cubicBezTo>
                  <a:cubicBezTo>
                    <a:pt x="26" y="238"/>
                    <a:pt x="26" y="238"/>
                    <a:pt x="26" y="238"/>
                  </a:cubicBezTo>
                  <a:cubicBezTo>
                    <a:pt x="59" y="230"/>
                    <a:pt x="92" y="223"/>
                    <a:pt x="125" y="215"/>
                  </a:cubicBezTo>
                  <a:cubicBezTo>
                    <a:pt x="127" y="214"/>
                    <a:pt x="127" y="214"/>
                    <a:pt x="127" y="214"/>
                  </a:cubicBezTo>
                  <a:cubicBezTo>
                    <a:pt x="127" y="217"/>
                    <a:pt x="127" y="217"/>
                    <a:pt x="127" y="217"/>
                  </a:cubicBezTo>
                  <a:cubicBezTo>
                    <a:pt x="127" y="227"/>
                    <a:pt x="127" y="237"/>
                    <a:pt x="127" y="246"/>
                  </a:cubicBezTo>
                  <a:cubicBezTo>
                    <a:pt x="127" y="248"/>
                    <a:pt x="127" y="248"/>
                    <a:pt x="127" y="248"/>
                  </a:cubicBezTo>
                  <a:cubicBezTo>
                    <a:pt x="126" y="248"/>
                    <a:pt x="126" y="248"/>
                    <a:pt x="126" y="248"/>
                  </a:cubicBezTo>
                  <a:cubicBezTo>
                    <a:pt x="94" y="255"/>
                    <a:pt x="62" y="261"/>
                    <a:pt x="30" y="268"/>
                  </a:cubicBezTo>
                  <a:cubicBezTo>
                    <a:pt x="35" y="308"/>
                    <a:pt x="35" y="308"/>
                    <a:pt x="35" y="308"/>
                  </a:cubicBezTo>
                  <a:cubicBezTo>
                    <a:pt x="65" y="302"/>
                    <a:pt x="95" y="297"/>
                    <a:pt x="125" y="291"/>
                  </a:cubicBezTo>
                  <a:cubicBezTo>
                    <a:pt x="127" y="291"/>
                    <a:pt x="127" y="291"/>
                    <a:pt x="127" y="291"/>
                  </a:cubicBezTo>
                  <a:cubicBezTo>
                    <a:pt x="127" y="293"/>
                    <a:pt x="127" y="293"/>
                    <a:pt x="127" y="293"/>
                  </a:cubicBezTo>
                  <a:cubicBezTo>
                    <a:pt x="127" y="303"/>
                    <a:pt x="127" y="313"/>
                    <a:pt x="127" y="323"/>
                  </a:cubicBezTo>
                  <a:cubicBezTo>
                    <a:pt x="127" y="324"/>
                    <a:pt x="127" y="324"/>
                    <a:pt x="127" y="324"/>
                  </a:cubicBezTo>
                  <a:cubicBezTo>
                    <a:pt x="126" y="325"/>
                    <a:pt x="126" y="325"/>
                    <a:pt x="126" y="325"/>
                  </a:cubicBezTo>
                  <a:cubicBezTo>
                    <a:pt x="97" y="329"/>
                    <a:pt x="68" y="334"/>
                    <a:pt x="39" y="338"/>
                  </a:cubicBezTo>
                  <a:cubicBezTo>
                    <a:pt x="45" y="379"/>
                    <a:pt x="45" y="379"/>
                    <a:pt x="45" y="379"/>
                  </a:cubicBezTo>
                  <a:cubicBezTo>
                    <a:pt x="72" y="375"/>
                    <a:pt x="98" y="371"/>
                    <a:pt x="125" y="367"/>
                  </a:cubicBezTo>
                  <a:cubicBezTo>
                    <a:pt x="127" y="367"/>
                    <a:pt x="127" y="367"/>
                    <a:pt x="127" y="367"/>
                  </a:cubicBezTo>
                  <a:cubicBezTo>
                    <a:pt x="127" y="369"/>
                    <a:pt x="127" y="369"/>
                    <a:pt x="127" y="369"/>
                  </a:cubicBezTo>
                  <a:cubicBezTo>
                    <a:pt x="127" y="379"/>
                    <a:pt x="127" y="389"/>
                    <a:pt x="127" y="399"/>
                  </a:cubicBezTo>
                  <a:cubicBezTo>
                    <a:pt x="127" y="401"/>
                    <a:pt x="127" y="401"/>
                    <a:pt x="127" y="401"/>
                  </a:cubicBezTo>
                  <a:cubicBezTo>
                    <a:pt x="126" y="401"/>
                    <a:pt x="126" y="401"/>
                    <a:pt x="126" y="401"/>
                  </a:cubicBezTo>
                  <a:cubicBezTo>
                    <a:pt x="100" y="404"/>
                    <a:pt x="74" y="407"/>
                    <a:pt x="49" y="410"/>
                  </a:cubicBezTo>
                  <a:cubicBezTo>
                    <a:pt x="55" y="451"/>
                    <a:pt x="55" y="451"/>
                    <a:pt x="55" y="451"/>
                  </a:cubicBezTo>
                  <a:cubicBezTo>
                    <a:pt x="78" y="448"/>
                    <a:pt x="102" y="446"/>
                    <a:pt x="125" y="443"/>
                  </a:cubicBezTo>
                  <a:cubicBezTo>
                    <a:pt x="127" y="443"/>
                    <a:pt x="127" y="443"/>
                    <a:pt x="127" y="443"/>
                  </a:cubicBezTo>
                  <a:cubicBezTo>
                    <a:pt x="127" y="445"/>
                    <a:pt x="127" y="445"/>
                    <a:pt x="127" y="445"/>
                  </a:cubicBezTo>
                  <a:cubicBezTo>
                    <a:pt x="127" y="455"/>
                    <a:pt x="127" y="465"/>
                    <a:pt x="127" y="475"/>
                  </a:cubicBezTo>
                  <a:cubicBezTo>
                    <a:pt x="127" y="477"/>
                    <a:pt x="127" y="477"/>
                    <a:pt x="127" y="477"/>
                  </a:cubicBezTo>
                  <a:cubicBezTo>
                    <a:pt x="125" y="477"/>
                    <a:pt x="125" y="477"/>
                    <a:pt x="125" y="477"/>
                  </a:cubicBezTo>
                  <a:cubicBezTo>
                    <a:pt x="103" y="479"/>
                    <a:pt x="81" y="480"/>
                    <a:pt x="59" y="482"/>
                  </a:cubicBezTo>
                  <a:cubicBezTo>
                    <a:pt x="64" y="524"/>
                    <a:pt x="64" y="524"/>
                    <a:pt x="64" y="524"/>
                  </a:cubicBezTo>
                  <a:cubicBezTo>
                    <a:pt x="85" y="522"/>
                    <a:pt x="105" y="521"/>
                    <a:pt x="125" y="519"/>
                  </a:cubicBezTo>
                  <a:cubicBezTo>
                    <a:pt x="127" y="519"/>
                    <a:pt x="127" y="519"/>
                    <a:pt x="127" y="519"/>
                  </a:cubicBezTo>
                  <a:cubicBezTo>
                    <a:pt x="127" y="521"/>
                    <a:pt x="127" y="521"/>
                    <a:pt x="127" y="521"/>
                  </a:cubicBezTo>
                  <a:cubicBezTo>
                    <a:pt x="127" y="531"/>
                    <a:pt x="127" y="541"/>
                    <a:pt x="127" y="551"/>
                  </a:cubicBezTo>
                  <a:cubicBezTo>
                    <a:pt x="127" y="553"/>
                    <a:pt x="127" y="553"/>
                    <a:pt x="127" y="553"/>
                  </a:cubicBezTo>
                  <a:cubicBezTo>
                    <a:pt x="125" y="553"/>
                    <a:pt x="125" y="553"/>
                    <a:pt x="125" y="553"/>
                  </a:cubicBezTo>
                  <a:cubicBezTo>
                    <a:pt x="106" y="554"/>
                    <a:pt x="88" y="554"/>
                    <a:pt x="69" y="555"/>
                  </a:cubicBezTo>
                  <a:cubicBezTo>
                    <a:pt x="74" y="597"/>
                    <a:pt x="74" y="597"/>
                    <a:pt x="74" y="597"/>
                  </a:cubicBezTo>
                  <a:cubicBezTo>
                    <a:pt x="91" y="597"/>
                    <a:pt x="108" y="596"/>
                    <a:pt x="125" y="596"/>
                  </a:cubicBezTo>
                  <a:cubicBezTo>
                    <a:pt x="127" y="596"/>
                    <a:pt x="127" y="596"/>
                    <a:pt x="127" y="596"/>
                  </a:cubicBezTo>
                  <a:cubicBezTo>
                    <a:pt x="127" y="598"/>
                    <a:pt x="127" y="598"/>
                    <a:pt x="127" y="598"/>
                  </a:cubicBezTo>
                  <a:cubicBezTo>
                    <a:pt x="127" y="607"/>
                    <a:pt x="127" y="617"/>
                    <a:pt x="127" y="627"/>
                  </a:cubicBezTo>
                  <a:cubicBezTo>
                    <a:pt x="127" y="629"/>
                    <a:pt x="127" y="629"/>
                    <a:pt x="127" y="629"/>
                  </a:cubicBezTo>
                  <a:cubicBezTo>
                    <a:pt x="125" y="629"/>
                    <a:pt x="125" y="629"/>
                    <a:pt x="125" y="629"/>
                  </a:cubicBezTo>
                  <a:cubicBezTo>
                    <a:pt x="110" y="629"/>
                    <a:pt x="94" y="629"/>
                    <a:pt x="79" y="629"/>
                  </a:cubicBezTo>
                  <a:cubicBezTo>
                    <a:pt x="84" y="671"/>
                    <a:pt x="84" y="671"/>
                    <a:pt x="84" y="671"/>
                  </a:cubicBezTo>
                  <a:cubicBezTo>
                    <a:pt x="98" y="671"/>
                    <a:pt x="112" y="672"/>
                    <a:pt x="125" y="672"/>
                  </a:cubicBezTo>
                  <a:cubicBezTo>
                    <a:pt x="127" y="672"/>
                    <a:pt x="127" y="672"/>
                    <a:pt x="127" y="672"/>
                  </a:cubicBezTo>
                  <a:cubicBezTo>
                    <a:pt x="127" y="674"/>
                    <a:pt x="127" y="674"/>
                    <a:pt x="127" y="674"/>
                  </a:cubicBezTo>
                  <a:cubicBezTo>
                    <a:pt x="127" y="684"/>
                    <a:pt x="127" y="694"/>
                    <a:pt x="127" y="703"/>
                  </a:cubicBezTo>
                  <a:cubicBezTo>
                    <a:pt x="127" y="705"/>
                    <a:pt x="127" y="705"/>
                    <a:pt x="127" y="705"/>
                  </a:cubicBezTo>
                  <a:cubicBezTo>
                    <a:pt x="125" y="705"/>
                    <a:pt x="125" y="705"/>
                    <a:pt x="125" y="705"/>
                  </a:cubicBezTo>
                  <a:cubicBezTo>
                    <a:pt x="113" y="705"/>
                    <a:pt x="101" y="704"/>
                    <a:pt x="89" y="703"/>
                  </a:cubicBezTo>
                  <a:cubicBezTo>
                    <a:pt x="95" y="746"/>
                    <a:pt x="95" y="746"/>
                    <a:pt x="95" y="746"/>
                  </a:cubicBezTo>
                  <a:cubicBezTo>
                    <a:pt x="105" y="747"/>
                    <a:pt x="115" y="747"/>
                    <a:pt x="125" y="748"/>
                  </a:cubicBezTo>
                  <a:cubicBezTo>
                    <a:pt x="127" y="748"/>
                    <a:pt x="127" y="748"/>
                    <a:pt x="127" y="748"/>
                  </a:cubicBezTo>
                  <a:cubicBezTo>
                    <a:pt x="127" y="750"/>
                    <a:pt x="127" y="750"/>
                    <a:pt x="127" y="750"/>
                  </a:cubicBezTo>
                  <a:cubicBezTo>
                    <a:pt x="127" y="760"/>
                    <a:pt x="127" y="770"/>
                    <a:pt x="127" y="780"/>
                  </a:cubicBezTo>
                  <a:cubicBezTo>
                    <a:pt x="127" y="782"/>
                    <a:pt x="127" y="782"/>
                    <a:pt x="127" y="782"/>
                  </a:cubicBezTo>
                  <a:cubicBezTo>
                    <a:pt x="125" y="782"/>
                    <a:pt x="125" y="782"/>
                    <a:pt x="125" y="782"/>
                  </a:cubicBezTo>
                  <a:cubicBezTo>
                    <a:pt x="116" y="781"/>
                    <a:pt x="108" y="780"/>
                    <a:pt x="99" y="779"/>
                  </a:cubicBezTo>
                  <a:cubicBezTo>
                    <a:pt x="105" y="822"/>
                    <a:pt x="105" y="822"/>
                    <a:pt x="105" y="822"/>
                  </a:cubicBezTo>
                  <a:cubicBezTo>
                    <a:pt x="112" y="823"/>
                    <a:pt x="119" y="823"/>
                    <a:pt x="125" y="824"/>
                  </a:cubicBezTo>
                  <a:cubicBezTo>
                    <a:pt x="127" y="824"/>
                    <a:pt x="127" y="824"/>
                    <a:pt x="127" y="824"/>
                  </a:cubicBezTo>
                  <a:cubicBezTo>
                    <a:pt x="127" y="826"/>
                    <a:pt x="127" y="826"/>
                    <a:pt x="127" y="826"/>
                  </a:cubicBezTo>
                  <a:cubicBezTo>
                    <a:pt x="127" y="836"/>
                    <a:pt x="127" y="846"/>
                    <a:pt x="127" y="856"/>
                  </a:cubicBezTo>
                  <a:cubicBezTo>
                    <a:pt x="127" y="858"/>
                    <a:pt x="127" y="858"/>
                    <a:pt x="127" y="858"/>
                  </a:cubicBezTo>
                  <a:cubicBezTo>
                    <a:pt x="125" y="858"/>
                    <a:pt x="125" y="858"/>
                    <a:pt x="125" y="858"/>
                  </a:cubicBezTo>
                  <a:cubicBezTo>
                    <a:pt x="120" y="857"/>
                    <a:pt x="115" y="856"/>
                    <a:pt x="109" y="855"/>
                  </a:cubicBezTo>
                  <a:cubicBezTo>
                    <a:pt x="115" y="899"/>
                    <a:pt x="115" y="899"/>
                    <a:pt x="115" y="899"/>
                  </a:cubicBezTo>
                  <a:cubicBezTo>
                    <a:pt x="119" y="899"/>
                    <a:pt x="122" y="900"/>
                    <a:pt x="126" y="900"/>
                  </a:cubicBezTo>
                  <a:cubicBezTo>
                    <a:pt x="127" y="901"/>
                    <a:pt x="127" y="901"/>
                    <a:pt x="127" y="901"/>
                  </a:cubicBezTo>
                  <a:cubicBezTo>
                    <a:pt x="127" y="902"/>
                    <a:pt x="127" y="902"/>
                    <a:pt x="127" y="902"/>
                  </a:cubicBezTo>
                  <a:cubicBezTo>
                    <a:pt x="127" y="912"/>
                    <a:pt x="127" y="922"/>
                    <a:pt x="127" y="932"/>
                  </a:cubicBezTo>
                  <a:cubicBezTo>
                    <a:pt x="127" y="934"/>
                    <a:pt x="127" y="934"/>
                    <a:pt x="127" y="934"/>
                  </a:cubicBezTo>
                  <a:cubicBezTo>
                    <a:pt x="125" y="934"/>
                    <a:pt x="125" y="934"/>
                    <a:pt x="125" y="934"/>
                  </a:cubicBezTo>
                  <a:cubicBezTo>
                    <a:pt x="123" y="933"/>
                    <a:pt x="122" y="933"/>
                    <a:pt x="120" y="933"/>
                  </a:cubicBezTo>
                  <a:cubicBezTo>
                    <a:pt x="126" y="976"/>
                    <a:pt x="126" y="976"/>
                    <a:pt x="126" y="976"/>
                  </a:cubicBezTo>
                  <a:cubicBezTo>
                    <a:pt x="127" y="977"/>
                    <a:pt x="127" y="977"/>
                    <a:pt x="127" y="977"/>
                  </a:cubicBezTo>
                  <a:cubicBezTo>
                    <a:pt x="127" y="978"/>
                    <a:pt x="127" y="978"/>
                    <a:pt x="127" y="978"/>
                  </a:cubicBezTo>
                  <a:cubicBezTo>
                    <a:pt x="127" y="981"/>
                    <a:pt x="127" y="984"/>
                    <a:pt x="127" y="987"/>
                  </a:cubicBezTo>
                  <a:cubicBezTo>
                    <a:pt x="144" y="1110"/>
                    <a:pt x="144" y="1110"/>
                    <a:pt x="144" y="1110"/>
                  </a:cubicBezTo>
                  <a:cubicBezTo>
                    <a:pt x="144" y="0"/>
                    <a:pt x="144" y="0"/>
                    <a:pt x="144" y="0"/>
                  </a:cubicBezTo>
                </a:path>
              </a:pathLst>
            </a:custGeom>
            <a:solidFill>
              <a:srgbClr val="1BEEED"/>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5" name="Freeform 29"/>
            <p:cNvSpPr>
              <a:spLocks noEditPoints="1"/>
            </p:cNvSpPr>
            <p:nvPr/>
          </p:nvSpPr>
          <p:spPr bwMode="auto">
            <a:xfrm>
              <a:off x="4383088" y="3046413"/>
              <a:ext cx="293688" cy="2273300"/>
            </a:xfrm>
            <a:custGeom>
              <a:avLst/>
              <a:gdLst>
                <a:gd name="T0" fmla="*/ 0 w 148"/>
                <a:gd name="T1" fmla="*/ 1107 h 1143"/>
                <a:gd name="T2" fmla="*/ 148 w 148"/>
                <a:gd name="T3" fmla="*/ 0 h 1143"/>
                <a:gd name="T4" fmla="*/ 19 w 148"/>
                <a:gd name="T5" fmla="*/ 1034 h 1143"/>
                <a:gd name="T6" fmla="*/ 127 w 148"/>
                <a:gd name="T7" fmla="*/ 1087 h 1143"/>
                <a:gd name="T8" fmla="*/ 19 w 148"/>
                <a:gd name="T9" fmla="*/ 1034 h 1143"/>
                <a:gd name="T10" fmla="*/ 127 w 148"/>
                <a:gd name="T11" fmla="*/ 981 h 1143"/>
                <a:gd name="T12" fmla="*/ 19 w 148"/>
                <a:gd name="T13" fmla="*/ 986 h 1143"/>
                <a:gd name="T14" fmla="*/ 19 w 148"/>
                <a:gd name="T15" fmla="*/ 890 h 1143"/>
                <a:gd name="T16" fmla="*/ 127 w 148"/>
                <a:gd name="T17" fmla="*/ 935 h 1143"/>
                <a:gd name="T18" fmla="*/ 19 w 148"/>
                <a:gd name="T19" fmla="*/ 890 h 1143"/>
                <a:gd name="T20" fmla="*/ 127 w 148"/>
                <a:gd name="T21" fmla="*/ 829 h 1143"/>
                <a:gd name="T22" fmla="*/ 19 w 148"/>
                <a:gd name="T23" fmla="*/ 843 h 1143"/>
                <a:gd name="T24" fmla="*/ 19 w 148"/>
                <a:gd name="T25" fmla="*/ 747 h 1143"/>
                <a:gd name="T26" fmla="*/ 127 w 148"/>
                <a:gd name="T27" fmla="*/ 783 h 1143"/>
                <a:gd name="T28" fmla="*/ 19 w 148"/>
                <a:gd name="T29" fmla="*/ 747 h 1143"/>
                <a:gd name="T30" fmla="*/ 127 w 148"/>
                <a:gd name="T31" fmla="*/ 677 h 1143"/>
                <a:gd name="T32" fmla="*/ 19 w 148"/>
                <a:gd name="T33" fmla="*/ 700 h 1143"/>
                <a:gd name="T34" fmla="*/ 19 w 148"/>
                <a:gd name="T35" fmla="*/ 603 h 1143"/>
                <a:gd name="T36" fmla="*/ 127 w 148"/>
                <a:gd name="T37" fmla="*/ 630 h 1143"/>
                <a:gd name="T38" fmla="*/ 19 w 148"/>
                <a:gd name="T39" fmla="*/ 603 h 1143"/>
                <a:gd name="T40" fmla="*/ 127 w 148"/>
                <a:gd name="T41" fmla="*/ 524 h 1143"/>
                <a:gd name="T42" fmla="*/ 19 w 148"/>
                <a:gd name="T43" fmla="*/ 557 h 1143"/>
                <a:gd name="T44" fmla="*/ 19 w 148"/>
                <a:gd name="T45" fmla="*/ 460 h 1143"/>
                <a:gd name="T46" fmla="*/ 127 w 148"/>
                <a:gd name="T47" fmla="*/ 478 h 1143"/>
                <a:gd name="T48" fmla="*/ 19 w 148"/>
                <a:gd name="T49" fmla="*/ 460 h 1143"/>
                <a:gd name="T50" fmla="*/ 127 w 148"/>
                <a:gd name="T51" fmla="*/ 372 h 1143"/>
                <a:gd name="T52" fmla="*/ 19 w 148"/>
                <a:gd name="T53" fmla="*/ 414 h 1143"/>
                <a:gd name="T54" fmla="*/ 19 w 148"/>
                <a:gd name="T55" fmla="*/ 317 h 1143"/>
                <a:gd name="T56" fmla="*/ 127 w 148"/>
                <a:gd name="T57" fmla="*/ 326 h 1143"/>
                <a:gd name="T58" fmla="*/ 19 w 148"/>
                <a:gd name="T59" fmla="*/ 317 h 1143"/>
                <a:gd name="T60" fmla="*/ 127 w 148"/>
                <a:gd name="T61" fmla="*/ 220 h 1143"/>
                <a:gd name="T62" fmla="*/ 19 w 148"/>
                <a:gd name="T63" fmla="*/ 272 h 1143"/>
                <a:gd name="T64" fmla="*/ 19 w 148"/>
                <a:gd name="T65" fmla="*/ 173 h 1143"/>
                <a:gd name="T66" fmla="*/ 127 w 148"/>
                <a:gd name="T67" fmla="*/ 173 h 1143"/>
                <a:gd name="T68" fmla="*/ 19 w 148"/>
                <a:gd name="T69" fmla="*/ 173 h 1143"/>
                <a:gd name="T70" fmla="*/ 127 w 148"/>
                <a:gd name="T71" fmla="*/ 68 h 1143"/>
                <a:gd name="T72" fmla="*/ 19 w 148"/>
                <a:gd name="T73" fmla="*/ 129 h 1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8" h="1143">
                  <a:moveTo>
                    <a:pt x="0" y="49"/>
                  </a:moveTo>
                  <a:cubicBezTo>
                    <a:pt x="0" y="1107"/>
                    <a:pt x="0" y="1107"/>
                    <a:pt x="0" y="1107"/>
                  </a:cubicBezTo>
                  <a:cubicBezTo>
                    <a:pt x="148" y="1143"/>
                    <a:pt x="148" y="1143"/>
                    <a:pt x="148" y="1143"/>
                  </a:cubicBezTo>
                  <a:cubicBezTo>
                    <a:pt x="148" y="0"/>
                    <a:pt x="148" y="0"/>
                    <a:pt x="148" y="0"/>
                  </a:cubicBezTo>
                  <a:cubicBezTo>
                    <a:pt x="0" y="49"/>
                    <a:pt x="0" y="49"/>
                    <a:pt x="0" y="49"/>
                  </a:cubicBezTo>
                  <a:moveTo>
                    <a:pt x="19" y="1034"/>
                  </a:moveTo>
                  <a:cubicBezTo>
                    <a:pt x="127" y="1058"/>
                    <a:pt x="127" y="1058"/>
                    <a:pt x="127" y="1058"/>
                  </a:cubicBezTo>
                  <a:cubicBezTo>
                    <a:pt x="127" y="1087"/>
                    <a:pt x="127" y="1087"/>
                    <a:pt x="127" y="1087"/>
                  </a:cubicBezTo>
                  <a:cubicBezTo>
                    <a:pt x="19" y="1058"/>
                    <a:pt x="19" y="1058"/>
                    <a:pt x="19" y="1058"/>
                  </a:cubicBezTo>
                  <a:cubicBezTo>
                    <a:pt x="19" y="1034"/>
                    <a:pt x="19" y="1034"/>
                    <a:pt x="19" y="1034"/>
                  </a:cubicBezTo>
                  <a:moveTo>
                    <a:pt x="19" y="962"/>
                  </a:moveTo>
                  <a:cubicBezTo>
                    <a:pt x="55" y="968"/>
                    <a:pt x="91" y="975"/>
                    <a:pt x="127" y="981"/>
                  </a:cubicBezTo>
                  <a:cubicBezTo>
                    <a:pt x="127" y="991"/>
                    <a:pt x="127" y="1001"/>
                    <a:pt x="127" y="1011"/>
                  </a:cubicBezTo>
                  <a:cubicBezTo>
                    <a:pt x="91" y="1003"/>
                    <a:pt x="55" y="994"/>
                    <a:pt x="19" y="986"/>
                  </a:cubicBezTo>
                  <a:cubicBezTo>
                    <a:pt x="19" y="978"/>
                    <a:pt x="19" y="970"/>
                    <a:pt x="19" y="962"/>
                  </a:cubicBezTo>
                  <a:moveTo>
                    <a:pt x="19" y="890"/>
                  </a:moveTo>
                  <a:cubicBezTo>
                    <a:pt x="55" y="895"/>
                    <a:pt x="91" y="900"/>
                    <a:pt x="127" y="905"/>
                  </a:cubicBezTo>
                  <a:cubicBezTo>
                    <a:pt x="127" y="915"/>
                    <a:pt x="127" y="925"/>
                    <a:pt x="127" y="935"/>
                  </a:cubicBezTo>
                  <a:cubicBezTo>
                    <a:pt x="91" y="928"/>
                    <a:pt x="55" y="921"/>
                    <a:pt x="19" y="915"/>
                  </a:cubicBezTo>
                  <a:cubicBezTo>
                    <a:pt x="19" y="907"/>
                    <a:pt x="19" y="898"/>
                    <a:pt x="19" y="890"/>
                  </a:cubicBezTo>
                  <a:moveTo>
                    <a:pt x="19" y="819"/>
                  </a:moveTo>
                  <a:cubicBezTo>
                    <a:pt x="55" y="822"/>
                    <a:pt x="91" y="826"/>
                    <a:pt x="127" y="829"/>
                  </a:cubicBezTo>
                  <a:cubicBezTo>
                    <a:pt x="127" y="839"/>
                    <a:pt x="127" y="849"/>
                    <a:pt x="127" y="859"/>
                  </a:cubicBezTo>
                  <a:cubicBezTo>
                    <a:pt x="91" y="854"/>
                    <a:pt x="55" y="848"/>
                    <a:pt x="19" y="843"/>
                  </a:cubicBezTo>
                  <a:cubicBezTo>
                    <a:pt x="19" y="835"/>
                    <a:pt x="19" y="827"/>
                    <a:pt x="19" y="819"/>
                  </a:cubicBezTo>
                  <a:moveTo>
                    <a:pt x="19" y="747"/>
                  </a:moveTo>
                  <a:cubicBezTo>
                    <a:pt x="55" y="749"/>
                    <a:pt x="91" y="751"/>
                    <a:pt x="127" y="753"/>
                  </a:cubicBezTo>
                  <a:cubicBezTo>
                    <a:pt x="127" y="763"/>
                    <a:pt x="127" y="773"/>
                    <a:pt x="127" y="783"/>
                  </a:cubicBezTo>
                  <a:cubicBezTo>
                    <a:pt x="91" y="779"/>
                    <a:pt x="55" y="775"/>
                    <a:pt x="19" y="772"/>
                  </a:cubicBezTo>
                  <a:cubicBezTo>
                    <a:pt x="19" y="763"/>
                    <a:pt x="19" y="755"/>
                    <a:pt x="19" y="747"/>
                  </a:cubicBezTo>
                  <a:moveTo>
                    <a:pt x="19" y="675"/>
                  </a:moveTo>
                  <a:cubicBezTo>
                    <a:pt x="55" y="676"/>
                    <a:pt x="91" y="676"/>
                    <a:pt x="127" y="677"/>
                  </a:cubicBezTo>
                  <a:cubicBezTo>
                    <a:pt x="127" y="687"/>
                    <a:pt x="127" y="697"/>
                    <a:pt x="127" y="706"/>
                  </a:cubicBezTo>
                  <a:cubicBezTo>
                    <a:pt x="91" y="704"/>
                    <a:pt x="55" y="702"/>
                    <a:pt x="19" y="700"/>
                  </a:cubicBezTo>
                  <a:cubicBezTo>
                    <a:pt x="19" y="692"/>
                    <a:pt x="19" y="684"/>
                    <a:pt x="19" y="675"/>
                  </a:cubicBezTo>
                  <a:moveTo>
                    <a:pt x="19" y="603"/>
                  </a:moveTo>
                  <a:cubicBezTo>
                    <a:pt x="55" y="602"/>
                    <a:pt x="91" y="602"/>
                    <a:pt x="127" y="601"/>
                  </a:cubicBezTo>
                  <a:cubicBezTo>
                    <a:pt x="127" y="610"/>
                    <a:pt x="127" y="620"/>
                    <a:pt x="127" y="630"/>
                  </a:cubicBezTo>
                  <a:cubicBezTo>
                    <a:pt x="91" y="630"/>
                    <a:pt x="55" y="629"/>
                    <a:pt x="19" y="629"/>
                  </a:cubicBezTo>
                  <a:cubicBezTo>
                    <a:pt x="19" y="620"/>
                    <a:pt x="19" y="612"/>
                    <a:pt x="19" y="603"/>
                  </a:cubicBezTo>
                  <a:moveTo>
                    <a:pt x="19" y="532"/>
                  </a:moveTo>
                  <a:cubicBezTo>
                    <a:pt x="55" y="529"/>
                    <a:pt x="91" y="527"/>
                    <a:pt x="127" y="524"/>
                  </a:cubicBezTo>
                  <a:cubicBezTo>
                    <a:pt x="127" y="534"/>
                    <a:pt x="127" y="544"/>
                    <a:pt x="127" y="554"/>
                  </a:cubicBezTo>
                  <a:cubicBezTo>
                    <a:pt x="91" y="555"/>
                    <a:pt x="55" y="556"/>
                    <a:pt x="19" y="557"/>
                  </a:cubicBezTo>
                  <a:cubicBezTo>
                    <a:pt x="19" y="549"/>
                    <a:pt x="19" y="540"/>
                    <a:pt x="19" y="532"/>
                  </a:cubicBezTo>
                  <a:moveTo>
                    <a:pt x="19" y="460"/>
                  </a:moveTo>
                  <a:cubicBezTo>
                    <a:pt x="55" y="456"/>
                    <a:pt x="91" y="452"/>
                    <a:pt x="127" y="448"/>
                  </a:cubicBezTo>
                  <a:cubicBezTo>
                    <a:pt x="127" y="458"/>
                    <a:pt x="127" y="468"/>
                    <a:pt x="127" y="478"/>
                  </a:cubicBezTo>
                  <a:cubicBezTo>
                    <a:pt x="91" y="481"/>
                    <a:pt x="55" y="483"/>
                    <a:pt x="19" y="486"/>
                  </a:cubicBezTo>
                  <a:cubicBezTo>
                    <a:pt x="19" y="477"/>
                    <a:pt x="19" y="469"/>
                    <a:pt x="19" y="460"/>
                  </a:cubicBezTo>
                  <a:moveTo>
                    <a:pt x="19" y="388"/>
                  </a:moveTo>
                  <a:cubicBezTo>
                    <a:pt x="55" y="383"/>
                    <a:pt x="91" y="378"/>
                    <a:pt x="127" y="372"/>
                  </a:cubicBezTo>
                  <a:cubicBezTo>
                    <a:pt x="127" y="382"/>
                    <a:pt x="127" y="392"/>
                    <a:pt x="127" y="402"/>
                  </a:cubicBezTo>
                  <a:cubicBezTo>
                    <a:pt x="91" y="406"/>
                    <a:pt x="55" y="410"/>
                    <a:pt x="19" y="414"/>
                  </a:cubicBezTo>
                  <a:cubicBezTo>
                    <a:pt x="19" y="406"/>
                    <a:pt x="19" y="397"/>
                    <a:pt x="19" y="388"/>
                  </a:cubicBezTo>
                  <a:moveTo>
                    <a:pt x="19" y="317"/>
                  </a:moveTo>
                  <a:cubicBezTo>
                    <a:pt x="55" y="310"/>
                    <a:pt x="91" y="303"/>
                    <a:pt x="127" y="296"/>
                  </a:cubicBezTo>
                  <a:cubicBezTo>
                    <a:pt x="127" y="306"/>
                    <a:pt x="127" y="316"/>
                    <a:pt x="127" y="326"/>
                  </a:cubicBezTo>
                  <a:cubicBezTo>
                    <a:pt x="91" y="331"/>
                    <a:pt x="55" y="337"/>
                    <a:pt x="19" y="343"/>
                  </a:cubicBezTo>
                  <a:cubicBezTo>
                    <a:pt x="19" y="334"/>
                    <a:pt x="19" y="325"/>
                    <a:pt x="19" y="317"/>
                  </a:cubicBezTo>
                  <a:moveTo>
                    <a:pt x="19" y="245"/>
                  </a:moveTo>
                  <a:cubicBezTo>
                    <a:pt x="55" y="236"/>
                    <a:pt x="91" y="228"/>
                    <a:pt x="127" y="220"/>
                  </a:cubicBezTo>
                  <a:cubicBezTo>
                    <a:pt x="127" y="230"/>
                    <a:pt x="127" y="240"/>
                    <a:pt x="127" y="249"/>
                  </a:cubicBezTo>
                  <a:cubicBezTo>
                    <a:pt x="91" y="257"/>
                    <a:pt x="55" y="264"/>
                    <a:pt x="19" y="272"/>
                  </a:cubicBezTo>
                  <a:cubicBezTo>
                    <a:pt x="19" y="263"/>
                    <a:pt x="19" y="254"/>
                    <a:pt x="19" y="245"/>
                  </a:cubicBezTo>
                  <a:moveTo>
                    <a:pt x="19" y="173"/>
                  </a:moveTo>
                  <a:cubicBezTo>
                    <a:pt x="55" y="163"/>
                    <a:pt x="91" y="154"/>
                    <a:pt x="127" y="144"/>
                  </a:cubicBezTo>
                  <a:cubicBezTo>
                    <a:pt x="127" y="154"/>
                    <a:pt x="127" y="163"/>
                    <a:pt x="127" y="173"/>
                  </a:cubicBezTo>
                  <a:cubicBezTo>
                    <a:pt x="91" y="182"/>
                    <a:pt x="55" y="191"/>
                    <a:pt x="19" y="200"/>
                  </a:cubicBezTo>
                  <a:cubicBezTo>
                    <a:pt x="19" y="191"/>
                    <a:pt x="19" y="182"/>
                    <a:pt x="19" y="173"/>
                  </a:cubicBezTo>
                  <a:moveTo>
                    <a:pt x="19" y="101"/>
                  </a:moveTo>
                  <a:cubicBezTo>
                    <a:pt x="127" y="68"/>
                    <a:pt x="127" y="68"/>
                    <a:pt x="127" y="68"/>
                  </a:cubicBezTo>
                  <a:cubicBezTo>
                    <a:pt x="127" y="97"/>
                    <a:pt x="127" y="97"/>
                    <a:pt x="127" y="97"/>
                  </a:cubicBezTo>
                  <a:cubicBezTo>
                    <a:pt x="19" y="129"/>
                    <a:pt x="19" y="129"/>
                    <a:pt x="19" y="129"/>
                  </a:cubicBezTo>
                  <a:cubicBezTo>
                    <a:pt x="19" y="101"/>
                    <a:pt x="19" y="101"/>
                    <a:pt x="19" y="101"/>
                  </a:cubicBezTo>
                </a:path>
              </a:pathLst>
            </a:custGeom>
            <a:solidFill>
              <a:srgbClr val="1EECEC"/>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6" name="Freeform 17"/>
            <p:cNvSpPr>
              <a:spLocks noEditPoints="1"/>
            </p:cNvSpPr>
            <p:nvPr/>
          </p:nvSpPr>
          <p:spPr bwMode="auto">
            <a:xfrm>
              <a:off x="7745413" y="3502025"/>
              <a:ext cx="220663" cy="1697038"/>
            </a:xfrm>
            <a:custGeom>
              <a:avLst/>
              <a:gdLst>
                <a:gd name="T0" fmla="*/ 0 w 111"/>
                <a:gd name="T1" fmla="*/ 854 h 854"/>
                <a:gd name="T2" fmla="*/ 111 w 111"/>
                <a:gd name="T3" fmla="*/ 36 h 854"/>
                <a:gd name="T4" fmla="*/ 97 w 111"/>
                <a:gd name="T5" fmla="*/ 791 h 854"/>
                <a:gd name="T6" fmla="*/ 16 w 111"/>
                <a:gd name="T7" fmla="*/ 791 h 854"/>
                <a:gd name="T8" fmla="*/ 97 w 111"/>
                <a:gd name="T9" fmla="*/ 791 h 854"/>
                <a:gd name="T10" fmla="*/ 16 w 111"/>
                <a:gd name="T11" fmla="*/ 756 h 854"/>
                <a:gd name="T12" fmla="*/ 97 w 111"/>
                <a:gd name="T13" fmla="*/ 719 h 854"/>
                <a:gd name="T14" fmla="*/ 97 w 111"/>
                <a:gd name="T15" fmla="*/ 684 h 854"/>
                <a:gd name="T16" fmla="*/ 16 w 111"/>
                <a:gd name="T17" fmla="*/ 677 h 854"/>
                <a:gd name="T18" fmla="*/ 97 w 111"/>
                <a:gd name="T19" fmla="*/ 684 h 854"/>
                <a:gd name="T20" fmla="*/ 16 w 111"/>
                <a:gd name="T21" fmla="*/ 642 h 854"/>
                <a:gd name="T22" fmla="*/ 97 w 111"/>
                <a:gd name="T23" fmla="*/ 612 h 854"/>
                <a:gd name="T24" fmla="*/ 97 w 111"/>
                <a:gd name="T25" fmla="*/ 577 h 854"/>
                <a:gd name="T26" fmla="*/ 16 w 111"/>
                <a:gd name="T27" fmla="*/ 563 h 854"/>
                <a:gd name="T28" fmla="*/ 97 w 111"/>
                <a:gd name="T29" fmla="*/ 577 h 854"/>
                <a:gd name="T30" fmla="*/ 16 w 111"/>
                <a:gd name="T31" fmla="*/ 528 h 854"/>
                <a:gd name="T32" fmla="*/ 97 w 111"/>
                <a:gd name="T33" fmla="*/ 505 h 854"/>
                <a:gd name="T34" fmla="*/ 97 w 111"/>
                <a:gd name="T35" fmla="*/ 470 h 854"/>
                <a:gd name="T36" fmla="*/ 16 w 111"/>
                <a:gd name="T37" fmla="*/ 449 h 854"/>
                <a:gd name="T38" fmla="*/ 97 w 111"/>
                <a:gd name="T39" fmla="*/ 470 h 854"/>
                <a:gd name="T40" fmla="*/ 16 w 111"/>
                <a:gd name="T41" fmla="*/ 414 h 854"/>
                <a:gd name="T42" fmla="*/ 97 w 111"/>
                <a:gd name="T43" fmla="*/ 397 h 854"/>
                <a:gd name="T44" fmla="*/ 97 w 111"/>
                <a:gd name="T45" fmla="*/ 363 h 854"/>
                <a:gd name="T46" fmla="*/ 16 w 111"/>
                <a:gd name="T47" fmla="*/ 335 h 854"/>
                <a:gd name="T48" fmla="*/ 97 w 111"/>
                <a:gd name="T49" fmla="*/ 363 h 854"/>
                <a:gd name="T50" fmla="*/ 16 w 111"/>
                <a:gd name="T51" fmla="*/ 300 h 854"/>
                <a:gd name="T52" fmla="*/ 97 w 111"/>
                <a:gd name="T53" fmla="*/ 290 h 854"/>
                <a:gd name="T54" fmla="*/ 97 w 111"/>
                <a:gd name="T55" fmla="*/ 256 h 854"/>
                <a:gd name="T56" fmla="*/ 16 w 111"/>
                <a:gd name="T57" fmla="*/ 221 h 854"/>
                <a:gd name="T58" fmla="*/ 97 w 111"/>
                <a:gd name="T59" fmla="*/ 256 h 854"/>
                <a:gd name="T60" fmla="*/ 16 w 111"/>
                <a:gd name="T61" fmla="*/ 186 h 854"/>
                <a:gd name="T62" fmla="*/ 97 w 111"/>
                <a:gd name="T63" fmla="*/ 183 h 854"/>
                <a:gd name="T64" fmla="*/ 97 w 111"/>
                <a:gd name="T65" fmla="*/ 149 h 854"/>
                <a:gd name="T66" fmla="*/ 16 w 111"/>
                <a:gd name="T67" fmla="*/ 107 h 854"/>
                <a:gd name="T68" fmla="*/ 97 w 111"/>
                <a:gd name="T69" fmla="*/ 149 h 854"/>
                <a:gd name="T70" fmla="*/ 16 w 111"/>
                <a:gd name="T71" fmla="*/ 73 h 854"/>
                <a:gd name="T72" fmla="*/ 97 w 111"/>
                <a:gd name="T73" fmla="*/ 76 h 8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1" h="854">
                  <a:moveTo>
                    <a:pt x="0" y="0"/>
                  </a:moveTo>
                  <a:cubicBezTo>
                    <a:pt x="0" y="854"/>
                    <a:pt x="0" y="854"/>
                    <a:pt x="0" y="854"/>
                  </a:cubicBezTo>
                  <a:cubicBezTo>
                    <a:pt x="111" y="827"/>
                    <a:pt x="111" y="827"/>
                    <a:pt x="111" y="827"/>
                  </a:cubicBezTo>
                  <a:cubicBezTo>
                    <a:pt x="111" y="36"/>
                    <a:pt x="111" y="36"/>
                    <a:pt x="111" y="36"/>
                  </a:cubicBezTo>
                  <a:lnTo>
                    <a:pt x="0" y="0"/>
                  </a:lnTo>
                  <a:close/>
                  <a:moveTo>
                    <a:pt x="97" y="791"/>
                  </a:moveTo>
                  <a:cubicBezTo>
                    <a:pt x="16" y="813"/>
                    <a:pt x="16" y="813"/>
                    <a:pt x="16" y="813"/>
                  </a:cubicBezTo>
                  <a:cubicBezTo>
                    <a:pt x="16" y="791"/>
                    <a:pt x="16" y="791"/>
                    <a:pt x="16" y="791"/>
                  </a:cubicBezTo>
                  <a:cubicBezTo>
                    <a:pt x="97" y="773"/>
                    <a:pt x="97" y="773"/>
                    <a:pt x="97" y="773"/>
                  </a:cubicBezTo>
                  <a:lnTo>
                    <a:pt x="97" y="791"/>
                  </a:lnTo>
                  <a:close/>
                  <a:moveTo>
                    <a:pt x="97" y="737"/>
                  </a:moveTo>
                  <a:cubicBezTo>
                    <a:pt x="70" y="743"/>
                    <a:pt x="43" y="750"/>
                    <a:pt x="16" y="756"/>
                  </a:cubicBezTo>
                  <a:cubicBezTo>
                    <a:pt x="16" y="748"/>
                    <a:pt x="16" y="741"/>
                    <a:pt x="16" y="734"/>
                  </a:cubicBezTo>
                  <a:cubicBezTo>
                    <a:pt x="43" y="729"/>
                    <a:pt x="70" y="724"/>
                    <a:pt x="97" y="719"/>
                  </a:cubicBezTo>
                  <a:cubicBezTo>
                    <a:pt x="97" y="725"/>
                    <a:pt x="97" y="731"/>
                    <a:pt x="97" y="737"/>
                  </a:cubicBezTo>
                  <a:close/>
                  <a:moveTo>
                    <a:pt x="97" y="684"/>
                  </a:moveTo>
                  <a:cubicBezTo>
                    <a:pt x="70" y="689"/>
                    <a:pt x="43" y="694"/>
                    <a:pt x="16" y="699"/>
                  </a:cubicBezTo>
                  <a:cubicBezTo>
                    <a:pt x="16" y="691"/>
                    <a:pt x="16" y="684"/>
                    <a:pt x="16" y="677"/>
                  </a:cubicBezTo>
                  <a:cubicBezTo>
                    <a:pt x="43" y="673"/>
                    <a:pt x="70" y="669"/>
                    <a:pt x="97" y="666"/>
                  </a:cubicBezTo>
                  <a:cubicBezTo>
                    <a:pt x="97" y="672"/>
                    <a:pt x="97" y="678"/>
                    <a:pt x="97" y="684"/>
                  </a:cubicBezTo>
                  <a:close/>
                  <a:moveTo>
                    <a:pt x="97" y="630"/>
                  </a:moveTo>
                  <a:cubicBezTo>
                    <a:pt x="70" y="634"/>
                    <a:pt x="43" y="638"/>
                    <a:pt x="16" y="642"/>
                  </a:cubicBezTo>
                  <a:cubicBezTo>
                    <a:pt x="16" y="635"/>
                    <a:pt x="16" y="627"/>
                    <a:pt x="16" y="620"/>
                  </a:cubicBezTo>
                  <a:cubicBezTo>
                    <a:pt x="43" y="617"/>
                    <a:pt x="70" y="615"/>
                    <a:pt x="97" y="612"/>
                  </a:cubicBezTo>
                  <a:cubicBezTo>
                    <a:pt x="97" y="618"/>
                    <a:pt x="97" y="624"/>
                    <a:pt x="97" y="630"/>
                  </a:cubicBezTo>
                  <a:close/>
                  <a:moveTo>
                    <a:pt x="97" y="577"/>
                  </a:moveTo>
                  <a:cubicBezTo>
                    <a:pt x="70" y="580"/>
                    <a:pt x="43" y="582"/>
                    <a:pt x="16" y="585"/>
                  </a:cubicBezTo>
                  <a:cubicBezTo>
                    <a:pt x="16" y="578"/>
                    <a:pt x="16" y="570"/>
                    <a:pt x="16" y="563"/>
                  </a:cubicBezTo>
                  <a:cubicBezTo>
                    <a:pt x="43" y="561"/>
                    <a:pt x="70" y="560"/>
                    <a:pt x="97" y="558"/>
                  </a:cubicBezTo>
                  <a:cubicBezTo>
                    <a:pt x="97" y="564"/>
                    <a:pt x="97" y="571"/>
                    <a:pt x="97" y="577"/>
                  </a:cubicBezTo>
                  <a:close/>
                  <a:moveTo>
                    <a:pt x="97" y="523"/>
                  </a:moveTo>
                  <a:cubicBezTo>
                    <a:pt x="70" y="525"/>
                    <a:pt x="43" y="526"/>
                    <a:pt x="16" y="528"/>
                  </a:cubicBezTo>
                  <a:cubicBezTo>
                    <a:pt x="16" y="521"/>
                    <a:pt x="16" y="513"/>
                    <a:pt x="16" y="506"/>
                  </a:cubicBezTo>
                  <a:cubicBezTo>
                    <a:pt x="43" y="505"/>
                    <a:pt x="70" y="505"/>
                    <a:pt x="97" y="505"/>
                  </a:cubicBezTo>
                  <a:cubicBezTo>
                    <a:pt x="97" y="511"/>
                    <a:pt x="97" y="517"/>
                    <a:pt x="97" y="523"/>
                  </a:cubicBezTo>
                  <a:close/>
                  <a:moveTo>
                    <a:pt x="97" y="470"/>
                  </a:moveTo>
                  <a:cubicBezTo>
                    <a:pt x="70" y="470"/>
                    <a:pt x="43" y="471"/>
                    <a:pt x="16" y="471"/>
                  </a:cubicBezTo>
                  <a:cubicBezTo>
                    <a:pt x="16" y="464"/>
                    <a:pt x="16" y="456"/>
                    <a:pt x="16" y="449"/>
                  </a:cubicBezTo>
                  <a:cubicBezTo>
                    <a:pt x="43" y="450"/>
                    <a:pt x="70" y="450"/>
                    <a:pt x="97" y="451"/>
                  </a:cubicBezTo>
                  <a:cubicBezTo>
                    <a:pt x="97" y="457"/>
                    <a:pt x="97" y="464"/>
                    <a:pt x="97" y="470"/>
                  </a:cubicBezTo>
                  <a:close/>
                  <a:moveTo>
                    <a:pt x="97" y="417"/>
                  </a:moveTo>
                  <a:cubicBezTo>
                    <a:pt x="70" y="416"/>
                    <a:pt x="43" y="415"/>
                    <a:pt x="16" y="414"/>
                  </a:cubicBezTo>
                  <a:cubicBezTo>
                    <a:pt x="16" y="407"/>
                    <a:pt x="16" y="399"/>
                    <a:pt x="16" y="392"/>
                  </a:cubicBezTo>
                  <a:cubicBezTo>
                    <a:pt x="43" y="394"/>
                    <a:pt x="70" y="396"/>
                    <a:pt x="97" y="397"/>
                  </a:cubicBezTo>
                  <a:cubicBezTo>
                    <a:pt x="97" y="404"/>
                    <a:pt x="97" y="410"/>
                    <a:pt x="97" y="417"/>
                  </a:cubicBezTo>
                  <a:close/>
                  <a:moveTo>
                    <a:pt x="97" y="363"/>
                  </a:moveTo>
                  <a:cubicBezTo>
                    <a:pt x="70" y="361"/>
                    <a:pt x="43" y="359"/>
                    <a:pt x="16" y="357"/>
                  </a:cubicBezTo>
                  <a:cubicBezTo>
                    <a:pt x="16" y="350"/>
                    <a:pt x="16" y="342"/>
                    <a:pt x="16" y="335"/>
                  </a:cubicBezTo>
                  <a:cubicBezTo>
                    <a:pt x="43" y="338"/>
                    <a:pt x="70" y="341"/>
                    <a:pt x="97" y="344"/>
                  </a:cubicBezTo>
                  <a:cubicBezTo>
                    <a:pt x="97" y="350"/>
                    <a:pt x="97" y="357"/>
                    <a:pt x="97" y="363"/>
                  </a:cubicBezTo>
                  <a:close/>
                  <a:moveTo>
                    <a:pt x="97" y="310"/>
                  </a:moveTo>
                  <a:cubicBezTo>
                    <a:pt x="70" y="307"/>
                    <a:pt x="43" y="303"/>
                    <a:pt x="16" y="300"/>
                  </a:cubicBezTo>
                  <a:cubicBezTo>
                    <a:pt x="16" y="293"/>
                    <a:pt x="16" y="286"/>
                    <a:pt x="16" y="278"/>
                  </a:cubicBezTo>
                  <a:cubicBezTo>
                    <a:pt x="43" y="282"/>
                    <a:pt x="70" y="286"/>
                    <a:pt x="97" y="290"/>
                  </a:cubicBezTo>
                  <a:cubicBezTo>
                    <a:pt x="97" y="297"/>
                    <a:pt x="97" y="303"/>
                    <a:pt x="97" y="310"/>
                  </a:cubicBezTo>
                  <a:close/>
                  <a:moveTo>
                    <a:pt x="97" y="256"/>
                  </a:moveTo>
                  <a:cubicBezTo>
                    <a:pt x="70" y="252"/>
                    <a:pt x="43" y="248"/>
                    <a:pt x="16" y="243"/>
                  </a:cubicBezTo>
                  <a:cubicBezTo>
                    <a:pt x="16" y="236"/>
                    <a:pt x="16" y="229"/>
                    <a:pt x="16" y="221"/>
                  </a:cubicBezTo>
                  <a:cubicBezTo>
                    <a:pt x="43" y="226"/>
                    <a:pt x="70" y="231"/>
                    <a:pt x="97" y="237"/>
                  </a:cubicBezTo>
                  <a:cubicBezTo>
                    <a:pt x="97" y="243"/>
                    <a:pt x="97" y="250"/>
                    <a:pt x="97" y="256"/>
                  </a:cubicBezTo>
                  <a:close/>
                  <a:moveTo>
                    <a:pt x="97" y="203"/>
                  </a:moveTo>
                  <a:cubicBezTo>
                    <a:pt x="70" y="197"/>
                    <a:pt x="43" y="192"/>
                    <a:pt x="16" y="186"/>
                  </a:cubicBezTo>
                  <a:cubicBezTo>
                    <a:pt x="16" y="179"/>
                    <a:pt x="16" y="172"/>
                    <a:pt x="16" y="164"/>
                  </a:cubicBezTo>
                  <a:cubicBezTo>
                    <a:pt x="43" y="171"/>
                    <a:pt x="70" y="177"/>
                    <a:pt x="97" y="183"/>
                  </a:cubicBezTo>
                  <a:cubicBezTo>
                    <a:pt x="97" y="190"/>
                    <a:pt x="97" y="196"/>
                    <a:pt x="97" y="203"/>
                  </a:cubicBezTo>
                  <a:close/>
                  <a:moveTo>
                    <a:pt x="97" y="149"/>
                  </a:moveTo>
                  <a:cubicBezTo>
                    <a:pt x="70" y="143"/>
                    <a:pt x="43" y="136"/>
                    <a:pt x="16" y="129"/>
                  </a:cubicBezTo>
                  <a:cubicBezTo>
                    <a:pt x="16" y="122"/>
                    <a:pt x="16" y="115"/>
                    <a:pt x="16" y="107"/>
                  </a:cubicBezTo>
                  <a:cubicBezTo>
                    <a:pt x="43" y="115"/>
                    <a:pt x="70" y="122"/>
                    <a:pt x="97" y="129"/>
                  </a:cubicBezTo>
                  <a:cubicBezTo>
                    <a:pt x="97" y="136"/>
                    <a:pt x="97" y="143"/>
                    <a:pt x="97" y="149"/>
                  </a:cubicBezTo>
                  <a:close/>
                  <a:moveTo>
                    <a:pt x="97" y="96"/>
                  </a:moveTo>
                  <a:cubicBezTo>
                    <a:pt x="16" y="73"/>
                    <a:pt x="16" y="73"/>
                    <a:pt x="16" y="73"/>
                  </a:cubicBezTo>
                  <a:cubicBezTo>
                    <a:pt x="16" y="50"/>
                    <a:pt x="16" y="50"/>
                    <a:pt x="16" y="50"/>
                  </a:cubicBezTo>
                  <a:cubicBezTo>
                    <a:pt x="97" y="76"/>
                    <a:pt x="97" y="76"/>
                    <a:pt x="97" y="76"/>
                  </a:cubicBezTo>
                  <a:lnTo>
                    <a:pt x="97" y="96"/>
                  </a:lnTo>
                  <a:close/>
                </a:path>
              </a:pathLst>
            </a:custGeom>
            <a:solidFill>
              <a:srgbClr val="740B49"/>
            </a:solidFill>
            <a:ln>
              <a:noFill/>
            </a:ln>
          </p:spPr>
          <p:txBody>
            <a:bodyPr vert="horz" wrap="square" lIns="91440" tIns="45720" rIns="91440" bIns="45720" numCol="1" anchor="t" anchorCtr="0" compatLnSpc="1">
              <a:prstTxWarp prst="textNoShape">
                <a:avLst/>
              </a:prstTxWarp>
            </a:bodyPr>
            <a:lstStyle/>
            <a:p>
              <a:endParaRPr lang="zh-CN" altLang="en-US"/>
            </a:p>
          </p:txBody>
        </p:sp>
      </p:grpSp>
      <p:sp>
        <p:nvSpPr>
          <p:cNvPr id="100" name="文本框 99"/>
          <p:cNvSpPr txBox="1"/>
          <p:nvPr/>
        </p:nvSpPr>
        <p:spPr>
          <a:xfrm>
            <a:off x="2236833" y="2452334"/>
            <a:ext cx="2856518" cy="830997"/>
          </a:xfrm>
          <a:prstGeom prst="rect">
            <a:avLst/>
          </a:prstGeom>
          <a:noFill/>
        </p:spPr>
        <p:txBody>
          <a:bodyPr wrap="square" rtlCol="0">
            <a:spAutoFit/>
          </a:bodyPr>
          <a:lstStyle/>
          <a:p>
            <a:pPr algn="r">
              <a:lnSpc>
                <a:spcPct val="120000"/>
              </a:lnSpc>
            </a:pPr>
            <a:r>
              <a:rPr lang="zh-CN" altLang="en-US" sz="2400" b="1" dirty="0">
                <a:solidFill>
                  <a:srgbClr val="5A4A43"/>
                </a:solidFill>
              </a:rPr>
              <a:t>添加标题</a:t>
            </a:r>
            <a:endParaRPr lang="en-US" altLang="zh-CN" sz="2400" b="1" dirty="0">
              <a:solidFill>
                <a:srgbClr val="5A4A43"/>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03" name="文本框 102"/>
          <p:cNvSpPr txBox="1"/>
          <p:nvPr/>
        </p:nvSpPr>
        <p:spPr>
          <a:xfrm>
            <a:off x="7286805" y="1410401"/>
            <a:ext cx="910827" cy="369332"/>
          </a:xfrm>
          <a:prstGeom prst="rect">
            <a:avLst/>
          </a:prstGeom>
          <a:noFill/>
        </p:spPr>
        <p:txBody>
          <a:bodyPr wrap="none" rtlCol="0">
            <a:spAutoFit/>
          </a:bodyPr>
          <a:lstStyle/>
          <a:p>
            <a:r>
              <a:rPr lang="en-US" altLang="zh-CN" dirty="0">
                <a:solidFill>
                  <a:srgbClr val="F6931E"/>
                </a:solidFill>
                <a:latin typeface="Agency FB" panose="020B0503020202020204" pitchFamily="34" charset="0"/>
              </a:rPr>
              <a:t>OPTION</a:t>
            </a:r>
            <a:r>
              <a:rPr lang="en-US" altLang="zh-CN" dirty="0">
                <a:solidFill>
                  <a:srgbClr val="F6931E"/>
                </a:solidFill>
              </a:rPr>
              <a:t> </a:t>
            </a:r>
            <a:r>
              <a:rPr lang="en-US" altLang="zh-CN" dirty="0">
                <a:solidFill>
                  <a:srgbClr val="F6931E"/>
                </a:solidFill>
                <a:latin typeface="Agency FB" panose="020B0503020202020204" pitchFamily="34" charset="0"/>
              </a:rPr>
              <a:t>01</a:t>
            </a:r>
            <a:endParaRPr lang="zh-CN" altLang="en-US" dirty="0">
              <a:solidFill>
                <a:srgbClr val="F6931E"/>
              </a:solidFill>
              <a:latin typeface="Agency FB" panose="020B0503020202020204" pitchFamily="34" charset="0"/>
            </a:endParaRPr>
          </a:p>
        </p:txBody>
      </p:sp>
      <p:sp>
        <p:nvSpPr>
          <p:cNvPr id="101" name="文本框 100"/>
          <p:cNvSpPr txBox="1"/>
          <p:nvPr/>
        </p:nvSpPr>
        <p:spPr>
          <a:xfrm>
            <a:off x="7286805" y="1779733"/>
            <a:ext cx="2856518" cy="830997"/>
          </a:xfrm>
          <a:prstGeom prst="rect">
            <a:avLst/>
          </a:prstGeom>
          <a:noFill/>
        </p:spPr>
        <p:txBody>
          <a:bodyPr wrap="square" rtlCol="0">
            <a:spAutoFit/>
          </a:bodyPr>
          <a:lstStyle/>
          <a:p>
            <a:pPr>
              <a:lnSpc>
                <a:spcPct val="120000"/>
              </a:lnSpc>
            </a:pPr>
            <a:r>
              <a:rPr lang="zh-CN" altLang="en-US" sz="2400" b="1" dirty="0">
                <a:solidFill>
                  <a:srgbClr val="F6931E"/>
                </a:solidFill>
              </a:rPr>
              <a:t>添加标题</a:t>
            </a:r>
            <a:endParaRPr lang="en-US" altLang="zh-CN" sz="2400" b="1" dirty="0">
              <a:solidFill>
                <a:srgbClr val="F6931E"/>
              </a:solidFill>
            </a:endParaRPr>
          </a:p>
          <a:p>
            <a:pPr>
              <a:lnSpc>
                <a:spcPct val="120000"/>
              </a:lnSpc>
            </a:pPr>
            <a:r>
              <a:rPr lang="zh-CN" altLang="en-US" sz="1600" dirty="0">
                <a:solidFill>
                  <a:schemeClr val="tx1">
                    <a:lumMod val="65000"/>
                    <a:lumOff val="35000"/>
                  </a:schemeClr>
                </a:solidFill>
              </a:rPr>
              <a:t>添加内容添加内容</a:t>
            </a:r>
          </a:p>
        </p:txBody>
      </p:sp>
      <p:sp>
        <p:nvSpPr>
          <p:cNvPr id="104" name="文本框 103"/>
          <p:cNvSpPr txBox="1"/>
          <p:nvPr/>
        </p:nvSpPr>
        <p:spPr>
          <a:xfrm>
            <a:off x="8105128" y="4116709"/>
            <a:ext cx="952505" cy="369332"/>
          </a:xfrm>
          <a:prstGeom prst="rect">
            <a:avLst/>
          </a:prstGeom>
          <a:noFill/>
        </p:spPr>
        <p:txBody>
          <a:bodyPr wrap="none" rtlCol="0">
            <a:spAutoFit/>
          </a:bodyPr>
          <a:lstStyle/>
          <a:p>
            <a:r>
              <a:rPr lang="en-US" altLang="zh-CN" dirty="0">
                <a:solidFill>
                  <a:srgbClr val="740B49"/>
                </a:solidFill>
                <a:latin typeface="Agency FB" panose="020B0503020202020204" pitchFamily="34" charset="0"/>
              </a:rPr>
              <a:t>OPTION</a:t>
            </a:r>
            <a:r>
              <a:rPr lang="en-US" altLang="zh-CN" dirty="0">
                <a:solidFill>
                  <a:srgbClr val="740B49"/>
                </a:solidFill>
              </a:rPr>
              <a:t> </a:t>
            </a:r>
            <a:r>
              <a:rPr lang="en-US" altLang="zh-CN" dirty="0">
                <a:solidFill>
                  <a:srgbClr val="740B49"/>
                </a:solidFill>
                <a:latin typeface="Agency FB" panose="020B0503020202020204" pitchFamily="34" charset="0"/>
              </a:rPr>
              <a:t>04</a:t>
            </a:r>
            <a:endParaRPr lang="zh-CN" altLang="en-US" dirty="0">
              <a:solidFill>
                <a:srgbClr val="740B49"/>
              </a:solidFill>
              <a:latin typeface="Agency FB" panose="020B0503020202020204" pitchFamily="34" charset="0"/>
            </a:endParaRPr>
          </a:p>
        </p:txBody>
      </p:sp>
      <p:sp>
        <p:nvSpPr>
          <p:cNvPr id="105" name="文本框 104"/>
          <p:cNvSpPr txBox="1"/>
          <p:nvPr/>
        </p:nvSpPr>
        <p:spPr>
          <a:xfrm>
            <a:off x="8105128" y="4486041"/>
            <a:ext cx="2856518" cy="830997"/>
          </a:xfrm>
          <a:prstGeom prst="rect">
            <a:avLst/>
          </a:prstGeom>
          <a:noFill/>
        </p:spPr>
        <p:txBody>
          <a:bodyPr wrap="square" rtlCol="0">
            <a:spAutoFit/>
          </a:bodyPr>
          <a:lstStyle/>
          <a:p>
            <a:pPr>
              <a:lnSpc>
                <a:spcPct val="120000"/>
              </a:lnSpc>
            </a:pPr>
            <a:r>
              <a:rPr lang="zh-CN" altLang="en-US" sz="2400" b="1" dirty="0">
                <a:solidFill>
                  <a:srgbClr val="740B49"/>
                </a:solidFill>
              </a:rPr>
              <a:t>添加标题</a:t>
            </a:r>
            <a:endParaRPr lang="en-US" altLang="zh-CN" sz="2400" b="1" dirty="0">
              <a:solidFill>
                <a:srgbClr val="740B49"/>
              </a:solidFill>
            </a:endParaRPr>
          </a:p>
          <a:p>
            <a:pPr>
              <a:lnSpc>
                <a:spcPct val="120000"/>
              </a:lnSpc>
            </a:pPr>
            <a:r>
              <a:rPr lang="zh-CN" altLang="en-US" sz="1600" dirty="0">
                <a:solidFill>
                  <a:schemeClr val="tx1">
                    <a:lumMod val="65000"/>
                    <a:lumOff val="35000"/>
                  </a:schemeClr>
                </a:solidFill>
              </a:rPr>
              <a:t>添加内容添加内容</a:t>
            </a:r>
          </a:p>
        </p:txBody>
      </p:sp>
      <p:sp>
        <p:nvSpPr>
          <p:cNvPr id="106" name="文本框 105"/>
          <p:cNvSpPr txBox="1"/>
          <p:nvPr/>
        </p:nvSpPr>
        <p:spPr>
          <a:xfrm>
            <a:off x="4182524" y="2092279"/>
            <a:ext cx="954107" cy="369332"/>
          </a:xfrm>
          <a:prstGeom prst="rect">
            <a:avLst/>
          </a:prstGeom>
          <a:noFill/>
        </p:spPr>
        <p:txBody>
          <a:bodyPr wrap="none" rtlCol="0">
            <a:spAutoFit/>
          </a:bodyPr>
          <a:lstStyle/>
          <a:p>
            <a:r>
              <a:rPr lang="en-US" altLang="zh-CN" dirty="0">
                <a:solidFill>
                  <a:srgbClr val="5A4A43"/>
                </a:solidFill>
                <a:latin typeface="Agency FB" panose="020B0503020202020204" pitchFamily="34" charset="0"/>
              </a:rPr>
              <a:t>OPTION</a:t>
            </a:r>
            <a:r>
              <a:rPr lang="en-US" altLang="zh-CN" dirty="0">
                <a:solidFill>
                  <a:srgbClr val="5A4A43"/>
                </a:solidFill>
              </a:rPr>
              <a:t> </a:t>
            </a:r>
            <a:r>
              <a:rPr lang="en-US" altLang="zh-CN" dirty="0">
                <a:solidFill>
                  <a:srgbClr val="5A4A43"/>
                </a:solidFill>
                <a:latin typeface="Agency FB" panose="020B0503020202020204" pitchFamily="34" charset="0"/>
              </a:rPr>
              <a:t>02</a:t>
            </a:r>
            <a:endParaRPr lang="zh-CN" altLang="en-US" dirty="0">
              <a:solidFill>
                <a:srgbClr val="5A4A43"/>
              </a:solidFill>
              <a:latin typeface="Agency FB" panose="020B0503020202020204" pitchFamily="34" charset="0"/>
            </a:endParaRPr>
          </a:p>
        </p:txBody>
      </p:sp>
      <p:sp>
        <p:nvSpPr>
          <p:cNvPr id="107" name="文本框 106"/>
          <p:cNvSpPr txBox="1"/>
          <p:nvPr/>
        </p:nvSpPr>
        <p:spPr>
          <a:xfrm>
            <a:off x="1050235" y="4444965"/>
            <a:ext cx="2856518" cy="830997"/>
          </a:xfrm>
          <a:prstGeom prst="rect">
            <a:avLst/>
          </a:prstGeom>
          <a:noFill/>
        </p:spPr>
        <p:txBody>
          <a:bodyPr wrap="square" rtlCol="0">
            <a:spAutoFit/>
          </a:bodyPr>
          <a:lstStyle/>
          <a:p>
            <a:pPr algn="r">
              <a:lnSpc>
                <a:spcPct val="120000"/>
              </a:lnSpc>
            </a:pPr>
            <a:r>
              <a:rPr lang="zh-CN" altLang="en-US" sz="2400" b="1" dirty="0">
                <a:solidFill>
                  <a:srgbClr val="00B5C3"/>
                </a:solidFill>
              </a:rPr>
              <a:t>添加标题</a:t>
            </a:r>
            <a:endParaRPr lang="en-US" altLang="zh-CN" sz="2400" b="1" dirty="0">
              <a:solidFill>
                <a:srgbClr val="00B5C3"/>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08" name="文本框 107"/>
          <p:cNvSpPr txBox="1"/>
          <p:nvPr/>
        </p:nvSpPr>
        <p:spPr>
          <a:xfrm>
            <a:off x="2995926" y="4084910"/>
            <a:ext cx="910827" cy="369332"/>
          </a:xfrm>
          <a:prstGeom prst="rect">
            <a:avLst/>
          </a:prstGeom>
          <a:noFill/>
        </p:spPr>
        <p:txBody>
          <a:bodyPr wrap="none" rtlCol="0">
            <a:spAutoFit/>
          </a:bodyPr>
          <a:lstStyle/>
          <a:p>
            <a:r>
              <a:rPr lang="en-US" altLang="zh-CN" dirty="0">
                <a:solidFill>
                  <a:srgbClr val="00B5C3"/>
                </a:solidFill>
                <a:latin typeface="Agency FB" panose="020B0503020202020204" pitchFamily="34" charset="0"/>
              </a:rPr>
              <a:t>OPTION</a:t>
            </a:r>
            <a:r>
              <a:rPr lang="en-US" altLang="zh-CN" dirty="0">
                <a:solidFill>
                  <a:srgbClr val="00B5C3"/>
                </a:solidFill>
              </a:rPr>
              <a:t> </a:t>
            </a:r>
            <a:r>
              <a:rPr lang="en-US" altLang="zh-CN" dirty="0">
                <a:solidFill>
                  <a:srgbClr val="00B5C3"/>
                </a:solidFill>
                <a:latin typeface="Agency FB" panose="020B0503020202020204" pitchFamily="34" charset="0"/>
              </a:rPr>
              <a:t>01</a:t>
            </a:r>
            <a:endParaRPr lang="zh-CN" altLang="en-US" dirty="0">
              <a:solidFill>
                <a:srgbClr val="00B5C3"/>
              </a:solidFill>
              <a:latin typeface="Agency FB" panose="020B0503020202020204" pitchFamily="34" charset="0"/>
            </a:endParaRPr>
          </a:p>
        </p:txBody>
      </p:sp>
      <p:sp>
        <p:nvSpPr>
          <p:cNvPr id="25" name="矩形 39"/>
          <p:cNvSpPr/>
          <p:nvPr/>
        </p:nvSpPr>
        <p:spPr>
          <a:xfrm>
            <a:off x="0" y="203088"/>
            <a:ext cx="2492990"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数据</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440315338"/>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2" name="直接连接符 21"/>
          <p:cNvCxnSpPr/>
          <p:nvPr/>
        </p:nvCxnSpPr>
        <p:spPr>
          <a:xfrm flipV="1">
            <a:off x="2972759" y="3938911"/>
            <a:ext cx="1148480" cy="313159"/>
          </a:xfrm>
          <a:prstGeom prst="line">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 name="任意多边形 19"/>
          <p:cNvSpPr/>
          <p:nvPr/>
        </p:nvSpPr>
        <p:spPr>
          <a:xfrm>
            <a:off x="2923504" y="3111725"/>
            <a:ext cx="6542468" cy="2498502"/>
          </a:xfrm>
          <a:custGeom>
            <a:avLst/>
            <a:gdLst>
              <a:gd name="connsiteX0" fmla="*/ 6529589 w 6542468"/>
              <a:gd name="connsiteY0" fmla="*/ 425003 h 2498502"/>
              <a:gd name="connsiteX1" fmla="*/ 4340181 w 6542468"/>
              <a:gd name="connsiteY1" fmla="*/ 0 h 2498502"/>
              <a:gd name="connsiteX2" fmla="*/ 2215166 w 6542468"/>
              <a:gd name="connsiteY2" fmla="*/ 38637 h 2498502"/>
              <a:gd name="connsiteX3" fmla="*/ 296214 w 6542468"/>
              <a:gd name="connsiteY3" fmla="*/ 283336 h 2498502"/>
              <a:gd name="connsiteX4" fmla="*/ 0 w 6542468"/>
              <a:gd name="connsiteY4" fmla="*/ 1146220 h 2498502"/>
              <a:gd name="connsiteX5" fmla="*/ 824248 w 6542468"/>
              <a:gd name="connsiteY5" fmla="*/ 1790164 h 2498502"/>
              <a:gd name="connsiteX6" fmla="*/ 2240924 w 6542468"/>
              <a:gd name="connsiteY6" fmla="*/ 2498502 h 2498502"/>
              <a:gd name="connsiteX7" fmla="*/ 4893972 w 6542468"/>
              <a:gd name="connsiteY7" fmla="*/ 1841679 h 2498502"/>
              <a:gd name="connsiteX8" fmla="*/ 6542468 w 6542468"/>
              <a:gd name="connsiteY8" fmla="*/ 502276 h 2498502"/>
              <a:gd name="connsiteX9" fmla="*/ 3103809 w 6542468"/>
              <a:gd name="connsiteY9" fmla="*/ 1609860 h 2498502"/>
              <a:gd name="connsiteX10" fmla="*/ 5525037 w 6542468"/>
              <a:gd name="connsiteY10" fmla="*/ 695460 h 2498502"/>
              <a:gd name="connsiteX11" fmla="*/ 4340181 w 6542468"/>
              <a:gd name="connsiteY11" fmla="*/ 141668 h 2498502"/>
              <a:gd name="connsiteX12" fmla="*/ 4778062 w 6542468"/>
              <a:gd name="connsiteY12" fmla="*/ 1828800 h 2498502"/>
              <a:gd name="connsiteX13" fmla="*/ 2292440 w 6542468"/>
              <a:gd name="connsiteY13" fmla="*/ 77274 h 2498502"/>
              <a:gd name="connsiteX14" fmla="*/ 2202288 w 6542468"/>
              <a:gd name="connsiteY14" fmla="*/ 2498502 h 2498502"/>
              <a:gd name="connsiteX15" fmla="*/ 270457 w 6542468"/>
              <a:gd name="connsiteY15" fmla="*/ 244699 h 2498502"/>
              <a:gd name="connsiteX16" fmla="*/ 798490 w 6542468"/>
              <a:gd name="connsiteY16" fmla="*/ 1841679 h 2498502"/>
              <a:gd name="connsiteX17" fmla="*/ 2331076 w 6542468"/>
              <a:gd name="connsiteY17" fmla="*/ 25758 h 2498502"/>
              <a:gd name="connsiteX18" fmla="*/ 6362164 w 6542468"/>
              <a:gd name="connsiteY18" fmla="*/ 463640 h 2498502"/>
              <a:gd name="connsiteX19" fmla="*/ 1275009 w 6542468"/>
              <a:gd name="connsiteY19" fmla="*/ 721217 h 2498502"/>
              <a:gd name="connsiteX20" fmla="*/ 3400023 w 6542468"/>
              <a:gd name="connsiteY20" fmla="*/ 1815922 h 2498502"/>
              <a:gd name="connsiteX21" fmla="*/ 4314423 w 6542468"/>
              <a:gd name="connsiteY21" fmla="*/ 167426 h 2498502"/>
              <a:gd name="connsiteX22" fmla="*/ 2279561 w 6542468"/>
              <a:gd name="connsiteY22" fmla="*/ 2408350 h 2498502"/>
              <a:gd name="connsiteX23" fmla="*/ 1300766 w 6542468"/>
              <a:gd name="connsiteY23" fmla="*/ 785612 h 2498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542468" h="2498502">
                <a:moveTo>
                  <a:pt x="6529589" y="425003"/>
                </a:moveTo>
                <a:lnTo>
                  <a:pt x="4340181" y="0"/>
                </a:lnTo>
                <a:lnTo>
                  <a:pt x="2215166" y="38637"/>
                </a:lnTo>
                <a:lnTo>
                  <a:pt x="296214" y="283336"/>
                </a:lnTo>
                <a:lnTo>
                  <a:pt x="0" y="1146220"/>
                </a:lnTo>
                <a:lnTo>
                  <a:pt x="824248" y="1790164"/>
                </a:lnTo>
                <a:lnTo>
                  <a:pt x="2240924" y="2498502"/>
                </a:lnTo>
                <a:lnTo>
                  <a:pt x="4893972" y="1841679"/>
                </a:lnTo>
                <a:lnTo>
                  <a:pt x="6542468" y="502276"/>
                </a:lnTo>
                <a:lnTo>
                  <a:pt x="3103809" y="1609860"/>
                </a:lnTo>
                <a:lnTo>
                  <a:pt x="5525037" y="695460"/>
                </a:lnTo>
                <a:lnTo>
                  <a:pt x="4340181" y="141668"/>
                </a:lnTo>
                <a:lnTo>
                  <a:pt x="4778062" y="1828800"/>
                </a:lnTo>
                <a:lnTo>
                  <a:pt x="2292440" y="77274"/>
                </a:lnTo>
                <a:lnTo>
                  <a:pt x="2202288" y="2498502"/>
                </a:lnTo>
                <a:lnTo>
                  <a:pt x="270457" y="244699"/>
                </a:lnTo>
                <a:lnTo>
                  <a:pt x="798490" y="1841679"/>
                </a:lnTo>
                <a:lnTo>
                  <a:pt x="2331076" y="25758"/>
                </a:lnTo>
                <a:lnTo>
                  <a:pt x="6362164" y="463640"/>
                </a:lnTo>
                <a:lnTo>
                  <a:pt x="1275009" y="721217"/>
                </a:lnTo>
                <a:lnTo>
                  <a:pt x="3400023" y="1815922"/>
                </a:lnTo>
                <a:lnTo>
                  <a:pt x="4314423" y="167426"/>
                </a:lnTo>
                <a:lnTo>
                  <a:pt x="2279561" y="2408350"/>
                </a:lnTo>
                <a:lnTo>
                  <a:pt x="1300766" y="785612"/>
                </a:lnTo>
              </a:path>
            </a:pathLst>
          </a:cu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椭圆 2"/>
          <p:cNvSpPr/>
          <p:nvPr/>
        </p:nvSpPr>
        <p:spPr>
          <a:xfrm>
            <a:off x="5306095" y="3796339"/>
            <a:ext cx="1906074" cy="1906074"/>
          </a:xfrm>
          <a:prstGeom prst="ellipse">
            <a:avLst/>
          </a:prstGeom>
          <a:solidFill>
            <a:srgbClr val="85AABF"/>
          </a:solidFill>
          <a:ln w="76200">
            <a:solidFill>
              <a:srgbClr val="29414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 name="椭圆 3"/>
          <p:cNvSpPr/>
          <p:nvPr/>
        </p:nvSpPr>
        <p:spPr>
          <a:xfrm>
            <a:off x="7568258" y="3053544"/>
            <a:ext cx="1485590" cy="1485590"/>
          </a:xfrm>
          <a:prstGeom prst="ellipse">
            <a:avLst/>
          </a:prstGeom>
          <a:solidFill>
            <a:srgbClr val="97E9D7"/>
          </a:solidFill>
          <a:ln w="76200">
            <a:solidFill>
              <a:srgbClr val="21998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椭圆 4"/>
          <p:cNvSpPr/>
          <p:nvPr/>
        </p:nvSpPr>
        <p:spPr>
          <a:xfrm>
            <a:off x="3642461" y="3196116"/>
            <a:ext cx="1485590" cy="1485590"/>
          </a:xfrm>
          <a:prstGeom prst="ellipse">
            <a:avLst/>
          </a:prstGeom>
          <a:solidFill>
            <a:srgbClr val="DCEBF6"/>
          </a:solidFill>
          <a:ln w="76200">
            <a:solidFill>
              <a:srgbClr val="3A8FC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椭圆 5"/>
          <p:cNvSpPr/>
          <p:nvPr/>
        </p:nvSpPr>
        <p:spPr>
          <a:xfrm>
            <a:off x="2516124" y="3822435"/>
            <a:ext cx="859271" cy="859271"/>
          </a:xfrm>
          <a:prstGeom prst="ellipse">
            <a:avLst/>
          </a:prstGeom>
          <a:solidFill>
            <a:srgbClr val="FBECD7"/>
          </a:solidFill>
          <a:ln w="57150">
            <a:solidFill>
              <a:srgbClr val="EA981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椭圆 6"/>
          <p:cNvSpPr/>
          <p:nvPr/>
        </p:nvSpPr>
        <p:spPr>
          <a:xfrm>
            <a:off x="2972759" y="3031045"/>
            <a:ext cx="669702" cy="669702"/>
          </a:xfrm>
          <a:prstGeom prst="ellipse">
            <a:avLst/>
          </a:prstGeom>
          <a:solidFill>
            <a:srgbClr val="4BB5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椭圆 7"/>
          <p:cNvSpPr/>
          <p:nvPr/>
        </p:nvSpPr>
        <p:spPr>
          <a:xfrm>
            <a:off x="5022760" y="2971361"/>
            <a:ext cx="422743" cy="422743"/>
          </a:xfrm>
          <a:prstGeom prst="ellipse">
            <a:avLst/>
          </a:prstGeom>
          <a:solidFill>
            <a:srgbClr val="8F58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tx1"/>
              </a:solidFill>
            </a:endParaRPr>
          </a:p>
        </p:txBody>
      </p:sp>
      <p:sp>
        <p:nvSpPr>
          <p:cNvPr id="9" name="椭圆 8"/>
          <p:cNvSpPr/>
          <p:nvPr/>
        </p:nvSpPr>
        <p:spPr>
          <a:xfrm>
            <a:off x="6964420" y="2886966"/>
            <a:ext cx="603838" cy="603838"/>
          </a:xfrm>
          <a:prstGeom prst="ellipse">
            <a:avLst/>
          </a:prstGeom>
          <a:solidFill>
            <a:srgbClr val="DA4D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tx1"/>
              </a:solidFill>
            </a:endParaRPr>
          </a:p>
        </p:txBody>
      </p:sp>
      <p:sp>
        <p:nvSpPr>
          <p:cNvPr id="10" name="椭圆 9"/>
          <p:cNvSpPr/>
          <p:nvPr/>
        </p:nvSpPr>
        <p:spPr>
          <a:xfrm>
            <a:off x="7390213" y="4681706"/>
            <a:ext cx="603838" cy="603838"/>
          </a:xfrm>
          <a:prstGeom prst="ellipse">
            <a:avLst/>
          </a:prstGeom>
          <a:solidFill>
            <a:srgbClr val="EA98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tx1"/>
              </a:solidFill>
            </a:endParaRPr>
          </a:p>
        </p:txBody>
      </p:sp>
      <p:sp>
        <p:nvSpPr>
          <p:cNvPr id="11" name="椭圆 10"/>
          <p:cNvSpPr/>
          <p:nvPr/>
        </p:nvSpPr>
        <p:spPr>
          <a:xfrm>
            <a:off x="9214494" y="3314852"/>
            <a:ext cx="443192" cy="443192"/>
          </a:xfrm>
          <a:prstGeom prst="ellipse">
            <a:avLst/>
          </a:prstGeom>
          <a:solidFill>
            <a:srgbClr val="C954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tx1"/>
              </a:solidFill>
            </a:endParaRPr>
          </a:p>
        </p:txBody>
      </p:sp>
      <p:sp>
        <p:nvSpPr>
          <p:cNvPr id="12" name="椭圆 11"/>
          <p:cNvSpPr/>
          <p:nvPr/>
        </p:nvSpPr>
        <p:spPr>
          <a:xfrm>
            <a:off x="3487912" y="4625181"/>
            <a:ext cx="443192" cy="443192"/>
          </a:xfrm>
          <a:prstGeom prst="ellipse">
            <a:avLst/>
          </a:prstGeom>
          <a:solidFill>
            <a:srgbClr val="2199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tx1"/>
              </a:solidFill>
            </a:endParaRPr>
          </a:p>
        </p:txBody>
      </p:sp>
      <p:sp>
        <p:nvSpPr>
          <p:cNvPr id="13" name="椭圆 12"/>
          <p:cNvSpPr/>
          <p:nvPr/>
        </p:nvSpPr>
        <p:spPr>
          <a:xfrm>
            <a:off x="4906455" y="5371343"/>
            <a:ext cx="443192" cy="443192"/>
          </a:xfrm>
          <a:prstGeom prst="ellipse">
            <a:avLst/>
          </a:prstGeom>
          <a:solidFill>
            <a:srgbClr val="E7BE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tx1"/>
              </a:solidFill>
            </a:endParaRPr>
          </a:p>
        </p:txBody>
      </p:sp>
      <p:sp>
        <p:nvSpPr>
          <p:cNvPr id="59" name="AutoShape 3"/>
          <p:cNvSpPr>
            <a:spLocks noChangeAspect="1" noChangeArrowheads="1" noTextEdit="1"/>
          </p:cNvSpPr>
          <p:nvPr/>
        </p:nvSpPr>
        <p:spPr bwMode="auto">
          <a:xfrm>
            <a:off x="3644712" y="-1985651"/>
            <a:ext cx="3684100" cy="3684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 name="Freeform 46"/>
          <p:cNvSpPr>
            <a:spLocks noEditPoints="1"/>
          </p:cNvSpPr>
          <p:nvPr/>
        </p:nvSpPr>
        <p:spPr bwMode="auto">
          <a:xfrm>
            <a:off x="2635649" y="3951322"/>
            <a:ext cx="607296" cy="550022"/>
          </a:xfrm>
          <a:custGeom>
            <a:avLst/>
            <a:gdLst>
              <a:gd name="T0" fmla="*/ 237 w 260"/>
              <a:gd name="T1" fmla="*/ 95 h 235"/>
              <a:gd name="T2" fmla="*/ 24 w 260"/>
              <a:gd name="T3" fmla="*/ 95 h 235"/>
              <a:gd name="T4" fmla="*/ 0 w 260"/>
              <a:gd name="T5" fmla="*/ 72 h 235"/>
              <a:gd name="T6" fmla="*/ 260 w 260"/>
              <a:gd name="T7" fmla="*/ 72 h 235"/>
              <a:gd name="T8" fmla="*/ 237 w 260"/>
              <a:gd name="T9" fmla="*/ 95 h 235"/>
              <a:gd name="T10" fmla="*/ 225 w 260"/>
              <a:gd name="T11" fmla="*/ 107 h 235"/>
              <a:gd name="T12" fmla="*/ 201 w 260"/>
              <a:gd name="T13" fmla="*/ 131 h 235"/>
              <a:gd name="T14" fmla="*/ 59 w 260"/>
              <a:gd name="T15" fmla="*/ 131 h 235"/>
              <a:gd name="T16" fmla="*/ 35 w 260"/>
              <a:gd name="T17" fmla="*/ 107 h 235"/>
              <a:gd name="T18" fmla="*/ 225 w 260"/>
              <a:gd name="T19" fmla="*/ 107 h 235"/>
              <a:gd name="T20" fmla="*/ 189 w 260"/>
              <a:gd name="T21" fmla="*/ 143 h 235"/>
              <a:gd name="T22" fmla="*/ 166 w 260"/>
              <a:gd name="T23" fmla="*/ 166 h 235"/>
              <a:gd name="T24" fmla="*/ 95 w 260"/>
              <a:gd name="T25" fmla="*/ 166 h 235"/>
              <a:gd name="T26" fmla="*/ 71 w 260"/>
              <a:gd name="T27" fmla="*/ 143 h 235"/>
              <a:gd name="T28" fmla="*/ 189 w 260"/>
              <a:gd name="T29" fmla="*/ 143 h 235"/>
              <a:gd name="T30" fmla="*/ 130 w 260"/>
              <a:gd name="T31" fmla="*/ 168 h 235"/>
              <a:gd name="T32" fmla="*/ 164 w 260"/>
              <a:gd name="T33" fmla="*/ 202 h 235"/>
              <a:gd name="T34" fmla="*/ 130 w 260"/>
              <a:gd name="T35" fmla="*/ 235 h 235"/>
              <a:gd name="T36" fmla="*/ 97 w 260"/>
              <a:gd name="T37" fmla="*/ 202 h 235"/>
              <a:gd name="T38" fmla="*/ 130 w 260"/>
              <a:gd name="T39" fmla="*/ 168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0" h="235">
                <a:moveTo>
                  <a:pt x="237" y="95"/>
                </a:moveTo>
                <a:cubicBezTo>
                  <a:pt x="178" y="36"/>
                  <a:pt x="82" y="36"/>
                  <a:pt x="24" y="95"/>
                </a:cubicBezTo>
                <a:cubicBezTo>
                  <a:pt x="0" y="72"/>
                  <a:pt x="0" y="72"/>
                  <a:pt x="0" y="72"/>
                </a:cubicBezTo>
                <a:cubicBezTo>
                  <a:pt x="72" y="0"/>
                  <a:pt x="188" y="0"/>
                  <a:pt x="260" y="72"/>
                </a:cubicBezTo>
                <a:lnTo>
                  <a:pt x="237" y="95"/>
                </a:lnTo>
                <a:close/>
                <a:moveTo>
                  <a:pt x="225" y="107"/>
                </a:moveTo>
                <a:cubicBezTo>
                  <a:pt x="201" y="131"/>
                  <a:pt x="201" y="131"/>
                  <a:pt x="201" y="131"/>
                </a:cubicBezTo>
                <a:cubicBezTo>
                  <a:pt x="162" y="91"/>
                  <a:pt x="98" y="91"/>
                  <a:pt x="59" y="131"/>
                </a:cubicBezTo>
                <a:cubicBezTo>
                  <a:pt x="35" y="107"/>
                  <a:pt x="35" y="107"/>
                  <a:pt x="35" y="107"/>
                </a:cubicBezTo>
                <a:cubicBezTo>
                  <a:pt x="88" y="55"/>
                  <a:pt x="173" y="55"/>
                  <a:pt x="225" y="107"/>
                </a:cubicBezTo>
                <a:close/>
                <a:moveTo>
                  <a:pt x="189" y="143"/>
                </a:moveTo>
                <a:cubicBezTo>
                  <a:pt x="166" y="166"/>
                  <a:pt x="166" y="166"/>
                  <a:pt x="166" y="166"/>
                </a:cubicBezTo>
                <a:cubicBezTo>
                  <a:pt x="146" y="147"/>
                  <a:pt x="114" y="147"/>
                  <a:pt x="95" y="166"/>
                </a:cubicBezTo>
                <a:cubicBezTo>
                  <a:pt x="71" y="143"/>
                  <a:pt x="71" y="143"/>
                  <a:pt x="71" y="143"/>
                </a:cubicBezTo>
                <a:cubicBezTo>
                  <a:pt x="104" y="110"/>
                  <a:pt x="157" y="110"/>
                  <a:pt x="189" y="143"/>
                </a:cubicBezTo>
                <a:close/>
                <a:moveTo>
                  <a:pt x="130" y="168"/>
                </a:moveTo>
                <a:cubicBezTo>
                  <a:pt x="149" y="168"/>
                  <a:pt x="164" y="183"/>
                  <a:pt x="164" y="202"/>
                </a:cubicBezTo>
                <a:cubicBezTo>
                  <a:pt x="164" y="220"/>
                  <a:pt x="149" y="235"/>
                  <a:pt x="130" y="235"/>
                </a:cubicBezTo>
                <a:cubicBezTo>
                  <a:pt x="112" y="235"/>
                  <a:pt x="97" y="220"/>
                  <a:pt x="97" y="202"/>
                </a:cubicBezTo>
                <a:cubicBezTo>
                  <a:pt x="97" y="183"/>
                  <a:pt x="112" y="168"/>
                  <a:pt x="130" y="16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08" name="Freeform 43"/>
          <p:cNvSpPr>
            <a:spLocks noEditPoints="1"/>
          </p:cNvSpPr>
          <p:nvPr/>
        </p:nvSpPr>
        <p:spPr bwMode="auto">
          <a:xfrm>
            <a:off x="3836466" y="3443545"/>
            <a:ext cx="1100044" cy="906499"/>
          </a:xfrm>
          <a:custGeom>
            <a:avLst/>
            <a:gdLst>
              <a:gd name="T0" fmla="*/ 427 w 471"/>
              <a:gd name="T1" fmla="*/ 128 h 388"/>
              <a:gd name="T2" fmla="*/ 401 w 471"/>
              <a:gd name="T3" fmla="*/ 155 h 388"/>
              <a:gd name="T4" fmla="*/ 427 w 471"/>
              <a:gd name="T5" fmla="*/ 181 h 388"/>
              <a:gd name="T6" fmla="*/ 454 w 471"/>
              <a:gd name="T7" fmla="*/ 155 h 388"/>
              <a:gd name="T8" fmla="*/ 427 w 471"/>
              <a:gd name="T9" fmla="*/ 128 h 388"/>
              <a:gd name="T10" fmla="*/ 44 w 471"/>
              <a:gd name="T11" fmla="*/ 128 h 388"/>
              <a:gd name="T12" fmla="*/ 18 w 471"/>
              <a:gd name="T13" fmla="*/ 155 h 388"/>
              <a:gd name="T14" fmla="*/ 44 w 471"/>
              <a:gd name="T15" fmla="*/ 181 h 388"/>
              <a:gd name="T16" fmla="*/ 71 w 471"/>
              <a:gd name="T17" fmla="*/ 155 h 388"/>
              <a:gd name="T18" fmla="*/ 44 w 471"/>
              <a:gd name="T19" fmla="*/ 128 h 388"/>
              <a:gd name="T20" fmla="*/ 348 w 471"/>
              <a:gd name="T21" fmla="*/ 80 h 388"/>
              <a:gd name="T22" fmla="*/ 309 w 471"/>
              <a:gd name="T23" fmla="*/ 119 h 388"/>
              <a:gd name="T24" fmla="*/ 348 w 471"/>
              <a:gd name="T25" fmla="*/ 159 h 388"/>
              <a:gd name="T26" fmla="*/ 388 w 471"/>
              <a:gd name="T27" fmla="*/ 119 h 388"/>
              <a:gd name="T28" fmla="*/ 348 w 471"/>
              <a:gd name="T29" fmla="*/ 80 h 388"/>
              <a:gd name="T30" fmla="*/ 471 w 471"/>
              <a:gd name="T31" fmla="*/ 321 h 388"/>
              <a:gd name="T32" fmla="*/ 426 w 471"/>
              <a:gd name="T33" fmla="*/ 321 h 388"/>
              <a:gd name="T34" fmla="*/ 426 w 471"/>
              <a:gd name="T35" fmla="*/ 238 h 388"/>
              <a:gd name="T36" fmla="*/ 415 w 471"/>
              <a:gd name="T37" fmla="*/ 198 h 388"/>
              <a:gd name="T38" fmla="*/ 427 w 471"/>
              <a:gd name="T39" fmla="*/ 197 h 388"/>
              <a:gd name="T40" fmla="*/ 471 w 471"/>
              <a:gd name="T41" fmla="*/ 240 h 388"/>
              <a:gd name="T42" fmla="*/ 471 w 471"/>
              <a:gd name="T43" fmla="*/ 321 h 388"/>
              <a:gd name="T44" fmla="*/ 124 w 471"/>
              <a:gd name="T45" fmla="*/ 80 h 388"/>
              <a:gd name="T46" fmla="*/ 84 w 471"/>
              <a:gd name="T47" fmla="*/ 119 h 388"/>
              <a:gd name="T48" fmla="*/ 124 w 471"/>
              <a:gd name="T49" fmla="*/ 159 h 388"/>
              <a:gd name="T50" fmla="*/ 163 w 471"/>
              <a:gd name="T51" fmla="*/ 119 h 388"/>
              <a:gd name="T52" fmla="*/ 124 w 471"/>
              <a:gd name="T53" fmla="*/ 80 h 388"/>
              <a:gd name="T54" fmla="*/ 44 w 471"/>
              <a:gd name="T55" fmla="*/ 197 h 388"/>
              <a:gd name="T56" fmla="*/ 57 w 471"/>
              <a:gd name="T57" fmla="*/ 198 h 388"/>
              <a:gd name="T58" fmla="*/ 46 w 471"/>
              <a:gd name="T59" fmla="*/ 238 h 388"/>
              <a:gd name="T60" fmla="*/ 46 w 471"/>
              <a:gd name="T61" fmla="*/ 321 h 388"/>
              <a:gd name="T62" fmla="*/ 0 w 471"/>
              <a:gd name="T63" fmla="*/ 321 h 388"/>
              <a:gd name="T64" fmla="*/ 0 w 471"/>
              <a:gd name="T65" fmla="*/ 240 h 388"/>
              <a:gd name="T66" fmla="*/ 44 w 471"/>
              <a:gd name="T67" fmla="*/ 197 h 388"/>
              <a:gd name="T68" fmla="*/ 236 w 471"/>
              <a:gd name="T69" fmla="*/ 0 h 388"/>
              <a:gd name="T70" fmla="*/ 177 w 471"/>
              <a:gd name="T71" fmla="*/ 59 h 388"/>
              <a:gd name="T72" fmla="*/ 236 w 471"/>
              <a:gd name="T73" fmla="*/ 118 h 388"/>
              <a:gd name="T74" fmla="*/ 294 w 471"/>
              <a:gd name="T75" fmla="*/ 59 h 388"/>
              <a:gd name="T76" fmla="*/ 236 w 471"/>
              <a:gd name="T77" fmla="*/ 0 h 388"/>
              <a:gd name="T78" fmla="*/ 412 w 471"/>
              <a:gd name="T79" fmla="*/ 352 h 388"/>
              <a:gd name="T80" fmla="*/ 342 w 471"/>
              <a:gd name="T81" fmla="*/ 352 h 388"/>
              <a:gd name="T82" fmla="*/ 342 w 471"/>
              <a:gd name="T83" fmla="*/ 225 h 388"/>
              <a:gd name="T84" fmla="*/ 330 w 471"/>
              <a:gd name="T85" fmla="*/ 177 h 388"/>
              <a:gd name="T86" fmla="*/ 348 w 471"/>
              <a:gd name="T87" fmla="*/ 174 h 388"/>
              <a:gd name="T88" fmla="*/ 412 w 471"/>
              <a:gd name="T89" fmla="*/ 238 h 388"/>
              <a:gd name="T90" fmla="*/ 412 w 471"/>
              <a:gd name="T91" fmla="*/ 352 h 388"/>
              <a:gd name="T92" fmla="*/ 129 w 471"/>
              <a:gd name="T93" fmla="*/ 225 h 388"/>
              <a:gd name="T94" fmla="*/ 129 w 471"/>
              <a:gd name="T95" fmla="*/ 352 h 388"/>
              <a:gd name="T96" fmla="*/ 60 w 471"/>
              <a:gd name="T97" fmla="*/ 352 h 388"/>
              <a:gd name="T98" fmla="*/ 60 w 471"/>
              <a:gd name="T99" fmla="*/ 238 h 388"/>
              <a:gd name="T100" fmla="*/ 124 w 471"/>
              <a:gd name="T101" fmla="*/ 174 h 388"/>
              <a:gd name="T102" fmla="*/ 141 w 471"/>
              <a:gd name="T103" fmla="*/ 177 h 388"/>
              <a:gd name="T104" fmla="*/ 129 w 471"/>
              <a:gd name="T105" fmla="*/ 225 h 388"/>
              <a:gd name="T106" fmla="*/ 144 w 471"/>
              <a:gd name="T107" fmla="*/ 388 h 388"/>
              <a:gd name="T108" fmla="*/ 328 w 471"/>
              <a:gd name="T109" fmla="*/ 388 h 388"/>
              <a:gd name="T110" fmla="*/ 328 w 471"/>
              <a:gd name="T111" fmla="*/ 225 h 388"/>
              <a:gd name="T112" fmla="*/ 236 w 471"/>
              <a:gd name="T113" fmla="*/ 133 h 388"/>
              <a:gd name="T114" fmla="*/ 144 w 471"/>
              <a:gd name="T115" fmla="*/ 225 h 388"/>
              <a:gd name="T116" fmla="*/ 144 w 471"/>
              <a:gd name="T117" fmla="*/ 388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71" h="388">
                <a:moveTo>
                  <a:pt x="427" y="128"/>
                </a:moveTo>
                <a:cubicBezTo>
                  <a:pt x="413" y="128"/>
                  <a:pt x="401" y="140"/>
                  <a:pt x="401" y="155"/>
                </a:cubicBezTo>
                <a:cubicBezTo>
                  <a:pt x="401" y="169"/>
                  <a:pt x="413" y="181"/>
                  <a:pt x="427" y="181"/>
                </a:cubicBezTo>
                <a:cubicBezTo>
                  <a:pt x="442" y="181"/>
                  <a:pt x="454" y="169"/>
                  <a:pt x="454" y="155"/>
                </a:cubicBezTo>
                <a:cubicBezTo>
                  <a:pt x="454" y="140"/>
                  <a:pt x="442" y="128"/>
                  <a:pt x="427" y="128"/>
                </a:cubicBezTo>
                <a:close/>
                <a:moveTo>
                  <a:pt x="44" y="128"/>
                </a:moveTo>
                <a:cubicBezTo>
                  <a:pt x="30" y="128"/>
                  <a:pt x="18" y="140"/>
                  <a:pt x="18" y="155"/>
                </a:cubicBezTo>
                <a:cubicBezTo>
                  <a:pt x="18" y="169"/>
                  <a:pt x="30" y="181"/>
                  <a:pt x="44" y="181"/>
                </a:cubicBezTo>
                <a:cubicBezTo>
                  <a:pt x="59" y="181"/>
                  <a:pt x="71" y="169"/>
                  <a:pt x="71" y="155"/>
                </a:cubicBezTo>
                <a:cubicBezTo>
                  <a:pt x="71" y="140"/>
                  <a:pt x="59" y="128"/>
                  <a:pt x="44" y="128"/>
                </a:cubicBezTo>
                <a:close/>
                <a:moveTo>
                  <a:pt x="348" y="80"/>
                </a:moveTo>
                <a:cubicBezTo>
                  <a:pt x="326" y="80"/>
                  <a:pt x="309" y="97"/>
                  <a:pt x="309" y="119"/>
                </a:cubicBezTo>
                <a:cubicBezTo>
                  <a:pt x="309" y="141"/>
                  <a:pt x="326" y="159"/>
                  <a:pt x="348" y="159"/>
                </a:cubicBezTo>
                <a:cubicBezTo>
                  <a:pt x="370" y="159"/>
                  <a:pt x="388" y="141"/>
                  <a:pt x="388" y="119"/>
                </a:cubicBezTo>
                <a:cubicBezTo>
                  <a:pt x="388" y="97"/>
                  <a:pt x="370" y="80"/>
                  <a:pt x="348" y="80"/>
                </a:cubicBezTo>
                <a:close/>
                <a:moveTo>
                  <a:pt x="471" y="321"/>
                </a:moveTo>
                <a:cubicBezTo>
                  <a:pt x="426" y="321"/>
                  <a:pt x="426" y="321"/>
                  <a:pt x="426" y="321"/>
                </a:cubicBezTo>
                <a:cubicBezTo>
                  <a:pt x="426" y="238"/>
                  <a:pt x="426" y="238"/>
                  <a:pt x="426" y="238"/>
                </a:cubicBezTo>
                <a:cubicBezTo>
                  <a:pt x="426" y="223"/>
                  <a:pt x="422" y="210"/>
                  <a:pt x="415" y="198"/>
                </a:cubicBezTo>
                <a:cubicBezTo>
                  <a:pt x="419" y="197"/>
                  <a:pt x="423" y="197"/>
                  <a:pt x="427" y="197"/>
                </a:cubicBezTo>
                <a:cubicBezTo>
                  <a:pt x="452" y="197"/>
                  <a:pt x="471" y="216"/>
                  <a:pt x="471" y="240"/>
                </a:cubicBezTo>
                <a:lnTo>
                  <a:pt x="471" y="321"/>
                </a:lnTo>
                <a:close/>
                <a:moveTo>
                  <a:pt x="124" y="80"/>
                </a:moveTo>
                <a:cubicBezTo>
                  <a:pt x="102" y="80"/>
                  <a:pt x="84" y="97"/>
                  <a:pt x="84" y="119"/>
                </a:cubicBezTo>
                <a:cubicBezTo>
                  <a:pt x="84" y="141"/>
                  <a:pt x="102" y="159"/>
                  <a:pt x="124" y="159"/>
                </a:cubicBezTo>
                <a:cubicBezTo>
                  <a:pt x="145" y="159"/>
                  <a:pt x="163" y="141"/>
                  <a:pt x="163" y="119"/>
                </a:cubicBezTo>
                <a:cubicBezTo>
                  <a:pt x="163" y="97"/>
                  <a:pt x="145" y="80"/>
                  <a:pt x="124" y="80"/>
                </a:cubicBezTo>
                <a:close/>
                <a:moveTo>
                  <a:pt x="44" y="197"/>
                </a:moveTo>
                <a:cubicBezTo>
                  <a:pt x="49" y="197"/>
                  <a:pt x="53" y="197"/>
                  <a:pt x="57" y="198"/>
                </a:cubicBezTo>
                <a:cubicBezTo>
                  <a:pt x="50" y="210"/>
                  <a:pt x="46" y="223"/>
                  <a:pt x="46" y="238"/>
                </a:cubicBezTo>
                <a:cubicBezTo>
                  <a:pt x="46" y="321"/>
                  <a:pt x="46" y="321"/>
                  <a:pt x="46" y="321"/>
                </a:cubicBezTo>
                <a:cubicBezTo>
                  <a:pt x="0" y="321"/>
                  <a:pt x="0" y="321"/>
                  <a:pt x="0" y="321"/>
                </a:cubicBezTo>
                <a:cubicBezTo>
                  <a:pt x="0" y="240"/>
                  <a:pt x="0" y="240"/>
                  <a:pt x="0" y="240"/>
                </a:cubicBezTo>
                <a:cubicBezTo>
                  <a:pt x="0" y="216"/>
                  <a:pt x="20" y="197"/>
                  <a:pt x="44" y="197"/>
                </a:cubicBezTo>
                <a:close/>
                <a:moveTo>
                  <a:pt x="236" y="0"/>
                </a:moveTo>
                <a:cubicBezTo>
                  <a:pt x="204" y="0"/>
                  <a:pt x="177" y="27"/>
                  <a:pt x="177" y="59"/>
                </a:cubicBezTo>
                <a:cubicBezTo>
                  <a:pt x="177" y="91"/>
                  <a:pt x="203" y="118"/>
                  <a:pt x="236" y="118"/>
                </a:cubicBezTo>
                <a:cubicBezTo>
                  <a:pt x="268" y="118"/>
                  <a:pt x="294" y="91"/>
                  <a:pt x="294" y="59"/>
                </a:cubicBezTo>
                <a:cubicBezTo>
                  <a:pt x="295" y="27"/>
                  <a:pt x="268" y="0"/>
                  <a:pt x="236" y="0"/>
                </a:cubicBezTo>
                <a:close/>
                <a:moveTo>
                  <a:pt x="412" y="352"/>
                </a:moveTo>
                <a:cubicBezTo>
                  <a:pt x="342" y="352"/>
                  <a:pt x="342" y="352"/>
                  <a:pt x="342" y="352"/>
                </a:cubicBezTo>
                <a:cubicBezTo>
                  <a:pt x="342" y="225"/>
                  <a:pt x="342" y="225"/>
                  <a:pt x="342" y="225"/>
                </a:cubicBezTo>
                <a:cubicBezTo>
                  <a:pt x="342" y="208"/>
                  <a:pt x="338" y="192"/>
                  <a:pt x="330" y="177"/>
                </a:cubicBezTo>
                <a:cubicBezTo>
                  <a:pt x="336" y="175"/>
                  <a:pt x="342" y="174"/>
                  <a:pt x="348" y="174"/>
                </a:cubicBezTo>
                <a:cubicBezTo>
                  <a:pt x="383" y="174"/>
                  <a:pt x="412" y="203"/>
                  <a:pt x="412" y="238"/>
                </a:cubicBezTo>
                <a:lnTo>
                  <a:pt x="412" y="352"/>
                </a:lnTo>
                <a:close/>
                <a:moveTo>
                  <a:pt x="129" y="225"/>
                </a:moveTo>
                <a:cubicBezTo>
                  <a:pt x="129" y="352"/>
                  <a:pt x="129" y="352"/>
                  <a:pt x="129" y="352"/>
                </a:cubicBezTo>
                <a:cubicBezTo>
                  <a:pt x="60" y="352"/>
                  <a:pt x="60" y="352"/>
                  <a:pt x="60" y="352"/>
                </a:cubicBezTo>
                <a:cubicBezTo>
                  <a:pt x="60" y="238"/>
                  <a:pt x="60" y="238"/>
                  <a:pt x="60" y="238"/>
                </a:cubicBezTo>
                <a:cubicBezTo>
                  <a:pt x="60" y="203"/>
                  <a:pt x="89" y="174"/>
                  <a:pt x="124" y="174"/>
                </a:cubicBezTo>
                <a:cubicBezTo>
                  <a:pt x="130" y="174"/>
                  <a:pt x="136" y="175"/>
                  <a:pt x="141" y="177"/>
                </a:cubicBezTo>
                <a:cubicBezTo>
                  <a:pt x="134" y="192"/>
                  <a:pt x="129" y="208"/>
                  <a:pt x="129" y="225"/>
                </a:cubicBezTo>
                <a:close/>
                <a:moveTo>
                  <a:pt x="144" y="388"/>
                </a:moveTo>
                <a:cubicBezTo>
                  <a:pt x="328" y="388"/>
                  <a:pt x="328" y="388"/>
                  <a:pt x="328" y="388"/>
                </a:cubicBezTo>
                <a:cubicBezTo>
                  <a:pt x="328" y="225"/>
                  <a:pt x="328" y="225"/>
                  <a:pt x="328" y="225"/>
                </a:cubicBezTo>
                <a:cubicBezTo>
                  <a:pt x="328" y="175"/>
                  <a:pt x="286" y="133"/>
                  <a:pt x="236" y="133"/>
                </a:cubicBezTo>
                <a:cubicBezTo>
                  <a:pt x="185" y="133"/>
                  <a:pt x="144" y="175"/>
                  <a:pt x="144" y="225"/>
                </a:cubicBezTo>
                <a:lnTo>
                  <a:pt x="144" y="388"/>
                </a:lnTo>
                <a:close/>
              </a:path>
            </a:pathLst>
          </a:custGeom>
          <a:solidFill>
            <a:srgbClr val="3448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 name="Freeform 36"/>
          <p:cNvSpPr>
            <a:spLocks noEditPoints="1"/>
          </p:cNvSpPr>
          <p:nvPr/>
        </p:nvSpPr>
        <p:spPr bwMode="auto">
          <a:xfrm>
            <a:off x="8035422" y="3518293"/>
            <a:ext cx="607296" cy="608283"/>
          </a:xfrm>
          <a:custGeom>
            <a:avLst/>
            <a:gdLst>
              <a:gd name="T0" fmla="*/ 220 w 260"/>
              <a:gd name="T1" fmla="*/ 0 h 260"/>
              <a:gd name="T2" fmla="*/ 41 w 260"/>
              <a:gd name="T3" fmla="*/ 0 h 260"/>
              <a:gd name="T4" fmla="*/ 0 w 260"/>
              <a:gd name="T5" fmla="*/ 41 h 260"/>
              <a:gd name="T6" fmla="*/ 0 w 260"/>
              <a:gd name="T7" fmla="*/ 219 h 260"/>
              <a:gd name="T8" fmla="*/ 41 w 260"/>
              <a:gd name="T9" fmla="*/ 260 h 260"/>
              <a:gd name="T10" fmla="*/ 220 w 260"/>
              <a:gd name="T11" fmla="*/ 260 h 260"/>
              <a:gd name="T12" fmla="*/ 260 w 260"/>
              <a:gd name="T13" fmla="*/ 219 h 260"/>
              <a:gd name="T14" fmla="*/ 260 w 260"/>
              <a:gd name="T15" fmla="*/ 41 h 260"/>
              <a:gd name="T16" fmla="*/ 220 w 260"/>
              <a:gd name="T17" fmla="*/ 0 h 260"/>
              <a:gd name="T18" fmla="*/ 66 w 260"/>
              <a:gd name="T19" fmla="*/ 219 h 260"/>
              <a:gd name="T20" fmla="*/ 34 w 260"/>
              <a:gd name="T21" fmla="*/ 188 h 260"/>
              <a:gd name="T22" fmla="*/ 66 w 260"/>
              <a:gd name="T23" fmla="*/ 156 h 260"/>
              <a:gd name="T24" fmla="*/ 97 w 260"/>
              <a:gd name="T25" fmla="*/ 188 h 260"/>
              <a:gd name="T26" fmla="*/ 66 w 260"/>
              <a:gd name="T27" fmla="*/ 219 h 260"/>
              <a:gd name="T28" fmla="*/ 168 w 260"/>
              <a:gd name="T29" fmla="*/ 218 h 260"/>
              <a:gd name="T30" fmla="*/ 167 w 260"/>
              <a:gd name="T31" fmla="*/ 230 h 260"/>
              <a:gd name="T32" fmla="*/ 130 w 260"/>
              <a:gd name="T33" fmla="*/ 229 h 260"/>
              <a:gd name="T34" fmla="*/ 130 w 260"/>
              <a:gd name="T35" fmla="*/ 217 h 260"/>
              <a:gd name="T36" fmla="*/ 114 w 260"/>
              <a:gd name="T37" fmla="*/ 144 h 260"/>
              <a:gd name="T38" fmla="*/ 35 w 260"/>
              <a:gd name="T39" fmla="*/ 124 h 260"/>
              <a:gd name="T40" fmla="*/ 20 w 260"/>
              <a:gd name="T41" fmla="*/ 124 h 260"/>
              <a:gd name="T42" fmla="*/ 20 w 260"/>
              <a:gd name="T43" fmla="*/ 87 h 260"/>
              <a:gd name="T44" fmla="*/ 35 w 260"/>
              <a:gd name="T45" fmla="*/ 87 h 260"/>
              <a:gd name="T46" fmla="*/ 52 w 260"/>
              <a:gd name="T47" fmla="*/ 87 h 260"/>
              <a:gd name="T48" fmla="*/ 141 w 260"/>
              <a:gd name="T49" fmla="*/ 117 h 260"/>
              <a:gd name="T50" fmla="*/ 168 w 260"/>
              <a:gd name="T51" fmla="*/ 218 h 260"/>
              <a:gd name="T52" fmla="*/ 224 w 260"/>
              <a:gd name="T53" fmla="*/ 209 h 260"/>
              <a:gd name="T54" fmla="*/ 224 w 260"/>
              <a:gd name="T55" fmla="*/ 220 h 260"/>
              <a:gd name="T56" fmla="*/ 185 w 260"/>
              <a:gd name="T57" fmla="*/ 218 h 260"/>
              <a:gd name="T58" fmla="*/ 186 w 260"/>
              <a:gd name="T59" fmla="*/ 208 h 260"/>
              <a:gd name="T60" fmla="*/ 162 w 260"/>
              <a:gd name="T61" fmla="*/ 101 h 260"/>
              <a:gd name="T62" fmla="*/ 47 w 260"/>
              <a:gd name="T63" fmla="*/ 72 h 260"/>
              <a:gd name="T64" fmla="*/ 33 w 260"/>
              <a:gd name="T65" fmla="*/ 72 h 260"/>
              <a:gd name="T66" fmla="*/ 33 w 260"/>
              <a:gd name="T67" fmla="*/ 34 h 260"/>
              <a:gd name="T68" fmla="*/ 47 w 260"/>
              <a:gd name="T69" fmla="*/ 34 h 260"/>
              <a:gd name="T70" fmla="*/ 70 w 260"/>
              <a:gd name="T71" fmla="*/ 34 h 260"/>
              <a:gd name="T72" fmla="*/ 189 w 260"/>
              <a:gd name="T73" fmla="*/ 74 h 260"/>
              <a:gd name="T74" fmla="*/ 224 w 260"/>
              <a:gd name="T75" fmla="*/ 209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60" h="260">
                <a:moveTo>
                  <a:pt x="220" y="0"/>
                </a:moveTo>
                <a:cubicBezTo>
                  <a:pt x="41" y="0"/>
                  <a:pt x="41" y="0"/>
                  <a:pt x="41" y="0"/>
                </a:cubicBezTo>
                <a:cubicBezTo>
                  <a:pt x="18" y="0"/>
                  <a:pt x="0" y="18"/>
                  <a:pt x="0" y="41"/>
                </a:cubicBezTo>
                <a:cubicBezTo>
                  <a:pt x="0" y="219"/>
                  <a:pt x="0" y="219"/>
                  <a:pt x="0" y="219"/>
                </a:cubicBezTo>
                <a:cubicBezTo>
                  <a:pt x="0" y="242"/>
                  <a:pt x="18" y="260"/>
                  <a:pt x="41" y="260"/>
                </a:cubicBezTo>
                <a:cubicBezTo>
                  <a:pt x="220" y="260"/>
                  <a:pt x="220" y="260"/>
                  <a:pt x="220" y="260"/>
                </a:cubicBezTo>
                <a:cubicBezTo>
                  <a:pt x="242" y="260"/>
                  <a:pt x="260" y="242"/>
                  <a:pt x="260" y="219"/>
                </a:cubicBezTo>
                <a:cubicBezTo>
                  <a:pt x="260" y="41"/>
                  <a:pt x="260" y="41"/>
                  <a:pt x="260" y="41"/>
                </a:cubicBezTo>
                <a:cubicBezTo>
                  <a:pt x="260" y="18"/>
                  <a:pt x="242" y="0"/>
                  <a:pt x="220" y="0"/>
                </a:cubicBezTo>
                <a:close/>
                <a:moveTo>
                  <a:pt x="66" y="219"/>
                </a:moveTo>
                <a:cubicBezTo>
                  <a:pt x="48" y="219"/>
                  <a:pt x="34" y="205"/>
                  <a:pt x="34" y="188"/>
                </a:cubicBezTo>
                <a:cubicBezTo>
                  <a:pt x="34" y="170"/>
                  <a:pt x="48" y="156"/>
                  <a:pt x="66" y="156"/>
                </a:cubicBezTo>
                <a:cubicBezTo>
                  <a:pt x="83" y="156"/>
                  <a:pt x="97" y="170"/>
                  <a:pt x="97" y="188"/>
                </a:cubicBezTo>
                <a:cubicBezTo>
                  <a:pt x="97" y="205"/>
                  <a:pt x="83" y="219"/>
                  <a:pt x="66" y="219"/>
                </a:cubicBezTo>
                <a:close/>
                <a:moveTo>
                  <a:pt x="168" y="218"/>
                </a:moveTo>
                <a:cubicBezTo>
                  <a:pt x="167" y="230"/>
                  <a:pt x="167" y="230"/>
                  <a:pt x="167" y="230"/>
                </a:cubicBezTo>
                <a:cubicBezTo>
                  <a:pt x="130" y="229"/>
                  <a:pt x="130" y="229"/>
                  <a:pt x="130" y="229"/>
                </a:cubicBezTo>
                <a:cubicBezTo>
                  <a:pt x="130" y="217"/>
                  <a:pt x="130" y="217"/>
                  <a:pt x="130" y="217"/>
                </a:cubicBezTo>
                <a:cubicBezTo>
                  <a:pt x="131" y="178"/>
                  <a:pt x="127" y="156"/>
                  <a:pt x="114" y="144"/>
                </a:cubicBezTo>
                <a:cubicBezTo>
                  <a:pt x="101" y="130"/>
                  <a:pt x="77" y="124"/>
                  <a:pt x="35" y="124"/>
                </a:cubicBezTo>
                <a:cubicBezTo>
                  <a:pt x="20" y="124"/>
                  <a:pt x="20" y="124"/>
                  <a:pt x="20" y="124"/>
                </a:cubicBezTo>
                <a:cubicBezTo>
                  <a:pt x="20" y="87"/>
                  <a:pt x="20" y="87"/>
                  <a:pt x="20" y="87"/>
                </a:cubicBezTo>
                <a:cubicBezTo>
                  <a:pt x="35" y="87"/>
                  <a:pt x="35" y="87"/>
                  <a:pt x="35" y="87"/>
                </a:cubicBezTo>
                <a:cubicBezTo>
                  <a:pt x="41" y="87"/>
                  <a:pt x="47" y="87"/>
                  <a:pt x="52" y="87"/>
                </a:cubicBezTo>
                <a:cubicBezTo>
                  <a:pt x="95" y="89"/>
                  <a:pt x="123" y="99"/>
                  <a:pt x="141" y="117"/>
                </a:cubicBezTo>
                <a:cubicBezTo>
                  <a:pt x="161" y="138"/>
                  <a:pt x="169" y="168"/>
                  <a:pt x="168" y="218"/>
                </a:cubicBezTo>
                <a:close/>
                <a:moveTo>
                  <a:pt x="224" y="209"/>
                </a:moveTo>
                <a:cubicBezTo>
                  <a:pt x="224" y="220"/>
                  <a:pt x="224" y="220"/>
                  <a:pt x="224" y="220"/>
                </a:cubicBezTo>
                <a:cubicBezTo>
                  <a:pt x="185" y="218"/>
                  <a:pt x="185" y="218"/>
                  <a:pt x="185" y="218"/>
                </a:cubicBezTo>
                <a:cubicBezTo>
                  <a:pt x="186" y="208"/>
                  <a:pt x="186" y="208"/>
                  <a:pt x="186" y="208"/>
                </a:cubicBezTo>
                <a:cubicBezTo>
                  <a:pt x="187" y="152"/>
                  <a:pt x="180" y="120"/>
                  <a:pt x="162" y="101"/>
                </a:cubicBezTo>
                <a:cubicBezTo>
                  <a:pt x="142" y="81"/>
                  <a:pt x="106" y="72"/>
                  <a:pt x="47" y="72"/>
                </a:cubicBezTo>
                <a:cubicBezTo>
                  <a:pt x="33" y="72"/>
                  <a:pt x="33" y="72"/>
                  <a:pt x="33" y="72"/>
                </a:cubicBezTo>
                <a:cubicBezTo>
                  <a:pt x="33" y="34"/>
                  <a:pt x="33" y="34"/>
                  <a:pt x="33" y="34"/>
                </a:cubicBezTo>
                <a:cubicBezTo>
                  <a:pt x="47" y="34"/>
                  <a:pt x="47" y="34"/>
                  <a:pt x="47" y="34"/>
                </a:cubicBezTo>
                <a:cubicBezTo>
                  <a:pt x="55" y="34"/>
                  <a:pt x="63" y="34"/>
                  <a:pt x="70" y="34"/>
                </a:cubicBezTo>
                <a:cubicBezTo>
                  <a:pt x="127" y="37"/>
                  <a:pt x="165" y="50"/>
                  <a:pt x="189" y="74"/>
                </a:cubicBezTo>
                <a:cubicBezTo>
                  <a:pt x="216" y="102"/>
                  <a:pt x="226" y="142"/>
                  <a:pt x="224" y="209"/>
                </a:cubicBezTo>
                <a:close/>
              </a:path>
            </a:pathLst>
          </a:custGeom>
          <a:solidFill>
            <a:srgbClr val="34485D"/>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312" name="组合 311"/>
          <p:cNvGrpSpPr/>
          <p:nvPr/>
        </p:nvGrpSpPr>
        <p:grpSpPr>
          <a:xfrm>
            <a:off x="5700545" y="4252070"/>
            <a:ext cx="1091934" cy="1094953"/>
            <a:chOff x="6028561" y="-1589065"/>
            <a:chExt cx="407345" cy="408471"/>
          </a:xfrm>
        </p:grpSpPr>
        <p:sp>
          <p:nvSpPr>
            <p:cNvPr id="310" name="Freeform 14"/>
            <p:cNvSpPr>
              <a:spLocks/>
            </p:cNvSpPr>
            <p:nvPr/>
          </p:nvSpPr>
          <p:spPr bwMode="auto">
            <a:xfrm>
              <a:off x="6129835" y="-1460785"/>
              <a:ext cx="306071" cy="280191"/>
            </a:xfrm>
            <a:custGeom>
              <a:avLst/>
              <a:gdLst>
                <a:gd name="T0" fmla="*/ 96 w 115"/>
                <a:gd name="T1" fmla="*/ 0 h 105"/>
                <a:gd name="T2" fmla="*/ 86 w 115"/>
                <a:gd name="T3" fmla="*/ 0 h 105"/>
                <a:gd name="T4" fmla="*/ 86 w 115"/>
                <a:gd name="T5" fmla="*/ 10 h 105"/>
                <a:gd name="T6" fmla="*/ 57 w 115"/>
                <a:gd name="T7" fmla="*/ 38 h 105"/>
                <a:gd name="T8" fmla="*/ 14 w 115"/>
                <a:gd name="T9" fmla="*/ 38 h 105"/>
                <a:gd name="T10" fmla="*/ 0 w 115"/>
                <a:gd name="T11" fmla="*/ 52 h 105"/>
                <a:gd name="T12" fmla="*/ 0 w 115"/>
                <a:gd name="T13" fmla="*/ 57 h 105"/>
                <a:gd name="T14" fmla="*/ 19 w 115"/>
                <a:gd name="T15" fmla="*/ 76 h 105"/>
                <a:gd name="T16" fmla="*/ 67 w 115"/>
                <a:gd name="T17" fmla="*/ 76 h 105"/>
                <a:gd name="T18" fmla="*/ 96 w 115"/>
                <a:gd name="T19" fmla="*/ 105 h 105"/>
                <a:gd name="T20" fmla="*/ 96 w 115"/>
                <a:gd name="T21" fmla="*/ 76 h 105"/>
                <a:gd name="T22" fmla="*/ 115 w 115"/>
                <a:gd name="T23" fmla="*/ 57 h 105"/>
                <a:gd name="T24" fmla="*/ 115 w 115"/>
                <a:gd name="T25" fmla="*/ 19 h 105"/>
                <a:gd name="T26" fmla="*/ 96 w 115"/>
                <a:gd name="T27"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5" h="105">
                  <a:moveTo>
                    <a:pt x="96" y="0"/>
                  </a:moveTo>
                  <a:cubicBezTo>
                    <a:pt x="86" y="0"/>
                    <a:pt x="86" y="0"/>
                    <a:pt x="86" y="0"/>
                  </a:cubicBezTo>
                  <a:cubicBezTo>
                    <a:pt x="86" y="10"/>
                    <a:pt x="86" y="10"/>
                    <a:pt x="86" y="10"/>
                  </a:cubicBezTo>
                  <a:cubicBezTo>
                    <a:pt x="86" y="24"/>
                    <a:pt x="72" y="38"/>
                    <a:pt x="57" y="38"/>
                  </a:cubicBezTo>
                  <a:cubicBezTo>
                    <a:pt x="14" y="38"/>
                    <a:pt x="14" y="38"/>
                    <a:pt x="14" y="38"/>
                  </a:cubicBezTo>
                  <a:cubicBezTo>
                    <a:pt x="0" y="52"/>
                    <a:pt x="0" y="52"/>
                    <a:pt x="0" y="52"/>
                  </a:cubicBezTo>
                  <a:cubicBezTo>
                    <a:pt x="0" y="57"/>
                    <a:pt x="0" y="57"/>
                    <a:pt x="0" y="57"/>
                  </a:cubicBezTo>
                  <a:cubicBezTo>
                    <a:pt x="0" y="67"/>
                    <a:pt x="10" y="76"/>
                    <a:pt x="19" y="76"/>
                  </a:cubicBezTo>
                  <a:cubicBezTo>
                    <a:pt x="67" y="76"/>
                    <a:pt x="67" y="76"/>
                    <a:pt x="67" y="76"/>
                  </a:cubicBezTo>
                  <a:cubicBezTo>
                    <a:pt x="96" y="105"/>
                    <a:pt x="96" y="105"/>
                    <a:pt x="96" y="105"/>
                  </a:cubicBezTo>
                  <a:cubicBezTo>
                    <a:pt x="96" y="76"/>
                    <a:pt x="96" y="76"/>
                    <a:pt x="96" y="76"/>
                  </a:cubicBezTo>
                  <a:cubicBezTo>
                    <a:pt x="105" y="76"/>
                    <a:pt x="115" y="67"/>
                    <a:pt x="115" y="57"/>
                  </a:cubicBezTo>
                  <a:cubicBezTo>
                    <a:pt x="115" y="19"/>
                    <a:pt x="115" y="19"/>
                    <a:pt x="115" y="19"/>
                  </a:cubicBezTo>
                  <a:cubicBezTo>
                    <a:pt x="115" y="10"/>
                    <a:pt x="105" y="0"/>
                    <a:pt x="9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 name="Freeform 15"/>
            <p:cNvSpPr>
              <a:spLocks/>
            </p:cNvSpPr>
            <p:nvPr/>
          </p:nvSpPr>
          <p:spPr bwMode="auto">
            <a:xfrm>
              <a:off x="6028561" y="-1589065"/>
              <a:ext cx="303820" cy="280191"/>
            </a:xfrm>
            <a:custGeom>
              <a:avLst/>
              <a:gdLst>
                <a:gd name="T0" fmla="*/ 48 w 114"/>
                <a:gd name="T1" fmla="*/ 77 h 105"/>
                <a:gd name="T2" fmla="*/ 95 w 114"/>
                <a:gd name="T3" fmla="*/ 77 h 105"/>
                <a:gd name="T4" fmla="*/ 114 w 114"/>
                <a:gd name="T5" fmla="*/ 58 h 105"/>
                <a:gd name="T6" fmla="*/ 114 w 114"/>
                <a:gd name="T7" fmla="*/ 20 h 105"/>
                <a:gd name="T8" fmla="*/ 95 w 114"/>
                <a:gd name="T9" fmla="*/ 0 h 105"/>
                <a:gd name="T10" fmla="*/ 19 w 114"/>
                <a:gd name="T11" fmla="*/ 0 h 105"/>
                <a:gd name="T12" fmla="*/ 0 w 114"/>
                <a:gd name="T13" fmla="*/ 20 h 105"/>
                <a:gd name="T14" fmla="*/ 0 w 114"/>
                <a:gd name="T15" fmla="*/ 58 h 105"/>
                <a:gd name="T16" fmla="*/ 19 w 114"/>
                <a:gd name="T17" fmla="*/ 77 h 105"/>
                <a:gd name="T18" fmla="*/ 19 w 114"/>
                <a:gd name="T19" fmla="*/ 105 h 105"/>
                <a:gd name="T20" fmla="*/ 48 w 114"/>
                <a:gd name="T21" fmla="*/ 7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4" h="105">
                  <a:moveTo>
                    <a:pt x="48" y="77"/>
                  </a:moveTo>
                  <a:cubicBezTo>
                    <a:pt x="95" y="77"/>
                    <a:pt x="95" y="77"/>
                    <a:pt x="95" y="77"/>
                  </a:cubicBezTo>
                  <a:cubicBezTo>
                    <a:pt x="105" y="77"/>
                    <a:pt x="114" y="67"/>
                    <a:pt x="114" y="58"/>
                  </a:cubicBezTo>
                  <a:cubicBezTo>
                    <a:pt x="114" y="20"/>
                    <a:pt x="114" y="20"/>
                    <a:pt x="114" y="20"/>
                  </a:cubicBezTo>
                  <a:cubicBezTo>
                    <a:pt x="114" y="10"/>
                    <a:pt x="105" y="0"/>
                    <a:pt x="95" y="0"/>
                  </a:cubicBezTo>
                  <a:cubicBezTo>
                    <a:pt x="19" y="0"/>
                    <a:pt x="19" y="0"/>
                    <a:pt x="19" y="0"/>
                  </a:cubicBezTo>
                  <a:cubicBezTo>
                    <a:pt x="10" y="0"/>
                    <a:pt x="0" y="10"/>
                    <a:pt x="0" y="20"/>
                  </a:cubicBezTo>
                  <a:cubicBezTo>
                    <a:pt x="0" y="58"/>
                    <a:pt x="0" y="58"/>
                    <a:pt x="0" y="58"/>
                  </a:cubicBezTo>
                  <a:cubicBezTo>
                    <a:pt x="0" y="67"/>
                    <a:pt x="10" y="77"/>
                    <a:pt x="19" y="77"/>
                  </a:cubicBezTo>
                  <a:cubicBezTo>
                    <a:pt x="19" y="105"/>
                    <a:pt x="19" y="105"/>
                    <a:pt x="19" y="105"/>
                  </a:cubicBezTo>
                  <a:lnTo>
                    <a:pt x="48" y="7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315" name="文本框 314"/>
          <p:cNvSpPr txBox="1"/>
          <p:nvPr/>
        </p:nvSpPr>
        <p:spPr>
          <a:xfrm>
            <a:off x="3709508" y="2193184"/>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316" name="文本框 315"/>
          <p:cNvSpPr txBox="1"/>
          <p:nvPr/>
        </p:nvSpPr>
        <p:spPr>
          <a:xfrm>
            <a:off x="7828094" y="2140364"/>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317" name="文本框 316"/>
          <p:cNvSpPr txBox="1"/>
          <p:nvPr/>
        </p:nvSpPr>
        <p:spPr>
          <a:xfrm>
            <a:off x="561146" y="4717951"/>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318" name="文本框 317"/>
          <p:cNvSpPr txBox="1"/>
          <p:nvPr/>
        </p:nvSpPr>
        <p:spPr>
          <a:xfrm>
            <a:off x="5576492" y="5814535"/>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28" name="文本框 27"/>
          <p:cNvSpPr txBox="1"/>
          <p:nvPr/>
        </p:nvSpPr>
        <p:spPr>
          <a:xfrm>
            <a:off x="4139317" y="1058393"/>
            <a:ext cx="3913366"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29" name="Rectangle 58"/>
          <p:cNvSpPr/>
          <p:nvPr/>
        </p:nvSpPr>
        <p:spPr>
          <a:xfrm>
            <a:off x="3614043" y="1478661"/>
            <a:ext cx="4963915"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单击此处添加副标题</a:t>
            </a:r>
          </a:p>
        </p:txBody>
      </p:sp>
      <p:sp>
        <p:nvSpPr>
          <p:cNvPr id="30"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155631952"/>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
          <p:cNvGrpSpPr/>
          <p:nvPr/>
        </p:nvGrpSpPr>
        <p:grpSpPr>
          <a:xfrm>
            <a:off x="4573344" y="929391"/>
            <a:ext cx="3045312" cy="5507480"/>
            <a:chOff x="1588" y="4763"/>
            <a:chExt cx="3805237" cy="6881812"/>
          </a:xfrm>
        </p:grpSpPr>
        <p:sp>
          <p:nvSpPr>
            <p:cNvPr id="6" name="Freeform 5"/>
            <p:cNvSpPr>
              <a:spLocks/>
            </p:cNvSpPr>
            <p:nvPr/>
          </p:nvSpPr>
          <p:spPr bwMode="auto">
            <a:xfrm>
              <a:off x="974725" y="1252538"/>
              <a:ext cx="504825" cy="750887"/>
            </a:xfrm>
            <a:custGeom>
              <a:avLst/>
              <a:gdLst>
                <a:gd name="T0" fmla="*/ 10 w 318"/>
                <a:gd name="T1" fmla="*/ 473 h 473"/>
                <a:gd name="T2" fmla="*/ 0 w 318"/>
                <a:gd name="T3" fmla="*/ 468 h 473"/>
                <a:gd name="T4" fmla="*/ 311 w 318"/>
                <a:gd name="T5" fmla="*/ 0 h 473"/>
                <a:gd name="T6" fmla="*/ 318 w 318"/>
                <a:gd name="T7" fmla="*/ 5 h 473"/>
                <a:gd name="T8" fmla="*/ 10 w 318"/>
                <a:gd name="T9" fmla="*/ 473 h 473"/>
              </a:gdLst>
              <a:ahLst/>
              <a:cxnLst>
                <a:cxn ang="0">
                  <a:pos x="T0" y="T1"/>
                </a:cxn>
                <a:cxn ang="0">
                  <a:pos x="T2" y="T3"/>
                </a:cxn>
                <a:cxn ang="0">
                  <a:pos x="T4" y="T5"/>
                </a:cxn>
                <a:cxn ang="0">
                  <a:pos x="T6" y="T7"/>
                </a:cxn>
                <a:cxn ang="0">
                  <a:pos x="T8" y="T9"/>
                </a:cxn>
              </a:cxnLst>
              <a:rect l="0" t="0" r="r" b="b"/>
              <a:pathLst>
                <a:path w="318" h="473">
                  <a:moveTo>
                    <a:pt x="10" y="473"/>
                  </a:moveTo>
                  <a:lnTo>
                    <a:pt x="0" y="468"/>
                  </a:lnTo>
                  <a:lnTo>
                    <a:pt x="311" y="0"/>
                  </a:lnTo>
                  <a:lnTo>
                    <a:pt x="318" y="5"/>
                  </a:lnTo>
                  <a:lnTo>
                    <a:pt x="10" y="473"/>
                  </a:lnTo>
                  <a:close/>
                </a:path>
              </a:pathLst>
            </a:custGeom>
            <a:solidFill>
              <a:srgbClr val="3A8FCB"/>
            </a:solidFill>
            <a:ln w="3810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7" name="Rectangle 6"/>
            <p:cNvSpPr>
              <a:spLocks noChangeArrowheads="1"/>
            </p:cNvSpPr>
            <p:nvPr/>
          </p:nvSpPr>
          <p:spPr bwMode="auto">
            <a:xfrm>
              <a:off x="974725" y="2000250"/>
              <a:ext cx="15875" cy="893762"/>
            </a:xfrm>
            <a:prstGeom prst="rect">
              <a:avLst/>
            </a:prstGeom>
            <a:solidFill>
              <a:srgbClr val="21998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 name="Oval 7"/>
            <p:cNvSpPr>
              <a:spLocks noChangeArrowheads="1"/>
            </p:cNvSpPr>
            <p:nvPr/>
          </p:nvSpPr>
          <p:spPr bwMode="auto">
            <a:xfrm>
              <a:off x="900113" y="1917700"/>
              <a:ext cx="165100" cy="165100"/>
            </a:xfrm>
            <a:prstGeom prst="ellipse">
              <a:avLst/>
            </a:prstGeom>
            <a:solidFill>
              <a:srgbClr val="3A8FCB"/>
            </a:solidFill>
            <a:ln w="3810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 name="Freeform 8"/>
            <p:cNvSpPr>
              <a:spLocks/>
            </p:cNvSpPr>
            <p:nvPr/>
          </p:nvSpPr>
          <p:spPr bwMode="auto">
            <a:xfrm>
              <a:off x="2946400" y="3149600"/>
              <a:ext cx="777875" cy="777875"/>
            </a:xfrm>
            <a:custGeom>
              <a:avLst/>
              <a:gdLst>
                <a:gd name="T0" fmla="*/ 0 w 490"/>
                <a:gd name="T1" fmla="*/ 9 h 490"/>
                <a:gd name="T2" fmla="*/ 7 w 490"/>
                <a:gd name="T3" fmla="*/ 0 h 490"/>
                <a:gd name="T4" fmla="*/ 490 w 490"/>
                <a:gd name="T5" fmla="*/ 482 h 490"/>
                <a:gd name="T6" fmla="*/ 481 w 490"/>
                <a:gd name="T7" fmla="*/ 490 h 490"/>
                <a:gd name="T8" fmla="*/ 0 w 490"/>
                <a:gd name="T9" fmla="*/ 9 h 490"/>
              </a:gdLst>
              <a:ahLst/>
              <a:cxnLst>
                <a:cxn ang="0">
                  <a:pos x="T0" y="T1"/>
                </a:cxn>
                <a:cxn ang="0">
                  <a:pos x="T2" y="T3"/>
                </a:cxn>
                <a:cxn ang="0">
                  <a:pos x="T4" y="T5"/>
                </a:cxn>
                <a:cxn ang="0">
                  <a:pos x="T6" y="T7"/>
                </a:cxn>
                <a:cxn ang="0">
                  <a:pos x="T8" y="T9"/>
                </a:cxn>
              </a:cxnLst>
              <a:rect l="0" t="0" r="r" b="b"/>
              <a:pathLst>
                <a:path w="490" h="490">
                  <a:moveTo>
                    <a:pt x="0" y="9"/>
                  </a:moveTo>
                  <a:lnTo>
                    <a:pt x="7" y="0"/>
                  </a:lnTo>
                  <a:lnTo>
                    <a:pt x="490" y="482"/>
                  </a:lnTo>
                  <a:lnTo>
                    <a:pt x="481" y="490"/>
                  </a:lnTo>
                  <a:lnTo>
                    <a:pt x="0" y="9"/>
                  </a:lnTo>
                  <a:close/>
                </a:path>
              </a:pathLst>
            </a:custGeom>
            <a:solidFill>
              <a:srgbClr val="29414F"/>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 name="Freeform 9"/>
            <p:cNvSpPr>
              <a:spLocks/>
            </p:cNvSpPr>
            <p:nvPr/>
          </p:nvSpPr>
          <p:spPr bwMode="auto">
            <a:xfrm>
              <a:off x="2735263" y="3908425"/>
              <a:ext cx="974725" cy="968375"/>
            </a:xfrm>
            <a:custGeom>
              <a:avLst/>
              <a:gdLst>
                <a:gd name="T0" fmla="*/ 604 w 614"/>
                <a:gd name="T1" fmla="*/ 0 h 610"/>
                <a:gd name="T2" fmla="*/ 614 w 614"/>
                <a:gd name="T3" fmla="*/ 7 h 610"/>
                <a:gd name="T4" fmla="*/ 7 w 614"/>
                <a:gd name="T5" fmla="*/ 610 h 610"/>
                <a:gd name="T6" fmla="*/ 0 w 614"/>
                <a:gd name="T7" fmla="*/ 603 h 610"/>
                <a:gd name="T8" fmla="*/ 604 w 614"/>
                <a:gd name="T9" fmla="*/ 0 h 610"/>
              </a:gdLst>
              <a:ahLst/>
              <a:cxnLst>
                <a:cxn ang="0">
                  <a:pos x="T0" y="T1"/>
                </a:cxn>
                <a:cxn ang="0">
                  <a:pos x="T2" y="T3"/>
                </a:cxn>
                <a:cxn ang="0">
                  <a:pos x="T4" y="T5"/>
                </a:cxn>
                <a:cxn ang="0">
                  <a:pos x="T6" y="T7"/>
                </a:cxn>
                <a:cxn ang="0">
                  <a:pos x="T8" y="T9"/>
                </a:cxn>
              </a:cxnLst>
              <a:rect l="0" t="0" r="r" b="b"/>
              <a:pathLst>
                <a:path w="614" h="610">
                  <a:moveTo>
                    <a:pt x="604" y="0"/>
                  </a:moveTo>
                  <a:lnTo>
                    <a:pt x="614" y="7"/>
                  </a:lnTo>
                  <a:lnTo>
                    <a:pt x="7" y="610"/>
                  </a:lnTo>
                  <a:lnTo>
                    <a:pt x="0" y="603"/>
                  </a:lnTo>
                  <a:lnTo>
                    <a:pt x="604" y="0"/>
                  </a:lnTo>
                  <a:close/>
                </a:path>
              </a:pathLst>
            </a:custGeom>
            <a:solidFill>
              <a:srgbClr val="EA981E"/>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 name="Oval 10"/>
            <p:cNvSpPr>
              <a:spLocks noChangeArrowheads="1"/>
            </p:cNvSpPr>
            <p:nvPr/>
          </p:nvSpPr>
          <p:spPr bwMode="auto">
            <a:xfrm>
              <a:off x="3608388" y="3806825"/>
              <a:ext cx="198437" cy="198437"/>
            </a:xfrm>
            <a:prstGeom prst="ellipse">
              <a:avLst/>
            </a:prstGeom>
            <a:solidFill>
              <a:srgbClr val="29414F"/>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 name="Freeform 11"/>
            <p:cNvSpPr>
              <a:spLocks/>
            </p:cNvSpPr>
            <p:nvPr/>
          </p:nvSpPr>
          <p:spPr bwMode="auto">
            <a:xfrm>
              <a:off x="3108325" y="6135688"/>
              <a:ext cx="590550" cy="588962"/>
            </a:xfrm>
            <a:custGeom>
              <a:avLst/>
              <a:gdLst>
                <a:gd name="T0" fmla="*/ 367 w 372"/>
                <a:gd name="T1" fmla="*/ 371 h 371"/>
                <a:gd name="T2" fmla="*/ 0 w 372"/>
                <a:gd name="T3" fmla="*/ 5 h 371"/>
                <a:gd name="T4" fmla="*/ 4 w 372"/>
                <a:gd name="T5" fmla="*/ 0 h 371"/>
                <a:gd name="T6" fmla="*/ 372 w 372"/>
                <a:gd name="T7" fmla="*/ 367 h 371"/>
                <a:gd name="T8" fmla="*/ 367 w 372"/>
                <a:gd name="T9" fmla="*/ 371 h 371"/>
              </a:gdLst>
              <a:ahLst/>
              <a:cxnLst>
                <a:cxn ang="0">
                  <a:pos x="T0" y="T1"/>
                </a:cxn>
                <a:cxn ang="0">
                  <a:pos x="T2" y="T3"/>
                </a:cxn>
                <a:cxn ang="0">
                  <a:pos x="T4" y="T5"/>
                </a:cxn>
                <a:cxn ang="0">
                  <a:pos x="T6" y="T7"/>
                </a:cxn>
                <a:cxn ang="0">
                  <a:pos x="T8" y="T9"/>
                </a:cxn>
              </a:cxnLst>
              <a:rect l="0" t="0" r="r" b="b"/>
              <a:pathLst>
                <a:path w="372" h="371">
                  <a:moveTo>
                    <a:pt x="367" y="371"/>
                  </a:moveTo>
                  <a:lnTo>
                    <a:pt x="0" y="5"/>
                  </a:lnTo>
                  <a:lnTo>
                    <a:pt x="4" y="0"/>
                  </a:lnTo>
                  <a:lnTo>
                    <a:pt x="372" y="367"/>
                  </a:lnTo>
                  <a:lnTo>
                    <a:pt x="367" y="371"/>
                  </a:lnTo>
                  <a:close/>
                </a:path>
              </a:pathLst>
            </a:custGeom>
            <a:solidFill>
              <a:srgbClr val="EA981E"/>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 name="Oval 12"/>
            <p:cNvSpPr>
              <a:spLocks noChangeArrowheads="1"/>
            </p:cNvSpPr>
            <p:nvPr/>
          </p:nvSpPr>
          <p:spPr bwMode="auto">
            <a:xfrm>
              <a:off x="3622675" y="6650038"/>
              <a:ext cx="147637" cy="142875"/>
            </a:xfrm>
            <a:prstGeom prst="ellipse">
              <a:avLst/>
            </a:prstGeom>
            <a:solidFill>
              <a:srgbClr val="EA981E"/>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 name="Freeform 13"/>
            <p:cNvSpPr>
              <a:spLocks/>
            </p:cNvSpPr>
            <p:nvPr/>
          </p:nvSpPr>
          <p:spPr bwMode="auto">
            <a:xfrm>
              <a:off x="1190625" y="166688"/>
              <a:ext cx="500062" cy="1011237"/>
            </a:xfrm>
            <a:custGeom>
              <a:avLst/>
              <a:gdLst>
                <a:gd name="T0" fmla="*/ 133 w 133"/>
                <a:gd name="T1" fmla="*/ 240 h 269"/>
                <a:gd name="T2" fmla="*/ 28 w 133"/>
                <a:gd name="T3" fmla="*/ 134 h 269"/>
                <a:gd name="T4" fmla="*/ 133 w 133"/>
                <a:gd name="T5" fmla="*/ 29 h 269"/>
                <a:gd name="T6" fmla="*/ 133 w 133"/>
                <a:gd name="T7" fmla="*/ 0 h 269"/>
                <a:gd name="T8" fmla="*/ 0 w 133"/>
                <a:gd name="T9" fmla="*/ 134 h 269"/>
                <a:gd name="T10" fmla="*/ 133 w 133"/>
                <a:gd name="T11" fmla="*/ 269 h 269"/>
                <a:gd name="T12" fmla="*/ 133 w 133"/>
                <a:gd name="T13" fmla="*/ 240 h 269"/>
              </a:gdLst>
              <a:ahLst/>
              <a:cxnLst>
                <a:cxn ang="0">
                  <a:pos x="T0" y="T1"/>
                </a:cxn>
                <a:cxn ang="0">
                  <a:pos x="T2" y="T3"/>
                </a:cxn>
                <a:cxn ang="0">
                  <a:pos x="T4" y="T5"/>
                </a:cxn>
                <a:cxn ang="0">
                  <a:pos x="T6" y="T7"/>
                </a:cxn>
                <a:cxn ang="0">
                  <a:pos x="T8" y="T9"/>
                </a:cxn>
                <a:cxn ang="0">
                  <a:pos x="T10" y="T11"/>
                </a:cxn>
                <a:cxn ang="0">
                  <a:pos x="T12" y="T13"/>
                </a:cxn>
              </a:cxnLst>
              <a:rect l="0" t="0" r="r" b="b"/>
              <a:pathLst>
                <a:path w="133" h="269">
                  <a:moveTo>
                    <a:pt x="133" y="240"/>
                  </a:moveTo>
                  <a:cubicBezTo>
                    <a:pt x="75" y="239"/>
                    <a:pt x="28" y="192"/>
                    <a:pt x="28" y="134"/>
                  </a:cubicBezTo>
                  <a:cubicBezTo>
                    <a:pt x="28" y="77"/>
                    <a:pt x="75" y="30"/>
                    <a:pt x="133" y="29"/>
                  </a:cubicBezTo>
                  <a:cubicBezTo>
                    <a:pt x="133" y="0"/>
                    <a:pt x="133" y="0"/>
                    <a:pt x="133" y="0"/>
                  </a:cubicBezTo>
                  <a:cubicBezTo>
                    <a:pt x="59" y="1"/>
                    <a:pt x="0" y="61"/>
                    <a:pt x="0" y="134"/>
                  </a:cubicBezTo>
                  <a:cubicBezTo>
                    <a:pt x="0" y="208"/>
                    <a:pt x="59" y="268"/>
                    <a:pt x="133" y="269"/>
                  </a:cubicBezTo>
                  <a:lnTo>
                    <a:pt x="133" y="240"/>
                  </a:lnTo>
                  <a:close/>
                </a:path>
              </a:pathLst>
            </a:custGeom>
            <a:solidFill>
              <a:srgbClr val="3A8FCB">
                <a:alpha val="69804"/>
              </a:srgbClr>
            </a:solidFill>
            <a:ln w="3810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5" name="Freeform 14"/>
            <p:cNvSpPr>
              <a:spLocks/>
            </p:cNvSpPr>
            <p:nvPr/>
          </p:nvSpPr>
          <p:spPr bwMode="auto">
            <a:xfrm>
              <a:off x="1724025" y="166688"/>
              <a:ext cx="477837" cy="1011237"/>
            </a:xfrm>
            <a:custGeom>
              <a:avLst/>
              <a:gdLst>
                <a:gd name="T0" fmla="*/ 0 w 127"/>
                <a:gd name="T1" fmla="*/ 0 h 269"/>
                <a:gd name="T2" fmla="*/ 0 w 127"/>
                <a:gd name="T3" fmla="*/ 29 h 269"/>
                <a:gd name="T4" fmla="*/ 98 w 127"/>
                <a:gd name="T5" fmla="*/ 134 h 269"/>
                <a:gd name="T6" fmla="*/ 0 w 127"/>
                <a:gd name="T7" fmla="*/ 240 h 269"/>
                <a:gd name="T8" fmla="*/ 0 w 127"/>
                <a:gd name="T9" fmla="*/ 269 h 269"/>
                <a:gd name="T10" fmla="*/ 127 w 127"/>
                <a:gd name="T11" fmla="*/ 134 h 269"/>
                <a:gd name="T12" fmla="*/ 0 w 127"/>
                <a:gd name="T13" fmla="*/ 0 h 269"/>
              </a:gdLst>
              <a:ahLst/>
              <a:cxnLst>
                <a:cxn ang="0">
                  <a:pos x="T0" y="T1"/>
                </a:cxn>
                <a:cxn ang="0">
                  <a:pos x="T2" y="T3"/>
                </a:cxn>
                <a:cxn ang="0">
                  <a:pos x="T4" y="T5"/>
                </a:cxn>
                <a:cxn ang="0">
                  <a:pos x="T6" y="T7"/>
                </a:cxn>
                <a:cxn ang="0">
                  <a:pos x="T8" y="T9"/>
                </a:cxn>
                <a:cxn ang="0">
                  <a:pos x="T10" y="T11"/>
                </a:cxn>
                <a:cxn ang="0">
                  <a:pos x="T12" y="T13"/>
                </a:cxn>
              </a:cxnLst>
              <a:rect l="0" t="0" r="r" b="b"/>
              <a:pathLst>
                <a:path w="127" h="269">
                  <a:moveTo>
                    <a:pt x="0" y="0"/>
                  </a:moveTo>
                  <a:cubicBezTo>
                    <a:pt x="0" y="29"/>
                    <a:pt x="0" y="29"/>
                    <a:pt x="0" y="29"/>
                  </a:cubicBezTo>
                  <a:cubicBezTo>
                    <a:pt x="55" y="33"/>
                    <a:pt x="98" y="79"/>
                    <a:pt x="98" y="134"/>
                  </a:cubicBezTo>
                  <a:cubicBezTo>
                    <a:pt x="98" y="190"/>
                    <a:pt x="55" y="236"/>
                    <a:pt x="0" y="240"/>
                  </a:cubicBezTo>
                  <a:cubicBezTo>
                    <a:pt x="0" y="269"/>
                    <a:pt x="0" y="269"/>
                    <a:pt x="0" y="269"/>
                  </a:cubicBezTo>
                  <a:cubicBezTo>
                    <a:pt x="71" y="265"/>
                    <a:pt x="127" y="206"/>
                    <a:pt x="127" y="134"/>
                  </a:cubicBezTo>
                  <a:cubicBezTo>
                    <a:pt x="127" y="63"/>
                    <a:pt x="71" y="4"/>
                    <a:pt x="0" y="0"/>
                  </a:cubicBezTo>
                  <a:close/>
                </a:path>
              </a:pathLst>
            </a:custGeom>
            <a:solidFill>
              <a:srgbClr val="3A8FCB">
                <a:alpha val="69804"/>
              </a:srgbClr>
            </a:solidFill>
            <a:ln w="3810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6" name="Freeform 15"/>
            <p:cNvSpPr>
              <a:spLocks/>
            </p:cNvSpPr>
            <p:nvPr/>
          </p:nvSpPr>
          <p:spPr bwMode="auto">
            <a:xfrm>
              <a:off x="1254125" y="4763"/>
              <a:ext cx="906462" cy="263525"/>
            </a:xfrm>
            <a:custGeom>
              <a:avLst/>
              <a:gdLst>
                <a:gd name="T0" fmla="*/ 117 w 241"/>
                <a:gd name="T1" fmla="*/ 29 h 70"/>
                <a:gd name="T2" fmla="*/ 221 w 241"/>
                <a:gd name="T3" fmla="*/ 70 h 70"/>
                <a:gd name="T4" fmla="*/ 241 w 241"/>
                <a:gd name="T5" fmla="*/ 50 h 70"/>
                <a:gd name="T6" fmla="*/ 117 w 241"/>
                <a:gd name="T7" fmla="*/ 0 h 70"/>
                <a:gd name="T8" fmla="*/ 0 w 241"/>
                <a:gd name="T9" fmla="*/ 45 h 70"/>
                <a:gd name="T10" fmla="*/ 18 w 241"/>
                <a:gd name="T11" fmla="*/ 66 h 70"/>
                <a:gd name="T12" fmla="*/ 117 w 241"/>
                <a:gd name="T13" fmla="*/ 29 h 70"/>
              </a:gdLst>
              <a:ahLst/>
              <a:cxnLst>
                <a:cxn ang="0">
                  <a:pos x="T0" y="T1"/>
                </a:cxn>
                <a:cxn ang="0">
                  <a:pos x="T2" y="T3"/>
                </a:cxn>
                <a:cxn ang="0">
                  <a:pos x="T4" y="T5"/>
                </a:cxn>
                <a:cxn ang="0">
                  <a:pos x="T6" y="T7"/>
                </a:cxn>
                <a:cxn ang="0">
                  <a:pos x="T8" y="T9"/>
                </a:cxn>
                <a:cxn ang="0">
                  <a:pos x="T10" y="T11"/>
                </a:cxn>
                <a:cxn ang="0">
                  <a:pos x="T12" y="T13"/>
                </a:cxn>
              </a:cxnLst>
              <a:rect l="0" t="0" r="r" b="b"/>
              <a:pathLst>
                <a:path w="241" h="70">
                  <a:moveTo>
                    <a:pt x="117" y="29"/>
                  </a:moveTo>
                  <a:cubicBezTo>
                    <a:pt x="158" y="29"/>
                    <a:pt x="194" y="45"/>
                    <a:pt x="221" y="70"/>
                  </a:cubicBezTo>
                  <a:cubicBezTo>
                    <a:pt x="241" y="50"/>
                    <a:pt x="241" y="50"/>
                    <a:pt x="241" y="50"/>
                  </a:cubicBezTo>
                  <a:cubicBezTo>
                    <a:pt x="209" y="19"/>
                    <a:pt x="165" y="0"/>
                    <a:pt x="117" y="0"/>
                  </a:cubicBezTo>
                  <a:cubicBezTo>
                    <a:pt x="72" y="0"/>
                    <a:pt x="31" y="17"/>
                    <a:pt x="0" y="45"/>
                  </a:cubicBezTo>
                  <a:cubicBezTo>
                    <a:pt x="18" y="66"/>
                    <a:pt x="18" y="66"/>
                    <a:pt x="18" y="66"/>
                  </a:cubicBezTo>
                  <a:cubicBezTo>
                    <a:pt x="45" y="43"/>
                    <a:pt x="79" y="29"/>
                    <a:pt x="117" y="29"/>
                  </a:cubicBezTo>
                  <a:close/>
                </a:path>
              </a:pathLst>
            </a:custGeom>
            <a:solidFill>
              <a:srgbClr val="3A8FCB"/>
            </a:solidFill>
            <a:ln w="3810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7" name="Freeform 16"/>
            <p:cNvSpPr>
              <a:spLocks/>
            </p:cNvSpPr>
            <p:nvPr/>
          </p:nvSpPr>
          <p:spPr bwMode="auto">
            <a:xfrm>
              <a:off x="1050925" y="219075"/>
              <a:ext cx="1312862" cy="1119187"/>
            </a:xfrm>
            <a:custGeom>
              <a:avLst/>
              <a:gdLst>
                <a:gd name="T0" fmla="*/ 302 w 349"/>
                <a:gd name="T1" fmla="*/ 0 h 298"/>
                <a:gd name="T2" fmla="*/ 281 w 349"/>
                <a:gd name="T3" fmla="*/ 20 h 298"/>
                <a:gd name="T4" fmla="*/ 320 w 349"/>
                <a:gd name="T5" fmla="*/ 120 h 298"/>
                <a:gd name="T6" fmla="*/ 171 w 349"/>
                <a:gd name="T7" fmla="*/ 269 h 298"/>
                <a:gd name="T8" fmla="*/ 30 w 349"/>
                <a:gd name="T9" fmla="*/ 166 h 298"/>
                <a:gd name="T10" fmla="*/ 0 w 349"/>
                <a:gd name="T11" fmla="*/ 166 h 298"/>
                <a:gd name="T12" fmla="*/ 171 w 349"/>
                <a:gd name="T13" fmla="*/ 298 h 298"/>
                <a:gd name="T14" fmla="*/ 349 w 349"/>
                <a:gd name="T15" fmla="*/ 120 h 298"/>
                <a:gd name="T16" fmla="*/ 302 w 349"/>
                <a:gd name="T17" fmla="*/ 0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9" h="298">
                  <a:moveTo>
                    <a:pt x="302" y="0"/>
                  </a:moveTo>
                  <a:cubicBezTo>
                    <a:pt x="281" y="20"/>
                    <a:pt x="281" y="20"/>
                    <a:pt x="281" y="20"/>
                  </a:cubicBezTo>
                  <a:cubicBezTo>
                    <a:pt x="306" y="47"/>
                    <a:pt x="320" y="82"/>
                    <a:pt x="320" y="120"/>
                  </a:cubicBezTo>
                  <a:cubicBezTo>
                    <a:pt x="320" y="203"/>
                    <a:pt x="254" y="269"/>
                    <a:pt x="171" y="269"/>
                  </a:cubicBezTo>
                  <a:cubicBezTo>
                    <a:pt x="105" y="269"/>
                    <a:pt x="49" y="226"/>
                    <a:pt x="30" y="166"/>
                  </a:cubicBezTo>
                  <a:cubicBezTo>
                    <a:pt x="0" y="166"/>
                    <a:pt x="0" y="166"/>
                    <a:pt x="0" y="166"/>
                  </a:cubicBezTo>
                  <a:cubicBezTo>
                    <a:pt x="20" y="242"/>
                    <a:pt x="89" y="298"/>
                    <a:pt x="171" y="298"/>
                  </a:cubicBezTo>
                  <a:cubicBezTo>
                    <a:pt x="269" y="298"/>
                    <a:pt x="349" y="218"/>
                    <a:pt x="349" y="120"/>
                  </a:cubicBezTo>
                  <a:cubicBezTo>
                    <a:pt x="349" y="74"/>
                    <a:pt x="331" y="32"/>
                    <a:pt x="302" y="0"/>
                  </a:cubicBezTo>
                  <a:close/>
                </a:path>
              </a:pathLst>
            </a:custGeom>
            <a:solidFill>
              <a:srgbClr val="3A8FCB"/>
            </a:solidFill>
            <a:ln w="3810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8" name="Freeform 17"/>
            <p:cNvSpPr>
              <a:spLocks/>
            </p:cNvSpPr>
            <p:nvPr/>
          </p:nvSpPr>
          <p:spPr bwMode="auto">
            <a:xfrm>
              <a:off x="1449388" y="419100"/>
              <a:ext cx="511175" cy="506412"/>
            </a:xfrm>
            <a:custGeom>
              <a:avLst/>
              <a:gdLst>
                <a:gd name="T0" fmla="*/ 62 w 136"/>
                <a:gd name="T1" fmla="*/ 63 h 135"/>
                <a:gd name="T2" fmla="*/ 51 w 136"/>
                <a:gd name="T3" fmla="*/ 52 h 135"/>
                <a:gd name="T4" fmla="*/ 51 w 136"/>
                <a:gd name="T5" fmla="*/ 52 h 135"/>
                <a:gd name="T6" fmla="*/ 50 w 136"/>
                <a:gd name="T7" fmla="*/ 52 h 135"/>
                <a:gd name="T8" fmla="*/ 50 w 136"/>
                <a:gd name="T9" fmla="*/ 52 h 135"/>
                <a:gd name="T10" fmla="*/ 50 w 136"/>
                <a:gd name="T11" fmla="*/ 52 h 135"/>
                <a:gd name="T12" fmla="*/ 49 w 136"/>
                <a:gd name="T13" fmla="*/ 48 h 135"/>
                <a:gd name="T14" fmla="*/ 51 w 136"/>
                <a:gd name="T15" fmla="*/ 43 h 135"/>
                <a:gd name="T16" fmla="*/ 55 w 136"/>
                <a:gd name="T17" fmla="*/ 41 h 135"/>
                <a:gd name="T18" fmla="*/ 75 w 136"/>
                <a:gd name="T19" fmla="*/ 41 h 135"/>
                <a:gd name="T20" fmla="*/ 136 w 136"/>
                <a:gd name="T21" fmla="*/ 102 h 135"/>
                <a:gd name="T22" fmla="*/ 136 w 136"/>
                <a:gd name="T23" fmla="*/ 30 h 135"/>
                <a:gd name="T24" fmla="*/ 106 w 136"/>
                <a:gd name="T25" fmla="*/ 0 h 135"/>
                <a:gd name="T26" fmla="*/ 30 w 136"/>
                <a:gd name="T27" fmla="*/ 0 h 135"/>
                <a:gd name="T28" fmla="*/ 0 w 136"/>
                <a:gd name="T29" fmla="*/ 30 h 135"/>
                <a:gd name="T30" fmla="*/ 0 w 136"/>
                <a:gd name="T31" fmla="*/ 105 h 135"/>
                <a:gd name="T32" fmla="*/ 30 w 136"/>
                <a:gd name="T33" fmla="*/ 135 h 135"/>
                <a:gd name="T34" fmla="*/ 103 w 136"/>
                <a:gd name="T35" fmla="*/ 135 h 135"/>
                <a:gd name="T36" fmla="*/ 62 w 136"/>
                <a:gd name="T37" fmla="*/ 94 h 135"/>
                <a:gd name="T38" fmla="*/ 62 w 136"/>
                <a:gd name="T39" fmla="*/ 63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6" h="135">
                  <a:moveTo>
                    <a:pt x="62" y="63"/>
                  </a:moveTo>
                  <a:cubicBezTo>
                    <a:pt x="51" y="52"/>
                    <a:pt x="51" y="52"/>
                    <a:pt x="51" y="52"/>
                  </a:cubicBezTo>
                  <a:cubicBezTo>
                    <a:pt x="51" y="52"/>
                    <a:pt x="51" y="52"/>
                    <a:pt x="51" y="52"/>
                  </a:cubicBezTo>
                  <a:cubicBezTo>
                    <a:pt x="50" y="52"/>
                    <a:pt x="50" y="52"/>
                    <a:pt x="50" y="52"/>
                  </a:cubicBezTo>
                  <a:cubicBezTo>
                    <a:pt x="50" y="52"/>
                    <a:pt x="50" y="52"/>
                    <a:pt x="50" y="52"/>
                  </a:cubicBezTo>
                  <a:cubicBezTo>
                    <a:pt x="50" y="52"/>
                    <a:pt x="50" y="52"/>
                    <a:pt x="50" y="52"/>
                  </a:cubicBezTo>
                  <a:cubicBezTo>
                    <a:pt x="49" y="51"/>
                    <a:pt x="49" y="49"/>
                    <a:pt x="49" y="48"/>
                  </a:cubicBezTo>
                  <a:cubicBezTo>
                    <a:pt x="49" y="46"/>
                    <a:pt x="49" y="44"/>
                    <a:pt x="51" y="43"/>
                  </a:cubicBezTo>
                  <a:cubicBezTo>
                    <a:pt x="52" y="42"/>
                    <a:pt x="53" y="41"/>
                    <a:pt x="55" y="41"/>
                  </a:cubicBezTo>
                  <a:cubicBezTo>
                    <a:pt x="75" y="41"/>
                    <a:pt x="75" y="41"/>
                    <a:pt x="75" y="41"/>
                  </a:cubicBezTo>
                  <a:cubicBezTo>
                    <a:pt x="136" y="102"/>
                    <a:pt x="136" y="102"/>
                    <a:pt x="136" y="102"/>
                  </a:cubicBezTo>
                  <a:cubicBezTo>
                    <a:pt x="136" y="30"/>
                    <a:pt x="136" y="30"/>
                    <a:pt x="136" y="30"/>
                  </a:cubicBezTo>
                  <a:cubicBezTo>
                    <a:pt x="136" y="13"/>
                    <a:pt x="123" y="0"/>
                    <a:pt x="106" y="0"/>
                  </a:cubicBezTo>
                  <a:cubicBezTo>
                    <a:pt x="30" y="0"/>
                    <a:pt x="30" y="0"/>
                    <a:pt x="30" y="0"/>
                  </a:cubicBezTo>
                  <a:cubicBezTo>
                    <a:pt x="14" y="0"/>
                    <a:pt x="0" y="13"/>
                    <a:pt x="0" y="30"/>
                  </a:cubicBezTo>
                  <a:cubicBezTo>
                    <a:pt x="0" y="105"/>
                    <a:pt x="0" y="105"/>
                    <a:pt x="0" y="105"/>
                  </a:cubicBezTo>
                  <a:cubicBezTo>
                    <a:pt x="0" y="122"/>
                    <a:pt x="14" y="135"/>
                    <a:pt x="30" y="135"/>
                  </a:cubicBezTo>
                  <a:cubicBezTo>
                    <a:pt x="103" y="135"/>
                    <a:pt x="103" y="135"/>
                    <a:pt x="103" y="135"/>
                  </a:cubicBezTo>
                  <a:cubicBezTo>
                    <a:pt x="62" y="94"/>
                    <a:pt x="62" y="94"/>
                    <a:pt x="62" y="94"/>
                  </a:cubicBezTo>
                  <a:lnTo>
                    <a:pt x="62" y="63"/>
                  </a:lnTo>
                  <a:close/>
                </a:path>
              </a:pathLst>
            </a:custGeom>
            <a:solidFill>
              <a:srgbClr val="3A8FCB">
                <a:alpha val="40000"/>
              </a:srgbClr>
            </a:solidFill>
            <a:ln w="3810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9" name="Freeform 18"/>
            <p:cNvSpPr>
              <a:spLocks/>
            </p:cNvSpPr>
            <p:nvPr/>
          </p:nvSpPr>
          <p:spPr bwMode="auto">
            <a:xfrm>
              <a:off x="1633538" y="573088"/>
              <a:ext cx="327025" cy="352425"/>
            </a:xfrm>
            <a:custGeom>
              <a:avLst/>
              <a:gdLst>
                <a:gd name="T0" fmla="*/ 87 w 87"/>
                <a:gd name="T1" fmla="*/ 64 h 94"/>
                <a:gd name="T2" fmla="*/ 87 w 87"/>
                <a:gd name="T3" fmla="*/ 61 h 94"/>
                <a:gd name="T4" fmla="*/ 26 w 87"/>
                <a:gd name="T5" fmla="*/ 0 h 94"/>
                <a:gd name="T6" fmla="*/ 6 w 87"/>
                <a:gd name="T7" fmla="*/ 0 h 94"/>
                <a:gd name="T8" fmla="*/ 2 w 87"/>
                <a:gd name="T9" fmla="*/ 2 h 94"/>
                <a:gd name="T10" fmla="*/ 0 w 87"/>
                <a:gd name="T11" fmla="*/ 7 h 94"/>
                <a:gd name="T12" fmla="*/ 1 w 87"/>
                <a:gd name="T13" fmla="*/ 11 h 94"/>
                <a:gd name="T14" fmla="*/ 1 w 87"/>
                <a:gd name="T15" fmla="*/ 11 h 94"/>
                <a:gd name="T16" fmla="*/ 1 w 87"/>
                <a:gd name="T17" fmla="*/ 11 h 94"/>
                <a:gd name="T18" fmla="*/ 2 w 87"/>
                <a:gd name="T19" fmla="*/ 11 h 94"/>
                <a:gd name="T20" fmla="*/ 2 w 87"/>
                <a:gd name="T21" fmla="*/ 11 h 94"/>
                <a:gd name="T22" fmla="*/ 13 w 87"/>
                <a:gd name="T23" fmla="*/ 22 h 94"/>
                <a:gd name="T24" fmla="*/ 13 w 87"/>
                <a:gd name="T25" fmla="*/ 53 h 94"/>
                <a:gd name="T26" fmla="*/ 54 w 87"/>
                <a:gd name="T27" fmla="*/ 94 h 94"/>
                <a:gd name="T28" fmla="*/ 57 w 87"/>
                <a:gd name="T29" fmla="*/ 94 h 94"/>
                <a:gd name="T30" fmla="*/ 87 w 87"/>
                <a:gd name="T31" fmla="*/ 6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94">
                  <a:moveTo>
                    <a:pt x="87" y="64"/>
                  </a:moveTo>
                  <a:cubicBezTo>
                    <a:pt x="87" y="61"/>
                    <a:pt x="87" y="61"/>
                    <a:pt x="87" y="61"/>
                  </a:cubicBezTo>
                  <a:cubicBezTo>
                    <a:pt x="26" y="0"/>
                    <a:pt x="26" y="0"/>
                    <a:pt x="26" y="0"/>
                  </a:cubicBezTo>
                  <a:cubicBezTo>
                    <a:pt x="6" y="0"/>
                    <a:pt x="6" y="0"/>
                    <a:pt x="6" y="0"/>
                  </a:cubicBezTo>
                  <a:cubicBezTo>
                    <a:pt x="4" y="0"/>
                    <a:pt x="3" y="1"/>
                    <a:pt x="2" y="2"/>
                  </a:cubicBezTo>
                  <a:cubicBezTo>
                    <a:pt x="0" y="3"/>
                    <a:pt x="0" y="5"/>
                    <a:pt x="0" y="7"/>
                  </a:cubicBezTo>
                  <a:cubicBezTo>
                    <a:pt x="0" y="8"/>
                    <a:pt x="0" y="10"/>
                    <a:pt x="1" y="11"/>
                  </a:cubicBezTo>
                  <a:cubicBezTo>
                    <a:pt x="1" y="11"/>
                    <a:pt x="1" y="11"/>
                    <a:pt x="1" y="11"/>
                  </a:cubicBezTo>
                  <a:cubicBezTo>
                    <a:pt x="1" y="11"/>
                    <a:pt x="1" y="11"/>
                    <a:pt x="1" y="11"/>
                  </a:cubicBezTo>
                  <a:cubicBezTo>
                    <a:pt x="1" y="11"/>
                    <a:pt x="1" y="11"/>
                    <a:pt x="2" y="11"/>
                  </a:cubicBezTo>
                  <a:cubicBezTo>
                    <a:pt x="2" y="11"/>
                    <a:pt x="2" y="11"/>
                    <a:pt x="2" y="11"/>
                  </a:cubicBezTo>
                  <a:cubicBezTo>
                    <a:pt x="13" y="22"/>
                    <a:pt x="13" y="22"/>
                    <a:pt x="13" y="22"/>
                  </a:cubicBezTo>
                  <a:cubicBezTo>
                    <a:pt x="13" y="53"/>
                    <a:pt x="13" y="53"/>
                    <a:pt x="13" y="53"/>
                  </a:cubicBezTo>
                  <a:cubicBezTo>
                    <a:pt x="54" y="94"/>
                    <a:pt x="54" y="94"/>
                    <a:pt x="54" y="94"/>
                  </a:cubicBezTo>
                  <a:cubicBezTo>
                    <a:pt x="57" y="94"/>
                    <a:pt x="57" y="94"/>
                    <a:pt x="57" y="94"/>
                  </a:cubicBezTo>
                  <a:cubicBezTo>
                    <a:pt x="74" y="94"/>
                    <a:pt x="87" y="81"/>
                    <a:pt x="87" y="64"/>
                  </a:cubicBezTo>
                  <a:close/>
                </a:path>
              </a:pathLst>
            </a:custGeom>
            <a:solidFill>
              <a:srgbClr val="3A8FCB"/>
            </a:solidFill>
            <a:ln w="3810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0" name="Freeform 19"/>
            <p:cNvSpPr>
              <a:spLocks/>
            </p:cNvSpPr>
            <p:nvPr/>
          </p:nvSpPr>
          <p:spPr bwMode="auto">
            <a:xfrm>
              <a:off x="1633538" y="573088"/>
              <a:ext cx="98425" cy="198437"/>
            </a:xfrm>
            <a:custGeom>
              <a:avLst/>
              <a:gdLst>
                <a:gd name="T0" fmla="*/ 6 w 26"/>
                <a:gd name="T1" fmla="*/ 13 h 53"/>
                <a:gd name="T2" fmla="*/ 2 w 26"/>
                <a:gd name="T3" fmla="*/ 11 h 53"/>
                <a:gd name="T4" fmla="*/ 0 w 26"/>
                <a:gd name="T5" fmla="*/ 7 h 53"/>
                <a:gd name="T6" fmla="*/ 2 w 26"/>
                <a:gd name="T7" fmla="*/ 2 h 53"/>
                <a:gd name="T8" fmla="*/ 6 w 26"/>
                <a:gd name="T9" fmla="*/ 0 h 53"/>
                <a:gd name="T10" fmla="*/ 26 w 26"/>
                <a:gd name="T11" fmla="*/ 0 h 53"/>
                <a:gd name="T12" fmla="*/ 26 w 26"/>
                <a:gd name="T13" fmla="*/ 53 h 53"/>
                <a:gd name="T14" fmla="*/ 13 w 26"/>
                <a:gd name="T15" fmla="*/ 53 h 53"/>
                <a:gd name="T16" fmla="*/ 13 w 26"/>
                <a:gd name="T17" fmla="*/ 13 h 53"/>
                <a:gd name="T18" fmla="*/ 6 w 26"/>
                <a:gd name="T19" fmla="*/ 1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53">
                  <a:moveTo>
                    <a:pt x="6" y="13"/>
                  </a:moveTo>
                  <a:cubicBezTo>
                    <a:pt x="4" y="13"/>
                    <a:pt x="3" y="13"/>
                    <a:pt x="2" y="11"/>
                  </a:cubicBezTo>
                  <a:cubicBezTo>
                    <a:pt x="0" y="10"/>
                    <a:pt x="0" y="8"/>
                    <a:pt x="0" y="7"/>
                  </a:cubicBezTo>
                  <a:cubicBezTo>
                    <a:pt x="0" y="5"/>
                    <a:pt x="0" y="3"/>
                    <a:pt x="2" y="2"/>
                  </a:cubicBezTo>
                  <a:cubicBezTo>
                    <a:pt x="3" y="1"/>
                    <a:pt x="4" y="0"/>
                    <a:pt x="6" y="0"/>
                  </a:cubicBezTo>
                  <a:cubicBezTo>
                    <a:pt x="26" y="0"/>
                    <a:pt x="26" y="0"/>
                    <a:pt x="26" y="0"/>
                  </a:cubicBezTo>
                  <a:cubicBezTo>
                    <a:pt x="26" y="53"/>
                    <a:pt x="26" y="53"/>
                    <a:pt x="26" y="53"/>
                  </a:cubicBezTo>
                  <a:cubicBezTo>
                    <a:pt x="13" y="53"/>
                    <a:pt x="13" y="53"/>
                    <a:pt x="13" y="53"/>
                  </a:cubicBezTo>
                  <a:cubicBezTo>
                    <a:pt x="13" y="13"/>
                    <a:pt x="13" y="13"/>
                    <a:pt x="13" y="13"/>
                  </a:cubicBezTo>
                  <a:lnTo>
                    <a:pt x="6"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20"/>
            <p:cNvSpPr>
              <a:spLocks/>
            </p:cNvSpPr>
            <p:nvPr/>
          </p:nvSpPr>
          <p:spPr bwMode="auto">
            <a:xfrm>
              <a:off x="2212975" y="1774825"/>
              <a:ext cx="1120775" cy="1119187"/>
            </a:xfrm>
            <a:custGeom>
              <a:avLst/>
              <a:gdLst>
                <a:gd name="T0" fmla="*/ 27 w 298"/>
                <a:gd name="T1" fmla="*/ 74 h 298"/>
                <a:gd name="T2" fmla="*/ 121 w 298"/>
                <a:gd name="T3" fmla="*/ 38 h 298"/>
                <a:gd name="T4" fmla="*/ 260 w 298"/>
                <a:gd name="T5" fmla="*/ 178 h 298"/>
                <a:gd name="T6" fmla="*/ 224 w 298"/>
                <a:gd name="T7" fmla="*/ 272 h 298"/>
                <a:gd name="T8" fmla="*/ 251 w 298"/>
                <a:gd name="T9" fmla="*/ 298 h 298"/>
                <a:gd name="T10" fmla="*/ 298 w 298"/>
                <a:gd name="T11" fmla="*/ 178 h 298"/>
                <a:gd name="T12" fmla="*/ 121 w 298"/>
                <a:gd name="T13" fmla="*/ 0 h 298"/>
                <a:gd name="T14" fmla="*/ 0 w 298"/>
                <a:gd name="T15" fmla="*/ 47 h 298"/>
                <a:gd name="T16" fmla="*/ 27 w 298"/>
                <a:gd name="T17" fmla="*/ 74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8" h="298">
                  <a:moveTo>
                    <a:pt x="27" y="74"/>
                  </a:moveTo>
                  <a:cubicBezTo>
                    <a:pt x="52" y="52"/>
                    <a:pt x="84" y="38"/>
                    <a:pt x="121" y="38"/>
                  </a:cubicBezTo>
                  <a:cubicBezTo>
                    <a:pt x="198" y="38"/>
                    <a:pt x="260" y="100"/>
                    <a:pt x="260" y="178"/>
                  </a:cubicBezTo>
                  <a:cubicBezTo>
                    <a:pt x="260" y="214"/>
                    <a:pt x="247" y="247"/>
                    <a:pt x="224" y="272"/>
                  </a:cubicBezTo>
                  <a:cubicBezTo>
                    <a:pt x="251" y="298"/>
                    <a:pt x="251" y="298"/>
                    <a:pt x="251" y="298"/>
                  </a:cubicBezTo>
                  <a:cubicBezTo>
                    <a:pt x="280" y="266"/>
                    <a:pt x="298" y="224"/>
                    <a:pt x="298" y="178"/>
                  </a:cubicBezTo>
                  <a:cubicBezTo>
                    <a:pt x="298" y="80"/>
                    <a:pt x="219" y="0"/>
                    <a:pt x="121" y="0"/>
                  </a:cubicBezTo>
                  <a:cubicBezTo>
                    <a:pt x="74" y="0"/>
                    <a:pt x="32" y="18"/>
                    <a:pt x="0" y="47"/>
                  </a:cubicBezTo>
                  <a:lnTo>
                    <a:pt x="27" y="74"/>
                  </a:lnTo>
                  <a:close/>
                </a:path>
              </a:pathLst>
            </a:custGeom>
            <a:solidFill>
              <a:srgbClr val="29414F">
                <a:alpha val="69804"/>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 name="Freeform 21"/>
            <p:cNvSpPr>
              <a:spLocks/>
            </p:cNvSpPr>
            <p:nvPr/>
          </p:nvSpPr>
          <p:spPr bwMode="auto">
            <a:xfrm>
              <a:off x="1998663" y="2000250"/>
              <a:ext cx="1109662" cy="1108075"/>
            </a:xfrm>
            <a:custGeom>
              <a:avLst/>
              <a:gdLst>
                <a:gd name="T0" fmla="*/ 269 w 295"/>
                <a:gd name="T1" fmla="*/ 224 h 295"/>
                <a:gd name="T2" fmla="*/ 178 w 295"/>
                <a:gd name="T3" fmla="*/ 257 h 295"/>
                <a:gd name="T4" fmla="*/ 38 w 295"/>
                <a:gd name="T5" fmla="*/ 118 h 295"/>
                <a:gd name="T6" fmla="*/ 72 w 295"/>
                <a:gd name="T7" fmla="*/ 27 h 295"/>
                <a:gd name="T8" fmla="*/ 45 w 295"/>
                <a:gd name="T9" fmla="*/ 0 h 295"/>
                <a:gd name="T10" fmla="*/ 0 w 295"/>
                <a:gd name="T11" fmla="*/ 118 h 295"/>
                <a:gd name="T12" fmla="*/ 178 w 295"/>
                <a:gd name="T13" fmla="*/ 295 h 295"/>
                <a:gd name="T14" fmla="*/ 295 w 295"/>
                <a:gd name="T15" fmla="*/ 250 h 295"/>
                <a:gd name="T16" fmla="*/ 269 w 295"/>
                <a:gd name="T17" fmla="*/ 224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5" h="295">
                  <a:moveTo>
                    <a:pt x="269" y="224"/>
                  </a:moveTo>
                  <a:cubicBezTo>
                    <a:pt x="244" y="245"/>
                    <a:pt x="212" y="257"/>
                    <a:pt x="178" y="257"/>
                  </a:cubicBezTo>
                  <a:cubicBezTo>
                    <a:pt x="100" y="257"/>
                    <a:pt x="38" y="195"/>
                    <a:pt x="38" y="118"/>
                  </a:cubicBezTo>
                  <a:cubicBezTo>
                    <a:pt x="38" y="83"/>
                    <a:pt x="51" y="51"/>
                    <a:pt x="72" y="27"/>
                  </a:cubicBezTo>
                  <a:cubicBezTo>
                    <a:pt x="45" y="0"/>
                    <a:pt x="45" y="0"/>
                    <a:pt x="45" y="0"/>
                  </a:cubicBezTo>
                  <a:cubicBezTo>
                    <a:pt x="17" y="31"/>
                    <a:pt x="0" y="73"/>
                    <a:pt x="0" y="118"/>
                  </a:cubicBezTo>
                  <a:cubicBezTo>
                    <a:pt x="0" y="216"/>
                    <a:pt x="80" y="295"/>
                    <a:pt x="178" y="295"/>
                  </a:cubicBezTo>
                  <a:cubicBezTo>
                    <a:pt x="223" y="295"/>
                    <a:pt x="264" y="278"/>
                    <a:pt x="295" y="250"/>
                  </a:cubicBezTo>
                  <a:lnTo>
                    <a:pt x="269" y="224"/>
                  </a:lnTo>
                  <a:close/>
                </a:path>
              </a:pathLst>
            </a:custGeom>
            <a:solidFill>
              <a:srgbClr val="29414F">
                <a:alpha val="69804"/>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3" name="Freeform 22"/>
            <p:cNvSpPr>
              <a:spLocks/>
            </p:cNvSpPr>
            <p:nvPr/>
          </p:nvSpPr>
          <p:spPr bwMode="auto">
            <a:xfrm>
              <a:off x="2062163" y="1582738"/>
              <a:ext cx="417512" cy="319087"/>
            </a:xfrm>
            <a:custGeom>
              <a:avLst/>
              <a:gdLst>
                <a:gd name="T0" fmla="*/ 111 w 111"/>
                <a:gd name="T1" fmla="*/ 38 h 85"/>
                <a:gd name="T2" fmla="*/ 111 w 111"/>
                <a:gd name="T3" fmla="*/ 0 h 85"/>
                <a:gd name="T4" fmla="*/ 0 w 111"/>
                <a:gd name="T5" fmla="*/ 58 h 85"/>
                <a:gd name="T6" fmla="*/ 27 w 111"/>
                <a:gd name="T7" fmla="*/ 85 h 85"/>
                <a:gd name="T8" fmla="*/ 111 w 111"/>
                <a:gd name="T9" fmla="*/ 38 h 85"/>
              </a:gdLst>
              <a:ahLst/>
              <a:cxnLst>
                <a:cxn ang="0">
                  <a:pos x="T0" y="T1"/>
                </a:cxn>
                <a:cxn ang="0">
                  <a:pos x="T2" y="T3"/>
                </a:cxn>
                <a:cxn ang="0">
                  <a:pos x="T4" y="T5"/>
                </a:cxn>
                <a:cxn ang="0">
                  <a:pos x="T6" y="T7"/>
                </a:cxn>
                <a:cxn ang="0">
                  <a:pos x="T8" y="T9"/>
                </a:cxn>
              </a:cxnLst>
              <a:rect l="0" t="0" r="r" b="b"/>
              <a:pathLst>
                <a:path w="111" h="85">
                  <a:moveTo>
                    <a:pt x="111" y="38"/>
                  </a:moveTo>
                  <a:cubicBezTo>
                    <a:pt x="111" y="0"/>
                    <a:pt x="111" y="0"/>
                    <a:pt x="111" y="0"/>
                  </a:cubicBezTo>
                  <a:cubicBezTo>
                    <a:pt x="69" y="9"/>
                    <a:pt x="31" y="30"/>
                    <a:pt x="0" y="58"/>
                  </a:cubicBezTo>
                  <a:cubicBezTo>
                    <a:pt x="27" y="85"/>
                    <a:pt x="27" y="85"/>
                    <a:pt x="27" y="85"/>
                  </a:cubicBezTo>
                  <a:cubicBezTo>
                    <a:pt x="50" y="63"/>
                    <a:pt x="79" y="47"/>
                    <a:pt x="111" y="38"/>
                  </a:cubicBezTo>
                  <a:close/>
                </a:path>
              </a:pathLst>
            </a:custGeom>
            <a:solidFill>
              <a:srgbClr val="29414F"/>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4" name="Freeform 23"/>
            <p:cNvSpPr>
              <a:spLocks/>
            </p:cNvSpPr>
            <p:nvPr/>
          </p:nvSpPr>
          <p:spPr bwMode="auto">
            <a:xfrm>
              <a:off x="3205163" y="2135188"/>
              <a:ext cx="342900" cy="909637"/>
            </a:xfrm>
            <a:custGeom>
              <a:avLst/>
              <a:gdLst>
                <a:gd name="T0" fmla="*/ 0 w 91"/>
                <a:gd name="T1" fmla="*/ 216 h 242"/>
                <a:gd name="T2" fmla="*/ 27 w 91"/>
                <a:gd name="T3" fmla="*/ 242 h 242"/>
                <a:gd name="T4" fmla="*/ 91 w 91"/>
                <a:gd name="T5" fmla="*/ 82 h 242"/>
                <a:gd name="T6" fmla="*/ 76 w 91"/>
                <a:gd name="T7" fmla="*/ 0 h 242"/>
                <a:gd name="T8" fmla="*/ 35 w 91"/>
                <a:gd name="T9" fmla="*/ 0 h 242"/>
                <a:gd name="T10" fmla="*/ 53 w 91"/>
                <a:gd name="T11" fmla="*/ 82 h 242"/>
                <a:gd name="T12" fmla="*/ 0 w 91"/>
                <a:gd name="T13" fmla="*/ 216 h 242"/>
              </a:gdLst>
              <a:ahLst/>
              <a:cxnLst>
                <a:cxn ang="0">
                  <a:pos x="T0" y="T1"/>
                </a:cxn>
                <a:cxn ang="0">
                  <a:pos x="T2" y="T3"/>
                </a:cxn>
                <a:cxn ang="0">
                  <a:pos x="T4" y="T5"/>
                </a:cxn>
                <a:cxn ang="0">
                  <a:pos x="T6" y="T7"/>
                </a:cxn>
                <a:cxn ang="0">
                  <a:pos x="T8" y="T9"/>
                </a:cxn>
                <a:cxn ang="0">
                  <a:pos x="T10" y="T11"/>
                </a:cxn>
                <a:cxn ang="0">
                  <a:pos x="T12" y="T13"/>
                </a:cxn>
              </a:cxnLst>
              <a:rect l="0" t="0" r="r" b="b"/>
              <a:pathLst>
                <a:path w="91" h="242">
                  <a:moveTo>
                    <a:pt x="0" y="216"/>
                  </a:moveTo>
                  <a:cubicBezTo>
                    <a:pt x="27" y="242"/>
                    <a:pt x="27" y="242"/>
                    <a:pt x="27" y="242"/>
                  </a:cubicBezTo>
                  <a:cubicBezTo>
                    <a:pt x="66" y="200"/>
                    <a:pt x="91" y="144"/>
                    <a:pt x="91" y="82"/>
                  </a:cubicBezTo>
                  <a:cubicBezTo>
                    <a:pt x="91" y="53"/>
                    <a:pt x="86" y="26"/>
                    <a:pt x="76" y="0"/>
                  </a:cubicBezTo>
                  <a:cubicBezTo>
                    <a:pt x="35" y="0"/>
                    <a:pt x="35" y="0"/>
                    <a:pt x="35" y="0"/>
                  </a:cubicBezTo>
                  <a:cubicBezTo>
                    <a:pt x="47" y="25"/>
                    <a:pt x="53" y="53"/>
                    <a:pt x="53" y="82"/>
                  </a:cubicBezTo>
                  <a:cubicBezTo>
                    <a:pt x="53" y="133"/>
                    <a:pt x="33" y="181"/>
                    <a:pt x="0" y="216"/>
                  </a:cubicBezTo>
                  <a:close/>
                </a:path>
              </a:pathLst>
            </a:custGeom>
            <a:solidFill>
              <a:srgbClr val="29414F"/>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5" name="Freeform 24"/>
            <p:cNvSpPr>
              <a:spLocks/>
            </p:cNvSpPr>
            <p:nvPr/>
          </p:nvSpPr>
          <p:spPr bwMode="auto">
            <a:xfrm>
              <a:off x="1784350" y="1849438"/>
              <a:ext cx="1473200" cy="1473200"/>
            </a:xfrm>
            <a:custGeom>
              <a:avLst/>
              <a:gdLst>
                <a:gd name="T0" fmla="*/ 235 w 392"/>
                <a:gd name="T1" fmla="*/ 392 h 392"/>
                <a:gd name="T2" fmla="*/ 392 w 392"/>
                <a:gd name="T3" fmla="*/ 331 h 392"/>
                <a:gd name="T4" fmla="*/ 366 w 392"/>
                <a:gd name="T5" fmla="*/ 304 h 392"/>
                <a:gd name="T6" fmla="*/ 235 w 392"/>
                <a:gd name="T7" fmla="*/ 354 h 392"/>
                <a:gd name="T8" fmla="*/ 38 w 392"/>
                <a:gd name="T9" fmla="*/ 158 h 392"/>
                <a:gd name="T10" fmla="*/ 88 w 392"/>
                <a:gd name="T11" fmla="*/ 26 h 392"/>
                <a:gd name="T12" fmla="*/ 62 w 392"/>
                <a:gd name="T13" fmla="*/ 0 h 392"/>
                <a:gd name="T14" fmla="*/ 0 w 392"/>
                <a:gd name="T15" fmla="*/ 158 h 392"/>
                <a:gd name="T16" fmla="*/ 64 w 392"/>
                <a:gd name="T17" fmla="*/ 318 h 392"/>
                <a:gd name="T18" fmla="*/ 8 w 392"/>
                <a:gd name="T19" fmla="*/ 374 h 392"/>
                <a:gd name="T20" fmla="*/ 20 w 392"/>
                <a:gd name="T21" fmla="*/ 387 h 392"/>
                <a:gd name="T22" fmla="*/ 77 w 392"/>
                <a:gd name="T23" fmla="*/ 331 h 392"/>
                <a:gd name="T24" fmla="*/ 235 w 392"/>
                <a:gd name="T25" fmla="*/ 392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2" h="392">
                  <a:moveTo>
                    <a:pt x="235" y="392"/>
                  </a:moveTo>
                  <a:cubicBezTo>
                    <a:pt x="295" y="392"/>
                    <a:pt x="351" y="369"/>
                    <a:pt x="392" y="331"/>
                  </a:cubicBezTo>
                  <a:cubicBezTo>
                    <a:pt x="366" y="304"/>
                    <a:pt x="366" y="304"/>
                    <a:pt x="366" y="304"/>
                  </a:cubicBezTo>
                  <a:cubicBezTo>
                    <a:pt x="331" y="335"/>
                    <a:pt x="285" y="354"/>
                    <a:pt x="235" y="354"/>
                  </a:cubicBezTo>
                  <a:cubicBezTo>
                    <a:pt x="126" y="354"/>
                    <a:pt x="38" y="266"/>
                    <a:pt x="38" y="158"/>
                  </a:cubicBezTo>
                  <a:cubicBezTo>
                    <a:pt x="38" y="107"/>
                    <a:pt x="57" y="61"/>
                    <a:pt x="88" y="26"/>
                  </a:cubicBezTo>
                  <a:cubicBezTo>
                    <a:pt x="62" y="0"/>
                    <a:pt x="62" y="0"/>
                    <a:pt x="62" y="0"/>
                  </a:cubicBezTo>
                  <a:cubicBezTo>
                    <a:pt x="24" y="41"/>
                    <a:pt x="0" y="97"/>
                    <a:pt x="0" y="158"/>
                  </a:cubicBezTo>
                  <a:cubicBezTo>
                    <a:pt x="0" y="220"/>
                    <a:pt x="25" y="276"/>
                    <a:pt x="64" y="318"/>
                  </a:cubicBezTo>
                  <a:cubicBezTo>
                    <a:pt x="8" y="374"/>
                    <a:pt x="8" y="374"/>
                    <a:pt x="8" y="374"/>
                  </a:cubicBezTo>
                  <a:cubicBezTo>
                    <a:pt x="20" y="387"/>
                    <a:pt x="20" y="387"/>
                    <a:pt x="20" y="387"/>
                  </a:cubicBezTo>
                  <a:cubicBezTo>
                    <a:pt x="77" y="331"/>
                    <a:pt x="77" y="331"/>
                    <a:pt x="77" y="331"/>
                  </a:cubicBezTo>
                  <a:cubicBezTo>
                    <a:pt x="118" y="369"/>
                    <a:pt x="174" y="392"/>
                    <a:pt x="235" y="392"/>
                  </a:cubicBezTo>
                  <a:close/>
                </a:path>
              </a:pathLst>
            </a:custGeom>
            <a:solidFill>
              <a:srgbClr val="29414F"/>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6" name="Freeform 25"/>
            <p:cNvSpPr>
              <a:spLocks/>
            </p:cNvSpPr>
            <p:nvPr/>
          </p:nvSpPr>
          <p:spPr bwMode="auto">
            <a:xfrm>
              <a:off x="2363788" y="2132013"/>
              <a:ext cx="631825" cy="630237"/>
            </a:xfrm>
            <a:custGeom>
              <a:avLst/>
              <a:gdLst>
                <a:gd name="T0" fmla="*/ 54 w 168"/>
                <a:gd name="T1" fmla="*/ 114 h 168"/>
                <a:gd name="T2" fmla="*/ 52 w 168"/>
                <a:gd name="T3" fmla="*/ 109 h 168"/>
                <a:gd name="T4" fmla="*/ 54 w 168"/>
                <a:gd name="T5" fmla="*/ 103 h 168"/>
                <a:gd name="T6" fmla="*/ 66 w 168"/>
                <a:gd name="T7" fmla="*/ 91 h 168"/>
                <a:gd name="T8" fmla="*/ 54 w 168"/>
                <a:gd name="T9" fmla="*/ 80 h 168"/>
                <a:gd name="T10" fmla="*/ 54 w 168"/>
                <a:gd name="T11" fmla="*/ 80 h 168"/>
                <a:gd name="T12" fmla="*/ 54 w 168"/>
                <a:gd name="T13" fmla="*/ 80 h 168"/>
                <a:gd name="T14" fmla="*/ 52 w 168"/>
                <a:gd name="T15" fmla="*/ 74 h 168"/>
                <a:gd name="T16" fmla="*/ 54 w 168"/>
                <a:gd name="T17" fmla="*/ 68 h 168"/>
                <a:gd name="T18" fmla="*/ 65 w 168"/>
                <a:gd name="T19" fmla="*/ 57 h 168"/>
                <a:gd name="T20" fmla="*/ 79 w 168"/>
                <a:gd name="T21" fmla="*/ 51 h 168"/>
                <a:gd name="T22" fmla="*/ 94 w 168"/>
                <a:gd name="T23" fmla="*/ 57 h 168"/>
                <a:gd name="T24" fmla="*/ 168 w 168"/>
                <a:gd name="T25" fmla="*/ 132 h 168"/>
                <a:gd name="T26" fmla="*/ 168 w 168"/>
                <a:gd name="T27" fmla="*/ 131 h 168"/>
                <a:gd name="T28" fmla="*/ 168 w 168"/>
                <a:gd name="T29" fmla="*/ 37 h 168"/>
                <a:gd name="T30" fmla="*/ 131 w 168"/>
                <a:gd name="T31" fmla="*/ 0 h 168"/>
                <a:gd name="T32" fmla="*/ 37 w 168"/>
                <a:gd name="T33" fmla="*/ 0 h 168"/>
                <a:gd name="T34" fmla="*/ 0 w 168"/>
                <a:gd name="T35" fmla="*/ 37 h 168"/>
                <a:gd name="T36" fmla="*/ 0 w 168"/>
                <a:gd name="T37" fmla="*/ 131 h 168"/>
                <a:gd name="T38" fmla="*/ 37 w 168"/>
                <a:gd name="T39" fmla="*/ 168 h 168"/>
                <a:gd name="T40" fmla="*/ 108 w 168"/>
                <a:gd name="T41" fmla="*/ 168 h 168"/>
                <a:gd name="T42" fmla="*/ 54 w 168"/>
                <a:gd name="T43" fmla="*/ 114 h 168"/>
                <a:gd name="T44" fmla="*/ 54 w 168"/>
                <a:gd name="T45" fmla="*/ 114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8" h="168">
                  <a:moveTo>
                    <a:pt x="54" y="114"/>
                  </a:moveTo>
                  <a:cubicBezTo>
                    <a:pt x="53" y="113"/>
                    <a:pt x="52" y="111"/>
                    <a:pt x="52" y="109"/>
                  </a:cubicBezTo>
                  <a:cubicBezTo>
                    <a:pt x="52" y="106"/>
                    <a:pt x="53" y="104"/>
                    <a:pt x="54" y="103"/>
                  </a:cubicBezTo>
                  <a:cubicBezTo>
                    <a:pt x="66" y="91"/>
                    <a:pt x="66" y="91"/>
                    <a:pt x="66" y="91"/>
                  </a:cubicBezTo>
                  <a:cubicBezTo>
                    <a:pt x="54" y="80"/>
                    <a:pt x="54" y="80"/>
                    <a:pt x="54" y="80"/>
                  </a:cubicBezTo>
                  <a:cubicBezTo>
                    <a:pt x="54" y="80"/>
                    <a:pt x="54" y="80"/>
                    <a:pt x="54" y="80"/>
                  </a:cubicBezTo>
                  <a:cubicBezTo>
                    <a:pt x="54" y="80"/>
                    <a:pt x="54" y="80"/>
                    <a:pt x="54" y="80"/>
                  </a:cubicBezTo>
                  <a:cubicBezTo>
                    <a:pt x="53" y="78"/>
                    <a:pt x="52" y="76"/>
                    <a:pt x="52" y="74"/>
                  </a:cubicBezTo>
                  <a:cubicBezTo>
                    <a:pt x="52" y="72"/>
                    <a:pt x="53" y="70"/>
                    <a:pt x="54" y="68"/>
                  </a:cubicBezTo>
                  <a:cubicBezTo>
                    <a:pt x="65" y="57"/>
                    <a:pt x="65" y="57"/>
                    <a:pt x="65" y="57"/>
                  </a:cubicBezTo>
                  <a:cubicBezTo>
                    <a:pt x="69" y="53"/>
                    <a:pt x="74" y="51"/>
                    <a:pt x="79" y="51"/>
                  </a:cubicBezTo>
                  <a:cubicBezTo>
                    <a:pt x="85" y="51"/>
                    <a:pt x="90" y="53"/>
                    <a:pt x="94" y="57"/>
                  </a:cubicBezTo>
                  <a:cubicBezTo>
                    <a:pt x="168" y="132"/>
                    <a:pt x="168" y="132"/>
                    <a:pt x="168" y="132"/>
                  </a:cubicBezTo>
                  <a:cubicBezTo>
                    <a:pt x="168" y="131"/>
                    <a:pt x="168" y="131"/>
                    <a:pt x="168" y="131"/>
                  </a:cubicBezTo>
                  <a:cubicBezTo>
                    <a:pt x="168" y="37"/>
                    <a:pt x="168" y="37"/>
                    <a:pt x="168" y="37"/>
                  </a:cubicBezTo>
                  <a:cubicBezTo>
                    <a:pt x="168" y="17"/>
                    <a:pt x="152" y="0"/>
                    <a:pt x="131" y="0"/>
                  </a:cubicBezTo>
                  <a:cubicBezTo>
                    <a:pt x="37" y="0"/>
                    <a:pt x="37" y="0"/>
                    <a:pt x="37" y="0"/>
                  </a:cubicBezTo>
                  <a:cubicBezTo>
                    <a:pt x="17" y="0"/>
                    <a:pt x="0" y="17"/>
                    <a:pt x="0" y="37"/>
                  </a:cubicBezTo>
                  <a:cubicBezTo>
                    <a:pt x="0" y="131"/>
                    <a:pt x="0" y="131"/>
                    <a:pt x="0" y="131"/>
                  </a:cubicBezTo>
                  <a:cubicBezTo>
                    <a:pt x="0" y="151"/>
                    <a:pt x="17" y="168"/>
                    <a:pt x="37" y="168"/>
                  </a:cubicBezTo>
                  <a:cubicBezTo>
                    <a:pt x="108" y="168"/>
                    <a:pt x="108" y="168"/>
                    <a:pt x="108" y="168"/>
                  </a:cubicBezTo>
                  <a:cubicBezTo>
                    <a:pt x="54" y="114"/>
                    <a:pt x="54" y="114"/>
                    <a:pt x="54" y="114"/>
                  </a:cubicBezTo>
                  <a:cubicBezTo>
                    <a:pt x="54" y="114"/>
                    <a:pt x="54" y="114"/>
                    <a:pt x="54" y="114"/>
                  </a:cubicBezTo>
                  <a:close/>
                </a:path>
              </a:pathLst>
            </a:custGeom>
            <a:solidFill>
              <a:srgbClr val="29414F">
                <a:alpha val="40000"/>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7" name="Freeform 26"/>
            <p:cNvSpPr>
              <a:spLocks/>
            </p:cNvSpPr>
            <p:nvPr/>
          </p:nvSpPr>
          <p:spPr bwMode="auto">
            <a:xfrm>
              <a:off x="2559050" y="2322513"/>
              <a:ext cx="436562" cy="439737"/>
            </a:xfrm>
            <a:custGeom>
              <a:avLst/>
              <a:gdLst>
                <a:gd name="T0" fmla="*/ 116 w 116"/>
                <a:gd name="T1" fmla="*/ 81 h 117"/>
                <a:gd name="T2" fmla="*/ 42 w 116"/>
                <a:gd name="T3" fmla="*/ 6 h 117"/>
                <a:gd name="T4" fmla="*/ 27 w 116"/>
                <a:gd name="T5" fmla="*/ 0 h 117"/>
                <a:gd name="T6" fmla="*/ 13 w 116"/>
                <a:gd name="T7" fmla="*/ 6 h 117"/>
                <a:gd name="T8" fmla="*/ 2 w 116"/>
                <a:gd name="T9" fmla="*/ 17 h 117"/>
                <a:gd name="T10" fmla="*/ 0 w 116"/>
                <a:gd name="T11" fmla="*/ 23 h 117"/>
                <a:gd name="T12" fmla="*/ 2 w 116"/>
                <a:gd name="T13" fmla="*/ 29 h 117"/>
                <a:gd name="T14" fmla="*/ 2 w 116"/>
                <a:gd name="T15" fmla="*/ 29 h 117"/>
                <a:gd name="T16" fmla="*/ 2 w 116"/>
                <a:gd name="T17" fmla="*/ 29 h 117"/>
                <a:gd name="T18" fmla="*/ 14 w 116"/>
                <a:gd name="T19" fmla="*/ 40 h 117"/>
                <a:gd name="T20" fmla="*/ 2 w 116"/>
                <a:gd name="T21" fmla="*/ 52 h 117"/>
                <a:gd name="T22" fmla="*/ 0 w 116"/>
                <a:gd name="T23" fmla="*/ 58 h 117"/>
                <a:gd name="T24" fmla="*/ 2 w 116"/>
                <a:gd name="T25" fmla="*/ 63 h 117"/>
                <a:gd name="T26" fmla="*/ 2 w 116"/>
                <a:gd name="T27" fmla="*/ 63 h 117"/>
                <a:gd name="T28" fmla="*/ 56 w 116"/>
                <a:gd name="T29" fmla="*/ 117 h 117"/>
                <a:gd name="T30" fmla="*/ 79 w 116"/>
                <a:gd name="T31" fmla="*/ 117 h 117"/>
                <a:gd name="T32" fmla="*/ 116 w 116"/>
                <a:gd name="T33" fmla="*/ 81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6" h="117">
                  <a:moveTo>
                    <a:pt x="116" y="81"/>
                  </a:moveTo>
                  <a:cubicBezTo>
                    <a:pt x="42" y="6"/>
                    <a:pt x="42" y="6"/>
                    <a:pt x="42" y="6"/>
                  </a:cubicBezTo>
                  <a:cubicBezTo>
                    <a:pt x="38" y="2"/>
                    <a:pt x="33" y="0"/>
                    <a:pt x="27" y="0"/>
                  </a:cubicBezTo>
                  <a:cubicBezTo>
                    <a:pt x="22" y="0"/>
                    <a:pt x="17" y="2"/>
                    <a:pt x="13" y="6"/>
                  </a:cubicBezTo>
                  <a:cubicBezTo>
                    <a:pt x="2" y="17"/>
                    <a:pt x="2" y="17"/>
                    <a:pt x="2" y="17"/>
                  </a:cubicBezTo>
                  <a:cubicBezTo>
                    <a:pt x="1" y="19"/>
                    <a:pt x="0" y="21"/>
                    <a:pt x="0" y="23"/>
                  </a:cubicBezTo>
                  <a:cubicBezTo>
                    <a:pt x="0" y="25"/>
                    <a:pt x="1" y="27"/>
                    <a:pt x="2" y="29"/>
                  </a:cubicBezTo>
                  <a:cubicBezTo>
                    <a:pt x="2" y="29"/>
                    <a:pt x="2" y="29"/>
                    <a:pt x="2" y="29"/>
                  </a:cubicBezTo>
                  <a:cubicBezTo>
                    <a:pt x="2" y="29"/>
                    <a:pt x="2" y="29"/>
                    <a:pt x="2" y="29"/>
                  </a:cubicBezTo>
                  <a:cubicBezTo>
                    <a:pt x="14" y="40"/>
                    <a:pt x="14" y="40"/>
                    <a:pt x="14" y="40"/>
                  </a:cubicBezTo>
                  <a:cubicBezTo>
                    <a:pt x="2" y="52"/>
                    <a:pt x="2" y="52"/>
                    <a:pt x="2" y="52"/>
                  </a:cubicBezTo>
                  <a:cubicBezTo>
                    <a:pt x="1" y="53"/>
                    <a:pt x="0" y="55"/>
                    <a:pt x="0" y="58"/>
                  </a:cubicBezTo>
                  <a:cubicBezTo>
                    <a:pt x="0" y="60"/>
                    <a:pt x="1" y="62"/>
                    <a:pt x="2" y="63"/>
                  </a:cubicBezTo>
                  <a:cubicBezTo>
                    <a:pt x="2" y="63"/>
                    <a:pt x="2" y="63"/>
                    <a:pt x="2" y="63"/>
                  </a:cubicBezTo>
                  <a:cubicBezTo>
                    <a:pt x="56" y="117"/>
                    <a:pt x="56" y="117"/>
                    <a:pt x="56" y="117"/>
                  </a:cubicBezTo>
                  <a:cubicBezTo>
                    <a:pt x="79" y="117"/>
                    <a:pt x="79" y="117"/>
                    <a:pt x="79" y="117"/>
                  </a:cubicBezTo>
                  <a:cubicBezTo>
                    <a:pt x="100" y="117"/>
                    <a:pt x="116" y="101"/>
                    <a:pt x="116" y="81"/>
                  </a:cubicBezTo>
                  <a:close/>
                </a:path>
              </a:pathLst>
            </a:custGeom>
            <a:solidFill>
              <a:srgbClr val="29414F"/>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8" name="Freeform 27"/>
            <p:cNvSpPr>
              <a:spLocks/>
            </p:cNvSpPr>
            <p:nvPr/>
          </p:nvSpPr>
          <p:spPr bwMode="auto">
            <a:xfrm>
              <a:off x="2559050" y="2322513"/>
              <a:ext cx="244475" cy="247650"/>
            </a:xfrm>
            <a:custGeom>
              <a:avLst/>
              <a:gdLst>
                <a:gd name="T0" fmla="*/ 25 w 65"/>
                <a:gd name="T1" fmla="*/ 18 h 66"/>
                <a:gd name="T2" fmla="*/ 14 w 65"/>
                <a:gd name="T3" fmla="*/ 29 h 66"/>
                <a:gd name="T4" fmla="*/ 8 w 65"/>
                <a:gd name="T5" fmla="*/ 31 h 66"/>
                <a:gd name="T6" fmla="*/ 2 w 65"/>
                <a:gd name="T7" fmla="*/ 29 h 66"/>
                <a:gd name="T8" fmla="*/ 0 w 65"/>
                <a:gd name="T9" fmla="*/ 23 h 66"/>
                <a:gd name="T10" fmla="*/ 2 w 65"/>
                <a:gd name="T11" fmla="*/ 17 h 66"/>
                <a:gd name="T12" fmla="*/ 13 w 65"/>
                <a:gd name="T13" fmla="*/ 6 h 66"/>
                <a:gd name="T14" fmla="*/ 27 w 65"/>
                <a:gd name="T15" fmla="*/ 0 h 66"/>
                <a:gd name="T16" fmla="*/ 42 w 65"/>
                <a:gd name="T17" fmla="*/ 6 h 66"/>
                <a:gd name="T18" fmla="*/ 48 w 65"/>
                <a:gd name="T19" fmla="*/ 21 h 66"/>
                <a:gd name="T20" fmla="*/ 42 w 65"/>
                <a:gd name="T21" fmla="*/ 35 h 66"/>
                <a:gd name="T22" fmla="*/ 28 w 65"/>
                <a:gd name="T23" fmla="*/ 49 h 66"/>
                <a:gd name="T24" fmla="*/ 65 w 65"/>
                <a:gd name="T25" fmla="*/ 49 h 66"/>
                <a:gd name="T26" fmla="*/ 65 w 65"/>
                <a:gd name="T27" fmla="*/ 66 h 66"/>
                <a:gd name="T28" fmla="*/ 36 w 65"/>
                <a:gd name="T29" fmla="*/ 66 h 66"/>
                <a:gd name="T30" fmla="*/ 8 w 65"/>
                <a:gd name="T31" fmla="*/ 66 h 66"/>
                <a:gd name="T32" fmla="*/ 2 w 65"/>
                <a:gd name="T33" fmla="*/ 63 h 66"/>
                <a:gd name="T34" fmla="*/ 0 w 65"/>
                <a:gd name="T35" fmla="*/ 58 h 66"/>
                <a:gd name="T36" fmla="*/ 2 w 65"/>
                <a:gd name="T37" fmla="*/ 52 h 66"/>
                <a:gd name="T38" fmla="*/ 31 w 65"/>
                <a:gd name="T39" fmla="*/ 23 h 66"/>
                <a:gd name="T40" fmla="*/ 32 w 65"/>
                <a:gd name="T41" fmla="*/ 21 h 66"/>
                <a:gd name="T42" fmla="*/ 31 w 65"/>
                <a:gd name="T43" fmla="*/ 18 h 66"/>
                <a:gd name="T44" fmla="*/ 25 w 65"/>
                <a:gd name="T45" fmla="*/ 18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5" h="66">
                  <a:moveTo>
                    <a:pt x="25" y="18"/>
                  </a:moveTo>
                  <a:cubicBezTo>
                    <a:pt x="14" y="29"/>
                    <a:pt x="14" y="29"/>
                    <a:pt x="14" y="29"/>
                  </a:cubicBezTo>
                  <a:cubicBezTo>
                    <a:pt x="12" y="30"/>
                    <a:pt x="10" y="31"/>
                    <a:pt x="8" y="31"/>
                  </a:cubicBezTo>
                  <a:cubicBezTo>
                    <a:pt x="5" y="31"/>
                    <a:pt x="4" y="30"/>
                    <a:pt x="2" y="29"/>
                  </a:cubicBezTo>
                  <a:cubicBezTo>
                    <a:pt x="1" y="27"/>
                    <a:pt x="0" y="25"/>
                    <a:pt x="0" y="23"/>
                  </a:cubicBezTo>
                  <a:cubicBezTo>
                    <a:pt x="0" y="21"/>
                    <a:pt x="1" y="19"/>
                    <a:pt x="2" y="17"/>
                  </a:cubicBezTo>
                  <a:cubicBezTo>
                    <a:pt x="13" y="6"/>
                    <a:pt x="13" y="6"/>
                    <a:pt x="13" y="6"/>
                  </a:cubicBezTo>
                  <a:cubicBezTo>
                    <a:pt x="17" y="2"/>
                    <a:pt x="22" y="0"/>
                    <a:pt x="27" y="0"/>
                  </a:cubicBezTo>
                  <a:cubicBezTo>
                    <a:pt x="33" y="0"/>
                    <a:pt x="38" y="2"/>
                    <a:pt x="42" y="6"/>
                  </a:cubicBezTo>
                  <a:cubicBezTo>
                    <a:pt x="46" y="10"/>
                    <a:pt x="48" y="15"/>
                    <a:pt x="48" y="21"/>
                  </a:cubicBezTo>
                  <a:cubicBezTo>
                    <a:pt x="48" y="26"/>
                    <a:pt x="46" y="31"/>
                    <a:pt x="42" y="35"/>
                  </a:cubicBezTo>
                  <a:cubicBezTo>
                    <a:pt x="28" y="49"/>
                    <a:pt x="28" y="49"/>
                    <a:pt x="28" y="49"/>
                  </a:cubicBezTo>
                  <a:cubicBezTo>
                    <a:pt x="65" y="49"/>
                    <a:pt x="65" y="49"/>
                    <a:pt x="65" y="49"/>
                  </a:cubicBezTo>
                  <a:cubicBezTo>
                    <a:pt x="65" y="66"/>
                    <a:pt x="65" y="66"/>
                    <a:pt x="65" y="66"/>
                  </a:cubicBezTo>
                  <a:cubicBezTo>
                    <a:pt x="55" y="66"/>
                    <a:pt x="46" y="66"/>
                    <a:pt x="36" y="66"/>
                  </a:cubicBezTo>
                  <a:cubicBezTo>
                    <a:pt x="27" y="66"/>
                    <a:pt x="17" y="66"/>
                    <a:pt x="8" y="66"/>
                  </a:cubicBezTo>
                  <a:cubicBezTo>
                    <a:pt x="6" y="66"/>
                    <a:pt x="4" y="65"/>
                    <a:pt x="2" y="63"/>
                  </a:cubicBezTo>
                  <a:cubicBezTo>
                    <a:pt x="1" y="62"/>
                    <a:pt x="0" y="60"/>
                    <a:pt x="0" y="58"/>
                  </a:cubicBezTo>
                  <a:cubicBezTo>
                    <a:pt x="0" y="55"/>
                    <a:pt x="1" y="53"/>
                    <a:pt x="2" y="52"/>
                  </a:cubicBezTo>
                  <a:cubicBezTo>
                    <a:pt x="31" y="23"/>
                    <a:pt x="31" y="23"/>
                    <a:pt x="31" y="23"/>
                  </a:cubicBezTo>
                  <a:cubicBezTo>
                    <a:pt x="31" y="23"/>
                    <a:pt x="32" y="22"/>
                    <a:pt x="32" y="21"/>
                  </a:cubicBezTo>
                  <a:cubicBezTo>
                    <a:pt x="32" y="19"/>
                    <a:pt x="31" y="19"/>
                    <a:pt x="31" y="18"/>
                  </a:cubicBezTo>
                  <a:cubicBezTo>
                    <a:pt x="29" y="16"/>
                    <a:pt x="27" y="16"/>
                    <a:pt x="25" y="1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28"/>
            <p:cNvSpPr>
              <a:spLocks/>
            </p:cNvSpPr>
            <p:nvPr/>
          </p:nvSpPr>
          <p:spPr bwMode="auto">
            <a:xfrm>
              <a:off x="174625" y="3051175"/>
              <a:ext cx="623887" cy="1262062"/>
            </a:xfrm>
            <a:custGeom>
              <a:avLst/>
              <a:gdLst>
                <a:gd name="T0" fmla="*/ 166 w 166"/>
                <a:gd name="T1" fmla="*/ 301 h 336"/>
                <a:gd name="T2" fmla="*/ 36 w 166"/>
                <a:gd name="T3" fmla="*/ 168 h 336"/>
                <a:gd name="T4" fmla="*/ 166 w 166"/>
                <a:gd name="T5" fmla="*/ 36 h 336"/>
                <a:gd name="T6" fmla="*/ 166 w 166"/>
                <a:gd name="T7" fmla="*/ 0 h 336"/>
                <a:gd name="T8" fmla="*/ 0 w 166"/>
                <a:gd name="T9" fmla="*/ 168 h 336"/>
                <a:gd name="T10" fmla="*/ 166 w 166"/>
                <a:gd name="T11" fmla="*/ 336 h 336"/>
                <a:gd name="T12" fmla="*/ 166 w 166"/>
                <a:gd name="T13" fmla="*/ 301 h 336"/>
              </a:gdLst>
              <a:ahLst/>
              <a:cxnLst>
                <a:cxn ang="0">
                  <a:pos x="T0" y="T1"/>
                </a:cxn>
                <a:cxn ang="0">
                  <a:pos x="T2" y="T3"/>
                </a:cxn>
                <a:cxn ang="0">
                  <a:pos x="T4" y="T5"/>
                </a:cxn>
                <a:cxn ang="0">
                  <a:pos x="T6" y="T7"/>
                </a:cxn>
                <a:cxn ang="0">
                  <a:pos x="T8" y="T9"/>
                </a:cxn>
                <a:cxn ang="0">
                  <a:pos x="T10" y="T11"/>
                </a:cxn>
                <a:cxn ang="0">
                  <a:pos x="T12" y="T13"/>
                </a:cxn>
              </a:cxnLst>
              <a:rect l="0" t="0" r="r" b="b"/>
              <a:pathLst>
                <a:path w="166" h="336">
                  <a:moveTo>
                    <a:pt x="166" y="301"/>
                  </a:moveTo>
                  <a:cubicBezTo>
                    <a:pt x="94" y="299"/>
                    <a:pt x="36" y="241"/>
                    <a:pt x="36" y="168"/>
                  </a:cubicBezTo>
                  <a:cubicBezTo>
                    <a:pt x="36" y="96"/>
                    <a:pt x="94" y="37"/>
                    <a:pt x="166" y="36"/>
                  </a:cubicBezTo>
                  <a:cubicBezTo>
                    <a:pt x="166" y="0"/>
                    <a:pt x="166" y="0"/>
                    <a:pt x="166" y="0"/>
                  </a:cubicBezTo>
                  <a:cubicBezTo>
                    <a:pt x="74" y="2"/>
                    <a:pt x="0" y="76"/>
                    <a:pt x="0" y="168"/>
                  </a:cubicBezTo>
                  <a:cubicBezTo>
                    <a:pt x="0" y="260"/>
                    <a:pt x="74" y="335"/>
                    <a:pt x="166" y="336"/>
                  </a:cubicBezTo>
                  <a:lnTo>
                    <a:pt x="166" y="301"/>
                  </a:lnTo>
                  <a:close/>
                </a:path>
              </a:pathLst>
            </a:custGeom>
            <a:solidFill>
              <a:srgbClr val="219980">
                <a:alpha val="69804"/>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0" name="Freeform 29"/>
            <p:cNvSpPr>
              <a:spLocks/>
            </p:cNvSpPr>
            <p:nvPr/>
          </p:nvSpPr>
          <p:spPr bwMode="auto">
            <a:xfrm>
              <a:off x="844550" y="3055938"/>
              <a:ext cx="593725" cy="1257300"/>
            </a:xfrm>
            <a:custGeom>
              <a:avLst/>
              <a:gdLst>
                <a:gd name="T0" fmla="*/ 0 w 158"/>
                <a:gd name="T1" fmla="*/ 0 h 335"/>
                <a:gd name="T2" fmla="*/ 0 w 158"/>
                <a:gd name="T3" fmla="*/ 36 h 335"/>
                <a:gd name="T4" fmla="*/ 122 w 158"/>
                <a:gd name="T5" fmla="*/ 167 h 335"/>
                <a:gd name="T6" fmla="*/ 0 w 158"/>
                <a:gd name="T7" fmla="*/ 299 h 335"/>
                <a:gd name="T8" fmla="*/ 0 w 158"/>
                <a:gd name="T9" fmla="*/ 335 h 335"/>
                <a:gd name="T10" fmla="*/ 158 w 158"/>
                <a:gd name="T11" fmla="*/ 167 h 335"/>
                <a:gd name="T12" fmla="*/ 0 w 158"/>
                <a:gd name="T13" fmla="*/ 0 h 335"/>
              </a:gdLst>
              <a:ahLst/>
              <a:cxnLst>
                <a:cxn ang="0">
                  <a:pos x="T0" y="T1"/>
                </a:cxn>
                <a:cxn ang="0">
                  <a:pos x="T2" y="T3"/>
                </a:cxn>
                <a:cxn ang="0">
                  <a:pos x="T4" y="T5"/>
                </a:cxn>
                <a:cxn ang="0">
                  <a:pos x="T6" y="T7"/>
                </a:cxn>
                <a:cxn ang="0">
                  <a:pos x="T8" y="T9"/>
                </a:cxn>
                <a:cxn ang="0">
                  <a:pos x="T10" y="T11"/>
                </a:cxn>
                <a:cxn ang="0">
                  <a:pos x="T12" y="T13"/>
                </a:cxn>
              </a:cxnLst>
              <a:rect l="0" t="0" r="r" b="b"/>
              <a:pathLst>
                <a:path w="158" h="335">
                  <a:moveTo>
                    <a:pt x="0" y="0"/>
                  </a:moveTo>
                  <a:cubicBezTo>
                    <a:pt x="0" y="36"/>
                    <a:pt x="0" y="36"/>
                    <a:pt x="0" y="36"/>
                  </a:cubicBezTo>
                  <a:cubicBezTo>
                    <a:pt x="68" y="41"/>
                    <a:pt x="122" y="98"/>
                    <a:pt x="122" y="167"/>
                  </a:cubicBezTo>
                  <a:cubicBezTo>
                    <a:pt x="122" y="237"/>
                    <a:pt x="68" y="294"/>
                    <a:pt x="0" y="299"/>
                  </a:cubicBezTo>
                  <a:cubicBezTo>
                    <a:pt x="0" y="335"/>
                    <a:pt x="0" y="335"/>
                    <a:pt x="0" y="335"/>
                  </a:cubicBezTo>
                  <a:cubicBezTo>
                    <a:pt x="88" y="330"/>
                    <a:pt x="158" y="257"/>
                    <a:pt x="158" y="167"/>
                  </a:cubicBezTo>
                  <a:cubicBezTo>
                    <a:pt x="158" y="78"/>
                    <a:pt x="88" y="5"/>
                    <a:pt x="0" y="0"/>
                  </a:cubicBezTo>
                  <a:close/>
                </a:path>
              </a:pathLst>
            </a:custGeom>
            <a:solidFill>
              <a:srgbClr val="219980">
                <a:alpha val="69804"/>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1" name="Freeform 30"/>
            <p:cNvSpPr>
              <a:spLocks/>
            </p:cNvSpPr>
            <p:nvPr/>
          </p:nvSpPr>
          <p:spPr bwMode="auto">
            <a:xfrm>
              <a:off x="254000" y="2852738"/>
              <a:ext cx="1131887" cy="330200"/>
            </a:xfrm>
            <a:custGeom>
              <a:avLst/>
              <a:gdLst>
                <a:gd name="T0" fmla="*/ 147 w 301"/>
                <a:gd name="T1" fmla="*/ 36 h 88"/>
                <a:gd name="T2" fmla="*/ 276 w 301"/>
                <a:gd name="T3" fmla="*/ 88 h 88"/>
                <a:gd name="T4" fmla="*/ 301 w 301"/>
                <a:gd name="T5" fmla="*/ 63 h 88"/>
                <a:gd name="T6" fmla="*/ 147 w 301"/>
                <a:gd name="T7" fmla="*/ 0 h 88"/>
                <a:gd name="T8" fmla="*/ 0 w 301"/>
                <a:gd name="T9" fmla="*/ 56 h 88"/>
                <a:gd name="T10" fmla="*/ 23 w 301"/>
                <a:gd name="T11" fmla="*/ 83 h 88"/>
                <a:gd name="T12" fmla="*/ 147 w 301"/>
                <a:gd name="T13" fmla="*/ 36 h 88"/>
              </a:gdLst>
              <a:ahLst/>
              <a:cxnLst>
                <a:cxn ang="0">
                  <a:pos x="T0" y="T1"/>
                </a:cxn>
                <a:cxn ang="0">
                  <a:pos x="T2" y="T3"/>
                </a:cxn>
                <a:cxn ang="0">
                  <a:pos x="T4" y="T5"/>
                </a:cxn>
                <a:cxn ang="0">
                  <a:pos x="T6" y="T7"/>
                </a:cxn>
                <a:cxn ang="0">
                  <a:pos x="T8" y="T9"/>
                </a:cxn>
                <a:cxn ang="0">
                  <a:pos x="T10" y="T11"/>
                </a:cxn>
                <a:cxn ang="0">
                  <a:pos x="T12" y="T13"/>
                </a:cxn>
              </a:cxnLst>
              <a:rect l="0" t="0" r="r" b="b"/>
              <a:pathLst>
                <a:path w="301" h="88">
                  <a:moveTo>
                    <a:pt x="147" y="36"/>
                  </a:moveTo>
                  <a:cubicBezTo>
                    <a:pt x="197" y="36"/>
                    <a:pt x="243" y="55"/>
                    <a:pt x="276" y="88"/>
                  </a:cubicBezTo>
                  <a:cubicBezTo>
                    <a:pt x="301" y="63"/>
                    <a:pt x="301" y="63"/>
                    <a:pt x="301" y="63"/>
                  </a:cubicBezTo>
                  <a:cubicBezTo>
                    <a:pt x="261" y="24"/>
                    <a:pt x="207" y="0"/>
                    <a:pt x="147" y="0"/>
                  </a:cubicBezTo>
                  <a:cubicBezTo>
                    <a:pt x="91" y="0"/>
                    <a:pt x="39" y="21"/>
                    <a:pt x="0" y="56"/>
                  </a:cubicBezTo>
                  <a:cubicBezTo>
                    <a:pt x="23" y="83"/>
                    <a:pt x="23" y="83"/>
                    <a:pt x="23" y="83"/>
                  </a:cubicBezTo>
                  <a:cubicBezTo>
                    <a:pt x="56" y="53"/>
                    <a:pt x="100" y="36"/>
                    <a:pt x="147" y="36"/>
                  </a:cubicBezTo>
                  <a:close/>
                </a:path>
              </a:pathLst>
            </a:custGeom>
            <a:solidFill>
              <a:srgbClr val="21998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2" name="Freeform 31"/>
            <p:cNvSpPr>
              <a:spLocks/>
            </p:cNvSpPr>
            <p:nvPr/>
          </p:nvSpPr>
          <p:spPr bwMode="auto">
            <a:xfrm>
              <a:off x="1588" y="3119438"/>
              <a:ext cx="1639887" cy="1397000"/>
            </a:xfrm>
            <a:custGeom>
              <a:avLst/>
              <a:gdLst>
                <a:gd name="T0" fmla="*/ 377 w 436"/>
                <a:gd name="T1" fmla="*/ 0 h 372"/>
                <a:gd name="T2" fmla="*/ 351 w 436"/>
                <a:gd name="T3" fmla="*/ 25 h 372"/>
                <a:gd name="T4" fmla="*/ 400 w 436"/>
                <a:gd name="T5" fmla="*/ 150 h 372"/>
                <a:gd name="T6" fmla="*/ 214 w 436"/>
                <a:gd name="T7" fmla="*/ 336 h 372"/>
                <a:gd name="T8" fmla="*/ 37 w 436"/>
                <a:gd name="T9" fmla="*/ 208 h 372"/>
                <a:gd name="T10" fmla="*/ 0 w 436"/>
                <a:gd name="T11" fmla="*/ 208 h 372"/>
                <a:gd name="T12" fmla="*/ 214 w 436"/>
                <a:gd name="T13" fmla="*/ 372 h 372"/>
                <a:gd name="T14" fmla="*/ 436 w 436"/>
                <a:gd name="T15" fmla="*/ 150 h 372"/>
                <a:gd name="T16" fmla="*/ 377 w 436"/>
                <a:gd name="T17" fmla="*/ 0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6" h="372">
                  <a:moveTo>
                    <a:pt x="377" y="0"/>
                  </a:moveTo>
                  <a:cubicBezTo>
                    <a:pt x="351" y="25"/>
                    <a:pt x="351" y="25"/>
                    <a:pt x="351" y="25"/>
                  </a:cubicBezTo>
                  <a:cubicBezTo>
                    <a:pt x="381" y="58"/>
                    <a:pt x="400" y="102"/>
                    <a:pt x="400" y="150"/>
                  </a:cubicBezTo>
                  <a:cubicBezTo>
                    <a:pt x="400" y="253"/>
                    <a:pt x="317" y="336"/>
                    <a:pt x="214" y="336"/>
                  </a:cubicBezTo>
                  <a:cubicBezTo>
                    <a:pt x="131" y="336"/>
                    <a:pt x="61" y="282"/>
                    <a:pt x="37" y="208"/>
                  </a:cubicBezTo>
                  <a:cubicBezTo>
                    <a:pt x="0" y="208"/>
                    <a:pt x="0" y="208"/>
                    <a:pt x="0" y="208"/>
                  </a:cubicBezTo>
                  <a:cubicBezTo>
                    <a:pt x="25" y="302"/>
                    <a:pt x="112" y="372"/>
                    <a:pt x="214" y="372"/>
                  </a:cubicBezTo>
                  <a:cubicBezTo>
                    <a:pt x="336" y="372"/>
                    <a:pt x="436" y="273"/>
                    <a:pt x="436" y="150"/>
                  </a:cubicBezTo>
                  <a:cubicBezTo>
                    <a:pt x="436" y="92"/>
                    <a:pt x="413" y="40"/>
                    <a:pt x="377" y="0"/>
                  </a:cubicBezTo>
                  <a:close/>
                </a:path>
              </a:pathLst>
            </a:custGeom>
            <a:solidFill>
              <a:srgbClr val="21998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3" name="Freeform 32"/>
            <p:cNvSpPr>
              <a:spLocks/>
            </p:cNvSpPr>
            <p:nvPr/>
          </p:nvSpPr>
          <p:spPr bwMode="auto">
            <a:xfrm>
              <a:off x="515938" y="3378200"/>
              <a:ext cx="609600" cy="608012"/>
            </a:xfrm>
            <a:custGeom>
              <a:avLst/>
              <a:gdLst>
                <a:gd name="T0" fmla="*/ 49 w 162"/>
                <a:gd name="T1" fmla="*/ 96 h 162"/>
                <a:gd name="T2" fmla="*/ 73 w 162"/>
                <a:gd name="T3" fmla="*/ 96 h 162"/>
                <a:gd name="T4" fmla="*/ 65 w 162"/>
                <a:gd name="T5" fmla="*/ 89 h 162"/>
                <a:gd name="T6" fmla="*/ 65 w 162"/>
                <a:gd name="T7" fmla="*/ 81 h 162"/>
                <a:gd name="T8" fmla="*/ 49 w 162"/>
                <a:gd name="T9" fmla="*/ 65 h 162"/>
                <a:gd name="T10" fmla="*/ 49 w 162"/>
                <a:gd name="T11" fmla="*/ 49 h 162"/>
                <a:gd name="T12" fmla="*/ 93 w 162"/>
                <a:gd name="T13" fmla="*/ 49 h 162"/>
                <a:gd name="T14" fmla="*/ 106 w 162"/>
                <a:gd name="T15" fmla="*/ 55 h 162"/>
                <a:gd name="T16" fmla="*/ 162 w 162"/>
                <a:gd name="T17" fmla="*/ 111 h 162"/>
                <a:gd name="T18" fmla="*/ 162 w 162"/>
                <a:gd name="T19" fmla="*/ 36 h 162"/>
                <a:gd name="T20" fmla="*/ 126 w 162"/>
                <a:gd name="T21" fmla="*/ 0 h 162"/>
                <a:gd name="T22" fmla="*/ 36 w 162"/>
                <a:gd name="T23" fmla="*/ 0 h 162"/>
                <a:gd name="T24" fmla="*/ 0 w 162"/>
                <a:gd name="T25" fmla="*/ 36 h 162"/>
                <a:gd name="T26" fmla="*/ 0 w 162"/>
                <a:gd name="T27" fmla="*/ 126 h 162"/>
                <a:gd name="T28" fmla="*/ 36 w 162"/>
                <a:gd name="T29" fmla="*/ 162 h 162"/>
                <a:gd name="T30" fmla="*/ 99 w 162"/>
                <a:gd name="T31" fmla="*/ 162 h 162"/>
                <a:gd name="T32" fmla="*/ 49 w 162"/>
                <a:gd name="T33" fmla="*/ 112 h 162"/>
                <a:gd name="T34" fmla="*/ 49 w 162"/>
                <a:gd name="T35" fmla="*/ 96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2" h="162">
                  <a:moveTo>
                    <a:pt x="49" y="96"/>
                  </a:moveTo>
                  <a:cubicBezTo>
                    <a:pt x="73" y="96"/>
                    <a:pt x="73" y="96"/>
                    <a:pt x="73" y="96"/>
                  </a:cubicBezTo>
                  <a:cubicBezTo>
                    <a:pt x="65" y="89"/>
                    <a:pt x="65" y="89"/>
                    <a:pt x="65" y="89"/>
                  </a:cubicBezTo>
                  <a:cubicBezTo>
                    <a:pt x="65" y="81"/>
                    <a:pt x="65" y="81"/>
                    <a:pt x="65" y="81"/>
                  </a:cubicBezTo>
                  <a:cubicBezTo>
                    <a:pt x="49" y="65"/>
                    <a:pt x="49" y="65"/>
                    <a:pt x="49" y="65"/>
                  </a:cubicBezTo>
                  <a:cubicBezTo>
                    <a:pt x="49" y="49"/>
                    <a:pt x="49" y="49"/>
                    <a:pt x="49" y="49"/>
                  </a:cubicBezTo>
                  <a:cubicBezTo>
                    <a:pt x="93" y="49"/>
                    <a:pt x="93" y="49"/>
                    <a:pt x="93" y="49"/>
                  </a:cubicBezTo>
                  <a:cubicBezTo>
                    <a:pt x="98" y="49"/>
                    <a:pt x="102" y="51"/>
                    <a:pt x="106" y="55"/>
                  </a:cubicBezTo>
                  <a:cubicBezTo>
                    <a:pt x="162" y="111"/>
                    <a:pt x="162" y="111"/>
                    <a:pt x="162" y="111"/>
                  </a:cubicBezTo>
                  <a:cubicBezTo>
                    <a:pt x="162" y="36"/>
                    <a:pt x="162" y="36"/>
                    <a:pt x="162" y="36"/>
                  </a:cubicBezTo>
                  <a:cubicBezTo>
                    <a:pt x="162" y="16"/>
                    <a:pt x="146" y="0"/>
                    <a:pt x="126" y="0"/>
                  </a:cubicBezTo>
                  <a:cubicBezTo>
                    <a:pt x="36" y="0"/>
                    <a:pt x="36" y="0"/>
                    <a:pt x="36" y="0"/>
                  </a:cubicBezTo>
                  <a:cubicBezTo>
                    <a:pt x="16" y="0"/>
                    <a:pt x="0" y="16"/>
                    <a:pt x="0" y="36"/>
                  </a:cubicBezTo>
                  <a:cubicBezTo>
                    <a:pt x="0" y="126"/>
                    <a:pt x="0" y="126"/>
                    <a:pt x="0" y="126"/>
                  </a:cubicBezTo>
                  <a:cubicBezTo>
                    <a:pt x="0" y="146"/>
                    <a:pt x="16" y="162"/>
                    <a:pt x="36" y="162"/>
                  </a:cubicBezTo>
                  <a:cubicBezTo>
                    <a:pt x="99" y="162"/>
                    <a:pt x="99" y="162"/>
                    <a:pt x="99" y="162"/>
                  </a:cubicBezTo>
                  <a:cubicBezTo>
                    <a:pt x="49" y="112"/>
                    <a:pt x="49" y="112"/>
                    <a:pt x="49" y="112"/>
                  </a:cubicBezTo>
                  <a:lnTo>
                    <a:pt x="49" y="96"/>
                  </a:lnTo>
                  <a:close/>
                </a:path>
              </a:pathLst>
            </a:custGeom>
            <a:solidFill>
              <a:srgbClr val="219980">
                <a:alpha val="40000"/>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4" name="Freeform 33"/>
            <p:cNvSpPr>
              <a:spLocks/>
            </p:cNvSpPr>
            <p:nvPr/>
          </p:nvSpPr>
          <p:spPr bwMode="auto">
            <a:xfrm>
              <a:off x="701675" y="3562350"/>
              <a:ext cx="423862" cy="423862"/>
            </a:xfrm>
            <a:custGeom>
              <a:avLst/>
              <a:gdLst>
                <a:gd name="T0" fmla="*/ 113 w 113"/>
                <a:gd name="T1" fmla="*/ 77 h 113"/>
                <a:gd name="T2" fmla="*/ 113 w 113"/>
                <a:gd name="T3" fmla="*/ 62 h 113"/>
                <a:gd name="T4" fmla="*/ 57 w 113"/>
                <a:gd name="T5" fmla="*/ 6 h 113"/>
                <a:gd name="T6" fmla="*/ 44 w 113"/>
                <a:gd name="T7" fmla="*/ 0 h 113"/>
                <a:gd name="T8" fmla="*/ 0 w 113"/>
                <a:gd name="T9" fmla="*/ 0 h 113"/>
                <a:gd name="T10" fmla="*/ 0 w 113"/>
                <a:gd name="T11" fmla="*/ 16 h 113"/>
                <a:gd name="T12" fmla="*/ 16 w 113"/>
                <a:gd name="T13" fmla="*/ 32 h 113"/>
                <a:gd name="T14" fmla="*/ 16 w 113"/>
                <a:gd name="T15" fmla="*/ 40 h 113"/>
                <a:gd name="T16" fmla="*/ 24 w 113"/>
                <a:gd name="T17" fmla="*/ 47 h 113"/>
                <a:gd name="T18" fmla="*/ 0 w 113"/>
                <a:gd name="T19" fmla="*/ 47 h 113"/>
                <a:gd name="T20" fmla="*/ 0 w 113"/>
                <a:gd name="T21" fmla="*/ 63 h 113"/>
                <a:gd name="T22" fmla="*/ 50 w 113"/>
                <a:gd name="T23" fmla="*/ 113 h 113"/>
                <a:gd name="T24" fmla="*/ 77 w 113"/>
                <a:gd name="T25" fmla="*/ 113 h 113"/>
                <a:gd name="T26" fmla="*/ 113 w 113"/>
                <a:gd name="T27" fmla="*/ 77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3" h="113">
                  <a:moveTo>
                    <a:pt x="113" y="77"/>
                  </a:moveTo>
                  <a:cubicBezTo>
                    <a:pt x="113" y="62"/>
                    <a:pt x="113" y="62"/>
                    <a:pt x="113" y="62"/>
                  </a:cubicBezTo>
                  <a:cubicBezTo>
                    <a:pt x="57" y="6"/>
                    <a:pt x="57" y="6"/>
                    <a:pt x="57" y="6"/>
                  </a:cubicBezTo>
                  <a:cubicBezTo>
                    <a:pt x="53" y="2"/>
                    <a:pt x="49" y="0"/>
                    <a:pt x="44" y="0"/>
                  </a:cubicBezTo>
                  <a:cubicBezTo>
                    <a:pt x="0" y="0"/>
                    <a:pt x="0" y="0"/>
                    <a:pt x="0" y="0"/>
                  </a:cubicBezTo>
                  <a:cubicBezTo>
                    <a:pt x="0" y="16"/>
                    <a:pt x="0" y="16"/>
                    <a:pt x="0" y="16"/>
                  </a:cubicBezTo>
                  <a:cubicBezTo>
                    <a:pt x="16" y="32"/>
                    <a:pt x="16" y="32"/>
                    <a:pt x="16" y="32"/>
                  </a:cubicBezTo>
                  <a:cubicBezTo>
                    <a:pt x="16" y="40"/>
                    <a:pt x="16" y="40"/>
                    <a:pt x="16" y="40"/>
                  </a:cubicBezTo>
                  <a:cubicBezTo>
                    <a:pt x="24" y="47"/>
                    <a:pt x="24" y="47"/>
                    <a:pt x="24" y="47"/>
                  </a:cubicBezTo>
                  <a:cubicBezTo>
                    <a:pt x="0" y="47"/>
                    <a:pt x="0" y="47"/>
                    <a:pt x="0" y="47"/>
                  </a:cubicBezTo>
                  <a:cubicBezTo>
                    <a:pt x="0" y="63"/>
                    <a:pt x="0" y="63"/>
                    <a:pt x="0" y="63"/>
                  </a:cubicBezTo>
                  <a:cubicBezTo>
                    <a:pt x="50" y="113"/>
                    <a:pt x="50" y="113"/>
                    <a:pt x="50" y="113"/>
                  </a:cubicBezTo>
                  <a:cubicBezTo>
                    <a:pt x="77" y="113"/>
                    <a:pt x="77" y="113"/>
                    <a:pt x="77" y="113"/>
                  </a:cubicBezTo>
                  <a:cubicBezTo>
                    <a:pt x="97" y="113"/>
                    <a:pt x="113" y="97"/>
                    <a:pt x="113" y="77"/>
                  </a:cubicBezTo>
                  <a:close/>
                </a:path>
              </a:pathLst>
            </a:custGeom>
            <a:solidFill>
              <a:srgbClr val="21998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5" name="Freeform 34"/>
            <p:cNvSpPr>
              <a:spLocks/>
            </p:cNvSpPr>
            <p:nvPr/>
          </p:nvSpPr>
          <p:spPr bwMode="auto">
            <a:xfrm>
              <a:off x="701675" y="3562350"/>
              <a:ext cx="236537" cy="236537"/>
            </a:xfrm>
            <a:custGeom>
              <a:avLst/>
              <a:gdLst>
                <a:gd name="T0" fmla="*/ 59 w 63"/>
                <a:gd name="T1" fmla="*/ 32 h 63"/>
                <a:gd name="T2" fmla="*/ 63 w 63"/>
                <a:gd name="T3" fmla="*/ 44 h 63"/>
                <a:gd name="T4" fmla="*/ 57 w 63"/>
                <a:gd name="T5" fmla="*/ 58 h 63"/>
                <a:gd name="T6" fmla="*/ 44 w 63"/>
                <a:gd name="T7" fmla="*/ 63 h 63"/>
                <a:gd name="T8" fmla="*/ 0 w 63"/>
                <a:gd name="T9" fmla="*/ 63 h 63"/>
                <a:gd name="T10" fmla="*/ 0 w 63"/>
                <a:gd name="T11" fmla="*/ 47 h 63"/>
                <a:gd name="T12" fmla="*/ 44 w 63"/>
                <a:gd name="T13" fmla="*/ 47 h 63"/>
                <a:gd name="T14" fmla="*/ 46 w 63"/>
                <a:gd name="T15" fmla="*/ 46 h 63"/>
                <a:gd name="T16" fmla="*/ 47 w 63"/>
                <a:gd name="T17" fmla="*/ 44 h 63"/>
                <a:gd name="T18" fmla="*/ 44 w 63"/>
                <a:gd name="T19" fmla="*/ 40 h 63"/>
                <a:gd name="T20" fmla="*/ 38 w 63"/>
                <a:gd name="T21" fmla="*/ 40 h 63"/>
                <a:gd name="T22" fmla="*/ 30 w 63"/>
                <a:gd name="T23" fmla="*/ 40 h 63"/>
                <a:gd name="T24" fmla="*/ 21 w 63"/>
                <a:gd name="T25" fmla="*/ 40 h 63"/>
                <a:gd name="T26" fmla="*/ 16 w 63"/>
                <a:gd name="T27" fmla="*/ 40 h 63"/>
                <a:gd name="T28" fmla="*/ 16 w 63"/>
                <a:gd name="T29" fmla="*/ 24 h 63"/>
                <a:gd name="T30" fmla="*/ 44 w 63"/>
                <a:gd name="T31" fmla="*/ 24 h 63"/>
                <a:gd name="T32" fmla="*/ 46 w 63"/>
                <a:gd name="T33" fmla="*/ 23 h 63"/>
                <a:gd name="T34" fmla="*/ 47 w 63"/>
                <a:gd name="T35" fmla="*/ 20 h 63"/>
                <a:gd name="T36" fmla="*/ 46 w 63"/>
                <a:gd name="T37" fmla="*/ 17 h 63"/>
                <a:gd name="T38" fmla="*/ 44 w 63"/>
                <a:gd name="T39" fmla="*/ 16 h 63"/>
                <a:gd name="T40" fmla="*/ 0 w 63"/>
                <a:gd name="T41" fmla="*/ 16 h 63"/>
                <a:gd name="T42" fmla="*/ 0 w 63"/>
                <a:gd name="T43" fmla="*/ 0 h 63"/>
                <a:gd name="T44" fmla="*/ 44 w 63"/>
                <a:gd name="T45" fmla="*/ 0 h 63"/>
                <a:gd name="T46" fmla="*/ 57 w 63"/>
                <a:gd name="T47" fmla="*/ 6 h 63"/>
                <a:gd name="T48" fmla="*/ 63 w 63"/>
                <a:gd name="T49" fmla="*/ 20 h 63"/>
                <a:gd name="T50" fmla="*/ 59 w 63"/>
                <a:gd name="T51" fmla="*/ 3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3" h="63">
                  <a:moveTo>
                    <a:pt x="59" y="32"/>
                  </a:moveTo>
                  <a:cubicBezTo>
                    <a:pt x="62" y="35"/>
                    <a:pt x="63" y="39"/>
                    <a:pt x="63" y="44"/>
                  </a:cubicBezTo>
                  <a:cubicBezTo>
                    <a:pt x="63" y="49"/>
                    <a:pt x="61" y="54"/>
                    <a:pt x="57" y="58"/>
                  </a:cubicBezTo>
                  <a:cubicBezTo>
                    <a:pt x="53" y="61"/>
                    <a:pt x="49" y="63"/>
                    <a:pt x="44" y="63"/>
                  </a:cubicBezTo>
                  <a:cubicBezTo>
                    <a:pt x="0" y="63"/>
                    <a:pt x="0" y="63"/>
                    <a:pt x="0" y="63"/>
                  </a:cubicBezTo>
                  <a:cubicBezTo>
                    <a:pt x="0" y="47"/>
                    <a:pt x="0" y="47"/>
                    <a:pt x="0" y="47"/>
                  </a:cubicBezTo>
                  <a:cubicBezTo>
                    <a:pt x="44" y="47"/>
                    <a:pt x="44" y="47"/>
                    <a:pt x="44" y="47"/>
                  </a:cubicBezTo>
                  <a:cubicBezTo>
                    <a:pt x="44" y="47"/>
                    <a:pt x="45" y="47"/>
                    <a:pt x="46" y="46"/>
                  </a:cubicBezTo>
                  <a:cubicBezTo>
                    <a:pt x="47" y="46"/>
                    <a:pt x="47" y="45"/>
                    <a:pt x="47" y="44"/>
                  </a:cubicBezTo>
                  <a:cubicBezTo>
                    <a:pt x="47" y="41"/>
                    <a:pt x="46" y="40"/>
                    <a:pt x="44" y="40"/>
                  </a:cubicBezTo>
                  <a:cubicBezTo>
                    <a:pt x="43" y="40"/>
                    <a:pt x="41" y="40"/>
                    <a:pt x="38" y="40"/>
                  </a:cubicBezTo>
                  <a:cubicBezTo>
                    <a:pt x="36" y="40"/>
                    <a:pt x="33" y="40"/>
                    <a:pt x="30" y="40"/>
                  </a:cubicBezTo>
                  <a:cubicBezTo>
                    <a:pt x="27" y="40"/>
                    <a:pt x="24" y="40"/>
                    <a:pt x="21" y="40"/>
                  </a:cubicBezTo>
                  <a:cubicBezTo>
                    <a:pt x="19" y="40"/>
                    <a:pt x="17" y="40"/>
                    <a:pt x="16" y="40"/>
                  </a:cubicBezTo>
                  <a:cubicBezTo>
                    <a:pt x="16" y="24"/>
                    <a:pt x="16" y="24"/>
                    <a:pt x="16" y="24"/>
                  </a:cubicBezTo>
                  <a:cubicBezTo>
                    <a:pt x="44" y="24"/>
                    <a:pt x="44" y="24"/>
                    <a:pt x="44" y="24"/>
                  </a:cubicBezTo>
                  <a:cubicBezTo>
                    <a:pt x="44" y="24"/>
                    <a:pt x="45" y="23"/>
                    <a:pt x="46" y="23"/>
                  </a:cubicBezTo>
                  <a:cubicBezTo>
                    <a:pt x="47" y="22"/>
                    <a:pt x="47" y="21"/>
                    <a:pt x="47" y="20"/>
                  </a:cubicBezTo>
                  <a:cubicBezTo>
                    <a:pt x="47" y="19"/>
                    <a:pt x="47" y="18"/>
                    <a:pt x="46" y="17"/>
                  </a:cubicBezTo>
                  <a:cubicBezTo>
                    <a:pt x="45" y="17"/>
                    <a:pt x="44" y="16"/>
                    <a:pt x="44" y="16"/>
                  </a:cubicBezTo>
                  <a:cubicBezTo>
                    <a:pt x="0" y="16"/>
                    <a:pt x="0" y="16"/>
                    <a:pt x="0" y="16"/>
                  </a:cubicBezTo>
                  <a:cubicBezTo>
                    <a:pt x="0" y="0"/>
                    <a:pt x="0" y="0"/>
                    <a:pt x="0" y="0"/>
                  </a:cubicBezTo>
                  <a:cubicBezTo>
                    <a:pt x="44" y="0"/>
                    <a:pt x="44" y="0"/>
                    <a:pt x="44" y="0"/>
                  </a:cubicBezTo>
                  <a:cubicBezTo>
                    <a:pt x="49" y="0"/>
                    <a:pt x="53" y="2"/>
                    <a:pt x="57" y="6"/>
                  </a:cubicBezTo>
                  <a:cubicBezTo>
                    <a:pt x="61" y="10"/>
                    <a:pt x="63" y="15"/>
                    <a:pt x="63" y="20"/>
                  </a:cubicBezTo>
                  <a:cubicBezTo>
                    <a:pt x="63" y="25"/>
                    <a:pt x="62" y="28"/>
                    <a:pt x="59" y="3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35"/>
            <p:cNvSpPr>
              <a:spLocks/>
            </p:cNvSpPr>
            <p:nvPr/>
          </p:nvSpPr>
          <p:spPr bwMode="auto">
            <a:xfrm>
              <a:off x="1171575" y="4802188"/>
              <a:ext cx="1508125" cy="1509712"/>
            </a:xfrm>
            <a:custGeom>
              <a:avLst/>
              <a:gdLst>
                <a:gd name="T0" fmla="*/ 99 w 401"/>
                <a:gd name="T1" fmla="*/ 366 h 402"/>
                <a:gd name="T2" fmla="*/ 51 w 401"/>
                <a:gd name="T3" fmla="*/ 240 h 402"/>
                <a:gd name="T4" fmla="*/ 239 w 401"/>
                <a:gd name="T5" fmla="*/ 51 h 402"/>
                <a:gd name="T6" fmla="*/ 365 w 401"/>
                <a:gd name="T7" fmla="*/ 100 h 402"/>
                <a:gd name="T8" fmla="*/ 401 w 401"/>
                <a:gd name="T9" fmla="*/ 64 h 402"/>
                <a:gd name="T10" fmla="*/ 239 w 401"/>
                <a:gd name="T11" fmla="*/ 0 h 402"/>
                <a:gd name="T12" fmla="*/ 0 w 401"/>
                <a:gd name="T13" fmla="*/ 240 h 402"/>
                <a:gd name="T14" fmla="*/ 63 w 401"/>
                <a:gd name="T15" fmla="*/ 402 h 402"/>
                <a:gd name="T16" fmla="*/ 99 w 401"/>
                <a:gd name="T17" fmla="*/ 366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1" h="402">
                  <a:moveTo>
                    <a:pt x="99" y="366"/>
                  </a:moveTo>
                  <a:cubicBezTo>
                    <a:pt x="69" y="333"/>
                    <a:pt x="51" y="288"/>
                    <a:pt x="51" y="240"/>
                  </a:cubicBezTo>
                  <a:cubicBezTo>
                    <a:pt x="51" y="136"/>
                    <a:pt x="135" y="51"/>
                    <a:pt x="239" y="51"/>
                  </a:cubicBezTo>
                  <a:cubicBezTo>
                    <a:pt x="288" y="51"/>
                    <a:pt x="332" y="70"/>
                    <a:pt x="365" y="100"/>
                  </a:cubicBezTo>
                  <a:cubicBezTo>
                    <a:pt x="401" y="64"/>
                    <a:pt x="401" y="64"/>
                    <a:pt x="401" y="64"/>
                  </a:cubicBezTo>
                  <a:cubicBezTo>
                    <a:pt x="359" y="25"/>
                    <a:pt x="302" y="0"/>
                    <a:pt x="239" y="0"/>
                  </a:cubicBezTo>
                  <a:cubicBezTo>
                    <a:pt x="107" y="0"/>
                    <a:pt x="0" y="108"/>
                    <a:pt x="0" y="240"/>
                  </a:cubicBezTo>
                  <a:cubicBezTo>
                    <a:pt x="0" y="302"/>
                    <a:pt x="24" y="359"/>
                    <a:pt x="63" y="402"/>
                  </a:cubicBezTo>
                  <a:lnTo>
                    <a:pt x="99" y="366"/>
                  </a:lnTo>
                  <a:close/>
                </a:path>
              </a:pathLst>
            </a:custGeom>
            <a:solidFill>
              <a:srgbClr val="EA981E">
                <a:alpha val="69804"/>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7" name="Freeform 36"/>
            <p:cNvSpPr>
              <a:spLocks/>
            </p:cNvSpPr>
            <p:nvPr/>
          </p:nvSpPr>
          <p:spPr bwMode="auto">
            <a:xfrm>
              <a:off x="1471613" y="5105400"/>
              <a:ext cx="1497012" cy="1495425"/>
            </a:xfrm>
            <a:custGeom>
              <a:avLst/>
              <a:gdLst>
                <a:gd name="T0" fmla="*/ 302 w 398"/>
                <a:gd name="T1" fmla="*/ 36 h 398"/>
                <a:gd name="T2" fmla="*/ 347 w 398"/>
                <a:gd name="T3" fmla="*/ 159 h 398"/>
                <a:gd name="T4" fmla="*/ 159 w 398"/>
                <a:gd name="T5" fmla="*/ 347 h 398"/>
                <a:gd name="T6" fmla="*/ 36 w 398"/>
                <a:gd name="T7" fmla="*/ 301 h 398"/>
                <a:gd name="T8" fmla="*/ 0 w 398"/>
                <a:gd name="T9" fmla="*/ 337 h 398"/>
                <a:gd name="T10" fmla="*/ 159 w 398"/>
                <a:gd name="T11" fmla="*/ 398 h 398"/>
                <a:gd name="T12" fmla="*/ 398 w 398"/>
                <a:gd name="T13" fmla="*/ 159 h 398"/>
                <a:gd name="T14" fmla="*/ 338 w 398"/>
                <a:gd name="T15" fmla="*/ 0 h 398"/>
                <a:gd name="T16" fmla="*/ 302 w 398"/>
                <a:gd name="T17" fmla="*/ 36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8" h="398">
                  <a:moveTo>
                    <a:pt x="302" y="36"/>
                  </a:moveTo>
                  <a:cubicBezTo>
                    <a:pt x="330" y="69"/>
                    <a:pt x="347" y="112"/>
                    <a:pt x="347" y="159"/>
                  </a:cubicBezTo>
                  <a:cubicBezTo>
                    <a:pt x="347" y="263"/>
                    <a:pt x="263" y="347"/>
                    <a:pt x="159" y="347"/>
                  </a:cubicBezTo>
                  <a:cubicBezTo>
                    <a:pt x="112" y="347"/>
                    <a:pt x="69" y="330"/>
                    <a:pt x="36" y="301"/>
                  </a:cubicBezTo>
                  <a:cubicBezTo>
                    <a:pt x="0" y="337"/>
                    <a:pt x="0" y="337"/>
                    <a:pt x="0" y="337"/>
                  </a:cubicBezTo>
                  <a:cubicBezTo>
                    <a:pt x="43" y="375"/>
                    <a:pt x="98" y="398"/>
                    <a:pt x="159" y="398"/>
                  </a:cubicBezTo>
                  <a:cubicBezTo>
                    <a:pt x="291" y="398"/>
                    <a:pt x="398" y="290"/>
                    <a:pt x="398" y="159"/>
                  </a:cubicBezTo>
                  <a:cubicBezTo>
                    <a:pt x="398" y="98"/>
                    <a:pt x="375" y="42"/>
                    <a:pt x="338" y="0"/>
                  </a:cubicBezTo>
                  <a:lnTo>
                    <a:pt x="302" y="36"/>
                  </a:lnTo>
                  <a:close/>
                </a:path>
              </a:pathLst>
            </a:custGeom>
            <a:solidFill>
              <a:srgbClr val="EA981E">
                <a:alpha val="69804"/>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8" name="Freeform 37"/>
            <p:cNvSpPr>
              <a:spLocks/>
            </p:cNvSpPr>
            <p:nvPr/>
          </p:nvSpPr>
          <p:spPr bwMode="auto">
            <a:xfrm>
              <a:off x="908050" y="5951538"/>
              <a:ext cx="431800" cy="563562"/>
            </a:xfrm>
            <a:custGeom>
              <a:avLst/>
              <a:gdLst>
                <a:gd name="T0" fmla="*/ 53 w 115"/>
                <a:gd name="T1" fmla="*/ 0 h 150"/>
                <a:gd name="T2" fmla="*/ 0 w 115"/>
                <a:gd name="T3" fmla="*/ 0 h 150"/>
                <a:gd name="T4" fmla="*/ 80 w 115"/>
                <a:gd name="T5" fmla="*/ 150 h 150"/>
                <a:gd name="T6" fmla="*/ 115 w 115"/>
                <a:gd name="T7" fmla="*/ 114 h 150"/>
                <a:gd name="T8" fmla="*/ 53 w 115"/>
                <a:gd name="T9" fmla="*/ 0 h 150"/>
              </a:gdLst>
              <a:ahLst/>
              <a:cxnLst>
                <a:cxn ang="0">
                  <a:pos x="T0" y="T1"/>
                </a:cxn>
                <a:cxn ang="0">
                  <a:pos x="T2" y="T3"/>
                </a:cxn>
                <a:cxn ang="0">
                  <a:pos x="T4" y="T5"/>
                </a:cxn>
                <a:cxn ang="0">
                  <a:pos x="T6" y="T7"/>
                </a:cxn>
                <a:cxn ang="0">
                  <a:pos x="T8" y="T9"/>
                </a:cxn>
              </a:cxnLst>
              <a:rect l="0" t="0" r="r" b="b"/>
              <a:pathLst>
                <a:path w="115" h="150">
                  <a:moveTo>
                    <a:pt x="53" y="0"/>
                  </a:moveTo>
                  <a:cubicBezTo>
                    <a:pt x="0" y="0"/>
                    <a:pt x="0" y="0"/>
                    <a:pt x="0" y="0"/>
                  </a:cubicBezTo>
                  <a:cubicBezTo>
                    <a:pt x="13" y="57"/>
                    <a:pt x="41" y="109"/>
                    <a:pt x="80" y="150"/>
                  </a:cubicBezTo>
                  <a:cubicBezTo>
                    <a:pt x="115" y="114"/>
                    <a:pt x="115" y="114"/>
                    <a:pt x="115" y="114"/>
                  </a:cubicBezTo>
                  <a:cubicBezTo>
                    <a:pt x="86" y="82"/>
                    <a:pt x="64" y="43"/>
                    <a:pt x="53" y="0"/>
                  </a:cubicBezTo>
                  <a:close/>
                </a:path>
              </a:pathLst>
            </a:custGeom>
            <a:solidFill>
              <a:srgbClr val="EA981E"/>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9" name="Freeform 38"/>
            <p:cNvSpPr>
              <a:spLocks/>
            </p:cNvSpPr>
            <p:nvPr/>
          </p:nvSpPr>
          <p:spPr bwMode="auto">
            <a:xfrm>
              <a:off x="1660525" y="4516438"/>
              <a:ext cx="1222375" cy="458787"/>
            </a:xfrm>
            <a:custGeom>
              <a:avLst/>
              <a:gdLst>
                <a:gd name="T0" fmla="*/ 289 w 325"/>
                <a:gd name="T1" fmla="*/ 122 h 122"/>
                <a:gd name="T2" fmla="*/ 325 w 325"/>
                <a:gd name="T3" fmla="*/ 86 h 122"/>
                <a:gd name="T4" fmla="*/ 109 w 325"/>
                <a:gd name="T5" fmla="*/ 0 h 122"/>
                <a:gd name="T6" fmla="*/ 0 w 325"/>
                <a:gd name="T7" fmla="*/ 20 h 122"/>
                <a:gd name="T8" fmla="*/ 0 w 325"/>
                <a:gd name="T9" fmla="*/ 75 h 122"/>
                <a:gd name="T10" fmla="*/ 109 w 325"/>
                <a:gd name="T11" fmla="*/ 51 h 122"/>
                <a:gd name="T12" fmla="*/ 289 w 325"/>
                <a:gd name="T13" fmla="*/ 122 h 122"/>
              </a:gdLst>
              <a:ahLst/>
              <a:cxnLst>
                <a:cxn ang="0">
                  <a:pos x="T0" y="T1"/>
                </a:cxn>
                <a:cxn ang="0">
                  <a:pos x="T2" y="T3"/>
                </a:cxn>
                <a:cxn ang="0">
                  <a:pos x="T4" y="T5"/>
                </a:cxn>
                <a:cxn ang="0">
                  <a:pos x="T6" y="T7"/>
                </a:cxn>
                <a:cxn ang="0">
                  <a:pos x="T8" y="T9"/>
                </a:cxn>
                <a:cxn ang="0">
                  <a:pos x="T10" y="T11"/>
                </a:cxn>
                <a:cxn ang="0">
                  <a:pos x="T12" y="T13"/>
                </a:cxn>
              </a:cxnLst>
              <a:rect l="0" t="0" r="r" b="b"/>
              <a:pathLst>
                <a:path w="325" h="122">
                  <a:moveTo>
                    <a:pt x="289" y="122"/>
                  </a:moveTo>
                  <a:cubicBezTo>
                    <a:pt x="325" y="86"/>
                    <a:pt x="325" y="86"/>
                    <a:pt x="325" y="86"/>
                  </a:cubicBezTo>
                  <a:cubicBezTo>
                    <a:pt x="269" y="33"/>
                    <a:pt x="193" y="0"/>
                    <a:pt x="109" y="0"/>
                  </a:cubicBezTo>
                  <a:cubicBezTo>
                    <a:pt x="71" y="0"/>
                    <a:pt x="34" y="7"/>
                    <a:pt x="0" y="20"/>
                  </a:cubicBezTo>
                  <a:cubicBezTo>
                    <a:pt x="0" y="75"/>
                    <a:pt x="0" y="75"/>
                    <a:pt x="0" y="75"/>
                  </a:cubicBezTo>
                  <a:cubicBezTo>
                    <a:pt x="33" y="59"/>
                    <a:pt x="70" y="51"/>
                    <a:pt x="109" y="51"/>
                  </a:cubicBezTo>
                  <a:cubicBezTo>
                    <a:pt x="179" y="51"/>
                    <a:pt x="242" y="78"/>
                    <a:pt x="289" y="122"/>
                  </a:cubicBezTo>
                  <a:close/>
                </a:path>
              </a:pathLst>
            </a:custGeom>
            <a:solidFill>
              <a:srgbClr val="EA981E"/>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0" name="Freeform 39"/>
            <p:cNvSpPr>
              <a:spLocks/>
            </p:cNvSpPr>
            <p:nvPr/>
          </p:nvSpPr>
          <p:spPr bwMode="auto">
            <a:xfrm>
              <a:off x="1268413" y="4903788"/>
              <a:ext cx="1989137" cy="1982787"/>
            </a:xfrm>
            <a:custGeom>
              <a:avLst/>
              <a:gdLst>
                <a:gd name="T0" fmla="*/ 529 w 529"/>
                <a:gd name="T1" fmla="*/ 213 h 528"/>
                <a:gd name="T2" fmla="*/ 446 w 529"/>
                <a:gd name="T3" fmla="*/ 0 h 528"/>
                <a:gd name="T4" fmla="*/ 410 w 529"/>
                <a:gd name="T5" fmla="*/ 36 h 528"/>
                <a:gd name="T6" fmla="*/ 478 w 529"/>
                <a:gd name="T7" fmla="*/ 213 h 528"/>
                <a:gd name="T8" fmla="*/ 213 w 529"/>
                <a:gd name="T9" fmla="*/ 477 h 528"/>
                <a:gd name="T10" fmla="*/ 36 w 529"/>
                <a:gd name="T11" fmla="*/ 409 h 528"/>
                <a:gd name="T12" fmla="*/ 0 w 529"/>
                <a:gd name="T13" fmla="*/ 445 h 528"/>
                <a:gd name="T14" fmla="*/ 213 w 529"/>
                <a:gd name="T15" fmla="*/ 528 h 528"/>
                <a:gd name="T16" fmla="*/ 429 w 529"/>
                <a:gd name="T17" fmla="*/ 442 h 528"/>
                <a:gd name="T18" fmla="*/ 505 w 529"/>
                <a:gd name="T19" fmla="*/ 518 h 528"/>
                <a:gd name="T20" fmla="*/ 522 w 529"/>
                <a:gd name="T21" fmla="*/ 501 h 528"/>
                <a:gd name="T22" fmla="*/ 446 w 529"/>
                <a:gd name="T23" fmla="*/ 425 h 528"/>
                <a:gd name="T24" fmla="*/ 529 w 529"/>
                <a:gd name="T25" fmla="*/ 213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29" h="528">
                  <a:moveTo>
                    <a:pt x="529" y="213"/>
                  </a:moveTo>
                  <a:cubicBezTo>
                    <a:pt x="529" y="131"/>
                    <a:pt x="497" y="56"/>
                    <a:pt x="446" y="0"/>
                  </a:cubicBezTo>
                  <a:cubicBezTo>
                    <a:pt x="410" y="36"/>
                    <a:pt x="410" y="36"/>
                    <a:pt x="410" y="36"/>
                  </a:cubicBezTo>
                  <a:cubicBezTo>
                    <a:pt x="452" y="83"/>
                    <a:pt x="478" y="145"/>
                    <a:pt x="478" y="213"/>
                  </a:cubicBezTo>
                  <a:cubicBezTo>
                    <a:pt x="478" y="359"/>
                    <a:pt x="359" y="477"/>
                    <a:pt x="213" y="477"/>
                  </a:cubicBezTo>
                  <a:cubicBezTo>
                    <a:pt x="145" y="477"/>
                    <a:pt x="83" y="452"/>
                    <a:pt x="36" y="409"/>
                  </a:cubicBezTo>
                  <a:cubicBezTo>
                    <a:pt x="0" y="445"/>
                    <a:pt x="0" y="445"/>
                    <a:pt x="0" y="445"/>
                  </a:cubicBezTo>
                  <a:cubicBezTo>
                    <a:pt x="56" y="497"/>
                    <a:pt x="131" y="528"/>
                    <a:pt x="213" y="528"/>
                  </a:cubicBezTo>
                  <a:cubicBezTo>
                    <a:pt x="297" y="528"/>
                    <a:pt x="373" y="495"/>
                    <a:pt x="429" y="442"/>
                  </a:cubicBezTo>
                  <a:cubicBezTo>
                    <a:pt x="505" y="518"/>
                    <a:pt x="505" y="518"/>
                    <a:pt x="505" y="518"/>
                  </a:cubicBezTo>
                  <a:cubicBezTo>
                    <a:pt x="522" y="501"/>
                    <a:pt x="522" y="501"/>
                    <a:pt x="522" y="501"/>
                  </a:cubicBezTo>
                  <a:cubicBezTo>
                    <a:pt x="446" y="425"/>
                    <a:pt x="446" y="425"/>
                    <a:pt x="446" y="425"/>
                  </a:cubicBezTo>
                  <a:cubicBezTo>
                    <a:pt x="497" y="369"/>
                    <a:pt x="529" y="294"/>
                    <a:pt x="529" y="213"/>
                  </a:cubicBezTo>
                  <a:close/>
                </a:path>
              </a:pathLst>
            </a:custGeom>
            <a:solidFill>
              <a:srgbClr val="EA981E"/>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1" name="Freeform 40"/>
            <p:cNvSpPr>
              <a:spLocks/>
            </p:cNvSpPr>
            <p:nvPr/>
          </p:nvSpPr>
          <p:spPr bwMode="auto">
            <a:xfrm>
              <a:off x="1682750" y="5305425"/>
              <a:ext cx="758825" cy="762000"/>
            </a:xfrm>
            <a:custGeom>
              <a:avLst/>
              <a:gdLst>
                <a:gd name="T0" fmla="*/ 62 w 202"/>
                <a:gd name="T1" fmla="*/ 62 h 203"/>
                <a:gd name="T2" fmla="*/ 81 w 202"/>
                <a:gd name="T3" fmla="*/ 62 h 203"/>
                <a:gd name="T4" fmla="*/ 121 w 202"/>
                <a:gd name="T5" fmla="*/ 102 h 203"/>
                <a:gd name="T6" fmla="*/ 121 w 202"/>
                <a:gd name="T7" fmla="*/ 62 h 203"/>
                <a:gd name="T8" fmla="*/ 140 w 202"/>
                <a:gd name="T9" fmla="*/ 62 h 203"/>
                <a:gd name="T10" fmla="*/ 202 w 202"/>
                <a:gd name="T11" fmla="*/ 124 h 203"/>
                <a:gd name="T12" fmla="*/ 202 w 202"/>
                <a:gd name="T13" fmla="*/ 45 h 203"/>
                <a:gd name="T14" fmla="*/ 158 w 202"/>
                <a:gd name="T15" fmla="*/ 0 h 203"/>
                <a:gd name="T16" fmla="*/ 44 w 202"/>
                <a:gd name="T17" fmla="*/ 0 h 203"/>
                <a:gd name="T18" fmla="*/ 0 w 202"/>
                <a:gd name="T19" fmla="*/ 45 h 203"/>
                <a:gd name="T20" fmla="*/ 0 w 202"/>
                <a:gd name="T21" fmla="*/ 158 h 203"/>
                <a:gd name="T22" fmla="*/ 44 w 202"/>
                <a:gd name="T23" fmla="*/ 203 h 203"/>
                <a:gd name="T24" fmla="*/ 143 w 202"/>
                <a:gd name="T25" fmla="*/ 203 h 203"/>
                <a:gd name="T26" fmla="*/ 62 w 202"/>
                <a:gd name="T27" fmla="*/ 122 h 203"/>
                <a:gd name="T28" fmla="*/ 62 w 202"/>
                <a:gd name="T29" fmla="*/ 62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2" h="203">
                  <a:moveTo>
                    <a:pt x="62" y="62"/>
                  </a:moveTo>
                  <a:cubicBezTo>
                    <a:pt x="81" y="62"/>
                    <a:pt x="81" y="62"/>
                    <a:pt x="81" y="62"/>
                  </a:cubicBezTo>
                  <a:cubicBezTo>
                    <a:pt x="121" y="102"/>
                    <a:pt x="121" y="102"/>
                    <a:pt x="121" y="102"/>
                  </a:cubicBezTo>
                  <a:cubicBezTo>
                    <a:pt x="121" y="62"/>
                    <a:pt x="121" y="62"/>
                    <a:pt x="121" y="62"/>
                  </a:cubicBezTo>
                  <a:cubicBezTo>
                    <a:pt x="140" y="62"/>
                    <a:pt x="140" y="62"/>
                    <a:pt x="140" y="62"/>
                  </a:cubicBezTo>
                  <a:cubicBezTo>
                    <a:pt x="202" y="124"/>
                    <a:pt x="202" y="124"/>
                    <a:pt x="202" y="124"/>
                  </a:cubicBezTo>
                  <a:cubicBezTo>
                    <a:pt x="202" y="45"/>
                    <a:pt x="202" y="45"/>
                    <a:pt x="202" y="45"/>
                  </a:cubicBezTo>
                  <a:cubicBezTo>
                    <a:pt x="202" y="21"/>
                    <a:pt x="182" y="0"/>
                    <a:pt x="158" y="0"/>
                  </a:cubicBezTo>
                  <a:cubicBezTo>
                    <a:pt x="44" y="0"/>
                    <a:pt x="44" y="0"/>
                    <a:pt x="44" y="0"/>
                  </a:cubicBezTo>
                  <a:cubicBezTo>
                    <a:pt x="20" y="0"/>
                    <a:pt x="0" y="21"/>
                    <a:pt x="0" y="45"/>
                  </a:cubicBezTo>
                  <a:cubicBezTo>
                    <a:pt x="0" y="158"/>
                    <a:pt x="0" y="158"/>
                    <a:pt x="0" y="158"/>
                  </a:cubicBezTo>
                  <a:cubicBezTo>
                    <a:pt x="0" y="183"/>
                    <a:pt x="20" y="203"/>
                    <a:pt x="44" y="203"/>
                  </a:cubicBezTo>
                  <a:cubicBezTo>
                    <a:pt x="143" y="203"/>
                    <a:pt x="143" y="203"/>
                    <a:pt x="143" y="203"/>
                  </a:cubicBezTo>
                  <a:cubicBezTo>
                    <a:pt x="62" y="122"/>
                    <a:pt x="62" y="122"/>
                    <a:pt x="62" y="122"/>
                  </a:cubicBezTo>
                  <a:lnTo>
                    <a:pt x="62" y="62"/>
                  </a:lnTo>
                  <a:close/>
                </a:path>
              </a:pathLst>
            </a:custGeom>
            <a:solidFill>
              <a:srgbClr val="EA981E">
                <a:alpha val="40000"/>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2" name="Freeform 41"/>
            <p:cNvSpPr>
              <a:spLocks/>
            </p:cNvSpPr>
            <p:nvPr/>
          </p:nvSpPr>
          <p:spPr bwMode="auto">
            <a:xfrm>
              <a:off x="1916113" y="5538788"/>
              <a:ext cx="525462" cy="528637"/>
            </a:xfrm>
            <a:custGeom>
              <a:avLst/>
              <a:gdLst>
                <a:gd name="T0" fmla="*/ 140 w 140"/>
                <a:gd name="T1" fmla="*/ 96 h 141"/>
                <a:gd name="T2" fmla="*/ 140 w 140"/>
                <a:gd name="T3" fmla="*/ 62 h 141"/>
                <a:gd name="T4" fmla="*/ 78 w 140"/>
                <a:gd name="T5" fmla="*/ 0 h 141"/>
                <a:gd name="T6" fmla="*/ 59 w 140"/>
                <a:gd name="T7" fmla="*/ 0 h 141"/>
                <a:gd name="T8" fmla="*/ 59 w 140"/>
                <a:gd name="T9" fmla="*/ 40 h 141"/>
                <a:gd name="T10" fmla="*/ 19 w 140"/>
                <a:gd name="T11" fmla="*/ 0 h 141"/>
                <a:gd name="T12" fmla="*/ 0 w 140"/>
                <a:gd name="T13" fmla="*/ 0 h 141"/>
                <a:gd name="T14" fmla="*/ 0 w 140"/>
                <a:gd name="T15" fmla="*/ 60 h 141"/>
                <a:gd name="T16" fmla="*/ 81 w 140"/>
                <a:gd name="T17" fmla="*/ 141 h 141"/>
                <a:gd name="T18" fmla="*/ 96 w 140"/>
                <a:gd name="T19" fmla="*/ 141 h 141"/>
                <a:gd name="T20" fmla="*/ 140 w 140"/>
                <a:gd name="T21" fmla="*/ 96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0" h="141">
                  <a:moveTo>
                    <a:pt x="140" y="96"/>
                  </a:moveTo>
                  <a:cubicBezTo>
                    <a:pt x="140" y="62"/>
                    <a:pt x="140" y="62"/>
                    <a:pt x="140" y="62"/>
                  </a:cubicBezTo>
                  <a:cubicBezTo>
                    <a:pt x="78" y="0"/>
                    <a:pt x="78" y="0"/>
                    <a:pt x="78" y="0"/>
                  </a:cubicBezTo>
                  <a:cubicBezTo>
                    <a:pt x="59" y="0"/>
                    <a:pt x="59" y="0"/>
                    <a:pt x="59" y="0"/>
                  </a:cubicBezTo>
                  <a:cubicBezTo>
                    <a:pt x="59" y="40"/>
                    <a:pt x="59" y="40"/>
                    <a:pt x="59" y="40"/>
                  </a:cubicBezTo>
                  <a:cubicBezTo>
                    <a:pt x="19" y="0"/>
                    <a:pt x="19" y="0"/>
                    <a:pt x="19" y="0"/>
                  </a:cubicBezTo>
                  <a:cubicBezTo>
                    <a:pt x="0" y="0"/>
                    <a:pt x="0" y="0"/>
                    <a:pt x="0" y="0"/>
                  </a:cubicBezTo>
                  <a:cubicBezTo>
                    <a:pt x="0" y="60"/>
                    <a:pt x="0" y="60"/>
                    <a:pt x="0" y="60"/>
                  </a:cubicBezTo>
                  <a:cubicBezTo>
                    <a:pt x="81" y="141"/>
                    <a:pt x="81" y="141"/>
                    <a:pt x="81" y="141"/>
                  </a:cubicBezTo>
                  <a:cubicBezTo>
                    <a:pt x="96" y="141"/>
                    <a:pt x="96" y="141"/>
                    <a:pt x="96" y="141"/>
                  </a:cubicBezTo>
                  <a:cubicBezTo>
                    <a:pt x="120" y="141"/>
                    <a:pt x="140" y="121"/>
                    <a:pt x="140" y="96"/>
                  </a:cubicBezTo>
                  <a:close/>
                </a:path>
              </a:pathLst>
            </a:custGeom>
            <a:solidFill>
              <a:srgbClr val="EA981E"/>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3" name="Freeform 42"/>
            <p:cNvSpPr>
              <a:spLocks/>
            </p:cNvSpPr>
            <p:nvPr/>
          </p:nvSpPr>
          <p:spPr bwMode="auto">
            <a:xfrm>
              <a:off x="1916113" y="5538788"/>
              <a:ext cx="293687" cy="296862"/>
            </a:xfrm>
            <a:custGeom>
              <a:avLst/>
              <a:gdLst>
                <a:gd name="T0" fmla="*/ 140 w 185"/>
                <a:gd name="T1" fmla="*/ 0 h 187"/>
                <a:gd name="T2" fmla="*/ 185 w 185"/>
                <a:gd name="T3" fmla="*/ 0 h 187"/>
                <a:gd name="T4" fmla="*/ 185 w 185"/>
                <a:gd name="T5" fmla="*/ 187 h 187"/>
                <a:gd name="T6" fmla="*/ 140 w 185"/>
                <a:gd name="T7" fmla="*/ 187 h 187"/>
                <a:gd name="T8" fmla="*/ 140 w 185"/>
                <a:gd name="T9" fmla="*/ 142 h 187"/>
                <a:gd name="T10" fmla="*/ 45 w 185"/>
                <a:gd name="T11" fmla="*/ 142 h 187"/>
                <a:gd name="T12" fmla="*/ 0 w 185"/>
                <a:gd name="T13" fmla="*/ 142 h 187"/>
                <a:gd name="T14" fmla="*/ 0 w 185"/>
                <a:gd name="T15" fmla="*/ 0 h 187"/>
                <a:gd name="T16" fmla="*/ 45 w 185"/>
                <a:gd name="T17" fmla="*/ 0 h 187"/>
                <a:gd name="T18" fmla="*/ 45 w 185"/>
                <a:gd name="T19" fmla="*/ 94 h 187"/>
                <a:gd name="T20" fmla="*/ 140 w 185"/>
                <a:gd name="T21" fmla="*/ 94 h 187"/>
                <a:gd name="T22" fmla="*/ 140 w 185"/>
                <a:gd name="T23" fmla="*/ 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5" h="187">
                  <a:moveTo>
                    <a:pt x="140" y="0"/>
                  </a:moveTo>
                  <a:lnTo>
                    <a:pt x="185" y="0"/>
                  </a:lnTo>
                  <a:lnTo>
                    <a:pt x="185" y="187"/>
                  </a:lnTo>
                  <a:lnTo>
                    <a:pt x="140" y="187"/>
                  </a:lnTo>
                  <a:lnTo>
                    <a:pt x="140" y="142"/>
                  </a:lnTo>
                  <a:lnTo>
                    <a:pt x="45" y="142"/>
                  </a:lnTo>
                  <a:lnTo>
                    <a:pt x="0" y="142"/>
                  </a:lnTo>
                  <a:lnTo>
                    <a:pt x="0" y="0"/>
                  </a:lnTo>
                  <a:lnTo>
                    <a:pt x="45" y="0"/>
                  </a:lnTo>
                  <a:lnTo>
                    <a:pt x="45" y="94"/>
                  </a:lnTo>
                  <a:lnTo>
                    <a:pt x="140" y="94"/>
                  </a:lnTo>
                  <a:lnTo>
                    <a:pt x="14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49" name="文本框 48"/>
          <p:cNvSpPr txBox="1"/>
          <p:nvPr/>
        </p:nvSpPr>
        <p:spPr>
          <a:xfrm>
            <a:off x="1618178" y="3530618"/>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50" name="文本框 49"/>
          <p:cNvSpPr txBox="1"/>
          <p:nvPr/>
        </p:nvSpPr>
        <p:spPr>
          <a:xfrm>
            <a:off x="7552591" y="2443677"/>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51" name="文本框 50"/>
          <p:cNvSpPr txBox="1"/>
          <p:nvPr/>
        </p:nvSpPr>
        <p:spPr>
          <a:xfrm>
            <a:off x="6508267" y="931130"/>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52" name="文本框 51"/>
          <p:cNvSpPr txBox="1"/>
          <p:nvPr/>
        </p:nvSpPr>
        <p:spPr>
          <a:xfrm>
            <a:off x="2423090" y="5308585"/>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45" name="矩形 39"/>
          <p:cNvSpPr/>
          <p:nvPr/>
        </p:nvSpPr>
        <p:spPr>
          <a:xfrm>
            <a:off x="0" y="203088"/>
            <a:ext cx="2492990"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递进</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864113796"/>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3"/>
          <p:cNvSpPr>
            <a:spLocks noChangeAspect="1" noChangeArrowheads="1" noTextEdit="1"/>
          </p:cNvSpPr>
          <p:nvPr/>
        </p:nvSpPr>
        <p:spPr bwMode="auto">
          <a:xfrm>
            <a:off x="1299714" y="2336800"/>
            <a:ext cx="9596885" cy="240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Oval 5"/>
          <p:cNvSpPr>
            <a:spLocks noChangeArrowheads="1"/>
          </p:cNvSpPr>
          <p:nvPr/>
        </p:nvSpPr>
        <p:spPr bwMode="auto">
          <a:xfrm>
            <a:off x="1616735" y="2341113"/>
            <a:ext cx="2387360" cy="2395987"/>
          </a:xfrm>
          <a:prstGeom prst="ellipse">
            <a:avLst/>
          </a:prstGeom>
          <a:solidFill>
            <a:srgbClr val="3A8FCB"/>
          </a:solidFill>
          <a:ln w="3810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5" name="Oval 6"/>
          <p:cNvSpPr>
            <a:spLocks noChangeArrowheads="1"/>
          </p:cNvSpPr>
          <p:nvPr/>
        </p:nvSpPr>
        <p:spPr bwMode="auto">
          <a:xfrm>
            <a:off x="1748288" y="2474823"/>
            <a:ext cx="2122098" cy="212856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Rectangle 7"/>
          <p:cNvSpPr>
            <a:spLocks noChangeArrowheads="1"/>
          </p:cNvSpPr>
          <p:nvPr/>
        </p:nvSpPr>
        <p:spPr bwMode="auto">
          <a:xfrm>
            <a:off x="1295401" y="3121804"/>
            <a:ext cx="916556" cy="92302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Rectangle 8"/>
          <p:cNvSpPr>
            <a:spLocks noChangeArrowheads="1"/>
          </p:cNvSpPr>
          <p:nvPr/>
        </p:nvSpPr>
        <p:spPr bwMode="auto">
          <a:xfrm>
            <a:off x="1422641" y="3218851"/>
            <a:ext cx="698739" cy="698740"/>
          </a:xfrm>
          <a:prstGeom prst="rect">
            <a:avLst/>
          </a:prstGeom>
          <a:solidFill>
            <a:srgbClr val="3A8FCB"/>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 name="Freeform 9"/>
          <p:cNvSpPr>
            <a:spLocks noEditPoints="1"/>
          </p:cNvSpPr>
          <p:nvPr/>
        </p:nvSpPr>
        <p:spPr bwMode="auto">
          <a:xfrm>
            <a:off x="1605952" y="3412945"/>
            <a:ext cx="280358" cy="314864"/>
          </a:xfrm>
          <a:custGeom>
            <a:avLst/>
            <a:gdLst>
              <a:gd name="T0" fmla="*/ 18 w 55"/>
              <a:gd name="T1" fmla="*/ 45 h 61"/>
              <a:gd name="T2" fmla="*/ 14 w 55"/>
              <a:gd name="T3" fmla="*/ 61 h 61"/>
              <a:gd name="T4" fmla="*/ 0 w 55"/>
              <a:gd name="T5" fmla="*/ 61 h 61"/>
              <a:gd name="T6" fmla="*/ 18 w 55"/>
              <a:gd name="T7" fmla="*/ 0 h 61"/>
              <a:gd name="T8" fmla="*/ 36 w 55"/>
              <a:gd name="T9" fmla="*/ 0 h 61"/>
              <a:gd name="T10" fmla="*/ 55 w 55"/>
              <a:gd name="T11" fmla="*/ 61 h 61"/>
              <a:gd name="T12" fmla="*/ 40 w 55"/>
              <a:gd name="T13" fmla="*/ 61 h 61"/>
              <a:gd name="T14" fmla="*/ 36 w 55"/>
              <a:gd name="T15" fmla="*/ 45 h 61"/>
              <a:gd name="T16" fmla="*/ 18 w 55"/>
              <a:gd name="T17" fmla="*/ 45 h 61"/>
              <a:gd name="T18" fmla="*/ 34 w 55"/>
              <a:gd name="T19" fmla="*/ 35 h 61"/>
              <a:gd name="T20" fmla="*/ 30 w 55"/>
              <a:gd name="T21" fmla="*/ 22 h 61"/>
              <a:gd name="T22" fmla="*/ 27 w 55"/>
              <a:gd name="T23" fmla="*/ 11 h 61"/>
              <a:gd name="T24" fmla="*/ 27 w 55"/>
              <a:gd name="T25" fmla="*/ 11 h 61"/>
              <a:gd name="T26" fmla="*/ 24 w 55"/>
              <a:gd name="T27" fmla="*/ 22 h 61"/>
              <a:gd name="T28" fmla="*/ 20 w 55"/>
              <a:gd name="T29" fmla="*/ 35 h 61"/>
              <a:gd name="T30" fmla="*/ 34 w 55"/>
              <a:gd name="T31" fmla="*/ 3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5" h="61">
                <a:moveTo>
                  <a:pt x="18" y="45"/>
                </a:moveTo>
                <a:cubicBezTo>
                  <a:pt x="14" y="61"/>
                  <a:pt x="14" y="61"/>
                  <a:pt x="14" y="61"/>
                </a:cubicBezTo>
                <a:cubicBezTo>
                  <a:pt x="0" y="61"/>
                  <a:pt x="0" y="61"/>
                  <a:pt x="0" y="61"/>
                </a:cubicBezTo>
                <a:cubicBezTo>
                  <a:pt x="18" y="0"/>
                  <a:pt x="18" y="0"/>
                  <a:pt x="18" y="0"/>
                </a:cubicBezTo>
                <a:cubicBezTo>
                  <a:pt x="36" y="0"/>
                  <a:pt x="36" y="0"/>
                  <a:pt x="36" y="0"/>
                </a:cubicBezTo>
                <a:cubicBezTo>
                  <a:pt x="55" y="61"/>
                  <a:pt x="55" y="61"/>
                  <a:pt x="55" y="61"/>
                </a:cubicBezTo>
                <a:cubicBezTo>
                  <a:pt x="40" y="61"/>
                  <a:pt x="40" y="61"/>
                  <a:pt x="40" y="61"/>
                </a:cubicBezTo>
                <a:cubicBezTo>
                  <a:pt x="36" y="45"/>
                  <a:pt x="36" y="45"/>
                  <a:pt x="36" y="45"/>
                </a:cubicBezTo>
                <a:lnTo>
                  <a:pt x="18" y="45"/>
                </a:lnTo>
                <a:close/>
                <a:moveTo>
                  <a:pt x="34" y="35"/>
                </a:moveTo>
                <a:cubicBezTo>
                  <a:pt x="30" y="22"/>
                  <a:pt x="30" y="22"/>
                  <a:pt x="30" y="22"/>
                </a:cubicBezTo>
                <a:cubicBezTo>
                  <a:pt x="29" y="19"/>
                  <a:pt x="28" y="14"/>
                  <a:pt x="27" y="11"/>
                </a:cubicBezTo>
                <a:cubicBezTo>
                  <a:pt x="27" y="11"/>
                  <a:pt x="27" y="11"/>
                  <a:pt x="27" y="11"/>
                </a:cubicBezTo>
                <a:cubicBezTo>
                  <a:pt x="26" y="14"/>
                  <a:pt x="25" y="19"/>
                  <a:pt x="24" y="22"/>
                </a:cubicBezTo>
                <a:cubicBezTo>
                  <a:pt x="20" y="35"/>
                  <a:pt x="20" y="35"/>
                  <a:pt x="20" y="35"/>
                </a:cubicBezTo>
                <a:lnTo>
                  <a:pt x="34" y="3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Oval 10"/>
          <p:cNvSpPr>
            <a:spLocks noChangeArrowheads="1"/>
          </p:cNvSpPr>
          <p:nvPr/>
        </p:nvSpPr>
        <p:spPr bwMode="auto">
          <a:xfrm>
            <a:off x="3911361" y="2341113"/>
            <a:ext cx="2387360" cy="2395987"/>
          </a:xfrm>
          <a:prstGeom prst="ellipse">
            <a:avLst/>
          </a:prstGeom>
          <a:solidFill>
            <a:srgbClr val="29414F"/>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 name="Oval 11"/>
          <p:cNvSpPr>
            <a:spLocks noChangeArrowheads="1"/>
          </p:cNvSpPr>
          <p:nvPr/>
        </p:nvSpPr>
        <p:spPr bwMode="auto">
          <a:xfrm>
            <a:off x="4049383" y="2474823"/>
            <a:ext cx="2117784" cy="212856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Rectangle 12"/>
          <p:cNvSpPr>
            <a:spLocks noChangeArrowheads="1"/>
          </p:cNvSpPr>
          <p:nvPr/>
        </p:nvSpPr>
        <p:spPr bwMode="auto">
          <a:xfrm>
            <a:off x="3605123" y="3121804"/>
            <a:ext cx="918713" cy="92302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Rectangle 13"/>
          <p:cNvSpPr>
            <a:spLocks noChangeArrowheads="1"/>
          </p:cNvSpPr>
          <p:nvPr/>
        </p:nvSpPr>
        <p:spPr bwMode="auto">
          <a:xfrm>
            <a:off x="3702170" y="3218851"/>
            <a:ext cx="694426" cy="698740"/>
          </a:xfrm>
          <a:prstGeom prst="rect">
            <a:avLst/>
          </a:prstGeom>
          <a:solidFill>
            <a:srgbClr val="29414F"/>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 name="Freeform 14"/>
          <p:cNvSpPr>
            <a:spLocks noEditPoints="1"/>
          </p:cNvSpPr>
          <p:nvPr/>
        </p:nvSpPr>
        <p:spPr bwMode="auto">
          <a:xfrm>
            <a:off x="3926457" y="3412945"/>
            <a:ext cx="224287" cy="314864"/>
          </a:xfrm>
          <a:custGeom>
            <a:avLst/>
            <a:gdLst>
              <a:gd name="T0" fmla="*/ 0 w 44"/>
              <a:gd name="T1" fmla="*/ 1 h 61"/>
              <a:gd name="T2" fmla="*/ 17 w 44"/>
              <a:gd name="T3" fmla="*/ 0 h 61"/>
              <a:gd name="T4" fmla="*/ 35 w 44"/>
              <a:gd name="T5" fmla="*/ 3 h 61"/>
              <a:gd name="T6" fmla="*/ 42 w 44"/>
              <a:gd name="T7" fmla="*/ 15 h 61"/>
              <a:gd name="T8" fmla="*/ 32 w 44"/>
              <a:gd name="T9" fmla="*/ 28 h 61"/>
              <a:gd name="T10" fmla="*/ 32 w 44"/>
              <a:gd name="T11" fmla="*/ 28 h 61"/>
              <a:gd name="T12" fmla="*/ 44 w 44"/>
              <a:gd name="T13" fmla="*/ 43 h 61"/>
              <a:gd name="T14" fmla="*/ 38 w 44"/>
              <a:gd name="T15" fmla="*/ 56 h 61"/>
              <a:gd name="T16" fmla="*/ 14 w 44"/>
              <a:gd name="T17" fmla="*/ 61 h 61"/>
              <a:gd name="T18" fmla="*/ 0 w 44"/>
              <a:gd name="T19" fmla="*/ 60 h 61"/>
              <a:gd name="T20" fmla="*/ 0 w 44"/>
              <a:gd name="T21" fmla="*/ 1 h 61"/>
              <a:gd name="T22" fmla="*/ 13 w 44"/>
              <a:gd name="T23" fmla="*/ 24 h 61"/>
              <a:gd name="T24" fmla="*/ 18 w 44"/>
              <a:gd name="T25" fmla="*/ 24 h 61"/>
              <a:gd name="T26" fmla="*/ 29 w 44"/>
              <a:gd name="T27" fmla="*/ 17 h 61"/>
              <a:gd name="T28" fmla="*/ 19 w 44"/>
              <a:gd name="T29" fmla="*/ 10 h 61"/>
              <a:gd name="T30" fmla="*/ 13 w 44"/>
              <a:gd name="T31" fmla="*/ 10 h 61"/>
              <a:gd name="T32" fmla="*/ 13 w 44"/>
              <a:gd name="T33" fmla="*/ 24 h 61"/>
              <a:gd name="T34" fmla="*/ 13 w 44"/>
              <a:gd name="T35" fmla="*/ 51 h 61"/>
              <a:gd name="T36" fmla="*/ 18 w 44"/>
              <a:gd name="T37" fmla="*/ 51 h 61"/>
              <a:gd name="T38" fmla="*/ 30 w 44"/>
              <a:gd name="T39" fmla="*/ 43 h 61"/>
              <a:gd name="T40" fmla="*/ 18 w 44"/>
              <a:gd name="T41" fmla="*/ 34 h 61"/>
              <a:gd name="T42" fmla="*/ 13 w 44"/>
              <a:gd name="T43" fmla="*/ 34 h 61"/>
              <a:gd name="T44" fmla="*/ 13 w 44"/>
              <a:gd name="T45" fmla="*/ 5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4" h="61">
                <a:moveTo>
                  <a:pt x="0" y="1"/>
                </a:moveTo>
                <a:cubicBezTo>
                  <a:pt x="3" y="0"/>
                  <a:pt x="10" y="0"/>
                  <a:pt x="17" y="0"/>
                </a:cubicBezTo>
                <a:cubicBezTo>
                  <a:pt x="26" y="0"/>
                  <a:pt x="31" y="1"/>
                  <a:pt x="35" y="3"/>
                </a:cubicBezTo>
                <a:cubicBezTo>
                  <a:pt x="39" y="6"/>
                  <a:pt x="42" y="10"/>
                  <a:pt x="42" y="15"/>
                </a:cubicBezTo>
                <a:cubicBezTo>
                  <a:pt x="42" y="21"/>
                  <a:pt x="39" y="26"/>
                  <a:pt x="32" y="28"/>
                </a:cubicBezTo>
                <a:cubicBezTo>
                  <a:pt x="32" y="28"/>
                  <a:pt x="32" y="28"/>
                  <a:pt x="32" y="28"/>
                </a:cubicBezTo>
                <a:cubicBezTo>
                  <a:pt x="39" y="30"/>
                  <a:pt x="44" y="35"/>
                  <a:pt x="44" y="43"/>
                </a:cubicBezTo>
                <a:cubicBezTo>
                  <a:pt x="44" y="49"/>
                  <a:pt x="42" y="53"/>
                  <a:pt x="38" y="56"/>
                </a:cubicBezTo>
                <a:cubicBezTo>
                  <a:pt x="34" y="59"/>
                  <a:pt x="26" y="61"/>
                  <a:pt x="14" y="61"/>
                </a:cubicBezTo>
                <a:cubicBezTo>
                  <a:pt x="8" y="61"/>
                  <a:pt x="3" y="61"/>
                  <a:pt x="0" y="60"/>
                </a:cubicBezTo>
                <a:lnTo>
                  <a:pt x="0" y="1"/>
                </a:lnTo>
                <a:close/>
                <a:moveTo>
                  <a:pt x="13" y="24"/>
                </a:moveTo>
                <a:cubicBezTo>
                  <a:pt x="18" y="24"/>
                  <a:pt x="18" y="24"/>
                  <a:pt x="18" y="24"/>
                </a:cubicBezTo>
                <a:cubicBezTo>
                  <a:pt x="25" y="24"/>
                  <a:pt x="29" y="21"/>
                  <a:pt x="29" y="17"/>
                </a:cubicBezTo>
                <a:cubicBezTo>
                  <a:pt x="29" y="12"/>
                  <a:pt x="25" y="10"/>
                  <a:pt x="19" y="10"/>
                </a:cubicBezTo>
                <a:cubicBezTo>
                  <a:pt x="16" y="10"/>
                  <a:pt x="14" y="10"/>
                  <a:pt x="13" y="10"/>
                </a:cubicBezTo>
                <a:lnTo>
                  <a:pt x="13" y="24"/>
                </a:lnTo>
                <a:close/>
                <a:moveTo>
                  <a:pt x="13" y="51"/>
                </a:moveTo>
                <a:cubicBezTo>
                  <a:pt x="14" y="51"/>
                  <a:pt x="16" y="51"/>
                  <a:pt x="18" y="51"/>
                </a:cubicBezTo>
                <a:cubicBezTo>
                  <a:pt x="25" y="51"/>
                  <a:pt x="30" y="49"/>
                  <a:pt x="30" y="43"/>
                </a:cubicBezTo>
                <a:cubicBezTo>
                  <a:pt x="30" y="36"/>
                  <a:pt x="25" y="34"/>
                  <a:pt x="18" y="34"/>
                </a:cubicBezTo>
                <a:cubicBezTo>
                  <a:pt x="13" y="34"/>
                  <a:pt x="13" y="34"/>
                  <a:pt x="13" y="34"/>
                </a:cubicBezTo>
                <a:lnTo>
                  <a:pt x="13" y="5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Oval 15"/>
          <p:cNvSpPr>
            <a:spLocks noChangeArrowheads="1"/>
          </p:cNvSpPr>
          <p:nvPr/>
        </p:nvSpPr>
        <p:spPr bwMode="auto">
          <a:xfrm>
            <a:off x="6223240" y="2341113"/>
            <a:ext cx="2387360" cy="2395987"/>
          </a:xfrm>
          <a:prstGeom prst="ellipse">
            <a:avLst/>
          </a:prstGeom>
          <a:solidFill>
            <a:srgbClr val="21998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 name="Oval 16"/>
          <p:cNvSpPr>
            <a:spLocks noChangeArrowheads="1"/>
          </p:cNvSpPr>
          <p:nvPr/>
        </p:nvSpPr>
        <p:spPr bwMode="auto">
          <a:xfrm>
            <a:off x="6354792" y="2474823"/>
            <a:ext cx="2124254" cy="212856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Rectangle 17"/>
          <p:cNvSpPr>
            <a:spLocks noChangeArrowheads="1"/>
          </p:cNvSpPr>
          <p:nvPr/>
        </p:nvSpPr>
        <p:spPr bwMode="auto">
          <a:xfrm>
            <a:off x="5917002" y="3121804"/>
            <a:ext cx="918713" cy="92302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Rectangle 18"/>
          <p:cNvSpPr>
            <a:spLocks noChangeArrowheads="1"/>
          </p:cNvSpPr>
          <p:nvPr/>
        </p:nvSpPr>
        <p:spPr bwMode="auto">
          <a:xfrm>
            <a:off x="6044242" y="3218851"/>
            <a:ext cx="668547" cy="698740"/>
          </a:xfrm>
          <a:prstGeom prst="rect">
            <a:avLst/>
          </a:prstGeom>
          <a:solidFill>
            <a:srgbClr val="21998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 name="Freeform 19"/>
          <p:cNvSpPr>
            <a:spLocks/>
          </p:cNvSpPr>
          <p:nvPr/>
        </p:nvSpPr>
        <p:spPr bwMode="auto">
          <a:xfrm>
            <a:off x="6208143" y="3408632"/>
            <a:ext cx="243696" cy="323491"/>
          </a:xfrm>
          <a:custGeom>
            <a:avLst/>
            <a:gdLst>
              <a:gd name="T0" fmla="*/ 47 w 48"/>
              <a:gd name="T1" fmla="*/ 60 h 63"/>
              <a:gd name="T2" fmla="*/ 32 w 48"/>
              <a:gd name="T3" fmla="*/ 63 h 63"/>
              <a:gd name="T4" fmla="*/ 0 w 48"/>
              <a:gd name="T5" fmla="*/ 32 h 63"/>
              <a:gd name="T6" fmla="*/ 33 w 48"/>
              <a:gd name="T7" fmla="*/ 0 h 63"/>
              <a:gd name="T8" fmla="*/ 48 w 48"/>
              <a:gd name="T9" fmla="*/ 3 h 63"/>
              <a:gd name="T10" fmla="*/ 45 w 48"/>
              <a:gd name="T11" fmla="*/ 14 h 63"/>
              <a:gd name="T12" fmla="*/ 34 w 48"/>
              <a:gd name="T13" fmla="*/ 12 h 63"/>
              <a:gd name="T14" fmla="*/ 14 w 48"/>
              <a:gd name="T15" fmla="*/ 32 h 63"/>
              <a:gd name="T16" fmla="*/ 34 w 48"/>
              <a:gd name="T17" fmla="*/ 51 h 63"/>
              <a:gd name="T18" fmla="*/ 45 w 48"/>
              <a:gd name="T19" fmla="*/ 49 h 63"/>
              <a:gd name="T20" fmla="*/ 47 w 48"/>
              <a:gd name="T21" fmla="*/ 6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63">
                <a:moveTo>
                  <a:pt x="47" y="60"/>
                </a:moveTo>
                <a:cubicBezTo>
                  <a:pt x="45" y="61"/>
                  <a:pt x="39" y="63"/>
                  <a:pt x="32" y="63"/>
                </a:cubicBezTo>
                <a:cubicBezTo>
                  <a:pt x="11" y="63"/>
                  <a:pt x="0" y="50"/>
                  <a:pt x="0" y="32"/>
                </a:cubicBezTo>
                <a:cubicBezTo>
                  <a:pt x="0" y="12"/>
                  <a:pt x="15" y="0"/>
                  <a:pt x="33" y="0"/>
                </a:cubicBezTo>
                <a:cubicBezTo>
                  <a:pt x="40" y="0"/>
                  <a:pt x="46" y="2"/>
                  <a:pt x="48" y="3"/>
                </a:cubicBezTo>
                <a:cubicBezTo>
                  <a:pt x="45" y="14"/>
                  <a:pt x="45" y="14"/>
                  <a:pt x="45" y="14"/>
                </a:cubicBezTo>
                <a:cubicBezTo>
                  <a:pt x="42" y="13"/>
                  <a:pt x="39" y="12"/>
                  <a:pt x="34" y="12"/>
                </a:cubicBezTo>
                <a:cubicBezTo>
                  <a:pt x="23" y="12"/>
                  <a:pt x="14" y="18"/>
                  <a:pt x="14" y="32"/>
                </a:cubicBezTo>
                <a:cubicBezTo>
                  <a:pt x="14" y="44"/>
                  <a:pt x="22" y="51"/>
                  <a:pt x="34" y="51"/>
                </a:cubicBezTo>
                <a:cubicBezTo>
                  <a:pt x="38" y="51"/>
                  <a:pt x="42" y="50"/>
                  <a:pt x="45" y="49"/>
                </a:cubicBezTo>
                <a:lnTo>
                  <a:pt x="47" y="6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Oval 20"/>
          <p:cNvSpPr>
            <a:spLocks noChangeArrowheads="1"/>
          </p:cNvSpPr>
          <p:nvPr/>
        </p:nvSpPr>
        <p:spPr bwMode="auto">
          <a:xfrm>
            <a:off x="8509239" y="2341113"/>
            <a:ext cx="2387360" cy="2395987"/>
          </a:xfrm>
          <a:prstGeom prst="ellipse">
            <a:avLst/>
          </a:prstGeom>
          <a:solidFill>
            <a:srgbClr val="EA981E"/>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 name="Oval 21"/>
          <p:cNvSpPr>
            <a:spLocks noChangeArrowheads="1"/>
          </p:cNvSpPr>
          <p:nvPr/>
        </p:nvSpPr>
        <p:spPr bwMode="auto">
          <a:xfrm>
            <a:off x="8640792" y="2474823"/>
            <a:ext cx="2117784" cy="212856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Rectangle 22"/>
          <p:cNvSpPr>
            <a:spLocks noChangeArrowheads="1"/>
          </p:cNvSpPr>
          <p:nvPr/>
        </p:nvSpPr>
        <p:spPr bwMode="auto">
          <a:xfrm>
            <a:off x="8196532" y="3121804"/>
            <a:ext cx="918713" cy="92302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Rectangle 23"/>
          <p:cNvSpPr>
            <a:spLocks noChangeArrowheads="1"/>
          </p:cNvSpPr>
          <p:nvPr/>
        </p:nvSpPr>
        <p:spPr bwMode="auto">
          <a:xfrm>
            <a:off x="8325928" y="3218851"/>
            <a:ext cx="662077" cy="698740"/>
          </a:xfrm>
          <a:prstGeom prst="rect">
            <a:avLst/>
          </a:prstGeom>
          <a:solidFill>
            <a:srgbClr val="EA981E"/>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3" name="Freeform 24"/>
          <p:cNvSpPr>
            <a:spLocks noEditPoints="1"/>
          </p:cNvSpPr>
          <p:nvPr/>
        </p:nvSpPr>
        <p:spPr bwMode="auto">
          <a:xfrm>
            <a:off x="8520022" y="3412945"/>
            <a:ext cx="273889" cy="314864"/>
          </a:xfrm>
          <a:custGeom>
            <a:avLst/>
            <a:gdLst>
              <a:gd name="T0" fmla="*/ 0 w 54"/>
              <a:gd name="T1" fmla="*/ 1 h 61"/>
              <a:gd name="T2" fmla="*/ 19 w 54"/>
              <a:gd name="T3" fmla="*/ 0 h 61"/>
              <a:gd name="T4" fmla="*/ 43 w 54"/>
              <a:gd name="T5" fmla="*/ 6 h 61"/>
              <a:gd name="T6" fmla="*/ 54 w 54"/>
              <a:gd name="T7" fmla="*/ 29 h 61"/>
              <a:gd name="T8" fmla="*/ 44 w 54"/>
              <a:gd name="T9" fmla="*/ 54 h 61"/>
              <a:gd name="T10" fmla="*/ 16 w 54"/>
              <a:gd name="T11" fmla="*/ 61 h 61"/>
              <a:gd name="T12" fmla="*/ 0 w 54"/>
              <a:gd name="T13" fmla="*/ 60 h 61"/>
              <a:gd name="T14" fmla="*/ 0 w 54"/>
              <a:gd name="T15" fmla="*/ 1 h 61"/>
              <a:gd name="T16" fmla="*/ 14 w 54"/>
              <a:gd name="T17" fmla="*/ 50 h 61"/>
              <a:gd name="T18" fmla="*/ 19 w 54"/>
              <a:gd name="T19" fmla="*/ 51 h 61"/>
              <a:gd name="T20" fmla="*/ 39 w 54"/>
              <a:gd name="T21" fmla="*/ 30 h 61"/>
              <a:gd name="T22" fmla="*/ 20 w 54"/>
              <a:gd name="T23" fmla="*/ 10 h 61"/>
              <a:gd name="T24" fmla="*/ 14 w 54"/>
              <a:gd name="T25" fmla="*/ 11 h 61"/>
              <a:gd name="T26" fmla="*/ 14 w 54"/>
              <a:gd name="T27" fmla="*/ 5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 h="61">
                <a:moveTo>
                  <a:pt x="0" y="1"/>
                </a:moveTo>
                <a:cubicBezTo>
                  <a:pt x="5" y="0"/>
                  <a:pt x="12" y="0"/>
                  <a:pt x="19" y="0"/>
                </a:cubicBezTo>
                <a:cubicBezTo>
                  <a:pt x="30" y="0"/>
                  <a:pt x="38" y="2"/>
                  <a:pt x="43" y="6"/>
                </a:cubicBezTo>
                <a:cubicBezTo>
                  <a:pt x="50" y="11"/>
                  <a:pt x="54" y="18"/>
                  <a:pt x="54" y="29"/>
                </a:cubicBezTo>
                <a:cubicBezTo>
                  <a:pt x="54" y="41"/>
                  <a:pt x="49" y="49"/>
                  <a:pt x="44" y="54"/>
                </a:cubicBezTo>
                <a:cubicBezTo>
                  <a:pt x="37" y="59"/>
                  <a:pt x="28" y="61"/>
                  <a:pt x="16" y="61"/>
                </a:cubicBezTo>
                <a:cubicBezTo>
                  <a:pt x="9" y="61"/>
                  <a:pt x="4" y="61"/>
                  <a:pt x="0" y="60"/>
                </a:cubicBezTo>
                <a:lnTo>
                  <a:pt x="0" y="1"/>
                </a:lnTo>
                <a:close/>
                <a:moveTo>
                  <a:pt x="14" y="50"/>
                </a:moveTo>
                <a:cubicBezTo>
                  <a:pt x="15" y="51"/>
                  <a:pt x="17" y="51"/>
                  <a:pt x="19" y="51"/>
                </a:cubicBezTo>
                <a:cubicBezTo>
                  <a:pt x="31" y="51"/>
                  <a:pt x="39" y="44"/>
                  <a:pt x="39" y="30"/>
                </a:cubicBezTo>
                <a:cubicBezTo>
                  <a:pt x="39" y="17"/>
                  <a:pt x="32" y="10"/>
                  <a:pt x="20" y="10"/>
                </a:cubicBezTo>
                <a:cubicBezTo>
                  <a:pt x="17" y="10"/>
                  <a:pt x="15" y="11"/>
                  <a:pt x="14" y="11"/>
                </a:cubicBezTo>
                <a:lnTo>
                  <a:pt x="14" y="5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5"/>
          <p:cNvSpPr>
            <a:spLocks/>
          </p:cNvSpPr>
          <p:nvPr/>
        </p:nvSpPr>
        <p:spPr bwMode="auto">
          <a:xfrm>
            <a:off x="2524665" y="3341777"/>
            <a:ext cx="291141" cy="293298"/>
          </a:xfrm>
          <a:custGeom>
            <a:avLst/>
            <a:gdLst>
              <a:gd name="T0" fmla="*/ 23 w 57"/>
              <a:gd name="T1" fmla="*/ 53 h 57"/>
              <a:gd name="T2" fmla="*/ 6 w 57"/>
              <a:gd name="T3" fmla="*/ 51 h 57"/>
              <a:gd name="T4" fmla="*/ 6 w 57"/>
              <a:gd name="T5" fmla="*/ 51 h 57"/>
              <a:gd name="T6" fmla="*/ 4 w 57"/>
              <a:gd name="T7" fmla="*/ 34 h 57"/>
              <a:gd name="T8" fmla="*/ 35 w 57"/>
              <a:gd name="T9" fmla="*/ 4 h 57"/>
              <a:gd name="T10" fmla="*/ 51 w 57"/>
              <a:gd name="T11" fmla="*/ 5 h 57"/>
              <a:gd name="T12" fmla="*/ 52 w 57"/>
              <a:gd name="T13" fmla="*/ 6 h 57"/>
              <a:gd name="T14" fmla="*/ 53 w 57"/>
              <a:gd name="T15" fmla="*/ 23 h 57"/>
              <a:gd name="T16" fmla="*/ 23 w 57"/>
              <a:gd name="T17" fmla="*/ 53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57">
                <a:moveTo>
                  <a:pt x="23" y="53"/>
                </a:moveTo>
                <a:cubicBezTo>
                  <a:pt x="19" y="57"/>
                  <a:pt x="11" y="56"/>
                  <a:pt x="6" y="51"/>
                </a:cubicBezTo>
                <a:cubicBezTo>
                  <a:pt x="6" y="51"/>
                  <a:pt x="6" y="51"/>
                  <a:pt x="6" y="51"/>
                </a:cubicBezTo>
                <a:cubicBezTo>
                  <a:pt x="1" y="46"/>
                  <a:pt x="0" y="38"/>
                  <a:pt x="4" y="34"/>
                </a:cubicBezTo>
                <a:cubicBezTo>
                  <a:pt x="35" y="4"/>
                  <a:pt x="35" y="4"/>
                  <a:pt x="35" y="4"/>
                </a:cubicBezTo>
                <a:cubicBezTo>
                  <a:pt x="39" y="0"/>
                  <a:pt x="46" y="0"/>
                  <a:pt x="51" y="5"/>
                </a:cubicBezTo>
                <a:cubicBezTo>
                  <a:pt x="52" y="6"/>
                  <a:pt x="52" y="6"/>
                  <a:pt x="52" y="6"/>
                </a:cubicBezTo>
                <a:cubicBezTo>
                  <a:pt x="57" y="11"/>
                  <a:pt x="57" y="18"/>
                  <a:pt x="53" y="23"/>
                </a:cubicBezTo>
                <a:lnTo>
                  <a:pt x="23" y="53"/>
                </a:lnTo>
                <a:close/>
              </a:path>
            </a:pathLst>
          </a:custGeom>
          <a:solidFill>
            <a:srgbClr val="3A8FCB"/>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5" name="Freeform 26"/>
          <p:cNvSpPr>
            <a:spLocks/>
          </p:cNvSpPr>
          <p:nvPr/>
        </p:nvSpPr>
        <p:spPr bwMode="auto">
          <a:xfrm>
            <a:off x="2615242" y="2947119"/>
            <a:ext cx="593066" cy="590909"/>
          </a:xfrm>
          <a:custGeom>
            <a:avLst/>
            <a:gdLst>
              <a:gd name="T0" fmla="*/ 21 w 116"/>
              <a:gd name="T1" fmla="*/ 20 h 115"/>
              <a:gd name="T2" fmla="*/ 95 w 116"/>
              <a:gd name="T3" fmla="*/ 20 h 115"/>
              <a:gd name="T4" fmla="*/ 95 w 116"/>
              <a:gd name="T5" fmla="*/ 94 h 115"/>
              <a:gd name="T6" fmla="*/ 21 w 116"/>
              <a:gd name="T7" fmla="*/ 94 h 115"/>
              <a:gd name="T8" fmla="*/ 21 w 116"/>
              <a:gd name="T9" fmla="*/ 20 h 115"/>
            </a:gdLst>
            <a:ahLst/>
            <a:cxnLst>
              <a:cxn ang="0">
                <a:pos x="T0" y="T1"/>
              </a:cxn>
              <a:cxn ang="0">
                <a:pos x="T2" y="T3"/>
              </a:cxn>
              <a:cxn ang="0">
                <a:pos x="T4" y="T5"/>
              </a:cxn>
              <a:cxn ang="0">
                <a:pos x="T6" y="T7"/>
              </a:cxn>
              <a:cxn ang="0">
                <a:pos x="T8" y="T9"/>
              </a:cxn>
            </a:cxnLst>
            <a:rect l="0" t="0" r="r" b="b"/>
            <a:pathLst>
              <a:path w="116" h="115">
                <a:moveTo>
                  <a:pt x="21" y="20"/>
                </a:moveTo>
                <a:cubicBezTo>
                  <a:pt x="41" y="0"/>
                  <a:pt x="75" y="0"/>
                  <a:pt x="95" y="20"/>
                </a:cubicBezTo>
                <a:cubicBezTo>
                  <a:pt x="116" y="41"/>
                  <a:pt x="116" y="74"/>
                  <a:pt x="95" y="94"/>
                </a:cubicBezTo>
                <a:cubicBezTo>
                  <a:pt x="75" y="115"/>
                  <a:pt x="41" y="115"/>
                  <a:pt x="21" y="94"/>
                </a:cubicBezTo>
                <a:cubicBezTo>
                  <a:pt x="0" y="74"/>
                  <a:pt x="0" y="41"/>
                  <a:pt x="21" y="20"/>
                </a:cubicBezTo>
                <a:close/>
              </a:path>
            </a:pathLst>
          </a:custGeom>
          <a:solidFill>
            <a:srgbClr val="3A8FCB"/>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6" name="Freeform 27"/>
          <p:cNvSpPr>
            <a:spLocks/>
          </p:cNvSpPr>
          <p:nvPr/>
        </p:nvSpPr>
        <p:spPr bwMode="auto">
          <a:xfrm>
            <a:off x="2707976" y="3033383"/>
            <a:ext cx="407598" cy="416225"/>
          </a:xfrm>
          <a:custGeom>
            <a:avLst/>
            <a:gdLst>
              <a:gd name="T0" fmla="*/ 14 w 80"/>
              <a:gd name="T1" fmla="*/ 14 h 81"/>
              <a:gd name="T2" fmla="*/ 66 w 80"/>
              <a:gd name="T3" fmla="*/ 14 h 81"/>
              <a:gd name="T4" fmla="*/ 66 w 80"/>
              <a:gd name="T5" fmla="*/ 66 h 81"/>
              <a:gd name="T6" fmla="*/ 14 w 80"/>
              <a:gd name="T7" fmla="*/ 66 h 81"/>
              <a:gd name="T8" fmla="*/ 14 w 80"/>
              <a:gd name="T9" fmla="*/ 14 h 81"/>
            </a:gdLst>
            <a:ahLst/>
            <a:cxnLst>
              <a:cxn ang="0">
                <a:pos x="T0" y="T1"/>
              </a:cxn>
              <a:cxn ang="0">
                <a:pos x="T2" y="T3"/>
              </a:cxn>
              <a:cxn ang="0">
                <a:pos x="T4" y="T5"/>
              </a:cxn>
              <a:cxn ang="0">
                <a:pos x="T6" y="T7"/>
              </a:cxn>
              <a:cxn ang="0">
                <a:pos x="T8" y="T9"/>
              </a:cxn>
            </a:cxnLst>
            <a:rect l="0" t="0" r="r" b="b"/>
            <a:pathLst>
              <a:path w="80" h="81">
                <a:moveTo>
                  <a:pt x="14" y="14"/>
                </a:moveTo>
                <a:cubicBezTo>
                  <a:pt x="28" y="0"/>
                  <a:pt x="52" y="0"/>
                  <a:pt x="66" y="14"/>
                </a:cubicBezTo>
                <a:cubicBezTo>
                  <a:pt x="80" y="29"/>
                  <a:pt x="80" y="52"/>
                  <a:pt x="66" y="66"/>
                </a:cubicBezTo>
                <a:cubicBezTo>
                  <a:pt x="52" y="81"/>
                  <a:pt x="28" y="81"/>
                  <a:pt x="14" y="66"/>
                </a:cubicBezTo>
                <a:cubicBezTo>
                  <a:pt x="0" y="52"/>
                  <a:pt x="0" y="29"/>
                  <a:pt x="14" y="1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28"/>
          <p:cNvSpPr>
            <a:spLocks/>
          </p:cNvSpPr>
          <p:nvPr/>
        </p:nvSpPr>
        <p:spPr bwMode="auto">
          <a:xfrm>
            <a:off x="7111760" y="3070045"/>
            <a:ext cx="616789" cy="621102"/>
          </a:xfrm>
          <a:custGeom>
            <a:avLst/>
            <a:gdLst>
              <a:gd name="T0" fmla="*/ 116 w 121"/>
              <a:gd name="T1" fmla="*/ 50 h 121"/>
              <a:gd name="T2" fmla="*/ 110 w 121"/>
              <a:gd name="T3" fmla="*/ 50 h 121"/>
              <a:gd name="T4" fmla="*/ 103 w 121"/>
              <a:gd name="T5" fmla="*/ 35 h 121"/>
              <a:gd name="T6" fmla="*/ 108 w 121"/>
              <a:gd name="T7" fmla="*/ 31 h 121"/>
              <a:gd name="T8" fmla="*/ 108 w 121"/>
              <a:gd name="T9" fmla="*/ 23 h 121"/>
              <a:gd name="T10" fmla="*/ 100 w 121"/>
              <a:gd name="T11" fmla="*/ 15 h 121"/>
              <a:gd name="T12" fmla="*/ 92 w 121"/>
              <a:gd name="T13" fmla="*/ 15 h 121"/>
              <a:gd name="T14" fmla="*/ 87 w 121"/>
              <a:gd name="T15" fmla="*/ 19 h 121"/>
              <a:gd name="T16" fmla="*/ 72 w 121"/>
              <a:gd name="T17" fmla="*/ 13 h 121"/>
              <a:gd name="T18" fmla="*/ 72 w 121"/>
              <a:gd name="T19" fmla="*/ 7 h 121"/>
              <a:gd name="T20" fmla="*/ 67 w 121"/>
              <a:gd name="T21" fmla="*/ 0 h 121"/>
              <a:gd name="T22" fmla="*/ 56 w 121"/>
              <a:gd name="T23" fmla="*/ 0 h 121"/>
              <a:gd name="T24" fmla="*/ 49 w 121"/>
              <a:gd name="T25" fmla="*/ 7 h 121"/>
              <a:gd name="T26" fmla="*/ 49 w 121"/>
              <a:gd name="T27" fmla="*/ 13 h 121"/>
              <a:gd name="T28" fmla="*/ 35 w 121"/>
              <a:gd name="T29" fmla="*/ 19 h 121"/>
              <a:gd name="T30" fmla="*/ 31 w 121"/>
              <a:gd name="T31" fmla="*/ 15 h 121"/>
              <a:gd name="T32" fmla="*/ 23 w 121"/>
              <a:gd name="T33" fmla="*/ 15 h 121"/>
              <a:gd name="T34" fmla="*/ 15 w 121"/>
              <a:gd name="T35" fmla="*/ 23 h 121"/>
              <a:gd name="T36" fmla="*/ 15 w 121"/>
              <a:gd name="T37" fmla="*/ 31 h 121"/>
              <a:gd name="T38" fmla="*/ 20 w 121"/>
              <a:gd name="T39" fmla="*/ 35 h 121"/>
              <a:gd name="T40" fmla="*/ 13 w 121"/>
              <a:gd name="T41" fmla="*/ 50 h 121"/>
              <a:gd name="T42" fmla="*/ 7 w 121"/>
              <a:gd name="T43" fmla="*/ 50 h 121"/>
              <a:gd name="T44" fmla="*/ 0 w 121"/>
              <a:gd name="T45" fmla="*/ 56 h 121"/>
              <a:gd name="T46" fmla="*/ 0 w 121"/>
              <a:gd name="T47" fmla="*/ 67 h 121"/>
              <a:gd name="T48" fmla="*/ 7 w 121"/>
              <a:gd name="T49" fmla="*/ 72 h 121"/>
              <a:gd name="T50" fmla="*/ 13 w 121"/>
              <a:gd name="T51" fmla="*/ 72 h 121"/>
              <a:gd name="T52" fmla="*/ 20 w 121"/>
              <a:gd name="T53" fmla="*/ 87 h 121"/>
              <a:gd name="T54" fmla="*/ 16 w 121"/>
              <a:gd name="T55" fmla="*/ 92 h 121"/>
              <a:gd name="T56" fmla="*/ 16 w 121"/>
              <a:gd name="T57" fmla="*/ 100 h 121"/>
              <a:gd name="T58" fmla="*/ 23 w 121"/>
              <a:gd name="T59" fmla="*/ 107 h 121"/>
              <a:gd name="T60" fmla="*/ 31 w 121"/>
              <a:gd name="T61" fmla="*/ 107 h 121"/>
              <a:gd name="T62" fmla="*/ 35 w 121"/>
              <a:gd name="T63" fmla="*/ 103 h 121"/>
              <a:gd name="T64" fmla="*/ 49 w 121"/>
              <a:gd name="T65" fmla="*/ 109 h 121"/>
              <a:gd name="T66" fmla="*/ 49 w 121"/>
              <a:gd name="T67" fmla="*/ 116 h 121"/>
              <a:gd name="T68" fmla="*/ 56 w 121"/>
              <a:gd name="T69" fmla="*/ 121 h 121"/>
              <a:gd name="T70" fmla="*/ 67 w 121"/>
              <a:gd name="T71" fmla="*/ 121 h 121"/>
              <a:gd name="T72" fmla="*/ 72 w 121"/>
              <a:gd name="T73" fmla="*/ 116 h 121"/>
              <a:gd name="T74" fmla="*/ 72 w 121"/>
              <a:gd name="T75" fmla="*/ 109 h 121"/>
              <a:gd name="T76" fmla="*/ 87 w 121"/>
              <a:gd name="T77" fmla="*/ 103 h 121"/>
              <a:gd name="T78" fmla="*/ 92 w 121"/>
              <a:gd name="T79" fmla="*/ 107 h 121"/>
              <a:gd name="T80" fmla="*/ 100 w 121"/>
              <a:gd name="T81" fmla="*/ 107 h 121"/>
              <a:gd name="T82" fmla="*/ 108 w 121"/>
              <a:gd name="T83" fmla="*/ 100 h 121"/>
              <a:gd name="T84" fmla="*/ 108 w 121"/>
              <a:gd name="T85" fmla="*/ 92 h 121"/>
              <a:gd name="T86" fmla="*/ 103 w 121"/>
              <a:gd name="T87" fmla="*/ 87 h 121"/>
              <a:gd name="T88" fmla="*/ 110 w 121"/>
              <a:gd name="T89" fmla="*/ 72 h 121"/>
              <a:gd name="T90" fmla="*/ 116 w 121"/>
              <a:gd name="T91" fmla="*/ 72 h 121"/>
              <a:gd name="T92" fmla="*/ 121 w 121"/>
              <a:gd name="T93" fmla="*/ 67 h 121"/>
              <a:gd name="T94" fmla="*/ 121 w 121"/>
              <a:gd name="T95" fmla="*/ 56 h 121"/>
              <a:gd name="T96" fmla="*/ 116 w 121"/>
              <a:gd name="T97" fmla="*/ 5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1" h="121">
                <a:moveTo>
                  <a:pt x="116" y="50"/>
                </a:moveTo>
                <a:cubicBezTo>
                  <a:pt x="110" y="50"/>
                  <a:pt x="110" y="50"/>
                  <a:pt x="110" y="50"/>
                </a:cubicBezTo>
                <a:cubicBezTo>
                  <a:pt x="109" y="44"/>
                  <a:pt x="106" y="39"/>
                  <a:pt x="103" y="35"/>
                </a:cubicBezTo>
                <a:cubicBezTo>
                  <a:pt x="108" y="31"/>
                  <a:pt x="108" y="31"/>
                  <a:pt x="108" y="31"/>
                </a:cubicBezTo>
                <a:cubicBezTo>
                  <a:pt x="110" y="28"/>
                  <a:pt x="110" y="25"/>
                  <a:pt x="108" y="23"/>
                </a:cubicBezTo>
                <a:cubicBezTo>
                  <a:pt x="100" y="15"/>
                  <a:pt x="100" y="15"/>
                  <a:pt x="100" y="15"/>
                </a:cubicBezTo>
                <a:cubicBezTo>
                  <a:pt x="98" y="13"/>
                  <a:pt x="94" y="13"/>
                  <a:pt x="92" y="15"/>
                </a:cubicBezTo>
                <a:cubicBezTo>
                  <a:pt x="87" y="19"/>
                  <a:pt x="87" y="19"/>
                  <a:pt x="87" y="19"/>
                </a:cubicBezTo>
                <a:cubicBezTo>
                  <a:pt x="83" y="17"/>
                  <a:pt x="77" y="14"/>
                  <a:pt x="72" y="13"/>
                </a:cubicBezTo>
                <a:cubicBezTo>
                  <a:pt x="72" y="7"/>
                  <a:pt x="72" y="7"/>
                  <a:pt x="72" y="7"/>
                </a:cubicBezTo>
                <a:cubicBezTo>
                  <a:pt x="72" y="4"/>
                  <a:pt x="70" y="0"/>
                  <a:pt x="67" y="0"/>
                </a:cubicBezTo>
                <a:cubicBezTo>
                  <a:pt x="56" y="0"/>
                  <a:pt x="56" y="0"/>
                  <a:pt x="56" y="0"/>
                </a:cubicBezTo>
                <a:cubicBezTo>
                  <a:pt x="53" y="0"/>
                  <a:pt x="49" y="4"/>
                  <a:pt x="49" y="7"/>
                </a:cubicBezTo>
                <a:cubicBezTo>
                  <a:pt x="49" y="13"/>
                  <a:pt x="49" y="13"/>
                  <a:pt x="49" y="13"/>
                </a:cubicBezTo>
                <a:cubicBezTo>
                  <a:pt x="44" y="14"/>
                  <a:pt x="39" y="17"/>
                  <a:pt x="35" y="19"/>
                </a:cubicBezTo>
                <a:cubicBezTo>
                  <a:pt x="31" y="15"/>
                  <a:pt x="31" y="15"/>
                  <a:pt x="31" y="15"/>
                </a:cubicBezTo>
                <a:cubicBezTo>
                  <a:pt x="28" y="13"/>
                  <a:pt x="25" y="13"/>
                  <a:pt x="23" y="15"/>
                </a:cubicBezTo>
                <a:cubicBezTo>
                  <a:pt x="15" y="23"/>
                  <a:pt x="15" y="23"/>
                  <a:pt x="15" y="23"/>
                </a:cubicBezTo>
                <a:cubicBezTo>
                  <a:pt x="13" y="25"/>
                  <a:pt x="13" y="29"/>
                  <a:pt x="15" y="31"/>
                </a:cubicBezTo>
                <a:cubicBezTo>
                  <a:pt x="20" y="35"/>
                  <a:pt x="20" y="35"/>
                  <a:pt x="20" y="35"/>
                </a:cubicBezTo>
                <a:cubicBezTo>
                  <a:pt x="17" y="39"/>
                  <a:pt x="15" y="44"/>
                  <a:pt x="13" y="50"/>
                </a:cubicBezTo>
                <a:cubicBezTo>
                  <a:pt x="7" y="50"/>
                  <a:pt x="7" y="50"/>
                  <a:pt x="7" y="50"/>
                </a:cubicBezTo>
                <a:cubicBezTo>
                  <a:pt x="4" y="50"/>
                  <a:pt x="0" y="53"/>
                  <a:pt x="0" y="56"/>
                </a:cubicBezTo>
                <a:cubicBezTo>
                  <a:pt x="0" y="67"/>
                  <a:pt x="0" y="67"/>
                  <a:pt x="0" y="67"/>
                </a:cubicBezTo>
                <a:cubicBezTo>
                  <a:pt x="0" y="70"/>
                  <a:pt x="4" y="72"/>
                  <a:pt x="7" y="72"/>
                </a:cubicBezTo>
                <a:cubicBezTo>
                  <a:pt x="13" y="72"/>
                  <a:pt x="13" y="72"/>
                  <a:pt x="13" y="72"/>
                </a:cubicBezTo>
                <a:cubicBezTo>
                  <a:pt x="15" y="77"/>
                  <a:pt x="17" y="83"/>
                  <a:pt x="20" y="87"/>
                </a:cubicBezTo>
                <a:cubicBezTo>
                  <a:pt x="16" y="92"/>
                  <a:pt x="16" y="92"/>
                  <a:pt x="16" y="92"/>
                </a:cubicBezTo>
                <a:cubicBezTo>
                  <a:pt x="13" y="94"/>
                  <a:pt x="13" y="98"/>
                  <a:pt x="16" y="100"/>
                </a:cubicBezTo>
                <a:cubicBezTo>
                  <a:pt x="23" y="107"/>
                  <a:pt x="23" y="107"/>
                  <a:pt x="23" y="107"/>
                </a:cubicBezTo>
                <a:cubicBezTo>
                  <a:pt x="25" y="110"/>
                  <a:pt x="29" y="110"/>
                  <a:pt x="31" y="107"/>
                </a:cubicBezTo>
                <a:cubicBezTo>
                  <a:pt x="35" y="103"/>
                  <a:pt x="35" y="103"/>
                  <a:pt x="35" y="103"/>
                </a:cubicBezTo>
                <a:cubicBezTo>
                  <a:pt x="39" y="106"/>
                  <a:pt x="44" y="108"/>
                  <a:pt x="49" y="109"/>
                </a:cubicBezTo>
                <a:cubicBezTo>
                  <a:pt x="49" y="116"/>
                  <a:pt x="49" y="116"/>
                  <a:pt x="49" y="116"/>
                </a:cubicBezTo>
                <a:cubicBezTo>
                  <a:pt x="49" y="119"/>
                  <a:pt x="53" y="121"/>
                  <a:pt x="56" y="121"/>
                </a:cubicBezTo>
                <a:cubicBezTo>
                  <a:pt x="67" y="121"/>
                  <a:pt x="67" y="121"/>
                  <a:pt x="67" y="121"/>
                </a:cubicBezTo>
                <a:cubicBezTo>
                  <a:pt x="70" y="121"/>
                  <a:pt x="72" y="119"/>
                  <a:pt x="72" y="116"/>
                </a:cubicBezTo>
                <a:cubicBezTo>
                  <a:pt x="72" y="109"/>
                  <a:pt x="72" y="109"/>
                  <a:pt x="72" y="109"/>
                </a:cubicBezTo>
                <a:cubicBezTo>
                  <a:pt x="77" y="108"/>
                  <a:pt x="83" y="106"/>
                  <a:pt x="87" y="103"/>
                </a:cubicBezTo>
                <a:cubicBezTo>
                  <a:pt x="92" y="107"/>
                  <a:pt x="92" y="107"/>
                  <a:pt x="92" y="107"/>
                </a:cubicBezTo>
                <a:cubicBezTo>
                  <a:pt x="94" y="110"/>
                  <a:pt x="98" y="110"/>
                  <a:pt x="100" y="107"/>
                </a:cubicBezTo>
                <a:cubicBezTo>
                  <a:pt x="108" y="100"/>
                  <a:pt x="108" y="100"/>
                  <a:pt x="108" y="100"/>
                </a:cubicBezTo>
                <a:cubicBezTo>
                  <a:pt x="110" y="98"/>
                  <a:pt x="110" y="94"/>
                  <a:pt x="108" y="92"/>
                </a:cubicBezTo>
                <a:cubicBezTo>
                  <a:pt x="103" y="87"/>
                  <a:pt x="103" y="87"/>
                  <a:pt x="103" y="87"/>
                </a:cubicBezTo>
                <a:cubicBezTo>
                  <a:pt x="106" y="83"/>
                  <a:pt x="109" y="77"/>
                  <a:pt x="110" y="72"/>
                </a:cubicBezTo>
                <a:cubicBezTo>
                  <a:pt x="116" y="72"/>
                  <a:pt x="116" y="72"/>
                  <a:pt x="116" y="72"/>
                </a:cubicBezTo>
                <a:cubicBezTo>
                  <a:pt x="119" y="72"/>
                  <a:pt x="121" y="70"/>
                  <a:pt x="121" y="67"/>
                </a:cubicBezTo>
                <a:cubicBezTo>
                  <a:pt x="121" y="56"/>
                  <a:pt x="121" y="56"/>
                  <a:pt x="121" y="56"/>
                </a:cubicBezTo>
                <a:cubicBezTo>
                  <a:pt x="121" y="53"/>
                  <a:pt x="119" y="50"/>
                  <a:pt x="116" y="50"/>
                </a:cubicBezTo>
                <a:close/>
              </a:path>
            </a:pathLst>
          </a:custGeom>
          <a:solidFill>
            <a:srgbClr val="21998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8" name="Oval 29"/>
          <p:cNvSpPr>
            <a:spLocks noChangeArrowheads="1"/>
          </p:cNvSpPr>
          <p:nvPr/>
        </p:nvSpPr>
        <p:spPr bwMode="auto">
          <a:xfrm>
            <a:off x="7279975" y="3240417"/>
            <a:ext cx="291141" cy="29114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Oval 30"/>
          <p:cNvSpPr>
            <a:spLocks noChangeArrowheads="1"/>
          </p:cNvSpPr>
          <p:nvPr/>
        </p:nvSpPr>
        <p:spPr bwMode="auto">
          <a:xfrm>
            <a:off x="4978879" y="3095925"/>
            <a:ext cx="284672" cy="286828"/>
          </a:xfrm>
          <a:prstGeom prst="ellipse">
            <a:avLst/>
          </a:prstGeom>
          <a:solidFill>
            <a:srgbClr val="29414F"/>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0" name="Freeform 31"/>
          <p:cNvSpPr>
            <a:spLocks/>
          </p:cNvSpPr>
          <p:nvPr/>
        </p:nvSpPr>
        <p:spPr bwMode="auto">
          <a:xfrm>
            <a:off x="4840857" y="3371970"/>
            <a:ext cx="541307" cy="304081"/>
          </a:xfrm>
          <a:custGeom>
            <a:avLst/>
            <a:gdLst>
              <a:gd name="T0" fmla="*/ 91 w 106"/>
              <a:gd name="T1" fmla="*/ 0 h 59"/>
              <a:gd name="T2" fmla="*/ 80 w 106"/>
              <a:gd name="T3" fmla="*/ 0 h 59"/>
              <a:gd name="T4" fmla="*/ 55 w 106"/>
              <a:gd name="T5" fmla="*/ 9 h 59"/>
              <a:gd name="T6" fmla="*/ 30 w 106"/>
              <a:gd name="T7" fmla="*/ 0 h 59"/>
              <a:gd name="T8" fmla="*/ 20 w 106"/>
              <a:gd name="T9" fmla="*/ 0 h 59"/>
              <a:gd name="T10" fmla="*/ 0 w 106"/>
              <a:gd name="T11" fmla="*/ 16 h 59"/>
              <a:gd name="T12" fmla="*/ 0 w 106"/>
              <a:gd name="T13" fmla="*/ 45 h 59"/>
              <a:gd name="T14" fmla="*/ 20 w 106"/>
              <a:gd name="T15" fmla="*/ 59 h 59"/>
              <a:gd name="T16" fmla="*/ 91 w 106"/>
              <a:gd name="T17" fmla="*/ 59 h 59"/>
              <a:gd name="T18" fmla="*/ 106 w 106"/>
              <a:gd name="T19" fmla="*/ 45 h 59"/>
              <a:gd name="T20" fmla="*/ 106 w 106"/>
              <a:gd name="T21" fmla="*/ 16 h 59"/>
              <a:gd name="T22" fmla="*/ 91 w 106"/>
              <a:gd name="T2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6" h="59">
                <a:moveTo>
                  <a:pt x="91" y="0"/>
                </a:moveTo>
                <a:cubicBezTo>
                  <a:pt x="80" y="0"/>
                  <a:pt x="80" y="0"/>
                  <a:pt x="80" y="0"/>
                </a:cubicBezTo>
                <a:cubicBezTo>
                  <a:pt x="73" y="6"/>
                  <a:pt x="64" y="9"/>
                  <a:pt x="55" y="9"/>
                </a:cubicBezTo>
                <a:cubicBezTo>
                  <a:pt x="46" y="9"/>
                  <a:pt x="37" y="6"/>
                  <a:pt x="30" y="0"/>
                </a:cubicBezTo>
                <a:cubicBezTo>
                  <a:pt x="20" y="0"/>
                  <a:pt x="20" y="0"/>
                  <a:pt x="20" y="0"/>
                </a:cubicBezTo>
                <a:cubicBezTo>
                  <a:pt x="10" y="0"/>
                  <a:pt x="0" y="8"/>
                  <a:pt x="0" y="16"/>
                </a:cubicBezTo>
                <a:cubicBezTo>
                  <a:pt x="0" y="45"/>
                  <a:pt x="0" y="45"/>
                  <a:pt x="0" y="45"/>
                </a:cubicBezTo>
                <a:cubicBezTo>
                  <a:pt x="0" y="53"/>
                  <a:pt x="10" y="59"/>
                  <a:pt x="20" y="59"/>
                </a:cubicBezTo>
                <a:cubicBezTo>
                  <a:pt x="91" y="59"/>
                  <a:pt x="91" y="59"/>
                  <a:pt x="91" y="59"/>
                </a:cubicBezTo>
                <a:cubicBezTo>
                  <a:pt x="101" y="59"/>
                  <a:pt x="106" y="53"/>
                  <a:pt x="106" y="45"/>
                </a:cubicBezTo>
                <a:cubicBezTo>
                  <a:pt x="106" y="16"/>
                  <a:pt x="106" y="16"/>
                  <a:pt x="106" y="16"/>
                </a:cubicBezTo>
                <a:cubicBezTo>
                  <a:pt x="106" y="8"/>
                  <a:pt x="101" y="0"/>
                  <a:pt x="91" y="0"/>
                </a:cubicBezTo>
                <a:close/>
              </a:path>
            </a:pathLst>
          </a:custGeom>
          <a:solidFill>
            <a:srgbClr val="29414F"/>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1" name="Rectangle 32"/>
          <p:cNvSpPr>
            <a:spLocks noChangeArrowheads="1"/>
          </p:cNvSpPr>
          <p:nvPr/>
        </p:nvSpPr>
        <p:spPr bwMode="auto">
          <a:xfrm>
            <a:off x="9458145" y="3397849"/>
            <a:ext cx="127240" cy="215660"/>
          </a:xfrm>
          <a:prstGeom prst="rect">
            <a:avLst/>
          </a:prstGeom>
          <a:solidFill>
            <a:srgbClr val="EA981E"/>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2" name="Rectangle 33"/>
          <p:cNvSpPr>
            <a:spLocks noChangeArrowheads="1"/>
          </p:cNvSpPr>
          <p:nvPr/>
        </p:nvSpPr>
        <p:spPr bwMode="auto">
          <a:xfrm>
            <a:off x="9645769" y="3307272"/>
            <a:ext cx="122926" cy="306238"/>
          </a:xfrm>
          <a:prstGeom prst="rect">
            <a:avLst/>
          </a:prstGeom>
          <a:solidFill>
            <a:srgbClr val="EA981E"/>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3" name="Rectangle 34"/>
          <p:cNvSpPr>
            <a:spLocks noChangeArrowheads="1"/>
          </p:cNvSpPr>
          <p:nvPr/>
        </p:nvSpPr>
        <p:spPr bwMode="auto">
          <a:xfrm>
            <a:off x="9831237" y="3214538"/>
            <a:ext cx="120770" cy="398972"/>
          </a:xfrm>
          <a:prstGeom prst="rect">
            <a:avLst/>
          </a:prstGeom>
          <a:solidFill>
            <a:srgbClr val="EA981E"/>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6" name="文本框 35"/>
          <p:cNvSpPr txBox="1"/>
          <p:nvPr/>
        </p:nvSpPr>
        <p:spPr>
          <a:xfrm>
            <a:off x="4139317" y="1058393"/>
            <a:ext cx="3913366"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37" name="Rectangle 58"/>
          <p:cNvSpPr/>
          <p:nvPr/>
        </p:nvSpPr>
        <p:spPr>
          <a:xfrm>
            <a:off x="3614043" y="1478661"/>
            <a:ext cx="4963915"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单击此处添加副标题</a:t>
            </a:r>
          </a:p>
        </p:txBody>
      </p:sp>
      <p:sp>
        <p:nvSpPr>
          <p:cNvPr id="42" name="矩形 41"/>
          <p:cNvSpPr/>
          <p:nvPr/>
        </p:nvSpPr>
        <p:spPr>
          <a:xfrm>
            <a:off x="1572235" y="5455514"/>
            <a:ext cx="2262752" cy="732508"/>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a:t>
            </a:r>
          </a:p>
        </p:txBody>
      </p:sp>
      <p:sp>
        <p:nvSpPr>
          <p:cNvPr id="43" name="矩形 42"/>
          <p:cNvSpPr/>
          <p:nvPr/>
        </p:nvSpPr>
        <p:spPr>
          <a:xfrm>
            <a:off x="1572235" y="5025092"/>
            <a:ext cx="2196000" cy="332148"/>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latin typeface="Impact" panose="020B0806030902050204" pitchFamily="34" charset="0"/>
              </a:rPr>
              <a:t>单击添加标题</a:t>
            </a:r>
          </a:p>
        </p:txBody>
      </p:sp>
      <p:sp>
        <p:nvSpPr>
          <p:cNvPr id="44" name="矩形 43"/>
          <p:cNvSpPr/>
          <p:nvPr/>
        </p:nvSpPr>
        <p:spPr>
          <a:xfrm>
            <a:off x="3979460" y="5455514"/>
            <a:ext cx="2262752" cy="732508"/>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a:t>
            </a:r>
          </a:p>
        </p:txBody>
      </p:sp>
      <p:sp>
        <p:nvSpPr>
          <p:cNvPr id="45" name="矩形 44"/>
          <p:cNvSpPr/>
          <p:nvPr/>
        </p:nvSpPr>
        <p:spPr>
          <a:xfrm>
            <a:off x="3979460" y="5025092"/>
            <a:ext cx="2196000" cy="332148"/>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latin typeface="Impact" panose="020B0806030902050204" pitchFamily="34" charset="0"/>
              </a:rPr>
              <a:t>单击添加标题</a:t>
            </a:r>
          </a:p>
        </p:txBody>
      </p:sp>
      <p:sp>
        <p:nvSpPr>
          <p:cNvPr id="46" name="矩形 45"/>
          <p:cNvSpPr/>
          <p:nvPr/>
        </p:nvSpPr>
        <p:spPr>
          <a:xfrm>
            <a:off x="6386685" y="5455514"/>
            <a:ext cx="2262752" cy="732508"/>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a:t>
            </a:r>
          </a:p>
        </p:txBody>
      </p:sp>
      <p:sp>
        <p:nvSpPr>
          <p:cNvPr id="47" name="矩形 46"/>
          <p:cNvSpPr/>
          <p:nvPr/>
        </p:nvSpPr>
        <p:spPr>
          <a:xfrm>
            <a:off x="6386685" y="5025092"/>
            <a:ext cx="2196000" cy="332148"/>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latin typeface="Impact" panose="020B0806030902050204" pitchFamily="34" charset="0"/>
              </a:rPr>
              <a:t>单击添加标题</a:t>
            </a:r>
          </a:p>
        </p:txBody>
      </p:sp>
      <p:sp>
        <p:nvSpPr>
          <p:cNvPr id="48" name="矩形 47"/>
          <p:cNvSpPr/>
          <p:nvPr/>
        </p:nvSpPr>
        <p:spPr>
          <a:xfrm>
            <a:off x="8793911" y="5455514"/>
            <a:ext cx="2262752" cy="732508"/>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a:t>
            </a:r>
          </a:p>
        </p:txBody>
      </p:sp>
      <p:sp>
        <p:nvSpPr>
          <p:cNvPr id="49" name="矩形 48"/>
          <p:cNvSpPr/>
          <p:nvPr/>
        </p:nvSpPr>
        <p:spPr>
          <a:xfrm>
            <a:off x="8793911" y="5025092"/>
            <a:ext cx="2196000" cy="332148"/>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latin typeface="Impact" panose="020B0806030902050204" pitchFamily="34" charset="0"/>
              </a:rPr>
              <a:t>单击添加标题</a:t>
            </a:r>
          </a:p>
        </p:txBody>
      </p:sp>
      <p:sp>
        <p:nvSpPr>
          <p:cNvPr id="51"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876148358"/>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5"/>
          <p:cNvSpPr>
            <a:spLocks noEditPoints="1"/>
          </p:cNvSpPr>
          <p:nvPr/>
        </p:nvSpPr>
        <p:spPr bwMode="auto">
          <a:xfrm>
            <a:off x="5218901" y="3059330"/>
            <a:ext cx="1832638" cy="1873046"/>
          </a:xfrm>
          <a:custGeom>
            <a:avLst/>
            <a:gdLst>
              <a:gd name="T0" fmla="*/ 909 w 950"/>
              <a:gd name="T1" fmla="*/ 351 h 970"/>
              <a:gd name="T2" fmla="*/ 897 w 950"/>
              <a:gd name="T3" fmla="*/ 274 h 970"/>
              <a:gd name="T4" fmla="*/ 833 w 950"/>
              <a:gd name="T5" fmla="*/ 247 h 970"/>
              <a:gd name="T6" fmla="*/ 843 w 950"/>
              <a:gd name="T7" fmla="*/ 302 h 970"/>
              <a:gd name="T8" fmla="*/ 797 w 950"/>
              <a:gd name="T9" fmla="*/ 265 h 970"/>
              <a:gd name="T10" fmla="*/ 720 w 950"/>
              <a:gd name="T11" fmla="*/ 309 h 970"/>
              <a:gd name="T12" fmla="*/ 733 w 950"/>
              <a:gd name="T13" fmla="*/ 263 h 970"/>
              <a:gd name="T14" fmla="*/ 789 w 950"/>
              <a:gd name="T15" fmla="*/ 194 h 970"/>
              <a:gd name="T16" fmla="*/ 770 w 950"/>
              <a:gd name="T17" fmla="*/ 162 h 970"/>
              <a:gd name="T18" fmla="*/ 200 w 950"/>
              <a:gd name="T19" fmla="*/ 93 h 970"/>
              <a:gd name="T20" fmla="*/ 286 w 950"/>
              <a:gd name="T21" fmla="*/ 102 h 970"/>
              <a:gd name="T22" fmla="*/ 291 w 950"/>
              <a:gd name="T23" fmla="*/ 65 h 970"/>
              <a:gd name="T24" fmla="*/ 307 w 950"/>
              <a:gd name="T25" fmla="*/ 94 h 970"/>
              <a:gd name="T26" fmla="*/ 353 w 950"/>
              <a:gd name="T27" fmla="*/ 87 h 970"/>
              <a:gd name="T28" fmla="*/ 402 w 950"/>
              <a:gd name="T29" fmla="*/ 107 h 970"/>
              <a:gd name="T30" fmla="*/ 510 w 950"/>
              <a:gd name="T31" fmla="*/ 112 h 970"/>
              <a:gd name="T32" fmla="*/ 452 w 950"/>
              <a:gd name="T33" fmla="*/ 99 h 970"/>
              <a:gd name="T34" fmla="*/ 393 w 950"/>
              <a:gd name="T35" fmla="*/ 117 h 970"/>
              <a:gd name="T36" fmla="*/ 374 w 950"/>
              <a:gd name="T37" fmla="*/ 139 h 970"/>
              <a:gd name="T38" fmla="*/ 348 w 950"/>
              <a:gd name="T39" fmla="*/ 186 h 970"/>
              <a:gd name="T40" fmla="*/ 410 w 950"/>
              <a:gd name="T41" fmla="*/ 138 h 970"/>
              <a:gd name="T42" fmla="*/ 496 w 950"/>
              <a:gd name="T43" fmla="*/ 195 h 970"/>
              <a:gd name="T44" fmla="*/ 494 w 950"/>
              <a:gd name="T45" fmla="*/ 246 h 970"/>
              <a:gd name="T46" fmla="*/ 474 w 950"/>
              <a:gd name="T47" fmla="*/ 215 h 970"/>
              <a:gd name="T48" fmla="*/ 442 w 950"/>
              <a:gd name="T49" fmla="*/ 224 h 970"/>
              <a:gd name="T50" fmla="*/ 426 w 950"/>
              <a:gd name="T51" fmla="*/ 229 h 970"/>
              <a:gd name="T52" fmla="*/ 392 w 950"/>
              <a:gd name="T53" fmla="*/ 254 h 970"/>
              <a:gd name="T54" fmla="*/ 286 w 950"/>
              <a:gd name="T55" fmla="*/ 353 h 970"/>
              <a:gd name="T56" fmla="*/ 168 w 950"/>
              <a:gd name="T57" fmla="*/ 394 h 970"/>
              <a:gd name="T58" fmla="*/ 224 w 950"/>
              <a:gd name="T59" fmla="*/ 443 h 970"/>
              <a:gd name="T60" fmla="*/ 358 w 950"/>
              <a:gd name="T61" fmla="*/ 490 h 970"/>
              <a:gd name="T62" fmla="*/ 463 w 950"/>
              <a:gd name="T63" fmla="*/ 536 h 970"/>
              <a:gd name="T64" fmla="*/ 569 w 950"/>
              <a:gd name="T65" fmla="*/ 617 h 970"/>
              <a:gd name="T66" fmla="*/ 493 w 950"/>
              <a:gd name="T67" fmla="*/ 762 h 970"/>
              <a:gd name="T68" fmla="*/ 418 w 950"/>
              <a:gd name="T69" fmla="*/ 847 h 970"/>
              <a:gd name="T70" fmla="*/ 422 w 950"/>
              <a:gd name="T71" fmla="*/ 898 h 970"/>
              <a:gd name="T72" fmla="*/ 359 w 950"/>
              <a:gd name="T73" fmla="*/ 869 h 970"/>
              <a:gd name="T74" fmla="*/ 312 w 950"/>
              <a:gd name="T75" fmla="*/ 663 h 970"/>
              <a:gd name="T76" fmla="*/ 288 w 950"/>
              <a:gd name="T77" fmla="*/ 537 h 970"/>
              <a:gd name="T78" fmla="*/ 186 w 950"/>
              <a:gd name="T79" fmla="*/ 451 h 970"/>
              <a:gd name="T80" fmla="*/ 90 w 950"/>
              <a:gd name="T81" fmla="*/ 367 h 970"/>
              <a:gd name="T82" fmla="*/ 79 w 950"/>
              <a:gd name="T83" fmla="*/ 404 h 970"/>
              <a:gd name="T84" fmla="*/ 485 w 950"/>
              <a:gd name="T85" fmla="*/ 970 h 970"/>
              <a:gd name="T86" fmla="*/ 813 w 950"/>
              <a:gd name="T87" fmla="*/ 680 h 970"/>
              <a:gd name="T88" fmla="*/ 758 w 950"/>
              <a:gd name="T89" fmla="*/ 515 h 970"/>
              <a:gd name="T90" fmla="*/ 623 w 950"/>
              <a:gd name="T91" fmla="*/ 475 h 970"/>
              <a:gd name="T92" fmla="*/ 672 w 950"/>
              <a:gd name="T93" fmla="*/ 360 h 970"/>
              <a:gd name="T94" fmla="*/ 801 w 950"/>
              <a:gd name="T95" fmla="*/ 306 h 970"/>
              <a:gd name="T96" fmla="*/ 733 w 950"/>
              <a:gd name="T97" fmla="*/ 181 h 970"/>
              <a:gd name="T98" fmla="*/ 715 w 950"/>
              <a:gd name="T99" fmla="*/ 218 h 970"/>
              <a:gd name="T100" fmla="*/ 708 w 950"/>
              <a:gd name="T101" fmla="*/ 172 h 970"/>
              <a:gd name="T102" fmla="*/ 693 w 950"/>
              <a:gd name="T103" fmla="*/ 212 h 970"/>
              <a:gd name="T104" fmla="*/ 414 w 950"/>
              <a:gd name="T105" fmla="*/ 250 h 970"/>
              <a:gd name="T106" fmla="*/ 441 w 950"/>
              <a:gd name="T107" fmla="*/ 260 h 970"/>
              <a:gd name="T108" fmla="*/ 445 w 950"/>
              <a:gd name="T109" fmla="*/ 242 h 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50" h="970">
                <a:moveTo>
                  <a:pt x="844" y="345"/>
                </a:moveTo>
                <a:cubicBezTo>
                  <a:pt x="853" y="351"/>
                  <a:pt x="853" y="351"/>
                  <a:pt x="853" y="351"/>
                </a:cubicBezTo>
                <a:cubicBezTo>
                  <a:pt x="861" y="351"/>
                  <a:pt x="861" y="351"/>
                  <a:pt x="861" y="351"/>
                </a:cubicBezTo>
                <a:cubicBezTo>
                  <a:pt x="861" y="335"/>
                  <a:pt x="861" y="335"/>
                  <a:pt x="861" y="335"/>
                </a:cubicBezTo>
                <a:cubicBezTo>
                  <a:pt x="886" y="333"/>
                  <a:pt x="886" y="333"/>
                  <a:pt x="886" y="333"/>
                </a:cubicBezTo>
                <a:cubicBezTo>
                  <a:pt x="909" y="351"/>
                  <a:pt x="909" y="351"/>
                  <a:pt x="909" y="351"/>
                </a:cubicBezTo>
                <a:cubicBezTo>
                  <a:pt x="948" y="351"/>
                  <a:pt x="948" y="351"/>
                  <a:pt x="948" y="351"/>
                </a:cubicBezTo>
                <a:cubicBezTo>
                  <a:pt x="950" y="348"/>
                  <a:pt x="950" y="348"/>
                  <a:pt x="950" y="348"/>
                </a:cubicBezTo>
                <a:cubicBezTo>
                  <a:pt x="947" y="335"/>
                  <a:pt x="942" y="322"/>
                  <a:pt x="937" y="310"/>
                </a:cubicBezTo>
                <a:cubicBezTo>
                  <a:pt x="912" y="310"/>
                  <a:pt x="912" y="310"/>
                  <a:pt x="912" y="310"/>
                </a:cubicBezTo>
                <a:cubicBezTo>
                  <a:pt x="899" y="296"/>
                  <a:pt x="899" y="296"/>
                  <a:pt x="899" y="296"/>
                </a:cubicBezTo>
                <a:cubicBezTo>
                  <a:pt x="897" y="274"/>
                  <a:pt x="897" y="274"/>
                  <a:pt x="897" y="274"/>
                </a:cubicBezTo>
                <a:cubicBezTo>
                  <a:pt x="884" y="281"/>
                  <a:pt x="884" y="281"/>
                  <a:pt x="884" y="281"/>
                </a:cubicBezTo>
                <a:cubicBezTo>
                  <a:pt x="877" y="308"/>
                  <a:pt x="877" y="308"/>
                  <a:pt x="877" y="308"/>
                </a:cubicBezTo>
                <a:cubicBezTo>
                  <a:pt x="858" y="288"/>
                  <a:pt x="858" y="288"/>
                  <a:pt x="858" y="288"/>
                </a:cubicBezTo>
                <a:cubicBezTo>
                  <a:pt x="858" y="269"/>
                  <a:pt x="858" y="269"/>
                  <a:pt x="858" y="269"/>
                </a:cubicBezTo>
                <a:cubicBezTo>
                  <a:pt x="839" y="254"/>
                  <a:pt x="839" y="254"/>
                  <a:pt x="839" y="254"/>
                </a:cubicBezTo>
                <a:cubicBezTo>
                  <a:pt x="833" y="247"/>
                  <a:pt x="833" y="247"/>
                  <a:pt x="833" y="247"/>
                </a:cubicBezTo>
                <a:cubicBezTo>
                  <a:pt x="812" y="247"/>
                  <a:pt x="812" y="247"/>
                  <a:pt x="812" y="247"/>
                </a:cubicBezTo>
                <a:cubicBezTo>
                  <a:pt x="818" y="266"/>
                  <a:pt x="818" y="266"/>
                  <a:pt x="818" y="266"/>
                </a:cubicBezTo>
                <a:cubicBezTo>
                  <a:pt x="844" y="280"/>
                  <a:pt x="844" y="280"/>
                  <a:pt x="844" y="280"/>
                </a:cubicBezTo>
                <a:cubicBezTo>
                  <a:pt x="848" y="285"/>
                  <a:pt x="848" y="285"/>
                  <a:pt x="848" y="285"/>
                </a:cubicBezTo>
                <a:cubicBezTo>
                  <a:pt x="843" y="287"/>
                  <a:pt x="843" y="287"/>
                  <a:pt x="843" y="287"/>
                </a:cubicBezTo>
                <a:cubicBezTo>
                  <a:pt x="843" y="302"/>
                  <a:pt x="843" y="302"/>
                  <a:pt x="843" y="302"/>
                </a:cubicBezTo>
                <a:cubicBezTo>
                  <a:pt x="831" y="307"/>
                  <a:pt x="831" y="307"/>
                  <a:pt x="831" y="307"/>
                </a:cubicBezTo>
                <a:cubicBezTo>
                  <a:pt x="820" y="305"/>
                  <a:pt x="820" y="305"/>
                  <a:pt x="820" y="305"/>
                </a:cubicBezTo>
                <a:cubicBezTo>
                  <a:pt x="813" y="296"/>
                  <a:pt x="813" y="296"/>
                  <a:pt x="813" y="296"/>
                </a:cubicBezTo>
                <a:cubicBezTo>
                  <a:pt x="831" y="297"/>
                  <a:pt x="831" y="297"/>
                  <a:pt x="831" y="297"/>
                </a:cubicBezTo>
                <a:cubicBezTo>
                  <a:pt x="835" y="290"/>
                  <a:pt x="835" y="290"/>
                  <a:pt x="835" y="290"/>
                </a:cubicBezTo>
                <a:cubicBezTo>
                  <a:pt x="797" y="265"/>
                  <a:pt x="797" y="265"/>
                  <a:pt x="797" y="265"/>
                </a:cubicBezTo>
                <a:cubicBezTo>
                  <a:pt x="794" y="254"/>
                  <a:pt x="794" y="254"/>
                  <a:pt x="794" y="254"/>
                </a:cubicBezTo>
                <a:cubicBezTo>
                  <a:pt x="779" y="268"/>
                  <a:pt x="779" y="268"/>
                  <a:pt x="779" y="268"/>
                </a:cubicBezTo>
                <a:cubicBezTo>
                  <a:pt x="763" y="265"/>
                  <a:pt x="763" y="265"/>
                  <a:pt x="763" y="265"/>
                </a:cubicBezTo>
                <a:cubicBezTo>
                  <a:pt x="740" y="296"/>
                  <a:pt x="740" y="296"/>
                  <a:pt x="740" y="296"/>
                </a:cubicBezTo>
                <a:cubicBezTo>
                  <a:pt x="735" y="308"/>
                  <a:pt x="735" y="308"/>
                  <a:pt x="735" y="308"/>
                </a:cubicBezTo>
                <a:cubicBezTo>
                  <a:pt x="720" y="309"/>
                  <a:pt x="720" y="309"/>
                  <a:pt x="720" y="309"/>
                </a:cubicBezTo>
                <a:cubicBezTo>
                  <a:pt x="697" y="309"/>
                  <a:pt x="697" y="309"/>
                  <a:pt x="697" y="309"/>
                </a:cubicBezTo>
                <a:cubicBezTo>
                  <a:pt x="684" y="303"/>
                  <a:pt x="684" y="303"/>
                  <a:pt x="684" y="303"/>
                </a:cubicBezTo>
                <a:cubicBezTo>
                  <a:pt x="680" y="276"/>
                  <a:pt x="680" y="276"/>
                  <a:pt x="680" y="276"/>
                </a:cubicBezTo>
                <a:cubicBezTo>
                  <a:pt x="685" y="263"/>
                  <a:pt x="685" y="263"/>
                  <a:pt x="685" y="263"/>
                </a:cubicBezTo>
                <a:cubicBezTo>
                  <a:pt x="708" y="258"/>
                  <a:pt x="708" y="258"/>
                  <a:pt x="708" y="258"/>
                </a:cubicBezTo>
                <a:cubicBezTo>
                  <a:pt x="733" y="263"/>
                  <a:pt x="733" y="263"/>
                  <a:pt x="733" y="263"/>
                </a:cubicBezTo>
                <a:cubicBezTo>
                  <a:pt x="736" y="250"/>
                  <a:pt x="736" y="250"/>
                  <a:pt x="736" y="250"/>
                </a:cubicBezTo>
                <a:cubicBezTo>
                  <a:pt x="725" y="247"/>
                  <a:pt x="725" y="247"/>
                  <a:pt x="725" y="247"/>
                </a:cubicBezTo>
                <a:cubicBezTo>
                  <a:pt x="729" y="226"/>
                  <a:pt x="729" y="226"/>
                  <a:pt x="729" y="226"/>
                </a:cubicBezTo>
                <a:cubicBezTo>
                  <a:pt x="754" y="222"/>
                  <a:pt x="754" y="222"/>
                  <a:pt x="754" y="222"/>
                </a:cubicBezTo>
                <a:cubicBezTo>
                  <a:pt x="771" y="197"/>
                  <a:pt x="771" y="197"/>
                  <a:pt x="771" y="197"/>
                </a:cubicBezTo>
                <a:cubicBezTo>
                  <a:pt x="789" y="194"/>
                  <a:pt x="789" y="194"/>
                  <a:pt x="789" y="194"/>
                </a:cubicBezTo>
                <a:cubicBezTo>
                  <a:pt x="806" y="196"/>
                  <a:pt x="806" y="196"/>
                  <a:pt x="806" y="196"/>
                </a:cubicBezTo>
                <a:cubicBezTo>
                  <a:pt x="812" y="196"/>
                  <a:pt x="812" y="196"/>
                  <a:pt x="812" y="196"/>
                </a:cubicBezTo>
                <a:cubicBezTo>
                  <a:pt x="808" y="173"/>
                  <a:pt x="808" y="173"/>
                  <a:pt x="808" y="173"/>
                </a:cubicBezTo>
                <a:cubicBezTo>
                  <a:pt x="789" y="181"/>
                  <a:pt x="789" y="181"/>
                  <a:pt x="789" y="181"/>
                </a:cubicBezTo>
                <a:cubicBezTo>
                  <a:pt x="782" y="164"/>
                  <a:pt x="782" y="164"/>
                  <a:pt x="782" y="164"/>
                </a:cubicBezTo>
                <a:cubicBezTo>
                  <a:pt x="770" y="162"/>
                  <a:pt x="770" y="162"/>
                  <a:pt x="770" y="162"/>
                </a:cubicBezTo>
                <a:cubicBezTo>
                  <a:pt x="768" y="150"/>
                  <a:pt x="768" y="150"/>
                  <a:pt x="768" y="150"/>
                </a:cubicBezTo>
                <a:cubicBezTo>
                  <a:pt x="777" y="140"/>
                  <a:pt x="777" y="140"/>
                  <a:pt x="777" y="140"/>
                </a:cubicBezTo>
                <a:cubicBezTo>
                  <a:pt x="800" y="131"/>
                  <a:pt x="800" y="131"/>
                  <a:pt x="800" y="131"/>
                </a:cubicBezTo>
                <a:cubicBezTo>
                  <a:pt x="805" y="121"/>
                  <a:pt x="805" y="121"/>
                  <a:pt x="805" y="121"/>
                </a:cubicBezTo>
                <a:cubicBezTo>
                  <a:pt x="720" y="46"/>
                  <a:pt x="608" y="0"/>
                  <a:pt x="485" y="0"/>
                </a:cubicBezTo>
                <a:cubicBezTo>
                  <a:pt x="379" y="0"/>
                  <a:pt x="280" y="34"/>
                  <a:pt x="200" y="93"/>
                </a:cubicBezTo>
                <a:cubicBezTo>
                  <a:pt x="225" y="92"/>
                  <a:pt x="225" y="92"/>
                  <a:pt x="225" y="92"/>
                </a:cubicBezTo>
                <a:cubicBezTo>
                  <a:pt x="236" y="98"/>
                  <a:pt x="236" y="98"/>
                  <a:pt x="236" y="98"/>
                </a:cubicBezTo>
                <a:cubicBezTo>
                  <a:pt x="256" y="103"/>
                  <a:pt x="256" y="103"/>
                  <a:pt x="256" y="103"/>
                </a:cubicBezTo>
                <a:cubicBezTo>
                  <a:pt x="258" y="111"/>
                  <a:pt x="258" y="111"/>
                  <a:pt x="258" y="111"/>
                </a:cubicBezTo>
                <a:cubicBezTo>
                  <a:pt x="291" y="112"/>
                  <a:pt x="291" y="112"/>
                  <a:pt x="291" y="112"/>
                </a:cubicBezTo>
                <a:cubicBezTo>
                  <a:pt x="286" y="102"/>
                  <a:pt x="286" y="102"/>
                  <a:pt x="286" y="102"/>
                </a:cubicBezTo>
                <a:cubicBezTo>
                  <a:pt x="257" y="101"/>
                  <a:pt x="257" y="101"/>
                  <a:pt x="257" y="101"/>
                </a:cubicBezTo>
                <a:cubicBezTo>
                  <a:pt x="264" y="94"/>
                  <a:pt x="264" y="94"/>
                  <a:pt x="264" y="94"/>
                </a:cubicBezTo>
                <a:cubicBezTo>
                  <a:pt x="262" y="87"/>
                  <a:pt x="262" y="87"/>
                  <a:pt x="262" y="87"/>
                </a:cubicBezTo>
                <a:cubicBezTo>
                  <a:pt x="235" y="87"/>
                  <a:pt x="235" y="87"/>
                  <a:pt x="235" y="87"/>
                </a:cubicBezTo>
                <a:cubicBezTo>
                  <a:pt x="264" y="65"/>
                  <a:pt x="264" y="65"/>
                  <a:pt x="264" y="65"/>
                </a:cubicBezTo>
                <a:cubicBezTo>
                  <a:pt x="291" y="65"/>
                  <a:pt x="291" y="65"/>
                  <a:pt x="291" y="65"/>
                </a:cubicBezTo>
                <a:cubicBezTo>
                  <a:pt x="304" y="83"/>
                  <a:pt x="304" y="83"/>
                  <a:pt x="304" y="83"/>
                </a:cubicBezTo>
                <a:cubicBezTo>
                  <a:pt x="326" y="84"/>
                  <a:pt x="326" y="84"/>
                  <a:pt x="326" y="84"/>
                </a:cubicBezTo>
                <a:cubicBezTo>
                  <a:pt x="338" y="72"/>
                  <a:pt x="338" y="72"/>
                  <a:pt x="338" y="72"/>
                </a:cubicBezTo>
                <a:cubicBezTo>
                  <a:pt x="348" y="77"/>
                  <a:pt x="348" y="77"/>
                  <a:pt x="348" y="77"/>
                </a:cubicBezTo>
                <a:cubicBezTo>
                  <a:pt x="330" y="94"/>
                  <a:pt x="330" y="94"/>
                  <a:pt x="330" y="94"/>
                </a:cubicBezTo>
                <a:cubicBezTo>
                  <a:pt x="330" y="94"/>
                  <a:pt x="306" y="94"/>
                  <a:pt x="307" y="94"/>
                </a:cubicBezTo>
                <a:cubicBezTo>
                  <a:pt x="308" y="94"/>
                  <a:pt x="309" y="111"/>
                  <a:pt x="309" y="111"/>
                </a:cubicBezTo>
                <a:cubicBezTo>
                  <a:pt x="339" y="111"/>
                  <a:pt x="339" y="111"/>
                  <a:pt x="339" y="111"/>
                </a:cubicBezTo>
                <a:cubicBezTo>
                  <a:pt x="342" y="103"/>
                  <a:pt x="342" y="103"/>
                  <a:pt x="342" y="103"/>
                </a:cubicBezTo>
                <a:cubicBezTo>
                  <a:pt x="363" y="101"/>
                  <a:pt x="363" y="101"/>
                  <a:pt x="363" y="101"/>
                </a:cubicBezTo>
                <a:cubicBezTo>
                  <a:pt x="365" y="89"/>
                  <a:pt x="365" y="89"/>
                  <a:pt x="365" y="89"/>
                </a:cubicBezTo>
                <a:cubicBezTo>
                  <a:pt x="353" y="87"/>
                  <a:pt x="353" y="87"/>
                  <a:pt x="353" y="87"/>
                </a:cubicBezTo>
                <a:cubicBezTo>
                  <a:pt x="357" y="76"/>
                  <a:pt x="357" y="76"/>
                  <a:pt x="357" y="76"/>
                </a:cubicBezTo>
                <a:cubicBezTo>
                  <a:pt x="366" y="74"/>
                  <a:pt x="366" y="74"/>
                  <a:pt x="366" y="74"/>
                </a:cubicBezTo>
                <a:cubicBezTo>
                  <a:pt x="399" y="75"/>
                  <a:pt x="399" y="75"/>
                  <a:pt x="399" y="75"/>
                </a:cubicBezTo>
                <a:cubicBezTo>
                  <a:pt x="381" y="91"/>
                  <a:pt x="381" y="91"/>
                  <a:pt x="381" y="91"/>
                </a:cubicBezTo>
                <a:cubicBezTo>
                  <a:pt x="384" y="104"/>
                  <a:pt x="384" y="104"/>
                  <a:pt x="384" y="104"/>
                </a:cubicBezTo>
                <a:cubicBezTo>
                  <a:pt x="402" y="107"/>
                  <a:pt x="402" y="107"/>
                  <a:pt x="402" y="107"/>
                </a:cubicBezTo>
                <a:cubicBezTo>
                  <a:pt x="401" y="84"/>
                  <a:pt x="401" y="84"/>
                  <a:pt x="401" y="84"/>
                </a:cubicBezTo>
                <a:cubicBezTo>
                  <a:pt x="419" y="75"/>
                  <a:pt x="419" y="75"/>
                  <a:pt x="419" y="75"/>
                </a:cubicBezTo>
                <a:cubicBezTo>
                  <a:pt x="450" y="71"/>
                  <a:pt x="450" y="71"/>
                  <a:pt x="450" y="71"/>
                </a:cubicBezTo>
                <a:cubicBezTo>
                  <a:pt x="496" y="91"/>
                  <a:pt x="496" y="91"/>
                  <a:pt x="496" y="91"/>
                </a:cubicBezTo>
                <a:cubicBezTo>
                  <a:pt x="496" y="109"/>
                  <a:pt x="496" y="109"/>
                  <a:pt x="496" y="109"/>
                </a:cubicBezTo>
                <a:cubicBezTo>
                  <a:pt x="510" y="112"/>
                  <a:pt x="510" y="112"/>
                  <a:pt x="510" y="112"/>
                </a:cubicBezTo>
                <a:cubicBezTo>
                  <a:pt x="503" y="126"/>
                  <a:pt x="503" y="126"/>
                  <a:pt x="503" y="126"/>
                </a:cubicBezTo>
                <a:cubicBezTo>
                  <a:pt x="482" y="126"/>
                  <a:pt x="482" y="126"/>
                  <a:pt x="482" y="126"/>
                </a:cubicBezTo>
                <a:cubicBezTo>
                  <a:pt x="476" y="142"/>
                  <a:pt x="476" y="142"/>
                  <a:pt x="476" y="142"/>
                </a:cubicBezTo>
                <a:cubicBezTo>
                  <a:pt x="429" y="131"/>
                  <a:pt x="429" y="131"/>
                  <a:pt x="429" y="131"/>
                </a:cubicBezTo>
                <a:cubicBezTo>
                  <a:pt x="466" y="111"/>
                  <a:pt x="466" y="111"/>
                  <a:pt x="466" y="111"/>
                </a:cubicBezTo>
                <a:cubicBezTo>
                  <a:pt x="452" y="99"/>
                  <a:pt x="452" y="99"/>
                  <a:pt x="452" y="99"/>
                </a:cubicBezTo>
                <a:cubicBezTo>
                  <a:pt x="420" y="103"/>
                  <a:pt x="420" y="103"/>
                  <a:pt x="420" y="103"/>
                </a:cubicBezTo>
                <a:cubicBezTo>
                  <a:pt x="417" y="106"/>
                  <a:pt x="417" y="106"/>
                  <a:pt x="417" y="106"/>
                </a:cubicBezTo>
                <a:cubicBezTo>
                  <a:pt x="417" y="106"/>
                  <a:pt x="417" y="106"/>
                  <a:pt x="417" y="106"/>
                </a:cubicBezTo>
                <a:cubicBezTo>
                  <a:pt x="417" y="106"/>
                  <a:pt x="417" y="106"/>
                  <a:pt x="417" y="106"/>
                </a:cubicBezTo>
                <a:cubicBezTo>
                  <a:pt x="408" y="116"/>
                  <a:pt x="408" y="116"/>
                  <a:pt x="408" y="116"/>
                </a:cubicBezTo>
                <a:cubicBezTo>
                  <a:pt x="393" y="117"/>
                  <a:pt x="393" y="117"/>
                  <a:pt x="393" y="117"/>
                </a:cubicBezTo>
                <a:cubicBezTo>
                  <a:pt x="394" y="125"/>
                  <a:pt x="394" y="125"/>
                  <a:pt x="394" y="125"/>
                </a:cubicBezTo>
                <a:cubicBezTo>
                  <a:pt x="399" y="127"/>
                  <a:pt x="399" y="127"/>
                  <a:pt x="399" y="127"/>
                </a:cubicBezTo>
                <a:cubicBezTo>
                  <a:pt x="399" y="129"/>
                  <a:pt x="399" y="129"/>
                  <a:pt x="399" y="129"/>
                </a:cubicBezTo>
                <a:cubicBezTo>
                  <a:pt x="387" y="131"/>
                  <a:pt x="387" y="131"/>
                  <a:pt x="387" y="131"/>
                </a:cubicBezTo>
                <a:cubicBezTo>
                  <a:pt x="386" y="138"/>
                  <a:pt x="386" y="138"/>
                  <a:pt x="386" y="138"/>
                </a:cubicBezTo>
                <a:cubicBezTo>
                  <a:pt x="374" y="139"/>
                  <a:pt x="374" y="139"/>
                  <a:pt x="374" y="139"/>
                </a:cubicBezTo>
                <a:cubicBezTo>
                  <a:pt x="372" y="125"/>
                  <a:pt x="372" y="125"/>
                  <a:pt x="372" y="125"/>
                </a:cubicBezTo>
                <a:cubicBezTo>
                  <a:pt x="351" y="131"/>
                  <a:pt x="351" y="131"/>
                  <a:pt x="351" y="131"/>
                </a:cubicBezTo>
                <a:cubicBezTo>
                  <a:pt x="307" y="157"/>
                  <a:pt x="307" y="157"/>
                  <a:pt x="307" y="157"/>
                </a:cubicBezTo>
                <a:cubicBezTo>
                  <a:pt x="312" y="174"/>
                  <a:pt x="312" y="174"/>
                  <a:pt x="312" y="174"/>
                </a:cubicBezTo>
                <a:cubicBezTo>
                  <a:pt x="324" y="182"/>
                  <a:pt x="324" y="182"/>
                  <a:pt x="324" y="182"/>
                </a:cubicBezTo>
                <a:cubicBezTo>
                  <a:pt x="348" y="186"/>
                  <a:pt x="348" y="186"/>
                  <a:pt x="348" y="186"/>
                </a:cubicBezTo>
                <a:cubicBezTo>
                  <a:pt x="348" y="213"/>
                  <a:pt x="348" y="213"/>
                  <a:pt x="348" y="213"/>
                </a:cubicBezTo>
                <a:cubicBezTo>
                  <a:pt x="360" y="211"/>
                  <a:pt x="360" y="211"/>
                  <a:pt x="360" y="211"/>
                </a:cubicBezTo>
                <a:cubicBezTo>
                  <a:pt x="370" y="190"/>
                  <a:pt x="370" y="190"/>
                  <a:pt x="370" y="190"/>
                </a:cubicBezTo>
                <a:cubicBezTo>
                  <a:pt x="396" y="182"/>
                  <a:pt x="396" y="182"/>
                  <a:pt x="396" y="182"/>
                </a:cubicBezTo>
                <a:cubicBezTo>
                  <a:pt x="396" y="149"/>
                  <a:pt x="396" y="149"/>
                  <a:pt x="396" y="149"/>
                </a:cubicBezTo>
                <a:cubicBezTo>
                  <a:pt x="410" y="138"/>
                  <a:pt x="410" y="138"/>
                  <a:pt x="410" y="138"/>
                </a:cubicBezTo>
                <a:cubicBezTo>
                  <a:pt x="444" y="146"/>
                  <a:pt x="444" y="146"/>
                  <a:pt x="444" y="146"/>
                </a:cubicBezTo>
                <a:cubicBezTo>
                  <a:pt x="442" y="168"/>
                  <a:pt x="442" y="168"/>
                  <a:pt x="442" y="168"/>
                </a:cubicBezTo>
                <a:cubicBezTo>
                  <a:pt x="451" y="168"/>
                  <a:pt x="451" y="168"/>
                  <a:pt x="451" y="168"/>
                </a:cubicBezTo>
                <a:cubicBezTo>
                  <a:pt x="477" y="155"/>
                  <a:pt x="477" y="155"/>
                  <a:pt x="477" y="155"/>
                </a:cubicBezTo>
                <a:cubicBezTo>
                  <a:pt x="478" y="184"/>
                  <a:pt x="478" y="184"/>
                  <a:pt x="478" y="184"/>
                </a:cubicBezTo>
                <a:cubicBezTo>
                  <a:pt x="496" y="195"/>
                  <a:pt x="496" y="195"/>
                  <a:pt x="496" y="195"/>
                </a:cubicBezTo>
                <a:cubicBezTo>
                  <a:pt x="496" y="212"/>
                  <a:pt x="496" y="212"/>
                  <a:pt x="496" y="212"/>
                </a:cubicBezTo>
                <a:cubicBezTo>
                  <a:pt x="478" y="218"/>
                  <a:pt x="478" y="218"/>
                  <a:pt x="478" y="218"/>
                </a:cubicBezTo>
                <a:cubicBezTo>
                  <a:pt x="479" y="224"/>
                  <a:pt x="479" y="224"/>
                  <a:pt x="479" y="224"/>
                </a:cubicBezTo>
                <a:cubicBezTo>
                  <a:pt x="500" y="233"/>
                  <a:pt x="500" y="233"/>
                  <a:pt x="500" y="233"/>
                </a:cubicBezTo>
                <a:cubicBezTo>
                  <a:pt x="500" y="245"/>
                  <a:pt x="500" y="245"/>
                  <a:pt x="500" y="245"/>
                </a:cubicBezTo>
                <a:cubicBezTo>
                  <a:pt x="494" y="246"/>
                  <a:pt x="494" y="246"/>
                  <a:pt x="494" y="246"/>
                </a:cubicBezTo>
                <a:cubicBezTo>
                  <a:pt x="494" y="246"/>
                  <a:pt x="494" y="245"/>
                  <a:pt x="494" y="245"/>
                </a:cubicBezTo>
                <a:cubicBezTo>
                  <a:pt x="467" y="237"/>
                  <a:pt x="467" y="237"/>
                  <a:pt x="467" y="237"/>
                </a:cubicBezTo>
                <a:cubicBezTo>
                  <a:pt x="466" y="228"/>
                  <a:pt x="466" y="228"/>
                  <a:pt x="466" y="228"/>
                </a:cubicBezTo>
                <a:cubicBezTo>
                  <a:pt x="466" y="228"/>
                  <a:pt x="466" y="228"/>
                  <a:pt x="466" y="228"/>
                </a:cubicBezTo>
                <a:cubicBezTo>
                  <a:pt x="474" y="223"/>
                  <a:pt x="474" y="223"/>
                  <a:pt x="474" y="223"/>
                </a:cubicBezTo>
                <a:cubicBezTo>
                  <a:pt x="474" y="215"/>
                  <a:pt x="474" y="215"/>
                  <a:pt x="474" y="215"/>
                </a:cubicBezTo>
                <a:cubicBezTo>
                  <a:pt x="465" y="213"/>
                  <a:pt x="465" y="213"/>
                  <a:pt x="465" y="213"/>
                </a:cubicBezTo>
                <a:cubicBezTo>
                  <a:pt x="463" y="220"/>
                  <a:pt x="463" y="220"/>
                  <a:pt x="463" y="220"/>
                </a:cubicBezTo>
                <a:cubicBezTo>
                  <a:pt x="448" y="223"/>
                  <a:pt x="448" y="223"/>
                  <a:pt x="448" y="223"/>
                </a:cubicBezTo>
                <a:cubicBezTo>
                  <a:pt x="447" y="222"/>
                  <a:pt x="447" y="222"/>
                  <a:pt x="447" y="222"/>
                </a:cubicBezTo>
                <a:cubicBezTo>
                  <a:pt x="447" y="223"/>
                  <a:pt x="447" y="223"/>
                  <a:pt x="447" y="223"/>
                </a:cubicBezTo>
                <a:cubicBezTo>
                  <a:pt x="442" y="224"/>
                  <a:pt x="442" y="224"/>
                  <a:pt x="442" y="224"/>
                </a:cubicBezTo>
                <a:cubicBezTo>
                  <a:pt x="437" y="215"/>
                  <a:pt x="437" y="215"/>
                  <a:pt x="437" y="215"/>
                </a:cubicBezTo>
                <a:cubicBezTo>
                  <a:pt x="432" y="213"/>
                  <a:pt x="432" y="213"/>
                  <a:pt x="432" y="213"/>
                </a:cubicBezTo>
                <a:cubicBezTo>
                  <a:pt x="422" y="213"/>
                  <a:pt x="422" y="213"/>
                  <a:pt x="422" y="213"/>
                </a:cubicBezTo>
                <a:cubicBezTo>
                  <a:pt x="417" y="217"/>
                  <a:pt x="417" y="217"/>
                  <a:pt x="417" y="217"/>
                </a:cubicBezTo>
                <a:cubicBezTo>
                  <a:pt x="417" y="226"/>
                  <a:pt x="417" y="226"/>
                  <a:pt x="417" y="226"/>
                </a:cubicBezTo>
                <a:cubicBezTo>
                  <a:pt x="426" y="229"/>
                  <a:pt x="426" y="229"/>
                  <a:pt x="426" y="229"/>
                </a:cubicBezTo>
                <a:cubicBezTo>
                  <a:pt x="435" y="230"/>
                  <a:pt x="435" y="230"/>
                  <a:pt x="435" y="230"/>
                </a:cubicBezTo>
                <a:cubicBezTo>
                  <a:pt x="433" y="231"/>
                  <a:pt x="433" y="231"/>
                  <a:pt x="433" y="231"/>
                </a:cubicBezTo>
                <a:cubicBezTo>
                  <a:pt x="425" y="240"/>
                  <a:pt x="425" y="240"/>
                  <a:pt x="425" y="240"/>
                </a:cubicBezTo>
                <a:cubicBezTo>
                  <a:pt x="421" y="235"/>
                  <a:pt x="421" y="235"/>
                  <a:pt x="421" y="235"/>
                </a:cubicBezTo>
                <a:cubicBezTo>
                  <a:pt x="413" y="233"/>
                  <a:pt x="413" y="233"/>
                  <a:pt x="413" y="233"/>
                </a:cubicBezTo>
                <a:cubicBezTo>
                  <a:pt x="392" y="254"/>
                  <a:pt x="392" y="254"/>
                  <a:pt x="392" y="254"/>
                </a:cubicBezTo>
                <a:cubicBezTo>
                  <a:pt x="395" y="256"/>
                  <a:pt x="395" y="256"/>
                  <a:pt x="395" y="256"/>
                </a:cubicBezTo>
                <a:cubicBezTo>
                  <a:pt x="363" y="273"/>
                  <a:pt x="363" y="273"/>
                  <a:pt x="363" y="273"/>
                </a:cubicBezTo>
                <a:cubicBezTo>
                  <a:pt x="333" y="304"/>
                  <a:pt x="333" y="304"/>
                  <a:pt x="333" y="304"/>
                </a:cubicBezTo>
                <a:cubicBezTo>
                  <a:pt x="331" y="318"/>
                  <a:pt x="331" y="318"/>
                  <a:pt x="331" y="318"/>
                </a:cubicBezTo>
                <a:cubicBezTo>
                  <a:pt x="301" y="338"/>
                  <a:pt x="301" y="338"/>
                  <a:pt x="301" y="338"/>
                </a:cubicBezTo>
                <a:cubicBezTo>
                  <a:pt x="286" y="353"/>
                  <a:pt x="286" y="353"/>
                  <a:pt x="286" y="353"/>
                </a:cubicBezTo>
                <a:cubicBezTo>
                  <a:pt x="288" y="383"/>
                  <a:pt x="288" y="383"/>
                  <a:pt x="288" y="383"/>
                </a:cubicBezTo>
                <a:cubicBezTo>
                  <a:pt x="268" y="373"/>
                  <a:pt x="268" y="373"/>
                  <a:pt x="268" y="373"/>
                </a:cubicBezTo>
                <a:cubicBezTo>
                  <a:pt x="268" y="356"/>
                  <a:pt x="268" y="356"/>
                  <a:pt x="268" y="356"/>
                </a:cubicBezTo>
                <a:cubicBezTo>
                  <a:pt x="211" y="356"/>
                  <a:pt x="211" y="356"/>
                  <a:pt x="211" y="356"/>
                </a:cubicBezTo>
                <a:cubicBezTo>
                  <a:pt x="181" y="371"/>
                  <a:pt x="181" y="371"/>
                  <a:pt x="181" y="371"/>
                </a:cubicBezTo>
                <a:cubicBezTo>
                  <a:pt x="168" y="394"/>
                  <a:pt x="168" y="394"/>
                  <a:pt x="168" y="394"/>
                </a:cubicBezTo>
                <a:cubicBezTo>
                  <a:pt x="163" y="413"/>
                  <a:pt x="163" y="413"/>
                  <a:pt x="163" y="413"/>
                </a:cubicBezTo>
                <a:cubicBezTo>
                  <a:pt x="171" y="431"/>
                  <a:pt x="171" y="431"/>
                  <a:pt x="171" y="431"/>
                </a:cubicBezTo>
                <a:cubicBezTo>
                  <a:pt x="195" y="434"/>
                  <a:pt x="195" y="434"/>
                  <a:pt x="195" y="434"/>
                </a:cubicBezTo>
                <a:cubicBezTo>
                  <a:pt x="232" y="409"/>
                  <a:pt x="232" y="409"/>
                  <a:pt x="232" y="409"/>
                </a:cubicBezTo>
                <a:cubicBezTo>
                  <a:pt x="235" y="422"/>
                  <a:pt x="235" y="422"/>
                  <a:pt x="235" y="422"/>
                </a:cubicBezTo>
                <a:cubicBezTo>
                  <a:pt x="224" y="443"/>
                  <a:pt x="224" y="443"/>
                  <a:pt x="224" y="443"/>
                </a:cubicBezTo>
                <a:cubicBezTo>
                  <a:pt x="252" y="448"/>
                  <a:pt x="252" y="448"/>
                  <a:pt x="252" y="448"/>
                </a:cubicBezTo>
                <a:cubicBezTo>
                  <a:pt x="255" y="491"/>
                  <a:pt x="255" y="491"/>
                  <a:pt x="255" y="491"/>
                </a:cubicBezTo>
                <a:cubicBezTo>
                  <a:pt x="293" y="498"/>
                  <a:pt x="293" y="498"/>
                  <a:pt x="293" y="498"/>
                </a:cubicBezTo>
                <a:cubicBezTo>
                  <a:pt x="318" y="470"/>
                  <a:pt x="318" y="470"/>
                  <a:pt x="318" y="470"/>
                </a:cubicBezTo>
                <a:cubicBezTo>
                  <a:pt x="348" y="476"/>
                  <a:pt x="348" y="476"/>
                  <a:pt x="348" y="476"/>
                </a:cubicBezTo>
                <a:cubicBezTo>
                  <a:pt x="358" y="490"/>
                  <a:pt x="358" y="490"/>
                  <a:pt x="358" y="490"/>
                </a:cubicBezTo>
                <a:cubicBezTo>
                  <a:pt x="387" y="489"/>
                  <a:pt x="387" y="489"/>
                  <a:pt x="387" y="489"/>
                </a:cubicBezTo>
                <a:cubicBezTo>
                  <a:pt x="388" y="480"/>
                  <a:pt x="388" y="480"/>
                  <a:pt x="388" y="480"/>
                </a:cubicBezTo>
                <a:cubicBezTo>
                  <a:pt x="403" y="488"/>
                  <a:pt x="403" y="488"/>
                  <a:pt x="403" y="488"/>
                </a:cubicBezTo>
                <a:cubicBezTo>
                  <a:pt x="421" y="516"/>
                  <a:pt x="421" y="516"/>
                  <a:pt x="421" y="516"/>
                </a:cubicBezTo>
                <a:cubicBezTo>
                  <a:pt x="452" y="516"/>
                  <a:pt x="452" y="516"/>
                  <a:pt x="452" y="516"/>
                </a:cubicBezTo>
                <a:cubicBezTo>
                  <a:pt x="463" y="536"/>
                  <a:pt x="463" y="536"/>
                  <a:pt x="463" y="536"/>
                </a:cubicBezTo>
                <a:cubicBezTo>
                  <a:pt x="465" y="560"/>
                  <a:pt x="465" y="560"/>
                  <a:pt x="465" y="560"/>
                </a:cubicBezTo>
                <a:cubicBezTo>
                  <a:pt x="498" y="573"/>
                  <a:pt x="498" y="573"/>
                  <a:pt x="498" y="573"/>
                </a:cubicBezTo>
                <a:cubicBezTo>
                  <a:pt x="541" y="573"/>
                  <a:pt x="541" y="573"/>
                  <a:pt x="541" y="573"/>
                </a:cubicBezTo>
                <a:cubicBezTo>
                  <a:pt x="554" y="594"/>
                  <a:pt x="554" y="594"/>
                  <a:pt x="554" y="594"/>
                </a:cubicBezTo>
                <a:cubicBezTo>
                  <a:pt x="573" y="600"/>
                  <a:pt x="573" y="600"/>
                  <a:pt x="573" y="600"/>
                </a:cubicBezTo>
                <a:cubicBezTo>
                  <a:pt x="569" y="617"/>
                  <a:pt x="569" y="617"/>
                  <a:pt x="569" y="617"/>
                </a:cubicBezTo>
                <a:cubicBezTo>
                  <a:pt x="548" y="643"/>
                  <a:pt x="548" y="643"/>
                  <a:pt x="548" y="643"/>
                </a:cubicBezTo>
                <a:cubicBezTo>
                  <a:pt x="542" y="701"/>
                  <a:pt x="542" y="701"/>
                  <a:pt x="542" y="701"/>
                </a:cubicBezTo>
                <a:cubicBezTo>
                  <a:pt x="523" y="716"/>
                  <a:pt x="523" y="716"/>
                  <a:pt x="523" y="716"/>
                </a:cubicBezTo>
                <a:cubicBezTo>
                  <a:pt x="496" y="715"/>
                  <a:pt x="496" y="715"/>
                  <a:pt x="496" y="715"/>
                </a:cubicBezTo>
                <a:cubicBezTo>
                  <a:pt x="486" y="732"/>
                  <a:pt x="486" y="732"/>
                  <a:pt x="486" y="732"/>
                </a:cubicBezTo>
                <a:cubicBezTo>
                  <a:pt x="493" y="762"/>
                  <a:pt x="493" y="762"/>
                  <a:pt x="493" y="762"/>
                </a:cubicBezTo>
                <a:cubicBezTo>
                  <a:pt x="463" y="800"/>
                  <a:pt x="463" y="800"/>
                  <a:pt x="463" y="800"/>
                </a:cubicBezTo>
                <a:cubicBezTo>
                  <a:pt x="453" y="818"/>
                  <a:pt x="453" y="818"/>
                  <a:pt x="453" y="818"/>
                </a:cubicBezTo>
                <a:cubicBezTo>
                  <a:pt x="425" y="832"/>
                  <a:pt x="425" y="832"/>
                  <a:pt x="425" y="832"/>
                </a:cubicBezTo>
                <a:cubicBezTo>
                  <a:pt x="406" y="835"/>
                  <a:pt x="406" y="835"/>
                  <a:pt x="406" y="835"/>
                </a:cubicBezTo>
                <a:cubicBezTo>
                  <a:pt x="405" y="843"/>
                  <a:pt x="405" y="843"/>
                  <a:pt x="405" y="843"/>
                </a:cubicBezTo>
                <a:cubicBezTo>
                  <a:pt x="418" y="847"/>
                  <a:pt x="418" y="847"/>
                  <a:pt x="418" y="847"/>
                </a:cubicBezTo>
                <a:cubicBezTo>
                  <a:pt x="416" y="855"/>
                  <a:pt x="416" y="855"/>
                  <a:pt x="416" y="855"/>
                </a:cubicBezTo>
                <a:cubicBezTo>
                  <a:pt x="405" y="867"/>
                  <a:pt x="405" y="867"/>
                  <a:pt x="405" y="867"/>
                </a:cubicBezTo>
                <a:cubicBezTo>
                  <a:pt x="412" y="876"/>
                  <a:pt x="412" y="876"/>
                  <a:pt x="412" y="876"/>
                </a:cubicBezTo>
                <a:cubicBezTo>
                  <a:pt x="426" y="876"/>
                  <a:pt x="426" y="876"/>
                  <a:pt x="426" y="876"/>
                </a:cubicBezTo>
                <a:cubicBezTo>
                  <a:pt x="425" y="888"/>
                  <a:pt x="425" y="888"/>
                  <a:pt x="425" y="888"/>
                </a:cubicBezTo>
                <a:cubicBezTo>
                  <a:pt x="422" y="898"/>
                  <a:pt x="422" y="898"/>
                  <a:pt x="422" y="898"/>
                </a:cubicBezTo>
                <a:cubicBezTo>
                  <a:pt x="420" y="907"/>
                  <a:pt x="420" y="907"/>
                  <a:pt x="420" y="907"/>
                </a:cubicBezTo>
                <a:cubicBezTo>
                  <a:pt x="441" y="925"/>
                  <a:pt x="441" y="925"/>
                  <a:pt x="441" y="925"/>
                </a:cubicBezTo>
                <a:cubicBezTo>
                  <a:pt x="439" y="934"/>
                  <a:pt x="439" y="934"/>
                  <a:pt x="439" y="934"/>
                </a:cubicBezTo>
                <a:cubicBezTo>
                  <a:pt x="410" y="934"/>
                  <a:pt x="410" y="934"/>
                  <a:pt x="410" y="934"/>
                </a:cubicBezTo>
                <a:cubicBezTo>
                  <a:pt x="381" y="909"/>
                  <a:pt x="381" y="909"/>
                  <a:pt x="381" y="909"/>
                </a:cubicBezTo>
                <a:cubicBezTo>
                  <a:pt x="359" y="869"/>
                  <a:pt x="359" y="869"/>
                  <a:pt x="359" y="869"/>
                </a:cubicBezTo>
                <a:cubicBezTo>
                  <a:pt x="362" y="832"/>
                  <a:pt x="362" y="832"/>
                  <a:pt x="362" y="832"/>
                </a:cubicBezTo>
                <a:cubicBezTo>
                  <a:pt x="345" y="809"/>
                  <a:pt x="345" y="809"/>
                  <a:pt x="345" y="809"/>
                </a:cubicBezTo>
                <a:cubicBezTo>
                  <a:pt x="352" y="771"/>
                  <a:pt x="352" y="771"/>
                  <a:pt x="352" y="771"/>
                </a:cubicBezTo>
                <a:cubicBezTo>
                  <a:pt x="342" y="768"/>
                  <a:pt x="342" y="768"/>
                  <a:pt x="342" y="768"/>
                </a:cubicBezTo>
                <a:cubicBezTo>
                  <a:pt x="342" y="685"/>
                  <a:pt x="342" y="685"/>
                  <a:pt x="342" y="685"/>
                </a:cubicBezTo>
                <a:cubicBezTo>
                  <a:pt x="342" y="685"/>
                  <a:pt x="313" y="663"/>
                  <a:pt x="312" y="663"/>
                </a:cubicBezTo>
                <a:cubicBezTo>
                  <a:pt x="310" y="663"/>
                  <a:pt x="297" y="660"/>
                  <a:pt x="297" y="660"/>
                </a:cubicBezTo>
                <a:cubicBezTo>
                  <a:pt x="294" y="644"/>
                  <a:pt x="294" y="644"/>
                  <a:pt x="294" y="644"/>
                </a:cubicBezTo>
                <a:cubicBezTo>
                  <a:pt x="257" y="598"/>
                  <a:pt x="257" y="598"/>
                  <a:pt x="257" y="598"/>
                </a:cubicBezTo>
                <a:cubicBezTo>
                  <a:pt x="261" y="582"/>
                  <a:pt x="261" y="582"/>
                  <a:pt x="261" y="582"/>
                </a:cubicBezTo>
                <a:cubicBezTo>
                  <a:pt x="262" y="555"/>
                  <a:pt x="262" y="555"/>
                  <a:pt x="262" y="555"/>
                </a:cubicBezTo>
                <a:cubicBezTo>
                  <a:pt x="288" y="537"/>
                  <a:pt x="288" y="537"/>
                  <a:pt x="288" y="537"/>
                </a:cubicBezTo>
                <a:cubicBezTo>
                  <a:pt x="284" y="507"/>
                  <a:pt x="284" y="507"/>
                  <a:pt x="284" y="507"/>
                </a:cubicBezTo>
                <a:cubicBezTo>
                  <a:pt x="247" y="504"/>
                  <a:pt x="247" y="504"/>
                  <a:pt x="247" y="504"/>
                </a:cubicBezTo>
                <a:cubicBezTo>
                  <a:pt x="218" y="471"/>
                  <a:pt x="218" y="471"/>
                  <a:pt x="218" y="471"/>
                </a:cubicBezTo>
                <a:cubicBezTo>
                  <a:pt x="197" y="465"/>
                  <a:pt x="197" y="465"/>
                  <a:pt x="197" y="465"/>
                </a:cubicBezTo>
                <a:cubicBezTo>
                  <a:pt x="184" y="463"/>
                  <a:pt x="184" y="463"/>
                  <a:pt x="184" y="463"/>
                </a:cubicBezTo>
                <a:cubicBezTo>
                  <a:pt x="186" y="451"/>
                  <a:pt x="186" y="451"/>
                  <a:pt x="186" y="451"/>
                </a:cubicBezTo>
                <a:cubicBezTo>
                  <a:pt x="169" y="448"/>
                  <a:pt x="169" y="448"/>
                  <a:pt x="169" y="448"/>
                </a:cubicBezTo>
                <a:cubicBezTo>
                  <a:pt x="169" y="455"/>
                  <a:pt x="169" y="455"/>
                  <a:pt x="169" y="455"/>
                </a:cubicBezTo>
                <a:cubicBezTo>
                  <a:pt x="127" y="445"/>
                  <a:pt x="127" y="445"/>
                  <a:pt x="127" y="445"/>
                </a:cubicBezTo>
                <a:cubicBezTo>
                  <a:pt x="109" y="419"/>
                  <a:pt x="109" y="419"/>
                  <a:pt x="109" y="419"/>
                </a:cubicBezTo>
                <a:cubicBezTo>
                  <a:pt x="116" y="406"/>
                  <a:pt x="116" y="406"/>
                  <a:pt x="116" y="406"/>
                </a:cubicBezTo>
                <a:cubicBezTo>
                  <a:pt x="90" y="367"/>
                  <a:pt x="90" y="367"/>
                  <a:pt x="90" y="367"/>
                </a:cubicBezTo>
                <a:cubicBezTo>
                  <a:pt x="85" y="338"/>
                  <a:pt x="85" y="338"/>
                  <a:pt x="85" y="338"/>
                </a:cubicBezTo>
                <a:cubicBezTo>
                  <a:pt x="74" y="338"/>
                  <a:pt x="74" y="338"/>
                  <a:pt x="74" y="338"/>
                </a:cubicBezTo>
                <a:cubicBezTo>
                  <a:pt x="78" y="366"/>
                  <a:pt x="78" y="366"/>
                  <a:pt x="78" y="366"/>
                </a:cubicBezTo>
                <a:cubicBezTo>
                  <a:pt x="96" y="395"/>
                  <a:pt x="96" y="395"/>
                  <a:pt x="96" y="395"/>
                </a:cubicBezTo>
                <a:cubicBezTo>
                  <a:pt x="94" y="406"/>
                  <a:pt x="94" y="406"/>
                  <a:pt x="94" y="406"/>
                </a:cubicBezTo>
                <a:cubicBezTo>
                  <a:pt x="79" y="404"/>
                  <a:pt x="79" y="404"/>
                  <a:pt x="79" y="404"/>
                </a:cubicBezTo>
                <a:cubicBezTo>
                  <a:pt x="59" y="371"/>
                  <a:pt x="59" y="371"/>
                  <a:pt x="59" y="371"/>
                </a:cubicBezTo>
                <a:cubicBezTo>
                  <a:pt x="59" y="332"/>
                  <a:pt x="59" y="332"/>
                  <a:pt x="59" y="332"/>
                </a:cubicBezTo>
                <a:cubicBezTo>
                  <a:pt x="39" y="323"/>
                  <a:pt x="39" y="323"/>
                  <a:pt x="39" y="323"/>
                </a:cubicBezTo>
                <a:cubicBezTo>
                  <a:pt x="39" y="295"/>
                  <a:pt x="39" y="295"/>
                  <a:pt x="39" y="295"/>
                </a:cubicBezTo>
                <a:cubicBezTo>
                  <a:pt x="14" y="353"/>
                  <a:pt x="0" y="417"/>
                  <a:pt x="0" y="485"/>
                </a:cubicBezTo>
                <a:cubicBezTo>
                  <a:pt x="0" y="752"/>
                  <a:pt x="218" y="970"/>
                  <a:pt x="485" y="970"/>
                </a:cubicBezTo>
                <a:cubicBezTo>
                  <a:pt x="637" y="970"/>
                  <a:pt x="772" y="900"/>
                  <a:pt x="861" y="790"/>
                </a:cubicBezTo>
                <a:cubicBezTo>
                  <a:pt x="845" y="790"/>
                  <a:pt x="845" y="790"/>
                  <a:pt x="845" y="790"/>
                </a:cubicBezTo>
                <a:cubicBezTo>
                  <a:pt x="845" y="758"/>
                  <a:pt x="845" y="758"/>
                  <a:pt x="845" y="758"/>
                </a:cubicBezTo>
                <a:cubicBezTo>
                  <a:pt x="827" y="733"/>
                  <a:pt x="827" y="733"/>
                  <a:pt x="827" y="733"/>
                </a:cubicBezTo>
                <a:cubicBezTo>
                  <a:pt x="827" y="694"/>
                  <a:pt x="827" y="694"/>
                  <a:pt x="827" y="694"/>
                </a:cubicBezTo>
                <a:cubicBezTo>
                  <a:pt x="813" y="680"/>
                  <a:pt x="813" y="680"/>
                  <a:pt x="813" y="680"/>
                </a:cubicBezTo>
                <a:cubicBezTo>
                  <a:pt x="812" y="664"/>
                  <a:pt x="812" y="664"/>
                  <a:pt x="812" y="664"/>
                </a:cubicBezTo>
                <a:cubicBezTo>
                  <a:pt x="829" y="630"/>
                  <a:pt x="829" y="630"/>
                  <a:pt x="829" y="630"/>
                </a:cubicBezTo>
                <a:cubicBezTo>
                  <a:pt x="795" y="570"/>
                  <a:pt x="795" y="570"/>
                  <a:pt x="795" y="570"/>
                </a:cubicBezTo>
                <a:cubicBezTo>
                  <a:pt x="799" y="529"/>
                  <a:pt x="799" y="529"/>
                  <a:pt x="799" y="529"/>
                </a:cubicBezTo>
                <a:cubicBezTo>
                  <a:pt x="769" y="526"/>
                  <a:pt x="769" y="526"/>
                  <a:pt x="769" y="526"/>
                </a:cubicBezTo>
                <a:cubicBezTo>
                  <a:pt x="758" y="515"/>
                  <a:pt x="758" y="515"/>
                  <a:pt x="758" y="515"/>
                </a:cubicBezTo>
                <a:cubicBezTo>
                  <a:pt x="737" y="515"/>
                  <a:pt x="737" y="515"/>
                  <a:pt x="737" y="515"/>
                </a:cubicBezTo>
                <a:cubicBezTo>
                  <a:pt x="727" y="524"/>
                  <a:pt x="727" y="524"/>
                  <a:pt x="727" y="524"/>
                </a:cubicBezTo>
                <a:cubicBezTo>
                  <a:pt x="690" y="524"/>
                  <a:pt x="690" y="524"/>
                  <a:pt x="690" y="524"/>
                </a:cubicBezTo>
                <a:cubicBezTo>
                  <a:pt x="689" y="528"/>
                  <a:pt x="689" y="528"/>
                  <a:pt x="689" y="528"/>
                </a:cubicBezTo>
                <a:cubicBezTo>
                  <a:pt x="669" y="528"/>
                  <a:pt x="669" y="528"/>
                  <a:pt x="669" y="528"/>
                </a:cubicBezTo>
                <a:cubicBezTo>
                  <a:pt x="623" y="475"/>
                  <a:pt x="623" y="475"/>
                  <a:pt x="623" y="475"/>
                </a:cubicBezTo>
                <a:cubicBezTo>
                  <a:pt x="623" y="434"/>
                  <a:pt x="623" y="434"/>
                  <a:pt x="623" y="434"/>
                </a:cubicBezTo>
                <a:cubicBezTo>
                  <a:pt x="631" y="431"/>
                  <a:pt x="631" y="431"/>
                  <a:pt x="631" y="431"/>
                </a:cubicBezTo>
                <a:cubicBezTo>
                  <a:pt x="633" y="415"/>
                  <a:pt x="633" y="415"/>
                  <a:pt x="633" y="415"/>
                </a:cubicBezTo>
                <a:cubicBezTo>
                  <a:pt x="623" y="415"/>
                  <a:pt x="623" y="415"/>
                  <a:pt x="623" y="415"/>
                </a:cubicBezTo>
                <a:cubicBezTo>
                  <a:pt x="618" y="399"/>
                  <a:pt x="618" y="399"/>
                  <a:pt x="618" y="399"/>
                </a:cubicBezTo>
                <a:cubicBezTo>
                  <a:pt x="672" y="360"/>
                  <a:pt x="672" y="360"/>
                  <a:pt x="672" y="360"/>
                </a:cubicBezTo>
                <a:cubicBezTo>
                  <a:pt x="672" y="333"/>
                  <a:pt x="672" y="333"/>
                  <a:pt x="672" y="333"/>
                </a:cubicBezTo>
                <a:cubicBezTo>
                  <a:pt x="698" y="318"/>
                  <a:pt x="698" y="318"/>
                  <a:pt x="698" y="318"/>
                </a:cubicBezTo>
                <a:cubicBezTo>
                  <a:pt x="709" y="319"/>
                  <a:pt x="709" y="319"/>
                  <a:pt x="709" y="319"/>
                </a:cubicBezTo>
                <a:cubicBezTo>
                  <a:pt x="730" y="319"/>
                  <a:pt x="730" y="319"/>
                  <a:pt x="730" y="319"/>
                </a:cubicBezTo>
                <a:cubicBezTo>
                  <a:pt x="747" y="310"/>
                  <a:pt x="747" y="310"/>
                  <a:pt x="747" y="310"/>
                </a:cubicBezTo>
                <a:cubicBezTo>
                  <a:pt x="801" y="306"/>
                  <a:pt x="801" y="306"/>
                  <a:pt x="801" y="306"/>
                </a:cubicBezTo>
                <a:cubicBezTo>
                  <a:pt x="801" y="334"/>
                  <a:pt x="801" y="334"/>
                  <a:pt x="801" y="334"/>
                </a:cubicBezTo>
                <a:lnTo>
                  <a:pt x="844" y="345"/>
                </a:lnTo>
                <a:close/>
                <a:moveTo>
                  <a:pt x="708" y="172"/>
                </a:moveTo>
                <a:cubicBezTo>
                  <a:pt x="713" y="165"/>
                  <a:pt x="713" y="165"/>
                  <a:pt x="713" y="165"/>
                </a:cubicBezTo>
                <a:cubicBezTo>
                  <a:pt x="729" y="162"/>
                  <a:pt x="729" y="162"/>
                  <a:pt x="729" y="162"/>
                </a:cubicBezTo>
                <a:cubicBezTo>
                  <a:pt x="733" y="181"/>
                  <a:pt x="733" y="181"/>
                  <a:pt x="733" y="181"/>
                </a:cubicBezTo>
                <a:cubicBezTo>
                  <a:pt x="741" y="195"/>
                  <a:pt x="741" y="195"/>
                  <a:pt x="741" y="195"/>
                </a:cubicBezTo>
                <a:cubicBezTo>
                  <a:pt x="747" y="201"/>
                  <a:pt x="747" y="201"/>
                  <a:pt x="747" y="201"/>
                </a:cubicBezTo>
                <a:cubicBezTo>
                  <a:pt x="757" y="205"/>
                  <a:pt x="757" y="205"/>
                  <a:pt x="757" y="205"/>
                </a:cubicBezTo>
                <a:cubicBezTo>
                  <a:pt x="747" y="217"/>
                  <a:pt x="747" y="217"/>
                  <a:pt x="747" y="217"/>
                </a:cubicBezTo>
                <a:cubicBezTo>
                  <a:pt x="729" y="218"/>
                  <a:pt x="729" y="218"/>
                  <a:pt x="729" y="218"/>
                </a:cubicBezTo>
                <a:cubicBezTo>
                  <a:pt x="715" y="218"/>
                  <a:pt x="715" y="218"/>
                  <a:pt x="715" y="218"/>
                </a:cubicBezTo>
                <a:cubicBezTo>
                  <a:pt x="716" y="202"/>
                  <a:pt x="716" y="202"/>
                  <a:pt x="716" y="202"/>
                </a:cubicBezTo>
                <a:cubicBezTo>
                  <a:pt x="728" y="199"/>
                  <a:pt x="728" y="199"/>
                  <a:pt x="728" y="199"/>
                </a:cubicBezTo>
                <a:cubicBezTo>
                  <a:pt x="727" y="191"/>
                  <a:pt x="727" y="191"/>
                  <a:pt x="727" y="191"/>
                </a:cubicBezTo>
                <a:cubicBezTo>
                  <a:pt x="716" y="185"/>
                  <a:pt x="716" y="185"/>
                  <a:pt x="716" y="185"/>
                </a:cubicBezTo>
                <a:cubicBezTo>
                  <a:pt x="708" y="179"/>
                  <a:pt x="708" y="179"/>
                  <a:pt x="708" y="179"/>
                </a:cubicBezTo>
                <a:lnTo>
                  <a:pt x="708" y="172"/>
                </a:lnTo>
                <a:close/>
                <a:moveTo>
                  <a:pt x="682" y="202"/>
                </a:moveTo>
                <a:cubicBezTo>
                  <a:pt x="692" y="186"/>
                  <a:pt x="692" y="186"/>
                  <a:pt x="692" y="186"/>
                </a:cubicBezTo>
                <a:cubicBezTo>
                  <a:pt x="705" y="183"/>
                  <a:pt x="705" y="183"/>
                  <a:pt x="705" y="183"/>
                </a:cubicBezTo>
                <a:cubicBezTo>
                  <a:pt x="714" y="187"/>
                  <a:pt x="714" y="187"/>
                  <a:pt x="714" y="187"/>
                </a:cubicBezTo>
                <a:cubicBezTo>
                  <a:pt x="713" y="198"/>
                  <a:pt x="713" y="198"/>
                  <a:pt x="713" y="198"/>
                </a:cubicBezTo>
                <a:cubicBezTo>
                  <a:pt x="693" y="212"/>
                  <a:pt x="693" y="212"/>
                  <a:pt x="693" y="212"/>
                </a:cubicBezTo>
                <a:cubicBezTo>
                  <a:pt x="682" y="212"/>
                  <a:pt x="682" y="212"/>
                  <a:pt x="682" y="212"/>
                </a:cubicBezTo>
                <a:lnTo>
                  <a:pt x="682" y="202"/>
                </a:lnTo>
                <a:close/>
                <a:moveTo>
                  <a:pt x="419" y="261"/>
                </a:moveTo>
                <a:cubicBezTo>
                  <a:pt x="409" y="262"/>
                  <a:pt x="409" y="262"/>
                  <a:pt x="409" y="262"/>
                </a:cubicBezTo>
                <a:cubicBezTo>
                  <a:pt x="409" y="255"/>
                  <a:pt x="409" y="255"/>
                  <a:pt x="409" y="255"/>
                </a:cubicBezTo>
                <a:cubicBezTo>
                  <a:pt x="414" y="250"/>
                  <a:pt x="414" y="250"/>
                  <a:pt x="414" y="250"/>
                </a:cubicBezTo>
                <a:cubicBezTo>
                  <a:pt x="420" y="254"/>
                  <a:pt x="420" y="254"/>
                  <a:pt x="420" y="254"/>
                </a:cubicBezTo>
                <a:lnTo>
                  <a:pt x="419" y="261"/>
                </a:lnTo>
                <a:close/>
                <a:moveTo>
                  <a:pt x="454" y="249"/>
                </a:moveTo>
                <a:cubicBezTo>
                  <a:pt x="447" y="250"/>
                  <a:pt x="447" y="250"/>
                  <a:pt x="447" y="250"/>
                </a:cubicBezTo>
                <a:cubicBezTo>
                  <a:pt x="446" y="256"/>
                  <a:pt x="446" y="256"/>
                  <a:pt x="446" y="256"/>
                </a:cubicBezTo>
                <a:cubicBezTo>
                  <a:pt x="441" y="260"/>
                  <a:pt x="441" y="260"/>
                  <a:pt x="441" y="260"/>
                </a:cubicBezTo>
                <a:cubicBezTo>
                  <a:pt x="432" y="260"/>
                  <a:pt x="432" y="260"/>
                  <a:pt x="432" y="260"/>
                </a:cubicBezTo>
                <a:cubicBezTo>
                  <a:pt x="432" y="258"/>
                  <a:pt x="432" y="257"/>
                  <a:pt x="432" y="257"/>
                </a:cubicBezTo>
                <a:cubicBezTo>
                  <a:pt x="428" y="257"/>
                  <a:pt x="428" y="257"/>
                  <a:pt x="428" y="257"/>
                </a:cubicBezTo>
                <a:cubicBezTo>
                  <a:pt x="428" y="250"/>
                  <a:pt x="428" y="250"/>
                  <a:pt x="428" y="250"/>
                </a:cubicBezTo>
                <a:cubicBezTo>
                  <a:pt x="442" y="250"/>
                  <a:pt x="442" y="250"/>
                  <a:pt x="442" y="250"/>
                </a:cubicBezTo>
                <a:cubicBezTo>
                  <a:pt x="445" y="242"/>
                  <a:pt x="445" y="242"/>
                  <a:pt x="445" y="242"/>
                </a:cubicBezTo>
                <a:cubicBezTo>
                  <a:pt x="451" y="242"/>
                  <a:pt x="451" y="242"/>
                  <a:pt x="451" y="242"/>
                </a:cubicBezTo>
                <a:cubicBezTo>
                  <a:pt x="457" y="244"/>
                  <a:pt x="457" y="244"/>
                  <a:pt x="457" y="244"/>
                </a:cubicBezTo>
                <a:lnTo>
                  <a:pt x="454" y="249"/>
                </a:lnTo>
                <a:close/>
              </a:path>
            </a:pathLst>
          </a:custGeom>
          <a:solidFill>
            <a:srgbClr val="9092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6"/>
          <p:cNvSpPr>
            <a:spLocks/>
          </p:cNvSpPr>
          <p:nvPr/>
        </p:nvSpPr>
        <p:spPr bwMode="auto">
          <a:xfrm>
            <a:off x="4511755" y="2378330"/>
            <a:ext cx="1468963" cy="1542648"/>
          </a:xfrm>
          <a:custGeom>
            <a:avLst/>
            <a:gdLst>
              <a:gd name="T0" fmla="*/ 0 w 761"/>
              <a:gd name="T1" fmla="*/ 799 h 799"/>
              <a:gd name="T2" fmla="*/ 149 w 761"/>
              <a:gd name="T3" fmla="*/ 799 h 799"/>
              <a:gd name="T4" fmla="*/ 761 w 761"/>
              <a:gd name="T5" fmla="*/ 148 h 799"/>
              <a:gd name="T6" fmla="*/ 761 w 761"/>
              <a:gd name="T7" fmla="*/ 0 h 799"/>
              <a:gd name="T8" fmla="*/ 0 w 761"/>
              <a:gd name="T9" fmla="*/ 799 h 799"/>
            </a:gdLst>
            <a:ahLst/>
            <a:cxnLst>
              <a:cxn ang="0">
                <a:pos x="T0" y="T1"/>
              </a:cxn>
              <a:cxn ang="0">
                <a:pos x="T2" y="T3"/>
              </a:cxn>
              <a:cxn ang="0">
                <a:pos x="T4" y="T5"/>
              </a:cxn>
              <a:cxn ang="0">
                <a:pos x="T6" y="T7"/>
              </a:cxn>
              <a:cxn ang="0">
                <a:pos x="T8" y="T9"/>
              </a:cxn>
            </a:cxnLst>
            <a:rect l="0" t="0" r="r" b="b"/>
            <a:pathLst>
              <a:path w="761" h="799">
                <a:moveTo>
                  <a:pt x="0" y="799"/>
                </a:moveTo>
                <a:cubicBezTo>
                  <a:pt x="149" y="799"/>
                  <a:pt x="149" y="799"/>
                  <a:pt x="149" y="799"/>
                </a:cubicBezTo>
                <a:cubicBezTo>
                  <a:pt x="167" y="461"/>
                  <a:pt x="429" y="187"/>
                  <a:pt x="761" y="148"/>
                </a:cubicBezTo>
                <a:cubicBezTo>
                  <a:pt x="761" y="0"/>
                  <a:pt x="761" y="0"/>
                  <a:pt x="761" y="0"/>
                </a:cubicBezTo>
                <a:cubicBezTo>
                  <a:pt x="347" y="39"/>
                  <a:pt x="19" y="380"/>
                  <a:pt x="0" y="799"/>
                </a:cubicBez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7"/>
          <p:cNvSpPr>
            <a:spLocks/>
          </p:cNvSpPr>
          <p:nvPr/>
        </p:nvSpPr>
        <p:spPr bwMode="auto">
          <a:xfrm>
            <a:off x="6312304" y="2379519"/>
            <a:ext cx="1446382" cy="1541460"/>
          </a:xfrm>
          <a:custGeom>
            <a:avLst/>
            <a:gdLst>
              <a:gd name="T0" fmla="*/ 0 w 749"/>
              <a:gd name="T1" fmla="*/ 0 h 798"/>
              <a:gd name="T2" fmla="*/ 0 w 749"/>
              <a:gd name="T3" fmla="*/ 149 h 798"/>
              <a:gd name="T4" fmla="*/ 601 w 749"/>
              <a:gd name="T5" fmla="*/ 798 h 798"/>
              <a:gd name="T6" fmla="*/ 749 w 749"/>
              <a:gd name="T7" fmla="*/ 798 h 798"/>
              <a:gd name="T8" fmla="*/ 0 w 749"/>
              <a:gd name="T9" fmla="*/ 0 h 798"/>
            </a:gdLst>
            <a:ahLst/>
            <a:cxnLst>
              <a:cxn ang="0">
                <a:pos x="T0" y="T1"/>
              </a:cxn>
              <a:cxn ang="0">
                <a:pos x="T2" y="T3"/>
              </a:cxn>
              <a:cxn ang="0">
                <a:pos x="T4" y="T5"/>
              </a:cxn>
              <a:cxn ang="0">
                <a:pos x="T6" y="T7"/>
              </a:cxn>
              <a:cxn ang="0">
                <a:pos x="T8" y="T9"/>
              </a:cxn>
            </a:cxnLst>
            <a:rect l="0" t="0" r="r" b="b"/>
            <a:pathLst>
              <a:path w="749" h="798">
                <a:moveTo>
                  <a:pt x="0" y="0"/>
                </a:moveTo>
                <a:cubicBezTo>
                  <a:pt x="0" y="149"/>
                  <a:pt x="0" y="149"/>
                  <a:pt x="0" y="149"/>
                </a:cubicBezTo>
                <a:cubicBezTo>
                  <a:pt x="327" y="192"/>
                  <a:pt x="583" y="464"/>
                  <a:pt x="601" y="798"/>
                </a:cubicBezTo>
                <a:cubicBezTo>
                  <a:pt x="749" y="798"/>
                  <a:pt x="749" y="798"/>
                  <a:pt x="749" y="798"/>
                </a:cubicBezTo>
                <a:cubicBezTo>
                  <a:pt x="731" y="382"/>
                  <a:pt x="409" y="44"/>
                  <a:pt x="0" y="0"/>
                </a:cubicBez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8"/>
          <p:cNvSpPr>
            <a:spLocks/>
          </p:cNvSpPr>
          <p:nvPr/>
        </p:nvSpPr>
        <p:spPr bwMode="auto">
          <a:xfrm>
            <a:off x="4533148" y="4268014"/>
            <a:ext cx="1447570" cy="1345360"/>
          </a:xfrm>
          <a:custGeom>
            <a:avLst/>
            <a:gdLst>
              <a:gd name="T0" fmla="*/ 151 w 750"/>
              <a:gd name="T1" fmla="*/ 0 h 697"/>
              <a:gd name="T2" fmla="*/ 0 w 750"/>
              <a:gd name="T3" fmla="*/ 0 h 697"/>
              <a:gd name="T4" fmla="*/ 750 w 750"/>
              <a:gd name="T5" fmla="*/ 697 h 697"/>
              <a:gd name="T6" fmla="*/ 750 w 750"/>
              <a:gd name="T7" fmla="*/ 548 h 697"/>
              <a:gd name="T8" fmla="*/ 151 w 750"/>
              <a:gd name="T9" fmla="*/ 0 h 697"/>
            </a:gdLst>
            <a:ahLst/>
            <a:cxnLst>
              <a:cxn ang="0">
                <a:pos x="T0" y="T1"/>
              </a:cxn>
              <a:cxn ang="0">
                <a:pos x="T2" y="T3"/>
              </a:cxn>
              <a:cxn ang="0">
                <a:pos x="T4" y="T5"/>
              </a:cxn>
              <a:cxn ang="0">
                <a:pos x="T6" y="T7"/>
              </a:cxn>
              <a:cxn ang="0">
                <a:pos x="T8" y="T9"/>
              </a:cxn>
            </a:cxnLst>
            <a:rect l="0" t="0" r="r" b="b"/>
            <a:pathLst>
              <a:path w="750" h="697">
                <a:moveTo>
                  <a:pt x="151" y="0"/>
                </a:moveTo>
                <a:cubicBezTo>
                  <a:pt x="0" y="0"/>
                  <a:pt x="0" y="0"/>
                  <a:pt x="0" y="0"/>
                </a:cubicBezTo>
                <a:cubicBezTo>
                  <a:pt x="63" y="371"/>
                  <a:pt x="370" y="661"/>
                  <a:pt x="750" y="697"/>
                </a:cubicBezTo>
                <a:cubicBezTo>
                  <a:pt x="750" y="548"/>
                  <a:pt x="750" y="548"/>
                  <a:pt x="750" y="548"/>
                </a:cubicBezTo>
                <a:cubicBezTo>
                  <a:pt x="452" y="513"/>
                  <a:pt x="211" y="289"/>
                  <a:pt x="151" y="0"/>
                </a:cubicBez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9"/>
          <p:cNvSpPr>
            <a:spLocks/>
          </p:cNvSpPr>
          <p:nvPr/>
        </p:nvSpPr>
        <p:spPr bwMode="auto">
          <a:xfrm>
            <a:off x="6312304" y="4268014"/>
            <a:ext cx="1424989" cy="1344172"/>
          </a:xfrm>
          <a:custGeom>
            <a:avLst/>
            <a:gdLst>
              <a:gd name="T0" fmla="*/ 738 w 738"/>
              <a:gd name="T1" fmla="*/ 0 h 696"/>
              <a:gd name="T2" fmla="*/ 588 w 738"/>
              <a:gd name="T3" fmla="*/ 0 h 696"/>
              <a:gd name="T4" fmla="*/ 0 w 738"/>
              <a:gd name="T5" fmla="*/ 547 h 696"/>
              <a:gd name="T6" fmla="*/ 0 w 738"/>
              <a:gd name="T7" fmla="*/ 696 h 696"/>
              <a:gd name="T8" fmla="*/ 738 w 738"/>
              <a:gd name="T9" fmla="*/ 0 h 696"/>
            </a:gdLst>
            <a:ahLst/>
            <a:cxnLst>
              <a:cxn ang="0">
                <a:pos x="T0" y="T1"/>
              </a:cxn>
              <a:cxn ang="0">
                <a:pos x="T2" y="T3"/>
              </a:cxn>
              <a:cxn ang="0">
                <a:pos x="T4" y="T5"/>
              </a:cxn>
              <a:cxn ang="0">
                <a:pos x="T6" y="T7"/>
              </a:cxn>
              <a:cxn ang="0">
                <a:pos x="T8" y="T9"/>
              </a:cxn>
            </a:cxnLst>
            <a:rect l="0" t="0" r="r" b="b"/>
            <a:pathLst>
              <a:path w="738" h="696">
                <a:moveTo>
                  <a:pt x="738" y="0"/>
                </a:moveTo>
                <a:cubicBezTo>
                  <a:pt x="588" y="0"/>
                  <a:pt x="588" y="0"/>
                  <a:pt x="588" y="0"/>
                </a:cubicBezTo>
                <a:cubicBezTo>
                  <a:pt x="529" y="286"/>
                  <a:pt x="293" y="508"/>
                  <a:pt x="0" y="547"/>
                </a:cubicBezTo>
                <a:cubicBezTo>
                  <a:pt x="0" y="696"/>
                  <a:pt x="0" y="696"/>
                  <a:pt x="0" y="696"/>
                </a:cubicBezTo>
                <a:cubicBezTo>
                  <a:pt x="374" y="655"/>
                  <a:pt x="676" y="368"/>
                  <a:pt x="738" y="0"/>
                </a:cubicBezTo>
                <a:close/>
              </a:path>
            </a:pathLst>
          </a:custGeom>
          <a:solidFill>
            <a:srgbClr val="F26D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0"/>
          <p:cNvSpPr>
            <a:spLocks/>
          </p:cNvSpPr>
          <p:nvPr/>
        </p:nvSpPr>
        <p:spPr bwMode="auto">
          <a:xfrm>
            <a:off x="4510567" y="2481728"/>
            <a:ext cx="585922" cy="590675"/>
          </a:xfrm>
          <a:custGeom>
            <a:avLst/>
            <a:gdLst>
              <a:gd name="T0" fmla="*/ 493 w 493"/>
              <a:gd name="T1" fmla="*/ 368 h 497"/>
              <a:gd name="T2" fmla="*/ 292 w 493"/>
              <a:gd name="T3" fmla="*/ 156 h 497"/>
              <a:gd name="T4" fmla="*/ 448 w 493"/>
              <a:gd name="T5" fmla="*/ 0 h 497"/>
              <a:gd name="T6" fmla="*/ 0 w 493"/>
              <a:gd name="T7" fmla="*/ 0 h 497"/>
              <a:gd name="T8" fmla="*/ 0 w 493"/>
              <a:gd name="T9" fmla="*/ 449 h 497"/>
              <a:gd name="T10" fmla="*/ 159 w 493"/>
              <a:gd name="T11" fmla="*/ 290 h 497"/>
              <a:gd name="T12" fmla="*/ 357 w 493"/>
              <a:gd name="T13" fmla="*/ 497 h 497"/>
              <a:gd name="T14" fmla="*/ 493 w 493"/>
              <a:gd name="T15" fmla="*/ 368 h 4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3" h="497">
                <a:moveTo>
                  <a:pt x="493" y="368"/>
                </a:moveTo>
                <a:lnTo>
                  <a:pt x="292" y="156"/>
                </a:lnTo>
                <a:lnTo>
                  <a:pt x="448" y="0"/>
                </a:lnTo>
                <a:lnTo>
                  <a:pt x="0" y="0"/>
                </a:lnTo>
                <a:lnTo>
                  <a:pt x="0" y="449"/>
                </a:lnTo>
                <a:lnTo>
                  <a:pt x="159" y="290"/>
                </a:lnTo>
                <a:lnTo>
                  <a:pt x="357" y="497"/>
                </a:lnTo>
                <a:lnTo>
                  <a:pt x="493" y="368"/>
                </a:ln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11"/>
          <p:cNvSpPr>
            <a:spLocks/>
          </p:cNvSpPr>
          <p:nvPr/>
        </p:nvSpPr>
        <p:spPr bwMode="auto">
          <a:xfrm>
            <a:off x="7169199" y="2484105"/>
            <a:ext cx="593052" cy="584733"/>
          </a:xfrm>
          <a:custGeom>
            <a:avLst/>
            <a:gdLst>
              <a:gd name="T0" fmla="*/ 130 w 499"/>
              <a:gd name="T1" fmla="*/ 492 h 492"/>
              <a:gd name="T2" fmla="*/ 341 w 499"/>
              <a:gd name="T3" fmla="*/ 292 h 492"/>
              <a:gd name="T4" fmla="*/ 499 w 499"/>
              <a:gd name="T5" fmla="*/ 448 h 492"/>
              <a:gd name="T6" fmla="*/ 499 w 499"/>
              <a:gd name="T7" fmla="*/ 0 h 492"/>
              <a:gd name="T8" fmla="*/ 51 w 499"/>
              <a:gd name="T9" fmla="*/ 0 h 492"/>
              <a:gd name="T10" fmla="*/ 208 w 499"/>
              <a:gd name="T11" fmla="*/ 159 h 492"/>
              <a:gd name="T12" fmla="*/ 0 w 499"/>
              <a:gd name="T13" fmla="*/ 356 h 492"/>
              <a:gd name="T14" fmla="*/ 130 w 499"/>
              <a:gd name="T15" fmla="*/ 492 h 4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9" h="492">
                <a:moveTo>
                  <a:pt x="130" y="492"/>
                </a:moveTo>
                <a:lnTo>
                  <a:pt x="341" y="292"/>
                </a:lnTo>
                <a:lnTo>
                  <a:pt x="499" y="448"/>
                </a:lnTo>
                <a:lnTo>
                  <a:pt x="499" y="0"/>
                </a:lnTo>
                <a:lnTo>
                  <a:pt x="51" y="0"/>
                </a:lnTo>
                <a:lnTo>
                  <a:pt x="208" y="159"/>
                </a:lnTo>
                <a:lnTo>
                  <a:pt x="0" y="356"/>
                </a:lnTo>
                <a:lnTo>
                  <a:pt x="130" y="492"/>
                </a:ln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2"/>
          <p:cNvSpPr>
            <a:spLocks/>
          </p:cNvSpPr>
          <p:nvPr/>
        </p:nvSpPr>
        <p:spPr bwMode="auto">
          <a:xfrm>
            <a:off x="7177518" y="5028642"/>
            <a:ext cx="584733" cy="593052"/>
          </a:xfrm>
          <a:custGeom>
            <a:avLst/>
            <a:gdLst>
              <a:gd name="T0" fmla="*/ 0 w 492"/>
              <a:gd name="T1" fmla="*/ 130 h 499"/>
              <a:gd name="T2" fmla="*/ 201 w 492"/>
              <a:gd name="T3" fmla="*/ 341 h 499"/>
              <a:gd name="T4" fmla="*/ 44 w 492"/>
              <a:gd name="T5" fmla="*/ 499 h 499"/>
              <a:gd name="T6" fmla="*/ 492 w 492"/>
              <a:gd name="T7" fmla="*/ 499 h 499"/>
              <a:gd name="T8" fmla="*/ 492 w 492"/>
              <a:gd name="T9" fmla="*/ 51 h 499"/>
              <a:gd name="T10" fmla="*/ 334 w 492"/>
              <a:gd name="T11" fmla="*/ 208 h 499"/>
              <a:gd name="T12" fmla="*/ 136 w 492"/>
              <a:gd name="T13" fmla="*/ 0 h 499"/>
              <a:gd name="T14" fmla="*/ 0 w 492"/>
              <a:gd name="T15" fmla="*/ 130 h 4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2" h="499">
                <a:moveTo>
                  <a:pt x="0" y="130"/>
                </a:moveTo>
                <a:lnTo>
                  <a:pt x="201" y="341"/>
                </a:lnTo>
                <a:lnTo>
                  <a:pt x="44" y="499"/>
                </a:lnTo>
                <a:lnTo>
                  <a:pt x="492" y="499"/>
                </a:lnTo>
                <a:lnTo>
                  <a:pt x="492" y="51"/>
                </a:lnTo>
                <a:lnTo>
                  <a:pt x="334" y="208"/>
                </a:lnTo>
                <a:lnTo>
                  <a:pt x="136" y="0"/>
                </a:lnTo>
                <a:lnTo>
                  <a:pt x="0" y="130"/>
                </a:lnTo>
                <a:close/>
              </a:path>
            </a:pathLst>
          </a:custGeom>
          <a:solidFill>
            <a:srgbClr val="F26D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3"/>
          <p:cNvSpPr>
            <a:spLocks/>
          </p:cNvSpPr>
          <p:nvPr/>
        </p:nvSpPr>
        <p:spPr bwMode="auto">
          <a:xfrm>
            <a:off x="4511755" y="5040527"/>
            <a:ext cx="590676" cy="584733"/>
          </a:xfrm>
          <a:custGeom>
            <a:avLst/>
            <a:gdLst>
              <a:gd name="T0" fmla="*/ 367 w 497"/>
              <a:gd name="T1" fmla="*/ 0 h 492"/>
              <a:gd name="T2" fmla="*/ 156 w 497"/>
              <a:gd name="T3" fmla="*/ 201 h 492"/>
              <a:gd name="T4" fmla="*/ 0 w 497"/>
              <a:gd name="T5" fmla="*/ 44 h 492"/>
              <a:gd name="T6" fmla="*/ 0 w 497"/>
              <a:gd name="T7" fmla="*/ 492 h 492"/>
              <a:gd name="T8" fmla="*/ 448 w 497"/>
              <a:gd name="T9" fmla="*/ 492 h 492"/>
              <a:gd name="T10" fmla="*/ 289 w 497"/>
              <a:gd name="T11" fmla="*/ 335 h 492"/>
              <a:gd name="T12" fmla="*/ 497 w 497"/>
              <a:gd name="T13" fmla="*/ 136 h 492"/>
              <a:gd name="T14" fmla="*/ 367 w 497"/>
              <a:gd name="T15" fmla="*/ 0 h 4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7" h="492">
                <a:moveTo>
                  <a:pt x="367" y="0"/>
                </a:moveTo>
                <a:lnTo>
                  <a:pt x="156" y="201"/>
                </a:lnTo>
                <a:lnTo>
                  <a:pt x="0" y="44"/>
                </a:lnTo>
                <a:lnTo>
                  <a:pt x="0" y="492"/>
                </a:lnTo>
                <a:lnTo>
                  <a:pt x="448" y="492"/>
                </a:lnTo>
                <a:lnTo>
                  <a:pt x="289" y="335"/>
                </a:lnTo>
                <a:lnTo>
                  <a:pt x="497" y="136"/>
                </a:lnTo>
                <a:lnTo>
                  <a:pt x="367" y="0"/>
                </a:ln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8"/>
          <p:cNvSpPr>
            <a:spLocks noEditPoints="1"/>
          </p:cNvSpPr>
          <p:nvPr/>
        </p:nvSpPr>
        <p:spPr bwMode="auto">
          <a:xfrm>
            <a:off x="3746374" y="5104705"/>
            <a:ext cx="563340" cy="563340"/>
          </a:xfrm>
          <a:custGeom>
            <a:avLst/>
            <a:gdLst>
              <a:gd name="T0" fmla="*/ 0 w 292"/>
              <a:gd name="T1" fmla="*/ 146 h 292"/>
              <a:gd name="T2" fmla="*/ 292 w 292"/>
              <a:gd name="T3" fmla="*/ 146 h 292"/>
              <a:gd name="T4" fmla="*/ 273 w 292"/>
              <a:gd name="T5" fmla="*/ 141 h 292"/>
              <a:gd name="T6" fmla="*/ 205 w 292"/>
              <a:gd name="T7" fmla="*/ 82 h 292"/>
              <a:gd name="T8" fmla="*/ 273 w 292"/>
              <a:gd name="T9" fmla="*/ 141 h 292"/>
              <a:gd name="T10" fmla="*/ 102 w 292"/>
              <a:gd name="T11" fmla="*/ 223 h 292"/>
              <a:gd name="T12" fmla="*/ 141 w 292"/>
              <a:gd name="T13" fmla="*/ 273 h 292"/>
              <a:gd name="T14" fmla="*/ 151 w 292"/>
              <a:gd name="T15" fmla="*/ 19 h 292"/>
              <a:gd name="T16" fmla="*/ 150 w 292"/>
              <a:gd name="T17" fmla="*/ 84 h 292"/>
              <a:gd name="T18" fmla="*/ 151 w 292"/>
              <a:gd name="T19" fmla="*/ 19 h 292"/>
              <a:gd name="T20" fmla="*/ 234 w 292"/>
              <a:gd name="T21" fmla="*/ 54 h 292"/>
              <a:gd name="T22" fmla="*/ 167 w 292"/>
              <a:gd name="T23" fmla="*/ 20 h 292"/>
              <a:gd name="T24" fmla="*/ 141 w 292"/>
              <a:gd name="T25" fmla="*/ 84 h 292"/>
              <a:gd name="T26" fmla="*/ 141 w 292"/>
              <a:gd name="T27" fmla="*/ 19 h 292"/>
              <a:gd name="T28" fmla="*/ 90 w 292"/>
              <a:gd name="T29" fmla="*/ 73 h 292"/>
              <a:gd name="T30" fmla="*/ 125 w 292"/>
              <a:gd name="T31" fmla="*/ 20 h 292"/>
              <a:gd name="T32" fmla="*/ 95 w 292"/>
              <a:gd name="T33" fmla="*/ 85 h 292"/>
              <a:gd name="T34" fmla="*/ 141 w 292"/>
              <a:gd name="T35" fmla="*/ 141 h 292"/>
              <a:gd name="T36" fmla="*/ 95 w 292"/>
              <a:gd name="T37" fmla="*/ 85 h 292"/>
              <a:gd name="T38" fmla="*/ 141 w 292"/>
              <a:gd name="T39" fmla="*/ 207 h 292"/>
              <a:gd name="T40" fmla="*/ 85 w 292"/>
              <a:gd name="T41" fmla="*/ 150 h 292"/>
              <a:gd name="T42" fmla="*/ 125 w 292"/>
              <a:gd name="T43" fmla="*/ 271 h 292"/>
              <a:gd name="T44" fmla="*/ 93 w 292"/>
              <a:gd name="T45" fmla="*/ 226 h 292"/>
              <a:gd name="T46" fmla="*/ 150 w 292"/>
              <a:gd name="T47" fmla="*/ 273 h 292"/>
              <a:gd name="T48" fmla="*/ 189 w 292"/>
              <a:gd name="T49" fmla="*/ 223 h 292"/>
              <a:gd name="T50" fmla="*/ 150 w 292"/>
              <a:gd name="T51" fmla="*/ 273 h 292"/>
              <a:gd name="T52" fmla="*/ 228 w 292"/>
              <a:gd name="T53" fmla="*/ 242 h 292"/>
              <a:gd name="T54" fmla="*/ 198 w 292"/>
              <a:gd name="T55" fmla="*/ 226 h 292"/>
              <a:gd name="T56" fmla="*/ 150 w 292"/>
              <a:gd name="T57" fmla="*/ 207 h 292"/>
              <a:gd name="T58" fmla="*/ 207 w 292"/>
              <a:gd name="T59" fmla="*/ 150 h 292"/>
              <a:gd name="T60" fmla="*/ 150 w 292"/>
              <a:gd name="T61" fmla="*/ 141 h 292"/>
              <a:gd name="T62" fmla="*/ 197 w 292"/>
              <a:gd name="T63" fmla="*/ 85 h 292"/>
              <a:gd name="T64" fmla="*/ 150 w 292"/>
              <a:gd name="T65" fmla="*/ 141 h 292"/>
              <a:gd name="T66" fmla="*/ 86 w 292"/>
              <a:gd name="T67" fmla="*/ 82 h 292"/>
              <a:gd name="T68" fmla="*/ 19 w 292"/>
              <a:gd name="T69" fmla="*/ 141 h 292"/>
              <a:gd name="T70" fmla="*/ 19 w 292"/>
              <a:gd name="T71" fmla="*/ 150 h 292"/>
              <a:gd name="T72" fmla="*/ 89 w 292"/>
              <a:gd name="T73" fmla="*/ 218 h 292"/>
              <a:gd name="T74" fmla="*/ 19 w 292"/>
              <a:gd name="T75" fmla="*/ 150 h 292"/>
              <a:gd name="T76" fmla="*/ 202 w 292"/>
              <a:gd name="T77" fmla="*/ 218 h 292"/>
              <a:gd name="T78" fmla="*/ 273 w 292"/>
              <a:gd name="T79" fmla="*/ 150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92" h="292">
                <a:moveTo>
                  <a:pt x="146" y="0"/>
                </a:moveTo>
                <a:cubicBezTo>
                  <a:pt x="65" y="0"/>
                  <a:pt x="0" y="65"/>
                  <a:pt x="0" y="146"/>
                </a:cubicBezTo>
                <a:cubicBezTo>
                  <a:pt x="0" y="226"/>
                  <a:pt x="65" y="292"/>
                  <a:pt x="146" y="292"/>
                </a:cubicBezTo>
                <a:cubicBezTo>
                  <a:pt x="226" y="292"/>
                  <a:pt x="292" y="226"/>
                  <a:pt x="292" y="146"/>
                </a:cubicBezTo>
                <a:cubicBezTo>
                  <a:pt x="292" y="65"/>
                  <a:pt x="226" y="0"/>
                  <a:pt x="146" y="0"/>
                </a:cubicBezTo>
                <a:close/>
                <a:moveTo>
                  <a:pt x="273" y="141"/>
                </a:moveTo>
                <a:cubicBezTo>
                  <a:pt x="216" y="141"/>
                  <a:pt x="216" y="141"/>
                  <a:pt x="216" y="141"/>
                </a:cubicBezTo>
                <a:cubicBezTo>
                  <a:pt x="216" y="120"/>
                  <a:pt x="212" y="100"/>
                  <a:pt x="205" y="82"/>
                </a:cubicBezTo>
                <a:cubicBezTo>
                  <a:pt x="218" y="77"/>
                  <a:pt x="230" y="70"/>
                  <a:pt x="241" y="61"/>
                </a:cubicBezTo>
                <a:cubicBezTo>
                  <a:pt x="260" y="83"/>
                  <a:pt x="272" y="110"/>
                  <a:pt x="273" y="141"/>
                </a:cubicBezTo>
                <a:close/>
                <a:moveTo>
                  <a:pt x="141" y="273"/>
                </a:moveTo>
                <a:cubicBezTo>
                  <a:pt x="125" y="260"/>
                  <a:pt x="112" y="243"/>
                  <a:pt x="102" y="223"/>
                </a:cubicBezTo>
                <a:cubicBezTo>
                  <a:pt x="114" y="219"/>
                  <a:pt x="128" y="217"/>
                  <a:pt x="141" y="217"/>
                </a:cubicBezTo>
                <a:cubicBezTo>
                  <a:pt x="141" y="273"/>
                  <a:pt x="141" y="273"/>
                  <a:pt x="141" y="273"/>
                </a:cubicBezTo>
                <a:cubicBezTo>
                  <a:pt x="141" y="273"/>
                  <a:pt x="141" y="273"/>
                  <a:pt x="141" y="273"/>
                </a:cubicBezTo>
                <a:close/>
                <a:moveTo>
                  <a:pt x="151" y="19"/>
                </a:moveTo>
                <a:cubicBezTo>
                  <a:pt x="169" y="34"/>
                  <a:pt x="183" y="53"/>
                  <a:pt x="193" y="77"/>
                </a:cubicBezTo>
                <a:cubicBezTo>
                  <a:pt x="180" y="81"/>
                  <a:pt x="165" y="84"/>
                  <a:pt x="150" y="84"/>
                </a:cubicBezTo>
                <a:cubicBezTo>
                  <a:pt x="150" y="19"/>
                  <a:pt x="150" y="19"/>
                  <a:pt x="150" y="19"/>
                </a:cubicBezTo>
                <a:cubicBezTo>
                  <a:pt x="151" y="19"/>
                  <a:pt x="151" y="19"/>
                  <a:pt x="151" y="19"/>
                </a:cubicBezTo>
                <a:close/>
                <a:moveTo>
                  <a:pt x="167" y="20"/>
                </a:moveTo>
                <a:cubicBezTo>
                  <a:pt x="193" y="25"/>
                  <a:pt x="216" y="37"/>
                  <a:pt x="234" y="54"/>
                </a:cubicBezTo>
                <a:cubicBezTo>
                  <a:pt x="224" y="62"/>
                  <a:pt x="213" y="68"/>
                  <a:pt x="202" y="73"/>
                </a:cubicBezTo>
                <a:cubicBezTo>
                  <a:pt x="193" y="53"/>
                  <a:pt x="181" y="35"/>
                  <a:pt x="167" y="20"/>
                </a:cubicBezTo>
                <a:close/>
                <a:moveTo>
                  <a:pt x="141" y="19"/>
                </a:moveTo>
                <a:cubicBezTo>
                  <a:pt x="141" y="84"/>
                  <a:pt x="141" y="84"/>
                  <a:pt x="141" y="84"/>
                </a:cubicBezTo>
                <a:cubicBezTo>
                  <a:pt x="126" y="84"/>
                  <a:pt x="112" y="81"/>
                  <a:pt x="99" y="77"/>
                </a:cubicBezTo>
                <a:cubicBezTo>
                  <a:pt x="108" y="53"/>
                  <a:pt x="123" y="34"/>
                  <a:pt x="141" y="19"/>
                </a:cubicBezTo>
                <a:cubicBezTo>
                  <a:pt x="141" y="19"/>
                  <a:pt x="141" y="19"/>
                  <a:pt x="141" y="19"/>
                </a:cubicBezTo>
                <a:close/>
                <a:moveTo>
                  <a:pt x="90" y="73"/>
                </a:moveTo>
                <a:cubicBezTo>
                  <a:pt x="78" y="68"/>
                  <a:pt x="67" y="62"/>
                  <a:pt x="57" y="54"/>
                </a:cubicBezTo>
                <a:cubicBezTo>
                  <a:pt x="76" y="37"/>
                  <a:pt x="99" y="25"/>
                  <a:pt x="125" y="20"/>
                </a:cubicBezTo>
                <a:cubicBezTo>
                  <a:pt x="110" y="35"/>
                  <a:pt x="98" y="53"/>
                  <a:pt x="90" y="73"/>
                </a:cubicBezTo>
                <a:close/>
                <a:moveTo>
                  <a:pt x="95" y="85"/>
                </a:moveTo>
                <a:cubicBezTo>
                  <a:pt x="109" y="90"/>
                  <a:pt x="125" y="93"/>
                  <a:pt x="141" y="94"/>
                </a:cubicBezTo>
                <a:cubicBezTo>
                  <a:pt x="141" y="141"/>
                  <a:pt x="141" y="141"/>
                  <a:pt x="141" y="141"/>
                </a:cubicBezTo>
                <a:cubicBezTo>
                  <a:pt x="85" y="141"/>
                  <a:pt x="85" y="141"/>
                  <a:pt x="85" y="141"/>
                </a:cubicBezTo>
                <a:cubicBezTo>
                  <a:pt x="85" y="121"/>
                  <a:pt x="89" y="102"/>
                  <a:pt x="95" y="85"/>
                </a:cubicBezTo>
                <a:close/>
                <a:moveTo>
                  <a:pt x="141" y="150"/>
                </a:moveTo>
                <a:cubicBezTo>
                  <a:pt x="141" y="207"/>
                  <a:pt x="141" y="207"/>
                  <a:pt x="141" y="207"/>
                </a:cubicBezTo>
                <a:cubicBezTo>
                  <a:pt x="126" y="208"/>
                  <a:pt x="112" y="210"/>
                  <a:pt x="98" y="214"/>
                </a:cubicBezTo>
                <a:cubicBezTo>
                  <a:pt x="90" y="195"/>
                  <a:pt x="85" y="173"/>
                  <a:pt x="85" y="150"/>
                </a:cubicBezTo>
                <a:lnTo>
                  <a:pt x="141" y="150"/>
                </a:lnTo>
                <a:close/>
                <a:moveTo>
                  <a:pt x="125" y="271"/>
                </a:moveTo>
                <a:cubicBezTo>
                  <a:pt x="102" y="267"/>
                  <a:pt x="80" y="257"/>
                  <a:pt x="63" y="242"/>
                </a:cubicBezTo>
                <a:cubicBezTo>
                  <a:pt x="73" y="236"/>
                  <a:pt x="83" y="230"/>
                  <a:pt x="93" y="226"/>
                </a:cubicBezTo>
                <a:cubicBezTo>
                  <a:pt x="101" y="243"/>
                  <a:pt x="112" y="258"/>
                  <a:pt x="125" y="271"/>
                </a:cubicBezTo>
                <a:close/>
                <a:moveTo>
                  <a:pt x="150" y="273"/>
                </a:moveTo>
                <a:cubicBezTo>
                  <a:pt x="150" y="217"/>
                  <a:pt x="150" y="217"/>
                  <a:pt x="150" y="217"/>
                </a:cubicBezTo>
                <a:cubicBezTo>
                  <a:pt x="164" y="217"/>
                  <a:pt x="177" y="219"/>
                  <a:pt x="189" y="223"/>
                </a:cubicBezTo>
                <a:cubicBezTo>
                  <a:pt x="180" y="243"/>
                  <a:pt x="167" y="260"/>
                  <a:pt x="151" y="273"/>
                </a:cubicBezTo>
                <a:cubicBezTo>
                  <a:pt x="151" y="273"/>
                  <a:pt x="151" y="273"/>
                  <a:pt x="150" y="273"/>
                </a:cubicBezTo>
                <a:close/>
                <a:moveTo>
                  <a:pt x="198" y="226"/>
                </a:moveTo>
                <a:cubicBezTo>
                  <a:pt x="209" y="230"/>
                  <a:pt x="219" y="236"/>
                  <a:pt x="228" y="242"/>
                </a:cubicBezTo>
                <a:cubicBezTo>
                  <a:pt x="211" y="257"/>
                  <a:pt x="190" y="267"/>
                  <a:pt x="167" y="271"/>
                </a:cubicBezTo>
                <a:cubicBezTo>
                  <a:pt x="179" y="258"/>
                  <a:pt x="190" y="243"/>
                  <a:pt x="198" y="226"/>
                </a:cubicBezTo>
                <a:close/>
                <a:moveTo>
                  <a:pt x="193" y="214"/>
                </a:moveTo>
                <a:cubicBezTo>
                  <a:pt x="180" y="210"/>
                  <a:pt x="165" y="208"/>
                  <a:pt x="150" y="207"/>
                </a:cubicBezTo>
                <a:cubicBezTo>
                  <a:pt x="150" y="150"/>
                  <a:pt x="150" y="150"/>
                  <a:pt x="150" y="150"/>
                </a:cubicBezTo>
                <a:cubicBezTo>
                  <a:pt x="207" y="150"/>
                  <a:pt x="207" y="150"/>
                  <a:pt x="207" y="150"/>
                </a:cubicBezTo>
                <a:cubicBezTo>
                  <a:pt x="206" y="173"/>
                  <a:pt x="201" y="195"/>
                  <a:pt x="193" y="214"/>
                </a:cubicBezTo>
                <a:close/>
                <a:moveTo>
                  <a:pt x="150" y="141"/>
                </a:moveTo>
                <a:cubicBezTo>
                  <a:pt x="150" y="94"/>
                  <a:pt x="150" y="94"/>
                  <a:pt x="150" y="94"/>
                </a:cubicBezTo>
                <a:cubicBezTo>
                  <a:pt x="167" y="93"/>
                  <a:pt x="182" y="90"/>
                  <a:pt x="197" y="85"/>
                </a:cubicBezTo>
                <a:cubicBezTo>
                  <a:pt x="203" y="102"/>
                  <a:pt x="206" y="121"/>
                  <a:pt x="207" y="141"/>
                </a:cubicBezTo>
                <a:cubicBezTo>
                  <a:pt x="150" y="141"/>
                  <a:pt x="150" y="141"/>
                  <a:pt x="150" y="141"/>
                </a:cubicBezTo>
                <a:close/>
                <a:moveTo>
                  <a:pt x="51" y="61"/>
                </a:moveTo>
                <a:cubicBezTo>
                  <a:pt x="62" y="70"/>
                  <a:pt x="73" y="77"/>
                  <a:pt x="86" y="82"/>
                </a:cubicBezTo>
                <a:cubicBezTo>
                  <a:pt x="80" y="100"/>
                  <a:pt x="76" y="120"/>
                  <a:pt x="75" y="141"/>
                </a:cubicBezTo>
                <a:cubicBezTo>
                  <a:pt x="19" y="141"/>
                  <a:pt x="19" y="141"/>
                  <a:pt x="19" y="141"/>
                </a:cubicBezTo>
                <a:cubicBezTo>
                  <a:pt x="20" y="110"/>
                  <a:pt x="32" y="83"/>
                  <a:pt x="51" y="61"/>
                </a:cubicBezTo>
                <a:close/>
                <a:moveTo>
                  <a:pt x="19" y="150"/>
                </a:moveTo>
                <a:cubicBezTo>
                  <a:pt x="75" y="150"/>
                  <a:pt x="75" y="150"/>
                  <a:pt x="75" y="150"/>
                </a:cubicBezTo>
                <a:cubicBezTo>
                  <a:pt x="76" y="175"/>
                  <a:pt x="81" y="197"/>
                  <a:pt x="89" y="218"/>
                </a:cubicBezTo>
                <a:cubicBezTo>
                  <a:pt x="78" y="222"/>
                  <a:pt x="66" y="229"/>
                  <a:pt x="56" y="236"/>
                </a:cubicBezTo>
                <a:cubicBezTo>
                  <a:pt x="34" y="214"/>
                  <a:pt x="20" y="184"/>
                  <a:pt x="19" y="150"/>
                </a:cubicBezTo>
                <a:close/>
                <a:moveTo>
                  <a:pt x="235" y="236"/>
                </a:moveTo>
                <a:cubicBezTo>
                  <a:pt x="225" y="229"/>
                  <a:pt x="214" y="222"/>
                  <a:pt x="202" y="218"/>
                </a:cubicBezTo>
                <a:cubicBezTo>
                  <a:pt x="211" y="197"/>
                  <a:pt x="216" y="175"/>
                  <a:pt x="216" y="150"/>
                </a:cubicBezTo>
                <a:cubicBezTo>
                  <a:pt x="273" y="150"/>
                  <a:pt x="273" y="150"/>
                  <a:pt x="273" y="150"/>
                </a:cubicBezTo>
                <a:cubicBezTo>
                  <a:pt x="271" y="184"/>
                  <a:pt x="257" y="214"/>
                  <a:pt x="235" y="236"/>
                </a:cubicBez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19"/>
          <p:cNvSpPr>
            <a:spLocks noEditPoints="1"/>
          </p:cNvSpPr>
          <p:nvPr/>
        </p:nvSpPr>
        <p:spPr bwMode="auto">
          <a:xfrm>
            <a:off x="8001136" y="5106488"/>
            <a:ext cx="383880" cy="559775"/>
          </a:xfrm>
          <a:custGeom>
            <a:avLst/>
            <a:gdLst>
              <a:gd name="T0" fmla="*/ 91 w 199"/>
              <a:gd name="T1" fmla="*/ 258 h 290"/>
              <a:gd name="T2" fmla="*/ 95 w 199"/>
              <a:gd name="T3" fmla="*/ 253 h 290"/>
              <a:gd name="T4" fmla="*/ 104 w 199"/>
              <a:gd name="T5" fmla="*/ 253 h 290"/>
              <a:gd name="T6" fmla="*/ 109 w 199"/>
              <a:gd name="T7" fmla="*/ 258 h 290"/>
              <a:gd name="T8" fmla="*/ 104 w 199"/>
              <a:gd name="T9" fmla="*/ 262 h 290"/>
              <a:gd name="T10" fmla="*/ 95 w 199"/>
              <a:gd name="T11" fmla="*/ 262 h 290"/>
              <a:gd name="T12" fmla="*/ 91 w 199"/>
              <a:gd name="T13" fmla="*/ 258 h 290"/>
              <a:gd name="T14" fmla="*/ 113 w 199"/>
              <a:gd name="T15" fmla="*/ 27 h 290"/>
              <a:gd name="T16" fmla="*/ 86 w 199"/>
              <a:gd name="T17" fmla="*/ 27 h 290"/>
              <a:gd name="T18" fmla="*/ 81 w 199"/>
              <a:gd name="T19" fmla="*/ 32 h 290"/>
              <a:gd name="T20" fmla="*/ 86 w 199"/>
              <a:gd name="T21" fmla="*/ 36 h 290"/>
              <a:gd name="T22" fmla="*/ 113 w 199"/>
              <a:gd name="T23" fmla="*/ 36 h 290"/>
              <a:gd name="T24" fmla="*/ 118 w 199"/>
              <a:gd name="T25" fmla="*/ 32 h 290"/>
              <a:gd name="T26" fmla="*/ 113 w 199"/>
              <a:gd name="T27" fmla="*/ 27 h 290"/>
              <a:gd name="T28" fmla="*/ 199 w 199"/>
              <a:gd name="T29" fmla="*/ 27 h 290"/>
              <a:gd name="T30" fmla="*/ 199 w 199"/>
              <a:gd name="T31" fmla="*/ 262 h 290"/>
              <a:gd name="T32" fmla="*/ 172 w 199"/>
              <a:gd name="T33" fmla="*/ 290 h 290"/>
              <a:gd name="T34" fmla="*/ 27 w 199"/>
              <a:gd name="T35" fmla="*/ 290 h 290"/>
              <a:gd name="T36" fmla="*/ 0 w 199"/>
              <a:gd name="T37" fmla="*/ 262 h 290"/>
              <a:gd name="T38" fmla="*/ 0 w 199"/>
              <a:gd name="T39" fmla="*/ 27 h 290"/>
              <a:gd name="T40" fmla="*/ 27 w 199"/>
              <a:gd name="T41" fmla="*/ 0 h 290"/>
              <a:gd name="T42" fmla="*/ 172 w 199"/>
              <a:gd name="T43" fmla="*/ 0 h 290"/>
              <a:gd name="T44" fmla="*/ 199 w 199"/>
              <a:gd name="T45" fmla="*/ 27 h 290"/>
              <a:gd name="T46" fmla="*/ 181 w 199"/>
              <a:gd name="T47" fmla="*/ 244 h 290"/>
              <a:gd name="T48" fmla="*/ 18 w 199"/>
              <a:gd name="T49" fmla="*/ 244 h 290"/>
              <a:gd name="T50" fmla="*/ 18 w 199"/>
              <a:gd name="T51" fmla="*/ 262 h 290"/>
              <a:gd name="T52" fmla="*/ 27 w 199"/>
              <a:gd name="T53" fmla="*/ 271 h 290"/>
              <a:gd name="T54" fmla="*/ 172 w 199"/>
              <a:gd name="T55" fmla="*/ 271 h 290"/>
              <a:gd name="T56" fmla="*/ 181 w 199"/>
              <a:gd name="T57" fmla="*/ 262 h 290"/>
              <a:gd name="T58" fmla="*/ 181 w 199"/>
              <a:gd name="T59" fmla="*/ 244 h 290"/>
              <a:gd name="T60" fmla="*/ 181 w 199"/>
              <a:gd name="T61" fmla="*/ 54 h 290"/>
              <a:gd name="T62" fmla="*/ 18 w 199"/>
              <a:gd name="T63" fmla="*/ 54 h 290"/>
              <a:gd name="T64" fmla="*/ 18 w 199"/>
              <a:gd name="T65" fmla="*/ 235 h 290"/>
              <a:gd name="T66" fmla="*/ 181 w 199"/>
              <a:gd name="T67" fmla="*/ 235 h 290"/>
              <a:gd name="T68" fmla="*/ 181 w 199"/>
              <a:gd name="T69" fmla="*/ 54 h 290"/>
              <a:gd name="T70" fmla="*/ 181 w 199"/>
              <a:gd name="T71" fmla="*/ 27 h 290"/>
              <a:gd name="T72" fmla="*/ 172 w 199"/>
              <a:gd name="T73" fmla="*/ 18 h 290"/>
              <a:gd name="T74" fmla="*/ 27 w 199"/>
              <a:gd name="T75" fmla="*/ 18 h 290"/>
              <a:gd name="T76" fmla="*/ 18 w 199"/>
              <a:gd name="T77" fmla="*/ 27 h 290"/>
              <a:gd name="T78" fmla="*/ 18 w 199"/>
              <a:gd name="T79" fmla="*/ 45 h 290"/>
              <a:gd name="T80" fmla="*/ 181 w 199"/>
              <a:gd name="T81" fmla="*/ 45 h 290"/>
              <a:gd name="T82" fmla="*/ 181 w 199"/>
              <a:gd name="T83" fmla="*/ 27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9" h="290">
                <a:moveTo>
                  <a:pt x="91" y="258"/>
                </a:moveTo>
                <a:cubicBezTo>
                  <a:pt x="91" y="255"/>
                  <a:pt x="93" y="253"/>
                  <a:pt x="95" y="253"/>
                </a:cubicBezTo>
                <a:cubicBezTo>
                  <a:pt x="104" y="253"/>
                  <a:pt x="104" y="253"/>
                  <a:pt x="104" y="253"/>
                </a:cubicBezTo>
                <a:cubicBezTo>
                  <a:pt x="107" y="253"/>
                  <a:pt x="109" y="255"/>
                  <a:pt x="109" y="258"/>
                </a:cubicBezTo>
                <a:cubicBezTo>
                  <a:pt x="109" y="260"/>
                  <a:pt x="107" y="262"/>
                  <a:pt x="104" y="262"/>
                </a:cubicBezTo>
                <a:cubicBezTo>
                  <a:pt x="95" y="262"/>
                  <a:pt x="95" y="262"/>
                  <a:pt x="95" y="262"/>
                </a:cubicBezTo>
                <a:cubicBezTo>
                  <a:pt x="93" y="262"/>
                  <a:pt x="91" y="260"/>
                  <a:pt x="91" y="258"/>
                </a:cubicBezTo>
                <a:close/>
                <a:moveTo>
                  <a:pt x="113" y="27"/>
                </a:moveTo>
                <a:cubicBezTo>
                  <a:pt x="86" y="27"/>
                  <a:pt x="86" y="27"/>
                  <a:pt x="86" y="27"/>
                </a:cubicBezTo>
                <a:cubicBezTo>
                  <a:pt x="83" y="27"/>
                  <a:pt x="81" y="29"/>
                  <a:pt x="81" y="32"/>
                </a:cubicBezTo>
                <a:cubicBezTo>
                  <a:pt x="81" y="34"/>
                  <a:pt x="83" y="36"/>
                  <a:pt x="86" y="36"/>
                </a:cubicBezTo>
                <a:cubicBezTo>
                  <a:pt x="113" y="36"/>
                  <a:pt x="113" y="36"/>
                  <a:pt x="113" y="36"/>
                </a:cubicBezTo>
                <a:cubicBezTo>
                  <a:pt x="116" y="36"/>
                  <a:pt x="118" y="34"/>
                  <a:pt x="118" y="32"/>
                </a:cubicBezTo>
                <a:cubicBezTo>
                  <a:pt x="118" y="29"/>
                  <a:pt x="116" y="27"/>
                  <a:pt x="113" y="27"/>
                </a:cubicBezTo>
                <a:close/>
                <a:moveTo>
                  <a:pt x="199" y="27"/>
                </a:moveTo>
                <a:cubicBezTo>
                  <a:pt x="199" y="262"/>
                  <a:pt x="199" y="262"/>
                  <a:pt x="199" y="262"/>
                </a:cubicBezTo>
                <a:cubicBezTo>
                  <a:pt x="199" y="277"/>
                  <a:pt x="187" y="290"/>
                  <a:pt x="172" y="290"/>
                </a:cubicBezTo>
                <a:cubicBezTo>
                  <a:pt x="27" y="290"/>
                  <a:pt x="27" y="290"/>
                  <a:pt x="27" y="290"/>
                </a:cubicBezTo>
                <a:cubicBezTo>
                  <a:pt x="12" y="290"/>
                  <a:pt x="0" y="277"/>
                  <a:pt x="0" y="262"/>
                </a:cubicBezTo>
                <a:cubicBezTo>
                  <a:pt x="0" y="27"/>
                  <a:pt x="0" y="27"/>
                  <a:pt x="0" y="27"/>
                </a:cubicBezTo>
                <a:cubicBezTo>
                  <a:pt x="0" y="12"/>
                  <a:pt x="12" y="0"/>
                  <a:pt x="27" y="0"/>
                </a:cubicBezTo>
                <a:cubicBezTo>
                  <a:pt x="172" y="0"/>
                  <a:pt x="172" y="0"/>
                  <a:pt x="172" y="0"/>
                </a:cubicBezTo>
                <a:cubicBezTo>
                  <a:pt x="187" y="0"/>
                  <a:pt x="199" y="12"/>
                  <a:pt x="199" y="27"/>
                </a:cubicBezTo>
                <a:close/>
                <a:moveTo>
                  <a:pt x="181" y="244"/>
                </a:moveTo>
                <a:cubicBezTo>
                  <a:pt x="18" y="244"/>
                  <a:pt x="18" y="244"/>
                  <a:pt x="18" y="244"/>
                </a:cubicBezTo>
                <a:cubicBezTo>
                  <a:pt x="18" y="262"/>
                  <a:pt x="18" y="262"/>
                  <a:pt x="18" y="262"/>
                </a:cubicBezTo>
                <a:cubicBezTo>
                  <a:pt x="18" y="267"/>
                  <a:pt x="22" y="271"/>
                  <a:pt x="27" y="271"/>
                </a:cubicBezTo>
                <a:cubicBezTo>
                  <a:pt x="172" y="271"/>
                  <a:pt x="172" y="271"/>
                  <a:pt x="172" y="271"/>
                </a:cubicBezTo>
                <a:cubicBezTo>
                  <a:pt x="177" y="271"/>
                  <a:pt x="181" y="267"/>
                  <a:pt x="181" y="262"/>
                </a:cubicBezTo>
                <a:lnTo>
                  <a:pt x="181" y="244"/>
                </a:lnTo>
                <a:close/>
                <a:moveTo>
                  <a:pt x="181" y="54"/>
                </a:moveTo>
                <a:cubicBezTo>
                  <a:pt x="18" y="54"/>
                  <a:pt x="18" y="54"/>
                  <a:pt x="18" y="54"/>
                </a:cubicBezTo>
                <a:cubicBezTo>
                  <a:pt x="18" y="235"/>
                  <a:pt x="18" y="235"/>
                  <a:pt x="18" y="235"/>
                </a:cubicBezTo>
                <a:cubicBezTo>
                  <a:pt x="181" y="235"/>
                  <a:pt x="181" y="235"/>
                  <a:pt x="181" y="235"/>
                </a:cubicBezTo>
                <a:lnTo>
                  <a:pt x="181" y="54"/>
                </a:lnTo>
                <a:close/>
                <a:moveTo>
                  <a:pt x="181" y="27"/>
                </a:moveTo>
                <a:cubicBezTo>
                  <a:pt x="181" y="22"/>
                  <a:pt x="177" y="18"/>
                  <a:pt x="172" y="18"/>
                </a:cubicBezTo>
                <a:cubicBezTo>
                  <a:pt x="27" y="18"/>
                  <a:pt x="27" y="18"/>
                  <a:pt x="27" y="18"/>
                </a:cubicBezTo>
                <a:cubicBezTo>
                  <a:pt x="22" y="18"/>
                  <a:pt x="18" y="22"/>
                  <a:pt x="18" y="27"/>
                </a:cubicBezTo>
                <a:cubicBezTo>
                  <a:pt x="18" y="45"/>
                  <a:pt x="18" y="45"/>
                  <a:pt x="18" y="45"/>
                </a:cubicBezTo>
                <a:cubicBezTo>
                  <a:pt x="181" y="45"/>
                  <a:pt x="181" y="45"/>
                  <a:pt x="181" y="45"/>
                </a:cubicBezTo>
                <a:lnTo>
                  <a:pt x="181" y="27"/>
                </a:lnTo>
                <a:close/>
              </a:path>
            </a:pathLst>
          </a:custGeom>
          <a:solidFill>
            <a:srgbClr val="F26D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4" name="组合 3"/>
          <p:cNvGrpSpPr/>
          <p:nvPr/>
        </p:nvGrpSpPr>
        <p:grpSpPr>
          <a:xfrm>
            <a:off x="3730923" y="2345246"/>
            <a:ext cx="578791" cy="579979"/>
            <a:chOff x="949325" y="725488"/>
            <a:chExt cx="773113" cy="774700"/>
          </a:xfrm>
        </p:grpSpPr>
        <p:sp>
          <p:nvSpPr>
            <p:cNvPr id="21" name="Freeform 20"/>
            <p:cNvSpPr>
              <a:spLocks noEditPoints="1"/>
            </p:cNvSpPr>
            <p:nvPr/>
          </p:nvSpPr>
          <p:spPr bwMode="auto">
            <a:xfrm>
              <a:off x="949325" y="725488"/>
              <a:ext cx="773113" cy="774700"/>
            </a:xfrm>
            <a:custGeom>
              <a:avLst/>
              <a:gdLst>
                <a:gd name="T0" fmla="*/ 256 w 300"/>
                <a:gd name="T1" fmla="*/ 113 h 300"/>
                <a:gd name="T2" fmla="*/ 267 w 300"/>
                <a:gd name="T3" fmla="*/ 76 h 300"/>
                <a:gd name="T4" fmla="*/ 247 w 300"/>
                <a:gd name="T5" fmla="*/ 34 h 300"/>
                <a:gd name="T6" fmla="*/ 223 w 300"/>
                <a:gd name="T7" fmla="*/ 32 h 300"/>
                <a:gd name="T8" fmla="*/ 186 w 300"/>
                <a:gd name="T9" fmla="*/ 43 h 300"/>
                <a:gd name="T10" fmla="*/ 162 w 300"/>
                <a:gd name="T11" fmla="*/ 0 h 300"/>
                <a:gd name="T12" fmla="*/ 118 w 300"/>
                <a:gd name="T13" fmla="*/ 15 h 300"/>
                <a:gd name="T14" fmla="*/ 101 w 300"/>
                <a:gd name="T15" fmla="*/ 48 h 300"/>
                <a:gd name="T16" fmla="*/ 66 w 300"/>
                <a:gd name="T17" fmla="*/ 29 h 300"/>
                <a:gd name="T18" fmla="*/ 34 w 300"/>
                <a:gd name="T19" fmla="*/ 52 h 300"/>
                <a:gd name="T20" fmla="*/ 48 w 300"/>
                <a:gd name="T21" fmla="*/ 101 h 300"/>
                <a:gd name="T22" fmla="*/ 15 w 300"/>
                <a:gd name="T23" fmla="*/ 118 h 300"/>
                <a:gd name="T24" fmla="*/ 0 w 300"/>
                <a:gd name="T25" fmla="*/ 162 h 300"/>
                <a:gd name="T26" fmla="*/ 43 w 300"/>
                <a:gd name="T27" fmla="*/ 186 h 300"/>
                <a:gd name="T28" fmla="*/ 32 w 300"/>
                <a:gd name="T29" fmla="*/ 223 h 300"/>
                <a:gd name="T30" fmla="*/ 53 w 300"/>
                <a:gd name="T31" fmla="*/ 265 h 300"/>
                <a:gd name="T32" fmla="*/ 76 w 300"/>
                <a:gd name="T33" fmla="*/ 267 h 300"/>
                <a:gd name="T34" fmla="*/ 113 w 300"/>
                <a:gd name="T35" fmla="*/ 256 h 300"/>
                <a:gd name="T36" fmla="*/ 137 w 300"/>
                <a:gd name="T37" fmla="*/ 300 h 300"/>
                <a:gd name="T38" fmla="*/ 181 w 300"/>
                <a:gd name="T39" fmla="*/ 285 h 300"/>
                <a:gd name="T40" fmla="*/ 199 w 300"/>
                <a:gd name="T41" fmla="*/ 251 h 300"/>
                <a:gd name="T42" fmla="*/ 233 w 300"/>
                <a:gd name="T43" fmla="*/ 270 h 300"/>
                <a:gd name="T44" fmla="*/ 265 w 300"/>
                <a:gd name="T45" fmla="*/ 247 h 300"/>
                <a:gd name="T46" fmla="*/ 251 w 300"/>
                <a:gd name="T47" fmla="*/ 199 h 300"/>
                <a:gd name="T48" fmla="*/ 285 w 300"/>
                <a:gd name="T49" fmla="*/ 181 h 300"/>
                <a:gd name="T50" fmla="*/ 300 w 300"/>
                <a:gd name="T51" fmla="*/ 137 h 300"/>
                <a:gd name="T52" fmla="*/ 252 w 300"/>
                <a:gd name="T53" fmla="*/ 168 h 300"/>
                <a:gd name="T54" fmla="*/ 234 w 300"/>
                <a:gd name="T55" fmla="*/ 190 h 300"/>
                <a:gd name="T56" fmla="*/ 251 w 300"/>
                <a:gd name="T57" fmla="*/ 233 h 300"/>
                <a:gd name="T58" fmla="*/ 209 w 300"/>
                <a:gd name="T59" fmla="*/ 235 h 300"/>
                <a:gd name="T60" fmla="*/ 190 w 300"/>
                <a:gd name="T61" fmla="*/ 234 h 300"/>
                <a:gd name="T62" fmla="*/ 168 w 300"/>
                <a:gd name="T63" fmla="*/ 252 h 300"/>
                <a:gd name="T64" fmla="*/ 137 w 300"/>
                <a:gd name="T65" fmla="*/ 281 h 300"/>
                <a:gd name="T66" fmla="*/ 119 w 300"/>
                <a:gd name="T67" fmla="*/ 238 h 300"/>
                <a:gd name="T68" fmla="*/ 101 w 300"/>
                <a:gd name="T69" fmla="*/ 232 h 300"/>
                <a:gd name="T70" fmla="*/ 66 w 300"/>
                <a:gd name="T71" fmla="*/ 251 h 300"/>
                <a:gd name="T72" fmla="*/ 64 w 300"/>
                <a:gd name="T73" fmla="*/ 209 h 300"/>
                <a:gd name="T74" fmla="*/ 61 w 300"/>
                <a:gd name="T75" fmla="*/ 180 h 300"/>
                <a:gd name="T76" fmla="*/ 18 w 300"/>
                <a:gd name="T77" fmla="*/ 162 h 300"/>
                <a:gd name="T78" fmla="*/ 47 w 300"/>
                <a:gd name="T79" fmla="*/ 131 h 300"/>
                <a:gd name="T80" fmla="*/ 65 w 300"/>
                <a:gd name="T81" fmla="*/ 109 h 300"/>
                <a:gd name="T82" fmla="*/ 48 w 300"/>
                <a:gd name="T83" fmla="*/ 66 h 300"/>
                <a:gd name="T84" fmla="*/ 90 w 300"/>
                <a:gd name="T85" fmla="*/ 64 h 300"/>
                <a:gd name="T86" fmla="*/ 109 w 300"/>
                <a:gd name="T87" fmla="*/ 65 h 300"/>
                <a:gd name="T88" fmla="*/ 131 w 300"/>
                <a:gd name="T89" fmla="*/ 47 h 300"/>
                <a:gd name="T90" fmla="*/ 162 w 300"/>
                <a:gd name="T91" fmla="*/ 18 h 300"/>
                <a:gd name="T92" fmla="*/ 180 w 300"/>
                <a:gd name="T93" fmla="*/ 61 h 300"/>
                <a:gd name="T94" fmla="*/ 199 w 300"/>
                <a:gd name="T95" fmla="*/ 67 h 300"/>
                <a:gd name="T96" fmla="*/ 233 w 300"/>
                <a:gd name="T97" fmla="*/ 48 h 300"/>
                <a:gd name="T98" fmla="*/ 235 w 300"/>
                <a:gd name="T99" fmla="*/ 90 h 300"/>
                <a:gd name="T100" fmla="*/ 238 w 300"/>
                <a:gd name="T101" fmla="*/ 119 h 300"/>
                <a:gd name="T102" fmla="*/ 281 w 300"/>
                <a:gd name="T103" fmla="*/ 137 h 300"/>
                <a:gd name="T104" fmla="*/ 252 w 300"/>
                <a:gd name="T105" fmla="*/ 168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00" h="300">
                  <a:moveTo>
                    <a:pt x="285" y="118"/>
                  </a:moveTo>
                  <a:cubicBezTo>
                    <a:pt x="256" y="113"/>
                    <a:pt x="256" y="113"/>
                    <a:pt x="256" y="113"/>
                  </a:cubicBezTo>
                  <a:cubicBezTo>
                    <a:pt x="254" y="109"/>
                    <a:pt x="253" y="104"/>
                    <a:pt x="251" y="101"/>
                  </a:cubicBezTo>
                  <a:cubicBezTo>
                    <a:pt x="267" y="76"/>
                    <a:pt x="267" y="76"/>
                    <a:pt x="267" y="76"/>
                  </a:cubicBezTo>
                  <a:cubicBezTo>
                    <a:pt x="272" y="69"/>
                    <a:pt x="271" y="59"/>
                    <a:pt x="265" y="52"/>
                  </a:cubicBezTo>
                  <a:cubicBezTo>
                    <a:pt x="247" y="34"/>
                    <a:pt x="247" y="34"/>
                    <a:pt x="247" y="34"/>
                  </a:cubicBezTo>
                  <a:cubicBezTo>
                    <a:pt x="243" y="31"/>
                    <a:pt x="238" y="29"/>
                    <a:pt x="233" y="29"/>
                  </a:cubicBezTo>
                  <a:cubicBezTo>
                    <a:pt x="230" y="29"/>
                    <a:pt x="226" y="30"/>
                    <a:pt x="223" y="32"/>
                  </a:cubicBezTo>
                  <a:cubicBezTo>
                    <a:pt x="199" y="48"/>
                    <a:pt x="199" y="48"/>
                    <a:pt x="199" y="48"/>
                  </a:cubicBezTo>
                  <a:cubicBezTo>
                    <a:pt x="195" y="46"/>
                    <a:pt x="191" y="45"/>
                    <a:pt x="186" y="43"/>
                  </a:cubicBezTo>
                  <a:cubicBezTo>
                    <a:pt x="181" y="15"/>
                    <a:pt x="181" y="15"/>
                    <a:pt x="181" y="15"/>
                  </a:cubicBezTo>
                  <a:cubicBezTo>
                    <a:pt x="179" y="6"/>
                    <a:pt x="171" y="0"/>
                    <a:pt x="162" y="0"/>
                  </a:cubicBezTo>
                  <a:cubicBezTo>
                    <a:pt x="137" y="0"/>
                    <a:pt x="137" y="0"/>
                    <a:pt x="137" y="0"/>
                  </a:cubicBezTo>
                  <a:cubicBezTo>
                    <a:pt x="128" y="0"/>
                    <a:pt x="120" y="6"/>
                    <a:pt x="118" y="15"/>
                  </a:cubicBezTo>
                  <a:cubicBezTo>
                    <a:pt x="113" y="43"/>
                    <a:pt x="113" y="43"/>
                    <a:pt x="113" y="43"/>
                  </a:cubicBezTo>
                  <a:cubicBezTo>
                    <a:pt x="109" y="45"/>
                    <a:pt x="104" y="46"/>
                    <a:pt x="101" y="48"/>
                  </a:cubicBezTo>
                  <a:cubicBezTo>
                    <a:pt x="76" y="32"/>
                    <a:pt x="76" y="32"/>
                    <a:pt x="76" y="32"/>
                  </a:cubicBezTo>
                  <a:cubicBezTo>
                    <a:pt x="73" y="30"/>
                    <a:pt x="69" y="29"/>
                    <a:pt x="66" y="29"/>
                  </a:cubicBezTo>
                  <a:cubicBezTo>
                    <a:pt x="61" y="29"/>
                    <a:pt x="56" y="31"/>
                    <a:pt x="53" y="34"/>
                  </a:cubicBezTo>
                  <a:cubicBezTo>
                    <a:pt x="34" y="52"/>
                    <a:pt x="34" y="52"/>
                    <a:pt x="34" y="52"/>
                  </a:cubicBezTo>
                  <a:cubicBezTo>
                    <a:pt x="28" y="59"/>
                    <a:pt x="27" y="69"/>
                    <a:pt x="32" y="76"/>
                  </a:cubicBezTo>
                  <a:cubicBezTo>
                    <a:pt x="48" y="101"/>
                    <a:pt x="48" y="101"/>
                    <a:pt x="48" y="101"/>
                  </a:cubicBezTo>
                  <a:cubicBezTo>
                    <a:pt x="47" y="104"/>
                    <a:pt x="45" y="109"/>
                    <a:pt x="43" y="113"/>
                  </a:cubicBezTo>
                  <a:cubicBezTo>
                    <a:pt x="15" y="118"/>
                    <a:pt x="15" y="118"/>
                    <a:pt x="15" y="118"/>
                  </a:cubicBezTo>
                  <a:cubicBezTo>
                    <a:pt x="6" y="120"/>
                    <a:pt x="0" y="128"/>
                    <a:pt x="0" y="137"/>
                  </a:cubicBezTo>
                  <a:cubicBezTo>
                    <a:pt x="0" y="162"/>
                    <a:pt x="0" y="162"/>
                    <a:pt x="0" y="162"/>
                  </a:cubicBezTo>
                  <a:cubicBezTo>
                    <a:pt x="0" y="171"/>
                    <a:pt x="6" y="179"/>
                    <a:pt x="15" y="181"/>
                  </a:cubicBezTo>
                  <a:cubicBezTo>
                    <a:pt x="43" y="186"/>
                    <a:pt x="43" y="186"/>
                    <a:pt x="43" y="186"/>
                  </a:cubicBezTo>
                  <a:cubicBezTo>
                    <a:pt x="45" y="191"/>
                    <a:pt x="47" y="195"/>
                    <a:pt x="48" y="199"/>
                  </a:cubicBezTo>
                  <a:cubicBezTo>
                    <a:pt x="32" y="223"/>
                    <a:pt x="32" y="223"/>
                    <a:pt x="32" y="223"/>
                  </a:cubicBezTo>
                  <a:cubicBezTo>
                    <a:pt x="27" y="230"/>
                    <a:pt x="28" y="240"/>
                    <a:pt x="34" y="247"/>
                  </a:cubicBezTo>
                  <a:cubicBezTo>
                    <a:pt x="53" y="265"/>
                    <a:pt x="53" y="265"/>
                    <a:pt x="53" y="265"/>
                  </a:cubicBezTo>
                  <a:cubicBezTo>
                    <a:pt x="56" y="268"/>
                    <a:pt x="61" y="270"/>
                    <a:pt x="66" y="270"/>
                  </a:cubicBezTo>
                  <a:cubicBezTo>
                    <a:pt x="69" y="270"/>
                    <a:pt x="73" y="269"/>
                    <a:pt x="76" y="267"/>
                  </a:cubicBezTo>
                  <a:cubicBezTo>
                    <a:pt x="101" y="251"/>
                    <a:pt x="101" y="251"/>
                    <a:pt x="101" y="251"/>
                  </a:cubicBezTo>
                  <a:cubicBezTo>
                    <a:pt x="105" y="253"/>
                    <a:pt x="109" y="254"/>
                    <a:pt x="113" y="256"/>
                  </a:cubicBezTo>
                  <a:cubicBezTo>
                    <a:pt x="118" y="285"/>
                    <a:pt x="118" y="285"/>
                    <a:pt x="118" y="285"/>
                  </a:cubicBezTo>
                  <a:cubicBezTo>
                    <a:pt x="120" y="293"/>
                    <a:pt x="128" y="300"/>
                    <a:pt x="137" y="300"/>
                  </a:cubicBezTo>
                  <a:cubicBezTo>
                    <a:pt x="162" y="300"/>
                    <a:pt x="162" y="300"/>
                    <a:pt x="162" y="300"/>
                  </a:cubicBezTo>
                  <a:cubicBezTo>
                    <a:pt x="171" y="300"/>
                    <a:pt x="179" y="293"/>
                    <a:pt x="181" y="285"/>
                  </a:cubicBezTo>
                  <a:cubicBezTo>
                    <a:pt x="187" y="256"/>
                    <a:pt x="187" y="256"/>
                    <a:pt x="187" y="256"/>
                  </a:cubicBezTo>
                  <a:cubicBezTo>
                    <a:pt x="191" y="254"/>
                    <a:pt x="195" y="253"/>
                    <a:pt x="199" y="251"/>
                  </a:cubicBezTo>
                  <a:cubicBezTo>
                    <a:pt x="223" y="267"/>
                    <a:pt x="223" y="267"/>
                    <a:pt x="223" y="267"/>
                  </a:cubicBezTo>
                  <a:cubicBezTo>
                    <a:pt x="226" y="269"/>
                    <a:pt x="230" y="270"/>
                    <a:pt x="233" y="270"/>
                  </a:cubicBezTo>
                  <a:cubicBezTo>
                    <a:pt x="238" y="270"/>
                    <a:pt x="243" y="268"/>
                    <a:pt x="247" y="265"/>
                  </a:cubicBezTo>
                  <a:cubicBezTo>
                    <a:pt x="265" y="247"/>
                    <a:pt x="265" y="247"/>
                    <a:pt x="265" y="247"/>
                  </a:cubicBezTo>
                  <a:cubicBezTo>
                    <a:pt x="271" y="240"/>
                    <a:pt x="272" y="230"/>
                    <a:pt x="267" y="223"/>
                  </a:cubicBezTo>
                  <a:cubicBezTo>
                    <a:pt x="251" y="199"/>
                    <a:pt x="251" y="199"/>
                    <a:pt x="251" y="199"/>
                  </a:cubicBezTo>
                  <a:cubicBezTo>
                    <a:pt x="253" y="195"/>
                    <a:pt x="254" y="191"/>
                    <a:pt x="256" y="186"/>
                  </a:cubicBezTo>
                  <a:cubicBezTo>
                    <a:pt x="285" y="181"/>
                    <a:pt x="285" y="181"/>
                    <a:pt x="285" y="181"/>
                  </a:cubicBezTo>
                  <a:cubicBezTo>
                    <a:pt x="293" y="179"/>
                    <a:pt x="300" y="171"/>
                    <a:pt x="300" y="162"/>
                  </a:cubicBezTo>
                  <a:cubicBezTo>
                    <a:pt x="300" y="137"/>
                    <a:pt x="300" y="137"/>
                    <a:pt x="300" y="137"/>
                  </a:cubicBezTo>
                  <a:cubicBezTo>
                    <a:pt x="300" y="128"/>
                    <a:pt x="293" y="120"/>
                    <a:pt x="285" y="118"/>
                  </a:cubicBezTo>
                  <a:close/>
                  <a:moveTo>
                    <a:pt x="252" y="168"/>
                  </a:moveTo>
                  <a:cubicBezTo>
                    <a:pt x="246" y="169"/>
                    <a:pt x="240" y="174"/>
                    <a:pt x="238" y="180"/>
                  </a:cubicBezTo>
                  <a:cubicBezTo>
                    <a:pt x="237" y="184"/>
                    <a:pt x="235" y="187"/>
                    <a:pt x="234" y="190"/>
                  </a:cubicBezTo>
                  <a:cubicBezTo>
                    <a:pt x="231" y="196"/>
                    <a:pt x="231" y="203"/>
                    <a:pt x="235" y="209"/>
                  </a:cubicBezTo>
                  <a:cubicBezTo>
                    <a:pt x="251" y="233"/>
                    <a:pt x="251" y="233"/>
                    <a:pt x="251" y="233"/>
                  </a:cubicBezTo>
                  <a:cubicBezTo>
                    <a:pt x="233" y="251"/>
                    <a:pt x="233" y="251"/>
                    <a:pt x="233" y="251"/>
                  </a:cubicBezTo>
                  <a:cubicBezTo>
                    <a:pt x="209" y="235"/>
                    <a:pt x="209" y="235"/>
                    <a:pt x="209" y="235"/>
                  </a:cubicBezTo>
                  <a:cubicBezTo>
                    <a:pt x="206" y="233"/>
                    <a:pt x="202" y="232"/>
                    <a:pt x="199" y="232"/>
                  </a:cubicBezTo>
                  <a:cubicBezTo>
                    <a:pt x="196" y="232"/>
                    <a:pt x="193" y="233"/>
                    <a:pt x="190" y="234"/>
                  </a:cubicBezTo>
                  <a:cubicBezTo>
                    <a:pt x="187" y="235"/>
                    <a:pt x="184" y="237"/>
                    <a:pt x="180" y="238"/>
                  </a:cubicBezTo>
                  <a:cubicBezTo>
                    <a:pt x="174" y="240"/>
                    <a:pt x="169" y="246"/>
                    <a:pt x="168" y="252"/>
                  </a:cubicBezTo>
                  <a:cubicBezTo>
                    <a:pt x="162" y="281"/>
                    <a:pt x="162" y="281"/>
                    <a:pt x="162" y="281"/>
                  </a:cubicBezTo>
                  <a:cubicBezTo>
                    <a:pt x="137" y="281"/>
                    <a:pt x="137" y="281"/>
                    <a:pt x="137" y="281"/>
                  </a:cubicBezTo>
                  <a:cubicBezTo>
                    <a:pt x="131" y="252"/>
                    <a:pt x="131" y="252"/>
                    <a:pt x="131" y="252"/>
                  </a:cubicBezTo>
                  <a:cubicBezTo>
                    <a:pt x="130" y="246"/>
                    <a:pt x="125" y="240"/>
                    <a:pt x="119" y="238"/>
                  </a:cubicBezTo>
                  <a:cubicBezTo>
                    <a:pt x="115" y="237"/>
                    <a:pt x="112" y="235"/>
                    <a:pt x="109" y="234"/>
                  </a:cubicBezTo>
                  <a:cubicBezTo>
                    <a:pt x="106" y="233"/>
                    <a:pt x="103" y="232"/>
                    <a:pt x="101" y="232"/>
                  </a:cubicBezTo>
                  <a:cubicBezTo>
                    <a:pt x="97" y="232"/>
                    <a:pt x="93" y="233"/>
                    <a:pt x="90" y="235"/>
                  </a:cubicBezTo>
                  <a:cubicBezTo>
                    <a:pt x="66" y="251"/>
                    <a:pt x="66" y="251"/>
                    <a:pt x="66" y="251"/>
                  </a:cubicBezTo>
                  <a:cubicBezTo>
                    <a:pt x="48" y="233"/>
                    <a:pt x="48" y="233"/>
                    <a:pt x="48" y="233"/>
                  </a:cubicBezTo>
                  <a:cubicBezTo>
                    <a:pt x="64" y="209"/>
                    <a:pt x="64" y="209"/>
                    <a:pt x="64" y="209"/>
                  </a:cubicBezTo>
                  <a:cubicBezTo>
                    <a:pt x="68" y="203"/>
                    <a:pt x="68" y="196"/>
                    <a:pt x="65" y="190"/>
                  </a:cubicBezTo>
                  <a:cubicBezTo>
                    <a:pt x="64" y="187"/>
                    <a:pt x="62" y="184"/>
                    <a:pt x="61" y="180"/>
                  </a:cubicBezTo>
                  <a:cubicBezTo>
                    <a:pt x="59" y="174"/>
                    <a:pt x="54" y="169"/>
                    <a:pt x="47" y="168"/>
                  </a:cubicBezTo>
                  <a:cubicBezTo>
                    <a:pt x="18" y="162"/>
                    <a:pt x="18" y="162"/>
                    <a:pt x="18" y="162"/>
                  </a:cubicBezTo>
                  <a:cubicBezTo>
                    <a:pt x="18" y="137"/>
                    <a:pt x="18" y="137"/>
                    <a:pt x="18" y="137"/>
                  </a:cubicBezTo>
                  <a:cubicBezTo>
                    <a:pt x="47" y="131"/>
                    <a:pt x="47" y="131"/>
                    <a:pt x="47" y="131"/>
                  </a:cubicBezTo>
                  <a:cubicBezTo>
                    <a:pt x="54" y="130"/>
                    <a:pt x="59" y="125"/>
                    <a:pt x="61" y="119"/>
                  </a:cubicBezTo>
                  <a:cubicBezTo>
                    <a:pt x="62" y="115"/>
                    <a:pt x="64" y="112"/>
                    <a:pt x="65" y="109"/>
                  </a:cubicBezTo>
                  <a:cubicBezTo>
                    <a:pt x="68" y="103"/>
                    <a:pt x="68" y="96"/>
                    <a:pt x="64" y="90"/>
                  </a:cubicBezTo>
                  <a:cubicBezTo>
                    <a:pt x="48" y="66"/>
                    <a:pt x="48" y="66"/>
                    <a:pt x="48" y="66"/>
                  </a:cubicBezTo>
                  <a:cubicBezTo>
                    <a:pt x="66" y="48"/>
                    <a:pt x="66" y="48"/>
                    <a:pt x="66" y="48"/>
                  </a:cubicBezTo>
                  <a:cubicBezTo>
                    <a:pt x="90" y="64"/>
                    <a:pt x="90" y="64"/>
                    <a:pt x="90" y="64"/>
                  </a:cubicBezTo>
                  <a:cubicBezTo>
                    <a:pt x="93" y="66"/>
                    <a:pt x="97" y="67"/>
                    <a:pt x="101" y="67"/>
                  </a:cubicBezTo>
                  <a:cubicBezTo>
                    <a:pt x="103" y="67"/>
                    <a:pt x="106" y="67"/>
                    <a:pt x="109" y="65"/>
                  </a:cubicBezTo>
                  <a:cubicBezTo>
                    <a:pt x="112" y="64"/>
                    <a:pt x="115" y="62"/>
                    <a:pt x="119" y="61"/>
                  </a:cubicBezTo>
                  <a:cubicBezTo>
                    <a:pt x="125" y="59"/>
                    <a:pt x="130" y="54"/>
                    <a:pt x="131" y="47"/>
                  </a:cubicBezTo>
                  <a:cubicBezTo>
                    <a:pt x="137" y="18"/>
                    <a:pt x="137" y="18"/>
                    <a:pt x="137" y="18"/>
                  </a:cubicBezTo>
                  <a:cubicBezTo>
                    <a:pt x="162" y="18"/>
                    <a:pt x="162" y="18"/>
                    <a:pt x="162" y="18"/>
                  </a:cubicBezTo>
                  <a:cubicBezTo>
                    <a:pt x="168" y="47"/>
                    <a:pt x="168" y="47"/>
                    <a:pt x="168" y="47"/>
                  </a:cubicBezTo>
                  <a:cubicBezTo>
                    <a:pt x="169" y="54"/>
                    <a:pt x="174" y="59"/>
                    <a:pt x="180" y="61"/>
                  </a:cubicBezTo>
                  <a:cubicBezTo>
                    <a:pt x="184" y="62"/>
                    <a:pt x="187" y="64"/>
                    <a:pt x="190" y="65"/>
                  </a:cubicBezTo>
                  <a:cubicBezTo>
                    <a:pt x="193" y="67"/>
                    <a:pt x="196" y="67"/>
                    <a:pt x="199" y="67"/>
                  </a:cubicBezTo>
                  <a:cubicBezTo>
                    <a:pt x="202" y="67"/>
                    <a:pt x="206" y="66"/>
                    <a:pt x="209" y="64"/>
                  </a:cubicBezTo>
                  <a:cubicBezTo>
                    <a:pt x="233" y="48"/>
                    <a:pt x="233" y="48"/>
                    <a:pt x="233" y="48"/>
                  </a:cubicBezTo>
                  <a:cubicBezTo>
                    <a:pt x="251" y="66"/>
                    <a:pt x="251" y="66"/>
                    <a:pt x="251" y="66"/>
                  </a:cubicBezTo>
                  <a:cubicBezTo>
                    <a:pt x="235" y="90"/>
                    <a:pt x="235" y="90"/>
                    <a:pt x="235" y="90"/>
                  </a:cubicBezTo>
                  <a:cubicBezTo>
                    <a:pt x="231" y="96"/>
                    <a:pt x="231" y="103"/>
                    <a:pt x="234" y="109"/>
                  </a:cubicBezTo>
                  <a:cubicBezTo>
                    <a:pt x="235" y="112"/>
                    <a:pt x="237" y="115"/>
                    <a:pt x="238" y="119"/>
                  </a:cubicBezTo>
                  <a:cubicBezTo>
                    <a:pt x="240" y="125"/>
                    <a:pt x="246" y="130"/>
                    <a:pt x="252" y="131"/>
                  </a:cubicBezTo>
                  <a:cubicBezTo>
                    <a:pt x="281" y="137"/>
                    <a:pt x="281" y="137"/>
                    <a:pt x="281" y="137"/>
                  </a:cubicBezTo>
                  <a:cubicBezTo>
                    <a:pt x="281" y="162"/>
                    <a:pt x="281" y="162"/>
                    <a:pt x="281" y="162"/>
                  </a:cubicBezTo>
                  <a:lnTo>
                    <a:pt x="252" y="168"/>
                  </a:ln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21"/>
            <p:cNvSpPr>
              <a:spLocks noEditPoints="1"/>
            </p:cNvSpPr>
            <p:nvPr/>
          </p:nvSpPr>
          <p:spPr bwMode="auto">
            <a:xfrm>
              <a:off x="1165225" y="942976"/>
              <a:ext cx="338138" cy="338138"/>
            </a:xfrm>
            <a:custGeom>
              <a:avLst/>
              <a:gdLst>
                <a:gd name="T0" fmla="*/ 66 w 131"/>
                <a:gd name="T1" fmla="*/ 0 h 131"/>
                <a:gd name="T2" fmla="*/ 0 w 131"/>
                <a:gd name="T3" fmla="*/ 66 h 131"/>
                <a:gd name="T4" fmla="*/ 66 w 131"/>
                <a:gd name="T5" fmla="*/ 131 h 131"/>
                <a:gd name="T6" fmla="*/ 131 w 131"/>
                <a:gd name="T7" fmla="*/ 66 h 131"/>
                <a:gd name="T8" fmla="*/ 66 w 131"/>
                <a:gd name="T9" fmla="*/ 0 h 131"/>
                <a:gd name="T10" fmla="*/ 66 w 131"/>
                <a:gd name="T11" fmla="*/ 123 h 131"/>
                <a:gd name="T12" fmla="*/ 8 w 131"/>
                <a:gd name="T13" fmla="*/ 66 h 131"/>
                <a:gd name="T14" fmla="*/ 66 w 131"/>
                <a:gd name="T15" fmla="*/ 8 h 131"/>
                <a:gd name="T16" fmla="*/ 123 w 131"/>
                <a:gd name="T17" fmla="*/ 66 h 131"/>
                <a:gd name="T18" fmla="*/ 66 w 131"/>
                <a:gd name="T19" fmla="*/ 123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1" h="131">
                  <a:moveTo>
                    <a:pt x="66" y="0"/>
                  </a:moveTo>
                  <a:cubicBezTo>
                    <a:pt x="29" y="0"/>
                    <a:pt x="0" y="29"/>
                    <a:pt x="0" y="66"/>
                  </a:cubicBezTo>
                  <a:cubicBezTo>
                    <a:pt x="0" y="102"/>
                    <a:pt x="29" y="131"/>
                    <a:pt x="66" y="131"/>
                  </a:cubicBezTo>
                  <a:cubicBezTo>
                    <a:pt x="102" y="131"/>
                    <a:pt x="131" y="102"/>
                    <a:pt x="131" y="66"/>
                  </a:cubicBezTo>
                  <a:cubicBezTo>
                    <a:pt x="131" y="29"/>
                    <a:pt x="102" y="0"/>
                    <a:pt x="66" y="0"/>
                  </a:cubicBezTo>
                  <a:close/>
                  <a:moveTo>
                    <a:pt x="66" y="123"/>
                  </a:moveTo>
                  <a:cubicBezTo>
                    <a:pt x="34" y="123"/>
                    <a:pt x="8" y="97"/>
                    <a:pt x="8" y="66"/>
                  </a:cubicBezTo>
                  <a:cubicBezTo>
                    <a:pt x="8" y="34"/>
                    <a:pt x="34" y="8"/>
                    <a:pt x="66" y="8"/>
                  </a:cubicBezTo>
                  <a:cubicBezTo>
                    <a:pt x="97" y="8"/>
                    <a:pt x="123" y="34"/>
                    <a:pt x="123" y="66"/>
                  </a:cubicBezTo>
                  <a:cubicBezTo>
                    <a:pt x="123" y="97"/>
                    <a:pt x="97" y="123"/>
                    <a:pt x="66" y="123"/>
                  </a:cubicBez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22"/>
            <p:cNvSpPr>
              <a:spLocks noEditPoints="1"/>
            </p:cNvSpPr>
            <p:nvPr/>
          </p:nvSpPr>
          <p:spPr bwMode="auto">
            <a:xfrm>
              <a:off x="1236663" y="1014413"/>
              <a:ext cx="193675" cy="193675"/>
            </a:xfrm>
            <a:custGeom>
              <a:avLst/>
              <a:gdLst>
                <a:gd name="T0" fmla="*/ 38 w 75"/>
                <a:gd name="T1" fmla="*/ 0 h 75"/>
                <a:gd name="T2" fmla="*/ 0 w 75"/>
                <a:gd name="T3" fmla="*/ 38 h 75"/>
                <a:gd name="T4" fmla="*/ 38 w 75"/>
                <a:gd name="T5" fmla="*/ 75 h 75"/>
                <a:gd name="T6" fmla="*/ 75 w 75"/>
                <a:gd name="T7" fmla="*/ 38 h 75"/>
                <a:gd name="T8" fmla="*/ 38 w 75"/>
                <a:gd name="T9" fmla="*/ 0 h 75"/>
                <a:gd name="T10" fmla="*/ 38 w 75"/>
                <a:gd name="T11" fmla="*/ 66 h 75"/>
                <a:gd name="T12" fmla="*/ 9 w 75"/>
                <a:gd name="T13" fmla="*/ 38 h 75"/>
                <a:gd name="T14" fmla="*/ 38 w 75"/>
                <a:gd name="T15" fmla="*/ 9 h 75"/>
                <a:gd name="T16" fmla="*/ 66 w 75"/>
                <a:gd name="T17" fmla="*/ 38 h 75"/>
                <a:gd name="T18" fmla="*/ 38 w 75"/>
                <a:gd name="T19" fmla="*/ 66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5" h="75">
                  <a:moveTo>
                    <a:pt x="38" y="0"/>
                  </a:moveTo>
                  <a:cubicBezTo>
                    <a:pt x="17" y="0"/>
                    <a:pt x="0" y="17"/>
                    <a:pt x="0" y="38"/>
                  </a:cubicBezTo>
                  <a:cubicBezTo>
                    <a:pt x="0" y="58"/>
                    <a:pt x="17" y="75"/>
                    <a:pt x="38" y="75"/>
                  </a:cubicBezTo>
                  <a:cubicBezTo>
                    <a:pt x="58" y="75"/>
                    <a:pt x="75" y="58"/>
                    <a:pt x="75" y="38"/>
                  </a:cubicBezTo>
                  <a:cubicBezTo>
                    <a:pt x="75" y="17"/>
                    <a:pt x="58" y="0"/>
                    <a:pt x="38" y="0"/>
                  </a:cubicBezTo>
                  <a:close/>
                  <a:moveTo>
                    <a:pt x="38" y="66"/>
                  </a:moveTo>
                  <a:cubicBezTo>
                    <a:pt x="22" y="66"/>
                    <a:pt x="9" y="53"/>
                    <a:pt x="9" y="38"/>
                  </a:cubicBezTo>
                  <a:cubicBezTo>
                    <a:pt x="9" y="22"/>
                    <a:pt x="22" y="9"/>
                    <a:pt x="38" y="9"/>
                  </a:cubicBezTo>
                  <a:cubicBezTo>
                    <a:pt x="53" y="9"/>
                    <a:pt x="66" y="22"/>
                    <a:pt x="66" y="38"/>
                  </a:cubicBezTo>
                  <a:cubicBezTo>
                    <a:pt x="66" y="53"/>
                    <a:pt x="53" y="66"/>
                    <a:pt x="38" y="66"/>
                  </a:cubicBez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 name="组合 2"/>
          <p:cNvGrpSpPr/>
          <p:nvPr/>
        </p:nvGrpSpPr>
        <p:grpSpPr>
          <a:xfrm>
            <a:off x="7926261" y="2448600"/>
            <a:ext cx="534817" cy="534816"/>
            <a:chOff x="6553200" y="754063"/>
            <a:chExt cx="714375" cy="714375"/>
          </a:xfrm>
        </p:grpSpPr>
        <p:sp>
          <p:nvSpPr>
            <p:cNvPr id="24" name="Freeform 23"/>
            <p:cNvSpPr>
              <a:spLocks noEditPoints="1"/>
            </p:cNvSpPr>
            <p:nvPr/>
          </p:nvSpPr>
          <p:spPr bwMode="auto">
            <a:xfrm>
              <a:off x="6553200" y="754063"/>
              <a:ext cx="714375" cy="714375"/>
            </a:xfrm>
            <a:custGeom>
              <a:avLst/>
              <a:gdLst>
                <a:gd name="T0" fmla="*/ 254 w 277"/>
                <a:gd name="T1" fmla="*/ 26 h 277"/>
                <a:gd name="T2" fmla="*/ 216 w 277"/>
                <a:gd name="T3" fmla="*/ 26 h 277"/>
                <a:gd name="T4" fmla="*/ 216 w 277"/>
                <a:gd name="T5" fmla="*/ 9 h 277"/>
                <a:gd name="T6" fmla="*/ 208 w 277"/>
                <a:gd name="T7" fmla="*/ 0 h 277"/>
                <a:gd name="T8" fmla="*/ 199 w 277"/>
                <a:gd name="T9" fmla="*/ 9 h 277"/>
                <a:gd name="T10" fmla="*/ 199 w 277"/>
                <a:gd name="T11" fmla="*/ 26 h 277"/>
                <a:gd name="T12" fmla="*/ 147 w 277"/>
                <a:gd name="T13" fmla="*/ 26 h 277"/>
                <a:gd name="T14" fmla="*/ 147 w 277"/>
                <a:gd name="T15" fmla="*/ 9 h 277"/>
                <a:gd name="T16" fmla="*/ 139 w 277"/>
                <a:gd name="T17" fmla="*/ 0 h 277"/>
                <a:gd name="T18" fmla="*/ 130 w 277"/>
                <a:gd name="T19" fmla="*/ 9 h 277"/>
                <a:gd name="T20" fmla="*/ 130 w 277"/>
                <a:gd name="T21" fmla="*/ 26 h 277"/>
                <a:gd name="T22" fmla="*/ 78 w 277"/>
                <a:gd name="T23" fmla="*/ 26 h 277"/>
                <a:gd name="T24" fmla="*/ 78 w 277"/>
                <a:gd name="T25" fmla="*/ 9 h 277"/>
                <a:gd name="T26" fmla="*/ 69 w 277"/>
                <a:gd name="T27" fmla="*/ 0 h 277"/>
                <a:gd name="T28" fmla="*/ 61 w 277"/>
                <a:gd name="T29" fmla="*/ 9 h 277"/>
                <a:gd name="T30" fmla="*/ 61 w 277"/>
                <a:gd name="T31" fmla="*/ 26 h 277"/>
                <a:gd name="T32" fmla="*/ 23 w 277"/>
                <a:gd name="T33" fmla="*/ 26 h 277"/>
                <a:gd name="T34" fmla="*/ 0 w 277"/>
                <a:gd name="T35" fmla="*/ 49 h 277"/>
                <a:gd name="T36" fmla="*/ 0 w 277"/>
                <a:gd name="T37" fmla="*/ 254 h 277"/>
                <a:gd name="T38" fmla="*/ 23 w 277"/>
                <a:gd name="T39" fmla="*/ 277 h 277"/>
                <a:gd name="T40" fmla="*/ 254 w 277"/>
                <a:gd name="T41" fmla="*/ 277 h 277"/>
                <a:gd name="T42" fmla="*/ 277 w 277"/>
                <a:gd name="T43" fmla="*/ 254 h 277"/>
                <a:gd name="T44" fmla="*/ 277 w 277"/>
                <a:gd name="T45" fmla="*/ 49 h 277"/>
                <a:gd name="T46" fmla="*/ 254 w 277"/>
                <a:gd name="T47" fmla="*/ 26 h 277"/>
                <a:gd name="T48" fmla="*/ 260 w 277"/>
                <a:gd name="T49" fmla="*/ 254 h 277"/>
                <a:gd name="T50" fmla="*/ 254 w 277"/>
                <a:gd name="T51" fmla="*/ 260 h 277"/>
                <a:gd name="T52" fmla="*/ 23 w 277"/>
                <a:gd name="T53" fmla="*/ 260 h 277"/>
                <a:gd name="T54" fmla="*/ 18 w 277"/>
                <a:gd name="T55" fmla="*/ 254 h 277"/>
                <a:gd name="T56" fmla="*/ 18 w 277"/>
                <a:gd name="T57" fmla="*/ 49 h 277"/>
                <a:gd name="T58" fmla="*/ 23 w 277"/>
                <a:gd name="T59" fmla="*/ 44 h 277"/>
                <a:gd name="T60" fmla="*/ 61 w 277"/>
                <a:gd name="T61" fmla="*/ 44 h 277"/>
                <a:gd name="T62" fmla="*/ 61 w 277"/>
                <a:gd name="T63" fmla="*/ 61 h 277"/>
                <a:gd name="T64" fmla="*/ 69 w 277"/>
                <a:gd name="T65" fmla="*/ 69 h 277"/>
                <a:gd name="T66" fmla="*/ 78 w 277"/>
                <a:gd name="T67" fmla="*/ 61 h 277"/>
                <a:gd name="T68" fmla="*/ 78 w 277"/>
                <a:gd name="T69" fmla="*/ 44 h 277"/>
                <a:gd name="T70" fmla="*/ 130 w 277"/>
                <a:gd name="T71" fmla="*/ 44 h 277"/>
                <a:gd name="T72" fmla="*/ 130 w 277"/>
                <a:gd name="T73" fmla="*/ 61 h 277"/>
                <a:gd name="T74" fmla="*/ 139 w 277"/>
                <a:gd name="T75" fmla="*/ 69 h 277"/>
                <a:gd name="T76" fmla="*/ 147 w 277"/>
                <a:gd name="T77" fmla="*/ 61 h 277"/>
                <a:gd name="T78" fmla="*/ 147 w 277"/>
                <a:gd name="T79" fmla="*/ 44 h 277"/>
                <a:gd name="T80" fmla="*/ 199 w 277"/>
                <a:gd name="T81" fmla="*/ 44 h 277"/>
                <a:gd name="T82" fmla="*/ 199 w 277"/>
                <a:gd name="T83" fmla="*/ 61 h 277"/>
                <a:gd name="T84" fmla="*/ 208 w 277"/>
                <a:gd name="T85" fmla="*/ 69 h 277"/>
                <a:gd name="T86" fmla="*/ 216 w 277"/>
                <a:gd name="T87" fmla="*/ 61 h 277"/>
                <a:gd name="T88" fmla="*/ 216 w 277"/>
                <a:gd name="T89" fmla="*/ 44 h 277"/>
                <a:gd name="T90" fmla="*/ 254 w 277"/>
                <a:gd name="T91" fmla="*/ 44 h 277"/>
                <a:gd name="T92" fmla="*/ 260 w 277"/>
                <a:gd name="T93" fmla="*/ 49 h 277"/>
                <a:gd name="T94" fmla="*/ 260 w 277"/>
                <a:gd name="T95" fmla="*/ 254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77" h="277">
                  <a:moveTo>
                    <a:pt x="254" y="26"/>
                  </a:moveTo>
                  <a:cubicBezTo>
                    <a:pt x="216" y="26"/>
                    <a:pt x="216" y="26"/>
                    <a:pt x="216" y="26"/>
                  </a:cubicBezTo>
                  <a:cubicBezTo>
                    <a:pt x="216" y="9"/>
                    <a:pt x="216" y="9"/>
                    <a:pt x="216" y="9"/>
                  </a:cubicBezTo>
                  <a:cubicBezTo>
                    <a:pt x="216" y="4"/>
                    <a:pt x="212" y="0"/>
                    <a:pt x="208" y="0"/>
                  </a:cubicBezTo>
                  <a:cubicBezTo>
                    <a:pt x="203" y="0"/>
                    <a:pt x="199" y="4"/>
                    <a:pt x="199" y="9"/>
                  </a:cubicBezTo>
                  <a:cubicBezTo>
                    <a:pt x="199" y="26"/>
                    <a:pt x="199" y="26"/>
                    <a:pt x="199" y="26"/>
                  </a:cubicBezTo>
                  <a:cubicBezTo>
                    <a:pt x="147" y="26"/>
                    <a:pt x="147" y="26"/>
                    <a:pt x="147" y="26"/>
                  </a:cubicBezTo>
                  <a:cubicBezTo>
                    <a:pt x="147" y="9"/>
                    <a:pt x="147" y="9"/>
                    <a:pt x="147" y="9"/>
                  </a:cubicBezTo>
                  <a:cubicBezTo>
                    <a:pt x="147" y="4"/>
                    <a:pt x="143" y="0"/>
                    <a:pt x="139" y="0"/>
                  </a:cubicBezTo>
                  <a:cubicBezTo>
                    <a:pt x="134" y="0"/>
                    <a:pt x="130" y="4"/>
                    <a:pt x="130" y="9"/>
                  </a:cubicBezTo>
                  <a:cubicBezTo>
                    <a:pt x="130" y="26"/>
                    <a:pt x="130" y="26"/>
                    <a:pt x="130" y="26"/>
                  </a:cubicBezTo>
                  <a:cubicBezTo>
                    <a:pt x="78" y="26"/>
                    <a:pt x="78" y="26"/>
                    <a:pt x="78" y="26"/>
                  </a:cubicBezTo>
                  <a:cubicBezTo>
                    <a:pt x="78" y="9"/>
                    <a:pt x="78" y="9"/>
                    <a:pt x="78" y="9"/>
                  </a:cubicBezTo>
                  <a:cubicBezTo>
                    <a:pt x="78" y="4"/>
                    <a:pt x="74" y="0"/>
                    <a:pt x="69" y="0"/>
                  </a:cubicBezTo>
                  <a:cubicBezTo>
                    <a:pt x="65" y="0"/>
                    <a:pt x="61" y="4"/>
                    <a:pt x="61" y="9"/>
                  </a:cubicBezTo>
                  <a:cubicBezTo>
                    <a:pt x="61" y="26"/>
                    <a:pt x="61" y="26"/>
                    <a:pt x="61" y="26"/>
                  </a:cubicBezTo>
                  <a:cubicBezTo>
                    <a:pt x="23" y="26"/>
                    <a:pt x="23" y="26"/>
                    <a:pt x="23" y="26"/>
                  </a:cubicBezTo>
                  <a:cubicBezTo>
                    <a:pt x="11" y="26"/>
                    <a:pt x="0" y="37"/>
                    <a:pt x="0" y="49"/>
                  </a:cubicBezTo>
                  <a:cubicBezTo>
                    <a:pt x="0" y="254"/>
                    <a:pt x="0" y="254"/>
                    <a:pt x="0" y="254"/>
                  </a:cubicBezTo>
                  <a:cubicBezTo>
                    <a:pt x="0" y="267"/>
                    <a:pt x="11" y="277"/>
                    <a:pt x="23" y="277"/>
                  </a:cubicBezTo>
                  <a:cubicBezTo>
                    <a:pt x="254" y="277"/>
                    <a:pt x="254" y="277"/>
                    <a:pt x="254" y="277"/>
                  </a:cubicBezTo>
                  <a:cubicBezTo>
                    <a:pt x="267" y="277"/>
                    <a:pt x="277" y="267"/>
                    <a:pt x="277" y="254"/>
                  </a:cubicBezTo>
                  <a:cubicBezTo>
                    <a:pt x="277" y="49"/>
                    <a:pt x="277" y="49"/>
                    <a:pt x="277" y="49"/>
                  </a:cubicBezTo>
                  <a:cubicBezTo>
                    <a:pt x="277" y="37"/>
                    <a:pt x="267" y="26"/>
                    <a:pt x="254" y="26"/>
                  </a:cubicBezTo>
                  <a:close/>
                  <a:moveTo>
                    <a:pt x="260" y="254"/>
                  </a:moveTo>
                  <a:cubicBezTo>
                    <a:pt x="260" y="257"/>
                    <a:pt x="257" y="260"/>
                    <a:pt x="254" y="260"/>
                  </a:cubicBezTo>
                  <a:cubicBezTo>
                    <a:pt x="23" y="260"/>
                    <a:pt x="23" y="260"/>
                    <a:pt x="23" y="260"/>
                  </a:cubicBezTo>
                  <a:cubicBezTo>
                    <a:pt x="20" y="260"/>
                    <a:pt x="18" y="257"/>
                    <a:pt x="18" y="254"/>
                  </a:cubicBezTo>
                  <a:cubicBezTo>
                    <a:pt x="18" y="49"/>
                    <a:pt x="18" y="49"/>
                    <a:pt x="18" y="49"/>
                  </a:cubicBezTo>
                  <a:cubicBezTo>
                    <a:pt x="18" y="46"/>
                    <a:pt x="20" y="44"/>
                    <a:pt x="23" y="44"/>
                  </a:cubicBezTo>
                  <a:cubicBezTo>
                    <a:pt x="61" y="44"/>
                    <a:pt x="61" y="44"/>
                    <a:pt x="61" y="44"/>
                  </a:cubicBezTo>
                  <a:cubicBezTo>
                    <a:pt x="61" y="61"/>
                    <a:pt x="61" y="61"/>
                    <a:pt x="61" y="61"/>
                  </a:cubicBezTo>
                  <a:cubicBezTo>
                    <a:pt x="61" y="66"/>
                    <a:pt x="65" y="69"/>
                    <a:pt x="69" y="69"/>
                  </a:cubicBezTo>
                  <a:cubicBezTo>
                    <a:pt x="74" y="69"/>
                    <a:pt x="78" y="66"/>
                    <a:pt x="78" y="61"/>
                  </a:cubicBezTo>
                  <a:cubicBezTo>
                    <a:pt x="78" y="44"/>
                    <a:pt x="78" y="44"/>
                    <a:pt x="78" y="44"/>
                  </a:cubicBezTo>
                  <a:cubicBezTo>
                    <a:pt x="130" y="44"/>
                    <a:pt x="130" y="44"/>
                    <a:pt x="130" y="44"/>
                  </a:cubicBezTo>
                  <a:cubicBezTo>
                    <a:pt x="130" y="61"/>
                    <a:pt x="130" y="61"/>
                    <a:pt x="130" y="61"/>
                  </a:cubicBezTo>
                  <a:cubicBezTo>
                    <a:pt x="130" y="66"/>
                    <a:pt x="134" y="69"/>
                    <a:pt x="139" y="69"/>
                  </a:cubicBezTo>
                  <a:cubicBezTo>
                    <a:pt x="143" y="69"/>
                    <a:pt x="147" y="66"/>
                    <a:pt x="147" y="61"/>
                  </a:cubicBezTo>
                  <a:cubicBezTo>
                    <a:pt x="147" y="44"/>
                    <a:pt x="147" y="44"/>
                    <a:pt x="147" y="44"/>
                  </a:cubicBezTo>
                  <a:cubicBezTo>
                    <a:pt x="199" y="44"/>
                    <a:pt x="199" y="44"/>
                    <a:pt x="199" y="44"/>
                  </a:cubicBezTo>
                  <a:cubicBezTo>
                    <a:pt x="199" y="61"/>
                    <a:pt x="199" y="61"/>
                    <a:pt x="199" y="61"/>
                  </a:cubicBezTo>
                  <a:cubicBezTo>
                    <a:pt x="199" y="66"/>
                    <a:pt x="203" y="69"/>
                    <a:pt x="208" y="69"/>
                  </a:cubicBezTo>
                  <a:cubicBezTo>
                    <a:pt x="212" y="69"/>
                    <a:pt x="216" y="66"/>
                    <a:pt x="216" y="61"/>
                  </a:cubicBezTo>
                  <a:cubicBezTo>
                    <a:pt x="216" y="44"/>
                    <a:pt x="216" y="44"/>
                    <a:pt x="216" y="44"/>
                  </a:cubicBezTo>
                  <a:cubicBezTo>
                    <a:pt x="254" y="44"/>
                    <a:pt x="254" y="44"/>
                    <a:pt x="254" y="44"/>
                  </a:cubicBezTo>
                  <a:cubicBezTo>
                    <a:pt x="257" y="44"/>
                    <a:pt x="260" y="46"/>
                    <a:pt x="260" y="49"/>
                  </a:cubicBezTo>
                  <a:lnTo>
                    <a:pt x="260" y="254"/>
                  </a:ln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Rectangle 24"/>
            <p:cNvSpPr>
              <a:spLocks noChangeArrowheads="1"/>
            </p:cNvSpPr>
            <p:nvPr/>
          </p:nvSpPr>
          <p:spPr bwMode="auto">
            <a:xfrm>
              <a:off x="6710363" y="1022351"/>
              <a:ext cx="87313" cy="66675"/>
            </a:xfrm>
            <a:prstGeom prst="rect">
              <a:avLst/>
            </a:pr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Rectangle 25"/>
            <p:cNvSpPr>
              <a:spLocks noChangeArrowheads="1"/>
            </p:cNvSpPr>
            <p:nvPr/>
          </p:nvSpPr>
          <p:spPr bwMode="auto">
            <a:xfrm>
              <a:off x="6710363" y="1133476"/>
              <a:ext cx="87313" cy="66675"/>
            </a:xfrm>
            <a:prstGeom prst="rect">
              <a:avLst/>
            </a:pr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Rectangle 26"/>
            <p:cNvSpPr>
              <a:spLocks noChangeArrowheads="1"/>
            </p:cNvSpPr>
            <p:nvPr/>
          </p:nvSpPr>
          <p:spPr bwMode="auto">
            <a:xfrm>
              <a:off x="6710363" y="1244601"/>
              <a:ext cx="87313" cy="66675"/>
            </a:xfrm>
            <a:prstGeom prst="rect">
              <a:avLst/>
            </a:pr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Rectangle 27"/>
            <p:cNvSpPr>
              <a:spLocks noChangeArrowheads="1"/>
            </p:cNvSpPr>
            <p:nvPr/>
          </p:nvSpPr>
          <p:spPr bwMode="auto">
            <a:xfrm>
              <a:off x="6864350" y="1244601"/>
              <a:ext cx="90488" cy="66675"/>
            </a:xfrm>
            <a:prstGeom prst="rect">
              <a:avLst/>
            </a:pr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Rectangle 28"/>
            <p:cNvSpPr>
              <a:spLocks noChangeArrowheads="1"/>
            </p:cNvSpPr>
            <p:nvPr/>
          </p:nvSpPr>
          <p:spPr bwMode="auto">
            <a:xfrm>
              <a:off x="6864350" y="1133476"/>
              <a:ext cx="90488" cy="66675"/>
            </a:xfrm>
            <a:prstGeom prst="rect">
              <a:avLst/>
            </a:pr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Rectangle 29"/>
            <p:cNvSpPr>
              <a:spLocks noChangeArrowheads="1"/>
            </p:cNvSpPr>
            <p:nvPr/>
          </p:nvSpPr>
          <p:spPr bwMode="auto">
            <a:xfrm>
              <a:off x="6864350" y="1022351"/>
              <a:ext cx="90488" cy="66675"/>
            </a:xfrm>
            <a:prstGeom prst="rect">
              <a:avLst/>
            </a:pr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Rectangle 30"/>
            <p:cNvSpPr>
              <a:spLocks noChangeArrowheads="1"/>
            </p:cNvSpPr>
            <p:nvPr/>
          </p:nvSpPr>
          <p:spPr bwMode="auto">
            <a:xfrm>
              <a:off x="7021513" y="1244601"/>
              <a:ext cx="88900" cy="66675"/>
            </a:xfrm>
            <a:prstGeom prst="rect">
              <a:avLst/>
            </a:pr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Rectangle 31"/>
            <p:cNvSpPr>
              <a:spLocks noChangeArrowheads="1"/>
            </p:cNvSpPr>
            <p:nvPr/>
          </p:nvSpPr>
          <p:spPr bwMode="auto">
            <a:xfrm>
              <a:off x="7021513" y="1133476"/>
              <a:ext cx="88900" cy="66675"/>
            </a:xfrm>
            <a:prstGeom prst="rect">
              <a:avLst/>
            </a:pr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Rectangle 32"/>
            <p:cNvSpPr>
              <a:spLocks noChangeArrowheads="1"/>
            </p:cNvSpPr>
            <p:nvPr/>
          </p:nvSpPr>
          <p:spPr bwMode="auto">
            <a:xfrm>
              <a:off x="7021513" y="1022351"/>
              <a:ext cx="88900" cy="66675"/>
            </a:xfrm>
            <a:prstGeom prst="rect">
              <a:avLst/>
            </a:pr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57" name="文本框 56"/>
          <p:cNvSpPr txBox="1"/>
          <p:nvPr/>
        </p:nvSpPr>
        <p:spPr>
          <a:xfrm>
            <a:off x="8497322" y="2291046"/>
            <a:ext cx="2856518" cy="830997"/>
          </a:xfrm>
          <a:prstGeom prst="rect">
            <a:avLst/>
          </a:prstGeom>
          <a:noFill/>
        </p:spPr>
        <p:txBody>
          <a:bodyPr wrap="square" rtlCol="0">
            <a:spAutoFit/>
          </a:bodyPr>
          <a:lstStyle/>
          <a:p>
            <a:pPr>
              <a:lnSpc>
                <a:spcPct val="120000"/>
              </a:lnSpc>
            </a:pPr>
            <a:r>
              <a:rPr lang="zh-CN" altLang="en-US" sz="2400" b="1" dirty="0">
                <a:solidFill>
                  <a:srgbClr val="5EC6D3"/>
                </a:solidFill>
              </a:rPr>
              <a:t>添加标题</a:t>
            </a:r>
            <a:endParaRPr lang="en-US" altLang="zh-CN" sz="2400" b="1" dirty="0">
              <a:solidFill>
                <a:srgbClr val="5EC6D3"/>
              </a:solidFill>
            </a:endParaRPr>
          </a:p>
          <a:p>
            <a:pPr>
              <a:lnSpc>
                <a:spcPct val="120000"/>
              </a:lnSpc>
            </a:pPr>
            <a:r>
              <a:rPr lang="zh-CN" altLang="en-US" sz="1600" dirty="0">
                <a:solidFill>
                  <a:schemeClr val="tx1">
                    <a:lumMod val="65000"/>
                    <a:lumOff val="35000"/>
                  </a:schemeClr>
                </a:solidFill>
              </a:rPr>
              <a:t>添加内容添加内容</a:t>
            </a:r>
          </a:p>
        </p:txBody>
      </p:sp>
      <p:sp>
        <p:nvSpPr>
          <p:cNvPr id="58" name="文本框 57"/>
          <p:cNvSpPr txBox="1"/>
          <p:nvPr/>
        </p:nvSpPr>
        <p:spPr>
          <a:xfrm>
            <a:off x="862748" y="2296759"/>
            <a:ext cx="2856518" cy="830997"/>
          </a:xfrm>
          <a:prstGeom prst="rect">
            <a:avLst/>
          </a:prstGeom>
          <a:noFill/>
        </p:spPr>
        <p:txBody>
          <a:bodyPr wrap="square" rtlCol="0">
            <a:spAutoFit/>
          </a:bodyPr>
          <a:lstStyle/>
          <a:p>
            <a:pPr algn="r">
              <a:lnSpc>
                <a:spcPct val="120000"/>
              </a:lnSpc>
            </a:pPr>
            <a:r>
              <a:rPr lang="zh-CN" altLang="en-US" sz="2400" b="1" dirty="0">
                <a:solidFill>
                  <a:srgbClr val="546E7A"/>
                </a:solidFill>
              </a:rPr>
              <a:t>添加标题</a:t>
            </a:r>
            <a:endParaRPr lang="en-US" altLang="zh-CN" sz="2400" b="1" dirty="0">
              <a:solidFill>
                <a:srgbClr val="546E7A"/>
              </a:solidFill>
            </a:endParaRPr>
          </a:p>
          <a:p>
            <a:pPr algn="r">
              <a:lnSpc>
                <a:spcPct val="120000"/>
              </a:lnSpc>
            </a:pPr>
            <a:r>
              <a:rPr lang="zh-CN" altLang="en-US" sz="1600" dirty="0">
                <a:solidFill>
                  <a:schemeClr val="tx1">
                    <a:lumMod val="65000"/>
                    <a:lumOff val="35000"/>
                  </a:schemeClr>
                </a:solidFill>
              </a:rPr>
              <a:t>添加内容添加内容</a:t>
            </a:r>
          </a:p>
        </p:txBody>
      </p:sp>
      <p:sp>
        <p:nvSpPr>
          <p:cNvPr id="59" name="文本框 58"/>
          <p:cNvSpPr txBox="1"/>
          <p:nvPr/>
        </p:nvSpPr>
        <p:spPr>
          <a:xfrm>
            <a:off x="8497322" y="4894282"/>
            <a:ext cx="2856518" cy="830997"/>
          </a:xfrm>
          <a:prstGeom prst="rect">
            <a:avLst/>
          </a:prstGeom>
          <a:noFill/>
        </p:spPr>
        <p:txBody>
          <a:bodyPr wrap="square" rtlCol="0">
            <a:spAutoFit/>
          </a:bodyPr>
          <a:lstStyle/>
          <a:p>
            <a:pPr>
              <a:lnSpc>
                <a:spcPct val="120000"/>
              </a:lnSpc>
            </a:pPr>
            <a:r>
              <a:rPr lang="zh-CN" altLang="en-US" sz="2400" b="1" dirty="0">
                <a:solidFill>
                  <a:srgbClr val="F26D64"/>
                </a:solidFill>
              </a:rPr>
              <a:t>添加标题</a:t>
            </a:r>
            <a:endParaRPr lang="en-US" altLang="zh-CN" sz="2400" b="1" dirty="0">
              <a:solidFill>
                <a:srgbClr val="F26D64"/>
              </a:solidFill>
            </a:endParaRPr>
          </a:p>
          <a:p>
            <a:pPr>
              <a:lnSpc>
                <a:spcPct val="120000"/>
              </a:lnSpc>
            </a:pPr>
            <a:r>
              <a:rPr lang="zh-CN" altLang="en-US" sz="1600" dirty="0">
                <a:solidFill>
                  <a:schemeClr val="tx1">
                    <a:lumMod val="65000"/>
                    <a:lumOff val="35000"/>
                  </a:schemeClr>
                </a:solidFill>
              </a:rPr>
              <a:t>添加内容添加内容</a:t>
            </a:r>
          </a:p>
        </p:txBody>
      </p:sp>
      <p:sp>
        <p:nvSpPr>
          <p:cNvPr id="60" name="文本框 59"/>
          <p:cNvSpPr txBox="1"/>
          <p:nvPr/>
        </p:nvSpPr>
        <p:spPr>
          <a:xfrm>
            <a:off x="862748" y="4894282"/>
            <a:ext cx="2856518" cy="830997"/>
          </a:xfrm>
          <a:prstGeom prst="rect">
            <a:avLst/>
          </a:prstGeom>
          <a:noFill/>
        </p:spPr>
        <p:txBody>
          <a:bodyPr wrap="square" rtlCol="0">
            <a:spAutoFit/>
          </a:bodyPr>
          <a:lstStyle/>
          <a:p>
            <a:pPr algn="r">
              <a:lnSpc>
                <a:spcPct val="120000"/>
              </a:lnSpc>
            </a:pPr>
            <a:r>
              <a:rPr lang="zh-CN" altLang="en-US" sz="2400" b="1" dirty="0">
                <a:solidFill>
                  <a:srgbClr val="F8841D"/>
                </a:solidFill>
              </a:rPr>
              <a:t>添加标题</a:t>
            </a:r>
            <a:endParaRPr lang="en-US" altLang="zh-CN" sz="2400" b="1" dirty="0">
              <a:solidFill>
                <a:srgbClr val="F8841D"/>
              </a:solidFill>
            </a:endParaRPr>
          </a:p>
          <a:p>
            <a:pPr algn="r">
              <a:lnSpc>
                <a:spcPct val="120000"/>
              </a:lnSpc>
            </a:pPr>
            <a:r>
              <a:rPr lang="zh-CN" altLang="en-US" sz="1600" dirty="0">
                <a:solidFill>
                  <a:schemeClr val="tx1">
                    <a:lumMod val="65000"/>
                    <a:lumOff val="35000"/>
                  </a:schemeClr>
                </a:solidFill>
              </a:rPr>
              <a:t>添加内容添加内容</a:t>
            </a:r>
          </a:p>
        </p:txBody>
      </p:sp>
      <p:sp>
        <p:nvSpPr>
          <p:cNvPr id="61" name="矩形 60"/>
          <p:cNvSpPr/>
          <p:nvPr/>
        </p:nvSpPr>
        <p:spPr>
          <a:xfrm>
            <a:off x="1120462" y="5951740"/>
            <a:ext cx="9982915" cy="412421"/>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添加内容添加内容添加内容添加内容添加内容添加内容添加内容添加内容添加内容添加内容添加内容</a:t>
            </a:r>
          </a:p>
        </p:txBody>
      </p:sp>
      <p:sp>
        <p:nvSpPr>
          <p:cNvPr id="65" name="文本框 64"/>
          <p:cNvSpPr txBox="1"/>
          <p:nvPr/>
        </p:nvSpPr>
        <p:spPr>
          <a:xfrm>
            <a:off x="4815787" y="2811982"/>
            <a:ext cx="441146" cy="369332"/>
          </a:xfrm>
          <a:prstGeom prst="rect">
            <a:avLst/>
          </a:prstGeom>
          <a:noFill/>
        </p:spPr>
        <p:txBody>
          <a:bodyPr wrap="none" rtlCol="0">
            <a:spAutoFit/>
          </a:bodyPr>
          <a:lstStyle/>
          <a:p>
            <a:r>
              <a:rPr lang="en-US" altLang="zh-CN"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01</a:t>
            </a:r>
            <a:endParaRPr lang="zh-CN" altLang="en-US"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66" name="文本框 65"/>
          <p:cNvSpPr txBox="1"/>
          <p:nvPr/>
        </p:nvSpPr>
        <p:spPr>
          <a:xfrm>
            <a:off x="4815787" y="4860010"/>
            <a:ext cx="441146" cy="369332"/>
          </a:xfrm>
          <a:prstGeom prst="rect">
            <a:avLst/>
          </a:prstGeom>
          <a:noFill/>
        </p:spPr>
        <p:txBody>
          <a:bodyPr wrap="none" rtlCol="0">
            <a:spAutoFit/>
          </a:bodyPr>
          <a:lstStyle/>
          <a:p>
            <a:r>
              <a:rPr lang="en-US" altLang="zh-CN"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04</a:t>
            </a:r>
            <a:endParaRPr lang="zh-CN" altLang="en-US"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70" name="文本框 69"/>
          <p:cNvSpPr txBox="1"/>
          <p:nvPr/>
        </p:nvSpPr>
        <p:spPr>
          <a:xfrm>
            <a:off x="7053720" y="2811982"/>
            <a:ext cx="441146" cy="369332"/>
          </a:xfrm>
          <a:prstGeom prst="rect">
            <a:avLst/>
          </a:prstGeom>
          <a:noFill/>
        </p:spPr>
        <p:txBody>
          <a:bodyPr wrap="none" rtlCol="0">
            <a:spAutoFit/>
          </a:bodyPr>
          <a:lstStyle/>
          <a:p>
            <a:r>
              <a:rPr lang="en-US" altLang="zh-CN"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02</a:t>
            </a:r>
            <a:endParaRPr lang="zh-CN" altLang="en-US"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71" name="文本框 70"/>
          <p:cNvSpPr txBox="1"/>
          <p:nvPr/>
        </p:nvSpPr>
        <p:spPr>
          <a:xfrm>
            <a:off x="7053720" y="4860010"/>
            <a:ext cx="441146" cy="369332"/>
          </a:xfrm>
          <a:prstGeom prst="rect">
            <a:avLst/>
          </a:prstGeom>
          <a:noFill/>
        </p:spPr>
        <p:txBody>
          <a:bodyPr wrap="none" rtlCol="0">
            <a:spAutoFit/>
          </a:bodyPr>
          <a:lstStyle/>
          <a:p>
            <a:r>
              <a:rPr lang="en-US" altLang="zh-CN"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03</a:t>
            </a:r>
            <a:endParaRPr lang="zh-CN" altLang="en-US"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72" name="文本框 71"/>
          <p:cNvSpPr txBox="1"/>
          <p:nvPr/>
        </p:nvSpPr>
        <p:spPr>
          <a:xfrm>
            <a:off x="4139317" y="1058393"/>
            <a:ext cx="3913366"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73" name="Rectangle 58"/>
          <p:cNvSpPr/>
          <p:nvPr/>
        </p:nvSpPr>
        <p:spPr>
          <a:xfrm>
            <a:off x="3614043" y="1478661"/>
            <a:ext cx="4963915"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单击此处添加副标题</a:t>
            </a:r>
          </a:p>
        </p:txBody>
      </p:sp>
      <p:sp>
        <p:nvSpPr>
          <p:cNvPr id="40"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856183060"/>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空心弧 2"/>
          <p:cNvSpPr/>
          <p:nvPr/>
        </p:nvSpPr>
        <p:spPr>
          <a:xfrm>
            <a:off x="2480275" y="3235269"/>
            <a:ext cx="7270736" cy="7268629"/>
          </a:xfrm>
          <a:prstGeom prst="blockArc">
            <a:avLst>
              <a:gd name="adj1" fmla="val 10800000"/>
              <a:gd name="adj2" fmla="val 13372865"/>
              <a:gd name="adj3" fmla="val 1016"/>
            </a:avLst>
          </a:pr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tx1"/>
              </a:solidFill>
            </a:endParaRPr>
          </a:p>
        </p:txBody>
      </p:sp>
      <p:sp>
        <p:nvSpPr>
          <p:cNvPr id="4" name="空心弧 3"/>
          <p:cNvSpPr/>
          <p:nvPr/>
        </p:nvSpPr>
        <p:spPr>
          <a:xfrm flipH="1">
            <a:off x="2537177" y="3264773"/>
            <a:ext cx="7266521" cy="7270736"/>
          </a:xfrm>
          <a:prstGeom prst="blockArc">
            <a:avLst>
              <a:gd name="adj1" fmla="val 10800000"/>
              <a:gd name="adj2" fmla="val 13397840"/>
              <a:gd name="adj3" fmla="val 910"/>
            </a:avLst>
          </a:prstGeom>
          <a:solidFill>
            <a:srgbClr val="F26D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tx1"/>
              </a:solidFill>
            </a:endParaRPr>
          </a:p>
        </p:txBody>
      </p:sp>
      <p:sp>
        <p:nvSpPr>
          <p:cNvPr id="5" name="空心弧 4"/>
          <p:cNvSpPr/>
          <p:nvPr/>
        </p:nvSpPr>
        <p:spPr>
          <a:xfrm>
            <a:off x="2360906" y="3299864"/>
            <a:ext cx="7404201" cy="7406348"/>
          </a:xfrm>
          <a:prstGeom prst="blockArc">
            <a:avLst>
              <a:gd name="adj1" fmla="val 13584139"/>
              <a:gd name="adj2" fmla="val 16200029"/>
              <a:gd name="adj3" fmla="val 882"/>
            </a:avLst>
          </a:pr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tx1"/>
              </a:solidFill>
            </a:endParaRPr>
          </a:p>
        </p:txBody>
      </p:sp>
      <p:sp>
        <p:nvSpPr>
          <p:cNvPr id="6" name="空心弧 5"/>
          <p:cNvSpPr/>
          <p:nvPr/>
        </p:nvSpPr>
        <p:spPr>
          <a:xfrm flipH="1">
            <a:off x="2562466" y="3314768"/>
            <a:ext cx="7268628" cy="7266521"/>
          </a:xfrm>
          <a:prstGeom prst="blockArc">
            <a:avLst>
              <a:gd name="adj1" fmla="val 13574764"/>
              <a:gd name="adj2" fmla="val 16200029"/>
              <a:gd name="adj3" fmla="val 882"/>
            </a:avLst>
          </a:pr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tx1"/>
              </a:solidFill>
            </a:endParaRPr>
          </a:p>
        </p:txBody>
      </p:sp>
      <p:sp>
        <p:nvSpPr>
          <p:cNvPr id="8" name="Freeform 5"/>
          <p:cNvSpPr>
            <a:spLocks/>
          </p:cNvSpPr>
          <p:nvPr/>
        </p:nvSpPr>
        <p:spPr bwMode="auto">
          <a:xfrm rot="16200000">
            <a:off x="2990056" y="4988719"/>
            <a:ext cx="2060575" cy="1677988"/>
          </a:xfrm>
          <a:custGeom>
            <a:avLst/>
            <a:gdLst>
              <a:gd name="T0" fmla="*/ 5408 w 5408"/>
              <a:gd name="T1" fmla="*/ 2240 h 4404"/>
              <a:gd name="T2" fmla="*/ 0 w 5408"/>
              <a:gd name="T3" fmla="*/ 0 h 4404"/>
              <a:gd name="T4" fmla="*/ 0 w 5408"/>
              <a:gd name="T5" fmla="*/ 3059 h 4404"/>
              <a:gd name="T6" fmla="*/ 3245 w 5408"/>
              <a:gd name="T7" fmla="*/ 4404 h 4404"/>
              <a:gd name="T8" fmla="*/ 5408 w 5408"/>
              <a:gd name="T9" fmla="*/ 2240 h 4404"/>
            </a:gdLst>
            <a:ahLst/>
            <a:cxnLst>
              <a:cxn ang="0">
                <a:pos x="T0" y="T1"/>
              </a:cxn>
              <a:cxn ang="0">
                <a:pos x="T2" y="T3"/>
              </a:cxn>
              <a:cxn ang="0">
                <a:pos x="T4" y="T5"/>
              </a:cxn>
              <a:cxn ang="0">
                <a:pos x="T6" y="T7"/>
              </a:cxn>
              <a:cxn ang="0">
                <a:pos x="T8" y="T9"/>
              </a:cxn>
            </a:cxnLst>
            <a:rect l="0" t="0" r="r" b="b"/>
            <a:pathLst>
              <a:path w="5408" h="4404">
                <a:moveTo>
                  <a:pt x="5408" y="2240"/>
                </a:moveTo>
                <a:cubicBezTo>
                  <a:pt x="3974" y="806"/>
                  <a:pt x="2029" y="0"/>
                  <a:pt x="0" y="0"/>
                </a:cubicBezTo>
                <a:lnTo>
                  <a:pt x="0" y="3059"/>
                </a:lnTo>
                <a:cubicBezTo>
                  <a:pt x="1217" y="3059"/>
                  <a:pt x="2384" y="3543"/>
                  <a:pt x="3245" y="4404"/>
                </a:cubicBezTo>
                <a:lnTo>
                  <a:pt x="5408" y="2240"/>
                </a:lnTo>
                <a:close/>
              </a:path>
            </a:pathLst>
          </a:custGeom>
          <a:solidFill>
            <a:srgbClr val="F8841D"/>
          </a:solidFill>
          <a:ln w="28575">
            <a:solidFill>
              <a:schemeClr val="bg1"/>
            </a:solidFill>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 name="Freeform 7"/>
          <p:cNvSpPr>
            <a:spLocks/>
          </p:cNvSpPr>
          <p:nvPr/>
        </p:nvSpPr>
        <p:spPr bwMode="auto">
          <a:xfrm rot="16200000">
            <a:off x="4226719" y="3752056"/>
            <a:ext cx="1677988" cy="2060575"/>
          </a:xfrm>
          <a:custGeom>
            <a:avLst/>
            <a:gdLst>
              <a:gd name="T0" fmla="*/ 4404 w 4404"/>
              <a:gd name="T1" fmla="*/ 5409 h 5409"/>
              <a:gd name="T2" fmla="*/ 2163 w 4404"/>
              <a:gd name="T3" fmla="*/ 0 h 5409"/>
              <a:gd name="T4" fmla="*/ 0 w 4404"/>
              <a:gd name="T5" fmla="*/ 2164 h 5409"/>
              <a:gd name="T6" fmla="*/ 1344 w 4404"/>
              <a:gd name="T7" fmla="*/ 5409 h 5409"/>
              <a:gd name="T8" fmla="*/ 4404 w 4404"/>
              <a:gd name="T9" fmla="*/ 5409 h 5409"/>
            </a:gdLst>
            <a:ahLst/>
            <a:cxnLst>
              <a:cxn ang="0">
                <a:pos x="T0" y="T1"/>
              </a:cxn>
              <a:cxn ang="0">
                <a:pos x="T2" y="T3"/>
              </a:cxn>
              <a:cxn ang="0">
                <a:pos x="T4" y="T5"/>
              </a:cxn>
              <a:cxn ang="0">
                <a:pos x="T6" y="T7"/>
              </a:cxn>
              <a:cxn ang="0">
                <a:pos x="T8" y="T9"/>
              </a:cxn>
            </a:cxnLst>
            <a:rect l="0" t="0" r="r" b="b"/>
            <a:pathLst>
              <a:path w="4404" h="5409">
                <a:moveTo>
                  <a:pt x="4404" y="5409"/>
                </a:moveTo>
                <a:cubicBezTo>
                  <a:pt x="4404" y="3380"/>
                  <a:pt x="3598" y="1435"/>
                  <a:pt x="2163" y="0"/>
                </a:cubicBezTo>
                <a:lnTo>
                  <a:pt x="0" y="2164"/>
                </a:lnTo>
                <a:cubicBezTo>
                  <a:pt x="861" y="3024"/>
                  <a:pt x="1344" y="4191"/>
                  <a:pt x="1344" y="5409"/>
                </a:cubicBezTo>
                <a:lnTo>
                  <a:pt x="4404" y="5409"/>
                </a:lnTo>
                <a:close/>
              </a:path>
            </a:pathLst>
          </a:custGeom>
          <a:solidFill>
            <a:srgbClr val="546E7A"/>
          </a:solidFill>
          <a:ln w="28575">
            <a:solidFill>
              <a:schemeClr val="bg1"/>
            </a:solidFill>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0" name="Freeform 9"/>
          <p:cNvSpPr>
            <a:spLocks/>
          </p:cNvSpPr>
          <p:nvPr/>
        </p:nvSpPr>
        <p:spPr bwMode="auto">
          <a:xfrm rot="16200000">
            <a:off x="6287293" y="3752056"/>
            <a:ext cx="1677988" cy="2060575"/>
          </a:xfrm>
          <a:custGeom>
            <a:avLst/>
            <a:gdLst>
              <a:gd name="T0" fmla="*/ 2163 w 4404"/>
              <a:gd name="T1" fmla="*/ 5408 h 5408"/>
              <a:gd name="T2" fmla="*/ 4404 w 4404"/>
              <a:gd name="T3" fmla="*/ 0 h 5408"/>
              <a:gd name="T4" fmla="*/ 1344 w 4404"/>
              <a:gd name="T5" fmla="*/ 0 h 5408"/>
              <a:gd name="T6" fmla="*/ 0 w 4404"/>
              <a:gd name="T7" fmla="*/ 3245 h 5408"/>
              <a:gd name="T8" fmla="*/ 2163 w 4404"/>
              <a:gd name="T9" fmla="*/ 5408 h 5408"/>
            </a:gdLst>
            <a:ahLst/>
            <a:cxnLst>
              <a:cxn ang="0">
                <a:pos x="T0" y="T1"/>
              </a:cxn>
              <a:cxn ang="0">
                <a:pos x="T2" y="T3"/>
              </a:cxn>
              <a:cxn ang="0">
                <a:pos x="T4" y="T5"/>
              </a:cxn>
              <a:cxn ang="0">
                <a:pos x="T6" y="T7"/>
              </a:cxn>
              <a:cxn ang="0">
                <a:pos x="T8" y="T9"/>
              </a:cxn>
            </a:cxnLst>
            <a:rect l="0" t="0" r="r" b="b"/>
            <a:pathLst>
              <a:path w="4404" h="5408">
                <a:moveTo>
                  <a:pt x="2163" y="5408"/>
                </a:moveTo>
                <a:cubicBezTo>
                  <a:pt x="3598" y="3974"/>
                  <a:pt x="4404" y="2028"/>
                  <a:pt x="4404" y="0"/>
                </a:cubicBezTo>
                <a:lnTo>
                  <a:pt x="1344" y="0"/>
                </a:lnTo>
                <a:cubicBezTo>
                  <a:pt x="1344" y="1217"/>
                  <a:pt x="861" y="2384"/>
                  <a:pt x="0" y="3245"/>
                </a:cubicBezTo>
                <a:lnTo>
                  <a:pt x="2163" y="5408"/>
                </a:lnTo>
                <a:close/>
              </a:path>
            </a:pathLst>
          </a:custGeom>
          <a:solidFill>
            <a:srgbClr val="5EC6D3"/>
          </a:solidFill>
          <a:ln w="28575">
            <a:solidFill>
              <a:schemeClr val="bg1"/>
            </a:solidFill>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1" name="Freeform 11"/>
          <p:cNvSpPr>
            <a:spLocks/>
          </p:cNvSpPr>
          <p:nvPr/>
        </p:nvSpPr>
        <p:spPr bwMode="auto">
          <a:xfrm rot="16200000">
            <a:off x="7141370" y="4988719"/>
            <a:ext cx="2060575" cy="1677988"/>
          </a:xfrm>
          <a:custGeom>
            <a:avLst/>
            <a:gdLst>
              <a:gd name="T0" fmla="*/ 0 w 5408"/>
              <a:gd name="T1" fmla="*/ 4403 h 4403"/>
              <a:gd name="T2" fmla="*/ 5408 w 5408"/>
              <a:gd name="T3" fmla="*/ 2163 h 4403"/>
              <a:gd name="T4" fmla="*/ 3245 w 5408"/>
              <a:gd name="T5" fmla="*/ 0 h 4403"/>
              <a:gd name="T6" fmla="*/ 0 w 5408"/>
              <a:gd name="T7" fmla="*/ 1344 h 4403"/>
              <a:gd name="T8" fmla="*/ 0 w 5408"/>
              <a:gd name="T9" fmla="*/ 4403 h 4403"/>
            </a:gdLst>
            <a:ahLst/>
            <a:cxnLst>
              <a:cxn ang="0">
                <a:pos x="T0" y="T1"/>
              </a:cxn>
              <a:cxn ang="0">
                <a:pos x="T2" y="T3"/>
              </a:cxn>
              <a:cxn ang="0">
                <a:pos x="T4" y="T5"/>
              </a:cxn>
              <a:cxn ang="0">
                <a:pos x="T6" y="T7"/>
              </a:cxn>
              <a:cxn ang="0">
                <a:pos x="T8" y="T9"/>
              </a:cxn>
            </a:cxnLst>
            <a:rect l="0" t="0" r="r" b="b"/>
            <a:pathLst>
              <a:path w="5408" h="4403">
                <a:moveTo>
                  <a:pt x="0" y="4403"/>
                </a:moveTo>
                <a:cubicBezTo>
                  <a:pt x="2029" y="4403"/>
                  <a:pt x="3974" y="3597"/>
                  <a:pt x="5408" y="2163"/>
                </a:cubicBezTo>
                <a:lnTo>
                  <a:pt x="3245" y="0"/>
                </a:lnTo>
                <a:cubicBezTo>
                  <a:pt x="2384" y="860"/>
                  <a:pt x="1217" y="1344"/>
                  <a:pt x="0" y="1344"/>
                </a:cubicBezTo>
                <a:lnTo>
                  <a:pt x="0" y="4403"/>
                </a:lnTo>
                <a:close/>
              </a:path>
            </a:pathLst>
          </a:custGeom>
          <a:solidFill>
            <a:srgbClr val="F26D64"/>
          </a:solidFill>
          <a:ln w="28575">
            <a:solidFill>
              <a:schemeClr val="bg1"/>
            </a:solidFill>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3" name="矩形 12"/>
          <p:cNvSpPr/>
          <p:nvPr/>
        </p:nvSpPr>
        <p:spPr>
          <a:xfrm rot="20389799">
            <a:off x="4291635" y="4809549"/>
            <a:ext cx="2453518" cy="1587523"/>
          </a:xfrm>
          <a:prstGeom prst="rect">
            <a:avLst/>
          </a:prstGeom>
          <a:effectLst/>
        </p:spPr>
        <p:txBody>
          <a:bodyPr spcFirstLastPara="1" wrap="none">
            <a:prstTxWarp prst="textArchUp">
              <a:avLst>
                <a:gd name="adj" fmla="val 14252427"/>
              </a:avLst>
            </a:prstTxWarp>
            <a:spAutoFit/>
          </a:bodyPr>
          <a:lstStyle/>
          <a:p>
            <a:pPr defTabSz="914400">
              <a:defRPr/>
            </a:pPr>
            <a:r>
              <a:rPr lang="zh-CN" altLang="en-US" sz="2400" dirty="0">
                <a:solidFill>
                  <a:schemeClr val="bg1"/>
                </a:solidFill>
              </a:rPr>
              <a:t>添加标题</a:t>
            </a:r>
          </a:p>
        </p:txBody>
      </p:sp>
      <p:sp>
        <p:nvSpPr>
          <p:cNvPr id="14" name="矩形 13"/>
          <p:cNvSpPr/>
          <p:nvPr/>
        </p:nvSpPr>
        <p:spPr>
          <a:xfrm rot="1403198">
            <a:off x="5423068" y="4834897"/>
            <a:ext cx="2453518" cy="1587523"/>
          </a:xfrm>
          <a:prstGeom prst="rect">
            <a:avLst/>
          </a:prstGeom>
          <a:effectLst/>
        </p:spPr>
        <p:txBody>
          <a:bodyPr spcFirstLastPara="1" wrap="none">
            <a:prstTxWarp prst="textArchUp">
              <a:avLst>
                <a:gd name="adj" fmla="val 14264338"/>
              </a:avLst>
            </a:prstTxWarp>
            <a:spAutoFit/>
          </a:bodyPr>
          <a:lstStyle/>
          <a:p>
            <a:pPr defTabSz="914400">
              <a:defRPr/>
            </a:pPr>
            <a:r>
              <a:rPr lang="zh-CN" altLang="en-US" sz="2400" dirty="0">
                <a:solidFill>
                  <a:schemeClr val="bg1"/>
                </a:solidFill>
              </a:rPr>
              <a:t>添加标题</a:t>
            </a:r>
          </a:p>
        </p:txBody>
      </p:sp>
      <p:sp>
        <p:nvSpPr>
          <p:cNvPr id="15" name="矩形 14"/>
          <p:cNvSpPr/>
          <p:nvPr/>
        </p:nvSpPr>
        <p:spPr>
          <a:xfrm rot="4176124">
            <a:off x="6219267" y="5584541"/>
            <a:ext cx="2453518" cy="1587523"/>
          </a:xfrm>
          <a:prstGeom prst="rect">
            <a:avLst/>
          </a:prstGeom>
          <a:effectLst/>
        </p:spPr>
        <p:txBody>
          <a:bodyPr spcFirstLastPara="1" wrap="none">
            <a:prstTxWarp prst="textArchUp">
              <a:avLst>
                <a:gd name="adj" fmla="val 14332926"/>
              </a:avLst>
            </a:prstTxWarp>
            <a:spAutoFit/>
          </a:bodyPr>
          <a:lstStyle/>
          <a:p>
            <a:pPr defTabSz="914400">
              <a:defRPr/>
            </a:pPr>
            <a:r>
              <a:rPr lang="zh-CN" altLang="en-US" sz="2400" dirty="0">
                <a:solidFill>
                  <a:schemeClr val="bg1"/>
                </a:solidFill>
              </a:rPr>
              <a:t>添加标题</a:t>
            </a:r>
          </a:p>
        </p:txBody>
      </p:sp>
      <p:sp>
        <p:nvSpPr>
          <p:cNvPr id="16" name="矩形 15"/>
          <p:cNvSpPr/>
          <p:nvPr/>
        </p:nvSpPr>
        <p:spPr>
          <a:xfrm rot="17333166">
            <a:off x="3519216" y="5579006"/>
            <a:ext cx="2453518" cy="1587523"/>
          </a:xfrm>
          <a:prstGeom prst="rect">
            <a:avLst/>
          </a:prstGeom>
          <a:effectLst/>
        </p:spPr>
        <p:txBody>
          <a:bodyPr spcFirstLastPara="1" wrap="none">
            <a:prstTxWarp prst="textArchUp">
              <a:avLst>
                <a:gd name="adj" fmla="val 14277961"/>
              </a:avLst>
            </a:prstTxWarp>
            <a:spAutoFit/>
          </a:bodyPr>
          <a:lstStyle/>
          <a:p>
            <a:pPr defTabSz="914400">
              <a:defRPr/>
            </a:pPr>
            <a:r>
              <a:rPr lang="zh-CN" altLang="en-US" sz="2400" b="1" dirty="0">
                <a:solidFill>
                  <a:schemeClr val="bg1"/>
                </a:solidFill>
                <a:latin typeface="微软雅黑" pitchFamily="34" charset="-122"/>
                <a:ea typeface="微软雅黑" pitchFamily="34" charset="-122"/>
              </a:rPr>
              <a:t> 添加标题</a:t>
            </a:r>
            <a:endParaRPr lang="zh-CN" altLang="en-US" sz="2400" dirty="0">
              <a:solidFill>
                <a:schemeClr val="bg1"/>
              </a:solidFill>
            </a:endParaRPr>
          </a:p>
        </p:txBody>
      </p:sp>
      <p:sp>
        <p:nvSpPr>
          <p:cNvPr id="17" name="矩形 39"/>
          <p:cNvSpPr/>
          <p:nvPr/>
        </p:nvSpPr>
        <p:spPr>
          <a:xfrm>
            <a:off x="0" y="203088"/>
            <a:ext cx="2492990"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目录</a:t>
            </a:r>
            <a:endParaRPr lang="zh-CN" altLang="zh-CN" sz="2800" b="1" dirty="0">
              <a:solidFill>
                <a:schemeClr val="tx1">
                  <a:lumMod val="65000"/>
                  <a:lumOff val="35000"/>
                </a:schemeClr>
              </a:solidFill>
            </a:endParaRPr>
          </a:p>
        </p:txBody>
      </p:sp>
      <p:sp>
        <p:nvSpPr>
          <p:cNvPr id="19" name="文本框 18"/>
          <p:cNvSpPr txBox="1"/>
          <p:nvPr/>
        </p:nvSpPr>
        <p:spPr>
          <a:xfrm>
            <a:off x="5037795" y="6200583"/>
            <a:ext cx="2116411" cy="53553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单击添加标题</a:t>
            </a:r>
            <a:endParaRPr lang="en-US" altLang="zh-CN" sz="2400" b="1" dirty="0">
              <a:solidFill>
                <a:schemeClr val="tx1">
                  <a:lumMod val="65000"/>
                  <a:lumOff val="35000"/>
                </a:schemeClr>
              </a:solidFill>
            </a:endParaRPr>
          </a:p>
        </p:txBody>
      </p:sp>
      <p:sp>
        <p:nvSpPr>
          <p:cNvPr id="20" name="Freeform 43"/>
          <p:cNvSpPr>
            <a:spLocks noEditPoints="1"/>
          </p:cNvSpPr>
          <p:nvPr/>
        </p:nvSpPr>
        <p:spPr bwMode="auto">
          <a:xfrm>
            <a:off x="5544497" y="5245793"/>
            <a:ext cx="1100044" cy="906499"/>
          </a:xfrm>
          <a:custGeom>
            <a:avLst/>
            <a:gdLst>
              <a:gd name="T0" fmla="*/ 427 w 471"/>
              <a:gd name="T1" fmla="*/ 128 h 388"/>
              <a:gd name="T2" fmla="*/ 401 w 471"/>
              <a:gd name="T3" fmla="*/ 155 h 388"/>
              <a:gd name="T4" fmla="*/ 427 w 471"/>
              <a:gd name="T5" fmla="*/ 181 h 388"/>
              <a:gd name="T6" fmla="*/ 454 w 471"/>
              <a:gd name="T7" fmla="*/ 155 h 388"/>
              <a:gd name="T8" fmla="*/ 427 w 471"/>
              <a:gd name="T9" fmla="*/ 128 h 388"/>
              <a:gd name="T10" fmla="*/ 44 w 471"/>
              <a:gd name="T11" fmla="*/ 128 h 388"/>
              <a:gd name="T12" fmla="*/ 18 w 471"/>
              <a:gd name="T13" fmla="*/ 155 h 388"/>
              <a:gd name="T14" fmla="*/ 44 w 471"/>
              <a:gd name="T15" fmla="*/ 181 h 388"/>
              <a:gd name="T16" fmla="*/ 71 w 471"/>
              <a:gd name="T17" fmla="*/ 155 h 388"/>
              <a:gd name="T18" fmla="*/ 44 w 471"/>
              <a:gd name="T19" fmla="*/ 128 h 388"/>
              <a:gd name="T20" fmla="*/ 348 w 471"/>
              <a:gd name="T21" fmla="*/ 80 h 388"/>
              <a:gd name="T22" fmla="*/ 309 w 471"/>
              <a:gd name="T23" fmla="*/ 119 h 388"/>
              <a:gd name="T24" fmla="*/ 348 w 471"/>
              <a:gd name="T25" fmla="*/ 159 h 388"/>
              <a:gd name="T26" fmla="*/ 388 w 471"/>
              <a:gd name="T27" fmla="*/ 119 h 388"/>
              <a:gd name="T28" fmla="*/ 348 w 471"/>
              <a:gd name="T29" fmla="*/ 80 h 388"/>
              <a:gd name="T30" fmla="*/ 471 w 471"/>
              <a:gd name="T31" fmla="*/ 321 h 388"/>
              <a:gd name="T32" fmla="*/ 426 w 471"/>
              <a:gd name="T33" fmla="*/ 321 h 388"/>
              <a:gd name="T34" fmla="*/ 426 w 471"/>
              <a:gd name="T35" fmla="*/ 238 h 388"/>
              <a:gd name="T36" fmla="*/ 415 w 471"/>
              <a:gd name="T37" fmla="*/ 198 h 388"/>
              <a:gd name="T38" fmla="*/ 427 w 471"/>
              <a:gd name="T39" fmla="*/ 197 h 388"/>
              <a:gd name="T40" fmla="*/ 471 w 471"/>
              <a:gd name="T41" fmla="*/ 240 h 388"/>
              <a:gd name="T42" fmla="*/ 471 w 471"/>
              <a:gd name="T43" fmla="*/ 321 h 388"/>
              <a:gd name="T44" fmla="*/ 124 w 471"/>
              <a:gd name="T45" fmla="*/ 80 h 388"/>
              <a:gd name="T46" fmla="*/ 84 w 471"/>
              <a:gd name="T47" fmla="*/ 119 h 388"/>
              <a:gd name="T48" fmla="*/ 124 w 471"/>
              <a:gd name="T49" fmla="*/ 159 h 388"/>
              <a:gd name="T50" fmla="*/ 163 w 471"/>
              <a:gd name="T51" fmla="*/ 119 h 388"/>
              <a:gd name="T52" fmla="*/ 124 w 471"/>
              <a:gd name="T53" fmla="*/ 80 h 388"/>
              <a:gd name="T54" fmla="*/ 44 w 471"/>
              <a:gd name="T55" fmla="*/ 197 h 388"/>
              <a:gd name="T56" fmla="*/ 57 w 471"/>
              <a:gd name="T57" fmla="*/ 198 h 388"/>
              <a:gd name="T58" fmla="*/ 46 w 471"/>
              <a:gd name="T59" fmla="*/ 238 h 388"/>
              <a:gd name="T60" fmla="*/ 46 w 471"/>
              <a:gd name="T61" fmla="*/ 321 h 388"/>
              <a:gd name="T62" fmla="*/ 0 w 471"/>
              <a:gd name="T63" fmla="*/ 321 h 388"/>
              <a:gd name="T64" fmla="*/ 0 w 471"/>
              <a:gd name="T65" fmla="*/ 240 h 388"/>
              <a:gd name="T66" fmla="*/ 44 w 471"/>
              <a:gd name="T67" fmla="*/ 197 h 388"/>
              <a:gd name="T68" fmla="*/ 236 w 471"/>
              <a:gd name="T69" fmla="*/ 0 h 388"/>
              <a:gd name="T70" fmla="*/ 177 w 471"/>
              <a:gd name="T71" fmla="*/ 59 h 388"/>
              <a:gd name="T72" fmla="*/ 236 w 471"/>
              <a:gd name="T73" fmla="*/ 118 h 388"/>
              <a:gd name="T74" fmla="*/ 294 w 471"/>
              <a:gd name="T75" fmla="*/ 59 h 388"/>
              <a:gd name="T76" fmla="*/ 236 w 471"/>
              <a:gd name="T77" fmla="*/ 0 h 388"/>
              <a:gd name="T78" fmla="*/ 412 w 471"/>
              <a:gd name="T79" fmla="*/ 352 h 388"/>
              <a:gd name="T80" fmla="*/ 342 w 471"/>
              <a:gd name="T81" fmla="*/ 352 h 388"/>
              <a:gd name="T82" fmla="*/ 342 w 471"/>
              <a:gd name="T83" fmla="*/ 225 h 388"/>
              <a:gd name="T84" fmla="*/ 330 w 471"/>
              <a:gd name="T85" fmla="*/ 177 h 388"/>
              <a:gd name="T86" fmla="*/ 348 w 471"/>
              <a:gd name="T87" fmla="*/ 174 h 388"/>
              <a:gd name="T88" fmla="*/ 412 w 471"/>
              <a:gd name="T89" fmla="*/ 238 h 388"/>
              <a:gd name="T90" fmla="*/ 412 w 471"/>
              <a:gd name="T91" fmla="*/ 352 h 388"/>
              <a:gd name="T92" fmla="*/ 129 w 471"/>
              <a:gd name="T93" fmla="*/ 225 h 388"/>
              <a:gd name="T94" fmla="*/ 129 w 471"/>
              <a:gd name="T95" fmla="*/ 352 h 388"/>
              <a:gd name="T96" fmla="*/ 60 w 471"/>
              <a:gd name="T97" fmla="*/ 352 h 388"/>
              <a:gd name="T98" fmla="*/ 60 w 471"/>
              <a:gd name="T99" fmla="*/ 238 h 388"/>
              <a:gd name="T100" fmla="*/ 124 w 471"/>
              <a:gd name="T101" fmla="*/ 174 h 388"/>
              <a:gd name="T102" fmla="*/ 141 w 471"/>
              <a:gd name="T103" fmla="*/ 177 h 388"/>
              <a:gd name="T104" fmla="*/ 129 w 471"/>
              <a:gd name="T105" fmla="*/ 225 h 388"/>
              <a:gd name="T106" fmla="*/ 144 w 471"/>
              <a:gd name="T107" fmla="*/ 388 h 388"/>
              <a:gd name="T108" fmla="*/ 328 w 471"/>
              <a:gd name="T109" fmla="*/ 388 h 388"/>
              <a:gd name="T110" fmla="*/ 328 w 471"/>
              <a:gd name="T111" fmla="*/ 225 h 388"/>
              <a:gd name="T112" fmla="*/ 236 w 471"/>
              <a:gd name="T113" fmla="*/ 133 h 388"/>
              <a:gd name="T114" fmla="*/ 144 w 471"/>
              <a:gd name="T115" fmla="*/ 225 h 388"/>
              <a:gd name="T116" fmla="*/ 144 w 471"/>
              <a:gd name="T117" fmla="*/ 388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71" h="388">
                <a:moveTo>
                  <a:pt x="427" y="128"/>
                </a:moveTo>
                <a:cubicBezTo>
                  <a:pt x="413" y="128"/>
                  <a:pt x="401" y="140"/>
                  <a:pt x="401" y="155"/>
                </a:cubicBezTo>
                <a:cubicBezTo>
                  <a:pt x="401" y="169"/>
                  <a:pt x="413" y="181"/>
                  <a:pt x="427" y="181"/>
                </a:cubicBezTo>
                <a:cubicBezTo>
                  <a:pt x="442" y="181"/>
                  <a:pt x="454" y="169"/>
                  <a:pt x="454" y="155"/>
                </a:cubicBezTo>
                <a:cubicBezTo>
                  <a:pt x="454" y="140"/>
                  <a:pt x="442" y="128"/>
                  <a:pt x="427" y="128"/>
                </a:cubicBezTo>
                <a:close/>
                <a:moveTo>
                  <a:pt x="44" y="128"/>
                </a:moveTo>
                <a:cubicBezTo>
                  <a:pt x="30" y="128"/>
                  <a:pt x="18" y="140"/>
                  <a:pt x="18" y="155"/>
                </a:cubicBezTo>
                <a:cubicBezTo>
                  <a:pt x="18" y="169"/>
                  <a:pt x="30" y="181"/>
                  <a:pt x="44" y="181"/>
                </a:cubicBezTo>
                <a:cubicBezTo>
                  <a:pt x="59" y="181"/>
                  <a:pt x="71" y="169"/>
                  <a:pt x="71" y="155"/>
                </a:cubicBezTo>
                <a:cubicBezTo>
                  <a:pt x="71" y="140"/>
                  <a:pt x="59" y="128"/>
                  <a:pt x="44" y="128"/>
                </a:cubicBezTo>
                <a:close/>
                <a:moveTo>
                  <a:pt x="348" y="80"/>
                </a:moveTo>
                <a:cubicBezTo>
                  <a:pt x="326" y="80"/>
                  <a:pt x="309" y="97"/>
                  <a:pt x="309" y="119"/>
                </a:cubicBezTo>
                <a:cubicBezTo>
                  <a:pt x="309" y="141"/>
                  <a:pt x="326" y="159"/>
                  <a:pt x="348" y="159"/>
                </a:cubicBezTo>
                <a:cubicBezTo>
                  <a:pt x="370" y="159"/>
                  <a:pt x="388" y="141"/>
                  <a:pt x="388" y="119"/>
                </a:cubicBezTo>
                <a:cubicBezTo>
                  <a:pt x="388" y="97"/>
                  <a:pt x="370" y="80"/>
                  <a:pt x="348" y="80"/>
                </a:cubicBezTo>
                <a:close/>
                <a:moveTo>
                  <a:pt x="471" y="321"/>
                </a:moveTo>
                <a:cubicBezTo>
                  <a:pt x="426" y="321"/>
                  <a:pt x="426" y="321"/>
                  <a:pt x="426" y="321"/>
                </a:cubicBezTo>
                <a:cubicBezTo>
                  <a:pt x="426" y="238"/>
                  <a:pt x="426" y="238"/>
                  <a:pt x="426" y="238"/>
                </a:cubicBezTo>
                <a:cubicBezTo>
                  <a:pt x="426" y="223"/>
                  <a:pt x="422" y="210"/>
                  <a:pt x="415" y="198"/>
                </a:cubicBezTo>
                <a:cubicBezTo>
                  <a:pt x="419" y="197"/>
                  <a:pt x="423" y="197"/>
                  <a:pt x="427" y="197"/>
                </a:cubicBezTo>
                <a:cubicBezTo>
                  <a:pt x="452" y="197"/>
                  <a:pt x="471" y="216"/>
                  <a:pt x="471" y="240"/>
                </a:cubicBezTo>
                <a:lnTo>
                  <a:pt x="471" y="321"/>
                </a:lnTo>
                <a:close/>
                <a:moveTo>
                  <a:pt x="124" y="80"/>
                </a:moveTo>
                <a:cubicBezTo>
                  <a:pt x="102" y="80"/>
                  <a:pt x="84" y="97"/>
                  <a:pt x="84" y="119"/>
                </a:cubicBezTo>
                <a:cubicBezTo>
                  <a:pt x="84" y="141"/>
                  <a:pt x="102" y="159"/>
                  <a:pt x="124" y="159"/>
                </a:cubicBezTo>
                <a:cubicBezTo>
                  <a:pt x="145" y="159"/>
                  <a:pt x="163" y="141"/>
                  <a:pt x="163" y="119"/>
                </a:cubicBezTo>
                <a:cubicBezTo>
                  <a:pt x="163" y="97"/>
                  <a:pt x="145" y="80"/>
                  <a:pt x="124" y="80"/>
                </a:cubicBezTo>
                <a:close/>
                <a:moveTo>
                  <a:pt x="44" y="197"/>
                </a:moveTo>
                <a:cubicBezTo>
                  <a:pt x="49" y="197"/>
                  <a:pt x="53" y="197"/>
                  <a:pt x="57" y="198"/>
                </a:cubicBezTo>
                <a:cubicBezTo>
                  <a:pt x="50" y="210"/>
                  <a:pt x="46" y="223"/>
                  <a:pt x="46" y="238"/>
                </a:cubicBezTo>
                <a:cubicBezTo>
                  <a:pt x="46" y="321"/>
                  <a:pt x="46" y="321"/>
                  <a:pt x="46" y="321"/>
                </a:cubicBezTo>
                <a:cubicBezTo>
                  <a:pt x="0" y="321"/>
                  <a:pt x="0" y="321"/>
                  <a:pt x="0" y="321"/>
                </a:cubicBezTo>
                <a:cubicBezTo>
                  <a:pt x="0" y="240"/>
                  <a:pt x="0" y="240"/>
                  <a:pt x="0" y="240"/>
                </a:cubicBezTo>
                <a:cubicBezTo>
                  <a:pt x="0" y="216"/>
                  <a:pt x="20" y="197"/>
                  <a:pt x="44" y="197"/>
                </a:cubicBezTo>
                <a:close/>
                <a:moveTo>
                  <a:pt x="236" y="0"/>
                </a:moveTo>
                <a:cubicBezTo>
                  <a:pt x="204" y="0"/>
                  <a:pt x="177" y="27"/>
                  <a:pt x="177" y="59"/>
                </a:cubicBezTo>
                <a:cubicBezTo>
                  <a:pt x="177" y="91"/>
                  <a:pt x="203" y="118"/>
                  <a:pt x="236" y="118"/>
                </a:cubicBezTo>
                <a:cubicBezTo>
                  <a:pt x="268" y="118"/>
                  <a:pt x="294" y="91"/>
                  <a:pt x="294" y="59"/>
                </a:cubicBezTo>
                <a:cubicBezTo>
                  <a:pt x="295" y="27"/>
                  <a:pt x="268" y="0"/>
                  <a:pt x="236" y="0"/>
                </a:cubicBezTo>
                <a:close/>
                <a:moveTo>
                  <a:pt x="412" y="352"/>
                </a:moveTo>
                <a:cubicBezTo>
                  <a:pt x="342" y="352"/>
                  <a:pt x="342" y="352"/>
                  <a:pt x="342" y="352"/>
                </a:cubicBezTo>
                <a:cubicBezTo>
                  <a:pt x="342" y="225"/>
                  <a:pt x="342" y="225"/>
                  <a:pt x="342" y="225"/>
                </a:cubicBezTo>
                <a:cubicBezTo>
                  <a:pt x="342" y="208"/>
                  <a:pt x="338" y="192"/>
                  <a:pt x="330" y="177"/>
                </a:cubicBezTo>
                <a:cubicBezTo>
                  <a:pt x="336" y="175"/>
                  <a:pt x="342" y="174"/>
                  <a:pt x="348" y="174"/>
                </a:cubicBezTo>
                <a:cubicBezTo>
                  <a:pt x="383" y="174"/>
                  <a:pt x="412" y="203"/>
                  <a:pt x="412" y="238"/>
                </a:cubicBezTo>
                <a:lnTo>
                  <a:pt x="412" y="352"/>
                </a:lnTo>
                <a:close/>
                <a:moveTo>
                  <a:pt x="129" y="225"/>
                </a:moveTo>
                <a:cubicBezTo>
                  <a:pt x="129" y="352"/>
                  <a:pt x="129" y="352"/>
                  <a:pt x="129" y="352"/>
                </a:cubicBezTo>
                <a:cubicBezTo>
                  <a:pt x="60" y="352"/>
                  <a:pt x="60" y="352"/>
                  <a:pt x="60" y="352"/>
                </a:cubicBezTo>
                <a:cubicBezTo>
                  <a:pt x="60" y="238"/>
                  <a:pt x="60" y="238"/>
                  <a:pt x="60" y="238"/>
                </a:cubicBezTo>
                <a:cubicBezTo>
                  <a:pt x="60" y="203"/>
                  <a:pt x="89" y="174"/>
                  <a:pt x="124" y="174"/>
                </a:cubicBezTo>
                <a:cubicBezTo>
                  <a:pt x="130" y="174"/>
                  <a:pt x="136" y="175"/>
                  <a:pt x="141" y="177"/>
                </a:cubicBezTo>
                <a:cubicBezTo>
                  <a:pt x="134" y="192"/>
                  <a:pt x="129" y="208"/>
                  <a:pt x="129" y="225"/>
                </a:cubicBezTo>
                <a:close/>
                <a:moveTo>
                  <a:pt x="144" y="388"/>
                </a:moveTo>
                <a:cubicBezTo>
                  <a:pt x="328" y="388"/>
                  <a:pt x="328" y="388"/>
                  <a:pt x="328" y="388"/>
                </a:cubicBezTo>
                <a:cubicBezTo>
                  <a:pt x="328" y="225"/>
                  <a:pt x="328" y="225"/>
                  <a:pt x="328" y="225"/>
                </a:cubicBezTo>
                <a:cubicBezTo>
                  <a:pt x="328" y="175"/>
                  <a:pt x="286" y="133"/>
                  <a:pt x="236" y="133"/>
                </a:cubicBezTo>
                <a:cubicBezTo>
                  <a:pt x="185" y="133"/>
                  <a:pt x="144" y="175"/>
                  <a:pt x="144" y="225"/>
                </a:cubicBezTo>
                <a:lnTo>
                  <a:pt x="144" y="388"/>
                </a:lnTo>
                <a:close/>
              </a:path>
            </a:pathLst>
          </a:custGeom>
          <a:solidFill>
            <a:srgbClr val="3448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矩形 20"/>
          <p:cNvSpPr/>
          <p:nvPr/>
        </p:nvSpPr>
        <p:spPr>
          <a:xfrm>
            <a:off x="518126" y="5243701"/>
            <a:ext cx="1677674" cy="1052596"/>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a:t>
            </a:r>
          </a:p>
        </p:txBody>
      </p:sp>
      <p:sp>
        <p:nvSpPr>
          <p:cNvPr id="22" name="矩形 21"/>
          <p:cNvSpPr/>
          <p:nvPr/>
        </p:nvSpPr>
        <p:spPr>
          <a:xfrm>
            <a:off x="1746001" y="2640352"/>
            <a:ext cx="3258972" cy="732508"/>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a:t>
            </a:r>
          </a:p>
        </p:txBody>
      </p:sp>
      <p:sp>
        <p:nvSpPr>
          <p:cNvPr id="23" name="矩形 22"/>
          <p:cNvSpPr/>
          <p:nvPr/>
        </p:nvSpPr>
        <p:spPr>
          <a:xfrm>
            <a:off x="7187028" y="2630302"/>
            <a:ext cx="3258972" cy="732508"/>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a:t>
            </a:r>
          </a:p>
        </p:txBody>
      </p:sp>
      <p:sp>
        <p:nvSpPr>
          <p:cNvPr id="24" name="矩形 23"/>
          <p:cNvSpPr/>
          <p:nvPr/>
        </p:nvSpPr>
        <p:spPr>
          <a:xfrm>
            <a:off x="9960886" y="5243701"/>
            <a:ext cx="1677674" cy="1052596"/>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a:t>
            </a:r>
          </a:p>
        </p:txBody>
      </p:sp>
      <p:sp>
        <p:nvSpPr>
          <p:cNvPr id="26" name="矩形 25"/>
          <p:cNvSpPr/>
          <p:nvPr/>
        </p:nvSpPr>
        <p:spPr>
          <a:xfrm>
            <a:off x="2808973" y="2177642"/>
            <a:ext cx="2196000" cy="332148"/>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latin typeface="Impact" panose="020B0806030902050204" pitchFamily="34" charset="0"/>
              </a:rPr>
              <a:t>单击添加标题</a:t>
            </a:r>
          </a:p>
        </p:txBody>
      </p:sp>
      <p:sp>
        <p:nvSpPr>
          <p:cNvPr id="27" name="矩形 26"/>
          <p:cNvSpPr/>
          <p:nvPr/>
        </p:nvSpPr>
        <p:spPr>
          <a:xfrm>
            <a:off x="7187028" y="2177642"/>
            <a:ext cx="2196000" cy="332148"/>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latin typeface="Impact" panose="020B0806030902050204" pitchFamily="34" charset="0"/>
              </a:rPr>
              <a:t>单击添加标题</a:t>
            </a:r>
          </a:p>
        </p:txBody>
      </p:sp>
      <p:sp>
        <p:nvSpPr>
          <p:cNvPr id="28" name="矩形 27"/>
          <p:cNvSpPr/>
          <p:nvPr/>
        </p:nvSpPr>
        <p:spPr>
          <a:xfrm>
            <a:off x="577795" y="4797425"/>
            <a:ext cx="2196000" cy="332148"/>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latin typeface="Impact" panose="020B0806030902050204" pitchFamily="34" charset="0"/>
              </a:rPr>
              <a:t>单击添加标题</a:t>
            </a:r>
          </a:p>
        </p:txBody>
      </p:sp>
      <p:sp>
        <p:nvSpPr>
          <p:cNvPr id="29" name="矩形 28"/>
          <p:cNvSpPr/>
          <p:nvPr/>
        </p:nvSpPr>
        <p:spPr>
          <a:xfrm>
            <a:off x="9491170" y="4797425"/>
            <a:ext cx="2196000" cy="332148"/>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latin typeface="Impact" panose="020B0806030902050204" pitchFamily="34" charset="0"/>
              </a:rPr>
              <a:t>单击添加标题</a:t>
            </a:r>
          </a:p>
        </p:txBody>
      </p:sp>
      <p:sp>
        <p:nvSpPr>
          <p:cNvPr id="30" name="文本框 29"/>
          <p:cNvSpPr txBox="1"/>
          <p:nvPr/>
        </p:nvSpPr>
        <p:spPr>
          <a:xfrm>
            <a:off x="4139317" y="1058393"/>
            <a:ext cx="3913366"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31" name="Rectangle 58"/>
          <p:cNvSpPr/>
          <p:nvPr/>
        </p:nvSpPr>
        <p:spPr>
          <a:xfrm>
            <a:off x="3614043" y="1478661"/>
            <a:ext cx="4963915"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单击此处添加副标题</a:t>
            </a:r>
          </a:p>
        </p:txBody>
      </p:sp>
    </p:spTree>
    <p:extLst>
      <p:ext uri="{BB962C8B-B14F-4D97-AF65-F5344CB8AC3E}">
        <p14:creationId xmlns:p14="http://schemas.microsoft.com/office/powerpoint/2010/main" val="1728254520"/>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9"/>
          <p:cNvSpPr>
            <a:spLocks noEditPoints="1"/>
          </p:cNvSpPr>
          <p:nvPr/>
        </p:nvSpPr>
        <p:spPr bwMode="auto">
          <a:xfrm>
            <a:off x="4081258" y="3529523"/>
            <a:ext cx="1915289" cy="2145209"/>
          </a:xfrm>
          <a:custGeom>
            <a:avLst/>
            <a:gdLst>
              <a:gd name="T0" fmla="*/ 0 w 757"/>
              <a:gd name="T1" fmla="*/ 39 h 848"/>
              <a:gd name="T2" fmla="*/ 534 w 757"/>
              <a:gd name="T3" fmla="*/ 728 h 848"/>
              <a:gd name="T4" fmla="*/ 757 w 757"/>
              <a:gd name="T5" fmla="*/ 404 h 848"/>
              <a:gd name="T6" fmla="*/ 687 w 757"/>
              <a:gd name="T7" fmla="*/ 443 h 848"/>
              <a:gd name="T8" fmla="*/ 680 w 757"/>
              <a:gd name="T9" fmla="*/ 473 h 848"/>
              <a:gd name="T10" fmla="*/ 669 w 757"/>
              <a:gd name="T11" fmla="*/ 493 h 848"/>
              <a:gd name="T12" fmla="*/ 649 w 757"/>
              <a:gd name="T13" fmla="*/ 515 h 848"/>
              <a:gd name="T14" fmla="*/ 629 w 757"/>
              <a:gd name="T15" fmla="*/ 528 h 848"/>
              <a:gd name="T16" fmla="*/ 600 w 757"/>
              <a:gd name="T17" fmla="*/ 537 h 848"/>
              <a:gd name="T18" fmla="*/ 577 w 757"/>
              <a:gd name="T19" fmla="*/ 537 h 848"/>
              <a:gd name="T20" fmla="*/ 548 w 757"/>
              <a:gd name="T21" fmla="*/ 531 h 848"/>
              <a:gd name="T22" fmla="*/ 527 w 757"/>
              <a:gd name="T23" fmla="*/ 520 h 848"/>
              <a:gd name="T24" fmla="*/ 505 w 757"/>
              <a:gd name="T25" fmla="*/ 499 h 848"/>
              <a:gd name="T26" fmla="*/ 493 w 757"/>
              <a:gd name="T27" fmla="*/ 480 h 848"/>
              <a:gd name="T28" fmla="*/ 484 w 757"/>
              <a:gd name="T29" fmla="*/ 451 h 848"/>
              <a:gd name="T30" fmla="*/ 483 w 757"/>
              <a:gd name="T31" fmla="*/ 428 h 848"/>
              <a:gd name="T32" fmla="*/ 425 w 757"/>
              <a:gd name="T33" fmla="*/ 381 h 848"/>
              <a:gd name="T34" fmla="*/ 404 w 757"/>
              <a:gd name="T35" fmla="*/ 438 h 848"/>
              <a:gd name="T36" fmla="*/ 356 w 757"/>
              <a:gd name="T37" fmla="*/ 436 h 848"/>
              <a:gd name="T38" fmla="*/ 308 w 757"/>
              <a:gd name="T39" fmla="*/ 475 h 848"/>
              <a:gd name="T40" fmla="*/ 268 w 757"/>
              <a:gd name="T41" fmla="*/ 449 h 848"/>
              <a:gd name="T42" fmla="*/ 207 w 757"/>
              <a:gd name="T43" fmla="*/ 459 h 848"/>
              <a:gd name="T44" fmla="*/ 186 w 757"/>
              <a:gd name="T45" fmla="*/ 416 h 848"/>
              <a:gd name="T46" fmla="*/ 128 w 757"/>
              <a:gd name="T47" fmla="*/ 394 h 848"/>
              <a:gd name="T48" fmla="*/ 130 w 757"/>
              <a:gd name="T49" fmla="*/ 347 h 848"/>
              <a:gd name="T50" fmla="*/ 91 w 757"/>
              <a:gd name="T51" fmla="*/ 299 h 848"/>
              <a:gd name="T52" fmla="*/ 117 w 757"/>
              <a:gd name="T53" fmla="*/ 259 h 848"/>
              <a:gd name="T54" fmla="*/ 108 w 757"/>
              <a:gd name="T55" fmla="*/ 198 h 848"/>
              <a:gd name="T56" fmla="*/ 150 w 757"/>
              <a:gd name="T57" fmla="*/ 176 h 848"/>
              <a:gd name="T58" fmla="*/ 172 w 757"/>
              <a:gd name="T59" fmla="*/ 119 h 848"/>
              <a:gd name="T60" fmla="*/ 220 w 757"/>
              <a:gd name="T61" fmla="*/ 121 h 848"/>
              <a:gd name="T62" fmla="*/ 267 w 757"/>
              <a:gd name="T63" fmla="*/ 82 h 848"/>
              <a:gd name="T64" fmla="*/ 307 w 757"/>
              <a:gd name="T65" fmla="*/ 108 h 848"/>
              <a:gd name="T66" fmla="*/ 368 w 757"/>
              <a:gd name="T67" fmla="*/ 98 h 848"/>
              <a:gd name="T68" fmla="*/ 390 w 757"/>
              <a:gd name="T69" fmla="*/ 141 h 848"/>
              <a:gd name="T70" fmla="*/ 444 w 757"/>
              <a:gd name="T71" fmla="*/ 160 h 848"/>
              <a:gd name="T72" fmla="*/ 460 w 757"/>
              <a:gd name="T73" fmla="*/ 196 h 848"/>
              <a:gd name="T74" fmla="*/ 477 w 757"/>
              <a:gd name="T75" fmla="*/ 249 h 848"/>
              <a:gd name="T76" fmla="*/ 478 w 757"/>
              <a:gd name="T77" fmla="*/ 293 h 848"/>
              <a:gd name="T78" fmla="*/ 516 w 757"/>
              <a:gd name="T79" fmla="*/ 376 h 848"/>
              <a:gd name="T80" fmla="*/ 523 w 757"/>
              <a:gd name="T81" fmla="*/ 350 h 848"/>
              <a:gd name="T82" fmla="*/ 548 w 757"/>
              <a:gd name="T83" fmla="*/ 351 h 848"/>
              <a:gd name="T84" fmla="*/ 574 w 757"/>
              <a:gd name="T85" fmla="*/ 330 h 848"/>
              <a:gd name="T86" fmla="*/ 595 w 757"/>
              <a:gd name="T87" fmla="*/ 344 h 848"/>
              <a:gd name="T88" fmla="*/ 628 w 757"/>
              <a:gd name="T89" fmla="*/ 339 h 848"/>
              <a:gd name="T90" fmla="*/ 640 w 757"/>
              <a:gd name="T91" fmla="*/ 362 h 848"/>
              <a:gd name="T92" fmla="*/ 671 w 757"/>
              <a:gd name="T93" fmla="*/ 373 h 848"/>
              <a:gd name="T94" fmla="*/ 669 w 757"/>
              <a:gd name="T95" fmla="*/ 399 h 848"/>
              <a:gd name="T96" fmla="*/ 690 w 757"/>
              <a:gd name="T97" fmla="*/ 424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57" h="848">
                <a:moveTo>
                  <a:pt x="718" y="0"/>
                </a:moveTo>
                <a:cubicBezTo>
                  <a:pt x="39" y="0"/>
                  <a:pt x="39" y="0"/>
                  <a:pt x="39" y="0"/>
                </a:cubicBezTo>
                <a:cubicBezTo>
                  <a:pt x="18" y="0"/>
                  <a:pt x="0" y="17"/>
                  <a:pt x="0" y="39"/>
                </a:cubicBezTo>
                <a:cubicBezTo>
                  <a:pt x="0" y="381"/>
                  <a:pt x="0" y="381"/>
                  <a:pt x="0" y="381"/>
                </a:cubicBezTo>
                <a:cubicBezTo>
                  <a:pt x="0" y="402"/>
                  <a:pt x="15" y="429"/>
                  <a:pt x="34" y="440"/>
                </a:cubicBezTo>
                <a:cubicBezTo>
                  <a:pt x="534" y="728"/>
                  <a:pt x="534" y="728"/>
                  <a:pt x="534" y="728"/>
                </a:cubicBezTo>
                <a:cubicBezTo>
                  <a:pt x="723" y="837"/>
                  <a:pt x="723" y="837"/>
                  <a:pt x="723" y="837"/>
                </a:cubicBezTo>
                <a:cubicBezTo>
                  <a:pt x="742" y="848"/>
                  <a:pt x="757" y="839"/>
                  <a:pt x="757" y="818"/>
                </a:cubicBezTo>
                <a:cubicBezTo>
                  <a:pt x="757" y="404"/>
                  <a:pt x="757" y="404"/>
                  <a:pt x="757" y="404"/>
                </a:cubicBezTo>
                <a:cubicBezTo>
                  <a:pt x="757" y="39"/>
                  <a:pt x="757" y="39"/>
                  <a:pt x="757" y="39"/>
                </a:cubicBezTo>
                <a:cubicBezTo>
                  <a:pt x="757" y="17"/>
                  <a:pt x="739" y="0"/>
                  <a:pt x="718" y="0"/>
                </a:cubicBezTo>
                <a:moveTo>
                  <a:pt x="687" y="443"/>
                </a:moveTo>
                <a:cubicBezTo>
                  <a:pt x="676" y="446"/>
                  <a:pt x="676" y="446"/>
                  <a:pt x="676" y="446"/>
                </a:cubicBezTo>
                <a:cubicBezTo>
                  <a:pt x="675" y="453"/>
                  <a:pt x="674" y="459"/>
                  <a:pt x="672" y="466"/>
                </a:cubicBezTo>
                <a:cubicBezTo>
                  <a:pt x="680" y="473"/>
                  <a:pt x="680" y="473"/>
                  <a:pt x="680" y="473"/>
                </a:cubicBezTo>
                <a:cubicBezTo>
                  <a:pt x="682" y="474"/>
                  <a:pt x="683" y="477"/>
                  <a:pt x="681" y="479"/>
                </a:cubicBezTo>
                <a:cubicBezTo>
                  <a:pt x="675" y="491"/>
                  <a:pt x="675" y="491"/>
                  <a:pt x="675" y="491"/>
                </a:cubicBezTo>
                <a:cubicBezTo>
                  <a:pt x="674" y="493"/>
                  <a:pt x="671" y="494"/>
                  <a:pt x="669" y="493"/>
                </a:cubicBezTo>
                <a:cubicBezTo>
                  <a:pt x="659" y="490"/>
                  <a:pt x="659" y="490"/>
                  <a:pt x="659" y="490"/>
                </a:cubicBezTo>
                <a:cubicBezTo>
                  <a:pt x="655" y="496"/>
                  <a:pt x="650" y="501"/>
                  <a:pt x="645" y="505"/>
                </a:cubicBezTo>
                <a:cubicBezTo>
                  <a:pt x="649" y="515"/>
                  <a:pt x="649" y="515"/>
                  <a:pt x="649" y="515"/>
                </a:cubicBezTo>
                <a:cubicBezTo>
                  <a:pt x="650" y="517"/>
                  <a:pt x="649" y="520"/>
                  <a:pt x="647" y="521"/>
                </a:cubicBezTo>
                <a:cubicBezTo>
                  <a:pt x="635" y="529"/>
                  <a:pt x="635" y="529"/>
                  <a:pt x="635" y="529"/>
                </a:cubicBezTo>
                <a:cubicBezTo>
                  <a:pt x="633" y="530"/>
                  <a:pt x="631" y="529"/>
                  <a:pt x="629" y="528"/>
                </a:cubicBezTo>
                <a:cubicBezTo>
                  <a:pt x="621" y="520"/>
                  <a:pt x="621" y="520"/>
                  <a:pt x="621" y="520"/>
                </a:cubicBezTo>
                <a:cubicBezTo>
                  <a:pt x="615" y="522"/>
                  <a:pt x="609" y="524"/>
                  <a:pt x="602" y="526"/>
                </a:cubicBezTo>
                <a:cubicBezTo>
                  <a:pt x="600" y="537"/>
                  <a:pt x="600" y="537"/>
                  <a:pt x="600" y="537"/>
                </a:cubicBezTo>
                <a:cubicBezTo>
                  <a:pt x="600" y="539"/>
                  <a:pt x="598" y="541"/>
                  <a:pt x="596" y="541"/>
                </a:cubicBezTo>
                <a:cubicBezTo>
                  <a:pt x="582" y="541"/>
                  <a:pt x="582" y="541"/>
                  <a:pt x="582" y="541"/>
                </a:cubicBezTo>
                <a:cubicBezTo>
                  <a:pt x="580" y="541"/>
                  <a:pt x="577" y="540"/>
                  <a:pt x="577" y="537"/>
                </a:cubicBezTo>
                <a:cubicBezTo>
                  <a:pt x="574" y="527"/>
                  <a:pt x="574" y="527"/>
                  <a:pt x="574" y="527"/>
                </a:cubicBezTo>
                <a:cubicBezTo>
                  <a:pt x="568" y="526"/>
                  <a:pt x="561" y="524"/>
                  <a:pt x="555" y="522"/>
                </a:cubicBezTo>
                <a:cubicBezTo>
                  <a:pt x="548" y="531"/>
                  <a:pt x="548" y="531"/>
                  <a:pt x="548" y="531"/>
                </a:cubicBezTo>
                <a:cubicBezTo>
                  <a:pt x="546" y="532"/>
                  <a:pt x="544" y="533"/>
                  <a:pt x="542" y="532"/>
                </a:cubicBezTo>
                <a:cubicBezTo>
                  <a:pt x="529" y="525"/>
                  <a:pt x="529" y="525"/>
                  <a:pt x="529" y="525"/>
                </a:cubicBezTo>
                <a:cubicBezTo>
                  <a:pt x="527" y="524"/>
                  <a:pt x="526" y="522"/>
                  <a:pt x="527" y="520"/>
                </a:cubicBezTo>
                <a:cubicBezTo>
                  <a:pt x="530" y="509"/>
                  <a:pt x="530" y="509"/>
                  <a:pt x="530" y="509"/>
                </a:cubicBezTo>
                <a:cubicBezTo>
                  <a:pt x="525" y="505"/>
                  <a:pt x="520" y="501"/>
                  <a:pt x="515" y="495"/>
                </a:cubicBezTo>
                <a:cubicBezTo>
                  <a:pt x="505" y="499"/>
                  <a:pt x="505" y="499"/>
                  <a:pt x="505" y="499"/>
                </a:cubicBezTo>
                <a:cubicBezTo>
                  <a:pt x="503" y="500"/>
                  <a:pt x="500" y="499"/>
                  <a:pt x="499" y="498"/>
                </a:cubicBezTo>
                <a:cubicBezTo>
                  <a:pt x="492" y="486"/>
                  <a:pt x="492" y="486"/>
                  <a:pt x="492" y="486"/>
                </a:cubicBezTo>
                <a:cubicBezTo>
                  <a:pt x="491" y="484"/>
                  <a:pt x="491" y="481"/>
                  <a:pt x="493" y="480"/>
                </a:cubicBezTo>
                <a:cubicBezTo>
                  <a:pt x="501" y="472"/>
                  <a:pt x="501" y="472"/>
                  <a:pt x="501" y="472"/>
                </a:cubicBezTo>
                <a:cubicBezTo>
                  <a:pt x="498" y="466"/>
                  <a:pt x="496" y="459"/>
                  <a:pt x="495" y="453"/>
                </a:cubicBezTo>
                <a:cubicBezTo>
                  <a:pt x="484" y="451"/>
                  <a:pt x="484" y="451"/>
                  <a:pt x="484" y="451"/>
                </a:cubicBezTo>
                <a:cubicBezTo>
                  <a:pt x="482" y="451"/>
                  <a:pt x="480" y="449"/>
                  <a:pt x="480" y="446"/>
                </a:cubicBezTo>
                <a:cubicBezTo>
                  <a:pt x="479" y="432"/>
                  <a:pt x="479" y="432"/>
                  <a:pt x="479" y="432"/>
                </a:cubicBezTo>
                <a:cubicBezTo>
                  <a:pt x="479" y="430"/>
                  <a:pt x="481" y="428"/>
                  <a:pt x="483" y="428"/>
                </a:cubicBezTo>
                <a:cubicBezTo>
                  <a:pt x="494" y="425"/>
                  <a:pt x="494" y="425"/>
                  <a:pt x="494" y="425"/>
                </a:cubicBezTo>
                <a:cubicBezTo>
                  <a:pt x="494" y="421"/>
                  <a:pt x="495" y="416"/>
                  <a:pt x="496" y="412"/>
                </a:cubicBezTo>
                <a:cubicBezTo>
                  <a:pt x="425" y="381"/>
                  <a:pt x="425" y="381"/>
                  <a:pt x="425" y="381"/>
                </a:cubicBezTo>
                <a:cubicBezTo>
                  <a:pt x="418" y="391"/>
                  <a:pt x="409" y="400"/>
                  <a:pt x="400" y="408"/>
                </a:cubicBezTo>
                <a:cubicBezTo>
                  <a:pt x="407" y="427"/>
                  <a:pt x="407" y="427"/>
                  <a:pt x="407" y="427"/>
                </a:cubicBezTo>
                <a:cubicBezTo>
                  <a:pt x="409" y="431"/>
                  <a:pt x="407" y="436"/>
                  <a:pt x="404" y="438"/>
                </a:cubicBezTo>
                <a:cubicBezTo>
                  <a:pt x="381" y="452"/>
                  <a:pt x="381" y="452"/>
                  <a:pt x="381" y="452"/>
                </a:cubicBezTo>
                <a:cubicBezTo>
                  <a:pt x="378" y="454"/>
                  <a:pt x="373" y="454"/>
                  <a:pt x="370" y="451"/>
                </a:cubicBezTo>
                <a:cubicBezTo>
                  <a:pt x="356" y="436"/>
                  <a:pt x="356" y="436"/>
                  <a:pt x="356" y="436"/>
                </a:cubicBezTo>
                <a:cubicBezTo>
                  <a:pt x="344" y="441"/>
                  <a:pt x="332" y="444"/>
                  <a:pt x="320" y="447"/>
                </a:cubicBezTo>
                <a:cubicBezTo>
                  <a:pt x="317" y="467"/>
                  <a:pt x="317" y="467"/>
                  <a:pt x="317" y="467"/>
                </a:cubicBezTo>
                <a:cubicBezTo>
                  <a:pt x="316" y="471"/>
                  <a:pt x="312" y="475"/>
                  <a:pt x="308" y="475"/>
                </a:cubicBezTo>
                <a:cubicBezTo>
                  <a:pt x="282" y="476"/>
                  <a:pt x="282" y="476"/>
                  <a:pt x="282" y="476"/>
                </a:cubicBezTo>
                <a:cubicBezTo>
                  <a:pt x="278" y="476"/>
                  <a:pt x="274" y="473"/>
                  <a:pt x="273" y="469"/>
                </a:cubicBezTo>
                <a:cubicBezTo>
                  <a:pt x="268" y="449"/>
                  <a:pt x="268" y="449"/>
                  <a:pt x="268" y="449"/>
                </a:cubicBezTo>
                <a:cubicBezTo>
                  <a:pt x="256" y="447"/>
                  <a:pt x="244" y="445"/>
                  <a:pt x="231" y="440"/>
                </a:cubicBezTo>
                <a:cubicBezTo>
                  <a:pt x="218" y="456"/>
                  <a:pt x="218" y="456"/>
                  <a:pt x="218" y="456"/>
                </a:cubicBezTo>
                <a:cubicBezTo>
                  <a:pt x="216" y="459"/>
                  <a:pt x="211" y="461"/>
                  <a:pt x="207" y="459"/>
                </a:cubicBezTo>
                <a:cubicBezTo>
                  <a:pt x="184" y="446"/>
                  <a:pt x="184" y="446"/>
                  <a:pt x="184" y="446"/>
                </a:cubicBezTo>
                <a:cubicBezTo>
                  <a:pt x="181" y="444"/>
                  <a:pt x="179" y="440"/>
                  <a:pt x="180" y="436"/>
                </a:cubicBezTo>
                <a:cubicBezTo>
                  <a:pt x="186" y="416"/>
                  <a:pt x="186" y="416"/>
                  <a:pt x="186" y="416"/>
                </a:cubicBezTo>
                <a:cubicBezTo>
                  <a:pt x="175" y="408"/>
                  <a:pt x="166" y="400"/>
                  <a:pt x="158" y="390"/>
                </a:cubicBezTo>
                <a:cubicBezTo>
                  <a:pt x="139" y="398"/>
                  <a:pt x="139" y="398"/>
                  <a:pt x="139" y="398"/>
                </a:cubicBezTo>
                <a:cubicBezTo>
                  <a:pt x="135" y="399"/>
                  <a:pt x="130" y="398"/>
                  <a:pt x="128" y="394"/>
                </a:cubicBezTo>
                <a:cubicBezTo>
                  <a:pt x="114" y="372"/>
                  <a:pt x="114" y="372"/>
                  <a:pt x="114" y="372"/>
                </a:cubicBezTo>
                <a:cubicBezTo>
                  <a:pt x="112" y="369"/>
                  <a:pt x="112" y="364"/>
                  <a:pt x="115" y="361"/>
                </a:cubicBezTo>
                <a:cubicBezTo>
                  <a:pt x="130" y="347"/>
                  <a:pt x="130" y="347"/>
                  <a:pt x="130" y="347"/>
                </a:cubicBezTo>
                <a:cubicBezTo>
                  <a:pt x="126" y="335"/>
                  <a:pt x="122" y="323"/>
                  <a:pt x="119" y="311"/>
                </a:cubicBezTo>
                <a:cubicBezTo>
                  <a:pt x="99" y="307"/>
                  <a:pt x="99" y="307"/>
                  <a:pt x="99" y="307"/>
                </a:cubicBezTo>
                <a:cubicBezTo>
                  <a:pt x="95" y="307"/>
                  <a:pt x="92" y="303"/>
                  <a:pt x="91" y="299"/>
                </a:cubicBezTo>
                <a:cubicBezTo>
                  <a:pt x="90" y="273"/>
                  <a:pt x="90" y="273"/>
                  <a:pt x="90" y="273"/>
                </a:cubicBezTo>
                <a:cubicBezTo>
                  <a:pt x="90" y="269"/>
                  <a:pt x="93" y="265"/>
                  <a:pt x="97" y="264"/>
                </a:cubicBezTo>
                <a:cubicBezTo>
                  <a:pt x="117" y="259"/>
                  <a:pt x="117" y="259"/>
                  <a:pt x="117" y="259"/>
                </a:cubicBezTo>
                <a:cubicBezTo>
                  <a:pt x="119" y="246"/>
                  <a:pt x="122" y="234"/>
                  <a:pt x="126" y="222"/>
                </a:cubicBezTo>
                <a:cubicBezTo>
                  <a:pt x="110" y="209"/>
                  <a:pt x="110" y="209"/>
                  <a:pt x="110" y="209"/>
                </a:cubicBezTo>
                <a:cubicBezTo>
                  <a:pt x="107" y="206"/>
                  <a:pt x="106" y="201"/>
                  <a:pt x="108" y="198"/>
                </a:cubicBezTo>
                <a:cubicBezTo>
                  <a:pt x="120" y="175"/>
                  <a:pt x="120" y="175"/>
                  <a:pt x="120" y="175"/>
                </a:cubicBezTo>
                <a:cubicBezTo>
                  <a:pt x="122" y="171"/>
                  <a:pt x="126" y="169"/>
                  <a:pt x="130" y="170"/>
                </a:cubicBezTo>
                <a:cubicBezTo>
                  <a:pt x="150" y="176"/>
                  <a:pt x="150" y="176"/>
                  <a:pt x="150" y="176"/>
                </a:cubicBezTo>
                <a:cubicBezTo>
                  <a:pt x="158" y="166"/>
                  <a:pt x="166" y="157"/>
                  <a:pt x="176" y="149"/>
                </a:cubicBezTo>
                <a:cubicBezTo>
                  <a:pt x="168" y="129"/>
                  <a:pt x="168" y="129"/>
                  <a:pt x="168" y="129"/>
                </a:cubicBezTo>
                <a:cubicBezTo>
                  <a:pt x="167" y="125"/>
                  <a:pt x="168" y="121"/>
                  <a:pt x="172" y="119"/>
                </a:cubicBezTo>
                <a:cubicBezTo>
                  <a:pt x="194" y="105"/>
                  <a:pt x="194" y="105"/>
                  <a:pt x="194" y="105"/>
                </a:cubicBezTo>
                <a:cubicBezTo>
                  <a:pt x="198" y="102"/>
                  <a:pt x="203" y="103"/>
                  <a:pt x="205" y="106"/>
                </a:cubicBezTo>
                <a:cubicBezTo>
                  <a:pt x="220" y="121"/>
                  <a:pt x="220" y="121"/>
                  <a:pt x="220" y="121"/>
                </a:cubicBezTo>
                <a:cubicBezTo>
                  <a:pt x="231" y="116"/>
                  <a:pt x="243" y="112"/>
                  <a:pt x="256" y="110"/>
                </a:cubicBezTo>
                <a:cubicBezTo>
                  <a:pt x="259" y="89"/>
                  <a:pt x="259" y="89"/>
                  <a:pt x="259" y="89"/>
                </a:cubicBezTo>
                <a:cubicBezTo>
                  <a:pt x="259" y="85"/>
                  <a:pt x="263" y="82"/>
                  <a:pt x="267" y="82"/>
                </a:cubicBezTo>
                <a:cubicBezTo>
                  <a:pt x="294" y="81"/>
                  <a:pt x="294" y="81"/>
                  <a:pt x="294" y="81"/>
                </a:cubicBezTo>
                <a:cubicBezTo>
                  <a:pt x="298" y="81"/>
                  <a:pt x="302" y="84"/>
                  <a:pt x="303" y="88"/>
                </a:cubicBezTo>
                <a:cubicBezTo>
                  <a:pt x="307" y="108"/>
                  <a:pt x="307" y="108"/>
                  <a:pt x="307" y="108"/>
                </a:cubicBezTo>
                <a:cubicBezTo>
                  <a:pt x="320" y="109"/>
                  <a:pt x="332" y="112"/>
                  <a:pt x="344" y="116"/>
                </a:cubicBezTo>
                <a:cubicBezTo>
                  <a:pt x="357" y="100"/>
                  <a:pt x="357" y="100"/>
                  <a:pt x="357" y="100"/>
                </a:cubicBezTo>
                <a:cubicBezTo>
                  <a:pt x="360" y="97"/>
                  <a:pt x="365" y="96"/>
                  <a:pt x="368" y="98"/>
                </a:cubicBezTo>
                <a:cubicBezTo>
                  <a:pt x="391" y="110"/>
                  <a:pt x="391" y="110"/>
                  <a:pt x="391" y="110"/>
                </a:cubicBezTo>
                <a:cubicBezTo>
                  <a:pt x="395" y="112"/>
                  <a:pt x="397" y="117"/>
                  <a:pt x="396" y="121"/>
                </a:cubicBezTo>
                <a:cubicBezTo>
                  <a:pt x="390" y="141"/>
                  <a:pt x="390" y="141"/>
                  <a:pt x="390" y="141"/>
                </a:cubicBezTo>
                <a:cubicBezTo>
                  <a:pt x="400" y="148"/>
                  <a:pt x="409" y="157"/>
                  <a:pt x="417" y="166"/>
                </a:cubicBezTo>
                <a:cubicBezTo>
                  <a:pt x="437" y="159"/>
                  <a:pt x="437" y="159"/>
                  <a:pt x="437" y="159"/>
                </a:cubicBezTo>
                <a:cubicBezTo>
                  <a:pt x="439" y="158"/>
                  <a:pt x="442" y="159"/>
                  <a:pt x="444" y="160"/>
                </a:cubicBezTo>
                <a:cubicBezTo>
                  <a:pt x="445" y="160"/>
                  <a:pt x="447" y="161"/>
                  <a:pt x="448" y="162"/>
                </a:cubicBezTo>
                <a:cubicBezTo>
                  <a:pt x="462" y="185"/>
                  <a:pt x="462" y="185"/>
                  <a:pt x="462" y="185"/>
                </a:cubicBezTo>
                <a:cubicBezTo>
                  <a:pt x="464" y="188"/>
                  <a:pt x="463" y="193"/>
                  <a:pt x="460" y="196"/>
                </a:cubicBezTo>
                <a:cubicBezTo>
                  <a:pt x="445" y="210"/>
                  <a:pt x="445" y="210"/>
                  <a:pt x="445" y="210"/>
                </a:cubicBezTo>
                <a:cubicBezTo>
                  <a:pt x="450" y="222"/>
                  <a:pt x="454" y="234"/>
                  <a:pt x="456" y="246"/>
                </a:cubicBezTo>
                <a:cubicBezTo>
                  <a:pt x="477" y="249"/>
                  <a:pt x="477" y="249"/>
                  <a:pt x="477" y="249"/>
                </a:cubicBezTo>
                <a:cubicBezTo>
                  <a:pt x="481" y="250"/>
                  <a:pt x="484" y="254"/>
                  <a:pt x="484" y="258"/>
                </a:cubicBezTo>
                <a:cubicBezTo>
                  <a:pt x="485" y="284"/>
                  <a:pt x="485" y="284"/>
                  <a:pt x="485" y="284"/>
                </a:cubicBezTo>
                <a:cubicBezTo>
                  <a:pt x="485" y="288"/>
                  <a:pt x="482" y="292"/>
                  <a:pt x="478" y="293"/>
                </a:cubicBezTo>
                <a:cubicBezTo>
                  <a:pt x="458" y="298"/>
                  <a:pt x="458" y="298"/>
                  <a:pt x="458" y="298"/>
                </a:cubicBezTo>
                <a:cubicBezTo>
                  <a:pt x="457" y="310"/>
                  <a:pt x="454" y="323"/>
                  <a:pt x="450" y="335"/>
                </a:cubicBezTo>
                <a:cubicBezTo>
                  <a:pt x="516" y="376"/>
                  <a:pt x="516" y="376"/>
                  <a:pt x="516" y="376"/>
                </a:cubicBezTo>
                <a:cubicBezTo>
                  <a:pt x="519" y="372"/>
                  <a:pt x="522" y="369"/>
                  <a:pt x="525" y="366"/>
                </a:cubicBezTo>
                <a:cubicBezTo>
                  <a:pt x="521" y="356"/>
                  <a:pt x="521" y="356"/>
                  <a:pt x="521" y="356"/>
                </a:cubicBezTo>
                <a:cubicBezTo>
                  <a:pt x="520" y="354"/>
                  <a:pt x="521" y="351"/>
                  <a:pt x="523" y="350"/>
                </a:cubicBezTo>
                <a:cubicBezTo>
                  <a:pt x="535" y="342"/>
                  <a:pt x="535" y="342"/>
                  <a:pt x="535" y="342"/>
                </a:cubicBezTo>
                <a:cubicBezTo>
                  <a:pt x="537" y="341"/>
                  <a:pt x="539" y="342"/>
                  <a:pt x="541" y="343"/>
                </a:cubicBezTo>
                <a:cubicBezTo>
                  <a:pt x="548" y="351"/>
                  <a:pt x="548" y="351"/>
                  <a:pt x="548" y="351"/>
                </a:cubicBezTo>
                <a:cubicBezTo>
                  <a:pt x="555" y="348"/>
                  <a:pt x="561" y="346"/>
                  <a:pt x="568" y="345"/>
                </a:cubicBezTo>
                <a:cubicBezTo>
                  <a:pt x="569" y="334"/>
                  <a:pt x="569" y="334"/>
                  <a:pt x="569" y="334"/>
                </a:cubicBezTo>
                <a:cubicBezTo>
                  <a:pt x="570" y="332"/>
                  <a:pt x="572" y="330"/>
                  <a:pt x="574" y="330"/>
                </a:cubicBezTo>
                <a:cubicBezTo>
                  <a:pt x="588" y="330"/>
                  <a:pt x="588" y="330"/>
                  <a:pt x="588" y="330"/>
                </a:cubicBezTo>
                <a:cubicBezTo>
                  <a:pt x="590" y="330"/>
                  <a:pt x="592" y="331"/>
                  <a:pt x="593" y="333"/>
                </a:cubicBezTo>
                <a:cubicBezTo>
                  <a:pt x="595" y="344"/>
                  <a:pt x="595" y="344"/>
                  <a:pt x="595" y="344"/>
                </a:cubicBezTo>
                <a:cubicBezTo>
                  <a:pt x="602" y="345"/>
                  <a:pt x="609" y="346"/>
                  <a:pt x="615" y="349"/>
                </a:cubicBezTo>
                <a:cubicBezTo>
                  <a:pt x="622" y="340"/>
                  <a:pt x="622" y="340"/>
                  <a:pt x="622" y="340"/>
                </a:cubicBezTo>
                <a:cubicBezTo>
                  <a:pt x="623" y="338"/>
                  <a:pt x="626" y="338"/>
                  <a:pt x="628" y="339"/>
                </a:cubicBezTo>
                <a:cubicBezTo>
                  <a:pt x="640" y="345"/>
                  <a:pt x="640" y="345"/>
                  <a:pt x="640" y="345"/>
                </a:cubicBezTo>
                <a:cubicBezTo>
                  <a:pt x="642" y="346"/>
                  <a:pt x="643" y="349"/>
                  <a:pt x="643" y="351"/>
                </a:cubicBezTo>
                <a:cubicBezTo>
                  <a:pt x="640" y="362"/>
                  <a:pt x="640" y="362"/>
                  <a:pt x="640" y="362"/>
                </a:cubicBezTo>
                <a:cubicBezTo>
                  <a:pt x="645" y="366"/>
                  <a:pt x="650" y="370"/>
                  <a:pt x="654" y="375"/>
                </a:cubicBezTo>
                <a:cubicBezTo>
                  <a:pt x="665" y="371"/>
                  <a:pt x="665" y="371"/>
                  <a:pt x="665" y="371"/>
                </a:cubicBezTo>
                <a:cubicBezTo>
                  <a:pt x="667" y="371"/>
                  <a:pt x="669" y="372"/>
                  <a:pt x="671" y="373"/>
                </a:cubicBezTo>
                <a:cubicBezTo>
                  <a:pt x="678" y="385"/>
                  <a:pt x="678" y="385"/>
                  <a:pt x="678" y="385"/>
                </a:cubicBezTo>
                <a:cubicBezTo>
                  <a:pt x="679" y="387"/>
                  <a:pt x="679" y="390"/>
                  <a:pt x="677" y="391"/>
                </a:cubicBezTo>
                <a:cubicBezTo>
                  <a:pt x="669" y="399"/>
                  <a:pt x="669" y="399"/>
                  <a:pt x="669" y="399"/>
                </a:cubicBezTo>
                <a:cubicBezTo>
                  <a:pt x="672" y="405"/>
                  <a:pt x="674" y="412"/>
                  <a:pt x="675" y="418"/>
                </a:cubicBezTo>
                <a:cubicBezTo>
                  <a:pt x="686" y="420"/>
                  <a:pt x="686" y="420"/>
                  <a:pt x="686" y="420"/>
                </a:cubicBezTo>
                <a:cubicBezTo>
                  <a:pt x="688" y="420"/>
                  <a:pt x="690" y="422"/>
                  <a:pt x="690" y="424"/>
                </a:cubicBezTo>
                <a:cubicBezTo>
                  <a:pt x="691" y="439"/>
                  <a:pt x="691" y="439"/>
                  <a:pt x="691" y="439"/>
                </a:cubicBezTo>
                <a:cubicBezTo>
                  <a:pt x="691" y="441"/>
                  <a:pt x="689" y="443"/>
                  <a:pt x="687" y="443"/>
                </a:cubicBezTo>
              </a:path>
            </a:pathLst>
          </a:custGeom>
          <a:solidFill>
            <a:srgbClr val="E24B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Freeform 10"/>
          <p:cNvSpPr>
            <a:spLocks noEditPoints="1"/>
          </p:cNvSpPr>
          <p:nvPr/>
        </p:nvSpPr>
        <p:spPr bwMode="auto">
          <a:xfrm>
            <a:off x="4081258" y="1183268"/>
            <a:ext cx="1915289" cy="2146278"/>
          </a:xfrm>
          <a:custGeom>
            <a:avLst/>
            <a:gdLst>
              <a:gd name="T0" fmla="*/ 723 w 757"/>
              <a:gd name="T1" fmla="*/ 11 h 848"/>
              <a:gd name="T2" fmla="*/ 34 w 757"/>
              <a:gd name="T3" fmla="*/ 408 h 848"/>
              <a:gd name="T4" fmla="*/ 0 w 757"/>
              <a:gd name="T5" fmla="*/ 467 h 848"/>
              <a:gd name="T6" fmla="*/ 0 w 757"/>
              <a:gd name="T7" fmla="*/ 809 h 848"/>
              <a:gd name="T8" fmla="*/ 39 w 757"/>
              <a:gd name="T9" fmla="*/ 848 h 848"/>
              <a:gd name="T10" fmla="*/ 280 w 757"/>
              <a:gd name="T11" fmla="*/ 848 h 848"/>
              <a:gd name="T12" fmla="*/ 718 w 757"/>
              <a:gd name="T13" fmla="*/ 848 h 848"/>
              <a:gd name="T14" fmla="*/ 757 w 757"/>
              <a:gd name="T15" fmla="*/ 809 h 848"/>
              <a:gd name="T16" fmla="*/ 757 w 757"/>
              <a:gd name="T17" fmla="*/ 746 h 848"/>
              <a:gd name="T18" fmla="*/ 757 w 757"/>
              <a:gd name="T19" fmla="*/ 30 h 848"/>
              <a:gd name="T20" fmla="*/ 723 w 757"/>
              <a:gd name="T21" fmla="*/ 11 h 848"/>
              <a:gd name="T22" fmla="*/ 523 w 757"/>
              <a:gd name="T23" fmla="*/ 765 h 848"/>
              <a:gd name="T24" fmla="*/ 238 w 757"/>
              <a:gd name="T25" fmla="*/ 765 h 848"/>
              <a:gd name="T26" fmla="*/ 140 w 757"/>
              <a:gd name="T27" fmla="*/ 725 h 848"/>
              <a:gd name="T28" fmla="*/ 292 w 757"/>
              <a:gd name="T29" fmla="*/ 725 h 848"/>
              <a:gd name="T30" fmla="*/ 314 w 757"/>
              <a:gd name="T31" fmla="*/ 738 h 848"/>
              <a:gd name="T32" fmla="*/ 318 w 757"/>
              <a:gd name="T33" fmla="*/ 738 h 848"/>
              <a:gd name="T34" fmla="*/ 327 w 757"/>
              <a:gd name="T35" fmla="*/ 737 h 848"/>
              <a:gd name="T36" fmla="*/ 350 w 757"/>
              <a:gd name="T37" fmla="*/ 706 h 848"/>
              <a:gd name="T38" fmla="*/ 318 w 757"/>
              <a:gd name="T39" fmla="*/ 673 h 848"/>
              <a:gd name="T40" fmla="*/ 292 w 757"/>
              <a:gd name="T41" fmla="*/ 686 h 848"/>
              <a:gd name="T42" fmla="*/ 111 w 757"/>
              <a:gd name="T43" fmla="*/ 686 h 848"/>
              <a:gd name="T44" fmla="*/ 96 w 757"/>
              <a:gd name="T45" fmla="*/ 622 h 848"/>
              <a:gd name="T46" fmla="*/ 107 w 757"/>
              <a:gd name="T47" fmla="*/ 568 h 848"/>
              <a:gd name="T48" fmla="*/ 292 w 757"/>
              <a:gd name="T49" fmla="*/ 568 h 848"/>
              <a:gd name="T50" fmla="*/ 318 w 757"/>
              <a:gd name="T51" fmla="*/ 581 h 848"/>
              <a:gd name="T52" fmla="*/ 350 w 757"/>
              <a:gd name="T53" fmla="*/ 549 h 848"/>
              <a:gd name="T54" fmla="*/ 318 w 757"/>
              <a:gd name="T55" fmla="*/ 516 h 848"/>
              <a:gd name="T56" fmla="*/ 292 w 757"/>
              <a:gd name="T57" fmla="*/ 529 h 848"/>
              <a:gd name="T58" fmla="*/ 131 w 757"/>
              <a:gd name="T59" fmla="*/ 529 h 848"/>
              <a:gd name="T60" fmla="*/ 209 w 757"/>
              <a:gd name="T61" fmla="*/ 483 h 848"/>
              <a:gd name="T62" fmla="*/ 381 w 757"/>
              <a:gd name="T63" fmla="*/ 379 h 848"/>
              <a:gd name="T64" fmla="*/ 531 w 757"/>
              <a:gd name="T65" fmla="*/ 451 h 848"/>
              <a:gd name="T66" fmla="*/ 386 w 757"/>
              <a:gd name="T67" fmla="*/ 451 h 848"/>
              <a:gd name="T68" fmla="*/ 360 w 757"/>
              <a:gd name="T69" fmla="*/ 438 h 848"/>
              <a:gd name="T70" fmla="*/ 327 w 757"/>
              <a:gd name="T71" fmla="*/ 470 h 848"/>
              <a:gd name="T72" fmla="*/ 360 w 757"/>
              <a:gd name="T73" fmla="*/ 503 h 848"/>
              <a:gd name="T74" fmla="*/ 386 w 757"/>
              <a:gd name="T75" fmla="*/ 490 h 848"/>
              <a:gd name="T76" fmla="*/ 575 w 757"/>
              <a:gd name="T77" fmla="*/ 490 h 848"/>
              <a:gd name="T78" fmla="*/ 664 w 757"/>
              <a:gd name="T79" fmla="*/ 608 h 848"/>
              <a:gd name="T80" fmla="*/ 386 w 757"/>
              <a:gd name="T81" fmla="*/ 608 h 848"/>
              <a:gd name="T82" fmla="*/ 360 w 757"/>
              <a:gd name="T83" fmla="*/ 594 h 848"/>
              <a:gd name="T84" fmla="*/ 327 w 757"/>
              <a:gd name="T85" fmla="*/ 627 h 848"/>
              <a:gd name="T86" fmla="*/ 360 w 757"/>
              <a:gd name="T87" fmla="*/ 660 h 848"/>
              <a:gd name="T88" fmla="*/ 386 w 757"/>
              <a:gd name="T89" fmla="*/ 647 h 848"/>
              <a:gd name="T90" fmla="*/ 663 w 757"/>
              <a:gd name="T91" fmla="*/ 647 h 848"/>
              <a:gd name="T92" fmla="*/ 663 w 757"/>
              <a:gd name="T93" fmla="*/ 647 h 848"/>
              <a:gd name="T94" fmla="*/ 523 w 757"/>
              <a:gd name="T95" fmla="*/ 765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57" h="848">
                <a:moveTo>
                  <a:pt x="723" y="11"/>
                </a:moveTo>
                <a:cubicBezTo>
                  <a:pt x="34" y="408"/>
                  <a:pt x="34" y="408"/>
                  <a:pt x="34" y="408"/>
                </a:cubicBezTo>
                <a:cubicBezTo>
                  <a:pt x="15" y="419"/>
                  <a:pt x="0" y="446"/>
                  <a:pt x="0" y="467"/>
                </a:cubicBezTo>
                <a:cubicBezTo>
                  <a:pt x="0" y="809"/>
                  <a:pt x="0" y="809"/>
                  <a:pt x="0" y="809"/>
                </a:cubicBezTo>
                <a:cubicBezTo>
                  <a:pt x="0" y="831"/>
                  <a:pt x="18" y="848"/>
                  <a:pt x="39" y="848"/>
                </a:cubicBezTo>
                <a:cubicBezTo>
                  <a:pt x="280" y="848"/>
                  <a:pt x="280" y="848"/>
                  <a:pt x="280" y="848"/>
                </a:cubicBezTo>
                <a:cubicBezTo>
                  <a:pt x="718" y="848"/>
                  <a:pt x="718" y="848"/>
                  <a:pt x="718" y="848"/>
                </a:cubicBezTo>
                <a:cubicBezTo>
                  <a:pt x="739" y="848"/>
                  <a:pt x="757" y="831"/>
                  <a:pt x="757" y="809"/>
                </a:cubicBezTo>
                <a:cubicBezTo>
                  <a:pt x="757" y="746"/>
                  <a:pt x="757" y="746"/>
                  <a:pt x="757" y="746"/>
                </a:cubicBezTo>
                <a:cubicBezTo>
                  <a:pt x="757" y="30"/>
                  <a:pt x="757" y="30"/>
                  <a:pt x="757" y="30"/>
                </a:cubicBezTo>
                <a:cubicBezTo>
                  <a:pt x="757" y="9"/>
                  <a:pt x="742" y="0"/>
                  <a:pt x="723" y="11"/>
                </a:cubicBezTo>
                <a:moveTo>
                  <a:pt x="523" y="765"/>
                </a:moveTo>
                <a:cubicBezTo>
                  <a:pt x="238" y="765"/>
                  <a:pt x="238" y="765"/>
                  <a:pt x="238" y="765"/>
                </a:cubicBezTo>
                <a:cubicBezTo>
                  <a:pt x="200" y="765"/>
                  <a:pt x="166" y="750"/>
                  <a:pt x="140" y="725"/>
                </a:cubicBezTo>
                <a:cubicBezTo>
                  <a:pt x="292" y="725"/>
                  <a:pt x="292" y="725"/>
                  <a:pt x="292" y="725"/>
                </a:cubicBezTo>
                <a:cubicBezTo>
                  <a:pt x="297" y="732"/>
                  <a:pt x="305" y="737"/>
                  <a:pt x="314" y="738"/>
                </a:cubicBezTo>
                <a:cubicBezTo>
                  <a:pt x="315" y="738"/>
                  <a:pt x="316" y="738"/>
                  <a:pt x="318" y="738"/>
                </a:cubicBezTo>
                <a:cubicBezTo>
                  <a:pt x="321" y="738"/>
                  <a:pt x="324" y="738"/>
                  <a:pt x="327" y="737"/>
                </a:cubicBezTo>
                <a:cubicBezTo>
                  <a:pt x="340" y="733"/>
                  <a:pt x="350" y="720"/>
                  <a:pt x="350" y="706"/>
                </a:cubicBezTo>
                <a:cubicBezTo>
                  <a:pt x="350" y="688"/>
                  <a:pt x="336" y="673"/>
                  <a:pt x="318" y="673"/>
                </a:cubicBezTo>
                <a:cubicBezTo>
                  <a:pt x="307" y="673"/>
                  <a:pt x="297" y="678"/>
                  <a:pt x="292" y="686"/>
                </a:cubicBezTo>
                <a:cubicBezTo>
                  <a:pt x="111" y="686"/>
                  <a:pt x="111" y="686"/>
                  <a:pt x="111" y="686"/>
                </a:cubicBezTo>
                <a:cubicBezTo>
                  <a:pt x="102" y="667"/>
                  <a:pt x="96" y="645"/>
                  <a:pt x="96" y="622"/>
                </a:cubicBezTo>
                <a:cubicBezTo>
                  <a:pt x="96" y="603"/>
                  <a:pt x="100" y="585"/>
                  <a:pt x="107" y="568"/>
                </a:cubicBezTo>
                <a:cubicBezTo>
                  <a:pt x="292" y="568"/>
                  <a:pt x="292" y="568"/>
                  <a:pt x="292" y="568"/>
                </a:cubicBezTo>
                <a:cubicBezTo>
                  <a:pt x="297" y="576"/>
                  <a:pt x="307" y="581"/>
                  <a:pt x="318" y="581"/>
                </a:cubicBezTo>
                <a:cubicBezTo>
                  <a:pt x="336" y="581"/>
                  <a:pt x="350" y="567"/>
                  <a:pt x="350" y="549"/>
                </a:cubicBezTo>
                <a:cubicBezTo>
                  <a:pt x="350" y="531"/>
                  <a:pt x="336" y="516"/>
                  <a:pt x="318" y="516"/>
                </a:cubicBezTo>
                <a:cubicBezTo>
                  <a:pt x="307" y="516"/>
                  <a:pt x="297" y="521"/>
                  <a:pt x="292" y="529"/>
                </a:cubicBezTo>
                <a:cubicBezTo>
                  <a:pt x="131" y="529"/>
                  <a:pt x="131" y="529"/>
                  <a:pt x="131" y="529"/>
                </a:cubicBezTo>
                <a:cubicBezTo>
                  <a:pt x="151" y="506"/>
                  <a:pt x="178" y="490"/>
                  <a:pt x="209" y="483"/>
                </a:cubicBezTo>
                <a:cubicBezTo>
                  <a:pt x="242" y="421"/>
                  <a:pt x="306" y="379"/>
                  <a:pt x="381" y="379"/>
                </a:cubicBezTo>
                <a:cubicBezTo>
                  <a:pt x="441" y="379"/>
                  <a:pt x="495" y="407"/>
                  <a:pt x="531" y="451"/>
                </a:cubicBezTo>
                <a:cubicBezTo>
                  <a:pt x="386" y="451"/>
                  <a:pt x="386" y="451"/>
                  <a:pt x="386" y="451"/>
                </a:cubicBezTo>
                <a:cubicBezTo>
                  <a:pt x="380" y="443"/>
                  <a:pt x="371" y="438"/>
                  <a:pt x="360" y="438"/>
                </a:cubicBezTo>
                <a:cubicBezTo>
                  <a:pt x="342" y="438"/>
                  <a:pt x="327" y="452"/>
                  <a:pt x="327" y="470"/>
                </a:cubicBezTo>
                <a:cubicBezTo>
                  <a:pt x="327" y="488"/>
                  <a:pt x="342" y="503"/>
                  <a:pt x="360" y="503"/>
                </a:cubicBezTo>
                <a:cubicBezTo>
                  <a:pt x="371" y="503"/>
                  <a:pt x="380" y="498"/>
                  <a:pt x="386" y="490"/>
                </a:cubicBezTo>
                <a:cubicBezTo>
                  <a:pt x="575" y="490"/>
                  <a:pt x="575" y="490"/>
                  <a:pt x="575" y="490"/>
                </a:cubicBezTo>
                <a:cubicBezTo>
                  <a:pt x="623" y="509"/>
                  <a:pt x="659" y="554"/>
                  <a:pt x="664" y="608"/>
                </a:cubicBezTo>
                <a:cubicBezTo>
                  <a:pt x="386" y="608"/>
                  <a:pt x="386" y="608"/>
                  <a:pt x="386" y="608"/>
                </a:cubicBezTo>
                <a:cubicBezTo>
                  <a:pt x="380" y="600"/>
                  <a:pt x="371" y="594"/>
                  <a:pt x="360" y="594"/>
                </a:cubicBezTo>
                <a:cubicBezTo>
                  <a:pt x="342" y="594"/>
                  <a:pt x="327" y="609"/>
                  <a:pt x="327" y="627"/>
                </a:cubicBezTo>
                <a:cubicBezTo>
                  <a:pt x="327" y="645"/>
                  <a:pt x="342" y="660"/>
                  <a:pt x="360" y="660"/>
                </a:cubicBezTo>
                <a:cubicBezTo>
                  <a:pt x="371" y="660"/>
                  <a:pt x="380" y="655"/>
                  <a:pt x="386" y="647"/>
                </a:cubicBezTo>
                <a:cubicBezTo>
                  <a:pt x="663" y="647"/>
                  <a:pt x="663" y="647"/>
                  <a:pt x="663" y="647"/>
                </a:cubicBezTo>
                <a:cubicBezTo>
                  <a:pt x="663" y="647"/>
                  <a:pt x="663" y="647"/>
                  <a:pt x="663" y="647"/>
                </a:cubicBezTo>
                <a:cubicBezTo>
                  <a:pt x="651" y="714"/>
                  <a:pt x="593" y="765"/>
                  <a:pt x="523" y="765"/>
                </a:cubicBezTo>
              </a:path>
            </a:pathLst>
          </a:custGeom>
          <a:solidFill>
            <a:srgbClr val="22A0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 name="Freeform 11"/>
          <p:cNvSpPr>
            <a:spLocks noEditPoints="1"/>
          </p:cNvSpPr>
          <p:nvPr/>
        </p:nvSpPr>
        <p:spPr bwMode="auto">
          <a:xfrm>
            <a:off x="6194384" y="1183268"/>
            <a:ext cx="1916358" cy="2146278"/>
          </a:xfrm>
          <a:custGeom>
            <a:avLst/>
            <a:gdLst>
              <a:gd name="T0" fmla="*/ 34 w 757"/>
              <a:gd name="T1" fmla="*/ 11 h 848"/>
              <a:gd name="T2" fmla="*/ 0 w 757"/>
              <a:gd name="T3" fmla="*/ 809 h 848"/>
              <a:gd name="T4" fmla="*/ 388 w 757"/>
              <a:gd name="T5" fmla="*/ 848 h 848"/>
              <a:gd name="T6" fmla="*/ 757 w 757"/>
              <a:gd name="T7" fmla="*/ 809 h 848"/>
              <a:gd name="T8" fmla="*/ 757 w 757"/>
              <a:gd name="T9" fmla="*/ 467 h 848"/>
              <a:gd name="T10" fmla="*/ 496 w 757"/>
              <a:gd name="T11" fmla="*/ 450 h 848"/>
              <a:gd name="T12" fmla="*/ 571 w 757"/>
              <a:gd name="T13" fmla="*/ 415 h 848"/>
              <a:gd name="T14" fmla="*/ 503 w 757"/>
              <a:gd name="T15" fmla="*/ 462 h 848"/>
              <a:gd name="T16" fmla="*/ 494 w 757"/>
              <a:gd name="T17" fmla="*/ 460 h 848"/>
              <a:gd name="T18" fmla="*/ 431 w 757"/>
              <a:gd name="T19" fmla="*/ 390 h 848"/>
              <a:gd name="T20" fmla="*/ 478 w 757"/>
              <a:gd name="T21" fmla="*/ 322 h 848"/>
              <a:gd name="T22" fmla="*/ 443 w 757"/>
              <a:gd name="T23" fmla="*/ 397 h 848"/>
              <a:gd name="T24" fmla="*/ 433 w 757"/>
              <a:gd name="T25" fmla="*/ 399 h 848"/>
              <a:gd name="T26" fmla="*/ 344 w 757"/>
              <a:gd name="T27" fmla="*/ 295 h 848"/>
              <a:gd name="T28" fmla="*/ 358 w 757"/>
              <a:gd name="T29" fmla="*/ 295 h 848"/>
              <a:gd name="T30" fmla="*/ 351 w 757"/>
              <a:gd name="T31" fmla="*/ 377 h 848"/>
              <a:gd name="T32" fmla="*/ 344 w 757"/>
              <a:gd name="T33" fmla="*/ 295 h 848"/>
              <a:gd name="T34" fmla="*/ 233 w 757"/>
              <a:gd name="T35" fmla="*/ 325 h 848"/>
              <a:gd name="T36" fmla="*/ 268 w 757"/>
              <a:gd name="T37" fmla="*/ 399 h 848"/>
              <a:gd name="T38" fmla="*/ 259 w 757"/>
              <a:gd name="T39" fmla="*/ 397 h 848"/>
              <a:gd name="T40" fmla="*/ 224 w 757"/>
              <a:gd name="T41" fmla="*/ 322 h 848"/>
              <a:gd name="T42" fmla="*/ 131 w 757"/>
              <a:gd name="T43" fmla="*/ 415 h 848"/>
              <a:gd name="T44" fmla="*/ 205 w 757"/>
              <a:gd name="T45" fmla="*/ 450 h 848"/>
              <a:gd name="T46" fmla="*/ 202 w 757"/>
              <a:gd name="T47" fmla="*/ 463 h 848"/>
              <a:gd name="T48" fmla="*/ 133 w 757"/>
              <a:gd name="T49" fmla="*/ 425 h 848"/>
              <a:gd name="T50" fmla="*/ 352 w 757"/>
              <a:gd name="T51" fmla="*/ 816 h 848"/>
              <a:gd name="T52" fmla="*/ 324 w 757"/>
              <a:gd name="T53" fmla="*/ 788 h 848"/>
              <a:gd name="T54" fmla="*/ 354 w 757"/>
              <a:gd name="T55" fmla="*/ 816 h 848"/>
              <a:gd name="T56" fmla="*/ 411 w 757"/>
              <a:gd name="T57" fmla="*/ 779 h 848"/>
              <a:gd name="T58" fmla="*/ 291 w 757"/>
              <a:gd name="T59" fmla="*/ 779 h 848"/>
              <a:gd name="T60" fmla="*/ 282 w 757"/>
              <a:gd name="T61" fmla="*/ 765 h 848"/>
              <a:gd name="T62" fmla="*/ 291 w 757"/>
              <a:gd name="T63" fmla="*/ 756 h 848"/>
              <a:gd name="T64" fmla="*/ 420 w 757"/>
              <a:gd name="T65" fmla="*/ 765 h 848"/>
              <a:gd name="T66" fmla="*/ 480 w 757"/>
              <a:gd name="T67" fmla="*/ 617 h 848"/>
              <a:gd name="T68" fmla="*/ 423 w 757"/>
              <a:gd name="T69" fmla="*/ 726 h 848"/>
              <a:gd name="T70" fmla="*/ 428 w 757"/>
              <a:gd name="T71" fmla="*/ 738 h 848"/>
              <a:gd name="T72" fmla="*/ 284 w 757"/>
              <a:gd name="T73" fmla="*/ 747 h 848"/>
              <a:gd name="T74" fmla="*/ 277 w 757"/>
              <a:gd name="T75" fmla="*/ 744 h 848"/>
              <a:gd name="T76" fmla="*/ 276 w 757"/>
              <a:gd name="T77" fmla="*/ 743 h 848"/>
              <a:gd name="T78" fmla="*/ 274 w 757"/>
              <a:gd name="T79" fmla="*/ 733 h 848"/>
              <a:gd name="T80" fmla="*/ 274 w 757"/>
              <a:gd name="T81" fmla="*/ 706 h 848"/>
              <a:gd name="T82" fmla="*/ 201 w 757"/>
              <a:gd name="T83" fmla="*/ 543 h 848"/>
              <a:gd name="T84" fmla="*/ 491 w 757"/>
              <a:gd name="T85" fmla="*/ 490 h 848"/>
              <a:gd name="T86" fmla="*/ 480 w 757"/>
              <a:gd name="T87" fmla="*/ 617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57" h="848">
                <a:moveTo>
                  <a:pt x="723" y="408"/>
                </a:moveTo>
                <a:cubicBezTo>
                  <a:pt x="34" y="11"/>
                  <a:pt x="34" y="11"/>
                  <a:pt x="34" y="11"/>
                </a:cubicBezTo>
                <a:cubicBezTo>
                  <a:pt x="16" y="0"/>
                  <a:pt x="0" y="9"/>
                  <a:pt x="0" y="30"/>
                </a:cubicBezTo>
                <a:cubicBezTo>
                  <a:pt x="0" y="809"/>
                  <a:pt x="0" y="809"/>
                  <a:pt x="0" y="809"/>
                </a:cubicBezTo>
                <a:cubicBezTo>
                  <a:pt x="0" y="831"/>
                  <a:pt x="18" y="848"/>
                  <a:pt x="40" y="848"/>
                </a:cubicBezTo>
                <a:cubicBezTo>
                  <a:pt x="388" y="848"/>
                  <a:pt x="388" y="848"/>
                  <a:pt x="388" y="848"/>
                </a:cubicBezTo>
                <a:cubicBezTo>
                  <a:pt x="718" y="848"/>
                  <a:pt x="718" y="848"/>
                  <a:pt x="718" y="848"/>
                </a:cubicBezTo>
                <a:cubicBezTo>
                  <a:pt x="739" y="848"/>
                  <a:pt x="757" y="831"/>
                  <a:pt x="757" y="809"/>
                </a:cubicBezTo>
                <a:cubicBezTo>
                  <a:pt x="757" y="800"/>
                  <a:pt x="757" y="800"/>
                  <a:pt x="757" y="800"/>
                </a:cubicBezTo>
                <a:cubicBezTo>
                  <a:pt x="757" y="467"/>
                  <a:pt x="757" y="467"/>
                  <a:pt x="757" y="467"/>
                </a:cubicBezTo>
                <a:cubicBezTo>
                  <a:pt x="757" y="446"/>
                  <a:pt x="742" y="419"/>
                  <a:pt x="723" y="408"/>
                </a:cubicBezTo>
                <a:moveTo>
                  <a:pt x="496" y="450"/>
                </a:moveTo>
                <a:cubicBezTo>
                  <a:pt x="561" y="413"/>
                  <a:pt x="561" y="413"/>
                  <a:pt x="561" y="413"/>
                </a:cubicBezTo>
                <a:cubicBezTo>
                  <a:pt x="565" y="411"/>
                  <a:pt x="569" y="412"/>
                  <a:pt x="571" y="415"/>
                </a:cubicBezTo>
                <a:cubicBezTo>
                  <a:pt x="573" y="419"/>
                  <a:pt x="572" y="423"/>
                  <a:pt x="568" y="425"/>
                </a:cubicBezTo>
                <a:cubicBezTo>
                  <a:pt x="503" y="462"/>
                  <a:pt x="503" y="462"/>
                  <a:pt x="503" y="462"/>
                </a:cubicBezTo>
                <a:cubicBezTo>
                  <a:pt x="502" y="463"/>
                  <a:pt x="501" y="463"/>
                  <a:pt x="500" y="463"/>
                </a:cubicBezTo>
                <a:cubicBezTo>
                  <a:pt x="498" y="463"/>
                  <a:pt x="495" y="462"/>
                  <a:pt x="494" y="460"/>
                </a:cubicBezTo>
                <a:cubicBezTo>
                  <a:pt x="492" y="456"/>
                  <a:pt x="493" y="452"/>
                  <a:pt x="496" y="450"/>
                </a:cubicBezTo>
                <a:moveTo>
                  <a:pt x="431" y="390"/>
                </a:moveTo>
                <a:cubicBezTo>
                  <a:pt x="468" y="325"/>
                  <a:pt x="468" y="325"/>
                  <a:pt x="468" y="325"/>
                </a:cubicBezTo>
                <a:cubicBezTo>
                  <a:pt x="470" y="321"/>
                  <a:pt x="475" y="320"/>
                  <a:pt x="478" y="322"/>
                </a:cubicBezTo>
                <a:cubicBezTo>
                  <a:pt x="481" y="324"/>
                  <a:pt x="482" y="328"/>
                  <a:pt x="480" y="332"/>
                </a:cubicBezTo>
                <a:cubicBezTo>
                  <a:pt x="443" y="397"/>
                  <a:pt x="443" y="397"/>
                  <a:pt x="443" y="397"/>
                </a:cubicBezTo>
                <a:cubicBezTo>
                  <a:pt x="442" y="399"/>
                  <a:pt x="439" y="400"/>
                  <a:pt x="437" y="400"/>
                </a:cubicBezTo>
                <a:cubicBezTo>
                  <a:pt x="436" y="400"/>
                  <a:pt x="435" y="400"/>
                  <a:pt x="433" y="399"/>
                </a:cubicBezTo>
                <a:cubicBezTo>
                  <a:pt x="430" y="397"/>
                  <a:pt x="429" y="393"/>
                  <a:pt x="431" y="390"/>
                </a:cubicBezTo>
                <a:moveTo>
                  <a:pt x="344" y="295"/>
                </a:moveTo>
                <a:cubicBezTo>
                  <a:pt x="344" y="291"/>
                  <a:pt x="347" y="288"/>
                  <a:pt x="351" y="288"/>
                </a:cubicBezTo>
                <a:cubicBezTo>
                  <a:pt x="355" y="288"/>
                  <a:pt x="358" y="291"/>
                  <a:pt x="358" y="295"/>
                </a:cubicBezTo>
                <a:cubicBezTo>
                  <a:pt x="358" y="370"/>
                  <a:pt x="358" y="370"/>
                  <a:pt x="358" y="370"/>
                </a:cubicBezTo>
                <a:cubicBezTo>
                  <a:pt x="358" y="374"/>
                  <a:pt x="355" y="377"/>
                  <a:pt x="351" y="377"/>
                </a:cubicBezTo>
                <a:cubicBezTo>
                  <a:pt x="347" y="377"/>
                  <a:pt x="344" y="374"/>
                  <a:pt x="344" y="370"/>
                </a:cubicBezTo>
                <a:cubicBezTo>
                  <a:pt x="344" y="295"/>
                  <a:pt x="344" y="295"/>
                  <a:pt x="344" y="295"/>
                </a:cubicBezTo>
                <a:moveTo>
                  <a:pt x="224" y="322"/>
                </a:moveTo>
                <a:cubicBezTo>
                  <a:pt x="227" y="320"/>
                  <a:pt x="231" y="321"/>
                  <a:pt x="233" y="325"/>
                </a:cubicBezTo>
                <a:cubicBezTo>
                  <a:pt x="271" y="390"/>
                  <a:pt x="271" y="390"/>
                  <a:pt x="271" y="390"/>
                </a:cubicBezTo>
                <a:cubicBezTo>
                  <a:pt x="273" y="393"/>
                  <a:pt x="272" y="397"/>
                  <a:pt x="268" y="399"/>
                </a:cubicBezTo>
                <a:cubicBezTo>
                  <a:pt x="267" y="400"/>
                  <a:pt x="266" y="400"/>
                  <a:pt x="265" y="400"/>
                </a:cubicBezTo>
                <a:cubicBezTo>
                  <a:pt x="262" y="400"/>
                  <a:pt x="260" y="399"/>
                  <a:pt x="259" y="397"/>
                </a:cubicBezTo>
                <a:cubicBezTo>
                  <a:pt x="221" y="332"/>
                  <a:pt x="221" y="332"/>
                  <a:pt x="221" y="332"/>
                </a:cubicBezTo>
                <a:cubicBezTo>
                  <a:pt x="219" y="328"/>
                  <a:pt x="220" y="324"/>
                  <a:pt x="224" y="322"/>
                </a:cubicBezTo>
                <a:moveTo>
                  <a:pt x="133" y="425"/>
                </a:moveTo>
                <a:cubicBezTo>
                  <a:pt x="130" y="423"/>
                  <a:pt x="129" y="419"/>
                  <a:pt x="131" y="415"/>
                </a:cubicBezTo>
                <a:cubicBezTo>
                  <a:pt x="133" y="412"/>
                  <a:pt x="137" y="411"/>
                  <a:pt x="140" y="413"/>
                </a:cubicBezTo>
                <a:cubicBezTo>
                  <a:pt x="205" y="450"/>
                  <a:pt x="205" y="450"/>
                  <a:pt x="205" y="450"/>
                </a:cubicBezTo>
                <a:cubicBezTo>
                  <a:pt x="209" y="452"/>
                  <a:pt x="210" y="456"/>
                  <a:pt x="208" y="460"/>
                </a:cubicBezTo>
                <a:cubicBezTo>
                  <a:pt x="206" y="462"/>
                  <a:pt x="204" y="463"/>
                  <a:pt x="202" y="463"/>
                </a:cubicBezTo>
                <a:cubicBezTo>
                  <a:pt x="201" y="463"/>
                  <a:pt x="199" y="463"/>
                  <a:pt x="198" y="462"/>
                </a:cubicBezTo>
                <a:cubicBezTo>
                  <a:pt x="133" y="425"/>
                  <a:pt x="133" y="425"/>
                  <a:pt x="133" y="425"/>
                </a:cubicBezTo>
                <a:moveTo>
                  <a:pt x="354" y="816"/>
                </a:moveTo>
                <a:cubicBezTo>
                  <a:pt x="353" y="816"/>
                  <a:pt x="352" y="816"/>
                  <a:pt x="352" y="816"/>
                </a:cubicBezTo>
                <a:cubicBezTo>
                  <a:pt x="328" y="816"/>
                  <a:pt x="301" y="805"/>
                  <a:pt x="301" y="788"/>
                </a:cubicBezTo>
                <a:cubicBezTo>
                  <a:pt x="324" y="788"/>
                  <a:pt x="324" y="788"/>
                  <a:pt x="324" y="788"/>
                </a:cubicBezTo>
                <a:cubicBezTo>
                  <a:pt x="402" y="788"/>
                  <a:pt x="402" y="788"/>
                  <a:pt x="402" y="788"/>
                </a:cubicBezTo>
                <a:cubicBezTo>
                  <a:pt x="402" y="805"/>
                  <a:pt x="376" y="815"/>
                  <a:pt x="354" y="816"/>
                </a:cubicBezTo>
                <a:moveTo>
                  <a:pt x="420" y="770"/>
                </a:moveTo>
                <a:cubicBezTo>
                  <a:pt x="420" y="775"/>
                  <a:pt x="416" y="779"/>
                  <a:pt x="411" y="779"/>
                </a:cubicBezTo>
                <a:cubicBezTo>
                  <a:pt x="314" y="779"/>
                  <a:pt x="314" y="779"/>
                  <a:pt x="314" y="779"/>
                </a:cubicBezTo>
                <a:cubicBezTo>
                  <a:pt x="291" y="779"/>
                  <a:pt x="291" y="779"/>
                  <a:pt x="291" y="779"/>
                </a:cubicBezTo>
                <a:cubicBezTo>
                  <a:pt x="286" y="779"/>
                  <a:pt x="282" y="775"/>
                  <a:pt x="282" y="770"/>
                </a:cubicBezTo>
                <a:cubicBezTo>
                  <a:pt x="282" y="765"/>
                  <a:pt x="282" y="765"/>
                  <a:pt x="282" y="765"/>
                </a:cubicBezTo>
                <a:cubicBezTo>
                  <a:pt x="282" y="760"/>
                  <a:pt x="285" y="757"/>
                  <a:pt x="290" y="757"/>
                </a:cubicBezTo>
                <a:cubicBezTo>
                  <a:pt x="291" y="756"/>
                  <a:pt x="291" y="756"/>
                  <a:pt x="291" y="756"/>
                </a:cubicBezTo>
                <a:cubicBezTo>
                  <a:pt x="411" y="756"/>
                  <a:pt x="411" y="756"/>
                  <a:pt x="411" y="756"/>
                </a:cubicBezTo>
                <a:cubicBezTo>
                  <a:pt x="416" y="756"/>
                  <a:pt x="420" y="760"/>
                  <a:pt x="420" y="765"/>
                </a:cubicBezTo>
                <a:cubicBezTo>
                  <a:pt x="420" y="770"/>
                  <a:pt x="420" y="770"/>
                  <a:pt x="420" y="770"/>
                </a:cubicBezTo>
                <a:moveTo>
                  <a:pt x="480" y="617"/>
                </a:moveTo>
                <a:cubicBezTo>
                  <a:pt x="444" y="684"/>
                  <a:pt x="434" y="670"/>
                  <a:pt x="428" y="706"/>
                </a:cubicBezTo>
                <a:cubicBezTo>
                  <a:pt x="427" y="714"/>
                  <a:pt x="425" y="721"/>
                  <a:pt x="423" y="726"/>
                </a:cubicBezTo>
                <a:cubicBezTo>
                  <a:pt x="426" y="727"/>
                  <a:pt x="428" y="730"/>
                  <a:pt x="428" y="733"/>
                </a:cubicBezTo>
                <a:cubicBezTo>
                  <a:pt x="428" y="738"/>
                  <a:pt x="428" y="738"/>
                  <a:pt x="428" y="738"/>
                </a:cubicBezTo>
                <a:cubicBezTo>
                  <a:pt x="428" y="743"/>
                  <a:pt x="423" y="747"/>
                  <a:pt x="418" y="747"/>
                </a:cubicBezTo>
                <a:cubicBezTo>
                  <a:pt x="284" y="747"/>
                  <a:pt x="284" y="747"/>
                  <a:pt x="284" y="747"/>
                </a:cubicBezTo>
                <a:cubicBezTo>
                  <a:pt x="281" y="747"/>
                  <a:pt x="279" y="746"/>
                  <a:pt x="277" y="744"/>
                </a:cubicBezTo>
                <a:cubicBezTo>
                  <a:pt x="277" y="744"/>
                  <a:pt x="277" y="744"/>
                  <a:pt x="277" y="744"/>
                </a:cubicBezTo>
                <a:cubicBezTo>
                  <a:pt x="276" y="744"/>
                  <a:pt x="276" y="744"/>
                  <a:pt x="276" y="744"/>
                </a:cubicBezTo>
                <a:cubicBezTo>
                  <a:pt x="276" y="743"/>
                  <a:pt x="276" y="743"/>
                  <a:pt x="276" y="743"/>
                </a:cubicBezTo>
                <a:cubicBezTo>
                  <a:pt x="275" y="742"/>
                  <a:pt x="274" y="740"/>
                  <a:pt x="274" y="738"/>
                </a:cubicBezTo>
                <a:cubicBezTo>
                  <a:pt x="274" y="733"/>
                  <a:pt x="274" y="733"/>
                  <a:pt x="274" y="733"/>
                </a:cubicBezTo>
                <a:cubicBezTo>
                  <a:pt x="274" y="730"/>
                  <a:pt x="276" y="727"/>
                  <a:pt x="278" y="726"/>
                </a:cubicBezTo>
                <a:cubicBezTo>
                  <a:pt x="277" y="721"/>
                  <a:pt x="275" y="714"/>
                  <a:pt x="274" y="706"/>
                </a:cubicBezTo>
                <a:cubicBezTo>
                  <a:pt x="268" y="670"/>
                  <a:pt x="258" y="684"/>
                  <a:pt x="221" y="617"/>
                </a:cubicBezTo>
                <a:cubicBezTo>
                  <a:pt x="209" y="595"/>
                  <a:pt x="201" y="570"/>
                  <a:pt x="201" y="543"/>
                </a:cubicBezTo>
                <a:cubicBezTo>
                  <a:pt x="201" y="460"/>
                  <a:pt x="268" y="393"/>
                  <a:pt x="351" y="393"/>
                </a:cubicBezTo>
                <a:cubicBezTo>
                  <a:pt x="415" y="393"/>
                  <a:pt x="469" y="433"/>
                  <a:pt x="491" y="490"/>
                </a:cubicBezTo>
                <a:cubicBezTo>
                  <a:pt x="497" y="506"/>
                  <a:pt x="500" y="524"/>
                  <a:pt x="500" y="543"/>
                </a:cubicBezTo>
                <a:cubicBezTo>
                  <a:pt x="500" y="570"/>
                  <a:pt x="493" y="595"/>
                  <a:pt x="480" y="617"/>
                </a:cubicBezTo>
              </a:path>
            </a:pathLst>
          </a:custGeom>
          <a:solidFill>
            <a:srgbClr val="E565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Freeform 12"/>
          <p:cNvSpPr>
            <a:spLocks/>
          </p:cNvSpPr>
          <p:nvPr/>
        </p:nvSpPr>
        <p:spPr bwMode="auto">
          <a:xfrm>
            <a:off x="4458755" y="2820514"/>
            <a:ext cx="1537791" cy="509033"/>
          </a:xfrm>
          <a:custGeom>
            <a:avLst/>
            <a:gdLst>
              <a:gd name="T0" fmla="*/ 514 w 608"/>
              <a:gd name="T1" fmla="*/ 0 h 201"/>
              <a:gd name="T2" fmla="*/ 514 w 608"/>
              <a:gd name="T3" fmla="*/ 0 h 201"/>
              <a:gd name="T4" fmla="*/ 374 w 608"/>
              <a:gd name="T5" fmla="*/ 118 h 201"/>
              <a:gd name="T6" fmla="*/ 89 w 608"/>
              <a:gd name="T7" fmla="*/ 118 h 201"/>
              <a:gd name="T8" fmla="*/ 0 w 608"/>
              <a:gd name="T9" fmla="*/ 86 h 201"/>
              <a:gd name="T10" fmla="*/ 131 w 608"/>
              <a:gd name="T11" fmla="*/ 201 h 201"/>
              <a:gd name="T12" fmla="*/ 569 w 608"/>
              <a:gd name="T13" fmla="*/ 201 h 201"/>
              <a:gd name="T14" fmla="*/ 608 w 608"/>
              <a:gd name="T15" fmla="*/ 162 h 201"/>
              <a:gd name="T16" fmla="*/ 608 w 608"/>
              <a:gd name="T17" fmla="*/ 99 h 201"/>
              <a:gd name="T18" fmla="*/ 514 w 608"/>
              <a:gd name="T19"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8" h="201">
                <a:moveTo>
                  <a:pt x="514" y="0"/>
                </a:moveTo>
                <a:cubicBezTo>
                  <a:pt x="514" y="0"/>
                  <a:pt x="514" y="0"/>
                  <a:pt x="514" y="0"/>
                </a:cubicBezTo>
                <a:cubicBezTo>
                  <a:pt x="502" y="67"/>
                  <a:pt x="444" y="118"/>
                  <a:pt x="374" y="118"/>
                </a:cubicBezTo>
                <a:cubicBezTo>
                  <a:pt x="89" y="118"/>
                  <a:pt x="89" y="118"/>
                  <a:pt x="89" y="118"/>
                </a:cubicBezTo>
                <a:cubicBezTo>
                  <a:pt x="55" y="118"/>
                  <a:pt x="24" y="106"/>
                  <a:pt x="0" y="86"/>
                </a:cubicBezTo>
                <a:cubicBezTo>
                  <a:pt x="131" y="201"/>
                  <a:pt x="131" y="201"/>
                  <a:pt x="131" y="201"/>
                </a:cubicBezTo>
                <a:cubicBezTo>
                  <a:pt x="569" y="201"/>
                  <a:pt x="569" y="201"/>
                  <a:pt x="569" y="201"/>
                </a:cubicBezTo>
                <a:cubicBezTo>
                  <a:pt x="590" y="201"/>
                  <a:pt x="608" y="184"/>
                  <a:pt x="608" y="162"/>
                </a:cubicBezTo>
                <a:cubicBezTo>
                  <a:pt x="608" y="99"/>
                  <a:pt x="608" y="99"/>
                  <a:pt x="608" y="99"/>
                </a:cubicBezTo>
                <a:cubicBezTo>
                  <a:pt x="514" y="0"/>
                  <a:pt x="514" y="0"/>
                  <a:pt x="514" y="0"/>
                </a:cubicBezTo>
              </a:path>
            </a:pathLst>
          </a:custGeom>
          <a:solidFill>
            <a:srgbClr val="000000">
              <a:alpha val="20000"/>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 name="Freeform 13"/>
          <p:cNvSpPr>
            <a:spLocks/>
          </p:cNvSpPr>
          <p:nvPr/>
        </p:nvSpPr>
        <p:spPr bwMode="auto">
          <a:xfrm>
            <a:off x="4435228" y="3018352"/>
            <a:ext cx="23527" cy="20319"/>
          </a:xfrm>
          <a:custGeom>
            <a:avLst/>
            <a:gdLst>
              <a:gd name="T0" fmla="*/ 0 w 9"/>
              <a:gd name="T1" fmla="*/ 0 h 8"/>
              <a:gd name="T2" fmla="*/ 0 w 9"/>
              <a:gd name="T3" fmla="*/ 0 h 8"/>
              <a:gd name="T4" fmla="*/ 9 w 9"/>
              <a:gd name="T5" fmla="*/ 8 h 8"/>
              <a:gd name="T6" fmla="*/ 0 w 9"/>
              <a:gd name="T7" fmla="*/ 0 h 8"/>
            </a:gdLst>
            <a:ahLst/>
            <a:cxnLst>
              <a:cxn ang="0">
                <a:pos x="T0" y="T1"/>
              </a:cxn>
              <a:cxn ang="0">
                <a:pos x="T2" y="T3"/>
              </a:cxn>
              <a:cxn ang="0">
                <a:pos x="T4" y="T5"/>
              </a:cxn>
              <a:cxn ang="0">
                <a:pos x="T6" y="T7"/>
              </a:cxn>
            </a:cxnLst>
            <a:rect l="0" t="0" r="r" b="b"/>
            <a:pathLst>
              <a:path w="9" h="8">
                <a:moveTo>
                  <a:pt x="0" y="0"/>
                </a:moveTo>
                <a:cubicBezTo>
                  <a:pt x="0" y="0"/>
                  <a:pt x="0" y="0"/>
                  <a:pt x="0" y="0"/>
                </a:cubicBezTo>
                <a:cubicBezTo>
                  <a:pt x="3" y="3"/>
                  <a:pt x="6" y="5"/>
                  <a:pt x="9" y="8"/>
                </a:cubicBezTo>
                <a:cubicBezTo>
                  <a:pt x="0" y="0"/>
                  <a:pt x="0" y="0"/>
                  <a:pt x="0" y="0"/>
                </a:cubicBezTo>
              </a:path>
            </a:pathLst>
          </a:custGeom>
          <a:solidFill>
            <a:srgbClr val="C0BB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Rectangle 14"/>
          <p:cNvSpPr>
            <a:spLocks noChangeArrowheads="1"/>
          </p:cNvSpPr>
          <p:nvPr/>
        </p:nvSpPr>
        <p:spPr bwMode="auto">
          <a:xfrm>
            <a:off x="6348377" y="4133732"/>
            <a:ext cx="1070" cy="1070"/>
          </a:xfrm>
          <a:prstGeom prst="rect">
            <a:avLst/>
          </a:prstGeom>
          <a:solidFill>
            <a:srgbClr val="A6CB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15"/>
          <p:cNvSpPr>
            <a:spLocks/>
          </p:cNvSpPr>
          <p:nvPr/>
        </p:nvSpPr>
        <p:spPr bwMode="auto">
          <a:xfrm>
            <a:off x="6348377" y="4133732"/>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Rectangle 16"/>
          <p:cNvSpPr>
            <a:spLocks noChangeArrowheads="1"/>
          </p:cNvSpPr>
          <p:nvPr/>
        </p:nvSpPr>
        <p:spPr bwMode="auto">
          <a:xfrm>
            <a:off x="6348377" y="4133732"/>
            <a:ext cx="1070" cy="1070"/>
          </a:xfrm>
          <a:prstGeom prst="rect">
            <a:avLst/>
          </a:prstGeom>
          <a:solidFill>
            <a:srgbClr val="7E995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7"/>
          <p:cNvSpPr>
            <a:spLocks/>
          </p:cNvSpPr>
          <p:nvPr/>
        </p:nvSpPr>
        <p:spPr bwMode="auto">
          <a:xfrm>
            <a:off x="6348377" y="4133732"/>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18"/>
          <p:cNvSpPr>
            <a:spLocks noEditPoints="1"/>
          </p:cNvSpPr>
          <p:nvPr/>
        </p:nvSpPr>
        <p:spPr bwMode="auto">
          <a:xfrm>
            <a:off x="6194384" y="3529523"/>
            <a:ext cx="1916358" cy="2145209"/>
          </a:xfrm>
          <a:custGeom>
            <a:avLst/>
            <a:gdLst>
              <a:gd name="T0" fmla="*/ 718 w 757"/>
              <a:gd name="T1" fmla="*/ 0 h 848"/>
              <a:gd name="T2" fmla="*/ 40 w 757"/>
              <a:gd name="T3" fmla="*/ 0 h 848"/>
              <a:gd name="T4" fmla="*/ 0 w 757"/>
              <a:gd name="T5" fmla="*/ 39 h 848"/>
              <a:gd name="T6" fmla="*/ 0 w 757"/>
              <a:gd name="T7" fmla="*/ 818 h 848"/>
              <a:gd name="T8" fmla="*/ 34 w 757"/>
              <a:gd name="T9" fmla="*/ 837 h 848"/>
              <a:gd name="T10" fmla="*/ 220 w 757"/>
              <a:gd name="T11" fmla="*/ 730 h 848"/>
              <a:gd name="T12" fmla="*/ 306 w 757"/>
              <a:gd name="T13" fmla="*/ 680 h 848"/>
              <a:gd name="T14" fmla="*/ 468 w 757"/>
              <a:gd name="T15" fmla="*/ 587 h 848"/>
              <a:gd name="T16" fmla="*/ 723 w 757"/>
              <a:gd name="T17" fmla="*/ 440 h 848"/>
              <a:gd name="T18" fmla="*/ 731 w 757"/>
              <a:gd name="T19" fmla="*/ 434 h 848"/>
              <a:gd name="T20" fmla="*/ 757 w 757"/>
              <a:gd name="T21" fmla="*/ 381 h 848"/>
              <a:gd name="T22" fmla="*/ 757 w 757"/>
              <a:gd name="T23" fmla="*/ 324 h 848"/>
              <a:gd name="T24" fmla="*/ 757 w 757"/>
              <a:gd name="T25" fmla="*/ 39 h 848"/>
              <a:gd name="T26" fmla="*/ 718 w 757"/>
              <a:gd name="T27" fmla="*/ 0 h 848"/>
              <a:gd name="T28" fmla="*/ 526 w 757"/>
              <a:gd name="T29" fmla="*/ 420 h 848"/>
              <a:gd name="T30" fmla="*/ 353 w 757"/>
              <a:gd name="T31" fmla="*/ 476 h 848"/>
              <a:gd name="T32" fmla="*/ 181 w 757"/>
              <a:gd name="T33" fmla="*/ 420 h 848"/>
              <a:gd name="T34" fmla="*/ 181 w 757"/>
              <a:gd name="T35" fmla="*/ 301 h 848"/>
              <a:gd name="T36" fmla="*/ 335 w 757"/>
              <a:gd name="T37" fmla="*/ 340 h 848"/>
              <a:gd name="T38" fmla="*/ 353 w 757"/>
              <a:gd name="T39" fmla="*/ 342 h 848"/>
              <a:gd name="T40" fmla="*/ 372 w 757"/>
              <a:gd name="T41" fmla="*/ 340 h 848"/>
              <a:gd name="T42" fmla="*/ 526 w 757"/>
              <a:gd name="T43" fmla="*/ 301 h 848"/>
              <a:gd name="T44" fmla="*/ 526 w 757"/>
              <a:gd name="T45" fmla="*/ 420 h 848"/>
              <a:gd name="T46" fmla="*/ 635 w 757"/>
              <a:gd name="T47" fmla="*/ 251 h 848"/>
              <a:gd name="T48" fmla="*/ 611 w 757"/>
              <a:gd name="T49" fmla="*/ 257 h 848"/>
              <a:gd name="T50" fmla="*/ 611 w 757"/>
              <a:gd name="T51" fmla="*/ 407 h 848"/>
              <a:gd name="T52" fmla="*/ 621 w 757"/>
              <a:gd name="T53" fmla="*/ 433 h 848"/>
              <a:gd name="T54" fmla="*/ 593 w 757"/>
              <a:gd name="T55" fmla="*/ 467 h 848"/>
              <a:gd name="T56" fmla="*/ 565 w 757"/>
              <a:gd name="T57" fmla="*/ 433 h 848"/>
              <a:gd name="T58" fmla="*/ 575 w 757"/>
              <a:gd name="T59" fmla="*/ 407 h 848"/>
              <a:gd name="T60" fmla="*/ 575 w 757"/>
              <a:gd name="T61" fmla="*/ 266 h 848"/>
              <a:gd name="T62" fmla="*/ 526 w 757"/>
              <a:gd name="T63" fmla="*/ 278 h 848"/>
              <a:gd name="T64" fmla="*/ 368 w 757"/>
              <a:gd name="T65" fmla="*/ 318 h 848"/>
              <a:gd name="T66" fmla="*/ 353 w 757"/>
              <a:gd name="T67" fmla="*/ 319 h 848"/>
              <a:gd name="T68" fmla="*/ 338 w 757"/>
              <a:gd name="T69" fmla="*/ 318 h 848"/>
              <a:gd name="T70" fmla="*/ 181 w 757"/>
              <a:gd name="T71" fmla="*/ 278 h 848"/>
              <a:gd name="T72" fmla="*/ 72 w 757"/>
              <a:gd name="T73" fmla="*/ 251 h 848"/>
              <a:gd name="T74" fmla="*/ 65 w 757"/>
              <a:gd name="T75" fmla="*/ 247 h 848"/>
              <a:gd name="T76" fmla="*/ 61 w 757"/>
              <a:gd name="T77" fmla="*/ 239 h 848"/>
              <a:gd name="T78" fmla="*/ 61 w 757"/>
              <a:gd name="T79" fmla="*/ 239 h 848"/>
              <a:gd name="T80" fmla="*/ 61 w 757"/>
              <a:gd name="T81" fmla="*/ 239 h 848"/>
              <a:gd name="T82" fmla="*/ 72 w 757"/>
              <a:gd name="T83" fmla="*/ 214 h 848"/>
              <a:gd name="T84" fmla="*/ 338 w 757"/>
              <a:gd name="T85" fmla="*/ 148 h 848"/>
              <a:gd name="T86" fmla="*/ 353 w 757"/>
              <a:gd name="T87" fmla="*/ 146 h 848"/>
              <a:gd name="T88" fmla="*/ 368 w 757"/>
              <a:gd name="T89" fmla="*/ 148 h 848"/>
              <a:gd name="T90" fmla="*/ 635 w 757"/>
              <a:gd name="T91" fmla="*/ 214 h 848"/>
              <a:gd name="T92" fmla="*/ 645 w 757"/>
              <a:gd name="T93" fmla="*/ 224 h 848"/>
              <a:gd name="T94" fmla="*/ 635 w 757"/>
              <a:gd name="T95" fmla="*/ 25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57" h="848">
                <a:moveTo>
                  <a:pt x="718" y="0"/>
                </a:moveTo>
                <a:cubicBezTo>
                  <a:pt x="40" y="0"/>
                  <a:pt x="40" y="0"/>
                  <a:pt x="40" y="0"/>
                </a:cubicBezTo>
                <a:cubicBezTo>
                  <a:pt x="18" y="0"/>
                  <a:pt x="0" y="17"/>
                  <a:pt x="0" y="39"/>
                </a:cubicBezTo>
                <a:cubicBezTo>
                  <a:pt x="0" y="818"/>
                  <a:pt x="0" y="818"/>
                  <a:pt x="0" y="818"/>
                </a:cubicBezTo>
                <a:cubicBezTo>
                  <a:pt x="0" y="839"/>
                  <a:pt x="16" y="848"/>
                  <a:pt x="34" y="837"/>
                </a:cubicBezTo>
                <a:cubicBezTo>
                  <a:pt x="220" y="730"/>
                  <a:pt x="220" y="730"/>
                  <a:pt x="220" y="730"/>
                </a:cubicBezTo>
                <a:cubicBezTo>
                  <a:pt x="306" y="680"/>
                  <a:pt x="306" y="680"/>
                  <a:pt x="306" y="680"/>
                </a:cubicBezTo>
                <a:cubicBezTo>
                  <a:pt x="468" y="587"/>
                  <a:pt x="468" y="587"/>
                  <a:pt x="468" y="587"/>
                </a:cubicBezTo>
                <a:cubicBezTo>
                  <a:pt x="723" y="440"/>
                  <a:pt x="723" y="440"/>
                  <a:pt x="723" y="440"/>
                </a:cubicBezTo>
                <a:cubicBezTo>
                  <a:pt x="726" y="438"/>
                  <a:pt x="728" y="436"/>
                  <a:pt x="731" y="434"/>
                </a:cubicBezTo>
                <a:cubicBezTo>
                  <a:pt x="746" y="421"/>
                  <a:pt x="757" y="399"/>
                  <a:pt x="757" y="381"/>
                </a:cubicBezTo>
                <a:cubicBezTo>
                  <a:pt x="757" y="324"/>
                  <a:pt x="757" y="324"/>
                  <a:pt x="757" y="324"/>
                </a:cubicBezTo>
                <a:cubicBezTo>
                  <a:pt x="757" y="39"/>
                  <a:pt x="757" y="39"/>
                  <a:pt x="757" y="39"/>
                </a:cubicBezTo>
                <a:cubicBezTo>
                  <a:pt x="757" y="17"/>
                  <a:pt x="739" y="0"/>
                  <a:pt x="718" y="0"/>
                </a:cubicBezTo>
                <a:moveTo>
                  <a:pt x="526" y="420"/>
                </a:moveTo>
                <a:cubicBezTo>
                  <a:pt x="526" y="451"/>
                  <a:pt x="449" y="476"/>
                  <a:pt x="353" y="476"/>
                </a:cubicBezTo>
                <a:cubicBezTo>
                  <a:pt x="258" y="476"/>
                  <a:pt x="181" y="451"/>
                  <a:pt x="181" y="420"/>
                </a:cubicBezTo>
                <a:cubicBezTo>
                  <a:pt x="181" y="301"/>
                  <a:pt x="181" y="301"/>
                  <a:pt x="181" y="301"/>
                </a:cubicBezTo>
                <a:cubicBezTo>
                  <a:pt x="335" y="340"/>
                  <a:pt x="335" y="340"/>
                  <a:pt x="335" y="340"/>
                </a:cubicBezTo>
                <a:cubicBezTo>
                  <a:pt x="341" y="341"/>
                  <a:pt x="347" y="342"/>
                  <a:pt x="353" y="342"/>
                </a:cubicBezTo>
                <a:cubicBezTo>
                  <a:pt x="360" y="342"/>
                  <a:pt x="366" y="341"/>
                  <a:pt x="372" y="340"/>
                </a:cubicBezTo>
                <a:cubicBezTo>
                  <a:pt x="526" y="301"/>
                  <a:pt x="526" y="301"/>
                  <a:pt x="526" y="301"/>
                </a:cubicBezTo>
                <a:cubicBezTo>
                  <a:pt x="526" y="420"/>
                  <a:pt x="526" y="420"/>
                  <a:pt x="526" y="420"/>
                </a:cubicBezTo>
                <a:moveTo>
                  <a:pt x="635" y="251"/>
                </a:moveTo>
                <a:cubicBezTo>
                  <a:pt x="611" y="257"/>
                  <a:pt x="611" y="257"/>
                  <a:pt x="611" y="257"/>
                </a:cubicBezTo>
                <a:cubicBezTo>
                  <a:pt x="611" y="407"/>
                  <a:pt x="611" y="407"/>
                  <a:pt x="611" y="407"/>
                </a:cubicBezTo>
                <a:cubicBezTo>
                  <a:pt x="617" y="413"/>
                  <a:pt x="621" y="423"/>
                  <a:pt x="621" y="433"/>
                </a:cubicBezTo>
                <a:cubicBezTo>
                  <a:pt x="621" y="452"/>
                  <a:pt x="608" y="467"/>
                  <a:pt x="593" y="467"/>
                </a:cubicBezTo>
                <a:cubicBezTo>
                  <a:pt x="578" y="467"/>
                  <a:pt x="565" y="452"/>
                  <a:pt x="565" y="433"/>
                </a:cubicBezTo>
                <a:cubicBezTo>
                  <a:pt x="565" y="423"/>
                  <a:pt x="569" y="413"/>
                  <a:pt x="575" y="407"/>
                </a:cubicBezTo>
                <a:cubicBezTo>
                  <a:pt x="575" y="266"/>
                  <a:pt x="575" y="266"/>
                  <a:pt x="575" y="266"/>
                </a:cubicBezTo>
                <a:cubicBezTo>
                  <a:pt x="526" y="278"/>
                  <a:pt x="526" y="278"/>
                  <a:pt x="526" y="278"/>
                </a:cubicBezTo>
                <a:cubicBezTo>
                  <a:pt x="368" y="318"/>
                  <a:pt x="368" y="318"/>
                  <a:pt x="368" y="318"/>
                </a:cubicBezTo>
                <a:cubicBezTo>
                  <a:pt x="364" y="319"/>
                  <a:pt x="359" y="319"/>
                  <a:pt x="353" y="319"/>
                </a:cubicBezTo>
                <a:cubicBezTo>
                  <a:pt x="348" y="319"/>
                  <a:pt x="343" y="319"/>
                  <a:pt x="338" y="318"/>
                </a:cubicBezTo>
                <a:cubicBezTo>
                  <a:pt x="181" y="278"/>
                  <a:pt x="181" y="278"/>
                  <a:pt x="181" y="278"/>
                </a:cubicBezTo>
                <a:cubicBezTo>
                  <a:pt x="72" y="251"/>
                  <a:pt x="72" y="251"/>
                  <a:pt x="72" y="251"/>
                </a:cubicBezTo>
                <a:cubicBezTo>
                  <a:pt x="69" y="250"/>
                  <a:pt x="67" y="249"/>
                  <a:pt x="65" y="247"/>
                </a:cubicBezTo>
                <a:cubicBezTo>
                  <a:pt x="63" y="244"/>
                  <a:pt x="62" y="242"/>
                  <a:pt x="61" y="239"/>
                </a:cubicBezTo>
                <a:cubicBezTo>
                  <a:pt x="61" y="239"/>
                  <a:pt x="61" y="239"/>
                  <a:pt x="61" y="239"/>
                </a:cubicBezTo>
                <a:cubicBezTo>
                  <a:pt x="61" y="239"/>
                  <a:pt x="61" y="239"/>
                  <a:pt x="61" y="239"/>
                </a:cubicBezTo>
                <a:cubicBezTo>
                  <a:pt x="58" y="229"/>
                  <a:pt x="62" y="217"/>
                  <a:pt x="72" y="214"/>
                </a:cubicBezTo>
                <a:cubicBezTo>
                  <a:pt x="338" y="148"/>
                  <a:pt x="338" y="148"/>
                  <a:pt x="338" y="148"/>
                </a:cubicBezTo>
                <a:cubicBezTo>
                  <a:pt x="343" y="147"/>
                  <a:pt x="348" y="146"/>
                  <a:pt x="353" y="146"/>
                </a:cubicBezTo>
                <a:cubicBezTo>
                  <a:pt x="359" y="146"/>
                  <a:pt x="364" y="147"/>
                  <a:pt x="368" y="148"/>
                </a:cubicBezTo>
                <a:cubicBezTo>
                  <a:pt x="635" y="214"/>
                  <a:pt x="635" y="214"/>
                  <a:pt x="635" y="214"/>
                </a:cubicBezTo>
                <a:cubicBezTo>
                  <a:pt x="640" y="216"/>
                  <a:pt x="643" y="220"/>
                  <a:pt x="645" y="224"/>
                </a:cubicBezTo>
                <a:cubicBezTo>
                  <a:pt x="649" y="234"/>
                  <a:pt x="646" y="248"/>
                  <a:pt x="635" y="251"/>
                </a:cubicBezTo>
              </a:path>
            </a:pathLst>
          </a:custGeom>
          <a:solidFill>
            <a:srgbClr val="7598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9"/>
          <p:cNvSpPr>
            <a:spLocks noEditPoints="1"/>
          </p:cNvSpPr>
          <p:nvPr/>
        </p:nvSpPr>
        <p:spPr bwMode="auto">
          <a:xfrm>
            <a:off x="6359071" y="4096303"/>
            <a:ext cx="1685368" cy="1153879"/>
          </a:xfrm>
          <a:custGeom>
            <a:avLst/>
            <a:gdLst>
              <a:gd name="T0" fmla="*/ 288 w 666"/>
              <a:gd name="T1" fmla="*/ 118 h 456"/>
              <a:gd name="T2" fmla="*/ 307 w 666"/>
              <a:gd name="T3" fmla="*/ 116 h 456"/>
              <a:gd name="T4" fmla="*/ 461 w 666"/>
              <a:gd name="T5" fmla="*/ 77 h 456"/>
              <a:gd name="T6" fmla="*/ 461 w 666"/>
              <a:gd name="T7" fmla="*/ 196 h 456"/>
              <a:gd name="T8" fmla="*/ 461 w 666"/>
              <a:gd name="T9" fmla="*/ 196 h 456"/>
              <a:gd name="T10" fmla="*/ 288 w 666"/>
              <a:gd name="T11" fmla="*/ 252 h 456"/>
              <a:gd name="T12" fmla="*/ 116 w 666"/>
              <a:gd name="T13" fmla="*/ 196 h 456"/>
              <a:gd name="T14" fmla="*/ 116 w 666"/>
              <a:gd name="T15" fmla="*/ 77 h 456"/>
              <a:gd name="T16" fmla="*/ 270 w 666"/>
              <a:gd name="T17" fmla="*/ 116 h 456"/>
              <a:gd name="T18" fmla="*/ 288 w 666"/>
              <a:gd name="T19" fmla="*/ 118 h 456"/>
              <a:gd name="T20" fmla="*/ 580 w 666"/>
              <a:gd name="T21" fmla="*/ 0 h 456"/>
              <a:gd name="T22" fmla="*/ 580 w 666"/>
              <a:gd name="T23" fmla="*/ 0 h 456"/>
              <a:gd name="T24" fmla="*/ 582 w 666"/>
              <a:gd name="T25" fmla="*/ 9 h 456"/>
              <a:gd name="T26" fmla="*/ 570 w 666"/>
              <a:gd name="T27" fmla="*/ 27 h 456"/>
              <a:gd name="T28" fmla="*/ 546 w 666"/>
              <a:gd name="T29" fmla="*/ 33 h 456"/>
              <a:gd name="T30" fmla="*/ 546 w 666"/>
              <a:gd name="T31" fmla="*/ 183 h 456"/>
              <a:gd name="T32" fmla="*/ 556 w 666"/>
              <a:gd name="T33" fmla="*/ 209 h 456"/>
              <a:gd name="T34" fmla="*/ 556 w 666"/>
              <a:gd name="T35" fmla="*/ 209 h 456"/>
              <a:gd name="T36" fmla="*/ 556 w 666"/>
              <a:gd name="T37" fmla="*/ 209 h 456"/>
              <a:gd name="T38" fmla="*/ 528 w 666"/>
              <a:gd name="T39" fmla="*/ 243 h 456"/>
              <a:gd name="T40" fmla="*/ 500 w 666"/>
              <a:gd name="T41" fmla="*/ 209 h 456"/>
              <a:gd name="T42" fmla="*/ 500 w 666"/>
              <a:gd name="T43" fmla="*/ 209 h 456"/>
              <a:gd name="T44" fmla="*/ 500 w 666"/>
              <a:gd name="T45" fmla="*/ 209 h 456"/>
              <a:gd name="T46" fmla="*/ 510 w 666"/>
              <a:gd name="T47" fmla="*/ 183 h 456"/>
              <a:gd name="T48" fmla="*/ 510 w 666"/>
              <a:gd name="T49" fmla="*/ 42 h 456"/>
              <a:gd name="T50" fmla="*/ 461 w 666"/>
              <a:gd name="T51" fmla="*/ 54 h 456"/>
              <a:gd name="T52" fmla="*/ 303 w 666"/>
              <a:gd name="T53" fmla="*/ 94 h 456"/>
              <a:gd name="T54" fmla="*/ 288 w 666"/>
              <a:gd name="T55" fmla="*/ 95 h 456"/>
              <a:gd name="T56" fmla="*/ 273 w 666"/>
              <a:gd name="T57" fmla="*/ 94 h 456"/>
              <a:gd name="T58" fmla="*/ 116 w 666"/>
              <a:gd name="T59" fmla="*/ 54 h 456"/>
              <a:gd name="T60" fmla="*/ 7 w 666"/>
              <a:gd name="T61" fmla="*/ 27 h 456"/>
              <a:gd name="T62" fmla="*/ 0 w 666"/>
              <a:gd name="T63" fmla="*/ 23 h 456"/>
              <a:gd name="T64" fmla="*/ 241 w 666"/>
              <a:gd name="T65" fmla="*/ 456 h 456"/>
              <a:gd name="T66" fmla="*/ 403 w 666"/>
              <a:gd name="T67" fmla="*/ 363 h 456"/>
              <a:gd name="T68" fmla="*/ 658 w 666"/>
              <a:gd name="T69" fmla="*/ 216 h 456"/>
              <a:gd name="T70" fmla="*/ 666 w 666"/>
              <a:gd name="T71" fmla="*/ 210 h 456"/>
              <a:gd name="T72" fmla="*/ 580 w 666"/>
              <a:gd name="T73"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66" h="456">
                <a:moveTo>
                  <a:pt x="288" y="118"/>
                </a:moveTo>
                <a:cubicBezTo>
                  <a:pt x="295" y="118"/>
                  <a:pt x="301" y="117"/>
                  <a:pt x="307" y="116"/>
                </a:cubicBezTo>
                <a:cubicBezTo>
                  <a:pt x="461" y="77"/>
                  <a:pt x="461" y="77"/>
                  <a:pt x="461" y="77"/>
                </a:cubicBezTo>
                <a:cubicBezTo>
                  <a:pt x="461" y="196"/>
                  <a:pt x="461" y="196"/>
                  <a:pt x="461" y="196"/>
                </a:cubicBezTo>
                <a:cubicBezTo>
                  <a:pt x="461" y="196"/>
                  <a:pt x="461" y="196"/>
                  <a:pt x="461" y="196"/>
                </a:cubicBezTo>
                <a:cubicBezTo>
                  <a:pt x="461" y="227"/>
                  <a:pt x="384" y="252"/>
                  <a:pt x="288" y="252"/>
                </a:cubicBezTo>
                <a:cubicBezTo>
                  <a:pt x="193" y="252"/>
                  <a:pt x="116" y="227"/>
                  <a:pt x="116" y="196"/>
                </a:cubicBezTo>
                <a:cubicBezTo>
                  <a:pt x="116" y="77"/>
                  <a:pt x="116" y="77"/>
                  <a:pt x="116" y="77"/>
                </a:cubicBezTo>
                <a:cubicBezTo>
                  <a:pt x="270" y="116"/>
                  <a:pt x="270" y="116"/>
                  <a:pt x="270" y="116"/>
                </a:cubicBezTo>
                <a:cubicBezTo>
                  <a:pt x="276" y="117"/>
                  <a:pt x="282" y="118"/>
                  <a:pt x="288" y="118"/>
                </a:cubicBezTo>
                <a:moveTo>
                  <a:pt x="580" y="0"/>
                </a:moveTo>
                <a:cubicBezTo>
                  <a:pt x="580" y="0"/>
                  <a:pt x="580" y="0"/>
                  <a:pt x="580" y="0"/>
                </a:cubicBezTo>
                <a:cubicBezTo>
                  <a:pt x="581" y="3"/>
                  <a:pt x="582" y="6"/>
                  <a:pt x="582" y="9"/>
                </a:cubicBezTo>
                <a:cubicBezTo>
                  <a:pt x="582" y="17"/>
                  <a:pt x="578" y="25"/>
                  <a:pt x="570" y="27"/>
                </a:cubicBezTo>
                <a:cubicBezTo>
                  <a:pt x="546" y="33"/>
                  <a:pt x="546" y="33"/>
                  <a:pt x="546" y="33"/>
                </a:cubicBezTo>
                <a:cubicBezTo>
                  <a:pt x="546" y="183"/>
                  <a:pt x="546" y="183"/>
                  <a:pt x="546" y="183"/>
                </a:cubicBezTo>
                <a:cubicBezTo>
                  <a:pt x="552" y="189"/>
                  <a:pt x="556" y="199"/>
                  <a:pt x="556" y="209"/>
                </a:cubicBezTo>
                <a:cubicBezTo>
                  <a:pt x="556" y="209"/>
                  <a:pt x="556" y="209"/>
                  <a:pt x="556" y="209"/>
                </a:cubicBezTo>
                <a:cubicBezTo>
                  <a:pt x="556" y="209"/>
                  <a:pt x="556" y="209"/>
                  <a:pt x="556" y="209"/>
                </a:cubicBezTo>
                <a:cubicBezTo>
                  <a:pt x="556" y="228"/>
                  <a:pt x="543" y="243"/>
                  <a:pt x="528" y="243"/>
                </a:cubicBezTo>
                <a:cubicBezTo>
                  <a:pt x="513" y="243"/>
                  <a:pt x="500" y="228"/>
                  <a:pt x="500" y="209"/>
                </a:cubicBezTo>
                <a:cubicBezTo>
                  <a:pt x="500" y="209"/>
                  <a:pt x="500" y="209"/>
                  <a:pt x="500" y="209"/>
                </a:cubicBezTo>
                <a:cubicBezTo>
                  <a:pt x="500" y="209"/>
                  <a:pt x="500" y="209"/>
                  <a:pt x="500" y="209"/>
                </a:cubicBezTo>
                <a:cubicBezTo>
                  <a:pt x="500" y="199"/>
                  <a:pt x="504" y="189"/>
                  <a:pt x="510" y="183"/>
                </a:cubicBezTo>
                <a:cubicBezTo>
                  <a:pt x="510" y="42"/>
                  <a:pt x="510" y="42"/>
                  <a:pt x="510" y="42"/>
                </a:cubicBezTo>
                <a:cubicBezTo>
                  <a:pt x="461" y="54"/>
                  <a:pt x="461" y="54"/>
                  <a:pt x="461" y="54"/>
                </a:cubicBezTo>
                <a:cubicBezTo>
                  <a:pt x="303" y="94"/>
                  <a:pt x="303" y="94"/>
                  <a:pt x="303" y="94"/>
                </a:cubicBezTo>
                <a:cubicBezTo>
                  <a:pt x="299" y="95"/>
                  <a:pt x="294" y="95"/>
                  <a:pt x="288" y="95"/>
                </a:cubicBezTo>
                <a:cubicBezTo>
                  <a:pt x="283" y="95"/>
                  <a:pt x="278" y="95"/>
                  <a:pt x="273" y="94"/>
                </a:cubicBezTo>
                <a:cubicBezTo>
                  <a:pt x="116" y="54"/>
                  <a:pt x="116" y="54"/>
                  <a:pt x="116" y="54"/>
                </a:cubicBezTo>
                <a:cubicBezTo>
                  <a:pt x="7" y="27"/>
                  <a:pt x="7" y="27"/>
                  <a:pt x="7" y="27"/>
                </a:cubicBezTo>
                <a:cubicBezTo>
                  <a:pt x="4" y="26"/>
                  <a:pt x="2" y="25"/>
                  <a:pt x="0" y="23"/>
                </a:cubicBezTo>
                <a:cubicBezTo>
                  <a:pt x="241" y="456"/>
                  <a:pt x="241" y="456"/>
                  <a:pt x="241" y="456"/>
                </a:cubicBezTo>
                <a:cubicBezTo>
                  <a:pt x="403" y="363"/>
                  <a:pt x="403" y="363"/>
                  <a:pt x="403" y="363"/>
                </a:cubicBezTo>
                <a:cubicBezTo>
                  <a:pt x="658" y="216"/>
                  <a:pt x="658" y="216"/>
                  <a:pt x="658" y="216"/>
                </a:cubicBezTo>
                <a:cubicBezTo>
                  <a:pt x="661" y="214"/>
                  <a:pt x="663" y="212"/>
                  <a:pt x="666" y="210"/>
                </a:cubicBezTo>
                <a:cubicBezTo>
                  <a:pt x="580" y="0"/>
                  <a:pt x="580" y="0"/>
                  <a:pt x="580" y="0"/>
                </a:cubicBezTo>
              </a:path>
            </a:pathLst>
          </a:custGeom>
          <a:solidFill>
            <a:srgbClr val="000000">
              <a:alpha val="20000"/>
            </a:srgbClr>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14" name="组合 13"/>
          <p:cNvGrpSpPr/>
          <p:nvPr/>
        </p:nvGrpSpPr>
        <p:grpSpPr>
          <a:xfrm>
            <a:off x="4445922" y="3870661"/>
            <a:ext cx="1311079" cy="953901"/>
            <a:chOff x="1417638" y="4086226"/>
            <a:chExt cx="1946275" cy="1416050"/>
          </a:xfrm>
        </p:grpSpPr>
        <p:sp>
          <p:nvSpPr>
            <p:cNvPr id="17" name="Freeform 5"/>
            <p:cNvSpPr>
              <a:spLocks/>
            </p:cNvSpPr>
            <p:nvPr/>
          </p:nvSpPr>
          <p:spPr bwMode="auto">
            <a:xfrm>
              <a:off x="2803525" y="4938713"/>
              <a:ext cx="560388" cy="563563"/>
            </a:xfrm>
            <a:custGeom>
              <a:avLst/>
              <a:gdLst>
                <a:gd name="T0" fmla="*/ 40 w 149"/>
                <a:gd name="T1" fmla="*/ 133 h 150"/>
                <a:gd name="T2" fmla="*/ 132 w 149"/>
                <a:gd name="T3" fmla="*/ 105 h 150"/>
                <a:gd name="T4" fmla="*/ 103 w 149"/>
                <a:gd name="T5" fmla="*/ 14 h 150"/>
                <a:gd name="T6" fmla="*/ 24 w 149"/>
                <a:gd name="T7" fmla="*/ 27 h 150"/>
                <a:gd name="T8" fmla="*/ 79 w 149"/>
                <a:gd name="T9" fmla="*/ 61 h 150"/>
                <a:gd name="T10" fmla="*/ 85 w 149"/>
                <a:gd name="T11" fmla="*/ 80 h 150"/>
                <a:gd name="T12" fmla="*/ 65 w 149"/>
                <a:gd name="T13" fmla="*/ 86 h 150"/>
                <a:gd name="T14" fmla="*/ 6 w 149"/>
                <a:gd name="T15" fmla="*/ 60 h 150"/>
                <a:gd name="T16" fmla="*/ 40 w 149"/>
                <a:gd name="T17" fmla="*/ 133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9" h="150">
                  <a:moveTo>
                    <a:pt x="40" y="133"/>
                  </a:moveTo>
                  <a:cubicBezTo>
                    <a:pt x="73" y="150"/>
                    <a:pt x="114" y="138"/>
                    <a:pt x="132" y="105"/>
                  </a:cubicBezTo>
                  <a:cubicBezTo>
                    <a:pt x="149" y="72"/>
                    <a:pt x="136" y="31"/>
                    <a:pt x="103" y="14"/>
                  </a:cubicBezTo>
                  <a:cubicBezTo>
                    <a:pt x="76" y="0"/>
                    <a:pt x="44" y="6"/>
                    <a:pt x="24" y="27"/>
                  </a:cubicBezTo>
                  <a:cubicBezTo>
                    <a:pt x="79" y="61"/>
                    <a:pt x="79" y="61"/>
                    <a:pt x="79" y="61"/>
                  </a:cubicBezTo>
                  <a:cubicBezTo>
                    <a:pt x="86" y="64"/>
                    <a:pt x="89" y="73"/>
                    <a:pt x="85" y="80"/>
                  </a:cubicBezTo>
                  <a:cubicBezTo>
                    <a:pt x="81" y="87"/>
                    <a:pt x="72" y="90"/>
                    <a:pt x="65" y="86"/>
                  </a:cubicBezTo>
                  <a:cubicBezTo>
                    <a:pt x="6" y="60"/>
                    <a:pt x="6" y="60"/>
                    <a:pt x="6" y="60"/>
                  </a:cubicBezTo>
                  <a:cubicBezTo>
                    <a:pt x="0" y="89"/>
                    <a:pt x="13" y="119"/>
                    <a:pt x="40" y="133"/>
                  </a:cubicBezTo>
                </a:path>
              </a:pathLst>
            </a:custGeom>
            <a:solidFill>
              <a:srgbClr val="E24B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6"/>
            <p:cNvSpPr>
              <a:spLocks/>
            </p:cNvSpPr>
            <p:nvPr/>
          </p:nvSpPr>
          <p:spPr bwMode="auto">
            <a:xfrm>
              <a:off x="3036888" y="5175251"/>
              <a:ext cx="74613" cy="79375"/>
            </a:xfrm>
            <a:custGeom>
              <a:avLst/>
              <a:gdLst>
                <a:gd name="T0" fmla="*/ 18 w 20"/>
                <a:gd name="T1" fmla="*/ 15 h 21"/>
                <a:gd name="T2" fmla="*/ 14 w 20"/>
                <a:gd name="T3" fmla="*/ 2 h 21"/>
                <a:gd name="T4" fmla="*/ 2 w 20"/>
                <a:gd name="T5" fmla="*/ 6 h 21"/>
                <a:gd name="T6" fmla="*/ 6 w 20"/>
                <a:gd name="T7" fmla="*/ 18 h 21"/>
                <a:gd name="T8" fmla="*/ 18 w 20"/>
                <a:gd name="T9" fmla="*/ 15 h 21"/>
              </a:gdLst>
              <a:ahLst/>
              <a:cxnLst>
                <a:cxn ang="0">
                  <a:pos x="T0" y="T1"/>
                </a:cxn>
                <a:cxn ang="0">
                  <a:pos x="T2" y="T3"/>
                </a:cxn>
                <a:cxn ang="0">
                  <a:pos x="T4" y="T5"/>
                </a:cxn>
                <a:cxn ang="0">
                  <a:pos x="T6" y="T7"/>
                </a:cxn>
                <a:cxn ang="0">
                  <a:pos x="T8" y="T9"/>
                </a:cxn>
              </a:cxnLst>
              <a:rect l="0" t="0" r="r" b="b"/>
              <a:pathLst>
                <a:path w="20" h="21">
                  <a:moveTo>
                    <a:pt x="18" y="15"/>
                  </a:moveTo>
                  <a:cubicBezTo>
                    <a:pt x="20" y="10"/>
                    <a:pt x="19" y="5"/>
                    <a:pt x="14" y="2"/>
                  </a:cubicBezTo>
                  <a:cubicBezTo>
                    <a:pt x="10" y="0"/>
                    <a:pt x="4" y="2"/>
                    <a:pt x="2" y="6"/>
                  </a:cubicBezTo>
                  <a:cubicBezTo>
                    <a:pt x="0" y="11"/>
                    <a:pt x="1" y="16"/>
                    <a:pt x="6" y="18"/>
                  </a:cubicBezTo>
                  <a:cubicBezTo>
                    <a:pt x="10" y="21"/>
                    <a:pt x="16" y="19"/>
                    <a:pt x="18" y="15"/>
                  </a:cubicBezTo>
                </a:path>
              </a:pathLst>
            </a:custGeom>
            <a:solidFill>
              <a:srgbClr val="E24B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7"/>
            <p:cNvSpPr>
              <a:spLocks/>
            </p:cNvSpPr>
            <p:nvPr/>
          </p:nvSpPr>
          <p:spPr bwMode="auto">
            <a:xfrm>
              <a:off x="2822575" y="4960938"/>
              <a:ext cx="503238" cy="508000"/>
            </a:xfrm>
            <a:custGeom>
              <a:avLst/>
              <a:gdLst>
                <a:gd name="T0" fmla="*/ 67 w 134"/>
                <a:gd name="T1" fmla="*/ 0 h 135"/>
                <a:gd name="T2" fmla="*/ 19 w 134"/>
                <a:gd name="T3" fmla="*/ 21 h 135"/>
                <a:gd name="T4" fmla="*/ 74 w 134"/>
                <a:gd name="T5" fmla="*/ 55 h 135"/>
                <a:gd name="T6" fmla="*/ 82 w 134"/>
                <a:gd name="T7" fmla="*/ 67 h 135"/>
                <a:gd name="T8" fmla="*/ 80 w 134"/>
                <a:gd name="T9" fmla="*/ 74 h 135"/>
                <a:gd name="T10" fmla="*/ 67 w 134"/>
                <a:gd name="T11" fmla="*/ 82 h 135"/>
                <a:gd name="T12" fmla="*/ 60 w 134"/>
                <a:gd name="T13" fmla="*/ 80 h 135"/>
                <a:gd name="T14" fmla="*/ 1 w 134"/>
                <a:gd name="T15" fmla="*/ 54 h 135"/>
                <a:gd name="T16" fmla="*/ 0 w 134"/>
                <a:gd name="T17" fmla="*/ 68 h 135"/>
                <a:gd name="T18" fmla="*/ 35 w 134"/>
                <a:gd name="T19" fmla="*/ 127 h 135"/>
                <a:gd name="T20" fmla="*/ 67 w 134"/>
                <a:gd name="T21" fmla="*/ 135 h 135"/>
                <a:gd name="T22" fmla="*/ 127 w 134"/>
                <a:gd name="T23" fmla="*/ 99 h 135"/>
                <a:gd name="T24" fmla="*/ 134 w 134"/>
                <a:gd name="T25" fmla="*/ 67 h 135"/>
                <a:gd name="T26" fmla="*/ 98 w 134"/>
                <a:gd name="T27" fmla="*/ 8 h 135"/>
                <a:gd name="T28" fmla="*/ 67 w 134"/>
                <a:gd name="T29"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4" h="135">
                  <a:moveTo>
                    <a:pt x="67" y="0"/>
                  </a:moveTo>
                  <a:cubicBezTo>
                    <a:pt x="49" y="0"/>
                    <a:pt x="32" y="7"/>
                    <a:pt x="19" y="21"/>
                  </a:cubicBezTo>
                  <a:cubicBezTo>
                    <a:pt x="74" y="55"/>
                    <a:pt x="74" y="55"/>
                    <a:pt x="74" y="55"/>
                  </a:cubicBezTo>
                  <a:cubicBezTo>
                    <a:pt x="79" y="57"/>
                    <a:pt x="82" y="62"/>
                    <a:pt x="82" y="67"/>
                  </a:cubicBezTo>
                  <a:cubicBezTo>
                    <a:pt x="82" y="70"/>
                    <a:pt x="81" y="72"/>
                    <a:pt x="80" y="74"/>
                  </a:cubicBezTo>
                  <a:cubicBezTo>
                    <a:pt x="77" y="79"/>
                    <a:pt x="72" y="82"/>
                    <a:pt x="67" y="82"/>
                  </a:cubicBezTo>
                  <a:cubicBezTo>
                    <a:pt x="65" y="82"/>
                    <a:pt x="62" y="82"/>
                    <a:pt x="60" y="80"/>
                  </a:cubicBezTo>
                  <a:cubicBezTo>
                    <a:pt x="1" y="54"/>
                    <a:pt x="1" y="54"/>
                    <a:pt x="1" y="54"/>
                  </a:cubicBezTo>
                  <a:cubicBezTo>
                    <a:pt x="0" y="59"/>
                    <a:pt x="0" y="63"/>
                    <a:pt x="0" y="68"/>
                  </a:cubicBezTo>
                  <a:cubicBezTo>
                    <a:pt x="0" y="92"/>
                    <a:pt x="13" y="115"/>
                    <a:pt x="35" y="127"/>
                  </a:cubicBezTo>
                  <a:cubicBezTo>
                    <a:pt x="45" y="132"/>
                    <a:pt x="56" y="135"/>
                    <a:pt x="67" y="135"/>
                  </a:cubicBezTo>
                  <a:cubicBezTo>
                    <a:pt x="91" y="135"/>
                    <a:pt x="114" y="122"/>
                    <a:pt x="127" y="99"/>
                  </a:cubicBezTo>
                  <a:cubicBezTo>
                    <a:pt x="132" y="89"/>
                    <a:pt x="134" y="78"/>
                    <a:pt x="134" y="67"/>
                  </a:cubicBezTo>
                  <a:cubicBezTo>
                    <a:pt x="134" y="43"/>
                    <a:pt x="121" y="20"/>
                    <a:pt x="98" y="8"/>
                  </a:cubicBezTo>
                  <a:cubicBezTo>
                    <a:pt x="88" y="3"/>
                    <a:pt x="78" y="0"/>
                    <a:pt x="67" y="0"/>
                  </a:cubicBezTo>
                </a:path>
              </a:pathLst>
            </a:custGeom>
            <a:solidFill>
              <a:srgbClr val="B13F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8"/>
            <p:cNvSpPr>
              <a:spLocks/>
            </p:cNvSpPr>
            <p:nvPr/>
          </p:nvSpPr>
          <p:spPr bwMode="auto">
            <a:xfrm>
              <a:off x="3040063" y="5180013"/>
              <a:ext cx="68263" cy="71438"/>
            </a:xfrm>
            <a:custGeom>
              <a:avLst/>
              <a:gdLst>
                <a:gd name="T0" fmla="*/ 9 w 18"/>
                <a:gd name="T1" fmla="*/ 0 h 19"/>
                <a:gd name="T2" fmla="*/ 1 w 18"/>
                <a:gd name="T3" fmla="*/ 5 h 19"/>
                <a:gd name="T4" fmla="*/ 0 w 18"/>
                <a:gd name="T5" fmla="*/ 9 h 19"/>
                <a:gd name="T6" fmla="*/ 5 w 18"/>
                <a:gd name="T7" fmla="*/ 17 h 19"/>
                <a:gd name="T8" fmla="*/ 9 w 18"/>
                <a:gd name="T9" fmla="*/ 19 h 19"/>
                <a:gd name="T10" fmla="*/ 17 w 18"/>
                <a:gd name="T11" fmla="*/ 14 h 19"/>
                <a:gd name="T12" fmla="*/ 18 w 18"/>
                <a:gd name="T13" fmla="*/ 9 h 19"/>
                <a:gd name="T14" fmla="*/ 13 w 18"/>
                <a:gd name="T15" fmla="*/ 1 h 19"/>
                <a:gd name="T16" fmla="*/ 9 w 18"/>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9">
                  <a:moveTo>
                    <a:pt x="9" y="0"/>
                  </a:moveTo>
                  <a:cubicBezTo>
                    <a:pt x="6" y="0"/>
                    <a:pt x="2" y="2"/>
                    <a:pt x="1" y="5"/>
                  </a:cubicBezTo>
                  <a:cubicBezTo>
                    <a:pt x="0" y="7"/>
                    <a:pt x="0" y="8"/>
                    <a:pt x="0" y="9"/>
                  </a:cubicBezTo>
                  <a:cubicBezTo>
                    <a:pt x="0" y="13"/>
                    <a:pt x="2" y="16"/>
                    <a:pt x="5" y="17"/>
                  </a:cubicBezTo>
                  <a:cubicBezTo>
                    <a:pt x="6" y="18"/>
                    <a:pt x="7" y="19"/>
                    <a:pt x="9" y="19"/>
                  </a:cubicBezTo>
                  <a:cubicBezTo>
                    <a:pt x="12" y="19"/>
                    <a:pt x="15" y="17"/>
                    <a:pt x="17" y="14"/>
                  </a:cubicBezTo>
                  <a:cubicBezTo>
                    <a:pt x="18" y="12"/>
                    <a:pt x="18" y="11"/>
                    <a:pt x="18" y="9"/>
                  </a:cubicBezTo>
                  <a:cubicBezTo>
                    <a:pt x="18" y="6"/>
                    <a:pt x="16" y="3"/>
                    <a:pt x="13" y="1"/>
                  </a:cubicBezTo>
                  <a:cubicBezTo>
                    <a:pt x="12" y="1"/>
                    <a:pt x="10" y="0"/>
                    <a:pt x="9" y="0"/>
                  </a:cubicBezTo>
                </a:path>
              </a:pathLst>
            </a:custGeom>
            <a:solidFill>
              <a:srgbClr val="B13F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20"/>
            <p:cNvSpPr>
              <a:spLocks/>
            </p:cNvSpPr>
            <p:nvPr/>
          </p:nvSpPr>
          <p:spPr bwMode="auto">
            <a:xfrm>
              <a:off x="1887538" y="4556126"/>
              <a:ext cx="138113" cy="138113"/>
            </a:xfrm>
            <a:custGeom>
              <a:avLst/>
              <a:gdLst>
                <a:gd name="T0" fmla="*/ 4 w 37"/>
                <a:gd name="T1" fmla="*/ 11 h 37"/>
                <a:gd name="T2" fmla="*/ 11 w 37"/>
                <a:gd name="T3" fmla="*/ 33 h 37"/>
                <a:gd name="T4" fmla="*/ 33 w 37"/>
                <a:gd name="T5" fmla="*/ 26 h 37"/>
                <a:gd name="T6" fmla="*/ 26 w 37"/>
                <a:gd name="T7" fmla="*/ 4 h 37"/>
                <a:gd name="T8" fmla="*/ 4 w 37"/>
                <a:gd name="T9" fmla="*/ 11 h 37"/>
              </a:gdLst>
              <a:ahLst/>
              <a:cxnLst>
                <a:cxn ang="0">
                  <a:pos x="T0" y="T1"/>
                </a:cxn>
                <a:cxn ang="0">
                  <a:pos x="T2" y="T3"/>
                </a:cxn>
                <a:cxn ang="0">
                  <a:pos x="T4" y="T5"/>
                </a:cxn>
                <a:cxn ang="0">
                  <a:pos x="T6" y="T7"/>
                </a:cxn>
                <a:cxn ang="0">
                  <a:pos x="T8" y="T9"/>
                </a:cxn>
              </a:cxnLst>
              <a:rect l="0" t="0" r="r" b="b"/>
              <a:pathLst>
                <a:path w="37" h="37">
                  <a:moveTo>
                    <a:pt x="4" y="11"/>
                  </a:moveTo>
                  <a:cubicBezTo>
                    <a:pt x="0" y="19"/>
                    <a:pt x="3" y="29"/>
                    <a:pt x="11" y="33"/>
                  </a:cubicBezTo>
                  <a:cubicBezTo>
                    <a:pt x="19" y="37"/>
                    <a:pt x="29" y="34"/>
                    <a:pt x="33" y="26"/>
                  </a:cubicBezTo>
                  <a:cubicBezTo>
                    <a:pt x="37" y="18"/>
                    <a:pt x="34" y="8"/>
                    <a:pt x="26" y="4"/>
                  </a:cubicBezTo>
                  <a:cubicBezTo>
                    <a:pt x="18" y="0"/>
                    <a:pt x="9" y="3"/>
                    <a:pt x="4" y="11"/>
                  </a:cubicBezTo>
                  <a:close/>
                </a:path>
              </a:pathLst>
            </a:custGeom>
            <a:solidFill>
              <a:srgbClr val="E24B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21"/>
            <p:cNvSpPr>
              <a:spLocks/>
            </p:cNvSpPr>
            <p:nvPr/>
          </p:nvSpPr>
          <p:spPr bwMode="auto">
            <a:xfrm>
              <a:off x="1417638" y="4086226"/>
              <a:ext cx="1050925" cy="1058863"/>
            </a:xfrm>
            <a:custGeom>
              <a:avLst/>
              <a:gdLst>
                <a:gd name="T0" fmla="*/ 238 w 280"/>
                <a:gd name="T1" fmla="*/ 226 h 282"/>
                <a:gd name="T2" fmla="*/ 126 w 280"/>
                <a:gd name="T3" fmla="*/ 177 h 282"/>
                <a:gd name="T4" fmla="*/ 111 w 280"/>
                <a:gd name="T5" fmla="*/ 126 h 282"/>
                <a:gd name="T6" fmla="*/ 161 w 280"/>
                <a:gd name="T7" fmla="*/ 110 h 282"/>
                <a:gd name="T8" fmla="*/ 266 w 280"/>
                <a:gd name="T9" fmla="*/ 175 h 282"/>
                <a:gd name="T10" fmla="*/ 203 w 280"/>
                <a:gd name="T11" fmla="*/ 32 h 282"/>
                <a:gd name="T12" fmla="*/ 32 w 280"/>
                <a:gd name="T13" fmla="*/ 85 h 282"/>
                <a:gd name="T14" fmla="*/ 85 w 280"/>
                <a:gd name="T15" fmla="*/ 255 h 282"/>
                <a:gd name="T16" fmla="*/ 238 w 280"/>
                <a:gd name="T17" fmla="*/ 226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0" h="282">
                  <a:moveTo>
                    <a:pt x="238" y="226"/>
                  </a:moveTo>
                  <a:cubicBezTo>
                    <a:pt x="126" y="177"/>
                    <a:pt x="126" y="177"/>
                    <a:pt x="126" y="177"/>
                  </a:cubicBezTo>
                  <a:cubicBezTo>
                    <a:pt x="108" y="167"/>
                    <a:pt x="101" y="144"/>
                    <a:pt x="111" y="126"/>
                  </a:cubicBezTo>
                  <a:cubicBezTo>
                    <a:pt x="120" y="107"/>
                    <a:pt x="143" y="100"/>
                    <a:pt x="161" y="110"/>
                  </a:cubicBezTo>
                  <a:cubicBezTo>
                    <a:pt x="266" y="175"/>
                    <a:pt x="266" y="175"/>
                    <a:pt x="266" y="175"/>
                  </a:cubicBezTo>
                  <a:cubicBezTo>
                    <a:pt x="280" y="120"/>
                    <a:pt x="255" y="60"/>
                    <a:pt x="203" y="32"/>
                  </a:cubicBezTo>
                  <a:cubicBezTo>
                    <a:pt x="141" y="0"/>
                    <a:pt x="65" y="23"/>
                    <a:pt x="32" y="85"/>
                  </a:cubicBezTo>
                  <a:cubicBezTo>
                    <a:pt x="0" y="146"/>
                    <a:pt x="24" y="222"/>
                    <a:pt x="85" y="255"/>
                  </a:cubicBezTo>
                  <a:cubicBezTo>
                    <a:pt x="137" y="282"/>
                    <a:pt x="201" y="269"/>
                    <a:pt x="238" y="226"/>
                  </a:cubicBezTo>
                  <a:close/>
                </a:path>
              </a:pathLst>
            </a:custGeom>
            <a:solidFill>
              <a:srgbClr val="E24B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22"/>
            <p:cNvSpPr>
              <a:spLocks/>
            </p:cNvSpPr>
            <p:nvPr/>
          </p:nvSpPr>
          <p:spPr bwMode="auto">
            <a:xfrm>
              <a:off x="2544763" y="4176713"/>
              <a:ext cx="3175" cy="317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1"/>
                  </a:cubicBezTo>
                  <a:cubicBezTo>
                    <a:pt x="0" y="0"/>
                    <a:pt x="0" y="0"/>
                    <a:pt x="0" y="0"/>
                  </a:cubicBezTo>
                </a:path>
              </a:pathLst>
            </a:custGeom>
            <a:solidFill>
              <a:srgbClr val="B13F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3"/>
            <p:cNvSpPr>
              <a:spLocks/>
            </p:cNvSpPr>
            <p:nvPr/>
          </p:nvSpPr>
          <p:spPr bwMode="auto">
            <a:xfrm>
              <a:off x="2547938" y="4179888"/>
              <a:ext cx="7938" cy="7938"/>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2" y="2"/>
                    <a:pt x="2" y="2"/>
                    <a:pt x="2" y="2"/>
                  </a:cubicBezTo>
                  <a:cubicBezTo>
                    <a:pt x="2" y="1"/>
                    <a:pt x="1" y="1"/>
                    <a:pt x="0" y="0"/>
                  </a:cubicBezTo>
                </a:path>
              </a:pathLst>
            </a:custGeom>
            <a:solidFill>
              <a:srgbClr val="C0BB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5" name="Freeform 24"/>
          <p:cNvSpPr>
            <a:spLocks/>
          </p:cNvSpPr>
          <p:nvPr/>
        </p:nvSpPr>
        <p:spPr bwMode="auto">
          <a:xfrm>
            <a:off x="4605262" y="3939102"/>
            <a:ext cx="1391284" cy="1720659"/>
          </a:xfrm>
          <a:custGeom>
            <a:avLst/>
            <a:gdLst>
              <a:gd name="T0" fmla="*/ 241 w 550"/>
              <a:gd name="T1" fmla="*/ 0 h 680"/>
              <a:gd name="T2" fmla="*/ 256 w 550"/>
              <a:gd name="T3" fmla="*/ 27 h 680"/>
              <a:gd name="T4" fmla="*/ 238 w 550"/>
              <a:gd name="T5" fmla="*/ 48 h 680"/>
              <a:gd name="T6" fmla="*/ 270 w 550"/>
              <a:gd name="T7" fmla="*/ 87 h 680"/>
              <a:gd name="T8" fmla="*/ 278 w 550"/>
              <a:gd name="T9" fmla="*/ 122 h 680"/>
              <a:gd name="T10" fmla="*/ 271 w 550"/>
              <a:gd name="T11" fmla="*/ 131 h 680"/>
              <a:gd name="T12" fmla="*/ 243 w 550"/>
              <a:gd name="T13" fmla="*/ 173 h 680"/>
              <a:gd name="T14" fmla="*/ 318 w 550"/>
              <a:gd name="T15" fmla="*/ 204 h 680"/>
              <a:gd name="T16" fmla="*/ 314 w 550"/>
              <a:gd name="T17" fmla="*/ 192 h 680"/>
              <a:gd name="T18" fmla="*/ 328 w 550"/>
              <a:gd name="T19" fmla="*/ 180 h 680"/>
              <a:gd name="T20" fmla="*/ 334 w 550"/>
              <a:gd name="T21" fmla="*/ 181 h 680"/>
              <a:gd name="T22" fmla="*/ 361 w 550"/>
              <a:gd name="T23" fmla="*/ 183 h 680"/>
              <a:gd name="T24" fmla="*/ 367 w 550"/>
              <a:gd name="T25" fmla="*/ 168 h 680"/>
              <a:gd name="T26" fmla="*/ 381 w 550"/>
              <a:gd name="T27" fmla="*/ 168 h 680"/>
              <a:gd name="T28" fmla="*/ 388 w 550"/>
              <a:gd name="T29" fmla="*/ 182 h 680"/>
              <a:gd name="T30" fmla="*/ 415 w 550"/>
              <a:gd name="T31" fmla="*/ 178 h 680"/>
              <a:gd name="T32" fmla="*/ 421 w 550"/>
              <a:gd name="T33" fmla="*/ 177 h 680"/>
              <a:gd name="T34" fmla="*/ 436 w 550"/>
              <a:gd name="T35" fmla="*/ 188 h 680"/>
              <a:gd name="T36" fmla="*/ 433 w 550"/>
              <a:gd name="T37" fmla="*/ 200 h 680"/>
              <a:gd name="T38" fmla="*/ 458 w 550"/>
              <a:gd name="T39" fmla="*/ 209 h 680"/>
              <a:gd name="T40" fmla="*/ 464 w 550"/>
              <a:gd name="T41" fmla="*/ 211 h 680"/>
              <a:gd name="T42" fmla="*/ 472 w 550"/>
              <a:gd name="T43" fmla="*/ 226 h 680"/>
              <a:gd name="T44" fmla="*/ 462 w 550"/>
              <a:gd name="T45" fmla="*/ 237 h 680"/>
              <a:gd name="T46" fmla="*/ 479 w 550"/>
              <a:gd name="T47" fmla="*/ 258 h 680"/>
              <a:gd name="T48" fmla="*/ 484 w 550"/>
              <a:gd name="T49" fmla="*/ 277 h 680"/>
              <a:gd name="T50" fmla="*/ 480 w 550"/>
              <a:gd name="T51" fmla="*/ 281 h 680"/>
              <a:gd name="T52" fmla="*/ 465 w 550"/>
              <a:gd name="T53" fmla="*/ 304 h 680"/>
              <a:gd name="T54" fmla="*/ 475 w 550"/>
              <a:gd name="T55" fmla="*/ 314 h 680"/>
              <a:gd name="T56" fmla="*/ 468 w 550"/>
              <a:gd name="T57" fmla="*/ 329 h 680"/>
              <a:gd name="T58" fmla="*/ 462 w 550"/>
              <a:gd name="T59" fmla="*/ 331 h 680"/>
              <a:gd name="T60" fmla="*/ 438 w 550"/>
              <a:gd name="T61" fmla="*/ 343 h 680"/>
              <a:gd name="T62" fmla="*/ 442 w 550"/>
              <a:gd name="T63" fmla="*/ 355 h 680"/>
              <a:gd name="T64" fmla="*/ 428 w 550"/>
              <a:gd name="T65" fmla="*/ 367 h 680"/>
              <a:gd name="T66" fmla="*/ 422 w 550"/>
              <a:gd name="T67" fmla="*/ 366 h 680"/>
              <a:gd name="T68" fmla="*/ 395 w 550"/>
              <a:gd name="T69" fmla="*/ 364 h 680"/>
              <a:gd name="T70" fmla="*/ 389 w 550"/>
              <a:gd name="T71" fmla="*/ 379 h 680"/>
              <a:gd name="T72" fmla="*/ 375 w 550"/>
              <a:gd name="T73" fmla="*/ 379 h 680"/>
              <a:gd name="T74" fmla="*/ 367 w 550"/>
              <a:gd name="T75" fmla="*/ 365 h 680"/>
              <a:gd name="T76" fmla="*/ 341 w 550"/>
              <a:gd name="T77" fmla="*/ 369 h 680"/>
              <a:gd name="T78" fmla="*/ 335 w 550"/>
              <a:gd name="T79" fmla="*/ 370 h 680"/>
              <a:gd name="T80" fmla="*/ 320 w 550"/>
              <a:gd name="T81" fmla="*/ 359 h 680"/>
              <a:gd name="T82" fmla="*/ 323 w 550"/>
              <a:gd name="T83" fmla="*/ 347 h 680"/>
              <a:gd name="T84" fmla="*/ 298 w 550"/>
              <a:gd name="T85" fmla="*/ 337 h 680"/>
              <a:gd name="T86" fmla="*/ 292 w 550"/>
              <a:gd name="T87" fmla="*/ 336 h 680"/>
              <a:gd name="T88" fmla="*/ 284 w 550"/>
              <a:gd name="T89" fmla="*/ 321 h 680"/>
              <a:gd name="T90" fmla="*/ 294 w 550"/>
              <a:gd name="T91" fmla="*/ 310 h 680"/>
              <a:gd name="T92" fmla="*/ 277 w 550"/>
              <a:gd name="T93" fmla="*/ 289 h 680"/>
              <a:gd name="T94" fmla="*/ 272 w 550"/>
              <a:gd name="T95" fmla="*/ 270 h 680"/>
              <a:gd name="T96" fmla="*/ 276 w 550"/>
              <a:gd name="T97" fmla="*/ 266 h 680"/>
              <a:gd name="T98" fmla="*/ 289 w 550"/>
              <a:gd name="T99" fmla="*/ 250 h 680"/>
              <a:gd name="T100" fmla="*/ 193 w 550"/>
              <a:gd name="T101" fmla="*/ 246 h 680"/>
              <a:gd name="T102" fmla="*/ 201 w 550"/>
              <a:gd name="T103" fmla="*/ 268 h 680"/>
              <a:gd name="T104" fmla="*/ 174 w 550"/>
              <a:gd name="T105" fmla="*/ 290 h 680"/>
              <a:gd name="T106" fmla="*/ 163 w 550"/>
              <a:gd name="T107" fmla="*/ 289 h 680"/>
              <a:gd name="T108" fmla="*/ 113 w 550"/>
              <a:gd name="T109" fmla="*/ 285 h 680"/>
              <a:gd name="T110" fmla="*/ 101 w 550"/>
              <a:gd name="T111" fmla="*/ 313 h 680"/>
              <a:gd name="T112" fmla="*/ 75 w 550"/>
              <a:gd name="T113" fmla="*/ 314 h 680"/>
              <a:gd name="T114" fmla="*/ 61 w 550"/>
              <a:gd name="T115" fmla="*/ 287 h 680"/>
              <a:gd name="T116" fmla="*/ 11 w 550"/>
              <a:gd name="T117" fmla="*/ 294 h 680"/>
              <a:gd name="T118" fmla="*/ 0 w 550"/>
              <a:gd name="T119" fmla="*/ 297 h 680"/>
              <a:gd name="T120" fmla="*/ 516 w 550"/>
              <a:gd name="T121" fmla="*/ 675 h 680"/>
              <a:gd name="T122" fmla="*/ 550 w 550"/>
              <a:gd name="T123" fmla="*/ 656 h 680"/>
              <a:gd name="T124" fmla="*/ 240 w 550"/>
              <a:gd name="T125" fmla="*/ 0 h 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50" h="680">
                <a:moveTo>
                  <a:pt x="240" y="0"/>
                </a:moveTo>
                <a:cubicBezTo>
                  <a:pt x="240" y="0"/>
                  <a:pt x="240" y="0"/>
                  <a:pt x="241" y="0"/>
                </a:cubicBezTo>
                <a:cubicBezTo>
                  <a:pt x="255" y="23"/>
                  <a:pt x="255" y="23"/>
                  <a:pt x="255" y="23"/>
                </a:cubicBezTo>
                <a:cubicBezTo>
                  <a:pt x="255" y="24"/>
                  <a:pt x="256" y="26"/>
                  <a:pt x="256" y="27"/>
                </a:cubicBezTo>
                <a:cubicBezTo>
                  <a:pt x="256" y="30"/>
                  <a:pt x="255" y="32"/>
                  <a:pt x="253" y="34"/>
                </a:cubicBezTo>
                <a:cubicBezTo>
                  <a:pt x="238" y="48"/>
                  <a:pt x="238" y="48"/>
                  <a:pt x="238" y="48"/>
                </a:cubicBezTo>
                <a:cubicBezTo>
                  <a:pt x="243" y="60"/>
                  <a:pt x="247" y="72"/>
                  <a:pt x="249" y="84"/>
                </a:cubicBezTo>
                <a:cubicBezTo>
                  <a:pt x="270" y="87"/>
                  <a:pt x="270" y="87"/>
                  <a:pt x="270" y="87"/>
                </a:cubicBezTo>
                <a:cubicBezTo>
                  <a:pt x="274" y="88"/>
                  <a:pt x="277" y="92"/>
                  <a:pt x="277" y="96"/>
                </a:cubicBezTo>
                <a:cubicBezTo>
                  <a:pt x="278" y="122"/>
                  <a:pt x="278" y="122"/>
                  <a:pt x="278" y="122"/>
                </a:cubicBezTo>
                <a:cubicBezTo>
                  <a:pt x="278" y="122"/>
                  <a:pt x="278" y="122"/>
                  <a:pt x="278" y="122"/>
                </a:cubicBezTo>
                <a:cubicBezTo>
                  <a:pt x="278" y="126"/>
                  <a:pt x="275" y="130"/>
                  <a:pt x="271" y="131"/>
                </a:cubicBezTo>
                <a:cubicBezTo>
                  <a:pt x="251" y="136"/>
                  <a:pt x="251" y="136"/>
                  <a:pt x="251" y="136"/>
                </a:cubicBezTo>
                <a:cubicBezTo>
                  <a:pt x="250" y="148"/>
                  <a:pt x="247" y="161"/>
                  <a:pt x="243" y="173"/>
                </a:cubicBezTo>
                <a:cubicBezTo>
                  <a:pt x="309" y="214"/>
                  <a:pt x="309" y="214"/>
                  <a:pt x="309" y="214"/>
                </a:cubicBezTo>
                <a:cubicBezTo>
                  <a:pt x="312" y="210"/>
                  <a:pt x="315" y="207"/>
                  <a:pt x="318" y="204"/>
                </a:cubicBezTo>
                <a:cubicBezTo>
                  <a:pt x="314" y="194"/>
                  <a:pt x="314" y="194"/>
                  <a:pt x="314" y="194"/>
                </a:cubicBezTo>
                <a:cubicBezTo>
                  <a:pt x="314" y="193"/>
                  <a:pt x="314" y="192"/>
                  <a:pt x="314" y="192"/>
                </a:cubicBezTo>
                <a:cubicBezTo>
                  <a:pt x="314" y="190"/>
                  <a:pt x="314" y="189"/>
                  <a:pt x="316" y="188"/>
                </a:cubicBezTo>
                <a:cubicBezTo>
                  <a:pt x="328" y="180"/>
                  <a:pt x="328" y="180"/>
                  <a:pt x="328" y="180"/>
                </a:cubicBezTo>
                <a:cubicBezTo>
                  <a:pt x="328" y="180"/>
                  <a:pt x="329" y="180"/>
                  <a:pt x="330" y="180"/>
                </a:cubicBezTo>
                <a:cubicBezTo>
                  <a:pt x="332" y="180"/>
                  <a:pt x="333" y="180"/>
                  <a:pt x="334" y="181"/>
                </a:cubicBezTo>
                <a:cubicBezTo>
                  <a:pt x="341" y="189"/>
                  <a:pt x="341" y="189"/>
                  <a:pt x="341" y="189"/>
                </a:cubicBezTo>
                <a:cubicBezTo>
                  <a:pt x="348" y="186"/>
                  <a:pt x="354" y="184"/>
                  <a:pt x="361" y="183"/>
                </a:cubicBezTo>
                <a:cubicBezTo>
                  <a:pt x="362" y="172"/>
                  <a:pt x="362" y="172"/>
                  <a:pt x="362" y="172"/>
                </a:cubicBezTo>
                <a:cubicBezTo>
                  <a:pt x="363" y="170"/>
                  <a:pt x="365" y="168"/>
                  <a:pt x="367" y="168"/>
                </a:cubicBezTo>
                <a:cubicBezTo>
                  <a:pt x="381" y="168"/>
                  <a:pt x="381" y="168"/>
                  <a:pt x="381" y="168"/>
                </a:cubicBezTo>
                <a:cubicBezTo>
                  <a:pt x="381" y="168"/>
                  <a:pt x="381" y="168"/>
                  <a:pt x="381" y="168"/>
                </a:cubicBezTo>
                <a:cubicBezTo>
                  <a:pt x="383" y="168"/>
                  <a:pt x="385" y="169"/>
                  <a:pt x="386" y="171"/>
                </a:cubicBezTo>
                <a:cubicBezTo>
                  <a:pt x="388" y="182"/>
                  <a:pt x="388" y="182"/>
                  <a:pt x="388" y="182"/>
                </a:cubicBezTo>
                <a:cubicBezTo>
                  <a:pt x="395" y="183"/>
                  <a:pt x="402" y="184"/>
                  <a:pt x="408" y="187"/>
                </a:cubicBezTo>
                <a:cubicBezTo>
                  <a:pt x="415" y="178"/>
                  <a:pt x="415" y="178"/>
                  <a:pt x="415" y="178"/>
                </a:cubicBezTo>
                <a:cubicBezTo>
                  <a:pt x="416" y="177"/>
                  <a:pt x="417" y="176"/>
                  <a:pt x="419" y="176"/>
                </a:cubicBezTo>
                <a:cubicBezTo>
                  <a:pt x="420" y="176"/>
                  <a:pt x="420" y="176"/>
                  <a:pt x="421" y="177"/>
                </a:cubicBezTo>
                <a:cubicBezTo>
                  <a:pt x="433" y="183"/>
                  <a:pt x="433" y="183"/>
                  <a:pt x="433" y="183"/>
                </a:cubicBezTo>
                <a:cubicBezTo>
                  <a:pt x="435" y="184"/>
                  <a:pt x="436" y="186"/>
                  <a:pt x="436" y="188"/>
                </a:cubicBezTo>
                <a:cubicBezTo>
                  <a:pt x="436" y="188"/>
                  <a:pt x="436" y="189"/>
                  <a:pt x="436" y="189"/>
                </a:cubicBezTo>
                <a:cubicBezTo>
                  <a:pt x="433" y="200"/>
                  <a:pt x="433" y="200"/>
                  <a:pt x="433" y="200"/>
                </a:cubicBezTo>
                <a:cubicBezTo>
                  <a:pt x="438" y="204"/>
                  <a:pt x="443" y="208"/>
                  <a:pt x="447" y="213"/>
                </a:cubicBezTo>
                <a:cubicBezTo>
                  <a:pt x="458" y="209"/>
                  <a:pt x="458" y="209"/>
                  <a:pt x="458" y="209"/>
                </a:cubicBezTo>
                <a:cubicBezTo>
                  <a:pt x="458" y="209"/>
                  <a:pt x="459" y="209"/>
                  <a:pt x="459" y="209"/>
                </a:cubicBezTo>
                <a:cubicBezTo>
                  <a:pt x="461" y="209"/>
                  <a:pt x="463" y="210"/>
                  <a:pt x="464" y="211"/>
                </a:cubicBezTo>
                <a:cubicBezTo>
                  <a:pt x="471" y="223"/>
                  <a:pt x="471" y="223"/>
                  <a:pt x="471" y="223"/>
                </a:cubicBezTo>
                <a:cubicBezTo>
                  <a:pt x="471" y="224"/>
                  <a:pt x="472" y="225"/>
                  <a:pt x="472" y="226"/>
                </a:cubicBezTo>
                <a:cubicBezTo>
                  <a:pt x="472" y="227"/>
                  <a:pt x="471" y="228"/>
                  <a:pt x="470" y="229"/>
                </a:cubicBezTo>
                <a:cubicBezTo>
                  <a:pt x="462" y="237"/>
                  <a:pt x="462" y="237"/>
                  <a:pt x="462" y="237"/>
                </a:cubicBezTo>
                <a:cubicBezTo>
                  <a:pt x="465" y="243"/>
                  <a:pt x="467" y="250"/>
                  <a:pt x="468" y="256"/>
                </a:cubicBezTo>
                <a:cubicBezTo>
                  <a:pt x="479" y="258"/>
                  <a:pt x="479" y="258"/>
                  <a:pt x="479" y="258"/>
                </a:cubicBezTo>
                <a:cubicBezTo>
                  <a:pt x="481" y="258"/>
                  <a:pt x="483" y="260"/>
                  <a:pt x="483" y="262"/>
                </a:cubicBezTo>
                <a:cubicBezTo>
                  <a:pt x="484" y="277"/>
                  <a:pt x="484" y="277"/>
                  <a:pt x="484" y="277"/>
                </a:cubicBezTo>
                <a:cubicBezTo>
                  <a:pt x="484" y="277"/>
                  <a:pt x="484" y="277"/>
                  <a:pt x="484" y="277"/>
                </a:cubicBezTo>
                <a:cubicBezTo>
                  <a:pt x="484" y="279"/>
                  <a:pt x="482" y="281"/>
                  <a:pt x="480" y="281"/>
                </a:cubicBezTo>
                <a:cubicBezTo>
                  <a:pt x="469" y="284"/>
                  <a:pt x="469" y="284"/>
                  <a:pt x="469" y="284"/>
                </a:cubicBezTo>
                <a:cubicBezTo>
                  <a:pt x="468" y="291"/>
                  <a:pt x="467" y="297"/>
                  <a:pt x="465" y="304"/>
                </a:cubicBezTo>
                <a:cubicBezTo>
                  <a:pt x="473" y="311"/>
                  <a:pt x="473" y="311"/>
                  <a:pt x="473" y="311"/>
                </a:cubicBezTo>
                <a:cubicBezTo>
                  <a:pt x="474" y="311"/>
                  <a:pt x="475" y="313"/>
                  <a:pt x="475" y="314"/>
                </a:cubicBezTo>
                <a:cubicBezTo>
                  <a:pt x="475" y="315"/>
                  <a:pt x="475" y="316"/>
                  <a:pt x="474" y="317"/>
                </a:cubicBezTo>
                <a:cubicBezTo>
                  <a:pt x="468" y="329"/>
                  <a:pt x="468" y="329"/>
                  <a:pt x="468" y="329"/>
                </a:cubicBezTo>
                <a:cubicBezTo>
                  <a:pt x="467" y="331"/>
                  <a:pt x="465" y="331"/>
                  <a:pt x="464" y="331"/>
                </a:cubicBezTo>
                <a:cubicBezTo>
                  <a:pt x="463" y="331"/>
                  <a:pt x="463" y="331"/>
                  <a:pt x="462" y="331"/>
                </a:cubicBezTo>
                <a:cubicBezTo>
                  <a:pt x="452" y="328"/>
                  <a:pt x="452" y="328"/>
                  <a:pt x="452" y="328"/>
                </a:cubicBezTo>
                <a:cubicBezTo>
                  <a:pt x="448" y="334"/>
                  <a:pt x="443" y="339"/>
                  <a:pt x="438" y="343"/>
                </a:cubicBezTo>
                <a:cubicBezTo>
                  <a:pt x="442" y="353"/>
                  <a:pt x="442" y="353"/>
                  <a:pt x="442" y="353"/>
                </a:cubicBezTo>
                <a:cubicBezTo>
                  <a:pt x="442" y="354"/>
                  <a:pt x="442" y="354"/>
                  <a:pt x="442" y="355"/>
                </a:cubicBezTo>
                <a:cubicBezTo>
                  <a:pt x="442" y="357"/>
                  <a:pt x="441" y="358"/>
                  <a:pt x="440" y="359"/>
                </a:cubicBezTo>
                <a:cubicBezTo>
                  <a:pt x="428" y="367"/>
                  <a:pt x="428" y="367"/>
                  <a:pt x="428" y="367"/>
                </a:cubicBezTo>
                <a:cubicBezTo>
                  <a:pt x="427" y="367"/>
                  <a:pt x="426" y="367"/>
                  <a:pt x="426" y="367"/>
                </a:cubicBezTo>
                <a:cubicBezTo>
                  <a:pt x="424" y="367"/>
                  <a:pt x="423" y="367"/>
                  <a:pt x="422" y="366"/>
                </a:cubicBezTo>
                <a:cubicBezTo>
                  <a:pt x="414" y="358"/>
                  <a:pt x="414" y="358"/>
                  <a:pt x="414" y="358"/>
                </a:cubicBezTo>
                <a:cubicBezTo>
                  <a:pt x="408" y="360"/>
                  <a:pt x="402" y="362"/>
                  <a:pt x="395" y="364"/>
                </a:cubicBezTo>
                <a:cubicBezTo>
                  <a:pt x="393" y="375"/>
                  <a:pt x="393" y="375"/>
                  <a:pt x="393" y="375"/>
                </a:cubicBezTo>
                <a:cubicBezTo>
                  <a:pt x="393" y="377"/>
                  <a:pt x="391" y="379"/>
                  <a:pt x="389" y="379"/>
                </a:cubicBezTo>
                <a:cubicBezTo>
                  <a:pt x="375" y="379"/>
                  <a:pt x="375" y="379"/>
                  <a:pt x="375" y="379"/>
                </a:cubicBezTo>
                <a:cubicBezTo>
                  <a:pt x="375" y="379"/>
                  <a:pt x="375" y="379"/>
                  <a:pt x="375" y="379"/>
                </a:cubicBezTo>
                <a:cubicBezTo>
                  <a:pt x="373" y="379"/>
                  <a:pt x="370" y="378"/>
                  <a:pt x="370" y="375"/>
                </a:cubicBezTo>
                <a:cubicBezTo>
                  <a:pt x="367" y="365"/>
                  <a:pt x="367" y="365"/>
                  <a:pt x="367" y="365"/>
                </a:cubicBezTo>
                <a:cubicBezTo>
                  <a:pt x="361" y="364"/>
                  <a:pt x="354" y="362"/>
                  <a:pt x="348" y="360"/>
                </a:cubicBezTo>
                <a:cubicBezTo>
                  <a:pt x="341" y="369"/>
                  <a:pt x="341" y="369"/>
                  <a:pt x="341" y="369"/>
                </a:cubicBezTo>
                <a:cubicBezTo>
                  <a:pt x="340" y="370"/>
                  <a:pt x="338" y="371"/>
                  <a:pt x="337" y="371"/>
                </a:cubicBezTo>
                <a:cubicBezTo>
                  <a:pt x="336" y="371"/>
                  <a:pt x="335" y="370"/>
                  <a:pt x="335" y="370"/>
                </a:cubicBezTo>
                <a:cubicBezTo>
                  <a:pt x="322" y="363"/>
                  <a:pt x="322" y="363"/>
                  <a:pt x="322" y="363"/>
                </a:cubicBezTo>
                <a:cubicBezTo>
                  <a:pt x="321" y="363"/>
                  <a:pt x="320" y="361"/>
                  <a:pt x="320" y="359"/>
                </a:cubicBezTo>
                <a:cubicBezTo>
                  <a:pt x="320" y="359"/>
                  <a:pt x="320" y="358"/>
                  <a:pt x="320" y="358"/>
                </a:cubicBezTo>
                <a:cubicBezTo>
                  <a:pt x="323" y="347"/>
                  <a:pt x="323" y="347"/>
                  <a:pt x="323" y="347"/>
                </a:cubicBezTo>
                <a:cubicBezTo>
                  <a:pt x="318" y="343"/>
                  <a:pt x="313" y="339"/>
                  <a:pt x="308" y="333"/>
                </a:cubicBezTo>
                <a:cubicBezTo>
                  <a:pt x="298" y="337"/>
                  <a:pt x="298" y="337"/>
                  <a:pt x="298" y="337"/>
                </a:cubicBezTo>
                <a:cubicBezTo>
                  <a:pt x="298" y="338"/>
                  <a:pt x="297" y="338"/>
                  <a:pt x="296" y="338"/>
                </a:cubicBezTo>
                <a:cubicBezTo>
                  <a:pt x="295" y="338"/>
                  <a:pt x="293" y="337"/>
                  <a:pt x="292" y="336"/>
                </a:cubicBezTo>
                <a:cubicBezTo>
                  <a:pt x="285" y="324"/>
                  <a:pt x="285" y="324"/>
                  <a:pt x="285" y="324"/>
                </a:cubicBezTo>
                <a:cubicBezTo>
                  <a:pt x="284" y="323"/>
                  <a:pt x="284" y="322"/>
                  <a:pt x="284" y="321"/>
                </a:cubicBezTo>
                <a:cubicBezTo>
                  <a:pt x="284" y="320"/>
                  <a:pt x="285" y="319"/>
                  <a:pt x="286" y="318"/>
                </a:cubicBezTo>
                <a:cubicBezTo>
                  <a:pt x="294" y="310"/>
                  <a:pt x="294" y="310"/>
                  <a:pt x="294" y="310"/>
                </a:cubicBezTo>
                <a:cubicBezTo>
                  <a:pt x="291" y="304"/>
                  <a:pt x="289" y="297"/>
                  <a:pt x="288" y="291"/>
                </a:cubicBezTo>
                <a:cubicBezTo>
                  <a:pt x="277" y="289"/>
                  <a:pt x="277" y="289"/>
                  <a:pt x="277" y="289"/>
                </a:cubicBezTo>
                <a:cubicBezTo>
                  <a:pt x="275" y="289"/>
                  <a:pt x="273" y="287"/>
                  <a:pt x="273" y="284"/>
                </a:cubicBezTo>
                <a:cubicBezTo>
                  <a:pt x="272" y="270"/>
                  <a:pt x="272" y="270"/>
                  <a:pt x="272" y="270"/>
                </a:cubicBezTo>
                <a:cubicBezTo>
                  <a:pt x="272" y="270"/>
                  <a:pt x="272" y="270"/>
                  <a:pt x="272" y="270"/>
                </a:cubicBezTo>
                <a:cubicBezTo>
                  <a:pt x="272" y="268"/>
                  <a:pt x="274" y="266"/>
                  <a:pt x="276" y="266"/>
                </a:cubicBezTo>
                <a:cubicBezTo>
                  <a:pt x="287" y="263"/>
                  <a:pt x="287" y="263"/>
                  <a:pt x="287" y="263"/>
                </a:cubicBezTo>
                <a:cubicBezTo>
                  <a:pt x="287" y="259"/>
                  <a:pt x="288" y="254"/>
                  <a:pt x="289" y="250"/>
                </a:cubicBezTo>
                <a:cubicBezTo>
                  <a:pt x="218" y="219"/>
                  <a:pt x="218" y="219"/>
                  <a:pt x="218" y="219"/>
                </a:cubicBezTo>
                <a:cubicBezTo>
                  <a:pt x="211" y="229"/>
                  <a:pt x="202" y="238"/>
                  <a:pt x="193" y="246"/>
                </a:cubicBezTo>
                <a:cubicBezTo>
                  <a:pt x="200" y="265"/>
                  <a:pt x="200" y="265"/>
                  <a:pt x="200" y="265"/>
                </a:cubicBezTo>
                <a:cubicBezTo>
                  <a:pt x="201" y="266"/>
                  <a:pt x="201" y="267"/>
                  <a:pt x="201" y="268"/>
                </a:cubicBezTo>
                <a:cubicBezTo>
                  <a:pt x="201" y="271"/>
                  <a:pt x="199" y="275"/>
                  <a:pt x="197" y="276"/>
                </a:cubicBezTo>
                <a:cubicBezTo>
                  <a:pt x="174" y="290"/>
                  <a:pt x="174" y="290"/>
                  <a:pt x="174" y="290"/>
                </a:cubicBezTo>
                <a:cubicBezTo>
                  <a:pt x="173" y="291"/>
                  <a:pt x="171" y="291"/>
                  <a:pt x="170" y="291"/>
                </a:cubicBezTo>
                <a:cubicBezTo>
                  <a:pt x="167" y="291"/>
                  <a:pt x="165" y="290"/>
                  <a:pt x="163" y="289"/>
                </a:cubicBezTo>
                <a:cubicBezTo>
                  <a:pt x="149" y="274"/>
                  <a:pt x="149" y="274"/>
                  <a:pt x="149" y="274"/>
                </a:cubicBezTo>
                <a:cubicBezTo>
                  <a:pt x="137" y="279"/>
                  <a:pt x="125" y="282"/>
                  <a:pt x="113" y="285"/>
                </a:cubicBezTo>
                <a:cubicBezTo>
                  <a:pt x="110" y="305"/>
                  <a:pt x="110" y="305"/>
                  <a:pt x="110" y="305"/>
                </a:cubicBezTo>
                <a:cubicBezTo>
                  <a:pt x="109" y="309"/>
                  <a:pt x="105" y="313"/>
                  <a:pt x="101" y="313"/>
                </a:cubicBezTo>
                <a:cubicBezTo>
                  <a:pt x="75" y="314"/>
                  <a:pt x="75" y="314"/>
                  <a:pt x="75" y="314"/>
                </a:cubicBezTo>
                <a:cubicBezTo>
                  <a:pt x="75" y="314"/>
                  <a:pt x="75" y="314"/>
                  <a:pt x="75" y="314"/>
                </a:cubicBezTo>
                <a:cubicBezTo>
                  <a:pt x="71" y="314"/>
                  <a:pt x="67" y="311"/>
                  <a:pt x="66" y="307"/>
                </a:cubicBezTo>
                <a:cubicBezTo>
                  <a:pt x="61" y="287"/>
                  <a:pt x="61" y="287"/>
                  <a:pt x="61" y="287"/>
                </a:cubicBezTo>
                <a:cubicBezTo>
                  <a:pt x="49" y="285"/>
                  <a:pt x="37" y="283"/>
                  <a:pt x="24" y="278"/>
                </a:cubicBezTo>
                <a:cubicBezTo>
                  <a:pt x="11" y="294"/>
                  <a:pt x="11" y="294"/>
                  <a:pt x="11" y="294"/>
                </a:cubicBezTo>
                <a:cubicBezTo>
                  <a:pt x="10" y="296"/>
                  <a:pt x="7" y="298"/>
                  <a:pt x="4" y="298"/>
                </a:cubicBezTo>
                <a:cubicBezTo>
                  <a:pt x="3" y="298"/>
                  <a:pt x="2" y="297"/>
                  <a:pt x="0" y="297"/>
                </a:cubicBezTo>
                <a:cubicBezTo>
                  <a:pt x="327" y="566"/>
                  <a:pt x="327" y="566"/>
                  <a:pt x="327" y="566"/>
                </a:cubicBezTo>
                <a:cubicBezTo>
                  <a:pt x="516" y="675"/>
                  <a:pt x="516" y="675"/>
                  <a:pt x="516" y="675"/>
                </a:cubicBezTo>
                <a:cubicBezTo>
                  <a:pt x="521" y="678"/>
                  <a:pt x="526" y="680"/>
                  <a:pt x="531" y="680"/>
                </a:cubicBezTo>
                <a:cubicBezTo>
                  <a:pt x="542" y="680"/>
                  <a:pt x="550" y="671"/>
                  <a:pt x="550" y="656"/>
                </a:cubicBezTo>
                <a:cubicBezTo>
                  <a:pt x="550" y="242"/>
                  <a:pt x="550" y="242"/>
                  <a:pt x="550" y="242"/>
                </a:cubicBezTo>
                <a:cubicBezTo>
                  <a:pt x="240" y="0"/>
                  <a:pt x="240" y="0"/>
                  <a:pt x="240" y="0"/>
                </a:cubicBezTo>
              </a:path>
            </a:pathLst>
          </a:custGeom>
          <a:solidFill>
            <a:srgbClr val="000000">
              <a:alpha val="20000"/>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 name="Freeform 25"/>
          <p:cNvSpPr>
            <a:spLocks/>
          </p:cNvSpPr>
          <p:nvPr/>
        </p:nvSpPr>
        <p:spPr bwMode="auto">
          <a:xfrm>
            <a:off x="6895908" y="2423768"/>
            <a:ext cx="1214834" cy="905779"/>
          </a:xfrm>
          <a:custGeom>
            <a:avLst/>
            <a:gdLst>
              <a:gd name="T0" fmla="*/ 214 w 480"/>
              <a:gd name="T1" fmla="*/ 0 h 358"/>
              <a:gd name="T2" fmla="*/ 214 w 480"/>
              <a:gd name="T3" fmla="*/ 0 h 358"/>
              <a:gd name="T4" fmla="*/ 223 w 480"/>
              <a:gd name="T5" fmla="*/ 53 h 358"/>
              <a:gd name="T6" fmla="*/ 223 w 480"/>
              <a:gd name="T7" fmla="*/ 53 h 358"/>
              <a:gd name="T8" fmla="*/ 223 w 480"/>
              <a:gd name="T9" fmla="*/ 53 h 358"/>
              <a:gd name="T10" fmla="*/ 203 w 480"/>
              <a:gd name="T11" fmla="*/ 127 h 358"/>
              <a:gd name="T12" fmla="*/ 151 w 480"/>
              <a:gd name="T13" fmla="*/ 216 h 358"/>
              <a:gd name="T14" fmla="*/ 146 w 480"/>
              <a:gd name="T15" fmla="*/ 236 h 358"/>
              <a:gd name="T16" fmla="*/ 151 w 480"/>
              <a:gd name="T17" fmla="*/ 243 h 358"/>
              <a:gd name="T18" fmla="*/ 151 w 480"/>
              <a:gd name="T19" fmla="*/ 248 h 358"/>
              <a:gd name="T20" fmla="*/ 151 w 480"/>
              <a:gd name="T21" fmla="*/ 248 h 358"/>
              <a:gd name="T22" fmla="*/ 141 w 480"/>
              <a:gd name="T23" fmla="*/ 257 h 358"/>
              <a:gd name="T24" fmla="*/ 7 w 480"/>
              <a:gd name="T25" fmla="*/ 257 h 358"/>
              <a:gd name="T26" fmla="*/ 0 w 480"/>
              <a:gd name="T27" fmla="*/ 254 h 358"/>
              <a:gd name="T28" fmla="*/ 13 w 480"/>
              <a:gd name="T29" fmla="*/ 267 h 358"/>
              <a:gd name="T30" fmla="*/ 14 w 480"/>
              <a:gd name="T31" fmla="*/ 266 h 358"/>
              <a:gd name="T32" fmla="*/ 134 w 480"/>
              <a:gd name="T33" fmla="*/ 266 h 358"/>
              <a:gd name="T34" fmla="*/ 143 w 480"/>
              <a:gd name="T35" fmla="*/ 275 h 358"/>
              <a:gd name="T36" fmla="*/ 143 w 480"/>
              <a:gd name="T37" fmla="*/ 280 h 358"/>
              <a:gd name="T38" fmla="*/ 143 w 480"/>
              <a:gd name="T39" fmla="*/ 280 h 358"/>
              <a:gd name="T40" fmla="*/ 134 w 480"/>
              <a:gd name="T41" fmla="*/ 289 h 358"/>
              <a:gd name="T42" fmla="*/ 37 w 480"/>
              <a:gd name="T43" fmla="*/ 289 h 358"/>
              <a:gd name="T44" fmla="*/ 47 w 480"/>
              <a:gd name="T45" fmla="*/ 298 h 358"/>
              <a:gd name="T46" fmla="*/ 125 w 480"/>
              <a:gd name="T47" fmla="*/ 298 h 358"/>
              <a:gd name="T48" fmla="*/ 125 w 480"/>
              <a:gd name="T49" fmla="*/ 298 h 358"/>
              <a:gd name="T50" fmla="*/ 77 w 480"/>
              <a:gd name="T51" fmla="*/ 326 h 358"/>
              <a:gd name="T52" fmla="*/ 111 w 480"/>
              <a:gd name="T53" fmla="*/ 358 h 358"/>
              <a:gd name="T54" fmla="*/ 441 w 480"/>
              <a:gd name="T55" fmla="*/ 358 h 358"/>
              <a:gd name="T56" fmla="*/ 480 w 480"/>
              <a:gd name="T57" fmla="*/ 319 h 358"/>
              <a:gd name="T58" fmla="*/ 480 w 480"/>
              <a:gd name="T59" fmla="*/ 310 h 358"/>
              <a:gd name="T60" fmla="*/ 214 w 480"/>
              <a:gd name="T61" fmla="*/ 0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80" h="358">
                <a:moveTo>
                  <a:pt x="214" y="0"/>
                </a:moveTo>
                <a:cubicBezTo>
                  <a:pt x="214" y="0"/>
                  <a:pt x="214" y="0"/>
                  <a:pt x="214" y="0"/>
                </a:cubicBezTo>
                <a:cubicBezTo>
                  <a:pt x="220" y="16"/>
                  <a:pt x="223" y="34"/>
                  <a:pt x="223" y="53"/>
                </a:cubicBezTo>
                <a:cubicBezTo>
                  <a:pt x="223" y="53"/>
                  <a:pt x="223" y="53"/>
                  <a:pt x="223" y="53"/>
                </a:cubicBezTo>
                <a:cubicBezTo>
                  <a:pt x="223" y="53"/>
                  <a:pt x="223" y="53"/>
                  <a:pt x="223" y="53"/>
                </a:cubicBezTo>
                <a:cubicBezTo>
                  <a:pt x="223" y="80"/>
                  <a:pt x="216" y="105"/>
                  <a:pt x="203" y="127"/>
                </a:cubicBezTo>
                <a:cubicBezTo>
                  <a:pt x="167" y="194"/>
                  <a:pt x="157" y="180"/>
                  <a:pt x="151" y="216"/>
                </a:cubicBezTo>
                <a:cubicBezTo>
                  <a:pt x="150" y="224"/>
                  <a:pt x="148" y="231"/>
                  <a:pt x="146" y="236"/>
                </a:cubicBezTo>
                <a:cubicBezTo>
                  <a:pt x="149" y="237"/>
                  <a:pt x="151" y="240"/>
                  <a:pt x="151" y="243"/>
                </a:cubicBezTo>
                <a:cubicBezTo>
                  <a:pt x="151" y="248"/>
                  <a:pt x="151" y="248"/>
                  <a:pt x="151" y="248"/>
                </a:cubicBezTo>
                <a:cubicBezTo>
                  <a:pt x="151" y="248"/>
                  <a:pt x="151" y="248"/>
                  <a:pt x="151" y="248"/>
                </a:cubicBezTo>
                <a:cubicBezTo>
                  <a:pt x="151" y="253"/>
                  <a:pt x="146" y="257"/>
                  <a:pt x="141" y="257"/>
                </a:cubicBezTo>
                <a:cubicBezTo>
                  <a:pt x="7" y="257"/>
                  <a:pt x="7" y="257"/>
                  <a:pt x="7" y="257"/>
                </a:cubicBezTo>
                <a:cubicBezTo>
                  <a:pt x="4" y="257"/>
                  <a:pt x="2" y="256"/>
                  <a:pt x="0" y="254"/>
                </a:cubicBezTo>
                <a:cubicBezTo>
                  <a:pt x="13" y="267"/>
                  <a:pt x="13" y="267"/>
                  <a:pt x="13" y="267"/>
                </a:cubicBezTo>
                <a:cubicBezTo>
                  <a:pt x="14" y="266"/>
                  <a:pt x="14" y="266"/>
                  <a:pt x="14" y="266"/>
                </a:cubicBezTo>
                <a:cubicBezTo>
                  <a:pt x="134" y="266"/>
                  <a:pt x="134" y="266"/>
                  <a:pt x="134" y="266"/>
                </a:cubicBezTo>
                <a:cubicBezTo>
                  <a:pt x="139" y="266"/>
                  <a:pt x="143" y="270"/>
                  <a:pt x="143" y="275"/>
                </a:cubicBezTo>
                <a:cubicBezTo>
                  <a:pt x="143" y="280"/>
                  <a:pt x="143" y="280"/>
                  <a:pt x="143" y="280"/>
                </a:cubicBezTo>
                <a:cubicBezTo>
                  <a:pt x="143" y="280"/>
                  <a:pt x="143" y="280"/>
                  <a:pt x="143" y="280"/>
                </a:cubicBezTo>
                <a:cubicBezTo>
                  <a:pt x="143" y="285"/>
                  <a:pt x="139" y="289"/>
                  <a:pt x="134" y="289"/>
                </a:cubicBezTo>
                <a:cubicBezTo>
                  <a:pt x="37" y="289"/>
                  <a:pt x="37" y="289"/>
                  <a:pt x="37" y="289"/>
                </a:cubicBezTo>
                <a:cubicBezTo>
                  <a:pt x="47" y="298"/>
                  <a:pt x="47" y="298"/>
                  <a:pt x="47" y="298"/>
                </a:cubicBezTo>
                <a:cubicBezTo>
                  <a:pt x="125" y="298"/>
                  <a:pt x="125" y="298"/>
                  <a:pt x="125" y="298"/>
                </a:cubicBezTo>
                <a:cubicBezTo>
                  <a:pt x="125" y="298"/>
                  <a:pt x="125" y="298"/>
                  <a:pt x="125" y="298"/>
                </a:cubicBezTo>
                <a:cubicBezTo>
                  <a:pt x="125" y="315"/>
                  <a:pt x="99" y="325"/>
                  <a:pt x="77" y="326"/>
                </a:cubicBezTo>
                <a:cubicBezTo>
                  <a:pt x="111" y="358"/>
                  <a:pt x="111" y="358"/>
                  <a:pt x="111" y="358"/>
                </a:cubicBezTo>
                <a:cubicBezTo>
                  <a:pt x="441" y="358"/>
                  <a:pt x="441" y="358"/>
                  <a:pt x="441" y="358"/>
                </a:cubicBezTo>
                <a:cubicBezTo>
                  <a:pt x="462" y="358"/>
                  <a:pt x="480" y="341"/>
                  <a:pt x="480" y="319"/>
                </a:cubicBezTo>
                <a:cubicBezTo>
                  <a:pt x="480" y="310"/>
                  <a:pt x="480" y="310"/>
                  <a:pt x="480" y="310"/>
                </a:cubicBezTo>
                <a:cubicBezTo>
                  <a:pt x="214" y="0"/>
                  <a:pt x="214" y="0"/>
                  <a:pt x="214" y="0"/>
                </a:cubicBezTo>
              </a:path>
            </a:pathLst>
          </a:custGeom>
          <a:solidFill>
            <a:srgbClr val="000000">
              <a:alpha val="20000"/>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5" name="文本框 24"/>
          <p:cNvSpPr txBox="1"/>
          <p:nvPr/>
        </p:nvSpPr>
        <p:spPr>
          <a:xfrm>
            <a:off x="8234432" y="2397910"/>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26" name="文本框 25"/>
          <p:cNvSpPr txBox="1"/>
          <p:nvPr/>
        </p:nvSpPr>
        <p:spPr>
          <a:xfrm>
            <a:off x="1101050" y="2397910"/>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27" name="文本框 26"/>
          <p:cNvSpPr txBox="1"/>
          <p:nvPr/>
        </p:nvSpPr>
        <p:spPr>
          <a:xfrm>
            <a:off x="8234432" y="3629093"/>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28" name="文本框 27"/>
          <p:cNvSpPr txBox="1"/>
          <p:nvPr/>
        </p:nvSpPr>
        <p:spPr>
          <a:xfrm>
            <a:off x="1101050" y="3629093"/>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35" name="矩形 34"/>
          <p:cNvSpPr/>
          <p:nvPr/>
        </p:nvSpPr>
        <p:spPr>
          <a:xfrm>
            <a:off x="1120462" y="5951740"/>
            <a:ext cx="9982915" cy="412421"/>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添加内容添加内容添加内容添加内容添加内容添加内容添加内容添加内容添加内容添加内容添加内容</a:t>
            </a:r>
          </a:p>
        </p:txBody>
      </p:sp>
      <p:sp>
        <p:nvSpPr>
          <p:cNvPr id="30"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420448009"/>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3"/>
          <p:cNvSpPr>
            <a:spLocks noChangeAspect="1" noChangeArrowheads="1" noTextEdit="1"/>
          </p:cNvSpPr>
          <p:nvPr/>
        </p:nvSpPr>
        <p:spPr bwMode="auto">
          <a:xfrm>
            <a:off x="2401888" y="2381921"/>
            <a:ext cx="7388225" cy="3562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Freeform 5"/>
          <p:cNvSpPr>
            <a:spLocks noEditPoints="1"/>
          </p:cNvSpPr>
          <p:nvPr/>
        </p:nvSpPr>
        <p:spPr bwMode="auto">
          <a:xfrm>
            <a:off x="4303713" y="2381921"/>
            <a:ext cx="3557588" cy="3559175"/>
          </a:xfrm>
          <a:custGeom>
            <a:avLst/>
            <a:gdLst>
              <a:gd name="T0" fmla="*/ 730 w 1460"/>
              <a:gd name="T1" fmla="*/ 0 h 1460"/>
              <a:gd name="T2" fmla="*/ 0 w 1460"/>
              <a:gd name="T3" fmla="*/ 730 h 1460"/>
              <a:gd name="T4" fmla="*/ 730 w 1460"/>
              <a:gd name="T5" fmla="*/ 1460 h 1460"/>
              <a:gd name="T6" fmla="*/ 1460 w 1460"/>
              <a:gd name="T7" fmla="*/ 730 h 1460"/>
              <a:gd name="T8" fmla="*/ 730 w 1460"/>
              <a:gd name="T9" fmla="*/ 0 h 1460"/>
              <a:gd name="T10" fmla="*/ 730 w 1460"/>
              <a:gd name="T11" fmla="*/ 1400 h 1460"/>
              <a:gd name="T12" fmla="*/ 60 w 1460"/>
              <a:gd name="T13" fmla="*/ 730 h 1460"/>
              <a:gd name="T14" fmla="*/ 730 w 1460"/>
              <a:gd name="T15" fmla="*/ 60 h 1460"/>
              <a:gd name="T16" fmla="*/ 1400 w 1460"/>
              <a:gd name="T17" fmla="*/ 730 h 1460"/>
              <a:gd name="T18" fmla="*/ 730 w 1460"/>
              <a:gd name="T19" fmla="*/ 1400 h 1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60" h="1460">
                <a:moveTo>
                  <a:pt x="730" y="0"/>
                </a:moveTo>
                <a:cubicBezTo>
                  <a:pt x="327" y="0"/>
                  <a:pt x="0" y="327"/>
                  <a:pt x="0" y="730"/>
                </a:cubicBezTo>
                <a:cubicBezTo>
                  <a:pt x="0" y="1133"/>
                  <a:pt x="327" y="1460"/>
                  <a:pt x="730" y="1460"/>
                </a:cubicBezTo>
                <a:cubicBezTo>
                  <a:pt x="1133" y="1460"/>
                  <a:pt x="1460" y="1133"/>
                  <a:pt x="1460" y="730"/>
                </a:cubicBezTo>
                <a:cubicBezTo>
                  <a:pt x="1460" y="327"/>
                  <a:pt x="1133" y="0"/>
                  <a:pt x="730" y="0"/>
                </a:cubicBezTo>
                <a:close/>
                <a:moveTo>
                  <a:pt x="730" y="1400"/>
                </a:moveTo>
                <a:cubicBezTo>
                  <a:pt x="360" y="1400"/>
                  <a:pt x="60" y="1100"/>
                  <a:pt x="60" y="730"/>
                </a:cubicBezTo>
                <a:cubicBezTo>
                  <a:pt x="60" y="360"/>
                  <a:pt x="360" y="60"/>
                  <a:pt x="730" y="60"/>
                </a:cubicBezTo>
                <a:cubicBezTo>
                  <a:pt x="1100" y="60"/>
                  <a:pt x="1400" y="360"/>
                  <a:pt x="1400" y="730"/>
                </a:cubicBezTo>
                <a:cubicBezTo>
                  <a:pt x="1400" y="1100"/>
                  <a:pt x="1100" y="1400"/>
                  <a:pt x="730" y="140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 name="Oval 12"/>
          <p:cNvSpPr>
            <a:spLocks noChangeArrowheads="1"/>
          </p:cNvSpPr>
          <p:nvPr/>
        </p:nvSpPr>
        <p:spPr bwMode="auto">
          <a:xfrm>
            <a:off x="4665663" y="2742284"/>
            <a:ext cx="2835275" cy="2838450"/>
          </a:xfrm>
          <a:prstGeom prst="ellipse">
            <a:avLst/>
          </a:prstGeom>
          <a:solidFill>
            <a:srgbClr val="EA981E"/>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 name="Freeform 13"/>
          <p:cNvSpPr>
            <a:spLocks/>
          </p:cNvSpPr>
          <p:nvPr/>
        </p:nvSpPr>
        <p:spPr bwMode="auto">
          <a:xfrm>
            <a:off x="6078538" y="2742284"/>
            <a:ext cx="1422400" cy="1419225"/>
          </a:xfrm>
          <a:custGeom>
            <a:avLst/>
            <a:gdLst>
              <a:gd name="T0" fmla="*/ 584 w 584"/>
              <a:gd name="T1" fmla="*/ 550 h 582"/>
              <a:gd name="T2" fmla="*/ 2 w 584"/>
              <a:gd name="T3" fmla="*/ 0 h 582"/>
              <a:gd name="T4" fmla="*/ 0 w 584"/>
              <a:gd name="T5" fmla="*/ 0 h 582"/>
              <a:gd name="T6" fmla="*/ 0 w 584"/>
              <a:gd name="T7" fmla="*/ 582 h 582"/>
              <a:gd name="T8" fmla="*/ 584 w 584"/>
              <a:gd name="T9" fmla="*/ 582 h 582"/>
              <a:gd name="T10" fmla="*/ 584 w 584"/>
              <a:gd name="T11" fmla="*/ 550 h 582"/>
            </a:gdLst>
            <a:ahLst/>
            <a:cxnLst>
              <a:cxn ang="0">
                <a:pos x="T0" y="T1"/>
              </a:cxn>
              <a:cxn ang="0">
                <a:pos x="T2" y="T3"/>
              </a:cxn>
              <a:cxn ang="0">
                <a:pos x="T4" y="T5"/>
              </a:cxn>
              <a:cxn ang="0">
                <a:pos x="T6" y="T7"/>
              </a:cxn>
              <a:cxn ang="0">
                <a:pos x="T8" y="T9"/>
              </a:cxn>
              <a:cxn ang="0">
                <a:pos x="T10" y="T11"/>
              </a:cxn>
            </a:cxnLst>
            <a:rect l="0" t="0" r="r" b="b"/>
            <a:pathLst>
              <a:path w="584" h="582">
                <a:moveTo>
                  <a:pt x="584" y="550"/>
                </a:moveTo>
                <a:cubicBezTo>
                  <a:pt x="564" y="243"/>
                  <a:pt x="313" y="0"/>
                  <a:pt x="2" y="0"/>
                </a:cubicBezTo>
                <a:cubicBezTo>
                  <a:pt x="2" y="0"/>
                  <a:pt x="0" y="0"/>
                  <a:pt x="0" y="0"/>
                </a:cubicBezTo>
                <a:cubicBezTo>
                  <a:pt x="0" y="582"/>
                  <a:pt x="0" y="582"/>
                  <a:pt x="0" y="582"/>
                </a:cubicBezTo>
                <a:cubicBezTo>
                  <a:pt x="584" y="582"/>
                  <a:pt x="584" y="582"/>
                  <a:pt x="584" y="582"/>
                </a:cubicBezTo>
                <a:lnTo>
                  <a:pt x="584" y="550"/>
                </a:lnTo>
                <a:close/>
              </a:path>
            </a:pathLst>
          </a:custGeom>
          <a:solidFill>
            <a:srgbClr val="29414F"/>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 name="Freeform 14"/>
          <p:cNvSpPr>
            <a:spLocks/>
          </p:cNvSpPr>
          <p:nvPr/>
        </p:nvSpPr>
        <p:spPr bwMode="auto">
          <a:xfrm>
            <a:off x="4665663" y="2742284"/>
            <a:ext cx="1412875" cy="1419225"/>
          </a:xfrm>
          <a:custGeom>
            <a:avLst/>
            <a:gdLst>
              <a:gd name="T0" fmla="*/ 580 w 580"/>
              <a:gd name="T1" fmla="*/ 0 h 582"/>
              <a:gd name="T2" fmla="*/ 0 w 580"/>
              <a:gd name="T3" fmla="*/ 550 h 582"/>
              <a:gd name="T4" fmla="*/ 0 w 580"/>
              <a:gd name="T5" fmla="*/ 582 h 582"/>
              <a:gd name="T6" fmla="*/ 580 w 580"/>
              <a:gd name="T7" fmla="*/ 582 h 582"/>
              <a:gd name="T8" fmla="*/ 580 w 580"/>
              <a:gd name="T9" fmla="*/ 0 h 582"/>
            </a:gdLst>
            <a:ahLst/>
            <a:cxnLst>
              <a:cxn ang="0">
                <a:pos x="T0" y="T1"/>
              </a:cxn>
              <a:cxn ang="0">
                <a:pos x="T2" y="T3"/>
              </a:cxn>
              <a:cxn ang="0">
                <a:pos x="T4" y="T5"/>
              </a:cxn>
              <a:cxn ang="0">
                <a:pos x="T6" y="T7"/>
              </a:cxn>
              <a:cxn ang="0">
                <a:pos x="T8" y="T9"/>
              </a:cxn>
            </a:cxnLst>
            <a:rect l="0" t="0" r="r" b="b"/>
            <a:pathLst>
              <a:path w="580" h="582">
                <a:moveTo>
                  <a:pt x="580" y="0"/>
                </a:moveTo>
                <a:cubicBezTo>
                  <a:pt x="272" y="0"/>
                  <a:pt x="20" y="244"/>
                  <a:pt x="0" y="550"/>
                </a:cubicBezTo>
                <a:cubicBezTo>
                  <a:pt x="0" y="582"/>
                  <a:pt x="0" y="582"/>
                  <a:pt x="0" y="582"/>
                </a:cubicBezTo>
                <a:cubicBezTo>
                  <a:pt x="580" y="582"/>
                  <a:pt x="580" y="582"/>
                  <a:pt x="580" y="582"/>
                </a:cubicBezTo>
                <a:lnTo>
                  <a:pt x="580" y="0"/>
                </a:lnTo>
                <a:close/>
              </a:path>
            </a:pathLst>
          </a:custGeom>
          <a:solidFill>
            <a:srgbClr val="3A8FCB"/>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 name="Freeform 15"/>
          <p:cNvSpPr>
            <a:spLocks/>
          </p:cNvSpPr>
          <p:nvPr/>
        </p:nvSpPr>
        <p:spPr bwMode="auto">
          <a:xfrm>
            <a:off x="6078538" y="4161509"/>
            <a:ext cx="1422400" cy="1419225"/>
          </a:xfrm>
          <a:custGeom>
            <a:avLst/>
            <a:gdLst>
              <a:gd name="T0" fmla="*/ 584 w 584"/>
              <a:gd name="T1" fmla="*/ 0 h 582"/>
              <a:gd name="T2" fmla="*/ 0 w 584"/>
              <a:gd name="T3" fmla="*/ 0 h 582"/>
              <a:gd name="T4" fmla="*/ 0 w 584"/>
              <a:gd name="T5" fmla="*/ 582 h 582"/>
              <a:gd name="T6" fmla="*/ 2 w 584"/>
              <a:gd name="T7" fmla="*/ 582 h 582"/>
              <a:gd name="T8" fmla="*/ 584 w 584"/>
              <a:gd name="T9" fmla="*/ 32 h 582"/>
              <a:gd name="T10" fmla="*/ 584 w 584"/>
              <a:gd name="T11" fmla="*/ 0 h 582"/>
            </a:gdLst>
            <a:ahLst/>
            <a:cxnLst>
              <a:cxn ang="0">
                <a:pos x="T0" y="T1"/>
              </a:cxn>
              <a:cxn ang="0">
                <a:pos x="T2" y="T3"/>
              </a:cxn>
              <a:cxn ang="0">
                <a:pos x="T4" y="T5"/>
              </a:cxn>
              <a:cxn ang="0">
                <a:pos x="T6" y="T7"/>
              </a:cxn>
              <a:cxn ang="0">
                <a:pos x="T8" y="T9"/>
              </a:cxn>
              <a:cxn ang="0">
                <a:pos x="T10" y="T11"/>
              </a:cxn>
            </a:cxnLst>
            <a:rect l="0" t="0" r="r" b="b"/>
            <a:pathLst>
              <a:path w="584" h="582">
                <a:moveTo>
                  <a:pt x="584" y="0"/>
                </a:moveTo>
                <a:cubicBezTo>
                  <a:pt x="0" y="0"/>
                  <a:pt x="0" y="0"/>
                  <a:pt x="0" y="0"/>
                </a:cubicBezTo>
                <a:cubicBezTo>
                  <a:pt x="0" y="582"/>
                  <a:pt x="0" y="582"/>
                  <a:pt x="0" y="582"/>
                </a:cubicBezTo>
                <a:cubicBezTo>
                  <a:pt x="0" y="582"/>
                  <a:pt x="2" y="582"/>
                  <a:pt x="2" y="582"/>
                </a:cubicBezTo>
                <a:cubicBezTo>
                  <a:pt x="313" y="582"/>
                  <a:pt x="564" y="339"/>
                  <a:pt x="584" y="32"/>
                </a:cubicBezTo>
                <a:lnTo>
                  <a:pt x="584" y="0"/>
                </a:lnTo>
                <a:close/>
              </a:path>
            </a:pathLst>
          </a:custGeom>
          <a:solidFill>
            <a:srgbClr val="21998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 name="Oval 16"/>
          <p:cNvSpPr>
            <a:spLocks noChangeArrowheads="1"/>
          </p:cNvSpPr>
          <p:nvPr/>
        </p:nvSpPr>
        <p:spPr bwMode="auto">
          <a:xfrm>
            <a:off x="5005388" y="3083596"/>
            <a:ext cx="2154238" cy="215582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7"/>
          <p:cNvSpPr>
            <a:spLocks/>
          </p:cNvSpPr>
          <p:nvPr/>
        </p:nvSpPr>
        <p:spPr bwMode="auto">
          <a:xfrm>
            <a:off x="6067426" y="3020096"/>
            <a:ext cx="1160463" cy="1150938"/>
          </a:xfrm>
          <a:custGeom>
            <a:avLst/>
            <a:gdLst>
              <a:gd name="T0" fmla="*/ 476 w 476"/>
              <a:gd name="T1" fmla="*/ 472 h 472"/>
              <a:gd name="T2" fmla="*/ 476 w 476"/>
              <a:gd name="T3" fmla="*/ 464 h 472"/>
              <a:gd name="T4" fmla="*/ 10 w 476"/>
              <a:gd name="T5" fmla="*/ 0 h 472"/>
              <a:gd name="T6" fmla="*/ 0 w 476"/>
              <a:gd name="T7" fmla="*/ 0 h 472"/>
              <a:gd name="T8" fmla="*/ 0 w 476"/>
              <a:gd name="T9" fmla="*/ 26 h 472"/>
              <a:gd name="T10" fmla="*/ 4 w 476"/>
              <a:gd name="T11" fmla="*/ 26 h 472"/>
              <a:gd name="T12" fmla="*/ 447 w 476"/>
              <a:gd name="T13" fmla="*/ 469 h 472"/>
              <a:gd name="T14" fmla="*/ 448 w 476"/>
              <a:gd name="T15" fmla="*/ 472 h 472"/>
              <a:gd name="T16" fmla="*/ 476 w 476"/>
              <a:gd name="T17" fmla="*/ 472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6" h="472">
                <a:moveTo>
                  <a:pt x="476" y="472"/>
                </a:moveTo>
                <a:cubicBezTo>
                  <a:pt x="476" y="464"/>
                  <a:pt x="476" y="464"/>
                  <a:pt x="476" y="464"/>
                </a:cubicBezTo>
                <a:cubicBezTo>
                  <a:pt x="476" y="208"/>
                  <a:pt x="266" y="0"/>
                  <a:pt x="10" y="0"/>
                </a:cubicBezTo>
                <a:cubicBezTo>
                  <a:pt x="0" y="0"/>
                  <a:pt x="0" y="0"/>
                  <a:pt x="0" y="0"/>
                </a:cubicBezTo>
                <a:cubicBezTo>
                  <a:pt x="0" y="26"/>
                  <a:pt x="0" y="26"/>
                  <a:pt x="0" y="26"/>
                </a:cubicBezTo>
                <a:cubicBezTo>
                  <a:pt x="4" y="26"/>
                  <a:pt x="3" y="26"/>
                  <a:pt x="4" y="26"/>
                </a:cubicBezTo>
                <a:cubicBezTo>
                  <a:pt x="248" y="26"/>
                  <a:pt x="447" y="225"/>
                  <a:pt x="447" y="469"/>
                </a:cubicBezTo>
                <a:cubicBezTo>
                  <a:pt x="447" y="470"/>
                  <a:pt x="448" y="468"/>
                  <a:pt x="448" y="472"/>
                </a:cubicBezTo>
                <a:lnTo>
                  <a:pt x="476" y="472"/>
                </a:lnTo>
                <a:close/>
              </a:path>
            </a:pathLst>
          </a:custGeom>
          <a:solidFill>
            <a:srgbClr val="FFFFFF">
              <a:alpha val="30196"/>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 name="Freeform 18"/>
          <p:cNvSpPr>
            <a:spLocks/>
          </p:cNvSpPr>
          <p:nvPr/>
        </p:nvSpPr>
        <p:spPr bwMode="auto">
          <a:xfrm>
            <a:off x="6067426" y="4171034"/>
            <a:ext cx="1160463" cy="1141413"/>
          </a:xfrm>
          <a:custGeom>
            <a:avLst/>
            <a:gdLst>
              <a:gd name="T0" fmla="*/ 476 w 476"/>
              <a:gd name="T1" fmla="*/ 0 h 468"/>
              <a:gd name="T2" fmla="*/ 448 w 476"/>
              <a:gd name="T3" fmla="*/ 0 h 468"/>
              <a:gd name="T4" fmla="*/ 4 w 476"/>
              <a:gd name="T5" fmla="*/ 439 h 468"/>
              <a:gd name="T6" fmla="*/ 0 w 476"/>
              <a:gd name="T7" fmla="*/ 438 h 468"/>
              <a:gd name="T8" fmla="*/ 0 w 476"/>
              <a:gd name="T9" fmla="*/ 468 h 468"/>
              <a:gd name="T10" fmla="*/ 10 w 476"/>
              <a:gd name="T11" fmla="*/ 468 h 468"/>
              <a:gd name="T12" fmla="*/ 476 w 476"/>
              <a:gd name="T13" fmla="*/ 0 h 468"/>
            </a:gdLst>
            <a:ahLst/>
            <a:cxnLst>
              <a:cxn ang="0">
                <a:pos x="T0" y="T1"/>
              </a:cxn>
              <a:cxn ang="0">
                <a:pos x="T2" y="T3"/>
              </a:cxn>
              <a:cxn ang="0">
                <a:pos x="T4" y="T5"/>
              </a:cxn>
              <a:cxn ang="0">
                <a:pos x="T6" y="T7"/>
              </a:cxn>
              <a:cxn ang="0">
                <a:pos x="T8" y="T9"/>
              </a:cxn>
              <a:cxn ang="0">
                <a:pos x="T10" y="T11"/>
              </a:cxn>
              <a:cxn ang="0">
                <a:pos x="T12" y="T13"/>
              </a:cxn>
            </a:cxnLst>
            <a:rect l="0" t="0" r="r" b="b"/>
            <a:pathLst>
              <a:path w="476" h="468">
                <a:moveTo>
                  <a:pt x="476" y="0"/>
                </a:moveTo>
                <a:cubicBezTo>
                  <a:pt x="448" y="0"/>
                  <a:pt x="448" y="0"/>
                  <a:pt x="448" y="0"/>
                </a:cubicBezTo>
                <a:cubicBezTo>
                  <a:pt x="447" y="240"/>
                  <a:pt x="247" y="439"/>
                  <a:pt x="4" y="439"/>
                </a:cubicBezTo>
                <a:cubicBezTo>
                  <a:pt x="3" y="439"/>
                  <a:pt x="4" y="438"/>
                  <a:pt x="0" y="438"/>
                </a:cubicBezTo>
                <a:cubicBezTo>
                  <a:pt x="0" y="468"/>
                  <a:pt x="0" y="468"/>
                  <a:pt x="0" y="468"/>
                </a:cubicBezTo>
                <a:cubicBezTo>
                  <a:pt x="10" y="468"/>
                  <a:pt x="10" y="468"/>
                  <a:pt x="10" y="468"/>
                </a:cubicBezTo>
                <a:cubicBezTo>
                  <a:pt x="266" y="464"/>
                  <a:pt x="476" y="256"/>
                  <a:pt x="476" y="0"/>
                </a:cubicBezTo>
                <a:close/>
              </a:path>
            </a:pathLst>
          </a:custGeom>
          <a:solidFill>
            <a:srgbClr val="FFFFFF">
              <a:alpha val="30196"/>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 name="Freeform 19"/>
          <p:cNvSpPr>
            <a:spLocks/>
          </p:cNvSpPr>
          <p:nvPr/>
        </p:nvSpPr>
        <p:spPr bwMode="auto">
          <a:xfrm>
            <a:off x="4937126" y="3020096"/>
            <a:ext cx="1135063" cy="1150938"/>
          </a:xfrm>
          <a:custGeom>
            <a:avLst/>
            <a:gdLst>
              <a:gd name="T0" fmla="*/ 26 w 466"/>
              <a:gd name="T1" fmla="*/ 469 h 472"/>
              <a:gd name="T2" fmla="*/ 464 w 466"/>
              <a:gd name="T3" fmla="*/ 26 h 472"/>
              <a:gd name="T4" fmla="*/ 464 w 466"/>
              <a:gd name="T5" fmla="*/ 0 h 472"/>
              <a:gd name="T6" fmla="*/ 466 w 466"/>
              <a:gd name="T7" fmla="*/ 0 h 472"/>
              <a:gd name="T8" fmla="*/ 0 w 466"/>
              <a:gd name="T9" fmla="*/ 464 h 472"/>
              <a:gd name="T10" fmla="*/ 0 w 466"/>
              <a:gd name="T11" fmla="*/ 472 h 472"/>
              <a:gd name="T12" fmla="*/ 28 w 466"/>
              <a:gd name="T13" fmla="*/ 472 h 472"/>
              <a:gd name="T14" fmla="*/ 26 w 466"/>
              <a:gd name="T15" fmla="*/ 469 h 4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6" h="472">
                <a:moveTo>
                  <a:pt x="26" y="469"/>
                </a:moveTo>
                <a:cubicBezTo>
                  <a:pt x="26" y="226"/>
                  <a:pt x="228" y="27"/>
                  <a:pt x="464" y="26"/>
                </a:cubicBezTo>
                <a:cubicBezTo>
                  <a:pt x="464" y="0"/>
                  <a:pt x="464" y="0"/>
                  <a:pt x="464" y="0"/>
                </a:cubicBezTo>
                <a:cubicBezTo>
                  <a:pt x="466" y="0"/>
                  <a:pt x="466" y="0"/>
                  <a:pt x="466" y="0"/>
                </a:cubicBezTo>
                <a:cubicBezTo>
                  <a:pt x="210" y="0"/>
                  <a:pt x="0" y="208"/>
                  <a:pt x="0" y="464"/>
                </a:cubicBezTo>
                <a:cubicBezTo>
                  <a:pt x="0" y="472"/>
                  <a:pt x="0" y="472"/>
                  <a:pt x="0" y="472"/>
                </a:cubicBezTo>
                <a:cubicBezTo>
                  <a:pt x="28" y="472"/>
                  <a:pt x="28" y="472"/>
                  <a:pt x="28" y="472"/>
                </a:cubicBezTo>
                <a:cubicBezTo>
                  <a:pt x="28" y="468"/>
                  <a:pt x="26" y="470"/>
                  <a:pt x="26" y="469"/>
                </a:cubicBezTo>
                <a:close/>
              </a:path>
            </a:pathLst>
          </a:custGeom>
          <a:solidFill>
            <a:srgbClr val="FFFFFF">
              <a:alpha val="30196"/>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 name="Freeform 20"/>
          <p:cNvSpPr>
            <a:spLocks/>
          </p:cNvSpPr>
          <p:nvPr/>
        </p:nvSpPr>
        <p:spPr bwMode="auto">
          <a:xfrm>
            <a:off x="4937126" y="4171034"/>
            <a:ext cx="1135063" cy="1141413"/>
          </a:xfrm>
          <a:custGeom>
            <a:avLst/>
            <a:gdLst>
              <a:gd name="T0" fmla="*/ 28 w 466"/>
              <a:gd name="T1" fmla="*/ 0 h 468"/>
              <a:gd name="T2" fmla="*/ 0 w 466"/>
              <a:gd name="T3" fmla="*/ 0 h 468"/>
              <a:gd name="T4" fmla="*/ 0 w 466"/>
              <a:gd name="T5" fmla="*/ 0 h 468"/>
              <a:gd name="T6" fmla="*/ 466 w 466"/>
              <a:gd name="T7" fmla="*/ 468 h 468"/>
              <a:gd name="T8" fmla="*/ 464 w 466"/>
              <a:gd name="T9" fmla="*/ 468 h 468"/>
              <a:gd name="T10" fmla="*/ 464 w 466"/>
              <a:gd name="T11" fmla="*/ 438 h 468"/>
              <a:gd name="T12" fmla="*/ 28 w 466"/>
              <a:gd name="T13" fmla="*/ 0 h 468"/>
            </a:gdLst>
            <a:ahLst/>
            <a:cxnLst>
              <a:cxn ang="0">
                <a:pos x="T0" y="T1"/>
              </a:cxn>
              <a:cxn ang="0">
                <a:pos x="T2" y="T3"/>
              </a:cxn>
              <a:cxn ang="0">
                <a:pos x="T4" y="T5"/>
              </a:cxn>
              <a:cxn ang="0">
                <a:pos x="T6" y="T7"/>
              </a:cxn>
              <a:cxn ang="0">
                <a:pos x="T8" y="T9"/>
              </a:cxn>
              <a:cxn ang="0">
                <a:pos x="T10" y="T11"/>
              </a:cxn>
              <a:cxn ang="0">
                <a:pos x="T12" y="T13"/>
              </a:cxn>
            </a:cxnLst>
            <a:rect l="0" t="0" r="r" b="b"/>
            <a:pathLst>
              <a:path w="466" h="468">
                <a:moveTo>
                  <a:pt x="28" y="0"/>
                </a:moveTo>
                <a:cubicBezTo>
                  <a:pt x="0" y="0"/>
                  <a:pt x="0" y="0"/>
                  <a:pt x="0" y="0"/>
                </a:cubicBezTo>
                <a:cubicBezTo>
                  <a:pt x="0" y="0"/>
                  <a:pt x="0" y="0"/>
                  <a:pt x="0" y="0"/>
                </a:cubicBezTo>
                <a:cubicBezTo>
                  <a:pt x="0" y="256"/>
                  <a:pt x="210" y="464"/>
                  <a:pt x="466" y="468"/>
                </a:cubicBezTo>
                <a:cubicBezTo>
                  <a:pt x="464" y="468"/>
                  <a:pt x="464" y="468"/>
                  <a:pt x="464" y="468"/>
                </a:cubicBezTo>
                <a:cubicBezTo>
                  <a:pt x="464" y="438"/>
                  <a:pt x="464" y="438"/>
                  <a:pt x="464" y="438"/>
                </a:cubicBezTo>
                <a:cubicBezTo>
                  <a:pt x="228" y="437"/>
                  <a:pt x="29" y="240"/>
                  <a:pt x="28" y="0"/>
                </a:cubicBezTo>
                <a:close/>
              </a:path>
            </a:pathLst>
          </a:custGeom>
          <a:solidFill>
            <a:srgbClr val="FFFFFF">
              <a:alpha val="30196"/>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 name="Freeform 21"/>
          <p:cNvSpPr>
            <a:spLocks/>
          </p:cNvSpPr>
          <p:nvPr/>
        </p:nvSpPr>
        <p:spPr bwMode="auto">
          <a:xfrm>
            <a:off x="5600701" y="4132934"/>
            <a:ext cx="393700" cy="87313"/>
          </a:xfrm>
          <a:custGeom>
            <a:avLst/>
            <a:gdLst>
              <a:gd name="T0" fmla="*/ 156 w 162"/>
              <a:gd name="T1" fmla="*/ 15 h 36"/>
              <a:gd name="T2" fmla="*/ 160 w 162"/>
              <a:gd name="T3" fmla="*/ 0 h 36"/>
              <a:gd name="T4" fmla="*/ 20 w 162"/>
              <a:gd name="T5" fmla="*/ 0 h 36"/>
              <a:gd name="T6" fmla="*/ 0 w 162"/>
              <a:gd name="T7" fmla="*/ 13 h 36"/>
              <a:gd name="T8" fmla="*/ 0 w 162"/>
              <a:gd name="T9" fmla="*/ 16 h 36"/>
              <a:gd name="T10" fmla="*/ 20 w 162"/>
              <a:gd name="T11" fmla="*/ 36 h 36"/>
              <a:gd name="T12" fmla="*/ 162 w 162"/>
              <a:gd name="T13" fmla="*/ 36 h 36"/>
              <a:gd name="T14" fmla="*/ 156 w 162"/>
              <a:gd name="T15" fmla="*/ 15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 h="36">
                <a:moveTo>
                  <a:pt x="156" y="15"/>
                </a:moveTo>
                <a:cubicBezTo>
                  <a:pt x="156" y="9"/>
                  <a:pt x="157" y="0"/>
                  <a:pt x="160" y="0"/>
                </a:cubicBezTo>
                <a:cubicBezTo>
                  <a:pt x="20" y="0"/>
                  <a:pt x="20" y="0"/>
                  <a:pt x="20" y="0"/>
                </a:cubicBezTo>
                <a:cubicBezTo>
                  <a:pt x="10" y="0"/>
                  <a:pt x="0" y="3"/>
                  <a:pt x="0" y="13"/>
                </a:cubicBezTo>
                <a:cubicBezTo>
                  <a:pt x="0" y="16"/>
                  <a:pt x="0" y="16"/>
                  <a:pt x="0" y="16"/>
                </a:cubicBezTo>
                <a:cubicBezTo>
                  <a:pt x="0" y="26"/>
                  <a:pt x="10" y="36"/>
                  <a:pt x="20" y="36"/>
                </a:cubicBezTo>
                <a:cubicBezTo>
                  <a:pt x="162" y="36"/>
                  <a:pt x="162" y="36"/>
                  <a:pt x="162" y="36"/>
                </a:cubicBezTo>
                <a:cubicBezTo>
                  <a:pt x="158" y="24"/>
                  <a:pt x="156" y="23"/>
                  <a:pt x="156" y="15"/>
                </a:cubicBezTo>
                <a:close/>
              </a:path>
            </a:pathLst>
          </a:custGeom>
          <a:solidFill>
            <a:srgbClr val="2376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22"/>
          <p:cNvSpPr>
            <a:spLocks/>
          </p:cNvSpPr>
          <p:nvPr/>
        </p:nvSpPr>
        <p:spPr bwMode="auto">
          <a:xfrm>
            <a:off x="6029326" y="3566196"/>
            <a:ext cx="87313" cy="504825"/>
          </a:xfrm>
          <a:custGeom>
            <a:avLst/>
            <a:gdLst>
              <a:gd name="T0" fmla="*/ 18 w 36"/>
              <a:gd name="T1" fmla="*/ 202 h 207"/>
              <a:gd name="T2" fmla="*/ 36 w 36"/>
              <a:gd name="T3" fmla="*/ 207 h 207"/>
              <a:gd name="T4" fmla="*/ 36 w 36"/>
              <a:gd name="T5" fmla="*/ 17 h 207"/>
              <a:gd name="T6" fmla="*/ 23 w 36"/>
              <a:gd name="T7" fmla="*/ 0 h 207"/>
              <a:gd name="T8" fmla="*/ 21 w 36"/>
              <a:gd name="T9" fmla="*/ 0 h 207"/>
              <a:gd name="T10" fmla="*/ 0 w 36"/>
              <a:gd name="T11" fmla="*/ 17 h 207"/>
              <a:gd name="T12" fmla="*/ 0 w 36"/>
              <a:gd name="T13" fmla="*/ 207 h 207"/>
              <a:gd name="T14" fmla="*/ 18 w 36"/>
              <a:gd name="T15" fmla="*/ 202 h 2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 h="207">
                <a:moveTo>
                  <a:pt x="18" y="202"/>
                </a:moveTo>
                <a:cubicBezTo>
                  <a:pt x="25" y="202"/>
                  <a:pt x="32" y="204"/>
                  <a:pt x="36" y="207"/>
                </a:cubicBezTo>
                <a:cubicBezTo>
                  <a:pt x="36" y="17"/>
                  <a:pt x="36" y="17"/>
                  <a:pt x="36" y="17"/>
                </a:cubicBezTo>
                <a:cubicBezTo>
                  <a:pt x="36" y="7"/>
                  <a:pt x="33" y="0"/>
                  <a:pt x="23" y="0"/>
                </a:cubicBezTo>
                <a:cubicBezTo>
                  <a:pt x="21" y="0"/>
                  <a:pt x="21" y="0"/>
                  <a:pt x="21" y="0"/>
                </a:cubicBezTo>
                <a:cubicBezTo>
                  <a:pt x="11" y="0"/>
                  <a:pt x="0" y="7"/>
                  <a:pt x="0" y="17"/>
                </a:cubicBezTo>
                <a:cubicBezTo>
                  <a:pt x="0" y="207"/>
                  <a:pt x="0" y="207"/>
                  <a:pt x="0" y="207"/>
                </a:cubicBezTo>
                <a:cubicBezTo>
                  <a:pt x="8" y="204"/>
                  <a:pt x="11" y="202"/>
                  <a:pt x="18" y="202"/>
                </a:cubicBezTo>
                <a:close/>
              </a:path>
            </a:pathLst>
          </a:custGeom>
          <a:solidFill>
            <a:srgbClr val="2376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23"/>
          <p:cNvSpPr>
            <a:spLocks noEditPoints="1"/>
          </p:cNvSpPr>
          <p:nvPr/>
        </p:nvSpPr>
        <p:spPr bwMode="auto">
          <a:xfrm>
            <a:off x="5973763" y="4051971"/>
            <a:ext cx="219075" cy="219075"/>
          </a:xfrm>
          <a:custGeom>
            <a:avLst/>
            <a:gdLst>
              <a:gd name="T0" fmla="*/ 45 w 90"/>
              <a:gd name="T1" fmla="*/ 0 h 90"/>
              <a:gd name="T2" fmla="*/ 0 w 90"/>
              <a:gd name="T3" fmla="*/ 45 h 90"/>
              <a:gd name="T4" fmla="*/ 45 w 90"/>
              <a:gd name="T5" fmla="*/ 90 h 90"/>
              <a:gd name="T6" fmla="*/ 90 w 90"/>
              <a:gd name="T7" fmla="*/ 45 h 90"/>
              <a:gd name="T8" fmla="*/ 45 w 90"/>
              <a:gd name="T9" fmla="*/ 0 h 90"/>
              <a:gd name="T10" fmla="*/ 45 w 90"/>
              <a:gd name="T11" fmla="*/ 72 h 90"/>
              <a:gd name="T12" fmla="*/ 18 w 90"/>
              <a:gd name="T13" fmla="*/ 45 h 90"/>
              <a:gd name="T14" fmla="*/ 45 w 90"/>
              <a:gd name="T15" fmla="*/ 18 h 90"/>
              <a:gd name="T16" fmla="*/ 72 w 90"/>
              <a:gd name="T17" fmla="*/ 45 h 90"/>
              <a:gd name="T18" fmla="*/ 45 w 90"/>
              <a:gd name="T19" fmla="*/ 7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 h="90">
                <a:moveTo>
                  <a:pt x="45" y="0"/>
                </a:moveTo>
                <a:cubicBezTo>
                  <a:pt x="20" y="0"/>
                  <a:pt x="0" y="20"/>
                  <a:pt x="0" y="45"/>
                </a:cubicBezTo>
                <a:cubicBezTo>
                  <a:pt x="0" y="70"/>
                  <a:pt x="20" y="90"/>
                  <a:pt x="45" y="90"/>
                </a:cubicBezTo>
                <a:cubicBezTo>
                  <a:pt x="70" y="90"/>
                  <a:pt x="90" y="70"/>
                  <a:pt x="90" y="45"/>
                </a:cubicBezTo>
                <a:cubicBezTo>
                  <a:pt x="90" y="20"/>
                  <a:pt x="70" y="0"/>
                  <a:pt x="45" y="0"/>
                </a:cubicBezTo>
                <a:close/>
                <a:moveTo>
                  <a:pt x="45" y="72"/>
                </a:moveTo>
                <a:cubicBezTo>
                  <a:pt x="30" y="72"/>
                  <a:pt x="18" y="60"/>
                  <a:pt x="18" y="45"/>
                </a:cubicBezTo>
                <a:cubicBezTo>
                  <a:pt x="18" y="30"/>
                  <a:pt x="30" y="18"/>
                  <a:pt x="45" y="18"/>
                </a:cubicBezTo>
                <a:cubicBezTo>
                  <a:pt x="60" y="18"/>
                  <a:pt x="72" y="30"/>
                  <a:pt x="72" y="45"/>
                </a:cubicBezTo>
                <a:cubicBezTo>
                  <a:pt x="72" y="60"/>
                  <a:pt x="60" y="72"/>
                  <a:pt x="45" y="72"/>
                </a:cubicBezTo>
                <a:close/>
              </a:path>
            </a:pathLst>
          </a:custGeom>
          <a:solidFill>
            <a:srgbClr val="2376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24"/>
          <p:cNvSpPr>
            <a:spLocks noEditPoints="1"/>
          </p:cNvSpPr>
          <p:nvPr/>
        </p:nvSpPr>
        <p:spPr bwMode="auto">
          <a:xfrm>
            <a:off x="5953126" y="4037684"/>
            <a:ext cx="431800" cy="409575"/>
          </a:xfrm>
          <a:custGeom>
            <a:avLst/>
            <a:gdLst>
              <a:gd name="T0" fmla="*/ 174 w 177"/>
              <a:gd name="T1" fmla="*/ 157 h 168"/>
              <a:gd name="T2" fmla="*/ 83 w 177"/>
              <a:gd name="T3" fmla="*/ 70 h 168"/>
              <a:gd name="T4" fmla="*/ 89 w 177"/>
              <a:gd name="T5" fmla="*/ 51 h 168"/>
              <a:gd name="T6" fmla="*/ 53 w 177"/>
              <a:gd name="T7" fmla="*/ 15 h 168"/>
              <a:gd name="T8" fmla="*/ 32 w 177"/>
              <a:gd name="T9" fmla="*/ 22 h 168"/>
              <a:gd name="T10" fmla="*/ 12 w 177"/>
              <a:gd name="T11" fmla="*/ 3 h 168"/>
              <a:gd name="T12" fmla="*/ 3 w 177"/>
              <a:gd name="T13" fmla="*/ 3 h 168"/>
              <a:gd name="T14" fmla="*/ 3 w 177"/>
              <a:gd name="T15" fmla="*/ 12 h 168"/>
              <a:gd name="T16" fmla="*/ 23 w 177"/>
              <a:gd name="T17" fmla="*/ 32 h 168"/>
              <a:gd name="T18" fmla="*/ 17 w 177"/>
              <a:gd name="T19" fmla="*/ 51 h 168"/>
              <a:gd name="T20" fmla="*/ 53 w 177"/>
              <a:gd name="T21" fmla="*/ 87 h 168"/>
              <a:gd name="T22" fmla="*/ 74 w 177"/>
              <a:gd name="T23" fmla="*/ 80 h 168"/>
              <a:gd name="T24" fmla="*/ 165 w 177"/>
              <a:gd name="T25" fmla="*/ 167 h 168"/>
              <a:gd name="T26" fmla="*/ 169 w 177"/>
              <a:gd name="T27" fmla="*/ 168 h 168"/>
              <a:gd name="T28" fmla="*/ 174 w 177"/>
              <a:gd name="T29" fmla="*/ 166 h 168"/>
              <a:gd name="T30" fmla="*/ 174 w 177"/>
              <a:gd name="T31" fmla="*/ 157 h 168"/>
              <a:gd name="T32" fmla="*/ 53 w 177"/>
              <a:gd name="T33" fmla="*/ 78 h 168"/>
              <a:gd name="T34" fmla="*/ 26 w 177"/>
              <a:gd name="T35" fmla="*/ 51 h 168"/>
              <a:gd name="T36" fmla="*/ 53 w 177"/>
              <a:gd name="T37" fmla="*/ 24 h 168"/>
              <a:gd name="T38" fmla="*/ 80 w 177"/>
              <a:gd name="T39" fmla="*/ 51 h 168"/>
              <a:gd name="T40" fmla="*/ 53 w 177"/>
              <a:gd name="T41" fmla="*/ 7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7" h="168">
                <a:moveTo>
                  <a:pt x="174" y="157"/>
                </a:moveTo>
                <a:cubicBezTo>
                  <a:pt x="83" y="70"/>
                  <a:pt x="83" y="70"/>
                  <a:pt x="83" y="70"/>
                </a:cubicBezTo>
                <a:cubicBezTo>
                  <a:pt x="86" y="65"/>
                  <a:pt x="89" y="58"/>
                  <a:pt x="89" y="51"/>
                </a:cubicBezTo>
                <a:cubicBezTo>
                  <a:pt x="89" y="31"/>
                  <a:pt x="73" y="15"/>
                  <a:pt x="53" y="15"/>
                </a:cubicBezTo>
                <a:cubicBezTo>
                  <a:pt x="45" y="15"/>
                  <a:pt x="38" y="18"/>
                  <a:pt x="32" y="22"/>
                </a:cubicBezTo>
                <a:cubicBezTo>
                  <a:pt x="12" y="3"/>
                  <a:pt x="12" y="3"/>
                  <a:pt x="12" y="3"/>
                </a:cubicBezTo>
                <a:cubicBezTo>
                  <a:pt x="9" y="0"/>
                  <a:pt x="5" y="0"/>
                  <a:pt x="3" y="3"/>
                </a:cubicBezTo>
                <a:cubicBezTo>
                  <a:pt x="0" y="6"/>
                  <a:pt x="0" y="10"/>
                  <a:pt x="3" y="12"/>
                </a:cubicBezTo>
                <a:cubicBezTo>
                  <a:pt x="23" y="32"/>
                  <a:pt x="23" y="32"/>
                  <a:pt x="23" y="32"/>
                </a:cubicBezTo>
                <a:cubicBezTo>
                  <a:pt x="20" y="37"/>
                  <a:pt x="17" y="44"/>
                  <a:pt x="17" y="51"/>
                </a:cubicBezTo>
                <a:cubicBezTo>
                  <a:pt x="17" y="71"/>
                  <a:pt x="33" y="87"/>
                  <a:pt x="53" y="87"/>
                </a:cubicBezTo>
                <a:cubicBezTo>
                  <a:pt x="61" y="87"/>
                  <a:pt x="68" y="84"/>
                  <a:pt x="74" y="80"/>
                </a:cubicBezTo>
                <a:cubicBezTo>
                  <a:pt x="165" y="167"/>
                  <a:pt x="165" y="167"/>
                  <a:pt x="165" y="167"/>
                </a:cubicBezTo>
                <a:cubicBezTo>
                  <a:pt x="166" y="168"/>
                  <a:pt x="168" y="168"/>
                  <a:pt x="169" y="168"/>
                </a:cubicBezTo>
                <a:cubicBezTo>
                  <a:pt x="171" y="168"/>
                  <a:pt x="173" y="168"/>
                  <a:pt x="174" y="166"/>
                </a:cubicBezTo>
                <a:cubicBezTo>
                  <a:pt x="177" y="164"/>
                  <a:pt x="177" y="160"/>
                  <a:pt x="174" y="157"/>
                </a:cubicBezTo>
                <a:close/>
                <a:moveTo>
                  <a:pt x="53" y="78"/>
                </a:moveTo>
                <a:cubicBezTo>
                  <a:pt x="38" y="78"/>
                  <a:pt x="26" y="66"/>
                  <a:pt x="26" y="51"/>
                </a:cubicBezTo>
                <a:cubicBezTo>
                  <a:pt x="26" y="36"/>
                  <a:pt x="38" y="24"/>
                  <a:pt x="53" y="24"/>
                </a:cubicBezTo>
                <a:cubicBezTo>
                  <a:pt x="68" y="24"/>
                  <a:pt x="80" y="36"/>
                  <a:pt x="80" y="51"/>
                </a:cubicBezTo>
                <a:cubicBezTo>
                  <a:pt x="80" y="66"/>
                  <a:pt x="68" y="78"/>
                  <a:pt x="53" y="78"/>
                </a:cubicBezTo>
                <a:close/>
              </a:path>
            </a:pathLst>
          </a:custGeom>
          <a:solidFill>
            <a:srgbClr val="DD43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Rectangle 25"/>
          <p:cNvSpPr>
            <a:spLocks noChangeArrowheads="1"/>
          </p:cNvSpPr>
          <p:nvPr/>
        </p:nvSpPr>
        <p:spPr bwMode="auto">
          <a:xfrm>
            <a:off x="5876926" y="3182021"/>
            <a:ext cx="534988"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zh-CN" altLang="zh-CN" sz="2600" b="0" i="0" u="none" strike="noStrike" cap="none" normalizeH="0" baseline="0">
                <a:ln>
                  <a:noFill/>
                </a:ln>
                <a:solidFill>
                  <a:srgbClr val="23767B"/>
                </a:solidFill>
                <a:effectLst/>
                <a:latin typeface="Myriad Roman" charset="0"/>
              </a:rPr>
              <a:t>12</a:t>
            </a:r>
            <a:endParaRPr kumimoji="0" lang="zh-CN" altLang="zh-CN" sz="1800" b="0" i="0" u="none" strike="noStrike" cap="none" normalizeH="0" baseline="0">
              <a:ln>
                <a:noFill/>
              </a:ln>
              <a:solidFill>
                <a:schemeClr val="tx1"/>
              </a:solidFill>
              <a:effectLst/>
              <a:latin typeface="Arial" panose="020B0604020202020204" pitchFamily="34" charset="0"/>
            </a:endParaRPr>
          </a:p>
        </p:txBody>
      </p:sp>
      <p:sp>
        <p:nvSpPr>
          <p:cNvPr id="25" name="Rectangle 26"/>
          <p:cNvSpPr>
            <a:spLocks noChangeArrowheads="1"/>
          </p:cNvSpPr>
          <p:nvPr/>
        </p:nvSpPr>
        <p:spPr bwMode="auto">
          <a:xfrm>
            <a:off x="5995988" y="4774284"/>
            <a:ext cx="34290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zh-CN" altLang="zh-CN" sz="2600" b="0" i="0" u="none" strike="noStrike" cap="none" normalizeH="0" baseline="0">
                <a:ln>
                  <a:noFill/>
                </a:ln>
                <a:solidFill>
                  <a:srgbClr val="23767B"/>
                </a:solidFill>
                <a:effectLst/>
                <a:latin typeface="Myriad Roman" charset="0"/>
              </a:rPr>
              <a:t>6</a:t>
            </a:r>
            <a:endParaRPr kumimoji="0" lang="zh-CN" altLang="zh-CN" sz="1800" b="0" i="0" u="none" strike="noStrike" cap="none" normalizeH="0" baseline="0">
              <a:ln>
                <a:noFill/>
              </a:ln>
              <a:solidFill>
                <a:schemeClr val="tx1"/>
              </a:solidFill>
              <a:effectLst/>
              <a:latin typeface="Arial" panose="020B0604020202020204" pitchFamily="34" charset="0"/>
            </a:endParaRPr>
          </a:p>
        </p:txBody>
      </p:sp>
      <p:sp>
        <p:nvSpPr>
          <p:cNvPr id="26" name="Rectangle 27"/>
          <p:cNvSpPr>
            <a:spLocks noChangeArrowheads="1"/>
          </p:cNvSpPr>
          <p:nvPr/>
        </p:nvSpPr>
        <p:spPr bwMode="auto">
          <a:xfrm>
            <a:off x="5148263" y="3977359"/>
            <a:ext cx="344488"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zh-CN" altLang="zh-CN" sz="2600" b="0" i="0" u="none" strike="noStrike" cap="none" normalizeH="0" baseline="0">
                <a:ln>
                  <a:noFill/>
                </a:ln>
                <a:solidFill>
                  <a:srgbClr val="23767B"/>
                </a:solidFill>
                <a:effectLst/>
                <a:latin typeface="Myriad Roman" charset="0"/>
              </a:rPr>
              <a:t>9</a:t>
            </a:r>
            <a:endParaRPr kumimoji="0" lang="zh-CN" altLang="zh-CN" sz="1800" b="0" i="0" u="none" strike="noStrike" cap="none" normalizeH="0" baseline="0">
              <a:ln>
                <a:noFill/>
              </a:ln>
              <a:solidFill>
                <a:schemeClr val="tx1"/>
              </a:solidFill>
              <a:effectLst/>
              <a:latin typeface="Arial" panose="020B0604020202020204" pitchFamily="34" charset="0"/>
            </a:endParaRPr>
          </a:p>
        </p:txBody>
      </p:sp>
      <p:sp>
        <p:nvSpPr>
          <p:cNvPr id="27" name="Rectangle 28"/>
          <p:cNvSpPr>
            <a:spLocks noChangeArrowheads="1"/>
          </p:cNvSpPr>
          <p:nvPr/>
        </p:nvSpPr>
        <p:spPr bwMode="auto">
          <a:xfrm>
            <a:off x="6848476" y="3977359"/>
            <a:ext cx="34290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zh-CN" altLang="zh-CN" sz="2600" b="0" i="0" u="none" strike="noStrike" cap="none" normalizeH="0" baseline="0">
                <a:ln>
                  <a:noFill/>
                </a:ln>
                <a:solidFill>
                  <a:srgbClr val="23767B"/>
                </a:solidFill>
                <a:effectLst/>
                <a:latin typeface="Myriad Roman" charset="0"/>
              </a:rPr>
              <a:t>3</a:t>
            </a:r>
            <a:endParaRPr kumimoji="0" lang="zh-CN" altLang="zh-CN" sz="1800" b="0" i="0" u="none" strike="noStrike" cap="none" normalizeH="0" baseline="0">
              <a:ln>
                <a:noFill/>
              </a:ln>
              <a:solidFill>
                <a:schemeClr val="tx1"/>
              </a:solidFill>
              <a:effectLst/>
              <a:latin typeface="Arial" panose="020B0604020202020204" pitchFamily="34" charset="0"/>
            </a:endParaRPr>
          </a:p>
        </p:txBody>
      </p:sp>
      <p:sp>
        <p:nvSpPr>
          <p:cNvPr id="28" name="Freeform 29"/>
          <p:cNvSpPr>
            <a:spLocks/>
          </p:cNvSpPr>
          <p:nvPr/>
        </p:nvSpPr>
        <p:spPr bwMode="auto">
          <a:xfrm>
            <a:off x="5286376" y="3372521"/>
            <a:ext cx="115888" cy="115888"/>
          </a:xfrm>
          <a:custGeom>
            <a:avLst/>
            <a:gdLst>
              <a:gd name="T0" fmla="*/ 73 w 73"/>
              <a:gd name="T1" fmla="*/ 58 h 73"/>
              <a:gd name="T2" fmla="*/ 60 w 73"/>
              <a:gd name="T3" fmla="*/ 73 h 73"/>
              <a:gd name="T4" fmla="*/ 0 w 73"/>
              <a:gd name="T5" fmla="*/ 13 h 73"/>
              <a:gd name="T6" fmla="*/ 14 w 73"/>
              <a:gd name="T7" fmla="*/ 0 h 73"/>
              <a:gd name="T8" fmla="*/ 73 w 73"/>
              <a:gd name="T9" fmla="*/ 58 h 73"/>
            </a:gdLst>
            <a:ahLst/>
            <a:cxnLst>
              <a:cxn ang="0">
                <a:pos x="T0" y="T1"/>
              </a:cxn>
              <a:cxn ang="0">
                <a:pos x="T2" y="T3"/>
              </a:cxn>
              <a:cxn ang="0">
                <a:pos x="T4" y="T5"/>
              </a:cxn>
              <a:cxn ang="0">
                <a:pos x="T6" y="T7"/>
              </a:cxn>
              <a:cxn ang="0">
                <a:pos x="T8" y="T9"/>
              </a:cxn>
            </a:cxnLst>
            <a:rect l="0" t="0" r="r" b="b"/>
            <a:pathLst>
              <a:path w="73" h="73">
                <a:moveTo>
                  <a:pt x="73" y="58"/>
                </a:moveTo>
                <a:lnTo>
                  <a:pt x="60" y="73"/>
                </a:lnTo>
                <a:lnTo>
                  <a:pt x="0" y="13"/>
                </a:lnTo>
                <a:lnTo>
                  <a:pt x="14" y="0"/>
                </a:lnTo>
                <a:lnTo>
                  <a:pt x="73" y="58"/>
                </a:lnTo>
                <a:close/>
              </a:path>
            </a:pathLst>
          </a:custGeom>
          <a:solidFill>
            <a:srgbClr val="2376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30"/>
          <p:cNvSpPr>
            <a:spLocks/>
          </p:cNvSpPr>
          <p:nvPr/>
        </p:nvSpPr>
        <p:spPr bwMode="auto">
          <a:xfrm>
            <a:off x="6754813" y="4842546"/>
            <a:ext cx="117475" cy="115888"/>
          </a:xfrm>
          <a:custGeom>
            <a:avLst/>
            <a:gdLst>
              <a:gd name="T0" fmla="*/ 74 w 74"/>
              <a:gd name="T1" fmla="*/ 60 h 73"/>
              <a:gd name="T2" fmla="*/ 60 w 74"/>
              <a:gd name="T3" fmla="*/ 73 h 73"/>
              <a:gd name="T4" fmla="*/ 0 w 74"/>
              <a:gd name="T5" fmla="*/ 14 h 73"/>
              <a:gd name="T6" fmla="*/ 15 w 74"/>
              <a:gd name="T7" fmla="*/ 0 h 73"/>
              <a:gd name="T8" fmla="*/ 74 w 74"/>
              <a:gd name="T9" fmla="*/ 60 h 73"/>
            </a:gdLst>
            <a:ahLst/>
            <a:cxnLst>
              <a:cxn ang="0">
                <a:pos x="T0" y="T1"/>
              </a:cxn>
              <a:cxn ang="0">
                <a:pos x="T2" y="T3"/>
              </a:cxn>
              <a:cxn ang="0">
                <a:pos x="T4" y="T5"/>
              </a:cxn>
              <a:cxn ang="0">
                <a:pos x="T6" y="T7"/>
              </a:cxn>
              <a:cxn ang="0">
                <a:pos x="T8" y="T9"/>
              </a:cxn>
            </a:cxnLst>
            <a:rect l="0" t="0" r="r" b="b"/>
            <a:pathLst>
              <a:path w="74" h="73">
                <a:moveTo>
                  <a:pt x="74" y="60"/>
                </a:moveTo>
                <a:lnTo>
                  <a:pt x="60" y="73"/>
                </a:lnTo>
                <a:lnTo>
                  <a:pt x="0" y="14"/>
                </a:lnTo>
                <a:lnTo>
                  <a:pt x="15" y="0"/>
                </a:lnTo>
                <a:lnTo>
                  <a:pt x="74" y="60"/>
                </a:lnTo>
                <a:close/>
              </a:path>
            </a:pathLst>
          </a:custGeom>
          <a:solidFill>
            <a:srgbClr val="2376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31"/>
          <p:cNvSpPr>
            <a:spLocks/>
          </p:cNvSpPr>
          <p:nvPr/>
        </p:nvSpPr>
        <p:spPr bwMode="auto">
          <a:xfrm>
            <a:off x="5286376" y="4842546"/>
            <a:ext cx="115888" cy="115888"/>
          </a:xfrm>
          <a:custGeom>
            <a:avLst/>
            <a:gdLst>
              <a:gd name="T0" fmla="*/ 60 w 73"/>
              <a:gd name="T1" fmla="*/ 0 h 73"/>
              <a:gd name="T2" fmla="*/ 73 w 73"/>
              <a:gd name="T3" fmla="*/ 14 h 73"/>
              <a:gd name="T4" fmla="*/ 14 w 73"/>
              <a:gd name="T5" fmla="*/ 73 h 73"/>
              <a:gd name="T6" fmla="*/ 0 w 73"/>
              <a:gd name="T7" fmla="*/ 60 h 73"/>
              <a:gd name="T8" fmla="*/ 60 w 73"/>
              <a:gd name="T9" fmla="*/ 0 h 73"/>
            </a:gdLst>
            <a:ahLst/>
            <a:cxnLst>
              <a:cxn ang="0">
                <a:pos x="T0" y="T1"/>
              </a:cxn>
              <a:cxn ang="0">
                <a:pos x="T2" y="T3"/>
              </a:cxn>
              <a:cxn ang="0">
                <a:pos x="T4" y="T5"/>
              </a:cxn>
              <a:cxn ang="0">
                <a:pos x="T6" y="T7"/>
              </a:cxn>
              <a:cxn ang="0">
                <a:pos x="T8" y="T9"/>
              </a:cxn>
            </a:cxnLst>
            <a:rect l="0" t="0" r="r" b="b"/>
            <a:pathLst>
              <a:path w="73" h="73">
                <a:moveTo>
                  <a:pt x="60" y="0"/>
                </a:moveTo>
                <a:lnTo>
                  <a:pt x="73" y="14"/>
                </a:lnTo>
                <a:lnTo>
                  <a:pt x="14" y="73"/>
                </a:lnTo>
                <a:lnTo>
                  <a:pt x="0" y="60"/>
                </a:lnTo>
                <a:lnTo>
                  <a:pt x="60" y="0"/>
                </a:lnTo>
                <a:close/>
              </a:path>
            </a:pathLst>
          </a:custGeom>
          <a:solidFill>
            <a:srgbClr val="2376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32"/>
          <p:cNvSpPr>
            <a:spLocks/>
          </p:cNvSpPr>
          <p:nvPr/>
        </p:nvSpPr>
        <p:spPr bwMode="auto">
          <a:xfrm>
            <a:off x="6754813" y="3372521"/>
            <a:ext cx="117475" cy="115888"/>
          </a:xfrm>
          <a:custGeom>
            <a:avLst/>
            <a:gdLst>
              <a:gd name="T0" fmla="*/ 60 w 74"/>
              <a:gd name="T1" fmla="*/ 0 h 73"/>
              <a:gd name="T2" fmla="*/ 74 w 74"/>
              <a:gd name="T3" fmla="*/ 13 h 73"/>
              <a:gd name="T4" fmla="*/ 15 w 74"/>
              <a:gd name="T5" fmla="*/ 73 h 73"/>
              <a:gd name="T6" fmla="*/ 0 w 74"/>
              <a:gd name="T7" fmla="*/ 58 h 73"/>
              <a:gd name="T8" fmla="*/ 60 w 74"/>
              <a:gd name="T9" fmla="*/ 0 h 73"/>
            </a:gdLst>
            <a:ahLst/>
            <a:cxnLst>
              <a:cxn ang="0">
                <a:pos x="T0" y="T1"/>
              </a:cxn>
              <a:cxn ang="0">
                <a:pos x="T2" y="T3"/>
              </a:cxn>
              <a:cxn ang="0">
                <a:pos x="T4" y="T5"/>
              </a:cxn>
              <a:cxn ang="0">
                <a:pos x="T6" y="T7"/>
              </a:cxn>
              <a:cxn ang="0">
                <a:pos x="T8" y="T9"/>
              </a:cxn>
            </a:cxnLst>
            <a:rect l="0" t="0" r="r" b="b"/>
            <a:pathLst>
              <a:path w="74" h="73">
                <a:moveTo>
                  <a:pt x="60" y="0"/>
                </a:moveTo>
                <a:lnTo>
                  <a:pt x="74" y="13"/>
                </a:lnTo>
                <a:lnTo>
                  <a:pt x="15" y="73"/>
                </a:lnTo>
                <a:lnTo>
                  <a:pt x="0" y="58"/>
                </a:lnTo>
                <a:lnTo>
                  <a:pt x="60" y="0"/>
                </a:lnTo>
                <a:close/>
              </a:path>
            </a:pathLst>
          </a:custGeom>
          <a:solidFill>
            <a:srgbClr val="2376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Rectangle 33"/>
          <p:cNvSpPr>
            <a:spLocks noChangeArrowheads="1"/>
          </p:cNvSpPr>
          <p:nvPr/>
        </p:nvSpPr>
        <p:spPr bwMode="auto">
          <a:xfrm>
            <a:off x="4976813" y="4142459"/>
            <a:ext cx="127000" cy="49213"/>
          </a:xfrm>
          <a:prstGeom prst="rect">
            <a:avLst/>
          </a:prstGeom>
          <a:solidFill>
            <a:srgbClr val="2376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Rectangle 34"/>
          <p:cNvSpPr>
            <a:spLocks noChangeArrowheads="1"/>
          </p:cNvSpPr>
          <p:nvPr/>
        </p:nvSpPr>
        <p:spPr bwMode="auto">
          <a:xfrm>
            <a:off x="7051676" y="4142459"/>
            <a:ext cx="127000" cy="49213"/>
          </a:xfrm>
          <a:prstGeom prst="rect">
            <a:avLst/>
          </a:prstGeom>
          <a:solidFill>
            <a:srgbClr val="2376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Rectangle 35"/>
          <p:cNvSpPr>
            <a:spLocks noChangeArrowheads="1"/>
          </p:cNvSpPr>
          <p:nvPr/>
        </p:nvSpPr>
        <p:spPr bwMode="auto">
          <a:xfrm>
            <a:off x="6057901" y="5137821"/>
            <a:ext cx="39688" cy="136525"/>
          </a:xfrm>
          <a:prstGeom prst="rect">
            <a:avLst/>
          </a:prstGeom>
          <a:solidFill>
            <a:srgbClr val="2376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Rectangle 36"/>
          <p:cNvSpPr>
            <a:spLocks noChangeArrowheads="1"/>
          </p:cNvSpPr>
          <p:nvPr/>
        </p:nvSpPr>
        <p:spPr bwMode="auto">
          <a:xfrm>
            <a:off x="6057901" y="3059784"/>
            <a:ext cx="39688" cy="136525"/>
          </a:xfrm>
          <a:prstGeom prst="rect">
            <a:avLst/>
          </a:prstGeom>
          <a:solidFill>
            <a:srgbClr val="2376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37"/>
          <p:cNvSpPr>
            <a:spLocks/>
          </p:cNvSpPr>
          <p:nvPr/>
        </p:nvSpPr>
        <p:spPr bwMode="auto">
          <a:xfrm>
            <a:off x="2433638" y="2704184"/>
            <a:ext cx="2503488" cy="928688"/>
          </a:xfrm>
          <a:custGeom>
            <a:avLst/>
            <a:gdLst>
              <a:gd name="T0" fmla="*/ 0 w 1577"/>
              <a:gd name="T1" fmla="*/ 0 h 585"/>
              <a:gd name="T2" fmla="*/ 1178 w 1577"/>
              <a:gd name="T3" fmla="*/ 0 h 585"/>
              <a:gd name="T4" fmla="*/ 1577 w 1577"/>
              <a:gd name="T5" fmla="*/ 585 h 585"/>
            </a:gdLst>
            <a:ahLst/>
            <a:cxnLst>
              <a:cxn ang="0">
                <a:pos x="T0" y="T1"/>
              </a:cxn>
              <a:cxn ang="0">
                <a:pos x="T2" y="T3"/>
              </a:cxn>
              <a:cxn ang="0">
                <a:pos x="T4" y="T5"/>
              </a:cxn>
            </a:cxnLst>
            <a:rect l="0" t="0" r="r" b="b"/>
            <a:pathLst>
              <a:path w="1577" h="585">
                <a:moveTo>
                  <a:pt x="0" y="0"/>
                </a:moveTo>
                <a:lnTo>
                  <a:pt x="1178" y="0"/>
                </a:lnTo>
                <a:lnTo>
                  <a:pt x="1577" y="585"/>
                </a:lnTo>
              </a:path>
            </a:pathLst>
          </a:custGeom>
          <a:noFill/>
          <a:ln w="28575" cap="rnd">
            <a:solidFill>
              <a:srgbClr val="23767B"/>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Oval 38"/>
          <p:cNvSpPr>
            <a:spLocks noChangeArrowheads="1"/>
          </p:cNvSpPr>
          <p:nvPr/>
        </p:nvSpPr>
        <p:spPr bwMode="auto">
          <a:xfrm>
            <a:off x="2405063" y="2669259"/>
            <a:ext cx="65088" cy="68263"/>
          </a:xfrm>
          <a:prstGeom prst="ellipse">
            <a:avLst/>
          </a:prstGeom>
          <a:solidFill>
            <a:srgbClr val="2376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39"/>
          <p:cNvSpPr>
            <a:spLocks/>
          </p:cNvSpPr>
          <p:nvPr/>
        </p:nvSpPr>
        <p:spPr bwMode="auto">
          <a:xfrm>
            <a:off x="7256463" y="2704184"/>
            <a:ext cx="2505075" cy="928688"/>
          </a:xfrm>
          <a:custGeom>
            <a:avLst/>
            <a:gdLst>
              <a:gd name="T0" fmla="*/ 1578 w 1578"/>
              <a:gd name="T1" fmla="*/ 0 h 585"/>
              <a:gd name="T2" fmla="*/ 399 w 1578"/>
              <a:gd name="T3" fmla="*/ 0 h 585"/>
              <a:gd name="T4" fmla="*/ 0 w 1578"/>
              <a:gd name="T5" fmla="*/ 585 h 585"/>
            </a:gdLst>
            <a:ahLst/>
            <a:cxnLst>
              <a:cxn ang="0">
                <a:pos x="T0" y="T1"/>
              </a:cxn>
              <a:cxn ang="0">
                <a:pos x="T2" y="T3"/>
              </a:cxn>
              <a:cxn ang="0">
                <a:pos x="T4" y="T5"/>
              </a:cxn>
            </a:cxnLst>
            <a:rect l="0" t="0" r="r" b="b"/>
            <a:pathLst>
              <a:path w="1578" h="585">
                <a:moveTo>
                  <a:pt x="1578" y="0"/>
                </a:moveTo>
                <a:lnTo>
                  <a:pt x="399" y="0"/>
                </a:lnTo>
                <a:lnTo>
                  <a:pt x="0" y="585"/>
                </a:lnTo>
              </a:path>
            </a:pathLst>
          </a:custGeom>
          <a:noFill/>
          <a:ln w="28575" cap="rnd">
            <a:solidFill>
              <a:srgbClr val="23767B"/>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Oval 40"/>
          <p:cNvSpPr>
            <a:spLocks noChangeArrowheads="1"/>
          </p:cNvSpPr>
          <p:nvPr/>
        </p:nvSpPr>
        <p:spPr bwMode="auto">
          <a:xfrm>
            <a:off x="9725026" y="2669259"/>
            <a:ext cx="65088" cy="68263"/>
          </a:xfrm>
          <a:prstGeom prst="ellipse">
            <a:avLst/>
          </a:prstGeom>
          <a:solidFill>
            <a:srgbClr val="2376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41"/>
          <p:cNvSpPr>
            <a:spLocks/>
          </p:cNvSpPr>
          <p:nvPr/>
        </p:nvSpPr>
        <p:spPr bwMode="auto">
          <a:xfrm>
            <a:off x="2433638" y="4680621"/>
            <a:ext cx="2503488" cy="930275"/>
          </a:xfrm>
          <a:custGeom>
            <a:avLst/>
            <a:gdLst>
              <a:gd name="T0" fmla="*/ 0 w 1577"/>
              <a:gd name="T1" fmla="*/ 586 h 586"/>
              <a:gd name="T2" fmla="*/ 1178 w 1577"/>
              <a:gd name="T3" fmla="*/ 586 h 586"/>
              <a:gd name="T4" fmla="*/ 1577 w 1577"/>
              <a:gd name="T5" fmla="*/ 0 h 586"/>
            </a:gdLst>
            <a:ahLst/>
            <a:cxnLst>
              <a:cxn ang="0">
                <a:pos x="T0" y="T1"/>
              </a:cxn>
              <a:cxn ang="0">
                <a:pos x="T2" y="T3"/>
              </a:cxn>
              <a:cxn ang="0">
                <a:pos x="T4" y="T5"/>
              </a:cxn>
            </a:cxnLst>
            <a:rect l="0" t="0" r="r" b="b"/>
            <a:pathLst>
              <a:path w="1577" h="586">
                <a:moveTo>
                  <a:pt x="0" y="586"/>
                </a:moveTo>
                <a:lnTo>
                  <a:pt x="1178" y="586"/>
                </a:lnTo>
                <a:lnTo>
                  <a:pt x="1577" y="0"/>
                </a:lnTo>
              </a:path>
            </a:pathLst>
          </a:custGeom>
          <a:noFill/>
          <a:ln w="28575" cap="rnd">
            <a:solidFill>
              <a:srgbClr val="23767B"/>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Oval 42"/>
          <p:cNvSpPr>
            <a:spLocks noChangeArrowheads="1"/>
          </p:cNvSpPr>
          <p:nvPr/>
        </p:nvSpPr>
        <p:spPr bwMode="auto">
          <a:xfrm>
            <a:off x="2405063" y="5580734"/>
            <a:ext cx="65088" cy="66675"/>
          </a:xfrm>
          <a:prstGeom prst="ellipse">
            <a:avLst/>
          </a:prstGeom>
          <a:solidFill>
            <a:srgbClr val="2376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43"/>
          <p:cNvSpPr>
            <a:spLocks/>
          </p:cNvSpPr>
          <p:nvPr/>
        </p:nvSpPr>
        <p:spPr bwMode="auto">
          <a:xfrm>
            <a:off x="7256463" y="4680621"/>
            <a:ext cx="2505075" cy="930275"/>
          </a:xfrm>
          <a:custGeom>
            <a:avLst/>
            <a:gdLst>
              <a:gd name="T0" fmla="*/ 1578 w 1578"/>
              <a:gd name="T1" fmla="*/ 586 h 586"/>
              <a:gd name="T2" fmla="*/ 399 w 1578"/>
              <a:gd name="T3" fmla="*/ 586 h 586"/>
              <a:gd name="T4" fmla="*/ 0 w 1578"/>
              <a:gd name="T5" fmla="*/ 0 h 586"/>
            </a:gdLst>
            <a:ahLst/>
            <a:cxnLst>
              <a:cxn ang="0">
                <a:pos x="T0" y="T1"/>
              </a:cxn>
              <a:cxn ang="0">
                <a:pos x="T2" y="T3"/>
              </a:cxn>
              <a:cxn ang="0">
                <a:pos x="T4" y="T5"/>
              </a:cxn>
            </a:cxnLst>
            <a:rect l="0" t="0" r="r" b="b"/>
            <a:pathLst>
              <a:path w="1578" h="586">
                <a:moveTo>
                  <a:pt x="1578" y="586"/>
                </a:moveTo>
                <a:lnTo>
                  <a:pt x="399" y="586"/>
                </a:lnTo>
                <a:lnTo>
                  <a:pt x="0" y="0"/>
                </a:lnTo>
              </a:path>
            </a:pathLst>
          </a:custGeom>
          <a:noFill/>
          <a:ln w="28575" cap="rnd">
            <a:solidFill>
              <a:srgbClr val="23767B"/>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Oval 44"/>
          <p:cNvSpPr>
            <a:spLocks noChangeArrowheads="1"/>
          </p:cNvSpPr>
          <p:nvPr/>
        </p:nvSpPr>
        <p:spPr bwMode="auto">
          <a:xfrm>
            <a:off x="9725026" y="5580734"/>
            <a:ext cx="65088" cy="66675"/>
          </a:xfrm>
          <a:prstGeom prst="ellipse">
            <a:avLst/>
          </a:prstGeom>
          <a:solidFill>
            <a:srgbClr val="2376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 name="Freeform 6"/>
          <p:cNvSpPr>
            <a:spLocks noEditPoints="1"/>
          </p:cNvSpPr>
          <p:nvPr/>
        </p:nvSpPr>
        <p:spPr bwMode="auto">
          <a:xfrm>
            <a:off x="2963841" y="2771779"/>
            <a:ext cx="524825" cy="496633"/>
          </a:xfrm>
          <a:custGeom>
            <a:avLst/>
            <a:gdLst>
              <a:gd name="T0" fmla="*/ 21 w 158"/>
              <a:gd name="T1" fmla="*/ 98 h 149"/>
              <a:gd name="T2" fmla="*/ 100 w 158"/>
              <a:gd name="T3" fmla="*/ 102 h 149"/>
              <a:gd name="T4" fmla="*/ 106 w 158"/>
              <a:gd name="T5" fmla="*/ 115 h 149"/>
              <a:gd name="T6" fmla="*/ 21 w 158"/>
              <a:gd name="T7" fmla="*/ 118 h 149"/>
              <a:gd name="T8" fmla="*/ 30 w 158"/>
              <a:gd name="T9" fmla="*/ 123 h 149"/>
              <a:gd name="T10" fmla="*/ 41 w 158"/>
              <a:gd name="T11" fmla="*/ 148 h 149"/>
              <a:gd name="T12" fmla="*/ 53 w 158"/>
              <a:gd name="T13" fmla="*/ 123 h 149"/>
              <a:gd name="T14" fmla="*/ 82 w 158"/>
              <a:gd name="T15" fmla="*/ 133 h 149"/>
              <a:gd name="T16" fmla="*/ 112 w 158"/>
              <a:gd name="T17" fmla="*/ 134 h 149"/>
              <a:gd name="T18" fmla="*/ 112 w 158"/>
              <a:gd name="T19" fmla="*/ 124 h 149"/>
              <a:gd name="T20" fmla="*/ 116 w 158"/>
              <a:gd name="T21" fmla="*/ 118 h 149"/>
              <a:gd name="T22" fmla="*/ 106 w 158"/>
              <a:gd name="T23" fmla="*/ 94 h 149"/>
              <a:gd name="T24" fmla="*/ 154 w 158"/>
              <a:gd name="T25" fmla="*/ 11 h 149"/>
              <a:gd name="T26" fmla="*/ 151 w 158"/>
              <a:gd name="T27" fmla="*/ 1 h 149"/>
              <a:gd name="T28" fmla="*/ 124 w 158"/>
              <a:gd name="T29" fmla="*/ 13 h 149"/>
              <a:gd name="T30" fmla="*/ 119 w 158"/>
              <a:gd name="T31" fmla="*/ 27 h 149"/>
              <a:gd name="T32" fmla="*/ 1 w 158"/>
              <a:gd name="T33" fmla="*/ 28 h 149"/>
              <a:gd name="T34" fmla="*/ 90 w 158"/>
              <a:gd name="T35" fmla="*/ 133 h 149"/>
              <a:gd name="T36" fmla="*/ 103 w 158"/>
              <a:gd name="T37" fmla="*/ 134 h 149"/>
              <a:gd name="T38" fmla="*/ 90 w 158"/>
              <a:gd name="T39" fmla="*/ 133 h 149"/>
              <a:gd name="T40" fmla="*/ 41 w 158"/>
              <a:gd name="T41" fmla="*/ 126 h 149"/>
              <a:gd name="T42" fmla="*/ 41 w 158"/>
              <a:gd name="T43" fmla="*/ 140 h 149"/>
              <a:gd name="T44" fmla="*/ 12 w 158"/>
              <a:gd name="T45" fmla="*/ 36 h 149"/>
              <a:gd name="T46" fmla="*/ 41 w 158"/>
              <a:gd name="T47" fmla="*/ 48 h 149"/>
              <a:gd name="T48" fmla="*/ 12 w 158"/>
              <a:gd name="T49" fmla="*/ 36 h 149"/>
              <a:gd name="T50" fmla="*/ 41 w 158"/>
              <a:gd name="T51" fmla="*/ 58 h 149"/>
              <a:gd name="T52" fmla="*/ 23 w 158"/>
              <a:gd name="T53" fmla="*/ 71 h 149"/>
              <a:gd name="T54" fmla="*/ 51 w 158"/>
              <a:gd name="T55" fmla="*/ 71 h 149"/>
              <a:gd name="T56" fmla="*/ 75 w 158"/>
              <a:gd name="T57" fmla="*/ 58 h 149"/>
              <a:gd name="T58" fmla="*/ 51 w 158"/>
              <a:gd name="T59" fmla="*/ 71 h 149"/>
              <a:gd name="T60" fmla="*/ 74 w 158"/>
              <a:gd name="T61" fmla="*/ 92 h 149"/>
              <a:gd name="T62" fmla="*/ 51 w 158"/>
              <a:gd name="T63" fmla="*/ 81 h 149"/>
              <a:gd name="T64" fmla="*/ 103 w 158"/>
              <a:gd name="T65" fmla="*/ 71 h 149"/>
              <a:gd name="T66" fmla="*/ 85 w 158"/>
              <a:gd name="T67" fmla="*/ 58 h 149"/>
              <a:gd name="T68" fmla="*/ 103 w 158"/>
              <a:gd name="T69" fmla="*/ 71 h 149"/>
              <a:gd name="T70" fmla="*/ 51 w 158"/>
              <a:gd name="T71" fmla="*/ 36 h 149"/>
              <a:gd name="T72" fmla="*/ 75 w 158"/>
              <a:gd name="T73" fmla="*/ 48 h 149"/>
              <a:gd name="T74" fmla="*/ 116 w 158"/>
              <a:gd name="T75" fmla="*/ 37 h 149"/>
              <a:gd name="T76" fmla="*/ 85 w 158"/>
              <a:gd name="T77" fmla="*/ 48 h 149"/>
              <a:gd name="T78" fmla="*/ 116 w 158"/>
              <a:gd name="T79" fmla="*/ 37 h 149"/>
              <a:gd name="T80" fmla="*/ 84 w 158"/>
              <a:gd name="T81" fmla="*/ 92 h 149"/>
              <a:gd name="T82" fmla="*/ 100 w 158"/>
              <a:gd name="T83" fmla="*/ 81 h 149"/>
              <a:gd name="T84" fmla="*/ 29 w 158"/>
              <a:gd name="T85" fmla="*/ 92 h 149"/>
              <a:gd name="T86" fmla="*/ 41 w 158"/>
              <a:gd name="T87" fmla="*/ 81 h 149"/>
              <a:gd name="T88" fmla="*/ 29 w 158"/>
              <a:gd name="T89" fmla="*/ 92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8" h="149">
                <a:moveTo>
                  <a:pt x="0" y="32"/>
                </a:moveTo>
                <a:cubicBezTo>
                  <a:pt x="21" y="98"/>
                  <a:pt x="21" y="98"/>
                  <a:pt x="21" y="98"/>
                </a:cubicBezTo>
                <a:cubicBezTo>
                  <a:pt x="21" y="100"/>
                  <a:pt x="23" y="102"/>
                  <a:pt x="25" y="102"/>
                </a:cubicBezTo>
                <a:cubicBezTo>
                  <a:pt x="100" y="102"/>
                  <a:pt x="100" y="102"/>
                  <a:pt x="100" y="102"/>
                </a:cubicBezTo>
                <a:cubicBezTo>
                  <a:pt x="100" y="102"/>
                  <a:pt x="101" y="102"/>
                  <a:pt x="101" y="102"/>
                </a:cubicBezTo>
                <a:cubicBezTo>
                  <a:pt x="106" y="115"/>
                  <a:pt x="106" y="115"/>
                  <a:pt x="106" y="115"/>
                </a:cubicBezTo>
                <a:cubicBezTo>
                  <a:pt x="25" y="114"/>
                  <a:pt x="25" y="114"/>
                  <a:pt x="25" y="114"/>
                </a:cubicBezTo>
                <a:cubicBezTo>
                  <a:pt x="23" y="114"/>
                  <a:pt x="21" y="116"/>
                  <a:pt x="21" y="118"/>
                </a:cubicBezTo>
                <a:cubicBezTo>
                  <a:pt x="21" y="121"/>
                  <a:pt x="23" y="123"/>
                  <a:pt x="25" y="123"/>
                </a:cubicBezTo>
                <a:cubicBezTo>
                  <a:pt x="30" y="123"/>
                  <a:pt x="30" y="123"/>
                  <a:pt x="30" y="123"/>
                </a:cubicBezTo>
                <a:cubicBezTo>
                  <a:pt x="28" y="125"/>
                  <a:pt x="26" y="129"/>
                  <a:pt x="26" y="133"/>
                </a:cubicBezTo>
                <a:cubicBezTo>
                  <a:pt x="26" y="141"/>
                  <a:pt x="33" y="148"/>
                  <a:pt x="41" y="148"/>
                </a:cubicBezTo>
                <a:cubicBezTo>
                  <a:pt x="49" y="148"/>
                  <a:pt x="56" y="141"/>
                  <a:pt x="56" y="133"/>
                </a:cubicBezTo>
                <a:cubicBezTo>
                  <a:pt x="56" y="129"/>
                  <a:pt x="55" y="126"/>
                  <a:pt x="53" y="123"/>
                </a:cubicBezTo>
                <a:cubicBezTo>
                  <a:pt x="86" y="123"/>
                  <a:pt x="86" y="123"/>
                  <a:pt x="86" y="123"/>
                </a:cubicBezTo>
                <a:cubicBezTo>
                  <a:pt x="83" y="126"/>
                  <a:pt x="82" y="129"/>
                  <a:pt x="82" y="133"/>
                </a:cubicBezTo>
                <a:cubicBezTo>
                  <a:pt x="81" y="142"/>
                  <a:pt x="88" y="149"/>
                  <a:pt x="97" y="149"/>
                </a:cubicBezTo>
                <a:cubicBezTo>
                  <a:pt x="105" y="149"/>
                  <a:pt x="112" y="142"/>
                  <a:pt x="112" y="134"/>
                </a:cubicBezTo>
                <a:cubicBezTo>
                  <a:pt x="112" y="130"/>
                  <a:pt x="110" y="126"/>
                  <a:pt x="108" y="123"/>
                </a:cubicBezTo>
                <a:cubicBezTo>
                  <a:pt x="112" y="124"/>
                  <a:pt x="112" y="124"/>
                  <a:pt x="112" y="124"/>
                </a:cubicBezTo>
                <a:cubicBezTo>
                  <a:pt x="113" y="124"/>
                  <a:pt x="115" y="123"/>
                  <a:pt x="115" y="122"/>
                </a:cubicBezTo>
                <a:cubicBezTo>
                  <a:pt x="116" y="121"/>
                  <a:pt x="116" y="119"/>
                  <a:pt x="116" y="118"/>
                </a:cubicBezTo>
                <a:cubicBezTo>
                  <a:pt x="109" y="97"/>
                  <a:pt x="109" y="97"/>
                  <a:pt x="109" y="97"/>
                </a:cubicBezTo>
                <a:cubicBezTo>
                  <a:pt x="108" y="96"/>
                  <a:pt x="107" y="95"/>
                  <a:pt x="106" y="94"/>
                </a:cubicBezTo>
                <a:cubicBezTo>
                  <a:pt x="133" y="19"/>
                  <a:pt x="133" y="19"/>
                  <a:pt x="133" y="19"/>
                </a:cubicBezTo>
                <a:cubicBezTo>
                  <a:pt x="154" y="11"/>
                  <a:pt x="154" y="11"/>
                  <a:pt x="154" y="11"/>
                </a:cubicBezTo>
                <a:cubicBezTo>
                  <a:pt x="157" y="10"/>
                  <a:pt x="158" y="7"/>
                  <a:pt x="157" y="4"/>
                </a:cubicBezTo>
                <a:cubicBezTo>
                  <a:pt x="156" y="2"/>
                  <a:pt x="153" y="0"/>
                  <a:pt x="151" y="1"/>
                </a:cubicBezTo>
                <a:cubicBezTo>
                  <a:pt x="127" y="10"/>
                  <a:pt x="127" y="10"/>
                  <a:pt x="127" y="10"/>
                </a:cubicBezTo>
                <a:cubicBezTo>
                  <a:pt x="126" y="11"/>
                  <a:pt x="125" y="12"/>
                  <a:pt x="124" y="13"/>
                </a:cubicBezTo>
                <a:cubicBezTo>
                  <a:pt x="119" y="27"/>
                  <a:pt x="119" y="27"/>
                  <a:pt x="119" y="27"/>
                </a:cubicBezTo>
                <a:cubicBezTo>
                  <a:pt x="119" y="27"/>
                  <a:pt x="119" y="27"/>
                  <a:pt x="119" y="27"/>
                </a:cubicBezTo>
                <a:cubicBezTo>
                  <a:pt x="5" y="26"/>
                  <a:pt x="5" y="26"/>
                  <a:pt x="5" y="26"/>
                </a:cubicBezTo>
                <a:cubicBezTo>
                  <a:pt x="3" y="26"/>
                  <a:pt x="2" y="27"/>
                  <a:pt x="1" y="28"/>
                </a:cubicBezTo>
                <a:cubicBezTo>
                  <a:pt x="0" y="29"/>
                  <a:pt x="0" y="31"/>
                  <a:pt x="0" y="32"/>
                </a:cubicBezTo>
                <a:moveTo>
                  <a:pt x="90" y="133"/>
                </a:moveTo>
                <a:cubicBezTo>
                  <a:pt x="90" y="130"/>
                  <a:pt x="93" y="127"/>
                  <a:pt x="97" y="127"/>
                </a:cubicBezTo>
                <a:cubicBezTo>
                  <a:pt x="100" y="127"/>
                  <a:pt x="103" y="130"/>
                  <a:pt x="103" y="134"/>
                </a:cubicBezTo>
                <a:cubicBezTo>
                  <a:pt x="103" y="137"/>
                  <a:pt x="100" y="140"/>
                  <a:pt x="97" y="140"/>
                </a:cubicBezTo>
                <a:cubicBezTo>
                  <a:pt x="93" y="140"/>
                  <a:pt x="90" y="137"/>
                  <a:pt x="90" y="133"/>
                </a:cubicBezTo>
                <a:moveTo>
                  <a:pt x="34" y="133"/>
                </a:moveTo>
                <a:cubicBezTo>
                  <a:pt x="34" y="129"/>
                  <a:pt x="38" y="126"/>
                  <a:pt x="41" y="126"/>
                </a:cubicBezTo>
                <a:cubicBezTo>
                  <a:pt x="45" y="126"/>
                  <a:pt x="48" y="129"/>
                  <a:pt x="48" y="133"/>
                </a:cubicBezTo>
                <a:cubicBezTo>
                  <a:pt x="48" y="137"/>
                  <a:pt x="45" y="140"/>
                  <a:pt x="41" y="140"/>
                </a:cubicBezTo>
                <a:cubicBezTo>
                  <a:pt x="37" y="140"/>
                  <a:pt x="34" y="137"/>
                  <a:pt x="34" y="133"/>
                </a:cubicBezTo>
                <a:moveTo>
                  <a:pt x="12" y="36"/>
                </a:moveTo>
                <a:cubicBezTo>
                  <a:pt x="41" y="36"/>
                  <a:pt x="41" y="36"/>
                  <a:pt x="41" y="36"/>
                </a:cubicBezTo>
                <a:cubicBezTo>
                  <a:pt x="41" y="48"/>
                  <a:pt x="41" y="48"/>
                  <a:pt x="41" y="48"/>
                </a:cubicBezTo>
                <a:cubicBezTo>
                  <a:pt x="15" y="47"/>
                  <a:pt x="15" y="47"/>
                  <a:pt x="15" y="47"/>
                </a:cubicBezTo>
                <a:lnTo>
                  <a:pt x="12" y="36"/>
                </a:lnTo>
                <a:close/>
                <a:moveTo>
                  <a:pt x="19" y="57"/>
                </a:moveTo>
                <a:cubicBezTo>
                  <a:pt x="41" y="58"/>
                  <a:pt x="41" y="58"/>
                  <a:pt x="41" y="58"/>
                </a:cubicBezTo>
                <a:cubicBezTo>
                  <a:pt x="41" y="71"/>
                  <a:pt x="41" y="71"/>
                  <a:pt x="41" y="71"/>
                </a:cubicBezTo>
                <a:cubicBezTo>
                  <a:pt x="23" y="71"/>
                  <a:pt x="23" y="71"/>
                  <a:pt x="23" y="71"/>
                </a:cubicBezTo>
                <a:lnTo>
                  <a:pt x="19" y="57"/>
                </a:lnTo>
                <a:close/>
                <a:moveTo>
                  <a:pt x="51" y="71"/>
                </a:moveTo>
                <a:cubicBezTo>
                  <a:pt x="51" y="58"/>
                  <a:pt x="51" y="58"/>
                  <a:pt x="51" y="58"/>
                </a:cubicBezTo>
                <a:cubicBezTo>
                  <a:pt x="75" y="58"/>
                  <a:pt x="75" y="58"/>
                  <a:pt x="75" y="58"/>
                </a:cubicBezTo>
                <a:cubicBezTo>
                  <a:pt x="74" y="71"/>
                  <a:pt x="74" y="71"/>
                  <a:pt x="74" y="71"/>
                </a:cubicBezTo>
                <a:lnTo>
                  <a:pt x="51" y="71"/>
                </a:lnTo>
                <a:close/>
                <a:moveTo>
                  <a:pt x="74" y="81"/>
                </a:moveTo>
                <a:cubicBezTo>
                  <a:pt x="74" y="92"/>
                  <a:pt x="74" y="92"/>
                  <a:pt x="74" y="92"/>
                </a:cubicBezTo>
                <a:cubicBezTo>
                  <a:pt x="51" y="92"/>
                  <a:pt x="51" y="92"/>
                  <a:pt x="51" y="92"/>
                </a:cubicBezTo>
                <a:cubicBezTo>
                  <a:pt x="51" y="81"/>
                  <a:pt x="51" y="81"/>
                  <a:pt x="51" y="81"/>
                </a:cubicBezTo>
                <a:lnTo>
                  <a:pt x="74" y="81"/>
                </a:lnTo>
                <a:close/>
                <a:moveTo>
                  <a:pt x="103" y="71"/>
                </a:moveTo>
                <a:cubicBezTo>
                  <a:pt x="85" y="71"/>
                  <a:pt x="85" y="71"/>
                  <a:pt x="85" y="71"/>
                </a:cubicBezTo>
                <a:cubicBezTo>
                  <a:pt x="85" y="58"/>
                  <a:pt x="85" y="58"/>
                  <a:pt x="85" y="58"/>
                </a:cubicBezTo>
                <a:cubicBezTo>
                  <a:pt x="108" y="58"/>
                  <a:pt x="108" y="58"/>
                  <a:pt x="108" y="58"/>
                </a:cubicBezTo>
                <a:lnTo>
                  <a:pt x="103" y="71"/>
                </a:lnTo>
                <a:close/>
                <a:moveTo>
                  <a:pt x="51" y="48"/>
                </a:moveTo>
                <a:cubicBezTo>
                  <a:pt x="51" y="36"/>
                  <a:pt x="51" y="36"/>
                  <a:pt x="51" y="36"/>
                </a:cubicBezTo>
                <a:cubicBezTo>
                  <a:pt x="75" y="36"/>
                  <a:pt x="75" y="36"/>
                  <a:pt x="75" y="36"/>
                </a:cubicBezTo>
                <a:cubicBezTo>
                  <a:pt x="75" y="48"/>
                  <a:pt x="75" y="48"/>
                  <a:pt x="75" y="48"/>
                </a:cubicBezTo>
                <a:lnTo>
                  <a:pt x="51" y="48"/>
                </a:lnTo>
                <a:close/>
                <a:moveTo>
                  <a:pt x="116" y="37"/>
                </a:moveTo>
                <a:cubicBezTo>
                  <a:pt x="112" y="48"/>
                  <a:pt x="112" y="48"/>
                  <a:pt x="112" y="48"/>
                </a:cubicBezTo>
                <a:cubicBezTo>
                  <a:pt x="85" y="48"/>
                  <a:pt x="85" y="48"/>
                  <a:pt x="85" y="48"/>
                </a:cubicBezTo>
                <a:cubicBezTo>
                  <a:pt x="85" y="37"/>
                  <a:pt x="85" y="37"/>
                  <a:pt x="85" y="37"/>
                </a:cubicBezTo>
                <a:lnTo>
                  <a:pt x="116" y="37"/>
                </a:lnTo>
                <a:close/>
                <a:moveTo>
                  <a:pt x="96" y="92"/>
                </a:moveTo>
                <a:cubicBezTo>
                  <a:pt x="84" y="92"/>
                  <a:pt x="84" y="92"/>
                  <a:pt x="84" y="92"/>
                </a:cubicBezTo>
                <a:cubicBezTo>
                  <a:pt x="84" y="81"/>
                  <a:pt x="84" y="81"/>
                  <a:pt x="84" y="81"/>
                </a:cubicBezTo>
                <a:cubicBezTo>
                  <a:pt x="100" y="81"/>
                  <a:pt x="100" y="81"/>
                  <a:pt x="100" y="81"/>
                </a:cubicBezTo>
                <a:lnTo>
                  <a:pt x="96" y="92"/>
                </a:lnTo>
                <a:close/>
                <a:moveTo>
                  <a:pt x="29" y="92"/>
                </a:moveTo>
                <a:cubicBezTo>
                  <a:pt x="26" y="81"/>
                  <a:pt x="26" y="81"/>
                  <a:pt x="26" y="81"/>
                </a:cubicBezTo>
                <a:cubicBezTo>
                  <a:pt x="41" y="81"/>
                  <a:pt x="41" y="81"/>
                  <a:pt x="41" y="81"/>
                </a:cubicBezTo>
                <a:cubicBezTo>
                  <a:pt x="41" y="92"/>
                  <a:pt x="41" y="92"/>
                  <a:pt x="41" y="92"/>
                </a:cubicBezTo>
                <a:lnTo>
                  <a:pt x="29" y="92"/>
                </a:lnTo>
                <a:close/>
              </a:path>
            </a:pathLst>
          </a:custGeom>
          <a:solidFill>
            <a:srgbClr val="3A8FCB"/>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59" name="组合 58"/>
          <p:cNvGrpSpPr/>
          <p:nvPr/>
        </p:nvGrpSpPr>
        <p:grpSpPr>
          <a:xfrm>
            <a:off x="8692039" y="4924535"/>
            <a:ext cx="615911" cy="620248"/>
            <a:chOff x="9166226" y="5085434"/>
            <a:chExt cx="450850" cy="454025"/>
          </a:xfrm>
          <a:solidFill>
            <a:srgbClr val="219980"/>
          </a:solidFill>
        </p:grpSpPr>
        <p:sp>
          <p:nvSpPr>
            <p:cNvPr id="6" name="Freeform 7"/>
            <p:cNvSpPr>
              <a:spLocks/>
            </p:cNvSpPr>
            <p:nvPr/>
          </p:nvSpPr>
          <p:spPr bwMode="auto">
            <a:xfrm>
              <a:off x="9439276" y="5361659"/>
              <a:ext cx="177800" cy="177800"/>
            </a:xfrm>
            <a:custGeom>
              <a:avLst/>
              <a:gdLst>
                <a:gd name="T0" fmla="*/ 67 w 73"/>
                <a:gd name="T1" fmla="*/ 42 h 73"/>
                <a:gd name="T2" fmla="*/ 25 w 73"/>
                <a:gd name="T3" fmla="*/ 0 h 73"/>
                <a:gd name="T4" fmla="*/ 0 w 73"/>
                <a:gd name="T5" fmla="*/ 24 h 73"/>
                <a:gd name="T6" fmla="*/ 42 w 73"/>
                <a:gd name="T7" fmla="*/ 67 h 73"/>
                <a:gd name="T8" fmla="*/ 67 w 73"/>
                <a:gd name="T9" fmla="*/ 67 h 73"/>
                <a:gd name="T10" fmla="*/ 67 w 73"/>
                <a:gd name="T11" fmla="*/ 42 h 73"/>
              </a:gdLst>
              <a:ahLst/>
              <a:cxnLst>
                <a:cxn ang="0">
                  <a:pos x="T0" y="T1"/>
                </a:cxn>
                <a:cxn ang="0">
                  <a:pos x="T2" y="T3"/>
                </a:cxn>
                <a:cxn ang="0">
                  <a:pos x="T4" y="T5"/>
                </a:cxn>
                <a:cxn ang="0">
                  <a:pos x="T6" y="T7"/>
                </a:cxn>
                <a:cxn ang="0">
                  <a:pos x="T8" y="T9"/>
                </a:cxn>
                <a:cxn ang="0">
                  <a:pos x="T10" y="T11"/>
                </a:cxn>
              </a:cxnLst>
              <a:rect l="0" t="0" r="r" b="b"/>
              <a:pathLst>
                <a:path w="73" h="73">
                  <a:moveTo>
                    <a:pt x="67" y="42"/>
                  </a:moveTo>
                  <a:cubicBezTo>
                    <a:pt x="25" y="0"/>
                    <a:pt x="25" y="0"/>
                    <a:pt x="25" y="0"/>
                  </a:cubicBezTo>
                  <a:cubicBezTo>
                    <a:pt x="19" y="10"/>
                    <a:pt x="10" y="18"/>
                    <a:pt x="0" y="24"/>
                  </a:cubicBezTo>
                  <a:cubicBezTo>
                    <a:pt x="42" y="67"/>
                    <a:pt x="42" y="67"/>
                    <a:pt x="42" y="67"/>
                  </a:cubicBezTo>
                  <a:cubicBezTo>
                    <a:pt x="49" y="73"/>
                    <a:pt x="60" y="73"/>
                    <a:pt x="67" y="67"/>
                  </a:cubicBezTo>
                  <a:cubicBezTo>
                    <a:pt x="73" y="60"/>
                    <a:pt x="73" y="49"/>
                    <a:pt x="67"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8"/>
            <p:cNvSpPr>
              <a:spLocks noEditPoints="1"/>
            </p:cNvSpPr>
            <p:nvPr/>
          </p:nvSpPr>
          <p:spPr bwMode="auto">
            <a:xfrm>
              <a:off x="9166226" y="5085434"/>
              <a:ext cx="338138" cy="336550"/>
            </a:xfrm>
            <a:custGeom>
              <a:avLst/>
              <a:gdLst>
                <a:gd name="T0" fmla="*/ 139 w 139"/>
                <a:gd name="T1" fmla="*/ 70 h 138"/>
                <a:gd name="T2" fmla="*/ 70 w 139"/>
                <a:gd name="T3" fmla="*/ 0 h 138"/>
                <a:gd name="T4" fmla="*/ 1 w 139"/>
                <a:gd name="T5" fmla="*/ 69 h 138"/>
                <a:gd name="T6" fmla="*/ 69 w 139"/>
                <a:gd name="T7" fmla="*/ 138 h 138"/>
                <a:gd name="T8" fmla="*/ 139 w 139"/>
                <a:gd name="T9" fmla="*/ 70 h 138"/>
                <a:gd name="T10" fmla="*/ 69 w 139"/>
                <a:gd name="T11" fmla="*/ 121 h 138"/>
                <a:gd name="T12" fmla="*/ 18 w 139"/>
                <a:gd name="T13" fmla="*/ 69 h 138"/>
                <a:gd name="T14" fmla="*/ 70 w 139"/>
                <a:gd name="T15" fmla="*/ 17 h 138"/>
                <a:gd name="T16" fmla="*/ 121 w 139"/>
                <a:gd name="T17" fmla="*/ 70 h 138"/>
                <a:gd name="T18" fmla="*/ 69 w 139"/>
                <a:gd name="T19" fmla="*/ 121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9" h="138">
                  <a:moveTo>
                    <a:pt x="139" y="70"/>
                  </a:moveTo>
                  <a:cubicBezTo>
                    <a:pt x="139" y="32"/>
                    <a:pt x="108" y="1"/>
                    <a:pt x="70" y="0"/>
                  </a:cubicBezTo>
                  <a:cubicBezTo>
                    <a:pt x="32" y="0"/>
                    <a:pt x="1" y="31"/>
                    <a:pt x="1" y="69"/>
                  </a:cubicBezTo>
                  <a:cubicBezTo>
                    <a:pt x="0" y="107"/>
                    <a:pt x="31" y="138"/>
                    <a:pt x="69" y="138"/>
                  </a:cubicBezTo>
                  <a:cubicBezTo>
                    <a:pt x="107" y="138"/>
                    <a:pt x="138" y="108"/>
                    <a:pt x="139" y="70"/>
                  </a:cubicBezTo>
                  <a:close/>
                  <a:moveTo>
                    <a:pt x="69" y="121"/>
                  </a:moveTo>
                  <a:cubicBezTo>
                    <a:pt x="41" y="121"/>
                    <a:pt x="18" y="97"/>
                    <a:pt x="18" y="69"/>
                  </a:cubicBezTo>
                  <a:cubicBezTo>
                    <a:pt x="18" y="40"/>
                    <a:pt x="42" y="17"/>
                    <a:pt x="70" y="17"/>
                  </a:cubicBezTo>
                  <a:cubicBezTo>
                    <a:pt x="99" y="18"/>
                    <a:pt x="122" y="41"/>
                    <a:pt x="121" y="70"/>
                  </a:cubicBezTo>
                  <a:cubicBezTo>
                    <a:pt x="121" y="98"/>
                    <a:pt x="98" y="121"/>
                    <a:pt x="69" y="1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9"/>
            <p:cNvSpPr>
              <a:spLocks/>
            </p:cNvSpPr>
            <p:nvPr/>
          </p:nvSpPr>
          <p:spPr bwMode="auto">
            <a:xfrm>
              <a:off x="9237663" y="5156871"/>
              <a:ext cx="100013" cy="96838"/>
            </a:xfrm>
            <a:custGeom>
              <a:avLst/>
              <a:gdLst>
                <a:gd name="T0" fmla="*/ 0 w 41"/>
                <a:gd name="T1" fmla="*/ 40 h 40"/>
                <a:gd name="T2" fmla="*/ 12 w 41"/>
                <a:gd name="T3" fmla="*/ 40 h 40"/>
                <a:gd name="T4" fmla="*/ 41 w 41"/>
                <a:gd name="T5" fmla="*/ 11 h 40"/>
                <a:gd name="T6" fmla="*/ 41 w 41"/>
                <a:gd name="T7" fmla="*/ 0 h 40"/>
                <a:gd name="T8" fmla="*/ 0 w 41"/>
                <a:gd name="T9" fmla="*/ 40 h 40"/>
              </a:gdLst>
              <a:ahLst/>
              <a:cxnLst>
                <a:cxn ang="0">
                  <a:pos x="T0" y="T1"/>
                </a:cxn>
                <a:cxn ang="0">
                  <a:pos x="T2" y="T3"/>
                </a:cxn>
                <a:cxn ang="0">
                  <a:pos x="T4" y="T5"/>
                </a:cxn>
                <a:cxn ang="0">
                  <a:pos x="T6" y="T7"/>
                </a:cxn>
                <a:cxn ang="0">
                  <a:pos x="T8" y="T9"/>
                </a:cxn>
              </a:cxnLst>
              <a:rect l="0" t="0" r="r" b="b"/>
              <a:pathLst>
                <a:path w="41" h="40">
                  <a:moveTo>
                    <a:pt x="0" y="40"/>
                  </a:moveTo>
                  <a:cubicBezTo>
                    <a:pt x="12" y="40"/>
                    <a:pt x="12" y="40"/>
                    <a:pt x="12" y="40"/>
                  </a:cubicBezTo>
                  <a:cubicBezTo>
                    <a:pt x="12" y="24"/>
                    <a:pt x="25" y="11"/>
                    <a:pt x="41" y="11"/>
                  </a:cubicBezTo>
                  <a:cubicBezTo>
                    <a:pt x="41" y="0"/>
                    <a:pt x="41" y="0"/>
                    <a:pt x="41" y="0"/>
                  </a:cubicBezTo>
                  <a:cubicBezTo>
                    <a:pt x="19" y="0"/>
                    <a:pt x="1" y="18"/>
                    <a:pt x="0"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8" name="组合 57"/>
          <p:cNvGrpSpPr/>
          <p:nvPr/>
        </p:nvGrpSpPr>
        <p:grpSpPr>
          <a:xfrm>
            <a:off x="8734328" y="2805394"/>
            <a:ext cx="531332" cy="429403"/>
            <a:chOff x="9228138" y="2867696"/>
            <a:chExt cx="388938" cy="314325"/>
          </a:xfrm>
          <a:solidFill>
            <a:srgbClr val="29414F"/>
          </a:solidFill>
        </p:grpSpPr>
        <p:sp>
          <p:nvSpPr>
            <p:cNvPr id="9" name="Freeform 10"/>
            <p:cNvSpPr>
              <a:spLocks/>
            </p:cNvSpPr>
            <p:nvPr/>
          </p:nvSpPr>
          <p:spPr bwMode="auto">
            <a:xfrm>
              <a:off x="9228138" y="2940721"/>
              <a:ext cx="282575" cy="241300"/>
            </a:xfrm>
            <a:custGeom>
              <a:avLst/>
              <a:gdLst>
                <a:gd name="T0" fmla="*/ 18 w 178"/>
                <a:gd name="T1" fmla="*/ 152 h 152"/>
                <a:gd name="T2" fmla="*/ 50 w 178"/>
                <a:gd name="T3" fmla="*/ 119 h 152"/>
                <a:gd name="T4" fmla="*/ 178 w 178"/>
                <a:gd name="T5" fmla="*/ 119 h 152"/>
                <a:gd name="T6" fmla="*/ 178 w 178"/>
                <a:gd name="T7" fmla="*/ 84 h 152"/>
                <a:gd name="T8" fmla="*/ 61 w 178"/>
                <a:gd name="T9" fmla="*/ 84 h 152"/>
                <a:gd name="T10" fmla="*/ 55 w 178"/>
                <a:gd name="T11" fmla="*/ 84 h 152"/>
                <a:gd name="T12" fmla="*/ 55 w 178"/>
                <a:gd name="T13" fmla="*/ 76 h 152"/>
                <a:gd name="T14" fmla="*/ 55 w 178"/>
                <a:gd name="T15" fmla="*/ 0 h 152"/>
                <a:gd name="T16" fmla="*/ 0 w 178"/>
                <a:gd name="T17" fmla="*/ 0 h 152"/>
                <a:gd name="T18" fmla="*/ 0 w 178"/>
                <a:gd name="T19" fmla="*/ 119 h 152"/>
                <a:gd name="T20" fmla="*/ 18 w 178"/>
                <a:gd name="T21" fmla="*/ 119 h 152"/>
                <a:gd name="T22" fmla="*/ 18 w 178"/>
                <a:gd name="T23"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8" h="152">
                  <a:moveTo>
                    <a:pt x="18" y="152"/>
                  </a:moveTo>
                  <a:lnTo>
                    <a:pt x="50" y="119"/>
                  </a:lnTo>
                  <a:lnTo>
                    <a:pt x="178" y="119"/>
                  </a:lnTo>
                  <a:lnTo>
                    <a:pt x="178" y="84"/>
                  </a:lnTo>
                  <a:lnTo>
                    <a:pt x="61" y="84"/>
                  </a:lnTo>
                  <a:lnTo>
                    <a:pt x="55" y="84"/>
                  </a:lnTo>
                  <a:lnTo>
                    <a:pt x="55" y="76"/>
                  </a:lnTo>
                  <a:lnTo>
                    <a:pt x="55" y="0"/>
                  </a:lnTo>
                  <a:lnTo>
                    <a:pt x="0" y="0"/>
                  </a:lnTo>
                  <a:lnTo>
                    <a:pt x="0" y="119"/>
                  </a:lnTo>
                  <a:lnTo>
                    <a:pt x="18" y="119"/>
                  </a:lnTo>
                  <a:lnTo>
                    <a:pt x="18"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11"/>
            <p:cNvSpPr>
              <a:spLocks/>
            </p:cNvSpPr>
            <p:nvPr/>
          </p:nvSpPr>
          <p:spPr bwMode="auto">
            <a:xfrm>
              <a:off x="9324976" y="2867696"/>
              <a:ext cx="292100" cy="250825"/>
            </a:xfrm>
            <a:custGeom>
              <a:avLst/>
              <a:gdLst>
                <a:gd name="T0" fmla="*/ 184 w 184"/>
                <a:gd name="T1" fmla="*/ 0 h 158"/>
                <a:gd name="T2" fmla="*/ 0 w 184"/>
                <a:gd name="T3" fmla="*/ 0 h 158"/>
                <a:gd name="T4" fmla="*/ 0 w 184"/>
                <a:gd name="T5" fmla="*/ 46 h 158"/>
                <a:gd name="T6" fmla="*/ 0 w 184"/>
                <a:gd name="T7" fmla="*/ 122 h 158"/>
                <a:gd name="T8" fmla="*/ 117 w 184"/>
                <a:gd name="T9" fmla="*/ 122 h 158"/>
                <a:gd name="T10" fmla="*/ 133 w 184"/>
                <a:gd name="T11" fmla="*/ 122 h 158"/>
                <a:gd name="T12" fmla="*/ 166 w 184"/>
                <a:gd name="T13" fmla="*/ 158 h 158"/>
                <a:gd name="T14" fmla="*/ 166 w 184"/>
                <a:gd name="T15" fmla="*/ 122 h 158"/>
                <a:gd name="T16" fmla="*/ 184 w 184"/>
                <a:gd name="T17" fmla="*/ 122 h 158"/>
                <a:gd name="T18" fmla="*/ 184 w 184"/>
                <a:gd name="T19"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158">
                  <a:moveTo>
                    <a:pt x="184" y="0"/>
                  </a:moveTo>
                  <a:lnTo>
                    <a:pt x="0" y="0"/>
                  </a:lnTo>
                  <a:lnTo>
                    <a:pt x="0" y="46"/>
                  </a:lnTo>
                  <a:lnTo>
                    <a:pt x="0" y="122"/>
                  </a:lnTo>
                  <a:lnTo>
                    <a:pt x="117" y="122"/>
                  </a:lnTo>
                  <a:lnTo>
                    <a:pt x="133" y="122"/>
                  </a:lnTo>
                  <a:lnTo>
                    <a:pt x="166" y="158"/>
                  </a:lnTo>
                  <a:lnTo>
                    <a:pt x="166" y="122"/>
                  </a:lnTo>
                  <a:lnTo>
                    <a:pt x="184" y="122"/>
                  </a:lnTo>
                  <a:lnTo>
                    <a:pt x="18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0" name="组合 59"/>
          <p:cNvGrpSpPr/>
          <p:nvPr/>
        </p:nvGrpSpPr>
        <p:grpSpPr>
          <a:xfrm>
            <a:off x="3051673" y="4995018"/>
            <a:ext cx="349161" cy="479283"/>
            <a:chOff x="2657476" y="5137821"/>
            <a:chExt cx="255588" cy="350838"/>
          </a:xfrm>
          <a:solidFill>
            <a:srgbClr val="EA981E"/>
          </a:solidFill>
        </p:grpSpPr>
        <p:sp>
          <p:nvSpPr>
            <p:cNvPr id="44" name="Freeform 45"/>
            <p:cNvSpPr>
              <a:spLocks/>
            </p:cNvSpPr>
            <p:nvPr/>
          </p:nvSpPr>
          <p:spPr bwMode="auto">
            <a:xfrm>
              <a:off x="2667001" y="5137821"/>
              <a:ext cx="246063" cy="296863"/>
            </a:xfrm>
            <a:custGeom>
              <a:avLst/>
              <a:gdLst>
                <a:gd name="T0" fmla="*/ 77 w 155"/>
                <a:gd name="T1" fmla="*/ 187 h 187"/>
                <a:gd name="T2" fmla="*/ 155 w 155"/>
                <a:gd name="T3" fmla="*/ 98 h 187"/>
                <a:gd name="T4" fmla="*/ 111 w 155"/>
                <a:gd name="T5" fmla="*/ 98 h 187"/>
                <a:gd name="T6" fmla="*/ 111 w 155"/>
                <a:gd name="T7" fmla="*/ 0 h 187"/>
                <a:gd name="T8" fmla="*/ 49 w 155"/>
                <a:gd name="T9" fmla="*/ 0 h 187"/>
                <a:gd name="T10" fmla="*/ 49 w 155"/>
                <a:gd name="T11" fmla="*/ 98 h 187"/>
                <a:gd name="T12" fmla="*/ 0 w 155"/>
                <a:gd name="T13" fmla="*/ 98 h 187"/>
                <a:gd name="T14" fmla="*/ 77 w 155"/>
                <a:gd name="T15" fmla="*/ 187 h 18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5" h="187">
                  <a:moveTo>
                    <a:pt x="77" y="187"/>
                  </a:moveTo>
                  <a:lnTo>
                    <a:pt x="155" y="98"/>
                  </a:lnTo>
                  <a:lnTo>
                    <a:pt x="111" y="98"/>
                  </a:lnTo>
                  <a:lnTo>
                    <a:pt x="111" y="0"/>
                  </a:lnTo>
                  <a:lnTo>
                    <a:pt x="49" y="0"/>
                  </a:lnTo>
                  <a:lnTo>
                    <a:pt x="49" y="98"/>
                  </a:lnTo>
                  <a:lnTo>
                    <a:pt x="0" y="98"/>
                  </a:lnTo>
                  <a:lnTo>
                    <a:pt x="77" y="1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Rectangle 46"/>
            <p:cNvSpPr>
              <a:spLocks noChangeArrowheads="1"/>
            </p:cNvSpPr>
            <p:nvPr/>
          </p:nvSpPr>
          <p:spPr bwMode="auto">
            <a:xfrm>
              <a:off x="2657476" y="5458496"/>
              <a:ext cx="254000" cy="301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50" name="文本框 49"/>
          <p:cNvSpPr txBox="1"/>
          <p:nvPr/>
        </p:nvSpPr>
        <p:spPr>
          <a:xfrm>
            <a:off x="4139317" y="1058393"/>
            <a:ext cx="3913366"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51" name="Rectangle 58"/>
          <p:cNvSpPr/>
          <p:nvPr/>
        </p:nvSpPr>
        <p:spPr>
          <a:xfrm>
            <a:off x="3614043" y="1478661"/>
            <a:ext cx="4963915"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单击此处添加副标题</a:t>
            </a:r>
          </a:p>
        </p:txBody>
      </p:sp>
      <p:sp>
        <p:nvSpPr>
          <p:cNvPr id="52" name="矩形 39"/>
          <p:cNvSpPr/>
          <p:nvPr/>
        </p:nvSpPr>
        <p:spPr>
          <a:xfrm>
            <a:off x="0" y="203088"/>
            <a:ext cx="2852063"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时间线</a:t>
            </a:r>
            <a:endParaRPr lang="zh-CN" altLang="zh-CN" sz="2800" b="1" dirty="0">
              <a:solidFill>
                <a:schemeClr val="tx1">
                  <a:lumMod val="65000"/>
                  <a:lumOff val="35000"/>
                </a:schemeClr>
              </a:solidFill>
            </a:endParaRPr>
          </a:p>
        </p:txBody>
      </p:sp>
      <p:sp>
        <p:nvSpPr>
          <p:cNvPr id="54" name="文本框 53"/>
          <p:cNvSpPr txBox="1"/>
          <p:nvPr/>
        </p:nvSpPr>
        <p:spPr>
          <a:xfrm>
            <a:off x="8147541" y="5737539"/>
            <a:ext cx="2856518" cy="830997"/>
          </a:xfrm>
          <a:prstGeom prst="rect">
            <a:avLst/>
          </a:prstGeom>
          <a:noFill/>
        </p:spPr>
        <p:txBody>
          <a:bodyPr wrap="square" rtlCol="0">
            <a:spAutoFit/>
          </a:bodyPr>
          <a:lstStyle/>
          <a:p>
            <a:pPr>
              <a:lnSpc>
                <a:spcPct val="120000"/>
              </a:lnSpc>
            </a:pPr>
            <a:r>
              <a:rPr lang="zh-CN" altLang="en-US" sz="2400" b="1" dirty="0">
                <a:solidFill>
                  <a:srgbClr val="219980"/>
                </a:solidFill>
              </a:rPr>
              <a:t>添加标题</a:t>
            </a:r>
            <a:endParaRPr lang="en-US" altLang="zh-CN" sz="2400" b="1" dirty="0">
              <a:solidFill>
                <a:srgbClr val="219980"/>
              </a:solidFill>
            </a:endParaRPr>
          </a:p>
          <a:p>
            <a:pPr>
              <a:lnSpc>
                <a:spcPct val="120000"/>
              </a:lnSpc>
            </a:pPr>
            <a:r>
              <a:rPr lang="zh-CN" altLang="en-US" sz="1600" dirty="0">
                <a:solidFill>
                  <a:schemeClr val="tx1">
                    <a:lumMod val="65000"/>
                    <a:lumOff val="35000"/>
                  </a:schemeClr>
                </a:solidFill>
              </a:rPr>
              <a:t>添加内容添加内容</a:t>
            </a:r>
          </a:p>
        </p:txBody>
      </p:sp>
      <p:sp>
        <p:nvSpPr>
          <p:cNvPr id="55" name="文本框 54"/>
          <p:cNvSpPr txBox="1"/>
          <p:nvPr/>
        </p:nvSpPr>
        <p:spPr>
          <a:xfrm>
            <a:off x="8120554" y="1873834"/>
            <a:ext cx="2856518" cy="830997"/>
          </a:xfrm>
          <a:prstGeom prst="rect">
            <a:avLst/>
          </a:prstGeom>
          <a:noFill/>
        </p:spPr>
        <p:txBody>
          <a:bodyPr wrap="square" rtlCol="0">
            <a:spAutoFit/>
          </a:bodyPr>
          <a:lstStyle/>
          <a:p>
            <a:pPr>
              <a:lnSpc>
                <a:spcPct val="120000"/>
              </a:lnSpc>
            </a:pPr>
            <a:r>
              <a:rPr lang="zh-CN" altLang="en-US" sz="2400" b="1" dirty="0">
                <a:solidFill>
                  <a:srgbClr val="29414F"/>
                </a:solidFill>
              </a:rPr>
              <a:t>添加标题</a:t>
            </a:r>
            <a:endParaRPr lang="en-US" altLang="zh-CN" sz="2400" b="1" dirty="0">
              <a:solidFill>
                <a:srgbClr val="29414F"/>
              </a:solidFill>
            </a:endParaRPr>
          </a:p>
          <a:p>
            <a:pPr>
              <a:lnSpc>
                <a:spcPct val="120000"/>
              </a:lnSpc>
            </a:pPr>
            <a:r>
              <a:rPr lang="zh-CN" altLang="en-US" sz="1600" dirty="0">
                <a:solidFill>
                  <a:schemeClr val="tx1">
                    <a:lumMod val="65000"/>
                    <a:lumOff val="35000"/>
                  </a:schemeClr>
                </a:solidFill>
              </a:rPr>
              <a:t>添加内容添加内容</a:t>
            </a:r>
          </a:p>
        </p:txBody>
      </p:sp>
      <p:sp>
        <p:nvSpPr>
          <p:cNvPr id="56" name="文本框 55"/>
          <p:cNvSpPr txBox="1"/>
          <p:nvPr/>
        </p:nvSpPr>
        <p:spPr>
          <a:xfrm>
            <a:off x="1187091" y="1849375"/>
            <a:ext cx="2856518" cy="830997"/>
          </a:xfrm>
          <a:prstGeom prst="rect">
            <a:avLst/>
          </a:prstGeom>
          <a:noFill/>
        </p:spPr>
        <p:txBody>
          <a:bodyPr wrap="square" rtlCol="0">
            <a:spAutoFit/>
          </a:bodyPr>
          <a:lstStyle/>
          <a:p>
            <a:pPr algn="r">
              <a:lnSpc>
                <a:spcPct val="120000"/>
              </a:lnSpc>
            </a:pPr>
            <a:r>
              <a:rPr lang="zh-CN" altLang="en-US" sz="2400" b="1" dirty="0">
                <a:solidFill>
                  <a:srgbClr val="3A8FCB"/>
                </a:solidFill>
              </a:rPr>
              <a:t>添加标题</a:t>
            </a:r>
            <a:endParaRPr lang="en-US" altLang="zh-CN" sz="2400" b="1" dirty="0">
              <a:solidFill>
                <a:srgbClr val="3A8FCB"/>
              </a:solidFill>
            </a:endParaRPr>
          </a:p>
          <a:p>
            <a:pPr algn="r">
              <a:lnSpc>
                <a:spcPct val="120000"/>
              </a:lnSpc>
            </a:pPr>
            <a:r>
              <a:rPr lang="zh-CN" altLang="en-US" sz="1600" dirty="0">
                <a:solidFill>
                  <a:schemeClr val="tx1">
                    <a:lumMod val="65000"/>
                    <a:lumOff val="35000"/>
                  </a:schemeClr>
                </a:solidFill>
              </a:rPr>
              <a:t>添加内容添加内容</a:t>
            </a:r>
          </a:p>
        </p:txBody>
      </p:sp>
      <p:sp>
        <p:nvSpPr>
          <p:cNvPr id="57" name="文本框 56"/>
          <p:cNvSpPr txBox="1"/>
          <p:nvPr/>
        </p:nvSpPr>
        <p:spPr>
          <a:xfrm>
            <a:off x="1155154" y="5676296"/>
            <a:ext cx="2856518" cy="830997"/>
          </a:xfrm>
          <a:prstGeom prst="rect">
            <a:avLst/>
          </a:prstGeom>
          <a:noFill/>
        </p:spPr>
        <p:txBody>
          <a:bodyPr wrap="square" rtlCol="0">
            <a:spAutoFit/>
          </a:bodyPr>
          <a:lstStyle/>
          <a:p>
            <a:pPr algn="r">
              <a:lnSpc>
                <a:spcPct val="120000"/>
              </a:lnSpc>
            </a:pPr>
            <a:r>
              <a:rPr lang="zh-CN" altLang="en-US" sz="2400" b="1" dirty="0">
                <a:solidFill>
                  <a:srgbClr val="EA981E"/>
                </a:solidFill>
              </a:rPr>
              <a:t>添加标题</a:t>
            </a:r>
            <a:endParaRPr lang="en-US" altLang="zh-CN" sz="2400" b="1" dirty="0">
              <a:solidFill>
                <a:srgbClr val="EA981E"/>
              </a:solidFill>
            </a:endParaRPr>
          </a:p>
          <a:p>
            <a:pPr algn="r">
              <a:lnSpc>
                <a:spcPct val="120000"/>
              </a:lnSpc>
            </a:pPr>
            <a:r>
              <a:rPr lang="zh-CN" altLang="en-US" sz="1600" dirty="0">
                <a:solidFill>
                  <a:schemeClr val="tx1">
                    <a:lumMod val="65000"/>
                    <a:lumOff val="35000"/>
                  </a:schemeClr>
                </a:solidFill>
              </a:rPr>
              <a:t>添加内容添加内容</a:t>
            </a:r>
          </a:p>
        </p:txBody>
      </p:sp>
    </p:spTree>
    <p:extLst>
      <p:ext uri="{BB962C8B-B14F-4D97-AF65-F5344CB8AC3E}">
        <p14:creationId xmlns:p14="http://schemas.microsoft.com/office/powerpoint/2010/main" val="1026442872"/>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
          <p:cNvGrpSpPr/>
          <p:nvPr/>
        </p:nvGrpSpPr>
        <p:grpSpPr>
          <a:xfrm>
            <a:off x="1163503" y="2430527"/>
            <a:ext cx="3292120" cy="2916356"/>
            <a:chOff x="9990138" y="228600"/>
            <a:chExt cx="7162800" cy="6345237"/>
          </a:xfrm>
        </p:grpSpPr>
        <p:sp>
          <p:nvSpPr>
            <p:cNvPr id="20" name="Freeform 619"/>
            <p:cNvSpPr>
              <a:spLocks/>
            </p:cNvSpPr>
            <p:nvPr/>
          </p:nvSpPr>
          <p:spPr bwMode="auto">
            <a:xfrm>
              <a:off x="10955338" y="1284287"/>
              <a:ext cx="5154613" cy="5289550"/>
            </a:xfrm>
            <a:custGeom>
              <a:avLst/>
              <a:gdLst>
                <a:gd name="T0" fmla="*/ 1370 w 1373"/>
                <a:gd name="T1" fmla="*/ 590 h 1409"/>
                <a:gd name="T2" fmla="*/ 706 w 1373"/>
                <a:gd name="T3" fmla="*/ 0 h 1409"/>
                <a:gd name="T4" fmla="*/ 2 w 1373"/>
                <a:gd name="T5" fmla="*/ 590 h 1409"/>
                <a:gd name="T6" fmla="*/ 2 w 1373"/>
                <a:gd name="T7" fmla="*/ 1367 h 1409"/>
                <a:gd name="T8" fmla="*/ 42 w 1373"/>
                <a:gd name="T9" fmla="*/ 1409 h 1409"/>
                <a:gd name="T10" fmla="*/ 523 w 1373"/>
                <a:gd name="T11" fmla="*/ 1409 h 1409"/>
                <a:gd name="T12" fmla="*/ 533 w 1373"/>
                <a:gd name="T13" fmla="*/ 1409 h 1409"/>
                <a:gd name="T14" fmla="*/ 533 w 1373"/>
                <a:gd name="T15" fmla="*/ 969 h 1409"/>
                <a:gd name="T16" fmla="*/ 849 w 1373"/>
                <a:gd name="T17" fmla="*/ 969 h 1409"/>
                <a:gd name="T18" fmla="*/ 849 w 1373"/>
                <a:gd name="T19" fmla="*/ 1408 h 1409"/>
                <a:gd name="T20" fmla="*/ 1319 w 1373"/>
                <a:gd name="T21" fmla="*/ 1408 h 1409"/>
                <a:gd name="T22" fmla="*/ 1370 w 1373"/>
                <a:gd name="T23" fmla="*/ 1355 h 1409"/>
                <a:gd name="T24" fmla="*/ 1370 w 1373"/>
                <a:gd name="T25" fmla="*/ 590 h 1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73" h="1409">
                  <a:moveTo>
                    <a:pt x="1370" y="590"/>
                  </a:moveTo>
                  <a:cubicBezTo>
                    <a:pt x="706" y="0"/>
                    <a:pt x="706" y="0"/>
                    <a:pt x="706" y="0"/>
                  </a:cubicBezTo>
                  <a:cubicBezTo>
                    <a:pt x="2" y="590"/>
                    <a:pt x="2" y="590"/>
                    <a:pt x="2" y="590"/>
                  </a:cubicBezTo>
                  <a:cubicBezTo>
                    <a:pt x="2" y="1367"/>
                    <a:pt x="2" y="1367"/>
                    <a:pt x="2" y="1367"/>
                  </a:cubicBezTo>
                  <a:cubicBezTo>
                    <a:pt x="2" y="1367"/>
                    <a:pt x="0" y="1409"/>
                    <a:pt x="42" y="1409"/>
                  </a:cubicBezTo>
                  <a:cubicBezTo>
                    <a:pt x="94" y="1409"/>
                    <a:pt x="523" y="1409"/>
                    <a:pt x="523" y="1409"/>
                  </a:cubicBezTo>
                  <a:cubicBezTo>
                    <a:pt x="533" y="1409"/>
                    <a:pt x="533" y="1409"/>
                    <a:pt x="533" y="1409"/>
                  </a:cubicBezTo>
                  <a:cubicBezTo>
                    <a:pt x="533" y="969"/>
                    <a:pt x="533" y="969"/>
                    <a:pt x="533" y="969"/>
                  </a:cubicBezTo>
                  <a:cubicBezTo>
                    <a:pt x="849" y="969"/>
                    <a:pt x="849" y="969"/>
                    <a:pt x="849" y="969"/>
                  </a:cubicBezTo>
                  <a:cubicBezTo>
                    <a:pt x="849" y="1408"/>
                    <a:pt x="849" y="1408"/>
                    <a:pt x="849" y="1408"/>
                  </a:cubicBezTo>
                  <a:cubicBezTo>
                    <a:pt x="1319" y="1408"/>
                    <a:pt x="1319" y="1408"/>
                    <a:pt x="1319" y="1408"/>
                  </a:cubicBezTo>
                  <a:cubicBezTo>
                    <a:pt x="1373" y="1408"/>
                    <a:pt x="1370" y="1355"/>
                    <a:pt x="1370" y="1355"/>
                  </a:cubicBezTo>
                  <a:lnTo>
                    <a:pt x="1370" y="590"/>
                  </a:lnTo>
                  <a:close/>
                </a:path>
              </a:pathLst>
            </a:custGeom>
            <a:solidFill>
              <a:srgbClr val="29414F"/>
            </a:solidFill>
            <a:ln>
              <a:noFill/>
            </a:ln>
          </p:spPr>
          <p:txBody>
            <a:bodyPr vert="horz" wrap="square" lIns="91440" tIns="45720" rIns="91440" bIns="45720" numCol="1" anchor="t" anchorCtr="0" compatLnSpc="1">
              <a:prstTxWarp prst="textNoShape">
                <a:avLst/>
              </a:prstTxWarp>
              <a:noAutofit/>
            </a:bodyPr>
            <a:lstStyle/>
            <a:p>
              <a:endParaRPr lang="zh-CN" altLang="en-US">
                <a:solidFill>
                  <a:srgbClr val="FF0000"/>
                </a:solidFill>
              </a:endParaRPr>
            </a:p>
          </p:txBody>
        </p:sp>
        <p:sp>
          <p:nvSpPr>
            <p:cNvPr id="21" name="Freeform 620"/>
            <p:cNvSpPr>
              <a:spLocks/>
            </p:cNvSpPr>
            <p:nvPr/>
          </p:nvSpPr>
          <p:spPr bwMode="auto">
            <a:xfrm>
              <a:off x="9990138" y="228600"/>
              <a:ext cx="7162800" cy="3619500"/>
            </a:xfrm>
            <a:custGeom>
              <a:avLst/>
              <a:gdLst>
                <a:gd name="T0" fmla="*/ 969 w 1908"/>
                <a:gd name="T1" fmla="*/ 0 h 964"/>
                <a:gd name="T2" fmla="*/ 0 w 1908"/>
                <a:gd name="T3" fmla="*/ 854 h 964"/>
                <a:gd name="T4" fmla="*/ 190 w 1908"/>
                <a:gd name="T5" fmla="*/ 854 h 964"/>
                <a:gd name="T6" fmla="*/ 969 w 1908"/>
                <a:gd name="T7" fmla="*/ 194 h 964"/>
                <a:gd name="T8" fmla="*/ 1700 w 1908"/>
                <a:gd name="T9" fmla="*/ 850 h 964"/>
                <a:gd name="T10" fmla="*/ 1908 w 1908"/>
                <a:gd name="T11" fmla="*/ 850 h 964"/>
                <a:gd name="T12" fmla="*/ 969 w 1908"/>
                <a:gd name="T13" fmla="*/ 0 h 964"/>
              </a:gdLst>
              <a:ahLst/>
              <a:cxnLst>
                <a:cxn ang="0">
                  <a:pos x="T0" y="T1"/>
                </a:cxn>
                <a:cxn ang="0">
                  <a:pos x="T2" y="T3"/>
                </a:cxn>
                <a:cxn ang="0">
                  <a:pos x="T4" y="T5"/>
                </a:cxn>
                <a:cxn ang="0">
                  <a:pos x="T6" y="T7"/>
                </a:cxn>
                <a:cxn ang="0">
                  <a:pos x="T8" y="T9"/>
                </a:cxn>
                <a:cxn ang="0">
                  <a:pos x="T10" y="T11"/>
                </a:cxn>
                <a:cxn ang="0">
                  <a:pos x="T12" y="T13"/>
                </a:cxn>
              </a:cxnLst>
              <a:rect l="0" t="0" r="r" b="b"/>
              <a:pathLst>
                <a:path w="1908" h="964">
                  <a:moveTo>
                    <a:pt x="969" y="0"/>
                  </a:moveTo>
                  <a:cubicBezTo>
                    <a:pt x="0" y="854"/>
                    <a:pt x="0" y="854"/>
                    <a:pt x="0" y="854"/>
                  </a:cubicBezTo>
                  <a:cubicBezTo>
                    <a:pt x="0" y="854"/>
                    <a:pt x="59" y="964"/>
                    <a:pt x="190" y="854"/>
                  </a:cubicBezTo>
                  <a:cubicBezTo>
                    <a:pt x="969" y="194"/>
                    <a:pt x="969" y="194"/>
                    <a:pt x="969" y="194"/>
                  </a:cubicBezTo>
                  <a:cubicBezTo>
                    <a:pt x="1700" y="850"/>
                    <a:pt x="1700" y="850"/>
                    <a:pt x="1700" y="850"/>
                  </a:cubicBezTo>
                  <a:cubicBezTo>
                    <a:pt x="1851" y="959"/>
                    <a:pt x="1908" y="850"/>
                    <a:pt x="1908" y="850"/>
                  </a:cubicBezTo>
                  <a:lnTo>
                    <a:pt x="969" y="0"/>
                  </a:lnTo>
                  <a:close/>
                </a:path>
              </a:pathLst>
            </a:custGeom>
            <a:solidFill>
              <a:srgbClr val="29414F"/>
            </a:solidFill>
            <a:ln>
              <a:noFill/>
            </a:ln>
          </p:spPr>
          <p:txBody>
            <a:bodyPr vert="horz" wrap="square" lIns="91440" tIns="45720" rIns="91440" bIns="45720" numCol="1" anchor="t" anchorCtr="0" compatLnSpc="1">
              <a:prstTxWarp prst="textNoShape">
                <a:avLst/>
              </a:prstTxWarp>
              <a:noAutofit/>
            </a:bodyPr>
            <a:lstStyle/>
            <a:p>
              <a:endParaRPr lang="zh-CN" altLang="en-US">
                <a:solidFill>
                  <a:srgbClr val="FF0000"/>
                </a:solidFill>
              </a:endParaRPr>
            </a:p>
          </p:txBody>
        </p:sp>
        <p:sp>
          <p:nvSpPr>
            <p:cNvPr id="22" name="Freeform 621"/>
            <p:cNvSpPr>
              <a:spLocks/>
            </p:cNvSpPr>
            <p:nvPr/>
          </p:nvSpPr>
          <p:spPr bwMode="auto">
            <a:xfrm>
              <a:off x="15598776" y="952500"/>
              <a:ext cx="704850" cy="1454150"/>
            </a:xfrm>
            <a:custGeom>
              <a:avLst/>
              <a:gdLst>
                <a:gd name="T0" fmla="*/ 444 w 444"/>
                <a:gd name="T1" fmla="*/ 916 h 916"/>
                <a:gd name="T2" fmla="*/ 444 w 444"/>
                <a:gd name="T3" fmla="*/ 0 h 916"/>
                <a:gd name="T4" fmla="*/ 0 w 444"/>
                <a:gd name="T5" fmla="*/ 0 h 916"/>
                <a:gd name="T6" fmla="*/ 2 w 444"/>
                <a:gd name="T7" fmla="*/ 540 h 916"/>
                <a:gd name="T8" fmla="*/ 444 w 444"/>
                <a:gd name="T9" fmla="*/ 916 h 916"/>
              </a:gdLst>
              <a:ahLst/>
              <a:cxnLst>
                <a:cxn ang="0">
                  <a:pos x="T0" y="T1"/>
                </a:cxn>
                <a:cxn ang="0">
                  <a:pos x="T2" y="T3"/>
                </a:cxn>
                <a:cxn ang="0">
                  <a:pos x="T4" y="T5"/>
                </a:cxn>
                <a:cxn ang="0">
                  <a:pos x="T6" y="T7"/>
                </a:cxn>
                <a:cxn ang="0">
                  <a:pos x="T8" y="T9"/>
                </a:cxn>
              </a:cxnLst>
              <a:rect l="0" t="0" r="r" b="b"/>
              <a:pathLst>
                <a:path w="444" h="916">
                  <a:moveTo>
                    <a:pt x="444" y="916"/>
                  </a:moveTo>
                  <a:lnTo>
                    <a:pt x="444" y="0"/>
                  </a:lnTo>
                  <a:lnTo>
                    <a:pt x="0" y="0"/>
                  </a:lnTo>
                  <a:lnTo>
                    <a:pt x="2" y="540"/>
                  </a:lnTo>
                  <a:lnTo>
                    <a:pt x="444" y="916"/>
                  </a:lnTo>
                  <a:close/>
                </a:path>
              </a:pathLst>
            </a:custGeom>
            <a:solidFill>
              <a:srgbClr val="29414F"/>
            </a:solidFill>
            <a:ln>
              <a:noFill/>
            </a:ln>
          </p:spPr>
          <p:txBody>
            <a:bodyPr vert="horz" wrap="square" lIns="91440" tIns="45720" rIns="91440" bIns="45720" numCol="1" anchor="t" anchorCtr="0" compatLnSpc="1">
              <a:prstTxWarp prst="textNoShape">
                <a:avLst/>
              </a:prstTxWarp>
              <a:noAutofit/>
            </a:bodyPr>
            <a:lstStyle/>
            <a:p>
              <a:endParaRPr lang="zh-CN" altLang="en-US">
                <a:solidFill>
                  <a:srgbClr val="FF0000"/>
                </a:solidFill>
              </a:endParaRPr>
            </a:p>
          </p:txBody>
        </p:sp>
      </p:grpSp>
      <p:grpSp>
        <p:nvGrpSpPr>
          <p:cNvPr id="4" name="组合 3"/>
          <p:cNvGrpSpPr/>
          <p:nvPr/>
        </p:nvGrpSpPr>
        <p:grpSpPr>
          <a:xfrm>
            <a:off x="5583246" y="1466179"/>
            <a:ext cx="998172" cy="882964"/>
            <a:chOff x="7227888" y="-871538"/>
            <a:chExt cx="1760538" cy="1557338"/>
          </a:xfrm>
        </p:grpSpPr>
        <p:sp>
          <p:nvSpPr>
            <p:cNvPr id="17" name="Freeform 622"/>
            <p:cNvSpPr>
              <a:spLocks/>
            </p:cNvSpPr>
            <p:nvPr/>
          </p:nvSpPr>
          <p:spPr bwMode="auto">
            <a:xfrm>
              <a:off x="7464426" y="-612775"/>
              <a:ext cx="1265238" cy="1298575"/>
            </a:xfrm>
            <a:custGeom>
              <a:avLst/>
              <a:gdLst>
                <a:gd name="T0" fmla="*/ 337 w 337"/>
                <a:gd name="T1" fmla="*/ 145 h 346"/>
                <a:gd name="T2" fmla="*/ 174 w 337"/>
                <a:gd name="T3" fmla="*/ 0 h 346"/>
                <a:gd name="T4" fmla="*/ 1 w 337"/>
                <a:gd name="T5" fmla="*/ 145 h 346"/>
                <a:gd name="T6" fmla="*/ 1 w 337"/>
                <a:gd name="T7" fmla="*/ 335 h 346"/>
                <a:gd name="T8" fmla="*/ 11 w 337"/>
                <a:gd name="T9" fmla="*/ 346 h 346"/>
                <a:gd name="T10" fmla="*/ 129 w 337"/>
                <a:gd name="T11" fmla="*/ 346 h 346"/>
                <a:gd name="T12" fmla="*/ 131 w 337"/>
                <a:gd name="T13" fmla="*/ 346 h 346"/>
                <a:gd name="T14" fmla="*/ 131 w 337"/>
                <a:gd name="T15" fmla="*/ 238 h 346"/>
                <a:gd name="T16" fmla="*/ 209 w 337"/>
                <a:gd name="T17" fmla="*/ 238 h 346"/>
                <a:gd name="T18" fmla="*/ 209 w 337"/>
                <a:gd name="T19" fmla="*/ 345 h 346"/>
                <a:gd name="T20" fmla="*/ 324 w 337"/>
                <a:gd name="T21" fmla="*/ 345 h 346"/>
                <a:gd name="T22" fmla="*/ 337 w 337"/>
                <a:gd name="T23" fmla="*/ 332 h 346"/>
                <a:gd name="T24" fmla="*/ 337 w 337"/>
                <a:gd name="T25" fmla="*/ 145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7" h="346">
                  <a:moveTo>
                    <a:pt x="337" y="145"/>
                  </a:moveTo>
                  <a:cubicBezTo>
                    <a:pt x="174" y="0"/>
                    <a:pt x="174" y="0"/>
                    <a:pt x="174" y="0"/>
                  </a:cubicBezTo>
                  <a:cubicBezTo>
                    <a:pt x="1" y="145"/>
                    <a:pt x="1" y="145"/>
                    <a:pt x="1" y="145"/>
                  </a:cubicBezTo>
                  <a:cubicBezTo>
                    <a:pt x="1" y="335"/>
                    <a:pt x="1" y="335"/>
                    <a:pt x="1" y="335"/>
                  </a:cubicBezTo>
                  <a:cubicBezTo>
                    <a:pt x="1" y="335"/>
                    <a:pt x="0" y="346"/>
                    <a:pt x="11" y="346"/>
                  </a:cubicBezTo>
                  <a:cubicBezTo>
                    <a:pt x="23" y="346"/>
                    <a:pt x="129" y="346"/>
                    <a:pt x="129" y="346"/>
                  </a:cubicBezTo>
                  <a:cubicBezTo>
                    <a:pt x="131" y="346"/>
                    <a:pt x="131" y="346"/>
                    <a:pt x="131" y="346"/>
                  </a:cubicBezTo>
                  <a:cubicBezTo>
                    <a:pt x="131" y="238"/>
                    <a:pt x="131" y="238"/>
                    <a:pt x="131" y="238"/>
                  </a:cubicBezTo>
                  <a:cubicBezTo>
                    <a:pt x="209" y="238"/>
                    <a:pt x="209" y="238"/>
                    <a:pt x="209" y="238"/>
                  </a:cubicBezTo>
                  <a:cubicBezTo>
                    <a:pt x="209" y="345"/>
                    <a:pt x="209" y="345"/>
                    <a:pt x="209" y="345"/>
                  </a:cubicBezTo>
                  <a:cubicBezTo>
                    <a:pt x="324" y="345"/>
                    <a:pt x="324" y="345"/>
                    <a:pt x="324" y="345"/>
                  </a:cubicBezTo>
                  <a:cubicBezTo>
                    <a:pt x="337" y="345"/>
                    <a:pt x="337" y="332"/>
                    <a:pt x="337" y="332"/>
                  </a:cubicBezTo>
                  <a:lnTo>
                    <a:pt x="337" y="145"/>
                  </a:lnTo>
                  <a:close/>
                </a:path>
              </a:pathLst>
            </a:custGeom>
            <a:solidFill>
              <a:srgbClr val="ED4A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623"/>
            <p:cNvSpPr>
              <a:spLocks/>
            </p:cNvSpPr>
            <p:nvPr/>
          </p:nvSpPr>
          <p:spPr bwMode="auto">
            <a:xfrm>
              <a:off x="7227888" y="-871538"/>
              <a:ext cx="1760538" cy="885825"/>
            </a:xfrm>
            <a:custGeom>
              <a:avLst/>
              <a:gdLst>
                <a:gd name="T0" fmla="*/ 238 w 469"/>
                <a:gd name="T1" fmla="*/ 0 h 236"/>
                <a:gd name="T2" fmla="*/ 0 w 469"/>
                <a:gd name="T3" fmla="*/ 209 h 236"/>
                <a:gd name="T4" fmla="*/ 47 w 469"/>
                <a:gd name="T5" fmla="*/ 209 h 236"/>
                <a:gd name="T6" fmla="*/ 238 w 469"/>
                <a:gd name="T7" fmla="*/ 48 h 236"/>
                <a:gd name="T8" fmla="*/ 418 w 469"/>
                <a:gd name="T9" fmla="*/ 208 h 236"/>
                <a:gd name="T10" fmla="*/ 469 w 469"/>
                <a:gd name="T11" fmla="*/ 208 h 236"/>
                <a:gd name="T12" fmla="*/ 238 w 469"/>
                <a:gd name="T13" fmla="*/ 0 h 236"/>
              </a:gdLst>
              <a:ahLst/>
              <a:cxnLst>
                <a:cxn ang="0">
                  <a:pos x="T0" y="T1"/>
                </a:cxn>
                <a:cxn ang="0">
                  <a:pos x="T2" y="T3"/>
                </a:cxn>
                <a:cxn ang="0">
                  <a:pos x="T4" y="T5"/>
                </a:cxn>
                <a:cxn ang="0">
                  <a:pos x="T6" y="T7"/>
                </a:cxn>
                <a:cxn ang="0">
                  <a:pos x="T8" y="T9"/>
                </a:cxn>
                <a:cxn ang="0">
                  <a:pos x="T10" y="T11"/>
                </a:cxn>
                <a:cxn ang="0">
                  <a:pos x="T12" y="T13"/>
                </a:cxn>
              </a:cxnLst>
              <a:rect l="0" t="0" r="r" b="b"/>
              <a:pathLst>
                <a:path w="469" h="236">
                  <a:moveTo>
                    <a:pt x="238" y="0"/>
                  </a:moveTo>
                  <a:cubicBezTo>
                    <a:pt x="0" y="209"/>
                    <a:pt x="0" y="209"/>
                    <a:pt x="0" y="209"/>
                  </a:cubicBezTo>
                  <a:cubicBezTo>
                    <a:pt x="0" y="209"/>
                    <a:pt x="15" y="236"/>
                    <a:pt x="47" y="209"/>
                  </a:cubicBezTo>
                  <a:cubicBezTo>
                    <a:pt x="238" y="48"/>
                    <a:pt x="238" y="48"/>
                    <a:pt x="238" y="48"/>
                  </a:cubicBezTo>
                  <a:cubicBezTo>
                    <a:pt x="418" y="208"/>
                    <a:pt x="418" y="208"/>
                    <a:pt x="418" y="208"/>
                  </a:cubicBezTo>
                  <a:cubicBezTo>
                    <a:pt x="455" y="235"/>
                    <a:pt x="469" y="208"/>
                    <a:pt x="469" y="208"/>
                  </a:cubicBezTo>
                  <a:lnTo>
                    <a:pt x="238" y="0"/>
                  </a:lnTo>
                  <a:close/>
                </a:path>
              </a:pathLst>
            </a:custGeom>
            <a:solidFill>
              <a:srgbClr val="ED4A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624"/>
            <p:cNvSpPr>
              <a:spLocks/>
            </p:cNvSpPr>
            <p:nvPr/>
          </p:nvSpPr>
          <p:spPr bwMode="auto">
            <a:xfrm>
              <a:off x="8605838" y="-695325"/>
              <a:ext cx="171450" cy="357188"/>
            </a:xfrm>
            <a:custGeom>
              <a:avLst/>
              <a:gdLst>
                <a:gd name="T0" fmla="*/ 108 w 108"/>
                <a:gd name="T1" fmla="*/ 225 h 225"/>
                <a:gd name="T2" fmla="*/ 108 w 108"/>
                <a:gd name="T3" fmla="*/ 0 h 225"/>
                <a:gd name="T4" fmla="*/ 0 w 108"/>
                <a:gd name="T5" fmla="*/ 0 h 225"/>
                <a:gd name="T6" fmla="*/ 0 w 108"/>
                <a:gd name="T7" fmla="*/ 133 h 225"/>
                <a:gd name="T8" fmla="*/ 108 w 108"/>
                <a:gd name="T9" fmla="*/ 225 h 225"/>
              </a:gdLst>
              <a:ahLst/>
              <a:cxnLst>
                <a:cxn ang="0">
                  <a:pos x="T0" y="T1"/>
                </a:cxn>
                <a:cxn ang="0">
                  <a:pos x="T2" y="T3"/>
                </a:cxn>
                <a:cxn ang="0">
                  <a:pos x="T4" y="T5"/>
                </a:cxn>
                <a:cxn ang="0">
                  <a:pos x="T6" y="T7"/>
                </a:cxn>
                <a:cxn ang="0">
                  <a:pos x="T8" y="T9"/>
                </a:cxn>
              </a:cxnLst>
              <a:rect l="0" t="0" r="r" b="b"/>
              <a:pathLst>
                <a:path w="108" h="225">
                  <a:moveTo>
                    <a:pt x="108" y="225"/>
                  </a:moveTo>
                  <a:lnTo>
                    <a:pt x="108" y="0"/>
                  </a:lnTo>
                  <a:lnTo>
                    <a:pt x="0" y="0"/>
                  </a:lnTo>
                  <a:lnTo>
                    <a:pt x="0" y="133"/>
                  </a:lnTo>
                  <a:lnTo>
                    <a:pt x="108" y="225"/>
                  </a:lnTo>
                  <a:close/>
                </a:path>
              </a:pathLst>
            </a:custGeom>
            <a:solidFill>
              <a:srgbClr val="ED4A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 name="组合 4"/>
          <p:cNvGrpSpPr/>
          <p:nvPr/>
        </p:nvGrpSpPr>
        <p:grpSpPr>
          <a:xfrm>
            <a:off x="5583246" y="2786274"/>
            <a:ext cx="998172" cy="883864"/>
            <a:chOff x="7227888" y="1466850"/>
            <a:chExt cx="1760538" cy="1558925"/>
          </a:xfrm>
        </p:grpSpPr>
        <p:sp>
          <p:nvSpPr>
            <p:cNvPr id="14" name="Freeform 625"/>
            <p:cNvSpPr>
              <a:spLocks/>
            </p:cNvSpPr>
            <p:nvPr/>
          </p:nvSpPr>
          <p:spPr bwMode="auto">
            <a:xfrm>
              <a:off x="7464426" y="1727200"/>
              <a:ext cx="1265238" cy="1298575"/>
            </a:xfrm>
            <a:custGeom>
              <a:avLst/>
              <a:gdLst>
                <a:gd name="T0" fmla="*/ 337 w 337"/>
                <a:gd name="T1" fmla="*/ 145 h 346"/>
                <a:gd name="T2" fmla="*/ 174 w 337"/>
                <a:gd name="T3" fmla="*/ 0 h 346"/>
                <a:gd name="T4" fmla="*/ 1 w 337"/>
                <a:gd name="T5" fmla="*/ 145 h 346"/>
                <a:gd name="T6" fmla="*/ 1 w 337"/>
                <a:gd name="T7" fmla="*/ 336 h 346"/>
                <a:gd name="T8" fmla="*/ 11 w 337"/>
                <a:gd name="T9" fmla="*/ 346 h 346"/>
                <a:gd name="T10" fmla="*/ 129 w 337"/>
                <a:gd name="T11" fmla="*/ 346 h 346"/>
                <a:gd name="T12" fmla="*/ 131 w 337"/>
                <a:gd name="T13" fmla="*/ 346 h 346"/>
                <a:gd name="T14" fmla="*/ 131 w 337"/>
                <a:gd name="T15" fmla="*/ 238 h 346"/>
                <a:gd name="T16" fmla="*/ 209 w 337"/>
                <a:gd name="T17" fmla="*/ 238 h 346"/>
                <a:gd name="T18" fmla="*/ 209 w 337"/>
                <a:gd name="T19" fmla="*/ 346 h 346"/>
                <a:gd name="T20" fmla="*/ 324 w 337"/>
                <a:gd name="T21" fmla="*/ 346 h 346"/>
                <a:gd name="T22" fmla="*/ 337 w 337"/>
                <a:gd name="T23" fmla="*/ 333 h 346"/>
                <a:gd name="T24" fmla="*/ 337 w 337"/>
                <a:gd name="T25" fmla="*/ 145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7" h="346">
                  <a:moveTo>
                    <a:pt x="337" y="145"/>
                  </a:moveTo>
                  <a:cubicBezTo>
                    <a:pt x="174" y="0"/>
                    <a:pt x="174" y="0"/>
                    <a:pt x="174" y="0"/>
                  </a:cubicBezTo>
                  <a:cubicBezTo>
                    <a:pt x="1" y="145"/>
                    <a:pt x="1" y="145"/>
                    <a:pt x="1" y="145"/>
                  </a:cubicBezTo>
                  <a:cubicBezTo>
                    <a:pt x="1" y="336"/>
                    <a:pt x="1" y="336"/>
                    <a:pt x="1" y="336"/>
                  </a:cubicBezTo>
                  <a:cubicBezTo>
                    <a:pt x="1" y="336"/>
                    <a:pt x="0" y="346"/>
                    <a:pt x="11" y="346"/>
                  </a:cubicBezTo>
                  <a:cubicBezTo>
                    <a:pt x="23" y="346"/>
                    <a:pt x="129" y="346"/>
                    <a:pt x="129" y="346"/>
                  </a:cubicBezTo>
                  <a:cubicBezTo>
                    <a:pt x="131" y="346"/>
                    <a:pt x="131" y="346"/>
                    <a:pt x="131" y="346"/>
                  </a:cubicBezTo>
                  <a:cubicBezTo>
                    <a:pt x="131" y="238"/>
                    <a:pt x="131" y="238"/>
                    <a:pt x="131" y="238"/>
                  </a:cubicBezTo>
                  <a:cubicBezTo>
                    <a:pt x="209" y="238"/>
                    <a:pt x="209" y="238"/>
                    <a:pt x="209" y="238"/>
                  </a:cubicBezTo>
                  <a:cubicBezTo>
                    <a:pt x="209" y="346"/>
                    <a:pt x="209" y="346"/>
                    <a:pt x="209" y="346"/>
                  </a:cubicBezTo>
                  <a:cubicBezTo>
                    <a:pt x="324" y="346"/>
                    <a:pt x="324" y="346"/>
                    <a:pt x="324" y="346"/>
                  </a:cubicBezTo>
                  <a:cubicBezTo>
                    <a:pt x="337" y="346"/>
                    <a:pt x="337" y="333"/>
                    <a:pt x="337" y="333"/>
                  </a:cubicBezTo>
                  <a:lnTo>
                    <a:pt x="337" y="145"/>
                  </a:lnTo>
                  <a:close/>
                </a:path>
              </a:pathLst>
            </a:custGeom>
            <a:solidFill>
              <a:srgbClr val="EA981E"/>
            </a:solidFill>
            <a:ln>
              <a:noFill/>
            </a:ln>
          </p:spPr>
          <p:txBody>
            <a:bodyPr vert="horz" wrap="square" lIns="91440" tIns="45720" rIns="91440" bIns="45720" numCol="1" anchor="t" anchorCtr="0" compatLnSpc="1">
              <a:prstTxWarp prst="textNoShape">
                <a:avLst/>
              </a:prstTxWarp>
              <a:noAutofit/>
            </a:bodyPr>
            <a:lstStyle/>
            <a:p>
              <a:endParaRPr lang="zh-CN" altLang="en-US">
                <a:solidFill>
                  <a:srgbClr val="FF0000"/>
                </a:solidFill>
              </a:endParaRPr>
            </a:p>
          </p:txBody>
        </p:sp>
        <p:sp>
          <p:nvSpPr>
            <p:cNvPr id="15" name="Freeform 626"/>
            <p:cNvSpPr>
              <a:spLocks/>
            </p:cNvSpPr>
            <p:nvPr/>
          </p:nvSpPr>
          <p:spPr bwMode="auto">
            <a:xfrm>
              <a:off x="7227888" y="1466850"/>
              <a:ext cx="1760538" cy="890588"/>
            </a:xfrm>
            <a:custGeom>
              <a:avLst/>
              <a:gdLst>
                <a:gd name="T0" fmla="*/ 238 w 469"/>
                <a:gd name="T1" fmla="*/ 0 h 237"/>
                <a:gd name="T2" fmla="*/ 0 w 469"/>
                <a:gd name="T3" fmla="*/ 210 h 237"/>
                <a:gd name="T4" fmla="*/ 47 w 469"/>
                <a:gd name="T5" fmla="*/ 210 h 237"/>
                <a:gd name="T6" fmla="*/ 238 w 469"/>
                <a:gd name="T7" fmla="*/ 48 h 237"/>
                <a:gd name="T8" fmla="*/ 418 w 469"/>
                <a:gd name="T9" fmla="*/ 209 h 237"/>
                <a:gd name="T10" fmla="*/ 469 w 469"/>
                <a:gd name="T11" fmla="*/ 209 h 237"/>
                <a:gd name="T12" fmla="*/ 238 w 469"/>
                <a:gd name="T13" fmla="*/ 0 h 237"/>
              </a:gdLst>
              <a:ahLst/>
              <a:cxnLst>
                <a:cxn ang="0">
                  <a:pos x="T0" y="T1"/>
                </a:cxn>
                <a:cxn ang="0">
                  <a:pos x="T2" y="T3"/>
                </a:cxn>
                <a:cxn ang="0">
                  <a:pos x="T4" y="T5"/>
                </a:cxn>
                <a:cxn ang="0">
                  <a:pos x="T6" y="T7"/>
                </a:cxn>
                <a:cxn ang="0">
                  <a:pos x="T8" y="T9"/>
                </a:cxn>
                <a:cxn ang="0">
                  <a:pos x="T10" y="T11"/>
                </a:cxn>
                <a:cxn ang="0">
                  <a:pos x="T12" y="T13"/>
                </a:cxn>
              </a:cxnLst>
              <a:rect l="0" t="0" r="r" b="b"/>
              <a:pathLst>
                <a:path w="469" h="237">
                  <a:moveTo>
                    <a:pt x="238" y="0"/>
                  </a:moveTo>
                  <a:cubicBezTo>
                    <a:pt x="0" y="210"/>
                    <a:pt x="0" y="210"/>
                    <a:pt x="0" y="210"/>
                  </a:cubicBezTo>
                  <a:cubicBezTo>
                    <a:pt x="0" y="210"/>
                    <a:pt x="15" y="237"/>
                    <a:pt x="47" y="210"/>
                  </a:cubicBezTo>
                  <a:cubicBezTo>
                    <a:pt x="238" y="48"/>
                    <a:pt x="238" y="48"/>
                    <a:pt x="238" y="48"/>
                  </a:cubicBezTo>
                  <a:cubicBezTo>
                    <a:pt x="418" y="209"/>
                    <a:pt x="418" y="209"/>
                    <a:pt x="418" y="209"/>
                  </a:cubicBezTo>
                  <a:cubicBezTo>
                    <a:pt x="455" y="236"/>
                    <a:pt x="469" y="209"/>
                    <a:pt x="469" y="209"/>
                  </a:cubicBezTo>
                  <a:lnTo>
                    <a:pt x="238" y="0"/>
                  </a:lnTo>
                  <a:close/>
                </a:path>
              </a:pathLst>
            </a:custGeom>
            <a:solidFill>
              <a:srgbClr val="EA981E"/>
            </a:solidFill>
            <a:ln>
              <a:noFill/>
            </a:ln>
          </p:spPr>
          <p:txBody>
            <a:bodyPr vert="horz" wrap="square" lIns="91440" tIns="45720" rIns="91440" bIns="45720" numCol="1" anchor="t" anchorCtr="0" compatLnSpc="1">
              <a:prstTxWarp prst="textNoShape">
                <a:avLst/>
              </a:prstTxWarp>
              <a:noAutofit/>
            </a:bodyPr>
            <a:lstStyle/>
            <a:p>
              <a:endParaRPr lang="zh-CN" altLang="en-US">
                <a:solidFill>
                  <a:srgbClr val="FF0000"/>
                </a:solidFill>
              </a:endParaRPr>
            </a:p>
          </p:txBody>
        </p:sp>
        <p:sp>
          <p:nvSpPr>
            <p:cNvPr id="16" name="Freeform 627"/>
            <p:cNvSpPr>
              <a:spLocks/>
            </p:cNvSpPr>
            <p:nvPr/>
          </p:nvSpPr>
          <p:spPr bwMode="auto">
            <a:xfrm>
              <a:off x="8605838" y="1647825"/>
              <a:ext cx="171450" cy="357188"/>
            </a:xfrm>
            <a:custGeom>
              <a:avLst/>
              <a:gdLst>
                <a:gd name="T0" fmla="*/ 108 w 108"/>
                <a:gd name="T1" fmla="*/ 225 h 225"/>
                <a:gd name="T2" fmla="*/ 108 w 108"/>
                <a:gd name="T3" fmla="*/ 0 h 225"/>
                <a:gd name="T4" fmla="*/ 0 w 108"/>
                <a:gd name="T5" fmla="*/ 0 h 225"/>
                <a:gd name="T6" fmla="*/ 0 w 108"/>
                <a:gd name="T7" fmla="*/ 132 h 225"/>
                <a:gd name="T8" fmla="*/ 108 w 108"/>
                <a:gd name="T9" fmla="*/ 225 h 225"/>
              </a:gdLst>
              <a:ahLst/>
              <a:cxnLst>
                <a:cxn ang="0">
                  <a:pos x="T0" y="T1"/>
                </a:cxn>
                <a:cxn ang="0">
                  <a:pos x="T2" y="T3"/>
                </a:cxn>
                <a:cxn ang="0">
                  <a:pos x="T4" y="T5"/>
                </a:cxn>
                <a:cxn ang="0">
                  <a:pos x="T6" y="T7"/>
                </a:cxn>
                <a:cxn ang="0">
                  <a:pos x="T8" y="T9"/>
                </a:cxn>
              </a:cxnLst>
              <a:rect l="0" t="0" r="r" b="b"/>
              <a:pathLst>
                <a:path w="108" h="225">
                  <a:moveTo>
                    <a:pt x="108" y="225"/>
                  </a:moveTo>
                  <a:lnTo>
                    <a:pt x="108" y="0"/>
                  </a:lnTo>
                  <a:lnTo>
                    <a:pt x="0" y="0"/>
                  </a:lnTo>
                  <a:lnTo>
                    <a:pt x="0" y="132"/>
                  </a:lnTo>
                  <a:lnTo>
                    <a:pt x="108" y="225"/>
                  </a:lnTo>
                  <a:close/>
                </a:path>
              </a:pathLst>
            </a:custGeom>
            <a:solidFill>
              <a:srgbClr val="EA981E"/>
            </a:solidFill>
            <a:ln>
              <a:noFill/>
            </a:ln>
          </p:spPr>
          <p:txBody>
            <a:bodyPr vert="horz" wrap="square" lIns="91440" tIns="45720" rIns="91440" bIns="45720" numCol="1" anchor="t" anchorCtr="0" compatLnSpc="1">
              <a:prstTxWarp prst="textNoShape">
                <a:avLst/>
              </a:prstTxWarp>
              <a:noAutofit/>
            </a:bodyPr>
            <a:lstStyle/>
            <a:p>
              <a:endParaRPr lang="zh-CN" altLang="en-US">
                <a:solidFill>
                  <a:srgbClr val="FF0000"/>
                </a:solidFill>
              </a:endParaRPr>
            </a:p>
          </p:txBody>
        </p:sp>
      </p:grpSp>
      <p:grpSp>
        <p:nvGrpSpPr>
          <p:cNvPr id="6" name="组合 5"/>
          <p:cNvGrpSpPr/>
          <p:nvPr/>
        </p:nvGrpSpPr>
        <p:grpSpPr>
          <a:xfrm>
            <a:off x="5583246" y="4107269"/>
            <a:ext cx="998172" cy="883864"/>
            <a:chOff x="7227888" y="3787775"/>
            <a:chExt cx="1760538" cy="1558925"/>
          </a:xfrm>
        </p:grpSpPr>
        <p:sp>
          <p:nvSpPr>
            <p:cNvPr id="11" name="Freeform 628"/>
            <p:cNvSpPr>
              <a:spLocks/>
            </p:cNvSpPr>
            <p:nvPr/>
          </p:nvSpPr>
          <p:spPr bwMode="auto">
            <a:xfrm>
              <a:off x="7464426" y="4046537"/>
              <a:ext cx="1265238" cy="1300163"/>
            </a:xfrm>
            <a:custGeom>
              <a:avLst/>
              <a:gdLst>
                <a:gd name="T0" fmla="*/ 337 w 337"/>
                <a:gd name="T1" fmla="*/ 145 h 346"/>
                <a:gd name="T2" fmla="*/ 174 w 337"/>
                <a:gd name="T3" fmla="*/ 0 h 346"/>
                <a:gd name="T4" fmla="*/ 1 w 337"/>
                <a:gd name="T5" fmla="*/ 145 h 346"/>
                <a:gd name="T6" fmla="*/ 1 w 337"/>
                <a:gd name="T7" fmla="*/ 335 h 346"/>
                <a:gd name="T8" fmla="*/ 11 w 337"/>
                <a:gd name="T9" fmla="*/ 346 h 346"/>
                <a:gd name="T10" fmla="*/ 129 w 337"/>
                <a:gd name="T11" fmla="*/ 346 h 346"/>
                <a:gd name="T12" fmla="*/ 131 w 337"/>
                <a:gd name="T13" fmla="*/ 346 h 346"/>
                <a:gd name="T14" fmla="*/ 131 w 337"/>
                <a:gd name="T15" fmla="*/ 238 h 346"/>
                <a:gd name="T16" fmla="*/ 209 w 337"/>
                <a:gd name="T17" fmla="*/ 238 h 346"/>
                <a:gd name="T18" fmla="*/ 209 w 337"/>
                <a:gd name="T19" fmla="*/ 346 h 346"/>
                <a:gd name="T20" fmla="*/ 324 w 337"/>
                <a:gd name="T21" fmla="*/ 346 h 346"/>
                <a:gd name="T22" fmla="*/ 337 w 337"/>
                <a:gd name="T23" fmla="*/ 332 h 346"/>
                <a:gd name="T24" fmla="*/ 337 w 337"/>
                <a:gd name="T25" fmla="*/ 145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7" h="346">
                  <a:moveTo>
                    <a:pt x="337" y="145"/>
                  </a:moveTo>
                  <a:cubicBezTo>
                    <a:pt x="174" y="0"/>
                    <a:pt x="174" y="0"/>
                    <a:pt x="174" y="0"/>
                  </a:cubicBezTo>
                  <a:cubicBezTo>
                    <a:pt x="1" y="145"/>
                    <a:pt x="1" y="145"/>
                    <a:pt x="1" y="145"/>
                  </a:cubicBezTo>
                  <a:cubicBezTo>
                    <a:pt x="1" y="335"/>
                    <a:pt x="1" y="335"/>
                    <a:pt x="1" y="335"/>
                  </a:cubicBezTo>
                  <a:cubicBezTo>
                    <a:pt x="1" y="335"/>
                    <a:pt x="0" y="346"/>
                    <a:pt x="11" y="346"/>
                  </a:cubicBezTo>
                  <a:cubicBezTo>
                    <a:pt x="23" y="346"/>
                    <a:pt x="129" y="346"/>
                    <a:pt x="129" y="346"/>
                  </a:cubicBezTo>
                  <a:cubicBezTo>
                    <a:pt x="131" y="346"/>
                    <a:pt x="131" y="346"/>
                    <a:pt x="131" y="346"/>
                  </a:cubicBezTo>
                  <a:cubicBezTo>
                    <a:pt x="131" y="238"/>
                    <a:pt x="131" y="238"/>
                    <a:pt x="131" y="238"/>
                  </a:cubicBezTo>
                  <a:cubicBezTo>
                    <a:pt x="209" y="238"/>
                    <a:pt x="209" y="238"/>
                    <a:pt x="209" y="238"/>
                  </a:cubicBezTo>
                  <a:cubicBezTo>
                    <a:pt x="209" y="346"/>
                    <a:pt x="209" y="346"/>
                    <a:pt x="209" y="346"/>
                  </a:cubicBezTo>
                  <a:cubicBezTo>
                    <a:pt x="324" y="346"/>
                    <a:pt x="324" y="346"/>
                    <a:pt x="324" y="346"/>
                  </a:cubicBezTo>
                  <a:cubicBezTo>
                    <a:pt x="337" y="346"/>
                    <a:pt x="337" y="332"/>
                    <a:pt x="337" y="332"/>
                  </a:cubicBezTo>
                  <a:lnTo>
                    <a:pt x="337" y="145"/>
                  </a:lnTo>
                  <a:close/>
                </a:path>
              </a:pathLst>
            </a:custGeom>
            <a:solidFill>
              <a:srgbClr val="219980"/>
            </a:solidFill>
            <a:ln>
              <a:noFill/>
            </a:ln>
          </p:spPr>
          <p:txBody>
            <a:bodyPr vert="horz" wrap="square" lIns="91440" tIns="45720" rIns="91440" bIns="45720" numCol="1" anchor="t" anchorCtr="0" compatLnSpc="1">
              <a:prstTxWarp prst="textNoShape">
                <a:avLst/>
              </a:prstTxWarp>
              <a:noAutofit/>
            </a:bodyPr>
            <a:lstStyle/>
            <a:p>
              <a:endParaRPr lang="zh-CN" altLang="en-US">
                <a:solidFill>
                  <a:srgbClr val="FF0000"/>
                </a:solidFill>
              </a:endParaRPr>
            </a:p>
          </p:txBody>
        </p:sp>
        <p:sp>
          <p:nvSpPr>
            <p:cNvPr id="12" name="Freeform 629"/>
            <p:cNvSpPr>
              <a:spLocks/>
            </p:cNvSpPr>
            <p:nvPr/>
          </p:nvSpPr>
          <p:spPr bwMode="auto">
            <a:xfrm>
              <a:off x="7227888" y="3787775"/>
              <a:ext cx="1760538" cy="890588"/>
            </a:xfrm>
            <a:custGeom>
              <a:avLst/>
              <a:gdLst>
                <a:gd name="T0" fmla="*/ 238 w 469"/>
                <a:gd name="T1" fmla="*/ 0 h 237"/>
                <a:gd name="T2" fmla="*/ 0 w 469"/>
                <a:gd name="T3" fmla="*/ 210 h 237"/>
                <a:gd name="T4" fmla="*/ 47 w 469"/>
                <a:gd name="T5" fmla="*/ 210 h 237"/>
                <a:gd name="T6" fmla="*/ 238 w 469"/>
                <a:gd name="T7" fmla="*/ 48 h 237"/>
                <a:gd name="T8" fmla="*/ 418 w 469"/>
                <a:gd name="T9" fmla="*/ 209 h 237"/>
                <a:gd name="T10" fmla="*/ 469 w 469"/>
                <a:gd name="T11" fmla="*/ 209 h 237"/>
                <a:gd name="T12" fmla="*/ 238 w 469"/>
                <a:gd name="T13" fmla="*/ 0 h 237"/>
              </a:gdLst>
              <a:ahLst/>
              <a:cxnLst>
                <a:cxn ang="0">
                  <a:pos x="T0" y="T1"/>
                </a:cxn>
                <a:cxn ang="0">
                  <a:pos x="T2" y="T3"/>
                </a:cxn>
                <a:cxn ang="0">
                  <a:pos x="T4" y="T5"/>
                </a:cxn>
                <a:cxn ang="0">
                  <a:pos x="T6" y="T7"/>
                </a:cxn>
                <a:cxn ang="0">
                  <a:pos x="T8" y="T9"/>
                </a:cxn>
                <a:cxn ang="0">
                  <a:pos x="T10" y="T11"/>
                </a:cxn>
                <a:cxn ang="0">
                  <a:pos x="T12" y="T13"/>
                </a:cxn>
              </a:cxnLst>
              <a:rect l="0" t="0" r="r" b="b"/>
              <a:pathLst>
                <a:path w="469" h="237">
                  <a:moveTo>
                    <a:pt x="238" y="0"/>
                  </a:moveTo>
                  <a:cubicBezTo>
                    <a:pt x="0" y="210"/>
                    <a:pt x="0" y="210"/>
                    <a:pt x="0" y="210"/>
                  </a:cubicBezTo>
                  <a:cubicBezTo>
                    <a:pt x="0" y="210"/>
                    <a:pt x="15" y="237"/>
                    <a:pt x="47" y="210"/>
                  </a:cubicBezTo>
                  <a:cubicBezTo>
                    <a:pt x="238" y="48"/>
                    <a:pt x="238" y="48"/>
                    <a:pt x="238" y="48"/>
                  </a:cubicBezTo>
                  <a:cubicBezTo>
                    <a:pt x="418" y="209"/>
                    <a:pt x="418" y="209"/>
                    <a:pt x="418" y="209"/>
                  </a:cubicBezTo>
                  <a:cubicBezTo>
                    <a:pt x="455" y="235"/>
                    <a:pt x="469" y="209"/>
                    <a:pt x="469" y="209"/>
                  </a:cubicBezTo>
                  <a:lnTo>
                    <a:pt x="238" y="0"/>
                  </a:lnTo>
                  <a:close/>
                </a:path>
              </a:pathLst>
            </a:custGeom>
            <a:solidFill>
              <a:srgbClr val="219980"/>
            </a:solidFill>
            <a:ln>
              <a:noFill/>
            </a:ln>
          </p:spPr>
          <p:txBody>
            <a:bodyPr vert="horz" wrap="square" lIns="91440" tIns="45720" rIns="91440" bIns="45720" numCol="1" anchor="t" anchorCtr="0" compatLnSpc="1">
              <a:prstTxWarp prst="textNoShape">
                <a:avLst/>
              </a:prstTxWarp>
              <a:noAutofit/>
            </a:bodyPr>
            <a:lstStyle/>
            <a:p>
              <a:endParaRPr lang="zh-CN" altLang="en-US">
                <a:solidFill>
                  <a:srgbClr val="FF0000"/>
                </a:solidFill>
              </a:endParaRPr>
            </a:p>
          </p:txBody>
        </p:sp>
        <p:sp>
          <p:nvSpPr>
            <p:cNvPr id="13" name="Freeform 630"/>
            <p:cNvSpPr>
              <a:spLocks/>
            </p:cNvSpPr>
            <p:nvPr/>
          </p:nvSpPr>
          <p:spPr bwMode="auto">
            <a:xfrm>
              <a:off x="8605838" y="3963987"/>
              <a:ext cx="171450" cy="357188"/>
            </a:xfrm>
            <a:custGeom>
              <a:avLst/>
              <a:gdLst>
                <a:gd name="T0" fmla="*/ 108 w 108"/>
                <a:gd name="T1" fmla="*/ 225 h 225"/>
                <a:gd name="T2" fmla="*/ 108 w 108"/>
                <a:gd name="T3" fmla="*/ 0 h 225"/>
                <a:gd name="T4" fmla="*/ 0 w 108"/>
                <a:gd name="T5" fmla="*/ 0 h 225"/>
                <a:gd name="T6" fmla="*/ 0 w 108"/>
                <a:gd name="T7" fmla="*/ 133 h 225"/>
                <a:gd name="T8" fmla="*/ 108 w 108"/>
                <a:gd name="T9" fmla="*/ 225 h 225"/>
              </a:gdLst>
              <a:ahLst/>
              <a:cxnLst>
                <a:cxn ang="0">
                  <a:pos x="T0" y="T1"/>
                </a:cxn>
                <a:cxn ang="0">
                  <a:pos x="T2" y="T3"/>
                </a:cxn>
                <a:cxn ang="0">
                  <a:pos x="T4" y="T5"/>
                </a:cxn>
                <a:cxn ang="0">
                  <a:pos x="T6" y="T7"/>
                </a:cxn>
                <a:cxn ang="0">
                  <a:pos x="T8" y="T9"/>
                </a:cxn>
              </a:cxnLst>
              <a:rect l="0" t="0" r="r" b="b"/>
              <a:pathLst>
                <a:path w="108" h="225">
                  <a:moveTo>
                    <a:pt x="108" y="225"/>
                  </a:moveTo>
                  <a:lnTo>
                    <a:pt x="108" y="0"/>
                  </a:lnTo>
                  <a:lnTo>
                    <a:pt x="0" y="0"/>
                  </a:lnTo>
                  <a:lnTo>
                    <a:pt x="0" y="133"/>
                  </a:lnTo>
                  <a:lnTo>
                    <a:pt x="108" y="225"/>
                  </a:lnTo>
                  <a:close/>
                </a:path>
              </a:pathLst>
            </a:custGeom>
            <a:solidFill>
              <a:srgbClr val="219980"/>
            </a:solidFill>
            <a:ln>
              <a:noFill/>
            </a:ln>
          </p:spPr>
          <p:txBody>
            <a:bodyPr vert="horz" wrap="square" lIns="91440" tIns="45720" rIns="91440" bIns="45720" numCol="1" anchor="t" anchorCtr="0" compatLnSpc="1">
              <a:prstTxWarp prst="textNoShape">
                <a:avLst/>
              </a:prstTxWarp>
              <a:noAutofit/>
            </a:bodyPr>
            <a:lstStyle/>
            <a:p>
              <a:endParaRPr lang="zh-CN" altLang="en-US">
                <a:solidFill>
                  <a:srgbClr val="FF0000"/>
                </a:solidFill>
              </a:endParaRPr>
            </a:p>
          </p:txBody>
        </p:sp>
      </p:grpSp>
      <p:grpSp>
        <p:nvGrpSpPr>
          <p:cNvPr id="7" name="组合 6"/>
          <p:cNvGrpSpPr/>
          <p:nvPr/>
        </p:nvGrpSpPr>
        <p:grpSpPr>
          <a:xfrm>
            <a:off x="5583246" y="5428265"/>
            <a:ext cx="998172" cy="882964"/>
            <a:chOff x="7227888" y="6116637"/>
            <a:chExt cx="1760538" cy="1557338"/>
          </a:xfrm>
        </p:grpSpPr>
        <p:sp>
          <p:nvSpPr>
            <p:cNvPr id="8" name="Freeform 631"/>
            <p:cNvSpPr>
              <a:spLocks/>
            </p:cNvSpPr>
            <p:nvPr/>
          </p:nvSpPr>
          <p:spPr bwMode="auto">
            <a:xfrm>
              <a:off x="7464426" y="6375400"/>
              <a:ext cx="1265238" cy="1298575"/>
            </a:xfrm>
            <a:custGeom>
              <a:avLst/>
              <a:gdLst>
                <a:gd name="T0" fmla="*/ 337 w 337"/>
                <a:gd name="T1" fmla="*/ 145 h 346"/>
                <a:gd name="T2" fmla="*/ 174 w 337"/>
                <a:gd name="T3" fmla="*/ 0 h 346"/>
                <a:gd name="T4" fmla="*/ 1 w 337"/>
                <a:gd name="T5" fmla="*/ 145 h 346"/>
                <a:gd name="T6" fmla="*/ 1 w 337"/>
                <a:gd name="T7" fmla="*/ 336 h 346"/>
                <a:gd name="T8" fmla="*/ 11 w 337"/>
                <a:gd name="T9" fmla="*/ 346 h 346"/>
                <a:gd name="T10" fmla="*/ 129 w 337"/>
                <a:gd name="T11" fmla="*/ 346 h 346"/>
                <a:gd name="T12" fmla="*/ 131 w 337"/>
                <a:gd name="T13" fmla="*/ 346 h 346"/>
                <a:gd name="T14" fmla="*/ 131 w 337"/>
                <a:gd name="T15" fmla="*/ 238 h 346"/>
                <a:gd name="T16" fmla="*/ 209 w 337"/>
                <a:gd name="T17" fmla="*/ 238 h 346"/>
                <a:gd name="T18" fmla="*/ 209 w 337"/>
                <a:gd name="T19" fmla="*/ 346 h 346"/>
                <a:gd name="T20" fmla="*/ 324 w 337"/>
                <a:gd name="T21" fmla="*/ 346 h 346"/>
                <a:gd name="T22" fmla="*/ 337 w 337"/>
                <a:gd name="T23" fmla="*/ 333 h 346"/>
                <a:gd name="T24" fmla="*/ 337 w 337"/>
                <a:gd name="T25" fmla="*/ 145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7" h="346">
                  <a:moveTo>
                    <a:pt x="337" y="145"/>
                  </a:moveTo>
                  <a:cubicBezTo>
                    <a:pt x="174" y="0"/>
                    <a:pt x="174" y="0"/>
                    <a:pt x="174" y="0"/>
                  </a:cubicBezTo>
                  <a:cubicBezTo>
                    <a:pt x="1" y="145"/>
                    <a:pt x="1" y="145"/>
                    <a:pt x="1" y="145"/>
                  </a:cubicBezTo>
                  <a:cubicBezTo>
                    <a:pt x="1" y="336"/>
                    <a:pt x="1" y="336"/>
                    <a:pt x="1" y="336"/>
                  </a:cubicBezTo>
                  <a:cubicBezTo>
                    <a:pt x="1" y="336"/>
                    <a:pt x="0" y="346"/>
                    <a:pt x="11" y="346"/>
                  </a:cubicBezTo>
                  <a:cubicBezTo>
                    <a:pt x="23" y="346"/>
                    <a:pt x="129" y="346"/>
                    <a:pt x="129" y="346"/>
                  </a:cubicBezTo>
                  <a:cubicBezTo>
                    <a:pt x="131" y="346"/>
                    <a:pt x="131" y="346"/>
                    <a:pt x="131" y="346"/>
                  </a:cubicBezTo>
                  <a:cubicBezTo>
                    <a:pt x="131" y="238"/>
                    <a:pt x="131" y="238"/>
                    <a:pt x="131" y="238"/>
                  </a:cubicBezTo>
                  <a:cubicBezTo>
                    <a:pt x="209" y="238"/>
                    <a:pt x="209" y="238"/>
                    <a:pt x="209" y="238"/>
                  </a:cubicBezTo>
                  <a:cubicBezTo>
                    <a:pt x="209" y="346"/>
                    <a:pt x="209" y="346"/>
                    <a:pt x="209" y="346"/>
                  </a:cubicBezTo>
                  <a:cubicBezTo>
                    <a:pt x="324" y="346"/>
                    <a:pt x="324" y="346"/>
                    <a:pt x="324" y="346"/>
                  </a:cubicBezTo>
                  <a:cubicBezTo>
                    <a:pt x="337" y="346"/>
                    <a:pt x="337" y="333"/>
                    <a:pt x="337" y="333"/>
                  </a:cubicBezTo>
                  <a:lnTo>
                    <a:pt x="337" y="145"/>
                  </a:lnTo>
                  <a:close/>
                </a:path>
              </a:pathLst>
            </a:custGeom>
            <a:solidFill>
              <a:srgbClr val="3A8FCB"/>
            </a:solidFill>
            <a:ln>
              <a:noFill/>
            </a:ln>
          </p:spPr>
          <p:txBody>
            <a:bodyPr vert="horz" wrap="square" lIns="91440" tIns="45720" rIns="91440" bIns="45720" numCol="1" anchor="t" anchorCtr="0" compatLnSpc="1">
              <a:prstTxWarp prst="textNoShape">
                <a:avLst/>
              </a:prstTxWarp>
              <a:noAutofit/>
            </a:bodyPr>
            <a:lstStyle/>
            <a:p>
              <a:endParaRPr lang="zh-CN" altLang="en-US">
                <a:solidFill>
                  <a:srgbClr val="FF0000"/>
                </a:solidFill>
              </a:endParaRPr>
            </a:p>
          </p:txBody>
        </p:sp>
        <p:sp>
          <p:nvSpPr>
            <p:cNvPr id="9" name="Freeform 632"/>
            <p:cNvSpPr>
              <a:spLocks/>
            </p:cNvSpPr>
            <p:nvPr/>
          </p:nvSpPr>
          <p:spPr bwMode="auto">
            <a:xfrm>
              <a:off x="7227888" y="6116637"/>
              <a:ext cx="1760538" cy="889000"/>
            </a:xfrm>
            <a:custGeom>
              <a:avLst/>
              <a:gdLst>
                <a:gd name="T0" fmla="*/ 238 w 469"/>
                <a:gd name="T1" fmla="*/ 0 h 237"/>
                <a:gd name="T2" fmla="*/ 0 w 469"/>
                <a:gd name="T3" fmla="*/ 210 h 237"/>
                <a:gd name="T4" fmla="*/ 47 w 469"/>
                <a:gd name="T5" fmla="*/ 210 h 237"/>
                <a:gd name="T6" fmla="*/ 238 w 469"/>
                <a:gd name="T7" fmla="*/ 48 h 237"/>
                <a:gd name="T8" fmla="*/ 418 w 469"/>
                <a:gd name="T9" fmla="*/ 209 h 237"/>
                <a:gd name="T10" fmla="*/ 469 w 469"/>
                <a:gd name="T11" fmla="*/ 209 h 237"/>
                <a:gd name="T12" fmla="*/ 238 w 469"/>
                <a:gd name="T13" fmla="*/ 0 h 237"/>
              </a:gdLst>
              <a:ahLst/>
              <a:cxnLst>
                <a:cxn ang="0">
                  <a:pos x="T0" y="T1"/>
                </a:cxn>
                <a:cxn ang="0">
                  <a:pos x="T2" y="T3"/>
                </a:cxn>
                <a:cxn ang="0">
                  <a:pos x="T4" y="T5"/>
                </a:cxn>
                <a:cxn ang="0">
                  <a:pos x="T6" y="T7"/>
                </a:cxn>
                <a:cxn ang="0">
                  <a:pos x="T8" y="T9"/>
                </a:cxn>
                <a:cxn ang="0">
                  <a:pos x="T10" y="T11"/>
                </a:cxn>
                <a:cxn ang="0">
                  <a:pos x="T12" y="T13"/>
                </a:cxn>
              </a:cxnLst>
              <a:rect l="0" t="0" r="r" b="b"/>
              <a:pathLst>
                <a:path w="469" h="237">
                  <a:moveTo>
                    <a:pt x="238" y="0"/>
                  </a:moveTo>
                  <a:cubicBezTo>
                    <a:pt x="0" y="210"/>
                    <a:pt x="0" y="210"/>
                    <a:pt x="0" y="210"/>
                  </a:cubicBezTo>
                  <a:cubicBezTo>
                    <a:pt x="0" y="210"/>
                    <a:pt x="15" y="237"/>
                    <a:pt x="47" y="210"/>
                  </a:cubicBezTo>
                  <a:cubicBezTo>
                    <a:pt x="238" y="48"/>
                    <a:pt x="238" y="48"/>
                    <a:pt x="238" y="48"/>
                  </a:cubicBezTo>
                  <a:cubicBezTo>
                    <a:pt x="418" y="209"/>
                    <a:pt x="418" y="209"/>
                    <a:pt x="418" y="209"/>
                  </a:cubicBezTo>
                  <a:cubicBezTo>
                    <a:pt x="455" y="236"/>
                    <a:pt x="469" y="209"/>
                    <a:pt x="469" y="209"/>
                  </a:cubicBezTo>
                  <a:lnTo>
                    <a:pt x="238" y="0"/>
                  </a:lnTo>
                  <a:close/>
                </a:path>
              </a:pathLst>
            </a:custGeom>
            <a:solidFill>
              <a:srgbClr val="3A8FCB"/>
            </a:solidFill>
            <a:ln>
              <a:noFill/>
            </a:ln>
          </p:spPr>
          <p:txBody>
            <a:bodyPr vert="horz" wrap="square" lIns="91440" tIns="45720" rIns="91440" bIns="45720" numCol="1" anchor="t" anchorCtr="0" compatLnSpc="1">
              <a:prstTxWarp prst="textNoShape">
                <a:avLst/>
              </a:prstTxWarp>
              <a:noAutofit/>
            </a:bodyPr>
            <a:lstStyle/>
            <a:p>
              <a:endParaRPr lang="zh-CN" altLang="en-US">
                <a:solidFill>
                  <a:srgbClr val="FF0000"/>
                </a:solidFill>
              </a:endParaRPr>
            </a:p>
          </p:txBody>
        </p:sp>
        <p:sp>
          <p:nvSpPr>
            <p:cNvPr id="10" name="Freeform 633"/>
            <p:cNvSpPr>
              <a:spLocks/>
            </p:cNvSpPr>
            <p:nvPr/>
          </p:nvSpPr>
          <p:spPr bwMode="auto">
            <a:xfrm>
              <a:off x="8605838" y="6296025"/>
              <a:ext cx="171450" cy="357188"/>
            </a:xfrm>
            <a:custGeom>
              <a:avLst/>
              <a:gdLst>
                <a:gd name="T0" fmla="*/ 108 w 108"/>
                <a:gd name="T1" fmla="*/ 225 h 225"/>
                <a:gd name="T2" fmla="*/ 108 w 108"/>
                <a:gd name="T3" fmla="*/ 0 h 225"/>
                <a:gd name="T4" fmla="*/ 0 w 108"/>
                <a:gd name="T5" fmla="*/ 0 h 225"/>
                <a:gd name="T6" fmla="*/ 0 w 108"/>
                <a:gd name="T7" fmla="*/ 132 h 225"/>
                <a:gd name="T8" fmla="*/ 108 w 108"/>
                <a:gd name="T9" fmla="*/ 225 h 225"/>
              </a:gdLst>
              <a:ahLst/>
              <a:cxnLst>
                <a:cxn ang="0">
                  <a:pos x="T0" y="T1"/>
                </a:cxn>
                <a:cxn ang="0">
                  <a:pos x="T2" y="T3"/>
                </a:cxn>
                <a:cxn ang="0">
                  <a:pos x="T4" y="T5"/>
                </a:cxn>
                <a:cxn ang="0">
                  <a:pos x="T6" y="T7"/>
                </a:cxn>
                <a:cxn ang="0">
                  <a:pos x="T8" y="T9"/>
                </a:cxn>
              </a:cxnLst>
              <a:rect l="0" t="0" r="r" b="b"/>
              <a:pathLst>
                <a:path w="108" h="225">
                  <a:moveTo>
                    <a:pt x="108" y="225"/>
                  </a:moveTo>
                  <a:lnTo>
                    <a:pt x="108" y="0"/>
                  </a:lnTo>
                  <a:lnTo>
                    <a:pt x="0" y="0"/>
                  </a:lnTo>
                  <a:lnTo>
                    <a:pt x="0" y="132"/>
                  </a:lnTo>
                  <a:lnTo>
                    <a:pt x="108" y="225"/>
                  </a:lnTo>
                  <a:close/>
                </a:path>
              </a:pathLst>
            </a:custGeom>
            <a:solidFill>
              <a:srgbClr val="3A8FCB"/>
            </a:solidFill>
            <a:ln>
              <a:noFill/>
            </a:ln>
          </p:spPr>
          <p:txBody>
            <a:bodyPr vert="horz" wrap="square" lIns="91440" tIns="45720" rIns="91440" bIns="45720" numCol="1" anchor="t" anchorCtr="0" compatLnSpc="1">
              <a:prstTxWarp prst="textNoShape">
                <a:avLst/>
              </a:prstTxWarp>
              <a:noAutofit/>
            </a:bodyPr>
            <a:lstStyle/>
            <a:p>
              <a:endParaRPr lang="zh-CN" altLang="en-US">
                <a:solidFill>
                  <a:srgbClr val="FF0000"/>
                </a:solidFill>
              </a:endParaRPr>
            </a:p>
          </p:txBody>
        </p:sp>
      </p:grpSp>
      <p:sp>
        <p:nvSpPr>
          <p:cNvPr id="66" name="Freeform 5"/>
          <p:cNvSpPr>
            <a:spLocks/>
          </p:cNvSpPr>
          <p:nvPr/>
        </p:nvSpPr>
        <p:spPr bwMode="auto">
          <a:xfrm rot="20700000">
            <a:off x="4386281" y="3362938"/>
            <a:ext cx="1078027" cy="284444"/>
          </a:xfrm>
          <a:custGeom>
            <a:avLst/>
            <a:gdLst>
              <a:gd name="T0" fmla="*/ 1281 w 1281"/>
              <a:gd name="T1" fmla="*/ 169 h 338"/>
              <a:gd name="T2" fmla="*/ 991 w 1281"/>
              <a:gd name="T3" fmla="*/ 0 h 338"/>
              <a:gd name="T4" fmla="*/ 991 w 1281"/>
              <a:gd name="T5" fmla="*/ 89 h 338"/>
              <a:gd name="T6" fmla="*/ 0 w 1281"/>
              <a:gd name="T7" fmla="*/ 169 h 338"/>
              <a:gd name="T8" fmla="*/ 991 w 1281"/>
              <a:gd name="T9" fmla="*/ 248 h 338"/>
              <a:gd name="T10" fmla="*/ 991 w 1281"/>
              <a:gd name="T11" fmla="*/ 338 h 338"/>
              <a:gd name="T12" fmla="*/ 1281 w 1281"/>
              <a:gd name="T13" fmla="*/ 169 h 338"/>
            </a:gdLst>
            <a:ahLst/>
            <a:cxnLst>
              <a:cxn ang="0">
                <a:pos x="T0" y="T1"/>
              </a:cxn>
              <a:cxn ang="0">
                <a:pos x="T2" y="T3"/>
              </a:cxn>
              <a:cxn ang="0">
                <a:pos x="T4" y="T5"/>
              </a:cxn>
              <a:cxn ang="0">
                <a:pos x="T6" y="T7"/>
              </a:cxn>
              <a:cxn ang="0">
                <a:pos x="T8" y="T9"/>
              </a:cxn>
              <a:cxn ang="0">
                <a:pos x="T10" y="T11"/>
              </a:cxn>
              <a:cxn ang="0">
                <a:pos x="T12" y="T13"/>
              </a:cxn>
            </a:cxnLst>
            <a:rect l="0" t="0" r="r" b="b"/>
            <a:pathLst>
              <a:path w="1281" h="338">
                <a:moveTo>
                  <a:pt x="1281" y="169"/>
                </a:moveTo>
                <a:lnTo>
                  <a:pt x="991" y="0"/>
                </a:lnTo>
                <a:lnTo>
                  <a:pt x="991" y="89"/>
                </a:lnTo>
                <a:lnTo>
                  <a:pt x="0" y="169"/>
                </a:lnTo>
                <a:lnTo>
                  <a:pt x="991" y="248"/>
                </a:lnTo>
                <a:lnTo>
                  <a:pt x="991" y="338"/>
                </a:lnTo>
                <a:lnTo>
                  <a:pt x="1281" y="169"/>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zh-CN" altLang="en-US">
              <a:solidFill>
                <a:srgbClr val="FF0000"/>
              </a:solidFill>
            </a:endParaRPr>
          </a:p>
        </p:txBody>
      </p:sp>
      <p:sp>
        <p:nvSpPr>
          <p:cNvPr id="71" name="Freeform 9"/>
          <p:cNvSpPr>
            <a:spLocks/>
          </p:cNvSpPr>
          <p:nvPr/>
        </p:nvSpPr>
        <p:spPr bwMode="auto">
          <a:xfrm>
            <a:off x="4443662" y="1981016"/>
            <a:ext cx="963264" cy="843626"/>
          </a:xfrm>
          <a:custGeom>
            <a:avLst/>
            <a:gdLst>
              <a:gd name="T0" fmla="*/ 63 w 330"/>
              <a:gd name="T1" fmla="*/ 113 h 289"/>
              <a:gd name="T2" fmla="*/ 141 w 330"/>
              <a:gd name="T3" fmla="*/ 54 h 289"/>
              <a:gd name="T4" fmla="*/ 188 w 330"/>
              <a:gd name="T5" fmla="*/ 37 h 289"/>
              <a:gd name="T6" fmla="*/ 213 w 330"/>
              <a:gd name="T7" fmla="*/ 32 h 289"/>
              <a:gd name="T8" fmla="*/ 226 w 330"/>
              <a:gd name="T9" fmla="*/ 30 h 289"/>
              <a:gd name="T10" fmla="*/ 232 w 330"/>
              <a:gd name="T11" fmla="*/ 29 h 289"/>
              <a:gd name="T12" fmla="*/ 238 w 330"/>
              <a:gd name="T13" fmla="*/ 29 h 289"/>
              <a:gd name="T14" fmla="*/ 239 w 330"/>
              <a:gd name="T15" fmla="*/ 29 h 289"/>
              <a:gd name="T16" fmla="*/ 239 w 330"/>
              <a:gd name="T17" fmla="*/ 0 h 289"/>
              <a:gd name="T18" fmla="*/ 330 w 330"/>
              <a:gd name="T19" fmla="*/ 52 h 289"/>
              <a:gd name="T20" fmla="*/ 239 w 330"/>
              <a:gd name="T21" fmla="*/ 105 h 289"/>
              <a:gd name="T22" fmla="*/ 239 w 330"/>
              <a:gd name="T23" fmla="*/ 76 h 289"/>
              <a:gd name="T24" fmla="*/ 233 w 330"/>
              <a:gd name="T25" fmla="*/ 76 h 289"/>
              <a:gd name="T26" fmla="*/ 228 w 330"/>
              <a:gd name="T27" fmla="*/ 75 h 289"/>
              <a:gd name="T28" fmla="*/ 217 w 330"/>
              <a:gd name="T29" fmla="*/ 75 h 289"/>
              <a:gd name="T30" fmla="*/ 196 w 330"/>
              <a:gd name="T31" fmla="*/ 77 h 289"/>
              <a:gd name="T32" fmla="*/ 155 w 330"/>
              <a:gd name="T33" fmla="*/ 87 h 289"/>
              <a:gd name="T34" fmla="*/ 79 w 330"/>
              <a:gd name="T35" fmla="*/ 130 h 289"/>
              <a:gd name="T36" fmla="*/ 25 w 330"/>
              <a:gd name="T37" fmla="*/ 201 h 289"/>
              <a:gd name="T38" fmla="*/ 2 w 330"/>
              <a:gd name="T39" fmla="*/ 289 h 289"/>
              <a:gd name="T40" fmla="*/ 14 w 330"/>
              <a:gd name="T41" fmla="*/ 196 h 289"/>
              <a:gd name="T42" fmla="*/ 63 w 330"/>
              <a:gd name="T43" fmla="*/ 113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0" h="289">
                <a:moveTo>
                  <a:pt x="63" y="113"/>
                </a:moveTo>
                <a:cubicBezTo>
                  <a:pt x="84" y="89"/>
                  <a:pt x="111" y="69"/>
                  <a:pt x="141" y="54"/>
                </a:cubicBezTo>
                <a:cubicBezTo>
                  <a:pt x="156" y="47"/>
                  <a:pt x="172" y="41"/>
                  <a:pt x="188" y="37"/>
                </a:cubicBezTo>
                <a:cubicBezTo>
                  <a:pt x="196" y="35"/>
                  <a:pt x="205" y="33"/>
                  <a:pt x="213" y="32"/>
                </a:cubicBezTo>
                <a:cubicBezTo>
                  <a:pt x="217" y="31"/>
                  <a:pt x="222" y="30"/>
                  <a:pt x="226" y="30"/>
                </a:cubicBezTo>
                <a:cubicBezTo>
                  <a:pt x="228" y="30"/>
                  <a:pt x="230" y="29"/>
                  <a:pt x="232" y="29"/>
                </a:cubicBezTo>
                <a:cubicBezTo>
                  <a:pt x="238" y="29"/>
                  <a:pt x="238" y="29"/>
                  <a:pt x="238" y="29"/>
                </a:cubicBezTo>
                <a:cubicBezTo>
                  <a:pt x="239" y="29"/>
                  <a:pt x="239" y="29"/>
                  <a:pt x="239" y="29"/>
                </a:cubicBezTo>
                <a:cubicBezTo>
                  <a:pt x="239" y="0"/>
                  <a:pt x="239" y="0"/>
                  <a:pt x="239" y="0"/>
                </a:cubicBezTo>
                <a:cubicBezTo>
                  <a:pt x="330" y="52"/>
                  <a:pt x="330" y="52"/>
                  <a:pt x="330" y="52"/>
                </a:cubicBezTo>
                <a:cubicBezTo>
                  <a:pt x="239" y="105"/>
                  <a:pt x="239" y="105"/>
                  <a:pt x="239" y="105"/>
                </a:cubicBezTo>
                <a:cubicBezTo>
                  <a:pt x="239" y="76"/>
                  <a:pt x="239" y="76"/>
                  <a:pt x="239" y="76"/>
                </a:cubicBezTo>
                <a:cubicBezTo>
                  <a:pt x="233" y="76"/>
                  <a:pt x="233" y="76"/>
                  <a:pt x="233" y="76"/>
                </a:cubicBezTo>
                <a:cubicBezTo>
                  <a:pt x="232" y="76"/>
                  <a:pt x="230" y="75"/>
                  <a:pt x="228" y="75"/>
                </a:cubicBezTo>
                <a:cubicBezTo>
                  <a:pt x="224" y="75"/>
                  <a:pt x="221" y="75"/>
                  <a:pt x="217" y="75"/>
                </a:cubicBezTo>
                <a:cubicBezTo>
                  <a:pt x="210" y="76"/>
                  <a:pt x="203" y="76"/>
                  <a:pt x="196" y="77"/>
                </a:cubicBezTo>
                <a:cubicBezTo>
                  <a:pt x="182" y="79"/>
                  <a:pt x="168" y="82"/>
                  <a:pt x="155" y="87"/>
                </a:cubicBezTo>
                <a:cubicBezTo>
                  <a:pt x="127" y="96"/>
                  <a:pt x="102" y="111"/>
                  <a:pt x="79" y="130"/>
                </a:cubicBezTo>
                <a:cubicBezTo>
                  <a:pt x="57" y="150"/>
                  <a:pt x="38" y="174"/>
                  <a:pt x="25" y="201"/>
                </a:cubicBezTo>
                <a:cubicBezTo>
                  <a:pt x="11" y="228"/>
                  <a:pt x="3" y="258"/>
                  <a:pt x="2" y="289"/>
                </a:cubicBezTo>
                <a:cubicBezTo>
                  <a:pt x="0" y="258"/>
                  <a:pt x="4" y="227"/>
                  <a:pt x="14" y="196"/>
                </a:cubicBezTo>
                <a:cubicBezTo>
                  <a:pt x="24" y="166"/>
                  <a:pt x="41" y="138"/>
                  <a:pt x="63" y="1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3" name="Freeform 11"/>
          <p:cNvSpPr>
            <a:spLocks/>
          </p:cNvSpPr>
          <p:nvPr/>
        </p:nvSpPr>
        <p:spPr bwMode="auto">
          <a:xfrm>
            <a:off x="4442429" y="5346883"/>
            <a:ext cx="965731" cy="843626"/>
          </a:xfrm>
          <a:custGeom>
            <a:avLst/>
            <a:gdLst>
              <a:gd name="T0" fmla="*/ 239 w 331"/>
              <a:gd name="T1" fmla="*/ 213 h 289"/>
              <a:gd name="T2" fmla="*/ 234 w 331"/>
              <a:gd name="T3" fmla="*/ 213 h 289"/>
              <a:gd name="T4" fmla="*/ 229 w 331"/>
              <a:gd name="T5" fmla="*/ 214 h 289"/>
              <a:gd name="T6" fmla="*/ 218 w 331"/>
              <a:gd name="T7" fmla="*/ 214 h 289"/>
              <a:gd name="T8" fmla="*/ 197 w 331"/>
              <a:gd name="T9" fmla="*/ 212 h 289"/>
              <a:gd name="T10" fmla="*/ 155 w 331"/>
              <a:gd name="T11" fmla="*/ 202 h 289"/>
              <a:gd name="T12" fmla="*/ 80 w 331"/>
              <a:gd name="T13" fmla="*/ 159 h 289"/>
              <a:gd name="T14" fmla="*/ 25 w 331"/>
              <a:gd name="T15" fmla="*/ 88 h 289"/>
              <a:gd name="T16" fmla="*/ 2 w 331"/>
              <a:gd name="T17" fmla="*/ 0 h 289"/>
              <a:gd name="T18" fmla="*/ 15 w 331"/>
              <a:gd name="T19" fmla="*/ 93 h 289"/>
              <a:gd name="T20" fmla="*/ 63 w 331"/>
              <a:gd name="T21" fmla="*/ 176 h 289"/>
              <a:gd name="T22" fmla="*/ 142 w 331"/>
              <a:gd name="T23" fmla="*/ 235 h 289"/>
              <a:gd name="T24" fmla="*/ 189 w 331"/>
              <a:gd name="T25" fmla="*/ 252 h 289"/>
              <a:gd name="T26" fmla="*/ 214 w 331"/>
              <a:gd name="T27" fmla="*/ 257 h 289"/>
              <a:gd name="T28" fmla="*/ 226 w 331"/>
              <a:gd name="T29" fmla="*/ 259 h 289"/>
              <a:gd name="T30" fmla="*/ 233 w 331"/>
              <a:gd name="T31" fmla="*/ 260 h 289"/>
              <a:gd name="T32" fmla="*/ 239 w 331"/>
              <a:gd name="T33" fmla="*/ 260 h 289"/>
              <a:gd name="T34" fmla="*/ 239 w 331"/>
              <a:gd name="T35" fmla="*/ 260 h 289"/>
              <a:gd name="T36" fmla="*/ 239 w 331"/>
              <a:gd name="T37" fmla="*/ 289 h 289"/>
              <a:gd name="T38" fmla="*/ 331 w 331"/>
              <a:gd name="T39" fmla="*/ 237 h 289"/>
              <a:gd name="T40" fmla="*/ 239 w 331"/>
              <a:gd name="T41" fmla="*/ 184 h 289"/>
              <a:gd name="T42" fmla="*/ 239 w 331"/>
              <a:gd name="T43" fmla="*/ 213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1" h="289">
                <a:moveTo>
                  <a:pt x="239" y="213"/>
                </a:moveTo>
                <a:cubicBezTo>
                  <a:pt x="234" y="213"/>
                  <a:pt x="234" y="213"/>
                  <a:pt x="234" y="213"/>
                </a:cubicBezTo>
                <a:cubicBezTo>
                  <a:pt x="232" y="213"/>
                  <a:pt x="230" y="214"/>
                  <a:pt x="229" y="214"/>
                </a:cubicBezTo>
                <a:cubicBezTo>
                  <a:pt x="225" y="214"/>
                  <a:pt x="222" y="214"/>
                  <a:pt x="218" y="214"/>
                </a:cubicBezTo>
                <a:cubicBezTo>
                  <a:pt x="211" y="213"/>
                  <a:pt x="204" y="213"/>
                  <a:pt x="197" y="212"/>
                </a:cubicBezTo>
                <a:cubicBezTo>
                  <a:pt x="183" y="210"/>
                  <a:pt x="169" y="207"/>
                  <a:pt x="155" y="202"/>
                </a:cubicBezTo>
                <a:cubicBezTo>
                  <a:pt x="128" y="193"/>
                  <a:pt x="102" y="178"/>
                  <a:pt x="80" y="159"/>
                </a:cubicBezTo>
                <a:cubicBezTo>
                  <a:pt x="58" y="139"/>
                  <a:pt x="39" y="115"/>
                  <a:pt x="25" y="88"/>
                </a:cubicBezTo>
                <a:cubicBezTo>
                  <a:pt x="12" y="61"/>
                  <a:pt x="4" y="31"/>
                  <a:pt x="2" y="0"/>
                </a:cubicBezTo>
                <a:cubicBezTo>
                  <a:pt x="0" y="31"/>
                  <a:pt x="4" y="62"/>
                  <a:pt x="15" y="93"/>
                </a:cubicBezTo>
                <a:cubicBezTo>
                  <a:pt x="25" y="123"/>
                  <a:pt x="42" y="151"/>
                  <a:pt x="63" y="176"/>
                </a:cubicBezTo>
                <a:cubicBezTo>
                  <a:pt x="85" y="200"/>
                  <a:pt x="112" y="220"/>
                  <a:pt x="142" y="235"/>
                </a:cubicBezTo>
                <a:cubicBezTo>
                  <a:pt x="157" y="242"/>
                  <a:pt x="172" y="248"/>
                  <a:pt x="189" y="252"/>
                </a:cubicBezTo>
                <a:cubicBezTo>
                  <a:pt x="197" y="254"/>
                  <a:pt x="205" y="256"/>
                  <a:pt x="214" y="257"/>
                </a:cubicBezTo>
                <a:cubicBezTo>
                  <a:pt x="218" y="258"/>
                  <a:pt x="222" y="259"/>
                  <a:pt x="226" y="259"/>
                </a:cubicBezTo>
                <a:cubicBezTo>
                  <a:pt x="228" y="259"/>
                  <a:pt x="231" y="260"/>
                  <a:pt x="233" y="260"/>
                </a:cubicBezTo>
                <a:cubicBezTo>
                  <a:pt x="239" y="260"/>
                  <a:pt x="239" y="260"/>
                  <a:pt x="239" y="260"/>
                </a:cubicBezTo>
                <a:cubicBezTo>
                  <a:pt x="239" y="260"/>
                  <a:pt x="239" y="260"/>
                  <a:pt x="239" y="260"/>
                </a:cubicBezTo>
                <a:cubicBezTo>
                  <a:pt x="239" y="289"/>
                  <a:pt x="239" y="289"/>
                  <a:pt x="239" y="289"/>
                </a:cubicBezTo>
                <a:cubicBezTo>
                  <a:pt x="331" y="237"/>
                  <a:pt x="331" y="237"/>
                  <a:pt x="331" y="237"/>
                </a:cubicBezTo>
                <a:cubicBezTo>
                  <a:pt x="239" y="184"/>
                  <a:pt x="239" y="184"/>
                  <a:pt x="239" y="184"/>
                </a:cubicBezTo>
                <a:lnTo>
                  <a:pt x="239" y="213"/>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zh-CN" altLang="en-US">
              <a:solidFill>
                <a:srgbClr val="FF0000"/>
              </a:solidFill>
            </a:endParaRPr>
          </a:p>
        </p:txBody>
      </p:sp>
      <p:sp>
        <p:nvSpPr>
          <p:cNvPr id="74" name="Freeform 5"/>
          <p:cNvSpPr>
            <a:spLocks/>
          </p:cNvSpPr>
          <p:nvPr/>
        </p:nvSpPr>
        <p:spPr bwMode="auto">
          <a:xfrm rot="900000" flipV="1">
            <a:off x="4386281" y="4512128"/>
            <a:ext cx="1078027" cy="284444"/>
          </a:xfrm>
          <a:custGeom>
            <a:avLst/>
            <a:gdLst>
              <a:gd name="T0" fmla="*/ 1281 w 1281"/>
              <a:gd name="T1" fmla="*/ 169 h 338"/>
              <a:gd name="T2" fmla="*/ 991 w 1281"/>
              <a:gd name="T3" fmla="*/ 0 h 338"/>
              <a:gd name="T4" fmla="*/ 991 w 1281"/>
              <a:gd name="T5" fmla="*/ 89 h 338"/>
              <a:gd name="T6" fmla="*/ 0 w 1281"/>
              <a:gd name="T7" fmla="*/ 169 h 338"/>
              <a:gd name="T8" fmla="*/ 991 w 1281"/>
              <a:gd name="T9" fmla="*/ 248 h 338"/>
              <a:gd name="T10" fmla="*/ 991 w 1281"/>
              <a:gd name="T11" fmla="*/ 338 h 338"/>
              <a:gd name="T12" fmla="*/ 1281 w 1281"/>
              <a:gd name="T13" fmla="*/ 169 h 338"/>
            </a:gdLst>
            <a:ahLst/>
            <a:cxnLst>
              <a:cxn ang="0">
                <a:pos x="T0" y="T1"/>
              </a:cxn>
              <a:cxn ang="0">
                <a:pos x="T2" y="T3"/>
              </a:cxn>
              <a:cxn ang="0">
                <a:pos x="T4" y="T5"/>
              </a:cxn>
              <a:cxn ang="0">
                <a:pos x="T6" y="T7"/>
              </a:cxn>
              <a:cxn ang="0">
                <a:pos x="T8" y="T9"/>
              </a:cxn>
              <a:cxn ang="0">
                <a:pos x="T10" y="T11"/>
              </a:cxn>
              <a:cxn ang="0">
                <a:pos x="T12" y="T13"/>
              </a:cxn>
            </a:cxnLst>
            <a:rect l="0" t="0" r="r" b="b"/>
            <a:pathLst>
              <a:path w="1281" h="338">
                <a:moveTo>
                  <a:pt x="1281" y="169"/>
                </a:moveTo>
                <a:lnTo>
                  <a:pt x="991" y="0"/>
                </a:lnTo>
                <a:lnTo>
                  <a:pt x="991" y="89"/>
                </a:lnTo>
                <a:lnTo>
                  <a:pt x="0" y="169"/>
                </a:lnTo>
                <a:lnTo>
                  <a:pt x="991" y="248"/>
                </a:lnTo>
                <a:lnTo>
                  <a:pt x="991" y="338"/>
                </a:lnTo>
                <a:lnTo>
                  <a:pt x="1281" y="169"/>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6" name="文本框 75"/>
          <p:cNvSpPr txBox="1"/>
          <p:nvPr/>
        </p:nvSpPr>
        <p:spPr>
          <a:xfrm>
            <a:off x="6742243" y="4198327"/>
            <a:ext cx="2856518" cy="830997"/>
          </a:xfrm>
          <a:prstGeom prst="rect">
            <a:avLst/>
          </a:prstGeom>
          <a:noFill/>
        </p:spPr>
        <p:txBody>
          <a:bodyPr wrap="square" rtlCol="0">
            <a:spAutoFit/>
          </a:bodyPr>
          <a:lstStyle/>
          <a:p>
            <a:pPr>
              <a:lnSpc>
                <a:spcPct val="120000"/>
              </a:lnSpc>
            </a:pPr>
            <a:r>
              <a:rPr lang="zh-CN" altLang="en-US" sz="2400" b="1" dirty="0">
                <a:solidFill>
                  <a:srgbClr val="219980"/>
                </a:solidFill>
              </a:rPr>
              <a:t>添加标题</a:t>
            </a:r>
            <a:endParaRPr lang="en-US" altLang="zh-CN" sz="2400" b="1" dirty="0">
              <a:solidFill>
                <a:srgbClr val="219980"/>
              </a:solidFill>
            </a:endParaRPr>
          </a:p>
          <a:p>
            <a:pPr>
              <a:lnSpc>
                <a:spcPct val="120000"/>
              </a:lnSpc>
            </a:pPr>
            <a:r>
              <a:rPr lang="zh-CN" altLang="en-US" sz="1600" dirty="0">
                <a:solidFill>
                  <a:schemeClr val="tx1">
                    <a:lumMod val="65000"/>
                    <a:lumOff val="35000"/>
                  </a:schemeClr>
                </a:solidFill>
              </a:rPr>
              <a:t>添加内容添加内容</a:t>
            </a:r>
          </a:p>
        </p:txBody>
      </p:sp>
      <p:sp>
        <p:nvSpPr>
          <p:cNvPr id="77" name="文本框 76"/>
          <p:cNvSpPr txBox="1"/>
          <p:nvPr/>
        </p:nvSpPr>
        <p:spPr>
          <a:xfrm>
            <a:off x="6742243" y="1539773"/>
            <a:ext cx="2856518" cy="830997"/>
          </a:xfrm>
          <a:prstGeom prst="rect">
            <a:avLst/>
          </a:prstGeom>
          <a:noFill/>
        </p:spPr>
        <p:txBody>
          <a:bodyPr wrap="square" rtlCol="0">
            <a:spAutoFit/>
          </a:bodyPr>
          <a:lstStyle/>
          <a:p>
            <a:pPr>
              <a:lnSpc>
                <a:spcPct val="120000"/>
              </a:lnSpc>
            </a:pPr>
            <a:r>
              <a:rPr lang="zh-CN" altLang="en-US" sz="2400" b="1" dirty="0">
                <a:solidFill>
                  <a:srgbClr val="ED4A79"/>
                </a:solidFill>
              </a:rPr>
              <a:t>添加标题</a:t>
            </a:r>
            <a:endParaRPr lang="en-US" altLang="zh-CN" sz="2400" b="1" dirty="0">
              <a:solidFill>
                <a:srgbClr val="ED4A79"/>
              </a:solidFill>
            </a:endParaRPr>
          </a:p>
          <a:p>
            <a:pPr>
              <a:lnSpc>
                <a:spcPct val="120000"/>
              </a:lnSpc>
            </a:pPr>
            <a:r>
              <a:rPr lang="zh-CN" altLang="en-US" sz="1600" dirty="0">
                <a:solidFill>
                  <a:schemeClr val="tx1">
                    <a:lumMod val="65000"/>
                    <a:lumOff val="35000"/>
                  </a:schemeClr>
                </a:solidFill>
              </a:rPr>
              <a:t>添加内容添加内容</a:t>
            </a:r>
          </a:p>
        </p:txBody>
      </p:sp>
      <p:sp>
        <p:nvSpPr>
          <p:cNvPr id="78" name="文本框 77"/>
          <p:cNvSpPr txBox="1"/>
          <p:nvPr/>
        </p:nvSpPr>
        <p:spPr>
          <a:xfrm>
            <a:off x="6742243" y="5527603"/>
            <a:ext cx="2856518" cy="830997"/>
          </a:xfrm>
          <a:prstGeom prst="rect">
            <a:avLst/>
          </a:prstGeom>
          <a:noFill/>
        </p:spPr>
        <p:txBody>
          <a:bodyPr wrap="square" rtlCol="0">
            <a:spAutoFit/>
          </a:bodyPr>
          <a:lstStyle/>
          <a:p>
            <a:pPr>
              <a:lnSpc>
                <a:spcPct val="120000"/>
              </a:lnSpc>
            </a:pPr>
            <a:r>
              <a:rPr lang="zh-CN" altLang="en-US" sz="2400" b="1" dirty="0">
                <a:solidFill>
                  <a:srgbClr val="3A8FCB"/>
                </a:solidFill>
              </a:rPr>
              <a:t>添加标题</a:t>
            </a:r>
            <a:endParaRPr lang="en-US" altLang="zh-CN" sz="2400" b="1" dirty="0">
              <a:solidFill>
                <a:srgbClr val="3A8FCB"/>
              </a:solidFill>
            </a:endParaRPr>
          </a:p>
          <a:p>
            <a:pPr>
              <a:lnSpc>
                <a:spcPct val="120000"/>
              </a:lnSpc>
            </a:pPr>
            <a:r>
              <a:rPr lang="zh-CN" altLang="en-US" sz="1600" dirty="0">
                <a:solidFill>
                  <a:schemeClr val="tx1">
                    <a:lumMod val="65000"/>
                    <a:lumOff val="35000"/>
                  </a:schemeClr>
                </a:solidFill>
              </a:rPr>
              <a:t>添加内容添加内容</a:t>
            </a:r>
          </a:p>
        </p:txBody>
      </p:sp>
      <p:sp>
        <p:nvSpPr>
          <p:cNvPr id="79" name="文本框 78"/>
          <p:cNvSpPr txBox="1"/>
          <p:nvPr/>
        </p:nvSpPr>
        <p:spPr>
          <a:xfrm>
            <a:off x="6742243" y="2869050"/>
            <a:ext cx="2856518" cy="830997"/>
          </a:xfrm>
          <a:prstGeom prst="rect">
            <a:avLst/>
          </a:prstGeom>
          <a:noFill/>
        </p:spPr>
        <p:txBody>
          <a:bodyPr wrap="square" rtlCol="0">
            <a:spAutoFit/>
          </a:bodyPr>
          <a:lstStyle/>
          <a:p>
            <a:pPr>
              <a:lnSpc>
                <a:spcPct val="120000"/>
              </a:lnSpc>
            </a:pPr>
            <a:r>
              <a:rPr lang="zh-CN" altLang="en-US" sz="2400" b="1" dirty="0">
                <a:solidFill>
                  <a:srgbClr val="EA981E"/>
                </a:solidFill>
              </a:rPr>
              <a:t>添加标题</a:t>
            </a:r>
            <a:endParaRPr lang="en-US" altLang="zh-CN" sz="2400" b="1" dirty="0">
              <a:solidFill>
                <a:srgbClr val="EA981E"/>
              </a:solidFill>
            </a:endParaRPr>
          </a:p>
          <a:p>
            <a:pPr>
              <a:lnSpc>
                <a:spcPct val="120000"/>
              </a:lnSpc>
            </a:pPr>
            <a:r>
              <a:rPr lang="zh-CN" altLang="en-US" sz="1600" dirty="0">
                <a:solidFill>
                  <a:schemeClr val="tx1">
                    <a:lumMod val="65000"/>
                    <a:lumOff val="35000"/>
                  </a:schemeClr>
                </a:solidFill>
              </a:rPr>
              <a:t>添加内容添加内容</a:t>
            </a:r>
          </a:p>
        </p:txBody>
      </p:sp>
      <p:sp>
        <p:nvSpPr>
          <p:cNvPr id="32" name="文本框 31"/>
          <p:cNvSpPr txBox="1"/>
          <p:nvPr/>
        </p:nvSpPr>
        <p:spPr>
          <a:xfrm>
            <a:off x="1851998" y="3613010"/>
            <a:ext cx="1836000" cy="830997"/>
          </a:xfrm>
          <a:prstGeom prst="rect">
            <a:avLst/>
          </a:prstGeom>
          <a:noFill/>
        </p:spPr>
        <p:txBody>
          <a:bodyPr wrap="square" rtlCol="0">
            <a:spAutoFit/>
          </a:bodyPr>
          <a:lstStyle/>
          <a:p>
            <a:pPr algn="ctr">
              <a:lnSpc>
                <a:spcPct val="120000"/>
              </a:lnSpc>
            </a:pPr>
            <a:r>
              <a:rPr lang="zh-CN" altLang="en-US" sz="2400" b="1" dirty="0">
                <a:solidFill>
                  <a:schemeClr val="bg1"/>
                </a:solidFill>
              </a:rPr>
              <a:t>添加标题</a:t>
            </a:r>
            <a:endParaRPr lang="en-US" altLang="zh-CN" sz="2400" b="1" dirty="0">
              <a:solidFill>
                <a:schemeClr val="bg1"/>
              </a:solidFill>
            </a:endParaRPr>
          </a:p>
          <a:p>
            <a:pPr algn="ctr">
              <a:lnSpc>
                <a:spcPct val="120000"/>
              </a:lnSpc>
            </a:pPr>
            <a:r>
              <a:rPr lang="zh-CN" altLang="en-US" sz="1600" dirty="0">
                <a:solidFill>
                  <a:schemeClr val="bg1"/>
                </a:solidFill>
              </a:rPr>
              <a:t>添加内容</a:t>
            </a:r>
          </a:p>
        </p:txBody>
      </p:sp>
      <p:sp>
        <p:nvSpPr>
          <p:cNvPr id="33"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689213353"/>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Freeform 5"/>
          <p:cNvSpPr>
            <a:spLocks/>
          </p:cNvSpPr>
          <p:nvPr/>
        </p:nvSpPr>
        <p:spPr bwMode="auto">
          <a:xfrm>
            <a:off x="8179586" y="2490559"/>
            <a:ext cx="1255713" cy="593725"/>
          </a:xfrm>
          <a:custGeom>
            <a:avLst/>
            <a:gdLst>
              <a:gd name="T0" fmla="*/ 771 w 791"/>
              <a:gd name="T1" fmla="*/ 0 h 374"/>
              <a:gd name="T2" fmla="*/ 771 w 791"/>
              <a:gd name="T3" fmla="*/ 355 h 374"/>
              <a:gd name="T4" fmla="*/ 0 w 791"/>
              <a:gd name="T5" fmla="*/ 355 h 374"/>
              <a:gd name="T6" fmla="*/ 0 w 791"/>
              <a:gd name="T7" fmla="*/ 374 h 374"/>
              <a:gd name="T8" fmla="*/ 791 w 791"/>
              <a:gd name="T9" fmla="*/ 374 h 374"/>
              <a:gd name="T10" fmla="*/ 791 w 791"/>
              <a:gd name="T11" fmla="*/ 0 h 374"/>
              <a:gd name="T12" fmla="*/ 771 w 791"/>
              <a:gd name="T13" fmla="*/ 0 h 374"/>
            </a:gdLst>
            <a:ahLst/>
            <a:cxnLst>
              <a:cxn ang="0">
                <a:pos x="T0" y="T1"/>
              </a:cxn>
              <a:cxn ang="0">
                <a:pos x="T2" y="T3"/>
              </a:cxn>
              <a:cxn ang="0">
                <a:pos x="T4" y="T5"/>
              </a:cxn>
              <a:cxn ang="0">
                <a:pos x="T6" y="T7"/>
              </a:cxn>
              <a:cxn ang="0">
                <a:pos x="T8" y="T9"/>
              </a:cxn>
              <a:cxn ang="0">
                <a:pos x="T10" y="T11"/>
              </a:cxn>
              <a:cxn ang="0">
                <a:pos x="T12" y="T13"/>
              </a:cxn>
            </a:cxnLst>
            <a:rect l="0" t="0" r="r" b="b"/>
            <a:pathLst>
              <a:path w="791" h="374">
                <a:moveTo>
                  <a:pt x="771" y="0"/>
                </a:moveTo>
                <a:lnTo>
                  <a:pt x="771" y="355"/>
                </a:lnTo>
                <a:lnTo>
                  <a:pt x="0" y="355"/>
                </a:lnTo>
                <a:lnTo>
                  <a:pt x="0" y="374"/>
                </a:lnTo>
                <a:lnTo>
                  <a:pt x="791" y="374"/>
                </a:lnTo>
                <a:lnTo>
                  <a:pt x="791" y="0"/>
                </a:lnTo>
                <a:lnTo>
                  <a:pt x="771" y="0"/>
                </a:lnTo>
                <a:close/>
              </a:path>
            </a:pathLst>
          </a:custGeom>
          <a:solidFill>
            <a:srgbClr val="7DB305"/>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 name="Freeform 6"/>
          <p:cNvSpPr>
            <a:spLocks/>
          </p:cNvSpPr>
          <p:nvPr/>
        </p:nvSpPr>
        <p:spPr bwMode="auto">
          <a:xfrm>
            <a:off x="9311474" y="2369909"/>
            <a:ext cx="219075" cy="177800"/>
          </a:xfrm>
          <a:custGeom>
            <a:avLst/>
            <a:gdLst>
              <a:gd name="T0" fmla="*/ 138 w 138"/>
              <a:gd name="T1" fmla="*/ 112 h 112"/>
              <a:gd name="T2" fmla="*/ 0 w 138"/>
              <a:gd name="T3" fmla="*/ 112 h 112"/>
              <a:gd name="T4" fmla="*/ 68 w 138"/>
              <a:gd name="T5" fmla="*/ 0 h 112"/>
              <a:gd name="T6" fmla="*/ 138 w 138"/>
              <a:gd name="T7" fmla="*/ 112 h 112"/>
            </a:gdLst>
            <a:ahLst/>
            <a:cxnLst>
              <a:cxn ang="0">
                <a:pos x="T0" y="T1"/>
              </a:cxn>
              <a:cxn ang="0">
                <a:pos x="T2" y="T3"/>
              </a:cxn>
              <a:cxn ang="0">
                <a:pos x="T4" y="T5"/>
              </a:cxn>
              <a:cxn ang="0">
                <a:pos x="T6" y="T7"/>
              </a:cxn>
            </a:cxnLst>
            <a:rect l="0" t="0" r="r" b="b"/>
            <a:pathLst>
              <a:path w="138" h="112">
                <a:moveTo>
                  <a:pt x="138" y="112"/>
                </a:moveTo>
                <a:lnTo>
                  <a:pt x="0" y="112"/>
                </a:lnTo>
                <a:lnTo>
                  <a:pt x="68" y="0"/>
                </a:lnTo>
                <a:lnTo>
                  <a:pt x="138" y="112"/>
                </a:lnTo>
                <a:close/>
              </a:path>
            </a:pathLst>
          </a:custGeom>
          <a:solidFill>
            <a:srgbClr val="7DB305"/>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 name="Freeform 7"/>
          <p:cNvSpPr>
            <a:spLocks/>
          </p:cNvSpPr>
          <p:nvPr/>
        </p:nvSpPr>
        <p:spPr bwMode="auto">
          <a:xfrm>
            <a:off x="2947186" y="2490559"/>
            <a:ext cx="1166813" cy="593725"/>
          </a:xfrm>
          <a:custGeom>
            <a:avLst/>
            <a:gdLst>
              <a:gd name="T0" fmla="*/ 735 w 735"/>
              <a:gd name="T1" fmla="*/ 355 h 374"/>
              <a:gd name="T2" fmla="*/ 19 w 735"/>
              <a:gd name="T3" fmla="*/ 355 h 374"/>
              <a:gd name="T4" fmla="*/ 19 w 735"/>
              <a:gd name="T5" fmla="*/ 0 h 374"/>
              <a:gd name="T6" fmla="*/ 0 w 735"/>
              <a:gd name="T7" fmla="*/ 0 h 374"/>
              <a:gd name="T8" fmla="*/ 0 w 735"/>
              <a:gd name="T9" fmla="*/ 374 h 374"/>
              <a:gd name="T10" fmla="*/ 735 w 735"/>
              <a:gd name="T11" fmla="*/ 374 h 374"/>
              <a:gd name="T12" fmla="*/ 735 w 735"/>
              <a:gd name="T13" fmla="*/ 355 h 374"/>
            </a:gdLst>
            <a:ahLst/>
            <a:cxnLst>
              <a:cxn ang="0">
                <a:pos x="T0" y="T1"/>
              </a:cxn>
              <a:cxn ang="0">
                <a:pos x="T2" y="T3"/>
              </a:cxn>
              <a:cxn ang="0">
                <a:pos x="T4" y="T5"/>
              </a:cxn>
              <a:cxn ang="0">
                <a:pos x="T6" y="T7"/>
              </a:cxn>
              <a:cxn ang="0">
                <a:pos x="T8" y="T9"/>
              </a:cxn>
              <a:cxn ang="0">
                <a:pos x="T10" y="T11"/>
              </a:cxn>
              <a:cxn ang="0">
                <a:pos x="T12" y="T13"/>
              </a:cxn>
            </a:cxnLst>
            <a:rect l="0" t="0" r="r" b="b"/>
            <a:pathLst>
              <a:path w="735" h="374">
                <a:moveTo>
                  <a:pt x="735" y="355"/>
                </a:moveTo>
                <a:lnTo>
                  <a:pt x="19" y="355"/>
                </a:lnTo>
                <a:lnTo>
                  <a:pt x="19" y="0"/>
                </a:lnTo>
                <a:lnTo>
                  <a:pt x="0" y="0"/>
                </a:lnTo>
                <a:lnTo>
                  <a:pt x="0" y="374"/>
                </a:lnTo>
                <a:lnTo>
                  <a:pt x="735" y="374"/>
                </a:lnTo>
                <a:lnTo>
                  <a:pt x="735" y="355"/>
                </a:lnTo>
                <a:close/>
              </a:path>
            </a:pathLst>
          </a:custGeom>
          <a:solidFill>
            <a:srgbClr val="3A97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8"/>
          <p:cNvSpPr>
            <a:spLocks/>
          </p:cNvSpPr>
          <p:nvPr/>
        </p:nvSpPr>
        <p:spPr bwMode="auto">
          <a:xfrm>
            <a:off x="2851936" y="2369909"/>
            <a:ext cx="220663" cy="177800"/>
          </a:xfrm>
          <a:custGeom>
            <a:avLst/>
            <a:gdLst>
              <a:gd name="T0" fmla="*/ 0 w 139"/>
              <a:gd name="T1" fmla="*/ 112 h 112"/>
              <a:gd name="T2" fmla="*/ 139 w 139"/>
              <a:gd name="T3" fmla="*/ 112 h 112"/>
              <a:gd name="T4" fmla="*/ 69 w 139"/>
              <a:gd name="T5" fmla="*/ 0 h 112"/>
              <a:gd name="T6" fmla="*/ 0 w 139"/>
              <a:gd name="T7" fmla="*/ 112 h 112"/>
            </a:gdLst>
            <a:ahLst/>
            <a:cxnLst>
              <a:cxn ang="0">
                <a:pos x="T0" y="T1"/>
              </a:cxn>
              <a:cxn ang="0">
                <a:pos x="T2" y="T3"/>
              </a:cxn>
              <a:cxn ang="0">
                <a:pos x="T4" y="T5"/>
              </a:cxn>
              <a:cxn ang="0">
                <a:pos x="T6" y="T7"/>
              </a:cxn>
            </a:cxnLst>
            <a:rect l="0" t="0" r="r" b="b"/>
            <a:pathLst>
              <a:path w="139" h="112">
                <a:moveTo>
                  <a:pt x="0" y="112"/>
                </a:moveTo>
                <a:lnTo>
                  <a:pt x="139" y="112"/>
                </a:lnTo>
                <a:lnTo>
                  <a:pt x="69" y="0"/>
                </a:lnTo>
                <a:lnTo>
                  <a:pt x="0" y="112"/>
                </a:lnTo>
                <a:close/>
              </a:path>
            </a:pathLst>
          </a:custGeom>
          <a:solidFill>
            <a:srgbClr val="3A97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9"/>
          <p:cNvSpPr>
            <a:spLocks/>
          </p:cNvSpPr>
          <p:nvPr/>
        </p:nvSpPr>
        <p:spPr bwMode="auto">
          <a:xfrm>
            <a:off x="8170061" y="4322534"/>
            <a:ext cx="538163" cy="1231900"/>
          </a:xfrm>
          <a:custGeom>
            <a:avLst/>
            <a:gdLst>
              <a:gd name="T0" fmla="*/ 0 w 339"/>
              <a:gd name="T1" fmla="*/ 0 h 776"/>
              <a:gd name="T2" fmla="*/ 0 w 339"/>
              <a:gd name="T3" fmla="*/ 19 h 776"/>
              <a:gd name="T4" fmla="*/ 319 w 339"/>
              <a:gd name="T5" fmla="*/ 105 h 776"/>
              <a:gd name="T6" fmla="*/ 319 w 339"/>
              <a:gd name="T7" fmla="*/ 776 h 776"/>
              <a:gd name="T8" fmla="*/ 339 w 339"/>
              <a:gd name="T9" fmla="*/ 776 h 776"/>
              <a:gd name="T10" fmla="*/ 339 w 339"/>
              <a:gd name="T11" fmla="*/ 92 h 776"/>
              <a:gd name="T12" fmla="*/ 0 w 339"/>
              <a:gd name="T13" fmla="*/ 0 h 776"/>
            </a:gdLst>
            <a:ahLst/>
            <a:cxnLst>
              <a:cxn ang="0">
                <a:pos x="T0" y="T1"/>
              </a:cxn>
              <a:cxn ang="0">
                <a:pos x="T2" y="T3"/>
              </a:cxn>
              <a:cxn ang="0">
                <a:pos x="T4" y="T5"/>
              </a:cxn>
              <a:cxn ang="0">
                <a:pos x="T6" y="T7"/>
              </a:cxn>
              <a:cxn ang="0">
                <a:pos x="T8" y="T9"/>
              </a:cxn>
              <a:cxn ang="0">
                <a:pos x="T10" y="T11"/>
              </a:cxn>
              <a:cxn ang="0">
                <a:pos x="T12" y="T13"/>
              </a:cxn>
            </a:cxnLst>
            <a:rect l="0" t="0" r="r" b="b"/>
            <a:pathLst>
              <a:path w="339" h="776">
                <a:moveTo>
                  <a:pt x="0" y="0"/>
                </a:moveTo>
                <a:lnTo>
                  <a:pt x="0" y="19"/>
                </a:lnTo>
                <a:lnTo>
                  <a:pt x="319" y="105"/>
                </a:lnTo>
                <a:lnTo>
                  <a:pt x="319" y="776"/>
                </a:lnTo>
                <a:lnTo>
                  <a:pt x="339" y="776"/>
                </a:lnTo>
                <a:lnTo>
                  <a:pt x="339" y="92"/>
                </a:lnTo>
                <a:lnTo>
                  <a:pt x="0" y="0"/>
                </a:lnTo>
                <a:close/>
              </a:path>
            </a:pathLst>
          </a:custGeom>
          <a:solidFill>
            <a:srgbClr val="F15A2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 name="Freeform 10"/>
          <p:cNvSpPr>
            <a:spLocks/>
          </p:cNvSpPr>
          <p:nvPr/>
        </p:nvSpPr>
        <p:spPr bwMode="auto">
          <a:xfrm>
            <a:off x="8584399" y="5506809"/>
            <a:ext cx="219075" cy="177800"/>
          </a:xfrm>
          <a:custGeom>
            <a:avLst/>
            <a:gdLst>
              <a:gd name="T0" fmla="*/ 0 w 138"/>
              <a:gd name="T1" fmla="*/ 0 h 112"/>
              <a:gd name="T2" fmla="*/ 138 w 138"/>
              <a:gd name="T3" fmla="*/ 0 h 112"/>
              <a:gd name="T4" fmla="*/ 68 w 138"/>
              <a:gd name="T5" fmla="*/ 112 h 112"/>
              <a:gd name="T6" fmla="*/ 0 w 138"/>
              <a:gd name="T7" fmla="*/ 0 h 112"/>
            </a:gdLst>
            <a:ahLst/>
            <a:cxnLst>
              <a:cxn ang="0">
                <a:pos x="T0" y="T1"/>
              </a:cxn>
              <a:cxn ang="0">
                <a:pos x="T2" y="T3"/>
              </a:cxn>
              <a:cxn ang="0">
                <a:pos x="T4" y="T5"/>
              </a:cxn>
              <a:cxn ang="0">
                <a:pos x="T6" y="T7"/>
              </a:cxn>
            </a:cxnLst>
            <a:rect l="0" t="0" r="r" b="b"/>
            <a:pathLst>
              <a:path w="138" h="112">
                <a:moveTo>
                  <a:pt x="0" y="0"/>
                </a:moveTo>
                <a:lnTo>
                  <a:pt x="138" y="0"/>
                </a:lnTo>
                <a:lnTo>
                  <a:pt x="68" y="112"/>
                </a:lnTo>
                <a:lnTo>
                  <a:pt x="0" y="0"/>
                </a:lnTo>
                <a:close/>
              </a:path>
            </a:pathLst>
          </a:custGeom>
          <a:solidFill>
            <a:srgbClr val="F15A2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 name="Freeform 11"/>
          <p:cNvSpPr>
            <a:spLocks/>
          </p:cNvSpPr>
          <p:nvPr/>
        </p:nvSpPr>
        <p:spPr bwMode="auto">
          <a:xfrm>
            <a:off x="3621874" y="4338409"/>
            <a:ext cx="481013" cy="1216025"/>
          </a:xfrm>
          <a:custGeom>
            <a:avLst/>
            <a:gdLst>
              <a:gd name="T0" fmla="*/ 303 w 303"/>
              <a:gd name="T1" fmla="*/ 0 h 766"/>
              <a:gd name="T2" fmla="*/ 0 w 303"/>
              <a:gd name="T3" fmla="*/ 82 h 766"/>
              <a:gd name="T4" fmla="*/ 0 w 303"/>
              <a:gd name="T5" fmla="*/ 766 h 766"/>
              <a:gd name="T6" fmla="*/ 19 w 303"/>
              <a:gd name="T7" fmla="*/ 766 h 766"/>
              <a:gd name="T8" fmla="*/ 19 w 303"/>
              <a:gd name="T9" fmla="*/ 95 h 766"/>
              <a:gd name="T10" fmla="*/ 303 w 303"/>
              <a:gd name="T11" fmla="*/ 19 h 766"/>
              <a:gd name="T12" fmla="*/ 303 w 303"/>
              <a:gd name="T13" fmla="*/ 0 h 766"/>
            </a:gdLst>
            <a:ahLst/>
            <a:cxnLst>
              <a:cxn ang="0">
                <a:pos x="T0" y="T1"/>
              </a:cxn>
              <a:cxn ang="0">
                <a:pos x="T2" y="T3"/>
              </a:cxn>
              <a:cxn ang="0">
                <a:pos x="T4" y="T5"/>
              </a:cxn>
              <a:cxn ang="0">
                <a:pos x="T6" y="T7"/>
              </a:cxn>
              <a:cxn ang="0">
                <a:pos x="T8" y="T9"/>
              </a:cxn>
              <a:cxn ang="0">
                <a:pos x="T10" y="T11"/>
              </a:cxn>
              <a:cxn ang="0">
                <a:pos x="T12" y="T13"/>
              </a:cxn>
            </a:cxnLst>
            <a:rect l="0" t="0" r="r" b="b"/>
            <a:pathLst>
              <a:path w="303" h="766">
                <a:moveTo>
                  <a:pt x="303" y="0"/>
                </a:moveTo>
                <a:lnTo>
                  <a:pt x="0" y="82"/>
                </a:lnTo>
                <a:lnTo>
                  <a:pt x="0" y="766"/>
                </a:lnTo>
                <a:lnTo>
                  <a:pt x="19" y="766"/>
                </a:lnTo>
                <a:lnTo>
                  <a:pt x="19" y="95"/>
                </a:lnTo>
                <a:lnTo>
                  <a:pt x="303" y="19"/>
                </a:lnTo>
                <a:lnTo>
                  <a:pt x="303" y="0"/>
                </a:lnTo>
                <a:close/>
              </a:path>
            </a:pathLst>
          </a:custGeom>
          <a:solidFill>
            <a:srgbClr val="EA920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2"/>
          <p:cNvSpPr>
            <a:spLocks/>
          </p:cNvSpPr>
          <p:nvPr/>
        </p:nvSpPr>
        <p:spPr bwMode="auto">
          <a:xfrm>
            <a:off x="3526624" y="5506809"/>
            <a:ext cx="222250" cy="177800"/>
          </a:xfrm>
          <a:custGeom>
            <a:avLst/>
            <a:gdLst>
              <a:gd name="T0" fmla="*/ 140 w 140"/>
              <a:gd name="T1" fmla="*/ 0 h 112"/>
              <a:gd name="T2" fmla="*/ 0 w 140"/>
              <a:gd name="T3" fmla="*/ 0 h 112"/>
              <a:gd name="T4" fmla="*/ 70 w 140"/>
              <a:gd name="T5" fmla="*/ 112 h 112"/>
              <a:gd name="T6" fmla="*/ 140 w 140"/>
              <a:gd name="T7" fmla="*/ 0 h 112"/>
            </a:gdLst>
            <a:ahLst/>
            <a:cxnLst>
              <a:cxn ang="0">
                <a:pos x="T0" y="T1"/>
              </a:cxn>
              <a:cxn ang="0">
                <a:pos x="T2" y="T3"/>
              </a:cxn>
              <a:cxn ang="0">
                <a:pos x="T4" y="T5"/>
              </a:cxn>
              <a:cxn ang="0">
                <a:pos x="T6" y="T7"/>
              </a:cxn>
            </a:cxnLst>
            <a:rect l="0" t="0" r="r" b="b"/>
            <a:pathLst>
              <a:path w="140" h="112">
                <a:moveTo>
                  <a:pt x="140" y="0"/>
                </a:moveTo>
                <a:lnTo>
                  <a:pt x="0" y="0"/>
                </a:lnTo>
                <a:lnTo>
                  <a:pt x="70" y="112"/>
                </a:lnTo>
                <a:lnTo>
                  <a:pt x="140" y="0"/>
                </a:lnTo>
                <a:close/>
              </a:path>
            </a:pathLst>
          </a:custGeom>
          <a:solidFill>
            <a:srgbClr val="EA920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Rectangle 13"/>
          <p:cNvSpPr>
            <a:spLocks noChangeArrowheads="1"/>
          </p:cNvSpPr>
          <p:nvPr/>
        </p:nvSpPr>
        <p:spPr bwMode="auto">
          <a:xfrm>
            <a:off x="4291799" y="2423884"/>
            <a:ext cx="3673475" cy="2505075"/>
          </a:xfrm>
          <a:prstGeom prst="rect">
            <a:avLst/>
          </a:prstGeom>
          <a:solidFill>
            <a:srgbClr val="001E3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4"/>
          <p:cNvSpPr>
            <a:spLocks/>
          </p:cNvSpPr>
          <p:nvPr/>
        </p:nvSpPr>
        <p:spPr bwMode="auto">
          <a:xfrm>
            <a:off x="4085424" y="4930547"/>
            <a:ext cx="4086225" cy="176213"/>
          </a:xfrm>
          <a:custGeom>
            <a:avLst/>
            <a:gdLst>
              <a:gd name="T0" fmla="*/ 0 w 1586"/>
              <a:gd name="T1" fmla="*/ 0 h 68"/>
              <a:gd name="T2" fmla="*/ 0 w 1586"/>
              <a:gd name="T3" fmla="*/ 13 h 68"/>
              <a:gd name="T4" fmla="*/ 25 w 1586"/>
              <a:gd name="T5" fmla="*/ 68 h 68"/>
              <a:gd name="T6" fmla="*/ 1561 w 1586"/>
              <a:gd name="T7" fmla="*/ 68 h 68"/>
              <a:gd name="T8" fmla="*/ 1586 w 1586"/>
              <a:gd name="T9" fmla="*/ 13 h 68"/>
              <a:gd name="T10" fmla="*/ 1586 w 1586"/>
              <a:gd name="T11" fmla="*/ 0 h 68"/>
              <a:gd name="T12" fmla="*/ 0 w 1586"/>
              <a:gd name="T13" fmla="*/ 0 h 68"/>
            </a:gdLst>
            <a:ahLst/>
            <a:cxnLst>
              <a:cxn ang="0">
                <a:pos x="T0" y="T1"/>
              </a:cxn>
              <a:cxn ang="0">
                <a:pos x="T2" y="T3"/>
              </a:cxn>
              <a:cxn ang="0">
                <a:pos x="T4" y="T5"/>
              </a:cxn>
              <a:cxn ang="0">
                <a:pos x="T6" y="T7"/>
              </a:cxn>
              <a:cxn ang="0">
                <a:pos x="T8" y="T9"/>
              </a:cxn>
              <a:cxn ang="0">
                <a:pos x="T10" y="T11"/>
              </a:cxn>
              <a:cxn ang="0">
                <a:pos x="T12" y="T13"/>
              </a:cxn>
            </a:cxnLst>
            <a:rect l="0" t="0" r="r" b="b"/>
            <a:pathLst>
              <a:path w="1586" h="68">
                <a:moveTo>
                  <a:pt x="0" y="0"/>
                </a:moveTo>
                <a:cubicBezTo>
                  <a:pt x="0" y="13"/>
                  <a:pt x="0" y="13"/>
                  <a:pt x="0" y="13"/>
                </a:cubicBezTo>
                <a:cubicBezTo>
                  <a:pt x="0" y="43"/>
                  <a:pt x="11" y="68"/>
                  <a:pt x="25" y="68"/>
                </a:cubicBezTo>
                <a:cubicBezTo>
                  <a:pt x="1561" y="68"/>
                  <a:pt x="1561" y="68"/>
                  <a:pt x="1561" y="68"/>
                </a:cubicBezTo>
                <a:cubicBezTo>
                  <a:pt x="1575" y="68"/>
                  <a:pt x="1586" y="43"/>
                  <a:pt x="1586" y="13"/>
                </a:cubicBezTo>
                <a:cubicBezTo>
                  <a:pt x="1586" y="0"/>
                  <a:pt x="1586" y="0"/>
                  <a:pt x="1586" y="0"/>
                </a:cubicBezTo>
                <a:lnTo>
                  <a:pt x="0" y="0"/>
                </a:lnTo>
                <a:close/>
              </a:path>
            </a:pathLst>
          </a:custGeom>
          <a:solidFill>
            <a:srgbClr val="022D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5"/>
          <p:cNvSpPr>
            <a:spLocks/>
          </p:cNvSpPr>
          <p:nvPr/>
        </p:nvSpPr>
        <p:spPr bwMode="auto">
          <a:xfrm>
            <a:off x="4093361" y="5036909"/>
            <a:ext cx="4070350" cy="69850"/>
          </a:xfrm>
          <a:custGeom>
            <a:avLst/>
            <a:gdLst>
              <a:gd name="T0" fmla="*/ 0 w 1580"/>
              <a:gd name="T1" fmla="*/ 0 h 27"/>
              <a:gd name="T2" fmla="*/ 22 w 1580"/>
              <a:gd name="T3" fmla="*/ 27 h 27"/>
              <a:gd name="T4" fmla="*/ 1558 w 1580"/>
              <a:gd name="T5" fmla="*/ 27 h 27"/>
              <a:gd name="T6" fmla="*/ 1580 w 1580"/>
              <a:gd name="T7" fmla="*/ 0 h 27"/>
              <a:gd name="T8" fmla="*/ 0 w 1580"/>
              <a:gd name="T9" fmla="*/ 0 h 27"/>
            </a:gdLst>
            <a:ahLst/>
            <a:cxnLst>
              <a:cxn ang="0">
                <a:pos x="T0" y="T1"/>
              </a:cxn>
              <a:cxn ang="0">
                <a:pos x="T2" y="T3"/>
              </a:cxn>
              <a:cxn ang="0">
                <a:pos x="T4" y="T5"/>
              </a:cxn>
              <a:cxn ang="0">
                <a:pos x="T6" y="T7"/>
              </a:cxn>
              <a:cxn ang="0">
                <a:pos x="T8" y="T9"/>
              </a:cxn>
            </a:cxnLst>
            <a:rect l="0" t="0" r="r" b="b"/>
            <a:pathLst>
              <a:path w="1580" h="27">
                <a:moveTo>
                  <a:pt x="0" y="0"/>
                </a:moveTo>
                <a:cubicBezTo>
                  <a:pt x="5" y="16"/>
                  <a:pt x="13" y="27"/>
                  <a:pt x="22" y="27"/>
                </a:cubicBezTo>
                <a:cubicBezTo>
                  <a:pt x="1558" y="27"/>
                  <a:pt x="1558" y="27"/>
                  <a:pt x="1558" y="27"/>
                </a:cubicBezTo>
                <a:cubicBezTo>
                  <a:pt x="1567" y="27"/>
                  <a:pt x="1575" y="16"/>
                  <a:pt x="1580" y="0"/>
                </a:cubicBezTo>
                <a:lnTo>
                  <a:pt x="0" y="0"/>
                </a:lnTo>
                <a:close/>
              </a:path>
            </a:pathLst>
          </a:custGeom>
          <a:solidFill>
            <a:srgbClr val="001E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Rectangle 16"/>
          <p:cNvSpPr>
            <a:spLocks noChangeArrowheads="1"/>
          </p:cNvSpPr>
          <p:nvPr/>
        </p:nvSpPr>
        <p:spPr bwMode="auto">
          <a:xfrm>
            <a:off x="4425149" y="2550884"/>
            <a:ext cx="1701800" cy="1136650"/>
          </a:xfrm>
          <a:prstGeom prst="rect">
            <a:avLst/>
          </a:prstGeom>
          <a:solidFill>
            <a:srgbClr val="3A97A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7"/>
          <p:cNvSpPr>
            <a:spLocks/>
          </p:cNvSpPr>
          <p:nvPr/>
        </p:nvSpPr>
        <p:spPr bwMode="auto">
          <a:xfrm>
            <a:off x="4425149" y="2550884"/>
            <a:ext cx="1701800" cy="1136650"/>
          </a:xfrm>
          <a:custGeom>
            <a:avLst/>
            <a:gdLst>
              <a:gd name="T0" fmla="*/ 0 w 1072"/>
              <a:gd name="T1" fmla="*/ 0 h 716"/>
              <a:gd name="T2" fmla="*/ 0 w 1072"/>
              <a:gd name="T3" fmla="*/ 716 h 716"/>
              <a:gd name="T4" fmla="*/ 1072 w 1072"/>
              <a:gd name="T5" fmla="*/ 716 h 716"/>
              <a:gd name="T6" fmla="*/ 0 w 1072"/>
              <a:gd name="T7" fmla="*/ 0 h 716"/>
            </a:gdLst>
            <a:ahLst/>
            <a:cxnLst>
              <a:cxn ang="0">
                <a:pos x="T0" y="T1"/>
              </a:cxn>
              <a:cxn ang="0">
                <a:pos x="T2" y="T3"/>
              </a:cxn>
              <a:cxn ang="0">
                <a:pos x="T4" y="T5"/>
              </a:cxn>
              <a:cxn ang="0">
                <a:pos x="T6" y="T7"/>
              </a:cxn>
            </a:cxnLst>
            <a:rect l="0" t="0" r="r" b="b"/>
            <a:pathLst>
              <a:path w="1072" h="716">
                <a:moveTo>
                  <a:pt x="0" y="0"/>
                </a:moveTo>
                <a:lnTo>
                  <a:pt x="0" y="716"/>
                </a:lnTo>
                <a:lnTo>
                  <a:pt x="1072" y="716"/>
                </a:lnTo>
                <a:lnTo>
                  <a:pt x="0" y="0"/>
                </a:lnTo>
                <a:close/>
              </a:path>
            </a:pathLst>
          </a:custGeom>
          <a:solidFill>
            <a:srgbClr val="2C8F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Rectangle 18"/>
          <p:cNvSpPr>
            <a:spLocks noChangeArrowheads="1"/>
          </p:cNvSpPr>
          <p:nvPr/>
        </p:nvSpPr>
        <p:spPr bwMode="auto">
          <a:xfrm>
            <a:off x="6126949" y="3687534"/>
            <a:ext cx="1704975" cy="1114425"/>
          </a:xfrm>
          <a:prstGeom prst="rect">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19"/>
          <p:cNvSpPr>
            <a:spLocks/>
          </p:cNvSpPr>
          <p:nvPr/>
        </p:nvSpPr>
        <p:spPr bwMode="auto">
          <a:xfrm>
            <a:off x="6126949" y="3687534"/>
            <a:ext cx="1704975" cy="1114425"/>
          </a:xfrm>
          <a:custGeom>
            <a:avLst/>
            <a:gdLst>
              <a:gd name="T0" fmla="*/ 0 w 1074"/>
              <a:gd name="T1" fmla="*/ 0 h 702"/>
              <a:gd name="T2" fmla="*/ 0 w 1074"/>
              <a:gd name="T3" fmla="*/ 702 h 702"/>
              <a:gd name="T4" fmla="*/ 1074 w 1074"/>
              <a:gd name="T5" fmla="*/ 702 h 702"/>
              <a:gd name="T6" fmla="*/ 0 w 1074"/>
              <a:gd name="T7" fmla="*/ 0 h 702"/>
            </a:gdLst>
            <a:ahLst/>
            <a:cxnLst>
              <a:cxn ang="0">
                <a:pos x="T0" y="T1"/>
              </a:cxn>
              <a:cxn ang="0">
                <a:pos x="T2" y="T3"/>
              </a:cxn>
              <a:cxn ang="0">
                <a:pos x="T4" y="T5"/>
              </a:cxn>
              <a:cxn ang="0">
                <a:pos x="T6" y="T7"/>
              </a:cxn>
            </a:cxnLst>
            <a:rect l="0" t="0" r="r" b="b"/>
            <a:pathLst>
              <a:path w="1074" h="702">
                <a:moveTo>
                  <a:pt x="0" y="0"/>
                </a:moveTo>
                <a:lnTo>
                  <a:pt x="0" y="702"/>
                </a:lnTo>
                <a:lnTo>
                  <a:pt x="1074" y="702"/>
                </a:lnTo>
                <a:lnTo>
                  <a:pt x="0" y="0"/>
                </a:lnTo>
                <a:close/>
              </a:path>
            </a:pathLst>
          </a:custGeom>
          <a:solidFill>
            <a:srgbClr val="E0450E"/>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 name="Rectangle 20"/>
          <p:cNvSpPr>
            <a:spLocks noChangeArrowheads="1"/>
          </p:cNvSpPr>
          <p:nvPr/>
        </p:nvSpPr>
        <p:spPr bwMode="auto">
          <a:xfrm>
            <a:off x="6126949" y="2550884"/>
            <a:ext cx="1704975" cy="1136650"/>
          </a:xfrm>
          <a:prstGeom prst="rect">
            <a:avLst/>
          </a:prstGeom>
          <a:solidFill>
            <a:srgbClr val="8BC90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21"/>
          <p:cNvSpPr>
            <a:spLocks/>
          </p:cNvSpPr>
          <p:nvPr/>
        </p:nvSpPr>
        <p:spPr bwMode="auto">
          <a:xfrm>
            <a:off x="6126949" y="2550884"/>
            <a:ext cx="1704975" cy="1136650"/>
          </a:xfrm>
          <a:custGeom>
            <a:avLst/>
            <a:gdLst>
              <a:gd name="T0" fmla="*/ 1074 w 1074"/>
              <a:gd name="T1" fmla="*/ 716 h 716"/>
              <a:gd name="T2" fmla="*/ 0 w 1074"/>
              <a:gd name="T3" fmla="*/ 0 h 716"/>
              <a:gd name="T4" fmla="*/ 0 w 1074"/>
              <a:gd name="T5" fmla="*/ 716 h 716"/>
              <a:gd name="T6" fmla="*/ 1074 w 1074"/>
              <a:gd name="T7" fmla="*/ 716 h 716"/>
            </a:gdLst>
            <a:ahLst/>
            <a:cxnLst>
              <a:cxn ang="0">
                <a:pos x="T0" y="T1"/>
              </a:cxn>
              <a:cxn ang="0">
                <a:pos x="T2" y="T3"/>
              </a:cxn>
              <a:cxn ang="0">
                <a:pos x="T4" y="T5"/>
              </a:cxn>
              <a:cxn ang="0">
                <a:pos x="T6" y="T7"/>
              </a:cxn>
            </a:cxnLst>
            <a:rect l="0" t="0" r="r" b="b"/>
            <a:pathLst>
              <a:path w="1074" h="716">
                <a:moveTo>
                  <a:pt x="1074" y="716"/>
                </a:moveTo>
                <a:lnTo>
                  <a:pt x="0" y="0"/>
                </a:lnTo>
                <a:lnTo>
                  <a:pt x="0" y="716"/>
                </a:lnTo>
                <a:lnTo>
                  <a:pt x="1074" y="716"/>
                </a:lnTo>
                <a:close/>
              </a:path>
            </a:pathLst>
          </a:custGeom>
          <a:solidFill>
            <a:srgbClr val="72A305"/>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4" name="Rectangle 22"/>
          <p:cNvSpPr>
            <a:spLocks noChangeArrowheads="1"/>
          </p:cNvSpPr>
          <p:nvPr/>
        </p:nvSpPr>
        <p:spPr bwMode="auto">
          <a:xfrm>
            <a:off x="4425149" y="3687534"/>
            <a:ext cx="1701800" cy="1114425"/>
          </a:xfrm>
          <a:prstGeom prst="rect">
            <a:avLst/>
          </a:prstGeom>
          <a:solidFill>
            <a:srgbClr val="F79F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23"/>
          <p:cNvSpPr>
            <a:spLocks/>
          </p:cNvSpPr>
          <p:nvPr/>
        </p:nvSpPr>
        <p:spPr bwMode="auto">
          <a:xfrm>
            <a:off x="4425149" y="3687534"/>
            <a:ext cx="1701800" cy="1114425"/>
          </a:xfrm>
          <a:custGeom>
            <a:avLst/>
            <a:gdLst>
              <a:gd name="T0" fmla="*/ 0 w 1072"/>
              <a:gd name="T1" fmla="*/ 0 h 702"/>
              <a:gd name="T2" fmla="*/ 0 w 1072"/>
              <a:gd name="T3" fmla="*/ 702 h 702"/>
              <a:gd name="T4" fmla="*/ 1072 w 1072"/>
              <a:gd name="T5" fmla="*/ 702 h 702"/>
              <a:gd name="T6" fmla="*/ 0 w 1072"/>
              <a:gd name="T7" fmla="*/ 0 h 702"/>
            </a:gdLst>
            <a:ahLst/>
            <a:cxnLst>
              <a:cxn ang="0">
                <a:pos x="T0" y="T1"/>
              </a:cxn>
              <a:cxn ang="0">
                <a:pos x="T2" y="T3"/>
              </a:cxn>
              <a:cxn ang="0">
                <a:pos x="T4" y="T5"/>
              </a:cxn>
              <a:cxn ang="0">
                <a:pos x="T6" y="T7"/>
              </a:cxn>
            </a:cxnLst>
            <a:rect l="0" t="0" r="r" b="b"/>
            <a:pathLst>
              <a:path w="1072" h="702">
                <a:moveTo>
                  <a:pt x="0" y="0"/>
                </a:moveTo>
                <a:lnTo>
                  <a:pt x="0" y="702"/>
                </a:lnTo>
                <a:lnTo>
                  <a:pt x="1072" y="702"/>
                </a:lnTo>
                <a:lnTo>
                  <a:pt x="0" y="0"/>
                </a:lnTo>
                <a:close/>
              </a:path>
            </a:pathLst>
          </a:custGeom>
          <a:solidFill>
            <a:srgbClr val="EA920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Oval 24"/>
          <p:cNvSpPr>
            <a:spLocks noChangeArrowheads="1"/>
          </p:cNvSpPr>
          <p:nvPr/>
        </p:nvSpPr>
        <p:spPr bwMode="auto">
          <a:xfrm>
            <a:off x="5776111" y="3979634"/>
            <a:ext cx="522288" cy="525463"/>
          </a:xfrm>
          <a:prstGeom prst="ellipse">
            <a:avLst/>
          </a:prstGeom>
          <a:solidFill>
            <a:srgbClr val="E0450E"/>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7" name="Oval 25"/>
          <p:cNvSpPr>
            <a:spLocks noChangeArrowheads="1"/>
          </p:cNvSpPr>
          <p:nvPr/>
        </p:nvSpPr>
        <p:spPr bwMode="auto">
          <a:xfrm>
            <a:off x="5023636" y="3344634"/>
            <a:ext cx="522288" cy="523875"/>
          </a:xfrm>
          <a:prstGeom prst="ellipse">
            <a:avLst/>
          </a:prstGeom>
          <a:solidFill>
            <a:srgbClr val="F79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Oval 26"/>
          <p:cNvSpPr>
            <a:spLocks noChangeArrowheads="1"/>
          </p:cNvSpPr>
          <p:nvPr/>
        </p:nvSpPr>
        <p:spPr bwMode="auto">
          <a:xfrm>
            <a:off x="5941211" y="2865209"/>
            <a:ext cx="522288" cy="523875"/>
          </a:xfrm>
          <a:prstGeom prst="ellipse">
            <a:avLst/>
          </a:prstGeom>
          <a:solidFill>
            <a:srgbClr val="3A97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Oval 27"/>
          <p:cNvSpPr>
            <a:spLocks noChangeArrowheads="1"/>
          </p:cNvSpPr>
          <p:nvPr/>
        </p:nvSpPr>
        <p:spPr bwMode="auto">
          <a:xfrm>
            <a:off x="6752424" y="3509734"/>
            <a:ext cx="522288" cy="527050"/>
          </a:xfrm>
          <a:prstGeom prst="ellipse">
            <a:avLst/>
          </a:prstGeom>
          <a:solidFill>
            <a:srgbClr val="72A305"/>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4" name="椭圆 33"/>
          <p:cNvSpPr/>
          <p:nvPr/>
        </p:nvSpPr>
        <p:spPr>
          <a:xfrm>
            <a:off x="4726773" y="6065609"/>
            <a:ext cx="2620963" cy="323850"/>
          </a:xfrm>
          <a:prstGeom prst="ellipse">
            <a:avLst/>
          </a:prstGeom>
          <a:gradFill flip="none" rotWithShape="1">
            <a:gsLst>
              <a:gs pos="0">
                <a:schemeClr val="tx1">
                  <a:lumMod val="95000"/>
                  <a:lumOff val="5000"/>
                  <a:alpha val="50000"/>
                </a:schemeClr>
              </a:gs>
              <a:gs pos="90000">
                <a:schemeClr val="tx1">
                  <a:alpha val="0"/>
                  <a:lumMod val="0"/>
                  <a:lumOff val="100000"/>
                </a:schemeClr>
              </a:gs>
            </a:gsLst>
            <a:path path="shape">
              <a:fillToRect l="50000" t="50000" r="50000" b="50000"/>
            </a:path>
            <a:tileRect/>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文本框 34"/>
          <p:cNvSpPr txBox="1"/>
          <p:nvPr/>
        </p:nvSpPr>
        <p:spPr>
          <a:xfrm>
            <a:off x="4956805" y="2621725"/>
            <a:ext cx="655949" cy="954107"/>
          </a:xfrm>
          <a:prstGeom prst="rect">
            <a:avLst/>
          </a:prstGeom>
          <a:noFill/>
        </p:spPr>
        <p:txBody>
          <a:bodyPr wrap="none" rtlCol="0">
            <a:spAutoFit/>
          </a:bodyPr>
          <a:lstStyle/>
          <a:p>
            <a:pPr algn="ctr"/>
            <a:r>
              <a:rPr lang="en-US" altLang="zh-CN" sz="1600" dirty="0">
                <a:solidFill>
                  <a:schemeClr val="bg1"/>
                </a:solidFill>
                <a:latin typeface="Agency FB" panose="020B0503020202020204" pitchFamily="34" charset="0"/>
              </a:rPr>
              <a:t>OPTION</a:t>
            </a:r>
          </a:p>
          <a:p>
            <a:pPr algn="ctr"/>
            <a:r>
              <a:rPr lang="en-US" altLang="zh-CN" sz="4000" dirty="0">
                <a:solidFill>
                  <a:schemeClr val="bg1"/>
                </a:solidFill>
                <a:latin typeface="Impact" panose="020B0806030902050204" pitchFamily="34" charset="0"/>
              </a:rPr>
              <a:t>01</a:t>
            </a:r>
            <a:endParaRPr lang="zh-CN" altLang="en-US" sz="4000" dirty="0">
              <a:solidFill>
                <a:schemeClr val="bg1"/>
              </a:solidFill>
              <a:latin typeface="Impact" panose="020B0806030902050204" pitchFamily="34" charset="0"/>
            </a:endParaRPr>
          </a:p>
        </p:txBody>
      </p:sp>
      <p:sp>
        <p:nvSpPr>
          <p:cNvPr id="36" name="文本框 35"/>
          <p:cNvSpPr txBox="1"/>
          <p:nvPr/>
        </p:nvSpPr>
        <p:spPr>
          <a:xfrm>
            <a:off x="6714750" y="2607230"/>
            <a:ext cx="718466" cy="954107"/>
          </a:xfrm>
          <a:prstGeom prst="rect">
            <a:avLst/>
          </a:prstGeom>
          <a:noFill/>
        </p:spPr>
        <p:txBody>
          <a:bodyPr wrap="none" rtlCol="0">
            <a:spAutoFit/>
          </a:bodyPr>
          <a:lstStyle/>
          <a:p>
            <a:pPr algn="ctr"/>
            <a:r>
              <a:rPr lang="en-US" altLang="zh-CN" sz="1600" dirty="0">
                <a:solidFill>
                  <a:schemeClr val="bg1"/>
                </a:solidFill>
                <a:latin typeface="Agency FB" panose="020B0503020202020204" pitchFamily="34" charset="0"/>
              </a:rPr>
              <a:t>OPTION</a:t>
            </a:r>
          </a:p>
          <a:p>
            <a:pPr algn="ctr"/>
            <a:r>
              <a:rPr lang="en-US" altLang="zh-CN" sz="4000" dirty="0">
                <a:solidFill>
                  <a:schemeClr val="bg1"/>
                </a:solidFill>
                <a:latin typeface="Impact" panose="020B0806030902050204" pitchFamily="34" charset="0"/>
              </a:rPr>
              <a:t>02</a:t>
            </a:r>
            <a:endParaRPr lang="zh-CN" altLang="en-US" sz="4000" dirty="0">
              <a:solidFill>
                <a:schemeClr val="bg1"/>
              </a:solidFill>
              <a:latin typeface="Impact" panose="020B0806030902050204" pitchFamily="34" charset="0"/>
            </a:endParaRPr>
          </a:p>
        </p:txBody>
      </p:sp>
      <p:sp>
        <p:nvSpPr>
          <p:cNvPr id="37" name="文本框 36"/>
          <p:cNvSpPr txBox="1"/>
          <p:nvPr/>
        </p:nvSpPr>
        <p:spPr>
          <a:xfrm>
            <a:off x="4936037" y="3768054"/>
            <a:ext cx="716863" cy="954107"/>
          </a:xfrm>
          <a:prstGeom prst="rect">
            <a:avLst/>
          </a:prstGeom>
          <a:noFill/>
        </p:spPr>
        <p:txBody>
          <a:bodyPr wrap="none" rtlCol="0">
            <a:spAutoFit/>
          </a:bodyPr>
          <a:lstStyle/>
          <a:p>
            <a:pPr algn="ctr"/>
            <a:r>
              <a:rPr lang="en-US" altLang="zh-CN" sz="1600" dirty="0">
                <a:solidFill>
                  <a:schemeClr val="bg1"/>
                </a:solidFill>
                <a:latin typeface="Agency FB" panose="020B0503020202020204" pitchFamily="34" charset="0"/>
              </a:rPr>
              <a:t>OPTION</a:t>
            </a:r>
          </a:p>
          <a:p>
            <a:pPr algn="ctr"/>
            <a:r>
              <a:rPr lang="en-US" altLang="zh-CN" sz="4000" dirty="0">
                <a:solidFill>
                  <a:schemeClr val="bg1"/>
                </a:solidFill>
                <a:latin typeface="Impact" panose="020B0806030902050204" pitchFamily="34" charset="0"/>
              </a:rPr>
              <a:t>04</a:t>
            </a:r>
            <a:endParaRPr lang="zh-CN" altLang="en-US" sz="4000" dirty="0">
              <a:solidFill>
                <a:schemeClr val="bg1"/>
              </a:solidFill>
              <a:latin typeface="Impact" panose="020B0806030902050204" pitchFamily="34" charset="0"/>
            </a:endParaRPr>
          </a:p>
        </p:txBody>
      </p:sp>
      <p:sp>
        <p:nvSpPr>
          <p:cNvPr id="38" name="文本框 37"/>
          <p:cNvSpPr txBox="1"/>
          <p:nvPr/>
        </p:nvSpPr>
        <p:spPr>
          <a:xfrm>
            <a:off x="6651285" y="3847852"/>
            <a:ext cx="732893" cy="954107"/>
          </a:xfrm>
          <a:prstGeom prst="rect">
            <a:avLst/>
          </a:prstGeom>
          <a:noFill/>
        </p:spPr>
        <p:txBody>
          <a:bodyPr wrap="none" rtlCol="0">
            <a:spAutoFit/>
          </a:bodyPr>
          <a:lstStyle/>
          <a:p>
            <a:pPr algn="ctr"/>
            <a:r>
              <a:rPr lang="en-US" altLang="zh-CN" sz="1600" dirty="0">
                <a:solidFill>
                  <a:schemeClr val="bg1"/>
                </a:solidFill>
                <a:latin typeface="Agency FB" panose="020B0503020202020204" pitchFamily="34" charset="0"/>
              </a:rPr>
              <a:t>OPTION</a:t>
            </a:r>
          </a:p>
          <a:p>
            <a:pPr algn="ctr"/>
            <a:r>
              <a:rPr lang="en-US" altLang="zh-CN" sz="4000" dirty="0">
                <a:solidFill>
                  <a:schemeClr val="bg1"/>
                </a:solidFill>
                <a:latin typeface="Impact" panose="020B0806030902050204" pitchFamily="34" charset="0"/>
              </a:rPr>
              <a:t>03</a:t>
            </a:r>
            <a:endParaRPr lang="zh-CN" altLang="en-US" sz="4000" dirty="0">
              <a:solidFill>
                <a:schemeClr val="bg1"/>
              </a:solidFill>
              <a:latin typeface="Impact" panose="020B0806030902050204" pitchFamily="34" charset="0"/>
            </a:endParaRPr>
          </a:p>
        </p:txBody>
      </p:sp>
      <p:sp>
        <p:nvSpPr>
          <p:cNvPr id="39" name="文本框 38"/>
          <p:cNvSpPr txBox="1"/>
          <p:nvPr/>
        </p:nvSpPr>
        <p:spPr>
          <a:xfrm>
            <a:off x="8102290" y="5731073"/>
            <a:ext cx="2856518" cy="830997"/>
          </a:xfrm>
          <a:prstGeom prst="rect">
            <a:avLst/>
          </a:prstGeom>
          <a:noFill/>
        </p:spPr>
        <p:txBody>
          <a:bodyPr wrap="square" rtlCol="0">
            <a:spAutoFit/>
          </a:bodyPr>
          <a:lstStyle/>
          <a:p>
            <a:pPr>
              <a:lnSpc>
                <a:spcPct val="120000"/>
              </a:lnSpc>
            </a:pPr>
            <a:r>
              <a:rPr lang="zh-CN" altLang="en-US" sz="2400" b="1" dirty="0">
                <a:solidFill>
                  <a:srgbClr val="F15A24"/>
                </a:solidFill>
              </a:rPr>
              <a:t>添加标题</a:t>
            </a:r>
            <a:endParaRPr lang="en-US" altLang="zh-CN" sz="2400" b="1" dirty="0">
              <a:solidFill>
                <a:srgbClr val="F15A24"/>
              </a:solidFill>
            </a:endParaRPr>
          </a:p>
          <a:p>
            <a:pPr>
              <a:lnSpc>
                <a:spcPct val="120000"/>
              </a:lnSpc>
            </a:pPr>
            <a:r>
              <a:rPr lang="zh-CN" altLang="en-US" sz="1600" dirty="0">
                <a:solidFill>
                  <a:schemeClr val="tx1">
                    <a:lumMod val="65000"/>
                    <a:lumOff val="35000"/>
                  </a:schemeClr>
                </a:solidFill>
              </a:rPr>
              <a:t>添加内容添加内容</a:t>
            </a:r>
          </a:p>
        </p:txBody>
      </p:sp>
      <p:sp>
        <p:nvSpPr>
          <p:cNvPr id="40" name="文本框 39"/>
          <p:cNvSpPr txBox="1"/>
          <p:nvPr/>
        </p:nvSpPr>
        <p:spPr>
          <a:xfrm>
            <a:off x="8102290" y="1399607"/>
            <a:ext cx="2856518" cy="830997"/>
          </a:xfrm>
          <a:prstGeom prst="rect">
            <a:avLst/>
          </a:prstGeom>
          <a:noFill/>
        </p:spPr>
        <p:txBody>
          <a:bodyPr wrap="square" rtlCol="0">
            <a:spAutoFit/>
          </a:bodyPr>
          <a:lstStyle/>
          <a:p>
            <a:pPr>
              <a:lnSpc>
                <a:spcPct val="120000"/>
              </a:lnSpc>
            </a:pPr>
            <a:r>
              <a:rPr lang="zh-CN" altLang="en-US" sz="2400" b="1" dirty="0">
                <a:solidFill>
                  <a:srgbClr val="7DB305"/>
                </a:solidFill>
              </a:rPr>
              <a:t>添加标题</a:t>
            </a:r>
            <a:endParaRPr lang="en-US" altLang="zh-CN" sz="2400" b="1" dirty="0">
              <a:solidFill>
                <a:srgbClr val="7DB305"/>
              </a:solidFill>
            </a:endParaRPr>
          </a:p>
          <a:p>
            <a:pPr>
              <a:lnSpc>
                <a:spcPct val="120000"/>
              </a:lnSpc>
            </a:pPr>
            <a:r>
              <a:rPr lang="zh-CN" altLang="en-US" sz="1600" dirty="0">
                <a:solidFill>
                  <a:schemeClr val="tx1">
                    <a:lumMod val="65000"/>
                    <a:lumOff val="35000"/>
                  </a:schemeClr>
                </a:solidFill>
              </a:rPr>
              <a:t>添加内容添加内容</a:t>
            </a:r>
          </a:p>
        </p:txBody>
      </p:sp>
      <p:sp>
        <p:nvSpPr>
          <p:cNvPr id="41" name="文本框 40"/>
          <p:cNvSpPr txBox="1"/>
          <p:nvPr/>
        </p:nvSpPr>
        <p:spPr>
          <a:xfrm>
            <a:off x="1246369" y="1399607"/>
            <a:ext cx="2856518" cy="830997"/>
          </a:xfrm>
          <a:prstGeom prst="rect">
            <a:avLst/>
          </a:prstGeom>
          <a:noFill/>
        </p:spPr>
        <p:txBody>
          <a:bodyPr wrap="square" rtlCol="0">
            <a:spAutoFit/>
          </a:bodyPr>
          <a:lstStyle/>
          <a:p>
            <a:pPr algn="r">
              <a:lnSpc>
                <a:spcPct val="120000"/>
              </a:lnSpc>
            </a:pPr>
            <a:r>
              <a:rPr lang="zh-CN" altLang="en-US" sz="2400" b="1" dirty="0">
                <a:solidFill>
                  <a:srgbClr val="3A97A6"/>
                </a:solidFill>
              </a:rPr>
              <a:t>添加标题</a:t>
            </a:r>
            <a:endParaRPr lang="en-US" altLang="zh-CN" sz="2400" b="1" dirty="0">
              <a:solidFill>
                <a:srgbClr val="3A97A6"/>
              </a:solidFill>
            </a:endParaRPr>
          </a:p>
          <a:p>
            <a:pPr algn="r">
              <a:lnSpc>
                <a:spcPct val="120000"/>
              </a:lnSpc>
            </a:pPr>
            <a:r>
              <a:rPr lang="zh-CN" altLang="en-US" sz="1600" dirty="0">
                <a:solidFill>
                  <a:schemeClr val="tx1">
                    <a:lumMod val="65000"/>
                    <a:lumOff val="35000"/>
                  </a:schemeClr>
                </a:solidFill>
              </a:rPr>
              <a:t>添加内容添加内容</a:t>
            </a:r>
          </a:p>
        </p:txBody>
      </p:sp>
      <p:sp>
        <p:nvSpPr>
          <p:cNvPr id="42" name="文本框 41"/>
          <p:cNvSpPr txBox="1"/>
          <p:nvPr/>
        </p:nvSpPr>
        <p:spPr>
          <a:xfrm>
            <a:off x="1233192" y="5660796"/>
            <a:ext cx="2856518" cy="830997"/>
          </a:xfrm>
          <a:prstGeom prst="rect">
            <a:avLst/>
          </a:prstGeom>
          <a:noFill/>
        </p:spPr>
        <p:txBody>
          <a:bodyPr wrap="square" rtlCol="0">
            <a:spAutoFit/>
          </a:bodyPr>
          <a:lstStyle/>
          <a:p>
            <a:pPr algn="r">
              <a:lnSpc>
                <a:spcPct val="120000"/>
              </a:lnSpc>
            </a:pPr>
            <a:r>
              <a:rPr lang="zh-CN" altLang="en-US" sz="2400" b="1" dirty="0">
                <a:solidFill>
                  <a:srgbClr val="EA981E"/>
                </a:solidFill>
              </a:rPr>
              <a:t>添加标题</a:t>
            </a:r>
            <a:endParaRPr lang="en-US" altLang="zh-CN" sz="2400" b="1" dirty="0">
              <a:solidFill>
                <a:srgbClr val="EA981E"/>
              </a:solidFill>
            </a:endParaRPr>
          </a:p>
          <a:p>
            <a:pPr algn="r">
              <a:lnSpc>
                <a:spcPct val="120000"/>
              </a:lnSpc>
            </a:pPr>
            <a:r>
              <a:rPr lang="zh-CN" altLang="en-US" sz="1600" dirty="0">
                <a:solidFill>
                  <a:schemeClr val="tx1">
                    <a:lumMod val="65000"/>
                    <a:lumOff val="35000"/>
                  </a:schemeClr>
                </a:solidFill>
              </a:rPr>
              <a:t>添加内容添加内容</a:t>
            </a:r>
          </a:p>
        </p:txBody>
      </p:sp>
      <p:sp>
        <p:nvSpPr>
          <p:cNvPr id="43" name="矩形 39"/>
          <p:cNvSpPr/>
          <p:nvPr/>
        </p:nvSpPr>
        <p:spPr>
          <a:xfrm>
            <a:off x="0" y="203088"/>
            <a:ext cx="2492990"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循环</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82031953"/>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矩形 39"/>
          <p:cNvSpPr/>
          <p:nvPr/>
        </p:nvSpPr>
        <p:spPr>
          <a:xfrm>
            <a:off x="0" y="203088"/>
            <a:ext cx="2492990"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循环</a:t>
            </a:r>
            <a:endParaRPr lang="zh-CN" altLang="zh-CN" sz="2800" b="1" dirty="0">
              <a:solidFill>
                <a:schemeClr val="tx1">
                  <a:lumMod val="65000"/>
                  <a:lumOff val="35000"/>
                </a:schemeClr>
              </a:solidFill>
            </a:endParaRPr>
          </a:p>
        </p:txBody>
      </p:sp>
      <p:grpSp>
        <p:nvGrpSpPr>
          <p:cNvPr id="45" name="组合 44"/>
          <p:cNvGrpSpPr/>
          <p:nvPr/>
        </p:nvGrpSpPr>
        <p:grpSpPr>
          <a:xfrm>
            <a:off x="3471069" y="1426757"/>
            <a:ext cx="5322888" cy="5014912"/>
            <a:chOff x="412750" y="1452563"/>
            <a:chExt cx="5322888" cy="5014912"/>
          </a:xfrm>
        </p:grpSpPr>
        <p:sp>
          <p:nvSpPr>
            <p:cNvPr id="46" name="AutoShape 34"/>
            <p:cNvSpPr>
              <a:spLocks noChangeAspect="1" noChangeArrowheads="1" noTextEdit="1"/>
            </p:cNvSpPr>
            <p:nvPr/>
          </p:nvSpPr>
          <p:spPr bwMode="auto">
            <a:xfrm>
              <a:off x="412750" y="1452563"/>
              <a:ext cx="5322888" cy="5011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36"/>
            <p:cNvSpPr>
              <a:spLocks/>
            </p:cNvSpPr>
            <p:nvPr/>
          </p:nvSpPr>
          <p:spPr bwMode="auto">
            <a:xfrm>
              <a:off x="566738" y="1452563"/>
              <a:ext cx="2727325" cy="2468562"/>
            </a:xfrm>
            <a:custGeom>
              <a:avLst/>
              <a:gdLst>
                <a:gd name="T0" fmla="*/ 1718 w 1718"/>
                <a:gd name="T1" fmla="*/ 795 h 1555"/>
                <a:gd name="T2" fmla="*/ 1555 w 1718"/>
                <a:gd name="T3" fmla="*/ 651 h 1555"/>
                <a:gd name="T4" fmla="*/ 1555 w 1718"/>
                <a:gd name="T5" fmla="*/ 0 h 1555"/>
                <a:gd name="T6" fmla="*/ 0 w 1718"/>
                <a:gd name="T7" fmla="*/ 0 h 1555"/>
                <a:gd name="T8" fmla="*/ 0 w 1718"/>
                <a:gd name="T9" fmla="*/ 1555 h 1555"/>
                <a:gd name="T10" fmla="*/ 653 w 1718"/>
                <a:gd name="T11" fmla="*/ 1555 h 1555"/>
                <a:gd name="T12" fmla="*/ 812 w 1718"/>
                <a:gd name="T13" fmla="*/ 1375 h 1555"/>
                <a:gd name="T14" fmla="*/ 972 w 1718"/>
                <a:gd name="T15" fmla="*/ 1555 h 1555"/>
                <a:gd name="T16" fmla="*/ 1555 w 1718"/>
                <a:gd name="T17" fmla="*/ 1555 h 1555"/>
                <a:gd name="T18" fmla="*/ 1555 w 1718"/>
                <a:gd name="T19" fmla="*/ 940 h 1555"/>
                <a:gd name="T20" fmla="*/ 1718 w 1718"/>
                <a:gd name="T21" fmla="*/ 795 h 1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18" h="1555">
                  <a:moveTo>
                    <a:pt x="1718" y="795"/>
                  </a:moveTo>
                  <a:lnTo>
                    <a:pt x="1555" y="651"/>
                  </a:lnTo>
                  <a:lnTo>
                    <a:pt x="1555" y="0"/>
                  </a:lnTo>
                  <a:lnTo>
                    <a:pt x="0" y="0"/>
                  </a:lnTo>
                  <a:lnTo>
                    <a:pt x="0" y="1555"/>
                  </a:lnTo>
                  <a:lnTo>
                    <a:pt x="653" y="1555"/>
                  </a:lnTo>
                  <a:lnTo>
                    <a:pt x="812" y="1375"/>
                  </a:lnTo>
                  <a:lnTo>
                    <a:pt x="972" y="1555"/>
                  </a:lnTo>
                  <a:lnTo>
                    <a:pt x="1555" y="1555"/>
                  </a:lnTo>
                  <a:lnTo>
                    <a:pt x="1555" y="940"/>
                  </a:lnTo>
                  <a:lnTo>
                    <a:pt x="1718" y="795"/>
                  </a:lnTo>
                  <a:close/>
                </a:path>
              </a:pathLst>
            </a:custGeom>
            <a:solidFill>
              <a:srgbClr val="65C8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37"/>
            <p:cNvSpPr>
              <a:spLocks/>
            </p:cNvSpPr>
            <p:nvPr/>
          </p:nvSpPr>
          <p:spPr bwMode="auto">
            <a:xfrm>
              <a:off x="2906713" y="3998913"/>
              <a:ext cx="2673350" cy="2468562"/>
            </a:xfrm>
            <a:custGeom>
              <a:avLst/>
              <a:gdLst>
                <a:gd name="T0" fmla="*/ 1067 w 1684"/>
                <a:gd name="T1" fmla="*/ 0 h 1555"/>
                <a:gd name="T2" fmla="*/ 906 w 1684"/>
                <a:gd name="T3" fmla="*/ 180 h 1555"/>
                <a:gd name="T4" fmla="*/ 747 w 1684"/>
                <a:gd name="T5" fmla="*/ 0 h 1555"/>
                <a:gd name="T6" fmla="*/ 130 w 1684"/>
                <a:gd name="T7" fmla="*/ 0 h 1555"/>
                <a:gd name="T8" fmla="*/ 130 w 1684"/>
                <a:gd name="T9" fmla="*/ 647 h 1555"/>
                <a:gd name="T10" fmla="*/ 0 w 1684"/>
                <a:gd name="T11" fmla="*/ 759 h 1555"/>
                <a:gd name="T12" fmla="*/ 130 w 1684"/>
                <a:gd name="T13" fmla="*/ 874 h 1555"/>
                <a:gd name="T14" fmla="*/ 130 w 1684"/>
                <a:gd name="T15" fmla="*/ 1555 h 1555"/>
                <a:gd name="T16" fmla="*/ 1684 w 1684"/>
                <a:gd name="T17" fmla="*/ 1555 h 1555"/>
                <a:gd name="T18" fmla="*/ 1684 w 1684"/>
                <a:gd name="T19" fmla="*/ 0 h 1555"/>
                <a:gd name="T20" fmla="*/ 1067 w 1684"/>
                <a:gd name="T21" fmla="*/ 0 h 1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84" h="1555">
                  <a:moveTo>
                    <a:pt x="1067" y="0"/>
                  </a:moveTo>
                  <a:lnTo>
                    <a:pt x="906" y="180"/>
                  </a:lnTo>
                  <a:lnTo>
                    <a:pt x="747" y="0"/>
                  </a:lnTo>
                  <a:lnTo>
                    <a:pt x="130" y="0"/>
                  </a:lnTo>
                  <a:lnTo>
                    <a:pt x="130" y="647"/>
                  </a:lnTo>
                  <a:lnTo>
                    <a:pt x="0" y="759"/>
                  </a:lnTo>
                  <a:lnTo>
                    <a:pt x="130" y="874"/>
                  </a:lnTo>
                  <a:lnTo>
                    <a:pt x="130" y="1555"/>
                  </a:lnTo>
                  <a:lnTo>
                    <a:pt x="1684" y="1555"/>
                  </a:lnTo>
                  <a:lnTo>
                    <a:pt x="1684" y="0"/>
                  </a:lnTo>
                  <a:lnTo>
                    <a:pt x="1067" y="0"/>
                  </a:lnTo>
                  <a:close/>
                </a:path>
              </a:pathLst>
            </a:cu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38"/>
            <p:cNvSpPr>
              <a:spLocks/>
            </p:cNvSpPr>
            <p:nvPr/>
          </p:nvSpPr>
          <p:spPr bwMode="auto">
            <a:xfrm>
              <a:off x="3113088" y="1452563"/>
              <a:ext cx="2466975" cy="2700337"/>
            </a:xfrm>
            <a:custGeom>
              <a:avLst/>
              <a:gdLst>
                <a:gd name="T0" fmla="*/ 1554 w 1554"/>
                <a:gd name="T1" fmla="*/ 0 h 1701"/>
                <a:gd name="T2" fmla="*/ 0 w 1554"/>
                <a:gd name="T3" fmla="*/ 0 h 1701"/>
                <a:gd name="T4" fmla="*/ 0 w 1554"/>
                <a:gd name="T5" fmla="*/ 621 h 1701"/>
                <a:gd name="T6" fmla="*/ 197 w 1554"/>
                <a:gd name="T7" fmla="*/ 795 h 1701"/>
                <a:gd name="T8" fmla="*/ 0 w 1554"/>
                <a:gd name="T9" fmla="*/ 970 h 1701"/>
                <a:gd name="T10" fmla="*/ 0 w 1554"/>
                <a:gd name="T11" fmla="*/ 1555 h 1701"/>
                <a:gd name="T12" fmla="*/ 647 w 1554"/>
                <a:gd name="T13" fmla="*/ 1555 h 1701"/>
                <a:gd name="T14" fmla="*/ 776 w 1554"/>
                <a:gd name="T15" fmla="*/ 1701 h 1701"/>
                <a:gd name="T16" fmla="*/ 906 w 1554"/>
                <a:gd name="T17" fmla="*/ 1555 h 1701"/>
                <a:gd name="T18" fmla="*/ 1554 w 1554"/>
                <a:gd name="T19" fmla="*/ 1555 h 1701"/>
                <a:gd name="T20" fmla="*/ 1554 w 1554"/>
                <a:gd name="T21" fmla="*/ 0 h 17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4" h="1701">
                  <a:moveTo>
                    <a:pt x="1554" y="0"/>
                  </a:moveTo>
                  <a:lnTo>
                    <a:pt x="0" y="0"/>
                  </a:lnTo>
                  <a:lnTo>
                    <a:pt x="0" y="621"/>
                  </a:lnTo>
                  <a:lnTo>
                    <a:pt x="197" y="795"/>
                  </a:lnTo>
                  <a:lnTo>
                    <a:pt x="0" y="970"/>
                  </a:lnTo>
                  <a:lnTo>
                    <a:pt x="0" y="1555"/>
                  </a:lnTo>
                  <a:lnTo>
                    <a:pt x="647" y="1555"/>
                  </a:lnTo>
                  <a:lnTo>
                    <a:pt x="776" y="1701"/>
                  </a:lnTo>
                  <a:lnTo>
                    <a:pt x="906" y="1555"/>
                  </a:lnTo>
                  <a:lnTo>
                    <a:pt x="1554" y="1555"/>
                  </a:lnTo>
                  <a:lnTo>
                    <a:pt x="1554" y="0"/>
                  </a:lnTo>
                  <a:close/>
                </a:path>
              </a:pathLst>
            </a:custGeom>
            <a:solidFill>
              <a:srgbClr val="8BC90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39"/>
            <p:cNvSpPr>
              <a:spLocks/>
            </p:cNvSpPr>
            <p:nvPr/>
          </p:nvSpPr>
          <p:spPr bwMode="auto">
            <a:xfrm>
              <a:off x="566738" y="3765550"/>
              <a:ext cx="2468563" cy="2692400"/>
            </a:xfrm>
            <a:custGeom>
              <a:avLst/>
              <a:gdLst>
                <a:gd name="T0" fmla="*/ 1555 w 1555"/>
                <a:gd name="T1" fmla="*/ 141 h 1696"/>
                <a:gd name="T2" fmla="*/ 936 w 1555"/>
                <a:gd name="T3" fmla="*/ 141 h 1696"/>
                <a:gd name="T4" fmla="*/ 812 w 1555"/>
                <a:gd name="T5" fmla="*/ 0 h 1696"/>
                <a:gd name="T6" fmla="*/ 689 w 1555"/>
                <a:gd name="T7" fmla="*/ 141 h 1696"/>
                <a:gd name="T8" fmla="*/ 0 w 1555"/>
                <a:gd name="T9" fmla="*/ 141 h 1696"/>
                <a:gd name="T10" fmla="*/ 0 w 1555"/>
                <a:gd name="T11" fmla="*/ 1696 h 1696"/>
                <a:gd name="T12" fmla="*/ 1555 w 1555"/>
                <a:gd name="T13" fmla="*/ 1696 h 1696"/>
                <a:gd name="T14" fmla="*/ 1555 w 1555"/>
                <a:gd name="T15" fmla="*/ 1051 h 1696"/>
                <a:gd name="T16" fmla="*/ 1392 w 1555"/>
                <a:gd name="T17" fmla="*/ 906 h 1696"/>
                <a:gd name="T18" fmla="*/ 1555 w 1555"/>
                <a:gd name="T19" fmla="*/ 762 h 1696"/>
                <a:gd name="T20" fmla="*/ 1555 w 1555"/>
                <a:gd name="T21" fmla="*/ 141 h 1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5" h="1696">
                  <a:moveTo>
                    <a:pt x="1555" y="141"/>
                  </a:moveTo>
                  <a:lnTo>
                    <a:pt x="936" y="141"/>
                  </a:lnTo>
                  <a:lnTo>
                    <a:pt x="812" y="0"/>
                  </a:lnTo>
                  <a:lnTo>
                    <a:pt x="689" y="141"/>
                  </a:lnTo>
                  <a:lnTo>
                    <a:pt x="0" y="141"/>
                  </a:lnTo>
                  <a:lnTo>
                    <a:pt x="0" y="1696"/>
                  </a:lnTo>
                  <a:lnTo>
                    <a:pt x="1555" y="1696"/>
                  </a:lnTo>
                  <a:lnTo>
                    <a:pt x="1555" y="1051"/>
                  </a:lnTo>
                  <a:lnTo>
                    <a:pt x="1392" y="906"/>
                  </a:lnTo>
                  <a:lnTo>
                    <a:pt x="1555" y="762"/>
                  </a:lnTo>
                  <a:lnTo>
                    <a:pt x="1555" y="141"/>
                  </a:lnTo>
                  <a:close/>
                </a:path>
              </a:pathLst>
            </a:custGeom>
            <a:solidFill>
              <a:srgbClr val="FBB0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Rectangle 40"/>
            <p:cNvSpPr>
              <a:spLocks noChangeArrowheads="1"/>
            </p:cNvSpPr>
            <p:nvPr/>
          </p:nvSpPr>
          <p:spPr bwMode="auto">
            <a:xfrm>
              <a:off x="4949825" y="4149725"/>
              <a:ext cx="782638" cy="549275"/>
            </a:xfrm>
            <a:prstGeom prst="rect">
              <a:avLst/>
            </a:prstGeom>
            <a:solidFill>
              <a:srgbClr val="66666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Rectangle 41"/>
            <p:cNvSpPr>
              <a:spLocks noChangeArrowheads="1"/>
            </p:cNvSpPr>
            <p:nvPr/>
          </p:nvSpPr>
          <p:spPr bwMode="auto">
            <a:xfrm>
              <a:off x="415925" y="1606550"/>
              <a:ext cx="782638" cy="549275"/>
            </a:xfrm>
            <a:prstGeom prst="rect">
              <a:avLst/>
            </a:prstGeom>
            <a:solidFill>
              <a:srgbClr val="66666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42"/>
            <p:cNvSpPr>
              <a:spLocks/>
            </p:cNvSpPr>
            <p:nvPr/>
          </p:nvSpPr>
          <p:spPr bwMode="auto">
            <a:xfrm>
              <a:off x="415925" y="2155825"/>
              <a:ext cx="150813" cy="150812"/>
            </a:xfrm>
            <a:custGeom>
              <a:avLst/>
              <a:gdLst>
                <a:gd name="T0" fmla="*/ 0 w 95"/>
                <a:gd name="T1" fmla="*/ 0 h 95"/>
                <a:gd name="T2" fmla="*/ 95 w 95"/>
                <a:gd name="T3" fmla="*/ 95 h 95"/>
                <a:gd name="T4" fmla="*/ 95 w 95"/>
                <a:gd name="T5" fmla="*/ 0 h 95"/>
                <a:gd name="T6" fmla="*/ 0 w 95"/>
                <a:gd name="T7" fmla="*/ 0 h 95"/>
              </a:gdLst>
              <a:ahLst/>
              <a:cxnLst>
                <a:cxn ang="0">
                  <a:pos x="T0" y="T1"/>
                </a:cxn>
                <a:cxn ang="0">
                  <a:pos x="T2" y="T3"/>
                </a:cxn>
                <a:cxn ang="0">
                  <a:pos x="T4" y="T5"/>
                </a:cxn>
                <a:cxn ang="0">
                  <a:pos x="T6" y="T7"/>
                </a:cxn>
              </a:cxnLst>
              <a:rect l="0" t="0" r="r" b="b"/>
              <a:pathLst>
                <a:path w="95" h="95">
                  <a:moveTo>
                    <a:pt x="0" y="0"/>
                  </a:moveTo>
                  <a:lnTo>
                    <a:pt x="95" y="95"/>
                  </a:lnTo>
                  <a:lnTo>
                    <a:pt x="95" y="0"/>
                  </a:lnTo>
                  <a:lnTo>
                    <a:pt x="0" y="0"/>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Rectangle 43"/>
            <p:cNvSpPr>
              <a:spLocks noChangeArrowheads="1"/>
            </p:cNvSpPr>
            <p:nvPr/>
          </p:nvSpPr>
          <p:spPr bwMode="auto">
            <a:xfrm>
              <a:off x="415925" y="4141788"/>
              <a:ext cx="782638" cy="547687"/>
            </a:xfrm>
            <a:prstGeom prst="rect">
              <a:avLst/>
            </a:prstGeom>
            <a:solidFill>
              <a:srgbClr val="66666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44"/>
            <p:cNvSpPr>
              <a:spLocks/>
            </p:cNvSpPr>
            <p:nvPr/>
          </p:nvSpPr>
          <p:spPr bwMode="auto">
            <a:xfrm>
              <a:off x="415925" y="4689475"/>
              <a:ext cx="150813" cy="152400"/>
            </a:xfrm>
            <a:custGeom>
              <a:avLst/>
              <a:gdLst>
                <a:gd name="T0" fmla="*/ 0 w 95"/>
                <a:gd name="T1" fmla="*/ 0 h 96"/>
                <a:gd name="T2" fmla="*/ 95 w 95"/>
                <a:gd name="T3" fmla="*/ 96 h 96"/>
                <a:gd name="T4" fmla="*/ 95 w 95"/>
                <a:gd name="T5" fmla="*/ 0 h 96"/>
                <a:gd name="T6" fmla="*/ 0 w 95"/>
                <a:gd name="T7" fmla="*/ 0 h 96"/>
              </a:gdLst>
              <a:ahLst/>
              <a:cxnLst>
                <a:cxn ang="0">
                  <a:pos x="T0" y="T1"/>
                </a:cxn>
                <a:cxn ang="0">
                  <a:pos x="T2" y="T3"/>
                </a:cxn>
                <a:cxn ang="0">
                  <a:pos x="T4" y="T5"/>
                </a:cxn>
                <a:cxn ang="0">
                  <a:pos x="T6" y="T7"/>
                </a:cxn>
              </a:cxnLst>
              <a:rect l="0" t="0" r="r" b="b"/>
              <a:pathLst>
                <a:path w="95" h="96">
                  <a:moveTo>
                    <a:pt x="0" y="0"/>
                  </a:moveTo>
                  <a:lnTo>
                    <a:pt x="95" y="96"/>
                  </a:lnTo>
                  <a:lnTo>
                    <a:pt x="95" y="0"/>
                  </a:lnTo>
                  <a:lnTo>
                    <a:pt x="0" y="0"/>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45"/>
            <p:cNvSpPr>
              <a:spLocks/>
            </p:cNvSpPr>
            <p:nvPr/>
          </p:nvSpPr>
          <p:spPr bwMode="auto">
            <a:xfrm>
              <a:off x="5580063" y="4699000"/>
              <a:ext cx="152400" cy="150812"/>
            </a:xfrm>
            <a:custGeom>
              <a:avLst/>
              <a:gdLst>
                <a:gd name="T0" fmla="*/ 0 w 96"/>
                <a:gd name="T1" fmla="*/ 95 h 95"/>
                <a:gd name="T2" fmla="*/ 96 w 96"/>
                <a:gd name="T3" fmla="*/ 0 h 95"/>
                <a:gd name="T4" fmla="*/ 0 w 96"/>
                <a:gd name="T5" fmla="*/ 0 h 95"/>
                <a:gd name="T6" fmla="*/ 0 w 96"/>
                <a:gd name="T7" fmla="*/ 95 h 95"/>
              </a:gdLst>
              <a:ahLst/>
              <a:cxnLst>
                <a:cxn ang="0">
                  <a:pos x="T0" y="T1"/>
                </a:cxn>
                <a:cxn ang="0">
                  <a:pos x="T2" y="T3"/>
                </a:cxn>
                <a:cxn ang="0">
                  <a:pos x="T4" y="T5"/>
                </a:cxn>
                <a:cxn ang="0">
                  <a:pos x="T6" y="T7"/>
                </a:cxn>
              </a:cxnLst>
              <a:rect l="0" t="0" r="r" b="b"/>
              <a:pathLst>
                <a:path w="96" h="95">
                  <a:moveTo>
                    <a:pt x="0" y="95"/>
                  </a:moveTo>
                  <a:lnTo>
                    <a:pt x="96" y="0"/>
                  </a:lnTo>
                  <a:lnTo>
                    <a:pt x="0" y="0"/>
                  </a:lnTo>
                  <a:lnTo>
                    <a:pt x="0" y="95"/>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Rectangle 46"/>
            <p:cNvSpPr>
              <a:spLocks noChangeArrowheads="1"/>
            </p:cNvSpPr>
            <p:nvPr/>
          </p:nvSpPr>
          <p:spPr bwMode="auto">
            <a:xfrm>
              <a:off x="4949825" y="1598613"/>
              <a:ext cx="782638" cy="547687"/>
            </a:xfrm>
            <a:prstGeom prst="rect">
              <a:avLst/>
            </a:prstGeom>
            <a:solidFill>
              <a:srgbClr val="66666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47"/>
            <p:cNvSpPr>
              <a:spLocks/>
            </p:cNvSpPr>
            <p:nvPr/>
          </p:nvSpPr>
          <p:spPr bwMode="auto">
            <a:xfrm>
              <a:off x="5580063" y="2146300"/>
              <a:ext cx="152400" cy="152400"/>
            </a:xfrm>
            <a:custGeom>
              <a:avLst/>
              <a:gdLst>
                <a:gd name="T0" fmla="*/ 0 w 96"/>
                <a:gd name="T1" fmla="*/ 96 h 96"/>
                <a:gd name="T2" fmla="*/ 96 w 96"/>
                <a:gd name="T3" fmla="*/ 0 h 96"/>
                <a:gd name="T4" fmla="*/ 0 w 96"/>
                <a:gd name="T5" fmla="*/ 0 h 96"/>
                <a:gd name="T6" fmla="*/ 0 w 96"/>
                <a:gd name="T7" fmla="*/ 96 h 96"/>
              </a:gdLst>
              <a:ahLst/>
              <a:cxnLst>
                <a:cxn ang="0">
                  <a:pos x="T0" y="T1"/>
                </a:cxn>
                <a:cxn ang="0">
                  <a:pos x="T2" y="T3"/>
                </a:cxn>
                <a:cxn ang="0">
                  <a:pos x="T4" y="T5"/>
                </a:cxn>
                <a:cxn ang="0">
                  <a:pos x="T6" y="T7"/>
                </a:cxn>
              </a:cxnLst>
              <a:rect l="0" t="0" r="r" b="b"/>
              <a:pathLst>
                <a:path w="96" h="96">
                  <a:moveTo>
                    <a:pt x="0" y="96"/>
                  </a:moveTo>
                  <a:lnTo>
                    <a:pt x="96" y="0"/>
                  </a:lnTo>
                  <a:lnTo>
                    <a:pt x="0" y="0"/>
                  </a:lnTo>
                  <a:lnTo>
                    <a:pt x="0" y="9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59" name="组合 58"/>
            <p:cNvGrpSpPr/>
            <p:nvPr/>
          </p:nvGrpSpPr>
          <p:grpSpPr>
            <a:xfrm>
              <a:off x="3468757" y="2534605"/>
              <a:ext cx="1879084" cy="1194604"/>
              <a:chOff x="3409123" y="2534605"/>
              <a:chExt cx="1879084" cy="1194604"/>
            </a:xfrm>
            <a:solidFill>
              <a:srgbClr val="FFFFFF">
                <a:alpha val="30196"/>
              </a:srgbClr>
            </a:solidFill>
          </p:grpSpPr>
          <p:sp>
            <p:nvSpPr>
              <p:cNvPr id="74" name="Freeform 24"/>
              <p:cNvSpPr>
                <a:spLocks/>
              </p:cNvSpPr>
              <p:nvPr/>
            </p:nvSpPr>
            <p:spPr bwMode="auto">
              <a:xfrm>
                <a:off x="3880510" y="2534605"/>
                <a:ext cx="929855" cy="1194604"/>
              </a:xfrm>
              <a:custGeom>
                <a:avLst/>
                <a:gdLst>
                  <a:gd name="T0" fmla="*/ 58 w 61"/>
                  <a:gd name="T1" fmla="*/ 63 h 76"/>
                  <a:gd name="T2" fmla="*/ 41 w 61"/>
                  <a:gd name="T3" fmla="*/ 34 h 76"/>
                  <a:gd name="T4" fmla="*/ 36 w 61"/>
                  <a:gd name="T5" fmla="*/ 34 h 76"/>
                  <a:gd name="T6" fmla="*/ 48 w 61"/>
                  <a:gd name="T7" fmla="*/ 18 h 76"/>
                  <a:gd name="T8" fmla="*/ 30 w 61"/>
                  <a:gd name="T9" fmla="*/ 0 h 76"/>
                  <a:gd name="T10" fmla="*/ 13 w 61"/>
                  <a:gd name="T11" fmla="*/ 18 h 76"/>
                  <a:gd name="T12" fmla="*/ 25 w 61"/>
                  <a:gd name="T13" fmla="*/ 34 h 76"/>
                  <a:gd name="T14" fmla="*/ 20 w 61"/>
                  <a:gd name="T15" fmla="*/ 34 h 76"/>
                  <a:gd name="T16" fmla="*/ 3 w 61"/>
                  <a:gd name="T17" fmla="*/ 63 h 76"/>
                  <a:gd name="T18" fmla="*/ 5 w 61"/>
                  <a:gd name="T19" fmla="*/ 76 h 76"/>
                  <a:gd name="T20" fmla="*/ 26 w 61"/>
                  <a:gd name="T21" fmla="*/ 76 h 76"/>
                  <a:gd name="T22" fmla="*/ 30 w 61"/>
                  <a:gd name="T23" fmla="*/ 40 h 76"/>
                  <a:gd name="T24" fmla="*/ 26 w 61"/>
                  <a:gd name="T25" fmla="*/ 35 h 76"/>
                  <a:gd name="T26" fmla="*/ 35 w 61"/>
                  <a:gd name="T27" fmla="*/ 35 h 76"/>
                  <a:gd name="T28" fmla="*/ 31 w 61"/>
                  <a:gd name="T29" fmla="*/ 40 h 76"/>
                  <a:gd name="T30" fmla="*/ 35 w 61"/>
                  <a:gd name="T31" fmla="*/ 76 h 76"/>
                  <a:gd name="T32" fmla="*/ 56 w 61"/>
                  <a:gd name="T33" fmla="*/ 76 h 76"/>
                  <a:gd name="T34" fmla="*/ 58 w 61"/>
                  <a:gd name="T35" fmla="*/ 6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76">
                    <a:moveTo>
                      <a:pt x="58" y="63"/>
                    </a:moveTo>
                    <a:cubicBezTo>
                      <a:pt x="56" y="57"/>
                      <a:pt x="50" y="34"/>
                      <a:pt x="41" y="34"/>
                    </a:cubicBezTo>
                    <a:cubicBezTo>
                      <a:pt x="36" y="34"/>
                      <a:pt x="36" y="34"/>
                      <a:pt x="36" y="34"/>
                    </a:cubicBezTo>
                    <a:cubicBezTo>
                      <a:pt x="43" y="31"/>
                      <a:pt x="48" y="25"/>
                      <a:pt x="48" y="18"/>
                    </a:cubicBezTo>
                    <a:cubicBezTo>
                      <a:pt x="48" y="8"/>
                      <a:pt x="40" y="0"/>
                      <a:pt x="30" y="0"/>
                    </a:cubicBezTo>
                    <a:cubicBezTo>
                      <a:pt x="21" y="0"/>
                      <a:pt x="13" y="8"/>
                      <a:pt x="13" y="18"/>
                    </a:cubicBezTo>
                    <a:cubicBezTo>
                      <a:pt x="13" y="25"/>
                      <a:pt x="18" y="31"/>
                      <a:pt x="25" y="34"/>
                    </a:cubicBezTo>
                    <a:cubicBezTo>
                      <a:pt x="20" y="34"/>
                      <a:pt x="20" y="34"/>
                      <a:pt x="20" y="34"/>
                    </a:cubicBezTo>
                    <a:cubicBezTo>
                      <a:pt x="11" y="34"/>
                      <a:pt x="5" y="57"/>
                      <a:pt x="3" y="63"/>
                    </a:cubicBezTo>
                    <a:cubicBezTo>
                      <a:pt x="0" y="71"/>
                      <a:pt x="5" y="76"/>
                      <a:pt x="5" y="76"/>
                    </a:cubicBezTo>
                    <a:cubicBezTo>
                      <a:pt x="26" y="76"/>
                      <a:pt x="26" y="76"/>
                      <a:pt x="26" y="76"/>
                    </a:cubicBezTo>
                    <a:cubicBezTo>
                      <a:pt x="30" y="40"/>
                      <a:pt x="30" y="40"/>
                      <a:pt x="30" y="40"/>
                    </a:cubicBezTo>
                    <a:cubicBezTo>
                      <a:pt x="26" y="35"/>
                      <a:pt x="26" y="35"/>
                      <a:pt x="26" y="35"/>
                    </a:cubicBezTo>
                    <a:cubicBezTo>
                      <a:pt x="35" y="35"/>
                      <a:pt x="35" y="35"/>
                      <a:pt x="35" y="35"/>
                    </a:cubicBezTo>
                    <a:cubicBezTo>
                      <a:pt x="31" y="40"/>
                      <a:pt x="31" y="40"/>
                      <a:pt x="31" y="40"/>
                    </a:cubicBezTo>
                    <a:cubicBezTo>
                      <a:pt x="35" y="76"/>
                      <a:pt x="35" y="76"/>
                      <a:pt x="35" y="76"/>
                    </a:cubicBezTo>
                    <a:cubicBezTo>
                      <a:pt x="56" y="76"/>
                      <a:pt x="56" y="76"/>
                      <a:pt x="56" y="76"/>
                    </a:cubicBezTo>
                    <a:cubicBezTo>
                      <a:pt x="56" y="76"/>
                      <a:pt x="61" y="71"/>
                      <a:pt x="58"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25"/>
              <p:cNvSpPr>
                <a:spLocks/>
              </p:cNvSpPr>
              <p:nvPr/>
            </p:nvSpPr>
            <p:spPr bwMode="auto">
              <a:xfrm>
                <a:off x="3409123" y="2754153"/>
                <a:ext cx="594074" cy="975056"/>
              </a:xfrm>
              <a:custGeom>
                <a:avLst/>
                <a:gdLst>
                  <a:gd name="T0" fmla="*/ 32 w 39"/>
                  <a:gd name="T1" fmla="*/ 48 h 62"/>
                  <a:gd name="T2" fmla="*/ 33 w 39"/>
                  <a:gd name="T3" fmla="*/ 45 h 62"/>
                  <a:gd name="T4" fmla="*/ 38 w 39"/>
                  <a:gd name="T5" fmla="*/ 30 h 62"/>
                  <a:gd name="T6" fmla="*/ 34 w 39"/>
                  <a:gd name="T7" fmla="*/ 28 h 62"/>
                  <a:gd name="T8" fmla="*/ 30 w 39"/>
                  <a:gd name="T9" fmla="*/ 28 h 62"/>
                  <a:gd name="T10" fmla="*/ 39 w 39"/>
                  <a:gd name="T11" fmla="*/ 14 h 62"/>
                  <a:gd name="T12" fmla="*/ 25 w 39"/>
                  <a:gd name="T13" fmla="*/ 0 h 62"/>
                  <a:gd name="T14" fmla="*/ 11 w 39"/>
                  <a:gd name="T15" fmla="*/ 14 h 62"/>
                  <a:gd name="T16" fmla="*/ 21 w 39"/>
                  <a:gd name="T17" fmla="*/ 28 h 62"/>
                  <a:gd name="T18" fmla="*/ 17 w 39"/>
                  <a:gd name="T19" fmla="*/ 28 h 62"/>
                  <a:gd name="T20" fmla="*/ 3 w 39"/>
                  <a:gd name="T21" fmla="*/ 51 h 62"/>
                  <a:gd name="T22" fmla="*/ 5 w 39"/>
                  <a:gd name="T23" fmla="*/ 62 h 62"/>
                  <a:gd name="T24" fmla="*/ 21 w 39"/>
                  <a:gd name="T25" fmla="*/ 62 h 62"/>
                  <a:gd name="T26" fmla="*/ 25 w 39"/>
                  <a:gd name="T27" fmla="*/ 32 h 62"/>
                  <a:gd name="T28" fmla="*/ 21 w 39"/>
                  <a:gd name="T29" fmla="*/ 29 h 62"/>
                  <a:gd name="T30" fmla="*/ 29 w 39"/>
                  <a:gd name="T31" fmla="*/ 29 h 62"/>
                  <a:gd name="T32" fmla="*/ 26 w 39"/>
                  <a:gd name="T33" fmla="*/ 32 h 62"/>
                  <a:gd name="T34" fmla="*/ 29 w 39"/>
                  <a:gd name="T35" fmla="*/ 62 h 62"/>
                  <a:gd name="T36" fmla="*/ 33 w 39"/>
                  <a:gd name="T37" fmla="*/ 62 h 62"/>
                  <a:gd name="T38" fmla="*/ 32 w 39"/>
                  <a:gd name="T39" fmla="*/ 48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 h="62">
                    <a:moveTo>
                      <a:pt x="32" y="48"/>
                    </a:moveTo>
                    <a:cubicBezTo>
                      <a:pt x="32" y="47"/>
                      <a:pt x="32" y="46"/>
                      <a:pt x="33" y="45"/>
                    </a:cubicBezTo>
                    <a:cubicBezTo>
                      <a:pt x="34" y="40"/>
                      <a:pt x="36" y="35"/>
                      <a:pt x="38" y="30"/>
                    </a:cubicBezTo>
                    <a:cubicBezTo>
                      <a:pt x="37" y="28"/>
                      <a:pt x="36" y="28"/>
                      <a:pt x="34" y="28"/>
                    </a:cubicBezTo>
                    <a:cubicBezTo>
                      <a:pt x="30" y="28"/>
                      <a:pt x="30" y="28"/>
                      <a:pt x="30" y="28"/>
                    </a:cubicBezTo>
                    <a:cubicBezTo>
                      <a:pt x="36" y="26"/>
                      <a:pt x="39" y="20"/>
                      <a:pt x="39" y="14"/>
                    </a:cubicBezTo>
                    <a:cubicBezTo>
                      <a:pt x="39" y="6"/>
                      <a:pt x="33" y="0"/>
                      <a:pt x="25" y="0"/>
                    </a:cubicBezTo>
                    <a:cubicBezTo>
                      <a:pt x="18" y="0"/>
                      <a:pt x="11" y="6"/>
                      <a:pt x="11" y="14"/>
                    </a:cubicBezTo>
                    <a:cubicBezTo>
                      <a:pt x="11" y="20"/>
                      <a:pt x="15" y="26"/>
                      <a:pt x="21" y="28"/>
                    </a:cubicBezTo>
                    <a:cubicBezTo>
                      <a:pt x="17" y="28"/>
                      <a:pt x="17" y="28"/>
                      <a:pt x="17" y="28"/>
                    </a:cubicBezTo>
                    <a:cubicBezTo>
                      <a:pt x="9" y="28"/>
                      <a:pt x="5" y="46"/>
                      <a:pt x="3" y="51"/>
                    </a:cubicBezTo>
                    <a:cubicBezTo>
                      <a:pt x="0" y="58"/>
                      <a:pt x="5" y="62"/>
                      <a:pt x="5" y="62"/>
                    </a:cubicBezTo>
                    <a:cubicBezTo>
                      <a:pt x="21" y="62"/>
                      <a:pt x="21" y="62"/>
                      <a:pt x="21" y="62"/>
                    </a:cubicBezTo>
                    <a:cubicBezTo>
                      <a:pt x="25" y="32"/>
                      <a:pt x="25" y="32"/>
                      <a:pt x="25" y="32"/>
                    </a:cubicBezTo>
                    <a:cubicBezTo>
                      <a:pt x="21" y="29"/>
                      <a:pt x="21" y="29"/>
                      <a:pt x="21" y="29"/>
                    </a:cubicBezTo>
                    <a:cubicBezTo>
                      <a:pt x="29" y="29"/>
                      <a:pt x="29" y="29"/>
                      <a:pt x="29" y="29"/>
                    </a:cubicBezTo>
                    <a:cubicBezTo>
                      <a:pt x="26" y="32"/>
                      <a:pt x="26" y="32"/>
                      <a:pt x="26" y="32"/>
                    </a:cubicBezTo>
                    <a:cubicBezTo>
                      <a:pt x="29" y="62"/>
                      <a:pt x="29" y="62"/>
                      <a:pt x="29" y="62"/>
                    </a:cubicBezTo>
                    <a:cubicBezTo>
                      <a:pt x="33" y="62"/>
                      <a:pt x="33" y="62"/>
                      <a:pt x="33" y="62"/>
                    </a:cubicBezTo>
                    <a:cubicBezTo>
                      <a:pt x="32" y="59"/>
                      <a:pt x="29" y="55"/>
                      <a:pt x="32"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26"/>
              <p:cNvSpPr>
                <a:spLocks/>
              </p:cNvSpPr>
              <p:nvPr/>
            </p:nvSpPr>
            <p:spPr bwMode="auto">
              <a:xfrm>
                <a:off x="4674759" y="2754153"/>
                <a:ext cx="613448" cy="975056"/>
              </a:xfrm>
              <a:custGeom>
                <a:avLst/>
                <a:gdLst>
                  <a:gd name="T0" fmla="*/ 37 w 40"/>
                  <a:gd name="T1" fmla="*/ 51 h 62"/>
                  <a:gd name="T2" fmla="*/ 23 w 40"/>
                  <a:gd name="T3" fmla="*/ 28 h 62"/>
                  <a:gd name="T4" fmla="*/ 19 w 40"/>
                  <a:gd name="T5" fmla="*/ 28 h 62"/>
                  <a:gd name="T6" fmla="*/ 29 w 40"/>
                  <a:gd name="T7" fmla="*/ 14 h 62"/>
                  <a:gd name="T8" fmla="*/ 15 w 40"/>
                  <a:gd name="T9" fmla="*/ 0 h 62"/>
                  <a:gd name="T10" fmla="*/ 0 w 40"/>
                  <a:gd name="T11" fmla="*/ 14 h 62"/>
                  <a:gd name="T12" fmla="*/ 10 w 40"/>
                  <a:gd name="T13" fmla="*/ 28 h 62"/>
                  <a:gd name="T14" fmla="*/ 6 w 40"/>
                  <a:gd name="T15" fmla="*/ 28 h 62"/>
                  <a:gd name="T16" fmla="*/ 2 w 40"/>
                  <a:gd name="T17" fmla="*/ 30 h 62"/>
                  <a:gd name="T18" fmla="*/ 7 w 40"/>
                  <a:gd name="T19" fmla="*/ 45 h 62"/>
                  <a:gd name="T20" fmla="*/ 8 w 40"/>
                  <a:gd name="T21" fmla="*/ 48 h 62"/>
                  <a:gd name="T22" fmla="*/ 7 w 40"/>
                  <a:gd name="T23" fmla="*/ 62 h 62"/>
                  <a:gd name="T24" fmla="*/ 11 w 40"/>
                  <a:gd name="T25" fmla="*/ 62 h 62"/>
                  <a:gd name="T26" fmla="*/ 14 w 40"/>
                  <a:gd name="T27" fmla="*/ 32 h 62"/>
                  <a:gd name="T28" fmla="*/ 11 w 40"/>
                  <a:gd name="T29" fmla="*/ 29 h 62"/>
                  <a:gd name="T30" fmla="*/ 19 w 40"/>
                  <a:gd name="T31" fmla="*/ 29 h 62"/>
                  <a:gd name="T32" fmla="*/ 15 w 40"/>
                  <a:gd name="T33" fmla="*/ 32 h 62"/>
                  <a:gd name="T34" fmla="*/ 19 w 40"/>
                  <a:gd name="T35" fmla="*/ 62 h 62"/>
                  <a:gd name="T36" fmla="*/ 35 w 40"/>
                  <a:gd name="T37" fmla="*/ 62 h 62"/>
                  <a:gd name="T38" fmla="*/ 37 w 40"/>
                  <a:gd name="T39" fmla="*/ 5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0" h="62">
                    <a:moveTo>
                      <a:pt x="37" y="51"/>
                    </a:moveTo>
                    <a:cubicBezTo>
                      <a:pt x="35" y="46"/>
                      <a:pt x="31" y="28"/>
                      <a:pt x="23" y="28"/>
                    </a:cubicBezTo>
                    <a:cubicBezTo>
                      <a:pt x="19" y="28"/>
                      <a:pt x="19" y="28"/>
                      <a:pt x="19" y="28"/>
                    </a:cubicBezTo>
                    <a:cubicBezTo>
                      <a:pt x="25" y="26"/>
                      <a:pt x="29" y="20"/>
                      <a:pt x="29" y="14"/>
                    </a:cubicBezTo>
                    <a:cubicBezTo>
                      <a:pt x="29" y="6"/>
                      <a:pt x="22" y="0"/>
                      <a:pt x="15" y="0"/>
                    </a:cubicBezTo>
                    <a:cubicBezTo>
                      <a:pt x="7" y="0"/>
                      <a:pt x="0" y="6"/>
                      <a:pt x="0" y="14"/>
                    </a:cubicBezTo>
                    <a:cubicBezTo>
                      <a:pt x="0" y="20"/>
                      <a:pt x="4" y="26"/>
                      <a:pt x="10" y="28"/>
                    </a:cubicBezTo>
                    <a:cubicBezTo>
                      <a:pt x="6" y="28"/>
                      <a:pt x="6" y="28"/>
                      <a:pt x="6" y="28"/>
                    </a:cubicBezTo>
                    <a:cubicBezTo>
                      <a:pt x="4" y="28"/>
                      <a:pt x="3" y="28"/>
                      <a:pt x="2" y="30"/>
                    </a:cubicBezTo>
                    <a:cubicBezTo>
                      <a:pt x="4" y="35"/>
                      <a:pt x="6" y="40"/>
                      <a:pt x="7" y="45"/>
                    </a:cubicBezTo>
                    <a:cubicBezTo>
                      <a:pt x="8" y="46"/>
                      <a:pt x="8" y="47"/>
                      <a:pt x="8" y="48"/>
                    </a:cubicBezTo>
                    <a:cubicBezTo>
                      <a:pt x="11" y="55"/>
                      <a:pt x="8" y="59"/>
                      <a:pt x="7" y="62"/>
                    </a:cubicBezTo>
                    <a:cubicBezTo>
                      <a:pt x="11" y="62"/>
                      <a:pt x="11" y="62"/>
                      <a:pt x="11" y="62"/>
                    </a:cubicBezTo>
                    <a:cubicBezTo>
                      <a:pt x="14" y="32"/>
                      <a:pt x="14" y="32"/>
                      <a:pt x="14" y="32"/>
                    </a:cubicBezTo>
                    <a:cubicBezTo>
                      <a:pt x="11" y="29"/>
                      <a:pt x="11" y="29"/>
                      <a:pt x="11" y="29"/>
                    </a:cubicBezTo>
                    <a:cubicBezTo>
                      <a:pt x="19" y="29"/>
                      <a:pt x="19" y="29"/>
                      <a:pt x="19" y="29"/>
                    </a:cubicBezTo>
                    <a:cubicBezTo>
                      <a:pt x="15" y="32"/>
                      <a:pt x="15" y="32"/>
                      <a:pt x="15" y="32"/>
                    </a:cubicBezTo>
                    <a:cubicBezTo>
                      <a:pt x="19" y="62"/>
                      <a:pt x="19" y="62"/>
                      <a:pt x="19" y="62"/>
                    </a:cubicBezTo>
                    <a:cubicBezTo>
                      <a:pt x="35" y="62"/>
                      <a:pt x="35" y="62"/>
                      <a:pt x="35" y="62"/>
                    </a:cubicBezTo>
                    <a:cubicBezTo>
                      <a:pt x="35" y="62"/>
                      <a:pt x="40" y="58"/>
                      <a:pt x="37"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0" name="组合 59"/>
            <p:cNvGrpSpPr/>
            <p:nvPr/>
          </p:nvGrpSpPr>
          <p:grpSpPr>
            <a:xfrm>
              <a:off x="1081088" y="5004836"/>
              <a:ext cx="1369323" cy="1227458"/>
              <a:chOff x="1498600" y="53975"/>
              <a:chExt cx="352425" cy="315913"/>
            </a:xfrm>
            <a:solidFill>
              <a:srgbClr val="FFFFFF">
                <a:alpha val="30196"/>
              </a:srgbClr>
            </a:solidFill>
          </p:grpSpPr>
          <p:sp>
            <p:nvSpPr>
              <p:cNvPr id="70" name="Freeform 14"/>
              <p:cNvSpPr>
                <a:spLocks noEditPoints="1"/>
              </p:cNvSpPr>
              <p:nvPr/>
            </p:nvSpPr>
            <p:spPr bwMode="auto">
              <a:xfrm>
                <a:off x="1498600" y="53975"/>
                <a:ext cx="352425" cy="261938"/>
              </a:xfrm>
              <a:custGeom>
                <a:avLst/>
                <a:gdLst>
                  <a:gd name="T0" fmla="*/ 91 w 94"/>
                  <a:gd name="T1" fmla="*/ 0 h 68"/>
                  <a:gd name="T2" fmla="*/ 3 w 94"/>
                  <a:gd name="T3" fmla="*/ 0 h 68"/>
                  <a:gd name="T4" fmla="*/ 0 w 94"/>
                  <a:gd name="T5" fmla="*/ 3 h 68"/>
                  <a:gd name="T6" fmla="*/ 0 w 94"/>
                  <a:gd name="T7" fmla="*/ 64 h 68"/>
                  <a:gd name="T8" fmla="*/ 3 w 94"/>
                  <a:gd name="T9" fmla="*/ 68 h 68"/>
                  <a:gd name="T10" fmla="*/ 91 w 94"/>
                  <a:gd name="T11" fmla="*/ 68 h 68"/>
                  <a:gd name="T12" fmla="*/ 94 w 94"/>
                  <a:gd name="T13" fmla="*/ 64 h 68"/>
                  <a:gd name="T14" fmla="*/ 94 w 94"/>
                  <a:gd name="T15" fmla="*/ 3 h 68"/>
                  <a:gd name="T16" fmla="*/ 91 w 94"/>
                  <a:gd name="T17" fmla="*/ 0 h 68"/>
                  <a:gd name="T18" fmla="*/ 90 w 94"/>
                  <a:gd name="T19" fmla="*/ 51 h 68"/>
                  <a:gd name="T20" fmla="*/ 86 w 94"/>
                  <a:gd name="T21" fmla="*/ 55 h 68"/>
                  <a:gd name="T22" fmla="*/ 8 w 94"/>
                  <a:gd name="T23" fmla="*/ 55 h 68"/>
                  <a:gd name="T24" fmla="*/ 4 w 94"/>
                  <a:gd name="T25" fmla="*/ 51 h 68"/>
                  <a:gd name="T26" fmla="*/ 4 w 94"/>
                  <a:gd name="T27" fmla="*/ 9 h 68"/>
                  <a:gd name="T28" fmla="*/ 8 w 94"/>
                  <a:gd name="T29" fmla="*/ 5 h 68"/>
                  <a:gd name="T30" fmla="*/ 86 w 94"/>
                  <a:gd name="T31" fmla="*/ 5 h 68"/>
                  <a:gd name="T32" fmla="*/ 90 w 94"/>
                  <a:gd name="T33" fmla="*/ 9 h 68"/>
                  <a:gd name="T34" fmla="*/ 90 w 94"/>
                  <a:gd name="T35" fmla="*/ 5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4" h="68">
                    <a:moveTo>
                      <a:pt x="91" y="0"/>
                    </a:moveTo>
                    <a:cubicBezTo>
                      <a:pt x="3" y="0"/>
                      <a:pt x="3" y="0"/>
                      <a:pt x="3" y="0"/>
                    </a:cubicBezTo>
                    <a:cubicBezTo>
                      <a:pt x="1" y="0"/>
                      <a:pt x="0" y="2"/>
                      <a:pt x="0" y="3"/>
                    </a:cubicBezTo>
                    <a:cubicBezTo>
                      <a:pt x="0" y="64"/>
                      <a:pt x="0" y="64"/>
                      <a:pt x="0" y="64"/>
                    </a:cubicBezTo>
                    <a:cubicBezTo>
                      <a:pt x="0" y="66"/>
                      <a:pt x="1" y="68"/>
                      <a:pt x="3" y="68"/>
                    </a:cubicBezTo>
                    <a:cubicBezTo>
                      <a:pt x="91" y="68"/>
                      <a:pt x="91" y="68"/>
                      <a:pt x="91" y="68"/>
                    </a:cubicBezTo>
                    <a:cubicBezTo>
                      <a:pt x="93" y="68"/>
                      <a:pt x="94" y="66"/>
                      <a:pt x="94" y="64"/>
                    </a:cubicBezTo>
                    <a:cubicBezTo>
                      <a:pt x="94" y="3"/>
                      <a:pt x="94" y="3"/>
                      <a:pt x="94" y="3"/>
                    </a:cubicBezTo>
                    <a:cubicBezTo>
                      <a:pt x="94" y="2"/>
                      <a:pt x="93" y="0"/>
                      <a:pt x="91" y="0"/>
                    </a:cubicBezTo>
                    <a:close/>
                    <a:moveTo>
                      <a:pt x="90" y="51"/>
                    </a:moveTo>
                    <a:cubicBezTo>
                      <a:pt x="90" y="53"/>
                      <a:pt x="88" y="55"/>
                      <a:pt x="86" y="55"/>
                    </a:cubicBezTo>
                    <a:cubicBezTo>
                      <a:pt x="8" y="55"/>
                      <a:pt x="8" y="55"/>
                      <a:pt x="8" y="55"/>
                    </a:cubicBezTo>
                    <a:cubicBezTo>
                      <a:pt x="6" y="55"/>
                      <a:pt x="4" y="53"/>
                      <a:pt x="4" y="51"/>
                    </a:cubicBezTo>
                    <a:cubicBezTo>
                      <a:pt x="4" y="9"/>
                      <a:pt x="4" y="9"/>
                      <a:pt x="4" y="9"/>
                    </a:cubicBezTo>
                    <a:cubicBezTo>
                      <a:pt x="4" y="7"/>
                      <a:pt x="6" y="5"/>
                      <a:pt x="8" y="5"/>
                    </a:cubicBezTo>
                    <a:cubicBezTo>
                      <a:pt x="86" y="5"/>
                      <a:pt x="86" y="5"/>
                      <a:pt x="86" y="5"/>
                    </a:cubicBezTo>
                    <a:cubicBezTo>
                      <a:pt x="88" y="5"/>
                      <a:pt x="90" y="7"/>
                      <a:pt x="90" y="9"/>
                    </a:cubicBezTo>
                    <a:lnTo>
                      <a:pt x="90" y="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Rectangle 15"/>
              <p:cNvSpPr>
                <a:spLocks noChangeArrowheads="1"/>
              </p:cNvSpPr>
              <p:nvPr/>
            </p:nvSpPr>
            <p:spPr bwMode="auto">
              <a:xfrm>
                <a:off x="1633538" y="315913"/>
                <a:ext cx="82550" cy="34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Rectangle 16"/>
              <p:cNvSpPr>
                <a:spLocks noChangeArrowheads="1"/>
              </p:cNvSpPr>
              <p:nvPr/>
            </p:nvSpPr>
            <p:spPr bwMode="auto">
              <a:xfrm>
                <a:off x="1592263" y="354013"/>
                <a:ext cx="165100"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17"/>
              <p:cNvSpPr>
                <a:spLocks/>
              </p:cNvSpPr>
              <p:nvPr/>
            </p:nvSpPr>
            <p:spPr bwMode="auto">
              <a:xfrm>
                <a:off x="1535113" y="103188"/>
                <a:ext cx="263525" cy="139700"/>
              </a:xfrm>
              <a:custGeom>
                <a:avLst/>
                <a:gdLst>
                  <a:gd name="T0" fmla="*/ 140 w 166"/>
                  <a:gd name="T1" fmla="*/ 3 h 88"/>
                  <a:gd name="T2" fmla="*/ 149 w 166"/>
                  <a:gd name="T3" fmla="*/ 10 h 88"/>
                  <a:gd name="T4" fmla="*/ 119 w 166"/>
                  <a:gd name="T5" fmla="*/ 47 h 88"/>
                  <a:gd name="T6" fmla="*/ 90 w 166"/>
                  <a:gd name="T7" fmla="*/ 25 h 88"/>
                  <a:gd name="T8" fmla="*/ 62 w 166"/>
                  <a:gd name="T9" fmla="*/ 61 h 88"/>
                  <a:gd name="T10" fmla="*/ 33 w 166"/>
                  <a:gd name="T11" fmla="*/ 42 h 88"/>
                  <a:gd name="T12" fmla="*/ 0 w 166"/>
                  <a:gd name="T13" fmla="*/ 81 h 88"/>
                  <a:gd name="T14" fmla="*/ 7 w 166"/>
                  <a:gd name="T15" fmla="*/ 88 h 88"/>
                  <a:gd name="T16" fmla="*/ 33 w 166"/>
                  <a:gd name="T17" fmla="*/ 56 h 88"/>
                  <a:gd name="T18" fmla="*/ 64 w 166"/>
                  <a:gd name="T19" fmla="*/ 76 h 88"/>
                  <a:gd name="T20" fmla="*/ 93 w 166"/>
                  <a:gd name="T21" fmla="*/ 39 h 88"/>
                  <a:gd name="T22" fmla="*/ 121 w 166"/>
                  <a:gd name="T23" fmla="*/ 61 h 88"/>
                  <a:gd name="T24" fmla="*/ 156 w 166"/>
                  <a:gd name="T25" fmla="*/ 17 h 88"/>
                  <a:gd name="T26" fmla="*/ 166 w 166"/>
                  <a:gd name="T27" fmla="*/ 25 h 88"/>
                  <a:gd name="T28" fmla="*/ 164 w 166"/>
                  <a:gd name="T29" fmla="*/ 0 h 88"/>
                  <a:gd name="T30" fmla="*/ 140 w 166"/>
                  <a:gd name="T31" fmla="*/ 3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6" h="88">
                    <a:moveTo>
                      <a:pt x="140" y="3"/>
                    </a:moveTo>
                    <a:lnTo>
                      <a:pt x="149" y="10"/>
                    </a:lnTo>
                    <a:lnTo>
                      <a:pt x="119" y="47"/>
                    </a:lnTo>
                    <a:lnTo>
                      <a:pt x="90" y="25"/>
                    </a:lnTo>
                    <a:lnTo>
                      <a:pt x="62" y="61"/>
                    </a:lnTo>
                    <a:lnTo>
                      <a:pt x="33" y="42"/>
                    </a:lnTo>
                    <a:lnTo>
                      <a:pt x="0" y="81"/>
                    </a:lnTo>
                    <a:lnTo>
                      <a:pt x="7" y="88"/>
                    </a:lnTo>
                    <a:lnTo>
                      <a:pt x="33" y="56"/>
                    </a:lnTo>
                    <a:lnTo>
                      <a:pt x="64" y="76"/>
                    </a:lnTo>
                    <a:lnTo>
                      <a:pt x="93" y="39"/>
                    </a:lnTo>
                    <a:lnTo>
                      <a:pt x="121" y="61"/>
                    </a:lnTo>
                    <a:lnTo>
                      <a:pt x="156" y="17"/>
                    </a:lnTo>
                    <a:lnTo>
                      <a:pt x="166" y="25"/>
                    </a:lnTo>
                    <a:lnTo>
                      <a:pt x="164" y="0"/>
                    </a:lnTo>
                    <a:lnTo>
                      <a:pt x="14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1" name="组合 60"/>
            <p:cNvGrpSpPr/>
            <p:nvPr/>
          </p:nvGrpSpPr>
          <p:grpSpPr>
            <a:xfrm>
              <a:off x="1035879" y="2125951"/>
              <a:ext cx="1570037" cy="1362672"/>
              <a:chOff x="792163" y="26988"/>
              <a:chExt cx="420688" cy="365125"/>
            </a:xfrm>
            <a:solidFill>
              <a:srgbClr val="FFFFFF">
                <a:alpha val="30196"/>
              </a:srgbClr>
            </a:solidFill>
          </p:grpSpPr>
          <p:sp>
            <p:nvSpPr>
              <p:cNvPr id="67" name="Freeform 18"/>
              <p:cNvSpPr>
                <a:spLocks noEditPoints="1"/>
              </p:cNvSpPr>
              <p:nvPr/>
            </p:nvSpPr>
            <p:spPr bwMode="auto">
              <a:xfrm>
                <a:off x="792163" y="26988"/>
                <a:ext cx="420688" cy="365125"/>
              </a:xfrm>
              <a:custGeom>
                <a:avLst/>
                <a:gdLst>
                  <a:gd name="T0" fmla="*/ 75 w 112"/>
                  <a:gd name="T1" fmla="*/ 0 h 95"/>
                  <a:gd name="T2" fmla="*/ 73 w 112"/>
                  <a:gd name="T3" fmla="*/ 0 h 95"/>
                  <a:gd name="T4" fmla="*/ 36 w 112"/>
                  <a:gd name="T5" fmla="*/ 28 h 95"/>
                  <a:gd name="T6" fmla="*/ 36 w 112"/>
                  <a:gd name="T7" fmla="*/ 31 h 95"/>
                  <a:gd name="T8" fmla="*/ 35 w 112"/>
                  <a:gd name="T9" fmla="*/ 31 h 95"/>
                  <a:gd name="T10" fmla="*/ 0 w 112"/>
                  <a:gd name="T11" fmla="*/ 59 h 95"/>
                  <a:gd name="T12" fmla="*/ 19 w 112"/>
                  <a:gd name="T13" fmla="*/ 81 h 95"/>
                  <a:gd name="T14" fmla="*/ 15 w 112"/>
                  <a:gd name="T15" fmla="*/ 95 h 95"/>
                  <a:gd name="T16" fmla="*/ 29 w 112"/>
                  <a:gd name="T17" fmla="*/ 84 h 95"/>
                  <a:gd name="T18" fmla="*/ 30 w 112"/>
                  <a:gd name="T19" fmla="*/ 84 h 95"/>
                  <a:gd name="T20" fmla="*/ 37 w 112"/>
                  <a:gd name="T21" fmla="*/ 84 h 95"/>
                  <a:gd name="T22" fmla="*/ 72 w 112"/>
                  <a:gd name="T23" fmla="*/ 58 h 95"/>
                  <a:gd name="T24" fmla="*/ 73 w 112"/>
                  <a:gd name="T25" fmla="*/ 58 h 95"/>
                  <a:gd name="T26" fmla="*/ 80 w 112"/>
                  <a:gd name="T27" fmla="*/ 57 h 95"/>
                  <a:gd name="T28" fmla="*/ 99 w 112"/>
                  <a:gd name="T29" fmla="*/ 73 h 95"/>
                  <a:gd name="T30" fmla="*/ 94 w 112"/>
                  <a:gd name="T31" fmla="*/ 54 h 95"/>
                  <a:gd name="T32" fmla="*/ 112 w 112"/>
                  <a:gd name="T33" fmla="*/ 31 h 95"/>
                  <a:gd name="T34" fmla="*/ 75 w 112"/>
                  <a:gd name="T35" fmla="*/ 0 h 95"/>
                  <a:gd name="T36" fmla="*/ 23 w 112"/>
                  <a:gd name="T37" fmla="*/ 62 h 95"/>
                  <a:gd name="T38" fmla="*/ 19 w 112"/>
                  <a:gd name="T39" fmla="*/ 58 h 95"/>
                  <a:gd name="T40" fmla="*/ 23 w 112"/>
                  <a:gd name="T41" fmla="*/ 54 h 95"/>
                  <a:gd name="T42" fmla="*/ 27 w 112"/>
                  <a:gd name="T43" fmla="*/ 58 h 95"/>
                  <a:gd name="T44" fmla="*/ 23 w 112"/>
                  <a:gd name="T45" fmla="*/ 62 h 95"/>
                  <a:gd name="T46" fmla="*/ 37 w 112"/>
                  <a:gd name="T47" fmla="*/ 62 h 95"/>
                  <a:gd name="T48" fmla="*/ 33 w 112"/>
                  <a:gd name="T49" fmla="*/ 58 h 95"/>
                  <a:gd name="T50" fmla="*/ 37 w 112"/>
                  <a:gd name="T51" fmla="*/ 54 h 95"/>
                  <a:gd name="T52" fmla="*/ 41 w 112"/>
                  <a:gd name="T53" fmla="*/ 58 h 95"/>
                  <a:gd name="T54" fmla="*/ 37 w 112"/>
                  <a:gd name="T55" fmla="*/ 62 h 95"/>
                  <a:gd name="T56" fmla="*/ 51 w 112"/>
                  <a:gd name="T57" fmla="*/ 62 h 95"/>
                  <a:gd name="T58" fmla="*/ 47 w 112"/>
                  <a:gd name="T59" fmla="*/ 58 h 95"/>
                  <a:gd name="T60" fmla="*/ 51 w 112"/>
                  <a:gd name="T61" fmla="*/ 54 h 95"/>
                  <a:gd name="T62" fmla="*/ 55 w 112"/>
                  <a:gd name="T63" fmla="*/ 58 h 95"/>
                  <a:gd name="T64" fmla="*/ 51 w 112"/>
                  <a:gd name="T65" fmla="*/ 62 h 95"/>
                  <a:gd name="T66" fmla="*/ 107 w 112"/>
                  <a:gd name="T67" fmla="*/ 30 h 95"/>
                  <a:gd name="T68" fmla="*/ 91 w 112"/>
                  <a:gd name="T69" fmla="*/ 50 h 95"/>
                  <a:gd name="T70" fmla="*/ 89 w 112"/>
                  <a:gd name="T71" fmla="*/ 51 h 95"/>
                  <a:gd name="T72" fmla="*/ 91 w 112"/>
                  <a:gd name="T73" fmla="*/ 61 h 95"/>
                  <a:gd name="T74" fmla="*/ 82 w 112"/>
                  <a:gd name="T75" fmla="*/ 53 h 95"/>
                  <a:gd name="T76" fmla="*/ 80 w 112"/>
                  <a:gd name="T77" fmla="*/ 53 h 95"/>
                  <a:gd name="T78" fmla="*/ 73 w 112"/>
                  <a:gd name="T79" fmla="*/ 53 h 95"/>
                  <a:gd name="T80" fmla="*/ 72 w 112"/>
                  <a:gd name="T81" fmla="*/ 53 h 95"/>
                  <a:gd name="T82" fmla="*/ 40 w 112"/>
                  <a:gd name="T83" fmla="*/ 31 h 95"/>
                  <a:gd name="T84" fmla="*/ 40 w 112"/>
                  <a:gd name="T85" fmla="*/ 28 h 95"/>
                  <a:gd name="T86" fmla="*/ 50 w 112"/>
                  <a:gd name="T87" fmla="*/ 12 h 95"/>
                  <a:gd name="T88" fmla="*/ 73 w 112"/>
                  <a:gd name="T89" fmla="*/ 5 h 95"/>
                  <a:gd name="T90" fmla="*/ 75 w 112"/>
                  <a:gd name="T91" fmla="*/ 5 h 95"/>
                  <a:gd name="T92" fmla="*/ 107 w 112"/>
                  <a:gd name="T93"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2" h="95">
                    <a:moveTo>
                      <a:pt x="75" y="0"/>
                    </a:moveTo>
                    <a:cubicBezTo>
                      <a:pt x="74" y="0"/>
                      <a:pt x="73" y="0"/>
                      <a:pt x="73" y="0"/>
                    </a:cubicBezTo>
                    <a:cubicBezTo>
                      <a:pt x="53" y="0"/>
                      <a:pt x="36" y="12"/>
                      <a:pt x="36" y="28"/>
                    </a:cubicBezTo>
                    <a:cubicBezTo>
                      <a:pt x="36" y="29"/>
                      <a:pt x="36" y="30"/>
                      <a:pt x="36" y="31"/>
                    </a:cubicBezTo>
                    <a:cubicBezTo>
                      <a:pt x="36" y="31"/>
                      <a:pt x="36" y="31"/>
                      <a:pt x="35" y="31"/>
                    </a:cubicBezTo>
                    <a:cubicBezTo>
                      <a:pt x="16" y="32"/>
                      <a:pt x="0" y="44"/>
                      <a:pt x="0" y="59"/>
                    </a:cubicBezTo>
                    <a:cubicBezTo>
                      <a:pt x="1" y="68"/>
                      <a:pt x="8" y="76"/>
                      <a:pt x="19" y="81"/>
                    </a:cubicBezTo>
                    <a:cubicBezTo>
                      <a:pt x="15" y="95"/>
                      <a:pt x="15" y="95"/>
                      <a:pt x="15" y="95"/>
                    </a:cubicBezTo>
                    <a:cubicBezTo>
                      <a:pt x="29" y="84"/>
                      <a:pt x="29" y="84"/>
                      <a:pt x="29" y="84"/>
                    </a:cubicBezTo>
                    <a:cubicBezTo>
                      <a:pt x="30" y="84"/>
                      <a:pt x="30" y="84"/>
                      <a:pt x="30" y="84"/>
                    </a:cubicBezTo>
                    <a:cubicBezTo>
                      <a:pt x="32" y="84"/>
                      <a:pt x="35" y="84"/>
                      <a:pt x="37" y="84"/>
                    </a:cubicBezTo>
                    <a:cubicBezTo>
                      <a:pt x="56" y="83"/>
                      <a:pt x="72" y="71"/>
                      <a:pt x="72" y="58"/>
                    </a:cubicBezTo>
                    <a:cubicBezTo>
                      <a:pt x="72" y="58"/>
                      <a:pt x="73" y="58"/>
                      <a:pt x="73" y="58"/>
                    </a:cubicBezTo>
                    <a:cubicBezTo>
                      <a:pt x="75" y="58"/>
                      <a:pt x="78" y="58"/>
                      <a:pt x="80" y="57"/>
                    </a:cubicBezTo>
                    <a:cubicBezTo>
                      <a:pt x="99" y="73"/>
                      <a:pt x="99" y="73"/>
                      <a:pt x="99" y="73"/>
                    </a:cubicBezTo>
                    <a:cubicBezTo>
                      <a:pt x="94" y="54"/>
                      <a:pt x="94" y="54"/>
                      <a:pt x="94" y="54"/>
                    </a:cubicBezTo>
                    <a:cubicBezTo>
                      <a:pt x="105" y="49"/>
                      <a:pt x="112" y="40"/>
                      <a:pt x="112" y="31"/>
                    </a:cubicBezTo>
                    <a:cubicBezTo>
                      <a:pt x="112" y="15"/>
                      <a:pt x="96" y="1"/>
                      <a:pt x="75" y="0"/>
                    </a:cubicBezTo>
                    <a:close/>
                    <a:moveTo>
                      <a:pt x="23" y="62"/>
                    </a:moveTo>
                    <a:cubicBezTo>
                      <a:pt x="21" y="62"/>
                      <a:pt x="19" y="61"/>
                      <a:pt x="19" y="58"/>
                    </a:cubicBezTo>
                    <a:cubicBezTo>
                      <a:pt x="19" y="56"/>
                      <a:pt x="21" y="54"/>
                      <a:pt x="23" y="54"/>
                    </a:cubicBezTo>
                    <a:cubicBezTo>
                      <a:pt x="26" y="54"/>
                      <a:pt x="27" y="56"/>
                      <a:pt x="27" y="58"/>
                    </a:cubicBezTo>
                    <a:cubicBezTo>
                      <a:pt x="27" y="61"/>
                      <a:pt x="26" y="62"/>
                      <a:pt x="23" y="62"/>
                    </a:cubicBezTo>
                    <a:close/>
                    <a:moveTo>
                      <a:pt x="37" y="62"/>
                    </a:moveTo>
                    <a:cubicBezTo>
                      <a:pt x="35" y="62"/>
                      <a:pt x="33" y="61"/>
                      <a:pt x="33" y="58"/>
                    </a:cubicBezTo>
                    <a:cubicBezTo>
                      <a:pt x="33" y="56"/>
                      <a:pt x="35" y="54"/>
                      <a:pt x="37" y="54"/>
                    </a:cubicBezTo>
                    <a:cubicBezTo>
                      <a:pt x="39" y="54"/>
                      <a:pt x="41" y="56"/>
                      <a:pt x="41" y="58"/>
                    </a:cubicBezTo>
                    <a:cubicBezTo>
                      <a:pt x="41" y="61"/>
                      <a:pt x="39" y="62"/>
                      <a:pt x="37" y="62"/>
                    </a:cubicBezTo>
                    <a:close/>
                    <a:moveTo>
                      <a:pt x="51" y="62"/>
                    </a:moveTo>
                    <a:cubicBezTo>
                      <a:pt x="49" y="62"/>
                      <a:pt x="47" y="61"/>
                      <a:pt x="47" y="58"/>
                    </a:cubicBezTo>
                    <a:cubicBezTo>
                      <a:pt x="47" y="56"/>
                      <a:pt x="49" y="54"/>
                      <a:pt x="51" y="54"/>
                    </a:cubicBezTo>
                    <a:cubicBezTo>
                      <a:pt x="53" y="54"/>
                      <a:pt x="55" y="56"/>
                      <a:pt x="55" y="58"/>
                    </a:cubicBezTo>
                    <a:cubicBezTo>
                      <a:pt x="55" y="61"/>
                      <a:pt x="53" y="62"/>
                      <a:pt x="51" y="62"/>
                    </a:cubicBezTo>
                    <a:close/>
                    <a:moveTo>
                      <a:pt x="107" y="30"/>
                    </a:moveTo>
                    <a:cubicBezTo>
                      <a:pt x="107" y="39"/>
                      <a:pt x="101" y="46"/>
                      <a:pt x="91" y="50"/>
                    </a:cubicBezTo>
                    <a:cubicBezTo>
                      <a:pt x="89" y="51"/>
                      <a:pt x="89" y="51"/>
                      <a:pt x="89" y="51"/>
                    </a:cubicBezTo>
                    <a:cubicBezTo>
                      <a:pt x="91" y="61"/>
                      <a:pt x="91" y="61"/>
                      <a:pt x="91" y="61"/>
                    </a:cubicBezTo>
                    <a:cubicBezTo>
                      <a:pt x="82" y="53"/>
                      <a:pt x="82" y="53"/>
                      <a:pt x="82" y="53"/>
                    </a:cubicBezTo>
                    <a:cubicBezTo>
                      <a:pt x="80" y="53"/>
                      <a:pt x="80" y="53"/>
                      <a:pt x="80" y="53"/>
                    </a:cubicBezTo>
                    <a:cubicBezTo>
                      <a:pt x="78" y="53"/>
                      <a:pt x="75" y="53"/>
                      <a:pt x="73" y="53"/>
                    </a:cubicBezTo>
                    <a:cubicBezTo>
                      <a:pt x="73" y="53"/>
                      <a:pt x="72" y="53"/>
                      <a:pt x="72" y="53"/>
                    </a:cubicBezTo>
                    <a:cubicBezTo>
                      <a:pt x="70" y="41"/>
                      <a:pt x="57" y="32"/>
                      <a:pt x="40" y="31"/>
                    </a:cubicBezTo>
                    <a:cubicBezTo>
                      <a:pt x="40" y="30"/>
                      <a:pt x="40" y="29"/>
                      <a:pt x="40" y="28"/>
                    </a:cubicBezTo>
                    <a:cubicBezTo>
                      <a:pt x="40" y="22"/>
                      <a:pt x="44" y="16"/>
                      <a:pt x="50" y="12"/>
                    </a:cubicBezTo>
                    <a:cubicBezTo>
                      <a:pt x="56" y="7"/>
                      <a:pt x="64" y="5"/>
                      <a:pt x="73" y="5"/>
                    </a:cubicBezTo>
                    <a:cubicBezTo>
                      <a:pt x="73" y="5"/>
                      <a:pt x="74" y="5"/>
                      <a:pt x="75" y="5"/>
                    </a:cubicBezTo>
                    <a:cubicBezTo>
                      <a:pt x="93" y="6"/>
                      <a:pt x="108" y="17"/>
                      <a:pt x="107"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Oval 19"/>
              <p:cNvSpPr>
                <a:spLocks noChangeArrowheads="1"/>
              </p:cNvSpPr>
              <p:nvPr/>
            </p:nvSpPr>
            <p:spPr bwMode="auto">
              <a:xfrm>
                <a:off x="1050925" y="123825"/>
                <a:ext cx="30163"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Oval 20"/>
              <p:cNvSpPr>
                <a:spLocks noChangeArrowheads="1"/>
              </p:cNvSpPr>
              <p:nvPr/>
            </p:nvSpPr>
            <p:spPr bwMode="auto">
              <a:xfrm>
                <a:off x="1103313" y="123825"/>
                <a:ext cx="30163"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62" name="Freeform 32"/>
            <p:cNvSpPr>
              <a:spLocks noEditPoints="1"/>
            </p:cNvSpPr>
            <p:nvPr/>
          </p:nvSpPr>
          <p:spPr bwMode="auto">
            <a:xfrm>
              <a:off x="3628114" y="4643739"/>
              <a:ext cx="1621501" cy="1621501"/>
            </a:xfrm>
            <a:custGeom>
              <a:avLst/>
              <a:gdLst>
                <a:gd name="T0" fmla="*/ 250 w 501"/>
                <a:gd name="T1" fmla="*/ 68 h 500"/>
                <a:gd name="T2" fmla="*/ 204 w 501"/>
                <a:gd name="T3" fmla="*/ 115 h 500"/>
                <a:gd name="T4" fmla="*/ 202 w 501"/>
                <a:gd name="T5" fmla="*/ 124 h 500"/>
                <a:gd name="T6" fmla="*/ 238 w 501"/>
                <a:gd name="T7" fmla="*/ 125 h 500"/>
                <a:gd name="T8" fmla="*/ 198 w 501"/>
                <a:gd name="T9" fmla="*/ 205 h 500"/>
                <a:gd name="T10" fmla="*/ 131 w 501"/>
                <a:gd name="T11" fmla="*/ 233 h 500"/>
                <a:gd name="T12" fmla="*/ 131 w 501"/>
                <a:gd name="T13" fmla="*/ 267 h 500"/>
                <a:gd name="T14" fmla="*/ 197 w 501"/>
                <a:gd name="T15" fmla="*/ 294 h 500"/>
                <a:gd name="T16" fmla="*/ 237 w 501"/>
                <a:gd name="T17" fmla="*/ 375 h 500"/>
                <a:gd name="T18" fmla="*/ 203 w 501"/>
                <a:gd name="T19" fmla="*/ 378 h 500"/>
                <a:gd name="T20" fmla="*/ 214 w 501"/>
                <a:gd name="T21" fmla="*/ 396 h 500"/>
                <a:gd name="T22" fmla="*/ 250 w 501"/>
                <a:gd name="T23" fmla="*/ 431 h 500"/>
                <a:gd name="T24" fmla="*/ 250 w 501"/>
                <a:gd name="T25" fmla="*/ 432 h 500"/>
                <a:gd name="T26" fmla="*/ 284 w 501"/>
                <a:gd name="T27" fmla="*/ 398 h 500"/>
                <a:gd name="T28" fmla="*/ 284 w 501"/>
                <a:gd name="T29" fmla="*/ 375 h 500"/>
                <a:gd name="T30" fmla="*/ 278 w 501"/>
                <a:gd name="T31" fmla="*/ 313 h 500"/>
                <a:gd name="T32" fmla="*/ 317 w 501"/>
                <a:gd name="T33" fmla="*/ 267 h 500"/>
                <a:gd name="T34" fmla="*/ 398 w 501"/>
                <a:gd name="T35" fmla="*/ 250 h 500"/>
                <a:gd name="T36" fmla="*/ 317 w 501"/>
                <a:gd name="T37" fmla="*/ 233 h 500"/>
                <a:gd name="T38" fmla="*/ 275 w 501"/>
                <a:gd name="T39" fmla="*/ 186 h 500"/>
                <a:gd name="T40" fmla="*/ 290 w 501"/>
                <a:gd name="T41" fmla="*/ 125 h 500"/>
                <a:gd name="T42" fmla="*/ 300 w 501"/>
                <a:gd name="T43" fmla="*/ 119 h 500"/>
                <a:gd name="T44" fmla="*/ 290 w 501"/>
                <a:gd name="T45" fmla="*/ 108 h 500"/>
                <a:gd name="T46" fmla="*/ 250 w 501"/>
                <a:gd name="T47" fmla="*/ 281 h 500"/>
                <a:gd name="T48" fmla="*/ 219 w 501"/>
                <a:gd name="T49" fmla="*/ 250 h 500"/>
                <a:gd name="T50" fmla="*/ 250 w 501"/>
                <a:gd name="T51" fmla="*/ 219 h 500"/>
                <a:gd name="T52" fmla="*/ 282 w 501"/>
                <a:gd name="T53" fmla="*/ 250 h 500"/>
                <a:gd name="T54" fmla="*/ 250 w 501"/>
                <a:gd name="T55" fmla="*/ 281 h 500"/>
                <a:gd name="T56" fmla="*/ 150 w 501"/>
                <a:gd name="T57" fmla="*/ 422 h 500"/>
                <a:gd name="T58" fmla="*/ 51 w 501"/>
                <a:gd name="T59" fmla="*/ 250 h 500"/>
                <a:gd name="T60" fmla="*/ 150 w 501"/>
                <a:gd name="T61" fmla="*/ 78 h 500"/>
                <a:gd name="T62" fmla="*/ 350 w 501"/>
                <a:gd name="T63" fmla="*/ 78 h 500"/>
                <a:gd name="T64" fmla="*/ 450 w 501"/>
                <a:gd name="T65" fmla="*/ 250 h 500"/>
                <a:gd name="T66" fmla="*/ 250 w 501"/>
                <a:gd name="T67" fmla="*/ 449 h 500"/>
                <a:gd name="T68" fmla="*/ 153 w 501"/>
                <a:gd name="T69" fmla="*/ 19 h 500"/>
                <a:gd name="T70" fmla="*/ 20 w 501"/>
                <a:gd name="T71" fmla="*/ 153 h 500"/>
                <a:gd name="T72" fmla="*/ 20 w 501"/>
                <a:gd name="T73" fmla="*/ 347 h 500"/>
                <a:gd name="T74" fmla="*/ 153 w 501"/>
                <a:gd name="T75" fmla="*/ 480 h 500"/>
                <a:gd name="T76" fmla="*/ 427 w 501"/>
                <a:gd name="T77" fmla="*/ 427 h 500"/>
                <a:gd name="T78" fmla="*/ 481 w 501"/>
                <a:gd name="T79" fmla="*/ 153 h 500"/>
                <a:gd name="T80" fmla="*/ 348 w 501"/>
                <a:gd name="T81" fmla="*/ 19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01" h="500">
                  <a:moveTo>
                    <a:pt x="250" y="68"/>
                  </a:moveTo>
                  <a:cubicBezTo>
                    <a:pt x="250" y="68"/>
                    <a:pt x="250" y="68"/>
                    <a:pt x="250" y="68"/>
                  </a:cubicBezTo>
                  <a:cubicBezTo>
                    <a:pt x="210" y="108"/>
                    <a:pt x="210" y="108"/>
                    <a:pt x="210" y="108"/>
                  </a:cubicBezTo>
                  <a:cubicBezTo>
                    <a:pt x="207" y="111"/>
                    <a:pt x="205" y="114"/>
                    <a:pt x="204" y="115"/>
                  </a:cubicBezTo>
                  <a:cubicBezTo>
                    <a:pt x="203" y="117"/>
                    <a:pt x="202" y="118"/>
                    <a:pt x="201" y="120"/>
                  </a:cubicBezTo>
                  <a:cubicBezTo>
                    <a:pt x="200" y="122"/>
                    <a:pt x="201" y="123"/>
                    <a:pt x="202" y="124"/>
                  </a:cubicBezTo>
                  <a:cubicBezTo>
                    <a:pt x="204" y="124"/>
                    <a:pt x="207" y="125"/>
                    <a:pt x="210" y="125"/>
                  </a:cubicBezTo>
                  <a:cubicBezTo>
                    <a:pt x="238" y="125"/>
                    <a:pt x="238" y="125"/>
                    <a:pt x="238" y="125"/>
                  </a:cubicBezTo>
                  <a:cubicBezTo>
                    <a:pt x="225" y="186"/>
                    <a:pt x="225" y="186"/>
                    <a:pt x="225" y="186"/>
                  </a:cubicBezTo>
                  <a:cubicBezTo>
                    <a:pt x="214" y="190"/>
                    <a:pt x="205" y="196"/>
                    <a:pt x="198" y="205"/>
                  </a:cubicBezTo>
                  <a:cubicBezTo>
                    <a:pt x="191" y="213"/>
                    <a:pt x="186" y="223"/>
                    <a:pt x="183" y="233"/>
                  </a:cubicBezTo>
                  <a:cubicBezTo>
                    <a:pt x="131" y="233"/>
                    <a:pt x="131" y="233"/>
                    <a:pt x="131" y="233"/>
                  </a:cubicBezTo>
                  <a:cubicBezTo>
                    <a:pt x="102" y="250"/>
                    <a:pt x="102" y="250"/>
                    <a:pt x="102" y="250"/>
                  </a:cubicBezTo>
                  <a:cubicBezTo>
                    <a:pt x="131" y="267"/>
                    <a:pt x="131" y="267"/>
                    <a:pt x="131" y="267"/>
                  </a:cubicBezTo>
                  <a:cubicBezTo>
                    <a:pt x="183" y="267"/>
                    <a:pt x="183" y="267"/>
                    <a:pt x="183" y="267"/>
                  </a:cubicBezTo>
                  <a:cubicBezTo>
                    <a:pt x="186" y="277"/>
                    <a:pt x="190" y="286"/>
                    <a:pt x="197" y="294"/>
                  </a:cubicBezTo>
                  <a:cubicBezTo>
                    <a:pt x="204" y="303"/>
                    <a:pt x="213" y="309"/>
                    <a:pt x="223" y="313"/>
                  </a:cubicBezTo>
                  <a:cubicBezTo>
                    <a:pt x="237" y="375"/>
                    <a:pt x="237" y="375"/>
                    <a:pt x="237" y="375"/>
                  </a:cubicBezTo>
                  <a:cubicBezTo>
                    <a:pt x="216" y="375"/>
                    <a:pt x="216" y="375"/>
                    <a:pt x="216" y="375"/>
                  </a:cubicBezTo>
                  <a:cubicBezTo>
                    <a:pt x="209" y="375"/>
                    <a:pt x="204" y="376"/>
                    <a:pt x="203" y="378"/>
                  </a:cubicBezTo>
                  <a:cubicBezTo>
                    <a:pt x="201" y="379"/>
                    <a:pt x="201" y="382"/>
                    <a:pt x="204" y="385"/>
                  </a:cubicBezTo>
                  <a:cubicBezTo>
                    <a:pt x="206" y="388"/>
                    <a:pt x="210" y="392"/>
                    <a:pt x="214" y="396"/>
                  </a:cubicBezTo>
                  <a:cubicBezTo>
                    <a:pt x="215" y="397"/>
                    <a:pt x="216" y="398"/>
                    <a:pt x="216" y="398"/>
                  </a:cubicBezTo>
                  <a:cubicBezTo>
                    <a:pt x="250" y="431"/>
                    <a:pt x="250" y="431"/>
                    <a:pt x="250" y="431"/>
                  </a:cubicBezTo>
                  <a:cubicBezTo>
                    <a:pt x="250" y="432"/>
                    <a:pt x="250" y="432"/>
                    <a:pt x="250" y="432"/>
                  </a:cubicBezTo>
                  <a:cubicBezTo>
                    <a:pt x="250" y="432"/>
                    <a:pt x="250" y="432"/>
                    <a:pt x="250" y="432"/>
                  </a:cubicBezTo>
                  <a:cubicBezTo>
                    <a:pt x="251" y="432"/>
                    <a:pt x="251" y="432"/>
                    <a:pt x="251" y="432"/>
                  </a:cubicBezTo>
                  <a:cubicBezTo>
                    <a:pt x="284" y="398"/>
                    <a:pt x="284" y="398"/>
                    <a:pt x="284" y="398"/>
                  </a:cubicBezTo>
                  <a:cubicBezTo>
                    <a:pt x="294" y="387"/>
                    <a:pt x="299" y="381"/>
                    <a:pt x="299" y="379"/>
                  </a:cubicBezTo>
                  <a:cubicBezTo>
                    <a:pt x="299" y="377"/>
                    <a:pt x="294" y="375"/>
                    <a:pt x="284" y="375"/>
                  </a:cubicBezTo>
                  <a:cubicBezTo>
                    <a:pt x="263" y="375"/>
                    <a:pt x="263" y="375"/>
                    <a:pt x="263" y="375"/>
                  </a:cubicBezTo>
                  <a:cubicBezTo>
                    <a:pt x="278" y="313"/>
                    <a:pt x="278" y="313"/>
                    <a:pt x="278" y="313"/>
                  </a:cubicBezTo>
                  <a:cubicBezTo>
                    <a:pt x="288" y="309"/>
                    <a:pt x="297" y="303"/>
                    <a:pt x="304" y="294"/>
                  </a:cubicBezTo>
                  <a:cubicBezTo>
                    <a:pt x="310" y="286"/>
                    <a:pt x="315" y="277"/>
                    <a:pt x="317" y="267"/>
                  </a:cubicBezTo>
                  <a:cubicBezTo>
                    <a:pt x="370" y="267"/>
                    <a:pt x="370" y="267"/>
                    <a:pt x="370" y="267"/>
                  </a:cubicBezTo>
                  <a:cubicBezTo>
                    <a:pt x="398" y="250"/>
                    <a:pt x="398" y="250"/>
                    <a:pt x="398" y="250"/>
                  </a:cubicBezTo>
                  <a:cubicBezTo>
                    <a:pt x="370" y="233"/>
                    <a:pt x="370" y="233"/>
                    <a:pt x="370" y="233"/>
                  </a:cubicBezTo>
                  <a:cubicBezTo>
                    <a:pt x="317" y="233"/>
                    <a:pt x="317" y="233"/>
                    <a:pt x="317" y="233"/>
                  </a:cubicBezTo>
                  <a:cubicBezTo>
                    <a:pt x="315" y="223"/>
                    <a:pt x="310" y="214"/>
                    <a:pt x="303" y="206"/>
                  </a:cubicBezTo>
                  <a:cubicBezTo>
                    <a:pt x="296" y="196"/>
                    <a:pt x="286" y="190"/>
                    <a:pt x="275" y="186"/>
                  </a:cubicBezTo>
                  <a:cubicBezTo>
                    <a:pt x="262" y="125"/>
                    <a:pt x="262" y="125"/>
                    <a:pt x="262" y="125"/>
                  </a:cubicBezTo>
                  <a:cubicBezTo>
                    <a:pt x="290" y="125"/>
                    <a:pt x="290" y="125"/>
                    <a:pt x="290" y="125"/>
                  </a:cubicBezTo>
                  <a:cubicBezTo>
                    <a:pt x="294" y="125"/>
                    <a:pt x="297" y="124"/>
                    <a:pt x="299" y="123"/>
                  </a:cubicBezTo>
                  <a:cubicBezTo>
                    <a:pt x="300" y="122"/>
                    <a:pt x="300" y="121"/>
                    <a:pt x="300" y="119"/>
                  </a:cubicBezTo>
                  <a:cubicBezTo>
                    <a:pt x="298" y="117"/>
                    <a:pt x="297" y="116"/>
                    <a:pt x="296" y="114"/>
                  </a:cubicBezTo>
                  <a:cubicBezTo>
                    <a:pt x="295" y="113"/>
                    <a:pt x="293" y="110"/>
                    <a:pt x="290" y="108"/>
                  </a:cubicBezTo>
                  <a:cubicBezTo>
                    <a:pt x="250" y="68"/>
                    <a:pt x="250" y="68"/>
                    <a:pt x="250" y="68"/>
                  </a:cubicBezTo>
                  <a:moveTo>
                    <a:pt x="250" y="281"/>
                  </a:moveTo>
                  <a:cubicBezTo>
                    <a:pt x="242" y="281"/>
                    <a:pt x="234" y="278"/>
                    <a:pt x="228" y="272"/>
                  </a:cubicBezTo>
                  <a:cubicBezTo>
                    <a:pt x="222" y="266"/>
                    <a:pt x="219" y="259"/>
                    <a:pt x="219" y="250"/>
                  </a:cubicBezTo>
                  <a:cubicBezTo>
                    <a:pt x="219" y="241"/>
                    <a:pt x="222" y="234"/>
                    <a:pt x="228" y="228"/>
                  </a:cubicBezTo>
                  <a:cubicBezTo>
                    <a:pt x="234" y="222"/>
                    <a:pt x="242" y="219"/>
                    <a:pt x="250" y="219"/>
                  </a:cubicBezTo>
                  <a:cubicBezTo>
                    <a:pt x="259" y="219"/>
                    <a:pt x="266" y="222"/>
                    <a:pt x="273" y="228"/>
                  </a:cubicBezTo>
                  <a:cubicBezTo>
                    <a:pt x="279" y="234"/>
                    <a:pt x="282" y="241"/>
                    <a:pt x="282" y="250"/>
                  </a:cubicBezTo>
                  <a:cubicBezTo>
                    <a:pt x="282" y="259"/>
                    <a:pt x="279" y="266"/>
                    <a:pt x="273" y="272"/>
                  </a:cubicBezTo>
                  <a:cubicBezTo>
                    <a:pt x="266" y="278"/>
                    <a:pt x="259" y="281"/>
                    <a:pt x="250" y="281"/>
                  </a:cubicBezTo>
                  <a:moveTo>
                    <a:pt x="250" y="449"/>
                  </a:moveTo>
                  <a:cubicBezTo>
                    <a:pt x="214" y="449"/>
                    <a:pt x="181" y="440"/>
                    <a:pt x="150" y="422"/>
                  </a:cubicBezTo>
                  <a:cubicBezTo>
                    <a:pt x="120" y="405"/>
                    <a:pt x="96" y="380"/>
                    <a:pt x="78" y="350"/>
                  </a:cubicBezTo>
                  <a:cubicBezTo>
                    <a:pt x="60" y="319"/>
                    <a:pt x="51" y="286"/>
                    <a:pt x="51" y="250"/>
                  </a:cubicBezTo>
                  <a:cubicBezTo>
                    <a:pt x="51" y="214"/>
                    <a:pt x="60" y="181"/>
                    <a:pt x="78" y="150"/>
                  </a:cubicBezTo>
                  <a:cubicBezTo>
                    <a:pt x="96" y="120"/>
                    <a:pt x="120" y="95"/>
                    <a:pt x="150" y="78"/>
                  </a:cubicBezTo>
                  <a:cubicBezTo>
                    <a:pt x="181" y="60"/>
                    <a:pt x="214" y="51"/>
                    <a:pt x="250" y="51"/>
                  </a:cubicBezTo>
                  <a:cubicBezTo>
                    <a:pt x="286" y="51"/>
                    <a:pt x="320" y="60"/>
                    <a:pt x="350" y="78"/>
                  </a:cubicBezTo>
                  <a:cubicBezTo>
                    <a:pt x="381" y="95"/>
                    <a:pt x="405" y="120"/>
                    <a:pt x="423" y="150"/>
                  </a:cubicBezTo>
                  <a:cubicBezTo>
                    <a:pt x="441" y="181"/>
                    <a:pt x="450" y="214"/>
                    <a:pt x="450" y="250"/>
                  </a:cubicBezTo>
                  <a:cubicBezTo>
                    <a:pt x="450" y="305"/>
                    <a:pt x="430" y="352"/>
                    <a:pt x="391" y="391"/>
                  </a:cubicBezTo>
                  <a:cubicBezTo>
                    <a:pt x="352" y="430"/>
                    <a:pt x="305" y="449"/>
                    <a:pt x="250" y="449"/>
                  </a:cubicBezTo>
                  <a:moveTo>
                    <a:pt x="250" y="0"/>
                  </a:moveTo>
                  <a:cubicBezTo>
                    <a:pt x="216" y="0"/>
                    <a:pt x="184" y="6"/>
                    <a:pt x="153" y="19"/>
                  </a:cubicBezTo>
                  <a:cubicBezTo>
                    <a:pt x="122" y="33"/>
                    <a:pt x="96" y="51"/>
                    <a:pt x="73" y="73"/>
                  </a:cubicBezTo>
                  <a:cubicBezTo>
                    <a:pt x="51" y="95"/>
                    <a:pt x="33" y="122"/>
                    <a:pt x="20" y="153"/>
                  </a:cubicBezTo>
                  <a:cubicBezTo>
                    <a:pt x="7" y="183"/>
                    <a:pt x="0" y="216"/>
                    <a:pt x="0" y="250"/>
                  </a:cubicBezTo>
                  <a:cubicBezTo>
                    <a:pt x="0" y="284"/>
                    <a:pt x="7" y="317"/>
                    <a:pt x="20" y="347"/>
                  </a:cubicBezTo>
                  <a:cubicBezTo>
                    <a:pt x="33" y="378"/>
                    <a:pt x="51" y="405"/>
                    <a:pt x="73" y="427"/>
                  </a:cubicBezTo>
                  <a:cubicBezTo>
                    <a:pt x="96" y="449"/>
                    <a:pt x="122" y="467"/>
                    <a:pt x="153" y="480"/>
                  </a:cubicBezTo>
                  <a:cubicBezTo>
                    <a:pt x="184" y="494"/>
                    <a:pt x="216" y="500"/>
                    <a:pt x="250" y="500"/>
                  </a:cubicBezTo>
                  <a:cubicBezTo>
                    <a:pt x="319" y="500"/>
                    <a:pt x="378" y="476"/>
                    <a:pt x="427" y="427"/>
                  </a:cubicBezTo>
                  <a:cubicBezTo>
                    <a:pt x="476" y="378"/>
                    <a:pt x="501" y="319"/>
                    <a:pt x="501" y="250"/>
                  </a:cubicBezTo>
                  <a:cubicBezTo>
                    <a:pt x="501" y="216"/>
                    <a:pt x="494" y="183"/>
                    <a:pt x="481" y="153"/>
                  </a:cubicBezTo>
                  <a:cubicBezTo>
                    <a:pt x="468" y="122"/>
                    <a:pt x="450" y="95"/>
                    <a:pt x="427" y="73"/>
                  </a:cubicBezTo>
                  <a:cubicBezTo>
                    <a:pt x="405" y="51"/>
                    <a:pt x="378" y="33"/>
                    <a:pt x="348" y="19"/>
                  </a:cubicBezTo>
                  <a:cubicBezTo>
                    <a:pt x="317" y="6"/>
                    <a:pt x="284" y="0"/>
                    <a:pt x="250" y="0"/>
                  </a:cubicBezTo>
                </a:path>
              </a:pathLst>
            </a:custGeom>
            <a:solidFill>
              <a:srgbClr val="FFFFFF">
                <a:alpha val="30196"/>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3" name="文本框 62"/>
            <p:cNvSpPr txBox="1"/>
            <p:nvPr/>
          </p:nvSpPr>
          <p:spPr>
            <a:xfrm>
              <a:off x="644525" y="1610846"/>
              <a:ext cx="513282" cy="523220"/>
            </a:xfrm>
            <a:prstGeom prst="rect">
              <a:avLst/>
            </a:prstGeom>
            <a:noFill/>
          </p:spPr>
          <p:txBody>
            <a:bodyPr wrap="none" rtlCol="0">
              <a:spAutoFit/>
            </a:bodyPr>
            <a:lstStyle/>
            <a:p>
              <a:r>
                <a:rPr lang="en-US" altLang="zh-CN" sz="2800" dirty="0">
                  <a:solidFill>
                    <a:schemeClr val="bg1"/>
                  </a:solidFill>
                  <a:latin typeface="Impact" panose="020B0806030902050204" pitchFamily="34" charset="0"/>
                </a:rPr>
                <a:t>01</a:t>
              </a:r>
              <a:endParaRPr lang="zh-CN" altLang="en-US" sz="2800" dirty="0">
                <a:solidFill>
                  <a:schemeClr val="bg1"/>
                </a:solidFill>
                <a:latin typeface="Impact" panose="020B0806030902050204" pitchFamily="34" charset="0"/>
              </a:endParaRPr>
            </a:p>
          </p:txBody>
        </p:sp>
        <p:sp>
          <p:nvSpPr>
            <p:cNvPr id="64" name="文本框 63"/>
            <p:cNvSpPr txBox="1"/>
            <p:nvPr/>
          </p:nvSpPr>
          <p:spPr>
            <a:xfrm>
              <a:off x="644525" y="4154021"/>
              <a:ext cx="556563" cy="523220"/>
            </a:xfrm>
            <a:prstGeom prst="rect">
              <a:avLst/>
            </a:prstGeom>
            <a:noFill/>
          </p:spPr>
          <p:txBody>
            <a:bodyPr wrap="none" rtlCol="0">
              <a:spAutoFit/>
            </a:bodyPr>
            <a:lstStyle/>
            <a:p>
              <a:r>
                <a:rPr lang="en-US" altLang="zh-CN" sz="2800" dirty="0">
                  <a:solidFill>
                    <a:schemeClr val="bg1"/>
                  </a:solidFill>
                  <a:latin typeface="Impact" panose="020B0806030902050204" pitchFamily="34" charset="0"/>
                </a:rPr>
                <a:t>04</a:t>
              </a:r>
              <a:endParaRPr lang="zh-CN" altLang="en-US" sz="2800" dirty="0">
                <a:solidFill>
                  <a:schemeClr val="bg1"/>
                </a:solidFill>
                <a:latin typeface="Impact" panose="020B0806030902050204" pitchFamily="34" charset="0"/>
              </a:endParaRPr>
            </a:p>
          </p:txBody>
        </p:sp>
        <p:sp>
          <p:nvSpPr>
            <p:cNvPr id="65" name="文本框 64"/>
            <p:cNvSpPr txBox="1"/>
            <p:nvPr/>
          </p:nvSpPr>
          <p:spPr>
            <a:xfrm>
              <a:off x="5120756" y="1610846"/>
              <a:ext cx="556563" cy="523220"/>
            </a:xfrm>
            <a:prstGeom prst="rect">
              <a:avLst/>
            </a:prstGeom>
            <a:noFill/>
          </p:spPr>
          <p:txBody>
            <a:bodyPr wrap="none" rtlCol="0">
              <a:spAutoFit/>
            </a:bodyPr>
            <a:lstStyle/>
            <a:p>
              <a:r>
                <a:rPr lang="en-US" altLang="zh-CN" sz="2800" dirty="0">
                  <a:solidFill>
                    <a:schemeClr val="bg1"/>
                  </a:solidFill>
                  <a:latin typeface="Impact" panose="020B0806030902050204" pitchFamily="34" charset="0"/>
                </a:rPr>
                <a:t>02</a:t>
              </a:r>
              <a:endParaRPr lang="zh-CN" altLang="en-US" sz="2800" dirty="0">
                <a:solidFill>
                  <a:schemeClr val="bg1"/>
                </a:solidFill>
                <a:latin typeface="Impact" panose="020B0806030902050204" pitchFamily="34" charset="0"/>
              </a:endParaRPr>
            </a:p>
          </p:txBody>
        </p:sp>
        <p:sp>
          <p:nvSpPr>
            <p:cNvPr id="66" name="文本框 65"/>
            <p:cNvSpPr txBox="1"/>
            <p:nvPr/>
          </p:nvSpPr>
          <p:spPr>
            <a:xfrm>
              <a:off x="5120756" y="4154021"/>
              <a:ext cx="567784" cy="523220"/>
            </a:xfrm>
            <a:prstGeom prst="rect">
              <a:avLst/>
            </a:prstGeom>
            <a:noFill/>
          </p:spPr>
          <p:txBody>
            <a:bodyPr wrap="none" rtlCol="0">
              <a:spAutoFit/>
            </a:bodyPr>
            <a:lstStyle/>
            <a:p>
              <a:r>
                <a:rPr lang="en-US" altLang="zh-CN" sz="2800" dirty="0">
                  <a:solidFill>
                    <a:schemeClr val="bg1"/>
                  </a:solidFill>
                  <a:latin typeface="Impact" panose="020B0806030902050204" pitchFamily="34" charset="0"/>
                </a:rPr>
                <a:t>03</a:t>
              </a:r>
              <a:endParaRPr lang="zh-CN" altLang="en-US" sz="2800" dirty="0">
                <a:solidFill>
                  <a:schemeClr val="bg1"/>
                </a:solidFill>
                <a:latin typeface="Impact" panose="020B0806030902050204" pitchFamily="34" charset="0"/>
              </a:endParaRPr>
            </a:p>
          </p:txBody>
        </p:sp>
      </p:grpSp>
      <p:sp>
        <p:nvSpPr>
          <p:cNvPr id="77" name="文本框 76"/>
          <p:cNvSpPr txBox="1"/>
          <p:nvPr/>
        </p:nvSpPr>
        <p:spPr>
          <a:xfrm>
            <a:off x="8746859" y="4996107"/>
            <a:ext cx="2856518" cy="830997"/>
          </a:xfrm>
          <a:prstGeom prst="rect">
            <a:avLst/>
          </a:prstGeom>
          <a:noFill/>
        </p:spPr>
        <p:txBody>
          <a:bodyPr wrap="square" rtlCol="0">
            <a:spAutoFit/>
          </a:bodyPr>
          <a:lstStyle/>
          <a:p>
            <a:pPr>
              <a:lnSpc>
                <a:spcPct val="120000"/>
              </a:lnSpc>
            </a:pPr>
            <a:r>
              <a:rPr lang="zh-CN" altLang="en-US" sz="2400" b="1" dirty="0">
                <a:solidFill>
                  <a:srgbClr val="F15A24"/>
                </a:solidFill>
              </a:rPr>
              <a:t>添加标题</a:t>
            </a:r>
            <a:endParaRPr lang="en-US" altLang="zh-CN" sz="2400" b="1" dirty="0">
              <a:solidFill>
                <a:srgbClr val="F15A24"/>
              </a:solidFill>
            </a:endParaRPr>
          </a:p>
          <a:p>
            <a:pPr>
              <a:lnSpc>
                <a:spcPct val="120000"/>
              </a:lnSpc>
            </a:pPr>
            <a:r>
              <a:rPr lang="zh-CN" altLang="en-US" sz="1600" dirty="0">
                <a:solidFill>
                  <a:schemeClr val="tx1">
                    <a:lumMod val="65000"/>
                    <a:lumOff val="35000"/>
                  </a:schemeClr>
                </a:solidFill>
              </a:rPr>
              <a:t>添加内容添加内容</a:t>
            </a:r>
          </a:p>
        </p:txBody>
      </p:sp>
      <p:sp>
        <p:nvSpPr>
          <p:cNvPr id="78" name="文本框 77"/>
          <p:cNvSpPr txBox="1"/>
          <p:nvPr/>
        </p:nvSpPr>
        <p:spPr>
          <a:xfrm>
            <a:off x="8746859" y="2461227"/>
            <a:ext cx="2856518" cy="830997"/>
          </a:xfrm>
          <a:prstGeom prst="rect">
            <a:avLst/>
          </a:prstGeom>
          <a:noFill/>
        </p:spPr>
        <p:txBody>
          <a:bodyPr wrap="square" rtlCol="0">
            <a:spAutoFit/>
          </a:bodyPr>
          <a:lstStyle/>
          <a:p>
            <a:pPr>
              <a:lnSpc>
                <a:spcPct val="120000"/>
              </a:lnSpc>
            </a:pPr>
            <a:r>
              <a:rPr lang="zh-CN" altLang="en-US" sz="2400" b="1" dirty="0">
                <a:solidFill>
                  <a:srgbClr val="8BC906"/>
                </a:solidFill>
              </a:rPr>
              <a:t>添加标题</a:t>
            </a:r>
            <a:endParaRPr lang="en-US" altLang="zh-CN" sz="2400" b="1" dirty="0">
              <a:solidFill>
                <a:srgbClr val="8BC906"/>
              </a:solidFill>
            </a:endParaRPr>
          </a:p>
          <a:p>
            <a:pPr>
              <a:lnSpc>
                <a:spcPct val="120000"/>
              </a:lnSpc>
            </a:pPr>
            <a:r>
              <a:rPr lang="zh-CN" altLang="en-US" sz="1600" dirty="0">
                <a:solidFill>
                  <a:schemeClr val="tx1">
                    <a:lumMod val="65000"/>
                    <a:lumOff val="35000"/>
                  </a:schemeClr>
                </a:solidFill>
              </a:rPr>
              <a:t>添加内容添加内容</a:t>
            </a:r>
          </a:p>
        </p:txBody>
      </p:sp>
      <p:sp>
        <p:nvSpPr>
          <p:cNvPr id="79" name="文本框 78"/>
          <p:cNvSpPr txBox="1"/>
          <p:nvPr/>
        </p:nvSpPr>
        <p:spPr>
          <a:xfrm>
            <a:off x="660062" y="2461227"/>
            <a:ext cx="2856518" cy="830997"/>
          </a:xfrm>
          <a:prstGeom prst="rect">
            <a:avLst/>
          </a:prstGeom>
          <a:noFill/>
        </p:spPr>
        <p:txBody>
          <a:bodyPr wrap="square" rtlCol="0">
            <a:spAutoFit/>
          </a:bodyPr>
          <a:lstStyle/>
          <a:p>
            <a:pPr algn="r">
              <a:lnSpc>
                <a:spcPct val="120000"/>
              </a:lnSpc>
            </a:pPr>
            <a:r>
              <a:rPr lang="zh-CN" altLang="en-US" sz="2400" b="1" dirty="0">
                <a:solidFill>
                  <a:srgbClr val="3A97A6"/>
                </a:solidFill>
              </a:rPr>
              <a:t>添加标题</a:t>
            </a:r>
            <a:endParaRPr lang="en-US" altLang="zh-CN" sz="2400" b="1" dirty="0">
              <a:solidFill>
                <a:srgbClr val="3A97A6"/>
              </a:solidFill>
            </a:endParaRPr>
          </a:p>
          <a:p>
            <a:pPr algn="r">
              <a:lnSpc>
                <a:spcPct val="120000"/>
              </a:lnSpc>
            </a:pPr>
            <a:r>
              <a:rPr lang="zh-CN" altLang="en-US" sz="1600" dirty="0">
                <a:solidFill>
                  <a:schemeClr val="tx1">
                    <a:lumMod val="65000"/>
                    <a:lumOff val="35000"/>
                  </a:schemeClr>
                </a:solidFill>
              </a:rPr>
              <a:t>添加内容添加内容</a:t>
            </a:r>
          </a:p>
        </p:txBody>
      </p:sp>
      <p:sp>
        <p:nvSpPr>
          <p:cNvPr id="80" name="文本框 79"/>
          <p:cNvSpPr txBox="1"/>
          <p:nvPr/>
        </p:nvSpPr>
        <p:spPr>
          <a:xfrm>
            <a:off x="660062" y="4996107"/>
            <a:ext cx="2856518" cy="830997"/>
          </a:xfrm>
          <a:prstGeom prst="rect">
            <a:avLst/>
          </a:prstGeom>
          <a:noFill/>
        </p:spPr>
        <p:txBody>
          <a:bodyPr wrap="square" rtlCol="0">
            <a:spAutoFit/>
          </a:bodyPr>
          <a:lstStyle/>
          <a:p>
            <a:pPr algn="r">
              <a:lnSpc>
                <a:spcPct val="120000"/>
              </a:lnSpc>
            </a:pPr>
            <a:r>
              <a:rPr lang="zh-CN" altLang="en-US" sz="2400" b="1" dirty="0">
                <a:solidFill>
                  <a:srgbClr val="EA981E"/>
                </a:solidFill>
              </a:rPr>
              <a:t>添加标题</a:t>
            </a:r>
            <a:endParaRPr lang="en-US" altLang="zh-CN" sz="2400" b="1" dirty="0">
              <a:solidFill>
                <a:srgbClr val="EA981E"/>
              </a:solidFill>
            </a:endParaRPr>
          </a:p>
          <a:p>
            <a:pPr algn="r">
              <a:lnSpc>
                <a:spcPct val="120000"/>
              </a:lnSpc>
            </a:pPr>
            <a:r>
              <a:rPr lang="zh-CN" altLang="en-US" sz="1600" dirty="0">
                <a:solidFill>
                  <a:schemeClr val="tx1">
                    <a:lumMod val="65000"/>
                    <a:lumOff val="35000"/>
                  </a:schemeClr>
                </a:solidFill>
              </a:rPr>
              <a:t>添加内容添加内容</a:t>
            </a:r>
          </a:p>
        </p:txBody>
      </p:sp>
    </p:spTree>
    <p:extLst>
      <p:ext uri="{BB962C8B-B14F-4D97-AF65-F5344CB8AC3E}">
        <p14:creationId xmlns:p14="http://schemas.microsoft.com/office/powerpoint/2010/main" val="26532697"/>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Oval 13"/>
          <p:cNvSpPr>
            <a:spLocks noChangeArrowheads="1"/>
          </p:cNvSpPr>
          <p:nvPr/>
        </p:nvSpPr>
        <p:spPr bwMode="auto">
          <a:xfrm>
            <a:off x="4580839" y="2484013"/>
            <a:ext cx="1241178" cy="1245579"/>
          </a:xfrm>
          <a:prstGeom prst="ellipse">
            <a:avLst/>
          </a:pr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Line 14"/>
          <p:cNvSpPr>
            <a:spLocks noChangeShapeType="1"/>
          </p:cNvSpPr>
          <p:nvPr/>
        </p:nvSpPr>
        <p:spPr bwMode="auto">
          <a:xfrm flipH="1" flipV="1">
            <a:off x="5288354" y="3666873"/>
            <a:ext cx="133141" cy="596382"/>
          </a:xfrm>
          <a:prstGeom prst="line">
            <a:avLst/>
          </a:prstGeom>
          <a:noFill/>
          <a:ln w="30163" cap="flat">
            <a:solidFill>
              <a:srgbClr val="5EC6D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5"/>
          <p:cNvSpPr>
            <a:spLocks/>
          </p:cNvSpPr>
          <p:nvPr/>
        </p:nvSpPr>
        <p:spPr bwMode="auto">
          <a:xfrm>
            <a:off x="4908739" y="5718998"/>
            <a:ext cx="1172957" cy="130940"/>
          </a:xfrm>
          <a:custGeom>
            <a:avLst/>
            <a:gdLst>
              <a:gd name="T0" fmla="*/ 451 w 451"/>
              <a:gd name="T1" fmla="*/ 25 h 50"/>
              <a:gd name="T2" fmla="*/ 435 w 451"/>
              <a:gd name="T3" fmla="*/ 50 h 50"/>
              <a:gd name="T4" fmla="*/ 16 w 451"/>
              <a:gd name="T5" fmla="*/ 50 h 50"/>
              <a:gd name="T6" fmla="*/ 0 w 451"/>
              <a:gd name="T7" fmla="*/ 25 h 50"/>
              <a:gd name="T8" fmla="*/ 0 w 451"/>
              <a:gd name="T9" fmla="*/ 25 h 50"/>
              <a:gd name="T10" fmla="*/ 16 w 451"/>
              <a:gd name="T11" fmla="*/ 0 h 50"/>
              <a:gd name="T12" fmla="*/ 435 w 451"/>
              <a:gd name="T13" fmla="*/ 0 h 50"/>
              <a:gd name="T14" fmla="*/ 451 w 451"/>
              <a:gd name="T15" fmla="*/ 25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1" h="50">
                <a:moveTo>
                  <a:pt x="451" y="25"/>
                </a:moveTo>
                <a:cubicBezTo>
                  <a:pt x="451" y="39"/>
                  <a:pt x="444" y="50"/>
                  <a:pt x="435" y="50"/>
                </a:cubicBezTo>
                <a:cubicBezTo>
                  <a:pt x="16" y="50"/>
                  <a:pt x="16" y="50"/>
                  <a:pt x="16" y="50"/>
                </a:cubicBezTo>
                <a:cubicBezTo>
                  <a:pt x="7" y="50"/>
                  <a:pt x="0" y="39"/>
                  <a:pt x="0" y="25"/>
                </a:cubicBezTo>
                <a:cubicBezTo>
                  <a:pt x="0" y="25"/>
                  <a:pt x="0" y="25"/>
                  <a:pt x="0" y="25"/>
                </a:cubicBezTo>
                <a:cubicBezTo>
                  <a:pt x="0" y="11"/>
                  <a:pt x="7" y="0"/>
                  <a:pt x="16" y="0"/>
                </a:cubicBezTo>
                <a:cubicBezTo>
                  <a:pt x="435" y="0"/>
                  <a:pt x="435" y="0"/>
                  <a:pt x="435" y="0"/>
                </a:cubicBezTo>
                <a:cubicBezTo>
                  <a:pt x="444" y="0"/>
                  <a:pt x="451" y="11"/>
                  <a:pt x="451" y="25"/>
                </a:cubicBez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Line 47"/>
          <p:cNvSpPr>
            <a:spLocks noChangeShapeType="1"/>
          </p:cNvSpPr>
          <p:nvPr/>
        </p:nvSpPr>
        <p:spPr bwMode="auto">
          <a:xfrm flipV="1">
            <a:off x="6912449" y="3661370"/>
            <a:ext cx="93528" cy="536902"/>
          </a:xfrm>
          <a:prstGeom prst="line">
            <a:avLst/>
          </a:prstGeom>
          <a:noFill/>
          <a:ln w="30163" cap="flat">
            <a:solidFill>
              <a:srgbClr val="F26D6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Oval 48"/>
          <p:cNvSpPr>
            <a:spLocks noChangeArrowheads="1"/>
          </p:cNvSpPr>
          <p:nvPr/>
        </p:nvSpPr>
        <p:spPr bwMode="auto">
          <a:xfrm>
            <a:off x="6412897" y="2484013"/>
            <a:ext cx="1241178" cy="1245579"/>
          </a:xfrm>
          <a:prstGeom prst="ellipse">
            <a:avLst/>
          </a:prstGeom>
          <a:solidFill>
            <a:srgbClr val="F26D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49"/>
          <p:cNvSpPr>
            <a:spLocks/>
          </p:cNvSpPr>
          <p:nvPr/>
        </p:nvSpPr>
        <p:spPr bwMode="auto">
          <a:xfrm>
            <a:off x="6323769" y="5718998"/>
            <a:ext cx="1174058" cy="130940"/>
          </a:xfrm>
          <a:custGeom>
            <a:avLst/>
            <a:gdLst>
              <a:gd name="T0" fmla="*/ 451 w 451"/>
              <a:gd name="T1" fmla="*/ 25 h 50"/>
              <a:gd name="T2" fmla="*/ 435 w 451"/>
              <a:gd name="T3" fmla="*/ 50 h 50"/>
              <a:gd name="T4" fmla="*/ 16 w 451"/>
              <a:gd name="T5" fmla="*/ 50 h 50"/>
              <a:gd name="T6" fmla="*/ 0 w 451"/>
              <a:gd name="T7" fmla="*/ 25 h 50"/>
              <a:gd name="T8" fmla="*/ 0 w 451"/>
              <a:gd name="T9" fmla="*/ 25 h 50"/>
              <a:gd name="T10" fmla="*/ 16 w 451"/>
              <a:gd name="T11" fmla="*/ 0 h 50"/>
              <a:gd name="T12" fmla="*/ 435 w 451"/>
              <a:gd name="T13" fmla="*/ 0 h 50"/>
              <a:gd name="T14" fmla="*/ 451 w 451"/>
              <a:gd name="T15" fmla="*/ 25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1" h="50">
                <a:moveTo>
                  <a:pt x="451" y="25"/>
                </a:moveTo>
                <a:cubicBezTo>
                  <a:pt x="451" y="39"/>
                  <a:pt x="444" y="50"/>
                  <a:pt x="435" y="50"/>
                </a:cubicBezTo>
                <a:cubicBezTo>
                  <a:pt x="16" y="50"/>
                  <a:pt x="16" y="50"/>
                  <a:pt x="16" y="50"/>
                </a:cubicBezTo>
                <a:cubicBezTo>
                  <a:pt x="7" y="50"/>
                  <a:pt x="0" y="39"/>
                  <a:pt x="0" y="25"/>
                </a:cubicBezTo>
                <a:cubicBezTo>
                  <a:pt x="0" y="25"/>
                  <a:pt x="0" y="25"/>
                  <a:pt x="0" y="25"/>
                </a:cubicBezTo>
                <a:cubicBezTo>
                  <a:pt x="0" y="11"/>
                  <a:pt x="7" y="0"/>
                  <a:pt x="16" y="0"/>
                </a:cubicBezTo>
                <a:cubicBezTo>
                  <a:pt x="435" y="0"/>
                  <a:pt x="435" y="0"/>
                  <a:pt x="435" y="0"/>
                </a:cubicBezTo>
                <a:cubicBezTo>
                  <a:pt x="444" y="0"/>
                  <a:pt x="451" y="11"/>
                  <a:pt x="451" y="25"/>
                </a:cubicBezTo>
                <a:close/>
              </a:path>
            </a:pathLst>
          </a:custGeom>
          <a:solidFill>
            <a:srgbClr val="F26D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Oval 96"/>
          <p:cNvSpPr>
            <a:spLocks noChangeArrowheads="1"/>
          </p:cNvSpPr>
          <p:nvPr/>
        </p:nvSpPr>
        <p:spPr bwMode="auto">
          <a:xfrm>
            <a:off x="2831306" y="2484013"/>
            <a:ext cx="1241178" cy="1245579"/>
          </a:xfrm>
          <a:prstGeom prst="ellipse">
            <a:avLst/>
          </a:pr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Line 97"/>
          <p:cNvSpPr>
            <a:spLocks noChangeShapeType="1"/>
          </p:cNvSpPr>
          <p:nvPr/>
        </p:nvSpPr>
        <p:spPr bwMode="auto">
          <a:xfrm flipH="1" flipV="1">
            <a:off x="3711574" y="3619558"/>
            <a:ext cx="340004" cy="599683"/>
          </a:xfrm>
          <a:prstGeom prst="line">
            <a:avLst/>
          </a:prstGeom>
          <a:noFill/>
          <a:ln w="30163" cap="flat">
            <a:solidFill>
              <a:srgbClr val="546E7A"/>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98"/>
          <p:cNvSpPr>
            <a:spLocks/>
          </p:cNvSpPr>
          <p:nvPr/>
        </p:nvSpPr>
        <p:spPr bwMode="auto">
          <a:xfrm>
            <a:off x="3492608" y="5718998"/>
            <a:ext cx="1174058" cy="130940"/>
          </a:xfrm>
          <a:custGeom>
            <a:avLst/>
            <a:gdLst>
              <a:gd name="T0" fmla="*/ 451 w 451"/>
              <a:gd name="T1" fmla="*/ 25 h 50"/>
              <a:gd name="T2" fmla="*/ 435 w 451"/>
              <a:gd name="T3" fmla="*/ 50 h 50"/>
              <a:gd name="T4" fmla="*/ 16 w 451"/>
              <a:gd name="T5" fmla="*/ 50 h 50"/>
              <a:gd name="T6" fmla="*/ 0 w 451"/>
              <a:gd name="T7" fmla="*/ 25 h 50"/>
              <a:gd name="T8" fmla="*/ 0 w 451"/>
              <a:gd name="T9" fmla="*/ 25 h 50"/>
              <a:gd name="T10" fmla="*/ 16 w 451"/>
              <a:gd name="T11" fmla="*/ 0 h 50"/>
              <a:gd name="T12" fmla="*/ 435 w 451"/>
              <a:gd name="T13" fmla="*/ 0 h 50"/>
              <a:gd name="T14" fmla="*/ 451 w 451"/>
              <a:gd name="T15" fmla="*/ 25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1" h="50">
                <a:moveTo>
                  <a:pt x="451" y="25"/>
                </a:moveTo>
                <a:cubicBezTo>
                  <a:pt x="451" y="39"/>
                  <a:pt x="444" y="50"/>
                  <a:pt x="435" y="50"/>
                </a:cubicBezTo>
                <a:cubicBezTo>
                  <a:pt x="16" y="50"/>
                  <a:pt x="16" y="50"/>
                  <a:pt x="16" y="50"/>
                </a:cubicBezTo>
                <a:cubicBezTo>
                  <a:pt x="7" y="50"/>
                  <a:pt x="0" y="39"/>
                  <a:pt x="0" y="25"/>
                </a:cubicBezTo>
                <a:cubicBezTo>
                  <a:pt x="0" y="25"/>
                  <a:pt x="0" y="25"/>
                  <a:pt x="0" y="25"/>
                </a:cubicBezTo>
                <a:cubicBezTo>
                  <a:pt x="0" y="11"/>
                  <a:pt x="7" y="0"/>
                  <a:pt x="16" y="0"/>
                </a:cubicBezTo>
                <a:cubicBezTo>
                  <a:pt x="435" y="0"/>
                  <a:pt x="435" y="0"/>
                  <a:pt x="435" y="0"/>
                </a:cubicBezTo>
                <a:cubicBezTo>
                  <a:pt x="444" y="0"/>
                  <a:pt x="451" y="11"/>
                  <a:pt x="451" y="25"/>
                </a:cubicBez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Line 129"/>
          <p:cNvSpPr>
            <a:spLocks noChangeShapeType="1"/>
          </p:cNvSpPr>
          <p:nvPr/>
        </p:nvSpPr>
        <p:spPr bwMode="auto">
          <a:xfrm flipV="1">
            <a:off x="8302172" y="3630562"/>
            <a:ext cx="257478" cy="546867"/>
          </a:xfrm>
          <a:prstGeom prst="line">
            <a:avLst/>
          </a:prstGeom>
          <a:noFill/>
          <a:ln w="30163" cap="flat">
            <a:solidFill>
              <a:srgbClr val="F884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Oval 130"/>
          <p:cNvSpPr>
            <a:spLocks noChangeArrowheads="1"/>
          </p:cNvSpPr>
          <p:nvPr/>
        </p:nvSpPr>
        <p:spPr bwMode="auto">
          <a:xfrm>
            <a:off x="8119516" y="2484013"/>
            <a:ext cx="1241178" cy="1245579"/>
          </a:xfrm>
          <a:prstGeom prst="ellipse">
            <a:avLst/>
          </a:pr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131"/>
          <p:cNvSpPr>
            <a:spLocks/>
          </p:cNvSpPr>
          <p:nvPr/>
        </p:nvSpPr>
        <p:spPr bwMode="auto">
          <a:xfrm>
            <a:off x="7739901" y="5718998"/>
            <a:ext cx="1174058" cy="130940"/>
          </a:xfrm>
          <a:custGeom>
            <a:avLst/>
            <a:gdLst>
              <a:gd name="T0" fmla="*/ 451 w 451"/>
              <a:gd name="T1" fmla="*/ 25 h 50"/>
              <a:gd name="T2" fmla="*/ 435 w 451"/>
              <a:gd name="T3" fmla="*/ 50 h 50"/>
              <a:gd name="T4" fmla="*/ 16 w 451"/>
              <a:gd name="T5" fmla="*/ 50 h 50"/>
              <a:gd name="T6" fmla="*/ 0 w 451"/>
              <a:gd name="T7" fmla="*/ 25 h 50"/>
              <a:gd name="T8" fmla="*/ 0 w 451"/>
              <a:gd name="T9" fmla="*/ 25 h 50"/>
              <a:gd name="T10" fmla="*/ 16 w 451"/>
              <a:gd name="T11" fmla="*/ 0 h 50"/>
              <a:gd name="T12" fmla="*/ 435 w 451"/>
              <a:gd name="T13" fmla="*/ 0 h 50"/>
              <a:gd name="T14" fmla="*/ 451 w 451"/>
              <a:gd name="T15" fmla="*/ 25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1" h="50">
                <a:moveTo>
                  <a:pt x="451" y="25"/>
                </a:moveTo>
                <a:cubicBezTo>
                  <a:pt x="451" y="39"/>
                  <a:pt x="444" y="50"/>
                  <a:pt x="435" y="50"/>
                </a:cubicBezTo>
                <a:cubicBezTo>
                  <a:pt x="16" y="50"/>
                  <a:pt x="16" y="50"/>
                  <a:pt x="16" y="50"/>
                </a:cubicBezTo>
                <a:cubicBezTo>
                  <a:pt x="7" y="50"/>
                  <a:pt x="0" y="39"/>
                  <a:pt x="0" y="25"/>
                </a:cubicBezTo>
                <a:cubicBezTo>
                  <a:pt x="0" y="25"/>
                  <a:pt x="0" y="25"/>
                  <a:pt x="0" y="25"/>
                </a:cubicBezTo>
                <a:cubicBezTo>
                  <a:pt x="0" y="11"/>
                  <a:pt x="7" y="0"/>
                  <a:pt x="16" y="0"/>
                </a:cubicBezTo>
                <a:cubicBezTo>
                  <a:pt x="435" y="0"/>
                  <a:pt x="435" y="0"/>
                  <a:pt x="435" y="0"/>
                </a:cubicBezTo>
                <a:cubicBezTo>
                  <a:pt x="444" y="0"/>
                  <a:pt x="451" y="11"/>
                  <a:pt x="451" y="25"/>
                </a:cubicBez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12"/>
          <p:cNvSpPr>
            <a:spLocks noEditPoints="1"/>
          </p:cNvSpPr>
          <p:nvPr/>
        </p:nvSpPr>
        <p:spPr bwMode="auto">
          <a:xfrm>
            <a:off x="3506659" y="4248319"/>
            <a:ext cx="1173210" cy="1348860"/>
          </a:xfrm>
          <a:custGeom>
            <a:avLst/>
            <a:gdLst>
              <a:gd name="T0" fmla="*/ 140 w 185"/>
              <a:gd name="T1" fmla="*/ 27 h 213"/>
              <a:gd name="T2" fmla="*/ 167 w 185"/>
              <a:gd name="T3" fmla="*/ 96 h 213"/>
              <a:gd name="T4" fmla="*/ 167 w 185"/>
              <a:gd name="T5" fmla="*/ 133 h 213"/>
              <a:gd name="T6" fmla="*/ 166 w 185"/>
              <a:gd name="T7" fmla="*/ 167 h 213"/>
              <a:gd name="T8" fmla="*/ 179 w 185"/>
              <a:gd name="T9" fmla="*/ 213 h 213"/>
              <a:gd name="T10" fmla="*/ 137 w 185"/>
              <a:gd name="T11" fmla="*/ 202 h 213"/>
              <a:gd name="T12" fmla="*/ 166 w 185"/>
              <a:gd name="T13" fmla="*/ 174 h 213"/>
              <a:gd name="T14" fmla="*/ 137 w 185"/>
              <a:gd name="T15" fmla="*/ 183 h 213"/>
              <a:gd name="T16" fmla="*/ 137 w 185"/>
              <a:gd name="T17" fmla="*/ 164 h 213"/>
              <a:gd name="T18" fmla="*/ 138 w 185"/>
              <a:gd name="T19" fmla="*/ 105 h 213"/>
              <a:gd name="T20" fmla="*/ 137 w 185"/>
              <a:gd name="T21" fmla="*/ 75 h 213"/>
              <a:gd name="T22" fmla="*/ 137 w 185"/>
              <a:gd name="T23" fmla="*/ 95 h 213"/>
              <a:gd name="T24" fmla="*/ 137 w 185"/>
              <a:gd name="T25" fmla="*/ 95 h 213"/>
              <a:gd name="T26" fmla="*/ 137 w 185"/>
              <a:gd name="T27" fmla="*/ 21 h 213"/>
              <a:gd name="T28" fmla="*/ 133 w 185"/>
              <a:gd name="T29" fmla="*/ 78 h 213"/>
              <a:gd name="T30" fmla="*/ 137 w 185"/>
              <a:gd name="T31" fmla="*/ 80 h 213"/>
              <a:gd name="T32" fmla="*/ 135 w 185"/>
              <a:gd name="T33" fmla="*/ 105 h 213"/>
              <a:gd name="T34" fmla="*/ 137 w 185"/>
              <a:gd name="T35" fmla="*/ 164 h 213"/>
              <a:gd name="T36" fmla="*/ 115 w 185"/>
              <a:gd name="T37" fmla="*/ 140 h 213"/>
              <a:gd name="T38" fmla="*/ 86 w 185"/>
              <a:gd name="T39" fmla="*/ 146 h 213"/>
              <a:gd name="T40" fmla="*/ 93 w 185"/>
              <a:gd name="T41" fmla="*/ 140 h 213"/>
              <a:gd name="T42" fmla="*/ 121 w 185"/>
              <a:gd name="T43" fmla="*/ 101 h 213"/>
              <a:gd name="T44" fmla="*/ 97 w 185"/>
              <a:gd name="T45" fmla="*/ 69 h 213"/>
              <a:gd name="T46" fmla="*/ 86 w 185"/>
              <a:gd name="T47" fmla="*/ 8 h 213"/>
              <a:gd name="T48" fmla="*/ 86 w 185"/>
              <a:gd name="T49" fmla="*/ 213 h 213"/>
              <a:gd name="T50" fmla="*/ 93 w 185"/>
              <a:gd name="T51" fmla="*/ 207 h 213"/>
              <a:gd name="T52" fmla="*/ 137 w 185"/>
              <a:gd name="T53" fmla="*/ 213 h 213"/>
              <a:gd name="T54" fmla="*/ 137 w 185"/>
              <a:gd name="T55" fmla="*/ 195 h 213"/>
              <a:gd name="T56" fmla="*/ 86 w 185"/>
              <a:gd name="T57" fmla="*/ 200 h 213"/>
              <a:gd name="T58" fmla="*/ 137 w 185"/>
              <a:gd name="T59" fmla="*/ 183 h 213"/>
              <a:gd name="T60" fmla="*/ 1 w 185"/>
              <a:gd name="T61" fmla="*/ 194 h 213"/>
              <a:gd name="T62" fmla="*/ 24 w 185"/>
              <a:gd name="T63" fmla="*/ 154 h 213"/>
              <a:gd name="T64" fmla="*/ 19 w 185"/>
              <a:gd name="T65" fmla="*/ 110 h 213"/>
              <a:gd name="T66" fmla="*/ 30 w 185"/>
              <a:gd name="T67" fmla="*/ 56 h 213"/>
              <a:gd name="T68" fmla="*/ 79 w 185"/>
              <a:gd name="T69" fmla="*/ 13 h 213"/>
              <a:gd name="T70" fmla="*/ 86 w 185"/>
              <a:gd name="T71" fmla="*/ 68 h 213"/>
              <a:gd name="T72" fmla="*/ 62 w 185"/>
              <a:gd name="T73" fmla="*/ 53 h 213"/>
              <a:gd name="T74" fmla="*/ 54 w 185"/>
              <a:gd name="T75" fmla="*/ 81 h 213"/>
              <a:gd name="T76" fmla="*/ 55 w 185"/>
              <a:gd name="T77" fmla="*/ 111 h 213"/>
              <a:gd name="T78" fmla="*/ 86 w 185"/>
              <a:gd name="T79" fmla="*/ 146 h 213"/>
              <a:gd name="T80" fmla="*/ 59 w 185"/>
              <a:gd name="T81" fmla="*/ 160 h 213"/>
              <a:gd name="T82" fmla="*/ 86 w 185"/>
              <a:gd name="T83" fmla="*/ 189 h 213"/>
              <a:gd name="T84" fmla="*/ 20 w 185"/>
              <a:gd name="T85" fmla="*/ 173 h 213"/>
              <a:gd name="T86" fmla="*/ 86 w 185"/>
              <a:gd name="T87" fmla="*/ 207 h 213"/>
              <a:gd name="T88" fmla="*/ 7 w 185"/>
              <a:gd name="T89" fmla="*/ 21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5" h="213">
                <a:moveTo>
                  <a:pt x="137" y="21"/>
                </a:moveTo>
                <a:cubicBezTo>
                  <a:pt x="138" y="23"/>
                  <a:pt x="139" y="25"/>
                  <a:pt x="140" y="27"/>
                </a:cubicBezTo>
                <a:cubicBezTo>
                  <a:pt x="146" y="44"/>
                  <a:pt x="142" y="52"/>
                  <a:pt x="157" y="56"/>
                </a:cubicBezTo>
                <a:cubicBezTo>
                  <a:pt x="172" y="61"/>
                  <a:pt x="178" y="86"/>
                  <a:pt x="167" y="96"/>
                </a:cubicBezTo>
                <a:cubicBezTo>
                  <a:pt x="156" y="107"/>
                  <a:pt x="156" y="109"/>
                  <a:pt x="167" y="115"/>
                </a:cubicBezTo>
                <a:cubicBezTo>
                  <a:pt x="178" y="120"/>
                  <a:pt x="176" y="129"/>
                  <a:pt x="167" y="133"/>
                </a:cubicBezTo>
                <a:cubicBezTo>
                  <a:pt x="157" y="138"/>
                  <a:pt x="152" y="146"/>
                  <a:pt x="160" y="151"/>
                </a:cubicBezTo>
                <a:cubicBezTo>
                  <a:pt x="166" y="155"/>
                  <a:pt x="170" y="160"/>
                  <a:pt x="166" y="167"/>
                </a:cubicBezTo>
                <a:cubicBezTo>
                  <a:pt x="177" y="172"/>
                  <a:pt x="185" y="180"/>
                  <a:pt x="185" y="194"/>
                </a:cubicBezTo>
                <a:cubicBezTo>
                  <a:pt x="185" y="200"/>
                  <a:pt x="183" y="207"/>
                  <a:pt x="179" y="213"/>
                </a:cubicBezTo>
                <a:cubicBezTo>
                  <a:pt x="137" y="213"/>
                  <a:pt x="137" y="213"/>
                  <a:pt x="137" y="213"/>
                </a:cubicBezTo>
                <a:cubicBezTo>
                  <a:pt x="137" y="202"/>
                  <a:pt x="137" y="202"/>
                  <a:pt x="137" y="202"/>
                </a:cubicBezTo>
                <a:cubicBezTo>
                  <a:pt x="154" y="197"/>
                  <a:pt x="167" y="189"/>
                  <a:pt x="172" y="178"/>
                </a:cubicBezTo>
                <a:cubicBezTo>
                  <a:pt x="170" y="177"/>
                  <a:pt x="168" y="175"/>
                  <a:pt x="166" y="174"/>
                </a:cubicBezTo>
                <a:cubicBezTo>
                  <a:pt x="164" y="183"/>
                  <a:pt x="153" y="190"/>
                  <a:pt x="137" y="195"/>
                </a:cubicBezTo>
                <a:cubicBezTo>
                  <a:pt x="137" y="183"/>
                  <a:pt x="137" y="183"/>
                  <a:pt x="137" y="183"/>
                </a:cubicBezTo>
                <a:cubicBezTo>
                  <a:pt x="145" y="179"/>
                  <a:pt x="150" y="175"/>
                  <a:pt x="153" y="168"/>
                </a:cubicBezTo>
                <a:cubicBezTo>
                  <a:pt x="148" y="167"/>
                  <a:pt x="142" y="165"/>
                  <a:pt x="137" y="164"/>
                </a:cubicBezTo>
                <a:cubicBezTo>
                  <a:pt x="137" y="105"/>
                  <a:pt x="137" y="105"/>
                  <a:pt x="137" y="105"/>
                </a:cubicBezTo>
                <a:cubicBezTo>
                  <a:pt x="137" y="105"/>
                  <a:pt x="138" y="105"/>
                  <a:pt x="138" y="105"/>
                </a:cubicBezTo>
                <a:cubicBezTo>
                  <a:pt x="141" y="99"/>
                  <a:pt x="143" y="91"/>
                  <a:pt x="142" y="85"/>
                </a:cubicBezTo>
                <a:cubicBezTo>
                  <a:pt x="141" y="82"/>
                  <a:pt x="139" y="75"/>
                  <a:pt x="137" y="75"/>
                </a:cubicBezTo>
                <a:cubicBezTo>
                  <a:pt x="137" y="21"/>
                  <a:pt x="137" y="21"/>
                  <a:pt x="137" y="21"/>
                </a:cubicBezTo>
                <a:close/>
                <a:moveTo>
                  <a:pt x="137" y="95"/>
                </a:moveTo>
                <a:cubicBezTo>
                  <a:pt x="140" y="90"/>
                  <a:pt x="143" y="84"/>
                  <a:pt x="137" y="80"/>
                </a:cubicBezTo>
                <a:lnTo>
                  <a:pt x="137" y="95"/>
                </a:lnTo>
                <a:close/>
                <a:moveTo>
                  <a:pt x="86" y="8"/>
                </a:moveTo>
                <a:cubicBezTo>
                  <a:pt x="101" y="0"/>
                  <a:pt x="127" y="9"/>
                  <a:pt x="137" y="21"/>
                </a:cubicBezTo>
                <a:cubicBezTo>
                  <a:pt x="137" y="75"/>
                  <a:pt x="137" y="75"/>
                  <a:pt x="137" y="75"/>
                </a:cubicBezTo>
                <a:cubicBezTo>
                  <a:pt x="136" y="74"/>
                  <a:pt x="134" y="75"/>
                  <a:pt x="133" y="78"/>
                </a:cubicBezTo>
                <a:cubicBezTo>
                  <a:pt x="133" y="78"/>
                  <a:pt x="133" y="78"/>
                  <a:pt x="133" y="78"/>
                </a:cubicBezTo>
                <a:cubicBezTo>
                  <a:pt x="135" y="78"/>
                  <a:pt x="136" y="79"/>
                  <a:pt x="137" y="80"/>
                </a:cubicBezTo>
                <a:cubicBezTo>
                  <a:pt x="137" y="95"/>
                  <a:pt x="137" y="95"/>
                  <a:pt x="137" y="95"/>
                </a:cubicBezTo>
                <a:cubicBezTo>
                  <a:pt x="133" y="101"/>
                  <a:pt x="128" y="105"/>
                  <a:pt x="135" y="105"/>
                </a:cubicBezTo>
                <a:cubicBezTo>
                  <a:pt x="136" y="105"/>
                  <a:pt x="136" y="105"/>
                  <a:pt x="137" y="105"/>
                </a:cubicBezTo>
                <a:cubicBezTo>
                  <a:pt x="137" y="164"/>
                  <a:pt x="137" y="164"/>
                  <a:pt x="137" y="164"/>
                </a:cubicBezTo>
                <a:cubicBezTo>
                  <a:pt x="133" y="163"/>
                  <a:pt x="130" y="162"/>
                  <a:pt x="127" y="160"/>
                </a:cubicBezTo>
                <a:cubicBezTo>
                  <a:pt x="117" y="157"/>
                  <a:pt x="115" y="149"/>
                  <a:pt x="115" y="140"/>
                </a:cubicBezTo>
                <a:cubicBezTo>
                  <a:pt x="109" y="144"/>
                  <a:pt x="101" y="147"/>
                  <a:pt x="93" y="147"/>
                </a:cubicBezTo>
                <a:cubicBezTo>
                  <a:pt x="90" y="147"/>
                  <a:pt x="88" y="146"/>
                  <a:pt x="86" y="146"/>
                </a:cubicBezTo>
                <a:cubicBezTo>
                  <a:pt x="86" y="139"/>
                  <a:pt x="86" y="139"/>
                  <a:pt x="86" y="139"/>
                </a:cubicBezTo>
                <a:cubicBezTo>
                  <a:pt x="88" y="140"/>
                  <a:pt x="90" y="140"/>
                  <a:pt x="93" y="140"/>
                </a:cubicBezTo>
                <a:cubicBezTo>
                  <a:pt x="109" y="140"/>
                  <a:pt x="120" y="130"/>
                  <a:pt x="128" y="116"/>
                </a:cubicBezTo>
                <a:cubicBezTo>
                  <a:pt x="117" y="114"/>
                  <a:pt x="115" y="107"/>
                  <a:pt x="121" y="101"/>
                </a:cubicBezTo>
                <a:cubicBezTo>
                  <a:pt x="128" y="93"/>
                  <a:pt x="131" y="90"/>
                  <a:pt x="116" y="88"/>
                </a:cubicBezTo>
                <a:cubicBezTo>
                  <a:pt x="95" y="85"/>
                  <a:pt x="122" y="69"/>
                  <a:pt x="97" y="69"/>
                </a:cubicBezTo>
                <a:cubicBezTo>
                  <a:pt x="93" y="69"/>
                  <a:pt x="89" y="69"/>
                  <a:pt x="86" y="68"/>
                </a:cubicBezTo>
                <a:cubicBezTo>
                  <a:pt x="86" y="8"/>
                  <a:pt x="86" y="8"/>
                  <a:pt x="86" y="8"/>
                </a:cubicBezTo>
                <a:close/>
                <a:moveTo>
                  <a:pt x="137" y="213"/>
                </a:moveTo>
                <a:cubicBezTo>
                  <a:pt x="86" y="213"/>
                  <a:pt x="86" y="213"/>
                  <a:pt x="86" y="213"/>
                </a:cubicBezTo>
                <a:cubicBezTo>
                  <a:pt x="86" y="207"/>
                  <a:pt x="86" y="207"/>
                  <a:pt x="86" y="207"/>
                </a:cubicBezTo>
                <a:cubicBezTo>
                  <a:pt x="88" y="207"/>
                  <a:pt x="91" y="207"/>
                  <a:pt x="93" y="207"/>
                </a:cubicBezTo>
                <a:cubicBezTo>
                  <a:pt x="110" y="207"/>
                  <a:pt x="124" y="205"/>
                  <a:pt x="137" y="202"/>
                </a:cubicBezTo>
                <a:cubicBezTo>
                  <a:pt x="137" y="213"/>
                  <a:pt x="137" y="213"/>
                  <a:pt x="137" y="213"/>
                </a:cubicBezTo>
                <a:close/>
                <a:moveTo>
                  <a:pt x="137" y="183"/>
                </a:moveTo>
                <a:cubicBezTo>
                  <a:pt x="137" y="195"/>
                  <a:pt x="137" y="195"/>
                  <a:pt x="137" y="195"/>
                </a:cubicBezTo>
                <a:cubicBezTo>
                  <a:pt x="125" y="198"/>
                  <a:pt x="110" y="200"/>
                  <a:pt x="93" y="200"/>
                </a:cubicBezTo>
                <a:cubicBezTo>
                  <a:pt x="91" y="200"/>
                  <a:pt x="88" y="200"/>
                  <a:pt x="86" y="200"/>
                </a:cubicBezTo>
                <a:cubicBezTo>
                  <a:pt x="86" y="189"/>
                  <a:pt x="86" y="189"/>
                  <a:pt x="86" y="189"/>
                </a:cubicBezTo>
                <a:cubicBezTo>
                  <a:pt x="104" y="190"/>
                  <a:pt x="123" y="188"/>
                  <a:pt x="137" y="183"/>
                </a:cubicBezTo>
                <a:close/>
                <a:moveTo>
                  <a:pt x="7" y="213"/>
                </a:moveTo>
                <a:cubicBezTo>
                  <a:pt x="3" y="207"/>
                  <a:pt x="1" y="200"/>
                  <a:pt x="1" y="194"/>
                </a:cubicBezTo>
                <a:cubicBezTo>
                  <a:pt x="0" y="180"/>
                  <a:pt x="9" y="172"/>
                  <a:pt x="20" y="167"/>
                </a:cubicBezTo>
                <a:cubicBezTo>
                  <a:pt x="16" y="162"/>
                  <a:pt x="19" y="157"/>
                  <a:pt x="24" y="154"/>
                </a:cubicBezTo>
                <a:cubicBezTo>
                  <a:pt x="33" y="149"/>
                  <a:pt x="31" y="141"/>
                  <a:pt x="20" y="137"/>
                </a:cubicBezTo>
                <a:cubicBezTo>
                  <a:pt x="10" y="132"/>
                  <a:pt x="8" y="118"/>
                  <a:pt x="19" y="110"/>
                </a:cubicBezTo>
                <a:cubicBezTo>
                  <a:pt x="30" y="102"/>
                  <a:pt x="26" y="97"/>
                  <a:pt x="19" y="86"/>
                </a:cubicBezTo>
                <a:cubicBezTo>
                  <a:pt x="11" y="75"/>
                  <a:pt x="18" y="58"/>
                  <a:pt x="30" y="56"/>
                </a:cubicBezTo>
                <a:cubicBezTo>
                  <a:pt x="42" y="54"/>
                  <a:pt x="38" y="49"/>
                  <a:pt x="43" y="33"/>
                </a:cubicBezTo>
                <a:cubicBezTo>
                  <a:pt x="47" y="17"/>
                  <a:pt x="69" y="2"/>
                  <a:pt x="79" y="13"/>
                </a:cubicBezTo>
                <a:cubicBezTo>
                  <a:pt x="81" y="11"/>
                  <a:pt x="83" y="9"/>
                  <a:pt x="86" y="8"/>
                </a:cubicBezTo>
                <a:cubicBezTo>
                  <a:pt x="86" y="68"/>
                  <a:pt x="86" y="68"/>
                  <a:pt x="86" y="68"/>
                </a:cubicBezTo>
                <a:cubicBezTo>
                  <a:pt x="76" y="65"/>
                  <a:pt x="67" y="59"/>
                  <a:pt x="63" y="52"/>
                </a:cubicBezTo>
                <a:cubicBezTo>
                  <a:pt x="63" y="53"/>
                  <a:pt x="62" y="53"/>
                  <a:pt x="62" y="53"/>
                </a:cubicBezTo>
                <a:cubicBezTo>
                  <a:pt x="59" y="61"/>
                  <a:pt x="57" y="70"/>
                  <a:pt x="57" y="79"/>
                </a:cubicBezTo>
                <a:cubicBezTo>
                  <a:pt x="58" y="91"/>
                  <a:pt x="57" y="87"/>
                  <a:pt x="54" y="81"/>
                </a:cubicBezTo>
                <a:cubicBezTo>
                  <a:pt x="51" y="73"/>
                  <a:pt x="46" y="75"/>
                  <a:pt x="44" y="84"/>
                </a:cubicBezTo>
                <a:cubicBezTo>
                  <a:pt x="42" y="95"/>
                  <a:pt x="46" y="109"/>
                  <a:pt x="55" y="111"/>
                </a:cubicBezTo>
                <a:cubicBezTo>
                  <a:pt x="61" y="125"/>
                  <a:pt x="72" y="136"/>
                  <a:pt x="86" y="139"/>
                </a:cubicBezTo>
                <a:cubicBezTo>
                  <a:pt x="86" y="146"/>
                  <a:pt x="86" y="146"/>
                  <a:pt x="86" y="146"/>
                </a:cubicBezTo>
                <a:cubicBezTo>
                  <a:pt x="80" y="145"/>
                  <a:pt x="75" y="143"/>
                  <a:pt x="71" y="140"/>
                </a:cubicBezTo>
                <a:cubicBezTo>
                  <a:pt x="71" y="149"/>
                  <a:pt x="69" y="157"/>
                  <a:pt x="59" y="160"/>
                </a:cubicBezTo>
                <a:cubicBezTo>
                  <a:pt x="50" y="164"/>
                  <a:pt x="41" y="166"/>
                  <a:pt x="34" y="168"/>
                </a:cubicBezTo>
                <a:cubicBezTo>
                  <a:pt x="31" y="179"/>
                  <a:pt x="57" y="188"/>
                  <a:pt x="86" y="189"/>
                </a:cubicBezTo>
                <a:cubicBezTo>
                  <a:pt x="86" y="200"/>
                  <a:pt x="86" y="200"/>
                  <a:pt x="86" y="200"/>
                </a:cubicBezTo>
                <a:cubicBezTo>
                  <a:pt x="51" y="199"/>
                  <a:pt x="23" y="189"/>
                  <a:pt x="20" y="173"/>
                </a:cubicBezTo>
                <a:cubicBezTo>
                  <a:pt x="17" y="174"/>
                  <a:pt x="15" y="176"/>
                  <a:pt x="14" y="178"/>
                </a:cubicBezTo>
                <a:cubicBezTo>
                  <a:pt x="20" y="195"/>
                  <a:pt x="50" y="206"/>
                  <a:pt x="86" y="207"/>
                </a:cubicBezTo>
                <a:cubicBezTo>
                  <a:pt x="86" y="213"/>
                  <a:pt x="86" y="213"/>
                  <a:pt x="86" y="213"/>
                </a:cubicBezTo>
                <a:lnTo>
                  <a:pt x="7" y="213"/>
                </a:ln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6"/>
          <p:cNvSpPr>
            <a:spLocks noEditPoints="1"/>
          </p:cNvSpPr>
          <p:nvPr/>
        </p:nvSpPr>
        <p:spPr bwMode="auto">
          <a:xfrm>
            <a:off x="4871263" y="4322673"/>
            <a:ext cx="1250046" cy="1274506"/>
          </a:xfrm>
          <a:custGeom>
            <a:avLst/>
            <a:gdLst>
              <a:gd name="T0" fmla="*/ 1093 w 1810"/>
              <a:gd name="T1" fmla="*/ 1082 h 1844"/>
              <a:gd name="T2" fmla="*/ 888 w 1810"/>
              <a:gd name="T3" fmla="*/ 1425 h 1844"/>
              <a:gd name="T4" fmla="*/ 853 w 1810"/>
              <a:gd name="T5" fmla="*/ 1168 h 1844"/>
              <a:gd name="T6" fmla="*/ 721 w 1810"/>
              <a:gd name="T7" fmla="*/ 779 h 1844"/>
              <a:gd name="T8" fmla="*/ 715 w 1810"/>
              <a:gd name="T9" fmla="*/ 619 h 1844"/>
              <a:gd name="T10" fmla="*/ 721 w 1810"/>
              <a:gd name="T11" fmla="*/ 779 h 1844"/>
              <a:gd name="T12" fmla="*/ 1029 w 1810"/>
              <a:gd name="T13" fmla="*/ 620 h 1844"/>
              <a:gd name="T14" fmla="*/ 1078 w 1810"/>
              <a:gd name="T15" fmla="*/ 779 h 1844"/>
              <a:gd name="T16" fmla="*/ 512 w 1810"/>
              <a:gd name="T17" fmla="*/ 801 h 1844"/>
              <a:gd name="T18" fmla="*/ 456 w 1810"/>
              <a:gd name="T19" fmla="*/ 630 h 1844"/>
              <a:gd name="T20" fmla="*/ 471 w 1810"/>
              <a:gd name="T21" fmla="*/ 598 h 1844"/>
              <a:gd name="T22" fmla="*/ 529 w 1810"/>
              <a:gd name="T23" fmla="*/ 709 h 1844"/>
              <a:gd name="T24" fmla="*/ 580 w 1810"/>
              <a:gd name="T25" fmla="*/ 664 h 1844"/>
              <a:gd name="T26" fmla="*/ 698 w 1810"/>
              <a:gd name="T27" fmla="*/ 801 h 1844"/>
              <a:gd name="T28" fmla="*/ 862 w 1810"/>
              <a:gd name="T29" fmla="*/ 667 h 1844"/>
              <a:gd name="T30" fmla="*/ 940 w 1810"/>
              <a:gd name="T31" fmla="*/ 733 h 1844"/>
              <a:gd name="T32" fmla="*/ 1115 w 1810"/>
              <a:gd name="T33" fmla="*/ 800 h 1844"/>
              <a:gd name="T34" fmla="*/ 1220 w 1810"/>
              <a:gd name="T35" fmla="*/ 654 h 1844"/>
              <a:gd name="T36" fmla="*/ 1279 w 1810"/>
              <a:gd name="T37" fmla="*/ 606 h 1844"/>
              <a:gd name="T38" fmla="*/ 1287 w 1810"/>
              <a:gd name="T39" fmla="*/ 631 h 1844"/>
              <a:gd name="T40" fmla="*/ 1238 w 1810"/>
              <a:gd name="T41" fmla="*/ 795 h 1844"/>
              <a:gd name="T42" fmla="*/ 1220 w 1810"/>
              <a:gd name="T43" fmla="*/ 808 h 1844"/>
              <a:gd name="T44" fmla="*/ 1197 w 1810"/>
              <a:gd name="T45" fmla="*/ 819 h 1844"/>
              <a:gd name="T46" fmla="*/ 892 w 1810"/>
              <a:gd name="T47" fmla="*/ 1137 h 1844"/>
              <a:gd name="T48" fmla="*/ 561 w 1810"/>
              <a:gd name="T49" fmla="*/ 832 h 1844"/>
              <a:gd name="T50" fmla="*/ 533 w 1810"/>
              <a:gd name="T51" fmla="*/ 805 h 1844"/>
              <a:gd name="T52" fmla="*/ 1088 w 1810"/>
              <a:gd name="T53" fmla="*/ 371 h 1844"/>
              <a:gd name="T54" fmla="*/ 1211 w 1810"/>
              <a:gd name="T55" fmla="*/ 602 h 1844"/>
              <a:gd name="T56" fmla="*/ 1055 w 1810"/>
              <a:gd name="T57" fmla="*/ 584 h 1844"/>
              <a:gd name="T58" fmla="*/ 841 w 1810"/>
              <a:gd name="T59" fmla="*/ 601 h 1844"/>
              <a:gd name="T60" fmla="*/ 629 w 1810"/>
              <a:gd name="T61" fmla="*/ 592 h 1844"/>
              <a:gd name="T62" fmla="*/ 544 w 1810"/>
              <a:gd name="T63" fmla="*/ 616 h 1844"/>
              <a:gd name="T64" fmla="*/ 879 w 1810"/>
              <a:gd name="T65" fmla="*/ 0 h 1844"/>
              <a:gd name="T66" fmla="*/ 470 w 1810"/>
              <a:gd name="T67" fmla="*/ 562 h 1844"/>
              <a:gd name="T68" fmla="*/ 426 w 1810"/>
              <a:gd name="T69" fmla="*/ 612 h 1844"/>
              <a:gd name="T70" fmla="*/ 462 w 1810"/>
              <a:gd name="T71" fmla="*/ 779 h 1844"/>
              <a:gd name="T72" fmla="*/ 506 w 1810"/>
              <a:gd name="T73" fmla="*/ 837 h 1844"/>
              <a:gd name="T74" fmla="*/ 531 w 1810"/>
              <a:gd name="T75" fmla="*/ 842 h 1844"/>
              <a:gd name="T76" fmla="*/ 534 w 1810"/>
              <a:gd name="T77" fmla="*/ 1284 h 1844"/>
              <a:gd name="T78" fmla="*/ 1242 w 1810"/>
              <a:gd name="T79" fmla="*/ 1284 h 1844"/>
              <a:gd name="T80" fmla="*/ 1224 w 1810"/>
              <a:gd name="T81" fmla="*/ 841 h 1844"/>
              <a:gd name="T82" fmla="*/ 1279 w 1810"/>
              <a:gd name="T83" fmla="*/ 786 h 1844"/>
              <a:gd name="T84" fmla="*/ 1317 w 1810"/>
              <a:gd name="T85" fmla="*/ 611 h 1844"/>
              <a:gd name="T86" fmla="*/ 1287 w 1810"/>
              <a:gd name="T87" fmla="*/ 568 h 1844"/>
              <a:gd name="T88" fmla="*/ 879 w 1810"/>
              <a:gd name="T89" fmla="*/ 0 h 1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10" h="1844">
                <a:moveTo>
                  <a:pt x="893" y="1170"/>
                </a:moveTo>
                <a:cubicBezTo>
                  <a:pt x="937" y="1170"/>
                  <a:pt x="978" y="1160"/>
                  <a:pt x="1013" y="1142"/>
                </a:cubicBezTo>
                <a:cubicBezTo>
                  <a:pt x="1043" y="1127"/>
                  <a:pt x="1070" y="1106"/>
                  <a:pt x="1093" y="1082"/>
                </a:cubicBezTo>
                <a:cubicBezTo>
                  <a:pt x="1096" y="1170"/>
                  <a:pt x="1130" y="1250"/>
                  <a:pt x="1188" y="1287"/>
                </a:cubicBezTo>
                <a:cubicBezTo>
                  <a:pt x="1188" y="1287"/>
                  <a:pt x="1070" y="1424"/>
                  <a:pt x="892" y="1425"/>
                </a:cubicBezTo>
                <a:cubicBezTo>
                  <a:pt x="890" y="1425"/>
                  <a:pt x="889" y="1425"/>
                  <a:pt x="888" y="1425"/>
                </a:cubicBezTo>
                <a:cubicBezTo>
                  <a:pt x="650" y="1425"/>
                  <a:pt x="579" y="1294"/>
                  <a:pt x="579" y="1294"/>
                </a:cubicBezTo>
                <a:cubicBezTo>
                  <a:pt x="654" y="1258"/>
                  <a:pt x="690" y="1211"/>
                  <a:pt x="683" y="1093"/>
                </a:cubicBezTo>
                <a:cubicBezTo>
                  <a:pt x="731" y="1133"/>
                  <a:pt x="788" y="1160"/>
                  <a:pt x="853" y="1168"/>
                </a:cubicBezTo>
                <a:cubicBezTo>
                  <a:pt x="867" y="1169"/>
                  <a:pt x="880" y="1170"/>
                  <a:pt x="892" y="1170"/>
                </a:cubicBezTo>
                <a:cubicBezTo>
                  <a:pt x="892" y="1170"/>
                  <a:pt x="892" y="1170"/>
                  <a:pt x="893" y="1170"/>
                </a:cubicBezTo>
                <a:moveTo>
                  <a:pt x="721" y="779"/>
                </a:moveTo>
                <a:cubicBezTo>
                  <a:pt x="714" y="779"/>
                  <a:pt x="707" y="779"/>
                  <a:pt x="699" y="779"/>
                </a:cubicBezTo>
                <a:cubicBezTo>
                  <a:pt x="615" y="779"/>
                  <a:pt x="617" y="754"/>
                  <a:pt x="605" y="689"/>
                </a:cubicBezTo>
                <a:cubicBezTo>
                  <a:pt x="594" y="620"/>
                  <a:pt x="656" y="619"/>
                  <a:pt x="715" y="619"/>
                </a:cubicBezTo>
                <a:cubicBezTo>
                  <a:pt x="718" y="619"/>
                  <a:pt x="720" y="619"/>
                  <a:pt x="723" y="619"/>
                </a:cubicBezTo>
                <a:cubicBezTo>
                  <a:pt x="795" y="619"/>
                  <a:pt x="855" y="623"/>
                  <a:pt x="832" y="702"/>
                </a:cubicBezTo>
                <a:cubicBezTo>
                  <a:pt x="810" y="776"/>
                  <a:pt x="795" y="779"/>
                  <a:pt x="721" y="779"/>
                </a:cubicBezTo>
                <a:moveTo>
                  <a:pt x="1078" y="779"/>
                </a:moveTo>
                <a:cubicBezTo>
                  <a:pt x="995" y="778"/>
                  <a:pt x="971" y="762"/>
                  <a:pt x="950" y="689"/>
                </a:cubicBezTo>
                <a:cubicBezTo>
                  <a:pt x="930" y="616"/>
                  <a:pt x="942" y="625"/>
                  <a:pt x="1029" y="620"/>
                </a:cubicBezTo>
                <a:cubicBezTo>
                  <a:pt x="1039" y="619"/>
                  <a:pt x="1056" y="618"/>
                  <a:pt x="1075" y="618"/>
                </a:cubicBezTo>
                <a:cubicBezTo>
                  <a:pt x="1123" y="618"/>
                  <a:pt x="1182" y="625"/>
                  <a:pt x="1176" y="666"/>
                </a:cubicBezTo>
                <a:cubicBezTo>
                  <a:pt x="1165" y="735"/>
                  <a:pt x="1171" y="779"/>
                  <a:pt x="1078" y="779"/>
                </a:cubicBezTo>
                <a:moveTo>
                  <a:pt x="526" y="808"/>
                </a:moveTo>
                <a:cubicBezTo>
                  <a:pt x="524" y="808"/>
                  <a:pt x="521" y="807"/>
                  <a:pt x="517" y="806"/>
                </a:cubicBezTo>
                <a:cubicBezTo>
                  <a:pt x="517" y="806"/>
                  <a:pt x="515" y="804"/>
                  <a:pt x="512" y="801"/>
                </a:cubicBezTo>
                <a:cubicBezTo>
                  <a:pt x="507" y="795"/>
                  <a:pt x="500" y="784"/>
                  <a:pt x="493" y="770"/>
                </a:cubicBezTo>
                <a:cubicBezTo>
                  <a:pt x="483" y="750"/>
                  <a:pt x="474" y="723"/>
                  <a:pt x="467" y="697"/>
                </a:cubicBezTo>
                <a:cubicBezTo>
                  <a:pt x="460" y="672"/>
                  <a:pt x="456" y="647"/>
                  <a:pt x="456" y="630"/>
                </a:cubicBezTo>
                <a:cubicBezTo>
                  <a:pt x="456" y="625"/>
                  <a:pt x="456" y="621"/>
                  <a:pt x="457" y="618"/>
                </a:cubicBezTo>
                <a:cubicBezTo>
                  <a:pt x="458" y="614"/>
                  <a:pt x="458" y="614"/>
                  <a:pt x="458" y="614"/>
                </a:cubicBezTo>
                <a:cubicBezTo>
                  <a:pt x="463" y="605"/>
                  <a:pt x="467" y="601"/>
                  <a:pt x="471" y="598"/>
                </a:cubicBezTo>
                <a:cubicBezTo>
                  <a:pt x="474" y="595"/>
                  <a:pt x="476" y="595"/>
                  <a:pt x="478" y="595"/>
                </a:cubicBezTo>
                <a:cubicBezTo>
                  <a:pt x="480" y="596"/>
                  <a:pt x="480" y="596"/>
                  <a:pt x="480" y="596"/>
                </a:cubicBezTo>
                <a:cubicBezTo>
                  <a:pt x="492" y="632"/>
                  <a:pt x="508" y="668"/>
                  <a:pt x="529" y="709"/>
                </a:cubicBezTo>
                <a:cubicBezTo>
                  <a:pt x="531" y="708"/>
                  <a:pt x="561" y="698"/>
                  <a:pt x="573" y="695"/>
                </a:cubicBezTo>
                <a:cubicBezTo>
                  <a:pt x="567" y="683"/>
                  <a:pt x="562" y="671"/>
                  <a:pt x="557" y="658"/>
                </a:cubicBezTo>
                <a:cubicBezTo>
                  <a:pt x="564" y="661"/>
                  <a:pt x="572" y="663"/>
                  <a:pt x="580" y="664"/>
                </a:cubicBezTo>
                <a:cubicBezTo>
                  <a:pt x="586" y="699"/>
                  <a:pt x="589" y="692"/>
                  <a:pt x="596" y="736"/>
                </a:cubicBezTo>
                <a:cubicBezTo>
                  <a:pt x="600" y="767"/>
                  <a:pt x="630" y="798"/>
                  <a:pt x="662" y="800"/>
                </a:cubicBezTo>
                <a:cubicBezTo>
                  <a:pt x="676" y="801"/>
                  <a:pt x="687" y="801"/>
                  <a:pt x="698" y="801"/>
                </a:cubicBezTo>
                <a:cubicBezTo>
                  <a:pt x="720" y="801"/>
                  <a:pt x="739" y="800"/>
                  <a:pt x="768" y="797"/>
                </a:cubicBezTo>
                <a:cubicBezTo>
                  <a:pt x="800" y="795"/>
                  <a:pt x="831" y="765"/>
                  <a:pt x="837" y="733"/>
                </a:cubicBezTo>
                <a:cubicBezTo>
                  <a:pt x="848" y="691"/>
                  <a:pt x="853" y="697"/>
                  <a:pt x="862" y="667"/>
                </a:cubicBezTo>
                <a:cubicBezTo>
                  <a:pt x="871" y="661"/>
                  <a:pt x="881" y="658"/>
                  <a:pt x="890" y="658"/>
                </a:cubicBezTo>
                <a:cubicBezTo>
                  <a:pt x="898" y="658"/>
                  <a:pt x="906" y="660"/>
                  <a:pt x="914" y="662"/>
                </a:cubicBezTo>
                <a:cubicBezTo>
                  <a:pt x="924" y="697"/>
                  <a:pt x="929" y="689"/>
                  <a:pt x="940" y="733"/>
                </a:cubicBezTo>
                <a:cubicBezTo>
                  <a:pt x="946" y="765"/>
                  <a:pt x="977" y="795"/>
                  <a:pt x="1010" y="797"/>
                </a:cubicBezTo>
                <a:cubicBezTo>
                  <a:pt x="1038" y="800"/>
                  <a:pt x="1057" y="801"/>
                  <a:pt x="1079" y="801"/>
                </a:cubicBezTo>
                <a:cubicBezTo>
                  <a:pt x="1090" y="801"/>
                  <a:pt x="1101" y="801"/>
                  <a:pt x="1115" y="800"/>
                </a:cubicBezTo>
                <a:cubicBezTo>
                  <a:pt x="1148" y="798"/>
                  <a:pt x="1177" y="767"/>
                  <a:pt x="1182" y="736"/>
                </a:cubicBezTo>
                <a:cubicBezTo>
                  <a:pt x="1188" y="691"/>
                  <a:pt x="1191" y="700"/>
                  <a:pt x="1197" y="663"/>
                </a:cubicBezTo>
                <a:cubicBezTo>
                  <a:pt x="1206" y="661"/>
                  <a:pt x="1214" y="658"/>
                  <a:pt x="1220" y="654"/>
                </a:cubicBezTo>
                <a:cubicBezTo>
                  <a:pt x="1217" y="670"/>
                  <a:pt x="1214" y="686"/>
                  <a:pt x="1209" y="703"/>
                </a:cubicBezTo>
                <a:cubicBezTo>
                  <a:pt x="1241" y="703"/>
                  <a:pt x="1241" y="703"/>
                  <a:pt x="1241" y="703"/>
                </a:cubicBezTo>
                <a:cubicBezTo>
                  <a:pt x="1257" y="683"/>
                  <a:pt x="1269" y="645"/>
                  <a:pt x="1279" y="606"/>
                </a:cubicBezTo>
                <a:cubicBezTo>
                  <a:pt x="1284" y="613"/>
                  <a:pt x="1284" y="613"/>
                  <a:pt x="1284" y="613"/>
                </a:cubicBezTo>
                <a:cubicBezTo>
                  <a:pt x="1286" y="618"/>
                  <a:pt x="1286" y="618"/>
                  <a:pt x="1286" y="618"/>
                </a:cubicBezTo>
                <a:cubicBezTo>
                  <a:pt x="1286" y="621"/>
                  <a:pt x="1287" y="626"/>
                  <a:pt x="1287" y="631"/>
                </a:cubicBezTo>
                <a:cubicBezTo>
                  <a:pt x="1287" y="644"/>
                  <a:pt x="1284" y="662"/>
                  <a:pt x="1280" y="681"/>
                </a:cubicBezTo>
                <a:cubicBezTo>
                  <a:pt x="1274" y="709"/>
                  <a:pt x="1265" y="740"/>
                  <a:pt x="1254" y="765"/>
                </a:cubicBezTo>
                <a:cubicBezTo>
                  <a:pt x="1249" y="777"/>
                  <a:pt x="1243" y="788"/>
                  <a:pt x="1238" y="795"/>
                </a:cubicBezTo>
                <a:cubicBezTo>
                  <a:pt x="1236" y="799"/>
                  <a:pt x="1233" y="802"/>
                  <a:pt x="1231" y="804"/>
                </a:cubicBezTo>
                <a:cubicBezTo>
                  <a:pt x="1228" y="806"/>
                  <a:pt x="1228" y="806"/>
                  <a:pt x="1228" y="806"/>
                </a:cubicBezTo>
                <a:cubicBezTo>
                  <a:pt x="1225" y="808"/>
                  <a:pt x="1222" y="808"/>
                  <a:pt x="1220" y="808"/>
                </a:cubicBezTo>
                <a:cubicBezTo>
                  <a:pt x="1216" y="808"/>
                  <a:pt x="1216" y="808"/>
                  <a:pt x="1216" y="808"/>
                </a:cubicBezTo>
                <a:cubicBezTo>
                  <a:pt x="1202" y="804"/>
                  <a:pt x="1202" y="804"/>
                  <a:pt x="1202" y="804"/>
                </a:cubicBezTo>
                <a:cubicBezTo>
                  <a:pt x="1197" y="819"/>
                  <a:pt x="1197" y="819"/>
                  <a:pt x="1197" y="819"/>
                </a:cubicBezTo>
                <a:cubicBezTo>
                  <a:pt x="1173" y="905"/>
                  <a:pt x="1136" y="985"/>
                  <a:pt x="1086" y="1043"/>
                </a:cubicBezTo>
                <a:cubicBezTo>
                  <a:pt x="1060" y="1072"/>
                  <a:pt x="1032" y="1095"/>
                  <a:pt x="1000" y="1111"/>
                </a:cubicBezTo>
                <a:cubicBezTo>
                  <a:pt x="968" y="1127"/>
                  <a:pt x="932" y="1137"/>
                  <a:pt x="892" y="1137"/>
                </a:cubicBezTo>
                <a:cubicBezTo>
                  <a:pt x="881" y="1137"/>
                  <a:pt x="869" y="1136"/>
                  <a:pt x="857" y="1134"/>
                </a:cubicBezTo>
                <a:cubicBezTo>
                  <a:pt x="782" y="1125"/>
                  <a:pt x="719" y="1089"/>
                  <a:pt x="669" y="1036"/>
                </a:cubicBezTo>
                <a:cubicBezTo>
                  <a:pt x="620" y="983"/>
                  <a:pt x="583" y="911"/>
                  <a:pt x="561" y="832"/>
                </a:cubicBezTo>
                <a:cubicBezTo>
                  <a:pt x="560" y="827"/>
                  <a:pt x="558" y="821"/>
                  <a:pt x="557" y="815"/>
                </a:cubicBezTo>
                <a:cubicBezTo>
                  <a:pt x="551" y="793"/>
                  <a:pt x="551" y="793"/>
                  <a:pt x="551" y="793"/>
                </a:cubicBezTo>
                <a:cubicBezTo>
                  <a:pt x="533" y="805"/>
                  <a:pt x="533" y="805"/>
                  <a:pt x="533" y="805"/>
                </a:cubicBezTo>
                <a:cubicBezTo>
                  <a:pt x="526" y="808"/>
                  <a:pt x="526" y="808"/>
                  <a:pt x="526" y="808"/>
                </a:cubicBezTo>
                <a:moveTo>
                  <a:pt x="837" y="431"/>
                </a:moveTo>
                <a:cubicBezTo>
                  <a:pt x="930" y="431"/>
                  <a:pt x="1024" y="407"/>
                  <a:pt x="1088" y="371"/>
                </a:cubicBezTo>
                <a:cubicBezTo>
                  <a:pt x="1123" y="352"/>
                  <a:pt x="1156" y="328"/>
                  <a:pt x="1188" y="304"/>
                </a:cubicBezTo>
                <a:cubicBezTo>
                  <a:pt x="1197" y="334"/>
                  <a:pt x="1248" y="449"/>
                  <a:pt x="1227" y="613"/>
                </a:cubicBezTo>
                <a:cubicBezTo>
                  <a:pt x="1225" y="607"/>
                  <a:pt x="1218" y="602"/>
                  <a:pt x="1211" y="602"/>
                </a:cubicBezTo>
                <a:cubicBezTo>
                  <a:pt x="1160" y="595"/>
                  <a:pt x="1160" y="595"/>
                  <a:pt x="1160" y="595"/>
                </a:cubicBezTo>
                <a:cubicBezTo>
                  <a:pt x="1156" y="594"/>
                  <a:pt x="1153" y="593"/>
                  <a:pt x="1148" y="592"/>
                </a:cubicBezTo>
                <a:cubicBezTo>
                  <a:pt x="1111" y="586"/>
                  <a:pt x="1083" y="584"/>
                  <a:pt x="1055" y="584"/>
                </a:cubicBezTo>
                <a:cubicBezTo>
                  <a:pt x="1026" y="584"/>
                  <a:pt x="997" y="587"/>
                  <a:pt x="959" y="593"/>
                </a:cubicBezTo>
                <a:cubicBezTo>
                  <a:pt x="951" y="594"/>
                  <a:pt x="943" y="597"/>
                  <a:pt x="936" y="601"/>
                </a:cubicBezTo>
                <a:cubicBezTo>
                  <a:pt x="841" y="601"/>
                  <a:pt x="841" y="601"/>
                  <a:pt x="841" y="601"/>
                </a:cubicBezTo>
                <a:cubicBezTo>
                  <a:pt x="834" y="597"/>
                  <a:pt x="827" y="594"/>
                  <a:pt x="818" y="593"/>
                </a:cubicBezTo>
                <a:cubicBezTo>
                  <a:pt x="780" y="587"/>
                  <a:pt x="752" y="584"/>
                  <a:pt x="723" y="584"/>
                </a:cubicBezTo>
                <a:cubicBezTo>
                  <a:pt x="694" y="584"/>
                  <a:pt x="666" y="586"/>
                  <a:pt x="629" y="592"/>
                </a:cubicBezTo>
                <a:cubicBezTo>
                  <a:pt x="625" y="593"/>
                  <a:pt x="621" y="594"/>
                  <a:pt x="617" y="595"/>
                </a:cubicBezTo>
                <a:cubicBezTo>
                  <a:pt x="561" y="602"/>
                  <a:pt x="561" y="602"/>
                  <a:pt x="561" y="602"/>
                </a:cubicBezTo>
                <a:cubicBezTo>
                  <a:pt x="552" y="602"/>
                  <a:pt x="545" y="608"/>
                  <a:pt x="544" y="616"/>
                </a:cubicBezTo>
                <a:cubicBezTo>
                  <a:pt x="516" y="513"/>
                  <a:pt x="513" y="380"/>
                  <a:pt x="571" y="305"/>
                </a:cubicBezTo>
                <a:cubicBezTo>
                  <a:pt x="622" y="397"/>
                  <a:pt x="728" y="431"/>
                  <a:pt x="837" y="431"/>
                </a:cubicBezTo>
                <a:moveTo>
                  <a:pt x="879" y="0"/>
                </a:moveTo>
                <a:cubicBezTo>
                  <a:pt x="643" y="0"/>
                  <a:pt x="399" y="140"/>
                  <a:pt x="440" y="425"/>
                </a:cubicBezTo>
                <a:cubicBezTo>
                  <a:pt x="447" y="474"/>
                  <a:pt x="460" y="522"/>
                  <a:pt x="469" y="560"/>
                </a:cubicBezTo>
                <a:cubicBezTo>
                  <a:pt x="470" y="562"/>
                  <a:pt x="470" y="562"/>
                  <a:pt x="470" y="562"/>
                </a:cubicBezTo>
                <a:cubicBezTo>
                  <a:pt x="464" y="564"/>
                  <a:pt x="458" y="566"/>
                  <a:pt x="452" y="571"/>
                </a:cubicBezTo>
                <a:cubicBezTo>
                  <a:pt x="445" y="576"/>
                  <a:pt x="438" y="585"/>
                  <a:pt x="432" y="595"/>
                </a:cubicBezTo>
                <a:cubicBezTo>
                  <a:pt x="429" y="600"/>
                  <a:pt x="427" y="606"/>
                  <a:pt x="426" y="612"/>
                </a:cubicBezTo>
                <a:cubicBezTo>
                  <a:pt x="425" y="618"/>
                  <a:pt x="424" y="624"/>
                  <a:pt x="424" y="630"/>
                </a:cubicBezTo>
                <a:cubicBezTo>
                  <a:pt x="424" y="647"/>
                  <a:pt x="427" y="666"/>
                  <a:pt x="432" y="687"/>
                </a:cubicBezTo>
                <a:cubicBezTo>
                  <a:pt x="439" y="718"/>
                  <a:pt x="450" y="751"/>
                  <a:pt x="462" y="779"/>
                </a:cubicBezTo>
                <a:cubicBezTo>
                  <a:pt x="468" y="792"/>
                  <a:pt x="475" y="805"/>
                  <a:pt x="482" y="815"/>
                </a:cubicBezTo>
                <a:cubicBezTo>
                  <a:pt x="485" y="820"/>
                  <a:pt x="489" y="824"/>
                  <a:pt x="493" y="828"/>
                </a:cubicBezTo>
                <a:cubicBezTo>
                  <a:pt x="497" y="832"/>
                  <a:pt x="501" y="835"/>
                  <a:pt x="506" y="837"/>
                </a:cubicBezTo>
                <a:cubicBezTo>
                  <a:pt x="513" y="840"/>
                  <a:pt x="519" y="841"/>
                  <a:pt x="526" y="841"/>
                </a:cubicBezTo>
                <a:cubicBezTo>
                  <a:pt x="531" y="841"/>
                  <a:pt x="531" y="841"/>
                  <a:pt x="531" y="841"/>
                </a:cubicBezTo>
                <a:cubicBezTo>
                  <a:pt x="531" y="842"/>
                  <a:pt x="531" y="842"/>
                  <a:pt x="531" y="842"/>
                </a:cubicBezTo>
                <a:cubicBezTo>
                  <a:pt x="554" y="926"/>
                  <a:pt x="593" y="1002"/>
                  <a:pt x="647" y="1060"/>
                </a:cubicBezTo>
                <a:cubicBezTo>
                  <a:pt x="657" y="1069"/>
                  <a:pt x="657" y="1069"/>
                  <a:pt x="657" y="1069"/>
                </a:cubicBezTo>
                <a:cubicBezTo>
                  <a:pt x="669" y="1192"/>
                  <a:pt x="646" y="1241"/>
                  <a:pt x="534" y="1284"/>
                </a:cubicBezTo>
                <a:cubicBezTo>
                  <a:pt x="307" y="1372"/>
                  <a:pt x="56" y="1419"/>
                  <a:pt x="0" y="1840"/>
                </a:cubicBezTo>
                <a:cubicBezTo>
                  <a:pt x="1810" y="1844"/>
                  <a:pt x="1810" y="1844"/>
                  <a:pt x="1810" y="1844"/>
                </a:cubicBezTo>
                <a:cubicBezTo>
                  <a:pt x="1749" y="1433"/>
                  <a:pt x="1468" y="1371"/>
                  <a:pt x="1242" y="1284"/>
                </a:cubicBezTo>
                <a:cubicBezTo>
                  <a:pt x="1159" y="1252"/>
                  <a:pt x="1118" y="1154"/>
                  <a:pt x="1119" y="1054"/>
                </a:cubicBezTo>
                <a:cubicBezTo>
                  <a:pt x="1129" y="1041"/>
                  <a:pt x="1138" y="1028"/>
                  <a:pt x="1147" y="1015"/>
                </a:cubicBezTo>
                <a:cubicBezTo>
                  <a:pt x="1180" y="964"/>
                  <a:pt x="1205" y="904"/>
                  <a:pt x="1224" y="841"/>
                </a:cubicBezTo>
                <a:cubicBezTo>
                  <a:pt x="1229" y="841"/>
                  <a:pt x="1234" y="840"/>
                  <a:pt x="1240" y="838"/>
                </a:cubicBezTo>
                <a:cubicBezTo>
                  <a:pt x="1247" y="834"/>
                  <a:pt x="1252" y="830"/>
                  <a:pt x="1257" y="824"/>
                </a:cubicBezTo>
                <a:cubicBezTo>
                  <a:pt x="1265" y="814"/>
                  <a:pt x="1272" y="801"/>
                  <a:pt x="1279" y="786"/>
                </a:cubicBezTo>
                <a:cubicBezTo>
                  <a:pt x="1290" y="763"/>
                  <a:pt x="1299" y="735"/>
                  <a:pt x="1306" y="708"/>
                </a:cubicBezTo>
                <a:cubicBezTo>
                  <a:pt x="1314" y="680"/>
                  <a:pt x="1318" y="653"/>
                  <a:pt x="1318" y="631"/>
                </a:cubicBezTo>
                <a:cubicBezTo>
                  <a:pt x="1318" y="624"/>
                  <a:pt x="1318" y="618"/>
                  <a:pt x="1317" y="611"/>
                </a:cubicBezTo>
                <a:cubicBezTo>
                  <a:pt x="1315" y="605"/>
                  <a:pt x="1313" y="599"/>
                  <a:pt x="1310" y="594"/>
                </a:cubicBezTo>
                <a:cubicBezTo>
                  <a:pt x="1303" y="583"/>
                  <a:pt x="1297" y="576"/>
                  <a:pt x="1289" y="570"/>
                </a:cubicBezTo>
                <a:cubicBezTo>
                  <a:pt x="1287" y="568"/>
                  <a:pt x="1287" y="568"/>
                  <a:pt x="1287" y="568"/>
                </a:cubicBezTo>
                <a:cubicBezTo>
                  <a:pt x="1294" y="534"/>
                  <a:pt x="1298" y="503"/>
                  <a:pt x="1299" y="493"/>
                </a:cubicBezTo>
                <a:cubicBezTo>
                  <a:pt x="1305" y="389"/>
                  <a:pt x="1297" y="237"/>
                  <a:pt x="1237" y="153"/>
                </a:cubicBezTo>
                <a:cubicBezTo>
                  <a:pt x="1164" y="52"/>
                  <a:pt x="1023" y="0"/>
                  <a:pt x="879" y="0"/>
                </a:cubicBezTo>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8"/>
          <p:cNvSpPr>
            <a:spLocks noEditPoints="1"/>
          </p:cNvSpPr>
          <p:nvPr/>
        </p:nvSpPr>
        <p:spPr bwMode="auto">
          <a:xfrm>
            <a:off x="6300328" y="4198273"/>
            <a:ext cx="1271220" cy="1401672"/>
          </a:xfrm>
          <a:custGeom>
            <a:avLst/>
            <a:gdLst>
              <a:gd name="T0" fmla="*/ 1090 w 1782"/>
              <a:gd name="T1" fmla="*/ 1192 h 1960"/>
              <a:gd name="T2" fmla="*/ 1216 w 1782"/>
              <a:gd name="T3" fmla="*/ 957 h 1960"/>
              <a:gd name="T4" fmla="*/ 1249 w 1782"/>
              <a:gd name="T5" fmla="*/ 939 h 1960"/>
              <a:gd name="T6" fmla="*/ 1299 w 1782"/>
              <a:gd name="T7" fmla="*/ 823 h 1960"/>
              <a:gd name="T8" fmla="*/ 1309 w 1782"/>
              <a:gd name="T9" fmla="*/ 727 h 1960"/>
              <a:gd name="T10" fmla="*/ 1282 w 1782"/>
              <a:gd name="T11" fmla="*/ 685 h 1960"/>
              <a:gd name="T12" fmla="*/ 1291 w 1782"/>
              <a:gd name="T13" fmla="*/ 608 h 1960"/>
              <a:gd name="T14" fmla="*/ 432 w 1782"/>
              <a:gd name="T15" fmla="*/ 540 h 1960"/>
              <a:gd name="T16" fmla="*/ 462 w 1782"/>
              <a:gd name="T17" fmla="*/ 678 h 1960"/>
              <a:gd name="T18" fmla="*/ 424 w 1782"/>
              <a:gd name="T19" fmla="*/ 710 h 1960"/>
              <a:gd name="T20" fmla="*/ 417 w 1782"/>
              <a:gd name="T21" fmla="*/ 745 h 1960"/>
              <a:gd name="T22" fmla="*/ 454 w 1782"/>
              <a:gd name="T23" fmla="*/ 894 h 1960"/>
              <a:gd name="T24" fmla="*/ 485 w 1782"/>
              <a:gd name="T25" fmla="*/ 943 h 1960"/>
              <a:gd name="T26" fmla="*/ 518 w 1782"/>
              <a:gd name="T27" fmla="*/ 957 h 1960"/>
              <a:gd name="T28" fmla="*/ 524 w 1782"/>
              <a:gd name="T29" fmla="*/ 957 h 1960"/>
              <a:gd name="T30" fmla="*/ 657 w 1782"/>
              <a:gd name="T31" fmla="*/ 1193 h 1960"/>
              <a:gd name="T32" fmla="*/ 0 w 1782"/>
              <a:gd name="T33" fmla="*/ 1955 h 1960"/>
              <a:gd name="T34" fmla="*/ 839 w 1782"/>
              <a:gd name="T35" fmla="*/ 1752 h 1960"/>
              <a:gd name="T36" fmla="*/ 715 w 1782"/>
              <a:gd name="T37" fmla="*/ 1752 h 1960"/>
              <a:gd name="T38" fmla="*/ 546 w 1782"/>
              <a:gd name="T39" fmla="*/ 1430 h 1960"/>
              <a:gd name="T40" fmla="*/ 869 w 1782"/>
              <a:gd name="T41" fmla="*/ 1582 h 1960"/>
              <a:gd name="T42" fmla="*/ 683 w 1782"/>
              <a:gd name="T43" fmla="*/ 1215 h 1960"/>
              <a:gd name="T44" fmla="*/ 885 w 1782"/>
              <a:gd name="T45" fmla="*/ 1286 h 1960"/>
              <a:gd name="T46" fmla="*/ 1065 w 1782"/>
              <a:gd name="T47" fmla="*/ 1216 h 1960"/>
              <a:gd name="T48" fmla="*/ 900 w 1782"/>
              <a:gd name="T49" fmla="*/ 1584 h 1960"/>
              <a:gd name="T50" fmla="*/ 1221 w 1782"/>
              <a:gd name="T51" fmla="*/ 1430 h 1960"/>
              <a:gd name="T52" fmla="*/ 1052 w 1782"/>
              <a:gd name="T53" fmla="*/ 1752 h 1960"/>
              <a:gd name="T54" fmla="*/ 925 w 1782"/>
              <a:gd name="T55" fmla="*/ 1767 h 1960"/>
              <a:gd name="T56" fmla="*/ 1782 w 1782"/>
              <a:gd name="T57" fmla="*/ 1960 h 1960"/>
              <a:gd name="T58" fmla="*/ 993 w 1782"/>
              <a:gd name="T59" fmla="*/ 1227 h 1960"/>
              <a:gd name="T60" fmla="*/ 849 w 1782"/>
              <a:gd name="T61" fmla="*/ 1250 h 1960"/>
              <a:gd name="T62" fmla="*/ 554 w 1782"/>
              <a:gd name="T63" fmla="*/ 948 h 1960"/>
              <a:gd name="T64" fmla="*/ 543 w 1782"/>
              <a:gd name="T65" fmla="*/ 908 h 1960"/>
              <a:gd name="T66" fmla="*/ 518 w 1782"/>
              <a:gd name="T67" fmla="*/ 923 h 1960"/>
              <a:gd name="T68" fmla="*/ 504 w 1782"/>
              <a:gd name="T69" fmla="*/ 916 h 1960"/>
              <a:gd name="T70" fmla="*/ 459 w 1782"/>
              <a:gd name="T71" fmla="*/ 813 h 1960"/>
              <a:gd name="T72" fmla="*/ 449 w 1782"/>
              <a:gd name="T73" fmla="*/ 734 h 1960"/>
              <a:gd name="T74" fmla="*/ 463 w 1782"/>
              <a:gd name="T75" fmla="*/ 713 h 1960"/>
              <a:gd name="T76" fmla="*/ 472 w 1782"/>
              <a:gd name="T77" fmla="*/ 711 h 1960"/>
              <a:gd name="T78" fmla="*/ 565 w 1782"/>
              <a:gd name="T79" fmla="*/ 810 h 1960"/>
              <a:gd name="T80" fmla="*/ 1118 w 1782"/>
              <a:gd name="T81" fmla="*/ 669 h 1960"/>
              <a:gd name="T82" fmla="*/ 1195 w 1782"/>
              <a:gd name="T83" fmla="*/ 824 h 1960"/>
              <a:gd name="T84" fmla="*/ 1271 w 1782"/>
              <a:gd name="T85" fmla="*/ 721 h 1960"/>
              <a:gd name="T86" fmla="*/ 1278 w 1782"/>
              <a:gd name="T87" fmla="*/ 733 h 1960"/>
              <a:gd name="T88" fmla="*/ 1273 w 1782"/>
              <a:gd name="T89" fmla="*/ 796 h 1960"/>
              <a:gd name="T90" fmla="*/ 1230 w 1782"/>
              <a:gd name="T91" fmla="*/ 910 h 1960"/>
              <a:gd name="T92" fmla="*/ 1221 w 1782"/>
              <a:gd name="T93" fmla="*/ 922 h 1960"/>
              <a:gd name="T94" fmla="*/ 1208 w 1782"/>
              <a:gd name="T95" fmla="*/ 923 h 1960"/>
              <a:gd name="T96" fmla="*/ 1190 w 1782"/>
              <a:gd name="T97" fmla="*/ 935 h 1960"/>
              <a:gd name="T98" fmla="*/ 993 w 1782"/>
              <a:gd name="T99" fmla="*/ 1227 h 1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782" h="1960">
                <a:moveTo>
                  <a:pt x="1215" y="1400"/>
                </a:moveTo>
                <a:cubicBezTo>
                  <a:pt x="1120" y="1363"/>
                  <a:pt x="1090" y="1290"/>
                  <a:pt x="1090" y="1192"/>
                </a:cubicBezTo>
                <a:cubicBezTo>
                  <a:pt x="1108" y="1173"/>
                  <a:pt x="1124" y="1153"/>
                  <a:pt x="1139" y="1130"/>
                </a:cubicBezTo>
                <a:cubicBezTo>
                  <a:pt x="1172" y="1079"/>
                  <a:pt x="1197" y="1019"/>
                  <a:pt x="1216" y="957"/>
                </a:cubicBezTo>
                <a:cubicBezTo>
                  <a:pt x="1221" y="956"/>
                  <a:pt x="1227" y="955"/>
                  <a:pt x="1232" y="953"/>
                </a:cubicBezTo>
                <a:cubicBezTo>
                  <a:pt x="1239" y="950"/>
                  <a:pt x="1244" y="945"/>
                  <a:pt x="1249" y="939"/>
                </a:cubicBezTo>
                <a:cubicBezTo>
                  <a:pt x="1257" y="929"/>
                  <a:pt x="1265" y="916"/>
                  <a:pt x="1272" y="901"/>
                </a:cubicBezTo>
                <a:cubicBezTo>
                  <a:pt x="1282" y="878"/>
                  <a:pt x="1292" y="850"/>
                  <a:pt x="1299" y="823"/>
                </a:cubicBezTo>
                <a:cubicBezTo>
                  <a:pt x="1306" y="795"/>
                  <a:pt x="1310" y="769"/>
                  <a:pt x="1311" y="746"/>
                </a:cubicBezTo>
                <a:cubicBezTo>
                  <a:pt x="1311" y="739"/>
                  <a:pt x="1310" y="733"/>
                  <a:pt x="1309" y="727"/>
                </a:cubicBezTo>
                <a:cubicBezTo>
                  <a:pt x="1308" y="720"/>
                  <a:pt x="1306" y="715"/>
                  <a:pt x="1302" y="709"/>
                </a:cubicBezTo>
                <a:cubicBezTo>
                  <a:pt x="1296" y="699"/>
                  <a:pt x="1289" y="691"/>
                  <a:pt x="1282" y="685"/>
                </a:cubicBezTo>
                <a:cubicBezTo>
                  <a:pt x="1279" y="684"/>
                  <a:pt x="1279" y="684"/>
                  <a:pt x="1279" y="684"/>
                </a:cubicBezTo>
                <a:cubicBezTo>
                  <a:pt x="1286" y="649"/>
                  <a:pt x="1290" y="619"/>
                  <a:pt x="1291" y="608"/>
                </a:cubicBezTo>
                <a:cubicBezTo>
                  <a:pt x="1322" y="128"/>
                  <a:pt x="846" y="0"/>
                  <a:pt x="614" y="214"/>
                </a:cubicBezTo>
                <a:cubicBezTo>
                  <a:pt x="604" y="222"/>
                  <a:pt x="378" y="224"/>
                  <a:pt x="432" y="540"/>
                </a:cubicBezTo>
                <a:cubicBezTo>
                  <a:pt x="441" y="589"/>
                  <a:pt x="452" y="637"/>
                  <a:pt x="462" y="675"/>
                </a:cubicBezTo>
                <a:cubicBezTo>
                  <a:pt x="462" y="678"/>
                  <a:pt x="462" y="678"/>
                  <a:pt x="462" y="678"/>
                </a:cubicBezTo>
                <a:cubicBezTo>
                  <a:pt x="456" y="679"/>
                  <a:pt x="450" y="682"/>
                  <a:pt x="445" y="686"/>
                </a:cubicBezTo>
                <a:cubicBezTo>
                  <a:pt x="437" y="692"/>
                  <a:pt x="431" y="700"/>
                  <a:pt x="424" y="710"/>
                </a:cubicBezTo>
                <a:cubicBezTo>
                  <a:pt x="421" y="716"/>
                  <a:pt x="419" y="721"/>
                  <a:pt x="418" y="727"/>
                </a:cubicBezTo>
                <a:cubicBezTo>
                  <a:pt x="417" y="733"/>
                  <a:pt x="417" y="739"/>
                  <a:pt x="417" y="745"/>
                </a:cubicBezTo>
                <a:cubicBezTo>
                  <a:pt x="417" y="762"/>
                  <a:pt x="420" y="782"/>
                  <a:pt x="424" y="803"/>
                </a:cubicBezTo>
                <a:cubicBezTo>
                  <a:pt x="431" y="834"/>
                  <a:pt x="442" y="867"/>
                  <a:pt x="454" y="894"/>
                </a:cubicBezTo>
                <a:cubicBezTo>
                  <a:pt x="461" y="908"/>
                  <a:pt x="467" y="920"/>
                  <a:pt x="474" y="930"/>
                </a:cubicBezTo>
                <a:cubicBezTo>
                  <a:pt x="478" y="935"/>
                  <a:pt x="481" y="940"/>
                  <a:pt x="485" y="943"/>
                </a:cubicBezTo>
                <a:cubicBezTo>
                  <a:pt x="489" y="947"/>
                  <a:pt x="493" y="951"/>
                  <a:pt x="499" y="953"/>
                </a:cubicBezTo>
                <a:cubicBezTo>
                  <a:pt x="505" y="955"/>
                  <a:pt x="512" y="957"/>
                  <a:pt x="518" y="957"/>
                </a:cubicBezTo>
                <a:cubicBezTo>
                  <a:pt x="523" y="956"/>
                  <a:pt x="523" y="956"/>
                  <a:pt x="523" y="956"/>
                </a:cubicBezTo>
                <a:cubicBezTo>
                  <a:pt x="524" y="957"/>
                  <a:pt x="524" y="957"/>
                  <a:pt x="524" y="957"/>
                </a:cubicBezTo>
                <a:cubicBezTo>
                  <a:pt x="546" y="1041"/>
                  <a:pt x="585" y="1117"/>
                  <a:pt x="640" y="1175"/>
                </a:cubicBezTo>
                <a:cubicBezTo>
                  <a:pt x="645" y="1181"/>
                  <a:pt x="651" y="1187"/>
                  <a:pt x="657" y="1193"/>
                </a:cubicBezTo>
                <a:cubicBezTo>
                  <a:pt x="668" y="1310"/>
                  <a:pt x="643" y="1357"/>
                  <a:pt x="534" y="1400"/>
                </a:cubicBezTo>
                <a:cubicBezTo>
                  <a:pt x="307" y="1487"/>
                  <a:pt x="56" y="1534"/>
                  <a:pt x="0" y="1955"/>
                </a:cubicBezTo>
                <a:cubicBezTo>
                  <a:pt x="801" y="1957"/>
                  <a:pt x="801" y="1957"/>
                  <a:pt x="801" y="1957"/>
                </a:cubicBezTo>
                <a:cubicBezTo>
                  <a:pt x="839" y="1752"/>
                  <a:pt x="839" y="1752"/>
                  <a:pt x="839" y="1752"/>
                </a:cubicBezTo>
                <a:cubicBezTo>
                  <a:pt x="784" y="1692"/>
                  <a:pt x="784" y="1692"/>
                  <a:pt x="784" y="1692"/>
                </a:cubicBezTo>
                <a:cubicBezTo>
                  <a:pt x="715" y="1752"/>
                  <a:pt x="715" y="1752"/>
                  <a:pt x="715" y="1752"/>
                </a:cubicBezTo>
                <a:cubicBezTo>
                  <a:pt x="519" y="1439"/>
                  <a:pt x="519" y="1439"/>
                  <a:pt x="519" y="1439"/>
                </a:cubicBezTo>
                <a:cubicBezTo>
                  <a:pt x="546" y="1430"/>
                  <a:pt x="546" y="1430"/>
                  <a:pt x="546" y="1430"/>
                </a:cubicBezTo>
                <a:cubicBezTo>
                  <a:pt x="721" y="1710"/>
                  <a:pt x="721" y="1710"/>
                  <a:pt x="721" y="1710"/>
                </a:cubicBezTo>
                <a:cubicBezTo>
                  <a:pt x="869" y="1582"/>
                  <a:pt x="869" y="1582"/>
                  <a:pt x="869" y="1582"/>
                </a:cubicBezTo>
                <a:cubicBezTo>
                  <a:pt x="590" y="1404"/>
                  <a:pt x="590" y="1404"/>
                  <a:pt x="590" y="1404"/>
                </a:cubicBezTo>
                <a:cubicBezTo>
                  <a:pt x="657" y="1369"/>
                  <a:pt x="689" y="1328"/>
                  <a:pt x="683" y="1215"/>
                </a:cubicBezTo>
                <a:cubicBezTo>
                  <a:pt x="730" y="1251"/>
                  <a:pt x="784" y="1275"/>
                  <a:pt x="846" y="1283"/>
                </a:cubicBezTo>
                <a:cubicBezTo>
                  <a:pt x="859" y="1285"/>
                  <a:pt x="872" y="1286"/>
                  <a:pt x="885" y="1286"/>
                </a:cubicBezTo>
                <a:cubicBezTo>
                  <a:pt x="929" y="1286"/>
                  <a:pt x="970" y="1275"/>
                  <a:pt x="1006" y="1257"/>
                </a:cubicBezTo>
                <a:cubicBezTo>
                  <a:pt x="1027" y="1246"/>
                  <a:pt x="1047" y="1232"/>
                  <a:pt x="1065" y="1216"/>
                </a:cubicBezTo>
                <a:cubicBezTo>
                  <a:pt x="1065" y="1287"/>
                  <a:pt x="1093" y="1359"/>
                  <a:pt x="1160" y="1403"/>
                </a:cubicBezTo>
                <a:cubicBezTo>
                  <a:pt x="900" y="1584"/>
                  <a:pt x="900" y="1584"/>
                  <a:pt x="900" y="1584"/>
                </a:cubicBezTo>
                <a:cubicBezTo>
                  <a:pt x="1045" y="1710"/>
                  <a:pt x="1045" y="1710"/>
                  <a:pt x="1045" y="1710"/>
                </a:cubicBezTo>
                <a:cubicBezTo>
                  <a:pt x="1221" y="1430"/>
                  <a:pt x="1221" y="1430"/>
                  <a:pt x="1221" y="1430"/>
                </a:cubicBezTo>
                <a:cubicBezTo>
                  <a:pt x="1247" y="1439"/>
                  <a:pt x="1247" y="1439"/>
                  <a:pt x="1247" y="1439"/>
                </a:cubicBezTo>
                <a:cubicBezTo>
                  <a:pt x="1052" y="1752"/>
                  <a:pt x="1052" y="1752"/>
                  <a:pt x="1052" y="1752"/>
                </a:cubicBezTo>
                <a:cubicBezTo>
                  <a:pt x="986" y="1695"/>
                  <a:pt x="986" y="1695"/>
                  <a:pt x="986" y="1695"/>
                </a:cubicBezTo>
                <a:cubicBezTo>
                  <a:pt x="925" y="1767"/>
                  <a:pt x="925" y="1767"/>
                  <a:pt x="925" y="1767"/>
                </a:cubicBezTo>
                <a:cubicBezTo>
                  <a:pt x="971" y="1958"/>
                  <a:pt x="971" y="1958"/>
                  <a:pt x="971" y="1958"/>
                </a:cubicBezTo>
                <a:cubicBezTo>
                  <a:pt x="1782" y="1960"/>
                  <a:pt x="1782" y="1960"/>
                  <a:pt x="1782" y="1960"/>
                </a:cubicBezTo>
                <a:cubicBezTo>
                  <a:pt x="1722" y="1548"/>
                  <a:pt x="1440" y="1487"/>
                  <a:pt x="1215" y="1400"/>
                </a:cubicBezTo>
                <a:close/>
                <a:moveTo>
                  <a:pt x="993" y="1227"/>
                </a:moveTo>
                <a:cubicBezTo>
                  <a:pt x="961" y="1243"/>
                  <a:pt x="925" y="1252"/>
                  <a:pt x="885" y="1252"/>
                </a:cubicBezTo>
                <a:cubicBezTo>
                  <a:pt x="873" y="1252"/>
                  <a:pt x="862" y="1251"/>
                  <a:pt x="849" y="1250"/>
                </a:cubicBezTo>
                <a:cubicBezTo>
                  <a:pt x="774" y="1240"/>
                  <a:pt x="712" y="1204"/>
                  <a:pt x="662" y="1151"/>
                </a:cubicBezTo>
                <a:cubicBezTo>
                  <a:pt x="612" y="1098"/>
                  <a:pt x="575" y="1027"/>
                  <a:pt x="554" y="948"/>
                </a:cubicBezTo>
                <a:cubicBezTo>
                  <a:pt x="552" y="942"/>
                  <a:pt x="551" y="936"/>
                  <a:pt x="549" y="930"/>
                </a:cubicBezTo>
                <a:cubicBezTo>
                  <a:pt x="543" y="908"/>
                  <a:pt x="543" y="908"/>
                  <a:pt x="543" y="908"/>
                </a:cubicBezTo>
                <a:cubicBezTo>
                  <a:pt x="525" y="921"/>
                  <a:pt x="525" y="921"/>
                  <a:pt x="525" y="921"/>
                </a:cubicBezTo>
                <a:cubicBezTo>
                  <a:pt x="518" y="923"/>
                  <a:pt x="518" y="923"/>
                  <a:pt x="518" y="923"/>
                </a:cubicBezTo>
                <a:cubicBezTo>
                  <a:pt x="516" y="923"/>
                  <a:pt x="513" y="923"/>
                  <a:pt x="510" y="921"/>
                </a:cubicBezTo>
                <a:cubicBezTo>
                  <a:pt x="510" y="921"/>
                  <a:pt x="507" y="920"/>
                  <a:pt x="504" y="916"/>
                </a:cubicBezTo>
                <a:cubicBezTo>
                  <a:pt x="499" y="910"/>
                  <a:pt x="492" y="899"/>
                  <a:pt x="486" y="885"/>
                </a:cubicBezTo>
                <a:cubicBezTo>
                  <a:pt x="476" y="865"/>
                  <a:pt x="466" y="838"/>
                  <a:pt x="459" y="813"/>
                </a:cubicBezTo>
                <a:cubicBezTo>
                  <a:pt x="452" y="787"/>
                  <a:pt x="448" y="762"/>
                  <a:pt x="448" y="745"/>
                </a:cubicBezTo>
                <a:cubicBezTo>
                  <a:pt x="448" y="741"/>
                  <a:pt x="448" y="737"/>
                  <a:pt x="449" y="734"/>
                </a:cubicBezTo>
                <a:cubicBezTo>
                  <a:pt x="450" y="729"/>
                  <a:pt x="450" y="729"/>
                  <a:pt x="450" y="729"/>
                </a:cubicBezTo>
                <a:cubicBezTo>
                  <a:pt x="455" y="721"/>
                  <a:pt x="460" y="716"/>
                  <a:pt x="463" y="713"/>
                </a:cubicBezTo>
                <a:cubicBezTo>
                  <a:pt x="467" y="711"/>
                  <a:pt x="469" y="710"/>
                  <a:pt x="470" y="710"/>
                </a:cubicBezTo>
                <a:cubicBezTo>
                  <a:pt x="472" y="711"/>
                  <a:pt x="472" y="711"/>
                  <a:pt x="472" y="711"/>
                </a:cubicBezTo>
                <a:cubicBezTo>
                  <a:pt x="484" y="747"/>
                  <a:pt x="501" y="783"/>
                  <a:pt x="522" y="824"/>
                </a:cubicBezTo>
                <a:cubicBezTo>
                  <a:pt x="524" y="824"/>
                  <a:pt x="554" y="813"/>
                  <a:pt x="565" y="810"/>
                </a:cubicBezTo>
                <a:cubicBezTo>
                  <a:pt x="471" y="620"/>
                  <a:pt x="591" y="447"/>
                  <a:pt x="602" y="411"/>
                </a:cubicBezTo>
                <a:cubicBezTo>
                  <a:pt x="670" y="568"/>
                  <a:pt x="962" y="718"/>
                  <a:pt x="1118" y="669"/>
                </a:cubicBezTo>
                <a:cubicBezTo>
                  <a:pt x="1154" y="658"/>
                  <a:pt x="1191" y="641"/>
                  <a:pt x="1215" y="608"/>
                </a:cubicBezTo>
                <a:cubicBezTo>
                  <a:pt x="1218" y="665"/>
                  <a:pt x="1227" y="749"/>
                  <a:pt x="1195" y="824"/>
                </a:cubicBezTo>
                <a:cubicBezTo>
                  <a:pt x="1234" y="818"/>
                  <a:pt x="1234" y="818"/>
                  <a:pt x="1234" y="818"/>
                </a:cubicBezTo>
                <a:cubicBezTo>
                  <a:pt x="1249" y="798"/>
                  <a:pt x="1262" y="760"/>
                  <a:pt x="1271" y="721"/>
                </a:cubicBezTo>
                <a:cubicBezTo>
                  <a:pt x="1276" y="728"/>
                  <a:pt x="1276" y="728"/>
                  <a:pt x="1276" y="728"/>
                </a:cubicBezTo>
                <a:cubicBezTo>
                  <a:pt x="1278" y="733"/>
                  <a:pt x="1278" y="733"/>
                  <a:pt x="1278" y="733"/>
                </a:cubicBezTo>
                <a:cubicBezTo>
                  <a:pt x="1279" y="737"/>
                  <a:pt x="1279" y="741"/>
                  <a:pt x="1279" y="746"/>
                </a:cubicBezTo>
                <a:cubicBezTo>
                  <a:pt x="1279" y="759"/>
                  <a:pt x="1277" y="777"/>
                  <a:pt x="1273" y="796"/>
                </a:cubicBezTo>
                <a:cubicBezTo>
                  <a:pt x="1267" y="824"/>
                  <a:pt x="1257" y="856"/>
                  <a:pt x="1246" y="880"/>
                </a:cubicBezTo>
                <a:cubicBezTo>
                  <a:pt x="1241" y="892"/>
                  <a:pt x="1235" y="903"/>
                  <a:pt x="1230" y="910"/>
                </a:cubicBezTo>
                <a:cubicBezTo>
                  <a:pt x="1228" y="914"/>
                  <a:pt x="1226" y="917"/>
                  <a:pt x="1224" y="919"/>
                </a:cubicBezTo>
                <a:cubicBezTo>
                  <a:pt x="1221" y="922"/>
                  <a:pt x="1221" y="922"/>
                  <a:pt x="1221" y="922"/>
                </a:cubicBezTo>
                <a:cubicBezTo>
                  <a:pt x="1217" y="923"/>
                  <a:pt x="1214" y="924"/>
                  <a:pt x="1212" y="924"/>
                </a:cubicBezTo>
                <a:cubicBezTo>
                  <a:pt x="1208" y="923"/>
                  <a:pt x="1208" y="923"/>
                  <a:pt x="1208" y="923"/>
                </a:cubicBezTo>
                <a:cubicBezTo>
                  <a:pt x="1194" y="919"/>
                  <a:pt x="1194" y="919"/>
                  <a:pt x="1194" y="919"/>
                </a:cubicBezTo>
                <a:cubicBezTo>
                  <a:pt x="1190" y="935"/>
                  <a:pt x="1190" y="935"/>
                  <a:pt x="1190" y="935"/>
                </a:cubicBezTo>
                <a:cubicBezTo>
                  <a:pt x="1165" y="1020"/>
                  <a:pt x="1128" y="1101"/>
                  <a:pt x="1078" y="1158"/>
                </a:cubicBezTo>
                <a:cubicBezTo>
                  <a:pt x="1053" y="1187"/>
                  <a:pt x="1024" y="1211"/>
                  <a:pt x="993" y="1227"/>
                </a:cubicBezTo>
                <a:close/>
              </a:path>
            </a:pathLst>
          </a:custGeom>
          <a:solidFill>
            <a:srgbClr val="F26D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93" name="组合 92"/>
          <p:cNvGrpSpPr/>
          <p:nvPr/>
        </p:nvGrpSpPr>
        <p:grpSpPr>
          <a:xfrm>
            <a:off x="7739901" y="4322673"/>
            <a:ext cx="1192213" cy="1298575"/>
            <a:chOff x="9107488" y="477838"/>
            <a:chExt cx="1192213" cy="1298575"/>
          </a:xfrm>
        </p:grpSpPr>
        <p:sp>
          <p:nvSpPr>
            <p:cNvPr id="94" name="Freeform 5"/>
            <p:cNvSpPr>
              <a:spLocks noEditPoints="1"/>
            </p:cNvSpPr>
            <p:nvPr/>
          </p:nvSpPr>
          <p:spPr bwMode="auto">
            <a:xfrm>
              <a:off x="9107488" y="477838"/>
              <a:ext cx="1192213" cy="1298575"/>
            </a:xfrm>
            <a:custGeom>
              <a:avLst/>
              <a:gdLst>
                <a:gd name="T0" fmla="*/ 559 w 639"/>
                <a:gd name="T1" fmla="*/ 475 h 694"/>
                <a:gd name="T2" fmla="*/ 559 w 639"/>
                <a:gd name="T3" fmla="*/ 694 h 694"/>
                <a:gd name="T4" fmla="*/ 559 w 639"/>
                <a:gd name="T5" fmla="*/ 596 h 694"/>
                <a:gd name="T6" fmla="*/ 484 w 639"/>
                <a:gd name="T7" fmla="*/ 112 h 694"/>
                <a:gd name="T8" fmla="*/ 559 w 639"/>
                <a:gd name="T9" fmla="*/ 452 h 694"/>
                <a:gd name="T10" fmla="*/ 484 w 639"/>
                <a:gd name="T11" fmla="*/ 533 h 694"/>
                <a:gd name="T12" fmla="*/ 484 w 639"/>
                <a:gd name="T13" fmla="*/ 664 h 694"/>
                <a:gd name="T14" fmla="*/ 559 w 639"/>
                <a:gd name="T15" fmla="*/ 596 h 694"/>
                <a:gd name="T16" fmla="*/ 559 w 639"/>
                <a:gd name="T17" fmla="*/ 694 h 694"/>
                <a:gd name="T18" fmla="*/ 460 w 639"/>
                <a:gd name="T19" fmla="*/ 525 h 694"/>
                <a:gd name="T20" fmla="*/ 460 w 639"/>
                <a:gd name="T21" fmla="*/ 230 h 694"/>
                <a:gd name="T22" fmla="*/ 460 w 639"/>
                <a:gd name="T23" fmla="*/ 136 h 694"/>
                <a:gd name="T24" fmla="*/ 460 w 639"/>
                <a:gd name="T25" fmla="*/ 616 h 694"/>
                <a:gd name="T26" fmla="*/ 484 w 639"/>
                <a:gd name="T27" fmla="*/ 664 h 694"/>
                <a:gd name="T28" fmla="*/ 460 w 639"/>
                <a:gd name="T29" fmla="*/ 136 h 694"/>
                <a:gd name="T30" fmla="*/ 440 w 639"/>
                <a:gd name="T31" fmla="*/ 694 h 694"/>
                <a:gd name="T32" fmla="*/ 460 w 639"/>
                <a:gd name="T33" fmla="*/ 162 h 694"/>
                <a:gd name="T34" fmla="*/ 440 w 639"/>
                <a:gd name="T35" fmla="*/ 266 h 694"/>
                <a:gd name="T36" fmla="*/ 460 w 639"/>
                <a:gd name="T37" fmla="*/ 525 h 694"/>
                <a:gd name="T38" fmla="*/ 443 w 639"/>
                <a:gd name="T39" fmla="*/ 346 h 694"/>
                <a:gd name="T40" fmla="*/ 460 w 639"/>
                <a:gd name="T41" fmla="*/ 312 h 694"/>
                <a:gd name="T42" fmla="*/ 399 w 639"/>
                <a:gd name="T43" fmla="*/ 59 h 694"/>
                <a:gd name="T44" fmla="*/ 399 w 639"/>
                <a:gd name="T45" fmla="*/ 670 h 694"/>
                <a:gd name="T46" fmla="*/ 440 w 639"/>
                <a:gd name="T47" fmla="*/ 618 h 694"/>
                <a:gd name="T48" fmla="*/ 416 w 639"/>
                <a:gd name="T49" fmla="*/ 121 h 694"/>
                <a:gd name="T50" fmla="*/ 407 w 639"/>
                <a:gd name="T51" fmla="*/ 258 h 694"/>
                <a:gd name="T52" fmla="*/ 440 w 639"/>
                <a:gd name="T53" fmla="*/ 138 h 694"/>
                <a:gd name="T54" fmla="*/ 399 w 639"/>
                <a:gd name="T55" fmla="*/ 490 h 694"/>
                <a:gd name="T56" fmla="*/ 316 w 639"/>
                <a:gd name="T57" fmla="*/ 0 h 694"/>
                <a:gd name="T58" fmla="*/ 296 w 639"/>
                <a:gd name="T59" fmla="*/ 1 h 694"/>
                <a:gd name="T60" fmla="*/ 308 w 639"/>
                <a:gd name="T61" fmla="*/ 672 h 694"/>
                <a:gd name="T62" fmla="*/ 296 w 639"/>
                <a:gd name="T63" fmla="*/ 621 h 694"/>
                <a:gd name="T64" fmla="*/ 399 w 639"/>
                <a:gd name="T65" fmla="*/ 670 h 694"/>
                <a:gd name="T66" fmla="*/ 296 w 639"/>
                <a:gd name="T67" fmla="*/ 123 h 694"/>
                <a:gd name="T68" fmla="*/ 399 w 639"/>
                <a:gd name="T69" fmla="*/ 412 h 694"/>
                <a:gd name="T70" fmla="*/ 296 w 639"/>
                <a:gd name="T71" fmla="*/ 467 h 694"/>
                <a:gd name="T72" fmla="*/ 217 w 639"/>
                <a:gd name="T73" fmla="*/ 25 h 694"/>
                <a:gd name="T74" fmla="*/ 217 w 639"/>
                <a:gd name="T75" fmla="*/ 25 h 694"/>
                <a:gd name="T76" fmla="*/ 232 w 639"/>
                <a:gd name="T77" fmla="*/ 654 h 694"/>
                <a:gd name="T78" fmla="*/ 296 w 639"/>
                <a:gd name="T79" fmla="*/ 646 h 694"/>
                <a:gd name="T80" fmla="*/ 296 w 639"/>
                <a:gd name="T81" fmla="*/ 55 h 694"/>
                <a:gd name="T82" fmla="*/ 296 w 639"/>
                <a:gd name="T83" fmla="*/ 123 h 694"/>
                <a:gd name="T84" fmla="*/ 240 w 639"/>
                <a:gd name="T85" fmla="*/ 446 h 694"/>
                <a:gd name="T86" fmla="*/ 131 w 639"/>
                <a:gd name="T87" fmla="*/ 187 h 694"/>
                <a:gd name="T88" fmla="*/ 157 w 639"/>
                <a:gd name="T89" fmla="*/ 183 h 694"/>
                <a:gd name="T90" fmla="*/ 193 w 639"/>
                <a:gd name="T91" fmla="*/ 226 h 694"/>
                <a:gd name="T92" fmla="*/ 187 w 639"/>
                <a:gd name="T93" fmla="*/ 347 h 694"/>
                <a:gd name="T94" fmla="*/ 131 w 639"/>
                <a:gd name="T95" fmla="*/ 537 h 694"/>
                <a:gd name="T96" fmla="*/ 131 w 639"/>
                <a:gd name="T97" fmla="*/ 664 h 694"/>
                <a:gd name="T98" fmla="*/ 217 w 639"/>
                <a:gd name="T99" fmla="*/ 618 h 694"/>
                <a:gd name="T100" fmla="*/ 217 w 639"/>
                <a:gd name="T101" fmla="*/ 694 h 694"/>
                <a:gd name="T102" fmla="*/ 131 w 639"/>
                <a:gd name="T103" fmla="*/ 187 h 694"/>
                <a:gd name="T104" fmla="*/ 131 w 639"/>
                <a:gd name="T105" fmla="*/ 694 h 694"/>
                <a:gd name="T106" fmla="*/ 56 w 639"/>
                <a:gd name="T107" fmla="*/ 613 h 694"/>
                <a:gd name="T108" fmla="*/ 131 w 639"/>
                <a:gd name="T109" fmla="*/ 631 h 694"/>
                <a:gd name="T110" fmla="*/ 131 w 639"/>
                <a:gd name="T111" fmla="*/ 694 h 694"/>
                <a:gd name="T112" fmla="*/ 56 w 639"/>
                <a:gd name="T113" fmla="*/ 488 h 694"/>
                <a:gd name="T114" fmla="*/ 56 w 639"/>
                <a:gd name="T115" fmla="*/ 613 h 694"/>
                <a:gd name="T116" fmla="*/ 22 w 639"/>
                <a:gd name="T117" fmla="*/ 694 h 6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9" h="694">
                  <a:moveTo>
                    <a:pt x="559" y="375"/>
                  </a:moveTo>
                  <a:cubicBezTo>
                    <a:pt x="572" y="389"/>
                    <a:pt x="577" y="411"/>
                    <a:pt x="559" y="452"/>
                  </a:cubicBezTo>
                  <a:cubicBezTo>
                    <a:pt x="559" y="375"/>
                    <a:pt x="559" y="375"/>
                    <a:pt x="559" y="375"/>
                  </a:cubicBezTo>
                  <a:close/>
                  <a:moveTo>
                    <a:pt x="559" y="475"/>
                  </a:moveTo>
                  <a:cubicBezTo>
                    <a:pt x="576" y="496"/>
                    <a:pt x="639" y="498"/>
                    <a:pt x="606" y="567"/>
                  </a:cubicBezTo>
                  <a:cubicBezTo>
                    <a:pt x="621" y="583"/>
                    <a:pt x="630" y="603"/>
                    <a:pt x="629" y="631"/>
                  </a:cubicBezTo>
                  <a:cubicBezTo>
                    <a:pt x="629" y="652"/>
                    <a:pt x="621" y="673"/>
                    <a:pt x="608" y="694"/>
                  </a:cubicBezTo>
                  <a:cubicBezTo>
                    <a:pt x="559" y="694"/>
                    <a:pt x="559" y="694"/>
                    <a:pt x="559" y="694"/>
                  </a:cubicBezTo>
                  <a:cubicBezTo>
                    <a:pt x="559" y="645"/>
                    <a:pt x="559" y="645"/>
                    <a:pt x="559" y="645"/>
                  </a:cubicBezTo>
                  <a:cubicBezTo>
                    <a:pt x="568" y="645"/>
                    <a:pt x="575" y="638"/>
                    <a:pt x="575" y="629"/>
                  </a:cubicBezTo>
                  <a:cubicBezTo>
                    <a:pt x="575" y="620"/>
                    <a:pt x="568" y="613"/>
                    <a:pt x="559" y="613"/>
                  </a:cubicBezTo>
                  <a:cubicBezTo>
                    <a:pt x="559" y="596"/>
                    <a:pt x="559" y="596"/>
                    <a:pt x="559" y="596"/>
                  </a:cubicBezTo>
                  <a:cubicBezTo>
                    <a:pt x="571" y="590"/>
                    <a:pt x="577" y="583"/>
                    <a:pt x="575" y="576"/>
                  </a:cubicBezTo>
                  <a:cubicBezTo>
                    <a:pt x="571" y="570"/>
                    <a:pt x="565" y="566"/>
                    <a:pt x="559" y="562"/>
                  </a:cubicBezTo>
                  <a:lnTo>
                    <a:pt x="559" y="475"/>
                  </a:lnTo>
                  <a:close/>
                  <a:moveTo>
                    <a:pt x="484" y="112"/>
                  </a:moveTo>
                  <a:cubicBezTo>
                    <a:pt x="492" y="133"/>
                    <a:pt x="497" y="156"/>
                    <a:pt x="500" y="181"/>
                  </a:cubicBezTo>
                  <a:cubicBezTo>
                    <a:pt x="506" y="227"/>
                    <a:pt x="559" y="255"/>
                    <a:pt x="521" y="314"/>
                  </a:cubicBezTo>
                  <a:cubicBezTo>
                    <a:pt x="501" y="346"/>
                    <a:pt x="539" y="350"/>
                    <a:pt x="559" y="375"/>
                  </a:cubicBezTo>
                  <a:cubicBezTo>
                    <a:pt x="559" y="452"/>
                    <a:pt x="559" y="452"/>
                    <a:pt x="559" y="452"/>
                  </a:cubicBezTo>
                  <a:cubicBezTo>
                    <a:pt x="559" y="452"/>
                    <a:pt x="559" y="453"/>
                    <a:pt x="558" y="454"/>
                  </a:cubicBezTo>
                  <a:cubicBezTo>
                    <a:pt x="554" y="463"/>
                    <a:pt x="555" y="470"/>
                    <a:pt x="559" y="475"/>
                  </a:cubicBezTo>
                  <a:cubicBezTo>
                    <a:pt x="559" y="562"/>
                    <a:pt x="559" y="562"/>
                    <a:pt x="559" y="562"/>
                  </a:cubicBezTo>
                  <a:cubicBezTo>
                    <a:pt x="539" y="549"/>
                    <a:pt x="513" y="541"/>
                    <a:pt x="484" y="533"/>
                  </a:cubicBezTo>
                  <a:cubicBezTo>
                    <a:pt x="484" y="112"/>
                    <a:pt x="484" y="112"/>
                    <a:pt x="484" y="112"/>
                  </a:cubicBezTo>
                  <a:close/>
                  <a:moveTo>
                    <a:pt x="559" y="694"/>
                  </a:moveTo>
                  <a:cubicBezTo>
                    <a:pt x="484" y="694"/>
                    <a:pt x="484" y="694"/>
                    <a:pt x="484" y="694"/>
                  </a:cubicBezTo>
                  <a:cubicBezTo>
                    <a:pt x="484" y="664"/>
                    <a:pt x="484" y="664"/>
                    <a:pt x="484" y="664"/>
                  </a:cubicBezTo>
                  <a:cubicBezTo>
                    <a:pt x="493" y="664"/>
                    <a:pt x="500" y="657"/>
                    <a:pt x="500" y="648"/>
                  </a:cubicBezTo>
                  <a:cubicBezTo>
                    <a:pt x="500" y="639"/>
                    <a:pt x="493" y="631"/>
                    <a:pt x="484" y="631"/>
                  </a:cubicBezTo>
                  <a:cubicBezTo>
                    <a:pt x="484" y="613"/>
                    <a:pt x="484" y="613"/>
                    <a:pt x="484" y="613"/>
                  </a:cubicBezTo>
                  <a:cubicBezTo>
                    <a:pt x="517" y="609"/>
                    <a:pt x="543" y="603"/>
                    <a:pt x="559" y="596"/>
                  </a:cubicBezTo>
                  <a:cubicBezTo>
                    <a:pt x="559" y="613"/>
                    <a:pt x="559" y="613"/>
                    <a:pt x="559" y="613"/>
                  </a:cubicBezTo>
                  <a:cubicBezTo>
                    <a:pt x="551" y="613"/>
                    <a:pt x="544" y="620"/>
                    <a:pt x="544" y="629"/>
                  </a:cubicBezTo>
                  <a:cubicBezTo>
                    <a:pt x="544" y="638"/>
                    <a:pt x="551" y="645"/>
                    <a:pt x="559" y="645"/>
                  </a:cubicBezTo>
                  <a:lnTo>
                    <a:pt x="559" y="694"/>
                  </a:lnTo>
                  <a:close/>
                  <a:moveTo>
                    <a:pt x="460" y="65"/>
                  </a:moveTo>
                  <a:cubicBezTo>
                    <a:pt x="470" y="79"/>
                    <a:pt x="478" y="95"/>
                    <a:pt x="484" y="112"/>
                  </a:cubicBezTo>
                  <a:cubicBezTo>
                    <a:pt x="484" y="533"/>
                    <a:pt x="484" y="533"/>
                    <a:pt x="484" y="533"/>
                  </a:cubicBezTo>
                  <a:cubicBezTo>
                    <a:pt x="476" y="530"/>
                    <a:pt x="468" y="528"/>
                    <a:pt x="460" y="525"/>
                  </a:cubicBezTo>
                  <a:cubicBezTo>
                    <a:pt x="460" y="312"/>
                    <a:pt x="460" y="312"/>
                    <a:pt x="460" y="312"/>
                  </a:cubicBezTo>
                  <a:cubicBezTo>
                    <a:pt x="464" y="313"/>
                    <a:pt x="469" y="316"/>
                    <a:pt x="473" y="320"/>
                  </a:cubicBezTo>
                  <a:cubicBezTo>
                    <a:pt x="482" y="301"/>
                    <a:pt x="485" y="276"/>
                    <a:pt x="481" y="254"/>
                  </a:cubicBezTo>
                  <a:cubicBezTo>
                    <a:pt x="477" y="236"/>
                    <a:pt x="468" y="228"/>
                    <a:pt x="460" y="230"/>
                  </a:cubicBezTo>
                  <a:cubicBezTo>
                    <a:pt x="460" y="162"/>
                    <a:pt x="460" y="162"/>
                    <a:pt x="460" y="162"/>
                  </a:cubicBezTo>
                  <a:cubicBezTo>
                    <a:pt x="460" y="163"/>
                    <a:pt x="460" y="163"/>
                    <a:pt x="460" y="164"/>
                  </a:cubicBezTo>
                  <a:cubicBezTo>
                    <a:pt x="465" y="170"/>
                    <a:pt x="469" y="176"/>
                    <a:pt x="473" y="183"/>
                  </a:cubicBezTo>
                  <a:cubicBezTo>
                    <a:pt x="470" y="166"/>
                    <a:pt x="466" y="150"/>
                    <a:pt x="460" y="136"/>
                  </a:cubicBezTo>
                  <a:cubicBezTo>
                    <a:pt x="460" y="65"/>
                    <a:pt x="460" y="65"/>
                    <a:pt x="460" y="65"/>
                  </a:cubicBezTo>
                  <a:close/>
                  <a:moveTo>
                    <a:pt x="484" y="694"/>
                  </a:moveTo>
                  <a:cubicBezTo>
                    <a:pt x="460" y="694"/>
                    <a:pt x="460" y="694"/>
                    <a:pt x="460" y="694"/>
                  </a:cubicBezTo>
                  <a:cubicBezTo>
                    <a:pt x="460" y="616"/>
                    <a:pt x="460" y="616"/>
                    <a:pt x="460" y="616"/>
                  </a:cubicBezTo>
                  <a:cubicBezTo>
                    <a:pt x="468" y="615"/>
                    <a:pt x="476" y="614"/>
                    <a:pt x="484" y="613"/>
                  </a:cubicBezTo>
                  <a:cubicBezTo>
                    <a:pt x="484" y="631"/>
                    <a:pt x="484" y="631"/>
                    <a:pt x="484" y="631"/>
                  </a:cubicBezTo>
                  <a:cubicBezTo>
                    <a:pt x="476" y="631"/>
                    <a:pt x="469" y="639"/>
                    <a:pt x="469" y="648"/>
                  </a:cubicBezTo>
                  <a:cubicBezTo>
                    <a:pt x="469" y="657"/>
                    <a:pt x="476" y="664"/>
                    <a:pt x="484" y="664"/>
                  </a:cubicBezTo>
                  <a:lnTo>
                    <a:pt x="484" y="694"/>
                  </a:lnTo>
                  <a:close/>
                  <a:moveTo>
                    <a:pt x="440" y="42"/>
                  </a:moveTo>
                  <a:cubicBezTo>
                    <a:pt x="447" y="49"/>
                    <a:pt x="454" y="57"/>
                    <a:pt x="460" y="65"/>
                  </a:cubicBezTo>
                  <a:cubicBezTo>
                    <a:pt x="460" y="136"/>
                    <a:pt x="460" y="136"/>
                    <a:pt x="460" y="136"/>
                  </a:cubicBezTo>
                  <a:cubicBezTo>
                    <a:pt x="454" y="122"/>
                    <a:pt x="447" y="110"/>
                    <a:pt x="440" y="100"/>
                  </a:cubicBezTo>
                  <a:cubicBezTo>
                    <a:pt x="440" y="42"/>
                    <a:pt x="440" y="42"/>
                    <a:pt x="440" y="42"/>
                  </a:cubicBezTo>
                  <a:close/>
                  <a:moveTo>
                    <a:pt x="460" y="694"/>
                  </a:moveTo>
                  <a:cubicBezTo>
                    <a:pt x="440" y="694"/>
                    <a:pt x="440" y="694"/>
                    <a:pt x="440" y="694"/>
                  </a:cubicBezTo>
                  <a:cubicBezTo>
                    <a:pt x="440" y="618"/>
                    <a:pt x="440" y="618"/>
                    <a:pt x="440" y="618"/>
                  </a:cubicBezTo>
                  <a:cubicBezTo>
                    <a:pt x="446" y="617"/>
                    <a:pt x="453" y="616"/>
                    <a:pt x="460" y="616"/>
                  </a:cubicBezTo>
                  <a:cubicBezTo>
                    <a:pt x="460" y="694"/>
                    <a:pt x="460" y="694"/>
                    <a:pt x="460" y="694"/>
                  </a:cubicBezTo>
                  <a:close/>
                  <a:moveTo>
                    <a:pt x="460" y="162"/>
                  </a:moveTo>
                  <a:cubicBezTo>
                    <a:pt x="460" y="230"/>
                    <a:pt x="460" y="230"/>
                    <a:pt x="460" y="230"/>
                  </a:cubicBezTo>
                  <a:cubicBezTo>
                    <a:pt x="455" y="232"/>
                    <a:pt x="450" y="237"/>
                    <a:pt x="447" y="246"/>
                  </a:cubicBezTo>
                  <a:cubicBezTo>
                    <a:pt x="444" y="254"/>
                    <a:pt x="442" y="260"/>
                    <a:pt x="441" y="263"/>
                  </a:cubicBezTo>
                  <a:cubicBezTo>
                    <a:pt x="440" y="264"/>
                    <a:pt x="440" y="265"/>
                    <a:pt x="440" y="266"/>
                  </a:cubicBezTo>
                  <a:cubicBezTo>
                    <a:pt x="440" y="138"/>
                    <a:pt x="440" y="138"/>
                    <a:pt x="440" y="138"/>
                  </a:cubicBezTo>
                  <a:cubicBezTo>
                    <a:pt x="448" y="143"/>
                    <a:pt x="456" y="149"/>
                    <a:pt x="460" y="162"/>
                  </a:cubicBezTo>
                  <a:close/>
                  <a:moveTo>
                    <a:pt x="460" y="312"/>
                  </a:moveTo>
                  <a:cubicBezTo>
                    <a:pt x="460" y="525"/>
                    <a:pt x="460" y="525"/>
                    <a:pt x="460" y="525"/>
                  </a:cubicBezTo>
                  <a:cubicBezTo>
                    <a:pt x="453" y="523"/>
                    <a:pt x="446" y="521"/>
                    <a:pt x="440" y="519"/>
                  </a:cubicBezTo>
                  <a:cubicBezTo>
                    <a:pt x="440" y="355"/>
                    <a:pt x="440" y="355"/>
                    <a:pt x="440" y="355"/>
                  </a:cubicBezTo>
                  <a:cubicBezTo>
                    <a:pt x="441" y="352"/>
                    <a:pt x="442" y="350"/>
                    <a:pt x="443" y="347"/>
                  </a:cubicBezTo>
                  <a:cubicBezTo>
                    <a:pt x="443" y="347"/>
                    <a:pt x="443" y="346"/>
                    <a:pt x="443" y="346"/>
                  </a:cubicBezTo>
                  <a:cubicBezTo>
                    <a:pt x="442" y="346"/>
                    <a:pt x="441" y="346"/>
                    <a:pt x="440" y="346"/>
                  </a:cubicBezTo>
                  <a:cubicBezTo>
                    <a:pt x="440" y="304"/>
                    <a:pt x="440" y="304"/>
                    <a:pt x="440" y="304"/>
                  </a:cubicBezTo>
                  <a:cubicBezTo>
                    <a:pt x="442" y="307"/>
                    <a:pt x="445" y="309"/>
                    <a:pt x="450" y="309"/>
                  </a:cubicBezTo>
                  <a:cubicBezTo>
                    <a:pt x="453" y="310"/>
                    <a:pt x="456" y="310"/>
                    <a:pt x="460" y="312"/>
                  </a:cubicBezTo>
                  <a:close/>
                  <a:moveTo>
                    <a:pt x="399" y="16"/>
                  </a:moveTo>
                  <a:cubicBezTo>
                    <a:pt x="415" y="23"/>
                    <a:pt x="428" y="32"/>
                    <a:pt x="440" y="42"/>
                  </a:cubicBezTo>
                  <a:cubicBezTo>
                    <a:pt x="440" y="100"/>
                    <a:pt x="440" y="100"/>
                    <a:pt x="440" y="100"/>
                  </a:cubicBezTo>
                  <a:cubicBezTo>
                    <a:pt x="428" y="83"/>
                    <a:pt x="414" y="70"/>
                    <a:pt x="399" y="59"/>
                  </a:cubicBezTo>
                  <a:cubicBezTo>
                    <a:pt x="399" y="16"/>
                    <a:pt x="399" y="16"/>
                    <a:pt x="399" y="16"/>
                  </a:cubicBezTo>
                  <a:close/>
                  <a:moveTo>
                    <a:pt x="440" y="694"/>
                  </a:moveTo>
                  <a:cubicBezTo>
                    <a:pt x="399" y="694"/>
                    <a:pt x="399" y="694"/>
                    <a:pt x="399" y="694"/>
                  </a:cubicBezTo>
                  <a:cubicBezTo>
                    <a:pt x="399" y="670"/>
                    <a:pt x="399" y="670"/>
                    <a:pt x="399" y="670"/>
                  </a:cubicBezTo>
                  <a:cubicBezTo>
                    <a:pt x="408" y="670"/>
                    <a:pt x="414" y="663"/>
                    <a:pt x="414" y="654"/>
                  </a:cubicBezTo>
                  <a:cubicBezTo>
                    <a:pt x="414" y="645"/>
                    <a:pt x="408" y="638"/>
                    <a:pt x="399" y="638"/>
                  </a:cubicBezTo>
                  <a:cubicBezTo>
                    <a:pt x="399" y="620"/>
                    <a:pt x="399" y="620"/>
                    <a:pt x="399" y="620"/>
                  </a:cubicBezTo>
                  <a:cubicBezTo>
                    <a:pt x="413" y="619"/>
                    <a:pt x="427" y="619"/>
                    <a:pt x="440" y="618"/>
                  </a:cubicBezTo>
                  <a:cubicBezTo>
                    <a:pt x="440" y="694"/>
                    <a:pt x="440" y="694"/>
                    <a:pt x="440" y="694"/>
                  </a:cubicBezTo>
                  <a:close/>
                  <a:moveTo>
                    <a:pt x="440" y="138"/>
                  </a:moveTo>
                  <a:cubicBezTo>
                    <a:pt x="437" y="137"/>
                    <a:pt x="435" y="136"/>
                    <a:pt x="432" y="134"/>
                  </a:cubicBezTo>
                  <a:cubicBezTo>
                    <a:pt x="427" y="130"/>
                    <a:pt x="422" y="125"/>
                    <a:pt x="416" y="121"/>
                  </a:cubicBezTo>
                  <a:cubicBezTo>
                    <a:pt x="414" y="117"/>
                    <a:pt x="412" y="112"/>
                    <a:pt x="412" y="105"/>
                  </a:cubicBezTo>
                  <a:cubicBezTo>
                    <a:pt x="412" y="92"/>
                    <a:pt x="407" y="81"/>
                    <a:pt x="399" y="72"/>
                  </a:cubicBezTo>
                  <a:cubicBezTo>
                    <a:pt x="399" y="226"/>
                    <a:pt x="399" y="226"/>
                    <a:pt x="399" y="226"/>
                  </a:cubicBezTo>
                  <a:cubicBezTo>
                    <a:pt x="410" y="227"/>
                    <a:pt x="416" y="233"/>
                    <a:pt x="407" y="258"/>
                  </a:cubicBezTo>
                  <a:cubicBezTo>
                    <a:pt x="390" y="306"/>
                    <a:pt x="418" y="342"/>
                    <a:pt x="440" y="346"/>
                  </a:cubicBezTo>
                  <a:cubicBezTo>
                    <a:pt x="440" y="304"/>
                    <a:pt x="440" y="304"/>
                    <a:pt x="440" y="304"/>
                  </a:cubicBezTo>
                  <a:cubicBezTo>
                    <a:pt x="434" y="297"/>
                    <a:pt x="436" y="282"/>
                    <a:pt x="440" y="266"/>
                  </a:cubicBezTo>
                  <a:cubicBezTo>
                    <a:pt x="440" y="138"/>
                    <a:pt x="440" y="138"/>
                    <a:pt x="440" y="138"/>
                  </a:cubicBezTo>
                  <a:close/>
                  <a:moveTo>
                    <a:pt x="440" y="355"/>
                  </a:moveTo>
                  <a:cubicBezTo>
                    <a:pt x="440" y="519"/>
                    <a:pt x="440" y="519"/>
                    <a:pt x="440" y="519"/>
                  </a:cubicBezTo>
                  <a:cubicBezTo>
                    <a:pt x="437" y="518"/>
                    <a:pt x="434" y="517"/>
                    <a:pt x="431" y="516"/>
                  </a:cubicBezTo>
                  <a:cubicBezTo>
                    <a:pt x="415" y="510"/>
                    <a:pt x="405" y="501"/>
                    <a:pt x="399" y="490"/>
                  </a:cubicBezTo>
                  <a:cubicBezTo>
                    <a:pt x="399" y="412"/>
                    <a:pt x="399" y="412"/>
                    <a:pt x="399" y="412"/>
                  </a:cubicBezTo>
                  <a:cubicBezTo>
                    <a:pt x="416" y="397"/>
                    <a:pt x="429" y="377"/>
                    <a:pt x="440" y="355"/>
                  </a:cubicBezTo>
                  <a:close/>
                  <a:moveTo>
                    <a:pt x="296" y="1"/>
                  </a:moveTo>
                  <a:cubicBezTo>
                    <a:pt x="302" y="0"/>
                    <a:pt x="309" y="0"/>
                    <a:pt x="316" y="0"/>
                  </a:cubicBezTo>
                  <a:cubicBezTo>
                    <a:pt x="349" y="0"/>
                    <a:pt x="376" y="6"/>
                    <a:pt x="399" y="16"/>
                  </a:cubicBezTo>
                  <a:cubicBezTo>
                    <a:pt x="399" y="59"/>
                    <a:pt x="399" y="59"/>
                    <a:pt x="399" y="59"/>
                  </a:cubicBezTo>
                  <a:cubicBezTo>
                    <a:pt x="368" y="38"/>
                    <a:pt x="331" y="30"/>
                    <a:pt x="296" y="35"/>
                  </a:cubicBezTo>
                  <a:cubicBezTo>
                    <a:pt x="296" y="1"/>
                    <a:pt x="296" y="1"/>
                    <a:pt x="296" y="1"/>
                  </a:cubicBezTo>
                  <a:close/>
                  <a:moveTo>
                    <a:pt x="399" y="694"/>
                  </a:moveTo>
                  <a:cubicBezTo>
                    <a:pt x="296" y="694"/>
                    <a:pt x="296" y="694"/>
                    <a:pt x="296" y="694"/>
                  </a:cubicBezTo>
                  <a:cubicBezTo>
                    <a:pt x="296" y="666"/>
                    <a:pt x="296" y="666"/>
                    <a:pt x="296" y="666"/>
                  </a:cubicBezTo>
                  <a:cubicBezTo>
                    <a:pt x="298" y="669"/>
                    <a:pt x="303" y="672"/>
                    <a:pt x="308" y="672"/>
                  </a:cubicBezTo>
                  <a:cubicBezTo>
                    <a:pt x="316" y="672"/>
                    <a:pt x="323" y="665"/>
                    <a:pt x="323" y="656"/>
                  </a:cubicBezTo>
                  <a:cubicBezTo>
                    <a:pt x="323" y="647"/>
                    <a:pt x="316" y="639"/>
                    <a:pt x="308" y="639"/>
                  </a:cubicBezTo>
                  <a:cubicBezTo>
                    <a:pt x="303" y="639"/>
                    <a:pt x="298" y="642"/>
                    <a:pt x="296" y="646"/>
                  </a:cubicBezTo>
                  <a:cubicBezTo>
                    <a:pt x="296" y="621"/>
                    <a:pt x="296" y="621"/>
                    <a:pt x="296" y="621"/>
                  </a:cubicBezTo>
                  <a:cubicBezTo>
                    <a:pt x="330" y="622"/>
                    <a:pt x="366" y="622"/>
                    <a:pt x="399" y="620"/>
                  </a:cubicBezTo>
                  <a:cubicBezTo>
                    <a:pt x="399" y="638"/>
                    <a:pt x="399" y="638"/>
                    <a:pt x="399" y="638"/>
                  </a:cubicBezTo>
                  <a:cubicBezTo>
                    <a:pt x="390" y="638"/>
                    <a:pt x="384" y="645"/>
                    <a:pt x="384" y="654"/>
                  </a:cubicBezTo>
                  <a:cubicBezTo>
                    <a:pt x="384" y="663"/>
                    <a:pt x="390" y="670"/>
                    <a:pt x="399" y="670"/>
                  </a:cubicBezTo>
                  <a:cubicBezTo>
                    <a:pt x="399" y="694"/>
                    <a:pt x="399" y="694"/>
                    <a:pt x="399" y="694"/>
                  </a:cubicBezTo>
                  <a:close/>
                  <a:moveTo>
                    <a:pt x="399" y="72"/>
                  </a:moveTo>
                  <a:cubicBezTo>
                    <a:pt x="379" y="51"/>
                    <a:pt x="338" y="42"/>
                    <a:pt x="296" y="55"/>
                  </a:cubicBezTo>
                  <a:cubicBezTo>
                    <a:pt x="296" y="123"/>
                    <a:pt x="296" y="123"/>
                    <a:pt x="296" y="123"/>
                  </a:cubicBezTo>
                  <a:cubicBezTo>
                    <a:pt x="337" y="128"/>
                    <a:pt x="367" y="154"/>
                    <a:pt x="361" y="178"/>
                  </a:cubicBezTo>
                  <a:cubicBezTo>
                    <a:pt x="347" y="236"/>
                    <a:pt x="380" y="224"/>
                    <a:pt x="399" y="226"/>
                  </a:cubicBezTo>
                  <a:cubicBezTo>
                    <a:pt x="399" y="72"/>
                    <a:pt x="399" y="72"/>
                    <a:pt x="399" y="72"/>
                  </a:cubicBezTo>
                  <a:close/>
                  <a:moveTo>
                    <a:pt x="399" y="412"/>
                  </a:moveTo>
                  <a:cubicBezTo>
                    <a:pt x="399" y="490"/>
                    <a:pt x="399" y="490"/>
                    <a:pt x="399" y="490"/>
                  </a:cubicBezTo>
                  <a:cubicBezTo>
                    <a:pt x="392" y="478"/>
                    <a:pt x="390" y="463"/>
                    <a:pt x="391" y="446"/>
                  </a:cubicBezTo>
                  <a:cubicBezTo>
                    <a:pt x="369" y="460"/>
                    <a:pt x="344" y="469"/>
                    <a:pt x="315" y="469"/>
                  </a:cubicBezTo>
                  <a:cubicBezTo>
                    <a:pt x="309" y="469"/>
                    <a:pt x="302" y="468"/>
                    <a:pt x="296" y="467"/>
                  </a:cubicBezTo>
                  <a:cubicBezTo>
                    <a:pt x="296" y="444"/>
                    <a:pt x="296" y="444"/>
                    <a:pt x="296" y="444"/>
                  </a:cubicBezTo>
                  <a:cubicBezTo>
                    <a:pt x="302" y="445"/>
                    <a:pt x="309" y="446"/>
                    <a:pt x="315" y="446"/>
                  </a:cubicBezTo>
                  <a:cubicBezTo>
                    <a:pt x="348" y="446"/>
                    <a:pt x="376" y="433"/>
                    <a:pt x="399" y="412"/>
                  </a:cubicBezTo>
                  <a:close/>
                  <a:moveTo>
                    <a:pt x="217" y="25"/>
                  </a:moveTo>
                  <a:cubicBezTo>
                    <a:pt x="238" y="12"/>
                    <a:pt x="264" y="3"/>
                    <a:pt x="296" y="1"/>
                  </a:cubicBezTo>
                  <a:cubicBezTo>
                    <a:pt x="296" y="35"/>
                    <a:pt x="296" y="35"/>
                    <a:pt x="296" y="35"/>
                  </a:cubicBezTo>
                  <a:cubicBezTo>
                    <a:pt x="267" y="38"/>
                    <a:pt x="240" y="50"/>
                    <a:pt x="217" y="71"/>
                  </a:cubicBezTo>
                  <a:cubicBezTo>
                    <a:pt x="217" y="25"/>
                    <a:pt x="217" y="25"/>
                    <a:pt x="217" y="25"/>
                  </a:cubicBezTo>
                  <a:close/>
                  <a:moveTo>
                    <a:pt x="296" y="694"/>
                  </a:moveTo>
                  <a:cubicBezTo>
                    <a:pt x="217" y="694"/>
                    <a:pt x="217" y="694"/>
                    <a:pt x="217" y="694"/>
                  </a:cubicBezTo>
                  <a:cubicBezTo>
                    <a:pt x="217" y="670"/>
                    <a:pt x="217" y="670"/>
                    <a:pt x="217" y="670"/>
                  </a:cubicBezTo>
                  <a:cubicBezTo>
                    <a:pt x="225" y="670"/>
                    <a:pt x="232" y="663"/>
                    <a:pt x="232" y="654"/>
                  </a:cubicBezTo>
                  <a:cubicBezTo>
                    <a:pt x="232" y="645"/>
                    <a:pt x="225" y="638"/>
                    <a:pt x="217" y="638"/>
                  </a:cubicBezTo>
                  <a:cubicBezTo>
                    <a:pt x="217" y="618"/>
                    <a:pt x="217" y="618"/>
                    <a:pt x="217" y="618"/>
                  </a:cubicBezTo>
                  <a:cubicBezTo>
                    <a:pt x="242" y="620"/>
                    <a:pt x="269" y="621"/>
                    <a:pt x="296" y="621"/>
                  </a:cubicBezTo>
                  <a:cubicBezTo>
                    <a:pt x="296" y="646"/>
                    <a:pt x="296" y="646"/>
                    <a:pt x="296" y="646"/>
                  </a:cubicBezTo>
                  <a:cubicBezTo>
                    <a:pt x="294" y="648"/>
                    <a:pt x="292" y="652"/>
                    <a:pt x="292" y="656"/>
                  </a:cubicBezTo>
                  <a:cubicBezTo>
                    <a:pt x="292" y="659"/>
                    <a:pt x="294" y="663"/>
                    <a:pt x="296" y="666"/>
                  </a:cubicBezTo>
                  <a:cubicBezTo>
                    <a:pt x="296" y="694"/>
                    <a:pt x="296" y="694"/>
                    <a:pt x="296" y="694"/>
                  </a:cubicBezTo>
                  <a:close/>
                  <a:moveTo>
                    <a:pt x="296" y="55"/>
                  </a:moveTo>
                  <a:cubicBezTo>
                    <a:pt x="269" y="63"/>
                    <a:pt x="241" y="81"/>
                    <a:pt x="217" y="108"/>
                  </a:cubicBezTo>
                  <a:cubicBezTo>
                    <a:pt x="217" y="152"/>
                    <a:pt x="217" y="152"/>
                    <a:pt x="217" y="152"/>
                  </a:cubicBezTo>
                  <a:cubicBezTo>
                    <a:pt x="222" y="145"/>
                    <a:pt x="229" y="138"/>
                    <a:pt x="236" y="132"/>
                  </a:cubicBezTo>
                  <a:cubicBezTo>
                    <a:pt x="257" y="123"/>
                    <a:pt x="277" y="121"/>
                    <a:pt x="296" y="123"/>
                  </a:cubicBezTo>
                  <a:cubicBezTo>
                    <a:pt x="296" y="55"/>
                    <a:pt x="296" y="55"/>
                    <a:pt x="296" y="55"/>
                  </a:cubicBezTo>
                  <a:close/>
                  <a:moveTo>
                    <a:pt x="296" y="444"/>
                  </a:moveTo>
                  <a:cubicBezTo>
                    <a:pt x="296" y="467"/>
                    <a:pt x="296" y="467"/>
                    <a:pt x="296" y="467"/>
                  </a:cubicBezTo>
                  <a:cubicBezTo>
                    <a:pt x="275" y="464"/>
                    <a:pt x="256" y="457"/>
                    <a:pt x="240" y="446"/>
                  </a:cubicBezTo>
                  <a:cubicBezTo>
                    <a:pt x="240" y="471"/>
                    <a:pt x="236" y="493"/>
                    <a:pt x="217" y="507"/>
                  </a:cubicBezTo>
                  <a:cubicBezTo>
                    <a:pt x="217" y="397"/>
                    <a:pt x="217" y="397"/>
                    <a:pt x="217" y="397"/>
                  </a:cubicBezTo>
                  <a:cubicBezTo>
                    <a:pt x="237" y="422"/>
                    <a:pt x="264" y="439"/>
                    <a:pt x="296" y="444"/>
                  </a:cubicBezTo>
                  <a:close/>
                  <a:moveTo>
                    <a:pt x="131" y="187"/>
                  </a:moveTo>
                  <a:cubicBezTo>
                    <a:pt x="132" y="185"/>
                    <a:pt x="132" y="183"/>
                    <a:pt x="133" y="181"/>
                  </a:cubicBezTo>
                  <a:cubicBezTo>
                    <a:pt x="141" y="113"/>
                    <a:pt x="165" y="55"/>
                    <a:pt x="217" y="25"/>
                  </a:cubicBezTo>
                  <a:cubicBezTo>
                    <a:pt x="217" y="71"/>
                    <a:pt x="217" y="71"/>
                    <a:pt x="217" y="71"/>
                  </a:cubicBezTo>
                  <a:cubicBezTo>
                    <a:pt x="188" y="96"/>
                    <a:pt x="166" y="133"/>
                    <a:pt x="157" y="183"/>
                  </a:cubicBezTo>
                  <a:cubicBezTo>
                    <a:pt x="169" y="164"/>
                    <a:pt x="183" y="147"/>
                    <a:pt x="198" y="133"/>
                  </a:cubicBezTo>
                  <a:cubicBezTo>
                    <a:pt x="204" y="124"/>
                    <a:pt x="210" y="116"/>
                    <a:pt x="217" y="108"/>
                  </a:cubicBezTo>
                  <a:cubicBezTo>
                    <a:pt x="217" y="152"/>
                    <a:pt x="217" y="152"/>
                    <a:pt x="217" y="152"/>
                  </a:cubicBezTo>
                  <a:cubicBezTo>
                    <a:pt x="203" y="171"/>
                    <a:pt x="194" y="196"/>
                    <a:pt x="193" y="226"/>
                  </a:cubicBezTo>
                  <a:cubicBezTo>
                    <a:pt x="193" y="230"/>
                    <a:pt x="193" y="233"/>
                    <a:pt x="193" y="237"/>
                  </a:cubicBezTo>
                  <a:cubicBezTo>
                    <a:pt x="196" y="279"/>
                    <a:pt x="194" y="266"/>
                    <a:pt x="184" y="246"/>
                  </a:cubicBezTo>
                  <a:cubicBezTo>
                    <a:pt x="172" y="219"/>
                    <a:pt x="156" y="224"/>
                    <a:pt x="150" y="253"/>
                  </a:cubicBezTo>
                  <a:cubicBezTo>
                    <a:pt x="142" y="291"/>
                    <a:pt x="157" y="342"/>
                    <a:pt x="187" y="347"/>
                  </a:cubicBezTo>
                  <a:cubicBezTo>
                    <a:pt x="195" y="366"/>
                    <a:pt x="205" y="382"/>
                    <a:pt x="217" y="397"/>
                  </a:cubicBezTo>
                  <a:cubicBezTo>
                    <a:pt x="217" y="507"/>
                    <a:pt x="217" y="507"/>
                    <a:pt x="217" y="507"/>
                  </a:cubicBezTo>
                  <a:cubicBezTo>
                    <a:pt x="212" y="510"/>
                    <a:pt x="206" y="513"/>
                    <a:pt x="200" y="516"/>
                  </a:cubicBezTo>
                  <a:cubicBezTo>
                    <a:pt x="177" y="524"/>
                    <a:pt x="153" y="530"/>
                    <a:pt x="131" y="537"/>
                  </a:cubicBezTo>
                  <a:cubicBezTo>
                    <a:pt x="131" y="187"/>
                    <a:pt x="131" y="187"/>
                    <a:pt x="131" y="187"/>
                  </a:cubicBezTo>
                  <a:close/>
                  <a:moveTo>
                    <a:pt x="217" y="694"/>
                  </a:moveTo>
                  <a:cubicBezTo>
                    <a:pt x="131" y="694"/>
                    <a:pt x="131" y="694"/>
                    <a:pt x="131" y="694"/>
                  </a:cubicBezTo>
                  <a:cubicBezTo>
                    <a:pt x="131" y="664"/>
                    <a:pt x="131" y="664"/>
                    <a:pt x="131" y="664"/>
                  </a:cubicBezTo>
                  <a:cubicBezTo>
                    <a:pt x="140" y="664"/>
                    <a:pt x="147" y="657"/>
                    <a:pt x="147" y="648"/>
                  </a:cubicBezTo>
                  <a:cubicBezTo>
                    <a:pt x="147" y="639"/>
                    <a:pt x="140" y="631"/>
                    <a:pt x="131" y="631"/>
                  </a:cubicBezTo>
                  <a:cubicBezTo>
                    <a:pt x="131" y="609"/>
                    <a:pt x="131" y="609"/>
                    <a:pt x="131" y="609"/>
                  </a:cubicBezTo>
                  <a:cubicBezTo>
                    <a:pt x="156" y="613"/>
                    <a:pt x="185" y="616"/>
                    <a:pt x="217" y="618"/>
                  </a:cubicBezTo>
                  <a:cubicBezTo>
                    <a:pt x="217" y="638"/>
                    <a:pt x="217" y="638"/>
                    <a:pt x="217" y="638"/>
                  </a:cubicBezTo>
                  <a:cubicBezTo>
                    <a:pt x="208" y="638"/>
                    <a:pt x="201" y="645"/>
                    <a:pt x="201" y="654"/>
                  </a:cubicBezTo>
                  <a:cubicBezTo>
                    <a:pt x="201" y="663"/>
                    <a:pt x="208" y="670"/>
                    <a:pt x="217" y="670"/>
                  </a:cubicBezTo>
                  <a:lnTo>
                    <a:pt x="217" y="694"/>
                  </a:lnTo>
                  <a:close/>
                  <a:moveTo>
                    <a:pt x="56" y="488"/>
                  </a:moveTo>
                  <a:cubicBezTo>
                    <a:pt x="71" y="480"/>
                    <a:pt x="82" y="472"/>
                    <a:pt x="74" y="454"/>
                  </a:cubicBezTo>
                  <a:cubicBezTo>
                    <a:pt x="24" y="345"/>
                    <a:pt x="144" y="366"/>
                    <a:pt x="111" y="314"/>
                  </a:cubicBezTo>
                  <a:cubicBezTo>
                    <a:pt x="75" y="258"/>
                    <a:pt x="122" y="230"/>
                    <a:pt x="131" y="187"/>
                  </a:cubicBezTo>
                  <a:cubicBezTo>
                    <a:pt x="131" y="537"/>
                    <a:pt x="131" y="537"/>
                    <a:pt x="131" y="537"/>
                  </a:cubicBezTo>
                  <a:cubicBezTo>
                    <a:pt x="101" y="546"/>
                    <a:pt x="74" y="556"/>
                    <a:pt x="56" y="574"/>
                  </a:cubicBezTo>
                  <a:cubicBezTo>
                    <a:pt x="56" y="488"/>
                    <a:pt x="56" y="488"/>
                    <a:pt x="56" y="488"/>
                  </a:cubicBezTo>
                  <a:close/>
                  <a:moveTo>
                    <a:pt x="131" y="694"/>
                  </a:moveTo>
                  <a:cubicBezTo>
                    <a:pt x="56" y="694"/>
                    <a:pt x="56" y="694"/>
                    <a:pt x="56" y="694"/>
                  </a:cubicBezTo>
                  <a:cubicBezTo>
                    <a:pt x="56" y="645"/>
                    <a:pt x="56" y="645"/>
                    <a:pt x="56" y="645"/>
                  </a:cubicBezTo>
                  <a:cubicBezTo>
                    <a:pt x="65" y="645"/>
                    <a:pt x="72" y="638"/>
                    <a:pt x="72" y="629"/>
                  </a:cubicBezTo>
                  <a:cubicBezTo>
                    <a:pt x="72" y="620"/>
                    <a:pt x="65" y="613"/>
                    <a:pt x="56" y="613"/>
                  </a:cubicBezTo>
                  <a:cubicBezTo>
                    <a:pt x="56" y="583"/>
                    <a:pt x="56" y="583"/>
                    <a:pt x="56" y="583"/>
                  </a:cubicBezTo>
                  <a:cubicBezTo>
                    <a:pt x="63" y="594"/>
                    <a:pt x="91" y="603"/>
                    <a:pt x="131" y="609"/>
                  </a:cubicBezTo>
                  <a:cubicBezTo>
                    <a:pt x="131" y="631"/>
                    <a:pt x="131" y="631"/>
                    <a:pt x="131" y="631"/>
                  </a:cubicBezTo>
                  <a:cubicBezTo>
                    <a:pt x="131" y="631"/>
                    <a:pt x="131" y="631"/>
                    <a:pt x="131" y="631"/>
                  </a:cubicBezTo>
                  <a:cubicBezTo>
                    <a:pt x="123" y="631"/>
                    <a:pt x="116" y="639"/>
                    <a:pt x="116" y="648"/>
                  </a:cubicBezTo>
                  <a:cubicBezTo>
                    <a:pt x="116" y="657"/>
                    <a:pt x="123" y="664"/>
                    <a:pt x="131" y="664"/>
                  </a:cubicBezTo>
                  <a:cubicBezTo>
                    <a:pt x="131" y="664"/>
                    <a:pt x="131" y="664"/>
                    <a:pt x="131" y="664"/>
                  </a:cubicBezTo>
                  <a:lnTo>
                    <a:pt x="131" y="694"/>
                  </a:lnTo>
                  <a:close/>
                  <a:moveTo>
                    <a:pt x="22" y="694"/>
                  </a:moveTo>
                  <a:cubicBezTo>
                    <a:pt x="10" y="673"/>
                    <a:pt x="2" y="652"/>
                    <a:pt x="1" y="631"/>
                  </a:cubicBezTo>
                  <a:cubicBezTo>
                    <a:pt x="0" y="602"/>
                    <a:pt x="10" y="581"/>
                    <a:pt x="26" y="565"/>
                  </a:cubicBezTo>
                  <a:cubicBezTo>
                    <a:pt x="1" y="513"/>
                    <a:pt x="33" y="501"/>
                    <a:pt x="56" y="488"/>
                  </a:cubicBezTo>
                  <a:cubicBezTo>
                    <a:pt x="56" y="574"/>
                    <a:pt x="56" y="574"/>
                    <a:pt x="56" y="574"/>
                  </a:cubicBezTo>
                  <a:cubicBezTo>
                    <a:pt x="55" y="576"/>
                    <a:pt x="55" y="576"/>
                    <a:pt x="55" y="576"/>
                  </a:cubicBezTo>
                  <a:cubicBezTo>
                    <a:pt x="54" y="578"/>
                    <a:pt x="55" y="581"/>
                    <a:pt x="56" y="583"/>
                  </a:cubicBezTo>
                  <a:cubicBezTo>
                    <a:pt x="56" y="613"/>
                    <a:pt x="56" y="613"/>
                    <a:pt x="56" y="613"/>
                  </a:cubicBezTo>
                  <a:cubicBezTo>
                    <a:pt x="48" y="613"/>
                    <a:pt x="41" y="620"/>
                    <a:pt x="41" y="629"/>
                  </a:cubicBezTo>
                  <a:cubicBezTo>
                    <a:pt x="41" y="638"/>
                    <a:pt x="48" y="645"/>
                    <a:pt x="56" y="645"/>
                  </a:cubicBezTo>
                  <a:cubicBezTo>
                    <a:pt x="56" y="694"/>
                    <a:pt x="56" y="694"/>
                    <a:pt x="56" y="694"/>
                  </a:cubicBezTo>
                  <a:lnTo>
                    <a:pt x="22" y="694"/>
                  </a:ln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6"/>
            <p:cNvSpPr>
              <a:spLocks noEditPoints="1"/>
            </p:cNvSpPr>
            <p:nvPr/>
          </p:nvSpPr>
          <p:spPr bwMode="auto">
            <a:xfrm>
              <a:off x="9442450" y="898526"/>
              <a:ext cx="506413" cy="149225"/>
            </a:xfrm>
            <a:custGeom>
              <a:avLst/>
              <a:gdLst>
                <a:gd name="T0" fmla="*/ 199 w 271"/>
                <a:gd name="T1" fmla="*/ 8 h 79"/>
                <a:gd name="T2" fmla="*/ 265 w 271"/>
                <a:gd name="T3" fmla="*/ 7 h 79"/>
                <a:gd name="T4" fmla="*/ 233 w 271"/>
                <a:gd name="T5" fmla="*/ 66 h 79"/>
                <a:gd name="T6" fmla="*/ 199 w 271"/>
                <a:gd name="T7" fmla="*/ 78 h 79"/>
                <a:gd name="T8" fmla="*/ 199 w 271"/>
                <a:gd name="T9" fmla="*/ 69 h 79"/>
                <a:gd name="T10" fmla="*/ 219 w 271"/>
                <a:gd name="T11" fmla="*/ 62 h 79"/>
                <a:gd name="T12" fmla="*/ 237 w 271"/>
                <a:gd name="T13" fmla="*/ 22 h 79"/>
                <a:gd name="T14" fmla="*/ 199 w 271"/>
                <a:gd name="T15" fmla="*/ 20 h 79"/>
                <a:gd name="T16" fmla="*/ 199 w 271"/>
                <a:gd name="T17" fmla="*/ 8 h 79"/>
                <a:gd name="T18" fmla="*/ 71 w 271"/>
                <a:gd name="T19" fmla="*/ 8 h 79"/>
                <a:gd name="T20" fmla="*/ 74 w 271"/>
                <a:gd name="T21" fmla="*/ 9 h 79"/>
                <a:gd name="T22" fmla="*/ 116 w 271"/>
                <a:gd name="T23" fmla="*/ 23 h 79"/>
                <a:gd name="T24" fmla="*/ 152 w 271"/>
                <a:gd name="T25" fmla="*/ 23 h 79"/>
                <a:gd name="T26" fmla="*/ 197 w 271"/>
                <a:gd name="T27" fmla="*/ 9 h 79"/>
                <a:gd name="T28" fmla="*/ 199 w 271"/>
                <a:gd name="T29" fmla="*/ 8 h 79"/>
                <a:gd name="T30" fmla="*/ 199 w 271"/>
                <a:gd name="T31" fmla="*/ 20 h 79"/>
                <a:gd name="T32" fmla="*/ 182 w 271"/>
                <a:gd name="T33" fmla="*/ 23 h 79"/>
                <a:gd name="T34" fmla="*/ 165 w 271"/>
                <a:gd name="T35" fmla="*/ 54 h 79"/>
                <a:gd name="T36" fmla="*/ 199 w 271"/>
                <a:gd name="T37" fmla="*/ 69 h 79"/>
                <a:gd name="T38" fmla="*/ 199 w 271"/>
                <a:gd name="T39" fmla="*/ 78 h 79"/>
                <a:gd name="T40" fmla="*/ 167 w 271"/>
                <a:gd name="T41" fmla="*/ 71 h 79"/>
                <a:gd name="T42" fmla="*/ 145 w 271"/>
                <a:gd name="T43" fmla="*/ 45 h 79"/>
                <a:gd name="T44" fmla="*/ 126 w 271"/>
                <a:gd name="T45" fmla="*/ 45 h 79"/>
                <a:gd name="T46" fmla="*/ 104 w 271"/>
                <a:gd name="T47" fmla="*/ 71 h 79"/>
                <a:gd name="T48" fmla="*/ 71 w 271"/>
                <a:gd name="T49" fmla="*/ 78 h 79"/>
                <a:gd name="T50" fmla="*/ 71 w 271"/>
                <a:gd name="T51" fmla="*/ 69 h 79"/>
                <a:gd name="T52" fmla="*/ 105 w 271"/>
                <a:gd name="T53" fmla="*/ 54 h 79"/>
                <a:gd name="T54" fmla="*/ 88 w 271"/>
                <a:gd name="T55" fmla="*/ 23 h 79"/>
                <a:gd name="T56" fmla="*/ 71 w 271"/>
                <a:gd name="T57" fmla="*/ 20 h 79"/>
                <a:gd name="T58" fmla="*/ 71 w 271"/>
                <a:gd name="T59" fmla="*/ 8 h 79"/>
                <a:gd name="T60" fmla="*/ 5 w 271"/>
                <a:gd name="T61" fmla="*/ 7 h 79"/>
                <a:gd name="T62" fmla="*/ 71 w 271"/>
                <a:gd name="T63" fmla="*/ 8 h 79"/>
                <a:gd name="T64" fmla="*/ 71 w 271"/>
                <a:gd name="T65" fmla="*/ 20 h 79"/>
                <a:gd name="T66" fmla="*/ 34 w 271"/>
                <a:gd name="T67" fmla="*/ 22 h 79"/>
                <a:gd name="T68" fmla="*/ 51 w 271"/>
                <a:gd name="T69" fmla="*/ 62 h 79"/>
                <a:gd name="T70" fmla="*/ 71 w 271"/>
                <a:gd name="T71" fmla="*/ 69 h 79"/>
                <a:gd name="T72" fmla="*/ 71 w 271"/>
                <a:gd name="T73" fmla="*/ 78 h 79"/>
                <a:gd name="T74" fmla="*/ 38 w 271"/>
                <a:gd name="T75" fmla="*/ 66 h 79"/>
                <a:gd name="T76" fmla="*/ 5 w 271"/>
                <a:gd name="T77" fmla="*/ 7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71" h="79">
                  <a:moveTo>
                    <a:pt x="199" y="8"/>
                  </a:moveTo>
                  <a:cubicBezTo>
                    <a:pt x="221" y="3"/>
                    <a:pt x="253" y="0"/>
                    <a:pt x="265" y="7"/>
                  </a:cubicBezTo>
                  <a:cubicBezTo>
                    <a:pt x="271" y="11"/>
                    <a:pt x="261" y="46"/>
                    <a:pt x="233" y="66"/>
                  </a:cubicBezTo>
                  <a:cubicBezTo>
                    <a:pt x="222" y="74"/>
                    <a:pt x="211" y="78"/>
                    <a:pt x="199" y="78"/>
                  </a:cubicBezTo>
                  <a:cubicBezTo>
                    <a:pt x="199" y="69"/>
                    <a:pt x="199" y="69"/>
                    <a:pt x="199" y="69"/>
                  </a:cubicBezTo>
                  <a:cubicBezTo>
                    <a:pt x="206" y="68"/>
                    <a:pt x="213" y="66"/>
                    <a:pt x="219" y="62"/>
                  </a:cubicBezTo>
                  <a:cubicBezTo>
                    <a:pt x="239" y="50"/>
                    <a:pt x="243" y="26"/>
                    <a:pt x="237" y="22"/>
                  </a:cubicBezTo>
                  <a:cubicBezTo>
                    <a:pt x="232" y="18"/>
                    <a:pt x="216" y="17"/>
                    <a:pt x="199" y="20"/>
                  </a:cubicBezTo>
                  <a:lnTo>
                    <a:pt x="199" y="8"/>
                  </a:lnTo>
                  <a:close/>
                  <a:moveTo>
                    <a:pt x="71" y="8"/>
                  </a:moveTo>
                  <a:cubicBezTo>
                    <a:pt x="74" y="9"/>
                    <a:pt x="74" y="9"/>
                    <a:pt x="74" y="9"/>
                  </a:cubicBezTo>
                  <a:cubicBezTo>
                    <a:pt x="89" y="12"/>
                    <a:pt x="102" y="19"/>
                    <a:pt x="116" y="23"/>
                  </a:cubicBezTo>
                  <a:cubicBezTo>
                    <a:pt x="128" y="26"/>
                    <a:pt x="140" y="26"/>
                    <a:pt x="152" y="23"/>
                  </a:cubicBezTo>
                  <a:cubicBezTo>
                    <a:pt x="166" y="20"/>
                    <a:pt x="181" y="13"/>
                    <a:pt x="197" y="9"/>
                  </a:cubicBezTo>
                  <a:cubicBezTo>
                    <a:pt x="199" y="8"/>
                    <a:pt x="199" y="8"/>
                    <a:pt x="199" y="8"/>
                  </a:cubicBezTo>
                  <a:cubicBezTo>
                    <a:pt x="199" y="20"/>
                    <a:pt x="199" y="20"/>
                    <a:pt x="199" y="20"/>
                  </a:cubicBezTo>
                  <a:cubicBezTo>
                    <a:pt x="194" y="20"/>
                    <a:pt x="188" y="22"/>
                    <a:pt x="182" y="23"/>
                  </a:cubicBezTo>
                  <a:cubicBezTo>
                    <a:pt x="160" y="30"/>
                    <a:pt x="153" y="41"/>
                    <a:pt x="165" y="54"/>
                  </a:cubicBezTo>
                  <a:cubicBezTo>
                    <a:pt x="173" y="63"/>
                    <a:pt x="186" y="69"/>
                    <a:pt x="199" y="69"/>
                  </a:cubicBezTo>
                  <a:cubicBezTo>
                    <a:pt x="199" y="78"/>
                    <a:pt x="199" y="78"/>
                    <a:pt x="199" y="78"/>
                  </a:cubicBezTo>
                  <a:cubicBezTo>
                    <a:pt x="188" y="79"/>
                    <a:pt x="176" y="76"/>
                    <a:pt x="167" y="71"/>
                  </a:cubicBezTo>
                  <a:cubicBezTo>
                    <a:pt x="156" y="64"/>
                    <a:pt x="150" y="52"/>
                    <a:pt x="145" y="45"/>
                  </a:cubicBezTo>
                  <a:cubicBezTo>
                    <a:pt x="139" y="37"/>
                    <a:pt x="132" y="37"/>
                    <a:pt x="126" y="45"/>
                  </a:cubicBezTo>
                  <a:cubicBezTo>
                    <a:pt x="120" y="52"/>
                    <a:pt x="114" y="64"/>
                    <a:pt x="104" y="71"/>
                  </a:cubicBezTo>
                  <a:cubicBezTo>
                    <a:pt x="94" y="76"/>
                    <a:pt x="83" y="79"/>
                    <a:pt x="71" y="78"/>
                  </a:cubicBezTo>
                  <a:cubicBezTo>
                    <a:pt x="71" y="69"/>
                    <a:pt x="71" y="69"/>
                    <a:pt x="71" y="69"/>
                  </a:cubicBezTo>
                  <a:cubicBezTo>
                    <a:pt x="85" y="69"/>
                    <a:pt x="98" y="63"/>
                    <a:pt x="105" y="54"/>
                  </a:cubicBezTo>
                  <a:cubicBezTo>
                    <a:pt x="117" y="41"/>
                    <a:pt x="111" y="30"/>
                    <a:pt x="88" y="23"/>
                  </a:cubicBezTo>
                  <a:cubicBezTo>
                    <a:pt x="83" y="22"/>
                    <a:pt x="77" y="20"/>
                    <a:pt x="71" y="20"/>
                  </a:cubicBezTo>
                  <a:lnTo>
                    <a:pt x="71" y="8"/>
                  </a:lnTo>
                  <a:close/>
                  <a:moveTo>
                    <a:pt x="5" y="7"/>
                  </a:moveTo>
                  <a:cubicBezTo>
                    <a:pt x="17" y="0"/>
                    <a:pt x="49" y="3"/>
                    <a:pt x="71" y="8"/>
                  </a:cubicBezTo>
                  <a:cubicBezTo>
                    <a:pt x="71" y="20"/>
                    <a:pt x="71" y="20"/>
                    <a:pt x="71" y="20"/>
                  </a:cubicBezTo>
                  <a:cubicBezTo>
                    <a:pt x="54" y="17"/>
                    <a:pt x="39" y="18"/>
                    <a:pt x="34" y="22"/>
                  </a:cubicBezTo>
                  <a:cubicBezTo>
                    <a:pt x="27" y="26"/>
                    <a:pt x="32" y="50"/>
                    <a:pt x="51" y="62"/>
                  </a:cubicBezTo>
                  <a:cubicBezTo>
                    <a:pt x="58" y="66"/>
                    <a:pt x="65" y="68"/>
                    <a:pt x="71" y="69"/>
                  </a:cubicBezTo>
                  <a:cubicBezTo>
                    <a:pt x="71" y="78"/>
                    <a:pt x="71" y="78"/>
                    <a:pt x="71" y="78"/>
                  </a:cubicBezTo>
                  <a:cubicBezTo>
                    <a:pt x="60" y="78"/>
                    <a:pt x="48" y="74"/>
                    <a:pt x="38" y="66"/>
                  </a:cubicBezTo>
                  <a:cubicBezTo>
                    <a:pt x="9" y="46"/>
                    <a:pt x="0" y="11"/>
                    <a:pt x="5" y="7"/>
                  </a:cubicBez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96" name="文本框 95"/>
          <p:cNvSpPr txBox="1"/>
          <p:nvPr/>
        </p:nvSpPr>
        <p:spPr>
          <a:xfrm>
            <a:off x="3175264" y="5956526"/>
            <a:ext cx="1836000"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p:txBody>
      </p:sp>
      <p:sp>
        <p:nvSpPr>
          <p:cNvPr id="97" name="文本框 96"/>
          <p:cNvSpPr txBox="1"/>
          <p:nvPr/>
        </p:nvSpPr>
        <p:spPr>
          <a:xfrm>
            <a:off x="4586486" y="5956526"/>
            <a:ext cx="1836000"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p:txBody>
      </p:sp>
      <p:sp>
        <p:nvSpPr>
          <p:cNvPr id="98" name="文本框 97"/>
          <p:cNvSpPr txBox="1"/>
          <p:nvPr/>
        </p:nvSpPr>
        <p:spPr>
          <a:xfrm>
            <a:off x="5997708" y="5956526"/>
            <a:ext cx="1836000"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p:txBody>
      </p:sp>
      <p:sp>
        <p:nvSpPr>
          <p:cNvPr id="99" name="文本框 98"/>
          <p:cNvSpPr txBox="1"/>
          <p:nvPr/>
        </p:nvSpPr>
        <p:spPr>
          <a:xfrm>
            <a:off x="7408930" y="5956526"/>
            <a:ext cx="1836000"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p:txBody>
      </p:sp>
      <p:sp>
        <p:nvSpPr>
          <p:cNvPr id="100" name="文本框 99"/>
          <p:cNvSpPr txBox="1"/>
          <p:nvPr/>
        </p:nvSpPr>
        <p:spPr>
          <a:xfrm>
            <a:off x="6300328" y="1608218"/>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101" name="文本框 100"/>
          <p:cNvSpPr txBox="1"/>
          <p:nvPr/>
        </p:nvSpPr>
        <p:spPr>
          <a:xfrm>
            <a:off x="9397005" y="2721975"/>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102" name="文本框 101"/>
          <p:cNvSpPr txBox="1"/>
          <p:nvPr/>
        </p:nvSpPr>
        <p:spPr>
          <a:xfrm>
            <a:off x="-43367" y="2721975"/>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03" name="文本框 102"/>
          <p:cNvSpPr txBox="1"/>
          <p:nvPr/>
        </p:nvSpPr>
        <p:spPr>
          <a:xfrm>
            <a:off x="3052994" y="1608218"/>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04" name="文本框 103"/>
          <p:cNvSpPr txBox="1"/>
          <p:nvPr/>
        </p:nvSpPr>
        <p:spPr>
          <a:xfrm>
            <a:off x="4787588" y="2605219"/>
            <a:ext cx="824265" cy="1138773"/>
          </a:xfrm>
          <a:prstGeom prst="rect">
            <a:avLst/>
          </a:prstGeom>
          <a:noFill/>
        </p:spPr>
        <p:txBody>
          <a:bodyPr wrap="none" rtlCol="0">
            <a:spAutoFit/>
          </a:bodyPr>
          <a:lstStyle/>
          <a:p>
            <a:pPr algn="ctr"/>
            <a:r>
              <a:rPr lang="en-US" altLang="zh-CN" sz="2000" dirty="0">
                <a:solidFill>
                  <a:schemeClr val="bg1"/>
                </a:solidFill>
                <a:latin typeface="Agency FB" panose="020B0503020202020204" pitchFamily="34" charset="0"/>
              </a:rPr>
              <a:t>OPTION</a:t>
            </a:r>
          </a:p>
          <a:p>
            <a:pPr algn="ctr"/>
            <a:r>
              <a:rPr lang="en-US" altLang="zh-CN" sz="4800" dirty="0">
                <a:solidFill>
                  <a:schemeClr val="bg1"/>
                </a:solidFill>
                <a:latin typeface="Impact" panose="020B0806030902050204" pitchFamily="34" charset="0"/>
              </a:rPr>
              <a:t>02</a:t>
            </a:r>
            <a:endParaRPr lang="zh-CN" altLang="en-US" sz="4800" dirty="0">
              <a:solidFill>
                <a:schemeClr val="bg1"/>
              </a:solidFill>
              <a:latin typeface="Impact" panose="020B0806030902050204" pitchFamily="34" charset="0"/>
            </a:endParaRPr>
          </a:p>
        </p:txBody>
      </p:sp>
      <p:sp>
        <p:nvSpPr>
          <p:cNvPr id="105" name="文本框 104"/>
          <p:cNvSpPr txBox="1"/>
          <p:nvPr/>
        </p:nvSpPr>
        <p:spPr>
          <a:xfrm>
            <a:off x="3046658" y="2622771"/>
            <a:ext cx="769762" cy="1138773"/>
          </a:xfrm>
          <a:prstGeom prst="rect">
            <a:avLst/>
          </a:prstGeom>
          <a:noFill/>
        </p:spPr>
        <p:txBody>
          <a:bodyPr wrap="none" rtlCol="0">
            <a:spAutoFit/>
          </a:bodyPr>
          <a:lstStyle/>
          <a:p>
            <a:pPr algn="ctr"/>
            <a:r>
              <a:rPr lang="en-US" altLang="zh-CN" sz="2000" dirty="0">
                <a:solidFill>
                  <a:schemeClr val="bg1"/>
                </a:solidFill>
                <a:latin typeface="Agency FB" panose="020B0503020202020204" pitchFamily="34" charset="0"/>
              </a:rPr>
              <a:t>OPTION</a:t>
            </a:r>
          </a:p>
          <a:p>
            <a:pPr algn="ctr"/>
            <a:r>
              <a:rPr lang="en-US" altLang="zh-CN" sz="4800" dirty="0">
                <a:solidFill>
                  <a:schemeClr val="bg1"/>
                </a:solidFill>
                <a:latin typeface="Impact" panose="020B0806030902050204" pitchFamily="34" charset="0"/>
              </a:rPr>
              <a:t>01</a:t>
            </a:r>
            <a:endParaRPr lang="zh-CN" altLang="en-US" sz="4800" dirty="0">
              <a:solidFill>
                <a:schemeClr val="bg1"/>
              </a:solidFill>
              <a:latin typeface="Impact" panose="020B0806030902050204" pitchFamily="34" charset="0"/>
            </a:endParaRPr>
          </a:p>
        </p:txBody>
      </p:sp>
      <p:sp>
        <p:nvSpPr>
          <p:cNvPr id="106" name="文本框 105"/>
          <p:cNvSpPr txBox="1"/>
          <p:nvPr/>
        </p:nvSpPr>
        <p:spPr>
          <a:xfrm>
            <a:off x="6612537" y="2545803"/>
            <a:ext cx="841897" cy="1138773"/>
          </a:xfrm>
          <a:prstGeom prst="rect">
            <a:avLst/>
          </a:prstGeom>
          <a:noFill/>
        </p:spPr>
        <p:txBody>
          <a:bodyPr wrap="none" rtlCol="0">
            <a:spAutoFit/>
          </a:bodyPr>
          <a:lstStyle/>
          <a:p>
            <a:pPr algn="ctr"/>
            <a:r>
              <a:rPr lang="en-US" altLang="zh-CN" sz="2000" dirty="0">
                <a:solidFill>
                  <a:schemeClr val="bg1"/>
                </a:solidFill>
                <a:latin typeface="Agency FB" panose="020B0503020202020204" pitchFamily="34" charset="0"/>
              </a:rPr>
              <a:t>OPTION</a:t>
            </a:r>
          </a:p>
          <a:p>
            <a:pPr algn="ctr"/>
            <a:r>
              <a:rPr lang="en-US" altLang="zh-CN" sz="4800" dirty="0">
                <a:solidFill>
                  <a:schemeClr val="bg1"/>
                </a:solidFill>
                <a:latin typeface="Impact" panose="020B0806030902050204" pitchFamily="34" charset="0"/>
              </a:rPr>
              <a:t>03</a:t>
            </a:r>
            <a:endParaRPr lang="zh-CN" altLang="en-US" sz="4800" dirty="0">
              <a:solidFill>
                <a:schemeClr val="bg1"/>
              </a:solidFill>
              <a:latin typeface="Impact" panose="020B0806030902050204" pitchFamily="34" charset="0"/>
            </a:endParaRPr>
          </a:p>
        </p:txBody>
      </p:sp>
      <p:sp>
        <p:nvSpPr>
          <p:cNvPr id="107" name="文本框 106"/>
          <p:cNvSpPr txBox="1"/>
          <p:nvPr/>
        </p:nvSpPr>
        <p:spPr>
          <a:xfrm>
            <a:off x="8356793" y="2545803"/>
            <a:ext cx="822661" cy="1138773"/>
          </a:xfrm>
          <a:prstGeom prst="rect">
            <a:avLst/>
          </a:prstGeom>
          <a:noFill/>
        </p:spPr>
        <p:txBody>
          <a:bodyPr wrap="none" rtlCol="0">
            <a:spAutoFit/>
          </a:bodyPr>
          <a:lstStyle/>
          <a:p>
            <a:pPr algn="ctr"/>
            <a:r>
              <a:rPr lang="en-US" altLang="zh-CN" sz="2000" dirty="0">
                <a:solidFill>
                  <a:schemeClr val="bg1"/>
                </a:solidFill>
                <a:latin typeface="Agency FB" panose="020B0503020202020204" pitchFamily="34" charset="0"/>
              </a:rPr>
              <a:t>OPTION</a:t>
            </a:r>
          </a:p>
          <a:p>
            <a:pPr algn="ctr"/>
            <a:r>
              <a:rPr lang="en-US" altLang="zh-CN" sz="4800" dirty="0">
                <a:solidFill>
                  <a:schemeClr val="bg1"/>
                </a:solidFill>
                <a:latin typeface="Impact" panose="020B0806030902050204" pitchFamily="34" charset="0"/>
              </a:rPr>
              <a:t>04</a:t>
            </a:r>
            <a:endParaRPr lang="zh-CN" altLang="en-US" sz="4800" dirty="0">
              <a:solidFill>
                <a:schemeClr val="bg1"/>
              </a:solidFill>
              <a:latin typeface="Impact" panose="020B0806030902050204" pitchFamily="34" charset="0"/>
            </a:endParaRPr>
          </a:p>
        </p:txBody>
      </p:sp>
      <p:sp>
        <p:nvSpPr>
          <p:cNvPr id="33"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405923550"/>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2" name="直接连接符 41"/>
          <p:cNvCxnSpPr/>
          <p:nvPr/>
        </p:nvCxnSpPr>
        <p:spPr>
          <a:xfrm>
            <a:off x="5828907" y="3477131"/>
            <a:ext cx="961868" cy="0"/>
          </a:xfrm>
          <a:prstGeom prst="line">
            <a:avLst/>
          </a:prstGeom>
          <a:noFill/>
          <a:ln w="7938" cap="flat">
            <a:solidFill>
              <a:srgbClr val="BBBDBF"/>
            </a:solidFill>
            <a:prstDash val="solid"/>
            <a:miter lim="800000"/>
            <a:headEnd/>
            <a:tailEnd/>
          </a:ln>
          <a:extLst>
            <a:ext uri="{909E8E84-426E-40DD-AFC4-6F175D3DCCD1}">
              <a14:hiddenFill xmlns:a14="http://schemas.microsoft.com/office/drawing/2010/main">
                <a:solidFill>
                  <a:srgbClr val="FFFFFF"/>
                </a:solidFill>
              </a14:hiddenFill>
            </a:ext>
          </a:extLst>
        </p:spPr>
      </p:cxnSp>
      <p:sp>
        <p:nvSpPr>
          <p:cNvPr id="6" name="Freeform 5"/>
          <p:cNvSpPr>
            <a:spLocks/>
          </p:cNvSpPr>
          <p:nvPr/>
        </p:nvSpPr>
        <p:spPr bwMode="auto">
          <a:xfrm>
            <a:off x="5641686" y="3835189"/>
            <a:ext cx="1181806" cy="1325042"/>
          </a:xfrm>
          <a:custGeom>
            <a:avLst/>
            <a:gdLst>
              <a:gd name="T0" fmla="*/ 0 w 638"/>
              <a:gd name="T1" fmla="*/ 0 h 1342"/>
              <a:gd name="T2" fmla="*/ 0 w 638"/>
              <a:gd name="T3" fmla="*/ 386 h 1342"/>
              <a:gd name="T4" fmla="*/ 638 w 638"/>
              <a:gd name="T5" fmla="*/ 1342 h 1342"/>
            </a:gdLst>
            <a:ahLst/>
            <a:cxnLst>
              <a:cxn ang="0">
                <a:pos x="T0" y="T1"/>
              </a:cxn>
              <a:cxn ang="0">
                <a:pos x="T2" y="T3"/>
              </a:cxn>
              <a:cxn ang="0">
                <a:pos x="T4" y="T5"/>
              </a:cxn>
            </a:cxnLst>
            <a:rect l="0" t="0" r="r" b="b"/>
            <a:pathLst>
              <a:path w="638" h="1342">
                <a:moveTo>
                  <a:pt x="0" y="0"/>
                </a:moveTo>
                <a:lnTo>
                  <a:pt x="0" y="386"/>
                </a:lnTo>
                <a:lnTo>
                  <a:pt x="638" y="1342"/>
                </a:lnTo>
              </a:path>
            </a:pathLst>
          </a:custGeom>
          <a:noFill/>
          <a:ln w="7938" cap="flat">
            <a:solidFill>
              <a:srgbClr val="BBBDB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6"/>
          <p:cNvSpPr>
            <a:spLocks/>
          </p:cNvSpPr>
          <p:nvPr/>
        </p:nvSpPr>
        <p:spPr bwMode="auto">
          <a:xfrm>
            <a:off x="6752894" y="5085361"/>
            <a:ext cx="141196" cy="138901"/>
          </a:xfrm>
          <a:custGeom>
            <a:avLst/>
            <a:gdLst>
              <a:gd name="T0" fmla="*/ 9 w 52"/>
              <a:gd name="T1" fmla="*/ 42 h 51"/>
              <a:gd name="T2" fmla="*/ 9 w 52"/>
              <a:gd name="T3" fmla="*/ 9 h 51"/>
              <a:gd name="T4" fmla="*/ 42 w 52"/>
              <a:gd name="T5" fmla="*/ 9 h 51"/>
              <a:gd name="T6" fmla="*/ 42 w 52"/>
              <a:gd name="T7" fmla="*/ 42 h 51"/>
              <a:gd name="T8" fmla="*/ 9 w 52"/>
              <a:gd name="T9" fmla="*/ 42 h 51"/>
            </a:gdLst>
            <a:ahLst/>
            <a:cxnLst>
              <a:cxn ang="0">
                <a:pos x="T0" y="T1"/>
              </a:cxn>
              <a:cxn ang="0">
                <a:pos x="T2" y="T3"/>
              </a:cxn>
              <a:cxn ang="0">
                <a:pos x="T4" y="T5"/>
              </a:cxn>
              <a:cxn ang="0">
                <a:pos x="T6" y="T7"/>
              </a:cxn>
              <a:cxn ang="0">
                <a:pos x="T8" y="T9"/>
              </a:cxn>
            </a:cxnLst>
            <a:rect l="0" t="0" r="r" b="b"/>
            <a:pathLst>
              <a:path w="52" h="51">
                <a:moveTo>
                  <a:pt x="9" y="42"/>
                </a:moveTo>
                <a:cubicBezTo>
                  <a:pt x="0" y="33"/>
                  <a:pt x="0" y="18"/>
                  <a:pt x="9" y="9"/>
                </a:cubicBezTo>
                <a:cubicBezTo>
                  <a:pt x="18" y="0"/>
                  <a:pt x="34" y="0"/>
                  <a:pt x="42" y="9"/>
                </a:cubicBezTo>
                <a:cubicBezTo>
                  <a:pt x="52" y="18"/>
                  <a:pt x="52" y="33"/>
                  <a:pt x="42" y="42"/>
                </a:cubicBezTo>
                <a:cubicBezTo>
                  <a:pt x="34" y="51"/>
                  <a:pt x="18" y="51"/>
                  <a:pt x="9" y="42"/>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8"/>
          <p:cNvSpPr>
            <a:spLocks/>
          </p:cNvSpPr>
          <p:nvPr/>
        </p:nvSpPr>
        <p:spPr bwMode="auto">
          <a:xfrm>
            <a:off x="6752325" y="3412331"/>
            <a:ext cx="129600" cy="129600"/>
          </a:xfrm>
          <a:custGeom>
            <a:avLst/>
            <a:gdLst>
              <a:gd name="T0" fmla="*/ 43 w 52"/>
              <a:gd name="T1" fmla="*/ 10 h 53"/>
              <a:gd name="T2" fmla="*/ 9 w 52"/>
              <a:gd name="T3" fmla="*/ 10 h 53"/>
              <a:gd name="T4" fmla="*/ 9 w 52"/>
              <a:gd name="T5" fmla="*/ 43 h 53"/>
              <a:gd name="T6" fmla="*/ 43 w 52"/>
              <a:gd name="T7" fmla="*/ 43 h 53"/>
              <a:gd name="T8" fmla="*/ 43 w 52"/>
              <a:gd name="T9" fmla="*/ 10 h 53"/>
            </a:gdLst>
            <a:ahLst/>
            <a:cxnLst>
              <a:cxn ang="0">
                <a:pos x="T0" y="T1"/>
              </a:cxn>
              <a:cxn ang="0">
                <a:pos x="T2" y="T3"/>
              </a:cxn>
              <a:cxn ang="0">
                <a:pos x="T4" y="T5"/>
              </a:cxn>
              <a:cxn ang="0">
                <a:pos x="T6" y="T7"/>
              </a:cxn>
              <a:cxn ang="0">
                <a:pos x="T8" y="T9"/>
              </a:cxn>
            </a:cxnLst>
            <a:rect l="0" t="0" r="r" b="b"/>
            <a:pathLst>
              <a:path w="52" h="53">
                <a:moveTo>
                  <a:pt x="43" y="10"/>
                </a:moveTo>
                <a:cubicBezTo>
                  <a:pt x="34" y="0"/>
                  <a:pt x="18" y="0"/>
                  <a:pt x="9" y="10"/>
                </a:cubicBezTo>
                <a:cubicBezTo>
                  <a:pt x="0" y="20"/>
                  <a:pt x="0" y="34"/>
                  <a:pt x="9" y="43"/>
                </a:cubicBezTo>
                <a:cubicBezTo>
                  <a:pt x="18" y="53"/>
                  <a:pt x="34" y="53"/>
                  <a:pt x="43" y="43"/>
                </a:cubicBezTo>
                <a:cubicBezTo>
                  <a:pt x="52" y="34"/>
                  <a:pt x="52" y="20"/>
                  <a:pt x="43" y="10"/>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4" name="组合 3"/>
          <p:cNvGrpSpPr/>
          <p:nvPr/>
        </p:nvGrpSpPr>
        <p:grpSpPr>
          <a:xfrm>
            <a:off x="3656322" y="1640086"/>
            <a:ext cx="1281102" cy="642829"/>
            <a:chOff x="1992313" y="68288"/>
            <a:chExt cx="1771649" cy="888975"/>
          </a:xfrm>
        </p:grpSpPr>
        <p:sp>
          <p:nvSpPr>
            <p:cNvPr id="10" name="Freeform 9"/>
            <p:cNvSpPr>
              <a:spLocks/>
            </p:cNvSpPr>
            <p:nvPr/>
          </p:nvSpPr>
          <p:spPr bwMode="auto">
            <a:xfrm>
              <a:off x="2082800" y="129866"/>
              <a:ext cx="1681162" cy="827397"/>
            </a:xfrm>
            <a:custGeom>
              <a:avLst/>
              <a:gdLst>
                <a:gd name="T0" fmla="*/ 1059 w 1059"/>
                <a:gd name="T1" fmla="*/ 274 h 274"/>
                <a:gd name="T2" fmla="*/ 785 w 1059"/>
                <a:gd name="T3" fmla="*/ 0 h 274"/>
                <a:gd name="T4" fmla="*/ 0 w 1059"/>
                <a:gd name="T5" fmla="*/ 0 h 274"/>
              </a:gdLst>
              <a:ahLst/>
              <a:cxnLst>
                <a:cxn ang="0">
                  <a:pos x="T0" y="T1"/>
                </a:cxn>
                <a:cxn ang="0">
                  <a:pos x="T2" y="T3"/>
                </a:cxn>
                <a:cxn ang="0">
                  <a:pos x="T4" y="T5"/>
                </a:cxn>
              </a:cxnLst>
              <a:rect l="0" t="0" r="r" b="b"/>
              <a:pathLst>
                <a:path w="1059" h="274">
                  <a:moveTo>
                    <a:pt x="1059" y="274"/>
                  </a:moveTo>
                  <a:lnTo>
                    <a:pt x="785" y="0"/>
                  </a:lnTo>
                  <a:lnTo>
                    <a:pt x="0" y="0"/>
                  </a:lnTo>
                </a:path>
              </a:pathLst>
            </a:custGeom>
            <a:noFill/>
            <a:ln w="7938" cap="flat">
              <a:solidFill>
                <a:srgbClr val="BBBDB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Oval 10"/>
            <p:cNvSpPr>
              <a:spLocks noChangeArrowheads="1"/>
            </p:cNvSpPr>
            <p:nvPr/>
          </p:nvSpPr>
          <p:spPr bwMode="auto">
            <a:xfrm>
              <a:off x="1992313" y="68288"/>
              <a:ext cx="176212" cy="180975"/>
            </a:xfrm>
            <a:prstGeom prst="ellipse">
              <a:avLst/>
            </a:pr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5" name="组合 34"/>
          <p:cNvGrpSpPr/>
          <p:nvPr/>
        </p:nvGrpSpPr>
        <p:grpSpPr>
          <a:xfrm>
            <a:off x="5641686" y="1632710"/>
            <a:ext cx="1279954" cy="1002578"/>
            <a:chOff x="4652735" y="1899038"/>
            <a:chExt cx="1279954" cy="330498"/>
          </a:xfrm>
        </p:grpSpPr>
        <p:sp>
          <p:nvSpPr>
            <p:cNvPr id="12" name="Freeform 11"/>
            <p:cNvSpPr>
              <a:spLocks/>
            </p:cNvSpPr>
            <p:nvPr/>
          </p:nvSpPr>
          <p:spPr bwMode="auto">
            <a:xfrm>
              <a:off x="4652735" y="1916148"/>
              <a:ext cx="1214522" cy="313388"/>
            </a:xfrm>
            <a:custGeom>
              <a:avLst/>
              <a:gdLst>
                <a:gd name="T0" fmla="*/ 0 w 1058"/>
                <a:gd name="T1" fmla="*/ 273 h 273"/>
                <a:gd name="T2" fmla="*/ 273 w 1058"/>
                <a:gd name="T3" fmla="*/ 0 h 273"/>
                <a:gd name="T4" fmla="*/ 1058 w 1058"/>
                <a:gd name="T5" fmla="*/ 0 h 273"/>
              </a:gdLst>
              <a:ahLst/>
              <a:cxnLst>
                <a:cxn ang="0">
                  <a:pos x="T0" y="T1"/>
                </a:cxn>
                <a:cxn ang="0">
                  <a:pos x="T2" y="T3"/>
                </a:cxn>
                <a:cxn ang="0">
                  <a:pos x="T4" y="T5"/>
                </a:cxn>
              </a:cxnLst>
              <a:rect l="0" t="0" r="r" b="b"/>
              <a:pathLst>
                <a:path w="1058" h="273">
                  <a:moveTo>
                    <a:pt x="0" y="273"/>
                  </a:moveTo>
                  <a:lnTo>
                    <a:pt x="273" y="0"/>
                  </a:lnTo>
                  <a:lnTo>
                    <a:pt x="1058" y="0"/>
                  </a:lnTo>
                </a:path>
              </a:pathLst>
            </a:custGeom>
            <a:noFill/>
            <a:ln w="7938" cap="flat">
              <a:solidFill>
                <a:srgbClr val="BBBDB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Oval 12"/>
            <p:cNvSpPr>
              <a:spLocks noChangeArrowheads="1"/>
            </p:cNvSpPr>
            <p:nvPr/>
          </p:nvSpPr>
          <p:spPr bwMode="auto">
            <a:xfrm>
              <a:off x="5801824" y="1899038"/>
              <a:ext cx="130865" cy="42722"/>
            </a:xfrm>
            <a:prstGeom prst="ellipse">
              <a:avLst/>
            </a:pr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4" name="Freeform 13"/>
          <p:cNvSpPr>
            <a:spLocks/>
          </p:cNvSpPr>
          <p:nvPr/>
        </p:nvSpPr>
        <p:spPr bwMode="auto">
          <a:xfrm>
            <a:off x="3176482" y="4321085"/>
            <a:ext cx="1289138" cy="1616302"/>
          </a:xfrm>
          <a:custGeom>
            <a:avLst/>
            <a:gdLst>
              <a:gd name="T0" fmla="*/ 475 w 475"/>
              <a:gd name="T1" fmla="*/ 211 h 595"/>
              <a:gd name="T2" fmla="*/ 422 w 475"/>
              <a:gd name="T3" fmla="*/ 52 h 595"/>
              <a:gd name="T4" fmla="*/ 393 w 475"/>
              <a:gd name="T5" fmla="*/ 0 h 595"/>
              <a:gd name="T6" fmla="*/ 123 w 475"/>
              <a:gd name="T7" fmla="*/ 172 h 595"/>
              <a:gd name="T8" fmla="*/ 40 w 475"/>
              <a:gd name="T9" fmla="*/ 295 h 595"/>
              <a:gd name="T10" fmla="*/ 0 w 475"/>
              <a:gd name="T11" fmla="*/ 318 h 595"/>
              <a:gd name="T12" fmla="*/ 74 w 475"/>
              <a:gd name="T13" fmla="*/ 595 h 595"/>
              <a:gd name="T14" fmla="*/ 155 w 475"/>
              <a:gd name="T15" fmla="*/ 575 h 595"/>
              <a:gd name="T16" fmla="*/ 385 w 475"/>
              <a:gd name="T17" fmla="*/ 507 h 595"/>
              <a:gd name="T18" fmla="*/ 475 w 475"/>
              <a:gd name="T19" fmla="*/ 211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5" h="595">
                <a:moveTo>
                  <a:pt x="475" y="211"/>
                </a:moveTo>
                <a:cubicBezTo>
                  <a:pt x="393" y="149"/>
                  <a:pt x="422" y="123"/>
                  <a:pt x="422" y="52"/>
                </a:cubicBezTo>
                <a:cubicBezTo>
                  <a:pt x="421" y="26"/>
                  <a:pt x="407" y="12"/>
                  <a:pt x="393" y="0"/>
                </a:cubicBezTo>
                <a:cubicBezTo>
                  <a:pt x="295" y="73"/>
                  <a:pt x="187" y="68"/>
                  <a:pt x="123" y="172"/>
                </a:cubicBezTo>
                <a:cubicBezTo>
                  <a:pt x="76" y="247"/>
                  <a:pt x="87" y="266"/>
                  <a:pt x="40" y="295"/>
                </a:cubicBezTo>
                <a:cubicBezTo>
                  <a:pt x="27" y="303"/>
                  <a:pt x="14" y="312"/>
                  <a:pt x="0" y="318"/>
                </a:cubicBezTo>
                <a:cubicBezTo>
                  <a:pt x="74" y="595"/>
                  <a:pt x="74" y="595"/>
                  <a:pt x="74" y="595"/>
                </a:cubicBezTo>
                <a:cubicBezTo>
                  <a:pt x="155" y="575"/>
                  <a:pt x="155" y="575"/>
                  <a:pt x="155" y="575"/>
                </a:cubicBezTo>
                <a:cubicBezTo>
                  <a:pt x="167" y="573"/>
                  <a:pt x="343" y="579"/>
                  <a:pt x="385" y="507"/>
                </a:cubicBezTo>
                <a:cubicBezTo>
                  <a:pt x="413" y="462"/>
                  <a:pt x="461" y="251"/>
                  <a:pt x="475" y="211"/>
                </a:cubicBezTo>
                <a:close/>
              </a:path>
            </a:pathLst>
          </a:custGeom>
          <a:solidFill>
            <a:srgbClr val="ECC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4"/>
          <p:cNvSpPr>
            <a:spLocks noEditPoints="1"/>
          </p:cNvSpPr>
          <p:nvPr/>
        </p:nvSpPr>
        <p:spPr bwMode="auto">
          <a:xfrm>
            <a:off x="3656322" y="2066528"/>
            <a:ext cx="2352132" cy="3883486"/>
          </a:xfrm>
          <a:custGeom>
            <a:avLst/>
            <a:gdLst>
              <a:gd name="T0" fmla="*/ 403 w 866"/>
              <a:gd name="T1" fmla="*/ 827 h 1430"/>
              <a:gd name="T2" fmla="*/ 226 w 866"/>
              <a:gd name="T3" fmla="*/ 1357 h 1430"/>
              <a:gd name="T4" fmla="*/ 112 w 866"/>
              <a:gd name="T5" fmla="*/ 1414 h 1430"/>
              <a:gd name="T6" fmla="*/ 112 w 866"/>
              <a:gd name="T7" fmla="*/ 1414 h 1430"/>
              <a:gd name="T8" fmla="*/ 55 w 866"/>
              <a:gd name="T9" fmla="*/ 1300 h 1430"/>
              <a:gd name="T10" fmla="*/ 229 w 866"/>
              <a:gd name="T11" fmla="*/ 773 h 1430"/>
              <a:gd name="T12" fmla="*/ 59 w 866"/>
              <a:gd name="T13" fmla="*/ 314 h 1430"/>
              <a:gd name="T14" fmla="*/ 551 w 866"/>
              <a:gd name="T15" fmla="*/ 68 h 1430"/>
              <a:gd name="T16" fmla="*/ 798 w 866"/>
              <a:gd name="T17" fmla="*/ 561 h 1430"/>
              <a:gd name="T18" fmla="*/ 403 w 866"/>
              <a:gd name="T19" fmla="*/ 827 h 1430"/>
              <a:gd name="T20" fmla="*/ 528 w 866"/>
              <a:gd name="T21" fmla="*/ 139 h 1430"/>
              <a:gd name="T22" fmla="*/ 727 w 866"/>
              <a:gd name="T23" fmla="*/ 537 h 1430"/>
              <a:gd name="T24" fmla="*/ 330 w 866"/>
              <a:gd name="T25" fmla="*/ 737 h 1430"/>
              <a:gd name="T26" fmla="*/ 130 w 866"/>
              <a:gd name="T27" fmla="*/ 338 h 1430"/>
              <a:gd name="T28" fmla="*/ 528 w 866"/>
              <a:gd name="T29" fmla="*/ 139 h 1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66" h="1430">
                <a:moveTo>
                  <a:pt x="403" y="827"/>
                </a:moveTo>
                <a:cubicBezTo>
                  <a:pt x="226" y="1357"/>
                  <a:pt x="226" y="1357"/>
                  <a:pt x="226" y="1357"/>
                </a:cubicBezTo>
                <a:cubicBezTo>
                  <a:pt x="211" y="1404"/>
                  <a:pt x="159" y="1430"/>
                  <a:pt x="112" y="1414"/>
                </a:cubicBezTo>
                <a:cubicBezTo>
                  <a:pt x="112" y="1414"/>
                  <a:pt x="112" y="1414"/>
                  <a:pt x="112" y="1414"/>
                </a:cubicBezTo>
                <a:cubicBezTo>
                  <a:pt x="65" y="1399"/>
                  <a:pt x="39" y="1347"/>
                  <a:pt x="55" y="1300"/>
                </a:cubicBezTo>
                <a:cubicBezTo>
                  <a:pt x="229" y="773"/>
                  <a:pt x="229" y="773"/>
                  <a:pt x="229" y="773"/>
                </a:cubicBezTo>
                <a:cubicBezTo>
                  <a:pt x="75" y="681"/>
                  <a:pt x="0" y="492"/>
                  <a:pt x="59" y="314"/>
                </a:cubicBezTo>
                <a:cubicBezTo>
                  <a:pt x="127" y="110"/>
                  <a:pt x="347" y="0"/>
                  <a:pt x="551" y="68"/>
                </a:cubicBezTo>
                <a:cubicBezTo>
                  <a:pt x="755" y="136"/>
                  <a:pt x="866" y="357"/>
                  <a:pt x="798" y="561"/>
                </a:cubicBezTo>
                <a:cubicBezTo>
                  <a:pt x="741" y="733"/>
                  <a:pt x="576" y="839"/>
                  <a:pt x="403" y="827"/>
                </a:cubicBezTo>
                <a:close/>
                <a:moveTo>
                  <a:pt x="528" y="139"/>
                </a:moveTo>
                <a:cubicBezTo>
                  <a:pt x="693" y="194"/>
                  <a:pt x="782" y="372"/>
                  <a:pt x="727" y="537"/>
                </a:cubicBezTo>
                <a:cubicBezTo>
                  <a:pt x="673" y="702"/>
                  <a:pt x="494" y="791"/>
                  <a:pt x="330" y="737"/>
                </a:cubicBezTo>
                <a:cubicBezTo>
                  <a:pt x="164" y="682"/>
                  <a:pt x="75" y="504"/>
                  <a:pt x="130" y="338"/>
                </a:cubicBezTo>
                <a:cubicBezTo>
                  <a:pt x="185" y="173"/>
                  <a:pt x="363" y="84"/>
                  <a:pt x="528" y="139"/>
                </a:cubicBezTo>
                <a:close/>
              </a:path>
            </a:pathLst>
          </a:custGeom>
          <a:solidFill>
            <a:srgbClr val="4251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5"/>
          <p:cNvSpPr>
            <a:spLocks/>
          </p:cNvSpPr>
          <p:nvPr/>
        </p:nvSpPr>
        <p:spPr bwMode="auto">
          <a:xfrm>
            <a:off x="1337480" y="5160231"/>
            <a:ext cx="1759794" cy="1542833"/>
          </a:xfrm>
          <a:custGeom>
            <a:avLst/>
            <a:gdLst>
              <a:gd name="T0" fmla="*/ 0 w 1533"/>
              <a:gd name="T1" fmla="*/ 341 h 1344"/>
              <a:gd name="T2" fmla="*/ 1282 w 1533"/>
              <a:gd name="T3" fmla="*/ 0 h 1344"/>
              <a:gd name="T4" fmla="*/ 1533 w 1533"/>
              <a:gd name="T5" fmla="*/ 932 h 1344"/>
              <a:gd name="T6" fmla="*/ 0 w 1533"/>
              <a:gd name="T7" fmla="*/ 1344 h 1344"/>
              <a:gd name="T8" fmla="*/ 0 w 1533"/>
              <a:gd name="T9" fmla="*/ 341 h 1344"/>
            </a:gdLst>
            <a:ahLst/>
            <a:cxnLst>
              <a:cxn ang="0">
                <a:pos x="T0" y="T1"/>
              </a:cxn>
              <a:cxn ang="0">
                <a:pos x="T2" y="T3"/>
              </a:cxn>
              <a:cxn ang="0">
                <a:pos x="T4" y="T5"/>
              </a:cxn>
              <a:cxn ang="0">
                <a:pos x="T6" y="T7"/>
              </a:cxn>
              <a:cxn ang="0">
                <a:pos x="T8" y="T9"/>
              </a:cxn>
            </a:cxnLst>
            <a:rect l="0" t="0" r="r" b="b"/>
            <a:pathLst>
              <a:path w="1533" h="1344">
                <a:moveTo>
                  <a:pt x="0" y="341"/>
                </a:moveTo>
                <a:lnTo>
                  <a:pt x="1282" y="0"/>
                </a:lnTo>
                <a:lnTo>
                  <a:pt x="1533" y="932"/>
                </a:lnTo>
                <a:lnTo>
                  <a:pt x="0" y="1344"/>
                </a:lnTo>
                <a:lnTo>
                  <a:pt x="0" y="341"/>
                </a:lnTo>
                <a:close/>
              </a:path>
            </a:pathLst>
          </a:custGeom>
          <a:solidFill>
            <a:srgbClr val="00AD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6"/>
          <p:cNvSpPr>
            <a:spLocks/>
          </p:cNvSpPr>
          <p:nvPr/>
        </p:nvSpPr>
        <p:spPr bwMode="auto">
          <a:xfrm>
            <a:off x="2825212" y="5126940"/>
            <a:ext cx="570527" cy="970011"/>
          </a:xfrm>
          <a:custGeom>
            <a:avLst/>
            <a:gdLst>
              <a:gd name="T0" fmla="*/ 0 w 497"/>
              <a:gd name="T1" fmla="*/ 79 h 845"/>
              <a:gd name="T2" fmla="*/ 291 w 497"/>
              <a:gd name="T3" fmla="*/ 0 h 845"/>
              <a:gd name="T4" fmla="*/ 497 w 497"/>
              <a:gd name="T5" fmla="*/ 767 h 845"/>
              <a:gd name="T6" fmla="*/ 204 w 497"/>
              <a:gd name="T7" fmla="*/ 845 h 845"/>
              <a:gd name="T8" fmla="*/ 0 w 497"/>
              <a:gd name="T9" fmla="*/ 79 h 845"/>
            </a:gdLst>
            <a:ahLst/>
            <a:cxnLst>
              <a:cxn ang="0">
                <a:pos x="T0" y="T1"/>
              </a:cxn>
              <a:cxn ang="0">
                <a:pos x="T2" y="T3"/>
              </a:cxn>
              <a:cxn ang="0">
                <a:pos x="T4" y="T5"/>
              </a:cxn>
              <a:cxn ang="0">
                <a:pos x="T6" y="T7"/>
              </a:cxn>
              <a:cxn ang="0">
                <a:pos x="T8" y="T9"/>
              </a:cxn>
            </a:cxnLst>
            <a:rect l="0" t="0" r="r" b="b"/>
            <a:pathLst>
              <a:path w="497" h="845">
                <a:moveTo>
                  <a:pt x="0" y="79"/>
                </a:moveTo>
                <a:lnTo>
                  <a:pt x="291" y="0"/>
                </a:lnTo>
                <a:lnTo>
                  <a:pt x="497" y="767"/>
                </a:lnTo>
                <a:lnTo>
                  <a:pt x="204" y="845"/>
                </a:lnTo>
                <a:lnTo>
                  <a:pt x="0" y="79"/>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7"/>
          <p:cNvSpPr>
            <a:spLocks/>
          </p:cNvSpPr>
          <p:nvPr/>
        </p:nvSpPr>
        <p:spPr bwMode="auto">
          <a:xfrm>
            <a:off x="3974301" y="5084466"/>
            <a:ext cx="584302" cy="336347"/>
          </a:xfrm>
          <a:custGeom>
            <a:avLst/>
            <a:gdLst>
              <a:gd name="T0" fmla="*/ 160 w 215"/>
              <a:gd name="T1" fmla="*/ 36 h 124"/>
              <a:gd name="T2" fmla="*/ 182 w 215"/>
              <a:gd name="T3" fmla="*/ 42 h 124"/>
              <a:gd name="T4" fmla="*/ 209 w 215"/>
              <a:gd name="T5" fmla="*/ 90 h 124"/>
              <a:gd name="T6" fmla="*/ 209 w 215"/>
              <a:gd name="T7" fmla="*/ 90 h 124"/>
              <a:gd name="T8" fmla="*/ 161 w 215"/>
              <a:gd name="T9" fmla="*/ 118 h 124"/>
              <a:gd name="T10" fmla="*/ 55 w 215"/>
              <a:gd name="T11" fmla="*/ 87 h 124"/>
              <a:gd name="T12" fmla="*/ 55 w 215"/>
              <a:gd name="T13" fmla="*/ 87 h 124"/>
              <a:gd name="T14" fmla="*/ 32 w 215"/>
              <a:gd name="T15" fmla="*/ 81 h 124"/>
              <a:gd name="T16" fmla="*/ 6 w 215"/>
              <a:gd name="T17" fmla="*/ 33 h 124"/>
              <a:gd name="T18" fmla="*/ 6 w 215"/>
              <a:gd name="T19" fmla="*/ 33 h 124"/>
              <a:gd name="T20" fmla="*/ 54 w 215"/>
              <a:gd name="T21" fmla="*/ 6 h 124"/>
              <a:gd name="T22" fmla="*/ 160 w 215"/>
              <a:gd name="T23" fmla="*/ 36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5" h="124">
                <a:moveTo>
                  <a:pt x="160" y="36"/>
                </a:moveTo>
                <a:cubicBezTo>
                  <a:pt x="182" y="42"/>
                  <a:pt x="182" y="42"/>
                  <a:pt x="182" y="42"/>
                </a:cubicBezTo>
                <a:cubicBezTo>
                  <a:pt x="203" y="48"/>
                  <a:pt x="215" y="70"/>
                  <a:pt x="209" y="90"/>
                </a:cubicBezTo>
                <a:cubicBezTo>
                  <a:pt x="209" y="90"/>
                  <a:pt x="209" y="90"/>
                  <a:pt x="209" y="90"/>
                </a:cubicBezTo>
                <a:cubicBezTo>
                  <a:pt x="204" y="111"/>
                  <a:pt x="181" y="124"/>
                  <a:pt x="161" y="118"/>
                </a:cubicBezTo>
                <a:cubicBezTo>
                  <a:pt x="55" y="87"/>
                  <a:pt x="55" y="87"/>
                  <a:pt x="55" y="87"/>
                </a:cubicBezTo>
                <a:cubicBezTo>
                  <a:pt x="55" y="87"/>
                  <a:pt x="55" y="87"/>
                  <a:pt x="55" y="87"/>
                </a:cubicBezTo>
                <a:cubicBezTo>
                  <a:pt x="32" y="81"/>
                  <a:pt x="32" y="81"/>
                  <a:pt x="32" y="81"/>
                </a:cubicBezTo>
                <a:cubicBezTo>
                  <a:pt x="11" y="75"/>
                  <a:pt x="0" y="53"/>
                  <a:pt x="6" y="33"/>
                </a:cubicBezTo>
                <a:cubicBezTo>
                  <a:pt x="6" y="33"/>
                  <a:pt x="6" y="33"/>
                  <a:pt x="6" y="33"/>
                </a:cubicBezTo>
                <a:cubicBezTo>
                  <a:pt x="11" y="12"/>
                  <a:pt x="33" y="0"/>
                  <a:pt x="54" y="6"/>
                </a:cubicBezTo>
                <a:cubicBezTo>
                  <a:pt x="160" y="36"/>
                  <a:pt x="160" y="36"/>
                  <a:pt x="160" y="36"/>
                </a:cubicBezTo>
                <a:close/>
              </a:path>
            </a:pathLst>
          </a:custGeom>
          <a:solidFill>
            <a:srgbClr val="ECC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8"/>
          <p:cNvSpPr>
            <a:spLocks/>
          </p:cNvSpPr>
          <p:nvPr/>
        </p:nvSpPr>
        <p:spPr bwMode="auto">
          <a:xfrm>
            <a:off x="3976597" y="5333569"/>
            <a:ext cx="524609" cy="312240"/>
          </a:xfrm>
          <a:custGeom>
            <a:avLst/>
            <a:gdLst>
              <a:gd name="T0" fmla="*/ 53 w 193"/>
              <a:gd name="T1" fmla="*/ 6 h 115"/>
              <a:gd name="T2" fmla="*/ 160 w 193"/>
              <a:gd name="T3" fmla="*/ 34 h 115"/>
              <a:gd name="T4" fmla="*/ 187 w 193"/>
              <a:gd name="T5" fmla="*/ 82 h 115"/>
              <a:gd name="T6" fmla="*/ 187 w 193"/>
              <a:gd name="T7" fmla="*/ 82 h 115"/>
              <a:gd name="T8" fmla="*/ 140 w 193"/>
              <a:gd name="T9" fmla="*/ 109 h 115"/>
              <a:gd name="T10" fmla="*/ 33 w 193"/>
              <a:gd name="T11" fmla="*/ 80 h 115"/>
              <a:gd name="T12" fmla="*/ 5 w 193"/>
              <a:gd name="T13" fmla="*/ 33 h 115"/>
              <a:gd name="T14" fmla="*/ 5 w 193"/>
              <a:gd name="T15" fmla="*/ 33 h 115"/>
              <a:gd name="T16" fmla="*/ 53 w 193"/>
              <a:gd name="T17" fmla="*/ 6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15">
                <a:moveTo>
                  <a:pt x="53" y="6"/>
                </a:moveTo>
                <a:cubicBezTo>
                  <a:pt x="160" y="34"/>
                  <a:pt x="160" y="34"/>
                  <a:pt x="160" y="34"/>
                </a:cubicBezTo>
                <a:cubicBezTo>
                  <a:pt x="180" y="40"/>
                  <a:pt x="193" y="61"/>
                  <a:pt x="187" y="82"/>
                </a:cubicBezTo>
                <a:cubicBezTo>
                  <a:pt x="187" y="82"/>
                  <a:pt x="187" y="82"/>
                  <a:pt x="187" y="82"/>
                </a:cubicBezTo>
                <a:cubicBezTo>
                  <a:pt x="182" y="103"/>
                  <a:pt x="161" y="115"/>
                  <a:pt x="140" y="109"/>
                </a:cubicBezTo>
                <a:cubicBezTo>
                  <a:pt x="33" y="80"/>
                  <a:pt x="33" y="80"/>
                  <a:pt x="33" y="80"/>
                </a:cubicBezTo>
                <a:cubicBezTo>
                  <a:pt x="12" y="75"/>
                  <a:pt x="0" y="54"/>
                  <a:pt x="5" y="33"/>
                </a:cubicBezTo>
                <a:cubicBezTo>
                  <a:pt x="5" y="33"/>
                  <a:pt x="5" y="33"/>
                  <a:pt x="5" y="33"/>
                </a:cubicBezTo>
                <a:cubicBezTo>
                  <a:pt x="11" y="12"/>
                  <a:pt x="33" y="0"/>
                  <a:pt x="53" y="6"/>
                </a:cubicBezTo>
                <a:close/>
              </a:path>
            </a:pathLst>
          </a:custGeom>
          <a:solidFill>
            <a:srgbClr val="ECC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19"/>
          <p:cNvSpPr>
            <a:spLocks/>
          </p:cNvSpPr>
          <p:nvPr/>
        </p:nvSpPr>
        <p:spPr bwMode="auto">
          <a:xfrm>
            <a:off x="3966266" y="5573490"/>
            <a:ext cx="455732" cy="265175"/>
          </a:xfrm>
          <a:custGeom>
            <a:avLst/>
            <a:gdLst>
              <a:gd name="T0" fmla="*/ 46 w 168"/>
              <a:gd name="T1" fmla="*/ 4 h 98"/>
              <a:gd name="T2" fmla="*/ 139 w 168"/>
              <a:gd name="T3" fmla="*/ 27 h 98"/>
              <a:gd name="T4" fmla="*/ 164 w 168"/>
              <a:gd name="T5" fmla="*/ 69 h 98"/>
              <a:gd name="T6" fmla="*/ 164 w 168"/>
              <a:gd name="T7" fmla="*/ 69 h 98"/>
              <a:gd name="T8" fmla="*/ 122 w 168"/>
              <a:gd name="T9" fmla="*/ 94 h 98"/>
              <a:gd name="T10" fmla="*/ 29 w 168"/>
              <a:gd name="T11" fmla="*/ 70 h 98"/>
              <a:gd name="T12" fmla="*/ 4 w 168"/>
              <a:gd name="T13" fmla="*/ 29 h 98"/>
              <a:gd name="T14" fmla="*/ 4 w 168"/>
              <a:gd name="T15" fmla="*/ 29 h 98"/>
              <a:gd name="T16" fmla="*/ 46 w 168"/>
              <a:gd name="T17" fmla="*/ 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 h="98">
                <a:moveTo>
                  <a:pt x="46" y="4"/>
                </a:moveTo>
                <a:cubicBezTo>
                  <a:pt x="139" y="27"/>
                  <a:pt x="139" y="27"/>
                  <a:pt x="139" y="27"/>
                </a:cubicBezTo>
                <a:cubicBezTo>
                  <a:pt x="157" y="32"/>
                  <a:pt x="168" y="51"/>
                  <a:pt x="164" y="69"/>
                </a:cubicBezTo>
                <a:cubicBezTo>
                  <a:pt x="164" y="69"/>
                  <a:pt x="164" y="69"/>
                  <a:pt x="164" y="69"/>
                </a:cubicBezTo>
                <a:cubicBezTo>
                  <a:pt x="159" y="87"/>
                  <a:pt x="141" y="98"/>
                  <a:pt x="122" y="94"/>
                </a:cubicBezTo>
                <a:cubicBezTo>
                  <a:pt x="29" y="70"/>
                  <a:pt x="29" y="70"/>
                  <a:pt x="29" y="70"/>
                </a:cubicBezTo>
                <a:cubicBezTo>
                  <a:pt x="11" y="66"/>
                  <a:pt x="0" y="47"/>
                  <a:pt x="4" y="29"/>
                </a:cubicBezTo>
                <a:cubicBezTo>
                  <a:pt x="4" y="29"/>
                  <a:pt x="4" y="29"/>
                  <a:pt x="4" y="29"/>
                </a:cubicBezTo>
                <a:cubicBezTo>
                  <a:pt x="9" y="11"/>
                  <a:pt x="27" y="0"/>
                  <a:pt x="46" y="4"/>
                </a:cubicBezTo>
                <a:close/>
              </a:path>
            </a:pathLst>
          </a:custGeom>
          <a:solidFill>
            <a:srgbClr val="ECC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20"/>
          <p:cNvSpPr>
            <a:spLocks/>
          </p:cNvSpPr>
          <p:nvPr/>
        </p:nvSpPr>
        <p:spPr bwMode="auto">
          <a:xfrm>
            <a:off x="4091391" y="4866358"/>
            <a:ext cx="523461" cy="321424"/>
          </a:xfrm>
          <a:custGeom>
            <a:avLst/>
            <a:gdLst>
              <a:gd name="T0" fmla="*/ 55 w 193"/>
              <a:gd name="T1" fmla="*/ 6 h 118"/>
              <a:gd name="T2" fmla="*/ 161 w 193"/>
              <a:gd name="T3" fmla="*/ 37 h 118"/>
              <a:gd name="T4" fmla="*/ 187 w 193"/>
              <a:gd name="T5" fmla="*/ 86 h 118"/>
              <a:gd name="T6" fmla="*/ 187 w 193"/>
              <a:gd name="T7" fmla="*/ 86 h 118"/>
              <a:gd name="T8" fmla="*/ 138 w 193"/>
              <a:gd name="T9" fmla="*/ 112 h 118"/>
              <a:gd name="T10" fmla="*/ 33 w 193"/>
              <a:gd name="T11" fmla="*/ 80 h 118"/>
              <a:gd name="T12" fmla="*/ 7 w 193"/>
              <a:gd name="T13" fmla="*/ 32 h 118"/>
              <a:gd name="T14" fmla="*/ 7 w 193"/>
              <a:gd name="T15" fmla="*/ 32 h 118"/>
              <a:gd name="T16" fmla="*/ 55 w 193"/>
              <a:gd name="T17" fmla="*/ 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18">
                <a:moveTo>
                  <a:pt x="55" y="6"/>
                </a:moveTo>
                <a:cubicBezTo>
                  <a:pt x="161" y="37"/>
                  <a:pt x="161" y="37"/>
                  <a:pt x="161" y="37"/>
                </a:cubicBezTo>
                <a:cubicBezTo>
                  <a:pt x="181" y="43"/>
                  <a:pt x="193" y="65"/>
                  <a:pt x="187" y="86"/>
                </a:cubicBezTo>
                <a:cubicBezTo>
                  <a:pt x="187" y="86"/>
                  <a:pt x="187" y="86"/>
                  <a:pt x="187" y="86"/>
                </a:cubicBezTo>
                <a:cubicBezTo>
                  <a:pt x="181" y="106"/>
                  <a:pt x="159" y="118"/>
                  <a:pt x="138" y="112"/>
                </a:cubicBezTo>
                <a:cubicBezTo>
                  <a:pt x="33" y="80"/>
                  <a:pt x="33" y="80"/>
                  <a:pt x="33" y="80"/>
                </a:cubicBezTo>
                <a:cubicBezTo>
                  <a:pt x="12" y="74"/>
                  <a:pt x="0" y="52"/>
                  <a:pt x="7" y="32"/>
                </a:cubicBezTo>
                <a:cubicBezTo>
                  <a:pt x="7" y="32"/>
                  <a:pt x="7" y="32"/>
                  <a:pt x="7" y="32"/>
                </a:cubicBezTo>
                <a:cubicBezTo>
                  <a:pt x="13" y="12"/>
                  <a:pt x="34" y="0"/>
                  <a:pt x="55" y="6"/>
                </a:cubicBezTo>
                <a:close/>
              </a:path>
            </a:pathLst>
          </a:custGeom>
          <a:solidFill>
            <a:srgbClr val="ECC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21"/>
          <p:cNvSpPr>
            <a:spLocks/>
          </p:cNvSpPr>
          <p:nvPr/>
        </p:nvSpPr>
        <p:spPr bwMode="auto">
          <a:xfrm>
            <a:off x="1337480" y="5695171"/>
            <a:ext cx="1759794" cy="1007893"/>
          </a:xfrm>
          <a:custGeom>
            <a:avLst/>
            <a:gdLst>
              <a:gd name="T0" fmla="*/ 0 w 1533"/>
              <a:gd name="T1" fmla="*/ 379 h 878"/>
              <a:gd name="T2" fmla="*/ 1408 w 1533"/>
              <a:gd name="T3" fmla="*/ 0 h 878"/>
              <a:gd name="T4" fmla="*/ 1533 w 1533"/>
              <a:gd name="T5" fmla="*/ 466 h 878"/>
              <a:gd name="T6" fmla="*/ 0 w 1533"/>
              <a:gd name="T7" fmla="*/ 878 h 878"/>
              <a:gd name="T8" fmla="*/ 0 w 1533"/>
              <a:gd name="T9" fmla="*/ 379 h 878"/>
            </a:gdLst>
            <a:ahLst/>
            <a:cxnLst>
              <a:cxn ang="0">
                <a:pos x="T0" y="T1"/>
              </a:cxn>
              <a:cxn ang="0">
                <a:pos x="T2" y="T3"/>
              </a:cxn>
              <a:cxn ang="0">
                <a:pos x="T4" y="T5"/>
              </a:cxn>
              <a:cxn ang="0">
                <a:pos x="T6" y="T7"/>
              </a:cxn>
              <a:cxn ang="0">
                <a:pos x="T8" y="T9"/>
              </a:cxn>
            </a:cxnLst>
            <a:rect l="0" t="0" r="r" b="b"/>
            <a:pathLst>
              <a:path w="1533" h="878">
                <a:moveTo>
                  <a:pt x="0" y="379"/>
                </a:moveTo>
                <a:lnTo>
                  <a:pt x="1408" y="0"/>
                </a:lnTo>
                <a:lnTo>
                  <a:pt x="1533" y="466"/>
                </a:lnTo>
                <a:lnTo>
                  <a:pt x="0" y="878"/>
                </a:lnTo>
                <a:lnTo>
                  <a:pt x="0" y="379"/>
                </a:lnTo>
                <a:close/>
              </a:path>
            </a:pathLst>
          </a:custGeom>
          <a:solidFill>
            <a:srgbClr val="0094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22"/>
          <p:cNvSpPr>
            <a:spLocks/>
          </p:cNvSpPr>
          <p:nvPr/>
        </p:nvSpPr>
        <p:spPr bwMode="auto">
          <a:xfrm>
            <a:off x="2942302" y="5567749"/>
            <a:ext cx="453437" cy="529201"/>
          </a:xfrm>
          <a:custGeom>
            <a:avLst/>
            <a:gdLst>
              <a:gd name="T0" fmla="*/ 0 w 395"/>
              <a:gd name="T1" fmla="*/ 78 h 461"/>
              <a:gd name="T2" fmla="*/ 291 w 395"/>
              <a:gd name="T3" fmla="*/ 0 h 461"/>
              <a:gd name="T4" fmla="*/ 395 w 395"/>
              <a:gd name="T5" fmla="*/ 383 h 461"/>
              <a:gd name="T6" fmla="*/ 102 w 395"/>
              <a:gd name="T7" fmla="*/ 461 h 461"/>
              <a:gd name="T8" fmla="*/ 0 w 395"/>
              <a:gd name="T9" fmla="*/ 78 h 461"/>
            </a:gdLst>
            <a:ahLst/>
            <a:cxnLst>
              <a:cxn ang="0">
                <a:pos x="T0" y="T1"/>
              </a:cxn>
              <a:cxn ang="0">
                <a:pos x="T2" y="T3"/>
              </a:cxn>
              <a:cxn ang="0">
                <a:pos x="T4" y="T5"/>
              </a:cxn>
              <a:cxn ang="0">
                <a:pos x="T6" y="T7"/>
              </a:cxn>
              <a:cxn ang="0">
                <a:pos x="T8" y="T9"/>
              </a:cxn>
            </a:cxnLst>
            <a:rect l="0" t="0" r="r" b="b"/>
            <a:pathLst>
              <a:path w="395" h="461">
                <a:moveTo>
                  <a:pt x="0" y="78"/>
                </a:moveTo>
                <a:lnTo>
                  <a:pt x="291" y="0"/>
                </a:lnTo>
                <a:lnTo>
                  <a:pt x="395" y="383"/>
                </a:lnTo>
                <a:lnTo>
                  <a:pt x="102" y="461"/>
                </a:lnTo>
                <a:lnTo>
                  <a:pt x="0" y="78"/>
                </a:lnTo>
                <a:close/>
              </a:path>
            </a:pathLst>
          </a:custGeom>
          <a:solidFill>
            <a:srgbClr val="CED3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3"/>
          <p:cNvSpPr>
            <a:spLocks/>
          </p:cNvSpPr>
          <p:nvPr/>
        </p:nvSpPr>
        <p:spPr bwMode="auto">
          <a:xfrm>
            <a:off x="3906573" y="4313050"/>
            <a:ext cx="439661" cy="638255"/>
          </a:xfrm>
          <a:custGeom>
            <a:avLst/>
            <a:gdLst>
              <a:gd name="T0" fmla="*/ 0 w 162"/>
              <a:gd name="T1" fmla="*/ 235 h 235"/>
              <a:gd name="T2" fmla="*/ 161 w 162"/>
              <a:gd name="T3" fmla="*/ 57 h 235"/>
              <a:gd name="T4" fmla="*/ 131 w 162"/>
              <a:gd name="T5" fmla="*/ 0 h 235"/>
              <a:gd name="T6" fmla="*/ 65 w 162"/>
              <a:gd name="T7" fmla="*/ 39 h 235"/>
              <a:gd name="T8" fmla="*/ 0 w 162"/>
              <a:gd name="T9" fmla="*/ 235 h 235"/>
            </a:gdLst>
            <a:ahLst/>
            <a:cxnLst>
              <a:cxn ang="0">
                <a:pos x="T0" y="T1"/>
              </a:cxn>
              <a:cxn ang="0">
                <a:pos x="T2" y="T3"/>
              </a:cxn>
              <a:cxn ang="0">
                <a:pos x="T4" y="T5"/>
              </a:cxn>
              <a:cxn ang="0">
                <a:pos x="T6" y="T7"/>
              </a:cxn>
              <a:cxn ang="0">
                <a:pos x="T8" y="T9"/>
              </a:cxn>
            </a:cxnLst>
            <a:rect l="0" t="0" r="r" b="b"/>
            <a:pathLst>
              <a:path w="162" h="235">
                <a:moveTo>
                  <a:pt x="0" y="235"/>
                </a:moveTo>
                <a:cubicBezTo>
                  <a:pt x="45" y="126"/>
                  <a:pt x="162" y="130"/>
                  <a:pt x="161" y="57"/>
                </a:cubicBezTo>
                <a:cubicBezTo>
                  <a:pt x="161" y="28"/>
                  <a:pt x="145" y="12"/>
                  <a:pt x="131" y="0"/>
                </a:cubicBezTo>
                <a:cubicBezTo>
                  <a:pt x="110" y="15"/>
                  <a:pt x="87" y="28"/>
                  <a:pt x="65" y="39"/>
                </a:cubicBezTo>
                <a:lnTo>
                  <a:pt x="0" y="235"/>
                </a:lnTo>
                <a:close/>
              </a:path>
            </a:pathLst>
          </a:custGeom>
          <a:solidFill>
            <a:srgbClr val="ECC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24"/>
          <p:cNvSpPr>
            <a:spLocks noEditPoints="1"/>
          </p:cNvSpPr>
          <p:nvPr/>
        </p:nvSpPr>
        <p:spPr bwMode="auto">
          <a:xfrm>
            <a:off x="4357714" y="2750701"/>
            <a:ext cx="914909" cy="912614"/>
          </a:xfrm>
          <a:custGeom>
            <a:avLst/>
            <a:gdLst>
              <a:gd name="T0" fmla="*/ 202 w 337"/>
              <a:gd name="T1" fmla="*/ 184 h 336"/>
              <a:gd name="T2" fmla="*/ 209 w 337"/>
              <a:gd name="T3" fmla="*/ 212 h 336"/>
              <a:gd name="T4" fmla="*/ 199 w 337"/>
              <a:gd name="T5" fmla="*/ 226 h 336"/>
              <a:gd name="T6" fmla="*/ 128 w 337"/>
              <a:gd name="T7" fmla="*/ 212 h 336"/>
              <a:gd name="T8" fmla="*/ 135 w 337"/>
              <a:gd name="T9" fmla="*/ 184 h 336"/>
              <a:gd name="T10" fmla="*/ 106 w 337"/>
              <a:gd name="T11" fmla="*/ 136 h 336"/>
              <a:gd name="T12" fmla="*/ 123 w 337"/>
              <a:gd name="T13" fmla="*/ 82 h 336"/>
              <a:gd name="T14" fmla="*/ 164 w 337"/>
              <a:gd name="T15" fmla="*/ 74 h 336"/>
              <a:gd name="T16" fmla="*/ 142 w 337"/>
              <a:gd name="T17" fmla="*/ 88 h 336"/>
              <a:gd name="T18" fmla="*/ 187 w 337"/>
              <a:gd name="T19" fmla="*/ 73 h 336"/>
              <a:gd name="T20" fmla="*/ 178 w 337"/>
              <a:gd name="T21" fmla="*/ 85 h 336"/>
              <a:gd name="T22" fmla="*/ 213 w 337"/>
              <a:gd name="T23" fmla="*/ 62 h 336"/>
              <a:gd name="T24" fmla="*/ 202 w 337"/>
              <a:gd name="T25" fmla="*/ 184 h 336"/>
              <a:gd name="T26" fmla="*/ 49 w 337"/>
              <a:gd name="T27" fmla="*/ 229 h 336"/>
              <a:gd name="T28" fmla="*/ 72 w 337"/>
              <a:gd name="T29" fmla="*/ 241 h 336"/>
              <a:gd name="T30" fmla="*/ 0 w 337"/>
              <a:gd name="T31" fmla="*/ 336 h 336"/>
              <a:gd name="T32" fmla="*/ 337 w 337"/>
              <a:gd name="T33" fmla="*/ 336 h 336"/>
              <a:gd name="T34" fmla="*/ 290 w 337"/>
              <a:gd name="T35" fmla="*/ 255 h 336"/>
              <a:gd name="T36" fmla="*/ 263 w 337"/>
              <a:gd name="T37" fmla="*/ 241 h 336"/>
              <a:gd name="T38" fmla="*/ 290 w 337"/>
              <a:gd name="T39" fmla="*/ 229 h 336"/>
              <a:gd name="T40" fmla="*/ 250 w 337"/>
              <a:gd name="T41" fmla="*/ 198 h 336"/>
              <a:gd name="T42" fmla="*/ 245 w 337"/>
              <a:gd name="T43" fmla="*/ 147 h 336"/>
              <a:gd name="T44" fmla="*/ 243 w 337"/>
              <a:gd name="T45" fmla="*/ 79 h 336"/>
              <a:gd name="T46" fmla="*/ 165 w 337"/>
              <a:gd name="T47" fmla="*/ 0 h 336"/>
              <a:gd name="T48" fmla="*/ 94 w 337"/>
              <a:gd name="T49" fmla="*/ 46 h 336"/>
              <a:gd name="T50" fmla="*/ 94 w 337"/>
              <a:gd name="T51" fmla="*/ 150 h 336"/>
              <a:gd name="T52" fmla="*/ 89 w 337"/>
              <a:gd name="T53" fmla="*/ 198 h 336"/>
              <a:gd name="T54" fmla="*/ 49 w 337"/>
              <a:gd name="T55" fmla="*/ 229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37" h="336">
                <a:moveTo>
                  <a:pt x="202" y="184"/>
                </a:moveTo>
                <a:cubicBezTo>
                  <a:pt x="202" y="193"/>
                  <a:pt x="207" y="207"/>
                  <a:pt x="209" y="212"/>
                </a:cubicBezTo>
                <a:cubicBezTo>
                  <a:pt x="206" y="218"/>
                  <a:pt x="202" y="222"/>
                  <a:pt x="199" y="226"/>
                </a:cubicBezTo>
                <a:cubicBezTo>
                  <a:pt x="179" y="243"/>
                  <a:pt x="145" y="241"/>
                  <a:pt x="128" y="212"/>
                </a:cubicBezTo>
                <a:cubicBezTo>
                  <a:pt x="131" y="205"/>
                  <a:pt x="136" y="193"/>
                  <a:pt x="135" y="184"/>
                </a:cubicBezTo>
                <a:cubicBezTo>
                  <a:pt x="135" y="184"/>
                  <a:pt x="113" y="166"/>
                  <a:pt x="106" y="136"/>
                </a:cubicBezTo>
                <a:cubicBezTo>
                  <a:pt x="103" y="117"/>
                  <a:pt x="119" y="102"/>
                  <a:pt x="123" y="82"/>
                </a:cubicBezTo>
                <a:cubicBezTo>
                  <a:pt x="144" y="80"/>
                  <a:pt x="148" y="80"/>
                  <a:pt x="164" y="74"/>
                </a:cubicBezTo>
                <a:cubicBezTo>
                  <a:pt x="158" y="82"/>
                  <a:pt x="150" y="85"/>
                  <a:pt x="142" y="88"/>
                </a:cubicBezTo>
                <a:cubicBezTo>
                  <a:pt x="167" y="89"/>
                  <a:pt x="188" y="72"/>
                  <a:pt x="187" y="73"/>
                </a:cubicBezTo>
                <a:cubicBezTo>
                  <a:pt x="187" y="76"/>
                  <a:pt x="182" y="80"/>
                  <a:pt x="178" y="85"/>
                </a:cubicBezTo>
                <a:cubicBezTo>
                  <a:pt x="197" y="79"/>
                  <a:pt x="204" y="73"/>
                  <a:pt x="213" y="62"/>
                </a:cubicBezTo>
                <a:cubicBezTo>
                  <a:pt x="248" y="109"/>
                  <a:pt x="232" y="158"/>
                  <a:pt x="202" y="184"/>
                </a:cubicBezTo>
                <a:close/>
                <a:moveTo>
                  <a:pt x="49" y="229"/>
                </a:moveTo>
                <a:cubicBezTo>
                  <a:pt x="55" y="236"/>
                  <a:pt x="63" y="240"/>
                  <a:pt x="72" y="241"/>
                </a:cubicBezTo>
                <a:cubicBezTo>
                  <a:pt x="31" y="268"/>
                  <a:pt x="6" y="266"/>
                  <a:pt x="0" y="336"/>
                </a:cubicBezTo>
                <a:cubicBezTo>
                  <a:pt x="112" y="336"/>
                  <a:pt x="225" y="336"/>
                  <a:pt x="337" y="336"/>
                </a:cubicBezTo>
                <a:cubicBezTo>
                  <a:pt x="332" y="283"/>
                  <a:pt x="317" y="270"/>
                  <a:pt x="290" y="255"/>
                </a:cubicBezTo>
                <a:cubicBezTo>
                  <a:pt x="287" y="254"/>
                  <a:pt x="263" y="242"/>
                  <a:pt x="263" y="241"/>
                </a:cubicBezTo>
                <a:cubicBezTo>
                  <a:pt x="273" y="241"/>
                  <a:pt x="284" y="238"/>
                  <a:pt x="290" y="229"/>
                </a:cubicBezTo>
                <a:cubicBezTo>
                  <a:pt x="271" y="230"/>
                  <a:pt x="254" y="217"/>
                  <a:pt x="250" y="198"/>
                </a:cubicBezTo>
                <a:cubicBezTo>
                  <a:pt x="247" y="181"/>
                  <a:pt x="245" y="163"/>
                  <a:pt x="245" y="147"/>
                </a:cubicBezTo>
                <a:cubicBezTo>
                  <a:pt x="243" y="130"/>
                  <a:pt x="245" y="104"/>
                  <a:pt x="243" y="79"/>
                </a:cubicBezTo>
                <a:cubicBezTo>
                  <a:pt x="239" y="30"/>
                  <a:pt x="216" y="0"/>
                  <a:pt x="165" y="0"/>
                </a:cubicBezTo>
                <a:cubicBezTo>
                  <a:pt x="133" y="0"/>
                  <a:pt x="108" y="17"/>
                  <a:pt x="94" y="46"/>
                </a:cubicBezTo>
                <a:cubicBezTo>
                  <a:pt x="73" y="105"/>
                  <a:pt x="96" y="108"/>
                  <a:pt x="94" y="150"/>
                </a:cubicBezTo>
                <a:cubicBezTo>
                  <a:pt x="94" y="164"/>
                  <a:pt x="92" y="181"/>
                  <a:pt x="89" y="198"/>
                </a:cubicBezTo>
                <a:cubicBezTo>
                  <a:pt x="86" y="217"/>
                  <a:pt x="68" y="230"/>
                  <a:pt x="49" y="229"/>
                </a:cubicBezTo>
                <a:close/>
              </a:path>
            </a:pathLst>
          </a:custGeom>
          <a:solidFill>
            <a:srgbClr val="00AD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45" name="组合 44"/>
          <p:cNvGrpSpPr/>
          <p:nvPr/>
        </p:nvGrpSpPr>
        <p:grpSpPr>
          <a:xfrm>
            <a:off x="1132987" y="1493355"/>
            <a:ext cx="2262752" cy="1162930"/>
            <a:chOff x="1132987" y="1607301"/>
            <a:chExt cx="2262752" cy="1162930"/>
          </a:xfrm>
        </p:grpSpPr>
        <p:sp>
          <p:nvSpPr>
            <p:cNvPr id="29" name="矩形 28"/>
            <p:cNvSpPr/>
            <p:nvPr/>
          </p:nvSpPr>
          <p:spPr>
            <a:xfrm>
              <a:off x="1132987" y="2037723"/>
              <a:ext cx="2262752" cy="732508"/>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a:t>
              </a:r>
            </a:p>
          </p:txBody>
        </p:sp>
        <p:sp>
          <p:nvSpPr>
            <p:cNvPr id="30" name="矩形 29"/>
            <p:cNvSpPr/>
            <p:nvPr/>
          </p:nvSpPr>
          <p:spPr>
            <a:xfrm>
              <a:off x="1199739" y="1607301"/>
              <a:ext cx="2196000" cy="332148"/>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latin typeface="Impact" panose="020B0806030902050204" pitchFamily="34" charset="0"/>
                </a:rPr>
                <a:t>单击添加标题</a:t>
              </a:r>
            </a:p>
          </p:txBody>
        </p:sp>
      </p:grpSp>
      <p:grpSp>
        <p:nvGrpSpPr>
          <p:cNvPr id="38" name="组合 37"/>
          <p:cNvGrpSpPr/>
          <p:nvPr/>
        </p:nvGrpSpPr>
        <p:grpSpPr>
          <a:xfrm>
            <a:off x="6994680" y="5056977"/>
            <a:ext cx="2868559" cy="1162930"/>
            <a:chOff x="6994681" y="5254739"/>
            <a:chExt cx="2262752" cy="1162930"/>
          </a:xfrm>
        </p:grpSpPr>
        <p:sp>
          <p:nvSpPr>
            <p:cNvPr id="31" name="矩形 30"/>
            <p:cNvSpPr/>
            <p:nvPr/>
          </p:nvSpPr>
          <p:spPr>
            <a:xfrm>
              <a:off x="6994681" y="5685161"/>
              <a:ext cx="2262752" cy="732508"/>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a:t>
              </a:r>
            </a:p>
          </p:txBody>
        </p:sp>
        <p:sp>
          <p:nvSpPr>
            <p:cNvPr id="32" name="矩形 31"/>
            <p:cNvSpPr/>
            <p:nvPr/>
          </p:nvSpPr>
          <p:spPr>
            <a:xfrm>
              <a:off x="6994681" y="5254739"/>
              <a:ext cx="2196000" cy="332148"/>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latin typeface="Impact" panose="020B0806030902050204" pitchFamily="34" charset="0"/>
                </a:rPr>
                <a:t>单击添加标题</a:t>
              </a:r>
            </a:p>
          </p:txBody>
        </p:sp>
      </p:grpSp>
      <p:grpSp>
        <p:nvGrpSpPr>
          <p:cNvPr id="39" name="组合 38"/>
          <p:cNvGrpSpPr/>
          <p:nvPr/>
        </p:nvGrpSpPr>
        <p:grpSpPr>
          <a:xfrm>
            <a:off x="6994680" y="3275166"/>
            <a:ext cx="2868559" cy="1162930"/>
            <a:chOff x="6994681" y="3448880"/>
            <a:chExt cx="2262752" cy="1162930"/>
          </a:xfrm>
        </p:grpSpPr>
        <p:sp>
          <p:nvSpPr>
            <p:cNvPr id="33" name="矩形 32"/>
            <p:cNvSpPr/>
            <p:nvPr/>
          </p:nvSpPr>
          <p:spPr>
            <a:xfrm>
              <a:off x="6994681" y="3879302"/>
              <a:ext cx="2262752" cy="732508"/>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a:t>
              </a:r>
            </a:p>
          </p:txBody>
        </p:sp>
        <p:sp>
          <p:nvSpPr>
            <p:cNvPr id="34" name="矩形 33"/>
            <p:cNvSpPr/>
            <p:nvPr/>
          </p:nvSpPr>
          <p:spPr>
            <a:xfrm>
              <a:off x="6994681" y="3448880"/>
              <a:ext cx="2196000" cy="332148"/>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latin typeface="Impact" panose="020B0806030902050204" pitchFamily="34" charset="0"/>
                </a:rPr>
                <a:t>单击添加标题</a:t>
              </a:r>
            </a:p>
          </p:txBody>
        </p:sp>
      </p:grpSp>
      <p:grpSp>
        <p:nvGrpSpPr>
          <p:cNvPr id="40" name="组合 39"/>
          <p:cNvGrpSpPr/>
          <p:nvPr/>
        </p:nvGrpSpPr>
        <p:grpSpPr>
          <a:xfrm>
            <a:off x="6994680" y="1493355"/>
            <a:ext cx="2868559" cy="1162930"/>
            <a:chOff x="6994681" y="1773375"/>
            <a:chExt cx="2262752" cy="1162930"/>
          </a:xfrm>
        </p:grpSpPr>
        <p:sp>
          <p:nvSpPr>
            <p:cNvPr id="36" name="矩形 35"/>
            <p:cNvSpPr/>
            <p:nvPr/>
          </p:nvSpPr>
          <p:spPr>
            <a:xfrm>
              <a:off x="6994681" y="2203797"/>
              <a:ext cx="2262752" cy="732508"/>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a:t>
              </a:r>
            </a:p>
          </p:txBody>
        </p:sp>
        <p:sp>
          <p:nvSpPr>
            <p:cNvPr id="37" name="矩形 36"/>
            <p:cNvSpPr/>
            <p:nvPr/>
          </p:nvSpPr>
          <p:spPr>
            <a:xfrm>
              <a:off x="6994681" y="1773375"/>
              <a:ext cx="2196000" cy="332148"/>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latin typeface="Impact" panose="020B0806030902050204" pitchFamily="34" charset="0"/>
                </a:rPr>
                <a:t>单击添加标题</a:t>
              </a:r>
            </a:p>
          </p:txBody>
        </p:sp>
      </p:grpSp>
      <p:sp>
        <p:nvSpPr>
          <p:cNvPr id="46" name="Freeform 15"/>
          <p:cNvSpPr>
            <a:spLocks/>
          </p:cNvSpPr>
          <p:nvPr/>
        </p:nvSpPr>
        <p:spPr bwMode="auto">
          <a:xfrm>
            <a:off x="-35530" y="5527876"/>
            <a:ext cx="1759794" cy="1542833"/>
          </a:xfrm>
          <a:custGeom>
            <a:avLst/>
            <a:gdLst>
              <a:gd name="T0" fmla="*/ 0 w 1533"/>
              <a:gd name="T1" fmla="*/ 341 h 1344"/>
              <a:gd name="T2" fmla="*/ 1282 w 1533"/>
              <a:gd name="T3" fmla="*/ 0 h 1344"/>
              <a:gd name="T4" fmla="*/ 1533 w 1533"/>
              <a:gd name="T5" fmla="*/ 932 h 1344"/>
              <a:gd name="T6" fmla="*/ 0 w 1533"/>
              <a:gd name="T7" fmla="*/ 1344 h 1344"/>
              <a:gd name="T8" fmla="*/ 0 w 1533"/>
              <a:gd name="T9" fmla="*/ 341 h 1344"/>
            </a:gdLst>
            <a:ahLst/>
            <a:cxnLst>
              <a:cxn ang="0">
                <a:pos x="T0" y="T1"/>
              </a:cxn>
              <a:cxn ang="0">
                <a:pos x="T2" y="T3"/>
              </a:cxn>
              <a:cxn ang="0">
                <a:pos x="T4" y="T5"/>
              </a:cxn>
              <a:cxn ang="0">
                <a:pos x="T6" y="T7"/>
              </a:cxn>
              <a:cxn ang="0">
                <a:pos x="T8" y="T9"/>
              </a:cxn>
            </a:cxnLst>
            <a:rect l="0" t="0" r="r" b="b"/>
            <a:pathLst>
              <a:path w="1533" h="1344">
                <a:moveTo>
                  <a:pt x="0" y="341"/>
                </a:moveTo>
                <a:lnTo>
                  <a:pt x="1282" y="0"/>
                </a:lnTo>
                <a:lnTo>
                  <a:pt x="1533" y="932"/>
                </a:lnTo>
                <a:lnTo>
                  <a:pt x="0" y="1344"/>
                </a:lnTo>
                <a:lnTo>
                  <a:pt x="0" y="341"/>
                </a:lnTo>
                <a:close/>
              </a:path>
            </a:pathLst>
          </a:custGeom>
          <a:solidFill>
            <a:srgbClr val="00AD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21"/>
          <p:cNvSpPr>
            <a:spLocks/>
          </p:cNvSpPr>
          <p:nvPr/>
        </p:nvSpPr>
        <p:spPr bwMode="auto">
          <a:xfrm>
            <a:off x="-33422" y="6065197"/>
            <a:ext cx="1759794" cy="1007893"/>
          </a:xfrm>
          <a:custGeom>
            <a:avLst/>
            <a:gdLst>
              <a:gd name="T0" fmla="*/ 0 w 1533"/>
              <a:gd name="T1" fmla="*/ 379 h 878"/>
              <a:gd name="T2" fmla="*/ 1408 w 1533"/>
              <a:gd name="T3" fmla="*/ 0 h 878"/>
              <a:gd name="T4" fmla="*/ 1533 w 1533"/>
              <a:gd name="T5" fmla="*/ 466 h 878"/>
              <a:gd name="T6" fmla="*/ 0 w 1533"/>
              <a:gd name="T7" fmla="*/ 878 h 878"/>
              <a:gd name="T8" fmla="*/ 0 w 1533"/>
              <a:gd name="T9" fmla="*/ 379 h 878"/>
            </a:gdLst>
            <a:ahLst/>
            <a:cxnLst>
              <a:cxn ang="0">
                <a:pos x="T0" y="T1"/>
              </a:cxn>
              <a:cxn ang="0">
                <a:pos x="T2" y="T3"/>
              </a:cxn>
              <a:cxn ang="0">
                <a:pos x="T4" y="T5"/>
              </a:cxn>
              <a:cxn ang="0">
                <a:pos x="T6" y="T7"/>
              </a:cxn>
              <a:cxn ang="0">
                <a:pos x="T8" y="T9"/>
              </a:cxn>
            </a:cxnLst>
            <a:rect l="0" t="0" r="r" b="b"/>
            <a:pathLst>
              <a:path w="1533" h="878">
                <a:moveTo>
                  <a:pt x="0" y="379"/>
                </a:moveTo>
                <a:lnTo>
                  <a:pt x="1408" y="0"/>
                </a:lnTo>
                <a:lnTo>
                  <a:pt x="1533" y="466"/>
                </a:lnTo>
                <a:lnTo>
                  <a:pt x="0" y="878"/>
                </a:lnTo>
                <a:lnTo>
                  <a:pt x="0" y="379"/>
                </a:lnTo>
                <a:close/>
              </a:path>
            </a:pathLst>
          </a:custGeom>
          <a:solidFill>
            <a:srgbClr val="0094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568958613"/>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Freeform 5"/>
          <p:cNvSpPr>
            <a:spLocks noChangeAspect="1"/>
          </p:cNvSpPr>
          <p:nvPr/>
        </p:nvSpPr>
        <p:spPr bwMode="auto">
          <a:xfrm>
            <a:off x="6762751" y="896145"/>
            <a:ext cx="3096000" cy="1424161"/>
          </a:xfrm>
          <a:custGeom>
            <a:avLst/>
            <a:gdLst>
              <a:gd name="T0" fmla="*/ 391 w 399"/>
              <a:gd name="T1" fmla="*/ 76 h 182"/>
              <a:gd name="T2" fmla="*/ 335 w 399"/>
              <a:gd name="T3" fmla="*/ 20 h 182"/>
              <a:gd name="T4" fmla="*/ 305 w 399"/>
              <a:gd name="T5" fmla="*/ 20 h 182"/>
              <a:gd name="T6" fmla="*/ 305 w 399"/>
              <a:gd name="T7" fmla="*/ 50 h 182"/>
              <a:gd name="T8" fmla="*/ 317 w 399"/>
              <a:gd name="T9" fmla="*/ 62 h 182"/>
              <a:gd name="T10" fmla="*/ 177 w 399"/>
              <a:gd name="T11" fmla="*/ 62 h 182"/>
              <a:gd name="T12" fmla="*/ 91 w 399"/>
              <a:gd name="T13" fmla="*/ 0 h 182"/>
              <a:gd name="T14" fmla="*/ 0 w 399"/>
              <a:gd name="T15" fmla="*/ 91 h 182"/>
              <a:gd name="T16" fmla="*/ 91 w 399"/>
              <a:gd name="T17" fmla="*/ 182 h 182"/>
              <a:gd name="T18" fmla="*/ 177 w 399"/>
              <a:gd name="T19" fmla="*/ 120 h 182"/>
              <a:gd name="T20" fmla="*/ 317 w 399"/>
              <a:gd name="T21" fmla="*/ 120 h 182"/>
              <a:gd name="T22" fmla="*/ 305 w 399"/>
              <a:gd name="T23" fmla="*/ 132 h 182"/>
              <a:gd name="T24" fmla="*/ 305 w 399"/>
              <a:gd name="T25" fmla="*/ 162 h 182"/>
              <a:gd name="T26" fmla="*/ 335 w 399"/>
              <a:gd name="T27" fmla="*/ 162 h 182"/>
              <a:gd name="T28" fmla="*/ 391 w 399"/>
              <a:gd name="T29" fmla="*/ 106 h 182"/>
              <a:gd name="T30" fmla="*/ 391 w 399"/>
              <a:gd name="T31" fmla="*/ 7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99" h="182">
                <a:moveTo>
                  <a:pt x="391" y="76"/>
                </a:moveTo>
                <a:cubicBezTo>
                  <a:pt x="335" y="20"/>
                  <a:pt x="335" y="20"/>
                  <a:pt x="335" y="20"/>
                </a:cubicBezTo>
                <a:cubicBezTo>
                  <a:pt x="327" y="12"/>
                  <a:pt x="313" y="12"/>
                  <a:pt x="305" y="20"/>
                </a:cubicBezTo>
                <a:cubicBezTo>
                  <a:pt x="297" y="28"/>
                  <a:pt x="297" y="42"/>
                  <a:pt x="305" y="50"/>
                </a:cubicBezTo>
                <a:cubicBezTo>
                  <a:pt x="317" y="62"/>
                  <a:pt x="317" y="62"/>
                  <a:pt x="317" y="62"/>
                </a:cubicBezTo>
                <a:cubicBezTo>
                  <a:pt x="177" y="62"/>
                  <a:pt x="177" y="62"/>
                  <a:pt x="177" y="62"/>
                </a:cubicBezTo>
                <a:cubicBezTo>
                  <a:pt x="165" y="26"/>
                  <a:pt x="131" y="0"/>
                  <a:pt x="91" y="0"/>
                </a:cubicBezTo>
                <a:cubicBezTo>
                  <a:pt x="40" y="0"/>
                  <a:pt x="0" y="41"/>
                  <a:pt x="0" y="91"/>
                </a:cubicBezTo>
                <a:cubicBezTo>
                  <a:pt x="0" y="141"/>
                  <a:pt x="40" y="182"/>
                  <a:pt x="91" y="182"/>
                </a:cubicBezTo>
                <a:cubicBezTo>
                  <a:pt x="131" y="182"/>
                  <a:pt x="165" y="156"/>
                  <a:pt x="177" y="120"/>
                </a:cubicBezTo>
                <a:cubicBezTo>
                  <a:pt x="317" y="120"/>
                  <a:pt x="317" y="120"/>
                  <a:pt x="317" y="120"/>
                </a:cubicBezTo>
                <a:cubicBezTo>
                  <a:pt x="305" y="132"/>
                  <a:pt x="305" y="132"/>
                  <a:pt x="305" y="132"/>
                </a:cubicBezTo>
                <a:cubicBezTo>
                  <a:pt x="297" y="140"/>
                  <a:pt x="297" y="153"/>
                  <a:pt x="305" y="162"/>
                </a:cubicBezTo>
                <a:cubicBezTo>
                  <a:pt x="313" y="170"/>
                  <a:pt x="327" y="170"/>
                  <a:pt x="335" y="162"/>
                </a:cubicBezTo>
                <a:cubicBezTo>
                  <a:pt x="391" y="106"/>
                  <a:pt x="391" y="106"/>
                  <a:pt x="391" y="106"/>
                </a:cubicBezTo>
                <a:cubicBezTo>
                  <a:pt x="399" y="98"/>
                  <a:pt x="399" y="84"/>
                  <a:pt x="391" y="76"/>
                </a:cubicBezTo>
                <a:close/>
              </a:path>
            </a:pathLst>
          </a:custGeom>
          <a:solidFill>
            <a:srgbClr val="FDFDFD"/>
          </a:solidFill>
          <a:ln>
            <a:noFill/>
          </a:ln>
          <a:effectLst>
            <a:outerShdw blurRad="279400" dist="76200" dir="2700000" algn="tl"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5"/>
          <p:cNvSpPr>
            <a:spLocks noChangeAspect="1"/>
          </p:cNvSpPr>
          <p:nvPr/>
        </p:nvSpPr>
        <p:spPr bwMode="auto">
          <a:xfrm>
            <a:off x="7891276" y="2214031"/>
            <a:ext cx="3096000" cy="1424161"/>
          </a:xfrm>
          <a:custGeom>
            <a:avLst/>
            <a:gdLst>
              <a:gd name="T0" fmla="*/ 391 w 399"/>
              <a:gd name="T1" fmla="*/ 76 h 182"/>
              <a:gd name="T2" fmla="*/ 335 w 399"/>
              <a:gd name="T3" fmla="*/ 20 h 182"/>
              <a:gd name="T4" fmla="*/ 305 w 399"/>
              <a:gd name="T5" fmla="*/ 20 h 182"/>
              <a:gd name="T6" fmla="*/ 305 w 399"/>
              <a:gd name="T7" fmla="*/ 50 h 182"/>
              <a:gd name="T8" fmla="*/ 317 w 399"/>
              <a:gd name="T9" fmla="*/ 62 h 182"/>
              <a:gd name="T10" fmla="*/ 177 w 399"/>
              <a:gd name="T11" fmla="*/ 62 h 182"/>
              <a:gd name="T12" fmla="*/ 91 w 399"/>
              <a:gd name="T13" fmla="*/ 0 h 182"/>
              <a:gd name="T14" fmla="*/ 0 w 399"/>
              <a:gd name="T15" fmla="*/ 91 h 182"/>
              <a:gd name="T16" fmla="*/ 91 w 399"/>
              <a:gd name="T17" fmla="*/ 182 h 182"/>
              <a:gd name="T18" fmla="*/ 177 w 399"/>
              <a:gd name="T19" fmla="*/ 120 h 182"/>
              <a:gd name="T20" fmla="*/ 317 w 399"/>
              <a:gd name="T21" fmla="*/ 120 h 182"/>
              <a:gd name="T22" fmla="*/ 305 w 399"/>
              <a:gd name="T23" fmla="*/ 132 h 182"/>
              <a:gd name="T24" fmla="*/ 305 w 399"/>
              <a:gd name="T25" fmla="*/ 162 h 182"/>
              <a:gd name="T26" fmla="*/ 335 w 399"/>
              <a:gd name="T27" fmla="*/ 162 h 182"/>
              <a:gd name="T28" fmla="*/ 391 w 399"/>
              <a:gd name="T29" fmla="*/ 106 h 182"/>
              <a:gd name="T30" fmla="*/ 391 w 399"/>
              <a:gd name="T31" fmla="*/ 7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99" h="182">
                <a:moveTo>
                  <a:pt x="391" y="76"/>
                </a:moveTo>
                <a:cubicBezTo>
                  <a:pt x="335" y="20"/>
                  <a:pt x="335" y="20"/>
                  <a:pt x="335" y="20"/>
                </a:cubicBezTo>
                <a:cubicBezTo>
                  <a:pt x="327" y="12"/>
                  <a:pt x="313" y="12"/>
                  <a:pt x="305" y="20"/>
                </a:cubicBezTo>
                <a:cubicBezTo>
                  <a:pt x="297" y="28"/>
                  <a:pt x="297" y="42"/>
                  <a:pt x="305" y="50"/>
                </a:cubicBezTo>
                <a:cubicBezTo>
                  <a:pt x="317" y="62"/>
                  <a:pt x="317" y="62"/>
                  <a:pt x="317" y="62"/>
                </a:cubicBezTo>
                <a:cubicBezTo>
                  <a:pt x="177" y="62"/>
                  <a:pt x="177" y="62"/>
                  <a:pt x="177" y="62"/>
                </a:cubicBezTo>
                <a:cubicBezTo>
                  <a:pt x="165" y="26"/>
                  <a:pt x="131" y="0"/>
                  <a:pt x="91" y="0"/>
                </a:cubicBezTo>
                <a:cubicBezTo>
                  <a:pt x="40" y="0"/>
                  <a:pt x="0" y="41"/>
                  <a:pt x="0" y="91"/>
                </a:cubicBezTo>
                <a:cubicBezTo>
                  <a:pt x="0" y="141"/>
                  <a:pt x="40" y="182"/>
                  <a:pt x="91" y="182"/>
                </a:cubicBezTo>
                <a:cubicBezTo>
                  <a:pt x="131" y="182"/>
                  <a:pt x="165" y="156"/>
                  <a:pt x="177" y="120"/>
                </a:cubicBezTo>
                <a:cubicBezTo>
                  <a:pt x="317" y="120"/>
                  <a:pt x="317" y="120"/>
                  <a:pt x="317" y="120"/>
                </a:cubicBezTo>
                <a:cubicBezTo>
                  <a:pt x="305" y="132"/>
                  <a:pt x="305" y="132"/>
                  <a:pt x="305" y="132"/>
                </a:cubicBezTo>
                <a:cubicBezTo>
                  <a:pt x="297" y="140"/>
                  <a:pt x="297" y="153"/>
                  <a:pt x="305" y="162"/>
                </a:cubicBezTo>
                <a:cubicBezTo>
                  <a:pt x="313" y="170"/>
                  <a:pt x="327" y="170"/>
                  <a:pt x="335" y="162"/>
                </a:cubicBezTo>
                <a:cubicBezTo>
                  <a:pt x="391" y="106"/>
                  <a:pt x="391" y="106"/>
                  <a:pt x="391" y="106"/>
                </a:cubicBezTo>
                <a:cubicBezTo>
                  <a:pt x="399" y="98"/>
                  <a:pt x="399" y="84"/>
                  <a:pt x="391" y="76"/>
                </a:cubicBezTo>
                <a:close/>
              </a:path>
            </a:pathLst>
          </a:custGeom>
          <a:solidFill>
            <a:srgbClr val="FDFDFD"/>
          </a:solidFill>
          <a:ln>
            <a:noFill/>
          </a:ln>
          <a:effectLst>
            <a:outerShdw blurRad="279400" dist="76200" dir="2700000" algn="tl"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5"/>
          <p:cNvSpPr>
            <a:spLocks noChangeAspect="1"/>
          </p:cNvSpPr>
          <p:nvPr/>
        </p:nvSpPr>
        <p:spPr bwMode="auto">
          <a:xfrm>
            <a:off x="6467101" y="3531917"/>
            <a:ext cx="3096000" cy="1424161"/>
          </a:xfrm>
          <a:custGeom>
            <a:avLst/>
            <a:gdLst>
              <a:gd name="T0" fmla="*/ 391 w 399"/>
              <a:gd name="T1" fmla="*/ 76 h 182"/>
              <a:gd name="T2" fmla="*/ 335 w 399"/>
              <a:gd name="T3" fmla="*/ 20 h 182"/>
              <a:gd name="T4" fmla="*/ 305 w 399"/>
              <a:gd name="T5" fmla="*/ 20 h 182"/>
              <a:gd name="T6" fmla="*/ 305 w 399"/>
              <a:gd name="T7" fmla="*/ 50 h 182"/>
              <a:gd name="T8" fmla="*/ 317 w 399"/>
              <a:gd name="T9" fmla="*/ 62 h 182"/>
              <a:gd name="T10" fmla="*/ 177 w 399"/>
              <a:gd name="T11" fmla="*/ 62 h 182"/>
              <a:gd name="T12" fmla="*/ 91 w 399"/>
              <a:gd name="T13" fmla="*/ 0 h 182"/>
              <a:gd name="T14" fmla="*/ 0 w 399"/>
              <a:gd name="T15" fmla="*/ 91 h 182"/>
              <a:gd name="T16" fmla="*/ 91 w 399"/>
              <a:gd name="T17" fmla="*/ 182 h 182"/>
              <a:gd name="T18" fmla="*/ 177 w 399"/>
              <a:gd name="T19" fmla="*/ 120 h 182"/>
              <a:gd name="T20" fmla="*/ 317 w 399"/>
              <a:gd name="T21" fmla="*/ 120 h 182"/>
              <a:gd name="T22" fmla="*/ 305 w 399"/>
              <a:gd name="T23" fmla="*/ 132 h 182"/>
              <a:gd name="T24" fmla="*/ 305 w 399"/>
              <a:gd name="T25" fmla="*/ 162 h 182"/>
              <a:gd name="T26" fmla="*/ 335 w 399"/>
              <a:gd name="T27" fmla="*/ 162 h 182"/>
              <a:gd name="T28" fmla="*/ 391 w 399"/>
              <a:gd name="T29" fmla="*/ 106 h 182"/>
              <a:gd name="T30" fmla="*/ 391 w 399"/>
              <a:gd name="T31" fmla="*/ 7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99" h="182">
                <a:moveTo>
                  <a:pt x="391" y="76"/>
                </a:moveTo>
                <a:cubicBezTo>
                  <a:pt x="335" y="20"/>
                  <a:pt x="335" y="20"/>
                  <a:pt x="335" y="20"/>
                </a:cubicBezTo>
                <a:cubicBezTo>
                  <a:pt x="327" y="12"/>
                  <a:pt x="313" y="12"/>
                  <a:pt x="305" y="20"/>
                </a:cubicBezTo>
                <a:cubicBezTo>
                  <a:pt x="297" y="28"/>
                  <a:pt x="297" y="42"/>
                  <a:pt x="305" y="50"/>
                </a:cubicBezTo>
                <a:cubicBezTo>
                  <a:pt x="317" y="62"/>
                  <a:pt x="317" y="62"/>
                  <a:pt x="317" y="62"/>
                </a:cubicBezTo>
                <a:cubicBezTo>
                  <a:pt x="177" y="62"/>
                  <a:pt x="177" y="62"/>
                  <a:pt x="177" y="62"/>
                </a:cubicBezTo>
                <a:cubicBezTo>
                  <a:pt x="165" y="26"/>
                  <a:pt x="131" y="0"/>
                  <a:pt x="91" y="0"/>
                </a:cubicBezTo>
                <a:cubicBezTo>
                  <a:pt x="40" y="0"/>
                  <a:pt x="0" y="41"/>
                  <a:pt x="0" y="91"/>
                </a:cubicBezTo>
                <a:cubicBezTo>
                  <a:pt x="0" y="141"/>
                  <a:pt x="40" y="182"/>
                  <a:pt x="91" y="182"/>
                </a:cubicBezTo>
                <a:cubicBezTo>
                  <a:pt x="131" y="182"/>
                  <a:pt x="165" y="156"/>
                  <a:pt x="177" y="120"/>
                </a:cubicBezTo>
                <a:cubicBezTo>
                  <a:pt x="317" y="120"/>
                  <a:pt x="317" y="120"/>
                  <a:pt x="317" y="120"/>
                </a:cubicBezTo>
                <a:cubicBezTo>
                  <a:pt x="305" y="132"/>
                  <a:pt x="305" y="132"/>
                  <a:pt x="305" y="132"/>
                </a:cubicBezTo>
                <a:cubicBezTo>
                  <a:pt x="297" y="140"/>
                  <a:pt x="297" y="153"/>
                  <a:pt x="305" y="162"/>
                </a:cubicBezTo>
                <a:cubicBezTo>
                  <a:pt x="313" y="170"/>
                  <a:pt x="327" y="170"/>
                  <a:pt x="335" y="162"/>
                </a:cubicBezTo>
                <a:cubicBezTo>
                  <a:pt x="391" y="106"/>
                  <a:pt x="391" y="106"/>
                  <a:pt x="391" y="106"/>
                </a:cubicBezTo>
                <a:cubicBezTo>
                  <a:pt x="399" y="98"/>
                  <a:pt x="399" y="84"/>
                  <a:pt x="391" y="76"/>
                </a:cubicBezTo>
                <a:close/>
              </a:path>
            </a:pathLst>
          </a:custGeom>
          <a:solidFill>
            <a:srgbClr val="FDFDFD"/>
          </a:solidFill>
          <a:ln>
            <a:noFill/>
          </a:ln>
          <a:effectLst>
            <a:outerShdw blurRad="279400" dist="76200" dir="2700000" algn="tl"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5"/>
          <p:cNvSpPr>
            <a:spLocks noChangeAspect="1"/>
          </p:cNvSpPr>
          <p:nvPr/>
        </p:nvSpPr>
        <p:spPr bwMode="auto">
          <a:xfrm>
            <a:off x="7562103" y="4811703"/>
            <a:ext cx="3096000" cy="1424161"/>
          </a:xfrm>
          <a:custGeom>
            <a:avLst/>
            <a:gdLst>
              <a:gd name="T0" fmla="*/ 391 w 399"/>
              <a:gd name="T1" fmla="*/ 76 h 182"/>
              <a:gd name="T2" fmla="*/ 335 w 399"/>
              <a:gd name="T3" fmla="*/ 20 h 182"/>
              <a:gd name="T4" fmla="*/ 305 w 399"/>
              <a:gd name="T5" fmla="*/ 20 h 182"/>
              <a:gd name="T6" fmla="*/ 305 w 399"/>
              <a:gd name="T7" fmla="*/ 50 h 182"/>
              <a:gd name="T8" fmla="*/ 317 w 399"/>
              <a:gd name="T9" fmla="*/ 62 h 182"/>
              <a:gd name="T10" fmla="*/ 177 w 399"/>
              <a:gd name="T11" fmla="*/ 62 h 182"/>
              <a:gd name="T12" fmla="*/ 91 w 399"/>
              <a:gd name="T13" fmla="*/ 0 h 182"/>
              <a:gd name="T14" fmla="*/ 0 w 399"/>
              <a:gd name="T15" fmla="*/ 91 h 182"/>
              <a:gd name="T16" fmla="*/ 91 w 399"/>
              <a:gd name="T17" fmla="*/ 182 h 182"/>
              <a:gd name="T18" fmla="*/ 177 w 399"/>
              <a:gd name="T19" fmla="*/ 120 h 182"/>
              <a:gd name="T20" fmla="*/ 317 w 399"/>
              <a:gd name="T21" fmla="*/ 120 h 182"/>
              <a:gd name="T22" fmla="*/ 305 w 399"/>
              <a:gd name="T23" fmla="*/ 132 h 182"/>
              <a:gd name="T24" fmla="*/ 305 w 399"/>
              <a:gd name="T25" fmla="*/ 162 h 182"/>
              <a:gd name="T26" fmla="*/ 335 w 399"/>
              <a:gd name="T27" fmla="*/ 162 h 182"/>
              <a:gd name="T28" fmla="*/ 391 w 399"/>
              <a:gd name="T29" fmla="*/ 106 h 182"/>
              <a:gd name="T30" fmla="*/ 391 w 399"/>
              <a:gd name="T31" fmla="*/ 7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99" h="182">
                <a:moveTo>
                  <a:pt x="391" y="76"/>
                </a:moveTo>
                <a:cubicBezTo>
                  <a:pt x="335" y="20"/>
                  <a:pt x="335" y="20"/>
                  <a:pt x="335" y="20"/>
                </a:cubicBezTo>
                <a:cubicBezTo>
                  <a:pt x="327" y="12"/>
                  <a:pt x="313" y="12"/>
                  <a:pt x="305" y="20"/>
                </a:cubicBezTo>
                <a:cubicBezTo>
                  <a:pt x="297" y="28"/>
                  <a:pt x="297" y="42"/>
                  <a:pt x="305" y="50"/>
                </a:cubicBezTo>
                <a:cubicBezTo>
                  <a:pt x="317" y="62"/>
                  <a:pt x="317" y="62"/>
                  <a:pt x="317" y="62"/>
                </a:cubicBezTo>
                <a:cubicBezTo>
                  <a:pt x="177" y="62"/>
                  <a:pt x="177" y="62"/>
                  <a:pt x="177" y="62"/>
                </a:cubicBezTo>
                <a:cubicBezTo>
                  <a:pt x="165" y="26"/>
                  <a:pt x="131" y="0"/>
                  <a:pt x="91" y="0"/>
                </a:cubicBezTo>
                <a:cubicBezTo>
                  <a:pt x="40" y="0"/>
                  <a:pt x="0" y="41"/>
                  <a:pt x="0" y="91"/>
                </a:cubicBezTo>
                <a:cubicBezTo>
                  <a:pt x="0" y="141"/>
                  <a:pt x="40" y="182"/>
                  <a:pt x="91" y="182"/>
                </a:cubicBezTo>
                <a:cubicBezTo>
                  <a:pt x="131" y="182"/>
                  <a:pt x="165" y="156"/>
                  <a:pt x="177" y="120"/>
                </a:cubicBezTo>
                <a:cubicBezTo>
                  <a:pt x="317" y="120"/>
                  <a:pt x="317" y="120"/>
                  <a:pt x="317" y="120"/>
                </a:cubicBezTo>
                <a:cubicBezTo>
                  <a:pt x="305" y="132"/>
                  <a:pt x="305" y="132"/>
                  <a:pt x="305" y="132"/>
                </a:cubicBezTo>
                <a:cubicBezTo>
                  <a:pt x="297" y="140"/>
                  <a:pt x="297" y="153"/>
                  <a:pt x="305" y="162"/>
                </a:cubicBezTo>
                <a:cubicBezTo>
                  <a:pt x="313" y="170"/>
                  <a:pt x="327" y="170"/>
                  <a:pt x="335" y="162"/>
                </a:cubicBezTo>
                <a:cubicBezTo>
                  <a:pt x="391" y="106"/>
                  <a:pt x="391" y="106"/>
                  <a:pt x="391" y="106"/>
                </a:cubicBezTo>
                <a:cubicBezTo>
                  <a:pt x="399" y="98"/>
                  <a:pt x="399" y="84"/>
                  <a:pt x="391" y="76"/>
                </a:cubicBezTo>
                <a:close/>
              </a:path>
            </a:pathLst>
          </a:custGeom>
          <a:solidFill>
            <a:srgbClr val="FDFDFD"/>
          </a:solidFill>
          <a:ln>
            <a:noFill/>
          </a:ln>
          <a:effectLst>
            <a:outerShdw blurRad="279400" dist="76200" dir="2700000" algn="tl"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zh-CN" altLang="en-US"/>
          </a:p>
        </p:txBody>
      </p:sp>
      <p:sp>
        <p:nvSpPr>
          <p:cNvPr id="20" name="椭圆 19"/>
          <p:cNvSpPr/>
          <p:nvPr/>
        </p:nvSpPr>
        <p:spPr>
          <a:xfrm>
            <a:off x="6935101" y="1068226"/>
            <a:ext cx="1080000" cy="1080000"/>
          </a:xfrm>
          <a:prstGeom prst="ellipse">
            <a:avLst/>
          </a:prstGeom>
          <a:gradFill>
            <a:gsLst>
              <a:gs pos="100000">
                <a:srgbClr val="FFE141"/>
              </a:gs>
              <a:gs pos="0">
                <a:srgbClr val="F5A400"/>
              </a:gs>
            </a:gsLst>
            <a:lin ang="2700000" scaled="0"/>
          </a:gradFill>
          <a:ln w="28575" cap="flat">
            <a:gradFill>
              <a:gsLst>
                <a:gs pos="0">
                  <a:srgbClr val="FFE141"/>
                </a:gs>
                <a:gs pos="100000">
                  <a:srgbClr val="F5A400"/>
                </a:gs>
              </a:gsLst>
              <a:lin ang="2700000" scaled="0"/>
            </a:gradFill>
            <a:prstDash val="solid"/>
            <a:miter lim="800000"/>
            <a:headEnd/>
            <a:tailEnd/>
          </a:ln>
          <a:effectLst>
            <a:outerShdw blurRad="279400" dist="50800" dir="2700000" sx="101000" sy="101000" algn="ctr" rotWithShape="0">
              <a:srgbClr val="000000">
                <a:alpha val="28000"/>
              </a:srgbClr>
            </a:outerShdw>
          </a:effectLst>
        </p:spPr>
        <p:txBody>
          <a:bodyPr vert="horz" wrap="square" lIns="91440" tIns="45720" rIns="91440" bIns="45720" numCol="1" anchor="t" anchorCtr="0" compatLnSpc="1">
            <a:prstTxWarp prst="textNoShape">
              <a:avLst/>
            </a:prstTxWarp>
          </a:bodyPr>
          <a:lstStyle/>
          <a:p>
            <a:endParaRPr lang="zh-CN" altLang="en-US" dirty="0">
              <a:solidFill>
                <a:schemeClr val="tx1"/>
              </a:solidFill>
            </a:endParaRPr>
          </a:p>
        </p:txBody>
      </p:sp>
      <p:sp>
        <p:nvSpPr>
          <p:cNvPr id="21" name="椭圆 20"/>
          <p:cNvSpPr/>
          <p:nvPr/>
        </p:nvSpPr>
        <p:spPr>
          <a:xfrm>
            <a:off x="8049153" y="2380915"/>
            <a:ext cx="1080000" cy="1080000"/>
          </a:xfrm>
          <a:prstGeom prst="ellipse">
            <a:avLst/>
          </a:prstGeom>
          <a:gradFill>
            <a:gsLst>
              <a:gs pos="100000">
                <a:srgbClr val="E8609E"/>
              </a:gs>
              <a:gs pos="0">
                <a:srgbClr val="A80082"/>
              </a:gs>
            </a:gsLst>
            <a:lin ang="2700000" scaled="0"/>
          </a:gradFill>
          <a:ln w="28575" cap="flat">
            <a:gradFill>
              <a:gsLst>
                <a:gs pos="0">
                  <a:srgbClr val="E8609E"/>
                </a:gs>
                <a:gs pos="100000">
                  <a:srgbClr val="A80082"/>
                </a:gs>
              </a:gsLst>
              <a:lin ang="2700000" scaled="0"/>
            </a:gradFill>
            <a:prstDash val="solid"/>
            <a:miter lim="800000"/>
            <a:headEnd/>
            <a:tailEnd/>
          </a:ln>
          <a:effectLst>
            <a:outerShdw blurRad="279400" dist="50800" dir="2700000" sx="101000" sy="101000" algn="ctr" rotWithShape="0">
              <a:srgbClr val="000000">
                <a:alpha val="28000"/>
              </a:srgbClr>
            </a:outerShdw>
          </a:effectLst>
        </p:spPr>
        <p:txBody>
          <a:bodyPr vert="horz" wrap="square" lIns="91440" tIns="45720" rIns="91440" bIns="45720" numCol="1" anchor="t" anchorCtr="0" compatLnSpc="1">
            <a:prstTxWarp prst="textNoShape">
              <a:avLst/>
            </a:prstTxWarp>
          </a:bodyPr>
          <a:lstStyle/>
          <a:p>
            <a:endParaRPr lang="zh-CN" altLang="en-US" dirty="0">
              <a:solidFill>
                <a:schemeClr val="tx1"/>
              </a:solidFill>
            </a:endParaRPr>
          </a:p>
        </p:txBody>
      </p:sp>
      <p:sp>
        <p:nvSpPr>
          <p:cNvPr id="22" name="椭圆 21"/>
          <p:cNvSpPr/>
          <p:nvPr/>
        </p:nvSpPr>
        <p:spPr>
          <a:xfrm>
            <a:off x="7713601" y="4984621"/>
            <a:ext cx="1080000" cy="1080000"/>
          </a:xfrm>
          <a:prstGeom prst="ellipse">
            <a:avLst/>
          </a:prstGeom>
          <a:gradFill flip="none" rotWithShape="1">
            <a:gsLst>
              <a:gs pos="100000">
                <a:srgbClr val="A6CD47"/>
              </a:gs>
              <a:gs pos="0">
                <a:srgbClr val="009A5C"/>
              </a:gs>
            </a:gsLst>
            <a:lin ang="2700000" scaled="0"/>
            <a:tileRect/>
          </a:gradFill>
          <a:ln w="28575">
            <a:gradFill flip="none" rotWithShape="1">
              <a:gsLst>
                <a:gs pos="0">
                  <a:srgbClr val="A6CD47"/>
                </a:gs>
                <a:gs pos="100000">
                  <a:srgbClr val="009A5C"/>
                </a:gs>
              </a:gsLst>
              <a:lin ang="2700000" scaled="0"/>
              <a:tileRect/>
            </a:gradFill>
          </a:ln>
          <a:effectLst>
            <a:outerShdw blurRad="279400" dist="76200" dir="2700000" sx="101000" sy="101000" algn="tl"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3" name="椭圆 22"/>
          <p:cNvSpPr/>
          <p:nvPr/>
        </p:nvSpPr>
        <p:spPr>
          <a:xfrm>
            <a:off x="6619502" y="3703997"/>
            <a:ext cx="1080000" cy="1080000"/>
          </a:xfrm>
          <a:prstGeom prst="ellipse">
            <a:avLst/>
          </a:prstGeom>
          <a:gradFill flip="none" rotWithShape="1">
            <a:gsLst>
              <a:gs pos="0">
                <a:srgbClr val="005DAD"/>
              </a:gs>
              <a:gs pos="100000">
                <a:srgbClr val="5796D0"/>
              </a:gs>
            </a:gsLst>
            <a:lin ang="2700000" scaled="0"/>
            <a:tileRect/>
          </a:gradFill>
          <a:ln w="28575">
            <a:gradFill flip="none" rotWithShape="1">
              <a:gsLst>
                <a:gs pos="0">
                  <a:srgbClr val="005DAD"/>
                </a:gs>
                <a:gs pos="100000">
                  <a:srgbClr val="5796D0"/>
                </a:gs>
              </a:gsLst>
              <a:lin ang="0" scaled="0"/>
              <a:tileRect/>
            </a:gradFill>
          </a:ln>
          <a:effectLst>
            <a:outerShdw blurRad="279400" dist="76200" dir="2700000" sx="101000" sy="101000" algn="tl"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8" name="文本框 27"/>
          <p:cNvSpPr txBox="1"/>
          <p:nvPr/>
        </p:nvSpPr>
        <p:spPr>
          <a:xfrm>
            <a:off x="4857083" y="2544700"/>
            <a:ext cx="2856518" cy="830997"/>
          </a:xfrm>
          <a:prstGeom prst="rect">
            <a:avLst/>
          </a:prstGeom>
          <a:noFill/>
        </p:spPr>
        <p:txBody>
          <a:bodyPr wrap="square" rtlCol="0">
            <a:spAutoFit/>
          </a:bodyPr>
          <a:lstStyle/>
          <a:p>
            <a:pPr algn="r">
              <a:lnSpc>
                <a:spcPct val="120000"/>
              </a:lnSpc>
            </a:pPr>
            <a:r>
              <a:rPr lang="zh-CN" altLang="en-US" sz="2400" b="1" dirty="0">
                <a:solidFill>
                  <a:srgbClr val="B02385"/>
                </a:solidFill>
              </a:rPr>
              <a:t>添加标题</a:t>
            </a:r>
            <a:endParaRPr lang="en-US" altLang="zh-CN" sz="2400" b="1" dirty="0">
              <a:solidFill>
                <a:srgbClr val="B02385"/>
              </a:solidFill>
            </a:endParaRPr>
          </a:p>
          <a:p>
            <a:pPr algn="r">
              <a:lnSpc>
                <a:spcPct val="120000"/>
              </a:lnSpc>
            </a:pPr>
            <a:r>
              <a:rPr lang="zh-CN" altLang="en-US" sz="1600" dirty="0">
                <a:solidFill>
                  <a:schemeClr val="tx1">
                    <a:lumMod val="65000"/>
                    <a:lumOff val="35000"/>
                  </a:schemeClr>
                </a:solidFill>
              </a:rPr>
              <a:t>添加内容添加内容</a:t>
            </a:r>
          </a:p>
        </p:txBody>
      </p:sp>
      <p:sp>
        <p:nvSpPr>
          <p:cNvPr id="29" name="文本框 28"/>
          <p:cNvSpPr txBox="1"/>
          <p:nvPr/>
        </p:nvSpPr>
        <p:spPr>
          <a:xfrm>
            <a:off x="3894087" y="1192726"/>
            <a:ext cx="2856518" cy="830997"/>
          </a:xfrm>
          <a:prstGeom prst="rect">
            <a:avLst/>
          </a:prstGeom>
          <a:noFill/>
        </p:spPr>
        <p:txBody>
          <a:bodyPr wrap="square" rtlCol="0">
            <a:spAutoFit/>
          </a:bodyPr>
          <a:lstStyle/>
          <a:p>
            <a:pPr algn="r">
              <a:lnSpc>
                <a:spcPct val="120000"/>
              </a:lnSpc>
            </a:pPr>
            <a:r>
              <a:rPr lang="zh-CN" altLang="en-US" sz="2400" b="1" dirty="0">
                <a:solidFill>
                  <a:srgbClr val="F6AE1A"/>
                </a:solidFill>
              </a:rPr>
              <a:t>添加标题</a:t>
            </a:r>
            <a:endParaRPr lang="en-US" altLang="zh-CN" sz="2400" b="1" dirty="0">
              <a:solidFill>
                <a:srgbClr val="F6AE1A"/>
              </a:solidFill>
            </a:endParaRPr>
          </a:p>
          <a:p>
            <a:pPr algn="r">
              <a:lnSpc>
                <a:spcPct val="120000"/>
              </a:lnSpc>
            </a:pPr>
            <a:r>
              <a:rPr lang="zh-CN" altLang="en-US" sz="1600" dirty="0">
                <a:solidFill>
                  <a:schemeClr val="tx1">
                    <a:lumMod val="65000"/>
                    <a:lumOff val="35000"/>
                  </a:schemeClr>
                </a:solidFill>
              </a:rPr>
              <a:t>添加内容添加内容</a:t>
            </a:r>
          </a:p>
        </p:txBody>
      </p:sp>
      <p:sp>
        <p:nvSpPr>
          <p:cNvPr id="30" name="文本框 29"/>
          <p:cNvSpPr txBox="1"/>
          <p:nvPr/>
        </p:nvSpPr>
        <p:spPr>
          <a:xfrm>
            <a:off x="3534383" y="3896674"/>
            <a:ext cx="2856518" cy="830997"/>
          </a:xfrm>
          <a:prstGeom prst="rect">
            <a:avLst/>
          </a:prstGeom>
          <a:noFill/>
        </p:spPr>
        <p:txBody>
          <a:bodyPr wrap="square" rtlCol="0">
            <a:spAutoFit/>
          </a:bodyPr>
          <a:lstStyle/>
          <a:p>
            <a:pPr algn="r">
              <a:lnSpc>
                <a:spcPct val="120000"/>
              </a:lnSpc>
            </a:pPr>
            <a:r>
              <a:rPr lang="zh-CN" altLang="en-US" sz="2400" b="1" dirty="0">
                <a:solidFill>
                  <a:srgbClr val="097FBA"/>
                </a:solidFill>
              </a:rPr>
              <a:t>添加标题</a:t>
            </a:r>
            <a:endParaRPr lang="en-US" altLang="zh-CN" sz="2400" b="1" dirty="0">
              <a:solidFill>
                <a:srgbClr val="097FBA"/>
              </a:solidFill>
            </a:endParaRPr>
          </a:p>
          <a:p>
            <a:pPr algn="r">
              <a:lnSpc>
                <a:spcPct val="120000"/>
              </a:lnSpc>
            </a:pPr>
            <a:r>
              <a:rPr lang="zh-CN" altLang="en-US" sz="1600" dirty="0">
                <a:solidFill>
                  <a:schemeClr val="tx1">
                    <a:lumMod val="65000"/>
                    <a:lumOff val="35000"/>
                  </a:schemeClr>
                </a:solidFill>
              </a:rPr>
              <a:t>添加内容添加内容</a:t>
            </a:r>
          </a:p>
        </p:txBody>
      </p:sp>
      <p:sp>
        <p:nvSpPr>
          <p:cNvPr id="31" name="文本框 30"/>
          <p:cNvSpPr txBox="1"/>
          <p:nvPr/>
        </p:nvSpPr>
        <p:spPr>
          <a:xfrm>
            <a:off x="4618583" y="5292113"/>
            <a:ext cx="2856518" cy="830997"/>
          </a:xfrm>
          <a:prstGeom prst="rect">
            <a:avLst/>
          </a:prstGeom>
          <a:noFill/>
        </p:spPr>
        <p:txBody>
          <a:bodyPr wrap="square" rtlCol="0">
            <a:spAutoFit/>
          </a:bodyPr>
          <a:lstStyle/>
          <a:p>
            <a:pPr algn="r">
              <a:lnSpc>
                <a:spcPct val="120000"/>
              </a:lnSpc>
            </a:pPr>
            <a:r>
              <a:rPr lang="zh-CN" altLang="en-US" sz="2400" b="1" dirty="0">
                <a:solidFill>
                  <a:srgbClr val="9FC628"/>
                </a:solidFill>
              </a:rPr>
              <a:t>添加标题</a:t>
            </a:r>
            <a:endParaRPr lang="en-US" altLang="zh-CN" sz="2400" b="1" dirty="0">
              <a:solidFill>
                <a:srgbClr val="9FC628"/>
              </a:solidFill>
            </a:endParaRPr>
          </a:p>
          <a:p>
            <a:pPr algn="r">
              <a:lnSpc>
                <a:spcPct val="120000"/>
              </a:lnSpc>
            </a:pPr>
            <a:r>
              <a:rPr lang="zh-CN" altLang="en-US" sz="1600" dirty="0">
                <a:solidFill>
                  <a:schemeClr val="tx1">
                    <a:lumMod val="65000"/>
                    <a:lumOff val="35000"/>
                  </a:schemeClr>
                </a:solidFill>
              </a:rPr>
              <a:t>添加内容添加内容</a:t>
            </a:r>
          </a:p>
        </p:txBody>
      </p:sp>
      <p:sp>
        <p:nvSpPr>
          <p:cNvPr id="33" name="文本框 32"/>
          <p:cNvSpPr txBox="1"/>
          <p:nvPr/>
        </p:nvSpPr>
        <p:spPr>
          <a:xfrm>
            <a:off x="8187451" y="1377393"/>
            <a:ext cx="1203664" cy="461665"/>
          </a:xfrm>
          <a:prstGeom prst="rect">
            <a:avLst/>
          </a:prstGeom>
          <a:noFill/>
        </p:spPr>
        <p:txBody>
          <a:bodyPr wrap="none" rtlCol="0">
            <a:spAutoFit/>
          </a:bodyPr>
          <a:lstStyle/>
          <a:p>
            <a:pPr algn="ctr"/>
            <a:r>
              <a:rPr lang="en-US" altLang="zh-CN" sz="2400" dirty="0">
                <a:solidFill>
                  <a:schemeClr val="tx1">
                    <a:lumMod val="50000"/>
                    <a:lumOff val="50000"/>
                  </a:schemeClr>
                </a:solidFill>
              </a:rPr>
              <a:t>STEP  </a:t>
            </a:r>
            <a:r>
              <a:rPr lang="en-US" altLang="zh-CN" sz="2400" dirty="0">
                <a:solidFill>
                  <a:schemeClr val="tx1">
                    <a:lumMod val="50000"/>
                    <a:lumOff val="50000"/>
                  </a:schemeClr>
                </a:solidFill>
                <a:latin typeface="Impact" panose="020B0806030902050204" pitchFamily="34" charset="0"/>
              </a:rPr>
              <a:t>01</a:t>
            </a:r>
            <a:endParaRPr lang="zh-CN" altLang="en-US" sz="2400" dirty="0">
              <a:solidFill>
                <a:schemeClr val="tx1">
                  <a:lumMod val="50000"/>
                  <a:lumOff val="50000"/>
                </a:schemeClr>
              </a:solidFill>
              <a:latin typeface="Impact" panose="020B0806030902050204" pitchFamily="34" charset="0"/>
            </a:endParaRPr>
          </a:p>
        </p:txBody>
      </p:sp>
      <p:sp>
        <p:nvSpPr>
          <p:cNvPr id="34" name="文本框 33"/>
          <p:cNvSpPr txBox="1"/>
          <p:nvPr/>
        </p:nvSpPr>
        <p:spPr>
          <a:xfrm>
            <a:off x="9331230" y="2690082"/>
            <a:ext cx="1240532" cy="461665"/>
          </a:xfrm>
          <a:prstGeom prst="rect">
            <a:avLst/>
          </a:prstGeom>
          <a:noFill/>
        </p:spPr>
        <p:txBody>
          <a:bodyPr wrap="none" rtlCol="0">
            <a:spAutoFit/>
          </a:bodyPr>
          <a:lstStyle/>
          <a:p>
            <a:pPr algn="ctr"/>
            <a:r>
              <a:rPr lang="en-US" altLang="zh-CN" sz="2400" dirty="0">
                <a:solidFill>
                  <a:schemeClr val="tx1">
                    <a:lumMod val="50000"/>
                    <a:lumOff val="50000"/>
                  </a:schemeClr>
                </a:solidFill>
              </a:rPr>
              <a:t>STEP  </a:t>
            </a:r>
            <a:r>
              <a:rPr lang="en-US" altLang="zh-CN" sz="2400" dirty="0">
                <a:solidFill>
                  <a:schemeClr val="tx1">
                    <a:lumMod val="50000"/>
                    <a:lumOff val="50000"/>
                  </a:schemeClr>
                </a:solidFill>
                <a:latin typeface="Impact" panose="020B0806030902050204" pitchFamily="34" charset="0"/>
              </a:rPr>
              <a:t>02</a:t>
            </a:r>
            <a:endParaRPr lang="zh-CN" altLang="en-US" sz="2400" dirty="0">
              <a:solidFill>
                <a:schemeClr val="tx1">
                  <a:lumMod val="50000"/>
                  <a:lumOff val="50000"/>
                </a:schemeClr>
              </a:solidFill>
              <a:latin typeface="Impact" panose="020B0806030902050204" pitchFamily="34" charset="0"/>
            </a:endParaRPr>
          </a:p>
        </p:txBody>
      </p:sp>
      <p:sp>
        <p:nvSpPr>
          <p:cNvPr id="35" name="文本框 34"/>
          <p:cNvSpPr txBox="1"/>
          <p:nvPr/>
        </p:nvSpPr>
        <p:spPr>
          <a:xfrm>
            <a:off x="7847094" y="4014003"/>
            <a:ext cx="1250150" cy="461665"/>
          </a:xfrm>
          <a:prstGeom prst="rect">
            <a:avLst/>
          </a:prstGeom>
          <a:noFill/>
        </p:spPr>
        <p:txBody>
          <a:bodyPr wrap="none" rtlCol="0">
            <a:spAutoFit/>
          </a:bodyPr>
          <a:lstStyle/>
          <a:p>
            <a:pPr algn="ctr"/>
            <a:r>
              <a:rPr lang="en-US" altLang="zh-CN" sz="2400" dirty="0">
                <a:solidFill>
                  <a:schemeClr val="tx1">
                    <a:lumMod val="50000"/>
                    <a:lumOff val="50000"/>
                  </a:schemeClr>
                </a:solidFill>
              </a:rPr>
              <a:t>STEP  </a:t>
            </a:r>
            <a:r>
              <a:rPr lang="en-US" altLang="zh-CN" sz="2400" dirty="0">
                <a:solidFill>
                  <a:schemeClr val="tx1">
                    <a:lumMod val="50000"/>
                    <a:lumOff val="50000"/>
                  </a:schemeClr>
                </a:solidFill>
                <a:latin typeface="Impact" panose="020B0806030902050204" pitchFamily="34" charset="0"/>
              </a:rPr>
              <a:t>03</a:t>
            </a:r>
            <a:endParaRPr lang="zh-CN" altLang="en-US" sz="2400" dirty="0">
              <a:solidFill>
                <a:schemeClr val="tx1">
                  <a:lumMod val="50000"/>
                  <a:lumOff val="50000"/>
                </a:schemeClr>
              </a:solidFill>
              <a:latin typeface="Impact" panose="020B0806030902050204" pitchFamily="34" charset="0"/>
            </a:endParaRPr>
          </a:p>
        </p:txBody>
      </p:sp>
      <p:sp>
        <p:nvSpPr>
          <p:cNvPr id="36" name="文本框 35"/>
          <p:cNvSpPr txBox="1"/>
          <p:nvPr/>
        </p:nvSpPr>
        <p:spPr>
          <a:xfrm>
            <a:off x="8942835" y="5292113"/>
            <a:ext cx="1240532" cy="461665"/>
          </a:xfrm>
          <a:prstGeom prst="rect">
            <a:avLst/>
          </a:prstGeom>
          <a:noFill/>
        </p:spPr>
        <p:txBody>
          <a:bodyPr wrap="none" rtlCol="0">
            <a:spAutoFit/>
          </a:bodyPr>
          <a:lstStyle/>
          <a:p>
            <a:pPr algn="ctr"/>
            <a:r>
              <a:rPr lang="en-US" altLang="zh-CN" sz="2400" dirty="0">
                <a:solidFill>
                  <a:schemeClr val="tx1">
                    <a:lumMod val="50000"/>
                    <a:lumOff val="50000"/>
                  </a:schemeClr>
                </a:solidFill>
              </a:rPr>
              <a:t>STEP  </a:t>
            </a:r>
            <a:r>
              <a:rPr lang="en-US" altLang="zh-CN" sz="2400" dirty="0">
                <a:solidFill>
                  <a:schemeClr val="tx1">
                    <a:lumMod val="50000"/>
                    <a:lumOff val="50000"/>
                  </a:schemeClr>
                </a:solidFill>
                <a:latin typeface="Impact" panose="020B0806030902050204" pitchFamily="34" charset="0"/>
              </a:rPr>
              <a:t>04</a:t>
            </a:r>
            <a:endParaRPr lang="zh-CN" altLang="en-US" sz="2400" dirty="0">
              <a:solidFill>
                <a:schemeClr val="tx1">
                  <a:lumMod val="50000"/>
                  <a:lumOff val="50000"/>
                </a:schemeClr>
              </a:solidFill>
              <a:latin typeface="Impact" panose="020B0806030902050204" pitchFamily="34" charset="0"/>
            </a:endParaRPr>
          </a:p>
        </p:txBody>
      </p:sp>
      <p:grpSp>
        <p:nvGrpSpPr>
          <p:cNvPr id="37" name="组合 36"/>
          <p:cNvGrpSpPr/>
          <p:nvPr/>
        </p:nvGrpSpPr>
        <p:grpSpPr>
          <a:xfrm>
            <a:off x="7159502" y="1233520"/>
            <a:ext cx="999587" cy="975145"/>
            <a:chOff x="3251200" y="2600325"/>
            <a:chExt cx="1882776" cy="1836738"/>
          </a:xfrm>
        </p:grpSpPr>
        <p:sp>
          <p:nvSpPr>
            <p:cNvPr id="38" name="Freeform 12"/>
            <p:cNvSpPr>
              <a:spLocks/>
            </p:cNvSpPr>
            <p:nvPr/>
          </p:nvSpPr>
          <p:spPr bwMode="auto">
            <a:xfrm>
              <a:off x="3297238" y="2674938"/>
              <a:ext cx="1836738" cy="1762125"/>
            </a:xfrm>
            <a:custGeom>
              <a:avLst/>
              <a:gdLst>
                <a:gd name="T0" fmla="*/ 721 w 1157"/>
                <a:gd name="T1" fmla="*/ 1110 h 1110"/>
                <a:gd name="T2" fmla="*/ 173 w 1157"/>
                <a:gd name="T3" fmla="*/ 570 h 1110"/>
                <a:gd name="T4" fmla="*/ 194 w 1157"/>
                <a:gd name="T5" fmla="*/ 528 h 1110"/>
                <a:gd name="T6" fmla="*/ 168 w 1157"/>
                <a:gd name="T7" fmla="*/ 440 h 1110"/>
                <a:gd name="T8" fmla="*/ 203 w 1157"/>
                <a:gd name="T9" fmla="*/ 322 h 1110"/>
                <a:gd name="T10" fmla="*/ 0 w 1157"/>
                <a:gd name="T11" fmla="*/ 69 h 1110"/>
                <a:gd name="T12" fmla="*/ 95 w 1157"/>
                <a:gd name="T13" fmla="*/ 0 h 1110"/>
                <a:gd name="T14" fmla="*/ 291 w 1157"/>
                <a:gd name="T15" fmla="*/ 218 h 1110"/>
                <a:gd name="T16" fmla="*/ 506 w 1157"/>
                <a:gd name="T17" fmla="*/ 194 h 1110"/>
                <a:gd name="T18" fmla="*/ 1157 w 1157"/>
                <a:gd name="T19" fmla="*/ 845 h 1110"/>
                <a:gd name="T20" fmla="*/ 721 w 1157"/>
                <a:gd name="T21" fmla="*/ 1110 h 1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57" h="1110">
                  <a:moveTo>
                    <a:pt x="721" y="1110"/>
                  </a:moveTo>
                  <a:lnTo>
                    <a:pt x="173" y="570"/>
                  </a:lnTo>
                  <a:lnTo>
                    <a:pt x="194" y="528"/>
                  </a:lnTo>
                  <a:lnTo>
                    <a:pt x="168" y="440"/>
                  </a:lnTo>
                  <a:lnTo>
                    <a:pt x="203" y="322"/>
                  </a:lnTo>
                  <a:lnTo>
                    <a:pt x="0" y="69"/>
                  </a:lnTo>
                  <a:lnTo>
                    <a:pt x="95" y="0"/>
                  </a:lnTo>
                  <a:lnTo>
                    <a:pt x="291" y="218"/>
                  </a:lnTo>
                  <a:lnTo>
                    <a:pt x="506" y="194"/>
                  </a:lnTo>
                  <a:lnTo>
                    <a:pt x="1157" y="845"/>
                  </a:lnTo>
                  <a:lnTo>
                    <a:pt x="721" y="1110"/>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9" name="Freeform 13"/>
            <p:cNvSpPr>
              <a:spLocks/>
            </p:cNvSpPr>
            <p:nvPr/>
          </p:nvSpPr>
          <p:spPr bwMode="auto">
            <a:xfrm>
              <a:off x="3251200" y="2600325"/>
              <a:ext cx="420688" cy="473075"/>
            </a:xfrm>
            <a:custGeom>
              <a:avLst/>
              <a:gdLst>
                <a:gd name="T0" fmla="*/ 19 w 112"/>
                <a:gd name="T1" fmla="*/ 56 h 126"/>
                <a:gd name="T2" fmla="*/ 51 w 112"/>
                <a:gd name="T3" fmla="*/ 64 h 126"/>
                <a:gd name="T4" fmla="*/ 98 w 112"/>
                <a:gd name="T5" fmla="*/ 126 h 126"/>
                <a:gd name="T6" fmla="*/ 112 w 112"/>
                <a:gd name="T7" fmla="*/ 115 h 126"/>
                <a:gd name="T8" fmla="*/ 59 w 112"/>
                <a:gd name="T9" fmla="*/ 58 h 126"/>
                <a:gd name="T10" fmla="*/ 56 w 112"/>
                <a:gd name="T11" fmla="*/ 24 h 126"/>
                <a:gd name="T12" fmla="*/ 26 w 112"/>
                <a:gd name="T13" fmla="*/ 0 h 126"/>
                <a:gd name="T14" fmla="*/ 30 w 112"/>
                <a:gd name="T15" fmla="*/ 27 h 126"/>
                <a:gd name="T16" fmla="*/ 26 w 112"/>
                <a:gd name="T17" fmla="*/ 27 h 126"/>
                <a:gd name="T18" fmla="*/ 26 w 112"/>
                <a:gd name="T19" fmla="*/ 30 h 126"/>
                <a:gd name="T20" fmla="*/ 0 w 112"/>
                <a:gd name="T21" fmla="*/ 22 h 126"/>
                <a:gd name="T22" fmla="*/ 19 w 112"/>
                <a:gd name="T23" fmla="*/ 5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2" h="126">
                  <a:moveTo>
                    <a:pt x="19" y="56"/>
                  </a:moveTo>
                  <a:cubicBezTo>
                    <a:pt x="32" y="65"/>
                    <a:pt x="46" y="65"/>
                    <a:pt x="51" y="64"/>
                  </a:cubicBezTo>
                  <a:cubicBezTo>
                    <a:pt x="98" y="126"/>
                    <a:pt x="98" y="126"/>
                    <a:pt x="98" y="126"/>
                  </a:cubicBezTo>
                  <a:cubicBezTo>
                    <a:pt x="112" y="115"/>
                    <a:pt x="112" y="115"/>
                    <a:pt x="112" y="115"/>
                  </a:cubicBezTo>
                  <a:cubicBezTo>
                    <a:pt x="59" y="58"/>
                    <a:pt x="59" y="58"/>
                    <a:pt x="59" y="58"/>
                  </a:cubicBezTo>
                  <a:cubicBezTo>
                    <a:pt x="60" y="54"/>
                    <a:pt x="63" y="40"/>
                    <a:pt x="56" y="24"/>
                  </a:cubicBezTo>
                  <a:cubicBezTo>
                    <a:pt x="48" y="5"/>
                    <a:pt x="26" y="0"/>
                    <a:pt x="26" y="0"/>
                  </a:cubicBezTo>
                  <a:cubicBezTo>
                    <a:pt x="30" y="27"/>
                    <a:pt x="30" y="27"/>
                    <a:pt x="30" y="27"/>
                  </a:cubicBezTo>
                  <a:cubicBezTo>
                    <a:pt x="28" y="27"/>
                    <a:pt x="27" y="27"/>
                    <a:pt x="26" y="27"/>
                  </a:cubicBezTo>
                  <a:cubicBezTo>
                    <a:pt x="26" y="28"/>
                    <a:pt x="25" y="29"/>
                    <a:pt x="26" y="30"/>
                  </a:cubicBezTo>
                  <a:cubicBezTo>
                    <a:pt x="0" y="22"/>
                    <a:pt x="0" y="22"/>
                    <a:pt x="0" y="22"/>
                  </a:cubicBezTo>
                  <a:cubicBezTo>
                    <a:pt x="0" y="22"/>
                    <a:pt x="1" y="44"/>
                    <a:pt x="19" y="56"/>
                  </a:cubicBezTo>
                  <a:close/>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40" name="Freeform 14"/>
            <p:cNvSpPr>
              <a:spLocks/>
            </p:cNvSpPr>
            <p:nvPr/>
          </p:nvSpPr>
          <p:spPr bwMode="auto">
            <a:xfrm>
              <a:off x="3459163" y="2927350"/>
              <a:ext cx="803275" cy="750888"/>
            </a:xfrm>
            <a:custGeom>
              <a:avLst/>
              <a:gdLst>
                <a:gd name="T0" fmla="*/ 120 w 214"/>
                <a:gd name="T1" fmla="*/ 0 h 200"/>
                <a:gd name="T2" fmla="*/ 58 w 214"/>
                <a:gd name="T3" fmla="*/ 20 h 200"/>
                <a:gd name="T4" fmla="*/ 82 w 214"/>
                <a:gd name="T5" fmla="*/ 49 h 200"/>
                <a:gd name="T6" fmla="*/ 111 w 214"/>
                <a:gd name="T7" fmla="*/ 41 h 200"/>
                <a:gd name="T8" fmla="*/ 160 w 214"/>
                <a:gd name="T9" fmla="*/ 97 h 200"/>
                <a:gd name="T10" fmla="*/ 97 w 214"/>
                <a:gd name="T11" fmla="*/ 153 h 200"/>
                <a:gd name="T12" fmla="*/ 48 w 214"/>
                <a:gd name="T13" fmla="*/ 97 h 200"/>
                <a:gd name="T14" fmla="*/ 60 w 214"/>
                <a:gd name="T15" fmla="*/ 68 h 200"/>
                <a:gd name="T16" fmla="*/ 36 w 214"/>
                <a:gd name="T17" fmla="*/ 39 h 200"/>
                <a:gd name="T18" fmla="*/ 7 w 214"/>
                <a:gd name="T19" fmla="*/ 100 h 200"/>
                <a:gd name="T20" fmla="*/ 94 w 214"/>
                <a:gd name="T21" fmla="*/ 200 h 200"/>
                <a:gd name="T22" fmla="*/ 207 w 214"/>
                <a:gd name="T23" fmla="*/ 100 h 200"/>
                <a:gd name="T24" fmla="*/ 120 w 214"/>
                <a:gd name="T25" fmla="*/ 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4" h="200">
                  <a:moveTo>
                    <a:pt x="120" y="0"/>
                  </a:moveTo>
                  <a:cubicBezTo>
                    <a:pt x="98" y="0"/>
                    <a:pt x="76" y="7"/>
                    <a:pt x="58" y="20"/>
                  </a:cubicBezTo>
                  <a:cubicBezTo>
                    <a:pt x="82" y="49"/>
                    <a:pt x="82" y="49"/>
                    <a:pt x="82" y="49"/>
                  </a:cubicBezTo>
                  <a:cubicBezTo>
                    <a:pt x="91" y="44"/>
                    <a:pt x="101" y="41"/>
                    <a:pt x="111" y="41"/>
                  </a:cubicBezTo>
                  <a:cubicBezTo>
                    <a:pt x="142" y="41"/>
                    <a:pt x="164" y="66"/>
                    <a:pt x="160" y="97"/>
                  </a:cubicBezTo>
                  <a:cubicBezTo>
                    <a:pt x="156" y="128"/>
                    <a:pt x="128" y="153"/>
                    <a:pt x="97" y="153"/>
                  </a:cubicBezTo>
                  <a:cubicBezTo>
                    <a:pt x="66" y="153"/>
                    <a:pt x="44" y="128"/>
                    <a:pt x="48" y="97"/>
                  </a:cubicBezTo>
                  <a:cubicBezTo>
                    <a:pt x="50" y="86"/>
                    <a:pt x="54" y="76"/>
                    <a:pt x="60" y="68"/>
                  </a:cubicBezTo>
                  <a:cubicBezTo>
                    <a:pt x="36" y="39"/>
                    <a:pt x="36" y="39"/>
                    <a:pt x="36" y="39"/>
                  </a:cubicBezTo>
                  <a:cubicBezTo>
                    <a:pt x="20" y="56"/>
                    <a:pt x="10" y="77"/>
                    <a:pt x="7" y="100"/>
                  </a:cubicBezTo>
                  <a:cubicBezTo>
                    <a:pt x="0" y="155"/>
                    <a:pt x="38" y="200"/>
                    <a:pt x="94" y="200"/>
                  </a:cubicBezTo>
                  <a:cubicBezTo>
                    <a:pt x="149" y="200"/>
                    <a:pt x="200" y="155"/>
                    <a:pt x="207" y="100"/>
                  </a:cubicBezTo>
                  <a:cubicBezTo>
                    <a:pt x="214" y="45"/>
                    <a:pt x="175" y="0"/>
                    <a:pt x="120" y="0"/>
                  </a:cubicBezTo>
                  <a:close/>
                </a:path>
              </a:pathLst>
            </a:custGeom>
            <a:solidFill>
              <a:srgbClr val="FDFDFD"/>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41" name="Freeform 15"/>
            <p:cNvSpPr>
              <a:spLocks/>
            </p:cNvSpPr>
            <p:nvPr/>
          </p:nvSpPr>
          <p:spPr bwMode="auto">
            <a:xfrm>
              <a:off x="3676650" y="3128963"/>
              <a:ext cx="341313" cy="315913"/>
            </a:xfrm>
            <a:custGeom>
              <a:avLst/>
              <a:gdLst>
                <a:gd name="T0" fmla="*/ 40 w 91"/>
                <a:gd name="T1" fmla="*/ 84 h 84"/>
                <a:gd name="T2" fmla="*/ 87 w 91"/>
                <a:gd name="T3" fmla="*/ 42 h 84"/>
                <a:gd name="T4" fmla="*/ 51 w 91"/>
                <a:gd name="T5" fmla="*/ 0 h 84"/>
                <a:gd name="T6" fmla="*/ 31 w 91"/>
                <a:gd name="T7" fmla="*/ 4 h 84"/>
                <a:gd name="T8" fmla="*/ 31 w 91"/>
                <a:gd name="T9" fmla="*/ 13 h 84"/>
                <a:gd name="T10" fmla="*/ 47 w 91"/>
                <a:gd name="T11" fmla="*/ 37 h 84"/>
                <a:gd name="T12" fmla="*/ 40 w 91"/>
                <a:gd name="T13" fmla="*/ 43 h 84"/>
                <a:gd name="T14" fmla="*/ 18 w 91"/>
                <a:gd name="T15" fmla="*/ 24 h 84"/>
                <a:gd name="T16" fmla="*/ 17 w 91"/>
                <a:gd name="T17" fmla="*/ 24 h 84"/>
                <a:gd name="T18" fmla="*/ 10 w 91"/>
                <a:gd name="T19" fmla="*/ 22 h 84"/>
                <a:gd name="T20" fmla="*/ 3 w 91"/>
                <a:gd name="T21" fmla="*/ 42 h 84"/>
                <a:gd name="T22" fmla="*/ 40 w 91"/>
                <a:gd name="T23"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1" h="84">
                  <a:moveTo>
                    <a:pt x="40" y="84"/>
                  </a:moveTo>
                  <a:cubicBezTo>
                    <a:pt x="63" y="84"/>
                    <a:pt x="84" y="65"/>
                    <a:pt x="87" y="42"/>
                  </a:cubicBezTo>
                  <a:cubicBezTo>
                    <a:pt x="91" y="19"/>
                    <a:pt x="74" y="0"/>
                    <a:pt x="51" y="0"/>
                  </a:cubicBezTo>
                  <a:cubicBezTo>
                    <a:pt x="44" y="0"/>
                    <a:pt x="37" y="1"/>
                    <a:pt x="31" y="4"/>
                  </a:cubicBezTo>
                  <a:cubicBezTo>
                    <a:pt x="32" y="7"/>
                    <a:pt x="32" y="10"/>
                    <a:pt x="31" y="13"/>
                  </a:cubicBezTo>
                  <a:cubicBezTo>
                    <a:pt x="47" y="37"/>
                    <a:pt x="47" y="37"/>
                    <a:pt x="47" y="37"/>
                  </a:cubicBezTo>
                  <a:cubicBezTo>
                    <a:pt x="40" y="43"/>
                    <a:pt x="40" y="43"/>
                    <a:pt x="40" y="43"/>
                  </a:cubicBezTo>
                  <a:cubicBezTo>
                    <a:pt x="18" y="24"/>
                    <a:pt x="18" y="24"/>
                    <a:pt x="18" y="24"/>
                  </a:cubicBezTo>
                  <a:cubicBezTo>
                    <a:pt x="18" y="24"/>
                    <a:pt x="18" y="24"/>
                    <a:pt x="17" y="24"/>
                  </a:cubicBezTo>
                  <a:cubicBezTo>
                    <a:pt x="15" y="24"/>
                    <a:pt x="12" y="23"/>
                    <a:pt x="10" y="22"/>
                  </a:cubicBezTo>
                  <a:cubicBezTo>
                    <a:pt x="6" y="28"/>
                    <a:pt x="4" y="35"/>
                    <a:pt x="3" y="42"/>
                  </a:cubicBezTo>
                  <a:cubicBezTo>
                    <a:pt x="0" y="65"/>
                    <a:pt x="16" y="84"/>
                    <a:pt x="40" y="84"/>
                  </a:cubicBezTo>
                  <a:close/>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42" name="Freeform 16"/>
            <p:cNvSpPr>
              <a:spLocks/>
            </p:cNvSpPr>
            <p:nvPr/>
          </p:nvSpPr>
          <p:spPr bwMode="auto">
            <a:xfrm>
              <a:off x="3627438" y="3038475"/>
              <a:ext cx="203200" cy="230188"/>
            </a:xfrm>
            <a:custGeom>
              <a:avLst/>
              <a:gdLst>
                <a:gd name="T0" fmla="*/ 38 w 54"/>
                <a:gd name="T1" fmla="*/ 38 h 61"/>
                <a:gd name="T2" fmla="*/ 37 w 54"/>
                <a:gd name="T3" fmla="*/ 28 h 61"/>
                <a:gd name="T4" fmla="*/ 14 w 54"/>
                <a:gd name="T5" fmla="*/ 0 h 61"/>
                <a:gd name="T6" fmla="*/ 0 w 54"/>
                <a:gd name="T7" fmla="*/ 12 h 61"/>
                <a:gd name="T8" fmla="*/ 24 w 54"/>
                <a:gd name="T9" fmla="*/ 39 h 61"/>
                <a:gd name="T10" fmla="*/ 33 w 54"/>
                <a:gd name="T11" fmla="*/ 41 h 61"/>
                <a:gd name="T12" fmla="*/ 52 w 54"/>
                <a:gd name="T13" fmla="*/ 61 h 61"/>
                <a:gd name="T14" fmla="*/ 54 w 54"/>
                <a:gd name="T15" fmla="*/ 59 h 61"/>
                <a:gd name="T16" fmla="*/ 38 w 54"/>
                <a:gd name="T17" fmla="*/ 3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61">
                  <a:moveTo>
                    <a:pt x="38" y="38"/>
                  </a:moveTo>
                  <a:cubicBezTo>
                    <a:pt x="40" y="35"/>
                    <a:pt x="39" y="31"/>
                    <a:pt x="37" y="28"/>
                  </a:cubicBezTo>
                  <a:cubicBezTo>
                    <a:pt x="14" y="0"/>
                    <a:pt x="14" y="0"/>
                    <a:pt x="14" y="0"/>
                  </a:cubicBezTo>
                  <a:cubicBezTo>
                    <a:pt x="0" y="12"/>
                    <a:pt x="0" y="12"/>
                    <a:pt x="0" y="12"/>
                  </a:cubicBezTo>
                  <a:cubicBezTo>
                    <a:pt x="24" y="39"/>
                    <a:pt x="24" y="39"/>
                    <a:pt x="24" y="39"/>
                  </a:cubicBezTo>
                  <a:cubicBezTo>
                    <a:pt x="26" y="42"/>
                    <a:pt x="30" y="43"/>
                    <a:pt x="33" y="41"/>
                  </a:cubicBezTo>
                  <a:cubicBezTo>
                    <a:pt x="52" y="61"/>
                    <a:pt x="52" y="61"/>
                    <a:pt x="52" y="61"/>
                  </a:cubicBezTo>
                  <a:cubicBezTo>
                    <a:pt x="54" y="59"/>
                    <a:pt x="54" y="59"/>
                    <a:pt x="54" y="59"/>
                  </a:cubicBezTo>
                  <a:lnTo>
                    <a:pt x="38" y="38"/>
                  </a:lnTo>
                  <a:close/>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43" name="组合 42"/>
          <p:cNvGrpSpPr>
            <a:grpSpLocks noChangeAspect="1"/>
          </p:cNvGrpSpPr>
          <p:nvPr/>
        </p:nvGrpSpPr>
        <p:grpSpPr>
          <a:xfrm>
            <a:off x="8254433" y="2635714"/>
            <a:ext cx="1052285" cy="891540"/>
            <a:chOff x="2943226" y="131763"/>
            <a:chExt cx="2130425" cy="1804987"/>
          </a:xfrm>
        </p:grpSpPr>
        <p:sp>
          <p:nvSpPr>
            <p:cNvPr id="44" name="Freeform 20"/>
            <p:cNvSpPr>
              <a:spLocks/>
            </p:cNvSpPr>
            <p:nvPr/>
          </p:nvSpPr>
          <p:spPr bwMode="auto">
            <a:xfrm>
              <a:off x="3014663" y="155575"/>
              <a:ext cx="2058988" cy="1781175"/>
            </a:xfrm>
            <a:custGeom>
              <a:avLst/>
              <a:gdLst>
                <a:gd name="T0" fmla="*/ 532 w 1297"/>
                <a:gd name="T1" fmla="*/ 1122 h 1122"/>
                <a:gd name="T2" fmla="*/ 35 w 1297"/>
                <a:gd name="T3" fmla="*/ 622 h 1122"/>
                <a:gd name="T4" fmla="*/ 0 w 1297"/>
                <a:gd name="T5" fmla="*/ 532 h 1122"/>
                <a:gd name="T6" fmla="*/ 45 w 1297"/>
                <a:gd name="T7" fmla="*/ 468 h 1122"/>
                <a:gd name="T8" fmla="*/ 66 w 1297"/>
                <a:gd name="T9" fmla="*/ 487 h 1122"/>
                <a:gd name="T10" fmla="*/ 85 w 1297"/>
                <a:gd name="T11" fmla="*/ 416 h 1122"/>
                <a:gd name="T12" fmla="*/ 0 w 1297"/>
                <a:gd name="T13" fmla="*/ 323 h 1122"/>
                <a:gd name="T14" fmla="*/ 33 w 1297"/>
                <a:gd name="T15" fmla="*/ 173 h 1122"/>
                <a:gd name="T16" fmla="*/ 119 w 1297"/>
                <a:gd name="T17" fmla="*/ 187 h 1122"/>
                <a:gd name="T18" fmla="*/ 107 w 1297"/>
                <a:gd name="T19" fmla="*/ 128 h 1122"/>
                <a:gd name="T20" fmla="*/ 111 w 1297"/>
                <a:gd name="T21" fmla="*/ 116 h 1122"/>
                <a:gd name="T22" fmla="*/ 76 w 1297"/>
                <a:gd name="T23" fmla="*/ 83 h 1122"/>
                <a:gd name="T24" fmla="*/ 147 w 1297"/>
                <a:gd name="T25" fmla="*/ 7 h 1122"/>
                <a:gd name="T26" fmla="*/ 311 w 1297"/>
                <a:gd name="T27" fmla="*/ 147 h 1122"/>
                <a:gd name="T28" fmla="*/ 335 w 1297"/>
                <a:gd name="T29" fmla="*/ 111 h 1122"/>
                <a:gd name="T30" fmla="*/ 363 w 1297"/>
                <a:gd name="T31" fmla="*/ 137 h 1122"/>
                <a:gd name="T32" fmla="*/ 361 w 1297"/>
                <a:gd name="T33" fmla="*/ 116 h 1122"/>
                <a:gd name="T34" fmla="*/ 337 w 1297"/>
                <a:gd name="T35" fmla="*/ 92 h 1122"/>
                <a:gd name="T36" fmla="*/ 413 w 1297"/>
                <a:gd name="T37" fmla="*/ 0 h 1122"/>
                <a:gd name="T38" fmla="*/ 565 w 1297"/>
                <a:gd name="T39" fmla="*/ 128 h 1122"/>
                <a:gd name="T40" fmla="*/ 596 w 1297"/>
                <a:gd name="T41" fmla="*/ 104 h 1122"/>
                <a:gd name="T42" fmla="*/ 622 w 1297"/>
                <a:gd name="T43" fmla="*/ 128 h 1122"/>
                <a:gd name="T44" fmla="*/ 629 w 1297"/>
                <a:gd name="T45" fmla="*/ 114 h 1122"/>
                <a:gd name="T46" fmla="*/ 594 w 1297"/>
                <a:gd name="T47" fmla="*/ 83 h 1122"/>
                <a:gd name="T48" fmla="*/ 679 w 1297"/>
                <a:gd name="T49" fmla="*/ 28 h 1122"/>
                <a:gd name="T50" fmla="*/ 1297 w 1297"/>
                <a:gd name="T51" fmla="*/ 637 h 1122"/>
                <a:gd name="T52" fmla="*/ 532 w 1297"/>
                <a:gd name="T53" fmla="*/ 1122 h 1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97" h="1122">
                  <a:moveTo>
                    <a:pt x="532" y="1122"/>
                  </a:moveTo>
                  <a:lnTo>
                    <a:pt x="35" y="622"/>
                  </a:lnTo>
                  <a:lnTo>
                    <a:pt x="0" y="532"/>
                  </a:lnTo>
                  <a:lnTo>
                    <a:pt x="45" y="468"/>
                  </a:lnTo>
                  <a:lnTo>
                    <a:pt x="66" y="487"/>
                  </a:lnTo>
                  <a:lnTo>
                    <a:pt x="85" y="416"/>
                  </a:lnTo>
                  <a:lnTo>
                    <a:pt x="0" y="323"/>
                  </a:lnTo>
                  <a:lnTo>
                    <a:pt x="33" y="173"/>
                  </a:lnTo>
                  <a:lnTo>
                    <a:pt x="119" y="187"/>
                  </a:lnTo>
                  <a:lnTo>
                    <a:pt x="107" y="128"/>
                  </a:lnTo>
                  <a:lnTo>
                    <a:pt x="111" y="116"/>
                  </a:lnTo>
                  <a:lnTo>
                    <a:pt x="76" y="83"/>
                  </a:lnTo>
                  <a:lnTo>
                    <a:pt x="147" y="7"/>
                  </a:lnTo>
                  <a:lnTo>
                    <a:pt x="311" y="147"/>
                  </a:lnTo>
                  <a:lnTo>
                    <a:pt x="335" y="111"/>
                  </a:lnTo>
                  <a:lnTo>
                    <a:pt x="363" y="137"/>
                  </a:lnTo>
                  <a:lnTo>
                    <a:pt x="361" y="116"/>
                  </a:lnTo>
                  <a:lnTo>
                    <a:pt x="337" y="92"/>
                  </a:lnTo>
                  <a:lnTo>
                    <a:pt x="413" y="0"/>
                  </a:lnTo>
                  <a:lnTo>
                    <a:pt x="565" y="128"/>
                  </a:lnTo>
                  <a:lnTo>
                    <a:pt x="596" y="104"/>
                  </a:lnTo>
                  <a:lnTo>
                    <a:pt x="622" y="128"/>
                  </a:lnTo>
                  <a:lnTo>
                    <a:pt x="629" y="114"/>
                  </a:lnTo>
                  <a:lnTo>
                    <a:pt x="594" y="83"/>
                  </a:lnTo>
                  <a:lnTo>
                    <a:pt x="679" y="28"/>
                  </a:lnTo>
                  <a:lnTo>
                    <a:pt x="1297" y="637"/>
                  </a:lnTo>
                  <a:lnTo>
                    <a:pt x="532" y="1122"/>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5" name="Oval 21"/>
            <p:cNvSpPr>
              <a:spLocks noChangeArrowheads="1"/>
            </p:cNvSpPr>
            <p:nvPr/>
          </p:nvSpPr>
          <p:spPr bwMode="auto">
            <a:xfrm>
              <a:off x="3508376" y="131763"/>
              <a:ext cx="196850" cy="193675"/>
            </a:xfrm>
            <a:prstGeom prst="ellipse">
              <a:avLst/>
            </a:pr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46" name="Freeform 22"/>
            <p:cNvSpPr>
              <a:spLocks/>
            </p:cNvSpPr>
            <p:nvPr/>
          </p:nvSpPr>
          <p:spPr bwMode="auto">
            <a:xfrm>
              <a:off x="3584576" y="339725"/>
              <a:ext cx="44450" cy="33337"/>
            </a:xfrm>
            <a:custGeom>
              <a:avLst/>
              <a:gdLst>
                <a:gd name="T0" fmla="*/ 4 w 28"/>
                <a:gd name="T1" fmla="*/ 21 h 21"/>
                <a:gd name="T2" fmla="*/ 23 w 28"/>
                <a:gd name="T3" fmla="*/ 21 h 21"/>
                <a:gd name="T4" fmla="*/ 28 w 28"/>
                <a:gd name="T5" fmla="*/ 0 h 21"/>
                <a:gd name="T6" fmla="*/ 0 w 28"/>
                <a:gd name="T7" fmla="*/ 0 h 21"/>
                <a:gd name="T8" fmla="*/ 4 w 28"/>
                <a:gd name="T9" fmla="*/ 21 h 21"/>
              </a:gdLst>
              <a:ahLst/>
              <a:cxnLst>
                <a:cxn ang="0">
                  <a:pos x="T0" y="T1"/>
                </a:cxn>
                <a:cxn ang="0">
                  <a:pos x="T2" y="T3"/>
                </a:cxn>
                <a:cxn ang="0">
                  <a:pos x="T4" y="T5"/>
                </a:cxn>
                <a:cxn ang="0">
                  <a:pos x="T6" y="T7"/>
                </a:cxn>
                <a:cxn ang="0">
                  <a:pos x="T8" y="T9"/>
                </a:cxn>
              </a:cxnLst>
              <a:rect l="0" t="0" r="r" b="b"/>
              <a:pathLst>
                <a:path w="28" h="21">
                  <a:moveTo>
                    <a:pt x="4" y="21"/>
                  </a:moveTo>
                  <a:lnTo>
                    <a:pt x="23" y="21"/>
                  </a:lnTo>
                  <a:lnTo>
                    <a:pt x="28" y="0"/>
                  </a:lnTo>
                  <a:lnTo>
                    <a:pt x="0" y="0"/>
                  </a:lnTo>
                  <a:lnTo>
                    <a:pt x="4" y="21"/>
                  </a:lnTo>
                  <a:close/>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47" name="Freeform 23"/>
            <p:cNvSpPr>
              <a:spLocks/>
            </p:cNvSpPr>
            <p:nvPr/>
          </p:nvSpPr>
          <p:spPr bwMode="auto">
            <a:xfrm>
              <a:off x="3371851" y="331788"/>
              <a:ext cx="468313" cy="822325"/>
            </a:xfrm>
            <a:custGeom>
              <a:avLst/>
              <a:gdLst>
                <a:gd name="T0" fmla="*/ 123 w 124"/>
                <a:gd name="T1" fmla="*/ 100 h 218"/>
                <a:gd name="T2" fmla="*/ 109 w 124"/>
                <a:gd name="T3" fmla="*/ 16 h 218"/>
                <a:gd name="T4" fmla="*/ 79 w 124"/>
                <a:gd name="T5" fmla="*/ 0 h 218"/>
                <a:gd name="T6" fmla="*/ 66 w 124"/>
                <a:gd name="T7" fmla="*/ 30 h 218"/>
                <a:gd name="T8" fmla="*/ 66 w 124"/>
                <a:gd name="T9" fmla="*/ 13 h 218"/>
                <a:gd name="T10" fmla="*/ 58 w 124"/>
                <a:gd name="T11" fmla="*/ 13 h 218"/>
                <a:gd name="T12" fmla="*/ 58 w 124"/>
                <a:gd name="T13" fmla="*/ 30 h 218"/>
                <a:gd name="T14" fmla="*/ 45 w 124"/>
                <a:gd name="T15" fmla="*/ 0 h 218"/>
                <a:gd name="T16" fmla="*/ 15 w 124"/>
                <a:gd name="T17" fmla="*/ 16 h 218"/>
                <a:gd name="T18" fmla="*/ 1 w 124"/>
                <a:gd name="T19" fmla="*/ 100 h 218"/>
                <a:gd name="T20" fmla="*/ 11 w 124"/>
                <a:gd name="T21" fmla="*/ 111 h 218"/>
                <a:gd name="T22" fmla="*/ 22 w 124"/>
                <a:gd name="T23" fmla="*/ 100 h 218"/>
                <a:gd name="T24" fmla="*/ 29 w 124"/>
                <a:gd name="T25" fmla="*/ 42 h 218"/>
                <a:gd name="T26" fmla="*/ 30 w 124"/>
                <a:gd name="T27" fmla="*/ 105 h 218"/>
                <a:gd name="T28" fmla="*/ 36 w 124"/>
                <a:gd name="T29" fmla="*/ 105 h 218"/>
                <a:gd name="T30" fmla="*/ 36 w 124"/>
                <a:gd name="T31" fmla="*/ 206 h 218"/>
                <a:gd name="T32" fmla="*/ 48 w 124"/>
                <a:gd name="T33" fmla="*/ 218 h 218"/>
                <a:gd name="T34" fmla="*/ 60 w 124"/>
                <a:gd name="T35" fmla="*/ 206 h 218"/>
                <a:gd name="T36" fmla="*/ 60 w 124"/>
                <a:gd name="T37" fmla="*/ 105 h 218"/>
                <a:gd name="T38" fmla="*/ 65 w 124"/>
                <a:gd name="T39" fmla="*/ 105 h 218"/>
                <a:gd name="T40" fmla="*/ 65 w 124"/>
                <a:gd name="T41" fmla="*/ 206 h 218"/>
                <a:gd name="T42" fmla="*/ 77 w 124"/>
                <a:gd name="T43" fmla="*/ 218 h 218"/>
                <a:gd name="T44" fmla="*/ 89 w 124"/>
                <a:gd name="T45" fmla="*/ 206 h 218"/>
                <a:gd name="T46" fmla="*/ 89 w 124"/>
                <a:gd name="T47" fmla="*/ 105 h 218"/>
                <a:gd name="T48" fmla="*/ 94 w 124"/>
                <a:gd name="T49" fmla="*/ 105 h 218"/>
                <a:gd name="T50" fmla="*/ 95 w 124"/>
                <a:gd name="T51" fmla="*/ 42 h 218"/>
                <a:gd name="T52" fmla="*/ 102 w 124"/>
                <a:gd name="T53" fmla="*/ 100 h 218"/>
                <a:gd name="T54" fmla="*/ 113 w 124"/>
                <a:gd name="T55" fmla="*/ 111 h 218"/>
                <a:gd name="T56" fmla="*/ 123 w 124"/>
                <a:gd name="T57" fmla="*/ 10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24" h="218">
                  <a:moveTo>
                    <a:pt x="123" y="100"/>
                  </a:moveTo>
                  <a:cubicBezTo>
                    <a:pt x="109" y="16"/>
                    <a:pt x="109" y="16"/>
                    <a:pt x="109" y="16"/>
                  </a:cubicBezTo>
                  <a:cubicBezTo>
                    <a:pt x="109" y="16"/>
                    <a:pt x="108" y="0"/>
                    <a:pt x="79" y="0"/>
                  </a:cubicBezTo>
                  <a:cubicBezTo>
                    <a:pt x="66" y="30"/>
                    <a:pt x="66" y="30"/>
                    <a:pt x="66" y="30"/>
                  </a:cubicBezTo>
                  <a:cubicBezTo>
                    <a:pt x="66" y="13"/>
                    <a:pt x="66" y="13"/>
                    <a:pt x="66" y="13"/>
                  </a:cubicBezTo>
                  <a:cubicBezTo>
                    <a:pt x="58" y="13"/>
                    <a:pt x="58" y="13"/>
                    <a:pt x="58" y="13"/>
                  </a:cubicBezTo>
                  <a:cubicBezTo>
                    <a:pt x="58" y="30"/>
                    <a:pt x="58" y="30"/>
                    <a:pt x="58" y="30"/>
                  </a:cubicBezTo>
                  <a:cubicBezTo>
                    <a:pt x="45" y="0"/>
                    <a:pt x="45" y="0"/>
                    <a:pt x="45" y="0"/>
                  </a:cubicBezTo>
                  <a:cubicBezTo>
                    <a:pt x="16" y="0"/>
                    <a:pt x="15" y="16"/>
                    <a:pt x="15" y="16"/>
                  </a:cubicBezTo>
                  <a:cubicBezTo>
                    <a:pt x="1" y="100"/>
                    <a:pt x="1" y="100"/>
                    <a:pt x="1" y="100"/>
                  </a:cubicBezTo>
                  <a:cubicBezTo>
                    <a:pt x="0" y="108"/>
                    <a:pt x="6" y="111"/>
                    <a:pt x="11" y="111"/>
                  </a:cubicBezTo>
                  <a:cubicBezTo>
                    <a:pt x="16" y="111"/>
                    <a:pt x="21" y="107"/>
                    <a:pt x="22" y="100"/>
                  </a:cubicBezTo>
                  <a:cubicBezTo>
                    <a:pt x="29" y="42"/>
                    <a:pt x="29" y="42"/>
                    <a:pt x="29" y="42"/>
                  </a:cubicBezTo>
                  <a:cubicBezTo>
                    <a:pt x="30" y="105"/>
                    <a:pt x="30" y="105"/>
                    <a:pt x="30" y="105"/>
                  </a:cubicBezTo>
                  <a:cubicBezTo>
                    <a:pt x="36" y="105"/>
                    <a:pt x="36" y="105"/>
                    <a:pt x="36" y="105"/>
                  </a:cubicBezTo>
                  <a:cubicBezTo>
                    <a:pt x="36" y="206"/>
                    <a:pt x="36" y="206"/>
                    <a:pt x="36" y="206"/>
                  </a:cubicBezTo>
                  <a:cubicBezTo>
                    <a:pt x="36" y="213"/>
                    <a:pt x="42" y="218"/>
                    <a:pt x="48" y="218"/>
                  </a:cubicBezTo>
                  <a:cubicBezTo>
                    <a:pt x="55" y="218"/>
                    <a:pt x="60" y="213"/>
                    <a:pt x="60" y="206"/>
                  </a:cubicBezTo>
                  <a:cubicBezTo>
                    <a:pt x="60" y="105"/>
                    <a:pt x="60" y="105"/>
                    <a:pt x="60" y="105"/>
                  </a:cubicBezTo>
                  <a:cubicBezTo>
                    <a:pt x="65" y="105"/>
                    <a:pt x="65" y="105"/>
                    <a:pt x="65" y="105"/>
                  </a:cubicBezTo>
                  <a:cubicBezTo>
                    <a:pt x="65" y="206"/>
                    <a:pt x="65" y="206"/>
                    <a:pt x="65" y="206"/>
                  </a:cubicBezTo>
                  <a:cubicBezTo>
                    <a:pt x="65" y="213"/>
                    <a:pt x="70" y="218"/>
                    <a:pt x="77" y="218"/>
                  </a:cubicBezTo>
                  <a:cubicBezTo>
                    <a:pt x="83" y="218"/>
                    <a:pt x="89" y="213"/>
                    <a:pt x="89" y="206"/>
                  </a:cubicBezTo>
                  <a:cubicBezTo>
                    <a:pt x="89" y="105"/>
                    <a:pt x="89" y="105"/>
                    <a:pt x="89" y="105"/>
                  </a:cubicBezTo>
                  <a:cubicBezTo>
                    <a:pt x="94" y="105"/>
                    <a:pt x="94" y="105"/>
                    <a:pt x="94" y="105"/>
                  </a:cubicBezTo>
                  <a:cubicBezTo>
                    <a:pt x="95" y="42"/>
                    <a:pt x="95" y="42"/>
                    <a:pt x="95" y="42"/>
                  </a:cubicBezTo>
                  <a:cubicBezTo>
                    <a:pt x="102" y="100"/>
                    <a:pt x="102" y="100"/>
                    <a:pt x="102" y="100"/>
                  </a:cubicBezTo>
                  <a:cubicBezTo>
                    <a:pt x="103" y="107"/>
                    <a:pt x="108" y="111"/>
                    <a:pt x="113" y="111"/>
                  </a:cubicBezTo>
                  <a:cubicBezTo>
                    <a:pt x="118" y="111"/>
                    <a:pt x="124" y="108"/>
                    <a:pt x="123" y="100"/>
                  </a:cubicBezTo>
                  <a:close/>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48" name="Freeform 24"/>
            <p:cNvSpPr>
              <a:spLocks/>
            </p:cNvSpPr>
            <p:nvPr/>
          </p:nvSpPr>
          <p:spPr bwMode="auto">
            <a:xfrm>
              <a:off x="3357563" y="1033463"/>
              <a:ext cx="501650" cy="242887"/>
            </a:xfrm>
            <a:custGeom>
              <a:avLst/>
              <a:gdLst>
                <a:gd name="T0" fmla="*/ 100 w 133"/>
                <a:gd name="T1" fmla="*/ 20 h 64"/>
                <a:gd name="T2" fmla="*/ 81 w 133"/>
                <a:gd name="T3" fmla="*/ 40 h 64"/>
                <a:gd name="T4" fmla="*/ 66 w 133"/>
                <a:gd name="T5" fmla="*/ 34 h 64"/>
                <a:gd name="T6" fmla="*/ 52 w 133"/>
                <a:gd name="T7" fmla="*/ 40 h 64"/>
                <a:gd name="T8" fmla="*/ 33 w 133"/>
                <a:gd name="T9" fmla="*/ 20 h 64"/>
                <a:gd name="T10" fmla="*/ 33 w 133"/>
                <a:gd name="T11" fmla="*/ 1 h 64"/>
                <a:gd name="T12" fmla="*/ 0 w 133"/>
                <a:gd name="T13" fmla="*/ 32 h 64"/>
                <a:gd name="T14" fmla="*/ 33 w 133"/>
                <a:gd name="T15" fmla="*/ 64 h 64"/>
                <a:gd name="T16" fmla="*/ 100 w 133"/>
                <a:gd name="T17" fmla="*/ 64 h 64"/>
                <a:gd name="T18" fmla="*/ 133 w 133"/>
                <a:gd name="T19" fmla="*/ 32 h 64"/>
                <a:gd name="T20" fmla="*/ 100 w 133"/>
                <a:gd name="T21" fmla="*/ 0 h 64"/>
                <a:gd name="T22" fmla="*/ 100 w 133"/>
                <a:gd name="T23" fmla="*/ 2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3" h="64">
                  <a:moveTo>
                    <a:pt x="100" y="20"/>
                  </a:moveTo>
                  <a:cubicBezTo>
                    <a:pt x="100" y="31"/>
                    <a:pt x="92" y="40"/>
                    <a:pt x="81" y="40"/>
                  </a:cubicBezTo>
                  <a:cubicBezTo>
                    <a:pt x="75" y="40"/>
                    <a:pt x="70" y="37"/>
                    <a:pt x="66" y="34"/>
                  </a:cubicBezTo>
                  <a:cubicBezTo>
                    <a:pt x="63" y="37"/>
                    <a:pt x="58" y="40"/>
                    <a:pt x="52" y="40"/>
                  </a:cubicBezTo>
                  <a:cubicBezTo>
                    <a:pt x="41" y="40"/>
                    <a:pt x="33" y="31"/>
                    <a:pt x="33" y="20"/>
                  </a:cubicBezTo>
                  <a:cubicBezTo>
                    <a:pt x="33" y="1"/>
                    <a:pt x="33" y="1"/>
                    <a:pt x="33" y="1"/>
                  </a:cubicBezTo>
                  <a:cubicBezTo>
                    <a:pt x="0" y="32"/>
                    <a:pt x="0" y="32"/>
                    <a:pt x="0" y="32"/>
                  </a:cubicBezTo>
                  <a:cubicBezTo>
                    <a:pt x="33" y="64"/>
                    <a:pt x="33" y="64"/>
                    <a:pt x="33" y="64"/>
                  </a:cubicBezTo>
                  <a:cubicBezTo>
                    <a:pt x="100" y="64"/>
                    <a:pt x="100" y="64"/>
                    <a:pt x="100" y="64"/>
                  </a:cubicBezTo>
                  <a:cubicBezTo>
                    <a:pt x="133" y="32"/>
                    <a:pt x="133" y="32"/>
                    <a:pt x="133" y="32"/>
                  </a:cubicBezTo>
                  <a:cubicBezTo>
                    <a:pt x="100" y="0"/>
                    <a:pt x="100" y="0"/>
                    <a:pt x="100" y="0"/>
                  </a:cubicBezTo>
                  <a:lnTo>
                    <a:pt x="100" y="20"/>
                  </a:lnTo>
                  <a:close/>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49" name="Oval 25"/>
            <p:cNvSpPr>
              <a:spLocks noChangeArrowheads="1"/>
            </p:cNvSpPr>
            <p:nvPr/>
          </p:nvSpPr>
          <p:spPr bwMode="auto">
            <a:xfrm>
              <a:off x="3116263" y="150813"/>
              <a:ext cx="165100" cy="166687"/>
            </a:xfrm>
            <a:prstGeom prst="ellipse">
              <a:avLst/>
            </a:pr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50" name="Freeform 26"/>
            <p:cNvSpPr>
              <a:spLocks/>
            </p:cNvSpPr>
            <p:nvPr/>
          </p:nvSpPr>
          <p:spPr bwMode="auto">
            <a:xfrm>
              <a:off x="3179763" y="328613"/>
              <a:ext cx="38100" cy="30162"/>
            </a:xfrm>
            <a:custGeom>
              <a:avLst/>
              <a:gdLst>
                <a:gd name="T0" fmla="*/ 3 w 24"/>
                <a:gd name="T1" fmla="*/ 19 h 19"/>
                <a:gd name="T2" fmla="*/ 22 w 24"/>
                <a:gd name="T3" fmla="*/ 19 h 19"/>
                <a:gd name="T4" fmla="*/ 24 w 24"/>
                <a:gd name="T5" fmla="*/ 0 h 19"/>
                <a:gd name="T6" fmla="*/ 0 w 24"/>
                <a:gd name="T7" fmla="*/ 0 h 19"/>
                <a:gd name="T8" fmla="*/ 3 w 24"/>
                <a:gd name="T9" fmla="*/ 19 h 19"/>
              </a:gdLst>
              <a:ahLst/>
              <a:cxnLst>
                <a:cxn ang="0">
                  <a:pos x="T0" y="T1"/>
                </a:cxn>
                <a:cxn ang="0">
                  <a:pos x="T2" y="T3"/>
                </a:cxn>
                <a:cxn ang="0">
                  <a:pos x="T4" y="T5"/>
                </a:cxn>
                <a:cxn ang="0">
                  <a:pos x="T6" y="T7"/>
                </a:cxn>
                <a:cxn ang="0">
                  <a:pos x="T8" y="T9"/>
                </a:cxn>
              </a:cxnLst>
              <a:rect l="0" t="0" r="r" b="b"/>
              <a:pathLst>
                <a:path w="24" h="19">
                  <a:moveTo>
                    <a:pt x="3" y="19"/>
                  </a:moveTo>
                  <a:lnTo>
                    <a:pt x="22" y="19"/>
                  </a:lnTo>
                  <a:lnTo>
                    <a:pt x="24" y="0"/>
                  </a:lnTo>
                  <a:lnTo>
                    <a:pt x="0" y="0"/>
                  </a:lnTo>
                  <a:lnTo>
                    <a:pt x="3" y="19"/>
                  </a:lnTo>
                  <a:close/>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51" name="Freeform 27"/>
            <p:cNvSpPr>
              <a:spLocks/>
            </p:cNvSpPr>
            <p:nvPr/>
          </p:nvSpPr>
          <p:spPr bwMode="auto">
            <a:xfrm>
              <a:off x="2943226" y="898525"/>
              <a:ext cx="504825" cy="244475"/>
            </a:xfrm>
            <a:custGeom>
              <a:avLst/>
              <a:gdLst>
                <a:gd name="T0" fmla="*/ 100 w 134"/>
                <a:gd name="T1" fmla="*/ 0 h 65"/>
                <a:gd name="T2" fmla="*/ 98 w 134"/>
                <a:gd name="T3" fmla="*/ 0 h 65"/>
                <a:gd name="T4" fmla="*/ 98 w 134"/>
                <a:gd name="T5" fmla="*/ 22 h 65"/>
                <a:gd name="T6" fmla="*/ 80 w 134"/>
                <a:gd name="T7" fmla="*/ 40 h 65"/>
                <a:gd name="T8" fmla="*/ 68 w 134"/>
                <a:gd name="T9" fmla="*/ 36 h 65"/>
                <a:gd name="T10" fmla="*/ 56 w 134"/>
                <a:gd name="T11" fmla="*/ 40 h 65"/>
                <a:gd name="T12" fmla="*/ 38 w 134"/>
                <a:gd name="T13" fmla="*/ 22 h 65"/>
                <a:gd name="T14" fmla="*/ 38 w 134"/>
                <a:gd name="T15" fmla="*/ 0 h 65"/>
                <a:gd name="T16" fmla="*/ 34 w 134"/>
                <a:gd name="T17" fmla="*/ 0 h 65"/>
                <a:gd name="T18" fmla="*/ 0 w 134"/>
                <a:gd name="T19" fmla="*/ 33 h 65"/>
                <a:gd name="T20" fmla="*/ 34 w 134"/>
                <a:gd name="T21" fmla="*/ 65 h 65"/>
                <a:gd name="T22" fmla="*/ 100 w 134"/>
                <a:gd name="T23" fmla="*/ 65 h 65"/>
                <a:gd name="T24" fmla="*/ 134 w 134"/>
                <a:gd name="T25" fmla="*/ 33 h 65"/>
                <a:gd name="T26" fmla="*/ 100 w 134"/>
                <a:gd name="T27"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4" h="65">
                  <a:moveTo>
                    <a:pt x="100" y="0"/>
                  </a:moveTo>
                  <a:cubicBezTo>
                    <a:pt x="98" y="0"/>
                    <a:pt x="98" y="0"/>
                    <a:pt x="98" y="0"/>
                  </a:cubicBezTo>
                  <a:cubicBezTo>
                    <a:pt x="98" y="22"/>
                    <a:pt x="98" y="22"/>
                    <a:pt x="98" y="22"/>
                  </a:cubicBezTo>
                  <a:cubicBezTo>
                    <a:pt x="98" y="32"/>
                    <a:pt x="90" y="40"/>
                    <a:pt x="80" y="40"/>
                  </a:cubicBezTo>
                  <a:cubicBezTo>
                    <a:pt x="76" y="40"/>
                    <a:pt x="71" y="39"/>
                    <a:pt x="68" y="36"/>
                  </a:cubicBezTo>
                  <a:cubicBezTo>
                    <a:pt x="65" y="39"/>
                    <a:pt x="61" y="40"/>
                    <a:pt x="56" y="40"/>
                  </a:cubicBezTo>
                  <a:cubicBezTo>
                    <a:pt x="46" y="40"/>
                    <a:pt x="38" y="32"/>
                    <a:pt x="38" y="22"/>
                  </a:cubicBezTo>
                  <a:cubicBezTo>
                    <a:pt x="38" y="0"/>
                    <a:pt x="38" y="0"/>
                    <a:pt x="38" y="0"/>
                  </a:cubicBezTo>
                  <a:cubicBezTo>
                    <a:pt x="34" y="0"/>
                    <a:pt x="34" y="0"/>
                    <a:pt x="34" y="0"/>
                  </a:cubicBezTo>
                  <a:cubicBezTo>
                    <a:pt x="0" y="33"/>
                    <a:pt x="0" y="33"/>
                    <a:pt x="0" y="33"/>
                  </a:cubicBezTo>
                  <a:cubicBezTo>
                    <a:pt x="34" y="65"/>
                    <a:pt x="34" y="65"/>
                    <a:pt x="34" y="65"/>
                  </a:cubicBezTo>
                  <a:cubicBezTo>
                    <a:pt x="100" y="65"/>
                    <a:pt x="100" y="65"/>
                    <a:pt x="100" y="65"/>
                  </a:cubicBezTo>
                  <a:cubicBezTo>
                    <a:pt x="134" y="33"/>
                    <a:pt x="134" y="33"/>
                    <a:pt x="134" y="33"/>
                  </a:cubicBezTo>
                  <a:lnTo>
                    <a:pt x="100" y="0"/>
                  </a:lnTo>
                  <a:close/>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52" name="Freeform 28"/>
            <p:cNvSpPr>
              <a:spLocks/>
            </p:cNvSpPr>
            <p:nvPr/>
          </p:nvSpPr>
          <p:spPr bwMode="auto">
            <a:xfrm>
              <a:off x="2998788" y="320675"/>
              <a:ext cx="385763" cy="701675"/>
            </a:xfrm>
            <a:custGeom>
              <a:avLst/>
              <a:gdLst>
                <a:gd name="T0" fmla="*/ 92 w 102"/>
                <a:gd name="T1" fmla="*/ 14 h 186"/>
                <a:gd name="T2" fmla="*/ 67 w 102"/>
                <a:gd name="T3" fmla="*/ 0 h 186"/>
                <a:gd name="T4" fmla="*/ 57 w 102"/>
                <a:gd name="T5" fmla="*/ 26 h 186"/>
                <a:gd name="T6" fmla="*/ 56 w 102"/>
                <a:gd name="T7" fmla="*/ 11 h 186"/>
                <a:gd name="T8" fmla="*/ 49 w 102"/>
                <a:gd name="T9" fmla="*/ 11 h 186"/>
                <a:gd name="T10" fmla="*/ 49 w 102"/>
                <a:gd name="T11" fmla="*/ 26 h 186"/>
                <a:gd name="T12" fmla="*/ 39 w 102"/>
                <a:gd name="T13" fmla="*/ 0 h 186"/>
                <a:gd name="T14" fmla="*/ 13 w 102"/>
                <a:gd name="T15" fmla="*/ 14 h 186"/>
                <a:gd name="T16" fmla="*/ 1 w 102"/>
                <a:gd name="T17" fmla="*/ 85 h 186"/>
                <a:gd name="T18" fmla="*/ 9 w 102"/>
                <a:gd name="T19" fmla="*/ 94 h 186"/>
                <a:gd name="T20" fmla="*/ 19 w 102"/>
                <a:gd name="T21" fmla="*/ 85 h 186"/>
                <a:gd name="T22" fmla="*/ 25 w 102"/>
                <a:gd name="T23" fmla="*/ 36 h 186"/>
                <a:gd name="T24" fmla="*/ 26 w 102"/>
                <a:gd name="T25" fmla="*/ 89 h 186"/>
                <a:gd name="T26" fmla="*/ 31 w 102"/>
                <a:gd name="T27" fmla="*/ 89 h 186"/>
                <a:gd name="T28" fmla="*/ 31 w 102"/>
                <a:gd name="T29" fmla="*/ 175 h 186"/>
                <a:gd name="T30" fmla="*/ 41 w 102"/>
                <a:gd name="T31" fmla="*/ 186 h 186"/>
                <a:gd name="T32" fmla="*/ 51 w 102"/>
                <a:gd name="T33" fmla="*/ 175 h 186"/>
                <a:gd name="T34" fmla="*/ 51 w 102"/>
                <a:gd name="T35" fmla="*/ 89 h 186"/>
                <a:gd name="T36" fmla="*/ 55 w 102"/>
                <a:gd name="T37" fmla="*/ 89 h 186"/>
                <a:gd name="T38" fmla="*/ 55 w 102"/>
                <a:gd name="T39" fmla="*/ 175 h 186"/>
                <a:gd name="T40" fmla="*/ 65 w 102"/>
                <a:gd name="T41" fmla="*/ 186 h 186"/>
                <a:gd name="T42" fmla="*/ 76 w 102"/>
                <a:gd name="T43" fmla="*/ 175 h 186"/>
                <a:gd name="T44" fmla="*/ 76 w 102"/>
                <a:gd name="T45" fmla="*/ 89 h 186"/>
                <a:gd name="T46" fmla="*/ 80 w 102"/>
                <a:gd name="T47" fmla="*/ 89 h 186"/>
                <a:gd name="T48" fmla="*/ 81 w 102"/>
                <a:gd name="T49" fmla="*/ 36 h 186"/>
                <a:gd name="T50" fmla="*/ 87 w 102"/>
                <a:gd name="T51" fmla="*/ 85 h 186"/>
                <a:gd name="T52" fmla="*/ 96 w 102"/>
                <a:gd name="T53" fmla="*/ 94 h 186"/>
                <a:gd name="T54" fmla="*/ 98 w 102"/>
                <a:gd name="T55" fmla="*/ 94 h 186"/>
                <a:gd name="T56" fmla="*/ 102 w 102"/>
                <a:gd name="T57" fmla="*/ 72 h 186"/>
                <a:gd name="T58" fmla="*/ 92 w 102"/>
                <a:gd name="T59" fmla="*/ 14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2" h="186">
                  <a:moveTo>
                    <a:pt x="92" y="14"/>
                  </a:moveTo>
                  <a:cubicBezTo>
                    <a:pt x="92" y="14"/>
                    <a:pt x="92" y="0"/>
                    <a:pt x="67" y="0"/>
                  </a:cubicBezTo>
                  <a:cubicBezTo>
                    <a:pt x="57" y="26"/>
                    <a:pt x="57" y="26"/>
                    <a:pt x="57" y="26"/>
                  </a:cubicBezTo>
                  <a:cubicBezTo>
                    <a:pt x="56" y="11"/>
                    <a:pt x="56" y="11"/>
                    <a:pt x="56" y="11"/>
                  </a:cubicBezTo>
                  <a:cubicBezTo>
                    <a:pt x="49" y="11"/>
                    <a:pt x="49" y="11"/>
                    <a:pt x="49" y="11"/>
                  </a:cubicBezTo>
                  <a:cubicBezTo>
                    <a:pt x="49" y="26"/>
                    <a:pt x="49" y="26"/>
                    <a:pt x="49" y="26"/>
                  </a:cubicBezTo>
                  <a:cubicBezTo>
                    <a:pt x="39" y="0"/>
                    <a:pt x="39" y="0"/>
                    <a:pt x="39" y="0"/>
                  </a:cubicBezTo>
                  <a:cubicBezTo>
                    <a:pt x="13" y="0"/>
                    <a:pt x="13" y="14"/>
                    <a:pt x="13" y="14"/>
                  </a:cubicBezTo>
                  <a:cubicBezTo>
                    <a:pt x="1" y="85"/>
                    <a:pt x="1" y="85"/>
                    <a:pt x="1" y="85"/>
                  </a:cubicBezTo>
                  <a:cubicBezTo>
                    <a:pt x="0" y="92"/>
                    <a:pt x="5" y="94"/>
                    <a:pt x="9" y="94"/>
                  </a:cubicBezTo>
                  <a:cubicBezTo>
                    <a:pt x="14" y="94"/>
                    <a:pt x="18" y="91"/>
                    <a:pt x="19" y="85"/>
                  </a:cubicBezTo>
                  <a:cubicBezTo>
                    <a:pt x="25" y="36"/>
                    <a:pt x="25" y="36"/>
                    <a:pt x="25" y="36"/>
                  </a:cubicBezTo>
                  <a:cubicBezTo>
                    <a:pt x="26" y="89"/>
                    <a:pt x="26" y="89"/>
                    <a:pt x="26" y="89"/>
                  </a:cubicBezTo>
                  <a:cubicBezTo>
                    <a:pt x="31" y="89"/>
                    <a:pt x="31" y="89"/>
                    <a:pt x="31" y="89"/>
                  </a:cubicBezTo>
                  <a:cubicBezTo>
                    <a:pt x="31" y="175"/>
                    <a:pt x="31" y="175"/>
                    <a:pt x="31" y="175"/>
                  </a:cubicBezTo>
                  <a:cubicBezTo>
                    <a:pt x="31" y="181"/>
                    <a:pt x="35" y="186"/>
                    <a:pt x="41" y="186"/>
                  </a:cubicBezTo>
                  <a:cubicBezTo>
                    <a:pt x="47" y="186"/>
                    <a:pt x="51" y="181"/>
                    <a:pt x="51" y="175"/>
                  </a:cubicBezTo>
                  <a:cubicBezTo>
                    <a:pt x="51" y="89"/>
                    <a:pt x="51" y="89"/>
                    <a:pt x="51" y="89"/>
                  </a:cubicBezTo>
                  <a:cubicBezTo>
                    <a:pt x="55" y="89"/>
                    <a:pt x="55" y="89"/>
                    <a:pt x="55" y="89"/>
                  </a:cubicBezTo>
                  <a:cubicBezTo>
                    <a:pt x="55" y="175"/>
                    <a:pt x="55" y="175"/>
                    <a:pt x="55" y="175"/>
                  </a:cubicBezTo>
                  <a:cubicBezTo>
                    <a:pt x="55" y="181"/>
                    <a:pt x="60" y="186"/>
                    <a:pt x="65" y="186"/>
                  </a:cubicBezTo>
                  <a:cubicBezTo>
                    <a:pt x="71" y="186"/>
                    <a:pt x="76" y="181"/>
                    <a:pt x="76" y="175"/>
                  </a:cubicBezTo>
                  <a:cubicBezTo>
                    <a:pt x="76" y="89"/>
                    <a:pt x="76" y="89"/>
                    <a:pt x="76" y="89"/>
                  </a:cubicBezTo>
                  <a:cubicBezTo>
                    <a:pt x="80" y="89"/>
                    <a:pt x="80" y="89"/>
                    <a:pt x="80" y="89"/>
                  </a:cubicBezTo>
                  <a:cubicBezTo>
                    <a:pt x="81" y="36"/>
                    <a:pt x="81" y="36"/>
                    <a:pt x="81" y="36"/>
                  </a:cubicBezTo>
                  <a:cubicBezTo>
                    <a:pt x="87" y="85"/>
                    <a:pt x="87" y="85"/>
                    <a:pt x="87" y="85"/>
                  </a:cubicBezTo>
                  <a:cubicBezTo>
                    <a:pt x="88" y="91"/>
                    <a:pt x="92" y="94"/>
                    <a:pt x="96" y="94"/>
                  </a:cubicBezTo>
                  <a:cubicBezTo>
                    <a:pt x="97" y="94"/>
                    <a:pt x="97" y="94"/>
                    <a:pt x="98" y="94"/>
                  </a:cubicBezTo>
                  <a:cubicBezTo>
                    <a:pt x="102" y="72"/>
                    <a:pt x="102" y="72"/>
                    <a:pt x="102" y="72"/>
                  </a:cubicBezTo>
                  <a:lnTo>
                    <a:pt x="92" y="14"/>
                  </a:lnTo>
                  <a:close/>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53" name="Oval 29"/>
            <p:cNvSpPr>
              <a:spLocks noChangeArrowheads="1"/>
            </p:cNvSpPr>
            <p:nvPr/>
          </p:nvSpPr>
          <p:spPr bwMode="auto">
            <a:xfrm>
              <a:off x="3930651" y="150813"/>
              <a:ext cx="166688" cy="166687"/>
            </a:xfrm>
            <a:prstGeom prst="ellipse">
              <a:avLst/>
            </a:pr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54" name="Freeform 30"/>
            <p:cNvSpPr>
              <a:spLocks/>
            </p:cNvSpPr>
            <p:nvPr/>
          </p:nvSpPr>
          <p:spPr bwMode="auto">
            <a:xfrm>
              <a:off x="3998913" y="328613"/>
              <a:ext cx="33338" cy="30162"/>
            </a:xfrm>
            <a:custGeom>
              <a:avLst/>
              <a:gdLst>
                <a:gd name="T0" fmla="*/ 19 w 21"/>
                <a:gd name="T1" fmla="*/ 19 h 19"/>
                <a:gd name="T2" fmla="*/ 2 w 21"/>
                <a:gd name="T3" fmla="*/ 19 h 19"/>
                <a:gd name="T4" fmla="*/ 0 w 21"/>
                <a:gd name="T5" fmla="*/ 0 h 19"/>
                <a:gd name="T6" fmla="*/ 21 w 21"/>
                <a:gd name="T7" fmla="*/ 0 h 19"/>
                <a:gd name="T8" fmla="*/ 19 w 21"/>
                <a:gd name="T9" fmla="*/ 19 h 19"/>
              </a:gdLst>
              <a:ahLst/>
              <a:cxnLst>
                <a:cxn ang="0">
                  <a:pos x="T0" y="T1"/>
                </a:cxn>
                <a:cxn ang="0">
                  <a:pos x="T2" y="T3"/>
                </a:cxn>
                <a:cxn ang="0">
                  <a:pos x="T4" y="T5"/>
                </a:cxn>
                <a:cxn ang="0">
                  <a:pos x="T6" y="T7"/>
                </a:cxn>
                <a:cxn ang="0">
                  <a:pos x="T8" y="T9"/>
                </a:cxn>
              </a:cxnLst>
              <a:rect l="0" t="0" r="r" b="b"/>
              <a:pathLst>
                <a:path w="21" h="19">
                  <a:moveTo>
                    <a:pt x="19" y="19"/>
                  </a:moveTo>
                  <a:lnTo>
                    <a:pt x="2" y="19"/>
                  </a:lnTo>
                  <a:lnTo>
                    <a:pt x="0" y="0"/>
                  </a:lnTo>
                  <a:lnTo>
                    <a:pt x="21" y="0"/>
                  </a:lnTo>
                  <a:lnTo>
                    <a:pt x="19" y="19"/>
                  </a:lnTo>
                  <a:close/>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55" name="Freeform 31"/>
            <p:cNvSpPr>
              <a:spLocks/>
            </p:cNvSpPr>
            <p:nvPr/>
          </p:nvSpPr>
          <p:spPr bwMode="auto">
            <a:xfrm>
              <a:off x="3765551" y="898525"/>
              <a:ext cx="504825" cy="244475"/>
            </a:xfrm>
            <a:custGeom>
              <a:avLst/>
              <a:gdLst>
                <a:gd name="T0" fmla="*/ 34 w 134"/>
                <a:gd name="T1" fmla="*/ 0 h 65"/>
                <a:gd name="T2" fmla="*/ 36 w 134"/>
                <a:gd name="T3" fmla="*/ 0 h 65"/>
                <a:gd name="T4" fmla="*/ 36 w 134"/>
                <a:gd name="T5" fmla="*/ 22 h 65"/>
                <a:gd name="T6" fmla="*/ 54 w 134"/>
                <a:gd name="T7" fmla="*/ 40 h 65"/>
                <a:gd name="T8" fmla="*/ 66 w 134"/>
                <a:gd name="T9" fmla="*/ 36 h 65"/>
                <a:gd name="T10" fmla="*/ 78 w 134"/>
                <a:gd name="T11" fmla="*/ 40 h 65"/>
                <a:gd name="T12" fmla="*/ 96 w 134"/>
                <a:gd name="T13" fmla="*/ 22 h 65"/>
                <a:gd name="T14" fmla="*/ 96 w 134"/>
                <a:gd name="T15" fmla="*/ 0 h 65"/>
                <a:gd name="T16" fmla="*/ 100 w 134"/>
                <a:gd name="T17" fmla="*/ 0 h 65"/>
                <a:gd name="T18" fmla="*/ 134 w 134"/>
                <a:gd name="T19" fmla="*/ 33 h 65"/>
                <a:gd name="T20" fmla="*/ 100 w 134"/>
                <a:gd name="T21" fmla="*/ 65 h 65"/>
                <a:gd name="T22" fmla="*/ 34 w 134"/>
                <a:gd name="T23" fmla="*/ 65 h 65"/>
                <a:gd name="T24" fmla="*/ 0 w 134"/>
                <a:gd name="T25" fmla="*/ 33 h 65"/>
                <a:gd name="T26" fmla="*/ 34 w 134"/>
                <a:gd name="T27"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4" h="65">
                  <a:moveTo>
                    <a:pt x="34" y="0"/>
                  </a:moveTo>
                  <a:cubicBezTo>
                    <a:pt x="36" y="0"/>
                    <a:pt x="36" y="0"/>
                    <a:pt x="36" y="0"/>
                  </a:cubicBezTo>
                  <a:cubicBezTo>
                    <a:pt x="36" y="22"/>
                    <a:pt x="36" y="22"/>
                    <a:pt x="36" y="22"/>
                  </a:cubicBezTo>
                  <a:cubicBezTo>
                    <a:pt x="36" y="32"/>
                    <a:pt x="44" y="40"/>
                    <a:pt x="54" y="40"/>
                  </a:cubicBezTo>
                  <a:cubicBezTo>
                    <a:pt x="59" y="40"/>
                    <a:pt x="63" y="39"/>
                    <a:pt x="66" y="36"/>
                  </a:cubicBezTo>
                  <a:cubicBezTo>
                    <a:pt x="69" y="39"/>
                    <a:pt x="73" y="40"/>
                    <a:pt x="78" y="40"/>
                  </a:cubicBezTo>
                  <a:cubicBezTo>
                    <a:pt x="88" y="40"/>
                    <a:pt x="96" y="32"/>
                    <a:pt x="96" y="22"/>
                  </a:cubicBezTo>
                  <a:cubicBezTo>
                    <a:pt x="96" y="0"/>
                    <a:pt x="96" y="0"/>
                    <a:pt x="96" y="0"/>
                  </a:cubicBezTo>
                  <a:cubicBezTo>
                    <a:pt x="100" y="0"/>
                    <a:pt x="100" y="0"/>
                    <a:pt x="100" y="0"/>
                  </a:cubicBezTo>
                  <a:cubicBezTo>
                    <a:pt x="134" y="33"/>
                    <a:pt x="134" y="33"/>
                    <a:pt x="134" y="33"/>
                  </a:cubicBezTo>
                  <a:cubicBezTo>
                    <a:pt x="100" y="65"/>
                    <a:pt x="100" y="65"/>
                    <a:pt x="100" y="65"/>
                  </a:cubicBezTo>
                  <a:cubicBezTo>
                    <a:pt x="34" y="65"/>
                    <a:pt x="34" y="65"/>
                    <a:pt x="34" y="65"/>
                  </a:cubicBezTo>
                  <a:cubicBezTo>
                    <a:pt x="0" y="33"/>
                    <a:pt x="0" y="33"/>
                    <a:pt x="0" y="33"/>
                  </a:cubicBezTo>
                  <a:lnTo>
                    <a:pt x="34" y="0"/>
                  </a:lnTo>
                  <a:close/>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56" name="Freeform 32"/>
            <p:cNvSpPr>
              <a:spLocks/>
            </p:cNvSpPr>
            <p:nvPr/>
          </p:nvSpPr>
          <p:spPr bwMode="auto">
            <a:xfrm>
              <a:off x="3829051" y="320675"/>
              <a:ext cx="384175" cy="701675"/>
            </a:xfrm>
            <a:custGeom>
              <a:avLst/>
              <a:gdLst>
                <a:gd name="T0" fmla="*/ 10 w 102"/>
                <a:gd name="T1" fmla="*/ 14 h 186"/>
                <a:gd name="T2" fmla="*/ 35 w 102"/>
                <a:gd name="T3" fmla="*/ 0 h 186"/>
                <a:gd name="T4" fmla="*/ 46 w 102"/>
                <a:gd name="T5" fmla="*/ 26 h 186"/>
                <a:gd name="T6" fmla="*/ 46 w 102"/>
                <a:gd name="T7" fmla="*/ 11 h 186"/>
                <a:gd name="T8" fmla="*/ 53 w 102"/>
                <a:gd name="T9" fmla="*/ 11 h 186"/>
                <a:gd name="T10" fmla="*/ 53 w 102"/>
                <a:gd name="T11" fmla="*/ 26 h 186"/>
                <a:gd name="T12" fmla="*/ 64 w 102"/>
                <a:gd name="T13" fmla="*/ 0 h 186"/>
                <a:gd name="T14" fmla="*/ 89 w 102"/>
                <a:gd name="T15" fmla="*/ 14 h 186"/>
                <a:gd name="T16" fmla="*/ 101 w 102"/>
                <a:gd name="T17" fmla="*/ 85 h 186"/>
                <a:gd name="T18" fmla="*/ 93 w 102"/>
                <a:gd name="T19" fmla="*/ 94 h 186"/>
                <a:gd name="T20" fmla="*/ 83 w 102"/>
                <a:gd name="T21" fmla="*/ 85 h 186"/>
                <a:gd name="T22" fmla="*/ 77 w 102"/>
                <a:gd name="T23" fmla="*/ 36 h 186"/>
                <a:gd name="T24" fmla="*/ 76 w 102"/>
                <a:gd name="T25" fmla="*/ 89 h 186"/>
                <a:gd name="T26" fmla="*/ 71 w 102"/>
                <a:gd name="T27" fmla="*/ 89 h 186"/>
                <a:gd name="T28" fmla="*/ 71 w 102"/>
                <a:gd name="T29" fmla="*/ 175 h 186"/>
                <a:gd name="T30" fmla="*/ 61 w 102"/>
                <a:gd name="T31" fmla="*/ 186 h 186"/>
                <a:gd name="T32" fmla="*/ 51 w 102"/>
                <a:gd name="T33" fmla="*/ 175 h 186"/>
                <a:gd name="T34" fmla="*/ 51 w 102"/>
                <a:gd name="T35" fmla="*/ 89 h 186"/>
                <a:gd name="T36" fmla="*/ 47 w 102"/>
                <a:gd name="T37" fmla="*/ 89 h 186"/>
                <a:gd name="T38" fmla="*/ 47 w 102"/>
                <a:gd name="T39" fmla="*/ 175 h 186"/>
                <a:gd name="T40" fmla="*/ 37 w 102"/>
                <a:gd name="T41" fmla="*/ 186 h 186"/>
                <a:gd name="T42" fmla="*/ 27 w 102"/>
                <a:gd name="T43" fmla="*/ 175 h 186"/>
                <a:gd name="T44" fmla="*/ 27 w 102"/>
                <a:gd name="T45" fmla="*/ 89 h 186"/>
                <a:gd name="T46" fmla="*/ 22 w 102"/>
                <a:gd name="T47" fmla="*/ 89 h 186"/>
                <a:gd name="T48" fmla="*/ 22 w 102"/>
                <a:gd name="T49" fmla="*/ 36 h 186"/>
                <a:gd name="T50" fmla="*/ 15 w 102"/>
                <a:gd name="T51" fmla="*/ 85 h 186"/>
                <a:gd name="T52" fmla="*/ 6 w 102"/>
                <a:gd name="T53" fmla="*/ 94 h 186"/>
                <a:gd name="T54" fmla="*/ 4 w 102"/>
                <a:gd name="T55" fmla="*/ 94 h 186"/>
                <a:gd name="T56" fmla="*/ 0 w 102"/>
                <a:gd name="T57" fmla="*/ 72 h 186"/>
                <a:gd name="T58" fmla="*/ 10 w 102"/>
                <a:gd name="T59" fmla="*/ 14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2" h="186">
                  <a:moveTo>
                    <a:pt x="10" y="14"/>
                  </a:moveTo>
                  <a:cubicBezTo>
                    <a:pt x="10" y="14"/>
                    <a:pt x="10" y="0"/>
                    <a:pt x="35" y="0"/>
                  </a:cubicBezTo>
                  <a:cubicBezTo>
                    <a:pt x="46" y="26"/>
                    <a:pt x="46" y="26"/>
                    <a:pt x="46" y="26"/>
                  </a:cubicBezTo>
                  <a:cubicBezTo>
                    <a:pt x="46" y="11"/>
                    <a:pt x="46" y="11"/>
                    <a:pt x="46" y="11"/>
                  </a:cubicBezTo>
                  <a:cubicBezTo>
                    <a:pt x="53" y="11"/>
                    <a:pt x="53" y="11"/>
                    <a:pt x="53" y="11"/>
                  </a:cubicBezTo>
                  <a:cubicBezTo>
                    <a:pt x="53" y="26"/>
                    <a:pt x="53" y="26"/>
                    <a:pt x="53" y="26"/>
                  </a:cubicBezTo>
                  <a:cubicBezTo>
                    <a:pt x="64" y="0"/>
                    <a:pt x="64" y="0"/>
                    <a:pt x="64" y="0"/>
                  </a:cubicBezTo>
                  <a:cubicBezTo>
                    <a:pt x="89" y="0"/>
                    <a:pt x="89" y="14"/>
                    <a:pt x="89" y="14"/>
                  </a:cubicBezTo>
                  <a:cubicBezTo>
                    <a:pt x="101" y="85"/>
                    <a:pt x="101" y="85"/>
                    <a:pt x="101" y="85"/>
                  </a:cubicBezTo>
                  <a:cubicBezTo>
                    <a:pt x="102" y="92"/>
                    <a:pt x="97" y="94"/>
                    <a:pt x="93" y="94"/>
                  </a:cubicBezTo>
                  <a:cubicBezTo>
                    <a:pt x="89" y="94"/>
                    <a:pt x="84" y="91"/>
                    <a:pt x="83" y="85"/>
                  </a:cubicBezTo>
                  <a:cubicBezTo>
                    <a:pt x="77" y="36"/>
                    <a:pt x="77" y="36"/>
                    <a:pt x="77" y="36"/>
                  </a:cubicBezTo>
                  <a:cubicBezTo>
                    <a:pt x="76" y="89"/>
                    <a:pt x="76" y="89"/>
                    <a:pt x="76" y="89"/>
                  </a:cubicBezTo>
                  <a:cubicBezTo>
                    <a:pt x="71" y="89"/>
                    <a:pt x="71" y="89"/>
                    <a:pt x="71" y="89"/>
                  </a:cubicBezTo>
                  <a:cubicBezTo>
                    <a:pt x="71" y="175"/>
                    <a:pt x="71" y="175"/>
                    <a:pt x="71" y="175"/>
                  </a:cubicBezTo>
                  <a:cubicBezTo>
                    <a:pt x="71" y="181"/>
                    <a:pt x="67" y="186"/>
                    <a:pt x="61" y="186"/>
                  </a:cubicBezTo>
                  <a:cubicBezTo>
                    <a:pt x="55" y="186"/>
                    <a:pt x="51" y="181"/>
                    <a:pt x="51" y="175"/>
                  </a:cubicBezTo>
                  <a:cubicBezTo>
                    <a:pt x="51" y="89"/>
                    <a:pt x="51" y="89"/>
                    <a:pt x="51" y="89"/>
                  </a:cubicBezTo>
                  <a:cubicBezTo>
                    <a:pt x="47" y="89"/>
                    <a:pt x="47" y="89"/>
                    <a:pt x="47" y="89"/>
                  </a:cubicBezTo>
                  <a:cubicBezTo>
                    <a:pt x="47" y="175"/>
                    <a:pt x="47" y="175"/>
                    <a:pt x="47" y="175"/>
                  </a:cubicBezTo>
                  <a:cubicBezTo>
                    <a:pt x="47" y="181"/>
                    <a:pt x="43" y="186"/>
                    <a:pt x="37" y="186"/>
                  </a:cubicBezTo>
                  <a:cubicBezTo>
                    <a:pt x="31" y="186"/>
                    <a:pt x="27" y="181"/>
                    <a:pt x="27" y="175"/>
                  </a:cubicBezTo>
                  <a:cubicBezTo>
                    <a:pt x="27" y="89"/>
                    <a:pt x="27" y="89"/>
                    <a:pt x="27" y="89"/>
                  </a:cubicBezTo>
                  <a:cubicBezTo>
                    <a:pt x="22" y="89"/>
                    <a:pt x="22" y="89"/>
                    <a:pt x="22" y="89"/>
                  </a:cubicBezTo>
                  <a:cubicBezTo>
                    <a:pt x="22" y="36"/>
                    <a:pt x="22" y="36"/>
                    <a:pt x="22" y="36"/>
                  </a:cubicBezTo>
                  <a:cubicBezTo>
                    <a:pt x="15" y="85"/>
                    <a:pt x="15" y="85"/>
                    <a:pt x="15" y="85"/>
                  </a:cubicBezTo>
                  <a:cubicBezTo>
                    <a:pt x="14" y="91"/>
                    <a:pt x="10" y="94"/>
                    <a:pt x="6" y="94"/>
                  </a:cubicBezTo>
                  <a:cubicBezTo>
                    <a:pt x="5" y="94"/>
                    <a:pt x="5" y="94"/>
                    <a:pt x="4" y="94"/>
                  </a:cubicBezTo>
                  <a:cubicBezTo>
                    <a:pt x="0" y="72"/>
                    <a:pt x="0" y="72"/>
                    <a:pt x="0" y="72"/>
                  </a:cubicBezTo>
                  <a:lnTo>
                    <a:pt x="10" y="14"/>
                  </a:lnTo>
                  <a:close/>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57" name="组合 56"/>
          <p:cNvGrpSpPr>
            <a:grpSpLocks noChangeAspect="1"/>
          </p:cNvGrpSpPr>
          <p:nvPr/>
        </p:nvGrpSpPr>
        <p:grpSpPr>
          <a:xfrm>
            <a:off x="6808350" y="3863924"/>
            <a:ext cx="1028700" cy="1046778"/>
            <a:chOff x="642945" y="2709069"/>
            <a:chExt cx="1897063" cy="1930400"/>
          </a:xfrm>
        </p:grpSpPr>
        <p:sp>
          <p:nvSpPr>
            <p:cNvPr id="58" name="Freeform 5"/>
            <p:cNvSpPr>
              <a:spLocks/>
            </p:cNvSpPr>
            <p:nvPr/>
          </p:nvSpPr>
          <p:spPr bwMode="auto">
            <a:xfrm>
              <a:off x="642945" y="2863056"/>
              <a:ext cx="1897063" cy="1776413"/>
            </a:xfrm>
            <a:custGeom>
              <a:avLst/>
              <a:gdLst>
                <a:gd name="T0" fmla="*/ 492 w 1195"/>
                <a:gd name="T1" fmla="*/ 1119 h 1119"/>
                <a:gd name="T2" fmla="*/ 0 w 1195"/>
                <a:gd name="T3" fmla="*/ 626 h 1119"/>
                <a:gd name="T4" fmla="*/ 12 w 1195"/>
                <a:gd name="T5" fmla="*/ 511 h 1119"/>
                <a:gd name="T6" fmla="*/ 76 w 1195"/>
                <a:gd name="T7" fmla="*/ 480 h 1119"/>
                <a:gd name="T8" fmla="*/ 132 w 1195"/>
                <a:gd name="T9" fmla="*/ 544 h 1119"/>
                <a:gd name="T10" fmla="*/ 175 w 1195"/>
                <a:gd name="T11" fmla="*/ 385 h 1119"/>
                <a:gd name="T12" fmla="*/ 225 w 1195"/>
                <a:gd name="T13" fmla="*/ 451 h 1119"/>
                <a:gd name="T14" fmla="*/ 232 w 1195"/>
                <a:gd name="T15" fmla="*/ 390 h 1119"/>
                <a:gd name="T16" fmla="*/ 189 w 1195"/>
                <a:gd name="T17" fmla="*/ 338 h 1119"/>
                <a:gd name="T18" fmla="*/ 182 w 1195"/>
                <a:gd name="T19" fmla="*/ 246 h 1119"/>
                <a:gd name="T20" fmla="*/ 360 w 1195"/>
                <a:gd name="T21" fmla="*/ 94 h 1119"/>
                <a:gd name="T22" fmla="*/ 402 w 1195"/>
                <a:gd name="T23" fmla="*/ 0 h 1119"/>
                <a:gd name="T24" fmla="*/ 480 w 1195"/>
                <a:gd name="T25" fmla="*/ 82 h 1119"/>
                <a:gd name="T26" fmla="*/ 551 w 1195"/>
                <a:gd name="T27" fmla="*/ 153 h 1119"/>
                <a:gd name="T28" fmla="*/ 504 w 1195"/>
                <a:gd name="T29" fmla="*/ 92 h 1119"/>
                <a:gd name="T30" fmla="*/ 499 w 1195"/>
                <a:gd name="T31" fmla="*/ 9 h 1119"/>
                <a:gd name="T32" fmla="*/ 570 w 1195"/>
                <a:gd name="T33" fmla="*/ 16 h 1119"/>
                <a:gd name="T34" fmla="*/ 1195 w 1195"/>
                <a:gd name="T35" fmla="*/ 641 h 1119"/>
                <a:gd name="T36" fmla="*/ 492 w 1195"/>
                <a:gd name="T37" fmla="*/ 1119 h 1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95" h="1119">
                  <a:moveTo>
                    <a:pt x="492" y="1119"/>
                  </a:moveTo>
                  <a:lnTo>
                    <a:pt x="0" y="626"/>
                  </a:lnTo>
                  <a:lnTo>
                    <a:pt x="12" y="511"/>
                  </a:lnTo>
                  <a:lnTo>
                    <a:pt x="76" y="480"/>
                  </a:lnTo>
                  <a:lnTo>
                    <a:pt x="132" y="544"/>
                  </a:lnTo>
                  <a:lnTo>
                    <a:pt x="175" y="385"/>
                  </a:lnTo>
                  <a:lnTo>
                    <a:pt x="225" y="451"/>
                  </a:lnTo>
                  <a:lnTo>
                    <a:pt x="232" y="390"/>
                  </a:lnTo>
                  <a:lnTo>
                    <a:pt x="189" y="338"/>
                  </a:lnTo>
                  <a:lnTo>
                    <a:pt x="182" y="246"/>
                  </a:lnTo>
                  <a:lnTo>
                    <a:pt x="360" y="94"/>
                  </a:lnTo>
                  <a:lnTo>
                    <a:pt x="402" y="0"/>
                  </a:lnTo>
                  <a:lnTo>
                    <a:pt x="480" y="82"/>
                  </a:lnTo>
                  <a:lnTo>
                    <a:pt x="551" y="153"/>
                  </a:lnTo>
                  <a:lnTo>
                    <a:pt x="504" y="92"/>
                  </a:lnTo>
                  <a:lnTo>
                    <a:pt x="499" y="9"/>
                  </a:lnTo>
                  <a:lnTo>
                    <a:pt x="570" y="16"/>
                  </a:lnTo>
                  <a:lnTo>
                    <a:pt x="1195" y="641"/>
                  </a:lnTo>
                  <a:lnTo>
                    <a:pt x="492" y="1119"/>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9" name="Freeform 6"/>
            <p:cNvSpPr>
              <a:spLocks/>
            </p:cNvSpPr>
            <p:nvPr/>
          </p:nvSpPr>
          <p:spPr bwMode="auto">
            <a:xfrm>
              <a:off x="1273183" y="2709069"/>
              <a:ext cx="274638" cy="300038"/>
            </a:xfrm>
            <a:custGeom>
              <a:avLst/>
              <a:gdLst>
                <a:gd name="T0" fmla="*/ 0 w 173"/>
                <a:gd name="T1" fmla="*/ 73 h 189"/>
                <a:gd name="T2" fmla="*/ 64 w 173"/>
                <a:gd name="T3" fmla="*/ 0 h 189"/>
                <a:gd name="T4" fmla="*/ 173 w 173"/>
                <a:gd name="T5" fmla="*/ 113 h 189"/>
                <a:gd name="T6" fmla="*/ 107 w 173"/>
                <a:gd name="T7" fmla="*/ 189 h 189"/>
                <a:gd name="T8" fmla="*/ 0 w 173"/>
                <a:gd name="T9" fmla="*/ 73 h 189"/>
              </a:gdLst>
              <a:ahLst/>
              <a:cxnLst>
                <a:cxn ang="0">
                  <a:pos x="T0" y="T1"/>
                </a:cxn>
                <a:cxn ang="0">
                  <a:pos x="T2" y="T3"/>
                </a:cxn>
                <a:cxn ang="0">
                  <a:pos x="T4" y="T5"/>
                </a:cxn>
                <a:cxn ang="0">
                  <a:pos x="T6" y="T7"/>
                </a:cxn>
                <a:cxn ang="0">
                  <a:pos x="T8" y="T9"/>
                </a:cxn>
              </a:cxnLst>
              <a:rect l="0" t="0" r="r" b="b"/>
              <a:pathLst>
                <a:path w="173" h="189">
                  <a:moveTo>
                    <a:pt x="0" y="73"/>
                  </a:moveTo>
                  <a:lnTo>
                    <a:pt x="64" y="0"/>
                  </a:lnTo>
                  <a:lnTo>
                    <a:pt x="173" y="113"/>
                  </a:lnTo>
                  <a:lnTo>
                    <a:pt x="107" y="189"/>
                  </a:lnTo>
                  <a:lnTo>
                    <a:pt x="0" y="73"/>
                  </a:lnTo>
                  <a:close/>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60" name="Freeform 7"/>
            <p:cNvSpPr>
              <a:spLocks/>
            </p:cNvSpPr>
            <p:nvPr/>
          </p:nvSpPr>
          <p:spPr bwMode="auto">
            <a:xfrm>
              <a:off x="920758" y="2863056"/>
              <a:ext cx="484188" cy="536575"/>
            </a:xfrm>
            <a:custGeom>
              <a:avLst/>
              <a:gdLst>
                <a:gd name="T0" fmla="*/ 96 w 129"/>
                <a:gd name="T1" fmla="*/ 0 h 143"/>
                <a:gd name="T2" fmla="*/ 86 w 129"/>
                <a:gd name="T3" fmla="*/ 13 h 143"/>
                <a:gd name="T4" fmla="*/ 30 w 129"/>
                <a:gd name="T5" fmla="*/ 41 h 143"/>
                <a:gd name="T6" fmla="*/ 17 w 129"/>
                <a:gd name="T7" fmla="*/ 50 h 143"/>
                <a:gd name="T8" fmla="*/ 2 w 129"/>
                <a:gd name="T9" fmla="*/ 95 h 143"/>
                <a:gd name="T10" fmla="*/ 1 w 129"/>
                <a:gd name="T11" fmla="*/ 104 h 143"/>
                <a:gd name="T12" fmla="*/ 5 w 129"/>
                <a:gd name="T13" fmla="*/ 139 h 143"/>
                <a:gd name="T14" fmla="*/ 5 w 129"/>
                <a:gd name="T15" fmla="*/ 139 h 143"/>
                <a:gd name="T16" fmla="*/ 5 w 129"/>
                <a:gd name="T17" fmla="*/ 139 h 143"/>
                <a:gd name="T18" fmla="*/ 6 w 129"/>
                <a:gd name="T19" fmla="*/ 143 h 143"/>
                <a:gd name="T20" fmla="*/ 6 w 129"/>
                <a:gd name="T21" fmla="*/ 110 h 143"/>
                <a:gd name="T22" fmla="*/ 28 w 129"/>
                <a:gd name="T23" fmla="*/ 110 h 143"/>
                <a:gd name="T24" fmla="*/ 27 w 129"/>
                <a:gd name="T25" fmla="*/ 102 h 143"/>
                <a:gd name="T26" fmla="*/ 41 w 129"/>
                <a:gd name="T27" fmla="*/ 79 h 143"/>
                <a:gd name="T28" fmla="*/ 55 w 129"/>
                <a:gd name="T29" fmla="*/ 84 h 143"/>
                <a:gd name="T30" fmla="*/ 51 w 129"/>
                <a:gd name="T31" fmla="*/ 94 h 143"/>
                <a:gd name="T32" fmla="*/ 37 w 129"/>
                <a:gd name="T33" fmla="*/ 113 h 143"/>
                <a:gd name="T34" fmla="*/ 38 w 129"/>
                <a:gd name="T35" fmla="*/ 127 h 143"/>
                <a:gd name="T36" fmla="*/ 45 w 129"/>
                <a:gd name="T37" fmla="*/ 129 h 143"/>
                <a:gd name="T38" fmla="*/ 56 w 129"/>
                <a:gd name="T39" fmla="*/ 125 h 143"/>
                <a:gd name="T40" fmla="*/ 57 w 129"/>
                <a:gd name="T41" fmla="*/ 124 h 143"/>
                <a:gd name="T42" fmla="*/ 57 w 129"/>
                <a:gd name="T43" fmla="*/ 124 h 143"/>
                <a:gd name="T44" fmla="*/ 86 w 129"/>
                <a:gd name="T45" fmla="*/ 96 h 143"/>
                <a:gd name="T46" fmla="*/ 118 w 129"/>
                <a:gd name="T47" fmla="*/ 49 h 143"/>
                <a:gd name="T48" fmla="*/ 129 w 129"/>
                <a:gd name="T49" fmla="*/ 35 h 143"/>
                <a:gd name="T50" fmla="*/ 96 w 129"/>
                <a:gd name="T5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9" h="143">
                  <a:moveTo>
                    <a:pt x="96" y="0"/>
                  </a:moveTo>
                  <a:cubicBezTo>
                    <a:pt x="86" y="13"/>
                    <a:pt x="86" y="13"/>
                    <a:pt x="86" y="13"/>
                  </a:cubicBezTo>
                  <a:cubicBezTo>
                    <a:pt x="30" y="41"/>
                    <a:pt x="30" y="41"/>
                    <a:pt x="30" y="41"/>
                  </a:cubicBezTo>
                  <a:cubicBezTo>
                    <a:pt x="29" y="42"/>
                    <a:pt x="19" y="45"/>
                    <a:pt x="17" y="50"/>
                  </a:cubicBezTo>
                  <a:cubicBezTo>
                    <a:pt x="14" y="54"/>
                    <a:pt x="3" y="91"/>
                    <a:pt x="2" y="95"/>
                  </a:cubicBezTo>
                  <a:cubicBezTo>
                    <a:pt x="1" y="97"/>
                    <a:pt x="0" y="102"/>
                    <a:pt x="1" y="104"/>
                  </a:cubicBezTo>
                  <a:cubicBezTo>
                    <a:pt x="1" y="106"/>
                    <a:pt x="3" y="127"/>
                    <a:pt x="5" y="139"/>
                  </a:cubicBezTo>
                  <a:cubicBezTo>
                    <a:pt x="5" y="139"/>
                    <a:pt x="5" y="139"/>
                    <a:pt x="5" y="139"/>
                  </a:cubicBezTo>
                  <a:cubicBezTo>
                    <a:pt x="5" y="139"/>
                    <a:pt x="5" y="139"/>
                    <a:pt x="5" y="139"/>
                  </a:cubicBezTo>
                  <a:cubicBezTo>
                    <a:pt x="5" y="139"/>
                    <a:pt x="5" y="141"/>
                    <a:pt x="6" y="143"/>
                  </a:cubicBezTo>
                  <a:cubicBezTo>
                    <a:pt x="6" y="110"/>
                    <a:pt x="6" y="110"/>
                    <a:pt x="6" y="110"/>
                  </a:cubicBezTo>
                  <a:cubicBezTo>
                    <a:pt x="28" y="110"/>
                    <a:pt x="28" y="110"/>
                    <a:pt x="28" y="110"/>
                  </a:cubicBezTo>
                  <a:cubicBezTo>
                    <a:pt x="27" y="102"/>
                    <a:pt x="27" y="102"/>
                    <a:pt x="27" y="102"/>
                  </a:cubicBezTo>
                  <a:cubicBezTo>
                    <a:pt x="41" y="79"/>
                    <a:pt x="41" y="79"/>
                    <a:pt x="41" y="79"/>
                  </a:cubicBezTo>
                  <a:cubicBezTo>
                    <a:pt x="44" y="80"/>
                    <a:pt x="51" y="83"/>
                    <a:pt x="55" y="84"/>
                  </a:cubicBezTo>
                  <a:cubicBezTo>
                    <a:pt x="54" y="87"/>
                    <a:pt x="52" y="92"/>
                    <a:pt x="51" y="94"/>
                  </a:cubicBezTo>
                  <a:cubicBezTo>
                    <a:pt x="50" y="96"/>
                    <a:pt x="42" y="106"/>
                    <a:pt x="37" y="113"/>
                  </a:cubicBezTo>
                  <a:cubicBezTo>
                    <a:pt x="35" y="115"/>
                    <a:pt x="33" y="122"/>
                    <a:pt x="38" y="127"/>
                  </a:cubicBezTo>
                  <a:cubicBezTo>
                    <a:pt x="40" y="128"/>
                    <a:pt x="43" y="129"/>
                    <a:pt x="45" y="129"/>
                  </a:cubicBezTo>
                  <a:cubicBezTo>
                    <a:pt x="51" y="129"/>
                    <a:pt x="56" y="125"/>
                    <a:pt x="56" y="125"/>
                  </a:cubicBezTo>
                  <a:cubicBezTo>
                    <a:pt x="57" y="124"/>
                    <a:pt x="57" y="124"/>
                    <a:pt x="57" y="124"/>
                  </a:cubicBezTo>
                  <a:cubicBezTo>
                    <a:pt x="57" y="124"/>
                    <a:pt x="57" y="124"/>
                    <a:pt x="57" y="124"/>
                  </a:cubicBezTo>
                  <a:cubicBezTo>
                    <a:pt x="57" y="124"/>
                    <a:pt x="77" y="100"/>
                    <a:pt x="86" y="96"/>
                  </a:cubicBezTo>
                  <a:cubicBezTo>
                    <a:pt x="94" y="92"/>
                    <a:pt x="119" y="73"/>
                    <a:pt x="118" y="49"/>
                  </a:cubicBezTo>
                  <a:cubicBezTo>
                    <a:pt x="129" y="35"/>
                    <a:pt x="129" y="35"/>
                    <a:pt x="129" y="35"/>
                  </a:cubicBezTo>
                  <a:lnTo>
                    <a:pt x="96" y="0"/>
                  </a:lnTo>
                  <a:close/>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61" name="Freeform 8"/>
            <p:cNvSpPr>
              <a:spLocks/>
            </p:cNvSpPr>
            <p:nvPr/>
          </p:nvSpPr>
          <p:spPr bwMode="auto">
            <a:xfrm>
              <a:off x="642945" y="3290094"/>
              <a:ext cx="750888" cy="566738"/>
            </a:xfrm>
            <a:custGeom>
              <a:avLst/>
              <a:gdLst>
                <a:gd name="T0" fmla="*/ 168 w 200"/>
                <a:gd name="T1" fmla="*/ 67 h 151"/>
                <a:gd name="T2" fmla="*/ 168 w 200"/>
                <a:gd name="T3" fmla="*/ 141 h 151"/>
                <a:gd name="T4" fmla="*/ 158 w 200"/>
                <a:gd name="T5" fmla="*/ 141 h 151"/>
                <a:gd name="T6" fmla="*/ 158 w 200"/>
                <a:gd name="T7" fmla="*/ 39 h 151"/>
                <a:gd name="T8" fmla="*/ 126 w 200"/>
                <a:gd name="T9" fmla="*/ 39 h 151"/>
                <a:gd name="T10" fmla="*/ 126 w 200"/>
                <a:gd name="T11" fmla="*/ 141 h 151"/>
                <a:gd name="T12" fmla="*/ 116 w 200"/>
                <a:gd name="T13" fmla="*/ 141 h 151"/>
                <a:gd name="T14" fmla="*/ 116 w 200"/>
                <a:gd name="T15" fmla="*/ 19 h 151"/>
                <a:gd name="T16" fmla="*/ 108 w 200"/>
                <a:gd name="T17" fmla="*/ 14 h 151"/>
                <a:gd name="T18" fmla="*/ 106 w 200"/>
                <a:gd name="T19" fmla="*/ 0 h 151"/>
                <a:gd name="T20" fmla="*/ 84 w 200"/>
                <a:gd name="T21" fmla="*/ 0 h 151"/>
                <a:gd name="T22" fmla="*/ 84 w 200"/>
                <a:gd name="T23" fmla="*/ 141 h 151"/>
                <a:gd name="T24" fmla="*/ 74 w 200"/>
                <a:gd name="T25" fmla="*/ 141 h 151"/>
                <a:gd name="T26" fmla="*/ 74 w 200"/>
                <a:gd name="T27" fmla="*/ 49 h 151"/>
                <a:gd name="T28" fmla="*/ 42 w 200"/>
                <a:gd name="T29" fmla="*/ 49 h 151"/>
                <a:gd name="T30" fmla="*/ 42 w 200"/>
                <a:gd name="T31" fmla="*/ 141 h 151"/>
                <a:gd name="T32" fmla="*/ 32 w 200"/>
                <a:gd name="T33" fmla="*/ 141 h 151"/>
                <a:gd name="T34" fmla="*/ 32 w 200"/>
                <a:gd name="T35" fmla="*/ 89 h 151"/>
                <a:gd name="T36" fmla="*/ 0 w 200"/>
                <a:gd name="T37" fmla="*/ 89 h 151"/>
                <a:gd name="T38" fmla="*/ 0 w 200"/>
                <a:gd name="T39" fmla="*/ 141 h 151"/>
                <a:gd name="T40" fmla="*/ 0 w 200"/>
                <a:gd name="T41" fmla="*/ 151 h 151"/>
                <a:gd name="T42" fmla="*/ 200 w 200"/>
                <a:gd name="T43" fmla="*/ 151 h 151"/>
                <a:gd name="T44" fmla="*/ 200 w 200"/>
                <a:gd name="T45" fmla="*/ 141 h 151"/>
                <a:gd name="T46" fmla="*/ 200 w 200"/>
                <a:gd name="T47" fmla="*/ 67 h 151"/>
                <a:gd name="T48" fmla="*/ 168 w 200"/>
                <a:gd name="T49" fmla="*/ 67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0" h="151">
                  <a:moveTo>
                    <a:pt x="168" y="67"/>
                  </a:moveTo>
                  <a:cubicBezTo>
                    <a:pt x="168" y="141"/>
                    <a:pt x="168" y="141"/>
                    <a:pt x="168" y="141"/>
                  </a:cubicBezTo>
                  <a:cubicBezTo>
                    <a:pt x="158" y="141"/>
                    <a:pt x="158" y="141"/>
                    <a:pt x="158" y="141"/>
                  </a:cubicBezTo>
                  <a:cubicBezTo>
                    <a:pt x="158" y="39"/>
                    <a:pt x="158" y="39"/>
                    <a:pt x="158" y="39"/>
                  </a:cubicBezTo>
                  <a:cubicBezTo>
                    <a:pt x="126" y="39"/>
                    <a:pt x="126" y="39"/>
                    <a:pt x="126" y="39"/>
                  </a:cubicBezTo>
                  <a:cubicBezTo>
                    <a:pt x="126" y="141"/>
                    <a:pt x="126" y="141"/>
                    <a:pt x="126" y="141"/>
                  </a:cubicBezTo>
                  <a:cubicBezTo>
                    <a:pt x="116" y="141"/>
                    <a:pt x="116" y="141"/>
                    <a:pt x="116" y="141"/>
                  </a:cubicBezTo>
                  <a:cubicBezTo>
                    <a:pt x="116" y="19"/>
                    <a:pt x="116" y="19"/>
                    <a:pt x="116" y="19"/>
                  </a:cubicBezTo>
                  <a:cubicBezTo>
                    <a:pt x="113" y="18"/>
                    <a:pt x="111" y="16"/>
                    <a:pt x="108" y="14"/>
                  </a:cubicBezTo>
                  <a:cubicBezTo>
                    <a:pt x="104" y="10"/>
                    <a:pt x="105" y="4"/>
                    <a:pt x="106" y="0"/>
                  </a:cubicBezTo>
                  <a:cubicBezTo>
                    <a:pt x="84" y="0"/>
                    <a:pt x="84" y="0"/>
                    <a:pt x="84" y="0"/>
                  </a:cubicBezTo>
                  <a:cubicBezTo>
                    <a:pt x="84" y="141"/>
                    <a:pt x="84" y="141"/>
                    <a:pt x="84" y="141"/>
                  </a:cubicBezTo>
                  <a:cubicBezTo>
                    <a:pt x="74" y="141"/>
                    <a:pt x="74" y="141"/>
                    <a:pt x="74" y="141"/>
                  </a:cubicBezTo>
                  <a:cubicBezTo>
                    <a:pt x="74" y="49"/>
                    <a:pt x="74" y="49"/>
                    <a:pt x="74" y="49"/>
                  </a:cubicBezTo>
                  <a:cubicBezTo>
                    <a:pt x="42" y="49"/>
                    <a:pt x="42" y="49"/>
                    <a:pt x="42" y="49"/>
                  </a:cubicBezTo>
                  <a:cubicBezTo>
                    <a:pt x="42" y="141"/>
                    <a:pt x="42" y="141"/>
                    <a:pt x="42" y="141"/>
                  </a:cubicBezTo>
                  <a:cubicBezTo>
                    <a:pt x="32" y="141"/>
                    <a:pt x="32" y="141"/>
                    <a:pt x="32" y="141"/>
                  </a:cubicBezTo>
                  <a:cubicBezTo>
                    <a:pt x="32" y="89"/>
                    <a:pt x="32" y="89"/>
                    <a:pt x="32" y="89"/>
                  </a:cubicBezTo>
                  <a:cubicBezTo>
                    <a:pt x="0" y="89"/>
                    <a:pt x="0" y="89"/>
                    <a:pt x="0" y="89"/>
                  </a:cubicBezTo>
                  <a:cubicBezTo>
                    <a:pt x="0" y="141"/>
                    <a:pt x="0" y="141"/>
                    <a:pt x="0" y="141"/>
                  </a:cubicBezTo>
                  <a:cubicBezTo>
                    <a:pt x="0" y="151"/>
                    <a:pt x="0" y="151"/>
                    <a:pt x="0" y="151"/>
                  </a:cubicBezTo>
                  <a:cubicBezTo>
                    <a:pt x="200" y="151"/>
                    <a:pt x="200" y="151"/>
                    <a:pt x="200" y="151"/>
                  </a:cubicBezTo>
                  <a:cubicBezTo>
                    <a:pt x="200" y="141"/>
                    <a:pt x="200" y="141"/>
                    <a:pt x="200" y="141"/>
                  </a:cubicBezTo>
                  <a:cubicBezTo>
                    <a:pt x="200" y="67"/>
                    <a:pt x="200" y="67"/>
                    <a:pt x="200" y="67"/>
                  </a:cubicBezTo>
                  <a:lnTo>
                    <a:pt x="168" y="67"/>
                  </a:lnTo>
                  <a:close/>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62" name="组合 61"/>
          <p:cNvGrpSpPr>
            <a:grpSpLocks noChangeAspect="1"/>
          </p:cNvGrpSpPr>
          <p:nvPr/>
        </p:nvGrpSpPr>
        <p:grpSpPr>
          <a:xfrm>
            <a:off x="7968431" y="5212126"/>
            <a:ext cx="995428" cy="908303"/>
            <a:chOff x="517525" y="5438775"/>
            <a:chExt cx="1704976" cy="1555751"/>
          </a:xfrm>
        </p:grpSpPr>
        <p:sp>
          <p:nvSpPr>
            <p:cNvPr id="63" name="Freeform 9"/>
            <p:cNvSpPr>
              <a:spLocks/>
            </p:cNvSpPr>
            <p:nvPr/>
          </p:nvSpPr>
          <p:spPr bwMode="auto">
            <a:xfrm>
              <a:off x="525463" y="5532438"/>
              <a:ext cx="1697038" cy="1462088"/>
            </a:xfrm>
            <a:custGeom>
              <a:avLst/>
              <a:gdLst>
                <a:gd name="T0" fmla="*/ 471 w 1069"/>
                <a:gd name="T1" fmla="*/ 921 h 921"/>
                <a:gd name="T2" fmla="*/ 71 w 1069"/>
                <a:gd name="T3" fmla="*/ 521 h 921"/>
                <a:gd name="T4" fmla="*/ 83 w 1069"/>
                <a:gd name="T5" fmla="*/ 421 h 921"/>
                <a:gd name="T6" fmla="*/ 0 w 1069"/>
                <a:gd name="T7" fmla="*/ 334 h 921"/>
                <a:gd name="T8" fmla="*/ 80 w 1069"/>
                <a:gd name="T9" fmla="*/ 230 h 921"/>
                <a:gd name="T10" fmla="*/ 125 w 1069"/>
                <a:gd name="T11" fmla="*/ 78 h 921"/>
                <a:gd name="T12" fmla="*/ 324 w 1069"/>
                <a:gd name="T13" fmla="*/ 0 h 921"/>
                <a:gd name="T14" fmla="*/ 452 w 1069"/>
                <a:gd name="T15" fmla="*/ 24 h 921"/>
                <a:gd name="T16" fmla="*/ 1069 w 1069"/>
                <a:gd name="T17" fmla="*/ 641 h 921"/>
                <a:gd name="T18" fmla="*/ 471 w 1069"/>
                <a:gd name="T19" fmla="*/ 921 h 9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69" h="921">
                  <a:moveTo>
                    <a:pt x="471" y="921"/>
                  </a:moveTo>
                  <a:lnTo>
                    <a:pt x="71" y="521"/>
                  </a:lnTo>
                  <a:lnTo>
                    <a:pt x="83" y="421"/>
                  </a:lnTo>
                  <a:lnTo>
                    <a:pt x="0" y="334"/>
                  </a:lnTo>
                  <a:lnTo>
                    <a:pt x="80" y="230"/>
                  </a:lnTo>
                  <a:lnTo>
                    <a:pt x="125" y="78"/>
                  </a:lnTo>
                  <a:lnTo>
                    <a:pt x="324" y="0"/>
                  </a:lnTo>
                  <a:lnTo>
                    <a:pt x="452" y="24"/>
                  </a:lnTo>
                  <a:lnTo>
                    <a:pt x="1069" y="641"/>
                  </a:lnTo>
                  <a:lnTo>
                    <a:pt x="471" y="921"/>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4" name="Freeform 10"/>
            <p:cNvSpPr>
              <a:spLocks/>
            </p:cNvSpPr>
            <p:nvPr/>
          </p:nvSpPr>
          <p:spPr bwMode="auto">
            <a:xfrm>
              <a:off x="828675" y="5638800"/>
              <a:ext cx="274638" cy="325438"/>
            </a:xfrm>
            <a:custGeom>
              <a:avLst/>
              <a:gdLst>
                <a:gd name="T0" fmla="*/ 36 w 73"/>
                <a:gd name="T1" fmla="*/ 0 h 87"/>
                <a:gd name="T2" fmla="*/ 0 w 73"/>
                <a:gd name="T3" fmla="*/ 36 h 87"/>
                <a:gd name="T4" fmla="*/ 8 w 73"/>
                <a:gd name="T5" fmla="*/ 60 h 87"/>
                <a:gd name="T6" fmla="*/ 20 w 73"/>
                <a:gd name="T7" fmla="*/ 85 h 87"/>
                <a:gd name="T8" fmla="*/ 20 w 73"/>
                <a:gd name="T9" fmla="*/ 87 h 87"/>
                <a:gd name="T10" fmla="*/ 32 w 73"/>
                <a:gd name="T11" fmla="*/ 87 h 87"/>
                <a:gd name="T12" fmla="*/ 32 w 73"/>
                <a:gd name="T13" fmla="*/ 84 h 87"/>
                <a:gd name="T14" fmla="*/ 28 w 73"/>
                <a:gd name="T15" fmla="*/ 54 h 87"/>
                <a:gd name="T16" fmla="*/ 36 w 73"/>
                <a:gd name="T17" fmla="*/ 53 h 87"/>
                <a:gd name="T18" fmla="*/ 36 w 73"/>
                <a:gd name="T19" fmla="*/ 53 h 87"/>
                <a:gd name="T20" fmla="*/ 44 w 73"/>
                <a:gd name="T21" fmla="*/ 54 h 87"/>
                <a:gd name="T22" fmla="*/ 40 w 73"/>
                <a:gd name="T23" fmla="*/ 84 h 87"/>
                <a:gd name="T24" fmla="*/ 40 w 73"/>
                <a:gd name="T25" fmla="*/ 87 h 87"/>
                <a:gd name="T26" fmla="*/ 52 w 73"/>
                <a:gd name="T27" fmla="*/ 87 h 87"/>
                <a:gd name="T28" fmla="*/ 52 w 73"/>
                <a:gd name="T29" fmla="*/ 85 h 87"/>
                <a:gd name="T30" fmla="*/ 64 w 73"/>
                <a:gd name="T31" fmla="*/ 60 h 87"/>
                <a:gd name="T32" fmla="*/ 73 w 73"/>
                <a:gd name="T33" fmla="*/ 36 h 87"/>
                <a:gd name="T34" fmla="*/ 36 w 73"/>
                <a:gd name="T35"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3" h="87">
                  <a:moveTo>
                    <a:pt x="36" y="0"/>
                  </a:moveTo>
                  <a:cubicBezTo>
                    <a:pt x="16" y="0"/>
                    <a:pt x="0" y="16"/>
                    <a:pt x="0" y="36"/>
                  </a:cubicBezTo>
                  <a:cubicBezTo>
                    <a:pt x="0" y="44"/>
                    <a:pt x="2" y="52"/>
                    <a:pt x="8" y="60"/>
                  </a:cubicBezTo>
                  <a:cubicBezTo>
                    <a:pt x="13" y="67"/>
                    <a:pt x="19" y="75"/>
                    <a:pt x="20" y="85"/>
                  </a:cubicBezTo>
                  <a:cubicBezTo>
                    <a:pt x="20" y="87"/>
                    <a:pt x="20" y="87"/>
                    <a:pt x="20" y="87"/>
                  </a:cubicBezTo>
                  <a:cubicBezTo>
                    <a:pt x="32" y="87"/>
                    <a:pt x="32" y="87"/>
                    <a:pt x="32" y="87"/>
                  </a:cubicBezTo>
                  <a:cubicBezTo>
                    <a:pt x="32" y="84"/>
                    <a:pt x="32" y="84"/>
                    <a:pt x="32" y="84"/>
                  </a:cubicBezTo>
                  <a:cubicBezTo>
                    <a:pt x="33" y="79"/>
                    <a:pt x="33" y="65"/>
                    <a:pt x="28" y="54"/>
                  </a:cubicBezTo>
                  <a:cubicBezTo>
                    <a:pt x="30" y="54"/>
                    <a:pt x="33" y="53"/>
                    <a:pt x="36" y="53"/>
                  </a:cubicBezTo>
                  <a:cubicBezTo>
                    <a:pt x="36" y="53"/>
                    <a:pt x="36" y="53"/>
                    <a:pt x="36" y="53"/>
                  </a:cubicBezTo>
                  <a:cubicBezTo>
                    <a:pt x="40" y="53"/>
                    <a:pt x="42" y="54"/>
                    <a:pt x="44" y="54"/>
                  </a:cubicBezTo>
                  <a:cubicBezTo>
                    <a:pt x="41" y="62"/>
                    <a:pt x="39" y="71"/>
                    <a:pt x="40" y="84"/>
                  </a:cubicBezTo>
                  <a:cubicBezTo>
                    <a:pt x="40" y="87"/>
                    <a:pt x="40" y="87"/>
                    <a:pt x="40" y="87"/>
                  </a:cubicBezTo>
                  <a:cubicBezTo>
                    <a:pt x="52" y="87"/>
                    <a:pt x="52" y="87"/>
                    <a:pt x="52" y="87"/>
                  </a:cubicBezTo>
                  <a:cubicBezTo>
                    <a:pt x="52" y="85"/>
                    <a:pt x="52" y="85"/>
                    <a:pt x="52" y="85"/>
                  </a:cubicBezTo>
                  <a:cubicBezTo>
                    <a:pt x="54" y="75"/>
                    <a:pt x="59" y="67"/>
                    <a:pt x="64" y="60"/>
                  </a:cubicBezTo>
                  <a:cubicBezTo>
                    <a:pt x="70" y="52"/>
                    <a:pt x="73" y="44"/>
                    <a:pt x="73" y="36"/>
                  </a:cubicBezTo>
                  <a:cubicBezTo>
                    <a:pt x="73" y="16"/>
                    <a:pt x="56" y="0"/>
                    <a:pt x="36" y="0"/>
                  </a:cubicBezTo>
                  <a:close/>
                </a:path>
              </a:pathLst>
            </a:custGeom>
            <a:solidFill>
              <a:srgbClr val="FDFDFD"/>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65" name="Freeform 11"/>
            <p:cNvSpPr>
              <a:spLocks noEditPoints="1"/>
            </p:cNvSpPr>
            <p:nvPr/>
          </p:nvSpPr>
          <p:spPr bwMode="auto">
            <a:xfrm>
              <a:off x="517525" y="5438775"/>
              <a:ext cx="857250" cy="1025525"/>
            </a:xfrm>
            <a:custGeom>
              <a:avLst/>
              <a:gdLst>
                <a:gd name="T0" fmla="*/ 190 w 228"/>
                <a:gd name="T1" fmla="*/ 32 h 273"/>
                <a:gd name="T2" fmla="*/ 87 w 228"/>
                <a:gd name="T3" fmla="*/ 11 h 273"/>
                <a:gd name="T4" fmla="*/ 21 w 228"/>
                <a:gd name="T5" fmla="*/ 87 h 273"/>
                <a:gd name="T6" fmla="*/ 22 w 228"/>
                <a:gd name="T7" fmla="*/ 112 h 273"/>
                <a:gd name="T8" fmla="*/ 26 w 228"/>
                <a:gd name="T9" fmla="*/ 123 h 273"/>
                <a:gd name="T10" fmla="*/ 24 w 228"/>
                <a:gd name="T11" fmla="*/ 127 h 273"/>
                <a:gd name="T12" fmla="*/ 3 w 228"/>
                <a:gd name="T13" fmla="*/ 157 h 273"/>
                <a:gd name="T14" fmla="*/ 2 w 228"/>
                <a:gd name="T15" fmla="*/ 166 h 273"/>
                <a:gd name="T16" fmla="*/ 18 w 228"/>
                <a:gd name="T17" fmla="*/ 172 h 273"/>
                <a:gd name="T18" fmla="*/ 21 w 228"/>
                <a:gd name="T19" fmla="*/ 181 h 273"/>
                <a:gd name="T20" fmla="*/ 20 w 228"/>
                <a:gd name="T21" fmla="*/ 191 h 273"/>
                <a:gd name="T22" fmla="*/ 25 w 228"/>
                <a:gd name="T23" fmla="*/ 193 h 273"/>
                <a:gd name="T24" fmla="*/ 21 w 228"/>
                <a:gd name="T25" fmla="*/ 197 h 273"/>
                <a:gd name="T26" fmla="*/ 25 w 228"/>
                <a:gd name="T27" fmla="*/ 205 h 273"/>
                <a:gd name="T28" fmla="*/ 28 w 228"/>
                <a:gd name="T29" fmla="*/ 222 h 273"/>
                <a:gd name="T30" fmla="*/ 30 w 228"/>
                <a:gd name="T31" fmla="*/ 243 h 273"/>
                <a:gd name="T32" fmla="*/ 79 w 228"/>
                <a:gd name="T33" fmla="*/ 240 h 273"/>
                <a:gd name="T34" fmla="*/ 89 w 228"/>
                <a:gd name="T35" fmla="*/ 273 h 273"/>
                <a:gd name="T36" fmla="*/ 199 w 228"/>
                <a:gd name="T37" fmla="*/ 238 h 273"/>
                <a:gd name="T38" fmla="*/ 188 w 228"/>
                <a:gd name="T39" fmla="*/ 208 h 273"/>
                <a:gd name="T40" fmla="*/ 217 w 228"/>
                <a:gd name="T41" fmla="*/ 139 h 273"/>
                <a:gd name="T42" fmla="*/ 190 w 228"/>
                <a:gd name="T43" fmla="*/ 32 h 273"/>
                <a:gd name="T44" fmla="*/ 154 w 228"/>
                <a:gd name="T45" fmla="*/ 118 h 273"/>
                <a:gd name="T46" fmla="*/ 143 w 228"/>
                <a:gd name="T47" fmla="*/ 143 h 273"/>
                <a:gd name="T48" fmla="*/ 143 w 228"/>
                <a:gd name="T49" fmla="*/ 167 h 273"/>
                <a:gd name="T50" fmla="*/ 135 w 228"/>
                <a:gd name="T51" fmla="*/ 177 h 273"/>
                <a:gd name="T52" fmla="*/ 126 w 228"/>
                <a:gd name="T53" fmla="*/ 177 h 273"/>
                <a:gd name="T54" fmla="*/ 125 w 228"/>
                <a:gd name="T55" fmla="*/ 178 h 273"/>
                <a:gd name="T56" fmla="*/ 119 w 228"/>
                <a:gd name="T57" fmla="*/ 181 h 273"/>
                <a:gd name="T58" fmla="*/ 113 w 228"/>
                <a:gd name="T59" fmla="*/ 178 h 273"/>
                <a:gd name="T60" fmla="*/ 112 w 228"/>
                <a:gd name="T61" fmla="*/ 177 h 273"/>
                <a:gd name="T62" fmla="*/ 103 w 228"/>
                <a:gd name="T63" fmla="*/ 177 h 273"/>
                <a:gd name="T64" fmla="*/ 95 w 228"/>
                <a:gd name="T65" fmla="*/ 168 h 273"/>
                <a:gd name="T66" fmla="*/ 95 w 228"/>
                <a:gd name="T67" fmla="*/ 143 h 273"/>
                <a:gd name="T68" fmla="*/ 84 w 228"/>
                <a:gd name="T69" fmla="*/ 118 h 273"/>
                <a:gd name="T70" fmla="*/ 74 w 228"/>
                <a:gd name="T71" fmla="*/ 89 h 273"/>
                <a:gd name="T72" fmla="*/ 119 w 228"/>
                <a:gd name="T73" fmla="*/ 44 h 273"/>
                <a:gd name="T74" fmla="*/ 164 w 228"/>
                <a:gd name="T75" fmla="*/ 89 h 273"/>
                <a:gd name="T76" fmla="*/ 154 w 228"/>
                <a:gd name="T77" fmla="*/ 118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28" h="273">
                  <a:moveTo>
                    <a:pt x="190" y="32"/>
                  </a:moveTo>
                  <a:cubicBezTo>
                    <a:pt x="165" y="10"/>
                    <a:pt x="130" y="0"/>
                    <a:pt x="87" y="11"/>
                  </a:cubicBezTo>
                  <a:cubicBezTo>
                    <a:pt x="55" y="20"/>
                    <a:pt x="27" y="44"/>
                    <a:pt x="21" y="87"/>
                  </a:cubicBezTo>
                  <a:cubicBezTo>
                    <a:pt x="19" y="102"/>
                    <a:pt x="21" y="110"/>
                    <a:pt x="22" y="112"/>
                  </a:cubicBezTo>
                  <a:cubicBezTo>
                    <a:pt x="23" y="114"/>
                    <a:pt x="26" y="119"/>
                    <a:pt x="26" y="123"/>
                  </a:cubicBezTo>
                  <a:cubicBezTo>
                    <a:pt x="26" y="124"/>
                    <a:pt x="26" y="125"/>
                    <a:pt x="24" y="127"/>
                  </a:cubicBezTo>
                  <a:cubicBezTo>
                    <a:pt x="3" y="157"/>
                    <a:pt x="3" y="157"/>
                    <a:pt x="3" y="157"/>
                  </a:cubicBezTo>
                  <a:cubicBezTo>
                    <a:pt x="1" y="160"/>
                    <a:pt x="0" y="163"/>
                    <a:pt x="2" y="166"/>
                  </a:cubicBezTo>
                  <a:cubicBezTo>
                    <a:pt x="6" y="172"/>
                    <a:pt x="16" y="171"/>
                    <a:pt x="18" y="172"/>
                  </a:cubicBezTo>
                  <a:cubicBezTo>
                    <a:pt x="21" y="174"/>
                    <a:pt x="22" y="178"/>
                    <a:pt x="21" y="181"/>
                  </a:cubicBezTo>
                  <a:cubicBezTo>
                    <a:pt x="20" y="184"/>
                    <a:pt x="17" y="189"/>
                    <a:pt x="20" y="191"/>
                  </a:cubicBezTo>
                  <a:cubicBezTo>
                    <a:pt x="23" y="192"/>
                    <a:pt x="25" y="193"/>
                    <a:pt x="25" y="193"/>
                  </a:cubicBezTo>
                  <a:cubicBezTo>
                    <a:pt x="25" y="193"/>
                    <a:pt x="22" y="195"/>
                    <a:pt x="21" y="197"/>
                  </a:cubicBezTo>
                  <a:cubicBezTo>
                    <a:pt x="20" y="199"/>
                    <a:pt x="21" y="203"/>
                    <a:pt x="25" y="205"/>
                  </a:cubicBezTo>
                  <a:cubicBezTo>
                    <a:pt x="25" y="205"/>
                    <a:pt x="29" y="213"/>
                    <a:pt x="28" y="222"/>
                  </a:cubicBezTo>
                  <a:cubicBezTo>
                    <a:pt x="26" y="231"/>
                    <a:pt x="24" y="239"/>
                    <a:pt x="30" y="243"/>
                  </a:cubicBezTo>
                  <a:cubicBezTo>
                    <a:pt x="37" y="249"/>
                    <a:pt x="63" y="245"/>
                    <a:pt x="79" y="240"/>
                  </a:cubicBezTo>
                  <a:cubicBezTo>
                    <a:pt x="79" y="240"/>
                    <a:pt x="84" y="249"/>
                    <a:pt x="89" y="273"/>
                  </a:cubicBezTo>
                  <a:cubicBezTo>
                    <a:pt x="199" y="238"/>
                    <a:pt x="199" y="238"/>
                    <a:pt x="199" y="238"/>
                  </a:cubicBezTo>
                  <a:cubicBezTo>
                    <a:pt x="192" y="222"/>
                    <a:pt x="189" y="213"/>
                    <a:pt x="188" y="208"/>
                  </a:cubicBezTo>
                  <a:cubicBezTo>
                    <a:pt x="187" y="193"/>
                    <a:pt x="209" y="167"/>
                    <a:pt x="217" y="139"/>
                  </a:cubicBezTo>
                  <a:cubicBezTo>
                    <a:pt x="226" y="106"/>
                    <a:pt x="228" y="63"/>
                    <a:pt x="190" y="32"/>
                  </a:cubicBezTo>
                  <a:close/>
                  <a:moveTo>
                    <a:pt x="154" y="118"/>
                  </a:moveTo>
                  <a:cubicBezTo>
                    <a:pt x="146" y="128"/>
                    <a:pt x="143" y="135"/>
                    <a:pt x="143" y="143"/>
                  </a:cubicBezTo>
                  <a:cubicBezTo>
                    <a:pt x="143" y="167"/>
                    <a:pt x="143" y="167"/>
                    <a:pt x="143" y="167"/>
                  </a:cubicBezTo>
                  <a:cubicBezTo>
                    <a:pt x="143" y="173"/>
                    <a:pt x="140" y="177"/>
                    <a:pt x="135" y="177"/>
                  </a:cubicBezTo>
                  <a:cubicBezTo>
                    <a:pt x="126" y="177"/>
                    <a:pt x="126" y="177"/>
                    <a:pt x="126" y="177"/>
                  </a:cubicBezTo>
                  <a:cubicBezTo>
                    <a:pt x="125" y="178"/>
                    <a:pt x="125" y="178"/>
                    <a:pt x="125" y="178"/>
                  </a:cubicBezTo>
                  <a:cubicBezTo>
                    <a:pt x="124" y="180"/>
                    <a:pt x="121" y="181"/>
                    <a:pt x="119" y="181"/>
                  </a:cubicBezTo>
                  <a:cubicBezTo>
                    <a:pt x="117" y="181"/>
                    <a:pt x="114" y="180"/>
                    <a:pt x="113" y="178"/>
                  </a:cubicBezTo>
                  <a:cubicBezTo>
                    <a:pt x="112" y="177"/>
                    <a:pt x="112" y="177"/>
                    <a:pt x="112" y="177"/>
                  </a:cubicBezTo>
                  <a:cubicBezTo>
                    <a:pt x="103" y="177"/>
                    <a:pt x="103" y="177"/>
                    <a:pt x="103" y="177"/>
                  </a:cubicBezTo>
                  <a:cubicBezTo>
                    <a:pt x="99" y="177"/>
                    <a:pt x="95" y="173"/>
                    <a:pt x="95" y="168"/>
                  </a:cubicBezTo>
                  <a:cubicBezTo>
                    <a:pt x="95" y="143"/>
                    <a:pt x="95" y="143"/>
                    <a:pt x="95" y="143"/>
                  </a:cubicBezTo>
                  <a:cubicBezTo>
                    <a:pt x="95" y="135"/>
                    <a:pt x="92" y="128"/>
                    <a:pt x="84" y="118"/>
                  </a:cubicBezTo>
                  <a:cubicBezTo>
                    <a:pt x="77" y="109"/>
                    <a:pt x="74" y="99"/>
                    <a:pt x="74" y="89"/>
                  </a:cubicBezTo>
                  <a:cubicBezTo>
                    <a:pt x="74" y="64"/>
                    <a:pt x="94" y="44"/>
                    <a:pt x="119" y="44"/>
                  </a:cubicBezTo>
                  <a:cubicBezTo>
                    <a:pt x="144" y="44"/>
                    <a:pt x="164" y="64"/>
                    <a:pt x="164" y="89"/>
                  </a:cubicBezTo>
                  <a:cubicBezTo>
                    <a:pt x="164" y="99"/>
                    <a:pt x="161" y="109"/>
                    <a:pt x="154" y="118"/>
                  </a:cubicBezTo>
                  <a:close/>
                </a:path>
              </a:pathLst>
            </a:custGeom>
            <a:solidFill>
              <a:srgbClr val="FDFDFD"/>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sp>
        <p:nvSpPr>
          <p:cNvPr id="66" name="矩形 65"/>
          <p:cNvSpPr/>
          <p:nvPr/>
        </p:nvSpPr>
        <p:spPr>
          <a:xfrm>
            <a:off x="0" y="203088"/>
            <a:ext cx="2492990" cy="523220"/>
          </a:xfrm>
          <a:prstGeom prst="rect">
            <a:avLst/>
          </a:prstGeom>
          <a:noFill/>
        </p:spPr>
        <p:txBody>
          <a:bodyPr wrap="none" rtlCol="0">
            <a:spAutoFit/>
          </a:bodyPr>
          <a:lstStyle/>
          <a:p>
            <a:r>
              <a:rPr lang="zh-CN" altLang="en-US" sz="2800" b="1" dirty="0">
                <a:solidFill>
                  <a:schemeClr val="tx1">
                    <a:lumMod val="65000"/>
                    <a:lumOff val="35000"/>
                  </a:schemeClr>
                </a:solidFill>
              </a:rPr>
              <a:t>四项递进</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59482113"/>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1" name="组合 50"/>
          <p:cNvGrpSpPr/>
          <p:nvPr/>
        </p:nvGrpSpPr>
        <p:grpSpPr>
          <a:xfrm>
            <a:off x="5995200" y="2989291"/>
            <a:ext cx="5748959" cy="667164"/>
            <a:chOff x="-31517" y="4473507"/>
            <a:chExt cx="11965826" cy="1388629"/>
          </a:xfrm>
        </p:grpSpPr>
        <p:sp>
          <p:nvSpPr>
            <p:cNvPr id="80" name="椭圆 79"/>
            <p:cNvSpPr/>
            <p:nvPr/>
          </p:nvSpPr>
          <p:spPr>
            <a:xfrm>
              <a:off x="5617061" y="4565139"/>
              <a:ext cx="4942681" cy="1290772"/>
            </a:xfrm>
            <a:prstGeom prst="ellipse">
              <a:avLst/>
            </a:prstGeom>
            <a:gradFill flip="none" rotWithShape="1">
              <a:gsLst>
                <a:gs pos="0">
                  <a:schemeClr val="tx1">
                    <a:lumMod val="95000"/>
                    <a:lumOff val="5000"/>
                    <a:alpha val="65000"/>
                  </a:schemeClr>
                </a:gs>
                <a:gs pos="90000">
                  <a:schemeClr val="tx1">
                    <a:alpha val="0"/>
                    <a:lumMod val="0"/>
                    <a:lumOff val="100000"/>
                  </a:schemeClr>
                </a:gs>
              </a:gsLst>
              <a:path path="shape">
                <a:fillToRect l="50000" t="50000" r="50000" b="50000"/>
              </a:path>
              <a:tileRect/>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81" name="椭圆 80"/>
            <p:cNvSpPr/>
            <p:nvPr/>
          </p:nvSpPr>
          <p:spPr>
            <a:xfrm rot="573917">
              <a:off x="2240608" y="4473508"/>
              <a:ext cx="4942681" cy="1290772"/>
            </a:xfrm>
            <a:prstGeom prst="ellipse">
              <a:avLst/>
            </a:prstGeom>
            <a:gradFill flip="none" rotWithShape="1">
              <a:gsLst>
                <a:gs pos="0">
                  <a:schemeClr val="tx1">
                    <a:lumMod val="95000"/>
                    <a:lumOff val="5000"/>
                    <a:alpha val="65000"/>
                  </a:schemeClr>
                </a:gs>
                <a:gs pos="90000">
                  <a:schemeClr val="tx1">
                    <a:alpha val="0"/>
                    <a:lumMod val="0"/>
                    <a:lumOff val="100000"/>
                  </a:schemeClr>
                </a:gs>
              </a:gsLst>
              <a:path path="shape">
                <a:fillToRect l="50000" t="50000" r="50000" b="50000"/>
              </a:path>
              <a:tileRect/>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82" name="椭圆 81"/>
            <p:cNvSpPr/>
            <p:nvPr/>
          </p:nvSpPr>
          <p:spPr>
            <a:xfrm rot="20995089">
              <a:off x="-31517" y="4473507"/>
              <a:ext cx="4942681" cy="1290772"/>
            </a:xfrm>
            <a:prstGeom prst="ellipse">
              <a:avLst/>
            </a:prstGeom>
            <a:gradFill flip="none" rotWithShape="1">
              <a:gsLst>
                <a:gs pos="0">
                  <a:schemeClr val="tx1">
                    <a:lumMod val="95000"/>
                    <a:lumOff val="5000"/>
                    <a:alpha val="65000"/>
                  </a:schemeClr>
                </a:gs>
                <a:gs pos="90000">
                  <a:schemeClr val="tx1">
                    <a:alpha val="0"/>
                    <a:lumMod val="0"/>
                    <a:lumOff val="100000"/>
                  </a:schemeClr>
                </a:gs>
              </a:gsLst>
              <a:path path="shape">
                <a:fillToRect l="50000" t="50000" r="50000" b="50000"/>
              </a:path>
              <a:tileRect/>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83" name="椭圆 82"/>
            <p:cNvSpPr/>
            <p:nvPr/>
          </p:nvSpPr>
          <p:spPr>
            <a:xfrm rot="20995089">
              <a:off x="6991628" y="4571364"/>
              <a:ext cx="4942681" cy="1290772"/>
            </a:xfrm>
            <a:prstGeom prst="ellipse">
              <a:avLst/>
            </a:prstGeom>
            <a:gradFill flip="none" rotWithShape="1">
              <a:gsLst>
                <a:gs pos="0">
                  <a:schemeClr val="tx1">
                    <a:lumMod val="95000"/>
                    <a:lumOff val="5000"/>
                    <a:alpha val="65000"/>
                  </a:schemeClr>
                </a:gs>
                <a:gs pos="90000">
                  <a:schemeClr val="tx1">
                    <a:alpha val="0"/>
                    <a:lumMod val="0"/>
                    <a:lumOff val="100000"/>
                  </a:schemeClr>
                </a:gs>
              </a:gsLst>
              <a:path path="shape">
                <a:fillToRect l="50000" t="50000" r="50000" b="50000"/>
              </a:path>
              <a:tileRect/>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
        <p:nvSpPr>
          <p:cNvPr id="85" name="AutoShape 7"/>
          <p:cNvSpPr>
            <a:spLocks noChangeAspect="1" noChangeArrowheads="1" noTextEdit="1"/>
          </p:cNvSpPr>
          <p:nvPr/>
        </p:nvSpPr>
        <p:spPr bwMode="auto">
          <a:xfrm>
            <a:off x="6172190" y="2332464"/>
            <a:ext cx="5281014" cy="107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9"/>
          <p:cNvSpPr>
            <a:spLocks/>
          </p:cNvSpPr>
          <p:nvPr/>
        </p:nvSpPr>
        <p:spPr bwMode="auto">
          <a:xfrm>
            <a:off x="7973714" y="2337803"/>
            <a:ext cx="3477964" cy="1063219"/>
          </a:xfrm>
          <a:custGeom>
            <a:avLst/>
            <a:gdLst>
              <a:gd name="T0" fmla="*/ 1636 w 1928"/>
              <a:gd name="T1" fmla="*/ 2 h 587"/>
              <a:gd name="T2" fmla="*/ 1121 w 1928"/>
              <a:gd name="T3" fmla="*/ 0 h 587"/>
              <a:gd name="T4" fmla="*/ 0 w 1928"/>
              <a:gd name="T5" fmla="*/ 11 h 587"/>
              <a:gd name="T6" fmla="*/ 0 w 1928"/>
              <a:gd name="T7" fmla="*/ 576 h 587"/>
              <a:gd name="T8" fmla="*/ 1121 w 1928"/>
              <a:gd name="T9" fmla="*/ 587 h 587"/>
              <a:gd name="T10" fmla="*/ 1636 w 1928"/>
              <a:gd name="T11" fmla="*/ 585 h 587"/>
              <a:gd name="T12" fmla="*/ 1928 w 1928"/>
              <a:gd name="T13" fmla="*/ 293 h 587"/>
              <a:gd name="T14" fmla="*/ 1636 w 1928"/>
              <a:gd name="T15" fmla="*/ 2 h 58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28" h="587">
                <a:moveTo>
                  <a:pt x="1636" y="2"/>
                </a:moveTo>
                <a:cubicBezTo>
                  <a:pt x="1121" y="0"/>
                  <a:pt x="1121" y="0"/>
                  <a:pt x="1121" y="0"/>
                </a:cubicBezTo>
                <a:cubicBezTo>
                  <a:pt x="0" y="11"/>
                  <a:pt x="0" y="11"/>
                  <a:pt x="0" y="11"/>
                </a:cubicBezTo>
                <a:cubicBezTo>
                  <a:pt x="0" y="576"/>
                  <a:pt x="0" y="576"/>
                  <a:pt x="0" y="576"/>
                </a:cubicBezTo>
                <a:cubicBezTo>
                  <a:pt x="1121" y="587"/>
                  <a:pt x="1121" y="587"/>
                  <a:pt x="1121" y="587"/>
                </a:cubicBezTo>
                <a:cubicBezTo>
                  <a:pt x="1636" y="585"/>
                  <a:pt x="1636" y="585"/>
                  <a:pt x="1636" y="585"/>
                </a:cubicBezTo>
                <a:cubicBezTo>
                  <a:pt x="1797" y="585"/>
                  <a:pt x="1928" y="455"/>
                  <a:pt x="1928" y="293"/>
                </a:cubicBezTo>
                <a:cubicBezTo>
                  <a:pt x="1928" y="132"/>
                  <a:pt x="1797" y="2"/>
                  <a:pt x="1636" y="2"/>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9" name="Freeform 12"/>
          <p:cNvSpPr>
            <a:spLocks/>
          </p:cNvSpPr>
          <p:nvPr/>
        </p:nvSpPr>
        <p:spPr bwMode="auto">
          <a:xfrm>
            <a:off x="9995663" y="2337803"/>
            <a:ext cx="1456016" cy="1063219"/>
          </a:xfrm>
          <a:custGeom>
            <a:avLst/>
            <a:gdLst>
              <a:gd name="T0" fmla="*/ 515 w 807"/>
              <a:gd name="T1" fmla="*/ 2 h 587"/>
              <a:gd name="T2" fmla="*/ 0 w 807"/>
              <a:gd name="T3" fmla="*/ 0 h 587"/>
              <a:gd name="T4" fmla="*/ 0 w 807"/>
              <a:gd name="T5" fmla="*/ 587 h 587"/>
              <a:gd name="T6" fmla="*/ 515 w 807"/>
              <a:gd name="T7" fmla="*/ 585 h 587"/>
              <a:gd name="T8" fmla="*/ 807 w 807"/>
              <a:gd name="T9" fmla="*/ 293 h 587"/>
              <a:gd name="T10" fmla="*/ 515 w 807"/>
              <a:gd name="T11" fmla="*/ 2 h 587"/>
            </a:gdLst>
            <a:ahLst/>
            <a:cxnLst>
              <a:cxn ang="0">
                <a:pos x="T0" y="T1"/>
              </a:cxn>
              <a:cxn ang="0">
                <a:pos x="T2" y="T3"/>
              </a:cxn>
              <a:cxn ang="0">
                <a:pos x="T4" y="T5"/>
              </a:cxn>
              <a:cxn ang="0">
                <a:pos x="T6" y="T7"/>
              </a:cxn>
              <a:cxn ang="0">
                <a:pos x="T8" y="T9"/>
              </a:cxn>
              <a:cxn ang="0">
                <a:pos x="T10" y="T11"/>
              </a:cxn>
            </a:cxnLst>
            <a:rect l="0" t="0" r="r" b="b"/>
            <a:pathLst>
              <a:path w="807" h="587">
                <a:moveTo>
                  <a:pt x="515" y="2"/>
                </a:moveTo>
                <a:cubicBezTo>
                  <a:pt x="0" y="0"/>
                  <a:pt x="0" y="0"/>
                  <a:pt x="0" y="0"/>
                </a:cubicBezTo>
                <a:cubicBezTo>
                  <a:pt x="0" y="587"/>
                  <a:pt x="0" y="587"/>
                  <a:pt x="0" y="587"/>
                </a:cubicBezTo>
                <a:cubicBezTo>
                  <a:pt x="515" y="585"/>
                  <a:pt x="515" y="585"/>
                  <a:pt x="515" y="585"/>
                </a:cubicBezTo>
                <a:cubicBezTo>
                  <a:pt x="676" y="585"/>
                  <a:pt x="807" y="455"/>
                  <a:pt x="807" y="293"/>
                </a:cubicBezTo>
                <a:cubicBezTo>
                  <a:pt x="807" y="132"/>
                  <a:pt x="676" y="2"/>
                  <a:pt x="515" y="2"/>
                </a:cubicBezTo>
                <a:close/>
              </a:path>
            </a:pathLst>
          </a:custGeom>
          <a:solidFill>
            <a:srgbClr val="EEEEEE"/>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nvGrpSpPr>
          <p:cNvPr id="52" name="组合 51"/>
          <p:cNvGrpSpPr/>
          <p:nvPr/>
        </p:nvGrpSpPr>
        <p:grpSpPr>
          <a:xfrm>
            <a:off x="6176004" y="2353820"/>
            <a:ext cx="1797711" cy="1030422"/>
            <a:chOff x="344806" y="3101915"/>
            <a:chExt cx="3741738" cy="2144712"/>
          </a:xfrm>
        </p:grpSpPr>
        <p:sp>
          <p:nvSpPr>
            <p:cNvPr id="88" name="Freeform 11"/>
            <p:cNvSpPr>
              <a:spLocks/>
            </p:cNvSpPr>
            <p:nvPr/>
          </p:nvSpPr>
          <p:spPr bwMode="auto">
            <a:xfrm>
              <a:off x="344806" y="3101915"/>
              <a:ext cx="3741738" cy="2144712"/>
            </a:xfrm>
            <a:custGeom>
              <a:avLst/>
              <a:gdLst>
                <a:gd name="T0" fmla="*/ 748 w 997"/>
                <a:gd name="T1" fmla="*/ 5 h 569"/>
                <a:gd name="T2" fmla="*/ 285 w 997"/>
                <a:gd name="T3" fmla="*/ 0 h 569"/>
                <a:gd name="T4" fmla="*/ 0 w 997"/>
                <a:gd name="T5" fmla="*/ 284 h 569"/>
                <a:gd name="T6" fmla="*/ 285 w 997"/>
                <a:gd name="T7" fmla="*/ 569 h 569"/>
                <a:gd name="T8" fmla="*/ 748 w 997"/>
                <a:gd name="T9" fmla="*/ 564 h 569"/>
                <a:gd name="T10" fmla="*/ 997 w 997"/>
                <a:gd name="T11" fmla="*/ 567 h 569"/>
                <a:gd name="T12" fmla="*/ 997 w 997"/>
                <a:gd name="T13" fmla="*/ 2 h 569"/>
                <a:gd name="T14" fmla="*/ 748 w 997"/>
                <a:gd name="T15" fmla="*/ 5 h 5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97" h="569">
                  <a:moveTo>
                    <a:pt x="748" y="5"/>
                  </a:moveTo>
                  <a:cubicBezTo>
                    <a:pt x="285" y="0"/>
                    <a:pt x="285" y="0"/>
                    <a:pt x="285" y="0"/>
                  </a:cubicBezTo>
                  <a:cubicBezTo>
                    <a:pt x="128" y="0"/>
                    <a:pt x="0" y="127"/>
                    <a:pt x="0" y="284"/>
                  </a:cubicBezTo>
                  <a:cubicBezTo>
                    <a:pt x="0" y="442"/>
                    <a:pt x="128" y="569"/>
                    <a:pt x="285" y="569"/>
                  </a:cubicBezTo>
                  <a:cubicBezTo>
                    <a:pt x="748" y="564"/>
                    <a:pt x="748" y="564"/>
                    <a:pt x="748" y="564"/>
                  </a:cubicBezTo>
                  <a:cubicBezTo>
                    <a:pt x="997" y="567"/>
                    <a:pt x="997" y="567"/>
                    <a:pt x="997" y="567"/>
                  </a:cubicBezTo>
                  <a:cubicBezTo>
                    <a:pt x="997" y="2"/>
                    <a:pt x="997" y="2"/>
                    <a:pt x="997" y="2"/>
                  </a:cubicBezTo>
                  <a:lnTo>
                    <a:pt x="748" y="5"/>
                  </a:lnTo>
                  <a:close/>
                </a:path>
              </a:pathLst>
            </a:custGeom>
            <a:gradFill>
              <a:gsLst>
                <a:gs pos="0">
                  <a:srgbClr val="9F73B0"/>
                </a:gs>
                <a:gs pos="100000">
                  <a:srgbClr val="253C9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7" name="Freeform 10"/>
            <p:cNvSpPr>
              <a:spLocks/>
            </p:cNvSpPr>
            <p:nvPr/>
          </p:nvSpPr>
          <p:spPr bwMode="auto">
            <a:xfrm>
              <a:off x="344806" y="3101915"/>
              <a:ext cx="2808288" cy="2144712"/>
            </a:xfrm>
            <a:custGeom>
              <a:avLst/>
              <a:gdLst>
                <a:gd name="T0" fmla="*/ 285 w 748"/>
                <a:gd name="T1" fmla="*/ 0 h 569"/>
                <a:gd name="T2" fmla="*/ 0 w 748"/>
                <a:gd name="T3" fmla="*/ 284 h 569"/>
                <a:gd name="T4" fmla="*/ 285 w 748"/>
                <a:gd name="T5" fmla="*/ 569 h 569"/>
                <a:gd name="T6" fmla="*/ 748 w 748"/>
                <a:gd name="T7" fmla="*/ 564 h 569"/>
                <a:gd name="T8" fmla="*/ 748 w 748"/>
                <a:gd name="T9" fmla="*/ 5 h 569"/>
                <a:gd name="T10" fmla="*/ 285 w 748"/>
                <a:gd name="T11" fmla="*/ 0 h 569"/>
              </a:gdLst>
              <a:ahLst/>
              <a:cxnLst>
                <a:cxn ang="0">
                  <a:pos x="T0" y="T1"/>
                </a:cxn>
                <a:cxn ang="0">
                  <a:pos x="T2" y="T3"/>
                </a:cxn>
                <a:cxn ang="0">
                  <a:pos x="T4" y="T5"/>
                </a:cxn>
                <a:cxn ang="0">
                  <a:pos x="T6" y="T7"/>
                </a:cxn>
                <a:cxn ang="0">
                  <a:pos x="T8" y="T9"/>
                </a:cxn>
                <a:cxn ang="0">
                  <a:pos x="T10" y="T11"/>
                </a:cxn>
              </a:cxnLst>
              <a:rect l="0" t="0" r="r" b="b"/>
              <a:pathLst>
                <a:path w="748" h="569">
                  <a:moveTo>
                    <a:pt x="285" y="0"/>
                  </a:moveTo>
                  <a:cubicBezTo>
                    <a:pt x="128" y="0"/>
                    <a:pt x="0" y="127"/>
                    <a:pt x="0" y="284"/>
                  </a:cubicBezTo>
                  <a:cubicBezTo>
                    <a:pt x="0" y="442"/>
                    <a:pt x="128" y="569"/>
                    <a:pt x="285" y="569"/>
                  </a:cubicBezTo>
                  <a:cubicBezTo>
                    <a:pt x="748" y="564"/>
                    <a:pt x="748" y="564"/>
                    <a:pt x="748" y="564"/>
                  </a:cubicBezTo>
                  <a:cubicBezTo>
                    <a:pt x="748" y="5"/>
                    <a:pt x="748" y="5"/>
                    <a:pt x="748" y="5"/>
                  </a:cubicBezTo>
                  <a:lnTo>
                    <a:pt x="285" y="0"/>
                  </a:lnTo>
                  <a:close/>
                </a:path>
              </a:pathLst>
            </a:custGeom>
            <a:gradFill>
              <a:gsLst>
                <a:gs pos="0">
                  <a:srgbClr val="9F73B0"/>
                </a:gs>
                <a:gs pos="100000">
                  <a:srgbClr val="253C9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53" name="椭圆 52"/>
          <p:cNvSpPr/>
          <p:nvPr/>
        </p:nvSpPr>
        <p:spPr>
          <a:xfrm>
            <a:off x="9780102" y="2647470"/>
            <a:ext cx="427271" cy="427271"/>
          </a:xfrm>
          <a:prstGeom prst="ellipse">
            <a:avLst/>
          </a:prstGeom>
          <a:solidFill>
            <a:srgbClr val="00858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latin typeface="Impact" panose="020B0806030902050204" pitchFamily="34" charset="0"/>
            </a:endParaRPr>
          </a:p>
        </p:txBody>
      </p:sp>
      <p:sp>
        <p:nvSpPr>
          <p:cNvPr id="95" name="椭圆 94"/>
          <p:cNvSpPr/>
          <p:nvPr/>
        </p:nvSpPr>
        <p:spPr>
          <a:xfrm>
            <a:off x="9709494" y="2561886"/>
            <a:ext cx="542714" cy="542714"/>
          </a:xfrm>
          <a:prstGeom prst="ellipse">
            <a:avLst/>
          </a:prstGeom>
          <a:gradFill flip="none" rotWithShape="1">
            <a:gsLst>
              <a:gs pos="0">
                <a:srgbClr val="F0F0F0"/>
              </a:gs>
              <a:gs pos="100000">
                <a:srgbClr val="F1F1F1"/>
              </a:gs>
            </a:gsLst>
            <a:lin ang="2700000" scaled="1"/>
            <a:tileRect/>
          </a:gradFill>
          <a:ln w="38100">
            <a:gradFill flip="none" rotWithShape="1">
              <a:gsLst>
                <a:gs pos="100000">
                  <a:srgbClr val="FFFFFF"/>
                </a:gs>
                <a:gs pos="0">
                  <a:srgbClr val="CECED0"/>
                </a:gs>
              </a:gsLst>
              <a:lin ang="13500000" scaled="1"/>
              <a:tileRect/>
            </a:gra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6" name="椭圆 95"/>
          <p:cNvSpPr/>
          <p:nvPr/>
        </p:nvSpPr>
        <p:spPr>
          <a:xfrm>
            <a:off x="9770527" y="2622918"/>
            <a:ext cx="420650" cy="420650"/>
          </a:xfrm>
          <a:prstGeom prst="ellipse">
            <a:avLst/>
          </a:prstGeom>
          <a:gradFill>
            <a:gsLst>
              <a:gs pos="0">
                <a:srgbClr val="9F73B0"/>
              </a:gs>
              <a:gs pos="100000">
                <a:srgbClr val="253C9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2" name="Freeform 5"/>
          <p:cNvSpPr>
            <a:spLocks/>
          </p:cNvSpPr>
          <p:nvPr/>
        </p:nvSpPr>
        <p:spPr bwMode="auto">
          <a:xfrm>
            <a:off x="9858937" y="2715923"/>
            <a:ext cx="260847" cy="224237"/>
          </a:xfrm>
          <a:custGeom>
            <a:avLst/>
            <a:gdLst>
              <a:gd name="T0" fmla="*/ 136 w 142"/>
              <a:gd name="T1" fmla="*/ 49 h 121"/>
              <a:gd name="T2" fmla="*/ 93 w 142"/>
              <a:gd name="T3" fmla="*/ 6 h 121"/>
              <a:gd name="T4" fmla="*/ 70 w 142"/>
              <a:gd name="T5" fmla="*/ 6 h 121"/>
              <a:gd name="T6" fmla="*/ 70 w 142"/>
              <a:gd name="T7" fmla="*/ 29 h 121"/>
              <a:gd name="T8" fmla="*/ 79 w 142"/>
              <a:gd name="T9" fmla="*/ 38 h 121"/>
              <a:gd name="T10" fmla="*/ 22 w 142"/>
              <a:gd name="T11" fmla="*/ 38 h 121"/>
              <a:gd name="T12" fmla="*/ 0 w 142"/>
              <a:gd name="T13" fmla="*/ 60 h 121"/>
              <a:gd name="T14" fmla="*/ 22 w 142"/>
              <a:gd name="T15" fmla="*/ 82 h 121"/>
              <a:gd name="T16" fmla="*/ 79 w 142"/>
              <a:gd name="T17" fmla="*/ 82 h 121"/>
              <a:gd name="T18" fmla="*/ 70 w 142"/>
              <a:gd name="T19" fmla="*/ 92 h 121"/>
              <a:gd name="T20" fmla="*/ 70 w 142"/>
              <a:gd name="T21" fmla="*/ 115 h 121"/>
              <a:gd name="T22" fmla="*/ 93 w 142"/>
              <a:gd name="T23" fmla="*/ 115 h 121"/>
              <a:gd name="T24" fmla="*/ 136 w 142"/>
              <a:gd name="T25" fmla="*/ 72 h 121"/>
              <a:gd name="T26" fmla="*/ 136 w 142"/>
              <a:gd name="T27" fmla="*/ 49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2" h="121">
                <a:moveTo>
                  <a:pt x="136" y="49"/>
                </a:moveTo>
                <a:cubicBezTo>
                  <a:pt x="93" y="6"/>
                  <a:pt x="93" y="6"/>
                  <a:pt x="93" y="6"/>
                </a:cubicBezTo>
                <a:cubicBezTo>
                  <a:pt x="87" y="0"/>
                  <a:pt x="76" y="0"/>
                  <a:pt x="70" y="6"/>
                </a:cubicBezTo>
                <a:cubicBezTo>
                  <a:pt x="64" y="12"/>
                  <a:pt x="64" y="23"/>
                  <a:pt x="70" y="29"/>
                </a:cubicBezTo>
                <a:cubicBezTo>
                  <a:pt x="79" y="38"/>
                  <a:pt x="79" y="38"/>
                  <a:pt x="79" y="38"/>
                </a:cubicBezTo>
                <a:cubicBezTo>
                  <a:pt x="22" y="38"/>
                  <a:pt x="22" y="38"/>
                  <a:pt x="22" y="38"/>
                </a:cubicBezTo>
                <a:cubicBezTo>
                  <a:pt x="10" y="38"/>
                  <a:pt x="0" y="48"/>
                  <a:pt x="0" y="60"/>
                </a:cubicBezTo>
                <a:cubicBezTo>
                  <a:pt x="0" y="73"/>
                  <a:pt x="10" y="82"/>
                  <a:pt x="22" y="82"/>
                </a:cubicBezTo>
                <a:cubicBezTo>
                  <a:pt x="79" y="82"/>
                  <a:pt x="79" y="82"/>
                  <a:pt x="79" y="82"/>
                </a:cubicBezTo>
                <a:cubicBezTo>
                  <a:pt x="70" y="92"/>
                  <a:pt x="70" y="92"/>
                  <a:pt x="70" y="92"/>
                </a:cubicBezTo>
                <a:cubicBezTo>
                  <a:pt x="64" y="98"/>
                  <a:pt x="64" y="108"/>
                  <a:pt x="70" y="115"/>
                </a:cubicBezTo>
                <a:cubicBezTo>
                  <a:pt x="76" y="121"/>
                  <a:pt x="87" y="121"/>
                  <a:pt x="93" y="115"/>
                </a:cubicBezTo>
                <a:cubicBezTo>
                  <a:pt x="136" y="72"/>
                  <a:pt x="136" y="72"/>
                  <a:pt x="136" y="72"/>
                </a:cubicBezTo>
                <a:cubicBezTo>
                  <a:pt x="142" y="66"/>
                  <a:pt x="142" y="55"/>
                  <a:pt x="136" y="4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99" name="组合 98"/>
          <p:cNvGrpSpPr/>
          <p:nvPr/>
        </p:nvGrpSpPr>
        <p:grpSpPr>
          <a:xfrm>
            <a:off x="5995200" y="4266329"/>
            <a:ext cx="5748959" cy="667164"/>
            <a:chOff x="-31517" y="4473507"/>
            <a:chExt cx="11965826" cy="1388629"/>
          </a:xfrm>
        </p:grpSpPr>
        <p:sp>
          <p:nvSpPr>
            <p:cNvPr id="110" name="椭圆 109"/>
            <p:cNvSpPr/>
            <p:nvPr/>
          </p:nvSpPr>
          <p:spPr>
            <a:xfrm>
              <a:off x="5617061" y="4565139"/>
              <a:ext cx="4942681" cy="1290772"/>
            </a:xfrm>
            <a:prstGeom prst="ellipse">
              <a:avLst/>
            </a:prstGeom>
            <a:gradFill flip="none" rotWithShape="1">
              <a:gsLst>
                <a:gs pos="0">
                  <a:schemeClr val="tx1">
                    <a:lumMod val="95000"/>
                    <a:lumOff val="5000"/>
                    <a:alpha val="65000"/>
                  </a:schemeClr>
                </a:gs>
                <a:gs pos="90000">
                  <a:schemeClr val="tx1">
                    <a:alpha val="0"/>
                    <a:lumMod val="0"/>
                    <a:lumOff val="100000"/>
                  </a:schemeClr>
                </a:gs>
              </a:gsLst>
              <a:path path="shape">
                <a:fillToRect l="50000" t="50000" r="50000" b="50000"/>
              </a:path>
              <a:tileRect/>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11" name="椭圆 110"/>
            <p:cNvSpPr/>
            <p:nvPr/>
          </p:nvSpPr>
          <p:spPr>
            <a:xfrm rot="573917">
              <a:off x="2240608" y="4473508"/>
              <a:ext cx="4942681" cy="1290772"/>
            </a:xfrm>
            <a:prstGeom prst="ellipse">
              <a:avLst/>
            </a:prstGeom>
            <a:gradFill flip="none" rotWithShape="1">
              <a:gsLst>
                <a:gs pos="0">
                  <a:schemeClr val="tx1">
                    <a:lumMod val="95000"/>
                    <a:lumOff val="5000"/>
                    <a:alpha val="65000"/>
                  </a:schemeClr>
                </a:gs>
                <a:gs pos="90000">
                  <a:schemeClr val="tx1">
                    <a:alpha val="0"/>
                    <a:lumMod val="0"/>
                    <a:lumOff val="100000"/>
                  </a:schemeClr>
                </a:gs>
              </a:gsLst>
              <a:path path="shape">
                <a:fillToRect l="50000" t="50000" r="50000" b="50000"/>
              </a:path>
              <a:tileRect/>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12" name="椭圆 111"/>
            <p:cNvSpPr/>
            <p:nvPr/>
          </p:nvSpPr>
          <p:spPr>
            <a:xfrm rot="20995089">
              <a:off x="-31517" y="4473507"/>
              <a:ext cx="4942681" cy="1290772"/>
            </a:xfrm>
            <a:prstGeom prst="ellipse">
              <a:avLst/>
            </a:prstGeom>
            <a:gradFill flip="none" rotWithShape="1">
              <a:gsLst>
                <a:gs pos="0">
                  <a:schemeClr val="tx1">
                    <a:lumMod val="95000"/>
                    <a:lumOff val="5000"/>
                    <a:alpha val="65000"/>
                  </a:schemeClr>
                </a:gs>
                <a:gs pos="90000">
                  <a:schemeClr val="tx1">
                    <a:alpha val="0"/>
                    <a:lumMod val="0"/>
                    <a:lumOff val="100000"/>
                  </a:schemeClr>
                </a:gs>
              </a:gsLst>
              <a:path path="shape">
                <a:fillToRect l="50000" t="50000" r="50000" b="50000"/>
              </a:path>
              <a:tileRect/>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13" name="椭圆 112"/>
            <p:cNvSpPr/>
            <p:nvPr/>
          </p:nvSpPr>
          <p:spPr>
            <a:xfrm rot="20995089">
              <a:off x="6991628" y="4571364"/>
              <a:ext cx="4942681" cy="1290772"/>
            </a:xfrm>
            <a:prstGeom prst="ellipse">
              <a:avLst/>
            </a:prstGeom>
            <a:gradFill flip="none" rotWithShape="1">
              <a:gsLst>
                <a:gs pos="0">
                  <a:schemeClr val="tx1">
                    <a:lumMod val="95000"/>
                    <a:lumOff val="5000"/>
                    <a:alpha val="65000"/>
                  </a:schemeClr>
                </a:gs>
                <a:gs pos="90000">
                  <a:schemeClr val="tx1">
                    <a:alpha val="0"/>
                    <a:lumMod val="0"/>
                    <a:lumOff val="100000"/>
                  </a:schemeClr>
                </a:gs>
              </a:gsLst>
              <a:path path="shape">
                <a:fillToRect l="50000" t="50000" r="50000" b="50000"/>
              </a:path>
              <a:tileRect/>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
        <p:nvSpPr>
          <p:cNvPr id="100" name="AutoShape 7"/>
          <p:cNvSpPr>
            <a:spLocks noChangeAspect="1" noChangeArrowheads="1" noTextEdit="1"/>
          </p:cNvSpPr>
          <p:nvPr/>
        </p:nvSpPr>
        <p:spPr bwMode="auto">
          <a:xfrm>
            <a:off x="6172190" y="3609502"/>
            <a:ext cx="5281014" cy="107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9"/>
          <p:cNvSpPr>
            <a:spLocks/>
          </p:cNvSpPr>
          <p:nvPr/>
        </p:nvSpPr>
        <p:spPr bwMode="auto">
          <a:xfrm>
            <a:off x="7973714" y="3614841"/>
            <a:ext cx="3477964" cy="1063219"/>
          </a:xfrm>
          <a:custGeom>
            <a:avLst/>
            <a:gdLst>
              <a:gd name="T0" fmla="*/ 1636 w 1928"/>
              <a:gd name="T1" fmla="*/ 2 h 587"/>
              <a:gd name="T2" fmla="*/ 1121 w 1928"/>
              <a:gd name="T3" fmla="*/ 0 h 587"/>
              <a:gd name="T4" fmla="*/ 0 w 1928"/>
              <a:gd name="T5" fmla="*/ 11 h 587"/>
              <a:gd name="T6" fmla="*/ 0 w 1928"/>
              <a:gd name="T7" fmla="*/ 576 h 587"/>
              <a:gd name="T8" fmla="*/ 1121 w 1928"/>
              <a:gd name="T9" fmla="*/ 587 h 587"/>
              <a:gd name="T10" fmla="*/ 1636 w 1928"/>
              <a:gd name="T11" fmla="*/ 585 h 587"/>
              <a:gd name="T12" fmla="*/ 1928 w 1928"/>
              <a:gd name="T13" fmla="*/ 293 h 587"/>
              <a:gd name="T14" fmla="*/ 1636 w 1928"/>
              <a:gd name="T15" fmla="*/ 2 h 58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28" h="587">
                <a:moveTo>
                  <a:pt x="1636" y="2"/>
                </a:moveTo>
                <a:cubicBezTo>
                  <a:pt x="1121" y="0"/>
                  <a:pt x="1121" y="0"/>
                  <a:pt x="1121" y="0"/>
                </a:cubicBezTo>
                <a:cubicBezTo>
                  <a:pt x="0" y="11"/>
                  <a:pt x="0" y="11"/>
                  <a:pt x="0" y="11"/>
                </a:cubicBezTo>
                <a:cubicBezTo>
                  <a:pt x="0" y="576"/>
                  <a:pt x="0" y="576"/>
                  <a:pt x="0" y="576"/>
                </a:cubicBezTo>
                <a:cubicBezTo>
                  <a:pt x="1121" y="587"/>
                  <a:pt x="1121" y="587"/>
                  <a:pt x="1121" y="587"/>
                </a:cubicBezTo>
                <a:cubicBezTo>
                  <a:pt x="1636" y="585"/>
                  <a:pt x="1636" y="585"/>
                  <a:pt x="1636" y="585"/>
                </a:cubicBezTo>
                <a:cubicBezTo>
                  <a:pt x="1797" y="585"/>
                  <a:pt x="1928" y="455"/>
                  <a:pt x="1928" y="293"/>
                </a:cubicBezTo>
                <a:cubicBezTo>
                  <a:pt x="1928" y="132"/>
                  <a:pt x="1797" y="2"/>
                  <a:pt x="1636" y="2"/>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02" name="Freeform 12"/>
          <p:cNvSpPr>
            <a:spLocks/>
          </p:cNvSpPr>
          <p:nvPr/>
        </p:nvSpPr>
        <p:spPr bwMode="auto">
          <a:xfrm>
            <a:off x="9995663" y="3614841"/>
            <a:ext cx="1456016" cy="1063219"/>
          </a:xfrm>
          <a:custGeom>
            <a:avLst/>
            <a:gdLst>
              <a:gd name="T0" fmla="*/ 515 w 807"/>
              <a:gd name="T1" fmla="*/ 2 h 587"/>
              <a:gd name="T2" fmla="*/ 0 w 807"/>
              <a:gd name="T3" fmla="*/ 0 h 587"/>
              <a:gd name="T4" fmla="*/ 0 w 807"/>
              <a:gd name="T5" fmla="*/ 587 h 587"/>
              <a:gd name="T6" fmla="*/ 515 w 807"/>
              <a:gd name="T7" fmla="*/ 585 h 587"/>
              <a:gd name="T8" fmla="*/ 807 w 807"/>
              <a:gd name="T9" fmla="*/ 293 h 587"/>
              <a:gd name="T10" fmla="*/ 515 w 807"/>
              <a:gd name="T11" fmla="*/ 2 h 587"/>
            </a:gdLst>
            <a:ahLst/>
            <a:cxnLst>
              <a:cxn ang="0">
                <a:pos x="T0" y="T1"/>
              </a:cxn>
              <a:cxn ang="0">
                <a:pos x="T2" y="T3"/>
              </a:cxn>
              <a:cxn ang="0">
                <a:pos x="T4" y="T5"/>
              </a:cxn>
              <a:cxn ang="0">
                <a:pos x="T6" y="T7"/>
              </a:cxn>
              <a:cxn ang="0">
                <a:pos x="T8" y="T9"/>
              </a:cxn>
              <a:cxn ang="0">
                <a:pos x="T10" y="T11"/>
              </a:cxn>
            </a:cxnLst>
            <a:rect l="0" t="0" r="r" b="b"/>
            <a:pathLst>
              <a:path w="807" h="587">
                <a:moveTo>
                  <a:pt x="515" y="2"/>
                </a:moveTo>
                <a:cubicBezTo>
                  <a:pt x="0" y="0"/>
                  <a:pt x="0" y="0"/>
                  <a:pt x="0" y="0"/>
                </a:cubicBezTo>
                <a:cubicBezTo>
                  <a:pt x="0" y="587"/>
                  <a:pt x="0" y="587"/>
                  <a:pt x="0" y="587"/>
                </a:cubicBezTo>
                <a:cubicBezTo>
                  <a:pt x="515" y="585"/>
                  <a:pt x="515" y="585"/>
                  <a:pt x="515" y="585"/>
                </a:cubicBezTo>
                <a:cubicBezTo>
                  <a:pt x="676" y="585"/>
                  <a:pt x="807" y="455"/>
                  <a:pt x="807" y="293"/>
                </a:cubicBezTo>
                <a:cubicBezTo>
                  <a:pt x="807" y="132"/>
                  <a:pt x="676" y="2"/>
                  <a:pt x="515" y="2"/>
                </a:cubicBezTo>
                <a:close/>
              </a:path>
            </a:pathLst>
          </a:custGeom>
          <a:solidFill>
            <a:srgbClr val="EEEEEE"/>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nvGrpSpPr>
          <p:cNvPr id="103" name="组合 102"/>
          <p:cNvGrpSpPr/>
          <p:nvPr/>
        </p:nvGrpSpPr>
        <p:grpSpPr>
          <a:xfrm>
            <a:off x="6176004" y="3630858"/>
            <a:ext cx="1797711" cy="1030422"/>
            <a:chOff x="344806" y="3101915"/>
            <a:chExt cx="3741738" cy="2144712"/>
          </a:xfrm>
        </p:grpSpPr>
        <p:sp>
          <p:nvSpPr>
            <p:cNvPr id="108" name="Freeform 11"/>
            <p:cNvSpPr>
              <a:spLocks/>
            </p:cNvSpPr>
            <p:nvPr/>
          </p:nvSpPr>
          <p:spPr bwMode="auto">
            <a:xfrm>
              <a:off x="344806" y="3101915"/>
              <a:ext cx="3741738" cy="2144712"/>
            </a:xfrm>
            <a:custGeom>
              <a:avLst/>
              <a:gdLst>
                <a:gd name="T0" fmla="*/ 748 w 997"/>
                <a:gd name="T1" fmla="*/ 5 h 569"/>
                <a:gd name="T2" fmla="*/ 285 w 997"/>
                <a:gd name="T3" fmla="*/ 0 h 569"/>
                <a:gd name="T4" fmla="*/ 0 w 997"/>
                <a:gd name="T5" fmla="*/ 284 h 569"/>
                <a:gd name="T6" fmla="*/ 285 w 997"/>
                <a:gd name="T7" fmla="*/ 569 h 569"/>
                <a:gd name="T8" fmla="*/ 748 w 997"/>
                <a:gd name="T9" fmla="*/ 564 h 569"/>
                <a:gd name="T10" fmla="*/ 997 w 997"/>
                <a:gd name="T11" fmla="*/ 567 h 569"/>
                <a:gd name="T12" fmla="*/ 997 w 997"/>
                <a:gd name="T13" fmla="*/ 2 h 569"/>
                <a:gd name="T14" fmla="*/ 748 w 997"/>
                <a:gd name="T15" fmla="*/ 5 h 5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97" h="569">
                  <a:moveTo>
                    <a:pt x="748" y="5"/>
                  </a:moveTo>
                  <a:cubicBezTo>
                    <a:pt x="285" y="0"/>
                    <a:pt x="285" y="0"/>
                    <a:pt x="285" y="0"/>
                  </a:cubicBezTo>
                  <a:cubicBezTo>
                    <a:pt x="128" y="0"/>
                    <a:pt x="0" y="127"/>
                    <a:pt x="0" y="284"/>
                  </a:cubicBezTo>
                  <a:cubicBezTo>
                    <a:pt x="0" y="442"/>
                    <a:pt x="128" y="569"/>
                    <a:pt x="285" y="569"/>
                  </a:cubicBezTo>
                  <a:cubicBezTo>
                    <a:pt x="748" y="564"/>
                    <a:pt x="748" y="564"/>
                    <a:pt x="748" y="564"/>
                  </a:cubicBezTo>
                  <a:cubicBezTo>
                    <a:pt x="997" y="567"/>
                    <a:pt x="997" y="567"/>
                    <a:pt x="997" y="567"/>
                  </a:cubicBezTo>
                  <a:cubicBezTo>
                    <a:pt x="997" y="2"/>
                    <a:pt x="997" y="2"/>
                    <a:pt x="997" y="2"/>
                  </a:cubicBezTo>
                  <a:lnTo>
                    <a:pt x="748" y="5"/>
                  </a:lnTo>
                  <a:close/>
                </a:path>
              </a:pathLst>
            </a:custGeom>
            <a:gradFill>
              <a:gsLst>
                <a:gs pos="0">
                  <a:srgbClr val="86C1A8"/>
                </a:gs>
                <a:gs pos="74000">
                  <a:srgbClr val="0080C8"/>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9" name="Freeform 10"/>
            <p:cNvSpPr>
              <a:spLocks/>
            </p:cNvSpPr>
            <p:nvPr/>
          </p:nvSpPr>
          <p:spPr bwMode="auto">
            <a:xfrm>
              <a:off x="344806" y="3101915"/>
              <a:ext cx="2808288" cy="2144712"/>
            </a:xfrm>
            <a:custGeom>
              <a:avLst/>
              <a:gdLst>
                <a:gd name="T0" fmla="*/ 285 w 748"/>
                <a:gd name="T1" fmla="*/ 0 h 569"/>
                <a:gd name="T2" fmla="*/ 0 w 748"/>
                <a:gd name="T3" fmla="*/ 284 h 569"/>
                <a:gd name="T4" fmla="*/ 285 w 748"/>
                <a:gd name="T5" fmla="*/ 569 h 569"/>
                <a:gd name="T6" fmla="*/ 748 w 748"/>
                <a:gd name="T7" fmla="*/ 564 h 569"/>
                <a:gd name="T8" fmla="*/ 748 w 748"/>
                <a:gd name="T9" fmla="*/ 5 h 569"/>
                <a:gd name="T10" fmla="*/ 285 w 748"/>
                <a:gd name="T11" fmla="*/ 0 h 569"/>
              </a:gdLst>
              <a:ahLst/>
              <a:cxnLst>
                <a:cxn ang="0">
                  <a:pos x="T0" y="T1"/>
                </a:cxn>
                <a:cxn ang="0">
                  <a:pos x="T2" y="T3"/>
                </a:cxn>
                <a:cxn ang="0">
                  <a:pos x="T4" y="T5"/>
                </a:cxn>
                <a:cxn ang="0">
                  <a:pos x="T6" y="T7"/>
                </a:cxn>
                <a:cxn ang="0">
                  <a:pos x="T8" y="T9"/>
                </a:cxn>
                <a:cxn ang="0">
                  <a:pos x="T10" y="T11"/>
                </a:cxn>
              </a:cxnLst>
              <a:rect l="0" t="0" r="r" b="b"/>
              <a:pathLst>
                <a:path w="748" h="569">
                  <a:moveTo>
                    <a:pt x="285" y="0"/>
                  </a:moveTo>
                  <a:cubicBezTo>
                    <a:pt x="128" y="0"/>
                    <a:pt x="0" y="127"/>
                    <a:pt x="0" y="284"/>
                  </a:cubicBezTo>
                  <a:cubicBezTo>
                    <a:pt x="0" y="442"/>
                    <a:pt x="128" y="569"/>
                    <a:pt x="285" y="569"/>
                  </a:cubicBezTo>
                  <a:cubicBezTo>
                    <a:pt x="748" y="564"/>
                    <a:pt x="748" y="564"/>
                    <a:pt x="748" y="564"/>
                  </a:cubicBezTo>
                  <a:cubicBezTo>
                    <a:pt x="748" y="5"/>
                    <a:pt x="748" y="5"/>
                    <a:pt x="748" y="5"/>
                  </a:cubicBezTo>
                  <a:lnTo>
                    <a:pt x="285" y="0"/>
                  </a:lnTo>
                  <a:close/>
                </a:path>
              </a:pathLst>
            </a:custGeom>
            <a:gradFill>
              <a:gsLst>
                <a:gs pos="0">
                  <a:srgbClr val="86C1A8"/>
                </a:gs>
                <a:gs pos="74000">
                  <a:srgbClr val="0080C8"/>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04" name="椭圆 103"/>
          <p:cNvSpPr/>
          <p:nvPr/>
        </p:nvSpPr>
        <p:spPr>
          <a:xfrm>
            <a:off x="9780102" y="3924508"/>
            <a:ext cx="427271" cy="427271"/>
          </a:xfrm>
          <a:prstGeom prst="ellipse">
            <a:avLst/>
          </a:prstGeom>
          <a:solidFill>
            <a:srgbClr val="00858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latin typeface="Impact" panose="020B0806030902050204" pitchFamily="34" charset="0"/>
            </a:endParaRPr>
          </a:p>
        </p:txBody>
      </p:sp>
      <p:sp>
        <p:nvSpPr>
          <p:cNvPr id="105" name="椭圆 104"/>
          <p:cNvSpPr/>
          <p:nvPr/>
        </p:nvSpPr>
        <p:spPr>
          <a:xfrm>
            <a:off x="9709494" y="3838924"/>
            <a:ext cx="542714" cy="542714"/>
          </a:xfrm>
          <a:prstGeom prst="ellipse">
            <a:avLst/>
          </a:prstGeom>
          <a:gradFill flip="none" rotWithShape="1">
            <a:gsLst>
              <a:gs pos="0">
                <a:srgbClr val="F0F0F0"/>
              </a:gs>
              <a:gs pos="100000">
                <a:srgbClr val="F1F1F1"/>
              </a:gs>
            </a:gsLst>
            <a:lin ang="2700000" scaled="1"/>
            <a:tileRect/>
          </a:gradFill>
          <a:ln w="38100">
            <a:gradFill flip="none" rotWithShape="1">
              <a:gsLst>
                <a:gs pos="100000">
                  <a:srgbClr val="FFFFFF"/>
                </a:gs>
                <a:gs pos="0">
                  <a:srgbClr val="CECED0"/>
                </a:gs>
              </a:gsLst>
              <a:lin ang="13500000" scaled="1"/>
              <a:tileRect/>
            </a:gra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6" name="椭圆 105"/>
          <p:cNvSpPr/>
          <p:nvPr/>
        </p:nvSpPr>
        <p:spPr>
          <a:xfrm>
            <a:off x="9770527" y="3899956"/>
            <a:ext cx="420650" cy="420650"/>
          </a:xfrm>
          <a:prstGeom prst="ellipse">
            <a:avLst/>
          </a:prstGeom>
          <a:gradFill>
            <a:gsLst>
              <a:gs pos="0">
                <a:srgbClr val="86C1A8"/>
              </a:gs>
              <a:gs pos="74000">
                <a:srgbClr val="0080C8"/>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7" name="Freeform 5"/>
          <p:cNvSpPr>
            <a:spLocks/>
          </p:cNvSpPr>
          <p:nvPr/>
        </p:nvSpPr>
        <p:spPr bwMode="auto">
          <a:xfrm>
            <a:off x="9858937" y="3992961"/>
            <a:ext cx="260847" cy="224237"/>
          </a:xfrm>
          <a:custGeom>
            <a:avLst/>
            <a:gdLst>
              <a:gd name="T0" fmla="*/ 136 w 142"/>
              <a:gd name="T1" fmla="*/ 49 h 121"/>
              <a:gd name="T2" fmla="*/ 93 w 142"/>
              <a:gd name="T3" fmla="*/ 6 h 121"/>
              <a:gd name="T4" fmla="*/ 70 w 142"/>
              <a:gd name="T5" fmla="*/ 6 h 121"/>
              <a:gd name="T6" fmla="*/ 70 w 142"/>
              <a:gd name="T7" fmla="*/ 29 h 121"/>
              <a:gd name="T8" fmla="*/ 79 w 142"/>
              <a:gd name="T9" fmla="*/ 38 h 121"/>
              <a:gd name="T10" fmla="*/ 22 w 142"/>
              <a:gd name="T11" fmla="*/ 38 h 121"/>
              <a:gd name="T12" fmla="*/ 0 w 142"/>
              <a:gd name="T13" fmla="*/ 60 h 121"/>
              <a:gd name="T14" fmla="*/ 22 w 142"/>
              <a:gd name="T15" fmla="*/ 82 h 121"/>
              <a:gd name="T16" fmla="*/ 79 w 142"/>
              <a:gd name="T17" fmla="*/ 82 h 121"/>
              <a:gd name="T18" fmla="*/ 70 w 142"/>
              <a:gd name="T19" fmla="*/ 92 h 121"/>
              <a:gd name="T20" fmla="*/ 70 w 142"/>
              <a:gd name="T21" fmla="*/ 115 h 121"/>
              <a:gd name="T22" fmla="*/ 93 w 142"/>
              <a:gd name="T23" fmla="*/ 115 h 121"/>
              <a:gd name="T24" fmla="*/ 136 w 142"/>
              <a:gd name="T25" fmla="*/ 72 h 121"/>
              <a:gd name="T26" fmla="*/ 136 w 142"/>
              <a:gd name="T27" fmla="*/ 49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2" h="121">
                <a:moveTo>
                  <a:pt x="136" y="49"/>
                </a:moveTo>
                <a:cubicBezTo>
                  <a:pt x="93" y="6"/>
                  <a:pt x="93" y="6"/>
                  <a:pt x="93" y="6"/>
                </a:cubicBezTo>
                <a:cubicBezTo>
                  <a:pt x="87" y="0"/>
                  <a:pt x="76" y="0"/>
                  <a:pt x="70" y="6"/>
                </a:cubicBezTo>
                <a:cubicBezTo>
                  <a:pt x="64" y="12"/>
                  <a:pt x="64" y="23"/>
                  <a:pt x="70" y="29"/>
                </a:cubicBezTo>
                <a:cubicBezTo>
                  <a:pt x="79" y="38"/>
                  <a:pt x="79" y="38"/>
                  <a:pt x="79" y="38"/>
                </a:cubicBezTo>
                <a:cubicBezTo>
                  <a:pt x="22" y="38"/>
                  <a:pt x="22" y="38"/>
                  <a:pt x="22" y="38"/>
                </a:cubicBezTo>
                <a:cubicBezTo>
                  <a:pt x="10" y="38"/>
                  <a:pt x="0" y="48"/>
                  <a:pt x="0" y="60"/>
                </a:cubicBezTo>
                <a:cubicBezTo>
                  <a:pt x="0" y="73"/>
                  <a:pt x="10" y="82"/>
                  <a:pt x="22" y="82"/>
                </a:cubicBezTo>
                <a:cubicBezTo>
                  <a:pt x="79" y="82"/>
                  <a:pt x="79" y="82"/>
                  <a:pt x="79" y="82"/>
                </a:cubicBezTo>
                <a:cubicBezTo>
                  <a:pt x="70" y="92"/>
                  <a:pt x="70" y="92"/>
                  <a:pt x="70" y="92"/>
                </a:cubicBezTo>
                <a:cubicBezTo>
                  <a:pt x="64" y="98"/>
                  <a:pt x="64" y="108"/>
                  <a:pt x="70" y="115"/>
                </a:cubicBezTo>
                <a:cubicBezTo>
                  <a:pt x="76" y="121"/>
                  <a:pt x="87" y="121"/>
                  <a:pt x="93" y="115"/>
                </a:cubicBezTo>
                <a:cubicBezTo>
                  <a:pt x="136" y="72"/>
                  <a:pt x="136" y="72"/>
                  <a:pt x="136" y="72"/>
                </a:cubicBezTo>
                <a:cubicBezTo>
                  <a:pt x="142" y="66"/>
                  <a:pt x="142" y="55"/>
                  <a:pt x="136" y="4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115" name="组合 114"/>
          <p:cNvGrpSpPr/>
          <p:nvPr/>
        </p:nvGrpSpPr>
        <p:grpSpPr>
          <a:xfrm>
            <a:off x="5995200" y="5543368"/>
            <a:ext cx="5748959" cy="667164"/>
            <a:chOff x="-31517" y="4473507"/>
            <a:chExt cx="11965826" cy="1388629"/>
          </a:xfrm>
        </p:grpSpPr>
        <p:sp>
          <p:nvSpPr>
            <p:cNvPr id="126" name="椭圆 125"/>
            <p:cNvSpPr/>
            <p:nvPr/>
          </p:nvSpPr>
          <p:spPr>
            <a:xfrm>
              <a:off x="5617061" y="4565139"/>
              <a:ext cx="4942681" cy="1290772"/>
            </a:xfrm>
            <a:prstGeom prst="ellipse">
              <a:avLst/>
            </a:prstGeom>
            <a:gradFill flip="none" rotWithShape="1">
              <a:gsLst>
                <a:gs pos="0">
                  <a:schemeClr val="tx1">
                    <a:lumMod val="95000"/>
                    <a:lumOff val="5000"/>
                    <a:alpha val="65000"/>
                  </a:schemeClr>
                </a:gs>
                <a:gs pos="90000">
                  <a:schemeClr val="tx1">
                    <a:alpha val="0"/>
                    <a:lumMod val="0"/>
                    <a:lumOff val="100000"/>
                  </a:schemeClr>
                </a:gs>
              </a:gsLst>
              <a:path path="shape">
                <a:fillToRect l="50000" t="50000" r="50000" b="50000"/>
              </a:path>
              <a:tileRect/>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27" name="椭圆 126"/>
            <p:cNvSpPr/>
            <p:nvPr/>
          </p:nvSpPr>
          <p:spPr>
            <a:xfrm rot="573917">
              <a:off x="2240608" y="4473508"/>
              <a:ext cx="4942681" cy="1290772"/>
            </a:xfrm>
            <a:prstGeom prst="ellipse">
              <a:avLst/>
            </a:prstGeom>
            <a:gradFill flip="none" rotWithShape="1">
              <a:gsLst>
                <a:gs pos="0">
                  <a:schemeClr val="tx1">
                    <a:lumMod val="95000"/>
                    <a:lumOff val="5000"/>
                    <a:alpha val="65000"/>
                  </a:schemeClr>
                </a:gs>
                <a:gs pos="90000">
                  <a:schemeClr val="tx1">
                    <a:alpha val="0"/>
                    <a:lumMod val="0"/>
                    <a:lumOff val="100000"/>
                  </a:schemeClr>
                </a:gs>
              </a:gsLst>
              <a:path path="shape">
                <a:fillToRect l="50000" t="50000" r="50000" b="50000"/>
              </a:path>
              <a:tileRect/>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28" name="椭圆 127"/>
            <p:cNvSpPr/>
            <p:nvPr/>
          </p:nvSpPr>
          <p:spPr>
            <a:xfrm rot="20995089">
              <a:off x="-31517" y="4473507"/>
              <a:ext cx="4942681" cy="1290772"/>
            </a:xfrm>
            <a:prstGeom prst="ellipse">
              <a:avLst/>
            </a:prstGeom>
            <a:gradFill flip="none" rotWithShape="1">
              <a:gsLst>
                <a:gs pos="0">
                  <a:schemeClr val="tx1">
                    <a:lumMod val="95000"/>
                    <a:lumOff val="5000"/>
                    <a:alpha val="65000"/>
                  </a:schemeClr>
                </a:gs>
                <a:gs pos="90000">
                  <a:schemeClr val="tx1">
                    <a:alpha val="0"/>
                    <a:lumMod val="0"/>
                    <a:lumOff val="100000"/>
                  </a:schemeClr>
                </a:gs>
              </a:gsLst>
              <a:path path="shape">
                <a:fillToRect l="50000" t="50000" r="50000" b="50000"/>
              </a:path>
              <a:tileRect/>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29" name="椭圆 128"/>
            <p:cNvSpPr/>
            <p:nvPr/>
          </p:nvSpPr>
          <p:spPr>
            <a:xfrm rot="20995089">
              <a:off x="6991628" y="4571364"/>
              <a:ext cx="4942681" cy="1290772"/>
            </a:xfrm>
            <a:prstGeom prst="ellipse">
              <a:avLst/>
            </a:prstGeom>
            <a:gradFill flip="none" rotWithShape="1">
              <a:gsLst>
                <a:gs pos="0">
                  <a:schemeClr val="tx1">
                    <a:lumMod val="95000"/>
                    <a:lumOff val="5000"/>
                    <a:alpha val="65000"/>
                  </a:schemeClr>
                </a:gs>
                <a:gs pos="90000">
                  <a:schemeClr val="tx1">
                    <a:alpha val="0"/>
                    <a:lumMod val="0"/>
                    <a:lumOff val="100000"/>
                  </a:schemeClr>
                </a:gs>
              </a:gsLst>
              <a:path path="shape">
                <a:fillToRect l="50000" t="50000" r="50000" b="50000"/>
              </a:path>
              <a:tileRect/>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
        <p:nvSpPr>
          <p:cNvPr id="116" name="AutoShape 7"/>
          <p:cNvSpPr>
            <a:spLocks noChangeAspect="1" noChangeArrowheads="1" noTextEdit="1"/>
          </p:cNvSpPr>
          <p:nvPr/>
        </p:nvSpPr>
        <p:spPr bwMode="auto">
          <a:xfrm>
            <a:off x="6172190" y="4886541"/>
            <a:ext cx="5281014" cy="107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9"/>
          <p:cNvSpPr>
            <a:spLocks/>
          </p:cNvSpPr>
          <p:nvPr/>
        </p:nvSpPr>
        <p:spPr bwMode="auto">
          <a:xfrm>
            <a:off x="7973714" y="4891880"/>
            <a:ext cx="3477964" cy="1063219"/>
          </a:xfrm>
          <a:custGeom>
            <a:avLst/>
            <a:gdLst>
              <a:gd name="T0" fmla="*/ 1636 w 1928"/>
              <a:gd name="T1" fmla="*/ 2 h 587"/>
              <a:gd name="T2" fmla="*/ 1121 w 1928"/>
              <a:gd name="T3" fmla="*/ 0 h 587"/>
              <a:gd name="T4" fmla="*/ 0 w 1928"/>
              <a:gd name="T5" fmla="*/ 11 h 587"/>
              <a:gd name="T6" fmla="*/ 0 w 1928"/>
              <a:gd name="T7" fmla="*/ 576 h 587"/>
              <a:gd name="T8" fmla="*/ 1121 w 1928"/>
              <a:gd name="T9" fmla="*/ 587 h 587"/>
              <a:gd name="T10" fmla="*/ 1636 w 1928"/>
              <a:gd name="T11" fmla="*/ 585 h 587"/>
              <a:gd name="T12" fmla="*/ 1928 w 1928"/>
              <a:gd name="T13" fmla="*/ 293 h 587"/>
              <a:gd name="T14" fmla="*/ 1636 w 1928"/>
              <a:gd name="T15" fmla="*/ 2 h 58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28" h="587">
                <a:moveTo>
                  <a:pt x="1636" y="2"/>
                </a:moveTo>
                <a:cubicBezTo>
                  <a:pt x="1121" y="0"/>
                  <a:pt x="1121" y="0"/>
                  <a:pt x="1121" y="0"/>
                </a:cubicBezTo>
                <a:cubicBezTo>
                  <a:pt x="0" y="11"/>
                  <a:pt x="0" y="11"/>
                  <a:pt x="0" y="11"/>
                </a:cubicBezTo>
                <a:cubicBezTo>
                  <a:pt x="0" y="576"/>
                  <a:pt x="0" y="576"/>
                  <a:pt x="0" y="576"/>
                </a:cubicBezTo>
                <a:cubicBezTo>
                  <a:pt x="1121" y="587"/>
                  <a:pt x="1121" y="587"/>
                  <a:pt x="1121" y="587"/>
                </a:cubicBezTo>
                <a:cubicBezTo>
                  <a:pt x="1636" y="585"/>
                  <a:pt x="1636" y="585"/>
                  <a:pt x="1636" y="585"/>
                </a:cubicBezTo>
                <a:cubicBezTo>
                  <a:pt x="1797" y="585"/>
                  <a:pt x="1928" y="455"/>
                  <a:pt x="1928" y="293"/>
                </a:cubicBezTo>
                <a:cubicBezTo>
                  <a:pt x="1928" y="132"/>
                  <a:pt x="1797" y="2"/>
                  <a:pt x="1636" y="2"/>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18" name="Freeform 12"/>
          <p:cNvSpPr>
            <a:spLocks/>
          </p:cNvSpPr>
          <p:nvPr/>
        </p:nvSpPr>
        <p:spPr bwMode="auto">
          <a:xfrm>
            <a:off x="9995663" y="4891880"/>
            <a:ext cx="1456016" cy="1063219"/>
          </a:xfrm>
          <a:custGeom>
            <a:avLst/>
            <a:gdLst>
              <a:gd name="T0" fmla="*/ 515 w 807"/>
              <a:gd name="T1" fmla="*/ 2 h 587"/>
              <a:gd name="T2" fmla="*/ 0 w 807"/>
              <a:gd name="T3" fmla="*/ 0 h 587"/>
              <a:gd name="T4" fmla="*/ 0 w 807"/>
              <a:gd name="T5" fmla="*/ 587 h 587"/>
              <a:gd name="T6" fmla="*/ 515 w 807"/>
              <a:gd name="T7" fmla="*/ 585 h 587"/>
              <a:gd name="T8" fmla="*/ 807 w 807"/>
              <a:gd name="T9" fmla="*/ 293 h 587"/>
              <a:gd name="T10" fmla="*/ 515 w 807"/>
              <a:gd name="T11" fmla="*/ 2 h 587"/>
            </a:gdLst>
            <a:ahLst/>
            <a:cxnLst>
              <a:cxn ang="0">
                <a:pos x="T0" y="T1"/>
              </a:cxn>
              <a:cxn ang="0">
                <a:pos x="T2" y="T3"/>
              </a:cxn>
              <a:cxn ang="0">
                <a:pos x="T4" y="T5"/>
              </a:cxn>
              <a:cxn ang="0">
                <a:pos x="T6" y="T7"/>
              </a:cxn>
              <a:cxn ang="0">
                <a:pos x="T8" y="T9"/>
              </a:cxn>
              <a:cxn ang="0">
                <a:pos x="T10" y="T11"/>
              </a:cxn>
            </a:cxnLst>
            <a:rect l="0" t="0" r="r" b="b"/>
            <a:pathLst>
              <a:path w="807" h="587">
                <a:moveTo>
                  <a:pt x="515" y="2"/>
                </a:moveTo>
                <a:cubicBezTo>
                  <a:pt x="0" y="0"/>
                  <a:pt x="0" y="0"/>
                  <a:pt x="0" y="0"/>
                </a:cubicBezTo>
                <a:cubicBezTo>
                  <a:pt x="0" y="587"/>
                  <a:pt x="0" y="587"/>
                  <a:pt x="0" y="587"/>
                </a:cubicBezTo>
                <a:cubicBezTo>
                  <a:pt x="515" y="585"/>
                  <a:pt x="515" y="585"/>
                  <a:pt x="515" y="585"/>
                </a:cubicBezTo>
                <a:cubicBezTo>
                  <a:pt x="676" y="585"/>
                  <a:pt x="807" y="455"/>
                  <a:pt x="807" y="293"/>
                </a:cubicBezTo>
                <a:cubicBezTo>
                  <a:pt x="807" y="132"/>
                  <a:pt x="676" y="2"/>
                  <a:pt x="515" y="2"/>
                </a:cubicBezTo>
                <a:close/>
              </a:path>
            </a:pathLst>
          </a:custGeom>
          <a:solidFill>
            <a:srgbClr val="EEEEEE"/>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nvGrpSpPr>
          <p:cNvPr id="119" name="组合 118"/>
          <p:cNvGrpSpPr/>
          <p:nvPr/>
        </p:nvGrpSpPr>
        <p:grpSpPr>
          <a:xfrm>
            <a:off x="6176004" y="4907897"/>
            <a:ext cx="1797711" cy="1030422"/>
            <a:chOff x="344806" y="3101915"/>
            <a:chExt cx="3741738" cy="2144712"/>
          </a:xfrm>
        </p:grpSpPr>
        <p:sp>
          <p:nvSpPr>
            <p:cNvPr id="124" name="Freeform 11"/>
            <p:cNvSpPr>
              <a:spLocks/>
            </p:cNvSpPr>
            <p:nvPr/>
          </p:nvSpPr>
          <p:spPr bwMode="auto">
            <a:xfrm>
              <a:off x="344806" y="3101915"/>
              <a:ext cx="3741738" cy="2144712"/>
            </a:xfrm>
            <a:custGeom>
              <a:avLst/>
              <a:gdLst>
                <a:gd name="T0" fmla="*/ 748 w 997"/>
                <a:gd name="T1" fmla="*/ 5 h 569"/>
                <a:gd name="T2" fmla="*/ 285 w 997"/>
                <a:gd name="T3" fmla="*/ 0 h 569"/>
                <a:gd name="T4" fmla="*/ 0 w 997"/>
                <a:gd name="T5" fmla="*/ 284 h 569"/>
                <a:gd name="T6" fmla="*/ 285 w 997"/>
                <a:gd name="T7" fmla="*/ 569 h 569"/>
                <a:gd name="T8" fmla="*/ 748 w 997"/>
                <a:gd name="T9" fmla="*/ 564 h 569"/>
                <a:gd name="T10" fmla="*/ 997 w 997"/>
                <a:gd name="T11" fmla="*/ 567 h 569"/>
                <a:gd name="T12" fmla="*/ 997 w 997"/>
                <a:gd name="T13" fmla="*/ 2 h 569"/>
                <a:gd name="T14" fmla="*/ 748 w 997"/>
                <a:gd name="T15" fmla="*/ 5 h 5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97" h="569">
                  <a:moveTo>
                    <a:pt x="748" y="5"/>
                  </a:moveTo>
                  <a:cubicBezTo>
                    <a:pt x="285" y="0"/>
                    <a:pt x="285" y="0"/>
                    <a:pt x="285" y="0"/>
                  </a:cubicBezTo>
                  <a:cubicBezTo>
                    <a:pt x="128" y="0"/>
                    <a:pt x="0" y="127"/>
                    <a:pt x="0" y="284"/>
                  </a:cubicBezTo>
                  <a:cubicBezTo>
                    <a:pt x="0" y="442"/>
                    <a:pt x="128" y="569"/>
                    <a:pt x="285" y="569"/>
                  </a:cubicBezTo>
                  <a:cubicBezTo>
                    <a:pt x="748" y="564"/>
                    <a:pt x="748" y="564"/>
                    <a:pt x="748" y="564"/>
                  </a:cubicBezTo>
                  <a:cubicBezTo>
                    <a:pt x="997" y="567"/>
                    <a:pt x="997" y="567"/>
                    <a:pt x="997" y="567"/>
                  </a:cubicBezTo>
                  <a:cubicBezTo>
                    <a:pt x="997" y="2"/>
                    <a:pt x="997" y="2"/>
                    <a:pt x="997" y="2"/>
                  </a:cubicBezTo>
                  <a:lnTo>
                    <a:pt x="748" y="5"/>
                  </a:lnTo>
                  <a:close/>
                </a:path>
              </a:pathLst>
            </a:custGeom>
            <a:gradFill>
              <a:gsLst>
                <a:gs pos="0">
                  <a:srgbClr val="E0E200"/>
                </a:gs>
                <a:gs pos="84000">
                  <a:srgbClr val="94C11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5" name="Freeform 10"/>
            <p:cNvSpPr>
              <a:spLocks/>
            </p:cNvSpPr>
            <p:nvPr/>
          </p:nvSpPr>
          <p:spPr bwMode="auto">
            <a:xfrm>
              <a:off x="344806" y="3101915"/>
              <a:ext cx="2808288" cy="2144712"/>
            </a:xfrm>
            <a:custGeom>
              <a:avLst/>
              <a:gdLst>
                <a:gd name="T0" fmla="*/ 285 w 748"/>
                <a:gd name="T1" fmla="*/ 0 h 569"/>
                <a:gd name="T2" fmla="*/ 0 w 748"/>
                <a:gd name="T3" fmla="*/ 284 h 569"/>
                <a:gd name="T4" fmla="*/ 285 w 748"/>
                <a:gd name="T5" fmla="*/ 569 h 569"/>
                <a:gd name="T6" fmla="*/ 748 w 748"/>
                <a:gd name="T7" fmla="*/ 564 h 569"/>
                <a:gd name="T8" fmla="*/ 748 w 748"/>
                <a:gd name="T9" fmla="*/ 5 h 569"/>
                <a:gd name="T10" fmla="*/ 285 w 748"/>
                <a:gd name="T11" fmla="*/ 0 h 569"/>
              </a:gdLst>
              <a:ahLst/>
              <a:cxnLst>
                <a:cxn ang="0">
                  <a:pos x="T0" y="T1"/>
                </a:cxn>
                <a:cxn ang="0">
                  <a:pos x="T2" y="T3"/>
                </a:cxn>
                <a:cxn ang="0">
                  <a:pos x="T4" y="T5"/>
                </a:cxn>
                <a:cxn ang="0">
                  <a:pos x="T6" y="T7"/>
                </a:cxn>
                <a:cxn ang="0">
                  <a:pos x="T8" y="T9"/>
                </a:cxn>
                <a:cxn ang="0">
                  <a:pos x="T10" y="T11"/>
                </a:cxn>
              </a:cxnLst>
              <a:rect l="0" t="0" r="r" b="b"/>
              <a:pathLst>
                <a:path w="748" h="569">
                  <a:moveTo>
                    <a:pt x="285" y="0"/>
                  </a:moveTo>
                  <a:cubicBezTo>
                    <a:pt x="128" y="0"/>
                    <a:pt x="0" y="127"/>
                    <a:pt x="0" y="284"/>
                  </a:cubicBezTo>
                  <a:cubicBezTo>
                    <a:pt x="0" y="442"/>
                    <a:pt x="128" y="569"/>
                    <a:pt x="285" y="569"/>
                  </a:cubicBezTo>
                  <a:cubicBezTo>
                    <a:pt x="748" y="564"/>
                    <a:pt x="748" y="564"/>
                    <a:pt x="748" y="564"/>
                  </a:cubicBezTo>
                  <a:cubicBezTo>
                    <a:pt x="748" y="5"/>
                    <a:pt x="748" y="5"/>
                    <a:pt x="748" y="5"/>
                  </a:cubicBezTo>
                  <a:lnTo>
                    <a:pt x="285" y="0"/>
                  </a:lnTo>
                  <a:close/>
                </a:path>
              </a:pathLst>
            </a:custGeom>
            <a:gradFill>
              <a:gsLst>
                <a:gs pos="0">
                  <a:srgbClr val="E0E200"/>
                </a:gs>
                <a:gs pos="84000">
                  <a:srgbClr val="94C11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20" name="椭圆 119"/>
          <p:cNvSpPr/>
          <p:nvPr/>
        </p:nvSpPr>
        <p:spPr>
          <a:xfrm>
            <a:off x="9780102" y="5201547"/>
            <a:ext cx="427271" cy="427271"/>
          </a:xfrm>
          <a:prstGeom prst="ellipse">
            <a:avLst/>
          </a:prstGeom>
          <a:solidFill>
            <a:srgbClr val="00858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latin typeface="Impact" panose="020B0806030902050204" pitchFamily="34" charset="0"/>
            </a:endParaRPr>
          </a:p>
        </p:txBody>
      </p:sp>
      <p:sp>
        <p:nvSpPr>
          <p:cNvPr id="121" name="椭圆 120"/>
          <p:cNvSpPr/>
          <p:nvPr/>
        </p:nvSpPr>
        <p:spPr>
          <a:xfrm>
            <a:off x="9709494" y="5115963"/>
            <a:ext cx="542714" cy="542714"/>
          </a:xfrm>
          <a:prstGeom prst="ellipse">
            <a:avLst/>
          </a:prstGeom>
          <a:gradFill flip="none" rotWithShape="1">
            <a:gsLst>
              <a:gs pos="0">
                <a:srgbClr val="F0F0F0"/>
              </a:gs>
              <a:gs pos="100000">
                <a:srgbClr val="F1F1F1"/>
              </a:gs>
            </a:gsLst>
            <a:lin ang="2700000" scaled="1"/>
            <a:tileRect/>
          </a:gradFill>
          <a:ln w="38100">
            <a:gradFill flip="none" rotWithShape="1">
              <a:gsLst>
                <a:gs pos="100000">
                  <a:srgbClr val="FFFFFF"/>
                </a:gs>
                <a:gs pos="0">
                  <a:srgbClr val="CECED0"/>
                </a:gs>
              </a:gsLst>
              <a:lin ang="13500000" scaled="1"/>
              <a:tileRect/>
            </a:gra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2" name="椭圆 121"/>
          <p:cNvSpPr/>
          <p:nvPr/>
        </p:nvSpPr>
        <p:spPr>
          <a:xfrm>
            <a:off x="9770527" y="5176995"/>
            <a:ext cx="420650" cy="420650"/>
          </a:xfrm>
          <a:prstGeom prst="ellipse">
            <a:avLst/>
          </a:prstGeom>
          <a:gradFill>
            <a:gsLst>
              <a:gs pos="0">
                <a:srgbClr val="E0E200"/>
              </a:gs>
              <a:gs pos="84000">
                <a:srgbClr val="94C11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3" name="Freeform 5"/>
          <p:cNvSpPr>
            <a:spLocks/>
          </p:cNvSpPr>
          <p:nvPr/>
        </p:nvSpPr>
        <p:spPr bwMode="auto">
          <a:xfrm>
            <a:off x="9858937" y="5270000"/>
            <a:ext cx="260847" cy="224237"/>
          </a:xfrm>
          <a:custGeom>
            <a:avLst/>
            <a:gdLst>
              <a:gd name="T0" fmla="*/ 136 w 142"/>
              <a:gd name="T1" fmla="*/ 49 h 121"/>
              <a:gd name="T2" fmla="*/ 93 w 142"/>
              <a:gd name="T3" fmla="*/ 6 h 121"/>
              <a:gd name="T4" fmla="*/ 70 w 142"/>
              <a:gd name="T5" fmla="*/ 6 h 121"/>
              <a:gd name="T6" fmla="*/ 70 w 142"/>
              <a:gd name="T7" fmla="*/ 29 h 121"/>
              <a:gd name="T8" fmla="*/ 79 w 142"/>
              <a:gd name="T9" fmla="*/ 38 h 121"/>
              <a:gd name="T10" fmla="*/ 22 w 142"/>
              <a:gd name="T11" fmla="*/ 38 h 121"/>
              <a:gd name="T12" fmla="*/ 0 w 142"/>
              <a:gd name="T13" fmla="*/ 60 h 121"/>
              <a:gd name="T14" fmla="*/ 22 w 142"/>
              <a:gd name="T15" fmla="*/ 82 h 121"/>
              <a:gd name="T16" fmla="*/ 79 w 142"/>
              <a:gd name="T17" fmla="*/ 82 h 121"/>
              <a:gd name="T18" fmla="*/ 70 w 142"/>
              <a:gd name="T19" fmla="*/ 92 h 121"/>
              <a:gd name="T20" fmla="*/ 70 w 142"/>
              <a:gd name="T21" fmla="*/ 115 h 121"/>
              <a:gd name="T22" fmla="*/ 93 w 142"/>
              <a:gd name="T23" fmla="*/ 115 h 121"/>
              <a:gd name="T24" fmla="*/ 136 w 142"/>
              <a:gd name="T25" fmla="*/ 72 h 121"/>
              <a:gd name="T26" fmla="*/ 136 w 142"/>
              <a:gd name="T27" fmla="*/ 49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2" h="121">
                <a:moveTo>
                  <a:pt x="136" y="49"/>
                </a:moveTo>
                <a:cubicBezTo>
                  <a:pt x="93" y="6"/>
                  <a:pt x="93" y="6"/>
                  <a:pt x="93" y="6"/>
                </a:cubicBezTo>
                <a:cubicBezTo>
                  <a:pt x="87" y="0"/>
                  <a:pt x="76" y="0"/>
                  <a:pt x="70" y="6"/>
                </a:cubicBezTo>
                <a:cubicBezTo>
                  <a:pt x="64" y="12"/>
                  <a:pt x="64" y="23"/>
                  <a:pt x="70" y="29"/>
                </a:cubicBezTo>
                <a:cubicBezTo>
                  <a:pt x="79" y="38"/>
                  <a:pt x="79" y="38"/>
                  <a:pt x="79" y="38"/>
                </a:cubicBezTo>
                <a:cubicBezTo>
                  <a:pt x="22" y="38"/>
                  <a:pt x="22" y="38"/>
                  <a:pt x="22" y="38"/>
                </a:cubicBezTo>
                <a:cubicBezTo>
                  <a:pt x="10" y="38"/>
                  <a:pt x="0" y="48"/>
                  <a:pt x="0" y="60"/>
                </a:cubicBezTo>
                <a:cubicBezTo>
                  <a:pt x="0" y="73"/>
                  <a:pt x="10" y="82"/>
                  <a:pt x="22" y="82"/>
                </a:cubicBezTo>
                <a:cubicBezTo>
                  <a:pt x="79" y="82"/>
                  <a:pt x="79" y="82"/>
                  <a:pt x="79" y="82"/>
                </a:cubicBezTo>
                <a:cubicBezTo>
                  <a:pt x="70" y="92"/>
                  <a:pt x="70" y="92"/>
                  <a:pt x="70" y="92"/>
                </a:cubicBezTo>
                <a:cubicBezTo>
                  <a:pt x="64" y="98"/>
                  <a:pt x="64" y="108"/>
                  <a:pt x="70" y="115"/>
                </a:cubicBezTo>
                <a:cubicBezTo>
                  <a:pt x="76" y="121"/>
                  <a:pt x="87" y="121"/>
                  <a:pt x="93" y="115"/>
                </a:cubicBezTo>
                <a:cubicBezTo>
                  <a:pt x="136" y="72"/>
                  <a:pt x="136" y="72"/>
                  <a:pt x="136" y="72"/>
                </a:cubicBezTo>
                <a:cubicBezTo>
                  <a:pt x="142" y="66"/>
                  <a:pt x="142" y="55"/>
                  <a:pt x="136" y="4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130" name="组合 129"/>
          <p:cNvGrpSpPr/>
          <p:nvPr/>
        </p:nvGrpSpPr>
        <p:grpSpPr>
          <a:xfrm>
            <a:off x="5995200" y="1055425"/>
            <a:ext cx="5748959" cy="1323991"/>
            <a:chOff x="-31517" y="3057465"/>
            <a:chExt cx="11965826" cy="2755743"/>
          </a:xfrm>
        </p:grpSpPr>
        <p:grpSp>
          <p:nvGrpSpPr>
            <p:cNvPr id="131" name="组合 130"/>
            <p:cNvGrpSpPr/>
            <p:nvPr/>
          </p:nvGrpSpPr>
          <p:grpSpPr>
            <a:xfrm>
              <a:off x="-31517" y="4424579"/>
              <a:ext cx="11965826" cy="1388629"/>
              <a:chOff x="-31517" y="4473507"/>
              <a:chExt cx="11965826" cy="1388629"/>
            </a:xfrm>
          </p:grpSpPr>
          <p:sp>
            <p:nvSpPr>
              <p:cNvPr id="142" name="椭圆 141"/>
              <p:cNvSpPr/>
              <p:nvPr/>
            </p:nvSpPr>
            <p:spPr>
              <a:xfrm>
                <a:off x="5617061" y="4565139"/>
                <a:ext cx="4942681" cy="1290772"/>
              </a:xfrm>
              <a:prstGeom prst="ellipse">
                <a:avLst/>
              </a:prstGeom>
              <a:gradFill flip="none" rotWithShape="1">
                <a:gsLst>
                  <a:gs pos="0">
                    <a:schemeClr val="tx1">
                      <a:lumMod val="95000"/>
                      <a:lumOff val="5000"/>
                      <a:alpha val="65000"/>
                    </a:schemeClr>
                  </a:gs>
                  <a:gs pos="90000">
                    <a:schemeClr val="tx1">
                      <a:alpha val="0"/>
                      <a:lumMod val="0"/>
                      <a:lumOff val="100000"/>
                    </a:schemeClr>
                  </a:gs>
                </a:gsLst>
                <a:path path="shape">
                  <a:fillToRect l="50000" t="50000" r="50000" b="50000"/>
                </a:path>
                <a:tileRect/>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43" name="椭圆 142"/>
              <p:cNvSpPr/>
              <p:nvPr/>
            </p:nvSpPr>
            <p:spPr>
              <a:xfrm rot="573917">
                <a:off x="2240608" y="4473508"/>
                <a:ext cx="4942681" cy="1290772"/>
              </a:xfrm>
              <a:prstGeom prst="ellipse">
                <a:avLst/>
              </a:prstGeom>
              <a:gradFill flip="none" rotWithShape="1">
                <a:gsLst>
                  <a:gs pos="0">
                    <a:schemeClr val="tx1">
                      <a:lumMod val="95000"/>
                      <a:lumOff val="5000"/>
                      <a:alpha val="65000"/>
                    </a:schemeClr>
                  </a:gs>
                  <a:gs pos="90000">
                    <a:schemeClr val="tx1">
                      <a:alpha val="0"/>
                      <a:lumMod val="0"/>
                      <a:lumOff val="100000"/>
                    </a:schemeClr>
                  </a:gs>
                </a:gsLst>
                <a:path path="shape">
                  <a:fillToRect l="50000" t="50000" r="50000" b="50000"/>
                </a:path>
                <a:tileRect/>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44" name="椭圆 143"/>
              <p:cNvSpPr/>
              <p:nvPr/>
            </p:nvSpPr>
            <p:spPr>
              <a:xfrm rot="20995089">
                <a:off x="-31517" y="4473507"/>
                <a:ext cx="4942681" cy="1290772"/>
              </a:xfrm>
              <a:prstGeom prst="ellipse">
                <a:avLst/>
              </a:prstGeom>
              <a:gradFill flip="none" rotWithShape="1">
                <a:gsLst>
                  <a:gs pos="0">
                    <a:schemeClr val="tx1">
                      <a:lumMod val="95000"/>
                      <a:lumOff val="5000"/>
                      <a:alpha val="65000"/>
                    </a:schemeClr>
                  </a:gs>
                  <a:gs pos="90000">
                    <a:schemeClr val="tx1">
                      <a:alpha val="0"/>
                      <a:lumMod val="0"/>
                      <a:lumOff val="100000"/>
                    </a:schemeClr>
                  </a:gs>
                </a:gsLst>
                <a:path path="shape">
                  <a:fillToRect l="50000" t="50000" r="50000" b="50000"/>
                </a:path>
                <a:tileRect/>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45" name="椭圆 144"/>
              <p:cNvSpPr/>
              <p:nvPr/>
            </p:nvSpPr>
            <p:spPr>
              <a:xfrm rot="20995089">
                <a:off x="6991628" y="4571364"/>
                <a:ext cx="4942681" cy="1290772"/>
              </a:xfrm>
              <a:prstGeom prst="ellipse">
                <a:avLst/>
              </a:prstGeom>
              <a:gradFill flip="none" rotWithShape="1">
                <a:gsLst>
                  <a:gs pos="0">
                    <a:schemeClr val="tx1">
                      <a:lumMod val="95000"/>
                      <a:lumOff val="5000"/>
                      <a:alpha val="65000"/>
                    </a:schemeClr>
                  </a:gs>
                  <a:gs pos="90000">
                    <a:schemeClr val="tx1">
                      <a:alpha val="0"/>
                      <a:lumMod val="0"/>
                      <a:lumOff val="100000"/>
                    </a:schemeClr>
                  </a:gs>
                </a:gsLst>
                <a:path path="shape">
                  <a:fillToRect l="50000" t="50000" r="50000" b="50000"/>
                </a:path>
                <a:tileRect/>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
          <p:nvSpPr>
            <p:cNvPr id="132" name="AutoShape 7"/>
            <p:cNvSpPr>
              <a:spLocks noChangeAspect="1" noChangeArrowheads="1" noTextEdit="1"/>
            </p:cNvSpPr>
            <p:nvPr/>
          </p:nvSpPr>
          <p:spPr bwMode="auto">
            <a:xfrm>
              <a:off x="336868" y="3057465"/>
              <a:ext cx="10991850" cy="2227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9"/>
            <p:cNvSpPr>
              <a:spLocks/>
            </p:cNvSpPr>
            <p:nvPr/>
          </p:nvSpPr>
          <p:spPr bwMode="auto">
            <a:xfrm>
              <a:off x="4086543" y="3068577"/>
              <a:ext cx="7239000" cy="2212975"/>
            </a:xfrm>
            <a:custGeom>
              <a:avLst/>
              <a:gdLst>
                <a:gd name="T0" fmla="*/ 1636 w 1928"/>
                <a:gd name="T1" fmla="*/ 2 h 587"/>
                <a:gd name="T2" fmla="*/ 1121 w 1928"/>
                <a:gd name="T3" fmla="*/ 0 h 587"/>
                <a:gd name="T4" fmla="*/ 0 w 1928"/>
                <a:gd name="T5" fmla="*/ 11 h 587"/>
                <a:gd name="T6" fmla="*/ 0 w 1928"/>
                <a:gd name="T7" fmla="*/ 576 h 587"/>
                <a:gd name="T8" fmla="*/ 1121 w 1928"/>
                <a:gd name="T9" fmla="*/ 587 h 587"/>
                <a:gd name="T10" fmla="*/ 1636 w 1928"/>
                <a:gd name="T11" fmla="*/ 585 h 587"/>
                <a:gd name="T12" fmla="*/ 1928 w 1928"/>
                <a:gd name="T13" fmla="*/ 293 h 587"/>
                <a:gd name="T14" fmla="*/ 1636 w 1928"/>
                <a:gd name="T15" fmla="*/ 2 h 58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28" h="587">
                  <a:moveTo>
                    <a:pt x="1636" y="2"/>
                  </a:moveTo>
                  <a:cubicBezTo>
                    <a:pt x="1121" y="0"/>
                    <a:pt x="1121" y="0"/>
                    <a:pt x="1121" y="0"/>
                  </a:cubicBezTo>
                  <a:cubicBezTo>
                    <a:pt x="0" y="11"/>
                    <a:pt x="0" y="11"/>
                    <a:pt x="0" y="11"/>
                  </a:cubicBezTo>
                  <a:cubicBezTo>
                    <a:pt x="0" y="576"/>
                    <a:pt x="0" y="576"/>
                    <a:pt x="0" y="576"/>
                  </a:cubicBezTo>
                  <a:cubicBezTo>
                    <a:pt x="1121" y="587"/>
                    <a:pt x="1121" y="587"/>
                    <a:pt x="1121" y="587"/>
                  </a:cubicBezTo>
                  <a:cubicBezTo>
                    <a:pt x="1636" y="585"/>
                    <a:pt x="1636" y="585"/>
                    <a:pt x="1636" y="585"/>
                  </a:cubicBezTo>
                  <a:cubicBezTo>
                    <a:pt x="1797" y="585"/>
                    <a:pt x="1928" y="455"/>
                    <a:pt x="1928" y="293"/>
                  </a:cubicBezTo>
                  <a:cubicBezTo>
                    <a:pt x="1928" y="132"/>
                    <a:pt x="1797" y="2"/>
                    <a:pt x="1636" y="2"/>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34" name="Freeform 12"/>
            <p:cNvSpPr>
              <a:spLocks/>
            </p:cNvSpPr>
            <p:nvPr/>
          </p:nvSpPr>
          <p:spPr bwMode="auto">
            <a:xfrm>
              <a:off x="8295006" y="3068577"/>
              <a:ext cx="3030538" cy="2212975"/>
            </a:xfrm>
            <a:custGeom>
              <a:avLst/>
              <a:gdLst>
                <a:gd name="T0" fmla="*/ 515 w 807"/>
                <a:gd name="T1" fmla="*/ 2 h 587"/>
                <a:gd name="T2" fmla="*/ 0 w 807"/>
                <a:gd name="T3" fmla="*/ 0 h 587"/>
                <a:gd name="T4" fmla="*/ 0 w 807"/>
                <a:gd name="T5" fmla="*/ 587 h 587"/>
                <a:gd name="T6" fmla="*/ 515 w 807"/>
                <a:gd name="T7" fmla="*/ 585 h 587"/>
                <a:gd name="T8" fmla="*/ 807 w 807"/>
                <a:gd name="T9" fmla="*/ 293 h 587"/>
                <a:gd name="T10" fmla="*/ 515 w 807"/>
                <a:gd name="T11" fmla="*/ 2 h 587"/>
              </a:gdLst>
              <a:ahLst/>
              <a:cxnLst>
                <a:cxn ang="0">
                  <a:pos x="T0" y="T1"/>
                </a:cxn>
                <a:cxn ang="0">
                  <a:pos x="T2" y="T3"/>
                </a:cxn>
                <a:cxn ang="0">
                  <a:pos x="T4" y="T5"/>
                </a:cxn>
                <a:cxn ang="0">
                  <a:pos x="T6" y="T7"/>
                </a:cxn>
                <a:cxn ang="0">
                  <a:pos x="T8" y="T9"/>
                </a:cxn>
                <a:cxn ang="0">
                  <a:pos x="T10" y="T11"/>
                </a:cxn>
              </a:cxnLst>
              <a:rect l="0" t="0" r="r" b="b"/>
              <a:pathLst>
                <a:path w="807" h="587">
                  <a:moveTo>
                    <a:pt x="515" y="2"/>
                  </a:moveTo>
                  <a:cubicBezTo>
                    <a:pt x="0" y="0"/>
                    <a:pt x="0" y="0"/>
                    <a:pt x="0" y="0"/>
                  </a:cubicBezTo>
                  <a:cubicBezTo>
                    <a:pt x="0" y="587"/>
                    <a:pt x="0" y="587"/>
                    <a:pt x="0" y="587"/>
                  </a:cubicBezTo>
                  <a:cubicBezTo>
                    <a:pt x="515" y="585"/>
                    <a:pt x="515" y="585"/>
                    <a:pt x="515" y="585"/>
                  </a:cubicBezTo>
                  <a:cubicBezTo>
                    <a:pt x="676" y="585"/>
                    <a:pt x="807" y="455"/>
                    <a:pt x="807" y="293"/>
                  </a:cubicBezTo>
                  <a:cubicBezTo>
                    <a:pt x="807" y="132"/>
                    <a:pt x="676" y="2"/>
                    <a:pt x="515" y="2"/>
                  </a:cubicBezTo>
                  <a:close/>
                </a:path>
              </a:pathLst>
            </a:custGeom>
            <a:solidFill>
              <a:srgbClr val="EEEEEE"/>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nvGrpSpPr>
            <p:cNvPr id="135" name="组合 134"/>
            <p:cNvGrpSpPr/>
            <p:nvPr/>
          </p:nvGrpSpPr>
          <p:grpSpPr>
            <a:xfrm>
              <a:off x="344806" y="3101915"/>
              <a:ext cx="3741738" cy="2144712"/>
              <a:chOff x="344806" y="3101915"/>
              <a:chExt cx="3741738" cy="2144712"/>
            </a:xfrm>
          </p:grpSpPr>
          <p:sp>
            <p:nvSpPr>
              <p:cNvPr id="140" name="Freeform 11"/>
              <p:cNvSpPr>
                <a:spLocks/>
              </p:cNvSpPr>
              <p:nvPr/>
            </p:nvSpPr>
            <p:spPr bwMode="auto">
              <a:xfrm>
                <a:off x="344806" y="3101915"/>
                <a:ext cx="3741738" cy="2144712"/>
              </a:xfrm>
              <a:custGeom>
                <a:avLst/>
                <a:gdLst>
                  <a:gd name="T0" fmla="*/ 748 w 997"/>
                  <a:gd name="T1" fmla="*/ 5 h 569"/>
                  <a:gd name="T2" fmla="*/ 285 w 997"/>
                  <a:gd name="T3" fmla="*/ 0 h 569"/>
                  <a:gd name="T4" fmla="*/ 0 w 997"/>
                  <a:gd name="T5" fmla="*/ 284 h 569"/>
                  <a:gd name="T6" fmla="*/ 285 w 997"/>
                  <a:gd name="T7" fmla="*/ 569 h 569"/>
                  <a:gd name="T8" fmla="*/ 748 w 997"/>
                  <a:gd name="T9" fmla="*/ 564 h 569"/>
                  <a:gd name="T10" fmla="*/ 997 w 997"/>
                  <a:gd name="T11" fmla="*/ 567 h 569"/>
                  <a:gd name="T12" fmla="*/ 997 w 997"/>
                  <a:gd name="T13" fmla="*/ 2 h 569"/>
                  <a:gd name="T14" fmla="*/ 748 w 997"/>
                  <a:gd name="T15" fmla="*/ 5 h 5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97" h="569">
                    <a:moveTo>
                      <a:pt x="748" y="5"/>
                    </a:moveTo>
                    <a:cubicBezTo>
                      <a:pt x="285" y="0"/>
                      <a:pt x="285" y="0"/>
                      <a:pt x="285" y="0"/>
                    </a:cubicBezTo>
                    <a:cubicBezTo>
                      <a:pt x="128" y="0"/>
                      <a:pt x="0" y="127"/>
                      <a:pt x="0" y="284"/>
                    </a:cubicBezTo>
                    <a:cubicBezTo>
                      <a:pt x="0" y="442"/>
                      <a:pt x="128" y="569"/>
                      <a:pt x="285" y="569"/>
                    </a:cubicBezTo>
                    <a:cubicBezTo>
                      <a:pt x="748" y="564"/>
                      <a:pt x="748" y="564"/>
                      <a:pt x="748" y="564"/>
                    </a:cubicBezTo>
                    <a:cubicBezTo>
                      <a:pt x="997" y="567"/>
                      <a:pt x="997" y="567"/>
                      <a:pt x="997" y="567"/>
                    </a:cubicBezTo>
                    <a:cubicBezTo>
                      <a:pt x="997" y="2"/>
                      <a:pt x="997" y="2"/>
                      <a:pt x="997" y="2"/>
                    </a:cubicBezTo>
                    <a:lnTo>
                      <a:pt x="748" y="5"/>
                    </a:lnTo>
                    <a:close/>
                  </a:path>
                </a:pathLst>
              </a:custGeom>
              <a:gradFill>
                <a:gsLst>
                  <a:gs pos="0">
                    <a:srgbClr val="F28F00"/>
                  </a:gs>
                  <a:gs pos="98000">
                    <a:srgbClr val="E60C12"/>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41" name="Freeform 10"/>
              <p:cNvSpPr>
                <a:spLocks/>
              </p:cNvSpPr>
              <p:nvPr/>
            </p:nvSpPr>
            <p:spPr bwMode="auto">
              <a:xfrm>
                <a:off x="344806" y="3101915"/>
                <a:ext cx="2808288" cy="2144712"/>
              </a:xfrm>
              <a:custGeom>
                <a:avLst/>
                <a:gdLst>
                  <a:gd name="T0" fmla="*/ 285 w 748"/>
                  <a:gd name="T1" fmla="*/ 0 h 569"/>
                  <a:gd name="T2" fmla="*/ 0 w 748"/>
                  <a:gd name="T3" fmla="*/ 284 h 569"/>
                  <a:gd name="T4" fmla="*/ 285 w 748"/>
                  <a:gd name="T5" fmla="*/ 569 h 569"/>
                  <a:gd name="T6" fmla="*/ 748 w 748"/>
                  <a:gd name="T7" fmla="*/ 564 h 569"/>
                  <a:gd name="T8" fmla="*/ 748 w 748"/>
                  <a:gd name="T9" fmla="*/ 5 h 569"/>
                  <a:gd name="T10" fmla="*/ 285 w 748"/>
                  <a:gd name="T11" fmla="*/ 0 h 569"/>
                </a:gdLst>
                <a:ahLst/>
                <a:cxnLst>
                  <a:cxn ang="0">
                    <a:pos x="T0" y="T1"/>
                  </a:cxn>
                  <a:cxn ang="0">
                    <a:pos x="T2" y="T3"/>
                  </a:cxn>
                  <a:cxn ang="0">
                    <a:pos x="T4" y="T5"/>
                  </a:cxn>
                  <a:cxn ang="0">
                    <a:pos x="T6" y="T7"/>
                  </a:cxn>
                  <a:cxn ang="0">
                    <a:pos x="T8" y="T9"/>
                  </a:cxn>
                  <a:cxn ang="0">
                    <a:pos x="T10" y="T11"/>
                  </a:cxn>
                </a:cxnLst>
                <a:rect l="0" t="0" r="r" b="b"/>
                <a:pathLst>
                  <a:path w="748" h="569">
                    <a:moveTo>
                      <a:pt x="285" y="0"/>
                    </a:moveTo>
                    <a:cubicBezTo>
                      <a:pt x="128" y="0"/>
                      <a:pt x="0" y="127"/>
                      <a:pt x="0" y="284"/>
                    </a:cubicBezTo>
                    <a:cubicBezTo>
                      <a:pt x="0" y="442"/>
                      <a:pt x="128" y="569"/>
                      <a:pt x="285" y="569"/>
                    </a:cubicBezTo>
                    <a:cubicBezTo>
                      <a:pt x="748" y="564"/>
                      <a:pt x="748" y="564"/>
                      <a:pt x="748" y="564"/>
                    </a:cubicBezTo>
                    <a:cubicBezTo>
                      <a:pt x="748" y="5"/>
                      <a:pt x="748" y="5"/>
                      <a:pt x="748" y="5"/>
                    </a:cubicBezTo>
                    <a:lnTo>
                      <a:pt x="285" y="0"/>
                    </a:lnTo>
                    <a:close/>
                  </a:path>
                </a:pathLst>
              </a:custGeom>
              <a:gradFill>
                <a:gsLst>
                  <a:gs pos="0">
                    <a:srgbClr val="F28F00"/>
                  </a:gs>
                  <a:gs pos="98000">
                    <a:srgbClr val="E60C12"/>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grpSp>
        <p:sp>
          <p:nvSpPr>
            <p:cNvPr id="136" name="椭圆 135"/>
            <p:cNvSpPr/>
            <p:nvPr/>
          </p:nvSpPr>
          <p:spPr>
            <a:xfrm>
              <a:off x="7846340" y="3713115"/>
              <a:ext cx="889317" cy="889317"/>
            </a:xfrm>
            <a:prstGeom prst="ellipse">
              <a:avLst/>
            </a:prstGeom>
            <a:solidFill>
              <a:srgbClr val="00858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latin typeface="Impact" panose="020B0806030902050204" pitchFamily="34" charset="0"/>
              </a:endParaRPr>
            </a:p>
          </p:txBody>
        </p:sp>
        <p:sp>
          <p:nvSpPr>
            <p:cNvPr id="137" name="椭圆 136"/>
            <p:cNvSpPr/>
            <p:nvPr/>
          </p:nvSpPr>
          <p:spPr>
            <a:xfrm>
              <a:off x="7699378" y="3534981"/>
              <a:ext cx="1129600" cy="1129600"/>
            </a:xfrm>
            <a:prstGeom prst="ellipse">
              <a:avLst/>
            </a:prstGeom>
            <a:gradFill flip="none" rotWithShape="1">
              <a:gsLst>
                <a:gs pos="0">
                  <a:srgbClr val="F0F0F0"/>
                </a:gs>
                <a:gs pos="100000">
                  <a:srgbClr val="F1F1F1"/>
                </a:gs>
              </a:gsLst>
              <a:lin ang="2700000" scaled="1"/>
              <a:tileRect/>
            </a:gradFill>
            <a:ln w="38100">
              <a:gradFill flip="none" rotWithShape="1">
                <a:gsLst>
                  <a:gs pos="100000">
                    <a:srgbClr val="FFFFFF"/>
                  </a:gs>
                  <a:gs pos="0">
                    <a:srgbClr val="CECED0"/>
                  </a:gs>
                </a:gsLst>
                <a:lin ang="13500000" scaled="1"/>
                <a:tileRect/>
              </a:gra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8" name="椭圆 137"/>
            <p:cNvSpPr/>
            <p:nvPr/>
          </p:nvSpPr>
          <p:spPr>
            <a:xfrm>
              <a:off x="7826410" y="3662013"/>
              <a:ext cx="875537" cy="875537"/>
            </a:xfrm>
            <a:prstGeom prst="ellipse">
              <a:avLst/>
            </a:prstGeom>
            <a:gradFill>
              <a:gsLst>
                <a:gs pos="0">
                  <a:srgbClr val="F28F00"/>
                </a:gs>
                <a:gs pos="98000">
                  <a:srgbClr val="E60C12"/>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9" name="Freeform 5"/>
            <p:cNvSpPr>
              <a:spLocks/>
            </p:cNvSpPr>
            <p:nvPr/>
          </p:nvSpPr>
          <p:spPr bwMode="auto">
            <a:xfrm>
              <a:off x="8010427" y="3855594"/>
              <a:ext cx="542925" cy="466724"/>
            </a:xfrm>
            <a:custGeom>
              <a:avLst/>
              <a:gdLst>
                <a:gd name="T0" fmla="*/ 136 w 142"/>
                <a:gd name="T1" fmla="*/ 49 h 121"/>
                <a:gd name="T2" fmla="*/ 93 w 142"/>
                <a:gd name="T3" fmla="*/ 6 h 121"/>
                <a:gd name="T4" fmla="*/ 70 w 142"/>
                <a:gd name="T5" fmla="*/ 6 h 121"/>
                <a:gd name="T6" fmla="*/ 70 w 142"/>
                <a:gd name="T7" fmla="*/ 29 h 121"/>
                <a:gd name="T8" fmla="*/ 79 w 142"/>
                <a:gd name="T9" fmla="*/ 38 h 121"/>
                <a:gd name="T10" fmla="*/ 22 w 142"/>
                <a:gd name="T11" fmla="*/ 38 h 121"/>
                <a:gd name="T12" fmla="*/ 0 w 142"/>
                <a:gd name="T13" fmla="*/ 60 h 121"/>
                <a:gd name="T14" fmla="*/ 22 w 142"/>
                <a:gd name="T15" fmla="*/ 82 h 121"/>
                <a:gd name="T16" fmla="*/ 79 w 142"/>
                <a:gd name="T17" fmla="*/ 82 h 121"/>
                <a:gd name="T18" fmla="*/ 70 w 142"/>
                <a:gd name="T19" fmla="*/ 92 h 121"/>
                <a:gd name="T20" fmla="*/ 70 w 142"/>
                <a:gd name="T21" fmla="*/ 115 h 121"/>
                <a:gd name="T22" fmla="*/ 93 w 142"/>
                <a:gd name="T23" fmla="*/ 115 h 121"/>
                <a:gd name="T24" fmla="*/ 136 w 142"/>
                <a:gd name="T25" fmla="*/ 72 h 121"/>
                <a:gd name="T26" fmla="*/ 136 w 142"/>
                <a:gd name="T27" fmla="*/ 49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2" h="121">
                  <a:moveTo>
                    <a:pt x="136" y="49"/>
                  </a:moveTo>
                  <a:cubicBezTo>
                    <a:pt x="93" y="6"/>
                    <a:pt x="93" y="6"/>
                    <a:pt x="93" y="6"/>
                  </a:cubicBezTo>
                  <a:cubicBezTo>
                    <a:pt x="87" y="0"/>
                    <a:pt x="76" y="0"/>
                    <a:pt x="70" y="6"/>
                  </a:cubicBezTo>
                  <a:cubicBezTo>
                    <a:pt x="64" y="12"/>
                    <a:pt x="64" y="23"/>
                    <a:pt x="70" y="29"/>
                  </a:cubicBezTo>
                  <a:cubicBezTo>
                    <a:pt x="79" y="38"/>
                    <a:pt x="79" y="38"/>
                    <a:pt x="79" y="38"/>
                  </a:cubicBezTo>
                  <a:cubicBezTo>
                    <a:pt x="22" y="38"/>
                    <a:pt x="22" y="38"/>
                    <a:pt x="22" y="38"/>
                  </a:cubicBezTo>
                  <a:cubicBezTo>
                    <a:pt x="10" y="38"/>
                    <a:pt x="0" y="48"/>
                    <a:pt x="0" y="60"/>
                  </a:cubicBezTo>
                  <a:cubicBezTo>
                    <a:pt x="0" y="73"/>
                    <a:pt x="10" y="82"/>
                    <a:pt x="22" y="82"/>
                  </a:cubicBezTo>
                  <a:cubicBezTo>
                    <a:pt x="79" y="82"/>
                    <a:pt x="79" y="82"/>
                    <a:pt x="79" y="82"/>
                  </a:cubicBezTo>
                  <a:cubicBezTo>
                    <a:pt x="70" y="92"/>
                    <a:pt x="70" y="92"/>
                    <a:pt x="70" y="92"/>
                  </a:cubicBezTo>
                  <a:cubicBezTo>
                    <a:pt x="64" y="98"/>
                    <a:pt x="64" y="108"/>
                    <a:pt x="70" y="115"/>
                  </a:cubicBezTo>
                  <a:cubicBezTo>
                    <a:pt x="76" y="121"/>
                    <a:pt x="87" y="121"/>
                    <a:pt x="93" y="115"/>
                  </a:cubicBezTo>
                  <a:cubicBezTo>
                    <a:pt x="136" y="72"/>
                    <a:pt x="136" y="72"/>
                    <a:pt x="136" y="72"/>
                  </a:cubicBezTo>
                  <a:cubicBezTo>
                    <a:pt x="142" y="66"/>
                    <a:pt x="142" y="55"/>
                    <a:pt x="136" y="4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48" name="组合 147"/>
          <p:cNvGrpSpPr/>
          <p:nvPr/>
        </p:nvGrpSpPr>
        <p:grpSpPr>
          <a:xfrm>
            <a:off x="6926228" y="1473308"/>
            <a:ext cx="748809" cy="689380"/>
            <a:chOff x="5722963" y="2742165"/>
            <a:chExt cx="500063" cy="460375"/>
          </a:xfrm>
        </p:grpSpPr>
        <p:sp>
          <p:nvSpPr>
            <p:cNvPr id="149" name="Freeform 55"/>
            <p:cNvSpPr>
              <a:spLocks/>
            </p:cNvSpPr>
            <p:nvPr/>
          </p:nvSpPr>
          <p:spPr bwMode="auto">
            <a:xfrm>
              <a:off x="5742013" y="2745340"/>
              <a:ext cx="481013" cy="457200"/>
            </a:xfrm>
            <a:custGeom>
              <a:avLst/>
              <a:gdLst>
                <a:gd name="T0" fmla="*/ 137 w 303"/>
                <a:gd name="T1" fmla="*/ 288 h 288"/>
                <a:gd name="T2" fmla="*/ 0 w 303"/>
                <a:gd name="T3" fmla="*/ 174 h 288"/>
                <a:gd name="T4" fmla="*/ 2 w 303"/>
                <a:gd name="T5" fmla="*/ 15 h 288"/>
                <a:gd name="T6" fmla="*/ 54 w 303"/>
                <a:gd name="T7" fmla="*/ 10 h 288"/>
                <a:gd name="T8" fmla="*/ 85 w 303"/>
                <a:gd name="T9" fmla="*/ 43 h 288"/>
                <a:gd name="T10" fmla="*/ 106 w 303"/>
                <a:gd name="T11" fmla="*/ 22 h 288"/>
                <a:gd name="T12" fmla="*/ 128 w 303"/>
                <a:gd name="T13" fmla="*/ 0 h 288"/>
                <a:gd name="T14" fmla="*/ 303 w 303"/>
                <a:gd name="T15" fmla="*/ 150 h 288"/>
                <a:gd name="T16" fmla="*/ 137 w 303"/>
                <a:gd name="T17" fmla="*/ 288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3" h="288">
                  <a:moveTo>
                    <a:pt x="137" y="288"/>
                  </a:moveTo>
                  <a:lnTo>
                    <a:pt x="0" y="174"/>
                  </a:lnTo>
                  <a:lnTo>
                    <a:pt x="2" y="15"/>
                  </a:lnTo>
                  <a:lnTo>
                    <a:pt x="54" y="10"/>
                  </a:lnTo>
                  <a:lnTo>
                    <a:pt x="85" y="43"/>
                  </a:lnTo>
                  <a:lnTo>
                    <a:pt x="106" y="22"/>
                  </a:lnTo>
                  <a:lnTo>
                    <a:pt x="128" y="0"/>
                  </a:lnTo>
                  <a:lnTo>
                    <a:pt x="303" y="150"/>
                  </a:lnTo>
                  <a:lnTo>
                    <a:pt x="137" y="288"/>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0" name="Freeform 56"/>
            <p:cNvSpPr>
              <a:spLocks noEditPoints="1"/>
            </p:cNvSpPr>
            <p:nvPr/>
          </p:nvSpPr>
          <p:spPr bwMode="auto">
            <a:xfrm>
              <a:off x="5722963" y="2742165"/>
              <a:ext cx="115888" cy="290513"/>
            </a:xfrm>
            <a:custGeom>
              <a:avLst/>
              <a:gdLst>
                <a:gd name="T0" fmla="*/ 17 w 31"/>
                <a:gd name="T1" fmla="*/ 0 h 77"/>
                <a:gd name="T2" fmla="*/ 28 w 31"/>
                <a:gd name="T3" fmla="*/ 5 h 77"/>
                <a:gd name="T4" fmla="*/ 31 w 31"/>
                <a:gd name="T5" fmla="*/ 18 h 77"/>
                <a:gd name="T6" fmla="*/ 31 w 31"/>
                <a:gd name="T7" fmla="*/ 63 h 77"/>
                <a:gd name="T8" fmla="*/ 27 w 31"/>
                <a:gd name="T9" fmla="*/ 74 h 77"/>
                <a:gd name="T10" fmla="*/ 16 w 31"/>
                <a:gd name="T11" fmla="*/ 77 h 77"/>
                <a:gd name="T12" fmla="*/ 2 w 31"/>
                <a:gd name="T13" fmla="*/ 72 h 77"/>
                <a:gd name="T14" fmla="*/ 0 w 31"/>
                <a:gd name="T15" fmla="*/ 57 h 77"/>
                <a:gd name="T16" fmla="*/ 0 w 31"/>
                <a:gd name="T17" fmla="*/ 21 h 77"/>
                <a:gd name="T18" fmla="*/ 3 w 31"/>
                <a:gd name="T19" fmla="*/ 6 h 77"/>
                <a:gd name="T20" fmla="*/ 17 w 31"/>
                <a:gd name="T21" fmla="*/ 0 h 77"/>
                <a:gd name="T22" fmla="*/ 16 w 31"/>
                <a:gd name="T23" fmla="*/ 70 h 77"/>
                <a:gd name="T24" fmla="*/ 22 w 31"/>
                <a:gd name="T25" fmla="*/ 59 h 77"/>
                <a:gd name="T26" fmla="*/ 22 w 31"/>
                <a:gd name="T27" fmla="*/ 17 h 77"/>
                <a:gd name="T28" fmla="*/ 16 w 31"/>
                <a:gd name="T29" fmla="*/ 7 h 77"/>
                <a:gd name="T30" fmla="*/ 9 w 31"/>
                <a:gd name="T31" fmla="*/ 17 h 77"/>
                <a:gd name="T32" fmla="*/ 9 w 31"/>
                <a:gd name="T33" fmla="*/ 20 h 77"/>
                <a:gd name="T34" fmla="*/ 9 w 31"/>
                <a:gd name="T35" fmla="*/ 23 h 77"/>
                <a:gd name="T36" fmla="*/ 9 w 31"/>
                <a:gd name="T37" fmla="*/ 35 h 77"/>
                <a:gd name="T38" fmla="*/ 9 w 31"/>
                <a:gd name="T39" fmla="*/ 48 h 77"/>
                <a:gd name="T40" fmla="*/ 9 w 31"/>
                <a:gd name="T41" fmla="*/ 59 h 77"/>
                <a:gd name="T42" fmla="*/ 16 w 31"/>
                <a:gd name="T43" fmla="*/ 7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77">
                  <a:moveTo>
                    <a:pt x="17" y="0"/>
                  </a:moveTo>
                  <a:cubicBezTo>
                    <a:pt x="22" y="0"/>
                    <a:pt x="26" y="2"/>
                    <a:pt x="28" y="5"/>
                  </a:cubicBezTo>
                  <a:cubicBezTo>
                    <a:pt x="30" y="8"/>
                    <a:pt x="31" y="12"/>
                    <a:pt x="31" y="18"/>
                  </a:cubicBezTo>
                  <a:cubicBezTo>
                    <a:pt x="31" y="63"/>
                    <a:pt x="31" y="63"/>
                    <a:pt x="31" y="63"/>
                  </a:cubicBezTo>
                  <a:cubicBezTo>
                    <a:pt x="31" y="67"/>
                    <a:pt x="30" y="71"/>
                    <a:pt x="27" y="74"/>
                  </a:cubicBezTo>
                  <a:cubicBezTo>
                    <a:pt x="24" y="76"/>
                    <a:pt x="21" y="77"/>
                    <a:pt x="16" y="77"/>
                  </a:cubicBezTo>
                  <a:cubicBezTo>
                    <a:pt x="9" y="77"/>
                    <a:pt x="5" y="76"/>
                    <a:pt x="2" y="72"/>
                  </a:cubicBezTo>
                  <a:cubicBezTo>
                    <a:pt x="1" y="69"/>
                    <a:pt x="0" y="64"/>
                    <a:pt x="0" y="57"/>
                  </a:cubicBezTo>
                  <a:cubicBezTo>
                    <a:pt x="0" y="21"/>
                    <a:pt x="0" y="21"/>
                    <a:pt x="0" y="21"/>
                  </a:cubicBezTo>
                  <a:cubicBezTo>
                    <a:pt x="0" y="14"/>
                    <a:pt x="1" y="8"/>
                    <a:pt x="3" y="6"/>
                  </a:cubicBezTo>
                  <a:cubicBezTo>
                    <a:pt x="5" y="2"/>
                    <a:pt x="10" y="0"/>
                    <a:pt x="17" y="0"/>
                  </a:cubicBezTo>
                  <a:close/>
                  <a:moveTo>
                    <a:pt x="16" y="70"/>
                  </a:moveTo>
                  <a:cubicBezTo>
                    <a:pt x="20" y="70"/>
                    <a:pt x="22" y="66"/>
                    <a:pt x="22" y="59"/>
                  </a:cubicBezTo>
                  <a:cubicBezTo>
                    <a:pt x="22" y="17"/>
                    <a:pt x="22" y="17"/>
                    <a:pt x="22" y="17"/>
                  </a:cubicBezTo>
                  <a:cubicBezTo>
                    <a:pt x="22" y="10"/>
                    <a:pt x="20" y="7"/>
                    <a:pt x="16" y="7"/>
                  </a:cubicBezTo>
                  <a:cubicBezTo>
                    <a:pt x="11" y="7"/>
                    <a:pt x="9" y="11"/>
                    <a:pt x="9" y="17"/>
                  </a:cubicBezTo>
                  <a:cubicBezTo>
                    <a:pt x="9" y="20"/>
                    <a:pt x="9" y="20"/>
                    <a:pt x="9" y="20"/>
                  </a:cubicBezTo>
                  <a:cubicBezTo>
                    <a:pt x="9" y="23"/>
                    <a:pt x="9" y="23"/>
                    <a:pt x="9" y="23"/>
                  </a:cubicBezTo>
                  <a:cubicBezTo>
                    <a:pt x="9" y="35"/>
                    <a:pt x="9" y="35"/>
                    <a:pt x="9" y="35"/>
                  </a:cubicBezTo>
                  <a:cubicBezTo>
                    <a:pt x="9" y="48"/>
                    <a:pt x="9" y="48"/>
                    <a:pt x="9" y="48"/>
                  </a:cubicBezTo>
                  <a:cubicBezTo>
                    <a:pt x="9" y="59"/>
                    <a:pt x="9" y="59"/>
                    <a:pt x="9" y="59"/>
                  </a:cubicBezTo>
                  <a:cubicBezTo>
                    <a:pt x="9" y="66"/>
                    <a:pt x="11" y="70"/>
                    <a:pt x="16" y="70"/>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51" name="Freeform 57"/>
            <p:cNvSpPr>
              <a:spLocks/>
            </p:cNvSpPr>
            <p:nvPr/>
          </p:nvSpPr>
          <p:spPr bwMode="auto">
            <a:xfrm>
              <a:off x="5876951" y="2745340"/>
              <a:ext cx="68263" cy="287338"/>
            </a:xfrm>
            <a:custGeom>
              <a:avLst/>
              <a:gdLst>
                <a:gd name="T0" fmla="*/ 0 w 18"/>
                <a:gd name="T1" fmla="*/ 11 h 76"/>
                <a:gd name="T2" fmla="*/ 11 w 18"/>
                <a:gd name="T3" fmla="*/ 0 h 76"/>
                <a:gd name="T4" fmla="*/ 18 w 18"/>
                <a:gd name="T5" fmla="*/ 0 h 76"/>
                <a:gd name="T6" fmla="*/ 18 w 18"/>
                <a:gd name="T7" fmla="*/ 76 h 76"/>
                <a:gd name="T8" fmla="*/ 8 w 18"/>
                <a:gd name="T9" fmla="*/ 76 h 76"/>
                <a:gd name="T10" fmla="*/ 8 w 18"/>
                <a:gd name="T11" fmla="*/ 19 h 76"/>
                <a:gd name="T12" fmla="*/ 0 w 18"/>
                <a:gd name="T13" fmla="*/ 19 h 76"/>
                <a:gd name="T14" fmla="*/ 0 w 18"/>
                <a:gd name="T15" fmla="*/ 11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76">
                  <a:moveTo>
                    <a:pt x="0" y="11"/>
                  </a:moveTo>
                  <a:cubicBezTo>
                    <a:pt x="7" y="10"/>
                    <a:pt x="10" y="7"/>
                    <a:pt x="11" y="0"/>
                  </a:cubicBezTo>
                  <a:cubicBezTo>
                    <a:pt x="18" y="0"/>
                    <a:pt x="18" y="0"/>
                    <a:pt x="18" y="0"/>
                  </a:cubicBezTo>
                  <a:cubicBezTo>
                    <a:pt x="18" y="76"/>
                    <a:pt x="18" y="76"/>
                    <a:pt x="18" y="76"/>
                  </a:cubicBezTo>
                  <a:cubicBezTo>
                    <a:pt x="8" y="76"/>
                    <a:pt x="8" y="76"/>
                    <a:pt x="8" y="76"/>
                  </a:cubicBezTo>
                  <a:cubicBezTo>
                    <a:pt x="8" y="19"/>
                    <a:pt x="8" y="19"/>
                    <a:pt x="8" y="19"/>
                  </a:cubicBezTo>
                  <a:cubicBezTo>
                    <a:pt x="0" y="19"/>
                    <a:pt x="0" y="19"/>
                    <a:pt x="0" y="19"/>
                  </a:cubicBezTo>
                  <a:lnTo>
                    <a:pt x="0" y="11"/>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152" name="组合 151"/>
          <p:cNvGrpSpPr/>
          <p:nvPr/>
        </p:nvGrpSpPr>
        <p:grpSpPr>
          <a:xfrm>
            <a:off x="6917908" y="2755465"/>
            <a:ext cx="765449" cy="689380"/>
            <a:chOff x="952501" y="6013451"/>
            <a:chExt cx="511175" cy="460375"/>
          </a:xfrm>
        </p:grpSpPr>
        <p:sp>
          <p:nvSpPr>
            <p:cNvPr id="153" name="Freeform 58"/>
            <p:cNvSpPr>
              <a:spLocks/>
            </p:cNvSpPr>
            <p:nvPr/>
          </p:nvSpPr>
          <p:spPr bwMode="auto">
            <a:xfrm>
              <a:off x="971551" y="6021388"/>
              <a:ext cx="492125" cy="452438"/>
            </a:xfrm>
            <a:custGeom>
              <a:avLst/>
              <a:gdLst>
                <a:gd name="T0" fmla="*/ 137 w 310"/>
                <a:gd name="T1" fmla="*/ 285 h 285"/>
                <a:gd name="T2" fmla="*/ 0 w 310"/>
                <a:gd name="T3" fmla="*/ 171 h 285"/>
                <a:gd name="T4" fmla="*/ 2 w 310"/>
                <a:gd name="T5" fmla="*/ 12 h 285"/>
                <a:gd name="T6" fmla="*/ 54 w 310"/>
                <a:gd name="T7" fmla="*/ 7 h 285"/>
                <a:gd name="T8" fmla="*/ 87 w 310"/>
                <a:gd name="T9" fmla="*/ 40 h 285"/>
                <a:gd name="T10" fmla="*/ 97 w 310"/>
                <a:gd name="T11" fmla="*/ 7 h 285"/>
                <a:gd name="T12" fmla="*/ 137 w 310"/>
                <a:gd name="T13" fmla="*/ 0 h 285"/>
                <a:gd name="T14" fmla="*/ 310 w 310"/>
                <a:gd name="T15" fmla="*/ 150 h 285"/>
                <a:gd name="T16" fmla="*/ 137 w 310"/>
                <a:gd name="T17" fmla="*/ 285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0" h="285">
                  <a:moveTo>
                    <a:pt x="137" y="285"/>
                  </a:moveTo>
                  <a:lnTo>
                    <a:pt x="0" y="171"/>
                  </a:lnTo>
                  <a:lnTo>
                    <a:pt x="2" y="12"/>
                  </a:lnTo>
                  <a:lnTo>
                    <a:pt x="54" y="7"/>
                  </a:lnTo>
                  <a:lnTo>
                    <a:pt x="87" y="40"/>
                  </a:lnTo>
                  <a:lnTo>
                    <a:pt x="97" y="7"/>
                  </a:lnTo>
                  <a:lnTo>
                    <a:pt x="137" y="0"/>
                  </a:lnTo>
                  <a:lnTo>
                    <a:pt x="310" y="150"/>
                  </a:lnTo>
                  <a:lnTo>
                    <a:pt x="137" y="285"/>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4" name="Freeform 59"/>
            <p:cNvSpPr>
              <a:spLocks noEditPoints="1"/>
            </p:cNvSpPr>
            <p:nvPr/>
          </p:nvSpPr>
          <p:spPr bwMode="auto">
            <a:xfrm>
              <a:off x="952501" y="6013451"/>
              <a:ext cx="115888" cy="290513"/>
            </a:xfrm>
            <a:custGeom>
              <a:avLst/>
              <a:gdLst>
                <a:gd name="T0" fmla="*/ 17 w 31"/>
                <a:gd name="T1" fmla="*/ 0 h 77"/>
                <a:gd name="T2" fmla="*/ 28 w 31"/>
                <a:gd name="T3" fmla="*/ 5 h 77"/>
                <a:gd name="T4" fmla="*/ 31 w 31"/>
                <a:gd name="T5" fmla="*/ 18 h 77"/>
                <a:gd name="T6" fmla="*/ 31 w 31"/>
                <a:gd name="T7" fmla="*/ 62 h 77"/>
                <a:gd name="T8" fmla="*/ 27 w 31"/>
                <a:gd name="T9" fmla="*/ 73 h 77"/>
                <a:gd name="T10" fmla="*/ 16 w 31"/>
                <a:gd name="T11" fmla="*/ 77 h 77"/>
                <a:gd name="T12" fmla="*/ 3 w 31"/>
                <a:gd name="T13" fmla="*/ 71 h 77"/>
                <a:gd name="T14" fmla="*/ 0 w 31"/>
                <a:gd name="T15" fmla="*/ 56 h 77"/>
                <a:gd name="T16" fmla="*/ 0 w 31"/>
                <a:gd name="T17" fmla="*/ 21 h 77"/>
                <a:gd name="T18" fmla="*/ 3 w 31"/>
                <a:gd name="T19" fmla="*/ 5 h 77"/>
                <a:gd name="T20" fmla="*/ 17 w 31"/>
                <a:gd name="T21" fmla="*/ 0 h 77"/>
                <a:gd name="T22" fmla="*/ 16 w 31"/>
                <a:gd name="T23" fmla="*/ 70 h 77"/>
                <a:gd name="T24" fmla="*/ 22 w 31"/>
                <a:gd name="T25" fmla="*/ 59 h 77"/>
                <a:gd name="T26" fmla="*/ 22 w 31"/>
                <a:gd name="T27" fmla="*/ 17 h 77"/>
                <a:gd name="T28" fmla="*/ 16 w 31"/>
                <a:gd name="T29" fmla="*/ 7 h 77"/>
                <a:gd name="T30" fmla="*/ 9 w 31"/>
                <a:gd name="T31" fmla="*/ 17 h 77"/>
                <a:gd name="T32" fmla="*/ 9 w 31"/>
                <a:gd name="T33" fmla="*/ 20 h 77"/>
                <a:gd name="T34" fmla="*/ 9 w 31"/>
                <a:gd name="T35" fmla="*/ 23 h 77"/>
                <a:gd name="T36" fmla="*/ 9 w 31"/>
                <a:gd name="T37" fmla="*/ 35 h 77"/>
                <a:gd name="T38" fmla="*/ 9 w 31"/>
                <a:gd name="T39" fmla="*/ 48 h 77"/>
                <a:gd name="T40" fmla="*/ 9 w 31"/>
                <a:gd name="T41" fmla="*/ 59 h 77"/>
                <a:gd name="T42" fmla="*/ 16 w 31"/>
                <a:gd name="T43" fmla="*/ 7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77">
                  <a:moveTo>
                    <a:pt x="17" y="0"/>
                  </a:moveTo>
                  <a:cubicBezTo>
                    <a:pt x="22" y="0"/>
                    <a:pt x="26" y="1"/>
                    <a:pt x="28" y="5"/>
                  </a:cubicBezTo>
                  <a:cubicBezTo>
                    <a:pt x="30" y="8"/>
                    <a:pt x="31" y="12"/>
                    <a:pt x="31" y="18"/>
                  </a:cubicBezTo>
                  <a:cubicBezTo>
                    <a:pt x="31" y="62"/>
                    <a:pt x="31" y="62"/>
                    <a:pt x="31" y="62"/>
                  </a:cubicBezTo>
                  <a:cubicBezTo>
                    <a:pt x="31" y="67"/>
                    <a:pt x="30" y="71"/>
                    <a:pt x="27" y="73"/>
                  </a:cubicBezTo>
                  <a:cubicBezTo>
                    <a:pt x="25" y="76"/>
                    <a:pt x="21" y="77"/>
                    <a:pt x="16" y="77"/>
                  </a:cubicBezTo>
                  <a:cubicBezTo>
                    <a:pt x="9" y="77"/>
                    <a:pt x="5" y="75"/>
                    <a:pt x="3" y="71"/>
                  </a:cubicBezTo>
                  <a:cubicBezTo>
                    <a:pt x="1" y="69"/>
                    <a:pt x="0" y="64"/>
                    <a:pt x="0" y="56"/>
                  </a:cubicBezTo>
                  <a:cubicBezTo>
                    <a:pt x="0" y="21"/>
                    <a:pt x="0" y="21"/>
                    <a:pt x="0" y="21"/>
                  </a:cubicBezTo>
                  <a:cubicBezTo>
                    <a:pt x="0" y="13"/>
                    <a:pt x="1" y="8"/>
                    <a:pt x="3" y="5"/>
                  </a:cubicBezTo>
                  <a:cubicBezTo>
                    <a:pt x="5" y="2"/>
                    <a:pt x="10" y="0"/>
                    <a:pt x="17" y="0"/>
                  </a:cubicBezTo>
                  <a:close/>
                  <a:moveTo>
                    <a:pt x="16" y="70"/>
                  </a:moveTo>
                  <a:cubicBezTo>
                    <a:pt x="20" y="70"/>
                    <a:pt x="22" y="66"/>
                    <a:pt x="22" y="59"/>
                  </a:cubicBezTo>
                  <a:cubicBezTo>
                    <a:pt x="22" y="17"/>
                    <a:pt x="22" y="17"/>
                    <a:pt x="22" y="17"/>
                  </a:cubicBezTo>
                  <a:cubicBezTo>
                    <a:pt x="22" y="10"/>
                    <a:pt x="20" y="7"/>
                    <a:pt x="16" y="7"/>
                  </a:cubicBezTo>
                  <a:cubicBezTo>
                    <a:pt x="11" y="7"/>
                    <a:pt x="9" y="10"/>
                    <a:pt x="9" y="17"/>
                  </a:cubicBezTo>
                  <a:cubicBezTo>
                    <a:pt x="9" y="20"/>
                    <a:pt x="9" y="20"/>
                    <a:pt x="9" y="20"/>
                  </a:cubicBezTo>
                  <a:cubicBezTo>
                    <a:pt x="9" y="23"/>
                    <a:pt x="9" y="23"/>
                    <a:pt x="9" y="23"/>
                  </a:cubicBezTo>
                  <a:cubicBezTo>
                    <a:pt x="9" y="35"/>
                    <a:pt x="9" y="35"/>
                    <a:pt x="9" y="35"/>
                  </a:cubicBezTo>
                  <a:cubicBezTo>
                    <a:pt x="9" y="48"/>
                    <a:pt x="9" y="48"/>
                    <a:pt x="9" y="48"/>
                  </a:cubicBezTo>
                  <a:cubicBezTo>
                    <a:pt x="9" y="59"/>
                    <a:pt x="9" y="59"/>
                    <a:pt x="9" y="59"/>
                  </a:cubicBezTo>
                  <a:cubicBezTo>
                    <a:pt x="9" y="66"/>
                    <a:pt x="11" y="70"/>
                    <a:pt x="16" y="70"/>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55" name="Freeform 60"/>
            <p:cNvSpPr>
              <a:spLocks/>
            </p:cNvSpPr>
            <p:nvPr/>
          </p:nvSpPr>
          <p:spPr bwMode="auto">
            <a:xfrm>
              <a:off x="1090613" y="6013451"/>
              <a:ext cx="117475" cy="290513"/>
            </a:xfrm>
            <a:custGeom>
              <a:avLst/>
              <a:gdLst>
                <a:gd name="T0" fmla="*/ 0 w 31"/>
                <a:gd name="T1" fmla="*/ 16 h 77"/>
                <a:gd name="T2" fmla="*/ 4 w 31"/>
                <a:gd name="T3" fmla="*/ 4 h 77"/>
                <a:gd name="T4" fmla="*/ 16 w 31"/>
                <a:gd name="T5" fmla="*/ 0 h 77"/>
                <a:gd name="T6" fmla="*/ 29 w 31"/>
                <a:gd name="T7" fmla="*/ 6 h 77"/>
                <a:gd name="T8" fmla="*/ 31 w 31"/>
                <a:gd name="T9" fmla="*/ 22 h 77"/>
                <a:gd name="T10" fmla="*/ 30 w 31"/>
                <a:gd name="T11" fmla="*/ 30 h 77"/>
                <a:gd name="T12" fmla="*/ 27 w 31"/>
                <a:gd name="T13" fmla="*/ 38 h 77"/>
                <a:gd name="T14" fmla="*/ 18 w 31"/>
                <a:gd name="T15" fmla="*/ 52 h 77"/>
                <a:gd name="T16" fmla="*/ 11 w 31"/>
                <a:gd name="T17" fmla="*/ 68 h 77"/>
                <a:gd name="T18" fmla="*/ 31 w 31"/>
                <a:gd name="T19" fmla="*/ 68 h 77"/>
                <a:gd name="T20" fmla="*/ 31 w 31"/>
                <a:gd name="T21" fmla="*/ 76 h 77"/>
                <a:gd name="T22" fmla="*/ 8 w 31"/>
                <a:gd name="T23" fmla="*/ 77 h 77"/>
                <a:gd name="T24" fmla="*/ 0 w 31"/>
                <a:gd name="T25" fmla="*/ 76 h 77"/>
                <a:gd name="T26" fmla="*/ 0 w 31"/>
                <a:gd name="T27" fmla="*/ 76 h 77"/>
                <a:gd name="T28" fmla="*/ 5 w 31"/>
                <a:gd name="T29" fmla="*/ 55 h 77"/>
                <a:gd name="T30" fmla="*/ 17 w 31"/>
                <a:gd name="T31" fmla="*/ 37 h 77"/>
                <a:gd name="T32" fmla="*/ 21 w 31"/>
                <a:gd name="T33" fmla="*/ 20 h 77"/>
                <a:gd name="T34" fmla="*/ 21 w 31"/>
                <a:gd name="T35" fmla="*/ 19 h 77"/>
                <a:gd name="T36" fmla="*/ 21 w 31"/>
                <a:gd name="T37" fmla="*/ 17 h 77"/>
                <a:gd name="T38" fmla="*/ 21 w 31"/>
                <a:gd name="T39" fmla="*/ 12 h 77"/>
                <a:gd name="T40" fmla="*/ 15 w 31"/>
                <a:gd name="T41" fmla="*/ 7 h 77"/>
                <a:gd name="T42" fmla="*/ 10 w 31"/>
                <a:gd name="T43" fmla="*/ 16 h 77"/>
                <a:gd name="T44" fmla="*/ 10 w 31"/>
                <a:gd name="T45" fmla="*/ 19 h 77"/>
                <a:gd name="T46" fmla="*/ 10 w 31"/>
                <a:gd name="T47" fmla="*/ 21 h 77"/>
                <a:gd name="T48" fmla="*/ 10 w 31"/>
                <a:gd name="T49" fmla="*/ 23 h 77"/>
                <a:gd name="T50" fmla="*/ 10 w 31"/>
                <a:gd name="T51" fmla="*/ 26 h 77"/>
                <a:gd name="T52" fmla="*/ 0 w 31"/>
                <a:gd name="T53" fmla="*/ 26 h 77"/>
                <a:gd name="T54" fmla="*/ 0 w 31"/>
                <a:gd name="T55" fmla="*/ 1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1" h="77">
                  <a:moveTo>
                    <a:pt x="0" y="16"/>
                  </a:moveTo>
                  <a:cubicBezTo>
                    <a:pt x="0" y="10"/>
                    <a:pt x="2" y="6"/>
                    <a:pt x="4" y="4"/>
                  </a:cubicBezTo>
                  <a:cubicBezTo>
                    <a:pt x="6" y="1"/>
                    <a:pt x="10" y="0"/>
                    <a:pt x="16" y="0"/>
                  </a:cubicBezTo>
                  <a:cubicBezTo>
                    <a:pt x="23" y="0"/>
                    <a:pt x="27" y="2"/>
                    <a:pt x="29" y="6"/>
                  </a:cubicBezTo>
                  <a:cubicBezTo>
                    <a:pt x="30" y="9"/>
                    <a:pt x="31" y="14"/>
                    <a:pt x="31" y="22"/>
                  </a:cubicBezTo>
                  <a:cubicBezTo>
                    <a:pt x="31" y="25"/>
                    <a:pt x="31" y="28"/>
                    <a:pt x="30" y="30"/>
                  </a:cubicBezTo>
                  <a:cubicBezTo>
                    <a:pt x="30" y="32"/>
                    <a:pt x="29" y="35"/>
                    <a:pt x="27" y="38"/>
                  </a:cubicBezTo>
                  <a:cubicBezTo>
                    <a:pt x="18" y="52"/>
                    <a:pt x="18" y="52"/>
                    <a:pt x="18" y="52"/>
                  </a:cubicBezTo>
                  <a:cubicBezTo>
                    <a:pt x="14" y="58"/>
                    <a:pt x="12" y="63"/>
                    <a:pt x="11" y="68"/>
                  </a:cubicBezTo>
                  <a:cubicBezTo>
                    <a:pt x="31" y="68"/>
                    <a:pt x="31" y="68"/>
                    <a:pt x="31" y="68"/>
                  </a:cubicBezTo>
                  <a:cubicBezTo>
                    <a:pt x="31" y="76"/>
                    <a:pt x="31" y="76"/>
                    <a:pt x="31" y="76"/>
                  </a:cubicBezTo>
                  <a:cubicBezTo>
                    <a:pt x="8" y="77"/>
                    <a:pt x="8" y="77"/>
                    <a:pt x="8" y="77"/>
                  </a:cubicBezTo>
                  <a:cubicBezTo>
                    <a:pt x="0" y="76"/>
                    <a:pt x="0" y="76"/>
                    <a:pt x="0" y="76"/>
                  </a:cubicBezTo>
                  <a:cubicBezTo>
                    <a:pt x="0" y="76"/>
                    <a:pt x="0" y="76"/>
                    <a:pt x="0" y="76"/>
                  </a:cubicBezTo>
                  <a:cubicBezTo>
                    <a:pt x="0" y="68"/>
                    <a:pt x="2" y="61"/>
                    <a:pt x="5" y="55"/>
                  </a:cubicBezTo>
                  <a:cubicBezTo>
                    <a:pt x="7" y="51"/>
                    <a:pt x="11" y="45"/>
                    <a:pt x="17" y="37"/>
                  </a:cubicBezTo>
                  <a:cubicBezTo>
                    <a:pt x="20" y="32"/>
                    <a:pt x="21" y="27"/>
                    <a:pt x="21" y="20"/>
                  </a:cubicBezTo>
                  <a:cubicBezTo>
                    <a:pt x="21" y="19"/>
                    <a:pt x="21" y="19"/>
                    <a:pt x="21" y="19"/>
                  </a:cubicBezTo>
                  <a:cubicBezTo>
                    <a:pt x="21" y="17"/>
                    <a:pt x="21" y="17"/>
                    <a:pt x="21" y="17"/>
                  </a:cubicBezTo>
                  <a:cubicBezTo>
                    <a:pt x="21" y="15"/>
                    <a:pt x="21" y="13"/>
                    <a:pt x="21" y="12"/>
                  </a:cubicBezTo>
                  <a:cubicBezTo>
                    <a:pt x="20" y="9"/>
                    <a:pt x="18" y="7"/>
                    <a:pt x="15" y="7"/>
                  </a:cubicBezTo>
                  <a:cubicBezTo>
                    <a:pt x="11" y="7"/>
                    <a:pt x="10" y="10"/>
                    <a:pt x="10" y="16"/>
                  </a:cubicBezTo>
                  <a:cubicBezTo>
                    <a:pt x="10" y="19"/>
                    <a:pt x="10" y="19"/>
                    <a:pt x="10" y="19"/>
                  </a:cubicBezTo>
                  <a:cubicBezTo>
                    <a:pt x="10" y="21"/>
                    <a:pt x="10" y="21"/>
                    <a:pt x="10" y="21"/>
                  </a:cubicBezTo>
                  <a:cubicBezTo>
                    <a:pt x="10" y="23"/>
                    <a:pt x="10" y="23"/>
                    <a:pt x="10" y="23"/>
                  </a:cubicBezTo>
                  <a:cubicBezTo>
                    <a:pt x="10" y="26"/>
                    <a:pt x="10" y="26"/>
                    <a:pt x="10" y="26"/>
                  </a:cubicBezTo>
                  <a:cubicBezTo>
                    <a:pt x="0" y="26"/>
                    <a:pt x="0" y="26"/>
                    <a:pt x="0" y="26"/>
                  </a:cubicBezTo>
                  <a:lnTo>
                    <a:pt x="0" y="16"/>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156" name="组合 155"/>
          <p:cNvGrpSpPr/>
          <p:nvPr/>
        </p:nvGrpSpPr>
        <p:grpSpPr>
          <a:xfrm>
            <a:off x="6917908" y="4037622"/>
            <a:ext cx="765449" cy="689380"/>
            <a:chOff x="5405438" y="6815138"/>
            <a:chExt cx="511175" cy="460375"/>
          </a:xfrm>
        </p:grpSpPr>
        <p:sp>
          <p:nvSpPr>
            <p:cNvPr id="157" name="Freeform 61"/>
            <p:cNvSpPr>
              <a:spLocks/>
            </p:cNvSpPr>
            <p:nvPr/>
          </p:nvSpPr>
          <p:spPr bwMode="auto">
            <a:xfrm>
              <a:off x="5424488" y="6821488"/>
              <a:ext cx="492125" cy="454025"/>
            </a:xfrm>
            <a:custGeom>
              <a:avLst/>
              <a:gdLst>
                <a:gd name="T0" fmla="*/ 140 w 310"/>
                <a:gd name="T1" fmla="*/ 286 h 286"/>
                <a:gd name="T2" fmla="*/ 0 w 310"/>
                <a:gd name="T3" fmla="*/ 172 h 286"/>
                <a:gd name="T4" fmla="*/ 2 w 310"/>
                <a:gd name="T5" fmla="*/ 12 h 286"/>
                <a:gd name="T6" fmla="*/ 57 w 310"/>
                <a:gd name="T7" fmla="*/ 7 h 286"/>
                <a:gd name="T8" fmla="*/ 88 w 310"/>
                <a:gd name="T9" fmla="*/ 41 h 286"/>
                <a:gd name="T10" fmla="*/ 97 w 310"/>
                <a:gd name="T11" fmla="*/ 7 h 286"/>
                <a:gd name="T12" fmla="*/ 135 w 310"/>
                <a:gd name="T13" fmla="*/ 0 h 286"/>
                <a:gd name="T14" fmla="*/ 310 w 310"/>
                <a:gd name="T15" fmla="*/ 150 h 286"/>
                <a:gd name="T16" fmla="*/ 140 w 310"/>
                <a:gd name="T17" fmla="*/ 286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0" h="286">
                  <a:moveTo>
                    <a:pt x="140" y="286"/>
                  </a:moveTo>
                  <a:lnTo>
                    <a:pt x="0" y="172"/>
                  </a:lnTo>
                  <a:lnTo>
                    <a:pt x="2" y="12"/>
                  </a:lnTo>
                  <a:lnTo>
                    <a:pt x="57" y="7"/>
                  </a:lnTo>
                  <a:lnTo>
                    <a:pt x="88" y="41"/>
                  </a:lnTo>
                  <a:lnTo>
                    <a:pt x="97" y="7"/>
                  </a:lnTo>
                  <a:lnTo>
                    <a:pt x="135" y="0"/>
                  </a:lnTo>
                  <a:lnTo>
                    <a:pt x="310" y="150"/>
                  </a:lnTo>
                  <a:lnTo>
                    <a:pt x="140" y="286"/>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8" name="Freeform 62"/>
            <p:cNvSpPr>
              <a:spLocks noEditPoints="1"/>
            </p:cNvSpPr>
            <p:nvPr/>
          </p:nvSpPr>
          <p:spPr bwMode="auto">
            <a:xfrm>
              <a:off x="5405438" y="6815138"/>
              <a:ext cx="117475" cy="290513"/>
            </a:xfrm>
            <a:custGeom>
              <a:avLst/>
              <a:gdLst>
                <a:gd name="T0" fmla="*/ 17 w 31"/>
                <a:gd name="T1" fmla="*/ 0 h 77"/>
                <a:gd name="T2" fmla="*/ 29 w 31"/>
                <a:gd name="T3" fmla="*/ 5 h 77"/>
                <a:gd name="T4" fmla="*/ 31 w 31"/>
                <a:gd name="T5" fmla="*/ 18 h 77"/>
                <a:gd name="T6" fmla="*/ 31 w 31"/>
                <a:gd name="T7" fmla="*/ 62 h 77"/>
                <a:gd name="T8" fmla="*/ 27 w 31"/>
                <a:gd name="T9" fmla="*/ 73 h 77"/>
                <a:gd name="T10" fmla="*/ 16 w 31"/>
                <a:gd name="T11" fmla="*/ 77 h 77"/>
                <a:gd name="T12" fmla="*/ 3 w 31"/>
                <a:gd name="T13" fmla="*/ 72 h 77"/>
                <a:gd name="T14" fmla="*/ 0 w 31"/>
                <a:gd name="T15" fmla="*/ 56 h 77"/>
                <a:gd name="T16" fmla="*/ 0 w 31"/>
                <a:gd name="T17" fmla="*/ 21 h 77"/>
                <a:gd name="T18" fmla="*/ 3 w 31"/>
                <a:gd name="T19" fmla="*/ 5 h 77"/>
                <a:gd name="T20" fmla="*/ 17 w 31"/>
                <a:gd name="T21" fmla="*/ 0 h 77"/>
                <a:gd name="T22" fmla="*/ 16 w 31"/>
                <a:gd name="T23" fmla="*/ 70 h 77"/>
                <a:gd name="T24" fmla="*/ 23 w 31"/>
                <a:gd name="T25" fmla="*/ 59 h 77"/>
                <a:gd name="T26" fmla="*/ 23 w 31"/>
                <a:gd name="T27" fmla="*/ 17 h 77"/>
                <a:gd name="T28" fmla="*/ 16 w 31"/>
                <a:gd name="T29" fmla="*/ 7 h 77"/>
                <a:gd name="T30" fmla="*/ 9 w 31"/>
                <a:gd name="T31" fmla="*/ 17 h 77"/>
                <a:gd name="T32" fmla="*/ 9 w 31"/>
                <a:gd name="T33" fmla="*/ 20 h 77"/>
                <a:gd name="T34" fmla="*/ 9 w 31"/>
                <a:gd name="T35" fmla="*/ 23 h 77"/>
                <a:gd name="T36" fmla="*/ 9 w 31"/>
                <a:gd name="T37" fmla="*/ 35 h 77"/>
                <a:gd name="T38" fmla="*/ 9 w 31"/>
                <a:gd name="T39" fmla="*/ 48 h 77"/>
                <a:gd name="T40" fmla="*/ 9 w 31"/>
                <a:gd name="T41" fmla="*/ 59 h 77"/>
                <a:gd name="T42" fmla="*/ 16 w 31"/>
                <a:gd name="T43" fmla="*/ 7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77">
                  <a:moveTo>
                    <a:pt x="17" y="0"/>
                  </a:moveTo>
                  <a:cubicBezTo>
                    <a:pt x="22" y="0"/>
                    <a:pt x="26" y="2"/>
                    <a:pt x="29" y="5"/>
                  </a:cubicBezTo>
                  <a:cubicBezTo>
                    <a:pt x="30" y="8"/>
                    <a:pt x="31" y="12"/>
                    <a:pt x="31" y="18"/>
                  </a:cubicBezTo>
                  <a:cubicBezTo>
                    <a:pt x="31" y="62"/>
                    <a:pt x="31" y="62"/>
                    <a:pt x="31" y="62"/>
                  </a:cubicBezTo>
                  <a:cubicBezTo>
                    <a:pt x="31" y="67"/>
                    <a:pt x="30" y="71"/>
                    <a:pt x="27" y="73"/>
                  </a:cubicBezTo>
                  <a:cubicBezTo>
                    <a:pt x="25" y="76"/>
                    <a:pt x="21" y="77"/>
                    <a:pt x="16" y="77"/>
                  </a:cubicBezTo>
                  <a:cubicBezTo>
                    <a:pt x="10" y="77"/>
                    <a:pt x="5" y="75"/>
                    <a:pt x="3" y="72"/>
                  </a:cubicBezTo>
                  <a:cubicBezTo>
                    <a:pt x="1" y="69"/>
                    <a:pt x="0" y="64"/>
                    <a:pt x="0" y="56"/>
                  </a:cubicBezTo>
                  <a:cubicBezTo>
                    <a:pt x="0" y="21"/>
                    <a:pt x="0" y="21"/>
                    <a:pt x="0" y="21"/>
                  </a:cubicBezTo>
                  <a:cubicBezTo>
                    <a:pt x="0" y="14"/>
                    <a:pt x="1" y="8"/>
                    <a:pt x="3" y="5"/>
                  </a:cubicBezTo>
                  <a:cubicBezTo>
                    <a:pt x="5" y="2"/>
                    <a:pt x="10" y="0"/>
                    <a:pt x="17" y="0"/>
                  </a:cubicBezTo>
                  <a:close/>
                  <a:moveTo>
                    <a:pt x="16" y="70"/>
                  </a:moveTo>
                  <a:cubicBezTo>
                    <a:pt x="20" y="70"/>
                    <a:pt x="23" y="66"/>
                    <a:pt x="23" y="59"/>
                  </a:cubicBezTo>
                  <a:cubicBezTo>
                    <a:pt x="23" y="17"/>
                    <a:pt x="23" y="17"/>
                    <a:pt x="23" y="17"/>
                  </a:cubicBezTo>
                  <a:cubicBezTo>
                    <a:pt x="23" y="10"/>
                    <a:pt x="20" y="7"/>
                    <a:pt x="16" y="7"/>
                  </a:cubicBezTo>
                  <a:cubicBezTo>
                    <a:pt x="12" y="7"/>
                    <a:pt x="9" y="10"/>
                    <a:pt x="9" y="17"/>
                  </a:cubicBezTo>
                  <a:cubicBezTo>
                    <a:pt x="9" y="20"/>
                    <a:pt x="9" y="20"/>
                    <a:pt x="9" y="20"/>
                  </a:cubicBezTo>
                  <a:cubicBezTo>
                    <a:pt x="9" y="23"/>
                    <a:pt x="9" y="23"/>
                    <a:pt x="9" y="23"/>
                  </a:cubicBezTo>
                  <a:cubicBezTo>
                    <a:pt x="9" y="35"/>
                    <a:pt x="9" y="35"/>
                    <a:pt x="9" y="35"/>
                  </a:cubicBezTo>
                  <a:cubicBezTo>
                    <a:pt x="9" y="48"/>
                    <a:pt x="9" y="48"/>
                    <a:pt x="9" y="48"/>
                  </a:cubicBezTo>
                  <a:cubicBezTo>
                    <a:pt x="9" y="59"/>
                    <a:pt x="9" y="59"/>
                    <a:pt x="9" y="59"/>
                  </a:cubicBezTo>
                  <a:cubicBezTo>
                    <a:pt x="9" y="66"/>
                    <a:pt x="12" y="70"/>
                    <a:pt x="16" y="70"/>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59" name="Freeform 63"/>
            <p:cNvSpPr>
              <a:spLocks/>
            </p:cNvSpPr>
            <p:nvPr/>
          </p:nvSpPr>
          <p:spPr bwMode="auto">
            <a:xfrm>
              <a:off x="5545138" y="6815138"/>
              <a:ext cx="112713" cy="290513"/>
            </a:xfrm>
            <a:custGeom>
              <a:avLst/>
              <a:gdLst>
                <a:gd name="T0" fmla="*/ 9 w 30"/>
                <a:gd name="T1" fmla="*/ 54 h 77"/>
                <a:gd name="T2" fmla="*/ 9 w 30"/>
                <a:gd name="T3" fmla="*/ 62 h 77"/>
                <a:gd name="T4" fmla="*/ 10 w 30"/>
                <a:gd name="T5" fmla="*/ 68 h 77"/>
                <a:gd name="T6" fmla="*/ 16 w 30"/>
                <a:gd name="T7" fmla="*/ 70 h 77"/>
                <a:gd name="T8" fmla="*/ 21 w 30"/>
                <a:gd name="T9" fmla="*/ 65 h 77"/>
                <a:gd name="T10" fmla="*/ 21 w 30"/>
                <a:gd name="T11" fmla="*/ 58 h 77"/>
                <a:gd name="T12" fmla="*/ 21 w 30"/>
                <a:gd name="T13" fmla="*/ 52 h 77"/>
                <a:gd name="T14" fmla="*/ 20 w 30"/>
                <a:gd name="T15" fmla="*/ 43 h 77"/>
                <a:gd name="T16" fmla="*/ 12 w 30"/>
                <a:gd name="T17" fmla="*/ 39 h 77"/>
                <a:gd name="T18" fmla="*/ 10 w 30"/>
                <a:gd name="T19" fmla="*/ 39 h 77"/>
                <a:gd name="T20" fmla="*/ 7 w 30"/>
                <a:gd name="T21" fmla="*/ 40 h 77"/>
                <a:gd name="T22" fmla="*/ 7 w 30"/>
                <a:gd name="T23" fmla="*/ 31 h 77"/>
                <a:gd name="T24" fmla="*/ 9 w 30"/>
                <a:gd name="T25" fmla="*/ 31 h 77"/>
                <a:gd name="T26" fmla="*/ 19 w 30"/>
                <a:gd name="T27" fmla="*/ 22 h 77"/>
                <a:gd name="T28" fmla="*/ 19 w 30"/>
                <a:gd name="T29" fmla="*/ 14 h 77"/>
                <a:gd name="T30" fmla="*/ 14 w 30"/>
                <a:gd name="T31" fmla="*/ 7 h 77"/>
                <a:gd name="T32" fmla="*/ 9 w 30"/>
                <a:gd name="T33" fmla="*/ 15 h 77"/>
                <a:gd name="T34" fmla="*/ 9 w 30"/>
                <a:gd name="T35" fmla="*/ 17 h 77"/>
                <a:gd name="T36" fmla="*/ 9 w 30"/>
                <a:gd name="T37" fmla="*/ 19 h 77"/>
                <a:gd name="T38" fmla="*/ 0 w 30"/>
                <a:gd name="T39" fmla="*/ 19 h 77"/>
                <a:gd name="T40" fmla="*/ 0 w 30"/>
                <a:gd name="T41" fmla="*/ 12 h 77"/>
                <a:gd name="T42" fmla="*/ 15 w 30"/>
                <a:gd name="T43" fmla="*/ 0 h 77"/>
                <a:gd name="T44" fmla="*/ 29 w 30"/>
                <a:gd name="T45" fmla="*/ 13 h 77"/>
                <a:gd name="T46" fmla="*/ 29 w 30"/>
                <a:gd name="T47" fmla="*/ 17 h 77"/>
                <a:gd name="T48" fmla="*/ 29 w 30"/>
                <a:gd name="T49" fmla="*/ 20 h 77"/>
                <a:gd name="T50" fmla="*/ 22 w 30"/>
                <a:gd name="T51" fmla="*/ 34 h 77"/>
                <a:gd name="T52" fmla="*/ 28 w 30"/>
                <a:gd name="T53" fmla="*/ 39 h 77"/>
                <a:gd name="T54" fmla="*/ 30 w 30"/>
                <a:gd name="T55" fmla="*/ 48 h 77"/>
                <a:gd name="T56" fmla="*/ 30 w 30"/>
                <a:gd name="T57" fmla="*/ 64 h 77"/>
                <a:gd name="T58" fmla="*/ 14 w 30"/>
                <a:gd name="T59" fmla="*/ 77 h 77"/>
                <a:gd name="T60" fmla="*/ 0 w 30"/>
                <a:gd name="T61" fmla="*/ 64 h 77"/>
                <a:gd name="T62" fmla="*/ 0 w 30"/>
                <a:gd name="T63" fmla="*/ 54 h 77"/>
                <a:gd name="T64" fmla="*/ 9 w 30"/>
                <a:gd name="T65" fmla="*/ 5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 h="77">
                  <a:moveTo>
                    <a:pt x="9" y="54"/>
                  </a:moveTo>
                  <a:cubicBezTo>
                    <a:pt x="9" y="62"/>
                    <a:pt x="9" y="62"/>
                    <a:pt x="9" y="62"/>
                  </a:cubicBezTo>
                  <a:cubicBezTo>
                    <a:pt x="9" y="65"/>
                    <a:pt x="9" y="67"/>
                    <a:pt x="10" y="68"/>
                  </a:cubicBezTo>
                  <a:cubicBezTo>
                    <a:pt x="11" y="69"/>
                    <a:pt x="13" y="70"/>
                    <a:pt x="16" y="70"/>
                  </a:cubicBezTo>
                  <a:cubicBezTo>
                    <a:pt x="18" y="70"/>
                    <a:pt x="20" y="68"/>
                    <a:pt x="21" y="65"/>
                  </a:cubicBezTo>
                  <a:cubicBezTo>
                    <a:pt x="21" y="64"/>
                    <a:pt x="21" y="62"/>
                    <a:pt x="21" y="58"/>
                  </a:cubicBezTo>
                  <a:cubicBezTo>
                    <a:pt x="21" y="52"/>
                    <a:pt x="21" y="52"/>
                    <a:pt x="21" y="52"/>
                  </a:cubicBezTo>
                  <a:cubicBezTo>
                    <a:pt x="21" y="48"/>
                    <a:pt x="21" y="45"/>
                    <a:pt x="20" y="43"/>
                  </a:cubicBezTo>
                  <a:cubicBezTo>
                    <a:pt x="18" y="41"/>
                    <a:pt x="16" y="39"/>
                    <a:pt x="12" y="39"/>
                  </a:cubicBezTo>
                  <a:cubicBezTo>
                    <a:pt x="11" y="39"/>
                    <a:pt x="11" y="39"/>
                    <a:pt x="10" y="39"/>
                  </a:cubicBezTo>
                  <a:cubicBezTo>
                    <a:pt x="9" y="39"/>
                    <a:pt x="8" y="40"/>
                    <a:pt x="7" y="40"/>
                  </a:cubicBezTo>
                  <a:cubicBezTo>
                    <a:pt x="7" y="31"/>
                    <a:pt x="7" y="31"/>
                    <a:pt x="7" y="31"/>
                  </a:cubicBezTo>
                  <a:cubicBezTo>
                    <a:pt x="9" y="31"/>
                    <a:pt x="9" y="31"/>
                    <a:pt x="9" y="31"/>
                  </a:cubicBezTo>
                  <a:cubicBezTo>
                    <a:pt x="16" y="31"/>
                    <a:pt x="19" y="28"/>
                    <a:pt x="19" y="22"/>
                  </a:cubicBezTo>
                  <a:cubicBezTo>
                    <a:pt x="19" y="14"/>
                    <a:pt x="19" y="14"/>
                    <a:pt x="19" y="14"/>
                  </a:cubicBezTo>
                  <a:cubicBezTo>
                    <a:pt x="19" y="9"/>
                    <a:pt x="18" y="7"/>
                    <a:pt x="14" y="7"/>
                  </a:cubicBezTo>
                  <a:cubicBezTo>
                    <a:pt x="11" y="7"/>
                    <a:pt x="9" y="10"/>
                    <a:pt x="9" y="15"/>
                  </a:cubicBezTo>
                  <a:cubicBezTo>
                    <a:pt x="9" y="17"/>
                    <a:pt x="9" y="17"/>
                    <a:pt x="9" y="17"/>
                  </a:cubicBezTo>
                  <a:cubicBezTo>
                    <a:pt x="9" y="19"/>
                    <a:pt x="9" y="19"/>
                    <a:pt x="9" y="19"/>
                  </a:cubicBezTo>
                  <a:cubicBezTo>
                    <a:pt x="0" y="19"/>
                    <a:pt x="0" y="19"/>
                    <a:pt x="0" y="19"/>
                  </a:cubicBezTo>
                  <a:cubicBezTo>
                    <a:pt x="0" y="12"/>
                    <a:pt x="0" y="12"/>
                    <a:pt x="0" y="12"/>
                  </a:cubicBezTo>
                  <a:cubicBezTo>
                    <a:pt x="0" y="4"/>
                    <a:pt x="5" y="0"/>
                    <a:pt x="15" y="0"/>
                  </a:cubicBezTo>
                  <a:cubicBezTo>
                    <a:pt x="24" y="0"/>
                    <a:pt x="29" y="4"/>
                    <a:pt x="29" y="13"/>
                  </a:cubicBezTo>
                  <a:cubicBezTo>
                    <a:pt x="29" y="17"/>
                    <a:pt x="29" y="17"/>
                    <a:pt x="29" y="17"/>
                  </a:cubicBezTo>
                  <a:cubicBezTo>
                    <a:pt x="29" y="20"/>
                    <a:pt x="29" y="20"/>
                    <a:pt x="29" y="20"/>
                  </a:cubicBezTo>
                  <a:cubicBezTo>
                    <a:pt x="29" y="27"/>
                    <a:pt x="26" y="31"/>
                    <a:pt x="22" y="34"/>
                  </a:cubicBezTo>
                  <a:cubicBezTo>
                    <a:pt x="25" y="35"/>
                    <a:pt x="27" y="36"/>
                    <a:pt x="28" y="39"/>
                  </a:cubicBezTo>
                  <a:cubicBezTo>
                    <a:pt x="29" y="41"/>
                    <a:pt x="30" y="44"/>
                    <a:pt x="30" y="48"/>
                  </a:cubicBezTo>
                  <a:cubicBezTo>
                    <a:pt x="30" y="64"/>
                    <a:pt x="30" y="64"/>
                    <a:pt x="30" y="64"/>
                  </a:cubicBezTo>
                  <a:cubicBezTo>
                    <a:pt x="30" y="73"/>
                    <a:pt x="25" y="77"/>
                    <a:pt x="14" y="77"/>
                  </a:cubicBezTo>
                  <a:cubicBezTo>
                    <a:pt x="5" y="77"/>
                    <a:pt x="0" y="73"/>
                    <a:pt x="0" y="64"/>
                  </a:cubicBezTo>
                  <a:cubicBezTo>
                    <a:pt x="0" y="54"/>
                    <a:pt x="0" y="54"/>
                    <a:pt x="0" y="54"/>
                  </a:cubicBezTo>
                  <a:lnTo>
                    <a:pt x="9" y="54"/>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160" name="组合 159"/>
          <p:cNvGrpSpPr/>
          <p:nvPr/>
        </p:nvGrpSpPr>
        <p:grpSpPr>
          <a:xfrm>
            <a:off x="6911964" y="5319778"/>
            <a:ext cx="777336" cy="691757"/>
            <a:chOff x="688976" y="7240588"/>
            <a:chExt cx="519113" cy="461963"/>
          </a:xfrm>
        </p:grpSpPr>
        <p:sp>
          <p:nvSpPr>
            <p:cNvPr id="161" name="Freeform 64"/>
            <p:cNvSpPr>
              <a:spLocks/>
            </p:cNvSpPr>
            <p:nvPr/>
          </p:nvSpPr>
          <p:spPr bwMode="auto">
            <a:xfrm>
              <a:off x="708026" y="7245351"/>
              <a:ext cx="500063" cy="457200"/>
            </a:xfrm>
            <a:custGeom>
              <a:avLst/>
              <a:gdLst>
                <a:gd name="T0" fmla="*/ 140 w 315"/>
                <a:gd name="T1" fmla="*/ 288 h 288"/>
                <a:gd name="T2" fmla="*/ 0 w 315"/>
                <a:gd name="T3" fmla="*/ 176 h 288"/>
                <a:gd name="T4" fmla="*/ 2 w 315"/>
                <a:gd name="T5" fmla="*/ 14 h 288"/>
                <a:gd name="T6" fmla="*/ 57 w 315"/>
                <a:gd name="T7" fmla="*/ 9 h 288"/>
                <a:gd name="T8" fmla="*/ 97 w 315"/>
                <a:gd name="T9" fmla="*/ 57 h 288"/>
                <a:gd name="T10" fmla="*/ 113 w 315"/>
                <a:gd name="T11" fmla="*/ 9 h 288"/>
                <a:gd name="T12" fmla="*/ 140 w 315"/>
                <a:gd name="T13" fmla="*/ 0 h 288"/>
                <a:gd name="T14" fmla="*/ 315 w 315"/>
                <a:gd name="T15" fmla="*/ 150 h 288"/>
                <a:gd name="T16" fmla="*/ 140 w 315"/>
                <a:gd name="T17" fmla="*/ 288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5" h="288">
                  <a:moveTo>
                    <a:pt x="140" y="288"/>
                  </a:moveTo>
                  <a:lnTo>
                    <a:pt x="0" y="176"/>
                  </a:lnTo>
                  <a:lnTo>
                    <a:pt x="2" y="14"/>
                  </a:lnTo>
                  <a:lnTo>
                    <a:pt x="57" y="9"/>
                  </a:lnTo>
                  <a:lnTo>
                    <a:pt x="97" y="57"/>
                  </a:lnTo>
                  <a:lnTo>
                    <a:pt x="113" y="9"/>
                  </a:lnTo>
                  <a:lnTo>
                    <a:pt x="140" y="0"/>
                  </a:lnTo>
                  <a:lnTo>
                    <a:pt x="315" y="150"/>
                  </a:lnTo>
                  <a:lnTo>
                    <a:pt x="140" y="288"/>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2" name="Freeform 65"/>
            <p:cNvSpPr>
              <a:spLocks noEditPoints="1"/>
            </p:cNvSpPr>
            <p:nvPr/>
          </p:nvSpPr>
          <p:spPr bwMode="auto">
            <a:xfrm>
              <a:off x="688976" y="7240588"/>
              <a:ext cx="115888" cy="295275"/>
            </a:xfrm>
            <a:custGeom>
              <a:avLst/>
              <a:gdLst>
                <a:gd name="T0" fmla="*/ 17 w 31"/>
                <a:gd name="T1" fmla="*/ 0 h 78"/>
                <a:gd name="T2" fmla="*/ 29 w 31"/>
                <a:gd name="T3" fmla="*/ 5 h 78"/>
                <a:gd name="T4" fmla="*/ 31 w 31"/>
                <a:gd name="T5" fmla="*/ 18 h 78"/>
                <a:gd name="T6" fmla="*/ 31 w 31"/>
                <a:gd name="T7" fmla="*/ 63 h 78"/>
                <a:gd name="T8" fmla="*/ 27 w 31"/>
                <a:gd name="T9" fmla="*/ 74 h 78"/>
                <a:gd name="T10" fmla="*/ 16 w 31"/>
                <a:gd name="T11" fmla="*/ 78 h 78"/>
                <a:gd name="T12" fmla="*/ 3 w 31"/>
                <a:gd name="T13" fmla="*/ 72 h 78"/>
                <a:gd name="T14" fmla="*/ 0 w 31"/>
                <a:gd name="T15" fmla="*/ 57 h 78"/>
                <a:gd name="T16" fmla="*/ 0 w 31"/>
                <a:gd name="T17" fmla="*/ 21 h 78"/>
                <a:gd name="T18" fmla="*/ 3 w 31"/>
                <a:gd name="T19" fmla="*/ 6 h 78"/>
                <a:gd name="T20" fmla="*/ 17 w 31"/>
                <a:gd name="T21" fmla="*/ 0 h 78"/>
                <a:gd name="T22" fmla="*/ 16 w 31"/>
                <a:gd name="T23" fmla="*/ 70 h 78"/>
                <a:gd name="T24" fmla="*/ 23 w 31"/>
                <a:gd name="T25" fmla="*/ 60 h 78"/>
                <a:gd name="T26" fmla="*/ 23 w 31"/>
                <a:gd name="T27" fmla="*/ 17 h 78"/>
                <a:gd name="T28" fmla="*/ 16 w 31"/>
                <a:gd name="T29" fmla="*/ 7 h 78"/>
                <a:gd name="T30" fmla="*/ 9 w 31"/>
                <a:gd name="T31" fmla="*/ 17 h 78"/>
                <a:gd name="T32" fmla="*/ 9 w 31"/>
                <a:gd name="T33" fmla="*/ 20 h 78"/>
                <a:gd name="T34" fmla="*/ 9 w 31"/>
                <a:gd name="T35" fmla="*/ 23 h 78"/>
                <a:gd name="T36" fmla="*/ 9 w 31"/>
                <a:gd name="T37" fmla="*/ 36 h 78"/>
                <a:gd name="T38" fmla="*/ 9 w 31"/>
                <a:gd name="T39" fmla="*/ 48 h 78"/>
                <a:gd name="T40" fmla="*/ 9 w 31"/>
                <a:gd name="T41" fmla="*/ 59 h 78"/>
                <a:gd name="T42" fmla="*/ 16 w 31"/>
                <a:gd name="T43" fmla="*/ 7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78">
                  <a:moveTo>
                    <a:pt x="17" y="0"/>
                  </a:moveTo>
                  <a:cubicBezTo>
                    <a:pt x="22" y="0"/>
                    <a:pt x="26" y="2"/>
                    <a:pt x="29" y="5"/>
                  </a:cubicBezTo>
                  <a:cubicBezTo>
                    <a:pt x="31" y="8"/>
                    <a:pt x="31" y="12"/>
                    <a:pt x="31" y="18"/>
                  </a:cubicBezTo>
                  <a:cubicBezTo>
                    <a:pt x="31" y="63"/>
                    <a:pt x="31" y="63"/>
                    <a:pt x="31" y="63"/>
                  </a:cubicBezTo>
                  <a:cubicBezTo>
                    <a:pt x="31" y="67"/>
                    <a:pt x="30" y="71"/>
                    <a:pt x="27" y="74"/>
                  </a:cubicBezTo>
                  <a:cubicBezTo>
                    <a:pt x="25" y="76"/>
                    <a:pt x="21" y="78"/>
                    <a:pt x="16" y="78"/>
                  </a:cubicBezTo>
                  <a:cubicBezTo>
                    <a:pt x="10" y="78"/>
                    <a:pt x="5" y="76"/>
                    <a:pt x="3" y="72"/>
                  </a:cubicBezTo>
                  <a:cubicBezTo>
                    <a:pt x="1" y="69"/>
                    <a:pt x="0" y="64"/>
                    <a:pt x="0" y="57"/>
                  </a:cubicBezTo>
                  <a:cubicBezTo>
                    <a:pt x="0" y="21"/>
                    <a:pt x="0" y="21"/>
                    <a:pt x="0" y="21"/>
                  </a:cubicBezTo>
                  <a:cubicBezTo>
                    <a:pt x="0" y="14"/>
                    <a:pt x="1" y="9"/>
                    <a:pt x="3" y="6"/>
                  </a:cubicBezTo>
                  <a:cubicBezTo>
                    <a:pt x="5" y="2"/>
                    <a:pt x="10" y="0"/>
                    <a:pt x="17" y="0"/>
                  </a:cubicBezTo>
                  <a:close/>
                  <a:moveTo>
                    <a:pt x="16" y="70"/>
                  </a:moveTo>
                  <a:cubicBezTo>
                    <a:pt x="20" y="70"/>
                    <a:pt x="23" y="67"/>
                    <a:pt x="23" y="60"/>
                  </a:cubicBezTo>
                  <a:cubicBezTo>
                    <a:pt x="23" y="17"/>
                    <a:pt x="23" y="17"/>
                    <a:pt x="23" y="17"/>
                  </a:cubicBezTo>
                  <a:cubicBezTo>
                    <a:pt x="23" y="11"/>
                    <a:pt x="20" y="7"/>
                    <a:pt x="16" y="7"/>
                  </a:cubicBezTo>
                  <a:cubicBezTo>
                    <a:pt x="12" y="7"/>
                    <a:pt x="9" y="11"/>
                    <a:pt x="9" y="17"/>
                  </a:cubicBezTo>
                  <a:cubicBezTo>
                    <a:pt x="9" y="20"/>
                    <a:pt x="9" y="20"/>
                    <a:pt x="9" y="20"/>
                  </a:cubicBezTo>
                  <a:cubicBezTo>
                    <a:pt x="9" y="23"/>
                    <a:pt x="9" y="23"/>
                    <a:pt x="9" y="23"/>
                  </a:cubicBezTo>
                  <a:cubicBezTo>
                    <a:pt x="9" y="36"/>
                    <a:pt x="9" y="36"/>
                    <a:pt x="9" y="36"/>
                  </a:cubicBezTo>
                  <a:cubicBezTo>
                    <a:pt x="9" y="48"/>
                    <a:pt x="9" y="48"/>
                    <a:pt x="9" y="48"/>
                  </a:cubicBezTo>
                  <a:cubicBezTo>
                    <a:pt x="9" y="59"/>
                    <a:pt x="9" y="59"/>
                    <a:pt x="9" y="59"/>
                  </a:cubicBezTo>
                  <a:cubicBezTo>
                    <a:pt x="9" y="67"/>
                    <a:pt x="12" y="70"/>
                    <a:pt x="16" y="70"/>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63" name="Freeform 66"/>
            <p:cNvSpPr>
              <a:spLocks noEditPoints="1"/>
            </p:cNvSpPr>
            <p:nvPr/>
          </p:nvSpPr>
          <p:spPr bwMode="auto">
            <a:xfrm>
              <a:off x="817563" y="7245351"/>
              <a:ext cx="134938" cy="287338"/>
            </a:xfrm>
            <a:custGeom>
              <a:avLst/>
              <a:gdLst>
                <a:gd name="T0" fmla="*/ 17 w 36"/>
                <a:gd name="T1" fmla="*/ 0 h 76"/>
                <a:gd name="T2" fmla="*/ 30 w 36"/>
                <a:gd name="T3" fmla="*/ 0 h 76"/>
                <a:gd name="T4" fmla="*/ 30 w 36"/>
                <a:gd name="T5" fmla="*/ 51 h 76"/>
                <a:gd name="T6" fmla="*/ 36 w 36"/>
                <a:gd name="T7" fmla="*/ 51 h 76"/>
                <a:gd name="T8" fmla="*/ 36 w 36"/>
                <a:gd name="T9" fmla="*/ 58 h 76"/>
                <a:gd name="T10" fmla="*/ 30 w 36"/>
                <a:gd name="T11" fmla="*/ 58 h 76"/>
                <a:gd name="T12" fmla="*/ 30 w 36"/>
                <a:gd name="T13" fmla="*/ 76 h 76"/>
                <a:gd name="T14" fmla="*/ 21 w 36"/>
                <a:gd name="T15" fmla="*/ 76 h 76"/>
                <a:gd name="T16" fmla="*/ 21 w 36"/>
                <a:gd name="T17" fmla="*/ 58 h 76"/>
                <a:gd name="T18" fmla="*/ 0 w 36"/>
                <a:gd name="T19" fmla="*/ 58 h 76"/>
                <a:gd name="T20" fmla="*/ 0 w 36"/>
                <a:gd name="T21" fmla="*/ 51 h 76"/>
                <a:gd name="T22" fmla="*/ 17 w 36"/>
                <a:gd name="T23" fmla="*/ 0 h 76"/>
                <a:gd name="T24" fmla="*/ 21 w 36"/>
                <a:gd name="T25" fmla="*/ 51 h 76"/>
                <a:gd name="T26" fmla="*/ 21 w 36"/>
                <a:gd name="T27" fmla="*/ 11 h 76"/>
                <a:gd name="T28" fmla="*/ 15 w 36"/>
                <a:gd name="T29" fmla="*/ 31 h 76"/>
                <a:gd name="T30" fmla="*/ 9 w 36"/>
                <a:gd name="T31" fmla="*/ 51 h 76"/>
                <a:gd name="T32" fmla="*/ 21 w 36"/>
                <a:gd name="T33" fmla="*/ 5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6" h="76">
                  <a:moveTo>
                    <a:pt x="17" y="0"/>
                  </a:moveTo>
                  <a:cubicBezTo>
                    <a:pt x="30" y="0"/>
                    <a:pt x="30" y="0"/>
                    <a:pt x="30" y="0"/>
                  </a:cubicBezTo>
                  <a:cubicBezTo>
                    <a:pt x="30" y="51"/>
                    <a:pt x="30" y="51"/>
                    <a:pt x="30" y="51"/>
                  </a:cubicBezTo>
                  <a:cubicBezTo>
                    <a:pt x="36" y="51"/>
                    <a:pt x="36" y="51"/>
                    <a:pt x="36" y="51"/>
                  </a:cubicBezTo>
                  <a:cubicBezTo>
                    <a:pt x="36" y="58"/>
                    <a:pt x="36" y="58"/>
                    <a:pt x="36" y="58"/>
                  </a:cubicBezTo>
                  <a:cubicBezTo>
                    <a:pt x="30" y="58"/>
                    <a:pt x="30" y="58"/>
                    <a:pt x="30" y="58"/>
                  </a:cubicBezTo>
                  <a:cubicBezTo>
                    <a:pt x="30" y="76"/>
                    <a:pt x="30" y="76"/>
                    <a:pt x="30" y="76"/>
                  </a:cubicBezTo>
                  <a:cubicBezTo>
                    <a:pt x="21" y="76"/>
                    <a:pt x="21" y="76"/>
                    <a:pt x="21" y="76"/>
                  </a:cubicBezTo>
                  <a:cubicBezTo>
                    <a:pt x="21" y="58"/>
                    <a:pt x="21" y="58"/>
                    <a:pt x="21" y="58"/>
                  </a:cubicBezTo>
                  <a:cubicBezTo>
                    <a:pt x="0" y="58"/>
                    <a:pt x="0" y="58"/>
                    <a:pt x="0" y="58"/>
                  </a:cubicBezTo>
                  <a:cubicBezTo>
                    <a:pt x="0" y="51"/>
                    <a:pt x="0" y="51"/>
                    <a:pt x="0" y="51"/>
                  </a:cubicBezTo>
                  <a:lnTo>
                    <a:pt x="17" y="0"/>
                  </a:lnTo>
                  <a:close/>
                  <a:moveTo>
                    <a:pt x="21" y="51"/>
                  </a:moveTo>
                  <a:cubicBezTo>
                    <a:pt x="21" y="11"/>
                    <a:pt x="21" y="11"/>
                    <a:pt x="21" y="11"/>
                  </a:cubicBezTo>
                  <a:cubicBezTo>
                    <a:pt x="20" y="15"/>
                    <a:pt x="17" y="22"/>
                    <a:pt x="15" y="31"/>
                  </a:cubicBezTo>
                  <a:cubicBezTo>
                    <a:pt x="12" y="40"/>
                    <a:pt x="10" y="47"/>
                    <a:pt x="9" y="51"/>
                  </a:cubicBezTo>
                  <a:lnTo>
                    <a:pt x="21" y="51"/>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sp>
        <p:nvSpPr>
          <p:cNvPr id="56" name="文本框 55"/>
          <p:cNvSpPr txBox="1"/>
          <p:nvPr/>
        </p:nvSpPr>
        <p:spPr>
          <a:xfrm>
            <a:off x="6788838" y="1161051"/>
            <a:ext cx="710451" cy="369332"/>
          </a:xfrm>
          <a:prstGeom prst="rect">
            <a:avLst/>
          </a:prstGeom>
          <a:noFill/>
        </p:spPr>
        <p:txBody>
          <a:bodyPr wrap="none" rtlCol="0">
            <a:spAutoFit/>
          </a:bodyPr>
          <a:lstStyle/>
          <a:p>
            <a:r>
              <a:rPr lang="en-US" altLang="zh-CN" dirty="0">
                <a:solidFill>
                  <a:schemeClr val="bg1"/>
                </a:solidFill>
                <a:latin typeface="Agency FB" panose="020B0503020202020204" pitchFamily="34" charset="0"/>
              </a:rPr>
              <a:t>OPTION</a:t>
            </a:r>
            <a:endParaRPr lang="zh-CN" altLang="en-US" dirty="0">
              <a:solidFill>
                <a:schemeClr val="bg1"/>
              </a:solidFill>
              <a:latin typeface="Agency FB" panose="020B0503020202020204" pitchFamily="34" charset="0"/>
            </a:endParaRPr>
          </a:p>
        </p:txBody>
      </p:sp>
      <p:sp>
        <p:nvSpPr>
          <p:cNvPr id="166" name="文本框 165"/>
          <p:cNvSpPr txBox="1"/>
          <p:nvPr/>
        </p:nvSpPr>
        <p:spPr>
          <a:xfrm>
            <a:off x="6788838" y="2445942"/>
            <a:ext cx="710451" cy="369332"/>
          </a:xfrm>
          <a:prstGeom prst="rect">
            <a:avLst/>
          </a:prstGeom>
          <a:noFill/>
        </p:spPr>
        <p:txBody>
          <a:bodyPr wrap="none" rtlCol="0">
            <a:spAutoFit/>
          </a:bodyPr>
          <a:lstStyle/>
          <a:p>
            <a:r>
              <a:rPr lang="en-US" altLang="zh-CN" dirty="0">
                <a:solidFill>
                  <a:schemeClr val="bg1"/>
                </a:solidFill>
                <a:latin typeface="Agency FB" panose="020B0503020202020204" pitchFamily="34" charset="0"/>
              </a:rPr>
              <a:t>OPTION</a:t>
            </a:r>
            <a:endParaRPr lang="zh-CN" altLang="en-US" dirty="0">
              <a:solidFill>
                <a:schemeClr val="bg1"/>
              </a:solidFill>
              <a:latin typeface="Agency FB" panose="020B0503020202020204" pitchFamily="34" charset="0"/>
            </a:endParaRPr>
          </a:p>
        </p:txBody>
      </p:sp>
      <p:sp>
        <p:nvSpPr>
          <p:cNvPr id="167" name="文本框 166"/>
          <p:cNvSpPr txBox="1"/>
          <p:nvPr/>
        </p:nvSpPr>
        <p:spPr>
          <a:xfrm>
            <a:off x="6788838" y="3730833"/>
            <a:ext cx="710451" cy="369332"/>
          </a:xfrm>
          <a:prstGeom prst="rect">
            <a:avLst/>
          </a:prstGeom>
          <a:noFill/>
        </p:spPr>
        <p:txBody>
          <a:bodyPr wrap="none" rtlCol="0">
            <a:spAutoFit/>
          </a:bodyPr>
          <a:lstStyle/>
          <a:p>
            <a:r>
              <a:rPr lang="en-US" altLang="zh-CN" dirty="0">
                <a:solidFill>
                  <a:schemeClr val="bg1"/>
                </a:solidFill>
                <a:latin typeface="Agency FB" panose="020B0503020202020204" pitchFamily="34" charset="0"/>
              </a:rPr>
              <a:t>OPTION</a:t>
            </a:r>
            <a:endParaRPr lang="zh-CN" altLang="en-US" dirty="0">
              <a:solidFill>
                <a:schemeClr val="bg1"/>
              </a:solidFill>
              <a:latin typeface="Agency FB" panose="020B0503020202020204" pitchFamily="34" charset="0"/>
            </a:endParaRPr>
          </a:p>
        </p:txBody>
      </p:sp>
      <p:sp>
        <p:nvSpPr>
          <p:cNvPr id="168" name="文本框 167"/>
          <p:cNvSpPr txBox="1"/>
          <p:nvPr/>
        </p:nvSpPr>
        <p:spPr>
          <a:xfrm>
            <a:off x="6788838" y="5015724"/>
            <a:ext cx="710451" cy="369332"/>
          </a:xfrm>
          <a:prstGeom prst="rect">
            <a:avLst/>
          </a:prstGeom>
          <a:noFill/>
        </p:spPr>
        <p:txBody>
          <a:bodyPr wrap="none" rtlCol="0">
            <a:spAutoFit/>
          </a:bodyPr>
          <a:lstStyle/>
          <a:p>
            <a:r>
              <a:rPr lang="en-US" altLang="zh-CN" dirty="0">
                <a:solidFill>
                  <a:schemeClr val="bg1"/>
                </a:solidFill>
                <a:latin typeface="Agency FB" panose="020B0503020202020204" pitchFamily="34" charset="0"/>
              </a:rPr>
              <a:t>OPTION</a:t>
            </a:r>
            <a:endParaRPr lang="zh-CN" altLang="en-US" dirty="0">
              <a:solidFill>
                <a:schemeClr val="bg1"/>
              </a:solidFill>
              <a:latin typeface="Agency FB" panose="020B0503020202020204" pitchFamily="34" charset="0"/>
            </a:endParaRPr>
          </a:p>
        </p:txBody>
      </p:sp>
      <p:sp>
        <p:nvSpPr>
          <p:cNvPr id="169" name="文本框 168"/>
          <p:cNvSpPr txBox="1"/>
          <p:nvPr/>
        </p:nvSpPr>
        <p:spPr>
          <a:xfrm>
            <a:off x="8115926" y="1168567"/>
            <a:ext cx="1837813"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a:t>
            </a:r>
          </a:p>
        </p:txBody>
      </p:sp>
      <p:sp>
        <p:nvSpPr>
          <p:cNvPr id="170" name="文本框 169"/>
          <p:cNvSpPr txBox="1"/>
          <p:nvPr/>
        </p:nvSpPr>
        <p:spPr>
          <a:xfrm>
            <a:off x="8115926" y="2441902"/>
            <a:ext cx="1837813"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a:t>
            </a:r>
          </a:p>
        </p:txBody>
      </p:sp>
      <p:sp>
        <p:nvSpPr>
          <p:cNvPr id="171" name="文本框 170"/>
          <p:cNvSpPr txBox="1"/>
          <p:nvPr/>
        </p:nvSpPr>
        <p:spPr>
          <a:xfrm>
            <a:off x="8115926" y="3715237"/>
            <a:ext cx="1837813"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a:t>
            </a:r>
          </a:p>
        </p:txBody>
      </p:sp>
      <p:sp>
        <p:nvSpPr>
          <p:cNvPr id="172" name="文本框 171"/>
          <p:cNvSpPr txBox="1"/>
          <p:nvPr/>
        </p:nvSpPr>
        <p:spPr>
          <a:xfrm>
            <a:off x="8115926" y="4988573"/>
            <a:ext cx="1837813"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a:t>
            </a:r>
          </a:p>
        </p:txBody>
      </p:sp>
      <p:grpSp>
        <p:nvGrpSpPr>
          <p:cNvPr id="90" name="组合 89"/>
          <p:cNvGrpSpPr/>
          <p:nvPr/>
        </p:nvGrpSpPr>
        <p:grpSpPr>
          <a:xfrm>
            <a:off x="10548090" y="1155702"/>
            <a:ext cx="999587" cy="975145"/>
            <a:chOff x="3251200" y="2600325"/>
            <a:chExt cx="1882776" cy="1836738"/>
          </a:xfrm>
        </p:grpSpPr>
        <p:sp>
          <p:nvSpPr>
            <p:cNvPr id="91" name="Freeform 12"/>
            <p:cNvSpPr>
              <a:spLocks/>
            </p:cNvSpPr>
            <p:nvPr/>
          </p:nvSpPr>
          <p:spPr bwMode="auto">
            <a:xfrm>
              <a:off x="3297238" y="2674938"/>
              <a:ext cx="1836738" cy="1762125"/>
            </a:xfrm>
            <a:custGeom>
              <a:avLst/>
              <a:gdLst>
                <a:gd name="T0" fmla="*/ 721 w 1157"/>
                <a:gd name="T1" fmla="*/ 1110 h 1110"/>
                <a:gd name="T2" fmla="*/ 173 w 1157"/>
                <a:gd name="T3" fmla="*/ 570 h 1110"/>
                <a:gd name="T4" fmla="*/ 194 w 1157"/>
                <a:gd name="T5" fmla="*/ 528 h 1110"/>
                <a:gd name="T6" fmla="*/ 168 w 1157"/>
                <a:gd name="T7" fmla="*/ 440 h 1110"/>
                <a:gd name="T8" fmla="*/ 203 w 1157"/>
                <a:gd name="T9" fmla="*/ 322 h 1110"/>
                <a:gd name="T10" fmla="*/ 0 w 1157"/>
                <a:gd name="T11" fmla="*/ 69 h 1110"/>
                <a:gd name="T12" fmla="*/ 95 w 1157"/>
                <a:gd name="T13" fmla="*/ 0 h 1110"/>
                <a:gd name="T14" fmla="*/ 291 w 1157"/>
                <a:gd name="T15" fmla="*/ 218 h 1110"/>
                <a:gd name="T16" fmla="*/ 506 w 1157"/>
                <a:gd name="T17" fmla="*/ 194 h 1110"/>
                <a:gd name="T18" fmla="*/ 1157 w 1157"/>
                <a:gd name="T19" fmla="*/ 845 h 1110"/>
                <a:gd name="T20" fmla="*/ 721 w 1157"/>
                <a:gd name="T21" fmla="*/ 1110 h 1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57" h="1110">
                  <a:moveTo>
                    <a:pt x="721" y="1110"/>
                  </a:moveTo>
                  <a:lnTo>
                    <a:pt x="173" y="570"/>
                  </a:lnTo>
                  <a:lnTo>
                    <a:pt x="194" y="528"/>
                  </a:lnTo>
                  <a:lnTo>
                    <a:pt x="168" y="440"/>
                  </a:lnTo>
                  <a:lnTo>
                    <a:pt x="203" y="322"/>
                  </a:lnTo>
                  <a:lnTo>
                    <a:pt x="0" y="69"/>
                  </a:lnTo>
                  <a:lnTo>
                    <a:pt x="95" y="0"/>
                  </a:lnTo>
                  <a:lnTo>
                    <a:pt x="291" y="218"/>
                  </a:lnTo>
                  <a:lnTo>
                    <a:pt x="506" y="194"/>
                  </a:lnTo>
                  <a:lnTo>
                    <a:pt x="1157" y="845"/>
                  </a:lnTo>
                  <a:lnTo>
                    <a:pt x="721" y="1110"/>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3" name="Freeform 13"/>
            <p:cNvSpPr>
              <a:spLocks/>
            </p:cNvSpPr>
            <p:nvPr/>
          </p:nvSpPr>
          <p:spPr bwMode="auto">
            <a:xfrm>
              <a:off x="3251200" y="2600325"/>
              <a:ext cx="420688" cy="473075"/>
            </a:xfrm>
            <a:custGeom>
              <a:avLst/>
              <a:gdLst>
                <a:gd name="T0" fmla="*/ 19 w 112"/>
                <a:gd name="T1" fmla="*/ 56 h 126"/>
                <a:gd name="T2" fmla="*/ 51 w 112"/>
                <a:gd name="T3" fmla="*/ 64 h 126"/>
                <a:gd name="T4" fmla="*/ 98 w 112"/>
                <a:gd name="T5" fmla="*/ 126 h 126"/>
                <a:gd name="T6" fmla="*/ 112 w 112"/>
                <a:gd name="T7" fmla="*/ 115 h 126"/>
                <a:gd name="T8" fmla="*/ 59 w 112"/>
                <a:gd name="T9" fmla="*/ 58 h 126"/>
                <a:gd name="T10" fmla="*/ 56 w 112"/>
                <a:gd name="T11" fmla="*/ 24 h 126"/>
                <a:gd name="T12" fmla="*/ 26 w 112"/>
                <a:gd name="T13" fmla="*/ 0 h 126"/>
                <a:gd name="T14" fmla="*/ 30 w 112"/>
                <a:gd name="T15" fmla="*/ 27 h 126"/>
                <a:gd name="T16" fmla="*/ 26 w 112"/>
                <a:gd name="T17" fmla="*/ 27 h 126"/>
                <a:gd name="T18" fmla="*/ 26 w 112"/>
                <a:gd name="T19" fmla="*/ 30 h 126"/>
                <a:gd name="T20" fmla="*/ 0 w 112"/>
                <a:gd name="T21" fmla="*/ 22 h 126"/>
                <a:gd name="T22" fmla="*/ 19 w 112"/>
                <a:gd name="T23" fmla="*/ 5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2" h="126">
                  <a:moveTo>
                    <a:pt x="19" y="56"/>
                  </a:moveTo>
                  <a:cubicBezTo>
                    <a:pt x="32" y="65"/>
                    <a:pt x="46" y="65"/>
                    <a:pt x="51" y="64"/>
                  </a:cubicBezTo>
                  <a:cubicBezTo>
                    <a:pt x="98" y="126"/>
                    <a:pt x="98" y="126"/>
                    <a:pt x="98" y="126"/>
                  </a:cubicBezTo>
                  <a:cubicBezTo>
                    <a:pt x="112" y="115"/>
                    <a:pt x="112" y="115"/>
                    <a:pt x="112" y="115"/>
                  </a:cubicBezTo>
                  <a:cubicBezTo>
                    <a:pt x="59" y="58"/>
                    <a:pt x="59" y="58"/>
                    <a:pt x="59" y="58"/>
                  </a:cubicBezTo>
                  <a:cubicBezTo>
                    <a:pt x="60" y="54"/>
                    <a:pt x="63" y="40"/>
                    <a:pt x="56" y="24"/>
                  </a:cubicBezTo>
                  <a:cubicBezTo>
                    <a:pt x="48" y="5"/>
                    <a:pt x="26" y="0"/>
                    <a:pt x="26" y="0"/>
                  </a:cubicBezTo>
                  <a:cubicBezTo>
                    <a:pt x="30" y="27"/>
                    <a:pt x="30" y="27"/>
                    <a:pt x="30" y="27"/>
                  </a:cubicBezTo>
                  <a:cubicBezTo>
                    <a:pt x="28" y="27"/>
                    <a:pt x="27" y="27"/>
                    <a:pt x="26" y="27"/>
                  </a:cubicBezTo>
                  <a:cubicBezTo>
                    <a:pt x="26" y="28"/>
                    <a:pt x="25" y="29"/>
                    <a:pt x="26" y="30"/>
                  </a:cubicBezTo>
                  <a:cubicBezTo>
                    <a:pt x="0" y="22"/>
                    <a:pt x="0" y="22"/>
                    <a:pt x="0" y="22"/>
                  </a:cubicBezTo>
                  <a:cubicBezTo>
                    <a:pt x="0" y="22"/>
                    <a:pt x="1" y="44"/>
                    <a:pt x="19" y="56"/>
                  </a:cubicBezTo>
                  <a:close/>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4" name="Freeform 14"/>
            <p:cNvSpPr>
              <a:spLocks/>
            </p:cNvSpPr>
            <p:nvPr/>
          </p:nvSpPr>
          <p:spPr bwMode="auto">
            <a:xfrm>
              <a:off x="3459163" y="2927350"/>
              <a:ext cx="803275" cy="750888"/>
            </a:xfrm>
            <a:custGeom>
              <a:avLst/>
              <a:gdLst>
                <a:gd name="T0" fmla="*/ 120 w 214"/>
                <a:gd name="T1" fmla="*/ 0 h 200"/>
                <a:gd name="T2" fmla="*/ 58 w 214"/>
                <a:gd name="T3" fmla="*/ 20 h 200"/>
                <a:gd name="T4" fmla="*/ 82 w 214"/>
                <a:gd name="T5" fmla="*/ 49 h 200"/>
                <a:gd name="T6" fmla="*/ 111 w 214"/>
                <a:gd name="T7" fmla="*/ 41 h 200"/>
                <a:gd name="T8" fmla="*/ 160 w 214"/>
                <a:gd name="T9" fmla="*/ 97 h 200"/>
                <a:gd name="T10" fmla="*/ 97 w 214"/>
                <a:gd name="T11" fmla="*/ 153 h 200"/>
                <a:gd name="T12" fmla="*/ 48 w 214"/>
                <a:gd name="T13" fmla="*/ 97 h 200"/>
                <a:gd name="T14" fmla="*/ 60 w 214"/>
                <a:gd name="T15" fmla="*/ 68 h 200"/>
                <a:gd name="T16" fmla="*/ 36 w 214"/>
                <a:gd name="T17" fmla="*/ 39 h 200"/>
                <a:gd name="T18" fmla="*/ 7 w 214"/>
                <a:gd name="T19" fmla="*/ 100 h 200"/>
                <a:gd name="T20" fmla="*/ 94 w 214"/>
                <a:gd name="T21" fmla="*/ 200 h 200"/>
                <a:gd name="T22" fmla="*/ 207 w 214"/>
                <a:gd name="T23" fmla="*/ 100 h 200"/>
                <a:gd name="T24" fmla="*/ 120 w 214"/>
                <a:gd name="T25" fmla="*/ 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4" h="200">
                  <a:moveTo>
                    <a:pt x="120" y="0"/>
                  </a:moveTo>
                  <a:cubicBezTo>
                    <a:pt x="98" y="0"/>
                    <a:pt x="76" y="7"/>
                    <a:pt x="58" y="20"/>
                  </a:cubicBezTo>
                  <a:cubicBezTo>
                    <a:pt x="82" y="49"/>
                    <a:pt x="82" y="49"/>
                    <a:pt x="82" y="49"/>
                  </a:cubicBezTo>
                  <a:cubicBezTo>
                    <a:pt x="91" y="44"/>
                    <a:pt x="101" y="41"/>
                    <a:pt x="111" y="41"/>
                  </a:cubicBezTo>
                  <a:cubicBezTo>
                    <a:pt x="142" y="41"/>
                    <a:pt x="164" y="66"/>
                    <a:pt x="160" y="97"/>
                  </a:cubicBezTo>
                  <a:cubicBezTo>
                    <a:pt x="156" y="128"/>
                    <a:pt x="128" y="153"/>
                    <a:pt x="97" y="153"/>
                  </a:cubicBezTo>
                  <a:cubicBezTo>
                    <a:pt x="66" y="153"/>
                    <a:pt x="44" y="128"/>
                    <a:pt x="48" y="97"/>
                  </a:cubicBezTo>
                  <a:cubicBezTo>
                    <a:pt x="50" y="86"/>
                    <a:pt x="54" y="76"/>
                    <a:pt x="60" y="68"/>
                  </a:cubicBezTo>
                  <a:cubicBezTo>
                    <a:pt x="36" y="39"/>
                    <a:pt x="36" y="39"/>
                    <a:pt x="36" y="39"/>
                  </a:cubicBezTo>
                  <a:cubicBezTo>
                    <a:pt x="20" y="56"/>
                    <a:pt x="10" y="77"/>
                    <a:pt x="7" y="100"/>
                  </a:cubicBezTo>
                  <a:cubicBezTo>
                    <a:pt x="0" y="155"/>
                    <a:pt x="38" y="200"/>
                    <a:pt x="94" y="200"/>
                  </a:cubicBezTo>
                  <a:cubicBezTo>
                    <a:pt x="149" y="200"/>
                    <a:pt x="200" y="155"/>
                    <a:pt x="207" y="100"/>
                  </a:cubicBezTo>
                  <a:cubicBezTo>
                    <a:pt x="214" y="45"/>
                    <a:pt x="175" y="0"/>
                    <a:pt x="120" y="0"/>
                  </a:cubicBezTo>
                  <a:close/>
                </a:path>
              </a:pathLst>
            </a:custGeom>
            <a:solidFill>
              <a:srgbClr val="FDFDFD"/>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7" name="Freeform 15"/>
            <p:cNvSpPr>
              <a:spLocks/>
            </p:cNvSpPr>
            <p:nvPr/>
          </p:nvSpPr>
          <p:spPr bwMode="auto">
            <a:xfrm>
              <a:off x="3676650" y="3128963"/>
              <a:ext cx="341313" cy="315913"/>
            </a:xfrm>
            <a:custGeom>
              <a:avLst/>
              <a:gdLst>
                <a:gd name="T0" fmla="*/ 40 w 91"/>
                <a:gd name="T1" fmla="*/ 84 h 84"/>
                <a:gd name="T2" fmla="*/ 87 w 91"/>
                <a:gd name="T3" fmla="*/ 42 h 84"/>
                <a:gd name="T4" fmla="*/ 51 w 91"/>
                <a:gd name="T5" fmla="*/ 0 h 84"/>
                <a:gd name="T6" fmla="*/ 31 w 91"/>
                <a:gd name="T7" fmla="*/ 4 h 84"/>
                <a:gd name="T8" fmla="*/ 31 w 91"/>
                <a:gd name="T9" fmla="*/ 13 h 84"/>
                <a:gd name="T10" fmla="*/ 47 w 91"/>
                <a:gd name="T11" fmla="*/ 37 h 84"/>
                <a:gd name="T12" fmla="*/ 40 w 91"/>
                <a:gd name="T13" fmla="*/ 43 h 84"/>
                <a:gd name="T14" fmla="*/ 18 w 91"/>
                <a:gd name="T15" fmla="*/ 24 h 84"/>
                <a:gd name="T16" fmla="*/ 17 w 91"/>
                <a:gd name="T17" fmla="*/ 24 h 84"/>
                <a:gd name="T18" fmla="*/ 10 w 91"/>
                <a:gd name="T19" fmla="*/ 22 h 84"/>
                <a:gd name="T20" fmla="*/ 3 w 91"/>
                <a:gd name="T21" fmla="*/ 42 h 84"/>
                <a:gd name="T22" fmla="*/ 40 w 91"/>
                <a:gd name="T23"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1" h="84">
                  <a:moveTo>
                    <a:pt x="40" y="84"/>
                  </a:moveTo>
                  <a:cubicBezTo>
                    <a:pt x="63" y="84"/>
                    <a:pt x="84" y="65"/>
                    <a:pt x="87" y="42"/>
                  </a:cubicBezTo>
                  <a:cubicBezTo>
                    <a:pt x="91" y="19"/>
                    <a:pt x="74" y="0"/>
                    <a:pt x="51" y="0"/>
                  </a:cubicBezTo>
                  <a:cubicBezTo>
                    <a:pt x="44" y="0"/>
                    <a:pt x="37" y="1"/>
                    <a:pt x="31" y="4"/>
                  </a:cubicBezTo>
                  <a:cubicBezTo>
                    <a:pt x="32" y="7"/>
                    <a:pt x="32" y="10"/>
                    <a:pt x="31" y="13"/>
                  </a:cubicBezTo>
                  <a:cubicBezTo>
                    <a:pt x="47" y="37"/>
                    <a:pt x="47" y="37"/>
                    <a:pt x="47" y="37"/>
                  </a:cubicBezTo>
                  <a:cubicBezTo>
                    <a:pt x="40" y="43"/>
                    <a:pt x="40" y="43"/>
                    <a:pt x="40" y="43"/>
                  </a:cubicBezTo>
                  <a:cubicBezTo>
                    <a:pt x="18" y="24"/>
                    <a:pt x="18" y="24"/>
                    <a:pt x="18" y="24"/>
                  </a:cubicBezTo>
                  <a:cubicBezTo>
                    <a:pt x="18" y="24"/>
                    <a:pt x="18" y="24"/>
                    <a:pt x="17" y="24"/>
                  </a:cubicBezTo>
                  <a:cubicBezTo>
                    <a:pt x="15" y="24"/>
                    <a:pt x="12" y="23"/>
                    <a:pt x="10" y="22"/>
                  </a:cubicBezTo>
                  <a:cubicBezTo>
                    <a:pt x="6" y="28"/>
                    <a:pt x="4" y="35"/>
                    <a:pt x="3" y="42"/>
                  </a:cubicBezTo>
                  <a:cubicBezTo>
                    <a:pt x="0" y="65"/>
                    <a:pt x="16" y="84"/>
                    <a:pt x="40" y="84"/>
                  </a:cubicBezTo>
                  <a:close/>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8" name="Freeform 16"/>
            <p:cNvSpPr>
              <a:spLocks/>
            </p:cNvSpPr>
            <p:nvPr/>
          </p:nvSpPr>
          <p:spPr bwMode="auto">
            <a:xfrm>
              <a:off x="3627438" y="3038475"/>
              <a:ext cx="203200" cy="230188"/>
            </a:xfrm>
            <a:custGeom>
              <a:avLst/>
              <a:gdLst>
                <a:gd name="T0" fmla="*/ 38 w 54"/>
                <a:gd name="T1" fmla="*/ 38 h 61"/>
                <a:gd name="T2" fmla="*/ 37 w 54"/>
                <a:gd name="T3" fmla="*/ 28 h 61"/>
                <a:gd name="T4" fmla="*/ 14 w 54"/>
                <a:gd name="T5" fmla="*/ 0 h 61"/>
                <a:gd name="T6" fmla="*/ 0 w 54"/>
                <a:gd name="T7" fmla="*/ 12 h 61"/>
                <a:gd name="T8" fmla="*/ 24 w 54"/>
                <a:gd name="T9" fmla="*/ 39 h 61"/>
                <a:gd name="T10" fmla="*/ 33 w 54"/>
                <a:gd name="T11" fmla="*/ 41 h 61"/>
                <a:gd name="T12" fmla="*/ 52 w 54"/>
                <a:gd name="T13" fmla="*/ 61 h 61"/>
                <a:gd name="T14" fmla="*/ 54 w 54"/>
                <a:gd name="T15" fmla="*/ 59 h 61"/>
                <a:gd name="T16" fmla="*/ 38 w 54"/>
                <a:gd name="T17" fmla="*/ 3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61">
                  <a:moveTo>
                    <a:pt x="38" y="38"/>
                  </a:moveTo>
                  <a:cubicBezTo>
                    <a:pt x="40" y="35"/>
                    <a:pt x="39" y="31"/>
                    <a:pt x="37" y="28"/>
                  </a:cubicBezTo>
                  <a:cubicBezTo>
                    <a:pt x="14" y="0"/>
                    <a:pt x="14" y="0"/>
                    <a:pt x="14" y="0"/>
                  </a:cubicBezTo>
                  <a:cubicBezTo>
                    <a:pt x="0" y="12"/>
                    <a:pt x="0" y="12"/>
                    <a:pt x="0" y="12"/>
                  </a:cubicBezTo>
                  <a:cubicBezTo>
                    <a:pt x="24" y="39"/>
                    <a:pt x="24" y="39"/>
                    <a:pt x="24" y="39"/>
                  </a:cubicBezTo>
                  <a:cubicBezTo>
                    <a:pt x="26" y="42"/>
                    <a:pt x="30" y="43"/>
                    <a:pt x="33" y="41"/>
                  </a:cubicBezTo>
                  <a:cubicBezTo>
                    <a:pt x="52" y="61"/>
                    <a:pt x="52" y="61"/>
                    <a:pt x="52" y="61"/>
                  </a:cubicBezTo>
                  <a:cubicBezTo>
                    <a:pt x="54" y="59"/>
                    <a:pt x="54" y="59"/>
                    <a:pt x="54" y="59"/>
                  </a:cubicBezTo>
                  <a:lnTo>
                    <a:pt x="38" y="38"/>
                  </a:lnTo>
                  <a:close/>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114" name="组合 113"/>
          <p:cNvGrpSpPr>
            <a:grpSpLocks noChangeAspect="1"/>
          </p:cNvGrpSpPr>
          <p:nvPr/>
        </p:nvGrpSpPr>
        <p:grpSpPr>
          <a:xfrm>
            <a:off x="10548090" y="2557896"/>
            <a:ext cx="1052285" cy="891540"/>
            <a:chOff x="2943226" y="131763"/>
            <a:chExt cx="2130425" cy="1804987"/>
          </a:xfrm>
        </p:grpSpPr>
        <p:sp>
          <p:nvSpPr>
            <p:cNvPr id="146" name="Freeform 20"/>
            <p:cNvSpPr>
              <a:spLocks/>
            </p:cNvSpPr>
            <p:nvPr/>
          </p:nvSpPr>
          <p:spPr bwMode="auto">
            <a:xfrm>
              <a:off x="3014663" y="155575"/>
              <a:ext cx="2058988" cy="1781175"/>
            </a:xfrm>
            <a:custGeom>
              <a:avLst/>
              <a:gdLst>
                <a:gd name="T0" fmla="*/ 532 w 1297"/>
                <a:gd name="T1" fmla="*/ 1122 h 1122"/>
                <a:gd name="T2" fmla="*/ 35 w 1297"/>
                <a:gd name="T3" fmla="*/ 622 h 1122"/>
                <a:gd name="T4" fmla="*/ 0 w 1297"/>
                <a:gd name="T5" fmla="*/ 532 h 1122"/>
                <a:gd name="T6" fmla="*/ 45 w 1297"/>
                <a:gd name="T7" fmla="*/ 468 h 1122"/>
                <a:gd name="T8" fmla="*/ 66 w 1297"/>
                <a:gd name="T9" fmla="*/ 487 h 1122"/>
                <a:gd name="T10" fmla="*/ 85 w 1297"/>
                <a:gd name="T11" fmla="*/ 416 h 1122"/>
                <a:gd name="T12" fmla="*/ 0 w 1297"/>
                <a:gd name="T13" fmla="*/ 323 h 1122"/>
                <a:gd name="T14" fmla="*/ 33 w 1297"/>
                <a:gd name="T15" fmla="*/ 173 h 1122"/>
                <a:gd name="T16" fmla="*/ 119 w 1297"/>
                <a:gd name="T17" fmla="*/ 187 h 1122"/>
                <a:gd name="T18" fmla="*/ 107 w 1297"/>
                <a:gd name="T19" fmla="*/ 128 h 1122"/>
                <a:gd name="T20" fmla="*/ 111 w 1297"/>
                <a:gd name="T21" fmla="*/ 116 h 1122"/>
                <a:gd name="T22" fmla="*/ 76 w 1297"/>
                <a:gd name="T23" fmla="*/ 83 h 1122"/>
                <a:gd name="T24" fmla="*/ 147 w 1297"/>
                <a:gd name="T25" fmla="*/ 7 h 1122"/>
                <a:gd name="T26" fmla="*/ 311 w 1297"/>
                <a:gd name="T27" fmla="*/ 147 h 1122"/>
                <a:gd name="T28" fmla="*/ 335 w 1297"/>
                <a:gd name="T29" fmla="*/ 111 h 1122"/>
                <a:gd name="T30" fmla="*/ 363 w 1297"/>
                <a:gd name="T31" fmla="*/ 137 h 1122"/>
                <a:gd name="T32" fmla="*/ 361 w 1297"/>
                <a:gd name="T33" fmla="*/ 116 h 1122"/>
                <a:gd name="T34" fmla="*/ 337 w 1297"/>
                <a:gd name="T35" fmla="*/ 92 h 1122"/>
                <a:gd name="T36" fmla="*/ 413 w 1297"/>
                <a:gd name="T37" fmla="*/ 0 h 1122"/>
                <a:gd name="T38" fmla="*/ 565 w 1297"/>
                <a:gd name="T39" fmla="*/ 128 h 1122"/>
                <a:gd name="T40" fmla="*/ 596 w 1297"/>
                <a:gd name="T41" fmla="*/ 104 h 1122"/>
                <a:gd name="T42" fmla="*/ 622 w 1297"/>
                <a:gd name="T43" fmla="*/ 128 h 1122"/>
                <a:gd name="T44" fmla="*/ 629 w 1297"/>
                <a:gd name="T45" fmla="*/ 114 h 1122"/>
                <a:gd name="T46" fmla="*/ 594 w 1297"/>
                <a:gd name="T47" fmla="*/ 83 h 1122"/>
                <a:gd name="T48" fmla="*/ 679 w 1297"/>
                <a:gd name="T49" fmla="*/ 28 h 1122"/>
                <a:gd name="T50" fmla="*/ 1297 w 1297"/>
                <a:gd name="T51" fmla="*/ 637 h 1122"/>
                <a:gd name="T52" fmla="*/ 532 w 1297"/>
                <a:gd name="T53" fmla="*/ 1122 h 1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97" h="1122">
                  <a:moveTo>
                    <a:pt x="532" y="1122"/>
                  </a:moveTo>
                  <a:lnTo>
                    <a:pt x="35" y="622"/>
                  </a:lnTo>
                  <a:lnTo>
                    <a:pt x="0" y="532"/>
                  </a:lnTo>
                  <a:lnTo>
                    <a:pt x="45" y="468"/>
                  </a:lnTo>
                  <a:lnTo>
                    <a:pt x="66" y="487"/>
                  </a:lnTo>
                  <a:lnTo>
                    <a:pt x="85" y="416"/>
                  </a:lnTo>
                  <a:lnTo>
                    <a:pt x="0" y="323"/>
                  </a:lnTo>
                  <a:lnTo>
                    <a:pt x="33" y="173"/>
                  </a:lnTo>
                  <a:lnTo>
                    <a:pt x="119" y="187"/>
                  </a:lnTo>
                  <a:lnTo>
                    <a:pt x="107" y="128"/>
                  </a:lnTo>
                  <a:lnTo>
                    <a:pt x="111" y="116"/>
                  </a:lnTo>
                  <a:lnTo>
                    <a:pt x="76" y="83"/>
                  </a:lnTo>
                  <a:lnTo>
                    <a:pt x="147" y="7"/>
                  </a:lnTo>
                  <a:lnTo>
                    <a:pt x="311" y="147"/>
                  </a:lnTo>
                  <a:lnTo>
                    <a:pt x="335" y="111"/>
                  </a:lnTo>
                  <a:lnTo>
                    <a:pt x="363" y="137"/>
                  </a:lnTo>
                  <a:lnTo>
                    <a:pt x="361" y="116"/>
                  </a:lnTo>
                  <a:lnTo>
                    <a:pt x="337" y="92"/>
                  </a:lnTo>
                  <a:lnTo>
                    <a:pt x="413" y="0"/>
                  </a:lnTo>
                  <a:lnTo>
                    <a:pt x="565" y="128"/>
                  </a:lnTo>
                  <a:lnTo>
                    <a:pt x="596" y="104"/>
                  </a:lnTo>
                  <a:lnTo>
                    <a:pt x="622" y="128"/>
                  </a:lnTo>
                  <a:lnTo>
                    <a:pt x="629" y="114"/>
                  </a:lnTo>
                  <a:lnTo>
                    <a:pt x="594" y="83"/>
                  </a:lnTo>
                  <a:lnTo>
                    <a:pt x="679" y="28"/>
                  </a:lnTo>
                  <a:lnTo>
                    <a:pt x="1297" y="637"/>
                  </a:lnTo>
                  <a:lnTo>
                    <a:pt x="532" y="1122"/>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4" name="Oval 21"/>
            <p:cNvSpPr>
              <a:spLocks noChangeArrowheads="1"/>
            </p:cNvSpPr>
            <p:nvPr/>
          </p:nvSpPr>
          <p:spPr bwMode="auto">
            <a:xfrm>
              <a:off x="3508376" y="131763"/>
              <a:ext cx="196850" cy="193675"/>
            </a:xfrm>
            <a:prstGeom prst="ellipse">
              <a:avLst/>
            </a:pr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65" name="Freeform 22"/>
            <p:cNvSpPr>
              <a:spLocks/>
            </p:cNvSpPr>
            <p:nvPr/>
          </p:nvSpPr>
          <p:spPr bwMode="auto">
            <a:xfrm>
              <a:off x="3584576" y="339725"/>
              <a:ext cx="44450" cy="33337"/>
            </a:xfrm>
            <a:custGeom>
              <a:avLst/>
              <a:gdLst>
                <a:gd name="T0" fmla="*/ 4 w 28"/>
                <a:gd name="T1" fmla="*/ 21 h 21"/>
                <a:gd name="T2" fmla="*/ 23 w 28"/>
                <a:gd name="T3" fmla="*/ 21 h 21"/>
                <a:gd name="T4" fmla="*/ 28 w 28"/>
                <a:gd name="T5" fmla="*/ 0 h 21"/>
                <a:gd name="T6" fmla="*/ 0 w 28"/>
                <a:gd name="T7" fmla="*/ 0 h 21"/>
                <a:gd name="T8" fmla="*/ 4 w 28"/>
                <a:gd name="T9" fmla="*/ 21 h 21"/>
              </a:gdLst>
              <a:ahLst/>
              <a:cxnLst>
                <a:cxn ang="0">
                  <a:pos x="T0" y="T1"/>
                </a:cxn>
                <a:cxn ang="0">
                  <a:pos x="T2" y="T3"/>
                </a:cxn>
                <a:cxn ang="0">
                  <a:pos x="T4" y="T5"/>
                </a:cxn>
                <a:cxn ang="0">
                  <a:pos x="T6" y="T7"/>
                </a:cxn>
                <a:cxn ang="0">
                  <a:pos x="T8" y="T9"/>
                </a:cxn>
              </a:cxnLst>
              <a:rect l="0" t="0" r="r" b="b"/>
              <a:pathLst>
                <a:path w="28" h="21">
                  <a:moveTo>
                    <a:pt x="4" y="21"/>
                  </a:moveTo>
                  <a:lnTo>
                    <a:pt x="23" y="21"/>
                  </a:lnTo>
                  <a:lnTo>
                    <a:pt x="28" y="0"/>
                  </a:lnTo>
                  <a:lnTo>
                    <a:pt x="0" y="0"/>
                  </a:lnTo>
                  <a:lnTo>
                    <a:pt x="4" y="21"/>
                  </a:lnTo>
                  <a:close/>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73" name="Freeform 23"/>
            <p:cNvSpPr>
              <a:spLocks/>
            </p:cNvSpPr>
            <p:nvPr/>
          </p:nvSpPr>
          <p:spPr bwMode="auto">
            <a:xfrm>
              <a:off x="3371851" y="331788"/>
              <a:ext cx="468313" cy="822325"/>
            </a:xfrm>
            <a:custGeom>
              <a:avLst/>
              <a:gdLst>
                <a:gd name="T0" fmla="*/ 123 w 124"/>
                <a:gd name="T1" fmla="*/ 100 h 218"/>
                <a:gd name="T2" fmla="*/ 109 w 124"/>
                <a:gd name="T3" fmla="*/ 16 h 218"/>
                <a:gd name="T4" fmla="*/ 79 w 124"/>
                <a:gd name="T5" fmla="*/ 0 h 218"/>
                <a:gd name="T6" fmla="*/ 66 w 124"/>
                <a:gd name="T7" fmla="*/ 30 h 218"/>
                <a:gd name="T8" fmla="*/ 66 w 124"/>
                <a:gd name="T9" fmla="*/ 13 h 218"/>
                <a:gd name="T10" fmla="*/ 58 w 124"/>
                <a:gd name="T11" fmla="*/ 13 h 218"/>
                <a:gd name="T12" fmla="*/ 58 w 124"/>
                <a:gd name="T13" fmla="*/ 30 h 218"/>
                <a:gd name="T14" fmla="*/ 45 w 124"/>
                <a:gd name="T15" fmla="*/ 0 h 218"/>
                <a:gd name="T16" fmla="*/ 15 w 124"/>
                <a:gd name="T17" fmla="*/ 16 h 218"/>
                <a:gd name="T18" fmla="*/ 1 w 124"/>
                <a:gd name="T19" fmla="*/ 100 h 218"/>
                <a:gd name="T20" fmla="*/ 11 w 124"/>
                <a:gd name="T21" fmla="*/ 111 h 218"/>
                <a:gd name="T22" fmla="*/ 22 w 124"/>
                <a:gd name="T23" fmla="*/ 100 h 218"/>
                <a:gd name="T24" fmla="*/ 29 w 124"/>
                <a:gd name="T25" fmla="*/ 42 h 218"/>
                <a:gd name="T26" fmla="*/ 30 w 124"/>
                <a:gd name="T27" fmla="*/ 105 h 218"/>
                <a:gd name="T28" fmla="*/ 36 w 124"/>
                <a:gd name="T29" fmla="*/ 105 h 218"/>
                <a:gd name="T30" fmla="*/ 36 w 124"/>
                <a:gd name="T31" fmla="*/ 206 h 218"/>
                <a:gd name="T32" fmla="*/ 48 w 124"/>
                <a:gd name="T33" fmla="*/ 218 h 218"/>
                <a:gd name="T34" fmla="*/ 60 w 124"/>
                <a:gd name="T35" fmla="*/ 206 h 218"/>
                <a:gd name="T36" fmla="*/ 60 w 124"/>
                <a:gd name="T37" fmla="*/ 105 h 218"/>
                <a:gd name="T38" fmla="*/ 65 w 124"/>
                <a:gd name="T39" fmla="*/ 105 h 218"/>
                <a:gd name="T40" fmla="*/ 65 w 124"/>
                <a:gd name="T41" fmla="*/ 206 h 218"/>
                <a:gd name="T42" fmla="*/ 77 w 124"/>
                <a:gd name="T43" fmla="*/ 218 h 218"/>
                <a:gd name="T44" fmla="*/ 89 w 124"/>
                <a:gd name="T45" fmla="*/ 206 h 218"/>
                <a:gd name="T46" fmla="*/ 89 w 124"/>
                <a:gd name="T47" fmla="*/ 105 h 218"/>
                <a:gd name="T48" fmla="*/ 94 w 124"/>
                <a:gd name="T49" fmla="*/ 105 h 218"/>
                <a:gd name="T50" fmla="*/ 95 w 124"/>
                <a:gd name="T51" fmla="*/ 42 h 218"/>
                <a:gd name="T52" fmla="*/ 102 w 124"/>
                <a:gd name="T53" fmla="*/ 100 h 218"/>
                <a:gd name="T54" fmla="*/ 113 w 124"/>
                <a:gd name="T55" fmla="*/ 111 h 218"/>
                <a:gd name="T56" fmla="*/ 123 w 124"/>
                <a:gd name="T57" fmla="*/ 10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24" h="218">
                  <a:moveTo>
                    <a:pt x="123" y="100"/>
                  </a:moveTo>
                  <a:cubicBezTo>
                    <a:pt x="109" y="16"/>
                    <a:pt x="109" y="16"/>
                    <a:pt x="109" y="16"/>
                  </a:cubicBezTo>
                  <a:cubicBezTo>
                    <a:pt x="109" y="16"/>
                    <a:pt x="108" y="0"/>
                    <a:pt x="79" y="0"/>
                  </a:cubicBezTo>
                  <a:cubicBezTo>
                    <a:pt x="66" y="30"/>
                    <a:pt x="66" y="30"/>
                    <a:pt x="66" y="30"/>
                  </a:cubicBezTo>
                  <a:cubicBezTo>
                    <a:pt x="66" y="13"/>
                    <a:pt x="66" y="13"/>
                    <a:pt x="66" y="13"/>
                  </a:cubicBezTo>
                  <a:cubicBezTo>
                    <a:pt x="58" y="13"/>
                    <a:pt x="58" y="13"/>
                    <a:pt x="58" y="13"/>
                  </a:cubicBezTo>
                  <a:cubicBezTo>
                    <a:pt x="58" y="30"/>
                    <a:pt x="58" y="30"/>
                    <a:pt x="58" y="30"/>
                  </a:cubicBezTo>
                  <a:cubicBezTo>
                    <a:pt x="45" y="0"/>
                    <a:pt x="45" y="0"/>
                    <a:pt x="45" y="0"/>
                  </a:cubicBezTo>
                  <a:cubicBezTo>
                    <a:pt x="16" y="0"/>
                    <a:pt x="15" y="16"/>
                    <a:pt x="15" y="16"/>
                  </a:cubicBezTo>
                  <a:cubicBezTo>
                    <a:pt x="1" y="100"/>
                    <a:pt x="1" y="100"/>
                    <a:pt x="1" y="100"/>
                  </a:cubicBezTo>
                  <a:cubicBezTo>
                    <a:pt x="0" y="108"/>
                    <a:pt x="6" y="111"/>
                    <a:pt x="11" y="111"/>
                  </a:cubicBezTo>
                  <a:cubicBezTo>
                    <a:pt x="16" y="111"/>
                    <a:pt x="21" y="107"/>
                    <a:pt x="22" y="100"/>
                  </a:cubicBezTo>
                  <a:cubicBezTo>
                    <a:pt x="29" y="42"/>
                    <a:pt x="29" y="42"/>
                    <a:pt x="29" y="42"/>
                  </a:cubicBezTo>
                  <a:cubicBezTo>
                    <a:pt x="30" y="105"/>
                    <a:pt x="30" y="105"/>
                    <a:pt x="30" y="105"/>
                  </a:cubicBezTo>
                  <a:cubicBezTo>
                    <a:pt x="36" y="105"/>
                    <a:pt x="36" y="105"/>
                    <a:pt x="36" y="105"/>
                  </a:cubicBezTo>
                  <a:cubicBezTo>
                    <a:pt x="36" y="206"/>
                    <a:pt x="36" y="206"/>
                    <a:pt x="36" y="206"/>
                  </a:cubicBezTo>
                  <a:cubicBezTo>
                    <a:pt x="36" y="213"/>
                    <a:pt x="42" y="218"/>
                    <a:pt x="48" y="218"/>
                  </a:cubicBezTo>
                  <a:cubicBezTo>
                    <a:pt x="55" y="218"/>
                    <a:pt x="60" y="213"/>
                    <a:pt x="60" y="206"/>
                  </a:cubicBezTo>
                  <a:cubicBezTo>
                    <a:pt x="60" y="105"/>
                    <a:pt x="60" y="105"/>
                    <a:pt x="60" y="105"/>
                  </a:cubicBezTo>
                  <a:cubicBezTo>
                    <a:pt x="65" y="105"/>
                    <a:pt x="65" y="105"/>
                    <a:pt x="65" y="105"/>
                  </a:cubicBezTo>
                  <a:cubicBezTo>
                    <a:pt x="65" y="206"/>
                    <a:pt x="65" y="206"/>
                    <a:pt x="65" y="206"/>
                  </a:cubicBezTo>
                  <a:cubicBezTo>
                    <a:pt x="65" y="213"/>
                    <a:pt x="70" y="218"/>
                    <a:pt x="77" y="218"/>
                  </a:cubicBezTo>
                  <a:cubicBezTo>
                    <a:pt x="83" y="218"/>
                    <a:pt x="89" y="213"/>
                    <a:pt x="89" y="206"/>
                  </a:cubicBezTo>
                  <a:cubicBezTo>
                    <a:pt x="89" y="105"/>
                    <a:pt x="89" y="105"/>
                    <a:pt x="89" y="105"/>
                  </a:cubicBezTo>
                  <a:cubicBezTo>
                    <a:pt x="94" y="105"/>
                    <a:pt x="94" y="105"/>
                    <a:pt x="94" y="105"/>
                  </a:cubicBezTo>
                  <a:cubicBezTo>
                    <a:pt x="95" y="42"/>
                    <a:pt x="95" y="42"/>
                    <a:pt x="95" y="42"/>
                  </a:cubicBezTo>
                  <a:cubicBezTo>
                    <a:pt x="102" y="100"/>
                    <a:pt x="102" y="100"/>
                    <a:pt x="102" y="100"/>
                  </a:cubicBezTo>
                  <a:cubicBezTo>
                    <a:pt x="103" y="107"/>
                    <a:pt x="108" y="111"/>
                    <a:pt x="113" y="111"/>
                  </a:cubicBezTo>
                  <a:cubicBezTo>
                    <a:pt x="118" y="111"/>
                    <a:pt x="124" y="108"/>
                    <a:pt x="123" y="100"/>
                  </a:cubicBezTo>
                  <a:close/>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74" name="Freeform 24"/>
            <p:cNvSpPr>
              <a:spLocks/>
            </p:cNvSpPr>
            <p:nvPr/>
          </p:nvSpPr>
          <p:spPr bwMode="auto">
            <a:xfrm>
              <a:off x="3357563" y="1033463"/>
              <a:ext cx="501650" cy="242887"/>
            </a:xfrm>
            <a:custGeom>
              <a:avLst/>
              <a:gdLst>
                <a:gd name="T0" fmla="*/ 100 w 133"/>
                <a:gd name="T1" fmla="*/ 20 h 64"/>
                <a:gd name="T2" fmla="*/ 81 w 133"/>
                <a:gd name="T3" fmla="*/ 40 h 64"/>
                <a:gd name="T4" fmla="*/ 66 w 133"/>
                <a:gd name="T5" fmla="*/ 34 h 64"/>
                <a:gd name="T6" fmla="*/ 52 w 133"/>
                <a:gd name="T7" fmla="*/ 40 h 64"/>
                <a:gd name="T8" fmla="*/ 33 w 133"/>
                <a:gd name="T9" fmla="*/ 20 h 64"/>
                <a:gd name="T10" fmla="*/ 33 w 133"/>
                <a:gd name="T11" fmla="*/ 1 h 64"/>
                <a:gd name="T12" fmla="*/ 0 w 133"/>
                <a:gd name="T13" fmla="*/ 32 h 64"/>
                <a:gd name="T14" fmla="*/ 33 w 133"/>
                <a:gd name="T15" fmla="*/ 64 h 64"/>
                <a:gd name="T16" fmla="*/ 100 w 133"/>
                <a:gd name="T17" fmla="*/ 64 h 64"/>
                <a:gd name="T18" fmla="*/ 133 w 133"/>
                <a:gd name="T19" fmla="*/ 32 h 64"/>
                <a:gd name="T20" fmla="*/ 100 w 133"/>
                <a:gd name="T21" fmla="*/ 0 h 64"/>
                <a:gd name="T22" fmla="*/ 100 w 133"/>
                <a:gd name="T23" fmla="*/ 2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3" h="64">
                  <a:moveTo>
                    <a:pt x="100" y="20"/>
                  </a:moveTo>
                  <a:cubicBezTo>
                    <a:pt x="100" y="31"/>
                    <a:pt x="92" y="40"/>
                    <a:pt x="81" y="40"/>
                  </a:cubicBezTo>
                  <a:cubicBezTo>
                    <a:pt x="75" y="40"/>
                    <a:pt x="70" y="37"/>
                    <a:pt x="66" y="34"/>
                  </a:cubicBezTo>
                  <a:cubicBezTo>
                    <a:pt x="63" y="37"/>
                    <a:pt x="58" y="40"/>
                    <a:pt x="52" y="40"/>
                  </a:cubicBezTo>
                  <a:cubicBezTo>
                    <a:pt x="41" y="40"/>
                    <a:pt x="33" y="31"/>
                    <a:pt x="33" y="20"/>
                  </a:cubicBezTo>
                  <a:cubicBezTo>
                    <a:pt x="33" y="1"/>
                    <a:pt x="33" y="1"/>
                    <a:pt x="33" y="1"/>
                  </a:cubicBezTo>
                  <a:cubicBezTo>
                    <a:pt x="0" y="32"/>
                    <a:pt x="0" y="32"/>
                    <a:pt x="0" y="32"/>
                  </a:cubicBezTo>
                  <a:cubicBezTo>
                    <a:pt x="33" y="64"/>
                    <a:pt x="33" y="64"/>
                    <a:pt x="33" y="64"/>
                  </a:cubicBezTo>
                  <a:cubicBezTo>
                    <a:pt x="100" y="64"/>
                    <a:pt x="100" y="64"/>
                    <a:pt x="100" y="64"/>
                  </a:cubicBezTo>
                  <a:cubicBezTo>
                    <a:pt x="133" y="32"/>
                    <a:pt x="133" y="32"/>
                    <a:pt x="133" y="32"/>
                  </a:cubicBezTo>
                  <a:cubicBezTo>
                    <a:pt x="100" y="0"/>
                    <a:pt x="100" y="0"/>
                    <a:pt x="100" y="0"/>
                  </a:cubicBezTo>
                  <a:lnTo>
                    <a:pt x="100" y="20"/>
                  </a:lnTo>
                  <a:close/>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75" name="Oval 25"/>
            <p:cNvSpPr>
              <a:spLocks noChangeArrowheads="1"/>
            </p:cNvSpPr>
            <p:nvPr/>
          </p:nvSpPr>
          <p:spPr bwMode="auto">
            <a:xfrm>
              <a:off x="3116263" y="150813"/>
              <a:ext cx="165100" cy="166687"/>
            </a:xfrm>
            <a:prstGeom prst="ellipse">
              <a:avLst/>
            </a:pr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76" name="Freeform 26"/>
            <p:cNvSpPr>
              <a:spLocks/>
            </p:cNvSpPr>
            <p:nvPr/>
          </p:nvSpPr>
          <p:spPr bwMode="auto">
            <a:xfrm>
              <a:off x="3179763" y="328613"/>
              <a:ext cx="38100" cy="30162"/>
            </a:xfrm>
            <a:custGeom>
              <a:avLst/>
              <a:gdLst>
                <a:gd name="T0" fmla="*/ 3 w 24"/>
                <a:gd name="T1" fmla="*/ 19 h 19"/>
                <a:gd name="T2" fmla="*/ 22 w 24"/>
                <a:gd name="T3" fmla="*/ 19 h 19"/>
                <a:gd name="T4" fmla="*/ 24 w 24"/>
                <a:gd name="T5" fmla="*/ 0 h 19"/>
                <a:gd name="T6" fmla="*/ 0 w 24"/>
                <a:gd name="T7" fmla="*/ 0 h 19"/>
                <a:gd name="T8" fmla="*/ 3 w 24"/>
                <a:gd name="T9" fmla="*/ 19 h 19"/>
              </a:gdLst>
              <a:ahLst/>
              <a:cxnLst>
                <a:cxn ang="0">
                  <a:pos x="T0" y="T1"/>
                </a:cxn>
                <a:cxn ang="0">
                  <a:pos x="T2" y="T3"/>
                </a:cxn>
                <a:cxn ang="0">
                  <a:pos x="T4" y="T5"/>
                </a:cxn>
                <a:cxn ang="0">
                  <a:pos x="T6" y="T7"/>
                </a:cxn>
                <a:cxn ang="0">
                  <a:pos x="T8" y="T9"/>
                </a:cxn>
              </a:cxnLst>
              <a:rect l="0" t="0" r="r" b="b"/>
              <a:pathLst>
                <a:path w="24" h="19">
                  <a:moveTo>
                    <a:pt x="3" y="19"/>
                  </a:moveTo>
                  <a:lnTo>
                    <a:pt x="22" y="19"/>
                  </a:lnTo>
                  <a:lnTo>
                    <a:pt x="24" y="0"/>
                  </a:lnTo>
                  <a:lnTo>
                    <a:pt x="0" y="0"/>
                  </a:lnTo>
                  <a:lnTo>
                    <a:pt x="3" y="19"/>
                  </a:lnTo>
                  <a:close/>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77" name="Freeform 27"/>
            <p:cNvSpPr>
              <a:spLocks/>
            </p:cNvSpPr>
            <p:nvPr/>
          </p:nvSpPr>
          <p:spPr bwMode="auto">
            <a:xfrm>
              <a:off x="2943226" y="898525"/>
              <a:ext cx="504825" cy="244475"/>
            </a:xfrm>
            <a:custGeom>
              <a:avLst/>
              <a:gdLst>
                <a:gd name="T0" fmla="*/ 100 w 134"/>
                <a:gd name="T1" fmla="*/ 0 h 65"/>
                <a:gd name="T2" fmla="*/ 98 w 134"/>
                <a:gd name="T3" fmla="*/ 0 h 65"/>
                <a:gd name="T4" fmla="*/ 98 w 134"/>
                <a:gd name="T5" fmla="*/ 22 h 65"/>
                <a:gd name="T6" fmla="*/ 80 w 134"/>
                <a:gd name="T7" fmla="*/ 40 h 65"/>
                <a:gd name="T8" fmla="*/ 68 w 134"/>
                <a:gd name="T9" fmla="*/ 36 h 65"/>
                <a:gd name="T10" fmla="*/ 56 w 134"/>
                <a:gd name="T11" fmla="*/ 40 h 65"/>
                <a:gd name="T12" fmla="*/ 38 w 134"/>
                <a:gd name="T13" fmla="*/ 22 h 65"/>
                <a:gd name="T14" fmla="*/ 38 w 134"/>
                <a:gd name="T15" fmla="*/ 0 h 65"/>
                <a:gd name="T16" fmla="*/ 34 w 134"/>
                <a:gd name="T17" fmla="*/ 0 h 65"/>
                <a:gd name="T18" fmla="*/ 0 w 134"/>
                <a:gd name="T19" fmla="*/ 33 h 65"/>
                <a:gd name="T20" fmla="*/ 34 w 134"/>
                <a:gd name="T21" fmla="*/ 65 h 65"/>
                <a:gd name="T22" fmla="*/ 100 w 134"/>
                <a:gd name="T23" fmla="*/ 65 h 65"/>
                <a:gd name="T24" fmla="*/ 134 w 134"/>
                <a:gd name="T25" fmla="*/ 33 h 65"/>
                <a:gd name="T26" fmla="*/ 100 w 134"/>
                <a:gd name="T27"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4" h="65">
                  <a:moveTo>
                    <a:pt x="100" y="0"/>
                  </a:moveTo>
                  <a:cubicBezTo>
                    <a:pt x="98" y="0"/>
                    <a:pt x="98" y="0"/>
                    <a:pt x="98" y="0"/>
                  </a:cubicBezTo>
                  <a:cubicBezTo>
                    <a:pt x="98" y="22"/>
                    <a:pt x="98" y="22"/>
                    <a:pt x="98" y="22"/>
                  </a:cubicBezTo>
                  <a:cubicBezTo>
                    <a:pt x="98" y="32"/>
                    <a:pt x="90" y="40"/>
                    <a:pt x="80" y="40"/>
                  </a:cubicBezTo>
                  <a:cubicBezTo>
                    <a:pt x="76" y="40"/>
                    <a:pt x="71" y="39"/>
                    <a:pt x="68" y="36"/>
                  </a:cubicBezTo>
                  <a:cubicBezTo>
                    <a:pt x="65" y="39"/>
                    <a:pt x="61" y="40"/>
                    <a:pt x="56" y="40"/>
                  </a:cubicBezTo>
                  <a:cubicBezTo>
                    <a:pt x="46" y="40"/>
                    <a:pt x="38" y="32"/>
                    <a:pt x="38" y="22"/>
                  </a:cubicBezTo>
                  <a:cubicBezTo>
                    <a:pt x="38" y="0"/>
                    <a:pt x="38" y="0"/>
                    <a:pt x="38" y="0"/>
                  </a:cubicBezTo>
                  <a:cubicBezTo>
                    <a:pt x="34" y="0"/>
                    <a:pt x="34" y="0"/>
                    <a:pt x="34" y="0"/>
                  </a:cubicBezTo>
                  <a:cubicBezTo>
                    <a:pt x="0" y="33"/>
                    <a:pt x="0" y="33"/>
                    <a:pt x="0" y="33"/>
                  </a:cubicBezTo>
                  <a:cubicBezTo>
                    <a:pt x="34" y="65"/>
                    <a:pt x="34" y="65"/>
                    <a:pt x="34" y="65"/>
                  </a:cubicBezTo>
                  <a:cubicBezTo>
                    <a:pt x="100" y="65"/>
                    <a:pt x="100" y="65"/>
                    <a:pt x="100" y="65"/>
                  </a:cubicBezTo>
                  <a:cubicBezTo>
                    <a:pt x="134" y="33"/>
                    <a:pt x="134" y="33"/>
                    <a:pt x="134" y="33"/>
                  </a:cubicBezTo>
                  <a:lnTo>
                    <a:pt x="100" y="0"/>
                  </a:lnTo>
                  <a:close/>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78" name="Freeform 28"/>
            <p:cNvSpPr>
              <a:spLocks/>
            </p:cNvSpPr>
            <p:nvPr/>
          </p:nvSpPr>
          <p:spPr bwMode="auto">
            <a:xfrm>
              <a:off x="2998788" y="320675"/>
              <a:ext cx="385763" cy="701675"/>
            </a:xfrm>
            <a:custGeom>
              <a:avLst/>
              <a:gdLst>
                <a:gd name="T0" fmla="*/ 92 w 102"/>
                <a:gd name="T1" fmla="*/ 14 h 186"/>
                <a:gd name="T2" fmla="*/ 67 w 102"/>
                <a:gd name="T3" fmla="*/ 0 h 186"/>
                <a:gd name="T4" fmla="*/ 57 w 102"/>
                <a:gd name="T5" fmla="*/ 26 h 186"/>
                <a:gd name="T6" fmla="*/ 56 w 102"/>
                <a:gd name="T7" fmla="*/ 11 h 186"/>
                <a:gd name="T8" fmla="*/ 49 w 102"/>
                <a:gd name="T9" fmla="*/ 11 h 186"/>
                <a:gd name="T10" fmla="*/ 49 w 102"/>
                <a:gd name="T11" fmla="*/ 26 h 186"/>
                <a:gd name="T12" fmla="*/ 39 w 102"/>
                <a:gd name="T13" fmla="*/ 0 h 186"/>
                <a:gd name="T14" fmla="*/ 13 w 102"/>
                <a:gd name="T15" fmla="*/ 14 h 186"/>
                <a:gd name="T16" fmla="*/ 1 w 102"/>
                <a:gd name="T17" fmla="*/ 85 h 186"/>
                <a:gd name="T18" fmla="*/ 9 w 102"/>
                <a:gd name="T19" fmla="*/ 94 h 186"/>
                <a:gd name="T20" fmla="*/ 19 w 102"/>
                <a:gd name="T21" fmla="*/ 85 h 186"/>
                <a:gd name="T22" fmla="*/ 25 w 102"/>
                <a:gd name="T23" fmla="*/ 36 h 186"/>
                <a:gd name="T24" fmla="*/ 26 w 102"/>
                <a:gd name="T25" fmla="*/ 89 h 186"/>
                <a:gd name="T26" fmla="*/ 31 w 102"/>
                <a:gd name="T27" fmla="*/ 89 h 186"/>
                <a:gd name="T28" fmla="*/ 31 w 102"/>
                <a:gd name="T29" fmla="*/ 175 h 186"/>
                <a:gd name="T30" fmla="*/ 41 w 102"/>
                <a:gd name="T31" fmla="*/ 186 h 186"/>
                <a:gd name="T32" fmla="*/ 51 w 102"/>
                <a:gd name="T33" fmla="*/ 175 h 186"/>
                <a:gd name="T34" fmla="*/ 51 w 102"/>
                <a:gd name="T35" fmla="*/ 89 h 186"/>
                <a:gd name="T36" fmla="*/ 55 w 102"/>
                <a:gd name="T37" fmla="*/ 89 h 186"/>
                <a:gd name="T38" fmla="*/ 55 w 102"/>
                <a:gd name="T39" fmla="*/ 175 h 186"/>
                <a:gd name="T40" fmla="*/ 65 w 102"/>
                <a:gd name="T41" fmla="*/ 186 h 186"/>
                <a:gd name="T42" fmla="*/ 76 w 102"/>
                <a:gd name="T43" fmla="*/ 175 h 186"/>
                <a:gd name="T44" fmla="*/ 76 w 102"/>
                <a:gd name="T45" fmla="*/ 89 h 186"/>
                <a:gd name="T46" fmla="*/ 80 w 102"/>
                <a:gd name="T47" fmla="*/ 89 h 186"/>
                <a:gd name="T48" fmla="*/ 81 w 102"/>
                <a:gd name="T49" fmla="*/ 36 h 186"/>
                <a:gd name="T50" fmla="*/ 87 w 102"/>
                <a:gd name="T51" fmla="*/ 85 h 186"/>
                <a:gd name="T52" fmla="*/ 96 w 102"/>
                <a:gd name="T53" fmla="*/ 94 h 186"/>
                <a:gd name="T54" fmla="*/ 98 w 102"/>
                <a:gd name="T55" fmla="*/ 94 h 186"/>
                <a:gd name="T56" fmla="*/ 102 w 102"/>
                <a:gd name="T57" fmla="*/ 72 h 186"/>
                <a:gd name="T58" fmla="*/ 92 w 102"/>
                <a:gd name="T59" fmla="*/ 14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2" h="186">
                  <a:moveTo>
                    <a:pt x="92" y="14"/>
                  </a:moveTo>
                  <a:cubicBezTo>
                    <a:pt x="92" y="14"/>
                    <a:pt x="92" y="0"/>
                    <a:pt x="67" y="0"/>
                  </a:cubicBezTo>
                  <a:cubicBezTo>
                    <a:pt x="57" y="26"/>
                    <a:pt x="57" y="26"/>
                    <a:pt x="57" y="26"/>
                  </a:cubicBezTo>
                  <a:cubicBezTo>
                    <a:pt x="56" y="11"/>
                    <a:pt x="56" y="11"/>
                    <a:pt x="56" y="11"/>
                  </a:cubicBezTo>
                  <a:cubicBezTo>
                    <a:pt x="49" y="11"/>
                    <a:pt x="49" y="11"/>
                    <a:pt x="49" y="11"/>
                  </a:cubicBezTo>
                  <a:cubicBezTo>
                    <a:pt x="49" y="26"/>
                    <a:pt x="49" y="26"/>
                    <a:pt x="49" y="26"/>
                  </a:cubicBezTo>
                  <a:cubicBezTo>
                    <a:pt x="39" y="0"/>
                    <a:pt x="39" y="0"/>
                    <a:pt x="39" y="0"/>
                  </a:cubicBezTo>
                  <a:cubicBezTo>
                    <a:pt x="13" y="0"/>
                    <a:pt x="13" y="14"/>
                    <a:pt x="13" y="14"/>
                  </a:cubicBezTo>
                  <a:cubicBezTo>
                    <a:pt x="1" y="85"/>
                    <a:pt x="1" y="85"/>
                    <a:pt x="1" y="85"/>
                  </a:cubicBezTo>
                  <a:cubicBezTo>
                    <a:pt x="0" y="92"/>
                    <a:pt x="5" y="94"/>
                    <a:pt x="9" y="94"/>
                  </a:cubicBezTo>
                  <a:cubicBezTo>
                    <a:pt x="14" y="94"/>
                    <a:pt x="18" y="91"/>
                    <a:pt x="19" y="85"/>
                  </a:cubicBezTo>
                  <a:cubicBezTo>
                    <a:pt x="25" y="36"/>
                    <a:pt x="25" y="36"/>
                    <a:pt x="25" y="36"/>
                  </a:cubicBezTo>
                  <a:cubicBezTo>
                    <a:pt x="26" y="89"/>
                    <a:pt x="26" y="89"/>
                    <a:pt x="26" y="89"/>
                  </a:cubicBezTo>
                  <a:cubicBezTo>
                    <a:pt x="31" y="89"/>
                    <a:pt x="31" y="89"/>
                    <a:pt x="31" y="89"/>
                  </a:cubicBezTo>
                  <a:cubicBezTo>
                    <a:pt x="31" y="175"/>
                    <a:pt x="31" y="175"/>
                    <a:pt x="31" y="175"/>
                  </a:cubicBezTo>
                  <a:cubicBezTo>
                    <a:pt x="31" y="181"/>
                    <a:pt x="35" y="186"/>
                    <a:pt x="41" y="186"/>
                  </a:cubicBezTo>
                  <a:cubicBezTo>
                    <a:pt x="47" y="186"/>
                    <a:pt x="51" y="181"/>
                    <a:pt x="51" y="175"/>
                  </a:cubicBezTo>
                  <a:cubicBezTo>
                    <a:pt x="51" y="89"/>
                    <a:pt x="51" y="89"/>
                    <a:pt x="51" y="89"/>
                  </a:cubicBezTo>
                  <a:cubicBezTo>
                    <a:pt x="55" y="89"/>
                    <a:pt x="55" y="89"/>
                    <a:pt x="55" y="89"/>
                  </a:cubicBezTo>
                  <a:cubicBezTo>
                    <a:pt x="55" y="175"/>
                    <a:pt x="55" y="175"/>
                    <a:pt x="55" y="175"/>
                  </a:cubicBezTo>
                  <a:cubicBezTo>
                    <a:pt x="55" y="181"/>
                    <a:pt x="60" y="186"/>
                    <a:pt x="65" y="186"/>
                  </a:cubicBezTo>
                  <a:cubicBezTo>
                    <a:pt x="71" y="186"/>
                    <a:pt x="76" y="181"/>
                    <a:pt x="76" y="175"/>
                  </a:cubicBezTo>
                  <a:cubicBezTo>
                    <a:pt x="76" y="89"/>
                    <a:pt x="76" y="89"/>
                    <a:pt x="76" y="89"/>
                  </a:cubicBezTo>
                  <a:cubicBezTo>
                    <a:pt x="80" y="89"/>
                    <a:pt x="80" y="89"/>
                    <a:pt x="80" y="89"/>
                  </a:cubicBezTo>
                  <a:cubicBezTo>
                    <a:pt x="81" y="36"/>
                    <a:pt x="81" y="36"/>
                    <a:pt x="81" y="36"/>
                  </a:cubicBezTo>
                  <a:cubicBezTo>
                    <a:pt x="87" y="85"/>
                    <a:pt x="87" y="85"/>
                    <a:pt x="87" y="85"/>
                  </a:cubicBezTo>
                  <a:cubicBezTo>
                    <a:pt x="88" y="91"/>
                    <a:pt x="92" y="94"/>
                    <a:pt x="96" y="94"/>
                  </a:cubicBezTo>
                  <a:cubicBezTo>
                    <a:pt x="97" y="94"/>
                    <a:pt x="97" y="94"/>
                    <a:pt x="98" y="94"/>
                  </a:cubicBezTo>
                  <a:cubicBezTo>
                    <a:pt x="102" y="72"/>
                    <a:pt x="102" y="72"/>
                    <a:pt x="102" y="72"/>
                  </a:cubicBezTo>
                  <a:lnTo>
                    <a:pt x="92" y="14"/>
                  </a:lnTo>
                  <a:close/>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79" name="Oval 29"/>
            <p:cNvSpPr>
              <a:spLocks noChangeArrowheads="1"/>
            </p:cNvSpPr>
            <p:nvPr/>
          </p:nvSpPr>
          <p:spPr bwMode="auto">
            <a:xfrm>
              <a:off x="3930651" y="150813"/>
              <a:ext cx="166688" cy="166687"/>
            </a:xfrm>
            <a:prstGeom prst="ellipse">
              <a:avLst/>
            </a:pr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80" name="Freeform 30"/>
            <p:cNvSpPr>
              <a:spLocks/>
            </p:cNvSpPr>
            <p:nvPr/>
          </p:nvSpPr>
          <p:spPr bwMode="auto">
            <a:xfrm>
              <a:off x="3998913" y="328613"/>
              <a:ext cx="33338" cy="30162"/>
            </a:xfrm>
            <a:custGeom>
              <a:avLst/>
              <a:gdLst>
                <a:gd name="T0" fmla="*/ 19 w 21"/>
                <a:gd name="T1" fmla="*/ 19 h 19"/>
                <a:gd name="T2" fmla="*/ 2 w 21"/>
                <a:gd name="T3" fmla="*/ 19 h 19"/>
                <a:gd name="T4" fmla="*/ 0 w 21"/>
                <a:gd name="T5" fmla="*/ 0 h 19"/>
                <a:gd name="T6" fmla="*/ 21 w 21"/>
                <a:gd name="T7" fmla="*/ 0 h 19"/>
                <a:gd name="T8" fmla="*/ 19 w 21"/>
                <a:gd name="T9" fmla="*/ 19 h 19"/>
              </a:gdLst>
              <a:ahLst/>
              <a:cxnLst>
                <a:cxn ang="0">
                  <a:pos x="T0" y="T1"/>
                </a:cxn>
                <a:cxn ang="0">
                  <a:pos x="T2" y="T3"/>
                </a:cxn>
                <a:cxn ang="0">
                  <a:pos x="T4" y="T5"/>
                </a:cxn>
                <a:cxn ang="0">
                  <a:pos x="T6" y="T7"/>
                </a:cxn>
                <a:cxn ang="0">
                  <a:pos x="T8" y="T9"/>
                </a:cxn>
              </a:cxnLst>
              <a:rect l="0" t="0" r="r" b="b"/>
              <a:pathLst>
                <a:path w="21" h="19">
                  <a:moveTo>
                    <a:pt x="19" y="19"/>
                  </a:moveTo>
                  <a:lnTo>
                    <a:pt x="2" y="19"/>
                  </a:lnTo>
                  <a:lnTo>
                    <a:pt x="0" y="0"/>
                  </a:lnTo>
                  <a:lnTo>
                    <a:pt x="21" y="0"/>
                  </a:lnTo>
                  <a:lnTo>
                    <a:pt x="19" y="19"/>
                  </a:lnTo>
                  <a:close/>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81" name="Freeform 31"/>
            <p:cNvSpPr>
              <a:spLocks/>
            </p:cNvSpPr>
            <p:nvPr/>
          </p:nvSpPr>
          <p:spPr bwMode="auto">
            <a:xfrm>
              <a:off x="3765551" y="898525"/>
              <a:ext cx="504825" cy="244475"/>
            </a:xfrm>
            <a:custGeom>
              <a:avLst/>
              <a:gdLst>
                <a:gd name="T0" fmla="*/ 34 w 134"/>
                <a:gd name="T1" fmla="*/ 0 h 65"/>
                <a:gd name="T2" fmla="*/ 36 w 134"/>
                <a:gd name="T3" fmla="*/ 0 h 65"/>
                <a:gd name="T4" fmla="*/ 36 w 134"/>
                <a:gd name="T5" fmla="*/ 22 h 65"/>
                <a:gd name="T6" fmla="*/ 54 w 134"/>
                <a:gd name="T7" fmla="*/ 40 h 65"/>
                <a:gd name="T8" fmla="*/ 66 w 134"/>
                <a:gd name="T9" fmla="*/ 36 h 65"/>
                <a:gd name="T10" fmla="*/ 78 w 134"/>
                <a:gd name="T11" fmla="*/ 40 h 65"/>
                <a:gd name="T12" fmla="*/ 96 w 134"/>
                <a:gd name="T13" fmla="*/ 22 h 65"/>
                <a:gd name="T14" fmla="*/ 96 w 134"/>
                <a:gd name="T15" fmla="*/ 0 h 65"/>
                <a:gd name="T16" fmla="*/ 100 w 134"/>
                <a:gd name="T17" fmla="*/ 0 h 65"/>
                <a:gd name="T18" fmla="*/ 134 w 134"/>
                <a:gd name="T19" fmla="*/ 33 h 65"/>
                <a:gd name="T20" fmla="*/ 100 w 134"/>
                <a:gd name="T21" fmla="*/ 65 h 65"/>
                <a:gd name="T22" fmla="*/ 34 w 134"/>
                <a:gd name="T23" fmla="*/ 65 h 65"/>
                <a:gd name="T24" fmla="*/ 0 w 134"/>
                <a:gd name="T25" fmla="*/ 33 h 65"/>
                <a:gd name="T26" fmla="*/ 34 w 134"/>
                <a:gd name="T27"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4" h="65">
                  <a:moveTo>
                    <a:pt x="34" y="0"/>
                  </a:moveTo>
                  <a:cubicBezTo>
                    <a:pt x="36" y="0"/>
                    <a:pt x="36" y="0"/>
                    <a:pt x="36" y="0"/>
                  </a:cubicBezTo>
                  <a:cubicBezTo>
                    <a:pt x="36" y="22"/>
                    <a:pt x="36" y="22"/>
                    <a:pt x="36" y="22"/>
                  </a:cubicBezTo>
                  <a:cubicBezTo>
                    <a:pt x="36" y="32"/>
                    <a:pt x="44" y="40"/>
                    <a:pt x="54" y="40"/>
                  </a:cubicBezTo>
                  <a:cubicBezTo>
                    <a:pt x="59" y="40"/>
                    <a:pt x="63" y="39"/>
                    <a:pt x="66" y="36"/>
                  </a:cubicBezTo>
                  <a:cubicBezTo>
                    <a:pt x="69" y="39"/>
                    <a:pt x="73" y="40"/>
                    <a:pt x="78" y="40"/>
                  </a:cubicBezTo>
                  <a:cubicBezTo>
                    <a:pt x="88" y="40"/>
                    <a:pt x="96" y="32"/>
                    <a:pt x="96" y="22"/>
                  </a:cubicBezTo>
                  <a:cubicBezTo>
                    <a:pt x="96" y="0"/>
                    <a:pt x="96" y="0"/>
                    <a:pt x="96" y="0"/>
                  </a:cubicBezTo>
                  <a:cubicBezTo>
                    <a:pt x="100" y="0"/>
                    <a:pt x="100" y="0"/>
                    <a:pt x="100" y="0"/>
                  </a:cubicBezTo>
                  <a:cubicBezTo>
                    <a:pt x="134" y="33"/>
                    <a:pt x="134" y="33"/>
                    <a:pt x="134" y="33"/>
                  </a:cubicBezTo>
                  <a:cubicBezTo>
                    <a:pt x="100" y="65"/>
                    <a:pt x="100" y="65"/>
                    <a:pt x="100" y="65"/>
                  </a:cubicBezTo>
                  <a:cubicBezTo>
                    <a:pt x="34" y="65"/>
                    <a:pt x="34" y="65"/>
                    <a:pt x="34" y="65"/>
                  </a:cubicBezTo>
                  <a:cubicBezTo>
                    <a:pt x="0" y="33"/>
                    <a:pt x="0" y="33"/>
                    <a:pt x="0" y="33"/>
                  </a:cubicBezTo>
                  <a:lnTo>
                    <a:pt x="34" y="0"/>
                  </a:lnTo>
                  <a:close/>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82" name="Freeform 32"/>
            <p:cNvSpPr>
              <a:spLocks/>
            </p:cNvSpPr>
            <p:nvPr/>
          </p:nvSpPr>
          <p:spPr bwMode="auto">
            <a:xfrm>
              <a:off x="3829051" y="320675"/>
              <a:ext cx="384175" cy="701675"/>
            </a:xfrm>
            <a:custGeom>
              <a:avLst/>
              <a:gdLst>
                <a:gd name="T0" fmla="*/ 10 w 102"/>
                <a:gd name="T1" fmla="*/ 14 h 186"/>
                <a:gd name="T2" fmla="*/ 35 w 102"/>
                <a:gd name="T3" fmla="*/ 0 h 186"/>
                <a:gd name="T4" fmla="*/ 46 w 102"/>
                <a:gd name="T5" fmla="*/ 26 h 186"/>
                <a:gd name="T6" fmla="*/ 46 w 102"/>
                <a:gd name="T7" fmla="*/ 11 h 186"/>
                <a:gd name="T8" fmla="*/ 53 w 102"/>
                <a:gd name="T9" fmla="*/ 11 h 186"/>
                <a:gd name="T10" fmla="*/ 53 w 102"/>
                <a:gd name="T11" fmla="*/ 26 h 186"/>
                <a:gd name="T12" fmla="*/ 64 w 102"/>
                <a:gd name="T13" fmla="*/ 0 h 186"/>
                <a:gd name="T14" fmla="*/ 89 w 102"/>
                <a:gd name="T15" fmla="*/ 14 h 186"/>
                <a:gd name="T16" fmla="*/ 101 w 102"/>
                <a:gd name="T17" fmla="*/ 85 h 186"/>
                <a:gd name="T18" fmla="*/ 93 w 102"/>
                <a:gd name="T19" fmla="*/ 94 h 186"/>
                <a:gd name="T20" fmla="*/ 83 w 102"/>
                <a:gd name="T21" fmla="*/ 85 h 186"/>
                <a:gd name="T22" fmla="*/ 77 w 102"/>
                <a:gd name="T23" fmla="*/ 36 h 186"/>
                <a:gd name="T24" fmla="*/ 76 w 102"/>
                <a:gd name="T25" fmla="*/ 89 h 186"/>
                <a:gd name="T26" fmla="*/ 71 w 102"/>
                <a:gd name="T27" fmla="*/ 89 h 186"/>
                <a:gd name="T28" fmla="*/ 71 w 102"/>
                <a:gd name="T29" fmla="*/ 175 h 186"/>
                <a:gd name="T30" fmla="*/ 61 w 102"/>
                <a:gd name="T31" fmla="*/ 186 h 186"/>
                <a:gd name="T32" fmla="*/ 51 w 102"/>
                <a:gd name="T33" fmla="*/ 175 h 186"/>
                <a:gd name="T34" fmla="*/ 51 w 102"/>
                <a:gd name="T35" fmla="*/ 89 h 186"/>
                <a:gd name="T36" fmla="*/ 47 w 102"/>
                <a:gd name="T37" fmla="*/ 89 h 186"/>
                <a:gd name="T38" fmla="*/ 47 w 102"/>
                <a:gd name="T39" fmla="*/ 175 h 186"/>
                <a:gd name="T40" fmla="*/ 37 w 102"/>
                <a:gd name="T41" fmla="*/ 186 h 186"/>
                <a:gd name="T42" fmla="*/ 27 w 102"/>
                <a:gd name="T43" fmla="*/ 175 h 186"/>
                <a:gd name="T44" fmla="*/ 27 w 102"/>
                <a:gd name="T45" fmla="*/ 89 h 186"/>
                <a:gd name="T46" fmla="*/ 22 w 102"/>
                <a:gd name="T47" fmla="*/ 89 h 186"/>
                <a:gd name="T48" fmla="*/ 22 w 102"/>
                <a:gd name="T49" fmla="*/ 36 h 186"/>
                <a:gd name="T50" fmla="*/ 15 w 102"/>
                <a:gd name="T51" fmla="*/ 85 h 186"/>
                <a:gd name="T52" fmla="*/ 6 w 102"/>
                <a:gd name="T53" fmla="*/ 94 h 186"/>
                <a:gd name="T54" fmla="*/ 4 w 102"/>
                <a:gd name="T55" fmla="*/ 94 h 186"/>
                <a:gd name="T56" fmla="*/ 0 w 102"/>
                <a:gd name="T57" fmla="*/ 72 h 186"/>
                <a:gd name="T58" fmla="*/ 10 w 102"/>
                <a:gd name="T59" fmla="*/ 14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2" h="186">
                  <a:moveTo>
                    <a:pt x="10" y="14"/>
                  </a:moveTo>
                  <a:cubicBezTo>
                    <a:pt x="10" y="14"/>
                    <a:pt x="10" y="0"/>
                    <a:pt x="35" y="0"/>
                  </a:cubicBezTo>
                  <a:cubicBezTo>
                    <a:pt x="46" y="26"/>
                    <a:pt x="46" y="26"/>
                    <a:pt x="46" y="26"/>
                  </a:cubicBezTo>
                  <a:cubicBezTo>
                    <a:pt x="46" y="11"/>
                    <a:pt x="46" y="11"/>
                    <a:pt x="46" y="11"/>
                  </a:cubicBezTo>
                  <a:cubicBezTo>
                    <a:pt x="53" y="11"/>
                    <a:pt x="53" y="11"/>
                    <a:pt x="53" y="11"/>
                  </a:cubicBezTo>
                  <a:cubicBezTo>
                    <a:pt x="53" y="26"/>
                    <a:pt x="53" y="26"/>
                    <a:pt x="53" y="26"/>
                  </a:cubicBezTo>
                  <a:cubicBezTo>
                    <a:pt x="64" y="0"/>
                    <a:pt x="64" y="0"/>
                    <a:pt x="64" y="0"/>
                  </a:cubicBezTo>
                  <a:cubicBezTo>
                    <a:pt x="89" y="0"/>
                    <a:pt x="89" y="14"/>
                    <a:pt x="89" y="14"/>
                  </a:cubicBezTo>
                  <a:cubicBezTo>
                    <a:pt x="101" y="85"/>
                    <a:pt x="101" y="85"/>
                    <a:pt x="101" y="85"/>
                  </a:cubicBezTo>
                  <a:cubicBezTo>
                    <a:pt x="102" y="92"/>
                    <a:pt x="97" y="94"/>
                    <a:pt x="93" y="94"/>
                  </a:cubicBezTo>
                  <a:cubicBezTo>
                    <a:pt x="89" y="94"/>
                    <a:pt x="84" y="91"/>
                    <a:pt x="83" y="85"/>
                  </a:cubicBezTo>
                  <a:cubicBezTo>
                    <a:pt x="77" y="36"/>
                    <a:pt x="77" y="36"/>
                    <a:pt x="77" y="36"/>
                  </a:cubicBezTo>
                  <a:cubicBezTo>
                    <a:pt x="76" y="89"/>
                    <a:pt x="76" y="89"/>
                    <a:pt x="76" y="89"/>
                  </a:cubicBezTo>
                  <a:cubicBezTo>
                    <a:pt x="71" y="89"/>
                    <a:pt x="71" y="89"/>
                    <a:pt x="71" y="89"/>
                  </a:cubicBezTo>
                  <a:cubicBezTo>
                    <a:pt x="71" y="175"/>
                    <a:pt x="71" y="175"/>
                    <a:pt x="71" y="175"/>
                  </a:cubicBezTo>
                  <a:cubicBezTo>
                    <a:pt x="71" y="181"/>
                    <a:pt x="67" y="186"/>
                    <a:pt x="61" y="186"/>
                  </a:cubicBezTo>
                  <a:cubicBezTo>
                    <a:pt x="55" y="186"/>
                    <a:pt x="51" y="181"/>
                    <a:pt x="51" y="175"/>
                  </a:cubicBezTo>
                  <a:cubicBezTo>
                    <a:pt x="51" y="89"/>
                    <a:pt x="51" y="89"/>
                    <a:pt x="51" y="89"/>
                  </a:cubicBezTo>
                  <a:cubicBezTo>
                    <a:pt x="47" y="89"/>
                    <a:pt x="47" y="89"/>
                    <a:pt x="47" y="89"/>
                  </a:cubicBezTo>
                  <a:cubicBezTo>
                    <a:pt x="47" y="175"/>
                    <a:pt x="47" y="175"/>
                    <a:pt x="47" y="175"/>
                  </a:cubicBezTo>
                  <a:cubicBezTo>
                    <a:pt x="47" y="181"/>
                    <a:pt x="43" y="186"/>
                    <a:pt x="37" y="186"/>
                  </a:cubicBezTo>
                  <a:cubicBezTo>
                    <a:pt x="31" y="186"/>
                    <a:pt x="27" y="181"/>
                    <a:pt x="27" y="175"/>
                  </a:cubicBezTo>
                  <a:cubicBezTo>
                    <a:pt x="27" y="89"/>
                    <a:pt x="27" y="89"/>
                    <a:pt x="27" y="89"/>
                  </a:cubicBezTo>
                  <a:cubicBezTo>
                    <a:pt x="22" y="89"/>
                    <a:pt x="22" y="89"/>
                    <a:pt x="22" y="89"/>
                  </a:cubicBezTo>
                  <a:cubicBezTo>
                    <a:pt x="22" y="36"/>
                    <a:pt x="22" y="36"/>
                    <a:pt x="22" y="36"/>
                  </a:cubicBezTo>
                  <a:cubicBezTo>
                    <a:pt x="15" y="85"/>
                    <a:pt x="15" y="85"/>
                    <a:pt x="15" y="85"/>
                  </a:cubicBezTo>
                  <a:cubicBezTo>
                    <a:pt x="14" y="91"/>
                    <a:pt x="10" y="94"/>
                    <a:pt x="6" y="94"/>
                  </a:cubicBezTo>
                  <a:cubicBezTo>
                    <a:pt x="5" y="94"/>
                    <a:pt x="5" y="94"/>
                    <a:pt x="4" y="94"/>
                  </a:cubicBezTo>
                  <a:cubicBezTo>
                    <a:pt x="0" y="72"/>
                    <a:pt x="0" y="72"/>
                    <a:pt x="0" y="72"/>
                  </a:cubicBezTo>
                  <a:lnTo>
                    <a:pt x="10" y="14"/>
                  </a:lnTo>
                  <a:close/>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183" name="组合 182"/>
          <p:cNvGrpSpPr>
            <a:grpSpLocks noChangeAspect="1"/>
          </p:cNvGrpSpPr>
          <p:nvPr/>
        </p:nvGrpSpPr>
        <p:grpSpPr>
          <a:xfrm>
            <a:off x="10548090" y="3786106"/>
            <a:ext cx="1028700" cy="1046778"/>
            <a:chOff x="642945" y="2709069"/>
            <a:chExt cx="1897063" cy="1930400"/>
          </a:xfrm>
        </p:grpSpPr>
        <p:sp>
          <p:nvSpPr>
            <p:cNvPr id="184" name="Freeform 5"/>
            <p:cNvSpPr>
              <a:spLocks/>
            </p:cNvSpPr>
            <p:nvPr/>
          </p:nvSpPr>
          <p:spPr bwMode="auto">
            <a:xfrm>
              <a:off x="642945" y="2863056"/>
              <a:ext cx="1897063" cy="1776413"/>
            </a:xfrm>
            <a:custGeom>
              <a:avLst/>
              <a:gdLst>
                <a:gd name="T0" fmla="*/ 492 w 1195"/>
                <a:gd name="T1" fmla="*/ 1119 h 1119"/>
                <a:gd name="T2" fmla="*/ 0 w 1195"/>
                <a:gd name="T3" fmla="*/ 626 h 1119"/>
                <a:gd name="T4" fmla="*/ 12 w 1195"/>
                <a:gd name="T5" fmla="*/ 511 h 1119"/>
                <a:gd name="T6" fmla="*/ 76 w 1195"/>
                <a:gd name="T7" fmla="*/ 480 h 1119"/>
                <a:gd name="T8" fmla="*/ 132 w 1195"/>
                <a:gd name="T9" fmla="*/ 544 h 1119"/>
                <a:gd name="T10" fmla="*/ 175 w 1195"/>
                <a:gd name="T11" fmla="*/ 385 h 1119"/>
                <a:gd name="T12" fmla="*/ 225 w 1195"/>
                <a:gd name="T13" fmla="*/ 451 h 1119"/>
                <a:gd name="T14" fmla="*/ 232 w 1195"/>
                <a:gd name="T15" fmla="*/ 390 h 1119"/>
                <a:gd name="T16" fmla="*/ 189 w 1195"/>
                <a:gd name="T17" fmla="*/ 338 h 1119"/>
                <a:gd name="T18" fmla="*/ 182 w 1195"/>
                <a:gd name="T19" fmla="*/ 246 h 1119"/>
                <a:gd name="T20" fmla="*/ 360 w 1195"/>
                <a:gd name="T21" fmla="*/ 94 h 1119"/>
                <a:gd name="T22" fmla="*/ 402 w 1195"/>
                <a:gd name="T23" fmla="*/ 0 h 1119"/>
                <a:gd name="T24" fmla="*/ 480 w 1195"/>
                <a:gd name="T25" fmla="*/ 82 h 1119"/>
                <a:gd name="T26" fmla="*/ 551 w 1195"/>
                <a:gd name="T27" fmla="*/ 153 h 1119"/>
                <a:gd name="T28" fmla="*/ 504 w 1195"/>
                <a:gd name="T29" fmla="*/ 92 h 1119"/>
                <a:gd name="T30" fmla="*/ 499 w 1195"/>
                <a:gd name="T31" fmla="*/ 9 h 1119"/>
                <a:gd name="T32" fmla="*/ 570 w 1195"/>
                <a:gd name="T33" fmla="*/ 16 h 1119"/>
                <a:gd name="T34" fmla="*/ 1195 w 1195"/>
                <a:gd name="T35" fmla="*/ 641 h 1119"/>
                <a:gd name="T36" fmla="*/ 492 w 1195"/>
                <a:gd name="T37" fmla="*/ 1119 h 1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95" h="1119">
                  <a:moveTo>
                    <a:pt x="492" y="1119"/>
                  </a:moveTo>
                  <a:lnTo>
                    <a:pt x="0" y="626"/>
                  </a:lnTo>
                  <a:lnTo>
                    <a:pt x="12" y="511"/>
                  </a:lnTo>
                  <a:lnTo>
                    <a:pt x="76" y="480"/>
                  </a:lnTo>
                  <a:lnTo>
                    <a:pt x="132" y="544"/>
                  </a:lnTo>
                  <a:lnTo>
                    <a:pt x="175" y="385"/>
                  </a:lnTo>
                  <a:lnTo>
                    <a:pt x="225" y="451"/>
                  </a:lnTo>
                  <a:lnTo>
                    <a:pt x="232" y="390"/>
                  </a:lnTo>
                  <a:lnTo>
                    <a:pt x="189" y="338"/>
                  </a:lnTo>
                  <a:lnTo>
                    <a:pt x="182" y="246"/>
                  </a:lnTo>
                  <a:lnTo>
                    <a:pt x="360" y="94"/>
                  </a:lnTo>
                  <a:lnTo>
                    <a:pt x="402" y="0"/>
                  </a:lnTo>
                  <a:lnTo>
                    <a:pt x="480" y="82"/>
                  </a:lnTo>
                  <a:lnTo>
                    <a:pt x="551" y="153"/>
                  </a:lnTo>
                  <a:lnTo>
                    <a:pt x="504" y="92"/>
                  </a:lnTo>
                  <a:lnTo>
                    <a:pt x="499" y="9"/>
                  </a:lnTo>
                  <a:lnTo>
                    <a:pt x="570" y="16"/>
                  </a:lnTo>
                  <a:lnTo>
                    <a:pt x="1195" y="641"/>
                  </a:lnTo>
                  <a:lnTo>
                    <a:pt x="492" y="1119"/>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5" name="Freeform 6"/>
            <p:cNvSpPr>
              <a:spLocks/>
            </p:cNvSpPr>
            <p:nvPr/>
          </p:nvSpPr>
          <p:spPr bwMode="auto">
            <a:xfrm>
              <a:off x="1273183" y="2709069"/>
              <a:ext cx="274638" cy="300038"/>
            </a:xfrm>
            <a:custGeom>
              <a:avLst/>
              <a:gdLst>
                <a:gd name="T0" fmla="*/ 0 w 173"/>
                <a:gd name="T1" fmla="*/ 73 h 189"/>
                <a:gd name="T2" fmla="*/ 64 w 173"/>
                <a:gd name="T3" fmla="*/ 0 h 189"/>
                <a:gd name="T4" fmla="*/ 173 w 173"/>
                <a:gd name="T5" fmla="*/ 113 h 189"/>
                <a:gd name="T6" fmla="*/ 107 w 173"/>
                <a:gd name="T7" fmla="*/ 189 h 189"/>
                <a:gd name="T8" fmla="*/ 0 w 173"/>
                <a:gd name="T9" fmla="*/ 73 h 189"/>
              </a:gdLst>
              <a:ahLst/>
              <a:cxnLst>
                <a:cxn ang="0">
                  <a:pos x="T0" y="T1"/>
                </a:cxn>
                <a:cxn ang="0">
                  <a:pos x="T2" y="T3"/>
                </a:cxn>
                <a:cxn ang="0">
                  <a:pos x="T4" y="T5"/>
                </a:cxn>
                <a:cxn ang="0">
                  <a:pos x="T6" y="T7"/>
                </a:cxn>
                <a:cxn ang="0">
                  <a:pos x="T8" y="T9"/>
                </a:cxn>
              </a:cxnLst>
              <a:rect l="0" t="0" r="r" b="b"/>
              <a:pathLst>
                <a:path w="173" h="189">
                  <a:moveTo>
                    <a:pt x="0" y="73"/>
                  </a:moveTo>
                  <a:lnTo>
                    <a:pt x="64" y="0"/>
                  </a:lnTo>
                  <a:lnTo>
                    <a:pt x="173" y="113"/>
                  </a:lnTo>
                  <a:lnTo>
                    <a:pt x="107" y="189"/>
                  </a:lnTo>
                  <a:lnTo>
                    <a:pt x="0" y="73"/>
                  </a:lnTo>
                  <a:close/>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86" name="Freeform 7"/>
            <p:cNvSpPr>
              <a:spLocks/>
            </p:cNvSpPr>
            <p:nvPr/>
          </p:nvSpPr>
          <p:spPr bwMode="auto">
            <a:xfrm>
              <a:off x="920758" y="2863056"/>
              <a:ext cx="484188" cy="536575"/>
            </a:xfrm>
            <a:custGeom>
              <a:avLst/>
              <a:gdLst>
                <a:gd name="T0" fmla="*/ 96 w 129"/>
                <a:gd name="T1" fmla="*/ 0 h 143"/>
                <a:gd name="T2" fmla="*/ 86 w 129"/>
                <a:gd name="T3" fmla="*/ 13 h 143"/>
                <a:gd name="T4" fmla="*/ 30 w 129"/>
                <a:gd name="T5" fmla="*/ 41 h 143"/>
                <a:gd name="T6" fmla="*/ 17 w 129"/>
                <a:gd name="T7" fmla="*/ 50 h 143"/>
                <a:gd name="T8" fmla="*/ 2 w 129"/>
                <a:gd name="T9" fmla="*/ 95 h 143"/>
                <a:gd name="T10" fmla="*/ 1 w 129"/>
                <a:gd name="T11" fmla="*/ 104 h 143"/>
                <a:gd name="T12" fmla="*/ 5 w 129"/>
                <a:gd name="T13" fmla="*/ 139 h 143"/>
                <a:gd name="T14" fmla="*/ 5 w 129"/>
                <a:gd name="T15" fmla="*/ 139 h 143"/>
                <a:gd name="T16" fmla="*/ 5 w 129"/>
                <a:gd name="T17" fmla="*/ 139 h 143"/>
                <a:gd name="T18" fmla="*/ 6 w 129"/>
                <a:gd name="T19" fmla="*/ 143 h 143"/>
                <a:gd name="T20" fmla="*/ 6 w 129"/>
                <a:gd name="T21" fmla="*/ 110 h 143"/>
                <a:gd name="T22" fmla="*/ 28 w 129"/>
                <a:gd name="T23" fmla="*/ 110 h 143"/>
                <a:gd name="T24" fmla="*/ 27 w 129"/>
                <a:gd name="T25" fmla="*/ 102 h 143"/>
                <a:gd name="T26" fmla="*/ 41 w 129"/>
                <a:gd name="T27" fmla="*/ 79 h 143"/>
                <a:gd name="T28" fmla="*/ 55 w 129"/>
                <a:gd name="T29" fmla="*/ 84 h 143"/>
                <a:gd name="T30" fmla="*/ 51 w 129"/>
                <a:gd name="T31" fmla="*/ 94 h 143"/>
                <a:gd name="T32" fmla="*/ 37 w 129"/>
                <a:gd name="T33" fmla="*/ 113 h 143"/>
                <a:gd name="T34" fmla="*/ 38 w 129"/>
                <a:gd name="T35" fmla="*/ 127 h 143"/>
                <a:gd name="T36" fmla="*/ 45 w 129"/>
                <a:gd name="T37" fmla="*/ 129 h 143"/>
                <a:gd name="T38" fmla="*/ 56 w 129"/>
                <a:gd name="T39" fmla="*/ 125 h 143"/>
                <a:gd name="T40" fmla="*/ 57 w 129"/>
                <a:gd name="T41" fmla="*/ 124 h 143"/>
                <a:gd name="T42" fmla="*/ 57 w 129"/>
                <a:gd name="T43" fmla="*/ 124 h 143"/>
                <a:gd name="T44" fmla="*/ 86 w 129"/>
                <a:gd name="T45" fmla="*/ 96 h 143"/>
                <a:gd name="T46" fmla="*/ 118 w 129"/>
                <a:gd name="T47" fmla="*/ 49 h 143"/>
                <a:gd name="T48" fmla="*/ 129 w 129"/>
                <a:gd name="T49" fmla="*/ 35 h 143"/>
                <a:gd name="T50" fmla="*/ 96 w 129"/>
                <a:gd name="T5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9" h="143">
                  <a:moveTo>
                    <a:pt x="96" y="0"/>
                  </a:moveTo>
                  <a:cubicBezTo>
                    <a:pt x="86" y="13"/>
                    <a:pt x="86" y="13"/>
                    <a:pt x="86" y="13"/>
                  </a:cubicBezTo>
                  <a:cubicBezTo>
                    <a:pt x="30" y="41"/>
                    <a:pt x="30" y="41"/>
                    <a:pt x="30" y="41"/>
                  </a:cubicBezTo>
                  <a:cubicBezTo>
                    <a:pt x="29" y="42"/>
                    <a:pt x="19" y="45"/>
                    <a:pt x="17" y="50"/>
                  </a:cubicBezTo>
                  <a:cubicBezTo>
                    <a:pt x="14" y="54"/>
                    <a:pt x="3" y="91"/>
                    <a:pt x="2" y="95"/>
                  </a:cubicBezTo>
                  <a:cubicBezTo>
                    <a:pt x="1" y="97"/>
                    <a:pt x="0" y="102"/>
                    <a:pt x="1" y="104"/>
                  </a:cubicBezTo>
                  <a:cubicBezTo>
                    <a:pt x="1" y="106"/>
                    <a:pt x="3" y="127"/>
                    <a:pt x="5" y="139"/>
                  </a:cubicBezTo>
                  <a:cubicBezTo>
                    <a:pt x="5" y="139"/>
                    <a:pt x="5" y="139"/>
                    <a:pt x="5" y="139"/>
                  </a:cubicBezTo>
                  <a:cubicBezTo>
                    <a:pt x="5" y="139"/>
                    <a:pt x="5" y="139"/>
                    <a:pt x="5" y="139"/>
                  </a:cubicBezTo>
                  <a:cubicBezTo>
                    <a:pt x="5" y="139"/>
                    <a:pt x="5" y="141"/>
                    <a:pt x="6" y="143"/>
                  </a:cubicBezTo>
                  <a:cubicBezTo>
                    <a:pt x="6" y="110"/>
                    <a:pt x="6" y="110"/>
                    <a:pt x="6" y="110"/>
                  </a:cubicBezTo>
                  <a:cubicBezTo>
                    <a:pt x="28" y="110"/>
                    <a:pt x="28" y="110"/>
                    <a:pt x="28" y="110"/>
                  </a:cubicBezTo>
                  <a:cubicBezTo>
                    <a:pt x="27" y="102"/>
                    <a:pt x="27" y="102"/>
                    <a:pt x="27" y="102"/>
                  </a:cubicBezTo>
                  <a:cubicBezTo>
                    <a:pt x="41" y="79"/>
                    <a:pt x="41" y="79"/>
                    <a:pt x="41" y="79"/>
                  </a:cubicBezTo>
                  <a:cubicBezTo>
                    <a:pt x="44" y="80"/>
                    <a:pt x="51" y="83"/>
                    <a:pt x="55" y="84"/>
                  </a:cubicBezTo>
                  <a:cubicBezTo>
                    <a:pt x="54" y="87"/>
                    <a:pt x="52" y="92"/>
                    <a:pt x="51" y="94"/>
                  </a:cubicBezTo>
                  <a:cubicBezTo>
                    <a:pt x="50" y="96"/>
                    <a:pt x="42" y="106"/>
                    <a:pt x="37" y="113"/>
                  </a:cubicBezTo>
                  <a:cubicBezTo>
                    <a:pt x="35" y="115"/>
                    <a:pt x="33" y="122"/>
                    <a:pt x="38" y="127"/>
                  </a:cubicBezTo>
                  <a:cubicBezTo>
                    <a:pt x="40" y="128"/>
                    <a:pt x="43" y="129"/>
                    <a:pt x="45" y="129"/>
                  </a:cubicBezTo>
                  <a:cubicBezTo>
                    <a:pt x="51" y="129"/>
                    <a:pt x="56" y="125"/>
                    <a:pt x="56" y="125"/>
                  </a:cubicBezTo>
                  <a:cubicBezTo>
                    <a:pt x="57" y="124"/>
                    <a:pt x="57" y="124"/>
                    <a:pt x="57" y="124"/>
                  </a:cubicBezTo>
                  <a:cubicBezTo>
                    <a:pt x="57" y="124"/>
                    <a:pt x="57" y="124"/>
                    <a:pt x="57" y="124"/>
                  </a:cubicBezTo>
                  <a:cubicBezTo>
                    <a:pt x="57" y="124"/>
                    <a:pt x="77" y="100"/>
                    <a:pt x="86" y="96"/>
                  </a:cubicBezTo>
                  <a:cubicBezTo>
                    <a:pt x="94" y="92"/>
                    <a:pt x="119" y="73"/>
                    <a:pt x="118" y="49"/>
                  </a:cubicBezTo>
                  <a:cubicBezTo>
                    <a:pt x="129" y="35"/>
                    <a:pt x="129" y="35"/>
                    <a:pt x="129" y="35"/>
                  </a:cubicBezTo>
                  <a:lnTo>
                    <a:pt x="96" y="0"/>
                  </a:lnTo>
                  <a:close/>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87" name="Freeform 8"/>
            <p:cNvSpPr>
              <a:spLocks/>
            </p:cNvSpPr>
            <p:nvPr/>
          </p:nvSpPr>
          <p:spPr bwMode="auto">
            <a:xfrm>
              <a:off x="642945" y="3290094"/>
              <a:ext cx="750888" cy="566738"/>
            </a:xfrm>
            <a:custGeom>
              <a:avLst/>
              <a:gdLst>
                <a:gd name="T0" fmla="*/ 168 w 200"/>
                <a:gd name="T1" fmla="*/ 67 h 151"/>
                <a:gd name="T2" fmla="*/ 168 w 200"/>
                <a:gd name="T3" fmla="*/ 141 h 151"/>
                <a:gd name="T4" fmla="*/ 158 w 200"/>
                <a:gd name="T5" fmla="*/ 141 h 151"/>
                <a:gd name="T6" fmla="*/ 158 w 200"/>
                <a:gd name="T7" fmla="*/ 39 h 151"/>
                <a:gd name="T8" fmla="*/ 126 w 200"/>
                <a:gd name="T9" fmla="*/ 39 h 151"/>
                <a:gd name="T10" fmla="*/ 126 w 200"/>
                <a:gd name="T11" fmla="*/ 141 h 151"/>
                <a:gd name="T12" fmla="*/ 116 w 200"/>
                <a:gd name="T13" fmla="*/ 141 h 151"/>
                <a:gd name="T14" fmla="*/ 116 w 200"/>
                <a:gd name="T15" fmla="*/ 19 h 151"/>
                <a:gd name="T16" fmla="*/ 108 w 200"/>
                <a:gd name="T17" fmla="*/ 14 h 151"/>
                <a:gd name="T18" fmla="*/ 106 w 200"/>
                <a:gd name="T19" fmla="*/ 0 h 151"/>
                <a:gd name="T20" fmla="*/ 84 w 200"/>
                <a:gd name="T21" fmla="*/ 0 h 151"/>
                <a:gd name="T22" fmla="*/ 84 w 200"/>
                <a:gd name="T23" fmla="*/ 141 h 151"/>
                <a:gd name="T24" fmla="*/ 74 w 200"/>
                <a:gd name="T25" fmla="*/ 141 h 151"/>
                <a:gd name="T26" fmla="*/ 74 w 200"/>
                <a:gd name="T27" fmla="*/ 49 h 151"/>
                <a:gd name="T28" fmla="*/ 42 w 200"/>
                <a:gd name="T29" fmla="*/ 49 h 151"/>
                <a:gd name="T30" fmla="*/ 42 w 200"/>
                <a:gd name="T31" fmla="*/ 141 h 151"/>
                <a:gd name="T32" fmla="*/ 32 w 200"/>
                <a:gd name="T33" fmla="*/ 141 h 151"/>
                <a:gd name="T34" fmla="*/ 32 w 200"/>
                <a:gd name="T35" fmla="*/ 89 h 151"/>
                <a:gd name="T36" fmla="*/ 0 w 200"/>
                <a:gd name="T37" fmla="*/ 89 h 151"/>
                <a:gd name="T38" fmla="*/ 0 w 200"/>
                <a:gd name="T39" fmla="*/ 141 h 151"/>
                <a:gd name="T40" fmla="*/ 0 w 200"/>
                <a:gd name="T41" fmla="*/ 151 h 151"/>
                <a:gd name="T42" fmla="*/ 200 w 200"/>
                <a:gd name="T43" fmla="*/ 151 h 151"/>
                <a:gd name="T44" fmla="*/ 200 w 200"/>
                <a:gd name="T45" fmla="*/ 141 h 151"/>
                <a:gd name="T46" fmla="*/ 200 w 200"/>
                <a:gd name="T47" fmla="*/ 67 h 151"/>
                <a:gd name="T48" fmla="*/ 168 w 200"/>
                <a:gd name="T49" fmla="*/ 67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0" h="151">
                  <a:moveTo>
                    <a:pt x="168" y="67"/>
                  </a:moveTo>
                  <a:cubicBezTo>
                    <a:pt x="168" y="141"/>
                    <a:pt x="168" y="141"/>
                    <a:pt x="168" y="141"/>
                  </a:cubicBezTo>
                  <a:cubicBezTo>
                    <a:pt x="158" y="141"/>
                    <a:pt x="158" y="141"/>
                    <a:pt x="158" y="141"/>
                  </a:cubicBezTo>
                  <a:cubicBezTo>
                    <a:pt x="158" y="39"/>
                    <a:pt x="158" y="39"/>
                    <a:pt x="158" y="39"/>
                  </a:cubicBezTo>
                  <a:cubicBezTo>
                    <a:pt x="126" y="39"/>
                    <a:pt x="126" y="39"/>
                    <a:pt x="126" y="39"/>
                  </a:cubicBezTo>
                  <a:cubicBezTo>
                    <a:pt x="126" y="141"/>
                    <a:pt x="126" y="141"/>
                    <a:pt x="126" y="141"/>
                  </a:cubicBezTo>
                  <a:cubicBezTo>
                    <a:pt x="116" y="141"/>
                    <a:pt x="116" y="141"/>
                    <a:pt x="116" y="141"/>
                  </a:cubicBezTo>
                  <a:cubicBezTo>
                    <a:pt x="116" y="19"/>
                    <a:pt x="116" y="19"/>
                    <a:pt x="116" y="19"/>
                  </a:cubicBezTo>
                  <a:cubicBezTo>
                    <a:pt x="113" y="18"/>
                    <a:pt x="111" y="16"/>
                    <a:pt x="108" y="14"/>
                  </a:cubicBezTo>
                  <a:cubicBezTo>
                    <a:pt x="104" y="10"/>
                    <a:pt x="105" y="4"/>
                    <a:pt x="106" y="0"/>
                  </a:cubicBezTo>
                  <a:cubicBezTo>
                    <a:pt x="84" y="0"/>
                    <a:pt x="84" y="0"/>
                    <a:pt x="84" y="0"/>
                  </a:cubicBezTo>
                  <a:cubicBezTo>
                    <a:pt x="84" y="141"/>
                    <a:pt x="84" y="141"/>
                    <a:pt x="84" y="141"/>
                  </a:cubicBezTo>
                  <a:cubicBezTo>
                    <a:pt x="74" y="141"/>
                    <a:pt x="74" y="141"/>
                    <a:pt x="74" y="141"/>
                  </a:cubicBezTo>
                  <a:cubicBezTo>
                    <a:pt x="74" y="49"/>
                    <a:pt x="74" y="49"/>
                    <a:pt x="74" y="49"/>
                  </a:cubicBezTo>
                  <a:cubicBezTo>
                    <a:pt x="42" y="49"/>
                    <a:pt x="42" y="49"/>
                    <a:pt x="42" y="49"/>
                  </a:cubicBezTo>
                  <a:cubicBezTo>
                    <a:pt x="42" y="141"/>
                    <a:pt x="42" y="141"/>
                    <a:pt x="42" y="141"/>
                  </a:cubicBezTo>
                  <a:cubicBezTo>
                    <a:pt x="32" y="141"/>
                    <a:pt x="32" y="141"/>
                    <a:pt x="32" y="141"/>
                  </a:cubicBezTo>
                  <a:cubicBezTo>
                    <a:pt x="32" y="89"/>
                    <a:pt x="32" y="89"/>
                    <a:pt x="32" y="89"/>
                  </a:cubicBezTo>
                  <a:cubicBezTo>
                    <a:pt x="0" y="89"/>
                    <a:pt x="0" y="89"/>
                    <a:pt x="0" y="89"/>
                  </a:cubicBezTo>
                  <a:cubicBezTo>
                    <a:pt x="0" y="141"/>
                    <a:pt x="0" y="141"/>
                    <a:pt x="0" y="141"/>
                  </a:cubicBezTo>
                  <a:cubicBezTo>
                    <a:pt x="0" y="151"/>
                    <a:pt x="0" y="151"/>
                    <a:pt x="0" y="151"/>
                  </a:cubicBezTo>
                  <a:cubicBezTo>
                    <a:pt x="200" y="151"/>
                    <a:pt x="200" y="151"/>
                    <a:pt x="200" y="151"/>
                  </a:cubicBezTo>
                  <a:cubicBezTo>
                    <a:pt x="200" y="141"/>
                    <a:pt x="200" y="141"/>
                    <a:pt x="200" y="141"/>
                  </a:cubicBezTo>
                  <a:cubicBezTo>
                    <a:pt x="200" y="67"/>
                    <a:pt x="200" y="67"/>
                    <a:pt x="200" y="67"/>
                  </a:cubicBezTo>
                  <a:lnTo>
                    <a:pt x="168" y="67"/>
                  </a:lnTo>
                  <a:close/>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188" name="组合 187"/>
          <p:cNvGrpSpPr>
            <a:grpSpLocks noChangeAspect="1"/>
          </p:cNvGrpSpPr>
          <p:nvPr/>
        </p:nvGrpSpPr>
        <p:grpSpPr>
          <a:xfrm>
            <a:off x="10548090" y="5134308"/>
            <a:ext cx="995428" cy="908303"/>
            <a:chOff x="517525" y="5438775"/>
            <a:chExt cx="1704976" cy="1555751"/>
          </a:xfrm>
        </p:grpSpPr>
        <p:sp>
          <p:nvSpPr>
            <p:cNvPr id="189" name="Freeform 9"/>
            <p:cNvSpPr>
              <a:spLocks/>
            </p:cNvSpPr>
            <p:nvPr/>
          </p:nvSpPr>
          <p:spPr bwMode="auto">
            <a:xfrm>
              <a:off x="525463" y="5532438"/>
              <a:ext cx="1697038" cy="1462088"/>
            </a:xfrm>
            <a:custGeom>
              <a:avLst/>
              <a:gdLst>
                <a:gd name="T0" fmla="*/ 471 w 1069"/>
                <a:gd name="T1" fmla="*/ 921 h 921"/>
                <a:gd name="T2" fmla="*/ 71 w 1069"/>
                <a:gd name="T3" fmla="*/ 521 h 921"/>
                <a:gd name="T4" fmla="*/ 83 w 1069"/>
                <a:gd name="T5" fmla="*/ 421 h 921"/>
                <a:gd name="T6" fmla="*/ 0 w 1069"/>
                <a:gd name="T7" fmla="*/ 334 h 921"/>
                <a:gd name="T8" fmla="*/ 80 w 1069"/>
                <a:gd name="T9" fmla="*/ 230 h 921"/>
                <a:gd name="T10" fmla="*/ 125 w 1069"/>
                <a:gd name="T11" fmla="*/ 78 h 921"/>
                <a:gd name="T12" fmla="*/ 324 w 1069"/>
                <a:gd name="T13" fmla="*/ 0 h 921"/>
                <a:gd name="T14" fmla="*/ 452 w 1069"/>
                <a:gd name="T15" fmla="*/ 24 h 921"/>
                <a:gd name="T16" fmla="*/ 1069 w 1069"/>
                <a:gd name="T17" fmla="*/ 641 h 921"/>
                <a:gd name="T18" fmla="*/ 471 w 1069"/>
                <a:gd name="T19" fmla="*/ 921 h 9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69" h="921">
                  <a:moveTo>
                    <a:pt x="471" y="921"/>
                  </a:moveTo>
                  <a:lnTo>
                    <a:pt x="71" y="521"/>
                  </a:lnTo>
                  <a:lnTo>
                    <a:pt x="83" y="421"/>
                  </a:lnTo>
                  <a:lnTo>
                    <a:pt x="0" y="334"/>
                  </a:lnTo>
                  <a:lnTo>
                    <a:pt x="80" y="230"/>
                  </a:lnTo>
                  <a:lnTo>
                    <a:pt x="125" y="78"/>
                  </a:lnTo>
                  <a:lnTo>
                    <a:pt x="324" y="0"/>
                  </a:lnTo>
                  <a:lnTo>
                    <a:pt x="452" y="24"/>
                  </a:lnTo>
                  <a:lnTo>
                    <a:pt x="1069" y="641"/>
                  </a:lnTo>
                  <a:lnTo>
                    <a:pt x="471" y="921"/>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0" name="Freeform 10"/>
            <p:cNvSpPr>
              <a:spLocks/>
            </p:cNvSpPr>
            <p:nvPr/>
          </p:nvSpPr>
          <p:spPr bwMode="auto">
            <a:xfrm>
              <a:off x="828675" y="5638800"/>
              <a:ext cx="274638" cy="325438"/>
            </a:xfrm>
            <a:custGeom>
              <a:avLst/>
              <a:gdLst>
                <a:gd name="T0" fmla="*/ 36 w 73"/>
                <a:gd name="T1" fmla="*/ 0 h 87"/>
                <a:gd name="T2" fmla="*/ 0 w 73"/>
                <a:gd name="T3" fmla="*/ 36 h 87"/>
                <a:gd name="T4" fmla="*/ 8 w 73"/>
                <a:gd name="T5" fmla="*/ 60 h 87"/>
                <a:gd name="T6" fmla="*/ 20 w 73"/>
                <a:gd name="T7" fmla="*/ 85 h 87"/>
                <a:gd name="T8" fmla="*/ 20 w 73"/>
                <a:gd name="T9" fmla="*/ 87 h 87"/>
                <a:gd name="T10" fmla="*/ 32 w 73"/>
                <a:gd name="T11" fmla="*/ 87 h 87"/>
                <a:gd name="T12" fmla="*/ 32 w 73"/>
                <a:gd name="T13" fmla="*/ 84 h 87"/>
                <a:gd name="T14" fmla="*/ 28 w 73"/>
                <a:gd name="T15" fmla="*/ 54 h 87"/>
                <a:gd name="T16" fmla="*/ 36 w 73"/>
                <a:gd name="T17" fmla="*/ 53 h 87"/>
                <a:gd name="T18" fmla="*/ 36 w 73"/>
                <a:gd name="T19" fmla="*/ 53 h 87"/>
                <a:gd name="T20" fmla="*/ 44 w 73"/>
                <a:gd name="T21" fmla="*/ 54 h 87"/>
                <a:gd name="T22" fmla="*/ 40 w 73"/>
                <a:gd name="T23" fmla="*/ 84 h 87"/>
                <a:gd name="T24" fmla="*/ 40 w 73"/>
                <a:gd name="T25" fmla="*/ 87 h 87"/>
                <a:gd name="T26" fmla="*/ 52 w 73"/>
                <a:gd name="T27" fmla="*/ 87 h 87"/>
                <a:gd name="T28" fmla="*/ 52 w 73"/>
                <a:gd name="T29" fmla="*/ 85 h 87"/>
                <a:gd name="T30" fmla="*/ 64 w 73"/>
                <a:gd name="T31" fmla="*/ 60 h 87"/>
                <a:gd name="T32" fmla="*/ 73 w 73"/>
                <a:gd name="T33" fmla="*/ 36 h 87"/>
                <a:gd name="T34" fmla="*/ 36 w 73"/>
                <a:gd name="T35"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3" h="87">
                  <a:moveTo>
                    <a:pt x="36" y="0"/>
                  </a:moveTo>
                  <a:cubicBezTo>
                    <a:pt x="16" y="0"/>
                    <a:pt x="0" y="16"/>
                    <a:pt x="0" y="36"/>
                  </a:cubicBezTo>
                  <a:cubicBezTo>
                    <a:pt x="0" y="44"/>
                    <a:pt x="2" y="52"/>
                    <a:pt x="8" y="60"/>
                  </a:cubicBezTo>
                  <a:cubicBezTo>
                    <a:pt x="13" y="67"/>
                    <a:pt x="19" y="75"/>
                    <a:pt x="20" y="85"/>
                  </a:cubicBezTo>
                  <a:cubicBezTo>
                    <a:pt x="20" y="87"/>
                    <a:pt x="20" y="87"/>
                    <a:pt x="20" y="87"/>
                  </a:cubicBezTo>
                  <a:cubicBezTo>
                    <a:pt x="32" y="87"/>
                    <a:pt x="32" y="87"/>
                    <a:pt x="32" y="87"/>
                  </a:cubicBezTo>
                  <a:cubicBezTo>
                    <a:pt x="32" y="84"/>
                    <a:pt x="32" y="84"/>
                    <a:pt x="32" y="84"/>
                  </a:cubicBezTo>
                  <a:cubicBezTo>
                    <a:pt x="33" y="79"/>
                    <a:pt x="33" y="65"/>
                    <a:pt x="28" y="54"/>
                  </a:cubicBezTo>
                  <a:cubicBezTo>
                    <a:pt x="30" y="54"/>
                    <a:pt x="33" y="53"/>
                    <a:pt x="36" y="53"/>
                  </a:cubicBezTo>
                  <a:cubicBezTo>
                    <a:pt x="36" y="53"/>
                    <a:pt x="36" y="53"/>
                    <a:pt x="36" y="53"/>
                  </a:cubicBezTo>
                  <a:cubicBezTo>
                    <a:pt x="40" y="53"/>
                    <a:pt x="42" y="54"/>
                    <a:pt x="44" y="54"/>
                  </a:cubicBezTo>
                  <a:cubicBezTo>
                    <a:pt x="41" y="62"/>
                    <a:pt x="39" y="71"/>
                    <a:pt x="40" y="84"/>
                  </a:cubicBezTo>
                  <a:cubicBezTo>
                    <a:pt x="40" y="87"/>
                    <a:pt x="40" y="87"/>
                    <a:pt x="40" y="87"/>
                  </a:cubicBezTo>
                  <a:cubicBezTo>
                    <a:pt x="52" y="87"/>
                    <a:pt x="52" y="87"/>
                    <a:pt x="52" y="87"/>
                  </a:cubicBezTo>
                  <a:cubicBezTo>
                    <a:pt x="52" y="85"/>
                    <a:pt x="52" y="85"/>
                    <a:pt x="52" y="85"/>
                  </a:cubicBezTo>
                  <a:cubicBezTo>
                    <a:pt x="54" y="75"/>
                    <a:pt x="59" y="67"/>
                    <a:pt x="64" y="60"/>
                  </a:cubicBezTo>
                  <a:cubicBezTo>
                    <a:pt x="70" y="52"/>
                    <a:pt x="73" y="44"/>
                    <a:pt x="73" y="36"/>
                  </a:cubicBezTo>
                  <a:cubicBezTo>
                    <a:pt x="73" y="16"/>
                    <a:pt x="56" y="0"/>
                    <a:pt x="36" y="0"/>
                  </a:cubicBezTo>
                  <a:close/>
                </a:path>
              </a:pathLst>
            </a:custGeom>
            <a:solidFill>
              <a:srgbClr val="FDFDFD"/>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91" name="Freeform 11"/>
            <p:cNvSpPr>
              <a:spLocks noEditPoints="1"/>
            </p:cNvSpPr>
            <p:nvPr/>
          </p:nvSpPr>
          <p:spPr bwMode="auto">
            <a:xfrm>
              <a:off x="517525" y="5438775"/>
              <a:ext cx="857250" cy="1025525"/>
            </a:xfrm>
            <a:custGeom>
              <a:avLst/>
              <a:gdLst>
                <a:gd name="T0" fmla="*/ 190 w 228"/>
                <a:gd name="T1" fmla="*/ 32 h 273"/>
                <a:gd name="T2" fmla="*/ 87 w 228"/>
                <a:gd name="T3" fmla="*/ 11 h 273"/>
                <a:gd name="T4" fmla="*/ 21 w 228"/>
                <a:gd name="T5" fmla="*/ 87 h 273"/>
                <a:gd name="T6" fmla="*/ 22 w 228"/>
                <a:gd name="T7" fmla="*/ 112 h 273"/>
                <a:gd name="T8" fmla="*/ 26 w 228"/>
                <a:gd name="T9" fmla="*/ 123 h 273"/>
                <a:gd name="T10" fmla="*/ 24 w 228"/>
                <a:gd name="T11" fmla="*/ 127 h 273"/>
                <a:gd name="T12" fmla="*/ 3 w 228"/>
                <a:gd name="T13" fmla="*/ 157 h 273"/>
                <a:gd name="T14" fmla="*/ 2 w 228"/>
                <a:gd name="T15" fmla="*/ 166 h 273"/>
                <a:gd name="T16" fmla="*/ 18 w 228"/>
                <a:gd name="T17" fmla="*/ 172 h 273"/>
                <a:gd name="T18" fmla="*/ 21 w 228"/>
                <a:gd name="T19" fmla="*/ 181 h 273"/>
                <a:gd name="T20" fmla="*/ 20 w 228"/>
                <a:gd name="T21" fmla="*/ 191 h 273"/>
                <a:gd name="T22" fmla="*/ 25 w 228"/>
                <a:gd name="T23" fmla="*/ 193 h 273"/>
                <a:gd name="T24" fmla="*/ 21 w 228"/>
                <a:gd name="T25" fmla="*/ 197 h 273"/>
                <a:gd name="T26" fmla="*/ 25 w 228"/>
                <a:gd name="T27" fmla="*/ 205 h 273"/>
                <a:gd name="T28" fmla="*/ 28 w 228"/>
                <a:gd name="T29" fmla="*/ 222 h 273"/>
                <a:gd name="T30" fmla="*/ 30 w 228"/>
                <a:gd name="T31" fmla="*/ 243 h 273"/>
                <a:gd name="T32" fmla="*/ 79 w 228"/>
                <a:gd name="T33" fmla="*/ 240 h 273"/>
                <a:gd name="T34" fmla="*/ 89 w 228"/>
                <a:gd name="T35" fmla="*/ 273 h 273"/>
                <a:gd name="T36" fmla="*/ 199 w 228"/>
                <a:gd name="T37" fmla="*/ 238 h 273"/>
                <a:gd name="T38" fmla="*/ 188 w 228"/>
                <a:gd name="T39" fmla="*/ 208 h 273"/>
                <a:gd name="T40" fmla="*/ 217 w 228"/>
                <a:gd name="T41" fmla="*/ 139 h 273"/>
                <a:gd name="T42" fmla="*/ 190 w 228"/>
                <a:gd name="T43" fmla="*/ 32 h 273"/>
                <a:gd name="T44" fmla="*/ 154 w 228"/>
                <a:gd name="T45" fmla="*/ 118 h 273"/>
                <a:gd name="T46" fmla="*/ 143 w 228"/>
                <a:gd name="T47" fmla="*/ 143 h 273"/>
                <a:gd name="T48" fmla="*/ 143 w 228"/>
                <a:gd name="T49" fmla="*/ 167 h 273"/>
                <a:gd name="T50" fmla="*/ 135 w 228"/>
                <a:gd name="T51" fmla="*/ 177 h 273"/>
                <a:gd name="T52" fmla="*/ 126 w 228"/>
                <a:gd name="T53" fmla="*/ 177 h 273"/>
                <a:gd name="T54" fmla="*/ 125 w 228"/>
                <a:gd name="T55" fmla="*/ 178 h 273"/>
                <a:gd name="T56" fmla="*/ 119 w 228"/>
                <a:gd name="T57" fmla="*/ 181 h 273"/>
                <a:gd name="T58" fmla="*/ 113 w 228"/>
                <a:gd name="T59" fmla="*/ 178 h 273"/>
                <a:gd name="T60" fmla="*/ 112 w 228"/>
                <a:gd name="T61" fmla="*/ 177 h 273"/>
                <a:gd name="T62" fmla="*/ 103 w 228"/>
                <a:gd name="T63" fmla="*/ 177 h 273"/>
                <a:gd name="T64" fmla="*/ 95 w 228"/>
                <a:gd name="T65" fmla="*/ 168 h 273"/>
                <a:gd name="T66" fmla="*/ 95 w 228"/>
                <a:gd name="T67" fmla="*/ 143 h 273"/>
                <a:gd name="T68" fmla="*/ 84 w 228"/>
                <a:gd name="T69" fmla="*/ 118 h 273"/>
                <a:gd name="T70" fmla="*/ 74 w 228"/>
                <a:gd name="T71" fmla="*/ 89 h 273"/>
                <a:gd name="T72" fmla="*/ 119 w 228"/>
                <a:gd name="T73" fmla="*/ 44 h 273"/>
                <a:gd name="T74" fmla="*/ 164 w 228"/>
                <a:gd name="T75" fmla="*/ 89 h 273"/>
                <a:gd name="T76" fmla="*/ 154 w 228"/>
                <a:gd name="T77" fmla="*/ 118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28" h="273">
                  <a:moveTo>
                    <a:pt x="190" y="32"/>
                  </a:moveTo>
                  <a:cubicBezTo>
                    <a:pt x="165" y="10"/>
                    <a:pt x="130" y="0"/>
                    <a:pt x="87" y="11"/>
                  </a:cubicBezTo>
                  <a:cubicBezTo>
                    <a:pt x="55" y="20"/>
                    <a:pt x="27" y="44"/>
                    <a:pt x="21" y="87"/>
                  </a:cubicBezTo>
                  <a:cubicBezTo>
                    <a:pt x="19" y="102"/>
                    <a:pt x="21" y="110"/>
                    <a:pt x="22" y="112"/>
                  </a:cubicBezTo>
                  <a:cubicBezTo>
                    <a:pt x="23" y="114"/>
                    <a:pt x="26" y="119"/>
                    <a:pt x="26" y="123"/>
                  </a:cubicBezTo>
                  <a:cubicBezTo>
                    <a:pt x="26" y="124"/>
                    <a:pt x="26" y="125"/>
                    <a:pt x="24" y="127"/>
                  </a:cubicBezTo>
                  <a:cubicBezTo>
                    <a:pt x="3" y="157"/>
                    <a:pt x="3" y="157"/>
                    <a:pt x="3" y="157"/>
                  </a:cubicBezTo>
                  <a:cubicBezTo>
                    <a:pt x="1" y="160"/>
                    <a:pt x="0" y="163"/>
                    <a:pt x="2" y="166"/>
                  </a:cubicBezTo>
                  <a:cubicBezTo>
                    <a:pt x="6" y="172"/>
                    <a:pt x="16" y="171"/>
                    <a:pt x="18" y="172"/>
                  </a:cubicBezTo>
                  <a:cubicBezTo>
                    <a:pt x="21" y="174"/>
                    <a:pt x="22" y="178"/>
                    <a:pt x="21" y="181"/>
                  </a:cubicBezTo>
                  <a:cubicBezTo>
                    <a:pt x="20" y="184"/>
                    <a:pt x="17" y="189"/>
                    <a:pt x="20" y="191"/>
                  </a:cubicBezTo>
                  <a:cubicBezTo>
                    <a:pt x="23" y="192"/>
                    <a:pt x="25" y="193"/>
                    <a:pt x="25" y="193"/>
                  </a:cubicBezTo>
                  <a:cubicBezTo>
                    <a:pt x="25" y="193"/>
                    <a:pt x="22" y="195"/>
                    <a:pt x="21" y="197"/>
                  </a:cubicBezTo>
                  <a:cubicBezTo>
                    <a:pt x="20" y="199"/>
                    <a:pt x="21" y="203"/>
                    <a:pt x="25" y="205"/>
                  </a:cubicBezTo>
                  <a:cubicBezTo>
                    <a:pt x="25" y="205"/>
                    <a:pt x="29" y="213"/>
                    <a:pt x="28" y="222"/>
                  </a:cubicBezTo>
                  <a:cubicBezTo>
                    <a:pt x="26" y="231"/>
                    <a:pt x="24" y="239"/>
                    <a:pt x="30" y="243"/>
                  </a:cubicBezTo>
                  <a:cubicBezTo>
                    <a:pt x="37" y="249"/>
                    <a:pt x="63" y="245"/>
                    <a:pt x="79" y="240"/>
                  </a:cubicBezTo>
                  <a:cubicBezTo>
                    <a:pt x="79" y="240"/>
                    <a:pt x="84" y="249"/>
                    <a:pt x="89" y="273"/>
                  </a:cubicBezTo>
                  <a:cubicBezTo>
                    <a:pt x="199" y="238"/>
                    <a:pt x="199" y="238"/>
                    <a:pt x="199" y="238"/>
                  </a:cubicBezTo>
                  <a:cubicBezTo>
                    <a:pt x="192" y="222"/>
                    <a:pt x="189" y="213"/>
                    <a:pt x="188" y="208"/>
                  </a:cubicBezTo>
                  <a:cubicBezTo>
                    <a:pt x="187" y="193"/>
                    <a:pt x="209" y="167"/>
                    <a:pt x="217" y="139"/>
                  </a:cubicBezTo>
                  <a:cubicBezTo>
                    <a:pt x="226" y="106"/>
                    <a:pt x="228" y="63"/>
                    <a:pt x="190" y="32"/>
                  </a:cubicBezTo>
                  <a:close/>
                  <a:moveTo>
                    <a:pt x="154" y="118"/>
                  </a:moveTo>
                  <a:cubicBezTo>
                    <a:pt x="146" y="128"/>
                    <a:pt x="143" y="135"/>
                    <a:pt x="143" y="143"/>
                  </a:cubicBezTo>
                  <a:cubicBezTo>
                    <a:pt x="143" y="167"/>
                    <a:pt x="143" y="167"/>
                    <a:pt x="143" y="167"/>
                  </a:cubicBezTo>
                  <a:cubicBezTo>
                    <a:pt x="143" y="173"/>
                    <a:pt x="140" y="177"/>
                    <a:pt x="135" y="177"/>
                  </a:cubicBezTo>
                  <a:cubicBezTo>
                    <a:pt x="126" y="177"/>
                    <a:pt x="126" y="177"/>
                    <a:pt x="126" y="177"/>
                  </a:cubicBezTo>
                  <a:cubicBezTo>
                    <a:pt x="125" y="178"/>
                    <a:pt x="125" y="178"/>
                    <a:pt x="125" y="178"/>
                  </a:cubicBezTo>
                  <a:cubicBezTo>
                    <a:pt x="124" y="180"/>
                    <a:pt x="121" y="181"/>
                    <a:pt x="119" y="181"/>
                  </a:cubicBezTo>
                  <a:cubicBezTo>
                    <a:pt x="117" y="181"/>
                    <a:pt x="114" y="180"/>
                    <a:pt x="113" y="178"/>
                  </a:cubicBezTo>
                  <a:cubicBezTo>
                    <a:pt x="112" y="177"/>
                    <a:pt x="112" y="177"/>
                    <a:pt x="112" y="177"/>
                  </a:cubicBezTo>
                  <a:cubicBezTo>
                    <a:pt x="103" y="177"/>
                    <a:pt x="103" y="177"/>
                    <a:pt x="103" y="177"/>
                  </a:cubicBezTo>
                  <a:cubicBezTo>
                    <a:pt x="99" y="177"/>
                    <a:pt x="95" y="173"/>
                    <a:pt x="95" y="168"/>
                  </a:cubicBezTo>
                  <a:cubicBezTo>
                    <a:pt x="95" y="143"/>
                    <a:pt x="95" y="143"/>
                    <a:pt x="95" y="143"/>
                  </a:cubicBezTo>
                  <a:cubicBezTo>
                    <a:pt x="95" y="135"/>
                    <a:pt x="92" y="128"/>
                    <a:pt x="84" y="118"/>
                  </a:cubicBezTo>
                  <a:cubicBezTo>
                    <a:pt x="77" y="109"/>
                    <a:pt x="74" y="99"/>
                    <a:pt x="74" y="89"/>
                  </a:cubicBezTo>
                  <a:cubicBezTo>
                    <a:pt x="74" y="64"/>
                    <a:pt x="94" y="44"/>
                    <a:pt x="119" y="44"/>
                  </a:cubicBezTo>
                  <a:cubicBezTo>
                    <a:pt x="144" y="44"/>
                    <a:pt x="164" y="64"/>
                    <a:pt x="164" y="89"/>
                  </a:cubicBezTo>
                  <a:cubicBezTo>
                    <a:pt x="164" y="99"/>
                    <a:pt x="161" y="109"/>
                    <a:pt x="154" y="118"/>
                  </a:cubicBezTo>
                  <a:close/>
                </a:path>
              </a:pathLst>
            </a:custGeom>
            <a:solidFill>
              <a:srgbClr val="FDFDFD"/>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sp>
        <p:nvSpPr>
          <p:cNvPr id="194" name="矩形 193"/>
          <p:cNvSpPr/>
          <p:nvPr/>
        </p:nvSpPr>
        <p:spPr>
          <a:xfrm>
            <a:off x="434078" y="5047022"/>
            <a:ext cx="3650999" cy="1052596"/>
          </a:xfrm>
          <a:prstGeom prst="rect">
            <a:avLst/>
          </a:prstGeom>
          <a:noFill/>
        </p:spPr>
        <p:txBody>
          <a:bodyPr wrap="square">
            <a:spAutoFit/>
          </a:bodyPr>
          <a:lstStyle/>
          <a:p>
            <a:pPr>
              <a:lnSpc>
                <a:spcPct val="130000"/>
              </a:lnSpc>
            </a:pPr>
            <a:r>
              <a:rPr lang="zh-CN" altLang="en-US" sz="1600" dirty="0">
                <a:solidFill>
                  <a:schemeClr val="tx1">
                    <a:lumMod val="65000"/>
                    <a:lumOff val="35000"/>
                  </a:schemeClr>
                </a:solidFill>
              </a:rPr>
              <a:t>添加内容添加内容添加内容添加内容添加内容添加内容添加内容添加内容添加内容添加内容添加内容</a:t>
            </a:r>
          </a:p>
        </p:txBody>
      </p:sp>
      <p:sp>
        <p:nvSpPr>
          <p:cNvPr id="195" name="文本框 194"/>
          <p:cNvSpPr txBox="1"/>
          <p:nvPr/>
        </p:nvSpPr>
        <p:spPr>
          <a:xfrm>
            <a:off x="434078" y="4091509"/>
            <a:ext cx="3913366" cy="535531"/>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196" name="Rectangle 58"/>
          <p:cNvSpPr/>
          <p:nvPr/>
        </p:nvSpPr>
        <p:spPr>
          <a:xfrm>
            <a:off x="434078" y="4511777"/>
            <a:ext cx="4963915" cy="368371"/>
          </a:xfrm>
          <a:prstGeom prst="rect">
            <a:avLst/>
          </a:prstGeom>
        </p:spPr>
        <p:txBody>
          <a:bodyPr wrap="square">
            <a:spAutoFit/>
          </a:bodyPr>
          <a:lstStyle/>
          <a:p>
            <a:pPr>
              <a:lnSpc>
                <a:spcPct val="123000"/>
              </a:lnSpc>
              <a:spcBef>
                <a:spcPts val="600"/>
              </a:spcBef>
            </a:pPr>
            <a:r>
              <a:rPr lang="zh-CN" altLang="en-US" sz="1600" dirty="0">
                <a:solidFill>
                  <a:schemeClr val="tx1">
                    <a:lumMod val="65000"/>
                    <a:lumOff val="35000"/>
                  </a:schemeClr>
                </a:solidFill>
                <a:latin typeface="+mn-ea"/>
              </a:rPr>
              <a:t>单击此处添加副标题</a:t>
            </a:r>
          </a:p>
        </p:txBody>
      </p:sp>
      <p:sp>
        <p:nvSpPr>
          <p:cNvPr id="147"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135977336"/>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组合 9"/>
          <p:cNvGrpSpPr/>
          <p:nvPr/>
        </p:nvGrpSpPr>
        <p:grpSpPr>
          <a:xfrm>
            <a:off x="6348542" y="806062"/>
            <a:ext cx="4828916" cy="1213413"/>
            <a:chOff x="-26987" y="2025651"/>
            <a:chExt cx="11156950" cy="2803525"/>
          </a:xfrm>
        </p:grpSpPr>
        <p:sp>
          <p:nvSpPr>
            <p:cNvPr id="2" name="Freeform 5"/>
            <p:cNvSpPr>
              <a:spLocks/>
            </p:cNvSpPr>
            <p:nvPr/>
          </p:nvSpPr>
          <p:spPr bwMode="auto">
            <a:xfrm>
              <a:off x="-26987" y="2025651"/>
              <a:ext cx="11156950" cy="2803525"/>
            </a:xfrm>
            <a:custGeom>
              <a:avLst/>
              <a:gdLst>
                <a:gd name="T0" fmla="*/ 2632 w 2972"/>
                <a:gd name="T1" fmla="*/ 32 h 745"/>
                <a:gd name="T2" fmla="*/ 1341 w 2972"/>
                <a:gd name="T3" fmla="*/ 32 h 745"/>
                <a:gd name="T4" fmla="*/ 1070 w 2972"/>
                <a:gd name="T5" fmla="*/ 166 h 745"/>
                <a:gd name="T6" fmla="*/ 682 w 2972"/>
                <a:gd name="T7" fmla="*/ 166 h 745"/>
                <a:gd name="T8" fmla="*/ 372 w 2972"/>
                <a:gd name="T9" fmla="*/ 0 h 745"/>
                <a:gd name="T10" fmla="*/ 0 w 2972"/>
                <a:gd name="T11" fmla="*/ 373 h 745"/>
                <a:gd name="T12" fmla="*/ 372 w 2972"/>
                <a:gd name="T13" fmla="*/ 745 h 745"/>
                <a:gd name="T14" fmla="*/ 682 w 2972"/>
                <a:gd name="T15" fmla="*/ 579 h 745"/>
                <a:gd name="T16" fmla="*/ 1070 w 2972"/>
                <a:gd name="T17" fmla="*/ 579 h 745"/>
                <a:gd name="T18" fmla="*/ 1341 w 2972"/>
                <a:gd name="T19" fmla="*/ 713 h 745"/>
                <a:gd name="T20" fmla="*/ 2632 w 2972"/>
                <a:gd name="T21" fmla="*/ 713 h 745"/>
                <a:gd name="T22" fmla="*/ 2972 w 2972"/>
                <a:gd name="T23" fmla="*/ 373 h 745"/>
                <a:gd name="T24" fmla="*/ 2632 w 2972"/>
                <a:gd name="T25" fmla="*/ 3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72" h="745">
                  <a:moveTo>
                    <a:pt x="2632" y="32"/>
                  </a:moveTo>
                  <a:cubicBezTo>
                    <a:pt x="1341" y="32"/>
                    <a:pt x="1341" y="32"/>
                    <a:pt x="1341" y="32"/>
                  </a:cubicBezTo>
                  <a:cubicBezTo>
                    <a:pt x="1230" y="32"/>
                    <a:pt x="1132" y="85"/>
                    <a:pt x="1070" y="166"/>
                  </a:cubicBezTo>
                  <a:cubicBezTo>
                    <a:pt x="682" y="166"/>
                    <a:pt x="682" y="166"/>
                    <a:pt x="682" y="166"/>
                  </a:cubicBezTo>
                  <a:cubicBezTo>
                    <a:pt x="615" y="66"/>
                    <a:pt x="501" y="0"/>
                    <a:pt x="372" y="0"/>
                  </a:cubicBezTo>
                  <a:cubicBezTo>
                    <a:pt x="166" y="0"/>
                    <a:pt x="0" y="167"/>
                    <a:pt x="0" y="373"/>
                  </a:cubicBezTo>
                  <a:cubicBezTo>
                    <a:pt x="0" y="578"/>
                    <a:pt x="166" y="745"/>
                    <a:pt x="372" y="745"/>
                  </a:cubicBezTo>
                  <a:cubicBezTo>
                    <a:pt x="501" y="745"/>
                    <a:pt x="615" y="679"/>
                    <a:pt x="682" y="579"/>
                  </a:cubicBezTo>
                  <a:cubicBezTo>
                    <a:pt x="1070" y="579"/>
                    <a:pt x="1070" y="579"/>
                    <a:pt x="1070" y="579"/>
                  </a:cubicBezTo>
                  <a:cubicBezTo>
                    <a:pt x="1132" y="660"/>
                    <a:pt x="1230" y="713"/>
                    <a:pt x="1341" y="713"/>
                  </a:cubicBezTo>
                  <a:cubicBezTo>
                    <a:pt x="2632" y="713"/>
                    <a:pt x="2632" y="713"/>
                    <a:pt x="2632" y="713"/>
                  </a:cubicBezTo>
                  <a:cubicBezTo>
                    <a:pt x="2820" y="713"/>
                    <a:pt x="2972" y="561"/>
                    <a:pt x="2972" y="373"/>
                  </a:cubicBezTo>
                  <a:cubicBezTo>
                    <a:pt x="2972" y="185"/>
                    <a:pt x="2820" y="32"/>
                    <a:pt x="2632" y="32"/>
                  </a:cubicBezTo>
                  <a:close/>
                </a:path>
              </a:pathLst>
            </a:custGeom>
            <a:solidFill>
              <a:srgbClr val="FFFFFF"/>
            </a:solidFill>
            <a:ln w="14288" cap="flat">
              <a:noFill/>
              <a:prstDash val="solid"/>
              <a:miter lim="800000"/>
              <a:headEnd/>
              <a:tailEnd/>
            </a:ln>
            <a:effectLst>
              <a:outerShdw blurRad="152400" dist="50800" dir="5400000" algn="t" rotWithShape="0">
                <a:prstClr val="black">
                  <a:alpha val="22000"/>
                </a:prstClr>
              </a:outerShdw>
            </a:effectLst>
          </p:spPr>
          <p:txBody>
            <a:bodyPr vert="horz" wrap="square" lIns="91440" tIns="45720" rIns="91440" bIns="45720" numCol="1" anchor="t" anchorCtr="0" compatLnSpc="1">
              <a:prstTxWarp prst="textNoShape">
                <a:avLst/>
              </a:prstTxWarp>
            </a:bodyPr>
            <a:lstStyle/>
            <a:p>
              <a:endParaRPr lang="zh-CN" altLang="en-US"/>
            </a:p>
          </p:txBody>
        </p:sp>
        <p:sp>
          <p:nvSpPr>
            <p:cNvPr id="3" name="Rectangle 6"/>
            <p:cNvSpPr>
              <a:spLocks noChangeArrowheads="1"/>
            </p:cNvSpPr>
            <p:nvPr/>
          </p:nvSpPr>
          <p:spPr bwMode="auto">
            <a:xfrm>
              <a:off x="5006975" y="2146301"/>
              <a:ext cx="4846638" cy="2562225"/>
            </a:xfrm>
            <a:prstGeom prst="rect">
              <a:avLst/>
            </a:pr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4" name="Freeform 7"/>
            <p:cNvSpPr>
              <a:spLocks/>
            </p:cNvSpPr>
            <p:nvPr/>
          </p:nvSpPr>
          <p:spPr bwMode="auto">
            <a:xfrm>
              <a:off x="6305550" y="2146301"/>
              <a:ext cx="4824413" cy="2562225"/>
            </a:xfrm>
            <a:custGeom>
              <a:avLst/>
              <a:gdLst>
                <a:gd name="T0" fmla="*/ 0 w 1285"/>
                <a:gd name="T1" fmla="*/ 681 h 681"/>
                <a:gd name="T2" fmla="*/ 945 w 1285"/>
                <a:gd name="T3" fmla="*/ 681 h 681"/>
                <a:gd name="T4" fmla="*/ 1285 w 1285"/>
                <a:gd name="T5" fmla="*/ 341 h 681"/>
                <a:gd name="T6" fmla="*/ 945 w 1285"/>
                <a:gd name="T7" fmla="*/ 0 h 681"/>
                <a:gd name="T8" fmla="*/ 0 w 1285"/>
                <a:gd name="T9" fmla="*/ 0 h 681"/>
                <a:gd name="T10" fmla="*/ 0 w 1285"/>
                <a:gd name="T11" fmla="*/ 681 h 681"/>
              </a:gdLst>
              <a:ahLst/>
              <a:cxnLst>
                <a:cxn ang="0">
                  <a:pos x="T0" y="T1"/>
                </a:cxn>
                <a:cxn ang="0">
                  <a:pos x="T2" y="T3"/>
                </a:cxn>
                <a:cxn ang="0">
                  <a:pos x="T4" y="T5"/>
                </a:cxn>
                <a:cxn ang="0">
                  <a:pos x="T6" y="T7"/>
                </a:cxn>
                <a:cxn ang="0">
                  <a:pos x="T8" y="T9"/>
                </a:cxn>
                <a:cxn ang="0">
                  <a:pos x="T10" y="T11"/>
                </a:cxn>
              </a:cxnLst>
              <a:rect l="0" t="0" r="r" b="b"/>
              <a:pathLst>
                <a:path w="1285" h="681">
                  <a:moveTo>
                    <a:pt x="0" y="681"/>
                  </a:moveTo>
                  <a:cubicBezTo>
                    <a:pt x="945" y="681"/>
                    <a:pt x="945" y="681"/>
                    <a:pt x="945" y="681"/>
                  </a:cubicBezTo>
                  <a:cubicBezTo>
                    <a:pt x="1133" y="681"/>
                    <a:pt x="1285" y="529"/>
                    <a:pt x="1285" y="341"/>
                  </a:cubicBezTo>
                  <a:cubicBezTo>
                    <a:pt x="1285" y="153"/>
                    <a:pt x="1133" y="0"/>
                    <a:pt x="945" y="0"/>
                  </a:cubicBezTo>
                  <a:cubicBezTo>
                    <a:pt x="0" y="0"/>
                    <a:pt x="0" y="0"/>
                    <a:pt x="0" y="0"/>
                  </a:cubicBezTo>
                  <a:lnTo>
                    <a:pt x="0" y="681"/>
                  </a:lnTo>
                  <a:close/>
                </a:path>
              </a:pathLst>
            </a:custGeom>
            <a:gradFill>
              <a:gsLst>
                <a:gs pos="0">
                  <a:srgbClr val="F28F00"/>
                </a:gs>
                <a:gs pos="98000">
                  <a:srgbClr val="E60C12"/>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5" name="Freeform 8"/>
            <p:cNvSpPr>
              <a:spLocks/>
            </p:cNvSpPr>
            <p:nvPr/>
          </p:nvSpPr>
          <p:spPr bwMode="auto">
            <a:xfrm>
              <a:off x="3989388" y="2146301"/>
              <a:ext cx="1017588" cy="2562225"/>
            </a:xfrm>
            <a:custGeom>
              <a:avLst/>
              <a:gdLst>
                <a:gd name="T0" fmla="*/ 271 w 271"/>
                <a:gd name="T1" fmla="*/ 681 h 681"/>
                <a:gd name="T2" fmla="*/ 0 w 271"/>
                <a:gd name="T3" fmla="*/ 547 h 681"/>
                <a:gd name="T4" fmla="*/ 0 w 271"/>
                <a:gd name="T5" fmla="*/ 134 h 681"/>
                <a:gd name="T6" fmla="*/ 271 w 271"/>
                <a:gd name="T7" fmla="*/ 0 h 681"/>
                <a:gd name="T8" fmla="*/ 271 w 271"/>
                <a:gd name="T9" fmla="*/ 681 h 681"/>
              </a:gdLst>
              <a:ahLst/>
              <a:cxnLst>
                <a:cxn ang="0">
                  <a:pos x="T0" y="T1"/>
                </a:cxn>
                <a:cxn ang="0">
                  <a:pos x="T2" y="T3"/>
                </a:cxn>
                <a:cxn ang="0">
                  <a:pos x="T4" y="T5"/>
                </a:cxn>
                <a:cxn ang="0">
                  <a:pos x="T6" y="T7"/>
                </a:cxn>
                <a:cxn ang="0">
                  <a:pos x="T8" y="T9"/>
                </a:cxn>
              </a:cxnLst>
              <a:rect l="0" t="0" r="r" b="b"/>
              <a:pathLst>
                <a:path w="271" h="681">
                  <a:moveTo>
                    <a:pt x="271" y="681"/>
                  </a:moveTo>
                  <a:cubicBezTo>
                    <a:pt x="160" y="681"/>
                    <a:pt x="62" y="628"/>
                    <a:pt x="0" y="547"/>
                  </a:cubicBezTo>
                  <a:cubicBezTo>
                    <a:pt x="0" y="134"/>
                    <a:pt x="0" y="134"/>
                    <a:pt x="0" y="134"/>
                  </a:cubicBezTo>
                  <a:cubicBezTo>
                    <a:pt x="62" y="53"/>
                    <a:pt x="160" y="0"/>
                    <a:pt x="271" y="0"/>
                  </a:cubicBezTo>
                  <a:lnTo>
                    <a:pt x="271" y="681"/>
                  </a:lnTo>
                  <a:close/>
                </a:path>
              </a:pathLst>
            </a:custGeom>
            <a:solidFill>
              <a:srgbClr val="EEEEEE"/>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7" name="Freeform 10"/>
            <p:cNvSpPr>
              <a:spLocks/>
            </p:cNvSpPr>
            <p:nvPr/>
          </p:nvSpPr>
          <p:spPr bwMode="auto">
            <a:xfrm>
              <a:off x="9853613" y="2146301"/>
              <a:ext cx="1276350" cy="2562225"/>
            </a:xfrm>
            <a:custGeom>
              <a:avLst/>
              <a:gdLst>
                <a:gd name="T0" fmla="*/ 0 w 340"/>
                <a:gd name="T1" fmla="*/ 681 h 681"/>
                <a:gd name="T2" fmla="*/ 340 w 340"/>
                <a:gd name="T3" fmla="*/ 341 h 681"/>
                <a:gd name="T4" fmla="*/ 0 w 340"/>
                <a:gd name="T5" fmla="*/ 0 h 681"/>
                <a:gd name="T6" fmla="*/ 0 w 340"/>
                <a:gd name="T7" fmla="*/ 681 h 681"/>
              </a:gdLst>
              <a:ahLst/>
              <a:cxnLst>
                <a:cxn ang="0">
                  <a:pos x="T0" y="T1"/>
                </a:cxn>
                <a:cxn ang="0">
                  <a:pos x="T2" y="T3"/>
                </a:cxn>
                <a:cxn ang="0">
                  <a:pos x="T4" y="T5"/>
                </a:cxn>
                <a:cxn ang="0">
                  <a:pos x="T6" y="T7"/>
                </a:cxn>
              </a:cxnLst>
              <a:rect l="0" t="0" r="r" b="b"/>
              <a:pathLst>
                <a:path w="340" h="681">
                  <a:moveTo>
                    <a:pt x="0" y="681"/>
                  </a:moveTo>
                  <a:cubicBezTo>
                    <a:pt x="188" y="681"/>
                    <a:pt x="340" y="529"/>
                    <a:pt x="340" y="341"/>
                  </a:cubicBezTo>
                  <a:cubicBezTo>
                    <a:pt x="340" y="153"/>
                    <a:pt x="188" y="0"/>
                    <a:pt x="0" y="0"/>
                  </a:cubicBezTo>
                  <a:lnTo>
                    <a:pt x="0" y="681"/>
                  </a:lnTo>
                  <a:close/>
                </a:path>
              </a:pathLst>
            </a:custGeom>
            <a:gradFill>
              <a:gsLst>
                <a:gs pos="0">
                  <a:srgbClr val="F28F00"/>
                </a:gs>
                <a:gs pos="98000">
                  <a:srgbClr val="E60C12"/>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9" name="椭圆 8"/>
            <p:cNvSpPr/>
            <p:nvPr/>
          </p:nvSpPr>
          <p:spPr>
            <a:xfrm>
              <a:off x="308740" y="2401823"/>
              <a:ext cx="2065241" cy="2065241"/>
            </a:xfrm>
            <a:prstGeom prst="ellipse">
              <a:avLst/>
            </a:prstGeom>
            <a:gradFill>
              <a:gsLst>
                <a:gs pos="0">
                  <a:srgbClr val="F28F00"/>
                </a:gs>
                <a:gs pos="98000">
                  <a:srgbClr val="E60C12"/>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
        <p:nvSpPr>
          <p:cNvPr id="12" name="Freeform 5"/>
          <p:cNvSpPr>
            <a:spLocks/>
          </p:cNvSpPr>
          <p:nvPr/>
        </p:nvSpPr>
        <p:spPr bwMode="auto">
          <a:xfrm>
            <a:off x="6348542" y="2162512"/>
            <a:ext cx="4828916" cy="1213413"/>
          </a:xfrm>
          <a:custGeom>
            <a:avLst/>
            <a:gdLst>
              <a:gd name="T0" fmla="*/ 2632 w 2972"/>
              <a:gd name="T1" fmla="*/ 32 h 745"/>
              <a:gd name="T2" fmla="*/ 1341 w 2972"/>
              <a:gd name="T3" fmla="*/ 32 h 745"/>
              <a:gd name="T4" fmla="*/ 1070 w 2972"/>
              <a:gd name="T5" fmla="*/ 166 h 745"/>
              <a:gd name="T6" fmla="*/ 682 w 2972"/>
              <a:gd name="T7" fmla="*/ 166 h 745"/>
              <a:gd name="T8" fmla="*/ 372 w 2972"/>
              <a:gd name="T9" fmla="*/ 0 h 745"/>
              <a:gd name="T10" fmla="*/ 0 w 2972"/>
              <a:gd name="T11" fmla="*/ 373 h 745"/>
              <a:gd name="T12" fmla="*/ 372 w 2972"/>
              <a:gd name="T13" fmla="*/ 745 h 745"/>
              <a:gd name="T14" fmla="*/ 682 w 2972"/>
              <a:gd name="T15" fmla="*/ 579 h 745"/>
              <a:gd name="T16" fmla="*/ 1070 w 2972"/>
              <a:gd name="T17" fmla="*/ 579 h 745"/>
              <a:gd name="T18" fmla="*/ 1341 w 2972"/>
              <a:gd name="T19" fmla="*/ 713 h 745"/>
              <a:gd name="T20" fmla="*/ 2632 w 2972"/>
              <a:gd name="T21" fmla="*/ 713 h 745"/>
              <a:gd name="T22" fmla="*/ 2972 w 2972"/>
              <a:gd name="T23" fmla="*/ 373 h 745"/>
              <a:gd name="T24" fmla="*/ 2632 w 2972"/>
              <a:gd name="T25" fmla="*/ 3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72" h="745">
                <a:moveTo>
                  <a:pt x="2632" y="32"/>
                </a:moveTo>
                <a:cubicBezTo>
                  <a:pt x="1341" y="32"/>
                  <a:pt x="1341" y="32"/>
                  <a:pt x="1341" y="32"/>
                </a:cubicBezTo>
                <a:cubicBezTo>
                  <a:pt x="1230" y="32"/>
                  <a:pt x="1132" y="85"/>
                  <a:pt x="1070" y="166"/>
                </a:cubicBezTo>
                <a:cubicBezTo>
                  <a:pt x="682" y="166"/>
                  <a:pt x="682" y="166"/>
                  <a:pt x="682" y="166"/>
                </a:cubicBezTo>
                <a:cubicBezTo>
                  <a:pt x="615" y="66"/>
                  <a:pt x="501" y="0"/>
                  <a:pt x="372" y="0"/>
                </a:cubicBezTo>
                <a:cubicBezTo>
                  <a:pt x="166" y="0"/>
                  <a:pt x="0" y="167"/>
                  <a:pt x="0" y="373"/>
                </a:cubicBezTo>
                <a:cubicBezTo>
                  <a:pt x="0" y="578"/>
                  <a:pt x="166" y="745"/>
                  <a:pt x="372" y="745"/>
                </a:cubicBezTo>
                <a:cubicBezTo>
                  <a:pt x="501" y="745"/>
                  <a:pt x="615" y="679"/>
                  <a:pt x="682" y="579"/>
                </a:cubicBezTo>
                <a:cubicBezTo>
                  <a:pt x="1070" y="579"/>
                  <a:pt x="1070" y="579"/>
                  <a:pt x="1070" y="579"/>
                </a:cubicBezTo>
                <a:cubicBezTo>
                  <a:pt x="1132" y="660"/>
                  <a:pt x="1230" y="713"/>
                  <a:pt x="1341" y="713"/>
                </a:cubicBezTo>
                <a:cubicBezTo>
                  <a:pt x="2632" y="713"/>
                  <a:pt x="2632" y="713"/>
                  <a:pt x="2632" y="713"/>
                </a:cubicBezTo>
                <a:cubicBezTo>
                  <a:pt x="2820" y="713"/>
                  <a:pt x="2972" y="561"/>
                  <a:pt x="2972" y="373"/>
                </a:cubicBezTo>
                <a:cubicBezTo>
                  <a:pt x="2972" y="185"/>
                  <a:pt x="2820" y="32"/>
                  <a:pt x="2632" y="32"/>
                </a:cubicBezTo>
                <a:close/>
              </a:path>
            </a:pathLst>
          </a:custGeom>
          <a:solidFill>
            <a:srgbClr val="FFFFFF"/>
          </a:solidFill>
          <a:ln w="14288" cap="flat">
            <a:noFill/>
            <a:prstDash val="solid"/>
            <a:miter lim="800000"/>
            <a:headEnd/>
            <a:tailEnd/>
          </a:ln>
          <a:effectLst>
            <a:outerShdw blurRad="152400" dist="50800" dir="5400000" algn="t" rotWithShape="0">
              <a:prstClr val="black">
                <a:alpha val="22000"/>
              </a:prstClr>
            </a:outerShdw>
          </a:effectLst>
        </p:spPr>
        <p:txBody>
          <a:bodyPr vert="horz" wrap="square" lIns="91440" tIns="45720" rIns="91440" bIns="45720" numCol="1" anchor="t" anchorCtr="0" compatLnSpc="1">
            <a:prstTxWarp prst="textNoShape">
              <a:avLst/>
            </a:prstTxWarp>
          </a:bodyPr>
          <a:lstStyle/>
          <a:p>
            <a:endParaRPr lang="zh-CN" altLang="en-US"/>
          </a:p>
        </p:txBody>
      </p:sp>
      <p:sp>
        <p:nvSpPr>
          <p:cNvPr id="13" name="Rectangle 6"/>
          <p:cNvSpPr>
            <a:spLocks noChangeArrowheads="1"/>
          </p:cNvSpPr>
          <p:nvPr/>
        </p:nvSpPr>
        <p:spPr bwMode="auto">
          <a:xfrm>
            <a:off x="8527326" y="2214731"/>
            <a:ext cx="2097707" cy="1108974"/>
          </a:xfrm>
          <a:prstGeom prst="rect">
            <a:avLst/>
          </a:pr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4" name="Freeform 7"/>
          <p:cNvSpPr>
            <a:spLocks/>
          </p:cNvSpPr>
          <p:nvPr/>
        </p:nvSpPr>
        <p:spPr bwMode="auto">
          <a:xfrm>
            <a:off x="9089371" y="2214731"/>
            <a:ext cx="2088087" cy="1108974"/>
          </a:xfrm>
          <a:custGeom>
            <a:avLst/>
            <a:gdLst>
              <a:gd name="T0" fmla="*/ 0 w 1285"/>
              <a:gd name="T1" fmla="*/ 681 h 681"/>
              <a:gd name="T2" fmla="*/ 945 w 1285"/>
              <a:gd name="T3" fmla="*/ 681 h 681"/>
              <a:gd name="T4" fmla="*/ 1285 w 1285"/>
              <a:gd name="T5" fmla="*/ 341 h 681"/>
              <a:gd name="T6" fmla="*/ 945 w 1285"/>
              <a:gd name="T7" fmla="*/ 0 h 681"/>
              <a:gd name="T8" fmla="*/ 0 w 1285"/>
              <a:gd name="T9" fmla="*/ 0 h 681"/>
              <a:gd name="T10" fmla="*/ 0 w 1285"/>
              <a:gd name="T11" fmla="*/ 681 h 681"/>
            </a:gdLst>
            <a:ahLst/>
            <a:cxnLst>
              <a:cxn ang="0">
                <a:pos x="T0" y="T1"/>
              </a:cxn>
              <a:cxn ang="0">
                <a:pos x="T2" y="T3"/>
              </a:cxn>
              <a:cxn ang="0">
                <a:pos x="T4" y="T5"/>
              </a:cxn>
              <a:cxn ang="0">
                <a:pos x="T6" y="T7"/>
              </a:cxn>
              <a:cxn ang="0">
                <a:pos x="T8" y="T9"/>
              </a:cxn>
              <a:cxn ang="0">
                <a:pos x="T10" y="T11"/>
              </a:cxn>
            </a:cxnLst>
            <a:rect l="0" t="0" r="r" b="b"/>
            <a:pathLst>
              <a:path w="1285" h="681">
                <a:moveTo>
                  <a:pt x="0" y="681"/>
                </a:moveTo>
                <a:cubicBezTo>
                  <a:pt x="945" y="681"/>
                  <a:pt x="945" y="681"/>
                  <a:pt x="945" y="681"/>
                </a:cubicBezTo>
                <a:cubicBezTo>
                  <a:pt x="1133" y="681"/>
                  <a:pt x="1285" y="529"/>
                  <a:pt x="1285" y="341"/>
                </a:cubicBezTo>
                <a:cubicBezTo>
                  <a:pt x="1285" y="153"/>
                  <a:pt x="1133" y="0"/>
                  <a:pt x="945" y="0"/>
                </a:cubicBezTo>
                <a:cubicBezTo>
                  <a:pt x="0" y="0"/>
                  <a:pt x="0" y="0"/>
                  <a:pt x="0" y="0"/>
                </a:cubicBezTo>
                <a:lnTo>
                  <a:pt x="0" y="681"/>
                </a:lnTo>
                <a:close/>
              </a:path>
            </a:pathLst>
          </a:custGeom>
          <a:gradFill>
            <a:gsLst>
              <a:gs pos="0">
                <a:srgbClr val="9F73B0"/>
              </a:gs>
              <a:gs pos="100000">
                <a:srgbClr val="253C9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Freeform 8"/>
          <p:cNvSpPr>
            <a:spLocks/>
          </p:cNvSpPr>
          <p:nvPr/>
        </p:nvSpPr>
        <p:spPr bwMode="auto">
          <a:xfrm>
            <a:off x="8086897" y="2214731"/>
            <a:ext cx="440429" cy="1108974"/>
          </a:xfrm>
          <a:custGeom>
            <a:avLst/>
            <a:gdLst>
              <a:gd name="T0" fmla="*/ 271 w 271"/>
              <a:gd name="T1" fmla="*/ 681 h 681"/>
              <a:gd name="T2" fmla="*/ 0 w 271"/>
              <a:gd name="T3" fmla="*/ 547 h 681"/>
              <a:gd name="T4" fmla="*/ 0 w 271"/>
              <a:gd name="T5" fmla="*/ 134 h 681"/>
              <a:gd name="T6" fmla="*/ 271 w 271"/>
              <a:gd name="T7" fmla="*/ 0 h 681"/>
              <a:gd name="T8" fmla="*/ 271 w 271"/>
              <a:gd name="T9" fmla="*/ 681 h 681"/>
            </a:gdLst>
            <a:ahLst/>
            <a:cxnLst>
              <a:cxn ang="0">
                <a:pos x="T0" y="T1"/>
              </a:cxn>
              <a:cxn ang="0">
                <a:pos x="T2" y="T3"/>
              </a:cxn>
              <a:cxn ang="0">
                <a:pos x="T4" y="T5"/>
              </a:cxn>
              <a:cxn ang="0">
                <a:pos x="T6" y="T7"/>
              </a:cxn>
              <a:cxn ang="0">
                <a:pos x="T8" y="T9"/>
              </a:cxn>
            </a:cxnLst>
            <a:rect l="0" t="0" r="r" b="b"/>
            <a:pathLst>
              <a:path w="271" h="681">
                <a:moveTo>
                  <a:pt x="271" y="681"/>
                </a:moveTo>
                <a:cubicBezTo>
                  <a:pt x="160" y="681"/>
                  <a:pt x="62" y="628"/>
                  <a:pt x="0" y="547"/>
                </a:cubicBezTo>
                <a:cubicBezTo>
                  <a:pt x="0" y="134"/>
                  <a:pt x="0" y="134"/>
                  <a:pt x="0" y="134"/>
                </a:cubicBezTo>
                <a:cubicBezTo>
                  <a:pt x="62" y="53"/>
                  <a:pt x="160" y="0"/>
                  <a:pt x="271" y="0"/>
                </a:cubicBezTo>
                <a:lnTo>
                  <a:pt x="271" y="681"/>
                </a:lnTo>
                <a:close/>
              </a:path>
            </a:pathLst>
          </a:custGeom>
          <a:solidFill>
            <a:srgbClr val="EEEEEE"/>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6" name="Freeform 10"/>
          <p:cNvSpPr>
            <a:spLocks/>
          </p:cNvSpPr>
          <p:nvPr/>
        </p:nvSpPr>
        <p:spPr bwMode="auto">
          <a:xfrm>
            <a:off x="10625032" y="2214731"/>
            <a:ext cx="552426" cy="1108974"/>
          </a:xfrm>
          <a:custGeom>
            <a:avLst/>
            <a:gdLst>
              <a:gd name="T0" fmla="*/ 0 w 340"/>
              <a:gd name="T1" fmla="*/ 681 h 681"/>
              <a:gd name="T2" fmla="*/ 340 w 340"/>
              <a:gd name="T3" fmla="*/ 341 h 681"/>
              <a:gd name="T4" fmla="*/ 0 w 340"/>
              <a:gd name="T5" fmla="*/ 0 h 681"/>
              <a:gd name="T6" fmla="*/ 0 w 340"/>
              <a:gd name="T7" fmla="*/ 681 h 681"/>
            </a:gdLst>
            <a:ahLst/>
            <a:cxnLst>
              <a:cxn ang="0">
                <a:pos x="T0" y="T1"/>
              </a:cxn>
              <a:cxn ang="0">
                <a:pos x="T2" y="T3"/>
              </a:cxn>
              <a:cxn ang="0">
                <a:pos x="T4" y="T5"/>
              </a:cxn>
              <a:cxn ang="0">
                <a:pos x="T6" y="T7"/>
              </a:cxn>
            </a:cxnLst>
            <a:rect l="0" t="0" r="r" b="b"/>
            <a:pathLst>
              <a:path w="340" h="681">
                <a:moveTo>
                  <a:pt x="0" y="681"/>
                </a:moveTo>
                <a:cubicBezTo>
                  <a:pt x="188" y="681"/>
                  <a:pt x="340" y="529"/>
                  <a:pt x="340" y="341"/>
                </a:cubicBezTo>
                <a:cubicBezTo>
                  <a:pt x="340" y="153"/>
                  <a:pt x="188" y="0"/>
                  <a:pt x="0" y="0"/>
                </a:cubicBezTo>
                <a:lnTo>
                  <a:pt x="0" y="681"/>
                </a:lnTo>
                <a:close/>
              </a:path>
            </a:pathLst>
          </a:custGeom>
          <a:gradFill>
            <a:gsLst>
              <a:gs pos="0">
                <a:srgbClr val="9F73B0"/>
              </a:gs>
              <a:gs pos="100000">
                <a:srgbClr val="253C9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 name="椭圆 16"/>
          <p:cNvSpPr/>
          <p:nvPr/>
        </p:nvSpPr>
        <p:spPr>
          <a:xfrm>
            <a:off x="6493850" y="2325326"/>
            <a:ext cx="893871" cy="893871"/>
          </a:xfrm>
          <a:prstGeom prst="ellipse">
            <a:avLst/>
          </a:prstGeom>
          <a:gradFill>
            <a:gsLst>
              <a:gs pos="0">
                <a:srgbClr val="9F73B0"/>
              </a:gs>
              <a:gs pos="100000">
                <a:srgbClr val="253C9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9" name="Freeform 5"/>
          <p:cNvSpPr>
            <a:spLocks/>
          </p:cNvSpPr>
          <p:nvPr/>
        </p:nvSpPr>
        <p:spPr bwMode="auto">
          <a:xfrm>
            <a:off x="6348542" y="3518962"/>
            <a:ext cx="4828916" cy="1213413"/>
          </a:xfrm>
          <a:custGeom>
            <a:avLst/>
            <a:gdLst>
              <a:gd name="T0" fmla="*/ 2632 w 2972"/>
              <a:gd name="T1" fmla="*/ 32 h 745"/>
              <a:gd name="T2" fmla="*/ 1341 w 2972"/>
              <a:gd name="T3" fmla="*/ 32 h 745"/>
              <a:gd name="T4" fmla="*/ 1070 w 2972"/>
              <a:gd name="T5" fmla="*/ 166 h 745"/>
              <a:gd name="T6" fmla="*/ 682 w 2972"/>
              <a:gd name="T7" fmla="*/ 166 h 745"/>
              <a:gd name="T8" fmla="*/ 372 w 2972"/>
              <a:gd name="T9" fmla="*/ 0 h 745"/>
              <a:gd name="T10" fmla="*/ 0 w 2972"/>
              <a:gd name="T11" fmla="*/ 373 h 745"/>
              <a:gd name="T12" fmla="*/ 372 w 2972"/>
              <a:gd name="T13" fmla="*/ 745 h 745"/>
              <a:gd name="T14" fmla="*/ 682 w 2972"/>
              <a:gd name="T15" fmla="*/ 579 h 745"/>
              <a:gd name="T16" fmla="*/ 1070 w 2972"/>
              <a:gd name="T17" fmla="*/ 579 h 745"/>
              <a:gd name="T18" fmla="*/ 1341 w 2972"/>
              <a:gd name="T19" fmla="*/ 713 h 745"/>
              <a:gd name="T20" fmla="*/ 2632 w 2972"/>
              <a:gd name="T21" fmla="*/ 713 h 745"/>
              <a:gd name="T22" fmla="*/ 2972 w 2972"/>
              <a:gd name="T23" fmla="*/ 373 h 745"/>
              <a:gd name="T24" fmla="*/ 2632 w 2972"/>
              <a:gd name="T25" fmla="*/ 3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72" h="745">
                <a:moveTo>
                  <a:pt x="2632" y="32"/>
                </a:moveTo>
                <a:cubicBezTo>
                  <a:pt x="1341" y="32"/>
                  <a:pt x="1341" y="32"/>
                  <a:pt x="1341" y="32"/>
                </a:cubicBezTo>
                <a:cubicBezTo>
                  <a:pt x="1230" y="32"/>
                  <a:pt x="1132" y="85"/>
                  <a:pt x="1070" y="166"/>
                </a:cubicBezTo>
                <a:cubicBezTo>
                  <a:pt x="682" y="166"/>
                  <a:pt x="682" y="166"/>
                  <a:pt x="682" y="166"/>
                </a:cubicBezTo>
                <a:cubicBezTo>
                  <a:pt x="615" y="66"/>
                  <a:pt x="501" y="0"/>
                  <a:pt x="372" y="0"/>
                </a:cubicBezTo>
                <a:cubicBezTo>
                  <a:pt x="166" y="0"/>
                  <a:pt x="0" y="167"/>
                  <a:pt x="0" y="373"/>
                </a:cubicBezTo>
                <a:cubicBezTo>
                  <a:pt x="0" y="578"/>
                  <a:pt x="166" y="745"/>
                  <a:pt x="372" y="745"/>
                </a:cubicBezTo>
                <a:cubicBezTo>
                  <a:pt x="501" y="745"/>
                  <a:pt x="615" y="679"/>
                  <a:pt x="682" y="579"/>
                </a:cubicBezTo>
                <a:cubicBezTo>
                  <a:pt x="1070" y="579"/>
                  <a:pt x="1070" y="579"/>
                  <a:pt x="1070" y="579"/>
                </a:cubicBezTo>
                <a:cubicBezTo>
                  <a:pt x="1132" y="660"/>
                  <a:pt x="1230" y="713"/>
                  <a:pt x="1341" y="713"/>
                </a:cubicBezTo>
                <a:cubicBezTo>
                  <a:pt x="2632" y="713"/>
                  <a:pt x="2632" y="713"/>
                  <a:pt x="2632" y="713"/>
                </a:cubicBezTo>
                <a:cubicBezTo>
                  <a:pt x="2820" y="713"/>
                  <a:pt x="2972" y="561"/>
                  <a:pt x="2972" y="373"/>
                </a:cubicBezTo>
                <a:cubicBezTo>
                  <a:pt x="2972" y="185"/>
                  <a:pt x="2820" y="32"/>
                  <a:pt x="2632" y="32"/>
                </a:cubicBezTo>
                <a:close/>
              </a:path>
            </a:pathLst>
          </a:custGeom>
          <a:solidFill>
            <a:srgbClr val="FFFFFF"/>
          </a:solidFill>
          <a:ln w="14288" cap="flat">
            <a:noFill/>
            <a:prstDash val="solid"/>
            <a:miter lim="800000"/>
            <a:headEnd/>
            <a:tailEnd/>
          </a:ln>
          <a:effectLst>
            <a:outerShdw blurRad="152400" dist="50800" dir="5400000" algn="t" rotWithShape="0">
              <a:prstClr val="black">
                <a:alpha val="22000"/>
              </a:prstClr>
            </a:outerShdw>
          </a:effectLst>
        </p:spPr>
        <p:txBody>
          <a:bodyPr vert="horz" wrap="square" lIns="91440" tIns="45720" rIns="91440" bIns="45720" numCol="1" anchor="t" anchorCtr="0" compatLnSpc="1">
            <a:prstTxWarp prst="textNoShape">
              <a:avLst/>
            </a:prstTxWarp>
          </a:bodyPr>
          <a:lstStyle/>
          <a:p>
            <a:endParaRPr lang="zh-CN" altLang="en-US"/>
          </a:p>
        </p:txBody>
      </p:sp>
      <p:sp>
        <p:nvSpPr>
          <p:cNvPr id="20" name="Rectangle 6"/>
          <p:cNvSpPr>
            <a:spLocks noChangeArrowheads="1"/>
          </p:cNvSpPr>
          <p:nvPr/>
        </p:nvSpPr>
        <p:spPr bwMode="auto">
          <a:xfrm>
            <a:off x="8527326" y="3571181"/>
            <a:ext cx="2097707" cy="1108974"/>
          </a:xfrm>
          <a:prstGeom prst="rect">
            <a:avLst/>
          </a:pr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1" name="Freeform 7"/>
          <p:cNvSpPr>
            <a:spLocks/>
          </p:cNvSpPr>
          <p:nvPr/>
        </p:nvSpPr>
        <p:spPr bwMode="auto">
          <a:xfrm>
            <a:off x="9089371" y="3571181"/>
            <a:ext cx="2088087" cy="1108974"/>
          </a:xfrm>
          <a:custGeom>
            <a:avLst/>
            <a:gdLst>
              <a:gd name="T0" fmla="*/ 0 w 1285"/>
              <a:gd name="T1" fmla="*/ 681 h 681"/>
              <a:gd name="T2" fmla="*/ 945 w 1285"/>
              <a:gd name="T3" fmla="*/ 681 h 681"/>
              <a:gd name="T4" fmla="*/ 1285 w 1285"/>
              <a:gd name="T5" fmla="*/ 341 h 681"/>
              <a:gd name="T6" fmla="*/ 945 w 1285"/>
              <a:gd name="T7" fmla="*/ 0 h 681"/>
              <a:gd name="T8" fmla="*/ 0 w 1285"/>
              <a:gd name="T9" fmla="*/ 0 h 681"/>
              <a:gd name="T10" fmla="*/ 0 w 1285"/>
              <a:gd name="T11" fmla="*/ 681 h 681"/>
            </a:gdLst>
            <a:ahLst/>
            <a:cxnLst>
              <a:cxn ang="0">
                <a:pos x="T0" y="T1"/>
              </a:cxn>
              <a:cxn ang="0">
                <a:pos x="T2" y="T3"/>
              </a:cxn>
              <a:cxn ang="0">
                <a:pos x="T4" y="T5"/>
              </a:cxn>
              <a:cxn ang="0">
                <a:pos x="T6" y="T7"/>
              </a:cxn>
              <a:cxn ang="0">
                <a:pos x="T8" y="T9"/>
              </a:cxn>
              <a:cxn ang="0">
                <a:pos x="T10" y="T11"/>
              </a:cxn>
            </a:cxnLst>
            <a:rect l="0" t="0" r="r" b="b"/>
            <a:pathLst>
              <a:path w="1285" h="681">
                <a:moveTo>
                  <a:pt x="0" y="681"/>
                </a:moveTo>
                <a:cubicBezTo>
                  <a:pt x="945" y="681"/>
                  <a:pt x="945" y="681"/>
                  <a:pt x="945" y="681"/>
                </a:cubicBezTo>
                <a:cubicBezTo>
                  <a:pt x="1133" y="681"/>
                  <a:pt x="1285" y="529"/>
                  <a:pt x="1285" y="341"/>
                </a:cubicBezTo>
                <a:cubicBezTo>
                  <a:pt x="1285" y="153"/>
                  <a:pt x="1133" y="0"/>
                  <a:pt x="945" y="0"/>
                </a:cubicBezTo>
                <a:cubicBezTo>
                  <a:pt x="0" y="0"/>
                  <a:pt x="0" y="0"/>
                  <a:pt x="0" y="0"/>
                </a:cubicBezTo>
                <a:lnTo>
                  <a:pt x="0" y="681"/>
                </a:lnTo>
                <a:close/>
              </a:path>
            </a:pathLst>
          </a:custGeom>
          <a:gradFill>
            <a:gsLst>
              <a:gs pos="0">
                <a:srgbClr val="E0E200"/>
              </a:gs>
              <a:gs pos="84000">
                <a:srgbClr val="94C11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 name="Freeform 8"/>
          <p:cNvSpPr>
            <a:spLocks/>
          </p:cNvSpPr>
          <p:nvPr/>
        </p:nvSpPr>
        <p:spPr bwMode="auto">
          <a:xfrm>
            <a:off x="8086897" y="3571181"/>
            <a:ext cx="440429" cy="1108974"/>
          </a:xfrm>
          <a:custGeom>
            <a:avLst/>
            <a:gdLst>
              <a:gd name="T0" fmla="*/ 271 w 271"/>
              <a:gd name="T1" fmla="*/ 681 h 681"/>
              <a:gd name="T2" fmla="*/ 0 w 271"/>
              <a:gd name="T3" fmla="*/ 547 h 681"/>
              <a:gd name="T4" fmla="*/ 0 w 271"/>
              <a:gd name="T5" fmla="*/ 134 h 681"/>
              <a:gd name="T6" fmla="*/ 271 w 271"/>
              <a:gd name="T7" fmla="*/ 0 h 681"/>
              <a:gd name="T8" fmla="*/ 271 w 271"/>
              <a:gd name="T9" fmla="*/ 681 h 681"/>
            </a:gdLst>
            <a:ahLst/>
            <a:cxnLst>
              <a:cxn ang="0">
                <a:pos x="T0" y="T1"/>
              </a:cxn>
              <a:cxn ang="0">
                <a:pos x="T2" y="T3"/>
              </a:cxn>
              <a:cxn ang="0">
                <a:pos x="T4" y="T5"/>
              </a:cxn>
              <a:cxn ang="0">
                <a:pos x="T6" y="T7"/>
              </a:cxn>
              <a:cxn ang="0">
                <a:pos x="T8" y="T9"/>
              </a:cxn>
            </a:cxnLst>
            <a:rect l="0" t="0" r="r" b="b"/>
            <a:pathLst>
              <a:path w="271" h="681">
                <a:moveTo>
                  <a:pt x="271" y="681"/>
                </a:moveTo>
                <a:cubicBezTo>
                  <a:pt x="160" y="681"/>
                  <a:pt x="62" y="628"/>
                  <a:pt x="0" y="547"/>
                </a:cubicBezTo>
                <a:cubicBezTo>
                  <a:pt x="0" y="134"/>
                  <a:pt x="0" y="134"/>
                  <a:pt x="0" y="134"/>
                </a:cubicBezTo>
                <a:cubicBezTo>
                  <a:pt x="62" y="53"/>
                  <a:pt x="160" y="0"/>
                  <a:pt x="271" y="0"/>
                </a:cubicBezTo>
                <a:lnTo>
                  <a:pt x="271" y="681"/>
                </a:lnTo>
                <a:close/>
              </a:path>
            </a:pathLst>
          </a:custGeom>
          <a:solidFill>
            <a:srgbClr val="EEEEEE"/>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3" name="Freeform 10"/>
          <p:cNvSpPr>
            <a:spLocks/>
          </p:cNvSpPr>
          <p:nvPr/>
        </p:nvSpPr>
        <p:spPr bwMode="auto">
          <a:xfrm>
            <a:off x="10625032" y="3571181"/>
            <a:ext cx="552426" cy="1108974"/>
          </a:xfrm>
          <a:custGeom>
            <a:avLst/>
            <a:gdLst>
              <a:gd name="T0" fmla="*/ 0 w 340"/>
              <a:gd name="T1" fmla="*/ 681 h 681"/>
              <a:gd name="T2" fmla="*/ 340 w 340"/>
              <a:gd name="T3" fmla="*/ 341 h 681"/>
              <a:gd name="T4" fmla="*/ 0 w 340"/>
              <a:gd name="T5" fmla="*/ 0 h 681"/>
              <a:gd name="T6" fmla="*/ 0 w 340"/>
              <a:gd name="T7" fmla="*/ 681 h 681"/>
            </a:gdLst>
            <a:ahLst/>
            <a:cxnLst>
              <a:cxn ang="0">
                <a:pos x="T0" y="T1"/>
              </a:cxn>
              <a:cxn ang="0">
                <a:pos x="T2" y="T3"/>
              </a:cxn>
              <a:cxn ang="0">
                <a:pos x="T4" y="T5"/>
              </a:cxn>
              <a:cxn ang="0">
                <a:pos x="T6" y="T7"/>
              </a:cxn>
            </a:cxnLst>
            <a:rect l="0" t="0" r="r" b="b"/>
            <a:pathLst>
              <a:path w="340" h="681">
                <a:moveTo>
                  <a:pt x="0" y="681"/>
                </a:moveTo>
                <a:cubicBezTo>
                  <a:pt x="188" y="681"/>
                  <a:pt x="340" y="529"/>
                  <a:pt x="340" y="341"/>
                </a:cubicBezTo>
                <a:cubicBezTo>
                  <a:pt x="340" y="153"/>
                  <a:pt x="188" y="0"/>
                  <a:pt x="0" y="0"/>
                </a:cubicBezTo>
                <a:lnTo>
                  <a:pt x="0" y="681"/>
                </a:lnTo>
                <a:close/>
              </a:path>
            </a:pathLst>
          </a:custGeom>
          <a:gradFill>
            <a:gsLst>
              <a:gs pos="0">
                <a:srgbClr val="E0E200"/>
              </a:gs>
              <a:gs pos="84000">
                <a:srgbClr val="94C11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 name="椭圆 23"/>
          <p:cNvSpPr/>
          <p:nvPr/>
        </p:nvSpPr>
        <p:spPr>
          <a:xfrm>
            <a:off x="6493850" y="3681776"/>
            <a:ext cx="893871" cy="893871"/>
          </a:xfrm>
          <a:prstGeom prst="ellipse">
            <a:avLst/>
          </a:prstGeom>
          <a:gradFill>
            <a:gsLst>
              <a:gs pos="0">
                <a:srgbClr val="E0E200"/>
              </a:gs>
              <a:gs pos="84000">
                <a:srgbClr val="94C11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6" name="Freeform 5"/>
          <p:cNvSpPr>
            <a:spLocks/>
          </p:cNvSpPr>
          <p:nvPr/>
        </p:nvSpPr>
        <p:spPr bwMode="auto">
          <a:xfrm>
            <a:off x="6348542" y="4875413"/>
            <a:ext cx="4828916" cy="1213413"/>
          </a:xfrm>
          <a:custGeom>
            <a:avLst/>
            <a:gdLst>
              <a:gd name="T0" fmla="*/ 2632 w 2972"/>
              <a:gd name="T1" fmla="*/ 32 h 745"/>
              <a:gd name="T2" fmla="*/ 1341 w 2972"/>
              <a:gd name="T3" fmla="*/ 32 h 745"/>
              <a:gd name="T4" fmla="*/ 1070 w 2972"/>
              <a:gd name="T5" fmla="*/ 166 h 745"/>
              <a:gd name="T6" fmla="*/ 682 w 2972"/>
              <a:gd name="T7" fmla="*/ 166 h 745"/>
              <a:gd name="T8" fmla="*/ 372 w 2972"/>
              <a:gd name="T9" fmla="*/ 0 h 745"/>
              <a:gd name="T10" fmla="*/ 0 w 2972"/>
              <a:gd name="T11" fmla="*/ 373 h 745"/>
              <a:gd name="T12" fmla="*/ 372 w 2972"/>
              <a:gd name="T13" fmla="*/ 745 h 745"/>
              <a:gd name="T14" fmla="*/ 682 w 2972"/>
              <a:gd name="T15" fmla="*/ 579 h 745"/>
              <a:gd name="T16" fmla="*/ 1070 w 2972"/>
              <a:gd name="T17" fmla="*/ 579 h 745"/>
              <a:gd name="T18" fmla="*/ 1341 w 2972"/>
              <a:gd name="T19" fmla="*/ 713 h 745"/>
              <a:gd name="T20" fmla="*/ 2632 w 2972"/>
              <a:gd name="T21" fmla="*/ 713 h 745"/>
              <a:gd name="T22" fmla="*/ 2972 w 2972"/>
              <a:gd name="T23" fmla="*/ 373 h 745"/>
              <a:gd name="T24" fmla="*/ 2632 w 2972"/>
              <a:gd name="T25" fmla="*/ 3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72" h="745">
                <a:moveTo>
                  <a:pt x="2632" y="32"/>
                </a:moveTo>
                <a:cubicBezTo>
                  <a:pt x="1341" y="32"/>
                  <a:pt x="1341" y="32"/>
                  <a:pt x="1341" y="32"/>
                </a:cubicBezTo>
                <a:cubicBezTo>
                  <a:pt x="1230" y="32"/>
                  <a:pt x="1132" y="85"/>
                  <a:pt x="1070" y="166"/>
                </a:cubicBezTo>
                <a:cubicBezTo>
                  <a:pt x="682" y="166"/>
                  <a:pt x="682" y="166"/>
                  <a:pt x="682" y="166"/>
                </a:cubicBezTo>
                <a:cubicBezTo>
                  <a:pt x="615" y="66"/>
                  <a:pt x="501" y="0"/>
                  <a:pt x="372" y="0"/>
                </a:cubicBezTo>
                <a:cubicBezTo>
                  <a:pt x="166" y="0"/>
                  <a:pt x="0" y="167"/>
                  <a:pt x="0" y="373"/>
                </a:cubicBezTo>
                <a:cubicBezTo>
                  <a:pt x="0" y="578"/>
                  <a:pt x="166" y="745"/>
                  <a:pt x="372" y="745"/>
                </a:cubicBezTo>
                <a:cubicBezTo>
                  <a:pt x="501" y="745"/>
                  <a:pt x="615" y="679"/>
                  <a:pt x="682" y="579"/>
                </a:cubicBezTo>
                <a:cubicBezTo>
                  <a:pt x="1070" y="579"/>
                  <a:pt x="1070" y="579"/>
                  <a:pt x="1070" y="579"/>
                </a:cubicBezTo>
                <a:cubicBezTo>
                  <a:pt x="1132" y="660"/>
                  <a:pt x="1230" y="713"/>
                  <a:pt x="1341" y="713"/>
                </a:cubicBezTo>
                <a:cubicBezTo>
                  <a:pt x="2632" y="713"/>
                  <a:pt x="2632" y="713"/>
                  <a:pt x="2632" y="713"/>
                </a:cubicBezTo>
                <a:cubicBezTo>
                  <a:pt x="2820" y="713"/>
                  <a:pt x="2972" y="561"/>
                  <a:pt x="2972" y="373"/>
                </a:cubicBezTo>
                <a:cubicBezTo>
                  <a:pt x="2972" y="185"/>
                  <a:pt x="2820" y="32"/>
                  <a:pt x="2632" y="32"/>
                </a:cubicBezTo>
                <a:close/>
              </a:path>
            </a:pathLst>
          </a:custGeom>
          <a:solidFill>
            <a:srgbClr val="FFFFFF"/>
          </a:solidFill>
          <a:ln w="14288" cap="flat">
            <a:noFill/>
            <a:prstDash val="solid"/>
            <a:miter lim="800000"/>
            <a:headEnd/>
            <a:tailEnd/>
          </a:ln>
          <a:effectLst>
            <a:outerShdw blurRad="152400" dist="50800" dir="5400000" algn="t" rotWithShape="0">
              <a:prstClr val="black">
                <a:alpha val="22000"/>
              </a:prstClr>
            </a:outerShdw>
          </a:effectLst>
        </p:spPr>
        <p:txBody>
          <a:bodyPr vert="horz" wrap="square" lIns="91440" tIns="45720" rIns="91440" bIns="45720" numCol="1" anchor="t" anchorCtr="0" compatLnSpc="1">
            <a:prstTxWarp prst="textNoShape">
              <a:avLst/>
            </a:prstTxWarp>
          </a:bodyPr>
          <a:lstStyle/>
          <a:p>
            <a:endParaRPr lang="zh-CN" altLang="en-US"/>
          </a:p>
        </p:txBody>
      </p:sp>
      <p:sp>
        <p:nvSpPr>
          <p:cNvPr id="27" name="Rectangle 6"/>
          <p:cNvSpPr>
            <a:spLocks noChangeArrowheads="1"/>
          </p:cNvSpPr>
          <p:nvPr/>
        </p:nvSpPr>
        <p:spPr bwMode="auto">
          <a:xfrm>
            <a:off x="8527326" y="4927632"/>
            <a:ext cx="2097707" cy="1108974"/>
          </a:xfrm>
          <a:prstGeom prst="rect">
            <a:avLst/>
          </a:pr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8" name="Freeform 7"/>
          <p:cNvSpPr>
            <a:spLocks/>
          </p:cNvSpPr>
          <p:nvPr/>
        </p:nvSpPr>
        <p:spPr bwMode="auto">
          <a:xfrm>
            <a:off x="9089371" y="4927632"/>
            <a:ext cx="2088087" cy="1108974"/>
          </a:xfrm>
          <a:custGeom>
            <a:avLst/>
            <a:gdLst>
              <a:gd name="T0" fmla="*/ 0 w 1285"/>
              <a:gd name="T1" fmla="*/ 681 h 681"/>
              <a:gd name="T2" fmla="*/ 945 w 1285"/>
              <a:gd name="T3" fmla="*/ 681 h 681"/>
              <a:gd name="T4" fmla="*/ 1285 w 1285"/>
              <a:gd name="T5" fmla="*/ 341 h 681"/>
              <a:gd name="T6" fmla="*/ 945 w 1285"/>
              <a:gd name="T7" fmla="*/ 0 h 681"/>
              <a:gd name="T8" fmla="*/ 0 w 1285"/>
              <a:gd name="T9" fmla="*/ 0 h 681"/>
              <a:gd name="T10" fmla="*/ 0 w 1285"/>
              <a:gd name="T11" fmla="*/ 681 h 681"/>
            </a:gdLst>
            <a:ahLst/>
            <a:cxnLst>
              <a:cxn ang="0">
                <a:pos x="T0" y="T1"/>
              </a:cxn>
              <a:cxn ang="0">
                <a:pos x="T2" y="T3"/>
              </a:cxn>
              <a:cxn ang="0">
                <a:pos x="T4" y="T5"/>
              </a:cxn>
              <a:cxn ang="0">
                <a:pos x="T6" y="T7"/>
              </a:cxn>
              <a:cxn ang="0">
                <a:pos x="T8" y="T9"/>
              </a:cxn>
              <a:cxn ang="0">
                <a:pos x="T10" y="T11"/>
              </a:cxn>
            </a:cxnLst>
            <a:rect l="0" t="0" r="r" b="b"/>
            <a:pathLst>
              <a:path w="1285" h="681">
                <a:moveTo>
                  <a:pt x="0" y="681"/>
                </a:moveTo>
                <a:cubicBezTo>
                  <a:pt x="945" y="681"/>
                  <a:pt x="945" y="681"/>
                  <a:pt x="945" y="681"/>
                </a:cubicBezTo>
                <a:cubicBezTo>
                  <a:pt x="1133" y="681"/>
                  <a:pt x="1285" y="529"/>
                  <a:pt x="1285" y="341"/>
                </a:cubicBezTo>
                <a:cubicBezTo>
                  <a:pt x="1285" y="153"/>
                  <a:pt x="1133" y="0"/>
                  <a:pt x="945" y="0"/>
                </a:cubicBezTo>
                <a:cubicBezTo>
                  <a:pt x="0" y="0"/>
                  <a:pt x="0" y="0"/>
                  <a:pt x="0" y="0"/>
                </a:cubicBezTo>
                <a:lnTo>
                  <a:pt x="0" y="681"/>
                </a:lnTo>
                <a:close/>
              </a:path>
            </a:pathLst>
          </a:custGeom>
          <a:gradFill>
            <a:gsLst>
              <a:gs pos="0">
                <a:srgbClr val="86C1A8"/>
              </a:gs>
              <a:gs pos="74000">
                <a:srgbClr val="0080C8"/>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 name="Freeform 8"/>
          <p:cNvSpPr>
            <a:spLocks/>
          </p:cNvSpPr>
          <p:nvPr/>
        </p:nvSpPr>
        <p:spPr bwMode="auto">
          <a:xfrm>
            <a:off x="8086897" y="4927632"/>
            <a:ext cx="440429" cy="1108974"/>
          </a:xfrm>
          <a:custGeom>
            <a:avLst/>
            <a:gdLst>
              <a:gd name="T0" fmla="*/ 271 w 271"/>
              <a:gd name="T1" fmla="*/ 681 h 681"/>
              <a:gd name="T2" fmla="*/ 0 w 271"/>
              <a:gd name="T3" fmla="*/ 547 h 681"/>
              <a:gd name="T4" fmla="*/ 0 w 271"/>
              <a:gd name="T5" fmla="*/ 134 h 681"/>
              <a:gd name="T6" fmla="*/ 271 w 271"/>
              <a:gd name="T7" fmla="*/ 0 h 681"/>
              <a:gd name="T8" fmla="*/ 271 w 271"/>
              <a:gd name="T9" fmla="*/ 681 h 681"/>
            </a:gdLst>
            <a:ahLst/>
            <a:cxnLst>
              <a:cxn ang="0">
                <a:pos x="T0" y="T1"/>
              </a:cxn>
              <a:cxn ang="0">
                <a:pos x="T2" y="T3"/>
              </a:cxn>
              <a:cxn ang="0">
                <a:pos x="T4" y="T5"/>
              </a:cxn>
              <a:cxn ang="0">
                <a:pos x="T6" y="T7"/>
              </a:cxn>
              <a:cxn ang="0">
                <a:pos x="T8" y="T9"/>
              </a:cxn>
            </a:cxnLst>
            <a:rect l="0" t="0" r="r" b="b"/>
            <a:pathLst>
              <a:path w="271" h="681">
                <a:moveTo>
                  <a:pt x="271" y="681"/>
                </a:moveTo>
                <a:cubicBezTo>
                  <a:pt x="160" y="681"/>
                  <a:pt x="62" y="628"/>
                  <a:pt x="0" y="547"/>
                </a:cubicBezTo>
                <a:cubicBezTo>
                  <a:pt x="0" y="134"/>
                  <a:pt x="0" y="134"/>
                  <a:pt x="0" y="134"/>
                </a:cubicBezTo>
                <a:cubicBezTo>
                  <a:pt x="62" y="53"/>
                  <a:pt x="160" y="0"/>
                  <a:pt x="271" y="0"/>
                </a:cubicBezTo>
                <a:lnTo>
                  <a:pt x="271" y="681"/>
                </a:lnTo>
                <a:close/>
              </a:path>
            </a:pathLst>
          </a:custGeom>
          <a:solidFill>
            <a:srgbClr val="EEEEEE"/>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0" name="Freeform 10"/>
          <p:cNvSpPr>
            <a:spLocks/>
          </p:cNvSpPr>
          <p:nvPr/>
        </p:nvSpPr>
        <p:spPr bwMode="auto">
          <a:xfrm>
            <a:off x="10625032" y="4927632"/>
            <a:ext cx="552426" cy="1108974"/>
          </a:xfrm>
          <a:custGeom>
            <a:avLst/>
            <a:gdLst>
              <a:gd name="T0" fmla="*/ 0 w 340"/>
              <a:gd name="T1" fmla="*/ 681 h 681"/>
              <a:gd name="T2" fmla="*/ 340 w 340"/>
              <a:gd name="T3" fmla="*/ 341 h 681"/>
              <a:gd name="T4" fmla="*/ 0 w 340"/>
              <a:gd name="T5" fmla="*/ 0 h 681"/>
              <a:gd name="T6" fmla="*/ 0 w 340"/>
              <a:gd name="T7" fmla="*/ 681 h 681"/>
            </a:gdLst>
            <a:ahLst/>
            <a:cxnLst>
              <a:cxn ang="0">
                <a:pos x="T0" y="T1"/>
              </a:cxn>
              <a:cxn ang="0">
                <a:pos x="T2" y="T3"/>
              </a:cxn>
              <a:cxn ang="0">
                <a:pos x="T4" y="T5"/>
              </a:cxn>
              <a:cxn ang="0">
                <a:pos x="T6" y="T7"/>
              </a:cxn>
            </a:cxnLst>
            <a:rect l="0" t="0" r="r" b="b"/>
            <a:pathLst>
              <a:path w="340" h="681">
                <a:moveTo>
                  <a:pt x="0" y="681"/>
                </a:moveTo>
                <a:cubicBezTo>
                  <a:pt x="188" y="681"/>
                  <a:pt x="340" y="529"/>
                  <a:pt x="340" y="341"/>
                </a:cubicBezTo>
                <a:cubicBezTo>
                  <a:pt x="340" y="153"/>
                  <a:pt x="188" y="0"/>
                  <a:pt x="0" y="0"/>
                </a:cubicBezTo>
                <a:lnTo>
                  <a:pt x="0" y="681"/>
                </a:lnTo>
                <a:close/>
              </a:path>
            </a:pathLst>
          </a:custGeom>
          <a:gradFill>
            <a:gsLst>
              <a:gs pos="0">
                <a:srgbClr val="86C1A8"/>
              </a:gs>
              <a:gs pos="74000">
                <a:srgbClr val="0080C8"/>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 name="椭圆 30"/>
          <p:cNvSpPr/>
          <p:nvPr/>
        </p:nvSpPr>
        <p:spPr>
          <a:xfrm>
            <a:off x="6493850" y="5038227"/>
            <a:ext cx="893871" cy="893871"/>
          </a:xfrm>
          <a:prstGeom prst="ellipse">
            <a:avLst/>
          </a:prstGeom>
          <a:gradFill>
            <a:gsLst>
              <a:gs pos="0">
                <a:srgbClr val="86C1A8"/>
              </a:gs>
              <a:gs pos="74000">
                <a:srgbClr val="0080C8"/>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32" name="组合 31"/>
          <p:cNvGrpSpPr/>
          <p:nvPr/>
        </p:nvGrpSpPr>
        <p:grpSpPr>
          <a:xfrm>
            <a:off x="6704411" y="5256003"/>
            <a:ext cx="865018" cy="769787"/>
            <a:chOff x="688976" y="7240588"/>
            <a:chExt cx="519113" cy="461963"/>
          </a:xfrm>
        </p:grpSpPr>
        <p:sp>
          <p:nvSpPr>
            <p:cNvPr id="33" name="Freeform 64"/>
            <p:cNvSpPr>
              <a:spLocks/>
            </p:cNvSpPr>
            <p:nvPr/>
          </p:nvSpPr>
          <p:spPr bwMode="auto">
            <a:xfrm>
              <a:off x="708026" y="7245351"/>
              <a:ext cx="500063" cy="457200"/>
            </a:xfrm>
            <a:custGeom>
              <a:avLst/>
              <a:gdLst>
                <a:gd name="T0" fmla="*/ 140 w 315"/>
                <a:gd name="T1" fmla="*/ 288 h 288"/>
                <a:gd name="T2" fmla="*/ 0 w 315"/>
                <a:gd name="T3" fmla="*/ 176 h 288"/>
                <a:gd name="T4" fmla="*/ 2 w 315"/>
                <a:gd name="T5" fmla="*/ 14 h 288"/>
                <a:gd name="T6" fmla="*/ 57 w 315"/>
                <a:gd name="T7" fmla="*/ 9 h 288"/>
                <a:gd name="T8" fmla="*/ 97 w 315"/>
                <a:gd name="T9" fmla="*/ 57 h 288"/>
                <a:gd name="T10" fmla="*/ 113 w 315"/>
                <a:gd name="T11" fmla="*/ 9 h 288"/>
                <a:gd name="T12" fmla="*/ 140 w 315"/>
                <a:gd name="T13" fmla="*/ 0 h 288"/>
                <a:gd name="T14" fmla="*/ 315 w 315"/>
                <a:gd name="T15" fmla="*/ 150 h 288"/>
                <a:gd name="T16" fmla="*/ 140 w 315"/>
                <a:gd name="T17" fmla="*/ 288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5" h="288">
                  <a:moveTo>
                    <a:pt x="140" y="288"/>
                  </a:moveTo>
                  <a:lnTo>
                    <a:pt x="0" y="176"/>
                  </a:lnTo>
                  <a:lnTo>
                    <a:pt x="2" y="14"/>
                  </a:lnTo>
                  <a:lnTo>
                    <a:pt x="57" y="9"/>
                  </a:lnTo>
                  <a:lnTo>
                    <a:pt x="97" y="57"/>
                  </a:lnTo>
                  <a:lnTo>
                    <a:pt x="113" y="9"/>
                  </a:lnTo>
                  <a:lnTo>
                    <a:pt x="140" y="0"/>
                  </a:lnTo>
                  <a:lnTo>
                    <a:pt x="315" y="150"/>
                  </a:lnTo>
                  <a:lnTo>
                    <a:pt x="140" y="288"/>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4" name="Freeform 65"/>
            <p:cNvSpPr>
              <a:spLocks noEditPoints="1"/>
            </p:cNvSpPr>
            <p:nvPr/>
          </p:nvSpPr>
          <p:spPr bwMode="auto">
            <a:xfrm>
              <a:off x="688976" y="7240588"/>
              <a:ext cx="115888" cy="295275"/>
            </a:xfrm>
            <a:custGeom>
              <a:avLst/>
              <a:gdLst>
                <a:gd name="T0" fmla="*/ 17 w 31"/>
                <a:gd name="T1" fmla="*/ 0 h 78"/>
                <a:gd name="T2" fmla="*/ 29 w 31"/>
                <a:gd name="T3" fmla="*/ 5 h 78"/>
                <a:gd name="T4" fmla="*/ 31 w 31"/>
                <a:gd name="T5" fmla="*/ 18 h 78"/>
                <a:gd name="T6" fmla="*/ 31 w 31"/>
                <a:gd name="T7" fmla="*/ 63 h 78"/>
                <a:gd name="T8" fmla="*/ 27 w 31"/>
                <a:gd name="T9" fmla="*/ 74 h 78"/>
                <a:gd name="T10" fmla="*/ 16 w 31"/>
                <a:gd name="T11" fmla="*/ 78 h 78"/>
                <a:gd name="T12" fmla="*/ 3 w 31"/>
                <a:gd name="T13" fmla="*/ 72 h 78"/>
                <a:gd name="T14" fmla="*/ 0 w 31"/>
                <a:gd name="T15" fmla="*/ 57 h 78"/>
                <a:gd name="T16" fmla="*/ 0 w 31"/>
                <a:gd name="T17" fmla="*/ 21 h 78"/>
                <a:gd name="T18" fmla="*/ 3 w 31"/>
                <a:gd name="T19" fmla="*/ 6 h 78"/>
                <a:gd name="T20" fmla="*/ 17 w 31"/>
                <a:gd name="T21" fmla="*/ 0 h 78"/>
                <a:gd name="T22" fmla="*/ 16 w 31"/>
                <a:gd name="T23" fmla="*/ 70 h 78"/>
                <a:gd name="T24" fmla="*/ 23 w 31"/>
                <a:gd name="T25" fmla="*/ 60 h 78"/>
                <a:gd name="T26" fmla="*/ 23 w 31"/>
                <a:gd name="T27" fmla="*/ 17 h 78"/>
                <a:gd name="T28" fmla="*/ 16 w 31"/>
                <a:gd name="T29" fmla="*/ 7 h 78"/>
                <a:gd name="T30" fmla="*/ 9 w 31"/>
                <a:gd name="T31" fmla="*/ 17 h 78"/>
                <a:gd name="T32" fmla="*/ 9 w 31"/>
                <a:gd name="T33" fmla="*/ 20 h 78"/>
                <a:gd name="T34" fmla="*/ 9 w 31"/>
                <a:gd name="T35" fmla="*/ 23 h 78"/>
                <a:gd name="T36" fmla="*/ 9 w 31"/>
                <a:gd name="T37" fmla="*/ 36 h 78"/>
                <a:gd name="T38" fmla="*/ 9 w 31"/>
                <a:gd name="T39" fmla="*/ 48 h 78"/>
                <a:gd name="T40" fmla="*/ 9 w 31"/>
                <a:gd name="T41" fmla="*/ 59 h 78"/>
                <a:gd name="T42" fmla="*/ 16 w 31"/>
                <a:gd name="T43" fmla="*/ 7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78">
                  <a:moveTo>
                    <a:pt x="17" y="0"/>
                  </a:moveTo>
                  <a:cubicBezTo>
                    <a:pt x="22" y="0"/>
                    <a:pt x="26" y="2"/>
                    <a:pt x="29" y="5"/>
                  </a:cubicBezTo>
                  <a:cubicBezTo>
                    <a:pt x="31" y="8"/>
                    <a:pt x="31" y="12"/>
                    <a:pt x="31" y="18"/>
                  </a:cubicBezTo>
                  <a:cubicBezTo>
                    <a:pt x="31" y="63"/>
                    <a:pt x="31" y="63"/>
                    <a:pt x="31" y="63"/>
                  </a:cubicBezTo>
                  <a:cubicBezTo>
                    <a:pt x="31" y="67"/>
                    <a:pt x="30" y="71"/>
                    <a:pt x="27" y="74"/>
                  </a:cubicBezTo>
                  <a:cubicBezTo>
                    <a:pt x="25" y="76"/>
                    <a:pt x="21" y="78"/>
                    <a:pt x="16" y="78"/>
                  </a:cubicBezTo>
                  <a:cubicBezTo>
                    <a:pt x="10" y="78"/>
                    <a:pt x="5" y="76"/>
                    <a:pt x="3" y="72"/>
                  </a:cubicBezTo>
                  <a:cubicBezTo>
                    <a:pt x="1" y="69"/>
                    <a:pt x="0" y="64"/>
                    <a:pt x="0" y="57"/>
                  </a:cubicBezTo>
                  <a:cubicBezTo>
                    <a:pt x="0" y="21"/>
                    <a:pt x="0" y="21"/>
                    <a:pt x="0" y="21"/>
                  </a:cubicBezTo>
                  <a:cubicBezTo>
                    <a:pt x="0" y="14"/>
                    <a:pt x="1" y="9"/>
                    <a:pt x="3" y="6"/>
                  </a:cubicBezTo>
                  <a:cubicBezTo>
                    <a:pt x="5" y="2"/>
                    <a:pt x="10" y="0"/>
                    <a:pt x="17" y="0"/>
                  </a:cubicBezTo>
                  <a:close/>
                  <a:moveTo>
                    <a:pt x="16" y="70"/>
                  </a:moveTo>
                  <a:cubicBezTo>
                    <a:pt x="20" y="70"/>
                    <a:pt x="23" y="67"/>
                    <a:pt x="23" y="60"/>
                  </a:cubicBezTo>
                  <a:cubicBezTo>
                    <a:pt x="23" y="17"/>
                    <a:pt x="23" y="17"/>
                    <a:pt x="23" y="17"/>
                  </a:cubicBezTo>
                  <a:cubicBezTo>
                    <a:pt x="23" y="11"/>
                    <a:pt x="20" y="7"/>
                    <a:pt x="16" y="7"/>
                  </a:cubicBezTo>
                  <a:cubicBezTo>
                    <a:pt x="12" y="7"/>
                    <a:pt x="9" y="11"/>
                    <a:pt x="9" y="17"/>
                  </a:cubicBezTo>
                  <a:cubicBezTo>
                    <a:pt x="9" y="20"/>
                    <a:pt x="9" y="20"/>
                    <a:pt x="9" y="20"/>
                  </a:cubicBezTo>
                  <a:cubicBezTo>
                    <a:pt x="9" y="23"/>
                    <a:pt x="9" y="23"/>
                    <a:pt x="9" y="23"/>
                  </a:cubicBezTo>
                  <a:cubicBezTo>
                    <a:pt x="9" y="36"/>
                    <a:pt x="9" y="36"/>
                    <a:pt x="9" y="36"/>
                  </a:cubicBezTo>
                  <a:cubicBezTo>
                    <a:pt x="9" y="48"/>
                    <a:pt x="9" y="48"/>
                    <a:pt x="9" y="48"/>
                  </a:cubicBezTo>
                  <a:cubicBezTo>
                    <a:pt x="9" y="59"/>
                    <a:pt x="9" y="59"/>
                    <a:pt x="9" y="59"/>
                  </a:cubicBezTo>
                  <a:cubicBezTo>
                    <a:pt x="9" y="67"/>
                    <a:pt x="12" y="70"/>
                    <a:pt x="16" y="70"/>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5" name="Freeform 66"/>
            <p:cNvSpPr>
              <a:spLocks noEditPoints="1"/>
            </p:cNvSpPr>
            <p:nvPr/>
          </p:nvSpPr>
          <p:spPr bwMode="auto">
            <a:xfrm>
              <a:off x="817563" y="7245351"/>
              <a:ext cx="134938" cy="287338"/>
            </a:xfrm>
            <a:custGeom>
              <a:avLst/>
              <a:gdLst>
                <a:gd name="T0" fmla="*/ 17 w 36"/>
                <a:gd name="T1" fmla="*/ 0 h 76"/>
                <a:gd name="T2" fmla="*/ 30 w 36"/>
                <a:gd name="T3" fmla="*/ 0 h 76"/>
                <a:gd name="T4" fmla="*/ 30 w 36"/>
                <a:gd name="T5" fmla="*/ 51 h 76"/>
                <a:gd name="T6" fmla="*/ 36 w 36"/>
                <a:gd name="T7" fmla="*/ 51 h 76"/>
                <a:gd name="T8" fmla="*/ 36 w 36"/>
                <a:gd name="T9" fmla="*/ 58 h 76"/>
                <a:gd name="T10" fmla="*/ 30 w 36"/>
                <a:gd name="T11" fmla="*/ 58 h 76"/>
                <a:gd name="T12" fmla="*/ 30 w 36"/>
                <a:gd name="T13" fmla="*/ 76 h 76"/>
                <a:gd name="T14" fmla="*/ 21 w 36"/>
                <a:gd name="T15" fmla="*/ 76 h 76"/>
                <a:gd name="T16" fmla="*/ 21 w 36"/>
                <a:gd name="T17" fmla="*/ 58 h 76"/>
                <a:gd name="T18" fmla="*/ 0 w 36"/>
                <a:gd name="T19" fmla="*/ 58 h 76"/>
                <a:gd name="T20" fmla="*/ 0 w 36"/>
                <a:gd name="T21" fmla="*/ 51 h 76"/>
                <a:gd name="T22" fmla="*/ 17 w 36"/>
                <a:gd name="T23" fmla="*/ 0 h 76"/>
                <a:gd name="T24" fmla="*/ 21 w 36"/>
                <a:gd name="T25" fmla="*/ 51 h 76"/>
                <a:gd name="T26" fmla="*/ 21 w 36"/>
                <a:gd name="T27" fmla="*/ 11 h 76"/>
                <a:gd name="T28" fmla="*/ 15 w 36"/>
                <a:gd name="T29" fmla="*/ 31 h 76"/>
                <a:gd name="T30" fmla="*/ 9 w 36"/>
                <a:gd name="T31" fmla="*/ 51 h 76"/>
                <a:gd name="T32" fmla="*/ 21 w 36"/>
                <a:gd name="T33" fmla="*/ 5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6" h="76">
                  <a:moveTo>
                    <a:pt x="17" y="0"/>
                  </a:moveTo>
                  <a:cubicBezTo>
                    <a:pt x="30" y="0"/>
                    <a:pt x="30" y="0"/>
                    <a:pt x="30" y="0"/>
                  </a:cubicBezTo>
                  <a:cubicBezTo>
                    <a:pt x="30" y="51"/>
                    <a:pt x="30" y="51"/>
                    <a:pt x="30" y="51"/>
                  </a:cubicBezTo>
                  <a:cubicBezTo>
                    <a:pt x="36" y="51"/>
                    <a:pt x="36" y="51"/>
                    <a:pt x="36" y="51"/>
                  </a:cubicBezTo>
                  <a:cubicBezTo>
                    <a:pt x="36" y="58"/>
                    <a:pt x="36" y="58"/>
                    <a:pt x="36" y="58"/>
                  </a:cubicBezTo>
                  <a:cubicBezTo>
                    <a:pt x="30" y="58"/>
                    <a:pt x="30" y="58"/>
                    <a:pt x="30" y="58"/>
                  </a:cubicBezTo>
                  <a:cubicBezTo>
                    <a:pt x="30" y="76"/>
                    <a:pt x="30" y="76"/>
                    <a:pt x="30" y="76"/>
                  </a:cubicBezTo>
                  <a:cubicBezTo>
                    <a:pt x="21" y="76"/>
                    <a:pt x="21" y="76"/>
                    <a:pt x="21" y="76"/>
                  </a:cubicBezTo>
                  <a:cubicBezTo>
                    <a:pt x="21" y="58"/>
                    <a:pt x="21" y="58"/>
                    <a:pt x="21" y="58"/>
                  </a:cubicBezTo>
                  <a:cubicBezTo>
                    <a:pt x="0" y="58"/>
                    <a:pt x="0" y="58"/>
                    <a:pt x="0" y="58"/>
                  </a:cubicBezTo>
                  <a:cubicBezTo>
                    <a:pt x="0" y="51"/>
                    <a:pt x="0" y="51"/>
                    <a:pt x="0" y="51"/>
                  </a:cubicBezTo>
                  <a:lnTo>
                    <a:pt x="17" y="0"/>
                  </a:lnTo>
                  <a:close/>
                  <a:moveTo>
                    <a:pt x="21" y="51"/>
                  </a:moveTo>
                  <a:cubicBezTo>
                    <a:pt x="21" y="11"/>
                    <a:pt x="21" y="11"/>
                    <a:pt x="21" y="11"/>
                  </a:cubicBezTo>
                  <a:cubicBezTo>
                    <a:pt x="20" y="15"/>
                    <a:pt x="17" y="22"/>
                    <a:pt x="15" y="31"/>
                  </a:cubicBezTo>
                  <a:cubicBezTo>
                    <a:pt x="12" y="40"/>
                    <a:pt x="10" y="47"/>
                    <a:pt x="9" y="51"/>
                  </a:cubicBezTo>
                  <a:lnTo>
                    <a:pt x="21" y="51"/>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36" name="组合 35"/>
          <p:cNvGrpSpPr/>
          <p:nvPr/>
        </p:nvGrpSpPr>
        <p:grpSpPr>
          <a:xfrm>
            <a:off x="6731029" y="1138844"/>
            <a:ext cx="833273" cy="767141"/>
            <a:chOff x="5722963" y="2742165"/>
            <a:chExt cx="500063" cy="460375"/>
          </a:xfrm>
        </p:grpSpPr>
        <p:sp>
          <p:nvSpPr>
            <p:cNvPr id="37" name="Freeform 55"/>
            <p:cNvSpPr>
              <a:spLocks/>
            </p:cNvSpPr>
            <p:nvPr/>
          </p:nvSpPr>
          <p:spPr bwMode="auto">
            <a:xfrm>
              <a:off x="5742013" y="2745340"/>
              <a:ext cx="481013" cy="457200"/>
            </a:xfrm>
            <a:custGeom>
              <a:avLst/>
              <a:gdLst>
                <a:gd name="T0" fmla="*/ 137 w 303"/>
                <a:gd name="T1" fmla="*/ 288 h 288"/>
                <a:gd name="T2" fmla="*/ 0 w 303"/>
                <a:gd name="T3" fmla="*/ 174 h 288"/>
                <a:gd name="T4" fmla="*/ 2 w 303"/>
                <a:gd name="T5" fmla="*/ 15 h 288"/>
                <a:gd name="T6" fmla="*/ 54 w 303"/>
                <a:gd name="T7" fmla="*/ 10 h 288"/>
                <a:gd name="T8" fmla="*/ 85 w 303"/>
                <a:gd name="T9" fmla="*/ 43 h 288"/>
                <a:gd name="T10" fmla="*/ 106 w 303"/>
                <a:gd name="T11" fmla="*/ 22 h 288"/>
                <a:gd name="T12" fmla="*/ 128 w 303"/>
                <a:gd name="T13" fmla="*/ 0 h 288"/>
                <a:gd name="T14" fmla="*/ 303 w 303"/>
                <a:gd name="T15" fmla="*/ 150 h 288"/>
                <a:gd name="T16" fmla="*/ 137 w 303"/>
                <a:gd name="T17" fmla="*/ 288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3" h="288">
                  <a:moveTo>
                    <a:pt x="137" y="288"/>
                  </a:moveTo>
                  <a:lnTo>
                    <a:pt x="0" y="174"/>
                  </a:lnTo>
                  <a:lnTo>
                    <a:pt x="2" y="15"/>
                  </a:lnTo>
                  <a:lnTo>
                    <a:pt x="54" y="10"/>
                  </a:lnTo>
                  <a:lnTo>
                    <a:pt x="85" y="43"/>
                  </a:lnTo>
                  <a:lnTo>
                    <a:pt x="106" y="22"/>
                  </a:lnTo>
                  <a:lnTo>
                    <a:pt x="128" y="0"/>
                  </a:lnTo>
                  <a:lnTo>
                    <a:pt x="303" y="150"/>
                  </a:lnTo>
                  <a:lnTo>
                    <a:pt x="137" y="288"/>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8" name="Freeform 56"/>
            <p:cNvSpPr>
              <a:spLocks noEditPoints="1"/>
            </p:cNvSpPr>
            <p:nvPr/>
          </p:nvSpPr>
          <p:spPr bwMode="auto">
            <a:xfrm>
              <a:off x="5722963" y="2742165"/>
              <a:ext cx="115888" cy="290513"/>
            </a:xfrm>
            <a:custGeom>
              <a:avLst/>
              <a:gdLst>
                <a:gd name="T0" fmla="*/ 17 w 31"/>
                <a:gd name="T1" fmla="*/ 0 h 77"/>
                <a:gd name="T2" fmla="*/ 28 w 31"/>
                <a:gd name="T3" fmla="*/ 5 h 77"/>
                <a:gd name="T4" fmla="*/ 31 w 31"/>
                <a:gd name="T5" fmla="*/ 18 h 77"/>
                <a:gd name="T6" fmla="*/ 31 w 31"/>
                <a:gd name="T7" fmla="*/ 63 h 77"/>
                <a:gd name="T8" fmla="*/ 27 w 31"/>
                <a:gd name="T9" fmla="*/ 74 h 77"/>
                <a:gd name="T10" fmla="*/ 16 w 31"/>
                <a:gd name="T11" fmla="*/ 77 h 77"/>
                <a:gd name="T12" fmla="*/ 2 w 31"/>
                <a:gd name="T13" fmla="*/ 72 h 77"/>
                <a:gd name="T14" fmla="*/ 0 w 31"/>
                <a:gd name="T15" fmla="*/ 57 h 77"/>
                <a:gd name="T16" fmla="*/ 0 w 31"/>
                <a:gd name="T17" fmla="*/ 21 h 77"/>
                <a:gd name="T18" fmla="*/ 3 w 31"/>
                <a:gd name="T19" fmla="*/ 6 h 77"/>
                <a:gd name="T20" fmla="*/ 17 w 31"/>
                <a:gd name="T21" fmla="*/ 0 h 77"/>
                <a:gd name="T22" fmla="*/ 16 w 31"/>
                <a:gd name="T23" fmla="*/ 70 h 77"/>
                <a:gd name="T24" fmla="*/ 22 w 31"/>
                <a:gd name="T25" fmla="*/ 59 h 77"/>
                <a:gd name="T26" fmla="*/ 22 w 31"/>
                <a:gd name="T27" fmla="*/ 17 h 77"/>
                <a:gd name="T28" fmla="*/ 16 w 31"/>
                <a:gd name="T29" fmla="*/ 7 h 77"/>
                <a:gd name="T30" fmla="*/ 9 w 31"/>
                <a:gd name="T31" fmla="*/ 17 h 77"/>
                <a:gd name="T32" fmla="*/ 9 w 31"/>
                <a:gd name="T33" fmla="*/ 20 h 77"/>
                <a:gd name="T34" fmla="*/ 9 w 31"/>
                <a:gd name="T35" fmla="*/ 23 h 77"/>
                <a:gd name="T36" fmla="*/ 9 w 31"/>
                <a:gd name="T37" fmla="*/ 35 h 77"/>
                <a:gd name="T38" fmla="*/ 9 w 31"/>
                <a:gd name="T39" fmla="*/ 48 h 77"/>
                <a:gd name="T40" fmla="*/ 9 w 31"/>
                <a:gd name="T41" fmla="*/ 59 h 77"/>
                <a:gd name="T42" fmla="*/ 16 w 31"/>
                <a:gd name="T43" fmla="*/ 7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77">
                  <a:moveTo>
                    <a:pt x="17" y="0"/>
                  </a:moveTo>
                  <a:cubicBezTo>
                    <a:pt x="22" y="0"/>
                    <a:pt x="26" y="2"/>
                    <a:pt x="28" y="5"/>
                  </a:cubicBezTo>
                  <a:cubicBezTo>
                    <a:pt x="30" y="8"/>
                    <a:pt x="31" y="12"/>
                    <a:pt x="31" y="18"/>
                  </a:cubicBezTo>
                  <a:cubicBezTo>
                    <a:pt x="31" y="63"/>
                    <a:pt x="31" y="63"/>
                    <a:pt x="31" y="63"/>
                  </a:cubicBezTo>
                  <a:cubicBezTo>
                    <a:pt x="31" y="67"/>
                    <a:pt x="30" y="71"/>
                    <a:pt x="27" y="74"/>
                  </a:cubicBezTo>
                  <a:cubicBezTo>
                    <a:pt x="24" y="76"/>
                    <a:pt x="21" y="77"/>
                    <a:pt x="16" y="77"/>
                  </a:cubicBezTo>
                  <a:cubicBezTo>
                    <a:pt x="9" y="77"/>
                    <a:pt x="5" y="76"/>
                    <a:pt x="2" y="72"/>
                  </a:cubicBezTo>
                  <a:cubicBezTo>
                    <a:pt x="1" y="69"/>
                    <a:pt x="0" y="64"/>
                    <a:pt x="0" y="57"/>
                  </a:cubicBezTo>
                  <a:cubicBezTo>
                    <a:pt x="0" y="21"/>
                    <a:pt x="0" y="21"/>
                    <a:pt x="0" y="21"/>
                  </a:cubicBezTo>
                  <a:cubicBezTo>
                    <a:pt x="0" y="14"/>
                    <a:pt x="1" y="8"/>
                    <a:pt x="3" y="6"/>
                  </a:cubicBezTo>
                  <a:cubicBezTo>
                    <a:pt x="5" y="2"/>
                    <a:pt x="10" y="0"/>
                    <a:pt x="17" y="0"/>
                  </a:cubicBezTo>
                  <a:close/>
                  <a:moveTo>
                    <a:pt x="16" y="70"/>
                  </a:moveTo>
                  <a:cubicBezTo>
                    <a:pt x="20" y="70"/>
                    <a:pt x="22" y="66"/>
                    <a:pt x="22" y="59"/>
                  </a:cubicBezTo>
                  <a:cubicBezTo>
                    <a:pt x="22" y="17"/>
                    <a:pt x="22" y="17"/>
                    <a:pt x="22" y="17"/>
                  </a:cubicBezTo>
                  <a:cubicBezTo>
                    <a:pt x="22" y="10"/>
                    <a:pt x="20" y="7"/>
                    <a:pt x="16" y="7"/>
                  </a:cubicBezTo>
                  <a:cubicBezTo>
                    <a:pt x="11" y="7"/>
                    <a:pt x="9" y="11"/>
                    <a:pt x="9" y="17"/>
                  </a:cubicBezTo>
                  <a:cubicBezTo>
                    <a:pt x="9" y="20"/>
                    <a:pt x="9" y="20"/>
                    <a:pt x="9" y="20"/>
                  </a:cubicBezTo>
                  <a:cubicBezTo>
                    <a:pt x="9" y="23"/>
                    <a:pt x="9" y="23"/>
                    <a:pt x="9" y="23"/>
                  </a:cubicBezTo>
                  <a:cubicBezTo>
                    <a:pt x="9" y="35"/>
                    <a:pt x="9" y="35"/>
                    <a:pt x="9" y="35"/>
                  </a:cubicBezTo>
                  <a:cubicBezTo>
                    <a:pt x="9" y="48"/>
                    <a:pt x="9" y="48"/>
                    <a:pt x="9" y="48"/>
                  </a:cubicBezTo>
                  <a:cubicBezTo>
                    <a:pt x="9" y="59"/>
                    <a:pt x="9" y="59"/>
                    <a:pt x="9" y="59"/>
                  </a:cubicBezTo>
                  <a:cubicBezTo>
                    <a:pt x="9" y="66"/>
                    <a:pt x="11" y="70"/>
                    <a:pt x="16" y="70"/>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9" name="Freeform 57"/>
            <p:cNvSpPr>
              <a:spLocks/>
            </p:cNvSpPr>
            <p:nvPr/>
          </p:nvSpPr>
          <p:spPr bwMode="auto">
            <a:xfrm>
              <a:off x="5876951" y="2745340"/>
              <a:ext cx="68263" cy="287338"/>
            </a:xfrm>
            <a:custGeom>
              <a:avLst/>
              <a:gdLst>
                <a:gd name="T0" fmla="*/ 0 w 18"/>
                <a:gd name="T1" fmla="*/ 11 h 76"/>
                <a:gd name="T2" fmla="*/ 11 w 18"/>
                <a:gd name="T3" fmla="*/ 0 h 76"/>
                <a:gd name="T4" fmla="*/ 18 w 18"/>
                <a:gd name="T5" fmla="*/ 0 h 76"/>
                <a:gd name="T6" fmla="*/ 18 w 18"/>
                <a:gd name="T7" fmla="*/ 76 h 76"/>
                <a:gd name="T8" fmla="*/ 8 w 18"/>
                <a:gd name="T9" fmla="*/ 76 h 76"/>
                <a:gd name="T10" fmla="*/ 8 w 18"/>
                <a:gd name="T11" fmla="*/ 19 h 76"/>
                <a:gd name="T12" fmla="*/ 0 w 18"/>
                <a:gd name="T13" fmla="*/ 19 h 76"/>
                <a:gd name="T14" fmla="*/ 0 w 18"/>
                <a:gd name="T15" fmla="*/ 11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76">
                  <a:moveTo>
                    <a:pt x="0" y="11"/>
                  </a:moveTo>
                  <a:cubicBezTo>
                    <a:pt x="7" y="10"/>
                    <a:pt x="10" y="7"/>
                    <a:pt x="11" y="0"/>
                  </a:cubicBezTo>
                  <a:cubicBezTo>
                    <a:pt x="18" y="0"/>
                    <a:pt x="18" y="0"/>
                    <a:pt x="18" y="0"/>
                  </a:cubicBezTo>
                  <a:cubicBezTo>
                    <a:pt x="18" y="76"/>
                    <a:pt x="18" y="76"/>
                    <a:pt x="18" y="76"/>
                  </a:cubicBezTo>
                  <a:cubicBezTo>
                    <a:pt x="8" y="76"/>
                    <a:pt x="8" y="76"/>
                    <a:pt x="8" y="76"/>
                  </a:cubicBezTo>
                  <a:cubicBezTo>
                    <a:pt x="8" y="19"/>
                    <a:pt x="8" y="19"/>
                    <a:pt x="8" y="19"/>
                  </a:cubicBezTo>
                  <a:cubicBezTo>
                    <a:pt x="0" y="19"/>
                    <a:pt x="0" y="19"/>
                    <a:pt x="0" y="19"/>
                  </a:cubicBezTo>
                  <a:lnTo>
                    <a:pt x="0" y="11"/>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40" name="组合 39"/>
          <p:cNvGrpSpPr/>
          <p:nvPr/>
        </p:nvGrpSpPr>
        <p:grpSpPr>
          <a:xfrm>
            <a:off x="6737643" y="2530420"/>
            <a:ext cx="851791" cy="767141"/>
            <a:chOff x="952501" y="6013451"/>
            <a:chExt cx="511175" cy="460375"/>
          </a:xfrm>
        </p:grpSpPr>
        <p:sp>
          <p:nvSpPr>
            <p:cNvPr id="41" name="Freeform 58"/>
            <p:cNvSpPr>
              <a:spLocks/>
            </p:cNvSpPr>
            <p:nvPr/>
          </p:nvSpPr>
          <p:spPr bwMode="auto">
            <a:xfrm>
              <a:off x="971551" y="6021388"/>
              <a:ext cx="492125" cy="452438"/>
            </a:xfrm>
            <a:custGeom>
              <a:avLst/>
              <a:gdLst>
                <a:gd name="T0" fmla="*/ 137 w 310"/>
                <a:gd name="T1" fmla="*/ 285 h 285"/>
                <a:gd name="T2" fmla="*/ 0 w 310"/>
                <a:gd name="T3" fmla="*/ 171 h 285"/>
                <a:gd name="T4" fmla="*/ 2 w 310"/>
                <a:gd name="T5" fmla="*/ 12 h 285"/>
                <a:gd name="T6" fmla="*/ 54 w 310"/>
                <a:gd name="T7" fmla="*/ 7 h 285"/>
                <a:gd name="T8" fmla="*/ 87 w 310"/>
                <a:gd name="T9" fmla="*/ 40 h 285"/>
                <a:gd name="T10" fmla="*/ 97 w 310"/>
                <a:gd name="T11" fmla="*/ 7 h 285"/>
                <a:gd name="T12" fmla="*/ 137 w 310"/>
                <a:gd name="T13" fmla="*/ 0 h 285"/>
                <a:gd name="T14" fmla="*/ 310 w 310"/>
                <a:gd name="T15" fmla="*/ 150 h 285"/>
                <a:gd name="T16" fmla="*/ 137 w 310"/>
                <a:gd name="T17" fmla="*/ 285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0" h="285">
                  <a:moveTo>
                    <a:pt x="137" y="285"/>
                  </a:moveTo>
                  <a:lnTo>
                    <a:pt x="0" y="171"/>
                  </a:lnTo>
                  <a:lnTo>
                    <a:pt x="2" y="12"/>
                  </a:lnTo>
                  <a:lnTo>
                    <a:pt x="54" y="7"/>
                  </a:lnTo>
                  <a:lnTo>
                    <a:pt x="87" y="40"/>
                  </a:lnTo>
                  <a:lnTo>
                    <a:pt x="97" y="7"/>
                  </a:lnTo>
                  <a:lnTo>
                    <a:pt x="137" y="0"/>
                  </a:lnTo>
                  <a:lnTo>
                    <a:pt x="310" y="150"/>
                  </a:lnTo>
                  <a:lnTo>
                    <a:pt x="137" y="285"/>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2" name="Freeform 59"/>
            <p:cNvSpPr>
              <a:spLocks noEditPoints="1"/>
            </p:cNvSpPr>
            <p:nvPr/>
          </p:nvSpPr>
          <p:spPr bwMode="auto">
            <a:xfrm>
              <a:off x="952501" y="6013451"/>
              <a:ext cx="115888" cy="290513"/>
            </a:xfrm>
            <a:custGeom>
              <a:avLst/>
              <a:gdLst>
                <a:gd name="T0" fmla="*/ 17 w 31"/>
                <a:gd name="T1" fmla="*/ 0 h 77"/>
                <a:gd name="T2" fmla="*/ 28 w 31"/>
                <a:gd name="T3" fmla="*/ 5 h 77"/>
                <a:gd name="T4" fmla="*/ 31 w 31"/>
                <a:gd name="T5" fmla="*/ 18 h 77"/>
                <a:gd name="T6" fmla="*/ 31 w 31"/>
                <a:gd name="T7" fmla="*/ 62 h 77"/>
                <a:gd name="T8" fmla="*/ 27 w 31"/>
                <a:gd name="T9" fmla="*/ 73 h 77"/>
                <a:gd name="T10" fmla="*/ 16 w 31"/>
                <a:gd name="T11" fmla="*/ 77 h 77"/>
                <a:gd name="T12" fmla="*/ 3 w 31"/>
                <a:gd name="T13" fmla="*/ 71 h 77"/>
                <a:gd name="T14" fmla="*/ 0 w 31"/>
                <a:gd name="T15" fmla="*/ 56 h 77"/>
                <a:gd name="T16" fmla="*/ 0 w 31"/>
                <a:gd name="T17" fmla="*/ 21 h 77"/>
                <a:gd name="T18" fmla="*/ 3 w 31"/>
                <a:gd name="T19" fmla="*/ 5 h 77"/>
                <a:gd name="T20" fmla="*/ 17 w 31"/>
                <a:gd name="T21" fmla="*/ 0 h 77"/>
                <a:gd name="T22" fmla="*/ 16 w 31"/>
                <a:gd name="T23" fmla="*/ 70 h 77"/>
                <a:gd name="T24" fmla="*/ 22 w 31"/>
                <a:gd name="T25" fmla="*/ 59 h 77"/>
                <a:gd name="T26" fmla="*/ 22 w 31"/>
                <a:gd name="T27" fmla="*/ 17 h 77"/>
                <a:gd name="T28" fmla="*/ 16 w 31"/>
                <a:gd name="T29" fmla="*/ 7 h 77"/>
                <a:gd name="T30" fmla="*/ 9 w 31"/>
                <a:gd name="T31" fmla="*/ 17 h 77"/>
                <a:gd name="T32" fmla="*/ 9 w 31"/>
                <a:gd name="T33" fmla="*/ 20 h 77"/>
                <a:gd name="T34" fmla="*/ 9 w 31"/>
                <a:gd name="T35" fmla="*/ 23 h 77"/>
                <a:gd name="T36" fmla="*/ 9 w 31"/>
                <a:gd name="T37" fmla="*/ 35 h 77"/>
                <a:gd name="T38" fmla="*/ 9 w 31"/>
                <a:gd name="T39" fmla="*/ 48 h 77"/>
                <a:gd name="T40" fmla="*/ 9 w 31"/>
                <a:gd name="T41" fmla="*/ 59 h 77"/>
                <a:gd name="T42" fmla="*/ 16 w 31"/>
                <a:gd name="T43" fmla="*/ 7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77">
                  <a:moveTo>
                    <a:pt x="17" y="0"/>
                  </a:moveTo>
                  <a:cubicBezTo>
                    <a:pt x="22" y="0"/>
                    <a:pt x="26" y="1"/>
                    <a:pt x="28" y="5"/>
                  </a:cubicBezTo>
                  <a:cubicBezTo>
                    <a:pt x="30" y="8"/>
                    <a:pt x="31" y="12"/>
                    <a:pt x="31" y="18"/>
                  </a:cubicBezTo>
                  <a:cubicBezTo>
                    <a:pt x="31" y="62"/>
                    <a:pt x="31" y="62"/>
                    <a:pt x="31" y="62"/>
                  </a:cubicBezTo>
                  <a:cubicBezTo>
                    <a:pt x="31" y="67"/>
                    <a:pt x="30" y="71"/>
                    <a:pt x="27" y="73"/>
                  </a:cubicBezTo>
                  <a:cubicBezTo>
                    <a:pt x="25" y="76"/>
                    <a:pt x="21" y="77"/>
                    <a:pt x="16" y="77"/>
                  </a:cubicBezTo>
                  <a:cubicBezTo>
                    <a:pt x="9" y="77"/>
                    <a:pt x="5" y="75"/>
                    <a:pt x="3" y="71"/>
                  </a:cubicBezTo>
                  <a:cubicBezTo>
                    <a:pt x="1" y="69"/>
                    <a:pt x="0" y="64"/>
                    <a:pt x="0" y="56"/>
                  </a:cubicBezTo>
                  <a:cubicBezTo>
                    <a:pt x="0" y="21"/>
                    <a:pt x="0" y="21"/>
                    <a:pt x="0" y="21"/>
                  </a:cubicBezTo>
                  <a:cubicBezTo>
                    <a:pt x="0" y="13"/>
                    <a:pt x="1" y="8"/>
                    <a:pt x="3" y="5"/>
                  </a:cubicBezTo>
                  <a:cubicBezTo>
                    <a:pt x="5" y="2"/>
                    <a:pt x="10" y="0"/>
                    <a:pt x="17" y="0"/>
                  </a:cubicBezTo>
                  <a:close/>
                  <a:moveTo>
                    <a:pt x="16" y="70"/>
                  </a:moveTo>
                  <a:cubicBezTo>
                    <a:pt x="20" y="70"/>
                    <a:pt x="22" y="66"/>
                    <a:pt x="22" y="59"/>
                  </a:cubicBezTo>
                  <a:cubicBezTo>
                    <a:pt x="22" y="17"/>
                    <a:pt x="22" y="17"/>
                    <a:pt x="22" y="17"/>
                  </a:cubicBezTo>
                  <a:cubicBezTo>
                    <a:pt x="22" y="10"/>
                    <a:pt x="20" y="7"/>
                    <a:pt x="16" y="7"/>
                  </a:cubicBezTo>
                  <a:cubicBezTo>
                    <a:pt x="11" y="7"/>
                    <a:pt x="9" y="10"/>
                    <a:pt x="9" y="17"/>
                  </a:cubicBezTo>
                  <a:cubicBezTo>
                    <a:pt x="9" y="20"/>
                    <a:pt x="9" y="20"/>
                    <a:pt x="9" y="20"/>
                  </a:cubicBezTo>
                  <a:cubicBezTo>
                    <a:pt x="9" y="23"/>
                    <a:pt x="9" y="23"/>
                    <a:pt x="9" y="23"/>
                  </a:cubicBezTo>
                  <a:cubicBezTo>
                    <a:pt x="9" y="35"/>
                    <a:pt x="9" y="35"/>
                    <a:pt x="9" y="35"/>
                  </a:cubicBezTo>
                  <a:cubicBezTo>
                    <a:pt x="9" y="48"/>
                    <a:pt x="9" y="48"/>
                    <a:pt x="9" y="48"/>
                  </a:cubicBezTo>
                  <a:cubicBezTo>
                    <a:pt x="9" y="59"/>
                    <a:pt x="9" y="59"/>
                    <a:pt x="9" y="59"/>
                  </a:cubicBezTo>
                  <a:cubicBezTo>
                    <a:pt x="9" y="66"/>
                    <a:pt x="11" y="70"/>
                    <a:pt x="16" y="70"/>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43" name="Freeform 60"/>
            <p:cNvSpPr>
              <a:spLocks/>
            </p:cNvSpPr>
            <p:nvPr/>
          </p:nvSpPr>
          <p:spPr bwMode="auto">
            <a:xfrm>
              <a:off x="1090613" y="6013451"/>
              <a:ext cx="117475" cy="290513"/>
            </a:xfrm>
            <a:custGeom>
              <a:avLst/>
              <a:gdLst>
                <a:gd name="T0" fmla="*/ 0 w 31"/>
                <a:gd name="T1" fmla="*/ 16 h 77"/>
                <a:gd name="T2" fmla="*/ 4 w 31"/>
                <a:gd name="T3" fmla="*/ 4 h 77"/>
                <a:gd name="T4" fmla="*/ 16 w 31"/>
                <a:gd name="T5" fmla="*/ 0 h 77"/>
                <a:gd name="T6" fmla="*/ 29 w 31"/>
                <a:gd name="T7" fmla="*/ 6 h 77"/>
                <a:gd name="T8" fmla="*/ 31 w 31"/>
                <a:gd name="T9" fmla="*/ 22 h 77"/>
                <a:gd name="T10" fmla="*/ 30 w 31"/>
                <a:gd name="T11" fmla="*/ 30 h 77"/>
                <a:gd name="T12" fmla="*/ 27 w 31"/>
                <a:gd name="T13" fmla="*/ 38 h 77"/>
                <a:gd name="T14" fmla="*/ 18 w 31"/>
                <a:gd name="T15" fmla="*/ 52 h 77"/>
                <a:gd name="T16" fmla="*/ 11 w 31"/>
                <a:gd name="T17" fmla="*/ 68 h 77"/>
                <a:gd name="T18" fmla="*/ 31 w 31"/>
                <a:gd name="T19" fmla="*/ 68 h 77"/>
                <a:gd name="T20" fmla="*/ 31 w 31"/>
                <a:gd name="T21" fmla="*/ 76 h 77"/>
                <a:gd name="T22" fmla="*/ 8 w 31"/>
                <a:gd name="T23" fmla="*/ 77 h 77"/>
                <a:gd name="T24" fmla="*/ 0 w 31"/>
                <a:gd name="T25" fmla="*/ 76 h 77"/>
                <a:gd name="T26" fmla="*/ 0 w 31"/>
                <a:gd name="T27" fmla="*/ 76 h 77"/>
                <a:gd name="T28" fmla="*/ 5 w 31"/>
                <a:gd name="T29" fmla="*/ 55 h 77"/>
                <a:gd name="T30" fmla="*/ 17 w 31"/>
                <a:gd name="T31" fmla="*/ 37 h 77"/>
                <a:gd name="T32" fmla="*/ 21 w 31"/>
                <a:gd name="T33" fmla="*/ 20 h 77"/>
                <a:gd name="T34" fmla="*/ 21 w 31"/>
                <a:gd name="T35" fmla="*/ 19 h 77"/>
                <a:gd name="T36" fmla="*/ 21 w 31"/>
                <a:gd name="T37" fmla="*/ 17 h 77"/>
                <a:gd name="T38" fmla="*/ 21 w 31"/>
                <a:gd name="T39" fmla="*/ 12 h 77"/>
                <a:gd name="T40" fmla="*/ 15 w 31"/>
                <a:gd name="T41" fmla="*/ 7 h 77"/>
                <a:gd name="T42" fmla="*/ 10 w 31"/>
                <a:gd name="T43" fmla="*/ 16 h 77"/>
                <a:gd name="T44" fmla="*/ 10 w 31"/>
                <a:gd name="T45" fmla="*/ 19 h 77"/>
                <a:gd name="T46" fmla="*/ 10 w 31"/>
                <a:gd name="T47" fmla="*/ 21 h 77"/>
                <a:gd name="T48" fmla="*/ 10 w 31"/>
                <a:gd name="T49" fmla="*/ 23 h 77"/>
                <a:gd name="T50" fmla="*/ 10 w 31"/>
                <a:gd name="T51" fmla="*/ 26 h 77"/>
                <a:gd name="T52" fmla="*/ 0 w 31"/>
                <a:gd name="T53" fmla="*/ 26 h 77"/>
                <a:gd name="T54" fmla="*/ 0 w 31"/>
                <a:gd name="T55" fmla="*/ 1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1" h="77">
                  <a:moveTo>
                    <a:pt x="0" y="16"/>
                  </a:moveTo>
                  <a:cubicBezTo>
                    <a:pt x="0" y="10"/>
                    <a:pt x="2" y="6"/>
                    <a:pt x="4" y="4"/>
                  </a:cubicBezTo>
                  <a:cubicBezTo>
                    <a:pt x="6" y="1"/>
                    <a:pt x="10" y="0"/>
                    <a:pt x="16" y="0"/>
                  </a:cubicBezTo>
                  <a:cubicBezTo>
                    <a:pt x="23" y="0"/>
                    <a:pt x="27" y="2"/>
                    <a:pt x="29" y="6"/>
                  </a:cubicBezTo>
                  <a:cubicBezTo>
                    <a:pt x="30" y="9"/>
                    <a:pt x="31" y="14"/>
                    <a:pt x="31" y="22"/>
                  </a:cubicBezTo>
                  <a:cubicBezTo>
                    <a:pt x="31" y="25"/>
                    <a:pt x="31" y="28"/>
                    <a:pt x="30" y="30"/>
                  </a:cubicBezTo>
                  <a:cubicBezTo>
                    <a:pt x="30" y="32"/>
                    <a:pt x="29" y="35"/>
                    <a:pt x="27" y="38"/>
                  </a:cubicBezTo>
                  <a:cubicBezTo>
                    <a:pt x="18" y="52"/>
                    <a:pt x="18" y="52"/>
                    <a:pt x="18" y="52"/>
                  </a:cubicBezTo>
                  <a:cubicBezTo>
                    <a:pt x="14" y="58"/>
                    <a:pt x="12" y="63"/>
                    <a:pt x="11" y="68"/>
                  </a:cubicBezTo>
                  <a:cubicBezTo>
                    <a:pt x="31" y="68"/>
                    <a:pt x="31" y="68"/>
                    <a:pt x="31" y="68"/>
                  </a:cubicBezTo>
                  <a:cubicBezTo>
                    <a:pt x="31" y="76"/>
                    <a:pt x="31" y="76"/>
                    <a:pt x="31" y="76"/>
                  </a:cubicBezTo>
                  <a:cubicBezTo>
                    <a:pt x="8" y="77"/>
                    <a:pt x="8" y="77"/>
                    <a:pt x="8" y="77"/>
                  </a:cubicBezTo>
                  <a:cubicBezTo>
                    <a:pt x="0" y="76"/>
                    <a:pt x="0" y="76"/>
                    <a:pt x="0" y="76"/>
                  </a:cubicBezTo>
                  <a:cubicBezTo>
                    <a:pt x="0" y="76"/>
                    <a:pt x="0" y="76"/>
                    <a:pt x="0" y="76"/>
                  </a:cubicBezTo>
                  <a:cubicBezTo>
                    <a:pt x="0" y="68"/>
                    <a:pt x="2" y="61"/>
                    <a:pt x="5" y="55"/>
                  </a:cubicBezTo>
                  <a:cubicBezTo>
                    <a:pt x="7" y="51"/>
                    <a:pt x="11" y="45"/>
                    <a:pt x="17" y="37"/>
                  </a:cubicBezTo>
                  <a:cubicBezTo>
                    <a:pt x="20" y="32"/>
                    <a:pt x="21" y="27"/>
                    <a:pt x="21" y="20"/>
                  </a:cubicBezTo>
                  <a:cubicBezTo>
                    <a:pt x="21" y="19"/>
                    <a:pt x="21" y="19"/>
                    <a:pt x="21" y="19"/>
                  </a:cubicBezTo>
                  <a:cubicBezTo>
                    <a:pt x="21" y="17"/>
                    <a:pt x="21" y="17"/>
                    <a:pt x="21" y="17"/>
                  </a:cubicBezTo>
                  <a:cubicBezTo>
                    <a:pt x="21" y="15"/>
                    <a:pt x="21" y="13"/>
                    <a:pt x="21" y="12"/>
                  </a:cubicBezTo>
                  <a:cubicBezTo>
                    <a:pt x="20" y="9"/>
                    <a:pt x="18" y="7"/>
                    <a:pt x="15" y="7"/>
                  </a:cubicBezTo>
                  <a:cubicBezTo>
                    <a:pt x="11" y="7"/>
                    <a:pt x="10" y="10"/>
                    <a:pt x="10" y="16"/>
                  </a:cubicBezTo>
                  <a:cubicBezTo>
                    <a:pt x="10" y="19"/>
                    <a:pt x="10" y="19"/>
                    <a:pt x="10" y="19"/>
                  </a:cubicBezTo>
                  <a:cubicBezTo>
                    <a:pt x="10" y="21"/>
                    <a:pt x="10" y="21"/>
                    <a:pt x="10" y="21"/>
                  </a:cubicBezTo>
                  <a:cubicBezTo>
                    <a:pt x="10" y="23"/>
                    <a:pt x="10" y="23"/>
                    <a:pt x="10" y="23"/>
                  </a:cubicBezTo>
                  <a:cubicBezTo>
                    <a:pt x="10" y="26"/>
                    <a:pt x="10" y="26"/>
                    <a:pt x="10" y="26"/>
                  </a:cubicBezTo>
                  <a:cubicBezTo>
                    <a:pt x="0" y="26"/>
                    <a:pt x="0" y="26"/>
                    <a:pt x="0" y="26"/>
                  </a:cubicBezTo>
                  <a:lnTo>
                    <a:pt x="0" y="16"/>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44" name="组合 43"/>
          <p:cNvGrpSpPr/>
          <p:nvPr/>
        </p:nvGrpSpPr>
        <p:grpSpPr>
          <a:xfrm>
            <a:off x="6753333" y="3886870"/>
            <a:ext cx="851791" cy="767141"/>
            <a:chOff x="5405438" y="6815138"/>
            <a:chExt cx="511175" cy="460375"/>
          </a:xfrm>
        </p:grpSpPr>
        <p:sp>
          <p:nvSpPr>
            <p:cNvPr id="45" name="Freeform 61"/>
            <p:cNvSpPr>
              <a:spLocks/>
            </p:cNvSpPr>
            <p:nvPr/>
          </p:nvSpPr>
          <p:spPr bwMode="auto">
            <a:xfrm>
              <a:off x="5424488" y="6821488"/>
              <a:ext cx="492125" cy="454025"/>
            </a:xfrm>
            <a:custGeom>
              <a:avLst/>
              <a:gdLst>
                <a:gd name="T0" fmla="*/ 140 w 310"/>
                <a:gd name="T1" fmla="*/ 286 h 286"/>
                <a:gd name="T2" fmla="*/ 0 w 310"/>
                <a:gd name="T3" fmla="*/ 172 h 286"/>
                <a:gd name="T4" fmla="*/ 2 w 310"/>
                <a:gd name="T5" fmla="*/ 12 h 286"/>
                <a:gd name="T6" fmla="*/ 57 w 310"/>
                <a:gd name="T7" fmla="*/ 7 h 286"/>
                <a:gd name="T8" fmla="*/ 88 w 310"/>
                <a:gd name="T9" fmla="*/ 41 h 286"/>
                <a:gd name="T10" fmla="*/ 97 w 310"/>
                <a:gd name="T11" fmla="*/ 7 h 286"/>
                <a:gd name="T12" fmla="*/ 135 w 310"/>
                <a:gd name="T13" fmla="*/ 0 h 286"/>
                <a:gd name="T14" fmla="*/ 310 w 310"/>
                <a:gd name="T15" fmla="*/ 150 h 286"/>
                <a:gd name="T16" fmla="*/ 140 w 310"/>
                <a:gd name="T17" fmla="*/ 286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0" h="286">
                  <a:moveTo>
                    <a:pt x="140" y="286"/>
                  </a:moveTo>
                  <a:lnTo>
                    <a:pt x="0" y="172"/>
                  </a:lnTo>
                  <a:lnTo>
                    <a:pt x="2" y="12"/>
                  </a:lnTo>
                  <a:lnTo>
                    <a:pt x="57" y="7"/>
                  </a:lnTo>
                  <a:lnTo>
                    <a:pt x="88" y="41"/>
                  </a:lnTo>
                  <a:lnTo>
                    <a:pt x="97" y="7"/>
                  </a:lnTo>
                  <a:lnTo>
                    <a:pt x="135" y="0"/>
                  </a:lnTo>
                  <a:lnTo>
                    <a:pt x="310" y="150"/>
                  </a:lnTo>
                  <a:lnTo>
                    <a:pt x="140" y="286"/>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6" name="Freeform 62"/>
            <p:cNvSpPr>
              <a:spLocks noEditPoints="1"/>
            </p:cNvSpPr>
            <p:nvPr/>
          </p:nvSpPr>
          <p:spPr bwMode="auto">
            <a:xfrm>
              <a:off x="5405438" y="6815138"/>
              <a:ext cx="117475" cy="290513"/>
            </a:xfrm>
            <a:custGeom>
              <a:avLst/>
              <a:gdLst>
                <a:gd name="T0" fmla="*/ 17 w 31"/>
                <a:gd name="T1" fmla="*/ 0 h 77"/>
                <a:gd name="T2" fmla="*/ 29 w 31"/>
                <a:gd name="T3" fmla="*/ 5 h 77"/>
                <a:gd name="T4" fmla="*/ 31 w 31"/>
                <a:gd name="T5" fmla="*/ 18 h 77"/>
                <a:gd name="T6" fmla="*/ 31 w 31"/>
                <a:gd name="T7" fmla="*/ 62 h 77"/>
                <a:gd name="T8" fmla="*/ 27 w 31"/>
                <a:gd name="T9" fmla="*/ 73 h 77"/>
                <a:gd name="T10" fmla="*/ 16 w 31"/>
                <a:gd name="T11" fmla="*/ 77 h 77"/>
                <a:gd name="T12" fmla="*/ 3 w 31"/>
                <a:gd name="T13" fmla="*/ 72 h 77"/>
                <a:gd name="T14" fmla="*/ 0 w 31"/>
                <a:gd name="T15" fmla="*/ 56 h 77"/>
                <a:gd name="T16" fmla="*/ 0 w 31"/>
                <a:gd name="T17" fmla="*/ 21 h 77"/>
                <a:gd name="T18" fmla="*/ 3 w 31"/>
                <a:gd name="T19" fmla="*/ 5 h 77"/>
                <a:gd name="T20" fmla="*/ 17 w 31"/>
                <a:gd name="T21" fmla="*/ 0 h 77"/>
                <a:gd name="T22" fmla="*/ 16 w 31"/>
                <a:gd name="T23" fmla="*/ 70 h 77"/>
                <a:gd name="T24" fmla="*/ 23 w 31"/>
                <a:gd name="T25" fmla="*/ 59 h 77"/>
                <a:gd name="T26" fmla="*/ 23 w 31"/>
                <a:gd name="T27" fmla="*/ 17 h 77"/>
                <a:gd name="T28" fmla="*/ 16 w 31"/>
                <a:gd name="T29" fmla="*/ 7 h 77"/>
                <a:gd name="T30" fmla="*/ 9 w 31"/>
                <a:gd name="T31" fmla="*/ 17 h 77"/>
                <a:gd name="T32" fmla="*/ 9 w 31"/>
                <a:gd name="T33" fmla="*/ 20 h 77"/>
                <a:gd name="T34" fmla="*/ 9 w 31"/>
                <a:gd name="T35" fmla="*/ 23 h 77"/>
                <a:gd name="T36" fmla="*/ 9 w 31"/>
                <a:gd name="T37" fmla="*/ 35 h 77"/>
                <a:gd name="T38" fmla="*/ 9 w 31"/>
                <a:gd name="T39" fmla="*/ 48 h 77"/>
                <a:gd name="T40" fmla="*/ 9 w 31"/>
                <a:gd name="T41" fmla="*/ 59 h 77"/>
                <a:gd name="T42" fmla="*/ 16 w 31"/>
                <a:gd name="T43" fmla="*/ 7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77">
                  <a:moveTo>
                    <a:pt x="17" y="0"/>
                  </a:moveTo>
                  <a:cubicBezTo>
                    <a:pt x="22" y="0"/>
                    <a:pt x="26" y="2"/>
                    <a:pt x="29" y="5"/>
                  </a:cubicBezTo>
                  <a:cubicBezTo>
                    <a:pt x="30" y="8"/>
                    <a:pt x="31" y="12"/>
                    <a:pt x="31" y="18"/>
                  </a:cubicBezTo>
                  <a:cubicBezTo>
                    <a:pt x="31" y="62"/>
                    <a:pt x="31" y="62"/>
                    <a:pt x="31" y="62"/>
                  </a:cubicBezTo>
                  <a:cubicBezTo>
                    <a:pt x="31" y="67"/>
                    <a:pt x="30" y="71"/>
                    <a:pt x="27" y="73"/>
                  </a:cubicBezTo>
                  <a:cubicBezTo>
                    <a:pt x="25" y="76"/>
                    <a:pt x="21" y="77"/>
                    <a:pt x="16" y="77"/>
                  </a:cubicBezTo>
                  <a:cubicBezTo>
                    <a:pt x="10" y="77"/>
                    <a:pt x="5" y="75"/>
                    <a:pt x="3" y="72"/>
                  </a:cubicBezTo>
                  <a:cubicBezTo>
                    <a:pt x="1" y="69"/>
                    <a:pt x="0" y="64"/>
                    <a:pt x="0" y="56"/>
                  </a:cubicBezTo>
                  <a:cubicBezTo>
                    <a:pt x="0" y="21"/>
                    <a:pt x="0" y="21"/>
                    <a:pt x="0" y="21"/>
                  </a:cubicBezTo>
                  <a:cubicBezTo>
                    <a:pt x="0" y="14"/>
                    <a:pt x="1" y="8"/>
                    <a:pt x="3" y="5"/>
                  </a:cubicBezTo>
                  <a:cubicBezTo>
                    <a:pt x="5" y="2"/>
                    <a:pt x="10" y="0"/>
                    <a:pt x="17" y="0"/>
                  </a:cubicBezTo>
                  <a:close/>
                  <a:moveTo>
                    <a:pt x="16" y="70"/>
                  </a:moveTo>
                  <a:cubicBezTo>
                    <a:pt x="20" y="70"/>
                    <a:pt x="23" y="66"/>
                    <a:pt x="23" y="59"/>
                  </a:cubicBezTo>
                  <a:cubicBezTo>
                    <a:pt x="23" y="17"/>
                    <a:pt x="23" y="17"/>
                    <a:pt x="23" y="17"/>
                  </a:cubicBezTo>
                  <a:cubicBezTo>
                    <a:pt x="23" y="10"/>
                    <a:pt x="20" y="7"/>
                    <a:pt x="16" y="7"/>
                  </a:cubicBezTo>
                  <a:cubicBezTo>
                    <a:pt x="12" y="7"/>
                    <a:pt x="9" y="10"/>
                    <a:pt x="9" y="17"/>
                  </a:cubicBezTo>
                  <a:cubicBezTo>
                    <a:pt x="9" y="20"/>
                    <a:pt x="9" y="20"/>
                    <a:pt x="9" y="20"/>
                  </a:cubicBezTo>
                  <a:cubicBezTo>
                    <a:pt x="9" y="23"/>
                    <a:pt x="9" y="23"/>
                    <a:pt x="9" y="23"/>
                  </a:cubicBezTo>
                  <a:cubicBezTo>
                    <a:pt x="9" y="35"/>
                    <a:pt x="9" y="35"/>
                    <a:pt x="9" y="35"/>
                  </a:cubicBezTo>
                  <a:cubicBezTo>
                    <a:pt x="9" y="48"/>
                    <a:pt x="9" y="48"/>
                    <a:pt x="9" y="48"/>
                  </a:cubicBezTo>
                  <a:cubicBezTo>
                    <a:pt x="9" y="59"/>
                    <a:pt x="9" y="59"/>
                    <a:pt x="9" y="59"/>
                  </a:cubicBezTo>
                  <a:cubicBezTo>
                    <a:pt x="9" y="66"/>
                    <a:pt x="12" y="70"/>
                    <a:pt x="16" y="70"/>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47" name="Freeform 63"/>
            <p:cNvSpPr>
              <a:spLocks/>
            </p:cNvSpPr>
            <p:nvPr/>
          </p:nvSpPr>
          <p:spPr bwMode="auto">
            <a:xfrm>
              <a:off x="5545138" y="6815138"/>
              <a:ext cx="112713" cy="290513"/>
            </a:xfrm>
            <a:custGeom>
              <a:avLst/>
              <a:gdLst>
                <a:gd name="T0" fmla="*/ 9 w 30"/>
                <a:gd name="T1" fmla="*/ 54 h 77"/>
                <a:gd name="T2" fmla="*/ 9 w 30"/>
                <a:gd name="T3" fmla="*/ 62 h 77"/>
                <a:gd name="T4" fmla="*/ 10 w 30"/>
                <a:gd name="T5" fmla="*/ 68 h 77"/>
                <a:gd name="T6" fmla="*/ 16 w 30"/>
                <a:gd name="T7" fmla="*/ 70 h 77"/>
                <a:gd name="T8" fmla="*/ 21 w 30"/>
                <a:gd name="T9" fmla="*/ 65 h 77"/>
                <a:gd name="T10" fmla="*/ 21 w 30"/>
                <a:gd name="T11" fmla="*/ 58 h 77"/>
                <a:gd name="T12" fmla="*/ 21 w 30"/>
                <a:gd name="T13" fmla="*/ 52 h 77"/>
                <a:gd name="T14" fmla="*/ 20 w 30"/>
                <a:gd name="T15" fmla="*/ 43 h 77"/>
                <a:gd name="T16" fmla="*/ 12 w 30"/>
                <a:gd name="T17" fmla="*/ 39 h 77"/>
                <a:gd name="T18" fmla="*/ 10 w 30"/>
                <a:gd name="T19" fmla="*/ 39 h 77"/>
                <a:gd name="T20" fmla="*/ 7 w 30"/>
                <a:gd name="T21" fmla="*/ 40 h 77"/>
                <a:gd name="T22" fmla="*/ 7 w 30"/>
                <a:gd name="T23" fmla="*/ 31 h 77"/>
                <a:gd name="T24" fmla="*/ 9 w 30"/>
                <a:gd name="T25" fmla="*/ 31 h 77"/>
                <a:gd name="T26" fmla="*/ 19 w 30"/>
                <a:gd name="T27" fmla="*/ 22 h 77"/>
                <a:gd name="T28" fmla="*/ 19 w 30"/>
                <a:gd name="T29" fmla="*/ 14 h 77"/>
                <a:gd name="T30" fmla="*/ 14 w 30"/>
                <a:gd name="T31" fmla="*/ 7 h 77"/>
                <a:gd name="T32" fmla="*/ 9 w 30"/>
                <a:gd name="T33" fmla="*/ 15 h 77"/>
                <a:gd name="T34" fmla="*/ 9 w 30"/>
                <a:gd name="T35" fmla="*/ 17 h 77"/>
                <a:gd name="T36" fmla="*/ 9 w 30"/>
                <a:gd name="T37" fmla="*/ 19 h 77"/>
                <a:gd name="T38" fmla="*/ 0 w 30"/>
                <a:gd name="T39" fmla="*/ 19 h 77"/>
                <a:gd name="T40" fmla="*/ 0 w 30"/>
                <a:gd name="T41" fmla="*/ 12 h 77"/>
                <a:gd name="T42" fmla="*/ 15 w 30"/>
                <a:gd name="T43" fmla="*/ 0 h 77"/>
                <a:gd name="T44" fmla="*/ 29 w 30"/>
                <a:gd name="T45" fmla="*/ 13 h 77"/>
                <a:gd name="T46" fmla="*/ 29 w 30"/>
                <a:gd name="T47" fmla="*/ 17 h 77"/>
                <a:gd name="T48" fmla="*/ 29 w 30"/>
                <a:gd name="T49" fmla="*/ 20 h 77"/>
                <a:gd name="T50" fmla="*/ 22 w 30"/>
                <a:gd name="T51" fmla="*/ 34 h 77"/>
                <a:gd name="T52" fmla="*/ 28 w 30"/>
                <a:gd name="T53" fmla="*/ 39 h 77"/>
                <a:gd name="T54" fmla="*/ 30 w 30"/>
                <a:gd name="T55" fmla="*/ 48 h 77"/>
                <a:gd name="T56" fmla="*/ 30 w 30"/>
                <a:gd name="T57" fmla="*/ 64 h 77"/>
                <a:gd name="T58" fmla="*/ 14 w 30"/>
                <a:gd name="T59" fmla="*/ 77 h 77"/>
                <a:gd name="T60" fmla="*/ 0 w 30"/>
                <a:gd name="T61" fmla="*/ 64 h 77"/>
                <a:gd name="T62" fmla="*/ 0 w 30"/>
                <a:gd name="T63" fmla="*/ 54 h 77"/>
                <a:gd name="T64" fmla="*/ 9 w 30"/>
                <a:gd name="T65" fmla="*/ 5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 h="77">
                  <a:moveTo>
                    <a:pt x="9" y="54"/>
                  </a:moveTo>
                  <a:cubicBezTo>
                    <a:pt x="9" y="62"/>
                    <a:pt x="9" y="62"/>
                    <a:pt x="9" y="62"/>
                  </a:cubicBezTo>
                  <a:cubicBezTo>
                    <a:pt x="9" y="65"/>
                    <a:pt x="9" y="67"/>
                    <a:pt x="10" y="68"/>
                  </a:cubicBezTo>
                  <a:cubicBezTo>
                    <a:pt x="11" y="69"/>
                    <a:pt x="13" y="70"/>
                    <a:pt x="16" y="70"/>
                  </a:cubicBezTo>
                  <a:cubicBezTo>
                    <a:pt x="18" y="70"/>
                    <a:pt x="20" y="68"/>
                    <a:pt x="21" y="65"/>
                  </a:cubicBezTo>
                  <a:cubicBezTo>
                    <a:pt x="21" y="64"/>
                    <a:pt x="21" y="62"/>
                    <a:pt x="21" y="58"/>
                  </a:cubicBezTo>
                  <a:cubicBezTo>
                    <a:pt x="21" y="52"/>
                    <a:pt x="21" y="52"/>
                    <a:pt x="21" y="52"/>
                  </a:cubicBezTo>
                  <a:cubicBezTo>
                    <a:pt x="21" y="48"/>
                    <a:pt x="21" y="45"/>
                    <a:pt x="20" y="43"/>
                  </a:cubicBezTo>
                  <a:cubicBezTo>
                    <a:pt x="18" y="41"/>
                    <a:pt x="16" y="39"/>
                    <a:pt x="12" y="39"/>
                  </a:cubicBezTo>
                  <a:cubicBezTo>
                    <a:pt x="11" y="39"/>
                    <a:pt x="11" y="39"/>
                    <a:pt x="10" y="39"/>
                  </a:cubicBezTo>
                  <a:cubicBezTo>
                    <a:pt x="9" y="39"/>
                    <a:pt x="8" y="40"/>
                    <a:pt x="7" y="40"/>
                  </a:cubicBezTo>
                  <a:cubicBezTo>
                    <a:pt x="7" y="31"/>
                    <a:pt x="7" y="31"/>
                    <a:pt x="7" y="31"/>
                  </a:cubicBezTo>
                  <a:cubicBezTo>
                    <a:pt x="9" y="31"/>
                    <a:pt x="9" y="31"/>
                    <a:pt x="9" y="31"/>
                  </a:cubicBezTo>
                  <a:cubicBezTo>
                    <a:pt x="16" y="31"/>
                    <a:pt x="19" y="28"/>
                    <a:pt x="19" y="22"/>
                  </a:cubicBezTo>
                  <a:cubicBezTo>
                    <a:pt x="19" y="14"/>
                    <a:pt x="19" y="14"/>
                    <a:pt x="19" y="14"/>
                  </a:cubicBezTo>
                  <a:cubicBezTo>
                    <a:pt x="19" y="9"/>
                    <a:pt x="18" y="7"/>
                    <a:pt x="14" y="7"/>
                  </a:cubicBezTo>
                  <a:cubicBezTo>
                    <a:pt x="11" y="7"/>
                    <a:pt x="9" y="10"/>
                    <a:pt x="9" y="15"/>
                  </a:cubicBezTo>
                  <a:cubicBezTo>
                    <a:pt x="9" y="17"/>
                    <a:pt x="9" y="17"/>
                    <a:pt x="9" y="17"/>
                  </a:cubicBezTo>
                  <a:cubicBezTo>
                    <a:pt x="9" y="19"/>
                    <a:pt x="9" y="19"/>
                    <a:pt x="9" y="19"/>
                  </a:cubicBezTo>
                  <a:cubicBezTo>
                    <a:pt x="0" y="19"/>
                    <a:pt x="0" y="19"/>
                    <a:pt x="0" y="19"/>
                  </a:cubicBezTo>
                  <a:cubicBezTo>
                    <a:pt x="0" y="12"/>
                    <a:pt x="0" y="12"/>
                    <a:pt x="0" y="12"/>
                  </a:cubicBezTo>
                  <a:cubicBezTo>
                    <a:pt x="0" y="4"/>
                    <a:pt x="5" y="0"/>
                    <a:pt x="15" y="0"/>
                  </a:cubicBezTo>
                  <a:cubicBezTo>
                    <a:pt x="24" y="0"/>
                    <a:pt x="29" y="4"/>
                    <a:pt x="29" y="13"/>
                  </a:cubicBezTo>
                  <a:cubicBezTo>
                    <a:pt x="29" y="17"/>
                    <a:pt x="29" y="17"/>
                    <a:pt x="29" y="17"/>
                  </a:cubicBezTo>
                  <a:cubicBezTo>
                    <a:pt x="29" y="20"/>
                    <a:pt x="29" y="20"/>
                    <a:pt x="29" y="20"/>
                  </a:cubicBezTo>
                  <a:cubicBezTo>
                    <a:pt x="29" y="27"/>
                    <a:pt x="26" y="31"/>
                    <a:pt x="22" y="34"/>
                  </a:cubicBezTo>
                  <a:cubicBezTo>
                    <a:pt x="25" y="35"/>
                    <a:pt x="27" y="36"/>
                    <a:pt x="28" y="39"/>
                  </a:cubicBezTo>
                  <a:cubicBezTo>
                    <a:pt x="29" y="41"/>
                    <a:pt x="30" y="44"/>
                    <a:pt x="30" y="48"/>
                  </a:cubicBezTo>
                  <a:cubicBezTo>
                    <a:pt x="30" y="64"/>
                    <a:pt x="30" y="64"/>
                    <a:pt x="30" y="64"/>
                  </a:cubicBezTo>
                  <a:cubicBezTo>
                    <a:pt x="30" y="73"/>
                    <a:pt x="25" y="77"/>
                    <a:pt x="14" y="77"/>
                  </a:cubicBezTo>
                  <a:cubicBezTo>
                    <a:pt x="5" y="77"/>
                    <a:pt x="0" y="73"/>
                    <a:pt x="0" y="64"/>
                  </a:cubicBezTo>
                  <a:cubicBezTo>
                    <a:pt x="0" y="54"/>
                    <a:pt x="0" y="54"/>
                    <a:pt x="0" y="54"/>
                  </a:cubicBezTo>
                  <a:lnTo>
                    <a:pt x="9" y="54"/>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64" name="组合 63"/>
          <p:cNvGrpSpPr/>
          <p:nvPr/>
        </p:nvGrpSpPr>
        <p:grpSpPr>
          <a:xfrm>
            <a:off x="10698021" y="1248137"/>
            <a:ext cx="567728" cy="553846"/>
            <a:chOff x="3251200" y="2600325"/>
            <a:chExt cx="1882776" cy="1836738"/>
          </a:xfrm>
        </p:grpSpPr>
        <p:sp>
          <p:nvSpPr>
            <p:cNvPr id="65" name="Freeform 12"/>
            <p:cNvSpPr>
              <a:spLocks/>
            </p:cNvSpPr>
            <p:nvPr/>
          </p:nvSpPr>
          <p:spPr bwMode="auto">
            <a:xfrm>
              <a:off x="3297238" y="2674938"/>
              <a:ext cx="1836738" cy="1762125"/>
            </a:xfrm>
            <a:custGeom>
              <a:avLst/>
              <a:gdLst>
                <a:gd name="T0" fmla="*/ 721 w 1157"/>
                <a:gd name="T1" fmla="*/ 1110 h 1110"/>
                <a:gd name="T2" fmla="*/ 173 w 1157"/>
                <a:gd name="T3" fmla="*/ 570 h 1110"/>
                <a:gd name="T4" fmla="*/ 194 w 1157"/>
                <a:gd name="T5" fmla="*/ 528 h 1110"/>
                <a:gd name="T6" fmla="*/ 168 w 1157"/>
                <a:gd name="T7" fmla="*/ 440 h 1110"/>
                <a:gd name="T8" fmla="*/ 203 w 1157"/>
                <a:gd name="T9" fmla="*/ 322 h 1110"/>
                <a:gd name="T10" fmla="*/ 0 w 1157"/>
                <a:gd name="T11" fmla="*/ 69 h 1110"/>
                <a:gd name="T12" fmla="*/ 95 w 1157"/>
                <a:gd name="T13" fmla="*/ 0 h 1110"/>
                <a:gd name="T14" fmla="*/ 291 w 1157"/>
                <a:gd name="T15" fmla="*/ 218 h 1110"/>
                <a:gd name="T16" fmla="*/ 506 w 1157"/>
                <a:gd name="T17" fmla="*/ 194 h 1110"/>
                <a:gd name="T18" fmla="*/ 1157 w 1157"/>
                <a:gd name="T19" fmla="*/ 845 h 1110"/>
                <a:gd name="T20" fmla="*/ 721 w 1157"/>
                <a:gd name="T21" fmla="*/ 1110 h 1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57" h="1110">
                  <a:moveTo>
                    <a:pt x="721" y="1110"/>
                  </a:moveTo>
                  <a:lnTo>
                    <a:pt x="173" y="570"/>
                  </a:lnTo>
                  <a:lnTo>
                    <a:pt x="194" y="528"/>
                  </a:lnTo>
                  <a:lnTo>
                    <a:pt x="168" y="440"/>
                  </a:lnTo>
                  <a:lnTo>
                    <a:pt x="203" y="322"/>
                  </a:lnTo>
                  <a:lnTo>
                    <a:pt x="0" y="69"/>
                  </a:lnTo>
                  <a:lnTo>
                    <a:pt x="95" y="0"/>
                  </a:lnTo>
                  <a:lnTo>
                    <a:pt x="291" y="218"/>
                  </a:lnTo>
                  <a:lnTo>
                    <a:pt x="506" y="194"/>
                  </a:lnTo>
                  <a:lnTo>
                    <a:pt x="1157" y="845"/>
                  </a:lnTo>
                  <a:lnTo>
                    <a:pt x="721" y="1110"/>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6" name="Freeform 13"/>
            <p:cNvSpPr>
              <a:spLocks/>
            </p:cNvSpPr>
            <p:nvPr/>
          </p:nvSpPr>
          <p:spPr bwMode="auto">
            <a:xfrm>
              <a:off x="3251200" y="2600325"/>
              <a:ext cx="420688" cy="473075"/>
            </a:xfrm>
            <a:custGeom>
              <a:avLst/>
              <a:gdLst>
                <a:gd name="T0" fmla="*/ 19 w 112"/>
                <a:gd name="T1" fmla="*/ 56 h 126"/>
                <a:gd name="T2" fmla="*/ 51 w 112"/>
                <a:gd name="T3" fmla="*/ 64 h 126"/>
                <a:gd name="T4" fmla="*/ 98 w 112"/>
                <a:gd name="T5" fmla="*/ 126 h 126"/>
                <a:gd name="T6" fmla="*/ 112 w 112"/>
                <a:gd name="T7" fmla="*/ 115 h 126"/>
                <a:gd name="T8" fmla="*/ 59 w 112"/>
                <a:gd name="T9" fmla="*/ 58 h 126"/>
                <a:gd name="T10" fmla="*/ 56 w 112"/>
                <a:gd name="T11" fmla="*/ 24 h 126"/>
                <a:gd name="T12" fmla="*/ 26 w 112"/>
                <a:gd name="T13" fmla="*/ 0 h 126"/>
                <a:gd name="T14" fmla="*/ 30 w 112"/>
                <a:gd name="T15" fmla="*/ 27 h 126"/>
                <a:gd name="T16" fmla="*/ 26 w 112"/>
                <a:gd name="T17" fmla="*/ 27 h 126"/>
                <a:gd name="T18" fmla="*/ 26 w 112"/>
                <a:gd name="T19" fmla="*/ 30 h 126"/>
                <a:gd name="T20" fmla="*/ 0 w 112"/>
                <a:gd name="T21" fmla="*/ 22 h 126"/>
                <a:gd name="T22" fmla="*/ 19 w 112"/>
                <a:gd name="T23" fmla="*/ 5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2" h="126">
                  <a:moveTo>
                    <a:pt x="19" y="56"/>
                  </a:moveTo>
                  <a:cubicBezTo>
                    <a:pt x="32" y="65"/>
                    <a:pt x="46" y="65"/>
                    <a:pt x="51" y="64"/>
                  </a:cubicBezTo>
                  <a:cubicBezTo>
                    <a:pt x="98" y="126"/>
                    <a:pt x="98" y="126"/>
                    <a:pt x="98" y="126"/>
                  </a:cubicBezTo>
                  <a:cubicBezTo>
                    <a:pt x="112" y="115"/>
                    <a:pt x="112" y="115"/>
                    <a:pt x="112" y="115"/>
                  </a:cubicBezTo>
                  <a:cubicBezTo>
                    <a:pt x="59" y="58"/>
                    <a:pt x="59" y="58"/>
                    <a:pt x="59" y="58"/>
                  </a:cubicBezTo>
                  <a:cubicBezTo>
                    <a:pt x="60" y="54"/>
                    <a:pt x="63" y="40"/>
                    <a:pt x="56" y="24"/>
                  </a:cubicBezTo>
                  <a:cubicBezTo>
                    <a:pt x="48" y="5"/>
                    <a:pt x="26" y="0"/>
                    <a:pt x="26" y="0"/>
                  </a:cubicBezTo>
                  <a:cubicBezTo>
                    <a:pt x="30" y="27"/>
                    <a:pt x="30" y="27"/>
                    <a:pt x="30" y="27"/>
                  </a:cubicBezTo>
                  <a:cubicBezTo>
                    <a:pt x="28" y="27"/>
                    <a:pt x="27" y="27"/>
                    <a:pt x="26" y="27"/>
                  </a:cubicBezTo>
                  <a:cubicBezTo>
                    <a:pt x="26" y="28"/>
                    <a:pt x="25" y="29"/>
                    <a:pt x="26" y="30"/>
                  </a:cubicBezTo>
                  <a:cubicBezTo>
                    <a:pt x="0" y="22"/>
                    <a:pt x="0" y="22"/>
                    <a:pt x="0" y="22"/>
                  </a:cubicBezTo>
                  <a:cubicBezTo>
                    <a:pt x="0" y="22"/>
                    <a:pt x="1" y="44"/>
                    <a:pt x="19" y="56"/>
                  </a:cubicBezTo>
                  <a:close/>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67" name="Freeform 14"/>
            <p:cNvSpPr>
              <a:spLocks/>
            </p:cNvSpPr>
            <p:nvPr/>
          </p:nvSpPr>
          <p:spPr bwMode="auto">
            <a:xfrm>
              <a:off x="3459163" y="2927350"/>
              <a:ext cx="803275" cy="750888"/>
            </a:xfrm>
            <a:custGeom>
              <a:avLst/>
              <a:gdLst>
                <a:gd name="T0" fmla="*/ 120 w 214"/>
                <a:gd name="T1" fmla="*/ 0 h 200"/>
                <a:gd name="T2" fmla="*/ 58 w 214"/>
                <a:gd name="T3" fmla="*/ 20 h 200"/>
                <a:gd name="T4" fmla="*/ 82 w 214"/>
                <a:gd name="T5" fmla="*/ 49 h 200"/>
                <a:gd name="T6" fmla="*/ 111 w 214"/>
                <a:gd name="T7" fmla="*/ 41 h 200"/>
                <a:gd name="T8" fmla="*/ 160 w 214"/>
                <a:gd name="T9" fmla="*/ 97 h 200"/>
                <a:gd name="T10" fmla="*/ 97 w 214"/>
                <a:gd name="T11" fmla="*/ 153 h 200"/>
                <a:gd name="T12" fmla="*/ 48 w 214"/>
                <a:gd name="T13" fmla="*/ 97 h 200"/>
                <a:gd name="T14" fmla="*/ 60 w 214"/>
                <a:gd name="T15" fmla="*/ 68 h 200"/>
                <a:gd name="T16" fmla="*/ 36 w 214"/>
                <a:gd name="T17" fmla="*/ 39 h 200"/>
                <a:gd name="T18" fmla="*/ 7 w 214"/>
                <a:gd name="T19" fmla="*/ 100 h 200"/>
                <a:gd name="T20" fmla="*/ 94 w 214"/>
                <a:gd name="T21" fmla="*/ 200 h 200"/>
                <a:gd name="T22" fmla="*/ 207 w 214"/>
                <a:gd name="T23" fmla="*/ 100 h 200"/>
                <a:gd name="T24" fmla="*/ 120 w 214"/>
                <a:gd name="T25" fmla="*/ 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4" h="200">
                  <a:moveTo>
                    <a:pt x="120" y="0"/>
                  </a:moveTo>
                  <a:cubicBezTo>
                    <a:pt x="98" y="0"/>
                    <a:pt x="76" y="7"/>
                    <a:pt x="58" y="20"/>
                  </a:cubicBezTo>
                  <a:cubicBezTo>
                    <a:pt x="82" y="49"/>
                    <a:pt x="82" y="49"/>
                    <a:pt x="82" y="49"/>
                  </a:cubicBezTo>
                  <a:cubicBezTo>
                    <a:pt x="91" y="44"/>
                    <a:pt x="101" y="41"/>
                    <a:pt x="111" y="41"/>
                  </a:cubicBezTo>
                  <a:cubicBezTo>
                    <a:pt x="142" y="41"/>
                    <a:pt x="164" y="66"/>
                    <a:pt x="160" y="97"/>
                  </a:cubicBezTo>
                  <a:cubicBezTo>
                    <a:pt x="156" y="128"/>
                    <a:pt x="128" y="153"/>
                    <a:pt x="97" y="153"/>
                  </a:cubicBezTo>
                  <a:cubicBezTo>
                    <a:pt x="66" y="153"/>
                    <a:pt x="44" y="128"/>
                    <a:pt x="48" y="97"/>
                  </a:cubicBezTo>
                  <a:cubicBezTo>
                    <a:pt x="50" y="86"/>
                    <a:pt x="54" y="76"/>
                    <a:pt x="60" y="68"/>
                  </a:cubicBezTo>
                  <a:cubicBezTo>
                    <a:pt x="36" y="39"/>
                    <a:pt x="36" y="39"/>
                    <a:pt x="36" y="39"/>
                  </a:cubicBezTo>
                  <a:cubicBezTo>
                    <a:pt x="20" y="56"/>
                    <a:pt x="10" y="77"/>
                    <a:pt x="7" y="100"/>
                  </a:cubicBezTo>
                  <a:cubicBezTo>
                    <a:pt x="0" y="155"/>
                    <a:pt x="38" y="200"/>
                    <a:pt x="94" y="200"/>
                  </a:cubicBezTo>
                  <a:cubicBezTo>
                    <a:pt x="149" y="200"/>
                    <a:pt x="200" y="155"/>
                    <a:pt x="207" y="100"/>
                  </a:cubicBezTo>
                  <a:cubicBezTo>
                    <a:pt x="214" y="45"/>
                    <a:pt x="175" y="0"/>
                    <a:pt x="120" y="0"/>
                  </a:cubicBezTo>
                  <a:close/>
                </a:path>
              </a:pathLst>
            </a:custGeom>
            <a:solidFill>
              <a:srgbClr val="FDFDFD"/>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68" name="Freeform 15"/>
            <p:cNvSpPr>
              <a:spLocks/>
            </p:cNvSpPr>
            <p:nvPr/>
          </p:nvSpPr>
          <p:spPr bwMode="auto">
            <a:xfrm>
              <a:off x="3676650" y="3128963"/>
              <a:ext cx="341313" cy="315913"/>
            </a:xfrm>
            <a:custGeom>
              <a:avLst/>
              <a:gdLst>
                <a:gd name="T0" fmla="*/ 40 w 91"/>
                <a:gd name="T1" fmla="*/ 84 h 84"/>
                <a:gd name="T2" fmla="*/ 87 w 91"/>
                <a:gd name="T3" fmla="*/ 42 h 84"/>
                <a:gd name="T4" fmla="*/ 51 w 91"/>
                <a:gd name="T5" fmla="*/ 0 h 84"/>
                <a:gd name="T6" fmla="*/ 31 w 91"/>
                <a:gd name="T7" fmla="*/ 4 h 84"/>
                <a:gd name="T8" fmla="*/ 31 w 91"/>
                <a:gd name="T9" fmla="*/ 13 h 84"/>
                <a:gd name="T10" fmla="*/ 47 w 91"/>
                <a:gd name="T11" fmla="*/ 37 h 84"/>
                <a:gd name="T12" fmla="*/ 40 w 91"/>
                <a:gd name="T13" fmla="*/ 43 h 84"/>
                <a:gd name="T14" fmla="*/ 18 w 91"/>
                <a:gd name="T15" fmla="*/ 24 h 84"/>
                <a:gd name="T16" fmla="*/ 17 w 91"/>
                <a:gd name="T17" fmla="*/ 24 h 84"/>
                <a:gd name="T18" fmla="*/ 10 w 91"/>
                <a:gd name="T19" fmla="*/ 22 h 84"/>
                <a:gd name="T20" fmla="*/ 3 w 91"/>
                <a:gd name="T21" fmla="*/ 42 h 84"/>
                <a:gd name="T22" fmla="*/ 40 w 91"/>
                <a:gd name="T23"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1" h="84">
                  <a:moveTo>
                    <a:pt x="40" y="84"/>
                  </a:moveTo>
                  <a:cubicBezTo>
                    <a:pt x="63" y="84"/>
                    <a:pt x="84" y="65"/>
                    <a:pt x="87" y="42"/>
                  </a:cubicBezTo>
                  <a:cubicBezTo>
                    <a:pt x="91" y="19"/>
                    <a:pt x="74" y="0"/>
                    <a:pt x="51" y="0"/>
                  </a:cubicBezTo>
                  <a:cubicBezTo>
                    <a:pt x="44" y="0"/>
                    <a:pt x="37" y="1"/>
                    <a:pt x="31" y="4"/>
                  </a:cubicBezTo>
                  <a:cubicBezTo>
                    <a:pt x="32" y="7"/>
                    <a:pt x="32" y="10"/>
                    <a:pt x="31" y="13"/>
                  </a:cubicBezTo>
                  <a:cubicBezTo>
                    <a:pt x="47" y="37"/>
                    <a:pt x="47" y="37"/>
                    <a:pt x="47" y="37"/>
                  </a:cubicBezTo>
                  <a:cubicBezTo>
                    <a:pt x="40" y="43"/>
                    <a:pt x="40" y="43"/>
                    <a:pt x="40" y="43"/>
                  </a:cubicBezTo>
                  <a:cubicBezTo>
                    <a:pt x="18" y="24"/>
                    <a:pt x="18" y="24"/>
                    <a:pt x="18" y="24"/>
                  </a:cubicBezTo>
                  <a:cubicBezTo>
                    <a:pt x="18" y="24"/>
                    <a:pt x="18" y="24"/>
                    <a:pt x="17" y="24"/>
                  </a:cubicBezTo>
                  <a:cubicBezTo>
                    <a:pt x="15" y="24"/>
                    <a:pt x="12" y="23"/>
                    <a:pt x="10" y="22"/>
                  </a:cubicBezTo>
                  <a:cubicBezTo>
                    <a:pt x="6" y="28"/>
                    <a:pt x="4" y="35"/>
                    <a:pt x="3" y="42"/>
                  </a:cubicBezTo>
                  <a:cubicBezTo>
                    <a:pt x="0" y="65"/>
                    <a:pt x="16" y="84"/>
                    <a:pt x="40" y="84"/>
                  </a:cubicBezTo>
                  <a:close/>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69" name="Freeform 16"/>
            <p:cNvSpPr>
              <a:spLocks/>
            </p:cNvSpPr>
            <p:nvPr/>
          </p:nvSpPr>
          <p:spPr bwMode="auto">
            <a:xfrm>
              <a:off x="3627438" y="3038475"/>
              <a:ext cx="203200" cy="230188"/>
            </a:xfrm>
            <a:custGeom>
              <a:avLst/>
              <a:gdLst>
                <a:gd name="T0" fmla="*/ 38 w 54"/>
                <a:gd name="T1" fmla="*/ 38 h 61"/>
                <a:gd name="T2" fmla="*/ 37 w 54"/>
                <a:gd name="T3" fmla="*/ 28 h 61"/>
                <a:gd name="T4" fmla="*/ 14 w 54"/>
                <a:gd name="T5" fmla="*/ 0 h 61"/>
                <a:gd name="T6" fmla="*/ 0 w 54"/>
                <a:gd name="T7" fmla="*/ 12 h 61"/>
                <a:gd name="T8" fmla="*/ 24 w 54"/>
                <a:gd name="T9" fmla="*/ 39 h 61"/>
                <a:gd name="T10" fmla="*/ 33 w 54"/>
                <a:gd name="T11" fmla="*/ 41 h 61"/>
                <a:gd name="T12" fmla="*/ 52 w 54"/>
                <a:gd name="T13" fmla="*/ 61 h 61"/>
                <a:gd name="T14" fmla="*/ 54 w 54"/>
                <a:gd name="T15" fmla="*/ 59 h 61"/>
                <a:gd name="T16" fmla="*/ 38 w 54"/>
                <a:gd name="T17" fmla="*/ 3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61">
                  <a:moveTo>
                    <a:pt x="38" y="38"/>
                  </a:moveTo>
                  <a:cubicBezTo>
                    <a:pt x="40" y="35"/>
                    <a:pt x="39" y="31"/>
                    <a:pt x="37" y="28"/>
                  </a:cubicBezTo>
                  <a:cubicBezTo>
                    <a:pt x="14" y="0"/>
                    <a:pt x="14" y="0"/>
                    <a:pt x="14" y="0"/>
                  </a:cubicBezTo>
                  <a:cubicBezTo>
                    <a:pt x="0" y="12"/>
                    <a:pt x="0" y="12"/>
                    <a:pt x="0" y="12"/>
                  </a:cubicBezTo>
                  <a:cubicBezTo>
                    <a:pt x="24" y="39"/>
                    <a:pt x="24" y="39"/>
                    <a:pt x="24" y="39"/>
                  </a:cubicBezTo>
                  <a:cubicBezTo>
                    <a:pt x="26" y="42"/>
                    <a:pt x="30" y="43"/>
                    <a:pt x="33" y="41"/>
                  </a:cubicBezTo>
                  <a:cubicBezTo>
                    <a:pt x="52" y="61"/>
                    <a:pt x="52" y="61"/>
                    <a:pt x="52" y="61"/>
                  </a:cubicBezTo>
                  <a:cubicBezTo>
                    <a:pt x="54" y="59"/>
                    <a:pt x="54" y="59"/>
                    <a:pt x="54" y="59"/>
                  </a:cubicBezTo>
                  <a:lnTo>
                    <a:pt x="38" y="38"/>
                  </a:lnTo>
                  <a:close/>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70" name="组合 69"/>
          <p:cNvGrpSpPr>
            <a:grpSpLocks noChangeAspect="1"/>
          </p:cNvGrpSpPr>
          <p:nvPr/>
        </p:nvGrpSpPr>
        <p:grpSpPr>
          <a:xfrm>
            <a:off x="10668090" y="2590272"/>
            <a:ext cx="597659" cy="506362"/>
            <a:chOff x="2943226" y="131763"/>
            <a:chExt cx="2130425" cy="1804987"/>
          </a:xfrm>
        </p:grpSpPr>
        <p:sp>
          <p:nvSpPr>
            <p:cNvPr id="71" name="Freeform 20"/>
            <p:cNvSpPr>
              <a:spLocks/>
            </p:cNvSpPr>
            <p:nvPr/>
          </p:nvSpPr>
          <p:spPr bwMode="auto">
            <a:xfrm>
              <a:off x="3014663" y="155575"/>
              <a:ext cx="2058988" cy="1781175"/>
            </a:xfrm>
            <a:custGeom>
              <a:avLst/>
              <a:gdLst>
                <a:gd name="T0" fmla="*/ 532 w 1297"/>
                <a:gd name="T1" fmla="*/ 1122 h 1122"/>
                <a:gd name="T2" fmla="*/ 35 w 1297"/>
                <a:gd name="T3" fmla="*/ 622 h 1122"/>
                <a:gd name="T4" fmla="*/ 0 w 1297"/>
                <a:gd name="T5" fmla="*/ 532 h 1122"/>
                <a:gd name="T6" fmla="*/ 45 w 1297"/>
                <a:gd name="T7" fmla="*/ 468 h 1122"/>
                <a:gd name="T8" fmla="*/ 66 w 1297"/>
                <a:gd name="T9" fmla="*/ 487 h 1122"/>
                <a:gd name="T10" fmla="*/ 85 w 1297"/>
                <a:gd name="T11" fmla="*/ 416 h 1122"/>
                <a:gd name="T12" fmla="*/ 0 w 1297"/>
                <a:gd name="T13" fmla="*/ 323 h 1122"/>
                <a:gd name="T14" fmla="*/ 33 w 1297"/>
                <a:gd name="T15" fmla="*/ 173 h 1122"/>
                <a:gd name="T16" fmla="*/ 119 w 1297"/>
                <a:gd name="T17" fmla="*/ 187 h 1122"/>
                <a:gd name="T18" fmla="*/ 107 w 1297"/>
                <a:gd name="T19" fmla="*/ 128 h 1122"/>
                <a:gd name="T20" fmla="*/ 111 w 1297"/>
                <a:gd name="T21" fmla="*/ 116 h 1122"/>
                <a:gd name="T22" fmla="*/ 76 w 1297"/>
                <a:gd name="T23" fmla="*/ 83 h 1122"/>
                <a:gd name="T24" fmla="*/ 147 w 1297"/>
                <a:gd name="T25" fmla="*/ 7 h 1122"/>
                <a:gd name="T26" fmla="*/ 311 w 1297"/>
                <a:gd name="T27" fmla="*/ 147 h 1122"/>
                <a:gd name="T28" fmla="*/ 335 w 1297"/>
                <a:gd name="T29" fmla="*/ 111 h 1122"/>
                <a:gd name="T30" fmla="*/ 363 w 1297"/>
                <a:gd name="T31" fmla="*/ 137 h 1122"/>
                <a:gd name="T32" fmla="*/ 361 w 1297"/>
                <a:gd name="T33" fmla="*/ 116 h 1122"/>
                <a:gd name="T34" fmla="*/ 337 w 1297"/>
                <a:gd name="T35" fmla="*/ 92 h 1122"/>
                <a:gd name="T36" fmla="*/ 413 w 1297"/>
                <a:gd name="T37" fmla="*/ 0 h 1122"/>
                <a:gd name="T38" fmla="*/ 565 w 1297"/>
                <a:gd name="T39" fmla="*/ 128 h 1122"/>
                <a:gd name="T40" fmla="*/ 596 w 1297"/>
                <a:gd name="T41" fmla="*/ 104 h 1122"/>
                <a:gd name="T42" fmla="*/ 622 w 1297"/>
                <a:gd name="T43" fmla="*/ 128 h 1122"/>
                <a:gd name="T44" fmla="*/ 629 w 1297"/>
                <a:gd name="T45" fmla="*/ 114 h 1122"/>
                <a:gd name="T46" fmla="*/ 594 w 1297"/>
                <a:gd name="T47" fmla="*/ 83 h 1122"/>
                <a:gd name="T48" fmla="*/ 679 w 1297"/>
                <a:gd name="T49" fmla="*/ 28 h 1122"/>
                <a:gd name="T50" fmla="*/ 1297 w 1297"/>
                <a:gd name="T51" fmla="*/ 637 h 1122"/>
                <a:gd name="T52" fmla="*/ 532 w 1297"/>
                <a:gd name="T53" fmla="*/ 1122 h 1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97" h="1122">
                  <a:moveTo>
                    <a:pt x="532" y="1122"/>
                  </a:moveTo>
                  <a:lnTo>
                    <a:pt x="35" y="622"/>
                  </a:lnTo>
                  <a:lnTo>
                    <a:pt x="0" y="532"/>
                  </a:lnTo>
                  <a:lnTo>
                    <a:pt x="45" y="468"/>
                  </a:lnTo>
                  <a:lnTo>
                    <a:pt x="66" y="487"/>
                  </a:lnTo>
                  <a:lnTo>
                    <a:pt x="85" y="416"/>
                  </a:lnTo>
                  <a:lnTo>
                    <a:pt x="0" y="323"/>
                  </a:lnTo>
                  <a:lnTo>
                    <a:pt x="33" y="173"/>
                  </a:lnTo>
                  <a:lnTo>
                    <a:pt x="119" y="187"/>
                  </a:lnTo>
                  <a:lnTo>
                    <a:pt x="107" y="128"/>
                  </a:lnTo>
                  <a:lnTo>
                    <a:pt x="111" y="116"/>
                  </a:lnTo>
                  <a:lnTo>
                    <a:pt x="76" y="83"/>
                  </a:lnTo>
                  <a:lnTo>
                    <a:pt x="147" y="7"/>
                  </a:lnTo>
                  <a:lnTo>
                    <a:pt x="311" y="147"/>
                  </a:lnTo>
                  <a:lnTo>
                    <a:pt x="335" y="111"/>
                  </a:lnTo>
                  <a:lnTo>
                    <a:pt x="363" y="137"/>
                  </a:lnTo>
                  <a:lnTo>
                    <a:pt x="361" y="116"/>
                  </a:lnTo>
                  <a:lnTo>
                    <a:pt x="337" y="92"/>
                  </a:lnTo>
                  <a:lnTo>
                    <a:pt x="413" y="0"/>
                  </a:lnTo>
                  <a:lnTo>
                    <a:pt x="565" y="128"/>
                  </a:lnTo>
                  <a:lnTo>
                    <a:pt x="596" y="104"/>
                  </a:lnTo>
                  <a:lnTo>
                    <a:pt x="622" y="128"/>
                  </a:lnTo>
                  <a:lnTo>
                    <a:pt x="629" y="114"/>
                  </a:lnTo>
                  <a:lnTo>
                    <a:pt x="594" y="83"/>
                  </a:lnTo>
                  <a:lnTo>
                    <a:pt x="679" y="28"/>
                  </a:lnTo>
                  <a:lnTo>
                    <a:pt x="1297" y="637"/>
                  </a:lnTo>
                  <a:lnTo>
                    <a:pt x="532" y="1122"/>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2" name="Oval 21"/>
            <p:cNvSpPr>
              <a:spLocks noChangeArrowheads="1"/>
            </p:cNvSpPr>
            <p:nvPr/>
          </p:nvSpPr>
          <p:spPr bwMode="auto">
            <a:xfrm>
              <a:off x="3508376" y="131763"/>
              <a:ext cx="196850" cy="193675"/>
            </a:xfrm>
            <a:prstGeom prst="ellipse">
              <a:avLst/>
            </a:pr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73" name="Freeform 22"/>
            <p:cNvSpPr>
              <a:spLocks/>
            </p:cNvSpPr>
            <p:nvPr/>
          </p:nvSpPr>
          <p:spPr bwMode="auto">
            <a:xfrm>
              <a:off x="3584576" y="339725"/>
              <a:ext cx="44450" cy="33337"/>
            </a:xfrm>
            <a:custGeom>
              <a:avLst/>
              <a:gdLst>
                <a:gd name="T0" fmla="*/ 4 w 28"/>
                <a:gd name="T1" fmla="*/ 21 h 21"/>
                <a:gd name="T2" fmla="*/ 23 w 28"/>
                <a:gd name="T3" fmla="*/ 21 h 21"/>
                <a:gd name="T4" fmla="*/ 28 w 28"/>
                <a:gd name="T5" fmla="*/ 0 h 21"/>
                <a:gd name="T6" fmla="*/ 0 w 28"/>
                <a:gd name="T7" fmla="*/ 0 h 21"/>
                <a:gd name="T8" fmla="*/ 4 w 28"/>
                <a:gd name="T9" fmla="*/ 21 h 21"/>
              </a:gdLst>
              <a:ahLst/>
              <a:cxnLst>
                <a:cxn ang="0">
                  <a:pos x="T0" y="T1"/>
                </a:cxn>
                <a:cxn ang="0">
                  <a:pos x="T2" y="T3"/>
                </a:cxn>
                <a:cxn ang="0">
                  <a:pos x="T4" y="T5"/>
                </a:cxn>
                <a:cxn ang="0">
                  <a:pos x="T6" y="T7"/>
                </a:cxn>
                <a:cxn ang="0">
                  <a:pos x="T8" y="T9"/>
                </a:cxn>
              </a:cxnLst>
              <a:rect l="0" t="0" r="r" b="b"/>
              <a:pathLst>
                <a:path w="28" h="21">
                  <a:moveTo>
                    <a:pt x="4" y="21"/>
                  </a:moveTo>
                  <a:lnTo>
                    <a:pt x="23" y="21"/>
                  </a:lnTo>
                  <a:lnTo>
                    <a:pt x="28" y="0"/>
                  </a:lnTo>
                  <a:lnTo>
                    <a:pt x="0" y="0"/>
                  </a:lnTo>
                  <a:lnTo>
                    <a:pt x="4" y="21"/>
                  </a:lnTo>
                  <a:close/>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74" name="Freeform 23"/>
            <p:cNvSpPr>
              <a:spLocks/>
            </p:cNvSpPr>
            <p:nvPr/>
          </p:nvSpPr>
          <p:spPr bwMode="auto">
            <a:xfrm>
              <a:off x="3371851" y="331788"/>
              <a:ext cx="468313" cy="822325"/>
            </a:xfrm>
            <a:custGeom>
              <a:avLst/>
              <a:gdLst>
                <a:gd name="T0" fmla="*/ 123 w 124"/>
                <a:gd name="T1" fmla="*/ 100 h 218"/>
                <a:gd name="T2" fmla="*/ 109 w 124"/>
                <a:gd name="T3" fmla="*/ 16 h 218"/>
                <a:gd name="T4" fmla="*/ 79 w 124"/>
                <a:gd name="T5" fmla="*/ 0 h 218"/>
                <a:gd name="T6" fmla="*/ 66 w 124"/>
                <a:gd name="T7" fmla="*/ 30 h 218"/>
                <a:gd name="T8" fmla="*/ 66 w 124"/>
                <a:gd name="T9" fmla="*/ 13 h 218"/>
                <a:gd name="T10" fmla="*/ 58 w 124"/>
                <a:gd name="T11" fmla="*/ 13 h 218"/>
                <a:gd name="T12" fmla="*/ 58 w 124"/>
                <a:gd name="T13" fmla="*/ 30 h 218"/>
                <a:gd name="T14" fmla="*/ 45 w 124"/>
                <a:gd name="T15" fmla="*/ 0 h 218"/>
                <a:gd name="T16" fmla="*/ 15 w 124"/>
                <a:gd name="T17" fmla="*/ 16 h 218"/>
                <a:gd name="T18" fmla="*/ 1 w 124"/>
                <a:gd name="T19" fmla="*/ 100 h 218"/>
                <a:gd name="T20" fmla="*/ 11 w 124"/>
                <a:gd name="T21" fmla="*/ 111 h 218"/>
                <a:gd name="T22" fmla="*/ 22 w 124"/>
                <a:gd name="T23" fmla="*/ 100 h 218"/>
                <a:gd name="T24" fmla="*/ 29 w 124"/>
                <a:gd name="T25" fmla="*/ 42 h 218"/>
                <a:gd name="T26" fmla="*/ 30 w 124"/>
                <a:gd name="T27" fmla="*/ 105 h 218"/>
                <a:gd name="T28" fmla="*/ 36 w 124"/>
                <a:gd name="T29" fmla="*/ 105 h 218"/>
                <a:gd name="T30" fmla="*/ 36 w 124"/>
                <a:gd name="T31" fmla="*/ 206 h 218"/>
                <a:gd name="T32" fmla="*/ 48 w 124"/>
                <a:gd name="T33" fmla="*/ 218 h 218"/>
                <a:gd name="T34" fmla="*/ 60 w 124"/>
                <a:gd name="T35" fmla="*/ 206 h 218"/>
                <a:gd name="T36" fmla="*/ 60 w 124"/>
                <a:gd name="T37" fmla="*/ 105 h 218"/>
                <a:gd name="T38" fmla="*/ 65 w 124"/>
                <a:gd name="T39" fmla="*/ 105 h 218"/>
                <a:gd name="T40" fmla="*/ 65 w 124"/>
                <a:gd name="T41" fmla="*/ 206 h 218"/>
                <a:gd name="T42" fmla="*/ 77 w 124"/>
                <a:gd name="T43" fmla="*/ 218 h 218"/>
                <a:gd name="T44" fmla="*/ 89 w 124"/>
                <a:gd name="T45" fmla="*/ 206 h 218"/>
                <a:gd name="T46" fmla="*/ 89 w 124"/>
                <a:gd name="T47" fmla="*/ 105 h 218"/>
                <a:gd name="T48" fmla="*/ 94 w 124"/>
                <a:gd name="T49" fmla="*/ 105 h 218"/>
                <a:gd name="T50" fmla="*/ 95 w 124"/>
                <a:gd name="T51" fmla="*/ 42 h 218"/>
                <a:gd name="T52" fmla="*/ 102 w 124"/>
                <a:gd name="T53" fmla="*/ 100 h 218"/>
                <a:gd name="T54" fmla="*/ 113 w 124"/>
                <a:gd name="T55" fmla="*/ 111 h 218"/>
                <a:gd name="T56" fmla="*/ 123 w 124"/>
                <a:gd name="T57" fmla="*/ 10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24" h="218">
                  <a:moveTo>
                    <a:pt x="123" y="100"/>
                  </a:moveTo>
                  <a:cubicBezTo>
                    <a:pt x="109" y="16"/>
                    <a:pt x="109" y="16"/>
                    <a:pt x="109" y="16"/>
                  </a:cubicBezTo>
                  <a:cubicBezTo>
                    <a:pt x="109" y="16"/>
                    <a:pt x="108" y="0"/>
                    <a:pt x="79" y="0"/>
                  </a:cubicBezTo>
                  <a:cubicBezTo>
                    <a:pt x="66" y="30"/>
                    <a:pt x="66" y="30"/>
                    <a:pt x="66" y="30"/>
                  </a:cubicBezTo>
                  <a:cubicBezTo>
                    <a:pt x="66" y="13"/>
                    <a:pt x="66" y="13"/>
                    <a:pt x="66" y="13"/>
                  </a:cubicBezTo>
                  <a:cubicBezTo>
                    <a:pt x="58" y="13"/>
                    <a:pt x="58" y="13"/>
                    <a:pt x="58" y="13"/>
                  </a:cubicBezTo>
                  <a:cubicBezTo>
                    <a:pt x="58" y="30"/>
                    <a:pt x="58" y="30"/>
                    <a:pt x="58" y="30"/>
                  </a:cubicBezTo>
                  <a:cubicBezTo>
                    <a:pt x="45" y="0"/>
                    <a:pt x="45" y="0"/>
                    <a:pt x="45" y="0"/>
                  </a:cubicBezTo>
                  <a:cubicBezTo>
                    <a:pt x="16" y="0"/>
                    <a:pt x="15" y="16"/>
                    <a:pt x="15" y="16"/>
                  </a:cubicBezTo>
                  <a:cubicBezTo>
                    <a:pt x="1" y="100"/>
                    <a:pt x="1" y="100"/>
                    <a:pt x="1" y="100"/>
                  </a:cubicBezTo>
                  <a:cubicBezTo>
                    <a:pt x="0" y="108"/>
                    <a:pt x="6" y="111"/>
                    <a:pt x="11" y="111"/>
                  </a:cubicBezTo>
                  <a:cubicBezTo>
                    <a:pt x="16" y="111"/>
                    <a:pt x="21" y="107"/>
                    <a:pt x="22" y="100"/>
                  </a:cubicBezTo>
                  <a:cubicBezTo>
                    <a:pt x="29" y="42"/>
                    <a:pt x="29" y="42"/>
                    <a:pt x="29" y="42"/>
                  </a:cubicBezTo>
                  <a:cubicBezTo>
                    <a:pt x="30" y="105"/>
                    <a:pt x="30" y="105"/>
                    <a:pt x="30" y="105"/>
                  </a:cubicBezTo>
                  <a:cubicBezTo>
                    <a:pt x="36" y="105"/>
                    <a:pt x="36" y="105"/>
                    <a:pt x="36" y="105"/>
                  </a:cubicBezTo>
                  <a:cubicBezTo>
                    <a:pt x="36" y="206"/>
                    <a:pt x="36" y="206"/>
                    <a:pt x="36" y="206"/>
                  </a:cubicBezTo>
                  <a:cubicBezTo>
                    <a:pt x="36" y="213"/>
                    <a:pt x="42" y="218"/>
                    <a:pt x="48" y="218"/>
                  </a:cubicBezTo>
                  <a:cubicBezTo>
                    <a:pt x="55" y="218"/>
                    <a:pt x="60" y="213"/>
                    <a:pt x="60" y="206"/>
                  </a:cubicBezTo>
                  <a:cubicBezTo>
                    <a:pt x="60" y="105"/>
                    <a:pt x="60" y="105"/>
                    <a:pt x="60" y="105"/>
                  </a:cubicBezTo>
                  <a:cubicBezTo>
                    <a:pt x="65" y="105"/>
                    <a:pt x="65" y="105"/>
                    <a:pt x="65" y="105"/>
                  </a:cubicBezTo>
                  <a:cubicBezTo>
                    <a:pt x="65" y="206"/>
                    <a:pt x="65" y="206"/>
                    <a:pt x="65" y="206"/>
                  </a:cubicBezTo>
                  <a:cubicBezTo>
                    <a:pt x="65" y="213"/>
                    <a:pt x="70" y="218"/>
                    <a:pt x="77" y="218"/>
                  </a:cubicBezTo>
                  <a:cubicBezTo>
                    <a:pt x="83" y="218"/>
                    <a:pt x="89" y="213"/>
                    <a:pt x="89" y="206"/>
                  </a:cubicBezTo>
                  <a:cubicBezTo>
                    <a:pt x="89" y="105"/>
                    <a:pt x="89" y="105"/>
                    <a:pt x="89" y="105"/>
                  </a:cubicBezTo>
                  <a:cubicBezTo>
                    <a:pt x="94" y="105"/>
                    <a:pt x="94" y="105"/>
                    <a:pt x="94" y="105"/>
                  </a:cubicBezTo>
                  <a:cubicBezTo>
                    <a:pt x="95" y="42"/>
                    <a:pt x="95" y="42"/>
                    <a:pt x="95" y="42"/>
                  </a:cubicBezTo>
                  <a:cubicBezTo>
                    <a:pt x="102" y="100"/>
                    <a:pt x="102" y="100"/>
                    <a:pt x="102" y="100"/>
                  </a:cubicBezTo>
                  <a:cubicBezTo>
                    <a:pt x="103" y="107"/>
                    <a:pt x="108" y="111"/>
                    <a:pt x="113" y="111"/>
                  </a:cubicBezTo>
                  <a:cubicBezTo>
                    <a:pt x="118" y="111"/>
                    <a:pt x="124" y="108"/>
                    <a:pt x="123" y="100"/>
                  </a:cubicBezTo>
                  <a:close/>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75" name="Freeform 24"/>
            <p:cNvSpPr>
              <a:spLocks/>
            </p:cNvSpPr>
            <p:nvPr/>
          </p:nvSpPr>
          <p:spPr bwMode="auto">
            <a:xfrm>
              <a:off x="3357563" y="1033463"/>
              <a:ext cx="501650" cy="242887"/>
            </a:xfrm>
            <a:custGeom>
              <a:avLst/>
              <a:gdLst>
                <a:gd name="T0" fmla="*/ 100 w 133"/>
                <a:gd name="T1" fmla="*/ 20 h 64"/>
                <a:gd name="T2" fmla="*/ 81 w 133"/>
                <a:gd name="T3" fmla="*/ 40 h 64"/>
                <a:gd name="T4" fmla="*/ 66 w 133"/>
                <a:gd name="T5" fmla="*/ 34 h 64"/>
                <a:gd name="T6" fmla="*/ 52 w 133"/>
                <a:gd name="T7" fmla="*/ 40 h 64"/>
                <a:gd name="T8" fmla="*/ 33 w 133"/>
                <a:gd name="T9" fmla="*/ 20 h 64"/>
                <a:gd name="T10" fmla="*/ 33 w 133"/>
                <a:gd name="T11" fmla="*/ 1 h 64"/>
                <a:gd name="T12" fmla="*/ 0 w 133"/>
                <a:gd name="T13" fmla="*/ 32 h 64"/>
                <a:gd name="T14" fmla="*/ 33 w 133"/>
                <a:gd name="T15" fmla="*/ 64 h 64"/>
                <a:gd name="T16" fmla="*/ 100 w 133"/>
                <a:gd name="T17" fmla="*/ 64 h 64"/>
                <a:gd name="T18" fmla="*/ 133 w 133"/>
                <a:gd name="T19" fmla="*/ 32 h 64"/>
                <a:gd name="T20" fmla="*/ 100 w 133"/>
                <a:gd name="T21" fmla="*/ 0 h 64"/>
                <a:gd name="T22" fmla="*/ 100 w 133"/>
                <a:gd name="T23" fmla="*/ 2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3" h="64">
                  <a:moveTo>
                    <a:pt x="100" y="20"/>
                  </a:moveTo>
                  <a:cubicBezTo>
                    <a:pt x="100" y="31"/>
                    <a:pt x="92" y="40"/>
                    <a:pt x="81" y="40"/>
                  </a:cubicBezTo>
                  <a:cubicBezTo>
                    <a:pt x="75" y="40"/>
                    <a:pt x="70" y="37"/>
                    <a:pt x="66" y="34"/>
                  </a:cubicBezTo>
                  <a:cubicBezTo>
                    <a:pt x="63" y="37"/>
                    <a:pt x="58" y="40"/>
                    <a:pt x="52" y="40"/>
                  </a:cubicBezTo>
                  <a:cubicBezTo>
                    <a:pt x="41" y="40"/>
                    <a:pt x="33" y="31"/>
                    <a:pt x="33" y="20"/>
                  </a:cubicBezTo>
                  <a:cubicBezTo>
                    <a:pt x="33" y="1"/>
                    <a:pt x="33" y="1"/>
                    <a:pt x="33" y="1"/>
                  </a:cubicBezTo>
                  <a:cubicBezTo>
                    <a:pt x="0" y="32"/>
                    <a:pt x="0" y="32"/>
                    <a:pt x="0" y="32"/>
                  </a:cubicBezTo>
                  <a:cubicBezTo>
                    <a:pt x="33" y="64"/>
                    <a:pt x="33" y="64"/>
                    <a:pt x="33" y="64"/>
                  </a:cubicBezTo>
                  <a:cubicBezTo>
                    <a:pt x="100" y="64"/>
                    <a:pt x="100" y="64"/>
                    <a:pt x="100" y="64"/>
                  </a:cubicBezTo>
                  <a:cubicBezTo>
                    <a:pt x="133" y="32"/>
                    <a:pt x="133" y="32"/>
                    <a:pt x="133" y="32"/>
                  </a:cubicBezTo>
                  <a:cubicBezTo>
                    <a:pt x="100" y="0"/>
                    <a:pt x="100" y="0"/>
                    <a:pt x="100" y="0"/>
                  </a:cubicBezTo>
                  <a:lnTo>
                    <a:pt x="100" y="20"/>
                  </a:lnTo>
                  <a:close/>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76" name="Oval 25"/>
            <p:cNvSpPr>
              <a:spLocks noChangeArrowheads="1"/>
            </p:cNvSpPr>
            <p:nvPr/>
          </p:nvSpPr>
          <p:spPr bwMode="auto">
            <a:xfrm>
              <a:off x="3116263" y="150813"/>
              <a:ext cx="165100" cy="166687"/>
            </a:xfrm>
            <a:prstGeom prst="ellipse">
              <a:avLst/>
            </a:pr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77" name="Freeform 26"/>
            <p:cNvSpPr>
              <a:spLocks/>
            </p:cNvSpPr>
            <p:nvPr/>
          </p:nvSpPr>
          <p:spPr bwMode="auto">
            <a:xfrm>
              <a:off x="3179763" y="328613"/>
              <a:ext cx="38100" cy="30162"/>
            </a:xfrm>
            <a:custGeom>
              <a:avLst/>
              <a:gdLst>
                <a:gd name="T0" fmla="*/ 3 w 24"/>
                <a:gd name="T1" fmla="*/ 19 h 19"/>
                <a:gd name="T2" fmla="*/ 22 w 24"/>
                <a:gd name="T3" fmla="*/ 19 h 19"/>
                <a:gd name="T4" fmla="*/ 24 w 24"/>
                <a:gd name="T5" fmla="*/ 0 h 19"/>
                <a:gd name="T6" fmla="*/ 0 w 24"/>
                <a:gd name="T7" fmla="*/ 0 h 19"/>
                <a:gd name="T8" fmla="*/ 3 w 24"/>
                <a:gd name="T9" fmla="*/ 19 h 19"/>
              </a:gdLst>
              <a:ahLst/>
              <a:cxnLst>
                <a:cxn ang="0">
                  <a:pos x="T0" y="T1"/>
                </a:cxn>
                <a:cxn ang="0">
                  <a:pos x="T2" y="T3"/>
                </a:cxn>
                <a:cxn ang="0">
                  <a:pos x="T4" y="T5"/>
                </a:cxn>
                <a:cxn ang="0">
                  <a:pos x="T6" y="T7"/>
                </a:cxn>
                <a:cxn ang="0">
                  <a:pos x="T8" y="T9"/>
                </a:cxn>
              </a:cxnLst>
              <a:rect l="0" t="0" r="r" b="b"/>
              <a:pathLst>
                <a:path w="24" h="19">
                  <a:moveTo>
                    <a:pt x="3" y="19"/>
                  </a:moveTo>
                  <a:lnTo>
                    <a:pt x="22" y="19"/>
                  </a:lnTo>
                  <a:lnTo>
                    <a:pt x="24" y="0"/>
                  </a:lnTo>
                  <a:lnTo>
                    <a:pt x="0" y="0"/>
                  </a:lnTo>
                  <a:lnTo>
                    <a:pt x="3" y="19"/>
                  </a:lnTo>
                  <a:close/>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78" name="Freeform 27"/>
            <p:cNvSpPr>
              <a:spLocks/>
            </p:cNvSpPr>
            <p:nvPr/>
          </p:nvSpPr>
          <p:spPr bwMode="auto">
            <a:xfrm>
              <a:off x="2943226" y="898525"/>
              <a:ext cx="504825" cy="244475"/>
            </a:xfrm>
            <a:custGeom>
              <a:avLst/>
              <a:gdLst>
                <a:gd name="T0" fmla="*/ 100 w 134"/>
                <a:gd name="T1" fmla="*/ 0 h 65"/>
                <a:gd name="T2" fmla="*/ 98 w 134"/>
                <a:gd name="T3" fmla="*/ 0 h 65"/>
                <a:gd name="T4" fmla="*/ 98 w 134"/>
                <a:gd name="T5" fmla="*/ 22 h 65"/>
                <a:gd name="T6" fmla="*/ 80 w 134"/>
                <a:gd name="T7" fmla="*/ 40 h 65"/>
                <a:gd name="T8" fmla="*/ 68 w 134"/>
                <a:gd name="T9" fmla="*/ 36 h 65"/>
                <a:gd name="T10" fmla="*/ 56 w 134"/>
                <a:gd name="T11" fmla="*/ 40 h 65"/>
                <a:gd name="T12" fmla="*/ 38 w 134"/>
                <a:gd name="T13" fmla="*/ 22 h 65"/>
                <a:gd name="T14" fmla="*/ 38 w 134"/>
                <a:gd name="T15" fmla="*/ 0 h 65"/>
                <a:gd name="T16" fmla="*/ 34 w 134"/>
                <a:gd name="T17" fmla="*/ 0 h 65"/>
                <a:gd name="T18" fmla="*/ 0 w 134"/>
                <a:gd name="T19" fmla="*/ 33 h 65"/>
                <a:gd name="T20" fmla="*/ 34 w 134"/>
                <a:gd name="T21" fmla="*/ 65 h 65"/>
                <a:gd name="T22" fmla="*/ 100 w 134"/>
                <a:gd name="T23" fmla="*/ 65 h 65"/>
                <a:gd name="T24" fmla="*/ 134 w 134"/>
                <a:gd name="T25" fmla="*/ 33 h 65"/>
                <a:gd name="T26" fmla="*/ 100 w 134"/>
                <a:gd name="T27"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4" h="65">
                  <a:moveTo>
                    <a:pt x="100" y="0"/>
                  </a:moveTo>
                  <a:cubicBezTo>
                    <a:pt x="98" y="0"/>
                    <a:pt x="98" y="0"/>
                    <a:pt x="98" y="0"/>
                  </a:cubicBezTo>
                  <a:cubicBezTo>
                    <a:pt x="98" y="22"/>
                    <a:pt x="98" y="22"/>
                    <a:pt x="98" y="22"/>
                  </a:cubicBezTo>
                  <a:cubicBezTo>
                    <a:pt x="98" y="32"/>
                    <a:pt x="90" y="40"/>
                    <a:pt x="80" y="40"/>
                  </a:cubicBezTo>
                  <a:cubicBezTo>
                    <a:pt x="76" y="40"/>
                    <a:pt x="71" y="39"/>
                    <a:pt x="68" y="36"/>
                  </a:cubicBezTo>
                  <a:cubicBezTo>
                    <a:pt x="65" y="39"/>
                    <a:pt x="61" y="40"/>
                    <a:pt x="56" y="40"/>
                  </a:cubicBezTo>
                  <a:cubicBezTo>
                    <a:pt x="46" y="40"/>
                    <a:pt x="38" y="32"/>
                    <a:pt x="38" y="22"/>
                  </a:cubicBezTo>
                  <a:cubicBezTo>
                    <a:pt x="38" y="0"/>
                    <a:pt x="38" y="0"/>
                    <a:pt x="38" y="0"/>
                  </a:cubicBezTo>
                  <a:cubicBezTo>
                    <a:pt x="34" y="0"/>
                    <a:pt x="34" y="0"/>
                    <a:pt x="34" y="0"/>
                  </a:cubicBezTo>
                  <a:cubicBezTo>
                    <a:pt x="0" y="33"/>
                    <a:pt x="0" y="33"/>
                    <a:pt x="0" y="33"/>
                  </a:cubicBezTo>
                  <a:cubicBezTo>
                    <a:pt x="34" y="65"/>
                    <a:pt x="34" y="65"/>
                    <a:pt x="34" y="65"/>
                  </a:cubicBezTo>
                  <a:cubicBezTo>
                    <a:pt x="100" y="65"/>
                    <a:pt x="100" y="65"/>
                    <a:pt x="100" y="65"/>
                  </a:cubicBezTo>
                  <a:cubicBezTo>
                    <a:pt x="134" y="33"/>
                    <a:pt x="134" y="33"/>
                    <a:pt x="134" y="33"/>
                  </a:cubicBezTo>
                  <a:lnTo>
                    <a:pt x="100" y="0"/>
                  </a:lnTo>
                  <a:close/>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79" name="Freeform 28"/>
            <p:cNvSpPr>
              <a:spLocks/>
            </p:cNvSpPr>
            <p:nvPr/>
          </p:nvSpPr>
          <p:spPr bwMode="auto">
            <a:xfrm>
              <a:off x="2998788" y="320675"/>
              <a:ext cx="385763" cy="701675"/>
            </a:xfrm>
            <a:custGeom>
              <a:avLst/>
              <a:gdLst>
                <a:gd name="T0" fmla="*/ 92 w 102"/>
                <a:gd name="T1" fmla="*/ 14 h 186"/>
                <a:gd name="T2" fmla="*/ 67 w 102"/>
                <a:gd name="T3" fmla="*/ 0 h 186"/>
                <a:gd name="T4" fmla="*/ 57 w 102"/>
                <a:gd name="T5" fmla="*/ 26 h 186"/>
                <a:gd name="T6" fmla="*/ 56 w 102"/>
                <a:gd name="T7" fmla="*/ 11 h 186"/>
                <a:gd name="T8" fmla="*/ 49 w 102"/>
                <a:gd name="T9" fmla="*/ 11 h 186"/>
                <a:gd name="T10" fmla="*/ 49 w 102"/>
                <a:gd name="T11" fmla="*/ 26 h 186"/>
                <a:gd name="T12" fmla="*/ 39 w 102"/>
                <a:gd name="T13" fmla="*/ 0 h 186"/>
                <a:gd name="T14" fmla="*/ 13 w 102"/>
                <a:gd name="T15" fmla="*/ 14 h 186"/>
                <a:gd name="T16" fmla="*/ 1 w 102"/>
                <a:gd name="T17" fmla="*/ 85 h 186"/>
                <a:gd name="T18" fmla="*/ 9 w 102"/>
                <a:gd name="T19" fmla="*/ 94 h 186"/>
                <a:gd name="T20" fmla="*/ 19 w 102"/>
                <a:gd name="T21" fmla="*/ 85 h 186"/>
                <a:gd name="T22" fmla="*/ 25 w 102"/>
                <a:gd name="T23" fmla="*/ 36 h 186"/>
                <a:gd name="T24" fmla="*/ 26 w 102"/>
                <a:gd name="T25" fmla="*/ 89 h 186"/>
                <a:gd name="T26" fmla="*/ 31 w 102"/>
                <a:gd name="T27" fmla="*/ 89 h 186"/>
                <a:gd name="T28" fmla="*/ 31 w 102"/>
                <a:gd name="T29" fmla="*/ 175 h 186"/>
                <a:gd name="T30" fmla="*/ 41 w 102"/>
                <a:gd name="T31" fmla="*/ 186 h 186"/>
                <a:gd name="T32" fmla="*/ 51 w 102"/>
                <a:gd name="T33" fmla="*/ 175 h 186"/>
                <a:gd name="T34" fmla="*/ 51 w 102"/>
                <a:gd name="T35" fmla="*/ 89 h 186"/>
                <a:gd name="T36" fmla="*/ 55 w 102"/>
                <a:gd name="T37" fmla="*/ 89 h 186"/>
                <a:gd name="T38" fmla="*/ 55 w 102"/>
                <a:gd name="T39" fmla="*/ 175 h 186"/>
                <a:gd name="T40" fmla="*/ 65 w 102"/>
                <a:gd name="T41" fmla="*/ 186 h 186"/>
                <a:gd name="T42" fmla="*/ 76 w 102"/>
                <a:gd name="T43" fmla="*/ 175 h 186"/>
                <a:gd name="T44" fmla="*/ 76 w 102"/>
                <a:gd name="T45" fmla="*/ 89 h 186"/>
                <a:gd name="T46" fmla="*/ 80 w 102"/>
                <a:gd name="T47" fmla="*/ 89 h 186"/>
                <a:gd name="T48" fmla="*/ 81 w 102"/>
                <a:gd name="T49" fmla="*/ 36 h 186"/>
                <a:gd name="T50" fmla="*/ 87 w 102"/>
                <a:gd name="T51" fmla="*/ 85 h 186"/>
                <a:gd name="T52" fmla="*/ 96 w 102"/>
                <a:gd name="T53" fmla="*/ 94 h 186"/>
                <a:gd name="T54" fmla="*/ 98 w 102"/>
                <a:gd name="T55" fmla="*/ 94 h 186"/>
                <a:gd name="T56" fmla="*/ 102 w 102"/>
                <a:gd name="T57" fmla="*/ 72 h 186"/>
                <a:gd name="T58" fmla="*/ 92 w 102"/>
                <a:gd name="T59" fmla="*/ 14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2" h="186">
                  <a:moveTo>
                    <a:pt x="92" y="14"/>
                  </a:moveTo>
                  <a:cubicBezTo>
                    <a:pt x="92" y="14"/>
                    <a:pt x="92" y="0"/>
                    <a:pt x="67" y="0"/>
                  </a:cubicBezTo>
                  <a:cubicBezTo>
                    <a:pt x="57" y="26"/>
                    <a:pt x="57" y="26"/>
                    <a:pt x="57" y="26"/>
                  </a:cubicBezTo>
                  <a:cubicBezTo>
                    <a:pt x="56" y="11"/>
                    <a:pt x="56" y="11"/>
                    <a:pt x="56" y="11"/>
                  </a:cubicBezTo>
                  <a:cubicBezTo>
                    <a:pt x="49" y="11"/>
                    <a:pt x="49" y="11"/>
                    <a:pt x="49" y="11"/>
                  </a:cubicBezTo>
                  <a:cubicBezTo>
                    <a:pt x="49" y="26"/>
                    <a:pt x="49" y="26"/>
                    <a:pt x="49" y="26"/>
                  </a:cubicBezTo>
                  <a:cubicBezTo>
                    <a:pt x="39" y="0"/>
                    <a:pt x="39" y="0"/>
                    <a:pt x="39" y="0"/>
                  </a:cubicBezTo>
                  <a:cubicBezTo>
                    <a:pt x="13" y="0"/>
                    <a:pt x="13" y="14"/>
                    <a:pt x="13" y="14"/>
                  </a:cubicBezTo>
                  <a:cubicBezTo>
                    <a:pt x="1" y="85"/>
                    <a:pt x="1" y="85"/>
                    <a:pt x="1" y="85"/>
                  </a:cubicBezTo>
                  <a:cubicBezTo>
                    <a:pt x="0" y="92"/>
                    <a:pt x="5" y="94"/>
                    <a:pt x="9" y="94"/>
                  </a:cubicBezTo>
                  <a:cubicBezTo>
                    <a:pt x="14" y="94"/>
                    <a:pt x="18" y="91"/>
                    <a:pt x="19" y="85"/>
                  </a:cubicBezTo>
                  <a:cubicBezTo>
                    <a:pt x="25" y="36"/>
                    <a:pt x="25" y="36"/>
                    <a:pt x="25" y="36"/>
                  </a:cubicBezTo>
                  <a:cubicBezTo>
                    <a:pt x="26" y="89"/>
                    <a:pt x="26" y="89"/>
                    <a:pt x="26" y="89"/>
                  </a:cubicBezTo>
                  <a:cubicBezTo>
                    <a:pt x="31" y="89"/>
                    <a:pt x="31" y="89"/>
                    <a:pt x="31" y="89"/>
                  </a:cubicBezTo>
                  <a:cubicBezTo>
                    <a:pt x="31" y="175"/>
                    <a:pt x="31" y="175"/>
                    <a:pt x="31" y="175"/>
                  </a:cubicBezTo>
                  <a:cubicBezTo>
                    <a:pt x="31" y="181"/>
                    <a:pt x="35" y="186"/>
                    <a:pt x="41" y="186"/>
                  </a:cubicBezTo>
                  <a:cubicBezTo>
                    <a:pt x="47" y="186"/>
                    <a:pt x="51" y="181"/>
                    <a:pt x="51" y="175"/>
                  </a:cubicBezTo>
                  <a:cubicBezTo>
                    <a:pt x="51" y="89"/>
                    <a:pt x="51" y="89"/>
                    <a:pt x="51" y="89"/>
                  </a:cubicBezTo>
                  <a:cubicBezTo>
                    <a:pt x="55" y="89"/>
                    <a:pt x="55" y="89"/>
                    <a:pt x="55" y="89"/>
                  </a:cubicBezTo>
                  <a:cubicBezTo>
                    <a:pt x="55" y="175"/>
                    <a:pt x="55" y="175"/>
                    <a:pt x="55" y="175"/>
                  </a:cubicBezTo>
                  <a:cubicBezTo>
                    <a:pt x="55" y="181"/>
                    <a:pt x="60" y="186"/>
                    <a:pt x="65" y="186"/>
                  </a:cubicBezTo>
                  <a:cubicBezTo>
                    <a:pt x="71" y="186"/>
                    <a:pt x="76" y="181"/>
                    <a:pt x="76" y="175"/>
                  </a:cubicBezTo>
                  <a:cubicBezTo>
                    <a:pt x="76" y="89"/>
                    <a:pt x="76" y="89"/>
                    <a:pt x="76" y="89"/>
                  </a:cubicBezTo>
                  <a:cubicBezTo>
                    <a:pt x="80" y="89"/>
                    <a:pt x="80" y="89"/>
                    <a:pt x="80" y="89"/>
                  </a:cubicBezTo>
                  <a:cubicBezTo>
                    <a:pt x="81" y="36"/>
                    <a:pt x="81" y="36"/>
                    <a:pt x="81" y="36"/>
                  </a:cubicBezTo>
                  <a:cubicBezTo>
                    <a:pt x="87" y="85"/>
                    <a:pt x="87" y="85"/>
                    <a:pt x="87" y="85"/>
                  </a:cubicBezTo>
                  <a:cubicBezTo>
                    <a:pt x="88" y="91"/>
                    <a:pt x="92" y="94"/>
                    <a:pt x="96" y="94"/>
                  </a:cubicBezTo>
                  <a:cubicBezTo>
                    <a:pt x="97" y="94"/>
                    <a:pt x="97" y="94"/>
                    <a:pt x="98" y="94"/>
                  </a:cubicBezTo>
                  <a:cubicBezTo>
                    <a:pt x="102" y="72"/>
                    <a:pt x="102" y="72"/>
                    <a:pt x="102" y="72"/>
                  </a:cubicBezTo>
                  <a:lnTo>
                    <a:pt x="92" y="14"/>
                  </a:lnTo>
                  <a:close/>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0" name="Oval 29"/>
            <p:cNvSpPr>
              <a:spLocks noChangeArrowheads="1"/>
            </p:cNvSpPr>
            <p:nvPr/>
          </p:nvSpPr>
          <p:spPr bwMode="auto">
            <a:xfrm>
              <a:off x="3930651" y="150813"/>
              <a:ext cx="166688" cy="166687"/>
            </a:xfrm>
            <a:prstGeom prst="ellipse">
              <a:avLst/>
            </a:pr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1" name="Freeform 30"/>
            <p:cNvSpPr>
              <a:spLocks/>
            </p:cNvSpPr>
            <p:nvPr/>
          </p:nvSpPr>
          <p:spPr bwMode="auto">
            <a:xfrm>
              <a:off x="3998913" y="328613"/>
              <a:ext cx="33338" cy="30162"/>
            </a:xfrm>
            <a:custGeom>
              <a:avLst/>
              <a:gdLst>
                <a:gd name="T0" fmla="*/ 19 w 21"/>
                <a:gd name="T1" fmla="*/ 19 h 19"/>
                <a:gd name="T2" fmla="*/ 2 w 21"/>
                <a:gd name="T3" fmla="*/ 19 h 19"/>
                <a:gd name="T4" fmla="*/ 0 w 21"/>
                <a:gd name="T5" fmla="*/ 0 h 19"/>
                <a:gd name="T6" fmla="*/ 21 w 21"/>
                <a:gd name="T7" fmla="*/ 0 h 19"/>
                <a:gd name="T8" fmla="*/ 19 w 21"/>
                <a:gd name="T9" fmla="*/ 19 h 19"/>
              </a:gdLst>
              <a:ahLst/>
              <a:cxnLst>
                <a:cxn ang="0">
                  <a:pos x="T0" y="T1"/>
                </a:cxn>
                <a:cxn ang="0">
                  <a:pos x="T2" y="T3"/>
                </a:cxn>
                <a:cxn ang="0">
                  <a:pos x="T4" y="T5"/>
                </a:cxn>
                <a:cxn ang="0">
                  <a:pos x="T6" y="T7"/>
                </a:cxn>
                <a:cxn ang="0">
                  <a:pos x="T8" y="T9"/>
                </a:cxn>
              </a:cxnLst>
              <a:rect l="0" t="0" r="r" b="b"/>
              <a:pathLst>
                <a:path w="21" h="19">
                  <a:moveTo>
                    <a:pt x="19" y="19"/>
                  </a:moveTo>
                  <a:lnTo>
                    <a:pt x="2" y="19"/>
                  </a:lnTo>
                  <a:lnTo>
                    <a:pt x="0" y="0"/>
                  </a:lnTo>
                  <a:lnTo>
                    <a:pt x="21" y="0"/>
                  </a:lnTo>
                  <a:lnTo>
                    <a:pt x="19" y="19"/>
                  </a:lnTo>
                  <a:close/>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2" name="Freeform 31"/>
            <p:cNvSpPr>
              <a:spLocks/>
            </p:cNvSpPr>
            <p:nvPr/>
          </p:nvSpPr>
          <p:spPr bwMode="auto">
            <a:xfrm>
              <a:off x="3765551" y="898525"/>
              <a:ext cx="504825" cy="244475"/>
            </a:xfrm>
            <a:custGeom>
              <a:avLst/>
              <a:gdLst>
                <a:gd name="T0" fmla="*/ 34 w 134"/>
                <a:gd name="T1" fmla="*/ 0 h 65"/>
                <a:gd name="T2" fmla="*/ 36 w 134"/>
                <a:gd name="T3" fmla="*/ 0 h 65"/>
                <a:gd name="T4" fmla="*/ 36 w 134"/>
                <a:gd name="T5" fmla="*/ 22 h 65"/>
                <a:gd name="T6" fmla="*/ 54 w 134"/>
                <a:gd name="T7" fmla="*/ 40 h 65"/>
                <a:gd name="T8" fmla="*/ 66 w 134"/>
                <a:gd name="T9" fmla="*/ 36 h 65"/>
                <a:gd name="T10" fmla="*/ 78 w 134"/>
                <a:gd name="T11" fmla="*/ 40 h 65"/>
                <a:gd name="T12" fmla="*/ 96 w 134"/>
                <a:gd name="T13" fmla="*/ 22 h 65"/>
                <a:gd name="T14" fmla="*/ 96 w 134"/>
                <a:gd name="T15" fmla="*/ 0 h 65"/>
                <a:gd name="T16" fmla="*/ 100 w 134"/>
                <a:gd name="T17" fmla="*/ 0 h 65"/>
                <a:gd name="T18" fmla="*/ 134 w 134"/>
                <a:gd name="T19" fmla="*/ 33 h 65"/>
                <a:gd name="T20" fmla="*/ 100 w 134"/>
                <a:gd name="T21" fmla="*/ 65 h 65"/>
                <a:gd name="T22" fmla="*/ 34 w 134"/>
                <a:gd name="T23" fmla="*/ 65 h 65"/>
                <a:gd name="T24" fmla="*/ 0 w 134"/>
                <a:gd name="T25" fmla="*/ 33 h 65"/>
                <a:gd name="T26" fmla="*/ 34 w 134"/>
                <a:gd name="T27"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4" h="65">
                  <a:moveTo>
                    <a:pt x="34" y="0"/>
                  </a:moveTo>
                  <a:cubicBezTo>
                    <a:pt x="36" y="0"/>
                    <a:pt x="36" y="0"/>
                    <a:pt x="36" y="0"/>
                  </a:cubicBezTo>
                  <a:cubicBezTo>
                    <a:pt x="36" y="22"/>
                    <a:pt x="36" y="22"/>
                    <a:pt x="36" y="22"/>
                  </a:cubicBezTo>
                  <a:cubicBezTo>
                    <a:pt x="36" y="32"/>
                    <a:pt x="44" y="40"/>
                    <a:pt x="54" y="40"/>
                  </a:cubicBezTo>
                  <a:cubicBezTo>
                    <a:pt x="59" y="40"/>
                    <a:pt x="63" y="39"/>
                    <a:pt x="66" y="36"/>
                  </a:cubicBezTo>
                  <a:cubicBezTo>
                    <a:pt x="69" y="39"/>
                    <a:pt x="73" y="40"/>
                    <a:pt x="78" y="40"/>
                  </a:cubicBezTo>
                  <a:cubicBezTo>
                    <a:pt x="88" y="40"/>
                    <a:pt x="96" y="32"/>
                    <a:pt x="96" y="22"/>
                  </a:cubicBezTo>
                  <a:cubicBezTo>
                    <a:pt x="96" y="0"/>
                    <a:pt x="96" y="0"/>
                    <a:pt x="96" y="0"/>
                  </a:cubicBezTo>
                  <a:cubicBezTo>
                    <a:pt x="100" y="0"/>
                    <a:pt x="100" y="0"/>
                    <a:pt x="100" y="0"/>
                  </a:cubicBezTo>
                  <a:cubicBezTo>
                    <a:pt x="134" y="33"/>
                    <a:pt x="134" y="33"/>
                    <a:pt x="134" y="33"/>
                  </a:cubicBezTo>
                  <a:cubicBezTo>
                    <a:pt x="100" y="65"/>
                    <a:pt x="100" y="65"/>
                    <a:pt x="100" y="65"/>
                  </a:cubicBezTo>
                  <a:cubicBezTo>
                    <a:pt x="34" y="65"/>
                    <a:pt x="34" y="65"/>
                    <a:pt x="34" y="65"/>
                  </a:cubicBezTo>
                  <a:cubicBezTo>
                    <a:pt x="0" y="33"/>
                    <a:pt x="0" y="33"/>
                    <a:pt x="0" y="33"/>
                  </a:cubicBezTo>
                  <a:lnTo>
                    <a:pt x="34" y="0"/>
                  </a:lnTo>
                  <a:close/>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3" name="Freeform 32"/>
            <p:cNvSpPr>
              <a:spLocks/>
            </p:cNvSpPr>
            <p:nvPr/>
          </p:nvSpPr>
          <p:spPr bwMode="auto">
            <a:xfrm>
              <a:off x="3829051" y="320675"/>
              <a:ext cx="384175" cy="701675"/>
            </a:xfrm>
            <a:custGeom>
              <a:avLst/>
              <a:gdLst>
                <a:gd name="T0" fmla="*/ 10 w 102"/>
                <a:gd name="T1" fmla="*/ 14 h 186"/>
                <a:gd name="T2" fmla="*/ 35 w 102"/>
                <a:gd name="T3" fmla="*/ 0 h 186"/>
                <a:gd name="T4" fmla="*/ 46 w 102"/>
                <a:gd name="T5" fmla="*/ 26 h 186"/>
                <a:gd name="T6" fmla="*/ 46 w 102"/>
                <a:gd name="T7" fmla="*/ 11 h 186"/>
                <a:gd name="T8" fmla="*/ 53 w 102"/>
                <a:gd name="T9" fmla="*/ 11 h 186"/>
                <a:gd name="T10" fmla="*/ 53 w 102"/>
                <a:gd name="T11" fmla="*/ 26 h 186"/>
                <a:gd name="T12" fmla="*/ 64 w 102"/>
                <a:gd name="T13" fmla="*/ 0 h 186"/>
                <a:gd name="T14" fmla="*/ 89 w 102"/>
                <a:gd name="T15" fmla="*/ 14 h 186"/>
                <a:gd name="T16" fmla="*/ 101 w 102"/>
                <a:gd name="T17" fmla="*/ 85 h 186"/>
                <a:gd name="T18" fmla="*/ 93 w 102"/>
                <a:gd name="T19" fmla="*/ 94 h 186"/>
                <a:gd name="T20" fmla="*/ 83 w 102"/>
                <a:gd name="T21" fmla="*/ 85 h 186"/>
                <a:gd name="T22" fmla="*/ 77 w 102"/>
                <a:gd name="T23" fmla="*/ 36 h 186"/>
                <a:gd name="T24" fmla="*/ 76 w 102"/>
                <a:gd name="T25" fmla="*/ 89 h 186"/>
                <a:gd name="T26" fmla="*/ 71 w 102"/>
                <a:gd name="T27" fmla="*/ 89 h 186"/>
                <a:gd name="T28" fmla="*/ 71 w 102"/>
                <a:gd name="T29" fmla="*/ 175 h 186"/>
                <a:gd name="T30" fmla="*/ 61 w 102"/>
                <a:gd name="T31" fmla="*/ 186 h 186"/>
                <a:gd name="T32" fmla="*/ 51 w 102"/>
                <a:gd name="T33" fmla="*/ 175 h 186"/>
                <a:gd name="T34" fmla="*/ 51 w 102"/>
                <a:gd name="T35" fmla="*/ 89 h 186"/>
                <a:gd name="T36" fmla="*/ 47 w 102"/>
                <a:gd name="T37" fmla="*/ 89 h 186"/>
                <a:gd name="T38" fmla="*/ 47 w 102"/>
                <a:gd name="T39" fmla="*/ 175 h 186"/>
                <a:gd name="T40" fmla="*/ 37 w 102"/>
                <a:gd name="T41" fmla="*/ 186 h 186"/>
                <a:gd name="T42" fmla="*/ 27 w 102"/>
                <a:gd name="T43" fmla="*/ 175 h 186"/>
                <a:gd name="T44" fmla="*/ 27 w 102"/>
                <a:gd name="T45" fmla="*/ 89 h 186"/>
                <a:gd name="T46" fmla="*/ 22 w 102"/>
                <a:gd name="T47" fmla="*/ 89 h 186"/>
                <a:gd name="T48" fmla="*/ 22 w 102"/>
                <a:gd name="T49" fmla="*/ 36 h 186"/>
                <a:gd name="T50" fmla="*/ 15 w 102"/>
                <a:gd name="T51" fmla="*/ 85 h 186"/>
                <a:gd name="T52" fmla="*/ 6 w 102"/>
                <a:gd name="T53" fmla="*/ 94 h 186"/>
                <a:gd name="T54" fmla="*/ 4 w 102"/>
                <a:gd name="T55" fmla="*/ 94 h 186"/>
                <a:gd name="T56" fmla="*/ 0 w 102"/>
                <a:gd name="T57" fmla="*/ 72 h 186"/>
                <a:gd name="T58" fmla="*/ 10 w 102"/>
                <a:gd name="T59" fmla="*/ 14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2" h="186">
                  <a:moveTo>
                    <a:pt x="10" y="14"/>
                  </a:moveTo>
                  <a:cubicBezTo>
                    <a:pt x="10" y="14"/>
                    <a:pt x="10" y="0"/>
                    <a:pt x="35" y="0"/>
                  </a:cubicBezTo>
                  <a:cubicBezTo>
                    <a:pt x="46" y="26"/>
                    <a:pt x="46" y="26"/>
                    <a:pt x="46" y="26"/>
                  </a:cubicBezTo>
                  <a:cubicBezTo>
                    <a:pt x="46" y="11"/>
                    <a:pt x="46" y="11"/>
                    <a:pt x="46" y="11"/>
                  </a:cubicBezTo>
                  <a:cubicBezTo>
                    <a:pt x="53" y="11"/>
                    <a:pt x="53" y="11"/>
                    <a:pt x="53" y="11"/>
                  </a:cubicBezTo>
                  <a:cubicBezTo>
                    <a:pt x="53" y="26"/>
                    <a:pt x="53" y="26"/>
                    <a:pt x="53" y="26"/>
                  </a:cubicBezTo>
                  <a:cubicBezTo>
                    <a:pt x="64" y="0"/>
                    <a:pt x="64" y="0"/>
                    <a:pt x="64" y="0"/>
                  </a:cubicBezTo>
                  <a:cubicBezTo>
                    <a:pt x="89" y="0"/>
                    <a:pt x="89" y="14"/>
                    <a:pt x="89" y="14"/>
                  </a:cubicBezTo>
                  <a:cubicBezTo>
                    <a:pt x="101" y="85"/>
                    <a:pt x="101" y="85"/>
                    <a:pt x="101" y="85"/>
                  </a:cubicBezTo>
                  <a:cubicBezTo>
                    <a:pt x="102" y="92"/>
                    <a:pt x="97" y="94"/>
                    <a:pt x="93" y="94"/>
                  </a:cubicBezTo>
                  <a:cubicBezTo>
                    <a:pt x="89" y="94"/>
                    <a:pt x="84" y="91"/>
                    <a:pt x="83" y="85"/>
                  </a:cubicBezTo>
                  <a:cubicBezTo>
                    <a:pt x="77" y="36"/>
                    <a:pt x="77" y="36"/>
                    <a:pt x="77" y="36"/>
                  </a:cubicBezTo>
                  <a:cubicBezTo>
                    <a:pt x="76" y="89"/>
                    <a:pt x="76" y="89"/>
                    <a:pt x="76" y="89"/>
                  </a:cubicBezTo>
                  <a:cubicBezTo>
                    <a:pt x="71" y="89"/>
                    <a:pt x="71" y="89"/>
                    <a:pt x="71" y="89"/>
                  </a:cubicBezTo>
                  <a:cubicBezTo>
                    <a:pt x="71" y="175"/>
                    <a:pt x="71" y="175"/>
                    <a:pt x="71" y="175"/>
                  </a:cubicBezTo>
                  <a:cubicBezTo>
                    <a:pt x="71" y="181"/>
                    <a:pt x="67" y="186"/>
                    <a:pt x="61" y="186"/>
                  </a:cubicBezTo>
                  <a:cubicBezTo>
                    <a:pt x="55" y="186"/>
                    <a:pt x="51" y="181"/>
                    <a:pt x="51" y="175"/>
                  </a:cubicBezTo>
                  <a:cubicBezTo>
                    <a:pt x="51" y="89"/>
                    <a:pt x="51" y="89"/>
                    <a:pt x="51" y="89"/>
                  </a:cubicBezTo>
                  <a:cubicBezTo>
                    <a:pt x="47" y="89"/>
                    <a:pt x="47" y="89"/>
                    <a:pt x="47" y="89"/>
                  </a:cubicBezTo>
                  <a:cubicBezTo>
                    <a:pt x="47" y="175"/>
                    <a:pt x="47" y="175"/>
                    <a:pt x="47" y="175"/>
                  </a:cubicBezTo>
                  <a:cubicBezTo>
                    <a:pt x="47" y="181"/>
                    <a:pt x="43" y="186"/>
                    <a:pt x="37" y="186"/>
                  </a:cubicBezTo>
                  <a:cubicBezTo>
                    <a:pt x="31" y="186"/>
                    <a:pt x="27" y="181"/>
                    <a:pt x="27" y="175"/>
                  </a:cubicBezTo>
                  <a:cubicBezTo>
                    <a:pt x="27" y="89"/>
                    <a:pt x="27" y="89"/>
                    <a:pt x="27" y="89"/>
                  </a:cubicBezTo>
                  <a:cubicBezTo>
                    <a:pt x="22" y="89"/>
                    <a:pt x="22" y="89"/>
                    <a:pt x="22" y="89"/>
                  </a:cubicBezTo>
                  <a:cubicBezTo>
                    <a:pt x="22" y="36"/>
                    <a:pt x="22" y="36"/>
                    <a:pt x="22" y="36"/>
                  </a:cubicBezTo>
                  <a:cubicBezTo>
                    <a:pt x="15" y="85"/>
                    <a:pt x="15" y="85"/>
                    <a:pt x="15" y="85"/>
                  </a:cubicBezTo>
                  <a:cubicBezTo>
                    <a:pt x="14" y="91"/>
                    <a:pt x="10" y="94"/>
                    <a:pt x="6" y="94"/>
                  </a:cubicBezTo>
                  <a:cubicBezTo>
                    <a:pt x="5" y="94"/>
                    <a:pt x="5" y="94"/>
                    <a:pt x="4" y="94"/>
                  </a:cubicBezTo>
                  <a:cubicBezTo>
                    <a:pt x="0" y="72"/>
                    <a:pt x="0" y="72"/>
                    <a:pt x="0" y="72"/>
                  </a:cubicBezTo>
                  <a:lnTo>
                    <a:pt x="10" y="14"/>
                  </a:lnTo>
                  <a:close/>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84" name="组合 83"/>
          <p:cNvGrpSpPr>
            <a:grpSpLocks noChangeAspect="1"/>
          </p:cNvGrpSpPr>
          <p:nvPr/>
        </p:nvGrpSpPr>
        <p:grpSpPr>
          <a:xfrm>
            <a:off x="10681486" y="3931057"/>
            <a:ext cx="584263" cy="594531"/>
            <a:chOff x="642945" y="2709069"/>
            <a:chExt cx="1897063" cy="1930400"/>
          </a:xfrm>
        </p:grpSpPr>
        <p:sp>
          <p:nvSpPr>
            <p:cNvPr id="85" name="Freeform 5"/>
            <p:cNvSpPr>
              <a:spLocks/>
            </p:cNvSpPr>
            <p:nvPr/>
          </p:nvSpPr>
          <p:spPr bwMode="auto">
            <a:xfrm>
              <a:off x="642945" y="2863056"/>
              <a:ext cx="1897063" cy="1776413"/>
            </a:xfrm>
            <a:custGeom>
              <a:avLst/>
              <a:gdLst>
                <a:gd name="T0" fmla="*/ 492 w 1195"/>
                <a:gd name="T1" fmla="*/ 1119 h 1119"/>
                <a:gd name="T2" fmla="*/ 0 w 1195"/>
                <a:gd name="T3" fmla="*/ 626 h 1119"/>
                <a:gd name="T4" fmla="*/ 12 w 1195"/>
                <a:gd name="T5" fmla="*/ 511 h 1119"/>
                <a:gd name="T6" fmla="*/ 76 w 1195"/>
                <a:gd name="T7" fmla="*/ 480 h 1119"/>
                <a:gd name="T8" fmla="*/ 132 w 1195"/>
                <a:gd name="T9" fmla="*/ 544 h 1119"/>
                <a:gd name="T10" fmla="*/ 175 w 1195"/>
                <a:gd name="T11" fmla="*/ 385 h 1119"/>
                <a:gd name="T12" fmla="*/ 225 w 1195"/>
                <a:gd name="T13" fmla="*/ 451 h 1119"/>
                <a:gd name="T14" fmla="*/ 232 w 1195"/>
                <a:gd name="T15" fmla="*/ 390 h 1119"/>
                <a:gd name="T16" fmla="*/ 189 w 1195"/>
                <a:gd name="T17" fmla="*/ 338 h 1119"/>
                <a:gd name="T18" fmla="*/ 182 w 1195"/>
                <a:gd name="T19" fmla="*/ 246 h 1119"/>
                <a:gd name="T20" fmla="*/ 360 w 1195"/>
                <a:gd name="T21" fmla="*/ 94 h 1119"/>
                <a:gd name="T22" fmla="*/ 402 w 1195"/>
                <a:gd name="T23" fmla="*/ 0 h 1119"/>
                <a:gd name="T24" fmla="*/ 480 w 1195"/>
                <a:gd name="T25" fmla="*/ 82 h 1119"/>
                <a:gd name="T26" fmla="*/ 551 w 1195"/>
                <a:gd name="T27" fmla="*/ 153 h 1119"/>
                <a:gd name="T28" fmla="*/ 504 w 1195"/>
                <a:gd name="T29" fmla="*/ 92 h 1119"/>
                <a:gd name="T30" fmla="*/ 499 w 1195"/>
                <a:gd name="T31" fmla="*/ 9 h 1119"/>
                <a:gd name="T32" fmla="*/ 570 w 1195"/>
                <a:gd name="T33" fmla="*/ 16 h 1119"/>
                <a:gd name="T34" fmla="*/ 1195 w 1195"/>
                <a:gd name="T35" fmla="*/ 641 h 1119"/>
                <a:gd name="T36" fmla="*/ 492 w 1195"/>
                <a:gd name="T37" fmla="*/ 1119 h 1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95" h="1119">
                  <a:moveTo>
                    <a:pt x="492" y="1119"/>
                  </a:moveTo>
                  <a:lnTo>
                    <a:pt x="0" y="626"/>
                  </a:lnTo>
                  <a:lnTo>
                    <a:pt x="12" y="511"/>
                  </a:lnTo>
                  <a:lnTo>
                    <a:pt x="76" y="480"/>
                  </a:lnTo>
                  <a:lnTo>
                    <a:pt x="132" y="544"/>
                  </a:lnTo>
                  <a:lnTo>
                    <a:pt x="175" y="385"/>
                  </a:lnTo>
                  <a:lnTo>
                    <a:pt x="225" y="451"/>
                  </a:lnTo>
                  <a:lnTo>
                    <a:pt x="232" y="390"/>
                  </a:lnTo>
                  <a:lnTo>
                    <a:pt x="189" y="338"/>
                  </a:lnTo>
                  <a:lnTo>
                    <a:pt x="182" y="246"/>
                  </a:lnTo>
                  <a:lnTo>
                    <a:pt x="360" y="94"/>
                  </a:lnTo>
                  <a:lnTo>
                    <a:pt x="402" y="0"/>
                  </a:lnTo>
                  <a:lnTo>
                    <a:pt x="480" y="82"/>
                  </a:lnTo>
                  <a:lnTo>
                    <a:pt x="551" y="153"/>
                  </a:lnTo>
                  <a:lnTo>
                    <a:pt x="504" y="92"/>
                  </a:lnTo>
                  <a:lnTo>
                    <a:pt x="499" y="9"/>
                  </a:lnTo>
                  <a:lnTo>
                    <a:pt x="570" y="16"/>
                  </a:lnTo>
                  <a:lnTo>
                    <a:pt x="1195" y="641"/>
                  </a:lnTo>
                  <a:lnTo>
                    <a:pt x="492" y="1119"/>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6" name="Freeform 6"/>
            <p:cNvSpPr>
              <a:spLocks/>
            </p:cNvSpPr>
            <p:nvPr/>
          </p:nvSpPr>
          <p:spPr bwMode="auto">
            <a:xfrm>
              <a:off x="1273183" y="2709069"/>
              <a:ext cx="274638" cy="300038"/>
            </a:xfrm>
            <a:custGeom>
              <a:avLst/>
              <a:gdLst>
                <a:gd name="T0" fmla="*/ 0 w 173"/>
                <a:gd name="T1" fmla="*/ 73 h 189"/>
                <a:gd name="T2" fmla="*/ 64 w 173"/>
                <a:gd name="T3" fmla="*/ 0 h 189"/>
                <a:gd name="T4" fmla="*/ 173 w 173"/>
                <a:gd name="T5" fmla="*/ 113 h 189"/>
                <a:gd name="T6" fmla="*/ 107 w 173"/>
                <a:gd name="T7" fmla="*/ 189 h 189"/>
                <a:gd name="T8" fmla="*/ 0 w 173"/>
                <a:gd name="T9" fmla="*/ 73 h 189"/>
              </a:gdLst>
              <a:ahLst/>
              <a:cxnLst>
                <a:cxn ang="0">
                  <a:pos x="T0" y="T1"/>
                </a:cxn>
                <a:cxn ang="0">
                  <a:pos x="T2" y="T3"/>
                </a:cxn>
                <a:cxn ang="0">
                  <a:pos x="T4" y="T5"/>
                </a:cxn>
                <a:cxn ang="0">
                  <a:pos x="T6" y="T7"/>
                </a:cxn>
                <a:cxn ang="0">
                  <a:pos x="T8" y="T9"/>
                </a:cxn>
              </a:cxnLst>
              <a:rect l="0" t="0" r="r" b="b"/>
              <a:pathLst>
                <a:path w="173" h="189">
                  <a:moveTo>
                    <a:pt x="0" y="73"/>
                  </a:moveTo>
                  <a:lnTo>
                    <a:pt x="64" y="0"/>
                  </a:lnTo>
                  <a:lnTo>
                    <a:pt x="173" y="113"/>
                  </a:lnTo>
                  <a:lnTo>
                    <a:pt x="107" y="189"/>
                  </a:lnTo>
                  <a:lnTo>
                    <a:pt x="0" y="73"/>
                  </a:lnTo>
                  <a:close/>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7" name="Freeform 7"/>
            <p:cNvSpPr>
              <a:spLocks/>
            </p:cNvSpPr>
            <p:nvPr/>
          </p:nvSpPr>
          <p:spPr bwMode="auto">
            <a:xfrm>
              <a:off x="920758" y="2863056"/>
              <a:ext cx="484188" cy="536575"/>
            </a:xfrm>
            <a:custGeom>
              <a:avLst/>
              <a:gdLst>
                <a:gd name="T0" fmla="*/ 96 w 129"/>
                <a:gd name="T1" fmla="*/ 0 h 143"/>
                <a:gd name="T2" fmla="*/ 86 w 129"/>
                <a:gd name="T3" fmla="*/ 13 h 143"/>
                <a:gd name="T4" fmla="*/ 30 w 129"/>
                <a:gd name="T5" fmla="*/ 41 h 143"/>
                <a:gd name="T6" fmla="*/ 17 w 129"/>
                <a:gd name="T7" fmla="*/ 50 h 143"/>
                <a:gd name="T8" fmla="*/ 2 w 129"/>
                <a:gd name="T9" fmla="*/ 95 h 143"/>
                <a:gd name="T10" fmla="*/ 1 w 129"/>
                <a:gd name="T11" fmla="*/ 104 h 143"/>
                <a:gd name="T12" fmla="*/ 5 w 129"/>
                <a:gd name="T13" fmla="*/ 139 h 143"/>
                <a:gd name="T14" fmla="*/ 5 w 129"/>
                <a:gd name="T15" fmla="*/ 139 h 143"/>
                <a:gd name="T16" fmla="*/ 5 w 129"/>
                <a:gd name="T17" fmla="*/ 139 h 143"/>
                <a:gd name="T18" fmla="*/ 6 w 129"/>
                <a:gd name="T19" fmla="*/ 143 h 143"/>
                <a:gd name="T20" fmla="*/ 6 w 129"/>
                <a:gd name="T21" fmla="*/ 110 h 143"/>
                <a:gd name="T22" fmla="*/ 28 w 129"/>
                <a:gd name="T23" fmla="*/ 110 h 143"/>
                <a:gd name="T24" fmla="*/ 27 w 129"/>
                <a:gd name="T25" fmla="*/ 102 h 143"/>
                <a:gd name="T26" fmla="*/ 41 w 129"/>
                <a:gd name="T27" fmla="*/ 79 h 143"/>
                <a:gd name="T28" fmla="*/ 55 w 129"/>
                <a:gd name="T29" fmla="*/ 84 h 143"/>
                <a:gd name="T30" fmla="*/ 51 w 129"/>
                <a:gd name="T31" fmla="*/ 94 h 143"/>
                <a:gd name="T32" fmla="*/ 37 w 129"/>
                <a:gd name="T33" fmla="*/ 113 h 143"/>
                <a:gd name="T34" fmla="*/ 38 w 129"/>
                <a:gd name="T35" fmla="*/ 127 h 143"/>
                <a:gd name="T36" fmla="*/ 45 w 129"/>
                <a:gd name="T37" fmla="*/ 129 h 143"/>
                <a:gd name="T38" fmla="*/ 56 w 129"/>
                <a:gd name="T39" fmla="*/ 125 h 143"/>
                <a:gd name="T40" fmla="*/ 57 w 129"/>
                <a:gd name="T41" fmla="*/ 124 h 143"/>
                <a:gd name="T42" fmla="*/ 57 w 129"/>
                <a:gd name="T43" fmla="*/ 124 h 143"/>
                <a:gd name="T44" fmla="*/ 86 w 129"/>
                <a:gd name="T45" fmla="*/ 96 h 143"/>
                <a:gd name="T46" fmla="*/ 118 w 129"/>
                <a:gd name="T47" fmla="*/ 49 h 143"/>
                <a:gd name="T48" fmla="*/ 129 w 129"/>
                <a:gd name="T49" fmla="*/ 35 h 143"/>
                <a:gd name="T50" fmla="*/ 96 w 129"/>
                <a:gd name="T5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9" h="143">
                  <a:moveTo>
                    <a:pt x="96" y="0"/>
                  </a:moveTo>
                  <a:cubicBezTo>
                    <a:pt x="86" y="13"/>
                    <a:pt x="86" y="13"/>
                    <a:pt x="86" y="13"/>
                  </a:cubicBezTo>
                  <a:cubicBezTo>
                    <a:pt x="30" y="41"/>
                    <a:pt x="30" y="41"/>
                    <a:pt x="30" y="41"/>
                  </a:cubicBezTo>
                  <a:cubicBezTo>
                    <a:pt x="29" y="42"/>
                    <a:pt x="19" y="45"/>
                    <a:pt x="17" y="50"/>
                  </a:cubicBezTo>
                  <a:cubicBezTo>
                    <a:pt x="14" y="54"/>
                    <a:pt x="3" y="91"/>
                    <a:pt x="2" y="95"/>
                  </a:cubicBezTo>
                  <a:cubicBezTo>
                    <a:pt x="1" y="97"/>
                    <a:pt x="0" y="102"/>
                    <a:pt x="1" y="104"/>
                  </a:cubicBezTo>
                  <a:cubicBezTo>
                    <a:pt x="1" y="106"/>
                    <a:pt x="3" y="127"/>
                    <a:pt x="5" y="139"/>
                  </a:cubicBezTo>
                  <a:cubicBezTo>
                    <a:pt x="5" y="139"/>
                    <a:pt x="5" y="139"/>
                    <a:pt x="5" y="139"/>
                  </a:cubicBezTo>
                  <a:cubicBezTo>
                    <a:pt x="5" y="139"/>
                    <a:pt x="5" y="139"/>
                    <a:pt x="5" y="139"/>
                  </a:cubicBezTo>
                  <a:cubicBezTo>
                    <a:pt x="5" y="139"/>
                    <a:pt x="5" y="141"/>
                    <a:pt x="6" y="143"/>
                  </a:cubicBezTo>
                  <a:cubicBezTo>
                    <a:pt x="6" y="110"/>
                    <a:pt x="6" y="110"/>
                    <a:pt x="6" y="110"/>
                  </a:cubicBezTo>
                  <a:cubicBezTo>
                    <a:pt x="28" y="110"/>
                    <a:pt x="28" y="110"/>
                    <a:pt x="28" y="110"/>
                  </a:cubicBezTo>
                  <a:cubicBezTo>
                    <a:pt x="27" y="102"/>
                    <a:pt x="27" y="102"/>
                    <a:pt x="27" y="102"/>
                  </a:cubicBezTo>
                  <a:cubicBezTo>
                    <a:pt x="41" y="79"/>
                    <a:pt x="41" y="79"/>
                    <a:pt x="41" y="79"/>
                  </a:cubicBezTo>
                  <a:cubicBezTo>
                    <a:pt x="44" y="80"/>
                    <a:pt x="51" y="83"/>
                    <a:pt x="55" y="84"/>
                  </a:cubicBezTo>
                  <a:cubicBezTo>
                    <a:pt x="54" y="87"/>
                    <a:pt x="52" y="92"/>
                    <a:pt x="51" y="94"/>
                  </a:cubicBezTo>
                  <a:cubicBezTo>
                    <a:pt x="50" y="96"/>
                    <a:pt x="42" y="106"/>
                    <a:pt x="37" y="113"/>
                  </a:cubicBezTo>
                  <a:cubicBezTo>
                    <a:pt x="35" y="115"/>
                    <a:pt x="33" y="122"/>
                    <a:pt x="38" y="127"/>
                  </a:cubicBezTo>
                  <a:cubicBezTo>
                    <a:pt x="40" y="128"/>
                    <a:pt x="43" y="129"/>
                    <a:pt x="45" y="129"/>
                  </a:cubicBezTo>
                  <a:cubicBezTo>
                    <a:pt x="51" y="129"/>
                    <a:pt x="56" y="125"/>
                    <a:pt x="56" y="125"/>
                  </a:cubicBezTo>
                  <a:cubicBezTo>
                    <a:pt x="57" y="124"/>
                    <a:pt x="57" y="124"/>
                    <a:pt x="57" y="124"/>
                  </a:cubicBezTo>
                  <a:cubicBezTo>
                    <a:pt x="57" y="124"/>
                    <a:pt x="57" y="124"/>
                    <a:pt x="57" y="124"/>
                  </a:cubicBezTo>
                  <a:cubicBezTo>
                    <a:pt x="57" y="124"/>
                    <a:pt x="77" y="100"/>
                    <a:pt x="86" y="96"/>
                  </a:cubicBezTo>
                  <a:cubicBezTo>
                    <a:pt x="94" y="92"/>
                    <a:pt x="119" y="73"/>
                    <a:pt x="118" y="49"/>
                  </a:cubicBezTo>
                  <a:cubicBezTo>
                    <a:pt x="129" y="35"/>
                    <a:pt x="129" y="35"/>
                    <a:pt x="129" y="35"/>
                  </a:cubicBezTo>
                  <a:lnTo>
                    <a:pt x="96" y="0"/>
                  </a:lnTo>
                  <a:close/>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8" name="Freeform 8"/>
            <p:cNvSpPr>
              <a:spLocks/>
            </p:cNvSpPr>
            <p:nvPr/>
          </p:nvSpPr>
          <p:spPr bwMode="auto">
            <a:xfrm>
              <a:off x="642945" y="3290094"/>
              <a:ext cx="750888" cy="566738"/>
            </a:xfrm>
            <a:custGeom>
              <a:avLst/>
              <a:gdLst>
                <a:gd name="T0" fmla="*/ 168 w 200"/>
                <a:gd name="T1" fmla="*/ 67 h 151"/>
                <a:gd name="T2" fmla="*/ 168 w 200"/>
                <a:gd name="T3" fmla="*/ 141 h 151"/>
                <a:gd name="T4" fmla="*/ 158 w 200"/>
                <a:gd name="T5" fmla="*/ 141 h 151"/>
                <a:gd name="T6" fmla="*/ 158 w 200"/>
                <a:gd name="T7" fmla="*/ 39 h 151"/>
                <a:gd name="T8" fmla="*/ 126 w 200"/>
                <a:gd name="T9" fmla="*/ 39 h 151"/>
                <a:gd name="T10" fmla="*/ 126 w 200"/>
                <a:gd name="T11" fmla="*/ 141 h 151"/>
                <a:gd name="T12" fmla="*/ 116 w 200"/>
                <a:gd name="T13" fmla="*/ 141 h 151"/>
                <a:gd name="T14" fmla="*/ 116 w 200"/>
                <a:gd name="T15" fmla="*/ 19 h 151"/>
                <a:gd name="T16" fmla="*/ 108 w 200"/>
                <a:gd name="T17" fmla="*/ 14 h 151"/>
                <a:gd name="T18" fmla="*/ 106 w 200"/>
                <a:gd name="T19" fmla="*/ 0 h 151"/>
                <a:gd name="T20" fmla="*/ 84 w 200"/>
                <a:gd name="T21" fmla="*/ 0 h 151"/>
                <a:gd name="T22" fmla="*/ 84 w 200"/>
                <a:gd name="T23" fmla="*/ 141 h 151"/>
                <a:gd name="T24" fmla="*/ 74 w 200"/>
                <a:gd name="T25" fmla="*/ 141 h 151"/>
                <a:gd name="T26" fmla="*/ 74 w 200"/>
                <a:gd name="T27" fmla="*/ 49 h 151"/>
                <a:gd name="T28" fmla="*/ 42 w 200"/>
                <a:gd name="T29" fmla="*/ 49 h 151"/>
                <a:gd name="T30" fmla="*/ 42 w 200"/>
                <a:gd name="T31" fmla="*/ 141 h 151"/>
                <a:gd name="T32" fmla="*/ 32 w 200"/>
                <a:gd name="T33" fmla="*/ 141 h 151"/>
                <a:gd name="T34" fmla="*/ 32 w 200"/>
                <a:gd name="T35" fmla="*/ 89 h 151"/>
                <a:gd name="T36" fmla="*/ 0 w 200"/>
                <a:gd name="T37" fmla="*/ 89 h 151"/>
                <a:gd name="T38" fmla="*/ 0 w 200"/>
                <a:gd name="T39" fmla="*/ 141 h 151"/>
                <a:gd name="T40" fmla="*/ 0 w 200"/>
                <a:gd name="T41" fmla="*/ 151 h 151"/>
                <a:gd name="T42" fmla="*/ 200 w 200"/>
                <a:gd name="T43" fmla="*/ 151 h 151"/>
                <a:gd name="T44" fmla="*/ 200 w 200"/>
                <a:gd name="T45" fmla="*/ 141 h 151"/>
                <a:gd name="T46" fmla="*/ 200 w 200"/>
                <a:gd name="T47" fmla="*/ 67 h 151"/>
                <a:gd name="T48" fmla="*/ 168 w 200"/>
                <a:gd name="T49" fmla="*/ 67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0" h="151">
                  <a:moveTo>
                    <a:pt x="168" y="67"/>
                  </a:moveTo>
                  <a:cubicBezTo>
                    <a:pt x="168" y="141"/>
                    <a:pt x="168" y="141"/>
                    <a:pt x="168" y="141"/>
                  </a:cubicBezTo>
                  <a:cubicBezTo>
                    <a:pt x="158" y="141"/>
                    <a:pt x="158" y="141"/>
                    <a:pt x="158" y="141"/>
                  </a:cubicBezTo>
                  <a:cubicBezTo>
                    <a:pt x="158" y="39"/>
                    <a:pt x="158" y="39"/>
                    <a:pt x="158" y="39"/>
                  </a:cubicBezTo>
                  <a:cubicBezTo>
                    <a:pt x="126" y="39"/>
                    <a:pt x="126" y="39"/>
                    <a:pt x="126" y="39"/>
                  </a:cubicBezTo>
                  <a:cubicBezTo>
                    <a:pt x="126" y="141"/>
                    <a:pt x="126" y="141"/>
                    <a:pt x="126" y="141"/>
                  </a:cubicBezTo>
                  <a:cubicBezTo>
                    <a:pt x="116" y="141"/>
                    <a:pt x="116" y="141"/>
                    <a:pt x="116" y="141"/>
                  </a:cubicBezTo>
                  <a:cubicBezTo>
                    <a:pt x="116" y="19"/>
                    <a:pt x="116" y="19"/>
                    <a:pt x="116" y="19"/>
                  </a:cubicBezTo>
                  <a:cubicBezTo>
                    <a:pt x="113" y="18"/>
                    <a:pt x="111" y="16"/>
                    <a:pt x="108" y="14"/>
                  </a:cubicBezTo>
                  <a:cubicBezTo>
                    <a:pt x="104" y="10"/>
                    <a:pt x="105" y="4"/>
                    <a:pt x="106" y="0"/>
                  </a:cubicBezTo>
                  <a:cubicBezTo>
                    <a:pt x="84" y="0"/>
                    <a:pt x="84" y="0"/>
                    <a:pt x="84" y="0"/>
                  </a:cubicBezTo>
                  <a:cubicBezTo>
                    <a:pt x="84" y="141"/>
                    <a:pt x="84" y="141"/>
                    <a:pt x="84" y="141"/>
                  </a:cubicBezTo>
                  <a:cubicBezTo>
                    <a:pt x="74" y="141"/>
                    <a:pt x="74" y="141"/>
                    <a:pt x="74" y="141"/>
                  </a:cubicBezTo>
                  <a:cubicBezTo>
                    <a:pt x="74" y="49"/>
                    <a:pt x="74" y="49"/>
                    <a:pt x="74" y="49"/>
                  </a:cubicBezTo>
                  <a:cubicBezTo>
                    <a:pt x="42" y="49"/>
                    <a:pt x="42" y="49"/>
                    <a:pt x="42" y="49"/>
                  </a:cubicBezTo>
                  <a:cubicBezTo>
                    <a:pt x="42" y="141"/>
                    <a:pt x="42" y="141"/>
                    <a:pt x="42" y="141"/>
                  </a:cubicBezTo>
                  <a:cubicBezTo>
                    <a:pt x="32" y="141"/>
                    <a:pt x="32" y="141"/>
                    <a:pt x="32" y="141"/>
                  </a:cubicBezTo>
                  <a:cubicBezTo>
                    <a:pt x="32" y="89"/>
                    <a:pt x="32" y="89"/>
                    <a:pt x="32" y="89"/>
                  </a:cubicBezTo>
                  <a:cubicBezTo>
                    <a:pt x="0" y="89"/>
                    <a:pt x="0" y="89"/>
                    <a:pt x="0" y="89"/>
                  </a:cubicBezTo>
                  <a:cubicBezTo>
                    <a:pt x="0" y="141"/>
                    <a:pt x="0" y="141"/>
                    <a:pt x="0" y="141"/>
                  </a:cubicBezTo>
                  <a:cubicBezTo>
                    <a:pt x="0" y="151"/>
                    <a:pt x="0" y="151"/>
                    <a:pt x="0" y="151"/>
                  </a:cubicBezTo>
                  <a:cubicBezTo>
                    <a:pt x="200" y="151"/>
                    <a:pt x="200" y="151"/>
                    <a:pt x="200" y="151"/>
                  </a:cubicBezTo>
                  <a:cubicBezTo>
                    <a:pt x="200" y="141"/>
                    <a:pt x="200" y="141"/>
                    <a:pt x="200" y="141"/>
                  </a:cubicBezTo>
                  <a:cubicBezTo>
                    <a:pt x="200" y="67"/>
                    <a:pt x="200" y="67"/>
                    <a:pt x="200" y="67"/>
                  </a:cubicBezTo>
                  <a:lnTo>
                    <a:pt x="168" y="67"/>
                  </a:lnTo>
                  <a:close/>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89" name="组合 88"/>
          <p:cNvGrpSpPr>
            <a:grpSpLocks noChangeAspect="1"/>
          </p:cNvGrpSpPr>
          <p:nvPr/>
        </p:nvGrpSpPr>
        <p:grpSpPr>
          <a:xfrm>
            <a:off x="10692395" y="5224178"/>
            <a:ext cx="565366" cy="515882"/>
            <a:chOff x="517525" y="5438775"/>
            <a:chExt cx="1704976" cy="1555751"/>
          </a:xfrm>
        </p:grpSpPr>
        <p:sp>
          <p:nvSpPr>
            <p:cNvPr id="90" name="Freeform 9"/>
            <p:cNvSpPr>
              <a:spLocks/>
            </p:cNvSpPr>
            <p:nvPr/>
          </p:nvSpPr>
          <p:spPr bwMode="auto">
            <a:xfrm>
              <a:off x="525463" y="5532438"/>
              <a:ext cx="1697038" cy="1462088"/>
            </a:xfrm>
            <a:custGeom>
              <a:avLst/>
              <a:gdLst>
                <a:gd name="T0" fmla="*/ 471 w 1069"/>
                <a:gd name="T1" fmla="*/ 921 h 921"/>
                <a:gd name="T2" fmla="*/ 71 w 1069"/>
                <a:gd name="T3" fmla="*/ 521 h 921"/>
                <a:gd name="T4" fmla="*/ 83 w 1069"/>
                <a:gd name="T5" fmla="*/ 421 h 921"/>
                <a:gd name="T6" fmla="*/ 0 w 1069"/>
                <a:gd name="T7" fmla="*/ 334 h 921"/>
                <a:gd name="T8" fmla="*/ 80 w 1069"/>
                <a:gd name="T9" fmla="*/ 230 h 921"/>
                <a:gd name="T10" fmla="*/ 125 w 1069"/>
                <a:gd name="T11" fmla="*/ 78 h 921"/>
                <a:gd name="T12" fmla="*/ 324 w 1069"/>
                <a:gd name="T13" fmla="*/ 0 h 921"/>
                <a:gd name="T14" fmla="*/ 452 w 1069"/>
                <a:gd name="T15" fmla="*/ 24 h 921"/>
                <a:gd name="T16" fmla="*/ 1069 w 1069"/>
                <a:gd name="T17" fmla="*/ 641 h 921"/>
                <a:gd name="T18" fmla="*/ 471 w 1069"/>
                <a:gd name="T19" fmla="*/ 921 h 9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69" h="921">
                  <a:moveTo>
                    <a:pt x="471" y="921"/>
                  </a:moveTo>
                  <a:lnTo>
                    <a:pt x="71" y="521"/>
                  </a:lnTo>
                  <a:lnTo>
                    <a:pt x="83" y="421"/>
                  </a:lnTo>
                  <a:lnTo>
                    <a:pt x="0" y="334"/>
                  </a:lnTo>
                  <a:lnTo>
                    <a:pt x="80" y="230"/>
                  </a:lnTo>
                  <a:lnTo>
                    <a:pt x="125" y="78"/>
                  </a:lnTo>
                  <a:lnTo>
                    <a:pt x="324" y="0"/>
                  </a:lnTo>
                  <a:lnTo>
                    <a:pt x="452" y="24"/>
                  </a:lnTo>
                  <a:lnTo>
                    <a:pt x="1069" y="641"/>
                  </a:lnTo>
                  <a:lnTo>
                    <a:pt x="471" y="921"/>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1" name="Freeform 10"/>
            <p:cNvSpPr>
              <a:spLocks/>
            </p:cNvSpPr>
            <p:nvPr/>
          </p:nvSpPr>
          <p:spPr bwMode="auto">
            <a:xfrm>
              <a:off x="828675" y="5638800"/>
              <a:ext cx="274638" cy="325438"/>
            </a:xfrm>
            <a:custGeom>
              <a:avLst/>
              <a:gdLst>
                <a:gd name="T0" fmla="*/ 36 w 73"/>
                <a:gd name="T1" fmla="*/ 0 h 87"/>
                <a:gd name="T2" fmla="*/ 0 w 73"/>
                <a:gd name="T3" fmla="*/ 36 h 87"/>
                <a:gd name="T4" fmla="*/ 8 w 73"/>
                <a:gd name="T5" fmla="*/ 60 h 87"/>
                <a:gd name="T6" fmla="*/ 20 w 73"/>
                <a:gd name="T7" fmla="*/ 85 h 87"/>
                <a:gd name="T8" fmla="*/ 20 w 73"/>
                <a:gd name="T9" fmla="*/ 87 h 87"/>
                <a:gd name="T10" fmla="*/ 32 w 73"/>
                <a:gd name="T11" fmla="*/ 87 h 87"/>
                <a:gd name="T12" fmla="*/ 32 w 73"/>
                <a:gd name="T13" fmla="*/ 84 h 87"/>
                <a:gd name="T14" fmla="*/ 28 w 73"/>
                <a:gd name="T15" fmla="*/ 54 h 87"/>
                <a:gd name="T16" fmla="*/ 36 w 73"/>
                <a:gd name="T17" fmla="*/ 53 h 87"/>
                <a:gd name="T18" fmla="*/ 36 w 73"/>
                <a:gd name="T19" fmla="*/ 53 h 87"/>
                <a:gd name="T20" fmla="*/ 44 w 73"/>
                <a:gd name="T21" fmla="*/ 54 h 87"/>
                <a:gd name="T22" fmla="*/ 40 w 73"/>
                <a:gd name="T23" fmla="*/ 84 h 87"/>
                <a:gd name="T24" fmla="*/ 40 w 73"/>
                <a:gd name="T25" fmla="*/ 87 h 87"/>
                <a:gd name="T26" fmla="*/ 52 w 73"/>
                <a:gd name="T27" fmla="*/ 87 h 87"/>
                <a:gd name="T28" fmla="*/ 52 w 73"/>
                <a:gd name="T29" fmla="*/ 85 h 87"/>
                <a:gd name="T30" fmla="*/ 64 w 73"/>
                <a:gd name="T31" fmla="*/ 60 h 87"/>
                <a:gd name="T32" fmla="*/ 73 w 73"/>
                <a:gd name="T33" fmla="*/ 36 h 87"/>
                <a:gd name="T34" fmla="*/ 36 w 73"/>
                <a:gd name="T35"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3" h="87">
                  <a:moveTo>
                    <a:pt x="36" y="0"/>
                  </a:moveTo>
                  <a:cubicBezTo>
                    <a:pt x="16" y="0"/>
                    <a:pt x="0" y="16"/>
                    <a:pt x="0" y="36"/>
                  </a:cubicBezTo>
                  <a:cubicBezTo>
                    <a:pt x="0" y="44"/>
                    <a:pt x="2" y="52"/>
                    <a:pt x="8" y="60"/>
                  </a:cubicBezTo>
                  <a:cubicBezTo>
                    <a:pt x="13" y="67"/>
                    <a:pt x="19" y="75"/>
                    <a:pt x="20" y="85"/>
                  </a:cubicBezTo>
                  <a:cubicBezTo>
                    <a:pt x="20" y="87"/>
                    <a:pt x="20" y="87"/>
                    <a:pt x="20" y="87"/>
                  </a:cubicBezTo>
                  <a:cubicBezTo>
                    <a:pt x="32" y="87"/>
                    <a:pt x="32" y="87"/>
                    <a:pt x="32" y="87"/>
                  </a:cubicBezTo>
                  <a:cubicBezTo>
                    <a:pt x="32" y="84"/>
                    <a:pt x="32" y="84"/>
                    <a:pt x="32" y="84"/>
                  </a:cubicBezTo>
                  <a:cubicBezTo>
                    <a:pt x="33" y="79"/>
                    <a:pt x="33" y="65"/>
                    <a:pt x="28" y="54"/>
                  </a:cubicBezTo>
                  <a:cubicBezTo>
                    <a:pt x="30" y="54"/>
                    <a:pt x="33" y="53"/>
                    <a:pt x="36" y="53"/>
                  </a:cubicBezTo>
                  <a:cubicBezTo>
                    <a:pt x="36" y="53"/>
                    <a:pt x="36" y="53"/>
                    <a:pt x="36" y="53"/>
                  </a:cubicBezTo>
                  <a:cubicBezTo>
                    <a:pt x="40" y="53"/>
                    <a:pt x="42" y="54"/>
                    <a:pt x="44" y="54"/>
                  </a:cubicBezTo>
                  <a:cubicBezTo>
                    <a:pt x="41" y="62"/>
                    <a:pt x="39" y="71"/>
                    <a:pt x="40" y="84"/>
                  </a:cubicBezTo>
                  <a:cubicBezTo>
                    <a:pt x="40" y="87"/>
                    <a:pt x="40" y="87"/>
                    <a:pt x="40" y="87"/>
                  </a:cubicBezTo>
                  <a:cubicBezTo>
                    <a:pt x="52" y="87"/>
                    <a:pt x="52" y="87"/>
                    <a:pt x="52" y="87"/>
                  </a:cubicBezTo>
                  <a:cubicBezTo>
                    <a:pt x="52" y="85"/>
                    <a:pt x="52" y="85"/>
                    <a:pt x="52" y="85"/>
                  </a:cubicBezTo>
                  <a:cubicBezTo>
                    <a:pt x="54" y="75"/>
                    <a:pt x="59" y="67"/>
                    <a:pt x="64" y="60"/>
                  </a:cubicBezTo>
                  <a:cubicBezTo>
                    <a:pt x="70" y="52"/>
                    <a:pt x="73" y="44"/>
                    <a:pt x="73" y="36"/>
                  </a:cubicBezTo>
                  <a:cubicBezTo>
                    <a:pt x="73" y="16"/>
                    <a:pt x="56" y="0"/>
                    <a:pt x="36" y="0"/>
                  </a:cubicBezTo>
                  <a:close/>
                </a:path>
              </a:pathLst>
            </a:custGeom>
            <a:solidFill>
              <a:srgbClr val="FDFDFD"/>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2" name="Freeform 11"/>
            <p:cNvSpPr>
              <a:spLocks noEditPoints="1"/>
            </p:cNvSpPr>
            <p:nvPr/>
          </p:nvSpPr>
          <p:spPr bwMode="auto">
            <a:xfrm>
              <a:off x="517525" y="5438775"/>
              <a:ext cx="857250" cy="1025525"/>
            </a:xfrm>
            <a:custGeom>
              <a:avLst/>
              <a:gdLst>
                <a:gd name="T0" fmla="*/ 190 w 228"/>
                <a:gd name="T1" fmla="*/ 32 h 273"/>
                <a:gd name="T2" fmla="*/ 87 w 228"/>
                <a:gd name="T3" fmla="*/ 11 h 273"/>
                <a:gd name="T4" fmla="*/ 21 w 228"/>
                <a:gd name="T5" fmla="*/ 87 h 273"/>
                <a:gd name="T6" fmla="*/ 22 w 228"/>
                <a:gd name="T7" fmla="*/ 112 h 273"/>
                <a:gd name="T8" fmla="*/ 26 w 228"/>
                <a:gd name="T9" fmla="*/ 123 h 273"/>
                <a:gd name="T10" fmla="*/ 24 w 228"/>
                <a:gd name="T11" fmla="*/ 127 h 273"/>
                <a:gd name="T12" fmla="*/ 3 w 228"/>
                <a:gd name="T13" fmla="*/ 157 h 273"/>
                <a:gd name="T14" fmla="*/ 2 w 228"/>
                <a:gd name="T15" fmla="*/ 166 h 273"/>
                <a:gd name="T16" fmla="*/ 18 w 228"/>
                <a:gd name="T17" fmla="*/ 172 h 273"/>
                <a:gd name="T18" fmla="*/ 21 w 228"/>
                <a:gd name="T19" fmla="*/ 181 h 273"/>
                <a:gd name="T20" fmla="*/ 20 w 228"/>
                <a:gd name="T21" fmla="*/ 191 h 273"/>
                <a:gd name="T22" fmla="*/ 25 w 228"/>
                <a:gd name="T23" fmla="*/ 193 h 273"/>
                <a:gd name="T24" fmla="*/ 21 w 228"/>
                <a:gd name="T25" fmla="*/ 197 h 273"/>
                <a:gd name="T26" fmla="*/ 25 w 228"/>
                <a:gd name="T27" fmla="*/ 205 h 273"/>
                <a:gd name="T28" fmla="*/ 28 w 228"/>
                <a:gd name="T29" fmla="*/ 222 h 273"/>
                <a:gd name="T30" fmla="*/ 30 w 228"/>
                <a:gd name="T31" fmla="*/ 243 h 273"/>
                <a:gd name="T32" fmla="*/ 79 w 228"/>
                <a:gd name="T33" fmla="*/ 240 h 273"/>
                <a:gd name="T34" fmla="*/ 89 w 228"/>
                <a:gd name="T35" fmla="*/ 273 h 273"/>
                <a:gd name="T36" fmla="*/ 199 w 228"/>
                <a:gd name="T37" fmla="*/ 238 h 273"/>
                <a:gd name="T38" fmla="*/ 188 w 228"/>
                <a:gd name="T39" fmla="*/ 208 h 273"/>
                <a:gd name="T40" fmla="*/ 217 w 228"/>
                <a:gd name="T41" fmla="*/ 139 h 273"/>
                <a:gd name="T42" fmla="*/ 190 w 228"/>
                <a:gd name="T43" fmla="*/ 32 h 273"/>
                <a:gd name="T44" fmla="*/ 154 w 228"/>
                <a:gd name="T45" fmla="*/ 118 h 273"/>
                <a:gd name="T46" fmla="*/ 143 w 228"/>
                <a:gd name="T47" fmla="*/ 143 h 273"/>
                <a:gd name="T48" fmla="*/ 143 w 228"/>
                <a:gd name="T49" fmla="*/ 167 h 273"/>
                <a:gd name="T50" fmla="*/ 135 w 228"/>
                <a:gd name="T51" fmla="*/ 177 h 273"/>
                <a:gd name="T52" fmla="*/ 126 w 228"/>
                <a:gd name="T53" fmla="*/ 177 h 273"/>
                <a:gd name="T54" fmla="*/ 125 w 228"/>
                <a:gd name="T55" fmla="*/ 178 h 273"/>
                <a:gd name="T56" fmla="*/ 119 w 228"/>
                <a:gd name="T57" fmla="*/ 181 h 273"/>
                <a:gd name="T58" fmla="*/ 113 w 228"/>
                <a:gd name="T59" fmla="*/ 178 h 273"/>
                <a:gd name="T60" fmla="*/ 112 w 228"/>
                <a:gd name="T61" fmla="*/ 177 h 273"/>
                <a:gd name="T62" fmla="*/ 103 w 228"/>
                <a:gd name="T63" fmla="*/ 177 h 273"/>
                <a:gd name="T64" fmla="*/ 95 w 228"/>
                <a:gd name="T65" fmla="*/ 168 h 273"/>
                <a:gd name="T66" fmla="*/ 95 w 228"/>
                <a:gd name="T67" fmla="*/ 143 h 273"/>
                <a:gd name="T68" fmla="*/ 84 w 228"/>
                <a:gd name="T69" fmla="*/ 118 h 273"/>
                <a:gd name="T70" fmla="*/ 74 w 228"/>
                <a:gd name="T71" fmla="*/ 89 h 273"/>
                <a:gd name="T72" fmla="*/ 119 w 228"/>
                <a:gd name="T73" fmla="*/ 44 h 273"/>
                <a:gd name="T74" fmla="*/ 164 w 228"/>
                <a:gd name="T75" fmla="*/ 89 h 273"/>
                <a:gd name="T76" fmla="*/ 154 w 228"/>
                <a:gd name="T77" fmla="*/ 118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28" h="273">
                  <a:moveTo>
                    <a:pt x="190" y="32"/>
                  </a:moveTo>
                  <a:cubicBezTo>
                    <a:pt x="165" y="10"/>
                    <a:pt x="130" y="0"/>
                    <a:pt x="87" y="11"/>
                  </a:cubicBezTo>
                  <a:cubicBezTo>
                    <a:pt x="55" y="20"/>
                    <a:pt x="27" y="44"/>
                    <a:pt x="21" y="87"/>
                  </a:cubicBezTo>
                  <a:cubicBezTo>
                    <a:pt x="19" y="102"/>
                    <a:pt x="21" y="110"/>
                    <a:pt x="22" y="112"/>
                  </a:cubicBezTo>
                  <a:cubicBezTo>
                    <a:pt x="23" y="114"/>
                    <a:pt x="26" y="119"/>
                    <a:pt x="26" y="123"/>
                  </a:cubicBezTo>
                  <a:cubicBezTo>
                    <a:pt x="26" y="124"/>
                    <a:pt x="26" y="125"/>
                    <a:pt x="24" y="127"/>
                  </a:cubicBezTo>
                  <a:cubicBezTo>
                    <a:pt x="3" y="157"/>
                    <a:pt x="3" y="157"/>
                    <a:pt x="3" y="157"/>
                  </a:cubicBezTo>
                  <a:cubicBezTo>
                    <a:pt x="1" y="160"/>
                    <a:pt x="0" y="163"/>
                    <a:pt x="2" y="166"/>
                  </a:cubicBezTo>
                  <a:cubicBezTo>
                    <a:pt x="6" y="172"/>
                    <a:pt x="16" y="171"/>
                    <a:pt x="18" y="172"/>
                  </a:cubicBezTo>
                  <a:cubicBezTo>
                    <a:pt x="21" y="174"/>
                    <a:pt x="22" y="178"/>
                    <a:pt x="21" y="181"/>
                  </a:cubicBezTo>
                  <a:cubicBezTo>
                    <a:pt x="20" y="184"/>
                    <a:pt x="17" y="189"/>
                    <a:pt x="20" y="191"/>
                  </a:cubicBezTo>
                  <a:cubicBezTo>
                    <a:pt x="23" y="192"/>
                    <a:pt x="25" y="193"/>
                    <a:pt x="25" y="193"/>
                  </a:cubicBezTo>
                  <a:cubicBezTo>
                    <a:pt x="25" y="193"/>
                    <a:pt x="22" y="195"/>
                    <a:pt x="21" y="197"/>
                  </a:cubicBezTo>
                  <a:cubicBezTo>
                    <a:pt x="20" y="199"/>
                    <a:pt x="21" y="203"/>
                    <a:pt x="25" y="205"/>
                  </a:cubicBezTo>
                  <a:cubicBezTo>
                    <a:pt x="25" y="205"/>
                    <a:pt x="29" y="213"/>
                    <a:pt x="28" y="222"/>
                  </a:cubicBezTo>
                  <a:cubicBezTo>
                    <a:pt x="26" y="231"/>
                    <a:pt x="24" y="239"/>
                    <a:pt x="30" y="243"/>
                  </a:cubicBezTo>
                  <a:cubicBezTo>
                    <a:pt x="37" y="249"/>
                    <a:pt x="63" y="245"/>
                    <a:pt x="79" y="240"/>
                  </a:cubicBezTo>
                  <a:cubicBezTo>
                    <a:pt x="79" y="240"/>
                    <a:pt x="84" y="249"/>
                    <a:pt x="89" y="273"/>
                  </a:cubicBezTo>
                  <a:cubicBezTo>
                    <a:pt x="199" y="238"/>
                    <a:pt x="199" y="238"/>
                    <a:pt x="199" y="238"/>
                  </a:cubicBezTo>
                  <a:cubicBezTo>
                    <a:pt x="192" y="222"/>
                    <a:pt x="189" y="213"/>
                    <a:pt x="188" y="208"/>
                  </a:cubicBezTo>
                  <a:cubicBezTo>
                    <a:pt x="187" y="193"/>
                    <a:pt x="209" y="167"/>
                    <a:pt x="217" y="139"/>
                  </a:cubicBezTo>
                  <a:cubicBezTo>
                    <a:pt x="226" y="106"/>
                    <a:pt x="228" y="63"/>
                    <a:pt x="190" y="32"/>
                  </a:cubicBezTo>
                  <a:close/>
                  <a:moveTo>
                    <a:pt x="154" y="118"/>
                  </a:moveTo>
                  <a:cubicBezTo>
                    <a:pt x="146" y="128"/>
                    <a:pt x="143" y="135"/>
                    <a:pt x="143" y="143"/>
                  </a:cubicBezTo>
                  <a:cubicBezTo>
                    <a:pt x="143" y="167"/>
                    <a:pt x="143" y="167"/>
                    <a:pt x="143" y="167"/>
                  </a:cubicBezTo>
                  <a:cubicBezTo>
                    <a:pt x="143" y="173"/>
                    <a:pt x="140" y="177"/>
                    <a:pt x="135" y="177"/>
                  </a:cubicBezTo>
                  <a:cubicBezTo>
                    <a:pt x="126" y="177"/>
                    <a:pt x="126" y="177"/>
                    <a:pt x="126" y="177"/>
                  </a:cubicBezTo>
                  <a:cubicBezTo>
                    <a:pt x="125" y="178"/>
                    <a:pt x="125" y="178"/>
                    <a:pt x="125" y="178"/>
                  </a:cubicBezTo>
                  <a:cubicBezTo>
                    <a:pt x="124" y="180"/>
                    <a:pt x="121" y="181"/>
                    <a:pt x="119" y="181"/>
                  </a:cubicBezTo>
                  <a:cubicBezTo>
                    <a:pt x="117" y="181"/>
                    <a:pt x="114" y="180"/>
                    <a:pt x="113" y="178"/>
                  </a:cubicBezTo>
                  <a:cubicBezTo>
                    <a:pt x="112" y="177"/>
                    <a:pt x="112" y="177"/>
                    <a:pt x="112" y="177"/>
                  </a:cubicBezTo>
                  <a:cubicBezTo>
                    <a:pt x="103" y="177"/>
                    <a:pt x="103" y="177"/>
                    <a:pt x="103" y="177"/>
                  </a:cubicBezTo>
                  <a:cubicBezTo>
                    <a:pt x="99" y="177"/>
                    <a:pt x="95" y="173"/>
                    <a:pt x="95" y="168"/>
                  </a:cubicBezTo>
                  <a:cubicBezTo>
                    <a:pt x="95" y="143"/>
                    <a:pt x="95" y="143"/>
                    <a:pt x="95" y="143"/>
                  </a:cubicBezTo>
                  <a:cubicBezTo>
                    <a:pt x="95" y="135"/>
                    <a:pt x="92" y="128"/>
                    <a:pt x="84" y="118"/>
                  </a:cubicBezTo>
                  <a:cubicBezTo>
                    <a:pt x="77" y="109"/>
                    <a:pt x="74" y="99"/>
                    <a:pt x="74" y="89"/>
                  </a:cubicBezTo>
                  <a:cubicBezTo>
                    <a:pt x="74" y="64"/>
                    <a:pt x="94" y="44"/>
                    <a:pt x="119" y="44"/>
                  </a:cubicBezTo>
                  <a:cubicBezTo>
                    <a:pt x="144" y="44"/>
                    <a:pt x="164" y="64"/>
                    <a:pt x="164" y="89"/>
                  </a:cubicBezTo>
                  <a:cubicBezTo>
                    <a:pt x="164" y="99"/>
                    <a:pt x="161" y="109"/>
                    <a:pt x="154" y="118"/>
                  </a:cubicBezTo>
                  <a:close/>
                </a:path>
              </a:pathLst>
            </a:custGeom>
            <a:solidFill>
              <a:srgbClr val="FDFDFD"/>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sp>
        <p:nvSpPr>
          <p:cNvPr id="94" name="文本框 93"/>
          <p:cNvSpPr txBox="1"/>
          <p:nvPr/>
        </p:nvSpPr>
        <p:spPr>
          <a:xfrm>
            <a:off x="9126076" y="964340"/>
            <a:ext cx="1837813" cy="830997"/>
          </a:xfrm>
          <a:prstGeom prst="rect">
            <a:avLst/>
          </a:prstGeom>
          <a:noFill/>
        </p:spPr>
        <p:txBody>
          <a:bodyPr wrap="square" rtlCol="0">
            <a:spAutoFit/>
          </a:bodyPr>
          <a:lstStyle/>
          <a:p>
            <a:pPr>
              <a:lnSpc>
                <a:spcPct val="120000"/>
              </a:lnSpc>
            </a:pPr>
            <a:r>
              <a:rPr lang="zh-CN" altLang="en-US" sz="2400" b="1" dirty="0">
                <a:solidFill>
                  <a:schemeClr val="bg1"/>
                </a:solidFill>
              </a:rPr>
              <a:t>添加标题</a:t>
            </a:r>
            <a:endParaRPr lang="en-US" altLang="zh-CN" sz="2400" b="1" dirty="0">
              <a:solidFill>
                <a:schemeClr val="bg1"/>
              </a:solidFill>
            </a:endParaRPr>
          </a:p>
          <a:p>
            <a:pPr>
              <a:lnSpc>
                <a:spcPct val="120000"/>
              </a:lnSpc>
            </a:pPr>
            <a:r>
              <a:rPr lang="zh-CN" altLang="en-US" sz="1600" dirty="0">
                <a:solidFill>
                  <a:schemeClr val="bg1"/>
                </a:solidFill>
              </a:rPr>
              <a:t>添加内容</a:t>
            </a:r>
          </a:p>
        </p:txBody>
      </p:sp>
      <p:sp>
        <p:nvSpPr>
          <p:cNvPr id="95" name="文本框 94"/>
          <p:cNvSpPr txBox="1"/>
          <p:nvPr/>
        </p:nvSpPr>
        <p:spPr>
          <a:xfrm>
            <a:off x="9126076" y="2331767"/>
            <a:ext cx="1837813" cy="830997"/>
          </a:xfrm>
          <a:prstGeom prst="rect">
            <a:avLst/>
          </a:prstGeom>
          <a:noFill/>
        </p:spPr>
        <p:txBody>
          <a:bodyPr wrap="square" rtlCol="0">
            <a:spAutoFit/>
          </a:bodyPr>
          <a:lstStyle/>
          <a:p>
            <a:pPr>
              <a:lnSpc>
                <a:spcPct val="120000"/>
              </a:lnSpc>
            </a:pPr>
            <a:r>
              <a:rPr lang="zh-CN" altLang="en-US" sz="2400" b="1" dirty="0">
                <a:solidFill>
                  <a:schemeClr val="bg1"/>
                </a:solidFill>
              </a:rPr>
              <a:t>添加标题</a:t>
            </a:r>
            <a:endParaRPr lang="en-US" altLang="zh-CN" sz="2400" b="1" dirty="0">
              <a:solidFill>
                <a:schemeClr val="bg1"/>
              </a:solidFill>
            </a:endParaRPr>
          </a:p>
          <a:p>
            <a:pPr>
              <a:lnSpc>
                <a:spcPct val="120000"/>
              </a:lnSpc>
            </a:pPr>
            <a:r>
              <a:rPr lang="zh-CN" altLang="en-US" sz="1600" dirty="0">
                <a:solidFill>
                  <a:schemeClr val="bg1"/>
                </a:solidFill>
              </a:rPr>
              <a:t>添加内容</a:t>
            </a:r>
          </a:p>
        </p:txBody>
      </p:sp>
      <p:sp>
        <p:nvSpPr>
          <p:cNvPr id="96" name="文本框 95"/>
          <p:cNvSpPr txBox="1"/>
          <p:nvPr/>
        </p:nvSpPr>
        <p:spPr>
          <a:xfrm>
            <a:off x="9126076" y="3699194"/>
            <a:ext cx="1837813" cy="830997"/>
          </a:xfrm>
          <a:prstGeom prst="rect">
            <a:avLst/>
          </a:prstGeom>
          <a:noFill/>
        </p:spPr>
        <p:txBody>
          <a:bodyPr wrap="square" rtlCol="0">
            <a:spAutoFit/>
          </a:bodyPr>
          <a:lstStyle/>
          <a:p>
            <a:pPr>
              <a:lnSpc>
                <a:spcPct val="120000"/>
              </a:lnSpc>
            </a:pPr>
            <a:r>
              <a:rPr lang="zh-CN" altLang="en-US" sz="2400" b="1" dirty="0">
                <a:solidFill>
                  <a:schemeClr val="bg1"/>
                </a:solidFill>
              </a:rPr>
              <a:t>添加标题</a:t>
            </a:r>
            <a:endParaRPr lang="en-US" altLang="zh-CN" sz="2400" b="1" dirty="0">
              <a:solidFill>
                <a:schemeClr val="bg1"/>
              </a:solidFill>
            </a:endParaRPr>
          </a:p>
          <a:p>
            <a:pPr>
              <a:lnSpc>
                <a:spcPct val="120000"/>
              </a:lnSpc>
            </a:pPr>
            <a:r>
              <a:rPr lang="zh-CN" altLang="en-US" sz="1600" dirty="0">
                <a:solidFill>
                  <a:schemeClr val="bg1"/>
                </a:solidFill>
              </a:rPr>
              <a:t>添加内容</a:t>
            </a:r>
          </a:p>
        </p:txBody>
      </p:sp>
      <p:sp>
        <p:nvSpPr>
          <p:cNvPr id="97" name="文本框 96"/>
          <p:cNvSpPr txBox="1"/>
          <p:nvPr/>
        </p:nvSpPr>
        <p:spPr>
          <a:xfrm>
            <a:off x="9126076" y="5066620"/>
            <a:ext cx="1837813" cy="830997"/>
          </a:xfrm>
          <a:prstGeom prst="rect">
            <a:avLst/>
          </a:prstGeom>
          <a:noFill/>
        </p:spPr>
        <p:txBody>
          <a:bodyPr wrap="square" rtlCol="0">
            <a:spAutoFit/>
          </a:bodyPr>
          <a:lstStyle/>
          <a:p>
            <a:pPr>
              <a:lnSpc>
                <a:spcPct val="120000"/>
              </a:lnSpc>
            </a:pPr>
            <a:r>
              <a:rPr lang="zh-CN" altLang="en-US" sz="2400" b="1" dirty="0">
                <a:solidFill>
                  <a:schemeClr val="bg1"/>
                </a:solidFill>
              </a:rPr>
              <a:t>添加标题</a:t>
            </a:r>
            <a:endParaRPr lang="en-US" altLang="zh-CN" sz="2400" b="1" dirty="0">
              <a:solidFill>
                <a:schemeClr val="bg1"/>
              </a:solidFill>
            </a:endParaRPr>
          </a:p>
          <a:p>
            <a:pPr>
              <a:lnSpc>
                <a:spcPct val="120000"/>
              </a:lnSpc>
            </a:pPr>
            <a:r>
              <a:rPr lang="zh-CN" altLang="en-US" sz="1600" dirty="0">
                <a:solidFill>
                  <a:schemeClr val="bg1"/>
                </a:solidFill>
              </a:rPr>
              <a:t>添加内容</a:t>
            </a:r>
          </a:p>
        </p:txBody>
      </p:sp>
      <p:sp>
        <p:nvSpPr>
          <p:cNvPr id="93" name="矩形 92"/>
          <p:cNvSpPr/>
          <p:nvPr/>
        </p:nvSpPr>
        <p:spPr>
          <a:xfrm>
            <a:off x="434078" y="5047022"/>
            <a:ext cx="3650999" cy="1052596"/>
          </a:xfrm>
          <a:prstGeom prst="rect">
            <a:avLst/>
          </a:prstGeom>
          <a:noFill/>
        </p:spPr>
        <p:txBody>
          <a:bodyPr wrap="square">
            <a:spAutoFit/>
          </a:bodyPr>
          <a:lstStyle/>
          <a:p>
            <a:pPr>
              <a:lnSpc>
                <a:spcPct val="130000"/>
              </a:lnSpc>
            </a:pPr>
            <a:r>
              <a:rPr lang="zh-CN" altLang="en-US" sz="1600" dirty="0">
                <a:solidFill>
                  <a:schemeClr val="tx1">
                    <a:lumMod val="65000"/>
                    <a:lumOff val="35000"/>
                  </a:schemeClr>
                </a:solidFill>
              </a:rPr>
              <a:t>添加内容添加内容添加内容添加内容添加内容添加内容添加内容添加内容添加内容添加内容添加内容</a:t>
            </a:r>
          </a:p>
        </p:txBody>
      </p:sp>
      <p:sp>
        <p:nvSpPr>
          <p:cNvPr id="98" name="文本框 97"/>
          <p:cNvSpPr txBox="1"/>
          <p:nvPr/>
        </p:nvSpPr>
        <p:spPr>
          <a:xfrm>
            <a:off x="434078" y="4091509"/>
            <a:ext cx="3913366" cy="535531"/>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99" name="Rectangle 58"/>
          <p:cNvSpPr/>
          <p:nvPr/>
        </p:nvSpPr>
        <p:spPr>
          <a:xfrm>
            <a:off x="434078" y="4511777"/>
            <a:ext cx="4963915" cy="368371"/>
          </a:xfrm>
          <a:prstGeom prst="rect">
            <a:avLst/>
          </a:prstGeom>
        </p:spPr>
        <p:txBody>
          <a:bodyPr wrap="square">
            <a:spAutoFit/>
          </a:bodyPr>
          <a:lstStyle/>
          <a:p>
            <a:pPr>
              <a:lnSpc>
                <a:spcPct val="123000"/>
              </a:lnSpc>
              <a:spcBef>
                <a:spcPts val="600"/>
              </a:spcBef>
            </a:pPr>
            <a:r>
              <a:rPr lang="zh-CN" altLang="en-US" sz="1600" dirty="0">
                <a:solidFill>
                  <a:schemeClr val="tx1">
                    <a:lumMod val="65000"/>
                    <a:lumOff val="35000"/>
                  </a:schemeClr>
                </a:solidFill>
                <a:latin typeface="+mn-ea"/>
              </a:rPr>
              <a:t>单击此处添加副标题</a:t>
            </a:r>
          </a:p>
        </p:txBody>
      </p:sp>
      <p:sp>
        <p:nvSpPr>
          <p:cNvPr id="101"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241464322"/>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矩形 17"/>
          <p:cNvSpPr/>
          <p:nvPr/>
        </p:nvSpPr>
        <p:spPr>
          <a:xfrm>
            <a:off x="7051935" y="0"/>
            <a:ext cx="365064" cy="6858000"/>
          </a:xfrm>
          <a:prstGeom prst="rect">
            <a:avLst/>
          </a:prstGeom>
          <a:solidFill>
            <a:srgbClr val="FFFFFF">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latin typeface="Impact" panose="020B0806030902050204" pitchFamily="34" charset="0"/>
            </a:endParaRPr>
          </a:p>
        </p:txBody>
      </p:sp>
      <p:sp>
        <p:nvSpPr>
          <p:cNvPr id="54"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endParaRPr lang="zh-CN" altLang="zh-CN" sz="2800" b="1" dirty="0">
              <a:solidFill>
                <a:schemeClr val="tx1">
                  <a:lumMod val="65000"/>
                  <a:lumOff val="35000"/>
                </a:schemeClr>
              </a:solidFill>
            </a:endParaRPr>
          </a:p>
        </p:txBody>
      </p:sp>
      <p:sp>
        <p:nvSpPr>
          <p:cNvPr id="53" name="Rectangle 8"/>
          <p:cNvSpPr>
            <a:spLocks noChangeArrowheads="1"/>
          </p:cNvSpPr>
          <p:nvPr/>
        </p:nvSpPr>
        <p:spPr bwMode="auto">
          <a:xfrm>
            <a:off x="5906125" y="4957021"/>
            <a:ext cx="1130923" cy="874062"/>
          </a:xfrm>
          <a:prstGeom prst="rect">
            <a:avLst/>
          </a:prstGeom>
          <a:solidFill>
            <a:srgbClr val="007B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10"/>
          <p:cNvSpPr>
            <a:spLocks/>
          </p:cNvSpPr>
          <p:nvPr/>
        </p:nvSpPr>
        <p:spPr bwMode="auto">
          <a:xfrm>
            <a:off x="7402231" y="4828450"/>
            <a:ext cx="3059757" cy="742251"/>
          </a:xfrm>
          <a:custGeom>
            <a:avLst/>
            <a:gdLst>
              <a:gd name="T0" fmla="*/ 0 w 2832"/>
              <a:gd name="T1" fmla="*/ 687 h 687"/>
              <a:gd name="T2" fmla="*/ 0 w 2832"/>
              <a:gd name="T3" fmla="*/ 0 h 687"/>
              <a:gd name="T4" fmla="*/ 2584 w 2832"/>
              <a:gd name="T5" fmla="*/ 0 h 687"/>
              <a:gd name="T6" fmla="*/ 2832 w 2832"/>
              <a:gd name="T7" fmla="*/ 344 h 687"/>
              <a:gd name="T8" fmla="*/ 2584 w 2832"/>
              <a:gd name="T9" fmla="*/ 687 h 687"/>
              <a:gd name="T10" fmla="*/ 0 w 2832"/>
              <a:gd name="T11" fmla="*/ 687 h 687"/>
            </a:gdLst>
            <a:ahLst/>
            <a:cxnLst>
              <a:cxn ang="0">
                <a:pos x="T0" y="T1"/>
              </a:cxn>
              <a:cxn ang="0">
                <a:pos x="T2" y="T3"/>
              </a:cxn>
              <a:cxn ang="0">
                <a:pos x="T4" y="T5"/>
              </a:cxn>
              <a:cxn ang="0">
                <a:pos x="T6" y="T7"/>
              </a:cxn>
              <a:cxn ang="0">
                <a:pos x="T8" y="T9"/>
              </a:cxn>
              <a:cxn ang="0">
                <a:pos x="T10" y="T11"/>
              </a:cxn>
            </a:cxnLst>
            <a:rect l="0" t="0" r="r" b="b"/>
            <a:pathLst>
              <a:path w="2832" h="687">
                <a:moveTo>
                  <a:pt x="0" y="687"/>
                </a:moveTo>
                <a:lnTo>
                  <a:pt x="0" y="0"/>
                </a:lnTo>
                <a:lnTo>
                  <a:pt x="2584" y="0"/>
                </a:lnTo>
                <a:lnTo>
                  <a:pt x="2832" y="344"/>
                </a:lnTo>
                <a:lnTo>
                  <a:pt x="2584" y="687"/>
                </a:lnTo>
                <a:lnTo>
                  <a:pt x="0" y="687"/>
                </a:lnTo>
                <a:close/>
              </a:path>
            </a:pathLst>
          </a:custGeom>
          <a:solidFill>
            <a:srgbClr val="007B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Rectangle 24"/>
          <p:cNvSpPr>
            <a:spLocks noChangeArrowheads="1"/>
          </p:cNvSpPr>
          <p:nvPr/>
        </p:nvSpPr>
        <p:spPr bwMode="auto">
          <a:xfrm>
            <a:off x="5906125" y="4085120"/>
            <a:ext cx="1130923" cy="874062"/>
          </a:xfrm>
          <a:prstGeom prst="rect">
            <a:avLst/>
          </a:prstGeom>
          <a:solidFill>
            <a:srgbClr val="6D5D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25"/>
          <p:cNvSpPr>
            <a:spLocks/>
          </p:cNvSpPr>
          <p:nvPr/>
        </p:nvSpPr>
        <p:spPr bwMode="auto">
          <a:xfrm>
            <a:off x="7402231" y="4085120"/>
            <a:ext cx="2610301" cy="743331"/>
          </a:xfrm>
          <a:custGeom>
            <a:avLst/>
            <a:gdLst>
              <a:gd name="T0" fmla="*/ 0 w 2416"/>
              <a:gd name="T1" fmla="*/ 688 h 688"/>
              <a:gd name="T2" fmla="*/ 0 w 2416"/>
              <a:gd name="T3" fmla="*/ 0 h 688"/>
              <a:gd name="T4" fmla="*/ 2167 w 2416"/>
              <a:gd name="T5" fmla="*/ 0 h 688"/>
              <a:gd name="T6" fmla="*/ 2416 w 2416"/>
              <a:gd name="T7" fmla="*/ 345 h 688"/>
              <a:gd name="T8" fmla="*/ 2167 w 2416"/>
              <a:gd name="T9" fmla="*/ 688 h 688"/>
              <a:gd name="T10" fmla="*/ 0 w 2416"/>
              <a:gd name="T11" fmla="*/ 688 h 688"/>
            </a:gdLst>
            <a:ahLst/>
            <a:cxnLst>
              <a:cxn ang="0">
                <a:pos x="T0" y="T1"/>
              </a:cxn>
              <a:cxn ang="0">
                <a:pos x="T2" y="T3"/>
              </a:cxn>
              <a:cxn ang="0">
                <a:pos x="T4" y="T5"/>
              </a:cxn>
              <a:cxn ang="0">
                <a:pos x="T6" y="T7"/>
              </a:cxn>
              <a:cxn ang="0">
                <a:pos x="T8" y="T9"/>
              </a:cxn>
              <a:cxn ang="0">
                <a:pos x="T10" y="T11"/>
              </a:cxn>
            </a:cxnLst>
            <a:rect l="0" t="0" r="r" b="b"/>
            <a:pathLst>
              <a:path w="2416" h="688">
                <a:moveTo>
                  <a:pt x="0" y="688"/>
                </a:moveTo>
                <a:lnTo>
                  <a:pt x="0" y="0"/>
                </a:lnTo>
                <a:lnTo>
                  <a:pt x="2167" y="0"/>
                </a:lnTo>
                <a:lnTo>
                  <a:pt x="2416" y="345"/>
                </a:lnTo>
                <a:lnTo>
                  <a:pt x="2167" y="688"/>
                </a:lnTo>
                <a:lnTo>
                  <a:pt x="0" y="688"/>
                </a:lnTo>
                <a:close/>
              </a:path>
            </a:pathLst>
          </a:custGeom>
          <a:solidFill>
            <a:srgbClr val="6D5D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Rectangle 38"/>
          <p:cNvSpPr>
            <a:spLocks noChangeArrowheads="1"/>
          </p:cNvSpPr>
          <p:nvPr/>
        </p:nvSpPr>
        <p:spPr bwMode="auto">
          <a:xfrm>
            <a:off x="5906125" y="3213219"/>
            <a:ext cx="1130923" cy="874062"/>
          </a:xfrm>
          <a:prstGeom prst="rect">
            <a:avLst/>
          </a:prstGeom>
          <a:solidFill>
            <a:srgbClr val="9FC6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40"/>
          <p:cNvSpPr>
            <a:spLocks/>
          </p:cNvSpPr>
          <p:nvPr/>
        </p:nvSpPr>
        <p:spPr bwMode="auto">
          <a:xfrm>
            <a:off x="7402231" y="3342870"/>
            <a:ext cx="3330943" cy="744412"/>
          </a:xfrm>
          <a:custGeom>
            <a:avLst/>
            <a:gdLst>
              <a:gd name="T0" fmla="*/ 2835 w 3083"/>
              <a:gd name="T1" fmla="*/ 689 h 689"/>
              <a:gd name="T2" fmla="*/ 3083 w 3083"/>
              <a:gd name="T3" fmla="*/ 346 h 689"/>
              <a:gd name="T4" fmla="*/ 2835 w 3083"/>
              <a:gd name="T5" fmla="*/ 0 h 689"/>
              <a:gd name="T6" fmla="*/ 0 w 3083"/>
              <a:gd name="T7" fmla="*/ 0 h 689"/>
              <a:gd name="T8" fmla="*/ 0 w 3083"/>
              <a:gd name="T9" fmla="*/ 689 h 689"/>
              <a:gd name="T10" fmla="*/ 2835 w 3083"/>
              <a:gd name="T11" fmla="*/ 689 h 689"/>
            </a:gdLst>
            <a:ahLst/>
            <a:cxnLst>
              <a:cxn ang="0">
                <a:pos x="T0" y="T1"/>
              </a:cxn>
              <a:cxn ang="0">
                <a:pos x="T2" y="T3"/>
              </a:cxn>
              <a:cxn ang="0">
                <a:pos x="T4" y="T5"/>
              </a:cxn>
              <a:cxn ang="0">
                <a:pos x="T6" y="T7"/>
              </a:cxn>
              <a:cxn ang="0">
                <a:pos x="T8" y="T9"/>
              </a:cxn>
              <a:cxn ang="0">
                <a:pos x="T10" y="T11"/>
              </a:cxn>
            </a:cxnLst>
            <a:rect l="0" t="0" r="r" b="b"/>
            <a:pathLst>
              <a:path w="3083" h="689">
                <a:moveTo>
                  <a:pt x="2835" y="689"/>
                </a:moveTo>
                <a:lnTo>
                  <a:pt x="3083" y="346"/>
                </a:lnTo>
                <a:lnTo>
                  <a:pt x="2835" y="0"/>
                </a:lnTo>
                <a:lnTo>
                  <a:pt x="0" y="0"/>
                </a:lnTo>
                <a:lnTo>
                  <a:pt x="0" y="689"/>
                </a:lnTo>
                <a:lnTo>
                  <a:pt x="2835" y="689"/>
                </a:lnTo>
                <a:close/>
              </a:path>
            </a:pathLst>
          </a:custGeom>
          <a:solidFill>
            <a:srgbClr val="9FC6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Rectangle 53"/>
          <p:cNvSpPr>
            <a:spLocks noChangeArrowheads="1"/>
          </p:cNvSpPr>
          <p:nvPr/>
        </p:nvSpPr>
        <p:spPr bwMode="auto">
          <a:xfrm>
            <a:off x="5906125" y="2338076"/>
            <a:ext cx="1130923" cy="875142"/>
          </a:xfrm>
          <a:prstGeom prst="rect">
            <a:avLst/>
          </a:prstGeom>
          <a:solidFill>
            <a:srgbClr val="FF8900"/>
          </a:solidFill>
          <a:ln w="3810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61" name="Freeform 55"/>
          <p:cNvSpPr>
            <a:spLocks/>
          </p:cNvSpPr>
          <p:nvPr/>
        </p:nvSpPr>
        <p:spPr bwMode="auto">
          <a:xfrm>
            <a:off x="7402231" y="2601700"/>
            <a:ext cx="2855557" cy="741170"/>
          </a:xfrm>
          <a:custGeom>
            <a:avLst/>
            <a:gdLst>
              <a:gd name="T0" fmla="*/ 2395 w 2643"/>
              <a:gd name="T1" fmla="*/ 686 h 686"/>
              <a:gd name="T2" fmla="*/ 2643 w 2643"/>
              <a:gd name="T3" fmla="*/ 343 h 686"/>
              <a:gd name="T4" fmla="*/ 2395 w 2643"/>
              <a:gd name="T5" fmla="*/ 0 h 686"/>
              <a:gd name="T6" fmla="*/ 0 w 2643"/>
              <a:gd name="T7" fmla="*/ 0 h 686"/>
              <a:gd name="T8" fmla="*/ 0 w 2643"/>
              <a:gd name="T9" fmla="*/ 686 h 686"/>
              <a:gd name="T10" fmla="*/ 2395 w 2643"/>
              <a:gd name="T11" fmla="*/ 686 h 686"/>
            </a:gdLst>
            <a:ahLst/>
            <a:cxnLst>
              <a:cxn ang="0">
                <a:pos x="T0" y="T1"/>
              </a:cxn>
              <a:cxn ang="0">
                <a:pos x="T2" y="T3"/>
              </a:cxn>
              <a:cxn ang="0">
                <a:pos x="T4" y="T5"/>
              </a:cxn>
              <a:cxn ang="0">
                <a:pos x="T6" y="T7"/>
              </a:cxn>
              <a:cxn ang="0">
                <a:pos x="T8" y="T9"/>
              </a:cxn>
              <a:cxn ang="0">
                <a:pos x="T10" y="T11"/>
              </a:cxn>
            </a:cxnLst>
            <a:rect l="0" t="0" r="r" b="b"/>
            <a:pathLst>
              <a:path w="2643" h="686">
                <a:moveTo>
                  <a:pt x="2395" y="686"/>
                </a:moveTo>
                <a:lnTo>
                  <a:pt x="2643" y="343"/>
                </a:lnTo>
                <a:lnTo>
                  <a:pt x="2395" y="0"/>
                </a:lnTo>
                <a:lnTo>
                  <a:pt x="0" y="0"/>
                </a:lnTo>
                <a:lnTo>
                  <a:pt x="0" y="686"/>
                </a:lnTo>
                <a:lnTo>
                  <a:pt x="2395" y="686"/>
                </a:lnTo>
                <a:close/>
              </a:path>
            </a:pathLst>
          </a:custGeom>
          <a:solidFill>
            <a:srgbClr val="FF8900"/>
          </a:solidFill>
          <a:ln w="3810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62" name="Freeform 9"/>
          <p:cNvSpPr>
            <a:spLocks/>
          </p:cNvSpPr>
          <p:nvPr/>
        </p:nvSpPr>
        <p:spPr bwMode="auto">
          <a:xfrm>
            <a:off x="7037048" y="4828450"/>
            <a:ext cx="365183" cy="1002632"/>
          </a:xfrm>
          <a:custGeom>
            <a:avLst/>
            <a:gdLst>
              <a:gd name="T0" fmla="*/ 0 w 338"/>
              <a:gd name="T1" fmla="*/ 928 h 928"/>
              <a:gd name="T2" fmla="*/ 0 w 338"/>
              <a:gd name="T3" fmla="*/ 121 h 928"/>
              <a:gd name="T4" fmla="*/ 338 w 338"/>
              <a:gd name="T5" fmla="*/ 0 h 928"/>
              <a:gd name="T6" fmla="*/ 338 w 338"/>
              <a:gd name="T7" fmla="*/ 687 h 928"/>
              <a:gd name="T8" fmla="*/ 0 w 338"/>
              <a:gd name="T9" fmla="*/ 928 h 928"/>
            </a:gdLst>
            <a:ahLst/>
            <a:cxnLst>
              <a:cxn ang="0">
                <a:pos x="T0" y="T1"/>
              </a:cxn>
              <a:cxn ang="0">
                <a:pos x="T2" y="T3"/>
              </a:cxn>
              <a:cxn ang="0">
                <a:pos x="T4" y="T5"/>
              </a:cxn>
              <a:cxn ang="0">
                <a:pos x="T6" y="T7"/>
              </a:cxn>
              <a:cxn ang="0">
                <a:pos x="T8" y="T9"/>
              </a:cxn>
            </a:cxnLst>
            <a:rect l="0" t="0" r="r" b="b"/>
            <a:pathLst>
              <a:path w="338" h="928">
                <a:moveTo>
                  <a:pt x="0" y="928"/>
                </a:moveTo>
                <a:lnTo>
                  <a:pt x="0" y="121"/>
                </a:lnTo>
                <a:lnTo>
                  <a:pt x="338" y="0"/>
                </a:lnTo>
                <a:lnTo>
                  <a:pt x="338" y="687"/>
                </a:lnTo>
                <a:lnTo>
                  <a:pt x="0" y="928"/>
                </a:lnTo>
                <a:close/>
              </a:path>
            </a:pathLst>
          </a:custGeom>
          <a:solidFill>
            <a:srgbClr val="007B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26"/>
          <p:cNvSpPr>
            <a:spLocks/>
          </p:cNvSpPr>
          <p:nvPr/>
        </p:nvSpPr>
        <p:spPr bwMode="auto">
          <a:xfrm>
            <a:off x="7037048" y="4087280"/>
            <a:ext cx="365183" cy="871901"/>
          </a:xfrm>
          <a:custGeom>
            <a:avLst/>
            <a:gdLst>
              <a:gd name="T0" fmla="*/ 0 w 338"/>
              <a:gd name="T1" fmla="*/ 807 h 807"/>
              <a:gd name="T2" fmla="*/ 0 w 338"/>
              <a:gd name="T3" fmla="*/ 0 h 807"/>
              <a:gd name="T4" fmla="*/ 338 w 338"/>
              <a:gd name="T5" fmla="*/ 0 h 807"/>
              <a:gd name="T6" fmla="*/ 338 w 338"/>
              <a:gd name="T7" fmla="*/ 686 h 807"/>
              <a:gd name="T8" fmla="*/ 0 w 338"/>
              <a:gd name="T9" fmla="*/ 807 h 807"/>
            </a:gdLst>
            <a:ahLst/>
            <a:cxnLst>
              <a:cxn ang="0">
                <a:pos x="T0" y="T1"/>
              </a:cxn>
              <a:cxn ang="0">
                <a:pos x="T2" y="T3"/>
              </a:cxn>
              <a:cxn ang="0">
                <a:pos x="T4" y="T5"/>
              </a:cxn>
              <a:cxn ang="0">
                <a:pos x="T6" y="T7"/>
              </a:cxn>
              <a:cxn ang="0">
                <a:pos x="T8" y="T9"/>
              </a:cxn>
            </a:cxnLst>
            <a:rect l="0" t="0" r="r" b="b"/>
            <a:pathLst>
              <a:path w="338" h="807">
                <a:moveTo>
                  <a:pt x="0" y="807"/>
                </a:moveTo>
                <a:lnTo>
                  <a:pt x="0" y="0"/>
                </a:lnTo>
                <a:lnTo>
                  <a:pt x="338" y="0"/>
                </a:lnTo>
                <a:lnTo>
                  <a:pt x="338" y="686"/>
                </a:lnTo>
                <a:lnTo>
                  <a:pt x="0" y="807"/>
                </a:lnTo>
                <a:close/>
              </a:path>
            </a:pathLst>
          </a:custGeom>
          <a:solidFill>
            <a:srgbClr val="6D5D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39"/>
          <p:cNvSpPr>
            <a:spLocks/>
          </p:cNvSpPr>
          <p:nvPr/>
        </p:nvSpPr>
        <p:spPr bwMode="auto">
          <a:xfrm>
            <a:off x="7037048" y="3213219"/>
            <a:ext cx="365183" cy="874062"/>
          </a:xfrm>
          <a:custGeom>
            <a:avLst/>
            <a:gdLst>
              <a:gd name="T0" fmla="*/ 0 w 338"/>
              <a:gd name="T1" fmla="*/ 809 h 809"/>
              <a:gd name="T2" fmla="*/ 0 w 338"/>
              <a:gd name="T3" fmla="*/ 0 h 809"/>
              <a:gd name="T4" fmla="*/ 338 w 338"/>
              <a:gd name="T5" fmla="*/ 120 h 809"/>
              <a:gd name="T6" fmla="*/ 338 w 338"/>
              <a:gd name="T7" fmla="*/ 809 h 809"/>
              <a:gd name="T8" fmla="*/ 0 w 338"/>
              <a:gd name="T9" fmla="*/ 809 h 809"/>
            </a:gdLst>
            <a:ahLst/>
            <a:cxnLst>
              <a:cxn ang="0">
                <a:pos x="T0" y="T1"/>
              </a:cxn>
              <a:cxn ang="0">
                <a:pos x="T2" y="T3"/>
              </a:cxn>
              <a:cxn ang="0">
                <a:pos x="T4" y="T5"/>
              </a:cxn>
              <a:cxn ang="0">
                <a:pos x="T6" y="T7"/>
              </a:cxn>
              <a:cxn ang="0">
                <a:pos x="T8" y="T9"/>
              </a:cxn>
            </a:cxnLst>
            <a:rect l="0" t="0" r="r" b="b"/>
            <a:pathLst>
              <a:path w="338" h="809">
                <a:moveTo>
                  <a:pt x="0" y="809"/>
                </a:moveTo>
                <a:lnTo>
                  <a:pt x="0" y="0"/>
                </a:lnTo>
                <a:lnTo>
                  <a:pt x="338" y="120"/>
                </a:lnTo>
                <a:lnTo>
                  <a:pt x="338" y="809"/>
                </a:lnTo>
                <a:lnTo>
                  <a:pt x="0" y="809"/>
                </a:lnTo>
                <a:close/>
              </a:path>
            </a:pathLst>
          </a:custGeom>
          <a:solidFill>
            <a:srgbClr val="9FC6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54"/>
          <p:cNvSpPr>
            <a:spLocks/>
          </p:cNvSpPr>
          <p:nvPr/>
        </p:nvSpPr>
        <p:spPr bwMode="auto">
          <a:xfrm>
            <a:off x="7037048" y="2338076"/>
            <a:ext cx="365183" cy="1004793"/>
          </a:xfrm>
          <a:custGeom>
            <a:avLst/>
            <a:gdLst>
              <a:gd name="T0" fmla="*/ 0 w 338"/>
              <a:gd name="T1" fmla="*/ 810 h 930"/>
              <a:gd name="T2" fmla="*/ 0 w 338"/>
              <a:gd name="T3" fmla="*/ 0 h 930"/>
              <a:gd name="T4" fmla="*/ 338 w 338"/>
              <a:gd name="T5" fmla="*/ 244 h 930"/>
              <a:gd name="T6" fmla="*/ 338 w 338"/>
              <a:gd name="T7" fmla="*/ 930 h 930"/>
              <a:gd name="T8" fmla="*/ 0 w 338"/>
              <a:gd name="T9" fmla="*/ 810 h 930"/>
            </a:gdLst>
            <a:ahLst/>
            <a:cxnLst>
              <a:cxn ang="0">
                <a:pos x="T0" y="T1"/>
              </a:cxn>
              <a:cxn ang="0">
                <a:pos x="T2" y="T3"/>
              </a:cxn>
              <a:cxn ang="0">
                <a:pos x="T4" y="T5"/>
              </a:cxn>
              <a:cxn ang="0">
                <a:pos x="T6" y="T7"/>
              </a:cxn>
              <a:cxn ang="0">
                <a:pos x="T8" y="T9"/>
              </a:cxn>
            </a:cxnLst>
            <a:rect l="0" t="0" r="r" b="b"/>
            <a:pathLst>
              <a:path w="338" h="930">
                <a:moveTo>
                  <a:pt x="0" y="810"/>
                </a:moveTo>
                <a:lnTo>
                  <a:pt x="0" y="0"/>
                </a:lnTo>
                <a:lnTo>
                  <a:pt x="338" y="244"/>
                </a:lnTo>
                <a:lnTo>
                  <a:pt x="338" y="930"/>
                </a:lnTo>
                <a:lnTo>
                  <a:pt x="0" y="810"/>
                </a:lnTo>
                <a:close/>
              </a:path>
            </a:pathLst>
          </a:custGeom>
          <a:solidFill>
            <a:srgbClr val="FF8900"/>
          </a:solidFill>
          <a:ln w="3810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66" name="Freeform 23"/>
          <p:cNvSpPr>
            <a:spLocks/>
          </p:cNvSpPr>
          <p:nvPr/>
        </p:nvSpPr>
        <p:spPr bwMode="auto">
          <a:xfrm>
            <a:off x="7051935" y="4084039"/>
            <a:ext cx="365183" cy="871901"/>
          </a:xfrm>
          <a:custGeom>
            <a:avLst/>
            <a:gdLst>
              <a:gd name="T0" fmla="*/ 0 w 338"/>
              <a:gd name="T1" fmla="*/ 807 h 807"/>
              <a:gd name="T2" fmla="*/ 0 w 338"/>
              <a:gd name="T3" fmla="*/ 0 h 807"/>
              <a:gd name="T4" fmla="*/ 338 w 338"/>
              <a:gd name="T5" fmla="*/ 0 h 807"/>
              <a:gd name="T6" fmla="*/ 338 w 338"/>
              <a:gd name="T7" fmla="*/ 686 h 807"/>
              <a:gd name="T8" fmla="*/ 0 w 338"/>
              <a:gd name="T9" fmla="*/ 807 h 807"/>
            </a:gdLst>
            <a:ahLst/>
            <a:cxnLst>
              <a:cxn ang="0">
                <a:pos x="T0" y="T1"/>
              </a:cxn>
              <a:cxn ang="0">
                <a:pos x="T2" y="T3"/>
              </a:cxn>
              <a:cxn ang="0">
                <a:pos x="T4" y="T5"/>
              </a:cxn>
              <a:cxn ang="0">
                <a:pos x="T6" y="T7"/>
              </a:cxn>
              <a:cxn ang="0">
                <a:pos x="T8" y="T9"/>
              </a:cxn>
            </a:cxnLst>
            <a:rect l="0" t="0" r="r" b="b"/>
            <a:pathLst>
              <a:path w="338" h="807">
                <a:moveTo>
                  <a:pt x="0" y="807"/>
                </a:moveTo>
                <a:lnTo>
                  <a:pt x="0" y="0"/>
                </a:lnTo>
                <a:lnTo>
                  <a:pt x="338" y="0"/>
                </a:lnTo>
                <a:lnTo>
                  <a:pt x="338" y="686"/>
                </a:lnTo>
                <a:lnTo>
                  <a:pt x="0" y="807"/>
                </a:lnTo>
                <a:close/>
              </a:path>
            </a:pathLst>
          </a:custGeom>
          <a:solidFill>
            <a:srgbClr val="6D5D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6"/>
          <p:cNvSpPr>
            <a:spLocks/>
          </p:cNvSpPr>
          <p:nvPr/>
        </p:nvSpPr>
        <p:spPr bwMode="auto">
          <a:xfrm>
            <a:off x="7044491" y="4828450"/>
            <a:ext cx="365183" cy="1002632"/>
          </a:xfrm>
          <a:custGeom>
            <a:avLst/>
            <a:gdLst>
              <a:gd name="T0" fmla="*/ 0 w 338"/>
              <a:gd name="T1" fmla="*/ 928 h 928"/>
              <a:gd name="T2" fmla="*/ 0 w 338"/>
              <a:gd name="T3" fmla="*/ 121 h 928"/>
              <a:gd name="T4" fmla="*/ 338 w 338"/>
              <a:gd name="T5" fmla="*/ 0 h 928"/>
              <a:gd name="T6" fmla="*/ 338 w 338"/>
              <a:gd name="T7" fmla="*/ 687 h 928"/>
              <a:gd name="T8" fmla="*/ 0 w 338"/>
              <a:gd name="T9" fmla="*/ 928 h 928"/>
            </a:gdLst>
            <a:ahLst/>
            <a:cxnLst>
              <a:cxn ang="0">
                <a:pos x="T0" y="T1"/>
              </a:cxn>
              <a:cxn ang="0">
                <a:pos x="T2" y="T3"/>
              </a:cxn>
              <a:cxn ang="0">
                <a:pos x="T4" y="T5"/>
              </a:cxn>
              <a:cxn ang="0">
                <a:pos x="T6" y="T7"/>
              </a:cxn>
              <a:cxn ang="0">
                <a:pos x="T8" y="T9"/>
              </a:cxn>
            </a:cxnLst>
            <a:rect l="0" t="0" r="r" b="b"/>
            <a:pathLst>
              <a:path w="338" h="928">
                <a:moveTo>
                  <a:pt x="0" y="928"/>
                </a:moveTo>
                <a:lnTo>
                  <a:pt x="0" y="121"/>
                </a:lnTo>
                <a:lnTo>
                  <a:pt x="338" y="0"/>
                </a:lnTo>
                <a:lnTo>
                  <a:pt x="338" y="687"/>
                </a:lnTo>
                <a:lnTo>
                  <a:pt x="0" y="928"/>
                </a:lnTo>
                <a:close/>
              </a:path>
            </a:pathLst>
          </a:custGeom>
          <a:solidFill>
            <a:srgbClr val="007B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矩形 67"/>
          <p:cNvSpPr/>
          <p:nvPr/>
        </p:nvSpPr>
        <p:spPr>
          <a:xfrm>
            <a:off x="7051935" y="0"/>
            <a:ext cx="365064" cy="6858000"/>
          </a:xfrm>
          <a:prstGeom prst="rect">
            <a:avLst/>
          </a:prstGeom>
          <a:solidFill>
            <a:srgbClr val="FFFFFF">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latin typeface="Impact" panose="020B0806030902050204" pitchFamily="34" charset="0"/>
            </a:endParaRPr>
          </a:p>
        </p:txBody>
      </p:sp>
      <p:grpSp>
        <p:nvGrpSpPr>
          <p:cNvPr id="69" name="组合 18"/>
          <p:cNvGrpSpPr/>
          <p:nvPr/>
        </p:nvGrpSpPr>
        <p:grpSpPr>
          <a:xfrm>
            <a:off x="6261406" y="2457354"/>
            <a:ext cx="623352" cy="596466"/>
            <a:chOff x="2275359" y="3935033"/>
            <a:chExt cx="714832" cy="684000"/>
          </a:xfrm>
          <a:effectLst>
            <a:outerShdw blurRad="76200" dist="38100" dir="2700000" sx="102000" sy="102000" algn="tl" rotWithShape="0">
              <a:prstClr val="black">
                <a:alpha val="32000"/>
              </a:prstClr>
            </a:outerShdw>
          </a:effectLst>
        </p:grpSpPr>
        <p:sp>
          <p:nvSpPr>
            <p:cNvPr id="70" name="椭圆 69"/>
            <p:cNvSpPr/>
            <p:nvPr/>
          </p:nvSpPr>
          <p:spPr>
            <a:xfrm>
              <a:off x="2275359" y="3935033"/>
              <a:ext cx="684000" cy="684000"/>
            </a:xfrm>
            <a:prstGeom prst="ellipse">
              <a:avLst/>
            </a:prstGeom>
            <a:solidFill>
              <a:srgbClr val="FF8900"/>
            </a:solidFill>
            <a:ln w="123825">
              <a:gradFill flip="none" rotWithShape="1">
                <a:gsLst>
                  <a:gs pos="2000">
                    <a:srgbClr val="FDFDFD"/>
                  </a:gs>
                  <a:gs pos="100000">
                    <a:srgbClr val="CBCDCE"/>
                  </a:gs>
                </a:gsLst>
                <a:lin ang="16200000" scaled="0"/>
                <a:tileRect/>
              </a:gradFill>
            </a:ln>
            <a:effectLst>
              <a:innerShdw blurRad="190500" dist="50800" dir="162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71" name="组合 20"/>
            <p:cNvGrpSpPr/>
            <p:nvPr/>
          </p:nvGrpSpPr>
          <p:grpSpPr>
            <a:xfrm>
              <a:off x="2471993" y="4112467"/>
              <a:ext cx="518198" cy="477070"/>
              <a:chOff x="5280229" y="2677954"/>
              <a:chExt cx="655391" cy="603376"/>
            </a:xfrm>
          </p:grpSpPr>
          <p:sp>
            <p:nvSpPr>
              <p:cNvPr id="72" name="Freeform 55"/>
              <p:cNvSpPr>
                <a:spLocks/>
              </p:cNvSpPr>
              <p:nvPr/>
            </p:nvSpPr>
            <p:spPr bwMode="auto">
              <a:xfrm>
                <a:off x="5305196" y="2682116"/>
                <a:ext cx="630424" cy="599214"/>
              </a:xfrm>
              <a:custGeom>
                <a:avLst/>
                <a:gdLst>
                  <a:gd name="T0" fmla="*/ 137 w 303"/>
                  <a:gd name="T1" fmla="*/ 288 h 288"/>
                  <a:gd name="T2" fmla="*/ 0 w 303"/>
                  <a:gd name="T3" fmla="*/ 174 h 288"/>
                  <a:gd name="T4" fmla="*/ 2 w 303"/>
                  <a:gd name="T5" fmla="*/ 15 h 288"/>
                  <a:gd name="T6" fmla="*/ 54 w 303"/>
                  <a:gd name="T7" fmla="*/ 10 h 288"/>
                  <a:gd name="T8" fmla="*/ 85 w 303"/>
                  <a:gd name="T9" fmla="*/ 43 h 288"/>
                  <a:gd name="T10" fmla="*/ 106 w 303"/>
                  <a:gd name="T11" fmla="*/ 22 h 288"/>
                  <a:gd name="T12" fmla="*/ 128 w 303"/>
                  <a:gd name="T13" fmla="*/ 0 h 288"/>
                  <a:gd name="T14" fmla="*/ 303 w 303"/>
                  <a:gd name="T15" fmla="*/ 150 h 288"/>
                  <a:gd name="T16" fmla="*/ 137 w 303"/>
                  <a:gd name="T17" fmla="*/ 288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3" h="288">
                    <a:moveTo>
                      <a:pt x="137" y="288"/>
                    </a:moveTo>
                    <a:lnTo>
                      <a:pt x="0" y="174"/>
                    </a:lnTo>
                    <a:lnTo>
                      <a:pt x="2" y="15"/>
                    </a:lnTo>
                    <a:lnTo>
                      <a:pt x="54" y="10"/>
                    </a:lnTo>
                    <a:lnTo>
                      <a:pt x="85" y="43"/>
                    </a:lnTo>
                    <a:lnTo>
                      <a:pt x="106" y="22"/>
                    </a:lnTo>
                    <a:lnTo>
                      <a:pt x="128" y="0"/>
                    </a:lnTo>
                    <a:lnTo>
                      <a:pt x="303" y="150"/>
                    </a:lnTo>
                    <a:lnTo>
                      <a:pt x="137" y="288"/>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3" name="Freeform 56"/>
              <p:cNvSpPr>
                <a:spLocks noEditPoints="1"/>
              </p:cNvSpPr>
              <p:nvPr/>
            </p:nvSpPr>
            <p:spPr bwMode="auto">
              <a:xfrm>
                <a:off x="5280229" y="2677954"/>
                <a:ext cx="151885" cy="380752"/>
              </a:xfrm>
              <a:custGeom>
                <a:avLst/>
                <a:gdLst>
                  <a:gd name="T0" fmla="*/ 17 w 31"/>
                  <a:gd name="T1" fmla="*/ 0 h 77"/>
                  <a:gd name="T2" fmla="*/ 28 w 31"/>
                  <a:gd name="T3" fmla="*/ 5 h 77"/>
                  <a:gd name="T4" fmla="*/ 31 w 31"/>
                  <a:gd name="T5" fmla="*/ 18 h 77"/>
                  <a:gd name="T6" fmla="*/ 31 w 31"/>
                  <a:gd name="T7" fmla="*/ 63 h 77"/>
                  <a:gd name="T8" fmla="*/ 27 w 31"/>
                  <a:gd name="T9" fmla="*/ 74 h 77"/>
                  <a:gd name="T10" fmla="*/ 16 w 31"/>
                  <a:gd name="T11" fmla="*/ 77 h 77"/>
                  <a:gd name="T12" fmla="*/ 2 w 31"/>
                  <a:gd name="T13" fmla="*/ 72 h 77"/>
                  <a:gd name="T14" fmla="*/ 0 w 31"/>
                  <a:gd name="T15" fmla="*/ 57 h 77"/>
                  <a:gd name="T16" fmla="*/ 0 w 31"/>
                  <a:gd name="T17" fmla="*/ 21 h 77"/>
                  <a:gd name="T18" fmla="*/ 3 w 31"/>
                  <a:gd name="T19" fmla="*/ 6 h 77"/>
                  <a:gd name="T20" fmla="*/ 17 w 31"/>
                  <a:gd name="T21" fmla="*/ 0 h 77"/>
                  <a:gd name="T22" fmla="*/ 16 w 31"/>
                  <a:gd name="T23" fmla="*/ 70 h 77"/>
                  <a:gd name="T24" fmla="*/ 22 w 31"/>
                  <a:gd name="T25" fmla="*/ 59 h 77"/>
                  <a:gd name="T26" fmla="*/ 22 w 31"/>
                  <a:gd name="T27" fmla="*/ 17 h 77"/>
                  <a:gd name="T28" fmla="*/ 16 w 31"/>
                  <a:gd name="T29" fmla="*/ 7 h 77"/>
                  <a:gd name="T30" fmla="*/ 9 w 31"/>
                  <a:gd name="T31" fmla="*/ 17 h 77"/>
                  <a:gd name="T32" fmla="*/ 9 w 31"/>
                  <a:gd name="T33" fmla="*/ 20 h 77"/>
                  <a:gd name="T34" fmla="*/ 9 w 31"/>
                  <a:gd name="T35" fmla="*/ 23 h 77"/>
                  <a:gd name="T36" fmla="*/ 9 w 31"/>
                  <a:gd name="T37" fmla="*/ 35 h 77"/>
                  <a:gd name="T38" fmla="*/ 9 w 31"/>
                  <a:gd name="T39" fmla="*/ 48 h 77"/>
                  <a:gd name="T40" fmla="*/ 9 w 31"/>
                  <a:gd name="T41" fmla="*/ 59 h 77"/>
                  <a:gd name="T42" fmla="*/ 16 w 31"/>
                  <a:gd name="T43" fmla="*/ 7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77">
                    <a:moveTo>
                      <a:pt x="17" y="0"/>
                    </a:moveTo>
                    <a:cubicBezTo>
                      <a:pt x="22" y="0"/>
                      <a:pt x="26" y="2"/>
                      <a:pt x="28" y="5"/>
                    </a:cubicBezTo>
                    <a:cubicBezTo>
                      <a:pt x="30" y="8"/>
                      <a:pt x="31" y="12"/>
                      <a:pt x="31" y="18"/>
                    </a:cubicBezTo>
                    <a:cubicBezTo>
                      <a:pt x="31" y="63"/>
                      <a:pt x="31" y="63"/>
                      <a:pt x="31" y="63"/>
                    </a:cubicBezTo>
                    <a:cubicBezTo>
                      <a:pt x="31" y="67"/>
                      <a:pt x="30" y="71"/>
                      <a:pt x="27" y="74"/>
                    </a:cubicBezTo>
                    <a:cubicBezTo>
                      <a:pt x="24" y="76"/>
                      <a:pt x="21" y="77"/>
                      <a:pt x="16" y="77"/>
                    </a:cubicBezTo>
                    <a:cubicBezTo>
                      <a:pt x="9" y="77"/>
                      <a:pt x="5" y="76"/>
                      <a:pt x="2" y="72"/>
                    </a:cubicBezTo>
                    <a:cubicBezTo>
                      <a:pt x="1" y="69"/>
                      <a:pt x="0" y="64"/>
                      <a:pt x="0" y="57"/>
                    </a:cubicBezTo>
                    <a:cubicBezTo>
                      <a:pt x="0" y="21"/>
                      <a:pt x="0" y="21"/>
                      <a:pt x="0" y="21"/>
                    </a:cubicBezTo>
                    <a:cubicBezTo>
                      <a:pt x="0" y="14"/>
                      <a:pt x="1" y="8"/>
                      <a:pt x="3" y="6"/>
                    </a:cubicBezTo>
                    <a:cubicBezTo>
                      <a:pt x="5" y="2"/>
                      <a:pt x="10" y="0"/>
                      <a:pt x="17" y="0"/>
                    </a:cubicBezTo>
                    <a:close/>
                    <a:moveTo>
                      <a:pt x="16" y="70"/>
                    </a:moveTo>
                    <a:cubicBezTo>
                      <a:pt x="20" y="70"/>
                      <a:pt x="22" y="66"/>
                      <a:pt x="22" y="59"/>
                    </a:cubicBezTo>
                    <a:cubicBezTo>
                      <a:pt x="22" y="17"/>
                      <a:pt x="22" y="17"/>
                      <a:pt x="22" y="17"/>
                    </a:cubicBezTo>
                    <a:cubicBezTo>
                      <a:pt x="22" y="10"/>
                      <a:pt x="20" y="7"/>
                      <a:pt x="16" y="7"/>
                    </a:cubicBezTo>
                    <a:cubicBezTo>
                      <a:pt x="11" y="7"/>
                      <a:pt x="9" y="11"/>
                      <a:pt x="9" y="17"/>
                    </a:cubicBezTo>
                    <a:cubicBezTo>
                      <a:pt x="9" y="20"/>
                      <a:pt x="9" y="20"/>
                      <a:pt x="9" y="20"/>
                    </a:cubicBezTo>
                    <a:cubicBezTo>
                      <a:pt x="9" y="23"/>
                      <a:pt x="9" y="23"/>
                      <a:pt x="9" y="23"/>
                    </a:cubicBezTo>
                    <a:cubicBezTo>
                      <a:pt x="9" y="35"/>
                      <a:pt x="9" y="35"/>
                      <a:pt x="9" y="35"/>
                    </a:cubicBezTo>
                    <a:cubicBezTo>
                      <a:pt x="9" y="48"/>
                      <a:pt x="9" y="48"/>
                      <a:pt x="9" y="48"/>
                    </a:cubicBezTo>
                    <a:cubicBezTo>
                      <a:pt x="9" y="59"/>
                      <a:pt x="9" y="59"/>
                      <a:pt x="9" y="59"/>
                    </a:cubicBezTo>
                    <a:cubicBezTo>
                      <a:pt x="9" y="66"/>
                      <a:pt x="11" y="70"/>
                      <a:pt x="16" y="70"/>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74" name="Freeform 57"/>
              <p:cNvSpPr>
                <a:spLocks/>
              </p:cNvSpPr>
              <p:nvPr/>
            </p:nvSpPr>
            <p:spPr bwMode="auto">
              <a:xfrm>
                <a:off x="5482048" y="2682116"/>
                <a:ext cx="89466" cy="376591"/>
              </a:xfrm>
              <a:custGeom>
                <a:avLst/>
                <a:gdLst>
                  <a:gd name="T0" fmla="*/ 0 w 18"/>
                  <a:gd name="T1" fmla="*/ 11 h 76"/>
                  <a:gd name="T2" fmla="*/ 11 w 18"/>
                  <a:gd name="T3" fmla="*/ 0 h 76"/>
                  <a:gd name="T4" fmla="*/ 18 w 18"/>
                  <a:gd name="T5" fmla="*/ 0 h 76"/>
                  <a:gd name="T6" fmla="*/ 18 w 18"/>
                  <a:gd name="T7" fmla="*/ 76 h 76"/>
                  <a:gd name="T8" fmla="*/ 8 w 18"/>
                  <a:gd name="T9" fmla="*/ 76 h 76"/>
                  <a:gd name="T10" fmla="*/ 8 w 18"/>
                  <a:gd name="T11" fmla="*/ 19 h 76"/>
                  <a:gd name="T12" fmla="*/ 0 w 18"/>
                  <a:gd name="T13" fmla="*/ 19 h 76"/>
                  <a:gd name="T14" fmla="*/ 0 w 18"/>
                  <a:gd name="T15" fmla="*/ 11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76">
                    <a:moveTo>
                      <a:pt x="0" y="11"/>
                    </a:moveTo>
                    <a:cubicBezTo>
                      <a:pt x="7" y="10"/>
                      <a:pt x="10" y="7"/>
                      <a:pt x="11" y="0"/>
                    </a:cubicBezTo>
                    <a:cubicBezTo>
                      <a:pt x="18" y="0"/>
                      <a:pt x="18" y="0"/>
                      <a:pt x="18" y="0"/>
                    </a:cubicBezTo>
                    <a:cubicBezTo>
                      <a:pt x="18" y="76"/>
                      <a:pt x="18" y="76"/>
                      <a:pt x="18" y="76"/>
                    </a:cubicBezTo>
                    <a:cubicBezTo>
                      <a:pt x="8" y="76"/>
                      <a:pt x="8" y="76"/>
                      <a:pt x="8" y="76"/>
                    </a:cubicBezTo>
                    <a:cubicBezTo>
                      <a:pt x="8" y="19"/>
                      <a:pt x="8" y="19"/>
                      <a:pt x="8" y="19"/>
                    </a:cubicBezTo>
                    <a:cubicBezTo>
                      <a:pt x="0" y="19"/>
                      <a:pt x="0" y="19"/>
                      <a:pt x="0" y="19"/>
                    </a:cubicBezTo>
                    <a:lnTo>
                      <a:pt x="0" y="11"/>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75" name="组合 24"/>
          <p:cNvGrpSpPr/>
          <p:nvPr/>
        </p:nvGrpSpPr>
        <p:grpSpPr>
          <a:xfrm>
            <a:off x="6254098" y="3336083"/>
            <a:ext cx="637968" cy="596466"/>
            <a:chOff x="5171439" y="5381783"/>
            <a:chExt cx="731592" cy="684000"/>
          </a:xfrm>
          <a:effectLst>
            <a:outerShdw blurRad="76200" dist="38100" dir="2700000" sx="102000" sy="102000" algn="tl" rotWithShape="0">
              <a:prstClr val="black">
                <a:alpha val="32000"/>
              </a:prstClr>
            </a:outerShdw>
          </a:effectLst>
        </p:grpSpPr>
        <p:sp>
          <p:nvSpPr>
            <p:cNvPr id="76" name="椭圆 75"/>
            <p:cNvSpPr/>
            <p:nvPr/>
          </p:nvSpPr>
          <p:spPr>
            <a:xfrm>
              <a:off x="5171439" y="5381783"/>
              <a:ext cx="684000" cy="684000"/>
            </a:xfrm>
            <a:prstGeom prst="ellipse">
              <a:avLst/>
            </a:prstGeom>
            <a:solidFill>
              <a:srgbClr val="71A93E"/>
            </a:solidFill>
            <a:ln w="123825">
              <a:gradFill flip="none" rotWithShape="1">
                <a:gsLst>
                  <a:gs pos="2000">
                    <a:srgbClr val="FDFDFD"/>
                  </a:gs>
                  <a:gs pos="100000">
                    <a:srgbClr val="CBCDCE"/>
                  </a:gs>
                </a:gsLst>
                <a:lin ang="16200000" scaled="0"/>
                <a:tileRect/>
              </a:gradFill>
            </a:ln>
            <a:effectLst>
              <a:innerShdw blurRad="190500" dist="50800" dir="162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77" name="组合 26"/>
            <p:cNvGrpSpPr/>
            <p:nvPr/>
          </p:nvGrpSpPr>
          <p:grpSpPr>
            <a:xfrm>
              <a:off x="5373317" y="5588711"/>
              <a:ext cx="529714" cy="477072"/>
              <a:chOff x="4905105" y="3921313"/>
              <a:chExt cx="669956" cy="603376"/>
            </a:xfrm>
          </p:grpSpPr>
          <p:sp>
            <p:nvSpPr>
              <p:cNvPr id="78" name="Freeform 58"/>
              <p:cNvSpPr>
                <a:spLocks/>
              </p:cNvSpPr>
              <p:nvPr/>
            </p:nvSpPr>
            <p:spPr bwMode="auto">
              <a:xfrm>
                <a:off x="4930072" y="3931715"/>
                <a:ext cx="644989" cy="592974"/>
              </a:xfrm>
              <a:custGeom>
                <a:avLst/>
                <a:gdLst>
                  <a:gd name="T0" fmla="*/ 137 w 310"/>
                  <a:gd name="T1" fmla="*/ 285 h 285"/>
                  <a:gd name="T2" fmla="*/ 0 w 310"/>
                  <a:gd name="T3" fmla="*/ 171 h 285"/>
                  <a:gd name="T4" fmla="*/ 2 w 310"/>
                  <a:gd name="T5" fmla="*/ 12 h 285"/>
                  <a:gd name="T6" fmla="*/ 54 w 310"/>
                  <a:gd name="T7" fmla="*/ 7 h 285"/>
                  <a:gd name="T8" fmla="*/ 87 w 310"/>
                  <a:gd name="T9" fmla="*/ 40 h 285"/>
                  <a:gd name="T10" fmla="*/ 97 w 310"/>
                  <a:gd name="T11" fmla="*/ 7 h 285"/>
                  <a:gd name="T12" fmla="*/ 137 w 310"/>
                  <a:gd name="T13" fmla="*/ 0 h 285"/>
                  <a:gd name="T14" fmla="*/ 310 w 310"/>
                  <a:gd name="T15" fmla="*/ 150 h 285"/>
                  <a:gd name="T16" fmla="*/ 137 w 310"/>
                  <a:gd name="T17" fmla="*/ 285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0" h="285">
                    <a:moveTo>
                      <a:pt x="137" y="285"/>
                    </a:moveTo>
                    <a:lnTo>
                      <a:pt x="0" y="171"/>
                    </a:lnTo>
                    <a:lnTo>
                      <a:pt x="2" y="12"/>
                    </a:lnTo>
                    <a:lnTo>
                      <a:pt x="54" y="7"/>
                    </a:lnTo>
                    <a:lnTo>
                      <a:pt x="87" y="40"/>
                    </a:lnTo>
                    <a:lnTo>
                      <a:pt x="97" y="7"/>
                    </a:lnTo>
                    <a:lnTo>
                      <a:pt x="137" y="0"/>
                    </a:lnTo>
                    <a:lnTo>
                      <a:pt x="310" y="150"/>
                    </a:lnTo>
                    <a:lnTo>
                      <a:pt x="137" y="285"/>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9" name="Freeform 59"/>
              <p:cNvSpPr>
                <a:spLocks noEditPoints="1"/>
              </p:cNvSpPr>
              <p:nvPr/>
            </p:nvSpPr>
            <p:spPr bwMode="auto">
              <a:xfrm>
                <a:off x="4905105" y="3921313"/>
                <a:ext cx="151885" cy="380752"/>
              </a:xfrm>
              <a:custGeom>
                <a:avLst/>
                <a:gdLst>
                  <a:gd name="T0" fmla="*/ 17 w 31"/>
                  <a:gd name="T1" fmla="*/ 0 h 77"/>
                  <a:gd name="T2" fmla="*/ 28 w 31"/>
                  <a:gd name="T3" fmla="*/ 5 h 77"/>
                  <a:gd name="T4" fmla="*/ 31 w 31"/>
                  <a:gd name="T5" fmla="*/ 18 h 77"/>
                  <a:gd name="T6" fmla="*/ 31 w 31"/>
                  <a:gd name="T7" fmla="*/ 62 h 77"/>
                  <a:gd name="T8" fmla="*/ 27 w 31"/>
                  <a:gd name="T9" fmla="*/ 73 h 77"/>
                  <a:gd name="T10" fmla="*/ 16 w 31"/>
                  <a:gd name="T11" fmla="*/ 77 h 77"/>
                  <a:gd name="T12" fmla="*/ 3 w 31"/>
                  <a:gd name="T13" fmla="*/ 71 h 77"/>
                  <a:gd name="T14" fmla="*/ 0 w 31"/>
                  <a:gd name="T15" fmla="*/ 56 h 77"/>
                  <a:gd name="T16" fmla="*/ 0 w 31"/>
                  <a:gd name="T17" fmla="*/ 21 h 77"/>
                  <a:gd name="T18" fmla="*/ 3 w 31"/>
                  <a:gd name="T19" fmla="*/ 5 h 77"/>
                  <a:gd name="T20" fmla="*/ 17 w 31"/>
                  <a:gd name="T21" fmla="*/ 0 h 77"/>
                  <a:gd name="T22" fmla="*/ 16 w 31"/>
                  <a:gd name="T23" fmla="*/ 70 h 77"/>
                  <a:gd name="T24" fmla="*/ 22 w 31"/>
                  <a:gd name="T25" fmla="*/ 59 h 77"/>
                  <a:gd name="T26" fmla="*/ 22 w 31"/>
                  <a:gd name="T27" fmla="*/ 17 h 77"/>
                  <a:gd name="T28" fmla="*/ 16 w 31"/>
                  <a:gd name="T29" fmla="*/ 7 h 77"/>
                  <a:gd name="T30" fmla="*/ 9 w 31"/>
                  <a:gd name="T31" fmla="*/ 17 h 77"/>
                  <a:gd name="T32" fmla="*/ 9 w 31"/>
                  <a:gd name="T33" fmla="*/ 20 h 77"/>
                  <a:gd name="T34" fmla="*/ 9 w 31"/>
                  <a:gd name="T35" fmla="*/ 23 h 77"/>
                  <a:gd name="T36" fmla="*/ 9 w 31"/>
                  <a:gd name="T37" fmla="*/ 35 h 77"/>
                  <a:gd name="T38" fmla="*/ 9 w 31"/>
                  <a:gd name="T39" fmla="*/ 48 h 77"/>
                  <a:gd name="T40" fmla="*/ 9 w 31"/>
                  <a:gd name="T41" fmla="*/ 59 h 77"/>
                  <a:gd name="T42" fmla="*/ 16 w 31"/>
                  <a:gd name="T43" fmla="*/ 7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77">
                    <a:moveTo>
                      <a:pt x="17" y="0"/>
                    </a:moveTo>
                    <a:cubicBezTo>
                      <a:pt x="22" y="0"/>
                      <a:pt x="26" y="1"/>
                      <a:pt x="28" y="5"/>
                    </a:cubicBezTo>
                    <a:cubicBezTo>
                      <a:pt x="30" y="8"/>
                      <a:pt x="31" y="12"/>
                      <a:pt x="31" y="18"/>
                    </a:cubicBezTo>
                    <a:cubicBezTo>
                      <a:pt x="31" y="62"/>
                      <a:pt x="31" y="62"/>
                      <a:pt x="31" y="62"/>
                    </a:cubicBezTo>
                    <a:cubicBezTo>
                      <a:pt x="31" y="67"/>
                      <a:pt x="30" y="71"/>
                      <a:pt x="27" y="73"/>
                    </a:cubicBezTo>
                    <a:cubicBezTo>
                      <a:pt x="25" y="76"/>
                      <a:pt x="21" y="77"/>
                      <a:pt x="16" y="77"/>
                    </a:cubicBezTo>
                    <a:cubicBezTo>
                      <a:pt x="9" y="77"/>
                      <a:pt x="5" y="75"/>
                      <a:pt x="3" y="71"/>
                    </a:cubicBezTo>
                    <a:cubicBezTo>
                      <a:pt x="1" y="69"/>
                      <a:pt x="0" y="64"/>
                      <a:pt x="0" y="56"/>
                    </a:cubicBezTo>
                    <a:cubicBezTo>
                      <a:pt x="0" y="21"/>
                      <a:pt x="0" y="21"/>
                      <a:pt x="0" y="21"/>
                    </a:cubicBezTo>
                    <a:cubicBezTo>
                      <a:pt x="0" y="13"/>
                      <a:pt x="1" y="8"/>
                      <a:pt x="3" y="5"/>
                    </a:cubicBezTo>
                    <a:cubicBezTo>
                      <a:pt x="5" y="2"/>
                      <a:pt x="10" y="0"/>
                      <a:pt x="17" y="0"/>
                    </a:cubicBezTo>
                    <a:close/>
                    <a:moveTo>
                      <a:pt x="16" y="70"/>
                    </a:moveTo>
                    <a:cubicBezTo>
                      <a:pt x="20" y="70"/>
                      <a:pt x="22" y="66"/>
                      <a:pt x="22" y="59"/>
                    </a:cubicBezTo>
                    <a:cubicBezTo>
                      <a:pt x="22" y="17"/>
                      <a:pt x="22" y="17"/>
                      <a:pt x="22" y="17"/>
                    </a:cubicBezTo>
                    <a:cubicBezTo>
                      <a:pt x="22" y="10"/>
                      <a:pt x="20" y="7"/>
                      <a:pt x="16" y="7"/>
                    </a:cubicBezTo>
                    <a:cubicBezTo>
                      <a:pt x="11" y="7"/>
                      <a:pt x="9" y="10"/>
                      <a:pt x="9" y="17"/>
                    </a:cubicBezTo>
                    <a:cubicBezTo>
                      <a:pt x="9" y="20"/>
                      <a:pt x="9" y="20"/>
                      <a:pt x="9" y="20"/>
                    </a:cubicBezTo>
                    <a:cubicBezTo>
                      <a:pt x="9" y="23"/>
                      <a:pt x="9" y="23"/>
                      <a:pt x="9" y="23"/>
                    </a:cubicBezTo>
                    <a:cubicBezTo>
                      <a:pt x="9" y="35"/>
                      <a:pt x="9" y="35"/>
                      <a:pt x="9" y="35"/>
                    </a:cubicBezTo>
                    <a:cubicBezTo>
                      <a:pt x="9" y="48"/>
                      <a:pt x="9" y="48"/>
                      <a:pt x="9" y="48"/>
                    </a:cubicBezTo>
                    <a:cubicBezTo>
                      <a:pt x="9" y="59"/>
                      <a:pt x="9" y="59"/>
                      <a:pt x="9" y="59"/>
                    </a:cubicBezTo>
                    <a:cubicBezTo>
                      <a:pt x="9" y="66"/>
                      <a:pt x="11" y="70"/>
                      <a:pt x="16" y="70"/>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0" name="Freeform 60"/>
              <p:cNvSpPr>
                <a:spLocks/>
              </p:cNvSpPr>
              <p:nvPr/>
            </p:nvSpPr>
            <p:spPr bwMode="auto">
              <a:xfrm>
                <a:off x="5086117" y="3921313"/>
                <a:ext cx="153965" cy="380752"/>
              </a:xfrm>
              <a:custGeom>
                <a:avLst/>
                <a:gdLst>
                  <a:gd name="T0" fmla="*/ 0 w 31"/>
                  <a:gd name="T1" fmla="*/ 16 h 77"/>
                  <a:gd name="T2" fmla="*/ 4 w 31"/>
                  <a:gd name="T3" fmla="*/ 4 h 77"/>
                  <a:gd name="T4" fmla="*/ 16 w 31"/>
                  <a:gd name="T5" fmla="*/ 0 h 77"/>
                  <a:gd name="T6" fmla="*/ 29 w 31"/>
                  <a:gd name="T7" fmla="*/ 6 h 77"/>
                  <a:gd name="T8" fmla="*/ 31 w 31"/>
                  <a:gd name="T9" fmla="*/ 22 h 77"/>
                  <a:gd name="T10" fmla="*/ 30 w 31"/>
                  <a:gd name="T11" fmla="*/ 30 h 77"/>
                  <a:gd name="T12" fmla="*/ 27 w 31"/>
                  <a:gd name="T13" fmla="*/ 38 h 77"/>
                  <a:gd name="T14" fmla="*/ 18 w 31"/>
                  <a:gd name="T15" fmla="*/ 52 h 77"/>
                  <a:gd name="T16" fmla="*/ 11 w 31"/>
                  <a:gd name="T17" fmla="*/ 68 h 77"/>
                  <a:gd name="T18" fmla="*/ 31 w 31"/>
                  <a:gd name="T19" fmla="*/ 68 h 77"/>
                  <a:gd name="T20" fmla="*/ 31 w 31"/>
                  <a:gd name="T21" fmla="*/ 76 h 77"/>
                  <a:gd name="T22" fmla="*/ 8 w 31"/>
                  <a:gd name="T23" fmla="*/ 77 h 77"/>
                  <a:gd name="T24" fmla="*/ 0 w 31"/>
                  <a:gd name="T25" fmla="*/ 76 h 77"/>
                  <a:gd name="T26" fmla="*/ 0 w 31"/>
                  <a:gd name="T27" fmla="*/ 76 h 77"/>
                  <a:gd name="T28" fmla="*/ 5 w 31"/>
                  <a:gd name="T29" fmla="*/ 55 h 77"/>
                  <a:gd name="T30" fmla="*/ 17 w 31"/>
                  <a:gd name="T31" fmla="*/ 37 h 77"/>
                  <a:gd name="T32" fmla="*/ 21 w 31"/>
                  <a:gd name="T33" fmla="*/ 20 h 77"/>
                  <a:gd name="T34" fmla="*/ 21 w 31"/>
                  <a:gd name="T35" fmla="*/ 19 h 77"/>
                  <a:gd name="T36" fmla="*/ 21 w 31"/>
                  <a:gd name="T37" fmla="*/ 17 h 77"/>
                  <a:gd name="T38" fmla="*/ 21 w 31"/>
                  <a:gd name="T39" fmla="*/ 12 h 77"/>
                  <a:gd name="T40" fmla="*/ 15 w 31"/>
                  <a:gd name="T41" fmla="*/ 7 h 77"/>
                  <a:gd name="T42" fmla="*/ 10 w 31"/>
                  <a:gd name="T43" fmla="*/ 16 h 77"/>
                  <a:gd name="T44" fmla="*/ 10 w 31"/>
                  <a:gd name="T45" fmla="*/ 19 h 77"/>
                  <a:gd name="T46" fmla="*/ 10 w 31"/>
                  <a:gd name="T47" fmla="*/ 21 h 77"/>
                  <a:gd name="T48" fmla="*/ 10 w 31"/>
                  <a:gd name="T49" fmla="*/ 23 h 77"/>
                  <a:gd name="T50" fmla="*/ 10 w 31"/>
                  <a:gd name="T51" fmla="*/ 26 h 77"/>
                  <a:gd name="T52" fmla="*/ 0 w 31"/>
                  <a:gd name="T53" fmla="*/ 26 h 77"/>
                  <a:gd name="T54" fmla="*/ 0 w 31"/>
                  <a:gd name="T55" fmla="*/ 1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1" h="77">
                    <a:moveTo>
                      <a:pt x="0" y="16"/>
                    </a:moveTo>
                    <a:cubicBezTo>
                      <a:pt x="0" y="10"/>
                      <a:pt x="2" y="6"/>
                      <a:pt x="4" y="4"/>
                    </a:cubicBezTo>
                    <a:cubicBezTo>
                      <a:pt x="6" y="1"/>
                      <a:pt x="10" y="0"/>
                      <a:pt x="16" y="0"/>
                    </a:cubicBezTo>
                    <a:cubicBezTo>
                      <a:pt x="23" y="0"/>
                      <a:pt x="27" y="2"/>
                      <a:pt x="29" y="6"/>
                    </a:cubicBezTo>
                    <a:cubicBezTo>
                      <a:pt x="30" y="9"/>
                      <a:pt x="31" y="14"/>
                      <a:pt x="31" y="22"/>
                    </a:cubicBezTo>
                    <a:cubicBezTo>
                      <a:pt x="31" y="25"/>
                      <a:pt x="31" y="28"/>
                      <a:pt x="30" y="30"/>
                    </a:cubicBezTo>
                    <a:cubicBezTo>
                      <a:pt x="30" y="32"/>
                      <a:pt x="29" y="35"/>
                      <a:pt x="27" y="38"/>
                    </a:cubicBezTo>
                    <a:cubicBezTo>
                      <a:pt x="18" y="52"/>
                      <a:pt x="18" y="52"/>
                      <a:pt x="18" y="52"/>
                    </a:cubicBezTo>
                    <a:cubicBezTo>
                      <a:pt x="14" y="58"/>
                      <a:pt x="12" y="63"/>
                      <a:pt x="11" y="68"/>
                    </a:cubicBezTo>
                    <a:cubicBezTo>
                      <a:pt x="31" y="68"/>
                      <a:pt x="31" y="68"/>
                      <a:pt x="31" y="68"/>
                    </a:cubicBezTo>
                    <a:cubicBezTo>
                      <a:pt x="31" y="76"/>
                      <a:pt x="31" y="76"/>
                      <a:pt x="31" y="76"/>
                    </a:cubicBezTo>
                    <a:cubicBezTo>
                      <a:pt x="8" y="77"/>
                      <a:pt x="8" y="77"/>
                      <a:pt x="8" y="77"/>
                    </a:cubicBezTo>
                    <a:cubicBezTo>
                      <a:pt x="0" y="76"/>
                      <a:pt x="0" y="76"/>
                      <a:pt x="0" y="76"/>
                    </a:cubicBezTo>
                    <a:cubicBezTo>
                      <a:pt x="0" y="76"/>
                      <a:pt x="0" y="76"/>
                      <a:pt x="0" y="76"/>
                    </a:cubicBezTo>
                    <a:cubicBezTo>
                      <a:pt x="0" y="68"/>
                      <a:pt x="2" y="61"/>
                      <a:pt x="5" y="55"/>
                    </a:cubicBezTo>
                    <a:cubicBezTo>
                      <a:pt x="7" y="51"/>
                      <a:pt x="11" y="45"/>
                      <a:pt x="17" y="37"/>
                    </a:cubicBezTo>
                    <a:cubicBezTo>
                      <a:pt x="20" y="32"/>
                      <a:pt x="21" y="27"/>
                      <a:pt x="21" y="20"/>
                    </a:cubicBezTo>
                    <a:cubicBezTo>
                      <a:pt x="21" y="19"/>
                      <a:pt x="21" y="19"/>
                      <a:pt x="21" y="19"/>
                    </a:cubicBezTo>
                    <a:cubicBezTo>
                      <a:pt x="21" y="17"/>
                      <a:pt x="21" y="17"/>
                      <a:pt x="21" y="17"/>
                    </a:cubicBezTo>
                    <a:cubicBezTo>
                      <a:pt x="21" y="15"/>
                      <a:pt x="21" y="13"/>
                      <a:pt x="21" y="12"/>
                    </a:cubicBezTo>
                    <a:cubicBezTo>
                      <a:pt x="20" y="9"/>
                      <a:pt x="18" y="7"/>
                      <a:pt x="15" y="7"/>
                    </a:cubicBezTo>
                    <a:cubicBezTo>
                      <a:pt x="11" y="7"/>
                      <a:pt x="10" y="10"/>
                      <a:pt x="10" y="16"/>
                    </a:cubicBezTo>
                    <a:cubicBezTo>
                      <a:pt x="10" y="19"/>
                      <a:pt x="10" y="19"/>
                      <a:pt x="10" y="19"/>
                    </a:cubicBezTo>
                    <a:cubicBezTo>
                      <a:pt x="10" y="21"/>
                      <a:pt x="10" y="21"/>
                      <a:pt x="10" y="21"/>
                    </a:cubicBezTo>
                    <a:cubicBezTo>
                      <a:pt x="10" y="23"/>
                      <a:pt x="10" y="23"/>
                      <a:pt x="10" y="23"/>
                    </a:cubicBezTo>
                    <a:cubicBezTo>
                      <a:pt x="10" y="26"/>
                      <a:pt x="10" y="26"/>
                      <a:pt x="10" y="26"/>
                    </a:cubicBezTo>
                    <a:cubicBezTo>
                      <a:pt x="0" y="26"/>
                      <a:pt x="0" y="26"/>
                      <a:pt x="0" y="26"/>
                    </a:cubicBezTo>
                    <a:lnTo>
                      <a:pt x="0" y="16"/>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81" name="组合 30"/>
          <p:cNvGrpSpPr/>
          <p:nvPr/>
        </p:nvGrpSpPr>
        <p:grpSpPr>
          <a:xfrm>
            <a:off x="6255558" y="4214812"/>
            <a:ext cx="635048" cy="596466"/>
            <a:chOff x="8132088" y="3935033"/>
            <a:chExt cx="728244" cy="684000"/>
          </a:xfrm>
          <a:effectLst>
            <a:outerShdw blurRad="76200" dist="38100" dir="2700000" sx="102000" sy="102000" algn="tl" rotWithShape="0">
              <a:prstClr val="black">
                <a:alpha val="32000"/>
              </a:prstClr>
            </a:outerShdw>
          </a:effectLst>
        </p:grpSpPr>
        <p:sp>
          <p:nvSpPr>
            <p:cNvPr id="82" name="椭圆 81"/>
            <p:cNvSpPr/>
            <p:nvPr/>
          </p:nvSpPr>
          <p:spPr>
            <a:xfrm>
              <a:off x="8132088" y="3935033"/>
              <a:ext cx="684000" cy="684000"/>
            </a:xfrm>
            <a:prstGeom prst="ellipse">
              <a:avLst/>
            </a:prstGeom>
            <a:solidFill>
              <a:srgbClr val="6D5DA5"/>
            </a:solidFill>
            <a:ln w="123825">
              <a:gradFill flip="none" rotWithShape="1">
                <a:gsLst>
                  <a:gs pos="2000">
                    <a:srgbClr val="FDFDFD"/>
                  </a:gs>
                  <a:gs pos="100000">
                    <a:srgbClr val="CBCDCE"/>
                  </a:gs>
                </a:gsLst>
                <a:lin ang="16200000" scaled="0"/>
                <a:tileRect/>
              </a:gradFill>
            </a:ln>
            <a:effectLst>
              <a:innerShdw blurRad="190500" dist="50800" dir="162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83" name="组合 32"/>
            <p:cNvGrpSpPr/>
            <p:nvPr/>
          </p:nvGrpSpPr>
          <p:grpSpPr>
            <a:xfrm>
              <a:off x="8330618" y="4126985"/>
              <a:ext cx="529714" cy="477072"/>
              <a:chOff x="4907450" y="5164672"/>
              <a:chExt cx="669956" cy="603376"/>
            </a:xfrm>
          </p:grpSpPr>
          <p:sp>
            <p:nvSpPr>
              <p:cNvPr id="84" name="Freeform 61"/>
              <p:cNvSpPr>
                <a:spLocks/>
              </p:cNvSpPr>
              <p:nvPr/>
            </p:nvSpPr>
            <p:spPr bwMode="auto">
              <a:xfrm>
                <a:off x="4932417" y="5172994"/>
                <a:ext cx="644989" cy="595054"/>
              </a:xfrm>
              <a:custGeom>
                <a:avLst/>
                <a:gdLst>
                  <a:gd name="T0" fmla="*/ 140 w 310"/>
                  <a:gd name="T1" fmla="*/ 286 h 286"/>
                  <a:gd name="T2" fmla="*/ 0 w 310"/>
                  <a:gd name="T3" fmla="*/ 172 h 286"/>
                  <a:gd name="T4" fmla="*/ 2 w 310"/>
                  <a:gd name="T5" fmla="*/ 12 h 286"/>
                  <a:gd name="T6" fmla="*/ 57 w 310"/>
                  <a:gd name="T7" fmla="*/ 7 h 286"/>
                  <a:gd name="T8" fmla="*/ 88 w 310"/>
                  <a:gd name="T9" fmla="*/ 41 h 286"/>
                  <a:gd name="T10" fmla="*/ 97 w 310"/>
                  <a:gd name="T11" fmla="*/ 7 h 286"/>
                  <a:gd name="T12" fmla="*/ 135 w 310"/>
                  <a:gd name="T13" fmla="*/ 0 h 286"/>
                  <a:gd name="T14" fmla="*/ 310 w 310"/>
                  <a:gd name="T15" fmla="*/ 150 h 286"/>
                  <a:gd name="T16" fmla="*/ 140 w 310"/>
                  <a:gd name="T17" fmla="*/ 286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0" h="286">
                    <a:moveTo>
                      <a:pt x="140" y="286"/>
                    </a:moveTo>
                    <a:lnTo>
                      <a:pt x="0" y="172"/>
                    </a:lnTo>
                    <a:lnTo>
                      <a:pt x="2" y="12"/>
                    </a:lnTo>
                    <a:lnTo>
                      <a:pt x="57" y="7"/>
                    </a:lnTo>
                    <a:lnTo>
                      <a:pt x="88" y="41"/>
                    </a:lnTo>
                    <a:lnTo>
                      <a:pt x="97" y="7"/>
                    </a:lnTo>
                    <a:lnTo>
                      <a:pt x="135" y="0"/>
                    </a:lnTo>
                    <a:lnTo>
                      <a:pt x="310" y="150"/>
                    </a:lnTo>
                    <a:lnTo>
                      <a:pt x="140" y="286"/>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5" name="Freeform 62"/>
              <p:cNvSpPr>
                <a:spLocks noEditPoints="1"/>
              </p:cNvSpPr>
              <p:nvPr/>
            </p:nvSpPr>
            <p:spPr bwMode="auto">
              <a:xfrm>
                <a:off x="4907450" y="5164672"/>
                <a:ext cx="153965" cy="380752"/>
              </a:xfrm>
              <a:custGeom>
                <a:avLst/>
                <a:gdLst>
                  <a:gd name="T0" fmla="*/ 17 w 31"/>
                  <a:gd name="T1" fmla="*/ 0 h 77"/>
                  <a:gd name="T2" fmla="*/ 29 w 31"/>
                  <a:gd name="T3" fmla="*/ 5 h 77"/>
                  <a:gd name="T4" fmla="*/ 31 w 31"/>
                  <a:gd name="T5" fmla="*/ 18 h 77"/>
                  <a:gd name="T6" fmla="*/ 31 w 31"/>
                  <a:gd name="T7" fmla="*/ 62 h 77"/>
                  <a:gd name="T8" fmla="*/ 27 w 31"/>
                  <a:gd name="T9" fmla="*/ 73 h 77"/>
                  <a:gd name="T10" fmla="*/ 16 w 31"/>
                  <a:gd name="T11" fmla="*/ 77 h 77"/>
                  <a:gd name="T12" fmla="*/ 3 w 31"/>
                  <a:gd name="T13" fmla="*/ 72 h 77"/>
                  <a:gd name="T14" fmla="*/ 0 w 31"/>
                  <a:gd name="T15" fmla="*/ 56 h 77"/>
                  <a:gd name="T16" fmla="*/ 0 w 31"/>
                  <a:gd name="T17" fmla="*/ 21 h 77"/>
                  <a:gd name="T18" fmla="*/ 3 w 31"/>
                  <a:gd name="T19" fmla="*/ 5 h 77"/>
                  <a:gd name="T20" fmla="*/ 17 w 31"/>
                  <a:gd name="T21" fmla="*/ 0 h 77"/>
                  <a:gd name="T22" fmla="*/ 16 w 31"/>
                  <a:gd name="T23" fmla="*/ 70 h 77"/>
                  <a:gd name="T24" fmla="*/ 23 w 31"/>
                  <a:gd name="T25" fmla="*/ 59 h 77"/>
                  <a:gd name="T26" fmla="*/ 23 w 31"/>
                  <a:gd name="T27" fmla="*/ 17 h 77"/>
                  <a:gd name="T28" fmla="*/ 16 w 31"/>
                  <a:gd name="T29" fmla="*/ 7 h 77"/>
                  <a:gd name="T30" fmla="*/ 9 w 31"/>
                  <a:gd name="T31" fmla="*/ 17 h 77"/>
                  <a:gd name="T32" fmla="*/ 9 w 31"/>
                  <a:gd name="T33" fmla="*/ 20 h 77"/>
                  <a:gd name="T34" fmla="*/ 9 w 31"/>
                  <a:gd name="T35" fmla="*/ 23 h 77"/>
                  <a:gd name="T36" fmla="*/ 9 w 31"/>
                  <a:gd name="T37" fmla="*/ 35 h 77"/>
                  <a:gd name="T38" fmla="*/ 9 w 31"/>
                  <a:gd name="T39" fmla="*/ 48 h 77"/>
                  <a:gd name="T40" fmla="*/ 9 w 31"/>
                  <a:gd name="T41" fmla="*/ 59 h 77"/>
                  <a:gd name="T42" fmla="*/ 16 w 31"/>
                  <a:gd name="T43" fmla="*/ 7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77">
                    <a:moveTo>
                      <a:pt x="17" y="0"/>
                    </a:moveTo>
                    <a:cubicBezTo>
                      <a:pt x="22" y="0"/>
                      <a:pt x="26" y="2"/>
                      <a:pt x="29" y="5"/>
                    </a:cubicBezTo>
                    <a:cubicBezTo>
                      <a:pt x="30" y="8"/>
                      <a:pt x="31" y="12"/>
                      <a:pt x="31" y="18"/>
                    </a:cubicBezTo>
                    <a:cubicBezTo>
                      <a:pt x="31" y="62"/>
                      <a:pt x="31" y="62"/>
                      <a:pt x="31" y="62"/>
                    </a:cubicBezTo>
                    <a:cubicBezTo>
                      <a:pt x="31" y="67"/>
                      <a:pt x="30" y="71"/>
                      <a:pt x="27" y="73"/>
                    </a:cubicBezTo>
                    <a:cubicBezTo>
                      <a:pt x="25" y="76"/>
                      <a:pt x="21" y="77"/>
                      <a:pt x="16" y="77"/>
                    </a:cubicBezTo>
                    <a:cubicBezTo>
                      <a:pt x="10" y="77"/>
                      <a:pt x="5" y="75"/>
                      <a:pt x="3" y="72"/>
                    </a:cubicBezTo>
                    <a:cubicBezTo>
                      <a:pt x="1" y="69"/>
                      <a:pt x="0" y="64"/>
                      <a:pt x="0" y="56"/>
                    </a:cubicBezTo>
                    <a:cubicBezTo>
                      <a:pt x="0" y="21"/>
                      <a:pt x="0" y="21"/>
                      <a:pt x="0" y="21"/>
                    </a:cubicBezTo>
                    <a:cubicBezTo>
                      <a:pt x="0" y="14"/>
                      <a:pt x="1" y="8"/>
                      <a:pt x="3" y="5"/>
                    </a:cubicBezTo>
                    <a:cubicBezTo>
                      <a:pt x="5" y="2"/>
                      <a:pt x="10" y="0"/>
                      <a:pt x="17" y="0"/>
                    </a:cubicBezTo>
                    <a:close/>
                    <a:moveTo>
                      <a:pt x="16" y="70"/>
                    </a:moveTo>
                    <a:cubicBezTo>
                      <a:pt x="20" y="70"/>
                      <a:pt x="23" y="66"/>
                      <a:pt x="23" y="59"/>
                    </a:cubicBezTo>
                    <a:cubicBezTo>
                      <a:pt x="23" y="17"/>
                      <a:pt x="23" y="17"/>
                      <a:pt x="23" y="17"/>
                    </a:cubicBezTo>
                    <a:cubicBezTo>
                      <a:pt x="23" y="10"/>
                      <a:pt x="20" y="7"/>
                      <a:pt x="16" y="7"/>
                    </a:cubicBezTo>
                    <a:cubicBezTo>
                      <a:pt x="12" y="7"/>
                      <a:pt x="9" y="10"/>
                      <a:pt x="9" y="17"/>
                    </a:cubicBezTo>
                    <a:cubicBezTo>
                      <a:pt x="9" y="20"/>
                      <a:pt x="9" y="20"/>
                      <a:pt x="9" y="20"/>
                    </a:cubicBezTo>
                    <a:cubicBezTo>
                      <a:pt x="9" y="23"/>
                      <a:pt x="9" y="23"/>
                      <a:pt x="9" y="23"/>
                    </a:cubicBezTo>
                    <a:cubicBezTo>
                      <a:pt x="9" y="35"/>
                      <a:pt x="9" y="35"/>
                      <a:pt x="9" y="35"/>
                    </a:cubicBezTo>
                    <a:cubicBezTo>
                      <a:pt x="9" y="48"/>
                      <a:pt x="9" y="48"/>
                      <a:pt x="9" y="48"/>
                    </a:cubicBezTo>
                    <a:cubicBezTo>
                      <a:pt x="9" y="59"/>
                      <a:pt x="9" y="59"/>
                      <a:pt x="9" y="59"/>
                    </a:cubicBezTo>
                    <a:cubicBezTo>
                      <a:pt x="9" y="66"/>
                      <a:pt x="12" y="70"/>
                      <a:pt x="16" y="70"/>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6" name="Freeform 63"/>
              <p:cNvSpPr>
                <a:spLocks/>
              </p:cNvSpPr>
              <p:nvPr/>
            </p:nvSpPr>
            <p:spPr bwMode="auto">
              <a:xfrm>
                <a:off x="5090544" y="5164672"/>
                <a:ext cx="147724" cy="380752"/>
              </a:xfrm>
              <a:custGeom>
                <a:avLst/>
                <a:gdLst>
                  <a:gd name="T0" fmla="*/ 9 w 30"/>
                  <a:gd name="T1" fmla="*/ 54 h 77"/>
                  <a:gd name="T2" fmla="*/ 9 w 30"/>
                  <a:gd name="T3" fmla="*/ 62 h 77"/>
                  <a:gd name="T4" fmla="*/ 10 w 30"/>
                  <a:gd name="T5" fmla="*/ 68 h 77"/>
                  <a:gd name="T6" fmla="*/ 16 w 30"/>
                  <a:gd name="T7" fmla="*/ 70 h 77"/>
                  <a:gd name="T8" fmla="*/ 21 w 30"/>
                  <a:gd name="T9" fmla="*/ 65 h 77"/>
                  <a:gd name="T10" fmla="*/ 21 w 30"/>
                  <a:gd name="T11" fmla="*/ 58 h 77"/>
                  <a:gd name="T12" fmla="*/ 21 w 30"/>
                  <a:gd name="T13" fmla="*/ 52 h 77"/>
                  <a:gd name="T14" fmla="*/ 20 w 30"/>
                  <a:gd name="T15" fmla="*/ 43 h 77"/>
                  <a:gd name="T16" fmla="*/ 12 w 30"/>
                  <a:gd name="T17" fmla="*/ 39 h 77"/>
                  <a:gd name="T18" fmla="*/ 10 w 30"/>
                  <a:gd name="T19" fmla="*/ 39 h 77"/>
                  <a:gd name="T20" fmla="*/ 7 w 30"/>
                  <a:gd name="T21" fmla="*/ 40 h 77"/>
                  <a:gd name="T22" fmla="*/ 7 w 30"/>
                  <a:gd name="T23" fmla="*/ 31 h 77"/>
                  <a:gd name="T24" fmla="*/ 9 w 30"/>
                  <a:gd name="T25" fmla="*/ 31 h 77"/>
                  <a:gd name="T26" fmla="*/ 19 w 30"/>
                  <a:gd name="T27" fmla="*/ 22 h 77"/>
                  <a:gd name="T28" fmla="*/ 19 w 30"/>
                  <a:gd name="T29" fmla="*/ 14 h 77"/>
                  <a:gd name="T30" fmla="*/ 14 w 30"/>
                  <a:gd name="T31" fmla="*/ 7 h 77"/>
                  <a:gd name="T32" fmla="*/ 9 w 30"/>
                  <a:gd name="T33" fmla="*/ 15 h 77"/>
                  <a:gd name="T34" fmla="*/ 9 w 30"/>
                  <a:gd name="T35" fmla="*/ 17 h 77"/>
                  <a:gd name="T36" fmla="*/ 9 w 30"/>
                  <a:gd name="T37" fmla="*/ 19 h 77"/>
                  <a:gd name="T38" fmla="*/ 0 w 30"/>
                  <a:gd name="T39" fmla="*/ 19 h 77"/>
                  <a:gd name="T40" fmla="*/ 0 w 30"/>
                  <a:gd name="T41" fmla="*/ 12 h 77"/>
                  <a:gd name="T42" fmla="*/ 15 w 30"/>
                  <a:gd name="T43" fmla="*/ 0 h 77"/>
                  <a:gd name="T44" fmla="*/ 29 w 30"/>
                  <a:gd name="T45" fmla="*/ 13 h 77"/>
                  <a:gd name="T46" fmla="*/ 29 w 30"/>
                  <a:gd name="T47" fmla="*/ 17 h 77"/>
                  <a:gd name="T48" fmla="*/ 29 w 30"/>
                  <a:gd name="T49" fmla="*/ 20 h 77"/>
                  <a:gd name="T50" fmla="*/ 22 w 30"/>
                  <a:gd name="T51" fmla="*/ 34 h 77"/>
                  <a:gd name="T52" fmla="*/ 28 w 30"/>
                  <a:gd name="T53" fmla="*/ 39 h 77"/>
                  <a:gd name="T54" fmla="*/ 30 w 30"/>
                  <a:gd name="T55" fmla="*/ 48 h 77"/>
                  <a:gd name="T56" fmla="*/ 30 w 30"/>
                  <a:gd name="T57" fmla="*/ 64 h 77"/>
                  <a:gd name="T58" fmla="*/ 14 w 30"/>
                  <a:gd name="T59" fmla="*/ 77 h 77"/>
                  <a:gd name="T60" fmla="*/ 0 w 30"/>
                  <a:gd name="T61" fmla="*/ 64 h 77"/>
                  <a:gd name="T62" fmla="*/ 0 w 30"/>
                  <a:gd name="T63" fmla="*/ 54 h 77"/>
                  <a:gd name="T64" fmla="*/ 9 w 30"/>
                  <a:gd name="T65" fmla="*/ 5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 h="77">
                    <a:moveTo>
                      <a:pt x="9" y="54"/>
                    </a:moveTo>
                    <a:cubicBezTo>
                      <a:pt x="9" y="62"/>
                      <a:pt x="9" y="62"/>
                      <a:pt x="9" y="62"/>
                    </a:cubicBezTo>
                    <a:cubicBezTo>
                      <a:pt x="9" y="65"/>
                      <a:pt x="9" y="67"/>
                      <a:pt x="10" y="68"/>
                    </a:cubicBezTo>
                    <a:cubicBezTo>
                      <a:pt x="11" y="69"/>
                      <a:pt x="13" y="70"/>
                      <a:pt x="16" y="70"/>
                    </a:cubicBezTo>
                    <a:cubicBezTo>
                      <a:pt x="18" y="70"/>
                      <a:pt x="20" y="68"/>
                      <a:pt x="21" y="65"/>
                    </a:cubicBezTo>
                    <a:cubicBezTo>
                      <a:pt x="21" y="64"/>
                      <a:pt x="21" y="62"/>
                      <a:pt x="21" y="58"/>
                    </a:cubicBezTo>
                    <a:cubicBezTo>
                      <a:pt x="21" y="52"/>
                      <a:pt x="21" y="52"/>
                      <a:pt x="21" y="52"/>
                    </a:cubicBezTo>
                    <a:cubicBezTo>
                      <a:pt x="21" y="48"/>
                      <a:pt x="21" y="45"/>
                      <a:pt x="20" y="43"/>
                    </a:cubicBezTo>
                    <a:cubicBezTo>
                      <a:pt x="18" y="41"/>
                      <a:pt x="16" y="39"/>
                      <a:pt x="12" y="39"/>
                    </a:cubicBezTo>
                    <a:cubicBezTo>
                      <a:pt x="11" y="39"/>
                      <a:pt x="11" y="39"/>
                      <a:pt x="10" y="39"/>
                    </a:cubicBezTo>
                    <a:cubicBezTo>
                      <a:pt x="9" y="39"/>
                      <a:pt x="8" y="40"/>
                      <a:pt x="7" y="40"/>
                    </a:cubicBezTo>
                    <a:cubicBezTo>
                      <a:pt x="7" y="31"/>
                      <a:pt x="7" y="31"/>
                      <a:pt x="7" y="31"/>
                    </a:cubicBezTo>
                    <a:cubicBezTo>
                      <a:pt x="9" y="31"/>
                      <a:pt x="9" y="31"/>
                      <a:pt x="9" y="31"/>
                    </a:cubicBezTo>
                    <a:cubicBezTo>
                      <a:pt x="16" y="31"/>
                      <a:pt x="19" y="28"/>
                      <a:pt x="19" y="22"/>
                    </a:cubicBezTo>
                    <a:cubicBezTo>
                      <a:pt x="19" y="14"/>
                      <a:pt x="19" y="14"/>
                      <a:pt x="19" y="14"/>
                    </a:cubicBezTo>
                    <a:cubicBezTo>
                      <a:pt x="19" y="9"/>
                      <a:pt x="18" y="7"/>
                      <a:pt x="14" y="7"/>
                    </a:cubicBezTo>
                    <a:cubicBezTo>
                      <a:pt x="11" y="7"/>
                      <a:pt x="9" y="10"/>
                      <a:pt x="9" y="15"/>
                    </a:cubicBezTo>
                    <a:cubicBezTo>
                      <a:pt x="9" y="17"/>
                      <a:pt x="9" y="17"/>
                      <a:pt x="9" y="17"/>
                    </a:cubicBezTo>
                    <a:cubicBezTo>
                      <a:pt x="9" y="19"/>
                      <a:pt x="9" y="19"/>
                      <a:pt x="9" y="19"/>
                    </a:cubicBezTo>
                    <a:cubicBezTo>
                      <a:pt x="0" y="19"/>
                      <a:pt x="0" y="19"/>
                      <a:pt x="0" y="19"/>
                    </a:cubicBezTo>
                    <a:cubicBezTo>
                      <a:pt x="0" y="12"/>
                      <a:pt x="0" y="12"/>
                      <a:pt x="0" y="12"/>
                    </a:cubicBezTo>
                    <a:cubicBezTo>
                      <a:pt x="0" y="4"/>
                      <a:pt x="5" y="0"/>
                      <a:pt x="15" y="0"/>
                    </a:cubicBezTo>
                    <a:cubicBezTo>
                      <a:pt x="24" y="0"/>
                      <a:pt x="29" y="4"/>
                      <a:pt x="29" y="13"/>
                    </a:cubicBezTo>
                    <a:cubicBezTo>
                      <a:pt x="29" y="17"/>
                      <a:pt x="29" y="17"/>
                      <a:pt x="29" y="17"/>
                    </a:cubicBezTo>
                    <a:cubicBezTo>
                      <a:pt x="29" y="20"/>
                      <a:pt x="29" y="20"/>
                      <a:pt x="29" y="20"/>
                    </a:cubicBezTo>
                    <a:cubicBezTo>
                      <a:pt x="29" y="27"/>
                      <a:pt x="26" y="31"/>
                      <a:pt x="22" y="34"/>
                    </a:cubicBezTo>
                    <a:cubicBezTo>
                      <a:pt x="25" y="35"/>
                      <a:pt x="27" y="36"/>
                      <a:pt x="28" y="39"/>
                    </a:cubicBezTo>
                    <a:cubicBezTo>
                      <a:pt x="29" y="41"/>
                      <a:pt x="30" y="44"/>
                      <a:pt x="30" y="48"/>
                    </a:cubicBezTo>
                    <a:cubicBezTo>
                      <a:pt x="30" y="64"/>
                      <a:pt x="30" y="64"/>
                      <a:pt x="30" y="64"/>
                    </a:cubicBezTo>
                    <a:cubicBezTo>
                      <a:pt x="30" y="73"/>
                      <a:pt x="25" y="77"/>
                      <a:pt x="14" y="77"/>
                    </a:cubicBezTo>
                    <a:cubicBezTo>
                      <a:pt x="5" y="77"/>
                      <a:pt x="0" y="73"/>
                      <a:pt x="0" y="64"/>
                    </a:cubicBezTo>
                    <a:cubicBezTo>
                      <a:pt x="0" y="54"/>
                      <a:pt x="0" y="54"/>
                      <a:pt x="0" y="54"/>
                    </a:cubicBezTo>
                    <a:lnTo>
                      <a:pt x="9" y="54"/>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87" name="组合 36"/>
          <p:cNvGrpSpPr/>
          <p:nvPr/>
        </p:nvGrpSpPr>
        <p:grpSpPr>
          <a:xfrm>
            <a:off x="6274849" y="5093540"/>
            <a:ext cx="596466" cy="596466"/>
            <a:chOff x="11076191" y="5381783"/>
            <a:chExt cx="684000" cy="684000"/>
          </a:xfrm>
          <a:effectLst>
            <a:outerShdw blurRad="76200" dist="38100" dir="2700000" sx="102000" sy="102000" algn="tl" rotWithShape="0">
              <a:prstClr val="black">
                <a:alpha val="32000"/>
              </a:prstClr>
            </a:outerShdw>
          </a:effectLst>
        </p:grpSpPr>
        <p:sp>
          <p:nvSpPr>
            <p:cNvPr id="88" name="椭圆 87"/>
            <p:cNvSpPr/>
            <p:nvPr/>
          </p:nvSpPr>
          <p:spPr>
            <a:xfrm>
              <a:off x="11076191" y="5381783"/>
              <a:ext cx="684000" cy="684000"/>
            </a:xfrm>
            <a:prstGeom prst="ellipse">
              <a:avLst/>
            </a:prstGeom>
            <a:solidFill>
              <a:srgbClr val="007BC6"/>
            </a:solidFill>
            <a:ln w="123825">
              <a:gradFill flip="none" rotWithShape="1">
                <a:gsLst>
                  <a:gs pos="2000">
                    <a:srgbClr val="FDFDFD"/>
                  </a:gs>
                  <a:gs pos="100000">
                    <a:srgbClr val="CBCDCE"/>
                  </a:gs>
                </a:gsLst>
                <a:lin ang="16200000" scaled="0"/>
                <a:tileRect/>
              </a:gradFill>
            </a:ln>
            <a:effectLst>
              <a:innerShdw blurRad="190500" dist="50800" dir="162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89" name="组合 38"/>
            <p:cNvGrpSpPr>
              <a:grpSpLocks noChangeAspect="1"/>
            </p:cNvGrpSpPr>
            <p:nvPr/>
          </p:nvGrpSpPr>
          <p:grpSpPr>
            <a:xfrm>
              <a:off x="11242145" y="5588711"/>
              <a:ext cx="518046" cy="461014"/>
              <a:chOff x="688976" y="7240588"/>
              <a:chExt cx="519113" cy="461963"/>
            </a:xfrm>
          </p:grpSpPr>
          <p:sp>
            <p:nvSpPr>
              <p:cNvPr id="90" name="Freeform 64"/>
              <p:cNvSpPr>
                <a:spLocks/>
              </p:cNvSpPr>
              <p:nvPr/>
            </p:nvSpPr>
            <p:spPr bwMode="auto">
              <a:xfrm>
                <a:off x="708026" y="7245351"/>
                <a:ext cx="500063" cy="457200"/>
              </a:xfrm>
              <a:custGeom>
                <a:avLst/>
                <a:gdLst>
                  <a:gd name="T0" fmla="*/ 140 w 315"/>
                  <a:gd name="T1" fmla="*/ 288 h 288"/>
                  <a:gd name="T2" fmla="*/ 0 w 315"/>
                  <a:gd name="T3" fmla="*/ 176 h 288"/>
                  <a:gd name="T4" fmla="*/ 2 w 315"/>
                  <a:gd name="T5" fmla="*/ 14 h 288"/>
                  <a:gd name="T6" fmla="*/ 57 w 315"/>
                  <a:gd name="T7" fmla="*/ 9 h 288"/>
                  <a:gd name="T8" fmla="*/ 97 w 315"/>
                  <a:gd name="T9" fmla="*/ 57 h 288"/>
                  <a:gd name="T10" fmla="*/ 113 w 315"/>
                  <a:gd name="T11" fmla="*/ 9 h 288"/>
                  <a:gd name="T12" fmla="*/ 140 w 315"/>
                  <a:gd name="T13" fmla="*/ 0 h 288"/>
                  <a:gd name="T14" fmla="*/ 315 w 315"/>
                  <a:gd name="T15" fmla="*/ 150 h 288"/>
                  <a:gd name="T16" fmla="*/ 140 w 315"/>
                  <a:gd name="T17" fmla="*/ 288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5" h="288">
                    <a:moveTo>
                      <a:pt x="140" y="288"/>
                    </a:moveTo>
                    <a:lnTo>
                      <a:pt x="0" y="176"/>
                    </a:lnTo>
                    <a:lnTo>
                      <a:pt x="2" y="14"/>
                    </a:lnTo>
                    <a:lnTo>
                      <a:pt x="57" y="9"/>
                    </a:lnTo>
                    <a:lnTo>
                      <a:pt x="97" y="57"/>
                    </a:lnTo>
                    <a:lnTo>
                      <a:pt x="113" y="9"/>
                    </a:lnTo>
                    <a:lnTo>
                      <a:pt x="140" y="0"/>
                    </a:lnTo>
                    <a:lnTo>
                      <a:pt x="315" y="150"/>
                    </a:lnTo>
                    <a:lnTo>
                      <a:pt x="140" y="288"/>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1" name="Freeform 65"/>
              <p:cNvSpPr>
                <a:spLocks noEditPoints="1"/>
              </p:cNvSpPr>
              <p:nvPr/>
            </p:nvSpPr>
            <p:spPr bwMode="auto">
              <a:xfrm>
                <a:off x="688976" y="7240588"/>
                <a:ext cx="115888" cy="295275"/>
              </a:xfrm>
              <a:custGeom>
                <a:avLst/>
                <a:gdLst>
                  <a:gd name="T0" fmla="*/ 17 w 31"/>
                  <a:gd name="T1" fmla="*/ 0 h 78"/>
                  <a:gd name="T2" fmla="*/ 29 w 31"/>
                  <a:gd name="T3" fmla="*/ 5 h 78"/>
                  <a:gd name="T4" fmla="*/ 31 w 31"/>
                  <a:gd name="T5" fmla="*/ 18 h 78"/>
                  <a:gd name="T6" fmla="*/ 31 w 31"/>
                  <a:gd name="T7" fmla="*/ 63 h 78"/>
                  <a:gd name="T8" fmla="*/ 27 w 31"/>
                  <a:gd name="T9" fmla="*/ 74 h 78"/>
                  <a:gd name="T10" fmla="*/ 16 w 31"/>
                  <a:gd name="T11" fmla="*/ 78 h 78"/>
                  <a:gd name="T12" fmla="*/ 3 w 31"/>
                  <a:gd name="T13" fmla="*/ 72 h 78"/>
                  <a:gd name="T14" fmla="*/ 0 w 31"/>
                  <a:gd name="T15" fmla="*/ 57 h 78"/>
                  <a:gd name="T16" fmla="*/ 0 w 31"/>
                  <a:gd name="T17" fmla="*/ 21 h 78"/>
                  <a:gd name="T18" fmla="*/ 3 w 31"/>
                  <a:gd name="T19" fmla="*/ 6 h 78"/>
                  <a:gd name="T20" fmla="*/ 17 w 31"/>
                  <a:gd name="T21" fmla="*/ 0 h 78"/>
                  <a:gd name="T22" fmla="*/ 16 w 31"/>
                  <a:gd name="T23" fmla="*/ 70 h 78"/>
                  <a:gd name="T24" fmla="*/ 23 w 31"/>
                  <a:gd name="T25" fmla="*/ 60 h 78"/>
                  <a:gd name="T26" fmla="*/ 23 w 31"/>
                  <a:gd name="T27" fmla="*/ 17 h 78"/>
                  <a:gd name="T28" fmla="*/ 16 w 31"/>
                  <a:gd name="T29" fmla="*/ 7 h 78"/>
                  <a:gd name="T30" fmla="*/ 9 w 31"/>
                  <a:gd name="T31" fmla="*/ 17 h 78"/>
                  <a:gd name="T32" fmla="*/ 9 w 31"/>
                  <a:gd name="T33" fmla="*/ 20 h 78"/>
                  <a:gd name="T34" fmla="*/ 9 w 31"/>
                  <a:gd name="T35" fmla="*/ 23 h 78"/>
                  <a:gd name="T36" fmla="*/ 9 w 31"/>
                  <a:gd name="T37" fmla="*/ 36 h 78"/>
                  <a:gd name="T38" fmla="*/ 9 w 31"/>
                  <a:gd name="T39" fmla="*/ 48 h 78"/>
                  <a:gd name="T40" fmla="*/ 9 w 31"/>
                  <a:gd name="T41" fmla="*/ 59 h 78"/>
                  <a:gd name="T42" fmla="*/ 16 w 31"/>
                  <a:gd name="T43" fmla="*/ 7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78">
                    <a:moveTo>
                      <a:pt x="17" y="0"/>
                    </a:moveTo>
                    <a:cubicBezTo>
                      <a:pt x="22" y="0"/>
                      <a:pt x="26" y="2"/>
                      <a:pt x="29" y="5"/>
                    </a:cubicBezTo>
                    <a:cubicBezTo>
                      <a:pt x="31" y="8"/>
                      <a:pt x="31" y="12"/>
                      <a:pt x="31" y="18"/>
                    </a:cubicBezTo>
                    <a:cubicBezTo>
                      <a:pt x="31" y="63"/>
                      <a:pt x="31" y="63"/>
                      <a:pt x="31" y="63"/>
                    </a:cubicBezTo>
                    <a:cubicBezTo>
                      <a:pt x="31" y="67"/>
                      <a:pt x="30" y="71"/>
                      <a:pt x="27" y="74"/>
                    </a:cubicBezTo>
                    <a:cubicBezTo>
                      <a:pt x="25" y="76"/>
                      <a:pt x="21" y="78"/>
                      <a:pt x="16" y="78"/>
                    </a:cubicBezTo>
                    <a:cubicBezTo>
                      <a:pt x="10" y="78"/>
                      <a:pt x="5" y="76"/>
                      <a:pt x="3" y="72"/>
                    </a:cubicBezTo>
                    <a:cubicBezTo>
                      <a:pt x="1" y="69"/>
                      <a:pt x="0" y="64"/>
                      <a:pt x="0" y="57"/>
                    </a:cubicBezTo>
                    <a:cubicBezTo>
                      <a:pt x="0" y="21"/>
                      <a:pt x="0" y="21"/>
                      <a:pt x="0" y="21"/>
                    </a:cubicBezTo>
                    <a:cubicBezTo>
                      <a:pt x="0" y="14"/>
                      <a:pt x="1" y="9"/>
                      <a:pt x="3" y="6"/>
                    </a:cubicBezTo>
                    <a:cubicBezTo>
                      <a:pt x="5" y="2"/>
                      <a:pt x="10" y="0"/>
                      <a:pt x="17" y="0"/>
                    </a:cubicBezTo>
                    <a:close/>
                    <a:moveTo>
                      <a:pt x="16" y="70"/>
                    </a:moveTo>
                    <a:cubicBezTo>
                      <a:pt x="20" y="70"/>
                      <a:pt x="23" y="67"/>
                      <a:pt x="23" y="60"/>
                    </a:cubicBezTo>
                    <a:cubicBezTo>
                      <a:pt x="23" y="17"/>
                      <a:pt x="23" y="17"/>
                      <a:pt x="23" y="17"/>
                    </a:cubicBezTo>
                    <a:cubicBezTo>
                      <a:pt x="23" y="11"/>
                      <a:pt x="20" y="7"/>
                      <a:pt x="16" y="7"/>
                    </a:cubicBezTo>
                    <a:cubicBezTo>
                      <a:pt x="12" y="7"/>
                      <a:pt x="9" y="11"/>
                      <a:pt x="9" y="17"/>
                    </a:cubicBezTo>
                    <a:cubicBezTo>
                      <a:pt x="9" y="20"/>
                      <a:pt x="9" y="20"/>
                      <a:pt x="9" y="20"/>
                    </a:cubicBezTo>
                    <a:cubicBezTo>
                      <a:pt x="9" y="23"/>
                      <a:pt x="9" y="23"/>
                      <a:pt x="9" y="23"/>
                    </a:cubicBezTo>
                    <a:cubicBezTo>
                      <a:pt x="9" y="36"/>
                      <a:pt x="9" y="36"/>
                      <a:pt x="9" y="36"/>
                    </a:cubicBezTo>
                    <a:cubicBezTo>
                      <a:pt x="9" y="48"/>
                      <a:pt x="9" y="48"/>
                      <a:pt x="9" y="48"/>
                    </a:cubicBezTo>
                    <a:cubicBezTo>
                      <a:pt x="9" y="59"/>
                      <a:pt x="9" y="59"/>
                      <a:pt x="9" y="59"/>
                    </a:cubicBezTo>
                    <a:cubicBezTo>
                      <a:pt x="9" y="67"/>
                      <a:pt x="12" y="70"/>
                      <a:pt x="16" y="70"/>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2" name="Freeform 66"/>
              <p:cNvSpPr>
                <a:spLocks noEditPoints="1"/>
              </p:cNvSpPr>
              <p:nvPr/>
            </p:nvSpPr>
            <p:spPr bwMode="auto">
              <a:xfrm>
                <a:off x="817563" y="7245351"/>
                <a:ext cx="134938" cy="287338"/>
              </a:xfrm>
              <a:custGeom>
                <a:avLst/>
                <a:gdLst>
                  <a:gd name="T0" fmla="*/ 17 w 36"/>
                  <a:gd name="T1" fmla="*/ 0 h 76"/>
                  <a:gd name="T2" fmla="*/ 30 w 36"/>
                  <a:gd name="T3" fmla="*/ 0 h 76"/>
                  <a:gd name="T4" fmla="*/ 30 w 36"/>
                  <a:gd name="T5" fmla="*/ 51 h 76"/>
                  <a:gd name="T6" fmla="*/ 36 w 36"/>
                  <a:gd name="T7" fmla="*/ 51 h 76"/>
                  <a:gd name="T8" fmla="*/ 36 w 36"/>
                  <a:gd name="T9" fmla="*/ 58 h 76"/>
                  <a:gd name="T10" fmla="*/ 30 w 36"/>
                  <a:gd name="T11" fmla="*/ 58 h 76"/>
                  <a:gd name="T12" fmla="*/ 30 w 36"/>
                  <a:gd name="T13" fmla="*/ 76 h 76"/>
                  <a:gd name="T14" fmla="*/ 21 w 36"/>
                  <a:gd name="T15" fmla="*/ 76 h 76"/>
                  <a:gd name="T16" fmla="*/ 21 w 36"/>
                  <a:gd name="T17" fmla="*/ 58 h 76"/>
                  <a:gd name="T18" fmla="*/ 0 w 36"/>
                  <a:gd name="T19" fmla="*/ 58 h 76"/>
                  <a:gd name="T20" fmla="*/ 0 w 36"/>
                  <a:gd name="T21" fmla="*/ 51 h 76"/>
                  <a:gd name="T22" fmla="*/ 17 w 36"/>
                  <a:gd name="T23" fmla="*/ 0 h 76"/>
                  <a:gd name="T24" fmla="*/ 21 w 36"/>
                  <a:gd name="T25" fmla="*/ 51 h 76"/>
                  <a:gd name="T26" fmla="*/ 21 w 36"/>
                  <a:gd name="T27" fmla="*/ 11 h 76"/>
                  <a:gd name="T28" fmla="*/ 15 w 36"/>
                  <a:gd name="T29" fmla="*/ 31 h 76"/>
                  <a:gd name="T30" fmla="*/ 9 w 36"/>
                  <a:gd name="T31" fmla="*/ 51 h 76"/>
                  <a:gd name="T32" fmla="*/ 21 w 36"/>
                  <a:gd name="T33" fmla="*/ 5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6" h="76">
                    <a:moveTo>
                      <a:pt x="17" y="0"/>
                    </a:moveTo>
                    <a:cubicBezTo>
                      <a:pt x="30" y="0"/>
                      <a:pt x="30" y="0"/>
                      <a:pt x="30" y="0"/>
                    </a:cubicBezTo>
                    <a:cubicBezTo>
                      <a:pt x="30" y="51"/>
                      <a:pt x="30" y="51"/>
                      <a:pt x="30" y="51"/>
                    </a:cubicBezTo>
                    <a:cubicBezTo>
                      <a:pt x="36" y="51"/>
                      <a:pt x="36" y="51"/>
                      <a:pt x="36" y="51"/>
                    </a:cubicBezTo>
                    <a:cubicBezTo>
                      <a:pt x="36" y="58"/>
                      <a:pt x="36" y="58"/>
                      <a:pt x="36" y="58"/>
                    </a:cubicBezTo>
                    <a:cubicBezTo>
                      <a:pt x="30" y="58"/>
                      <a:pt x="30" y="58"/>
                      <a:pt x="30" y="58"/>
                    </a:cubicBezTo>
                    <a:cubicBezTo>
                      <a:pt x="30" y="76"/>
                      <a:pt x="30" y="76"/>
                      <a:pt x="30" y="76"/>
                    </a:cubicBezTo>
                    <a:cubicBezTo>
                      <a:pt x="21" y="76"/>
                      <a:pt x="21" y="76"/>
                      <a:pt x="21" y="76"/>
                    </a:cubicBezTo>
                    <a:cubicBezTo>
                      <a:pt x="21" y="58"/>
                      <a:pt x="21" y="58"/>
                      <a:pt x="21" y="58"/>
                    </a:cubicBezTo>
                    <a:cubicBezTo>
                      <a:pt x="0" y="58"/>
                      <a:pt x="0" y="58"/>
                      <a:pt x="0" y="58"/>
                    </a:cubicBezTo>
                    <a:cubicBezTo>
                      <a:pt x="0" y="51"/>
                      <a:pt x="0" y="51"/>
                      <a:pt x="0" y="51"/>
                    </a:cubicBezTo>
                    <a:lnTo>
                      <a:pt x="17" y="0"/>
                    </a:lnTo>
                    <a:close/>
                    <a:moveTo>
                      <a:pt x="21" y="51"/>
                    </a:moveTo>
                    <a:cubicBezTo>
                      <a:pt x="21" y="11"/>
                      <a:pt x="21" y="11"/>
                      <a:pt x="21" y="11"/>
                    </a:cubicBezTo>
                    <a:cubicBezTo>
                      <a:pt x="20" y="15"/>
                      <a:pt x="17" y="22"/>
                      <a:pt x="15" y="31"/>
                    </a:cubicBezTo>
                    <a:cubicBezTo>
                      <a:pt x="12" y="40"/>
                      <a:pt x="10" y="47"/>
                      <a:pt x="9" y="51"/>
                    </a:cubicBezTo>
                    <a:lnTo>
                      <a:pt x="21" y="51"/>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sp>
        <p:nvSpPr>
          <p:cNvPr id="93" name="矩形 92"/>
          <p:cNvSpPr/>
          <p:nvPr/>
        </p:nvSpPr>
        <p:spPr>
          <a:xfrm>
            <a:off x="2578017" y="4214812"/>
            <a:ext cx="2879982" cy="1052596"/>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添加内容添加内容添加内容添加内容添加内容添加内容添加内容</a:t>
            </a:r>
          </a:p>
        </p:txBody>
      </p:sp>
      <p:pic>
        <p:nvPicPr>
          <p:cNvPr id="94" name="图片 93"/>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910506" y="1942039"/>
            <a:ext cx="160662" cy="4284000"/>
          </a:xfrm>
          <a:prstGeom prst="rect">
            <a:avLst/>
          </a:prstGeom>
        </p:spPr>
      </p:pic>
      <p:sp>
        <p:nvSpPr>
          <p:cNvPr id="95" name="文本框 94"/>
          <p:cNvSpPr txBox="1"/>
          <p:nvPr/>
        </p:nvSpPr>
        <p:spPr>
          <a:xfrm>
            <a:off x="7424443" y="2733475"/>
            <a:ext cx="2856518" cy="476541"/>
          </a:xfrm>
          <a:prstGeom prst="rect">
            <a:avLst/>
          </a:prstGeom>
          <a:noFill/>
        </p:spPr>
        <p:txBody>
          <a:bodyPr wrap="square" rtlCol="0">
            <a:spAutoFit/>
          </a:bodyPr>
          <a:lstStyle/>
          <a:p>
            <a:pPr>
              <a:lnSpc>
                <a:spcPct val="110000"/>
              </a:lnSpc>
            </a:pPr>
            <a:r>
              <a:rPr lang="zh-CN" altLang="en-US" sz="2400" b="1" dirty="0">
                <a:solidFill>
                  <a:schemeClr val="bg1"/>
                </a:solidFill>
              </a:rPr>
              <a:t>单击添加标题</a:t>
            </a:r>
            <a:endParaRPr lang="en-US" altLang="zh-CN" sz="2400" b="1" dirty="0">
              <a:solidFill>
                <a:schemeClr val="bg1"/>
              </a:solidFill>
            </a:endParaRPr>
          </a:p>
        </p:txBody>
      </p:sp>
      <p:sp>
        <p:nvSpPr>
          <p:cNvPr id="96" name="文本框 95"/>
          <p:cNvSpPr txBox="1"/>
          <p:nvPr/>
        </p:nvSpPr>
        <p:spPr>
          <a:xfrm>
            <a:off x="7424443" y="3484155"/>
            <a:ext cx="2856518" cy="476541"/>
          </a:xfrm>
          <a:prstGeom prst="rect">
            <a:avLst/>
          </a:prstGeom>
          <a:noFill/>
        </p:spPr>
        <p:txBody>
          <a:bodyPr wrap="square" rtlCol="0">
            <a:spAutoFit/>
          </a:bodyPr>
          <a:lstStyle/>
          <a:p>
            <a:pPr>
              <a:lnSpc>
                <a:spcPct val="110000"/>
              </a:lnSpc>
            </a:pPr>
            <a:r>
              <a:rPr lang="zh-CN" altLang="en-US" sz="2400" b="1" dirty="0">
                <a:solidFill>
                  <a:schemeClr val="bg1"/>
                </a:solidFill>
              </a:rPr>
              <a:t>单击添加标题</a:t>
            </a:r>
            <a:endParaRPr lang="en-US" altLang="zh-CN" sz="2400" b="1" dirty="0">
              <a:solidFill>
                <a:schemeClr val="bg1"/>
              </a:solidFill>
            </a:endParaRPr>
          </a:p>
        </p:txBody>
      </p:sp>
      <p:sp>
        <p:nvSpPr>
          <p:cNvPr id="97" name="文本框 96"/>
          <p:cNvSpPr txBox="1"/>
          <p:nvPr/>
        </p:nvSpPr>
        <p:spPr>
          <a:xfrm>
            <a:off x="7424443" y="4234835"/>
            <a:ext cx="2856518" cy="476541"/>
          </a:xfrm>
          <a:prstGeom prst="rect">
            <a:avLst/>
          </a:prstGeom>
          <a:noFill/>
        </p:spPr>
        <p:txBody>
          <a:bodyPr wrap="square" rtlCol="0">
            <a:spAutoFit/>
          </a:bodyPr>
          <a:lstStyle/>
          <a:p>
            <a:pPr>
              <a:lnSpc>
                <a:spcPct val="110000"/>
              </a:lnSpc>
            </a:pPr>
            <a:r>
              <a:rPr lang="zh-CN" altLang="en-US" sz="2400" b="1" dirty="0">
                <a:solidFill>
                  <a:schemeClr val="bg1"/>
                </a:solidFill>
              </a:rPr>
              <a:t>单击添加标题</a:t>
            </a:r>
            <a:endParaRPr lang="en-US" altLang="zh-CN" sz="2400" b="1" dirty="0">
              <a:solidFill>
                <a:schemeClr val="bg1"/>
              </a:solidFill>
            </a:endParaRPr>
          </a:p>
        </p:txBody>
      </p:sp>
      <p:sp>
        <p:nvSpPr>
          <p:cNvPr id="98" name="文本框 97"/>
          <p:cNvSpPr txBox="1"/>
          <p:nvPr/>
        </p:nvSpPr>
        <p:spPr>
          <a:xfrm>
            <a:off x="7424443" y="4985515"/>
            <a:ext cx="2856518" cy="476541"/>
          </a:xfrm>
          <a:prstGeom prst="rect">
            <a:avLst/>
          </a:prstGeom>
          <a:noFill/>
        </p:spPr>
        <p:txBody>
          <a:bodyPr wrap="square" rtlCol="0">
            <a:spAutoFit/>
          </a:bodyPr>
          <a:lstStyle/>
          <a:p>
            <a:pPr>
              <a:lnSpc>
                <a:spcPct val="110000"/>
              </a:lnSpc>
            </a:pPr>
            <a:r>
              <a:rPr lang="zh-CN" altLang="en-US" sz="2400" b="1" dirty="0">
                <a:solidFill>
                  <a:schemeClr val="bg1"/>
                </a:solidFill>
              </a:rPr>
              <a:t>单击添加标题</a:t>
            </a:r>
            <a:endParaRPr lang="en-US" altLang="zh-CN" sz="2400" b="1" dirty="0">
              <a:solidFill>
                <a:schemeClr val="bg1"/>
              </a:solidFill>
            </a:endParaRPr>
          </a:p>
        </p:txBody>
      </p:sp>
    </p:spTree>
    <p:extLst>
      <p:ext uri="{BB962C8B-B14F-4D97-AF65-F5344CB8AC3E}">
        <p14:creationId xmlns:p14="http://schemas.microsoft.com/office/powerpoint/2010/main" val="339745602"/>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 name="矩形 39"/>
          <p:cNvSpPr/>
          <p:nvPr/>
        </p:nvSpPr>
        <p:spPr>
          <a:xfrm>
            <a:off x="0" y="203088"/>
            <a:ext cx="2492990"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包含</a:t>
            </a:r>
            <a:endParaRPr lang="zh-CN" altLang="zh-CN" sz="2800" b="1" dirty="0">
              <a:solidFill>
                <a:schemeClr val="tx1">
                  <a:lumMod val="65000"/>
                  <a:lumOff val="35000"/>
                </a:schemeClr>
              </a:solidFill>
            </a:endParaRPr>
          </a:p>
        </p:txBody>
      </p:sp>
      <p:sp>
        <p:nvSpPr>
          <p:cNvPr id="71" name="文本框 70"/>
          <p:cNvSpPr txBox="1"/>
          <p:nvPr/>
        </p:nvSpPr>
        <p:spPr>
          <a:xfrm>
            <a:off x="7794183" y="1024574"/>
            <a:ext cx="2856518" cy="830997"/>
          </a:xfrm>
          <a:prstGeom prst="rect">
            <a:avLst/>
          </a:prstGeom>
          <a:noFill/>
        </p:spPr>
        <p:txBody>
          <a:bodyPr wrap="square" rtlCol="0">
            <a:spAutoFit/>
          </a:bodyPr>
          <a:lstStyle/>
          <a:p>
            <a:pPr>
              <a:lnSpc>
                <a:spcPct val="120000"/>
              </a:lnSpc>
            </a:pPr>
            <a:r>
              <a:rPr lang="zh-CN" altLang="en-US" sz="2400" b="1" dirty="0">
                <a:solidFill>
                  <a:srgbClr val="FF8900"/>
                </a:solidFill>
              </a:rPr>
              <a:t>添加标题</a:t>
            </a:r>
            <a:endParaRPr lang="en-US" altLang="zh-CN" sz="2400" b="1" dirty="0">
              <a:solidFill>
                <a:srgbClr val="FF8900"/>
              </a:solidFill>
            </a:endParaRPr>
          </a:p>
          <a:p>
            <a:pPr>
              <a:lnSpc>
                <a:spcPct val="120000"/>
              </a:lnSpc>
            </a:pPr>
            <a:r>
              <a:rPr lang="zh-CN" altLang="en-US" sz="1600" dirty="0">
                <a:solidFill>
                  <a:schemeClr val="tx1">
                    <a:lumMod val="65000"/>
                    <a:lumOff val="35000"/>
                  </a:schemeClr>
                </a:solidFill>
              </a:rPr>
              <a:t>添加内容添加内容</a:t>
            </a:r>
          </a:p>
        </p:txBody>
      </p:sp>
      <p:sp>
        <p:nvSpPr>
          <p:cNvPr id="73" name="文本框 72"/>
          <p:cNvSpPr txBox="1"/>
          <p:nvPr/>
        </p:nvSpPr>
        <p:spPr>
          <a:xfrm>
            <a:off x="1429983" y="1763481"/>
            <a:ext cx="2856518" cy="830997"/>
          </a:xfrm>
          <a:prstGeom prst="rect">
            <a:avLst/>
          </a:prstGeom>
          <a:noFill/>
        </p:spPr>
        <p:txBody>
          <a:bodyPr wrap="square" rtlCol="0">
            <a:spAutoFit/>
          </a:bodyPr>
          <a:lstStyle/>
          <a:p>
            <a:pPr algn="r">
              <a:lnSpc>
                <a:spcPct val="120000"/>
              </a:lnSpc>
            </a:pPr>
            <a:r>
              <a:rPr lang="zh-CN" altLang="en-US" sz="2400" b="1" dirty="0">
                <a:solidFill>
                  <a:srgbClr val="9FC628"/>
                </a:solidFill>
              </a:rPr>
              <a:t>添加标题</a:t>
            </a:r>
            <a:endParaRPr lang="en-US" altLang="zh-CN" sz="2400" b="1" dirty="0">
              <a:solidFill>
                <a:srgbClr val="9FC628"/>
              </a:solidFill>
            </a:endParaRPr>
          </a:p>
          <a:p>
            <a:pPr algn="r">
              <a:lnSpc>
                <a:spcPct val="120000"/>
              </a:lnSpc>
            </a:pPr>
            <a:r>
              <a:rPr lang="zh-CN" altLang="en-US" sz="1600" dirty="0">
                <a:solidFill>
                  <a:schemeClr val="tx1">
                    <a:lumMod val="65000"/>
                    <a:lumOff val="35000"/>
                  </a:schemeClr>
                </a:solidFill>
              </a:rPr>
              <a:t>添加内容添加内容</a:t>
            </a:r>
          </a:p>
        </p:txBody>
      </p:sp>
      <p:sp>
        <p:nvSpPr>
          <p:cNvPr id="76" name="文本框 75"/>
          <p:cNvSpPr txBox="1"/>
          <p:nvPr/>
        </p:nvSpPr>
        <p:spPr>
          <a:xfrm>
            <a:off x="707504" y="3879315"/>
            <a:ext cx="2856518" cy="830997"/>
          </a:xfrm>
          <a:prstGeom prst="rect">
            <a:avLst/>
          </a:prstGeom>
          <a:noFill/>
        </p:spPr>
        <p:txBody>
          <a:bodyPr wrap="square" rtlCol="0">
            <a:spAutoFit/>
          </a:bodyPr>
          <a:lstStyle/>
          <a:p>
            <a:pPr algn="r">
              <a:lnSpc>
                <a:spcPct val="120000"/>
              </a:lnSpc>
            </a:pPr>
            <a:r>
              <a:rPr lang="zh-CN" altLang="en-US" sz="2400" b="1" dirty="0">
                <a:solidFill>
                  <a:srgbClr val="6D5DA5"/>
                </a:solidFill>
              </a:rPr>
              <a:t>添加标题</a:t>
            </a:r>
            <a:endParaRPr lang="en-US" altLang="zh-CN" sz="2400" b="1" dirty="0">
              <a:solidFill>
                <a:srgbClr val="6D5DA5"/>
              </a:solidFill>
            </a:endParaRPr>
          </a:p>
          <a:p>
            <a:pPr algn="r">
              <a:lnSpc>
                <a:spcPct val="120000"/>
              </a:lnSpc>
            </a:pPr>
            <a:r>
              <a:rPr lang="zh-CN" altLang="en-US" sz="1600" dirty="0">
                <a:solidFill>
                  <a:schemeClr val="tx1">
                    <a:lumMod val="65000"/>
                    <a:lumOff val="35000"/>
                  </a:schemeClr>
                </a:solidFill>
              </a:rPr>
              <a:t>添加内容添加内容</a:t>
            </a:r>
          </a:p>
        </p:txBody>
      </p:sp>
      <p:sp>
        <p:nvSpPr>
          <p:cNvPr id="77" name="文本框 76"/>
          <p:cNvSpPr txBox="1"/>
          <p:nvPr/>
        </p:nvSpPr>
        <p:spPr>
          <a:xfrm>
            <a:off x="1503013" y="5684536"/>
            <a:ext cx="2856518" cy="830997"/>
          </a:xfrm>
          <a:prstGeom prst="rect">
            <a:avLst/>
          </a:prstGeom>
          <a:noFill/>
        </p:spPr>
        <p:txBody>
          <a:bodyPr wrap="square" rtlCol="0">
            <a:spAutoFit/>
          </a:bodyPr>
          <a:lstStyle/>
          <a:p>
            <a:pPr algn="r">
              <a:lnSpc>
                <a:spcPct val="120000"/>
              </a:lnSpc>
            </a:pPr>
            <a:r>
              <a:rPr lang="zh-CN" altLang="en-US" sz="2400" b="1" dirty="0">
                <a:solidFill>
                  <a:srgbClr val="007BC6"/>
                </a:solidFill>
              </a:rPr>
              <a:t>添加标题</a:t>
            </a:r>
            <a:endParaRPr lang="en-US" altLang="zh-CN" sz="2400" b="1" dirty="0">
              <a:solidFill>
                <a:srgbClr val="007BC6"/>
              </a:solidFill>
            </a:endParaRPr>
          </a:p>
          <a:p>
            <a:pPr algn="r">
              <a:lnSpc>
                <a:spcPct val="120000"/>
              </a:lnSpc>
            </a:pPr>
            <a:r>
              <a:rPr lang="zh-CN" altLang="en-US" sz="1600" dirty="0">
                <a:solidFill>
                  <a:schemeClr val="tx1">
                    <a:lumMod val="65000"/>
                    <a:lumOff val="35000"/>
                  </a:schemeClr>
                </a:solidFill>
              </a:rPr>
              <a:t>添加内容添加内容</a:t>
            </a:r>
          </a:p>
        </p:txBody>
      </p:sp>
      <p:grpSp>
        <p:nvGrpSpPr>
          <p:cNvPr id="78" name="组合 1"/>
          <p:cNvGrpSpPr/>
          <p:nvPr/>
        </p:nvGrpSpPr>
        <p:grpSpPr>
          <a:xfrm>
            <a:off x="3668523" y="831477"/>
            <a:ext cx="4186289" cy="5688000"/>
            <a:chOff x="3668523" y="831477"/>
            <a:chExt cx="4186289" cy="5688000"/>
          </a:xfrm>
        </p:grpSpPr>
        <p:sp>
          <p:nvSpPr>
            <p:cNvPr id="79" name="Freeform 83"/>
            <p:cNvSpPr>
              <a:spLocks noEditPoints="1"/>
            </p:cNvSpPr>
            <p:nvPr/>
          </p:nvSpPr>
          <p:spPr bwMode="auto">
            <a:xfrm>
              <a:off x="5790883" y="3293089"/>
              <a:ext cx="2063929" cy="2063927"/>
            </a:xfrm>
            <a:custGeom>
              <a:avLst/>
              <a:gdLst>
                <a:gd name="T0" fmla="*/ 3 w 1165"/>
                <a:gd name="T1" fmla="*/ 588 h 1165"/>
                <a:gd name="T2" fmla="*/ 588 w 1165"/>
                <a:gd name="T3" fmla="*/ 1162 h 1165"/>
                <a:gd name="T4" fmla="*/ 1162 w 1165"/>
                <a:gd name="T5" fmla="*/ 577 h 1165"/>
                <a:gd name="T6" fmla="*/ 577 w 1165"/>
                <a:gd name="T7" fmla="*/ 3 h 1165"/>
                <a:gd name="T8" fmla="*/ 3 w 1165"/>
                <a:gd name="T9" fmla="*/ 588 h 1165"/>
                <a:gd name="T10" fmla="*/ 122 w 1165"/>
                <a:gd name="T11" fmla="*/ 587 h 1165"/>
                <a:gd name="T12" fmla="*/ 578 w 1165"/>
                <a:gd name="T13" fmla="*/ 122 h 1165"/>
                <a:gd name="T14" fmla="*/ 1044 w 1165"/>
                <a:gd name="T15" fmla="*/ 578 h 1165"/>
                <a:gd name="T16" fmla="*/ 587 w 1165"/>
                <a:gd name="T17" fmla="*/ 1043 h 1165"/>
                <a:gd name="T18" fmla="*/ 122 w 1165"/>
                <a:gd name="T19" fmla="*/ 587 h 1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5" h="1165">
                  <a:moveTo>
                    <a:pt x="3" y="588"/>
                  </a:moveTo>
                  <a:cubicBezTo>
                    <a:pt x="6" y="908"/>
                    <a:pt x="268" y="1165"/>
                    <a:pt x="588" y="1162"/>
                  </a:cubicBezTo>
                  <a:cubicBezTo>
                    <a:pt x="908" y="1159"/>
                    <a:pt x="1165" y="897"/>
                    <a:pt x="1162" y="577"/>
                  </a:cubicBezTo>
                  <a:cubicBezTo>
                    <a:pt x="1159" y="257"/>
                    <a:pt x="897" y="0"/>
                    <a:pt x="577" y="3"/>
                  </a:cubicBezTo>
                  <a:cubicBezTo>
                    <a:pt x="257" y="6"/>
                    <a:pt x="0" y="268"/>
                    <a:pt x="3" y="588"/>
                  </a:cubicBezTo>
                  <a:close/>
                  <a:moveTo>
                    <a:pt x="122" y="587"/>
                  </a:moveTo>
                  <a:cubicBezTo>
                    <a:pt x="119" y="332"/>
                    <a:pt x="324" y="124"/>
                    <a:pt x="578" y="122"/>
                  </a:cubicBezTo>
                  <a:cubicBezTo>
                    <a:pt x="833" y="119"/>
                    <a:pt x="1041" y="324"/>
                    <a:pt x="1044" y="578"/>
                  </a:cubicBezTo>
                  <a:cubicBezTo>
                    <a:pt x="1046" y="833"/>
                    <a:pt x="842" y="1041"/>
                    <a:pt x="587" y="1043"/>
                  </a:cubicBezTo>
                  <a:cubicBezTo>
                    <a:pt x="332" y="1046"/>
                    <a:pt x="124" y="841"/>
                    <a:pt x="122" y="587"/>
                  </a:cubicBezTo>
                  <a:close/>
                </a:path>
              </a:pathLst>
            </a:custGeom>
            <a:gradFill flip="none" rotWithShape="1">
              <a:gsLst>
                <a:gs pos="100000">
                  <a:schemeClr val="bg1"/>
                </a:gs>
                <a:gs pos="0">
                  <a:srgbClr val="DEDEE0"/>
                </a:gs>
              </a:gsLst>
              <a:lin ang="18900000" scaled="1"/>
              <a:tileRect/>
            </a:gradFill>
            <a:ln>
              <a:noFill/>
            </a:ln>
            <a:effectLst>
              <a:outerShdw blurRad="127000" dist="38100" dir="8100000" algn="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grpSp>
          <p:nvGrpSpPr>
            <p:cNvPr id="80" name="组合 9"/>
            <p:cNvGrpSpPr/>
            <p:nvPr/>
          </p:nvGrpSpPr>
          <p:grpSpPr>
            <a:xfrm>
              <a:off x="6440081" y="831477"/>
              <a:ext cx="1217196" cy="1217194"/>
              <a:chOff x="4057650" y="3074543"/>
              <a:chExt cx="2563812" cy="2563812"/>
            </a:xfrm>
          </p:grpSpPr>
          <p:sp>
            <p:nvSpPr>
              <p:cNvPr id="136" name="Oval 78"/>
              <p:cNvSpPr>
                <a:spLocks noChangeArrowheads="1"/>
              </p:cNvSpPr>
              <p:nvPr/>
            </p:nvSpPr>
            <p:spPr bwMode="auto">
              <a:xfrm>
                <a:off x="4289425" y="3307112"/>
                <a:ext cx="2100262" cy="2098675"/>
              </a:xfrm>
              <a:prstGeom prst="ellipse">
                <a:avLst/>
              </a:prstGeom>
              <a:solidFill>
                <a:srgbClr val="FFFFFF"/>
              </a:solidFill>
              <a:ln w="57150">
                <a:noFill/>
              </a:ln>
              <a:effectLst>
                <a:innerShdw blurRad="292100" dist="76200" dir="18900000">
                  <a:schemeClr val="tx1">
                    <a:lumMod val="85000"/>
                    <a:lumOff val="15000"/>
                    <a:alpha val="27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37" name="Freeform 83"/>
              <p:cNvSpPr>
                <a:spLocks noEditPoints="1"/>
              </p:cNvSpPr>
              <p:nvPr/>
            </p:nvSpPr>
            <p:spPr bwMode="auto">
              <a:xfrm>
                <a:off x="4057650" y="3074543"/>
                <a:ext cx="2563812" cy="2563812"/>
              </a:xfrm>
              <a:custGeom>
                <a:avLst/>
                <a:gdLst>
                  <a:gd name="T0" fmla="*/ 3 w 1165"/>
                  <a:gd name="T1" fmla="*/ 588 h 1165"/>
                  <a:gd name="T2" fmla="*/ 588 w 1165"/>
                  <a:gd name="T3" fmla="*/ 1162 h 1165"/>
                  <a:gd name="T4" fmla="*/ 1162 w 1165"/>
                  <a:gd name="T5" fmla="*/ 577 h 1165"/>
                  <a:gd name="T6" fmla="*/ 577 w 1165"/>
                  <a:gd name="T7" fmla="*/ 3 h 1165"/>
                  <a:gd name="T8" fmla="*/ 3 w 1165"/>
                  <a:gd name="T9" fmla="*/ 588 h 1165"/>
                  <a:gd name="T10" fmla="*/ 122 w 1165"/>
                  <a:gd name="T11" fmla="*/ 587 h 1165"/>
                  <a:gd name="T12" fmla="*/ 578 w 1165"/>
                  <a:gd name="T13" fmla="*/ 122 h 1165"/>
                  <a:gd name="T14" fmla="*/ 1044 w 1165"/>
                  <a:gd name="T15" fmla="*/ 578 h 1165"/>
                  <a:gd name="T16" fmla="*/ 587 w 1165"/>
                  <a:gd name="T17" fmla="*/ 1043 h 1165"/>
                  <a:gd name="T18" fmla="*/ 122 w 1165"/>
                  <a:gd name="T19" fmla="*/ 587 h 1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5" h="1165">
                    <a:moveTo>
                      <a:pt x="3" y="588"/>
                    </a:moveTo>
                    <a:cubicBezTo>
                      <a:pt x="6" y="908"/>
                      <a:pt x="268" y="1165"/>
                      <a:pt x="588" y="1162"/>
                    </a:cubicBezTo>
                    <a:cubicBezTo>
                      <a:pt x="908" y="1159"/>
                      <a:pt x="1165" y="897"/>
                      <a:pt x="1162" y="577"/>
                    </a:cubicBezTo>
                    <a:cubicBezTo>
                      <a:pt x="1159" y="257"/>
                      <a:pt x="897" y="0"/>
                      <a:pt x="577" y="3"/>
                    </a:cubicBezTo>
                    <a:cubicBezTo>
                      <a:pt x="257" y="6"/>
                      <a:pt x="0" y="268"/>
                      <a:pt x="3" y="588"/>
                    </a:cubicBezTo>
                    <a:close/>
                    <a:moveTo>
                      <a:pt x="122" y="587"/>
                    </a:moveTo>
                    <a:cubicBezTo>
                      <a:pt x="119" y="332"/>
                      <a:pt x="324" y="124"/>
                      <a:pt x="578" y="122"/>
                    </a:cubicBezTo>
                    <a:cubicBezTo>
                      <a:pt x="833" y="119"/>
                      <a:pt x="1041" y="324"/>
                      <a:pt x="1044" y="578"/>
                    </a:cubicBezTo>
                    <a:cubicBezTo>
                      <a:pt x="1046" y="833"/>
                      <a:pt x="842" y="1041"/>
                      <a:pt x="587" y="1043"/>
                    </a:cubicBezTo>
                    <a:cubicBezTo>
                      <a:pt x="332" y="1046"/>
                      <a:pt x="124" y="841"/>
                      <a:pt x="122" y="587"/>
                    </a:cubicBezTo>
                    <a:close/>
                  </a:path>
                </a:pathLst>
              </a:custGeom>
              <a:gradFill flip="none" rotWithShape="1">
                <a:gsLst>
                  <a:gs pos="100000">
                    <a:schemeClr val="bg1"/>
                  </a:gs>
                  <a:gs pos="0">
                    <a:srgbClr val="DEDEE0"/>
                  </a:gs>
                </a:gsLst>
                <a:lin ang="18900000" scaled="1"/>
                <a:tileRect/>
              </a:gradFill>
              <a:ln>
                <a:noFill/>
              </a:ln>
              <a:effectLst>
                <a:outerShdw blurRad="127000" dist="38100" dir="8100000" algn="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38" name="Freeform 102"/>
              <p:cNvSpPr>
                <a:spLocks noEditPoints="1"/>
              </p:cNvSpPr>
              <p:nvPr/>
            </p:nvSpPr>
            <p:spPr bwMode="auto">
              <a:xfrm>
                <a:off x="4277556" y="3294449"/>
                <a:ext cx="2124000" cy="2124000"/>
              </a:xfrm>
              <a:custGeom>
                <a:avLst/>
                <a:gdLst>
                  <a:gd name="T0" fmla="*/ 2 w 557"/>
                  <a:gd name="T1" fmla="*/ 281 h 557"/>
                  <a:gd name="T2" fmla="*/ 281 w 557"/>
                  <a:gd name="T3" fmla="*/ 555 h 557"/>
                  <a:gd name="T4" fmla="*/ 556 w 557"/>
                  <a:gd name="T5" fmla="*/ 275 h 557"/>
                  <a:gd name="T6" fmla="*/ 276 w 557"/>
                  <a:gd name="T7" fmla="*/ 1 h 557"/>
                  <a:gd name="T8" fmla="*/ 2 w 557"/>
                  <a:gd name="T9" fmla="*/ 281 h 557"/>
                  <a:gd name="T10" fmla="*/ 22 w 557"/>
                  <a:gd name="T11" fmla="*/ 281 h 557"/>
                  <a:gd name="T12" fmla="*/ 276 w 557"/>
                  <a:gd name="T13" fmla="*/ 22 h 557"/>
                  <a:gd name="T14" fmla="*/ 535 w 557"/>
                  <a:gd name="T15" fmla="*/ 276 h 557"/>
                  <a:gd name="T16" fmla="*/ 281 w 557"/>
                  <a:gd name="T17" fmla="*/ 534 h 557"/>
                  <a:gd name="T18" fmla="*/ 22 w 557"/>
                  <a:gd name="T19" fmla="*/ 281 h 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7" h="557">
                    <a:moveTo>
                      <a:pt x="2" y="281"/>
                    </a:moveTo>
                    <a:cubicBezTo>
                      <a:pt x="3" y="434"/>
                      <a:pt x="129" y="557"/>
                      <a:pt x="281" y="555"/>
                    </a:cubicBezTo>
                    <a:cubicBezTo>
                      <a:pt x="434" y="554"/>
                      <a:pt x="557" y="428"/>
                      <a:pt x="556" y="275"/>
                    </a:cubicBezTo>
                    <a:cubicBezTo>
                      <a:pt x="555" y="123"/>
                      <a:pt x="429" y="0"/>
                      <a:pt x="276" y="1"/>
                    </a:cubicBezTo>
                    <a:cubicBezTo>
                      <a:pt x="123" y="2"/>
                      <a:pt x="0" y="128"/>
                      <a:pt x="2" y="281"/>
                    </a:cubicBezTo>
                    <a:close/>
                    <a:moveTo>
                      <a:pt x="22" y="281"/>
                    </a:moveTo>
                    <a:cubicBezTo>
                      <a:pt x="21" y="139"/>
                      <a:pt x="135" y="23"/>
                      <a:pt x="276" y="22"/>
                    </a:cubicBezTo>
                    <a:cubicBezTo>
                      <a:pt x="418" y="20"/>
                      <a:pt x="534" y="134"/>
                      <a:pt x="535" y="276"/>
                    </a:cubicBezTo>
                    <a:cubicBezTo>
                      <a:pt x="537" y="417"/>
                      <a:pt x="423" y="533"/>
                      <a:pt x="281" y="534"/>
                    </a:cubicBezTo>
                    <a:cubicBezTo>
                      <a:pt x="140" y="536"/>
                      <a:pt x="24" y="422"/>
                      <a:pt x="22" y="281"/>
                    </a:cubicBezTo>
                    <a:close/>
                  </a:path>
                </a:pathLst>
              </a:custGeom>
              <a:gradFill flip="none" rotWithShape="1">
                <a:gsLst>
                  <a:gs pos="100000">
                    <a:srgbClr val="FFFFFF"/>
                  </a:gs>
                  <a:gs pos="0">
                    <a:srgbClr val="DEDEDE"/>
                  </a:gs>
                </a:gsLst>
                <a:lin ang="81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81" name="组合 13"/>
            <p:cNvGrpSpPr/>
            <p:nvPr/>
          </p:nvGrpSpPr>
          <p:grpSpPr>
            <a:xfrm>
              <a:off x="4409269" y="1639469"/>
              <a:ext cx="1217196" cy="1217194"/>
              <a:chOff x="4057650" y="3074543"/>
              <a:chExt cx="2563812" cy="2563812"/>
            </a:xfrm>
          </p:grpSpPr>
          <p:sp>
            <p:nvSpPr>
              <p:cNvPr id="133" name="Oval 78"/>
              <p:cNvSpPr>
                <a:spLocks noChangeArrowheads="1"/>
              </p:cNvSpPr>
              <p:nvPr/>
            </p:nvSpPr>
            <p:spPr bwMode="auto">
              <a:xfrm>
                <a:off x="4289425" y="3307112"/>
                <a:ext cx="2100262" cy="2098675"/>
              </a:xfrm>
              <a:prstGeom prst="ellipse">
                <a:avLst/>
              </a:prstGeom>
              <a:solidFill>
                <a:srgbClr val="FFFFFF"/>
              </a:solidFill>
              <a:ln w="57150">
                <a:noFill/>
              </a:ln>
              <a:effectLst>
                <a:innerShdw blurRad="292100" dist="76200" dir="18900000">
                  <a:schemeClr val="tx1">
                    <a:lumMod val="85000"/>
                    <a:lumOff val="15000"/>
                    <a:alpha val="27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34" name="Freeform 83"/>
              <p:cNvSpPr>
                <a:spLocks noEditPoints="1"/>
              </p:cNvSpPr>
              <p:nvPr/>
            </p:nvSpPr>
            <p:spPr bwMode="auto">
              <a:xfrm>
                <a:off x="4057650" y="3074543"/>
                <a:ext cx="2563812" cy="2563812"/>
              </a:xfrm>
              <a:custGeom>
                <a:avLst/>
                <a:gdLst>
                  <a:gd name="T0" fmla="*/ 3 w 1165"/>
                  <a:gd name="T1" fmla="*/ 588 h 1165"/>
                  <a:gd name="T2" fmla="*/ 588 w 1165"/>
                  <a:gd name="T3" fmla="*/ 1162 h 1165"/>
                  <a:gd name="T4" fmla="*/ 1162 w 1165"/>
                  <a:gd name="T5" fmla="*/ 577 h 1165"/>
                  <a:gd name="T6" fmla="*/ 577 w 1165"/>
                  <a:gd name="T7" fmla="*/ 3 h 1165"/>
                  <a:gd name="T8" fmla="*/ 3 w 1165"/>
                  <a:gd name="T9" fmla="*/ 588 h 1165"/>
                  <a:gd name="T10" fmla="*/ 122 w 1165"/>
                  <a:gd name="T11" fmla="*/ 587 h 1165"/>
                  <a:gd name="T12" fmla="*/ 578 w 1165"/>
                  <a:gd name="T13" fmla="*/ 122 h 1165"/>
                  <a:gd name="T14" fmla="*/ 1044 w 1165"/>
                  <a:gd name="T15" fmla="*/ 578 h 1165"/>
                  <a:gd name="T16" fmla="*/ 587 w 1165"/>
                  <a:gd name="T17" fmla="*/ 1043 h 1165"/>
                  <a:gd name="T18" fmla="*/ 122 w 1165"/>
                  <a:gd name="T19" fmla="*/ 587 h 1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5" h="1165">
                    <a:moveTo>
                      <a:pt x="3" y="588"/>
                    </a:moveTo>
                    <a:cubicBezTo>
                      <a:pt x="6" y="908"/>
                      <a:pt x="268" y="1165"/>
                      <a:pt x="588" y="1162"/>
                    </a:cubicBezTo>
                    <a:cubicBezTo>
                      <a:pt x="908" y="1159"/>
                      <a:pt x="1165" y="897"/>
                      <a:pt x="1162" y="577"/>
                    </a:cubicBezTo>
                    <a:cubicBezTo>
                      <a:pt x="1159" y="257"/>
                      <a:pt x="897" y="0"/>
                      <a:pt x="577" y="3"/>
                    </a:cubicBezTo>
                    <a:cubicBezTo>
                      <a:pt x="257" y="6"/>
                      <a:pt x="0" y="268"/>
                      <a:pt x="3" y="588"/>
                    </a:cubicBezTo>
                    <a:close/>
                    <a:moveTo>
                      <a:pt x="122" y="587"/>
                    </a:moveTo>
                    <a:cubicBezTo>
                      <a:pt x="119" y="332"/>
                      <a:pt x="324" y="124"/>
                      <a:pt x="578" y="122"/>
                    </a:cubicBezTo>
                    <a:cubicBezTo>
                      <a:pt x="833" y="119"/>
                      <a:pt x="1041" y="324"/>
                      <a:pt x="1044" y="578"/>
                    </a:cubicBezTo>
                    <a:cubicBezTo>
                      <a:pt x="1046" y="833"/>
                      <a:pt x="842" y="1041"/>
                      <a:pt x="587" y="1043"/>
                    </a:cubicBezTo>
                    <a:cubicBezTo>
                      <a:pt x="332" y="1046"/>
                      <a:pt x="124" y="841"/>
                      <a:pt x="122" y="587"/>
                    </a:cubicBezTo>
                    <a:close/>
                  </a:path>
                </a:pathLst>
              </a:custGeom>
              <a:gradFill flip="none" rotWithShape="1">
                <a:gsLst>
                  <a:gs pos="100000">
                    <a:schemeClr val="bg1"/>
                  </a:gs>
                  <a:gs pos="0">
                    <a:srgbClr val="DEDEE0"/>
                  </a:gs>
                </a:gsLst>
                <a:lin ang="18900000" scaled="1"/>
                <a:tileRect/>
              </a:gradFill>
              <a:ln>
                <a:noFill/>
              </a:ln>
              <a:effectLst>
                <a:outerShdw blurRad="127000" dist="38100" dir="8100000" algn="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35" name="Freeform 102"/>
              <p:cNvSpPr>
                <a:spLocks noEditPoints="1"/>
              </p:cNvSpPr>
              <p:nvPr/>
            </p:nvSpPr>
            <p:spPr bwMode="auto">
              <a:xfrm>
                <a:off x="4277556" y="3294449"/>
                <a:ext cx="2124000" cy="2124000"/>
              </a:xfrm>
              <a:custGeom>
                <a:avLst/>
                <a:gdLst>
                  <a:gd name="T0" fmla="*/ 2 w 557"/>
                  <a:gd name="T1" fmla="*/ 281 h 557"/>
                  <a:gd name="T2" fmla="*/ 281 w 557"/>
                  <a:gd name="T3" fmla="*/ 555 h 557"/>
                  <a:gd name="T4" fmla="*/ 556 w 557"/>
                  <a:gd name="T5" fmla="*/ 275 h 557"/>
                  <a:gd name="T6" fmla="*/ 276 w 557"/>
                  <a:gd name="T7" fmla="*/ 1 h 557"/>
                  <a:gd name="T8" fmla="*/ 2 w 557"/>
                  <a:gd name="T9" fmla="*/ 281 h 557"/>
                  <a:gd name="T10" fmla="*/ 22 w 557"/>
                  <a:gd name="T11" fmla="*/ 281 h 557"/>
                  <a:gd name="T12" fmla="*/ 276 w 557"/>
                  <a:gd name="T13" fmla="*/ 22 h 557"/>
                  <a:gd name="T14" fmla="*/ 535 w 557"/>
                  <a:gd name="T15" fmla="*/ 276 h 557"/>
                  <a:gd name="T16" fmla="*/ 281 w 557"/>
                  <a:gd name="T17" fmla="*/ 534 h 557"/>
                  <a:gd name="T18" fmla="*/ 22 w 557"/>
                  <a:gd name="T19" fmla="*/ 281 h 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7" h="557">
                    <a:moveTo>
                      <a:pt x="2" y="281"/>
                    </a:moveTo>
                    <a:cubicBezTo>
                      <a:pt x="3" y="434"/>
                      <a:pt x="129" y="557"/>
                      <a:pt x="281" y="555"/>
                    </a:cubicBezTo>
                    <a:cubicBezTo>
                      <a:pt x="434" y="554"/>
                      <a:pt x="557" y="428"/>
                      <a:pt x="556" y="275"/>
                    </a:cubicBezTo>
                    <a:cubicBezTo>
                      <a:pt x="555" y="123"/>
                      <a:pt x="429" y="0"/>
                      <a:pt x="276" y="1"/>
                    </a:cubicBezTo>
                    <a:cubicBezTo>
                      <a:pt x="123" y="2"/>
                      <a:pt x="0" y="128"/>
                      <a:pt x="2" y="281"/>
                    </a:cubicBezTo>
                    <a:close/>
                    <a:moveTo>
                      <a:pt x="22" y="281"/>
                    </a:moveTo>
                    <a:cubicBezTo>
                      <a:pt x="21" y="139"/>
                      <a:pt x="135" y="23"/>
                      <a:pt x="276" y="22"/>
                    </a:cubicBezTo>
                    <a:cubicBezTo>
                      <a:pt x="418" y="20"/>
                      <a:pt x="534" y="134"/>
                      <a:pt x="535" y="276"/>
                    </a:cubicBezTo>
                    <a:cubicBezTo>
                      <a:pt x="537" y="417"/>
                      <a:pt x="423" y="533"/>
                      <a:pt x="281" y="534"/>
                    </a:cubicBezTo>
                    <a:cubicBezTo>
                      <a:pt x="140" y="536"/>
                      <a:pt x="24" y="422"/>
                      <a:pt x="22" y="281"/>
                    </a:cubicBezTo>
                    <a:close/>
                  </a:path>
                </a:pathLst>
              </a:custGeom>
              <a:gradFill flip="none" rotWithShape="1">
                <a:gsLst>
                  <a:gs pos="100000">
                    <a:srgbClr val="FFFFFF"/>
                  </a:gs>
                  <a:gs pos="0">
                    <a:srgbClr val="DEDEDE"/>
                  </a:gs>
                </a:gsLst>
                <a:lin ang="81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82" name="组合 17"/>
            <p:cNvGrpSpPr/>
            <p:nvPr/>
          </p:nvGrpSpPr>
          <p:grpSpPr>
            <a:xfrm>
              <a:off x="3668523" y="3686218"/>
              <a:ext cx="1217196" cy="1217194"/>
              <a:chOff x="4057650" y="3074543"/>
              <a:chExt cx="2563812" cy="2563812"/>
            </a:xfrm>
          </p:grpSpPr>
          <p:sp>
            <p:nvSpPr>
              <p:cNvPr id="130" name="Oval 78"/>
              <p:cNvSpPr>
                <a:spLocks noChangeArrowheads="1"/>
              </p:cNvSpPr>
              <p:nvPr/>
            </p:nvSpPr>
            <p:spPr bwMode="auto">
              <a:xfrm>
                <a:off x="4289425" y="3307112"/>
                <a:ext cx="2100262" cy="2098675"/>
              </a:xfrm>
              <a:prstGeom prst="ellipse">
                <a:avLst/>
              </a:prstGeom>
              <a:solidFill>
                <a:srgbClr val="FFFFFF"/>
              </a:solidFill>
              <a:ln w="57150">
                <a:noFill/>
              </a:ln>
              <a:effectLst>
                <a:innerShdw blurRad="292100" dist="76200" dir="18900000">
                  <a:schemeClr val="tx1">
                    <a:lumMod val="85000"/>
                    <a:lumOff val="15000"/>
                    <a:alpha val="27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31" name="Freeform 83"/>
              <p:cNvSpPr>
                <a:spLocks noEditPoints="1"/>
              </p:cNvSpPr>
              <p:nvPr/>
            </p:nvSpPr>
            <p:spPr bwMode="auto">
              <a:xfrm>
                <a:off x="4057650" y="3074543"/>
                <a:ext cx="2563812" cy="2563812"/>
              </a:xfrm>
              <a:custGeom>
                <a:avLst/>
                <a:gdLst>
                  <a:gd name="T0" fmla="*/ 3 w 1165"/>
                  <a:gd name="T1" fmla="*/ 588 h 1165"/>
                  <a:gd name="T2" fmla="*/ 588 w 1165"/>
                  <a:gd name="T3" fmla="*/ 1162 h 1165"/>
                  <a:gd name="T4" fmla="*/ 1162 w 1165"/>
                  <a:gd name="T5" fmla="*/ 577 h 1165"/>
                  <a:gd name="T6" fmla="*/ 577 w 1165"/>
                  <a:gd name="T7" fmla="*/ 3 h 1165"/>
                  <a:gd name="T8" fmla="*/ 3 w 1165"/>
                  <a:gd name="T9" fmla="*/ 588 h 1165"/>
                  <a:gd name="T10" fmla="*/ 122 w 1165"/>
                  <a:gd name="T11" fmla="*/ 587 h 1165"/>
                  <a:gd name="T12" fmla="*/ 578 w 1165"/>
                  <a:gd name="T13" fmla="*/ 122 h 1165"/>
                  <a:gd name="T14" fmla="*/ 1044 w 1165"/>
                  <a:gd name="T15" fmla="*/ 578 h 1165"/>
                  <a:gd name="T16" fmla="*/ 587 w 1165"/>
                  <a:gd name="T17" fmla="*/ 1043 h 1165"/>
                  <a:gd name="T18" fmla="*/ 122 w 1165"/>
                  <a:gd name="T19" fmla="*/ 587 h 1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5" h="1165">
                    <a:moveTo>
                      <a:pt x="3" y="588"/>
                    </a:moveTo>
                    <a:cubicBezTo>
                      <a:pt x="6" y="908"/>
                      <a:pt x="268" y="1165"/>
                      <a:pt x="588" y="1162"/>
                    </a:cubicBezTo>
                    <a:cubicBezTo>
                      <a:pt x="908" y="1159"/>
                      <a:pt x="1165" y="897"/>
                      <a:pt x="1162" y="577"/>
                    </a:cubicBezTo>
                    <a:cubicBezTo>
                      <a:pt x="1159" y="257"/>
                      <a:pt x="897" y="0"/>
                      <a:pt x="577" y="3"/>
                    </a:cubicBezTo>
                    <a:cubicBezTo>
                      <a:pt x="257" y="6"/>
                      <a:pt x="0" y="268"/>
                      <a:pt x="3" y="588"/>
                    </a:cubicBezTo>
                    <a:close/>
                    <a:moveTo>
                      <a:pt x="122" y="587"/>
                    </a:moveTo>
                    <a:cubicBezTo>
                      <a:pt x="119" y="332"/>
                      <a:pt x="324" y="124"/>
                      <a:pt x="578" y="122"/>
                    </a:cubicBezTo>
                    <a:cubicBezTo>
                      <a:pt x="833" y="119"/>
                      <a:pt x="1041" y="324"/>
                      <a:pt x="1044" y="578"/>
                    </a:cubicBezTo>
                    <a:cubicBezTo>
                      <a:pt x="1046" y="833"/>
                      <a:pt x="842" y="1041"/>
                      <a:pt x="587" y="1043"/>
                    </a:cubicBezTo>
                    <a:cubicBezTo>
                      <a:pt x="332" y="1046"/>
                      <a:pt x="124" y="841"/>
                      <a:pt x="122" y="587"/>
                    </a:cubicBezTo>
                    <a:close/>
                  </a:path>
                </a:pathLst>
              </a:custGeom>
              <a:gradFill flip="none" rotWithShape="1">
                <a:gsLst>
                  <a:gs pos="100000">
                    <a:schemeClr val="bg1"/>
                  </a:gs>
                  <a:gs pos="0">
                    <a:srgbClr val="DEDEE0"/>
                  </a:gs>
                </a:gsLst>
                <a:lin ang="18900000" scaled="1"/>
                <a:tileRect/>
              </a:gradFill>
              <a:ln>
                <a:noFill/>
              </a:ln>
              <a:effectLst>
                <a:outerShdw blurRad="127000" dist="38100" dir="8100000" algn="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32" name="Freeform 102"/>
              <p:cNvSpPr>
                <a:spLocks noEditPoints="1"/>
              </p:cNvSpPr>
              <p:nvPr/>
            </p:nvSpPr>
            <p:spPr bwMode="auto">
              <a:xfrm>
                <a:off x="4277556" y="3294449"/>
                <a:ext cx="2124000" cy="2124000"/>
              </a:xfrm>
              <a:custGeom>
                <a:avLst/>
                <a:gdLst>
                  <a:gd name="T0" fmla="*/ 2 w 557"/>
                  <a:gd name="T1" fmla="*/ 281 h 557"/>
                  <a:gd name="T2" fmla="*/ 281 w 557"/>
                  <a:gd name="T3" fmla="*/ 555 h 557"/>
                  <a:gd name="T4" fmla="*/ 556 w 557"/>
                  <a:gd name="T5" fmla="*/ 275 h 557"/>
                  <a:gd name="T6" fmla="*/ 276 w 557"/>
                  <a:gd name="T7" fmla="*/ 1 h 557"/>
                  <a:gd name="T8" fmla="*/ 2 w 557"/>
                  <a:gd name="T9" fmla="*/ 281 h 557"/>
                  <a:gd name="T10" fmla="*/ 22 w 557"/>
                  <a:gd name="T11" fmla="*/ 281 h 557"/>
                  <a:gd name="T12" fmla="*/ 276 w 557"/>
                  <a:gd name="T13" fmla="*/ 22 h 557"/>
                  <a:gd name="T14" fmla="*/ 535 w 557"/>
                  <a:gd name="T15" fmla="*/ 276 h 557"/>
                  <a:gd name="T16" fmla="*/ 281 w 557"/>
                  <a:gd name="T17" fmla="*/ 534 h 557"/>
                  <a:gd name="T18" fmla="*/ 22 w 557"/>
                  <a:gd name="T19" fmla="*/ 281 h 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7" h="557">
                    <a:moveTo>
                      <a:pt x="2" y="281"/>
                    </a:moveTo>
                    <a:cubicBezTo>
                      <a:pt x="3" y="434"/>
                      <a:pt x="129" y="557"/>
                      <a:pt x="281" y="555"/>
                    </a:cubicBezTo>
                    <a:cubicBezTo>
                      <a:pt x="434" y="554"/>
                      <a:pt x="557" y="428"/>
                      <a:pt x="556" y="275"/>
                    </a:cubicBezTo>
                    <a:cubicBezTo>
                      <a:pt x="555" y="123"/>
                      <a:pt x="429" y="0"/>
                      <a:pt x="276" y="1"/>
                    </a:cubicBezTo>
                    <a:cubicBezTo>
                      <a:pt x="123" y="2"/>
                      <a:pt x="0" y="128"/>
                      <a:pt x="2" y="281"/>
                    </a:cubicBezTo>
                    <a:close/>
                    <a:moveTo>
                      <a:pt x="22" y="281"/>
                    </a:moveTo>
                    <a:cubicBezTo>
                      <a:pt x="21" y="139"/>
                      <a:pt x="135" y="23"/>
                      <a:pt x="276" y="22"/>
                    </a:cubicBezTo>
                    <a:cubicBezTo>
                      <a:pt x="418" y="20"/>
                      <a:pt x="534" y="134"/>
                      <a:pt x="535" y="276"/>
                    </a:cubicBezTo>
                    <a:cubicBezTo>
                      <a:pt x="537" y="417"/>
                      <a:pt x="423" y="533"/>
                      <a:pt x="281" y="534"/>
                    </a:cubicBezTo>
                    <a:cubicBezTo>
                      <a:pt x="140" y="536"/>
                      <a:pt x="24" y="422"/>
                      <a:pt x="22" y="281"/>
                    </a:cubicBezTo>
                    <a:close/>
                  </a:path>
                </a:pathLst>
              </a:custGeom>
              <a:gradFill flip="none" rotWithShape="1">
                <a:gsLst>
                  <a:gs pos="100000">
                    <a:srgbClr val="FFFFFF"/>
                  </a:gs>
                  <a:gs pos="0">
                    <a:srgbClr val="DEDEDE"/>
                  </a:gs>
                </a:gsLst>
                <a:lin ang="81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83" name="组合 21"/>
            <p:cNvGrpSpPr/>
            <p:nvPr/>
          </p:nvGrpSpPr>
          <p:grpSpPr>
            <a:xfrm>
              <a:off x="4563743" y="5395572"/>
              <a:ext cx="1123906" cy="1123905"/>
              <a:chOff x="4057650" y="3074543"/>
              <a:chExt cx="2563812" cy="2563812"/>
            </a:xfrm>
          </p:grpSpPr>
          <p:sp>
            <p:nvSpPr>
              <p:cNvPr id="127" name="Oval 78"/>
              <p:cNvSpPr>
                <a:spLocks noChangeArrowheads="1"/>
              </p:cNvSpPr>
              <p:nvPr/>
            </p:nvSpPr>
            <p:spPr bwMode="auto">
              <a:xfrm>
                <a:off x="4289425" y="3307112"/>
                <a:ext cx="2100262" cy="2098675"/>
              </a:xfrm>
              <a:prstGeom prst="ellipse">
                <a:avLst/>
              </a:prstGeom>
              <a:solidFill>
                <a:srgbClr val="FFFFFF"/>
              </a:solidFill>
              <a:ln w="57150">
                <a:noFill/>
              </a:ln>
              <a:effectLst>
                <a:innerShdw blurRad="292100" dist="76200" dir="18900000">
                  <a:schemeClr val="tx1">
                    <a:lumMod val="85000"/>
                    <a:lumOff val="15000"/>
                    <a:alpha val="27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28" name="Freeform 83"/>
              <p:cNvSpPr>
                <a:spLocks noEditPoints="1"/>
              </p:cNvSpPr>
              <p:nvPr/>
            </p:nvSpPr>
            <p:spPr bwMode="auto">
              <a:xfrm>
                <a:off x="4057650" y="3074543"/>
                <a:ext cx="2563812" cy="2563812"/>
              </a:xfrm>
              <a:custGeom>
                <a:avLst/>
                <a:gdLst>
                  <a:gd name="T0" fmla="*/ 3 w 1165"/>
                  <a:gd name="T1" fmla="*/ 588 h 1165"/>
                  <a:gd name="T2" fmla="*/ 588 w 1165"/>
                  <a:gd name="T3" fmla="*/ 1162 h 1165"/>
                  <a:gd name="T4" fmla="*/ 1162 w 1165"/>
                  <a:gd name="T5" fmla="*/ 577 h 1165"/>
                  <a:gd name="T6" fmla="*/ 577 w 1165"/>
                  <a:gd name="T7" fmla="*/ 3 h 1165"/>
                  <a:gd name="T8" fmla="*/ 3 w 1165"/>
                  <a:gd name="T9" fmla="*/ 588 h 1165"/>
                  <a:gd name="T10" fmla="*/ 122 w 1165"/>
                  <a:gd name="T11" fmla="*/ 587 h 1165"/>
                  <a:gd name="T12" fmla="*/ 578 w 1165"/>
                  <a:gd name="T13" fmla="*/ 122 h 1165"/>
                  <a:gd name="T14" fmla="*/ 1044 w 1165"/>
                  <a:gd name="T15" fmla="*/ 578 h 1165"/>
                  <a:gd name="T16" fmla="*/ 587 w 1165"/>
                  <a:gd name="T17" fmla="*/ 1043 h 1165"/>
                  <a:gd name="T18" fmla="*/ 122 w 1165"/>
                  <a:gd name="T19" fmla="*/ 587 h 1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5" h="1165">
                    <a:moveTo>
                      <a:pt x="3" y="588"/>
                    </a:moveTo>
                    <a:cubicBezTo>
                      <a:pt x="6" y="908"/>
                      <a:pt x="268" y="1165"/>
                      <a:pt x="588" y="1162"/>
                    </a:cubicBezTo>
                    <a:cubicBezTo>
                      <a:pt x="908" y="1159"/>
                      <a:pt x="1165" y="897"/>
                      <a:pt x="1162" y="577"/>
                    </a:cubicBezTo>
                    <a:cubicBezTo>
                      <a:pt x="1159" y="257"/>
                      <a:pt x="897" y="0"/>
                      <a:pt x="577" y="3"/>
                    </a:cubicBezTo>
                    <a:cubicBezTo>
                      <a:pt x="257" y="6"/>
                      <a:pt x="0" y="268"/>
                      <a:pt x="3" y="588"/>
                    </a:cubicBezTo>
                    <a:close/>
                    <a:moveTo>
                      <a:pt x="122" y="587"/>
                    </a:moveTo>
                    <a:cubicBezTo>
                      <a:pt x="119" y="332"/>
                      <a:pt x="324" y="124"/>
                      <a:pt x="578" y="122"/>
                    </a:cubicBezTo>
                    <a:cubicBezTo>
                      <a:pt x="833" y="119"/>
                      <a:pt x="1041" y="324"/>
                      <a:pt x="1044" y="578"/>
                    </a:cubicBezTo>
                    <a:cubicBezTo>
                      <a:pt x="1046" y="833"/>
                      <a:pt x="842" y="1041"/>
                      <a:pt x="587" y="1043"/>
                    </a:cubicBezTo>
                    <a:cubicBezTo>
                      <a:pt x="332" y="1046"/>
                      <a:pt x="124" y="841"/>
                      <a:pt x="122" y="587"/>
                    </a:cubicBezTo>
                    <a:close/>
                  </a:path>
                </a:pathLst>
              </a:custGeom>
              <a:gradFill flip="none" rotWithShape="1">
                <a:gsLst>
                  <a:gs pos="100000">
                    <a:schemeClr val="bg1"/>
                  </a:gs>
                  <a:gs pos="0">
                    <a:srgbClr val="DEDEE0"/>
                  </a:gs>
                </a:gsLst>
                <a:lin ang="18900000" scaled="1"/>
                <a:tileRect/>
              </a:gradFill>
              <a:ln>
                <a:noFill/>
              </a:ln>
              <a:effectLst>
                <a:outerShdw blurRad="127000" dist="38100" dir="8100000" algn="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29" name="Freeform 102"/>
              <p:cNvSpPr>
                <a:spLocks noEditPoints="1"/>
              </p:cNvSpPr>
              <p:nvPr/>
            </p:nvSpPr>
            <p:spPr bwMode="auto">
              <a:xfrm>
                <a:off x="4277556" y="3294449"/>
                <a:ext cx="2124000" cy="2124000"/>
              </a:xfrm>
              <a:custGeom>
                <a:avLst/>
                <a:gdLst>
                  <a:gd name="T0" fmla="*/ 2 w 557"/>
                  <a:gd name="T1" fmla="*/ 281 h 557"/>
                  <a:gd name="T2" fmla="*/ 281 w 557"/>
                  <a:gd name="T3" fmla="*/ 555 h 557"/>
                  <a:gd name="T4" fmla="*/ 556 w 557"/>
                  <a:gd name="T5" fmla="*/ 275 h 557"/>
                  <a:gd name="T6" fmla="*/ 276 w 557"/>
                  <a:gd name="T7" fmla="*/ 1 h 557"/>
                  <a:gd name="T8" fmla="*/ 2 w 557"/>
                  <a:gd name="T9" fmla="*/ 281 h 557"/>
                  <a:gd name="T10" fmla="*/ 22 w 557"/>
                  <a:gd name="T11" fmla="*/ 281 h 557"/>
                  <a:gd name="T12" fmla="*/ 276 w 557"/>
                  <a:gd name="T13" fmla="*/ 22 h 557"/>
                  <a:gd name="T14" fmla="*/ 535 w 557"/>
                  <a:gd name="T15" fmla="*/ 276 h 557"/>
                  <a:gd name="T16" fmla="*/ 281 w 557"/>
                  <a:gd name="T17" fmla="*/ 534 h 557"/>
                  <a:gd name="T18" fmla="*/ 22 w 557"/>
                  <a:gd name="T19" fmla="*/ 281 h 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7" h="557">
                    <a:moveTo>
                      <a:pt x="2" y="281"/>
                    </a:moveTo>
                    <a:cubicBezTo>
                      <a:pt x="3" y="434"/>
                      <a:pt x="129" y="557"/>
                      <a:pt x="281" y="555"/>
                    </a:cubicBezTo>
                    <a:cubicBezTo>
                      <a:pt x="434" y="554"/>
                      <a:pt x="557" y="428"/>
                      <a:pt x="556" y="275"/>
                    </a:cubicBezTo>
                    <a:cubicBezTo>
                      <a:pt x="555" y="123"/>
                      <a:pt x="429" y="0"/>
                      <a:pt x="276" y="1"/>
                    </a:cubicBezTo>
                    <a:cubicBezTo>
                      <a:pt x="123" y="2"/>
                      <a:pt x="0" y="128"/>
                      <a:pt x="2" y="281"/>
                    </a:cubicBezTo>
                    <a:close/>
                    <a:moveTo>
                      <a:pt x="22" y="281"/>
                    </a:moveTo>
                    <a:cubicBezTo>
                      <a:pt x="21" y="139"/>
                      <a:pt x="135" y="23"/>
                      <a:pt x="276" y="22"/>
                    </a:cubicBezTo>
                    <a:cubicBezTo>
                      <a:pt x="418" y="20"/>
                      <a:pt x="534" y="134"/>
                      <a:pt x="535" y="276"/>
                    </a:cubicBezTo>
                    <a:cubicBezTo>
                      <a:pt x="537" y="417"/>
                      <a:pt x="423" y="533"/>
                      <a:pt x="281" y="534"/>
                    </a:cubicBezTo>
                    <a:cubicBezTo>
                      <a:pt x="140" y="536"/>
                      <a:pt x="24" y="422"/>
                      <a:pt x="22" y="281"/>
                    </a:cubicBezTo>
                    <a:close/>
                  </a:path>
                </a:pathLst>
              </a:custGeom>
              <a:gradFill flip="none" rotWithShape="1">
                <a:gsLst>
                  <a:gs pos="100000">
                    <a:srgbClr val="FFFFFF"/>
                  </a:gs>
                  <a:gs pos="0">
                    <a:srgbClr val="DEDEDE"/>
                  </a:gs>
                </a:gsLst>
                <a:lin ang="81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84" name="Oval 78"/>
            <p:cNvSpPr>
              <a:spLocks noChangeArrowheads="1"/>
            </p:cNvSpPr>
            <p:nvPr/>
          </p:nvSpPr>
          <p:spPr bwMode="auto">
            <a:xfrm>
              <a:off x="5977467" y="3480313"/>
              <a:ext cx="1690761" cy="1689481"/>
            </a:xfrm>
            <a:prstGeom prst="ellipse">
              <a:avLst/>
            </a:prstGeom>
            <a:solidFill>
              <a:srgbClr val="FFFFFF"/>
            </a:solidFill>
            <a:ln w="57150">
              <a:noFill/>
            </a:ln>
            <a:effectLst>
              <a:innerShdw blurRad="330200">
                <a:prstClr val="black">
                  <a:alpha val="82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85" name="Freeform 102"/>
            <p:cNvSpPr>
              <a:spLocks noEditPoints="1"/>
            </p:cNvSpPr>
            <p:nvPr/>
          </p:nvSpPr>
          <p:spPr bwMode="auto">
            <a:xfrm>
              <a:off x="5967912" y="3470119"/>
              <a:ext cx="1709870" cy="1709868"/>
            </a:xfrm>
            <a:custGeom>
              <a:avLst/>
              <a:gdLst>
                <a:gd name="T0" fmla="*/ 2 w 557"/>
                <a:gd name="T1" fmla="*/ 281 h 557"/>
                <a:gd name="T2" fmla="*/ 281 w 557"/>
                <a:gd name="T3" fmla="*/ 555 h 557"/>
                <a:gd name="T4" fmla="*/ 556 w 557"/>
                <a:gd name="T5" fmla="*/ 275 h 557"/>
                <a:gd name="T6" fmla="*/ 276 w 557"/>
                <a:gd name="T7" fmla="*/ 1 h 557"/>
                <a:gd name="T8" fmla="*/ 2 w 557"/>
                <a:gd name="T9" fmla="*/ 281 h 557"/>
                <a:gd name="T10" fmla="*/ 22 w 557"/>
                <a:gd name="T11" fmla="*/ 281 h 557"/>
                <a:gd name="T12" fmla="*/ 276 w 557"/>
                <a:gd name="T13" fmla="*/ 22 h 557"/>
                <a:gd name="T14" fmla="*/ 535 w 557"/>
                <a:gd name="T15" fmla="*/ 276 h 557"/>
                <a:gd name="T16" fmla="*/ 281 w 557"/>
                <a:gd name="T17" fmla="*/ 534 h 557"/>
                <a:gd name="T18" fmla="*/ 22 w 557"/>
                <a:gd name="T19" fmla="*/ 281 h 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7" h="557">
                  <a:moveTo>
                    <a:pt x="2" y="281"/>
                  </a:moveTo>
                  <a:cubicBezTo>
                    <a:pt x="3" y="434"/>
                    <a:pt x="129" y="557"/>
                    <a:pt x="281" y="555"/>
                  </a:cubicBezTo>
                  <a:cubicBezTo>
                    <a:pt x="434" y="554"/>
                    <a:pt x="557" y="428"/>
                    <a:pt x="556" y="275"/>
                  </a:cubicBezTo>
                  <a:cubicBezTo>
                    <a:pt x="555" y="123"/>
                    <a:pt x="429" y="0"/>
                    <a:pt x="276" y="1"/>
                  </a:cubicBezTo>
                  <a:cubicBezTo>
                    <a:pt x="123" y="2"/>
                    <a:pt x="0" y="128"/>
                    <a:pt x="2" y="281"/>
                  </a:cubicBezTo>
                  <a:close/>
                  <a:moveTo>
                    <a:pt x="22" y="281"/>
                  </a:moveTo>
                  <a:cubicBezTo>
                    <a:pt x="21" y="139"/>
                    <a:pt x="135" y="23"/>
                    <a:pt x="276" y="22"/>
                  </a:cubicBezTo>
                  <a:cubicBezTo>
                    <a:pt x="418" y="20"/>
                    <a:pt x="534" y="134"/>
                    <a:pt x="535" y="276"/>
                  </a:cubicBezTo>
                  <a:cubicBezTo>
                    <a:pt x="537" y="417"/>
                    <a:pt x="423" y="533"/>
                    <a:pt x="281" y="534"/>
                  </a:cubicBezTo>
                  <a:cubicBezTo>
                    <a:pt x="140" y="536"/>
                    <a:pt x="24" y="422"/>
                    <a:pt x="22" y="281"/>
                  </a:cubicBezTo>
                  <a:close/>
                </a:path>
              </a:pathLst>
            </a:custGeom>
            <a:gradFill flip="none" rotWithShape="1">
              <a:gsLst>
                <a:gs pos="100000">
                  <a:srgbClr val="FFFFFF"/>
                </a:gs>
                <a:gs pos="0">
                  <a:srgbClr val="DEDEDE"/>
                </a:gs>
              </a:gsLst>
              <a:lin ang="81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6" name="任意多边形 28"/>
            <p:cNvSpPr>
              <a:spLocks/>
            </p:cNvSpPr>
            <p:nvPr/>
          </p:nvSpPr>
          <p:spPr bwMode="auto">
            <a:xfrm>
              <a:off x="6551335" y="3538479"/>
              <a:ext cx="566086" cy="135804"/>
            </a:xfrm>
            <a:custGeom>
              <a:avLst/>
              <a:gdLst>
                <a:gd name="connsiteX0" fmla="*/ 337273 w 703192"/>
                <a:gd name="connsiteY0" fmla="*/ 0 h 168696"/>
                <a:gd name="connsiteX1" fmla="*/ 534189 w 703192"/>
                <a:gd name="connsiteY1" fmla="*/ 19851 h 168696"/>
                <a:gd name="connsiteX2" fmla="*/ 565357 w 703192"/>
                <a:gd name="connsiteY2" fmla="*/ 27865 h 168696"/>
                <a:gd name="connsiteX3" fmla="*/ 582278 w 703192"/>
                <a:gd name="connsiteY3" fmla="*/ 90563 h 168696"/>
                <a:gd name="connsiteX4" fmla="*/ 703192 w 703192"/>
                <a:gd name="connsiteY4" fmla="*/ 168696 h 168696"/>
                <a:gd name="connsiteX5" fmla="*/ 129398 w 703192"/>
                <a:gd name="connsiteY5" fmla="*/ 168696 h 168696"/>
                <a:gd name="connsiteX6" fmla="*/ 8209 w 703192"/>
                <a:gd name="connsiteY6" fmla="*/ 90563 h 168696"/>
                <a:gd name="connsiteX7" fmla="*/ 0 w 703192"/>
                <a:gd name="connsiteY7" fmla="*/ 61027 h 168696"/>
                <a:gd name="connsiteX8" fmla="*/ 46719 w 703192"/>
                <a:gd name="connsiteY8" fmla="*/ 43928 h 168696"/>
                <a:gd name="connsiteX9" fmla="*/ 337273 w 703192"/>
                <a:gd name="connsiteY9" fmla="*/ 0 h 16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3192" h="168696">
                  <a:moveTo>
                    <a:pt x="337273" y="0"/>
                  </a:moveTo>
                  <a:cubicBezTo>
                    <a:pt x="404727" y="0"/>
                    <a:pt x="470584" y="6835"/>
                    <a:pt x="534189" y="19851"/>
                  </a:cubicBezTo>
                  <a:lnTo>
                    <a:pt x="565357" y="27865"/>
                  </a:lnTo>
                  <a:lnTo>
                    <a:pt x="582278" y="90563"/>
                  </a:lnTo>
                  <a:cubicBezTo>
                    <a:pt x="603713" y="137774"/>
                    <a:pt x="640537" y="168696"/>
                    <a:pt x="703192" y="168696"/>
                  </a:cubicBezTo>
                  <a:cubicBezTo>
                    <a:pt x="129398" y="168696"/>
                    <a:pt x="129398" y="168696"/>
                    <a:pt x="129398" y="168696"/>
                  </a:cubicBezTo>
                  <a:cubicBezTo>
                    <a:pt x="66743" y="168696"/>
                    <a:pt x="29919" y="137774"/>
                    <a:pt x="8209" y="90563"/>
                  </a:cubicBezTo>
                  <a:lnTo>
                    <a:pt x="0" y="61027"/>
                  </a:lnTo>
                  <a:lnTo>
                    <a:pt x="46719" y="43928"/>
                  </a:lnTo>
                  <a:cubicBezTo>
                    <a:pt x="138505" y="15379"/>
                    <a:pt x="236093" y="0"/>
                    <a:pt x="337273" y="0"/>
                  </a:cubicBezTo>
                  <a:close/>
                </a:path>
              </a:pathLst>
            </a:custGeom>
            <a:solidFill>
              <a:srgbClr val="FF8900"/>
            </a:solidFill>
            <a:ln w="38100" cap="flat">
              <a:noFill/>
              <a:prstDash val="solid"/>
              <a:miter lim="800000"/>
              <a:headEnd/>
              <a:tailEnd/>
            </a:ln>
            <a:effectLst>
              <a:innerShdw blurRad="63500" dist="25400" dir="16200000">
                <a:prstClr val="black">
                  <a:alpha val="31000"/>
                </a:prstClr>
              </a:innerShdw>
            </a:effectLst>
          </p:spPr>
          <p:txBody>
            <a:bodyPr vert="horz" wrap="square" lIns="91440" tIns="45720" rIns="91440" bIns="45720" numCol="1" anchor="t" anchorCtr="0" compatLnSpc="1">
              <a:prstTxWarp prst="textNoShape">
                <a:avLst/>
              </a:prstTxWarp>
              <a:noAutofit/>
            </a:bodyPr>
            <a:lstStyle/>
            <a:p>
              <a:endParaRPr lang="zh-CN" altLang="en-US"/>
            </a:p>
          </p:txBody>
        </p:sp>
        <p:sp>
          <p:nvSpPr>
            <p:cNvPr id="87" name="任意多边形 40"/>
            <p:cNvSpPr/>
            <p:nvPr/>
          </p:nvSpPr>
          <p:spPr>
            <a:xfrm>
              <a:off x="6036273" y="4188030"/>
              <a:ext cx="131612" cy="441103"/>
            </a:xfrm>
            <a:custGeom>
              <a:avLst/>
              <a:gdLst>
                <a:gd name="connsiteX0" fmla="*/ 163488 w 163488"/>
                <a:gd name="connsiteY0" fmla="*/ 0 h 547939"/>
                <a:gd name="connsiteX1" fmla="*/ 163488 w 163488"/>
                <a:gd name="connsiteY1" fmla="*/ 446887 h 547939"/>
                <a:gd name="connsiteX2" fmla="*/ 102304 w 163488"/>
                <a:gd name="connsiteY2" fmla="*/ 540722 h 547939"/>
                <a:gd name="connsiteX3" fmla="*/ 75834 w 163488"/>
                <a:gd name="connsiteY3" fmla="*/ 547939 h 547939"/>
                <a:gd name="connsiteX4" fmla="*/ 43928 w 163488"/>
                <a:gd name="connsiteY4" fmla="*/ 460765 h 547939"/>
                <a:gd name="connsiteX5" fmla="*/ 0 w 163488"/>
                <a:gd name="connsiteY5" fmla="*/ 170211 h 547939"/>
                <a:gd name="connsiteX6" fmla="*/ 2847 w 163488"/>
                <a:gd name="connsiteY6" fmla="*/ 113839 h 547939"/>
                <a:gd name="connsiteX7" fmla="*/ 38845 w 163488"/>
                <a:gd name="connsiteY7" fmla="*/ 111137 h 547939"/>
                <a:gd name="connsiteX8" fmla="*/ 163488 w 163488"/>
                <a:gd name="connsiteY8" fmla="*/ 0 h 547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88" h="547939">
                  <a:moveTo>
                    <a:pt x="163488" y="0"/>
                  </a:moveTo>
                  <a:cubicBezTo>
                    <a:pt x="163488" y="446887"/>
                    <a:pt x="163488" y="446887"/>
                    <a:pt x="163488" y="446887"/>
                  </a:cubicBezTo>
                  <a:cubicBezTo>
                    <a:pt x="163488" y="495318"/>
                    <a:pt x="139235" y="523937"/>
                    <a:pt x="102304" y="540722"/>
                  </a:cubicBezTo>
                  <a:lnTo>
                    <a:pt x="75834" y="547939"/>
                  </a:lnTo>
                  <a:lnTo>
                    <a:pt x="43928" y="460765"/>
                  </a:lnTo>
                  <a:cubicBezTo>
                    <a:pt x="15380" y="368979"/>
                    <a:pt x="0" y="271391"/>
                    <a:pt x="0" y="170211"/>
                  </a:cubicBezTo>
                  <a:lnTo>
                    <a:pt x="2847" y="113839"/>
                  </a:lnTo>
                  <a:lnTo>
                    <a:pt x="38845" y="111137"/>
                  </a:lnTo>
                  <a:cubicBezTo>
                    <a:pt x="108918" y="100715"/>
                    <a:pt x="163488" y="72647"/>
                    <a:pt x="163488" y="0"/>
                  </a:cubicBezTo>
                  <a:close/>
                </a:path>
              </a:pathLst>
            </a:custGeom>
            <a:solidFill>
              <a:srgbClr val="6D5DA5"/>
            </a:solidFill>
            <a:ln w="38100" cap="flat">
              <a:noFill/>
              <a:prstDash val="solid"/>
              <a:miter lim="800000"/>
              <a:headEnd/>
              <a:tailEnd/>
            </a:ln>
            <a:effectLst>
              <a:innerShdw blurRad="63500" dist="25400" dir="10800000">
                <a:schemeClr val="tx1">
                  <a:lumMod val="65000"/>
                  <a:lumOff val="35000"/>
                  <a:alpha val="31000"/>
                </a:schemeClr>
              </a:innerShdw>
            </a:effectLst>
          </p:spPr>
          <p:txBody>
            <a:bodyPr vert="horz" wrap="square" lIns="91440" tIns="45720" rIns="91440" bIns="45720" numCol="1" anchor="t" anchorCtr="0" compatLnSpc="1">
              <a:prstTxWarp prst="textNoShape">
                <a:avLst/>
              </a:prstTxWarp>
              <a:noAutofit/>
            </a:bodyPr>
            <a:lstStyle/>
            <a:p>
              <a:endParaRPr lang="zh-CN" altLang="en-US" dirty="0">
                <a:solidFill>
                  <a:schemeClr val="tx1"/>
                </a:solidFill>
              </a:endParaRPr>
            </a:p>
          </p:txBody>
        </p:sp>
        <p:sp>
          <p:nvSpPr>
            <p:cNvPr id="88" name="任意多边形 41"/>
            <p:cNvSpPr/>
            <p:nvPr/>
          </p:nvSpPr>
          <p:spPr>
            <a:xfrm>
              <a:off x="6209725" y="4688995"/>
              <a:ext cx="256696" cy="326617"/>
            </a:xfrm>
            <a:custGeom>
              <a:avLst/>
              <a:gdLst>
                <a:gd name="connsiteX0" fmla="*/ 13985 w 318868"/>
                <a:gd name="connsiteY0" fmla="*/ 0 h 405724"/>
                <a:gd name="connsiteX1" fmla="*/ 291734 w 318868"/>
                <a:gd name="connsiteY1" fmla="*/ 275402 h 405724"/>
                <a:gd name="connsiteX2" fmla="*/ 312124 w 318868"/>
                <a:gd name="connsiteY2" fmla="*/ 372618 h 405724"/>
                <a:gd name="connsiteX3" fmla="*/ 293679 w 318868"/>
                <a:gd name="connsiteY3" fmla="*/ 405724 h 405724"/>
                <a:gd name="connsiteX4" fmla="*/ 215324 w 318868"/>
                <a:gd name="connsiteY4" fmla="*/ 358123 h 405724"/>
                <a:gd name="connsiteX5" fmla="*/ 70719 w 318868"/>
                <a:gd name="connsiteY5" fmla="*/ 238812 h 405724"/>
                <a:gd name="connsiteX6" fmla="*/ 0 w 318868"/>
                <a:gd name="connsiteY6" fmla="*/ 153100 h 405724"/>
                <a:gd name="connsiteX7" fmla="*/ 6855 w 318868"/>
                <a:gd name="connsiteY7" fmla="*/ 144999 h 405724"/>
                <a:gd name="connsiteX8" fmla="*/ 13985 w 318868"/>
                <a:gd name="connsiteY8" fmla="*/ 0 h 405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8868" h="405724">
                  <a:moveTo>
                    <a:pt x="13985" y="0"/>
                  </a:moveTo>
                  <a:cubicBezTo>
                    <a:pt x="291734" y="275402"/>
                    <a:pt x="291734" y="275402"/>
                    <a:pt x="291734" y="275402"/>
                  </a:cubicBezTo>
                  <a:cubicBezTo>
                    <a:pt x="321493" y="306247"/>
                    <a:pt x="324248" y="339295"/>
                    <a:pt x="312124" y="372618"/>
                  </a:cubicBezTo>
                  <a:lnTo>
                    <a:pt x="293679" y="405724"/>
                  </a:lnTo>
                  <a:lnTo>
                    <a:pt x="215324" y="358123"/>
                  </a:lnTo>
                  <a:cubicBezTo>
                    <a:pt x="163344" y="323005"/>
                    <a:pt x="114923" y="283017"/>
                    <a:pt x="70719" y="238812"/>
                  </a:cubicBezTo>
                  <a:lnTo>
                    <a:pt x="0" y="153100"/>
                  </a:lnTo>
                  <a:lnTo>
                    <a:pt x="6855" y="144999"/>
                  </a:lnTo>
                  <a:cubicBezTo>
                    <a:pt x="43331" y="95427"/>
                    <a:pt x="60277" y="44615"/>
                    <a:pt x="13985" y="0"/>
                  </a:cubicBezTo>
                  <a:close/>
                </a:path>
              </a:pathLst>
            </a:custGeom>
            <a:solidFill>
              <a:srgbClr val="007BC6"/>
            </a:solidFill>
            <a:ln w="38100" cap="flat">
              <a:noFill/>
              <a:prstDash val="solid"/>
              <a:miter lim="800000"/>
              <a:headEnd/>
              <a:tailEnd/>
            </a:ln>
            <a:effectLst>
              <a:innerShdw blurRad="63500" dist="25400" dir="7800000">
                <a:prstClr val="black">
                  <a:alpha val="31000"/>
                </a:prstClr>
              </a:innerShdw>
            </a:effectLst>
          </p:spPr>
          <p:txBody>
            <a:bodyPr vert="horz" wrap="square" lIns="91440" tIns="45720" rIns="91440" bIns="45720" numCol="1" anchor="t" anchorCtr="0" compatLnSpc="1">
              <a:prstTxWarp prst="textNoShape">
                <a:avLst/>
              </a:prstTxWarp>
              <a:noAutofit/>
            </a:bodyPr>
            <a:lstStyle/>
            <a:p>
              <a:endParaRPr lang="zh-CN" altLang="en-US" dirty="0"/>
            </a:p>
          </p:txBody>
        </p:sp>
        <p:grpSp>
          <p:nvGrpSpPr>
            <p:cNvPr id="89" name="组合 42"/>
            <p:cNvGrpSpPr/>
            <p:nvPr/>
          </p:nvGrpSpPr>
          <p:grpSpPr>
            <a:xfrm>
              <a:off x="3948010" y="4041149"/>
              <a:ext cx="584462" cy="557279"/>
              <a:chOff x="5332413" y="374650"/>
              <a:chExt cx="477837" cy="455613"/>
            </a:xfrm>
            <a:solidFill>
              <a:srgbClr val="6D5DA5"/>
            </a:solidFill>
          </p:grpSpPr>
          <p:sp>
            <p:nvSpPr>
              <p:cNvPr id="119" name="Oval 118"/>
              <p:cNvSpPr>
                <a:spLocks noChangeArrowheads="1"/>
              </p:cNvSpPr>
              <p:nvPr/>
            </p:nvSpPr>
            <p:spPr bwMode="auto">
              <a:xfrm>
                <a:off x="5511800" y="754063"/>
                <a:ext cx="76200" cy="76200"/>
              </a:xfrm>
              <a:prstGeom prst="ellipse">
                <a:avLst/>
              </a:prstGeom>
              <a:grp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20" name="Oval 119"/>
              <p:cNvSpPr>
                <a:spLocks noChangeArrowheads="1"/>
              </p:cNvSpPr>
              <p:nvPr/>
            </p:nvSpPr>
            <p:spPr bwMode="auto">
              <a:xfrm>
                <a:off x="5697538" y="754063"/>
                <a:ext cx="73025" cy="76200"/>
              </a:xfrm>
              <a:prstGeom prst="ellipse">
                <a:avLst/>
              </a:prstGeom>
              <a:grp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21" name="Oval 120"/>
              <p:cNvSpPr>
                <a:spLocks noChangeArrowheads="1"/>
              </p:cNvSpPr>
              <p:nvPr/>
            </p:nvSpPr>
            <p:spPr bwMode="auto">
              <a:xfrm>
                <a:off x="5537200" y="541338"/>
                <a:ext cx="46037" cy="46037"/>
              </a:xfrm>
              <a:prstGeom prst="ellipse">
                <a:avLst/>
              </a:prstGeom>
              <a:grp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22" name="Oval 121"/>
              <p:cNvSpPr>
                <a:spLocks noChangeArrowheads="1"/>
              </p:cNvSpPr>
              <p:nvPr/>
            </p:nvSpPr>
            <p:spPr bwMode="auto">
              <a:xfrm>
                <a:off x="5694363" y="541338"/>
                <a:ext cx="47625" cy="46037"/>
              </a:xfrm>
              <a:prstGeom prst="ellipse">
                <a:avLst/>
              </a:prstGeom>
              <a:grp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23" name="Oval 122"/>
              <p:cNvSpPr>
                <a:spLocks noChangeArrowheads="1"/>
              </p:cNvSpPr>
              <p:nvPr/>
            </p:nvSpPr>
            <p:spPr bwMode="auto">
              <a:xfrm>
                <a:off x="5578475" y="615950"/>
                <a:ext cx="46037" cy="46037"/>
              </a:xfrm>
              <a:prstGeom prst="ellipse">
                <a:avLst/>
              </a:prstGeom>
              <a:grp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24" name="Oval 123"/>
              <p:cNvSpPr>
                <a:spLocks noChangeArrowheads="1"/>
              </p:cNvSpPr>
              <p:nvPr/>
            </p:nvSpPr>
            <p:spPr bwMode="auto">
              <a:xfrm>
                <a:off x="5657850" y="615950"/>
                <a:ext cx="46037" cy="46037"/>
              </a:xfrm>
              <a:prstGeom prst="ellipse">
                <a:avLst/>
              </a:prstGeom>
              <a:grp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25" name="Freeform 124"/>
              <p:cNvSpPr>
                <a:spLocks/>
              </p:cNvSpPr>
              <p:nvPr/>
            </p:nvSpPr>
            <p:spPr bwMode="auto">
              <a:xfrm>
                <a:off x="5332413" y="450850"/>
                <a:ext cx="477837" cy="277812"/>
              </a:xfrm>
              <a:custGeom>
                <a:avLst/>
                <a:gdLst>
                  <a:gd name="T0" fmla="*/ 216 w 217"/>
                  <a:gd name="T1" fmla="*/ 46 h 126"/>
                  <a:gd name="T2" fmla="*/ 217 w 217"/>
                  <a:gd name="T3" fmla="*/ 48 h 126"/>
                  <a:gd name="T4" fmla="*/ 191 w 217"/>
                  <a:gd name="T5" fmla="*/ 125 h 126"/>
                  <a:gd name="T6" fmla="*/ 189 w 217"/>
                  <a:gd name="T7" fmla="*/ 126 h 126"/>
                  <a:gd name="T8" fmla="*/ 91 w 217"/>
                  <a:gd name="T9" fmla="*/ 126 h 126"/>
                  <a:gd name="T10" fmla="*/ 90 w 217"/>
                  <a:gd name="T11" fmla="*/ 125 h 126"/>
                  <a:gd name="T12" fmla="*/ 47 w 217"/>
                  <a:gd name="T13" fmla="*/ 19 h 126"/>
                  <a:gd name="T14" fmla="*/ 45 w 217"/>
                  <a:gd name="T15" fmla="*/ 17 h 126"/>
                  <a:gd name="T16" fmla="*/ 2 w 217"/>
                  <a:gd name="T17" fmla="*/ 17 h 126"/>
                  <a:gd name="T18" fmla="*/ 0 w 217"/>
                  <a:gd name="T19" fmla="*/ 17 h 126"/>
                  <a:gd name="T20" fmla="*/ 1 w 217"/>
                  <a:gd name="T21" fmla="*/ 1 h 126"/>
                  <a:gd name="T22" fmla="*/ 2 w 217"/>
                  <a:gd name="T23" fmla="*/ 0 h 126"/>
                  <a:gd name="T24" fmla="*/ 57 w 217"/>
                  <a:gd name="T25" fmla="*/ 0 h 126"/>
                  <a:gd name="T26" fmla="*/ 59 w 217"/>
                  <a:gd name="T27" fmla="*/ 1 h 126"/>
                  <a:gd name="T28" fmla="*/ 102 w 217"/>
                  <a:gd name="T29" fmla="*/ 107 h 126"/>
                  <a:gd name="T30" fmla="*/ 103 w 217"/>
                  <a:gd name="T31" fmla="*/ 108 h 126"/>
                  <a:gd name="T32" fmla="*/ 176 w 217"/>
                  <a:gd name="T33" fmla="*/ 108 h 126"/>
                  <a:gd name="T34" fmla="*/ 178 w 217"/>
                  <a:gd name="T35" fmla="*/ 107 h 126"/>
                  <a:gd name="T36" fmla="*/ 200 w 217"/>
                  <a:gd name="T37" fmla="*/ 42 h 126"/>
                  <a:gd name="T38" fmla="*/ 202 w 217"/>
                  <a:gd name="T39" fmla="*/ 41 h 126"/>
                  <a:gd name="T40" fmla="*/ 216 w 217"/>
                  <a:gd name="T41" fmla="*/ 4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7" h="126">
                    <a:moveTo>
                      <a:pt x="216" y="46"/>
                    </a:moveTo>
                    <a:cubicBezTo>
                      <a:pt x="217" y="47"/>
                      <a:pt x="217" y="47"/>
                      <a:pt x="217" y="48"/>
                    </a:cubicBezTo>
                    <a:cubicBezTo>
                      <a:pt x="191" y="125"/>
                      <a:pt x="191" y="125"/>
                      <a:pt x="191" y="125"/>
                    </a:cubicBezTo>
                    <a:cubicBezTo>
                      <a:pt x="191" y="126"/>
                      <a:pt x="190" y="126"/>
                      <a:pt x="189" y="126"/>
                    </a:cubicBezTo>
                    <a:cubicBezTo>
                      <a:pt x="91" y="126"/>
                      <a:pt x="91" y="126"/>
                      <a:pt x="91" y="126"/>
                    </a:cubicBezTo>
                    <a:cubicBezTo>
                      <a:pt x="91" y="126"/>
                      <a:pt x="90" y="126"/>
                      <a:pt x="90" y="125"/>
                    </a:cubicBezTo>
                    <a:cubicBezTo>
                      <a:pt x="47" y="19"/>
                      <a:pt x="47" y="19"/>
                      <a:pt x="47" y="19"/>
                    </a:cubicBezTo>
                    <a:cubicBezTo>
                      <a:pt x="47" y="18"/>
                      <a:pt x="46" y="17"/>
                      <a:pt x="45" y="17"/>
                    </a:cubicBezTo>
                    <a:cubicBezTo>
                      <a:pt x="2" y="17"/>
                      <a:pt x="2" y="17"/>
                      <a:pt x="2" y="17"/>
                    </a:cubicBezTo>
                    <a:cubicBezTo>
                      <a:pt x="1" y="17"/>
                      <a:pt x="0" y="17"/>
                      <a:pt x="0" y="17"/>
                    </a:cubicBezTo>
                    <a:cubicBezTo>
                      <a:pt x="1" y="1"/>
                      <a:pt x="1" y="1"/>
                      <a:pt x="1" y="1"/>
                    </a:cubicBezTo>
                    <a:cubicBezTo>
                      <a:pt x="1" y="0"/>
                      <a:pt x="1" y="0"/>
                      <a:pt x="2" y="0"/>
                    </a:cubicBezTo>
                    <a:cubicBezTo>
                      <a:pt x="57" y="0"/>
                      <a:pt x="57" y="0"/>
                      <a:pt x="57" y="0"/>
                    </a:cubicBezTo>
                    <a:cubicBezTo>
                      <a:pt x="58" y="0"/>
                      <a:pt x="58" y="0"/>
                      <a:pt x="59" y="1"/>
                    </a:cubicBezTo>
                    <a:cubicBezTo>
                      <a:pt x="102" y="107"/>
                      <a:pt x="102" y="107"/>
                      <a:pt x="102" y="107"/>
                    </a:cubicBezTo>
                    <a:cubicBezTo>
                      <a:pt x="102" y="108"/>
                      <a:pt x="103" y="108"/>
                      <a:pt x="103" y="108"/>
                    </a:cubicBezTo>
                    <a:cubicBezTo>
                      <a:pt x="176" y="108"/>
                      <a:pt x="176" y="108"/>
                      <a:pt x="176" y="108"/>
                    </a:cubicBezTo>
                    <a:cubicBezTo>
                      <a:pt x="177" y="108"/>
                      <a:pt x="178" y="108"/>
                      <a:pt x="178" y="107"/>
                    </a:cubicBezTo>
                    <a:cubicBezTo>
                      <a:pt x="200" y="42"/>
                      <a:pt x="200" y="42"/>
                      <a:pt x="200" y="42"/>
                    </a:cubicBezTo>
                    <a:cubicBezTo>
                      <a:pt x="200" y="42"/>
                      <a:pt x="201" y="41"/>
                      <a:pt x="202" y="41"/>
                    </a:cubicBezTo>
                    <a:lnTo>
                      <a:pt x="216" y="46"/>
                    </a:lnTo>
                    <a:close/>
                  </a:path>
                </a:pathLst>
              </a:custGeom>
              <a:grp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26" name="Freeform 125"/>
              <p:cNvSpPr>
                <a:spLocks/>
              </p:cNvSpPr>
              <p:nvPr/>
            </p:nvSpPr>
            <p:spPr bwMode="auto">
              <a:xfrm>
                <a:off x="5594350" y="374650"/>
                <a:ext cx="93662" cy="230187"/>
              </a:xfrm>
              <a:custGeom>
                <a:avLst/>
                <a:gdLst>
                  <a:gd name="T0" fmla="*/ 14 w 43"/>
                  <a:gd name="T1" fmla="*/ 105 h 105"/>
                  <a:gd name="T2" fmla="*/ 13 w 43"/>
                  <a:gd name="T3" fmla="*/ 104 h 105"/>
                  <a:gd name="T4" fmla="*/ 13 w 43"/>
                  <a:gd name="T5" fmla="*/ 38 h 105"/>
                  <a:gd name="T6" fmla="*/ 12 w 43"/>
                  <a:gd name="T7" fmla="*/ 37 h 105"/>
                  <a:gd name="T8" fmla="*/ 1 w 43"/>
                  <a:gd name="T9" fmla="*/ 37 h 105"/>
                  <a:gd name="T10" fmla="*/ 0 w 43"/>
                  <a:gd name="T11" fmla="*/ 36 h 105"/>
                  <a:gd name="T12" fmla="*/ 21 w 43"/>
                  <a:gd name="T13" fmla="*/ 1 h 105"/>
                  <a:gd name="T14" fmla="*/ 22 w 43"/>
                  <a:gd name="T15" fmla="*/ 1 h 105"/>
                  <a:gd name="T16" fmla="*/ 43 w 43"/>
                  <a:gd name="T17" fmla="*/ 36 h 105"/>
                  <a:gd name="T18" fmla="*/ 42 w 43"/>
                  <a:gd name="T19" fmla="*/ 37 h 105"/>
                  <a:gd name="T20" fmla="*/ 31 w 43"/>
                  <a:gd name="T21" fmla="*/ 37 h 105"/>
                  <a:gd name="T22" fmla="*/ 30 w 43"/>
                  <a:gd name="T23" fmla="*/ 38 h 105"/>
                  <a:gd name="T24" fmla="*/ 30 w 43"/>
                  <a:gd name="T25" fmla="*/ 104 h 105"/>
                  <a:gd name="T26" fmla="*/ 29 w 43"/>
                  <a:gd name="T27" fmla="*/ 105 h 105"/>
                  <a:gd name="T28" fmla="*/ 14 w 43"/>
                  <a:gd name="T29"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 h="105">
                    <a:moveTo>
                      <a:pt x="14" y="105"/>
                    </a:moveTo>
                    <a:cubicBezTo>
                      <a:pt x="13" y="105"/>
                      <a:pt x="13" y="104"/>
                      <a:pt x="13" y="104"/>
                    </a:cubicBezTo>
                    <a:cubicBezTo>
                      <a:pt x="13" y="38"/>
                      <a:pt x="13" y="38"/>
                      <a:pt x="13" y="38"/>
                    </a:cubicBezTo>
                    <a:cubicBezTo>
                      <a:pt x="13" y="37"/>
                      <a:pt x="12" y="37"/>
                      <a:pt x="12" y="37"/>
                    </a:cubicBezTo>
                    <a:cubicBezTo>
                      <a:pt x="1" y="37"/>
                      <a:pt x="1" y="37"/>
                      <a:pt x="1" y="37"/>
                    </a:cubicBezTo>
                    <a:cubicBezTo>
                      <a:pt x="0" y="37"/>
                      <a:pt x="0" y="36"/>
                      <a:pt x="0" y="36"/>
                    </a:cubicBezTo>
                    <a:cubicBezTo>
                      <a:pt x="21" y="1"/>
                      <a:pt x="21" y="1"/>
                      <a:pt x="21" y="1"/>
                    </a:cubicBezTo>
                    <a:cubicBezTo>
                      <a:pt x="21" y="0"/>
                      <a:pt x="22" y="0"/>
                      <a:pt x="22" y="1"/>
                    </a:cubicBezTo>
                    <a:cubicBezTo>
                      <a:pt x="43" y="36"/>
                      <a:pt x="43" y="36"/>
                      <a:pt x="43" y="36"/>
                    </a:cubicBezTo>
                    <a:cubicBezTo>
                      <a:pt x="43" y="36"/>
                      <a:pt x="43" y="37"/>
                      <a:pt x="42" y="37"/>
                    </a:cubicBezTo>
                    <a:cubicBezTo>
                      <a:pt x="31" y="37"/>
                      <a:pt x="31" y="37"/>
                      <a:pt x="31" y="37"/>
                    </a:cubicBezTo>
                    <a:cubicBezTo>
                      <a:pt x="31" y="37"/>
                      <a:pt x="30" y="37"/>
                      <a:pt x="30" y="38"/>
                    </a:cubicBezTo>
                    <a:cubicBezTo>
                      <a:pt x="30" y="104"/>
                      <a:pt x="30" y="104"/>
                      <a:pt x="30" y="104"/>
                    </a:cubicBezTo>
                    <a:cubicBezTo>
                      <a:pt x="30" y="104"/>
                      <a:pt x="30" y="105"/>
                      <a:pt x="29" y="105"/>
                    </a:cubicBezTo>
                    <a:lnTo>
                      <a:pt x="14" y="105"/>
                    </a:lnTo>
                    <a:close/>
                  </a:path>
                </a:pathLst>
              </a:custGeom>
              <a:grp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90" name="组合 51"/>
            <p:cNvGrpSpPr/>
            <p:nvPr/>
          </p:nvGrpSpPr>
          <p:grpSpPr>
            <a:xfrm>
              <a:off x="4801109" y="1974636"/>
              <a:ext cx="433514" cy="532820"/>
              <a:chOff x="2943225" y="1374775"/>
              <a:chExt cx="360363" cy="442913"/>
            </a:xfrm>
          </p:grpSpPr>
          <p:sp>
            <p:nvSpPr>
              <p:cNvPr id="115" name="Freeform 112"/>
              <p:cNvSpPr>
                <a:spLocks noEditPoints="1"/>
              </p:cNvSpPr>
              <p:nvPr/>
            </p:nvSpPr>
            <p:spPr bwMode="auto">
              <a:xfrm>
                <a:off x="2943225" y="1544638"/>
                <a:ext cx="85725" cy="273050"/>
              </a:xfrm>
              <a:custGeom>
                <a:avLst/>
                <a:gdLst>
                  <a:gd name="T0" fmla="*/ 3 w 39"/>
                  <a:gd name="T1" fmla="*/ 0 h 124"/>
                  <a:gd name="T2" fmla="*/ 0 w 39"/>
                  <a:gd name="T3" fmla="*/ 121 h 124"/>
                  <a:gd name="T4" fmla="*/ 4 w 39"/>
                  <a:gd name="T5" fmla="*/ 124 h 124"/>
                  <a:gd name="T6" fmla="*/ 13 w 39"/>
                  <a:gd name="T7" fmla="*/ 107 h 124"/>
                  <a:gd name="T8" fmla="*/ 36 w 39"/>
                  <a:gd name="T9" fmla="*/ 124 h 124"/>
                  <a:gd name="T10" fmla="*/ 39 w 39"/>
                  <a:gd name="T11" fmla="*/ 3 h 124"/>
                  <a:gd name="T12" fmla="*/ 18 w 39"/>
                  <a:gd name="T13" fmla="*/ 98 h 124"/>
                  <a:gd name="T14" fmla="*/ 5 w 39"/>
                  <a:gd name="T15" fmla="*/ 90 h 124"/>
                  <a:gd name="T16" fmla="*/ 18 w 39"/>
                  <a:gd name="T17" fmla="*/ 98 h 124"/>
                  <a:gd name="T18" fmla="*/ 5 w 39"/>
                  <a:gd name="T19" fmla="*/ 84 h 124"/>
                  <a:gd name="T20" fmla="*/ 18 w 39"/>
                  <a:gd name="T21" fmla="*/ 76 h 124"/>
                  <a:gd name="T22" fmla="*/ 18 w 39"/>
                  <a:gd name="T23" fmla="*/ 70 h 124"/>
                  <a:gd name="T24" fmla="*/ 5 w 39"/>
                  <a:gd name="T25" fmla="*/ 62 h 124"/>
                  <a:gd name="T26" fmla="*/ 18 w 39"/>
                  <a:gd name="T27" fmla="*/ 70 h 124"/>
                  <a:gd name="T28" fmla="*/ 5 w 39"/>
                  <a:gd name="T29" fmla="*/ 56 h 124"/>
                  <a:gd name="T30" fmla="*/ 18 w 39"/>
                  <a:gd name="T31" fmla="*/ 48 h 124"/>
                  <a:gd name="T32" fmla="*/ 18 w 39"/>
                  <a:gd name="T33" fmla="*/ 42 h 124"/>
                  <a:gd name="T34" fmla="*/ 5 w 39"/>
                  <a:gd name="T35" fmla="*/ 34 h 124"/>
                  <a:gd name="T36" fmla="*/ 18 w 39"/>
                  <a:gd name="T37" fmla="*/ 42 h 124"/>
                  <a:gd name="T38" fmla="*/ 5 w 39"/>
                  <a:gd name="T39" fmla="*/ 28 h 124"/>
                  <a:gd name="T40" fmla="*/ 18 w 39"/>
                  <a:gd name="T41" fmla="*/ 20 h 124"/>
                  <a:gd name="T42" fmla="*/ 18 w 39"/>
                  <a:gd name="T43" fmla="*/ 14 h 124"/>
                  <a:gd name="T44" fmla="*/ 5 w 39"/>
                  <a:gd name="T45" fmla="*/ 6 h 124"/>
                  <a:gd name="T46" fmla="*/ 18 w 39"/>
                  <a:gd name="T47" fmla="*/ 14 h 124"/>
                  <a:gd name="T48" fmla="*/ 21 w 39"/>
                  <a:gd name="T49" fmla="*/ 98 h 124"/>
                  <a:gd name="T50" fmla="*/ 33 w 39"/>
                  <a:gd name="T51" fmla="*/ 90 h 124"/>
                  <a:gd name="T52" fmla="*/ 33 w 39"/>
                  <a:gd name="T53" fmla="*/ 84 h 124"/>
                  <a:gd name="T54" fmla="*/ 21 w 39"/>
                  <a:gd name="T55" fmla="*/ 76 h 124"/>
                  <a:gd name="T56" fmla="*/ 33 w 39"/>
                  <a:gd name="T57" fmla="*/ 84 h 124"/>
                  <a:gd name="T58" fmla="*/ 21 w 39"/>
                  <a:gd name="T59" fmla="*/ 70 h 124"/>
                  <a:gd name="T60" fmla="*/ 33 w 39"/>
                  <a:gd name="T61" fmla="*/ 62 h 124"/>
                  <a:gd name="T62" fmla="*/ 33 w 39"/>
                  <a:gd name="T63" fmla="*/ 56 h 124"/>
                  <a:gd name="T64" fmla="*/ 21 w 39"/>
                  <a:gd name="T65" fmla="*/ 48 h 124"/>
                  <a:gd name="T66" fmla="*/ 33 w 39"/>
                  <a:gd name="T67" fmla="*/ 56 h 124"/>
                  <a:gd name="T68" fmla="*/ 21 w 39"/>
                  <a:gd name="T69" fmla="*/ 42 h 124"/>
                  <a:gd name="T70" fmla="*/ 33 w 39"/>
                  <a:gd name="T71" fmla="*/ 34 h 124"/>
                  <a:gd name="T72" fmla="*/ 33 w 39"/>
                  <a:gd name="T73" fmla="*/ 28 h 124"/>
                  <a:gd name="T74" fmla="*/ 21 w 39"/>
                  <a:gd name="T75" fmla="*/ 20 h 124"/>
                  <a:gd name="T76" fmla="*/ 33 w 39"/>
                  <a:gd name="T77" fmla="*/ 28 h 124"/>
                  <a:gd name="T78" fmla="*/ 21 w 39"/>
                  <a:gd name="T79" fmla="*/ 14 h 124"/>
                  <a:gd name="T80" fmla="*/ 33 w 39"/>
                  <a:gd name="T81" fmla="*/ 6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9" h="124">
                    <a:moveTo>
                      <a:pt x="36" y="0"/>
                    </a:moveTo>
                    <a:cubicBezTo>
                      <a:pt x="3" y="0"/>
                      <a:pt x="3" y="0"/>
                      <a:pt x="3" y="0"/>
                    </a:cubicBezTo>
                    <a:cubicBezTo>
                      <a:pt x="1" y="0"/>
                      <a:pt x="0" y="1"/>
                      <a:pt x="0" y="3"/>
                    </a:cubicBezTo>
                    <a:cubicBezTo>
                      <a:pt x="0" y="121"/>
                      <a:pt x="0" y="121"/>
                      <a:pt x="0" y="121"/>
                    </a:cubicBezTo>
                    <a:cubicBezTo>
                      <a:pt x="0" y="123"/>
                      <a:pt x="1" y="124"/>
                      <a:pt x="3" y="124"/>
                    </a:cubicBezTo>
                    <a:cubicBezTo>
                      <a:pt x="4" y="124"/>
                      <a:pt x="4" y="124"/>
                      <a:pt x="4" y="124"/>
                    </a:cubicBezTo>
                    <a:cubicBezTo>
                      <a:pt x="4" y="107"/>
                      <a:pt x="4" y="107"/>
                      <a:pt x="4" y="107"/>
                    </a:cubicBezTo>
                    <a:cubicBezTo>
                      <a:pt x="13" y="107"/>
                      <a:pt x="13" y="107"/>
                      <a:pt x="13" y="107"/>
                    </a:cubicBezTo>
                    <a:cubicBezTo>
                      <a:pt x="13" y="124"/>
                      <a:pt x="13" y="124"/>
                      <a:pt x="13" y="124"/>
                    </a:cubicBezTo>
                    <a:cubicBezTo>
                      <a:pt x="36" y="124"/>
                      <a:pt x="36" y="124"/>
                      <a:pt x="36" y="124"/>
                    </a:cubicBezTo>
                    <a:cubicBezTo>
                      <a:pt x="37" y="124"/>
                      <a:pt x="39" y="123"/>
                      <a:pt x="39" y="121"/>
                    </a:cubicBezTo>
                    <a:cubicBezTo>
                      <a:pt x="39" y="3"/>
                      <a:pt x="39" y="3"/>
                      <a:pt x="39" y="3"/>
                    </a:cubicBezTo>
                    <a:cubicBezTo>
                      <a:pt x="39" y="1"/>
                      <a:pt x="37" y="0"/>
                      <a:pt x="36" y="0"/>
                    </a:cubicBezTo>
                    <a:close/>
                    <a:moveTo>
                      <a:pt x="18" y="98"/>
                    </a:moveTo>
                    <a:cubicBezTo>
                      <a:pt x="5" y="98"/>
                      <a:pt x="5" y="98"/>
                      <a:pt x="5" y="98"/>
                    </a:cubicBezTo>
                    <a:cubicBezTo>
                      <a:pt x="5" y="90"/>
                      <a:pt x="5" y="90"/>
                      <a:pt x="5" y="90"/>
                    </a:cubicBezTo>
                    <a:cubicBezTo>
                      <a:pt x="18" y="90"/>
                      <a:pt x="18" y="90"/>
                      <a:pt x="18" y="90"/>
                    </a:cubicBezTo>
                    <a:lnTo>
                      <a:pt x="18" y="98"/>
                    </a:lnTo>
                    <a:close/>
                    <a:moveTo>
                      <a:pt x="18" y="84"/>
                    </a:moveTo>
                    <a:cubicBezTo>
                      <a:pt x="5" y="84"/>
                      <a:pt x="5" y="84"/>
                      <a:pt x="5" y="84"/>
                    </a:cubicBezTo>
                    <a:cubicBezTo>
                      <a:pt x="5" y="76"/>
                      <a:pt x="5" y="76"/>
                      <a:pt x="5" y="76"/>
                    </a:cubicBezTo>
                    <a:cubicBezTo>
                      <a:pt x="18" y="76"/>
                      <a:pt x="18" y="76"/>
                      <a:pt x="18" y="76"/>
                    </a:cubicBezTo>
                    <a:lnTo>
                      <a:pt x="18" y="84"/>
                    </a:lnTo>
                    <a:close/>
                    <a:moveTo>
                      <a:pt x="18" y="70"/>
                    </a:moveTo>
                    <a:cubicBezTo>
                      <a:pt x="5" y="70"/>
                      <a:pt x="5" y="70"/>
                      <a:pt x="5" y="70"/>
                    </a:cubicBezTo>
                    <a:cubicBezTo>
                      <a:pt x="5" y="62"/>
                      <a:pt x="5" y="62"/>
                      <a:pt x="5" y="62"/>
                    </a:cubicBezTo>
                    <a:cubicBezTo>
                      <a:pt x="18" y="62"/>
                      <a:pt x="18" y="62"/>
                      <a:pt x="18" y="62"/>
                    </a:cubicBezTo>
                    <a:lnTo>
                      <a:pt x="18" y="70"/>
                    </a:lnTo>
                    <a:close/>
                    <a:moveTo>
                      <a:pt x="18" y="56"/>
                    </a:moveTo>
                    <a:cubicBezTo>
                      <a:pt x="5" y="56"/>
                      <a:pt x="5" y="56"/>
                      <a:pt x="5" y="56"/>
                    </a:cubicBezTo>
                    <a:cubicBezTo>
                      <a:pt x="5" y="48"/>
                      <a:pt x="5" y="48"/>
                      <a:pt x="5" y="48"/>
                    </a:cubicBezTo>
                    <a:cubicBezTo>
                      <a:pt x="18" y="48"/>
                      <a:pt x="18" y="48"/>
                      <a:pt x="18" y="48"/>
                    </a:cubicBezTo>
                    <a:lnTo>
                      <a:pt x="18" y="56"/>
                    </a:lnTo>
                    <a:close/>
                    <a:moveTo>
                      <a:pt x="18" y="42"/>
                    </a:moveTo>
                    <a:cubicBezTo>
                      <a:pt x="5" y="42"/>
                      <a:pt x="5" y="42"/>
                      <a:pt x="5" y="42"/>
                    </a:cubicBezTo>
                    <a:cubicBezTo>
                      <a:pt x="5" y="34"/>
                      <a:pt x="5" y="34"/>
                      <a:pt x="5" y="34"/>
                    </a:cubicBezTo>
                    <a:cubicBezTo>
                      <a:pt x="18" y="34"/>
                      <a:pt x="18" y="34"/>
                      <a:pt x="18" y="34"/>
                    </a:cubicBezTo>
                    <a:lnTo>
                      <a:pt x="18" y="42"/>
                    </a:lnTo>
                    <a:close/>
                    <a:moveTo>
                      <a:pt x="18" y="28"/>
                    </a:moveTo>
                    <a:cubicBezTo>
                      <a:pt x="5" y="28"/>
                      <a:pt x="5" y="28"/>
                      <a:pt x="5" y="28"/>
                    </a:cubicBezTo>
                    <a:cubicBezTo>
                      <a:pt x="5" y="20"/>
                      <a:pt x="5" y="20"/>
                      <a:pt x="5" y="20"/>
                    </a:cubicBezTo>
                    <a:cubicBezTo>
                      <a:pt x="18" y="20"/>
                      <a:pt x="18" y="20"/>
                      <a:pt x="18" y="20"/>
                    </a:cubicBezTo>
                    <a:lnTo>
                      <a:pt x="18" y="28"/>
                    </a:lnTo>
                    <a:close/>
                    <a:moveTo>
                      <a:pt x="18" y="14"/>
                    </a:moveTo>
                    <a:cubicBezTo>
                      <a:pt x="5" y="14"/>
                      <a:pt x="5" y="14"/>
                      <a:pt x="5" y="14"/>
                    </a:cubicBezTo>
                    <a:cubicBezTo>
                      <a:pt x="5" y="6"/>
                      <a:pt x="5" y="6"/>
                      <a:pt x="5" y="6"/>
                    </a:cubicBezTo>
                    <a:cubicBezTo>
                      <a:pt x="18" y="6"/>
                      <a:pt x="18" y="6"/>
                      <a:pt x="18" y="6"/>
                    </a:cubicBezTo>
                    <a:lnTo>
                      <a:pt x="18" y="14"/>
                    </a:lnTo>
                    <a:close/>
                    <a:moveTo>
                      <a:pt x="33" y="98"/>
                    </a:moveTo>
                    <a:cubicBezTo>
                      <a:pt x="21" y="98"/>
                      <a:pt x="21" y="98"/>
                      <a:pt x="21" y="98"/>
                    </a:cubicBezTo>
                    <a:cubicBezTo>
                      <a:pt x="21" y="90"/>
                      <a:pt x="21" y="90"/>
                      <a:pt x="21" y="90"/>
                    </a:cubicBezTo>
                    <a:cubicBezTo>
                      <a:pt x="33" y="90"/>
                      <a:pt x="33" y="90"/>
                      <a:pt x="33" y="90"/>
                    </a:cubicBezTo>
                    <a:lnTo>
                      <a:pt x="33" y="98"/>
                    </a:lnTo>
                    <a:close/>
                    <a:moveTo>
                      <a:pt x="33" y="84"/>
                    </a:moveTo>
                    <a:cubicBezTo>
                      <a:pt x="21" y="84"/>
                      <a:pt x="21" y="84"/>
                      <a:pt x="21" y="84"/>
                    </a:cubicBezTo>
                    <a:cubicBezTo>
                      <a:pt x="21" y="76"/>
                      <a:pt x="21" y="76"/>
                      <a:pt x="21" y="76"/>
                    </a:cubicBezTo>
                    <a:cubicBezTo>
                      <a:pt x="33" y="76"/>
                      <a:pt x="33" y="76"/>
                      <a:pt x="33" y="76"/>
                    </a:cubicBezTo>
                    <a:lnTo>
                      <a:pt x="33" y="84"/>
                    </a:lnTo>
                    <a:close/>
                    <a:moveTo>
                      <a:pt x="33" y="70"/>
                    </a:moveTo>
                    <a:cubicBezTo>
                      <a:pt x="21" y="70"/>
                      <a:pt x="21" y="70"/>
                      <a:pt x="21" y="70"/>
                    </a:cubicBezTo>
                    <a:cubicBezTo>
                      <a:pt x="21" y="62"/>
                      <a:pt x="21" y="62"/>
                      <a:pt x="21" y="62"/>
                    </a:cubicBezTo>
                    <a:cubicBezTo>
                      <a:pt x="33" y="62"/>
                      <a:pt x="33" y="62"/>
                      <a:pt x="33" y="62"/>
                    </a:cubicBezTo>
                    <a:lnTo>
                      <a:pt x="33" y="70"/>
                    </a:lnTo>
                    <a:close/>
                    <a:moveTo>
                      <a:pt x="33" y="56"/>
                    </a:moveTo>
                    <a:cubicBezTo>
                      <a:pt x="21" y="56"/>
                      <a:pt x="21" y="56"/>
                      <a:pt x="21" y="56"/>
                    </a:cubicBezTo>
                    <a:cubicBezTo>
                      <a:pt x="21" y="48"/>
                      <a:pt x="21" y="48"/>
                      <a:pt x="21" y="48"/>
                    </a:cubicBezTo>
                    <a:cubicBezTo>
                      <a:pt x="33" y="48"/>
                      <a:pt x="33" y="48"/>
                      <a:pt x="33" y="48"/>
                    </a:cubicBezTo>
                    <a:lnTo>
                      <a:pt x="33" y="56"/>
                    </a:lnTo>
                    <a:close/>
                    <a:moveTo>
                      <a:pt x="33" y="42"/>
                    </a:moveTo>
                    <a:cubicBezTo>
                      <a:pt x="21" y="42"/>
                      <a:pt x="21" y="42"/>
                      <a:pt x="21" y="42"/>
                    </a:cubicBezTo>
                    <a:cubicBezTo>
                      <a:pt x="21" y="34"/>
                      <a:pt x="21" y="34"/>
                      <a:pt x="21" y="34"/>
                    </a:cubicBezTo>
                    <a:cubicBezTo>
                      <a:pt x="33" y="34"/>
                      <a:pt x="33" y="34"/>
                      <a:pt x="33" y="34"/>
                    </a:cubicBezTo>
                    <a:lnTo>
                      <a:pt x="33" y="42"/>
                    </a:lnTo>
                    <a:close/>
                    <a:moveTo>
                      <a:pt x="33" y="28"/>
                    </a:moveTo>
                    <a:cubicBezTo>
                      <a:pt x="21" y="28"/>
                      <a:pt x="21" y="28"/>
                      <a:pt x="21" y="28"/>
                    </a:cubicBezTo>
                    <a:cubicBezTo>
                      <a:pt x="21" y="20"/>
                      <a:pt x="21" y="20"/>
                      <a:pt x="21" y="20"/>
                    </a:cubicBezTo>
                    <a:cubicBezTo>
                      <a:pt x="33" y="20"/>
                      <a:pt x="33" y="20"/>
                      <a:pt x="33" y="20"/>
                    </a:cubicBezTo>
                    <a:lnTo>
                      <a:pt x="33" y="28"/>
                    </a:lnTo>
                    <a:close/>
                    <a:moveTo>
                      <a:pt x="33" y="14"/>
                    </a:moveTo>
                    <a:cubicBezTo>
                      <a:pt x="21" y="14"/>
                      <a:pt x="21" y="14"/>
                      <a:pt x="21" y="14"/>
                    </a:cubicBezTo>
                    <a:cubicBezTo>
                      <a:pt x="21" y="6"/>
                      <a:pt x="21" y="6"/>
                      <a:pt x="21" y="6"/>
                    </a:cubicBezTo>
                    <a:cubicBezTo>
                      <a:pt x="33" y="6"/>
                      <a:pt x="33" y="6"/>
                      <a:pt x="33" y="6"/>
                    </a:cubicBezTo>
                    <a:lnTo>
                      <a:pt x="33" y="14"/>
                    </a:lnTo>
                    <a:close/>
                  </a:path>
                </a:pathLst>
              </a:custGeom>
              <a:solidFill>
                <a:srgbClr val="9FC628"/>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16" name="Freeform 113"/>
              <p:cNvSpPr>
                <a:spLocks noEditPoints="1"/>
              </p:cNvSpPr>
              <p:nvPr/>
            </p:nvSpPr>
            <p:spPr bwMode="auto">
              <a:xfrm>
                <a:off x="3182938" y="1662113"/>
                <a:ext cx="120650" cy="155575"/>
              </a:xfrm>
              <a:custGeom>
                <a:avLst/>
                <a:gdLst>
                  <a:gd name="T0" fmla="*/ 53 w 55"/>
                  <a:gd name="T1" fmla="*/ 0 h 71"/>
                  <a:gd name="T2" fmla="*/ 2 w 55"/>
                  <a:gd name="T3" fmla="*/ 0 h 71"/>
                  <a:gd name="T4" fmla="*/ 0 w 55"/>
                  <a:gd name="T5" fmla="*/ 1 h 71"/>
                  <a:gd name="T6" fmla="*/ 0 w 55"/>
                  <a:gd name="T7" fmla="*/ 70 h 71"/>
                  <a:gd name="T8" fmla="*/ 2 w 55"/>
                  <a:gd name="T9" fmla="*/ 71 h 71"/>
                  <a:gd name="T10" fmla="*/ 53 w 55"/>
                  <a:gd name="T11" fmla="*/ 71 h 71"/>
                  <a:gd name="T12" fmla="*/ 55 w 55"/>
                  <a:gd name="T13" fmla="*/ 70 h 71"/>
                  <a:gd name="T14" fmla="*/ 55 w 55"/>
                  <a:gd name="T15" fmla="*/ 1 h 71"/>
                  <a:gd name="T16" fmla="*/ 53 w 55"/>
                  <a:gd name="T17" fmla="*/ 0 h 71"/>
                  <a:gd name="T18" fmla="*/ 25 w 55"/>
                  <a:gd name="T19" fmla="*/ 60 h 71"/>
                  <a:gd name="T20" fmla="*/ 3 w 55"/>
                  <a:gd name="T21" fmla="*/ 60 h 71"/>
                  <a:gd name="T22" fmla="*/ 3 w 55"/>
                  <a:gd name="T23" fmla="*/ 51 h 71"/>
                  <a:gd name="T24" fmla="*/ 25 w 55"/>
                  <a:gd name="T25" fmla="*/ 51 h 71"/>
                  <a:gd name="T26" fmla="*/ 25 w 55"/>
                  <a:gd name="T27" fmla="*/ 60 h 71"/>
                  <a:gd name="T28" fmla="*/ 25 w 55"/>
                  <a:gd name="T29" fmla="*/ 44 h 71"/>
                  <a:gd name="T30" fmla="*/ 3 w 55"/>
                  <a:gd name="T31" fmla="*/ 44 h 71"/>
                  <a:gd name="T32" fmla="*/ 3 w 55"/>
                  <a:gd name="T33" fmla="*/ 35 h 71"/>
                  <a:gd name="T34" fmla="*/ 25 w 55"/>
                  <a:gd name="T35" fmla="*/ 35 h 71"/>
                  <a:gd name="T36" fmla="*/ 25 w 55"/>
                  <a:gd name="T37" fmla="*/ 44 h 71"/>
                  <a:gd name="T38" fmla="*/ 25 w 55"/>
                  <a:gd name="T39" fmla="*/ 29 h 71"/>
                  <a:gd name="T40" fmla="*/ 3 w 55"/>
                  <a:gd name="T41" fmla="*/ 29 h 71"/>
                  <a:gd name="T42" fmla="*/ 3 w 55"/>
                  <a:gd name="T43" fmla="*/ 20 h 71"/>
                  <a:gd name="T44" fmla="*/ 25 w 55"/>
                  <a:gd name="T45" fmla="*/ 20 h 71"/>
                  <a:gd name="T46" fmla="*/ 25 w 55"/>
                  <a:gd name="T47" fmla="*/ 29 h 71"/>
                  <a:gd name="T48" fmla="*/ 25 w 55"/>
                  <a:gd name="T49" fmla="*/ 14 h 71"/>
                  <a:gd name="T50" fmla="*/ 3 w 55"/>
                  <a:gd name="T51" fmla="*/ 14 h 71"/>
                  <a:gd name="T52" fmla="*/ 3 w 55"/>
                  <a:gd name="T53" fmla="*/ 4 h 71"/>
                  <a:gd name="T54" fmla="*/ 25 w 55"/>
                  <a:gd name="T55" fmla="*/ 4 h 71"/>
                  <a:gd name="T56" fmla="*/ 25 w 55"/>
                  <a:gd name="T57" fmla="*/ 14 h 71"/>
                  <a:gd name="T58" fmla="*/ 52 w 55"/>
                  <a:gd name="T59" fmla="*/ 60 h 71"/>
                  <a:gd name="T60" fmla="*/ 30 w 55"/>
                  <a:gd name="T61" fmla="*/ 60 h 71"/>
                  <a:gd name="T62" fmla="*/ 30 w 55"/>
                  <a:gd name="T63" fmla="*/ 51 h 71"/>
                  <a:gd name="T64" fmla="*/ 52 w 55"/>
                  <a:gd name="T65" fmla="*/ 51 h 71"/>
                  <a:gd name="T66" fmla="*/ 52 w 55"/>
                  <a:gd name="T67" fmla="*/ 60 h 71"/>
                  <a:gd name="T68" fmla="*/ 52 w 55"/>
                  <a:gd name="T69" fmla="*/ 44 h 71"/>
                  <a:gd name="T70" fmla="*/ 30 w 55"/>
                  <a:gd name="T71" fmla="*/ 44 h 71"/>
                  <a:gd name="T72" fmla="*/ 30 w 55"/>
                  <a:gd name="T73" fmla="*/ 35 h 71"/>
                  <a:gd name="T74" fmla="*/ 52 w 55"/>
                  <a:gd name="T75" fmla="*/ 35 h 71"/>
                  <a:gd name="T76" fmla="*/ 52 w 55"/>
                  <a:gd name="T77" fmla="*/ 44 h 71"/>
                  <a:gd name="T78" fmla="*/ 52 w 55"/>
                  <a:gd name="T79" fmla="*/ 29 h 71"/>
                  <a:gd name="T80" fmla="*/ 30 w 55"/>
                  <a:gd name="T81" fmla="*/ 29 h 71"/>
                  <a:gd name="T82" fmla="*/ 30 w 55"/>
                  <a:gd name="T83" fmla="*/ 20 h 71"/>
                  <a:gd name="T84" fmla="*/ 52 w 55"/>
                  <a:gd name="T85" fmla="*/ 20 h 71"/>
                  <a:gd name="T86" fmla="*/ 52 w 55"/>
                  <a:gd name="T87" fmla="*/ 29 h 71"/>
                  <a:gd name="T88" fmla="*/ 52 w 55"/>
                  <a:gd name="T89" fmla="*/ 14 h 71"/>
                  <a:gd name="T90" fmla="*/ 30 w 55"/>
                  <a:gd name="T91" fmla="*/ 14 h 71"/>
                  <a:gd name="T92" fmla="*/ 30 w 55"/>
                  <a:gd name="T93" fmla="*/ 4 h 71"/>
                  <a:gd name="T94" fmla="*/ 52 w 55"/>
                  <a:gd name="T95" fmla="*/ 4 h 71"/>
                  <a:gd name="T96" fmla="*/ 52 w 55"/>
                  <a:gd name="T97" fmla="*/ 14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5" h="71">
                    <a:moveTo>
                      <a:pt x="53" y="0"/>
                    </a:moveTo>
                    <a:cubicBezTo>
                      <a:pt x="2" y="0"/>
                      <a:pt x="2" y="0"/>
                      <a:pt x="2" y="0"/>
                    </a:cubicBezTo>
                    <a:cubicBezTo>
                      <a:pt x="1" y="0"/>
                      <a:pt x="0" y="1"/>
                      <a:pt x="0" y="1"/>
                    </a:cubicBezTo>
                    <a:cubicBezTo>
                      <a:pt x="0" y="70"/>
                      <a:pt x="0" y="70"/>
                      <a:pt x="0" y="70"/>
                    </a:cubicBezTo>
                    <a:cubicBezTo>
                      <a:pt x="0" y="70"/>
                      <a:pt x="1" y="71"/>
                      <a:pt x="2" y="71"/>
                    </a:cubicBezTo>
                    <a:cubicBezTo>
                      <a:pt x="53" y="71"/>
                      <a:pt x="53" y="71"/>
                      <a:pt x="53" y="71"/>
                    </a:cubicBezTo>
                    <a:cubicBezTo>
                      <a:pt x="54" y="71"/>
                      <a:pt x="55" y="70"/>
                      <a:pt x="55" y="70"/>
                    </a:cubicBezTo>
                    <a:cubicBezTo>
                      <a:pt x="55" y="1"/>
                      <a:pt x="55" y="1"/>
                      <a:pt x="55" y="1"/>
                    </a:cubicBezTo>
                    <a:cubicBezTo>
                      <a:pt x="55" y="1"/>
                      <a:pt x="54" y="0"/>
                      <a:pt x="53" y="0"/>
                    </a:cubicBezTo>
                    <a:close/>
                    <a:moveTo>
                      <a:pt x="25" y="60"/>
                    </a:moveTo>
                    <a:cubicBezTo>
                      <a:pt x="3" y="60"/>
                      <a:pt x="3" y="60"/>
                      <a:pt x="3" y="60"/>
                    </a:cubicBezTo>
                    <a:cubicBezTo>
                      <a:pt x="3" y="51"/>
                      <a:pt x="3" y="51"/>
                      <a:pt x="3" y="51"/>
                    </a:cubicBezTo>
                    <a:cubicBezTo>
                      <a:pt x="25" y="51"/>
                      <a:pt x="25" y="51"/>
                      <a:pt x="25" y="51"/>
                    </a:cubicBezTo>
                    <a:lnTo>
                      <a:pt x="25" y="60"/>
                    </a:lnTo>
                    <a:close/>
                    <a:moveTo>
                      <a:pt x="25" y="44"/>
                    </a:moveTo>
                    <a:cubicBezTo>
                      <a:pt x="3" y="44"/>
                      <a:pt x="3" y="44"/>
                      <a:pt x="3" y="44"/>
                    </a:cubicBezTo>
                    <a:cubicBezTo>
                      <a:pt x="3" y="35"/>
                      <a:pt x="3" y="35"/>
                      <a:pt x="3" y="35"/>
                    </a:cubicBezTo>
                    <a:cubicBezTo>
                      <a:pt x="25" y="35"/>
                      <a:pt x="25" y="35"/>
                      <a:pt x="25" y="35"/>
                    </a:cubicBezTo>
                    <a:lnTo>
                      <a:pt x="25" y="44"/>
                    </a:lnTo>
                    <a:close/>
                    <a:moveTo>
                      <a:pt x="25" y="29"/>
                    </a:moveTo>
                    <a:cubicBezTo>
                      <a:pt x="3" y="29"/>
                      <a:pt x="3" y="29"/>
                      <a:pt x="3" y="29"/>
                    </a:cubicBezTo>
                    <a:cubicBezTo>
                      <a:pt x="3" y="20"/>
                      <a:pt x="3" y="20"/>
                      <a:pt x="3" y="20"/>
                    </a:cubicBezTo>
                    <a:cubicBezTo>
                      <a:pt x="25" y="20"/>
                      <a:pt x="25" y="20"/>
                      <a:pt x="25" y="20"/>
                    </a:cubicBezTo>
                    <a:lnTo>
                      <a:pt x="25" y="29"/>
                    </a:lnTo>
                    <a:close/>
                    <a:moveTo>
                      <a:pt x="25" y="14"/>
                    </a:moveTo>
                    <a:cubicBezTo>
                      <a:pt x="3" y="14"/>
                      <a:pt x="3" y="14"/>
                      <a:pt x="3" y="14"/>
                    </a:cubicBezTo>
                    <a:cubicBezTo>
                      <a:pt x="3" y="4"/>
                      <a:pt x="3" y="4"/>
                      <a:pt x="3" y="4"/>
                    </a:cubicBezTo>
                    <a:cubicBezTo>
                      <a:pt x="25" y="4"/>
                      <a:pt x="25" y="4"/>
                      <a:pt x="25" y="4"/>
                    </a:cubicBezTo>
                    <a:lnTo>
                      <a:pt x="25" y="14"/>
                    </a:lnTo>
                    <a:close/>
                    <a:moveTo>
                      <a:pt x="52" y="60"/>
                    </a:moveTo>
                    <a:cubicBezTo>
                      <a:pt x="30" y="60"/>
                      <a:pt x="30" y="60"/>
                      <a:pt x="30" y="60"/>
                    </a:cubicBezTo>
                    <a:cubicBezTo>
                      <a:pt x="30" y="51"/>
                      <a:pt x="30" y="51"/>
                      <a:pt x="30" y="51"/>
                    </a:cubicBezTo>
                    <a:cubicBezTo>
                      <a:pt x="52" y="51"/>
                      <a:pt x="52" y="51"/>
                      <a:pt x="52" y="51"/>
                    </a:cubicBezTo>
                    <a:lnTo>
                      <a:pt x="52" y="60"/>
                    </a:lnTo>
                    <a:close/>
                    <a:moveTo>
                      <a:pt x="52" y="44"/>
                    </a:moveTo>
                    <a:cubicBezTo>
                      <a:pt x="30" y="44"/>
                      <a:pt x="30" y="44"/>
                      <a:pt x="30" y="44"/>
                    </a:cubicBezTo>
                    <a:cubicBezTo>
                      <a:pt x="30" y="35"/>
                      <a:pt x="30" y="35"/>
                      <a:pt x="30" y="35"/>
                    </a:cubicBezTo>
                    <a:cubicBezTo>
                      <a:pt x="52" y="35"/>
                      <a:pt x="52" y="35"/>
                      <a:pt x="52" y="35"/>
                    </a:cubicBezTo>
                    <a:lnTo>
                      <a:pt x="52" y="44"/>
                    </a:lnTo>
                    <a:close/>
                    <a:moveTo>
                      <a:pt x="52" y="29"/>
                    </a:moveTo>
                    <a:cubicBezTo>
                      <a:pt x="30" y="29"/>
                      <a:pt x="30" y="29"/>
                      <a:pt x="30" y="29"/>
                    </a:cubicBezTo>
                    <a:cubicBezTo>
                      <a:pt x="30" y="20"/>
                      <a:pt x="30" y="20"/>
                      <a:pt x="30" y="20"/>
                    </a:cubicBezTo>
                    <a:cubicBezTo>
                      <a:pt x="52" y="20"/>
                      <a:pt x="52" y="20"/>
                      <a:pt x="52" y="20"/>
                    </a:cubicBezTo>
                    <a:lnTo>
                      <a:pt x="52" y="29"/>
                    </a:lnTo>
                    <a:close/>
                    <a:moveTo>
                      <a:pt x="52" y="14"/>
                    </a:moveTo>
                    <a:cubicBezTo>
                      <a:pt x="30" y="14"/>
                      <a:pt x="30" y="14"/>
                      <a:pt x="30" y="14"/>
                    </a:cubicBezTo>
                    <a:cubicBezTo>
                      <a:pt x="30" y="4"/>
                      <a:pt x="30" y="4"/>
                      <a:pt x="30" y="4"/>
                    </a:cubicBezTo>
                    <a:cubicBezTo>
                      <a:pt x="52" y="4"/>
                      <a:pt x="52" y="4"/>
                      <a:pt x="52" y="4"/>
                    </a:cubicBezTo>
                    <a:lnTo>
                      <a:pt x="52" y="14"/>
                    </a:lnTo>
                    <a:close/>
                  </a:path>
                </a:pathLst>
              </a:custGeom>
              <a:solidFill>
                <a:srgbClr val="9FC628"/>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17" name="Freeform 114"/>
              <p:cNvSpPr>
                <a:spLocks noEditPoints="1"/>
              </p:cNvSpPr>
              <p:nvPr/>
            </p:nvSpPr>
            <p:spPr bwMode="auto">
              <a:xfrm>
                <a:off x="3041650" y="1374775"/>
                <a:ext cx="125412" cy="442912"/>
              </a:xfrm>
              <a:custGeom>
                <a:avLst/>
                <a:gdLst>
                  <a:gd name="T0" fmla="*/ 37 w 57"/>
                  <a:gd name="T1" fmla="*/ 17 h 201"/>
                  <a:gd name="T2" fmla="*/ 35 w 57"/>
                  <a:gd name="T3" fmla="*/ 0 h 201"/>
                  <a:gd name="T4" fmla="*/ 34 w 57"/>
                  <a:gd name="T5" fmla="*/ 17 h 201"/>
                  <a:gd name="T6" fmla="*/ 13 w 57"/>
                  <a:gd name="T7" fmla="*/ 14 h 201"/>
                  <a:gd name="T8" fmla="*/ 7 w 57"/>
                  <a:gd name="T9" fmla="*/ 11 h 201"/>
                  <a:gd name="T10" fmla="*/ 5 w 57"/>
                  <a:gd name="T11" fmla="*/ 17 h 201"/>
                  <a:gd name="T12" fmla="*/ 0 w 57"/>
                  <a:gd name="T13" fmla="*/ 21 h 201"/>
                  <a:gd name="T14" fmla="*/ 3 w 57"/>
                  <a:gd name="T15" fmla="*/ 201 h 201"/>
                  <a:gd name="T16" fmla="*/ 5 w 57"/>
                  <a:gd name="T17" fmla="*/ 176 h 201"/>
                  <a:gd name="T18" fmla="*/ 19 w 57"/>
                  <a:gd name="T19" fmla="*/ 201 h 201"/>
                  <a:gd name="T20" fmla="*/ 57 w 57"/>
                  <a:gd name="T21" fmla="*/ 197 h 201"/>
                  <a:gd name="T22" fmla="*/ 53 w 57"/>
                  <a:gd name="T23" fmla="*/ 17 h 201"/>
                  <a:gd name="T24" fmla="*/ 7 w 57"/>
                  <a:gd name="T25" fmla="*/ 162 h 201"/>
                  <a:gd name="T26" fmla="*/ 26 w 57"/>
                  <a:gd name="T27" fmla="*/ 150 h 201"/>
                  <a:gd name="T28" fmla="*/ 26 w 57"/>
                  <a:gd name="T29" fmla="*/ 141 h 201"/>
                  <a:gd name="T30" fmla="*/ 7 w 57"/>
                  <a:gd name="T31" fmla="*/ 129 h 201"/>
                  <a:gd name="T32" fmla="*/ 26 w 57"/>
                  <a:gd name="T33" fmla="*/ 141 h 201"/>
                  <a:gd name="T34" fmla="*/ 7 w 57"/>
                  <a:gd name="T35" fmla="*/ 121 h 201"/>
                  <a:gd name="T36" fmla="*/ 26 w 57"/>
                  <a:gd name="T37" fmla="*/ 108 h 201"/>
                  <a:gd name="T38" fmla="*/ 26 w 57"/>
                  <a:gd name="T39" fmla="*/ 100 h 201"/>
                  <a:gd name="T40" fmla="*/ 7 w 57"/>
                  <a:gd name="T41" fmla="*/ 88 h 201"/>
                  <a:gd name="T42" fmla="*/ 26 w 57"/>
                  <a:gd name="T43" fmla="*/ 100 h 201"/>
                  <a:gd name="T44" fmla="*/ 7 w 57"/>
                  <a:gd name="T45" fmla="*/ 79 h 201"/>
                  <a:gd name="T46" fmla="*/ 26 w 57"/>
                  <a:gd name="T47" fmla="*/ 67 h 201"/>
                  <a:gd name="T48" fmla="*/ 26 w 57"/>
                  <a:gd name="T49" fmla="*/ 59 h 201"/>
                  <a:gd name="T50" fmla="*/ 7 w 57"/>
                  <a:gd name="T51" fmla="*/ 46 h 201"/>
                  <a:gd name="T52" fmla="*/ 26 w 57"/>
                  <a:gd name="T53" fmla="*/ 59 h 201"/>
                  <a:gd name="T54" fmla="*/ 7 w 57"/>
                  <a:gd name="T55" fmla="*/ 38 h 201"/>
                  <a:gd name="T56" fmla="*/ 26 w 57"/>
                  <a:gd name="T57" fmla="*/ 25 h 201"/>
                  <a:gd name="T58" fmla="*/ 49 w 57"/>
                  <a:gd name="T59" fmla="*/ 162 h 201"/>
                  <a:gd name="T60" fmla="*/ 30 w 57"/>
                  <a:gd name="T61" fmla="*/ 150 h 201"/>
                  <a:gd name="T62" fmla="*/ 49 w 57"/>
                  <a:gd name="T63" fmla="*/ 162 h 201"/>
                  <a:gd name="T64" fmla="*/ 30 w 57"/>
                  <a:gd name="T65" fmla="*/ 141 h 201"/>
                  <a:gd name="T66" fmla="*/ 49 w 57"/>
                  <a:gd name="T67" fmla="*/ 129 h 201"/>
                  <a:gd name="T68" fmla="*/ 49 w 57"/>
                  <a:gd name="T69" fmla="*/ 121 h 201"/>
                  <a:gd name="T70" fmla="*/ 30 w 57"/>
                  <a:gd name="T71" fmla="*/ 108 h 201"/>
                  <a:gd name="T72" fmla="*/ 49 w 57"/>
                  <a:gd name="T73" fmla="*/ 121 h 201"/>
                  <a:gd name="T74" fmla="*/ 30 w 57"/>
                  <a:gd name="T75" fmla="*/ 100 h 201"/>
                  <a:gd name="T76" fmla="*/ 49 w 57"/>
                  <a:gd name="T77" fmla="*/ 88 h 201"/>
                  <a:gd name="T78" fmla="*/ 49 w 57"/>
                  <a:gd name="T79" fmla="*/ 79 h 201"/>
                  <a:gd name="T80" fmla="*/ 30 w 57"/>
                  <a:gd name="T81" fmla="*/ 67 h 201"/>
                  <a:gd name="T82" fmla="*/ 49 w 57"/>
                  <a:gd name="T83" fmla="*/ 79 h 201"/>
                  <a:gd name="T84" fmla="*/ 30 w 57"/>
                  <a:gd name="T85" fmla="*/ 59 h 201"/>
                  <a:gd name="T86" fmla="*/ 49 w 57"/>
                  <a:gd name="T87" fmla="*/ 46 h 201"/>
                  <a:gd name="T88" fmla="*/ 49 w 57"/>
                  <a:gd name="T89" fmla="*/ 38 h 201"/>
                  <a:gd name="T90" fmla="*/ 30 w 57"/>
                  <a:gd name="T91" fmla="*/ 25 h 201"/>
                  <a:gd name="T92" fmla="*/ 49 w 57"/>
                  <a:gd name="T93" fmla="*/ 3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7" h="201">
                    <a:moveTo>
                      <a:pt x="53" y="17"/>
                    </a:moveTo>
                    <a:cubicBezTo>
                      <a:pt x="37" y="17"/>
                      <a:pt x="37" y="17"/>
                      <a:pt x="37" y="17"/>
                    </a:cubicBezTo>
                    <a:cubicBezTo>
                      <a:pt x="37" y="2"/>
                      <a:pt x="37" y="2"/>
                      <a:pt x="37" y="2"/>
                    </a:cubicBezTo>
                    <a:cubicBezTo>
                      <a:pt x="37" y="1"/>
                      <a:pt x="36" y="0"/>
                      <a:pt x="35" y="0"/>
                    </a:cubicBezTo>
                    <a:cubicBezTo>
                      <a:pt x="35" y="0"/>
                      <a:pt x="34" y="1"/>
                      <a:pt x="34" y="2"/>
                    </a:cubicBezTo>
                    <a:cubicBezTo>
                      <a:pt x="34" y="17"/>
                      <a:pt x="34" y="17"/>
                      <a:pt x="34" y="17"/>
                    </a:cubicBezTo>
                    <a:cubicBezTo>
                      <a:pt x="13" y="17"/>
                      <a:pt x="13" y="17"/>
                      <a:pt x="13" y="17"/>
                    </a:cubicBezTo>
                    <a:cubicBezTo>
                      <a:pt x="13" y="14"/>
                      <a:pt x="13" y="14"/>
                      <a:pt x="13" y="14"/>
                    </a:cubicBezTo>
                    <a:cubicBezTo>
                      <a:pt x="13" y="12"/>
                      <a:pt x="12" y="11"/>
                      <a:pt x="10" y="11"/>
                    </a:cubicBezTo>
                    <a:cubicBezTo>
                      <a:pt x="7" y="11"/>
                      <a:pt x="7" y="11"/>
                      <a:pt x="7" y="11"/>
                    </a:cubicBezTo>
                    <a:cubicBezTo>
                      <a:pt x="6" y="11"/>
                      <a:pt x="5" y="12"/>
                      <a:pt x="5" y="14"/>
                    </a:cubicBezTo>
                    <a:cubicBezTo>
                      <a:pt x="5" y="17"/>
                      <a:pt x="5" y="17"/>
                      <a:pt x="5" y="17"/>
                    </a:cubicBezTo>
                    <a:cubicBezTo>
                      <a:pt x="3" y="17"/>
                      <a:pt x="3" y="17"/>
                      <a:pt x="3" y="17"/>
                    </a:cubicBezTo>
                    <a:cubicBezTo>
                      <a:pt x="1" y="17"/>
                      <a:pt x="0" y="19"/>
                      <a:pt x="0" y="21"/>
                    </a:cubicBezTo>
                    <a:cubicBezTo>
                      <a:pt x="0" y="197"/>
                      <a:pt x="0" y="197"/>
                      <a:pt x="0" y="197"/>
                    </a:cubicBezTo>
                    <a:cubicBezTo>
                      <a:pt x="0" y="199"/>
                      <a:pt x="1" y="201"/>
                      <a:pt x="3" y="201"/>
                    </a:cubicBezTo>
                    <a:cubicBezTo>
                      <a:pt x="5" y="201"/>
                      <a:pt x="5" y="201"/>
                      <a:pt x="5" y="201"/>
                    </a:cubicBezTo>
                    <a:cubicBezTo>
                      <a:pt x="5" y="176"/>
                      <a:pt x="5" y="176"/>
                      <a:pt x="5" y="176"/>
                    </a:cubicBezTo>
                    <a:cubicBezTo>
                      <a:pt x="19" y="176"/>
                      <a:pt x="19" y="176"/>
                      <a:pt x="19" y="176"/>
                    </a:cubicBezTo>
                    <a:cubicBezTo>
                      <a:pt x="19" y="201"/>
                      <a:pt x="19" y="201"/>
                      <a:pt x="19" y="201"/>
                    </a:cubicBezTo>
                    <a:cubicBezTo>
                      <a:pt x="53" y="201"/>
                      <a:pt x="53" y="201"/>
                      <a:pt x="53" y="201"/>
                    </a:cubicBezTo>
                    <a:cubicBezTo>
                      <a:pt x="55" y="201"/>
                      <a:pt x="57" y="199"/>
                      <a:pt x="57" y="197"/>
                    </a:cubicBezTo>
                    <a:cubicBezTo>
                      <a:pt x="57" y="21"/>
                      <a:pt x="57" y="21"/>
                      <a:pt x="57" y="21"/>
                    </a:cubicBezTo>
                    <a:cubicBezTo>
                      <a:pt x="57" y="19"/>
                      <a:pt x="55" y="17"/>
                      <a:pt x="53" y="17"/>
                    </a:cubicBezTo>
                    <a:close/>
                    <a:moveTo>
                      <a:pt x="26" y="162"/>
                    </a:moveTo>
                    <a:cubicBezTo>
                      <a:pt x="7" y="162"/>
                      <a:pt x="7" y="162"/>
                      <a:pt x="7" y="162"/>
                    </a:cubicBezTo>
                    <a:cubicBezTo>
                      <a:pt x="7" y="150"/>
                      <a:pt x="7" y="150"/>
                      <a:pt x="7" y="150"/>
                    </a:cubicBezTo>
                    <a:cubicBezTo>
                      <a:pt x="26" y="150"/>
                      <a:pt x="26" y="150"/>
                      <a:pt x="26" y="150"/>
                    </a:cubicBezTo>
                    <a:lnTo>
                      <a:pt x="26" y="162"/>
                    </a:lnTo>
                    <a:close/>
                    <a:moveTo>
                      <a:pt x="26" y="141"/>
                    </a:moveTo>
                    <a:cubicBezTo>
                      <a:pt x="7" y="141"/>
                      <a:pt x="7" y="141"/>
                      <a:pt x="7" y="141"/>
                    </a:cubicBezTo>
                    <a:cubicBezTo>
                      <a:pt x="7" y="129"/>
                      <a:pt x="7" y="129"/>
                      <a:pt x="7" y="129"/>
                    </a:cubicBezTo>
                    <a:cubicBezTo>
                      <a:pt x="26" y="129"/>
                      <a:pt x="26" y="129"/>
                      <a:pt x="26" y="129"/>
                    </a:cubicBezTo>
                    <a:lnTo>
                      <a:pt x="26" y="141"/>
                    </a:lnTo>
                    <a:close/>
                    <a:moveTo>
                      <a:pt x="26" y="121"/>
                    </a:moveTo>
                    <a:cubicBezTo>
                      <a:pt x="7" y="121"/>
                      <a:pt x="7" y="121"/>
                      <a:pt x="7" y="121"/>
                    </a:cubicBezTo>
                    <a:cubicBezTo>
                      <a:pt x="7" y="108"/>
                      <a:pt x="7" y="108"/>
                      <a:pt x="7" y="108"/>
                    </a:cubicBezTo>
                    <a:cubicBezTo>
                      <a:pt x="26" y="108"/>
                      <a:pt x="26" y="108"/>
                      <a:pt x="26" y="108"/>
                    </a:cubicBezTo>
                    <a:lnTo>
                      <a:pt x="26" y="121"/>
                    </a:lnTo>
                    <a:close/>
                    <a:moveTo>
                      <a:pt x="26" y="100"/>
                    </a:moveTo>
                    <a:cubicBezTo>
                      <a:pt x="7" y="100"/>
                      <a:pt x="7" y="100"/>
                      <a:pt x="7" y="100"/>
                    </a:cubicBezTo>
                    <a:cubicBezTo>
                      <a:pt x="7" y="88"/>
                      <a:pt x="7" y="88"/>
                      <a:pt x="7" y="88"/>
                    </a:cubicBezTo>
                    <a:cubicBezTo>
                      <a:pt x="26" y="88"/>
                      <a:pt x="26" y="88"/>
                      <a:pt x="26" y="88"/>
                    </a:cubicBezTo>
                    <a:lnTo>
                      <a:pt x="26" y="100"/>
                    </a:lnTo>
                    <a:close/>
                    <a:moveTo>
                      <a:pt x="26" y="79"/>
                    </a:moveTo>
                    <a:cubicBezTo>
                      <a:pt x="7" y="79"/>
                      <a:pt x="7" y="79"/>
                      <a:pt x="7" y="79"/>
                    </a:cubicBezTo>
                    <a:cubicBezTo>
                      <a:pt x="7" y="67"/>
                      <a:pt x="7" y="67"/>
                      <a:pt x="7" y="67"/>
                    </a:cubicBezTo>
                    <a:cubicBezTo>
                      <a:pt x="26" y="67"/>
                      <a:pt x="26" y="67"/>
                      <a:pt x="26" y="67"/>
                    </a:cubicBezTo>
                    <a:lnTo>
                      <a:pt x="26" y="79"/>
                    </a:lnTo>
                    <a:close/>
                    <a:moveTo>
                      <a:pt x="26" y="59"/>
                    </a:moveTo>
                    <a:cubicBezTo>
                      <a:pt x="7" y="59"/>
                      <a:pt x="7" y="59"/>
                      <a:pt x="7" y="59"/>
                    </a:cubicBezTo>
                    <a:cubicBezTo>
                      <a:pt x="7" y="46"/>
                      <a:pt x="7" y="46"/>
                      <a:pt x="7" y="46"/>
                    </a:cubicBezTo>
                    <a:cubicBezTo>
                      <a:pt x="26" y="46"/>
                      <a:pt x="26" y="46"/>
                      <a:pt x="26" y="46"/>
                    </a:cubicBezTo>
                    <a:lnTo>
                      <a:pt x="26" y="59"/>
                    </a:lnTo>
                    <a:close/>
                    <a:moveTo>
                      <a:pt x="26" y="38"/>
                    </a:moveTo>
                    <a:cubicBezTo>
                      <a:pt x="7" y="38"/>
                      <a:pt x="7" y="38"/>
                      <a:pt x="7" y="38"/>
                    </a:cubicBezTo>
                    <a:cubicBezTo>
                      <a:pt x="7" y="25"/>
                      <a:pt x="7" y="25"/>
                      <a:pt x="7" y="25"/>
                    </a:cubicBezTo>
                    <a:cubicBezTo>
                      <a:pt x="26" y="25"/>
                      <a:pt x="26" y="25"/>
                      <a:pt x="26" y="25"/>
                    </a:cubicBezTo>
                    <a:lnTo>
                      <a:pt x="26" y="38"/>
                    </a:lnTo>
                    <a:close/>
                    <a:moveTo>
                      <a:pt x="49" y="162"/>
                    </a:moveTo>
                    <a:cubicBezTo>
                      <a:pt x="30" y="162"/>
                      <a:pt x="30" y="162"/>
                      <a:pt x="30" y="162"/>
                    </a:cubicBezTo>
                    <a:cubicBezTo>
                      <a:pt x="30" y="150"/>
                      <a:pt x="30" y="150"/>
                      <a:pt x="30" y="150"/>
                    </a:cubicBezTo>
                    <a:cubicBezTo>
                      <a:pt x="49" y="150"/>
                      <a:pt x="49" y="150"/>
                      <a:pt x="49" y="150"/>
                    </a:cubicBezTo>
                    <a:lnTo>
                      <a:pt x="49" y="162"/>
                    </a:lnTo>
                    <a:close/>
                    <a:moveTo>
                      <a:pt x="49" y="141"/>
                    </a:moveTo>
                    <a:cubicBezTo>
                      <a:pt x="30" y="141"/>
                      <a:pt x="30" y="141"/>
                      <a:pt x="30" y="141"/>
                    </a:cubicBezTo>
                    <a:cubicBezTo>
                      <a:pt x="30" y="129"/>
                      <a:pt x="30" y="129"/>
                      <a:pt x="30" y="129"/>
                    </a:cubicBezTo>
                    <a:cubicBezTo>
                      <a:pt x="49" y="129"/>
                      <a:pt x="49" y="129"/>
                      <a:pt x="49" y="129"/>
                    </a:cubicBezTo>
                    <a:lnTo>
                      <a:pt x="49" y="141"/>
                    </a:lnTo>
                    <a:close/>
                    <a:moveTo>
                      <a:pt x="49" y="121"/>
                    </a:moveTo>
                    <a:cubicBezTo>
                      <a:pt x="30" y="121"/>
                      <a:pt x="30" y="121"/>
                      <a:pt x="30" y="121"/>
                    </a:cubicBezTo>
                    <a:cubicBezTo>
                      <a:pt x="30" y="108"/>
                      <a:pt x="30" y="108"/>
                      <a:pt x="30" y="108"/>
                    </a:cubicBezTo>
                    <a:cubicBezTo>
                      <a:pt x="49" y="108"/>
                      <a:pt x="49" y="108"/>
                      <a:pt x="49" y="108"/>
                    </a:cubicBezTo>
                    <a:lnTo>
                      <a:pt x="49" y="121"/>
                    </a:lnTo>
                    <a:close/>
                    <a:moveTo>
                      <a:pt x="49" y="100"/>
                    </a:moveTo>
                    <a:cubicBezTo>
                      <a:pt x="30" y="100"/>
                      <a:pt x="30" y="100"/>
                      <a:pt x="30" y="100"/>
                    </a:cubicBezTo>
                    <a:cubicBezTo>
                      <a:pt x="30" y="88"/>
                      <a:pt x="30" y="88"/>
                      <a:pt x="30" y="88"/>
                    </a:cubicBezTo>
                    <a:cubicBezTo>
                      <a:pt x="49" y="88"/>
                      <a:pt x="49" y="88"/>
                      <a:pt x="49" y="88"/>
                    </a:cubicBezTo>
                    <a:lnTo>
                      <a:pt x="49" y="100"/>
                    </a:lnTo>
                    <a:close/>
                    <a:moveTo>
                      <a:pt x="49" y="79"/>
                    </a:moveTo>
                    <a:cubicBezTo>
                      <a:pt x="30" y="79"/>
                      <a:pt x="30" y="79"/>
                      <a:pt x="30" y="79"/>
                    </a:cubicBezTo>
                    <a:cubicBezTo>
                      <a:pt x="30" y="67"/>
                      <a:pt x="30" y="67"/>
                      <a:pt x="30" y="67"/>
                    </a:cubicBezTo>
                    <a:cubicBezTo>
                      <a:pt x="49" y="67"/>
                      <a:pt x="49" y="67"/>
                      <a:pt x="49" y="67"/>
                    </a:cubicBezTo>
                    <a:lnTo>
                      <a:pt x="49" y="79"/>
                    </a:lnTo>
                    <a:close/>
                    <a:moveTo>
                      <a:pt x="49" y="59"/>
                    </a:moveTo>
                    <a:cubicBezTo>
                      <a:pt x="30" y="59"/>
                      <a:pt x="30" y="59"/>
                      <a:pt x="30" y="59"/>
                    </a:cubicBezTo>
                    <a:cubicBezTo>
                      <a:pt x="30" y="46"/>
                      <a:pt x="30" y="46"/>
                      <a:pt x="30" y="46"/>
                    </a:cubicBezTo>
                    <a:cubicBezTo>
                      <a:pt x="49" y="46"/>
                      <a:pt x="49" y="46"/>
                      <a:pt x="49" y="46"/>
                    </a:cubicBezTo>
                    <a:lnTo>
                      <a:pt x="49" y="59"/>
                    </a:lnTo>
                    <a:close/>
                    <a:moveTo>
                      <a:pt x="49" y="38"/>
                    </a:moveTo>
                    <a:cubicBezTo>
                      <a:pt x="30" y="38"/>
                      <a:pt x="30" y="38"/>
                      <a:pt x="30" y="38"/>
                    </a:cubicBezTo>
                    <a:cubicBezTo>
                      <a:pt x="30" y="25"/>
                      <a:pt x="30" y="25"/>
                      <a:pt x="30" y="25"/>
                    </a:cubicBezTo>
                    <a:cubicBezTo>
                      <a:pt x="49" y="25"/>
                      <a:pt x="49" y="25"/>
                      <a:pt x="49" y="25"/>
                    </a:cubicBezTo>
                    <a:lnTo>
                      <a:pt x="49" y="38"/>
                    </a:lnTo>
                    <a:close/>
                  </a:path>
                </a:pathLst>
              </a:custGeom>
              <a:solidFill>
                <a:srgbClr val="9FC628"/>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18" name="Freeform 115"/>
              <p:cNvSpPr>
                <a:spLocks/>
              </p:cNvSpPr>
              <p:nvPr/>
            </p:nvSpPr>
            <p:spPr bwMode="auto">
              <a:xfrm>
                <a:off x="3182938" y="1600200"/>
                <a:ext cx="120650" cy="57150"/>
              </a:xfrm>
              <a:custGeom>
                <a:avLst/>
                <a:gdLst>
                  <a:gd name="T0" fmla="*/ 54 w 55"/>
                  <a:gd name="T1" fmla="*/ 25 h 26"/>
                  <a:gd name="T2" fmla="*/ 44 w 55"/>
                  <a:gd name="T3" fmla="*/ 16 h 26"/>
                  <a:gd name="T4" fmla="*/ 44 w 55"/>
                  <a:gd name="T5" fmla="*/ 5 h 26"/>
                  <a:gd name="T6" fmla="*/ 42 w 55"/>
                  <a:gd name="T7" fmla="*/ 3 h 26"/>
                  <a:gd name="T8" fmla="*/ 38 w 55"/>
                  <a:gd name="T9" fmla="*/ 3 h 26"/>
                  <a:gd name="T10" fmla="*/ 36 w 55"/>
                  <a:gd name="T11" fmla="*/ 5 h 26"/>
                  <a:gd name="T12" fmla="*/ 36 w 55"/>
                  <a:gd name="T13" fmla="*/ 8 h 26"/>
                  <a:gd name="T14" fmla="*/ 28 w 55"/>
                  <a:gd name="T15" fmla="*/ 1 h 26"/>
                  <a:gd name="T16" fmla="*/ 26 w 55"/>
                  <a:gd name="T17" fmla="*/ 1 h 26"/>
                  <a:gd name="T18" fmla="*/ 1 w 55"/>
                  <a:gd name="T19" fmla="*/ 25 h 26"/>
                  <a:gd name="T20" fmla="*/ 1 w 55"/>
                  <a:gd name="T21" fmla="*/ 26 h 26"/>
                  <a:gd name="T22" fmla="*/ 54 w 55"/>
                  <a:gd name="T23" fmla="*/ 26 h 26"/>
                  <a:gd name="T24" fmla="*/ 54 w 55"/>
                  <a:gd name="T25" fmla="*/ 25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5" h="26">
                    <a:moveTo>
                      <a:pt x="54" y="25"/>
                    </a:moveTo>
                    <a:cubicBezTo>
                      <a:pt x="44" y="16"/>
                      <a:pt x="44" y="16"/>
                      <a:pt x="44" y="16"/>
                    </a:cubicBezTo>
                    <a:cubicBezTo>
                      <a:pt x="44" y="5"/>
                      <a:pt x="44" y="5"/>
                      <a:pt x="44" y="5"/>
                    </a:cubicBezTo>
                    <a:cubicBezTo>
                      <a:pt x="44" y="4"/>
                      <a:pt x="43" y="3"/>
                      <a:pt x="42" y="3"/>
                    </a:cubicBezTo>
                    <a:cubicBezTo>
                      <a:pt x="38" y="3"/>
                      <a:pt x="38" y="3"/>
                      <a:pt x="38" y="3"/>
                    </a:cubicBezTo>
                    <a:cubicBezTo>
                      <a:pt x="37" y="3"/>
                      <a:pt x="36" y="4"/>
                      <a:pt x="36" y="5"/>
                    </a:cubicBezTo>
                    <a:cubicBezTo>
                      <a:pt x="36" y="8"/>
                      <a:pt x="36" y="8"/>
                      <a:pt x="36" y="8"/>
                    </a:cubicBezTo>
                    <a:cubicBezTo>
                      <a:pt x="28" y="1"/>
                      <a:pt x="28" y="1"/>
                      <a:pt x="28" y="1"/>
                    </a:cubicBezTo>
                    <a:cubicBezTo>
                      <a:pt x="28" y="0"/>
                      <a:pt x="27" y="0"/>
                      <a:pt x="26" y="1"/>
                    </a:cubicBezTo>
                    <a:cubicBezTo>
                      <a:pt x="1" y="25"/>
                      <a:pt x="1" y="25"/>
                      <a:pt x="1" y="25"/>
                    </a:cubicBezTo>
                    <a:cubicBezTo>
                      <a:pt x="0" y="25"/>
                      <a:pt x="0" y="26"/>
                      <a:pt x="1" y="26"/>
                    </a:cubicBezTo>
                    <a:cubicBezTo>
                      <a:pt x="54" y="26"/>
                      <a:pt x="54" y="26"/>
                      <a:pt x="54" y="26"/>
                    </a:cubicBezTo>
                    <a:cubicBezTo>
                      <a:pt x="55" y="26"/>
                      <a:pt x="55" y="25"/>
                      <a:pt x="54" y="25"/>
                    </a:cubicBezTo>
                    <a:close/>
                  </a:path>
                </a:pathLst>
              </a:custGeom>
              <a:solidFill>
                <a:srgbClr val="9FC628"/>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91" name="组合 59"/>
            <p:cNvGrpSpPr/>
            <p:nvPr/>
          </p:nvGrpSpPr>
          <p:grpSpPr>
            <a:xfrm>
              <a:off x="6687025" y="1197402"/>
              <a:ext cx="681636" cy="507119"/>
              <a:chOff x="1924050" y="3932238"/>
              <a:chExt cx="527050" cy="392112"/>
            </a:xfrm>
          </p:grpSpPr>
          <p:sp>
            <p:nvSpPr>
              <p:cNvPr id="112" name="Freeform 109"/>
              <p:cNvSpPr>
                <a:spLocks noEditPoints="1"/>
              </p:cNvSpPr>
              <p:nvPr/>
            </p:nvSpPr>
            <p:spPr bwMode="auto">
              <a:xfrm>
                <a:off x="1924050" y="3954463"/>
                <a:ext cx="298450" cy="300037"/>
              </a:xfrm>
              <a:custGeom>
                <a:avLst/>
                <a:gdLst>
                  <a:gd name="T0" fmla="*/ 132 w 136"/>
                  <a:gd name="T1" fmla="*/ 91 h 136"/>
                  <a:gd name="T2" fmla="*/ 122 w 136"/>
                  <a:gd name="T3" fmla="*/ 83 h 136"/>
                  <a:gd name="T4" fmla="*/ 135 w 136"/>
                  <a:gd name="T5" fmla="*/ 72 h 136"/>
                  <a:gd name="T6" fmla="*/ 136 w 136"/>
                  <a:gd name="T7" fmla="*/ 63 h 136"/>
                  <a:gd name="T8" fmla="*/ 123 w 136"/>
                  <a:gd name="T9" fmla="*/ 60 h 136"/>
                  <a:gd name="T10" fmla="*/ 122 w 136"/>
                  <a:gd name="T11" fmla="*/ 52 h 136"/>
                  <a:gd name="T12" fmla="*/ 132 w 136"/>
                  <a:gd name="T13" fmla="*/ 44 h 136"/>
                  <a:gd name="T14" fmla="*/ 127 w 136"/>
                  <a:gd name="T15" fmla="*/ 35 h 136"/>
                  <a:gd name="T16" fmla="*/ 110 w 136"/>
                  <a:gd name="T17" fmla="*/ 32 h 136"/>
                  <a:gd name="T18" fmla="*/ 116 w 136"/>
                  <a:gd name="T19" fmla="*/ 20 h 136"/>
                  <a:gd name="T20" fmla="*/ 108 w 136"/>
                  <a:gd name="T21" fmla="*/ 14 h 136"/>
                  <a:gd name="T22" fmla="*/ 96 w 136"/>
                  <a:gd name="T23" fmla="*/ 20 h 136"/>
                  <a:gd name="T24" fmla="*/ 92 w 136"/>
                  <a:gd name="T25" fmla="*/ 18 h 136"/>
                  <a:gd name="T26" fmla="*/ 92 w 136"/>
                  <a:gd name="T27" fmla="*/ 4 h 136"/>
                  <a:gd name="T28" fmla="*/ 83 w 136"/>
                  <a:gd name="T29" fmla="*/ 2 h 136"/>
                  <a:gd name="T30" fmla="*/ 69 w 136"/>
                  <a:gd name="T31" fmla="*/ 13 h 136"/>
                  <a:gd name="T32" fmla="*/ 64 w 136"/>
                  <a:gd name="T33" fmla="*/ 0 h 136"/>
                  <a:gd name="T34" fmla="*/ 55 w 136"/>
                  <a:gd name="T35" fmla="*/ 2 h 136"/>
                  <a:gd name="T36" fmla="*/ 54 w 136"/>
                  <a:gd name="T37" fmla="*/ 15 h 136"/>
                  <a:gd name="T38" fmla="*/ 38 w 136"/>
                  <a:gd name="T39" fmla="*/ 8 h 136"/>
                  <a:gd name="T40" fmla="*/ 29 w 136"/>
                  <a:gd name="T41" fmla="*/ 12 h 136"/>
                  <a:gd name="T42" fmla="*/ 33 w 136"/>
                  <a:gd name="T43" fmla="*/ 25 h 136"/>
                  <a:gd name="T44" fmla="*/ 16 w 136"/>
                  <a:gd name="T45" fmla="*/ 25 h 136"/>
                  <a:gd name="T46" fmla="*/ 10 w 136"/>
                  <a:gd name="T47" fmla="*/ 32 h 136"/>
                  <a:gd name="T48" fmla="*/ 19 w 136"/>
                  <a:gd name="T49" fmla="*/ 43 h 136"/>
                  <a:gd name="T50" fmla="*/ 3 w 136"/>
                  <a:gd name="T51" fmla="*/ 50 h 136"/>
                  <a:gd name="T52" fmla="*/ 0 w 136"/>
                  <a:gd name="T53" fmla="*/ 59 h 136"/>
                  <a:gd name="T54" fmla="*/ 13 w 136"/>
                  <a:gd name="T55" fmla="*/ 65 h 136"/>
                  <a:gd name="T56" fmla="*/ 1 w 136"/>
                  <a:gd name="T57" fmla="*/ 78 h 136"/>
                  <a:gd name="T58" fmla="*/ 2 w 136"/>
                  <a:gd name="T59" fmla="*/ 87 h 136"/>
                  <a:gd name="T60" fmla="*/ 16 w 136"/>
                  <a:gd name="T61" fmla="*/ 88 h 136"/>
                  <a:gd name="T62" fmla="*/ 11 w 136"/>
                  <a:gd name="T63" fmla="*/ 104 h 136"/>
                  <a:gd name="T64" fmla="*/ 16 w 136"/>
                  <a:gd name="T65" fmla="*/ 112 h 136"/>
                  <a:gd name="T66" fmla="*/ 29 w 136"/>
                  <a:gd name="T67" fmla="*/ 107 h 136"/>
                  <a:gd name="T68" fmla="*/ 31 w 136"/>
                  <a:gd name="T69" fmla="*/ 124 h 136"/>
                  <a:gd name="T70" fmla="*/ 39 w 136"/>
                  <a:gd name="T71" fmla="*/ 130 h 136"/>
                  <a:gd name="T72" fmla="*/ 48 w 136"/>
                  <a:gd name="T73" fmla="*/ 120 h 136"/>
                  <a:gd name="T74" fmla="*/ 57 w 136"/>
                  <a:gd name="T75" fmla="*/ 135 h 136"/>
                  <a:gd name="T76" fmla="*/ 66 w 136"/>
                  <a:gd name="T77" fmla="*/ 136 h 136"/>
                  <a:gd name="T78" fmla="*/ 71 w 136"/>
                  <a:gd name="T79" fmla="*/ 124 h 136"/>
                  <a:gd name="T80" fmla="*/ 85 w 136"/>
                  <a:gd name="T81" fmla="*/ 133 h 136"/>
                  <a:gd name="T82" fmla="*/ 94 w 136"/>
                  <a:gd name="T83" fmla="*/ 131 h 136"/>
                  <a:gd name="T84" fmla="*/ 93 w 136"/>
                  <a:gd name="T85" fmla="*/ 118 h 136"/>
                  <a:gd name="T86" fmla="*/ 110 w 136"/>
                  <a:gd name="T87" fmla="*/ 121 h 136"/>
                  <a:gd name="T88" fmla="*/ 117 w 136"/>
                  <a:gd name="T89" fmla="*/ 115 h 136"/>
                  <a:gd name="T90" fmla="*/ 111 w 136"/>
                  <a:gd name="T91" fmla="*/ 104 h 136"/>
                  <a:gd name="T92" fmla="*/ 128 w 136"/>
                  <a:gd name="T93" fmla="*/ 100 h 136"/>
                  <a:gd name="T94" fmla="*/ 106 w 136"/>
                  <a:gd name="T95" fmla="*/ 58 h 136"/>
                  <a:gd name="T96" fmla="*/ 79 w 136"/>
                  <a:gd name="T97" fmla="*/ 106 h 136"/>
                  <a:gd name="T98" fmla="*/ 30 w 136"/>
                  <a:gd name="T99" fmla="*/ 79 h 136"/>
                  <a:gd name="T100" fmla="*/ 58 w 136"/>
                  <a:gd name="T101" fmla="*/ 30 h 136"/>
                  <a:gd name="T102" fmla="*/ 106 w 136"/>
                  <a:gd name="T103" fmla="*/ 5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6" h="136">
                    <a:moveTo>
                      <a:pt x="129" y="99"/>
                    </a:moveTo>
                    <a:cubicBezTo>
                      <a:pt x="132" y="91"/>
                      <a:pt x="132" y="91"/>
                      <a:pt x="132" y="91"/>
                    </a:cubicBezTo>
                    <a:cubicBezTo>
                      <a:pt x="133" y="91"/>
                      <a:pt x="132" y="90"/>
                      <a:pt x="132" y="90"/>
                    </a:cubicBezTo>
                    <a:cubicBezTo>
                      <a:pt x="122" y="83"/>
                      <a:pt x="122" y="83"/>
                      <a:pt x="122" y="83"/>
                    </a:cubicBezTo>
                    <a:cubicBezTo>
                      <a:pt x="123" y="80"/>
                      <a:pt x="123" y="78"/>
                      <a:pt x="124" y="75"/>
                    </a:cubicBezTo>
                    <a:cubicBezTo>
                      <a:pt x="135" y="72"/>
                      <a:pt x="135" y="72"/>
                      <a:pt x="135" y="72"/>
                    </a:cubicBezTo>
                    <a:cubicBezTo>
                      <a:pt x="136" y="72"/>
                      <a:pt x="136" y="72"/>
                      <a:pt x="136" y="72"/>
                    </a:cubicBezTo>
                    <a:cubicBezTo>
                      <a:pt x="136" y="63"/>
                      <a:pt x="136" y="63"/>
                      <a:pt x="136" y="63"/>
                    </a:cubicBezTo>
                    <a:cubicBezTo>
                      <a:pt x="136" y="62"/>
                      <a:pt x="136" y="62"/>
                      <a:pt x="135" y="62"/>
                    </a:cubicBezTo>
                    <a:cubicBezTo>
                      <a:pt x="123" y="60"/>
                      <a:pt x="123" y="60"/>
                      <a:pt x="123" y="60"/>
                    </a:cubicBezTo>
                    <a:cubicBezTo>
                      <a:pt x="123" y="58"/>
                      <a:pt x="123" y="56"/>
                      <a:pt x="122" y="54"/>
                    </a:cubicBezTo>
                    <a:cubicBezTo>
                      <a:pt x="122" y="53"/>
                      <a:pt x="122" y="53"/>
                      <a:pt x="122" y="52"/>
                    </a:cubicBezTo>
                    <a:cubicBezTo>
                      <a:pt x="131" y="45"/>
                      <a:pt x="131" y="45"/>
                      <a:pt x="131" y="45"/>
                    </a:cubicBezTo>
                    <a:cubicBezTo>
                      <a:pt x="132" y="45"/>
                      <a:pt x="132" y="44"/>
                      <a:pt x="132" y="44"/>
                    </a:cubicBezTo>
                    <a:cubicBezTo>
                      <a:pt x="128" y="36"/>
                      <a:pt x="128" y="36"/>
                      <a:pt x="128" y="36"/>
                    </a:cubicBezTo>
                    <a:cubicBezTo>
                      <a:pt x="128" y="35"/>
                      <a:pt x="127" y="35"/>
                      <a:pt x="127" y="35"/>
                    </a:cubicBezTo>
                    <a:cubicBezTo>
                      <a:pt x="115" y="38"/>
                      <a:pt x="115" y="38"/>
                      <a:pt x="115" y="38"/>
                    </a:cubicBezTo>
                    <a:cubicBezTo>
                      <a:pt x="114" y="36"/>
                      <a:pt x="112" y="34"/>
                      <a:pt x="110" y="32"/>
                    </a:cubicBezTo>
                    <a:cubicBezTo>
                      <a:pt x="116" y="21"/>
                      <a:pt x="116" y="21"/>
                      <a:pt x="116" y="21"/>
                    </a:cubicBezTo>
                    <a:cubicBezTo>
                      <a:pt x="117" y="21"/>
                      <a:pt x="117" y="20"/>
                      <a:pt x="116" y="20"/>
                    </a:cubicBezTo>
                    <a:cubicBezTo>
                      <a:pt x="110" y="14"/>
                      <a:pt x="110" y="14"/>
                      <a:pt x="110" y="14"/>
                    </a:cubicBezTo>
                    <a:cubicBezTo>
                      <a:pt x="109" y="14"/>
                      <a:pt x="109" y="14"/>
                      <a:pt x="108" y="14"/>
                    </a:cubicBezTo>
                    <a:cubicBezTo>
                      <a:pt x="99" y="21"/>
                      <a:pt x="99" y="21"/>
                      <a:pt x="99" y="21"/>
                    </a:cubicBezTo>
                    <a:cubicBezTo>
                      <a:pt x="98" y="21"/>
                      <a:pt x="97" y="20"/>
                      <a:pt x="96" y="20"/>
                    </a:cubicBezTo>
                    <a:cubicBezTo>
                      <a:pt x="96" y="20"/>
                      <a:pt x="96" y="20"/>
                      <a:pt x="96" y="20"/>
                    </a:cubicBezTo>
                    <a:cubicBezTo>
                      <a:pt x="95" y="19"/>
                      <a:pt x="93" y="18"/>
                      <a:pt x="92" y="18"/>
                    </a:cubicBezTo>
                    <a:cubicBezTo>
                      <a:pt x="93" y="6"/>
                      <a:pt x="93" y="6"/>
                      <a:pt x="93" y="6"/>
                    </a:cubicBezTo>
                    <a:cubicBezTo>
                      <a:pt x="93" y="5"/>
                      <a:pt x="93" y="5"/>
                      <a:pt x="92" y="4"/>
                    </a:cubicBezTo>
                    <a:cubicBezTo>
                      <a:pt x="84" y="2"/>
                      <a:pt x="84" y="2"/>
                      <a:pt x="84" y="2"/>
                    </a:cubicBezTo>
                    <a:cubicBezTo>
                      <a:pt x="84" y="2"/>
                      <a:pt x="83" y="2"/>
                      <a:pt x="83" y="2"/>
                    </a:cubicBezTo>
                    <a:cubicBezTo>
                      <a:pt x="77" y="13"/>
                      <a:pt x="77" y="13"/>
                      <a:pt x="77" y="13"/>
                    </a:cubicBezTo>
                    <a:cubicBezTo>
                      <a:pt x="74" y="13"/>
                      <a:pt x="72" y="13"/>
                      <a:pt x="69" y="13"/>
                    </a:cubicBezTo>
                    <a:cubicBezTo>
                      <a:pt x="65" y="1"/>
                      <a:pt x="65" y="1"/>
                      <a:pt x="65" y="1"/>
                    </a:cubicBezTo>
                    <a:cubicBezTo>
                      <a:pt x="65" y="0"/>
                      <a:pt x="65" y="0"/>
                      <a:pt x="64" y="0"/>
                    </a:cubicBezTo>
                    <a:cubicBezTo>
                      <a:pt x="56" y="1"/>
                      <a:pt x="56" y="1"/>
                      <a:pt x="56" y="1"/>
                    </a:cubicBezTo>
                    <a:cubicBezTo>
                      <a:pt x="55" y="1"/>
                      <a:pt x="55" y="1"/>
                      <a:pt x="55" y="2"/>
                    </a:cubicBezTo>
                    <a:cubicBezTo>
                      <a:pt x="54" y="14"/>
                      <a:pt x="54" y="14"/>
                      <a:pt x="54" y="14"/>
                    </a:cubicBezTo>
                    <a:cubicBezTo>
                      <a:pt x="54" y="14"/>
                      <a:pt x="54" y="15"/>
                      <a:pt x="54" y="15"/>
                    </a:cubicBezTo>
                    <a:cubicBezTo>
                      <a:pt x="51" y="15"/>
                      <a:pt x="49" y="16"/>
                      <a:pt x="47" y="17"/>
                    </a:cubicBezTo>
                    <a:cubicBezTo>
                      <a:pt x="38" y="8"/>
                      <a:pt x="38" y="8"/>
                      <a:pt x="38" y="8"/>
                    </a:cubicBezTo>
                    <a:cubicBezTo>
                      <a:pt x="38" y="7"/>
                      <a:pt x="37" y="7"/>
                      <a:pt x="37" y="7"/>
                    </a:cubicBezTo>
                    <a:cubicBezTo>
                      <a:pt x="29" y="12"/>
                      <a:pt x="29" y="12"/>
                      <a:pt x="29" y="12"/>
                    </a:cubicBezTo>
                    <a:cubicBezTo>
                      <a:pt x="29" y="12"/>
                      <a:pt x="29" y="13"/>
                      <a:pt x="29" y="13"/>
                    </a:cubicBezTo>
                    <a:cubicBezTo>
                      <a:pt x="33" y="25"/>
                      <a:pt x="33" y="25"/>
                      <a:pt x="33" y="25"/>
                    </a:cubicBezTo>
                    <a:cubicBezTo>
                      <a:pt x="31" y="26"/>
                      <a:pt x="29" y="28"/>
                      <a:pt x="28" y="30"/>
                    </a:cubicBezTo>
                    <a:cubicBezTo>
                      <a:pt x="16" y="25"/>
                      <a:pt x="16" y="25"/>
                      <a:pt x="16" y="25"/>
                    </a:cubicBezTo>
                    <a:cubicBezTo>
                      <a:pt x="16" y="25"/>
                      <a:pt x="15" y="25"/>
                      <a:pt x="15" y="25"/>
                    </a:cubicBezTo>
                    <a:cubicBezTo>
                      <a:pt x="10" y="32"/>
                      <a:pt x="10" y="32"/>
                      <a:pt x="10" y="32"/>
                    </a:cubicBezTo>
                    <a:cubicBezTo>
                      <a:pt x="10" y="33"/>
                      <a:pt x="10" y="33"/>
                      <a:pt x="10" y="34"/>
                    </a:cubicBezTo>
                    <a:cubicBezTo>
                      <a:pt x="19" y="43"/>
                      <a:pt x="19" y="43"/>
                      <a:pt x="19" y="43"/>
                    </a:cubicBezTo>
                    <a:cubicBezTo>
                      <a:pt x="18" y="45"/>
                      <a:pt x="17" y="47"/>
                      <a:pt x="16" y="50"/>
                    </a:cubicBezTo>
                    <a:cubicBezTo>
                      <a:pt x="3" y="50"/>
                      <a:pt x="3" y="50"/>
                      <a:pt x="3" y="50"/>
                    </a:cubicBezTo>
                    <a:cubicBezTo>
                      <a:pt x="3" y="50"/>
                      <a:pt x="2" y="50"/>
                      <a:pt x="2" y="51"/>
                    </a:cubicBezTo>
                    <a:cubicBezTo>
                      <a:pt x="0" y="59"/>
                      <a:pt x="0" y="59"/>
                      <a:pt x="0" y="59"/>
                    </a:cubicBezTo>
                    <a:cubicBezTo>
                      <a:pt x="0" y="60"/>
                      <a:pt x="1" y="60"/>
                      <a:pt x="1" y="60"/>
                    </a:cubicBezTo>
                    <a:cubicBezTo>
                      <a:pt x="13" y="65"/>
                      <a:pt x="13" y="65"/>
                      <a:pt x="13" y="65"/>
                    </a:cubicBezTo>
                    <a:cubicBezTo>
                      <a:pt x="12" y="68"/>
                      <a:pt x="13" y="70"/>
                      <a:pt x="13" y="73"/>
                    </a:cubicBezTo>
                    <a:cubicBezTo>
                      <a:pt x="1" y="78"/>
                      <a:pt x="1" y="78"/>
                      <a:pt x="1" y="78"/>
                    </a:cubicBezTo>
                    <a:cubicBezTo>
                      <a:pt x="1" y="78"/>
                      <a:pt x="1" y="78"/>
                      <a:pt x="1" y="79"/>
                    </a:cubicBezTo>
                    <a:cubicBezTo>
                      <a:pt x="2" y="87"/>
                      <a:pt x="2" y="87"/>
                      <a:pt x="2" y="87"/>
                    </a:cubicBezTo>
                    <a:cubicBezTo>
                      <a:pt x="3" y="88"/>
                      <a:pt x="3" y="88"/>
                      <a:pt x="4" y="88"/>
                    </a:cubicBezTo>
                    <a:cubicBezTo>
                      <a:pt x="16" y="88"/>
                      <a:pt x="16" y="88"/>
                      <a:pt x="16" y="88"/>
                    </a:cubicBezTo>
                    <a:cubicBezTo>
                      <a:pt x="17" y="90"/>
                      <a:pt x="18" y="93"/>
                      <a:pt x="19" y="95"/>
                    </a:cubicBezTo>
                    <a:cubicBezTo>
                      <a:pt x="11" y="104"/>
                      <a:pt x="11" y="104"/>
                      <a:pt x="11" y="104"/>
                    </a:cubicBezTo>
                    <a:cubicBezTo>
                      <a:pt x="11" y="104"/>
                      <a:pt x="11" y="105"/>
                      <a:pt x="11" y="105"/>
                    </a:cubicBezTo>
                    <a:cubicBezTo>
                      <a:pt x="16" y="112"/>
                      <a:pt x="16" y="112"/>
                      <a:pt x="16" y="112"/>
                    </a:cubicBezTo>
                    <a:cubicBezTo>
                      <a:pt x="16" y="113"/>
                      <a:pt x="17" y="113"/>
                      <a:pt x="17" y="113"/>
                    </a:cubicBezTo>
                    <a:cubicBezTo>
                      <a:pt x="29" y="107"/>
                      <a:pt x="29" y="107"/>
                      <a:pt x="29" y="107"/>
                    </a:cubicBezTo>
                    <a:cubicBezTo>
                      <a:pt x="30" y="109"/>
                      <a:pt x="32" y="111"/>
                      <a:pt x="34" y="112"/>
                    </a:cubicBezTo>
                    <a:cubicBezTo>
                      <a:pt x="31" y="124"/>
                      <a:pt x="31" y="124"/>
                      <a:pt x="31" y="124"/>
                    </a:cubicBezTo>
                    <a:cubicBezTo>
                      <a:pt x="30" y="125"/>
                      <a:pt x="31" y="125"/>
                      <a:pt x="31" y="125"/>
                    </a:cubicBezTo>
                    <a:cubicBezTo>
                      <a:pt x="39" y="130"/>
                      <a:pt x="39" y="130"/>
                      <a:pt x="39" y="130"/>
                    </a:cubicBezTo>
                    <a:cubicBezTo>
                      <a:pt x="39" y="130"/>
                      <a:pt x="40" y="130"/>
                      <a:pt x="40" y="129"/>
                    </a:cubicBezTo>
                    <a:cubicBezTo>
                      <a:pt x="48" y="120"/>
                      <a:pt x="48" y="120"/>
                      <a:pt x="48" y="120"/>
                    </a:cubicBezTo>
                    <a:cubicBezTo>
                      <a:pt x="50" y="121"/>
                      <a:pt x="53" y="122"/>
                      <a:pt x="55" y="123"/>
                    </a:cubicBezTo>
                    <a:cubicBezTo>
                      <a:pt x="57" y="135"/>
                      <a:pt x="57" y="135"/>
                      <a:pt x="57" y="135"/>
                    </a:cubicBezTo>
                    <a:cubicBezTo>
                      <a:pt x="57" y="135"/>
                      <a:pt x="57" y="136"/>
                      <a:pt x="58" y="136"/>
                    </a:cubicBezTo>
                    <a:cubicBezTo>
                      <a:pt x="66" y="136"/>
                      <a:pt x="66" y="136"/>
                      <a:pt x="66" y="136"/>
                    </a:cubicBezTo>
                    <a:cubicBezTo>
                      <a:pt x="67" y="136"/>
                      <a:pt x="67" y="136"/>
                      <a:pt x="67" y="136"/>
                    </a:cubicBezTo>
                    <a:cubicBezTo>
                      <a:pt x="71" y="124"/>
                      <a:pt x="71" y="124"/>
                      <a:pt x="71" y="124"/>
                    </a:cubicBezTo>
                    <a:cubicBezTo>
                      <a:pt x="73" y="124"/>
                      <a:pt x="76" y="124"/>
                      <a:pt x="79" y="123"/>
                    </a:cubicBezTo>
                    <a:cubicBezTo>
                      <a:pt x="85" y="133"/>
                      <a:pt x="85" y="133"/>
                      <a:pt x="85" y="133"/>
                    </a:cubicBezTo>
                    <a:cubicBezTo>
                      <a:pt x="85" y="134"/>
                      <a:pt x="85" y="134"/>
                      <a:pt x="86" y="134"/>
                    </a:cubicBezTo>
                    <a:cubicBezTo>
                      <a:pt x="94" y="131"/>
                      <a:pt x="94" y="131"/>
                      <a:pt x="94" y="131"/>
                    </a:cubicBezTo>
                    <a:cubicBezTo>
                      <a:pt x="95" y="131"/>
                      <a:pt x="95" y="131"/>
                      <a:pt x="95" y="130"/>
                    </a:cubicBezTo>
                    <a:cubicBezTo>
                      <a:pt x="93" y="118"/>
                      <a:pt x="93" y="118"/>
                      <a:pt x="93" y="118"/>
                    </a:cubicBezTo>
                    <a:cubicBezTo>
                      <a:pt x="96" y="117"/>
                      <a:pt x="98" y="116"/>
                      <a:pt x="100" y="114"/>
                    </a:cubicBezTo>
                    <a:cubicBezTo>
                      <a:pt x="110" y="121"/>
                      <a:pt x="110" y="121"/>
                      <a:pt x="110" y="121"/>
                    </a:cubicBezTo>
                    <a:cubicBezTo>
                      <a:pt x="110" y="121"/>
                      <a:pt x="111" y="121"/>
                      <a:pt x="111" y="121"/>
                    </a:cubicBezTo>
                    <a:cubicBezTo>
                      <a:pt x="117" y="115"/>
                      <a:pt x="117" y="115"/>
                      <a:pt x="117" y="115"/>
                    </a:cubicBezTo>
                    <a:cubicBezTo>
                      <a:pt x="118" y="115"/>
                      <a:pt x="118" y="114"/>
                      <a:pt x="118" y="114"/>
                    </a:cubicBezTo>
                    <a:cubicBezTo>
                      <a:pt x="111" y="104"/>
                      <a:pt x="111" y="104"/>
                      <a:pt x="111" y="104"/>
                    </a:cubicBezTo>
                    <a:cubicBezTo>
                      <a:pt x="113" y="102"/>
                      <a:pt x="115" y="100"/>
                      <a:pt x="116" y="97"/>
                    </a:cubicBezTo>
                    <a:cubicBezTo>
                      <a:pt x="128" y="100"/>
                      <a:pt x="128" y="100"/>
                      <a:pt x="128" y="100"/>
                    </a:cubicBezTo>
                    <a:cubicBezTo>
                      <a:pt x="128" y="100"/>
                      <a:pt x="129" y="99"/>
                      <a:pt x="129" y="99"/>
                    </a:cubicBezTo>
                    <a:close/>
                    <a:moveTo>
                      <a:pt x="106" y="58"/>
                    </a:moveTo>
                    <a:cubicBezTo>
                      <a:pt x="109" y="68"/>
                      <a:pt x="108" y="78"/>
                      <a:pt x="103" y="88"/>
                    </a:cubicBezTo>
                    <a:cubicBezTo>
                      <a:pt x="97" y="97"/>
                      <a:pt x="88" y="104"/>
                      <a:pt x="79" y="106"/>
                    </a:cubicBezTo>
                    <a:cubicBezTo>
                      <a:pt x="69" y="109"/>
                      <a:pt x="58" y="108"/>
                      <a:pt x="49" y="103"/>
                    </a:cubicBezTo>
                    <a:cubicBezTo>
                      <a:pt x="39" y="97"/>
                      <a:pt x="33" y="88"/>
                      <a:pt x="30" y="79"/>
                    </a:cubicBezTo>
                    <a:cubicBezTo>
                      <a:pt x="28" y="69"/>
                      <a:pt x="29" y="58"/>
                      <a:pt x="34" y="49"/>
                    </a:cubicBezTo>
                    <a:cubicBezTo>
                      <a:pt x="40" y="39"/>
                      <a:pt x="48" y="33"/>
                      <a:pt x="58" y="30"/>
                    </a:cubicBezTo>
                    <a:cubicBezTo>
                      <a:pt x="68" y="28"/>
                      <a:pt x="78" y="29"/>
                      <a:pt x="88" y="34"/>
                    </a:cubicBezTo>
                    <a:cubicBezTo>
                      <a:pt x="97" y="40"/>
                      <a:pt x="104" y="48"/>
                      <a:pt x="106" y="58"/>
                    </a:cubicBezTo>
                    <a:close/>
                  </a:path>
                </a:pathLst>
              </a:custGeom>
              <a:solidFill>
                <a:srgbClr val="FF8900"/>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13" name="Freeform 110"/>
              <p:cNvSpPr>
                <a:spLocks noEditPoints="1"/>
              </p:cNvSpPr>
              <p:nvPr/>
            </p:nvSpPr>
            <p:spPr bwMode="auto">
              <a:xfrm>
                <a:off x="2189163" y="4084638"/>
                <a:ext cx="241300" cy="239712"/>
              </a:xfrm>
              <a:custGeom>
                <a:avLst/>
                <a:gdLst>
                  <a:gd name="T0" fmla="*/ 106 w 109"/>
                  <a:gd name="T1" fmla="*/ 73 h 109"/>
                  <a:gd name="T2" fmla="*/ 98 w 109"/>
                  <a:gd name="T3" fmla="*/ 66 h 109"/>
                  <a:gd name="T4" fmla="*/ 108 w 109"/>
                  <a:gd name="T5" fmla="*/ 58 h 109"/>
                  <a:gd name="T6" fmla="*/ 109 w 109"/>
                  <a:gd name="T7" fmla="*/ 50 h 109"/>
                  <a:gd name="T8" fmla="*/ 99 w 109"/>
                  <a:gd name="T9" fmla="*/ 48 h 109"/>
                  <a:gd name="T10" fmla="*/ 97 w 109"/>
                  <a:gd name="T11" fmla="*/ 42 h 109"/>
                  <a:gd name="T12" fmla="*/ 105 w 109"/>
                  <a:gd name="T13" fmla="*/ 35 h 109"/>
                  <a:gd name="T14" fmla="*/ 102 w 109"/>
                  <a:gd name="T15" fmla="*/ 28 h 109"/>
                  <a:gd name="T16" fmla="*/ 88 w 109"/>
                  <a:gd name="T17" fmla="*/ 25 h 109"/>
                  <a:gd name="T18" fmla="*/ 93 w 109"/>
                  <a:gd name="T19" fmla="*/ 16 h 109"/>
                  <a:gd name="T20" fmla="*/ 87 w 109"/>
                  <a:gd name="T21" fmla="*/ 11 h 109"/>
                  <a:gd name="T22" fmla="*/ 77 w 109"/>
                  <a:gd name="T23" fmla="*/ 16 h 109"/>
                  <a:gd name="T24" fmla="*/ 74 w 109"/>
                  <a:gd name="T25" fmla="*/ 14 h 109"/>
                  <a:gd name="T26" fmla="*/ 74 w 109"/>
                  <a:gd name="T27" fmla="*/ 4 h 109"/>
                  <a:gd name="T28" fmla="*/ 67 w 109"/>
                  <a:gd name="T29" fmla="*/ 2 h 109"/>
                  <a:gd name="T30" fmla="*/ 56 w 109"/>
                  <a:gd name="T31" fmla="*/ 10 h 109"/>
                  <a:gd name="T32" fmla="*/ 52 w 109"/>
                  <a:gd name="T33" fmla="*/ 0 h 109"/>
                  <a:gd name="T34" fmla="*/ 44 w 109"/>
                  <a:gd name="T35" fmla="*/ 2 h 109"/>
                  <a:gd name="T36" fmla="*/ 43 w 109"/>
                  <a:gd name="T37" fmla="*/ 12 h 109"/>
                  <a:gd name="T38" fmla="*/ 31 w 109"/>
                  <a:gd name="T39" fmla="*/ 6 h 109"/>
                  <a:gd name="T40" fmla="*/ 24 w 109"/>
                  <a:gd name="T41" fmla="*/ 9 h 109"/>
                  <a:gd name="T42" fmla="*/ 27 w 109"/>
                  <a:gd name="T43" fmla="*/ 20 h 109"/>
                  <a:gd name="T44" fmla="*/ 13 w 109"/>
                  <a:gd name="T45" fmla="*/ 20 h 109"/>
                  <a:gd name="T46" fmla="*/ 8 w 109"/>
                  <a:gd name="T47" fmla="*/ 26 h 109"/>
                  <a:gd name="T48" fmla="*/ 15 w 109"/>
                  <a:gd name="T49" fmla="*/ 34 h 109"/>
                  <a:gd name="T50" fmla="*/ 3 w 109"/>
                  <a:gd name="T51" fmla="*/ 40 h 109"/>
                  <a:gd name="T52" fmla="*/ 1 w 109"/>
                  <a:gd name="T53" fmla="*/ 47 h 109"/>
                  <a:gd name="T54" fmla="*/ 10 w 109"/>
                  <a:gd name="T55" fmla="*/ 52 h 109"/>
                  <a:gd name="T56" fmla="*/ 1 w 109"/>
                  <a:gd name="T57" fmla="*/ 62 h 109"/>
                  <a:gd name="T58" fmla="*/ 2 w 109"/>
                  <a:gd name="T59" fmla="*/ 70 h 109"/>
                  <a:gd name="T60" fmla="*/ 13 w 109"/>
                  <a:gd name="T61" fmla="*/ 70 h 109"/>
                  <a:gd name="T62" fmla="*/ 9 w 109"/>
                  <a:gd name="T63" fmla="*/ 83 h 109"/>
                  <a:gd name="T64" fmla="*/ 13 w 109"/>
                  <a:gd name="T65" fmla="*/ 90 h 109"/>
                  <a:gd name="T66" fmla="*/ 23 w 109"/>
                  <a:gd name="T67" fmla="*/ 86 h 109"/>
                  <a:gd name="T68" fmla="*/ 25 w 109"/>
                  <a:gd name="T69" fmla="*/ 99 h 109"/>
                  <a:gd name="T70" fmla="*/ 31 w 109"/>
                  <a:gd name="T71" fmla="*/ 104 h 109"/>
                  <a:gd name="T72" fmla="*/ 38 w 109"/>
                  <a:gd name="T73" fmla="*/ 96 h 109"/>
                  <a:gd name="T74" fmla="*/ 46 w 109"/>
                  <a:gd name="T75" fmla="*/ 107 h 109"/>
                  <a:gd name="T76" fmla="*/ 53 w 109"/>
                  <a:gd name="T77" fmla="*/ 109 h 109"/>
                  <a:gd name="T78" fmla="*/ 57 w 109"/>
                  <a:gd name="T79" fmla="*/ 99 h 109"/>
                  <a:gd name="T80" fmla="*/ 68 w 109"/>
                  <a:gd name="T81" fmla="*/ 107 h 109"/>
                  <a:gd name="T82" fmla="*/ 75 w 109"/>
                  <a:gd name="T83" fmla="*/ 105 h 109"/>
                  <a:gd name="T84" fmla="*/ 75 w 109"/>
                  <a:gd name="T85" fmla="*/ 94 h 109"/>
                  <a:gd name="T86" fmla="*/ 88 w 109"/>
                  <a:gd name="T87" fmla="*/ 97 h 109"/>
                  <a:gd name="T88" fmla="*/ 94 w 109"/>
                  <a:gd name="T89" fmla="*/ 92 h 109"/>
                  <a:gd name="T90" fmla="*/ 89 w 109"/>
                  <a:gd name="T91" fmla="*/ 83 h 109"/>
                  <a:gd name="T92" fmla="*/ 102 w 109"/>
                  <a:gd name="T93" fmla="*/ 79 h 109"/>
                  <a:gd name="T94" fmla="*/ 85 w 109"/>
                  <a:gd name="T95" fmla="*/ 46 h 109"/>
                  <a:gd name="T96" fmla="*/ 63 w 109"/>
                  <a:gd name="T97" fmla="*/ 85 h 109"/>
                  <a:gd name="T98" fmla="*/ 24 w 109"/>
                  <a:gd name="T99" fmla="*/ 63 h 109"/>
                  <a:gd name="T100" fmla="*/ 47 w 109"/>
                  <a:gd name="T101" fmla="*/ 24 h 109"/>
                  <a:gd name="T102" fmla="*/ 85 w 109"/>
                  <a:gd name="T103" fmla="*/ 4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9" h="109">
                    <a:moveTo>
                      <a:pt x="103" y="79"/>
                    </a:moveTo>
                    <a:cubicBezTo>
                      <a:pt x="106" y="73"/>
                      <a:pt x="106" y="73"/>
                      <a:pt x="106" y="73"/>
                    </a:cubicBezTo>
                    <a:cubicBezTo>
                      <a:pt x="106" y="72"/>
                      <a:pt x="106" y="72"/>
                      <a:pt x="106" y="72"/>
                    </a:cubicBezTo>
                    <a:cubicBezTo>
                      <a:pt x="98" y="66"/>
                      <a:pt x="98" y="66"/>
                      <a:pt x="98" y="66"/>
                    </a:cubicBezTo>
                    <a:cubicBezTo>
                      <a:pt x="98" y="64"/>
                      <a:pt x="99" y="62"/>
                      <a:pt x="99" y="60"/>
                    </a:cubicBezTo>
                    <a:cubicBezTo>
                      <a:pt x="108" y="58"/>
                      <a:pt x="108" y="58"/>
                      <a:pt x="108" y="58"/>
                    </a:cubicBezTo>
                    <a:cubicBezTo>
                      <a:pt x="109" y="58"/>
                      <a:pt x="109" y="58"/>
                      <a:pt x="109" y="57"/>
                    </a:cubicBezTo>
                    <a:cubicBezTo>
                      <a:pt x="109" y="50"/>
                      <a:pt x="109" y="50"/>
                      <a:pt x="109" y="50"/>
                    </a:cubicBezTo>
                    <a:cubicBezTo>
                      <a:pt x="109" y="50"/>
                      <a:pt x="109" y="50"/>
                      <a:pt x="108" y="50"/>
                    </a:cubicBezTo>
                    <a:cubicBezTo>
                      <a:pt x="99" y="48"/>
                      <a:pt x="99" y="48"/>
                      <a:pt x="99" y="48"/>
                    </a:cubicBezTo>
                    <a:cubicBezTo>
                      <a:pt x="99" y="46"/>
                      <a:pt x="98" y="44"/>
                      <a:pt x="98" y="43"/>
                    </a:cubicBezTo>
                    <a:cubicBezTo>
                      <a:pt x="98" y="42"/>
                      <a:pt x="98" y="42"/>
                      <a:pt x="97" y="42"/>
                    </a:cubicBezTo>
                    <a:cubicBezTo>
                      <a:pt x="105" y="36"/>
                      <a:pt x="105" y="36"/>
                      <a:pt x="105" y="36"/>
                    </a:cubicBezTo>
                    <a:cubicBezTo>
                      <a:pt x="105" y="36"/>
                      <a:pt x="106" y="35"/>
                      <a:pt x="105" y="35"/>
                    </a:cubicBezTo>
                    <a:cubicBezTo>
                      <a:pt x="103" y="29"/>
                      <a:pt x="103" y="29"/>
                      <a:pt x="103" y="29"/>
                    </a:cubicBezTo>
                    <a:cubicBezTo>
                      <a:pt x="102" y="28"/>
                      <a:pt x="102" y="28"/>
                      <a:pt x="102" y="28"/>
                    </a:cubicBezTo>
                    <a:cubicBezTo>
                      <a:pt x="92" y="30"/>
                      <a:pt x="92" y="30"/>
                      <a:pt x="92" y="30"/>
                    </a:cubicBezTo>
                    <a:cubicBezTo>
                      <a:pt x="91" y="29"/>
                      <a:pt x="90" y="27"/>
                      <a:pt x="88" y="25"/>
                    </a:cubicBezTo>
                    <a:cubicBezTo>
                      <a:pt x="93" y="17"/>
                      <a:pt x="93" y="17"/>
                      <a:pt x="93" y="17"/>
                    </a:cubicBezTo>
                    <a:cubicBezTo>
                      <a:pt x="93" y="17"/>
                      <a:pt x="93" y="16"/>
                      <a:pt x="93" y="16"/>
                    </a:cubicBezTo>
                    <a:cubicBezTo>
                      <a:pt x="88" y="11"/>
                      <a:pt x="88" y="11"/>
                      <a:pt x="88" y="11"/>
                    </a:cubicBezTo>
                    <a:cubicBezTo>
                      <a:pt x="88" y="11"/>
                      <a:pt x="87" y="11"/>
                      <a:pt x="87" y="11"/>
                    </a:cubicBezTo>
                    <a:cubicBezTo>
                      <a:pt x="79" y="17"/>
                      <a:pt x="79" y="17"/>
                      <a:pt x="79" y="17"/>
                    </a:cubicBezTo>
                    <a:cubicBezTo>
                      <a:pt x="78" y="17"/>
                      <a:pt x="78" y="16"/>
                      <a:pt x="77" y="16"/>
                    </a:cubicBezTo>
                    <a:cubicBezTo>
                      <a:pt x="77" y="16"/>
                      <a:pt x="77" y="16"/>
                      <a:pt x="77" y="16"/>
                    </a:cubicBezTo>
                    <a:cubicBezTo>
                      <a:pt x="76" y="15"/>
                      <a:pt x="75" y="15"/>
                      <a:pt x="74" y="14"/>
                    </a:cubicBezTo>
                    <a:cubicBezTo>
                      <a:pt x="74" y="4"/>
                      <a:pt x="74" y="4"/>
                      <a:pt x="74" y="4"/>
                    </a:cubicBezTo>
                    <a:cubicBezTo>
                      <a:pt x="75" y="4"/>
                      <a:pt x="74" y="4"/>
                      <a:pt x="74" y="4"/>
                    </a:cubicBezTo>
                    <a:cubicBezTo>
                      <a:pt x="67" y="1"/>
                      <a:pt x="67" y="1"/>
                      <a:pt x="67" y="1"/>
                    </a:cubicBezTo>
                    <a:cubicBezTo>
                      <a:pt x="67" y="1"/>
                      <a:pt x="67" y="2"/>
                      <a:pt x="67" y="2"/>
                    </a:cubicBezTo>
                    <a:cubicBezTo>
                      <a:pt x="62" y="11"/>
                      <a:pt x="62" y="11"/>
                      <a:pt x="62" y="11"/>
                    </a:cubicBezTo>
                    <a:cubicBezTo>
                      <a:pt x="60" y="10"/>
                      <a:pt x="58" y="10"/>
                      <a:pt x="56" y="10"/>
                    </a:cubicBezTo>
                    <a:cubicBezTo>
                      <a:pt x="52" y="1"/>
                      <a:pt x="52" y="1"/>
                      <a:pt x="52" y="1"/>
                    </a:cubicBezTo>
                    <a:cubicBezTo>
                      <a:pt x="52" y="0"/>
                      <a:pt x="52" y="0"/>
                      <a:pt x="52" y="0"/>
                    </a:cubicBezTo>
                    <a:cubicBezTo>
                      <a:pt x="45" y="1"/>
                      <a:pt x="45" y="1"/>
                      <a:pt x="45" y="1"/>
                    </a:cubicBezTo>
                    <a:cubicBezTo>
                      <a:pt x="44" y="1"/>
                      <a:pt x="44" y="1"/>
                      <a:pt x="44" y="2"/>
                    </a:cubicBezTo>
                    <a:cubicBezTo>
                      <a:pt x="43" y="12"/>
                      <a:pt x="43" y="12"/>
                      <a:pt x="43" y="12"/>
                    </a:cubicBezTo>
                    <a:cubicBezTo>
                      <a:pt x="43" y="12"/>
                      <a:pt x="43" y="12"/>
                      <a:pt x="43" y="12"/>
                    </a:cubicBezTo>
                    <a:cubicBezTo>
                      <a:pt x="41" y="12"/>
                      <a:pt x="39" y="13"/>
                      <a:pt x="38" y="13"/>
                    </a:cubicBezTo>
                    <a:cubicBezTo>
                      <a:pt x="31" y="6"/>
                      <a:pt x="31" y="6"/>
                      <a:pt x="31" y="6"/>
                    </a:cubicBezTo>
                    <a:cubicBezTo>
                      <a:pt x="31" y="6"/>
                      <a:pt x="30" y="6"/>
                      <a:pt x="30" y="6"/>
                    </a:cubicBezTo>
                    <a:cubicBezTo>
                      <a:pt x="24" y="9"/>
                      <a:pt x="24" y="9"/>
                      <a:pt x="24" y="9"/>
                    </a:cubicBezTo>
                    <a:cubicBezTo>
                      <a:pt x="23" y="10"/>
                      <a:pt x="23" y="10"/>
                      <a:pt x="24" y="10"/>
                    </a:cubicBezTo>
                    <a:cubicBezTo>
                      <a:pt x="27" y="20"/>
                      <a:pt x="27" y="20"/>
                      <a:pt x="27" y="20"/>
                    </a:cubicBezTo>
                    <a:cubicBezTo>
                      <a:pt x="25" y="21"/>
                      <a:pt x="24" y="23"/>
                      <a:pt x="22" y="24"/>
                    </a:cubicBezTo>
                    <a:cubicBezTo>
                      <a:pt x="13" y="20"/>
                      <a:pt x="13" y="20"/>
                      <a:pt x="13" y="20"/>
                    </a:cubicBezTo>
                    <a:cubicBezTo>
                      <a:pt x="13" y="20"/>
                      <a:pt x="12" y="20"/>
                      <a:pt x="12" y="20"/>
                    </a:cubicBezTo>
                    <a:cubicBezTo>
                      <a:pt x="8" y="26"/>
                      <a:pt x="8" y="26"/>
                      <a:pt x="8" y="26"/>
                    </a:cubicBezTo>
                    <a:cubicBezTo>
                      <a:pt x="8" y="26"/>
                      <a:pt x="8" y="27"/>
                      <a:pt x="8" y="27"/>
                    </a:cubicBezTo>
                    <a:cubicBezTo>
                      <a:pt x="15" y="34"/>
                      <a:pt x="15" y="34"/>
                      <a:pt x="15" y="34"/>
                    </a:cubicBezTo>
                    <a:cubicBezTo>
                      <a:pt x="14" y="36"/>
                      <a:pt x="13" y="38"/>
                      <a:pt x="13" y="40"/>
                    </a:cubicBezTo>
                    <a:cubicBezTo>
                      <a:pt x="3" y="40"/>
                      <a:pt x="3" y="40"/>
                      <a:pt x="3" y="40"/>
                    </a:cubicBezTo>
                    <a:cubicBezTo>
                      <a:pt x="2" y="40"/>
                      <a:pt x="2" y="40"/>
                      <a:pt x="2" y="40"/>
                    </a:cubicBezTo>
                    <a:cubicBezTo>
                      <a:pt x="1" y="47"/>
                      <a:pt x="1" y="47"/>
                      <a:pt x="1" y="47"/>
                    </a:cubicBezTo>
                    <a:cubicBezTo>
                      <a:pt x="0" y="48"/>
                      <a:pt x="1" y="48"/>
                      <a:pt x="1" y="48"/>
                    </a:cubicBezTo>
                    <a:cubicBezTo>
                      <a:pt x="10" y="52"/>
                      <a:pt x="10" y="52"/>
                      <a:pt x="10" y="52"/>
                    </a:cubicBezTo>
                    <a:cubicBezTo>
                      <a:pt x="10" y="54"/>
                      <a:pt x="10" y="56"/>
                      <a:pt x="10" y="58"/>
                    </a:cubicBezTo>
                    <a:cubicBezTo>
                      <a:pt x="1" y="62"/>
                      <a:pt x="1" y="62"/>
                      <a:pt x="1" y="62"/>
                    </a:cubicBezTo>
                    <a:cubicBezTo>
                      <a:pt x="1" y="62"/>
                      <a:pt x="1" y="63"/>
                      <a:pt x="1" y="63"/>
                    </a:cubicBezTo>
                    <a:cubicBezTo>
                      <a:pt x="2" y="70"/>
                      <a:pt x="2" y="70"/>
                      <a:pt x="2" y="70"/>
                    </a:cubicBezTo>
                    <a:cubicBezTo>
                      <a:pt x="2" y="70"/>
                      <a:pt x="3" y="71"/>
                      <a:pt x="3" y="70"/>
                    </a:cubicBezTo>
                    <a:cubicBezTo>
                      <a:pt x="13" y="70"/>
                      <a:pt x="13" y="70"/>
                      <a:pt x="13" y="70"/>
                    </a:cubicBezTo>
                    <a:cubicBezTo>
                      <a:pt x="14" y="72"/>
                      <a:pt x="15" y="74"/>
                      <a:pt x="16" y="76"/>
                    </a:cubicBezTo>
                    <a:cubicBezTo>
                      <a:pt x="9" y="83"/>
                      <a:pt x="9" y="83"/>
                      <a:pt x="9" y="83"/>
                    </a:cubicBezTo>
                    <a:cubicBezTo>
                      <a:pt x="9" y="83"/>
                      <a:pt x="9" y="84"/>
                      <a:pt x="9" y="84"/>
                    </a:cubicBezTo>
                    <a:cubicBezTo>
                      <a:pt x="13" y="90"/>
                      <a:pt x="13" y="90"/>
                      <a:pt x="13" y="90"/>
                    </a:cubicBezTo>
                    <a:cubicBezTo>
                      <a:pt x="13" y="90"/>
                      <a:pt x="14" y="90"/>
                      <a:pt x="14" y="90"/>
                    </a:cubicBezTo>
                    <a:cubicBezTo>
                      <a:pt x="23" y="86"/>
                      <a:pt x="23" y="86"/>
                      <a:pt x="23" y="86"/>
                    </a:cubicBezTo>
                    <a:cubicBezTo>
                      <a:pt x="24" y="87"/>
                      <a:pt x="26" y="89"/>
                      <a:pt x="28" y="90"/>
                    </a:cubicBezTo>
                    <a:cubicBezTo>
                      <a:pt x="25" y="99"/>
                      <a:pt x="25" y="99"/>
                      <a:pt x="25" y="99"/>
                    </a:cubicBezTo>
                    <a:cubicBezTo>
                      <a:pt x="25" y="100"/>
                      <a:pt x="25" y="100"/>
                      <a:pt x="25" y="100"/>
                    </a:cubicBezTo>
                    <a:cubicBezTo>
                      <a:pt x="31" y="104"/>
                      <a:pt x="31" y="104"/>
                      <a:pt x="31" y="104"/>
                    </a:cubicBezTo>
                    <a:cubicBezTo>
                      <a:pt x="31" y="104"/>
                      <a:pt x="32" y="104"/>
                      <a:pt x="32" y="103"/>
                    </a:cubicBezTo>
                    <a:cubicBezTo>
                      <a:pt x="38" y="96"/>
                      <a:pt x="38" y="96"/>
                      <a:pt x="38" y="96"/>
                    </a:cubicBezTo>
                    <a:cubicBezTo>
                      <a:pt x="40" y="97"/>
                      <a:pt x="42" y="97"/>
                      <a:pt x="44" y="98"/>
                    </a:cubicBezTo>
                    <a:cubicBezTo>
                      <a:pt x="46" y="107"/>
                      <a:pt x="46" y="107"/>
                      <a:pt x="46" y="107"/>
                    </a:cubicBezTo>
                    <a:cubicBezTo>
                      <a:pt x="45" y="108"/>
                      <a:pt x="46" y="108"/>
                      <a:pt x="46" y="108"/>
                    </a:cubicBezTo>
                    <a:cubicBezTo>
                      <a:pt x="53" y="109"/>
                      <a:pt x="53" y="109"/>
                      <a:pt x="53" y="109"/>
                    </a:cubicBezTo>
                    <a:cubicBezTo>
                      <a:pt x="53" y="109"/>
                      <a:pt x="54" y="109"/>
                      <a:pt x="54" y="108"/>
                    </a:cubicBezTo>
                    <a:cubicBezTo>
                      <a:pt x="57" y="99"/>
                      <a:pt x="57" y="99"/>
                      <a:pt x="57" y="99"/>
                    </a:cubicBezTo>
                    <a:cubicBezTo>
                      <a:pt x="59" y="99"/>
                      <a:pt x="61" y="99"/>
                      <a:pt x="63" y="98"/>
                    </a:cubicBezTo>
                    <a:cubicBezTo>
                      <a:pt x="68" y="107"/>
                      <a:pt x="68" y="107"/>
                      <a:pt x="68" y="107"/>
                    </a:cubicBezTo>
                    <a:cubicBezTo>
                      <a:pt x="68" y="107"/>
                      <a:pt x="68" y="107"/>
                      <a:pt x="69" y="107"/>
                    </a:cubicBezTo>
                    <a:cubicBezTo>
                      <a:pt x="75" y="105"/>
                      <a:pt x="75" y="105"/>
                      <a:pt x="75" y="105"/>
                    </a:cubicBezTo>
                    <a:cubicBezTo>
                      <a:pt x="76" y="105"/>
                      <a:pt x="76" y="104"/>
                      <a:pt x="76" y="104"/>
                    </a:cubicBezTo>
                    <a:cubicBezTo>
                      <a:pt x="75" y="94"/>
                      <a:pt x="75" y="94"/>
                      <a:pt x="75" y="94"/>
                    </a:cubicBezTo>
                    <a:cubicBezTo>
                      <a:pt x="77" y="94"/>
                      <a:pt x="78" y="92"/>
                      <a:pt x="80" y="91"/>
                    </a:cubicBezTo>
                    <a:cubicBezTo>
                      <a:pt x="88" y="97"/>
                      <a:pt x="88" y="97"/>
                      <a:pt x="88" y="97"/>
                    </a:cubicBezTo>
                    <a:cubicBezTo>
                      <a:pt x="88" y="97"/>
                      <a:pt x="89" y="97"/>
                      <a:pt x="89" y="97"/>
                    </a:cubicBezTo>
                    <a:cubicBezTo>
                      <a:pt x="94" y="92"/>
                      <a:pt x="94" y="92"/>
                      <a:pt x="94" y="92"/>
                    </a:cubicBezTo>
                    <a:cubicBezTo>
                      <a:pt x="94" y="92"/>
                      <a:pt x="94" y="91"/>
                      <a:pt x="94" y="91"/>
                    </a:cubicBezTo>
                    <a:cubicBezTo>
                      <a:pt x="89" y="83"/>
                      <a:pt x="89" y="83"/>
                      <a:pt x="89" y="83"/>
                    </a:cubicBezTo>
                    <a:cubicBezTo>
                      <a:pt x="91" y="81"/>
                      <a:pt x="92" y="79"/>
                      <a:pt x="93" y="78"/>
                    </a:cubicBezTo>
                    <a:cubicBezTo>
                      <a:pt x="102" y="79"/>
                      <a:pt x="102" y="79"/>
                      <a:pt x="102" y="79"/>
                    </a:cubicBezTo>
                    <a:cubicBezTo>
                      <a:pt x="103" y="80"/>
                      <a:pt x="103" y="79"/>
                      <a:pt x="103" y="79"/>
                    </a:cubicBezTo>
                    <a:close/>
                    <a:moveTo>
                      <a:pt x="85" y="46"/>
                    </a:moveTo>
                    <a:cubicBezTo>
                      <a:pt x="87" y="54"/>
                      <a:pt x="86" y="63"/>
                      <a:pt x="82" y="70"/>
                    </a:cubicBezTo>
                    <a:cubicBezTo>
                      <a:pt x="78" y="78"/>
                      <a:pt x="71" y="83"/>
                      <a:pt x="63" y="85"/>
                    </a:cubicBezTo>
                    <a:cubicBezTo>
                      <a:pt x="55" y="87"/>
                      <a:pt x="47" y="86"/>
                      <a:pt x="39" y="82"/>
                    </a:cubicBezTo>
                    <a:cubicBezTo>
                      <a:pt x="32" y="78"/>
                      <a:pt x="27" y="71"/>
                      <a:pt x="24" y="63"/>
                    </a:cubicBezTo>
                    <a:cubicBezTo>
                      <a:pt x="22" y="55"/>
                      <a:pt x="23" y="47"/>
                      <a:pt x="27" y="39"/>
                    </a:cubicBezTo>
                    <a:cubicBezTo>
                      <a:pt x="32" y="31"/>
                      <a:pt x="39" y="26"/>
                      <a:pt x="47" y="24"/>
                    </a:cubicBezTo>
                    <a:cubicBezTo>
                      <a:pt x="54" y="22"/>
                      <a:pt x="63" y="23"/>
                      <a:pt x="70" y="27"/>
                    </a:cubicBezTo>
                    <a:cubicBezTo>
                      <a:pt x="78" y="32"/>
                      <a:pt x="83" y="38"/>
                      <a:pt x="85" y="46"/>
                    </a:cubicBezTo>
                    <a:close/>
                  </a:path>
                </a:pathLst>
              </a:custGeom>
              <a:solidFill>
                <a:srgbClr val="FF8900"/>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14" name="Freeform 111"/>
              <p:cNvSpPr>
                <a:spLocks noEditPoints="1"/>
              </p:cNvSpPr>
              <p:nvPr/>
            </p:nvSpPr>
            <p:spPr bwMode="auto">
              <a:xfrm>
                <a:off x="2282825" y="3932238"/>
                <a:ext cx="168275" cy="168275"/>
              </a:xfrm>
              <a:custGeom>
                <a:avLst/>
                <a:gdLst>
                  <a:gd name="T0" fmla="*/ 75 w 77"/>
                  <a:gd name="T1" fmla="*/ 49 h 76"/>
                  <a:gd name="T2" fmla="*/ 69 w 77"/>
                  <a:gd name="T3" fmla="*/ 45 h 76"/>
                  <a:gd name="T4" fmla="*/ 76 w 77"/>
                  <a:gd name="T5" fmla="*/ 39 h 76"/>
                  <a:gd name="T6" fmla="*/ 76 w 77"/>
                  <a:gd name="T7" fmla="*/ 33 h 76"/>
                  <a:gd name="T8" fmla="*/ 69 w 77"/>
                  <a:gd name="T9" fmla="*/ 32 h 76"/>
                  <a:gd name="T10" fmla="*/ 68 w 77"/>
                  <a:gd name="T11" fmla="*/ 28 h 76"/>
                  <a:gd name="T12" fmla="*/ 73 w 77"/>
                  <a:gd name="T13" fmla="*/ 23 h 76"/>
                  <a:gd name="T14" fmla="*/ 70 w 77"/>
                  <a:gd name="T15" fmla="*/ 18 h 76"/>
                  <a:gd name="T16" fmla="*/ 61 w 77"/>
                  <a:gd name="T17" fmla="*/ 17 h 76"/>
                  <a:gd name="T18" fmla="*/ 64 w 77"/>
                  <a:gd name="T19" fmla="*/ 10 h 76"/>
                  <a:gd name="T20" fmla="*/ 59 w 77"/>
                  <a:gd name="T21" fmla="*/ 7 h 76"/>
                  <a:gd name="T22" fmla="*/ 53 w 77"/>
                  <a:gd name="T23" fmla="*/ 10 h 76"/>
                  <a:gd name="T24" fmla="*/ 50 w 77"/>
                  <a:gd name="T25" fmla="*/ 9 h 76"/>
                  <a:gd name="T26" fmla="*/ 50 w 77"/>
                  <a:gd name="T27" fmla="*/ 2 h 76"/>
                  <a:gd name="T28" fmla="*/ 45 w 77"/>
                  <a:gd name="T29" fmla="*/ 1 h 76"/>
                  <a:gd name="T30" fmla="*/ 38 w 77"/>
                  <a:gd name="T31" fmla="*/ 7 h 76"/>
                  <a:gd name="T32" fmla="*/ 34 w 77"/>
                  <a:gd name="T33" fmla="*/ 0 h 76"/>
                  <a:gd name="T34" fmla="*/ 29 w 77"/>
                  <a:gd name="T35" fmla="*/ 1 h 76"/>
                  <a:gd name="T36" fmla="*/ 29 w 77"/>
                  <a:gd name="T37" fmla="*/ 8 h 76"/>
                  <a:gd name="T38" fmla="*/ 20 w 77"/>
                  <a:gd name="T39" fmla="*/ 5 h 76"/>
                  <a:gd name="T40" fmla="*/ 15 w 77"/>
                  <a:gd name="T41" fmla="*/ 8 h 76"/>
                  <a:gd name="T42" fmla="*/ 18 w 77"/>
                  <a:gd name="T43" fmla="*/ 15 h 76"/>
                  <a:gd name="T44" fmla="*/ 8 w 77"/>
                  <a:gd name="T45" fmla="*/ 15 h 76"/>
                  <a:gd name="T46" fmla="*/ 5 w 77"/>
                  <a:gd name="T47" fmla="*/ 20 h 76"/>
                  <a:gd name="T48" fmla="*/ 10 w 77"/>
                  <a:gd name="T49" fmla="*/ 25 h 76"/>
                  <a:gd name="T50" fmla="*/ 2 w 77"/>
                  <a:gd name="T51" fmla="*/ 30 h 76"/>
                  <a:gd name="T52" fmla="*/ 0 w 77"/>
                  <a:gd name="T53" fmla="*/ 35 h 76"/>
                  <a:gd name="T54" fmla="*/ 7 w 77"/>
                  <a:gd name="T55" fmla="*/ 38 h 76"/>
                  <a:gd name="T56" fmla="*/ 1 w 77"/>
                  <a:gd name="T57" fmla="*/ 45 h 76"/>
                  <a:gd name="T58" fmla="*/ 2 w 77"/>
                  <a:gd name="T59" fmla="*/ 51 h 76"/>
                  <a:gd name="T60" fmla="*/ 10 w 77"/>
                  <a:gd name="T61" fmla="*/ 51 h 76"/>
                  <a:gd name="T62" fmla="*/ 7 w 77"/>
                  <a:gd name="T63" fmla="*/ 60 h 76"/>
                  <a:gd name="T64" fmla="*/ 10 w 77"/>
                  <a:gd name="T65" fmla="*/ 64 h 76"/>
                  <a:gd name="T66" fmla="*/ 17 w 77"/>
                  <a:gd name="T67" fmla="*/ 61 h 76"/>
                  <a:gd name="T68" fmla="*/ 19 w 77"/>
                  <a:gd name="T69" fmla="*/ 71 h 76"/>
                  <a:gd name="T70" fmla="*/ 23 w 77"/>
                  <a:gd name="T71" fmla="*/ 73 h 76"/>
                  <a:gd name="T72" fmla="*/ 28 w 77"/>
                  <a:gd name="T73" fmla="*/ 68 h 76"/>
                  <a:gd name="T74" fmla="*/ 34 w 77"/>
                  <a:gd name="T75" fmla="*/ 76 h 76"/>
                  <a:gd name="T76" fmla="*/ 39 w 77"/>
                  <a:gd name="T77" fmla="*/ 76 h 76"/>
                  <a:gd name="T78" fmla="*/ 41 w 77"/>
                  <a:gd name="T79" fmla="*/ 69 h 76"/>
                  <a:gd name="T80" fmla="*/ 49 w 77"/>
                  <a:gd name="T81" fmla="*/ 74 h 76"/>
                  <a:gd name="T82" fmla="*/ 55 w 77"/>
                  <a:gd name="T83" fmla="*/ 73 h 76"/>
                  <a:gd name="T84" fmla="*/ 54 w 77"/>
                  <a:gd name="T85" fmla="*/ 65 h 76"/>
                  <a:gd name="T86" fmla="*/ 63 w 77"/>
                  <a:gd name="T87" fmla="*/ 67 h 76"/>
                  <a:gd name="T88" fmla="*/ 67 w 77"/>
                  <a:gd name="T89" fmla="*/ 63 h 76"/>
                  <a:gd name="T90" fmla="*/ 64 w 77"/>
                  <a:gd name="T91" fmla="*/ 57 h 76"/>
                  <a:gd name="T92" fmla="*/ 73 w 77"/>
                  <a:gd name="T93" fmla="*/ 54 h 76"/>
                  <a:gd name="T94" fmla="*/ 59 w 77"/>
                  <a:gd name="T95" fmla="*/ 31 h 76"/>
                  <a:gd name="T96" fmla="*/ 45 w 77"/>
                  <a:gd name="T97" fmla="*/ 59 h 76"/>
                  <a:gd name="T98" fmla="*/ 17 w 77"/>
                  <a:gd name="T99" fmla="*/ 45 h 76"/>
                  <a:gd name="T100" fmla="*/ 32 w 77"/>
                  <a:gd name="T101" fmla="*/ 17 h 76"/>
                  <a:gd name="T102" fmla="*/ 59 w 77"/>
                  <a:gd name="T103" fmla="*/ 3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7" h="76">
                    <a:moveTo>
                      <a:pt x="73" y="54"/>
                    </a:moveTo>
                    <a:cubicBezTo>
                      <a:pt x="75" y="49"/>
                      <a:pt x="75" y="49"/>
                      <a:pt x="75" y="49"/>
                    </a:cubicBezTo>
                    <a:cubicBezTo>
                      <a:pt x="75" y="49"/>
                      <a:pt x="75" y="49"/>
                      <a:pt x="75" y="49"/>
                    </a:cubicBezTo>
                    <a:cubicBezTo>
                      <a:pt x="69" y="45"/>
                      <a:pt x="69" y="45"/>
                      <a:pt x="69" y="45"/>
                    </a:cubicBezTo>
                    <a:cubicBezTo>
                      <a:pt x="69" y="44"/>
                      <a:pt x="70" y="42"/>
                      <a:pt x="70" y="41"/>
                    </a:cubicBezTo>
                    <a:cubicBezTo>
                      <a:pt x="76" y="39"/>
                      <a:pt x="76" y="39"/>
                      <a:pt x="76" y="39"/>
                    </a:cubicBezTo>
                    <a:cubicBezTo>
                      <a:pt x="76" y="39"/>
                      <a:pt x="77" y="38"/>
                      <a:pt x="77" y="38"/>
                    </a:cubicBezTo>
                    <a:cubicBezTo>
                      <a:pt x="76" y="33"/>
                      <a:pt x="76" y="33"/>
                      <a:pt x="76" y="33"/>
                    </a:cubicBezTo>
                    <a:cubicBezTo>
                      <a:pt x="76" y="33"/>
                      <a:pt x="76" y="33"/>
                      <a:pt x="76" y="33"/>
                    </a:cubicBezTo>
                    <a:cubicBezTo>
                      <a:pt x="69" y="32"/>
                      <a:pt x="69" y="32"/>
                      <a:pt x="69" y="32"/>
                    </a:cubicBezTo>
                    <a:cubicBezTo>
                      <a:pt x="69" y="31"/>
                      <a:pt x="69" y="30"/>
                      <a:pt x="68" y="28"/>
                    </a:cubicBezTo>
                    <a:cubicBezTo>
                      <a:pt x="68" y="28"/>
                      <a:pt x="68" y="28"/>
                      <a:pt x="68" y="28"/>
                    </a:cubicBezTo>
                    <a:cubicBezTo>
                      <a:pt x="73" y="23"/>
                      <a:pt x="73" y="23"/>
                      <a:pt x="73" y="23"/>
                    </a:cubicBezTo>
                    <a:cubicBezTo>
                      <a:pt x="73" y="23"/>
                      <a:pt x="73" y="23"/>
                      <a:pt x="73" y="23"/>
                    </a:cubicBezTo>
                    <a:cubicBezTo>
                      <a:pt x="71" y="18"/>
                      <a:pt x="71" y="18"/>
                      <a:pt x="71" y="18"/>
                    </a:cubicBezTo>
                    <a:cubicBezTo>
                      <a:pt x="71" y="18"/>
                      <a:pt x="71" y="18"/>
                      <a:pt x="70" y="18"/>
                    </a:cubicBezTo>
                    <a:cubicBezTo>
                      <a:pt x="64" y="20"/>
                      <a:pt x="64" y="20"/>
                      <a:pt x="64" y="20"/>
                    </a:cubicBezTo>
                    <a:cubicBezTo>
                      <a:pt x="63" y="19"/>
                      <a:pt x="62" y="18"/>
                      <a:pt x="61" y="17"/>
                    </a:cubicBezTo>
                    <a:cubicBezTo>
                      <a:pt x="64" y="10"/>
                      <a:pt x="64" y="10"/>
                      <a:pt x="64" y="10"/>
                    </a:cubicBezTo>
                    <a:cubicBezTo>
                      <a:pt x="64" y="10"/>
                      <a:pt x="64" y="10"/>
                      <a:pt x="64" y="10"/>
                    </a:cubicBezTo>
                    <a:cubicBezTo>
                      <a:pt x="60" y="7"/>
                      <a:pt x="60" y="7"/>
                      <a:pt x="60" y="7"/>
                    </a:cubicBezTo>
                    <a:cubicBezTo>
                      <a:pt x="60" y="7"/>
                      <a:pt x="60" y="7"/>
                      <a:pt x="59" y="7"/>
                    </a:cubicBezTo>
                    <a:cubicBezTo>
                      <a:pt x="54" y="11"/>
                      <a:pt x="54" y="11"/>
                      <a:pt x="54" y="11"/>
                    </a:cubicBezTo>
                    <a:cubicBezTo>
                      <a:pt x="54" y="11"/>
                      <a:pt x="53" y="11"/>
                      <a:pt x="53" y="10"/>
                    </a:cubicBezTo>
                    <a:cubicBezTo>
                      <a:pt x="53" y="10"/>
                      <a:pt x="53" y="10"/>
                      <a:pt x="53" y="10"/>
                    </a:cubicBezTo>
                    <a:cubicBezTo>
                      <a:pt x="52" y="10"/>
                      <a:pt x="51" y="10"/>
                      <a:pt x="50" y="9"/>
                    </a:cubicBezTo>
                    <a:cubicBezTo>
                      <a:pt x="51" y="2"/>
                      <a:pt x="51" y="2"/>
                      <a:pt x="51" y="2"/>
                    </a:cubicBezTo>
                    <a:cubicBezTo>
                      <a:pt x="51" y="2"/>
                      <a:pt x="50" y="2"/>
                      <a:pt x="50" y="2"/>
                    </a:cubicBezTo>
                    <a:cubicBezTo>
                      <a:pt x="46" y="1"/>
                      <a:pt x="46" y="1"/>
                      <a:pt x="46" y="1"/>
                    </a:cubicBezTo>
                    <a:cubicBezTo>
                      <a:pt x="45" y="0"/>
                      <a:pt x="45" y="1"/>
                      <a:pt x="45" y="1"/>
                    </a:cubicBezTo>
                    <a:cubicBezTo>
                      <a:pt x="42" y="7"/>
                      <a:pt x="42" y="7"/>
                      <a:pt x="42" y="7"/>
                    </a:cubicBezTo>
                    <a:cubicBezTo>
                      <a:pt x="40" y="7"/>
                      <a:pt x="39" y="7"/>
                      <a:pt x="38" y="7"/>
                    </a:cubicBezTo>
                    <a:cubicBezTo>
                      <a:pt x="35" y="1"/>
                      <a:pt x="35" y="1"/>
                      <a:pt x="35" y="1"/>
                    </a:cubicBezTo>
                    <a:cubicBezTo>
                      <a:pt x="35" y="0"/>
                      <a:pt x="35" y="0"/>
                      <a:pt x="34" y="0"/>
                    </a:cubicBezTo>
                    <a:cubicBezTo>
                      <a:pt x="30" y="1"/>
                      <a:pt x="30" y="1"/>
                      <a:pt x="30" y="1"/>
                    </a:cubicBezTo>
                    <a:cubicBezTo>
                      <a:pt x="29" y="1"/>
                      <a:pt x="29" y="1"/>
                      <a:pt x="29" y="1"/>
                    </a:cubicBezTo>
                    <a:cubicBezTo>
                      <a:pt x="29" y="8"/>
                      <a:pt x="29" y="8"/>
                      <a:pt x="29" y="8"/>
                    </a:cubicBezTo>
                    <a:cubicBezTo>
                      <a:pt x="29" y="8"/>
                      <a:pt x="29" y="8"/>
                      <a:pt x="29" y="8"/>
                    </a:cubicBezTo>
                    <a:cubicBezTo>
                      <a:pt x="27" y="9"/>
                      <a:pt x="26" y="9"/>
                      <a:pt x="25" y="10"/>
                    </a:cubicBezTo>
                    <a:cubicBezTo>
                      <a:pt x="20" y="5"/>
                      <a:pt x="20" y="5"/>
                      <a:pt x="20" y="5"/>
                    </a:cubicBezTo>
                    <a:cubicBezTo>
                      <a:pt x="20" y="5"/>
                      <a:pt x="19" y="5"/>
                      <a:pt x="19" y="5"/>
                    </a:cubicBezTo>
                    <a:cubicBezTo>
                      <a:pt x="15" y="8"/>
                      <a:pt x="15" y="8"/>
                      <a:pt x="15" y="8"/>
                    </a:cubicBezTo>
                    <a:cubicBezTo>
                      <a:pt x="15" y="8"/>
                      <a:pt x="15" y="8"/>
                      <a:pt x="15" y="8"/>
                    </a:cubicBezTo>
                    <a:cubicBezTo>
                      <a:pt x="18" y="15"/>
                      <a:pt x="18" y="15"/>
                      <a:pt x="18" y="15"/>
                    </a:cubicBezTo>
                    <a:cubicBezTo>
                      <a:pt x="17" y="16"/>
                      <a:pt x="16" y="17"/>
                      <a:pt x="15" y="18"/>
                    </a:cubicBezTo>
                    <a:cubicBezTo>
                      <a:pt x="8" y="15"/>
                      <a:pt x="8" y="15"/>
                      <a:pt x="8" y="15"/>
                    </a:cubicBezTo>
                    <a:cubicBezTo>
                      <a:pt x="8" y="15"/>
                      <a:pt x="8" y="15"/>
                      <a:pt x="7" y="16"/>
                    </a:cubicBezTo>
                    <a:cubicBezTo>
                      <a:pt x="5" y="20"/>
                      <a:pt x="5" y="20"/>
                      <a:pt x="5" y="20"/>
                    </a:cubicBezTo>
                    <a:cubicBezTo>
                      <a:pt x="5" y="20"/>
                      <a:pt x="5" y="20"/>
                      <a:pt x="5" y="20"/>
                    </a:cubicBezTo>
                    <a:cubicBezTo>
                      <a:pt x="10" y="25"/>
                      <a:pt x="10" y="25"/>
                      <a:pt x="10" y="25"/>
                    </a:cubicBezTo>
                    <a:cubicBezTo>
                      <a:pt x="9" y="27"/>
                      <a:pt x="9" y="28"/>
                      <a:pt x="9" y="29"/>
                    </a:cubicBezTo>
                    <a:cubicBezTo>
                      <a:pt x="2" y="30"/>
                      <a:pt x="2" y="30"/>
                      <a:pt x="2" y="30"/>
                    </a:cubicBezTo>
                    <a:cubicBezTo>
                      <a:pt x="1" y="30"/>
                      <a:pt x="1" y="30"/>
                      <a:pt x="1" y="30"/>
                    </a:cubicBezTo>
                    <a:cubicBezTo>
                      <a:pt x="0" y="35"/>
                      <a:pt x="0" y="35"/>
                      <a:pt x="0" y="35"/>
                    </a:cubicBezTo>
                    <a:cubicBezTo>
                      <a:pt x="0" y="35"/>
                      <a:pt x="0" y="35"/>
                      <a:pt x="1" y="35"/>
                    </a:cubicBezTo>
                    <a:cubicBezTo>
                      <a:pt x="7" y="38"/>
                      <a:pt x="7" y="38"/>
                      <a:pt x="7" y="38"/>
                    </a:cubicBezTo>
                    <a:cubicBezTo>
                      <a:pt x="7" y="39"/>
                      <a:pt x="7" y="41"/>
                      <a:pt x="7" y="42"/>
                    </a:cubicBezTo>
                    <a:cubicBezTo>
                      <a:pt x="1" y="45"/>
                      <a:pt x="1" y="45"/>
                      <a:pt x="1" y="45"/>
                    </a:cubicBezTo>
                    <a:cubicBezTo>
                      <a:pt x="1" y="45"/>
                      <a:pt x="1" y="46"/>
                      <a:pt x="1" y="46"/>
                    </a:cubicBezTo>
                    <a:cubicBezTo>
                      <a:pt x="2" y="51"/>
                      <a:pt x="2" y="51"/>
                      <a:pt x="2" y="51"/>
                    </a:cubicBezTo>
                    <a:cubicBezTo>
                      <a:pt x="2" y="51"/>
                      <a:pt x="2" y="51"/>
                      <a:pt x="3" y="51"/>
                    </a:cubicBezTo>
                    <a:cubicBezTo>
                      <a:pt x="10" y="51"/>
                      <a:pt x="10" y="51"/>
                      <a:pt x="10" y="51"/>
                    </a:cubicBezTo>
                    <a:cubicBezTo>
                      <a:pt x="10" y="52"/>
                      <a:pt x="11" y="53"/>
                      <a:pt x="12" y="54"/>
                    </a:cubicBezTo>
                    <a:cubicBezTo>
                      <a:pt x="7" y="60"/>
                      <a:pt x="7" y="60"/>
                      <a:pt x="7" y="60"/>
                    </a:cubicBezTo>
                    <a:cubicBezTo>
                      <a:pt x="7" y="60"/>
                      <a:pt x="7" y="60"/>
                      <a:pt x="7" y="61"/>
                    </a:cubicBezTo>
                    <a:cubicBezTo>
                      <a:pt x="10" y="64"/>
                      <a:pt x="10" y="64"/>
                      <a:pt x="10" y="64"/>
                    </a:cubicBezTo>
                    <a:cubicBezTo>
                      <a:pt x="11" y="65"/>
                      <a:pt x="11" y="65"/>
                      <a:pt x="11" y="64"/>
                    </a:cubicBezTo>
                    <a:cubicBezTo>
                      <a:pt x="17" y="61"/>
                      <a:pt x="17" y="61"/>
                      <a:pt x="17" y="61"/>
                    </a:cubicBezTo>
                    <a:cubicBezTo>
                      <a:pt x="18" y="62"/>
                      <a:pt x="19" y="63"/>
                      <a:pt x="21" y="64"/>
                    </a:cubicBezTo>
                    <a:cubicBezTo>
                      <a:pt x="19" y="71"/>
                      <a:pt x="19" y="71"/>
                      <a:pt x="19" y="71"/>
                    </a:cubicBezTo>
                    <a:cubicBezTo>
                      <a:pt x="19" y="71"/>
                      <a:pt x="19" y="71"/>
                      <a:pt x="19" y="71"/>
                    </a:cubicBezTo>
                    <a:cubicBezTo>
                      <a:pt x="23" y="73"/>
                      <a:pt x="23" y="73"/>
                      <a:pt x="23" y="73"/>
                    </a:cubicBezTo>
                    <a:cubicBezTo>
                      <a:pt x="24" y="74"/>
                      <a:pt x="24" y="73"/>
                      <a:pt x="24" y="73"/>
                    </a:cubicBezTo>
                    <a:cubicBezTo>
                      <a:pt x="28" y="68"/>
                      <a:pt x="28" y="68"/>
                      <a:pt x="28" y="68"/>
                    </a:cubicBezTo>
                    <a:cubicBezTo>
                      <a:pt x="30" y="68"/>
                      <a:pt x="31" y="69"/>
                      <a:pt x="33" y="69"/>
                    </a:cubicBezTo>
                    <a:cubicBezTo>
                      <a:pt x="34" y="76"/>
                      <a:pt x="34" y="76"/>
                      <a:pt x="34" y="76"/>
                    </a:cubicBezTo>
                    <a:cubicBezTo>
                      <a:pt x="34" y="76"/>
                      <a:pt x="34" y="76"/>
                      <a:pt x="34" y="76"/>
                    </a:cubicBezTo>
                    <a:cubicBezTo>
                      <a:pt x="39" y="76"/>
                      <a:pt x="39" y="76"/>
                      <a:pt x="39" y="76"/>
                    </a:cubicBezTo>
                    <a:cubicBezTo>
                      <a:pt x="39" y="76"/>
                      <a:pt x="40" y="76"/>
                      <a:pt x="40" y="76"/>
                    </a:cubicBezTo>
                    <a:cubicBezTo>
                      <a:pt x="41" y="69"/>
                      <a:pt x="41" y="69"/>
                      <a:pt x="41" y="69"/>
                    </a:cubicBezTo>
                    <a:cubicBezTo>
                      <a:pt x="43" y="69"/>
                      <a:pt x="44" y="69"/>
                      <a:pt x="46" y="69"/>
                    </a:cubicBezTo>
                    <a:cubicBezTo>
                      <a:pt x="49" y="74"/>
                      <a:pt x="49" y="74"/>
                      <a:pt x="49" y="74"/>
                    </a:cubicBezTo>
                    <a:cubicBezTo>
                      <a:pt x="49" y="74"/>
                      <a:pt x="50" y="75"/>
                      <a:pt x="50" y="74"/>
                    </a:cubicBezTo>
                    <a:cubicBezTo>
                      <a:pt x="55" y="73"/>
                      <a:pt x="55" y="73"/>
                      <a:pt x="55" y="73"/>
                    </a:cubicBezTo>
                    <a:cubicBezTo>
                      <a:pt x="55" y="73"/>
                      <a:pt x="55" y="72"/>
                      <a:pt x="55" y="72"/>
                    </a:cubicBezTo>
                    <a:cubicBezTo>
                      <a:pt x="54" y="65"/>
                      <a:pt x="54" y="65"/>
                      <a:pt x="54" y="65"/>
                    </a:cubicBezTo>
                    <a:cubicBezTo>
                      <a:pt x="55" y="65"/>
                      <a:pt x="56" y="64"/>
                      <a:pt x="57" y="63"/>
                    </a:cubicBezTo>
                    <a:cubicBezTo>
                      <a:pt x="63" y="67"/>
                      <a:pt x="63" y="67"/>
                      <a:pt x="63" y="67"/>
                    </a:cubicBezTo>
                    <a:cubicBezTo>
                      <a:pt x="63" y="67"/>
                      <a:pt x="64" y="67"/>
                      <a:pt x="64" y="67"/>
                    </a:cubicBezTo>
                    <a:cubicBezTo>
                      <a:pt x="67" y="63"/>
                      <a:pt x="67" y="63"/>
                      <a:pt x="67" y="63"/>
                    </a:cubicBezTo>
                    <a:cubicBezTo>
                      <a:pt x="67" y="63"/>
                      <a:pt x="67" y="63"/>
                      <a:pt x="67" y="62"/>
                    </a:cubicBezTo>
                    <a:cubicBezTo>
                      <a:pt x="64" y="57"/>
                      <a:pt x="64" y="57"/>
                      <a:pt x="64" y="57"/>
                    </a:cubicBezTo>
                    <a:cubicBezTo>
                      <a:pt x="64" y="56"/>
                      <a:pt x="65" y="54"/>
                      <a:pt x="66" y="53"/>
                    </a:cubicBezTo>
                    <a:cubicBezTo>
                      <a:pt x="73" y="54"/>
                      <a:pt x="73" y="54"/>
                      <a:pt x="73" y="54"/>
                    </a:cubicBezTo>
                    <a:cubicBezTo>
                      <a:pt x="73" y="54"/>
                      <a:pt x="73" y="54"/>
                      <a:pt x="73" y="54"/>
                    </a:cubicBezTo>
                    <a:close/>
                    <a:moveTo>
                      <a:pt x="59" y="31"/>
                    </a:moveTo>
                    <a:cubicBezTo>
                      <a:pt x="61" y="37"/>
                      <a:pt x="61" y="43"/>
                      <a:pt x="58" y="48"/>
                    </a:cubicBezTo>
                    <a:cubicBezTo>
                      <a:pt x="55" y="54"/>
                      <a:pt x="51" y="57"/>
                      <a:pt x="45" y="59"/>
                    </a:cubicBezTo>
                    <a:cubicBezTo>
                      <a:pt x="40" y="61"/>
                      <a:pt x="34" y="61"/>
                      <a:pt x="28" y="58"/>
                    </a:cubicBezTo>
                    <a:cubicBezTo>
                      <a:pt x="23" y="55"/>
                      <a:pt x="19" y="50"/>
                      <a:pt x="17" y="45"/>
                    </a:cubicBezTo>
                    <a:cubicBezTo>
                      <a:pt x="16" y="40"/>
                      <a:pt x="16" y="34"/>
                      <a:pt x="19" y="28"/>
                    </a:cubicBezTo>
                    <a:cubicBezTo>
                      <a:pt x="22" y="23"/>
                      <a:pt x="26" y="19"/>
                      <a:pt x="32" y="17"/>
                    </a:cubicBezTo>
                    <a:cubicBezTo>
                      <a:pt x="37" y="15"/>
                      <a:pt x="43" y="16"/>
                      <a:pt x="48" y="19"/>
                    </a:cubicBezTo>
                    <a:cubicBezTo>
                      <a:pt x="54" y="21"/>
                      <a:pt x="58" y="26"/>
                      <a:pt x="59" y="31"/>
                    </a:cubicBezTo>
                    <a:close/>
                  </a:path>
                </a:pathLst>
              </a:custGeom>
              <a:solidFill>
                <a:srgbClr val="FF8900"/>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92" name="组合 63"/>
            <p:cNvGrpSpPr/>
            <p:nvPr/>
          </p:nvGrpSpPr>
          <p:grpSpPr>
            <a:xfrm>
              <a:off x="4886613" y="5780937"/>
              <a:ext cx="492135" cy="504137"/>
              <a:chOff x="4267973" y="5745986"/>
              <a:chExt cx="611330" cy="626239"/>
            </a:xfrm>
          </p:grpSpPr>
          <p:sp>
            <p:nvSpPr>
              <p:cNvPr id="110" name="Freeform 116"/>
              <p:cNvSpPr>
                <a:spLocks/>
              </p:cNvSpPr>
              <p:nvPr/>
            </p:nvSpPr>
            <p:spPr bwMode="auto">
              <a:xfrm>
                <a:off x="4479703" y="5850360"/>
                <a:ext cx="399600" cy="468187"/>
              </a:xfrm>
              <a:custGeom>
                <a:avLst/>
                <a:gdLst>
                  <a:gd name="T0" fmla="*/ 70 w 97"/>
                  <a:gd name="T1" fmla="*/ 0 h 113"/>
                  <a:gd name="T2" fmla="*/ 27 w 97"/>
                  <a:gd name="T3" fmla="*/ 0 h 113"/>
                  <a:gd name="T4" fmla="*/ 0 w 97"/>
                  <a:gd name="T5" fmla="*/ 26 h 113"/>
                  <a:gd name="T6" fmla="*/ 0 w 97"/>
                  <a:gd name="T7" fmla="*/ 48 h 113"/>
                  <a:gd name="T8" fmla="*/ 27 w 97"/>
                  <a:gd name="T9" fmla="*/ 74 h 113"/>
                  <a:gd name="T10" fmla="*/ 61 w 97"/>
                  <a:gd name="T11" fmla="*/ 74 h 113"/>
                  <a:gd name="T12" fmla="*/ 82 w 97"/>
                  <a:gd name="T13" fmla="*/ 113 h 113"/>
                  <a:gd name="T14" fmla="*/ 75 w 97"/>
                  <a:gd name="T15" fmla="*/ 74 h 113"/>
                  <a:gd name="T16" fmla="*/ 97 w 97"/>
                  <a:gd name="T17" fmla="*/ 48 h 113"/>
                  <a:gd name="T18" fmla="*/ 97 w 97"/>
                  <a:gd name="T19" fmla="*/ 26 h 113"/>
                  <a:gd name="T20" fmla="*/ 70 w 97"/>
                  <a:gd name="T21" fmla="*/ 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7" h="113">
                    <a:moveTo>
                      <a:pt x="70" y="0"/>
                    </a:moveTo>
                    <a:cubicBezTo>
                      <a:pt x="27" y="0"/>
                      <a:pt x="27" y="0"/>
                      <a:pt x="27" y="0"/>
                    </a:cubicBezTo>
                    <a:cubicBezTo>
                      <a:pt x="12" y="0"/>
                      <a:pt x="0" y="12"/>
                      <a:pt x="0" y="26"/>
                    </a:cubicBezTo>
                    <a:cubicBezTo>
                      <a:pt x="0" y="48"/>
                      <a:pt x="0" y="48"/>
                      <a:pt x="0" y="48"/>
                    </a:cubicBezTo>
                    <a:cubicBezTo>
                      <a:pt x="0" y="62"/>
                      <a:pt x="12" y="74"/>
                      <a:pt x="27" y="74"/>
                    </a:cubicBezTo>
                    <a:cubicBezTo>
                      <a:pt x="61" y="74"/>
                      <a:pt x="61" y="74"/>
                      <a:pt x="61" y="74"/>
                    </a:cubicBezTo>
                    <a:cubicBezTo>
                      <a:pt x="62" y="83"/>
                      <a:pt x="66" y="109"/>
                      <a:pt x="82" y="113"/>
                    </a:cubicBezTo>
                    <a:cubicBezTo>
                      <a:pt x="82" y="113"/>
                      <a:pt x="73" y="87"/>
                      <a:pt x="75" y="74"/>
                    </a:cubicBezTo>
                    <a:cubicBezTo>
                      <a:pt x="87" y="72"/>
                      <a:pt x="97" y="61"/>
                      <a:pt x="97" y="48"/>
                    </a:cubicBezTo>
                    <a:cubicBezTo>
                      <a:pt x="97" y="26"/>
                      <a:pt x="97" y="26"/>
                      <a:pt x="97" y="26"/>
                    </a:cubicBezTo>
                    <a:cubicBezTo>
                      <a:pt x="97" y="12"/>
                      <a:pt x="85" y="0"/>
                      <a:pt x="70" y="0"/>
                    </a:cubicBezTo>
                    <a:close/>
                  </a:path>
                </a:pathLst>
              </a:custGeom>
              <a:solidFill>
                <a:srgbClr val="007BC6"/>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11" name="Freeform 117"/>
              <p:cNvSpPr>
                <a:spLocks/>
              </p:cNvSpPr>
              <p:nvPr/>
            </p:nvSpPr>
            <p:spPr bwMode="auto">
              <a:xfrm>
                <a:off x="4267973" y="5745986"/>
                <a:ext cx="530812" cy="626239"/>
              </a:xfrm>
              <a:custGeom>
                <a:avLst/>
                <a:gdLst>
                  <a:gd name="T0" fmla="*/ 47 w 128"/>
                  <a:gd name="T1" fmla="*/ 73 h 151"/>
                  <a:gd name="T2" fmla="*/ 47 w 128"/>
                  <a:gd name="T3" fmla="*/ 50 h 151"/>
                  <a:gd name="T4" fmla="*/ 76 w 128"/>
                  <a:gd name="T5" fmla="*/ 21 h 151"/>
                  <a:gd name="T6" fmla="*/ 124 w 128"/>
                  <a:gd name="T7" fmla="*/ 21 h 151"/>
                  <a:gd name="T8" fmla="*/ 128 w 128"/>
                  <a:gd name="T9" fmla="*/ 21 h 151"/>
                  <a:gd name="T10" fmla="*/ 102 w 128"/>
                  <a:gd name="T11" fmla="*/ 0 h 151"/>
                  <a:gd name="T12" fmla="*/ 26 w 128"/>
                  <a:gd name="T13" fmla="*/ 0 h 151"/>
                  <a:gd name="T14" fmla="*/ 0 w 128"/>
                  <a:gd name="T15" fmla="*/ 27 h 151"/>
                  <a:gd name="T16" fmla="*/ 0 w 128"/>
                  <a:gd name="T17" fmla="*/ 73 h 151"/>
                  <a:gd name="T18" fmla="*/ 26 w 128"/>
                  <a:gd name="T19" fmla="*/ 100 h 151"/>
                  <a:gd name="T20" fmla="*/ 38 w 128"/>
                  <a:gd name="T21" fmla="*/ 100 h 151"/>
                  <a:gd name="T22" fmla="*/ 14 w 128"/>
                  <a:gd name="T23" fmla="*/ 145 h 151"/>
                  <a:gd name="T24" fmla="*/ 65 w 128"/>
                  <a:gd name="T25" fmla="*/ 100 h 151"/>
                  <a:gd name="T26" fmla="*/ 47 w 128"/>
                  <a:gd name="T27" fmla="*/ 73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151">
                    <a:moveTo>
                      <a:pt x="47" y="73"/>
                    </a:moveTo>
                    <a:cubicBezTo>
                      <a:pt x="47" y="50"/>
                      <a:pt x="47" y="50"/>
                      <a:pt x="47" y="50"/>
                    </a:cubicBezTo>
                    <a:cubicBezTo>
                      <a:pt x="47" y="34"/>
                      <a:pt x="60" y="21"/>
                      <a:pt x="76" y="21"/>
                    </a:cubicBezTo>
                    <a:cubicBezTo>
                      <a:pt x="124" y="21"/>
                      <a:pt x="124" y="21"/>
                      <a:pt x="124" y="21"/>
                    </a:cubicBezTo>
                    <a:cubicBezTo>
                      <a:pt x="125" y="21"/>
                      <a:pt x="126" y="21"/>
                      <a:pt x="128" y="21"/>
                    </a:cubicBezTo>
                    <a:cubicBezTo>
                      <a:pt x="125" y="9"/>
                      <a:pt x="114" y="0"/>
                      <a:pt x="102" y="0"/>
                    </a:cubicBezTo>
                    <a:cubicBezTo>
                      <a:pt x="26" y="0"/>
                      <a:pt x="26" y="0"/>
                      <a:pt x="26" y="0"/>
                    </a:cubicBezTo>
                    <a:cubicBezTo>
                      <a:pt x="12" y="0"/>
                      <a:pt x="0" y="12"/>
                      <a:pt x="0" y="27"/>
                    </a:cubicBezTo>
                    <a:cubicBezTo>
                      <a:pt x="0" y="73"/>
                      <a:pt x="0" y="73"/>
                      <a:pt x="0" y="73"/>
                    </a:cubicBezTo>
                    <a:cubicBezTo>
                      <a:pt x="0" y="88"/>
                      <a:pt x="12" y="100"/>
                      <a:pt x="26" y="100"/>
                    </a:cubicBezTo>
                    <a:cubicBezTo>
                      <a:pt x="38" y="100"/>
                      <a:pt x="38" y="100"/>
                      <a:pt x="38" y="100"/>
                    </a:cubicBezTo>
                    <a:cubicBezTo>
                      <a:pt x="38" y="112"/>
                      <a:pt x="34" y="140"/>
                      <a:pt x="14" y="145"/>
                    </a:cubicBezTo>
                    <a:cubicBezTo>
                      <a:pt x="14" y="145"/>
                      <a:pt x="52" y="151"/>
                      <a:pt x="65" y="100"/>
                    </a:cubicBezTo>
                    <a:cubicBezTo>
                      <a:pt x="54" y="96"/>
                      <a:pt x="47" y="85"/>
                      <a:pt x="47" y="73"/>
                    </a:cubicBezTo>
                    <a:close/>
                  </a:path>
                </a:pathLst>
              </a:custGeom>
              <a:solidFill>
                <a:srgbClr val="007BC6"/>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93" name="组合 62"/>
            <p:cNvGrpSpPr>
              <a:grpSpLocks noChangeAspect="1"/>
            </p:cNvGrpSpPr>
            <p:nvPr/>
          </p:nvGrpSpPr>
          <p:grpSpPr>
            <a:xfrm>
              <a:off x="6381756" y="3860395"/>
              <a:ext cx="953104" cy="816027"/>
              <a:chOff x="2162176" y="-104775"/>
              <a:chExt cx="1655763" cy="1417638"/>
            </a:xfrm>
            <a:solidFill>
              <a:schemeClr val="bg1">
                <a:lumMod val="50000"/>
              </a:schemeClr>
            </a:solidFill>
          </p:grpSpPr>
          <p:sp>
            <p:nvSpPr>
              <p:cNvPr id="108" name="Freeform 3767"/>
              <p:cNvSpPr>
                <a:spLocks/>
              </p:cNvSpPr>
              <p:nvPr/>
            </p:nvSpPr>
            <p:spPr bwMode="auto">
              <a:xfrm>
                <a:off x="2311401" y="104775"/>
                <a:ext cx="1370013" cy="1208088"/>
              </a:xfrm>
              <a:custGeom>
                <a:avLst/>
                <a:gdLst>
                  <a:gd name="T0" fmla="*/ 231 w 431"/>
                  <a:gd name="T1" fmla="*/ 6 h 380"/>
                  <a:gd name="T2" fmla="*/ 190 w 431"/>
                  <a:gd name="T3" fmla="*/ 7 h 380"/>
                  <a:gd name="T4" fmla="*/ 20 w 431"/>
                  <a:gd name="T5" fmla="*/ 106 h 380"/>
                  <a:gd name="T6" fmla="*/ 0 w 431"/>
                  <a:gd name="T7" fmla="*/ 142 h 380"/>
                  <a:gd name="T8" fmla="*/ 0 w 431"/>
                  <a:gd name="T9" fmla="*/ 357 h 380"/>
                  <a:gd name="T10" fmla="*/ 24 w 431"/>
                  <a:gd name="T11" fmla="*/ 380 h 380"/>
                  <a:gd name="T12" fmla="*/ 124 w 431"/>
                  <a:gd name="T13" fmla="*/ 380 h 380"/>
                  <a:gd name="T14" fmla="*/ 148 w 431"/>
                  <a:gd name="T15" fmla="*/ 357 h 380"/>
                  <a:gd name="T16" fmla="*/ 148 w 431"/>
                  <a:gd name="T17" fmla="*/ 258 h 380"/>
                  <a:gd name="T18" fmla="*/ 171 w 431"/>
                  <a:gd name="T19" fmla="*/ 235 h 380"/>
                  <a:gd name="T20" fmla="*/ 260 w 431"/>
                  <a:gd name="T21" fmla="*/ 235 h 380"/>
                  <a:gd name="T22" fmla="*/ 283 w 431"/>
                  <a:gd name="T23" fmla="*/ 258 h 380"/>
                  <a:gd name="T24" fmla="*/ 283 w 431"/>
                  <a:gd name="T25" fmla="*/ 357 h 380"/>
                  <a:gd name="T26" fmla="*/ 307 w 431"/>
                  <a:gd name="T27" fmla="*/ 380 h 380"/>
                  <a:gd name="T28" fmla="*/ 407 w 431"/>
                  <a:gd name="T29" fmla="*/ 380 h 380"/>
                  <a:gd name="T30" fmla="*/ 431 w 431"/>
                  <a:gd name="T31" fmla="*/ 357 h 380"/>
                  <a:gd name="T32" fmla="*/ 431 w 431"/>
                  <a:gd name="T33" fmla="*/ 142 h 380"/>
                  <a:gd name="T34" fmla="*/ 410 w 431"/>
                  <a:gd name="T35" fmla="*/ 107 h 380"/>
                  <a:gd name="T36" fmla="*/ 231 w 431"/>
                  <a:gd name="T37" fmla="*/ 6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31" h="380">
                    <a:moveTo>
                      <a:pt x="231" y="6"/>
                    </a:moveTo>
                    <a:cubicBezTo>
                      <a:pt x="220" y="0"/>
                      <a:pt x="201" y="0"/>
                      <a:pt x="190" y="7"/>
                    </a:cubicBezTo>
                    <a:cubicBezTo>
                      <a:pt x="20" y="106"/>
                      <a:pt x="20" y="106"/>
                      <a:pt x="20" y="106"/>
                    </a:cubicBezTo>
                    <a:cubicBezTo>
                      <a:pt x="9" y="113"/>
                      <a:pt x="0" y="129"/>
                      <a:pt x="0" y="142"/>
                    </a:cubicBezTo>
                    <a:cubicBezTo>
                      <a:pt x="0" y="357"/>
                      <a:pt x="0" y="357"/>
                      <a:pt x="0" y="357"/>
                    </a:cubicBezTo>
                    <a:cubicBezTo>
                      <a:pt x="0" y="370"/>
                      <a:pt x="10" y="380"/>
                      <a:pt x="24" y="380"/>
                    </a:cubicBezTo>
                    <a:cubicBezTo>
                      <a:pt x="124" y="380"/>
                      <a:pt x="124" y="380"/>
                      <a:pt x="124" y="380"/>
                    </a:cubicBezTo>
                    <a:cubicBezTo>
                      <a:pt x="137" y="380"/>
                      <a:pt x="148" y="370"/>
                      <a:pt x="148" y="357"/>
                    </a:cubicBezTo>
                    <a:cubicBezTo>
                      <a:pt x="148" y="258"/>
                      <a:pt x="148" y="258"/>
                      <a:pt x="148" y="258"/>
                    </a:cubicBezTo>
                    <a:cubicBezTo>
                      <a:pt x="148" y="245"/>
                      <a:pt x="158" y="235"/>
                      <a:pt x="171" y="235"/>
                    </a:cubicBezTo>
                    <a:cubicBezTo>
                      <a:pt x="260" y="235"/>
                      <a:pt x="260" y="235"/>
                      <a:pt x="260" y="235"/>
                    </a:cubicBezTo>
                    <a:cubicBezTo>
                      <a:pt x="273" y="235"/>
                      <a:pt x="283" y="245"/>
                      <a:pt x="283" y="258"/>
                    </a:cubicBezTo>
                    <a:cubicBezTo>
                      <a:pt x="283" y="357"/>
                      <a:pt x="283" y="357"/>
                      <a:pt x="283" y="357"/>
                    </a:cubicBezTo>
                    <a:cubicBezTo>
                      <a:pt x="283" y="370"/>
                      <a:pt x="294" y="380"/>
                      <a:pt x="307" y="380"/>
                    </a:cubicBezTo>
                    <a:cubicBezTo>
                      <a:pt x="407" y="380"/>
                      <a:pt x="407" y="380"/>
                      <a:pt x="407" y="380"/>
                    </a:cubicBezTo>
                    <a:cubicBezTo>
                      <a:pt x="420" y="380"/>
                      <a:pt x="431" y="370"/>
                      <a:pt x="431" y="357"/>
                    </a:cubicBezTo>
                    <a:cubicBezTo>
                      <a:pt x="431" y="142"/>
                      <a:pt x="431" y="142"/>
                      <a:pt x="431" y="142"/>
                    </a:cubicBezTo>
                    <a:cubicBezTo>
                      <a:pt x="431" y="129"/>
                      <a:pt x="422" y="113"/>
                      <a:pt x="410" y="107"/>
                    </a:cubicBezTo>
                    <a:lnTo>
                      <a:pt x="231"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09" name="Freeform 3768"/>
              <p:cNvSpPr>
                <a:spLocks/>
              </p:cNvSpPr>
              <p:nvPr/>
            </p:nvSpPr>
            <p:spPr bwMode="auto">
              <a:xfrm>
                <a:off x="2162176" y="-104775"/>
                <a:ext cx="1655763" cy="552450"/>
              </a:xfrm>
              <a:custGeom>
                <a:avLst/>
                <a:gdLst>
                  <a:gd name="T0" fmla="*/ 516 w 521"/>
                  <a:gd name="T1" fmla="*/ 165 h 174"/>
                  <a:gd name="T2" fmla="*/ 487 w 521"/>
                  <a:gd name="T3" fmla="*/ 167 h 174"/>
                  <a:gd name="T4" fmla="*/ 276 w 521"/>
                  <a:gd name="T5" fmla="*/ 45 h 174"/>
                  <a:gd name="T6" fmla="*/ 235 w 521"/>
                  <a:gd name="T7" fmla="*/ 45 h 174"/>
                  <a:gd name="T8" fmla="*/ 34 w 521"/>
                  <a:gd name="T9" fmla="*/ 167 h 174"/>
                  <a:gd name="T10" fmla="*/ 5 w 521"/>
                  <a:gd name="T11" fmla="*/ 165 h 174"/>
                  <a:gd name="T12" fmla="*/ 16 w 521"/>
                  <a:gd name="T13" fmla="*/ 138 h 174"/>
                  <a:gd name="T14" fmla="*/ 235 w 521"/>
                  <a:gd name="T15" fmla="*/ 7 h 174"/>
                  <a:gd name="T16" fmla="*/ 276 w 521"/>
                  <a:gd name="T17" fmla="*/ 6 h 174"/>
                  <a:gd name="T18" fmla="*/ 504 w 521"/>
                  <a:gd name="T19" fmla="*/ 139 h 174"/>
                  <a:gd name="T20" fmla="*/ 516 w 521"/>
                  <a:gd name="T21" fmla="*/ 16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1" h="174">
                    <a:moveTo>
                      <a:pt x="516" y="165"/>
                    </a:moveTo>
                    <a:cubicBezTo>
                      <a:pt x="512" y="173"/>
                      <a:pt x="499" y="174"/>
                      <a:pt x="487" y="167"/>
                    </a:cubicBezTo>
                    <a:cubicBezTo>
                      <a:pt x="276" y="45"/>
                      <a:pt x="276" y="45"/>
                      <a:pt x="276" y="45"/>
                    </a:cubicBezTo>
                    <a:cubicBezTo>
                      <a:pt x="265" y="38"/>
                      <a:pt x="247" y="38"/>
                      <a:pt x="235" y="45"/>
                    </a:cubicBezTo>
                    <a:cubicBezTo>
                      <a:pt x="34" y="167"/>
                      <a:pt x="34" y="167"/>
                      <a:pt x="34" y="167"/>
                    </a:cubicBezTo>
                    <a:cubicBezTo>
                      <a:pt x="22" y="174"/>
                      <a:pt x="9" y="173"/>
                      <a:pt x="5" y="165"/>
                    </a:cubicBezTo>
                    <a:cubicBezTo>
                      <a:pt x="0" y="157"/>
                      <a:pt x="5" y="145"/>
                      <a:pt x="16" y="138"/>
                    </a:cubicBezTo>
                    <a:cubicBezTo>
                      <a:pt x="235" y="7"/>
                      <a:pt x="235" y="7"/>
                      <a:pt x="235" y="7"/>
                    </a:cubicBezTo>
                    <a:cubicBezTo>
                      <a:pt x="246" y="0"/>
                      <a:pt x="265" y="0"/>
                      <a:pt x="276" y="6"/>
                    </a:cubicBezTo>
                    <a:cubicBezTo>
                      <a:pt x="504" y="139"/>
                      <a:pt x="504" y="139"/>
                      <a:pt x="504" y="139"/>
                    </a:cubicBezTo>
                    <a:cubicBezTo>
                      <a:pt x="515" y="145"/>
                      <a:pt x="521" y="157"/>
                      <a:pt x="516" y="1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grpSp>
        <p:pic>
          <p:nvPicPr>
            <p:cNvPr id="94" name="图片 93"/>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855145" y="1977981"/>
              <a:ext cx="2203252" cy="3694980"/>
            </a:xfrm>
            <a:prstGeom prst="rect">
              <a:avLst/>
            </a:prstGeom>
          </p:spPr>
        </p:pic>
        <p:grpSp>
          <p:nvGrpSpPr>
            <p:cNvPr id="95" name="组合 6"/>
            <p:cNvGrpSpPr/>
            <p:nvPr/>
          </p:nvGrpSpPr>
          <p:grpSpPr>
            <a:xfrm>
              <a:off x="6622041" y="2088318"/>
              <a:ext cx="733558" cy="1585966"/>
              <a:chOff x="5090115" y="1577975"/>
              <a:chExt cx="911225" cy="1970088"/>
            </a:xfrm>
          </p:grpSpPr>
          <p:sp>
            <p:nvSpPr>
              <p:cNvPr id="106" name="Freeform 85"/>
              <p:cNvSpPr>
                <a:spLocks/>
              </p:cNvSpPr>
              <p:nvPr/>
            </p:nvSpPr>
            <p:spPr bwMode="auto">
              <a:xfrm>
                <a:off x="5090115" y="1577975"/>
                <a:ext cx="911225" cy="1970087"/>
              </a:xfrm>
              <a:custGeom>
                <a:avLst/>
                <a:gdLst>
                  <a:gd name="T0" fmla="*/ 223 w 414"/>
                  <a:gd name="T1" fmla="*/ 15 h 895"/>
                  <a:gd name="T2" fmla="*/ 298 w 414"/>
                  <a:gd name="T3" fmla="*/ 144 h 895"/>
                  <a:gd name="T4" fmla="*/ 330 w 414"/>
                  <a:gd name="T5" fmla="*/ 201 h 895"/>
                  <a:gd name="T6" fmla="*/ 405 w 414"/>
                  <a:gd name="T7" fmla="*/ 330 h 895"/>
                  <a:gd name="T8" fmla="*/ 389 w 414"/>
                  <a:gd name="T9" fmla="*/ 351 h 895"/>
                  <a:gd name="T10" fmla="*/ 337 w 414"/>
                  <a:gd name="T11" fmla="*/ 338 h 895"/>
                  <a:gd name="T12" fmla="*/ 337 w 414"/>
                  <a:gd name="T13" fmla="*/ 705 h 895"/>
                  <a:gd name="T14" fmla="*/ 337 w 414"/>
                  <a:gd name="T15" fmla="*/ 745 h 895"/>
                  <a:gd name="T16" fmla="*/ 337 w 414"/>
                  <a:gd name="T17" fmla="*/ 746 h 895"/>
                  <a:gd name="T18" fmla="*/ 337 w 414"/>
                  <a:gd name="T19" fmla="*/ 752 h 895"/>
                  <a:gd name="T20" fmla="*/ 269 w 414"/>
                  <a:gd name="T21" fmla="*/ 895 h 895"/>
                  <a:gd name="T22" fmla="*/ 7 w 414"/>
                  <a:gd name="T23" fmla="*/ 895 h 895"/>
                  <a:gd name="T24" fmla="*/ 76 w 414"/>
                  <a:gd name="T25" fmla="*/ 752 h 895"/>
                  <a:gd name="T26" fmla="*/ 76 w 414"/>
                  <a:gd name="T27" fmla="*/ 746 h 895"/>
                  <a:gd name="T28" fmla="*/ 76 w 414"/>
                  <a:gd name="T29" fmla="*/ 705 h 895"/>
                  <a:gd name="T30" fmla="*/ 76 w 414"/>
                  <a:gd name="T31" fmla="*/ 338 h 895"/>
                  <a:gd name="T32" fmla="*/ 24 w 414"/>
                  <a:gd name="T33" fmla="*/ 351 h 895"/>
                  <a:gd name="T34" fmla="*/ 9 w 414"/>
                  <a:gd name="T35" fmla="*/ 330 h 895"/>
                  <a:gd name="T36" fmla="*/ 83 w 414"/>
                  <a:gd name="T37" fmla="*/ 201 h 895"/>
                  <a:gd name="T38" fmla="*/ 116 w 414"/>
                  <a:gd name="T39" fmla="*/ 144 h 895"/>
                  <a:gd name="T40" fmla="*/ 190 w 414"/>
                  <a:gd name="T41" fmla="*/ 15 h 895"/>
                  <a:gd name="T42" fmla="*/ 223 w 414"/>
                  <a:gd name="T43" fmla="*/ 15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14" h="895">
                    <a:moveTo>
                      <a:pt x="223" y="15"/>
                    </a:moveTo>
                    <a:cubicBezTo>
                      <a:pt x="298" y="144"/>
                      <a:pt x="298" y="144"/>
                      <a:pt x="298" y="144"/>
                    </a:cubicBezTo>
                    <a:cubicBezTo>
                      <a:pt x="307" y="160"/>
                      <a:pt x="321" y="185"/>
                      <a:pt x="330" y="201"/>
                    </a:cubicBezTo>
                    <a:cubicBezTo>
                      <a:pt x="405" y="330"/>
                      <a:pt x="405" y="330"/>
                      <a:pt x="405" y="330"/>
                    </a:cubicBezTo>
                    <a:cubicBezTo>
                      <a:pt x="414" y="345"/>
                      <a:pt x="407" y="355"/>
                      <a:pt x="389" y="351"/>
                    </a:cubicBezTo>
                    <a:cubicBezTo>
                      <a:pt x="337" y="338"/>
                      <a:pt x="337" y="338"/>
                      <a:pt x="337" y="338"/>
                    </a:cubicBezTo>
                    <a:cubicBezTo>
                      <a:pt x="337" y="705"/>
                      <a:pt x="337" y="705"/>
                      <a:pt x="337" y="705"/>
                    </a:cubicBezTo>
                    <a:cubicBezTo>
                      <a:pt x="337" y="745"/>
                      <a:pt x="337" y="745"/>
                      <a:pt x="337" y="745"/>
                    </a:cubicBezTo>
                    <a:cubicBezTo>
                      <a:pt x="337" y="746"/>
                      <a:pt x="337" y="746"/>
                      <a:pt x="337" y="746"/>
                    </a:cubicBezTo>
                    <a:cubicBezTo>
                      <a:pt x="337" y="752"/>
                      <a:pt x="337" y="752"/>
                      <a:pt x="337" y="752"/>
                    </a:cubicBezTo>
                    <a:cubicBezTo>
                      <a:pt x="337" y="819"/>
                      <a:pt x="335" y="895"/>
                      <a:pt x="269" y="895"/>
                    </a:cubicBezTo>
                    <a:cubicBezTo>
                      <a:pt x="7" y="895"/>
                      <a:pt x="7" y="895"/>
                      <a:pt x="7" y="895"/>
                    </a:cubicBezTo>
                    <a:cubicBezTo>
                      <a:pt x="73" y="895"/>
                      <a:pt x="76" y="819"/>
                      <a:pt x="76" y="752"/>
                    </a:cubicBezTo>
                    <a:cubicBezTo>
                      <a:pt x="76" y="746"/>
                      <a:pt x="76" y="746"/>
                      <a:pt x="76" y="746"/>
                    </a:cubicBezTo>
                    <a:cubicBezTo>
                      <a:pt x="76" y="705"/>
                      <a:pt x="76" y="705"/>
                      <a:pt x="76" y="705"/>
                    </a:cubicBezTo>
                    <a:cubicBezTo>
                      <a:pt x="76" y="338"/>
                      <a:pt x="76" y="338"/>
                      <a:pt x="76" y="338"/>
                    </a:cubicBezTo>
                    <a:cubicBezTo>
                      <a:pt x="24" y="351"/>
                      <a:pt x="24" y="351"/>
                      <a:pt x="24" y="351"/>
                    </a:cubicBezTo>
                    <a:cubicBezTo>
                      <a:pt x="7" y="355"/>
                      <a:pt x="0" y="345"/>
                      <a:pt x="9" y="330"/>
                    </a:cubicBezTo>
                    <a:cubicBezTo>
                      <a:pt x="83" y="201"/>
                      <a:pt x="83" y="201"/>
                      <a:pt x="83" y="201"/>
                    </a:cubicBezTo>
                    <a:cubicBezTo>
                      <a:pt x="92" y="185"/>
                      <a:pt x="107" y="160"/>
                      <a:pt x="116" y="144"/>
                    </a:cubicBezTo>
                    <a:cubicBezTo>
                      <a:pt x="190" y="15"/>
                      <a:pt x="190" y="15"/>
                      <a:pt x="190" y="15"/>
                    </a:cubicBezTo>
                    <a:cubicBezTo>
                      <a:pt x="199" y="0"/>
                      <a:pt x="214" y="0"/>
                      <a:pt x="223" y="15"/>
                    </a:cubicBezTo>
                    <a:close/>
                  </a:path>
                </a:pathLst>
              </a:custGeom>
              <a:solidFill>
                <a:srgbClr val="FFFFFF"/>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07" name="Freeform 87"/>
              <p:cNvSpPr>
                <a:spLocks/>
              </p:cNvSpPr>
              <p:nvPr/>
            </p:nvSpPr>
            <p:spPr bwMode="auto">
              <a:xfrm>
                <a:off x="5182190" y="1655763"/>
                <a:ext cx="727075" cy="1892300"/>
              </a:xfrm>
              <a:custGeom>
                <a:avLst/>
                <a:gdLst>
                  <a:gd name="T0" fmla="*/ 58 w 330"/>
                  <a:gd name="T1" fmla="*/ 273 h 860"/>
                  <a:gd name="T2" fmla="*/ 58 w 330"/>
                  <a:gd name="T3" fmla="*/ 717 h 860"/>
                  <a:gd name="T4" fmla="*/ 47 w 330"/>
                  <a:gd name="T5" fmla="*/ 821 h 860"/>
                  <a:gd name="T6" fmla="*/ 5 w 330"/>
                  <a:gd name="T7" fmla="*/ 860 h 860"/>
                  <a:gd name="T8" fmla="*/ 210 w 330"/>
                  <a:gd name="T9" fmla="*/ 860 h 860"/>
                  <a:gd name="T10" fmla="*/ 263 w 330"/>
                  <a:gd name="T11" fmla="*/ 806 h 860"/>
                  <a:gd name="T12" fmla="*/ 271 w 330"/>
                  <a:gd name="T13" fmla="*/ 717 h 860"/>
                  <a:gd name="T14" fmla="*/ 271 w 330"/>
                  <a:gd name="T15" fmla="*/ 273 h 860"/>
                  <a:gd name="T16" fmla="*/ 330 w 330"/>
                  <a:gd name="T17" fmla="*/ 287 h 860"/>
                  <a:gd name="T18" fmla="*/ 165 w 330"/>
                  <a:gd name="T19" fmla="*/ 0 h 860"/>
                  <a:gd name="T20" fmla="*/ 0 w 330"/>
                  <a:gd name="T21" fmla="*/ 287 h 860"/>
                  <a:gd name="T22" fmla="*/ 58 w 330"/>
                  <a:gd name="T23" fmla="*/ 273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0" h="860">
                    <a:moveTo>
                      <a:pt x="58" y="273"/>
                    </a:moveTo>
                    <a:cubicBezTo>
                      <a:pt x="58" y="717"/>
                      <a:pt x="58" y="717"/>
                      <a:pt x="58" y="717"/>
                    </a:cubicBezTo>
                    <a:cubicBezTo>
                      <a:pt x="58" y="753"/>
                      <a:pt x="58" y="794"/>
                      <a:pt x="47" y="821"/>
                    </a:cubicBezTo>
                    <a:cubicBezTo>
                      <a:pt x="37" y="848"/>
                      <a:pt x="20" y="857"/>
                      <a:pt x="5" y="860"/>
                    </a:cubicBezTo>
                    <a:cubicBezTo>
                      <a:pt x="210" y="860"/>
                      <a:pt x="210" y="860"/>
                      <a:pt x="210" y="860"/>
                    </a:cubicBezTo>
                    <a:cubicBezTo>
                      <a:pt x="226" y="860"/>
                      <a:pt x="254" y="845"/>
                      <a:pt x="263" y="806"/>
                    </a:cubicBezTo>
                    <a:cubicBezTo>
                      <a:pt x="269" y="782"/>
                      <a:pt x="271" y="749"/>
                      <a:pt x="271" y="717"/>
                    </a:cubicBezTo>
                    <a:cubicBezTo>
                      <a:pt x="271" y="273"/>
                      <a:pt x="271" y="273"/>
                      <a:pt x="271" y="273"/>
                    </a:cubicBezTo>
                    <a:cubicBezTo>
                      <a:pt x="330" y="287"/>
                      <a:pt x="330" y="287"/>
                      <a:pt x="330" y="287"/>
                    </a:cubicBezTo>
                    <a:cubicBezTo>
                      <a:pt x="165" y="0"/>
                      <a:pt x="165" y="0"/>
                      <a:pt x="165" y="0"/>
                    </a:cubicBezTo>
                    <a:cubicBezTo>
                      <a:pt x="0" y="287"/>
                      <a:pt x="0" y="287"/>
                      <a:pt x="0" y="287"/>
                    </a:cubicBezTo>
                    <a:lnTo>
                      <a:pt x="58" y="273"/>
                    </a:lnTo>
                    <a:close/>
                  </a:path>
                </a:pathLst>
              </a:custGeom>
              <a:solidFill>
                <a:srgbClr val="FF8900"/>
              </a:solidFill>
              <a:ln w="3810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sp>
          <p:nvSpPr>
            <p:cNvPr id="96" name="任意多边形 39"/>
            <p:cNvSpPr/>
            <p:nvPr/>
          </p:nvSpPr>
          <p:spPr>
            <a:xfrm>
              <a:off x="6102119" y="3687371"/>
              <a:ext cx="431268" cy="344902"/>
            </a:xfrm>
            <a:custGeom>
              <a:avLst/>
              <a:gdLst>
                <a:gd name="connsiteX0" fmla="*/ 327077 w 535721"/>
                <a:gd name="connsiteY0" fmla="*/ 0 h 428438"/>
                <a:gd name="connsiteX1" fmla="*/ 339445 w 535721"/>
                <a:gd name="connsiteY1" fmla="*/ 10396 h 428438"/>
                <a:gd name="connsiteX2" fmla="*/ 535721 w 535721"/>
                <a:gd name="connsiteY2" fmla="*/ 21235 h 428438"/>
                <a:gd name="connsiteX3" fmla="*/ 163671 w 535721"/>
                <a:gd name="connsiteY3" fmla="*/ 391210 h 428438"/>
                <a:gd name="connsiteX4" fmla="*/ 2924 w 535721"/>
                <a:gd name="connsiteY4" fmla="*/ 403340 h 428438"/>
                <a:gd name="connsiteX5" fmla="*/ 0 w 535721"/>
                <a:gd name="connsiteY5" fmla="*/ 401408 h 428438"/>
                <a:gd name="connsiteX6" fmla="*/ 36136 w 535721"/>
                <a:gd name="connsiteY6" fmla="*/ 326394 h 428438"/>
                <a:gd name="connsiteX7" fmla="*/ 204388 w 535721"/>
                <a:gd name="connsiteY7" fmla="*/ 101228 h 428438"/>
                <a:gd name="connsiteX8" fmla="*/ 327077 w 535721"/>
                <a:gd name="connsiteY8" fmla="*/ 0 h 428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5721" h="428438">
                  <a:moveTo>
                    <a:pt x="327077" y="0"/>
                  </a:moveTo>
                  <a:lnTo>
                    <a:pt x="339445" y="10396"/>
                  </a:lnTo>
                  <a:cubicBezTo>
                    <a:pt x="406109" y="59224"/>
                    <a:pt x="474630" y="82347"/>
                    <a:pt x="535721" y="21235"/>
                  </a:cubicBezTo>
                  <a:cubicBezTo>
                    <a:pt x="163671" y="391210"/>
                    <a:pt x="163671" y="391210"/>
                    <a:pt x="163671" y="391210"/>
                  </a:cubicBezTo>
                  <a:cubicBezTo>
                    <a:pt x="114138" y="442137"/>
                    <a:pt x="58585" y="435427"/>
                    <a:pt x="2924" y="403340"/>
                  </a:cubicBezTo>
                  <a:lnTo>
                    <a:pt x="0" y="401408"/>
                  </a:lnTo>
                  <a:lnTo>
                    <a:pt x="36136" y="326394"/>
                  </a:lnTo>
                  <a:cubicBezTo>
                    <a:pt x="81261" y="243326"/>
                    <a:pt x="138082" y="167534"/>
                    <a:pt x="204388" y="101228"/>
                  </a:cubicBezTo>
                  <a:lnTo>
                    <a:pt x="327077" y="0"/>
                  </a:lnTo>
                  <a:close/>
                </a:path>
              </a:pathLst>
            </a:custGeom>
            <a:solidFill>
              <a:srgbClr val="9FC628"/>
            </a:solidFill>
            <a:ln w="38100" cap="flat">
              <a:noFill/>
              <a:prstDash val="solid"/>
              <a:miter lim="800000"/>
              <a:headEnd/>
              <a:tailEnd/>
            </a:ln>
            <a:effectLst>
              <a:innerShdw blurRad="63500" dist="25400" dir="10800000">
                <a:prstClr val="black">
                  <a:alpha val="31000"/>
                </a:prstClr>
              </a:innerShdw>
            </a:effectLst>
          </p:spPr>
          <p:txBody>
            <a:bodyPr vert="horz" wrap="square" lIns="91440" tIns="45720" rIns="91440" bIns="45720" numCol="1" anchor="t" anchorCtr="0" compatLnSpc="1">
              <a:prstTxWarp prst="textNoShape">
                <a:avLst/>
              </a:prstTxWarp>
              <a:noAutofit/>
            </a:bodyPr>
            <a:lstStyle/>
            <a:p>
              <a:endParaRPr lang="zh-CN" altLang="en-US" dirty="0"/>
            </a:p>
          </p:txBody>
        </p:sp>
        <p:grpSp>
          <p:nvGrpSpPr>
            <p:cNvPr id="97" name="组合 35"/>
            <p:cNvGrpSpPr/>
            <p:nvPr/>
          </p:nvGrpSpPr>
          <p:grpSpPr>
            <a:xfrm>
              <a:off x="5422826" y="2751587"/>
              <a:ext cx="1177015" cy="1257526"/>
              <a:chOff x="3600450" y="2401888"/>
              <a:chExt cx="1462087" cy="1562100"/>
            </a:xfrm>
          </p:grpSpPr>
          <p:sp>
            <p:nvSpPr>
              <p:cNvPr id="104" name="Freeform 94"/>
              <p:cNvSpPr>
                <a:spLocks/>
              </p:cNvSpPr>
              <p:nvPr/>
            </p:nvSpPr>
            <p:spPr bwMode="auto">
              <a:xfrm>
                <a:off x="3600450" y="2401888"/>
                <a:ext cx="1462087" cy="1562100"/>
              </a:xfrm>
              <a:custGeom>
                <a:avLst/>
                <a:gdLst>
                  <a:gd name="T0" fmla="*/ 25 w 664"/>
                  <a:gd name="T1" fmla="*/ 4 h 710"/>
                  <a:gd name="T2" fmla="*/ 156 w 664"/>
                  <a:gd name="T3" fmla="*/ 40 h 710"/>
                  <a:gd name="T4" fmla="*/ 214 w 664"/>
                  <a:gd name="T5" fmla="*/ 55 h 710"/>
                  <a:gd name="T6" fmla="*/ 345 w 664"/>
                  <a:gd name="T7" fmla="*/ 90 h 710"/>
                  <a:gd name="T8" fmla="*/ 348 w 664"/>
                  <a:gd name="T9" fmla="*/ 113 h 710"/>
                  <a:gd name="T10" fmla="*/ 307 w 664"/>
                  <a:gd name="T11" fmla="*/ 139 h 710"/>
                  <a:gd name="T12" fmla="*/ 543 w 664"/>
                  <a:gd name="T13" fmla="*/ 375 h 710"/>
                  <a:gd name="T14" fmla="*/ 569 w 664"/>
                  <a:gd name="T15" fmla="*/ 401 h 710"/>
                  <a:gd name="T16" fmla="*/ 569 w 664"/>
                  <a:gd name="T17" fmla="*/ 401 h 710"/>
                  <a:gd name="T18" fmla="*/ 573 w 664"/>
                  <a:gd name="T19" fmla="*/ 405 h 710"/>
                  <a:gd name="T20" fmla="*/ 621 w 664"/>
                  <a:gd name="T21" fmla="*/ 542 h 710"/>
                  <a:gd name="T22" fmla="*/ 453 w 664"/>
                  <a:gd name="T23" fmla="*/ 710 h 710"/>
                  <a:gd name="T24" fmla="*/ 405 w 664"/>
                  <a:gd name="T25" fmla="*/ 574 h 710"/>
                  <a:gd name="T26" fmla="*/ 401 w 664"/>
                  <a:gd name="T27" fmla="*/ 570 h 710"/>
                  <a:gd name="T28" fmla="*/ 375 w 664"/>
                  <a:gd name="T29" fmla="*/ 543 h 710"/>
                  <a:gd name="T30" fmla="*/ 139 w 664"/>
                  <a:gd name="T31" fmla="*/ 307 h 710"/>
                  <a:gd name="T32" fmla="*/ 113 w 664"/>
                  <a:gd name="T33" fmla="*/ 349 h 710"/>
                  <a:gd name="T34" fmla="*/ 90 w 664"/>
                  <a:gd name="T35" fmla="*/ 345 h 710"/>
                  <a:gd name="T36" fmla="*/ 55 w 664"/>
                  <a:gd name="T37" fmla="*/ 214 h 710"/>
                  <a:gd name="T38" fmla="*/ 39 w 664"/>
                  <a:gd name="T39" fmla="*/ 157 h 710"/>
                  <a:gd name="T40" fmla="*/ 4 w 664"/>
                  <a:gd name="T41" fmla="*/ 25 h 710"/>
                  <a:gd name="T42" fmla="*/ 25 w 664"/>
                  <a:gd name="T43" fmla="*/ 4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64" h="710">
                    <a:moveTo>
                      <a:pt x="25" y="4"/>
                    </a:moveTo>
                    <a:cubicBezTo>
                      <a:pt x="156" y="40"/>
                      <a:pt x="156" y="40"/>
                      <a:pt x="156" y="40"/>
                    </a:cubicBezTo>
                    <a:cubicBezTo>
                      <a:pt x="172" y="44"/>
                      <a:pt x="198" y="51"/>
                      <a:pt x="214" y="55"/>
                    </a:cubicBezTo>
                    <a:cubicBezTo>
                      <a:pt x="345" y="90"/>
                      <a:pt x="345" y="90"/>
                      <a:pt x="345" y="90"/>
                    </a:cubicBezTo>
                    <a:cubicBezTo>
                      <a:pt x="361" y="94"/>
                      <a:pt x="362" y="105"/>
                      <a:pt x="348" y="113"/>
                    </a:cubicBezTo>
                    <a:cubicBezTo>
                      <a:pt x="307" y="139"/>
                      <a:pt x="307" y="139"/>
                      <a:pt x="307" y="139"/>
                    </a:cubicBezTo>
                    <a:cubicBezTo>
                      <a:pt x="543" y="375"/>
                      <a:pt x="543" y="375"/>
                      <a:pt x="543" y="375"/>
                    </a:cubicBezTo>
                    <a:cubicBezTo>
                      <a:pt x="569" y="401"/>
                      <a:pt x="569" y="401"/>
                      <a:pt x="569" y="401"/>
                    </a:cubicBezTo>
                    <a:cubicBezTo>
                      <a:pt x="569" y="401"/>
                      <a:pt x="569" y="401"/>
                      <a:pt x="569" y="401"/>
                    </a:cubicBezTo>
                    <a:cubicBezTo>
                      <a:pt x="573" y="405"/>
                      <a:pt x="573" y="405"/>
                      <a:pt x="573" y="405"/>
                    </a:cubicBezTo>
                    <a:cubicBezTo>
                      <a:pt x="617" y="449"/>
                      <a:pt x="664" y="499"/>
                      <a:pt x="621" y="542"/>
                    </a:cubicBezTo>
                    <a:cubicBezTo>
                      <a:pt x="453" y="710"/>
                      <a:pt x="453" y="710"/>
                      <a:pt x="453" y="710"/>
                    </a:cubicBezTo>
                    <a:cubicBezTo>
                      <a:pt x="496" y="668"/>
                      <a:pt x="448" y="617"/>
                      <a:pt x="405" y="574"/>
                    </a:cubicBezTo>
                    <a:cubicBezTo>
                      <a:pt x="401" y="570"/>
                      <a:pt x="401" y="570"/>
                      <a:pt x="401" y="570"/>
                    </a:cubicBezTo>
                    <a:cubicBezTo>
                      <a:pt x="375" y="543"/>
                      <a:pt x="375" y="543"/>
                      <a:pt x="375" y="543"/>
                    </a:cubicBezTo>
                    <a:cubicBezTo>
                      <a:pt x="139" y="307"/>
                      <a:pt x="139" y="307"/>
                      <a:pt x="139" y="307"/>
                    </a:cubicBezTo>
                    <a:cubicBezTo>
                      <a:pt x="113" y="349"/>
                      <a:pt x="113" y="349"/>
                      <a:pt x="113" y="349"/>
                    </a:cubicBezTo>
                    <a:cubicBezTo>
                      <a:pt x="104" y="362"/>
                      <a:pt x="94" y="361"/>
                      <a:pt x="90" y="345"/>
                    </a:cubicBezTo>
                    <a:cubicBezTo>
                      <a:pt x="55" y="214"/>
                      <a:pt x="55" y="214"/>
                      <a:pt x="55" y="214"/>
                    </a:cubicBezTo>
                    <a:cubicBezTo>
                      <a:pt x="50" y="198"/>
                      <a:pt x="44" y="172"/>
                      <a:pt x="39" y="157"/>
                    </a:cubicBezTo>
                    <a:cubicBezTo>
                      <a:pt x="4" y="25"/>
                      <a:pt x="4" y="25"/>
                      <a:pt x="4" y="25"/>
                    </a:cubicBezTo>
                    <a:cubicBezTo>
                      <a:pt x="0" y="10"/>
                      <a:pt x="9" y="0"/>
                      <a:pt x="25" y="4"/>
                    </a:cubicBezTo>
                    <a:close/>
                  </a:path>
                </a:pathLst>
              </a:custGeom>
              <a:solidFill>
                <a:srgbClr val="FFFFFF"/>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05" name="Freeform 96"/>
              <p:cNvSpPr>
                <a:spLocks/>
              </p:cNvSpPr>
              <p:nvPr/>
            </p:nvSpPr>
            <p:spPr bwMode="auto">
              <a:xfrm>
                <a:off x="3662363" y="2462213"/>
                <a:ext cx="1323975" cy="1446212"/>
              </a:xfrm>
              <a:custGeom>
                <a:avLst/>
                <a:gdLst>
                  <a:gd name="T0" fmla="*/ 106 w 601"/>
                  <a:gd name="T1" fmla="*/ 244 h 657"/>
                  <a:gd name="T2" fmla="*/ 393 w 601"/>
                  <a:gd name="T3" fmla="*/ 530 h 657"/>
                  <a:gd name="T4" fmla="*/ 453 w 601"/>
                  <a:gd name="T5" fmla="*/ 604 h 657"/>
                  <a:gd name="T6" fmla="*/ 451 w 601"/>
                  <a:gd name="T7" fmla="*/ 657 h 657"/>
                  <a:gd name="T8" fmla="*/ 583 w 601"/>
                  <a:gd name="T9" fmla="*/ 525 h 657"/>
                  <a:gd name="T10" fmla="*/ 582 w 601"/>
                  <a:gd name="T11" fmla="*/ 456 h 657"/>
                  <a:gd name="T12" fmla="*/ 530 w 601"/>
                  <a:gd name="T13" fmla="*/ 393 h 657"/>
                  <a:gd name="T14" fmla="*/ 244 w 601"/>
                  <a:gd name="T15" fmla="*/ 107 h 657"/>
                  <a:gd name="T16" fmla="*/ 290 w 601"/>
                  <a:gd name="T17" fmla="*/ 78 h 657"/>
                  <a:gd name="T18" fmla="*/ 0 w 601"/>
                  <a:gd name="T19" fmla="*/ 0 h 657"/>
                  <a:gd name="T20" fmla="*/ 78 w 601"/>
                  <a:gd name="T21" fmla="*/ 291 h 657"/>
                  <a:gd name="T22" fmla="*/ 106 w 601"/>
                  <a:gd name="T23" fmla="*/ 244 h 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01" h="657">
                    <a:moveTo>
                      <a:pt x="106" y="244"/>
                    </a:moveTo>
                    <a:cubicBezTo>
                      <a:pt x="393" y="530"/>
                      <a:pt x="393" y="530"/>
                      <a:pt x="393" y="530"/>
                    </a:cubicBezTo>
                    <a:cubicBezTo>
                      <a:pt x="416" y="553"/>
                      <a:pt x="442" y="580"/>
                      <a:pt x="453" y="604"/>
                    </a:cubicBezTo>
                    <a:cubicBezTo>
                      <a:pt x="464" y="628"/>
                      <a:pt x="458" y="645"/>
                      <a:pt x="451" y="657"/>
                    </a:cubicBezTo>
                    <a:cubicBezTo>
                      <a:pt x="583" y="525"/>
                      <a:pt x="583" y="525"/>
                      <a:pt x="583" y="525"/>
                    </a:cubicBezTo>
                    <a:cubicBezTo>
                      <a:pt x="593" y="515"/>
                      <a:pt x="601" y="487"/>
                      <a:pt x="582" y="456"/>
                    </a:cubicBezTo>
                    <a:cubicBezTo>
                      <a:pt x="570" y="436"/>
                      <a:pt x="551" y="414"/>
                      <a:pt x="530" y="393"/>
                    </a:cubicBezTo>
                    <a:cubicBezTo>
                      <a:pt x="244" y="107"/>
                      <a:pt x="244" y="107"/>
                      <a:pt x="244" y="107"/>
                    </a:cubicBezTo>
                    <a:cubicBezTo>
                      <a:pt x="290" y="78"/>
                      <a:pt x="290" y="78"/>
                      <a:pt x="290" y="78"/>
                    </a:cubicBezTo>
                    <a:cubicBezTo>
                      <a:pt x="0" y="0"/>
                      <a:pt x="0" y="0"/>
                      <a:pt x="0" y="0"/>
                    </a:cubicBezTo>
                    <a:cubicBezTo>
                      <a:pt x="78" y="291"/>
                      <a:pt x="78" y="291"/>
                      <a:pt x="78" y="291"/>
                    </a:cubicBezTo>
                    <a:lnTo>
                      <a:pt x="106" y="244"/>
                    </a:lnTo>
                    <a:close/>
                  </a:path>
                </a:pathLst>
              </a:custGeom>
              <a:solidFill>
                <a:srgbClr val="9FC6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8" name="组合 32"/>
            <p:cNvGrpSpPr/>
            <p:nvPr/>
          </p:nvGrpSpPr>
          <p:grpSpPr>
            <a:xfrm>
              <a:off x="4932083" y="3996333"/>
              <a:ext cx="1235802" cy="571254"/>
              <a:chOff x="2990850" y="3948113"/>
              <a:chExt cx="1535112" cy="709612"/>
            </a:xfrm>
          </p:grpSpPr>
          <p:sp>
            <p:nvSpPr>
              <p:cNvPr id="102" name="Freeform 91"/>
              <p:cNvSpPr>
                <a:spLocks/>
              </p:cNvSpPr>
              <p:nvPr/>
            </p:nvSpPr>
            <p:spPr bwMode="auto">
              <a:xfrm>
                <a:off x="2990850" y="3948113"/>
                <a:ext cx="1535112" cy="709612"/>
              </a:xfrm>
              <a:custGeom>
                <a:avLst/>
                <a:gdLst>
                  <a:gd name="T0" fmla="*/ 12 w 697"/>
                  <a:gd name="T1" fmla="*/ 148 h 322"/>
                  <a:gd name="T2" fmla="*/ 112 w 697"/>
                  <a:gd name="T3" fmla="*/ 90 h 322"/>
                  <a:gd name="T4" fmla="*/ 156 w 697"/>
                  <a:gd name="T5" fmla="*/ 65 h 322"/>
                  <a:gd name="T6" fmla="*/ 257 w 697"/>
                  <a:gd name="T7" fmla="*/ 7 h 322"/>
                  <a:gd name="T8" fmla="*/ 273 w 697"/>
                  <a:gd name="T9" fmla="*/ 19 h 322"/>
                  <a:gd name="T10" fmla="*/ 263 w 697"/>
                  <a:gd name="T11" fmla="*/ 59 h 322"/>
                  <a:gd name="T12" fmla="*/ 549 w 697"/>
                  <a:gd name="T13" fmla="*/ 59 h 322"/>
                  <a:gd name="T14" fmla="*/ 580 w 697"/>
                  <a:gd name="T15" fmla="*/ 59 h 322"/>
                  <a:gd name="T16" fmla="*/ 581 w 697"/>
                  <a:gd name="T17" fmla="*/ 59 h 322"/>
                  <a:gd name="T18" fmla="*/ 586 w 697"/>
                  <a:gd name="T19" fmla="*/ 59 h 322"/>
                  <a:gd name="T20" fmla="*/ 697 w 697"/>
                  <a:gd name="T21" fmla="*/ 113 h 322"/>
                  <a:gd name="T22" fmla="*/ 697 w 697"/>
                  <a:gd name="T23" fmla="*/ 316 h 322"/>
                  <a:gd name="T24" fmla="*/ 586 w 697"/>
                  <a:gd name="T25" fmla="*/ 262 h 322"/>
                  <a:gd name="T26" fmla="*/ 581 w 697"/>
                  <a:gd name="T27" fmla="*/ 262 h 322"/>
                  <a:gd name="T28" fmla="*/ 549 w 697"/>
                  <a:gd name="T29" fmla="*/ 262 h 322"/>
                  <a:gd name="T30" fmla="*/ 263 w 697"/>
                  <a:gd name="T31" fmla="*/ 262 h 322"/>
                  <a:gd name="T32" fmla="*/ 273 w 697"/>
                  <a:gd name="T33" fmla="*/ 303 h 322"/>
                  <a:gd name="T34" fmla="*/ 257 w 697"/>
                  <a:gd name="T35" fmla="*/ 315 h 322"/>
                  <a:gd name="T36" fmla="*/ 156 w 697"/>
                  <a:gd name="T37" fmla="*/ 257 h 322"/>
                  <a:gd name="T38" fmla="*/ 112 w 697"/>
                  <a:gd name="T39" fmla="*/ 231 h 322"/>
                  <a:gd name="T40" fmla="*/ 12 w 697"/>
                  <a:gd name="T41" fmla="*/ 173 h 322"/>
                  <a:gd name="T42" fmla="*/ 12 w 697"/>
                  <a:gd name="T43" fmla="*/ 148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97" h="322">
                    <a:moveTo>
                      <a:pt x="12" y="148"/>
                    </a:moveTo>
                    <a:cubicBezTo>
                      <a:pt x="112" y="90"/>
                      <a:pt x="112" y="90"/>
                      <a:pt x="112" y="90"/>
                    </a:cubicBezTo>
                    <a:cubicBezTo>
                      <a:pt x="124" y="83"/>
                      <a:pt x="144" y="72"/>
                      <a:pt x="156" y="65"/>
                    </a:cubicBezTo>
                    <a:cubicBezTo>
                      <a:pt x="257" y="7"/>
                      <a:pt x="257" y="7"/>
                      <a:pt x="257" y="7"/>
                    </a:cubicBezTo>
                    <a:cubicBezTo>
                      <a:pt x="269" y="0"/>
                      <a:pt x="276" y="5"/>
                      <a:pt x="273" y="19"/>
                    </a:cubicBezTo>
                    <a:cubicBezTo>
                      <a:pt x="263" y="59"/>
                      <a:pt x="263" y="59"/>
                      <a:pt x="263" y="59"/>
                    </a:cubicBezTo>
                    <a:cubicBezTo>
                      <a:pt x="549" y="59"/>
                      <a:pt x="549" y="59"/>
                      <a:pt x="549" y="59"/>
                    </a:cubicBezTo>
                    <a:cubicBezTo>
                      <a:pt x="580" y="59"/>
                      <a:pt x="580" y="59"/>
                      <a:pt x="580" y="59"/>
                    </a:cubicBezTo>
                    <a:cubicBezTo>
                      <a:pt x="581" y="59"/>
                      <a:pt x="581" y="59"/>
                      <a:pt x="581" y="59"/>
                    </a:cubicBezTo>
                    <a:cubicBezTo>
                      <a:pt x="586" y="59"/>
                      <a:pt x="586" y="59"/>
                      <a:pt x="586" y="59"/>
                    </a:cubicBezTo>
                    <a:cubicBezTo>
                      <a:pt x="638" y="59"/>
                      <a:pt x="697" y="61"/>
                      <a:pt x="697" y="113"/>
                    </a:cubicBezTo>
                    <a:cubicBezTo>
                      <a:pt x="697" y="316"/>
                      <a:pt x="697" y="316"/>
                      <a:pt x="697" y="316"/>
                    </a:cubicBezTo>
                    <a:cubicBezTo>
                      <a:pt x="697" y="265"/>
                      <a:pt x="638" y="262"/>
                      <a:pt x="586" y="262"/>
                    </a:cubicBezTo>
                    <a:cubicBezTo>
                      <a:pt x="581" y="262"/>
                      <a:pt x="581" y="262"/>
                      <a:pt x="581" y="262"/>
                    </a:cubicBezTo>
                    <a:cubicBezTo>
                      <a:pt x="549" y="262"/>
                      <a:pt x="549" y="262"/>
                      <a:pt x="549" y="262"/>
                    </a:cubicBezTo>
                    <a:cubicBezTo>
                      <a:pt x="263" y="262"/>
                      <a:pt x="263" y="262"/>
                      <a:pt x="263" y="262"/>
                    </a:cubicBezTo>
                    <a:cubicBezTo>
                      <a:pt x="273" y="303"/>
                      <a:pt x="273" y="303"/>
                      <a:pt x="273" y="303"/>
                    </a:cubicBezTo>
                    <a:cubicBezTo>
                      <a:pt x="276" y="316"/>
                      <a:pt x="269" y="322"/>
                      <a:pt x="257" y="315"/>
                    </a:cubicBezTo>
                    <a:cubicBezTo>
                      <a:pt x="156" y="257"/>
                      <a:pt x="156" y="257"/>
                      <a:pt x="156" y="257"/>
                    </a:cubicBezTo>
                    <a:cubicBezTo>
                      <a:pt x="144" y="250"/>
                      <a:pt x="124" y="238"/>
                      <a:pt x="112" y="231"/>
                    </a:cubicBezTo>
                    <a:cubicBezTo>
                      <a:pt x="12" y="173"/>
                      <a:pt x="12" y="173"/>
                      <a:pt x="12" y="173"/>
                    </a:cubicBezTo>
                    <a:cubicBezTo>
                      <a:pt x="0" y="166"/>
                      <a:pt x="0" y="155"/>
                      <a:pt x="12" y="148"/>
                    </a:cubicBezTo>
                    <a:close/>
                  </a:path>
                </a:pathLst>
              </a:custGeom>
              <a:solidFill>
                <a:srgbClr val="FFFFFF"/>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03" name="Freeform 93"/>
              <p:cNvSpPr>
                <a:spLocks/>
              </p:cNvSpPr>
              <p:nvPr/>
            </p:nvSpPr>
            <p:spPr bwMode="auto">
              <a:xfrm>
                <a:off x="3051175" y="4019550"/>
                <a:ext cx="1474787" cy="565150"/>
              </a:xfrm>
              <a:custGeom>
                <a:avLst/>
                <a:gdLst>
                  <a:gd name="T0" fmla="*/ 212 w 670"/>
                  <a:gd name="T1" fmla="*/ 212 h 257"/>
                  <a:gd name="T2" fmla="*/ 559 w 670"/>
                  <a:gd name="T3" fmla="*/ 212 h 257"/>
                  <a:gd name="T4" fmla="*/ 640 w 670"/>
                  <a:gd name="T5" fmla="*/ 220 h 257"/>
                  <a:gd name="T6" fmla="*/ 670 w 670"/>
                  <a:gd name="T7" fmla="*/ 253 h 257"/>
                  <a:gd name="T8" fmla="*/ 670 w 670"/>
                  <a:gd name="T9" fmla="*/ 94 h 257"/>
                  <a:gd name="T10" fmla="*/ 628 w 670"/>
                  <a:gd name="T11" fmla="*/ 52 h 257"/>
                  <a:gd name="T12" fmla="*/ 559 w 670"/>
                  <a:gd name="T13" fmla="*/ 46 h 257"/>
                  <a:gd name="T14" fmla="*/ 212 w 670"/>
                  <a:gd name="T15" fmla="*/ 46 h 257"/>
                  <a:gd name="T16" fmla="*/ 223 w 670"/>
                  <a:gd name="T17" fmla="*/ 0 h 257"/>
                  <a:gd name="T18" fmla="*/ 0 w 670"/>
                  <a:gd name="T19" fmla="*/ 129 h 257"/>
                  <a:gd name="T20" fmla="*/ 223 w 670"/>
                  <a:gd name="T21" fmla="*/ 257 h 257"/>
                  <a:gd name="T22" fmla="*/ 212 w 670"/>
                  <a:gd name="T23" fmla="*/ 212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70" h="257">
                    <a:moveTo>
                      <a:pt x="212" y="212"/>
                    </a:moveTo>
                    <a:cubicBezTo>
                      <a:pt x="559" y="212"/>
                      <a:pt x="559" y="212"/>
                      <a:pt x="559" y="212"/>
                    </a:cubicBezTo>
                    <a:cubicBezTo>
                      <a:pt x="587" y="212"/>
                      <a:pt x="619" y="212"/>
                      <a:pt x="640" y="220"/>
                    </a:cubicBezTo>
                    <a:cubicBezTo>
                      <a:pt x="661" y="228"/>
                      <a:pt x="667" y="241"/>
                      <a:pt x="670" y="253"/>
                    </a:cubicBezTo>
                    <a:cubicBezTo>
                      <a:pt x="670" y="94"/>
                      <a:pt x="670" y="94"/>
                      <a:pt x="670" y="94"/>
                    </a:cubicBezTo>
                    <a:cubicBezTo>
                      <a:pt x="670" y="81"/>
                      <a:pt x="658" y="60"/>
                      <a:pt x="628" y="52"/>
                    </a:cubicBezTo>
                    <a:cubicBezTo>
                      <a:pt x="609" y="48"/>
                      <a:pt x="584" y="46"/>
                      <a:pt x="559" y="46"/>
                    </a:cubicBezTo>
                    <a:cubicBezTo>
                      <a:pt x="212" y="46"/>
                      <a:pt x="212" y="46"/>
                      <a:pt x="212" y="46"/>
                    </a:cubicBezTo>
                    <a:cubicBezTo>
                      <a:pt x="223" y="0"/>
                      <a:pt x="223" y="0"/>
                      <a:pt x="223" y="0"/>
                    </a:cubicBezTo>
                    <a:cubicBezTo>
                      <a:pt x="0" y="129"/>
                      <a:pt x="0" y="129"/>
                      <a:pt x="0" y="129"/>
                    </a:cubicBezTo>
                    <a:cubicBezTo>
                      <a:pt x="223" y="257"/>
                      <a:pt x="223" y="257"/>
                      <a:pt x="223" y="257"/>
                    </a:cubicBezTo>
                    <a:lnTo>
                      <a:pt x="212" y="212"/>
                    </a:lnTo>
                    <a:close/>
                  </a:path>
                </a:pathLst>
              </a:custGeom>
              <a:solidFill>
                <a:srgbClr val="6D5D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9" name="组合 29"/>
            <p:cNvGrpSpPr/>
            <p:nvPr/>
          </p:nvGrpSpPr>
          <p:grpSpPr>
            <a:xfrm>
              <a:off x="5509728" y="4637876"/>
              <a:ext cx="940590" cy="879246"/>
              <a:chOff x="3708400" y="4745038"/>
              <a:chExt cx="1168400" cy="1092200"/>
            </a:xfrm>
          </p:grpSpPr>
          <p:sp>
            <p:nvSpPr>
              <p:cNvPr id="100" name="Freeform 88"/>
              <p:cNvSpPr>
                <a:spLocks/>
              </p:cNvSpPr>
              <p:nvPr/>
            </p:nvSpPr>
            <p:spPr bwMode="auto">
              <a:xfrm>
                <a:off x="3708400" y="4745038"/>
                <a:ext cx="1168400" cy="1092200"/>
              </a:xfrm>
              <a:custGeom>
                <a:avLst/>
                <a:gdLst>
                  <a:gd name="T0" fmla="*/ 3 w 530"/>
                  <a:gd name="T1" fmla="*/ 477 h 496"/>
                  <a:gd name="T2" fmla="*/ 30 w 530"/>
                  <a:gd name="T3" fmla="*/ 379 h 496"/>
                  <a:gd name="T4" fmla="*/ 41 w 530"/>
                  <a:gd name="T5" fmla="*/ 336 h 496"/>
                  <a:gd name="T6" fmla="*/ 67 w 530"/>
                  <a:gd name="T7" fmla="*/ 238 h 496"/>
                  <a:gd name="T8" fmla="*/ 85 w 530"/>
                  <a:gd name="T9" fmla="*/ 236 h 496"/>
                  <a:gd name="T10" fmla="*/ 104 w 530"/>
                  <a:gd name="T11" fmla="*/ 267 h 496"/>
                  <a:gd name="T12" fmla="*/ 280 w 530"/>
                  <a:gd name="T13" fmla="*/ 90 h 496"/>
                  <a:gd name="T14" fmla="*/ 299 w 530"/>
                  <a:gd name="T15" fmla="*/ 71 h 496"/>
                  <a:gd name="T16" fmla="*/ 300 w 530"/>
                  <a:gd name="T17" fmla="*/ 71 h 496"/>
                  <a:gd name="T18" fmla="*/ 303 w 530"/>
                  <a:gd name="T19" fmla="*/ 68 h 496"/>
                  <a:gd name="T20" fmla="*/ 405 w 530"/>
                  <a:gd name="T21" fmla="*/ 32 h 496"/>
                  <a:gd name="T22" fmla="*/ 530 w 530"/>
                  <a:gd name="T23" fmla="*/ 157 h 496"/>
                  <a:gd name="T24" fmla="*/ 428 w 530"/>
                  <a:gd name="T25" fmla="*/ 193 h 496"/>
                  <a:gd name="T26" fmla="*/ 425 w 530"/>
                  <a:gd name="T27" fmla="*/ 196 h 496"/>
                  <a:gd name="T28" fmla="*/ 405 w 530"/>
                  <a:gd name="T29" fmla="*/ 216 h 496"/>
                  <a:gd name="T30" fmla="*/ 229 w 530"/>
                  <a:gd name="T31" fmla="*/ 392 h 496"/>
                  <a:gd name="T32" fmla="*/ 260 w 530"/>
                  <a:gd name="T33" fmla="*/ 411 h 496"/>
                  <a:gd name="T34" fmla="*/ 258 w 530"/>
                  <a:gd name="T35" fmla="*/ 429 h 496"/>
                  <a:gd name="T36" fmla="*/ 160 w 530"/>
                  <a:gd name="T37" fmla="*/ 455 h 496"/>
                  <a:gd name="T38" fmla="*/ 117 w 530"/>
                  <a:gd name="T39" fmla="*/ 466 h 496"/>
                  <a:gd name="T40" fmla="*/ 19 w 530"/>
                  <a:gd name="T41" fmla="*/ 493 h 496"/>
                  <a:gd name="T42" fmla="*/ 3 w 530"/>
                  <a:gd name="T43" fmla="*/ 477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30" h="496">
                    <a:moveTo>
                      <a:pt x="3" y="477"/>
                    </a:moveTo>
                    <a:cubicBezTo>
                      <a:pt x="30" y="379"/>
                      <a:pt x="30" y="379"/>
                      <a:pt x="30" y="379"/>
                    </a:cubicBezTo>
                    <a:cubicBezTo>
                      <a:pt x="33" y="367"/>
                      <a:pt x="38" y="348"/>
                      <a:pt x="41" y="336"/>
                    </a:cubicBezTo>
                    <a:cubicBezTo>
                      <a:pt x="67" y="238"/>
                      <a:pt x="67" y="238"/>
                      <a:pt x="67" y="238"/>
                    </a:cubicBezTo>
                    <a:cubicBezTo>
                      <a:pt x="70" y="227"/>
                      <a:pt x="78" y="225"/>
                      <a:pt x="85" y="236"/>
                    </a:cubicBezTo>
                    <a:cubicBezTo>
                      <a:pt x="104" y="267"/>
                      <a:pt x="104" y="267"/>
                      <a:pt x="104" y="267"/>
                    </a:cubicBezTo>
                    <a:cubicBezTo>
                      <a:pt x="280" y="90"/>
                      <a:pt x="280" y="90"/>
                      <a:pt x="280" y="90"/>
                    </a:cubicBezTo>
                    <a:cubicBezTo>
                      <a:pt x="299" y="71"/>
                      <a:pt x="299" y="71"/>
                      <a:pt x="299" y="71"/>
                    </a:cubicBezTo>
                    <a:cubicBezTo>
                      <a:pt x="300" y="71"/>
                      <a:pt x="300" y="71"/>
                      <a:pt x="300" y="71"/>
                    </a:cubicBezTo>
                    <a:cubicBezTo>
                      <a:pt x="303" y="68"/>
                      <a:pt x="303" y="68"/>
                      <a:pt x="303" y="68"/>
                    </a:cubicBezTo>
                    <a:cubicBezTo>
                      <a:pt x="335" y="36"/>
                      <a:pt x="373" y="0"/>
                      <a:pt x="405" y="32"/>
                    </a:cubicBezTo>
                    <a:cubicBezTo>
                      <a:pt x="530" y="157"/>
                      <a:pt x="530" y="157"/>
                      <a:pt x="530" y="157"/>
                    </a:cubicBezTo>
                    <a:cubicBezTo>
                      <a:pt x="498" y="126"/>
                      <a:pt x="460" y="161"/>
                      <a:pt x="428" y="193"/>
                    </a:cubicBezTo>
                    <a:cubicBezTo>
                      <a:pt x="425" y="196"/>
                      <a:pt x="425" y="196"/>
                      <a:pt x="425" y="196"/>
                    </a:cubicBezTo>
                    <a:cubicBezTo>
                      <a:pt x="405" y="216"/>
                      <a:pt x="405" y="216"/>
                      <a:pt x="405" y="216"/>
                    </a:cubicBezTo>
                    <a:cubicBezTo>
                      <a:pt x="229" y="392"/>
                      <a:pt x="229" y="392"/>
                      <a:pt x="229" y="392"/>
                    </a:cubicBezTo>
                    <a:cubicBezTo>
                      <a:pt x="260" y="411"/>
                      <a:pt x="260" y="411"/>
                      <a:pt x="260" y="411"/>
                    </a:cubicBezTo>
                    <a:cubicBezTo>
                      <a:pt x="270" y="418"/>
                      <a:pt x="269" y="426"/>
                      <a:pt x="258" y="429"/>
                    </a:cubicBezTo>
                    <a:cubicBezTo>
                      <a:pt x="160" y="455"/>
                      <a:pt x="160" y="455"/>
                      <a:pt x="160" y="455"/>
                    </a:cubicBezTo>
                    <a:cubicBezTo>
                      <a:pt x="148" y="458"/>
                      <a:pt x="129" y="463"/>
                      <a:pt x="117" y="466"/>
                    </a:cubicBezTo>
                    <a:cubicBezTo>
                      <a:pt x="19" y="493"/>
                      <a:pt x="19" y="493"/>
                      <a:pt x="19" y="493"/>
                    </a:cubicBezTo>
                    <a:cubicBezTo>
                      <a:pt x="7" y="496"/>
                      <a:pt x="0" y="489"/>
                      <a:pt x="3" y="477"/>
                    </a:cubicBezTo>
                    <a:close/>
                  </a:path>
                </a:pathLst>
              </a:custGeom>
              <a:solidFill>
                <a:srgbClr val="FFFFFF"/>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01" name="Freeform 90"/>
              <p:cNvSpPr>
                <a:spLocks/>
              </p:cNvSpPr>
              <p:nvPr/>
            </p:nvSpPr>
            <p:spPr bwMode="auto">
              <a:xfrm>
                <a:off x="3756025" y="4802188"/>
                <a:ext cx="1077912" cy="989012"/>
              </a:xfrm>
              <a:custGeom>
                <a:avLst/>
                <a:gdLst>
                  <a:gd name="T0" fmla="*/ 182 w 490"/>
                  <a:gd name="T1" fmla="*/ 369 h 449"/>
                  <a:gd name="T2" fmla="*/ 396 w 490"/>
                  <a:gd name="T3" fmla="*/ 156 h 449"/>
                  <a:gd name="T4" fmla="*/ 451 w 490"/>
                  <a:gd name="T5" fmla="*/ 111 h 449"/>
                  <a:gd name="T6" fmla="*/ 490 w 490"/>
                  <a:gd name="T7" fmla="*/ 113 h 449"/>
                  <a:gd name="T8" fmla="*/ 392 w 490"/>
                  <a:gd name="T9" fmla="*/ 14 h 449"/>
                  <a:gd name="T10" fmla="*/ 340 w 490"/>
                  <a:gd name="T11" fmla="*/ 14 h 449"/>
                  <a:gd name="T12" fmla="*/ 293 w 490"/>
                  <a:gd name="T13" fmla="*/ 53 h 449"/>
                  <a:gd name="T14" fmla="*/ 80 w 490"/>
                  <a:gd name="T15" fmla="*/ 267 h 449"/>
                  <a:gd name="T16" fmla="*/ 58 w 490"/>
                  <a:gd name="T17" fmla="*/ 232 h 449"/>
                  <a:gd name="T18" fmla="*/ 0 w 490"/>
                  <a:gd name="T19" fmla="*/ 449 h 449"/>
                  <a:gd name="T20" fmla="*/ 217 w 490"/>
                  <a:gd name="T21" fmla="*/ 391 h 449"/>
                  <a:gd name="T22" fmla="*/ 182 w 490"/>
                  <a:gd name="T23" fmla="*/ 369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90" h="449">
                    <a:moveTo>
                      <a:pt x="182" y="369"/>
                    </a:moveTo>
                    <a:cubicBezTo>
                      <a:pt x="396" y="156"/>
                      <a:pt x="396" y="156"/>
                      <a:pt x="396" y="156"/>
                    </a:cubicBezTo>
                    <a:cubicBezTo>
                      <a:pt x="413" y="138"/>
                      <a:pt x="433" y="119"/>
                      <a:pt x="451" y="111"/>
                    </a:cubicBezTo>
                    <a:cubicBezTo>
                      <a:pt x="469" y="103"/>
                      <a:pt x="481" y="107"/>
                      <a:pt x="490" y="113"/>
                    </a:cubicBezTo>
                    <a:cubicBezTo>
                      <a:pt x="392" y="14"/>
                      <a:pt x="392" y="14"/>
                      <a:pt x="392" y="14"/>
                    </a:cubicBezTo>
                    <a:cubicBezTo>
                      <a:pt x="384" y="6"/>
                      <a:pt x="363" y="0"/>
                      <a:pt x="340" y="14"/>
                    </a:cubicBezTo>
                    <a:cubicBezTo>
                      <a:pt x="326" y="23"/>
                      <a:pt x="309" y="38"/>
                      <a:pt x="293" y="53"/>
                    </a:cubicBezTo>
                    <a:cubicBezTo>
                      <a:pt x="80" y="267"/>
                      <a:pt x="80" y="267"/>
                      <a:pt x="80" y="267"/>
                    </a:cubicBezTo>
                    <a:cubicBezTo>
                      <a:pt x="58" y="232"/>
                      <a:pt x="58" y="232"/>
                      <a:pt x="58" y="232"/>
                    </a:cubicBezTo>
                    <a:cubicBezTo>
                      <a:pt x="0" y="449"/>
                      <a:pt x="0" y="449"/>
                      <a:pt x="0" y="449"/>
                    </a:cubicBezTo>
                    <a:cubicBezTo>
                      <a:pt x="217" y="391"/>
                      <a:pt x="217" y="391"/>
                      <a:pt x="217" y="391"/>
                    </a:cubicBezTo>
                    <a:lnTo>
                      <a:pt x="182" y="369"/>
                    </a:lnTo>
                    <a:close/>
                  </a:path>
                </a:pathLst>
              </a:custGeom>
              <a:solidFill>
                <a:srgbClr val="007B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sp>
        <p:nvSpPr>
          <p:cNvPr id="139" name="矩形 138"/>
          <p:cNvSpPr/>
          <p:nvPr/>
        </p:nvSpPr>
        <p:spPr>
          <a:xfrm>
            <a:off x="8532221" y="4492154"/>
            <a:ext cx="2879982" cy="1052596"/>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添加内容添加内容添加内容添加内容添加内容添加内容添加内容</a:t>
            </a:r>
          </a:p>
        </p:txBody>
      </p:sp>
      <p:sp>
        <p:nvSpPr>
          <p:cNvPr id="140" name="文本框 139"/>
          <p:cNvSpPr txBox="1"/>
          <p:nvPr/>
        </p:nvSpPr>
        <p:spPr>
          <a:xfrm>
            <a:off x="8532221" y="3913762"/>
            <a:ext cx="1723549" cy="461665"/>
          </a:xfrm>
          <a:prstGeom prst="rect">
            <a:avLst/>
          </a:prstGeom>
          <a:noFill/>
        </p:spPr>
        <p:txBody>
          <a:bodyPr wrap="none" rtlCol="0">
            <a:spAutoFit/>
          </a:bodyPr>
          <a:lstStyle/>
          <a:p>
            <a:r>
              <a:rPr lang="zh-CN" altLang="en-US" sz="2400" b="1" dirty="0">
                <a:solidFill>
                  <a:schemeClr val="tx1">
                    <a:lumMod val="65000"/>
                    <a:lumOff val="35000"/>
                  </a:schemeClr>
                </a:solidFill>
              </a:rPr>
              <a:t>添加主标题</a:t>
            </a:r>
          </a:p>
        </p:txBody>
      </p:sp>
    </p:spTree>
    <p:extLst>
      <p:ext uri="{BB962C8B-B14F-4D97-AF65-F5344CB8AC3E}">
        <p14:creationId xmlns:p14="http://schemas.microsoft.com/office/powerpoint/2010/main" val="2092799088"/>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Oval 24"/>
          <p:cNvSpPr>
            <a:spLocks noChangeArrowheads="1"/>
          </p:cNvSpPr>
          <p:nvPr/>
        </p:nvSpPr>
        <p:spPr bwMode="auto">
          <a:xfrm>
            <a:off x="3948867" y="2138846"/>
            <a:ext cx="1855606" cy="1855606"/>
          </a:xfrm>
          <a:prstGeom prst="ellipse">
            <a:avLst/>
          </a:prstGeom>
          <a:gradFill>
            <a:gsLst>
              <a:gs pos="100000">
                <a:srgbClr val="E1579B"/>
              </a:gs>
              <a:gs pos="13000">
                <a:srgbClr val="9E007A"/>
              </a:gs>
            </a:gsLst>
            <a:lin ang="18900000" scaled="0"/>
          </a:gradFill>
          <a:ln w="14288" cap="flat">
            <a:no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zh-CN" altLang="en-US"/>
          </a:p>
        </p:txBody>
      </p:sp>
      <p:sp>
        <p:nvSpPr>
          <p:cNvPr id="14" name="任意多边形 13"/>
          <p:cNvSpPr>
            <a:spLocks/>
          </p:cNvSpPr>
          <p:nvPr/>
        </p:nvSpPr>
        <p:spPr bwMode="auto">
          <a:xfrm>
            <a:off x="4137980" y="2327957"/>
            <a:ext cx="1474707" cy="2464223"/>
          </a:xfrm>
          <a:custGeom>
            <a:avLst/>
            <a:gdLst>
              <a:gd name="connsiteX0" fmla="*/ 643732 w 1287464"/>
              <a:gd name="connsiteY0" fmla="*/ 0 h 2151341"/>
              <a:gd name="connsiteX1" fmla="*/ 1287464 w 1287464"/>
              <a:gd name="connsiteY1" fmla="*/ 646113 h 2151341"/>
              <a:gd name="connsiteX2" fmla="*/ 1003649 w 1287464"/>
              <a:gd name="connsiteY2" fmla="*/ 1181880 h 2151341"/>
              <a:gd name="connsiteX3" fmla="*/ 982663 w 1287464"/>
              <a:gd name="connsiteY3" fmla="*/ 1193313 h 2151341"/>
              <a:gd name="connsiteX4" fmla="*/ 982663 w 1287464"/>
              <a:gd name="connsiteY4" fmla="*/ 1459191 h 2151341"/>
              <a:gd name="connsiteX5" fmla="*/ 1204913 w 1287464"/>
              <a:gd name="connsiteY5" fmla="*/ 1459191 h 2151341"/>
              <a:gd name="connsiteX6" fmla="*/ 646113 w 1287464"/>
              <a:gd name="connsiteY6" fmla="*/ 2151341 h 2151341"/>
              <a:gd name="connsiteX7" fmla="*/ 85725 w 1287464"/>
              <a:gd name="connsiteY7" fmla="*/ 1459191 h 2151341"/>
              <a:gd name="connsiteX8" fmla="*/ 303213 w 1287464"/>
              <a:gd name="connsiteY8" fmla="*/ 1459191 h 2151341"/>
              <a:gd name="connsiteX9" fmla="*/ 303213 w 1287464"/>
              <a:gd name="connsiteY9" fmla="*/ 1192447 h 2151341"/>
              <a:gd name="connsiteX10" fmla="*/ 283816 w 1287464"/>
              <a:gd name="connsiteY10" fmla="*/ 1181880 h 2151341"/>
              <a:gd name="connsiteX11" fmla="*/ 0 w 1287464"/>
              <a:gd name="connsiteY11" fmla="*/ 646113 h 2151341"/>
              <a:gd name="connsiteX12" fmla="*/ 643732 w 1287464"/>
              <a:gd name="connsiteY12" fmla="*/ 0 h 2151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87464" h="2151341">
                <a:moveTo>
                  <a:pt x="643732" y="0"/>
                </a:moveTo>
                <a:cubicBezTo>
                  <a:pt x="999255" y="0"/>
                  <a:pt x="1287464" y="289275"/>
                  <a:pt x="1287464" y="646113"/>
                </a:cubicBezTo>
                <a:cubicBezTo>
                  <a:pt x="1287464" y="869137"/>
                  <a:pt x="1174882" y="1065769"/>
                  <a:pt x="1003649" y="1181880"/>
                </a:cubicBezTo>
                <a:lnTo>
                  <a:pt x="982663" y="1193313"/>
                </a:lnTo>
                <a:lnTo>
                  <a:pt x="982663" y="1459191"/>
                </a:lnTo>
                <a:lnTo>
                  <a:pt x="1204913" y="1459191"/>
                </a:lnTo>
                <a:lnTo>
                  <a:pt x="646113" y="2151341"/>
                </a:lnTo>
                <a:lnTo>
                  <a:pt x="85725" y="1459191"/>
                </a:lnTo>
                <a:lnTo>
                  <a:pt x="303213" y="1459191"/>
                </a:lnTo>
                <a:lnTo>
                  <a:pt x="303213" y="1192447"/>
                </a:lnTo>
                <a:lnTo>
                  <a:pt x="283816" y="1181880"/>
                </a:lnTo>
                <a:cubicBezTo>
                  <a:pt x="112582" y="1065769"/>
                  <a:pt x="0" y="869137"/>
                  <a:pt x="0" y="646113"/>
                </a:cubicBezTo>
                <a:cubicBezTo>
                  <a:pt x="0" y="289275"/>
                  <a:pt x="288209" y="0"/>
                  <a:pt x="643732" y="0"/>
                </a:cubicBezTo>
                <a:close/>
              </a:path>
            </a:pathLst>
          </a:custGeom>
          <a:solidFill>
            <a:srgbClr val="F0F0F0"/>
          </a:solidFill>
          <a:ln w="28575" cap="flat" cmpd="sng" algn="ctr">
            <a:gradFill flip="none" rotWithShape="1">
              <a:gsLst>
                <a:gs pos="100000">
                  <a:srgbClr val="FFFFFF"/>
                </a:gs>
                <a:gs pos="0">
                  <a:srgbClr val="D9D9DA"/>
                </a:gs>
              </a:gsLst>
              <a:lin ang="18900000" scaled="0"/>
              <a:tileRect/>
            </a:gradFill>
            <a:prstDash val="solid"/>
            <a:miter lim="800000"/>
          </a:ln>
          <a:effectLst>
            <a:outerShdw blurRad="228600" dist="63500" dir="8100000" algn="tr" rotWithShape="0">
              <a:prstClr val="black">
                <a:alpha val="40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11" name="Oval 24"/>
          <p:cNvSpPr>
            <a:spLocks noChangeArrowheads="1"/>
          </p:cNvSpPr>
          <p:nvPr/>
        </p:nvSpPr>
        <p:spPr bwMode="auto">
          <a:xfrm>
            <a:off x="1510207" y="2138846"/>
            <a:ext cx="1855606" cy="1855606"/>
          </a:xfrm>
          <a:prstGeom prst="ellipse">
            <a:avLst/>
          </a:prstGeom>
          <a:gradFill>
            <a:gsLst>
              <a:gs pos="100000">
                <a:srgbClr val="FED300"/>
              </a:gs>
              <a:gs pos="13000">
                <a:srgbClr val="DB4A04"/>
              </a:gs>
            </a:gsLst>
            <a:lin ang="18900000" scaled="0"/>
          </a:gradFill>
          <a:ln w="14288" cap="flat">
            <a:no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zh-CN" altLang="en-US"/>
          </a:p>
        </p:txBody>
      </p:sp>
      <p:sp>
        <p:nvSpPr>
          <p:cNvPr id="12" name="任意多边形 11"/>
          <p:cNvSpPr>
            <a:spLocks/>
          </p:cNvSpPr>
          <p:nvPr/>
        </p:nvSpPr>
        <p:spPr bwMode="auto">
          <a:xfrm>
            <a:off x="1699320" y="2327957"/>
            <a:ext cx="1474707" cy="2464223"/>
          </a:xfrm>
          <a:custGeom>
            <a:avLst/>
            <a:gdLst>
              <a:gd name="connsiteX0" fmla="*/ 643732 w 1287464"/>
              <a:gd name="connsiteY0" fmla="*/ 0 h 2151341"/>
              <a:gd name="connsiteX1" fmla="*/ 1287464 w 1287464"/>
              <a:gd name="connsiteY1" fmla="*/ 646113 h 2151341"/>
              <a:gd name="connsiteX2" fmla="*/ 1003649 w 1287464"/>
              <a:gd name="connsiteY2" fmla="*/ 1181880 h 2151341"/>
              <a:gd name="connsiteX3" fmla="*/ 982663 w 1287464"/>
              <a:gd name="connsiteY3" fmla="*/ 1193313 h 2151341"/>
              <a:gd name="connsiteX4" fmla="*/ 982663 w 1287464"/>
              <a:gd name="connsiteY4" fmla="*/ 1459191 h 2151341"/>
              <a:gd name="connsiteX5" fmla="*/ 1204913 w 1287464"/>
              <a:gd name="connsiteY5" fmla="*/ 1459191 h 2151341"/>
              <a:gd name="connsiteX6" fmla="*/ 646113 w 1287464"/>
              <a:gd name="connsiteY6" fmla="*/ 2151341 h 2151341"/>
              <a:gd name="connsiteX7" fmla="*/ 85725 w 1287464"/>
              <a:gd name="connsiteY7" fmla="*/ 1459191 h 2151341"/>
              <a:gd name="connsiteX8" fmla="*/ 303213 w 1287464"/>
              <a:gd name="connsiteY8" fmla="*/ 1459191 h 2151341"/>
              <a:gd name="connsiteX9" fmla="*/ 303213 w 1287464"/>
              <a:gd name="connsiteY9" fmla="*/ 1192447 h 2151341"/>
              <a:gd name="connsiteX10" fmla="*/ 283816 w 1287464"/>
              <a:gd name="connsiteY10" fmla="*/ 1181880 h 2151341"/>
              <a:gd name="connsiteX11" fmla="*/ 0 w 1287464"/>
              <a:gd name="connsiteY11" fmla="*/ 646113 h 2151341"/>
              <a:gd name="connsiteX12" fmla="*/ 643732 w 1287464"/>
              <a:gd name="connsiteY12" fmla="*/ 0 h 2151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87464" h="2151341">
                <a:moveTo>
                  <a:pt x="643732" y="0"/>
                </a:moveTo>
                <a:cubicBezTo>
                  <a:pt x="999255" y="0"/>
                  <a:pt x="1287464" y="289275"/>
                  <a:pt x="1287464" y="646113"/>
                </a:cubicBezTo>
                <a:cubicBezTo>
                  <a:pt x="1287464" y="869137"/>
                  <a:pt x="1174882" y="1065769"/>
                  <a:pt x="1003649" y="1181880"/>
                </a:cubicBezTo>
                <a:lnTo>
                  <a:pt x="982663" y="1193313"/>
                </a:lnTo>
                <a:lnTo>
                  <a:pt x="982663" y="1459191"/>
                </a:lnTo>
                <a:lnTo>
                  <a:pt x="1204913" y="1459191"/>
                </a:lnTo>
                <a:lnTo>
                  <a:pt x="646113" y="2151341"/>
                </a:lnTo>
                <a:lnTo>
                  <a:pt x="85725" y="1459191"/>
                </a:lnTo>
                <a:lnTo>
                  <a:pt x="303213" y="1459191"/>
                </a:lnTo>
                <a:lnTo>
                  <a:pt x="303213" y="1192447"/>
                </a:lnTo>
                <a:lnTo>
                  <a:pt x="283816" y="1181880"/>
                </a:lnTo>
                <a:cubicBezTo>
                  <a:pt x="112582" y="1065769"/>
                  <a:pt x="0" y="869137"/>
                  <a:pt x="0" y="646113"/>
                </a:cubicBezTo>
                <a:cubicBezTo>
                  <a:pt x="0" y="289275"/>
                  <a:pt x="288209" y="0"/>
                  <a:pt x="643732" y="0"/>
                </a:cubicBezTo>
                <a:close/>
              </a:path>
            </a:pathLst>
          </a:custGeom>
          <a:solidFill>
            <a:srgbClr val="F0F0F0"/>
          </a:solidFill>
          <a:ln w="28575" cap="flat" cmpd="sng" algn="ctr">
            <a:gradFill flip="none" rotWithShape="1">
              <a:gsLst>
                <a:gs pos="100000">
                  <a:srgbClr val="FFFFFF"/>
                </a:gs>
                <a:gs pos="0">
                  <a:srgbClr val="D9D9DA"/>
                </a:gs>
              </a:gsLst>
              <a:lin ang="18900000" scaled="0"/>
              <a:tileRect/>
            </a:gradFill>
            <a:prstDash val="solid"/>
            <a:miter lim="800000"/>
          </a:ln>
          <a:effectLst>
            <a:outerShdw blurRad="228600" dist="63500" dir="8100000" algn="tr" rotWithShape="0">
              <a:prstClr val="black">
                <a:alpha val="40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9" name="Oval 24"/>
          <p:cNvSpPr>
            <a:spLocks noChangeArrowheads="1"/>
          </p:cNvSpPr>
          <p:nvPr/>
        </p:nvSpPr>
        <p:spPr bwMode="auto">
          <a:xfrm>
            <a:off x="6387527" y="2138846"/>
            <a:ext cx="1855606" cy="1855606"/>
          </a:xfrm>
          <a:prstGeom prst="ellipse">
            <a:avLst/>
          </a:prstGeom>
          <a:gradFill>
            <a:gsLst>
              <a:gs pos="100000">
                <a:srgbClr val="89C3A6"/>
              </a:gs>
              <a:gs pos="13000">
                <a:srgbClr val="007BBC"/>
              </a:gs>
            </a:gsLst>
            <a:lin ang="18900000" scaled="0"/>
          </a:gradFill>
          <a:ln w="14288" cap="flat">
            <a:no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zh-CN" altLang="en-US"/>
          </a:p>
        </p:txBody>
      </p:sp>
      <p:sp>
        <p:nvSpPr>
          <p:cNvPr id="10" name="任意多边形 9"/>
          <p:cNvSpPr>
            <a:spLocks/>
          </p:cNvSpPr>
          <p:nvPr/>
        </p:nvSpPr>
        <p:spPr bwMode="auto">
          <a:xfrm>
            <a:off x="6576640" y="2327957"/>
            <a:ext cx="1474707" cy="2464223"/>
          </a:xfrm>
          <a:custGeom>
            <a:avLst/>
            <a:gdLst>
              <a:gd name="connsiteX0" fmla="*/ 643732 w 1287464"/>
              <a:gd name="connsiteY0" fmla="*/ 0 h 2151341"/>
              <a:gd name="connsiteX1" fmla="*/ 1287464 w 1287464"/>
              <a:gd name="connsiteY1" fmla="*/ 646113 h 2151341"/>
              <a:gd name="connsiteX2" fmla="*/ 1003649 w 1287464"/>
              <a:gd name="connsiteY2" fmla="*/ 1181880 h 2151341"/>
              <a:gd name="connsiteX3" fmla="*/ 982663 w 1287464"/>
              <a:gd name="connsiteY3" fmla="*/ 1193313 h 2151341"/>
              <a:gd name="connsiteX4" fmla="*/ 982663 w 1287464"/>
              <a:gd name="connsiteY4" fmla="*/ 1459191 h 2151341"/>
              <a:gd name="connsiteX5" fmla="*/ 1204913 w 1287464"/>
              <a:gd name="connsiteY5" fmla="*/ 1459191 h 2151341"/>
              <a:gd name="connsiteX6" fmla="*/ 646113 w 1287464"/>
              <a:gd name="connsiteY6" fmla="*/ 2151341 h 2151341"/>
              <a:gd name="connsiteX7" fmla="*/ 85725 w 1287464"/>
              <a:gd name="connsiteY7" fmla="*/ 1459191 h 2151341"/>
              <a:gd name="connsiteX8" fmla="*/ 303213 w 1287464"/>
              <a:gd name="connsiteY8" fmla="*/ 1459191 h 2151341"/>
              <a:gd name="connsiteX9" fmla="*/ 303213 w 1287464"/>
              <a:gd name="connsiteY9" fmla="*/ 1192447 h 2151341"/>
              <a:gd name="connsiteX10" fmla="*/ 283816 w 1287464"/>
              <a:gd name="connsiteY10" fmla="*/ 1181880 h 2151341"/>
              <a:gd name="connsiteX11" fmla="*/ 0 w 1287464"/>
              <a:gd name="connsiteY11" fmla="*/ 646113 h 2151341"/>
              <a:gd name="connsiteX12" fmla="*/ 643732 w 1287464"/>
              <a:gd name="connsiteY12" fmla="*/ 0 h 2151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87464" h="2151341">
                <a:moveTo>
                  <a:pt x="643732" y="0"/>
                </a:moveTo>
                <a:cubicBezTo>
                  <a:pt x="999255" y="0"/>
                  <a:pt x="1287464" y="289275"/>
                  <a:pt x="1287464" y="646113"/>
                </a:cubicBezTo>
                <a:cubicBezTo>
                  <a:pt x="1287464" y="869137"/>
                  <a:pt x="1174882" y="1065769"/>
                  <a:pt x="1003649" y="1181880"/>
                </a:cubicBezTo>
                <a:lnTo>
                  <a:pt x="982663" y="1193313"/>
                </a:lnTo>
                <a:lnTo>
                  <a:pt x="982663" y="1459191"/>
                </a:lnTo>
                <a:lnTo>
                  <a:pt x="1204913" y="1459191"/>
                </a:lnTo>
                <a:lnTo>
                  <a:pt x="646113" y="2151341"/>
                </a:lnTo>
                <a:lnTo>
                  <a:pt x="85725" y="1459191"/>
                </a:lnTo>
                <a:lnTo>
                  <a:pt x="303213" y="1459191"/>
                </a:lnTo>
                <a:lnTo>
                  <a:pt x="303213" y="1192447"/>
                </a:lnTo>
                <a:lnTo>
                  <a:pt x="283816" y="1181880"/>
                </a:lnTo>
                <a:cubicBezTo>
                  <a:pt x="112582" y="1065769"/>
                  <a:pt x="0" y="869137"/>
                  <a:pt x="0" y="646113"/>
                </a:cubicBezTo>
                <a:cubicBezTo>
                  <a:pt x="0" y="289275"/>
                  <a:pt x="288209" y="0"/>
                  <a:pt x="643732" y="0"/>
                </a:cubicBezTo>
                <a:close/>
              </a:path>
            </a:pathLst>
          </a:custGeom>
          <a:solidFill>
            <a:srgbClr val="F0F0F0"/>
          </a:solidFill>
          <a:ln w="28575" cap="flat" cmpd="sng" algn="ctr">
            <a:gradFill flip="none" rotWithShape="1">
              <a:gsLst>
                <a:gs pos="100000">
                  <a:srgbClr val="FFFFFF"/>
                </a:gs>
                <a:gs pos="0">
                  <a:srgbClr val="D9D9DA"/>
                </a:gs>
              </a:gsLst>
              <a:lin ang="18900000" scaled="0"/>
              <a:tileRect/>
            </a:gradFill>
            <a:prstDash val="solid"/>
            <a:miter lim="800000"/>
          </a:ln>
          <a:effectLst>
            <a:outerShdw blurRad="228600" dist="63500" dir="8100000" algn="tr" rotWithShape="0">
              <a:prstClr val="black">
                <a:alpha val="40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7" name="Oval 24"/>
          <p:cNvSpPr>
            <a:spLocks noChangeArrowheads="1"/>
          </p:cNvSpPr>
          <p:nvPr/>
        </p:nvSpPr>
        <p:spPr bwMode="auto">
          <a:xfrm>
            <a:off x="8826188" y="2138846"/>
            <a:ext cx="1855606" cy="1855606"/>
          </a:xfrm>
          <a:prstGeom prst="ellipse">
            <a:avLst/>
          </a:prstGeom>
          <a:gradFill>
            <a:gsLst>
              <a:gs pos="100000">
                <a:srgbClr val="E7E507"/>
              </a:gs>
              <a:gs pos="13000">
                <a:srgbClr val="A6C43C"/>
              </a:gs>
            </a:gsLst>
            <a:lin ang="18900000" scaled="0"/>
          </a:gradFill>
          <a:ln w="14288" cap="flat">
            <a:no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zh-CN" altLang="en-US"/>
          </a:p>
        </p:txBody>
      </p:sp>
      <p:sp>
        <p:nvSpPr>
          <p:cNvPr id="8" name="任意多边形 7"/>
          <p:cNvSpPr>
            <a:spLocks/>
          </p:cNvSpPr>
          <p:nvPr/>
        </p:nvSpPr>
        <p:spPr bwMode="auto">
          <a:xfrm>
            <a:off x="9015301" y="2327957"/>
            <a:ext cx="1474707" cy="2464223"/>
          </a:xfrm>
          <a:custGeom>
            <a:avLst/>
            <a:gdLst>
              <a:gd name="connsiteX0" fmla="*/ 643732 w 1287464"/>
              <a:gd name="connsiteY0" fmla="*/ 0 h 2151341"/>
              <a:gd name="connsiteX1" fmla="*/ 1287464 w 1287464"/>
              <a:gd name="connsiteY1" fmla="*/ 646113 h 2151341"/>
              <a:gd name="connsiteX2" fmla="*/ 1003649 w 1287464"/>
              <a:gd name="connsiteY2" fmla="*/ 1181880 h 2151341"/>
              <a:gd name="connsiteX3" fmla="*/ 982663 w 1287464"/>
              <a:gd name="connsiteY3" fmla="*/ 1193313 h 2151341"/>
              <a:gd name="connsiteX4" fmla="*/ 982663 w 1287464"/>
              <a:gd name="connsiteY4" fmla="*/ 1459191 h 2151341"/>
              <a:gd name="connsiteX5" fmla="*/ 1204913 w 1287464"/>
              <a:gd name="connsiteY5" fmla="*/ 1459191 h 2151341"/>
              <a:gd name="connsiteX6" fmla="*/ 646113 w 1287464"/>
              <a:gd name="connsiteY6" fmla="*/ 2151341 h 2151341"/>
              <a:gd name="connsiteX7" fmla="*/ 85725 w 1287464"/>
              <a:gd name="connsiteY7" fmla="*/ 1459191 h 2151341"/>
              <a:gd name="connsiteX8" fmla="*/ 303213 w 1287464"/>
              <a:gd name="connsiteY8" fmla="*/ 1459191 h 2151341"/>
              <a:gd name="connsiteX9" fmla="*/ 303213 w 1287464"/>
              <a:gd name="connsiteY9" fmla="*/ 1192447 h 2151341"/>
              <a:gd name="connsiteX10" fmla="*/ 283816 w 1287464"/>
              <a:gd name="connsiteY10" fmla="*/ 1181880 h 2151341"/>
              <a:gd name="connsiteX11" fmla="*/ 0 w 1287464"/>
              <a:gd name="connsiteY11" fmla="*/ 646113 h 2151341"/>
              <a:gd name="connsiteX12" fmla="*/ 643732 w 1287464"/>
              <a:gd name="connsiteY12" fmla="*/ 0 h 2151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87464" h="2151341">
                <a:moveTo>
                  <a:pt x="643732" y="0"/>
                </a:moveTo>
                <a:cubicBezTo>
                  <a:pt x="999255" y="0"/>
                  <a:pt x="1287464" y="289275"/>
                  <a:pt x="1287464" y="646113"/>
                </a:cubicBezTo>
                <a:cubicBezTo>
                  <a:pt x="1287464" y="869137"/>
                  <a:pt x="1174882" y="1065769"/>
                  <a:pt x="1003649" y="1181880"/>
                </a:cubicBezTo>
                <a:lnTo>
                  <a:pt x="982663" y="1193313"/>
                </a:lnTo>
                <a:lnTo>
                  <a:pt x="982663" y="1459191"/>
                </a:lnTo>
                <a:lnTo>
                  <a:pt x="1204913" y="1459191"/>
                </a:lnTo>
                <a:lnTo>
                  <a:pt x="646113" y="2151341"/>
                </a:lnTo>
                <a:lnTo>
                  <a:pt x="85725" y="1459191"/>
                </a:lnTo>
                <a:lnTo>
                  <a:pt x="303213" y="1459191"/>
                </a:lnTo>
                <a:lnTo>
                  <a:pt x="303213" y="1192447"/>
                </a:lnTo>
                <a:lnTo>
                  <a:pt x="283816" y="1181880"/>
                </a:lnTo>
                <a:cubicBezTo>
                  <a:pt x="112582" y="1065769"/>
                  <a:pt x="0" y="869137"/>
                  <a:pt x="0" y="646113"/>
                </a:cubicBezTo>
                <a:cubicBezTo>
                  <a:pt x="0" y="289275"/>
                  <a:pt x="288209" y="0"/>
                  <a:pt x="643732" y="0"/>
                </a:cubicBezTo>
                <a:close/>
              </a:path>
            </a:pathLst>
          </a:custGeom>
          <a:solidFill>
            <a:srgbClr val="F0F0F0"/>
          </a:solidFill>
          <a:ln w="28575" cap="flat" cmpd="sng" algn="ctr">
            <a:gradFill flip="none" rotWithShape="1">
              <a:gsLst>
                <a:gs pos="100000">
                  <a:srgbClr val="FFFFFF"/>
                </a:gs>
                <a:gs pos="0">
                  <a:srgbClr val="D9D9DA"/>
                </a:gs>
              </a:gsLst>
              <a:lin ang="18900000" scaled="0"/>
              <a:tileRect/>
            </a:gradFill>
            <a:prstDash val="solid"/>
            <a:miter lim="800000"/>
          </a:ln>
          <a:effectLst>
            <a:outerShdw blurRad="228600" dist="63500" dir="8100000" algn="tr" rotWithShape="0">
              <a:prstClr val="black">
                <a:alpha val="40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17" name="文本框 16"/>
          <p:cNvSpPr txBox="1"/>
          <p:nvPr/>
        </p:nvSpPr>
        <p:spPr>
          <a:xfrm>
            <a:off x="4139317" y="1141880"/>
            <a:ext cx="3913366"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18" name="Rectangle 58"/>
          <p:cNvSpPr/>
          <p:nvPr/>
        </p:nvSpPr>
        <p:spPr>
          <a:xfrm>
            <a:off x="3614043" y="1562148"/>
            <a:ext cx="4963915"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单击此处添加副标题</a:t>
            </a:r>
          </a:p>
        </p:txBody>
      </p:sp>
      <p:sp>
        <p:nvSpPr>
          <p:cNvPr id="19" name="文本框 18"/>
          <p:cNvSpPr txBox="1"/>
          <p:nvPr/>
        </p:nvSpPr>
        <p:spPr>
          <a:xfrm>
            <a:off x="8324394" y="5095789"/>
            <a:ext cx="2856518" cy="830997"/>
          </a:xfrm>
          <a:prstGeom prst="rect">
            <a:avLst/>
          </a:prstGeom>
          <a:noFill/>
        </p:spPr>
        <p:txBody>
          <a:bodyPr wrap="square" rtlCol="0">
            <a:spAutoFit/>
          </a:bodyPr>
          <a:lstStyle/>
          <a:p>
            <a:pPr algn="ctr">
              <a:lnSpc>
                <a:spcPct val="120000"/>
              </a:lnSpc>
            </a:pPr>
            <a:r>
              <a:rPr lang="zh-CN" altLang="en-US" sz="2400" b="1" dirty="0">
                <a:solidFill>
                  <a:srgbClr val="9FC628"/>
                </a:solidFill>
              </a:rPr>
              <a:t>添加标题</a:t>
            </a:r>
            <a:endParaRPr lang="en-US" altLang="zh-CN" sz="2400" b="1" dirty="0">
              <a:solidFill>
                <a:srgbClr val="9FC628"/>
              </a:solidFill>
            </a:endParaRPr>
          </a:p>
          <a:p>
            <a:pPr algn="ctr">
              <a:lnSpc>
                <a:spcPct val="120000"/>
              </a:lnSpc>
            </a:pPr>
            <a:r>
              <a:rPr lang="zh-CN" altLang="en-US" sz="1600" dirty="0">
                <a:solidFill>
                  <a:schemeClr val="tx1">
                    <a:lumMod val="65000"/>
                    <a:lumOff val="35000"/>
                  </a:schemeClr>
                </a:solidFill>
              </a:rPr>
              <a:t>添加内容添加内容</a:t>
            </a:r>
          </a:p>
        </p:txBody>
      </p:sp>
      <p:sp>
        <p:nvSpPr>
          <p:cNvPr id="20" name="文本框 19"/>
          <p:cNvSpPr txBox="1"/>
          <p:nvPr/>
        </p:nvSpPr>
        <p:spPr>
          <a:xfrm>
            <a:off x="1008414" y="5095789"/>
            <a:ext cx="2856518" cy="830997"/>
          </a:xfrm>
          <a:prstGeom prst="rect">
            <a:avLst/>
          </a:prstGeom>
          <a:noFill/>
        </p:spPr>
        <p:txBody>
          <a:bodyPr wrap="square" rtlCol="0">
            <a:spAutoFit/>
          </a:bodyPr>
          <a:lstStyle/>
          <a:p>
            <a:pPr algn="ctr">
              <a:lnSpc>
                <a:spcPct val="120000"/>
              </a:lnSpc>
            </a:pPr>
            <a:r>
              <a:rPr lang="zh-CN" altLang="en-US" sz="2400" b="1" dirty="0">
                <a:solidFill>
                  <a:srgbClr val="FF8900"/>
                </a:solidFill>
              </a:rPr>
              <a:t>添加标题</a:t>
            </a:r>
            <a:endParaRPr lang="en-US" altLang="zh-CN" sz="2400" b="1" dirty="0">
              <a:solidFill>
                <a:srgbClr val="FF8900"/>
              </a:solidFill>
            </a:endParaRPr>
          </a:p>
          <a:p>
            <a:pPr algn="ctr">
              <a:lnSpc>
                <a:spcPct val="120000"/>
              </a:lnSpc>
            </a:pPr>
            <a:r>
              <a:rPr lang="zh-CN" altLang="en-US" sz="1600" dirty="0">
                <a:solidFill>
                  <a:schemeClr val="tx1">
                    <a:lumMod val="65000"/>
                    <a:lumOff val="35000"/>
                  </a:schemeClr>
                </a:solidFill>
              </a:rPr>
              <a:t>添加内容添加内容</a:t>
            </a:r>
          </a:p>
        </p:txBody>
      </p:sp>
      <p:sp>
        <p:nvSpPr>
          <p:cNvPr id="21" name="文本框 20"/>
          <p:cNvSpPr txBox="1"/>
          <p:nvPr/>
        </p:nvSpPr>
        <p:spPr>
          <a:xfrm>
            <a:off x="3447074" y="5095790"/>
            <a:ext cx="2856518" cy="830997"/>
          </a:xfrm>
          <a:prstGeom prst="rect">
            <a:avLst/>
          </a:prstGeom>
          <a:noFill/>
        </p:spPr>
        <p:txBody>
          <a:bodyPr wrap="square" rtlCol="0">
            <a:spAutoFit/>
          </a:bodyPr>
          <a:lstStyle/>
          <a:p>
            <a:pPr algn="ctr">
              <a:lnSpc>
                <a:spcPct val="120000"/>
              </a:lnSpc>
            </a:pPr>
            <a:r>
              <a:rPr lang="zh-CN" altLang="en-US" sz="2400" b="1" dirty="0">
                <a:solidFill>
                  <a:srgbClr val="6D5DA5"/>
                </a:solidFill>
              </a:rPr>
              <a:t>添加标题</a:t>
            </a:r>
            <a:endParaRPr lang="en-US" altLang="zh-CN" sz="2400" b="1" dirty="0">
              <a:solidFill>
                <a:srgbClr val="6D5DA5"/>
              </a:solidFill>
            </a:endParaRPr>
          </a:p>
          <a:p>
            <a:pPr algn="ctr">
              <a:lnSpc>
                <a:spcPct val="120000"/>
              </a:lnSpc>
            </a:pPr>
            <a:r>
              <a:rPr lang="zh-CN" altLang="en-US" sz="1600" dirty="0">
                <a:solidFill>
                  <a:schemeClr val="tx1">
                    <a:lumMod val="65000"/>
                    <a:lumOff val="35000"/>
                  </a:schemeClr>
                </a:solidFill>
              </a:rPr>
              <a:t>添加内容添加内容</a:t>
            </a:r>
          </a:p>
        </p:txBody>
      </p:sp>
      <p:sp>
        <p:nvSpPr>
          <p:cNvPr id="22" name="文本框 21"/>
          <p:cNvSpPr txBox="1"/>
          <p:nvPr/>
        </p:nvSpPr>
        <p:spPr>
          <a:xfrm>
            <a:off x="5885734" y="5095790"/>
            <a:ext cx="2856518" cy="830997"/>
          </a:xfrm>
          <a:prstGeom prst="rect">
            <a:avLst/>
          </a:prstGeom>
          <a:noFill/>
        </p:spPr>
        <p:txBody>
          <a:bodyPr wrap="square" rtlCol="0">
            <a:spAutoFit/>
          </a:bodyPr>
          <a:lstStyle/>
          <a:p>
            <a:pPr algn="ctr">
              <a:lnSpc>
                <a:spcPct val="120000"/>
              </a:lnSpc>
            </a:pPr>
            <a:r>
              <a:rPr lang="zh-CN" altLang="en-US" sz="2400" b="1" dirty="0">
                <a:solidFill>
                  <a:srgbClr val="007BC6"/>
                </a:solidFill>
              </a:rPr>
              <a:t>添加标题</a:t>
            </a:r>
            <a:endParaRPr lang="en-US" altLang="zh-CN" sz="2400" b="1" dirty="0">
              <a:solidFill>
                <a:srgbClr val="007BC6"/>
              </a:solidFill>
            </a:endParaRPr>
          </a:p>
          <a:p>
            <a:pPr algn="ctr">
              <a:lnSpc>
                <a:spcPct val="120000"/>
              </a:lnSpc>
            </a:pPr>
            <a:r>
              <a:rPr lang="zh-CN" altLang="en-US" sz="1600" dirty="0">
                <a:solidFill>
                  <a:schemeClr val="tx1">
                    <a:lumMod val="65000"/>
                    <a:lumOff val="35000"/>
                  </a:schemeClr>
                </a:solidFill>
              </a:rPr>
              <a:t>添加内容添加内容</a:t>
            </a:r>
          </a:p>
        </p:txBody>
      </p:sp>
      <p:sp>
        <p:nvSpPr>
          <p:cNvPr id="23" name="文本框 22"/>
          <p:cNvSpPr txBox="1"/>
          <p:nvPr/>
        </p:nvSpPr>
        <p:spPr>
          <a:xfrm>
            <a:off x="1944966" y="2454594"/>
            <a:ext cx="925831" cy="1200329"/>
          </a:xfrm>
          <a:prstGeom prst="rect">
            <a:avLst/>
          </a:prstGeom>
          <a:noFill/>
        </p:spPr>
        <p:txBody>
          <a:bodyPr wrap="none" rtlCol="0" anchor="ctr">
            <a:spAutoFit/>
          </a:bodyPr>
          <a:lstStyle/>
          <a:p>
            <a:r>
              <a:rPr lang="en-US" altLang="zh-CN" sz="5400" dirty="0">
                <a:solidFill>
                  <a:schemeClr val="tx1">
                    <a:lumMod val="65000"/>
                    <a:lumOff val="35000"/>
                  </a:schemeClr>
                </a:solidFill>
                <a:latin typeface="Impact" panose="020B0806030902050204" pitchFamily="34" charset="0"/>
              </a:rPr>
              <a:t>01</a:t>
            </a:r>
          </a:p>
          <a:p>
            <a:r>
              <a:rPr lang="en-US" altLang="zh-CN" dirty="0">
                <a:solidFill>
                  <a:schemeClr val="tx1">
                    <a:lumMod val="65000"/>
                    <a:lumOff val="35000"/>
                  </a:schemeClr>
                </a:solidFill>
              </a:rPr>
              <a:t>OPTION</a:t>
            </a:r>
          </a:p>
        </p:txBody>
      </p:sp>
      <p:sp>
        <p:nvSpPr>
          <p:cNvPr id="24" name="文本框 23"/>
          <p:cNvSpPr txBox="1"/>
          <p:nvPr/>
        </p:nvSpPr>
        <p:spPr>
          <a:xfrm>
            <a:off x="4400876" y="2454594"/>
            <a:ext cx="925831" cy="1200329"/>
          </a:xfrm>
          <a:prstGeom prst="rect">
            <a:avLst/>
          </a:prstGeom>
          <a:noFill/>
        </p:spPr>
        <p:txBody>
          <a:bodyPr wrap="none" rtlCol="0" anchor="ctr">
            <a:spAutoFit/>
          </a:bodyPr>
          <a:lstStyle/>
          <a:p>
            <a:r>
              <a:rPr lang="en-US" altLang="zh-CN" sz="5400" dirty="0">
                <a:solidFill>
                  <a:schemeClr val="tx1">
                    <a:lumMod val="65000"/>
                    <a:lumOff val="35000"/>
                  </a:schemeClr>
                </a:solidFill>
                <a:latin typeface="Impact" panose="020B0806030902050204" pitchFamily="34" charset="0"/>
              </a:rPr>
              <a:t>02</a:t>
            </a:r>
          </a:p>
          <a:p>
            <a:r>
              <a:rPr lang="en-US" altLang="zh-CN" dirty="0">
                <a:solidFill>
                  <a:schemeClr val="tx1">
                    <a:lumMod val="65000"/>
                    <a:lumOff val="35000"/>
                  </a:schemeClr>
                </a:solidFill>
              </a:rPr>
              <a:t>OPTION</a:t>
            </a:r>
          </a:p>
        </p:txBody>
      </p:sp>
      <p:sp>
        <p:nvSpPr>
          <p:cNvPr id="25" name="文本框 24"/>
          <p:cNvSpPr txBox="1"/>
          <p:nvPr/>
        </p:nvSpPr>
        <p:spPr>
          <a:xfrm>
            <a:off x="6856786" y="2454594"/>
            <a:ext cx="925831" cy="1200329"/>
          </a:xfrm>
          <a:prstGeom prst="rect">
            <a:avLst/>
          </a:prstGeom>
          <a:noFill/>
        </p:spPr>
        <p:txBody>
          <a:bodyPr wrap="none" rtlCol="0" anchor="ctr">
            <a:spAutoFit/>
          </a:bodyPr>
          <a:lstStyle/>
          <a:p>
            <a:r>
              <a:rPr lang="en-US" altLang="zh-CN" sz="5400" dirty="0">
                <a:solidFill>
                  <a:schemeClr val="tx1">
                    <a:lumMod val="65000"/>
                    <a:lumOff val="35000"/>
                  </a:schemeClr>
                </a:solidFill>
                <a:latin typeface="Impact" panose="020B0806030902050204" pitchFamily="34" charset="0"/>
              </a:rPr>
              <a:t>03</a:t>
            </a:r>
          </a:p>
          <a:p>
            <a:r>
              <a:rPr lang="en-US" altLang="zh-CN" dirty="0">
                <a:solidFill>
                  <a:schemeClr val="tx1">
                    <a:lumMod val="65000"/>
                    <a:lumOff val="35000"/>
                  </a:schemeClr>
                </a:solidFill>
              </a:rPr>
              <a:t>OPTION</a:t>
            </a:r>
          </a:p>
        </p:txBody>
      </p:sp>
      <p:sp>
        <p:nvSpPr>
          <p:cNvPr id="26" name="文本框 25"/>
          <p:cNvSpPr txBox="1"/>
          <p:nvPr/>
        </p:nvSpPr>
        <p:spPr>
          <a:xfrm>
            <a:off x="9312696" y="2454594"/>
            <a:ext cx="925831" cy="1200329"/>
          </a:xfrm>
          <a:prstGeom prst="rect">
            <a:avLst/>
          </a:prstGeom>
          <a:noFill/>
        </p:spPr>
        <p:txBody>
          <a:bodyPr wrap="none" rtlCol="0" anchor="ctr">
            <a:spAutoFit/>
          </a:bodyPr>
          <a:lstStyle/>
          <a:p>
            <a:r>
              <a:rPr lang="en-US" altLang="zh-CN" sz="5400" dirty="0">
                <a:solidFill>
                  <a:schemeClr val="tx1">
                    <a:lumMod val="65000"/>
                    <a:lumOff val="35000"/>
                  </a:schemeClr>
                </a:solidFill>
                <a:latin typeface="Impact" panose="020B0806030902050204" pitchFamily="34" charset="0"/>
              </a:rPr>
              <a:t>04</a:t>
            </a:r>
          </a:p>
          <a:p>
            <a:r>
              <a:rPr lang="en-US" altLang="zh-CN" dirty="0">
                <a:solidFill>
                  <a:schemeClr val="tx1">
                    <a:lumMod val="65000"/>
                    <a:lumOff val="35000"/>
                  </a:schemeClr>
                </a:solidFill>
              </a:rPr>
              <a:t>OPTION</a:t>
            </a:r>
          </a:p>
        </p:txBody>
      </p:sp>
      <p:sp>
        <p:nvSpPr>
          <p:cNvPr id="27"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39617803"/>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Line 5"/>
          <p:cNvSpPr>
            <a:spLocks noChangeShapeType="1"/>
          </p:cNvSpPr>
          <p:nvPr/>
        </p:nvSpPr>
        <p:spPr bwMode="auto">
          <a:xfrm>
            <a:off x="6354986" y="6478588"/>
            <a:ext cx="0" cy="0"/>
          </a:xfrm>
          <a:prstGeom prst="line">
            <a:avLst/>
          </a:prstGeom>
          <a:noFill/>
          <a:ln w="952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7" name="Rectangle 6"/>
          <p:cNvSpPr>
            <a:spLocks noChangeArrowheads="1"/>
          </p:cNvSpPr>
          <p:nvPr/>
        </p:nvSpPr>
        <p:spPr bwMode="auto">
          <a:xfrm>
            <a:off x="5297711" y="2986088"/>
            <a:ext cx="787400" cy="877887"/>
          </a:xfrm>
          <a:prstGeom prst="rect">
            <a:avLst/>
          </a:prstGeom>
          <a:solidFill>
            <a:srgbClr val="FFFFFF"/>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 name="Freeform 7"/>
          <p:cNvSpPr>
            <a:spLocks/>
          </p:cNvSpPr>
          <p:nvPr/>
        </p:nvSpPr>
        <p:spPr bwMode="auto">
          <a:xfrm>
            <a:off x="6926486" y="2986088"/>
            <a:ext cx="3995738" cy="877887"/>
          </a:xfrm>
          <a:custGeom>
            <a:avLst/>
            <a:gdLst>
              <a:gd name="T0" fmla="*/ 2289 w 2517"/>
              <a:gd name="T1" fmla="*/ 0 h 553"/>
              <a:gd name="T2" fmla="*/ 0 w 2517"/>
              <a:gd name="T3" fmla="*/ 0 h 553"/>
              <a:gd name="T4" fmla="*/ 0 w 2517"/>
              <a:gd name="T5" fmla="*/ 553 h 553"/>
              <a:gd name="T6" fmla="*/ 2289 w 2517"/>
              <a:gd name="T7" fmla="*/ 553 h 553"/>
              <a:gd name="T8" fmla="*/ 2517 w 2517"/>
              <a:gd name="T9" fmla="*/ 276 h 553"/>
              <a:gd name="T10" fmla="*/ 2289 w 2517"/>
              <a:gd name="T11" fmla="*/ 0 h 553"/>
            </a:gdLst>
            <a:ahLst/>
            <a:cxnLst>
              <a:cxn ang="0">
                <a:pos x="T0" y="T1"/>
              </a:cxn>
              <a:cxn ang="0">
                <a:pos x="T2" y="T3"/>
              </a:cxn>
              <a:cxn ang="0">
                <a:pos x="T4" y="T5"/>
              </a:cxn>
              <a:cxn ang="0">
                <a:pos x="T6" y="T7"/>
              </a:cxn>
              <a:cxn ang="0">
                <a:pos x="T8" y="T9"/>
              </a:cxn>
              <a:cxn ang="0">
                <a:pos x="T10" y="T11"/>
              </a:cxn>
            </a:cxnLst>
            <a:rect l="0" t="0" r="r" b="b"/>
            <a:pathLst>
              <a:path w="2517" h="553">
                <a:moveTo>
                  <a:pt x="2289" y="0"/>
                </a:moveTo>
                <a:lnTo>
                  <a:pt x="0" y="0"/>
                </a:lnTo>
                <a:lnTo>
                  <a:pt x="0" y="553"/>
                </a:lnTo>
                <a:lnTo>
                  <a:pt x="2289" y="553"/>
                </a:lnTo>
                <a:lnTo>
                  <a:pt x="2517" y="276"/>
                </a:lnTo>
                <a:lnTo>
                  <a:pt x="2289" y="0"/>
                </a:lnTo>
                <a:close/>
              </a:path>
            </a:pathLst>
          </a:custGeom>
          <a:solidFill>
            <a:srgbClr val="FFFFFF"/>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 name="Freeform 8"/>
          <p:cNvSpPr>
            <a:spLocks/>
          </p:cNvSpPr>
          <p:nvPr/>
        </p:nvSpPr>
        <p:spPr bwMode="auto">
          <a:xfrm>
            <a:off x="6920136" y="2986088"/>
            <a:ext cx="198438" cy="1084262"/>
          </a:xfrm>
          <a:custGeom>
            <a:avLst/>
            <a:gdLst>
              <a:gd name="T0" fmla="*/ 125 w 125"/>
              <a:gd name="T1" fmla="*/ 683 h 683"/>
              <a:gd name="T2" fmla="*/ 125 w 125"/>
              <a:gd name="T3" fmla="*/ 132 h 683"/>
              <a:gd name="T4" fmla="*/ 0 w 125"/>
              <a:gd name="T5" fmla="*/ 0 h 683"/>
              <a:gd name="T6" fmla="*/ 0 w 125"/>
              <a:gd name="T7" fmla="*/ 553 h 683"/>
              <a:gd name="T8" fmla="*/ 125 w 125"/>
              <a:gd name="T9" fmla="*/ 683 h 683"/>
            </a:gdLst>
            <a:ahLst/>
            <a:cxnLst>
              <a:cxn ang="0">
                <a:pos x="T0" y="T1"/>
              </a:cxn>
              <a:cxn ang="0">
                <a:pos x="T2" y="T3"/>
              </a:cxn>
              <a:cxn ang="0">
                <a:pos x="T4" y="T5"/>
              </a:cxn>
              <a:cxn ang="0">
                <a:pos x="T6" y="T7"/>
              </a:cxn>
              <a:cxn ang="0">
                <a:pos x="T8" y="T9"/>
              </a:cxn>
            </a:cxnLst>
            <a:rect l="0" t="0" r="r" b="b"/>
            <a:pathLst>
              <a:path w="125" h="683">
                <a:moveTo>
                  <a:pt x="125" y="683"/>
                </a:moveTo>
                <a:lnTo>
                  <a:pt x="125" y="132"/>
                </a:lnTo>
                <a:lnTo>
                  <a:pt x="0" y="0"/>
                </a:lnTo>
                <a:lnTo>
                  <a:pt x="0" y="553"/>
                </a:lnTo>
                <a:lnTo>
                  <a:pt x="125" y="683"/>
                </a:lnTo>
                <a:close/>
              </a:path>
            </a:pathLst>
          </a:custGeom>
          <a:solidFill>
            <a:srgbClr val="B0BEC7"/>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0" name="Freeform 9"/>
          <p:cNvSpPr>
            <a:spLocks/>
          </p:cNvSpPr>
          <p:nvPr/>
        </p:nvSpPr>
        <p:spPr bwMode="auto">
          <a:xfrm>
            <a:off x="6085111" y="2986088"/>
            <a:ext cx="198438" cy="1084262"/>
          </a:xfrm>
          <a:custGeom>
            <a:avLst/>
            <a:gdLst>
              <a:gd name="T0" fmla="*/ 125 w 125"/>
              <a:gd name="T1" fmla="*/ 683 h 683"/>
              <a:gd name="T2" fmla="*/ 125 w 125"/>
              <a:gd name="T3" fmla="*/ 130 h 683"/>
              <a:gd name="T4" fmla="*/ 0 w 125"/>
              <a:gd name="T5" fmla="*/ 0 h 683"/>
              <a:gd name="T6" fmla="*/ 0 w 125"/>
              <a:gd name="T7" fmla="*/ 551 h 683"/>
              <a:gd name="T8" fmla="*/ 125 w 125"/>
              <a:gd name="T9" fmla="*/ 683 h 683"/>
            </a:gdLst>
            <a:ahLst/>
            <a:cxnLst>
              <a:cxn ang="0">
                <a:pos x="T0" y="T1"/>
              </a:cxn>
              <a:cxn ang="0">
                <a:pos x="T2" y="T3"/>
              </a:cxn>
              <a:cxn ang="0">
                <a:pos x="T4" y="T5"/>
              </a:cxn>
              <a:cxn ang="0">
                <a:pos x="T6" y="T7"/>
              </a:cxn>
              <a:cxn ang="0">
                <a:pos x="T8" y="T9"/>
              </a:cxn>
            </a:cxnLst>
            <a:rect l="0" t="0" r="r" b="b"/>
            <a:pathLst>
              <a:path w="125" h="683">
                <a:moveTo>
                  <a:pt x="125" y="683"/>
                </a:moveTo>
                <a:lnTo>
                  <a:pt x="125" y="130"/>
                </a:lnTo>
                <a:lnTo>
                  <a:pt x="0" y="0"/>
                </a:lnTo>
                <a:lnTo>
                  <a:pt x="0" y="551"/>
                </a:lnTo>
                <a:lnTo>
                  <a:pt x="125" y="683"/>
                </a:lnTo>
                <a:close/>
              </a:path>
            </a:pathLst>
          </a:custGeom>
          <a:solidFill>
            <a:srgbClr val="A0027B"/>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2" name="Freeform 12"/>
          <p:cNvSpPr>
            <a:spLocks noEditPoints="1"/>
          </p:cNvSpPr>
          <p:nvPr/>
        </p:nvSpPr>
        <p:spPr bwMode="auto">
          <a:xfrm>
            <a:off x="4710336" y="3138488"/>
            <a:ext cx="330200" cy="571500"/>
          </a:xfrm>
          <a:custGeom>
            <a:avLst/>
            <a:gdLst>
              <a:gd name="T0" fmla="*/ 140 w 153"/>
              <a:gd name="T1" fmla="*/ 0 h 264"/>
              <a:gd name="T2" fmla="*/ 13 w 153"/>
              <a:gd name="T3" fmla="*/ 0 h 264"/>
              <a:gd name="T4" fmla="*/ 0 w 153"/>
              <a:gd name="T5" fmla="*/ 14 h 264"/>
              <a:gd name="T6" fmla="*/ 0 w 153"/>
              <a:gd name="T7" fmla="*/ 251 h 264"/>
              <a:gd name="T8" fmla="*/ 13 w 153"/>
              <a:gd name="T9" fmla="*/ 264 h 264"/>
              <a:gd name="T10" fmla="*/ 140 w 153"/>
              <a:gd name="T11" fmla="*/ 264 h 264"/>
              <a:gd name="T12" fmla="*/ 153 w 153"/>
              <a:gd name="T13" fmla="*/ 251 h 264"/>
              <a:gd name="T14" fmla="*/ 153 w 153"/>
              <a:gd name="T15" fmla="*/ 14 h 264"/>
              <a:gd name="T16" fmla="*/ 140 w 153"/>
              <a:gd name="T17" fmla="*/ 0 h 264"/>
              <a:gd name="T18" fmla="*/ 37 w 153"/>
              <a:gd name="T19" fmla="*/ 12 h 264"/>
              <a:gd name="T20" fmla="*/ 122 w 153"/>
              <a:gd name="T21" fmla="*/ 12 h 264"/>
              <a:gd name="T22" fmla="*/ 122 w 153"/>
              <a:gd name="T23" fmla="*/ 19 h 264"/>
              <a:gd name="T24" fmla="*/ 37 w 153"/>
              <a:gd name="T25" fmla="*/ 19 h 264"/>
              <a:gd name="T26" fmla="*/ 37 w 153"/>
              <a:gd name="T27" fmla="*/ 12 h 264"/>
              <a:gd name="T28" fmla="*/ 79 w 153"/>
              <a:gd name="T29" fmla="*/ 252 h 264"/>
              <a:gd name="T30" fmla="*/ 64 w 153"/>
              <a:gd name="T31" fmla="*/ 237 h 264"/>
              <a:gd name="T32" fmla="*/ 79 w 153"/>
              <a:gd name="T33" fmla="*/ 223 h 264"/>
              <a:gd name="T34" fmla="*/ 93 w 153"/>
              <a:gd name="T35" fmla="*/ 237 h 264"/>
              <a:gd name="T36" fmla="*/ 79 w 153"/>
              <a:gd name="T37" fmla="*/ 252 h 264"/>
              <a:gd name="T38" fmla="*/ 139 w 153"/>
              <a:gd name="T39" fmla="*/ 213 h 264"/>
              <a:gd name="T40" fmla="*/ 14 w 153"/>
              <a:gd name="T41" fmla="*/ 213 h 264"/>
              <a:gd name="T42" fmla="*/ 14 w 153"/>
              <a:gd name="T43" fmla="*/ 33 h 264"/>
              <a:gd name="T44" fmla="*/ 139 w 153"/>
              <a:gd name="T45" fmla="*/ 33 h 264"/>
              <a:gd name="T46" fmla="*/ 139 w 153"/>
              <a:gd name="T47" fmla="*/ 213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3" h="264">
                <a:moveTo>
                  <a:pt x="140" y="0"/>
                </a:moveTo>
                <a:cubicBezTo>
                  <a:pt x="13" y="0"/>
                  <a:pt x="13" y="0"/>
                  <a:pt x="13" y="0"/>
                </a:cubicBezTo>
                <a:cubicBezTo>
                  <a:pt x="6" y="0"/>
                  <a:pt x="0" y="6"/>
                  <a:pt x="0" y="14"/>
                </a:cubicBezTo>
                <a:cubicBezTo>
                  <a:pt x="0" y="251"/>
                  <a:pt x="0" y="251"/>
                  <a:pt x="0" y="251"/>
                </a:cubicBezTo>
                <a:cubicBezTo>
                  <a:pt x="0" y="258"/>
                  <a:pt x="6" y="264"/>
                  <a:pt x="13" y="264"/>
                </a:cubicBezTo>
                <a:cubicBezTo>
                  <a:pt x="140" y="264"/>
                  <a:pt x="140" y="264"/>
                  <a:pt x="140" y="264"/>
                </a:cubicBezTo>
                <a:cubicBezTo>
                  <a:pt x="147" y="264"/>
                  <a:pt x="153" y="258"/>
                  <a:pt x="153" y="251"/>
                </a:cubicBezTo>
                <a:cubicBezTo>
                  <a:pt x="153" y="14"/>
                  <a:pt x="153" y="14"/>
                  <a:pt x="153" y="14"/>
                </a:cubicBezTo>
                <a:cubicBezTo>
                  <a:pt x="153" y="6"/>
                  <a:pt x="147" y="0"/>
                  <a:pt x="140" y="0"/>
                </a:cubicBezTo>
                <a:close/>
                <a:moveTo>
                  <a:pt x="37" y="12"/>
                </a:moveTo>
                <a:cubicBezTo>
                  <a:pt x="122" y="12"/>
                  <a:pt x="122" y="12"/>
                  <a:pt x="122" y="12"/>
                </a:cubicBezTo>
                <a:cubicBezTo>
                  <a:pt x="122" y="19"/>
                  <a:pt x="122" y="19"/>
                  <a:pt x="122" y="19"/>
                </a:cubicBezTo>
                <a:cubicBezTo>
                  <a:pt x="37" y="19"/>
                  <a:pt x="37" y="19"/>
                  <a:pt x="37" y="19"/>
                </a:cubicBezTo>
                <a:lnTo>
                  <a:pt x="37" y="12"/>
                </a:lnTo>
                <a:close/>
                <a:moveTo>
                  <a:pt x="79" y="252"/>
                </a:moveTo>
                <a:cubicBezTo>
                  <a:pt x="71" y="252"/>
                  <a:pt x="64" y="245"/>
                  <a:pt x="64" y="237"/>
                </a:cubicBezTo>
                <a:cubicBezTo>
                  <a:pt x="64" y="229"/>
                  <a:pt x="71" y="223"/>
                  <a:pt x="79" y="223"/>
                </a:cubicBezTo>
                <a:cubicBezTo>
                  <a:pt x="87" y="223"/>
                  <a:pt x="93" y="229"/>
                  <a:pt x="93" y="237"/>
                </a:cubicBezTo>
                <a:cubicBezTo>
                  <a:pt x="93" y="245"/>
                  <a:pt x="87" y="252"/>
                  <a:pt x="79" y="252"/>
                </a:cubicBezTo>
                <a:close/>
                <a:moveTo>
                  <a:pt x="139" y="213"/>
                </a:moveTo>
                <a:cubicBezTo>
                  <a:pt x="14" y="213"/>
                  <a:pt x="14" y="213"/>
                  <a:pt x="14" y="213"/>
                </a:cubicBezTo>
                <a:cubicBezTo>
                  <a:pt x="14" y="33"/>
                  <a:pt x="14" y="33"/>
                  <a:pt x="14" y="33"/>
                </a:cubicBezTo>
                <a:cubicBezTo>
                  <a:pt x="139" y="33"/>
                  <a:pt x="139" y="33"/>
                  <a:pt x="139" y="33"/>
                </a:cubicBezTo>
                <a:lnTo>
                  <a:pt x="139" y="213"/>
                </a:lnTo>
                <a:close/>
              </a:path>
            </a:pathLst>
          </a:custGeom>
          <a:solidFill>
            <a:srgbClr val="A5087D"/>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 name="Rectangle 14"/>
          <p:cNvSpPr>
            <a:spLocks noChangeArrowheads="1"/>
          </p:cNvSpPr>
          <p:nvPr/>
        </p:nvSpPr>
        <p:spPr bwMode="auto">
          <a:xfrm>
            <a:off x="5297711" y="4183063"/>
            <a:ext cx="787400" cy="877887"/>
          </a:xfrm>
          <a:prstGeom prst="rect">
            <a:avLst/>
          </a:prstGeom>
          <a:solidFill>
            <a:srgbClr val="FFFFFF"/>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5" name="Freeform 15"/>
          <p:cNvSpPr>
            <a:spLocks/>
          </p:cNvSpPr>
          <p:nvPr/>
        </p:nvSpPr>
        <p:spPr bwMode="auto">
          <a:xfrm>
            <a:off x="6926486" y="4183063"/>
            <a:ext cx="3473450" cy="877887"/>
          </a:xfrm>
          <a:custGeom>
            <a:avLst/>
            <a:gdLst>
              <a:gd name="T0" fmla="*/ 1959 w 2188"/>
              <a:gd name="T1" fmla="*/ 0 h 553"/>
              <a:gd name="T2" fmla="*/ 0 w 2188"/>
              <a:gd name="T3" fmla="*/ 0 h 553"/>
              <a:gd name="T4" fmla="*/ 0 w 2188"/>
              <a:gd name="T5" fmla="*/ 553 h 553"/>
              <a:gd name="T6" fmla="*/ 1959 w 2188"/>
              <a:gd name="T7" fmla="*/ 553 h 553"/>
              <a:gd name="T8" fmla="*/ 2188 w 2188"/>
              <a:gd name="T9" fmla="*/ 277 h 553"/>
              <a:gd name="T10" fmla="*/ 1959 w 2188"/>
              <a:gd name="T11" fmla="*/ 0 h 553"/>
            </a:gdLst>
            <a:ahLst/>
            <a:cxnLst>
              <a:cxn ang="0">
                <a:pos x="T0" y="T1"/>
              </a:cxn>
              <a:cxn ang="0">
                <a:pos x="T2" y="T3"/>
              </a:cxn>
              <a:cxn ang="0">
                <a:pos x="T4" y="T5"/>
              </a:cxn>
              <a:cxn ang="0">
                <a:pos x="T6" y="T7"/>
              </a:cxn>
              <a:cxn ang="0">
                <a:pos x="T8" y="T9"/>
              </a:cxn>
              <a:cxn ang="0">
                <a:pos x="T10" y="T11"/>
              </a:cxn>
            </a:cxnLst>
            <a:rect l="0" t="0" r="r" b="b"/>
            <a:pathLst>
              <a:path w="2188" h="553">
                <a:moveTo>
                  <a:pt x="1959" y="0"/>
                </a:moveTo>
                <a:lnTo>
                  <a:pt x="0" y="0"/>
                </a:lnTo>
                <a:lnTo>
                  <a:pt x="0" y="553"/>
                </a:lnTo>
                <a:lnTo>
                  <a:pt x="1959" y="553"/>
                </a:lnTo>
                <a:lnTo>
                  <a:pt x="2188" y="277"/>
                </a:lnTo>
                <a:lnTo>
                  <a:pt x="1959" y="0"/>
                </a:lnTo>
                <a:close/>
              </a:path>
            </a:pathLst>
          </a:custGeom>
          <a:solidFill>
            <a:srgbClr val="FFFFFF"/>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6" name="Freeform 16"/>
          <p:cNvSpPr>
            <a:spLocks/>
          </p:cNvSpPr>
          <p:nvPr/>
        </p:nvSpPr>
        <p:spPr bwMode="auto">
          <a:xfrm>
            <a:off x="6920136" y="4183063"/>
            <a:ext cx="198438" cy="1085850"/>
          </a:xfrm>
          <a:custGeom>
            <a:avLst/>
            <a:gdLst>
              <a:gd name="T0" fmla="*/ 125 w 125"/>
              <a:gd name="T1" fmla="*/ 684 h 684"/>
              <a:gd name="T2" fmla="*/ 125 w 125"/>
              <a:gd name="T3" fmla="*/ 131 h 684"/>
              <a:gd name="T4" fmla="*/ 0 w 125"/>
              <a:gd name="T5" fmla="*/ 0 h 684"/>
              <a:gd name="T6" fmla="*/ 0 w 125"/>
              <a:gd name="T7" fmla="*/ 553 h 684"/>
              <a:gd name="T8" fmla="*/ 125 w 125"/>
              <a:gd name="T9" fmla="*/ 684 h 684"/>
            </a:gdLst>
            <a:ahLst/>
            <a:cxnLst>
              <a:cxn ang="0">
                <a:pos x="T0" y="T1"/>
              </a:cxn>
              <a:cxn ang="0">
                <a:pos x="T2" y="T3"/>
              </a:cxn>
              <a:cxn ang="0">
                <a:pos x="T4" y="T5"/>
              </a:cxn>
              <a:cxn ang="0">
                <a:pos x="T6" y="T7"/>
              </a:cxn>
              <a:cxn ang="0">
                <a:pos x="T8" y="T9"/>
              </a:cxn>
            </a:cxnLst>
            <a:rect l="0" t="0" r="r" b="b"/>
            <a:pathLst>
              <a:path w="125" h="684">
                <a:moveTo>
                  <a:pt x="125" y="684"/>
                </a:moveTo>
                <a:lnTo>
                  <a:pt x="125" y="131"/>
                </a:lnTo>
                <a:lnTo>
                  <a:pt x="0" y="0"/>
                </a:lnTo>
                <a:lnTo>
                  <a:pt x="0" y="553"/>
                </a:lnTo>
                <a:lnTo>
                  <a:pt x="125" y="684"/>
                </a:lnTo>
                <a:close/>
              </a:path>
            </a:pathLst>
          </a:custGeom>
          <a:solidFill>
            <a:srgbClr val="B0BEC7"/>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nvGrpSpPr>
          <p:cNvPr id="3" name="组合 2"/>
          <p:cNvGrpSpPr/>
          <p:nvPr/>
        </p:nvGrpSpPr>
        <p:grpSpPr>
          <a:xfrm>
            <a:off x="4598417" y="4344988"/>
            <a:ext cx="554038" cy="554037"/>
            <a:chOff x="4406900" y="4344988"/>
            <a:chExt cx="554038" cy="554037"/>
          </a:xfrm>
          <a:solidFill>
            <a:srgbClr val="047DBB"/>
          </a:solidFill>
        </p:grpSpPr>
        <p:sp>
          <p:nvSpPr>
            <p:cNvPr id="18" name="Freeform 19"/>
            <p:cNvSpPr>
              <a:spLocks noEditPoints="1"/>
            </p:cNvSpPr>
            <p:nvPr/>
          </p:nvSpPr>
          <p:spPr bwMode="auto">
            <a:xfrm>
              <a:off x="4406900" y="4397375"/>
              <a:ext cx="501650" cy="501650"/>
            </a:xfrm>
            <a:custGeom>
              <a:avLst/>
              <a:gdLst>
                <a:gd name="T0" fmla="*/ 116 w 232"/>
                <a:gd name="T1" fmla="*/ 232 h 232"/>
                <a:gd name="T2" fmla="*/ 232 w 232"/>
                <a:gd name="T3" fmla="*/ 116 h 232"/>
                <a:gd name="T4" fmla="*/ 218 w 232"/>
                <a:gd name="T5" fmla="*/ 62 h 232"/>
                <a:gd name="T6" fmla="*/ 215 w 232"/>
                <a:gd name="T7" fmla="*/ 62 h 232"/>
                <a:gd name="T8" fmla="*/ 214 w 232"/>
                <a:gd name="T9" fmla="*/ 62 h 232"/>
                <a:gd name="T10" fmla="*/ 199 w 232"/>
                <a:gd name="T11" fmla="*/ 61 h 232"/>
                <a:gd name="T12" fmla="*/ 188 w 232"/>
                <a:gd name="T13" fmla="*/ 71 h 232"/>
                <a:gd name="T14" fmla="*/ 201 w 232"/>
                <a:gd name="T15" fmla="*/ 116 h 232"/>
                <a:gd name="T16" fmla="*/ 116 w 232"/>
                <a:gd name="T17" fmla="*/ 201 h 232"/>
                <a:gd name="T18" fmla="*/ 31 w 232"/>
                <a:gd name="T19" fmla="*/ 116 h 232"/>
                <a:gd name="T20" fmla="*/ 116 w 232"/>
                <a:gd name="T21" fmla="*/ 31 h 232"/>
                <a:gd name="T22" fmla="*/ 161 w 232"/>
                <a:gd name="T23" fmla="*/ 44 h 232"/>
                <a:gd name="T24" fmla="*/ 170 w 232"/>
                <a:gd name="T25" fmla="*/ 34 h 232"/>
                <a:gd name="T26" fmla="*/ 169 w 232"/>
                <a:gd name="T27" fmla="*/ 17 h 232"/>
                <a:gd name="T28" fmla="*/ 169 w 232"/>
                <a:gd name="T29" fmla="*/ 13 h 232"/>
                <a:gd name="T30" fmla="*/ 116 w 232"/>
                <a:gd name="T31" fmla="*/ 0 h 232"/>
                <a:gd name="T32" fmla="*/ 0 w 232"/>
                <a:gd name="T33" fmla="*/ 116 h 232"/>
                <a:gd name="T34" fmla="*/ 116 w 232"/>
                <a:gd name="T35" fmla="*/ 232 h 232"/>
                <a:gd name="T36" fmla="*/ 116 w 232"/>
                <a:gd name="T37" fmla="*/ 232 h 232"/>
                <a:gd name="T38" fmla="*/ 116 w 232"/>
                <a:gd name="T39" fmla="*/ 232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2" h="232">
                  <a:moveTo>
                    <a:pt x="116" y="232"/>
                  </a:moveTo>
                  <a:cubicBezTo>
                    <a:pt x="180" y="232"/>
                    <a:pt x="232" y="180"/>
                    <a:pt x="232" y="116"/>
                  </a:cubicBezTo>
                  <a:cubicBezTo>
                    <a:pt x="232" y="96"/>
                    <a:pt x="227" y="78"/>
                    <a:pt x="218" y="62"/>
                  </a:cubicBezTo>
                  <a:cubicBezTo>
                    <a:pt x="217" y="62"/>
                    <a:pt x="216" y="62"/>
                    <a:pt x="215" y="62"/>
                  </a:cubicBezTo>
                  <a:cubicBezTo>
                    <a:pt x="215" y="62"/>
                    <a:pt x="214" y="62"/>
                    <a:pt x="214" y="62"/>
                  </a:cubicBezTo>
                  <a:cubicBezTo>
                    <a:pt x="199" y="61"/>
                    <a:pt x="199" y="61"/>
                    <a:pt x="199" y="61"/>
                  </a:cubicBezTo>
                  <a:cubicBezTo>
                    <a:pt x="188" y="71"/>
                    <a:pt x="188" y="71"/>
                    <a:pt x="188" y="71"/>
                  </a:cubicBezTo>
                  <a:cubicBezTo>
                    <a:pt x="196" y="84"/>
                    <a:pt x="201" y="100"/>
                    <a:pt x="201" y="116"/>
                  </a:cubicBezTo>
                  <a:cubicBezTo>
                    <a:pt x="201" y="163"/>
                    <a:pt x="163" y="201"/>
                    <a:pt x="116" y="201"/>
                  </a:cubicBezTo>
                  <a:cubicBezTo>
                    <a:pt x="69" y="201"/>
                    <a:pt x="31" y="163"/>
                    <a:pt x="31" y="116"/>
                  </a:cubicBezTo>
                  <a:cubicBezTo>
                    <a:pt x="31" y="69"/>
                    <a:pt x="69" y="31"/>
                    <a:pt x="116" y="31"/>
                  </a:cubicBezTo>
                  <a:cubicBezTo>
                    <a:pt x="132" y="31"/>
                    <a:pt x="148" y="36"/>
                    <a:pt x="161" y="44"/>
                  </a:cubicBezTo>
                  <a:cubicBezTo>
                    <a:pt x="170" y="34"/>
                    <a:pt x="170" y="34"/>
                    <a:pt x="170" y="34"/>
                  </a:cubicBezTo>
                  <a:cubicBezTo>
                    <a:pt x="169" y="17"/>
                    <a:pt x="169" y="17"/>
                    <a:pt x="169" y="17"/>
                  </a:cubicBezTo>
                  <a:cubicBezTo>
                    <a:pt x="169" y="16"/>
                    <a:pt x="169" y="14"/>
                    <a:pt x="169" y="13"/>
                  </a:cubicBezTo>
                  <a:cubicBezTo>
                    <a:pt x="153" y="5"/>
                    <a:pt x="135" y="0"/>
                    <a:pt x="116" y="0"/>
                  </a:cubicBezTo>
                  <a:cubicBezTo>
                    <a:pt x="52" y="0"/>
                    <a:pt x="0" y="52"/>
                    <a:pt x="0" y="116"/>
                  </a:cubicBezTo>
                  <a:cubicBezTo>
                    <a:pt x="0" y="180"/>
                    <a:pt x="52" y="232"/>
                    <a:pt x="116" y="232"/>
                  </a:cubicBezTo>
                  <a:close/>
                  <a:moveTo>
                    <a:pt x="116" y="232"/>
                  </a:moveTo>
                  <a:cubicBezTo>
                    <a:pt x="116" y="232"/>
                    <a:pt x="116" y="232"/>
                    <a:pt x="116" y="2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20"/>
            <p:cNvSpPr>
              <a:spLocks noEditPoints="1"/>
            </p:cNvSpPr>
            <p:nvPr/>
          </p:nvSpPr>
          <p:spPr bwMode="auto">
            <a:xfrm>
              <a:off x="4535488" y="4524375"/>
              <a:ext cx="246063" cy="247650"/>
            </a:xfrm>
            <a:custGeom>
              <a:avLst/>
              <a:gdLst>
                <a:gd name="T0" fmla="*/ 57 w 114"/>
                <a:gd name="T1" fmla="*/ 27 h 114"/>
                <a:gd name="T2" fmla="*/ 59 w 114"/>
                <a:gd name="T3" fmla="*/ 27 h 114"/>
                <a:gd name="T4" fmla="*/ 81 w 114"/>
                <a:gd name="T5" fmla="*/ 6 h 114"/>
                <a:gd name="T6" fmla="*/ 81 w 114"/>
                <a:gd name="T7" fmla="*/ 5 h 114"/>
                <a:gd name="T8" fmla="*/ 57 w 114"/>
                <a:gd name="T9" fmla="*/ 0 h 114"/>
                <a:gd name="T10" fmla="*/ 0 w 114"/>
                <a:gd name="T11" fmla="*/ 57 h 114"/>
                <a:gd name="T12" fmla="*/ 57 w 114"/>
                <a:gd name="T13" fmla="*/ 114 h 114"/>
                <a:gd name="T14" fmla="*/ 114 w 114"/>
                <a:gd name="T15" fmla="*/ 57 h 114"/>
                <a:gd name="T16" fmla="*/ 109 w 114"/>
                <a:gd name="T17" fmla="*/ 33 h 114"/>
                <a:gd name="T18" fmla="*/ 108 w 114"/>
                <a:gd name="T19" fmla="*/ 33 h 114"/>
                <a:gd name="T20" fmla="*/ 87 w 114"/>
                <a:gd name="T21" fmla="*/ 55 h 114"/>
                <a:gd name="T22" fmla="*/ 87 w 114"/>
                <a:gd name="T23" fmla="*/ 57 h 114"/>
                <a:gd name="T24" fmla="*/ 57 w 114"/>
                <a:gd name="T25" fmla="*/ 87 h 114"/>
                <a:gd name="T26" fmla="*/ 27 w 114"/>
                <a:gd name="T27" fmla="*/ 57 h 114"/>
                <a:gd name="T28" fmla="*/ 57 w 114"/>
                <a:gd name="T29" fmla="*/ 27 h 114"/>
                <a:gd name="T30" fmla="*/ 57 w 114"/>
                <a:gd name="T31" fmla="*/ 27 h 114"/>
                <a:gd name="T32" fmla="*/ 57 w 114"/>
                <a:gd name="T33" fmla="*/ 27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4" h="114">
                  <a:moveTo>
                    <a:pt x="57" y="27"/>
                  </a:moveTo>
                  <a:cubicBezTo>
                    <a:pt x="58" y="27"/>
                    <a:pt x="58" y="27"/>
                    <a:pt x="59" y="27"/>
                  </a:cubicBezTo>
                  <a:cubicBezTo>
                    <a:pt x="81" y="6"/>
                    <a:pt x="81" y="6"/>
                    <a:pt x="81" y="6"/>
                  </a:cubicBezTo>
                  <a:cubicBezTo>
                    <a:pt x="81" y="5"/>
                    <a:pt x="81" y="5"/>
                    <a:pt x="81" y="5"/>
                  </a:cubicBezTo>
                  <a:cubicBezTo>
                    <a:pt x="74" y="2"/>
                    <a:pt x="66" y="0"/>
                    <a:pt x="57" y="0"/>
                  </a:cubicBezTo>
                  <a:cubicBezTo>
                    <a:pt x="25" y="0"/>
                    <a:pt x="0" y="25"/>
                    <a:pt x="0" y="57"/>
                  </a:cubicBezTo>
                  <a:cubicBezTo>
                    <a:pt x="0" y="88"/>
                    <a:pt x="25" y="114"/>
                    <a:pt x="57" y="114"/>
                  </a:cubicBezTo>
                  <a:cubicBezTo>
                    <a:pt x="88" y="114"/>
                    <a:pt x="114" y="88"/>
                    <a:pt x="114" y="57"/>
                  </a:cubicBezTo>
                  <a:cubicBezTo>
                    <a:pt x="114" y="48"/>
                    <a:pt x="112" y="40"/>
                    <a:pt x="109" y="33"/>
                  </a:cubicBezTo>
                  <a:cubicBezTo>
                    <a:pt x="108" y="33"/>
                    <a:pt x="108" y="33"/>
                    <a:pt x="108" y="33"/>
                  </a:cubicBezTo>
                  <a:cubicBezTo>
                    <a:pt x="87" y="55"/>
                    <a:pt x="87" y="55"/>
                    <a:pt x="87" y="55"/>
                  </a:cubicBezTo>
                  <a:cubicBezTo>
                    <a:pt x="87" y="55"/>
                    <a:pt x="87" y="56"/>
                    <a:pt x="87" y="57"/>
                  </a:cubicBezTo>
                  <a:cubicBezTo>
                    <a:pt x="87" y="74"/>
                    <a:pt x="73" y="87"/>
                    <a:pt x="57" y="87"/>
                  </a:cubicBezTo>
                  <a:cubicBezTo>
                    <a:pt x="40" y="87"/>
                    <a:pt x="27" y="74"/>
                    <a:pt x="27" y="57"/>
                  </a:cubicBezTo>
                  <a:cubicBezTo>
                    <a:pt x="27" y="40"/>
                    <a:pt x="40" y="27"/>
                    <a:pt x="57" y="27"/>
                  </a:cubicBezTo>
                  <a:close/>
                  <a:moveTo>
                    <a:pt x="57" y="27"/>
                  </a:moveTo>
                  <a:cubicBezTo>
                    <a:pt x="57" y="27"/>
                    <a:pt x="57" y="27"/>
                    <a:pt x="57" y="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21"/>
            <p:cNvSpPr>
              <a:spLocks noEditPoints="1"/>
            </p:cNvSpPr>
            <p:nvPr/>
          </p:nvSpPr>
          <p:spPr bwMode="auto">
            <a:xfrm>
              <a:off x="4681538" y="4344988"/>
              <a:ext cx="279400" cy="279400"/>
            </a:xfrm>
            <a:custGeom>
              <a:avLst/>
              <a:gdLst>
                <a:gd name="T0" fmla="*/ 109 w 129"/>
                <a:gd name="T1" fmla="*/ 35 h 129"/>
                <a:gd name="T2" fmla="*/ 115 w 129"/>
                <a:gd name="T3" fmla="*/ 29 h 129"/>
                <a:gd name="T4" fmla="*/ 115 w 129"/>
                <a:gd name="T5" fmla="*/ 18 h 129"/>
                <a:gd name="T6" fmla="*/ 111 w 129"/>
                <a:gd name="T7" fmla="*/ 14 h 129"/>
                <a:gd name="T8" fmla="*/ 105 w 129"/>
                <a:gd name="T9" fmla="*/ 12 h 129"/>
                <a:gd name="T10" fmla="*/ 100 w 129"/>
                <a:gd name="T11" fmla="*/ 14 h 129"/>
                <a:gd name="T12" fmla="*/ 93 w 129"/>
                <a:gd name="T13" fmla="*/ 21 h 129"/>
                <a:gd name="T14" fmla="*/ 92 w 129"/>
                <a:gd name="T15" fmla="*/ 2 h 129"/>
                <a:gd name="T16" fmla="*/ 89 w 129"/>
                <a:gd name="T17" fmla="*/ 0 h 129"/>
                <a:gd name="T18" fmla="*/ 87 w 129"/>
                <a:gd name="T19" fmla="*/ 0 h 129"/>
                <a:gd name="T20" fmla="*/ 59 w 129"/>
                <a:gd name="T21" fmla="*/ 29 h 129"/>
                <a:gd name="T22" fmla="*/ 56 w 129"/>
                <a:gd name="T23" fmla="*/ 38 h 129"/>
                <a:gd name="T24" fmla="*/ 56 w 129"/>
                <a:gd name="T25" fmla="*/ 40 h 129"/>
                <a:gd name="T26" fmla="*/ 57 w 129"/>
                <a:gd name="T27" fmla="*/ 57 h 129"/>
                <a:gd name="T28" fmla="*/ 47 w 129"/>
                <a:gd name="T29" fmla="*/ 67 h 129"/>
                <a:gd name="T30" fmla="*/ 28 w 129"/>
                <a:gd name="T31" fmla="*/ 86 h 129"/>
                <a:gd name="T32" fmla="*/ 28 w 129"/>
                <a:gd name="T33" fmla="*/ 86 h 129"/>
                <a:gd name="T34" fmla="*/ 10 w 129"/>
                <a:gd name="T35" fmla="*/ 104 h 129"/>
                <a:gd name="T36" fmla="*/ 2 w 129"/>
                <a:gd name="T37" fmla="*/ 112 h 129"/>
                <a:gd name="T38" fmla="*/ 1 w 129"/>
                <a:gd name="T39" fmla="*/ 116 h 129"/>
                <a:gd name="T40" fmla="*/ 0 w 129"/>
                <a:gd name="T41" fmla="*/ 122 h 129"/>
                <a:gd name="T42" fmla="*/ 6 w 129"/>
                <a:gd name="T43" fmla="*/ 129 h 129"/>
                <a:gd name="T44" fmla="*/ 7 w 129"/>
                <a:gd name="T45" fmla="*/ 129 h 129"/>
                <a:gd name="T46" fmla="*/ 13 w 129"/>
                <a:gd name="T47" fmla="*/ 128 h 129"/>
                <a:gd name="T48" fmla="*/ 17 w 129"/>
                <a:gd name="T49" fmla="*/ 126 h 129"/>
                <a:gd name="T50" fmla="*/ 73 w 129"/>
                <a:gd name="T51" fmla="*/ 71 h 129"/>
                <a:gd name="T52" fmla="*/ 89 w 129"/>
                <a:gd name="T53" fmla="*/ 72 h 129"/>
                <a:gd name="T54" fmla="*/ 89 w 129"/>
                <a:gd name="T55" fmla="*/ 72 h 129"/>
                <a:gd name="T56" fmla="*/ 90 w 129"/>
                <a:gd name="T57" fmla="*/ 72 h 129"/>
                <a:gd name="T58" fmla="*/ 99 w 129"/>
                <a:gd name="T59" fmla="*/ 69 h 129"/>
                <a:gd name="T60" fmla="*/ 127 w 129"/>
                <a:gd name="T61" fmla="*/ 40 h 129"/>
                <a:gd name="T62" fmla="*/ 126 w 129"/>
                <a:gd name="T63" fmla="*/ 36 h 129"/>
                <a:gd name="T64" fmla="*/ 109 w 129"/>
                <a:gd name="T65" fmla="*/ 35 h 129"/>
                <a:gd name="T66" fmla="*/ 109 w 129"/>
                <a:gd name="T67" fmla="*/ 35 h 129"/>
                <a:gd name="T68" fmla="*/ 109 w 129"/>
                <a:gd name="T69" fmla="*/ 3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9" h="129">
                  <a:moveTo>
                    <a:pt x="109" y="35"/>
                  </a:moveTo>
                  <a:cubicBezTo>
                    <a:pt x="115" y="29"/>
                    <a:pt x="115" y="29"/>
                    <a:pt x="115" y="29"/>
                  </a:cubicBezTo>
                  <a:cubicBezTo>
                    <a:pt x="118" y="26"/>
                    <a:pt x="118" y="21"/>
                    <a:pt x="115" y="18"/>
                  </a:cubicBezTo>
                  <a:cubicBezTo>
                    <a:pt x="111" y="14"/>
                    <a:pt x="111" y="14"/>
                    <a:pt x="111" y="14"/>
                  </a:cubicBezTo>
                  <a:cubicBezTo>
                    <a:pt x="109" y="13"/>
                    <a:pt x="107" y="12"/>
                    <a:pt x="105" y="12"/>
                  </a:cubicBezTo>
                  <a:cubicBezTo>
                    <a:pt x="104" y="12"/>
                    <a:pt x="102" y="13"/>
                    <a:pt x="100" y="14"/>
                  </a:cubicBezTo>
                  <a:cubicBezTo>
                    <a:pt x="93" y="21"/>
                    <a:pt x="93" y="21"/>
                    <a:pt x="93" y="21"/>
                  </a:cubicBezTo>
                  <a:cubicBezTo>
                    <a:pt x="92" y="2"/>
                    <a:pt x="92" y="2"/>
                    <a:pt x="92" y="2"/>
                  </a:cubicBezTo>
                  <a:cubicBezTo>
                    <a:pt x="91" y="1"/>
                    <a:pt x="90" y="0"/>
                    <a:pt x="89" y="0"/>
                  </a:cubicBezTo>
                  <a:cubicBezTo>
                    <a:pt x="89" y="0"/>
                    <a:pt x="88" y="0"/>
                    <a:pt x="87" y="0"/>
                  </a:cubicBezTo>
                  <a:cubicBezTo>
                    <a:pt x="59" y="29"/>
                    <a:pt x="59" y="29"/>
                    <a:pt x="59" y="29"/>
                  </a:cubicBezTo>
                  <a:cubicBezTo>
                    <a:pt x="57" y="31"/>
                    <a:pt x="55" y="35"/>
                    <a:pt x="56" y="38"/>
                  </a:cubicBezTo>
                  <a:cubicBezTo>
                    <a:pt x="56" y="40"/>
                    <a:pt x="56" y="40"/>
                    <a:pt x="56" y="40"/>
                  </a:cubicBezTo>
                  <a:cubicBezTo>
                    <a:pt x="57" y="57"/>
                    <a:pt x="57" y="57"/>
                    <a:pt x="57" y="57"/>
                  </a:cubicBezTo>
                  <a:cubicBezTo>
                    <a:pt x="47" y="67"/>
                    <a:pt x="47" y="67"/>
                    <a:pt x="47" y="67"/>
                  </a:cubicBezTo>
                  <a:cubicBezTo>
                    <a:pt x="28" y="86"/>
                    <a:pt x="28" y="86"/>
                    <a:pt x="28" y="86"/>
                  </a:cubicBezTo>
                  <a:cubicBezTo>
                    <a:pt x="28" y="86"/>
                    <a:pt x="28" y="86"/>
                    <a:pt x="28" y="86"/>
                  </a:cubicBezTo>
                  <a:cubicBezTo>
                    <a:pt x="10" y="104"/>
                    <a:pt x="10" y="104"/>
                    <a:pt x="10" y="104"/>
                  </a:cubicBezTo>
                  <a:cubicBezTo>
                    <a:pt x="2" y="112"/>
                    <a:pt x="2" y="112"/>
                    <a:pt x="2" y="112"/>
                  </a:cubicBezTo>
                  <a:cubicBezTo>
                    <a:pt x="1" y="113"/>
                    <a:pt x="1" y="114"/>
                    <a:pt x="1" y="116"/>
                  </a:cubicBezTo>
                  <a:cubicBezTo>
                    <a:pt x="0" y="122"/>
                    <a:pt x="0" y="122"/>
                    <a:pt x="0" y="122"/>
                  </a:cubicBezTo>
                  <a:cubicBezTo>
                    <a:pt x="0" y="126"/>
                    <a:pt x="3" y="129"/>
                    <a:pt x="6" y="129"/>
                  </a:cubicBezTo>
                  <a:cubicBezTo>
                    <a:pt x="7" y="129"/>
                    <a:pt x="7" y="129"/>
                    <a:pt x="7" y="129"/>
                  </a:cubicBezTo>
                  <a:cubicBezTo>
                    <a:pt x="13" y="128"/>
                    <a:pt x="13" y="128"/>
                    <a:pt x="13" y="128"/>
                  </a:cubicBezTo>
                  <a:cubicBezTo>
                    <a:pt x="15" y="128"/>
                    <a:pt x="16" y="128"/>
                    <a:pt x="17" y="126"/>
                  </a:cubicBezTo>
                  <a:cubicBezTo>
                    <a:pt x="73" y="71"/>
                    <a:pt x="73" y="71"/>
                    <a:pt x="73" y="71"/>
                  </a:cubicBezTo>
                  <a:cubicBezTo>
                    <a:pt x="89" y="72"/>
                    <a:pt x="89" y="72"/>
                    <a:pt x="89" y="72"/>
                  </a:cubicBezTo>
                  <a:cubicBezTo>
                    <a:pt x="89" y="72"/>
                    <a:pt x="89" y="72"/>
                    <a:pt x="89" y="72"/>
                  </a:cubicBezTo>
                  <a:cubicBezTo>
                    <a:pt x="90" y="72"/>
                    <a:pt x="90" y="72"/>
                    <a:pt x="90" y="72"/>
                  </a:cubicBezTo>
                  <a:cubicBezTo>
                    <a:pt x="94" y="72"/>
                    <a:pt x="97" y="71"/>
                    <a:pt x="99" y="69"/>
                  </a:cubicBezTo>
                  <a:cubicBezTo>
                    <a:pt x="127" y="40"/>
                    <a:pt x="127" y="40"/>
                    <a:pt x="127" y="40"/>
                  </a:cubicBezTo>
                  <a:cubicBezTo>
                    <a:pt x="129" y="39"/>
                    <a:pt x="128" y="36"/>
                    <a:pt x="126" y="36"/>
                  </a:cubicBezTo>
                  <a:lnTo>
                    <a:pt x="109" y="35"/>
                  </a:lnTo>
                  <a:close/>
                  <a:moveTo>
                    <a:pt x="109" y="35"/>
                  </a:moveTo>
                  <a:cubicBezTo>
                    <a:pt x="109" y="35"/>
                    <a:pt x="109" y="35"/>
                    <a:pt x="109" y="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1" name="Freeform 22"/>
          <p:cNvSpPr>
            <a:spLocks/>
          </p:cNvSpPr>
          <p:nvPr/>
        </p:nvSpPr>
        <p:spPr bwMode="auto">
          <a:xfrm>
            <a:off x="6085111" y="4181475"/>
            <a:ext cx="198438" cy="1085850"/>
          </a:xfrm>
          <a:custGeom>
            <a:avLst/>
            <a:gdLst>
              <a:gd name="T0" fmla="*/ 125 w 125"/>
              <a:gd name="T1" fmla="*/ 684 h 684"/>
              <a:gd name="T2" fmla="*/ 125 w 125"/>
              <a:gd name="T3" fmla="*/ 132 h 684"/>
              <a:gd name="T4" fmla="*/ 0 w 125"/>
              <a:gd name="T5" fmla="*/ 0 h 684"/>
              <a:gd name="T6" fmla="*/ 0 w 125"/>
              <a:gd name="T7" fmla="*/ 553 h 684"/>
              <a:gd name="T8" fmla="*/ 125 w 125"/>
              <a:gd name="T9" fmla="*/ 684 h 684"/>
            </a:gdLst>
            <a:ahLst/>
            <a:cxnLst>
              <a:cxn ang="0">
                <a:pos x="T0" y="T1"/>
              </a:cxn>
              <a:cxn ang="0">
                <a:pos x="T2" y="T3"/>
              </a:cxn>
              <a:cxn ang="0">
                <a:pos x="T4" y="T5"/>
              </a:cxn>
              <a:cxn ang="0">
                <a:pos x="T6" y="T7"/>
              </a:cxn>
              <a:cxn ang="0">
                <a:pos x="T8" y="T9"/>
              </a:cxn>
            </a:cxnLst>
            <a:rect l="0" t="0" r="r" b="b"/>
            <a:pathLst>
              <a:path w="125" h="684">
                <a:moveTo>
                  <a:pt x="125" y="684"/>
                </a:moveTo>
                <a:lnTo>
                  <a:pt x="125" y="132"/>
                </a:lnTo>
                <a:lnTo>
                  <a:pt x="0" y="0"/>
                </a:lnTo>
                <a:lnTo>
                  <a:pt x="0" y="553"/>
                </a:lnTo>
                <a:lnTo>
                  <a:pt x="125" y="684"/>
                </a:lnTo>
                <a:close/>
              </a:path>
            </a:pathLst>
          </a:custGeom>
          <a:solidFill>
            <a:srgbClr val="097FBA"/>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3" name="Rectangle 24"/>
          <p:cNvSpPr>
            <a:spLocks noChangeArrowheads="1"/>
          </p:cNvSpPr>
          <p:nvPr/>
        </p:nvSpPr>
        <p:spPr bwMode="auto">
          <a:xfrm>
            <a:off x="5297711" y="1789113"/>
            <a:ext cx="787400" cy="876300"/>
          </a:xfrm>
          <a:prstGeom prst="rect">
            <a:avLst/>
          </a:prstGeom>
          <a:solidFill>
            <a:srgbClr val="FFFFFF"/>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4" name="Freeform 25"/>
          <p:cNvSpPr>
            <a:spLocks/>
          </p:cNvSpPr>
          <p:nvPr/>
        </p:nvSpPr>
        <p:spPr bwMode="auto">
          <a:xfrm>
            <a:off x="6926486" y="1789113"/>
            <a:ext cx="4460875" cy="876300"/>
          </a:xfrm>
          <a:custGeom>
            <a:avLst/>
            <a:gdLst>
              <a:gd name="T0" fmla="*/ 2581 w 2810"/>
              <a:gd name="T1" fmla="*/ 0 h 552"/>
              <a:gd name="T2" fmla="*/ 0 w 2810"/>
              <a:gd name="T3" fmla="*/ 0 h 552"/>
              <a:gd name="T4" fmla="*/ 0 w 2810"/>
              <a:gd name="T5" fmla="*/ 552 h 552"/>
              <a:gd name="T6" fmla="*/ 2581 w 2810"/>
              <a:gd name="T7" fmla="*/ 552 h 552"/>
              <a:gd name="T8" fmla="*/ 2810 w 2810"/>
              <a:gd name="T9" fmla="*/ 277 h 552"/>
              <a:gd name="T10" fmla="*/ 2581 w 2810"/>
              <a:gd name="T11" fmla="*/ 0 h 552"/>
            </a:gdLst>
            <a:ahLst/>
            <a:cxnLst>
              <a:cxn ang="0">
                <a:pos x="T0" y="T1"/>
              </a:cxn>
              <a:cxn ang="0">
                <a:pos x="T2" y="T3"/>
              </a:cxn>
              <a:cxn ang="0">
                <a:pos x="T4" y="T5"/>
              </a:cxn>
              <a:cxn ang="0">
                <a:pos x="T6" y="T7"/>
              </a:cxn>
              <a:cxn ang="0">
                <a:pos x="T8" y="T9"/>
              </a:cxn>
              <a:cxn ang="0">
                <a:pos x="T10" y="T11"/>
              </a:cxn>
            </a:cxnLst>
            <a:rect l="0" t="0" r="r" b="b"/>
            <a:pathLst>
              <a:path w="2810" h="552">
                <a:moveTo>
                  <a:pt x="2581" y="0"/>
                </a:moveTo>
                <a:lnTo>
                  <a:pt x="0" y="0"/>
                </a:lnTo>
                <a:lnTo>
                  <a:pt x="0" y="552"/>
                </a:lnTo>
                <a:lnTo>
                  <a:pt x="2581" y="552"/>
                </a:lnTo>
                <a:lnTo>
                  <a:pt x="2810" y="277"/>
                </a:lnTo>
                <a:lnTo>
                  <a:pt x="2581" y="0"/>
                </a:lnTo>
                <a:close/>
              </a:path>
            </a:pathLst>
          </a:custGeom>
          <a:solidFill>
            <a:srgbClr val="FFFFFF"/>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5" name="Freeform 26"/>
          <p:cNvSpPr>
            <a:spLocks noEditPoints="1"/>
          </p:cNvSpPr>
          <p:nvPr/>
        </p:nvSpPr>
        <p:spPr bwMode="auto">
          <a:xfrm>
            <a:off x="4615880" y="1968500"/>
            <a:ext cx="519113" cy="519112"/>
          </a:xfrm>
          <a:custGeom>
            <a:avLst/>
            <a:gdLst>
              <a:gd name="T0" fmla="*/ 120 w 240"/>
              <a:gd name="T1" fmla="*/ 0 h 240"/>
              <a:gd name="T2" fmla="*/ 0 w 240"/>
              <a:gd name="T3" fmla="*/ 120 h 240"/>
              <a:gd name="T4" fmla="*/ 120 w 240"/>
              <a:gd name="T5" fmla="*/ 240 h 240"/>
              <a:gd name="T6" fmla="*/ 240 w 240"/>
              <a:gd name="T7" fmla="*/ 120 h 240"/>
              <a:gd name="T8" fmla="*/ 120 w 240"/>
              <a:gd name="T9" fmla="*/ 0 h 240"/>
              <a:gd name="T10" fmla="*/ 153 w 240"/>
              <a:gd name="T11" fmla="*/ 166 h 240"/>
              <a:gd name="T12" fmla="*/ 127 w 240"/>
              <a:gd name="T13" fmla="*/ 178 h 240"/>
              <a:gd name="T14" fmla="*/ 127 w 240"/>
              <a:gd name="T15" fmla="*/ 195 h 240"/>
              <a:gd name="T16" fmla="*/ 120 w 240"/>
              <a:gd name="T17" fmla="*/ 195 h 240"/>
              <a:gd name="T18" fmla="*/ 113 w 240"/>
              <a:gd name="T19" fmla="*/ 195 h 240"/>
              <a:gd name="T20" fmla="*/ 113 w 240"/>
              <a:gd name="T21" fmla="*/ 178 h 240"/>
              <a:gd name="T22" fmla="*/ 79 w 240"/>
              <a:gd name="T23" fmla="*/ 145 h 240"/>
              <a:gd name="T24" fmla="*/ 101 w 240"/>
              <a:gd name="T25" fmla="*/ 140 h 240"/>
              <a:gd name="T26" fmla="*/ 120 w 240"/>
              <a:gd name="T27" fmla="*/ 158 h 240"/>
              <a:gd name="T28" fmla="*/ 121 w 240"/>
              <a:gd name="T29" fmla="*/ 158 h 240"/>
              <a:gd name="T30" fmla="*/ 133 w 240"/>
              <a:gd name="T31" fmla="*/ 154 h 240"/>
              <a:gd name="T32" fmla="*/ 136 w 240"/>
              <a:gd name="T33" fmla="*/ 145 h 240"/>
              <a:gd name="T34" fmla="*/ 133 w 240"/>
              <a:gd name="T35" fmla="*/ 136 h 240"/>
              <a:gd name="T36" fmla="*/ 120 w 240"/>
              <a:gd name="T37" fmla="*/ 130 h 240"/>
              <a:gd name="T38" fmla="*/ 116 w 240"/>
              <a:gd name="T39" fmla="*/ 128 h 240"/>
              <a:gd name="T40" fmla="*/ 97 w 240"/>
              <a:gd name="T41" fmla="*/ 120 h 240"/>
              <a:gd name="T42" fmla="*/ 87 w 240"/>
              <a:gd name="T43" fmla="*/ 109 h 240"/>
              <a:gd name="T44" fmla="*/ 83 w 240"/>
              <a:gd name="T45" fmla="*/ 92 h 240"/>
              <a:gd name="T46" fmla="*/ 90 w 240"/>
              <a:gd name="T47" fmla="*/ 70 h 240"/>
              <a:gd name="T48" fmla="*/ 113 w 240"/>
              <a:gd name="T49" fmla="*/ 58 h 240"/>
              <a:gd name="T50" fmla="*/ 113 w 240"/>
              <a:gd name="T51" fmla="*/ 45 h 240"/>
              <a:gd name="T52" fmla="*/ 120 w 240"/>
              <a:gd name="T53" fmla="*/ 45 h 240"/>
              <a:gd name="T54" fmla="*/ 127 w 240"/>
              <a:gd name="T55" fmla="*/ 45 h 240"/>
              <a:gd name="T56" fmla="*/ 127 w 240"/>
              <a:gd name="T57" fmla="*/ 58 h 240"/>
              <a:gd name="T58" fmla="*/ 158 w 240"/>
              <a:gd name="T59" fmla="*/ 85 h 240"/>
              <a:gd name="T60" fmla="*/ 139 w 240"/>
              <a:gd name="T61" fmla="*/ 93 h 240"/>
              <a:gd name="T62" fmla="*/ 121 w 240"/>
              <a:gd name="T63" fmla="*/ 76 h 240"/>
              <a:gd name="T64" fmla="*/ 120 w 240"/>
              <a:gd name="T65" fmla="*/ 76 h 240"/>
              <a:gd name="T66" fmla="*/ 111 w 240"/>
              <a:gd name="T67" fmla="*/ 80 h 240"/>
              <a:gd name="T68" fmla="*/ 108 w 240"/>
              <a:gd name="T69" fmla="*/ 89 h 240"/>
              <a:gd name="T70" fmla="*/ 111 w 240"/>
              <a:gd name="T71" fmla="*/ 97 h 240"/>
              <a:gd name="T72" fmla="*/ 120 w 240"/>
              <a:gd name="T73" fmla="*/ 102 h 240"/>
              <a:gd name="T74" fmla="*/ 126 w 240"/>
              <a:gd name="T75" fmla="*/ 104 h 240"/>
              <a:gd name="T76" fmla="*/ 146 w 240"/>
              <a:gd name="T77" fmla="*/ 113 h 240"/>
              <a:gd name="T78" fmla="*/ 157 w 240"/>
              <a:gd name="T79" fmla="*/ 124 h 240"/>
              <a:gd name="T80" fmla="*/ 162 w 240"/>
              <a:gd name="T81" fmla="*/ 141 h 240"/>
              <a:gd name="T82" fmla="*/ 153 w 240"/>
              <a:gd name="T83" fmla="*/ 166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240">
                <a:moveTo>
                  <a:pt x="120" y="0"/>
                </a:moveTo>
                <a:cubicBezTo>
                  <a:pt x="54" y="0"/>
                  <a:pt x="0" y="53"/>
                  <a:pt x="0" y="120"/>
                </a:cubicBezTo>
                <a:cubicBezTo>
                  <a:pt x="0" y="186"/>
                  <a:pt x="54" y="240"/>
                  <a:pt x="120" y="240"/>
                </a:cubicBezTo>
                <a:cubicBezTo>
                  <a:pt x="186" y="240"/>
                  <a:pt x="240" y="186"/>
                  <a:pt x="240" y="120"/>
                </a:cubicBezTo>
                <a:cubicBezTo>
                  <a:pt x="240" y="53"/>
                  <a:pt x="186" y="0"/>
                  <a:pt x="120" y="0"/>
                </a:cubicBezTo>
                <a:close/>
                <a:moveTo>
                  <a:pt x="153" y="166"/>
                </a:moveTo>
                <a:cubicBezTo>
                  <a:pt x="147" y="173"/>
                  <a:pt x="138" y="177"/>
                  <a:pt x="127" y="178"/>
                </a:cubicBezTo>
                <a:cubicBezTo>
                  <a:pt x="127" y="195"/>
                  <a:pt x="127" y="195"/>
                  <a:pt x="127" y="195"/>
                </a:cubicBezTo>
                <a:cubicBezTo>
                  <a:pt x="120" y="195"/>
                  <a:pt x="120" y="195"/>
                  <a:pt x="120" y="195"/>
                </a:cubicBezTo>
                <a:cubicBezTo>
                  <a:pt x="113" y="195"/>
                  <a:pt x="113" y="195"/>
                  <a:pt x="113" y="195"/>
                </a:cubicBezTo>
                <a:cubicBezTo>
                  <a:pt x="113" y="178"/>
                  <a:pt x="113" y="178"/>
                  <a:pt x="113" y="178"/>
                </a:cubicBezTo>
                <a:cubicBezTo>
                  <a:pt x="95" y="176"/>
                  <a:pt x="83" y="165"/>
                  <a:pt x="79" y="145"/>
                </a:cubicBezTo>
                <a:cubicBezTo>
                  <a:pt x="101" y="140"/>
                  <a:pt x="101" y="140"/>
                  <a:pt x="101" y="140"/>
                </a:cubicBezTo>
                <a:cubicBezTo>
                  <a:pt x="103" y="152"/>
                  <a:pt x="109" y="158"/>
                  <a:pt x="120" y="158"/>
                </a:cubicBezTo>
                <a:cubicBezTo>
                  <a:pt x="120" y="158"/>
                  <a:pt x="121" y="158"/>
                  <a:pt x="121" y="158"/>
                </a:cubicBezTo>
                <a:cubicBezTo>
                  <a:pt x="126" y="158"/>
                  <a:pt x="130" y="157"/>
                  <a:pt x="133" y="154"/>
                </a:cubicBezTo>
                <a:cubicBezTo>
                  <a:pt x="135" y="152"/>
                  <a:pt x="136" y="148"/>
                  <a:pt x="136" y="145"/>
                </a:cubicBezTo>
                <a:cubicBezTo>
                  <a:pt x="136" y="141"/>
                  <a:pt x="135" y="138"/>
                  <a:pt x="133" y="136"/>
                </a:cubicBezTo>
                <a:cubicBezTo>
                  <a:pt x="131" y="134"/>
                  <a:pt x="126" y="132"/>
                  <a:pt x="120" y="130"/>
                </a:cubicBezTo>
                <a:cubicBezTo>
                  <a:pt x="119" y="129"/>
                  <a:pt x="117" y="129"/>
                  <a:pt x="116" y="128"/>
                </a:cubicBezTo>
                <a:cubicBezTo>
                  <a:pt x="108" y="126"/>
                  <a:pt x="102" y="123"/>
                  <a:pt x="97" y="120"/>
                </a:cubicBezTo>
                <a:cubicBezTo>
                  <a:pt x="93" y="118"/>
                  <a:pt x="90" y="114"/>
                  <a:pt x="87" y="109"/>
                </a:cubicBezTo>
                <a:cubicBezTo>
                  <a:pt x="84" y="104"/>
                  <a:pt x="83" y="99"/>
                  <a:pt x="83" y="92"/>
                </a:cubicBezTo>
                <a:cubicBezTo>
                  <a:pt x="83" y="84"/>
                  <a:pt x="85" y="77"/>
                  <a:pt x="90" y="70"/>
                </a:cubicBezTo>
                <a:cubicBezTo>
                  <a:pt x="95" y="63"/>
                  <a:pt x="103" y="59"/>
                  <a:pt x="113" y="58"/>
                </a:cubicBezTo>
                <a:cubicBezTo>
                  <a:pt x="113" y="45"/>
                  <a:pt x="113" y="45"/>
                  <a:pt x="113" y="45"/>
                </a:cubicBezTo>
                <a:cubicBezTo>
                  <a:pt x="120" y="45"/>
                  <a:pt x="120" y="45"/>
                  <a:pt x="120" y="45"/>
                </a:cubicBezTo>
                <a:cubicBezTo>
                  <a:pt x="127" y="45"/>
                  <a:pt x="127" y="45"/>
                  <a:pt x="127" y="45"/>
                </a:cubicBezTo>
                <a:cubicBezTo>
                  <a:pt x="127" y="58"/>
                  <a:pt x="127" y="58"/>
                  <a:pt x="127" y="58"/>
                </a:cubicBezTo>
                <a:cubicBezTo>
                  <a:pt x="143" y="60"/>
                  <a:pt x="154" y="69"/>
                  <a:pt x="158" y="85"/>
                </a:cubicBezTo>
                <a:cubicBezTo>
                  <a:pt x="139" y="93"/>
                  <a:pt x="139" y="93"/>
                  <a:pt x="139" y="93"/>
                </a:cubicBezTo>
                <a:cubicBezTo>
                  <a:pt x="135" y="82"/>
                  <a:pt x="129" y="76"/>
                  <a:pt x="121" y="76"/>
                </a:cubicBezTo>
                <a:cubicBezTo>
                  <a:pt x="121" y="76"/>
                  <a:pt x="120" y="76"/>
                  <a:pt x="120" y="76"/>
                </a:cubicBezTo>
                <a:cubicBezTo>
                  <a:pt x="117" y="76"/>
                  <a:pt x="114" y="78"/>
                  <a:pt x="111" y="80"/>
                </a:cubicBezTo>
                <a:cubicBezTo>
                  <a:pt x="109" y="82"/>
                  <a:pt x="108" y="85"/>
                  <a:pt x="108" y="89"/>
                </a:cubicBezTo>
                <a:cubicBezTo>
                  <a:pt x="108" y="92"/>
                  <a:pt x="109" y="95"/>
                  <a:pt x="111" y="97"/>
                </a:cubicBezTo>
                <a:cubicBezTo>
                  <a:pt x="113" y="98"/>
                  <a:pt x="116" y="100"/>
                  <a:pt x="120" y="102"/>
                </a:cubicBezTo>
                <a:cubicBezTo>
                  <a:pt x="122" y="103"/>
                  <a:pt x="124" y="103"/>
                  <a:pt x="126" y="104"/>
                </a:cubicBezTo>
                <a:cubicBezTo>
                  <a:pt x="135" y="107"/>
                  <a:pt x="141" y="110"/>
                  <a:pt x="146" y="113"/>
                </a:cubicBezTo>
                <a:cubicBezTo>
                  <a:pt x="151" y="116"/>
                  <a:pt x="155" y="119"/>
                  <a:pt x="157" y="124"/>
                </a:cubicBezTo>
                <a:cubicBezTo>
                  <a:pt x="160" y="129"/>
                  <a:pt x="162" y="135"/>
                  <a:pt x="162" y="141"/>
                </a:cubicBezTo>
                <a:cubicBezTo>
                  <a:pt x="162" y="151"/>
                  <a:pt x="159" y="159"/>
                  <a:pt x="153" y="166"/>
                </a:cubicBezTo>
                <a:close/>
              </a:path>
            </a:pathLst>
          </a:custGeom>
          <a:solidFill>
            <a:srgbClr val="DB4A0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6" name="Freeform 27"/>
          <p:cNvSpPr>
            <a:spLocks/>
          </p:cNvSpPr>
          <p:nvPr/>
        </p:nvSpPr>
        <p:spPr bwMode="auto">
          <a:xfrm>
            <a:off x="6920136" y="1789113"/>
            <a:ext cx="198438" cy="1085850"/>
          </a:xfrm>
          <a:custGeom>
            <a:avLst/>
            <a:gdLst>
              <a:gd name="T0" fmla="*/ 125 w 125"/>
              <a:gd name="T1" fmla="*/ 684 h 684"/>
              <a:gd name="T2" fmla="*/ 125 w 125"/>
              <a:gd name="T3" fmla="*/ 131 h 684"/>
              <a:gd name="T4" fmla="*/ 0 w 125"/>
              <a:gd name="T5" fmla="*/ 0 h 684"/>
              <a:gd name="T6" fmla="*/ 0 w 125"/>
              <a:gd name="T7" fmla="*/ 552 h 684"/>
              <a:gd name="T8" fmla="*/ 125 w 125"/>
              <a:gd name="T9" fmla="*/ 684 h 684"/>
            </a:gdLst>
            <a:ahLst/>
            <a:cxnLst>
              <a:cxn ang="0">
                <a:pos x="T0" y="T1"/>
              </a:cxn>
              <a:cxn ang="0">
                <a:pos x="T2" y="T3"/>
              </a:cxn>
              <a:cxn ang="0">
                <a:pos x="T4" y="T5"/>
              </a:cxn>
              <a:cxn ang="0">
                <a:pos x="T6" y="T7"/>
              </a:cxn>
              <a:cxn ang="0">
                <a:pos x="T8" y="T9"/>
              </a:cxn>
            </a:cxnLst>
            <a:rect l="0" t="0" r="r" b="b"/>
            <a:pathLst>
              <a:path w="125" h="684">
                <a:moveTo>
                  <a:pt x="125" y="684"/>
                </a:moveTo>
                <a:lnTo>
                  <a:pt x="125" y="131"/>
                </a:lnTo>
                <a:lnTo>
                  <a:pt x="0" y="0"/>
                </a:lnTo>
                <a:lnTo>
                  <a:pt x="0" y="552"/>
                </a:lnTo>
                <a:lnTo>
                  <a:pt x="125" y="684"/>
                </a:lnTo>
                <a:close/>
              </a:path>
            </a:pathLst>
          </a:custGeom>
          <a:solidFill>
            <a:srgbClr val="B0BEC7"/>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8" name="Freeform 30"/>
          <p:cNvSpPr>
            <a:spLocks/>
          </p:cNvSpPr>
          <p:nvPr/>
        </p:nvSpPr>
        <p:spPr bwMode="auto">
          <a:xfrm>
            <a:off x="6085111" y="1787525"/>
            <a:ext cx="198438" cy="1085850"/>
          </a:xfrm>
          <a:custGeom>
            <a:avLst/>
            <a:gdLst>
              <a:gd name="T0" fmla="*/ 125 w 125"/>
              <a:gd name="T1" fmla="*/ 684 h 684"/>
              <a:gd name="T2" fmla="*/ 125 w 125"/>
              <a:gd name="T3" fmla="*/ 132 h 684"/>
              <a:gd name="T4" fmla="*/ 0 w 125"/>
              <a:gd name="T5" fmla="*/ 0 h 684"/>
              <a:gd name="T6" fmla="*/ 0 w 125"/>
              <a:gd name="T7" fmla="*/ 553 h 684"/>
              <a:gd name="T8" fmla="*/ 125 w 125"/>
              <a:gd name="T9" fmla="*/ 684 h 684"/>
            </a:gdLst>
            <a:ahLst/>
            <a:cxnLst>
              <a:cxn ang="0">
                <a:pos x="T0" y="T1"/>
              </a:cxn>
              <a:cxn ang="0">
                <a:pos x="T2" y="T3"/>
              </a:cxn>
              <a:cxn ang="0">
                <a:pos x="T4" y="T5"/>
              </a:cxn>
              <a:cxn ang="0">
                <a:pos x="T6" y="T7"/>
              </a:cxn>
              <a:cxn ang="0">
                <a:pos x="T8" y="T9"/>
              </a:cxn>
            </a:cxnLst>
            <a:rect l="0" t="0" r="r" b="b"/>
            <a:pathLst>
              <a:path w="125" h="684">
                <a:moveTo>
                  <a:pt x="125" y="684"/>
                </a:moveTo>
                <a:lnTo>
                  <a:pt x="125" y="132"/>
                </a:lnTo>
                <a:lnTo>
                  <a:pt x="0" y="0"/>
                </a:lnTo>
                <a:lnTo>
                  <a:pt x="0" y="553"/>
                </a:lnTo>
                <a:lnTo>
                  <a:pt x="125" y="684"/>
                </a:lnTo>
                <a:close/>
              </a:path>
            </a:pathLst>
          </a:custGeom>
          <a:solidFill>
            <a:srgbClr val="DB4A0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0" name="Rectangle 32"/>
          <p:cNvSpPr>
            <a:spLocks noChangeArrowheads="1"/>
          </p:cNvSpPr>
          <p:nvPr/>
        </p:nvSpPr>
        <p:spPr bwMode="auto">
          <a:xfrm>
            <a:off x="5297711" y="5381625"/>
            <a:ext cx="787400" cy="876300"/>
          </a:xfrm>
          <a:prstGeom prst="rect">
            <a:avLst/>
          </a:prstGeom>
          <a:solidFill>
            <a:srgbClr val="FFFFFF"/>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1" name="Freeform 33"/>
          <p:cNvSpPr>
            <a:spLocks/>
          </p:cNvSpPr>
          <p:nvPr/>
        </p:nvSpPr>
        <p:spPr bwMode="auto">
          <a:xfrm>
            <a:off x="6926486" y="5381625"/>
            <a:ext cx="2989263" cy="876300"/>
          </a:xfrm>
          <a:custGeom>
            <a:avLst/>
            <a:gdLst>
              <a:gd name="T0" fmla="*/ 1654 w 1883"/>
              <a:gd name="T1" fmla="*/ 0 h 552"/>
              <a:gd name="T2" fmla="*/ 0 w 1883"/>
              <a:gd name="T3" fmla="*/ 0 h 552"/>
              <a:gd name="T4" fmla="*/ 0 w 1883"/>
              <a:gd name="T5" fmla="*/ 552 h 552"/>
              <a:gd name="T6" fmla="*/ 1654 w 1883"/>
              <a:gd name="T7" fmla="*/ 552 h 552"/>
              <a:gd name="T8" fmla="*/ 1883 w 1883"/>
              <a:gd name="T9" fmla="*/ 275 h 552"/>
              <a:gd name="T10" fmla="*/ 1654 w 1883"/>
              <a:gd name="T11" fmla="*/ 0 h 552"/>
            </a:gdLst>
            <a:ahLst/>
            <a:cxnLst>
              <a:cxn ang="0">
                <a:pos x="T0" y="T1"/>
              </a:cxn>
              <a:cxn ang="0">
                <a:pos x="T2" y="T3"/>
              </a:cxn>
              <a:cxn ang="0">
                <a:pos x="T4" y="T5"/>
              </a:cxn>
              <a:cxn ang="0">
                <a:pos x="T6" y="T7"/>
              </a:cxn>
              <a:cxn ang="0">
                <a:pos x="T8" y="T9"/>
              </a:cxn>
              <a:cxn ang="0">
                <a:pos x="T10" y="T11"/>
              </a:cxn>
            </a:cxnLst>
            <a:rect l="0" t="0" r="r" b="b"/>
            <a:pathLst>
              <a:path w="1883" h="552">
                <a:moveTo>
                  <a:pt x="1654" y="0"/>
                </a:moveTo>
                <a:lnTo>
                  <a:pt x="0" y="0"/>
                </a:lnTo>
                <a:lnTo>
                  <a:pt x="0" y="552"/>
                </a:lnTo>
                <a:lnTo>
                  <a:pt x="1654" y="552"/>
                </a:lnTo>
                <a:lnTo>
                  <a:pt x="1883" y="275"/>
                </a:lnTo>
                <a:lnTo>
                  <a:pt x="1654" y="0"/>
                </a:lnTo>
                <a:close/>
              </a:path>
            </a:pathLst>
          </a:custGeom>
          <a:solidFill>
            <a:srgbClr val="FFFFFF"/>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048" name="Freeform 34"/>
          <p:cNvSpPr>
            <a:spLocks/>
          </p:cNvSpPr>
          <p:nvPr/>
        </p:nvSpPr>
        <p:spPr bwMode="auto">
          <a:xfrm>
            <a:off x="6920136" y="5381625"/>
            <a:ext cx="198438" cy="1085850"/>
          </a:xfrm>
          <a:custGeom>
            <a:avLst/>
            <a:gdLst>
              <a:gd name="T0" fmla="*/ 125 w 125"/>
              <a:gd name="T1" fmla="*/ 684 h 684"/>
              <a:gd name="T2" fmla="*/ 125 w 125"/>
              <a:gd name="T3" fmla="*/ 131 h 684"/>
              <a:gd name="T4" fmla="*/ 0 w 125"/>
              <a:gd name="T5" fmla="*/ 0 h 684"/>
              <a:gd name="T6" fmla="*/ 0 w 125"/>
              <a:gd name="T7" fmla="*/ 552 h 684"/>
              <a:gd name="T8" fmla="*/ 125 w 125"/>
              <a:gd name="T9" fmla="*/ 684 h 684"/>
            </a:gdLst>
            <a:ahLst/>
            <a:cxnLst>
              <a:cxn ang="0">
                <a:pos x="T0" y="T1"/>
              </a:cxn>
              <a:cxn ang="0">
                <a:pos x="T2" y="T3"/>
              </a:cxn>
              <a:cxn ang="0">
                <a:pos x="T4" y="T5"/>
              </a:cxn>
              <a:cxn ang="0">
                <a:pos x="T6" y="T7"/>
              </a:cxn>
              <a:cxn ang="0">
                <a:pos x="T8" y="T9"/>
              </a:cxn>
            </a:cxnLst>
            <a:rect l="0" t="0" r="r" b="b"/>
            <a:pathLst>
              <a:path w="125" h="684">
                <a:moveTo>
                  <a:pt x="125" y="684"/>
                </a:moveTo>
                <a:lnTo>
                  <a:pt x="125" y="131"/>
                </a:lnTo>
                <a:lnTo>
                  <a:pt x="0" y="0"/>
                </a:lnTo>
                <a:lnTo>
                  <a:pt x="0" y="552"/>
                </a:lnTo>
                <a:lnTo>
                  <a:pt x="125" y="684"/>
                </a:lnTo>
                <a:close/>
              </a:path>
            </a:pathLst>
          </a:custGeom>
          <a:solidFill>
            <a:srgbClr val="B0BEC7"/>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nvGrpSpPr>
          <p:cNvPr id="4" name="组合 3"/>
          <p:cNvGrpSpPr/>
          <p:nvPr/>
        </p:nvGrpSpPr>
        <p:grpSpPr>
          <a:xfrm>
            <a:off x="4589686" y="5541963"/>
            <a:ext cx="571501" cy="544512"/>
            <a:chOff x="3940175" y="5541963"/>
            <a:chExt cx="571501" cy="544512"/>
          </a:xfrm>
          <a:solidFill>
            <a:srgbClr val="A8C53A"/>
          </a:solidFill>
        </p:grpSpPr>
        <p:sp>
          <p:nvSpPr>
            <p:cNvPr id="2050" name="Freeform 37"/>
            <p:cNvSpPr>
              <a:spLocks/>
            </p:cNvSpPr>
            <p:nvPr/>
          </p:nvSpPr>
          <p:spPr bwMode="auto">
            <a:xfrm>
              <a:off x="4348163" y="5541963"/>
              <a:ext cx="163513" cy="161925"/>
            </a:xfrm>
            <a:custGeom>
              <a:avLst/>
              <a:gdLst>
                <a:gd name="T0" fmla="*/ 58 w 75"/>
                <a:gd name="T1" fmla="*/ 17 h 75"/>
                <a:gd name="T2" fmla="*/ 5 w 75"/>
                <a:gd name="T3" fmla="*/ 11 h 75"/>
                <a:gd name="T4" fmla="*/ 3 w 75"/>
                <a:gd name="T5" fmla="*/ 23 h 75"/>
                <a:gd name="T6" fmla="*/ 52 w 75"/>
                <a:gd name="T7" fmla="*/ 72 h 75"/>
                <a:gd name="T8" fmla="*/ 64 w 75"/>
                <a:gd name="T9" fmla="*/ 70 h 75"/>
                <a:gd name="T10" fmla="*/ 58 w 75"/>
                <a:gd name="T11" fmla="*/ 17 h 75"/>
              </a:gdLst>
              <a:ahLst/>
              <a:cxnLst>
                <a:cxn ang="0">
                  <a:pos x="T0" y="T1"/>
                </a:cxn>
                <a:cxn ang="0">
                  <a:pos x="T2" y="T3"/>
                </a:cxn>
                <a:cxn ang="0">
                  <a:pos x="T4" y="T5"/>
                </a:cxn>
                <a:cxn ang="0">
                  <a:pos x="T6" y="T7"/>
                </a:cxn>
                <a:cxn ang="0">
                  <a:pos x="T8" y="T9"/>
                </a:cxn>
                <a:cxn ang="0">
                  <a:pos x="T10" y="T11"/>
                </a:cxn>
              </a:cxnLst>
              <a:rect l="0" t="0" r="r" b="b"/>
              <a:pathLst>
                <a:path w="75" h="75">
                  <a:moveTo>
                    <a:pt x="58" y="17"/>
                  </a:moveTo>
                  <a:cubicBezTo>
                    <a:pt x="44" y="2"/>
                    <a:pt x="21" y="0"/>
                    <a:pt x="5" y="11"/>
                  </a:cubicBezTo>
                  <a:cubicBezTo>
                    <a:pt x="1" y="14"/>
                    <a:pt x="0" y="19"/>
                    <a:pt x="3" y="23"/>
                  </a:cubicBezTo>
                  <a:cubicBezTo>
                    <a:pt x="52" y="72"/>
                    <a:pt x="52" y="72"/>
                    <a:pt x="52" y="72"/>
                  </a:cubicBezTo>
                  <a:cubicBezTo>
                    <a:pt x="56" y="75"/>
                    <a:pt x="61" y="74"/>
                    <a:pt x="64" y="70"/>
                  </a:cubicBezTo>
                  <a:cubicBezTo>
                    <a:pt x="75" y="54"/>
                    <a:pt x="73" y="31"/>
                    <a:pt x="58"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1" name="Freeform 38"/>
            <p:cNvSpPr>
              <a:spLocks noEditPoints="1"/>
            </p:cNvSpPr>
            <p:nvPr/>
          </p:nvSpPr>
          <p:spPr bwMode="auto">
            <a:xfrm>
              <a:off x="3975100" y="5586413"/>
              <a:ext cx="488950" cy="500062"/>
            </a:xfrm>
            <a:custGeom>
              <a:avLst/>
              <a:gdLst>
                <a:gd name="T0" fmla="*/ 205 w 226"/>
                <a:gd name="T1" fmla="*/ 175 h 231"/>
                <a:gd name="T2" fmla="*/ 226 w 226"/>
                <a:gd name="T3" fmla="*/ 111 h 231"/>
                <a:gd name="T4" fmla="*/ 115 w 226"/>
                <a:gd name="T5" fmla="*/ 0 h 231"/>
                <a:gd name="T6" fmla="*/ 114 w 226"/>
                <a:gd name="T7" fmla="*/ 0 h 231"/>
                <a:gd name="T8" fmla="*/ 5 w 226"/>
                <a:gd name="T9" fmla="*/ 111 h 231"/>
                <a:gd name="T10" fmla="*/ 23 w 226"/>
                <a:gd name="T11" fmla="*/ 172 h 231"/>
                <a:gd name="T12" fmla="*/ 4 w 226"/>
                <a:gd name="T13" fmla="*/ 210 h 231"/>
                <a:gd name="T14" fmla="*/ 11 w 226"/>
                <a:gd name="T15" fmla="*/ 230 h 231"/>
                <a:gd name="T16" fmla="*/ 17 w 226"/>
                <a:gd name="T17" fmla="*/ 231 h 231"/>
                <a:gd name="T18" fmla="*/ 31 w 226"/>
                <a:gd name="T19" fmla="*/ 223 h 231"/>
                <a:gd name="T20" fmla="*/ 44 w 226"/>
                <a:gd name="T21" fmla="*/ 196 h 231"/>
                <a:gd name="T22" fmla="*/ 114 w 226"/>
                <a:gd name="T23" fmla="*/ 221 h 231"/>
                <a:gd name="T24" fmla="*/ 115 w 226"/>
                <a:gd name="T25" fmla="*/ 221 h 231"/>
                <a:gd name="T26" fmla="*/ 183 w 226"/>
                <a:gd name="T27" fmla="*/ 198 h 231"/>
                <a:gd name="T28" fmla="*/ 196 w 226"/>
                <a:gd name="T29" fmla="*/ 223 h 231"/>
                <a:gd name="T30" fmla="*/ 209 w 226"/>
                <a:gd name="T31" fmla="*/ 231 h 231"/>
                <a:gd name="T32" fmla="*/ 215 w 226"/>
                <a:gd name="T33" fmla="*/ 230 h 231"/>
                <a:gd name="T34" fmla="*/ 222 w 226"/>
                <a:gd name="T35" fmla="*/ 210 h 231"/>
                <a:gd name="T36" fmla="*/ 205 w 226"/>
                <a:gd name="T37" fmla="*/ 175 h 231"/>
                <a:gd name="T38" fmla="*/ 115 w 226"/>
                <a:gd name="T39" fmla="*/ 192 h 231"/>
                <a:gd name="T40" fmla="*/ 114 w 226"/>
                <a:gd name="T41" fmla="*/ 192 h 231"/>
                <a:gd name="T42" fmla="*/ 34 w 226"/>
                <a:gd name="T43" fmla="*/ 111 h 231"/>
                <a:gd name="T44" fmla="*/ 114 w 226"/>
                <a:gd name="T45" fmla="*/ 30 h 231"/>
                <a:gd name="T46" fmla="*/ 115 w 226"/>
                <a:gd name="T47" fmla="*/ 30 h 231"/>
                <a:gd name="T48" fmla="*/ 196 w 226"/>
                <a:gd name="T49" fmla="*/ 111 h 231"/>
                <a:gd name="T50" fmla="*/ 115 w 226"/>
                <a:gd name="T51" fmla="*/ 192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6" h="231">
                  <a:moveTo>
                    <a:pt x="205" y="175"/>
                  </a:moveTo>
                  <a:cubicBezTo>
                    <a:pt x="218" y="157"/>
                    <a:pt x="226" y="135"/>
                    <a:pt x="226" y="111"/>
                  </a:cubicBezTo>
                  <a:cubicBezTo>
                    <a:pt x="226" y="50"/>
                    <a:pt x="176" y="0"/>
                    <a:pt x="115" y="0"/>
                  </a:cubicBezTo>
                  <a:cubicBezTo>
                    <a:pt x="115" y="0"/>
                    <a:pt x="114" y="0"/>
                    <a:pt x="114" y="0"/>
                  </a:cubicBezTo>
                  <a:cubicBezTo>
                    <a:pt x="54" y="1"/>
                    <a:pt x="5" y="50"/>
                    <a:pt x="5" y="111"/>
                  </a:cubicBezTo>
                  <a:cubicBezTo>
                    <a:pt x="5" y="133"/>
                    <a:pt x="11" y="154"/>
                    <a:pt x="23" y="172"/>
                  </a:cubicBezTo>
                  <a:cubicBezTo>
                    <a:pt x="4" y="210"/>
                    <a:pt x="4" y="210"/>
                    <a:pt x="4" y="210"/>
                  </a:cubicBezTo>
                  <a:cubicBezTo>
                    <a:pt x="0" y="217"/>
                    <a:pt x="3" y="226"/>
                    <a:pt x="11" y="230"/>
                  </a:cubicBezTo>
                  <a:cubicBezTo>
                    <a:pt x="13" y="231"/>
                    <a:pt x="15" y="231"/>
                    <a:pt x="17" y="231"/>
                  </a:cubicBezTo>
                  <a:cubicBezTo>
                    <a:pt x="23" y="231"/>
                    <a:pt x="28" y="228"/>
                    <a:pt x="31" y="223"/>
                  </a:cubicBezTo>
                  <a:cubicBezTo>
                    <a:pt x="44" y="196"/>
                    <a:pt x="44" y="196"/>
                    <a:pt x="44" y="196"/>
                  </a:cubicBezTo>
                  <a:cubicBezTo>
                    <a:pt x="63" y="212"/>
                    <a:pt x="88" y="221"/>
                    <a:pt x="114" y="221"/>
                  </a:cubicBezTo>
                  <a:cubicBezTo>
                    <a:pt x="114" y="221"/>
                    <a:pt x="115" y="221"/>
                    <a:pt x="115" y="221"/>
                  </a:cubicBezTo>
                  <a:cubicBezTo>
                    <a:pt x="141" y="221"/>
                    <a:pt x="164" y="213"/>
                    <a:pt x="183" y="198"/>
                  </a:cubicBezTo>
                  <a:cubicBezTo>
                    <a:pt x="196" y="223"/>
                    <a:pt x="196" y="223"/>
                    <a:pt x="196" y="223"/>
                  </a:cubicBezTo>
                  <a:cubicBezTo>
                    <a:pt x="198" y="228"/>
                    <a:pt x="203" y="231"/>
                    <a:pt x="209" y="231"/>
                  </a:cubicBezTo>
                  <a:cubicBezTo>
                    <a:pt x="211" y="231"/>
                    <a:pt x="213" y="231"/>
                    <a:pt x="215" y="230"/>
                  </a:cubicBezTo>
                  <a:cubicBezTo>
                    <a:pt x="223" y="226"/>
                    <a:pt x="226" y="217"/>
                    <a:pt x="222" y="210"/>
                  </a:cubicBezTo>
                  <a:lnTo>
                    <a:pt x="205" y="175"/>
                  </a:lnTo>
                  <a:close/>
                  <a:moveTo>
                    <a:pt x="115" y="192"/>
                  </a:moveTo>
                  <a:cubicBezTo>
                    <a:pt x="115" y="192"/>
                    <a:pt x="114" y="192"/>
                    <a:pt x="114" y="192"/>
                  </a:cubicBezTo>
                  <a:cubicBezTo>
                    <a:pt x="70" y="191"/>
                    <a:pt x="34" y="155"/>
                    <a:pt x="34" y="111"/>
                  </a:cubicBezTo>
                  <a:cubicBezTo>
                    <a:pt x="34" y="67"/>
                    <a:pt x="70" y="31"/>
                    <a:pt x="114" y="30"/>
                  </a:cubicBezTo>
                  <a:cubicBezTo>
                    <a:pt x="114" y="30"/>
                    <a:pt x="115" y="30"/>
                    <a:pt x="115" y="30"/>
                  </a:cubicBezTo>
                  <a:cubicBezTo>
                    <a:pt x="160" y="30"/>
                    <a:pt x="196" y="66"/>
                    <a:pt x="196" y="111"/>
                  </a:cubicBezTo>
                  <a:cubicBezTo>
                    <a:pt x="196" y="155"/>
                    <a:pt x="160" y="192"/>
                    <a:pt x="115" y="1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2" name="Freeform 39"/>
            <p:cNvSpPr>
              <a:spLocks/>
            </p:cNvSpPr>
            <p:nvPr/>
          </p:nvSpPr>
          <p:spPr bwMode="auto">
            <a:xfrm>
              <a:off x="4124325" y="5738813"/>
              <a:ext cx="119063" cy="204787"/>
            </a:xfrm>
            <a:custGeom>
              <a:avLst/>
              <a:gdLst>
                <a:gd name="T0" fmla="*/ 46 w 55"/>
                <a:gd name="T1" fmla="*/ 0 h 95"/>
                <a:gd name="T2" fmla="*/ 45 w 55"/>
                <a:gd name="T3" fmla="*/ 0 h 95"/>
                <a:gd name="T4" fmla="*/ 38 w 55"/>
                <a:gd name="T5" fmla="*/ 8 h 95"/>
                <a:gd name="T6" fmla="*/ 38 w 55"/>
                <a:gd name="T7" fmla="*/ 40 h 95"/>
                <a:gd name="T8" fmla="*/ 3 w 55"/>
                <a:gd name="T9" fmla="*/ 81 h 95"/>
                <a:gd name="T10" fmla="*/ 4 w 55"/>
                <a:gd name="T11" fmla="*/ 93 h 95"/>
                <a:gd name="T12" fmla="*/ 10 w 55"/>
                <a:gd name="T13" fmla="*/ 95 h 95"/>
                <a:gd name="T14" fmla="*/ 16 w 55"/>
                <a:gd name="T15" fmla="*/ 92 h 95"/>
                <a:gd name="T16" fmla="*/ 45 w 55"/>
                <a:gd name="T17" fmla="*/ 58 h 95"/>
                <a:gd name="T18" fmla="*/ 52 w 55"/>
                <a:gd name="T19" fmla="*/ 50 h 95"/>
                <a:gd name="T20" fmla="*/ 55 w 55"/>
                <a:gd name="T21" fmla="*/ 44 h 95"/>
                <a:gd name="T22" fmla="*/ 55 w 55"/>
                <a:gd name="T23" fmla="*/ 8 h 95"/>
                <a:gd name="T24" fmla="*/ 46 w 55"/>
                <a:gd name="T25"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5" h="95">
                  <a:moveTo>
                    <a:pt x="46" y="0"/>
                  </a:moveTo>
                  <a:cubicBezTo>
                    <a:pt x="46" y="0"/>
                    <a:pt x="45" y="0"/>
                    <a:pt x="45" y="0"/>
                  </a:cubicBezTo>
                  <a:cubicBezTo>
                    <a:pt x="41" y="0"/>
                    <a:pt x="38" y="4"/>
                    <a:pt x="38" y="8"/>
                  </a:cubicBezTo>
                  <a:cubicBezTo>
                    <a:pt x="38" y="40"/>
                    <a:pt x="38" y="40"/>
                    <a:pt x="38" y="40"/>
                  </a:cubicBezTo>
                  <a:cubicBezTo>
                    <a:pt x="3" y="81"/>
                    <a:pt x="3" y="81"/>
                    <a:pt x="3" y="81"/>
                  </a:cubicBezTo>
                  <a:cubicBezTo>
                    <a:pt x="0" y="84"/>
                    <a:pt x="1" y="90"/>
                    <a:pt x="4" y="93"/>
                  </a:cubicBezTo>
                  <a:cubicBezTo>
                    <a:pt x="6" y="94"/>
                    <a:pt x="8" y="95"/>
                    <a:pt x="10" y="95"/>
                  </a:cubicBezTo>
                  <a:cubicBezTo>
                    <a:pt x="12" y="95"/>
                    <a:pt x="15" y="94"/>
                    <a:pt x="16" y="92"/>
                  </a:cubicBezTo>
                  <a:cubicBezTo>
                    <a:pt x="45" y="58"/>
                    <a:pt x="45" y="58"/>
                    <a:pt x="45" y="58"/>
                  </a:cubicBezTo>
                  <a:cubicBezTo>
                    <a:pt x="52" y="50"/>
                    <a:pt x="52" y="50"/>
                    <a:pt x="52" y="50"/>
                  </a:cubicBezTo>
                  <a:cubicBezTo>
                    <a:pt x="53" y="49"/>
                    <a:pt x="55" y="46"/>
                    <a:pt x="55" y="44"/>
                  </a:cubicBezTo>
                  <a:cubicBezTo>
                    <a:pt x="55" y="8"/>
                    <a:pt x="55" y="8"/>
                    <a:pt x="55" y="8"/>
                  </a:cubicBezTo>
                  <a:cubicBezTo>
                    <a:pt x="55" y="4"/>
                    <a:pt x="51" y="0"/>
                    <a:pt x="4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3" name="Freeform 40"/>
            <p:cNvSpPr>
              <a:spLocks/>
            </p:cNvSpPr>
            <p:nvPr/>
          </p:nvSpPr>
          <p:spPr bwMode="auto">
            <a:xfrm>
              <a:off x="3940175" y="5541963"/>
              <a:ext cx="160338" cy="161925"/>
            </a:xfrm>
            <a:custGeom>
              <a:avLst/>
              <a:gdLst>
                <a:gd name="T0" fmla="*/ 16 w 74"/>
                <a:gd name="T1" fmla="*/ 17 h 75"/>
                <a:gd name="T2" fmla="*/ 11 w 74"/>
                <a:gd name="T3" fmla="*/ 71 h 75"/>
                <a:gd name="T4" fmla="*/ 22 w 74"/>
                <a:gd name="T5" fmla="*/ 72 h 75"/>
                <a:gd name="T6" fmla="*/ 71 w 74"/>
                <a:gd name="T7" fmla="*/ 23 h 75"/>
                <a:gd name="T8" fmla="*/ 69 w 74"/>
                <a:gd name="T9" fmla="*/ 11 h 75"/>
                <a:gd name="T10" fmla="*/ 16 w 74"/>
                <a:gd name="T11" fmla="*/ 17 h 75"/>
              </a:gdLst>
              <a:ahLst/>
              <a:cxnLst>
                <a:cxn ang="0">
                  <a:pos x="T0" y="T1"/>
                </a:cxn>
                <a:cxn ang="0">
                  <a:pos x="T2" y="T3"/>
                </a:cxn>
                <a:cxn ang="0">
                  <a:pos x="T4" y="T5"/>
                </a:cxn>
                <a:cxn ang="0">
                  <a:pos x="T6" y="T7"/>
                </a:cxn>
                <a:cxn ang="0">
                  <a:pos x="T8" y="T9"/>
                </a:cxn>
                <a:cxn ang="0">
                  <a:pos x="T10" y="T11"/>
                </a:cxn>
              </a:cxnLst>
              <a:rect l="0" t="0" r="r" b="b"/>
              <a:pathLst>
                <a:path w="74" h="75">
                  <a:moveTo>
                    <a:pt x="16" y="17"/>
                  </a:moveTo>
                  <a:cubicBezTo>
                    <a:pt x="2" y="32"/>
                    <a:pt x="0" y="54"/>
                    <a:pt x="11" y="71"/>
                  </a:cubicBezTo>
                  <a:cubicBezTo>
                    <a:pt x="13" y="75"/>
                    <a:pt x="19" y="75"/>
                    <a:pt x="22" y="72"/>
                  </a:cubicBezTo>
                  <a:cubicBezTo>
                    <a:pt x="71" y="23"/>
                    <a:pt x="71" y="23"/>
                    <a:pt x="71" y="23"/>
                  </a:cubicBezTo>
                  <a:cubicBezTo>
                    <a:pt x="74" y="19"/>
                    <a:pt x="74" y="14"/>
                    <a:pt x="69" y="11"/>
                  </a:cubicBezTo>
                  <a:cubicBezTo>
                    <a:pt x="53" y="0"/>
                    <a:pt x="31" y="2"/>
                    <a:pt x="16"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054" name="Freeform 41"/>
          <p:cNvSpPr>
            <a:spLocks/>
          </p:cNvSpPr>
          <p:nvPr/>
        </p:nvSpPr>
        <p:spPr bwMode="auto">
          <a:xfrm>
            <a:off x="6085111" y="5380038"/>
            <a:ext cx="198438" cy="1084262"/>
          </a:xfrm>
          <a:custGeom>
            <a:avLst/>
            <a:gdLst>
              <a:gd name="T0" fmla="*/ 125 w 125"/>
              <a:gd name="T1" fmla="*/ 683 h 683"/>
              <a:gd name="T2" fmla="*/ 125 w 125"/>
              <a:gd name="T3" fmla="*/ 130 h 683"/>
              <a:gd name="T4" fmla="*/ 0 w 125"/>
              <a:gd name="T5" fmla="*/ 0 h 683"/>
              <a:gd name="T6" fmla="*/ 0 w 125"/>
              <a:gd name="T7" fmla="*/ 551 h 683"/>
              <a:gd name="T8" fmla="*/ 125 w 125"/>
              <a:gd name="T9" fmla="*/ 683 h 683"/>
            </a:gdLst>
            <a:ahLst/>
            <a:cxnLst>
              <a:cxn ang="0">
                <a:pos x="T0" y="T1"/>
              </a:cxn>
              <a:cxn ang="0">
                <a:pos x="T2" y="T3"/>
              </a:cxn>
              <a:cxn ang="0">
                <a:pos x="T4" y="T5"/>
              </a:cxn>
              <a:cxn ang="0">
                <a:pos x="T6" y="T7"/>
              </a:cxn>
              <a:cxn ang="0">
                <a:pos x="T8" y="T9"/>
              </a:cxn>
            </a:cxnLst>
            <a:rect l="0" t="0" r="r" b="b"/>
            <a:pathLst>
              <a:path w="125" h="683">
                <a:moveTo>
                  <a:pt x="125" y="683"/>
                </a:moveTo>
                <a:lnTo>
                  <a:pt x="125" y="130"/>
                </a:lnTo>
                <a:lnTo>
                  <a:pt x="0" y="0"/>
                </a:lnTo>
                <a:lnTo>
                  <a:pt x="0" y="551"/>
                </a:lnTo>
                <a:lnTo>
                  <a:pt x="125" y="683"/>
                </a:lnTo>
                <a:close/>
              </a:path>
            </a:pathLst>
          </a:custGeom>
          <a:solidFill>
            <a:srgbClr val="A6C43C"/>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45" name="Rectangle 36"/>
          <p:cNvSpPr>
            <a:spLocks noChangeArrowheads="1"/>
          </p:cNvSpPr>
          <p:nvPr/>
        </p:nvSpPr>
        <p:spPr bwMode="auto">
          <a:xfrm>
            <a:off x="6283548" y="5589588"/>
            <a:ext cx="835025" cy="877887"/>
          </a:xfrm>
          <a:prstGeom prst="rect">
            <a:avLst/>
          </a:prstGeom>
          <a:gradFill>
            <a:gsLst>
              <a:gs pos="100000">
                <a:srgbClr val="E7E507"/>
              </a:gs>
              <a:gs pos="13000">
                <a:srgbClr val="A6C43C"/>
              </a:gs>
            </a:gsLst>
            <a:lin ang="18900000" scaled="0"/>
          </a:gradFill>
          <a:ln w="14288" cap="flat">
            <a:no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zh-CN" altLang="en-US"/>
          </a:p>
        </p:txBody>
      </p:sp>
      <p:sp>
        <p:nvSpPr>
          <p:cNvPr id="46" name="Rectangle 18"/>
          <p:cNvSpPr>
            <a:spLocks noChangeArrowheads="1"/>
          </p:cNvSpPr>
          <p:nvPr/>
        </p:nvSpPr>
        <p:spPr bwMode="auto">
          <a:xfrm>
            <a:off x="6283548" y="4391025"/>
            <a:ext cx="835025" cy="877887"/>
          </a:xfrm>
          <a:prstGeom prst="rect">
            <a:avLst/>
          </a:prstGeom>
          <a:gradFill>
            <a:gsLst>
              <a:gs pos="100000">
                <a:srgbClr val="89C3A6"/>
              </a:gs>
              <a:gs pos="13000">
                <a:srgbClr val="007BBC"/>
              </a:gs>
            </a:gsLst>
            <a:lin ang="18900000" scaled="0"/>
          </a:gradFill>
          <a:ln w="14288" cap="flat">
            <a:no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zh-CN" altLang="en-US"/>
          </a:p>
        </p:txBody>
      </p:sp>
      <p:sp>
        <p:nvSpPr>
          <p:cNvPr id="47" name="Rectangle 11"/>
          <p:cNvSpPr>
            <a:spLocks noChangeArrowheads="1"/>
          </p:cNvSpPr>
          <p:nvPr/>
        </p:nvSpPr>
        <p:spPr bwMode="auto">
          <a:xfrm>
            <a:off x="6283548" y="3195638"/>
            <a:ext cx="835025" cy="874712"/>
          </a:xfrm>
          <a:prstGeom prst="rect">
            <a:avLst/>
          </a:prstGeom>
          <a:gradFill>
            <a:gsLst>
              <a:gs pos="100000">
                <a:srgbClr val="E1579B"/>
              </a:gs>
              <a:gs pos="13000">
                <a:srgbClr val="9E007A"/>
              </a:gs>
            </a:gsLst>
            <a:lin ang="18900000" scaled="0"/>
          </a:gradFill>
          <a:ln w="14288" cap="flat">
            <a:no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zh-CN" altLang="en-US"/>
          </a:p>
        </p:txBody>
      </p:sp>
      <p:sp>
        <p:nvSpPr>
          <p:cNvPr id="48" name="Rectangle 29"/>
          <p:cNvSpPr>
            <a:spLocks noChangeArrowheads="1"/>
          </p:cNvSpPr>
          <p:nvPr/>
        </p:nvSpPr>
        <p:spPr bwMode="auto">
          <a:xfrm>
            <a:off x="6283548" y="1997075"/>
            <a:ext cx="835025" cy="877887"/>
          </a:xfrm>
          <a:prstGeom prst="rect">
            <a:avLst/>
          </a:prstGeom>
          <a:gradFill>
            <a:gsLst>
              <a:gs pos="100000">
                <a:srgbClr val="FED300"/>
              </a:gs>
              <a:gs pos="13000">
                <a:srgbClr val="DB4A04"/>
              </a:gs>
            </a:gsLst>
            <a:lin ang="18900000" scaled="0"/>
          </a:gradFill>
          <a:ln w="14288" cap="flat">
            <a:no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zh-CN" altLang="en-US"/>
          </a:p>
        </p:txBody>
      </p:sp>
      <p:sp>
        <p:nvSpPr>
          <p:cNvPr id="51" name="文本框 50"/>
          <p:cNvSpPr txBox="1"/>
          <p:nvPr/>
        </p:nvSpPr>
        <p:spPr>
          <a:xfrm>
            <a:off x="7234952" y="1821537"/>
            <a:ext cx="2856518" cy="830997"/>
          </a:xfrm>
          <a:prstGeom prst="rect">
            <a:avLst/>
          </a:prstGeom>
          <a:noFill/>
        </p:spPr>
        <p:txBody>
          <a:bodyPr wrap="square" rtlCol="0">
            <a:spAutoFit/>
          </a:bodyPr>
          <a:lstStyle/>
          <a:p>
            <a:pPr>
              <a:lnSpc>
                <a:spcPct val="120000"/>
              </a:lnSpc>
            </a:pPr>
            <a:r>
              <a:rPr lang="zh-CN" altLang="en-US" sz="2400" b="1" dirty="0">
                <a:solidFill>
                  <a:srgbClr val="DC4F04"/>
                </a:solidFill>
              </a:rPr>
              <a:t>添加标题</a:t>
            </a:r>
            <a:endParaRPr lang="en-US" altLang="zh-CN" sz="2400" b="1" dirty="0">
              <a:solidFill>
                <a:srgbClr val="DC4F04"/>
              </a:solidFill>
            </a:endParaRPr>
          </a:p>
          <a:p>
            <a:pPr>
              <a:lnSpc>
                <a:spcPct val="120000"/>
              </a:lnSpc>
            </a:pPr>
            <a:r>
              <a:rPr lang="zh-CN" altLang="en-US" sz="1600" dirty="0">
                <a:solidFill>
                  <a:schemeClr val="tx1">
                    <a:lumMod val="65000"/>
                    <a:lumOff val="35000"/>
                  </a:schemeClr>
                </a:solidFill>
              </a:rPr>
              <a:t>添加内容添加内容</a:t>
            </a:r>
          </a:p>
        </p:txBody>
      </p:sp>
      <p:sp>
        <p:nvSpPr>
          <p:cNvPr id="52" name="文本框 51"/>
          <p:cNvSpPr txBox="1"/>
          <p:nvPr/>
        </p:nvSpPr>
        <p:spPr>
          <a:xfrm>
            <a:off x="7234952" y="3008739"/>
            <a:ext cx="2856518" cy="830997"/>
          </a:xfrm>
          <a:prstGeom prst="rect">
            <a:avLst/>
          </a:prstGeom>
          <a:noFill/>
        </p:spPr>
        <p:txBody>
          <a:bodyPr wrap="square" rtlCol="0">
            <a:spAutoFit/>
          </a:bodyPr>
          <a:lstStyle/>
          <a:p>
            <a:pPr>
              <a:lnSpc>
                <a:spcPct val="120000"/>
              </a:lnSpc>
            </a:pPr>
            <a:r>
              <a:rPr lang="zh-CN" altLang="en-US" sz="2400" b="1" dirty="0">
                <a:solidFill>
                  <a:srgbClr val="A5087D"/>
                </a:solidFill>
              </a:rPr>
              <a:t>添加标题</a:t>
            </a:r>
            <a:endParaRPr lang="en-US" altLang="zh-CN" sz="2400" b="1" dirty="0">
              <a:solidFill>
                <a:srgbClr val="A5087D"/>
              </a:solidFill>
            </a:endParaRPr>
          </a:p>
          <a:p>
            <a:pPr>
              <a:lnSpc>
                <a:spcPct val="120000"/>
              </a:lnSpc>
            </a:pPr>
            <a:r>
              <a:rPr lang="zh-CN" altLang="en-US" sz="1600" dirty="0">
                <a:solidFill>
                  <a:schemeClr val="tx1">
                    <a:lumMod val="65000"/>
                    <a:lumOff val="35000"/>
                  </a:schemeClr>
                </a:solidFill>
              </a:rPr>
              <a:t>添加内容添加内容</a:t>
            </a:r>
          </a:p>
        </p:txBody>
      </p:sp>
      <p:sp>
        <p:nvSpPr>
          <p:cNvPr id="53" name="文本框 52"/>
          <p:cNvSpPr txBox="1"/>
          <p:nvPr/>
        </p:nvSpPr>
        <p:spPr>
          <a:xfrm>
            <a:off x="7234952" y="4206507"/>
            <a:ext cx="2856518" cy="830997"/>
          </a:xfrm>
          <a:prstGeom prst="rect">
            <a:avLst/>
          </a:prstGeom>
          <a:noFill/>
        </p:spPr>
        <p:txBody>
          <a:bodyPr wrap="square" rtlCol="0">
            <a:spAutoFit/>
          </a:bodyPr>
          <a:lstStyle/>
          <a:p>
            <a:pPr>
              <a:lnSpc>
                <a:spcPct val="120000"/>
              </a:lnSpc>
            </a:pPr>
            <a:r>
              <a:rPr lang="zh-CN" altLang="en-US" sz="2400" b="1" dirty="0">
                <a:solidFill>
                  <a:srgbClr val="097FBA"/>
                </a:solidFill>
              </a:rPr>
              <a:t>添加标题</a:t>
            </a:r>
            <a:endParaRPr lang="en-US" altLang="zh-CN" sz="2400" b="1" dirty="0">
              <a:solidFill>
                <a:srgbClr val="097FBA"/>
              </a:solidFill>
            </a:endParaRPr>
          </a:p>
          <a:p>
            <a:pPr>
              <a:lnSpc>
                <a:spcPct val="120000"/>
              </a:lnSpc>
            </a:pPr>
            <a:r>
              <a:rPr lang="zh-CN" altLang="en-US" sz="1600" dirty="0">
                <a:solidFill>
                  <a:schemeClr val="tx1">
                    <a:lumMod val="65000"/>
                    <a:lumOff val="35000"/>
                  </a:schemeClr>
                </a:solidFill>
              </a:rPr>
              <a:t>添加内容添加内容</a:t>
            </a:r>
          </a:p>
        </p:txBody>
      </p:sp>
      <p:sp>
        <p:nvSpPr>
          <p:cNvPr id="54" name="文本框 53"/>
          <p:cNvSpPr txBox="1"/>
          <p:nvPr/>
        </p:nvSpPr>
        <p:spPr>
          <a:xfrm>
            <a:off x="7234952" y="5404276"/>
            <a:ext cx="2856518" cy="830997"/>
          </a:xfrm>
          <a:prstGeom prst="rect">
            <a:avLst/>
          </a:prstGeom>
          <a:noFill/>
        </p:spPr>
        <p:txBody>
          <a:bodyPr wrap="square" rtlCol="0">
            <a:spAutoFit/>
          </a:bodyPr>
          <a:lstStyle/>
          <a:p>
            <a:pPr>
              <a:lnSpc>
                <a:spcPct val="120000"/>
              </a:lnSpc>
            </a:pPr>
            <a:r>
              <a:rPr lang="zh-CN" altLang="en-US" sz="2400" b="1" dirty="0">
                <a:solidFill>
                  <a:srgbClr val="9FC628"/>
                </a:solidFill>
              </a:rPr>
              <a:t>添加标题</a:t>
            </a:r>
            <a:endParaRPr lang="en-US" altLang="zh-CN" sz="2400" b="1" dirty="0">
              <a:solidFill>
                <a:srgbClr val="9FC628"/>
              </a:solidFill>
            </a:endParaRPr>
          </a:p>
          <a:p>
            <a:pPr>
              <a:lnSpc>
                <a:spcPct val="120000"/>
              </a:lnSpc>
            </a:pPr>
            <a:r>
              <a:rPr lang="zh-CN" altLang="en-US" sz="1600" dirty="0">
                <a:solidFill>
                  <a:schemeClr val="tx1">
                    <a:lumMod val="65000"/>
                    <a:lumOff val="35000"/>
                  </a:schemeClr>
                </a:solidFill>
              </a:rPr>
              <a:t>添加内容添加内容</a:t>
            </a:r>
          </a:p>
        </p:txBody>
      </p:sp>
      <p:sp>
        <p:nvSpPr>
          <p:cNvPr id="55" name="矩形 39"/>
          <p:cNvSpPr/>
          <p:nvPr/>
        </p:nvSpPr>
        <p:spPr>
          <a:xfrm>
            <a:off x="0" y="203088"/>
            <a:ext cx="2492990"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对比</a:t>
            </a:r>
            <a:endParaRPr lang="zh-CN" altLang="zh-CN" sz="2800" b="1" dirty="0">
              <a:solidFill>
                <a:schemeClr val="tx1">
                  <a:lumMod val="65000"/>
                  <a:lumOff val="35000"/>
                </a:schemeClr>
              </a:solidFill>
            </a:endParaRPr>
          </a:p>
        </p:txBody>
      </p:sp>
      <p:sp>
        <p:nvSpPr>
          <p:cNvPr id="57" name="矩形 56"/>
          <p:cNvSpPr/>
          <p:nvPr/>
        </p:nvSpPr>
        <p:spPr>
          <a:xfrm>
            <a:off x="885663" y="4695577"/>
            <a:ext cx="2879982" cy="1372683"/>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添加内容添加内容添加内容添加内容添加内容添加内容添加内容添加内容添加内容添加内容添加内容</a:t>
            </a:r>
          </a:p>
        </p:txBody>
      </p:sp>
    </p:spTree>
    <p:extLst>
      <p:ext uri="{BB962C8B-B14F-4D97-AF65-F5344CB8AC3E}">
        <p14:creationId xmlns:p14="http://schemas.microsoft.com/office/powerpoint/2010/main" val="136484451"/>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矩形 43"/>
          <p:cNvSpPr/>
          <p:nvPr/>
        </p:nvSpPr>
        <p:spPr>
          <a:xfrm>
            <a:off x="4908000" y="3059083"/>
            <a:ext cx="2376000" cy="2376000"/>
          </a:xfrm>
          <a:prstGeom prst="rect">
            <a:avLst/>
          </a:prstGeom>
          <a:gradFill flip="none" rotWithShape="1">
            <a:gsLst>
              <a:gs pos="100000">
                <a:srgbClr val="FFFFFF">
                  <a:lumMod val="100000"/>
                </a:srgbClr>
              </a:gs>
              <a:gs pos="0">
                <a:srgbClr val="D9D9DA"/>
              </a:gs>
            </a:gsLst>
            <a:lin ang="2700000" scaled="1"/>
            <a:tileRect/>
          </a:gradFill>
          <a:ln w="19050" cap="flat" cmpd="sng" algn="ctr">
            <a:gradFill flip="none" rotWithShape="1">
              <a:gsLst>
                <a:gs pos="100000">
                  <a:srgbClr val="FFFFFF"/>
                </a:gs>
                <a:gs pos="0">
                  <a:srgbClr val="D9D9DA"/>
                </a:gs>
              </a:gsLst>
              <a:lin ang="13500000" scaled="1"/>
              <a:tileRect/>
            </a:gradFill>
            <a:prstDash val="solid"/>
            <a:miter lim="800000"/>
          </a:ln>
          <a:effectLst>
            <a:outerShdw blurRad="279400" dist="165100" dir="2700000" algn="t" rotWithShape="0">
              <a:prstClr val="black">
                <a:alpha val="35000"/>
              </a:prstClr>
            </a:outerShdw>
          </a:effectLst>
        </p:spPr>
        <p:txBody>
          <a:bodyPr rtlCol="0" anchor="ctr"/>
          <a:lstStyle/>
          <a:p>
            <a:pPr algn="ctr"/>
            <a:endParaRPr lang="zh-CN" altLang="en-US" kern="0" dirty="0">
              <a:solidFill>
                <a:prstClr val="white"/>
              </a:solidFill>
              <a:latin typeface="Calibri" panose="020F0502020204030204"/>
              <a:ea typeface="宋体" panose="02010600030101010101" pitchFamily="2" charset="-122"/>
            </a:endParaRPr>
          </a:p>
        </p:txBody>
      </p:sp>
      <p:sp>
        <p:nvSpPr>
          <p:cNvPr id="39" name="椭圆 38"/>
          <p:cNvSpPr/>
          <p:nvPr/>
        </p:nvSpPr>
        <p:spPr>
          <a:xfrm>
            <a:off x="6376327" y="2168467"/>
            <a:ext cx="1762298" cy="1762298"/>
          </a:xfrm>
          <a:prstGeom prst="ellipse">
            <a:avLst/>
          </a:prstGeom>
          <a:gradFill>
            <a:gsLst>
              <a:gs pos="100000">
                <a:srgbClr val="E8609E"/>
              </a:gs>
              <a:gs pos="0">
                <a:srgbClr val="A80082"/>
              </a:gs>
            </a:gsLst>
            <a:lin ang="2700000" scaled="0"/>
          </a:gradFill>
          <a:ln w="28575" cap="flat">
            <a:gradFill>
              <a:gsLst>
                <a:gs pos="0">
                  <a:srgbClr val="E8609E"/>
                </a:gs>
                <a:gs pos="100000">
                  <a:srgbClr val="A80082"/>
                </a:gs>
              </a:gsLst>
              <a:lin ang="2700000" scaled="0"/>
            </a:gradFill>
            <a:prstDash val="solid"/>
            <a:miter lim="800000"/>
            <a:headEnd/>
            <a:tailEnd/>
          </a:ln>
          <a:effectLst>
            <a:outerShdw blurRad="279400" dist="50800" dir="2700000" sx="101000" sy="101000" algn="ctr" rotWithShape="0">
              <a:srgbClr val="000000">
                <a:alpha val="28000"/>
              </a:srgbClr>
            </a:outerShdw>
          </a:effectLst>
        </p:spPr>
        <p:txBody>
          <a:bodyPr vert="horz" wrap="square" lIns="91440" tIns="45720" rIns="91440" bIns="45720" numCol="1" anchor="t" anchorCtr="0" compatLnSpc="1">
            <a:prstTxWarp prst="textNoShape">
              <a:avLst/>
            </a:prstTxWarp>
          </a:bodyPr>
          <a:lstStyle/>
          <a:p>
            <a:endParaRPr lang="zh-CN" altLang="en-US" dirty="0">
              <a:solidFill>
                <a:schemeClr val="tx1"/>
              </a:solidFill>
            </a:endParaRPr>
          </a:p>
        </p:txBody>
      </p:sp>
      <p:sp>
        <p:nvSpPr>
          <p:cNvPr id="40" name="椭圆 39"/>
          <p:cNvSpPr/>
          <p:nvPr/>
        </p:nvSpPr>
        <p:spPr>
          <a:xfrm>
            <a:off x="4053376" y="2168467"/>
            <a:ext cx="1762298" cy="1762298"/>
          </a:xfrm>
          <a:prstGeom prst="ellipse">
            <a:avLst/>
          </a:prstGeom>
          <a:gradFill>
            <a:gsLst>
              <a:gs pos="100000">
                <a:srgbClr val="FFE141"/>
              </a:gs>
              <a:gs pos="0">
                <a:srgbClr val="F5A400"/>
              </a:gs>
            </a:gsLst>
            <a:lin ang="2700000" scaled="0"/>
          </a:gradFill>
          <a:ln w="28575" cap="flat">
            <a:gradFill>
              <a:gsLst>
                <a:gs pos="0">
                  <a:srgbClr val="FFE141"/>
                </a:gs>
                <a:gs pos="100000">
                  <a:srgbClr val="F5A400"/>
                </a:gs>
              </a:gsLst>
              <a:lin ang="2700000" scaled="0"/>
            </a:gradFill>
            <a:prstDash val="solid"/>
            <a:miter lim="800000"/>
            <a:headEnd/>
            <a:tailEnd/>
          </a:ln>
          <a:effectLst>
            <a:outerShdw blurRad="279400" dist="50800" dir="2700000" sx="101000" sy="101000" algn="ctr" rotWithShape="0">
              <a:srgbClr val="000000">
                <a:alpha val="28000"/>
              </a:srgbClr>
            </a:outerShdw>
          </a:effectLst>
        </p:spPr>
        <p:txBody>
          <a:bodyPr vert="horz" wrap="square" lIns="91440" tIns="45720" rIns="91440" bIns="45720" numCol="1" anchor="t" anchorCtr="0" compatLnSpc="1">
            <a:prstTxWarp prst="textNoShape">
              <a:avLst/>
            </a:prstTxWarp>
          </a:bodyPr>
          <a:lstStyle/>
          <a:p>
            <a:endParaRPr lang="zh-CN" altLang="en-US" dirty="0">
              <a:solidFill>
                <a:schemeClr val="tx1"/>
              </a:solidFill>
            </a:endParaRPr>
          </a:p>
        </p:txBody>
      </p:sp>
      <p:sp>
        <p:nvSpPr>
          <p:cNvPr id="41" name="椭圆 40"/>
          <p:cNvSpPr/>
          <p:nvPr/>
        </p:nvSpPr>
        <p:spPr>
          <a:xfrm>
            <a:off x="6376327" y="4508500"/>
            <a:ext cx="1762298" cy="1762298"/>
          </a:xfrm>
          <a:prstGeom prst="ellipse">
            <a:avLst/>
          </a:prstGeom>
          <a:gradFill flip="none" rotWithShape="1">
            <a:gsLst>
              <a:gs pos="0">
                <a:srgbClr val="005DAD"/>
              </a:gs>
              <a:gs pos="100000">
                <a:srgbClr val="5796D0"/>
              </a:gs>
            </a:gsLst>
            <a:lin ang="2700000" scaled="0"/>
            <a:tileRect/>
          </a:gradFill>
          <a:ln w="28575">
            <a:gradFill flip="none" rotWithShape="1">
              <a:gsLst>
                <a:gs pos="0">
                  <a:srgbClr val="005DAD"/>
                </a:gs>
                <a:gs pos="100000">
                  <a:srgbClr val="5796D0"/>
                </a:gs>
              </a:gsLst>
              <a:lin ang="0" scaled="0"/>
              <a:tileRect/>
            </a:gradFill>
          </a:ln>
          <a:effectLst>
            <a:outerShdw blurRad="279400" dist="76200" dir="2700000" sx="101000" sy="101000" algn="tl"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42" name="椭圆 41"/>
          <p:cNvSpPr/>
          <p:nvPr/>
        </p:nvSpPr>
        <p:spPr>
          <a:xfrm>
            <a:off x="4053376" y="4508500"/>
            <a:ext cx="1762298" cy="1762298"/>
          </a:xfrm>
          <a:prstGeom prst="ellipse">
            <a:avLst/>
          </a:prstGeom>
          <a:gradFill flip="none" rotWithShape="1">
            <a:gsLst>
              <a:gs pos="100000">
                <a:srgbClr val="A6CD47"/>
              </a:gs>
              <a:gs pos="0">
                <a:srgbClr val="009A5C"/>
              </a:gs>
            </a:gsLst>
            <a:lin ang="2700000" scaled="0"/>
            <a:tileRect/>
          </a:gradFill>
          <a:ln w="28575">
            <a:gradFill flip="none" rotWithShape="1">
              <a:gsLst>
                <a:gs pos="0">
                  <a:srgbClr val="A6CD47"/>
                </a:gs>
                <a:gs pos="100000">
                  <a:srgbClr val="009A5C"/>
                </a:gs>
              </a:gsLst>
              <a:lin ang="2700000" scaled="0"/>
              <a:tileRect/>
            </a:gradFill>
          </a:ln>
          <a:effectLst>
            <a:outerShdw blurRad="279400" dist="76200" dir="2700000" sx="101000" sy="101000" algn="tl"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45" name="组合 44"/>
          <p:cNvGrpSpPr/>
          <p:nvPr/>
        </p:nvGrpSpPr>
        <p:grpSpPr>
          <a:xfrm>
            <a:off x="6143198" y="4275575"/>
            <a:ext cx="343603" cy="440886"/>
            <a:chOff x="2057400" y="3438526"/>
            <a:chExt cx="263526" cy="338137"/>
          </a:xfrm>
        </p:grpSpPr>
        <p:sp>
          <p:nvSpPr>
            <p:cNvPr id="46" name="Freeform 5"/>
            <p:cNvSpPr>
              <a:spLocks/>
            </p:cNvSpPr>
            <p:nvPr/>
          </p:nvSpPr>
          <p:spPr bwMode="auto">
            <a:xfrm>
              <a:off x="2243138" y="3438526"/>
              <a:ext cx="77788" cy="90488"/>
            </a:xfrm>
            <a:custGeom>
              <a:avLst/>
              <a:gdLst>
                <a:gd name="T0" fmla="*/ 18 w 49"/>
                <a:gd name="T1" fmla="*/ 0 h 57"/>
                <a:gd name="T2" fmla="*/ 0 w 49"/>
                <a:gd name="T3" fmla="*/ 24 h 57"/>
                <a:gd name="T4" fmla="*/ 30 w 49"/>
                <a:gd name="T5" fmla="*/ 57 h 57"/>
                <a:gd name="T6" fmla="*/ 49 w 49"/>
                <a:gd name="T7" fmla="*/ 35 h 57"/>
                <a:gd name="T8" fmla="*/ 18 w 49"/>
                <a:gd name="T9" fmla="*/ 0 h 57"/>
              </a:gdLst>
              <a:ahLst/>
              <a:cxnLst>
                <a:cxn ang="0">
                  <a:pos x="T0" y="T1"/>
                </a:cxn>
                <a:cxn ang="0">
                  <a:pos x="T2" y="T3"/>
                </a:cxn>
                <a:cxn ang="0">
                  <a:pos x="T4" y="T5"/>
                </a:cxn>
                <a:cxn ang="0">
                  <a:pos x="T6" y="T7"/>
                </a:cxn>
                <a:cxn ang="0">
                  <a:pos x="T8" y="T9"/>
                </a:cxn>
              </a:cxnLst>
              <a:rect l="0" t="0" r="r" b="b"/>
              <a:pathLst>
                <a:path w="49" h="57">
                  <a:moveTo>
                    <a:pt x="18" y="0"/>
                  </a:moveTo>
                  <a:lnTo>
                    <a:pt x="0" y="24"/>
                  </a:lnTo>
                  <a:lnTo>
                    <a:pt x="30" y="57"/>
                  </a:lnTo>
                  <a:lnTo>
                    <a:pt x="49" y="35"/>
                  </a:lnTo>
                  <a:lnTo>
                    <a:pt x="18" y="0"/>
                  </a:lnTo>
                  <a:close/>
                </a:path>
              </a:pathLst>
            </a:custGeom>
            <a:solidFill>
              <a:srgbClr val="7271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6"/>
            <p:cNvSpPr>
              <a:spLocks/>
            </p:cNvSpPr>
            <p:nvPr/>
          </p:nvSpPr>
          <p:spPr bwMode="auto">
            <a:xfrm>
              <a:off x="2243138" y="3438526"/>
              <a:ext cx="77788" cy="90488"/>
            </a:xfrm>
            <a:custGeom>
              <a:avLst/>
              <a:gdLst>
                <a:gd name="T0" fmla="*/ 18 w 49"/>
                <a:gd name="T1" fmla="*/ 0 h 57"/>
                <a:gd name="T2" fmla="*/ 0 w 49"/>
                <a:gd name="T3" fmla="*/ 24 h 57"/>
                <a:gd name="T4" fmla="*/ 30 w 49"/>
                <a:gd name="T5" fmla="*/ 57 h 57"/>
                <a:gd name="T6" fmla="*/ 49 w 49"/>
                <a:gd name="T7" fmla="*/ 35 h 57"/>
                <a:gd name="T8" fmla="*/ 18 w 49"/>
                <a:gd name="T9" fmla="*/ 0 h 57"/>
              </a:gdLst>
              <a:ahLst/>
              <a:cxnLst>
                <a:cxn ang="0">
                  <a:pos x="T0" y="T1"/>
                </a:cxn>
                <a:cxn ang="0">
                  <a:pos x="T2" y="T3"/>
                </a:cxn>
                <a:cxn ang="0">
                  <a:pos x="T4" y="T5"/>
                </a:cxn>
                <a:cxn ang="0">
                  <a:pos x="T6" y="T7"/>
                </a:cxn>
                <a:cxn ang="0">
                  <a:pos x="T8" y="T9"/>
                </a:cxn>
              </a:cxnLst>
              <a:rect l="0" t="0" r="r" b="b"/>
              <a:pathLst>
                <a:path w="49" h="57">
                  <a:moveTo>
                    <a:pt x="18" y="0"/>
                  </a:moveTo>
                  <a:lnTo>
                    <a:pt x="0" y="24"/>
                  </a:lnTo>
                  <a:lnTo>
                    <a:pt x="30" y="57"/>
                  </a:lnTo>
                  <a:lnTo>
                    <a:pt x="49" y="35"/>
                  </a:lnTo>
                  <a:lnTo>
                    <a:pt x="1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7"/>
            <p:cNvSpPr>
              <a:spLocks/>
            </p:cNvSpPr>
            <p:nvPr/>
          </p:nvSpPr>
          <p:spPr bwMode="auto">
            <a:xfrm>
              <a:off x="2141538" y="3487738"/>
              <a:ext cx="138113" cy="153988"/>
            </a:xfrm>
            <a:custGeom>
              <a:avLst/>
              <a:gdLst>
                <a:gd name="T0" fmla="*/ 28 w 37"/>
                <a:gd name="T1" fmla="*/ 0 h 41"/>
                <a:gd name="T2" fmla="*/ 25 w 37"/>
                <a:gd name="T3" fmla="*/ 3 h 41"/>
                <a:gd name="T4" fmla="*/ 8 w 37"/>
                <a:gd name="T5" fmla="*/ 12 h 41"/>
                <a:gd name="T6" fmla="*/ 4 w 37"/>
                <a:gd name="T7" fmla="*/ 14 h 41"/>
                <a:gd name="T8" fmla="*/ 0 w 37"/>
                <a:gd name="T9" fmla="*/ 27 h 41"/>
                <a:gd name="T10" fmla="*/ 0 w 37"/>
                <a:gd name="T11" fmla="*/ 30 h 41"/>
                <a:gd name="T12" fmla="*/ 1 w 37"/>
                <a:gd name="T13" fmla="*/ 40 h 41"/>
                <a:gd name="T14" fmla="*/ 1 w 37"/>
                <a:gd name="T15" fmla="*/ 40 h 41"/>
                <a:gd name="T16" fmla="*/ 1 w 37"/>
                <a:gd name="T17" fmla="*/ 40 h 41"/>
                <a:gd name="T18" fmla="*/ 1 w 37"/>
                <a:gd name="T19" fmla="*/ 41 h 41"/>
                <a:gd name="T20" fmla="*/ 1 w 37"/>
                <a:gd name="T21" fmla="*/ 32 h 41"/>
                <a:gd name="T22" fmla="*/ 8 w 37"/>
                <a:gd name="T23" fmla="*/ 32 h 41"/>
                <a:gd name="T24" fmla="*/ 7 w 37"/>
                <a:gd name="T25" fmla="*/ 29 h 41"/>
                <a:gd name="T26" fmla="*/ 11 w 37"/>
                <a:gd name="T27" fmla="*/ 23 h 41"/>
                <a:gd name="T28" fmla="*/ 15 w 37"/>
                <a:gd name="T29" fmla="*/ 24 h 41"/>
                <a:gd name="T30" fmla="*/ 14 w 37"/>
                <a:gd name="T31" fmla="*/ 27 h 41"/>
                <a:gd name="T32" fmla="*/ 10 w 37"/>
                <a:gd name="T33" fmla="*/ 32 h 41"/>
                <a:gd name="T34" fmla="*/ 11 w 37"/>
                <a:gd name="T35" fmla="*/ 37 h 41"/>
                <a:gd name="T36" fmla="*/ 13 w 37"/>
                <a:gd name="T37" fmla="*/ 37 h 41"/>
                <a:gd name="T38" fmla="*/ 16 w 37"/>
                <a:gd name="T39" fmla="*/ 36 h 41"/>
                <a:gd name="T40" fmla="*/ 16 w 37"/>
                <a:gd name="T41" fmla="*/ 36 h 41"/>
                <a:gd name="T42" fmla="*/ 16 w 37"/>
                <a:gd name="T43" fmla="*/ 36 h 41"/>
                <a:gd name="T44" fmla="*/ 24 w 37"/>
                <a:gd name="T45" fmla="*/ 28 h 41"/>
                <a:gd name="T46" fmla="*/ 34 w 37"/>
                <a:gd name="T47" fmla="*/ 14 h 41"/>
                <a:gd name="T48" fmla="*/ 37 w 37"/>
                <a:gd name="T49" fmla="*/ 10 h 41"/>
                <a:gd name="T50" fmla="*/ 28 w 37"/>
                <a:gd name="T5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7" h="41">
                  <a:moveTo>
                    <a:pt x="28" y="0"/>
                  </a:moveTo>
                  <a:cubicBezTo>
                    <a:pt x="25" y="3"/>
                    <a:pt x="25" y="3"/>
                    <a:pt x="25" y="3"/>
                  </a:cubicBezTo>
                  <a:cubicBezTo>
                    <a:pt x="8" y="12"/>
                    <a:pt x="8" y="12"/>
                    <a:pt x="8" y="12"/>
                  </a:cubicBezTo>
                  <a:cubicBezTo>
                    <a:pt x="8" y="12"/>
                    <a:pt x="5" y="13"/>
                    <a:pt x="4" y="14"/>
                  </a:cubicBezTo>
                  <a:cubicBezTo>
                    <a:pt x="4" y="16"/>
                    <a:pt x="0" y="26"/>
                    <a:pt x="0" y="27"/>
                  </a:cubicBezTo>
                  <a:cubicBezTo>
                    <a:pt x="0" y="28"/>
                    <a:pt x="0" y="30"/>
                    <a:pt x="0" y="30"/>
                  </a:cubicBezTo>
                  <a:cubicBezTo>
                    <a:pt x="0" y="31"/>
                    <a:pt x="0" y="37"/>
                    <a:pt x="1" y="40"/>
                  </a:cubicBezTo>
                  <a:cubicBezTo>
                    <a:pt x="1" y="40"/>
                    <a:pt x="1" y="40"/>
                    <a:pt x="1" y="40"/>
                  </a:cubicBezTo>
                  <a:cubicBezTo>
                    <a:pt x="1" y="40"/>
                    <a:pt x="1" y="40"/>
                    <a:pt x="1" y="40"/>
                  </a:cubicBezTo>
                  <a:cubicBezTo>
                    <a:pt x="1" y="40"/>
                    <a:pt x="1" y="41"/>
                    <a:pt x="1" y="41"/>
                  </a:cubicBezTo>
                  <a:cubicBezTo>
                    <a:pt x="1" y="32"/>
                    <a:pt x="1" y="32"/>
                    <a:pt x="1" y="32"/>
                  </a:cubicBezTo>
                  <a:cubicBezTo>
                    <a:pt x="8" y="32"/>
                    <a:pt x="8" y="32"/>
                    <a:pt x="8" y="32"/>
                  </a:cubicBezTo>
                  <a:cubicBezTo>
                    <a:pt x="7" y="29"/>
                    <a:pt x="7" y="29"/>
                    <a:pt x="7" y="29"/>
                  </a:cubicBezTo>
                  <a:cubicBezTo>
                    <a:pt x="11" y="23"/>
                    <a:pt x="11" y="23"/>
                    <a:pt x="11" y="23"/>
                  </a:cubicBezTo>
                  <a:cubicBezTo>
                    <a:pt x="12" y="23"/>
                    <a:pt x="14" y="24"/>
                    <a:pt x="15" y="24"/>
                  </a:cubicBezTo>
                  <a:cubicBezTo>
                    <a:pt x="15" y="25"/>
                    <a:pt x="15" y="27"/>
                    <a:pt x="14" y="27"/>
                  </a:cubicBezTo>
                  <a:cubicBezTo>
                    <a:pt x="14" y="28"/>
                    <a:pt x="12" y="31"/>
                    <a:pt x="10" y="32"/>
                  </a:cubicBezTo>
                  <a:cubicBezTo>
                    <a:pt x="10" y="33"/>
                    <a:pt x="9" y="35"/>
                    <a:pt x="11" y="37"/>
                  </a:cubicBezTo>
                  <a:cubicBezTo>
                    <a:pt x="11" y="37"/>
                    <a:pt x="12" y="37"/>
                    <a:pt x="13" y="37"/>
                  </a:cubicBezTo>
                  <a:cubicBezTo>
                    <a:pt x="14" y="37"/>
                    <a:pt x="16" y="36"/>
                    <a:pt x="16" y="36"/>
                  </a:cubicBezTo>
                  <a:cubicBezTo>
                    <a:pt x="16" y="36"/>
                    <a:pt x="16" y="36"/>
                    <a:pt x="16" y="36"/>
                  </a:cubicBezTo>
                  <a:cubicBezTo>
                    <a:pt x="16" y="36"/>
                    <a:pt x="16" y="36"/>
                    <a:pt x="16" y="36"/>
                  </a:cubicBezTo>
                  <a:cubicBezTo>
                    <a:pt x="16" y="36"/>
                    <a:pt x="22" y="29"/>
                    <a:pt x="24" y="28"/>
                  </a:cubicBezTo>
                  <a:cubicBezTo>
                    <a:pt x="27" y="27"/>
                    <a:pt x="34" y="21"/>
                    <a:pt x="34" y="14"/>
                  </a:cubicBezTo>
                  <a:cubicBezTo>
                    <a:pt x="37" y="10"/>
                    <a:pt x="37" y="10"/>
                    <a:pt x="37" y="10"/>
                  </a:cubicBezTo>
                  <a:cubicBezTo>
                    <a:pt x="28" y="0"/>
                    <a:pt x="28" y="0"/>
                    <a:pt x="28" y="0"/>
                  </a:cubicBezTo>
                </a:path>
              </a:pathLst>
            </a:custGeom>
            <a:solidFill>
              <a:srgbClr val="7271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8"/>
            <p:cNvSpPr>
              <a:spLocks/>
            </p:cNvSpPr>
            <p:nvPr/>
          </p:nvSpPr>
          <p:spPr bwMode="auto">
            <a:xfrm>
              <a:off x="2057400" y="3611563"/>
              <a:ext cx="219075" cy="165100"/>
            </a:xfrm>
            <a:custGeom>
              <a:avLst/>
              <a:gdLst>
                <a:gd name="T0" fmla="*/ 31 w 58"/>
                <a:gd name="T1" fmla="*/ 0 h 44"/>
                <a:gd name="T2" fmla="*/ 24 w 58"/>
                <a:gd name="T3" fmla="*/ 0 h 44"/>
                <a:gd name="T4" fmla="*/ 24 w 58"/>
                <a:gd name="T5" fmla="*/ 41 h 44"/>
                <a:gd name="T6" fmla="*/ 22 w 58"/>
                <a:gd name="T7" fmla="*/ 41 h 44"/>
                <a:gd name="T8" fmla="*/ 22 w 58"/>
                <a:gd name="T9" fmla="*/ 14 h 44"/>
                <a:gd name="T10" fmla="*/ 12 w 58"/>
                <a:gd name="T11" fmla="*/ 14 h 44"/>
                <a:gd name="T12" fmla="*/ 12 w 58"/>
                <a:gd name="T13" fmla="*/ 41 h 44"/>
                <a:gd name="T14" fmla="*/ 9 w 58"/>
                <a:gd name="T15" fmla="*/ 41 h 44"/>
                <a:gd name="T16" fmla="*/ 9 w 58"/>
                <a:gd name="T17" fmla="*/ 26 h 44"/>
                <a:gd name="T18" fmla="*/ 0 w 58"/>
                <a:gd name="T19" fmla="*/ 26 h 44"/>
                <a:gd name="T20" fmla="*/ 0 w 58"/>
                <a:gd name="T21" fmla="*/ 41 h 44"/>
                <a:gd name="T22" fmla="*/ 0 w 58"/>
                <a:gd name="T23" fmla="*/ 44 h 44"/>
                <a:gd name="T24" fmla="*/ 58 w 58"/>
                <a:gd name="T25" fmla="*/ 44 h 44"/>
                <a:gd name="T26" fmla="*/ 58 w 58"/>
                <a:gd name="T27" fmla="*/ 41 h 44"/>
                <a:gd name="T28" fmla="*/ 58 w 58"/>
                <a:gd name="T29" fmla="*/ 19 h 44"/>
                <a:gd name="T30" fmla="*/ 49 w 58"/>
                <a:gd name="T31" fmla="*/ 19 h 44"/>
                <a:gd name="T32" fmla="*/ 49 w 58"/>
                <a:gd name="T33" fmla="*/ 41 h 44"/>
                <a:gd name="T34" fmla="*/ 46 w 58"/>
                <a:gd name="T35" fmla="*/ 41 h 44"/>
                <a:gd name="T36" fmla="*/ 46 w 58"/>
                <a:gd name="T37" fmla="*/ 11 h 44"/>
                <a:gd name="T38" fmla="*/ 37 w 58"/>
                <a:gd name="T39" fmla="*/ 11 h 44"/>
                <a:gd name="T40" fmla="*/ 37 w 58"/>
                <a:gd name="T41" fmla="*/ 41 h 44"/>
                <a:gd name="T42" fmla="*/ 34 w 58"/>
                <a:gd name="T43" fmla="*/ 41 h 44"/>
                <a:gd name="T44" fmla="*/ 34 w 58"/>
                <a:gd name="T45" fmla="*/ 5 h 44"/>
                <a:gd name="T46" fmla="*/ 31 w 58"/>
                <a:gd name="T47" fmla="*/ 4 h 44"/>
                <a:gd name="T48" fmla="*/ 31 w 58"/>
                <a:gd name="T49"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8" h="44">
                  <a:moveTo>
                    <a:pt x="31" y="0"/>
                  </a:moveTo>
                  <a:cubicBezTo>
                    <a:pt x="24" y="0"/>
                    <a:pt x="24" y="0"/>
                    <a:pt x="24" y="0"/>
                  </a:cubicBezTo>
                  <a:cubicBezTo>
                    <a:pt x="24" y="41"/>
                    <a:pt x="24" y="41"/>
                    <a:pt x="24" y="41"/>
                  </a:cubicBezTo>
                  <a:cubicBezTo>
                    <a:pt x="22" y="41"/>
                    <a:pt x="22" y="41"/>
                    <a:pt x="22" y="41"/>
                  </a:cubicBezTo>
                  <a:cubicBezTo>
                    <a:pt x="22" y="14"/>
                    <a:pt x="22" y="14"/>
                    <a:pt x="22" y="14"/>
                  </a:cubicBezTo>
                  <a:cubicBezTo>
                    <a:pt x="12" y="14"/>
                    <a:pt x="12" y="14"/>
                    <a:pt x="12" y="14"/>
                  </a:cubicBezTo>
                  <a:cubicBezTo>
                    <a:pt x="12" y="41"/>
                    <a:pt x="12" y="41"/>
                    <a:pt x="12" y="41"/>
                  </a:cubicBezTo>
                  <a:cubicBezTo>
                    <a:pt x="9" y="41"/>
                    <a:pt x="9" y="41"/>
                    <a:pt x="9" y="41"/>
                  </a:cubicBezTo>
                  <a:cubicBezTo>
                    <a:pt x="9" y="26"/>
                    <a:pt x="9" y="26"/>
                    <a:pt x="9" y="26"/>
                  </a:cubicBezTo>
                  <a:cubicBezTo>
                    <a:pt x="0" y="26"/>
                    <a:pt x="0" y="26"/>
                    <a:pt x="0" y="26"/>
                  </a:cubicBezTo>
                  <a:cubicBezTo>
                    <a:pt x="0" y="41"/>
                    <a:pt x="0" y="41"/>
                    <a:pt x="0" y="41"/>
                  </a:cubicBezTo>
                  <a:cubicBezTo>
                    <a:pt x="0" y="44"/>
                    <a:pt x="0" y="44"/>
                    <a:pt x="0" y="44"/>
                  </a:cubicBezTo>
                  <a:cubicBezTo>
                    <a:pt x="58" y="44"/>
                    <a:pt x="58" y="44"/>
                    <a:pt x="58" y="44"/>
                  </a:cubicBezTo>
                  <a:cubicBezTo>
                    <a:pt x="58" y="41"/>
                    <a:pt x="58" y="41"/>
                    <a:pt x="58" y="41"/>
                  </a:cubicBezTo>
                  <a:cubicBezTo>
                    <a:pt x="58" y="19"/>
                    <a:pt x="58" y="19"/>
                    <a:pt x="58" y="19"/>
                  </a:cubicBezTo>
                  <a:cubicBezTo>
                    <a:pt x="49" y="19"/>
                    <a:pt x="49" y="19"/>
                    <a:pt x="49" y="19"/>
                  </a:cubicBezTo>
                  <a:cubicBezTo>
                    <a:pt x="49" y="41"/>
                    <a:pt x="49" y="41"/>
                    <a:pt x="49" y="41"/>
                  </a:cubicBezTo>
                  <a:cubicBezTo>
                    <a:pt x="46" y="41"/>
                    <a:pt x="46" y="41"/>
                    <a:pt x="46" y="41"/>
                  </a:cubicBezTo>
                  <a:cubicBezTo>
                    <a:pt x="46" y="11"/>
                    <a:pt x="46" y="11"/>
                    <a:pt x="46" y="11"/>
                  </a:cubicBezTo>
                  <a:cubicBezTo>
                    <a:pt x="37" y="11"/>
                    <a:pt x="37" y="11"/>
                    <a:pt x="37" y="11"/>
                  </a:cubicBezTo>
                  <a:cubicBezTo>
                    <a:pt x="37" y="41"/>
                    <a:pt x="37" y="41"/>
                    <a:pt x="37" y="41"/>
                  </a:cubicBezTo>
                  <a:cubicBezTo>
                    <a:pt x="34" y="41"/>
                    <a:pt x="34" y="41"/>
                    <a:pt x="34" y="41"/>
                  </a:cubicBezTo>
                  <a:cubicBezTo>
                    <a:pt x="34" y="5"/>
                    <a:pt x="34" y="5"/>
                    <a:pt x="34" y="5"/>
                  </a:cubicBezTo>
                  <a:cubicBezTo>
                    <a:pt x="33" y="5"/>
                    <a:pt x="32" y="5"/>
                    <a:pt x="31" y="4"/>
                  </a:cubicBezTo>
                  <a:cubicBezTo>
                    <a:pt x="30" y="3"/>
                    <a:pt x="31" y="1"/>
                    <a:pt x="31" y="0"/>
                  </a:cubicBezTo>
                </a:path>
              </a:pathLst>
            </a:custGeom>
            <a:solidFill>
              <a:srgbClr val="7271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0" name="组合 49"/>
          <p:cNvGrpSpPr/>
          <p:nvPr/>
        </p:nvGrpSpPr>
        <p:grpSpPr>
          <a:xfrm>
            <a:off x="5565778" y="4257909"/>
            <a:ext cx="391210" cy="422257"/>
            <a:chOff x="3432175" y="1060451"/>
            <a:chExt cx="300038" cy="323850"/>
          </a:xfrm>
        </p:grpSpPr>
        <p:sp>
          <p:nvSpPr>
            <p:cNvPr id="51" name="Freeform 9"/>
            <p:cNvSpPr>
              <a:spLocks/>
            </p:cNvSpPr>
            <p:nvPr/>
          </p:nvSpPr>
          <p:spPr bwMode="auto">
            <a:xfrm>
              <a:off x="3608388" y="1060451"/>
              <a:ext cx="123825" cy="142875"/>
            </a:xfrm>
            <a:custGeom>
              <a:avLst/>
              <a:gdLst>
                <a:gd name="T0" fmla="*/ 26 w 33"/>
                <a:gd name="T1" fmla="*/ 0 h 38"/>
                <a:gd name="T2" fmla="*/ 17 w 33"/>
                <a:gd name="T3" fmla="*/ 7 h 38"/>
                <a:gd name="T4" fmla="*/ 16 w 33"/>
                <a:gd name="T5" fmla="*/ 17 h 38"/>
                <a:gd name="T6" fmla="*/ 0 w 33"/>
                <a:gd name="T7" fmla="*/ 34 h 38"/>
                <a:gd name="T8" fmla="*/ 4 w 33"/>
                <a:gd name="T9" fmla="*/ 38 h 38"/>
                <a:gd name="T10" fmla="*/ 18 w 33"/>
                <a:gd name="T11" fmla="*/ 19 h 38"/>
                <a:gd name="T12" fmla="*/ 19 w 33"/>
                <a:gd name="T13" fmla="*/ 19 h 38"/>
                <a:gd name="T14" fmla="*/ 28 w 33"/>
                <a:gd name="T15" fmla="*/ 17 h 38"/>
                <a:gd name="T16" fmla="*/ 33 w 33"/>
                <a:gd name="T17" fmla="*/ 6 h 38"/>
                <a:gd name="T18" fmla="*/ 26 w 33"/>
                <a:gd name="T19" fmla="*/ 9 h 38"/>
                <a:gd name="T20" fmla="*/ 26 w 33"/>
                <a:gd name="T21" fmla="*/ 8 h 38"/>
                <a:gd name="T22" fmla="*/ 25 w 33"/>
                <a:gd name="T23" fmla="*/ 8 h 38"/>
                <a:gd name="T24" fmla="*/ 25 w 33"/>
                <a:gd name="T25" fmla="*/ 8 h 38"/>
                <a:gd name="T26" fmla="*/ 26 w 33"/>
                <a:gd name="T2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 h="38">
                  <a:moveTo>
                    <a:pt x="26" y="0"/>
                  </a:moveTo>
                  <a:cubicBezTo>
                    <a:pt x="26" y="0"/>
                    <a:pt x="19" y="1"/>
                    <a:pt x="17" y="7"/>
                  </a:cubicBezTo>
                  <a:cubicBezTo>
                    <a:pt x="15" y="12"/>
                    <a:pt x="15" y="16"/>
                    <a:pt x="16" y="17"/>
                  </a:cubicBezTo>
                  <a:cubicBezTo>
                    <a:pt x="0" y="34"/>
                    <a:pt x="0" y="34"/>
                    <a:pt x="0" y="34"/>
                  </a:cubicBezTo>
                  <a:cubicBezTo>
                    <a:pt x="4" y="38"/>
                    <a:pt x="4" y="38"/>
                    <a:pt x="4" y="38"/>
                  </a:cubicBezTo>
                  <a:cubicBezTo>
                    <a:pt x="18" y="19"/>
                    <a:pt x="18" y="19"/>
                    <a:pt x="18" y="19"/>
                  </a:cubicBezTo>
                  <a:cubicBezTo>
                    <a:pt x="19" y="19"/>
                    <a:pt x="19" y="19"/>
                    <a:pt x="19" y="19"/>
                  </a:cubicBezTo>
                  <a:cubicBezTo>
                    <a:pt x="21" y="19"/>
                    <a:pt x="24" y="19"/>
                    <a:pt x="28" y="17"/>
                  </a:cubicBezTo>
                  <a:cubicBezTo>
                    <a:pt x="33" y="13"/>
                    <a:pt x="33" y="6"/>
                    <a:pt x="33" y="6"/>
                  </a:cubicBezTo>
                  <a:cubicBezTo>
                    <a:pt x="26" y="9"/>
                    <a:pt x="26" y="9"/>
                    <a:pt x="26" y="9"/>
                  </a:cubicBezTo>
                  <a:cubicBezTo>
                    <a:pt x="26" y="8"/>
                    <a:pt x="26" y="8"/>
                    <a:pt x="26" y="8"/>
                  </a:cubicBezTo>
                  <a:cubicBezTo>
                    <a:pt x="25" y="8"/>
                    <a:pt x="25" y="8"/>
                    <a:pt x="25" y="8"/>
                  </a:cubicBezTo>
                  <a:cubicBezTo>
                    <a:pt x="25" y="8"/>
                    <a:pt x="25" y="8"/>
                    <a:pt x="25" y="8"/>
                  </a:cubicBezTo>
                  <a:cubicBezTo>
                    <a:pt x="26" y="0"/>
                    <a:pt x="26" y="0"/>
                    <a:pt x="26" y="0"/>
                  </a:cubicBezTo>
                </a:path>
              </a:pathLst>
            </a:custGeom>
            <a:solidFill>
              <a:srgbClr val="7271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10"/>
            <p:cNvSpPr>
              <a:spLocks/>
            </p:cNvSpPr>
            <p:nvPr/>
          </p:nvSpPr>
          <p:spPr bwMode="auto">
            <a:xfrm>
              <a:off x="3432175" y="1157288"/>
              <a:ext cx="239713" cy="227013"/>
            </a:xfrm>
            <a:custGeom>
              <a:avLst/>
              <a:gdLst>
                <a:gd name="T0" fmla="*/ 28 w 64"/>
                <a:gd name="T1" fmla="*/ 0 h 60"/>
                <a:gd name="T2" fmla="*/ 2 w 64"/>
                <a:gd name="T3" fmla="*/ 30 h 60"/>
                <a:gd name="T4" fmla="*/ 36 w 64"/>
                <a:gd name="T5" fmla="*/ 60 h 60"/>
                <a:gd name="T6" fmla="*/ 62 w 64"/>
                <a:gd name="T7" fmla="*/ 30 h 60"/>
                <a:gd name="T8" fmla="*/ 53 w 64"/>
                <a:gd name="T9" fmla="*/ 11 h 60"/>
                <a:gd name="T10" fmla="*/ 46 w 64"/>
                <a:gd name="T11" fmla="*/ 20 h 60"/>
                <a:gd name="T12" fmla="*/ 50 w 64"/>
                <a:gd name="T13" fmla="*/ 29 h 60"/>
                <a:gd name="T14" fmla="*/ 35 w 64"/>
                <a:gd name="T15" fmla="*/ 45 h 60"/>
                <a:gd name="T16" fmla="*/ 16 w 64"/>
                <a:gd name="T17" fmla="*/ 29 h 60"/>
                <a:gd name="T18" fmla="*/ 31 w 64"/>
                <a:gd name="T19" fmla="*/ 12 h 60"/>
                <a:gd name="T20" fmla="*/ 39 w 64"/>
                <a:gd name="T21" fmla="*/ 14 h 60"/>
                <a:gd name="T22" fmla="*/ 47 w 64"/>
                <a:gd name="T23" fmla="*/ 6 h 60"/>
                <a:gd name="T24" fmla="*/ 28 w 64"/>
                <a:gd name="T25"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60">
                  <a:moveTo>
                    <a:pt x="28" y="0"/>
                  </a:moveTo>
                  <a:cubicBezTo>
                    <a:pt x="12" y="0"/>
                    <a:pt x="0" y="13"/>
                    <a:pt x="2" y="30"/>
                  </a:cubicBezTo>
                  <a:cubicBezTo>
                    <a:pt x="4" y="46"/>
                    <a:pt x="20" y="60"/>
                    <a:pt x="36" y="60"/>
                  </a:cubicBezTo>
                  <a:cubicBezTo>
                    <a:pt x="53" y="60"/>
                    <a:pt x="64" y="46"/>
                    <a:pt x="62" y="30"/>
                  </a:cubicBezTo>
                  <a:cubicBezTo>
                    <a:pt x="61" y="23"/>
                    <a:pt x="58" y="16"/>
                    <a:pt x="53" y="11"/>
                  </a:cubicBezTo>
                  <a:cubicBezTo>
                    <a:pt x="46" y="20"/>
                    <a:pt x="46" y="20"/>
                    <a:pt x="46" y="20"/>
                  </a:cubicBezTo>
                  <a:cubicBezTo>
                    <a:pt x="48" y="23"/>
                    <a:pt x="49" y="26"/>
                    <a:pt x="50" y="29"/>
                  </a:cubicBezTo>
                  <a:cubicBezTo>
                    <a:pt x="51" y="38"/>
                    <a:pt x="44" y="45"/>
                    <a:pt x="35" y="45"/>
                  </a:cubicBezTo>
                  <a:cubicBezTo>
                    <a:pt x="26" y="45"/>
                    <a:pt x="18" y="38"/>
                    <a:pt x="16" y="29"/>
                  </a:cubicBezTo>
                  <a:cubicBezTo>
                    <a:pt x="15" y="20"/>
                    <a:pt x="22" y="12"/>
                    <a:pt x="31" y="12"/>
                  </a:cubicBezTo>
                  <a:cubicBezTo>
                    <a:pt x="34" y="12"/>
                    <a:pt x="37" y="13"/>
                    <a:pt x="39" y="14"/>
                  </a:cubicBezTo>
                  <a:cubicBezTo>
                    <a:pt x="47" y="6"/>
                    <a:pt x="47" y="6"/>
                    <a:pt x="47" y="6"/>
                  </a:cubicBezTo>
                  <a:cubicBezTo>
                    <a:pt x="41" y="2"/>
                    <a:pt x="35" y="0"/>
                    <a:pt x="28" y="0"/>
                  </a:cubicBezTo>
                </a:path>
              </a:pathLst>
            </a:custGeom>
            <a:solidFill>
              <a:srgbClr val="7271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11"/>
            <p:cNvSpPr>
              <a:spLocks/>
            </p:cNvSpPr>
            <p:nvPr/>
          </p:nvSpPr>
          <p:spPr bwMode="auto">
            <a:xfrm>
              <a:off x="3506788" y="1217613"/>
              <a:ext cx="101600" cy="95250"/>
            </a:xfrm>
            <a:custGeom>
              <a:avLst/>
              <a:gdLst>
                <a:gd name="T0" fmla="*/ 12 w 27"/>
                <a:gd name="T1" fmla="*/ 0 h 25"/>
                <a:gd name="T2" fmla="*/ 1 w 27"/>
                <a:gd name="T3" fmla="*/ 13 h 25"/>
                <a:gd name="T4" fmla="*/ 15 w 27"/>
                <a:gd name="T5" fmla="*/ 25 h 25"/>
                <a:gd name="T6" fmla="*/ 26 w 27"/>
                <a:gd name="T7" fmla="*/ 13 h 25"/>
                <a:gd name="T8" fmla="*/ 24 w 27"/>
                <a:gd name="T9" fmla="*/ 7 h 25"/>
                <a:gd name="T10" fmla="*/ 22 w 27"/>
                <a:gd name="T11" fmla="*/ 7 h 25"/>
                <a:gd name="T12" fmla="*/ 21 w 27"/>
                <a:gd name="T13" fmla="*/ 7 h 25"/>
                <a:gd name="T14" fmla="*/ 15 w 27"/>
                <a:gd name="T15" fmla="*/ 13 h 25"/>
                <a:gd name="T16" fmla="*/ 13 w 27"/>
                <a:gd name="T17" fmla="*/ 11 h 25"/>
                <a:gd name="T18" fmla="*/ 17 w 27"/>
                <a:gd name="T19" fmla="*/ 4 h 25"/>
                <a:gd name="T20" fmla="*/ 17 w 27"/>
                <a:gd name="T21" fmla="*/ 1 h 25"/>
                <a:gd name="T22" fmla="*/ 12 w 27"/>
                <a:gd name="T23"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 h="25">
                  <a:moveTo>
                    <a:pt x="12" y="0"/>
                  </a:moveTo>
                  <a:cubicBezTo>
                    <a:pt x="5" y="0"/>
                    <a:pt x="0" y="6"/>
                    <a:pt x="1" y="13"/>
                  </a:cubicBezTo>
                  <a:cubicBezTo>
                    <a:pt x="2" y="20"/>
                    <a:pt x="8" y="25"/>
                    <a:pt x="15" y="25"/>
                  </a:cubicBezTo>
                  <a:cubicBezTo>
                    <a:pt x="22" y="25"/>
                    <a:pt x="27" y="20"/>
                    <a:pt x="26" y="13"/>
                  </a:cubicBezTo>
                  <a:cubicBezTo>
                    <a:pt x="26" y="10"/>
                    <a:pt x="25" y="8"/>
                    <a:pt x="24" y="7"/>
                  </a:cubicBezTo>
                  <a:cubicBezTo>
                    <a:pt x="23" y="7"/>
                    <a:pt x="22" y="7"/>
                    <a:pt x="22" y="7"/>
                  </a:cubicBezTo>
                  <a:cubicBezTo>
                    <a:pt x="21" y="7"/>
                    <a:pt x="21" y="7"/>
                    <a:pt x="21" y="7"/>
                  </a:cubicBezTo>
                  <a:cubicBezTo>
                    <a:pt x="15" y="13"/>
                    <a:pt x="15" y="13"/>
                    <a:pt x="15" y="13"/>
                  </a:cubicBezTo>
                  <a:cubicBezTo>
                    <a:pt x="13" y="11"/>
                    <a:pt x="13" y="11"/>
                    <a:pt x="13" y="11"/>
                  </a:cubicBezTo>
                  <a:cubicBezTo>
                    <a:pt x="17" y="4"/>
                    <a:pt x="17" y="4"/>
                    <a:pt x="17" y="4"/>
                  </a:cubicBezTo>
                  <a:cubicBezTo>
                    <a:pt x="17" y="3"/>
                    <a:pt x="17" y="2"/>
                    <a:pt x="17" y="1"/>
                  </a:cubicBezTo>
                  <a:cubicBezTo>
                    <a:pt x="16" y="0"/>
                    <a:pt x="14" y="0"/>
                    <a:pt x="12" y="0"/>
                  </a:cubicBezTo>
                </a:path>
              </a:pathLst>
            </a:custGeom>
            <a:solidFill>
              <a:srgbClr val="7271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12"/>
            <p:cNvSpPr>
              <a:spLocks/>
            </p:cNvSpPr>
            <p:nvPr/>
          </p:nvSpPr>
          <p:spPr bwMode="auto">
            <a:xfrm>
              <a:off x="3563938" y="1192213"/>
              <a:ext cx="55563" cy="66675"/>
            </a:xfrm>
            <a:custGeom>
              <a:avLst/>
              <a:gdLst>
                <a:gd name="T0" fmla="*/ 11 w 15"/>
                <a:gd name="T1" fmla="*/ 0 h 18"/>
                <a:gd name="T2" fmla="*/ 5 w 15"/>
                <a:gd name="T3" fmla="*/ 8 h 18"/>
                <a:gd name="T4" fmla="*/ 4 w 15"/>
                <a:gd name="T5" fmla="*/ 11 h 18"/>
                <a:gd name="T6" fmla="*/ 0 w 15"/>
                <a:gd name="T7" fmla="*/ 18 h 18"/>
                <a:gd name="T8" fmla="*/ 0 w 15"/>
                <a:gd name="T9" fmla="*/ 18 h 18"/>
                <a:gd name="T10" fmla="*/ 6 w 15"/>
                <a:gd name="T11" fmla="*/ 12 h 18"/>
                <a:gd name="T12" fmla="*/ 7 w 15"/>
                <a:gd name="T13" fmla="*/ 12 h 18"/>
                <a:gd name="T14" fmla="*/ 9 w 15"/>
                <a:gd name="T15" fmla="*/ 11 h 18"/>
                <a:gd name="T16" fmla="*/ 15 w 15"/>
                <a:gd name="T17" fmla="*/ 3 h 18"/>
                <a:gd name="T18" fmla="*/ 11 w 15"/>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18">
                  <a:moveTo>
                    <a:pt x="11" y="0"/>
                  </a:moveTo>
                  <a:cubicBezTo>
                    <a:pt x="5" y="8"/>
                    <a:pt x="5" y="8"/>
                    <a:pt x="5" y="8"/>
                  </a:cubicBezTo>
                  <a:cubicBezTo>
                    <a:pt x="4" y="9"/>
                    <a:pt x="4" y="10"/>
                    <a:pt x="4" y="11"/>
                  </a:cubicBezTo>
                  <a:cubicBezTo>
                    <a:pt x="0" y="18"/>
                    <a:pt x="0" y="18"/>
                    <a:pt x="0" y="18"/>
                  </a:cubicBezTo>
                  <a:cubicBezTo>
                    <a:pt x="0" y="18"/>
                    <a:pt x="0" y="18"/>
                    <a:pt x="0" y="18"/>
                  </a:cubicBezTo>
                  <a:cubicBezTo>
                    <a:pt x="6" y="12"/>
                    <a:pt x="6" y="12"/>
                    <a:pt x="6" y="12"/>
                  </a:cubicBezTo>
                  <a:cubicBezTo>
                    <a:pt x="6" y="12"/>
                    <a:pt x="6" y="12"/>
                    <a:pt x="7" y="12"/>
                  </a:cubicBezTo>
                  <a:cubicBezTo>
                    <a:pt x="7" y="12"/>
                    <a:pt x="8" y="12"/>
                    <a:pt x="9" y="11"/>
                  </a:cubicBezTo>
                  <a:cubicBezTo>
                    <a:pt x="15" y="3"/>
                    <a:pt x="15" y="3"/>
                    <a:pt x="15" y="3"/>
                  </a:cubicBezTo>
                  <a:cubicBezTo>
                    <a:pt x="11" y="0"/>
                    <a:pt x="11" y="0"/>
                    <a:pt x="11" y="0"/>
                  </a:cubicBezTo>
                </a:path>
              </a:pathLst>
            </a:custGeom>
            <a:solidFill>
              <a:srgbClr val="7271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5" name="组合 54"/>
          <p:cNvGrpSpPr/>
          <p:nvPr/>
        </p:nvGrpSpPr>
        <p:grpSpPr>
          <a:xfrm>
            <a:off x="5604911" y="3772737"/>
            <a:ext cx="337392" cy="397419"/>
            <a:chOff x="681038" y="1063626"/>
            <a:chExt cx="258763" cy="304800"/>
          </a:xfrm>
        </p:grpSpPr>
        <p:sp>
          <p:nvSpPr>
            <p:cNvPr id="56" name="Freeform 13"/>
            <p:cNvSpPr>
              <a:spLocks/>
            </p:cNvSpPr>
            <p:nvPr/>
          </p:nvSpPr>
          <p:spPr bwMode="auto">
            <a:xfrm>
              <a:off x="774700" y="1116013"/>
              <a:ext cx="82550" cy="101600"/>
            </a:xfrm>
            <a:custGeom>
              <a:avLst/>
              <a:gdLst>
                <a:gd name="T0" fmla="*/ 11 w 22"/>
                <a:gd name="T1" fmla="*/ 0 h 27"/>
                <a:gd name="T2" fmla="*/ 0 w 22"/>
                <a:gd name="T3" fmla="*/ 11 h 27"/>
                <a:gd name="T4" fmla="*/ 3 w 22"/>
                <a:gd name="T5" fmla="*/ 18 h 27"/>
                <a:gd name="T6" fmla="*/ 6 w 22"/>
                <a:gd name="T7" fmla="*/ 26 h 27"/>
                <a:gd name="T8" fmla="*/ 6 w 22"/>
                <a:gd name="T9" fmla="*/ 27 h 27"/>
                <a:gd name="T10" fmla="*/ 10 w 22"/>
                <a:gd name="T11" fmla="*/ 27 h 27"/>
                <a:gd name="T12" fmla="*/ 10 w 22"/>
                <a:gd name="T13" fmla="*/ 26 h 27"/>
                <a:gd name="T14" fmla="*/ 9 w 22"/>
                <a:gd name="T15" fmla="*/ 17 h 27"/>
                <a:gd name="T16" fmla="*/ 11 w 22"/>
                <a:gd name="T17" fmla="*/ 16 h 27"/>
                <a:gd name="T18" fmla="*/ 11 w 22"/>
                <a:gd name="T19" fmla="*/ 16 h 27"/>
                <a:gd name="T20" fmla="*/ 14 w 22"/>
                <a:gd name="T21" fmla="*/ 17 h 27"/>
                <a:gd name="T22" fmla="*/ 12 w 22"/>
                <a:gd name="T23" fmla="*/ 26 h 27"/>
                <a:gd name="T24" fmla="*/ 12 w 22"/>
                <a:gd name="T25" fmla="*/ 27 h 27"/>
                <a:gd name="T26" fmla="*/ 16 w 22"/>
                <a:gd name="T27" fmla="*/ 27 h 27"/>
                <a:gd name="T28" fmla="*/ 16 w 22"/>
                <a:gd name="T29" fmla="*/ 26 h 27"/>
                <a:gd name="T30" fmla="*/ 20 w 22"/>
                <a:gd name="T31" fmla="*/ 18 h 27"/>
                <a:gd name="T32" fmla="*/ 22 w 22"/>
                <a:gd name="T33" fmla="*/ 11 h 27"/>
                <a:gd name="T34" fmla="*/ 11 w 22"/>
                <a:gd name="T3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27">
                  <a:moveTo>
                    <a:pt x="11" y="0"/>
                  </a:moveTo>
                  <a:cubicBezTo>
                    <a:pt x="5" y="0"/>
                    <a:pt x="0" y="5"/>
                    <a:pt x="0" y="11"/>
                  </a:cubicBezTo>
                  <a:cubicBezTo>
                    <a:pt x="0" y="14"/>
                    <a:pt x="1" y="16"/>
                    <a:pt x="3" y="18"/>
                  </a:cubicBezTo>
                  <a:cubicBezTo>
                    <a:pt x="4" y="21"/>
                    <a:pt x="6" y="23"/>
                    <a:pt x="6" y="26"/>
                  </a:cubicBezTo>
                  <a:cubicBezTo>
                    <a:pt x="6" y="27"/>
                    <a:pt x="6" y="27"/>
                    <a:pt x="6" y="27"/>
                  </a:cubicBezTo>
                  <a:cubicBezTo>
                    <a:pt x="10" y="27"/>
                    <a:pt x="10" y="27"/>
                    <a:pt x="10" y="27"/>
                  </a:cubicBezTo>
                  <a:cubicBezTo>
                    <a:pt x="10" y="26"/>
                    <a:pt x="10" y="26"/>
                    <a:pt x="10" y="26"/>
                  </a:cubicBezTo>
                  <a:cubicBezTo>
                    <a:pt x="10" y="24"/>
                    <a:pt x="10" y="20"/>
                    <a:pt x="9" y="17"/>
                  </a:cubicBezTo>
                  <a:cubicBezTo>
                    <a:pt x="9" y="17"/>
                    <a:pt x="10" y="16"/>
                    <a:pt x="11" y="16"/>
                  </a:cubicBezTo>
                  <a:cubicBezTo>
                    <a:pt x="11" y="16"/>
                    <a:pt x="11" y="16"/>
                    <a:pt x="11" y="16"/>
                  </a:cubicBezTo>
                  <a:cubicBezTo>
                    <a:pt x="12" y="16"/>
                    <a:pt x="13" y="17"/>
                    <a:pt x="14" y="17"/>
                  </a:cubicBezTo>
                  <a:cubicBezTo>
                    <a:pt x="13" y="19"/>
                    <a:pt x="12" y="22"/>
                    <a:pt x="12" y="26"/>
                  </a:cubicBezTo>
                  <a:cubicBezTo>
                    <a:pt x="12" y="27"/>
                    <a:pt x="12" y="27"/>
                    <a:pt x="12" y="27"/>
                  </a:cubicBezTo>
                  <a:cubicBezTo>
                    <a:pt x="16" y="27"/>
                    <a:pt x="16" y="27"/>
                    <a:pt x="16" y="27"/>
                  </a:cubicBezTo>
                  <a:cubicBezTo>
                    <a:pt x="16" y="26"/>
                    <a:pt x="16" y="26"/>
                    <a:pt x="16" y="26"/>
                  </a:cubicBezTo>
                  <a:cubicBezTo>
                    <a:pt x="17" y="23"/>
                    <a:pt x="18" y="21"/>
                    <a:pt x="20" y="18"/>
                  </a:cubicBezTo>
                  <a:cubicBezTo>
                    <a:pt x="21" y="16"/>
                    <a:pt x="22" y="14"/>
                    <a:pt x="22" y="11"/>
                  </a:cubicBezTo>
                  <a:cubicBezTo>
                    <a:pt x="22" y="5"/>
                    <a:pt x="17" y="0"/>
                    <a:pt x="11" y="0"/>
                  </a:cubicBezTo>
                </a:path>
              </a:pathLst>
            </a:custGeom>
            <a:solidFill>
              <a:srgbClr val="7271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14"/>
            <p:cNvSpPr>
              <a:spLocks noEditPoints="1"/>
            </p:cNvSpPr>
            <p:nvPr/>
          </p:nvSpPr>
          <p:spPr bwMode="auto">
            <a:xfrm>
              <a:off x="681038" y="1063626"/>
              <a:ext cx="258763" cy="304800"/>
            </a:xfrm>
            <a:custGeom>
              <a:avLst/>
              <a:gdLst>
                <a:gd name="T0" fmla="*/ 31 w 69"/>
                <a:gd name="T1" fmla="*/ 52 h 81"/>
                <a:gd name="T2" fmla="*/ 29 w 69"/>
                <a:gd name="T3" fmla="*/ 49 h 81"/>
                <a:gd name="T4" fmla="*/ 29 w 69"/>
                <a:gd name="T5" fmla="*/ 42 h 81"/>
                <a:gd name="T6" fmla="*/ 26 w 69"/>
                <a:gd name="T7" fmla="*/ 34 h 81"/>
                <a:gd name="T8" fmla="*/ 22 w 69"/>
                <a:gd name="T9" fmla="*/ 25 h 81"/>
                <a:gd name="T10" fmla="*/ 36 w 69"/>
                <a:gd name="T11" fmla="*/ 11 h 81"/>
                <a:gd name="T12" fmla="*/ 50 w 69"/>
                <a:gd name="T13" fmla="*/ 25 h 81"/>
                <a:gd name="T14" fmla="*/ 47 w 69"/>
                <a:gd name="T15" fmla="*/ 34 h 81"/>
                <a:gd name="T16" fmla="*/ 44 w 69"/>
                <a:gd name="T17" fmla="*/ 42 h 81"/>
                <a:gd name="T18" fmla="*/ 44 w 69"/>
                <a:gd name="T19" fmla="*/ 49 h 81"/>
                <a:gd name="T20" fmla="*/ 41 w 69"/>
                <a:gd name="T21" fmla="*/ 52 h 81"/>
                <a:gd name="T22" fmla="*/ 38 w 69"/>
                <a:gd name="T23" fmla="*/ 52 h 81"/>
                <a:gd name="T24" fmla="*/ 38 w 69"/>
                <a:gd name="T25" fmla="*/ 52 h 81"/>
                <a:gd name="T26" fmla="*/ 36 w 69"/>
                <a:gd name="T27" fmla="*/ 53 h 81"/>
                <a:gd name="T28" fmla="*/ 34 w 69"/>
                <a:gd name="T29" fmla="*/ 52 h 81"/>
                <a:gd name="T30" fmla="*/ 34 w 69"/>
                <a:gd name="T31" fmla="*/ 52 h 81"/>
                <a:gd name="T32" fmla="*/ 31 w 69"/>
                <a:gd name="T33" fmla="*/ 52 h 81"/>
                <a:gd name="T34" fmla="*/ 37 w 69"/>
                <a:gd name="T35" fmla="*/ 0 h 81"/>
                <a:gd name="T36" fmla="*/ 26 w 69"/>
                <a:gd name="T37" fmla="*/ 1 h 81"/>
                <a:gd name="T38" fmla="*/ 6 w 69"/>
                <a:gd name="T39" fmla="*/ 25 h 81"/>
                <a:gd name="T40" fmla="*/ 7 w 69"/>
                <a:gd name="T41" fmla="*/ 32 h 81"/>
                <a:gd name="T42" fmla="*/ 8 w 69"/>
                <a:gd name="T43" fmla="*/ 35 h 81"/>
                <a:gd name="T44" fmla="*/ 7 w 69"/>
                <a:gd name="T45" fmla="*/ 37 h 81"/>
                <a:gd name="T46" fmla="*/ 1 w 69"/>
                <a:gd name="T47" fmla="*/ 46 h 81"/>
                <a:gd name="T48" fmla="*/ 0 w 69"/>
                <a:gd name="T49" fmla="*/ 49 h 81"/>
                <a:gd name="T50" fmla="*/ 5 w 69"/>
                <a:gd name="T51" fmla="*/ 51 h 81"/>
                <a:gd name="T52" fmla="*/ 6 w 69"/>
                <a:gd name="T53" fmla="*/ 53 h 81"/>
                <a:gd name="T54" fmla="*/ 6 w 69"/>
                <a:gd name="T55" fmla="*/ 56 h 81"/>
                <a:gd name="T56" fmla="*/ 7 w 69"/>
                <a:gd name="T57" fmla="*/ 57 h 81"/>
                <a:gd name="T58" fmla="*/ 6 w 69"/>
                <a:gd name="T59" fmla="*/ 58 h 81"/>
                <a:gd name="T60" fmla="*/ 8 w 69"/>
                <a:gd name="T61" fmla="*/ 61 h 81"/>
                <a:gd name="T62" fmla="*/ 8 w 69"/>
                <a:gd name="T63" fmla="*/ 66 h 81"/>
                <a:gd name="T64" fmla="*/ 9 w 69"/>
                <a:gd name="T65" fmla="*/ 72 h 81"/>
                <a:gd name="T66" fmla="*/ 13 w 69"/>
                <a:gd name="T67" fmla="*/ 73 h 81"/>
                <a:gd name="T68" fmla="*/ 24 w 69"/>
                <a:gd name="T69" fmla="*/ 71 h 81"/>
                <a:gd name="T70" fmla="*/ 27 w 69"/>
                <a:gd name="T71" fmla="*/ 81 h 81"/>
                <a:gd name="T72" fmla="*/ 60 w 69"/>
                <a:gd name="T73" fmla="*/ 71 h 81"/>
                <a:gd name="T74" fmla="*/ 57 w 69"/>
                <a:gd name="T75" fmla="*/ 61 h 81"/>
                <a:gd name="T76" fmla="*/ 66 w 69"/>
                <a:gd name="T77" fmla="*/ 40 h 81"/>
                <a:gd name="T78" fmla="*/ 58 w 69"/>
                <a:gd name="T79" fmla="*/ 8 h 81"/>
                <a:gd name="T80" fmla="*/ 37 w 69"/>
                <a:gd name="T81"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9" h="81">
                  <a:moveTo>
                    <a:pt x="31" y="52"/>
                  </a:moveTo>
                  <a:cubicBezTo>
                    <a:pt x="30" y="52"/>
                    <a:pt x="29" y="51"/>
                    <a:pt x="29" y="49"/>
                  </a:cubicBezTo>
                  <a:cubicBezTo>
                    <a:pt x="29" y="42"/>
                    <a:pt x="29" y="42"/>
                    <a:pt x="29" y="42"/>
                  </a:cubicBezTo>
                  <a:cubicBezTo>
                    <a:pt x="29" y="39"/>
                    <a:pt x="28" y="37"/>
                    <a:pt x="26" y="34"/>
                  </a:cubicBezTo>
                  <a:cubicBezTo>
                    <a:pt x="24" y="31"/>
                    <a:pt x="22" y="28"/>
                    <a:pt x="22" y="25"/>
                  </a:cubicBezTo>
                  <a:cubicBezTo>
                    <a:pt x="22" y="18"/>
                    <a:pt x="29" y="11"/>
                    <a:pt x="36" y="11"/>
                  </a:cubicBezTo>
                  <a:cubicBezTo>
                    <a:pt x="44" y="11"/>
                    <a:pt x="50" y="18"/>
                    <a:pt x="50" y="25"/>
                  </a:cubicBezTo>
                  <a:cubicBezTo>
                    <a:pt x="50" y="28"/>
                    <a:pt x="49" y="31"/>
                    <a:pt x="47" y="34"/>
                  </a:cubicBezTo>
                  <a:cubicBezTo>
                    <a:pt x="45" y="37"/>
                    <a:pt x="44" y="39"/>
                    <a:pt x="44" y="42"/>
                  </a:cubicBezTo>
                  <a:cubicBezTo>
                    <a:pt x="44" y="49"/>
                    <a:pt x="44" y="49"/>
                    <a:pt x="44" y="49"/>
                  </a:cubicBezTo>
                  <a:cubicBezTo>
                    <a:pt x="43" y="51"/>
                    <a:pt x="42" y="52"/>
                    <a:pt x="41" y="52"/>
                  </a:cubicBezTo>
                  <a:cubicBezTo>
                    <a:pt x="38" y="52"/>
                    <a:pt x="38" y="52"/>
                    <a:pt x="38" y="52"/>
                  </a:cubicBezTo>
                  <a:cubicBezTo>
                    <a:pt x="38" y="52"/>
                    <a:pt x="38" y="52"/>
                    <a:pt x="38" y="52"/>
                  </a:cubicBezTo>
                  <a:cubicBezTo>
                    <a:pt x="38" y="53"/>
                    <a:pt x="37" y="53"/>
                    <a:pt x="36" y="53"/>
                  </a:cubicBezTo>
                  <a:cubicBezTo>
                    <a:pt x="35" y="53"/>
                    <a:pt x="35" y="53"/>
                    <a:pt x="34" y="52"/>
                  </a:cubicBezTo>
                  <a:cubicBezTo>
                    <a:pt x="34" y="52"/>
                    <a:pt x="34" y="52"/>
                    <a:pt x="34" y="52"/>
                  </a:cubicBezTo>
                  <a:cubicBezTo>
                    <a:pt x="31" y="52"/>
                    <a:pt x="31" y="52"/>
                    <a:pt x="31" y="52"/>
                  </a:cubicBezTo>
                  <a:moveTo>
                    <a:pt x="37" y="0"/>
                  </a:moveTo>
                  <a:cubicBezTo>
                    <a:pt x="34" y="0"/>
                    <a:pt x="30" y="0"/>
                    <a:pt x="26" y="1"/>
                  </a:cubicBezTo>
                  <a:cubicBezTo>
                    <a:pt x="17" y="4"/>
                    <a:pt x="8" y="11"/>
                    <a:pt x="6" y="25"/>
                  </a:cubicBezTo>
                  <a:cubicBezTo>
                    <a:pt x="6" y="29"/>
                    <a:pt x="6" y="31"/>
                    <a:pt x="7" y="32"/>
                  </a:cubicBezTo>
                  <a:cubicBezTo>
                    <a:pt x="7" y="33"/>
                    <a:pt x="8" y="34"/>
                    <a:pt x="8" y="35"/>
                  </a:cubicBezTo>
                  <a:cubicBezTo>
                    <a:pt x="8" y="36"/>
                    <a:pt x="8" y="36"/>
                    <a:pt x="7" y="37"/>
                  </a:cubicBezTo>
                  <a:cubicBezTo>
                    <a:pt x="1" y="46"/>
                    <a:pt x="1" y="46"/>
                    <a:pt x="1" y="46"/>
                  </a:cubicBezTo>
                  <a:cubicBezTo>
                    <a:pt x="0" y="47"/>
                    <a:pt x="0" y="48"/>
                    <a:pt x="0" y="49"/>
                  </a:cubicBezTo>
                  <a:cubicBezTo>
                    <a:pt x="2" y="50"/>
                    <a:pt x="5" y="50"/>
                    <a:pt x="5" y="51"/>
                  </a:cubicBezTo>
                  <a:cubicBezTo>
                    <a:pt x="6" y="51"/>
                    <a:pt x="7" y="52"/>
                    <a:pt x="6" y="53"/>
                  </a:cubicBezTo>
                  <a:cubicBezTo>
                    <a:pt x="6" y="54"/>
                    <a:pt x="5" y="56"/>
                    <a:pt x="6" y="56"/>
                  </a:cubicBezTo>
                  <a:cubicBezTo>
                    <a:pt x="7" y="57"/>
                    <a:pt x="7" y="57"/>
                    <a:pt x="7" y="57"/>
                  </a:cubicBezTo>
                  <a:cubicBezTo>
                    <a:pt x="7" y="57"/>
                    <a:pt x="7" y="57"/>
                    <a:pt x="6" y="58"/>
                  </a:cubicBezTo>
                  <a:cubicBezTo>
                    <a:pt x="6" y="59"/>
                    <a:pt x="6" y="60"/>
                    <a:pt x="8" y="61"/>
                  </a:cubicBezTo>
                  <a:cubicBezTo>
                    <a:pt x="8" y="61"/>
                    <a:pt x="9" y="63"/>
                    <a:pt x="8" y="66"/>
                  </a:cubicBezTo>
                  <a:cubicBezTo>
                    <a:pt x="8" y="68"/>
                    <a:pt x="7" y="71"/>
                    <a:pt x="9" y="72"/>
                  </a:cubicBezTo>
                  <a:cubicBezTo>
                    <a:pt x="10" y="73"/>
                    <a:pt x="11" y="73"/>
                    <a:pt x="13" y="73"/>
                  </a:cubicBezTo>
                  <a:cubicBezTo>
                    <a:pt x="16" y="73"/>
                    <a:pt x="21" y="72"/>
                    <a:pt x="24" y="71"/>
                  </a:cubicBezTo>
                  <a:cubicBezTo>
                    <a:pt x="24" y="71"/>
                    <a:pt x="25" y="74"/>
                    <a:pt x="27" y="81"/>
                  </a:cubicBezTo>
                  <a:cubicBezTo>
                    <a:pt x="60" y="71"/>
                    <a:pt x="60" y="71"/>
                    <a:pt x="60" y="71"/>
                  </a:cubicBezTo>
                  <a:cubicBezTo>
                    <a:pt x="58" y="66"/>
                    <a:pt x="58" y="63"/>
                    <a:pt x="57" y="61"/>
                  </a:cubicBezTo>
                  <a:cubicBezTo>
                    <a:pt x="57" y="57"/>
                    <a:pt x="64" y="49"/>
                    <a:pt x="66" y="40"/>
                  </a:cubicBezTo>
                  <a:cubicBezTo>
                    <a:pt x="69" y="30"/>
                    <a:pt x="69" y="17"/>
                    <a:pt x="58" y="8"/>
                  </a:cubicBezTo>
                  <a:cubicBezTo>
                    <a:pt x="52" y="3"/>
                    <a:pt x="45" y="0"/>
                    <a:pt x="37" y="0"/>
                  </a:cubicBezTo>
                </a:path>
              </a:pathLst>
            </a:custGeom>
            <a:solidFill>
              <a:srgbClr val="7271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8" name="组合 57"/>
          <p:cNvGrpSpPr/>
          <p:nvPr/>
        </p:nvGrpSpPr>
        <p:grpSpPr>
          <a:xfrm>
            <a:off x="6161989" y="3712391"/>
            <a:ext cx="225619" cy="436747"/>
            <a:chOff x="2087563" y="242888"/>
            <a:chExt cx="173038" cy="334963"/>
          </a:xfrm>
        </p:grpSpPr>
        <p:sp>
          <p:nvSpPr>
            <p:cNvPr id="59" name="Freeform 15"/>
            <p:cNvSpPr>
              <a:spLocks noEditPoints="1"/>
            </p:cNvSpPr>
            <p:nvPr/>
          </p:nvSpPr>
          <p:spPr bwMode="auto">
            <a:xfrm>
              <a:off x="2087563" y="242888"/>
              <a:ext cx="173038" cy="334963"/>
            </a:xfrm>
            <a:custGeom>
              <a:avLst/>
              <a:gdLst>
                <a:gd name="T0" fmla="*/ 21 w 46"/>
                <a:gd name="T1" fmla="*/ 83 h 89"/>
                <a:gd name="T2" fmla="*/ 21 w 46"/>
                <a:gd name="T3" fmla="*/ 78 h 89"/>
                <a:gd name="T4" fmla="*/ 26 w 46"/>
                <a:gd name="T5" fmla="*/ 78 h 89"/>
                <a:gd name="T6" fmla="*/ 26 w 46"/>
                <a:gd name="T7" fmla="*/ 83 h 89"/>
                <a:gd name="T8" fmla="*/ 21 w 46"/>
                <a:gd name="T9" fmla="*/ 83 h 89"/>
                <a:gd name="T10" fmla="*/ 3 w 46"/>
                <a:gd name="T11" fmla="*/ 76 h 89"/>
                <a:gd name="T12" fmla="*/ 3 w 46"/>
                <a:gd name="T13" fmla="*/ 3 h 89"/>
                <a:gd name="T14" fmla="*/ 44 w 46"/>
                <a:gd name="T15" fmla="*/ 3 h 89"/>
                <a:gd name="T16" fmla="*/ 44 w 46"/>
                <a:gd name="T17" fmla="*/ 12 h 89"/>
                <a:gd name="T18" fmla="*/ 44 w 46"/>
                <a:gd name="T19" fmla="*/ 76 h 89"/>
                <a:gd name="T20" fmla="*/ 30 w 46"/>
                <a:gd name="T21" fmla="*/ 76 h 89"/>
                <a:gd name="T22" fmla="*/ 30 w 46"/>
                <a:gd name="T23" fmla="*/ 74 h 89"/>
                <a:gd name="T24" fmla="*/ 28 w 46"/>
                <a:gd name="T25" fmla="*/ 72 h 89"/>
                <a:gd name="T26" fmla="*/ 18 w 46"/>
                <a:gd name="T27" fmla="*/ 72 h 89"/>
                <a:gd name="T28" fmla="*/ 17 w 46"/>
                <a:gd name="T29" fmla="*/ 74 h 89"/>
                <a:gd name="T30" fmla="*/ 17 w 46"/>
                <a:gd name="T31" fmla="*/ 76 h 89"/>
                <a:gd name="T32" fmla="*/ 3 w 46"/>
                <a:gd name="T33" fmla="*/ 76 h 89"/>
                <a:gd name="T34" fmla="*/ 45 w 46"/>
                <a:gd name="T35" fmla="*/ 0 h 89"/>
                <a:gd name="T36" fmla="*/ 2 w 46"/>
                <a:gd name="T37" fmla="*/ 0 h 89"/>
                <a:gd name="T38" fmla="*/ 0 w 46"/>
                <a:gd name="T39" fmla="*/ 2 h 89"/>
                <a:gd name="T40" fmla="*/ 0 w 46"/>
                <a:gd name="T41" fmla="*/ 87 h 89"/>
                <a:gd name="T42" fmla="*/ 2 w 46"/>
                <a:gd name="T43" fmla="*/ 89 h 89"/>
                <a:gd name="T44" fmla="*/ 45 w 46"/>
                <a:gd name="T45" fmla="*/ 89 h 89"/>
                <a:gd name="T46" fmla="*/ 46 w 46"/>
                <a:gd name="T47" fmla="*/ 87 h 89"/>
                <a:gd name="T48" fmla="*/ 46 w 46"/>
                <a:gd name="T49" fmla="*/ 2 h 89"/>
                <a:gd name="T50" fmla="*/ 45 w 46"/>
                <a:gd name="T51"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6" h="89">
                  <a:moveTo>
                    <a:pt x="21" y="83"/>
                  </a:moveTo>
                  <a:cubicBezTo>
                    <a:pt x="21" y="78"/>
                    <a:pt x="21" y="78"/>
                    <a:pt x="21" y="78"/>
                  </a:cubicBezTo>
                  <a:cubicBezTo>
                    <a:pt x="26" y="78"/>
                    <a:pt x="26" y="78"/>
                    <a:pt x="26" y="78"/>
                  </a:cubicBezTo>
                  <a:cubicBezTo>
                    <a:pt x="26" y="83"/>
                    <a:pt x="26" y="83"/>
                    <a:pt x="26" y="83"/>
                  </a:cubicBezTo>
                  <a:cubicBezTo>
                    <a:pt x="21" y="83"/>
                    <a:pt x="21" y="83"/>
                    <a:pt x="21" y="83"/>
                  </a:cubicBezTo>
                  <a:moveTo>
                    <a:pt x="3" y="76"/>
                  </a:moveTo>
                  <a:cubicBezTo>
                    <a:pt x="3" y="3"/>
                    <a:pt x="3" y="3"/>
                    <a:pt x="3" y="3"/>
                  </a:cubicBezTo>
                  <a:cubicBezTo>
                    <a:pt x="44" y="3"/>
                    <a:pt x="44" y="3"/>
                    <a:pt x="44" y="3"/>
                  </a:cubicBezTo>
                  <a:cubicBezTo>
                    <a:pt x="44" y="12"/>
                    <a:pt x="44" y="12"/>
                    <a:pt x="44" y="12"/>
                  </a:cubicBezTo>
                  <a:cubicBezTo>
                    <a:pt x="44" y="76"/>
                    <a:pt x="44" y="76"/>
                    <a:pt x="44" y="76"/>
                  </a:cubicBezTo>
                  <a:cubicBezTo>
                    <a:pt x="30" y="76"/>
                    <a:pt x="30" y="76"/>
                    <a:pt x="30" y="76"/>
                  </a:cubicBezTo>
                  <a:cubicBezTo>
                    <a:pt x="30" y="74"/>
                    <a:pt x="30" y="74"/>
                    <a:pt x="30" y="74"/>
                  </a:cubicBezTo>
                  <a:cubicBezTo>
                    <a:pt x="30" y="73"/>
                    <a:pt x="29" y="72"/>
                    <a:pt x="28" y="72"/>
                  </a:cubicBezTo>
                  <a:cubicBezTo>
                    <a:pt x="18" y="72"/>
                    <a:pt x="18" y="72"/>
                    <a:pt x="18" y="72"/>
                  </a:cubicBezTo>
                  <a:cubicBezTo>
                    <a:pt x="17" y="72"/>
                    <a:pt x="17" y="73"/>
                    <a:pt x="17" y="74"/>
                  </a:cubicBezTo>
                  <a:cubicBezTo>
                    <a:pt x="17" y="76"/>
                    <a:pt x="17" y="76"/>
                    <a:pt x="17" y="76"/>
                  </a:cubicBezTo>
                  <a:cubicBezTo>
                    <a:pt x="3" y="76"/>
                    <a:pt x="3" y="76"/>
                    <a:pt x="3" y="76"/>
                  </a:cubicBezTo>
                  <a:moveTo>
                    <a:pt x="45" y="0"/>
                  </a:moveTo>
                  <a:cubicBezTo>
                    <a:pt x="2" y="0"/>
                    <a:pt x="2" y="0"/>
                    <a:pt x="2" y="0"/>
                  </a:cubicBezTo>
                  <a:cubicBezTo>
                    <a:pt x="1" y="0"/>
                    <a:pt x="0" y="1"/>
                    <a:pt x="0" y="2"/>
                  </a:cubicBezTo>
                  <a:cubicBezTo>
                    <a:pt x="0" y="87"/>
                    <a:pt x="0" y="87"/>
                    <a:pt x="0" y="87"/>
                  </a:cubicBezTo>
                  <a:cubicBezTo>
                    <a:pt x="0" y="88"/>
                    <a:pt x="1" y="89"/>
                    <a:pt x="2" y="89"/>
                  </a:cubicBezTo>
                  <a:cubicBezTo>
                    <a:pt x="45" y="89"/>
                    <a:pt x="45" y="89"/>
                    <a:pt x="45" y="89"/>
                  </a:cubicBezTo>
                  <a:cubicBezTo>
                    <a:pt x="46" y="89"/>
                    <a:pt x="46" y="88"/>
                    <a:pt x="46" y="87"/>
                  </a:cubicBezTo>
                  <a:cubicBezTo>
                    <a:pt x="46" y="2"/>
                    <a:pt x="46" y="2"/>
                    <a:pt x="46" y="2"/>
                  </a:cubicBezTo>
                  <a:cubicBezTo>
                    <a:pt x="46" y="1"/>
                    <a:pt x="46" y="0"/>
                    <a:pt x="45" y="0"/>
                  </a:cubicBezTo>
                </a:path>
              </a:pathLst>
            </a:custGeom>
            <a:solidFill>
              <a:srgbClr val="7271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16"/>
            <p:cNvSpPr>
              <a:spLocks noEditPoints="1"/>
            </p:cNvSpPr>
            <p:nvPr/>
          </p:nvSpPr>
          <p:spPr bwMode="auto">
            <a:xfrm>
              <a:off x="2098675" y="288926"/>
              <a:ext cx="155575" cy="241300"/>
            </a:xfrm>
            <a:custGeom>
              <a:avLst/>
              <a:gdLst>
                <a:gd name="T0" fmla="*/ 26 w 41"/>
                <a:gd name="T1" fmla="*/ 61 h 64"/>
                <a:gd name="T2" fmla="*/ 27 w 41"/>
                <a:gd name="T3" fmla="*/ 62 h 64"/>
                <a:gd name="T4" fmla="*/ 27 w 41"/>
                <a:gd name="T5" fmla="*/ 64 h 64"/>
                <a:gd name="T6" fmla="*/ 27 w 41"/>
                <a:gd name="T7" fmla="*/ 62 h 64"/>
                <a:gd name="T8" fmla="*/ 26 w 41"/>
                <a:gd name="T9" fmla="*/ 61 h 64"/>
                <a:gd name="T10" fmla="*/ 41 w 41"/>
                <a:gd name="T11" fmla="*/ 0 h 64"/>
                <a:gd name="T12" fmla="*/ 0 w 41"/>
                <a:gd name="T13" fmla="*/ 24 h 64"/>
                <a:gd name="T14" fmla="*/ 0 w 41"/>
                <a:gd name="T15" fmla="*/ 64 h 64"/>
                <a:gd name="T16" fmla="*/ 0 w 41"/>
                <a:gd name="T17" fmla="*/ 64 h 64"/>
                <a:gd name="T18" fmla="*/ 0 w 41"/>
                <a:gd name="T19" fmla="*/ 24 h 64"/>
                <a:gd name="T20" fmla="*/ 41 w 41"/>
                <a:gd name="T21"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 h="64">
                  <a:moveTo>
                    <a:pt x="26" y="61"/>
                  </a:moveTo>
                  <a:cubicBezTo>
                    <a:pt x="27" y="61"/>
                    <a:pt x="27" y="61"/>
                    <a:pt x="27" y="62"/>
                  </a:cubicBezTo>
                  <a:cubicBezTo>
                    <a:pt x="27" y="64"/>
                    <a:pt x="27" y="64"/>
                    <a:pt x="27" y="64"/>
                  </a:cubicBezTo>
                  <a:cubicBezTo>
                    <a:pt x="27" y="62"/>
                    <a:pt x="27" y="62"/>
                    <a:pt x="27" y="62"/>
                  </a:cubicBezTo>
                  <a:cubicBezTo>
                    <a:pt x="27" y="61"/>
                    <a:pt x="27" y="61"/>
                    <a:pt x="26" y="61"/>
                  </a:cubicBezTo>
                  <a:moveTo>
                    <a:pt x="41" y="0"/>
                  </a:moveTo>
                  <a:cubicBezTo>
                    <a:pt x="0" y="24"/>
                    <a:pt x="0" y="24"/>
                    <a:pt x="0" y="24"/>
                  </a:cubicBezTo>
                  <a:cubicBezTo>
                    <a:pt x="0" y="64"/>
                    <a:pt x="0" y="64"/>
                    <a:pt x="0" y="64"/>
                  </a:cubicBezTo>
                  <a:cubicBezTo>
                    <a:pt x="0" y="64"/>
                    <a:pt x="0" y="64"/>
                    <a:pt x="0" y="64"/>
                  </a:cubicBezTo>
                  <a:cubicBezTo>
                    <a:pt x="0" y="24"/>
                    <a:pt x="0" y="24"/>
                    <a:pt x="0" y="24"/>
                  </a:cubicBezTo>
                  <a:cubicBezTo>
                    <a:pt x="41" y="0"/>
                    <a:pt x="41" y="0"/>
                    <a:pt x="41"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cxnSp>
        <p:nvCxnSpPr>
          <p:cNvPr id="62" name="直接连接符 61"/>
          <p:cNvCxnSpPr/>
          <p:nvPr/>
        </p:nvCxnSpPr>
        <p:spPr>
          <a:xfrm>
            <a:off x="5187142" y="4222865"/>
            <a:ext cx="1692000" cy="0"/>
          </a:xfrm>
          <a:prstGeom prst="line">
            <a:avLst/>
          </a:prstGeom>
          <a:ln w="28575">
            <a:solidFill>
              <a:schemeClr val="bg1">
                <a:lumMod val="75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64" name="直接连接符 63"/>
          <p:cNvCxnSpPr/>
          <p:nvPr/>
        </p:nvCxnSpPr>
        <p:spPr>
          <a:xfrm rot="5400000">
            <a:off x="5213488" y="4206619"/>
            <a:ext cx="1692000" cy="0"/>
          </a:xfrm>
          <a:prstGeom prst="line">
            <a:avLst/>
          </a:prstGeom>
          <a:ln w="28575">
            <a:solidFill>
              <a:schemeClr val="bg1">
                <a:lumMod val="75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72" name="椭圆 71"/>
          <p:cNvSpPr/>
          <p:nvPr/>
        </p:nvSpPr>
        <p:spPr>
          <a:xfrm>
            <a:off x="4344322" y="2459413"/>
            <a:ext cx="1180407" cy="1180407"/>
          </a:xfrm>
          <a:prstGeom prst="ellipse">
            <a:avLst/>
          </a:prstGeom>
          <a:gradFill flip="none" rotWithShape="1">
            <a:gsLst>
              <a:gs pos="100000">
                <a:srgbClr val="FFFFFF">
                  <a:lumMod val="100000"/>
                </a:srgbClr>
              </a:gs>
              <a:gs pos="0">
                <a:srgbClr val="D9D9DA"/>
              </a:gs>
            </a:gsLst>
            <a:lin ang="2700000" scaled="1"/>
            <a:tileRect/>
          </a:gradFill>
          <a:ln w="19050" cap="flat" cmpd="sng" algn="ctr">
            <a:gradFill flip="none" rotWithShape="1">
              <a:gsLst>
                <a:gs pos="100000">
                  <a:srgbClr val="FFFFFF"/>
                </a:gs>
                <a:gs pos="0">
                  <a:srgbClr val="D9D9DA"/>
                </a:gs>
              </a:gsLst>
              <a:lin ang="13500000" scaled="1"/>
              <a:tileRect/>
            </a:gradFill>
            <a:prstDash val="solid"/>
            <a:miter lim="800000"/>
          </a:ln>
          <a:effectLst>
            <a:outerShdw blurRad="279400" dist="165100" dir="2700000" algn="t" rotWithShape="0">
              <a:prstClr val="black">
                <a:alpha val="35000"/>
              </a:prstClr>
            </a:outerShdw>
          </a:effectLst>
        </p:spPr>
        <p:txBody>
          <a:bodyPr rtlCol="0" anchor="ctr"/>
          <a:lstStyle/>
          <a:p>
            <a:pPr algn="ctr"/>
            <a:endParaRPr lang="zh-CN" altLang="en-US" kern="0" dirty="0">
              <a:solidFill>
                <a:prstClr val="white"/>
              </a:solidFill>
              <a:latin typeface="Calibri" panose="020F0502020204030204"/>
              <a:ea typeface="宋体" panose="02010600030101010101" pitchFamily="2" charset="-122"/>
            </a:endParaRPr>
          </a:p>
        </p:txBody>
      </p:sp>
      <p:sp>
        <p:nvSpPr>
          <p:cNvPr id="73" name="椭圆 72"/>
          <p:cNvSpPr/>
          <p:nvPr/>
        </p:nvSpPr>
        <p:spPr>
          <a:xfrm>
            <a:off x="6667272" y="2459412"/>
            <a:ext cx="1180407" cy="1180407"/>
          </a:xfrm>
          <a:prstGeom prst="ellipse">
            <a:avLst/>
          </a:prstGeom>
          <a:gradFill flip="none" rotWithShape="1">
            <a:gsLst>
              <a:gs pos="100000">
                <a:srgbClr val="FFFFFF">
                  <a:lumMod val="100000"/>
                </a:srgbClr>
              </a:gs>
              <a:gs pos="0">
                <a:srgbClr val="D9D9DA"/>
              </a:gs>
            </a:gsLst>
            <a:lin ang="2700000" scaled="1"/>
            <a:tileRect/>
          </a:gradFill>
          <a:ln w="19050" cap="flat" cmpd="sng" algn="ctr">
            <a:gradFill flip="none" rotWithShape="1">
              <a:gsLst>
                <a:gs pos="100000">
                  <a:srgbClr val="FFFFFF"/>
                </a:gs>
                <a:gs pos="0">
                  <a:srgbClr val="D9D9DA"/>
                </a:gs>
              </a:gsLst>
              <a:lin ang="13500000" scaled="1"/>
              <a:tileRect/>
            </a:gradFill>
            <a:prstDash val="solid"/>
            <a:miter lim="800000"/>
          </a:ln>
          <a:effectLst>
            <a:outerShdw blurRad="279400" dist="165100" dir="2700000" algn="t" rotWithShape="0">
              <a:prstClr val="black">
                <a:alpha val="35000"/>
              </a:prstClr>
            </a:outerShdw>
          </a:effectLst>
        </p:spPr>
        <p:txBody>
          <a:bodyPr rtlCol="0" anchor="ctr"/>
          <a:lstStyle/>
          <a:p>
            <a:pPr algn="ctr"/>
            <a:endParaRPr lang="zh-CN" altLang="en-US" kern="0" dirty="0">
              <a:solidFill>
                <a:prstClr val="white"/>
              </a:solidFill>
              <a:latin typeface="Calibri" panose="020F0502020204030204"/>
              <a:ea typeface="宋体" panose="02010600030101010101" pitchFamily="2" charset="-122"/>
            </a:endParaRPr>
          </a:p>
        </p:txBody>
      </p:sp>
      <p:sp>
        <p:nvSpPr>
          <p:cNvPr id="76" name="椭圆 75"/>
          <p:cNvSpPr/>
          <p:nvPr/>
        </p:nvSpPr>
        <p:spPr>
          <a:xfrm>
            <a:off x="4344322" y="4803377"/>
            <a:ext cx="1180407" cy="1180407"/>
          </a:xfrm>
          <a:prstGeom prst="ellipse">
            <a:avLst/>
          </a:prstGeom>
          <a:gradFill flip="none" rotWithShape="1">
            <a:gsLst>
              <a:gs pos="100000">
                <a:srgbClr val="FFFFFF">
                  <a:lumMod val="100000"/>
                </a:srgbClr>
              </a:gs>
              <a:gs pos="0">
                <a:srgbClr val="D9D9DA"/>
              </a:gs>
            </a:gsLst>
            <a:lin ang="2700000" scaled="1"/>
            <a:tileRect/>
          </a:gradFill>
          <a:ln w="19050" cap="flat" cmpd="sng" algn="ctr">
            <a:gradFill flip="none" rotWithShape="1">
              <a:gsLst>
                <a:gs pos="100000">
                  <a:srgbClr val="FFFFFF"/>
                </a:gs>
                <a:gs pos="0">
                  <a:srgbClr val="D9D9DA"/>
                </a:gs>
              </a:gsLst>
              <a:lin ang="13500000" scaled="1"/>
              <a:tileRect/>
            </a:gradFill>
            <a:prstDash val="solid"/>
            <a:miter lim="800000"/>
          </a:ln>
          <a:effectLst>
            <a:outerShdw blurRad="279400" dist="165100" dir="2700000" algn="t" rotWithShape="0">
              <a:prstClr val="black">
                <a:alpha val="35000"/>
              </a:prstClr>
            </a:outerShdw>
          </a:effectLst>
        </p:spPr>
        <p:txBody>
          <a:bodyPr rtlCol="0" anchor="ctr"/>
          <a:lstStyle/>
          <a:p>
            <a:pPr algn="ctr"/>
            <a:endParaRPr lang="zh-CN" altLang="en-US" kern="0" dirty="0">
              <a:solidFill>
                <a:prstClr val="white"/>
              </a:solidFill>
              <a:latin typeface="Calibri" panose="020F0502020204030204"/>
              <a:ea typeface="宋体" panose="02010600030101010101" pitchFamily="2" charset="-122"/>
            </a:endParaRPr>
          </a:p>
        </p:txBody>
      </p:sp>
      <p:sp>
        <p:nvSpPr>
          <p:cNvPr id="77" name="椭圆 76"/>
          <p:cNvSpPr/>
          <p:nvPr/>
        </p:nvSpPr>
        <p:spPr>
          <a:xfrm>
            <a:off x="6667272" y="4803376"/>
            <a:ext cx="1180407" cy="1180407"/>
          </a:xfrm>
          <a:prstGeom prst="ellipse">
            <a:avLst/>
          </a:prstGeom>
          <a:gradFill flip="none" rotWithShape="1">
            <a:gsLst>
              <a:gs pos="100000">
                <a:srgbClr val="FFFFFF">
                  <a:lumMod val="100000"/>
                </a:srgbClr>
              </a:gs>
              <a:gs pos="0">
                <a:srgbClr val="D9D9DA"/>
              </a:gs>
            </a:gsLst>
            <a:lin ang="2700000" scaled="1"/>
            <a:tileRect/>
          </a:gradFill>
          <a:ln w="19050" cap="flat" cmpd="sng" algn="ctr">
            <a:gradFill flip="none" rotWithShape="1">
              <a:gsLst>
                <a:gs pos="100000">
                  <a:srgbClr val="FFFFFF"/>
                </a:gs>
                <a:gs pos="0">
                  <a:srgbClr val="D9D9DA"/>
                </a:gs>
              </a:gsLst>
              <a:lin ang="13500000" scaled="1"/>
              <a:tileRect/>
            </a:gradFill>
            <a:prstDash val="solid"/>
            <a:miter lim="800000"/>
          </a:ln>
          <a:effectLst>
            <a:outerShdw blurRad="279400" dist="165100" dir="2700000" algn="t" rotWithShape="0">
              <a:prstClr val="black">
                <a:alpha val="35000"/>
              </a:prstClr>
            </a:outerShdw>
          </a:effectLst>
        </p:spPr>
        <p:txBody>
          <a:bodyPr rtlCol="0" anchor="ctr"/>
          <a:lstStyle/>
          <a:p>
            <a:pPr algn="ctr"/>
            <a:endParaRPr lang="zh-CN" altLang="en-US" kern="0" dirty="0">
              <a:solidFill>
                <a:prstClr val="white"/>
              </a:solidFill>
              <a:latin typeface="Calibri" panose="020F0502020204030204"/>
              <a:ea typeface="宋体" panose="02010600030101010101" pitchFamily="2" charset="-122"/>
            </a:endParaRPr>
          </a:p>
        </p:txBody>
      </p:sp>
      <p:sp>
        <p:nvSpPr>
          <p:cNvPr id="65" name="文本框 64"/>
          <p:cNvSpPr txBox="1"/>
          <p:nvPr/>
        </p:nvSpPr>
        <p:spPr>
          <a:xfrm>
            <a:off x="4580025" y="2635562"/>
            <a:ext cx="655949" cy="984885"/>
          </a:xfrm>
          <a:prstGeom prst="rect">
            <a:avLst/>
          </a:prstGeom>
          <a:noFill/>
        </p:spPr>
        <p:txBody>
          <a:bodyPr wrap="none" rtlCol="0">
            <a:spAutoFit/>
          </a:bodyPr>
          <a:lstStyle/>
          <a:p>
            <a:pPr algn="ctr"/>
            <a:r>
              <a:rPr lang="en-US" altLang="zh-CN" dirty="0">
                <a:solidFill>
                  <a:schemeClr val="tx1">
                    <a:lumMod val="65000"/>
                    <a:lumOff val="35000"/>
                  </a:schemeClr>
                </a:solidFill>
              </a:rPr>
              <a:t>STEP</a:t>
            </a:r>
          </a:p>
          <a:p>
            <a:pPr algn="ctr"/>
            <a:r>
              <a:rPr lang="en-US" altLang="zh-CN" sz="4000" dirty="0">
                <a:solidFill>
                  <a:schemeClr val="tx1">
                    <a:lumMod val="65000"/>
                    <a:lumOff val="35000"/>
                  </a:schemeClr>
                </a:solidFill>
                <a:latin typeface="Impact" panose="020B0806030902050204" pitchFamily="34" charset="0"/>
              </a:rPr>
              <a:t>01</a:t>
            </a:r>
            <a:endParaRPr lang="zh-CN" altLang="en-US" sz="4000" dirty="0">
              <a:solidFill>
                <a:schemeClr val="tx1">
                  <a:lumMod val="65000"/>
                  <a:lumOff val="35000"/>
                </a:schemeClr>
              </a:solidFill>
              <a:latin typeface="Impact" panose="020B0806030902050204" pitchFamily="34" charset="0"/>
            </a:endParaRPr>
          </a:p>
        </p:txBody>
      </p:sp>
      <p:sp>
        <p:nvSpPr>
          <p:cNvPr id="66" name="文本框 65"/>
          <p:cNvSpPr txBox="1"/>
          <p:nvPr/>
        </p:nvSpPr>
        <p:spPr>
          <a:xfrm>
            <a:off x="6893509" y="2635562"/>
            <a:ext cx="718466" cy="984885"/>
          </a:xfrm>
          <a:prstGeom prst="rect">
            <a:avLst/>
          </a:prstGeom>
          <a:noFill/>
        </p:spPr>
        <p:txBody>
          <a:bodyPr wrap="none" rtlCol="0">
            <a:spAutoFit/>
          </a:bodyPr>
          <a:lstStyle/>
          <a:p>
            <a:pPr algn="ctr"/>
            <a:r>
              <a:rPr lang="en-US" altLang="zh-CN" dirty="0">
                <a:solidFill>
                  <a:schemeClr val="tx1">
                    <a:lumMod val="65000"/>
                    <a:lumOff val="35000"/>
                  </a:schemeClr>
                </a:solidFill>
              </a:rPr>
              <a:t>STEP</a:t>
            </a:r>
          </a:p>
          <a:p>
            <a:pPr algn="ctr"/>
            <a:r>
              <a:rPr lang="en-US" altLang="zh-CN" sz="4000" dirty="0">
                <a:solidFill>
                  <a:schemeClr val="tx1">
                    <a:lumMod val="65000"/>
                    <a:lumOff val="35000"/>
                  </a:schemeClr>
                </a:solidFill>
                <a:latin typeface="Impact" panose="020B0806030902050204" pitchFamily="34" charset="0"/>
              </a:rPr>
              <a:t>02</a:t>
            </a:r>
            <a:endParaRPr lang="zh-CN" altLang="en-US" sz="4000" dirty="0">
              <a:solidFill>
                <a:schemeClr val="tx1">
                  <a:lumMod val="65000"/>
                  <a:lumOff val="35000"/>
                </a:schemeClr>
              </a:solidFill>
              <a:latin typeface="Impact" panose="020B0806030902050204" pitchFamily="34" charset="0"/>
            </a:endParaRPr>
          </a:p>
        </p:txBody>
      </p:sp>
      <p:sp>
        <p:nvSpPr>
          <p:cNvPr id="70" name="文本框 69"/>
          <p:cNvSpPr txBox="1"/>
          <p:nvPr/>
        </p:nvSpPr>
        <p:spPr>
          <a:xfrm>
            <a:off x="4526914" y="4901136"/>
            <a:ext cx="716864" cy="984885"/>
          </a:xfrm>
          <a:prstGeom prst="rect">
            <a:avLst/>
          </a:prstGeom>
          <a:noFill/>
        </p:spPr>
        <p:txBody>
          <a:bodyPr wrap="none" rtlCol="0">
            <a:spAutoFit/>
          </a:bodyPr>
          <a:lstStyle/>
          <a:p>
            <a:pPr algn="ctr"/>
            <a:r>
              <a:rPr lang="en-US" altLang="zh-CN" dirty="0">
                <a:solidFill>
                  <a:schemeClr val="tx1">
                    <a:lumMod val="65000"/>
                    <a:lumOff val="35000"/>
                  </a:schemeClr>
                </a:solidFill>
              </a:rPr>
              <a:t>STEP</a:t>
            </a:r>
          </a:p>
          <a:p>
            <a:pPr algn="ctr"/>
            <a:r>
              <a:rPr lang="en-US" altLang="zh-CN" sz="4000" dirty="0">
                <a:solidFill>
                  <a:schemeClr val="tx1">
                    <a:lumMod val="65000"/>
                    <a:lumOff val="35000"/>
                  </a:schemeClr>
                </a:solidFill>
                <a:latin typeface="Impact" panose="020B0806030902050204" pitchFamily="34" charset="0"/>
              </a:rPr>
              <a:t>04</a:t>
            </a:r>
            <a:endParaRPr lang="zh-CN" altLang="en-US" sz="4000" dirty="0">
              <a:solidFill>
                <a:schemeClr val="tx1">
                  <a:lumMod val="65000"/>
                  <a:lumOff val="35000"/>
                </a:schemeClr>
              </a:solidFill>
              <a:latin typeface="Impact" panose="020B0806030902050204" pitchFamily="34" charset="0"/>
            </a:endParaRPr>
          </a:p>
        </p:txBody>
      </p:sp>
      <p:sp>
        <p:nvSpPr>
          <p:cNvPr id="71" name="文本框 70"/>
          <p:cNvSpPr txBox="1"/>
          <p:nvPr/>
        </p:nvSpPr>
        <p:spPr>
          <a:xfrm>
            <a:off x="6886295" y="4897206"/>
            <a:ext cx="732893" cy="984885"/>
          </a:xfrm>
          <a:prstGeom prst="rect">
            <a:avLst/>
          </a:prstGeom>
          <a:noFill/>
        </p:spPr>
        <p:txBody>
          <a:bodyPr wrap="none" rtlCol="0">
            <a:spAutoFit/>
          </a:bodyPr>
          <a:lstStyle/>
          <a:p>
            <a:pPr algn="ctr"/>
            <a:r>
              <a:rPr lang="en-US" altLang="zh-CN" dirty="0">
                <a:solidFill>
                  <a:schemeClr val="tx1">
                    <a:lumMod val="65000"/>
                    <a:lumOff val="35000"/>
                  </a:schemeClr>
                </a:solidFill>
              </a:rPr>
              <a:t>STEP</a:t>
            </a:r>
          </a:p>
          <a:p>
            <a:pPr algn="ctr"/>
            <a:r>
              <a:rPr lang="en-US" altLang="zh-CN" sz="4000" dirty="0">
                <a:solidFill>
                  <a:schemeClr val="tx1">
                    <a:lumMod val="65000"/>
                    <a:lumOff val="35000"/>
                  </a:schemeClr>
                </a:solidFill>
                <a:latin typeface="Impact" panose="020B0806030902050204" pitchFamily="34" charset="0"/>
              </a:rPr>
              <a:t>03</a:t>
            </a:r>
            <a:endParaRPr lang="zh-CN" altLang="en-US" sz="4000" dirty="0">
              <a:solidFill>
                <a:schemeClr val="tx1">
                  <a:lumMod val="65000"/>
                  <a:lumOff val="35000"/>
                </a:schemeClr>
              </a:solidFill>
              <a:latin typeface="Impact" panose="020B0806030902050204" pitchFamily="34" charset="0"/>
            </a:endParaRPr>
          </a:p>
        </p:txBody>
      </p:sp>
      <p:sp>
        <p:nvSpPr>
          <p:cNvPr id="33" name="矩形 39"/>
          <p:cNvSpPr/>
          <p:nvPr/>
        </p:nvSpPr>
        <p:spPr>
          <a:xfrm>
            <a:off x="0" y="203088"/>
            <a:ext cx="2492990" cy="523220"/>
          </a:xfrm>
          <a:prstGeom prst="rect">
            <a:avLst/>
          </a:prstGeom>
          <a:noFill/>
        </p:spPr>
        <p:txBody>
          <a:bodyPr wrap="none" rtlCol="0">
            <a:spAutoFit/>
          </a:bodyPr>
          <a:lstStyle/>
          <a:p>
            <a:r>
              <a:rPr lang="zh-CN" altLang="en-US" sz="2800" b="1" dirty="0">
                <a:solidFill>
                  <a:schemeClr val="tx1">
                    <a:lumMod val="65000"/>
                    <a:lumOff val="35000"/>
                  </a:schemeClr>
                </a:solidFill>
              </a:rPr>
              <a:t>四项循环</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并列</a:t>
            </a:r>
            <a:endParaRPr lang="zh-CN" altLang="zh-CN" sz="2800" b="1" dirty="0">
              <a:solidFill>
                <a:schemeClr val="tx1">
                  <a:lumMod val="65000"/>
                  <a:lumOff val="35000"/>
                </a:schemeClr>
              </a:solidFill>
            </a:endParaRPr>
          </a:p>
        </p:txBody>
      </p:sp>
      <p:sp>
        <p:nvSpPr>
          <p:cNvPr id="35" name="文本框 34"/>
          <p:cNvSpPr txBox="1"/>
          <p:nvPr/>
        </p:nvSpPr>
        <p:spPr>
          <a:xfrm>
            <a:off x="8299465" y="2661453"/>
            <a:ext cx="2856518" cy="830997"/>
          </a:xfrm>
          <a:prstGeom prst="rect">
            <a:avLst/>
          </a:prstGeom>
          <a:noFill/>
        </p:spPr>
        <p:txBody>
          <a:bodyPr wrap="square" rtlCol="0">
            <a:spAutoFit/>
          </a:bodyPr>
          <a:lstStyle/>
          <a:p>
            <a:pPr>
              <a:lnSpc>
                <a:spcPct val="120000"/>
              </a:lnSpc>
            </a:pPr>
            <a:r>
              <a:rPr lang="zh-CN" altLang="en-US" sz="2400" b="1" dirty="0">
                <a:solidFill>
                  <a:srgbClr val="B02385"/>
                </a:solidFill>
              </a:rPr>
              <a:t>添加标题</a:t>
            </a:r>
            <a:endParaRPr lang="en-US" altLang="zh-CN" sz="2400" b="1" dirty="0">
              <a:solidFill>
                <a:srgbClr val="B02385"/>
              </a:solidFill>
            </a:endParaRPr>
          </a:p>
          <a:p>
            <a:pPr>
              <a:lnSpc>
                <a:spcPct val="120000"/>
              </a:lnSpc>
            </a:pPr>
            <a:r>
              <a:rPr lang="zh-CN" altLang="en-US" sz="1600" dirty="0">
                <a:solidFill>
                  <a:schemeClr val="tx1">
                    <a:lumMod val="65000"/>
                    <a:lumOff val="35000"/>
                  </a:schemeClr>
                </a:solidFill>
              </a:rPr>
              <a:t>添加内容添加内容</a:t>
            </a:r>
          </a:p>
        </p:txBody>
      </p:sp>
      <p:sp>
        <p:nvSpPr>
          <p:cNvPr id="36" name="文本框 35"/>
          <p:cNvSpPr txBox="1"/>
          <p:nvPr/>
        </p:nvSpPr>
        <p:spPr>
          <a:xfrm>
            <a:off x="1015041" y="2666772"/>
            <a:ext cx="2856518" cy="830997"/>
          </a:xfrm>
          <a:prstGeom prst="rect">
            <a:avLst/>
          </a:prstGeom>
          <a:noFill/>
        </p:spPr>
        <p:txBody>
          <a:bodyPr wrap="square" rtlCol="0">
            <a:spAutoFit/>
          </a:bodyPr>
          <a:lstStyle/>
          <a:p>
            <a:pPr algn="r">
              <a:lnSpc>
                <a:spcPct val="120000"/>
              </a:lnSpc>
            </a:pPr>
            <a:r>
              <a:rPr lang="zh-CN" altLang="en-US" sz="2400" b="1" dirty="0">
                <a:solidFill>
                  <a:srgbClr val="F6AE1A"/>
                </a:solidFill>
              </a:rPr>
              <a:t>添加标题</a:t>
            </a:r>
            <a:endParaRPr lang="en-US" altLang="zh-CN" sz="2400" b="1" dirty="0">
              <a:solidFill>
                <a:srgbClr val="F6AE1A"/>
              </a:solidFill>
            </a:endParaRPr>
          </a:p>
          <a:p>
            <a:pPr algn="r">
              <a:lnSpc>
                <a:spcPct val="120000"/>
              </a:lnSpc>
            </a:pPr>
            <a:r>
              <a:rPr lang="zh-CN" altLang="en-US" sz="1600" dirty="0">
                <a:solidFill>
                  <a:schemeClr val="tx1">
                    <a:lumMod val="65000"/>
                    <a:lumOff val="35000"/>
                  </a:schemeClr>
                </a:solidFill>
              </a:rPr>
              <a:t>添加内容添加内容</a:t>
            </a:r>
          </a:p>
        </p:txBody>
      </p:sp>
      <p:sp>
        <p:nvSpPr>
          <p:cNvPr id="37" name="文本框 36"/>
          <p:cNvSpPr txBox="1"/>
          <p:nvPr/>
        </p:nvSpPr>
        <p:spPr>
          <a:xfrm>
            <a:off x="8299465" y="5051093"/>
            <a:ext cx="2856518" cy="830997"/>
          </a:xfrm>
          <a:prstGeom prst="rect">
            <a:avLst/>
          </a:prstGeom>
          <a:noFill/>
        </p:spPr>
        <p:txBody>
          <a:bodyPr wrap="square" rtlCol="0">
            <a:spAutoFit/>
          </a:bodyPr>
          <a:lstStyle/>
          <a:p>
            <a:pPr>
              <a:lnSpc>
                <a:spcPct val="120000"/>
              </a:lnSpc>
            </a:pPr>
            <a:r>
              <a:rPr lang="zh-CN" altLang="en-US" sz="2400" b="1" dirty="0">
                <a:solidFill>
                  <a:srgbClr val="097FBA"/>
                </a:solidFill>
              </a:rPr>
              <a:t>添加标题</a:t>
            </a:r>
            <a:endParaRPr lang="en-US" altLang="zh-CN" sz="2400" b="1" dirty="0">
              <a:solidFill>
                <a:srgbClr val="097FBA"/>
              </a:solidFill>
            </a:endParaRPr>
          </a:p>
          <a:p>
            <a:pPr>
              <a:lnSpc>
                <a:spcPct val="120000"/>
              </a:lnSpc>
            </a:pPr>
            <a:r>
              <a:rPr lang="zh-CN" altLang="en-US" sz="1600" dirty="0">
                <a:solidFill>
                  <a:schemeClr val="tx1">
                    <a:lumMod val="65000"/>
                    <a:lumOff val="35000"/>
                  </a:schemeClr>
                </a:solidFill>
              </a:rPr>
              <a:t>添加内容添加内容</a:t>
            </a:r>
          </a:p>
        </p:txBody>
      </p:sp>
      <p:sp>
        <p:nvSpPr>
          <p:cNvPr id="38" name="文本框 37"/>
          <p:cNvSpPr txBox="1"/>
          <p:nvPr/>
        </p:nvSpPr>
        <p:spPr>
          <a:xfrm>
            <a:off x="1010251" y="5051094"/>
            <a:ext cx="2856518" cy="830997"/>
          </a:xfrm>
          <a:prstGeom prst="rect">
            <a:avLst/>
          </a:prstGeom>
          <a:noFill/>
        </p:spPr>
        <p:txBody>
          <a:bodyPr wrap="square" rtlCol="0">
            <a:spAutoFit/>
          </a:bodyPr>
          <a:lstStyle/>
          <a:p>
            <a:pPr algn="r">
              <a:lnSpc>
                <a:spcPct val="120000"/>
              </a:lnSpc>
            </a:pPr>
            <a:r>
              <a:rPr lang="zh-CN" altLang="en-US" sz="2400" b="1" dirty="0">
                <a:solidFill>
                  <a:srgbClr val="9FC628"/>
                </a:solidFill>
              </a:rPr>
              <a:t>添加标题</a:t>
            </a:r>
            <a:endParaRPr lang="en-US" altLang="zh-CN" sz="2400" b="1" dirty="0">
              <a:solidFill>
                <a:srgbClr val="9FC628"/>
              </a:solidFill>
            </a:endParaRPr>
          </a:p>
          <a:p>
            <a:pPr algn="r">
              <a:lnSpc>
                <a:spcPct val="120000"/>
              </a:lnSpc>
            </a:pPr>
            <a:r>
              <a:rPr lang="zh-CN" altLang="en-US" sz="1600" dirty="0">
                <a:solidFill>
                  <a:schemeClr val="tx1">
                    <a:lumMod val="65000"/>
                    <a:lumOff val="35000"/>
                  </a:schemeClr>
                </a:solidFill>
              </a:rPr>
              <a:t>添加内容添加内容</a:t>
            </a:r>
          </a:p>
        </p:txBody>
      </p:sp>
      <p:sp>
        <p:nvSpPr>
          <p:cNvPr id="43" name="文本框 42"/>
          <p:cNvSpPr txBox="1"/>
          <p:nvPr/>
        </p:nvSpPr>
        <p:spPr>
          <a:xfrm>
            <a:off x="4139317" y="1141880"/>
            <a:ext cx="3913366"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61" name="Rectangle 58"/>
          <p:cNvSpPr/>
          <p:nvPr/>
        </p:nvSpPr>
        <p:spPr>
          <a:xfrm>
            <a:off x="3614043" y="1562148"/>
            <a:ext cx="4963915"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单击此处添加副标题</a:t>
            </a:r>
          </a:p>
        </p:txBody>
      </p:sp>
    </p:spTree>
    <p:extLst>
      <p:ext uri="{BB962C8B-B14F-4D97-AF65-F5344CB8AC3E}">
        <p14:creationId xmlns:p14="http://schemas.microsoft.com/office/powerpoint/2010/main" val="381632961"/>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流程图: 可选过程 1"/>
          <p:cNvSpPr/>
          <p:nvPr/>
        </p:nvSpPr>
        <p:spPr>
          <a:xfrm>
            <a:off x="4009294" y="1477108"/>
            <a:ext cx="4206240" cy="633046"/>
          </a:xfrm>
          <a:prstGeom prst="flowChartAlternateProcess">
            <a:avLst/>
          </a:prstGeom>
          <a:solidFill>
            <a:srgbClr val="E62B0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3" name="流程图: 可选过程 2"/>
          <p:cNvSpPr/>
          <p:nvPr/>
        </p:nvSpPr>
        <p:spPr>
          <a:xfrm>
            <a:off x="4009294" y="2546253"/>
            <a:ext cx="4206240" cy="633046"/>
          </a:xfrm>
          <a:prstGeom prst="flowChartAlternateProcess">
            <a:avLst/>
          </a:prstGeom>
          <a:solidFill>
            <a:srgbClr val="FCB71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4" name="流程图: 可选过程 3"/>
          <p:cNvSpPr/>
          <p:nvPr/>
        </p:nvSpPr>
        <p:spPr>
          <a:xfrm>
            <a:off x="4009294" y="3615398"/>
            <a:ext cx="4206240" cy="633046"/>
          </a:xfrm>
          <a:prstGeom prst="flowChartAlternateProcess">
            <a:avLst/>
          </a:prstGeom>
          <a:solidFill>
            <a:srgbClr val="FC7E1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5" name="流程图: 可选过程 4"/>
          <p:cNvSpPr/>
          <p:nvPr/>
        </p:nvSpPr>
        <p:spPr>
          <a:xfrm>
            <a:off x="4009294" y="4656409"/>
            <a:ext cx="4206240" cy="633046"/>
          </a:xfrm>
          <a:prstGeom prst="flowChartAlternateProcess">
            <a:avLst/>
          </a:prstGeom>
          <a:solidFill>
            <a:srgbClr val="5ED5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6" name="流程图: 可选过程 5"/>
          <p:cNvSpPr/>
          <p:nvPr/>
        </p:nvSpPr>
        <p:spPr>
          <a:xfrm>
            <a:off x="4051495" y="1533380"/>
            <a:ext cx="534570" cy="534572"/>
          </a:xfrm>
          <a:prstGeom prst="flowChartAlternateProces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0" name="文本框 9"/>
          <p:cNvSpPr txBox="1"/>
          <p:nvPr/>
        </p:nvSpPr>
        <p:spPr>
          <a:xfrm>
            <a:off x="4072596" y="1463040"/>
            <a:ext cx="689319" cy="707886"/>
          </a:xfrm>
          <a:prstGeom prst="rect">
            <a:avLst/>
          </a:prstGeom>
          <a:noFill/>
        </p:spPr>
        <p:txBody>
          <a:bodyPr wrap="square" rtlCol="0">
            <a:spAutoFit/>
          </a:bodyPr>
          <a:lstStyle/>
          <a:p>
            <a:r>
              <a:rPr lang="en-US" altLang="zh-CN" sz="4000" dirty="0">
                <a:solidFill>
                  <a:srgbClr val="E62B02"/>
                </a:solidFill>
                <a:latin typeface="微软雅黑" panose="020B0503020204020204" pitchFamily="34" charset="-122"/>
                <a:ea typeface="微软雅黑" panose="020B0503020204020204" pitchFamily="34" charset="-122"/>
              </a:rPr>
              <a:t>1</a:t>
            </a:r>
            <a:endParaRPr lang="zh-CN" altLang="en-US" sz="4000" dirty="0">
              <a:solidFill>
                <a:srgbClr val="E62B02"/>
              </a:solidFill>
              <a:latin typeface="微软雅黑" panose="020B0503020204020204" pitchFamily="34" charset="-122"/>
              <a:ea typeface="微软雅黑" panose="020B0503020204020204" pitchFamily="34" charset="-122"/>
            </a:endParaRPr>
          </a:p>
        </p:txBody>
      </p:sp>
      <p:sp>
        <p:nvSpPr>
          <p:cNvPr id="12" name="流程图: 可选过程 11"/>
          <p:cNvSpPr/>
          <p:nvPr/>
        </p:nvSpPr>
        <p:spPr>
          <a:xfrm>
            <a:off x="4051495" y="3650569"/>
            <a:ext cx="534570" cy="534572"/>
          </a:xfrm>
          <a:prstGeom prst="flowChartAlternateProces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3" name="流程图: 可选过程 12"/>
          <p:cNvSpPr/>
          <p:nvPr/>
        </p:nvSpPr>
        <p:spPr>
          <a:xfrm>
            <a:off x="7624692" y="2595491"/>
            <a:ext cx="534570" cy="534572"/>
          </a:xfrm>
          <a:prstGeom prst="flowChartAlternateProces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4" name="流程图: 可选过程 13"/>
          <p:cNvSpPr/>
          <p:nvPr/>
        </p:nvSpPr>
        <p:spPr>
          <a:xfrm>
            <a:off x="7624692" y="4705646"/>
            <a:ext cx="534570" cy="534572"/>
          </a:xfrm>
          <a:prstGeom prst="flowChartAlternateProces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5" name="文本框 14"/>
          <p:cNvSpPr txBox="1"/>
          <p:nvPr/>
        </p:nvSpPr>
        <p:spPr>
          <a:xfrm>
            <a:off x="7652828" y="2532185"/>
            <a:ext cx="689319" cy="707886"/>
          </a:xfrm>
          <a:prstGeom prst="rect">
            <a:avLst/>
          </a:prstGeom>
          <a:noFill/>
        </p:spPr>
        <p:txBody>
          <a:bodyPr wrap="square" rtlCol="0">
            <a:spAutoFit/>
          </a:bodyPr>
          <a:lstStyle/>
          <a:p>
            <a:r>
              <a:rPr lang="en-US" altLang="zh-CN" sz="4000" dirty="0">
                <a:solidFill>
                  <a:srgbClr val="E62B02"/>
                </a:solidFill>
                <a:latin typeface="微软雅黑" panose="020B0503020204020204" pitchFamily="34" charset="-122"/>
                <a:ea typeface="微软雅黑" panose="020B0503020204020204" pitchFamily="34" charset="-122"/>
              </a:rPr>
              <a:t>2</a:t>
            </a:r>
            <a:endParaRPr lang="zh-CN" altLang="en-US" sz="4000" dirty="0">
              <a:solidFill>
                <a:srgbClr val="E62B02"/>
              </a:solidFill>
              <a:latin typeface="微软雅黑" panose="020B0503020204020204" pitchFamily="34" charset="-122"/>
              <a:ea typeface="微软雅黑" panose="020B0503020204020204" pitchFamily="34" charset="-122"/>
            </a:endParaRPr>
          </a:p>
        </p:txBody>
      </p:sp>
      <p:sp>
        <p:nvSpPr>
          <p:cNvPr id="16" name="文本框 15"/>
          <p:cNvSpPr txBox="1"/>
          <p:nvPr/>
        </p:nvSpPr>
        <p:spPr>
          <a:xfrm>
            <a:off x="4051495" y="3594301"/>
            <a:ext cx="689319" cy="707886"/>
          </a:xfrm>
          <a:prstGeom prst="rect">
            <a:avLst/>
          </a:prstGeom>
          <a:noFill/>
        </p:spPr>
        <p:txBody>
          <a:bodyPr wrap="square" rtlCol="0">
            <a:spAutoFit/>
          </a:bodyPr>
          <a:lstStyle/>
          <a:p>
            <a:r>
              <a:rPr lang="en-US" altLang="zh-CN" sz="4000" dirty="0">
                <a:solidFill>
                  <a:srgbClr val="E62B02"/>
                </a:solidFill>
                <a:latin typeface="微软雅黑" panose="020B0503020204020204" pitchFamily="34" charset="-122"/>
                <a:ea typeface="微软雅黑" panose="020B0503020204020204" pitchFamily="34" charset="-122"/>
              </a:rPr>
              <a:t>3</a:t>
            </a:r>
            <a:endParaRPr lang="zh-CN" altLang="en-US" sz="4000" dirty="0">
              <a:solidFill>
                <a:srgbClr val="E62B02"/>
              </a:solidFill>
              <a:latin typeface="微软雅黑" panose="020B0503020204020204" pitchFamily="34" charset="-122"/>
              <a:ea typeface="微软雅黑" panose="020B0503020204020204" pitchFamily="34" charset="-122"/>
            </a:endParaRPr>
          </a:p>
        </p:txBody>
      </p:sp>
      <p:sp>
        <p:nvSpPr>
          <p:cNvPr id="17" name="文本框 16"/>
          <p:cNvSpPr txBox="1"/>
          <p:nvPr/>
        </p:nvSpPr>
        <p:spPr>
          <a:xfrm>
            <a:off x="7624692" y="4628272"/>
            <a:ext cx="689319" cy="707886"/>
          </a:xfrm>
          <a:prstGeom prst="rect">
            <a:avLst/>
          </a:prstGeom>
          <a:noFill/>
        </p:spPr>
        <p:txBody>
          <a:bodyPr wrap="square" rtlCol="0">
            <a:spAutoFit/>
          </a:bodyPr>
          <a:lstStyle/>
          <a:p>
            <a:r>
              <a:rPr lang="en-US" altLang="zh-CN" sz="4000" dirty="0">
                <a:solidFill>
                  <a:srgbClr val="E62B02"/>
                </a:solidFill>
                <a:latin typeface="微软雅黑" panose="020B0503020204020204" pitchFamily="34" charset="-122"/>
                <a:ea typeface="微软雅黑" panose="020B0503020204020204" pitchFamily="34" charset="-122"/>
              </a:rPr>
              <a:t>4</a:t>
            </a:r>
            <a:endParaRPr lang="zh-CN" altLang="en-US" sz="4000" dirty="0">
              <a:solidFill>
                <a:srgbClr val="E62B02"/>
              </a:solidFill>
              <a:latin typeface="微软雅黑" panose="020B0503020204020204" pitchFamily="34" charset="-122"/>
              <a:ea typeface="微软雅黑" panose="020B0503020204020204" pitchFamily="34" charset="-122"/>
            </a:endParaRPr>
          </a:p>
        </p:txBody>
      </p:sp>
      <p:sp>
        <p:nvSpPr>
          <p:cNvPr id="18" name="文本框 17"/>
          <p:cNvSpPr txBox="1"/>
          <p:nvPr/>
        </p:nvSpPr>
        <p:spPr>
          <a:xfrm>
            <a:off x="1097178" y="1828581"/>
            <a:ext cx="2525200" cy="1477328"/>
          </a:xfrm>
          <a:prstGeom prst="rect">
            <a:avLst/>
          </a:prstGeom>
          <a:noFill/>
        </p:spPr>
        <p:txBody>
          <a:bodyPr wrap="square" rtlCol="0">
            <a:spAutoFit/>
          </a:bodyPr>
          <a:lstStyle/>
          <a:p>
            <a:pPr indent="457200"/>
            <a:r>
              <a:rPr lang="zh-CN" altLang="en-US" dirty="0">
                <a:solidFill>
                  <a:prstClr val="white">
                    <a:lumMod val="50000"/>
                  </a:prstClr>
                </a:solidFill>
                <a:latin typeface="微软雅黑" panose="020B0503020204020204" pitchFamily="34" charset="-122"/>
                <a:ea typeface="微软雅黑" panose="020B0503020204020204" pitchFamily="34" charset="-122"/>
              </a:rPr>
              <a:t>插入文本框内容插入文本框内容插入文本框内容插入文本框内容插入文本框内容插入文本框内容</a:t>
            </a:r>
          </a:p>
        </p:txBody>
      </p:sp>
      <p:sp>
        <p:nvSpPr>
          <p:cNvPr id="19" name="文本框 18"/>
          <p:cNvSpPr txBox="1"/>
          <p:nvPr/>
        </p:nvSpPr>
        <p:spPr>
          <a:xfrm>
            <a:off x="8602450" y="2979164"/>
            <a:ext cx="2525200" cy="1477328"/>
          </a:xfrm>
          <a:prstGeom prst="rect">
            <a:avLst/>
          </a:prstGeom>
          <a:noFill/>
        </p:spPr>
        <p:txBody>
          <a:bodyPr wrap="square" rtlCol="0">
            <a:spAutoFit/>
          </a:bodyPr>
          <a:lstStyle/>
          <a:p>
            <a:pPr indent="457200"/>
            <a:r>
              <a:rPr lang="zh-CN" altLang="en-US" dirty="0">
                <a:solidFill>
                  <a:prstClr val="white">
                    <a:lumMod val="50000"/>
                  </a:prstClr>
                </a:solidFill>
                <a:latin typeface="微软雅黑" panose="020B0503020204020204" pitchFamily="34" charset="-122"/>
                <a:ea typeface="微软雅黑" panose="020B0503020204020204" pitchFamily="34" charset="-122"/>
              </a:rPr>
              <a:t>插入文本框内容插入文本框内容插入文本框内容插入文本框内容插入文本框内容插入文本框内容</a:t>
            </a:r>
          </a:p>
        </p:txBody>
      </p:sp>
      <p:sp>
        <p:nvSpPr>
          <p:cNvPr id="20" name="文本框 19"/>
          <p:cNvSpPr txBox="1"/>
          <p:nvPr/>
        </p:nvSpPr>
        <p:spPr>
          <a:xfrm>
            <a:off x="1097178" y="3966982"/>
            <a:ext cx="2525200" cy="1477328"/>
          </a:xfrm>
          <a:prstGeom prst="rect">
            <a:avLst/>
          </a:prstGeom>
          <a:noFill/>
        </p:spPr>
        <p:txBody>
          <a:bodyPr wrap="square" rtlCol="0">
            <a:spAutoFit/>
          </a:bodyPr>
          <a:lstStyle/>
          <a:p>
            <a:pPr indent="457200"/>
            <a:r>
              <a:rPr lang="zh-CN" altLang="en-US" dirty="0">
                <a:solidFill>
                  <a:prstClr val="white">
                    <a:lumMod val="50000"/>
                  </a:prstClr>
                </a:solidFill>
                <a:latin typeface="微软雅黑" panose="020B0503020204020204" pitchFamily="34" charset="-122"/>
                <a:ea typeface="微软雅黑" panose="020B0503020204020204" pitchFamily="34" charset="-122"/>
              </a:rPr>
              <a:t>插入文本框内容插入文本框内容插入文本框内容插入文本框内容插入文本框内容插入文本框内容</a:t>
            </a:r>
          </a:p>
        </p:txBody>
      </p:sp>
      <p:sp>
        <p:nvSpPr>
          <p:cNvPr id="21" name="文本框 20"/>
          <p:cNvSpPr txBox="1"/>
          <p:nvPr/>
        </p:nvSpPr>
        <p:spPr>
          <a:xfrm>
            <a:off x="8602450" y="4898532"/>
            <a:ext cx="2525200" cy="1477328"/>
          </a:xfrm>
          <a:prstGeom prst="rect">
            <a:avLst/>
          </a:prstGeom>
          <a:noFill/>
        </p:spPr>
        <p:txBody>
          <a:bodyPr wrap="square" rtlCol="0">
            <a:spAutoFit/>
          </a:bodyPr>
          <a:lstStyle/>
          <a:p>
            <a:pPr indent="457200"/>
            <a:r>
              <a:rPr lang="zh-CN" altLang="en-US" dirty="0">
                <a:solidFill>
                  <a:prstClr val="white">
                    <a:lumMod val="50000"/>
                  </a:prstClr>
                </a:solidFill>
                <a:latin typeface="微软雅黑" panose="020B0503020204020204" pitchFamily="34" charset="-122"/>
                <a:ea typeface="微软雅黑" panose="020B0503020204020204" pitchFamily="34" charset="-122"/>
              </a:rPr>
              <a:t>插入文本框内容插入文本框内容插入文本框内容插入文本框内容插入文本框内容插入文本框内容</a:t>
            </a:r>
          </a:p>
        </p:txBody>
      </p:sp>
      <p:cxnSp>
        <p:nvCxnSpPr>
          <p:cNvPr id="23" name="直接连接符 22"/>
          <p:cNvCxnSpPr/>
          <p:nvPr/>
        </p:nvCxnSpPr>
        <p:spPr>
          <a:xfrm>
            <a:off x="2855742" y="1673618"/>
            <a:ext cx="1153552" cy="0"/>
          </a:xfrm>
          <a:prstGeom prst="line">
            <a:avLst/>
          </a:prstGeom>
          <a:ln>
            <a:solidFill>
              <a:srgbClr val="DF2209"/>
            </a:solidFill>
            <a:prstDash val="lgDash"/>
          </a:ln>
        </p:spPr>
        <p:style>
          <a:lnRef idx="1">
            <a:schemeClr val="accent1"/>
          </a:lnRef>
          <a:fillRef idx="0">
            <a:schemeClr val="accent1"/>
          </a:fillRef>
          <a:effectRef idx="0">
            <a:schemeClr val="accent1"/>
          </a:effectRef>
          <a:fontRef idx="minor">
            <a:schemeClr val="tx1"/>
          </a:fontRef>
        </p:style>
      </p:cxnSp>
      <p:sp>
        <p:nvSpPr>
          <p:cNvPr id="27" name="椭圆 26"/>
          <p:cNvSpPr/>
          <p:nvPr/>
        </p:nvSpPr>
        <p:spPr>
          <a:xfrm>
            <a:off x="2757268" y="1533380"/>
            <a:ext cx="239150" cy="239150"/>
          </a:xfrm>
          <a:prstGeom prst="ellipse">
            <a:avLst/>
          </a:prstGeom>
          <a:solidFill>
            <a:srgbClr val="DF2209"/>
          </a:solidFill>
          <a:ln>
            <a:solidFill>
              <a:srgbClr val="DF220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cxnSp>
        <p:nvCxnSpPr>
          <p:cNvPr id="28" name="直接连接符 27"/>
          <p:cNvCxnSpPr/>
          <p:nvPr/>
        </p:nvCxnSpPr>
        <p:spPr>
          <a:xfrm>
            <a:off x="2919044" y="3811907"/>
            <a:ext cx="1090250" cy="0"/>
          </a:xfrm>
          <a:prstGeom prst="line">
            <a:avLst/>
          </a:prstGeom>
          <a:ln>
            <a:solidFill>
              <a:srgbClr val="FC7E13"/>
            </a:solidFill>
            <a:prstDash val="lgDash"/>
          </a:ln>
        </p:spPr>
        <p:style>
          <a:lnRef idx="1">
            <a:schemeClr val="accent1"/>
          </a:lnRef>
          <a:fillRef idx="0">
            <a:schemeClr val="accent1"/>
          </a:fillRef>
          <a:effectRef idx="0">
            <a:schemeClr val="accent1"/>
          </a:effectRef>
          <a:fontRef idx="minor">
            <a:schemeClr val="tx1"/>
          </a:fontRef>
        </p:style>
      </p:cxnSp>
      <p:sp>
        <p:nvSpPr>
          <p:cNvPr id="29" name="椭圆 28"/>
          <p:cNvSpPr/>
          <p:nvPr/>
        </p:nvSpPr>
        <p:spPr>
          <a:xfrm>
            <a:off x="2679894" y="3678705"/>
            <a:ext cx="239150" cy="239150"/>
          </a:xfrm>
          <a:prstGeom prst="ellipse">
            <a:avLst/>
          </a:prstGeom>
          <a:solidFill>
            <a:srgbClr val="FC7E1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cxnSp>
        <p:nvCxnSpPr>
          <p:cNvPr id="30" name="直接连接符 29"/>
          <p:cNvCxnSpPr/>
          <p:nvPr/>
        </p:nvCxnSpPr>
        <p:spPr>
          <a:xfrm>
            <a:off x="8215534" y="2740014"/>
            <a:ext cx="1153552" cy="0"/>
          </a:xfrm>
          <a:prstGeom prst="line">
            <a:avLst/>
          </a:prstGeom>
          <a:ln>
            <a:solidFill>
              <a:srgbClr val="FCB714"/>
            </a:solidFill>
            <a:prstDash val="lgDash"/>
          </a:ln>
        </p:spPr>
        <p:style>
          <a:lnRef idx="1">
            <a:schemeClr val="accent1"/>
          </a:lnRef>
          <a:fillRef idx="0">
            <a:schemeClr val="accent1"/>
          </a:fillRef>
          <a:effectRef idx="0">
            <a:schemeClr val="accent1"/>
          </a:effectRef>
          <a:fontRef idx="minor">
            <a:schemeClr val="tx1"/>
          </a:fontRef>
        </p:style>
      </p:cxnSp>
      <p:sp>
        <p:nvSpPr>
          <p:cNvPr id="31" name="椭圆 30"/>
          <p:cNvSpPr/>
          <p:nvPr/>
        </p:nvSpPr>
        <p:spPr>
          <a:xfrm>
            <a:off x="9369086" y="2620439"/>
            <a:ext cx="239150" cy="239150"/>
          </a:xfrm>
          <a:prstGeom prst="ellipse">
            <a:avLst/>
          </a:prstGeom>
          <a:solidFill>
            <a:srgbClr val="FCB71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cxnSp>
        <p:nvCxnSpPr>
          <p:cNvPr id="32" name="直接连接符 31"/>
          <p:cNvCxnSpPr/>
          <p:nvPr/>
        </p:nvCxnSpPr>
        <p:spPr>
          <a:xfrm>
            <a:off x="8159262" y="4807965"/>
            <a:ext cx="1153552" cy="0"/>
          </a:xfrm>
          <a:prstGeom prst="line">
            <a:avLst/>
          </a:prstGeom>
          <a:ln>
            <a:solidFill>
              <a:srgbClr val="5ED5BF"/>
            </a:solidFill>
            <a:prstDash val="lgDash"/>
          </a:ln>
        </p:spPr>
        <p:style>
          <a:lnRef idx="1">
            <a:schemeClr val="accent1"/>
          </a:lnRef>
          <a:fillRef idx="0">
            <a:schemeClr val="accent1"/>
          </a:fillRef>
          <a:effectRef idx="0">
            <a:schemeClr val="accent1"/>
          </a:effectRef>
          <a:fontRef idx="minor">
            <a:schemeClr val="tx1"/>
          </a:fontRef>
        </p:style>
      </p:cxnSp>
      <p:sp>
        <p:nvSpPr>
          <p:cNvPr id="33" name="椭圆 32"/>
          <p:cNvSpPr/>
          <p:nvPr/>
        </p:nvSpPr>
        <p:spPr>
          <a:xfrm>
            <a:off x="9369086" y="4688390"/>
            <a:ext cx="239150" cy="239150"/>
          </a:xfrm>
          <a:prstGeom prst="ellipse">
            <a:avLst/>
          </a:prstGeom>
          <a:solidFill>
            <a:srgbClr val="5ED5BF"/>
          </a:solidFill>
          <a:ln>
            <a:solidFill>
              <a:srgbClr val="5ED5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34"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2142759614"/>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 name="矩形 66"/>
          <p:cNvSpPr/>
          <p:nvPr/>
        </p:nvSpPr>
        <p:spPr>
          <a:xfrm>
            <a:off x="3953022" y="0"/>
            <a:ext cx="8238978" cy="6858000"/>
          </a:xfrm>
          <a:prstGeom prst="rect">
            <a:avLst/>
          </a:prstGeom>
          <a:solidFill>
            <a:srgbClr val="E3E3E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19" name="Freeform 60"/>
          <p:cNvSpPr>
            <a:spLocks/>
          </p:cNvSpPr>
          <p:nvPr/>
        </p:nvSpPr>
        <p:spPr bwMode="auto">
          <a:xfrm>
            <a:off x="1007063" y="3889553"/>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0" name="文本框 219"/>
          <p:cNvSpPr txBox="1"/>
          <p:nvPr/>
        </p:nvSpPr>
        <p:spPr>
          <a:xfrm>
            <a:off x="940215" y="4689154"/>
            <a:ext cx="3555585" cy="1421928"/>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网络</a:t>
            </a:r>
            <a:r>
              <a:rPr lang="en-US" altLang="zh-CN" dirty="0">
                <a:solidFill>
                  <a:prstClr val="black">
                    <a:lumMod val="65000"/>
                    <a:lumOff val="35000"/>
                  </a:prstClr>
                </a:solidFill>
                <a:latin typeface="微软雅黑" panose="020B0503020204020204" pitchFamily="34" charset="-122"/>
              </a:rPr>
              <a:t>EPS</a:t>
            </a:r>
            <a:r>
              <a:rPr lang="zh-CN" altLang="en-US" dirty="0">
                <a:solidFill>
                  <a:prstClr val="black">
                    <a:lumMod val="65000"/>
                    <a:lumOff val="35000"/>
                  </a:prstClr>
                </a:solidFill>
                <a:latin typeface="微软雅黑" panose="020B0503020204020204" pitchFamily="34" charset="-122"/>
              </a:rPr>
              <a:t>素材改编；</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锯齿背景为</a:t>
            </a:r>
            <a:r>
              <a:rPr lang="en-US" altLang="zh-CN" dirty="0">
                <a:solidFill>
                  <a:prstClr val="black">
                    <a:lumMod val="65000"/>
                    <a:lumOff val="35000"/>
                  </a:prstClr>
                </a:solidFill>
                <a:latin typeface="微软雅黑" panose="020B0503020204020204" pitchFamily="34" charset="-122"/>
              </a:rPr>
              <a:t>PNG</a:t>
            </a:r>
            <a:r>
              <a:rPr lang="zh-CN" altLang="en-US" dirty="0">
                <a:solidFill>
                  <a:prstClr val="black">
                    <a:lumMod val="65000"/>
                    <a:lumOff val="35000"/>
                  </a:prstClr>
                </a:solidFill>
                <a:latin typeface="微软雅黑" panose="020B0503020204020204" pitchFamily="34" charset="-122"/>
              </a:rPr>
              <a:t>格式；</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圆形色彩可以修改；</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矢量图标可替换。</a:t>
            </a:r>
            <a:endParaRPr lang="en-US" altLang="zh-CN" dirty="0">
              <a:solidFill>
                <a:prstClr val="black">
                  <a:lumMod val="65000"/>
                  <a:lumOff val="35000"/>
                </a:prstClr>
              </a:solidFill>
              <a:latin typeface="微软雅黑" panose="020B0503020204020204" pitchFamily="34" charset="-122"/>
            </a:endParaRPr>
          </a:p>
        </p:txBody>
      </p:sp>
      <p:sp>
        <p:nvSpPr>
          <p:cNvPr id="221" name="圆角矩形 220"/>
          <p:cNvSpPr/>
          <p:nvPr/>
        </p:nvSpPr>
        <p:spPr>
          <a:xfrm>
            <a:off x="1674755" y="4048838"/>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222" name="等腰三角形 221"/>
          <p:cNvSpPr/>
          <p:nvPr/>
        </p:nvSpPr>
        <p:spPr>
          <a:xfrm rot="16200000">
            <a:off x="1600123" y="4116382"/>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65"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endParaRPr lang="zh-CN" altLang="zh-CN" sz="2800" b="1" dirty="0">
              <a:solidFill>
                <a:schemeClr val="tx1">
                  <a:lumMod val="65000"/>
                  <a:lumOff val="35000"/>
                </a:schemeClr>
              </a:solidFill>
            </a:endParaRPr>
          </a:p>
        </p:txBody>
      </p:sp>
      <p:pic>
        <p:nvPicPr>
          <p:cNvPr id="66" name="图片 65"/>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103887" y="462855"/>
            <a:ext cx="7918049" cy="5937013"/>
          </a:xfrm>
          <a:prstGeom prst="rect">
            <a:avLst/>
          </a:prstGeom>
        </p:spPr>
      </p:pic>
      <p:sp>
        <p:nvSpPr>
          <p:cNvPr id="68" name="椭圆 67"/>
          <p:cNvSpPr/>
          <p:nvPr/>
        </p:nvSpPr>
        <p:spPr>
          <a:xfrm>
            <a:off x="5227989" y="5009227"/>
            <a:ext cx="1080000" cy="1080000"/>
          </a:xfrm>
          <a:prstGeom prst="ellipse">
            <a:avLst/>
          </a:prstGeom>
          <a:solidFill>
            <a:srgbClr val="AA0C00"/>
          </a:solidFill>
          <a:ln>
            <a:noFill/>
          </a:ln>
          <a:effectLst>
            <a:innerShdw blurRad="508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69" name="椭圆 68"/>
          <p:cNvSpPr/>
          <p:nvPr/>
        </p:nvSpPr>
        <p:spPr>
          <a:xfrm>
            <a:off x="4430226" y="748638"/>
            <a:ext cx="1080000" cy="1080000"/>
          </a:xfrm>
          <a:prstGeom prst="ellipse">
            <a:avLst/>
          </a:prstGeom>
          <a:solidFill>
            <a:srgbClr val="00A5B8"/>
          </a:solidFill>
          <a:ln>
            <a:noFill/>
          </a:ln>
          <a:effectLst>
            <a:innerShdw blurRad="508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70" name="椭圆 69"/>
          <p:cNvSpPr/>
          <p:nvPr/>
        </p:nvSpPr>
        <p:spPr>
          <a:xfrm>
            <a:off x="4432607" y="3591551"/>
            <a:ext cx="1080000" cy="1080000"/>
          </a:xfrm>
          <a:prstGeom prst="ellipse">
            <a:avLst/>
          </a:prstGeom>
          <a:solidFill>
            <a:srgbClr val="FF8B00"/>
          </a:solidFill>
          <a:ln>
            <a:noFill/>
          </a:ln>
          <a:effectLst>
            <a:innerShdw blurRad="508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71" name="椭圆 70"/>
          <p:cNvSpPr/>
          <p:nvPr/>
        </p:nvSpPr>
        <p:spPr>
          <a:xfrm>
            <a:off x="5223227" y="2164351"/>
            <a:ext cx="1080000" cy="1080000"/>
          </a:xfrm>
          <a:prstGeom prst="ellipse">
            <a:avLst/>
          </a:prstGeom>
          <a:solidFill>
            <a:srgbClr val="87B81F"/>
          </a:solidFill>
          <a:ln>
            <a:noFill/>
          </a:ln>
          <a:effectLst>
            <a:innerShdw blurRad="508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72" name="文本框 71"/>
          <p:cNvSpPr txBox="1"/>
          <p:nvPr/>
        </p:nvSpPr>
        <p:spPr>
          <a:xfrm>
            <a:off x="5709771" y="996250"/>
            <a:ext cx="561372" cy="584775"/>
          </a:xfrm>
          <a:prstGeom prst="rect">
            <a:avLst/>
          </a:prstGeom>
          <a:noFill/>
        </p:spPr>
        <p:txBody>
          <a:bodyPr wrap="none" rtlCol="0">
            <a:spAutoFit/>
          </a:bodyPr>
          <a:lstStyle/>
          <a:p>
            <a:r>
              <a:rPr lang="en-US" altLang="zh-CN" sz="3200" dirty="0">
                <a:solidFill>
                  <a:prstClr val="black">
                    <a:lumMod val="65000"/>
                    <a:lumOff val="35000"/>
                  </a:prstClr>
                </a:solidFill>
                <a:latin typeface="Impact" panose="020B0806030902050204" pitchFamily="34" charset="0"/>
              </a:rPr>
              <a:t>01</a:t>
            </a:r>
            <a:endParaRPr lang="zh-CN" altLang="en-US" sz="3200" dirty="0">
              <a:solidFill>
                <a:prstClr val="black">
                  <a:lumMod val="65000"/>
                  <a:lumOff val="35000"/>
                </a:prstClr>
              </a:solidFill>
              <a:latin typeface="Impact" panose="020B0806030902050204" pitchFamily="34" charset="0"/>
            </a:endParaRPr>
          </a:p>
        </p:txBody>
      </p:sp>
      <p:sp>
        <p:nvSpPr>
          <p:cNvPr id="73" name="文本框 72"/>
          <p:cNvSpPr txBox="1"/>
          <p:nvPr/>
        </p:nvSpPr>
        <p:spPr>
          <a:xfrm>
            <a:off x="6495834" y="2411963"/>
            <a:ext cx="611065" cy="584775"/>
          </a:xfrm>
          <a:prstGeom prst="rect">
            <a:avLst/>
          </a:prstGeom>
          <a:noFill/>
        </p:spPr>
        <p:txBody>
          <a:bodyPr wrap="none" rtlCol="0">
            <a:spAutoFit/>
          </a:bodyPr>
          <a:lstStyle/>
          <a:p>
            <a:r>
              <a:rPr lang="en-US" altLang="zh-CN" sz="3200" dirty="0">
                <a:solidFill>
                  <a:prstClr val="black">
                    <a:lumMod val="65000"/>
                    <a:lumOff val="35000"/>
                  </a:prstClr>
                </a:solidFill>
                <a:latin typeface="Impact" panose="020B0806030902050204" pitchFamily="34" charset="0"/>
              </a:rPr>
              <a:t>02</a:t>
            </a:r>
            <a:endParaRPr lang="zh-CN" altLang="en-US" sz="3200" dirty="0">
              <a:solidFill>
                <a:prstClr val="black">
                  <a:lumMod val="65000"/>
                  <a:lumOff val="35000"/>
                </a:prstClr>
              </a:solidFill>
              <a:latin typeface="Impact" panose="020B0806030902050204" pitchFamily="34" charset="0"/>
            </a:endParaRPr>
          </a:p>
        </p:txBody>
      </p:sp>
      <p:sp>
        <p:nvSpPr>
          <p:cNvPr id="74" name="文本框 73"/>
          <p:cNvSpPr txBox="1"/>
          <p:nvPr/>
        </p:nvSpPr>
        <p:spPr>
          <a:xfrm>
            <a:off x="5709771" y="3834401"/>
            <a:ext cx="622286" cy="584775"/>
          </a:xfrm>
          <a:prstGeom prst="rect">
            <a:avLst/>
          </a:prstGeom>
          <a:noFill/>
        </p:spPr>
        <p:txBody>
          <a:bodyPr wrap="none" rtlCol="0">
            <a:spAutoFit/>
          </a:bodyPr>
          <a:lstStyle/>
          <a:p>
            <a:r>
              <a:rPr lang="en-US" altLang="zh-CN" sz="3200" dirty="0">
                <a:solidFill>
                  <a:prstClr val="black">
                    <a:lumMod val="65000"/>
                    <a:lumOff val="35000"/>
                  </a:prstClr>
                </a:solidFill>
                <a:latin typeface="Impact" panose="020B0806030902050204" pitchFamily="34" charset="0"/>
              </a:rPr>
              <a:t>03</a:t>
            </a:r>
            <a:endParaRPr lang="zh-CN" altLang="en-US" sz="3200" dirty="0">
              <a:solidFill>
                <a:prstClr val="black">
                  <a:lumMod val="65000"/>
                  <a:lumOff val="35000"/>
                </a:prstClr>
              </a:solidFill>
              <a:latin typeface="Impact" panose="020B0806030902050204" pitchFamily="34" charset="0"/>
            </a:endParaRPr>
          </a:p>
        </p:txBody>
      </p:sp>
      <p:sp>
        <p:nvSpPr>
          <p:cNvPr id="75" name="文本框 74"/>
          <p:cNvSpPr txBox="1"/>
          <p:nvPr/>
        </p:nvSpPr>
        <p:spPr>
          <a:xfrm>
            <a:off x="6495834" y="5256839"/>
            <a:ext cx="609462" cy="584775"/>
          </a:xfrm>
          <a:prstGeom prst="rect">
            <a:avLst/>
          </a:prstGeom>
          <a:noFill/>
        </p:spPr>
        <p:txBody>
          <a:bodyPr wrap="none" rtlCol="0">
            <a:spAutoFit/>
          </a:bodyPr>
          <a:lstStyle/>
          <a:p>
            <a:r>
              <a:rPr lang="en-US" altLang="zh-CN" sz="3200" dirty="0">
                <a:solidFill>
                  <a:prstClr val="black">
                    <a:lumMod val="65000"/>
                    <a:lumOff val="35000"/>
                  </a:prstClr>
                </a:solidFill>
                <a:latin typeface="Impact" panose="020B0806030902050204" pitchFamily="34" charset="0"/>
              </a:rPr>
              <a:t>04</a:t>
            </a:r>
            <a:endParaRPr lang="zh-CN" altLang="en-US" sz="3200" dirty="0">
              <a:solidFill>
                <a:prstClr val="black">
                  <a:lumMod val="65000"/>
                  <a:lumOff val="35000"/>
                </a:prstClr>
              </a:solidFill>
              <a:latin typeface="Impact" panose="020B0806030902050204" pitchFamily="34" charset="0"/>
            </a:endParaRPr>
          </a:p>
        </p:txBody>
      </p:sp>
      <p:grpSp>
        <p:nvGrpSpPr>
          <p:cNvPr id="76" name="组合 59"/>
          <p:cNvGrpSpPr/>
          <p:nvPr/>
        </p:nvGrpSpPr>
        <p:grpSpPr>
          <a:xfrm>
            <a:off x="5407238" y="5210444"/>
            <a:ext cx="628650" cy="628650"/>
            <a:chOff x="4219575" y="4668838"/>
            <a:chExt cx="442913" cy="442913"/>
          </a:xfrm>
          <a:solidFill>
            <a:schemeClr val="bg1"/>
          </a:solidFill>
        </p:grpSpPr>
        <p:sp>
          <p:nvSpPr>
            <p:cNvPr id="77" name="Freeform 5"/>
            <p:cNvSpPr>
              <a:spLocks/>
            </p:cNvSpPr>
            <p:nvPr/>
          </p:nvSpPr>
          <p:spPr bwMode="auto">
            <a:xfrm>
              <a:off x="4222750" y="4668838"/>
              <a:ext cx="368300" cy="255588"/>
            </a:xfrm>
            <a:custGeom>
              <a:avLst/>
              <a:gdLst>
                <a:gd name="T0" fmla="*/ 95 w 97"/>
                <a:gd name="T1" fmla="*/ 0 h 68"/>
                <a:gd name="T2" fmla="*/ 68 w 97"/>
                <a:gd name="T3" fmla="*/ 10 h 68"/>
                <a:gd name="T4" fmla="*/ 79 w 97"/>
                <a:gd name="T5" fmla="*/ 16 h 68"/>
                <a:gd name="T6" fmla="*/ 33 w 97"/>
                <a:gd name="T7" fmla="*/ 50 h 68"/>
                <a:gd name="T8" fmla="*/ 5 w 97"/>
                <a:gd name="T9" fmla="*/ 55 h 68"/>
                <a:gd name="T10" fmla="*/ 0 w 97"/>
                <a:gd name="T11" fmla="*/ 55 h 68"/>
                <a:gd name="T12" fmla="*/ 0 w 97"/>
                <a:gd name="T13" fmla="*/ 61 h 68"/>
                <a:gd name="T14" fmla="*/ 0 w 97"/>
                <a:gd name="T15" fmla="*/ 68 h 68"/>
                <a:gd name="T16" fmla="*/ 5 w 97"/>
                <a:gd name="T17" fmla="*/ 68 h 68"/>
                <a:gd name="T18" fmla="*/ 36 w 97"/>
                <a:gd name="T19" fmla="*/ 62 h 68"/>
                <a:gd name="T20" fmla="*/ 68 w 97"/>
                <a:gd name="T21" fmla="*/ 45 h 68"/>
                <a:gd name="T22" fmla="*/ 90 w 97"/>
                <a:gd name="T23" fmla="*/ 22 h 68"/>
                <a:gd name="T24" fmla="*/ 97 w 97"/>
                <a:gd name="T25" fmla="*/ 27 h 68"/>
                <a:gd name="T26" fmla="*/ 95 w 97"/>
                <a:gd name="T27"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7" h="68">
                  <a:moveTo>
                    <a:pt x="95" y="0"/>
                  </a:moveTo>
                  <a:cubicBezTo>
                    <a:pt x="68" y="10"/>
                    <a:pt x="68" y="10"/>
                    <a:pt x="68" y="10"/>
                  </a:cubicBezTo>
                  <a:cubicBezTo>
                    <a:pt x="79" y="16"/>
                    <a:pt x="79" y="16"/>
                    <a:pt x="79" y="16"/>
                  </a:cubicBezTo>
                  <a:cubicBezTo>
                    <a:pt x="68" y="32"/>
                    <a:pt x="52" y="44"/>
                    <a:pt x="33" y="50"/>
                  </a:cubicBezTo>
                  <a:cubicBezTo>
                    <a:pt x="21" y="55"/>
                    <a:pt x="10" y="55"/>
                    <a:pt x="5" y="55"/>
                  </a:cubicBezTo>
                  <a:cubicBezTo>
                    <a:pt x="2" y="55"/>
                    <a:pt x="0" y="55"/>
                    <a:pt x="0" y="55"/>
                  </a:cubicBezTo>
                  <a:cubicBezTo>
                    <a:pt x="0" y="61"/>
                    <a:pt x="0" y="61"/>
                    <a:pt x="0" y="61"/>
                  </a:cubicBezTo>
                  <a:cubicBezTo>
                    <a:pt x="0" y="68"/>
                    <a:pt x="0" y="68"/>
                    <a:pt x="0" y="68"/>
                  </a:cubicBezTo>
                  <a:cubicBezTo>
                    <a:pt x="1" y="68"/>
                    <a:pt x="2" y="68"/>
                    <a:pt x="5" y="68"/>
                  </a:cubicBezTo>
                  <a:cubicBezTo>
                    <a:pt x="11" y="68"/>
                    <a:pt x="23" y="67"/>
                    <a:pt x="36" y="62"/>
                  </a:cubicBezTo>
                  <a:cubicBezTo>
                    <a:pt x="48" y="58"/>
                    <a:pt x="59" y="53"/>
                    <a:pt x="68" y="45"/>
                  </a:cubicBezTo>
                  <a:cubicBezTo>
                    <a:pt x="76" y="39"/>
                    <a:pt x="83" y="31"/>
                    <a:pt x="90" y="22"/>
                  </a:cubicBezTo>
                  <a:cubicBezTo>
                    <a:pt x="97" y="27"/>
                    <a:pt x="97" y="27"/>
                    <a:pt x="97" y="27"/>
                  </a:cubicBezTo>
                  <a:cubicBezTo>
                    <a:pt x="95" y="0"/>
                    <a:pt x="95" y="0"/>
                    <a:pt x="9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 name="Rectangle 6"/>
            <p:cNvSpPr>
              <a:spLocks noChangeArrowheads="1"/>
            </p:cNvSpPr>
            <p:nvPr/>
          </p:nvSpPr>
          <p:spPr bwMode="auto">
            <a:xfrm>
              <a:off x="4219575" y="4962525"/>
              <a:ext cx="87313" cy="936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 name="Rectangle 7"/>
            <p:cNvSpPr>
              <a:spLocks noChangeArrowheads="1"/>
            </p:cNvSpPr>
            <p:nvPr/>
          </p:nvSpPr>
          <p:spPr bwMode="auto">
            <a:xfrm>
              <a:off x="4219575" y="4962525"/>
              <a:ext cx="87313" cy="936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 name="Rectangle 8"/>
            <p:cNvSpPr>
              <a:spLocks noChangeArrowheads="1"/>
            </p:cNvSpPr>
            <p:nvPr/>
          </p:nvSpPr>
          <p:spPr bwMode="auto">
            <a:xfrm>
              <a:off x="4321175" y="4932363"/>
              <a:ext cx="84138" cy="1238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 name="Rectangle 9"/>
            <p:cNvSpPr>
              <a:spLocks noChangeArrowheads="1"/>
            </p:cNvSpPr>
            <p:nvPr/>
          </p:nvSpPr>
          <p:spPr bwMode="auto">
            <a:xfrm>
              <a:off x="4321175" y="4932363"/>
              <a:ext cx="84138" cy="1238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 name="Rectangle 10"/>
            <p:cNvSpPr>
              <a:spLocks noChangeArrowheads="1"/>
            </p:cNvSpPr>
            <p:nvPr/>
          </p:nvSpPr>
          <p:spPr bwMode="auto">
            <a:xfrm>
              <a:off x="4419600" y="4891088"/>
              <a:ext cx="87313" cy="165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 name="Rectangle 11"/>
            <p:cNvSpPr>
              <a:spLocks noChangeArrowheads="1"/>
            </p:cNvSpPr>
            <p:nvPr/>
          </p:nvSpPr>
          <p:spPr bwMode="auto">
            <a:xfrm>
              <a:off x="4419600" y="4891088"/>
              <a:ext cx="87313" cy="165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 name="Rectangle 12"/>
            <p:cNvSpPr>
              <a:spLocks noChangeArrowheads="1"/>
            </p:cNvSpPr>
            <p:nvPr/>
          </p:nvSpPr>
          <p:spPr bwMode="auto">
            <a:xfrm>
              <a:off x="4522788" y="4826000"/>
              <a:ext cx="82550" cy="2301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 name="Rectangle 13"/>
            <p:cNvSpPr>
              <a:spLocks noChangeArrowheads="1"/>
            </p:cNvSpPr>
            <p:nvPr/>
          </p:nvSpPr>
          <p:spPr bwMode="auto">
            <a:xfrm>
              <a:off x="4522788" y="4826000"/>
              <a:ext cx="82550" cy="2301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 name="Freeform 14"/>
            <p:cNvSpPr>
              <a:spLocks/>
            </p:cNvSpPr>
            <p:nvPr/>
          </p:nvSpPr>
          <p:spPr bwMode="auto">
            <a:xfrm>
              <a:off x="4219575" y="4668838"/>
              <a:ext cx="442913" cy="442913"/>
            </a:xfrm>
            <a:custGeom>
              <a:avLst/>
              <a:gdLst>
                <a:gd name="T0" fmla="*/ 112 w 117"/>
                <a:gd name="T1" fmla="*/ 0 h 118"/>
                <a:gd name="T2" fmla="*/ 112 w 117"/>
                <a:gd name="T3" fmla="*/ 0 h 118"/>
                <a:gd name="T4" fmla="*/ 112 w 117"/>
                <a:gd name="T5" fmla="*/ 0 h 118"/>
                <a:gd name="T6" fmla="*/ 109 w 117"/>
                <a:gd name="T7" fmla="*/ 1 h 118"/>
                <a:gd name="T8" fmla="*/ 107 w 117"/>
                <a:gd name="T9" fmla="*/ 5 h 118"/>
                <a:gd name="T10" fmla="*/ 111 w 117"/>
                <a:gd name="T11" fmla="*/ 9 h 118"/>
                <a:gd name="T12" fmla="*/ 111 w 117"/>
                <a:gd name="T13" fmla="*/ 112 h 118"/>
                <a:gd name="T14" fmla="*/ 10 w 117"/>
                <a:gd name="T15" fmla="*/ 112 h 118"/>
                <a:gd name="T16" fmla="*/ 5 w 117"/>
                <a:gd name="T17" fmla="*/ 108 h 118"/>
                <a:gd name="T18" fmla="*/ 0 w 117"/>
                <a:gd name="T19" fmla="*/ 113 h 118"/>
                <a:gd name="T20" fmla="*/ 0 w 117"/>
                <a:gd name="T21" fmla="*/ 113 h 118"/>
                <a:gd name="T22" fmla="*/ 5 w 117"/>
                <a:gd name="T23" fmla="*/ 118 h 118"/>
                <a:gd name="T24" fmla="*/ 10 w 117"/>
                <a:gd name="T25" fmla="*/ 114 h 118"/>
                <a:gd name="T26" fmla="*/ 113 w 117"/>
                <a:gd name="T27" fmla="*/ 114 h 118"/>
                <a:gd name="T28" fmla="*/ 113 w 117"/>
                <a:gd name="T29" fmla="*/ 9 h 118"/>
                <a:gd name="T30" fmla="*/ 117 w 117"/>
                <a:gd name="T31" fmla="*/ 5 h 118"/>
                <a:gd name="T32" fmla="*/ 112 w 117"/>
                <a:gd name="T33"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7" h="118">
                  <a:moveTo>
                    <a:pt x="112" y="0"/>
                  </a:moveTo>
                  <a:cubicBezTo>
                    <a:pt x="112" y="0"/>
                    <a:pt x="112" y="0"/>
                    <a:pt x="112" y="0"/>
                  </a:cubicBezTo>
                  <a:cubicBezTo>
                    <a:pt x="112" y="0"/>
                    <a:pt x="112" y="0"/>
                    <a:pt x="112" y="0"/>
                  </a:cubicBezTo>
                  <a:cubicBezTo>
                    <a:pt x="111" y="0"/>
                    <a:pt x="110" y="0"/>
                    <a:pt x="109" y="1"/>
                  </a:cubicBezTo>
                  <a:cubicBezTo>
                    <a:pt x="108" y="2"/>
                    <a:pt x="107" y="3"/>
                    <a:pt x="107" y="5"/>
                  </a:cubicBezTo>
                  <a:cubicBezTo>
                    <a:pt x="107" y="7"/>
                    <a:pt x="109" y="9"/>
                    <a:pt x="111" y="9"/>
                  </a:cubicBezTo>
                  <a:cubicBezTo>
                    <a:pt x="111" y="112"/>
                    <a:pt x="111" y="112"/>
                    <a:pt x="111" y="112"/>
                  </a:cubicBezTo>
                  <a:cubicBezTo>
                    <a:pt x="10" y="112"/>
                    <a:pt x="10" y="112"/>
                    <a:pt x="10" y="112"/>
                  </a:cubicBezTo>
                  <a:cubicBezTo>
                    <a:pt x="9" y="110"/>
                    <a:pt x="7" y="108"/>
                    <a:pt x="5" y="108"/>
                  </a:cubicBezTo>
                  <a:cubicBezTo>
                    <a:pt x="3" y="108"/>
                    <a:pt x="0" y="110"/>
                    <a:pt x="0" y="113"/>
                  </a:cubicBezTo>
                  <a:cubicBezTo>
                    <a:pt x="0" y="113"/>
                    <a:pt x="0" y="113"/>
                    <a:pt x="0" y="113"/>
                  </a:cubicBezTo>
                  <a:cubicBezTo>
                    <a:pt x="1" y="116"/>
                    <a:pt x="3" y="118"/>
                    <a:pt x="5" y="118"/>
                  </a:cubicBezTo>
                  <a:cubicBezTo>
                    <a:pt x="7" y="118"/>
                    <a:pt x="9" y="116"/>
                    <a:pt x="10" y="114"/>
                  </a:cubicBezTo>
                  <a:cubicBezTo>
                    <a:pt x="113" y="114"/>
                    <a:pt x="113" y="114"/>
                    <a:pt x="113" y="114"/>
                  </a:cubicBezTo>
                  <a:cubicBezTo>
                    <a:pt x="113" y="9"/>
                    <a:pt x="113" y="9"/>
                    <a:pt x="113" y="9"/>
                  </a:cubicBezTo>
                  <a:cubicBezTo>
                    <a:pt x="115" y="9"/>
                    <a:pt x="117" y="7"/>
                    <a:pt x="117" y="5"/>
                  </a:cubicBezTo>
                  <a:cubicBezTo>
                    <a:pt x="117" y="2"/>
                    <a:pt x="115" y="0"/>
                    <a:pt x="1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87" name="组合 60"/>
          <p:cNvGrpSpPr/>
          <p:nvPr/>
        </p:nvGrpSpPr>
        <p:grpSpPr>
          <a:xfrm>
            <a:off x="4557945" y="923058"/>
            <a:ext cx="782387" cy="737204"/>
            <a:chOff x="4832350" y="1028700"/>
            <a:chExt cx="522288" cy="492126"/>
          </a:xfrm>
          <a:solidFill>
            <a:schemeClr val="bg1"/>
          </a:solidFill>
        </p:grpSpPr>
        <p:sp>
          <p:nvSpPr>
            <p:cNvPr id="88" name="Freeform 15"/>
            <p:cNvSpPr>
              <a:spLocks/>
            </p:cNvSpPr>
            <p:nvPr/>
          </p:nvSpPr>
          <p:spPr bwMode="auto">
            <a:xfrm>
              <a:off x="4916488" y="1176338"/>
              <a:ext cx="306388" cy="266700"/>
            </a:xfrm>
            <a:custGeom>
              <a:avLst/>
              <a:gdLst>
                <a:gd name="T0" fmla="*/ 14 w 81"/>
                <a:gd name="T1" fmla="*/ 0 h 71"/>
                <a:gd name="T2" fmla="*/ 7 w 81"/>
                <a:gd name="T3" fmla="*/ 2 h 71"/>
                <a:gd name="T4" fmla="*/ 28 w 81"/>
                <a:gd name="T5" fmla="*/ 48 h 71"/>
                <a:gd name="T6" fmla="*/ 68 w 81"/>
                <a:gd name="T7" fmla="*/ 71 h 71"/>
                <a:gd name="T8" fmla="*/ 74 w 81"/>
                <a:gd name="T9" fmla="*/ 69 h 71"/>
                <a:gd name="T10" fmla="*/ 56 w 81"/>
                <a:gd name="T11" fmla="*/ 25 h 71"/>
                <a:gd name="T12" fmla="*/ 53 w 81"/>
                <a:gd name="T13" fmla="*/ 29 h 71"/>
                <a:gd name="T14" fmla="*/ 56 w 81"/>
                <a:gd name="T15" fmla="*/ 33 h 71"/>
                <a:gd name="T16" fmla="*/ 57 w 81"/>
                <a:gd name="T17" fmla="*/ 34 h 71"/>
                <a:gd name="T18" fmla="*/ 57 w 81"/>
                <a:gd name="T19" fmla="*/ 34 h 71"/>
                <a:gd name="T20" fmla="*/ 65 w 81"/>
                <a:gd name="T21" fmla="*/ 60 h 71"/>
                <a:gd name="T22" fmla="*/ 60 w 81"/>
                <a:gd name="T23" fmla="*/ 62 h 71"/>
                <a:gd name="T24" fmla="*/ 32 w 81"/>
                <a:gd name="T25" fmla="*/ 45 h 71"/>
                <a:gd name="T26" fmla="*/ 16 w 81"/>
                <a:gd name="T27" fmla="*/ 11 h 71"/>
                <a:gd name="T28" fmla="*/ 21 w 81"/>
                <a:gd name="T29" fmla="*/ 9 h 71"/>
                <a:gd name="T30" fmla="*/ 43 w 81"/>
                <a:gd name="T31" fmla="*/ 20 h 71"/>
                <a:gd name="T32" fmla="*/ 43 w 81"/>
                <a:gd name="T33" fmla="*/ 19 h 71"/>
                <a:gd name="T34" fmla="*/ 43 w 81"/>
                <a:gd name="T35" fmla="*/ 20 h 71"/>
                <a:gd name="T36" fmla="*/ 48 w 81"/>
                <a:gd name="T37" fmla="*/ 24 h 71"/>
                <a:gd name="T38" fmla="*/ 51 w 81"/>
                <a:gd name="T39" fmla="*/ 20 h 71"/>
                <a:gd name="T40" fmla="*/ 14 w 81"/>
                <a:gd name="T41"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1" h="71">
                  <a:moveTo>
                    <a:pt x="14" y="0"/>
                  </a:moveTo>
                  <a:cubicBezTo>
                    <a:pt x="11" y="0"/>
                    <a:pt x="9" y="0"/>
                    <a:pt x="7" y="2"/>
                  </a:cubicBezTo>
                  <a:cubicBezTo>
                    <a:pt x="0" y="9"/>
                    <a:pt x="10" y="30"/>
                    <a:pt x="28" y="48"/>
                  </a:cubicBezTo>
                  <a:cubicBezTo>
                    <a:pt x="42" y="63"/>
                    <a:pt x="58" y="71"/>
                    <a:pt x="68" y="71"/>
                  </a:cubicBezTo>
                  <a:cubicBezTo>
                    <a:pt x="70" y="71"/>
                    <a:pt x="73" y="71"/>
                    <a:pt x="74" y="69"/>
                  </a:cubicBezTo>
                  <a:cubicBezTo>
                    <a:pt x="81" y="62"/>
                    <a:pt x="73" y="43"/>
                    <a:pt x="56" y="25"/>
                  </a:cubicBezTo>
                  <a:cubicBezTo>
                    <a:pt x="53" y="29"/>
                    <a:pt x="53" y="29"/>
                    <a:pt x="53" y="29"/>
                  </a:cubicBezTo>
                  <a:cubicBezTo>
                    <a:pt x="54" y="30"/>
                    <a:pt x="55" y="32"/>
                    <a:pt x="56" y="33"/>
                  </a:cubicBezTo>
                  <a:cubicBezTo>
                    <a:pt x="57" y="34"/>
                    <a:pt x="57" y="34"/>
                    <a:pt x="57" y="34"/>
                  </a:cubicBezTo>
                  <a:cubicBezTo>
                    <a:pt x="57" y="34"/>
                    <a:pt x="57" y="34"/>
                    <a:pt x="57" y="34"/>
                  </a:cubicBezTo>
                  <a:cubicBezTo>
                    <a:pt x="66" y="45"/>
                    <a:pt x="70" y="56"/>
                    <a:pt x="65" y="60"/>
                  </a:cubicBezTo>
                  <a:cubicBezTo>
                    <a:pt x="64" y="61"/>
                    <a:pt x="62" y="62"/>
                    <a:pt x="60" y="62"/>
                  </a:cubicBezTo>
                  <a:cubicBezTo>
                    <a:pt x="53" y="62"/>
                    <a:pt x="42" y="55"/>
                    <a:pt x="32" y="45"/>
                  </a:cubicBezTo>
                  <a:cubicBezTo>
                    <a:pt x="18" y="31"/>
                    <a:pt x="11" y="16"/>
                    <a:pt x="16" y="11"/>
                  </a:cubicBezTo>
                  <a:cubicBezTo>
                    <a:pt x="18" y="10"/>
                    <a:pt x="19" y="9"/>
                    <a:pt x="21" y="9"/>
                  </a:cubicBezTo>
                  <a:cubicBezTo>
                    <a:pt x="27" y="9"/>
                    <a:pt x="35" y="13"/>
                    <a:pt x="43" y="20"/>
                  </a:cubicBezTo>
                  <a:cubicBezTo>
                    <a:pt x="43" y="19"/>
                    <a:pt x="43" y="19"/>
                    <a:pt x="43" y="19"/>
                  </a:cubicBezTo>
                  <a:cubicBezTo>
                    <a:pt x="43" y="20"/>
                    <a:pt x="43" y="20"/>
                    <a:pt x="43" y="20"/>
                  </a:cubicBezTo>
                  <a:cubicBezTo>
                    <a:pt x="45" y="21"/>
                    <a:pt x="46" y="23"/>
                    <a:pt x="48" y="24"/>
                  </a:cubicBezTo>
                  <a:cubicBezTo>
                    <a:pt x="51" y="20"/>
                    <a:pt x="51" y="20"/>
                    <a:pt x="51" y="20"/>
                  </a:cubicBezTo>
                  <a:cubicBezTo>
                    <a:pt x="37" y="8"/>
                    <a:pt x="23"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 name="Freeform 16"/>
            <p:cNvSpPr>
              <a:spLocks/>
            </p:cNvSpPr>
            <p:nvPr/>
          </p:nvSpPr>
          <p:spPr bwMode="auto">
            <a:xfrm>
              <a:off x="4832350" y="1141413"/>
              <a:ext cx="404813" cy="379413"/>
            </a:xfrm>
            <a:custGeom>
              <a:avLst/>
              <a:gdLst>
                <a:gd name="T0" fmla="*/ 12 w 107"/>
                <a:gd name="T1" fmla="*/ 0 h 101"/>
                <a:gd name="T2" fmla="*/ 10 w 107"/>
                <a:gd name="T3" fmla="*/ 1 h 101"/>
                <a:gd name="T4" fmla="*/ 40 w 107"/>
                <a:gd name="T5" fmla="*/ 68 h 101"/>
                <a:gd name="T6" fmla="*/ 96 w 107"/>
                <a:gd name="T7" fmla="*/ 101 h 101"/>
                <a:gd name="T8" fmla="*/ 106 w 107"/>
                <a:gd name="T9" fmla="*/ 97 h 101"/>
                <a:gd name="T10" fmla="*/ 107 w 107"/>
                <a:gd name="T11" fmla="*/ 96 h 101"/>
                <a:gd name="T12" fmla="*/ 99 w 107"/>
                <a:gd name="T13" fmla="*/ 98 h 101"/>
                <a:gd name="T14" fmla="*/ 43 w 107"/>
                <a:gd name="T15" fmla="*/ 65 h 101"/>
                <a:gd name="T16" fmla="*/ 12 w 107"/>
                <a:gd name="T17"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7" h="101">
                  <a:moveTo>
                    <a:pt x="12" y="0"/>
                  </a:moveTo>
                  <a:cubicBezTo>
                    <a:pt x="11" y="1"/>
                    <a:pt x="11" y="1"/>
                    <a:pt x="10" y="1"/>
                  </a:cubicBezTo>
                  <a:cubicBezTo>
                    <a:pt x="0" y="11"/>
                    <a:pt x="13" y="41"/>
                    <a:pt x="40" y="68"/>
                  </a:cubicBezTo>
                  <a:cubicBezTo>
                    <a:pt x="60" y="88"/>
                    <a:pt x="83" y="101"/>
                    <a:pt x="96" y="101"/>
                  </a:cubicBezTo>
                  <a:cubicBezTo>
                    <a:pt x="100" y="101"/>
                    <a:pt x="104" y="100"/>
                    <a:pt x="106" y="97"/>
                  </a:cubicBezTo>
                  <a:cubicBezTo>
                    <a:pt x="106" y="97"/>
                    <a:pt x="107" y="96"/>
                    <a:pt x="107" y="96"/>
                  </a:cubicBezTo>
                  <a:cubicBezTo>
                    <a:pt x="105" y="97"/>
                    <a:pt x="102" y="98"/>
                    <a:pt x="99" y="98"/>
                  </a:cubicBezTo>
                  <a:cubicBezTo>
                    <a:pt x="86" y="98"/>
                    <a:pt x="63" y="85"/>
                    <a:pt x="43" y="65"/>
                  </a:cubicBezTo>
                  <a:cubicBezTo>
                    <a:pt x="18" y="39"/>
                    <a:pt x="4" y="11"/>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 name="Freeform 17"/>
            <p:cNvSpPr>
              <a:spLocks/>
            </p:cNvSpPr>
            <p:nvPr/>
          </p:nvSpPr>
          <p:spPr bwMode="auto">
            <a:xfrm>
              <a:off x="4848225" y="1119188"/>
              <a:ext cx="438150" cy="384175"/>
            </a:xfrm>
            <a:custGeom>
              <a:avLst/>
              <a:gdLst>
                <a:gd name="T0" fmla="*/ 20 w 116"/>
                <a:gd name="T1" fmla="*/ 0 h 102"/>
                <a:gd name="T2" fmla="*/ 10 w 116"/>
                <a:gd name="T3" fmla="*/ 3 h 102"/>
                <a:gd name="T4" fmla="*/ 40 w 116"/>
                <a:gd name="T5" fmla="*/ 69 h 102"/>
                <a:gd name="T6" fmla="*/ 97 w 116"/>
                <a:gd name="T7" fmla="*/ 102 h 102"/>
                <a:gd name="T8" fmla="*/ 106 w 116"/>
                <a:gd name="T9" fmla="*/ 99 h 102"/>
                <a:gd name="T10" fmla="*/ 79 w 116"/>
                <a:gd name="T11" fmla="*/ 35 h 102"/>
                <a:gd name="T12" fmla="*/ 75 w 116"/>
                <a:gd name="T13" fmla="*/ 39 h 102"/>
                <a:gd name="T14" fmla="*/ 97 w 116"/>
                <a:gd name="T15" fmla="*/ 89 h 102"/>
                <a:gd name="T16" fmla="*/ 89 w 116"/>
                <a:gd name="T17" fmla="*/ 92 h 102"/>
                <a:gd name="T18" fmla="*/ 44 w 116"/>
                <a:gd name="T19" fmla="*/ 66 h 102"/>
                <a:gd name="T20" fmla="*/ 20 w 116"/>
                <a:gd name="T21" fmla="*/ 13 h 102"/>
                <a:gd name="T22" fmla="*/ 28 w 116"/>
                <a:gd name="T23" fmla="*/ 10 h 102"/>
                <a:gd name="T24" fmla="*/ 70 w 116"/>
                <a:gd name="T25" fmla="*/ 34 h 102"/>
                <a:gd name="T26" fmla="*/ 74 w 116"/>
                <a:gd name="T27" fmla="*/ 30 h 102"/>
                <a:gd name="T28" fmla="*/ 20 w 116"/>
                <a:gd name="T2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6" h="102">
                  <a:moveTo>
                    <a:pt x="20" y="0"/>
                  </a:moveTo>
                  <a:cubicBezTo>
                    <a:pt x="16" y="0"/>
                    <a:pt x="13" y="1"/>
                    <a:pt x="10" y="3"/>
                  </a:cubicBezTo>
                  <a:cubicBezTo>
                    <a:pt x="0" y="13"/>
                    <a:pt x="14" y="43"/>
                    <a:pt x="40" y="69"/>
                  </a:cubicBezTo>
                  <a:cubicBezTo>
                    <a:pt x="61" y="90"/>
                    <a:pt x="83" y="102"/>
                    <a:pt x="97" y="102"/>
                  </a:cubicBezTo>
                  <a:cubicBezTo>
                    <a:pt x="101" y="102"/>
                    <a:pt x="104" y="101"/>
                    <a:pt x="106" y="99"/>
                  </a:cubicBezTo>
                  <a:cubicBezTo>
                    <a:pt x="116" y="89"/>
                    <a:pt x="104" y="61"/>
                    <a:pt x="79" y="35"/>
                  </a:cubicBezTo>
                  <a:cubicBezTo>
                    <a:pt x="75" y="39"/>
                    <a:pt x="75" y="39"/>
                    <a:pt x="75" y="39"/>
                  </a:cubicBezTo>
                  <a:cubicBezTo>
                    <a:pt x="95" y="59"/>
                    <a:pt x="104" y="82"/>
                    <a:pt x="97" y="89"/>
                  </a:cubicBezTo>
                  <a:cubicBezTo>
                    <a:pt x="95" y="91"/>
                    <a:pt x="92" y="92"/>
                    <a:pt x="89" y="92"/>
                  </a:cubicBezTo>
                  <a:cubicBezTo>
                    <a:pt x="78" y="92"/>
                    <a:pt x="60" y="82"/>
                    <a:pt x="44" y="66"/>
                  </a:cubicBezTo>
                  <a:cubicBezTo>
                    <a:pt x="23" y="44"/>
                    <a:pt x="12" y="21"/>
                    <a:pt x="20" y="13"/>
                  </a:cubicBezTo>
                  <a:cubicBezTo>
                    <a:pt x="22" y="11"/>
                    <a:pt x="24" y="10"/>
                    <a:pt x="28" y="10"/>
                  </a:cubicBezTo>
                  <a:cubicBezTo>
                    <a:pt x="38" y="10"/>
                    <a:pt x="55" y="19"/>
                    <a:pt x="70" y="34"/>
                  </a:cubicBezTo>
                  <a:cubicBezTo>
                    <a:pt x="74" y="30"/>
                    <a:pt x="74" y="30"/>
                    <a:pt x="74" y="30"/>
                  </a:cubicBezTo>
                  <a:cubicBezTo>
                    <a:pt x="54" y="11"/>
                    <a:pt x="33" y="0"/>
                    <a:pt x="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1" name="Freeform 18"/>
            <p:cNvSpPr>
              <a:spLocks/>
            </p:cNvSpPr>
            <p:nvPr/>
          </p:nvSpPr>
          <p:spPr bwMode="auto">
            <a:xfrm>
              <a:off x="5260975" y="1028700"/>
              <a:ext cx="52388" cy="71438"/>
            </a:xfrm>
            <a:custGeom>
              <a:avLst/>
              <a:gdLst>
                <a:gd name="T0" fmla="*/ 31 w 33"/>
                <a:gd name="T1" fmla="*/ 0 h 45"/>
                <a:gd name="T2" fmla="*/ 0 w 33"/>
                <a:gd name="T3" fmla="*/ 29 h 45"/>
                <a:gd name="T4" fmla="*/ 2 w 33"/>
                <a:gd name="T5" fmla="*/ 45 h 45"/>
                <a:gd name="T6" fmla="*/ 33 w 33"/>
                <a:gd name="T7" fmla="*/ 14 h 45"/>
                <a:gd name="T8" fmla="*/ 31 w 33"/>
                <a:gd name="T9" fmla="*/ 0 h 45"/>
              </a:gdLst>
              <a:ahLst/>
              <a:cxnLst>
                <a:cxn ang="0">
                  <a:pos x="T0" y="T1"/>
                </a:cxn>
                <a:cxn ang="0">
                  <a:pos x="T2" y="T3"/>
                </a:cxn>
                <a:cxn ang="0">
                  <a:pos x="T4" y="T5"/>
                </a:cxn>
                <a:cxn ang="0">
                  <a:pos x="T6" y="T7"/>
                </a:cxn>
                <a:cxn ang="0">
                  <a:pos x="T8" y="T9"/>
                </a:cxn>
              </a:cxnLst>
              <a:rect l="0" t="0" r="r" b="b"/>
              <a:pathLst>
                <a:path w="33" h="45">
                  <a:moveTo>
                    <a:pt x="31" y="0"/>
                  </a:moveTo>
                  <a:lnTo>
                    <a:pt x="0" y="29"/>
                  </a:lnTo>
                  <a:lnTo>
                    <a:pt x="2" y="45"/>
                  </a:lnTo>
                  <a:lnTo>
                    <a:pt x="33" y="14"/>
                  </a:lnTo>
                  <a:lnTo>
                    <a:pt x="3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 name="Freeform 19"/>
            <p:cNvSpPr>
              <a:spLocks/>
            </p:cNvSpPr>
            <p:nvPr/>
          </p:nvSpPr>
          <p:spPr bwMode="auto">
            <a:xfrm>
              <a:off x="5260975" y="1028700"/>
              <a:ext cx="52388" cy="71438"/>
            </a:xfrm>
            <a:custGeom>
              <a:avLst/>
              <a:gdLst>
                <a:gd name="T0" fmla="*/ 31 w 33"/>
                <a:gd name="T1" fmla="*/ 0 h 45"/>
                <a:gd name="T2" fmla="*/ 0 w 33"/>
                <a:gd name="T3" fmla="*/ 29 h 45"/>
                <a:gd name="T4" fmla="*/ 2 w 33"/>
                <a:gd name="T5" fmla="*/ 45 h 45"/>
                <a:gd name="T6" fmla="*/ 33 w 33"/>
                <a:gd name="T7" fmla="*/ 14 h 45"/>
                <a:gd name="T8" fmla="*/ 31 w 33"/>
                <a:gd name="T9" fmla="*/ 0 h 45"/>
              </a:gdLst>
              <a:ahLst/>
              <a:cxnLst>
                <a:cxn ang="0">
                  <a:pos x="T0" y="T1"/>
                </a:cxn>
                <a:cxn ang="0">
                  <a:pos x="T2" y="T3"/>
                </a:cxn>
                <a:cxn ang="0">
                  <a:pos x="T4" y="T5"/>
                </a:cxn>
                <a:cxn ang="0">
                  <a:pos x="T6" y="T7"/>
                </a:cxn>
                <a:cxn ang="0">
                  <a:pos x="T8" y="T9"/>
                </a:cxn>
              </a:cxnLst>
              <a:rect l="0" t="0" r="r" b="b"/>
              <a:pathLst>
                <a:path w="33" h="45">
                  <a:moveTo>
                    <a:pt x="31" y="0"/>
                  </a:moveTo>
                  <a:lnTo>
                    <a:pt x="0" y="29"/>
                  </a:lnTo>
                  <a:lnTo>
                    <a:pt x="2" y="45"/>
                  </a:lnTo>
                  <a:lnTo>
                    <a:pt x="33" y="14"/>
                  </a:lnTo>
                  <a:lnTo>
                    <a:pt x="31"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 name="Freeform 20"/>
            <p:cNvSpPr>
              <a:spLocks/>
            </p:cNvSpPr>
            <p:nvPr/>
          </p:nvSpPr>
          <p:spPr bwMode="auto">
            <a:xfrm>
              <a:off x="5283200" y="1066800"/>
              <a:ext cx="71438" cy="52388"/>
            </a:xfrm>
            <a:custGeom>
              <a:avLst/>
              <a:gdLst>
                <a:gd name="T0" fmla="*/ 31 w 45"/>
                <a:gd name="T1" fmla="*/ 0 h 33"/>
                <a:gd name="T2" fmla="*/ 0 w 45"/>
                <a:gd name="T3" fmla="*/ 31 h 33"/>
                <a:gd name="T4" fmla="*/ 14 w 45"/>
                <a:gd name="T5" fmla="*/ 33 h 33"/>
                <a:gd name="T6" fmla="*/ 45 w 45"/>
                <a:gd name="T7" fmla="*/ 2 h 33"/>
                <a:gd name="T8" fmla="*/ 31 w 45"/>
                <a:gd name="T9" fmla="*/ 0 h 33"/>
              </a:gdLst>
              <a:ahLst/>
              <a:cxnLst>
                <a:cxn ang="0">
                  <a:pos x="T0" y="T1"/>
                </a:cxn>
                <a:cxn ang="0">
                  <a:pos x="T2" y="T3"/>
                </a:cxn>
                <a:cxn ang="0">
                  <a:pos x="T4" y="T5"/>
                </a:cxn>
                <a:cxn ang="0">
                  <a:pos x="T6" y="T7"/>
                </a:cxn>
                <a:cxn ang="0">
                  <a:pos x="T8" y="T9"/>
                </a:cxn>
              </a:cxnLst>
              <a:rect l="0" t="0" r="r" b="b"/>
              <a:pathLst>
                <a:path w="45" h="33">
                  <a:moveTo>
                    <a:pt x="31" y="0"/>
                  </a:moveTo>
                  <a:lnTo>
                    <a:pt x="0" y="31"/>
                  </a:lnTo>
                  <a:lnTo>
                    <a:pt x="14" y="33"/>
                  </a:lnTo>
                  <a:lnTo>
                    <a:pt x="45" y="2"/>
                  </a:lnTo>
                  <a:lnTo>
                    <a:pt x="3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 name="Freeform 21"/>
            <p:cNvSpPr>
              <a:spLocks/>
            </p:cNvSpPr>
            <p:nvPr/>
          </p:nvSpPr>
          <p:spPr bwMode="auto">
            <a:xfrm>
              <a:off x="5283200" y="1066800"/>
              <a:ext cx="71438" cy="52388"/>
            </a:xfrm>
            <a:custGeom>
              <a:avLst/>
              <a:gdLst>
                <a:gd name="T0" fmla="*/ 31 w 45"/>
                <a:gd name="T1" fmla="*/ 0 h 33"/>
                <a:gd name="T2" fmla="*/ 0 w 45"/>
                <a:gd name="T3" fmla="*/ 31 h 33"/>
                <a:gd name="T4" fmla="*/ 14 w 45"/>
                <a:gd name="T5" fmla="*/ 33 h 33"/>
                <a:gd name="T6" fmla="*/ 45 w 45"/>
                <a:gd name="T7" fmla="*/ 2 h 33"/>
                <a:gd name="T8" fmla="*/ 31 w 45"/>
                <a:gd name="T9" fmla="*/ 0 h 33"/>
              </a:gdLst>
              <a:ahLst/>
              <a:cxnLst>
                <a:cxn ang="0">
                  <a:pos x="T0" y="T1"/>
                </a:cxn>
                <a:cxn ang="0">
                  <a:pos x="T2" y="T3"/>
                </a:cxn>
                <a:cxn ang="0">
                  <a:pos x="T4" y="T5"/>
                </a:cxn>
                <a:cxn ang="0">
                  <a:pos x="T6" y="T7"/>
                </a:cxn>
                <a:cxn ang="0">
                  <a:pos x="T8" y="T9"/>
                </a:cxn>
              </a:cxnLst>
              <a:rect l="0" t="0" r="r" b="b"/>
              <a:pathLst>
                <a:path w="45" h="33">
                  <a:moveTo>
                    <a:pt x="31" y="0"/>
                  </a:moveTo>
                  <a:lnTo>
                    <a:pt x="0" y="31"/>
                  </a:lnTo>
                  <a:lnTo>
                    <a:pt x="14" y="33"/>
                  </a:lnTo>
                  <a:lnTo>
                    <a:pt x="45" y="2"/>
                  </a:lnTo>
                  <a:lnTo>
                    <a:pt x="31"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 name="Freeform 22"/>
            <p:cNvSpPr>
              <a:spLocks/>
            </p:cNvSpPr>
            <p:nvPr/>
          </p:nvSpPr>
          <p:spPr bwMode="auto">
            <a:xfrm>
              <a:off x="4987925" y="1235075"/>
              <a:ext cx="166688" cy="147638"/>
            </a:xfrm>
            <a:custGeom>
              <a:avLst/>
              <a:gdLst>
                <a:gd name="T0" fmla="*/ 8 w 44"/>
                <a:gd name="T1" fmla="*/ 0 h 39"/>
                <a:gd name="T2" fmla="*/ 4 w 44"/>
                <a:gd name="T3" fmla="*/ 1 h 39"/>
                <a:gd name="T4" fmla="*/ 15 w 44"/>
                <a:gd name="T5" fmla="*/ 26 h 39"/>
                <a:gd name="T6" fmla="*/ 37 w 44"/>
                <a:gd name="T7" fmla="*/ 39 h 39"/>
                <a:gd name="T8" fmla="*/ 41 w 44"/>
                <a:gd name="T9" fmla="*/ 37 h 39"/>
                <a:gd name="T10" fmla="*/ 35 w 44"/>
                <a:gd name="T11" fmla="*/ 19 h 39"/>
                <a:gd name="T12" fmla="*/ 25 w 44"/>
                <a:gd name="T13" fmla="*/ 22 h 39"/>
                <a:gd name="T14" fmla="*/ 20 w 44"/>
                <a:gd name="T15" fmla="*/ 17 h 39"/>
                <a:gd name="T16" fmla="*/ 23 w 44"/>
                <a:gd name="T17" fmla="*/ 7 h 39"/>
                <a:gd name="T18" fmla="*/ 8 w 44"/>
                <a:gd name="T19"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39">
                  <a:moveTo>
                    <a:pt x="8" y="0"/>
                  </a:moveTo>
                  <a:cubicBezTo>
                    <a:pt x="6" y="0"/>
                    <a:pt x="5" y="0"/>
                    <a:pt x="4" y="1"/>
                  </a:cubicBezTo>
                  <a:cubicBezTo>
                    <a:pt x="0" y="5"/>
                    <a:pt x="5" y="16"/>
                    <a:pt x="15" y="26"/>
                  </a:cubicBezTo>
                  <a:cubicBezTo>
                    <a:pt x="23" y="34"/>
                    <a:pt x="32" y="39"/>
                    <a:pt x="37" y="39"/>
                  </a:cubicBezTo>
                  <a:cubicBezTo>
                    <a:pt x="38" y="39"/>
                    <a:pt x="40" y="38"/>
                    <a:pt x="41" y="37"/>
                  </a:cubicBezTo>
                  <a:cubicBezTo>
                    <a:pt x="44" y="34"/>
                    <a:pt x="41" y="27"/>
                    <a:pt x="35" y="19"/>
                  </a:cubicBezTo>
                  <a:cubicBezTo>
                    <a:pt x="25" y="22"/>
                    <a:pt x="25" y="22"/>
                    <a:pt x="25" y="22"/>
                  </a:cubicBezTo>
                  <a:cubicBezTo>
                    <a:pt x="20" y="17"/>
                    <a:pt x="20" y="17"/>
                    <a:pt x="20" y="17"/>
                  </a:cubicBezTo>
                  <a:cubicBezTo>
                    <a:pt x="23" y="7"/>
                    <a:pt x="23" y="7"/>
                    <a:pt x="23" y="7"/>
                  </a:cubicBezTo>
                  <a:cubicBezTo>
                    <a:pt x="17" y="2"/>
                    <a:pt x="11"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 name="Freeform 23"/>
            <p:cNvSpPr>
              <a:spLocks/>
            </p:cNvSpPr>
            <p:nvPr/>
          </p:nvSpPr>
          <p:spPr bwMode="auto">
            <a:xfrm>
              <a:off x="5067300" y="1055688"/>
              <a:ext cx="261938" cy="255588"/>
            </a:xfrm>
            <a:custGeom>
              <a:avLst/>
              <a:gdLst>
                <a:gd name="T0" fmla="*/ 158 w 165"/>
                <a:gd name="T1" fmla="*/ 0 h 161"/>
                <a:gd name="T2" fmla="*/ 14 w 165"/>
                <a:gd name="T3" fmla="*/ 140 h 161"/>
                <a:gd name="T4" fmla="*/ 7 w 165"/>
                <a:gd name="T5" fmla="*/ 128 h 161"/>
                <a:gd name="T6" fmla="*/ 0 w 165"/>
                <a:gd name="T7" fmla="*/ 151 h 161"/>
                <a:gd name="T8" fmla="*/ 10 w 165"/>
                <a:gd name="T9" fmla="*/ 161 h 161"/>
                <a:gd name="T10" fmla="*/ 34 w 165"/>
                <a:gd name="T11" fmla="*/ 154 h 161"/>
                <a:gd name="T12" fmla="*/ 22 w 165"/>
                <a:gd name="T13" fmla="*/ 147 h 161"/>
                <a:gd name="T14" fmla="*/ 165 w 165"/>
                <a:gd name="T15" fmla="*/ 7 h 161"/>
                <a:gd name="T16" fmla="*/ 158 w 165"/>
                <a:gd name="T17"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5" h="161">
                  <a:moveTo>
                    <a:pt x="158" y="0"/>
                  </a:moveTo>
                  <a:lnTo>
                    <a:pt x="14" y="140"/>
                  </a:lnTo>
                  <a:lnTo>
                    <a:pt x="7" y="128"/>
                  </a:lnTo>
                  <a:lnTo>
                    <a:pt x="0" y="151"/>
                  </a:lnTo>
                  <a:lnTo>
                    <a:pt x="10" y="161"/>
                  </a:lnTo>
                  <a:lnTo>
                    <a:pt x="34" y="154"/>
                  </a:lnTo>
                  <a:lnTo>
                    <a:pt x="22" y="147"/>
                  </a:lnTo>
                  <a:lnTo>
                    <a:pt x="165" y="7"/>
                  </a:lnTo>
                  <a:lnTo>
                    <a:pt x="15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 name="Freeform 24"/>
            <p:cNvSpPr>
              <a:spLocks/>
            </p:cNvSpPr>
            <p:nvPr/>
          </p:nvSpPr>
          <p:spPr bwMode="auto">
            <a:xfrm>
              <a:off x="5067300" y="1055688"/>
              <a:ext cx="261938" cy="255588"/>
            </a:xfrm>
            <a:custGeom>
              <a:avLst/>
              <a:gdLst>
                <a:gd name="T0" fmla="*/ 158 w 165"/>
                <a:gd name="T1" fmla="*/ 0 h 161"/>
                <a:gd name="T2" fmla="*/ 14 w 165"/>
                <a:gd name="T3" fmla="*/ 140 h 161"/>
                <a:gd name="T4" fmla="*/ 7 w 165"/>
                <a:gd name="T5" fmla="*/ 128 h 161"/>
                <a:gd name="T6" fmla="*/ 0 w 165"/>
                <a:gd name="T7" fmla="*/ 151 h 161"/>
                <a:gd name="T8" fmla="*/ 10 w 165"/>
                <a:gd name="T9" fmla="*/ 161 h 161"/>
                <a:gd name="T10" fmla="*/ 34 w 165"/>
                <a:gd name="T11" fmla="*/ 154 h 161"/>
                <a:gd name="T12" fmla="*/ 22 w 165"/>
                <a:gd name="T13" fmla="*/ 147 h 161"/>
                <a:gd name="T14" fmla="*/ 165 w 165"/>
                <a:gd name="T15" fmla="*/ 7 h 161"/>
                <a:gd name="T16" fmla="*/ 158 w 165"/>
                <a:gd name="T17"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5" h="161">
                  <a:moveTo>
                    <a:pt x="158" y="0"/>
                  </a:moveTo>
                  <a:lnTo>
                    <a:pt x="14" y="140"/>
                  </a:lnTo>
                  <a:lnTo>
                    <a:pt x="7" y="128"/>
                  </a:lnTo>
                  <a:lnTo>
                    <a:pt x="0" y="151"/>
                  </a:lnTo>
                  <a:lnTo>
                    <a:pt x="10" y="161"/>
                  </a:lnTo>
                  <a:lnTo>
                    <a:pt x="34" y="154"/>
                  </a:lnTo>
                  <a:lnTo>
                    <a:pt x="22" y="147"/>
                  </a:lnTo>
                  <a:lnTo>
                    <a:pt x="165" y="7"/>
                  </a:lnTo>
                  <a:lnTo>
                    <a:pt x="15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98" name="组合 58"/>
          <p:cNvGrpSpPr/>
          <p:nvPr/>
        </p:nvGrpSpPr>
        <p:grpSpPr>
          <a:xfrm>
            <a:off x="4677823" y="3691937"/>
            <a:ext cx="606133" cy="793747"/>
            <a:chOff x="4957763" y="3495675"/>
            <a:chExt cx="333375" cy="436563"/>
          </a:xfrm>
          <a:solidFill>
            <a:schemeClr val="bg1"/>
          </a:solidFill>
        </p:grpSpPr>
        <p:sp>
          <p:nvSpPr>
            <p:cNvPr id="99" name="Freeform 25"/>
            <p:cNvSpPr>
              <a:spLocks noEditPoints="1"/>
            </p:cNvSpPr>
            <p:nvPr/>
          </p:nvSpPr>
          <p:spPr bwMode="auto">
            <a:xfrm>
              <a:off x="4957763" y="3495675"/>
              <a:ext cx="333375" cy="436563"/>
            </a:xfrm>
            <a:custGeom>
              <a:avLst/>
              <a:gdLst>
                <a:gd name="T0" fmla="*/ 33 w 88"/>
                <a:gd name="T1" fmla="*/ 8 h 116"/>
                <a:gd name="T2" fmla="*/ 38 w 88"/>
                <a:gd name="T3" fmla="*/ 6 h 116"/>
                <a:gd name="T4" fmla="*/ 42 w 88"/>
                <a:gd name="T5" fmla="*/ 7 h 116"/>
                <a:gd name="T6" fmla="*/ 46 w 88"/>
                <a:gd name="T7" fmla="*/ 6 h 116"/>
                <a:gd name="T8" fmla="*/ 51 w 88"/>
                <a:gd name="T9" fmla="*/ 9 h 116"/>
                <a:gd name="T10" fmla="*/ 57 w 88"/>
                <a:gd name="T11" fmla="*/ 12 h 116"/>
                <a:gd name="T12" fmla="*/ 60 w 88"/>
                <a:gd name="T13" fmla="*/ 17 h 116"/>
                <a:gd name="T14" fmla="*/ 62 w 88"/>
                <a:gd name="T15" fmla="*/ 22 h 116"/>
                <a:gd name="T16" fmla="*/ 61 w 88"/>
                <a:gd name="T17" fmla="*/ 28 h 116"/>
                <a:gd name="T18" fmla="*/ 49 w 88"/>
                <a:gd name="T19" fmla="*/ 41 h 116"/>
                <a:gd name="T20" fmla="*/ 52 w 88"/>
                <a:gd name="T21" fmla="*/ 46 h 116"/>
                <a:gd name="T22" fmla="*/ 50 w 88"/>
                <a:gd name="T23" fmla="*/ 48 h 116"/>
                <a:gd name="T24" fmla="*/ 47 w 88"/>
                <a:gd name="T25" fmla="*/ 48 h 116"/>
                <a:gd name="T26" fmla="*/ 43 w 88"/>
                <a:gd name="T27" fmla="*/ 41 h 116"/>
                <a:gd name="T28" fmla="*/ 38 w 88"/>
                <a:gd name="T29" fmla="*/ 36 h 116"/>
                <a:gd name="T30" fmla="*/ 34 w 88"/>
                <a:gd name="T31" fmla="*/ 37 h 116"/>
                <a:gd name="T32" fmla="*/ 28 w 88"/>
                <a:gd name="T33" fmla="*/ 33 h 116"/>
                <a:gd name="T34" fmla="*/ 23 w 88"/>
                <a:gd name="T35" fmla="*/ 33 h 116"/>
                <a:gd name="T36" fmla="*/ 14 w 88"/>
                <a:gd name="T37" fmla="*/ 25 h 116"/>
                <a:gd name="T38" fmla="*/ 16 w 88"/>
                <a:gd name="T39" fmla="*/ 18 h 116"/>
                <a:gd name="T40" fmla="*/ 20 w 88"/>
                <a:gd name="T41" fmla="*/ 14 h 116"/>
                <a:gd name="T42" fmla="*/ 25 w 88"/>
                <a:gd name="T43" fmla="*/ 10 h 116"/>
                <a:gd name="T44" fmla="*/ 27 w 88"/>
                <a:gd name="T45" fmla="*/ 10 h 116"/>
                <a:gd name="T46" fmla="*/ 31 w 88"/>
                <a:gd name="T47" fmla="*/ 7 h 116"/>
                <a:gd name="T48" fmla="*/ 33 w 88"/>
                <a:gd name="T49" fmla="*/ 8 h 116"/>
                <a:gd name="T50" fmla="*/ 39 w 88"/>
                <a:gd name="T51" fmla="*/ 0 h 116"/>
                <a:gd name="T52" fmla="*/ 5 w 88"/>
                <a:gd name="T53" fmla="*/ 27 h 116"/>
                <a:gd name="T54" fmla="*/ 3 w 88"/>
                <a:gd name="T55" fmla="*/ 34 h 116"/>
                <a:gd name="T56" fmla="*/ 5 w 88"/>
                <a:gd name="T57" fmla="*/ 38 h 116"/>
                <a:gd name="T58" fmla="*/ 1 w 88"/>
                <a:gd name="T59" fmla="*/ 51 h 116"/>
                <a:gd name="T60" fmla="*/ 2 w 88"/>
                <a:gd name="T61" fmla="*/ 55 h 116"/>
                <a:gd name="T62" fmla="*/ 7 w 88"/>
                <a:gd name="T63" fmla="*/ 55 h 116"/>
                <a:gd name="T64" fmla="*/ 6 w 88"/>
                <a:gd name="T65" fmla="*/ 58 h 116"/>
                <a:gd name="T66" fmla="*/ 9 w 88"/>
                <a:gd name="T67" fmla="*/ 61 h 116"/>
                <a:gd name="T68" fmla="*/ 7 w 88"/>
                <a:gd name="T69" fmla="*/ 64 h 116"/>
                <a:gd name="T70" fmla="*/ 9 w 88"/>
                <a:gd name="T71" fmla="*/ 67 h 116"/>
                <a:gd name="T72" fmla="*/ 9 w 88"/>
                <a:gd name="T73" fmla="*/ 73 h 116"/>
                <a:gd name="T74" fmla="*/ 14 w 88"/>
                <a:gd name="T75" fmla="*/ 77 h 116"/>
                <a:gd name="T76" fmla="*/ 25 w 88"/>
                <a:gd name="T77" fmla="*/ 79 h 116"/>
                <a:gd name="T78" fmla="*/ 31 w 88"/>
                <a:gd name="T79" fmla="*/ 97 h 116"/>
                <a:gd name="T80" fmla="*/ 21 w 88"/>
                <a:gd name="T81" fmla="*/ 116 h 116"/>
                <a:gd name="T82" fmla="*/ 88 w 88"/>
                <a:gd name="T83" fmla="*/ 116 h 116"/>
                <a:gd name="T84" fmla="*/ 74 w 88"/>
                <a:gd name="T85" fmla="*/ 85 h 116"/>
                <a:gd name="T86" fmla="*/ 68 w 88"/>
                <a:gd name="T87" fmla="*/ 47 h 116"/>
                <a:gd name="T88" fmla="*/ 43 w 88"/>
                <a:gd name="T89" fmla="*/ 0 h 116"/>
                <a:gd name="T90" fmla="*/ 39 w 88"/>
                <a:gd name="T9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8" h="116">
                  <a:moveTo>
                    <a:pt x="33" y="8"/>
                  </a:moveTo>
                  <a:cubicBezTo>
                    <a:pt x="33" y="8"/>
                    <a:pt x="35" y="6"/>
                    <a:pt x="38" y="6"/>
                  </a:cubicBezTo>
                  <a:cubicBezTo>
                    <a:pt x="39" y="6"/>
                    <a:pt x="40" y="7"/>
                    <a:pt x="42" y="7"/>
                  </a:cubicBezTo>
                  <a:cubicBezTo>
                    <a:pt x="42" y="7"/>
                    <a:pt x="44" y="6"/>
                    <a:pt x="46" y="6"/>
                  </a:cubicBezTo>
                  <a:cubicBezTo>
                    <a:pt x="48" y="6"/>
                    <a:pt x="50" y="7"/>
                    <a:pt x="51" y="9"/>
                  </a:cubicBezTo>
                  <a:cubicBezTo>
                    <a:pt x="51" y="9"/>
                    <a:pt x="57" y="10"/>
                    <a:pt x="57" y="12"/>
                  </a:cubicBezTo>
                  <a:cubicBezTo>
                    <a:pt x="57" y="12"/>
                    <a:pt x="61" y="14"/>
                    <a:pt x="60" y="17"/>
                  </a:cubicBezTo>
                  <a:cubicBezTo>
                    <a:pt x="60" y="17"/>
                    <a:pt x="64" y="19"/>
                    <a:pt x="62" y="22"/>
                  </a:cubicBezTo>
                  <a:cubicBezTo>
                    <a:pt x="62" y="22"/>
                    <a:pt x="66" y="26"/>
                    <a:pt x="61" y="28"/>
                  </a:cubicBezTo>
                  <a:cubicBezTo>
                    <a:pt x="63" y="30"/>
                    <a:pt x="66" y="39"/>
                    <a:pt x="49" y="41"/>
                  </a:cubicBezTo>
                  <a:cubicBezTo>
                    <a:pt x="52" y="46"/>
                    <a:pt x="52" y="46"/>
                    <a:pt x="52" y="46"/>
                  </a:cubicBezTo>
                  <a:cubicBezTo>
                    <a:pt x="52" y="46"/>
                    <a:pt x="51" y="48"/>
                    <a:pt x="50" y="48"/>
                  </a:cubicBezTo>
                  <a:cubicBezTo>
                    <a:pt x="49" y="48"/>
                    <a:pt x="48" y="48"/>
                    <a:pt x="47" y="48"/>
                  </a:cubicBezTo>
                  <a:cubicBezTo>
                    <a:pt x="43" y="41"/>
                    <a:pt x="43" y="41"/>
                    <a:pt x="43" y="41"/>
                  </a:cubicBezTo>
                  <a:cubicBezTo>
                    <a:pt x="43" y="41"/>
                    <a:pt x="38" y="39"/>
                    <a:pt x="38" y="36"/>
                  </a:cubicBezTo>
                  <a:cubicBezTo>
                    <a:pt x="38" y="36"/>
                    <a:pt x="36" y="37"/>
                    <a:pt x="34" y="37"/>
                  </a:cubicBezTo>
                  <a:cubicBezTo>
                    <a:pt x="32" y="37"/>
                    <a:pt x="29" y="36"/>
                    <a:pt x="28" y="33"/>
                  </a:cubicBezTo>
                  <a:cubicBezTo>
                    <a:pt x="28" y="33"/>
                    <a:pt x="26" y="33"/>
                    <a:pt x="23" y="33"/>
                  </a:cubicBezTo>
                  <a:cubicBezTo>
                    <a:pt x="19" y="33"/>
                    <a:pt x="14" y="32"/>
                    <a:pt x="14" y="25"/>
                  </a:cubicBezTo>
                  <a:cubicBezTo>
                    <a:pt x="14" y="25"/>
                    <a:pt x="13" y="20"/>
                    <a:pt x="16" y="18"/>
                  </a:cubicBezTo>
                  <a:cubicBezTo>
                    <a:pt x="16" y="18"/>
                    <a:pt x="16" y="14"/>
                    <a:pt x="20" y="14"/>
                  </a:cubicBezTo>
                  <a:cubicBezTo>
                    <a:pt x="20" y="14"/>
                    <a:pt x="21" y="10"/>
                    <a:pt x="25" y="10"/>
                  </a:cubicBezTo>
                  <a:cubicBezTo>
                    <a:pt x="26" y="10"/>
                    <a:pt x="26" y="10"/>
                    <a:pt x="27" y="10"/>
                  </a:cubicBezTo>
                  <a:cubicBezTo>
                    <a:pt x="27" y="10"/>
                    <a:pt x="28" y="7"/>
                    <a:pt x="31" y="7"/>
                  </a:cubicBezTo>
                  <a:cubicBezTo>
                    <a:pt x="32" y="7"/>
                    <a:pt x="33" y="7"/>
                    <a:pt x="33" y="8"/>
                  </a:cubicBezTo>
                  <a:moveTo>
                    <a:pt x="39" y="0"/>
                  </a:moveTo>
                  <a:cubicBezTo>
                    <a:pt x="28" y="0"/>
                    <a:pt x="5" y="6"/>
                    <a:pt x="5" y="27"/>
                  </a:cubicBezTo>
                  <a:cubicBezTo>
                    <a:pt x="4" y="29"/>
                    <a:pt x="4" y="31"/>
                    <a:pt x="3" y="34"/>
                  </a:cubicBezTo>
                  <a:cubicBezTo>
                    <a:pt x="3" y="34"/>
                    <a:pt x="3" y="35"/>
                    <a:pt x="5" y="38"/>
                  </a:cubicBezTo>
                  <a:cubicBezTo>
                    <a:pt x="1" y="51"/>
                    <a:pt x="1" y="51"/>
                    <a:pt x="1" y="51"/>
                  </a:cubicBezTo>
                  <a:cubicBezTo>
                    <a:pt x="1" y="51"/>
                    <a:pt x="0" y="54"/>
                    <a:pt x="2" y="55"/>
                  </a:cubicBezTo>
                  <a:cubicBezTo>
                    <a:pt x="7" y="55"/>
                    <a:pt x="7" y="55"/>
                    <a:pt x="7" y="55"/>
                  </a:cubicBezTo>
                  <a:cubicBezTo>
                    <a:pt x="6" y="58"/>
                    <a:pt x="6" y="58"/>
                    <a:pt x="6" y="58"/>
                  </a:cubicBezTo>
                  <a:cubicBezTo>
                    <a:pt x="6" y="58"/>
                    <a:pt x="6" y="60"/>
                    <a:pt x="9" y="61"/>
                  </a:cubicBezTo>
                  <a:cubicBezTo>
                    <a:pt x="9" y="61"/>
                    <a:pt x="6" y="63"/>
                    <a:pt x="7" y="64"/>
                  </a:cubicBezTo>
                  <a:cubicBezTo>
                    <a:pt x="9" y="67"/>
                    <a:pt x="9" y="67"/>
                    <a:pt x="9" y="67"/>
                  </a:cubicBezTo>
                  <a:cubicBezTo>
                    <a:pt x="9" y="67"/>
                    <a:pt x="8" y="71"/>
                    <a:pt x="9" y="73"/>
                  </a:cubicBezTo>
                  <a:cubicBezTo>
                    <a:pt x="9" y="73"/>
                    <a:pt x="10" y="76"/>
                    <a:pt x="14" y="77"/>
                  </a:cubicBezTo>
                  <a:cubicBezTo>
                    <a:pt x="14" y="77"/>
                    <a:pt x="24" y="78"/>
                    <a:pt x="25" y="79"/>
                  </a:cubicBezTo>
                  <a:cubicBezTo>
                    <a:pt x="28" y="80"/>
                    <a:pt x="33" y="95"/>
                    <a:pt x="31" y="97"/>
                  </a:cubicBezTo>
                  <a:cubicBezTo>
                    <a:pt x="29" y="99"/>
                    <a:pt x="23" y="107"/>
                    <a:pt x="21" y="116"/>
                  </a:cubicBezTo>
                  <a:cubicBezTo>
                    <a:pt x="88" y="116"/>
                    <a:pt x="88" y="116"/>
                    <a:pt x="88" y="116"/>
                  </a:cubicBezTo>
                  <a:cubicBezTo>
                    <a:pt x="88" y="116"/>
                    <a:pt x="87" y="101"/>
                    <a:pt x="74" y="85"/>
                  </a:cubicBezTo>
                  <a:cubicBezTo>
                    <a:pt x="74" y="85"/>
                    <a:pt x="62" y="69"/>
                    <a:pt x="68" y="47"/>
                  </a:cubicBezTo>
                  <a:cubicBezTo>
                    <a:pt x="68" y="47"/>
                    <a:pt x="84" y="6"/>
                    <a:pt x="43" y="0"/>
                  </a:cubicBezTo>
                  <a:cubicBezTo>
                    <a:pt x="42" y="0"/>
                    <a:pt x="41" y="0"/>
                    <a:pt x="39" y="0"/>
                  </a:cubicBezTo>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 name="Freeform 26"/>
            <p:cNvSpPr>
              <a:spLocks/>
            </p:cNvSpPr>
            <p:nvPr/>
          </p:nvSpPr>
          <p:spPr bwMode="auto">
            <a:xfrm>
              <a:off x="5006975" y="3517900"/>
              <a:ext cx="200025" cy="158750"/>
            </a:xfrm>
            <a:custGeom>
              <a:avLst/>
              <a:gdLst>
                <a:gd name="T0" fmla="*/ 25 w 53"/>
                <a:gd name="T1" fmla="*/ 0 h 42"/>
                <a:gd name="T2" fmla="*/ 20 w 53"/>
                <a:gd name="T3" fmla="*/ 2 h 42"/>
                <a:gd name="T4" fmla="*/ 18 w 53"/>
                <a:gd name="T5" fmla="*/ 1 h 42"/>
                <a:gd name="T6" fmla="*/ 14 w 53"/>
                <a:gd name="T7" fmla="*/ 4 h 42"/>
                <a:gd name="T8" fmla="*/ 12 w 53"/>
                <a:gd name="T9" fmla="*/ 4 h 42"/>
                <a:gd name="T10" fmla="*/ 7 w 53"/>
                <a:gd name="T11" fmla="*/ 8 h 42"/>
                <a:gd name="T12" fmla="*/ 3 w 53"/>
                <a:gd name="T13" fmla="*/ 12 h 42"/>
                <a:gd name="T14" fmla="*/ 1 w 53"/>
                <a:gd name="T15" fmla="*/ 19 h 42"/>
                <a:gd name="T16" fmla="*/ 10 w 53"/>
                <a:gd name="T17" fmla="*/ 27 h 42"/>
                <a:gd name="T18" fmla="*/ 15 w 53"/>
                <a:gd name="T19" fmla="*/ 27 h 42"/>
                <a:gd name="T20" fmla="*/ 21 w 53"/>
                <a:gd name="T21" fmla="*/ 31 h 42"/>
                <a:gd name="T22" fmla="*/ 25 w 53"/>
                <a:gd name="T23" fmla="*/ 30 h 42"/>
                <a:gd name="T24" fmla="*/ 30 w 53"/>
                <a:gd name="T25" fmla="*/ 35 h 42"/>
                <a:gd name="T26" fmla="*/ 34 w 53"/>
                <a:gd name="T27" fmla="*/ 42 h 42"/>
                <a:gd name="T28" fmla="*/ 37 w 53"/>
                <a:gd name="T29" fmla="*/ 42 h 42"/>
                <a:gd name="T30" fmla="*/ 39 w 53"/>
                <a:gd name="T31" fmla="*/ 40 h 42"/>
                <a:gd name="T32" fmla="*/ 36 w 53"/>
                <a:gd name="T33" fmla="*/ 35 h 42"/>
                <a:gd name="T34" fmla="*/ 48 w 53"/>
                <a:gd name="T35" fmla="*/ 22 h 42"/>
                <a:gd name="T36" fmla="*/ 49 w 53"/>
                <a:gd name="T37" fmla="*/ 16 h 42"/>
                <a:gd name="T38" fmla="*/ 47 w 53"/>
                <a:gd name="T39" fmla="*/ 11 h 42"/>
                <a:gd name="T40" fmla="*/ 44 w 53"/>
                <a:gd name="T41" fmla="*/ 6 h 42"/>
                <a:gd name="T42" fmla="*/ 38 w 53"/>
                <a:gd name="T43" fmla="*/ 3 h 42"/>
                <a:gd name="T44" fmla="*/ 33 w 53"/>
                <a:gd name="T45" fmla="*/ 0 h 42"/>
                <a:gd name="T46" fmla="*/ 29 w 53"/>
                <a:gd name="T47" fmla="*/ 1 h 42"/>
                <a:gd name="T48" fmla="*/ 25 w 53"/>
                <a:gd name="T49"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 h="42">
                  <a:moveTo>
                    <a:pt x="25" y="0"/>
                  </a:moveTo>
                  <a:cubicBezTo>
                    <a:pt x="22" y="0"/>
                    <a:pt x="20" y="2"/>
                    <a:pt x="20" y="2"/>
                  </a:cubicBezTo>
                  <a:cubicBezTo>
                    <a:pt x="20" y="1"/>
                    <a:pt x="19" y="1"/>
                    <a:pt x="18" y="1"/>
                  </a:cubicBezTo>
                  <a:cubicBezTo>
                    <a:pt x="15" y="1"/>
                    <a:pt x="14" y="4"/>
                    <a:pt x="14" y="4"/>
                  </a:cubicBezTo>
                  <a:cubicBezTo>
                    <a:pt x="13" y="4"/>
                    <a:pt x="13" y="4"/>
                    <a:pt x="12" y="4"/>
                  </a:cubicBezTo>
                  <a:cubicBezTo>
                    <a:pt x="8" y="4"/>
                    <a:pt x="7" y="8"/>
                    <a:pt x="7" y="8"/>
                  </a:cubicBezTo>
                  <a:cubicBezTo>
                    <a:pt x="3" y="8"/>
                    <a:pt x="3" y="12"/>
                    <a:pt x="3" y="12"/>
                  </a:cubicBezTo>
                  <a:cubicBezTo>
                    <a:pt x="0" y="14"/>
                    <a:pt x="1" y="19"/>
                    <a:pt x="1" y="19"/>
                  </a:cubicBezTo>
                  <a:cubicBezTo>
                    <a:pt x="1" y="26"/>
                    <a:pt x="6" y="27"/>
                    <a:pt x="10" y="27"/>
                  </a:cubicBezTo>
                  <a:cubicBezTo>
                    <a:pt x="13" y="27"/>
                    <a:pt x="15" y="27"/>
                    <a:pt x="15" y="27"/>
                  </a:cubicBezTo>
                  <a:cubicBezTo>
                    <a:pt x="16" y="30"/>
                    <a:pt x="19" y="31"/>
                    <a:pt x="21" y="31"/>
                  </a:cubicBezTo>
                  <a:cubicBezTo>
                    <a:pt x="23" y="31"/>
                    <a:pt x="25" y="30"/>
                    <a:pt x="25" y="30"/>
                  </a:cubicBezTo>
                  <a:cubicBezTo>
                    <a:pt x="25" y="33"/>
                    <a:pt x="30" y="35"/>
                    <a:pt x="30" y="35"/>
                  </a:cubicBezTo>
                  <a:cubicBezTo>
                    <a:pt x="34" y="42"/>
                    <a:pt x="34" y="42"/>
                    <a:pt x="34" y="42"/>
                  </a:cubicBezTo>
                  <a:cubicBezTo>
                    <a:pt x="35" y="42"/>
                    <a:pt x="36" y="42"/>
                    <a:pt x="37" y="42"/>
                  </a:cubicBezTo>
                  <a:cubicBezTo>
                    <a:pt x="38" y="42"/>
                    <a:pt x="39" y="40"/>
                    <a:pt x="39" y="40"/>
                  </a:cubicBezTo>
                  <a:cubicBezTo>
                    <a:pt x="36" y="35"/>
                    <a:pt x="36" y="35"/>
                    <a:pt x="36" y="35"/>
                  </a:cubicBezTo>
                  <a:cubicBezTo>
                    <a:pt x="53" y="33"/>
                    <a:pt x="50" y="24"/>
                    <a:pt x="48" y="22"/>
                  </a:cubicBezTo>
                  <a:cubicBezTo>
                    <a:pt x="53" y="20"/>
                    <a:pt x="49" y="16"/>
                    <a:pt x="49" y="16"/>
                  </a:cubicBezTo>
                  <a:cubicBezTo>
                    <a:pt x="51" y="13"/>
                    <a:pt x="47" y="11"/>
                    <a:pt x="47" y="11"/>
                  </a:cubicBezTo>
                  <a:cubicBezTo>
                    <a:pt x="48" y="8"/>
                    <a:pt x="44" y="6"/>
                    <a:pt x="44" y="6"/>
                  </a:cubicBezTo>
                  <a:cubicBezTo>
                    <a:pt x="44" y="4"/>
                    <a:pt x="38" y="3"/>
                    <a:pt x="38" y="3"/>
                  </a:cubicBezTo>
                  <a:cubicBezTo>
                    <a:pt x="37" y="1"/>
                    <a:pt x="35" y="0"/>
                    <a:pt x="33" y="0"/>
                  </a:cubicBezTo>
                  <a:cubicBezTo>
                    <a:pt x="31" y="0"/>
                    <a:pt x="29" y="1"/>
                    <a:pt x="29" y="1"/>
                  </a:cubicBezTo>
                  <a:cubicBezTo>
                    <a:pt x="27" y="1"/>
                    <a:pt x="26" y="0"/>
                    <a:pt x="2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01" name="组合 57"/>
          <p:cNvGrpSpPr/>
          <p:nvPr/>
        </p:nvGrpSpPr>
        <p:grpSpPr>
          <a:xfrm>
            <a:off x="5264341" y="2391344"/>
            <a:ext cx="919207" cy="626012"/>
            <a:chOff x="4156075" y="2292350"/>
            <a:chExt cx="552450" cy="376238"/>
          </a:xfrm>
          <a:solidFill>
            <a:schemeClr val="bg1"/>
          </a:solidFill>
        </p:grpSpPr>
        <p:sp>
          <p:nvSpPr>
            <p:cNvPr id="102" name="Freeform 27"/>
            <p:cNvSpPr>
              <a:spLocks/>
            </p:cNvSpPr>
            <p:nvPr/>
          </p:nvSpPr>
          <p:spPr bwMode="auto">
            <a:xfrm>
              <a:off x="4352925" y="2292350"/>
              <a:ext cx="158750" cy="161925"/>
            </a:xfrm>
            <a:custGeom>
              <a:avLst/>
              <a:gdLst>
                <a:gd name="T0" fmla="*/ 21 w 42"/>
                <a:gd name="T1" fmla="*/ 0 h 43"/>
                <a:gd name="T2" fmla="*/ 0 w 42"/>
                <a:gd name="T3" fmla="*/ 22 h 43"/>
                <a:gd name="T4" fmla="*/ 21 w 42"/>
                <a:gd name="T5" fmla="*/ 43 h 43"/>
                <a:gd name="T6" fmla="*/ 21 w 42"/>
                <a:gd name="T7" fmla="*/ 43 h 43"/>
                <a:gd name="T8" fmla="*/ 42 w 42"/>
                <a:gd name="T9" fmla="*/ 22 h 43"/>
                <a:gd name="T10" fmla="*/ 21 w 42"/>
                <a:gd name="T11" fmla="*/ 0 h 43"/>
              </a:gdLst>
              <a:ahLst/>
              <a:cxnLst>
                <a:cxn ang="0">
                  <a:pos x="T0" y="T1"/>
                </a:cxn>
                <a:cxn ang="0">
                  <a:pos x="T2" y="T3"/>
                </a:cxn>
                <a:cxn ang="0">
                  <a:pos x="T4" y="T5"/>
                </a:cxn>
                <a:cxn ang="0">
                  <a:pos x="T6" y="T7"/>
                </a:cxn>
                <a:cxn ang="0">
                  <a:pos x="T8" y="T9"/>
                </a:cxn>
                <a:cxn ang="0">
                  <a:pos x="T10" y="T11"/>
                </a:cxn>
              </a:cxnLst>
              <a:rect l="0" t="0" r="r" b="b"/>
              <a:pathLst>
                <a:path w="42" h="43">
                  <a:moveTo>
                    <a:pt x="21" y="0"/>
                  </a:moveTo>
                  <a:cubicBezTo>
                    <a:pt x="9" y="0"/>
                    <a:pt x="0" y="10"/>
                    <a:pt x="0" y="22"/>
                  </a:cubicBezTo>
                  <a:cubicBezTo>
                    <a:pt x="0" y="33"/>
                    <a:pt x="9" y="43"/>
                    <a:pt x="21" y="43"/>
                  </a:cubicBezTo>
                  <a:cubicBezTo>
                    <a:pt x="21" y="43"/>
                    <a:pt x="21" y="43"/>
                    <a:pt x="21" y="43"/>
                  </a:cubicBezTo>
                  <a:cubicBezTo>
                    <a:pt x="33" y="43"/>
                    <a:pt x="42" y="33"/>
                    <a:pt x="42" y="22"/>
                  </a:cubicBezTo>
                  <a:cubicBezTo>
                    <a:pt x="42" y="10"/>
                    <a:pt x="33"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 name="Freeform 28"/>
            <p:cNvSpPr>
              <a:spLocks/>
            </p:cNvSpPr>
            <p:nvPr/>
          </p:nvSpPr>
          <p:spPr bwMode="auto">
            <a:xfrm>
              <a:off x="4284663" y="2462213"/>
              <a:ext cx="295275" cy="206375"/>
            </a:xfrm>
            <a:custGeom>
              <a:avLst/>
              <a:gdLst>
                <a:gd name="T0" fmla="*/ 55 w 78"/>
                <a:gd name="T1" fmla="*/ 0 h 55"/>
                <a:gd name="T2" fmla="*/ 39 w 78"/>
                <a:gd name="T3" fmla="*/ 45 h 55"/>
                <a:gd name="T4" fmla="*/ 23 w 78"/>
                <a:gd name="T5" fmla="*/ 0 h 55"/>
                <a:gd name="T6" fmla="*/ 0 w 78"/>
                <a:gd name="T7" fmla="*/ 33 h 55"/>
                <a:gd name="T8" fmla="*/ 0 w 78"/>
                <a:gd name="T9" fmla="*/ 34 h 55"/>
                <a:gd name="T10" fmla="*/ 0 w 78"/>
                <a:gd name="T11" fmla="*/ 35 h 55"/>
                <a:gd name="T12" fmla="*/ 39 w 78"/>
                <a:gd name="T13" fmla="*/ 55 h 55"/>
                <a:gd name="T14" fmla="*/ 78 w 78"/>
                <a:gd name="T15" fmla="*/ 35 h 55"/>
                <a:gd name="T16" fmla="*/ 78 w 78"/>
                <a:gd name="T17" fmla="*/ 34 h 55"/>
                <a:gd name="T18" fmla="*/ 78 w 78"/>
                <a:gd name="T19" fmla="*/ 33 h 55"/>
                <a:gd name="T20" fmla="*/ 55 w 78"/>
                <a:gd name="T21"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8" h="55">
                  <a:moveTo>
                    <a:pt x="55" y="0"/>
                  </a:moveTo>
                  <a:cubicBezTo>
                    <a:pt x="39" y="45"/>
                    <a:pt x="39" y="45"/>
                    <a:pt x="39" y="45"/>
                  </a:cubicBezTo>
                  <a:cubicBezTo>
                    <a:pt x="23" y="0"/>
                    <a:pt x="23" y="0"/>
                    <a:pt x="23" y="0"/>
                  </a:cubicBezTo>
                  <a:cubicBezTo>
                    <a:pt x="10" y="6"/>
                    <a:pt x="1" y="19"/>
                    <a:pt x="0" y="33"/>
                  </a:cubicBezTo>
                  <a:cubicBezTo>
                    <a:pt x="0" y="34"/>
                    <a:pt x="0" y="34"/>
                    <a:pt x="0" y="34"/>
                  </a:cubicBezTo>
                  <a:cubicBezTo>
                    <a:pt x="0" y="35"/>
                    <a:pt x="0" y="35"/>
                    <a:pt x="0" y="35"/>
                  </a:cubicBezTo>
                  <a:cubicBezTo>
                    <a:pt x="1" y="44"/>
                    <a:pt x="18" y="55"/>
                    <a:pt x="39" y="55"/>
                  </a:cubicBezTo>
                  <a:cubicBezTo>
                    <a:pt x="60" y="55"/>
                    <a:pt x="77" y="44"/>
                    <a:pt x="78" y="35"/>
                  </a:cubicBezTo>
                  <a:cubicBezTo>
                    <a:pt x="78" y="34"/>
                    <a:pt x="78" y="34"/>
                    <a:pt x="78" y="34"/>
                  </a:cubicBezTo>
                  <a:cubicBezTo>
                    <a:pt x="78" y="33"/>
                    <a:pt x="78" y="33"/>
                    <a:pt x="78" y="33"/>
                  </a:cubicBezTo>
                  <a:cubicBezTo>
                    <a:pt x="77" y="19"/>
                    <a:pt x="68" y="6"/>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 name="Freeform 29"/>
            <p:cNvSpPr>
              <a:spLocks/>
            </p:cNvSpPr>
            <p:nvPr/>
          </p:nvSpPr>
          <p:spPr bwMode="auto">
            <a:xfrm>
              <a:off x="4416425" y="2457450"/>
              <a:ext cx="30163" cy="30163"/>
            </a:xfrm>
            <a:custGeom>
              <a:avLst/>
              <a:gdLst>
                <a:gd name="T0" fmla="*/ 10 w 19"/>
                <a:gd name="T1" fmla="*/ 0 h 19"/>
                <a:gd name="T2" fmla="*/ 0 w 19"/>
                <a:gd name="T3" fmla="*/ 10 h 19"/>
                <a:gd name="T4" fmla="*/ 10 w 19"/>
                <a:gd name="T5" fmla="*/ 19 h 19"/>
                <a:gd name="T6" fmla="*/ 19 w 19"/>
                <a:gd name="T7" fmla="*/ 10 h 19"/>
                <a:gd name="T8" fmla="*/ 10 w 19"/>
                <a:gd name="T9" fmla="*/ 0 h 19"/>
              </a:gdLst>
              <a:ahLst/>
              <a:cxnLst>
                <a:cxn ang="0">
                  <a:pos x="T0" y="T1"/>
                </a:cxn>
                <a:cxn ang="0">
                  <a:pos x="T2" y="T3"/>
                </a:cxn>
                <a:cxn ang="0">
                  <a:pos x="T4" y="T5"/>
                </a:cxn>
                <a:cxn ang="0">
                  <a:pos x="T6" y="T7"/>
                </a:cxn>
                <a:cxn ang="0">
                  <a:pos x="T8" y="T9"/>
                </a:cxn>
              </a:cxnLst>
              <a:rect l="0" t="0" r="r" b="b"/>
              <a:pathLst>
                <a:path w="19" h="19">
                  <a:moveTo>
                    <a:pt x="10" y="0"/>
                  </a:moveTo>
                  <a:lnTo>
                    <a:pt x="0" y="10"/>
                  </a:lnTo>
                  <a:lnTo>
                    <a:pt x="10" y="19"/>
                  </a:lnTo>
                  <a:lnTo>
                    <a:pt x="19" y="10"/>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 name="Freeform 30"/>
            <p:cNvSpPr>
              <a:spLocks/>
            </p:cNvSpPr>
            <p:nvPr/>
          </p:nvSpPr>
          <p:spPr bwMode="auto">
            <a:xfrm>
              <a:off x="4416425" y="2457450"/>
              <a:ext cx="30163" cy="30163"/>
            </a:xfrm>
            <a:custGeom>
              <a:avLst/>
              <a:gdLst>
                <a:gd name="T0" fmla="*/ 10 w 19"/>
                <a:gd name="T1" fmla="*/ 0 h 19"/>
                <a:gd name="T2" fmla="*/ 0 w 19"/>
                <a:gd name="T3" fmla="*/ 10 h 19"/>
                <a:gd name="T4" fmla="*/ 10 w 19"/>
                <a:gd name="T5" fmla="*/ 19 h 19"/>
                <a:gd name="T6" fmla="*/ 19 w 19"/>
                <a:gd name="T7" fmla="*/ 10 h 19"/>
                <a:gd name="T8" fmla="*/ 10 w 19"/>
                <a:gd name="T9" fmla="*/ 0 h 19"/>
              </a:gdLst>
              <a:ahLst/>
              <a:cxnLst>
                <a:cxn ang="0">
                  <a:pos x="T0" y="T1"/>
                </a:cxn>
                <a:cxn ang="0">
                  <a:pos x="T2" y="T3"/>
                </a:cxn>
                <a:cxn ang="0">
                  <a:pos x="T4" y="T5"/>
                </a:cxn>
                <a:cxn ang="0">
                  <a:pos x="T6" y="T7"/>
                </a:cxn>
                <a:cxn ang="0">
                  <a:pos x="T8" y="T9"/>
                </a:cxn>
              </a:cxnLst>
              <a:rect l="0" t="0" r="r" b="b"/>
              <a:pathLst>
                <a:path w="19" h="19">
                  <a:moveTo>
                    <a:pt x="10" y="0"/>
                  </a:moveTo>
                  <a:lnTo>
                    <a:pt x="0" y="10"/>
                  </a:lnTo>
                  <a:lnTo>
                    <a:pt x="10" y="19"/>
                  </a:lnTo>
                  <a:lnTo>
                    <a:pt x="19" y="10"/>
                  </a:lnTo>
                  <a:lnTo>
                    <a:pt x="1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0" name="Freeform 31"/>
            <p:cNvSpPr>
              <a:spLocks/>
            </p:cNvSpPr>
            <p:nvPr/>
          </p:nvSpPr>
          <p:spPr bwMode="auto">
            <a:xfrm>
              <a:off x="4408488" y="2487613"/>
              <a:ext cx="46038" cy="109538"/>
            </a:xfrm>
            <a:custGeom>
              <a:avLst/>
              <a:gdLst>
                <a:gd name="T0" fmla="*/ 15 w 29"/>
                <a:gd name="T1" fmla="*/ 0 h 69"/>
                <a:gd name="T2" fmla="*/ 7 w 29"/>
                <a:gd name="T3" fmla="*/ 5 h 69"/>
                <a:gd name="T4" fmla="*/ 0 w 29"/>
                <a:gd name="T5" fmla="*/ 36 h 69"/>
                <a:gd name="T6" fmla="*/ 15 w 29"/>
                <a:gd name="T7" fmla="*/ 69 h 69"/>
                <a:gd name="T8" fmla="*/ 29 w 29"/>
                <a:gd name="T9" fmla="*/ 36 h 69"/>
                <a:gd name="T10" fmla="*/ 22 w 29"/>
                <a:gd name="T11" fmla="*/ 5 h 69"/>
                <a:gd name="T12" fmla="*/ 15 w 29"/>
                <a:gd name="T13" fmla="*/ 0 h 69"/>
              </a:gdLst>
              <a:ahLst/>
              <a:cxnLst>
                <a:cxn ang="0">
                  <a:pos x="T0" y="T1"/>
                </a:cxn>
                <a:cxn ang="0">
                  <a:pos x="T2" y="T3"/>
                </a:cxn>
                <a:cxn ang="0">
                  <a:pos x="T4" y="T5"/>
                </a:cxn>
                <a:cxn ang="0">
                  <a:pos x="T6" y="T7"/>
                </a:cxn>
                <a:cxn ang="0">
                  <a:pos x="T8" y="T9"/>
                </a:cxn>
                <a:cxn ang="0">
                  <a:pos x="T10" y="T11"/>
                </a:cxn>
                <a:cxn ang="0">
                  <a:pos x="T12" y="T13"/>
                </a:cxn>
              </a:cxnLst>
              <a:rect l="0" t="0" r="r" b="b"/>
              <a:pathLst>
                <a:path w="29" h="69">
                  <a:moveTo>
                    <a:pt x="15" y="0"/>
                  </a:moveTo>
                  <a:lnTo>
                    <a:pt x="7" y="5"/>
                  </a:lnTo>
                  <a:lnTo>
                    <a:pt x="0" y="36"/>
                  </a:lnTo>
                  <a:lnTo>
                    <a:pt x="15" y="69"/>
                  </a:lnTo>
                  <a:lnTo>
                    <a:pt x="29" y="36"/>
                  </a:lnTo>
                  <a:lnTo>
                    <a:pt x="22" y="5"/>
                  </a:lnTo>
                  <a:lnTo>
                    <a:pt x="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1" name="Freeform 32"/>
            <p:cNvSpPr>
              <a:spLocks/>
            </p:cNvSpPr>
            <p:nvPr/>
          </p:nvSpPr>
          <p:spPr bwMode="auto">
            <a:xfrm>
              <a:off x="4408488" y="2487613"/>
              <a:ext cx="46038" cy="109538"/>
            </a:xfrm>
            <a:custGeom>
              <a:avLst/>
              <a:gdLst>
                <a:gd name="T0" fmla="*/ 15 w 29"/>
                <a:gd name="T1" fmla="*/ 0 h 69"/>
                <a:gd name="T2" fmla="*/ 7 w 29"/>
                <a:gd name="T3" fmla="*/ 5 h 69"/>
                <a:gd name="T4" fmla="*/ 0 w 29"/>
                <a:gd name="T5" fmla="*/ 36 h 69"/>
                <a:gd name="T6" fmla="*/ 15 w 29"/>
                <a:gd name="T7" fmla="*/ 69 h 69"/>
                <a:gd name="T8" fmla="*/ 29 w 29"/>
                <a:gd name="T9" fmla="*/ 36 h 69"/>
                <a:gd name="T10" fmla="*/ 22 w 29"/>
                <a:gd name="T11" fmla="*/ 5 h 69"/>
                <a:gd name="T12" fmla="*/ 15 w 29"/>
                <a:gd name="T13" fmla="*/ 0 h 69"/>
              </a:gdLst>
              <a:ahLst/>
              <a:cxnLst>
                <a:cxn ang="0">
                  <a:pos x="T0" y="T1"/>
                </a:cxn>
                <a:cxn ang="0">
                  <a:pos x="T2" y="T3"/>
                </a:cxn>
                <a:cxn ang="0">
                  <a:pos x="T4" y="T5"/>
                </a:cxn>
                <a:cxn ang="0">
                  <a:pos x="T6" y="T7"/>
                </a:cxn>
                <a:cxn ang="0">
                  <a:pos x="T8" y="T9"/>
                </a:cxn>
                <a:cxn ang="0">
                  <a:pos x="T10" y="T11"/>
                </a:cxn>
                <a:cxn ang="0">
                  <a:pos x="T12" y="T13"/>
                </a:cxn>
              </a:cxnLst>
              <a:rect l="0" t="0" r="r" b="b"/>
              <a:pathLst>
                <a:path w="29" h="69">
                  <a:moveTo>
                    <a:pt x="15" y="0"/>
                  </a:moveTo>
                  <a:lnTo>
                    <a:pt x="7" y="5"/>
                  </a:lnTo>
                  <a:lnTo>
                    <a:pt x="0" y="36"/>
                  </a:lnTo>
                  <a:lnTo>
                    <a:pt x="15" y="69"/>
                  </a:lnTo>
                  <a:lnTo>
                    <a:pt x="29" y="36"/>
                  </a:lnTo>
                  <a:lnTo>
                    <a:pt x="22" y="5"/>
                  </a:lnTo>
                  <a:lnTo>
                    <a:pt x="1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2" name="Oval 33"/>
            <p:cNvSpPr>
              <a:spLocks noChangeArrowheads="1"/>
            </p:cNvSpPr>
            <p:nvPr/>
          </p:nvSpPr>
          <p:spPr bwMode="auto">
            <a:xfrm>
              <a:off x="4205288" y="2333625"/>
              <a:ext cx="115888" cy="1206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3" name="Freeform 34"/>
            <p:cNvSpPr>
              <a:spLocks/>
            </p:cNvSpPr>
            <p:nvPr/>
          </p:nvSpPr>
          <p:spPr bwMode="auto">
            <a:xfrm>
              <a:off x="4254500" y="2454275"/>
              <a:ext cx="17463" cy="22225"/>
            </a:xfrm>
            <a:custGeom>
              <a:avLst/>
              <a:gdLst>
                <a:gd name="T0" fmla="*/ 4 w 11"/>
                <a:gd name="T1" fmla="*/ 0 h 14"/>
                <a:gd name="T2" fmla="*/ 0 w 11"/>
                <a:gd name="T3" fmla="*/ 7 h 14"/>
                <a:gd name="T4" fmla="*/ 4 w 11"/>
                <a:gd name="T5" fmla="*/ 14 h 14"/>
                <a:gd name="T6" fmla="*/ 11 w 11"/>
                <a:gd name="T7" fmla="*/ 7 h 14"/>
                <a:gd name="T8" fmla="*/ 4 w 11"/>
                <a:gd name="T9" fmla="*/ 0 h 14"/>
              </a:gdLst>
              <a:ahLst/>
              <a:cxnLst>
                <a:cxn ang="0">
                  <a:pos x="T0" y="T1"/>
                </a:cxn>
                <a:cxn ang="0">
                  <a:pos x="T2" y="T3"/>
                </a:cxn>
                <a:cxn ang="0">
                  <a:pos x="T4" y="T5"/>
                </a:cxn>
                <a:cxn ang="0">
                  <a:pos x="T6" y="T7"/>
                </a:cxn>
                <a:cxn ang="0">
                  <a:pos x="T8" y="T9"/>
                </a:cxn>
              </a:cxnLst>
              <a:rect l="0" t="0" r="r" b="b"/>
              <a:pathLst>
                <a:path w="11" h="14">
                  <a:moveTo>
                    <a:pt x="4" y="0"/>
                  </a:moveTo>
                  <a:lnTo>
                    <a:pt x="0" y="7"/>
                  </a:lnTo>
                  <a:lnTo>
                    <a:pt x="4" y="14"/>
                  </a:lnTo>
                  <a:lnTo>
                    <a:pt x="11" y="7"/>
                  </a:lnTo>
                  <a:lnTo>
                    <a:pt x="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4" name="Freeform 35"/>
            <p:cNvSpPr>
              <a:spLocks/>
            </p:cNvSpPr>
            <p:nvPr/>
          </p:nvSpPr>
          <p:spPr bwMode="auto">
            <a:xfrm>
              <a:off x="4254500" y="2454275"/>
              <a:ext cx="17463" cy="22225"/>
            </a:xfrm>
            <a:custGeom>
              <a:avLst/>
              <a:gdLst>
                <a:gd name="T0" fmla="*/ 4 w 11"/>
                <a:gd name="T1" fmla="*/ 0 h 14"/>
                <a:gd name="T2" fmla="*/ 0 w 11"/>
                <a:gd name="T3" fmla="*/ 7 h 14"/>
                <a:gd name="T4" fmla="*/ 4 w 11"/>
                <a:gd name="T5" fmla="*/ 14 h 14"/>
                <a:gd name="T6" fmla="*/ 11 w 11"/>
                <a:gd name="T7" fmla="*/ 7 h 14"/>
                <a:gd name="T8" fmla="*/ 4 w 11"/>
                <a:gd name="T9" fmla="*/ 0 h 14"/>
              </a:gdLst>
              <a:ahLst/>
              <a:cxnLst>
                <a:cxn ang="0">
                  <a:pos x="T0" y="T1"/>
                </a:cxn>
                <a:cxn ang="0">
                  <a:pos x="T2" y="T3"/>
                </a:cxn>
                <a:cxn ang="0">
                  <a:pos x="T4" y="T5"/>
                </a:cxn>
                <a:cxn ang="0">
                  <a:pos x="T6" y="T7"/>
                </a:cxn>
                <a:cxn ang="0">
                  <a:pos x="T8" y="T9"/>
                </a:cxn>
              </a:cxnLst>
              <a:rect l="0" t="0" r="r" b="b"/>
              <a:pathLst>
                <a:path w="11" h="14">
                  <a:moveTo>
                    <a:pt x="4" y="0"/>
                  </a:moveTo>
                  <a:lnTo>
                    <a:pt x="0" y="7"/>
                  </a:lnTo>
                  <a:lnTo>
                    <a:pt x="4" y="14"/>
                  </a:lnTo>
                  <a:lnTo>
                    <a:pt x="11" y="7"/>
                  </a:lnTo>
                  <a:lnTo>
                    <a:pt x="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5" name="Freeform 36"/>
            <p:cNvSpPr>
              <a:spLocks/>
            </p:cNvSpPr>
            <p:nvPr/>
          </p:nvSpPr>
          <p:spPr bwMode="auto">
            <a:xfrm>
              <a:off x="4246563" y="2476500"/>
              <a:ext cx="33338" cy="79375"/>
            </a:xfrm>
            <a:custGeom>
              <a:avLst/>
              <a:gdLst>
                <a:gd name="T0" fmla="*/ 9 w 21"/>
                <a:gd name="T1" fmla="*/ 0 h 50"/>
                <a:gd name="T2" fmla="*/ 9 w 21"/>
                <a:gd name="T3" fmla="*/ 0 h 50"/>
                <a:gd name="T4" fmla="*/ 5 w 21"/>
                <a:gd name="T5" fmla="*/ 5 h 50"/>
                <a:gd name="T6" fmla="*/ 0 w 21"/>
                <a:gd name="T7" fmla="*/ 26 h 50"/>
                <a:gd name="T8" fmla="*/ 9 w 21"/>
                <a:gd name="T9" fmla="*/ 50 h 50"/>
                <a:gd name="T10" fmla="*/ 21 w 21"/>
                <a:gd name="T11" fmla="*/ 26 h 50"/>
                <a:gd name="T12" fmla="*/ 14 w 21"/>
                <a:gd name="T13" fmla="*/ 5 h 50"/>
                <a:gd name="T14" fmla="*/ 9 w 21"/>
                <a:gd name="T15" fmla="*/ 0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50">
                  <a:moveTo>
                    <a:pt x="9" y="0"/>
                  </a:moveTo>
                  <a:lnTo>
                    <a:pt x="9" y="0"/>
                  </a:lnTo>
                  <a:lnTo>
                    <a:pt x="5" y="5"/>
                  </a:lnTo>
                  <a:lnTo>
                    <a:pt x="0" y="26"/>
                  </a:lnTo>
                  <a:lnTo>
                    <a:pt x="9" y="50"/>
                  </a:lnTo>
                  <a:lnTo>
                    <a:pt x="21" y="26"/>
                  </a:lnTo>
                  <a:lnTo>
                    <a:pt x="14" y="5"/>
                  </a:lnTo>
                  <a:lnTo>
                    <a:pt x="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6" name="Freeform 37"/>
            <p:cNvSpPr>
              <a:spLocks/>
            </p:cNvSpPr>
            <p:nvPr/>
          </p:nvSpPr>
          <p:spPr bwMode="auto">
            <a:xfrm>
              <a:off x="4246563" y="2476500"/>
              <a:ext cx="33338" cy="79375"/>
            </a:xfrm>
            <a:custGeom>
              <a:avLst/>
              <a:gdLst>
                <a:gd name="T0" fmla="*/ 9 w 21"/>
                <a:gd name="T1" fmla="*/ 0 h 50"/>
                <a:gd name="T2" fmla="*/ 9 w 21"/>
                <a:gd name="T3" fmla="*/ 0 h 50"/>
                <a:gd name="T4" fmla="*/ 5 w 21"/>
                <a:gd name="T5" fmla="*/ 5 h 50"/>
                <a:gd name="T6" fmla="*/ 0 w 21"/>
                <a:gd name="T7" fmla="*/ 26 h 50"/>
                <a:gd name="T8" fmla="*/ 9 w 21"/>
                <a:gd name="T9" fmla="*/ 50 h 50"/>
                <a:gd name="T10" fmla="*/ 21 w 21"/>
                <a:gd name="T11" fmla="*/ 26 h 50"/>
                <a:gd name="T12" fmla="*/ 14 w 21"/>
                <a:gd name="T13" fmla="*/ 5 h 50"/>
                <a:gd name="T14" fmla="*/ 9 w 21"/>
                <a:gd name="T15" fmla="*/ 0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50">
                  <a:moveTo>
                    <a:pt x="9" y="0"/>
                  </a:moveTo>
                  <a:lnTo>
                    <a:pt x="9" y="0"/>
                  </a:lnTo>
                  <a:lnTo>
                    <a:pt x="5" y="5"/>
                  </a:lnTo>
                  <a:lnTo>
                    <a:pt x="0" y="26"/>
                  </a:lnTo>
                  <a:lnTo>
                    <a:pt x="9" y="50"/>
                  </a:lnTo>
                  <a:lnTo>
                    <a:pt x="21" y="26"/>
                  </a:lnTo>
                  <a:lnTo>
                    <a:pt x="14" y="5"/>
                  </a:lnTo>
                  <a:lnTo>
                    <a:pt x="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7" name="Oval 38"/>
            <p:cNvSpPr>
              <a:spLocks noChangeArrowheads="1"/>
            </p:cNvSpPr>
            <p:nvPr/>
          </p:nvSpPr>
          <p:spPr bwMode="auto">
            <a:xfrm>
              <a:off x="4541838" y="2333625"/>
              <a:ext cx="117475" cy="1206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8" name="Freeform 39"/>
            <p:cNvSpPr>
              <a:spLocks/>
            </p:cNvSpPr>
            <p:nvPr/>
          </p:nvSpPr>
          <p:spPr bwMode="auto">
            <a:xfrm>
              <a:off x="4530725" y="2457450"/>
              <a:ext cx="177800" cy="150813"/>
            </a:xfrm>
            <a:custGeom>
              <a:avLst/>
              <a:gdLst>
                <a:gd name="T0" fmla="*/ 30 w 47"/>
                <a:gd name="T1" fmla="*/ 0 h 40"/>
                <a:gd name="T2" fmla="*/ 19 w 47"/>
                <a:gd name="T3" fmla="*/ 33 h 40"/>
                <a:gd name="T4" fmla="*/ 7 w 47"/>
                <a:gd name="T5" fmla="*/ 0 h 40"/>
                <a:gd name="T6" fmla="*/ 0 w 47"/>
                <a:gd name="T7" fmla="*/ 5 h 40"/>
                <a:gd name="T8" fmla="*/ 15 w 47"/>
                <a:gd name="T9" fmla="*/ 34 h 40"/>
                <a:gd name="T10" fmla="*/ 15 w 47"/>
                <a:gd name="T11" fmla="*/ 35 h 40"/>
                <a:gd name="T12" fmla="*/ 15 w 47"/>
                <a:gd name="T13" fmla="*/ 36 h 40"/>
                <a:gd name="T14" fmla="*/ 15 w 47"/>
                <a:gd name="T15" fmla="*/ 36 h 40"/>
                <a:gd name="T16" fmla="*/ 14 w 47"/>
                <a:gd name="T17" fmla="*/ 40 h 40"/>
                <a:gd name="T18" fmla="*/ 19 w 47"/>
                <a:gd name="T19" fmla="*/ 40 h 40"/>
                <a:gd name="T20" fmla="*/ 47 w 47"/>
                <a:gd name="T21" fmla="*/ 25 h 40"/>
                <a:gd name="T22" fmla="*/ 47 w 47"/>
                <a:gd name="T23" fmla="*/ 25 h 40"/>
                <a:gd name="T24" fmla="*/ 47 w 47"/>
                <a:gd name="T25" fmla="*/ 25 h 40"/>
                <a:gd name="T26" fmla="*/ 30 w 47"/>
                <a:gd name="T2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7" h="40">
                  <a:moveTo>
                    <a:pt x="30" y="0"/>
                  </a:moveTo>
                  <a:cubicBezTo>
                    <a:pt x="19" y="33"/>
                    <a:pt x="19" y="33"/>
                    <a:pt x="19" y="33"/>
                  </a:cubicBezTo>
                  <a:cubicBezTo>
                    <a:pt x="7" y="0"/>
                    <a:pt x="7" y="0"/>
                    <a:pt x="7" y="0"/>
                  </a:cubicBezTo>
                  <a:cubicBezTo>
                    <a:pt x="4" y="1"/>
                    <a:pt x="2" y="3"/>
                    <a:pt x="0" y="5"/>
                  </a:cubicBezTo>
                  <a:cubicBezTo>
                    <a:pt x="8" y="12"/>
                    <a:pt x="14" y="23"/>
                    <a:pt x="15" y="34"/>
                  </a:cubicBezTo>
                  <a:cubicBezTo>
                    <a:pt x="15" y="35"/>
                    <a:pt x="15" y="35"/>
                    <a:pt x="15" y="35"/>
                  </a:cubicBezTo>
                  <a:cubicBezTo>
                    <a:pt x="15" y="36"/>
                    <a:pt x="15" y="36"/>
                    <a:pt x="15" y="36"/>
                  </a:cubicBezTo>
                  <a:cubicBezTo>
                    <a:pt x="15" y="36"/>
                    <a:pt x="15" y="36"/>
                    <a:pt x="15" y="36"/>
                  </a:cubicBezTo>
                  <a:cubicBezTo>
                    <a:pt x="15" y="37"/>
                    <a:pt x="14" y="38"/>
                    <a:pt x="14" y="40"/>
                  </a:cubicBezTo>
                  <a:cubicBezTo>
                    <a:pt x="15" y="40"/>
                    <a:pt x="17" y="40"/>
                    <a:pt x="19" y="40"/>
                  </a:cubicBezTo>
                  <a:cubicBezTo>
                    <a:pt x="34" y="40"/>
                    <a:pt x="46" y="32"/>
                    <a:pt x="47" y="25"/>
                  </a:cubicBezTo>
                  <a:cubicBezTo>
                    <a:pt x="47" y="25"/>
                    <a:pt x="47" y="25"/>
                    <a:pt x="47" y="25"/>
                  </a:cubicBezTo>
                  <a:cubicBezTo>
                    <a:pt x="47" y="25"/>
                    <a:pt x="47" y="25"/>
                    <a:pt x="47" y="25"/>
                  </a:cubicBezTo>
                  <a:cubicBezTo>
                    <a:pt x="46" y="14"/>
                    <a:pt x="40" y="5"/>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9" name="Freeform 40"/>
            <p:cNvSpPr>
              <a:spLocks/>
            </p:cNvSpPr>
            <p:nvPr/>
          </p:nvSpPr>
          <p:spPr bwMode="auto">
            <a:xfrm>
              <a:off x="4591050" y="2454275"/>
              <a:ext cx="19050" cy="22225"/>
            </a:xfrm>
            <a:custGeom>
              <a:avLst/>
              <a:gdLst>
                <a:gd name="T0" fmla="*/ 7 w 12"/>
                <a:gd name="T1" fmla="*/ 0 h 14"/>
                <a:gd name="T2" fmla="*/ 0 w 12"/>
                <a:gd name="T3" fmla="*/ 7 h 14"/>
                <a:gd name="T4" fmla="*/ 7 w 12"/>
                <a:gd name="T5" fmla="*/ 14 h 14"/>
                <a:gd name="T6" fmla="*/ 12 w 12"/>
                <a:gd name="T7" fmla="*/ 7 h 14"/>
                <a:gd name="T8" fmla="*/ 7 w 12"/>
                <a:gd name="T9" fmla="*/ 0 h 14"/>
              </a:gdLst>
              <a:ahLst/>
              <a:cxnLst>
                <a:cxn ang="0">
                  <a:pos x="T0" y="T1"/>
                </a:cxn>
                <a:cxn ang="0">
                  <a:pos x="T2" y="T3"/>
                </a:cxn>
                <a:cxn ang="0">
                  <a:pos x="T4" y="T5"/>
                </a:cxn>
                <a:cxn ang="0">
                  <a:pos x="T6" y="T7"/>
                </a:cxn>
                <a:cxn ang="0">
                  <a:pos x="T8" y="T9"/>
                </a:cxn>
              </a:cxnLst>
              <a:rect l="0" t="0" r="r" b="b"/>
              <a:pathLst>
                <a:path w="12" h="14">
                  <a:moveTo>
                    <a:pt x="7" y="0"/>
                  </a:moveTo>
                  <a:lnTo>
                    <a:pt x="0" y="7"/>
                  </a:lnTo>
                  <a:lnTo>
                    <a:pt x="7" y="14"/>
                  </a:lnTo>
                  <a:lnTo>
                    <a:pt x="12" y="7"/>
                  </a:lnTo>
                  <a:lnTo>
                    <a:pt x="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 name="Freeform 41"/>
            <p:cNvSpPr>
              <a:spLocks/>
            </p:cNvSpPr>
            <p:nvPr/>
          </p:nvSpPr>
          <p:spPr bwMode="auto">
            <a:xfrm>
              <a:off x="4591050" y="2454275"/>
              <a:ext cx="19050" cy="22225"/>
            </a:xfrm>
            <a:custGeom>
              <a:avLst/>
              <a:gdLst>
                <a:gd name="T0" fmla="*/ 7 w 12"/>
                <a:gd name="T1" fmla="*/ 0 h 14"/>
                <a:gd name="T2" fmla="*/ 0 w 12"/>
                <a:gd name="T3" fmla="*/ 7 h 14"/>
                <a:gd name="T4" fmla="*/ 7 w 12"/>
                <a:gd name="T5" fmla="*/ 14 h 14"/>
                <a:gd name="T6" fmla="*/ 12 w 12"/>
                <a:gd name="T7" fmla="*/ 7 h 14"/>
                <a:gd name="T8" fmla="*/ 7 w 12"/>
                <a:gd name="T9" fmla="*/ 0 h 14"/>
              </a:gdLst>
              <a:ahLst/>
              <a:cxnLst>
                <a:cxn ang="0">
                  <a:pos x="T0" y="T1"/>
                </a:cxn>
                <a:cxn ang="0">
                  <a:pos x="T2" y="T3"/>
                </a:cxn>
                <a:cxn ang="0">
                  <a:pos x="T4" y="T5"/>
                </a:cxn>
                <a:cxn ang="0">
                  <a:pos x="T6" y="T7"/>
                </a:cxn>
                <a:cxn ang="0">
                  <a:pos x="T8" y="T9"/>
                </a:cxn>
              </a:cxnLst>
              <a:rect l="0" t="0" r="r" b="b"/>
              <a:pathLst>
                <a:path w="12" h="14">
                  <a:moveTo>
                    <a:pt x="7" y="0"/>
                  </a:moveTo>
                  <a:lnTo>
                    <a:pt x="0" y="7"/>
                  </a:lnTo>
                  <a:lnTo>
                    <a:pt x="7" y="14"/>
                  </a:lnTo>
                  <a:lnTo>
                    <a:pt x="12" y="7"/>
                  </a:lnTo>
                  <a:lnTo>
                    <a:pt x="7"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1" name="Freeform 42"/>
            <p:cNvSpPr>
              <a:spLocks/>
            </p:cNvSpPr>
            <p:nvPr/>
          </p:nvSpPr>
          <p:spPr bwMode="auto">
            <a:xfrm>
              <a:off x="4583113" y="2476500"/>
              <a:ext cx="33338" cy="79375"/>
            </a:xfrm>
            <a:custGeom>
              <a:avLst/>
              <a:gdLst>
                <a:gd name="T0" fmla="*/ 12 w 21"/>
                <a:gd name="T1" fmla="*/ 0 h 50"/>
                <a:gd name="T2" fmla="*/ 12 w 21"/>
                <a:gd name="T3" fmla="*/ 0 h 50"/>
                <a:gd name="T4" fmla="*/ 7 w 21"/>
                <a:gd name="T5" fmla="*/ 5 h 50"/>
                <a:gd name="T6" fmla="*/ 0 w 21"/>
                <a:gd name="T7" fmla="*/ 26 h 50"/>
                <a:gd name="T8" fmla="*/ 12 w 21"/>
                <a:gd name="T9" fmla="*/ 50 h 50"/>
                <a:gd name="T10" fmla="*/ 21 w 21"/>
                <a:gd name="T11" fmla="*/ 26 h 50"/>
                <a:gd name="T12" fmla="*/ 17 w 21"/>
                <a:gd name="T13" fmla="*/ 5 h 50"/>
                <a:gd name="T14" fmla="*/ 12 w 21"/>
                <a:gd name="T15" fmla="*/ 0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50">
                  <a:moveTo>
                    <a:pt x="12" y="0"/>
                  </a:moveTo>
                  <a:lnTo>
                    <a:pt x="12" y="0"/>
                  </a:lnTo>
                  <a:lnTo>
                    <a:pt x="7" y="5"/>
                  </a:lnTo>
                  <a:lnTo>
                    <a:pt x="0" y="26"/>
                  </a:lnTo>
                  <a:lnTo>
                    <a:pt x="12" y="50"/>
                  </a:lnTo>
                  <a:lnTo>
                    <a:pt x="21" y="26"/>
                  </a:lnTo>
                  <a:lnTo>
                    <a:pt x="17" y="5"/>
                  </a:lnTo>
                  <a:lnTo>
                    <a:pt x="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 name="Freeform 43"/>
            <p:cNvSpPr>
              <a:spLocks/>
            </p:cNvSpPr>
            <p:nvPr/>
          </p:nvSpPr>
          <p:spPr bwMode="auto">
            <a:xfrm>
              <a:off x="4583113" y="2476500"/>
              <a:ext cx="33338" cy="79375"/>
            </a:xfrm>
            <a:custGeom>
              <a:avLst/>
              <a:gdLst>
                <a:gd name="T0" fmla="*/ 12 w 21"/>
                <a:gd name="T1" fmla="*/ 0 h 50"/>
                <a:gd name="T2" fmla="*/ 12 w 21"/>
                <a:gd name="T3" fmla="*/ 0 h 50"/>
                <a:gd name="T4" fmla="*/ 7 w 21"/>
                <a:gd name="T5" fmla="*/ 5 h 50"/>
                <a:gd name="T6" fmla="*/ 0 w 21"/>
                <a:gd name="T7" fmla="*/ 26 h 50"/>
                <a:gd name="T8" fmla="*/ 12 w 21"/>
                <a:gd name="T9" fmla="*/ 50 h 50"/>
                <a:gd name="T10" fmla="*/ 21 w 21"/>
                <a:gd name="T11" fmla="*/ 26 h 50"/>
                <a:gd name="T12" fmla="*/ 17 w 21"/>
                <a:gd name="T13" fmla="*/ 5 h 50"/>
                <a:gd name="T14" fmla="*/ 12 w 21"/>
                <a:gd name="T15" fmla="*/ 0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50">
                  <a:moveTo>
                    <a:pt x="12" y="0"/>
                  </a:moveTo>
                  <a:lnTo>
                    <a:pt x="12" y="0"/>
                  </a:lnTo>
                  <a:lnTo>
                    <a:pt x="7" y="5"/>
                  </a:lnTo>
                  <a:lnTo>
                    <a:pt x="0" y="26"/>
                  </a:lnTo>
                  <a:lnTo>
                    <a:pt x="12" y="50"/>
                  </a:lnTo>
                  <a:lnTo>
                    <a:pt x="21" y="26"/>
                  </a:lnTo>
                  <a:lnTo>
                    <a:pt x="17" y="5"/>
                  </a:lnTo>
                  <a:lnTo>
                    <a:pt x="1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3" name="Freeform 44"/>
            <p:cNvSpPr>
              <a:spLocks/>
            </p:cNvSpPr>
            <p:nvPr/>
          </p:nvSpPr>
          <p:spPr bwMode="auto">
            <a:xfrm>
              <a:off x="4156075" y="2457450"/>
              <a:ext cx="177800" cy="150813"/>
            </a:xfrm>
            <a:custGeom>
              <a:avLst/>
              <a:gdLst>
                <a:gd name="T0" fmla="*/ 40 w 47"/>
                <a:gd name="T1" fmla="*/ 0 h 40"/>
                <a:gd name="T2" fmla="*/ 28 w 47"/>
                <a:gd name="T3" fmla="*/ 33 h 40"/>
                <a:gd name="T4" fmla="*/ 17 w 47"/>
                <a:gd name="T5" fmla="*/ 0 h 40"/>
                <a:gd name="T6" fmla="*/ 0 w 47"/>
                <a:gd name="T7" fmla="*/ 25 h 40"/>
                <a:gd name="T8" fmla="*/ 0 w 47"/>
                <a:gd name="T9" fmla="*/ 25 h 40"/>
                <a:gd name="T10" fmla="*/ 0 w 47"/>
                <a:gd name="T11" fmla="*/ 25 h 40"/>
                <a:gd name="T12" fmla="*/ 28 w 47"/>
                <a:gd name="T13" fmla="*/ 40 h 40"/>
                <a:gd name="T14" fmla="*/ 33 w 47"/>
                <a:gd name="T15" fmla="*/ 40 h 40"/>
                <a:gd name="T16" fmla="*/ 32 w 47"/>
                <a:gd name="T17" fmla="*/ 36 h 40"/>
                <a:gd name="T18" fmla="*/ 32 w 47"/>
                <a:gd name="T19" fmla="*/ 36 h 40"/>
                <a:gd name="T20" fmla="*/ 32 w 47"/>
                <a:gd name="T21" fmla="*/ 35 h 40"/>
                <a:gd name="T22" fmla="*/ 32 w 47"/>
                <a:gd name="T23" fmla="*/ 34 h 40"/>
                <a:gd name="T24" fmla="*/ 39 w 47"/>
                <a:gd name="T25" fmla="*/ 13 h 40"/>
                <a:gd name="T26" fmla="*/ 47 w 47"/>
                <a:gd name="T27" fmla="*/ 5 h 40"/>
                <a:gd name="T28" fmla="*/ 40 w 47"/>
                <a:gd name="T2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7" h="40">
                  <a:moveTo>
                    <a:pt x="40" y="0"/>
                  </a:moveTo>
                  <a:cubicBezTo>
                    <a:pt x="28" y="33"/>
                    <a:pt x="28" y="33"/>
                    <a:pt x="28" y="33"/>
                  </a:cubicBezTo>
                  <a:cubicBezTo>
                    <a:pt x="17" y="0"/>
                    <a:pt x="17" y="0"/>
                    <a:pt x="17" y="0"/>
                  </a:cubicBezTo>
                  <a:cubicBezTo>
                    <a:pt x="7" y="5"/>
                    <a:pt x="1" y="14"/>
                    <a:pt x="0" y="25"/>
                  </a:cubicBezTo>
                  <a:cubicBezTo>
                    <a:pt x="0" y="25"/>
                    <a:pt x="0" y="25"/>
                    <a:pt x="0" y="25"/>
                  </a:cubicBezTo>
                  <a:cubicBezTo>
                    <a:pt x="0" y="25"/>
                    <a:pt x="0" y="25"/>
                    <a:pt x="0" y="25"/>
                  </a:cubicBezTo>
                  <a:cubicBezTo>
                    <a:pt x="0" y="32"/>
                    <a:pt x="13" y="40"/>
                    <a:pt x="28" y="40"/>
                  </a:cubicBezTo>
                  <a:cubicBezTo>
                    <a:pt x="30" y="40"/>
                    <a:pt x="32" y="40"/>
                    <a:pt x="33" y="40"/>
                  </a:cubicBezTo>
                  <a:cubicBezTo>
                    <a:pt x="33" y="38"/>
                    <a:pt x="32" y="37"/>
                    <a:pt x="32" y="36"/>
                  </a:cubicBezTo>
                  <a:cubicBezTo>
                    <a:pt x="32" y="36"/>
                    <a:pt x="32" y="36"/>
                    <a:pt x="32" y="36"/>
                  </a:cubicBezTo>
                  <a:cubicBezTo>
                    <a:pt x="32" y="35"/>
                    <a:pt x="32" y="35"/>
                    <a:pt x="32" y="35"/>
                  </a:cubicBezTo>
                  <a:cubicBezTo>
                    <a:pt x="32" y="35"/>
                    <a:pt x="32" y="35"/>
                    <a:pt x="32" y="34"/>
                  </a:cubicBezTo>
                  <a:cubicBezTo>
                    <a:pt x="33" y="27"/>
                    <a:pt x="35" y="20"/>
                    <a:pt x="39" y="13"/>
                  </a:cubicBezTo>
                  <a:cubicBezTo>
                    <a:pt x="42" y="10"/>
                    <a:pt x="44" y="7"/>
                    <a:pt x="47" y="5"/>
                  </a:cubicBezTo>
                  <a:cubicBezTo>
                    <a:pt x="45" y="3"/>
                    <a:pt x="43" y="1"/>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124" name="文本框 123"/>
          <p:cNvSpPr txBox="1"/>
          <p:nvPr/>
        </p:nvSpPr>
        <p:spPr>
          <a:xfrm>
            <a:off x="7349920" y="2524134"/>
            <a:ext cx="2608406" cy="369332"/>
          </a:xfrm>
          <a:prstGeom prst="rect">
            <a:avLst/>
          </a:prstGeom>
          <a:noFill/>
        </p:spPr>
        <p:txBody>
          <a:bodyPr wrap="none" rtlCol="0">
            <a:spAutoFit/>
          </a:bodyPr>
          <a:lstStyle/>
          <a:p>
            <a:r>
              <a:rPr lang="en-US" altLang="zh-CN" dirty="0">
                <a:solidFill>
                  <a:prstClr val="black">
                    <a:lumMod val="65000"/>
                    <a:lumOff val="35000"/>
                  </a:prstClr>
                </a:solidFill>
                <a:latin typeface="Arial Unicode MS" panose="020B0604020202020204" pitchFamily="34" charset="-122"/>
                <a:ea typeface="Arial Unicode MS" panose="020B0604020202020204" pitchFamily="34" charset="-122"/>
                <a:cs typeface="Arial Unicode MS" panose="020B0604020202020204" pitchFamily="34" charset="-122"/>
              </a:rPr>
              <a:t>Heading text of sample.</a:t>
            </a:r>
            <a:endParaRPr lang="zh-CN" altLang="en-US" dirty="0">
              <a:solidFill>
                <a:prstClr val="black">
                  <a:lumMod val="65000"/>
                  <a:lumOff val="35000"/>
                </a:prstClr>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25" name="文本框 124"/>
          <p:cNvSpPr txBox="1"/>
          <p:nvPr/>
        </p:nvSpPr>
        <p:spPr>
          <a:xfrm>
            <a:off x="7349920" y="5358965"/>
            <a:ext cx="2608406" cy="369332"/>
          </a:xfrm>
          <a:prstGeom prst="rect">
            <a:avLst/>
          </a:prstGeom>
          <a:noFill/>
        </p:spPr>
        <p:txBody>
          <a:bodyPr wrap="none" rtlCol="0">
            <a:spAutoFit/>
          </a:bodyPr>
          <a:lstStyle/>
          <a:p>
            <a:r>
              <a:rPr lang="en-US" altLang="zh-CN" dirty="0">
                <a:solidFill>
                  <a:prstClr val="black">
                    <a:lumMod val="65000"/>
                    <a:lumOff val="35000"/>
                  </a:prstClr>
                </a:solidFill>
                <a:latin typeface="Arial Unicode MS" panose="020B0604020202020204" pitchFamily="34" charset="-122"/>
                <a:ea typeface="Arial Unicode MS" panose="020B0604020202020204" pitchFamily="34" charset="-122"/>
                <a:cs typeface="Arial Unicode MS" panose="020B0604020202020204" pitchFamily="34" charset="-122"/>
              </a:rPr>
              <a:t>Heading text of sample.</a:t>
            </a:r>
            <a:endParaRPr lang="zh-CN" altLang="en-US" dirty="0">
              <a:solidFill>
                <a:prstClr val="black">
                  <a:lumMod val="65000"/>
                  <a:lumOff val="35000"/>
                </a:prstClr>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26" name="文本框 125"/>
          <p:cNvSpPr txBox="1"/>
          <p:nvPr/>
        </p:nvSpPr>
        <p:spPr>
          <a:xfrm>
            <a:off x="6677408" y="1084036"/>
            <a:ext cx="2608406" cy="369332"/>
          </a:xfrm>
          <a:prstGeom prst="rect">
            <a:avLst/>
          </a:prstGeom>
          <a:noFill/>
        </p:spPr>
        <p:txBody>
          <a:bodyPr wrap="none" rtlCol="0">
            <a:spAutoFit/>
          </a:bodyPr>
          <a:lstStyle/>
          <a:p>
            <a:r>
              <a:rPr lang="en-US" altLang="zh-CN" dirty="0">
                <a:solidFill>
                  <a:prstClr val="black">
                    <a:lumMod val="65000"/>
                    <a:lumOff val="35000"/>
                  </a:prstClr>
                </a:solidFill>
                <a:latin typeface="Arial Unicode MS" panose="020B0604020202020204" pitchFamily="34" charset="-122"/>
                <a:ea typeface="Arial Unicode MS" panose="020B0604020202020204" pitchFamily="34" charset="-122"/>
                <a:cs typeface="Arial Unicode MS" panose="020B0604020202020204" pitchFamily="34" charset="-122"/>
              </a:rPr>
              <a:t>Heading text of sample.</a:t>
            </a:r>
            <a:endParaRPr lang="zh-CN" altLang="en-US" dirty="0">
              <a:solidFill>
                <a:prstClr val="black">
                  <a:lumMod val="65000"/>
                  <a:lumOff val="35000"/>
                </a:prstClr>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27" name="文本框 126"/>
          <p:cNvSpPr txBox="1"/>
          <p:nvPr/>
        </p:nvSpPr>
        <p:spPr>
          <a:xfrm>
            <a:off x="6677408" y="3918867"/>
            <a:ext cx="2608406" cy="369332"/>
          </a:xfrm>
          <a:prstGeom prst="rect">
            <a:avLst/>
          </a:prstGeom>
          <a:noFill/>
        </p:spPr>
        <p:txBody>
          <a:bodyPr wrap="none" rtlCol="0">
            <a:spAutoFit/>
          </a:bodyPr>
          <a:lstStyle/>
          <a:p>
            <a:r>
              <a:rPr lang="en-US" altLang="zh-CN" dirty="0">
                <a:solidFill>
                  <a:prstClr val="black">
                    <a:lumMod val="65000"/>
                    <a:lumOff val="35000"/>
                  </a:prstClr>
                </a:solidFill>
                <a:latin typeface="Arial Unicode MS" panose="020B0604020202020204" pitchFamily="34" charset="-122"/>
                <a:ea typeface="Arial Unicode MS" panose="020B0604020202020204" pitchFamily="34" charset="-122"/>
                <a:cs typeface="Arial Unicode MS" panose="020B0604020202020204" pitchFamily="34" charset="-122"/>
              </a:rPr>
              <a:t>Heading text of sample.</a:t>
            </a:r>
            <a:endParaRPr lang="zh-CN" altLang="en-US" dirty="0">
              <a:solidFill>
                <a:prstClr val="black">
                  <a:lumMod val="65000"/>
                  <a:lumOff val="35000"/>
                </a:prstClr>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Tree>
    <p:extLst>
      <p:ext uri="{BB962C8B-B14F-4D97-AF65-F5344CB8AC3E}">
        <p14:creationId xmlns:p14="http://schemas.microsoft.com/office/powerpoint/2010/main" val="60072308"/>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Freeform 60"/>
          <p:cNvSpPr>
            <a:spLocks/>
          </p:cNvSpPr>
          <p:nvPr/>
        </p:nvSpPr>
        <p:spPr bwMode="auto">
          <a:xfrm>
            <a:off x="8175485" y="3968927"/>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 name="文本框 67"/>
          <p:cNvSpPr txBox="1"/>
          <p:nvPr/>
        </p:nvSpPr>
        <p:spPr>
          <a:xfrm>
            <a:off x="8108637" y="4768528"/>
            <a:ext cx="3555585" cy="1421928"/>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网络</a:t>
            </a:r>
            <a:r>
              <a:rPr lang="en-US" altLang="zh-CN" dirty="0">
                <a:solidFill>
                  <a:prstClr val="black">
                    <a:lumMod val="65000"/>
                    <a:lumOff val="35000"/>
                  </a:prstClr>
                </a:solidFill>
                <a:latin typeface="微软雅黑" panose="020B0503020204020204" pitchFamily="34" charset="-122"/>
              </a:rPr>
              <a:t>EPS</a:t>
            </a:r>
            <a:r>
              <a:rPr lang="zh-CN" altLang="en-US" dirty="0">
                <a:solidFill>
                  <a:prstClr val="black">
                    <a:lumMod val="65000"/>
                    <a:lumOff val="35000"/>
                  </a:prstClr>
                </a:solidFill>
                <a:latin typeface="微软雅黑" panose="020B0503020204020204" pitchFamily="34" charset="-122"/>
              </a:rPr>
              <a:t>素材改编；</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可扩散</a:t>
            </a:r>
            <a:r>
              <a:rPr lang="en-US" altLang="zh-CN" dirty="0">
                <a:solidFill>
                  <a:prstClr val="black">
                    <a:lumMod val="65000"/>
                    <a:lumOff val="35000"/>
                  </a:prstClr>
                </a:solidFill>
                <a:latin typeface="微软雅黑" panose="020B0503020204020204" pitchFamily="34" charset="-122"/>
              </a:rPr>
              <a:t>/</a:t>
            </a:r>
            <a:r>
              <a:rPr lang="zh-CN" altLang="en-US" dirty="0">
                <a:solidFill>
                  <a:prstClr val="black">
                    <a:lumMod val="65000"/>
                    <a:lumOff val="35000"/>
                  </a:prstClr>
                </a:solidFill>
                <a:latin typeface="微软雅黑" panose="020B0503020204020204" pitchFamily="34" charset="-122"/>
              </a:rPr>
              <a:t>缩减数量；</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底色可修改；</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矢量图标可替换。</a:t>
            </a:r>
            <a:endParaRPr lang="en-US" altLang="zh-CN" dirty="0">
              <a:solidFill>
                <a:prstClr val="black">
                  <a:lumMod val="65000"/>
                  <a:lumOff val="35000"/>
                </a:prstClr>
              </a:solidFill>
              <a:latin typeface="微软雅黑" panose="020B0503020204020204" pitchFamily="34" charset="-122"/>
            </a:endParaRPr>
          </a:p>
        </p:txBody>
      </p:sp>
      <p:sp>
        <p:nvSpPr>
          <p:cNvPr id="69" name="圆角矩形 68"/>
          <p:cNvSpPr/>
          <p:nvPr/>
        </p:nvSpPr>
        <p:spPr>
          <a:xfrm>
            <a:off x="8843177" y="4128212"/>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70" name="等腰三角形 69"/>
          <p:cNvSpPr/>
          <p:nvPr/>
        </p:nvSpPr>
        <p:spPr>
          <a:xfrm rot="16200000">
            <a:off x="8768545" y="4195756"/>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49"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endParaRPr lang="zh-CN" altLang="zh-CN" sz="2800" b="1" dirty="0">
              <a:solidFill>
                <a:schemeClr val="tx1">
                  <a:lumMod val="65000"/>
                  <a:lumOff val="35000"/>
                </a:schemeClr>
              </a:solidFill>
            </a:endParaRPr>
          </a:p>
        </p:txBody>
      </p:sp>
      <p:sp>
        <p:nvSpPr>
          <p:cNvPr id="48" name="Freeform 8"/>
          <p:cNvSpPr>
            <a:spLocks/>
          </p:cNvSpPr>
          <p:nvPr/>
        </p:nvSpPr>
        <p:spPr bwMode="auto">
          <a:xfrm>
            <a:off x="2239537" y="5101969"/>
            <a:ext cx="4566032" cy="950897"/>
          </a:xfrm>
          <a:custGeom>
            <a:avLst/>
            <a:gdLst>
              <a:gd name="T0" fmla="*/ 2907 w 3244"/>
              <a:gd name="T1" fmla="*/ 675 h 675"/>
              <a:gd name="T2" fmla="*/ 3244 w 3244"/>
              <a:gd name="T3" fmla="*/ 337 h 675"/>
              <a:gd name="T4" fmla="*/ 2907 w 3244"/>
              <a:gd name="T5" fmla="*/ 0 h 675"/>
              <a:gd name="T6" fmla="*/ 337 w 3244"/>
              <a:gd name="T7" fmla="*/ 0 h 675"/>
              <a:gd name="T8" fmla="*/ 0 w 3244"/>
              <a:gd name="T9" fmla="*/ 337 h 675"/>
              <a:gd name="T10" fmla="*/ 337 w 3244"/>
              <a:gd name="T11" fmla="*/ 675 h 675"/>
              <a:gd name="T12" fmla="*/ 2907 w 3244"/>
              <a:gd name="T13" fmla="*/ 675 h 675"/>
            </a:gdLst>
            <a:ahLst/>
            <a:cxnLst>
              <a:cxn ang="0">
                <a:pos x="T0" y="T1"/>
              </a:cxn>
              <a:cxn ang="0">
                <a:pos x="T2" y="T3"/>
              </a:cxn>
              <a:cxn ang="0">
                <a:pos x="T4" y="T5"/>
              </a:cxn>
              <a:cxn ang="0">
                <a:pos x="T6" y="T7"/>
              </a:cxn>
              <a:cxn ang="0">
                <a:pos x="T8" y="T9"/>
              </a:cxn>
              <a:cxn ang="0">
                <a:pos x="T10" y="T11"/>
              </a:cxn>
              <a:cxn ang="0">
                <a:pos x="T12" y="T13"/>
              </a:cxn>
            </a:cxnLst>
            <a:rect l="0" t="0" r="r" b="b"/>
            <a:pathLst>
              <a:path w="3244" h="675">
                <a:moveTo>
                  <a:pt x="2907" y="675"/>
                </a:moveTo>
                <a:cubicBezTo>
                  <a:pt x="3093" y="675"/>
                  <a:pt x="3244" y="523"/>
                  <a:pt x="3244" y="337"/>
                </a:cubicBezTo>
                <a:cubicBezTo>
                  <a:pt x="3244" y="151"/>
                  <a:pt x="3093" y="0"/>
                  <a:pt x="2907" y="0"/>
                </a:cubicBezTo>
                <a:cubicBezTo>
                  <a:pt x="337" y="0"/>
                  <a:pt x="337" y="0"/>
                  <a:pt x="337" y="0"/>
                </a:cubicBezTo>
                <a:cubicBezTo>
                  <a:pt x="151" y="0"/>
                  <a:pt x="0" y="151"/>
                  <a:pt x="0" y="337"/>
                </a:cubicBezTo>
                <a:cubicBezTo>
                  <a:pt x="0" y="523"/>
                  <a:pt x="151" y="675"/>
                  <a:pt x="337" y="675"/>
                </a:cubicBezTo>
                <a:lnTo>
                  <a:pt x="2907" y="675"/>
                </a:lnTo>
                <a:close/>
              </a:path>
            </a:pathLst>
          </a:custGeom>
          <a:solidFill>
            <a:srgbClr val="F189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 name="Freeform 7"/>
          <p:cNvSpPr>
            <a:spLocks/>
          </p:cNvSpPr>
          <p:nvPr/>
        </p:nvSpPr>
        <p:spPr bwMode="auto">
          <a:xfrm>
            <a:off x="2239537" y="3861194"/>
            <a:ext cx="4566032" cy="949168"/>
          </a:xfrm>
          <a:custGeom>
            <a:avLst/>
            <a:gdLst>
              <a:gd name="T0" fmla="*/ 2907 w 3244"/>
              <a:gd name="T1" fmla="*/ 674 h 674"/>
              <a:gd name="T2" fmla="*/ 3244 w 3244"/>
              <a:gd name="T3" fmla="*/ 337 h 674"/>
              <a:gd name="T4" fmla="*/ 2907 w 3244"/>
              <a:gd name="T5" fmla="*/ 0 h 674"/>
              <a:gd name="T6" fmla="*/ 337 w 3244"/>
              <a:gd name="T7" fmla="*/ 0 h 674"/>
              <a:gd name="T8" fmla="*/ 0 w 3244"/>
              <a:gd name="T9" fmla="*/ 337 h 674"/>
              <a:gd name="T10" fmla="*/ 337 w 3244"/>
              <a:gd name="T11" fmla="*/ 674 h 674"/>
              <a:gd name="T12" fmla="*/ 2907 w 3244"/>
              <a:gd name="T13" fmla="*/ 674 h 674"/>
            </a:gdLst>
            <a:ahLst/>
            <a:cxnLst>
              <a:cxn ang="0">
                <a:pos x="T0" y="T1"/>
              </a:cxn>
              <a:cxn ang="0">
                <a:pos x="T2" y="T3"/>
              </a:cxn>
              <a:cxn ang="0">
                <a:pos x="T4" y="T5"/>
              </a:cxn>
              <a:cxn ang="0">
                <a:pos x="T6" y="T7"/>
              </a:cxn>
              <a:cxn ang="0">
                <a:pos x="T8" y="T9"/>
              </a:cxn>
              <a:cxn ang="0">
                <a:pos x="T10" y="T11"/>
              </a:cxn>
              <a:cxn ang="0">
                <a:pos x="T12" y="T13"/>
              </a:cxn>
            </a:cxnLst>
            <a:rect l="0" t="0" r="r" b="b"/>
            <a:pathLst>
              <a:path w="3244" h="674">
                <a:moveTo>
                  <a:pt x="2907" y="674"/>
                </a:moveTo>
                <a:cubicBezTo>
                  <a:pt x="3093" y="674"/>
                  <a:pt x="3244" y="523"/>
                  <a:pt x="3244" y="337"/>
                </a:cubicBezTo>
                <a:cubicBezTo>
                  <a:pt x="3244" y="151"/>
                  <a:pt x="3093" y="0"/>
                  <a:pt x="2907" y="0"/>
                </a:cubicBezTo>
                <a:cubicBezTo>
                  <a:pt x="337" y="0"/>
                  <a:pt x="337" y="0"/>
                  <a:pt x="337" y="0"/>
                </a:cubicBezTo>
                <a:cubicBezTo>
                  <a:pt x="151" y="0"/>
                  <a:pt x="0" y="151"/>
                  <a:pt x="0" y="337"/>
                </a:cubicBezTo>
                <a:cubicBezTo>
                  <a:pt x="0" y="523"/>
                  <a:pt x="151" y="674"/>
                  <a:pt x="337" y="674"/>
                </a:cubicBezTo>
                <a:lnTo>
                  <a:pt x="2907" y="674"/>
                </a:lnTo>
                <a:close/>
              </a:path>
            </a:pathLst>
          </a:custGeom>
          <a:solidFill>
            <a:srgbClr val="76A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 name="Freeform 6"/>
          <p:cNvSpPr>
            <a:spLocks/>
          </p:cNvSpPr>
          <p:nvPr/>
        </p:nvSpPr>
        <p:spPr bwMode="auto">
          <a:xfrm>
            <a:off x="2239537" y="2620418"/>
            <a:ext cx="4566032" cy="949168"/>
          </a:xfrm>
          <a:custGeom>
            <a:avLst/>
            <a:gdLst>
              <a:gd name="T0" fmla="*/ 2907 w 3244"/>
              <a:gd name="T1" fmla="*/ 675 h 675"/>
              <a:gd name="T2" fmla="*/ 3244 w 3244"/>
              <a:gd name="T3" fmla="*/ 337 h 675"/>
              <a:gd name="T4" fmla="*/ 2907 w 3244"/>
              <a:gd name="T5" fmla="*/ 0 h 675"/>
              <a:gd name="T6" fmla="*/ 337 w 3244"/>
              <a:gd name="T7" fmla="*/ 0 h 675"/>
              <a:gd name="T8" fmla="*/ 0 w 3244"/>
              <a:gd name="T9" fmla="*/ 337 h 675"/>
              <a:gd name="T10" fmla="*/ 337 w 3244"/>
              <a:gd name="T11" fmla="*/ 675 h 675"/>
              <a:gd name="T12" fmla="*/ 2907 w 3244"/>
              <a:gd name="T13" fmla="*/ 675 h 675"/>
            </a:gdLst>
            <a:ahLst/>
            <a:cxnLst>
              <a:cxn ang="0">
                <a:pos x="T0" y="T1"/>
              </a:cxn>
              <a:cxn ang="0">
                <a:pos x="T2" y="T3"/>
              </a:cxn>
              <a:cxn ang="0">
                <a:pos x="T4" y="T5"/>
              </a:cxn>
              <a:cxn ang="0">
                <a:pos x="T6" y="T7"/>
              </a:cxn>
              <a:cxn ang="0">
                <a:pos x="T8" y="T9"/>
              </a:cxn>
              <a:cxn ang="0">
                <a:pos x="T10" y="T11"/>
              </a:cxn>
              <a:cxn ang="0">
                <a:pos x="T12" y="T13"/>
              </a:cxn>
            </a:cxnLst>
            <a:rect l="0" t="0" r="r" b="b"/>
            <a:pathLst>
              <a:path w="3244" h="675">
                <a:moveTo>
                  <a:pt x="2907" y="675"/>
                </a:moveTo>
                <a:cubicBezTo>
                  <a:pt x="3093" y="675"/>
                  <a:pt x="3244" y="523"/>
                  <a:pt x="3244" y="337"/>
                </a:cubicBezTo>
                <a:cubicBezTo>
                  <a:pt x="3244" y="151"/>
                  <a:pt x="3093" y="0"/>
                  <a:pt x="2907" y="0"/>
                </a:cubicBezTo>
                <a:cubicBezTo>
                  <a:pt x="337" y="0"/>
                  <a:pt x="337" y="0"/>
                  <a:pt x="337" y="0"/>
                </a:cubicBezTo>
                <a:cubicBezTo>
                  <a:pt x="151" y="0"/>
                  <a:pt x="0" y="151"/>
                  <a:pt x="0" y="337"/>
                </a:cubicBezTo>
                <a:cubicBezTo>
                  <a:pt x="0" y="523"/>
                  <a:pt x="151" y="675"/>
                  <a:pt x="337" y="675"/>
                </a:cubicBezTo>
                <a:lnTo>
                  <a:pt x="2907" y="675"/>
                </a:lnTo>
                <a:close/>
              </a:path>
            </a:pathLst>
          </a:custGeom>
          <a:solidFill>
            <a:srgbClr val="20A0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 name="Freeform 5"/>
          <p:cNvSpPr>
            <a:spLocks/>
          </p:cNvSpPr>
          <p:nvPr/>
        </p:nvSpPr>
        <p:spPr bwMode="auto">
          <a:xfrm>
            <a:off x="2239537" y="1379642"/>
            <a:ext cx="4566032" cy="949168"/>
          </a:xfrm>
          <a:custGeom>
            <a:avLst/>
            <a:gdLst>
              <a:gd name="T0" fmla="*/ 2907 w 3244"/>
              <a:gd name="T1" fmla="*/ 674 h 674"/>
              <a:gd name="T2" fmla="*/ 3244 w 3244"/>
              <a:gd name="T3" fmla="*/ 337 h 674"/>
              <a:gd name="T4" fmla="*/ 2907 w 3244"/>
              <a:gd name="T5" fmla="*/ 0 h 674"/>
              <a:gd name="T6" fmla="*/ 337 w 3244"/>
              <a:gd name="T7" fmla="*/ 0 h 674"/>
              <a:gd name="T8" fmla="*/ 0 w 3244"/>
              <a:gd name="T9" fmla="*/ 337 h 674"/>
              <a:gd name="T10" fmla="*/ 337 w 3244"/>
              <a:gd name="T11" fmla="*/ 674 h 674"/>
              <a:gd name="T12" fmla="*/ 2907 w 3244"/>
              <a:gd name="T13" fmla="*/ 674 h 674"/>
            </a:gdLst>
            <a:ahLst/>
            <a:cxnLst>
              <a:cxn ang="0">
                <a:pos x="T0" y="T1"/>
              </a:cxn>
              <a:cxn ang="0">
                <a:pos x="T2" y="T3"/>
              </a:cxn>
              <a:cxn ang="0">
                <a:pos x="T4" y="T5"/>
              </a:cxn>
              <a:cxn ang="0">
                <a:pos x="T6" y="T7"/>
              </a:cxn>
              <a:cxn ang="0">
                <a:pos x="T8" y="T9"/>
              </a:cxn>
              <a:cxn ang="0">
                <a:pos x="T10" y="T11"/>
              </a:cxn>
              <a:cxn ang="0">
                <a:pos x="T12" y="T13"/>
              </a:cxn>
            </a:cxnLst>
            <a:rect l="0" t="0" r="r" b="b"/>
            <a:pathLst>
              <a:path w="3244" h="674">
                <a:moveTo>
                  <a:pt x="2907" y="674"/>
                </a:moveTo>
                <a:cubicBezTo>
                  <a:pt x="3093" y="674"/>
                  <a:pt x="3244" y="523"/>
                  <a:pt x="3244" y="337"/>
                </a:cubicBezTo>
                <a:cubicBezTo>
                  <a:pt x="3244" y="151"/>
                  <a:pt x="3093" y="0"/>
                  <a:pt x="2907" y="0"/>
                </a:cubicBezTo>
                <a:cubicBezTo>
                  <a:pt x="337" y="0"/>
                  <a:pt x="337" y="0"/>
                  <a:pt x="337" y="0"/>
                </a:cubicBezTo>
                <a:cubicBezTo>
                  <a:pt x="151" y="0"/>
                  <a:pt x="0" y="151"/>
                  <a:pt x="0" y="337"/>
                </a:cubicBezTo>
                <a:cubicBezTo>
                  <a:pt x="0" y="523"/>
                  <a:pt x="151" y="674"/>
                  <a:pt x="337" y="674"/>
                </a:cubicBezTo>
                <a:lnTo>
                  <a:pt x="2907" y="674"/>
                </a:lnTo>
                <a:close/>
              </a:path>
            </a:pathLst>
          </a:custGeom>
          <a:solidFill>
            <a:srgbClr val="8F7E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pic>
        <p:nvPicPr>
          <p:cNvPr id="62" name="图片 6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962360" y="1178239"/>
            <a:ext cx="5119200" cy="1491293"/>
          </a:xfrm>
          <a:prstGeom prst="rect">
            <a:avLst/>
          </a:prstGeom>
        </p:spPr>
      </p:pic>
      <p:pic>
        <p:nvPicPr>
          <p:cNvPr id="63" name="图片 62"/>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962360" y="2420602"/>
            <a:ext cx="5119200" cy="1491293"/>
          </a:xfrm>
          <a:prstGeom prst="rect">
            <a:avLst/>
          </a:prstGeom>
        </p:spPr>
      </p:pic>
      <p:pic>
        <p:nvPicPr>
          <p:cNvPr id="64" name="图片 63"/>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962360" y="3662965"/>
            <a:ext cx="5119200" cy="1491293"/>
          </a:xfrm>
          <a:prstGeom prst="rect">
            <a:avLst/>
          </a:prstGeom>
        </p:spPr>
      </p:pic>
      <p:pic>
        <p:nvPicPr>
          <p:cNvPr id="65" name="图片 6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962360" y="4905327"/>
            <a:ext cx="5119200" cy="1491293"/>
          </a:xfrm>
          <a:prstGeom prst="rect">
            <a:avLst/>
          </a:prstGeom>
        </p:spPr>
      </p:pic>
      <p:grpSp>
        <p:nvGrpSpPr>
          <p:cNvPr id="66" name="组合 41"/>
          <p:cNvGrpSpPr/>
          <p:nvPr/>
        </p:nvGrpSpPr>
        <p:grpSpPr>
          <a:xfrm>
            <a:off x="2549006" y="5409142"/>
            <a:ext cx="344487" cy="336550"/>
            <a:chOff x="4503738" y="9809163"/>
            <a:chExt cx="344487" cy="336550"/>
          </a:xfrm>
        </p:grpSpPr>
        <p:sp>
          <p:nvSpPr>
            <p:cNvPr id="67" name="Freeform 23"/>
            <p:cNvSpPr>
              <a:spLocks noEditPoints="1"/>
            </p:cNvSpPr>
            <p:nvPr/>
          </p:nvSpPr>
          <p:spPr bwMode="auto">
            <a:xfrm>
              <a:off x="4503738" y="9809163"/>
              <a:ext cx="344487" cy="336550"/>
            </a:xfrm>
            <a:custGeom>
              <a:avLst/>
              <a:gdLst>
                <a:gd name="T0" fmla="*/ 105 w 108"/>
                <a:gd name="T1" fmla="*/ 95 h 107"/>
                <a:gd name="T2" fmla="*/ 76 w 108"/>
                <a:gd name="T3" fmla="*/ 66 h 107"/>
                <a:gd name="T4" fmla="*/ 83 w 108"/>
                <a:gd name="T5" fmla="*/ 42 h 107"/>
                <a:gd name="T6" fmla="*/ 42 w 108"/>
                <a:gd name="T7" fmla="*/ 0 h 107"/>
                <a:gd name="T8" fmla="*/ 0 w 108"/>
                <a:gd name="T9" fmla="*/ 42 h 107"/>
                <a:gd name="T10" fmla="*/ 42 w 108"/>
                <a:gd name="T11" fmla="*/ 83 h 107"/>
                <a:gd name="T12" fmla="*/ 66 w 108"/>
                <a:gd name="T13" fmla="*/ 76 h 107"/>
                <a:gd name="T14" fmla="*/ 95 w 108"/>
                <a:gd name="T15" fmla="*/ 105 h 107"/>
                <a:gd name="T16" fmla="*/ 100 w 108"/>
                <a:gd name="T17" fmla="*/ 107 h 107"/>
                <a:gd name="T18" fmla="*/ 105 w 108"/>
                <a:gd name="T19" fmla="*/ 105 h 107"/>
                <a:gd name="T20" fmla="*/ 105 w 108"/>
                <a:gd name="T21" fmla="*/ 95 h 107"/>
                <a:gd name="T22" fmla="*/ 7 w 108"/>
                <a:gd name="T23" fmla="*/ 42 h 107"/>
                <a:gd name="T24" fmla="*/ 42 w 108"/>
                <a:gd name="T25" fmla="*/ 7 h 107"/>
                <a:gd name="T26" fmla="*/ 76 w 108"/>
                <a:gd name="T27" fmla="*/ 42 h 107"/>
                <a:gd name="T28" fmla="*/ 42 w 108"/>
                <a:gd name="T29" fmla="*/ 76 h 107"/>
                <a:gd name="T30" fmla="*/ 7 w 108"/>
                <a:gd name="T31" fmla="*/ 42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 h="107">
                  <a:moveTo>
                    <a:pt x="105" y="95"/>
                  </a:moveTo>
                  <a:cubicBezTo>
                    <a:pt x="76" y="66"/>
                    <a:pt x="76" y="66"/>
                    <a:pt x="76" y="66"/>
                  </a:cubicBezTo>
                  <a:cubicBezTo>
                    <a:pt x="81" y="59"/>
                    <a:pt x="83" y="51"/>
                    <a:pt x="83" y="42"/>
                  </a:cubicBezTo>
                  <a:cubicBezTo>
                    <a:pt x="83" y="19"/>
                    <a:pt x="65" y="0"/>
                    <a:pt x="42" y="0"/>
                  </a:cubicBezTo>
                  <a:cubicBezTo>
                    <a:pt x="19" y="0"/>
                    <a:pt x="0" y="19"/>
                    <a:pt x="0" y="42"/>
                  </a:cubicBezTo>
                  <a:cubicBezTo>
                    <a:pt x="0" y="65"/>
                    <a:pt x="19" y="83"/>
                    <a:pt x="42" y="83"/>
                  </a:cubicBezTo>
                  <a:cubicBezTo>
                    <a:pt x="51" y="83"/>
                    <a:pt x="59" y="81"/>
                    <a:pt x="66" y="76"/>
                  </a:cubicBezTo>
                  <a:cubicBezTo>
                    <a:pt x="95" y="105"/>
                    <a:pt x="95" y="105"/>
                    <a:pt x="95" y="105"/>
                  </a:cubicBezTo>
                  <a:cubicBezTo>
                    <a:pt x="96" y="106"/>
                    <a:pt x="98" y="107"/>
                    <a:pt x="100" y="107"/>
                  </a:cubicBezTo>
                  <a:cubicBezTo>
                    <a:pt x="101" y="107"/>
                    <a:pt x="103" y="106"/>
                    <a:pt x="105" y="105"/>
                  </a:cubicBezTo>
                  <a:cubicBezTo>
                    <a:pt x="108" y="102"/>
                    <a:pt x="108" y="97"/>
                    <a:pt x="105" y="95"/>
                  </a:cubicBezTo>
                  <a:moveTo>
                    <a:pt x="7" y="42"/>
                  </a:moveTo>
                  <a:cubicBezTo>
                    <a:pt x="7" y="23"/>
                    <a:pt x="23" y="7"/>
                    <a:pt x="42" y="7"/>
                  </a:cubicBezTo>
                  <a:cubicBezTo>
                    <a:pt x="61" y="7"/>
                    <a:pt x="76" y="23"/>
                    <a:pt x="76" y="42"/>
                  </a:cubicBezTo>
                  <a:cubicBezTo>
                    <a:pt x="76" y="61"/>
                    <a:pt x="61" y="76"/>
                    <a:pt x="42" y="76"/>
                  </a:cubicBezTo>
                  <a:cubicBezTo>
                    <a:pt x="23" y="76"/>
                    <a:pt x="7" y="61"/>
                    <a:pt x="7" y="42"/>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 name="Freeform 24"/>
            <p:cNvSpPr>
              <a:spLocks/>
            </p:cNvSpPr>
            <p:nvPr/>
          </p:nvSpPr>
          <p:spPr bwMode="auto">
            <a:xfrm>
              <a:off x="4567238" y="9869488"/>
              <a:ext cx="138112" cy="138113"/>
            </a:xfrm>
            <a:custGeom>
              <a:avLst/>
              <a:gdLst>
                <a:gd name="T0" fmla="*/ 39 w 43"/>
                <a:gd name="T1" fmla="*/ 18 h 44"/>
                <a:gd name="T2" fmla="*/ 25 w 43"/>
                <a:gd name="T3" fmla="*/ 18 h 44"/>
                <a:gd name="T4" fmla="*/ 25 w 43"/>
                <a:gd name="T5" fmla="*/ 4 h 44"/>
                <a:gd name="T6" fmla="*/ 21 w 43"/>
                <a:gd name="T7" fmla="*/ 0 h 44"/>
                <a:gd name="T8" fmla="*/ 18 w 43"/>
                <a:gd name="T9" fmla="*/ 4 h 44"/>
                <a:gd name="T10" fmla="*/ 18 w 43"/>
                <a:gd name="T11" fmla="*/ 18 h 44"/>
                <a:gd name="T12" fmla="*/ 3 w 43"/>
                <a:gd name="T13" fmla="*/ 18 h 44"/>
                <a:gd name="T14" fmla="*/ 0 w 43"/>
                <a:gd name="T15" fmla="*/ 22 h 44"/>
                <a:gd name="T16" fmla="*/ 3 w 43"/>
                <a:gd name="T17" fmla="*/ 26 h 44"/>
                <a:gd name="T18" fmla="*/ 18 w 43"/>
                <a:gd name="T19" fmla="*/ 26 h 44"/>
                <a:gd name="T20" fmla="*/ 18 w 43"/>
                <a:gd name="T21" fmla="*/ 40 h 44"/>
                <a:gd name="T22" fmla="*/ 21 w 43"/>
                <a:gd name="T23" fmla="*/ 44 h 44"/>
                <a:gd name="T24" fmla="*/ 25 w 43"/>
                <a:gd name="T25" fmla="*/ 40 h 44"/>
                <a:gd name="T26" fmla="*/ 25 w 43"/>
                <a:gd name="T27" fmla="*/ 26 h 44"/>
                <a:gd name="T28" fmla="*/ 39 w 43"/>
                <a:gd name="T29" fmla="*/ 26 h 44"/>
                <a:gd name="T30" fmla="*/ 43 w 43"/>
                <a:gd name="T31" fmla="*/ 22 h 44"/>
                <a:gd name="T32" fmla="*/ 39 w 43"/>
                <a:gd name="T33" fmla="*/ 1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3" h="44">
                  <a:moveTo>
                    <a:pt x="39" y="18"/>
                  </a:moveTo>
                  <a:cubicBezTo>
                    <a:pt x="25" y="18"/>
                    <a:pt x="25" y="18"/>
                    <a:pt x="25" y="18"/>
                  </a:cubicBezTo>
                  <a:cubicBezTo>
                    <a:pt x="25" y="4"/>
                    <a:pt x="25" y="4"/>
                    <a:pt x="25" y="4"/>
                  </a:cubicBezTo>
                  <a:cubicBezTo>
                    <a:pt x="25" y="2"/>
                    <a:pt x="23" y="0"/>
                    <a:pt x="21" y="0"/>
                  </a:cubicBezTo>
                  <a:cubicBezTo>
                    <a:pt x="19" y="0"/>
                    <a:pt x="18" y="2"/>
                    <a:pt x="18" y="4"/>
                  </a:cubicBezTo>
                  <a:cubicBezTo>
                    <a:pt x="18" y="18"/>
                    <a:pt x="18" y="18"/>
                    <a:pt x="18" y="18"/>
                  </a:cubicBezTo>
                  <a:cubicBezTo>
                    <a:pt x="3" y="18"/>
                    <a:pt x="3" y="18"/>
                    <a:pt x="3" y="18"/>
                  </a:cubicBezTo>
                  <a:cubicBezTo>
                    <a:pt x="1" y="18"/>
                    <a:pt x="0" y="20"/>
                    <a:pt x="0" y="22"/>
                  </a:cubicBezTo>
                  <a:cubicBezTo>
                    <a:pt x="0" y="24"/>
                    <a:pt x="1" y="26"/>
                    <a:pt x="3" y="26"/>
                  </a:cubicBezTo>
                  <a:cubicBezTo>
                    <a:pt x="18" y="26"/>
                    <a:pt x="18" y="26"/>
                    <a:pt x="18" y="26"/>
                  </a:cubicBezTo>
                  <a:cubicBezTo>
                    <a:pt x="18" y="40"/>
                    <a:pt x="18" y="40"/>
                    <a:pt x="18" y="40"/>
                  </a:cubicBezTo>
                  <a:cubicBezTo>
                    <a:pt x="18" y="42"/>
                    <a:pt x="19" y="44"/>
                    <a:pt x="21" y="44"/>
                  </a:cubicBezTo>
                  <a:cubicBezTo>
                    <a:pt x="23" y="44"/>
                    <a:pt x="25" y="42"/>
                    <a:pt x="25" y="40"/>
                  </a:cubicBezTo>
                  <a:cubicBezTo>
                    <a:pt x="25" y="26"/>
                    <a:pt x="25" y="26"/>
                    <a:pt x="25" y="26"/>
                  </a:cubicBezTo>
                  <a:cubicBezTo>
                    <a:pt x="39" y="26"/>
                    <a:pt x="39" y="26"/>
                    <a:pt x="39" y="26"/>
                  </a:cubicBezTo>
                  <a:cubicBezTo>
                    <a:pt x="41" y="26"/>
                    <a:pt x="43" y="24"/>
                    <a:pt x="43" y="22"/>
                  </a:cubicBezTo>
                  <a:cubicBezTo>
                    <a:pt x="43" y="20"/>
                    <a:pt x="41" y="18"/>
                    <a:pt x="39" y="18"/>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72" name="组合 40"/>
          <p:cNvGrpSpPr/>
          <p:nvPr/>
        </p:nvGrpSpPr>
        <p:grpSpPr>
          <a:xfrm>
            <a:off x="2415656" y="1605403"/>
            <a:ext cx="608012" cy="365125"/>
            <a:chOff x="4370388" y="1439863"/>
            <a:chExt cx="608012" cy="365125"/>
          </a:xfrm>
        </p:grpSpPr>
        <p:sp>
          <p:nvSpPr>
            <p:cNvPr id="73" name="Freeform 25"/>
            <p:cNvSpPr>
              <a:spLocks noEditPoints="1"/>
            </p:cNvSpPr>
            <p:nvPr/>
          </p:nvSpPr>
          <p:spPr bwMode="auto">
            <a:xfrm>
              <a:off x="4605338" y="1439863"/>
              <a:ext cx="373062" cy="365125"/>
            </a:xfrm>
            <a:custGeom>
              <a:avLst/>
              <a:gdLst>
                <a:gd name="T0" fmla="*/ 117 w 117"/>
                <a:gd name="T1" fmla="*/ 58 h 116"/>
                <a:gd name="T2" fmla="*/ 101 w 117"/>
                <a:gd name="T3" fmla="*/ 51 h 116"/>
                <a:gd name="T4" fmla="*/ 106 w 117"/>
                <a:gd name="T5" fmla="*/ 39 h 116"/>
                <a:gd name="T6" fmla="*/ 99 w 117"/>
                <a:gd name="T7" fmla="*/ 26 h 116"/>
                <a:gd name="T8" fmla="*/ 86 w 117"/>
                <a:gd name="T9" fmla="*/ 24 h 116"/>
                <a:gd name="T10" fmla="*/ 87 w 117"/>
                <a:gd name="T11" fmla="*/ 7 h 116"/>
                <a:gd name="T12" fmla="*/ 74 w 117"/>
                <a:gd name="T13" fmla="*/ 17 h 116"/>
                <a:gd name="T14" fmla="*/ 65 w 117"/>
                <a:gd name="T15" fmla="*/ 7 h 116"/>
                <a:gd name="T16" fmla="*/ 51 w 117"/>
                <a:gd name="T17" fmla="*/ 7 h 116"/>
                <a:gd name="T18" fmla="*/ 43 w 117"/>
                <a:gd name="T19" fmla="*/ 17 h 116"/>
                <a:gd name="T20" fmla="*/ 29 w 117"/>
                <a:gd name="T21" fmla="*/ 7 h 116"/>
                <a:gd name="T22" fmla="*/ 30 w 117"/>
                <a:gd name="T23" fmla="*/ 24 h 116"/>
                <a:gd name="T24" fmla="*/ 18 w 117"/>
                <a:gd name="T25" fmla="*/ 26 h 116"/>
                <a:gd name="T26" fmla="*/ 10 w 117"/>
                <a:gd name="T27" fmla="*/ 39 h 116"/>
                <a:gd name="T28" fmla="*/ 15 w 117"/>
                <a:gd name="T29" fmla="*/ 51 h 116"/>
                <a:gd name="T30" fmla="*/ 0 w 117"/>
                <a:gd name="T31" fmla="*/ 58 h 116"/>
                <a:gd name="T32" fmla="*/ 15 w 117"/>
                <a:gd name="T33" fmla="*/ 65 h 116"/>
                <a:gd name="T34" fmla="*/ 10 w 117"/>
                <a:gd name="T35" fmla="*/ 77 h 116"/>
                <a:gd name="T36" fmla="*/ 18 w 117"/>
                <a:gd name="T37" fmla="*/ 90 h 116"/>
                <a:gd name="T38" fmla="*/ 30 w 117"/>
                <a:gd name="T39" fmla="*/ 92 h 116"/>
                <a:gd name="T40" fmla="*/ 29 w 117"/>
                <a:gd name="T41" fmla="*/ 108 h 116"/>
                <a:gd name="T42" fmla="*/ 43 w 117"/>
                <a:gd name="T43" fmla="*/ 99 h 116"/>
                <a:gd name="T44" fmla="*/ 51 w 117"/>
                <a:gd name="T45" fmla="*/ 109 h 116"/>
                <a:gd name="T46" fmla="*/ 65 w 117"/>
                <a:gd name="T47" fmla="*/ 109 h 116"/>
                <a:gd name="T48" fmla="*/ 74 w 117"/>
                <a:gd name="T49" fmla="*/ 99 h 116"/>
                <a:gd name="T50" fmla="*/ 87 w 117"/>
                <a:gd name="T51" fmla="*/ 108 h 116"/>
                <a:gd name="T52" fmla="*/ 86 w 117"/>
                <a:gd name="T53" fmla="*/ 92 h 116"/>
                <a:gd name="T54" fmla="*/ 99 w 117"/>
                <a:gd name="T55" fmla="*/ 90 h 116"/>
                <a:gd name="T56" fmla="*/ 106 w 117"/>
                <a:gd name="T57" fmla="*/ 77 h 116"/>
                <a:gd name="T58" fmla="*/ 101 w 117"/>
                <a:gd name="T59" fmla="*/ 65 h 116"/>
                <a:gd name="T60" fmla="*/ 58 w 117"/>
                <a:gd name="T61" fmla="*/ 94 h 116"/>
                <a:gd name="T62" fmla="*/ 58 w 117"/>
                <a:gd name="T63" fmla="*/ 21 h 116"/>
                <a:gd name="T64" fmla="*/ 58 w 117"/>
                <a:gd name="T65" fmla="*/ 94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7" h="116">
                  <a:moveTo>
                    <a:pt x="109" y="65"/>
                  </a:moveTo>
                  <a:cubicBezTo>
                    <a:pt x="113" y="65"/>
                    <a:pt x="117" y="62"/>
                    <a:pt x="117" y="58"/>
                  </a:cubicBezTo>
                  <a:cubicBezTo>
                    <a:pt x="117" y="54"/>
                    <a:pt x="113" y="51"/>
                    <a:pt x="109" y="51"/>
                  </a:cubicBezTo>
                  <a:cubicBezTo>
                    <a:pt x="101" y="51"/>
                    <a:pt x="101" y="51"/>
                    <a:pt x="101" y="51"/>
                  </a:cubicBezTo>
                  <a:cubicBezTo>
                    <a:pt x="101" y="48"/>
                    <a:pt x="100" y="45"/>
                    <a:pt x="99" y="43"/>
                  </a:cubicBezTo>
                  <a:cubicBezTo>
                    <a:pt x="106" y="39"/>
                    <a:pt x="106" y="39"/>
                    <a:pt x="106" y="39"/>
                  </a:cubicBezTo>
                  <a:cubicBezTo>
                    <a:pt x="110" y="37"/>
                    <a:pt x="111" y="32"/>
                    <a:pt x="109" y="29"/>
                  </a:cubicBezTo>
                  <a:cubicBezTo>
                    <a:pt x="107" y="25"/>
                    <a:pt x="102" y="24"/>
                    <a:pt x="99" y="26"/>
                  </a:cubicBezTo>
                  <a:cubicBezTo>
                    <a:pt x="92" y="30"/>
                    <a:pt x="92" y="30"/>
                    <a:pt x="92" y="30"/>
                  </a:cubicBezTo>
                  <a:cubicBezTo>
                    <a:pt x="90" y="28"/>
                    <a:pt x="88" y="26"/>
                    <a:pt x="86" y="24"/>
                  </a:cubicBezTo>
                  <a:cubicBezTo>
                    <a:pt x="90" y="17"/>
                    <a:pt x="90" y="17"/>
                    <a:pt x="90" y="17"/>
                  </a:cubicBezTo>
                  <a:cubicBezTo>
                    <a:pt x="92" y="14"/>
                    <a:pt x="91" y="9"/>
                    <a:pt x="87" y="7"/>
                  </a:cubicBezTo>
                  <a:cubicBezTo>
                    <a:pt x="84" y="5"/>
                    <a:pt x="80" y="7"/>
                    <a:pt x="78" y="10"/>
                  </a:cubicBezTo>
                  <a:cubicBezTo>
                    <a:pt x="74" y="17"/>
                    <a:pt x="74" y="17"/>
                    <a:pt x="74" y="17"/>
                  </a:cubicBezTo>
                  <a:cubicBezTo>
                    <a:pt x="71" y="16"/>
                    <a:pt x="68" y="15"/>
                    <a:pt x="65" y="15"/>
                  </a:cubicBezTo>
                  <a:cubicBezTo>
                    <a:pt x="65" y="7"/>
                    <a:pt x="65" y="7"/>
                    <a:pt x="65" y="7"/>
                  </a:cubicBezTo>
                  <a:cubicBezTo>
                    <a:pt x="65" y="3"/>
                    <a:pt x="62" y="0"/>
                    <a:pt x="58" y="0"/>
                  </a:cubicBezTo>
                  <a:cubicBezTo>
                    <a:pt x="54" y="0"/>
                    <a:pt x="51" y="3"/>
                    <a:pt x="51" y="7"/>
                  </a:cubicBezTo>
                  <a:cubicBezTo>
                    <a:pt x="51" y="15"/>
                    <a:pt x="51" y="15"/>
                    <a:pt x="51" y="15"/>
                  </a:cubicBezTo>
                  <a:cubicBezTo>
                    <a:pt x="48" y="15"/>
                    <a:pt x="46" y="16"/>
                    <a:pt x="43" y="17"/>
                  </a:cubicBezTo>
                  <a:cubicBezTo>
                    <a:pt x="39" y="10"/>
                    <a:pt x="39" y="10"/>
                    <a:pt x="39" y="10"/>
                  </a:cubicBezTo>
                  <a:cubicBezTo>
                    <a:pt x="37" y="7"/>
                    <a:pt x="33" y="5"/>
                    <a:pt x="29" y="7"/>
                  </a:cubicBezTo>
                  <a:cubicBezTo>
                    <a:pt x="26" y="9"/>
                    <a:pt x="24" y="14"/>
                    <a:pt x="26" y="17"/>
                  </a:cubicBezTo>
                  <a:cubicBezTo>
                    <a:pt x="30" y="24"/>
                    <a:pt x="30" y="24"/>
                    <a:pt x="30" y="24"/>
                  </a:cubicBezTo>
                  <a:cubicBezTo>
                    <a:pt x="28" y="26"/>
                    <a:pt x="26" y="28"/>
                    <a:pt x="25" y="30"/>
                  </a:cubicBezTo>
                  <a:cubicBezTo>
                    <a:pt x="18" y="26"/>
                    <a:pt x="18" y="26"/>
                    <a:pt x="18" y="26"/>
                  </a:cubicBezTo>
                  <a:cubicBezTo>
                    <a:pt x="14" y="24"/>
                    <a:pt x="10" y="25"/>
                    <a:pt x="8" y="29"/>
                  </a:cubicBezTo>
                  <a:cubicBezTo>
                    <a:pt x="6" y="32"/>
                    <a:pt x="7" y="37"/>
                    <a:pt x="10" y="39"/>
                  </a:cubicBezTo>
                  <a:cubicBezTo>
                    <a:pt x="17" y="43"/>
                    <a:pt x="17" y="43"/>
                    <a:pt x="17" y="43"/>
                  </a:cubicBezTo>
                  <a:cubicBezTo>
                    <a:pt x="16" y="45"/>
                    <a:pt x="16" y="48"/>
                    <a:pt x="15" y="51"/>
                  </a:cubicBezTo>
                  <a:cubicBezTo>
                    <a:pt x="7" y="51"/>
                    <a:pt x="7" y="51"/>
                    <a:pt x="7" y="51"/>
                  </a:cubicBezTo>
                  <a:cubicBezTo>
                    <a:pt x="3" y="51"/>
                    <a:pt x="0" y="54"/>
                    <a:pt x="0" y="58"/>
                  </a:cubicBezTo>
                  <a:cubicBezTo>
                    <a:pt x="0" y="62"/>
                    <a:pt x="3" y="65"/>
                    <a:pt x="7" y="65"/>
                  </a:cubicBezTo>
                  <a:cubicBezTo>
                    <a:pt x="15" y="65"/>
                    <a:pt x="15" y="65"/>
                    <a:pt x="15" y="65"/>
                  </a:cubicBezTo>
                  <a:cubicBezTo>
                    <a:pt x="16" y="68"/>
                    <a:pt x="16" y="71"/>
                    <a:pt x="17" y="73"/>
                  </a:cubicBezTo>
                  <a:cubicBezTo>
                    <a:pt x="10" y="77"/>
                    <a:pt x="10" y="77"/>
                    <a:pt x="10" y="77"/>
                  </a:cubicBezTo>
                  <a:cubicBezTo>
                    <a:pt x="7" y="79"/>
                    <a:pt x="6" y="84"/>
                    <a:pt x="8" y="87"/>
                  </a:cubicBezTo>
                  <a:cubicBezTo>
                    <a:pt x="10" y="91"/>
                    <a:pt x="14" y="92"/>
                    <a:pt x="18" y="90"/>
                  </a:cubicBezTo>
                  <a:cubicBezTo>
                    <a:pt x="25" y="86"/>
                    <a:pt x="25" y="86"/>
                    <a:pt x="25" y="86"/>
                  </a:cubicBezTo>
                  <a:cubicBezTo>
                    <a:pt x="26" y="88"/>
                    <a:pt x="28" y="90"/>
                    <a:pt x="30" y="92"/>
                  </a:cubicBezTo>
                  <a:cubicBezTo>
                    <a:pt x="26" y="99"/>
                    <a:pt x="26" y="99"/>
                    <a:pt x="26" y="99"/>
                  </a:cubicBezTo>
                  <a:cubicBezTo>
                    <a:pt x="24" y="102"/>
                    <a:pt x="26" y="106"/>
                    <a:pt x="29" y="108"/>
                  </a:cubicBezTo>
                  <a:cubicBezTo>
                    <a:pt x="33" y="110"/>
                    <a:pt x="37" y="109"/>
                    <a:pt x="39" y="106"/>
                  </a:cubicBezTo>
                  <a:cubicBezTo>
                    <a:pt x="43" y="99"/>
                    <a:pt x="43" y="99"/>
                    <a:pt x="43" y="99"/>
                  </a:cubicBezTo>
                  <a:cubicBezTo>
                    <a:pt x="46" y="100"/>
                    <a:pt x="48" y="101"/>
                    <a:pt x="51" y="101"/>
                  </a:cubicBezTo>
                  <a:cubicBezTo>
                    <a:pt x="51" y="109"/>
                    <a:pt x="51" y="109"/>
                    <a:pt x="51" y="109"/>
                  </a:cubicBezTo>
                  <a:cubicBezTo>
                    <a:pt x="51" y="113"/>
                    <a:pt x="54" y="116"/>
                    <a:pt x="58" y="116"/>
                  </a:cubicBezTo>
                  <a:cubicBezTo>
                    <a:pt x="62" y="116"/>
                    <a:pt x="65" y="113"/>
                    <a:pt x="65" y="109"/>
                  </a:cubicBezTo>
                  <a:cubicBezTo>
                    <a:pt x="65" y="101"/>
                    <a:pt x="65" y="101"/>
                    <a:pt x="65" y="101"/>
                  </a:cubicBezTo>
                  <a:cubicBezTo>
                    <a:pt x="68" y="101"/>
                    <a:pt x="71" y="100"/>
                    <a:pt x="74" y="99"/>
                  </a:cubicBezTo>
                  <a:cubicBezTo>
                    <a:pt x="78" y="106"/>
                    <a:pt x="78" y="106"/>
                    <a:pt x="78" y="106"/>
                  </a:cubicBezTo>
                  <a:cubicBezTo>
                    <a:pt x="80" y="109"/>
                    <a:pt x="84" y="110"/>
                    <a:pt x="87" y="108"/>
                  </a:cubicBezTo>
                  <a:cubicBezTo>
                    <a:pt x="91" y="106"/>
                    <a:pt x="92" y="102"/>
                    <a:pt x="90" y="99"/>
                  </a:cubicBezTo>
                  <a:cubicBezTo>
                    <a:pt x="86" y="92"/>
                    <a:pt x="86" y="92"/>
                    <a:pt x="86" y="92"/>
                  </a:cubicBezTo>
                  <a:cubicBezTo>
                    <a:pt x="88" y="90"/>
                    <a:pt x="90" y="88"/>
                    <a:pt x="92" y="86"/>
                  </a:cubicBezTo>
                  <a:cubicBezTo>
                    <a:pt x="99" y="90"/>
                    <a:pt x="99" y="90"/>
                    <a:pt x="99" y="90"/>
                  </a:cubicBezTo>
                  <a:cubicBezTo>
                    <a:pt x="102" y="92"/>
                    <a:pt x="107" y="91"/>
                    <a:pt x="109" y="87"/>
                  </a:cubicBezTo>
                  <a:cubicBezTo>
                    <a:pt x="111" y="84"/>
                    <a:pt x="110" y="79"/>
                    <a:pt x="106" y="77"/>
                  </a:cubicBezTo>
                  <a:cubicBezTo>
                    <a:pt x="99" y="73"/>
                    <a:pt x="99" y="73"/>
                    <a:pt x="99" y="73"/>
                  </a:cubicBezTo>
                  <a:cubicBezTo>
                    <a:pt x="100" y="71"/>
                    <a:pt x="101" y="68"/>
                    <a:pt x="101" y="65"/>
                  </a:cubicBezTo>
                  <a:lnTo>
                    <a:pt x="109" y="65"/>
                  </a:lnTo>
                  <a:close/>
                  <a:moveTo>
                    <a:pt x="58" y="94"/>
                  </a:moveTo>
                  <a:cubicBezTo>
                    <a:pt x="38" y="94"/>
                    <a:pt x="22" y="78"/>
                    <a:pt x="22" y="58"/>
                  </a:cubicBezTo>
                  <a:cubicBezTo>
                    <a:pt x="22" y="38"/>
                    <a:pt x="38" y="21"/>
                    <a:pt x="58" y="21"/>
                  </a:cubicBezTo>
                  <a:cubicBezTo>
                    <a:pt x="78" y="21"/>
                    <a:pt x="95" y="38"/>
                    <a:pt x="95" y="58"/>
                  </a:cubicBezTo>
                  <a:cubicBezTo>
                    <a:pt x="95" y="78"/>
                    <a:pt x="78" y="94"/>
                    <a:pt x="58" y="94"/>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 name="Freeform 26"/>
            <p:cNvSpPr>
              <a:spLocks noEditPoints="1"/>
            </p:cNvSpPr>
            <p:nvPr/>
          </p:nvSpPr>
          <p:spPr bwMode="auto">
            <a:xfrm>
              <a:off x="4370388" y="1552576"/>
              <a:ext cx="244475" cy="242888"/>
            </a:xfrm>
            <a:custGeom>
              <a:avLst/>
              <a:gdLst>
                <a:gd name="T0" fmla="*/ 70 w 77"/>
                <a:gd name="T1" fmla="*/ 31 h 77"/>
                <a:gd name="T2" fmla="*/ 64 w 77"/>
                <a:gd name="T3" fmla="*/ 31 h 77"/>
                <a:gd name="T4" fmla="*/ 61 w 77"/>
                <a:gd name="T5" fmla="*/ 26 h 77"/>
                <a:gd name="T6" fmla="*/ 66 w 77"/>
                <a:gd name="T7" fmla="*/ 21 h 77"/>
                <a:gd name="T8" fmla="*/ 66 w 77"/>
                <a:gd name="T9" fmla="*/ 11 h 77"/>
                <a:gd name="T10" fmla="*/ 56 w 77"/>
                <a:gd name="T11" fmla="*/ 11 h 77"/>
                <a:gd name="T12" fmla="*/ 51 w 77"/>
                <a:gd name="T13" fmla="*/ 16 h 77"/>
                <a:gd name="T14" fmla="*/ 46 w 77"/>
                <a:gd name="T15" fmla="*/ 14 h 77"/>
                <a:gd name="T16" fmla="*/ 46 w 77"/>
                <a:gd name="T17" fmla="*/ 7 h 77"/>
                <a:gd name="T18" fmla="*/ 39 w 77"/>
                <a:gd name="T19" fmla="*/ 0 h 77"/>
                <a:gd name="T20" fmla="*/ 32 w 77"/>
                <a:gd name="T21" fmla="*/ 7 h 77"/>
                <a:gd name="T22" fmla="*/ 32 w 77"/>
                <a:gd name="T23" fmla="*/ 14 h 77"/>
                <a:gd name="T24" fmla="*/ 26 w 77"/>
                <a:gd name="T25" fmla="*/ 16 h 77"/>
                <a:gd name="T26" fmla="*/ 22 w 77"/>
                <a:gd name="T27" fmla="*/ 11 h 77"/>
                <a:gd name="T28" fmla="*/ 11 w 77"/>
                <a:gd name="T29" fmla="*/ 11 h 77"/>
                <a:gd name="T30" fmla="*/ 11 w 77"/>
                <a:gd name="T31" fmla="*/ 21 h 77"/>
                <a:gd name="T32" fmla="*/ 16 w 77"/>
                <a:gd name="T33" fmla="*/ 26 h 77"/>
                <a:gd name="T34" fmla="*/ 14 w 77"/>
                <a:gd name="T35" fmla="*/ 31 h 77"/>
                <a:gd name="T36" fmla="*/ 7 w 77"/>
                <a:gd name="T37" fmla="*/ 31 h 77"/>
                <a:gd name="T38" fmla="*/ 0 w 77"/>
                <a:gd name="T39" fmla="*/ 38 h 77"/>
                <a:gd name="T40" fmla="*/ 7 w 77"/>
                <a:gd name="T41" fmla="*/ 46 h 77"/>
                <a:gd name="T42" fmla="*/ 14 w 77"/>
                <a:gd name="T43" fmla="*/ 46 h 77"/>
                <a:gd name="T44" fmla="*/ 16 w 77"/>
                <a:gd name="T45" fmla="*/ 51 h 77"/>
                <a:gd name="T46" fmla="*/ 11 w 77"/>
                <a:gd name="T47" fmla="*/ 56 h 77"/>
                <a:gd name="T48" fmla="*/ 11 w 77"/>
                <a:gd name="T49" fmla="*/ 66 h 77"/>
                <a:gd name="T50" fmla="*/ 22 w 77"/>
                <a:gd name="T51" fmla="*/ 66 h 77"/>
                <a:gd name="T52" fmla="*/ 26 w 77"/>
                <a:gd name="T53" fmla="*/ 61 h 77"/>
                <a:gd name="T54" fmla="*/ 32 w 77"/>
                <a:gd name="T55" fmla="*/ 63 h 77"/>
                <a:gd name="T56" fmla="*/ 32 w 77"/>
                <a:gd name="T57" fmla="*/ 70 h 77"/>
                <a:gd name="T58" fmla="*/ 39 w 77"/>
                <a:gd name="T59" fmla="*/ 77 h 77"/>
                <a:gd name="T60" fmla="*/ 46 w 77"/>
                <a:gd name="T61" fmla="*/ 70 h 77"/>
                <a:gd name="T62" fmla="*/ 46 w 77"/>
                <a:gd name="T63" fmla="*/ 63 h 77"/>
                <a:gd name="T64" fmla="*/ 51 w 77"/>
                <a:gd name="T65" fmla="*/ 61 h 77"/>
                <a:gd name="T66" fmla="*/ 56 w 77"/>
                <a:gd name="T67" fmla="*/ 66 h 77"/>
                <a:gd name="T68" fmla="*/ 66 w 77"/>
                <a:gd name="T69" fmla="*/ 66 h 77"/>
                <a:gd name="T70" fmla="*/ 66 w 77"/>
                <a:gd name="T71" fmla="*/ 56 h 77"/>
                <a:gd name="T72" fmla="*/ 61 w 77"/>
                <a:gd name="T73" fmla="*/ 51 h 77"/>
                <a:gd name="T74" fmla="*/ 64 w 77"/>
                <a:gd name="T75" fmla="*/ 46 h 77"/>
                <a:gd name="T76" fmla="*/ 70 w 77"/>
                <a:gd name="T77" fmla="*/ 46 h 77"/>
                <a:gd name="T78" fmla="*/ 77 w 77"/>
                <a:gd name="T79" fmla="*/ 38 h 77"/>
                <a:gd name="T80" fmla="*/ 70 w 77"/>
                <a:gd name="T81" fmla="*/ 31 h 77"/>
                <a:gd name="T82" fmla="*/ 39 w 77"/>
                <a:gd name="T83" fmla="*/ 57 h 77"/>
                <a:gd name="T84" fmla="*/ 20 w 77"/>
                <a:gd name="T85" fmla="*/ 38 h 77"/>
                <a:gd name="T86" fmla="*/ 39 w 77"/>
                <a:gd name="T87" fmla="*/ 20 h 77"/>
                <a:gd name="T88" fmla="*/ 57 w 77"/>
                <a:gd name="T89" fmla="*/ 38 h 77"/>
                <a:gd name="T90" fmla="*/ 39 w 77"/>
                <a:gd name="T91" fmla="*/ 5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7" h="77">
                  <a:moveTo>
                    <a:pt x="70" y="31"/>
                  </a:moveTo>
                  <a:cubicBezTo>
                    <a:pt x="64" y="31"/>
                    <a:pt x="64" y="31"/>
                    <a:pt x="64" y="31"/>
                  </a:cubicBezTo>
                  <a:cubicBezTo>
                    <a:pt x="63" y="29"/>
                    <a:pt x="62" y="28"/>
                    <a:pt x="61" y="26"/>
                  </a:cubicBezTo>
                  <a:cubicBezTo>
                    <a:pt x="66" y="21"/>
                    <a:pt x="66" y="21"/>
                    <a:pt x="66" y="21"/>
                  </a:cubicBezTo>
                  <a:cubicBezTo>
                    <a:pt x="69" y="18"/>
                    <a:pt x="69" y="14"/>
                    <a:pt x="66" y="11"/>
                  </a:cubicBezTo>
                  <a:cubicBezTo>
                    <a:pt x="63" y="8"/>
                    <a:pt x="59" y="8"/>
                    <a:pt x="56" y="11"/>
                  </a:cubicBezTo>
                  <a:cubicBezTo>
                    <a:pt x="51" y="16"/>
                    <a:pt x="51" y="16"/>
                    <a:pt x="51" y="16"/>
                  </a:cubicBezTo>
                  <a:cubicBezTo>
                    <a:pt x="50" y="15"/>
                    <a:pt x="48" y="14"/>
                    <a:pt x="46" y="14"/>
                  </a:cubicBezTo>
                  <a:cubicBezTo>
                    <a:pt x="46" y="7"/>
                    <a:pt x="46" y="7"/>
                    <a:pt x="46" y="7"/>
                  </a:cubicBezTo>
                  <a:cubicBezTo>
                    <a:pt x="46" y="3"/>
                    <a:pt x="43" y="0"/>
                    <a:pt x="39" y="0"/>
                  </a:cubicBezTo>
                  <a:cubicBezTo>
                    <a:pt x="35" y="0"/>
                    <a:pt x="32" y="3"/>
                    <a:pt x="32" y="7"/>
                  </a:cubicBezTo>
                  <a:cubicBezTo>
                    <a:pt x="32" y="14"/>
                    <a:pt x="32" y="14"/>
                    <a:pt x="32" y="14"/>
                  </a:cubicBezTo>
                  <a:cubicBezTo>
                    <a:pt x="30" y="14"/>
                    <a:pt x="28" y="15"/>
                    <a:pt x="26" y="16"/>
                  </a:cubicBezTo>
                  <a:cubicBezTo>
                    <a:pt x="22" y="11"/>
                    <a:pt x="22" y="11"/>
                    <a:pt x="22" y="11"/>
                  </a:cubicBezTo>
                  <a:cubicBezTo>
                    <a:pt x="19" y="8"/>
                    <a:pt x="14" y="8"/>
                    <a:pt x="11" y="11"/>
                  </a:cubicBezTo>
                  <a:cubicBezTo>
                    <a:pt x="9" y="14"/>
                    <a:pt x="9" y="18"/>
                    <a:pt x="11" y="21"/>
                  </a:cubicBezTo>
                  <a:cubicBezTo>
                    <a:pt x="16" y="26"/>
                    <a:pt x="16" y="26"/>
                    <a:pt x="16" y="26"/>
                  </a:cubicBezTo>
                  <a:cubicBezTo>
                    <a:pt x="15" y="28"/>
                    <a:pt x="15" y="29"/>
                    <a:pt x="14" y="31"/>
                  </a:cubicBezTo>
                  <a:cubicBezTo>
                    <a:pt x="7" y="31"/>
                    <a:pt x="7" y="31"/>
                    <a:pt x="7" y="31"/>
                  </a:cubicBezTo>
                  <a:cubicBezTo>
                    <a:pt x="3" y="31"/>
                    <a:pt x="0" y="34"/>
                    <a:pt x="0" y="38"/>
                  </a:cubicBezTo>
                  <a:cubicBezTo>
                    <a:pt x="0" y="42"/>
                    <a:pt x="3" y="46"/>
                    <a:pt x="7" y="46"/>
                  </a:cubicBezTo>
                  <a:cubicBezTo>
                    <a:pt x="14" y="46"/>
                    <a:pt x="14" y="46"/>
                    <a:pt x="14" y="46"/>
                  </a:cubicBezTo>
                  <a:cubicBezTo>
                    <a:pt x="15" y="47"/>
                    <a:pt x="15" y="49"/>
                    <a:pt x="16" y="51"/>
                  </a:cubicBezTo>
                  <a:cubicBezTo>
                    <a:pt x="11" y="56"/>
                    <a:pt x="11" y="56"/>
                    <a:pt x="11" y="56"/>
                  </a:cubicBezTo>
                  <a:cubicBezTo>
                    <a:pt x="9" y="58"/>
                    <a:pt x="9" y="63"/>
                    <a:pt x="11" y="66"/>
                  </a:cubicBezTo>
                  <a:cubicBezTo>
                    <a:pt x="14" y="69"/>
                    <a:pt x="19" y="69"/>
                    <a:pt x="22" y="66"/>
                  </a:cubicBezTo>
                  <a:cubicBezTo>
                    <a:pt x="26" y="61"/>
                    <a:pt x="26" y="61"/>
                    <a:pt x="26" y="61"/>
                  </a:cubicBezTo>
                  <a:cubicBezTo>
                    <a:pt x="28" y="62"/>
                    <a:pt x="30" y="63"/>
                    <a:pt x="32" y="63"/>
                  </a:cubicBezTo>
                  <a:cubicBezTo>
                    <a:pt x="32" y="70"/>
                    <a:pt x="32" y="70"/>
                    <a:pt x="32" y="70"/>
                  </a:cubicBezTo>
                  <a:cubicBezTo>
                    <a:pt x="32" y="74"/>
                    <a:pt x="35" y="77"/>
                    <a:pt x="39" y="77"/>
                  </a:cubicBezTo>
                  <a:cubicBezTo>
                    <a:pt x="43" y="77"/>
                    <a:pt x="46" y="74"/>
                    <a:pt x="46" y="70"/>
                  </a:cubicBezTo>
                  <a:cubicBezTo>
                    <a:pt x="46" y="63"/>
                    <a:pt x="46" y="63"/>
                    <a:pt x="46" y="63"/>
                  </a:cubicBezTo>
                  <a:cubicBezTo>
                    <a:pt x="48" y="63"/>
                    <a:pt x="50" y="62"/>
                    <a:pt x="51" y="61"/>
                  </a:cubicBezTo>
                  <a:cubicBezTo>
                    <a:pt x="56" y="66"/>
                    <a:pt x="56" y="66"/>
                    <a:pt x="56" y="66"/>
                  </a:cubicBezTo>
                  <a:cubicBezTo>
                    <a:pt x="59" y="69"/>
                    <a:pt x="63" y="69"/>
                    <a:pt x="66" y="66"/>
                  </a:cubicBezTo>
                  <a:cubicBezTo>
                    <a:pt x="69" y="63"/>
                    <a:pt x="69" y="58"/>
                    <a:pt x="66" y="56"/>
                  </a:cubicBezTo>
                  <a:cubicBezTo>
                    <a:pt x="61" y="51"/>
                    <a:pt x="61" y="51"/>
                    <a:pt x="61" y="51"/>
                  </a:cubicBezTo>
                  <a:cubicBezTo>
                    <a:pt x="62" y="49"/>
                    <a:pt x="63" y="47"/>
                    <a:pt x="64" y="46"/>
                  </a:cubicBezTo>
                  <a:cubicBezTo>
                    <a:pt x="70" y="46"/>
                    <a:pt x="70" y="46"/>
                    <a:pt x="70" y="46"/>
                  </a:cubicBezTo>
                  <a:cubicBezTo>
                    <a:pt x="74" y="46"/>
                    <a:pt x="77" y="42"/>
                    <a:pt x="77" y="38"/>
                  </a:cubicBezTo>
                  <a:cubicBezTo>
                    <a:pt x="77" y="34"/>
                    <a:pt x="74" y="31"/>
                    <a:pt x="70" y="31"/>
                  </a:cubicBezTo>
                  <a:moveTo>
                    <a:pt x="39" y="57"/>
                  </a:moveTo>
                  <a:cubicBezTo>
                    <a:pt x="29" y="57"/>
                    <a:pt x="20" y="49"/>
                    <a:pt x="20" y="38"/>
                  </a:cubicBezTo>
                  <a:cubicBezTo>
                    <a:pt x="20" y="28"/>
                    <a:pt x="29" y="20"/>
                    <a:pt x="39" y="20"/>
                  </a:cubicBezTo>
                  <a:cubicBezTo>
                    <a:pt x="49" y="20"/>
                    <a:pt x="57" y="28"/>
                    <a:pt x="57" y="38"/>
                  </a:cubicBezTo>
                  <a:cubicBezTo>
                    <a:pt x="57" y="49"/>
                    <a:pt x="49" y="57"/>
                    <a:pt x="39" y="57"/>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75" name="组合 42"/>
          <p:cNvGrpSpPr/>
          <p:nvPr/>
        </p:nvGrpSpPr>
        <p:grpSpPr>
          <a:xfrm>
            <a:off x="2501381" y="4149606"/>
            <a:ext cx="433387" cy="374650"/>
            <a:chOff x="4456113" y="6981826"/>
            <a:chExt cx="433387" cy="374650"/>
          </a:xfrm>
        </p:grpSpPr>
        <p:sp>
          <p:nvSpPr>
            <p:cNvPr id="76" name="Freeform 27"/>
            <p:cNvSpPr>
              <a:spLocks noEditPoints="1"/>
            </p:cNvSpPr>
            <p:nvPr/>
          </p:nvSpPr>
          <p:spPr bwMode="auto">
            <a:xfrm>
              <a:off x="4456113" y="6981826"/>
              <a:ext cx="306387" cy="374650"/>
            </a:xfrm>
            <a:custGeom>
              <a:avLst/>
              <a:gdLst>
                <a:gd name="T0" fmla="*/ 67 w 96"/>
                <a:gd name="T1" fmla="*/ 48 h 119"/>
                <a:gd name="T2" fmla="*/ 76 w 96"/>
                <a:gd name="T3" fmla="*/ 28 h 119"/>
                <a:gd name="T4" fmla="*/ 48 w 96"/>
                <a:gd name="T5" fmla="*/ 0 h 119"/>
                <a:gd name="T6" fmla="*/ 20 w 96"/>
                <a:gd name="T7" fmla="*/ 28 h 119"/>
                <a:gd name="T8" fmla="*/ 29 w 96"/>
                <a:gd name="T9" fmla="*/ 48 h 119"/>
                <a:gd name="T10" fmla="*/ 0 w 96"/>
                <a:gd name="T11" fmla="*/ 92 h 119"/>
                <a:gd name="T12" fmla="*/ 0 w 96"/>
                <a:gd name="T13" fmla="*/ 119 h 119"/>
                <a:gd name="T14" fmla="*/ 96 w 96"/>
                <a:gd name="T15" fmla="*/ 119 h 119"/>
                <a:gd name="T16" fmla="*/ 96 w 96"/>
                <a:gd name="T17" fmla="*/ 92 h 119"/>
                <a:gd name="T18" fmla="*/ 67 w 96"/>
                <a:gd name="T19" fmla="*/ 48 h 119"/>
                <a:gd name="T20" fmla="*/ 27 w 96"/>
                <a:gd name="T21" fmla="*/ 28 h 119"/>
                <a:gd name="T22" fmla="*/ 48 w 96"/>
                <a:gd name="T23" fmla="*/ 8 h 119"/>
                <a:gd name="T24" fmla="*/ 69 w 96"/>
                <a:gd name="T25" fmla="*/ 28 h 119"/>
                <a:gd name="T26" fmla="*/ 59 w 96"/>
                <a:gd name="T27" fmla="*/ 46 h 119"/>
                <a:gd name="T28" fmla="*/ 48 w 96"/>
                <a:gd name="T29" fmla="*/ 49 h 119"/>
                <a:gd name="T30" fmla="*/ 37 w 96"/>
                <a:gd name="T31" fmla="*/ 46 h 119"/>
                <a:gd name="T32" fmla="*/ 27 w 96"/>
                <a:gd name="T33" fmla="*/ 28 h 119"/>
                <a:gd name="T34" fmla="*/ 83 w 96"/>
                <a:gd name="T35" fmla="*/ 107 h 119"/>
                <a:gd name="T36" fmla="*/ 13 w 96"/>
                <a:gd name="T37" fmla="*/ 107 h 119"/>
                <a:gd name="T38" fmla="*/ 13 w 96"/>
                <a:gd name="T39" fmla="*/ 92 h 119"/>
                <a:gd name="T40" fmla="*/ 48 w 96"/>
                <a:gd name="T41" fmla="*/ 57 h 119"/>
                <a:gd name="T42" fmla="*/ 83 w 96"/>
                <a:gd name="T43" fmla="*/ 92 h 119"/>
                <a:gd name="T44" fmla="*/ 83 w 96"/>
                <a:gd name="T45" fmla="*/ 107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6" h="119">
                  <a:moveTo>
                    <a:pt x="67" y="48"/>
                  </a:moveTo>
                  <a:cubicBezTo>
                    <a:pt x="73" y="43"/>
                    <a:pt x="76" y="36"/>
                    <a:pt x="76" y="28"/>
                  </a:cubicBezTo>
                  <a:cubicBezTo>
                    <a:pt x="76" y="13"/>
                    <a:pt x="63" y="0"/>
                    <a:pt x="48" y="0"/>
                  </a:cubicBezTo>
                  <a:cubicBezTo>
                    <a:pt x="33" y="0"/>
                    <a:pt x="20" y="13"/>
                    <a:pt x="20" y="28"/>
                  </a:cubicBezTo>
                  <a:cubicBezTo>
                    <a:pt x="20" y="36"/>
                    <a:pt x="24" y="43"/>
                    <a:pt x="29" y="48"/>
                  </a:cubicBezTo>
                  <a:cubicBezTo>
                    <a:pt x="12" y="56"/>
                    <a:pt x="0" y="73"/>
                    <a:pt x="0" y="92"/>
                  </a:cubicBezTo>
                  <a:cubicBezTo>
                    <a:pt x="0" y="119"/>
                    <a:pt x="0" y="119"/>
                    <a:pt x="0" y="119"/>
                  </a:cubicBezTo>
                  <a:cubicBezTo>
                    <a:pt x="96" y="119"/>
                    <a:pt x="96" y="119"/>
                    <a:pt x="96" y="119"/>
                  </a:cubicBezTo>
                  <a:cubicBezTo>
                    <a:pt x="96" y="92"/>
                    <a:pt x="96" y="92"/>
                    <a:pt x="96" y="92"/>
                  </a:cubicBezTo>
                  <a:cubicBezTo>
                    <a:pt x="96" y="73"/>
                    <a:pt x="84" y="56"/>
                    <a:pt x="67" y="48"/>
                  </a:cubicBezTo>
                  <a:moveTo>
                    <a:pt x="27" y="28"/>
                  </a:moveTo>
                  <a:cubicBezTo>
                    <a:pt x="27" y="17"/>
                    <a:pt x="37" y="8"/>
                    <a:pt x="48" y="8"/>
                  </a:cubicBezTo>
                  <a:cubicBezTo>
                    <a:pt x="59" y="8"/>
                    <a:pt x="69" y="17"/>
                    <a:pt x="69" y="28"/>
                  </a:cubicBezTo>
                  <a:cubicBezTo>
                    <a:pt x="69" y="36"/>
                    <a:pt x="65" y="42"/>
                    <a:pt x="59" y="46"/>
                  </a:cubicBezTo>
                  <a:cubicBezTo>
                    <a:pt x="56" y="48"/>
                    <a:pt x="52" y="49"/>
                    <a:pt x="48" y="49"/>
                  </a:cubicBezTo>
                  <a:cubicBezTo>
                    <a:pt x="44" y="49"/>
                    <a:pt x="40" y="48"/>
                    <a:pt x="37" y="46"/>
                  </a:cubicBezTo>
                  <a:cubicBezTo>
                    <a:pt x="31" y="42"/>
                    <a:pt x="27" y="36"/>
                    <a:pt x="27" y="28"/>
                  </a:cubicBezTo>
                  <a:moveTo>
                    <a:pt x="83" y="107"/>
                  </a:moveTo>
                  <a:cubicBezTo>
                    <a:pt x="13" y="107"/>
                    <a:pt x="13" y="107"/>
                    <a:pt x="13" y="107"/>
                  </a:cubicBezTo>
                  <a:cubicBezTo>
                    <a:pt x="13" y="92"/>
                    <a:pt x="13" y="92"/>
                    <a:pt x="13" y="92"/>
                  </a:cubicBezTo>
                  <a:cubicBezTo>
                    <a:pt x="13" y="73"/>
                    <a:pt x="29" y="57"/>
                    <a:pt x="48" y="57"/>
                  </a:cubicBezTo>
                  <a:cubicBezTo>
                    <a:pt x="68" y="57"/>
                    <a:pt x="83" y="73"/>
                    <a:pt x="83" y="92"/>
                  </a:cubicBezTo>
                  <a:lnTo>
                    <a:pt x="83" y="10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 name="Freeform 28"/>
            <p:cNvSpPr>
              <a:spLocks/>
            </p:cNvSpPr>
            <p:nvPr/>
          </p:nvSpPr>
          <p:spPr bwMode="auto">
            <a:xfrm>
              <a:off x="4749800" y="6988176"/>
              <a:ext cx="139700" cy="195263"/>
            </a:xfrm>
            <a:custGeom>
              <a:avLst/>
              <a:gdLst>
                <a:gd name="T0" fmla="*/ 22 w 44"/>
                <a:gd name="T1" fmla="*/ 62 h 62"/>
                <a:gd name="T2" fmla="*/ 19 w 44"/>
                <a:gd name="T3" fmla="*/ 58 h 62"/>
                <a:gd name="T4" fmla="*/ 19 w 44"/>
                <a:gd name="T5" fmla="*/ 37 h 62"/>
                <a:gd name="T6" fmla="*/ 22 w 44"/>
                <a:gd name="T7" fmla="*/ 37 h 62"/>
                <a:gd name="T8" fmla="*/ 37 w 44"/>
                <a:gd name="T9" fmla="*/ 22 h 62"/>
                <a:gd name="T10" fmla="*/ 22 w 44"/>
                <a:gd name="T11" fmla="*/ 7 h 62"/>
                <a:gd name="T12" fmla="*/ 8 w 44"/>
                <a:gd name="T13" fmla="*/ 22 h 62"/>
                <a:gd name="T14" fmla="*/ 4 w 44"/>
                <a:gd name="T15" fmla="*/ 26 h 62"/>
                <a:gd name="T16" fmla="*/ 0 w 44"/>
                <a:gd name="T17" fmla="*/ 22 h 62"/>
                <a:gd name="T18" fmla="*/ 22 w 44"/>
                <a:gd name="T19" fmla="*/ 0 h 62"/>
                <a:gd name="T20" fmla="*/ 44 w 44"/>
                <a:gd name="T21" fmla="*/ 22 h 62"/>
                <a:gd name="T22" fmla="*/ 26 w 44"/>
                <a:gd name="T23" fmla="*/ 44 h 62"/>
                <a:gd name="T24" fmla="*/ 26 w 44"/>
                <a:gd name="T25" fmla="*/ 58 h 62"/>
                <a:gd name="T26" fmla="*/ 22 w 44"/>
                <a:gd name="T2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62">
                  <a:moveTo>
                    <a:pt x="22" y="62"/>
                  </a:moveTo>
                  <a:cubicBezTo>
                    <a:pt x="20" y="62"/>
                    <a:pt x="19" y="60"/>
                    <a:pt x="19" y="58"/>
                  </a:cubicBezTo>
                  <a:cubicBezTo>
                    <a:pt x="19" y="37"/>
                    <a:pt x="19" y="37"/>
                    <a:pt x="19" y="37"/>
                  </a:cubicBezTo>
                  <a:cubicBezTo>
                    <a:pt x="22" y="37"/>
                    <a:pt x="22" y="37"/>
                    <a:pt x="22" y="37"/>
                  </a:cubicBezTo>
                  <a:cubicBezTo>
                    <a:pt x="31" y="37"/>
                    <a:pt x="37" y="30"/>
                    <a:pt x="37" y="22"/>
                  </a:cubicBezTo>
                  <a:cubicBezTo>
                    <a:pt x="37" y="14"/>
                    <a:pt x="31" y="7"/>
                    <a:pt x="22" y="7"/>
                  </a:cubicBezTo>
                  <a:cubicBezTo>
                    <a:pt x="14" y="7"/>
                    <a:pt x="8" y="14"/>
                    <a:pt x="8" y="22"/>
                  </a:cubicBezTo>
                  <a:cubicBezTo>
                    <a:pt x="8" y="24"/>
                    <a:pt x="6" y="26"/>
                    <a:pt x="4" y="26"/>
                  </a:cubicBezTo>
                  <a:cubicBezTo>
                    <a:pt x="2" y="26"/>
                    <a:pt x="0" y="24"/>
                    <a:pt x="0" y="22"/>
                  </a:cubicBezTo>
                  <a:cubicBezTo>
                    <a:pt x="0" y="10"/>
                    <a:pt x="10" y="0"/>
                    <a:pt x="22" y="0"/>
                  </a:cubicBezTo>
                  <a:cubicBezTo>
                    <a:pt x="34" y="0"/>
                    <a:pt x="44" y="10"/>
                    <a:pt x="44" y="22"/>
                  </a:cubicBezTo>
                  <a:cubicBezTo>
                    <a:pt x="44" y="33"/>
                    <a:pt x="36" y="42"/>
                    <a:pt x="26" y="44"/>
                  </a:cubicBezTo>
                  <a:cubicBezTo>
                    <a:pt x="26" y="58"/>
                    <a:pt x="26" y="58"/>
                    <a:pt x="26" y="58"/>
                  </a:cubicBezTo>
                  <a:cubicBezTo>
                    <a:pt x="26" y="60"/>
                    <a:pt x="24" y="62"/>
                    <a:pt x="22" y="62"/>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 name="Oval 29"/>
            <p:cNvSpPr>
              <a:spLocks noChangeArrowheads="1"/>
            </p:cNvSpPr>
            <p:nvPr/>
          </p:nvSpPr>
          <p:spPr bwMode="auto">
            <a:xfrm>
              <a:off x="4803775" y="7196138"/>
              <a:ext cx="34925" cy="3333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79" name="Freeform 30"/>
          <p:cNvSpPr>
            <a:spLocks noEditPoints="1"/>
          </p:cNvSpPr>
          <p:nvPr/>
        </p:nvSpPr>
        <p:spPr bwMode="auto">
          <a:xfrm>
            <a:off x="2458518" y="2903976"/>
            <a:ext cx="525462" cy="379413"/>
          </a:xfrm>
          <a:custGeom>
            <a:avLst/>
            <a:gdLst>
              <a:gd name="T0" fmla="*/ 47 w 165"/>
              <a:gd name="T1" fmla="*/ 57 h 121"/>
              <a:gd name="T2" fmla="*/ 60 w 165"/>
              <a:gd name="T3" fmla="*/ 82 h 121"/>
              <a:gd name="T4" fmla="*/ 98 w 165"/>
              <a:gd name="T5" fmla="*/ 78 h 121"/>
              <a:gd name="T6" fmla="*/ 104 w 165"/>
              <a:gd name="T7" fmla="*/ 68 h 121"/>
              <a:gd name="T8" fmla="*/ 77 w 165"/>
              <a:gd name="T9" fmla="*/ 28 h 121"/>
              <a:gd name="T10" fmla="*/ 141 w 165"/>
              <a:gd name="T11" fmla="*/ 121 h 121"/>
              <a:gd name="T12" fmla="*/ 117 w 165"/>
              <a:gd name="T13" fmla="*/ 91 h 121"/>
              <a:gd name="T14" fmla="*/ 77 w 165"/>
              <a:gd name="T15" fmla="*/ 94 h 121"/>
              <a:gd name="T16" fmla="*/ 30 w 165"/>
              <a:gd name="T17" fmla="*/ 115 h 121"/>
              <a:gd name="T18" fmla="*/ 30 w 165"/>
              <a:gd name="T19" fmla="*/ 55 h 121"/>
              <a:gd name="T20" fmla="*/ 43 w 165"/>
              <a:gd name="T21" fmla="*/ 45 h 121"/>
              <a:gd name="T22" fmla="*/ 34 w 165"/>
              <a:gd name="T23" fmla="*/ 39 h 121"/>
              <a:gd name="T24" fmla="*/ 5 w 165"/>
              <a:gd name="T25" fmla="*/ 24 h 121"/>
              <a:gd name="T26" fmla="*/ 42 w 165"/>
              <a:gd name="T27" fmla="*/ 24 h 121"/>
              <a:gd name="T28" fmla="*/ 50 w 165"/>
              <a:gd name="T29" fmla="*/ 32 h 121"/>
              <a:gd name="T30" fmla="*/ 104 w 165"/>
              <a:gd name="T31" fmla="*/ 33 h 121"/>
              <a:gd name="T32" fmla="*/ 110 w 165"/>
              <a:gd name="T33" fmla="*/ 24 h 121"/>
              <a:gd name="T34" fmla="*/ 159 w 165"/>
              <a:gd name="T35" fmla="*/ 24 h 121"/>
              <a:gd name="T36" fmla="*/ 118 w 165"/>
              <a:gd name="T37" fmla="*/ 42 h 121"/>
              <a:gd name="T38" fmla="*/ 113 w 165"/>
              <a:gd name="T39" fmla="*/ 57 h 121"/>
              <a:gd name="T40" fmla="*/ 125 w 165"/>
              <a:gd name="T41" fmla="*/ 79 h 121"/>
              <a:gd name="T42" fmla="*/ 165 w 165"/>
              <a:gd name="T43" fmla="*/ 97 h 121"/>
              <a:gd name="T44" fmla="*/ 41 w 165"/>
              <a:gd name="T45" fmla="*/ 64 h 121"/>
              <a:gd name="T46" fmla="*/ 7 w 165"/>
              <a:gd name="T47" fmla="*/ 85 h 121"/>
              <a:gd name="T48" fmla="*/ 53 w 165"/>
              <a:gd name="T49" fmla="*/ 85 h 121"/>
              <a:gd name="T50" fmla="*/ 116 w 165"/>
              <a:gd name="T51" fmla="*/ 27 h 121"/>
              <a:gd name="T52" fmla="*/ 123 w 165"/>
              <a:gd name="T53" fmla="*/ 39 h 121"/>
              <a:gd name="T54" fmla="*/ 153 w 165"/>
              <a:gd name="T55" fmla="*/ 24 h 121"/>
              <a:gd name="T56" fmla="*/ 116 w 165"/>
              <a:gd name="T57" fmla="*/ 24 h 121"/>
              <a:gd name="T58" fmla="*/ 23 w 165"/>
              <a:gd name="T59" fmla="*/ 12 h 121"/>
              <a:gd name="T60" fmla="*/ 23 w 165"/>
              <a:gd name="T61" fmla="*/ 37 h 121"/>
              <a:gd name="T62" fmla="*/ 28 w 165"/>
              <a:gd name="T63" fmla="*/ 27 h 121"/>
              <a:gd name="T64" fmla="*/ 158 w 165"/>
              <a:gd name="T65" fmla="*/ 97 h 121"/>
              <a:gd name="T66" fmla="*/ 123 w 165"/>
              <a:gd name="T67" fmla="*/ 97 h 121"/>
              <a:gd name="T68" fmla="*/ 158 w 165"/>
              <a:gd name="T69" fmla="*/ 97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5" h="121">
                <a:moveTo>
                  <a:pt x="77" y="28"/>
                </a:moveTo>
                <a:cubicBezTo>
                  <a:pt x="61" y="28"/>
                  <a:pt x="47" y="41"/>
                  <a:pt x="47" y="57"/>
                </a:cubicBezTo>
                <a:cubicBezTo>
                  <a:pt x="47" y="58"/>
                  <a:pt x="47" y="59"/>
                  <a:pt x="48" y="60"/>
                </a:cubicBezTo>
                <a:cubicBezTo>
                  <a:pt x="55" y="65"/>
                  <a:pt x="59" y="73"/>
                  <a:pt x="60" y="82"/>
                </a:cubicBezTo>
                <a:cubicBezTo>
                  <a:pt x="65" y="85"/>
                  <a:pt x="71" y="87"/>
                  <a:pt x="77" y="87"/>
                </a:cubicBezTo>
                <a:cubicBezTo>
                  <a:pt x="85" y="87"/>
                  <a:pt x="92" y="83"/>
                  <a:pt x="98" y="78"/>
                </a:cubicBezTo>
                <a:cubicBezTo>
                  <a:pt x="97" y="76"/>
                  <a:pt x="97" y="73"/>
                  <a:pt x="98" y="71"/>
                </a:cubicBezTo>
                <a:cubicBezTo>
                  <a:pt x="100" y="69"/>
                  <a:pt x="102" y="68"/>
                  <a:pt x="104" y="68"/>
                </a:cubicBezTo>
                <a:cubicBezTo>
                  <a:pt x="105" y="65"/>
                  <a:pt x="106" y="61"/>
                  <a:pt x="106" y="57"/>
                </a:cubicBezTo>
                <a:cubicBezTo>
                  <a:pt x="106" y="41"/>
                  <a:pt x="93" y="28"/>
                  <a:pt x="77" y="28"/>
                </a:cubicBezTo>
                <a:moveTo>
                  <a:pt x="165" y="97"/>
                </a:moveTo>
                <a:cubicBezTo>
                  <a:pt x="165" y="111"/>
                  <a:pt x="154" y="121"/>
                  <a:pt x="141" y="121"/>
                </a:cubicBezTo>
                <a:cubicBezTo>
                  <a:pt x="127" y="121"/>
                  <a:pt x="116" y="111"/>
                  <a:pt x="116" y="97"/>
                </a:cubicBezTo>
                <a:cubicBezTo>
                  <a:pt x="116" y="95"/>
                  <a:pt x="117" y="93"/>
                  <a:pt x="117" y="91"/>
                </a:cubicBezTo>
                <a:cubicBezTo>
                  <a:pt x="115" y="90"/>
                  <a:pt x="106" y="84"/>
                  <a:pt x="103" y="83"/>
                </a:cubicBezTo>
                <a:cubicBezTo>
                  <a:pt x="96" y="90"/>
                  <a:pt x="87" y="94"/>
                  <a:pt x="77" y="94"/>
                </a:cubicBezTo>
                <a:cubicBezTo>
                  <a:pt x="71" y="94"/>
                  <a:pt x="65" y="92"/>
                  <a:pt x="60" y="90"/>
                </a:cubicBezTo>
                <a:cubicBezTo>
                  <a:pt x="58" y="104"/>
                  <a:pt x="45" y="115"/>
                  <a:pt x="30" y="115"/>
                </a:cubicBezTo>
                <a:cubicBezTo>
                  <a:pt x="13" y="115"/>
                  <a:pt x="0" y="102"/>
                  <a:pt x="0" y="85"/>
                </a:cubicBezTo>
                <a:cubicBezTo>
                  <a:pt x="0" y="68"/>
                  <a:pt x="13" y="55"/>
                  <a:pt x="30" y="55"/>
                </a:cubicBezTo>
                <a:cubicBezTo>
                  <a:pt x="34" y="55"/>
                  <a:pt x="37" y="55"/>
                  <a:pt x="40" y="56"/>
                </a:cubicBezTo>
                <a:cubicBezTo>
                  <a:pt x="40" y="52"/>
                  <a:pt x="41" y="48"/>
                  <a:pt x="43" y="45"/>
                </a:cubicBezTo>
                <a:cubicBezTo>
                  <a:pt x="42" y="45"/>
                  <a:pt x="42" y="45"/>
                  <a:pt x="42" y="45"/>
                </a:cubicBezTo>
                <a:cubicBezTo>
                  <a:pt x="34" y="39"/>
                  <a:pt x="34" y="39"/>
                  <a:pt x="34" y="39"/>
                </a:cubicBezTo>
                <a:cubicBezTo>
                  <a:pt x="31" y="41"/>
                  <a:pt x="27" y="43"/>
                  <a:pt x="23" y="43"/>
                </a:cubicBezTo>
                <a:cubicBezTo>
                  <a:pt x="13" y="43"/>
                  <a:pt x="5" y="34"/>
                  <a:pt x="5" y="24"/>
                </a:cubicBezTo>
                <a:cubicBezTo>
                  <a:pt x="5" y="14"/>
                  <a:pt x="13" y="6"/>
                  <a:pt x="23" y="6"/>
                </a:cubicBezTo>
                <a:cubicBezTo>
                  <a:pt x="34" y="6"/>
                  <a:pt x="42" y="14"/>
                  <a:pt x="42" y="24"/>
                </a:cubicBezTo>
                <a:cubicBezTo>
                  <a:pt x="42" y="25"/>
                  <a:pt x="42" y="26"/>
                  <a:pt x="42" y="27"/>
                </a:cubicBezTo>
                <a:cubicBezTo>
                  <a:pt x="50" y="32"/>
                  <a:pt x="50" y="32"/>
                  <a:pt x="50" y="32"/>
                </a:cubicBezTo>
                <a:cubicBezTo>
                  <a:pt x="57" y="25"/>
                  <a:pt x="66" y="21"/>
                  <a:pt x="77" y="21"/>
                </a:cubicBezTo>
                <a:cubicBezTo>
                  <a:pt x="88" y="21"/>
                  <a:pt x="98" y="26"/>
                  <a:pt x="104" y="33"/>
                </a:cubicBezTo>
                <a:cubicBezTo>
                  <a:pt x="111" y="30"/>
                  <a:pt x="111" y="30"/>
                  <a:pt x="111" y="30"/>
                </a:cubicBezTo>
                <a:cubicBezTo>
                  <a:pt x="110" y="28"/>
                  <a:pt x="110" y="26"/>
                  <a:pt x="110" y="24"/>
                </a:cubicBezTo>
                <a:cubicBezTo>
                  <a:pt x="110" y="11"/>
                  <a:pt x="121" y="0"/>
                  <a:pt x="135" y="0"/>
                </a:cubicBezTo>
                <a:cubicBezTo>
                  <a:pt x="148" y="0"/>
                  <a:pt x="159" y="11"/>
                  <a:pt x="159" y="24"/>
                </a:cubicBezTo>
                <a:cubicBezTo>
                  <a:pt x="159" y="38"/>
                  <a:pt x="148" y="49"/>
                  <a:pt x="135" y="49"/>
                </a:cubicBezTo>
                <a:cubicBezTo>
                  <a:pt x="128" y="49"/>
                  <a:pt x="122" y="46"/>
                  <a:pt x="118" y="42"/>
                </a:cubicBezTo>
                <a:cubicBezTo>
                  <a:pt x="111" y="46"/>
                  <a:pt x="111" y="46"/>
                  <a:pt x="111" y="46"/>
                </a:cubicBezTo>
                <a:cubicBezTo>
                  <a:pt x="113" y="49"/>
                  <a:pt x="113" y="53"/>
                  <a:pt x="113" y="57"/>
                </a:cubicBezTo>
                <a:cubicBezTo>
                  <a:pt x="113" y="62"/>
                  <a:pt x="112" y="66"/>
                  <a:pt x="111" y="70"/>
                </a:cubicBezTo>
                <a:cubicBezTo>
                  <a:pt x="125" y="79"/>
                  <a:pt x="125" y="79"/>
                  <a:pt x="125" y="79"/>
                </a:cubicBezTo>
                <a:cubicBezTo>
                  <a:pt x="129" y="75"/>
                  <a:pt x="135" y="73"/>
                  <a:pt x="141" y="73"/>
                </a:cubicBezTo>
                <a:cubicBezTo>
                  <a:pt x="154" y="73"/>
                  <a:pt x="165" y="84"/>
                  <a:pt x="165" y="97"/>
                </a:cubicBezTo>
                <a:moveTo>
                  <a:pt x="53" y="85"/>
                </a:moveTo>
                <a:cubicBezTo>
                  <a:pt x="53" y="76"/>
                  <a:pt x="48" y="68"/>
                  <a:pt x="41" y="64"/>
                </a:cubicBezTo>
                <a:cubicBezTo>
                  <a:pt x="38" y="63"/>
                  <a:pt x="34" y="62"/>
                  <a:pt x="30" y="62"/>
                </a:cubicBezTo>
                <a:cubicBezTo>
                  <a:pt x="17" y="62"/>
                  <a:pt x="7" y="72"/>
                  <a:pt x="7" y="85"/>
                </a:cubicBezTo>
                <a:cubicBezTo>
                  <a:pt x="7" y="98"/>
                  <a:pt x="17" y="108"/>
                  <a:pt x="30" y="108"/>
                </a:cubicBezTo>
                <a:cubicBezTo>
                  <a:pt x="43" y="108"/>
                  <a:pt x="53" y="98"/>
                  <a:pt x="53" y="85"/>
                </a:cubicBezTo>
                <a:close/>
                <a:moveTo>
                  <a:pt x="116" y="24"/>
                </a:moveTo>
                <a:cubicBezTo>
                  <a:pt x="116" y="25"/>
                  <a:pt x="116" y="26"/>
                  <a:pt x="116" y="27"/>
                </a:cubicBezTo>
                <a:cubicBezTo>
                  <a:pt x="119" y="26"/>
                  <a:pt x="123" y="27"/>
                  <a:pt x="125" y="30"/>
                </a:cubicBezTo>
                <a:cubicBezTo>
                  <a:pt x="126" y="33"/>
                  <a:pt x="126" y="37"/>
                  <a:pt x="123" y="39"/>
                </a:cubicBezTo>
                <a:cubicBezTo>
                  <a:pt x="126" y="41"/>
                  <a:pt x="130" y="43"/>
                  <a:pt x="135" y="43"/>
                </a:cubicBezTo>
                <a:cubicBezTo>
                  <a:pt x="145" y="43"/>
                  <a:pt x="153" y="35"/>
                  <a:pt x="153" y="24"/>
                </a:cubicBezTo>
                <a:cubicBezTo>
                  <a:pt x="153" y="14"/>
                  <a:pt x="145" y="6"/>
                  <a:pt x="135" y="6"/>
                </a:cubicBezTo>
                <a:cubicBezTo>
                  <a:pt x="124" y="6"/>
                  <a:pt x="116" y="14"/>
                  <a:pt x="116" y="24"/>
                </a:cubicBezTo>
                <a:moveTo>
                  <a:pt x="36" y="24"/>
                </a:moveTo>
                <a:cubicBezTo>
                  <a:pt x="36" y="17"/>
                  <a:pt x="30" y="12"/>
                  <a:pt x="23" y="12"/>
                </a:cubicBezTo>
                <a:cubicBezTo>
                  <a:pt x="17" y="12"/>
                  <a:pt x="11" y="17"/>
                  <a:pt x="11" y="24"/>
                </a:cubicBezTo>
                <a:cubicBezTo>
                  <a:pt x="11" y="31"/>
                  <a:pt x="17" y="37"/>
                  <a:pt x="23" y="37"/>
                </a:cubicBezTo>
                <a:cubicBezTo>
                  <a:pt x="25" y="37"/>
                  <a:pt x="27" y="36"/>
                  <a:pt x="29" y="36"/>
                </a:cubicBezTo>
                <a:cubicBezTo>
                  <a:pt x="27" y="33"/>
                  <a:pt x="27" y="30"/>
                  <a:pt x="28" y="27"/>
                </a:cubicBezTo>
                <a:cubicBezTo>
                  <a:pt x="30" y="25"/>
                  <a:pt x="33" y="24"/>
                  <a:pt x="36" y="24"/>
                </a:cubicBezTo>
                <a:moveTo>
                  <a:pt x="158" y="97"/>
                </a:moveTo>
                <a:cubicBezTo>
                  <a:pt x="158" y="87"/>
                  <a:pt x="150" y="79"/>
                  <a:pt x="141" y="79"/>
                </a:cubicBezTo>
                <a:cubicBezTo>
                  <a:pt x="131" y="79"/>
                  <a:pt x="123" y="87"/>
                  <a:pt x="123" y="97"/>
                </a:cubicBezTo>
                <a:cubicBezTo>
                  <a:pt x="123" y="107"/>
                  <a:pt x="131" y="115"/>
                  <a:pt x="141" y="115"/>
                </a:cubicBezTo>
                <a:cubicBezTo>
                  <a:pt x="150" y="115"/>
                  <a:pt x="158" y="107"/>
                  <a:pt x="158" y="97"/>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 name="文本框 79"/>
          <p:cNvSpPr txBox="1"/>
          <p:nvPr/>
        </p:nvSpPr>
        <p:spPr>
          <a:xfrm>
            <a:off x="3108492" y="1635750"/>
            <a:ext cx="380232" cy="461665"/>
          </a:xfrm>
          <a:prstGeom prst="rect">
            <a:avLst/>
          </a:prstGeom>
          <a:noFill/>
        </p:spPr>
        <p:txBody>
          <a:bodyPr wrap="none" rtlCol="0">
            <a:spAutoFit/>
          </a:bodyPr>
          <a:lstStyle/>
          <a:p>
            <a:r>
              <a:rPr lang="en-US" altLang="zh-CN" sz="2400" dirty="0">
                <a:solidFill>
                  <a:srgbClr val="8F7EB9"/>
                </a:solidFill>
                <a:latin typeface="Agency FB" panose="020B0503020202020204" pitchFamily="34" charset="0"/>
              </a:rPr>
              <a:t>01</a:t>
            </a:r>
            <a:endParaRPr lang="zh-CN" altLang="en-US" sz="2400" dirty="0">
              <a:solidFill>
                <a:srgbClr val="8F7EB9"/>
              </a:solidFill>
              <a:latin typeface="Agency FB" panose="020B0503020202020204" pitchFamily="34" charset="0"/>
            </a:endParaRPr>
          </a:p>
        </p:txBody>
      </p:sp>
      <p:sp>
        <p:nvSpPr>
          <p:cNvPr id="81" name="文本框 80"/>
          <p:cNvSpPr txBox="1"/>
          <p:nvPr/>
        </p:nvSpPr>
        <p:spPr>
          <a:xfrm>
            <a:off x="3108492" y="4117878"/>
            <a:ext cx="447558" cy="461665"/>
          </a:xfrm>
          <a:prstGeom prst="rect">
            <a:avLst/>
          </a:prstGeom>
          <a:noFill/>
        </p:spPr>
        <p:txBody>
          <a:bodyPr wrap="none" rtlCol="0">
            <a:spAutoFit/>
          </a:bodyPr>
          <a:lstStyle/>
          <a:p>
            <a:r>
              <a:rPr lang="en-US" altLang="zh-CN" sz="2400" dirty="0">
                <a:solidFill>
                  <a:srgbClr val="76A42D"/>
                </a:solidFill>
                <a:latin typeface="Agency FB" panose="020B0503020202020204" pitchFamily="34" charset="0"/>
              </a:rPr>
              <a:t>03</a:t>
            </a:r>
            <a:endParaRPr lang="zh-CN" altLang="en-US" sz="2400" dirty="0">
              <a:solidFill>
                <a:srgbClr val="76A42D"/>
              </a:solidFill>
              <a:latin typeface="Agency FB" panose="020B0503020202020204" pitchFamily="34" charset="0"/>
            </a:endParaRPr>
          </a:p>
        </p:txBody>
      </p:sp>
      <p:sp>
        <p:nvSpPr>
          <p:cNvPr id="82" name="文本框 81"/>
          <p:cNvSpPr txBox="1"/>
          <p:nvPr/>
        </p:nvSpPr>
        <p:spPr>
          <a:xfrm>
            <a:off x="3108492" y="2876814"/>
            <a:ext cx="437940" cy="461665"/>
          </a:xfrm>
          <a:prstGeom prst="rect">
            <a:avLst/>
          </a:prstGeom>
          <a:noFill/>
        </p:spPr>
        <p:txBody>
          <a:bodyPr wrap="none" rtlCol="0">
            <a:spAutoFit/>
          </a:bodyPr>
          <a:lstStyle/>
          <a:p>
            <a:r>
              <a:rPr lang="en-US" altLang="zh-CN" sz="2400" dirty="0">
                <a:solidFill>
                  <a:srgbClr val="20A0D5"/>
                </a:solidFill>
                <a:latin typeface="Agency FB" panose="020B0503020202020204" pitchFamily="34" charset="0"/>
              </a:rPr>
              <a:t>02</a:t>
            </a:r>
            <a:endParaRPr lang="zh-CN" altLang="en-US" sz="2400" dirty="0">
              <a:solidFill>
                <a:srgbClr val="20A0D5"/>
              </a:solidFill>
              <a:latin typeface="Agency FB" panose="020B0503020202020204" pitchFamily="34" charset="0"/>
            </a:endParaRPr>
          </a:p>
        </p:txBody>
      </p:sp>
      <p:sp>
        <p:nvSpPr>
          <p:cNvPr id="83" name="文本框 82"/>
          <p:cNvSpPr txBox="1"/>
          <p:nvPr/>
        </p:nvSpPr>
        <p:spPr>
          <a:xfrm>
            <a:off x="3108492" y="5358941"/>
            <a:ext cx="436338" cy="461665"/>
          </a:xfrm>
          <a:prstGeom prst="rect">
            <a:avLst/>
          </a:prstGeom>
          <a:noFill/>
        </p:spPr>
        <p:txBody>
          <a:bodyPr wrap="none" rtlCol="0">
            <a:spAutoFit/>
          </a:bodyPr>
          <a:lstStyle/>
          <a:p>
            <a:r>
              <a:rPr lang="en-US" altLang="zh-CN" sz="2400" dirty="0">
                <a:solidFill>
                  <a:srgbClr val="F1891A"/>
                </a:solidFill>
                <a:latin typeface="Agency FB" panose="020B0503020202020204" pitchFamily="34" charset="0"/>
              </a:rPr>
              <a:t>04</a:t>
            </a:r>
            <a:endParaRPr lang="zh-CN" altLang="en-US" sz="2400" dirty="0">
              <a:solidFill>
                <a:srgbClr val="F1891A"/>
              </a:solidFill>
              <a:latin typeface="Agency FB" panose="020B0503020202020204" pitchFamily="34" charset="0"/>
            </a:endParaRPr>
          </a:p>
        </p:txBody>
      </p:sp>
      <p:sp>
        <p:nvSpPr>
          <p:cNvPr id="84" name="文本框 83"/>
          <p:cNvSpPr txBox="1"/>
          <p:nvPr/>
        </p:nvSpPr>
        <p:spPr>
          <a:xfrm>
            <a:off x="3842943" y="1681916"/>
            <a:ext cx="2608406" cy="369332"/>
          </a:xfrm>
          <a:prstGeom prst="rect">
            <a:avLst/>
          </a:prstGeom>
          <a:noFill/>
        </p:spPr>
        <p:txBody>
          <a:bodyPr wrap="none" rtlCol="0">
            <a:spAutoFit/>
          </a:bodyPr>
          <a:lstStyle/>
          <a:p>
            <a:r>
              <a:rPr lang="en-US" altLang="zh-CN"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rPr>
              <a:t>Heading text of sample.</a:t>
            </a:r>
            <a:endParaRPr lang="zh-CN" altLang="en-US"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85" name="文本框 84"/>
          <p:cNvSpPr txBox="1"/>
          <p:nvPr/>
        </p:nvSpPr>
        <p:spPr>
          <a:xfrm>
            <a:off x="3842943" y="2918861"/>
            <a:ext cx="2608406" cy="369332"/>
          </a:xfrm>
          <a:prstGeom prst="rect">
            <a:avLst/>
          </a:prstGeom>
          <a:noFill/>
        </p:spPr>
        <p:txBody>
          <a:bodyPr wrap="none" rtlCol="0">
            <a:spAutoFit/>
          </a:bodyPr>
          <a:lstStyle/>
          <a:p>
            <a:r>
              <a:rPr lang="en-US" altLang="zh-CN"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rPr>
              <a:t>Heading text of sample.</a:t>
            </a:r>
            <a:endParaRPr lang="zh-CN" altLang="en-US"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86" name="文本框 85"/>
          <p:cNvSpPr txBox="1"/>
          <p:nvPr/>
        </p:nvSpPr>
        <p:spPr>
          <a:xfrm>
            <a:off x="3842943" y="4155806"/>
            <a:ext cx="2608406" cy="369332"/>
          </a:xfrm>
          <a:prstGeom prst="rect">
            <a:avLst/>
          </a:prstGeom>
          <a:noFill/>
        </p:spPr>
        <p:txBody>
          <a:bodyPr wrap="none" rtlCol="0">
            <a:spAutoFit/>
          </a:bodyPr>
          <a:lstStyle/>
          <a:p>
            <a:r>
              <a:rPr lang="en-US" altLang="zh-CN"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rPr>
              <a:t>Heading text of sample.</a:t>
            </a:r>
            <a:endParaRPr lang="zh-CN" altLang="en-US"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87" name="文本框 86"/>
          <p:cNvSpPr txBox="1"/>
          <p:nvPr/>
        </p:nvSpPr>
        <p:spPr>
          <a:xfrm>
            <a:off x="3842943" y="5392751"/>
            <a:ext cx="2608406" cy="369332"/>
          </a:xfrm>
          <a:prstGeom prst="rect">
            <a:avLst/>
          </a:prstGeom>
          <a:noFill/>
        </p:spPr>
        <p:txBody>
          <a:bodyPr wrap="none" rtlCol="0">
            <a:spAutoFit/>
          </a:bodyPr>
          <a:lstStyle/>
          <a:p>
            <a:r>
              <a:rPr lang="en-US" altLang="zh-CN"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rPr>
              <a:t>Heading text of sample.</a:t>
            </a:r>
            <a:endParaRPr lang="zh-CN" altLang="en-US"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Tree>
    <p:extLst>
      <p:ext uri="{BB962C8B-B14F-4D97-AF65-F5344CB8AC3E}">
        <p14:creationId xmlns:p14="http://schemas.microsoft.com/office/powerpoint/2010/main" val="1123080326"/>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Freeform 5"/>
          <p:cNvSpPr>
            <a:spLocks/>
          </p:cNvSpPr>
          <p:nvPr/>
        </p:nvSpPr>
        <p:spPr bwMode="auto">
          <a:xfrm>
            <a:off x="8455025" y="717550"/>
            <a:ext cx="2722563" cy="2722563"/>
          </a:xfrm>
          <a:custGeom>
            <a:avLst/>
            <a:gdLst>
              <a:gd name="T0" fmla="*/ 988 w 1715"/>
              <a:gd name="T1" fmla="*/ 1715 h 1715"/>
              <a:gd name="T2" fmla="*/ 0 w 1715"/>
              <a:gd name="T3" fmla="*/ 1715 h 1715"/>
              <a:gd name="T4" fmla="*/ 0 w 1715"/>
              <a:gd name="T5" fmla="*/ 727 h 1715"/>
              <a:gd name="T6" fmla="*/ 727 w 1715"/>
              <a:gd name="T7" fmla="*/ 0 h 1715"/>
              <a:gd name="T8" fmla="*/ 1715 w 1715"/>
              <a:gd name="T9" fmla="*/ 986 h 1715"/>
              <a:gd name="T10" fmla="*/ 988 w 1715"/>
              <a:gd name="T11" fmla="*/ 1715 h 1715"/>
            </a:gdLst>
            <a:ahLst/>
            <a:cxnLst>
              <a:cxn ang="0">
                <a:pos x="T0" y="T1"/>
              </a:cxn>
              <a:cxn ang="0">
                <a:pos x="T2" y="T3"/>
              </a:cxn>
              <a:cxn ang="0">
                <a:pos x="T4" y="T5"/>
              </a:cxn>
              <a:cxn ang="0">
                <a:pos x="T6" y="T7"/>
              </a:cxn>
              <a:cxn ang="0">
                <a:pos x="T8" y="T9"/>
              </a:cxn>
              <a:cxn ang="0">
                <a:pos x="T10" y="T11"/>
              </a:cxn>
            </a:cxnLst>
            <a:rect l="0" t="0" r="r" b="b"/>
            <a:pathLst>
              <a:path w="1715" h="1715">
                <a:moveTo>
                  <a:pt x="988" y="1715"/>
                </a:moveTo>
                <a:lnTo>
                  <a:pt x="0" y="1715"/>
                </a:lnTo>
                <a:lnTo>
                  <a:pt x="0" y="727"/>
                </a:lnTo>
                <a:lnTo>
                  <a:pt x="727" y="0"/>
                </a:lnTo>
                <a:lnTo>
                  <a:pt x="1715" y="986"/>
                </a:lnTo>
                <a:lnTo>
                  <a:pt x="988" y="1715"/>
                </a:lnTo>
                <a:close/>
              </a:path>
            </a:pathLst>
          </a:custGeom>
          <a:solidFill>
            <a:srgbClr val="F083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 name="Freeform 6"/>
          <p:cNvSpPr>
            <a:spLocks/>
          </p:cNvSpPr>
          <p:nvPr/>
        </p:nvSpPr>
        <p:spPr bwMode="auto">
          <a:xfrm>
            <a:off x="8455025" y="717550"/>
            <a:ext cx="2722563" cy="2722563"/>
          </a:xfrm>
          <a:custGeom>
            <a:avLst/>
            <a:gdLst>
              <a:gd name="T0" fmla="*/ 988 w 1715"/>
              <a:gd name="T1" fmla="*/ 1715 h 1715"/>
              <a:gd name="T2" fmla="*/ 0 w 1715"/>
              <a:gd name="T3" fmla="*/ 1715 h 1715"/>
              <a:gd name="T4" fmla="*/ 0 w 1715"/>
              <a:gd name="T5" fmla="*/ 727 h 1715"/>
              <a:gd name="T6" fmla="*/ 727 w 1715"/>
              <a:gd name="T7" fmla="*/ 0 h 1715"/>
              <a:gd name="T8" fmla="*/ 1715 w 1715"/>
              <a:gd name="T9" fmla="*/ 986 h 1715"/>
              <a:gd name="T10" fmla="*/ 988 w 1715"/>
              <a:gd name="T11" fmla="*/ 1715 h 1715"/>
            </a:gdLst>
            <a:ahLst/>
            <a:cxnLst>
              <a:cxn ang="0">
                <a:pos x="T0" y="T1"/>
              </a:cxn>
              <a:cxn ang="0">
                <a:pos x="T2" y="T3"/>
              </a:cxn>
              <a:cxn ang="0">
                <a:pos x="T4" y="T5"/>
              </a:cxn>
              <a:cxn ang="0">
                <a:pos x="T6" y="T7"/>
              </a:cxn>
              <a:cxn ang="0">
                <a:pos x="T8" y="T9"/>
              </a:cxn>
              <a:cxn ang="0">
                <a:pos x="T10" y="T11"/>
              </a:cxn>
            </a:cxnLst>
            <a:rect l="0" t="0" r="r" b="b"/>
            <a:pathLst>
              <a:path w="1715" h="1715">
                <a:moveTo>
                  <a:pt x="988" y="1715"/>
                </a:moveTo>
                <a:lnTo>
                  <a:pt x="0" y="1715"/>
                </a:lnTo>
                <a:lnTo>
                  <a:pt x="0" y="727"/>
                </a:lnTo>
                <a:lnTo>
                  <a:pt x="727" y="0"/>
                </a:lnTo>
                <a:lnTo>
                  <a:pt x="1715" y="986"/>
                </a:lnTo>
                <a:lnTo>
                  <a:pt x="988" y="171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 name="Freeform 7"/>
          <p:cNvSpPr>
            <a:spLocks/>
          </p:cNvSpPr>
          <p:nvPr/>
        </p:nvSpPr>
        <p:spPr bwMode="auto">
          <a:xfrm>
            <a:off x="5630863" y="3556000"/>
            <a:ext cx="2714625" cy="2713038"/>
          </a:xfrm>
          <a:custGeom>
            <a:avLst/>
            <a:gdLst>
              <a:gd name="T0" fmla="*/ 1710 w 1710"/>
              <a:gd name="T1" fmla="*/ 986 h 1709"/>
              <a:gd name="T2" fmla="*/ 1710 w 1710"/>
              <a:gd name="T3" fmla="*/ 0 h 1709"/>
              <a:gd name="T4" fmla="*/ 722 w 1710"/>
              <a:gd name="T5" fmla="*/ 0 h 1709"/>
              <a:gd name="T6" fmla="*/ 0 w 1710"/>
              <a:gd name="T7" fmla="*/ 722 h 1709"/>
              <a:gd name="T8" fmla="*/ 988 w 1710"/>
              <a:gd name="T9" fmla="*/ 1709 h 1709"/>
              <a:gd name="T10" fmla="*/ 1710 w 1710"/>
              <a:gd name="T11" fmla="*/ 986 h 1709"/>
            </a:gdLst>
            <a:ahLst/>
            <a:cxnLst>
              <a:cxn ang="0">
                <a:pos x="T0" y="T1"/>
              </a:cxn>
              <a:cxn ang="0">
                <a:pos x="T2" y="T3"/>
              </a:cxn>
              <a:cxn ang="0">
                <a:pos x="T4" y="T5"/>
              </a:cxn>
              <a:cxn ang="0">
                <a:pos x="T6" y="T7"/>
              </a:cxn>
              <a:cxn ang="0">
                <a:pos x="T8" y="T9"/>
              </a:cxn>
              <a:cxn ang="0">
                <a:pos x="T10" y="T11"/>
              </a:cxn>
            </a:cxnLst>
            <a:rect l="0" t="0" r="r" b="b"/>
            <a:pathLst>
              <a:path w="1710" h="1709">
                <a:moveTo>
                  <a:pt x="1710" y="986"/>
                </a:moveTo>
                <a:lnTo>
                  <a:pt x="1710" y="0"/>
                </a:lnTo>
                <a:lnTo>
                  <a:pt x="722" y="0"/>
                </a:lnTo>
                <a:lnTo>
                  <a:pt x="0" y="722"/>
                </a:lnTo>
                <a:lnTo>
                  <a:pt x="988" y="1709"/>
                </a:lnTo>
                <a:lnTo>
                  <a:pt x="1710" y="986"/>
                </a:lnTo>
                <a:close/>
              </a:path>
            </a:pathLst>
          </a:custGeom>
          <a:solidFill>
            <a:srgbClr val="47B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 name="Freeform 8"/>
          <p:cNvSpPr>
            <a:spLocks/>
          </p:cNvSpPr>
          <p:nvPr/>
        </p:nvSpPr>
        <p:spPr bwMode="auto">
          <a:xfrm>
            <a:off x="5630863" y="3556000"/>
            <a:ext cx="2714625" cy="2713038"/>
          </a:xfrm>
          <a:custGeom>
            <a:avLst/>
            <a:gdLst>
              <a:gd name="T0" fmla="*/ 1710 w 1710"/>
              <a:gd name="T1" fmla="*/ 986 h 1709"/>
              <a:gd name="T2" fmla="*/ 1710 w 1710"/>
              <a:gd name="T3" fmla="*/ 0 h 1709"/>
              <a:gd name="T4" fmla="*/ 722 w 1710"/>
              <a:gd name="T5" fmla="*/ 0 h 1709"/>
              <a:gd name="T6" fmla="*/ 0 w 1710"/>
              <a:gd name="T7" fmla="*/ 722 h 1709"/>
              <a:gd name="T8" fmla="*/ 988 w 1710"/>
              <a:gd name="T9" fmla="*/ 1709 h 1709"/>
              <a:gd name="T10" fmla="*/ 1710 w 1710"/>
              <a:gd name="T11" fmla="*/ 986 h 1709"/>
            </a:gdLst>
            <a:ahLst/>
            <a:cxnLst>
              <a:cxn ang="0">
                <a:pos x="T0" y="T1"/>
              </a:cxn>
              <a:cxn ang="0">
                <a:pos x="T2" y="T3"/>
              </a:cxn>
              <a:cxn ang="0">
                <a:pos x="T4" y="T5"/>
              </a:cxn>
              <a:cxn ang="0">
                <a:pos x="T6" y="T7"/>
              </a:cxn>
              <a:cxn ang="0">
                <a:pos x="T8" y="T9"/>
              </a:cxn>
              <a:cxn ang="0">
                <a:pos x="T10" y="T11"/>
              </a:cxn>
            </a:cxnLst>
            <a:rect l="0" t="0" r="r" b="b"/>
            <a:pathLst>
              <a:path w="1710" h="1709">
                <a:moveTo>
                  <a:pt x="1710" y="986"/>
                </a:moveTo>
                <a:lnTo>
                  <a:pt x="1710" y="0"/>
                </a:lnTo>
                <a:lnTo>
                  <a:pt x="722" y="0"/>
                </a:lnTo>
                <a:lnTo>
                  <a:pt x="0" y="722"/>
                </a:lnTo>
                <a:lnTo>
                  <a:pt x="988" y="1709"/>
                </a:lnTo>
                <a:lnTo>
                  <a:pt x="1710" y="98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 name="Freeform 9"/>
          <p:cNvSpPr>
            <a:spLocks/>
          </p:cNvSpPr>
          <p:nvPr/>
        </p:nvSpPr>
        <p:spPr bwMode="auto">
          <a:xfrm>
            <a:off x="8453438" y="3556000"/>
            <a:ext cx="2713038" cy="2713038"/>
          </a:xfrm>
          <a:custGeom>
            <a:avLst/>
            <a:gdLst>
              <a:gd name="T0" fmla="*/ 0 w 1709"/>
              <a:gd name="T1" fmla="*/ 986 h 1709"/>
              <a:gd name="T2" fmla="*/ 0 w 1709"/>
              <a:gd name="T3" fmla="*/ 0 h 1709"/>
              <a:gd name="T4" fmla="*/ 987 w 1709"/>
              <a:gd name="T5" fmla="*/ 0 h 1709"/>
              <a:gd name="T6" fmla="*/ 1709 w 1709"/>
              <a:gd name="T7" fmla="*/ 722 h 1709"/>
              <a:gd name="T8" fmla="*/ 721 w 1709"/>
              <a:gd name="T9" fmla="*/ 1709 h 1709"/>
              <a:gd name="T10" fmla="*/ 0 w 1709"/>
              <a:gd name="T11" fmla="*/ 986 h 1709"/>
            </a:gdLst>
            <a:ahLst/>
            <a:cxnLst>
              <a:cxn ang="0">
                <a:pos x="T0" y="T1"/>
              </a:cxn>
              <a:cxn ang="0">
                <a:pos x="T2" y="T3"/>
              </a:cxn>
              <a:cxn ang="0">
                <a:pos x="T4" y="T5"/>
              </a:cxn>
              <a:cxn ang="0">
                <a:pos x="T6" y="T7"/>
              </a:cxn>
              <a:cxn ang="0">
                <a:pos x="T8" y="T9"/>
              </a:cxn>
              <a:cxn ang="0">
                <a:pos x="T10" y="T11"/>
              </a:cxn>
            </a:cxnLst>
            <a:rect l="0" t="0" r="r" b="b"/>
            <a:pathLst>
              <a:path w="1709" h="1709">
                <a:moveTo>
                  <a:pt x="0" y="986"/>
                </a:moveTo>
                <a:lnTo>
                  <a:pt x="0" y="0"/>
                </a:lnTo>
                <a:lnTo>
                  <a:pt x="987" y="0"/>
                </a:lnTo>
                <a:lnTo>
                  <a:pt x="1709" y="722"/>
                </a:lnTo>
                <a:lnTo>
                  <a:pt x="721" y="1709"/>
                </a:lnTo>
                <a:lnTo>
                  <a:pt x="0" y="986"/>
                </a:lnTo>
                <a:close/>
              </a:path>
            </a:pathLst>
          </a:custGeom>
          <a:solidFill>
            <a:srgbClr val="0055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 name="Freeform 10"/>
          <p:cNvSpPr>
            <a:spLocks/>
          </p:cNvSpPr>
          <p:nvPr/>
        </p:nvSpPr>
        <p:spPr bwMode="auto">
          <a:xfrm>
            <a:off x="8453438" y="3556000"/>
            <a:ext cx="2713038" cy="2713038"/>
          </a:xfrm>
          <a:custGeom>
            <a:avLst/>
            <a:gdLst>
              <a:gd name="T0" fmla="*/ 0 w 1709"/>
              <a:gd name="T1" fmla="*/ 986 h 1709"/>
              <a:gd name="T2" fmla="*/ 0 w 1709"/>
              <a:gd name="T3" fmla="*/ 0 h 1709"/>
              <a:gd name="T4" fmla="*/ 987 w 1709"/>
              <a:gd name="T5" fmla="*/ 0 h 1709"/>
              <a:gd name="T6" fmla="*/ 1709 w 1709"/>
              <a:gd name="T7" fmla="*/ 722 h 1709"/>
              <a:gd name="T8" fmla="*/ 721 w 1709"/>
              <a:gd name="T9" fmla="*/ 1709 h 1709"/>
              <a:gd name="T10" fmla="*/ 0 w 1709"/>
              <a:gd name="T11" fmla="*/ 986 h 1709"/>
            </a:gdLst>
            <a:ahLst/>
            <a:cxnLst>
              <a:cxn ang="0">
                <a:pos x="T0" y="T1"/>
              </a:cxn>
              <a:cxn ang="0">
                <a:pos x="T2" y="T3"/>
              </a:cxn>
              <a:cxn ang="0">
                <a:pos x="T4" y="T5"/>
              </a:cxn>
              <a:cxn ang="0">
                <a:pos x="T6" y="T7"/>
              </a:cxn>
              <a:cxn ang="0">
                <a:pos x="T8" y="T9"/>
              </a:cxn>
              <a:cxn ang="0">
                <a:pos x="T10" y="T11"/>
              </a:cxn>
            </a:cxnLst>
            <a:rect l="0" t="0" r="r" b="b"/>
            <a:pathLst>
              <a:path w="1709" h="1709">
                <a:moveTo>
                  <a:pt x="0" y="986"/>
                </a:moveTo>
                <a:lnTo>
                  <a:pt x="0" y="0"/>
                </a:lnTo>
                <a:lnTo>
                  <a:pt x="987" y="0"/>
                </a:lnTo>
                <a:lnTo>
                  <a:pt x="1709" y="722"/>
                </a:lnTo>
                <a:lnTo>
                  <a:pt x="721" y="1709"/>
                </a:lnTo>
                <a:lnTo>
                  <a:pt x="0" y="98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 name="Freeform 11"/>
          <p:cNvSpPr>
            <a:spLocks/>
          </p:cNvSpPr>
          <p:nvPr/>
        </p:nvSpPr>
        <p:spPr bwMode="auto">
          <a:xfrm>
            <a:off x="5622925" y="717550"/>
            <a:ext cx="2722563" cy="2722563"/>
          </a:xfrm>
          <a:custGeom>
            <a:avLst/>
            <a:gdLst>
              <a:gd name="T0" fmla="*/ 727 w 1715"/>
              <a:gd name="T1" fmla="*/ 1715 h 1715"/>
              <a:gd name="T2" fmla="*/ 1715 w 1715"/>
              <a:gd name="T3" fmla="*/ 1715 h 1715"/>
              <a:gd name="T4" fmla="*/ 1715 w 1715"/>
              <a:gd name="T5" fmla="*/ 727 h 1715"/>
              <a:gd name="T6" fmla="*/ 988 w 1715"/>
              <a:gd name="T7" fmla="*/ 0 h 1715"/>
              <a:gd name="T8" fmla="*/ 0 w 1715"/>
              <a:gd name="T9" fmla="*/ 986 h 1715"/>
              <a:gd name="T10" fmla="*/ 727 w 1715"/>
              <a:gd name="T11" fmla="*/ 1715 h 1715"/>
            </a:gdLst>
            <a:ahLst/>
            <a:cxnLst>
              <a:cxn ang="0">
                <a:pos x="T0" y="T1"/>
              </a:cxn>
              <a:cxn ang="0">
                <a:pos x="T2" y="T3"/>
              </a:cxn>
              <a:cxn ang="0">
                <a:pos x="T4" y="T5"/>
              </a:cxn>
              <a:cxn ang="0">
                <a:pos x="T6" y="T7"/>
              </a:cxn>
              <a:cxn ang="0">
                <a:pos x="T8" y="T9"/>
              </a:cxn>
              <a:cxn ang="0">
                <a:pos x="T10" y="T11"/>
              </a:cxn>
            </a:cxnLst>
            <a:rect l="0" t="0" r="r" b="b"/>
            <a:pathLst>
              <a:path w="1715" h="1715">
                <a:moveTo>
                  <a:pt x="727" y="1715"/>
                </a:moveTo>
                <a:lnTo>
                  <a:pt x="1715" y="1715"/>
                </a:lnTo>
                <a:lnTo>
                  <a:pt x="1715" y="727"/>
                </a:lnTo>
                <a:lnTo>
                  <a:pt x="988" y="0"/>
                </a:lnTo>
                <a:lnTo>
                  <a:pt x="0" y="986"/>
                </a:lnTo>
                <a:lnTo>
                  <a:pt x="727" y="1715"/>
                </a:lnTo>
                <a:close/>
              </a:path>
            </a:pathLst>
          </a:custGeom>
          <a:solidFill>
            <a:srgbClr val="9DC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 name="Freeform 12"/>
          <p:cNvSpPr>
            <a:spLocks/>
          </p:cNvSpPr>
          <p:nvPr/>
        </p:nvSpPr>
        <p:spPr bwMode="auto">
          <a:xfrm>
            <a:off x="5622925" y="717550"/>
            <a:ext cx="2722563" cy="2722563"/>
          </a:xfrm>
          <a:custGeom>
            <a:avLst/>
            <a:gdLst>
              <a:gd name="T0" fmla="*/ 727 w 1715"/>
              <a:gd name="T1" fmla="*/ 1715 h 1715"/>
              <a:gd name="T2" fmla="*/ 1715 w 1715"/>
              <a:gd name="T3" fmla="*/ 1715 h 1715"/>
              <a:gd name="T4" fmla="*/ 1715 w 1715"/>
              <a:gd name="T5" fmla="*/ 727 h 1715"/>
              <a:gd name="T6" fmla="*/ 988 w 1715"/>
              <a:gd name="T7" fmla="*/ 0 h 1715"/>
              <a:gd name="T8" fmla="*/ 0 w 1715"/>
              <a:gd name="T9" fmla="*/ 986 h 1715"/>
              <a:gd name="T10" fmla="*/ 727 w 1715"/>
              <a:gd name="T11" fmla="*/ 1715 h 1715"/>
            </a:gdLst>
            <a:ahLst/>
            <a:cxnLst>
              <a:cxn ang="0">
                <a:pos x="T0" y="T1"/>
              </a:cxn>
              <a:cxn ang="0">
                <a:pos x="T2" y="T3"/>
              </a:cxn>
              <a:cxn ang="0">
                <a:pos x="T4" y="T5"/>
              </a:cxn>
              <a:cxn ang="0">
                <a:pos x="T6" y="T7"/>
              </a:cxn>
              <a:cxn ang="0">
                <a:pos x="T8" y="T9"/>
              </a:cxn>
              <a:cxn ang="0">
                <a:pos x="T10" y="T11"/>
              </a:cxn>
            </a:cxnLst>
            <a:rect l="0" t="0" r="r" b="b"/>
            <a:pathLst>
              <a:path w="1715" h="1715">
                <a:moveTo>
                  <a:pt x="727" y="1715"/>
                </a:moveTo>
                <a:lnTo>
                  <a:pt x="1715" y="1715"/>
                </a:lnTo>
                <a:lnTo>
                  <a:pt x="1715" y="727"/>
                </a:lnTo>
                <a:lnTo>
                  <a:pt x="988" y="0"/>
                </a:lnTo>
                <a:lnTo>
                  <a:pt x="0" y="986"/>
                </a:lnTo>
                <a:lnTo>
                  <a:pt x="727" y="171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 name="Oval 17"/>
          <p:cNvSpPr>
            <a:spLocks noChangeArrowheads="1"/>
          </p:cNvSpPr>
          <p:nvPr/>
        </p:nvSpPr>
        <p:spPr bwMode="auto">
          <a:xfrm>
            <a:off x="7235825" y="2328863"/>
            <a:ext cx="2328863" cy="2328863"/>
          </a:xfrm>
          <a:prstGeom prst="ellipse">
            <a:avLst/>
          </a:prstGeom>
          <a:solidFill>
            <a:srgbClr val="F8F4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 name="Freeform 18"/>
          <p:cNvSpPr>
            <a:spLocks/>
          </p:cNvSpPr>
          <p:nvPr/>
        </p:nvSpPr>
        <p:spPr bwMode="auto">
          <a:xfrm>
            <a:off x="5054600" y="3513138"/>
            <a:ext cx="1274763" cy="273050"/>
          </a:xfrm>
          <a:custGeom>
            <a:avLst/>
            <a:gdLst>
              <a:gd name="T0" fmla="*/ 798 w 803"/>
              <a:gd name="T1" fmla="*/ 172 h 172"/>
              <a:gd name="T2" fmla="*/ 595 w 803"/>
              <a:gd name="T3" fmla="*/ 7 h 172"/>
              <a:gd name="T4" fmla="*/ 0 w 803"/>
              <a:gd name="T5" fmla="*/ 7 h 172"/>
              <a:gd name="T6" fmla="*/ 0 w 803"/>
              <a:gd name="T7" fmla="*/ 0 h 172"/>
              <a:gd name="T8" fmla="*/ 598 w 803"/>
              <a:gd name="T9" fmla="*/ 0 h 172"/>
              <a:gd name="T10" fmla="*/ 803 w 803"/>
              <a:gd name="T11" fmla="*/ 167 h 172"/>
              <a:gd name="T12" fmla="*/ 798 w 803"/>
              <a:gd name="T13" fmla="*/ 172 h 172"/>
            </a:gdLst>
            <a:ahLst/>
            <a:cxnLst>
              <a:cxn ang="0">
                <a:pos x="T0" y="T1"/>
              </a:cxn>
              <a:cxn ang="0">
                <a:pos x="T2" y="T3"/>
              </a:cxn>
              <a:cxn ang="0">
                <a:pos x="T4" y="T5"/>
              </a:cxn>
              <a:cxn ang="0">
                <a:pos x="T6" y="T7"/>
              </a:cxn>
              <a:cxn ang="0">
                <a:pos x="T8" y="T9"/>
              </a:cxn>
              <a:cxn ang="0">
                <a:pos x="T10" y="T11"/>
              </a:cxn>
              <a:cxn ang="0">
                <a:pos x="T12" y="T13"/>
              </a:cxn>
            </a:cxnLst>
            <a:rect l="0" t="0" r="r" b="b"/>
            <a:pathLst>
              <a:path w="803" h="172">
                <a:moveTo>
                  <a:pt x="798" y="172"/>
                </a:moveTo>
                <a:lnTo>
                  <a:pt x="595" y="7"/>
                </a:lnTo>
                <a:lnTo>
                  <a:pt x="0" y="7"/>
                </a:lnTo>
                <a:lnTo>
                  <a:pt x="0" y="0"/>
                </a:lnTo>
                <a:lnTo>
                  <a:pt x="598" y="0"/>
                </a:lnTo>
                <a:lnTo>
                  <a:pt x="803" y="167"/>
                </a:lnTo>
                <a:lnTo>
                  <a:pt x="798" y="172"/>
                </a:lnTo>
                <a:close/>
              </a:path>
            </a:pathLst>
          </a:custGeom>
          <a:solidFill>
            <a:srgbClr val="908B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 name="Freeform 19"/>
          <p:cNvSpPr>
            <a:spLocks/>
          </p:cNvSpPr>
          <p:nvPr/>
        </p:nvSpPr>
        <p:spPr bwMode="auto">
          <a:xfrm>
            <a:off x="6297613" y="3757613"/>
            <a:ext cx="49213" cy="50800"/>
          </a:xfrm>
          <a:custGeom>
            <a:avLst/>
            <a:gdLst>
              <a:gd name="T0" fmla="*/ 16 w 19"/>
              <a:gd name="T1" fmla="*/ 3 h 19"/>
              <a:gd name="T2" fmla="*/ 16 w 19"/>
              <a:gd name="T3" fmla="*/ 16 h 19"/>
              <a:gd name="T4" fmla="*/ 4 w 19"/>
              <a:gd name="T5" fmla="*/ 16 h 19"/>
              <a:gd name="T6" fmla="*/ 4 w 19"/>
              <a:gd name="T7" fmla="*/ 3 h 19"/>
              <a:gd name="T8" fmla="*/ 16 w 19"/>
              <a:gd name="T9" fmla="*/ 3 h 19"/>
            </a:gdLst>
            <a:ahLst/>
            <a:cxnLst>
              <a:cxn ang="0">
                <a:pos x="T0" y="T1"/>
              </a:cxn>
              <a:cxn ang="0">
                <a:pos x="T2" y="T3"/>
              </a:cxn>
              <a:cxn ang="0">
                <a:pos x="T4" y="T5"/>
              </a:cxn>
              <a:cxn ang="0">
                <a:pos x="T6" y="T7"/>
              </a:cxn>
              <a:cxn ang="0">
                <a:pos x="T8" y="T9"/>
              </a:cxn>
            </a:cxnLst>
            <a:rect l="0" t="0" r="r" b="b"/>
            <a:pathLst>
              <a:path w="19" h="19">
                <a:moveTo>
                  <a:pt x="16" y="3"/>
                </a:moveTo>
                <a:cubicBezTo>
                  <a:pt x="19" y="7"/>
                  <a:pt x="19" y="12"/>
                  <a:pt x="16" y="16"/>
                </a:cubicBezTo>
                <a:cubicBezTo>
                  <a:pt x="13" y="19"/>
                  <a:pt x="7" y="19"/>
                  <a:pt x="4" y="16"/>
                </a:cubicBezTo>
                <a:cubicBezTo>
                  <a:pt x="0" y="12"/>
                  <a:pt x="0" y="7"/>
                  <a:pt x="4" y="3"/>
                </a:cubicBezTo>
                <a:cubicBezTo>
                  <a:pt x="7" y="0"/>
                  <a:pt x="13" y="0"/>
                  <a:pt x="16" y="3"/>
                </a:cubicBezTo>
                <a:close/>
              </a:path>
            </a:pathLst>
          </a:custGeom>
          <a:solidFill>
            <a:srgbClr val="908B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 name="Freeform 20"/>
          <p:cNvSpPr>
            <a:spLocks/>
          </p:cNvSpPr>
          <p:nvPr/>
        </p:nvSpPr>
        <p:spPr bwMode="auto">
          <a:xfrm>
            <a:off x="7750175" y="5872163"/>
            <a:ext cx="1247775" cy="276225"/>
          </a:xfrm>
          <a:custGeom>
            <a:avLst/>
            <a:gdLst>
              <a:gd name="T0" fmla="*/ 781 w 786"/>
              <a:gd name="T1" fmla="*/ 0 h 174"/>
              <a:gd name="T2" fmla="*/ 580 w 786"/>
              <a:gd name="T3" fmla="*/ 165 h 174"/>
              <a:gd name="T4" fmla="*/ 0 w 786"/>
              <a:gd name="T5" fmla="*/ 165 h 174"/>
              <a:gd name="T6" fmla="*/ 0 w 786"/>
              <a:gd name="T7" fmla="*/ 174 h 174"/>
              <a:gd name="T8" fmla="*/ 583 w 786"/>
              <a:gd name="T9" fmla="*/ 174 h 174"/>
              <a:gd name="T10" fmla="*/ 786 w 786"/>
              <a:gd name="T11" fmla="*/ 5 h 174"/>
              <a:gd name="T12" fmla="*/ 781 w 786"/>
              <a:gd name="T13" fmla="*/ 0 h 174"/>
            </a:gdLst>
            <a:ahLst/>
            <a:cxnLst>
              <a:cxn ang="0">
                <a:pos x="T0" y="T1"/>
              </a:cxn>
              <a:cxn ang="0">
                <a:pos x="T2" y="T3"/>
              </a:cxn>
              <a:cxn ang="0">
                <a:pos x="T4" y="T5"/>
              </a:cxn>
              <a:cxn ang="0">
                <a:pos x="T6" y="T7"/>
              </a:cxn>
              <a:cxn ang="0">
                <a:pos x="T8" y="T9"/>
              </a:cxn>
              <a:cxn ang="0">
                <a:pos x="T10" y="T11"/>
              </a:cxn>
              <a:cxn ang="0">
                <a:pos x="T12" y="T13"/>
              </a:cxn>
            </a:cxnLst>
            <a:rect l="0" t="0" r="r" b="b"/>
            <a:pathLst>
              <a:path w="786" h="174">
                <a:moveTo>
                  <a:pt x="781" y="0"/>
                </a:moveTo>
                <a:lnTo>
                  <a:pt x="580" y="165"/>
                </a:lnTo>
                <a:lnTo>
                  <a:pt x="0" y="165"/>
                </a:lnTo>
                <a:lnTo>
                  <a:pt x="0" y="174"/>
                </a:lnTo>
                <a:lnTo>
                  <a:pt x="583" y="174"/>
                </a:lnTo>
                <a:lnTo>
                  <a:pt x="786" y="5"/>
                </a:lnTo>
                <a:lnTo>
                  <a:pt x="781" y="0"/>
                </a:lnTo>
                <a:close/>
              </a:path>
            </a:pathLst>
          </a:custGeom>
          <a:solidFill>
            <a:srgbClr val="908B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 name="Freeform 21"/>
          <p:cNvSpPr>
            <a:spLocks/>
          </p:cNvSpPr>
          <p:nvPr/>
        </p:nvSpPr>
        <p:spPr bwMode="auto">
          <a:xfrm>
            <a:off x="8972550" y="5848350"/>
            <a:ext cx="49213" cy="50800"/>
          </a:xfrm>
          <a:custGeom>
            <a:avLst/>
            <a:gdLst>
              <a:gd name="T0" fmla="*/ 15 w 19"/>
              <a:gd name="T1" fmla="*/ 15 h 19"/>
              <a:gd name="T2" fmla="*/ 15 w 19"/>
              <a:gd name="T3" fmla="*/ 3 h 19"/>
              <a:gd name="T4" fmla="*/ 3 w 19"/>
              <a:gd name="T5" fmla="*/ 3 h 19"/>
              <a:gd name="T6" fmla="*/ 3 w 19"/>
              <a:gd name="T7" fmla="*/ 15 h 19"/>
              <a:gd name="T8" fmla="*/ 15 w 19"/>
              <a:gd name="T9" fmla="*/ 15 h 19"/>
            </a:gdLst>
            <a:ahLst/>
            <a:cxnLst>
              <a:cxn ang="0">
                <a:pos x="T0" y="T1"/>
              </a:cxn>
              <a:cxn ang="0">
                <a:pos x="T2" y="T3"/>
              </a:cxn>
              <a:cxn ang="0">
                <a:pos x="T4" y="T5"/>
              </a:cxn>
              <a:cxn ang="0">
                <a:pos x="T6" y="T7"/>
              </a:cxn>
              <a:cxn ang="0">
                <a:pos x="T8" y="T9"/>
              </a:cxn>
            </a:cxnLst>
            <a:rect l="0" t="0" r="r" b="b"/>
            <a:pathLst>
              <a:path w="19" h="19">
                <a:moveTo>
                  <a:pt x="15" y="15"/>
                </a:moveTo>
                <a:cubicBezTo>
                  <a:pt x="19" y="12"/>
                  <a:pt x="19" y="6"/>
                  <a:pt x="15" y="3"/>
                </a:cubicBezTo>
                <a:cubicBezTo>
                  <a:pt x="12" y="0"/>
                  <a:pt x="7" y="0"/>
                  <a:pt x="3" y="3"/>
                </a:cubicBezTo>
                <a:cubicBezTo>
                  <a:pt x="0" y="6"/>
                  <a:pt x="0" y="12"/>
                  <a:pt x="3" y="15"/>
                </a:cubicBezTo>
                <a:cubicBezTo>
                  <a:pt x="7" y="19"/>
                  <a:pt x="12" y="19"/>
                  <a:pt x="15" y="15"/>
                </a:cubicBezTo>
                <a:close/>
              </a:path>
            </a:pathLst>
          </a:custGeom>
          <a:solidFill>
            <a:srgbClr val="908B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 name="Freeform 22"/>
          <p:cNvSpPr>
            <a:spLocks/>
          </p:cNvSpPr>
          <p:nvPr/>
        </p:nvSpPr>
        <p:spPr bwMode="auto">
          <a:xfrm>
            <a:off x="10453688" y="3235325"/>
            <a:ext cx="1282700" cy="276225"/>
          </a:xfrm>
          <a:custGeom>
            <a:avLst/>
            <a:gdLst>
              <a:gd name="T0" fmla="*/ 5 w 808"/>
              <a:gd name="T1" fmla="*/ 0 h 174"/>
              <a:gd name="T2" fmla="*/ 208 w 808"/>
              <a:gd name="T3" fmla="*/ 166 h 174"/>
              <a:gd name="T4" fmla="*/ 808 w 808"/>
              <a:gd name="T5" fmla="*/ 166 h 174"/>
              <a:gd name="T6" fmla="*/ 808 w 808"/>
              <a:gd name="T7" fmla="*/ 174 h 174"/>
              <a:gd name="T8" fmla="*/ 205 w 808"/>
              <a:gd name="T9" fmla="*/ 174 h 174"/>
              <a:gd name="T10" fmla="*/ 0 w 808"/>
              <a:gd name="T11" fmla="*/ 7 h 174"/>
              <a:gd name="T12" fmla="*/ 5 w 808"/>
              <a:gd name="T13" fmla="*/ 0 h 174"/>
            </a:gdLst>
            <a:ahLst/>
            <a:cxnLst>
              <a:cxn ang="0">
                <a:pos x="T0" y="T1"/>
              </a:cxn>
              <a:cxn ang="0">
                <a:pos x="T2" y="T3"/>
              </a:cxn>
              <a:cxn ang="0">
                <a:pos x="T4" y="T5"/>
              </a:cxn>
              <a:cxn ang="0">
                <a:pos x="T6" y="T7"/>
              </a:cxn>
              <a:cxn ang="0">
                <a:pos x="T8" y="T9"/>
              </a:cxn>
              <a:cxn ang="0">
                <a:pos x="T10" y="T11"/>
              </a:cxn>
              <a:cxn ang="0">
                <a:pos x="T12" y="T13"/>
              </a:cxn>
            </a:cxnLst>
            <a:rect l="0" t="0" r="r" b="b"/>
            <a:pathLst>
              <a:path w="808" h="174">
                <a:moveTo>
                  <a:pt x="5" y="0"/>
                </a:moveTo>
                <a:lnTo>
                  <a:pt x="208" y="166"/>
                </a:lnTo>
                <a:lnTo>
                  <a:pt x="808" y="166"/>
                </a:lnTo>
                <a:lnTo>
                  <a:pt x="808" y="174"/>
                </a:lnTo>
                <a:lnTo>
                  <a:pt x="205" y="174"/>
                </a:lnTo>
                <a:lnTo>
                  <a:pt x="0" y="7"/>
                </a:lnTo>
                <a:lnTo>
                  <a:pt x="5" y="0"/>
                </a:lnTo>
                <a:close/>
              </a:path>
            </a:pathLst>
          </a:custGeom>
          <a:solidFill>
            <a:srgbClr val="908B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 name="Freeform 23"/>
          <p:cNvSpPr>
            <a:spLocks/>
          </p:cNvSpPr>
          <p:nvPr/>
        </p:nvSpPr>
        <p:spPr bwMode="auto">
          <a:xfrm>
            <a:off x="10433050" y="3217863"/>
            <a:ext cx="49213" cy="49213"/>
          </a:xfrm>
          <a:custGeom>
            <a:avLst/>
            <a:gdLst>
              <a:gd name="T0" fmla="*/ 4 w 19"/>
              <a:gd name="T1" fmla="*/ 16 h 19"/>
              <a:gd name="T2" fmla="*/ 4 w 19"/>
              <a:gd name="T3" fmla="*/ 3 h 19"/>
              <a:gd name="T4" fmla="*/ 16 w 19"/>
              <a:gd name="T5" fmla="*/ 3 h 19"/>
              <a:gd name="T6" fmla="*/ 16 w 19"/>
              <a:gd name="T7" fmla="*/ 16 h 19"/>
              <a:gd name="T8" fmla="*/ 4 w 19"/>
              <a:gd name="T9" fmla="*/ 16 h 19"/>
            </a:gdLst>
            <a:ahLst/>
            <a:cxnLst>
              <a:cxn ang="0">
                <a:pos x="T0" y="T1"/>
              </a:cxn>
              <a:cxn ang="0">
                <a:pos x="T2" y="T3"/>
              </a:cxn>
              <a:cxn ang="0">
                <a:pos x="T4" y="T5"/>
              </a:cxn>
              <a:cxn ang="0">
                <a:pos x="T6" y="T7"/>
              </a:cxn>
              <a:cxn ang="0">
                <a:pos x="T8" y="T9"/>
              </a:cxn>
            </a:cxnLst>
            <a:rect l="0" t="0" r="r" b="b"/>
            <a:pathLst>
              <a:path w="19" h="19">
                <a:moveTo>
                  <a:pt x="4" y="16"/>
                </a:moveTo>
                <a:cubicBezTo>
                  <a:pt x="0" y="12"/>
                  <a:pt x="0" y="7"/>
                  <a:pt x="4" y="3"/>
                </a:cubicBezTo>
                <a:cubicBezTo>
                  <a:pt x="7" y="0"/>
                  <a:pt x="12" y="0"/>
                  <a:pt x="16" y="3"/>
                </a:cubicBezTo>
                <a:cubicBezTo>
                  <a:pt x="19" y="7"/>
                  <a:pt x="19" y="12"/>
                  <a:pt x="16" y="16"/>
                </a:cubicBezTo>
                <a:cubicBezTo>
                  <a:pt x="12" y="19"/>
                  <a:pt x="7" y="19"/>
                  <a:pt x="4" y="16"/>
                </a:cubicBezTo>
                <a:close/>
              </a:path>
            </a:pathLst>
          </a:custGeom>
          <a:solidFill>
            <a:srgbClr val="908B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 name="Freeform 24"/>
          <p:cNvSpPr>
            <a:spLocks/>
          </p:cNvSpPr>
          <p:nvPr/>
        </p:nvSpPr>
        <p:spPr bwMode="auto">
          <a:xfrm>
            <a:off x="7694613" y="741363"/>
            <a:ext cx="1271588" cy="274638"/>
          </a:xfrm>
          <a:custGeom>
            <a:avLst/>
            <a:gdLst>
              <a:gd name="T0" fmla="*/ 5 w 801"/>
              <a:gd name="T1" fmla="*/ 173 h 173"/>
              <a:gd name="T2" fmla="*/ 208 w 801"/>
              <a:gd name="T3" fmla="*/ 6 h 173"/>
              <a:gd name="T4" fmla="*/ 801 w 801"/>
              <a:gd name="T5" fmla="*/ 6 h 173"/>
              <a:gd name="T6" fmla="*/ 801 w 801"/>
              <a:gd name="T7" fmla="*/ 0 h 173"/>
              <a:gd name="T8" fmla="*/ 205 w 801"/>
              <a:gd name="T9" fmla="*/ 0 h 173"/>
              <a:gd name="T10" fmla="*/ 0 w 801"/>
              <a:gd name="T11" fmla="*/ 167 h 173"/>
              <a:gd name="T12" fmla="*/ 5 w 801"/>
              <a:gd name="T13" fmla="*/ 173 h 173"/>
            </a:gdLst>
            <a:ahLst/>
            <a:cxnLst>
              <a:cxn ang="0">
                <a:pos x="T0" y="T1"/>
              </a:cxn>
              <a:cxn ang="0">
                <a:pos x="T2" y="T3"/>
              </a:cxn>
              <a:cxn ang="0">
                <a:pos x="T4" y="T5"/>
              </a:cxn>
              <a:cxn ang="0">
                <a:pos x="T6" y="T7"/>
              </a:cxn>
              <a:cxn ang="0">
                <a:pos x="T8" y="T9"/>
              </a:cxn>
              <a:cxn ang="0">
                <a:pos x="T10" y="T11"/>
              </a:cxn>
              <a:cxn ang="0">
                <a:pos x="T12" y="T13"/>
              </a:cxn>
            </a:cxnLst>
            <a:rect l="0" t="0" r="r" b="b"/>
            <a:pathLst>
              <a:path w="801" h="173">
                <a:moveTo>
                  <a:pt x="5" y="173"/>
                </a:moveTo>
                <a:lnTo>
                  <a:pt x="208" y="6"/>
                </a:lnTo>
                <a:lnTo>
                  <a:pt x="801" y="6"/>
                </a:lnTo>
                <a:lnTo>
                  <a:pt x="801" y="0"/>
                </a:lnTo>
                <a:lnTo>
                  <a:pt x="205" y="0"/>
                </a:lnTo>
                <a:lnTo>
                  <a:pt x="0" y="167"/>
                </a:lnTo>
                <a:lnTo>
                  <a:pt x="5" y="173"/>
                </a:lnTo>
                <a:close/>
              </a:path>
            </a:pathLst>
          </a:custGeom>
          <a:solidFill>
            <a:srgbClr val="908B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 name="Freeform 25"/>
          <p:cNvSpPr>
            <a:spLocks/>
          </p:cNvSpPr>
          <p:nvPr/>
        </p:nvSpPr>
        <p:spPr bwMode="auto">
          <a:xfrm>
            <a:off x="7673975" y="984250"/>
            <a:ext cx="49213" cy="50800"/>
          </a:xfrm>
          <a:custGeom>
            <a:avLst/>
            <a:gdLst>
              <a:gd name="T0" fmla="*/ 4 w 19"/>
              <a:gd name="T1" fmla="*/ 3 h 19"/>
              <a:gd name="T2" fmla="*/ 4 w 19"/>
              <a:gd name="T3" fmla="*/ 16 h 19"/>
              <a:gd name="T4" fmla="*/ 16 w 19"/>
              <a:gd name="T5" fmla="*/ 16 h 19"/>
              <a:gd name="T6" fmla="*/ 16 w 19"/>
              <a:gd name="T7" fmla="*/ 3 h 19"/>
              <a:gd name="T8" fmla="*/ 4 w 19"/>
              <a:gd name="T9" fmla="*/ 3 h 19"/>
            </a:gdLst>
            <a:ahLst/>
            <a:cxnLst>
              <a:cxn ang="0">
                <a:pos x="T0" y="T1"/>
              </a:cxn>
              <a:cxn ang="0">
                <a:pos x="T2" y="T3"/>
              </a:cxn>
              <a:cxn ang="0">
                <a:pos x="T4" y="T5"/>
              </a:cxn>
              <a:cxn ang="0">
                <a:pos x="T6" y="T7"/>
              </a:cxn>
              <a:cxn ang="0">
                <a:pos x="T8" y="T9"/>
              </a:cxn>
            </a:cxnLst>
            <a:rect l="0" t="0" r="r" b="b"/>
            <a:pathLst>
              <a:path w="19" h="19">
                <a:moveTo>
                  <a:pt x="4" y="3"/>
                </a:moveTo>
                <a:cubicBezTo>
                  <a:pt x="0" y="7"/>
                  <a:pt x="0" y="12"/>
                  <a:pt x="4" y="16"/>
                </a:cubicBezTo>
                <a:cubicBezTo>
                  <a:pt x="7" y="19"/>
                  <a:pt x="12" y="19"/>
                  <a:pt x="16" y="16"/>
                </a:cubicBezTo>
                <a:cubicBezTo>
                  <a:pt x="19" y="12"/>
                  <a:pt x="19" y="7"/>
                  <a:pt x="16" y="3"/>
                </a:cubicBezTo>
                <a:cubicBezTo>
                  <a:pt x="12" y="0"/>
                  <a:pt x="7" y="0"/>
                  <a:pt x="4" y="3"/>
                </a:cubicBezTo>
                <a:close/>
              </a:path>
            </a:pathLst>
          </a:custGeom>
          <a:solidFill>
            <a:srgbClr val="908B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86" name="组合 85"/>
          <p:cNvGrpSpPr/>
          <p:nvPr/>
        </p:nvGrpSpPr>
        <p:grpSpPr>
          <a:xfrm>
            <a:off x="9388400" y="1391577"/>
            <a:ext cx="541490" cy="452172"/>
            <a:chOff x="9478963" y="1489075"/>
            <a:chExt cx="307975" cy="257176"/>
          </a:xfrm>
        </p:grpSpPr>
        <p:sp>
          <p:nvSpPr>
            <p:cNvPr id="26" name="Freeform 26"/>
            <p:cNvSpPr>
              <a:spLocks/>
            </p:cNvSpPr>
            <p:nvPr/>
          </p:nvSpPr>
          <p:spPr bwMode="auto">
            <a:xfrm>
              <a:off x="9478963" y="1706563"/>
              <a:ext cx="307975" cy="39688"/>
            </a:xfrm>
            <a:custGeom>
              <a:avLst/>
              <a:gdLst>
                <a:gd name="T0" fmla="*/ 118 w 118"/>
                <a:gd name="T1" fmla="*/ 7 h 15"/>
                <a:gd name="T2" fmla="*/ 110 w 118"/>
                <a:gd name="T3" fmla="*/ 15 h 15"/>
                <a:gd name="T4" fmla="*/ 7 w 118"/>
                <a:gd name="T5" fmla="*/ 15 h 15"/>
                <a:gd name="T6" fmla="*/ 0 w 118"/>
                <a:gd name="T7" fmla="*/ 7 h 15"/>
                <a:gd name="T8" fmla="*/ 7 w 118"/>
                <a:gd name="T9" fmla="*/ 0 h 15"/>
                <a:gd name="T10" fmla="*/ 110 w 118"/>
                <a:gd name="T11" fmla="*/ 0 h 15"/>
                <a:gd name="T12" fmla="*/ 118 w 118"/>
                <a:gd name="T13" fmla="*/ 7 h 15"/>
              </a:gdLst>
              <a:ahLst/>
              <a:cxnLst>
                <a:cxn ang="0">
                  <a:pos x="T0" y="T1"/>
                </a:cxn>
                <a:cxn ang="0">
                  <a:pos x="T2" y="T3"/>
                </a:cxn>
                <a:cxn ang="0">
                  <a:pos x="T4" y="T5"/>
                </a:cxn>
                <a:cxn ang="0">
                  <a:pos x="T6" y="T7"/>
                </a:cxn>
                <a:cxn ang="0">
                  <a:pos x="T8" y="T9"/>
                </a:cxn>
                <a:cxn ang="0">
                  <a:pos x="T10" y="T11"/>
                </a:cxn>
                <a:cxn ang="0">
                  <a:pos x="T12" y="T13"/>
                </a:cxn>
              </a:cxnLst>
              <a:rect l="0" t="0" r="r" b="b"/>
              <a:pathLst>
                <a:path w="118" h="15">
                  <a:moveTo>
                    <a:pt x="118" y="7"/>
                  </a:moveTo>
                  <a:cubicBezTo>
                    <a:pt x="118" y="12"/>
                    <a:pt x="115" y="15"/>
                    <a:pt x="110" y="15"/>
                  </a:cubicBezTo>
                  <a:cubicBezTo>
                    <a:pt x="7" y="15"/>
                    <a:pt x="7" y="15"/>
                    <a:pt x="7" y="15"/>
                  </a:cubicBezTo>
                  <a:cubicBezTo>
                    <a:pt x="3" y="15"/>
                    <a:pt x="0" y="12"/>
                    <a:pt x="0" y="7"/>
                  </a:cubicBezTo>
                  <a:cubicBezTo>
                    <a:pt x="0" y="3"/>
                    <a:pt x="3" y="0"/>
                    <a:pt x="7" y="0"/>
                  </a:cubicBezTo>
                  <a:cubicBezTo>
                    <a:pt x="110" y="0"/>
                    <a:pt x="110" y="0"/>
                    <a:pt x="110" y="0"/>
                  </a:cubicBezTo>
                  <a:cubicBezTo>
                    <a:pt x="115" y="0"/>
                    <a:pt x="118" y="3"/>
                    <a:pt x="118" y="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 name="Freeform 27"/>
            <p:cNvSpPr>
              <a:spLocks/>
            </p:cNvSpPr>
            <p:nvPr/>
          </p:nvSpPr>
          <p:spPr bwMode="auto">
            <a:xfrm>
              <a:off x="9504363" y="1562100"/>
              <a:ext cx="41275" cy="123825"/>
            </a:xfrm>
            <a:custGeom>
              <a:avLst/>
              <a:gdLst>
                <a:gd name="T0" fmla="*/ 8 w 16"/>
                <a:gd name="T1" fmla="*/ 47 h 47"/>
                <a:gd name="T2" fmla="*/ 0 w 16"/>
                <a:gd name="T3" fmla="*/ 39 h 47"/>
                <a:gd name="T4" fmla="*/ 0 w 16"/>
                <a:gd name="T5" fmla="*/ 8 h 47"/>
                <a:gd name="T6" fmla="*/ 8 w 16"/>
                <a:gd name="T7" fmla="*/ 0 h 47"/>
                <a:gd name="T8" fmla="*/ 16 w 16"/>
                <a:gd name="T9" fmla="*/ 8 h 47"/>
                <a:gd name="T10" fmla="*/ 16 w 16"/>
                <a:gd name="T11" fmla="*/ 39 h 47"/>
                <a:gd name="T12" fmla="*/ 8 w 16"/>
                <a:gd name="T13" fmla="*/ 47 h 47"/>
              </a:gdLst>
              <a:ahLst/>
              <a:cxnLst>
                <a:cxn ang="0">
                  <a:pos x="T0" y="T1"/>
                </a:cxn>
                <a:cxn ang="0">
                  <a:pos x="T2" y="T3"/>
                </a:cxn>
                <a:cxn ang="0">
                  <a:pos x="T4" y="T5"/>
                </a:cxn>
                <a:cxn ang="0">
                  <a:pos x="T6" y="T7"/>
                </a:cxn>
                <a:cxn ang="0">
                  <a:pos x="T8" y="T9"/>
                </a:cxn>
                <a:cxn ang="0">
                  <a:pos x="T10" y="T11"/>
                </a:cxn>
                <a:cxn ang="0">
                  <a:pos x="T12" y="T13"/>
                </a:cxn>
              </a:cxnLst>
              <a:rect l="0" t="0" r="r" b="b"/>
              <a:pathLst>
                <a:path w="16" h="47">
                  <a:moveTo>
                    <a:pt x="8" y="47"/>
                  </a:moveTo>
                  <a:cubicBezTo>
                    <a:pt x="4" y="47"/>
                    <a:pt x="0" y="44"/>
                    <a:pt x="0" y="39"/>
                  </a:cubicBezTo>
                  <a:cubicBezTo>
                    <a:pt x="0" y="8"/>
                    <a:pt x="0" y="8"/>
                    <a:pt x="0" y="8"/>
                  </a:cubicBezTo>
                  <a:cubicBezTo>
                    <a:pt x="0" y="4"/>
                    <a:pt x="4" y="0"/>
                    <a:pt x="8" y="0"/>
                  </a:cubicBezTo>
                  <a:cubicBezTo>
                    <a:pt x="12" y="0"/>
                    <a:pt x="16" y="4"/>
                    <a:pt x="16" y="8"/>
                  </a:cubicBezTo>
                  <a:cubicBezTo>
                    <a:pt x="16" y="39"/>
                    <a:pt x="16" y="39"/>
                    <a:pt x="16" y="39"/>
                  </a:cubicBezTo>
                  <a:cubicBezTo>
                    <a:pt x="16" y="44"/>
                    <a:pt x="12" y="47"/>
                    <a:pt x="8" y="4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 name="Freeform 28"/>
            <p:cNvSpPr>
              <a:spLocks/>
            </p:cNvSpPr>
            <p:nvPr/>
          </p:nvSpPr>
          <p:spPr bwMode="auto">
            <a:xfrm>
              <a:off x="9577388" y="1525588"/>
              <a:ext cx="42863" cy="160338"/>
            </a:xfrm>
            <a:custGeom>
              <a:avLst/>
              <a:gdLst>
                <a:gd name="T0" fmla="*/ 8 w 16"/>
                <a:gd name="T1" fmla="*/ 61 h 61"/>
                <a:gd name="T2" fmla="*/ 0 w 16"/>
                <a:gd name="T3" fmla="*/ 53 h 61"/>
                <a:gd name="T4" fmla="*/ 0 w 16"/>
                <a:gd name="T5" fmla="*/ 8 h 61"/>
                <a:gd name="T6" fmla="*/ 8 w 16"/>
                <a:gd name="T7" fmla="*/ 0 h 61"/>
                <a:gd name="T8" fmla="*/ 16 w 16"/>
                <a:gd name="T9" fmla="*/ 8 h 61"/>
                <a:gd name="T10" fmla="*/ 16 w 16"/>
                <a:gd name="T11" fmla="*/ 53 h 61"/>
                <a:gd name="T12" fmla="*/ 8 w 16"/>
                <a:gd name="T13" fmla="*/ 61 h 61"/>
              </a:gdLst>
              <a:ahLst/>
              <a:cxnLst>
                <a:cxn ang="0">
                  <a:pos x="T0" y="T1"/>
                </a:cxn>
                <a:cxn ang="0">
                  <a:pos x="T2" y="T3"/>
                </a:cxn>
                <a:cxn ang="0">
                  <a:pos x="T4" y="T5"/>
                </a:cxn>
                <a:cxn ang="0">
                  <a:pos x="T6" y="T7"/>
                </a:cxn>
                <a:cxn ang="0">
                  <a:pos x="T8" y="T9"/>
                </a:cxn>
                <a:cxn ang="0">
                  <a:pos x="T10" y="T11"/>
                </a:cxn>
                <a:cxn ang="0">
                  <a:pos x="T12" y="T13"/>
                </a:cxn>
              </a:cxnLst>
              <a:rect l="0" t="0" r="r" b="b"/>
              <a:pathLst>
                <a:path w="16" h="61">
                  <a:moveTo>
                    <a:pt x="8" y="61"/>
                  </a:moveTo>
                  <a:cubicBezTo>
                    <a:pt x="3" y="61"/>
                    <a:pt x="0" y="58"/>
                    <a:pt x="0" y="53"/>
                  </a:cubicBezTo>
                  <a:cubicBezTo>
                    <a:pt x="0" y="8"/>
                    <a:pt x="0" y="8"/>
                    <a:pt x="0" y="8"/>
                  </a:cubicBezTo>
                  <a:cubicBezTo>
                    <a:pt x="0" y="4"/>
                    <a:pt x="3" y="0"/>
                    <a:pt x="8" y="0"/>
                  </a:cubicBezTo>
                  <a:cubicBezTo>
                    <a:pt x="12" y="0"/>
                    <a:pt x="16" y="4"/>
                    <a:pt x="16" y="8"/>
                  </a:cubicBezTo>
                  <a:cubicBezTo>
                    <a:pt x="16" y="53"/>
                    <a:pt x="16" y="53"/>
                    <a:pt x="16" y="53"/>
                  </a:cubicBezTo>
                  <a:cubicBezTo>
                    <a:pt x="16" y="58"/>
                    <a:pt x="12" y="61"/>
                    <a:pt x="8" y="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 name="Freeform 29"/>
            <p:cNvSpPr>
              <a:spLocks/>
            </p:cNvSpPr>
            <p:nvPr/>
          </p:nvSpPr>
          <p:spPr bwMode="auto">
            <a:xfrm>
              <a:off x="9652000" y="1489075"/>
              <a:ext cx="38100" cy="196850"/>
            </a:xfrm>
            <a:custGeom>
              <a:avLst/>
              <a:gdLst>
                <a:gd name="T0" fmla="*/ 8 w 15"/>
                <a:gd name="T1" fmla="*/ 75 h 75"/>
                <a:gd name="T2" fmla="*/ 0 w 15"/>
                <a:gd name="T3" fmla="*/ 67 h 75"/>
                <a:gd name="T4" fmla="*/ 0 w 15"/>
                <a:gd name="T5" fmla="*/ 8 h 75"/>
                <a:gd name="T6" fmla="*/ 8 w 15"/>
                <a:gd name="T7" fmla="*/ 0 h 75"/>
                <a:gd name="T8" fmla="*/ 15 w 15"/>
                <a:gd name="T9" fmla="*/ 8 h 75"/>
                <a:gd name="T10" fmla="*/ 15 w 15"/>
                <a:gd name="T11" fmla="*/ 67 h 75"/>
                <a:gd name="T12" fmla="*/ 8 w 15"/>
                <a:gd name="T13" fmla="*/ 75 h 75"/>
              </a:gdLst>
              <a:ahLst/>
              <a:cxnLst>
                <a:cxn ang="0">
                  <a:pos x="T0" y="T1"/>
                </a:cxn>
                <a:cxn ang="0">
                  <a:pos x="T2" y="T3"/>
                </a:cxn>
                <a:cxn ang="0">
                  <a:pos x="T4" y="T5"/>
                </a:cxn>
                <a:cxn ang="0">
                  <a:pos x="T6" y="T7"/>
                </a:cxn>
                <a:cxn ang="0">
                  <a:pos x="T8" y="T9"/>
                </a:cxn>
                <a:cxn ang="0">
                  <a:pos x="T10" y="T11"/>
                </a:cxn>
                <a:cxn ang="0">
                  <a:pos x="T12" y="T13"/>
                </a:cxn>
              </a:cxnLst>
              <a:rect l="0" t="0" r="r" b="b"/>
              <a:pathLst>
                <a:path w="15" h="75">
                  <a:moveTo>
                    <a:pt x="8" y="75"/>
                  </a:moveTo>
                  <a:cubicBezTo>
                    <a:pt x="3" y="75"/>
                    <a:pt x="0" y="72"/>
                    <a:pt x="0" y="67"/>
                  </a:cubicBezTo>
                  <a:cubicBezTo>
                    <a:pt x="0" y="8"/>
                    <a:pt x="0" y="8"/>
                    <a:pt x="0" y="8"/>
                  </a:cubicBezTo>
                  <a:cubicBezTo>
                    <a:pt x="0" y="3"/>
                    <a:pt x="3" y="0"/>
                    <a:pt x="8" y="0"/>
                  </a:cubicBezTo>
                  <a:cubicBezTo>
                    <a:pt x="12" y="0"/>
                    <a:pt x="15" y="3"/>
                    <a:pt x="15" y="8"/>
                  </a:cubicBezTo>
                  <a:cubicBezTo>
                    <a:pt x="15" y="67"/>
                    <a:pt x="15" y="67"/>
                    <a:pt x="15" y="67"/>
                  </a:cubicBezTo>
                  <a:cubicBezTo>
                    <a:pt x="15" y="72"/>
                    <a:pt x="12" y="75"/>
                    <a:pt x="8" y="7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 name="Freeform 30"/>
            <p:cNvSpPr>
              <a:spLocks/>
            </p:cNvSpPr>
            <p:nvPr/>
          </p:nvSpPr>
          <p:spPr bwMode="auto">
            <a:xfrm>
              <a:off x="9725025" y="1498600"/>
              <a:ext cx="39688" cy="187325"/>
            </a:xfrm>
            <a:custGeom>
              <a:avLst/>
              <a:gdLst>
                <a:gd name="T0" fmla="*/ 7 w 15"/>
                <a:gd name="T1" fmla="*/ 71 h 71"/>
                <a:gd name="T2" fmla="*/ 0 w 15"/>
                <a:gd name="T3" fmla="*/ 63 h 71"/>
                <a:gd name="T4" fmla="*/ 0 w 15"/>
                <a:gd name="T5" fmla="*/ 8 h 71"/>
                <a:gd name="T6" fmla="*/ 7 w 15"/>
                <a:gd name="T7" fmla="*/ 0 h 71"/>
                <a:gd name="T8" fmla="*/ 15 w 15"/>
                <a:gd name="T9" fmla="*/ 8 h 71"/>
                <a:gd name="T10" fmla="*/ 15 w 15"/>
                <a:gd name="T11" fmla="*/ 63 h 71"/>
                <a:gd name="T12" fmla="*/ 7 w 15"/>
                <a:gd name="T13" fmla="*/ 71 h 71"/>
              </a:gdLst>
              <a:ahLst/>
              <a:cxnLst>
                <a:cxn ang="0">
                  <a:pos x="T0" y="T1"/>
                </a:cxn>
                <a:cxn ang="0">
                  <a:pos x="T2" y="T3"/>
                </a:cxn>
                <a:cxn ang="0">
                  <a:pos x="T4" y="T5"/>
                </a:cxn>
                <a:cxn ang="0">
                  <a:pos x="T6" y="T7"/>
                </a:cxn>
                <a:cxn ang="0">
                  <a:pos x="T8" y="T9"/>
                </a:cxn>
                <a:cxn ang="0">
                  <a:pos x="T10" y="T11"/>
                </a:cxn>
                <a:cxn ang="0">
                  <a:pos x="T12" y="T13"/>
                </a:cxn>
              </a:cxnLst>
              <a:rect l="0" t="0" r="r" b="b"/>
              <a:pathLst>
                <a:path w="15" h="71">
                  <a:moveTo>
                    <a:pt x="7" y="71"/>
                  </a:moveTo>
                  <a:cubicBezTo>
                    <a:pt x="3" y="71"/>
                    <a:pt x="0" y="68"/>
                    <a:pt x="0" y="63"/>
                  </a:cubicBezTo>
                  <a:cubicBezTo>
                    <a:pt x="0" y="8"/>
                    <a:pt x="0" y="8"/>
                    <a:pt x="0" y="8"/>
                  </a:cubicBezTo>
                  <a:cubicBezTo>
                    <a:pt x="0" y="3"/>
                    <a:pt x="3" y="0"/>
                    <a:pt x="7" y="0"/>
                  </a:cubicBezTo>
                  <a:cubicBezTo>
                    <a:pt x="12" y="0"/>
                    <a:pt x="15" y="3"/>
                    <a:pt x="15" y="8"/>
                  </a:cubicBezTo>
                  <a:cubicBezTo>
                    <a:pt x="15" y="63"/>
                    <a:pt x="15" y="63"/>
                    <a:pt x="15" y="63"/>
                  </a:cubicBezTo>
                  <a:cubicBezTo>
                    <a:pt x="15" y="68"/>
                    <a:pt x="12" y="71"/>
                    <a:pt x="7" y="7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85" name="组合 84"/>
          <p:cNvGrpSpPr/>
          <p:nvPr/>
        </p:nvGrpSpPr>
        <p:grpSpPr>
          <a:xfrm>
            <a:off x="6829109" y="1319920"/>
            <a:ext cx="583246" cy="528812"/>
            <a:chOff x="6942138" y="1422400"/>
            <a:chExt cx="357188" cy="323851"/>
          </a:xfrm>
        </p:grpSpPr>
        <p:sp>
          <p:nvSpPr>
            <p:cNvPr id="31" name="Freeform 31"/>
            <p:cNvSpPr>
              <a:spLocks/>
            </p:cNvSpPr>
            <p:nvPr/>
          </p:nvSpPr>
          <p:spPr bwMode="auto">
            <a:xfrm>
              <a:off x="6942138" y="1706563"/>
              <a:ext cx="357188" cy="39688"/>
            </a:xfrm>
            <a:custGeom>
              <a:avLst/>
              <a:gdLst>
                <a:gd name="T0" fmla="*/ 136 w 136"/>
                <a:gd name="T1" fmla="*/ 7 h 15"/>
                <a:gd name="T2" fmla="*/ 128 w 136"/>
                <a:gd name="T3" fmla="*/ 15 h 15"/>
                <a:gd name="T4" fmla="*/ 8 w 136"/>
                <a:gd name="T5" fmla="*/ 15 h 15"/>
                <a:gd name="T6" fmla="*/ 0 w 136"/>
                <a:gd name="T7" fmla="*/ 7 h 15"/>
                <a:gd name="T8" fmla="*/ 8 w 136"/>
                <a:gd name="T9" fmla="*/ 0 h 15"/>
                <a:gd name="T10" fmla="*/ 128 w 136"/>
                <a:gd name="T11" fmla="*/ 0 h 15"/>
                <a:gd name="T12" fmla="*/ 136 w 136"/>
                <a:gd name="T13" fmla="*/ 7 h 15"/>
              </a:gdLst>
              <a:ahLst/>
              <a:cxnLst>
                <a:cxn ang="0">
                  <a:pos x="T0" y="T1"/>
                </a:cxn>
                <a:cxn ang="0">
                  <a:pos x="T2" y="T3"/>
                </a:cxn>
                <a:cxn ang="0">
                  <a:pos x="T4" y="T5"/>
                </a:cxn>
                <a:cxn ang="0">
                  <a:pos x="T6" y="T7"/>
                </a:cxn>
                <a:cxn ang="0">
                  <a:pos x="T8" y="T9"/>
                </a:cxn>
                <a:cxn ang="0">
                  <a:pos x="T10" y="T11"/>
                </a:cxn>
                <a:cxn ang="0">
                  <a:pos x="T12" y="T13"/>
                </a:cxn>
              </a:cxnLst>
              <a:rect l="0" t="0" r="r" b="b"/>
              <a:pathLst>
                <a:path w="136" h="15">
                  <a:moveTo>
                    <a:pt x="136" y="7"/>
                  </a:moveTo>
                  <a:cubicBezTo>
                    <a:pt x="136" y="12"/>
                    <a:pt x="133" y="15"/>
                    <a:pt x="128" y="15"/>
                  </a:cubicBezTo>
                  <a:cubicBezTo>
                    <a:pt x="8" y="15"/>
                    <a:pt x="8" y="15"/>
                    <a:pt x="8" y="15"/>
                  </a:cubicBezTo>
                  <a:cubicBezTo>
                    <a:pt x="3" y="15"/>
                    <a:pt x="0" y="12"/>
                    <a:pt x="0" y="7"/>
                  </a:cubicBezTo>
                  <a:cubicBezTo>
                    <a:pt x="0" y="3"/>
                    <a:pt x="3" y="0"/>
                    <a:pt x="8" y="0"/>
                  </a:cubicBezTo>
                  <a:cubicBezTo>
                    <a:pt x="128" y="0"/>
                    <a:pt x="128" y="0"/>
                    <a:pt x="128" y="0"/>
                  </a:cubicBezTo>
                  <a:cubicBezTo>
                    <a:pt x="133" y="0"/>
                    <a:pt x="136" y="3"/>
                    <a:pt x="136" y="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 name="Freeform 32"/>
            <p:cNvSpPr>
              <a:spLocks/>
            </p:cNvSpPr>
            <p:nvPr/>
          </p:nvSpPr>
          <p:spPr bwMode="auto">
            <a:xfrm>
              <a:off x="6986588" y="1562100"/>
              <a:ext cx="42863" cy="123825"/>
            </a:xfrm>
            <a:custGeom>
              <a:avLst/>
              <a:gdLst>
                <a:gd name="T0" fmla="*/ 8 w 16"/>
                <a:gd name="T1" fmla="*/ 47 h 47"/>
                <a:gd name="T2" fmla="*/ 0 w 16"/>
                <a:gd name="T3" fmla="*/ 39 h 47"/>
                <a:gd name="T4" fmla="*/ 0 w 16"/>
                <a:gd name="T5" fmla="*/ 8 h 47"/>
                <a:gd name="T6" fmla="*/ 8 w 16"/>
                <a:gd name="T7" fmla="*/ 0 h 47"/>
                <a:gd name="T8" fmla="*/ 16 w 16"/>
                <a:gd name="T9" fmla="*/ 8 h 47"/>
                <a:gd name="T10" fmla="*/ 16 w 16"/>
                <a:gd name="T11" fmla="*/ 39 h 47"/>
                <a:gd name="T12" fmla="*/ 8 w 16"/>
                <a:gd name="T13" fmla="*/ 47 h 47"/>
              </a:gdLst>
              <a:ahLst/>
              <a:cxnLst>
                <a:cxn ang="0">
                  <a:pos x="T0" y="T1"/>
                </a:cxn>
                <a:cxn ang="0">
                  <a:pos x="T2" y="T3"/>
                </a:cxn>
                <a:cxn ang="0">
                  <a:pos x="T4" y="T5"/>
                </a:cxn>
                <a:cxn ang="0">
                  <a:pos x="T6" y="T7"/>
                </a:cxn>
                <a:cxn ang="0">
                  <a:pos x="T8" y="T9"/>
                </a:cxn>
                <a:cxn ang="0">
                  <a:pos x="T10" y="T11"/>
                </a:cxn>
                <a:cxn ang="0">
                  <a:pos x="T12" y="T13"/>
                </a:cxn>
              </a:cxnLst>
              <a:rect l="0" t="0" r="r" b="b"/>
              <a:pathLst>
                <a:path w="16" h="47">
                  <a:moveTo>
                    <a:pt x="8" y="47"/>
                  </a:moveTo>
                  <a:cubicBezTo>
                    <a:pt x="4" y="47"/>
                    <a:pt x="0" y="44"/>
                    <a:pt x="0" y="39"/>
                  </a:cubicBezTo>
                  <a:cubicBezTo>
                    <a:pt x="0" y="8"/>
                    <a:pt x="0" y="8"/>
                    <a:pt x="0" y="8"/>
                  </a:cubicBezTo>
                  <a:cubicBezTo>
                    <a:pt x="0" y="4"/>
                    <a:pt x="4" y="0"/>
                    <a:pt x="8" y="0"/>
                  </a:cubicBezTo>
                  <a:cubicBezTo>
                    <a:pt x="12" y="0"/>
                    <a:pt x="16" y="4"/>
                    <a:pt x="16" y="8"/>
                  </a:cubicBezTo>
                  <a:cubicBezTo>
                    <a:pt x="16" y="39"/>
                    <a:pt x="16" y="39"/>
                    <a:pt x="16" y="39"/>
                  </a:cubicBezTo>
                  <a:cubicBezTo>
                    <a:pt x="16" y="44"/>
                    <a:pt x="12" y="47"/>
                    <a:pt x="8" y="4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 name="Freeform 33"/>
            <p:cNvSpPr>
              <a:spLocks/>
            </p:cNvSpPr>
            <p:nvPr/>
          </p:nvSpPr>
          <p:spPr bwMode="auto">
            <a:xfrm>
              <a:off x="7062788" y="1562100"/>
              <a:ext cx="39688" cy="123825"/>
            </a:xfrm>
            <a:custGeom>
              <a:avLst/>
              <a:gdLst>
                <a:gd name="T0" fmla="*/ 8 w 15"/>
                <a:gd name="T1" fmla="*/ 47 h 47"/>
                <a:gd name="T2" fmla="*/ 0 w 15"/>
                <a:gd name="T3" fmla="*/ 39 h 47"/>
                <a:gd name="T4" fmla="*/ 0 w 15"/>
                <a:gd name="T5" fmla="*/ 8 h 47"/>
                <a:gd name="T6" fmla="*/ 8 w 15"/>
                <a:gd name="T7" fmla="*/ 0 h 47"/>
                <a:gd name="T8" fmla="*/ 15 w 15"/>
                <a:gd name="T9" fmla="*/ 8 h 47"/>
                <a:gd name="T10" fmla="*/ 15 w 15"/>
                <a:gd name="T11" fmla="*/ 39 h 47"/>
                <a:gd name="T12" fmla="*/ 8 w 15"/>
                <a:gd name="T13" fmla="*/ 47 h 47"/>
              </a:gdLst>
              <a:ahLst/>
              <a:cxnLst>
                <a:cxn ang="0">
                  <a:pos x="T0" y="T1"/>
                </a:cxn>
                <a:cxn ang="0">
                  <a:pos x="T2" y="T3"/>
                </a:cxn>
                <a:cxn ang="0">
                  <a:pos x="T4" y="T5"/>
                </a:cxn>
                <a:cxn ang="0">
                  <a:pos x="T6" y="T7"/>
                </a:cxn>
                <a:cxn ang="0">
                  <a:pos x="T8" y="T9"/>
                </a:cxn>
                <a:cxn ang="0">
                  <a:pos x="T10" y="T11"/>
                </a:cxn>
                <a:cxn ang="0">
                  <a:pos x="T12" y="T13"/>
                </a:cxn>
              </a:cxnLst>
              <a:rect l="0" t="0" r="r" b="b"/>
              <a:pathLst>
                <a:path w="15" h="47">
                  <a:moveTo>
                    <a:pt x="8" y="47"/>
                  </a:moveTo>
                  <a:cubicBezTo>
                    <a:pt x="3" y="47"/>
                    <a:pt x="0" y="44"/>
                    <a:pt x="0" y="39"/>
                  </a:cubicBezTo>
                  <a:cubicBezTo>
                    <a:pt x="0" y="8"/>
                    <a:pt x="0" y="8"/>
                    <a:pt x="0" y="8"/>
                  </a:cubicBezTo>
                  <a:cubicBezTo>
                    <a:pt x="0" y="4"/>
                    <a:pt x="3" y="0"/>
                    <a:pt x="8" y="0"/>
                  </a:cubicBezTo>
                  <a:cubicBezTo>
                    <a:pt x="12" y="0"/>
                    <a:pt x="15" y="4"/>
                    <a:pt x="15" y="8"/>
                  </a:cubicBezTo>
                  <a:cubicBezTo>
                    <a:pt x="15" y="39"/>
                    <a:pt x="15" y="39"/>
                    <a:pt x="15" y="39"/>
                  </a:cubicBezTo>
                  <a:cubicBezTo>
                    <a:pt x="15" y="44"/>
                    <a:pt x="12" y="47"/>
                    <a:pt x="8" y="4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 name="Freeform 34"/>
            <p:cNvSpPr>
              <a:spLocks/>
            </p:cNvSpPr>
            <p:nvPr/>
          </p:nvSpPr>
          <p:spPr bwMode="auto">
            <a:xfrm>
              <a:off x="7138988" y="1562100"/>
              <a:ext cx="39688" cy="123825"/>
            </a:xfrm>
            <a:custGeom>
              <a:avLst/>
              <a:gdLst>
                <a:gd name="T0" fmla="*/ 7 w 15"/>
                <a:gd name="T1" fmla="*/ 47 h 47"/>
                <a:gd name="T2" fmla="*/ 0 w 15"/>
                <a:gd name="T3" fmla="*/ 39 h 47"/>
                <a:gd name="T4" fmla="*/ 0 w 15"/>
                <a:gd name="T5" fmla="*/ 8 h 47"/>
                <a:gd name="T6" fmla="*/ 7 w 15"/>
                <a:gd name="T7" fmla="*/ 0 h 47"/>
                <a:gd name="T8" fmla="*/ 15 w 15"/>
                <a:gd name="T9" fmla="*/ 8 h 47"/>
                <a:gd name="T10" fmla="*/ 15 w 15"/>
                <a:gd name="T11" fmla="*/ 39 h 47"/>
                <a:gd name="T12" fmla="*/ 7 w 15"/>
                <a:gd name="T13" fmla="*/ 47 h 47"/>
              </a:gdLst>
              <a:ahLst/>
              <a:cxnLst>
                <a:cxn ang="0">
                  <a:pos x="T0" y="T1"/>
                </a:cxn>
                <a:cxn ang="0">
                  <a:pos x="T2" y="T3"/>
                </a:cxn>
                <a:cxn ang="0">
                  <a:pos x="T4" y="T5"/>
                </a:cxn>
                <a:cxn ang="0">
                  <a:pos x="T6" y="T7"/>
                </a:cxn>
                <a:cxn ang="0">
                  <a:pos x="T8" y="T9"/>
                </a:cxn>
                <a:cxn ang="0">
                  <a:pos x="T10" y="T11"/>
                </a:cxn>
                <a:cxn ang="0">
                  <a:pos x="T12" y="T13"/>
                </a:cxn>
              </a:cxnLst>
              <a:rect l="0" t="0" r="r" b="b"/>
              <a:pathLst>
                <a:path w="15" h="47">
                  <a:moveTo>
                    <a:pt x="7" y="47"/>
                  </a:moveTo>
                  <a:cubicBezTo>
                    <a:pt x="3" y="47"/>
                    <a:pt x="0" y="44"/>
                    <a:pt x="0" y="39"/>
                  </a:cubicBezTo>
                  <a:cubicBezTo>
                    <a:pt x="0" y="8"/>
                    <a:pt x="0" y="8"/>
                    <a:pt x="0" y="8"/>
                  </a:cubicBezTo>
                  <a:cubicBezTo>
                    <a:pt x="0" y="4"/>
                    <a:pt x="3" y="0"/>
                    <a:pt x="7" y="0"/>
                  </a:cubicBezTo>
                  <a:cubicBezTo>
                    <a:pt x="12" y="0"/>
                    <a:pt x="15" y="4"/>
                    <a:pt x="15" y="8"/>
                  </a:cubicBezTo>
                  <a:cubicBezTo>
                    <a:pt x="15" y="39"/>
                    <a:pt x="15" y="39"/>
                    <a:pt x="15" y="39"/>
                  </a:cubicBezTo>
                  <a:cubicBezTo>
                    <a:pt x="15" y="44"/>
                    <a:pt x="12" y="47"/>
                    <a:pt x="7" y="4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 name="Freeform 35"/>
            <p:cNvSpPr>
              <a:spLocks/>
            </p:cNvSpPr>
            <p:nvPr/>
          </p:nvSpPr>
          <p:spPr bwMode="auto">
            <a:xfrm>
              <a:off x="7212013" y="1562100"/>
              <a:ext cx="42863" cy="123825"/>
            </a:xfrm>
            <a:custGeom>
              <a:avLst/>
              <a:gdLst>
                <a:gd name="T0" fmla="*/ 8 w 16"/>
                <a:gd name="T1" fmla="*/ 47 h 47"/>
                <a:gd name="T2" fmla="*/ 0 w 16"/>
                <a:gd name="T3" fmla="*/ 39 h 47"/>
                <a:gd name="T4" fmla="*/ 0 w 16"/>
                <a:gd name="T5" fmla="*/ 8 h 47"/>
                <a:gd name="T6" fmla="*/ 8 w 16"/>
                <a:gd name="T7" fmla="*/ 0 h 47"/>
                <a:gd name="T8" fmla="*/ 16 w 16"/>
                <a:gd name="T9" fmla="*/ 8 h 47"/>
                <a:gd name="T10" fmla="*/ 16 w 16"/>
                <a:gd name="T11" fmla="*/ 39 h 47"/>
                <a:gd name="T12" fmla="*/ 8 w 16"/>
                <a:gd name="T13" fmla="*/ 47 h 47"/>
              </a:gdLst>
              <a:ahLst/>
              <a:cxnLst>
                <a:cxn ang="0">
                  <a:pos x="T0" y="T1"/>
                </a:cxn>
                <a:cxn ang="0">
                  <a:pos x="T2" y="T3"/>
                </a:cxn>
                <a:cxn ang="0">
                  <a:pos x="T4" y="T5"/>
                </a:cxn>
                <a:cxn ang="0">
                  <a:pos x="T6" y="T7"/>
                </a:cxn>
                <a:cxn ang="0">
                  <a:pos x="T8" y="T9"/>
                </a:cxn>
                <a:cxn ang="0">
                  <a:pos x="T10" y="T11"/>
                </a:cxn>
                <a:cxn ang="0">
                  <a:pos x="T12" y="T13"/>
                </a:cxn>
              </a:cxnLst>
              <a:rect l="0" t="0" r="r" b="b"/>
              <a:pathLst>
                <a:path w="16" h="47">
                  <a:moveTo>
                    <a:pt x="8" y="47"/>
                  </a:moveTo>
                  <a:cubicBezTo>
                    <a:pt x="4" y="47"/>
                    <a:pt x="0" y="44"/>
                    <a:pt x="0" y="39"/>
                  </a:cubicBezTo>
                  <a:cubicBezTo>
                    <a:pt x="0" y="8"/>
                    <a:pt x="0" y="8"/>
                    <a:pt x="0" y="8"/>
                  </a:cubicBezTo>
                  <a:cubicBezTo>
                    <a:pt x="0" y="4"/>
                    <a:pt x="4" y="0"/>
                    <a:pt x="8" y="0"/>
                  </a:cubicBezTo>
                  <a:cubicBezTo>
                    <a:pt x="12" y="0"/>
                    <a:pt x="16" y="4"/>
                    <a:pt x="16" y="8"/>
                  </a:cubicBezTo>
                  <a:cubicBezTo>
                    <a:pt x="16" y="39"/>
                    <a:pt x="16" y="39"/>
                    <a:pt x="16" y="39"/>
                  </a:cubicBezTo>
                  <a:cubicBezTo>
                    <a:pt x="16" y="44"/>
                    <a:pt x="12" y="47"/>
                    <a:pt x="8" y="4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 name="Freeform 36"/>
            <p:cNvSpPr>
              <a:spLocks/>
            </p:cNvSpPr>
            <p:nvPr/>
          </p:nvSpPr>
          <p:spPr bwMode="auto">
            <a:xfrm>
              <a:off x="7010400" y="1422400"/>
              <a:ext cx="220663" cy="66675"/>
            </a:xfrm>
            <a:custGeom>
              <a:avLst/>
              <a:gdLst>
                <a:gd name="T0" fmla="*/ 84 w 84"/>
                <a:gd name="T1" fmla="*/ 25 h 25"/>
                <a:gd name="T2" fmla="*/ 52 w 84"/>
                <a:gd name="T3" fmla="*/ 4 h 25"/>
                <a:gd name="T4" fmla="*/ 32 w 84"/>
                <a:gd name="T5" fmla="*/ 4 h 25"/>
                <a:gd name="T6" fmla="*/ 18 w 84"/>
                <a:gd name="T7" fmla="*/ 13 h 25"/>
                <a:gd name="T8" fmla="*/ 0 w 84"/>
                <a:gd name="T9" fmla="*/ 25 h 25"/>
                <a:gd name="T10" fmla="*/ 84 w 84"/>
                <a:gd name="T11" fmla="*/ 25 h 25"/>
              </a:gdLst>
              <a:ahLst/>
              <a:cxnLst>
                <a:cxn ang="0">
                  <a:pos x="T0" y="T1"/>
                </a:cxn>
                <a:cxn ang="0">
                  <a:pos x="T2" y="T3"/>
                </a:cxn>
                <a:cxn ang="0">
                  <a:pos x="T4" y="T5"/>
                </a:cxn>
                <a:cxn ang="0">
                  <a:pos x="T6" y="T7"/>
                </a:cxn>
                <a:cxn ang="0">
                  <a:pos x="T8" y="T9"/>
                </a:cxn>
                <a:cxn ang="0">
                  <a:pos x="T10" y="T11"/>
                </a:cxn>
              </a:cxnLst>
              <a:rect l="0" t="0" r="r" b="b"/>
              <a:pathLst>
                <a:path w="84" h="25">
                  <a:moveTo>
                    <a:pt x="84" y="25"/>
                  </a:moveTo>
                  <a:cubicBezTo>
                    <a:pt x="52" y="4"/>
                    <a:pt x="52" y="4"/>
                    <a:pt x="52" y="4"/>
                  </a:cubicBezTo>
                  <a:cubicBezTo>
                    <a:pt x="46" y="0"/>
                    <a:pt x="38" y="0"/>
                    <a:pt x="32" y="4"/>
                  </a:cubicBezTo>
                  <a:cubicBezTo>
                    <a:pt x="18" y="13"/>
                    <a:pt x="18" y="13"/>
                    <a:pt x="18" y="13"/>
                  </a:cubicBezTo>
                  <a:cubicBezTo>
                    <a:pt x="0" y="25"/>
                    <a:pt x="0" y="25"/>
                    <a:pt x="0" y="25"/>
                  </a:cubicBezTo>
                  <a:lnTo>
                    <a:pt x="84" y="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 name="Freeform 37"/>
            <p:cNvSpPr>
              <a:spLocks/>
            </p:cNvSpPr>
            <p:nvPr/>
          </p:nvSpPr>
          <p:spPr bwMode="auto">
            <a:xfrm>
              <a:off x="6962775" y="1509713"/>
              <a:ext cx="315913" cy="41275"/>
            </a:xfrm>
            <a:custGeom>
              <a:avLst/>
              <a:gdLst>
                <a:gd name="T0" fmla="*/ 120 w 120"/>
                <a:gd name="T1" fmla="*/ 8 h 16"/>
                <a:gd name="T2" fmla="*/ 112 w 120"/>
                <a:gd name="T3" fmla="*/ 16 h 16"/>
                <a:gd name="T4" fmla="*/ 8 w 120"/>
                <a:gd name="T5" fmla="*/ 16 h 16"/>
                <a:gd name="T6" fmla="*/ 0 w 120"/>
                <a:gd name="T7" fmla="*/ 8 h 16"/>
                <a:gd name="T8" fmla="*/ 8 w 120"/>
                <a:gd name="T9" fmla="*/ 0 h 16"/>
                <a:gd name="T10" fmla="*/ 112 w 120"/>
                <a:gd name="T11" fmla="*/ 0 h 16"/>
                <a:gd name="T12" fmla="*/ 120 w 120"/>
                <a:gd name="T13" fmla="*/ 8 h 16"/>
              </a:gdLst>
              <a:ahLst/>
              <a:cxnLst>
                <a:cxn ang="0">
                  <a:pos x="T0" y="T1"/>
                </a:cxn>
                <a:cxn ang="0">
                  <a:pos x="T2" y="T3"/>
                </a:cxn>
                <a:cxn ang="0">
                  <a:pos x="T4" y="T5"/>
                </a:cxn>
                <a:cxn ang="0">
                  <a:pos x="T6" y="T7"/>
                </a:cxn>
                <a:cxn ang="0">
                  <a:pos x="T8" y="T9"/>
                </a:cxn>
                <a:cxn ang="0">
                  <a:pos x="T10" y="T11"/>
                </a:cxn>
                <a:cxn ang="0">
                  <a:pos x="T12" y="T13"/>
                </a:cxn>
              </a:cxnLst>
              <a:rect l="0" t="0" r="r" b="b"/>
              <a:pathLst>
                <a:path w="120" h="16">
                  <a:moveTo>
                    <a:pt x="120" y="8"/>
                  </a:moveTo>
                  <a:cubicBezTo>
                    <a:pt x="120" y="12"/>
                    <a:pt x="116" y="16"/>
                    <a:pt x="112" y="16"/>
                  </a:cubicBezTo>
                  <a:cubicBezTo>
                    <a:pt x="8" y="16"/>
                    <a:pt x="8" y="16"/>
                    <a:pt x="8" y="16"/>
                  </a:cubicBezTo>
                  <a:cubicBezTo>
                    <a:pt x="4" y="16"/>
                    <a:pt x="0" y="12"/>
                    <a:pt x="0" y="8"/>
                  </a:cubicBezTo>
                  <a:cubicBezTo>
                    <a:pt x="0" y="3"/>
                    <a:pt x="4" y="0"/>
                    <a:pt x="8" y="0"/>
                  </a:cubicBezTo>
                  <a:cubicBezTo>
                    <a:pt x="112" y="0"/>
                    <a:pt x="112" y="0"/>
                    <a:pt x="112" y="0"/>
                  </a:cubicBezTo>
                  <a:cubicBezTo>
                    <a:pt x="116" y="0"/>
                    <a:pt x="120" y="3"/>
                    <a:pt x="120" y="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83" name="组合 82"/>
          <p:cNvGrpSpPr/>
          <p:nvPr/>
        </p:nvGrpSpPr>
        <p:grpSpPr>
          <a:xfrm>
            <a:off x="6746553" y="4125914"/>
            <a:ext cx="748358" cy="531812"/>
            <a:chOff x="6934200" y="4259263"/>
            <a:chExt cx="373063" cy="265113"/>
          </a:xfrm>
        </p:grpSpPr>
        <p:sp>
          <p:nvSpPr>
            <p:cNvPr id="62" name="Oval 38"/>
            <p:cNvSpPr>
              <a:spLocks noChangeArrowheads="1"/>
            </p:cNvSpPr>
            <p:nvPr/>
          </p:nvSpPr>
          <p:spPr bwMode="auto">
            <a:xfrm>
              <a:off x="7094538" y="4395788"/>
              <a:ext cx="52388" cy="523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 name="Freeform 39"/>
            <p:cNvSpPr>
              <a:spLocks/>
            </p:cNvSpPr>
            <p:nvPr/>
          </p:nvSpPr>
          <p:spPr bwMode="auto">
            <a:xfrm>
              <a:off x="7073900" y="4449763"/>
              <a:ext cx="93663" cy="74613"/>
            </a:xfrm>
            <a:custGeom>
              <a:avLst/>
              <a:gdLst>
                <a:gd name="T0" fmla="*/ 27 w 36"/>
                <a:gd name="T1" fmla="*/ 0 h 28"/>
                <a:gd name="T2" fmla="*/ 18 w 36"/>
                <a:gd name="T3" fmla="*/ 11 h 28"/>
                <a:gd name="T4" fmla="*/ 9 w 36"/>
                <a:gd name="T5" fmla="*/ 0 h 28"/>
                <a:gd name="T6" fmla="*/ 0 w 36"/>
                <a:gd name="T7" fmla="*/ 18 h 28"/>
                <a:gd name="T8" fmla="*/ 1 w 36"/>
                <a:gd name="T9" fmla="*/ 26 h 28"/>
                <a:gd name="T10" fmla="*/ 18 w 36"/>
                <a:gd name="T11" fmla="*/ 28 h 28"/>
                <a:gd name="T12" fmla="*/ 35 w 36"/>
                <a:gd name="T13" fmla="*/ 26 h 28"/>
                <a:gd name="T14" fmla="*/ 36 w 36"/>
                <a:gd name="T15" fmla="*/ 18 h 28"/>
                <a:gd name="T16" fmla="*/ 27 w 36"/>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28">
                  <a:moveTo>
                    <a:pt x="27" y="0"/>
                  </a:moveTo>
                  <a:cubicBezTo>
                    <a:pt x="18" y="11"/>
                    <a:pt x="18" y="11"/>
                    <a:pt x="18" y="11"/>
                  </a:cubicBezTo>
                  <a:cubicBezTo>
                    <a:pt x="9" y="0"/>
                    <a:pt x="9" y="0"/>
                    <a:pt x="9" y="0"/>
                  </a:cubicBezTo>
                  <a:cubicBezTo>
                    <a:pt x="3" y="4"/>
                    <a:pt x="0" y="11"/>
                    <a:pt x="0" y="18"/>
                  </a:cubicBezTo>
                  <a:cubicBezTo>
                    <a:pt x="0" y="21"/>
                    <a:pt x="0" y="23"/>
                    <a:pt x="1" y="26"/>
                  </a:cubicBezTo>
                  <a:cubicBezTo>
                    <a:pt x="6" y="27"/>
                    <a:pt x="12" y="28"/>
                    <a:pt x="18" y="28"/>
                  </a:cubicBezTo>
                  <a:cubicBezTo>
                    <a:pt x="24" y="28"/>
                    <a:pt x="30" y="27"/>
                    <a:pt x="35" y="26"/>
                  </a:cubicBezTo>
                  <a:cubicBezTo>
                    <a:pt x="36" y="23"/>
                    <a:pt x="36" y="21"/>
                    <a:pt x="36" y="18"/>
                  </a:cubicBezTo>
                  <a:cubicBezTo>
                    <a:pt x="36" y="11"/>
                    <a:pt x="33" y="4"/>
                    <a:pt x="2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 name="Oval 40"/>
            <p:cNvSpPr>
              <a:spLocks noChangeArrowheads="1"/>
            </p:cNvSpPr>
            <p:nvPr/>
          </p:nvSpPr>
          <p:spPr bwMode="auto">
            <a:xfrm>
              <a:off x="6958013" y="4395788"/>
              <a:ext cx="50800" cy="523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 name="Freeform 41"/>
            <p:cNvSpPr>
              <a:spLocks/>
            </p:cNvSpPr>
            <p:nvPr/>
          </p:nvSpPr>
          <p:spPr bwMode="auto">
            <a:xfrm>
              <a:off x="6934200" y="4449763"/>
              <a:ext cx="96838" cy="74613"/>
            </a:xfrm>
            <a:custGeom>
              <a:avLst/>
              <a:gdLst>
                <a:gd name="T0" fmla="*/ 28 w 37"/>
                <a:gd name="T1" fmla="*/ 0 h 28"/>
                <a:gd name="T2" fmla="*/ 19 w 37"/>
                <a:gd name="T3" fmla="*/ 11 h 28"/>
                <a:gd name="T4" fmla="*/ 9 w 37"/>
                <a:gd name="T5" fmla="*/ 0 h 28"/>
                <a:gd name="T6" fmla="*/ 0 w 37"/>
                <a:gd name="T7" fmla="*/ 18 h 28"/>
                <a:gd name="T8" fmla="*/ 1 w 37"/>
                <a:gd name="T9" fmla="*/ 26 h 28"/>
                <a:gd name="T10" fmla="*/ 19 w 37"/>
                <a:gd name="T11" fmla="*/ 28 h 28"/>
                <a:gd name="T12" fmla="*/ 36 w 37"/>
                <a:gd name="T13" fmla="*/ 26 h 28"/>
                <a:gd name="T14" fmla="*/ 37 w 37"/>
                <a:gd name="T15" fmla="*/ 18 h 28"/>
                <a:gd name="T16" fmla="*/ 28 w 37"/>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28">
                  <a:moveTo>
                    <a:pt x="28" y="0"/>
                  </a:moveTo>
                  <a:cubicBezTo>
                    <a:pt x="19" y="11"/>
                    <a:pt x="19" y="11"/>
                    <a:pt x="19" y="11"/>
                  </a:cubicBezTo>
                  <a:cubicBezTo>
                    <a:pt x="9" y="0"/>
                    <a:pt x="9" y="0"/>
                    <a:pt x="9" y="0"/>
                  </a:cubicBezTo>
                  <a:cubicBezTo>
                    <a:pt x="4" y="4"/>
                    <a:pt x="0" y="11"/>
                    <a:pt x="0" y="18"/>
                  </a:cubicBezTo>
                  <a:cubicBezTo>
                    <a:pt x="0" y="21"/>
                    <a:pt x="1" y="23"/>
                    <a:pt x="1" y="26"/>
                  </a:cubicBezTo>
                  <a:cubicBezTo>
                    <a:pt x="7" y="27"/>
                    <a:pt x="12" y="28"/>
                    <a:pt x="19" y="28"/>
                  </a:cubicBezTo>
                  <a:cubicBezTo>
                    <a:pt x="25" y="28"/>
                    <a:pt x="31" y="27"/>
                    <a:pt x="36" y="26"/>
                  </a:cubicBezTo>
                  <a:cubicBezTo>
                    <a:pt x="37" y="23"/>
                    <a:pt x="37" y="21"/>
                    <a:pt x="37" y="18"/>
                  </a:cubicBezTo>
                  <a:cubicBezTo>
                    <a:pt x="37" y="11"/>
                    <a:pt x="33" y="4"/>
                    <a:pt x="2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 name="Oval 42"/>
            <p:cNvSpPr>
              <a:spLocks noChangeArrowheads="1"/>
            </p:cNvSpPr>
            <p:nvPr/>
          </p:nvSpPr>
          <p:spPr bwMode="auto">
            <a:xfrm>
              <a:off x="7234238" y="4395788"/>
              <a:ext cx="49213" cy="523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 name="Freeform 43"/>
            <p:cNvSpPr>
              <a:spLocks/>
            </p:cNvSpPr>
            <p:nvPr/>
          </p:nvSpPr>
          <p:spPr bwMode="auto">
            <a:xfrm>
              <a:off x="7210425" y="4449763"/>
              <a:ext cx="96838" cy="74613"/>
            </a:xfrm>
            <a:custGeom>
              <a:avLst/>
              <a:gdLst>
                <a:gd name="T0" fmla="*/ 28 w 37"/>
                <a:gd name="T1" fmla="*/ 0 h 28"/>
                <a:gd name="T2" fmla="*/ 18 w 37"/>
                <a:gd name="T3" fmla="*/ 11 h 28"/>
                <a:gd name="T4" fmla="*/ 9 w 37"/>
                <a:gd name="T5" fmla="*/ 0 h 28"/>
                <a:gd name="T6" fmla="*/ 0 w 37"/>
                <a:gd name="T7" fmla="*/ 18 h 28"/>
                <a:gd name="T8" fmla="*/ 1 w 37"/>
                <a:gd name="T9" fmla="*/ 26 h 28"/>
                <a:gd name="T10" fmla="*/ 18 w 37"/>
                <a:gd name="T11" fmla="*/ 28 h 28"/>
                <a:gd name="T12" fmla="*/ 36 w 37"/>
                <a:gd name="T13" fmla="*/ 26 h 28"/>
                <a:gd name="T14" fmla="*/ 37 w 37"/>
                <a:gd name="T15" fmla="*/ 18 h 28"/>
                <a:gd name="T16" fmla="*/ 28 w 37"/>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28">
                  <a:moveTo>
                    <a:pt x="28" y="0"/>
                  </a:moveTo>
                  <a:cubicBezTo>
                    <a:pt x="18" y="11"/>
                    <a:pt x="18" y="11"/>
                    <a:pt x="18" y="11"/>
                  </a:cubicBezTo>
                  <a:cubicBezTo>
                    <a:pt x="9" y="0"/>
                    <a:pt x="9" y="0"/>
                    <a:pt x="9" y="0"/>
                  </a:cubicBezTo>
                  <a:cubicBezTo>
                    <a:pt x="4" y="4"/>
                    <a:pt x="0" y="11"/>
                    <a:pt x="0" y="18"/>
                  </a:cubicBezTo>
                  <a:cubicBezTo>
                    <a:pt x="0" y="21"/>
                    <a:pt x="0" y="23"/>
                    <a:pt x="1" y="26"/>
                  </a:cubicBezTo>
                  <a:cubicBezTo>
                    <a:pt x="6" y="27"/>
                    <a:pt x="12" y="28"/>
                    <a:pt x="18" y="28"/>
                  </a:cubicBezTo>
                  <a:cubicBezTo>
                    <a:pt x="25" y="28"/>
                    <a:pt x="30" y="27"/>
                    <a:pt x="36" y="26"/>
                  </a:cubicBezTo>
                  <a:cubicBezTo>
                    <a:pt x="36" y="23"/>
                    <a:pt x="37" y="21"/>
                    <a:pt x="37" y="18"/>
                  </a:cubicBezTo>
                  <a:cubicBezTo>
                    <a:pt x="37" y="11"/>
                    <a:pt x="33" y="4"/>
                    <a:pt x="2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 name="Oval 44"/>
            <p:cNvSpPr>
              <a:spLocks noChangeArrowheads="1"/>
            </p:cNvSpPr>
            <p:nvPr/>
          </p:nvSpPr>
          <p:spPr bwMode="auto">
            <a:xfrm>
              <a:off x="7026275" y="4259263"/>
              <a:ext cx="52388" cy="523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 name="Freeform 45"/>
            <p:cNvSpPr>
              <a:spLocks/>
            </p:cNvSpPr>
            <p:nvPr/>
          </p:nvSpPr>
          <p:spPr bwMode="auto">
            <a:xfrm>
              <a:off x="7002463" y="4313238"/>
              <a:ext cx="96838" cy="74613"/>
            </a:xfrm>
            <a:custGeom>
              <a:avLst/>
              <a:gdLst>
                <a:gd name="T0" fmla="*/ 28 w 37"/>
                <a:gd name="T1" fmla="*/ 0 h 28"/>
                <a:gd name="T2" fmla="*/ 19 w 37"/>
                <a:gd name="T3" fmla="*/ 11 h 28"/>
                <a:gd name="T4" fmla="*/ 9 w 37"/>
                <a:gd name="T5" fmla="*/ 0 h 28"/>
                <a:gd name="T6" fmla="*/ 0 w 37"/>
                <a:gd name="T7" fmla="*/ 18 h 28"/>
                <a:gd name="T8" fmla="*/ 2 w 37"/>
                <a:gd name="T9" fmla="*/ 26 h 28"/>
                <a:gd name="T10" fmla="*/ 19 w 37"/>
                <a:gd name="T11" fmla="*/ 28 h 28"/>
                <a:gd name="T12" fmla="*/ 36 w 37"/>
                <a:gd name="T13" fmla="*/ 26 h 28"/>
                <a:gd name="T14" fmla="*/ 37 w 37"/>
                <a:gd name="T15" fmla="*/ 18 h 28"/>
                <a:gd name="T16" fmla="*/ 28 w 37"/>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28">
                  <a:moveTo>
                    <a:pt x="28" y="0"/>
                  </a:moveTo>
                  <a:cubicBezTo>
                    <a:pt x="19" y="11"/>
                    <a:pt x="19" y="11"/>
                    <a:pt x="19" y="11"/>
                  </a:cubicBezTo>
                  <a:cubicBezTo>
                    <a:pt x="9" y="0"/>
                    <a:pt x="9" y="0"/>
                    <a:pt x="9" y="0"/>
                  </a:cubicBezTo>
                  <a:cubicBezTo>
                    <a:pt x="4" y="4"/>
                    <a:pt x="0" y="11"/>
                    <a:pt x="0" y="18"/>
                  </a:cubicBezTo>
                  <a:cubicBezTo>
                    <a:pt x="0" y="21"/>
                    <a:pt x="1" y="23"/>
                    <a:pt x="2" y="26"/>
                  </a:cubicBezTo>
                  <a:cubicBezTo>
                    <a:pt x="7" y="27"/>
                    <a:pt x="13" y="28"/>
                    <a:pt x="19" y="28"/>
                  </a:cubicBezTo>
                  <a:cubicBezTo>
                    <a:pt x="25" y="28"/>
                    <a:pt x="31" y="27"/>
                    <a:pt x="36" y="26"/>
                  </a:cubicBezTo>
                  <a:cubicBezTo>
                    <a:pt x="37" y="23"/>
                    <a:pt x="37" y="21"/>
                    <a:pt x="37" y="18"/>
                  </a:cubicBezTo>
                  <a:cubicBezTo>
                    <a:pt x="37" y="11"/>
                    <a:pt x="34" y="4"/>
                    <a:pt x="2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 name="Oval 46"/>
            <p:cNvSpPr>
              <a:spLocks noChangeArrowheads="1"/>
            </p:cNvSpPr>
            <p:nvPr/>
          </p:nvSpPr>
          <p:spPr bwMode="auto">
            <a:xfrm>
              <a:off x="7162800" y="4259263"/>
              <a:ext cx="52388" cy="523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 name="Freeform 47"/>
            <p:cNvSpPr>
              <a:spLocks/>
            </p:cNvSpPr>
            <p:nvPr/>
          </p:nvSpPr>
          <p:spPr bwMode="auto">
            <a:xfrm>
              <a:off x="7142163" y="4313238"/>
              <a:ext cx="96838" cy="74613"/>
            </a:xfrm>
            <a:custGeom>
              <a:avLst/>
              <a:gdLst>
                <a:gd name="T0" fmla="*/ 28 w 37"/>
                <a:gd name="T1" fmla="*/ 0 h 28"/>
                <a:gd name="T2" fmla="*/ 18 w 37"/>
                <a:gd name="T3" fmla="*/ 11 h 28"/>
                <a:gd name="T4" fmla="*/ 9 w 37"/>
                <a:gd name="T5" fmla="*/ 0 h 28"/>
                <a:gd name="T6" fmla="*/ 0 w 37"/>
                <a:gd name="T7" fmla="*/ 18 h 28"/>
                <a:gd name="T8" fmla="*/ 1 w 37"/>
                <a:gd name="T9" fmla="*/ 26 h 28"/>
                <a:gd name="T10" fmla="*/ 18 w 37"/>
                <a:gd name="T11" fmla="*/ 28 h 28"/>
                <a:gd name="T12" fmla="*/ 35 w 37"/>
                <a:gd name="T13" fmla="*/ 26 h 28"/>
                <a:gd name="T14" fmla="*/ 37 w 37"/>
                <a:gd name="T15" fmla="*/ 18 h 28"/>
                <a:gd name="T16" fmla="*/ 28 w 37"/>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28">
                  <a:moveTo>
                    <a:pt x="28" y="0"/>
                  </a:moveTo>
                  <a:cubicBezTo>
                    <a:pt x="18" y="11"/>
                    <a:pt x="18" y="11"/>
                    <a:pt x="18" y="11"/>
                  </a:cubicBezTo>
                  <a:cubicBezTo>
                    <a:pt x="9" y="0"/>
                    <a:pt x="9" y="0"/>
                    <a:pt x="9" y="0"/>
                  </a:cubicBezTo>
                  <a:cubicBezTo>
                    <a:pt x="3" y="4"/>
                    <a:pt x="0" y="11"/>
                    <a:pt x="0" y="18"/>
                  </a:cubicBezTo>
                  <a:cubicBezTo>
                    <a:pt x="0" y="21"/>
                    <a:pt x="0" y="23"/>
                    <a:pt x="1" y="26"/>
                  </a:cubicBezTo>
                  <a:cubicBezTo>
                    <a:pt x="6" y="27"/>
                    <a:pt x="12" y="28"/>
                    <a:pt x="18" y="28"/>
                  </a:cubicBezTo>
                  <a:cubicBezTo>
                    <a:pt x="24" y="28"/>
                    <a:pt x="30" y="27"/>
                    <a:pt x="35" y="26"/>
                  </a:cubicBezTo>
                  <a:cubicBezTo>
                    <a:pt x="36" y="23"/>
                    <a:pt x="37" y="21"/>
                    <a:pt x="37" y="18"/>
                  </a:cubicBezTo>
                  <a:cubicBezTo>
                    <a:pt x="37" y="11"/>
                    <a:pt x="33" y="4"/>
                    <a:pt x="2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84" name="组合 83"/>
          <p:cNvGrpSpPr/>
          <p:nvPr/>
        </p:nvGrpSpPr>
        <p:grpSpPr>
          <a:xfrm>
            <a:off x="9324908" y="4027487"/>
            <a:ext cx="668474" cy="674690"/>
            <a:chOff x="9488488" y="4192588"/>
            <a:chExt cx="341313" cy="344487"/>
          </a:xfrm>
        </p:grpSpPr>
        <p:sp>
          <p:nvSpPr>
            <p:cNvPr id="75" name="Freeform 48"/>
            <p:cNvSpPr>
              <a:spLocks noEditPoints="1"/>
            </p:cNvSpPr>
            <p:nvPr/>
          </p:nvSpPr>
          <p:spPr bwMode="auto">
            <a:xfrm>
              <a:off x="9567863" y="4206875"/>
              <a:ext cx="182563" cy="330200"/>
            </a:xfrm>
            <a:custGeom>
              <a:avLst/>
              <a:gdLst>
                <a:gd name="T0" fmla="*/ 35 w 70"/>
                <a:gd name="T1" fmla="*/ 126 h 126"/>
                <a:gd name="T2" fmla="*/ 0 w 70"/>
                <a:gd name="T3" fmla="*/ 63 h 126"/>
                <a:gd name="T4" fmla="*/ 35 w 70"/>
                <a:gd name="T5" fmla="*/ 0 h 126"/>
                <a:gd name="T6" fmla="*/ 70 w 70"/>
                <a:gd name="T7" fmla="*/ 63 h 126"/>
                <a:gd name="T8" fmla="*/ 35 w 70"/>
                <a:gd name="T9" fmla="*/ 126 h 126"/>
                <a:gd name="T10" fmla="*/ 35 w 70"/>
                <a:gd name="T11" fmla="*/ 6 h 126"/>
                <a:gd name="T12" fmla="*/ 6 w 70"/>
                <a:gd name="T13" fmla="*/ 63 h 126"/>
                <a:gd name="T14" fmla="*/ 35 w 70"/>
                <a:gd name="T15" fmla="*/ 120 h 126"/>
                <a:gd name="T16" fmla="*/ 64 w 70"/>
                <a:gd name="T17" fmla="*/ 63 h 126"/>
                <a:gd name="T18" fmla="*/ 35 w 70"/>
                <a:gd name="T19" fmla="*/ 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 h="126">
                  <a:moveTo>
                    <a:pt x="35" y="126"/>
                  </a:moveTo>
                  <a:cubicBezTo>
                    <a:pt x="15" y="126"/>
                    <a:pt x="0" y="98"/>
                    <a:pt x="0" y="63"/>
                  </a:cubicBezTo>
                  <a:cubicBezTo>
                    <a:pt x="0" y="27"/>
                    <a:pt x="15" y="0"/>
                    <a:pt x="35" y="0"/>
                  </a:cubicBezTo>
                  <a:cubicBezTo>
                    <a:pt x="55" y="0"/>
                    <a:pt x="70" y="27"/>
                    <a:pt x="70" y="63"/>
                  </a:cubicBezTo>
                  <a:cubicBezTo>
                    <a:pt x="70" y="98"/>
                    <a:pt x="55" y="126"/>
                    <a:pt x="35" y="126"/>
                  </a:cubicBezTo>
                  <a:close/>
                  <a:moveTo>
                    <a:pt x="35" y="6"/>
                  </a:moveTo>
                  <a:cubicBezTo>
                    <a:pt x="19" y="6"/>
                    <a:pt x="6" y="32"/>
                    <a:pt x="6" y="63"/>
                  </a:cubicBezTo>
                  <a:cubicBezTo>
                    <a:pt x="6" y="93"/>
                    <a:pt x="19" y="120"/>
                    <a:pt x="35" y="120"/>
                  </a:cubicBezTo>
                  <a:cubicBezTo>
                    <a:pt x="51" y="120"/>
                    <a:pt x="64" y="93"/>
                    <a:pt x="64" y="63"/>
                  </a:cubicBezTo>
                  <a:cubicBezTo>
                    <a:pt x="64" y="32"/>
                    <a:pt x="51" y="6"/>
                    <a:pt x="35" y="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 name="Freeform 49"/>
            <p:cNvSpPr>
              <a:spLocks noEditPoints="1"/>
            </p:cNvSpPr>
            <p:nvPr/>
          </p:nvSpPr>
          <p:spPr bwMode="auto">
            <a:xfrm>
              <a:off x="9488488" y="4260850"/>
              <a:ext cx="341313" cy="219075"/>
            </a:xfrm>
            <a:custGeom>
              <a:avLst/>
              <a:gdLst>
                <a:gd name="T0" fmla="*/ 40 w 130"/>
                <a:gd name="T1" fmla="*/ 83 h 83"/>
                <a:gd name="T2" fmla="*/ 8 w 130"/>
                <a:gd name="T3" fmla="*/ 68 h 83"/>
                <a:gd name="T4" fmla="*/ 50 w 130"/>
                <a:gd name="T5" fmla="*/ 9 h 83"/>
                <a:gd name="T6" fmla="*/ 90 w 130"/>
                <a:gd name="T7" fmla="*/ 0 h 83"/>
                <a:gd name="T8" fmla="*/ 122 w 130"/>
                <a:gd name="T9" fmla="*/ 15 h 83"/>
                <a:gd name="T10" fmla="*/ 80 w 130"/>
                <a:gd name="T11" fmla="*/ 74 h 83"/>
                <a:gd name="T12" fmla="*/ 40 w 130"/>
                <a:gd name="T13" fmla="*/ 83 h 83"/>
                <a:gd name="T14" fmla="*/ 90 w 130"/>
                <a:gd name="T15" fmla="*/ 6 h 83"/>
                <a:gd name="T16" fmla="*/ 53 w 130"/>
                <a:gd name="T17" fmla="*/ 15 h 83"/>
                <a:gd name="T18" fmla="*/ 13 w 130"/>
                <a:gd name="T19" fmla="*/ 66 h 83"/>
                <a:gd name="T20" fmla="*/ 40 w 130"/>
                <a:gd name="T21" fmla="*/ 77 h 83"/>
                <a:gd name="T22" fmla="*/ 77 w 130"/>
                <a:gd name="T23" fmla="*/ 68 h 83"/>
                <a:gd name="T24" fmla="*/ 117 w 130"/>
                <a:gd name="T25" fmla="*/ 17 h 83"/>
                <a:gd name="T26" fmla="*/ 90 w 130"/>
                <a:gd name="T27" fmla="*/ 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0" h="83">
                  <a:moveTo>
                    <a:pt x="40" y="83"/>
                  </a:moveTo>
                  <a:cubicBezTo>
                    <a:pt x="24" y="83"/>
                    <a:pt x="12" y="78"/>
                    <a:pt x="8" y="68"/>
                  </a:cubicBezTo>
                  <a:cubicBezTo>
                    <a:pt x="0" y="50"/>
                    <a:pt x="18" y="24"/>
                    <a:pt x="50" y="9"/>
                  </a:cubicBezTo>
                  <a:cubicBezTo>
                    <a:pt x="63" y="3"/>
                    <a:pt x="78" y="0"/>
                    <a:pt x="90" y="0"/>
                  </a:cubicBezTo>
                  <a:cubicBezTo>
                    <a:pt x="106" y="0"/>
                    <a:pt x="118" y="5"/>
                    <a:pt x="122" y="15"/>
                  </a:cubicBezTo>
                  <a:cubicBezTo>
                    <a:pt x="130" y="33"/>
                    <a:pt x="112" y="59"/>
                    <a:pt x="80" y="74"/>
                  </a:cubicBezTo>
                  <a:cubicBezTo>
                    <a:pt x="67" y="80"/>
                    <a:pt x="52" y="83"/>
                    <a:pt x="40" y="83"/>
                  </a:cubicBezTo>
                  <a:close/>
                  <a:moveTo>
                    <a:pt x="90" y="6"/>
                  </a:moveTo>
                  <a:cubicBezTo>
                    <a:pt x="79" y="6"/>
                    <a:pt x="65" y="9"/>
                    <a:pt x="53" y="15"/>
                  </a:cubicBezTo>
                  <a:cubicBezTo>
                    <a:pt x="25" y="28"/>
                    <a:pt x="7" y="51"/>
                    <a:pt x="13" y="66"/>
                  </a:cubicBezTo>
                  <a:cubicBezTo>
                    <a:pt x="17" y="73"/>
                    <a:pt x="26" y="77"/>
                    <a:pt x="40" y="77"/>
                  </a:cubicBezTo>
                  <a:cubicBezTo>
                    <a:pt x="51" y="77"/>
                    <a:pt x="65" y="74"/>
                    <a:pt x="77" y="68"/>
                  </a:cubicBezTo>
                  <a:cubicBezTo>
                    <a:pt x="105" y="55"/>
                    <a:pt x="123" y="32"/>
                    <a:pt x="117" y="17"/>
                  </a:cubicBezTo>
                  <a:cubicBezTo>
                    <a:pt x="113" y="10"/>
                    <a:pt x="104" y="6"/>
                    <a:pt x="90" y="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 name="Freeform 50"/>
            <p:cNvSpPr>
              <a:spLocks noEditPoints="1"/>
            </p:cNvSpPr>
            <p:nvPr/>
          </p:nvSpPr>
          <p:spPr bwMode="auto">
            <a:xfrm>
              <a:off x="9493250" y="4267200"/>
              <a:ext cx="331788" cy="206375"/>
            </a:xfrm>
            <a:custGeom>
              <a:avLst/>
              <a:gdLst>
                <a:gd name="T0" fmla="*/ 85 w 126"/>
                <a:gd name="T1" fmla="*/ 79 h 79"/>
                <a:gd name="T2" fmla="*/ 51 w 126"/>
                <a:gd name="T3" fmla="*/ 73 h 79"/>
                <a:gd name="T4" fmla="*/ 13 w 126"/>
                <a:gd name="T5" fmla="*/ 48 h 79"/>
                <a:gd name="T6" fmla="*/ 4 w 126"/>
                <a:gd name="T7" fmla="*/ 18 h 79"/>
                <a:gd name="T8" fmla="*/ 41 w 126"/>
                <a:gd name="T9" fmla="*/ 0 h 79"/>
                <a:gd name="T10" fmla="*/ 75 w 126"/>
                <a:gd name="T11" fmla="*/ 6 h 79"/>
                <a:gd name="T12" fmla="*/ 113 w 126"/>
                <a:gd name="T13" fmla="*/ 31 h 79"/>
                <a:gd name="T14" fmla="*/ 122 w 126"/>
                <a:gd name="T15" fmla="*/ 61 h 79"/>
                <a:gd name="T16" fmla="*/ 85 w 126"/>
                <a:gd name="T17" fmla="*/ 79 h 79"/>
                <a:gd name="T18" fmla="*/ 41 w 126"/>
                <a:gd name="T19" fmla="*/ 6 h 79"/>
                <a:gd name="T20" fmla="*/ 9 w 126"/>
                <a:gd name="T21" fmla="*/ 20 h 79"/>
                <a:gd name="T22" fmla="*/ 18 w 126"/>
                <a:gd name="T23" fmla="*/ 45 h 79"/>
                <a:gd name="T24" fmla="*/ 53 w 126"/>
                <a:gd name="T25" fmla="*/ 67 h 79"/>
                <a:gd name="T26" fmla="*/ 85 w 126"/>
                <a:gd name="T27" fmla="*/ 73 h 79"/>
                <a:gd name="T28" fmla="*/ 117 w 126"/>
                <a:gd name="T29" fmla="*/ 59 h 79"/>
                <a:gd name="T30" fmla="*/ 108 w 126"/>
                <a:gd name="T31" fmla="*/ 34 h 79"/>
                <a:gd name="T32" fmla="*/ 73 w 126"/>
                <a:gd name="T33" fmla="*/ 12 h 79"/>
                <a:gd name="T34" fmla="*/ 41 w 126"/>
                <a:gd name="T35" fmla="*/ 6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6" h="79">
                  <a:moveTo>
                    <a:pt x="85" y="79"/>
                  </a:moveTo>
                  <a:cubicBezTo>
                    <a:pt x="74" y="79"/>
                    <a:pt x="63" y="77"/>
                    <a:pt x="51" y="73"/>
                  </a:cubicBezTo>
                  <a:cubicBezTo>
                    <a:pt x="35" y="67"/>
                    <a:pt x="22" y="58"/>
                    <a:pt x="13" y="48"/>
                  </a:cubicBezTo>
                  <a:cubicBezTo>
                    <a:pt x="4" y="38"/>
                    <a:pt x="0" y="27"/>
                    <a:pt x="4" y="18"/>
                  </a:cubicBezTo>
                  <a:cubicBezTo>
                    <a:pt x="8" y="7"/>
                    <a:pt x="22" y="0"/>
                    <a:pt x="41" y="0"/>
                  </a:cubicBezTo>
                  <a:cubicBezTo>
                    <a:pt x="52" y="0"/>
                    <a:pt x="63" y="2"/>
                    <a:pt x="75" y="6"/>
                  </a:cubicBezTo>
                  <a:cubicBezTo>
                    <a:pt x="91" y="12"/>
                    <a:pt x="104" y="21"/>
                    <a:pt x="113" y="31"/>
                  </a:cubicBezTo>
                  <a:cubicBezTo>
                    <a:pt x="122" y="41"/>
                    <a:pt x="126" y="52"/>
                    <a:pt x="122" y="61"/>
                  </a:cubicBezTo>
                  <a:cubicBezTo>
                    <a:pt x="118" y="72"/>
                    <a:pt x="104" y="79"/>
                    <a:pt x="85" y="79"/>
                  </a:cubicBezTo>
                  <a:close/>
                  <a:moveTo>
                    <a:pt x="41" y="6"/>
                  </a:moveTo>
                  <a:cubicBezTo>
                    <a:pt x="24" y="6"/>
                    <a:pt x="13" y="11"/>
                    <a:pt x="9" y="20"/>
                  </a:cubicBezTo>
                  <a:cubicBezTo>
                    <a:pt x="7" y="27"/>
                    <a:pt x="10" y="36"/>
                    <a:pt x="18" y="45"/>
                  </a:cubicBezTo>
                  <a:cubicBezTo>
                    <a:pt x="26" y="54"/>
                    <a:pt x="38" y="62"/>
                    <a:pt x="53" y="67"/>
                  </a:cubicBezTo>
                  <a:cubicBezTo>
                    <a:pt x="64" y="71"/>
                    <a:pt x="75" y="73"/>
                    <a:pt x="85" y="73"/>
                  </a:cubicBezTo>
                  <a:cubicBezTo>
                    <a:pt x="102" y="73"/>
                    <a:pt x="113" y="68"/>
                    <a:pt x="117" y="59"/>
                  </a:cubicBezTo>
                  <a:cubicBezTo>
                    <a:pt x="119" y="52"/>
                    <a:pt x="116" y="43"/>
                    <a:pt x="108" y="34"/>
                  </a:cubicBezTo>
                  <a:cubicBezTo>
                    <a:pt x="100" y="25"/>
                    <a:pt x="88" y="17"/>
                    <a:pt x="73" y="12"/>
                  </a:cubicBezTo>
                  <a:cubicBezTo>
                    <a:pt x="62" y="8"/>
                    <a:pt x="51" y="6"/>
                    <a:pt x="41" y="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 name="Oval 51"/>
            <p:cNvSpPr>
              <a:spLocks noChangeArrowheads="1"/>
            </p:cNvSpPr>
            <p:nvPr/>
          </p:nvSpPr>
          <p:spPr bwMode="auto">
            <a:xfrm>
              <a:off x="9617075" y="4329113"/>
              <a:ext cx="84138" cy="8413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 name="Oval 52"/>
            <p:cNvSpPr>
              <a:spLocks noChangeArrowheads="1"/>
            </p:cNvSpPr>
            <p:nvPr/>
          </p:nvSpPr>
          <p:spPr bwMode="auto">
            <a:xfrm>
              <a:off x="9785350" y="4413250"/>
              <a:ext cx="41275" cy="4286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 name="Oval 53"/>
            <p:cNvSpPr>
              <a:spLocks noChangeArrowheads="1"/>
            </p:cNvSpPr>
            <p:nvPr/>
          </p:nvSpPr>
          <p:spPr bwMode="auto">
            <a:xfrm>
              <a:off x="9491663" y="4413250"/>
              <a:ext cx="41275" cy="4286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 name="Oval 54"/>
            <p:cNvSpPr>
              <a:spLocks noChangeArrowheads="1"/>
            </p:cNvSpPr>
            <p:nvPr/>
          </p:nvSpPr>
          <p:spPr bwMode="auto">
            <a:xfrm>
              <a:off x="9637713" y="4192588"/>
              <a:ext cx="42863" cy="4286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91" name="文本框 90"/>
          <p:cNvSpPr txBox="1"/>
          <p:nvPr/>
        </p:nvSpPr>
        <p:spPr>
          <a:xfrm>
            <a:off x="7896225" y="412234"/>
            <a:ext cx="1184940" cy="369332"/>
          </a:xfrm>
          <a:prstGeom prst="rect">
            <a:avLst/>
          </a:prstGeom>
          <a:noFill/>
        </p:spPr>
        <p:txBody>
          <a:bodyPr wrap="none" rtlCol="0">
            <a:spAutoFit/>
          </a:bodyPr>
          <a:lstStyle/>
          <a:p>
            <a:r>
              <a:rPr lang="en-US" altLang="zh-CN"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rPr>
              <a:t>Title Here</a:t>
            </a:r>
            <a:endParaRPr lang="zh-CN" altLang="en-US"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92" name="文本框 91"/>
          <p:cNvSpPr txBox="1"/>
          <p:nvPr/>
        </p:nvSpPr>
        <p:spPr>
          <a:xfrm>
            <a:off x="7693948" y="6200259"/>
            <a:ext cx="1184940" cy="369332"/>
          </a:xfrm>
          <a:prstGeom prst="rect">
            <a:avLst/>
          </a:prstGeom>
          <a:noFill/>
        </p:spPr>
        <p:txBody>
          <a:bodyPr wrap="none" rtlCol="0">
            <a:spAutoFit/>
          </a:bodyPr>
          <a:lstStyle/>
          <a:p>
            <a:r>
              <a:rPr lang="en-US" altLang="zh-CN"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rPr>
              <a:t>Title Here</a:t>
            </a:r>
            <a:endParaRPr lang="zh-CN" altLang="en-US"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93" name="文本框 92"/>
          <p:cNvSpPr txBox="1"/>
          <p:nvPr/>
        </p:nvSpPr>
        <p:spPr>
          <a:xfrm>
            <a:off x="4937587" y="3154125"/>
            <a:ext cx="1184940" cy="369332"/>
          </a:xfrm>
          <a:prstGeom prst="rect">
            <a:avLst/>
          </a:prstGeom>
          <a:noFill/>
        </p:spPr>
        <p:txBody>
          <a:bodyPr wrap="none" rtlCol="0">
            <a:spAutoFit/>
          </a:bodyPr>
          <a:lstStyle/>
          <a:p>
            <a:r>
              <a:rPr lang="en-US" altLang="zh-CN"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rPr>
              <a:t>Title Here</a:t>
            </a:r>
            <a:endParaRPr lang="zh-CN" altLang="en-US"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94" name="文本框 93"/>
          <p:cNvSpPr txBox="1"/>
          <p:nvPr/>
        </p:nvSpPr>
        <p:spPr>
          <a:xfrm>
            <a:off x="10677986" y="3154125"/>
            <a:ext cx="1184940" cy="369332"/>
          </a:xfrm>
          <a:prstGeom prst="rect">
            <a:avLst/>
          </a:prstGeom>
          <a:noFill/>
        </p:spPr>
        <p:txBody>
          <a:bodyPr wrap="none" rtlCol="0">
            <a:spAutoFit/>
          </a:bodyPr>
          <a:lstStyle/>
          <a:p>
            <a:r>
              <a:rPr lang="en-US" altLang="zh-CN"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rPr>
              <a:t>Title Here</a:t>
            </a:r>
            <a:endParaRPr lang="zh-CN" altLang="en-US"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95" name="文本框 94"/>
          <p:cNvSpPr txBox="1"/>
          <p:nvPr/>
        </p:nvSpPr>
        <p:spPr>
          <a:xfrm>
            <a:off x="5988420" y="1973560"/>
            <a:ext cx="2037737" cy="400110"/>
          </a:xfrm>
          <a:prstGeom prst="rect">
            <a:avLst/>
          </a:prstGeom>
          <a:noFill/>
        </p:spPr>
        <p:txBody>
          <a:bodyPr wrap="none" rtlCol="0">
            <a:spAutoFit/>
          </a:bodyPr>
          <a:lstStyle/>
          <a:p>
            <a:r>
              <a:rPr lang="en-US" altLang="zh-CN" sz="2000"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rPr>
              <a:t>Some Title Here</a:t>
            </a:r>
            <a:endParaRPr lang="zh-CN" altLang="en-US" sz="2000"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96" name="文本框 95"/>
          <p:cNvSpPr txBox="1"/>
          <p:nvPr/>
        </p:nvSpPr>
        <p:spPr>
          <a:xfrm>
            <a:off x="8673769" y="1973560"/>
            <a:ext cx="2037737" cy="400110"/>
          </a:xfrm>
          <a:prstGeom prst="rect">
            <a:avLst/>
          </a:prstGeom>
          <a:noFill/>
        </p:spPr>
        <p:txBody>
          <a:bodyPr wrap="none" rtlCol="0">
            <a:spAutoFit/>
          </a:bodyPr>
          <a:lstStyle/>
          <a:p>
            <a:r>
              <a:rPr lang="en-US" altLang="zh-CN" sz="2000"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rPr>
              <a:t>Some Title Here</a:t>
            </a:r>
            <a:endParaRPr lang="zh-CN" altLang="en-US" sz="2000"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97" name="文本框 96"/>
          <p:cNvSpPr txBox="1"/>
          <p:nvPr/>
        </p:nvSpPr>
        <p:spPr>
          <a:xfrm>
            <a:off x="5988420" y="4730373"/>
            <a:ext cx="2037737" cy="400110"/>
          </a:xfrm>
          <a:prstGeom prst="rect">
            <a:avLst/>
          </a:prstGeom>
          <a:noFill/>
        </p:spPr>
        <p:txBody>
          <a:bodyPr wrap="none" rtlCol="0">
            <a:spAutoFit/>
          </a:bodyPr>
          <a:lstStyle/>
          <a:p>
            <a:r>
              <a:rPr lang="en-US" altLang="zh-CN" sz="2000"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rPr>
              <a:t>Some Title Here</a:t>
            </a:r>
            <a:endParaRPr lang="zh-CN" altLang="en-US" sz="2000"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98" name="文本框 97"/>
          <p:cNvSpPr txBox="1"/>
          <p:nvPr/>
        </p:nvSpPr>
        <p:spPr>
          <a:xfrm>
            <a:off x="8673769" y="4730373"/>
            <a:ext cx="2037737" cy="400110"/>
          </a:xfrm>
          <a:prstGeom prst="rect">
            <a:avLst/>
          </a:prstGeom>
          <a:noFill/>
        </p:spPr>
        <p:txBody>
          <a:bodyPr wrap="none" rtlCol="0">
            <a:spAutoFit/>
          </a:bodyPr>
          <a:lstStyle/>
          <a:p>
            <a:r>
              <a:rPr lang="en-US" altLang="zh-CN" sz="2000"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rPr>
              <a:t>Some Title Here</a:t>
            </a:r>
            <a:endParaRPr lang="zh-CN" altLang="en-US" sz="2000"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99" name="Freeform 60"/>
          <p:cNvSpPr>
            <a:spLocks/>
          </p:cNvSpPr>
          <p:nvPr/>
        </p:nvSpPr>
        <p:spPr bwMode="auto">
          <a:xfrm>
            <a:off x="1007063" y="3889553"/>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 name="文本框 99"/>
          <p:cNvSpPr txBox="1"/>
          <p:nvPr/>
        </p:nvSpPr>
        <p:spPr>
          <a:xfrm>
            <a:off x="940215" y="4689154"/>
            <a:ext cx="4114385" cy="1421928"/>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网络</a:t>
            </a:r>
            <a:r>
              <a:rPr lang="en-US" altLang="zh-CN" dirty="0">
                <a:solidFill>
                  <a:prstClr val="black">
                    <a:lumMod val="65000"/>
                    <a:lumOff val="35000"/>
                  </a:prstClr>
                </a:solidFill>
                <a:latin typeface="微软雅黑" panose="020B0503020204020204" pitchFamily="34" charset="-122"/>
              </a:rPr>
              <a:t>EPS</a:t>
            </a:r>
            <a:r>
              <a:rPr lang="zh-CN" altLang="en-US" dirty="0">
                <a:solidFill>
                  <a:prstClr val="black">
                    <a:lumMod val="65000"/>
                    <a:lumOff val="35000"/>
                  </a:prstClr>
                </a:solidFill>
                <a:latin typeface="微软雅黑" panose="020B0503020204020204" pitchFamily="34" charset="-122"/>
              </a:rPr>
              <a:t>素材改编；</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颜色、文字可修改；</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矢量图标可替换；</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可根据具体排版调整其大小。</a:t>
            </a:r>
            <a:endParaRPr lang="en-US" altLang="zh-CN" dirty="0">
              <a:solidFill>
                <a:prstClr val="black">
                  <a:lumMod val="65000"/>
                  <a:lumOff val="35000"/>
                </a:prstClr>
              </a:solidFill>
              <a:latin typeface="微软雅黑" panose="020B0503020204020204" pitchFamily="34" charset="-122"/>
            </a:endParaRPr>
          </a:p>
        </p:txBody>
      </p:sp>
      <p:sp>
        <p:nvSpPr>
          <p:cNvPr id="101" name="圆角矩形 100"/>
          <p:cNvSpPr/>
          <p:nvPr/>
        </p:nvSpPr>
        <p:spPr>
          <a:xfrm>
            <a:off x="1674755" y="4048838"/>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102" name="等腰三角形 101"/>
          <p:cNvSpPr/>
          <p:nvPr/>
        </p:nvSpPr>
        <p:spPr>
          <a:xfrm rot="16200000">
            <a:off x="1600123" y="4116382"/>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69"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377265599"/>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矩形 33"/>
          <p:cNvSpPr/>
          <p:nvPr/>
        </p:nvSpPr>
        <p:spPr>
          <a:xfrm>
            <a:off x="6096000" y="0"/>
            <a:ext cx="6096000" cy="6858000"/>
          </a:xfrm>
          <a:prstGeom prst="rect">
            <a:avLst/>
          </a:prstGeom>
          <a:solidFill>
            <a:srgbClr val="E3E3E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2" name="泪滴形 11"/>
          <p:cNvSpPr/>
          <p:nvPr/>
        </p:nvSpPr>
        <p:spPr>
          <a:xfrm>
            <a:off x="9213079" y="1243246"/>
            <a:ext cx="2104572" cy="2104572"/>
          </a:xfrm>
          <a:prstGeom prst="teardrop">
            <a:avLst/>
          </a:prstGeom>
          <a:gradFill flip="none" rotWithShape="1">
            <a:gsLst>
              <a:gs pos="100000">
                <a:srgbClr val="FFFFFF">
                  <a:lumMod val="100000"/>
                </a:srgbClr>
              </a:gs>
              <a:gs pos="0">
                <a:srgbClr val="D9D9DA"/>
              </a:gs>
            </a:gsLst>
            <a:lin ang="8100000" scaled="1"/>
            <a:tileRect/>
          </a:gradFill>
          <a:ln w="28575">
            <a:gradFill flip="none" rotWithShape="1">
              <a:gsLst>
                <a:gs pos="100000">
                  <a:srgbClr val="FFFFFF"/>
                </a:gs>
                <a:gs pos="0">
                  <a:srgbClr val="D9D9DA"/>
                </a:gs>
              </a:gsLst>
              <a:lin ang="18900000" scaled="1"/>
              <a:tileRect/>
            </a:gra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48" name="泪滴形 47"/>
          <p:cNvSpPr/>
          <p:nvPr/>
        </p:nvSpPr>
        <p:spPr>
          <a:xfrm flipH="1">
            <a:off x="6935470" y="1243246"/>
            <a:ext cx="2104572" cy="2104572"/>
          </a:xfrm>
          <a:prstGeom prst="teardrop">
            <a:avLst/>
          </a:prstGeom>
          <a:gradFill flip="none" rotWithShape="1">
            <a:gsLst>
              <a:gs pos="100000">
                <a:srgbClr val="FFFFFF">
                  <a:lumMod val="100000"/>
                </a:srgbClr>
              </a:gs>
              <a:gs pos="0">
                <a:srgbClr val="D9D9DA"/>
              </a:gs>
            </a:gsLst>
            <a:lin ang="2700000" scaled="1"/>
            <a:tileRect/>
          </a:gradFill>
          <a:ln w="28575">
            <a:gradFill flip="none" rotWithShape="1">
              <a:gsLst>
                <a:gs pos="100000">
                  <a:srgbClr val="FFFFFF"/>
                </a:gs>
                <a:gs pos="0">
                  <a:srgbClr val="D9D9DA"/>
                </a:gs>
              </a:gsLst>
              <a:lin ang="13500000" scaled="1"/>
              <a:tileRect/>
            </a:gra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49" name="泪滴形 48"/>
          <p:cNvSpPr/>
          <p:nvPr/>
        </p:nvSpPr>
        <p:spPr>
          <a:xfrm flipH="1" flipV="1">
            <a:off x="6935470" y="3513031"/>
            <a:ext cx="2104572" cy="2104572"/>
          </a:xfrm>
          <a:prstGeom prst="teardrop">
            <a:avLst/>
          </a:prstGeom>
          <a:gradFill flip="none" rotWithShape="1">
            <a:gsLst>
              <a:gs pos="100000">
                <a:srgbClr val="FFFFFF">
                  <a:lumMod val="100000"/>
                </a:srgbClr>
              </a:gs>
              <a:gs pos="0">
                <a:srgbClr val="D9D9DA"/>
              </a:gs>
            </a:gsLst>
            <a:lin ang="18900000" scaled="1"/>
            <a:tileRect/>
          </a:gradFill>
          <a:ln w="28575">
            <a:gradFill flip="none" rotWithShape="1">
              <a:gsLst>
                <a:gs pos="100000">
                  <a:srgbClr val="FFFFFF"/>
                </a:gs>
                <a:gs pos="0">
                  <a:srgbClr val="D9D9DA"/>
                </a:gs>
              </a:gsLst>
              <a:lin ang="8100000" scaled="1"/>
              <a:tileRect/>
            </a:gra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50" name="泪滴形 49"/>
          <p:cNvSpPr/>
          <p:nvPr/>
        </p:nvSpPr>
        <p:spPr>
          <a:xfrm flipV="1">
            <a:off x="9213079" y="3513031"/>
            <a:ext cx="2104572" cy="2104572"/>
          </a:xfrm>
          <a:prstGeom prst="teardrop">
            <a:avLst/>
          </a:prstGeom>
          <a:gradFill flip="none" rotWithShape="1">
            <a:gsLst>
              <a:gs pos="100000">
                <a:srgbClr val="FFFFFF">
                  <a:lumMod val="100000"/>
                </a:srgbClr>
              </a:gs>
              <a:gs pos="0">
                <a:srgbClr val="D9D9DA"/>
              </a:gs>
            </a:gsLst>
            <a:lin ang="13500000" scaled="1"/>
            <a:tileRect/>
          </a:gradFill>
          <a:ln w="28575">
            <a:gradFill flip="none" rotWithShape="1">
              <a:gsLst>
                <a:gs pos="100000">
                  <a:srgbClr val="FFFFFF"/>
                </a:gs>
                <a:gs pos="0">
                  <a:srgbClr val="D9D9DA"/>
                </a:gs>
              </a:gsLst>
              <a:lin ang="2700000" scaled="1"/>
              <a:tileRect/>
            </a:gra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60" name="Freeform 266"/>
          <p:cNvSpPr>
            <a:spLocks noChangeAspect="1" noEditPoints="1"/>
          </p:cNvSpPr>
          <p:nvPr/>
        </p:nvSpPr>
        <p:spPr bwMode="auto">
          <a:xfrm>
            <a:off x="10606009" y="4067077"/>
            <a:ext cx="468000" cy="512754"/>
          </a:xfrm>
          <a:custGeom>
            <a:avLst/>
            <a:gdLst>
              <a:gd name="T0" fmla="*/ 62 w 183"/>
              <a:gd name="T1" fmla="*/ 22 h 200"/>
              <a:gd name="T2" fmla="*/ 36 w 183"/>
              <a:gd name="T3" fmla="*/ 11 h 200"/>
              <a:gd name="T4" fmla="*/ 0 w 183"/>
              <a:gd name="T5" fmla="*/ 48 h 200"/>
              <a:gd name="T6" fmla="*/ 9 w 183"/>
              <a:gd name="T7" fmla="*/ 73 h 200"/>
              <a:gd name="T8" fmla="*/ 62 w 183"/>
              <a:gd name="T9" fmla="*/ 22 h 200"/>
              <a:gd name="T10" fmla="*/ 147 w 183"/>
              <a:gd name="T11" fmla="*/ 11 h 200"/>
              <a:gd name="T12" fmla="*/ 119 w 183"/>
              <a:gd name="T13" fmla="*/ 23 h 200"/>
              <a:gd name="T14" fmla="*/ 170 w 183"/>
              <a:gd name="T15" fmla="*/ 76 h 200"/>
              <a:gd name="T16" fmla="*/ 183 w 183"/>
              <a:gd name="T17" fmla="*/ 48 h 200"/>
              <a:gd name="T18" fmla="*/ 147 w 183"/>
              <a:gd name="T19" fmla="*/ 11 h 200"/>
              <a:gd name="T20" fmla="*/ 169 w 183"/>
              <a:gd name="T21" fmla="*/ 103 h 200"/>
              <a:gd name="T22" fmla="*/ 96 w 183"/>
              <a:gd name="T23" fmla="*/ 23 h 200"/>
              <a:gd name="T24" fmla="*/ 96 w 183"/>
              <a:gd name="T25" fmla="*/ 6 h 200"/>
              <a:gd name="T26" fmla="*/ 98 w 183"/>
              <a:gd name="T27" fmla="*/ 6 h 200"/>
              <a:gd name="T28" fmla="*/ 102 w 183"/>
              <a:gd name="T29" fmla="*/ 3 h 200"/>
              <a:gd name="T30" fmla="*/ 98 w 183"/>
              <a:gd name="T31" fmla="*/ 0 h 200"/>
              <a:gd name="T32" fmla="*/ 81 w 183"/>
              <a:gd name="T33" fmla="*/ 0 h 200"/>
              <a:gd name="T34" fmla="*/ 78 w 183"/>
              <a:gd name="T35" fmla="*/ 3 h 200"/>
              <a:gd name="T36" fmla="*/ 81 w 183"/>
              <a:gd name="T37" fmla="*/ 6 h 200"/>
              <a:gd name="T38" fmla="*/ 84 w 183"/>
              <a:gd name="T39" fmla="*/ 6 h 200"/>
              <a:gd name="T40" fmla="*/ 84 w 183"/>
              <a:gd name="T41" fmla="*/ 23 h 200"/>
              <a:gd name="T42" fmla="*/ 9 w 183"/>
              <a:gd name="T43" fmla="*/ 103 h 200"/>
              <a:gd name="T44" fmla="*/ 38 w 183"/>
              <a:gd name="T45" fmla="*/ 164 h 200"/>
              <a:gd name="T46" fmla="*/ 29 w 183"/>
              <a:gd name="T47" fmla="*/ 190 h 200"/>
              <a:gd name="T48" fmla="*/ 33 w 183"/>
              <a:gd name="T49" fmla="*/ 198 h 200"/>
              <a:gd name="T50" fmla="*/ 35 w 183"/>
              <a:gd name="T51" fmla="*/ 199 h 200"/>
              <a:gd name="T52" fmla="*/ 43 w 183"/>
              <a:gd name="T53" fmla="*/ 196 h 200"/>
              <a:gd name="T54" fmla="*/ 53 w 183"/>
              <a:gd name="T55" fmla="*/ 174 h 200"/>
              <a:gd name="T56" fmla="*/ 89 w 183"/>
              <a:gd name="T57" fmla="*/ 183 h 200"/>
              <a:gd name="T58" fmla="*/ 125 w 183"/>
              <a:gd name="T59" fmla="*/ 174 h 200"/>
              <a:gd name="T60" fmla="*/ 136 w 183"/>
              <a:gd name="T61" fmla="*/ 196 h 200"/>
              <a:gd name="T62" fmla="*/ 144 w 183"/>
              <a:gd name="T63" fmla="*/ 199 h 200"/>
              <a:gd name="T64" fmla="*/ 146 w 183"/>
              <a:gd name="T65" fmla="*/ 198 h 200"/>
              <a:gd name="T66" fmla="*/ 149 w 183"/>
              <a:gd name="T67" fmla="*/ 190 h 200"/>
              <a:gd name="T68" fmla="*/ 141 w 183"/>
              <a:gd name="T69" fmla="*/ 164 h 200"/>
              <a:gd name="T70" fmla="*/ 169 w 183"/>
              <a:gd name="T71" fmla="*/ 103 h 200"/>
              <a:gd name="T72" fmla="*/ 89 w 183"/>
              <a:gd name="T73" fmla="*/ 167 h 200"/>
              <a:gd name="T74" fmla="*/ 25 w 183"/>
              <a:gd name="T75" fmla="*/ 103 h 200"/>
              <a:gd name="T76" fmla="*/ 89 w 183"/>
              <a:gd name="T77" fmla="*/ 39 h 200"/>
              <a:gd name="T78" fmla="*/ 153 w 183"/>
              <a:gd name="T79" fmla="*/ 103 h 200"/>
              <a:gd name="T80" fmla="*/ 89 w 183"/>
              <a:gd name="T81" fmla="*/ 167 h 200"/>
              <a:gd name="T82" fmla="*/ 97 w 183"/>
              <a:gd name="T83" fmla="*/ 111 h 200"/>
              <a:gd name="T84" fmla="*/ 100 w 183"/>
              <a:gd name="T85" fmla="*/ 103 h 200"/>
              <a:gd name="T86" fmla="*/ 91 w 183"/>
              <a:gd name="T87" fmla="*/ 92 h 200"/>
              <a:gd name="T88" fmla="*/ 91 w 183"/>
              <a:gd name="T89" fmla="*/ 55 h 200"/>
              <a:gd name="T90" fmla="*/ 89 w 183"/>
              <a:gd name="T91" fmla="*/ 53 h 200"/>
              <a:gd name="T92" fmla="*/ 87 w 183"/>
              <a:gd name="T93" fmla="*/ 55 h 200"/>
              <a:gd name="T94" fmla="*/ 87 w 183"/>
              <a:gd name="T95" fmla="*/ 92 h 200"/>
              <a:gd name="T96" fmla="*/ 78 w 183"/>
              <a:gd name="T97" fmla="*/ 103 h 200"/>
              <a:gd name="T98" fmla="*/ 89 w 183"/>
              <a:gd name="T99" fmla="*/ 114 h 200"/>
              <a:gd name="T100" fmla="*/ 93 w 183"/>
              <a:gd name="T101" fmla="*/ 113 h 200"/>
              <a:gd name="T102" fmla="*/ 104 w 183"/>
              <a:gd name="T103" fmla="*/ 131 h 200"/>
              <a:gd name="T104" fmla="*/ 107 w 183"/>
              <a:gd name="T105" fmla="*/ 132 h 200"/>
              <a:gd name="T106" fmla="*/ 108 w 183"/>
              <a:gd name="T107" fmla="*/ 129 h 200"/>
              <a:gd name="T108" fmla="*/ 97 w 183"/>
              <a:gd name="T109" fmla="*/ 111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3" h="200">
                <a:moveTo>
                  <a:pt x="62" y="22"/>
                </a:moveTo>
                <a:cubicBezTo>
                  <a:pt x="56" y="15"/>
                  <a:pt x="46" y="11"/>
                  <a:pt x="36" y="11"/>
                </a:cubicBezTo>
                <a:cubicBezTo>
                  <a:pt x="16" y="11"/>
                  <a:pt x="0" y="28"/>
                  <a:pt x="0" y="48"/>
                </a:cubicBezTo>
                <a:cubicBezTo>
                  <a:pt x="0" y="57"/>
                  <a:pt x="3" y="66"/>
                  <a:pt x="9" y="73"/>
                </a:cubicBezTo>
                <a:cubicBezTo>
                  <a:pt x="18" y="49"/>
                  <a:pt x="38" y="30"/>
                  <a:pt x="62" y="22"/>
                </a:cubicBezTo>
                <a:close/>
                <a:moveTo>
                  <a:pt x="147" y="11"/>
                </a:moveTo>
                <a:cubicBezTo>
                  <a:pt x="136" y="11"/>
                  <a:pt x="126" y="16"/>
                  <a:pt x="119" y="23"/>
                </a:cubicBezTo>
                <a:cubicBezTo>
                  <a:pt x="143" y="32"/>
                  <a:pt x="162" y="52"/>
                  <a:pt x="170" y="76"/>
                </a:cubicBezTo>
                <a:cubicBezTo>
                  <a:pt x="178" y="69"/>
                  <a:pt x="183" y="59"/>
                  <a:pt x="183" y="48"/>
                </a:cubicBezTo>
                <a:cubicBezTo>
                  <a:pt x="183" y="28"/>
                  <a:pt x="167" y="11"/>
                  <a:pt x="147" y="11"/>
                </a:cubicBezTo>
                <a:close/>
                <a:moveTo>
                  <a:pt x="169" y="103"/>
                </a:moveTo>
                <a:cubicBezTo>
                  <a:pt x="169" y="61"/>
                  <a:pt x="137" y="26"/>
                  <a:pt x="96" y="23"/>
                </a:cubicBezTo>
                <a:cubicBezTo>
                  <a:pt x="96" y="6"/>
                  <a:pt x="96" y="6"/>
                  <a:pt x="96" y="6"/>
                </a:cubicBezTo>
                <a:cubicBezTo>
                  <a:pt x="98" y="6"/>
                  <a:pt x="98" y="6"/>
                  <a:pt x="98" y="6"/>
                </a:cubicBezTo>
                <a:cubicBezTo>
                  <a:pt x="100" y="6"/>
                  <a:pt x="102" y="5"/>
                  <a:pt x="102" y="3"/>
                </a:cubicBezTo>
                <a:cubicBezTo>
                  <a:pt x="102" y="1"/>
                  <a:pt x="100" y="0"/>
                  <a:pt x="98" y="0"/>
                </a:cubicBezTo>
                <a:cubicBezTo>
                  <a:pt x="81" y="0"/>
                  <a:pt x="81" y="0"/>
                  <a:pt x="81" y="0"/>
                </a:cubicBezTo>
                <a:cubicBezTo>
                  <a:pt x="80" y="0"/>
                  <a:pt x="78" y="1"/>
                  <a:pt x="78" y="3"/>
                </a:cubicBezTo>
                <a:cubicBezTo>
                  <a:pt x="78" y="5"/>
                  <a:pt x="80" y="6"/>
                  <a:pt x="81" y="6"/>
                </a:cubicBezTo>
                <a:cubicBezTo>
                  <a:pt x="84" y="6"/>
                  <a:pt x="84" y="6"/>
                  <a:pt x="84" y="6"/>
                </a:cubicBezTo>
                <a:cubicBezTo>
                  <a:pt x="84" y="23"/>
                  <a:pt x="84" y="23"/>
                  <a:pt x="84" y="23"/>
                </a:cubicBezTo>
                <a:cubicBezTo>
                  <a:pt x="42" y="25"/>
                  <a:pt x="9" y="60"/>
                  <a:pt x="9" y="103"/>
                </a:cubicBezTo>
                <a:cubicBezTo>
                  <a:pt x="9" y="127"/>
                  <a:pt x="20" y="150"/>
                  <a:pt x="38" y="164"/>
                </a:cubicBezTo>
                <a:cubicBezTo>
                  <a:pt x="29" y="190"/>
                  <a:pt x="29" y="190"/>
                  <a:pt x="29" y="190"/>
                </a:cubicBezTo>
                <a:cubicBezTo>
                  <a:pt x="28" y="194"/>
                  <a:pt x="30" y="197"/>
                  <a:pt x="33" y="198"/>
                </a:cubicBezTo>
                <a:cubicBezTo>
                  <a:pt x="35" y="199"/>
                  <a:pt x="35" y="199"/>
                  <a:pt x="35" y="199"/>
                </a:cubicBezTo>
                <a:cubicBezTo>
                  <a:pt x="38" y="200"/>
                  <a:pt x="41" y="199"/>
                  <a:pt x="43" y="196"/>
                </a:cubicBezTo>
                <a:cubicBezTo>
                  <a:pt x="53" y="174"/>
                  <a:pt x="53" y="174"/>
                  <a:pt x="53" y="174"/>
                </a:cubicBezTo>
                <a:cubicBezTo>
                  <a:pt x="64" y="180"/>
                  <a:pt x="76" y="183"/>
                  <a:pt x="89" y="183"/>
                </a:cubicBezTo>
                <a:cubicBezTo>
                  <a:pt x="102" y="183"/>
                  <a:pt x="114" y="180"/>
                  <a:pt x="125" y="174"/>
                </a:cubicBezTo>
                <a:cubicBezTo>
                  <a:pt x="136" y="196"/>
                  <a:pt x="136" y="196"/>
                  <a:pt x="136" y="196"/>
                </a:cubicBezTo>
                <a:cubicBezTo>
                  <a:pt x="137" y="199"/>
                  <a:pt x="141" y="200"/>
                  <a:pt x="144" y="199"/>
                </a:cubicBezTo>
                <a:cubicBezTo>
                  <a:pt x="146" y="198"/>
                  <a:pt x="146" y="198"/>
                  <a:pt x="146" y="198"/>
                </a:cubicBezTo>
                <a:cubicBezTo>
                  <a:pt x="149" y="197"/>
                  <a:pt x="150" y="194"/>
                  <a:pt x="149" y="190"/>
                </a:cubicBezTo>
                <a:cubicBezTo>
                  <a:pt x="141" y="164"/>
                  <a:pt x="141" y="164"/>
                  <a:pt x="141" y="164"/>
                </a:cubicBezTo>
                <a:cubicBezTo>
                  <a:pt x="158" y="149"/>
                  <a:pt x="169" y="127"/>
                  <a:pt x="169" y="103"/>
                </a:cubicBezTo>
                <a:close/>
                <a:moveTo>
                  <a:pt x="89" y="167"/>
                </a:moveTo>
                <a:cubicBezTo>
                  <a:pt x="54" y="167"/>
                  <a:pt x="25" y="138"/>
                  <a:pt x="25" y="103"/>
                </a:cubicBezTo>
                <a:cubicBezTo>
                  <a:pt x="25" y="67"/>
                  <a:pt x="54" y="39"/>
                  <a:pt x="89" y="39"/>
                </a:cubicBezTo>
                <a:cubicBezTo>
                  <a:pt x="124" y="39"/>
                  <a:pt x="153" y="67"/>
                  <a:pt x="153" y="103"/>
                </a:cubicBezTo>
                <a:cubicBezTo>
                  <a:pt x="153" y="138"/>
                  <a:pt x="124" y="167"/>
                  <a:pt x="89" y="167"/>
                </a:cubicBezTo>
                <a:close/>
                <a:moveTo>
                  <a:pt x="97" y="111"/>
                </a:moveTo>
                <a:cubicBezTo>
                  <a:pt x="99" y="109"/>
                  <a:pt x="100" y="106"/>
                  <a:pt x="100" y="103"/>
                </a:cubicBezTo>
                <a:cubicBezTo>
                  <a:pt x="100" y="97"/>
                  <a:pt x="96" y="93"/>
                  <a:pt x="91" y="92"/>
                </a:cubicBezTo>
                <a:cubicBezTo>
                  <a:pt x="91" y="55"/>
                  <a:pt x="91" y="55"/>
                  <a:pt x="91" y="55"/>
                </a:cubicBezTo>
                <a:cubicBezTo>
                  <a:pt x="91" y="54"/>
                  <a:pt x="90" y="53"/>
                  <a:pt x="89" y="53"/>
                </a:cubicBezTo>
                <a:cubicBezTo>
                  <a:pt x="88" y="53"/>
                  <a:pt x="87" y="54"/>
                  <a:pt x="87" y="55"/>
                </a:cubicBezTo>
                <a:cubicBezTo>
                  <a:pt x="87" y="92"/>
                  <a:pt x="87" y="92"/>
                  <a:pt x="87" y="92"/>
                </a:cubicBezTo>
                <a:cubicBezTo>
                  <a:pt x="82" y="93"/>
                  <a:pt x="78" y="97"/>
                  <a:pt x="78" y="103"/>
                </a:cubicBezTo>
                <a:cubicBezTo>
                  <a:pt x="78" y="109"/>
                  <a:pt x="83" y="114"/>
                  <a:pt x="89" y="114"/>
                </a:cubicBezTo>
                <a:cubicBezTo>
                  <a:pt x="90" y="114"/>
                  <a:pt x="92" y="114"/>
                  <a:pt x="93" y="113"/>
                </a:cubicBezTo>
                <a:cubicBezTo>
                  <a:pt x="104" y="131"/>
                  <a:pt x="104" y="131"/>
                  <a:pt x="104" y="131"/>
                </a:cubicBezTo>
                <a:cubicBezTo>
                  <a:pt x="105" y="132"/>
                  <a:pt x="106" y="133"/>
                  <a:pt x="107" y="132"/>
                </a:cubicBezTo>
                <a:cubicBezTo>
                  <a:pt x="108" y="131"/>
                  <a:pt x="109" y="130"/>
                  <a:pt x="108" y="129"/>
                </a:cubicBezTo>
                <a:lnTo>
                  <a:pt x="97" y="111"/>
                </a:lnTo>
                <a:close/>
              </a:path>
            </a:pathLst>
          </a:custGeom>
          <a:solidFill>
            <a:srgbClr val="F1891A"/>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 name="Freeform 307"/>
          <p:cNvSpPr>
            <a:spLocks noChangeAspect="1" noEditPoints="1"/>
          </p:cNvSpPr>
          <p:nvPr/>
        </p:nvSpPr>
        <p:spPr bwMode="auto">
          <a:xfrm>
            <a:off x="8253204" y="1688808"/>
            <a:ext cx="360000" cy="525925"/>
          </a:xfrm>
          <a:custGeom>
            <a:avLst/>
            <a:gdLst>
              <a:gd name="T0" fmla="*/ 151 w 243"/>
              <a:gd name="T1" fmla="*/ 4 h 354"/>
              <a:gd name="T2" fmla="*/ 236 w 243"/>
              <a:gd name="T3" fmla="*/ 91 h 354"/>
              <a:gd name="T4" fmla="*/ 212 w 243"/>
              <a:gd name="T5" fmla="*/ 202 h 354"/>
              <a:gd name="T6" fmla="*/ 201 w 243"/>
              <a:gd name="T7" fmla="*/ 243 h 354"/>
              <a:gd name="T8" fmla="*/ 199 w 243"/>
              <a:gd name="T9" fmla="*/ 276 h 354"/>
              <a:gd name="T10" fmla="*/ 183 w 243"/>
              <a:gd name="T11" fmla="*/ 322 h 354"/>
              <a:gd name="T12" fmla="*/ 143 w 243"/>
              <a:gd name="T13" fmla="*/ 354 h 354"/>
              <a:gd name="T14" fmla="*/ 63 w 243"/>
              <a:gd name="T15" fmla="*/ 328 h 354"/>
              <a:gd name="T16" fmla="*/ 43 w 243"/>
              <a:gd name="T17" fmla="*/ 281 h 354"/>
              <a:gd name="T18" fmla="*/ 43 w 243"/>
              <a:gd name="T19" fmla="*/ 253 h 354"/>
              <a:gd name="T20" fmla="*/ 39 w 243"/>
              <a:gd name="T21" fmla="*/ 231 h 354"/>
              <a:gd name="T22" fmla="*/ 10 w 243"/>
              <a:gd name="T23" fmla="*/ 163 h 354"/>
              <a:gd name="T24" fmla="*/ 74 w 243"/>
              <a:gd name="T25" fmla="*/ 10 h 354"/>
              <a:gd name="T26" fmla="*/ 114 w 243"/>
              <a:gd name="T27" fmla="*/ 0 h 354"/>
              <a:gd name="T28" fmla="*/ 121 w 243"/>
              <a:gd name="T29" fmla="*/ 245 h 354"/>
              <a:gd name="T30" fmla="*/ 180 w 243"/>
              <a:gd name="T31" fmla="*/ 233 h 354"/>
              <a:gd name="T32" fmla="*/ 205 w 243"/>
              <a:gd name="T33" fmla="*/ 168 h 354"/>
              <a:gd name="T34" fmla="*/ 182 w 243"/>
              <a:gd name="T35" fmla="*/ 44 h 354"/>
              <a:gd name="T36" fmla="*/ 26 w 243"/>
              <a:gd name="T37" fmla="*/ 138 h 354"/>
              <a:gd name="T38" fmla="*/ 62 w 243"/>
              <a:gd name="T39" fmla="*/ 235 h 354"/>
              <a:gd name="T40" fmla="*/ 121 w 243"/>
              <a:gd name="T41" fmla="*/ 245 h 354"/>
              <a:gd name="T42" fmla="*/ 74 w 243"/>
              <a:gd name="T43" fmla="*/ 254 h 354"/>
              <a:gd name="T44" fmla="*/ 74 w 243"/>
              <a:gd name="T45" fmla="*/ 274 h 354"/>
              <a:gd name="T46" fmla="*/ 169 w 243"/>
              <a:gd name="T47" fmla="*/ 274 h 354"/>
              <a:gd name="T48" fmla="*/ 169 w 243"/>
              <a:gd name="T49" fmla="*/ 254 h 354"/>
              <a:gd name="T50" fmla="*/ 121 w 243"/>
              <a:gd name="T51" fmla="*/ 283 h 354"/>
              <a:gd name="T52" fmla="*/ 64 w 243"/>
              <a:gd name="T53" fmla="*/ 289 h 354"/>
              <a:gd name="T54" fmla="*/ 140 w 243"/>
              <a:gd name="T55" fmla="*/ 303 h 354"/>
              <a:gd name="T56" fmla="*/ 178 w 243"/>
              <a:gd name="T57" fmla="*/ 297 h 354"/>
              <a:gd name="T58" fmla="*/ 121 w 243"/>
              <a:gd name="T59" fmla="*/ 283 h 354"/>
              <a:gd name="T60" fmla="*/ 100 w 243"/>
              <a:gd name="T61" fmla="*/ 332 h 354"/>
              <a:gd name="T62" fmla="*/ 159 w 243"/>
              <a:gd name="T63" fmla="*/ 31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3" h="354">
                <a:moveTo>
                  <a:pt x="128" y="0"/>
                </a:moveTo>
                <a:cubicBezTo>
                  <a:pt x="136" y="1"/>
                  <a:pt x="144" y="2"/>
                  <a:pt x="151" y="4"/>
                </a:cubicBezTo>
                <a:cubicBezTo>
                  <a:pt x="172" y="9"/>
                  <a:pt x="190" y="20"/>
                  <a:pt x="205" y="35"/>
                </a:cubicBezTo>
                <a:cubicBezTo>
                  <a:pt x="221" y="51"/>
                  <a:pt x="231" y="69"/>
                  <a:pt x="236" y="91"/>
                </a:cubicBezTo>
                <a:cubicBezTo>
                  <a:pt x="243" y="121"/>
                  <a:pt x="240" y="149"/>
                  <a:pt x="225" y="177"/>
                </a:cubicBezTo>
                <a:cubicBezTo>
                  <a:pt x="221" y="185"/>
                  <a:pt x="216" y="194"/>
                  <a:pt x="212" y="202"/>
                </a:cubicBezTo>
                <a:cubicBezTo>
                  <a:pt x="206" y="214"/>
                  <a:pt x="203" y="226"/>
                  <a:pt x="202" y="238"/>
                </a:cubicBezTo>
                <a:cubicBezTo>
                  <a:pt x="202" y="240"/>
                  <a:pt x="201" y="241"/>
                  <a:pt x="201" y="243"/>
                </a:cubicBezTo>
                <a:cubicBezTo>
                  <a:pt x="200" y="246"/>
                  <a:pt x="200" y="255"/>
                  <a:pt x="200" y="258"/>
                </a:cubicBezTo>
                <a:cubicBezTo>
                  <a:pt x="202" y="264"/>
                  <a:pt x="201" y="270"/>
                  <a:pt x="199" y="276"/>
                </a:cubicBezTo>
                <a:cubicBezTo>
                  <a:pt x="198" y="278"/>
                  <a:pt x="198" y="279"/>
                  <a:pt x="199" y="281"/>
                </a:cubicBezTo>
                <a:cubicBezTo>
                  <a:pt x="205" y="297"/>
                  <a:pt x="198" y="314"/>
                  <a:pt x="183" y="322"/>
                </a:cubicBezTo>
                <a:cubicBezTo>
                  <a:pt x="181" y="322"/>
                  <a:pt x="180" y="324"/>
                  <a:pt x="180" y="325"/>
                </a:cubicBezTo>
                <a:cubicBezTo>
                  <a:pt x="173" y="342"/>
                  <a:pt x="161" y="353"/>
                  <a:pt x="143" y="354"/>
                </a:cubicBezTo>
                <a:cubicBezTo>
                  <a:pt x="127" y="354"/>
                  <a:pt x="111" y="354"/>
                  <a:pt x="96" y="353"/>
                </a:cubicBezTo>
                <a:cubicBezTo>
                  <a:pt x="80" y="352"/>
                  <a:pt x="69" y="342"/>
                  <a:pt x="63" y="328"/>
                </a:cubicBezTo>
                <a:cubicBezTo>
                  <a:pt x="62" y="324"/>
                  <a:pt x="60" y="322"/>
                  <a:pt x="57" y="321"/>
                </a:cubicBezTo>
                <a:cubicBezTo>
                  <a:pt x="43" y="313"/>
                  <a:pt x="37" y="296"/>
                  <a:pt x="43" y="281"/>
                </a:cubicBezTo>
                <a:cubicBezTo>
                  <a:pt x="44" y="279"/>
                  <a:pt x="44" y="278"/>
                  <a:pt x="43" y="276"/>
                </a:cubicBezTo>
                <a:cubicBezTo>
                  <a:pt x="40" y="268"/>
                  <a:pt x="40" y="261"/>
                  <a:pt x="43" y="253"/>
                </a:cubicBezTo>
                <a:cubicBezTo>
                  <a:pt x="43" y="252"/>
                  <a:pt x="43" y="250"/>
                  <a:pt x="43" y="248"/>
                </a:cubicBezTo>
                <a:cubicBezTo>
                  <a:pt x="41" y="242"/>
                  <a:pt x="40" y="237"/>
                  <a:pt x="39" y="231"/>
                </a:cubicBezTo>
                <a:cubicBezTo>
                  <a:pt x="37" y="218"/>
                  <a:pt x="32" y="206"/>
                  <a:pt x="26" y="195"/>
                </a:cubicBezTo>
                <a:cubicBezTo>
                  <a:pt x="21" y="184"/>
                  <a:pt x="15" y="174"/>
                  <a:pt x="10" y="163"/>
                </a:cubicBezTo>
                <a:cubicBezTo>
                  <a:pt x="2" y="143"/>
                  <a:pt x="0" y="121"/>
                  <a:pt x="4" y="100"/>
                </a:cubicBezTo>
                <a:cubicBezTo>
                  <a:pt x="11" y="57"/>
                  <a:pt x="35" y="27"/>
                  <a:pt x="74" y="10"/>
                </a:cubicBezTo>
                <a:cubicBezTo>
                  <a:pt x="86" y="4"/>
                  <a:pt x="98" y="1"/>
                  <a:pt x="111" y="1"/>
                </a:cubicBezTo>
                <a:cubicBezTo>
                  <a:pt x="112" y="0"/>
                  <a:pt x="113" y="0"/>
                  <a:pt x="114" y="0"/>
                </a:cubicBezTo>
                <a:lnTo>
                  <a:pt x="128" y="0"/>
                </a:lnTo>
                <a:close/>
                <a:moveTo>
                  <a:pt x="121" y="245"/>
                </a:moveTo>
                <a:cubicBezTo>
                  <a:pt x="136" y="245"/>
                  <a:pt x="151" y="245"/>
                  <a:pt x="167" y="245"/>
                </a:cubicBezTo>
                <a:cubicBezTo>
                  <a:pt x="176" y="245"/>
                  <a:pt x="179" y="242"/>
                  <a:pt x="180" y="233"/>
                </a:cubicBezTo>
                <a:cubicBezTo>
                  <a:pt x="182" y="223"/>
                  <a:pt x="184" y="213"/>
                  <a:pt x="187" y="203"/>
                </a:cubicBezTo>
                <a:cubicBezTo>
                  <a:pt x="192" y="191"/>
                  <a:pt x="199" y="180"/>
                  <a:pt x="205" y="168"/>
                </a:cubicBezTo>
                <a:cubicBezTo>
                  <a:pt x="212" y="156"/>
                  <a:pt x="216" y="143"/>
                  <a:pt x="217" y="128"/>
                </a:cubicBezTo>
                <a:cubicBezTo>
                  <a:pt x="220" y="94"/>
                  <a:pt x="208" y="66"/>
                  <a:pt x="182" y="44"/>
                </a:cubicBezTo>
                <a:cubicBezTo>
                  <a:pt x="149" y="17"/>
                  <a:pt x="106" y="15"/>
                  <a:pt x="70" y="37"/>
                </a:cubicBezTo>
                <a:cubicBezTo>
                  <a:pt x="35" y="58"/>
                  <a:pt x="19" y="98"/>
                  <a:pt x="26" y="138"/>
                </a:cubicBezTo>
                <a:cubicBezTo>
                  <a:pt x="28" y="152"/>
                  <a:pt x="35" y="165"/>
                  <a:pt x="42" y="177"/>
                </a:cubicBezTo>
                <a:cubicBezTo>
                  <a:pt x="52" y="195"/>
                  <a:pt x="60" y="214"/>
                  <a:pt x="62" y="235"/>
                </a:cubicBezTo>
                <a:cubicBezTo>
                  <a:pt x="62" y="242"/>
                  <a:pt x="66" y="245"/>
                  <a:pt x="73" y="245"/>
                </a:cubicBezTo>
                <a:cubicBezTo>
                  <a:pt x="89" y="245"/>
                  <a:pt x="105" y="245"/>
                  <a:pt x="121" y="245"/>
                </a:cubicBezTo>
                <a:moveTo>
                  <a:pt x="121" y="254"/>
                </a:moveTo>
                <a:cubicBezTo>
                  <a:pt x="105" y="254"/>
                  <a:pt x="89" y="254"/>
                  <a:pt x="74" y="254"/>
                </a:cubicBezTo>
                <a:cubicBezTo>
                  <a:pt x="69" y="254"/>
                  <a:pt x="65" y="256"/>
                  <a:pt x="64" y="260"/>
                </a:cubicBezTo>
                <a:cubicBezTo>
                  <a:pt x="61" y="267"/>
                  <a:pt x="66" y="274"/>
                  <a:pt x="74" y="274"/>
                </a:cubicBezTo>
                <a:cubicBezTo>
                  <a:pt x="96" y="274"/>
                  <a:pt x="118" y="274"/>
                  <a:pt x="140" y="274"/>
                </a:cubicBezTo>
                <a:cubicBezTo>
                  <a:pt x="149" y="274"/>
                  <a:pt x="159" y="274"/>
                  <a:pt x="169" y="274"/>
                </a:cubicBezTo>
                <a:cubicBezTo>
                  <a:pt x="173" y="274"/>
                  <a:pt x="176" y="272"/>
                  <a:pt x="178" y="268"/>
                </a:cubicBezTo>
                <a:cubicBezTo>
                  <a:pt x="181" y="261"/>
                  <a:pt x="176" y="254"/>
                  <a:pt x="169" y="254"/>
                </a:cubicBezTo>
                <a:cubicBezTo>
                  <a:pt x="153" y="254"/>
                  <a:pt x="137" y="254"/>
                  <a:pt x="121" y="254"/>
                </a:cubicBezTo>
                <a:moveTo>
                  <a:pt x="121" y="283"/>
                </a:moveTo>
                <a:cubicBezTo>
                  <a:pt x="105" y="283"/>
                  <a:pt x="89" y="283"/>
                  <a:pt x="74" y="283"/>
                </a:cubicBezTo>
                <a:cubicBezTo>
                  <a:pt x="69" y="283"/>
                  <a:pt x="65" y="285"/>
                  <a:pt x="64" y="289"/>
                </a:cubicBezTo>
                <a:cubicBezTo>
                  <a:pt x="61" y="296"/>
                  <a:pt x="66" y="303"/>
                  <a:pt x="74" y="303"/>
                </a:cubicBezTo>
                <a:cubicBezTo>
                  <a:pt x="96" y="303"/>
                  <a:pt x="118" y="303"/>
                  <a:pt x="140" y="303"/>
                </a:cubicBezTo>
                <a:cubicBezTo>
                  <a:pt x="149" y="303"/>
                  <a:pt x="159" y="303"/>
                  <a:pt x="169" y="303"/>
                </a:cubicBezTo>
                <a:cubicBezTo>
                  <a:pt x="173" y="303"/>
                  <a:pt x="176" y="301"/>
                  <a:pt x="178" y="297"/>
                </a:cubicBezTo>
                <a:cubicBezTo>
                  <a:pt x="181" y="290"/>
                  <a:pt x="176" y="283"/>
                  <a:pt x="169" y="283"/>
                </a:cubicBezTo>
                <a:cubicBezTo>
                  <a:pt x="153" y="283"/>
                  <a:pt x="137" y="283"/>
                  <a:pt x="121" y="283"/>
                </a:cubicBezTo>
                <a:moveTo>
                  <a:pt x="82" y="313"/>
                </a:moveTo>
                <a:cubicBezTo>
                  <a:pt x="82" y="323"/>
                  <a:pt x="90" y="331"/>
                  <a:pt x="100" y="332"/>
                </a:cubicBezTo>
                <a:cubicBezTo>
                  <a:pt x="114" y="332"/>
                  <a:pt x="128" y="332"/>
                  <a:pt x="142" y="332"/>
                </a:cubicBezTo>
                <a:cubicBezTo>
                  <a:pt x="152" y="331"/>
                  <a:pt x="159" y="323"/>
                  <a:pt x="159" y="313"/>
                </a:cubicBezTo>
                <a:lnTo>
                  <a:pt x="82" y="313"/>
                </a:lnTo>
                <a:close/>
              </a:path>
            </a:pathLst>
          </a:custGeom>
          <a:solidFill>
            <a:srgbClr val="8F7EB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63" name="组合 62"/>
          <p:cNvGrpSpPr>
            <a:grpSpLocks noChangeAspect="1"/>
          </p:cNvGrpSpPr>
          <p:nvPr/>
        </p:nvGrpSpPr>
        <p:grpSpPr>
          <a:xfrm>
            <a:off x="10642009" y="1695911"/>
            <a:ext cx="396000" cy="577624"/>
            <a:chOff x="1797050" y="5657850"/>
            <a:chExt cx="422275" cy="615950"/>
          </a:xfrm>
          <a:solidFill>
            <a:srgbClr val="20A0D5"/>
          </a:solidFill>
        </p:grpSpPr>
        <p:sp>
          <p:nvSpPr>
            <p:cNvPr id="64" name="Oval 114"/>
            <p:cNvSpPr>
              <a:spLocks noChangeArrowheads="1"/>
            </p:cNvSpPr>
            <p:nvPr/>
          </p:nvSpPr>
          <p:spPr bwMode="auto">
            <a:xfrm>
              <a:off x="1970088" y="5832475"/>
              <a:ext cx="38100" cy="38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 name="Oval 115"/>
            <p:cNvSpPr>
              <a:spLocks noChangeArrowheads="1"/>
            </p:cNvSpPr>
            <p:nvPr/>
          </p:nvSpPr>
          <p:spPr bwMode="auto">
            <a:xfrm>
              <a:off x="1970088" y="6062663"/>
              <a:ext cx="38100" cy="38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 name="Oval 116"/>
            <p:cNvSpPr>
              <a:spLocks noChangeArrowheads="1"/>
            </p:cNvSpPr>
            <p:nvPr/>
          </p:nvSpPr>
          <p:spPr bwMode="auto">
            <a:xfrm>
              <a:off x="1854200" y="5946775"/>
              <a:ext cx="38100" cy="38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 name="Oval 117"/>
            <p:cNvSpPr>
              <a:spLocks noChangeArrowheads="1"/>
            </p:cNvSpPr>
            <p:nvPr/>
          </p:nvSpPr>
          <p:spPr bwMode="auto">
            <a:xfrm>
              <a:off x="2084388" y="5946775"/>
              <a:ext cx="38100" cy="38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 name="Freeform 118"/>
            <p:cNvSpPr>
              <a:spLocks/>
            </p:cNvSpPr>
            <p:nvPr/>
          </p:nvSpPr>
          <p:spPr bwMode="auto">
            <a:xfrm>
              <a:off x="1887538" y="6024563"/>
              <a:ext cx="38100" cy="42862"/>
            </a:xfrm>
            <a:custGeom>
              <a:avLst/>
              <a:gdLst>
                <a:gd name="T0" fmla="*/ 1 w 8"/>
                <a:gd name="T1" fmla="*/ 2 h 9"/>
                <a:gd name="T2" fmla="*/ 1 w 8"/>
                <a:gd name="T3" fmla="*/ 7 h 9"/>
                <a:gd name="T4" fmla="*/ 7 w 8"/>
                <a:gd name="T5" fmla="*/ 7 h 9"/>
                <a:gd name="T6" fmla="*/ 7 w 8"/>
                <a:gd name="T7" fmla="*/ 2 h 9"/>
                <a:gd name="T8" fmla="*/ 1 w 8"/>
                <a:gd name="T9" fmla="*/ 2 h 9"/>
              </a:gdLst>
              <a:ahLst/>
              <a:cxnLst>
                <a:cxn ang="0">
                  <a:pos x="T0" y="T1"/>
                </a:cxn>
                <a:cxn ang="0">
                  <a:pos x="T2" y="T3"/>
                </a:cxn>
                <a:cxn ang="0">
                  <a:pos x="T4" y="T5"/>
                </a:cxn>
                <a:cxn ang="0">
                  <a:pos x="T6" y="T7"/>
                </a:cxn>
                <a:cxn ang="0">
                  <a:pos x="T8" y="T9"/>
                </a:cxn>
              </a:cxnLst>
              <a:rect l="0" t="0" r="r" b="b"/>
              <a:pathLst>
                <a:path w="8" h="9">
                  <a:moveTo>
                    <a:pt x="1" y="2"/>
                  </a:moveTo>
                  <a:cubicBezTo>
                    <a:pt x="0" y="3"/>
                    <a:pt x="0" y="6"/>
                    <a:pt x="1" y="7"/>
                  </a:cubicBezTo>
                  <a:cubicBezTo>
                    <a:pt x="3" y="9"/>
                    <a:pt x="5" y="9"/>
                    <a:pt x="7" y="7"/>
                  </a:cubicBezTo>
                  <a:cubicBezTo>
                    <a:pt x="8" y="6"/>
                    <a:pt x="8" y="3"/>
                    <a:pt x="7" y="2"/>
                  </a:cubicBezTo>
                  <a:cubicBezTo>
                    <a:pt x="5" y="0"/>
                    <a:pt x="3" y="0"/>
                    <a:pt x="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 name="Freeform 119"/>
            <p:cNvSpPr>
              <a:spLocks/>
            </p:cNvSpPr>
            <p:nvPr/>
          </p:nvSpPr>
          <p:spPr bwMode="auto">
            <a:xfrm>
              <a:off x="1887538" y="5861050"/>
              <a:ext cx="38100" cy="42862"/>
            </a:xfrm>
            <a:custGeom>
              <a:avLst/>
              <a:gdLst>
                <a:gd name="T0" fmla="*/ 1 w 8"/>
                <a:gd name="T1" fmla="*/ 2 h 9"/>
                <a:gd name="T2" fmla="*/ 1 w 8"/>
                <a:gd name="T3" fmla="*/ 7 h 9"/>
                <a:gd name="T4" fmla="*/ 7 w 8"/>
                <a:gd name="T5" fmla="*/ 7 h 9"/>
                <a:gd name="T6" fmla="*/ 7 w 8"/>
                <a:gd name="T7" fmla="*/ 2 h 9"/>
                <a:gd name="T8" fmla="*/ 1 w 8"/>
                <a:gd name="T9" fmla="*/ 2 h 9"/>
              </a:gdLst>
              <a:ahLst/>
              <a:cxnLst>
                <a:cxn ang="0">
                  <a:pos x="T0" y="T1"/>
                </a:cxn>
                <a:cxn ang="0">
                  <a:pos x="T2" y="T3"/>
                </a:cxn>
                <a:cxn ang="0">
                  <a:pos x="T4" y="T5"/>
                </a:cxn>
                <a:cxn ang="0">
                  <a:pos x="T6" y="T7"/>
                </a:cxn>
                <a:cxn ang="0">
                  <a:pos x="T8" y="T9"/>
                </a:cxn>
              </a:cxnLst>
              <a:rect l="0" t="0" r="r" b="b"/>
              <a:pathLst>
                <a:path w="8" h="9">
                  <a:moveTo>
                    <a:pt x="1" y="2"/>
                  </a:moveTo>
                  <a:cubicBezTo>
                    <a:pt x="0" y="3"/>
                    <a:pt x="0" y="6"/>
                    <a:pt x="1" y="7"/>
                  </a:cubicBezTo>
                  <a:cubicBezTo>
                    <a:pt x="3" y="9"/>
                    <a:pt x="5" y="9"/>
                    <a:pt x="7" y="7"/>
                  </a:cubicBezTo>
                  <a:cubicBezTo>
                    <a:pt x="8" y="6"/>
                    <a:pt x="8" y="3"/>
                    <a:pt x="7" y="2"/>
                  </a:cubicBezTo>
                  <a:cubicBezTo>
                    <a:pt x="5" y="0"/>
                    <a:pt x="3" y="0"/>
                    <a:pt x="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 name="Freeform 120"/>
            <p:cNvSpPr>
              <a:spLocks/>
            </p:cNvSpPr>
            <p:nvPr/>
          </p:nvSpPr>
          <p:spPr bwMode="auto">
            <a:xfrm>
              <a:off x="2051050" y="6024563"/>
              <a:ext cx="38100" cy="42862"/>
            </a:xfrm>
            <a:custGeom>
              <a:avLst/>
              <a:gdLst>
                <a:gd name="T0" fmla="*/ 1 w 8"/>
                <a:gd name="T1" fmla="*/ 2 h 9"/>
                <a:gd name="T2" fmla="*/ 1 w 8"/>
                <a:gd name="T3" fmla="*/ 7 h 9"/>
                <a:gd name="T4" fmla="*/ 7 w 8"/>
                <a:gd name="T5" fmla="*/ 7 h 9"/>
                <a:gd name="T6" fmla="*/ 7 w 8"/>
                <a:gd name="T7" fmla="*/ 2 h 9"/>
                <a:gd name="T8" fmla="*/ 1 w 8"/>
                <a:gd name="T9" fmla="*/ 2 h 9"/>
              </a:gdLst>
              <a:ahLst/>
              <a:cxnLst>
                <a:cxn ang="0">
                  <a:pos x="T0" y="T1"/>
                </a:cxn>
                <a:cxn ang="0">
                  <a:pos x="T2" y="T3"/>
                </a:cxn>
                <a:cxn ang="0">
                  <a:pos x="T4" y="T5"/>
                </a:cxn>
                <a:cxn ang="0">
                  <a:pos x="T6" y="T7"/>
                </a:cxn>
                <a:cxn ang="0">
                  <a:pos x="T8" y="T9"/>
                </a:cxn>
              </a:cxnLst>
              <a:rect l="0" t="0" r="r" b="b"/>
              <a:pathLst>
                <a:path w="8" h="9">
                  <a:moveTo>
                    <a:pt x="1" y="2"/>
                  </a:moveTo>
                  <a:cubicBezTo>
                    <a:pt x="0" y="3"/>
                    <a:pt x="0" y="6"/>
                    <a:pt x="1" y="7"/>
                  </a:cubicBezTo>
                  <a:cubicBezTo>
                    <a:pt x="3" y="9"/>
                    <a:pt x="5" y="9"/>
                    <a:pt x="7" y="7"/>
                  </a:cubicBezTo>
                  <a:cubicBezTo>
                    <a:pt x="8" y="6"/>
                    <a:pt x="8" y="3"/>
                    <a:pt x="7" y="2"/>
                  </a:cubicBezTo>
                  <a:cubicBezTo>
                    <a:pt x="5" y="0"/>
                    <a:pt x="3" y="0"/>
                    <a:pt x="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 name="Freeform 121"/>
            <p:cNvSpPr>
              <a:spLocks noEditPoints="1"/>
            </p:cNvSpPr>
            <p:nvPr/>
          </p:nvSpPr>
          <p:spPr bwMode="auto">
            <a:xfrm>
              <a:off x="1797050" y="5657850"/>
              <a:ext cx="422275" cy="615950"/>
            </a:xfrm>
            <a:custGeom>
              <a:avLst/>
              <a:gdLst>
                <a:gd name="T0" fmla="*/ 80 w 88"/>
                <a:gd name="T1" fmla="*/ 56 h 128"/>
                <a:gd name="T2" fmla="*/ 79 w 88"/>
                <a:gd name="T3" fmla="*/ 56 h 128"/>
                <a:gd name="T4" fmla="*/ 70 w 88"/>
                <a:gd name="T5" fmla="*/ 37 h 128"/>
                <a:gd name="T6" fmla="*/ 64 w 88"/>
                <a:gd name="T7" fmla="*/ 6 h 128"/>
                <a:gd name="T8" fmla="*/ 56 w 88"/>
                <a:gd name="T9" fmla="*/ 0 h 128"/>
                <a:gd name="T10" fmla="*/ 24 w 88"/>
                <a:gd name="T11" fmla="*/ 0 h 128"/>
                <a:gd name="T12" fmla="*/ 17 w 88"/>
                <a:gd name="T13" fmla="*/ 6 h 128"/>
                <a:gd name="T14" fmla="*/ 11 w 88"/>
                <a:gd name="T15" fmla="*/ 36 h 128"/>
                <a:gd name="T16" fmla="*/ 0 w 88"/>
                <a:gd name="T17" fmla="*/ 64 h 128"/>
                <a:gd name="T18" fmla="*/ 10 w 88"/>
                <a:gd name="T19" fmla="*/ 90 h 128"/>
                <a:gd name="T20" fmla="*/ 16 w 88"/>
                <a:gd name="T21" fmla="*/ 121 h 128"/>
                <a:gd name="T22" fmla="*/ 24 w 88"/>
                <a:gd name="T23" fmla="*/ 128 h 128"/>
                <a:gd name="T24" fmla="*/ 56 w 88"/>
                <a:gd name="T25" fmla="*/ 128 h 128"/>
                <a:gd name="T26" fmla="*/ 64 w 88"/>
                <a:gd name="T27" fmla="*/ 121 h 128"/>
                <a:gd name="T28" fmla="*/ 70 w 88"/>
                <a:gd name="T29" fmla="*/ 90 h 128"/>
                <a:gd name="T30" fmla="*/ 79 w 88"/>
                <a:gd name="T31" fmla="*/ 71 h 128"/>
                <a:gd name="T32" fmla="*/ 80 w 88"/>
                <a:gd name="T33" fmla="*/ 72 h 128"/>
                <a:gd name="T34" fmla="*/ 88 w 88"/>
                <a:gd name="T35" fmla="*/ 64 h 128"/>
                <a:gd name="T36" fmla="*/ 80 w 88"/>
                <a:gd name="T37" fmla="*/ 56 h 128"/>
                <a:gd name="T38" fmla="*/ 24 w 88"/>
                <a:gd name="T39" fmla="*/ 8 h 128"/>
                <a:gd name="T40" fmla="*/ 56 w 88"/>
                <a:gd name="T41" fmla="*/ 8 h 128"/>
                <a:gd name="T42" fmla="*/ 60 w 88"/>
                <a:gd name="T43" fmla="*/ 29 h 128"/>
                <a:gd name="T44" fmla="*/ 40 w 88"/>
                <a:gd name="T45" fmla="*/ 24 h 128"/>
                <a:gd name="T46" fmla="*/ 20 w 88"/>
                <a:gd name="T47" fmla="*/ 29 h 128"/>
                <a:gd name="T48" fmla="*/ 24 w 88"/>
                <a:gd name="T49" fmla="*/ 8 h 128"/>
                <a:gd name="T50" fmla="*/ 56 w 88"/>
                <a:gd name="T51" fmla="*/ 120 h 128"/>
                <a:gd name="T52" fmla="*/ 24 w 88"/>
                <a:gd name="T53" fmla="*/ 120 h 128"/>
                <a:gd name="T54" fmla="*/ 20 w 88"/>
                <a:gd name="T55" fmla="*/ 98 h 128"/>
                <a:gd name="T56" fmla="*/ 40 w 88"/>
                <a:gd name="T57" fmla="*/ 104 h 128"/>
                <a:gd name="T58" fmla="*/ 60 w 88"/>
                <a:gd name="T59" fmla="*/ 98 h 128"/>
                <a:gd name="T60" fmla="*/ 56 w 88"/>
                <a:gd name="T61" fmla="*/ 120 h 128"/>
                <a:gd name="T62" fmla="*/ 40 w 88"/>
                <a:gd name="T63" fmla="*/ 96 h 128"/>
                <a:gd name="T64" fmla="*/ 8 w 88"/>
                <a:gd name="T65" fmla="*/ 64 h 128"/>
                <a:gd name="T66" fmla="*/ 40 w 88"/>
                <a:gd name="T67" fmla="*/ 32 h 128"/>
                <a:gd name="T68" fmla="*/ 72 w 88"/>
                <a:gd name="T69" fmla="*/ 64 h 128"/>
                <a:gd name="T70" fmla="*/ 40 w 88"/>
                <a:gd name="T71" fmla="*/ 9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8" h="128">
                  <a:moveTo>
                    <a:pt x="80" y="56"/>
                  </a:moveTo>
                  <a:cubicBezTo>
                    <a:pt x="80" y="56"/>
                    <a:pt x="79" y="56"/>
                    <a:pt x="79" y="56"/>
                  </a:cubicBezTo>
                  <a:cubicBezTo>
                    <a:pt x="78" y="49"/>
                    <a:pt x="75" y="43"/>
                    <a:pt x="70" y="37"/>
                  </a:cubicBezTo>
                  <a:cubicBezTo>
                    <a:pt x="64" y="6"/>
                    <a:pt x="64" y="6"/>
                    <a:pt x="64" y="6"/>
                  </a:cubicBezTo>
                  <a:cubicBezTo>
                    <a:pt x="64" y="2"/>
                    <a:pt x="60" y="0"/>
                    <a:pt x="56" y="0"/>
                  </a:cubicBezTo>
                  <a:cubicBezTo>
                    <a:pt x="24" y="0"/>
                    <a:pt x="24" y="0"/>
                    <a:pt x="24" y="0"/>
                  </a:cubicBezTo>
                  <a:cubicBezTo>
                    <a:pt x="21" y="0"/>
                    <a:pt x="17" y="2"/>
                    <a:pt x="17" y="6"/>
                  </a:cubicBezTo>
                  <a:cubicBezTo>
                    <a:pt x="11" y="36"/>
                    <a:pt x="11" y="36"/>
                    <a:pt x="11" y="36"/>
                  </a:cubicBezTo>
                  <a:cubicBezTo>
                    <a:pt x="4" y="43"/>
                    <a:pt x="0" y="53"/>
                    <a:pt x="0" y="64"/>
                  </a:cubicBezTo>
                  <a:cubicBezTo>
                    <a:pt x="0" y="74"/>
                    <a:pt x="4" y="83"/>
                    <a:pt x="10" y="90"/>
                  </a:cubicBezTo>
                  <a:cubicBezTo>
                    <a:pt x="16" y="121"/>
                    <a:pt x="16" y="121"/>
                    <a:pt x="16" y="121"/>
                  </a:cubicBezTo>
                  <a:cubicBezTo>
                    <a:pt x="17" y="125"/>
                    <a:pt x="20" y="128"/>
                    <a:pt x="24" y="128"/>
                  </a:cubicBezTo>
                  <a:cubicBezTo>
                    <a:pt x="56" y="128"/>
                    <a:pt x="56" y="128"/>
                    <a:pt x="56" y="128"/>
                  </a:cubicBezTo>
                  <a:cubicBezTo>
                    <a:pt x="60" y="128"/>
                    <a:pt x="63" y="125"/>
                    <a:pt x="64" y="121"/>
                  </a:cubicBezTo>
                  <a:cubicBezTo>
                    <a:pt x="70" y="90"/>
                    <a:pt x="70" y="90"/>
                    <a:pt x="70" y="90"/>
                  </a:cubicBezTo>
                  <a:cubicBezTo>
                    <a:pt x="74" y="85"/>
                    <a:pt x="78" y="79"/>
                    <a:pt x="79" y="71"/>
                  </a:cubicBezTo>
                  <a:cubicBezTo>
                    <a:pt x="79" y="71"/>
                    <a:pt x="80" y="72"/>
                    <a:pt x="80" y="72"/>
                  </a:cubicBezTo>
                  <a:cubicBezTo>
                    <a:pt x="84" y="72"/>
                    <a:pt x="88" y="68"/>
                    <a:pt x="88" y="64"/>
                  </a:cubicBezTo>
                  <a:cubicBezTo>
                    <a:pt x="88" y="59"/>
                    <a:pt x="84" y="56"/>
                    <a:pt x="80" y="56"/>
                  </a:cubicBezTo>
                  <a:moveTo>
                    <a:pt x="24" y="8"/>
                  </a:moveTo>
                  <a:cubicBezTo>
                    <a:pt x="56" y="8"/>
                    <a:pt x="56" y="8"/>
                    <a:pt x="56" y="8"/>
                  </a:cubicBezTo>
                  <a:cubicBezTo>
                    <a:pt x="60" y="29"/>
                    <a:pt x="60" y="29"/>
                    <a:pt x="60" y="29"/>
                  </a:cubicBezTo>
                  <a:cubicBezTo>
                    <a:pt x="55" y="26"/>
                    <a:pt x="48" y="24"/>
                    <a:pt x="40" y="24"/>
                  </a:cubicBezTo>
                  <a:cubicBezTo>
                    <a:pt x="33" y="24"/>
                    <a:pt x="26" y="26"/>
                    <a:pt x="20" y="29"/>
                  </a:cubicBezTo>
                  <a:lnTo>
                    <a:pt x="24" y="8"/>
                  </a:lnTo>
                  <a:close/>
                  <a:moveTo>
                    <a:pt x="56" y="120"/>
                  </a:moveTo>
                  <a:cubicBezTo>
                    <a:pt x="24" y="120"/>
                    <a:pt x="24" y="120"/>
                    <a:pt x="24" y="120"/>
                  </a:cubicBezTo>
                  <a:cubicBezTo>
                    <a:pt x="20" y="98"/>
                    <a:pt x="20" y="98"/>
                    <a:pt x="20" y="98"/>
                  </a:cubicBezTo>
                  <a:cubicBezTo>
                    <a:pt x="26" y="101"/>
                    <a:pt x="33" y="104"/>
                    <a:pt x="40" y="104"/>
                  </a:cubicBezTo>
                  <a:cubicBezTo>
                    <a:pt x="47" y="104"/>
                    <a:pt x="54" y="101"/>
                    <a:pt x="60" y="98"/>
                  </a:cubicBezTo>
                  <a:lnTo>
                    <a:pt x="56" y="120"/>
                  </a:lnTo>
                  <a:close/>
                  <a:moveTo>
                    <a:pt x="40" y="96"/>
                  </a:moveTo>
                  <a:cubicBezTo>
                    <a:pt x="22" y="96"/>
                    <a:pt x="8" y="81"/>
                    <a:pt x="8" y="64"/>
                  </a:cubicBezTo>
                  <a:cubicBezTo>
                    <a:pt x="8" y="46"/>
                    <a:pt x="22" y="32"/>
                    <a:pt x="40" y="32"/>
                  </a:cubicBezTo>
                  <a:cubicBezTo>
                    <a:pt x="58" y="32"/>
                    <a:pt x="72" y="46"/>
                    <a:pt x="72" y="64"/>
                  </a:cubicBezTo>
                  <a:cubicBezTo>
                    <a:pt x="72" y="81"/>
                    <a:pt x="58" y="96"/>
                    <a:pt x="40" y="9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 name="Freeform 122"/>
            <p:cNvSpPr>
              <a:spLocks/>
            </p:cNvSpPr>
            <p:nvPr/>
          </p:nvSpPr>
          <p:spPr bwMode="auto">
            <a:xfrm>
              <a:off x="1970088" y="5865813"/>
              <a:ext cx="114300" cy="119062"/>
            </a:xfrm>
            <a:custGeom>
              <a:avLst/>
              <a:gdLst>
                <a:gd name="T0" fmla="*/ 24 w 24"/>
                <a:gd name="T1" fmla="*/ 1 h 25"/>
                <a:gd name="T2" fmla="*/ 22 w 24"/>
                <a:gd name="T3" fmla="*/ 1 h 25"/>
                <a:gd name="T4" fmla="*/ 1 w 24"/>
                <a:gd name="T5" fmla="*/ 18 h 25"/>
                <a:gd name="T6" fmla="*/ 0 w 24"/>
                <a:gd name="T7" fmla="*/ 21 h 25"/>
                <a:gd name="T8" fmla="*/ 1 w 24"/>
                <a:gd name="T9" fmla="*/ 23 h 25"/>
                <a:gd name="T10" fmla="*/ 4 w 24"/>
                <a:gd name="T11" fmla="*/ 25 h 25"/>
                <a:gd name="T12" fmla="*/ 7 w 24"/>
                <a:gd name="T13" fmla="*/ 23 h 25"/>
                <a:gd name="T14" fmla="*/ 14 w 24"/>
                <a:gd name="T15" fmla="*/ 15 h 25"/>
                <a:gd name="T16" fmla="*/ 24 w 24"/>
                <a:gd name="T17" fmla="*/ 3 h 25"/>
                <a:gd name="T18" fmla="*/ 24 w 24"/>
                <a:gd name="T19" fmla="*/ 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25">
                  <a:moveTo>
                    <a:pt x="24" y="1"/>
                  </a:moveTo>
                  <a:cubicBezTo>
                    <a:pt x="23" y="0"/>
                    <a:pt x="23" y="0"/>
                    <a:pt x="22" y="1"/>
                  </a:cubicBezTo>
                  <a:cubicBezTo>
                    <a:pt x="1" y="18"/>
                    <a:pt x="1" y="18"/>
                    <a:pt x="1" y="18"/>
                  </a:cubicBezTo>
                  <a:cubicBezTo>
                    <a:pt x="0" y="19"/>
                    <a:pt x="0" y="20"/>
                    <a:pt x="0" y="21"/>
                  </a:cubicBezTo>
                  <a:cubicBezTo>
                    <a:pt x="0" y="22"/>
                    <a:pt x="0" y="23"/>
                    <a:pt x="1" y="23"/>
                  </a:cubicBezTo>
                  <a:cubicBezTo>
                    <a:pt x="2" y="24"/>
                    <a:pt x="3" y="25"/>
                    <a:pt x="4" y="25"/>
                  </a:cubicBezTo>
                  <a:cubicBezTo>
                    <a:pt x="5" y="25"/>
                    <a:pt x="6" y="24"/>
                    <a:pt x="7" y="23"/>
                  </a:cubicBezTo>
                  <a:cubicBezTo>
                    <a:pt x="14" y="15"/>
                    <a:pt x="14" y="15"/>
                    <a:pt x="14" y="15"/>
                  </a:cubicBezTo>
                  <a:cubicBezTo>
                    <a:pt x="24" y="3"/>
                    <a:pt x="24" y="3"/>
                    <a:pt x="24" y="3"/>
                  </a:cubicBezTo>
                  <a:cubicBezTo>
                    <a:pt x="24" y="2"/>
                    <a:pt x="24" y="1"/>
                    <a:pt x="24"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76" name="组合 75"/>
          <p:cNvGrpSpPr>
            <a:grpSpLocks noChangeAspect="1"/>
          </p:cNvGrpSpPr>
          <p:nvPr/>
        </p:nvGrpSpPr>
        <p:grpSpPr>
          <a:xfrm>
            <a:off x="8181204" y="4175359"/>
            <a:ext cx="504000" cy="365621"/>
            <a:chOff x="4640263" y="2546350"/>
            <a:chExt cx="630238" cy="457200"/>
          </a:xfrm>
          <a:solidFill>
            <a:srgbClr val="76A42D"/>
          </a:solidFill>
        </p:grpSpPr>
        <p:sp>
          <p:nvSpPr>
            <p:cNvPr id="77" name="Oval 8"/>
            <p:cNvSpPr>
              <a:spLocks noChangeArrowheads="1"/>
            </p:cNvSpPr>
            <p:nvPr/>
          </p:nvSpPr>
          <p:spPr bwMode="auto">
            <a:xfrm>
              <a:off x="4940300" y="2706688"/>
              <a:ext cx="187325" cy="1841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 name="Freeform 9"/>
            <p:cNvSpPr>
              <a:spLocks noEditPoints="1"/>
            </p:cNvSpPr>
            <p:nvPr/>
          </p:nvSpPr>
          <p:spPr bwMode="auto">
            <a:xfrm>
              <a:off x="4640263" y="2546350"/>
              <a:ext cx="630238" cy="457200"/>
            </a:xfrm>
            <a:custGeom>
              <a:avLst/>
              <a:gdLst>
                <a:gd name="T0" fmla="*/ 146 w 168"/>
                <a:gd name="T1" fmla="*/ 12 h 122"/>
                <a:gd name="T2" fmla="*/ 135 w 168"/>
                <a:gd name="T3" fmla="*/ 12 h 122"/>
                <a:gd name="T4" fmla="*/ 121 w 168"/>
                <a:gd name="T5" fmla="*/ 0 h 122"/>
                <a:gd name="T6" fmla="*/ 84 w 168"/>
                <a:gd name="T7" fmla="*/ 0 h 122"/>
                <a:gd name="T8" fmla="*/ 73 w 168"/>
                <a:gd name="T9" fmla="*/ 12 h 122"/>
                <a:gd name="T10" fmla="*/ 50 w 168"/>
                <a:gd name="T11" fmla="*/ 12 h 122"/>
                <a:gd name="T12" fmla="*/ 43 w 168"/>
                <a:gd name="T13" fmla="*/ 5 h 122"/>
                <a:gd name="T14" fmla="*/ 27 w 168"/>
                <a:gd name="T15" fmla="*/ 5 h 122"/>
                <a:gd name="T16" fmla="*/ 20 w 168"/>
                <a:gd name="T17" fmla="*/ 12 h 122"/>
                <a:gd name="T18" fmla="*/ 0 w 168"/>
                <a:gd name="T19" fmla="*/ 34 h 122"/>
                <a:gd name="T20" fmla="*/ 0 w 168"/>
                <a:gd name="T21" fmla="*/ 99 h 122"/>
                <a:gd name="T22" fmla="*/ 22 w 168"/>
                <a:gd name="T23" fmla="*/ 122 h 122"/>
                <a:gd name="T24" fmla="*/ 146 w 168"/>
                <a:gd name="T25" fmla="*/ 122 h 122"/>
                <a:gd name="T26" fmla="*/ 168 w 168"/>
                <a:gd name="T27" fmla="*/ 99 h 122"/>
                <a:gd name="T28" fmla="*/ 168 w 168"/>
                <a:gd name="T29" fmla="*/ 34 h 122"/>
                <a:gd name="T30" fmla="*/ 146 w 168"/>
                <a:gd name="T31" fmla="*/ 12 h 122"/>
                <a:gd name="T32" fmla="*/ 20 w 168"/>
                <a:gd name="T33" fmla="*/ 94 h 122"/>
                <a:gd name="T34" fmla="*/ 16 w 168"/>
                <a:gd name="T35" fmla="*/ 98 h 122"/>
                <a:gd name="T36" fmla="*/ 12 w 168"/>
                <a:gd name="T37" fmla="*/ 94 h 122"/>
                <a:gd name="T38" fmla="*/ 12 w 168"/>
                <a:gd name="T39" fmla="*/ 49 h 122"/>
                <a:gd name="T40" fmla="*/ 16 w 168"/>
                <a:gd name="T41" fmla="*/ 45 h 122"/>
                <a:gd name="T42" fmla="*/ 20 w 168"/>
                <a:gd name="T43" fmla="*/ 49 h 122"/>
                <a:gd name="T44" fmla="*/ 20 w 168"/>
                <a:gd name="T45" fmla="*/ 94 h 122"/>
                <a:gd name="T46" fmla="*/ 45 w 168"/>
                <a:gd name="T47" fmla="*/ 29 h 122"/>
                <a:gd name="T48" fmla="*/ 41 w 168"/>
                <a:gd name="T49" fmla="*/ 33 h 122"/>
                <a:gd name="T50" fmla="*/ 30 w 168"/>
                <a:gd name="T51" fmla="*/ 33 h 122"/>
                <a:gd name="T52" fmla="*/ 25 w 168"/>
                <a:gd name="T53" fmla="*/ 29 h 122"/>
                <a:gd name="T54" fmla="*/ 25 w 168"/>
                <a:gd name="T55" fmla="*/ 26 h 122"/>
                <a:gd name="T56" fmla="*/ 30 w 168"/>
                <a:gd name="T57" fmla="*/ 22 h 122"/>
                <a:gd name="T58" fmla="*/ 41 w 168"/>
                <a:gd name="T59" fmla="*/ 22 h 122"/>
                <a:gd name="T60" fmla="*/ 45 w 168"/>
                <a:gd name="T61" fmla="*/ 26 h 122"/>
                <a:gd name="T62" fmla="*/ 45 w 168"/>
                <a:gd name="T63" fmla="*/ 29 h 122"/>
                <a:gd name="T64" fmla="*/ 105 w 168"/>
                <a:gd name="T65" fmla="*/ 103 h 122"/>
                <a:gd name="T66" fmla="*/ 69 w 168"/>
                <a:gd name="T67" fmla="*/ 67 h 122"/>
                <a:gd name="T68" fmla="*/ 105 w 168"/>
                <a:gd name="T69" fmla="*/ 32 h 122"/>
                <a:gd name="T70" fmla="*/ 140 w 168"/>
                <a:gd name="T71" fmla="*/ 67 h 122"/>
                <a:gd name="T72" fmla="*/ 105 w 168"/>
                <a:gd name="T73" fmla="*/ 103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8" h="122">
                  <a:moveTo>
                    <a:pt x="146" y="12"/>
                  </a:moveTo>
                  <a:cubicBezTo>
                    <a:pt x="135" y="12"/>
                    <a:pt x="135" y="12"/>
                    <a:pt x="135" y="12"/>
                  </a:cubicBezTo>
                  <a:cubicBezTo>
                    <a:pt x="121" y="0"/>
                    <a:pt x="121" y="0"/>
                    <a:pt x="121" y="0"/>
                  </a:cubicBezTo>
                  <a:cubicBezTo>
                    <a:pt x="84" y="0"/>
                    <a:pt x="84" y="0"/>
                    <a:pt x="84" y="0"/>
                  </a:cubicBezTo>
                  <a:cubicBezTo>
                    <a:pt x="73" y="12"/>
                    <a:pt x="73" y="12"/>
                    <a:pt x="73" y="12"/>
                  </a:cubicBezTo>
                  <a:cubicBezTo>
                    <a:pt x="50" y="12"/>
                    <a:pt x="50" y="12"/>
                    <a:pt x="50" y="12"/>
                  </a:cubicBezTo>
                  <a:cubicBezTo>
                    <a:pt x="49" y="8"/>
                    <a:pt x="47" y="5"/>
                    <a:pt x="43" y="5"/>
                  </a:cubicBezTo>
                  <a:cubicBezTo>
                    <a:pt x="27" y="5"/>
                    <a:pt x="27" y="5"/>
                    <a:pt x="27" y="5"/>
                  </a:cubicBezTo>
                  <a:cubicBezTo>
                    <a:pt x="24" y="5"/>
                    <a:pt x="21" y="8"/>
                    <a:pt x="20" y="12"/>
                  </a:cubicBezTo>
                  <a:cubicBezTo>
                    <a:pt x="9" y="13"/>
                    <a:pt x="0" y="23"/>
                    <a:pt x="0" y="34"/>
                  </a:cubicBezTo>
                  <a:cubicBezTo>
                    <a:pt x="0" y="99"/>
                    <a:pt x="0" y="99"/>
                    <a:pt x="0" y="99"/>
                  </a:cubicBezTo>
                  <a:cubicBezTo>
                    <a:pt x="0" y="112"/>
                    <a:pt x="10" y="122"/>
                    <a:pt x="22" y="122"/>
                  </a:cubicBezTo>
                  <a:cubicBezTo>
                    <a:pt x="146" y="122"/>
                    <a:pt x="146" y="122"/>
                    <a:pt x="146" y="122"/>
                  </a:cubicBezTo>
                  <a:cubicBezTo>
                    <a:pt x="158" y="122"/>
                    <a:pt x="168" y="112"/>
                    <a:pt x="168" y="99"/>
                  </a:cubicBezTo>
                  <a:cubicBezTo>
                    <a:pt x="168" y="34"/>
                    <a:pt x="168" y="34"/>
                    <a:pt x="168" y="34"/>
                  </a:cubicBezTo>
                  <a:cubicBezTo>
                    <a:pt x="168" y="22"/>
                    <a:pt x="158" y="12"/>
                    <a:pt x="146" y="12"/>
                  </a:cubicBezTo>
                  <a:moveTo>
                    <a:pt x="20" y="94"/>
                  </a:moveTo>
                  <a:cubicBezTo>
                    <a:pt x="20" y="96"/>
                    <a:pt x="18" y="98"/>
                    <a:pt x="16" y="98"/>
                  </a:cubicBezTo>
                  <a:cubicBezTo>
                    <a:pt x="14" y="98"/>
                    <a:pt x="12" y="96"/>
                    <a:pt x="12" y="94"/>
                  </a:cubicBezTo>
                  <a:cubicBezTo>
                    <a:pt x="12" y="49"/>
                    <a:pt x="12" y="49"/>
                    <a:pt x="12" y="49"/>
                  </a:cubicBezTo>
                  <a:cubicBezTo>
                    <a:pt x="12" y="47"/>
                    <a:pt x="14" y="45"/>
                    <a:pt x="16" y="45"/>
                  </a:cubicBezTo>
                  <a:cubicBezTo>
                    <a:pt x="18" y="45"/>
                    <a:pt x="20" y="47"/>
                    <a:pt x="20" y="49"/>
                  </a:cubicBezTo>
                  <a:lnTo>
                    <a:pt x="20" y="94"/>
                  </a:lnTo>
                  <a:close/>
                  <a:moveTo>
                    <a:pt x="45" y="29"/>
                  </a:moveTo>
                  <a:cubicBezTo>
                    <a:pt x="45" y="31"/>
                    <a:pt x="43" y="33"/>
                    <a:pt x="41" y="33"/>
                  </a:cubicBezTo>
                  <a:cubicBezTo>
                    <a:pt x="30" y="33"/>
                    <a:pt x="30" y="33"/>
                    <a:pt x="30" y="33"/>
                  </a:cubicBezTo>
                  <a:cubicBezTo>
                    <a:pt x="27" y="33"/>
                    <a:pt x="25" y="31"/>
                    <a:pt x="25" y="29"/>
                  </a:cubicBezTo>
                  <a:cubicBezTo>
                    <a:pt x="25" y="26"/>
                    <a:pt x="25" y="26"/>
                    <a:pt x="25" y="26"/>
                  </a:cubicBezTo>
                  <a:cubicBezTo>
                    <a:pt x="25" y="24"/>
                    <a:pt x="27" y="22"/>
                    <a:pt x="30" y="22"/>
                  </a:cubicBezTo>
                  <a:cubicBezTo>
                    <a:pt x="41" y="22"/>
                    <a:pt x="41" y="22"/>
                    <a:pt x="41" y="22"/>
                  </a:cubicBezTo>
                  <a:cubicBezTo>
                    <a:pt x="43" y="22"/>
                    <a:pt x="45" y="24"/>
                    <a:pt x="45" y="26"/>
                  </a:cubicBezTo>
                  <a:lnTo>
                    <a:pt x="45" y="29"/>
                  </a:lnTo>
                  <a:close/>
                  <a:moveTo>
                    <a:pt x="105" y="103"/>
                  </a:moveTo>
                  <a:cubicBezTo>
                    <a:pt x="85" y="103"/>
                    <a:pt x="69" y="87"/>
                    <a:pt x="69" y="67"/>
                  </a:cubicBezTo>
                  <a:cubicBezTo>
                    <a:pt x="69" y="48"/>
                    <a:pt x="85" y="32"/>
                    <a:pt x="105" y="32"/>
                  </a:cubicBezTo>
                  <a:cubicBezTo>
                    <a:pt x="124" y="32"/>
                    <a:pt x="140" y="48"/>
                    <a:pt x="140" y="67"/>
                  </a:cubicBezTo>
                  <a:cubicBezTo>
                    <a:pt x="140" y="87"/>
                    <a:pt x="124" y="103"/>
                    <a:pt x="105" y="10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15" name="文本框 14"/>
          <p:cNvSpPr txBox="1"/>
          <p:nvPr/>
        </p:nvSpPr>
        <p:spPr>
          <a:xfrm>
            <a:off x="7096870" y="1859670"/>
            <a:ext cx="527709" cy="461665"/>
          </a:xfrm>
          <a:prstGeom prst="rect">
            <a:avLst/>
          </a:prstGeom>
          <a:noFill/>
        </p:spPr>
        <p:txBody>
          <a:bodyPr wrap="none" rtlCol="0">
            <a:spAutoFit/>
          </a:bodyPr>
          <a:lstStyle/>
          <a:p>
            <a:r>
              <a:rPr lang="en-US" altLang="zh-CN" sz="2400" dirty="0">
                <a:solidFill>
                  <a:srgbClr val="8F7EB9"/>
                </a:solidFill>
                <a:latin typeface="Arial" panose="020B0604020202020204" pitchFamily="34" charset="0"/>
                <a:ea typeface="Microsoft YaHei UI" panose="020B0503020204020204" pitchFamily="34" charset="-122"/>
                <a:cs typeface="Arial" panose="020B0604020202020204" pitchFamily="34" charset="0"/>
              </a:rPr>
              <a:t>01</a:t>
            </a:r>
            <a:endParaRPr lang="zh-CN" altLang="en-US" sz="2400" dirty="0">
              <a:solidFill>
                <a:srgbClr val="8F7EB9"/>
              </a:solidFill>
              <a:latin typeface="Arial" panose="020B0604020202020204" pitchFamily="34" charset="0"/>
              <a:ea typeface="Microsoft YaHei UI" panose="020B0503020204020204" pitchFamily="34" charset="-122"/>
              <a:cs typeface="Arial" panose="020B0604020202020204" pitchFamily="34" charset="0"/>
            </a:endParaRPr>
          </a:p>
        </p:txBody>
      </p:sp>
      <p:sp>
        <p:nvSpPr>
          <p:cNvPr id="79" name="文本框 78"/>
          <p:cNvSpPr txBox="1"/>
          <p:nvPr/>
        </p:nvSpPr>
        <p:spPr>
          <a:xfrm>
            <a:off x="9446250" y="1859670"/>
            <a:ext cx="527709" cy="461665"/>
          </a:xfrm>
          <a:prstGeom prst="rect">
            <a:avLst/>
          </a:prstGeom>
          <a:noFill/>
        </p:spPr>
        <p:txBody>
          <a:bodyPr wrap="none" rtlCol="0">
            <a:spAutoFit/>
          </a:bodyPr>
          <a:lstStyle/>
          <a:p>
            <a:r>
              <a:rPr lang="en-US" altLang="zh-CN" sz="2400" dirty="0">
                <a:solidFill>
                  <a:srgbClr val="20A0D5"/>
                </a:solidFill>
                <a:latin typeface="Arial" panose="020B0604020202020204" pitchFamily="34" charset="0"/>
                <a:ea typeface="Microsoft YaHei UI" panose="020B0503020204020204" pitchFamily="34" charset="-122"/>
                <a:cs typeface="Arial" panose="020B0604020202020204" pitchFamily="34" charset="0"/>
              </a:rPr>
              <a:t>02</a:t>
            </a:r>
            <a:endParaRPr lang="zh-CN" altLang="en-US" sz="2400" dirty="0">
              <a:solidFill>
                <a:srgbClr val="20A0D5"/>
              </a:solidFill>
              <a:latin typeface="Arial" panose="020B0604020202020204" pitchFamily="34" charset="0"/>
              <a:ea typeface="Microsoft YaHei UI" panose="020B0503020204020204" pitchFamily="34" charset="-122"/>
              <a:cs typeface="Arial" panose="020B0604020202020204" pitchFamily="34" charset="0"/>
            </a:endParaRPr>
          </a:p>
        </p:txBody>
      </p:sp>
      <p:sp>
        <p:nvSpPr>
          <p:cNvPr id="80" name="文本框 79"/>
          <p:cNvSpPr txBox="1"/>
          <p:nvPr/>
        </p:nvSpPr>
        <p:spPr>
          <a:xfrm>
            <a:off x="7096870" y="4175359"/>
            <a:ext cx="527709" cy="461665"/>
          </a:xfrm>
          <a:prstGeom prst="rect">
            <a:avLst/>
          </a:prstGeom>
          <a:noFill/>
        </p:spPr>
        <p:txBody>
          <a:bodyPr wrap="none" rtlCol="0">
            <a:spAutoFit/>
          </a:bodyPr>
          <a:lstStyle/>
          <a:p>
            <a:r>
              <a:rPr lang="en-US" altLang="zh-CN" sz="2400" dirty="0">
                <a:solidFill>
                  <a:srgbClr val="76A42D"/>
                </a:solidFill>
                <a:latin typeface="Arial" panose="020B0604020202020204" pitchFamily="34" charset="0"/>
                <a:ea typeface="Microsoft YaHei UI" panose="020B0503020204020204" pitchFamily="34" charset="-122"/>
                <a:cs typeface="Arial" panose="020B0604020202020204" pitchFamily="34" charset="0"/>
              </a:rPr>
              <a:t>03</a:t>
            </a:r>
            <a:endParaRPr lang="zh-CN" altLang="en-US" sz="2400" dirty="0">
              <a:solidFill>
                <a:srgbClr val="76A42D"/>
              </a:solidFill>
              <a:latin typeface="Arial" panose="020B0604020202020204" pitchFamily="34" charset="0"/>
              <a:ea typeface="Microsoft YaHei UI" panose="020B0503020204020204" pitchFamily="34" charset="-122"/>
              <a:cs typeface="Arial" panose="020B0604020202020204" pitchFamily="34" charset="0"/>
            </a:endParaRPr>
          </a:p>
        </p:txBody>
      </p:sp>
      <p:sp>
        <p:nvSpPr>
          <p:cNvPr id="81" name="文本框 80"/>
          <p:cNvSpPr txBox="1"/>
          <p:nvPr/>
        </p:nvSpPr>
        <p:spPr>
          <a:xfrm>
            <a:off x="9446250" y="4175359"/>
            <a:ext cx="527709" cy="461665"/>
          </a:xfrm>
          <a:prstGeom prst="rect">
            <a:avLst/>
          </a:prstGeom>
          <a:noFill/>
        </p:spPr>
        <p:txBody>
          <a:bodyPr wrap="none" rtlCol="0">
            <a:spAutoFit/>
          </a:bodyPr>
          <a:lstStyle/>
          <a:p>
            <a:r>
              <a:rPr lang="en-US" altLang="zh-CN" sz="2400" dirty="0">
                <a:solidFill>
                  <a:srgbClr val="F1891A"/>
                </a:solidFill>
                <a:latin typeface="Arial" panose="020B0604020202020204" pitchFamily="34" charset="0"/>
                <a:ea typeface="Microsoft YaHei UI" panose="020B0503020204020204" pitchFamily="34" charset="-122"/>
                <a:cs typeface="Arial" panose="020B0604020202020204" pitchFamily="34" charset="0"/>
              </a:rPr>
              <a:t>04</a:t>
            </a:r>
            <a:endParaRPr lang="zh-CN" altLang="en-US" sz="2400" dirty="0">
              <a:solidFill>
                <a:srgbClr val="F1891A"/>
              </a:solidFill>
              <a:latin typeface="Arial" panose="020B0604020202020204" pitchFamily="34" charset="0"/>
              <a:ea typeface="Microsoft YaHei UI" panose="020B0503020204020204" pitchFamily="34" charset="-122"/>
              <a:cs typeface="Arial" panose="020B0604020202020204" pitchFamily="34" charset="0"/>
            </a:endParaRPr>
          </a:p>
        </p:txBody>
      </p:sp>
      <p:sp>
        <p:nvSpPr>
          <p:cNvPr id="82" name="文本框 81"/>
          <p:cNvSpPr txBox="1"/>
          <p:nvPr/>
        </p:nvSpPr>
        <p:spPr>
          <a:xfrm>
            <a:off x="7160305" y="2273535"/>
            <a:ext cx="2006303" cy="646331"/>
          </a:xfrm>
          <a:prstGeom prst="rect">
            <a:avLst/>
          </a:prstGeom>
          <a:noFill/>
        </p:spPr>
        <p:txBody>
          <a:bodyPr wrap="square" rtlCol="0">
            <a:spAutoFit/>
          </a:bodyPr>
          <a:lstStyle/>
          <a:p>
            <a:r>
              <a:rPr lang="en-US" altLang="zh-CN" dirty="0">
                <a:solidFill>
                  <a:srgbClr val="9C9C9A"/>
                </a:solidFill>
                <a:latin typeface="Arial Unicode MS" panose="020B0604020202020204" pitchFamily="34" charset="-122"/>
                <a:ea typeface="Arial Unicode MS" panose="020B0604020202020204" pitchFamily="34" charset="-122"/>
                <a:cs typeface="Arial Unicode MS" panose="020B0604020202020204" pitchFamily="34" charset="-122"/>
              </a:rPr>
              <a:t>Heading text of sample.</a:t>
            </a:r>
            <a:endParaRPr lang="zh-CN" altLang="en-US" dirty="0">
              <a:solidFill>
                <a:srgbClr val="9C9C9A"/>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83" name="文本框 82"/>
          <p:cNvSpPr txBox="1"/>
          <p:nvPr/>
        </p:nvSpPr>
        <p:spPr>
          <a:xfrm>
            <a:off x="7160305" y="4693174"/>
            <a:ext cx="2006303" cy="646331"/>
          </a:xfrm>
          <a:prstGeom prst="rect">
            <a:avLst/>
          </a:prstGeom>
          <a:noFill/>
        </p:spPr>
        <p:txBody>
          <a:bodyPr wrap="square" rtlCol="0">
            <a:spAutoFit/>
          </a:bodyPr>
          <a:lstStyle/>
          <a:p>
            <a:r>
              <a:rPr lang="en-US" altLang="zh-CN" dirty="0">
                <a:solidFill>
                  <a:srgbClr val="9C9C9A"/>
                </a:solidFill>
                <a:latin typeface="Arial Unicode MS" panose="020B0604020202020204" pitchFamily="34" charset="-122"/>
                <a:ea typeface="Arial Unicode MS" panose="020B0604020202020204" pitchFamily="34" charset="-122"/>
                <a:cs typeface="Arial Unicode MS" panose="020B0604020202020204" pitchFamily="34" charset="-122"/>
              </a:rPr>
              <a:t>Heading text of sample.</a:t>
            </a:r>
            <a:endParaRPr lang="zh-CN" altLang="en-US" dirty="0">
              <a:solidFill>
                <a:srgbClr val="9C9C9A"/>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84" name="文本框 83"/>
          <p:cNvSpPr txBox="1"/>
          <p:nvPr/>
        </p:nvSpPr>
        <p:spPr>
          <a:xfrm>
            <a:off x="9535666" y="2273535"/>
            <a:ext cx="2006303" cy="646331"/>
          </a:xfrm>
          <a:prstGeom prst="rect">
            <a:avLst/>
          </a:prstGeom>
          <a:noFill/>
        </p:spPr>
        <p:txBody>
          <a:bodyPr wrap="square" rtlCol="0">
            <a:spAutoFit/>
          </a:bodyPr>
          <a:lstStyle/>
          <a:p>
            <a:r>
              <a:rPr lang="en-US" altLang="zh-CN" dirty="0">
                <a:solidFill>
                  <a:srgbClr val="9C9C9A"/>
                </a:solidFill>
                <a:latin typeface="Arial Unicode MS" panose="020B0604020202020204" pitchFamily="34" charset="-122"/>
                <a:ea typeface="Arial Unicode MS" panose="020B0604020202020204" pitchFamily="34" charset="-122"/>
                <a:cs typeface="Arial Unicode MS" panose="020B0604020202020204" pitchFamily="34" charset="-122"/>
              </a:rPr>
              <a:t>Heading text of sample.</a:t>
            </a:r>
            <a:endParaRPr lang="zh-CN" altLang="en-US" dirty="0">
              <a:solidFill>
                <a:srgbClr val="9C9C9A"/>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85" name="文本框 84"/>
          <p:cNvSpPr txBox="1"/>
          <p:nvPr/>
        </p:nvSpPr>
        <p:spPr>
          <a:xfrm>
            <a:off x="9535666" y="4693174"/>
            <a:ext cx="2006303" cy="646331"/>
          </a:xfrm>
          <a:prstGeom prst="rect">
            <a:avLst/>
          </a:prstGeom>
          <a:noFill/>
        </p:spPr>
        <p:txBody>
          <a:bodyPr wrap="square" rtlCol="0">
            <a:spAutoFit/>
          </a:bodyPr>
          <a:lstStyle/>
          <a:p>
            <a:r>
              <a:rPr lang="en-US" altLang="zh-CN" dirty="0">
                <a:solidFill>
                  <a:srgbClr val="9C9C9A"/>
                </a:solidFill>
                <a:latin typeface="Arial Unicode MS" panose="020B0604020202020204" pitchFamily="34" charset="-122"/>
                <a:ea typeface="Arial Unicode MS" panose="020B0604020202020204" pitchFamily="34" charset="-122"/>
                <a:cs typeface="Arial Unicode MS" panose="020B0604020202020204" pitchFamily="34" charset="-122"/>
              </a:rPr>
              <a:t>Heading text of sample.</a:t>
            </a:r>
            <a:endParaRPr lang="zh-CN" altLang="en-US" dirty="0">
              <a:solidFill>
                <a:srgbClr val="9C9C9A"/>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86" name="Freeform 60"/>
          <p:cNvSpPr>
            <a:spLocks/>
          </p:cNvSpPr>
          <p:nvPr/>
        </p:nvSpPr>
        <p:spPr bwMode="auto">
          <a:xfrm>
            <a:off x="2248342" y="3889553"/>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 name="文本框 86"/>
          <p:cNvSpPr txBox="1"/>
          <p:nvPr/>
        </p:nvSpPr>
        <p:spPr>
          <a:xfrm>
            <a:off x="2181494" y="4689154"/>
            <a:ext cx="3555585" cy="1421928"/>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网络图片临摹改编；</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文字、颜色可随意更改；</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微立体可用格式刷模仿；</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矢量图标可替换；</a:t>
            </a:r>
            <a:endParaRPr lang="en-US" altLang="zh-CN" dirty="0">
              <a:solidFill>
                <a:prstClr val="black">
                  <a:lumMod val="65000"/>
                  <a:lumOff val="35000"/>
                </a:prstClr>
              </a:solidFill>
              <a:latin typeface="微软雅黑" panose="020B0503020204020204" pitchFamily="34" charset="-122"/>
            </a:endParaRPr>
          </a:p>
        </p:txBody>
      </p:sp>
      <p:sp>
        <p:nvSpPr>
          <p:cNvPr id="88" name="圆角矩形 87"/>
          <p:cNvSpPr/>
          <p:nvPr/>
        </p:nvSpPr>
        <p:spPr>
          <a:xfrm>
            <a:off x="2916034" y="4048838"/>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89" name="等腰三角形 88"/>
          <p:cNvSpPr/>
          <p:nvPr/>
        </p:nvSpPr>
        <p:spPr>
          <a:xfrm rot="16200000">
            <a:off x="2841402" y="4116382"/>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36"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461427975"/>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矩形 36"/>
          <p:cNvSpPr/>
          <p:nvPr/>
        </p:nvSpPr>
        <p:spPr>
          <a:xfrm>
            <a:off x="6096000" y="0"/>
            <a:ext cx="6096000" cy="6858000"/>
          </a:xfrm>
          <a:prstGeom prst="rect">
            <a:avLst/>
          </a:prstGeom>
          <a:solidFill>
            <a:srgbClr val="E3E3E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86" name="Freeform 60"/>
          <p:cNvSpPr>
            <a:spLocks/>
          </p:cNvSpPr>
          <p:nvPr/>
        </p:nvSpPr>
        <p:spPr bwMode="auto">
          <a:xfrm>
            <a:off x="2248342" y="3889553"/>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 name="文本框 86"/>
          <p:cNvSpPr txBox="1"/>
          <p:nvPr/>
        </p:nvSpPr>
        <p:spPr>
          <a:xfrm>
            <a:off x="2181494" y="4689154"/>
            <a:ext cx="3555585" cy="1421928"/>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网络图片临摹改编；</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文字、颜色可随意更改；</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微立体为</a:t>
            </a:r>
            <a:r>
              <a:rPr lang="en-US" altLang="zh-CN" dirty="0">
                <a:solidFill>
                  <a:prstClr val="black">
                    <a:lumMod val="65000"/>
                    <a:lumOff val="35000"/>
                  </a:prstClr>
                </a:solidFill>
                <a:latin typeface="微软雅黑" panose="020B0503020204020204" pitchFamily="34" charset="-122"/>
              </a:rPr>
              <a:t>PNG</a:t>
            </a:r>
            <a:r>
              <a:rPr lang="zh-CN" altLang="en-US" dirty="0">
                <a:solidFill>
                  <a:prstClr val="black">
                    <a:lumMod val="65000"/>
                    <a:lumOff val="35000"/>
                  </a:prstClr>
                </a:solidFill>
                <a:latin typeface="微软雅黑" panose="020B0503020204020204" pitchFamily="34" charset="-122"/>
              </a:rPr>
              <a:t>格式文件；</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矢量图标可替换。</a:t>
            </a:r>
            <a:endParaRPr lang="en-US" altLang="zh-CN" dirty="0">
              <a:solidFill>
                <a:prstClr val="black">
                  <a:lumMod val="65000"/>
                  <a:lumOff val="35000"/>
                </a:prstClr>
              </a:solidFill>
              <a:latin typeface="微软雅黑" panose="020B0503020204020204" pitchFamily="34" charset="-122"/>
            </a:endParaRPr>
          </a:p>
        </p:txBody>
      </p:sp>
      <p:sp>
        <p:nvSpPr>
          <p:cNvPr id="88" name="圆角矩形 87"/>
          <p:cNvSpPr/>
          <p:nvPr/>
        </p:nvSpPr>
        <p:spPr>
          <a:xfrm>
            <a:off x="2916034" y="4048838"/>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89" name="等腰三角形 88"/>
          <p:cNvSpPr/>
          <p:nvPr/>
        </p:nvSpPr>
        <p:spPr>
          <a:xfrm rot="16200000">
            <a:off x="2841402" y="4116382"/>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47"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endParaRPr lang="zh-CN" altLang="zh-CN" sz="2800" b="1" dirty="0">
              <a:solidFill>
                <a:schemeClr val="tx1">
                  <a:lumMod val="65000"/>
                  <a:lumOff val="35000"/>
                </a:schemeClr>
              </a:solidFill>
            </a:endParaRPr>
          </a:p>
        </p:txBody>
      </p:sp>
      <p:pic>
        <p:nvPicPr>
          <p:cNvPr id="38" name="图片 37"/>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949882" y="1191953"/>
            <a:ext cx="4474094" cy="4474094"/>
          </a:xfrm>
          <a:prstGeom prst="rect">
            <a:avLst/>
          </a:prstGeom>
          <a:effectLst>
            <a:outerShdw blurRad="254000" dist="190500" dir="2700000" sx="102000" sy="102000" algn="tl" rotWithShape="0">
              <a:prstClr val="black">
                <a:alpha val="28000"/>
              </a:prstClr>
            </a:outerShdw>
          </a:effectLst>
        </p:spPr>
      </p:pic>
      <p:pic>
        <p:nvPicPr>
          <p:cNvPr id="48" name="图片 47"/>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205554" y="2447625"/>
            <a:ext cx="1962750" cy="1962750"/>
          </a:xfrm>
          <a:prstGeom prst="rect">
            <a:avLst/>
          </a:prstGeom>
          <a:effectLst>
            <a:outerShdw blurRad="254000" dist="25400" dir="2700000" sx="102000" sy="102000" algn="tl" rotWithShape="0">
              <a:prstClr val="black">
                <a:alpha val="28000"/>
              </a:prstClr>
            </a:outerShdw>
          </a:effectLst>
        </p:spPr>
      </p:pic>
      <p:sp>
        <p:nvSpPr>
          <p:cNvPr id="49" name="文本框 48"/>
          <p:cNvSpPr txBox="1"/>
          <p:nvPr/>
        </p:nvSpPr>
        <p:spPr>
          <a:xfrm>
            <a:off x="6989192" y="1207193"/>
            <a:ext cx="655949" cy="707886"/>
          </a:xfrm>
          <a:prstGeom prst="rect">
            <a:avLst/>
          </a:prstGeom>
          <a:noFill/>
        </p:spPr>
        <p:txBody>
          <a:bodyPr wrap="none" rtlCol="0">
            <a:spAutoFit/>
          </a:bodyPr>
          <a:lstStyle/>
          <a:p>
            <a:r>
              <a:rPr lang="en-US" altLang="zh-CN" sz="4000" dirty="0">
                <a:solidFill>
                  <a:schemeClr val="tx1">
                    <a:lumMod val="65000"/>
                    <a:lumOff val="35000"/>
                  </a:schemeClr>
                </a:solidFill>
                <a:latin typeface="Impact" panose="020B0806030902050204" pitchFamily="34" charset="0"/>
              </a:rPr>
              <a:t>01</a:t>
            </a:r>
            <a:endParaRPr lang="zh-CN" altLang="en-US" sz="4000" dirty="0">
              <a:solidFill>
                <a:schemeClr val="tx1">
                  <a:lumMod val="65000"/>
                  <a:lumOff val="35000"/>
                </a:schemeClr>
              </a:solidFill>
              <a:latin typeface="Impact" panose="020B0806030902050204" pitchFamily="34" charset="0"/>
            </a:endParaRPr>
          </a:p>
        </p:txBody>
      </p:sp>
      <p:sp>
        <p:nvSpPr>
          <p:cNvPr id="50" name="文本框 49"/>
          <p:cNvSpPr txBox="1"/>
          <p:nvPr/>
        </p:nvSpPr>
        <p:spPr>
          <a:xfrm>
            <a:off x="6989192" y="4958161"/>
            <a:ext cx="716863" cy="707886"/>
          </a:xfrm>
          <a:prstGeom prst="rect">
            <a:avLst/>
          </a:prstGeom>
          <a:noFill/>
        </p:spPr>
        <p:txBody>
          <a:bodyPr wrap="none" rtlCol="0">
            <a:spAutoFit/>
          </a:bodyPr>
          <a:lstStyle/>
          <a:p>
            <a:r>
              <a:rPr lang="en-US" altLang="zh-CN" sz="4000" dirty="0">
                <a:solidFill>
                  <a:schemeClr val="tx1">
                    <a:lumMod val="65000"/>
                    <a:lumOff val="35000"/>
                  </a:schemeClr>
                </a:solidFill>
                <a:latin typeface="Impact" panose="020B0806030902050204" pitchFamily="34" charset="0"/>
              </a:rPr>
              <a:t>04</a:t>
            </a:r>
            <a:endParaRPr lang="zh-CN" altLang="en-US" sz="4000" dirty="0">
              <a:solidFill>
                <a:schemeClr val="tx1">
                  <a:lumMod val="65000"/>
                  <a:lumOff val="35000"/>
                </a:schemeClr>
              </a:solidFill>
              <a:latin typeface="Impact" panose="020B0806030902050204" pitchFamily="34" charset="0"/>
            </a:endParaRPr>
          </a:p>
        </p:txBody>
      </p:sp>
      <p:sp>
        <p:nvSpPr>
          <p:cNvPr id="51" name="文本框 50"/>
          <p:cNvSpPr txBox="1"/>
          <p:nvPr/>
        </p:nvSpPr>
        <p:spPr>
          <a:xfrm>
            <a:off x="10646792" y="4958161"/>
            <a:ext cx="732893" cy="707886"/>
          </a:xfrm>
          <a:prstGeom prst="rect">
            <a:avLst/>
          </a:prstGeom>
          <a:noFill/>
        </p:spPr>
        <p:txBody>
          <a:bodyPr wrap="none" rtlCol="0">
            <a:spAutoFit/>
          </a:bodyPr>
          <a:lstStyle/>
          <a:p>
            <a:r>
              <a:rPr lang="en-US" altLang="zh-CN" sz="4000" dirty="0">
                <a:solidFill>
                  <a:schemeClr val="tx1">
                    <a:lumMod val="65000"/>
                    <a:lumOff val="35000"/>
                  </a:schemeClr>
                </a:solidFill>
                <a:latin typeface="Impact" panose="020B0806030902050204" pitchFamily="34" charset="0"/>
              </a:rPr>
              <a:t>03</a:t>
            </a:r>
            <a:endParaRPr lang="zh-CN" altLang="en-US" sz="4000" dirty="0">
              <a:solidFill>
                <a:schemeClr val="tx1">
                  <a:lumMod val="65000"/>
                  <a:lumOff val="35000"/>
                </a:schemeClr>
              </a:solidFill>
              <a:latin typeface="Impact" panose="020B0806030902050204" pitchFamily="34" charset="0"/>
            </a:endParaRPr>
          </a:p>
        </p:txBody>
      </p:sp>
      <p:sp>
        <p:nvSpPr>
          <p:cNvPr id="52" name="文本框 51"/>
          <p:cNvSpPr txBox="1"/>
          <p:nvPr/>
        </p:nvSpPr>
        <p:spPr>
          <a:xfrm>
            <a:off x="10646792" y="1207193"/>
            <a:ext cx="718466" cy="707886"/>
          </a:xfrm>
          <a:prstGeom prst="rect">
            <a:avLst/>
          </a:prstGeom>
          <a:noFill/>
        </p:spPr>
        <p:txBody>
          <a:bodyPr wrap="none" rtlCol="0">
            <a:spAutoFit/>
          </a:bodyPr>
          <a:lstStyle/>
          <a:p>
            <a:r>
              <a:rPr lang="en-US" altLang="zh-CN" sz="4000" dirty="0">
                <a:solidFill>
                  <a:schemeClr val="tx1">
                    <a:lumMod val="65000"/>
                    <a:lumOff val="35000"/>
                  </a:schemeClr>
                </a:solidFill>
                <a:latin typeface="Impact" panose="020B0806030902050204" pitchFamily="34" charset="0"/>
              </a:rPr>
              <a:t>02</a:t>
            </a:r>
            <a:endParaRPr lang="zh-CN" altLang="en-US" sz="4000" dirty="0">
              <a:solidFill>
                <a:schemeClr val="tx1">
                  <a:lumMod val="65000"/>
                  <a:lumOff val="35000"/>
                </a:schemeClr>
              </a:solidFill>
              <a:latin typeface="Impact" panose="020B0806030902050204" pitchFamily="34" charset="0"/>
            </a:endParaRPr>
          </a:p>
        </p:txBody>
      </p:sp>
      <p:sp>
        <p:nvSpPr>
          <p:cNvPr id="53" name="文本框 52"/>
          <p:cNvSpPr txBox="1"/>
          <p:nvPr/>
        </p:nvSpPr>
        <p:spPr>
          <a:xfrm>
            <a:off x="7023145" y="1801095"/>
            <a:ext cx="2006303" cy="646331"/>
          </a:xfrm>
          <a:prstGeom prst="rect">
            <a:avLst/>
          </a:prstGeom>
          <a:noFill/>
        </p:spPr>
        <p:txBody>
          <a:bodyPr wrap="square" rtlCol="0">
            <a:spAutoFit/>
          </a:bodyPr>
          <a:lstStyle/>
          <a:p>
            <a:r>
              <a:rPr lang="en-US" altLang="zh-CN" dirty="0">
                <a:solidFill>
                  <a:srgbClr val="9C9C9A"/>
                </a:solidFill>
                <a:latin typeface="Arial Unicode MS" panose="020B0604020202020204" pitchFamily="34" charset="-122"/>
                <a:ea typeface="Arial Unicode MS" panose="020B0604020202020204" pitchFamily="34" charset="-122"/>
                <a:cs typeface="Arial Unicode MS" panose="020B0604020202020204" pitchFamily="34" charset="-122"/>
              </a:rPr>
              <a:t>Heading text of sample.</a:t>
            </a:r>
            <a:endParaRPr lang="zh-CN" altLang="en-US" dirty="0">
              <a:solidFill>
                <a:srgbClr val="9C9C9A"/>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54" name="文本框 53"/>
          <p:cNvSpPr txBox="1"/>
          <p:nvPr/>
        </p:nvSpPr>
        <p:spPr>
          <a:xfrm>
            <a:off x="7023145" y="4434094"/>
            <a:ext cx="2006303" cy="646331"/>
          </a:xfrm>
          <a:prstGeom prst="rect">
            <a:avLst/>
          </a:prstGeom>
          <a:noFill/>
        </p:spPr>
        <p:txBody>
          <a:bodyPr wrap="square" rtlCol="0">
            <a:spAutoFit/>
          </a:bodyPr>
          <a:lstStyle/>
          <a:p>
            <a:r>
              <a:rPr lang="en-US" altLang="zh-CN" dirty="0">
                <a:solidFill>
                  <a:srgbClr val="9C9C9A"/>
                </a:solidFill>
                <a:latin typeface="Arial Unicode MS" panose="020B0604020202020204" pitchFamily="34" charset="-122"/>
                <a:ea typeface="Arial Unicode MS" panose="020B0604020202020204" pitchFamily="34" charset="-122"/>
                <a:cs typeface="Arial Unicode MS" panose="020B0604020202020204" pitchFamily="34" charset="-122"/>
              </a:rPr>
              <a:t>Heading text of sample.</a:t>
            </a:r>
            <a:endParaRPr lang="zh-CN" altLang="en-US" dirty="0">
              <a:solidFill>
                <a:srgbClr val="9C9C9A"/>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55" name="文本框 54"/>
          <p:cNvSpPr txBox="1"/>
          <p:nvPr/>
        </p:nvSpPr>
        <p:spPr>
          <a:xfrm>
            <a:off x="9398506" y="1801095"/>
            <a:ext cx="2006303" cy="646331"/>
          </a:xfrm>
          <a:prstGeom prst="rect">
            <a:avLst/>
          </a:prstGeom>
          <a:noFill/>
        </p:spPr>
        <p:txBody>
          <a:bodyPr wrap="square" rtlCol="0">
            <a:spAutoFit/>
          </a:bodyPr>
          <a:lstStyle/>
          <a:p>
            <a:r>
              <a:rPr lang="en-US" altLang="zh-CN" dirty="0">
                <a:solidFill>
                  <a:srgbClr val="9C9C9A"/>
                </a:solidFill>
                <a:latin typeface="Arial Unicode MS" panose="020B0604020202020204" pitchFamily="34" charset="-122"/>
                <a:ea typeface="Arial Unicode MS" panose="020B0604020202020204" pitchFamily="34" charset="-122"/>
                <a:cs typeface="Arial Unicode MS" panose="020B0604020202020204" pitchFamily="34" charset="-122"/>
              </a:rPr>
              <a:t>Heading text of sample.</a:t>
            </a:r>
            <a:endParaRPr lang="zh-CN" altLang="en-US" dirty="0">
              <a:solidFill>
                <a:srgbClr val="9C9C9A"/>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56" name="文本框 55"/>
          <p:cNvSpPr txBox="1"/>
          <p:nvPr/>
        </p:nvSpPr>
        <p:spPr>
          <a:xfrm>
            <a:off x="9398506" y="4434094"/>
            <a:ext cx="2006303" cy="646331"/>
          </a:xfrm>
          <a:prstGeom prst="rect">
            <a:avLst/>
          </a:prstGeom>
          <a:noFill/>
        </p:spPr>
        <p:txBody>
          <a:bodyPr wrap="square" rtlCol="0">
            <a:spAutoFit/>
          </a:bodyPr>
          <a:lstStyle/>
          <a:p>
            <a:r>
              <a:rPr lang="en-US" altLang="zh-CN" dirty="0">
                <a:solidFill>
                  <a:srgbClr val="9C9C9A"/>
                </a:solidFill>
                <a:latin typeface="Arial Unicode MS" panose="020B0604020202020204" pitchFamily="34" charset="-122"/>
                <a:ea typeface="Arial Unicode MS" panose="020B0604020202020204" pitchFamily="34" charset="-122"/>
                <a:cs typeface="Arial Unicode MS" panose="020B0604020202020204" pitchFamily="34" charset="-122"/>
              </a:rPr>
              <a:t>Heading text of sample.</a:t>
            </a:r>
            <a:endParaRPr lang="zh-CN" altLang="en-US" dirty="0">
              <a:solidFill>
                <a:srgbClr val="9C9C9A"/>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grpSp>
        <p:nvGrpSpPr>
          <p:cNvPr id="57" name="组合 28"/>
          <p:cNvGrpSpPr/>
          <p:nvPr/>
        </p:nvGrpSpPr>
        <p:grpSpPr>
          <a:xfrm>
            <a:off x="8610569" y="2666677"/>
            <a:ext cx="1028700" cy="1389063"/>
            <a:chOff x="2027238" y="1243013"/>
            <a:chExt cx="1028700" cy="1389063"/>
          </a:xfrm>
        </p:grpSpPr>
        <p:sp>
          <p:nvSpPr>
            <p:cNvPr id="58" name="Freeform 5"/>
            <p:cNvSpPr>
              <a:spLocks/>
            </p:cNvSpPr>
            <p:nvPr/>
          </p:nvSpPr>
          <p:spPr bwMode="auto">
            <a:xfrm>
              <a:off x="2057400" y="2376488"/>
              <a:ext cx="165100" cy="255588"/>
            </a:xfrm>
            <a:custGeom>
              <a:avLst/>
              <a:gdLst>
                <a:gd name="T0" fmla="*/ 44 w 44"/>
                <a:gd name="T1" fmla="*/ 64 h 68"/>
                <a:gd name="T2" fmla="*/ 40 w 44"/>
                <a:gd name="T3" fmla="*/ 68 h 68"/>
                <a:gd name="T4" fmla="*/ 4 w 44"/>
                <a:gd name="T5" fmla="*/ 68 h 68"/>
                <a:gd name="T6" fmla="*/ 0 w 44"/>
                <a:gd name="T7" fmla="*/ 64 h 68"/>
                <a:gd name="T8" fmla="*/ 0 w 44"/>
                <a:gd name="T9" fmla="*/ 4 h 68"/>
                <a:gd name="T10" fmla="*/ 4 w 44"/>
                <a:gd name="T11" fmla="*/ 0 h 68"/>
                <a:gd name="T12" fmla="*/ 40 w 44"/>
                <a:gd name="T13" fmla="*/ 0 h 68"/>
                <a:gd name="T14" fmla="*/ 44 w 44"/>
                <a:gd name="T15" fmla="*/ 4 h 68"/>
                <a:gd name="T16" fmla="*/ 44 w 44"/>
                <a:gd name="T17" fmla="*/ 64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68">
                  <a:moveTo>
                    <a:pt x="44" y="64"/>
                  </a:moveTo>
                  <a:cubicBezTo>
                    <a:pt x="44" y="66"/>
                    <a:pt x="42" y="68"/>
                    <a:pt x="40" y="68"/>
                  </a:cubicBezTo>
                  <a:cubicBezTo>
                    <a:pt x="4" y="68"/>
                    <a:pt x="4" y="68"/>
                    <a:pt x="4" y="68"/>
                  </a:cubicBezTo>
                  <a:cubicBezTo>
                    <a:pt x="2" y="68"/>
                    <a:pt x="0" y="66"/>
                    <a:pt x="0" y="64"/>
                  </a:cubicBezTo>
                  <a:cubicBezTo>
                    <a:pt x="0" y="4"/>
                    <a:pt x="0" y="4"/>
                    <a:pt x="0" y="4"/>
                  </a:cubicBezTo>
                  <a:cubicBezTo>
                    <a:pt x="0" y="2"/>
                    <a:pt x="2" y="0"/>
                    <a:pt x="4" y="0"/>
                  </a:cubicBezTo>
                  <a:cubicBezTo>
                    <a:pt x="40" y="0"/>
                    <a:pt x="40" y="0"/>
                    <a:pt x="40" y="0"/>
                  </a:cubicBezTo>
                  <a:cubicBezTo>
                    <a:pt x="42" y="0"/>
                    <a:pt x="44" y="2"/>
                    <a:pt x="44" y="4"/>
                  </a:cubicBezTo>
                  <a:lnTo>
                    <a:pt x="44" y="64"/>
                  </a:lnTo>
                  <a:close/>
                </a:path>
              </a:pathLst>
            </a:custGeom>
            <a:solidFill>
              <a:srgbClr val="31A6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6"/>
            <p:cNvSpPr>
              <a:spLocks/>
            </p:cNvSpPr>
            <p:nvPr/>
          </p:nvSpPr>
          <p:spPr bwMode="auto">
            <a:xfrm>
              <a:off x="2332038" y="2486026"/>
              <a:ext cx="168275" cy="146050"/>
            </a:xfrm>
            <a:custGeom>
              <a:avLst/>
              <a:gdLst>
                <a:gd name="T0" fmla="*/ 45 w 45"/>
                <a:gd name="T1" fmla="*/ 36 h 39"/>
                <a:gd name="T2" fmla="*/ 41 w 45"/>
                <a:gd name="T3" fmla="*/ 39 h 39"/>
                <a:gd name="T4" fmla="*/ 4 w 45"/>
                <a:gd name="T5" fmla="*/ 39 h 39"/>
                <a:gd name="T6" fmla="*/ 0 w 45"/>
                <a:gd name="T7" fmla="*/ 36 h 39"/>
                <a:gd name="T8" fmla="*/ 0 w 45"/>
                <a:gd name="T9" fmla="*/ 2 h 39"/>
                <a:gd name="T10" fmla="*/ 4 w 45"/>
                <a:gd name="T11" fmla="*/ 0 h 39"/>
                <a:gd name="T12" fmla="*/ 41 w 45"/>
                <a:gd name="T13" fmla="*/ 0 h 39"/>
                <a:gd name="T14" fmla="*/ 45 w 45"/>
                <a:gd name="T15" fmla="*/ 2 h 39"/>
                <a:gd name="T16" fmla="*/ 45 w 45"/>
                <a:gd name="T17" fmla="*/ 36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39">
                  <a:moveTo>
                    <a:pt x="45" y="36"/>
                  </a:moveTo>
                  <a:cubicBezTo>
                    <a:pt x="45" y="38"/>
                    <a:pt x="43" y="39"/>
                    <a:pt x="41" y="39"/>
                  </a:cubicBezTo>
                  <a:cubicBezTo>
                    <a:pt x="4" y="39"/>
                    <a:pt x="4" y="39"/>
                    <a:pt x="4" y="39"/>
                  </a:cubicBezTo>
                  <a:cubicBezTo>
                    <a:pt x="2" y="39"/>
                    <a:pt x="0" y="38"/>
                    <a:pt x="0" y="36"/>
                  </a:cubicBezTo>
                  <a:cubicBezTo>
                    <a:pt x="0" y="2"/>
                    <a:pt x="0" y="2"/>
                    <a:pt x="0" y="2"/>
                  </a:cubicBezTo>
                  <a:cubicBezTo>
                    <a:pt x="0" y="1"/>
                    <a:pt x="2" y="0"/>
                    <a:pt x="4" y="0"/>
                  </a:cubicBezTo>
                  <a:cubicBezTo>
                    <a:pt x="41" y="0"/>
                    <a:pt x="41" y="0"/>
                    <a:pt x="41" y="0"/>
                  </a:cubicBezTo>
                  <a:cubicBezTo>
                    <a:pt x="43" y="0"/>
                    <a:pt x="45" y="1"/>
                    <a:pt x="45" y="2"/>
                  </a:cubicBezTo>
                  <a:lnTo>
                    <a:pt x="45" y="36"/>
                  </a:lnTo>
                  <a:close/>
                </a:path>
              </a:pathLst>
            </a:custGeom>
            <a:solidFill>
              <a:srgbClr val="31A6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7"/>
            <p:cNvSpPr>
              <a:spLocks/>
            </p:cNvSpPr>
            <p:nvPr/>
          </p:nvSpPr>
          <p:spPr bwMode="auto">
            <a:xfrm>
              <a:off x="2609850" y="2195513"/>
              <a:ext cx="165100" cy="436563"/>
            </a:xfrm>
            <a:custGeom>
              <a:avLst/>
              <a:gdLst>
                <a:gd name="T0" fmla="*/ 44 w 44"/>
                <a:gd name="T1" fmla="*/ 109 h 116"/>
                <a:gd name="T2" fmla="*/ 40 w 44"/>
                <a:gd name="T3" fmla="*/ 116 h 116"/>
                <a:gd name="T4" fmla="*/ 3 w 44"/>
                <a:gd name="T5" fmla="*/ 116 h 116"/>
                <a:gd name="T6" fmla="*/ 0 w 44"/>
                <a:gd name="T7" fmla="*/ 109 h 116"/>
                <a:gd name="T8" fmla="*/ 0 w 44"/>
                <a:gd name="T9" fmla="*/ 7 h 116"/>
                <a:gd name="T10" fmla="*/ 3 w 44"/>
                <a:gd name="T11" fmla="*/ 0 h 116"/>
                <a:gd name="T12" fmla="*/ 40 w 44"/>
                <a:gd name="T13" fmla="*/ 0 h 116"/>
                <a:gd name="T14" fmla="*/ 44 w 44"/>
                <a:gd name="T15" fmla="*/ 7 h 116"/>
                <a:gd name="T16" fmla="*/ 44 w 44"/>
                <a:gd name="T17" fmla="*/ 109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116">
                  <a:moveTo>
                    <a:pt x="44" y="109"/>
                  </a:moveTo>
                  <a:cubicBezTo>
                    <a:pt x="44" y="112"/>
                    <a:pt x="42" y="116"/>
                    <a:pt x="40" y="116"/>
                  </a:cubicBezTo>
                  <a:cubicBezTo>
                    <a:pt x="3" y="116"/>
                    <a:pt x="3" y="116"/>
                    <a:pt x="3" y="116"/>
                  </a:cubicBezTo>
                  <a:cubicBezTo>
                    <a:pt x="1" y="116"/>
                    <a:pt x="0" y="112"/>
                    <a:pt x="0" y="109"/>
                  </a:cubicBezTo>
                  <a:cubicBezTo>
                    <a:pt x="0" y="7"/>
                    <a:pt x="0" y="7"/>
                    <a:pt x="0" y="7"/>
                  </a:cubicBezTo>
                  <a:cubicBezTo>
                    <a:pt x="0" y="3"/>
                    <a:pt x="1" y="0"/>
                    <a:pt x="3" y="0"/>
                  </a:cubicBezTo>
                  <a:cubicBezTo>
                    <a:pt x="40" y="0"/>
                    <a:pt x="40" y="0"/>
                    <a:pt x="40" y="0"/>
                  </a:cubicBezTo>
                  <a:cubicBezTo>
                    <a:pt x="42" y="0"/>
                    <a:pt x="44" y="3"/>
                    <a:pt x="44" y="7"/>
                  </a:cubicBezTo>
                  <a:lnTo>
                    <a:pt x="44" y="109"/>
                  </a:lnTo>
                  <a:close/>
                </a:path>
              </a:pathLst>
            </a:custGeom>
            <a:solidFill>
              <a:srgbClr val="31A6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8"/>
            <p:cNvSpPr>
              <a:spLocks/>
            </p:cNvSpPr>
            <p:nvPr/>
          </p:nvSpPr>
          <p:spPr bwMode="auto">
            <a:xfrm>
              <a:off x="2887663" y="1781176"/>
              <a:ext cx="165100" cy="850900"/>
            </a:xfrm>
            <a:custGeom>
              <a:avLst/>
              <a:gdLst>
                <a:gd name="T0" fmla="*/ 44 w 44"/>
                <a:gd name="T1" fmla="*/ 212 h 226"/>
                <a:gd name="T2" fmla="*/ 40 w 44"/>
                <a:gd name="T3" fmla="*/ 226 h 226"/>
                <a:gd name="T4" fmla="*/ 4 w 44"/>
                <a:gd name="T5" fmla="*/ 226 h 226"/>
                <a:gd name="T6" fmla="*/ 0 w 44"/>
                <a:gd name="T7" fmla="*/ 212 h 226"/>
                <a:gd name="T8" fmla="*/ 0 w 44"/>
                <a:gd name="T9" fmla="*/ 14 h 226"/>
                <a:gd name="T10" fmla="*/ 4 w 44"/>
                <a:gd name="T11" fmla="*/ 0 h 226"/>
                <a:gd name="T12" fmla="*/ 40 w 44"/>
                <a:gd name="T13" fmla="*/ 0 h 226"/>
                <a:gd name="T14" fmla="*/ 44 w 44"/>
                <a:gd name="T15" fmla="*/ 14 h 226"/>
                <a:gd name="T16" fmla="*/ 44 w 44"/>
                <a:gd name="T17" fmla="*/ 212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26">
                  <a:moveTo>
                    <a:pt x="44" y="212"/>
                  </a:moveTo>
                  <a:cubicBezTo>
                    <a:pt x="44" y="220"/>
                    <a:pt x="42" y="226"/>
                    <a:pt x="40" y="226"/>
                  </a:cubicBezTo>
                  <a:cubicBezTo>
                    <a:pt x="4" y="226"/>
                    <a:pt x="4" y="226"/>
                    <a:pt x="4" y="226"/>
                  </a:cubicBezTo>
                  <a:cubicBezTo>
                    <a:pt x="1" y="226"/>
                    <a:pt x="0" y="220"/>
                    <a:pt x="0" y="212"/>
                  </a:cubicBezTo>
                  <a:cubicBezTo>
                    <a:pt x="0" y="14"/>
                    <a:pt x="0" y="14"/>
                    <a:pt x="0" y="14"/>
                  </a:cubicBezTo>
                  <a:cubicBezTo>
                    <a:pt x="0" y="6"/>
                    <a:pt x="1" y="0"/>
                    <a:pt x="4" y="0"/>
                  </a:cubicBezTo>
                  <a:cubicBezTo>
                    <a:pt x="40" y="0"/>
                    <a:pt x="40" y="0"/>
                    <a:pt x="40" y="0"/>
                  </a:cubicBezTo>
                  <a:cubicBezTo>
                    <a:pt x="42" y="0"/>
                    <a:pt x="44" y="6"/>
                    <a:pt x="44" y="14"/>
                  </a:cubicBezTo>
                  <a:lnTo>
                    <a:pt x="44" y="212"/>
                  </a:lnTo>
                  <a:close/>
                </a:path>
              </a:pathLst>
            </a:custGeom>
            <a:solidFill>
              <a:srgbClr val="31A6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9"/>
            <p:cNvSpPr>
              <a:spLocks/>
            </p:cNvSpPr>
            <p:nvPr/>
          </p:nvSpPr>
          <p:spPr bwMode="auto">
            <a:xfrm>
              <a:off x="2027238" y="1243013"/>
              <a:ext cx="1028700" cy="1062038"/>
            </a:xfrm>
            <a:custGeom>
              <a:avLst/>
              <a:gdLst>
                <a:gd name="T0" fmla="*/ 554 w 648"/>
                <a:gd name="T1" fmla="*/ 76 h 669"/>
                <a:gd name="T2" fmla="*/ 459 w 648"/>
                <a:gd name="T3" fmla="*/ 154 h 669"/>
                <a:gd name="T4" fmla="*/ 497 w 648"/>
                <a:gd name="T5" fmla="*/ 178 h 669"/>
                <a:gd name="T6" fmla="*/ 227 w 648"/>
                <a:gd name="T7" fmla="*/ 588 h 669"/>
                <a:gd name="T8" fmla="*/ 62 w 648"/>
                <a:gd name="T9" fmla="*/ 503 h 669"/>
                <a:gd name="T10" fmla="*/ 0 w 648"/>
                <a:gd name="T11" fmla="*/ 574 h 669"/>
                <a:gd name="T12" fmla="*/ 48 w 648"/>
                <a:gd name="T13" fmla="*/ 614 h 669"/>
                <a:gd name="T14" fmla="*/ 78 w 648"/>
                <a:gd name="T15" fmla="*/ 581 h 669"/>
                <a:gd name="T16" fmla="*/ 249 w 648"/>
                <a:gd name="T17" fmla="*/ 669 h 669"/>
                <a:gd name="T18" fmla="*/ 549 w 648"/>
                <a:gd name="T19" fmla="*/ 211 h 669"/>
                <a:gd name="T20" fmla="*/ 587 w 648"/>
                <a:gd name="T21" fmla="*/ 235 h 669"/>
                <a:gd name="T22" fmla="*/ 618 w 648"/>
                <a:gd name="T23" fmla="*/ 119 h 669"/>
                <a:gd name="T24" fmla="*/ 648 w 648"/>
                <a:gd name="T25" fmla="*/ 0 h 669"/>
                <a:gd name="T26" fmla="*/ 554 w 648"/>
                <a:gd name="T27" fmla="*/ 76 h 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8" h="669">
                  <a:moveTo>
                    <a:pt x="554" y="76"/>
                  </a:moveTo>
                  <a:lnTo>
                    <a:pt x="459" y="154"/>
                  </a:lnTo>
                  <a:lnTo>
                    <a:pt x="497" y="178"/>
                  </a:lnTo>
                  <a:lnTo>
                    <a:pt x="227" y="588"/>
                  </a:lnTo>
                  <a:lnTo>
                    <a:pt x="62" y="503"/>
                  </a:lnTo>
                  <a:lnTo>
                    <a:pt x="0" y="574"/>
                  </a:lnTo>
                  <a:lnTo>
                    <a:pt x="48" y="614"/>
                  </a:lnTo>
                  <a:lnTo>
                    <a:pt x="78" y="581"/>
                  </a:lnTo>
                  <a:lnTo>
                    <a:pt x="249" y="669"/>
                  </a:lnTo>
                  <a:lnTo>
                    <a:pt x="549" y="211"/>
                  </a:lnTo>
                  <a:lnTo>
                    <a:pt x="587" y="235"/>
                  </a:lnTo>
                  <a:lnTo>
                    <a:pt x="618" y="119"/>
                  </a:lnTo>
                  <a:lnTo>
                    <a:pt x="648" y="0"/>
                  </a:lnTo>
                  <a:lnTo>
                    <a:pt x="554" y="76"/>
                  </a:lnTo>
                  <a:close/>
                </a:path>
              </a:pathLst>
            </a:custGeom>
            <a:solidFill>
              <a:srgbClr val="31A6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3" name="组合 29"/>
          <p:cNvGrpSpPr/>
          <p:nvPr/>
        </p:nvGrpSpPr>
        <p:grpSpPr>
          <a:xfrm>
            <a:off x="7184812" y="2497759"/>
            <a:ext cx="785813" cy="787400"/>
            <a:chOff x="-1498600" y="1306513"/>
            <a:chExt cx="785813" cy="787400"/>
          </a:xfrm>
        </p:grpSpPr>
        <p:sp>
          <p:nvSpPr>
            <p:cNvPr id="64" name="Freeform 10"/>
            <p:cNvSpPr>
              <a:spLocks noEditPoints="1"/>
            </p:cNvSpPr>
            <p:nvPr/>
          </p:nvSpPr>
          <p:spPr bwMode="auto">
            <a:xfrm>
              <a:off x="-1498600" y="1306513"/>
              <a:ext cx="785813" cy="787400"/>
            </a:xfrm>
            <a:custGeom>
              <a:avLst/>
              <a:gdLst>
                <a:gd name="T0" fmla="*/ 0 w 209"/>
                <a:gd name="T1" fmla="*/ 104 h 209"/>
                <a:gd name="T2" fmla="*/ 104 w 209"/>
                <a:gd name="T3" fmla="*/ 0 h 209"/>
                <a:gd name="T4" fmla="*/ 104 w 209"/>
                <a:gd name="T5" fmla="*/ 0 h 209"/>
                <a:gd name="T6" fmla="*/ 209 w 209"/>
                <a:gd name="T7" fmla="*/ 104 h 209"/>
                <a:gd name="T8" fmla="*/ 209 w 209"/>
                <a:gd name="T9" fmla="*/ 104 h 209"/>
                <a:gd name="T10" fmla="*/ 104 w 209"/>
                <a:gd name="T11" fmla="*/ 209 h 209"/>
                <a:gd name="T12" fmla="*/ 104 w 209"/>
                <a:gd name="T13" fmla="*/ 209 h 209"/>
                <a:gd name="T14" fmla="*/ 0 w 209"/>
                <a:gd name="T15" fmla="*/ 104 h 209"/>
                <a:gd name="T16" fmla="*/ 34 w 209"/>
                <a:gd name="T17" fmla="*/ 33 h 209"/>
                <a:gd name="T18" fmla="*/ 4 w 209"/>
                <a:gd name="T19" fmla="*/ 104 h 209"/>
                <a:gd name="T20" fmla="*/ 4 w 209"/>
                <a:gd name="T21" fmla="*/ 104 h 209"/>
                <a:gd name="T22" fmla="*/ 34 w 209"/>
                <a:gd name="T23" fmla="*/ 175 h 209"/>
                <a:gd name="T24" fmla="*/ 34 w 209"/>
                <a:gd name="T25" fmla="*/ 175 h 209"/>
                <a:gd name="T26" fmla="*/ 104 w 209"/>
                <a:gd name="T27" fmla="*/ 204 h 209"/>
                <a:gd name="T28" fmla="*/ 104 w 209"/>
                <a:gd name="T29" fmla="*/ 204 h 209"/>
                <a:gd name="T30" fmla="*/ 175 w 209"/>
                <a:gd name="T31" fmla="*/ 175 h 209"/>
                <a:gd name="T32" fmla="*/ 175 w 209"/>
                <a:gd name="T33" fmla="*/ 175 h 209"/>
                <a:gd name="T34" fmla="*/ 204 w 209"/>
                <a:gd name="T35" fmla="*/ 104 h 209"/>
                <a:gd name="T36" fmla="*/ 204 w 209"/>
                <a:gd name="T37" fmla="*/ 104 h 209"/>
                <a:gd name="T38" fmla="*/ 175 w 209"/>
                <a:gd name="T39" fmla="*/ 33 h 209"/>
                <a:gd name="T40" fmla="*/ 175 w 209"/>
                <a:gd name="T41" fmla="*/ 33 h 209"/>
                <a:gd name="T42" fmla="*/ 104 w 209"/>
                <a:gd name="T43" fmla="*/ 4 h 209"/>
                <a:gd name="T44" fmla="*/ 104 w 209"/>
                <a:gd name="T45" fmla="*/ 4 h 209"/>
                <a:gd name="T46" fmla="*/ 34 w 209"/>
                <a:gd name="T47" fmla="*/ 33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9" h="209">
                  <a:moveTo>
                    <a:pt x="0" y="104"/>
                  </a:moveTo>
                  <a:cubicBezTo>
                    <a:pt x="0" y="46"/>
                    <a:pt x="46" y="0"/>
                    <a:pt x="104" y="0"/>
                  </a:cubicBezTo>
                  <a:cubicBezTo>
                    <a:pt x="104" y="0"/>
                    <a:pt x="104" y="0"/>
                    <a:pt x="104" y="0"/>
                  </a:cubicBezTo>
                  <a:cubicBezTo>
                    <a:pt x="162" y="0"/>
                    <a:pt x="209" y="46"/>
                    <a:pt x="209" y="104"/>
                  </a:cubicBezTo>
                  <a:cubicBezTo>
                    <a:pt x="209" y="104"/>
                    <a:pt x="209" y="104"/>
                    <a:pt x="209" y="104"/>
                  </a:cubicBezTo>
                  <a:cubicBezTo>
                    <a:pt x="209" y="162"/>
                    <a:pt x="162" y="209"/>
                    <a:pt x="104" y="209"/>
                  </a:cubicBezTo>
                  <a:cubicBezTo>
                    <a:pt x="104" y="209"/>
                    <a:pt x="104" y="209"/>
                    <a:pt x="104" y="209"/>
                  </a:cubicBezTo>
                  <a:cubicBezTo>
                    <a:pt x="46" y="209"/>
                    <a:pt x="0" y="162"/>
                    <a:pt x="0" y="104"/>
                  </a:cubicBezTo>
                  <a:close/>
                  <a:moveTo>
                    <a:pt x="34" y="33"/>
                  </a:moveTo>
                  <a:cubicBezTo>
                    <a:pt x="15" y="52"/>
                    <a:pt x="4" y="77"/>
                    <a:pt x="4" y="104"/>
                  </a:cubicBezTo>
                  <a:cubicBezTo>
                    <a:pt x="4" y="104"/>
                    <a:pt x="4" y="104"/>
                    <a:pt x="4" y="104"/>
                  </a:cubicBezTo>
                  <a:cubicBezTo>
                    <a:pt x="4" y="132"/>
                    <a:pt x="15" y="157"/>
                    <a:pt x="34" y="175"/>
                  </a:cubicBezTo>
                  <a:cubicBezTo>
                    <a:pt x="34" y="175"/>
                    <a:pt x="34" y="175"/>
                    <a:pt x="34" y="175"/>
                  </a:cubicBezTo>
                  <a:cubicBezTo>
                    <a:pt x="52" y="193"/>
                    <a:pt x="77" y="204"/>
                    <a:pt x="104" y="204"/>
                  </a:cubicBezTo>
                  <a:cubicBezTo>
                    <a:pt x="104" y="204"/>
                    <a:pt x="104" y="204"/>
                    <a:pt x="104" y="204"/>
                  </a:cubicBezTo>
                  <a:cubicBezTo>
                    <a:pt x="132" y="204"/>
                    <a:pt x="157" y="193"/>
                    <a:pt x="175" y="175"/>
                  </a:cubicBezTo>
                  <a:cubicBezTo>
                    <a:pt x="175" y="175"/>
                    <a:pt x="175" y="175"/>
                    <a:pt x="175" y="175"/>
                  </a:cubicBezTo>
                  <a:cubicBezTo>
                    <a:pt x="193" y="157"/>
                    <a:pt x="204" y="132"/>
                    <a:pt x="204" y="104"/>
                  </a:cubicBezTo>
                  <a:cubicBezTo>
                    <a:pt x="204" y="104"/>
                    <a:pt x="204" y="104"/>
                    <a:pt x="204" y="104"/>
                  </a:cubicBezTo>
                  <a:cubicBezTo>
                    <a:pt x="204" y="77"/>
                    <a:pt x="193" y="52"/>
                    <a:pt x="175" y="33"/>
                  </a:cubicBezTo>
                  <a:cubicBezTo>
                    <a:pt x="175" y="33"/>
                    <a:pt x="175" y="33"/>
                    <a:pt x="175" y="33"/>
                  </a:cubicBezTo>
                  <a:cubicBezTo>
                    <a:pt x="157" y="15"/>
                    <a:pt x="132" y="4"/>
                    <a:pt x="104" y="4"/>
                  </a:cubicBezTo>
                  <a:cubicBezTo>
                    <a:pt x="104" y="4"/>
                    <a:pt x="104" y="4"/>
                    <a:pt x="104" y="4"/>
                  </a:cubicBezTo>
                  <a:cubicBezTo>
                    <a:pt x="77" y="4"/>
                    <a:pt x="52" y="15"/>
                    <a:pt x="34" y="33"/>
                  </a:cubicBezTo>
                  <a:close/>
                </a:path>
              </a:pathLst>
            </a:custGeom>
            <a:solidFill>
              <a:srgbClr val="EA56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11"/>
            <p:cNvSpPr>
              <a:spLocks/>
            </p:cNvSpPr>
            <p:nvPr/>
          </p:nvSpPr>
          <p:spPr bwMode="auto">
            <a:xfrm>
              <a:off x="-1347788" y="1317626"/>
              <a:ext cx="498475" cy="768350"/>
            </a:xfrm>
            <a:custGeom>
              <a:avLst/>
              <a:gdLst>
                <a:gd name="T0" fmla="*/ 65 w 133"/>
                <a:gd name="T1" fmla="*/ 131 h 204"/>
                <a:gd name="T2" fmla="*/ 59 w 133"/>
                <a:gd name="T3" fmla="*/ 145 h 204"/>
                <a:gd name="T4" fmla="*/ 67 w 133"/>
                <a:gd name="T5" fmla="*/ 168 h 204"/>
                <a:gd name="T6" fmla="*/ 68 w 133"/>
                <a:gd name="T7" fmla="*/ 167 h 204"/>
                <a:gd name="T8" fmla="*/ 68 w 133"/>
                <a:gd name="T9" fmla="*/ 197 h 204"/>
                <a:gd name="T10" fmla="*/ 77 w 133"/>
                <a:gd name="T11" fmla="*/ 201 h 204"/>
                <a:gd name="T12" fmla="*/ 83 w 133"/>
                <a:gd name="T13" fmla="*/ 193 h 204"/>
                <a:gd name="T14" fmla="*/ 81 w 133"/>
                <a:gd name="T15" fmla="*/ 194 h 204"/>
                <a:gd name="T16" fmla="*/ 91 w 133"/>
                <a:gd name="T17" fmla="*/ 189 h 204"/>
                <a:gd name="T18" fmla="*/ 103 w 133"/>
                <a:gd name="T19" fmla="*/ 183 h 204"/>
                <a:gd name="T20" fmla="*/ 108 w 133"/>
                <a:gd name="T21" fmla="*/ 177 h 204"/>
                <a:gd name="T22" fmla="*/ 110 w 133"/>
                <a:gd name="T23" fmla="*/ 177 h 204"/>
                <a:gd name="T24" fmla="*/ 126 w 133"/>
                <a:gd name="T25" fmla="*/ 162 h 204"/>
                <a:gd name="T26" fmla="*/ 133 w 133"/>
                <a:gd name="T27" fmla="*/ 147 h 204"/>
                <a:gd name="T28" fmla="*/ 115 w 133"/>
                <a:gd name="T29" fmla="*/ 139 h 204"/>
                <a:gd name="T30" fmla="*/ 99 w 133"/>
                <a:gd name="T31" fmla="*/ 129 h 204"/>
                <a:gd name="T32" fmla="*/ 82 w 133"/>
                <a:gd name="T33" fmla="*/ 120 h 204"/>
                <a:gd name="T34" fmla="*/ 65 w 133"/>
                <a:gd name="T35" fmla="*/ 124 h 204"/>
                <a:gd name="T36" fmla="*/ 62 w 133"/>
                <a:gd name="T37" fmla="*/ 123 h 204"/>
                <a:gd name="T38" fmla="*/ 53 w 133"/>
                <a:gd name="T39" fmla="*/ 114 h 204"/>
                <a:gd name="T40" fmla="*/ 48 w 133"/>
                <a:gd name="T41" fmla="*/ 106 h 204"/>
                <a:gd name="T42" fmla="*/ 47 w 133"/>
                <a:gd name="T43" fmla="*/ 98 h 204"/>
                <a:gd name="T44" fmla="*/ 39 w 133"/>
                <a:gd name="T45" fmla="*/ 84 h 204"/>
                <a:gd name="T46" fmla="*/ 55 w 133"/>
                <a:gd name="T47" fmla="*/ 83 h 204"/>
                <a:gd name="T48" fmla="*/ 60 w 133"/>
                <a:gd name="T49" fmla="*/ 93 h 204"/>
                <a:gd name="T50" fmla="*/ 62 w 133"/>
                <a:gd name="T51" fmla="*/ 87 h 204"/>
                <a:gd name="T52" fmla="*/ 69 w 133"/>
                <a:gd name="T53" fmla="*/ 74 h 204"/>
                <a:gd name="T54" fmla="*/ 88 w 133"/>
                <a:gd name="T55" fmla="*/ 55 h 204"/>
                <a:gd name="T56" fmla="*/ 100 w 133"/>
                <a:gd name="T57" fmla="*/ 47 h 204"/>
                <a:gd name="T58" fmla="*/ 69 w 133"/>
                <a:gd name="T59" fmla="*/ 15 h 204"/>
                <a:gd name="T60" fmla="*/ 65 w 133"/>
                <a:gd name="T61" fmla="*/ 17 h 204"/>
                <a:gd name="T62" fmla="*/ 43 w 133"/>
                <a:gd name="T63" fmla="*/ 6 h 204"/>
                <a:gd name="T64" fmla="*/ 22 w 133"/>
                <a:gd name="T65" fmla="*/ 14 h 204"/>
                <a:gd name="T66" fmla="*/ 25 w 133"/>
                <a:gd name="T67" fmla="*/ 18 h 204"/>
                <a:gd name="T68" fmla="*/ 26 w 133"/>
                <a:gd name="T69" fmla="*/ 27 h 204"/>
                <a:gd name="T70" fmla="*/ 23 w 133"/>
                <a:gd name="T71" fmla="*/ 34 h 204"/>
                <a:gd name="T72" fmla="*/ 21 w 133"/>
                <a:gd name="T73" fmla="*/ 40 h 204"/>
                <a:gd name="T74" fmla="*/ 21 w 133"/>
                <a:gd name="T75" fmla="*/ 41 h 204"/>
                <a:gd name="T76" fmla="*/ 13 w 133"/>
                <a:gd name="T77" fmla="*/ 91 h 204"/>
                <a:gd name="T78" fmla="*/ 16 w 133"/>
                <a:gd name="T79" fmla="*/ 90 h 204"/>
                <a:gd name="T80" fmla="*/ 16 w 133"/>
                <a:gd name="T81" fmla="*/ 78 h 204"/>
                <a:gd name="T82" fmla="*/ 36 w 133"/>
                <a:gd name="T83" fmla="*/ 107 h 204"/>
                <a:gd name="T84" fmla="*/ 44 w 133"/>
                <a:gd name="T85" fmla="*/ 114 h 204"/>
                <a:gd name="T86" fmla="*/ 46 w 133"/>
                <a:gd name="T87" fmla="*/ 115 h 204"/>
                <a:gd name="T88" fmla="*/ 60 w 133"/>
                <a:gd name="T89" fmla="*/ 127 h 204"/>
                <a:gd name="T90" fmla="*/ 65 w 133"/>
                <a:gd name="T91" fmla="*/ 129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3" h="204">
                  <a:moveTo>
                    <a:pt x="65" y="131"/>
                  </a:moveTo>
                  <a:cubicBezTo>
                    <a:pt x="53" y="141"/>
                    <a:pt x="59" y="145"/>
                    <a:pt x="59" y="145"/>
                  </a:cubicBezTo>
                  <a:cubicBezTo>
                    <a:pt x="51" y="155"/>
                    <a:pt x="67" y="168"/>
                    <a:pt x="67" y="168"/>
                  </a:cubicBezTo>
                  <a:cubicBezTo>
                    <a:pt x="67" y="168"/>
                    <a:pt x="57" y="166"/>
                    <a:pt x="68" y="167"/>
                  </a:cubicBezTo>
                  <a:cubicBezTo>
                    <a:pt x="80" y="168"/>
                    <a:pt x="71" y="191"/>
                    <a:pt x="68" y="197"/>
                  </a:cubicBezTo>
                  <a:cubicBezTo>
                    <a:pt x="66" y="204"/>
                    <a:pt x="80" y="200"/>
                    <a:pt x="77" y="201"/>
                  </a:cubicBezTo>
                  <a:cubicBezTo>
                    <a:pt x="74" y="202"/>
                    <a:pt x="83" y="193"/>
                    <a:pt x="83" y="193"/>
                  </a:cubicBezTo>
                  <a:cubicBezTo>
                    <a:pt x="83" y="193"/>
                    <a:pt x="78" y="192"/>
                    <a:pt x="81" y="194"/>
                  </a:cubicBezTo>
                  <a:cubicBezTo>
                    <a:pt x="84" y="197"/>
                    <a:pt x="91" y="189"/>
                    <a:pt x="91" y="189"/>
                  </a:cubicBezTo>
                  <a:cubicBezTo>
                    <a:pt x="95" y="191"/>
                    <a:pt x="102" y="187"/>
                    <a:pt x="103" y="183"/>
                  </a:cubicBezTo>
                  <a:cubicBezTo>
                    <a:pt x="104" y="180"/>
                    <a:pt x="108" y="177"/>
                    <a:pt x="108" y="177"/>
                  </a:cubicBezTo>
                  <a:cubicBezTo>
                    <a:pt x="108" y="177"/>
                    <a:pt x="101" y="176"/>
                    <a:pt x="110" y="177"/>
                  </a:cubicBezTo>
                  <a:cubicBezTo>
                    <a:pt x="119" y="178"/>
                    <a:pt x="122" y="167"/>
                    <a:pt x="126" y="162"/>
                  </a:cubicBezTo>
                  <a:cubicBezTo>
                    <a:pt x="131" y="158"/>
                    <a:pt x="133" y="151"/>
                    <a:pt x="133" y="147"/>
                  </a:cubicBezTo>
                  <a:cubicBezTo>
                    <a:pt x="133" y="142"/>
                    <a:pt x="115" y="139"/>
                    <a:pt x="115" y="139"/>
                  </a:cubicBezTo>
                  <a:cubicBezTo>
                    <a:pt x="110" y="127"/>
                    <a:pt x="99" y="129"/>
                    <a:pt x="99" y="129"/>
                  </a:cubicBezTo>
                  <a:cubicBezTo>
                    <a:pt x="92" y="118"/>
                    <a:pt x="82" y="120"/>
                    <a:pt x="82" y="120"/>
                  </a:cubicBezTo>
                  <a:cubicBezTo>
                    <a:pt x="72" y="112"/>
                    <a:pt x="65" y="124"/>
                    <a:pt x="65" y="124"/>
                  </a:cubicBezTo>
                  <a:cubicBezTo>
                    <a:pt x="65" y="122"/>
                    <a:pt x="62" y="123"/>
                    <a:pt x="62" y="123"/>
                  </a:cubicBezTo>
                  <a:cubicBezTo>
                    <a:pt x="52" y="125"/>
                    <a:pt x="53" y="117"/>
                    <a:pt x="53" y="114"/>
                  </a:cubicBezTo>
                  <a:cubicBezTo>
                    <a:pt x="53" y="111"/>
                    <a:pt x="45" y="108"/>
                    <a:pt x="48" y="106"/>
                  </a:cubicBezTo>
                  <a:cubicBezTo>
                    <a:pt x="51" y="104"/>
                    <a:pt x="47" y="98"/>
                    <a:pt x="47" y="98"/>
                  </a:cubicBezTo>
                  <a:cubicBezTo>
                    <a:pt x="28" y="106"/>
                    <a:pt x="35" y="86"/>
                    <a:pt x="39" y="84"/>
                  </a:cubicBezTo>
                  <a:cubicBezTo>
                    <a:pt x="44" y="83"/>
                    <a:pt x="52" y="83"/>
                    <a:pt x="55" y="83"/>
                  </a:cubicBezTo>
                  <a:cubicBezTo>
                    <a:pt x="58" y="82"/>
                    <a:pt x="55" y="89"/>
                    <a:pt x="60" y="93"/>
                  </a:cubicBezTo>
                  <a:cubicBezTo>
                    <a:pt x="64" y="96"/>
                    <a:pt x="62" y="87"/>
                    <a:pt x="62" y="87"/>
                  </a:cubicBezTo>
                  <a:cubicBezTo>
                    <a:pt x="59" y="79"/>
                    <a:pt x="69" y="74"/>
                    <a:pt x="69" y="74"/>
                  </a:cubicBezTo>
                  <a:cubicBezTo>
                    <a:pt x="71" y="69"/>
                    <a:pt x="82" y="54"/>
                    <a:pt x="88" y="55"/>
                  </a:cubicBezTo>
                  <a:cubicBezTo>
                    <a:pt x="94" y="56"/>
                    <a:pt x="102" y="59"/>
                    <a:pt x="100" y="47"/>
                  </a:cubicBezTo>
                  <a:cubicBezTo>
                    <a:pt x="100" y="47"/>
                    <a:pt x="105" y="13"/>
                    <a:pt x="69" y="15"/>
                  </a:cubicBezTo>
                  <a:cubicBezTo>
                    <a:pt x="65" y="17"/>
                    <a:pt x="65" y="17"/>
                    <a:pt x="65" y="17"/>
                  </a:cubicBezTo>
                  <a:cubicBezTo>
                    <a:pt x="55" y="25"/>
                    <a:pt x="46" y="11"/>
                    <a:pt x="43" y="6"/>
                  </a:cubicBezTo>
                  <a:cubicBezTo>
                    <a:pt x="39" y="0"/>
                    <a:pt x="22" y="14"/>
                    <a:pt x="22" y="14"/>
                  </a:cubicBezTo>
                  <a:cubicBezTo>
                    <a:pt x="6" y="20"/>
                    <a:pt x="19" y="19"/>
                    <a:pt x="25" y="18"/>
                  </a:cubicBezTo>
                  <a:cubicBezTo>
                    <a:pt x="31" y="17"/>
                    <a:pt x="26" y="27"/>
                    <a:pt x="26" y="27"/>
                  </a:cubicBezTo>
                  <a:cubicBezTo>
                    <a:pt x="26" y="27"/>
                    <a:pt x="28" y="34"/>
                    <a:pt x="23" y="34"/>
                  </a:cubicBezTo>
                  <a:cubicBezTo>
                    <a:pt x="19" y="34"/>
                    <a:pt x="18" y="39"/>
                    <a:pt x="21" y="40"/>
                  </a:cubicBezTo>
                  <a:cubicBezTo>
                    <a:pt x="23" y="40"/>
                    <a:pt x="21" y="41"/>
                    <a:pt x="21" y="41"/>
                  </a:cubicBezTo>
                  <a:cubicBezTo>
                    <a:pt x="0" y="51"/>
                    <a:pt x="11" y="90"/>
                    <a:pt x="13" y="91"/>
                  </a:cubicBezTo>
                  <a:cubicBezTo>
                    <a:pt x="14" y="92"/>
                    <a:pt x="16" y="90"/>
                    <a:pt x="16" y="90"/>
                  </a:cubicBezTo>
                  <a:cubicBezTo>
                    <a:pt x="15" y="85"/>
                    <a:pt x="16" y="78"/>
                    <a:pt x="16" y="78"/>
                  </a:cubicBezTo>
                  <a:cubicBezTo>
                    <a:pt x="16" y="97"/>
                    <a:pt x="28" y="106"/>
                    <a:pt x="36" y="107"/>
                  </a:cubicBezTo>
                  <a:cubicBezTo>
                    <a:pt x="44" y="107"/>
                    <a:pt x="44" y="114"/>
                    <a:pt x="44" y="114"/>
                  </a:cubicBezTo>
                  <a:cubicBezTo>
                    <a:pt x="44" y="114"/>
                    <a:pt x="38" y="104"/>
                    <a:pt x="46" y="115"/>
                  </a:cubicBezTo>
                  <a:cubicBezTo>
                    <a:pt x="53" y="126"/>
                    <a:pt x="56" y="128"/>
                    <a:pt x="60" y="127"/>
                  </a:cubicBezTo>
                  <a:cubicBezTo>
                    <a:pt x="64" y="125"/>
                    <a:pt x="65" y="129"/>
                    <a:pt x="65" y="129"/>
                  </a:cubicBezTo>
                </a:path>
              </a:pathLst>
            </a:custGeom>
            <a:solidFill>
              <a:srgbClr val="EA56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6" name="组合 27"/>
          <p:cNvGrpSpPr/>
          <p:nvPr/>
        </p:nvGrpSpPr>
        <p:grpSpPr>
          <a:xfrm>
            <a:off x="7122595" y="3870781"/>
            <a:ext cx="1039813" cy="576263"/>
            <a:chOff x="5580063" y="3219451"/>
            <a:chExt cx="1039813" cy="576263"/>
          </a:xfrm>
        </p:grpSpPr>
        <p:sp>
          <p:nvSpPr>
            <p:cNvPr id="67" name="Freeform 12"/>
            <p:cNvSpPr>
              <a:spLocks noEditPoints="1"/>
            </p:cNvSpPr>
            <p:nvPr/>
          </p:nvSpPr>
          <p:spPr bwMode="auto">
            <a:xfrm>
              <a:off x="5580063" y="3227388"/>
              <a:ext cx="307975" cy="557213"/>
            </a:xfrm>
            <a:custGeom>
              <a:avLst/>
              <a:gdLst>
                <a:gd name="T0" fmla="*/ 64 w 82"/>
                <a:gd name="T1" fmla="*/ 0 h 148"/>
                <a:gd name="T2" fmla="*/ 18 w 82"/>
                <a:gd name="T3" fmla="*/ 0 h 148"/>
                <a:gd name="T4" fmla="*/ 0 w 82"/>
                <a:gd name="T5" fmla="*/ 17 h 148"/>
                <a:gd name="T6" fmla="*/ 0 w 82"/>
                <a:gd name="T7" fmla="*/ 131 h 148"/>
                <a:gd name="T8" fmla="*/ 18 w 82"/>
                <a:gd name="T9" fmla="*/ 148 h 148"/>
                <a:gd name="T10" fmla="*/ 64 w 82"/>
                <a:gd name="T11" fmla="*/ 148 h 148"/>
                <a:gd name="T12" fmla="*/ 82 w 82"/>
                <a:gd name="T13" fmla="*/ 131 h 148"/>
                <a:gd name="T14" fmla="*/ 82 w 82"/>
                <a:gd name="T15" fmla="*/ 17 h 148"/>
                <a:gd name="T16" fmla="*/ 64 w 82"/>
                <a:gd name="T17" fmla="*/ 0 h 148"/>
                <a:gd name="T18" fmla="*/ 43 w 82"/>
                <a:gd name="T19" fmla="*/ 128 h 148"/>
                <a:gd name="T20" fmla="*/ 41 w 82"/>
                <a:gd name="T21" fmla="*/ 128 h 148"/>
                <a:gd name="T22" fmla="*/ 33 w 82"/>
                <a:gd name="T23" fmla="*/ 121 h 148"/>
                <a:gd name="T24" fmla="*/ 41 w 82"/>
                <a:gd name="T25" fmla="*/ 113 h 148"/>
                <a:gd name="T26" fmla="*/ 43 w 82"/>
                <a:gd name="T27" fmla="*/ 113 h 148"/>
                <a:gd name="T28" fmla="*/ 51 w 82"/>
                <a:gd name="T29" fmla="*/ 121 h 148"/>
                <a:gd name="T30" fmla="*/ 43 w 82"/>
                <a:gd name="T31" fmla="*/ 128 h 148"/>
                <a:gd name="T32" fmla="*/ 64 w 82"/>
                <a:gd name="T33" fmla="*/ 47 h 148"/>
                <a:gd name="T34" fmla="*/ 18 w 82"/>
                <a:gd name="T35" fmla="*/ 47 h 148"/>
                <a:gd name="T36" fmla="*/ 12 w 82"/>
                <a:gd name="T37" fmla="*/ 41 h 148"/>
                <a:gd name="T38" fmla="*/ 18 w 82"/>
                <a:gd name="T39" fmla="*/ 36 h 148"/>
                <a:gd name="T40" fmla="*/ 64 w 82"/>
                <a:gd name="T41" fmla="*/ 36 h 148"/>
                <a:gd name="T42" fmla="*/ 70 w 82"/>
                <a:gd name="T43" fmla="*/ 41 h 148"/>
                <a:gd name="T44" fmla="*/ 64 w 82"/>
                <a:gd name="T45" fmla="*/ 47 h 148"/>
                <a:gd name="T46" fmla="*/ 64 w 82"/>
                <a:gd name="T47" fmla="*/ 29 h 148"/>
                <a:gd name="T48" fmla="*/ 18 w 82"/>
                <a:gd name="T49" fmla="*/ 29 h 148"/>
                <a:gd name="T50" fmla="*/ 12 w 82"/>
                <a:gd name="T51" fmla="*/ 23 h 148"/>
                <a:gd name="T52" fmla="*/ 18 w 82"/>
                <a:gd name="T53" fmla="*/ 18 h 148"/>
                <a:gd name="T54" fmla="*/ 64 w 82"/>
                <a:gd name="T55" fmla="*/ 18 h 148"/>
                <a:gd name="T56" fmla="*/ 70 w 82"/>
                <a:gd name="T57" fmla="*/ 23 h 148"/>
                <a:gd name="T58" fmla="*/ 64 w 82"/>
                <a:gd name="T59" fmla="*/ 29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2" h="148">
                  <a:moveTo>
                    <a:pt x="64" y="0"/>
                  </a:moveTo>
                  <a:cubicBezTo>
                    <a:pt x="18" y="0"/>
                    <a:pt x="18" y="0"/>
                    <a:pt x="18" y="0"/>
                  </a:cubicBezTo>
                  <a:cubicBezTo>
                    <a:pt x="8" y="0"/>
                    <a:pt x="0" y="7"/>
                    <a:pt x="0" y="17"/>
                  </a:cubicBezTo>
                  <a:cubicBezTo>
                    <a:pt x="0" y="131"/>
                    <a:pt x="0" y="131"/>
                    <a:pt x="0" y="131"/>
                  </a:cubicBezTo>
                  <a:cubicBezTo>
                    <a:pt x="0" y="140"/>
                    <a:pt x="8" y="148"/>
                    <a:pt x="18" y="148"/>
                  </a:cubicBezTo>
                  <a:cubicBezTo>
                    <a:pt x="64" y="148"/>
                    <a:pt x="64" y="148"/>
                    <a:pt x="64" y="148"/>
                  </a:cubicBezTo>
                  <a:cubicBezTo>
                    <a:pt x="74" y="148"/>
                    <a:pt x="82" y="140"/>
                    <a:pt x="82" y="131"/>
                  </a:cubicBezTo>
                  <a:cubicBezTo>
                    <a:pt x="82" y="17"/>
                    <a:pt x="82" y="17"/>
                    <a:pt x="82" y="17"/>
                  </a:cubicBezTo>
                  <a:cubicBezTo>
                    <a:pt x="82" y="7"/>
                    <a:pt x="74" y="0"/>
                    <a:pt x="64" y="0"/>
                  </a:cubicBezTo>
                  <a:close/>
                  <a:moveTo>
                    <a:pt x="43" y="128"/>
                  </a:moveTo>
                  <a:cubicBezTo>
                    <a:pt x="41" y="128"/>
                    <a:pt x="41" y="128"/>
                    <a:pt x="41" y="128"/>
                  </a:cubicBezTo>
                  <a:cubicBezTo>
                    <a:pt x="37" y="128"/>
                    <a:pt x="33" y="125"/>
                    <a:pt x="33" y="121"/>
                  </a:cubicBezTo>
                  <a:cubicBezTo>
                    <a:pt x="33" y="116"/>
                    <a:pt x="37" y="113"/>
                    <a:pt x="41" y="113"/>
                  </a:cubicBezTo>
                  <a:cubicBezTo>
                    <a:pt x="43" y="113"/>
                    <a:pt x="43" y="113"/>
                    <a:pt x="43" y="113"/>
                  </a:cubicBezTo>
                  <a:cubicBezTo>
                    <a:pt x="47" y="113"/>
                    <a:pt x="51" y="116"/>
                    <a:pt x="51" y="121"/>
                  </a:cubicBezTo>
                  <a:cubicBezTo>
                    <a:pt x="51" y="125"/>
                    <a:pt x="47" y="128"/>
                    <a:pt x="43" y="128"/>
                  </a:cubicBezTo>
                  <a:close/>
                  <a:moveTo>
                    <a:pt x="64" y="47"/>
                  </a:moveTo>
                  <a:cubicBezTo>
                    <a:pt x="18" y="47"/>
                    <a:pt x="18" y="47"/>
                    <a:pt x="18" y="47"/>
                  </a:cubicBezTo>
                  <a:cubicBezTo>
                    <a:pt x="15" y="47"/>
                    <a:pt x="12" y="44"/>
                    <a:pt x="12" y="41"/>
                  </a:cubicBezTo>
                  <a:cubicBezTo>
                    <a:pt x="12" y="38"/>
                    <a:pt x="15" y="36"/>
                    <a:pt x="18" y="36"/>
                  </a:cubicBezTo>
                  <a:cubicBezTo>
                    <a:pt x="64" y="36"/>
                    <a:pt x="64" y="36"/>
                    <a:pt x="64" y="36"/>
                  </a:cubicBezTo>
                  <a:cubicBezTo>
                    <a:pt x="67" y="36"/>
                    <a:pt x="70" y="38"/>
                    <a:pt x="70" y="41"/>
                  </a:cubicBezTo>
                  <a:cubicBezTo>
                    <a:pt x="70" y="44"/>
                    <a:pt x="67" y="47"/>
                    <a:pt x="64" y="47"/>
                  </a:cubicBezTo>
                  <a:close/>
                  <a:moveTo>
                    <a:pt x="64" y="29"/>
                  </a:moveTo>
                  <a:cubicBezTo>
                    <a:pt x="18" y="29"/>
                    <a:pt x="18" y="29"/>
                    <a:pt x="18" y="29"/>
                  </a:cubicBezTo>
                  <a:cubicBezTo>
                    <a:pt x="15" y="29"/>
                    <a:pt x="12" y="26"/>
                    <a:pt x="12" y="23"/>
                  </a:cubicBezTo>
                  <a:cubicBezTo>
                    <a:pt x="12" y="20"/>
                    <a:pt x="15" y="18"/>
                    <a:pt x="18" y="18"/>
                  </a:cubicBezTo>
                  <a:cubicBezTo>
                    <a:pt x="64" y="18"/>
                    <a:pt x="64" y="18"/>
                    <a:pt x="64" y="18"/>
                  </a:cubicBezTo>
                  <a:cubicBezTo>
                    <a:pt x="67" y="18"/>
                    <a:pt x="70" y="20"/>
                    <a:pt x="70" y="23"/>
                  </a:cubicBezTo>
                  <a:cubicBezTo>
                    <a:pt x="70" y="26"/>
                    <a:pt x="67" y="29"/>
                    <a:pt x="64" y="29"/>
                  </a:cubicBezTo>
                  <a:close/>
                </a:path>
              </a:pathLst>
            </a:custGeom>
            <a:solidFill>
              <a:srgbClr val="EA56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13"/>
            <p:cNvSpPr>
              <a:spLocks noEditPoints="1"/>
            </p:cNvSpPr>
            <p:nvPr/>
          </p:nvSpPr>
          <p:spPr bwMode="auto">
            <a:xfrm>
              <a:off x="5929313" y="3219451"/>
              <a:ext cx="690563" cy="463550"/>
            </a:xfrm>
            <a:custGeom>
              <a:avLst/>
              <a:gdLst>
                <a:gd name="T0" fmla="*/ 162 w 184"/>
                <a:gd name="T1" fmla="*/ 0 h 123"/>
                <a:gd name="T2" fmla="*/ 21 w 184"/>
                <a:gd name="T3" fmla="*/ 0 h 123"/>
                <a:gd name="T4" fmla="*/ 0 w 184"/>
                <a:gd name="T5" fmla="*/ 22 h 123"/>
                <a:gd name="T6" fmla="*/ 0 w 184"/>
                <a:gd name="T7" fmla="*/ 102 h 123"/>
                <a:gd name="T8" fmla="*/ 21 w 184"/>
                <a:gd name="T9" fmla="*/ 123 h 123"/>
                <a:gd name="T10" fmla="*/ 162 w 184"/>
                <a:gd name="T11" fmla="*/ 123 h 123"/>
                <a:gd name="T12" fmla="*/ 184 w 184"/>
                <a:gd name="T13" fmla="*/ 102 h 123"/>
                <a:gd name="T14" fmla="*/ 184 w 184"/>
                <a:gd name="T15" fmla="*/ 22 h 123"/>
                <a:gd name="T16" fmla="*/ 162 w 184"/>
                <a:gd name="T17" fmla="*/ 0 h 123"/>
                <a:gd name="T18" fmla="*/ 176 w 184"/>
                <a:gd name="T19" fmla="*/ 102 h 123"/>
                <a:gd name="T20" fmla="*/ 162 w 184"/>
                <a:gd name="T21" fmla="*/ 115 h 123"/>
                <a:gd name="T22" fmla="*/ 21 w 184"/>
                <a:gd name="T23" fmla="*/ 115 h 123"/>
                <a:gd name="T24" fmla="*/ 8 w 184"/>
                <a:gd name="T25" fmla="*/ 102 h 123"/>
                <a:gd name="T26" fmla="*/ 8 w 184"/>
                <a:gd name="T27" fmla="*/ 22 h 123"/>
                <a:gd name="T28" fmla="*/ 21 w 184"/>
                <a:gd name="T29" fmla="*/ 9 h 123"/>
                <a:gd name="T30" fmla="*/ 162 w 184"/>
                <a:gd name="T31" fmla="*/ 9 h 123"/>
                <a:gd name="T32" fmla="*/ 176 w 184"/>
                <a:gd name="T33" fmla="*/ 22 h 123"/>
                <a:gd name="T34" fmla="*/ 176 w 184"/>
                <a:gd name="T35" fmla="*/ 102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4" h="123">
                  <a:moveTo>
                    <a:pt x="162" y="0"/>
                  </a:moveTo>
                  <a:cubicBezTo>
                    <a:pt x="21" y="0"/>
                    <a:pt x="21" y="0"/>
                    <a:pt x="21" y="0"/>
                  </a:cubicBezTo>
                  <a:cubicBezTo>
                    <a:pt x="9" y="0"/>
                    <a:pt x="0" y="10"/>
                    <a:pt x="0" y="22"/>
                  </a:cubicBezTo>
                  <a:cubicBezTo>
                    <a:pt x="0" y="102"/>
                    <a:pt x="0" y="102"/>
                    <a:pt x="0" y="102"/>
                  </a:cubicBezTo>
                  <a:cubicBezTo>
                    <a:pt x="0" y="114"/>
                    <a:pt x="9" y="123"/>
                    <a:pt x="21" y="123"/>
                  </a:cubicBezTo>
                  <a:cubicBezTo>
                    <a:pt x="162" y="123"/>
                    <a:pt x="162" y="123"/>
                    <a:pt x="162" y="123"/>
                  </a:cubicBezTo>
                  <a:cubicBezTo>
                    <a:pt x="175" y="123"/>
                    <a:pt x="184" y="114"/>
                    <a:pt x="184" y="102"/>
                  </a:cubicBezTo>
                  <a:cubicBezTo>
                    <a:pt x="184" y="22"/>
                    <a:pt x="184" y="22"/>
                    <a:pt x="184" y="22"/>
                  </a:cubicBezTo>
                  <a:cubicBezTo>
                    <a:pt x="184" y="10"/>
                    <a:pt x="175" y="0"/>
                    <a:pt x="162" y="0"/>
                  </a:cubicBezTo>
                  <a:close/>
                  <a:moveTo>
                    <a:pt x="176" y="102"/>
                  </a:moveTo>
                  <a:cubicBezTo>
                    <a:pt x="176" y="109"/>
                    <a:pt x="170" y="115"/>
                    <a:pt x="162" y="115"/>
                  </a:cubicBezTo>
                  <a:cubicBezTo>
                    <a:pt x="21" y="115"/>
                    <a:pt x="21" y="115"/>
                    <a:pt x="21" y="115"/>
                  </a:cubicBezTo>
                  <a:cubicBezTo>
                    <a:pt x="14" y="115"/>
                    <a:pt x="8" y="109"/>
                    <a:pt x="8" y="102"/>
                  </a:cubicBezTo>
                  <a:cubicBezTo>
                    <a:pt x="8" y="22"/>
                    <a:pt x="8" y="22"/>
                    <a:pt x="8" y="22"/>
                  </a:cubicBezTo>
                  <a:cubicBezTo>
                    <a:pt x="8" y="15"/>
                    <a:pt x="14" y="9"/>
                    <a:pt x="21" y="9"/>
                  </a:cubicBezTo>
                  <a:cubicBezTo>
                    <a:pt x="162" y="9"/>
                    <a:pt x="162" y="9"/>
                    <a:pt x="162" y="9"/>
                  </a:cubicBezTo>
                  <a:cubicBezTo>
                    <a:pt x="170" y="9"/>
                    <a:pt x="176" y="15"/>
                    <a:pt x="176" y="22"/>
                  </a:cubicBezTo>
                  <a:lnTo>
                    <a:pt x="176" y="102"/>
                  </a:lnTo>
                  <a:close/>
                </a:path>
              </a:pathLst>
            </a:custGeom>
            <a:solidFill>
              <a:srgbClr val="EA56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14"/>
            <p:cNvSpPr>
              <a:spLocks/>
            </p:cNvSpPr>
            <p:nvPr/>
          </p:nvSpPr>
          <p:spPr bwMode="auto">
            <a:xfrm>
              <a:off x="6207125" y="3708401"/>
              <a:ext cx="123825" cy="87313"/>
            </a:xfrm>
            <a:custGeom>
              <a:avLst/>
              <a:gdLst>
                <a:gd name="T0" fmla="*/ 33 w 33"/>
                <a:gd name="T1" fmla="*/ 12 h 23"/>
                <a:gd name="T2" fmla="*/ 21 w 33"/>
                <a:gd name="T3" fmla="*/ 23 h 23"/>
                <a:gd name="T4" fmla="*/ 12 w 33"/>
                <a:gd name="T5" fmla="*/ 23 h 23"/>
                <a:gd name="T6" fmla="*/ 0 w 33"/>
                <a:gd name="T7" fmla="*/ 12 h 23"/>
                <a:gd name="T8" fmla="*/ 0 w 33"/>
                <a:gd name="T9" fmla="*/ 12 h 23"/>
                <a:gd name="T10" fmla="*/ 12 w 33"/>
                <a:gd name="T11" fmla="*/ 0 h 23"/>
                <a:gd name="T12" fmla="*/ 21 w 33"/>
                <a:gd name="T13" fmla="*/ 0 h 23"/>
                <a:gd name="T14" fmla="*/ 33 w 33"/>
                <a:gd name="T15" fmla="*/ 12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23">
                  <a:moveTo>
                    <a:pt x="33" y="12"/>
                  </a:moveTo>
                  <a:cubicBezTo>
                    <a:pt x="33" y="18"/>
                    <a:pt x="27" y="23"/>
                    <a:pt x="21" y="23"/>
                  </a:cubicBezTo>
                  <a:cubicBezTo>
                    <a:pt x="12" y="23"/>
                    <a:pt x="12" y="23"/>
                    <a:pt x="12" y="23"/>
                  </a:cubicBezTo>
                  <a:cubicBezTo>
                    <a:pt x="5" y="23"/>
                    <a:pt x="0" y="18"/>
                    <a:pt x="0" y="12"/>
                  </a:cubicBezTo>
                  <a:cubicBezTo>
                    <a:pt x="0" y="12"/>
                    <a:pt x="0" y="12"/>
                    <a:pt x="0" y="12"/>
                  </a:cubicBezTo>
                  <a:cubicBezTo>
                    <a:pt x="0" y="6"/>
                    <a:pt x="5" y="0"/>
                    <a:pt x="12" y="0"/>
                  </a:cubicBezTo>
                  <a:cubicBezTo>
                    <a:pt x="21" y="0"/>
                    <a:pt x="21" y="0"/>
                    <a:pt x="21" y="0"/>
                  </a:cubicBezTo>
                  <a:cubicBezTo>
                    <a:pt x="27" y="0"/>
                    <a:pt x="33" y="6"/>
                    <a:pt x="33" y="12"/>
                  </a:cubicBezTo>
                  <a:close/>
                </a:path>
              </a:pathLst>
            </a:custGeom>
            <a:solidFill>
              <a:srgbClr val="EA56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0" name="组合 30"/>
          <p:cNvGrpSpPr/>
          <p:nvPr/>
        </p:nvGrpSpPr>
        <p:grpSpPr>
          <a:xfrm>
            <a:off x="10406792" y="3637910"/>
            <a:ext cx="773113" cy="774700"/>
            <a:chOff x="-1355725" y="3125788"/>
            <a:chExt cx="773113" cy="774700"/>
          </a:xfrm>
        </p:grpSpPr>
        <p:sp>
          <p:nvSpPr>
            <p:cNvPr id="71" name="Freeform 15"/>
            <p:cNvSpPr>
              <a:spLocks noEditPoints="1"/>
            </p:cNvSpPr>
            <p:nvPr/>
          </p:nvSpPr>
          <p:spPr bwMode="auto">
            <a:xfrm>
              <a:off x="-1066800" y="3235326"/>
              <a:ext cx="165100" cy="552450"/>
            </a:xfrm>
            <a:custGeom>
              <a:avLst/>
              <a:gdLst>
                <a:gd name="T0" fmla="*/ 41 w 44"/>
                <a:gd name="T1" fmla="*/ 117 h 147"/>
                <a:gd name="T2" fmla="*/ 44 w 44"/>
                <a:gd name="T3" fmla="*/ 120 h 147"/>
                <a:gd name="T4" fmla="*/ 26 w 44"/>
                <a:gd name="T5" fmla="*/ 140 h 147"/>
                <a:gd name="T6" fmla="*/ 12 w 44"/>
                <a:gd name="T7" fmla="*/ 147 h 147"/>
                <a:gd name="T8" fmla="*/ 7 w 44"/>
                <a:gd name="T9" fmla="*/ 145 h 147"/>
                <a:gd name="T10" fmla="*/ 6 w 44"/>
                <a:gd name="T11" fmla="*/ 138 h 147"/>
                <a:gd name="T12" fmla="*/ 11 w 44"/>
                <a:gd name="T13" fmla="*/ 103 h 147"/>
                <a:gd name="T14" fmla="*/ 16 w 44"/>
                <a:gd name="T15" fmla="*/ 68 h 147"/>
                <a:gd name="T16" fmla="*/ 16 w 44"/>
                <a:gd name="T17" fmla="*/ 66 h 147"/>
                <a:gd name="T18" fmla="*/ 14 w 44"/>
                <a:gd name="T19" fmla="*/ 65 h 147"/>
                <a:gd name="T20" fmla="*/ 10 w 44"/>
                <a:gd name="T21" fmla="*/ 66 h 147"/>
                <a:gd name="T22" fmla="*/ 4 w 44"/>
                <a:gd name="T23" fmla="*/ 72 h 147"/>
                <a:gd name="T24" fmla="*/ 0 w 44"/>
                <a:gd name="T25" fmla="*/ 69 h 147"/>
                <a:gd name="T26" fmla="*/ 19 w 44"/>
                <a:gd name="T27" fmla="*/ 50 h 147"/>
                <a:gd name="T28" fmla="*/ 32 w 44"/>
                <a:gd name="T29" fmla="*/ 43 h 147"/>
                <a:gd name="T30" fmla="*/ 37 w 44"/>
                <a:gd name="T31" fmla="*/ 45 h 147"/>
                <a:gd name="T32" fmla="*/ 39 w 44"/>
                <a:gd name="T33" fmla="*/ 51 h 147"/>
                <a:gd name="T34" fmla="*/ 35 w 44"/>
                <a:gd name="T35" fmla="*/ 76 h 147"/>
                <a:gd name="T36" fmla="*/ 33 w 44"/>
                <a:gd name="T37" fmla="*/ 87 h 147"/>
                <a:gd name="T38" fmla="*/ 30 w 44"/>
                <a:gd name="T39" fmla="*/ 110 h 147"/>
                <a:gd name="T40" fmla="*/ 28 w 44"/>
                <a:gd name="T41" fmla="*/ 120 h 147"/>
                <a:gd name="T42" fmla="*/ 29 w 44"/>
                <a:gd name="T43" fmla="*/ 124 h 147"/>
                <a:gd name="T44" fmla="*/ 31 w 44"/>
                <a:gd name="T45" fmla="*/ 125 h 147"/>
                <a:gd name="T46" fmla="*/ 35 w 44"/>
                <a:gd name="T47" fmla="*/ 123 h 147"/>
                <a:gd name="T48" fmla="*/ 41 w 44"/>
                <a:gd name="T49" fmla="*/ 117 h 147"/>
                <a:gd name="T50" fmla="*/ 34 w 44"/>
                <a:gd name="T51" fmla="*/ 0 h 147"/>
                <a:gd name="T52" fmla="*/ 41 w 44"/>
                <a:gd name="T53" fmla="*/ 3 h 147"/>
                <a:gd name="T54" fmla="*/ 44 w 44"/>
                <a:gd name="T55" fmla="*/ 10 h 147"/>
                <a:gd name="T56" fmla="*/ 40 w 44"/>
                <a:gd name="T57" fmla="*/ 22 h 147"/>
                <a:gd name="T58" fmla="*/ 31 w 44"/>
                <a:gd name="T59" fmla="*/ 27 h 147"/>
                <a:gd name="T60" fmla="*/ 23 w 44"/>
                <a:gd name="T61" fmla="*/ 24 h 147"/>
                <a:gd name="T62" fmla="*/ 21 w 44"/>
                <a:gd name="T63" fmla="*/ 16 h 147"/>
                <a:gd name="T64" fmla="*/ 25 w 44"/>
                <a:gd name="T65" fmla="*/ 5 h 147"/>
                <a:gd name="T66" fmla="*/ 34 w 44"/>
                <a:gd name="T67"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4" h="147">
                  <a:moveTo>
                    <a:pt x="41" y="117"/>
                  </a:moveTo>
                  <a:cubicBezTo>
                    <a:pt x="44" y="120"/>
                    <a:pt x="44" y="120"/>
                    <a:pt x="44" y="120"/>
                  </a:cubicBezTo>
                  <a:cubicBezTo>
                    <a:pt x="38" y="129"/>
                    <a:pt x="32" y="135"/>
                    <a:pt x="26" y="140"/>
                  </a:cubicBezTo>
                  <a:cubicBezTo>
                    <a:pt x="20" y="145"/>
                    <a:pt x="16" y="147"/>
                    <a:pt x="12" y="147"/>
                  </a:cubicBezTo>
                  <a:cubicBezTo>
                    <a:pt x="10" y="147"/>
                    <a:pt x="8" y="147"/>
                    <a:pt x="7" y="145"/>
                  </a:cubicBezTo>
                  <a:cubicBezTo>
                    <a:pt x="6" y="144"/>
                    <a:pt x="6" y="141"/>
                    <a:pt x="6" y="138"/>
                  </a:cubicBezTo>
                  <a:cubicBezTo>
                    <a:pt x="6" y="131"/>
                    <a:pt x="7" y="119"/>
                    <a:pt x="11" y="103"/>
                  </a:cubicBezTo>
                  <a:cubicBezTo>
                    <a:pt x="15" y="87"/>
                    <a:pt x="16" y="75"/>
                    <a:pt x="16" y="68"/>
                  </a:cubicBezTo>
                  <a:cubicBezTo>
                    <a:pt x="16" y="67"/>
                    <a:pt x="16" y="66"/>
                    <a:pt x="16" y="66"/>
                  </a:cubicBezTo>
                  <a:cubicBezTo>
                    <a:pt x="15" y="65"/>
                    <a:pt x="15" y="65"/>
                    <a:pt x="14" y="65"/>
                  </a:cubicBezTo>
                  <a:cubicBezTo>
                    <a:pt x="13" y="65"/>
                    <a:pt x="12" y="65"/>
                    <a:pt x="10" y="66"/>
                  </a:cubicBezTo>
                  <a:cubicBezTo>
                    <a:pt x="8" y="68"/>
                    <a:pt x="6" y="70"/>
                    <a:pt x="4" y="72"/>
                  </a:cubicBezTo>
                  <a:cubicBezTo>
                    <a:pt x="0" y="69"/>
                    <a:pt x="0" y="69"/>
                    <a:pt x="0" y="69"/>
                  </a:cubicBezTo>
                  <a:cubicBezTo>
                    <a:pt x="7" y="61"/>
                    <a:pt x="13" y="55"/>
                    <a:pt x="19" y="50"/>
                  </a:cubicBezTo>
                  <a:cubicBezTo>
                    <a:pt x="25" y="46"/>
                    <a:pt x="29" y="43"/>
                    <a:pt x="32" y="43"/>
                  </a:cubicBezTo>
                  <a:cubicBezTo>
                    <a:pt x="34" y="43"/>
                    <a:pt x="36" y="44"/>
                    <a:pt x="37" y="45"/>
                  </a:cubicBezTo>
                  <a:cubicBezTo>
                    <a:pt x="38" y="47"/>
                    <a:pt x="39" y="49"/>
                    <a:pt x="39" y="51"/>
                  </a:cubicBezTo>
                  <a:cubicBezTo>
                    <a:pt x="39" y="54"/>
                    <a:pt x="37" y="62"/>
                    <a:pt x="35" y="76"/>
                  </a:cubicBezTo>
                  <a:cubicBezTo>
                    <a:pt x="34" y="81"/>
                    <a:pt x="34" y="84"/>
                    <a:pt x="33" y="87"/>
                  </a:cubicBezTo>
                  <a:cubicBezTo>
                    <a:pt x="32" y="96"/>
                    <a:pt x="30" y="104"/>
                    <a:pt x="30" y="110"/>
                  </a:cubicBezTo>
                  <a:cubicBezTo>
                    <a:pt x="29" y="116"/>
                    <a:pt x="28" y="119"/>
                    <a:pt x="28" y="120"/>
                  </a:cubicBezTo>
                  <a:cubicBezTo>
                    <a:pt x="28" y="122"/>
                    <a:pt x="28" y="123"/>
                    <a:pt x="29" y="124"/>
                  </a:cubicBezTo>
                  <a:cubicBezTo>
                    <a:pt x="29" y="125"/>
                    <a:pt x="30" y="125"/>
                    <a:pt x="31" y="125"/>
                  </a:cubicBezTo>
                  <a:cubicBezTo>
                    <a:pt x="32" y="125"/>
                    <a:pt x="34" y="124"/>
                    <a:pt x="35" y="123"/>
                  </a:cubicBezTo>
                  <a:cubicBezTo>
                    <a:pt x="37" y="122"/>
                    <a:pt x="39" y="120"/>
                    <a:pt x="41" y="117"/>
                  </a:cubicBezTo>
                  <a:close/>
                  <a:moveTo>
                    <a:pt x="34" y="0"/>
                  </a:moveTo>
                  <a:cubicBezTo>
                    <a:pt x="37" y="0"/>
                    <a:pt x="40" y="1"/>
                    <a:pt x="41" y="3"/>
                  </a:cubicBezTo>
                  <a:cubicBezTo>
                    <a:pt x="43" y="5"/>
                    <a:pt x="44" y="7"/>
                    <a:pt x="44" y="10"/>
                  </a:cubicBezTo>
                  <a:cubicBezTo>
                    <a:pt x="44" y="15"/>
                    <a:pt x="43" y="19"/>
                    <a:pt x="40" y="22"/>
                  </a:cubicBezTo>
                  <a:cubicBezTo>
                    <a:pt x="38" y="25"/>
                    <a:pt x="34" y="27"/>
                    <a:pt x="31" y="27"/>
                  </a:cubicBezTo>
                  <a:cubicBezTo>
                    <a:pt x="28" y="27"/>
                    <a:pt x="25" y="26"/>
                    <a:pt x="23" y="24"/>
                  </a:cubicBezTo>
                  <a:cubicBezTo>
                    <a:pt x="22" y="22"/>
                    <a:pt x="21" y="19"/>
                    <a:pt x="21" y="16"/>
                  </a:cubicBezTo>
                  <a:cubicBezTo>
                    <a:pt x="21" y="12"/>
                    <a:pt x="22" y="8"/>
                    <a:pt x="25" y="5"/>
                  </a:cubicBezTo>
                  <a:cubicBezTo>
                    <a:pt x="28" y="2"/>
                    <a:pt x="31" y="0"/>
                    <a:pt x="34" y="0"/>
                  </a:cubicBezTo>
                  <a:close/>
                </a:path>
              </a:pathLst>
            </a:custGeom>
            <a:solidFill>
              <a:srgbClr val="EA56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16"/>
            <p:cNvSpPr>
              <a:spLocks noEditPoints="1"/>
            </p:cNvSpPr>
            <p:nvPr/>
          </p:nvSpPr>
          <p:spPr bwMode="auto">
            <a:xfrm>
              <a:off x="-1355725" y="3125788"/>
              <a:ext cx="773113" cy="774700"/>
            </a:xfrm>
            <a:custGeom>
              <a:avLst/>
              <a:gdLst>
                <a:gd name="T0" fmla="*/ 0 w 206"/>
                <a:gd name="T1" fmla="*/ 103 h 206"/>
                <a:gd name="T2" fmla="*/ 103 w 206"/>
                <a:gd name="T3" fmla="*/ 0 h 206"/>
                <a:gd name="T4" fmla="*/ 103 w 206"/>
                <a:gd name="T5" fmla="*/ 0 h 206"/>
                <a:gd name="T6" fmla="*/ 206 w 206"/>
                <a:gd name="T7" fmla="*/ 103 h 206"/>
                <a:gd name="T8" fmla="*/ 206 w 206"/>
                <a:gd name="T9" fmla="*/ 103 h 206"/>
                <a:gd name="T10" fmla="*/ 206 w 206"/>
                <a:gd name="T11" fmla="*/ 103 h 206"/>
                <a:gd name="T12" fmla="*/ 103 w 206"/>
                <a:gd name="T13" fmla="*/ 206 h 206"/>
                <a:gd name="T14" fmla="*/ 103 w 206"/>
                <a:gd name="T15" fmla="*/ 206 h 206"/>
                <a:gd name="T16" fmla="*/ 0 w 206"/>
                <a:gd name="T17" fmla="*/ 103 h 206"/>
                <a:gd name="T18" fmla="*/ 40 w 206"/>
                <a:gd name="T19" fmla="*/ 40 h 206"/>
                <a:gd name="T20" fmla="*/ 13 w 206"/>
                <a:gd name="T21" fmla="*/ 103 h 206"/>
                <a:gd name="T22" fmla="*/ 13 w 206"/>
                <a:gd name="T23" fmla="*/ 103 h 206"/>
                <a:gd name="T24" fmla="*/ 40 w 206"/>
                <a:gd name="T25" fmla="*/ 167 h 206"/>
                <a:gd name="T26" fmla="*/ 40 w 206"/>
                <a:gd name="T27" fmla="*/ 167 h 206"/>
                <a:gd name="T28" fmla="*/ 103 w 206"/>
                <a:gd name="T29" fmla="*/ 193 h 206"/>
                <a:gd name="T30" fmla="*/ 103 w 206"/>
                <a:gd name="T31" fmla="*/ 193 h 206"/>
                <a:gd name="T32" fmla="*/ 166 w 206"/>
                <a:gd name="T33" fmla="*/ 167 h 206"/>
                <a:gd name="T34" fmla="*/ 166 w 206"/>
                <a:gd name="T35" fmla="*/ 167 h 206"/>
                <a:gd name="T36" fmla="*/ 192 w 206"/>
                <a:gd name="T37" fmla="*/ 103 h 206"/>
                <a:gd name="T38" fmla="*/ 192 w 206"/>
                <a:gd name="T39" fmla="*/ 103 h 206"/>
                <a:gd name="T40" fmla="*/ 166 w 206"/>
                <a:gd name="T41" fmla="*/ 40 h 206"/>
                <a:gd name="T42" fmla="*/ 166 w 206"/>
                <a:gd name="T43" fmla="*/ 40 h 206"/>
                <a:gd name="T44" fmla="*/ 103 w 206"/>
                <a:gd name="T45" fmla="*/ 14 h 206"/>
                <a:gd name="T46" fmla="*/ 103 w 206"/>
                <a:gd name="T47" fmla="*/ 14 h 206"/>
                <a:gd name="T48" fmla="*/ 40 w 206"/>
                <a:gd name="T49" fmla="*/ 40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6" h="206">
                  <a:moveTo>
                    <a:pt x="0" y="103"/>
                  </a:moveTo>
                  <a:cubicBezTo>
                    <a:pt x="0" y="46"/>
                    <a:pt x="46" y="0"/>
                    <a:pt x="103" y="0"/>
                  </a:cubicBezTo>
                  <a:cubicBezTo>
                    <a:pt x="103" y="0"/>
                    <a:pt x="103" y="0"/>
                    <a:pt x="103" y="0"/>
                  </a:cubicBezTo>
                  <a:cubicBezTo>
                    <a:pt x="160" y="0"/>
                    <a:pt x="206" y="46"/>
                    <a:pt x="206" y="103"/>
                  </a:cubicBezTo>
                  <a:cubicBezTo>
                    <a:pt x="206" y="103"/>
                    <a:pt x="206" y="103"/>
                    <a:pt x="206" y="103"/>
                  </a:cubicBezTo>
                  <a:cubicBezTo>
                    <a:pt x="206" y="103"/>
                    <a:pt x="206" y="103"/>
                    <a:pt x="206" y="103"/>
                  </a:cubicBezTo>
                  <a:cubicBezTo>
                    <a:pt x="206" y="160"/>
                    <a:pt x="160" y="206"/>
                    <a:pt x="103" y="206"/>
                  </a:cubicBezTo>
                  <a:cubicBezTo>
                    <a:pt x="103" y="206"/>
                    <a:pt x="103" y="206"/>
                    <a:pt x="103" y="206"/>
                  </a:cubicBezTo>
                  <a:cubicBezTo>
                    <a:pt x="46" y="206"/>
                    <a:pt x="0" y="160"/>
                    <a:pt x="0" y="103"/>
                  </a:cubicBezTo>
                  <a:close/>
                  <a:moveTo>
                    <a:pt x="40" y="40"/>
                  </a:moveTo>
                  <a:cubicBezTo>
                    <a:pt x="23" y="56"/>
                    <a:pt x="13" y="79"/>
                    <a:pt x="13" y="103"/>
                  </a:cubicBezTo>
                  <a:cubicBezTo>
                    <a:pt x="13" y="103"/>
                    <a:pt x="13" y="103"/>
                    <a:pt x="13" y="103"/>
                  </a:cubicBezTo>
                  <a:cubicBezTo>
                    <a:pt x="13" y="128"/>
                    <a:pt x="23" y="150"/>
                    <a:pt x="40" y="167"/>
                  </a:cubicBezTo>
                  <a:cubicBezTo>
                    <a:pt x="40" y="167"/>
                    <a:pt x="40" y="167"/>
                    <a:pt x="40" y="167"/>
                  </a:cubicBezTo>
                  <a:cubicBezTo>
                    <a:pt x="56" y="183"/>
                    <a:pt x="78" y="193"/>
                    <a:pt x="103" y="193"/>
                  </a:cubicBezTo>
                  <a:cubicBezTo>
                    <a:pt x="103" y="193"/>
                    <a:pt x="103" y="193"/>
                    <a:pt x="103" y="193"/>
                  </a:cubicBezTo>
                  <a:cubicBezTo>
                    <a:pt x="128" y="193"/>
                    <a:pt x="150" y="183"/>
                    <a:pt x="166" y="167"/>
                  </a:cubicBezTo>
                  <a:cubicBezTo>
                    <a:pt x="166" y="167"/>
                    <a:pt x="166" y="167"/>
                    <a:pt x="166" y="167"/>
                  </a:cubicBezTo>
                  <a:cubicBezTo>
                    <a:pt x="182" y="150"/>
                    <a:pt x="192" y="128"/>
                    <a:pt x="192" y="103"/>
                  </a:cubicBezTo>
                  <a:cubicBezTo>
                    <a:pt x="192" y="103"/>
                    <a:pt x="192" y="103"/>
                    <a:pt x="192" y="103"/>
                  </a:cubicBezTo>
                  <a:cubicBezTo>
                    <a:pt x="192" y="79"/>
                    <a:pt x="182" y="56"/>
                    <a:pt x="166" y="40"/>
                  </a:cubicBezTo>
                  <a:cubicBezTo>
                    <a:pt x="166" y="40"/>
                    <a:pt x="166" y="40"/>
                    <a:pt x="166" y="40"/>
                  </a:cubicBezTo>
                  <a:cubicBezTo>
                    <a:pt x="150" y="24"/>
                    <a:pt x="128" y="14"/>
                    <a:pt x="103" y="14"/>
                  </a:cubicBezTo>
                  <a:cubicBezTo>
                    <a:pt x="103" y="14"/>
                    <a:pt x="103" y="14"/>
                    <a:pt x="103" y="14"/>
                  </a:cubicBezTo>
                  <a:cubicBezTo>
                    <a:pt x="78" y="14"/>
                    <a:pt x="56" y="24"/>
                    <a:pt x="40" y="40"/>
                  </a:cubicBezTo>
                  <a:close/>
                </a:path>
              </a:pathLst>
            </a:custGeom>
            <a:solidFill>
              <a:srgbClr val="EA56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Oval 17"/>
            <p:cNvSpPr>
              <a:spLocks noChangeArrowheads="1"/>
            </p:cNvSpPr>
            <p:nvPr/>
          </p:nvSpPr>
          <p:spPr bwMode="auto">
            <a:xfrm>
              <a:off x="-973138" y="3505201"/>
              <a:ext cx="7938" cy="7938"/>
            </a:xfrm>
            <a:prstGeom prst="ellipse">
              <a:avLst/>
            </a:prstGeom>
            <a:solidFill>
              <a:srgbClr val="EA56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4" name="组合 26"/>
          <p:cNvGrpSpPr/>
          <p:nvPr/>
        </p:nvGrpSpPr>
        <p:grpSpPr>
          <a:xfrm>
            <a:off x="10377661" y="2499990"/>
            <a:ext cx="819150" cy="541338"/>
            <a:chOff x="5726113" y="1431926"/>
            <a:chExt cx="819150" cy="541338"/>
          </a:xfrm>
        </p:grpSpPr>
        <p:sp>
          <p:nvSpPr>
            <p:cNvPr id="75" name="Freeform 18"/>
            <p:cNvSpPr>
              <a:spLocks noEditPoints="1"/>
            </p:cNvSpPr>
            <p:nvPr/>
          </p:nvSpPr>
          <p:spPr bwMode="auto">
            <a:xfrm>
              <a:off x="5726113" y="1431926"/>
              <a:ext cx="819150" cy="541338"/>
            </a:xfrm>
            <a:custGeom>
              <a:avLst/>
              <a:gdLst>
                <a:gd name="T0" fmla="*/ 13 w 218"/>
                <a:gd name="T1" fmla="*/ 144 h 144"/>
                <a:gd name="T2" fmla="*/ 0 w 218"/>
                <a:gd name="T3" fmla="*/ 131 h 144"/>
                <a:gd name="T4" fmla="*/ 0 w 218"/>
                <a:gd name="T5" fmla="*/ 131 h 144"/>
                <a:gd name="T6" fmla="*/ 0 w 218"/>
                <a:gd name="T7" fmla="*/ 13 h 144"/>
                <a:gd name="T8" fmla="*/ 13 w 218"/>
                <a:gd name="T9" fmla="*/ 0 h 144"/>
                <a:gd name="T10" fmla="*/ 13 w 218"/>
                <a:gd name="T11" fmla="*/ 0 h 144"/>
                <a:gd name="T12" fmla="*/ 205 w 218"/>
                <a:gd name="T13" fmla="*/ 0 h 144"/>
                <a:gd name="T14" fmla="*/ 218 w 218"/>
                <a:gd name="T15" fmla="*/ 13 h 144"/>
                <a:gd name="T16" fmla="*/ 218 w 218"/>
                <a:gd name="T17" fmla="*/ 13 h 144"/>
                <a:gd name="T18" fmla="*/ 218 w 218"/>
                <a:gd name="T19" fmla="*/ 131 h 144"/>
                <a:gd name="T20" fmla="*/ 205 w 218"/>
                <a:gd name="T21" fmla="*/ 144 h 144"/>
                <a:gd name="T22" fmla="*/ 205 w 218"/>
                <a:gd name="T23" fmla="*/ 144 h 144"/>
                <a:gd name="T24" fmla="*/ 13 w 218"/>
                <a:gd name="T25" fmla="*/ 144 h 144"/>
                <a:gd name="T26" fmla="*/ 12 w 218"/>
                <a:gd name="T27" fmla="*/ 13 h 144"/>
                <a:gd name="T28" fmla="*/ 12 w 218"/>
                <a:gd name="T29" fmla="*/ 131 h 144"/>
                <a:gd name="T30" fmla="*/ 13 w 218"/>
                <a:gd name="T31" fmla="*/ 132 h 144"/>
                <a:gd name="T32" fmla="*/ 13 w 218"/>
                <a:gd name="T33" fmla="*/ 132 h 144"/>
                <a:gd name="T34" fmla="*/ 205 w 218"/>
                <a:gd name="T35" fmla="*/ 132 h 144"/>
                <a:gd name="T36" fmla="*/ 207 w 218"/>
                <a:gd name="T37" fmla="*/ 131 h 144"/>
                <a:gd name="T38" fmla="*/ 207 w 218"/>
                <a:gd name="T39" fmla="*/ 131 h 144"/>
                <a:gd name="T40" fmla="*/ 207 w 218"/>
                <a:gd name="T41" fmla="*/ 13 h 144"/>
                <a:gd name="T42" fmla="*/ 205 w 218"/>
                <a:gd name="T43" fmla="*/ 12 h 144"/>
                <a:gd name="T44" fmla="*/ 205 w 218"/>
                <a:gd name="T45" fmla="*/ 12 h 144"/>
                <a:gd name="T46" fmla="*/ 13 w 218"/>
                <a:gd name="T47" fmla="*/ 12 h 144"/>
                <a:gd name="T48" fmla="*/ 12 w 218"/>
                <a:gd name="T49" fmla="*/ 13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8" h="144">
                  <a:moveTo>
                    <a:pt x="13" y="144"/>
                  </a:moveTo>
                  <a:cubicBezTo>
                    <a:pt x="6" y="144"/>
                    <a:pt x="0" y="138"/>
                    <a:pt x="0" y="131"/>
                  </a:cubicBezTo>
                  <a:cubicBezTo>
                    <a:pt x="0" y="131"/>
                    <a:pt x="0" y="131"/>
                    <a:pt x="0" y="131"/>
                  </a:cubicBezTo>
                  <a:cubicBezTo>
                    <a:pt x="0" y="13"/>
                    <a:pt x="0" y="13"/>
                    <a:pt x="0" y="13"/>
                  </a:cubicBezTo>
                  <a:cubicBezTo>
                    <a:pt x="0" y="6"/>
                    <a:pt x="6" y="0"/>
                    <a:pt x="13" y="0"/>
                  </a:cubicBezTo>
                  <a:cubicBezTo>
                    <a:pt x="13" y="0"/>
                    <a:pt x="13" y="0"/>
                    <a:pt x="13" y="0"/>
                  </a:cubicBezTo>
                  <a:cubicBezTo>
                    <a:pt x="205" y="0"/>
                    <a:pt x="205" y="0"/>
                    <a:pt x="205" y="0"/>
                  </a:cubicBezTo>
                  <a:cubicBezTo>
                    <a:pt x="212" y="0"/>
                    <a:pt x="218" y="6"/>
                    <a:pt x="218" y="13"/>
                  </a:cubicBezTo>
                  <a:cubicBezTo>
                    <a:pt x="218" y="13"/>
                    <a:pt x="218" y="13"/>
                    <a:pt x="218" y="13"/>
                  </a:cubicBezTo>
                  <a:cubicBezTo>
                    <a:pt x="218" y="131"/>
                    <a:pt x="218" y="131"/>
                    <a:pt x="218" y="131"/>
                  </a:cubicBezTo>
                  <a:cubicBezTo>
                    <a:pt x="218" y="138"/>
                    <a:pt x="212" y="144"/>
                    <a:pt x="205" y="144"/>
                  </a:cubicBezTo>
                  <a:cubicBezTo>
                    <a:pt x="205" y="144"/>
                    <a:pt x="205" y="144"/>
                    <a:pt x="205" y="144"/>
                  </a:cubicBezTo>
                  <a:cubicBezTo>
                    <a:pt x="13" y="144"/>
                    <a:pt x="13" y="144"/>
                    <a:pt x="13" y="144"/>
                  </a:cubicBezTo>
                  <a:close/>
                  <a:moveTo>
                    <a:pt x="12" y="13"/>
                  </a:moveTo>
                  <a:cubicBezTo>
                    <a:pt x="12" y="131"/>
                    <a:pt x="12" y="131"/>
                    <a:pt x="12" y="131"/>
                  </a:cubicBezTo>
                  <a:cubicBezTo>
                    <a:pt x="12" y="132"/>
                    <a:pt x="12" y="132"/>
                    <a:pt x="13" y="132"/>
                  </a:cubicBezTo>
                  <a:cubicBezTo>
                    <a:pt x="13" y="132"/>
                    <a:pt x="13" y="132"/>
                    <a:pt x="13" y="132"/>
                  </a:cubicBezTo>
                  <a:cubicBezTo>
                    <a:pt x="205" y="132"/>
                    <a:pt x="205" y="132"/>
                    <a:pt x="205" y="132"/>
                  </a:cubicBezTo>
                  <a:cubicBezTo>
                    <a:pt x="206" y="132"/>
                    <a:pt x="207" y="132"/>
                    <a:pt x="207" y="131"/>
                  </a:cubicBezTo>
                  <a:cubicBezTo>
                    <a:pt x="207" y="131"/>
                    <a:pt x="207" y="131"/>
                    <a:pt x="207" y="131"/>
                  </a:cubicBezTo>
                  <a:cubicBezTo>
                    <a:pt x="207" y="13"/>
                    <a:pt x="207" y="13"/>
                    <a:pt x="207" y="13"/>
                  </a:cubicBezTo>
                  <a:cubicBezTo>
                    <a:pt x="207" y="12"/>
                    <a:pt x="206" y="12"/>
                    <a:pt x="205" y="12"/>
                  </a:cubicBezTo>
                  <a:cubicBezTo>
                    <a:pt x="205" y="12"/>
                    <a:pt x="205" y="12"/>
                    <a:pt x="205" y="12"/>
                  </a:cubicBezTo>
                  <a:cubicBezTo>
                    <a:pt x="13" y="12"/>
                    <a:pt x="13" y="12"/>
                    <a:pt x="13" y="12"/>
                  </a:cubicBezTo>
                  <a:cubicBezTo>
                    <a:pt x="12" y="12"/>
                    <a:pt x="12" y="12"/>
                    <a:pt x="12" y="13"/>
                  </a:cubicBezTo>
                  <a:close/>
                </a:path>
              </a:pathLst>
            </a:custGeom>
            <a:solidFill>
              <a:srgbClr val="EA56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19"/>
            <p:cNvSpPr>
              <a:spLocks noEditPoints="1"/>
            </p:cNvSpPr>
            <p:nvPr/>
          </p:nvSpPr>
          <p:spPr bwMode="auto">
            <a:xfrm>
              <a:off x="5729288" y="1435101"/>
              <a:ext cx="815975" cy="327025"/>
            </a:xfrm>
            <a:custGeom>
              <a:avLst/>
              <a:gdLst>
                <a:gd name="T0" fmla="*/ 111 w 217"/>
                <a:gd name="T1" fmla="*/ 87 h 87"/>
                <a:gd name="T2" fmla="*/ 105 w 217"/>
                <a:gd name="T3" fmla="*/ 86 h 87"/>
                <a:gd name="T4" fmla="*/ 105 w 217"/>
                <a:gd name="T5" fmla="*/ 86 h 87"/>
                <a:gd name="T6" fmla="*/ 103 w 217"/>
                <a:gd name="T7" fmla="*/ 85 h 87"/>
                <a:gd name="T8" fmla="*/ 103 w 217"/>
                <a:gd name="T9" fmla="*/ 85 h 87"/>
                <a:gd name="T10" fmla="*/ 101 w 217"/>
                <a:gd name="T11" fmla="*/ 84 h 87"/>
                <a:gd name="T12" fmla="*/ 101 w 217"/>
                <a:gd name="T13" fmla="*/ 84 h 87"/>
                <a:gd name="T14" fmla="*/ 97 w 217"/>
                <a:gd name="T15" fmla="*/ 82 h 87"/>
                <a:gd name="T16" fmla="*/ 97 w 217"/>
                <a:gd name="T17" fmla="*/ 82 h 87"/>
                <a:gd name="T18" fmla="*/ 85 w 217"/>
                <a:gd name="T19" fmla="*/ 74 h 87"/>
                <a:gd name="T20" fmla="*/ 85 w 217"/>
                <a:gd name="T21" fmla="*/ 74 h 87"/>
                <a:gd name="T22" fmla="*/ 51 w 217"/>
                <a:gd name="T23" fmla="*/ 51 h 87"/>
                <a:gd name="T24" fmla="*/ 51 w 217"/>
                <a:gd name="T25" fmla="*/ 51 h 87"/>
                <a:gd name="T26" fmla="*/ 2 w 217"/>
                <a:gd name="T27" fmla="*/ 17 h 87"/>
                <a:gd name="T28" fmla="*/ 2 w 217"/>
                <a:gd name="T29" fmla="*/ 17 h 87"/>
                <a:gd name="T30" fmla="*/ 0 w 217"/>
                <a:gd name="T31" fmla="*/ 15 h 87"/>
                <a:gd name="T32" fmla="*/ 0 w 217"/>
                <a:gd name="T33" fmla="*/ 12 h 87"/>
                <a:gd name="T34" fmla="*/ 12 w 217"/>
                <a:gd name="T35" fmla="*/ 0 h 87"/>
                <a:gd name="T36" fmla="*/ 12 w 217"/>
                <a:gd name="T37" fmla="*/ 0 h 87"/>
                <a:gd name="T38" fmla="*/ 204 w 217"/>
                <a:gd name="T39" fmla="*/ 0 h 87"/>
                <a:gd name="T40" fmla="*/ 217 w 217"/>
                <a:gd name="T41" fmla="*/ 12 h 87"/>
                <a:gd name="T42" fmla="*/ 217 w 217"/>
                <a:gd name="T43" fmla="*/ 12 h 87"/>
                <a:gd name="T44" fmla="*/ 217 w 217"/>
                <a:gd name="T45" fmla="*/ 15 h 87"/>
                <a:gd name="T46" fmla="*/ 214 w 217"/>
                <a:gd name="T47" fmla="*/ 17 h 87"/>
                <a:gd name="T48" fmla="*/ 133 w 217"/>
                <a:gd name="T49" fmla="*/ 77 h 87"/>
                <a:gd name="T50" fmla="*/ 133 w 217"/>
                <a:gd name="T51" fmla="*/ 77 h 87"/>
                <a:gd name="T52" fmla="*/ 126 w 217"/>
                <a:gd name="T53" fmla="*/ 81 h 87"/>
                <a:gd name="T54" fmla="*/ 126 w 217"/>
                <a:gd name="T55" fmla="*/ 81 h 87"/>
                <a:gd name="T56" fmla="*/ 118 w 217"/>
                <a:gd name="T57" fmla="*/ 85 h 87"/>
                <a:gd name="T58" fmla="*/ 118 w 217"/>
                <a:gd name="T59" fmla="*/ 85 h 87"/>
                <a:gd name="T60" fmla="*/ 111 w 217"/>
                <a:gd name="T61" fmla="*/ 87 h 87"/>
                <a:gd name="T62" fmla="*/ 111 w 217"/>
                <a:gd name="T63" fmla="*/ 87 h 87"/>
                <a:gd name="T64" fmla="*/ 111 w 217"/>
                <a:gd name="T65" fmla="*/ 87 h 87"/>
                <a:gd name="T66" fmla="*/ 111 w 217"/>
                <a:gd name="T67" fmla="*/ 75 h 87"/>
                <a:gd name="T68" fmla="*/ 115 w 217"/>
                <a:gd name="T69" fmla="*/ 75 h 87"/>
                <a:gd name="T70" fmla="*/ 115 w 217"/>
                <a:gd name="T71" fmla="*/ 75 h 87"/>
                <a:gd name="T72" fmla="*/ 120 w 217"/>
                <a:gd name="T73" fmla="*/ 72 h 87"/>
                <a:gd name="T74" fmla="*/ 120 w 217"/>
                <a:gd name="T75" fmla="*/ 72 h 87"/>
                <a:gd name="T76" fmla="*/ 131 w 217"/>
                <a:gd name="T77" fmla="*/ 64 h 87"/>
                <a:gd name="T78" fmla="*/ 131 w 217"/>
                <a:gd name="T79" fmla="*/ 64 h 87"/>
                <a:gd name="T80" fmla="*/ 151 w 217"/>
                <a:gd name="T81" fmla="*/ 49 h 87"/>
                <a:gd name="T82" fmla="*/ 151 w 217"/>
                <a:gd name="T83" fmla="*/ 49 h 87"/>
                <a:gd name="T84" fmla="*/ 195 w 217"/>
                <a:gd name="T85" fmla="*/ 17 h 87"/>
                <a:gd name="T86" fmla="*/ 195 w 217"/>
                <a:gd name="T87" fmla="*/ 17 h 87"/>
                <a:gd name="T88" fmla="*/ 203 w 217"/>
                <a:gd name="T89" fmla="*/ 11 h 87"/>
                <a:gd name="T90" fmla="*/ 203 w 217"/>
                <a:gd name="T91" fmla="*/ 11 h 87"/>
                <a:gd name="T92" fmla="*/ 13 w 217"/>
                <a:gd name="T93" fmla="*/ 11 h 87"/>
                <a:gd name="T94" fmla="*/ 16 w 217"/>
                <a:gd name="T95" fmla="*/ 13 h 87"/>
                <a:gd name="T96" fmla="*/ 16 w 217"/>
                <a:gd name="T97" fmla="*/ 13 h 87"/>
                <a:gd name="T98" fmla="*/ 35 w 217"/>
                <a:gd name="T99" fmla="*/ 26 h 87"/>
                <a:gd name="T100" fmla="*/ 35 w 217"/>
                <a:gd name="T101" fmla="*/ 26 h 87"/>
                <a:gd name="T102" fmla="*/ 84 w 217"/>
                <a:gd name="T103" fmla="*/ 59 h 87"/>
                <a:gd name="T104" fmla="*/ 84 w 217"/>
                <a:gd name="T105" fmla="*/ 59 h 87"/>
                <a:gd name="T106" fmla="*/ 106 w 217"/>
                <a:gd name="T107" fmla="*/ 74 h 87"/>
                <a:gd name="T108" fmla="*/ 106 w 217"/>
                <a:gd name="T109" fmla="*/ 74 h 87"/>
                <a:gd name="T110" fmla="*/ 107 w 217"/>
                <a:gd name="T111" fmla="*/ 75 h 87"/>
                <a:gd name="T112" fmla="*/ 107 w 217"/>
                <a:gd name="T113" fmla="*/ 75 h 87"/>
                <a:gd name="T114" fmla="*/ 111 w 217"/>
                <a:gd name="T115" fmla="*/ 7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7" h="87">
                  <a:moveTo>
                    <a:pt x="111" y="87"/>
                  </a:moveTo>
                  <a:cubicBezTo>
                    <a:pt x="109" y="87"/>
                    <a:pt x="106" y="86"/>
                    <a:pt x="105" y="86"/>
                  </a:cubicBezTo>
                  <a:cubicBezTo>
                    <a:pt x="105" y="86"/>
                    <a:pt x="105" y="86"/>
                    <a:pt x="105" y="86"/>
                  </a:cubicBezTo>
                  <a:cubicBezTo>
                    <a:pt x="103" y="85"/>
                    <a:pt x="103" y="85"/>
                    <a:pt x="103" y="85"/>
                  </a:cubicBezTo>
                  <a:cubicBezTo>
                    <a:pt x="103" y="85"/>
                    <a:pt x="103" y="85"/>
                    <a:pt x="103" y="85"/>
                  </a:cubicBezTo>
                  <a:cubicBezTo>
                    <a:pt x="102" y="85"/>
                    <a:pt x="102" y="85"/>
                    <a:pt x="101" y="84"/>
                  </a:cubicBezTo>
                  <a:cubicBezTo>
                    <a:pt x="101" y="84"/>
                    <a:pt x="101" y="84"/>
                    <a:pt x="101" y="84"/>
                  </a:cubicBezTo>
                  <a:cubicBezTo>
                    <a:pt x="100" y="84"/>
                    <a:pt x="99" y="83"/>
                    <a:pt x="97" y="82"/>
                  </a:cubicBezTo>
                  <a:cubicBezTo>
                    <a:pt x="97" y="82"/>
                    <a:pt x="97" y="82"/>
                    <a:pt x="97" y="82"/>
                  </a:cubicBezTo>
                  <a:cubicBezTo>
                    <a:pt x="94" y="80"/>
                    <a:pt x="90" y="77"/>
                    <a:pt x="85" y="74"/>
                  </a:cubicBezTo>
                  <a:cubicBezTo>
                    <a:pt x="85" y="74"/>
                    <a:pt x="85" y="74"/>
                    <a:pt x="85" y="74"/>
                  </a:cubicBezTo>
                  <a:cubicBezTo>
                    <a:pt x="75" y="67"/>
                    <a:pt x="63" y="59"/>
                    <a:pt x="51" y="51"/>
                  </a:cubicBezTo>
                  <a:cubicBezTo>
                    <a:pt x="51" y="51"/>
                    <a:pt x="51" y="51"/>
                    <a:pt x="51" y="51"/>
                  </a:cubicBezTo>
                  <a:cubicBezTo>
                    <a:pt x="26" y="34"/>
                    <a:pt x="2" y="17"/>
                    <a:pt x="2" y="17"/>
                  </a:cubicBezTo>
                  <a:cubicBezTo>
                    <a:pt x="2" y="17"/>
                    <a:pt x="2" y="17"/>
                    <a:pt x="2" y="17"/>
                  </a:cubicBezTo>
                  <a:cubicBezTo>
                    <a:pt x="0" y="15"/>
                    <a:pt x="0" y="15"/>
                    <a:pt x="0" y="15"/>
                  </a:cubicBezTo>
                  <a:cubicBezTo>
                    <a:pt x="0" y="12"/>
                    <a:pt x="0" y="12"/>
                    <a:pt x="0" y="12"/>
                  </a:cubicBezTo>
                  <a:cubicBezTo>
                    <a:pt x="0" y="5"/>
                    <a:pt x="5" y="0"/>
                    <a:pt x="12" y="0"/>
                  </a:cubicBezTo>
                  <a:cubicBezTo>
                    <a:pt x="12" y="0"/>
                    <a:pt x="12" y="0"/>
                    <a:pt x="12" y="0"/>
                  </a:cubicBezTo>
                  <a:cubicBezTo>
                    <a:pt x="204" y="0"/>
                    <a:pt x="204" y="0"/>
                    <a:pt x="204" y="0"/>
                  </a:cubicBezTo>
                  <a:cubicBezTo>
                    <a:pt x="211" y="0"/>
                    <a:pt x="217" y="5"/>
                    <a:pt x="217" y="12"/>
                  </a:cubicBezTo>
                  <a:cubicBezTo>
                    <a:pt x="217" y="12"/>
                    <a:pt x="217" y="12"/>
                    <a:pt x="217" y="12"/>
                  </a:cubicBezTo>
                  <a:cubicBezTo>
                    <a:pt x="217" y="15"/>
                    <a:pt x="217" y="15"/>
                    <a:pt x="217" y="15"/>
                  </a:cubicBezTo>
                  <a:cubicBezTo>
                    <a:pt x="214" y="17"/>
                    <a:pt x="214" y="17"/>
                    <a:pt x="214" y="17"/>
                  </a:cubicBezTo>
                  <a:cubicBezTo>
                    <a:pt x="214" y="17"/>
                    <a:pt x="153" y="62"/>
                    <a:pt x="133" y="77"/>
                  </a:cubicBezTo>
                  <a:cubicBezTo>
                    <a:pt x="133" y="77"/>
                    <a:pt x="133" y="77"/>
                    <a:pt x="133" y="77"/>
                  </a:cubicBezTo>
                  <a:cubicBezTo>
                    <a:pt x="130" y="79"/>
                    <a:pt x="127" y="80"/>
                    <a:pt x="126" y="81"/>
                  </a:cubicBezTo>
                  <a:cubicBezTo>
                    <a:pt x="126" y="81"/>
                    <a:pt x="126" y="81"/>
                    <a:pt x="126" y="81"/>
                  </a:cubicBezTo>
                  <a:cubicBezTo>
                    <a:pt x="123" y="83"/>
                    <a:pt x="121" y="85"/>
                    <a:pt x="118" y="85"/>
                  </a:cubicBezTo>
                  <a:cubicBezTo>
                    <a:pt x="118" y="85"/>
                    <a:pt x="118" y="85"/>
                    <a:pt x="118" y="85"/>
                  </a:cubicBezTo>
                  <a:cubicBezTo>
                    <a:pt x="116" y="86"/>
                    <a:pt x="113" y="87"/>
                    <a:pt x="111" y="87"/>
                  </a:cubicBezTo>
                  <a:cubicBezTo>
                    <a:pt x="111" y="87"/>
                    <a:pt x="111" y="87"/>
                    <a:pt x="111" y="87"/>
                  </a:cubicBezTo>
                  <a:cubicBezTo>
                    <a:pt x="111" y="87"/>
                    <a:pt x="111" y="87"/>
                    <a:pt x="111" y="87"/>
                  </a:cubicBezTo>
                  <a:close/>
                  <a:moveTo>
                    <a:pt x="111" y="75"/>
                  </a:moveTo>
                  <a:cubicBezTo>
                    <a:pt x="112" y="75"/>
                    <a:pt x="113" y="75"/>
                    <a:pt x="115" y="75"/>
                  </a:cubicBezTo>
                  <a:cubicBezTo>
                    <a:pt x="115" y="75"/>
                    <a:pt x="115" y="75"/>
                    <a:pt x="115" y="75"/>
                  </a:cubicBezTo>
                  <a:cubicBezTo>
                    <a:pt x="116" y="74"/>
                    <a:pt x="118" y="73"/>
                    <a:pt x="120" y="72"/>
                  </a:cubicBezTo>
                  <a:cubicBezTo>
                    <a:pt x="120" y="72"/>
                    <a:pt x="120" y="72"/>
                    <a:pt x="120" y="72"/>
                  </a:cubicBezTo>
                  <a:cubicBezTo>
                    <a:pt x="121" y="71"/>
                    <a:pt x="125" y="68"/>
                    <a:pt x="131" y="64"/>
                  </a:cubicBezTo>
                  <a:cubicBezTo>
                    <a:pt x="131" y="64"/>
                    <a:pt x="131" y="64"/>
                    <a:pt x="131" y="64"/>
                  </a:cubicBezTo>
                  <a:cubicBezTo>
                    <a:pt x="137" y="60"/>
                    <a:pt x="144" y="55"/>
                    <a:pt x="151" y="49"/>
                  </a:cubicBezTo>
                  <a:cubicBezTo>
                    <a:pt x="151" y="49"/>
                    <a:pt x="151" y="49"/>
                    <a:pt x="151" y="49"/>
                  </a:cubicBezTo>
                  <a:cubicBezTo>
                    <a:pt x="166" y="38"/>
                    <a:pt x="184" y="25"/>
                    <a:pt x="195" y="17"/>
                  </a:cubicBezTo>
                  <a:cubicBezTo>
                    <a:pt x="195" y="17"/>
                    <a:pt x="195" y="17"/>
                    <a:pt x="195" y="17"/>
                  </a:cubicBezTo>
                  <a:cubicBezTo>
                    <a:pt x="198" y="15"/>
                    <a:pt x="201" y="12"/>
                    <a:pt x="203" y="11"/>
                  </a:cubicBezTo>
                  <a:cubicBezTo>
                    <a:pt x="203" y="11"/>
                    <a:pt x="203" y="11"/>
                    <a:pt x="203" y="11"/>
                  </a:cubicBezTo>
                  <a:cubicBezTo>
                    <a:pt x="13" y="11"/>
                    <a:pt x="13" y="11"/>
                    <a:pt x="13" y="11"/>
                  </a:cubicBezTo>
                  <a:cubicBezTo>
                    <a:pt x="14" y="12"/>
                    <a:pt x="15" y="12"/>
                    <a:pt x="16" y="13"/>
                  </a:cubicBezTo>
                  <a:cubicBezTo>
                    <a:pt x="16" y="13"/>
                    <a:pt x="16" y="13"/>
                    <a:pt x="16" y="13"/>
                  </a:cubicBezTo>
                  <a:cubicBezTo>
                    <a:pt x="21" y="16"/>
                    <a:pt x="27" y="21"/>
                    <a:pt x="35" y="26"/>
                  </a:cubicBezTo>
                  <a:cubicBezTo>
                    <a:pt x="35" y="26"/>
                    <a:pt x="35" y="26"/>
                    <a:pt x="35" y="26"/>
                  </a:cubicBezTo>
                  <a:cubicBezTo>
                    <a:pt x="50" y="36"/>
                    <a:pt x="69" y="49"/>
                    <a:pt x="84" y="59"/>
                  </a:cubicBezTo>
                  <a:cubicBezTo>
                    <a:pt x="84" y="59"/>
                    <a:pt x="84" y="59"/>
                    <a:pt x="84" y="59"/>
                  </a:cubicBezTo>
                  <a:cubicBezTo>
                    <a:pt x="93" y="66"/>
                    <a:pt x="102" y="71"/>
                    <a:pt x="106" y="74"/>
                  </a:cubicBezTo>
                  <a:cubicBezTo>
                    <a:pt x="106" y="74"/>
                    <a:pt x="106" y="74"/>
                    <a:pt x="106" y="74"/>
                  </a:cubicBezTo>
                  <a:cubicBezTo>
                    <a:pt x="106" y="74"/>
                    <a:pt x="107" y="75"/>
                    <a:pt x="107" y="75"/>
                  </a:cubicBezTo>
                  <a:cubicBezTo>
                    <a:pt x="107" y="75"/>
                    <a:pt x="107" y="75"/>
                    <a:pt x="107" y="75"/>
                  </a:cubicBezTo>
                  <a:cubicBezTo>
                    <a:pt x="109" y="75"/>
                    <a:pt x="110" y="75"/>
                    <a:pt x="111" y="75"/>
                  </a:cubicBezTo>
                  <a:close/>
                </a:path>
              </a:pathLst>
            </a:custGeom>
            <a:solidFill>
              <a:srgbClr val="EA56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1449505086"/>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矩形 33"/>
          <p:cNvSpPr/>
          <p:nvPr/>
        </p:nvSpPr>
        <p:spPr>
          <a:xfrm>
            <a:off x="6096000" y="0"/>
            <a:ext cx="6096000" cy="6858000"/>
          </a:xfrm>
          <a:prstGeom prst="rect">
            <a:avLst/>
          </a:prstGeom>
          <a:solidFill>
            <a:srgbClr val="E3E3E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86" name="Freeform 60"/>
          <p:cNvSpPr>
            <a:spLocks/>
          </p:cNvSpPr>
          <p:nvPr/>
        </p:nvSpPr>
        <p:spPr bwMode="auto">
          <a:xfrm>
            <a:off x="2248342" y="3889553"/>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 name="文本框 86"/>
          <p:cNvSpPr txBox="1"/>
          <p:nvPr/>
        </p:nvSpPr>
        <p:spPr>
          <a:xfrm>
            <a:off x="2181494" y="4689154"/>
            <a:ext cx="3555585" cy="1421928"/>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网络图片临摹改编；</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文字、颜色可随意更改；</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微立体可用格式刷模仿；</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矢量图标可替换。</a:t>
            </a:r>
            <a:endParaRPr lang="en-US" altLang="zh-CN" dirty="0">
              <a:solidFill>
                <a:prstClr val="black">
                  <a:lumMod val="65000"/>
                  <a:lumOff val="35000"/>
                </a:prstClr>
              </a:solidFill>
              <a:latin typeface="微软雅黑" panose="020B0503020204020204" pitchFamily="34" charset="-122"/>
            </a:endParaRPr>
          </a:p>
        </p:txBody>
      </p:sp>
      <p:sp>
        <p:nvSpPr>
          <p:cNvPr id="88" name="圆角矩形 87"/>
          <p:cNvSpPr/>
          <p:nvPr/>
        </p:nvSpPr>
        <p:spPr>
          <a:xfrm>
            <a:off x="2916034" y="4048838"/>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89" name="等腰三角形 88"/>
          <p:cNvSpPr/>
          <p:nvPr/>
        </p:nvSpPr>
        <p:spPr>
          <a:xfrm rot="16200000">
            <a:off x="2841402" y="4116382"/>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5" name="Freeform 5"/>
          <p:cNvSpPr>
            <a:spLocks/>
          </p:cNvSpPr>
          <p:nvPr/>
        </p:nvSpPr>
        <p:spPr bwMode="auto">
          <a:xfrm>
            <a:off x="7389631" y="564301"/>
            <a:ext cx="1711325" cy="1717675"/>
          </a:xfrm>
          <a:custGeom>
            <a:avLst/>
            <a:gdLst>
              <a:gd name="T0" fmla="*/ 455 w 455"/>
              <a:gd name="T1" fmla="*/ 0 h 457"/>
              <a:gd name="T2" fmla="*/ 333 w 455"/>
              <a:gd name="T3" fmla="*/ 0 h 457"/>
              <a:gd name="T4" fmla="*/ 0 w 455"/>
              <a:gd name="T5" fmla="*/ 333 h 457"/>
              <a:gd name="T6" fmla="*/ 0 w 455"/>
              <a:gd name="T7" fmla="*/ 455 h 457"/>
              <a:gd name="T8" fmla="*/ 77 w 455"/>
              <a:gd name="T9" fmla="*/ 456 h 457"/>
              <a:gd name="T10" fmla="*/ 326 w 455"/>
              <a:gd name="T11" fmla="*/ 457 h 457"/>
              <a:gd name="T12" fmla="*/ 335 w 455"/>
              <a:gd name="T13" fmla="*/ 457 h 457"/>
              <a:gd name="T14" fmla="*/ 455 w 455"/>
              <a:gd name="T15" fmla="*/ 347 h 457"/>
              <a:gd name="T16" fmla="*/ 455 w 455"/>
              <a:gd name="T17" fmla="*/ 345 h 457"/>
              <a:gd name="T18" fmla="*/ 455 w 455"/>
              <a:gd name="T19" fmla="*/ 0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5" h="457">
                <a:moveTo>
                  <a:pt x="455" y="0"/>
                </a:moveTo>
                <a:cubicBezTo>
                  <a:pt x="333" y="0"/>
                  <a:pt x="333" y="0"/>
                  <a:pt x="333" y="0"/>
                </a:cubicBezTo>
                <a:cubicBezTo>
                  <a:pt x="149" y="0"/>
                  <a:pt x="0" y="149"/>
                  <a:pt x="0" y="333"/>
                </a:cubicBezTo>
                <a:cubicBezTo>
                  <a:pt x="0" y="455"/>
                  <a:pt x="0" y="455"/>
                  <a:pt x="0" y="455"/>
                </a:cubicBezTo>
                <a:cubicBezTo>
                  <a:pt x="0" y="455"/>
                  <a:pt x="32" y="456"/>
                  <a:pt x="77" y="456"/>
                </a:cubicBezTo>
                <a:cubicBezTo>
                  <a:pt x="152" y="456"/>
                  <a:pt x="263" y="456"/>
                  <a:pt x="326" y="457"/>
                </a:cubicBezTo>
                <a:cubicBezTo>
                  <a:pt x="329" y="457"/>
                  <a:pt x="332" y="457"/>
                  <a:pt x="335" y="457"/>
                </a:cubicBezTo>
                <a:cubicBezTo>
                  <a:pt x="410" y="452"/>
                  <a:pt x="455" y="390"/>
                  <a:pt x="455" y="347"/>
                </a:cubicBezTo>
                <a:cubicBezTo>
                  <a:pt x="455" y="347"/>
                  <a:pt x="455" y="346"/>
                  <a:pt x="455" y="345"/>
                </a:cubicBezTo>
                <a:cubicBezTo>
                  <a:pt x="455" y="257"/>
                  <a:pt x="455" y="0"/>
                  <a:pt x="455" y="0"/>
                </a:cubicBezTo>
              </a:path>
            </a:pathLst>
          </a:custGeom>
          <a:gradFill flip="none" rotWithShape="1">
            <a:gsLst>
              <a:gs pos="100000">
                <a:srgbClr val="FFFFFF">
                  <a:lumMod val="100000"/>
                </a:srgbClr>
              </a:gs>
              <a:gs pos="0">
                <a:srgbClr val="D9D9DA"/>
              </a:gs>
            </a:gsLst>
            <a:lin ang="2700000" scaled="1"/>
            <a:tileRect/>
          </a:gradFill>
          <a:ln w="28575">
            <a:gradFill flip="none" rotWithShape="1">
              <a:gsLst>
                <a:gs pos="100000">
                  <a:srgbClr val="FFFFFF"/>
                </a:gs>
                <a:gs pos="0">
                  <a:srgbClr val="D9D9DA"/>
                </a:gs>
              </a:gsLst>
              <a:lin ang="13500000" scaled="1"/>
              <a:tileRect/>
            </a:gra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6" name="Freeform 6"/>
          <p:cNvSpPr>
            <a:spLocks/>
          </p:cNvSpPr>
          <p:nvPr/>
        </p:nvSpPr>
        <p:spPr bwMode="auto">
          <a:xfrm>
            <a:off x="7389631" y="2394916"/>
            <a:ext cx="1711325" cy="1714500"/>
          </a:xfrm>
          <a:custGeom>
            <a:avLst/>
            <a:gdLst>
              <a:gd name="T0" fmla="*/ 326 w 455"/>
              <a:gd name="T1" fmla="*/ 0 h 456"/>
              <a:gd name="T2" fmla="*/ 335 w 455"/>
              <a:gd name="T3" fmla="*/ 0 h 456"/>
              <a:gd name="T4" fmla="*/ 455 w 455"/>
              <a:gd name="T5" fmla="*/ 110 h 456"/>
              <a:gd name="T6" fmla="*/ 455 w 455"/>
              <a:gd name="T7" fmla="*/ 112 h 456"/>
              <a:gd name="T8" fmla="*/ 455 w 455"/>
              <a:gd name="T9" fmla="*/ 456 h 456"/>
              <a:gd name="T10" fmla="*/ 333 w 455"/>
              <a:gd name="T11" fmla="*/ 456 h 456"/>
              <a:gd name="T12" fmla="*/ 0 w 455"/>
              <a:gd name="T13" fmla="*/ 123 h 456"/>
              <a:gd name="T14" fmla="*/ 0 w 455"/>
              <a:gd name="T15" fmla="*/ 1 h 456"/>
              <a:gd name="T16" fmla="*/ 77 w 455"/>
              <a:gd name="T17" fmla="*/ 1 h 456"/>
              <a:gd name="T18" fmla="*/ 326 w 455"/>
              <a:gd name="T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5" h="456">
                <a:moveTo>
                  <a:pt x="326" y="0"/>
                </a:moveTo>
                <a:cubicBezTo>
                  <a:pt x="329" y="0"/>
                  <a:pt x="332" y="0"/>
                  <a:pt x="335" y="0"/>
                </a:cubicBezTo>
                <a:cubicBezTo>
                  <a:pt x="410" y="5"/>
                  <a:pt x="455" y="67"/>
                  <a:pt x="455" y="110"/>
                </a:cubicBezTo>
                <a:cubicBezTo>
                  <a:pt x="455" y="110"/>
                  <a:pt x="455" y="111"/>
                  <a:pt x="455" y="112"/>
                </a:cubicBezTo>
                <a:cubicBezTo>
                  <a:pt x="455" y="200"/>
                  <a:pt x="455" y="456"/>
                  <a:pt x="455" y="456"/>
                </a:cubicBezTo>
                <a:cubicBezTo>
                  <a:pt x="333" y="456"/>
                  <a:pt x="333" y="456"/>
                  <a:pt x="333" y="456"/>
                </a:cubicBezTo>
                <a:cubicBezTo>
                  <a:pt x="149" y="456"/>
                  <a:pt x="0" y="307"/>
                  <a:pt x="0" y="123"/>
                </a:cubicBezTo>
                <a:cubicBezTo>
                  <a:pt x="0" y="1"/>
                  <a:pt x="0" y="1"/>
                  <a:pt x="0" y="1"/>
                </a:cubicBezTo>
                <a:cubicBezTo>
                  <a:pt x="0" y="1"/>
                  <a:pt x="32" y="1"/>
                  <a:pt x="77" y="1"/>
                </a:cubicBezTo>
                <a:cubicBezTo>
                  <a:pt x="152" y="0"/>
                  <a:pt x="263" y="0"/>
                  <a:pt x="326" y="0"/>
                </a:cubicBezTo>
                <a:close/>
              </a:path>
            </a:pathLst>
          </a:custGeom>
          <a:gradFill flip="none" rotWithShape="1">
            <a:gsLst>
              <a:gs pos="100000">
                <a:srgbClr val="FFFFFF">
                  <a:lumMod val="100000"/>
                </a:srgbClr>
              </a:gs>
              <a:gs pos="0">
                <a:srgbClr val="D9D9DA"/>
              </a:gs>
            </a:gsLst>
            <a:lin ang="2700000" scaled="1"/>
            <a:tileRect/>
          </a:gradFill>
          <a:ln w="28575">
            <a:gradFill flip="none" rotWithShape="1">
              <a:gsLst>
                <a:gs pos="100000">
                  <a:srgbClr val="FFFFFF"/>
                </a:gs>
                <a:gs pos="0">
                  <a:srgbClr val="D9D9DA"/>
                </a:gs>
              </a:gsLst>
              <a:lin ang="13500000" scaled="1"/>
              <a:tileRect/>
            </a:gra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7" name="Freeform 7"/>
          <p:cNvSpPr>
            <a:spLocks/>
          </p:cNvSpPr>
          <p:nvPr/>
        </p:nvSpPr>
        <p:spPr bwMode="auto">
          <a:xfrm>
            <a:off x="9200901" y="4590293"/>
            <a:ext cx="1711325" cy="1717675"/>
          </a:xfrm>
          <a:custGeom>
            <a:avLst/>
            <a:gdLst>
              <a:gd name="T0" fmla="*/ 120 w 455"/>
              <a:gd name="T1" fmla="*/ 0 h 457"/>
              <a:gd name="T2" fmla="*/ 0 w 455"/>
              <a:gd name="T3" fmla="*/ 110 h 457"/>
              <a:gd name="T4" fmla="*/ 0 w 455"/>
              <a:gd name="T5" fmla="*/ 112 h 457"/>
              <a:gd name="T6" fmla="*/ 0 w 455"/>
              <a:gd name="T7" fmla="*/ 457 h 457"/>
              <a:gd name="T8" fmla="*/ 122 w 455"/>
              <a:gd name="T9" fmla="*/ 457 h 457"/>
              <a:gd name="T10" fmla="*/ 122 w 455"/>
              <a:gd name="T11" fmla="*/ 457 h 457"/>
              <a:gd name="T12" fmla="*/ 455 w 455"/>
              <a:gd name="T13" fmla="*/ 124 h 457"/>
              <a:gd name="T14" fmla="*/ 455 w 455"/>
              <a:gd name="T15" fmla="*/ 3 h 457"/>
              <a:gd name="T16" fmla="*/ 378 w 455"/>
              <a:gd name="T17" fmla="*/ 2 h 457"/>
              <a:gd name="T18" fmla="*/ 129 w 455"/>
              <a:gd name="T19" fmla="*/ 1 h 457"/>
              <a:gd name="T20" fmla="*/ 120 w 455"/>
              <a:gd name="T21" fmla="*/ 0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5" h="457">
                <a:moveTo>
                  <a:pt x="120" y="0"/>
                </a:moveTo>
                <a:cubicBezTo>
                  <a:pt x="45" y="5"/>
                  <a:pt x="0" y="67"/>
                  <a:pt x="0" y="110"/>
                </a:cubicBezTo>
                <a:cubicBezTo>
                  <a:pt x="0" y="111"/>
                  <a:pt x="0" y="112"/>
                  <a:pt x="0" y="112"/>
                </a:cubicBezTo>
                <a:cubicBezTo>
                  <a:pt x="0" y="201"/>
                  <a:pt x="0" y="457"/>
                  <a:pt x="0" y="457"/>
                </a:cubicBezTo>
                <a:cubicBezTo>
                  <a:pt x="122" y="457"/>
                  <a:pt x="122" y="457"/>
                  <a:pt x="122" y="457"/>
                </a:cubicBezTo>
                <a:cubicBezTo>
                  <a:pt x="122" y="457"/>
                  <a:pt x="122" y="457"/>
                  <a:pt x="122" y="457"/>
                </a:cubicBezTo>
                <a:cubicBezTo>
                  <a:pt x="306" y="457"/>
                  <a:pt x="455" y="308"/>
                  <a:pt x="455" y="124"/>
                </a:cubicBezTo>
                <a:cubicBezTo>
                  <a:pt x="455" y="3"/>
                  <a:pt x="455" y="3"/>
                  <a:pt x="455" y="3"/>
                </a:cubicBezTo>
                <a:cubicBezTo>
                  <a:pt x="455" y="3"/>
                  <a:pt x="423" y="2"/>
                  <a:pt x="378" y="2"/>
                </a:cubicBezTo>
                <a:cubicBezTo>
                  <a:pt x="303" y="1"/>
                  <a:pt x="192" y="1"/>
                  <a:pt x="129" y="1"/>
                </a:cubicBezTo>
                <a:cubicBezTo>
                  <a:pt x="126" y="1"/>
                  <a:pt x="123" y="1"/>
                  <a:pt x="120" y="0"/>
                </a:cubicBezTo>
              </a:path>
            </a:pathLst>
          </a:custGeom>
          <a:gradFill flip="none" rotWithShape="1">
            <a:gsLst>
              <a:gs pos="100000">
                <a:srgbClr val="FFFFFF">
                  <a:lumMod val="100000"/>
                </a:srgbClr>
              </a:gs>
              <a:gs pos="0">
                <a:srgbClr val="D9D9DA"/>
              </a:gs>
            </a:gsLst>
            <a:lin ang="2700000" scaled="1"/>
            <a:tileRect/>
          </a:gradFill>
          <a:ln w="28575">
            <a:gradFill flip="none" rotWithShape="1">
              <a:gsLst>
                <a:gs pos="100000">
                  <a:srgbClr val="FFFFFF"/>
                </a:gs>
                <a:gs pos="0">
                  <a:srgbClr val="D9D9DA"/>
                </a:gs>
              </a:gsLst>
              <a:lin ang="13500000" scaled="1"/>
              <a:tileRect/>
            </a:gra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8" name="Freeform 8"/>
          <p:cNvSpPr>
            <a:spLocks/>
          </p:cNvSpPr>
          <p:nvPr/>
        </p:nvSpPr>
        <p:spPr bwMode="auto">
          <a:xfrm>
            <a:off x="9202488" y="2767979"/>
            <a:ext cx="1708150" cy="1717675"/>
          </a:xfrm>
          <a:custGeom>
            <a:avLst/>
            <a:gdLst>
              <a:gd name="T0" fmla="*/ 129 w 454"/>
              <a:gd name="T1" fmla="*/ 456 h 457"/>
              <a:gd name="T2" fmla="*/ 120 w 454"/>
              <a:gd name="T3" fmla="*/ 457 h 457"/>
              <a:gd name="T4" fmla="*/ 0 w 454"/>
              <a:gd name="T5" fmla="*/ 347 h 457"/>
              <a:gd name="T6" fmla="*/ 0 w 454"/>
              <a:gd name="T7" fmla="*/ 345 h 457"/>
              <a:gd name="T8" fmla="*/ 0 w 454"/>
              <a:gd name="T9" fmla="*/ 0 h 457"/>
              <a:gd name="T10" fmla="*/ 121 w 454"/>
              <a:gd name="T11" fmla="*/ 0 h 457"/>
              <a:gd name="T12" fmla="*/ 454 w 454"/>
              <a:gd name="T13" fmla="*/ 333 h 457"/>
              <a:gd name="T14" fmla="*/ 454 w 454"/>
              <a:gd name="T15" fmla="*/ 455 h 457"/>
              <a:gd name="T16" fmla="*/ 378 w 454"/>
              <a:gd name="T17" fmla="*/ 456 h 457"/>
              <a:gd name="T18" fmla="*/ 129 w 454"/>
              <a:gd name="T19" fmla="*/ 456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4" h="457">
                <a:moveTo>
                  <a:pt x="129" y="456"/>
                </a:moveTo>
                <a:cubicBezTo>
                  <a:pt x="126" y="456"/>
                  <a:pt x="123" y="457"/>
                  <a:pt x="120" y="457"/>
                </a:cubicBezTo>
                <a:cubicBezTo>
                  <a:pt x="44" y="452"/>
                  <a:pt x="0" y="390"/>
                  <a:pt x="0" y="347"/>
                </a:cubicBezTo>
                <a:cubicBezTo>
                  <a:pt x="0" y="346"/>
                  <a:pt x="0" y="345"/>
                  <a:pt x="0" y="345"/>
                </a:cubicBezTo>
                <a:cubicBezTo>
                  <a:pt x="0" y="256"/>
                  <a:pt x="0" y="0"/>
                  <a:pt x="0" y="0"/>
                </a:cubicBezTo>
                <a:cubicBezTo>
                  <a:pt x="121" y="0"/>
                  <a:pt x="121" y="0"/>
                  <a:pt x="121" y="0"/>
                </a:cubicBezTo>
                <a:cubicBezTo>
                  <a:pt x="305" y="0"/>
                  <a:pt x="454" y="149"/>
                  <a:pt x="454" y="333"/>
                </a:cubicBezTo>
                <a:cubicBezTo>
                  <a:pt x="454" y="455"/>
                  <a:pt x="454" y="455"/>
                  <a:pt x="454" y="455"/>
                </a:cubicBezTo>
                <a:cubicBezTo>
                  <a:pt x="454" y="455"/>
                  <a:pt x="423" y="455"/>
                  <a:pt x="378" y="456"/>
                </a:cubicBezTo>
                <a:cubicBezTo>
                  <a:pt x="303" y="456"/>
                  <a:pt x="191" y="456"/>
                  <a:pt x="129" y="456"/>
                </a:cubicBezTo>
                <a:close/>
              </a:path>
            </a:pathLst>
          </a:custGeom>
          <a:gradFill flip="none" rotWithShape="1">
            <a:gsLst>
              <a:gs pos="100000">
                <a:srgbClr val="FFFFFF">
                  <a:lumMod val="100000"/>
                </a:srgbClr>
              </a:gs>
              <a:gs pos="0">
                <a:srgbClr val="D9D9DA"/>
              </a:gs>
            </a:gsLst>
            <a:lin ang="2700000" scaled="1"/>
            <a:tileRect/>
          </a:gradFill>
          <a:ln w="28575">
            <a:gradFill flip="none" rotWithShape="1">
              <a:gsLst>
                <a:gs pos="100000">
                  <a:srgbClr val="FFFFFF"/>
                </a:gs>
                <a:gs pos="0">
                  <a:srgbClr val="D9D9DA"/>
                </a:gs>
              </a:gsLst>
              <a:lin ang="13500000" scaled="1"/>
              <a:tileRect/>
            </a:gra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42" name="Freeform 266"/>
          <p:cNvSpPr>
            <a:spLocks noChangeAspect="1" noEditPoints="1"/>
          </p:cNvSpPr>
          <p:nvPr/>
        </p:nvSpPr>
        <p:spPr bwMode="auto">
          <a:xfrm>
            <a:off x="9301666" y="5636657"/>
            <a:ext cx="468000" cy="512754"/>
          </a:xfrm>
          <a:custGeom>
            <a:avLst/>
            <a:gdLst>
              <a:gd name="T0" fmla="*/ 62 w 183"/>
              <a:gd name="T1" fmla="*/ 22 h 200"/>
              <a:gd name="T2" fmla="*/ 36 w 183"/>
              <a:gd name="T3" fmla="*/ 11 h 200"/>
              <a:gd name="T4" fmla="*/ 0 w 183"/>
              <a:gd name="T5" fmla="*/ 48 h 200"/>
              <a:gd name="T6" fmla="*/ 9 w 183"/>
              <a:gd name="T7" fmla="*/ 73 h 200"/>
              <a:gd name="T8" fmla="*/ 62 w 183"/>
              <a:gd name="T9" fmla="*/ 22 h 200"/>
              <a:gd name="T10" fmla="*/ 147 w 183"/>
              <a:gd name="T11" fmla="*/ 11 h 200"/>
              <a:gd name="T12" fmla="*/ 119 w 183"/>
              <a:gd name="T13" fmla="*/ 23 h 200"/>
              <a:gd name="T14" fmla="*/ 170 w 183"/>
              <a:gd name="T15" fmla="*/ 76 h 200"/>
              <a:gd name="T16" fmla="*/ 183 w 183"/>
              <a:gd name="T17" fmla="*/ 48 h 200"/>
              <a:gd name="T18" fmla="*/ 147 w 183"/>
              <a:gd name="T19" fmla="*/ 11 h 200"/>
              <a:gd name="T20" fmla="*/ 169 w 183"/>
              <a:gd name="T21" fmla="*/ 103 h 200"/>
              <a:gd name="T22" fmla="*/ 96 w 183"/>
              <a:gd name="T23" fmla="*/ 23 h 200"/>
              <a:gd name="T24" fmla="*/ 96 w 183"/>
              <a:gd name="T25" fmla="*/ 6 h 200"/>
              <a:gd name="T26" fmla="*/ 98 w 183"/>
              <a:gd name="T27" fmla="*/ 6 h 200"/>
              <a:gd name="T28" fmla="*/ 102 w 183"/>
              <a:gd name="T29" fmla="*/ 3 h 200"/>
              <a:gd name="T30" fmla="*/ 98 w 183"/>
              <a:gd name="T31" fmla="*/ 0 h 200"/>
              <a:gd name="T32" fmla="*/ 81 w 183"/>
              <a:gd name="T33" fmla="*/ 0 h 200"/>
              <a:gd name="T34" fmla="*/ 78 w 183"/>
              <a:gd name="T35" fmla="*/ 3 h 200"/>
              <a:gd name="T36" fmla="*/ 81 w 183"/>
              <a:gd name="T37" fmla="*/ 6 h 200"/>
              <a:gd name="T38" fmla="*/ 84 w 183"/>
              <a:gd name="T39" fmla="*/ 6 h 200"/>
              <a:gd name="T40" fmla="*/ 84 w 183"/>
              <a:gd name="T41" fmla="*/ 23 h 200"/>
              <a:gd name="T42" fmla="*/ 9 w 183"/>
              <a:gd name="T43" fmla="*/ 103 h 200"/>
              <a:gd name="T44" fmla="*/ 38 w 183"/>
              <a:gd name="T45" fmla="*/ 164 h 200"/>
              <a:gd name="T46" fmla="*/ 29 w 183"/>
              <a:gd name="T47" fmla="*/ 190 h 200"/>
              <a:gd name="T48" fmla="*/ 33 w 183"/>
              <a:gd name="T49" fmla="*/ 198 h 200"/>
              <a:gd name="T50" fmla="*/ 35 w 183"/>
              <a:gd name="T51" fmla="*/ 199 h 200"/>
              <a:gd name="T52" fmla="*/ 43 w 183"/>
              <a:gd name="T53" fmla="*/ 196 h 200"/>
              <a:gd name="T54" fmla="*/ 53 w 183"/>
              <a:gd name="T55" fmla="*/ 174 h 200"/>
              <a:gd name="T56" fmla="*/ 89 w 183"/>
              <a:gd name="T57" fmla="*/ 183 h 200"/>
              <a:gd name="T58" fmla="*/ 125 w 183"/>
              <a:gd name="T59" fmla="*/ 174 h 200"/>
              <a:gd name="T60" fmla="*/ 136 w 183"/>
              <a:gd name="T61" fmla="*/ 196 h 200"/>
              <a:gd name="T62" fmla="*/ 144 w 183"/>
              <a:gd name="T63" fmla="*/ 199 h 200"/>
              <a:gd name="T64" fmla="*/ 146 w 183"/>
              <a:gd name="T65" fmla="*/ 198 h 200"/>
              <a:gd name="T66" fmla="*/ 149 w 183"/>
              <a:gd name="T67" fmla="*/ 190 h 200"/>
              <a:gd name="T68" fmla="*/ 141 w 183"/>
              <a:gd name="T69" fmla="*/ 164 h 200"/>
              <a:gd name="T70" fmla="*/ 169 w 183"/>
              <a:gd name="T71" fmla="*/ 103 h 200"/>
              <a:gd name="T72" fmla="*/ 89 w 183"/>
              <a:gd name="T73" fmla="*/ 167 h 200"/>
              <a:gd name="T74" fmla="*/ 25 w 183"/>
              <a:gd name="T75" fmla="*/ 103 h 200"/>
              <a:gd name="T76" fmla="*/ 89 w 183"/>
              <a:gd name="T77" fmla="*/ 39 h 200"/>
              <a:gd name="T78" fmla="*/ 153 w 183"/>
              <a:gd name="T79" fmla="*/ 103 h 200"/>
              <a:gd name="T80" fmla="*/ 89 w 183"/>
              <a:gd name="T81" fmla="*/ 167 h 200"/>
              <a:gd name="T82" fmla="*/ 97 w 183"/>
              <a:gd name="T83" fmla="*/ 111 h 200"/>
              <a:gd name="T84" fmla="*/ 100 w 183"/>
              <a:gd name="T85" fmla="*/ 103 h 200"/>
              <a:gd name="T86" fmla="*/ 91 w 183"/>
              <a:gd name="T87" fmla="*/ 92 h 200"/>
              <a:gd name="T88" fmla="*/ 91 w 183"/>
              <a:gd name="T89" fmla="*/ 55 h 200"/>
              <a:gd name="T90" fmla="*/ 89 w 183"/>
              <a:gd name="T91" fmla="*/ 53 h 200"/>
              <a:gd name="T92" fmla="*/ 87 w 183"/>
              <a:gd name="T93" fmla="*/ 55 h 200"/>
              <a:gd name="T94" fmla="*/ 87 w 183"/>
              <a:gd name="T95" fmla="*/ 92 h 200"/>
              <a:gd name="T96" fmla="*/ 78 w 183"/>
              <a:gd name="T97" fmla="*/ 103 h 200"/>
              <a:gd name="T98" fmla="*/ 89 w 183"/>
              <a:gd name="T99" fmla="*/ 114 h 200"/>
              <a:gd name="T100" fmla="*/ 93 w 183"/>
              <a:gd name="T101" fmla="*/ 113 h 200"/>
              <a:gd name="T102" fmla="*/ 104 w 183"/>
              <a:gd name="T103" fmla="*/ 131 h 200"/>
              <a:gd name="T104" fmla="*/ 107 w 183"/>
              <a:gd name="T105" fmla="*/ 132 h 200"/>
              <a:gd name="T106" fmla="*/ 108 w 183"/>
              <a:gd name="T107" fmla="*/ 129 h 200"/>
              <a:gd name="T108" fmla="*/ 97 w 183"/>
              <a:gd name="T109" fmla="*/ 111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3" h="200">
                <a:moveTo>
                  <a:pt x="62" y="22"/>
                </a:moveTo>
                <a:cubicBezTo>
                  <a:pt x="56" y="15"/>
                  <a:pt x="46" y="11"/>
                  <a:pt x="36" y="11"/>
                </a:cubicBezTo>
                <a:cubicBezTo>
                  <a:pt x="16" y="11"/>
                  <a:pt x="0" y="28"/>
                  <a:pt x="0" y="48"/>
                </a:cubicBezTo>
                <a:cubicBezTo>
                  <a:pt x="0" y="57"/>
                  <a:pt x="3" y="66"/>
                  <a:pt x="9" y="73"/>
                </a:cubicBezTo>
                <a:cubicBezTo>
                  <a:pt x="18" y="49"/>
                  <a:pt x="38" y="30"/>
                  <a:pt x="62" y="22"/>
                </a:cubicBezTo>
                <a:close/>
                <a:moveTo>
                  <a:pt x="147" y="11"/>
                </a:moveTo>
                <a:cubicBezTo>
                  <a:pt x="136" y="11"/>
                  <a:pt x="126" y="16"/>
                  <a:pt x="119" y="23"/>
                </a:cubicBezTo>
                <a:cubicBezTo>
                  <a:pt x="143" y="32"/>
                  <a:pt x="162" y="52"/>
                  <a:pt x="170" y="76"/>
                </a:cubicBezTo>
                <a:cubicBezTo>
                  <a:pt x="178" y="69"/>
                  <a:pt x="183" y="59"/>
                  <a:pt x="183" y="48"/>
                </a:cubicBezTo>
                <a:cubicBezTo>
                  <a:pt x="183" y="28"/>
                  <a:pt x="167" y="11"/>
                  <a:pt x="147" y="11"/>
                </a:cubicBezTo>
                <a:close/>
                <a:moveTo>
                  <a:pt x="169" y="103"/>
                </a:moveTo>
                <a:cubicBezTo>
                  <a:pt x="169" y="61"/>
                  <a:pt x="137" y="26"/>
                  <a:pt x="96" y="23"/>
                </a:cubicBezTo>
                <a:cubicBezTo>
                  <a:pt x="96" y="6"/>
                  <a:pt x="96" y="6"/>
                  <a:pt x="96" y="6"/>
                </a:cubicBezTo>
                <a:cubicBezTo>
                  <a:pt x="98" y="6"/>
                  <a:pt x="98" y="6"/>
                  <a:pt x="98" y="6"/>
                </a:cubicBezTo>
                <a:cubicBezTo>
                  <a:pt x="100" y="6"/>
                  <a:pt x="102" y="5"/>
                  <a:pt x="102" y="3"/>
                </a:cubicBezTo>
                <a:cubicBezTo>
                  <a:pt x="102" y="1"/>
                  <a:pt x="100" y="0"/>
                  <a:pt x="98" y="0"/>
                </a:cubicBezTo>
                <a:cubicBezTo>
                  <a:pt x="81" y="0"/>
                  <a:pt x="81" y="0"/>
                  <a:pt x="81" y="0"/>
                </a:cubicBezTo>
                <a:cubicBezTo>
                  <a:pt x="80" y="0"/>
                  <a:pt x="78" y="1"/>
                  <a:pt x="78" y="3"/>
                </a:cubicBezTo>
                <a:cubicBezTo>
                  <a:pt x="78" y="5"/>
                  <a:pt x="80" y="6"/>
                  <a:pt x="81" y="6"/>
                </a:cubicBezTo>
                <a:cubicBezTo>
                  <a:pt x="84" y="6"/>
                  <a:pt x="84" y="6"/>
                  <a:pt x="84" y="6"/>
                </a:cubicBezTo>
                <a:cubicBezTo>
                  <a:pt x="84" y="23"/>
                  <a:pt x="84" y="23"/>
                  <a:pt x="84" y="23"/>
                </a:cubicBezTo>
                <a:cubicBezTo>
                  <a:pt x="42" y="25"/>
                  <a:pt x="9" y="60"/>
                  <a:pt x="9" y="103"/>
                </a:cubicBezTo>
                <a:cubicBezTo>
                  <a:pt x="9" y="127"/>
                  <a:pt x="20" y="150"/>
                  <a:pt x="38" y="164"/>
                </a:cubicBezTo>
                <a:cubicBezTo>
                  <a:pt x="29" y="190"/>
                  <a:pt x="29" y="190"/>
                  <a:pt x="29" y="190"/>
                </a:cubicBezTo>
                <a:cubicBezTo>
                  <a:pt x="28" y="194"/>
                  <a:pt x="30" y="197"/>
                  <a:pt x="33" y="198"/>
                </a:cubicBezTo>
                <a:cubicBezTo>
                  <a:pt x="35" y="199"/>
                  <a:pt x="35" y="199"/>
                  <a:pt x="35" y="199"/>
                </a:cubicBezTo>
                <a:cubicBezTo>
                  <a:pt x="38" y="200"/>
                  <a:pt x="41" y="199"/>
                  <a:pt x="43" y="196"/>
                </a:cubicBezTo>
                <a:cubicBezTo>
                  <a:pt x="53" y="174"/>
                  <a:pt x="53" y="174"/>
                  <a:pt x="53" y="174"/>
                </a:cubicBezTo>
                <a:cubicBezTo>
                  <a:pt x="64" y="180"/>
                  <a:pt x="76" y="183"/>
                  <a:pt x="89" y="183"/>
                </a:cubicBezTo>
                <a:cubicBezTo>
                  <a:pt x="102" y="183"/>
                  <a:pt x="114" y="180"/>
                  <a:pt x="125" y="174"/>
                </a:cubicBezTo>
                <a:cubicBezTo>
                  <a:pt x="136" y="196"/>
                  <a:pt x="136" y="196"/>
                  <a:pt x="136" y="196"/>
                </a:cubicBezTo>
                <a:cubicBezTo>
                  <a:pt x="137" y="199"/>
                  <a:pt x="141" y="200"/>
                  <a:pt x="144" y="199"/>
                </a:cubicBezTo>
                <a:cubicBezTo>
                  <a:pt x="146" y="198"/>
                  <a:pt x="146" y="198"/>
                  <a:pt x="146" y="198"/>
                </a:cubicBezTo>
                <a:cubicBezTo>
                  <a:pt x="149" y="197"/>
                  <a:pt x="150" y="194"/>
                  <a:pt x="149" y="190"/>
                </a:cubicBezTo>
                <a:cubicBezTo>
                  <a:pt x="141" y="164"/>
                  <a:pt x="141" y="164"/>
                  <a:pt x="141" y="164"/>
                </a:cubicBezTo>
                <a:cubicBezTo>
                  <a:pt x="158" y="149"/>
                  <a:pt x="169" y="127"/>
                  <a:pt x="169" y="103"/>
                </a:cubicBezTo>
                <a:close/>
                <a:moveTo>
                  <a:pt x="89" y="167"/>
                </a:moveTo>
                <a:cubicBezTo>
                  <a:pt x="54" y="167"/>
                  <a:pt x="25" y="138"/>
                  <a:pt x="25" y="103"/>
                </a:cubicBezTo>
                <a:cubicBezTo>
                  <a:pt x="25" y="67"/>
                  <a:pt x="54" y="39"/>
                  <a:pt x="89" y="39"/>
                </a:cubicBezTo>
                <a:cubicBezTo>
                  <a:pt x="124" y="39"/>
                  <a:pt x="153" y="67"/>
                  <a:pt x="153" y="103"/>
                </a:cubicBezTo>
                <a:cubicBezTo>
                  <a:pt x="153" y="138"/>
                  <a:pt x="124" y="167"/>
                  <a:pt x="89" y="167"/>
                </a:cubicBezTo>
                <a:close/>
                <a:moveTo>
                  <a:pt x="97" y="111"/>
                </a:moveTo>
                <a:cubicBezTo>
                  <a:pt x="99" y="109"/>
                  <a:pt x="100" y="106"/>
                  <a:pt x="100" y="103"/>
                </a:cubicBezTo>
                <a:cubicBezTo>
                  <a:pt x="100" y="97"/>
                  <a:pt x="96" y="93"/>
                  <a:pt x="91" y="92"/>
                </a:cubicBezTo>
                <a:cubicBezTo>
                  <a:pt x="91" y="55"/>
                  <a:pt x="91" y="55"/>
                  <a:pt x="91" y="55"/>
                </a:cubicBezTo>
                <a:cubicBezTo>
                  <a:pt x="91" y="54"/>
                  <a:pt x="90" y="53"/>
                  <a:pt x="89" y="53"/>
                </a:cubicBezTo>
                <a:cubicBezTo>
                  <a:pt x="88" y="53"/>
                  <a:pt x="87" y="54"/>
                  <a:pt x="87" y="55"/>
                </a:cubicBezTo>
                <a:cubicBezTo>
                  <a:pt x="87" y="92"/>
                  <a:pt x="87" y="92"/>
                  <a:pt x="87" y="92"/>
                </a:cubicBezTo>
                <a:cubicBezTo>
                  <a:pt x="82" y="93"/>
                  <a:pt x="78" y="97"/>
                  <a:pt x="78" y="103"/>
                </a:cubicBezTo>
                <a:cubicBezTo>
                  <a:pt x="78" y="109"/>
                  <a:pt x="83" y="114"/>
                  <a:pt x="89" y="114"/>
                </a:cubicBezTo>
                <a:cubicBezTo>
                  <a:pt x="90" y="114"/>
                  <a:pt x="92" y="114"/>
                  <a:pt x="93" y="113"/>
                </a:cubicBezTo>
                <a:cubicBezTo>
                  <a:pt x="104" y="131"/>
                  <a:pt x="104" y="131"/>
                  <a:pt x="104" y="131"/>
                </a:cubicBezTo>
                <a:cubicBezTo>
                  <a:pt x="105" y="132"/>
                  <a:pt x="106" y="133"/>
                  <a:pt x="107" y="132"/>
                </a:cubicBezTo>
                <a:cubicBezTo>
                  <a:pt x="108" y="131"/>
                  <a:pt x="109" y="130"/>
                  <a:pt x="108" y="129"/>
                </a:cubicBezTo>
                <a:lnTo>
                  <a:pt x="97" y="111"/>
                </a:lnTo>
                <a:close/>
              </a:path>
            </a:pathLst>
          </a:custGeom>
          <a:solidFill>
            <a:srgbClr val="F1891A"/>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 name="Freeform 307"/>
          <p:cNvSpPr>
            <a:spLocks noChangeAspect="1" noEditPoints="1"/>
          </p:cNvSpPr>
          <p:nvPr/>
        </p:nvSpPr>
        <p:spPr bwMode="auto">
          <a:xfrm>
            <a:off x="8650882" y="712533"/>
            <a:ext cx="360000" cy="525925"/>
          </a:xfrm>
          <a:custGeom>
            <a:avLst/>
            <a:gdLst>
              <a:gd name="T0" fmla="*/ 151 w 243"/>
              <a:gd name="T1" fmla="*/ 4 h 354"/>
              <a:gd name="T2" fmla="*/ 236 w 243"/>
              <a:gd name="T3" fmla="*/ 91 h 354"/>
              <a:gd name="T4" fmla="*/ 212 w 243"/>
              <a:gd name="T5" fmla="*/ 202 h 354"/>
              <a:gd name="T6" fmla="*/ 201 w 243"/>
              <a:gd name="T7" fmla="*/ 243 h 354"/>
              <a:gd name="T8" fmla="*/ 199 w 243"/>
              <a:gd name="T9" fmla="*/ 276 h 354"/>
              <a:gd name="T10" fmla="*/ 183 w 243"/>
              <a:gd name="T11" fmla="*/ 322 h 354"/>
              <a:gd name="T12" fmla="*/ 143 w 243"/>
              <a:gd name="T13" fmla="*/ 354 h 354"/>
              <a:gd name="T14" fmla="*/ 63 w 243"/>
              <a:gd name="T15" fmla="*/ 328 h 354"/>
              <a:gd name="T16" fmla="*/ 43 w 243"/>
              <a:gd name="T17" fmla="*/ 281 h 354"/>
              <a:gd name="T18" fmla="*/ 43 w 243"/>
              <a:gd name="T19" fmla="*/ 253 h 354"/>
              <a:gd name="T20" fmla="*/ 39 w 243"/>
              <a:gd name="T21" fmla="*/ 231 h 354"/>
              <a:gd name="T22" fmla="*/ 10 w 243"/>
              <a:gd name="T23" fmla="*/ 163 h 354"/>
              <a:gd name="T24" fmla="*/ 74 w 243"/>
              <a:gd name="T25" fmla="*/ 10 h 354"/>
              <a:gd name="T26" fmla="*/ 114 w 243"/>
              <a:gd name="T27" fmla="*/ 0 h 354"/>
              <a:gd name="T28" fmla="*/ 121 w 243"/>
              <a:gd name="T29" fmla="*/ 245 h 354"/>
              <a:gd name="T30" fmla="*/ 180 w 243"/>
              <a:gd name="T31" fmla="*/ 233 h 354"/>
              <a:gd name="T32" fmla="*/ 205 w 243"/>
              <a:gd name="T33" fmla="*/ 168 h 354"/>
              <a:gd name="T34" fmla="*/ 182 w 243"/>
              <a:gd name="T35" fmla="*/ 44 h 354"/>
              <a:gd name="T36" fmla="*/ 26 w 243"/>
              <a:gd name="T37" fmla="*/ 138 h 354"/>
              <a:gd name="T38" fmla="*/ 62 w 243"/>
              <a:gd name="T39" fmla="*/ 235 h 354"/>
              <a:gd name="T40" fmla="*/ 121 w 243"/>
              <a:gd name="T41" fmla="*/ 245 h 354"/>
              <a:gd name="T42" fmla="*/ 74 w 243"/>
              <a:gd name="T43" fmla="*/ 254 h 354"/>
              <a:gd name="T44" fmla="*/ 74 w 243"/>
              <a:gd name="T45" fmla="*/ 274 h 354"/>
              <a:gd name="T46" fmla="*/ 169 w 243"/>
              <a:gd name="T47" fmla="*/ 274 h 354"/>
              <a:gd name="T48" fmla="*/ 169 w 243"/>
              <a:gd name="T49" fmla="*/ 254 h 354"/>
              <a:gd name="T50" fmla="*/ 121 w 243"/>
              <a:gd name="T51" fmla="*/ 283 h 354"/>
              <a:gd name="T52" fmla="*/ 64 w 243"/>
              <a:gd name="T53" fmla="*/ 289 h 354"/>
              <a:gd name="T54" fmla="*/ 140 w 243"/>
              <a:gd name="T55" fmla="*/ 303 h 354"/>
              <a:gd name="T56" fmla="*/ 178 w 243"/>
              <a:gd name="T57" fmla="*/ 297 h 354"/>
              <a:gd name="T58" fmla="*/ 121 w 243"/>
              <a:gd name="T59" fmla="*/ 283 h 354"/>
              <a:gd name="T60" fmla="*/ 100 w 243"/>
              <a:gd name="T61" fmla="*/ 332 h 354"/>
              <a:gd name="T62" fmla="*/ 159 w 243"/>
              <a:gd name="T63" fmla="*/ 31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3" h="354">
                <a:moveTo>
                  <a:pt x="128" y="0"/>
                </a:moveTo>
                <a:cubicBezTo>
                  <a:pt x="136" y="1"/>
                  <a:pt x="144" y="2"/>
                  <a:pt x="151" y="4"/>
                </a:cubicBezTo>
                <a:cubicBezTo>
                  <a:pt x="172" y="9"/>
                  <a:pt x="190" y="20"/>
                  <a:pt x="205" y="35"/>
                </a:cubicBezTo>
                <a:cubicBezTo>
                  <a:pt x="221" y="51"/>
                  <a:pt x="231" y="69"/>
                  <a:pt x="236" y="91"/>
                </a:cubicBezTo>
                <a:cubicBezTo>
                  <a:pt x="243" y="121"/>
                  <a:pt x="240" y="149"/>
                  <a:pt x="225" y="177"/>
                </a:cubicBezTo>
                <a:cubicBezTo>
                  <a:pt x="221" y="185"/>
                  <a:pt x="216" y="194"/>
                  <a:pt x="212" y="202"/>
                </a:cubicBezTo>
                <a:cubicBezTo>
                  <a:pt x="206" y="214"/>
                  <a:pt x="203" y="226"/>
                  <a:pt x="202" y="238"/>
                </a:cubicBezTo>
                <a:cubicBezTo>
                  <a:pt x="202" y="240"/>
                  <a:pt x="201" y="241"/>
                  <a:pt x="201" y="243"/>
                </a:cubicBezTo>
                <a:cubicBezTo>
                  <a:pt x="200" y="246"/>
                  <a:pt x="200" y="255"/>
                  <a:pt x="200" y="258"/>
                </a:cubicBezTo>
                <a:cubicBezTo>
                  <a:pt x="202" y="264"/>
                  <a:pt x="201" y="270"/>
                  <a:pt x="199" y="276"/>
                </a:cubicBezTo>
                <a:cubicBezTo>
                  <a:pt x="198" y="278"/>
                  <a:pt x="198" y="279"/>
                  <a:pt x="199" y="281"/>
                </a:cubicBezTo>
                <a:cubicBezTo>
                  <a:pt x="205" y="297"/>
                  <a:pt x="198" y="314"/>
                  <a:pt x="183" y="322"/>
                </a:cubicBezTo>
                <a:cubicBezTo>
                  <a:pt x="181" y="322"/>
                  <a:pt x="180" y="324"/>
                  <a:pt x="180" y="325"/>
                </a:cubicBezTo>
                <a:cubicBezTo>
                  <a:pt x="173" y="342"/>
                  <a:pt x="161" y="353"/>
                  <a:pt x="143" y="354"/>
                </a:cubicBezTo>
                <a:cubicBezTo>
                  <a:pt x="127" y="354"/>
                  <a:pt x="111" y="354"/>
                  <a:pt x="96" y="353"/>
                </a:cubicBezTo>
                <a:cubicBezTo>
                  <a:pt x="80" y="352"/>
                  <a:pt x="69" y="342"/>
                  <a:pt x="63" y="328"/>
                </a:cubicBezTo>
                <a:cubicBezTo>
                  <a:pt x="62" y="324"/>
                  <a:pt x="60" y="322"/>
                  <a:pt x="57" y="321"/>
                </a:cubicBezTo>
                <a:cubicBezTo>
                  <a:pt x="43" y="313"/>
                  <a:pt x="37" y="296"/>
                  <a:pt x="43" y="281"/>
                </a:cubicBezTo>
                <a:cubicBezTo>
                  <a:pt x="44" y="279"/>
                  <a:pt x="44" y="278"/>
                  <a:pt x="43" y="276"/>
                </a:cubicBezTo>
                <a:cubicBezTo>
                  <a:pt x="40" y="268"/>
                  <a:pt x="40" y="261"/>
                  <a:pt x="43" y="253"/>
                </a:cubicBezTo>
                <a:cubicBezTo>
                  <a:pt x="43" y="252"/>
                  <a:pt x="43" y="250"/>
                  <a:pt x="43" y="248"/>
                </a:cubicBezTo>
                <a:cubicBezTo>
                  <a:pt x="41" y="242"/>
                  <a:pt x="40" y="237"/>
                  <a:pt x="39" y="231"/>
                </a:cubicBezTo>
                <a:cubicBezTo>
                  <a:pt x="37" y="218"/>
                  <a:pt x="32" y="206"/>
                  <a:pt x="26" y="195"/>
                </a:cubicBezTo>
                <a:cubicBezTo>
                  <a:pt x="21" y="184"/>
                  <a:pt x="15" y="174"/>
                  <a:pt x="10" y="163"/>
                </a:cubicBezTo>
                <a:cubicBezTo>
                  <a:pt x="2" y="143"/>
                  <a:pt x="0" y="121"/>
                  <a:pt x="4" y="100"/>
                </a:cubicBezTo>
                <a:cubicBezTo>
                  <a:pt x="11" y="57"/>
                  <a:pt x="35" y="27"/>
                  <a:pt x="74" y="10"/>
                </a:cubicBezTo>
                <a:cubicBezTo>
                  <a:pt x="86" y="4"/>
                  <a:pt x="98" y="1"/>
                  <a:pt x="111" y="1"/>
                </a:cubicBezTo>
                <a:cubicBezTo>
                  <a:pt x="112" y="0"/>
                  <a:pt x="113" y="0"/>
                  <a:pt x="114" y="0"/>
                </a:cubicBezTo>
                <a:lnTo>
                  <a:pt x="128" y="0"/>
                </a:lnTo>
                <a:close/>
                <a:moveTo>
                  <a:pt x="121" y="245"/>
                </a:moveTo>
                <a:cubicBezTo>
                  <a:pt x="136" y="245"/>
                  <a:pt x="151" y="245"/>
                  <a:pt x="167" y="245"/>
                </a:cubicBezTo>
                <a:cubicBezTo>
                  <a:pt x="176" y="245"/>
                  <a:pt x="179" y="242"/>
                  <a:pt x="180" y="233"/>
                </a:cubicBezTo>
                <a:cubicBezTo>
                  <a:pt x="182" y="223"/>
                  <a:pt x="184" y="213"/>
                  <a:pt x="187" y="203"/>
                </a:cubicBezTo>
                <a:cubicBezTo>
                  <a:pt x="192" y="191"/>
                  <a:pt x="199" y="180"/>
                  <a:pt x="205" y="168"/>
                </a:cubicBezTo>
                <a:cubicBezTo>
                  <a:pt x="212" y="156"/>
                  <a:pt x="216" y="143"/>
                  <a:pt x="217" y="128"/>
                </a:cubicBezTo>
                <a:cubicBezTo>
                  <a:pt x="220" y="94"/>
                  <a:pt x="208" y="66"/>
                  <a:pt x="182" y="44"/>
                </a:cubicBezTo>
                <a:cubicBezTo>
                  <a:pt x="149" y="17"/>
                  <a:pt x="106" y="15"/>
                  <a:pt x="70" y="37"/>
                </a:cubicBezTo>
                <a:cubicBezTo>
                  <a:pt x="35" y="58"/>
                  <a:pt x="19" y="98"/>
                  <a:pt x="26" y="138"/>
                </a:cubicBezTo>
                <a:cubicBezTo>
                  <a:pt x="28" y="152"/>
                  <a:pt x="35" y="165"/>
                  <a:pt x="42" y="177"/>
                </a:cubicBezTo>
                <a:cubicBezTo>
                  <a:pt x="52" y="195"/>
                  <a:pt x="60" y="214"/>
                  <a:pt x="62" y="235"/>
                </a:cubicBezTo>
                <a:cubicBezTo>
                  <a:pt x="62" y="242"/>
                  <a:pt x="66" y="245"/>
                  <a:pt x="73" y="245"/>
                </a:cubicBezTo>
                <a:cubicBezTo>
                  <a:pt x="89" y="245"/>
                  <a:pt x="105" y="245"/>
                  <a:pt x="121" y="245"/>
                </a:cubicBezTo>
                <a:moveTo>
                  <a:pt x="121" y="254"/>
                </a:moveTo>
                <a:cubicBezTo>
                  <a:pt x="105" y="254"/>
                  <a:pt x="89" y="254"/>
                  <a:pt x="74" y="254"/>
                </a:cubicBezTo>
                <a:cubicBezTo>
                  <a:pt x="69" y="254"/>
                  <a:pt x="65" y="256"/>
                  <a:pt x="64" y="260"/>
                </a:cubicBezTo>
                <a:cubicBezTo>
                  <a:pt x="61" y="267"/>
                  <a:pt x="66" y="274"/>
                  <a:pt x="74" y="274"/>
                </a:cubicBezTo>
                <a:cubicBezTo>
                  <a:pt x="96" y="274"/>
                  <a:pt x="118" y="274"/>
                  <a:pt x="140" y="274"/>
                </a:cubicBezTo>
                <a:cubicBezTo>
                  <a:pt x="149" y="274"/>
                  <a:pt x="159" y="274"/>
                  <a:pt x="169" y="274"/>
                </a:cubicBezTo>
                <a:cubicBezTo>
                  <a:pt x="173" y="274"/>
                  <a:pt x="176" y="272"/>
                  <a:pt x="178" y="268"/>
                </a:cubicBezTo>
                <a:cubicBezTo>
                  <a:pt x="181" y="261"/>
                  <a:pt x="176" y="254"/>
                  <a:pt x="169" y="254"/>
                </a:cubicBezTo>
                <a:cubicBezTo>
                  <a:pt x="153" y="254"/>
                  <a:pt x="137" y="254"/>
                  <a:pt x="121" y="254"/>
                </a:cubicBezTo>
                <a:moveTo>
                  <a:pt x="121" y="283"/>
                </a:moveTo>
                <a:cubicBezTo>
                  <a:pt x="105" y="283"/>
                  <a:pt x="89" y="283"/>
                  <a:pt x="74" y="283"/>
                </a:cubicBezTo>
                <a:cubicBezTo>
                  <a:pt x="69" y="283"/>
                  <a:pt x="65" y="285"/>
                  <a:pt x="64" y="289"/>
                </a:cubicBezTo>
                <a:cubicBezTo>
                  <a:pt x="61" y="296"/>
                  <a:pt x="66" y="303"/>
                  <a:pt x="74" y="303"/>
                </a:cubicBezTo>
                <a:cubicBezTo>
                  <a:pt x="96" y="303"/>
                  <a:pt x="118" y="303"/>
                  <a:pt x="140" y="303"/>
                </a:cubicBezTo>
                <a:cubicBezTo>
                  <a:pt x="149" y="303"/>
                  <a:pt x="159" y="303"/>
                  <a:pt x="169" y="303"/>
                </a:cubicBezTo>
                <a:cubicBezTo>
                  <a:pt x="173" y="303"/>
                  <a:pt x="176" y="301"/>
                  <a:pt x="178" y="297"/>
                </a:cubicBezTo>
                <a:cubicBezTo>
                  <a:pt x="181" y="290"/>
                  <a:pt x="176" y="283"/>
                  <a:pt x="169" y="283"/>
                </a:cubicBezTo>
                <a:cubicBezTo>
                  <a:pt x="153" y="283"/>
                  <a:pt x="137" y="283"/>
                  <a:pt x="121" y="283"/>
                </a:cubicBezTo>
                <a:moveTo>
                  <a:pt x="82" y="313"/>
                </a:moveTo>
                <a:cubicBezTo>
                  <a:pt x="82" y="323"/>
                  <a:pt x="90" y="331"/>
                  <a:pt x="100" y="332"/>
                </a:cubicBezTo>
                <a:cubicBezTo>
                  <a:pt x="114" y="332"/>
                  <a:pt x="128" y="332"/>
                  <a:pt x="142" y="332"/>
                </a:cubicBezTo>
                <a:cubicBezTo>
                  <a:pt x="152" y="331"/>
                  <a:pt x="159" y="323"/>
                  <a:pt x="159" y="313"/>
                </a:cubicBezTo>
                <a:lnTo>
                  <a:pt x="82" y="313"/>
                </a:lnTo>
                <a:close/>
              </a:path>
            </a:pathLst>
          </a:custGeom>
          <a:solidFill>
            <a:srgbClr val="8F7EB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44" name="组合 43"/>
          <p:cNvGrpSpPr>
            <a:grpSpLocks noChangeAspect="1"/>
          </p:cNvGrpSpPr>
          <p:nvPr/>
        </p:nvGrpSpPr>
        <p:grpSpPr>
          <a:xfrm>
            <a:off x="8650882" y="3429000"/>
            <a:ext cx="396000" cy="577624"/>
            <a:chOff x="1797050" y="5657850"/>
            <a:chExt cx="422275" cy="615950"/>
          </a:xfrm>
          <a:solidFill>
            <a:srgbClr val="20A0D5"/>
          </a:solidFill>
        </p:grpSpPr>
        <p:sp>
          <p:nvSpPr>
            <p:cNvPr id="45" name="Oval 114"/>
            <p:cNvSpPr>
              <a:spLocks noChangeArrowheads="1"/>
            </p:cNvSpPr>
            <p:nvPr/>
          </p:nvSpPr>
          <p:spPr bwMode="auto">
            <a:xfrm>
              <a:off x="1970088" y="5832475"/>
              <a:ext cx="38100" cy="38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 name="Oval 115"/>
            <p:cNvSpPr>
              <a:spLocks noChangeArrowheads="1"/>
            </p:cNvSpPr>
            <p:nvPr/>
          </p:nvSpPr>
          <p:spPr bwMode="auto">
            <a:xfrm>
              <a:off x="1970088" y="6062663"/>
              <a:ext cx="38100" cy="38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 name="Oval 116"/>
            <p:cNvSpPr>
              <a:spLocks noChangeArrowheads="1"/>
            </p:cNvSpPr>
            <p:nvPr/>
          </p:nvSpPr>
          <p:spPr bwMode="auto">
            <a:xfrm>
              <a:off x="1854200" y="5946775"/>
              <a:ext cx="38100" cy="38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 name="Oval 117"/>
            <p:cNvSpPr>
              <a:spLocks noChangeArrowheads="1"/>
            </p:cNvSpPr>
            <p:nvPr/>
          </p:nvSpPr>
          <p:spPr bwMode="auto">
            <a:xfrm>
              <a:off x="2084388" y="5946775"/>
              <a:ext cx="38100" cy="38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 name="Freeform 118"/>
            <p:cNvSpPr>
              <a:spLocks/>
            </p:cNvSpPr>
            <p:nvPr/>
          </p:nvSpPr>
          <p:spPr bwMode="auto">
            <a:xfrm>
              <a:off x="1887538" y="6024563"/>
              <a:ext cx="38100" cy="42862"/>
            </a:xfrm>
            <a:custGeom>
              <a:avLst/>
              <a:gdLst>
                <a:gd name="T0" fmla="*/ 1 w 8"/>
                <a:gd name="T1" fmla="*/ 2 h 9"/>
                <a:gd name="T2" fmla="*/ 1 w 8"/>
                <a:gd name="T3" fmla="*/ 7 h 9"/>
                <a:gd name="T4" fmla="*/ 7 w 8"/>
                <a:gd name="T5" fmla="*/ 7 h 9"/>
                <a:gd name="T6" fmla="*/ 7 w 8"/>
                <a:gd name="T7" fmla="*/ 2 h 9"/>
                <a:gd name="T8" fmla="*/ 1 w 8"/>
                <a:gd name="T9" fmla="*/ 2 h 9"/>
              </a:gdLst>
              <a:ahLst/>
              <a:cxnLst>
                <a:cxn ang="0">
                  <a:pos x="T0" y="T1"/>
                </a:cxn>
                <a:cxn ang="0">
                  <a:pos x="T2" y="T3"/>
                </a:cxn>
                <a:cxn ang="0">
                  <a:pos x="T4" y="T5"/>
                </a:cxn>
                <a:cxn ang="0">
                  <a:pos x="T6" y="T7"/>
                </a:cxn>
                <a:cxn ang="0">
                  <a:pos x="T8" y="T9"/>
                </a:cxn>
              </a:cxnLst>
              <a:rect l="0" t="0" r="r" b="b"/>
              <a:pathLst>
                <a:path w="8" h="9">
                  <a:moveTo>
                    <a:pt x="1" y="2"/>
                  </a:moveTo>
                  <a:cubicBezTo>
                    <a:pt x="0" y="3"/>
                    <a:pt x="0" y="6"/>
                    <a:pt x="1" y="7"/>
                  </a:cubicBezTo>
                  <a:cubicBezTo>
                    <a:pt x="3" y="9"/>
                    <a:pt x="5" y="9"/>
                    <a:pt x="7" y="7"/>
                  </a:cubicBezTo>
                  <a:cubicBezTo>
                    <a:pt x="8" y="6"/>
                    <a:pt x="8" y="3"/>
                    <a:pt x="7" y="2"/>
                  </a:cubicBezTo>
                  <a:cubicBezTo>
                    <a:pt x="5" y="0"/>
                    <a:pt x="3" y="0"/>
                    <a:pt x="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 name="Freeform 119"/>
            <p:cNvSpPr>
              <a:spLocks/>
            </p:cNvSpPr>
            <p:nvPr/>
          </p:nvSpPr>
          <p:spPr bwMode="auto">
            <a:xfrm>
              <a:off x="1887538" y="5861050"/>
              <a:ext cx="38100" cy="42862"/>
            </a:xfrm>
            <a:custGeom>
              <a:avLst/>
              <a:gdLst>
                <a:gd name="T0" fmla="*/ 1 w 8"/>
                <a:gd name="T1" fmla="*/ 2 h 9"/>
                <a:gd name="T2" fmla="*/ 1 w 8"/>
                <a:gd name="T3" fmla="*/ 7 h 9"/>
                <a:gd name="T4" fmla="*/ 7 w 8"/>
                <a:gd name="T5" fmla="*/ 7 h 9"/>
                <a:gd name="T6" fmla="*/ 7 w 8"/>
                <a:gd name="T7" fmla="*/ 2 h 9"/>
                <a:gd name="T8" fmla="*/ 1 w 8"/>
                <a:gd name="T9" fmla="*/ 2 h 9"/>
              </a:gdLst>
              <a:ahLst/>
              <a:cxnLst>
                <a:cxn ang="0">
                  <a:pos x="T0" y="T1"/>
                </a:cxn>
                <a:cxn ang="0">
                  <a:pos x="T2" y="T3"/>
                </a:cxn>
                <a:cxn ang="0">
                  <a:pos x="T4" y="T5"/>
                </a:cxn>
                <a:cxn ang="0">
                  <a:pos x="T6" y="T7"/>
                </a:cxn>
                <a:cxn ang="0">
                  <a:pos x="T8" y="T9"/>
                </a:cxn>
              </a:cxnLst>
              <a:rect l="0" t="0" r="r" b="b"/>
              <a:pathLst>
                <a:path w="8" h="9">
                  <a:moveTo>
                    <a:pt x="1" y="2"/>
                  </a:moveTo>
                  <a:cubicBezTo>
                    <a:pt x="0" y="3"/>
                    <a:pt x="0" y="6"/>
                    <a:pt x="1" y="7"/>
                  </a:cubicBezTo>
                  <a:cubicBezTo>
                    <a:pt x="3" y="9"/>
                    <a:pt x="5" y="9"/>
                    <a:pt x="7" y="7"/>
                  </a:cubicBezTo>
                  <a:cubicBezTo>
                    <a:pt x="8" y="6"/>
                    <a:pt x="8" y="3"/>
                    <a:pt x="7" y="2"/>
                  </a:cubicBezTo>
                  <a:cubicBezTo>
                    <a:pt x="5" y="0"/>
                    <a:pt x="3" y="0"/>
                    <a:pt x="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 name="Freeform 120"/>
            <p:cNvSpPr>
              <a:spLocks/>
            </p:cNvSpPr>
            <p:nvPr/>
          </p:nvSpPr>
          <p:spPr bwMode="auto">
            <a:xfrm>
              <a:off x="2051050" y="6024563"/>
              <a:ext cx="38100" cy="42862"/>
            </a:xfrm>
            <a:custGeom>
              <a:avLst/>
              <a:gdLst>
                <a:gd name="T0" fmla="*/ 1 w 8"/>
                <a:gd name="T1" fmla="*/ 2 h 9"/>
                <a:gd name="T2" fmla="*/ 1 w 8"/>
                <a:gd name="T3" fmla="*/ 7 h 9"/>
                <a:gd name="T4" fmla="*/ 7 w 8"/>
                <a:gd name="T5" fmla="*/ 7 h 9"/>
                <a:gd name="T6" fmla="*/ 7 w 8"/>
                <a:gd name="T7" fmla="*/ 2 h 9"/>
                <a:gd name="T8" fmla="*/ 1 w 8"/>
                <a:gd name="T9" fmla="*/ 2 h 9"/>
              </a:gdLst>
              <a:ahLst/>
              <a:cxnLst>
                <a:cxn ang="0">
                  <a:pos x="T0" y="T1"/>
                </a:cxn>
                <a:cxn ang="0">
                  <a:pos x="T2" y="T3"/>
                </a:cxn>
                <a:cxn ang="0">
                  <a:pos x="T4" y="T5"/>
                </a:cxn>
                <a:cxn ang="0">
                  <a:pos x="T6" y="T7"/>
                </a:cxn>
                <a:cxn ang="0">
                  <a:pos x="T8" y="T9"/>
                </a:cxn>
              </a:cxnLst>
              <a:rect l="0" t="0" r="r" b="b"/>
              <a:pathLst>
                <a:path w="8" h="9">
                  <a:moveTo>
                    <a:pt x="1" y="2"/>
                  </a:moveTo>
                  <a:cubicBezTo>
                    <a:pt x="0" y="3"/>
                    <a:pt x="0" y="6"/>
                    <a:pt x="1" y="7"/>
                  </a:cubicBezTo>
                  <a:cubicBezTo>
                    <a:pt x="3" y="9"/>
                    <a:pt x="5" y="9"/>
                    <a:pt x="7" y="7"/>
                  </a:cubicBezTo>
                  <a:cubicBezTo>
                    <a:pt x="8" y="6"/>
                    <a:pt x="8" y="3"/>
                    <a:pt x="7" y="2"/>
                  </a:cubicBezTo>
                  <a:cubicBezTo>
                    <a:pt x="5" y="0"/>
                    <a:pt x="3" y="0"/>
                    <a:pt x="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 name="Freeform 121"/>
            <p:cNvSpPr>
              <a:spLocks noEditPoints="1"/>
            </p:cNvSpPr>
            <p:nvPr/>
          </p:nvSpPr>
          <p:spPr bwMode="auto">
            <a:xfrm>
              <a:off x="1797050" y="5657850"/>
              <a:ext cx="422275" cy="615950"/>
            </a:xfrm>
            <a:custGeom>
              <a:avLst/>
              <a:gdLst>
                <a:gd name="T0" fmla="*/ 80 w 88"/>
                <a:gd name="T1" fmla="*/ 56 h 128"/>
                <a:gd name="T2" fmla="*/ 79 w 88"/>
                <a:gd name="T3" fmla="*/ 56 h 128"/>
                <a:gd name="T4" fmla="*/ 70 w 88"/>
                <a:gd name="T5" fmla="*/ 37 h 128"/>
                <a:gd name="T6" fmla="*/ 64 w 88"/>
                <a:gd name="T7" fmla="*/ 6 h 128"/>
                <a:gd name="T8" fmla="*/ 56 w 88"/>
                <a:gd name="T9" fmla="*/ 0 h 128"/>
                <a:gd name="T10" fmla="*/ 24 w 88"/>
                <a:gd name="T11" fmla="*/ 0 h 128"/>
                <a:gd name="T12" fmla="*/ 17 w 88"/>
                <a:gd name="T13" fmla="*/ 6 h 128"/>
                <a:gd name="T14" fmla="*/ 11 w 88"/>
                <a:gd name="T15" fmla="*/ 36 h 128"/>
                <a:gd name="T16" fmla="*/ 0 w 88"/>
                <a:gd name="T17" fmla="*/ 64 h 128"/>
                <a:gd name="T18" fmla="*/ 10 w 88"/>
                <a:gd name="T19" fmla="*/ 90 h 128"/>
                <a:gd name="T20" fmla="*/ 16 w 88"/>
                <a:gd name="T21" fmla="*/ 121 h 128"/>
                <a:gd name="T22" fmla="*/ 24 w 88"/>
                <a:gd name="T23" fmla="*/ 128 h 128"/>
                <a:gd name="T24" fmla="*/ 56 w 88"/>
                <a:gd name="T25" fmla="*/ 128 h 128"/>
                <a:gd name="T26" fmla="*/ 64 w 88"/>
                <a:gd name="T27" fmla="*/ 121 h 128"/>
                <a:gd name="T28" fmla="*/ 70 w 88"/>
                <a:gd name="T29" fmla="*/ 90 h 128"/>
                <a:gd name="T30" fmla="*/ 79 w 88"/>
                <a:gd name="T31" fmla="*/ 71 h 128"/>
                <a:gd name="T32" fmla="*/ 80 w 88"/>
                <a:gd name="T33" fmla="*/ 72 h 128"/>
                <a:gd name="T34" fmla="*/ 88 w 88"/>
                <a:gd name="T35" fmla="*/ 64 h 128"/>
                <a:gd name="T36" fmla="*/ 80 w 88"/>
                <a:gd name="T37" fmla="*/ 56 h 128"/>
                <a:gd name="T38" fmla="*/ 24 w 88"/>
                <a:gd name="T39" fmla="*/ 8 h 128"/>
                <a:gd name="T40" fmla="*/ 56 w 88"/>
                <a:gd name="T41" fmla="*/ 8 h 128"/>
                <a:gd name="T42" fmla="*/ 60 w 88"/>
                <a:gd name="T43" fmla="*/ 29 h 128"/>
                <a:gd name="T44" fmla="*/ 40 w 88"/>
                <a:gd name="T45" fmla="*/ 24 h 128"/>
                <a:gd name="T46" fmla="*/ 20 w 88"/>
                <a:gd name="T47" fmla="*/ 29 h 128"/>
                <a:gd name="T48" fmla="*/ 24 w 88"/>
                <a:gd name="T49" fmla="*/ 8 h 128"/>
                <a:gd name="T50" fmla="*/ 56 w 88"/>
                <a:gd name="T51" fmla="*/ 120 h 128"/>
                <a:gd name="T52" fmla="*/ 24 w 88"/>
                <a:gd name="T53" fmla="*/ 120 h 128"/>
                <a:gd name="T54" fmla="*/ 20 w 88"/>
                <a:gd name="T55" fmla="*/ 98 h 128"/>
                <a:gd name="T56" fmla="*/ 40 w 88"/>
                <a:gd name="T57" fmla="*/ 104 h 128"/>
                <a:gd name="T58" fmla="*/ 60 w 88"/>
                <a:gd name="T59" fmla="*/ 98 h 128"/>
                <a:gd name="T60" fmla="*/ 56 w 88"/>
                <a:gd name="T61" fmla="*/ 120 h 128"/>
                <a:gd name="T62" fmla="*/ 40 w 88"/>
                <a:gd name="T63" fmla="*/ 96 h 128"/>
                <a:gd name="T64" fmla="*/ 8 w 88"/>
                <a:gd name="T65" fmla="*/ 64 h 128"/>
                <a:gd name="T66" fmla="*/ 40 w 88"/>
                <a:gd name="T67" fmla="*/ 32 h 128"/>
                <a:gd name="T68" fmla="*/ 72 w 88"/>
                <a:gd name="T69" fmla="*/ 64 h 128"/>
                <a:gd name="T70" fmla="*/ 40 w 88"/>
                <a:gd name="T71" fmla="*/ 9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8" h="128">
                  <a:moveTo>
                    <a:pt x="80" y="56"/>
                  </a:moveTo>
                  <a:cubicBezTo>
                    <a:pt x="80" y="56"/>
                    <a:pt x="79" y="56"/>
                    <a:pt x="79" y="56"/>
                  </a:cubicBezTo>
                  <a:cubicBezTo>
                    <a:pt x="78" y="49"/>
                    <a:pt x="75" y="43"/>
                    <a:pt x="70" y="37"/>
                  </a:cubicBezTo>
                  <a:cubicBezTo>
                    <a:pt x="64" y="6"/>
                    <a:pt x="64" y="6"/>
                    <a:pt x="64" y="6"/>
                  </a:cubicBezTo>
                  <a:cubicBezTo>
                    <a:pt x="64" y="2"/>
                    <a:pt x="60" y="0"/>
                    <a:pt x="56" y="0"/>
                  </a:cubicBezTo>
                  <a:cubicBezTo>
                    <a:pt x="24" y="0"/>
                    <a:pt x="24" y="0"/>
                    <a:pt x="24" y="0"/>
                  </a:cubicBezTo>
                  <a:cubicBezTo>
                    <a:pt x="21" y="0"/>
                    <a:pt x="17" y="2"/>
                    <a:pt x="17" y="6"/>
                  </a:cubicBezTo>
                  <a:cubicBezTo>
                    <a:pt x="11" y="36"/>
                    <a:pt x="11" y="36"/>
                    <a:pt x="11" y="36"/>
                  </a:cubicBezTo>
                  <a:cubicBezTo>
                    <a:pt x="4" y="43"/>
                    <a:pt x="0" y="53"/>
                    <a:pt x="0" y="64"/>
                  </a:cubicBezTo>
                  <a:cubicBezTo>
                    <a:pt x="0" y="74"/>
                    <a:pt x="4" y="83"/>
                    <a:pt x="10" y="90"/>
                  </a:cubicBezTo>
                  <a:cubicBezTo>
                    <a:pt x="16" y="121"/>
                    <a:pt x="16" y="121"/>
                    <a:pt x="16" y="121"/>
                  </a:cubicBezTo>
                  <a:cubicBezTo>
                    <a:pt x="17" y="125"/>
                    <a:pt x="20" y="128"/>
                    <a:pt x="24" y="128"/>
                  </a:cubicBezTo>
                  <a:cubicBezTo>
                    <a:pt x="56" y="128"/>
                    <a:pt x="56" y="128"/>
                    <a:pt x="56" y="128"/>
                  </a:cubicBezTo>
                  <a:cubicBezTo>
                    <a:pt x="60" y="128"/>
                    <a:pt x="63" y="125"/>
                    <a:pt x="64" y="121"/>
                  </a:cubicBezTo>
                  <a:cubicBezTo>
                    <a:pt x="70" y="90"/>
                    <a:pt x="70" y="90"/>
                    <a:pt x="70" y="90"/>
                  </a:cubicBezTo>
                  <a:cubicBezTo>
                    <a:pt x="74" y="85"/>
                    <a:pt x="78" y="79"/>
                    <a:pt x="79" y="71"/>
                  </a:cubicBezTo>
                  <a:cubicBezTo>
                    <a:pt x="79" y="71"/>
                    <a:pt x="80" y="72"/>
                    <a:pt x="80" y="72"/>
                  </a:cubicBezTo>
                  <a:cubicBezTo>
                    <a:pt x="84" y="72"/>
                    <a:pt x="88" y="68"/>
                    <a:pt x="88" y="64"/>
                  </a:cubicBezTo>
                  <a:cubicBezTo>
                    <a:pt x="88" y="59"/>
                    <a:pt x="84" y="56"/>
                    <a:pt x="80" y="56"/>
                  </a:cubicBezTo>
                  <a:moveTo>
                    <a:pt x="24" y="8"/>
                  </a:moveTo>
                  <a:cubicBezTo>
                    <a:pt x="56" y="8"/>
                    <a:pt x="56" y="8"/>
                    <a:pt x="56" y="8"/>
                  </a:cubicBezTo>
                  <a:cubicBezTo>
                    <a:pt x="60" y="29"/>
                    <a:pt x="60" y="29"/>
                    <a:pt x="60" y="29"/>
                  </a:cubicBezTo>
                  <a:cubicBezTo>
                    <a:pt x="55" y="26"/>
                    <a:pt x="48" y="24"/>
                    <a:pt x="40" y="24"/>
                  </a:cubicBezTo>
                  <a:cubicBezTo>
                    <a:pt x="33" y="24"/>
                    <a:pt x="26" y="26"/>
                    <a:pt x="20" y="29"/>
                  </a:cubicBezTo>
                  <a:lnTo>
                    <a:pt x="24" y="8"/>
                  </a:lnTo>
                  <a:close/>
                  <a:moveTo>
                    <a:pt x="56" y="120"/>
                  </a:moveTo>
                  <a:cubicBezTo>
                    <a:pt x="24" y="120"/>
                    <a:pt x="24" y="120"/>
                    <a:pt x="24" y="120"/>
                  </a:cubicBezTo>
                  <a:cubicBezTo>
                    <a:pt x="20" y="98"/>
                    <a:pt x="20" y="98"/>
                    <a:pt x="20" y="98"/>
                  </a:cubicBezTo>
                  <a:cubicBezTo>
                    <a:pt x="26" y="101"/>
                    <a:pt x="33" y="104"/>
                    <a:pt x="40" y="104"/>
                  </a:cubicBezTo>
                  <a:cubicBezTo>
                    <a:pt x="47" y="104"/>
                    <a:pt x="54" y="101"/>
                    <a:pt x="60" y="98"/>
                  </a:cubicBezTo>
                  <a:lnTo>
                    <a:pt x="56" y="120"/>
                  </a:lnTo>
                  <a:close/>
                  <a:moveTo>
                    <a:pt x="40" y="96"/>
                  </a:moveTo>
                  <a:cubicBezTo>
                    <a:pt x="22" y="96"/>
                    <a:pt x="8" y="81"/>
                    <a:pt x="8" y="64"/>
                  </a:cubicBezTo>
                  <a:cubicBezTo>
                    <a:pt x="8" y="46"/>
                    <a:pt x="22" y="32"/>
                    <a:pt x="40" y="32"/>
                  </a:cubicBezTo>
                  <a:cubicBezTo>
                    <a:pt x="58" y="32"/>
                    <a:pt x="72" y="46"/>
                    <a:pt x="72" y="64"/>
                  </a:cubicBezTo>
                  <a:cubicBezTo>
                    <a:pt x="72" y="81"/>
                    <a:pt x="58" y="96"/>
                    <a:pt x="40" y="9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 name="Freeform 122"/>
            <p:cNvSpPr>
              <a:spLocks/>
            </p:cNvSpPr>
            <p:nvPr/>
          </p:nvSpPr>
          <p:spPr bwMode="auto">
            <a:xfrm>
              <a:off x="1970088" y="5865813"/>
              <a:ext cx="114300" cy="119062"/>
            </a:xfrm>
            <a:custGeom>
              <a:avLst/>
              <a:gdLst>
                <a:gd name="T0" fmla="*/ 24 w 24"/>
                <a:gd name="T1" fmla="*/ 1 h 25"/>
                <a:gd name="T2" fmla="*/ 22 w 24"/>
                <a:gd name="T3" fmla="*/ 1 h 25"/>
                <a:gd name="T4" fmla="*/ 1 w 24"/>
                <a:gd name="T5" fmla="*/ 18 h 25"/>
                <a:gd name="T6" fmla="*/ 0 w 24"/>
                <a:gd name="T7" fmla="*/ 21 h 25"/>
                <a:gd name="T8" fmla="*/ 1 w 24"/>
                <a:gd name="T9" fmla="*/ 23 h 25"/>
                <a:gd name="T10" fmla="*/ 4 w 24"/>
                <a:gd name="T11" fmla="*/ 25 h 25"/>
                <a:gd name="T12" fmla="*/ 7 w 24"/>
                <a:gd name="T13" fmla="*/ 23 h 25"/>
                <a:gd name="T14" fmla="*/ 14 w 24"/>
                <a:gd name="T15" fmla="*/ 15 h 25"/>
                <a:gd name="T16" fmla="*/ 24 w 24"/>
                <a:gd name="T17" fmla="*/ 3 h 25"/>
                <a:gd name="T18" fmla="*/ 24 w 24"/>
                <a:gd name="T19" fmla="*/ 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25">
                  <a:moveTo>
                    <a:pt x="24" y="1"/>
                  </a:moveTo>
                  <a:cubicBezTo>
                    <a:pt x="23" y="0"/>
                    <a:pt x="23" y="0"/>
                    <a:pt x="22" y="1"/>
                  </a:cubicBezTo>
                  <a:cubicBezTo>
                    <a:pt x="1" y="18"/>
                    <a:pt x="1" y="18"/>
                    <a:pt x="1" y="18"/>
                  </a:cubicBezTo>
                  <a:cubicBezTo>
                    <a:pt x="0" y="19"/>
                    <a:pt x="0" y="20"/>
                    <a:pt x="0" y="21"/>
                  </a:cubicBezTo>
                  <a:cubicBezTo>
                    <a:pt x="0" y="22"/>
                    <a:pt x="0" y="23"/>
                    <a:pt x="1" y="23"/>
                  </a:cubicBezTo>
                  <a:cubicBezTo>
                    <a:pt x="2" y="24"/>
                    <a:pt x="3" y="25"/>
                    <a:pt x="4" y="25"/>
                  </a:cubicBezTo>
                  <a:cubicBezTo>
                    <a:pt x="5" y="25"/>
                    <a:pt x="6" y="24"/>
                    <a:pt x="7" y="23"/>
                  </a:cubicBezTo>
                  <a:cubicBezTo>
                    <a:pt x="14" y="15"/>
                    <a:pt x="14" y="15"/>
                    <a:pt x="14" y="15"/>
                  </a:cubicBezTo>
                  <a:cubicBezTo>
                    <a:pt x="24" y="3"/>
                    <a:pt x="24" y="3"/>
                    <a:pt x="24" y="3"/>
                  </a:cubicBezTo>
                  <a:cubicBezTo>
                    <a:pt x="24" y="2"/>
                    <a:pt x="24" y="1"/>
                    <a:pt x="24"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57" name="组合 56"/>
          <p:cNvGrpSpPr>
            <a:grpSpLocks noChangeAspect="1"/>
          </p:cNvGrpSpPr>
          <p:nvPr/>
        </p:nvGrpSpPr>
        <p:grpSpPr>
          <a:xfrm>
            <a:off x="9301666" y="2842920"/>
            <a:ext cx="504000" cy="365621"/>
            <a:chOff x="4640263" y="2546350"/>
            <a:chExt cx="630238" cy="457200"/>
          </a:xfrm>
          <a:solidFill>
            <a:srgbClr val="76A42D"/>
          </a:solidFill>
        </p:grpSpPr>
        <p:sp>
          <p:nvSpPr>
            <p:cNvPr id="58" name="Oval 8"/>
            <p:cNvSpPr>
              <a:spLocks noChangeArrowheads="1"/>
            </p:cNvSpPr>
            <p:nvPr/>
          </p:nvSpPr>
          <p:spPr bwMode="auto">
            <a:xfrm>
              <a:off x="4940300" y="2706688"/>
              <a:ext cx="187325" cy="1841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 name="Freeform 9"/>
            <p:cNvSpPr>
              <a:spLocks noEditPoints="1"/>
            </p:cNvSpPr>
            <p:nvPr/>
          </p:nvSpPr>
          <p:spPr bwMode="auto">
            <a:xfrm>
              <a:off x="4640263" y="2546350"/>
              <a:ext cx="630238" cy="457200"/>
            </a:xfrm>
            <a:custGeom>
              <a:avLst/>
              <a:gdLst>
                <a:gd name="T0" fmla="*/ 146 w 168"/>
                <a:gd name="T1" fmla="*/ 12 h 122"/>
                <a:gd name="T2" fmla="*/ 135 w 168"/>
                <a:gd name="T3" fmla="*/ 12 h 122"/>
                <a:gd name="T4" fmla="*/ 121 w 168"/>
                <a:gd name="T5" fmla="*/ 0 h 122"/>
                <a:gd name="T6" fmla="*/ 84 w 168"/>
                <a:gd name="T7" fmla="*/ 0 h 122"/>
                <a:gd name="T8" fmla="*/ 73 w 168"/>
                <a:gd name="T9" fmla="*/ 12 h 122"/>
                <a:gd name="T10" fmla="*/ 50 w 168"/>
                <a:gd name="T11" fmla="*/ 12 h 122"/>
                <a:gd name="T12" fmla="*/ 43 w 168"/>
                <a:gd name="T13" fmla="*/ 5 h 122"/>
                <a:gd name="T14" fmla="*/ 27 w 168"/>
                <a:gd name="T15" fmla="*/ 5 h 122"/>
                <a:gd name="T16" fmla="*/ 20 w 168"/>
                <a:gd name="T17" fmla="*/ 12 h 122"/>
                <a:gd name="T18" fmla="*/ 0 w 168"/>
                <a:gd name="T19" fmla="*/ 34 h 122"/>
                <a:gd name="T20" fmla="*/ 0 w 168"/>
                <a:gd name="T21" fmla="*/ 99 h 122"/>
                <a:gd name="T22" fmla="*/ 22 w 168"/>
                <a:gd name="T23" fmla="*/ 122 h 122"/>
                <a:gd name="T24" fmla="*/ 146 w 168"/>
                <a:gd name="T25" fmla="*/ 122 h 122"/>
                <a:gd name="T26" fmla="*/ 168 w 168"/>
                <a:gd name="T27" fmla="*/ 99 h 122"/>
                <a:gd name="T28" fmla="*/ 168 w 168"/>
                <a:gd name="T29" fmla="*/ 34 h 122"/>
                <a:gd name="T30" fmla="*/ 146 w 168"/>
                <a:gd name="T31" fmla="*/ 12 h 122"/>
                <a:gd name="T32" fmla="*/ 20 w 168"/>
                <a:gd name="T33" fmla="*/ 94 h 122"/>
                <a:gd name="T34" fmla="*/ 16 w 168"/>
                <a:gd name="T35" fmla="*/ 98 h 122"/>
                <a:gd name="T36" fmla="*/ 12 w 168"/>
                <a:gd name="T37" fmla="*/ 94 h 122"/>
                <a:gd name="T38" fmla="*/ 12 w 168"/>
                <a:gd name="T39" fmla="*/ 49 h 122"/>
                <a:gd name="T40" fmla="*/ 16 w 168"/>
                <a:gd name="T41" fmla="*/ 45 h 122"/>
                <a:gd name="T42" fmla="*/ 20 w 168"/>
                <a:gd name="T43" fmla="*/ 49 h 122"/>
                <a:gd name="T44" fmla="*/ 20 w 168"/>
                <a:gd name="T45" fmla="*/ 94 h 122"/>
                <a:gd name="T46" fmla="*/ 45 w 168"/>
                <a:gd name="T47" fmla="*/ 29 h 122"/>
                <a:gd name="T48" fmla="*/ 41 w 168"/>
                <a:gd name="T49" fmla="*/ 33 h 122"/>
                <a:gd name="T50" fmla="*/ 30 w 168"/>
                <a:gd name="T51" fmla="*/ 33 h 122"/>
                <a:gd name="T52" fmla="*/ 25 w 168"/>
                <a:gd name="T53" fmla="*/ 29 h 122"/>
                <a:gd name="T54" fmla="*/ 25 w 168"/>
                <a:gd name="T55" fmla="*/ 26 h 122"/>
                <a:gd name="T56" fmla="*/ 30 w 168"/>
                <a:gd name="T57" fmla="*/ 22 h 122"/>
                <a:gd name="T58" fmla="*/ 41 w 168"/>
                <a:gd name="T59" fmla="*/ 22 h 122"/>
                <a:gd name="T60" fmla="*/ 45 w 168"/>
                <a:gd name="T61" fmla="*/ 26 h 122"/>
                <a:gd name="T62" fmla="*/ 45 w 168"/>
                <a:gd name="T63" fmla="*/ 29 h 122"/>
                <a:gd name="T64" fmla="*/ 105 w 168"/>
                <a:gd name="T65" fmla="*/ 103 h 122"/>
                <a:gd name="T66" fmla="*/ 69 w 168"/>
                <a:gd name="T67" fmla="*/ 67 h 122"/>
                <a:gd name="T68" fmla="*/ 105 w 168"/>
                <a:gd name="T69" fmla="*/ 32 h 122"/>
                <a:gd name="T70" fmla="*/ 140 w 168"/>
                <a:gd name="T71" fmla="*/ 67 h 122"/>
                <a:gd name="T72" fmla="*/ 105 w 168"/>
                <a:gd name="T73" fmla="*/ 103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8" h="122">
                  <a:moveTo>
                    <a:pt x="146" y="12"/>
                  </a:moveTo>
                  <a:cubicBezTo>
                    <a:pt x="135" y="12"/>
                    <a:pt x="135" y="12"/>
                    <a:pt x="135" y="12"/>
                  </a:cubicBezTo>
                  <a:cubicBezTo>
                    <a:pt x="121" y="0"/>
                    <a:pt x="121" y="0"/>
                    <a:pt x="121" y="0"/>
                  </a:cubicBezTo>
                  <a:cubicBezTo>
                    <a:pt x="84" y="0"/>
                    <a:pt x="84" y="0"/>
                    <a:pt x="84" y="0"/>
                  </a:cubicBezTo>
                  <a:cubicBezTo>
                    <a:pt x="73" y="12"/>
                    <a:pt x="73" y="12"/>
                    <a:pt x="73" y="12"/>
                  </a:cubicBezTo>
                  <a:cubicBezTo>
                    <a:pt x="50" y="12"/>
                    <a:pt x="50" y="12"/>
                    <a:pt x="50" y="12"/>
                  </a:cubicBezTo>
                  <a:cubicBezTo>
                    <a:pt x="49" y="8"/>
                    <a:pt x="47" y="5"/>
                    <a:pt x="43" y="5"/>
                  </a:cubicBezTo>
                  <a:cubicBezTo>
                    <a:pt x="27" y="5"/>
                    <a:pt x="27" y="5"/>
                    <a:pt x="27" y="5"/>
                  </a:cubicBezTo>
                  <a:cubicBezTo>
                    <a:pt x="24" y="5"/>
                    <a:pt x="21" y="8"/>
                    <a:pt x="20" y="12"/>
                  </a:cubicBezTo>
                  <a:cubicBezTo>
                    <a:pt x="9" y="13"/>
                    <a:pt x="0" y="23"/>
                    <a:pt x="0" y="34"/>
                  </a:cubicBezTo>
                  <a:cubicBezTo>
                    <a:pt x="0" y="99"/>
                    <a:pt x="0" y="99"/>
                    <a:pt x="0" y="99"/>
                  </a:cubicBezTo>
                  <a:cubicBezTo>
                    <a:pt x="0" y="112"/>
                    <a:pt x="10" y="122"/>
                    <a:pt x="22" y="122"/>
                  </a:cubicBezTo>
                  <a:cubicBezTo>
                    <a:pt x="146" y="122"/>
                    <a:pt x="146" y="122"/>
                    <a:pt x="146" y="122"/>
                  </a:cubicBezTo>
                  <a:cubicBezTo>
                    <a:pt x="158" y="122"/>
                    <a:pt x="168" y="112"/>
                    <a:pt x="168" y="99"/>
                  </a:cubicBezTo>
                  <a:cubicBezTo>
                    <a:pt x="168" y="34"/>
                    <a:pt x="168" y="34"/>
                    <a:pt x="168" y="34"/>
                  </a:cubicBezTo>
                  <a:cubicBezTo>
                    <a:pt x="168" y="22"/>
                    <a:pt x="158" y="12"/>
                    <a:pt x="146" y="12"/>
                  </a:cubicBezTo>
                  <a:moveTo>
                    <a:pt x="20" y="94"/>
                  </a:moveTo>
                  <a:cubicBezTo>
                    <a:pt x="20" y="96"/>
                    <a:pt x="18" y="98"/>
                    <a:pt x="16" y="98"/>
                  </a:cubicBezTo>
                  <a:cubicBezTo>
                    <a:pt x="14" y="98"/>
                    <a:pt x="12" y="96"/>
                    <a:pt x="12" y="94"/>
                  </a:cubicBezTo>
                  <a:cubicBezTo>
                    <a:pt x="12" y="49"/>
                    <a:pt x="12" y="49"/>
                    <a:pt x="12" y="49"/>
                  </a:cubicBezTo>
                  <a:cubicBezTo>
                    <a:pt x="12" y="47"/>
                    <a:pt x="14" y="45"/>
                    <a:pt x="16" y="45"/>
                  </a:cubicBezTo>
                  <a:cubicBezTo>
                    <a:pt x="18" y="45"/>
                    <a:pt x="20" y="47"/>
                    <a:pt x="20" y="49"/>
                  </a:cubicBezTo>
                  <a:lnTo>
                    <a:pt x="20" y="94"/>
                  </a:lnTo>
                  <a:close/>
                  <a:moveTo>
                    <a:pt x="45" y="29"/>
                  </a:moveTo>
                  <a:cubicBezTo>
                    <a:pt x="45" y="31"/>
                    <a:pt x="43" y="33"/>
                    <a:pt x="41" y="33"/>
                  </a:cubicBezTo>
                  <a:cubicBezTo>
                    <a:pt x="30" y="33"/>
                    <a:pt x="30" y="33"/>
                    <a:pt x="30" y="33"/>
                  </a:cubicBezTo>
                  <a:cubicBezTo>
                    <a:pt x="27" y="33"/>
                    <a:pt x="25" y="31"/>
                    <a:pt x="25" y="29"/>
                  </a:cubicBezTo>
                  <a:cubicBezTo>
                    <a:pt x="25" y="26"/>
                    <a:pt x="25" y="26"/>
                    <a:pt x="25" y="26"/>
                  </a:cubicBezTo>
                  <a:cubicBezTo>
                    <a:pt x="25" y="24"/>
                    <a:pt x="27" y="22"/>
                    <a:pt x="30" y="22"/>
                  </a:cubicBezTo>
                  <a:cubicBezTo>
                    <a:pt x="41" y="22"/>
                    <a:pt x="41" y="22"/>
                    <a:pt x="41" y="22"/>
                  </a:cubicBezTo>
                  <a:cubicBezTo>
                    <a:pt x="43" y="22"/>
                    <a:pt x="45" y="24"/>
                    <a:pt x="45" y="26"/>
                  </a:cubicBezTo>
                  <a:lnTo>
                    <a:pt x="45" y="29"/>
                  </a:lnTo>
                  <a:close/>
                  <a:moveTo>
                    <a:pt x="105" y="103"/>
                  </a:moveTo>
                  <a:cubicBezTo>
                    <a:pt x="85" y="103"/>
                    <a:pt x="69" y="87"/>
                    <a:pt x="69" y="67"/>
                  </a:cubicBezTo>
                  <a:cubicBezTo>
                    <a:pt x="69" y="48"/>
                    <a:pt x="85" y="32"/>
                    <a:pt x="105" y="32"/>
                  </a:cubicBezTo>
                  <a:cubicBezTo>
                    <a:pt x="124" y="32"/>
                    <a:pt x="140" y="48"/>
                    <a:pt x="140" y="67"/>
                  </a:cubicBezTo>
                  <a:cubicBezTo>
                    <a:pt x="140" y="87"/>
                    <a:pt x="124" y="103"/>
                    <a:pt x="105" y="10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61" name="文本框 60"/>
          <p:cNvSpPr txBox="1"/>
          <p:nvPr/>
        </p:nvSpPr>
        <p:spPr>
          <a:xfrm>
            <a:off x="7399759" y="1414691"/>
            <a:ext cx="527709" cy="461665"/>
          </a:xfrm>
          <a:prstGeom prst="rect">
            <a:avLst/>
          </a:prstGeom>
          <a:noFill/>
        </p:spPr>
        <p:txBody>
          <a:bodyPr wrap="none" rtlCol="0">
            <a:spAutoFit/>
          </a:bodyPr>
          <a:lstStyle/>
          <a:p>
            <a:r>
              <a:rPr lang="en-US" altLang="zh-CN" sz="2400" dirty="0">
                <a:solidFill>
                  <a:srgbClr val="8F7EB9"/>
                </a:solidFill>
                <a:latin typeface="Arial" panose="020B0604020202020204" pitchFamily="34" charset="0"/>
                <a:ea typeface="Microsoft YaHei UI" panose="020B0503020204020204" pitchFamily="34" charset="-122"/>
                <a:cs typeface="Arial" panose="020B0604020202020204" pitchFamily="34" charset="0"/>
              </a:rPr>
              <a:t>01</a:t>
            </a:r>
            <a:endParaRPr lang="zh-CN" altLang="en-US" sz="2400" dirty="0">
              <a:solidFill>
                <a:srgbClr val="8F7EB9"/>
              </a:solidFill>
              <a:latin typeface="Arial" panose="020B0604020202020204" pitchFamily="34" charset="0"/>
              <a:ea typeface="Microsoft YaHei UI" panose="020B0503020204020204" pitchFamily="34" charset="-122"/>
              <a:cs typeface="Arial" panose="020B0604020202020204" pitchFamily="34" charset="0"/>
            </a:endParaRPr>
          </a:p>
        </p:txBody>
      </p:sp>
      <p:sp>
        <p:nvSpPr>
          <p:cNvPr id="68" name="文本框 67"/>
          <p:cNvSpPr txBox="1"/>
          <p:nvPr/>
        </p:nvSpPr>
        <p:spPr>
          <a:xfrm>
            <a:off x="7399759" y="2397363"/>
            <a:ext cx="527709" cy="461665"/>
          </a:xfrm>
          <a:prstGeom prst="rect">
            <a:avLst/>
          </a:prstGeom>
          <a:noFill/>
        </p:spPr>
        <p:txBody>
          <a:bodyPr wrap="none" rtlCol="0">
            <a:spAutoFit/>
          </a:bodyPr>
          <a:lstStyle/>
          <a:p>
            <a:r>
              <a:rPr lang="en-US" altLang="zh-CN" sz="2400" dirty="0">
                <a:solidFill>
                  <a:srgbClr val="20A0D5"/>
                </a:solidFill>
                <a:latin typeface="Arial" panose="020B0604020202020204" pitchFamily="34" charset="0"/>
                <a:ea typeface="Microsoft YaHei UI" panose="020B0503020204020204" pitchFamily="34" charset="-122"/>
                <a:cs typeface="Arial" panose="020B0604020202020204" pitchFamily="34" charset="0"/>
              </a:rPr>
              <a:t>02</a:t>
            </a:r>
            <a:endParaRPr lang="zh-CN" altLang="en-US" sz="2400" dirty="0">
              <a:solidFill>
                <a:srgbClr val="20A0D5"/>
              </a:solidFill>
              <a:latin typeface="Arial" panose="020B0604020202020204" pitchFamily="34" charset="0"/>
              <a:ea typeface="Microsoft YaHei UI" panose="020B0503020204020204" pitchFamily="34" charset="-122"/>
              <a:cs typeface="Arial" panose="020B0604020202020204" pitchFamily="34" charset="0"/>
            </a:endParaRPr>
          </a:p>
        </p:txBody>
      </p:sp>
      <p:sp>
        <p:nvSpPr>
          <p:cNvPr id="69" name="文本框 68"/>
          <p:cNvSpPr txBox="1"/>
          <p:nvPr/>
        </p:nvSpPr>
        <p:spPr>
          <a:xfrm>
            <a:off x="10339569" y="3692833"/>
            <a:ext cx="527709" cy="461665"/>
          </a:xfrm>
          <a:prstGeom prst="rect">
            <a:avLst/>
          </a:prstGeom>
          <a:noFill/>
        </p:spPr>
        <p:txBody>
          <a:bodyPr wrap="none" rtlCol="0">
            <a:spAutoFit/>
          </a:bodyPr>
          <a:lstStyle/>
          <a:p>
            <a:r>
              <a:rPr lang="en-US" altLang="zh-CN" sz="2400" dirty="0">
                <a:solidFill>
                  <a:srgbClr val="76A42D"/>
                </a:solidFill>
                <a:latin typeface="Arial" panose="020B0604020202020204" pitchFamily="34" charset="0"/>
                <a:ea typeface="Microsoft YaHei UI" panose="020B0503020204020204" pitchFamily="34" charset="-122"/>
                <a:cs typeface="Arial" panose="020B0604020202020204" pitchFamily="34" charset="0"/>
              </a:rPr>
              <a:t>03</a:t>
            </a:r>
            <a:endParaRPr lang="zh-CN" altLang="en-US" sz="2400" dirty="0">
              <a:solidFill>
                <a:srgbClr val="76A42D"/>
              </a:solidFill>
              <a:latin typeface="Arial" panose="020B0604020202020204" pitchFamily="34" charset="0"/>
              <a:ea typeface="Microsoft YaHei UI" panose="020B0503020204020204" pitchFamily="34" charset="-122"/>
              <a:cs typeface="Arial" panose="020B0604020202020204" pitchFamily="34" charset="0"/>
            </a:endParaRPr>
          </a:p>
        </p:txBody>
      </p:sp>
      <p:sp>
        <p:nvSpPr>
          <p:cNvPr id="70" name="文本框 69"/>
          <p:cNvSpPr txBox="1"/>
          <p:nvPr/>
        </p:nvSpPr>
        <p:spPr>
          <a:xfrm>
            <a:off x="10339569" y="4590293"/>
            <a:ext cx="527709" cy="461665"/>
          </a:xfrm>
          <a:prstGeom prst="rect">
            <a:avLst/>
          </a:prstGeom>
          <a:noFill/>
        </p:spPr>
        <p:txBody>
          <a:bodyPr wrap="none" rtlCol="0">
            <a:spAutoFit/>
          </a:bodyPr>
          <a:lstStyle/>
          <a:p>
            <a:r>
              <a:rPr lang="en-US" altLang="zh-CN" sz="2400" dirty="0">
                <a:solidFill>
                  <a:srgbClr val="F1891A"/>
                </a:solidFill>
                <a:latin typeface="Arial" panose="020B0604020202020204" pitchFamily="34" charset="0"/>
                <a:ea typeface="Microsoft YaHei UI" panose="020B0503020204020204" pitchFamily="34" charset="-122"/>
                <a:cs typeface="Arial" panose="020B0604020202020204" pitchFamily="34" charset="0"/>
              </a:rPr>
              <a:t>04</a:t>
            </a:r>
            <a:endParaRPr lang="zh-CN" altLang="en-US" sz="2400" dirty="0">
              <a:solidFill>
                <a:srgbClr val="F1891A"/>
              </a:solidFill>
              <a:latin typeface="Arial" panose="020B0604020202020204" pitchFamily="34" charset="0"/>
              <a:ea typeface="Microsoft YaHei UI" panose="020B0503020204020204" pitchFamily="34" charset="-122"/>
              <a:cs typeface="Arial" panose="020B0604020202020204" pitchFamily="34" charset="0"/>
            </a:endParaRPr>
          </a:p>
        </p:txBody>
      </p:sp>
      <p:sp>
        <p:nvSpPr>
          <p:cNvPr id="90" name="文本框 89"/>
          <p:cNvSpPr txBox="1"/>
          <p:nvPr/>
        </p:nvSpPr>
        <p:spPr>
          <a:xfrm>
            <a:off x="7389631" y="1779084"/>
            <a:ext cx="2006303" cy="369332"/>
          </a:xfrm>
          <a:prstGeom prst="rect">
            <a:avLst/>
          </a:prstGeom>
          <a:noFill/>
        </p:spPr>
        <p:txBody>
          <a:bodyPr wrap="square" rtlCol="0">
            <a:spAutoFit/>
          </a:bodyPr>
          <a:lstStyle/>
          <a:p>
            <a:r>
              <a:rPr lang="en-US" altLang="zh-CN" dirty="0">
                <a:solidFill>
                  <a:srgbClr val="9C9C9A"/>
                </a:solidFill>
                <a:latin typeface="Arial Unicode MS" panose="020B0604020202020204" pitchFamily="34" charset="-122"/>
                <a:ea typeface="Arial Unicode MS" panose="020B0604020202020204" pitchFamily="34" charset="-122"/>
                <a:cs typeface="Arial Unicode MS" panose="020B0604020202020204" pitchFamily="34" charset="-122"/>
              </a:rPr>
              <a:t>Sample Text.</a:t>
            </a:r>
          </a:p>
        </p:txBody>
      </p:sp>
      <p:sp>
        <p:nvSpPr>
          <p:cNvPr id="96" name="文本框 95"/>
          <p:cNvSpPr txBox="1"/>
          <p:nvPr/>
        </p:nvSpPr>
        <p:spPr>
          <a:xfrm>
            <a:off x="7389631" y="2744212"/>
            <a:ext cx="2006303" cy="369332"/>
          </a:xfrm>
          <a:prstGeom prst="rect">
            <a:avLst/>
          </a:prstGeom>
          <a:noFill/>
        </p:spPr>
        <p:txBody>
          <a:bodyPr wrap="square" rtlCol="0">
            <a:spAutoFit/>
          </a:bodyPr>
          <a:lstStyle/>
          <a:p>
            <a:r>
              <a:rPr lang="en-US" altLang="zh-CN" dirty="0">
                <a:solidFill>
                  <a:srgbClr val="9C9C9A"/>
                </a:solidFill>
                <a:latin typeface="Arial Unicode MS" panose="020B0604020202020204" pitchFamily="34" charset="-122"/>
                <a:ea typeface="Arial Unicode MS" panose="020B0604020202020204" pitchFamily="34" charset="-122"/>
                <a:cs typeface="Arial Unicode MS" panose="020B0604020202020204" pitchFamily="34" charset="-122"/>
              </a:rPr>
              <a:t>Sample Text.</a:t>
            </a:r>
          </a:p>
        </p:txBody>
      </p:sp>
      <p:sp>
        <p:nvSpPr>
          <p:cNvPr id="97" name="文本框 96"/>
          <p:cNvSpPr txBox="1"/>
          <p:nvPr/>
        </p:nvSpPr>
        <p:spPr>
          <a:xfrm>
            <a:off x="9412267" y="4971931"/>
            <a:ext cx="1586659" cy="369332"/>
          </a:xfrm>
          <a:prstGeom prst="rect">
            <a:avLst/>
          </a:prstGeom>
          <a:noFill/>
        </p:spPr>
        <p:txBody>
          <a:bodyPr wrap="square" rtlCol="0">
            <a:spAutoFit/>
          </a:bodyPr>
          <a:lstStyle/>
          <a:p>
            <a:r>
              <a:rPr lang="en-US" altLang="zh-CN" dirty="0">
                <a:solidFill>
                  <a:srgbClr val="9C9C9A"/>
                </a:solidFill>
                <a:latin typeface="Arial Unicode MS" panose="020B0604020202020204" pitchFamily="34" charset="-122"/>
                <a:ea typeface="Arial Unicode MS" panose="020B0604020202020204" pitchFamily="34" charset="-122"/>
                <a:cs typeface="Arial Unicode MS" panose="020B0604020202020204" pitchFamily="34" charset="-122"/>
              </a:rPr>
              <a:t>Sample Text.</a:t>
            </a:r>
          </a:p>
        </p:txBody>
      </p:sp>
      <p:sp>
        <p:nvSpPr>
          <p:cNvPr id="98" name="文本框 97"/>
          <p:cNvSpPr txBox="1"/>
          <p:nvPr/>
        </p:nvSpPr>
        <p:spPr>
          <a:xfrm>
            <a:off x="9412267" y="4070789"/>
            <a:ext cx="1586659" cy="369332"/>
          </a:xfrm>
          <a:prstGeom prst="rect">
            <a:avLst/>
          </a:prstGeom>
          <a:noFill/>
        </p:spPr>
        <p:txBody>
          <a:bodyPr wrap="square" rtlCol="0">
            <a:spAutoFit/>
          </a:bodyPr>
          <a:lstStyle/>
          <a:p>
            <a:r>
              <a:rPr lang="en-US" altLang="zh-CN" dirty="0">
                <a:solidFill>
                  <a:srgbClr val="9C9C9A"/>
                </a:solidFill>
                <a:latin typeface="Arial Unicode MS" panose="020B0604020202020204" pitchFamily="34" charset="-122"/>
                <a:ea typeface="Arial Unicode MS" panose="020B0604020202020204" pitchFamily="34" charset="-122"/>
                <a:cs typeface="Arial Unicode MS" panose="020B0604020202020204" pitchFamily="34" charset="-122"/>
              </a:rPr>
              <a:t>Sample Text.</a:t>
            </a:r>
          </a:p>
        </p:txBody>
      </p:sp>
      <p:sp>
        <p:nvSpPr>
          <p:cNvPr id="36"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777488834"/>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005" name="Freeform 106"/>
          <p:cNvSpPr>
            <a:spLocks noEditPoints="1"/>
          </p:cNvSpPr>
          <p:nvPr/>
        </p:nvSpPr>
        <p:spPr bwMode="auto">
          <a:xfrm>
            <a:off x="6494463" y="730250"/>
            <a:ext cx="5240338" cy="5241925"/>
          </a:xfrm>
          <a:custGeom>
            <a:avLst/>
            <a:gdLst>
              <a:gd name="T0" fmla="*/ 252 w 504"/>
              <a:gd name="T1" fmla="*/ 366 h 504"/>
              <a:gd name="T2" fmla="*/ 138 w 504"/>
              <a:gd name="T3" fmla="*/ 251 h 504"/>
              <a:gd name="T4" fmla="*/ 138 w 504"/>
              <a:gd name="T5" fmla="*/ 249 h 504"/>
              <a:gd name="T6" fmla="*/ 250 w 504"/>
              <a:gd name="T7" fmla="*/ 138 h 504"/>
              <a:gd name="T8" fmla="*/ 254 w 504"/>
              <a:gd name="T9" fmla="*/ 138 h 504"/>
              <a:gd name="T10" fmla="*/ 366 w 504"/>
              <a:gd name="T11" fmla="*/ 249 h 504"/>
              <a:gd name="T12" fmla="*/ 366 w 504"/>
              <a:gd name="T13" fmla="*/ 250 h 504"/>
              <a:gd name="T14" fmla="*/ 252 w 504"/>
              <a:gd name="T15" fmla="*/ 366 h 504"/>
              <a:gd name="T16" fmla="*/ 308 w 504"/>
              <a:gd name="T17" fmla="*/ 0 h 504"/>
              <a:gd name="T18" fmla="*/ 195 w 504"/>
              <a:gd name="T19" fmla="*/ 0 h 504"/>
              <a:gd name="T20" fmla="*/ 182 w 504"/>
              <a:gd name="T21" fmla="*/ 13 h 504"/>
              <a:gd name="T22" fmla="*/ 182 w 504"/>
              <a:gd name="T23" fmla="*/ 69 h 504"/>
              <a:gd name="T24" fmla="*/ 71 w 504"/>
              <a:gd name="T25" fmla="*/ 180 h 504"/>
              <a:gd name="T26" fmla="*/ 13 w 504"/>
              <a:gd name="T27" fmla="*/ 180 h 504"/>
              <a:gd name="T28" fmla="*/ 0 w 504"/>
              <a:gd name="T29" fmla="*/ 193 h 504"/>
              <a:gd name="T30" fmla="*/ 0 w 504"/>
              <a:gd name="T31" fmla="*/ 305 h 504"/>
              <a:gd name="T32" fmla="*/ 13 w 504"/>
              <a:gd name="T33" fmla="*/ 318 h 504"/>
              <a:gd name="T34" fmla="*/ 69 w 504"/>
              <a:gd name="T35" fmla="*/ 318 h 504"/>
              <a:gd name="T36" fmla="*/ 182 w 504"/>
              <a:gd name="T37" fmla="*/ 433 h 504"/>
              <a:gd name="T38" fmla="*/ 182 w 504"/>
              <a:gd name="T39" fmla="*/ 491 h 504"/>
              <a:gd name="T40" fmla="*/ 195 w 504"/>
              <a:gd name="T41" fmla="*/ 504 h 504"/>
              <a:gd name="T42" fmla="*/ 308 w 504"/>
              <a:gd name="T43" fmla="*/ 504 h 504"/>
              <a:gd name="T44" fmla="*/ 320 w 504"/>
              <a:gd name="T45" fmla="*/ 491 h 504"/>
              <a:gd name="T46" fmla="*/ 320 w 504"/>
              <a:gd name="T47" fmla="*/ 434 h 504"/>
              <a:gd name="T48" fmla="*/ 435 w 504"/>
              <a:gd name="T49" fmla="*/ 318 h 504"/>
              <a:gd name="T50" fmla="*/ 491 w 504"/>
              <a:gd name="T51" fmla="*/ 318 h 504"/>
              <a:gd name="T52" fmla="*/ 504 w 504"/>
              <a:gd name="T53" fmla="*/ 305 h 504"/>
              <a:gd name="T54" fmla="*/ 504 w 504"/>
              <a:gd name="T55" fmla="*/ 193 h 504"/>
              <a:gd name="T56" fmla="*/ 491 w 504"/>
              <a:gd name="T57" fmla="*/ 180 h 504"/>
              <a:gd name="T58" fmla="*/ 433 w 504"/>
              <a:gd name="T59" fmla="*/ 180 h 504"/>
              <a:gd name="T60" fmla="*/ 320 w 504"/>
              <a:gd name="T61" fmla="*/ 69 h 504"/>
              <a:gd name="T62" fmla="*/ 320 w 504"/>
              <a:gd name="T63" fmla="*/ 13 h 504"/>
              <a:gd name="T64" fmla="*/ 308 w 504"/>
              <a:gd name="T65" fmla="*/ 0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04" h="504">
                <a:moveTo>
                  <a:pt x="252" y="366"/>
                </a:moveTo>
                <a:cubicBezTo>
                  <a:pt x="188" y="365"/>
                  <a:pt x="138" y="314"/>
                  <a:pt x="138" y="251"/>
                </a:cubicBezTo>
                <a:cubicBezTo>
                  <a:pt x="138" y="249"/>
                  <a:pt x="138" y="249"/>
                  <a:pt x="138" y="249"/>
                </a:cubicBezTo>
                <a:cubicBezTo>
                  <a:pt x="139" y="185"/>
                  <a:pt x="186" y="138"/>
                  <a:pt x="250" y="138"/>
                </a:cubicBezTo>
                <a:cubicBezTo>
                  <a:pt x="254" y="138"/>
                  <a:pt x="254" y="138"/>
                  <a:pt x="254" y="138"/>
                </a:cubicBezTo>
                <a:cubicBezTo>
                  <a:pt x="317" y="138"/>
                  <a:pt x="365" y="186"/>
                  <a:pt x="366" y="249"/>
                </a:cubicBezTo>
                <a:cubicBezTo>
                  <a:pt x="366" y="250"/>
                  <a:pt x="366" y="250"/>
                  <a:pt x="366" y="250"/>
                </a:cubicBezTo>
                <a:cubicBezTo>
                  <a:pt x="366" y="314"/>
                  <a:pt x="316" y="365"/>
                  <a:pt x="252" y="366"/>
                </a:cubicBezTo>
                <a:moveTo>
                  <a:pt x="308" y="0"/>
                </a:moveTo>
                <a:cubicBezTo>
                  <a:pt x="195" y="0"/>
                  <a:pt x="195" y="0"/>
                  <a:pt x="195" y="0"/>
                </a:cubicBezTo>
                <a:cubicBezTo>
                  <a:pt x="188" y="0"/>
                  <a:pt x="182" y="6"/>
                  <a:pt x="182" y="13"/>
                </a:cubicBezTo>
                <a:cubicBezTo>
                  <a:pt x="182" y="69"/>
                  <a:pt x="182" y="69"/>
                  <a:pt x="182" y="69"/>
                </a:cubicBezTo>
                <a:cubicBezTo>
                  <a:pt x="182" y="133"/>
                  <a:pt x="135" y="180"/>
                  <a:pt x="71" y="180"/>
                </a:cubicBezTo>
                <a:cubicBezTo>
                  <a:pt x="13" y="180"/>
                  <a:pt x="13" y="180"/>
                  <a:pt x="13" y="180"/>
                </a:cubicBezTo>
                <a:cubicBezTo>
                  <a:pt x="6" y="180"/>
                  <a:pt x="0" y="186"/>
                  <a:pt x="0" y="193"/>
                </a:cubicBezTo>
                <a:cubicBezTo>
                  <a:pt x="0" y="305"/>
                  <a:pt x="0" y="305"/>
                  <a:pt x="0" y="305"/>
                </a:cubicBezTo>
                <a:cubicBezTo>
                  <a:pt x="0" y="312"/>
                  <a:pt x="6" y="318"/>
                  <a:pt x="13" y="318"/>
                </a:cubicBezTo>
                <a:cubicBezTo>
                  <a:pt x="69" y="318"/>
                  <a:pt x="69" y="318"/>
                  <a:pt x="69" y="318"/>
                </a:cubicBezTo>
                <a:cubicBezTo>
                  <a:pt x="132" y="319"/>
                  <a:pt x="182" y="369"/>
                  <a:pt x="182" y="433"/>
                </a:cubicBezTo>
                <a:cubicBezTo>
                  <a:pt x="182" y="491"/>
                  <a:pt x="182" y="491"/>
                  <a:pt x="182" y="491"/>
                </a:cubicBezTo>
                <a:cubicBezTo>
                  <a:pt x="182" y="498"/>
                  <a:pt x="188" y="504"/>
                  <a:pt x="195" y="504"/>
                </a:cubicBezTo>
                <a:cubicBezTo>
                  <a:pt x="308" y="504"/>
                  <a:pt x="308" y="504"/>
                  <a:pt x="308" y="504"/>
                </a:cubicBezTo>
                <a:cubicBezTo>
                  <a:pt x="315" y="504"/>
                  <a:pt x="320" y="498"/>
                  <a:pt x="320" y="491"/>
                </a:cubicBezTo>
                <a:cubicBezTo>
                  <a:pt x="320" y="434"/>
                  <a:pt x="320" y="434"/>
                  <a:pt x="320" y="434"/>
                </a:cubicBezTo>
                <a:cubicBezTo>
                  <a:pt x="320" y="369"/>
                  <a:pt x="371" y="319"/>
                  <a:pt x="435" y="318"/>
                </a:cubicBezTo>
                <a:cubicBezTo>
                  <a:pt x="491" y="318"/>
                  <a:pt x="491" y="318"/>
                  <a:pt x="491" y="318"/>
                </a:cubicBezTo>
                <a:cubicBezTo>
                  <a:pt x="498" y="318"/>
                  <a:pt x="504" y="312"/>
                  <a:pt x="504" y="305"/>
                </a:cubicBezTo>
                <a:cubicBezTo>
                  <a:pt x="504" y="193"/>
                  <a:pt x="504" y="193"/>
                  <a:pt x="504" y="193"/>
                </a:cubicBezTo>
                <a:cubicBezTo>
                  <a:pt x="504" y="186"/>
                  <a:pt x="498" y="180"/>
                  <a:pt x="491" y="180"/>
                </a:cubicBezTo>
                <a:cubicBezTo>
                  <a:pt x="433" y="180"/>
                  <a:pt x="433" y="180"/>
                  <a:pt x="433" y="180"/>
                </a:cubicBezTo>
                <a:cubicBezTo>
                  <a:pt x="369" y="180"/>
                  <a:pt x="321" y="132"/>
                  <a:pt x="320" y="69"/>
                </a:cubicBezTo>
                <a:cubicBezTo>
                  <a:pt x="320" y="13"/>
                  <a:pt x="320" y="13"/>
                  <a:pt x="320" y="13"/>
                </a:cubicBezTo>
                <a:cubicBezTo>
                  <a:pt x="320" y="6"/>
                  <a:pt x="315" y="0"/>
                  <a:pt x="308" y="0"/>
                </a:cubicBezTo>
              </a:path>
            </a:pathLst>
          </a:custGeom>
          <a:solidFill>
            <a:srgbClr val="00B0F0"/>
          </a:solidFill>
          <a:ln>
            <a:noFill/>
          </a:ln>
          <a:effectLst>
            <a:outerShdw blurRad="279400" dist="165100" sx="99000" sy="99000" algn="ctr" rotWithShape="0">
              <a:prstClr val="black">
                <a:alpha val="23000"/>
              </a:prstClr>
            </a:outerShdw>
          </a:effec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7" name="圆角矩形 196"/>
          <p:cNvSpPr/>
          <p:nvPr/>
        </p:nvSpPr>
        <p:spPr>
          <a:xfrm>
            <a:off x="8497020" y="4676063"/>
            <a:ext cx="1230281" cy="1230281"/>
          </a:xfrm>
          <a:prstGeom prst="roundRect">
            <a:avLst>
              <a:gd name="adj" fmla="val 9147"/>
            </a:avLst>
          </a:prstGeom>
          <a:gradFill flip="none" rotWithShape="1">
            <a:gsLst>
              <a:gs pos="100000">
                <a:srgbClr val="FFFFFF">
                  <a:lumMod val="100000"/>
                </a:srgbClr>
              </a:gs>
              <a:gs pos="0">
                <a:srgbClr val="D9D9DA"/>
              </a:gs>
            </a:gsLst>
            <a:lin ang="2700000" scaled="1"/>
            <a:tileRect/>
          </a:gradFill>
          <a:ln w="28575">
            <a:gradFill flip="none" rotWithShape="1">
              <a:gsLst>
                <a:gs pos="100000">
                  <a:srgbClr val="FFFFFF"/>
                </a:gs>
                <a:gs pos="0">
                  <a:srgbClr val="D9D9DA"/>
                </a:gs>
              </a:gsLst>
              <a:lin ang="13500000" scaled="1"/>
              <a:tileRect/>
            </a:gradFill>
          </a:ln>
          <a:effectLst>
            <a:outerShdw blurRad="152400" dist="25400" dir="2700000" algn="tl"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81962" name="圆角矩形 81961"/>
          <p:cNvSpPr/>
          <p:nvPr/>
        </p:nvSpPr>
        <p:spPr>
          <a:xfrm>
            <a:off x="6601271" y="2685139"/>
            <a:ext cx="1230281" cy="1230281"/>
          </a:xfrm>
          <a:prstGeom prst="roundRect">
            <a:avLst>
              <a:gd name="adj" fmla="val 9147"/>
            </a:avLst>
          </a:prstGeom>
          <a:gradFill flip="none" rotWithShape="1">
            <a:gsLst>
              <a:gs pos="100000">
                <a:srgbClr val="FFFFFF">
                  <a:lumMod val="100000"/>
                </a:srgbClr>
              </a:gs>
              <a:gs pos="0">
                <a:srgbClr val="D9D9DA"/>
              </a:gs>
            </a:gsLst>
            <a:lin ang="2700000" scaled="1"/>
            <a:tileRect/>
          </a:gradFill>
          <a:ln w="28575">
            <a:gradFill flip="none" rotWithShape="1">
              <a:gsLst>
                <a:gs pos="100000">
                  <a:srgbClr val="FFFFFF"/>
                </a:gs>
                <a:gs pos="0">
                  <a:srgbClr val="D9D9DA"/>
                </a:gs>
              </a:gsLst>
              <a:lin ang="13500000" scaled="1"/>
              <a:tileRect/>
            </a:gradFill>
          </a:ln>
          <a:effectLst>
            <a:outerShdw blurRad="152400" dist="25400" dir="2700000" algn="tl"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95" name="圆角矩形 194"/>
          <p:cNvSpPr/>
          <p:nvPr/>
        </p:nvSpPr>
        <p:spPr>
          <a:xfrm>
            <a:off x="10394060" y="2685139"/>
            <a:ext cx="1230281" cy="1230281"/>
          </a:xfrm>
          <a:prstGeom prst="roundRect">
            <a:avLst>
              <a:gd name="adj" fmla="val 9147"/>
            </a:avLst>
          </a:prstGeom>
          <a:gradFill flip="none" rotWithShape="1">
            <a:gsLst>
              <a:gs pos="100000">
                <a:srgbClr val="FFFFFF">
                  <a:lumMod val="100000"/>
                </a:srgbClr>
              </a:gs>
              <a:gs pos="0">
                <a:srgbClr val="D9D9DA"/>
              </a:gs>
            </a:gsLst>
            <a:lin ang="2700000" scaled="1"/>
            <a:tileRect/>
          </a:gradFill>
          <a:ln w="28575">
            <a:gradFill flip="none" rotWithShape="1">
              <a:gsLst>
                <a:gs pos="100000">
                  <a:srgbClr val="FFFFFF"/>
                </a:gs>
                <a:gs pos="0">
                  <a:srgbClr val="D9D9DA"/>
                </a:gs>
              </a:gsLst>
              <a:lin ang="13500000" scaled="1"/>
              <a:tileRect/>
            </a:gradFill>
          </a:ln>
          <a:effectLst>
            <a:outerShdw blurRad="152400" dist="25400" dir="2700000" algn="tl"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96" name="圆角矩形 195"/>
          <p:cNvSpPr/>
          <p:nvPr/>
        </p:nvSpPr>
        <p:spPr>
          <a:xfrm>
            <a:off x="8497020" y="792117"/>
            <a:ext cx="1230281" cy="1230281"/>
          </a:xfrm>
          <a:prstGeom prst="roundRect">
            <a:avLst>
              <a:gd name="adj" fmla="val 9147"/>
            </a:avLst>
          </a:prstGeom>
          <a:gradFill flip="none" rotWithShape="1">
            <a:gsLst>
              <a:gs pos="100000">
                <a:srgbClr val="FFFFFF">
                  <a:lumMod val="100000"/>
                </a:srgbClr>
              </a:gs>
              <a:gs pos="0">
                <a:srgbClr val="D9D9DA"/>
              </a:gs>
            </a:gsLst>
            <a:lin ang="2700000" scaled="1"/>
            <a:tileRect/>
          </a:gradFill>
          <a:ln w="28575">
            <a:gradFill flip="none" rotWithShape="1">
              <a:gsLst>
                <a:gs pos="100000">
                  <a:srgbClr val="FFFFFF"/>
                </a:gs>
                <a:gs pos="0">
                  <a:srgbClr val="D9D9DA"/>
                </a:gs>
              </a:gsLst>
              <a:lin ang="13500000" scaled="1"/>
              <a:tileRect/>
            </a:gradFill>
          </a:ln>
          <a:effectLst>
            <a:outerShdw blurRad="152400" dist="25400" dir="2700000" algn="tl"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86" name="Freeform 60"/>
          <p:cNvSpPr>
            <a:spLocks/>
          </p:cNvSpPr>
          <p:nvPr/>
        </p:nvSpPr>
        <p:spPr bwMode="auto">
          <a:xfrm>
            <a:off x="839912" y="3889553"/>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 name="文本框 86"/>
          <p:cNvSpPr txBox="1"/>
          <p:nvPr/>
        </p:nvSpPr>
        <p:spPr>
          <a:xfrm>
            <a:off x="773064" y="4689154"/>
            <a:ext cx="4588645" cy="1421928"/>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网络图片临摹改编；</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底面为矢量素材，颜色可更改；</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凹形微立体可以直接用格式刷刷走借鉴；</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矢量图标可替换为其他图标或文字。</a:t>
            </a:r>
            <a:endParaRPr lang="en-US" altLang="zh-CN" dirty="0">
              <a:solidFill>
                <a:prstClr val="black">
                  <a:lumMod val="65000"/>
                  <a:lumOff val="35000"/>
                </a:prstClr>
              </a:solidFill>
              <a:latin typeface="微软雅黑" panose="020B0503020204020204" pitchFamily="34" charset="-122"/>
            </a:endParaRPr>
          </a:p>
        </p:txBody>
      </p:sp>
      <p:sp>
        <p:nvSpPr>
          <p:cNvPr id="88" name="圆角矩形 87"/>
          <p:cNvSpPr/>
          <p:nvPr/>
        </p:nvSpPr>
        <p:spPr>
          <a:xfrm>
            <a:off x="1507604" y="4048838"/>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89" name="等腰三角形 88"/>
          <p:cNvSpPr/>
          <p:nvPr/>
        </p:nvSpPr>
        <p:spPr>
          <a:xfrm rot="16200000">
            <a:off x="1432972" y="4116382"/>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82007" name="Freeform 108"/>
          <p:cNvSpPr>
            <a:spLocks/>
          </p:cNvSpPr>
          <p:nvPr/>
        </p:nvSpPr>
        <p:spPr bwMode="auto">
          <a:xfrm>
            <a:off x="9593263" y="1219200"/>
            <a:ext cx="1652588" cy="614363"/>
          </a:xfrm>
          <a:custGeom>
            <a:avLst/>
            <a:gdLst>
              <a:gd name="T0" fmla="*/ 5 w 159"/>
              <a:gd name="T1" fmla="*/ 49 h 59"/>
              <a:gd name="T2" fmla="*/ 7 w 159"/>
              <a:gd name="T3" fmla="*/ 49 h 59"/>
              <a:gd name="T4" fmla="*/ 39 w 159"/>
              <a:gd name="T5" fmla="*/ 0 h 59"/>
              <a:gd name="T6" fmla="*/ 39 w 159"/>
              <a:gd name="T7" fmla="*/ 1 h 59"/>
              <a:gd name="T8" fmla="*/ 39 w 159"/>
              <a:gd name="T9" fmla="*/ 0 h 59"/>
              <a:gd name="T10" fmla="*/ 159 w 159"/>
              <a:gd name="T11" fmla="*/ 0 h 59"/>
              <a:gd name="T12" fmla="*/ 159 w 159"/>
              <a:gd name="T13" fmla="*/ 1 h 59"/>
              <a:gd name="T14" fmla="*/ 39 w 159"/>
              <a:gd name="T15" fmla="*/ 1 h 59"/>
              <a:gd name="T16" fmla="*/ 8 w 159"/>
              <a:gd name="T17" fmla="*/ 50 h 59"/>
              <a:gd name="T18" fmla="*/ 10 w 159"/>
              <a:gd name="T19" fmla="*/ 54 h 59"/>
              <a:gd name="T20" fmla="*/ 5 w 159"/>
              <a:gd name="T21" fmla="*/ 59 h 59"/>
              <a:gd name="T22" fmla="*/ 0 w 159"/>
              <a:gd name="T23" fmla="*/ 54 h 59"/>
              <a:gd name="T24" fmla="*/ 5 w 159"/>
              <a:gd name="T25" fmla="*/ 4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9" h="59">
                <a:moveTo>
                  <a:pt x="5" y="49"/>
                </a:moveTo>
                <a:cubicBezTo>
                  <a:pt x="6" y="49"/>
                  <a:pt x="6" y="49"/>
                  <a:pt x="7" y="49"/>
                </a:cubicBezTo>
                <a:cubicBezTo>
                  <a:pt x="39" y="0"/>
                  <a:pt x="39" y="0"/>
                  <a:pt x="39" y="0"/>
                </a:cubicBezTo>
                <a:cubicBezTo>
                  <a:pt x="39" y="1"/>
                  <a:pt x="39" y="1"/>
                  <a:pt x="39" y="1"/>
                </a:cubicBezTo>
                <a:cubicBezTo>
                  <a:pt x="39" y="0"/>
                  <a:pt x="39" y="0"/>
                  <a:pt x="39" y="0"/>
                </a:cubicBezTo>
                <a:cubicBezTo>
                  <a:pt x="159" y="0"/>
                  <a:pt x="159" y="0"/>
                  <a:pt x="159" y="0"/>
                </a:cubicBezTo>
                <a:cubicBezTo>
                  <a:pt x="159" y="1"/>
                  <a:pt x="159" y="1"/>
                  <a:pt x="159" y="1"/>
                </a:cubicBezTo>
                <a:cubicBezTo>
                  <a:pt x="39" y="1"/>
                  <a:pt x="39" y="1"/>
                  <a:pt x="39" y="1"/>
                </a:cubicBezTo>
                <a:cubicBezTo>
                  <a:pt x="8" y="50"/>
                  <a:pt x="8" y="50"/>
                  <a:pt x="8" y="50"/>
                </a:cubicBezTo>
                <a:cubicBezTo>
                  <a:pt x="9" y="50"/>
                  <a:pt x="10" y="52"/>
                  <a:pt x="10" y="54"/>
                </a:cubicBezTo>
                <a:cubicBezTo>
                  <a:pt x="10" y="56"/>
                  <a:pt x="7" y="59"/>
                  <a:pt x="5" y="59"/>
                </a:cubicBezTo>
                <a:cubicBezTo>
                  <a:pt x="2" y="59"/>
                  <a:pt x="0" y="56"/>
                  <a:pt x="0" y="54"/>
                </a:cubicBezTo>
                <a:cubicBezTo>
                  <a:pt x="0" y="51"/>
                  <a:pt x="2" y="49"/>
                  <a:pt x="5" y="4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7" name="Freeform 108"/>
          <p:cNvSpPr>
            <a:spLocks/>
          </p:cNvSpPr>
          <p:nvPr/>
        </p:nvSpPr>
        <p:spPr bwMode="auto">
          <a:xfrm flipH="1">
            <a:off x="6157337" y="2239939"/>
            <a:ext cx="1614295" cy="654074"/>
          </a:xfrm>
          <a:custGeom>
            <a:avLst/>
            <a:gdLst>
              <a:gd name="T0" fmla="*/ 5 w 159"/>
              <a:gd name="T1" fmla="*/ 49 h 59"/>
              <a:gd name="T2" fmla="*/ 7 w 159"/>
              <a:gd name="T3" fmla="*/ 49 h 59"/>
              <a:gd name="T4" fmla="*/ 39 w 159"/>
              <a:gd name="T5" fmla="*/ 0 h 59"/>
              <a:gd name="T6" fmla="*/ 39 w 159"/>
              <a:gd name="T7" fmla="*/ 1 h 59"/>
              <a:gd name="T8" fmla="*/ 39 w 159"/>
              <a:gd name="T9" fmla="*/ 0 h 59"/>
              <a:gd name="T10" fmla="*/ 159 w 159"/>
              <a:gd name="T11" fmla="*/ 0 h 59"/>
              <a:gd name="T12" fmla="*/ 159 w 159"/>
              <a:gd name="T13" fmla="*/ 1 h 59"/>
              <a:gd name="T14" fmla="*/ 39 w 159"/>
              <a:gd name="T15" fmla="*/ 1 h 59"/>
              <a:gd name="T16" fmla="*/ 8 w 159"/>
              <a:gd name="T17" fmla="*/ 50 h 59"/>
              <a:gd name="T18" fmla="*/ 10 w 159"/>
              <a:gd name="T19" fmla="*/ 54 h 59"/>
              <a:gd name="T20" fmla="*/ 5 w 159"/>
              <a:gd name="T21" fmla="*/ 59 h 59"/>
              <a:gd name="T22" fmla="*/ 0 w 159"/>
              <a:gd name="T23" fmla="*/ 54 h 59"/>
              <a:gd name="T24" fmla="*/ 5 w 159"/>
              <a:gd name="T25" fmla="*/ 4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9" h="59">
                <a:moveTo>
                  <a:pt x="5" y="49"/>
                </a:moveTo>
                <a:cubicBezTo>
                  <a:pt x="6" y="49"/>
                  <a:pt x="6" y="49"/>
                  <a:pt x="7" y="49"/>
                </a:cubicBezTo>
                <a:cubicBezTo>
                  <a:pt x="39" y="0"/>
                  <a:pt x="39" y="0"/>
                  <a:pt x="39" y="0"/>
                </a:cubicBezTo>
                <a:cubicBezTo>
                  <a:pt x="39" y="1"/>
                  <a:pt x="39" y="1"/>
                  <a:pt x="39" y="1"/>
                </a:cubicBezTo>
                <a:cubicBezTo>
                  <a:pt x="39" y="0"/>
                  <a:pt x="39" y="0"/>
                  <a:pt x="39" y="0"/>
                </a:cubicBezTo>
                <a:cubicBezTo>
                  <a:pt x="159" y="0"/>
                  <a:pt x="159" y="0"/>
                  <a:pt x="159" y="0"/>
                </a:cubicBezTo>
                <a:cubicBezTo>
                  <a:pt x="159" y="1"/>
                  <a:pt x="159" y="1"/>
                  <a:pt x="159" y="1"/>
                </a:cubicBezTo>
                <a:cubicBezTo>
                  <a:pt x="39" y="1"/>
                  <a:pt x="39" y="1"/>
                  <a:pt x="39" y="1"/>
                </a:cubicBezTo>
                <a:cubicBezTo>
                  <a:pt x="8" y="50"/>
                  <a:pt x="8" y="50"/>
                  <a:pt x="8" y="50"/>
                </a:cubicBezTo>
                <a:cubicBezTo>
                  <a:pt x="9" y="50"/>
                  <a:pt x="10" y="52"/>
                  <a:pt x="10" y="54"/>
                </a:cubicBezTo>
                <a:cubicBezTo>
                  <a:pt x="10" y="56"/>
                  <a:pt x="7" y="59"/>
                  <a:pt x="5" y="59"/>
                </a:cubicBezTo>
                <a:cubicBezTo>
                  <a:pt x="2" y="59"/>
                  <a:pt x="0" y="56"/>
                  <a:pt x="0" y="54"/>
                </a:cubicBezTo>
                <a:cubicBezTo>
                  <a:pt x="0" y="51"/>
                  <a:pt x="2" y="49"/>
                  <a:pt x="5" y="4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9" name="Freeform 108"/>
          <p:cNvSpPr>
            <a:spLocks/>
          </p:cNvSpPr>
          <p:nvPr/>
        </p:nvSpPr>
        <p:spPr bwMode="auto">
          <a:xfrm flipV="1">
            <a:off x="10506778" y="3779689"/>
            <a:ext cx="1652588" cy="614363"/>
          </a:xfrm>
          <a:custGeom>
            <a:avLst/>
            <a:gdLst>
              <a:gd name="T0" fmla="*/ 5 w 159"/>
              <a:gd name="T1" fmla="*/ 49 h 59"/>
              <a:gd name="T2" fmla="*/ 7 w 159"/>
              <a:gd name="T3" fmla="*/ 49 h 59"/>
              <a:gd name="T4" fmla="*/ 39 w 159"/>
              <a:gd name="T5" fmla="*/ 0 h 59"/>
              <a:gd name="T6" fmla="*/ 39 w 159"/>
              <a:gd name="T7" fmla="*/ 1 h 59"/>
              <a:gd name="T8" fmla="*/ 39 w 159"/>
              <a:gd name="T9" fmla="*/ 0 h 59"/>
              <a:gd name="T10" fmla="*/ 159 w 159"/>
              <a:gd name="T11" fmla="*/ 0 h 59"/>
              <a:gd name="T12" fmla="*/ 159 w 159"/>
              <a:gd name="T13" fmla="*/ 1 h 59"/>
              <a:gd name="T14" fmla="*/ 39 w 159"/>
              <a:gd name="T15" fmla="*/ 1 h 59"/>
              <a:gd name="T16" fmla="*/ 8 w 159"/>
              <a:gd name="T17" fmla="*/ 50 h 59"/>
              <a:gd name="T18" fmla="*/ 10 w 159"/>
              <a:gd name="T19" fmla="*/ 54 h 59"/>
              <a:gd name="T20" fmla="*/ 5 w 159"/>
              <a:gd name="T21" fmla="*/ 59 h 59"/>
              <a:gd name="T22" fmla="*/ 0 w 159"/>
              <a:gd name="T23" fmla="*/ 54 h 59"/>
              <a:gd name="T24" fmla="*/ 5 w 159"/>
              <a:gd name="T25" fmla="*/ 4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9" h="59">
                <a:moveTo>
                  <a:pt x="5" y="49"/>
                </a:moveTo>
                <a:cubicBezTo>
                  <a:pt x="6" y="49"/>
                  <a:pt x="6" y="49"/>
                  <a:pt x="7" y="49"/>
                </a:cubicBezTo>
                <a:cubicBezTo>
                  <a:pt x="39" y="0"/>
                  <a:pt x="39" y="0"/>
                  <a:pt x="39" y="0"/>
                </a:cubicBezTo>
                <a:cubicBezTo>
                  <a:pt x="39" y="1"/>
                  <a:pt x="39" y="1"/>
                  <a:pt x="39" y="1"/>
                </a:cubicBezTo>
                <a:cubicBezTo>
                  <a:pt x="39" y="0"/>
                  <a:pt x="39" y="0"/>
                  <a:pt x="39" y="0"/>
                </a:cubicBezTo>
                <a:cubicBezTo>
                  <a:pt x="159" y="0"/>
                  <a:pt x="159" y="0"/>
                  <a:pt x="159" y="0"/>
                </a:cubicBezTo>
                <a:cubicBezTo>
                  <a:pt x="159" y="1"/>
                  <a:pt x="159" y="1"/>
                  <a:pt x="159" y="1"/>
                </a:cubicBezTo>
                <a:cubicBezTo>
                  <a:pt x="39" y="1"/>
                  <a:pt x="39" y="1"/>
                  <a:pt x="39" y="1"/>
                </a:cubicBezTo>
                <a:cubicBezTo>
                  <a:pt x="8" y="50"/>
                  <a:pt x="8" y="50"/>
                  <a:pt x="8" y="50"/>
                </a:cubicBezTo>
                <a:cubicBezTo>
                  <a:pt x="9" y="50"/>
                  <a:pt x="10" y="52"/>
                  <a:pt x="10" y="54"/>
                </a:cubicBezTo>
                <a:cubicBezTo>
                  <a:pt x="10" y="56"/>
                  <a:pt x="7" y="59"/>
                  <a:pt x="5" y="59"/>
                </a:cubicBezTo>
                <a:cubicBezTo>
                  <a:pt x="2" y="59"/>
                  <a:pt x="0" y="56"/>
                  <a:pt x="0" y="54"/>
                </a:cubicBezTo>
                <a:cubicBezTo>
                  <a:pt x="0" y="51"/>
                  <a:pt x="2" y="49"/>
                  <a:pt x="5" y="4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1" name="Freeform 108"/>
          <p:cNvSpPr>
            <a:spLocks/>
          </p:cNvSpPr>
          <p:nvPr/>
        </p:nvSpPr>
        <p:spPr bwMode="auto">
          <a:xfrm flipH="1" flipV="1">
            <a:off x="7001123" y="5419596"/>
            <a:ext cx="1652588" cy="614363"/>
          </a:xfrm>
          <a:custGeom>
            <a:avLst/>
            <a:gdLst>
              <a:gd name="T0" fmla="*/ 5 w 159"/>
              <a:gd name="T1" fmla="*/ 49 h 59"/>
              <a:gd name="T2" fmla="*/ 7 w 159"/>
              <a:gd name="T3" fmla="*/ 49 h 59"/>
              <a:gd name="T4" fmla="*/ 39 w 159"/>
              <a:gd name="T5" fmla="*/ 0 h 59"/>
              <a:gd name="T6" fmla="*/ 39 w 159"/>
              <a:gd name="T7" fmla="*/ 1 h 59"/>
              <a:gd name="T8" fmla="*/ 39 w 159"/>
              <a:gd name="T9" fmla="*/ 0 h 59"/>
              <a:gd name="T10" fmla="*/ 159 w 159"/>
              <a:gd name="T11" fmla="*/ 0 h 59"/>
              <a:gd name="T12" fmla="*/ 159 w 159"/>
              <a:gd name="T13" fmla="*/ 1 h 59"/>
              <a:gd name="T14" fmla="*/ 39 w 159"/>
              <a:gd name="T15" fmla="*/ 1 h 59"/>
              <a:gd name="T16" fmla="*/ 8 w 159"/>
              <a:gd name="T17" fmla="*/ 50 h 59"/>
              <a:gd name="T18" fmla="*/ 10 w 159"/>
              <a:gd name="T19" fmla="*/ 54 h 59"/>
              <a:gd name="T20" fmla="*/ 5 w 159"/>
              <a:gd name="T21" fmla="*/ 59 h 59"/>
              <a:gd name="T22" fmla="*/ 0 w 159"/>
              <a:gd name="T23" fmla="*/ 54 h 59"/>
              <a:gd name="T24" fmla="*/ 5 w 159"/>
              <a:gd name="T25" fmla="*/ 4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9" h="59">
                <a:moveTo>
                  <a:pt x="5" y="49"/>
                </a:moveTo>
                <a:cubicBezTo>
                  <a:pt x="6" y="49"/>
                  <a:pt x="6" y="49"/>
                  <a:pt x="7" y="49"/>
                </a:cubicBezTo>
                <a:cubicBezTo>
                  <a:pt x="39" y="0"/>
                  <a:pt x="39" y="0"/>
                  <a:pt x="39" y="0"/>
                </a:cubicBezTo>
                <a:cubicBezTo>
                  <a:pt x="39" y="1"/>
                  <a:pt x="39" y="1"/>
                  <a:pt x="39" y="1"/>
                </a:cubicBezTo>
                <a:cubicBezTo>
                  <a:pt x="39" y="0"/>
                  <a:pt x="39" y="0"/>
                  <a:pt x="39" y="0"/>
                </a:cubicBezTo>
                <a:cubicBezTo>
                  <a:pt x="159" y="0"/>
                  <a:pt x="159" y="0"/>
                  <a:pt x="159" y="0"/>
                </a:cubicBezTo>
                <a:cubicBezTo>
                  <a:pt x="159" y="1"/>
                  <a:pt x="159" y="1"/>
                  <a:pt x="159" y="1"/>
                </a:cubicBezTo>
                <a:cubicBezTo>
                  <a:pt x="39" y="1"/>
                  <a:pt x="39" y="1"/>
                  <a:pt x="39" y="1"/>
                </a:cubicBezTo>
                <a:cubicBezTo>
                  <a:pt x="8" y="50"/>
                  <a:pt x="8" y="50"/>
                  <a:pt x="8" y="50"/>
                </a:cubicBezTo>
                <a:cubicBezTo>
                  <a:pt x="9" y="50"/>
                  <a:pt x="10" y="52"/>
                  <a:pt x="10" y="54"/>
                </a:cubicBezTo>
                <a:cubicBezTo>
                  <a:pt x="10" y="56"/>
                  <a:pt x="7" y="59"/>
                  <a:pt x="5" y="59"/>
                </a:cubicBezTo>
                <a:cubicBezTo>
                  <a:pt x="2" y="59"/>
                  <a:pt x="0" y="56"/>
                  <a:pt x="0" y="54"/>
                </a:cubicBezTo>
                <a:cubicBezTo>
                  <a:pt x="0" y="51"/>
                  <a:pt x="2" y="49"/>
                  <a:pt x="5" y="4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182" name="组合 181"/>
          <p:cNvGrpSpPr/>
          <p:nvPr/>
        </p:nvGrpSpPr>
        <p:grpSpPr>
          <a:xfrm>
            <a:off x="6179323" y="1153669"/>
            <a:ext cx="1037089" cy="993971"/>
            <a:chOff x="4019550" y="5668963"/>
            <a:chExt cx="725488" cy="695325"/>
          </a:xfrm>
          <a:solidFill>
            <a:schemeClr val="tx1">
              <a:lumMod val="65000"/>
              <a:lumOff val="35000"/>
            </a:schemeClr>
          </a:solidFill>
        </p:grpSpPr>
        <p:sp>
          <p:nvSpPr>
            <p:cNvPr id="183" name="Freeform 226"/>
            <p:cNvSpPr>
              <a:spLocks/>
            </p:cNvSpPr>
            <p:nvPr/>
          </p:nvSpPr>
          <p:spPr bwMode="auto">
            <a:xfrm>
              <a:off x="4079875" y="5668963"/>
              <a:ext cx="646113" cy="695325"/>
            </a:xfrm>
            <a:custGeom>
              <a:avLst/>
              <a:gdLst>
                <a:gd name="T0" fmla="*/ 253 w 407"/>
                <a:gd name="T1" fmla="*/ 0 h 438"/>
                <a:gd name="T2" fmla="*/ 225 w 407"/>
                <a:gd name="T3" fmla="*/ 0 h 438"/>
                <a:gd name="T4" fmla="*/ 225 w 407"/>
                <a:gd name="T5" fmla="*/ 334 h 438"/>
                <a:gd name="T6" fmla="*/ 0 w 407"/>
                <a:gd name="T7" fmla="*/ 334 h 438"/>
                <a:gd name="T8" fmla="*/ 64 w 407"/>
                <a:gd name="T9" fmla="*/ 438 h 438"/>
                <a:gd name="T10" fmla="*/ 343 w 407"/>
                <a:gd name="T11" fmla="*/ 438 h 438"/>
                <a:gd name="T12" fmla="*/ 407 w 407"/>
                <a:gd name="T13" fmla="*/ 334 h 438"/>
                <a:gd name="T14" fmla="*/ 253 w 407"/>
                <a:gd name="T15" fmla="*/ 334 h 438"/>
                <a:gd name="T16" fmla="*/ 253 w 407"/>
                <a:gd name="T17" fmla="*/ 0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7" h="438">
                  <a:moveTo>
                    <a:pt x="253" y="0"/>
                  </a:moveTo>
                  <a:lnTo>
                    <a:pt x="225" y="0"/>
                  </a:lnTo>
                  <a:lnTo>
                    <a:pt x="225" y="334"/>
                  </a:lnTo>
                  <a:lnTo>
                    <a:pt x="0" y="334"/>
                  </a:lnTo>
                  <a:lnTo>
                    <a:pt x="64" y="438"/>
                  </a:lnTo>
                  <a:lnTo>
                    <a:pt x="343" y="438"/>
                  </a:lnTo>
                  <a:lnTo>
                    <a:pt x="407" y="334"/>
                  </a:lnTo>
                  <a:lnTo>
                    <a:pt x="253" y="334"/>
                  </a:lnTo>
                  <a:lnTo>
                    <a:pt x="25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4" name="Freeform 227"/>
            <p:cNvSpPr>
              <a:spLocks/>
            </p:cNvSpPr>
            <p:nvPr/>
          </p:nvSpPr>
          <p:spPr bwMode="auto">
            <a:xfrm>
              <a:off x="4019550" y="5695950"/>
              <a:ext cx="384175" cy="458788"/>
            </a:xfrm>
            <a:custGeom>
              <a:avLst/>
              <a:gdLst>
                <a:gd name="T0" fmla="*/ 242 w 242"/>
                <a:gd name="T1" fmla="*/ 0 h 289"/>
                <a:gd name="T2" fmla="*/ 0 w 242"/>
                <a:gd name="T3" fmla="*/ 289 h 289"/>
                <a:gd name="T4" fmla="*/ 242 w 242"/>
                <a:gd name="T5" fmla="*/ 289 h 289"/>
                <a:gd name="T6" fmla="*/ 242 w 242"/>
                <a:gd name="T7" fmla="*/ 0 h 289"/>
              </a:gdLst>
              <a:ahLst/>
              <a:cxnLst>
                <a:cxn ang="0">
                  <a:pos x="T0" y="T1"/>
                </a:cxn>
                <a:cxn ang="0">
                  <a:pos x="T2" y="T3"/>
                </a:cxn>
                <a:cxn ang="0">
                  <a:pos x="T4" y="T5"/>
                </a:cxn>
                <a:cxn ang="0">
                  <a:pos x="T6" y="T7"/>
                </a:cxn>
              </a:cxnLst>
              <a:rect l="0" t="0" r="r" b="b"/>
              <a:pathLst>
                <a:path w="242" h="289">
                  <a:moveTo>
                    <a:pt x="242" y="0"/>
                  </a:moveTo>
                  <a:lnTo>
                    <a:pt x="0" y="289"/>
                  </a:lnTo>
                  <a:lnTo>
                    <a:pt x="242" y="289"/>
                  </a:lnTo>
                  <a:lnTo>
                    <a:pt x="24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5" name="Freeform 228"/>
            <p:cNvSpPr>
              <a:spLocks/>
            </p:cNvSpPr>
            <p:nvPr/>
          </p:nvSpPr>
          <p:spPr bwMode="auto">
            <a:xfrm>
              <a:off x="4519613" y="5880100"/>
              <a:ext cx="225425" cy="269875"/>
            </a:xfrm>
            <a:custGeom>
              <a:avLst/>
              <a:gdLst>
                <a:gd name="T0" fmla="*/ 0 w 142"/>
                <a:gd name="T1" fmla="*/ 0 h 170"/>
                <a:gd name="T2" fmla="*/ 0 w 142"/>
                <a:gd name="T3" fmla="*/ 170 h 170"/>
                <a:gd name="T4" fmla="*/ 142 w 142"/>
                <a:gd name="T5" fmla="*/ 170 h 170"/>
                <a:gd name="T6" fmla="*/ 0 w 142"/>
                <a:gd name="T7" fmla="*/ 0 h 170"/>
              </a:gdLst>
              <a:ahLst/>
              <a:cxnLst>
                <a:cxn ang="0">
                  <a:pos x="T0" y="T1"/>
                </a:cxn>
                <a:cxn ang="0">
                  <a:pos x="T2" y="T3"/>
                </a:cxn>
                <a:cxn ang="0">
                  <a:pos x="T4" y="T5"/>
                </a:cxn>
                <a:cxn ang="0">
                  <a:pos x="T6" y="T7"/>
                </a:cxn>
              </a:cxnLst>
              <a:rect l="0" t="0" r="r" b="b"/>
              <a:pathLst>
                <a:path w="142" h="170">
                  <a:moveTo>
                    <a:pt x="0" y="0"/>
                  </a:moveTo>
                  <a:lnTo>
                    <a:pt x="0" y="170"/>
                  </a:lnTo>
                  <a:lnTo>
                    <a:pt x="142" y="17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186" name="Freeform 113"/>
          <p:cNvSpPr>
            <a:spLocks noEditPoints="1"/>
          </p:cNvSpPr>
          <p:nvPr/>
        </p:nvSpPr>
        <p:spPr bwMode="auto">
          <a:xfrm>
            <a:off x="7034352" y="5050743"/>
            <a:ext cx="1181422" cy="921432"/>
          </a:xfrm>
          <a:custGeom>
            <a:avLst/>
            <a:gdLst>
              <a:gd name="T0" fmla="*/ 431 w 620"/>
              <a:gd name="T1" fmla="*/ 66 h 483"/>
              <a:gd name="T2" fmla="*/ 431 w 620"/>
              <a:gd name="T3" fmla="*/ 19 h 483"/>
              <a:gd name="T4" fmla="*/ 388 w 620"/>
              <a:gd name="T5" fmla="*/ 2 h 483"/>
              <a:gd name="T6" fmla="*/ 355 w 620"/>
              <a:gd name="T7" fmla="*/ 42 h 483"/>
              <a:gd name="T8" fmla="*/ 381 w 620"/>
              <a:gd name="T9" fmla="*/ 81 h 483"/>
              <a:gd name="T10" fmla="*/ 398 w 620"/>
              <a:gd name="T11" fmla="*/ 208 h 483"/>
              <a:gd name="T12" fmla="*/ 510 w 620"/>
              <a:gd name="T13" fmla="*/ 187 h 483"/>
              <a:gd name="T14" fmla="*/ 525 w 620"/>
              <a:gd name="T15" fmla="*/ 162 h 483"/>
              <a:gd name="T16" fmla="*/ 508 w 620"/>
              <a:gd name="T17" fmla="*/ 143 h 483"/>
              <a:gd name="T18" fmla="*/ 364 w 620"/>
              <a:gd name="T19" fmla="*/ 87 h 483"/>
              <a:gd name="T20" fmla="*/ 335 w 620"/>
              <a:gd name="T21" fmla="*/ 72 h 483"/>
              <a:gd name="T22" fmla="*/ 212 w 620"/>
              <a:gd name="T23" fmla="*/ 184 h 483"/>
              <a:gd name="T24" fmla="*/ 209 w 620"/>
              <a:gd name="T25" fmla="*/ 237 h 483"/>
              <a:gd name="T26" fmla="*/ 261 w 620"/>
              <a:gd name="T27" fmla="*/ 426 h 483"/>
              <a:gd name="T28" fmla="*/ 311 w 620"/>
              <a:gd name="T29" fmla="*/ 469 h 483"/>
              <a:gd name="T30" fmla="*/ 338 w 620"/>
              <a:gd name="T31" fmla="*/ 456 h 483"/>
              <a:gd name="T32" fmla="*/ 333 w 620"/>
              <a:gd name="T33" fmla="*/ 422 h 483"/>
              <a:gd name="T34" fmla="*/ 357 w 620"/>
              <a:gd name="T35" fmla="*/ 290 h 483"/>
              <a:gd name="T36" fmla="*/ 111 w 620"/>
              <a:gd name="T37" fmla="*/ 237 h 483"/>
              <a:gd name="T38" fmla="*/ 37 w 620"/>
              <a:gd name="T39" fmla="*/ 272 h 483"/>
              <a:gd name="T40" fmla="*/ 1 w 620"/>
              <a:gd name="T41" fmla="*/ 347 h 483"/>
              <a:gd name="T42" fmla="*/ 15 w 620"/>
              <a:gd name="T43" fmla="*/ 419 h 483"/>
              <a:gd name="T44" fmla="*/ 76 w 620"/>
              <a:gd name="T45" fmla="*/ 473 h 483"/>
              <a:gd name="T46" fmla="*/ 149 w 620"/>
              <a:gd name="T47" fmla="*/ 480 h 483"/>
              <a:gd name="T48" fmla="*/ 218 w 620"/>
              <a:gd name="T49" fmla="*/ 438 h 483"/>
              <a:gd name="T50" fmla="*/ 247 w 620"/>
              <a:gd name="T51" fmla="*/ 359 h 483"/>
              <a:gd name="T52" fmla="*/ 226 w 620"/>
              <a:gd name="T53" fmla="*/ 290 h 483"/>
              <a:gd name="T54" fmla="*/ 160 w 620"/>
              <a:gd name="T55" fmla="*/ 242 h 483"/>
              <a:gd name="T56" fmla="*/ 114 w 620"/>
              <a:gd name="T57" fmla="*/ 453 h 483"/>
              <a:gd name="T58" fmla="*/ 57 w 620"/>
              <a:gd name="T59" fmla="*/ 426 h 483"/>
              <a:gd name="T60" fmla="*/ 30 w 620"/>
              <a:gd name="T61" fmla="*/ 369 h 483"/>
              <a:gd name="T62" fmla="*/ 40 w 620"/>
              <a:gd name="T63" fmla="*/ 314 h 483"/>
              <a:gd name="T64" fmla="*/ 87 w 620"/>
              <a:gd name="T65" fmla="*/ 272 h 483"/>
              <a:gd name="T66" fmla="*/ 142 w 620"/>
              <a:gd name="T67" fmla="*/ 267 h 483"/>
              <a:gd name="T68" fmla="*/ 197 w 620"/>
              <a:gd name="T69" fmla="*/ 300 h 483"/>
              <a:gd name="T70" fmla="*/ 218 w 620"/>
              <a:gd name="T71" fmla="*/ 359 h 483"/>
              <a:gd name="T72" fmla="*/ 202 w 620"/>
              <a:gd name="T73" fmla="*/ 412 h 483"/>
              <a:gd name="T74" fmla="*/ 151 w 620"/>
              <a:gd name="T75" fmla="*/ 449 h 483"/>
              <a:gd name="T76" fmla="*/ 484 w 620"/>
              <a:gd name="T77" fmla="*/ 237 h 483"/>
              <a:gd name="T78" fmla="*/ 410 w 620"/>
              <a:gd name="T79" fmla="*/ 272 h 483"/>
              <a:gd name="T80" fmla="*/ 374 w 620"/>
              <a:gd name="T81" fmla="*/ 347 h 483"/>
              <a:gd name="T82" fmla="*/ 388 w 620"/>
              <a:gd name="T83" fmla="*/ 419 h 483"/>
              <a:gd name="T84" fmla="*/ 449 w 620"/>
              <a:gd name="T85" fmla="*/ 473 h 483"/>
              <a:gd name="T86" fmla="*/ 522 w 620"/>
              <a:gd name="T87" fmla="*/ 480 h 483"/>
              <a:gd name="T88" fmla="*/ 591 w 620"/>
              <a:gd name="T89" fmla="*/ 438 h 483"/>
              <a:gd name="T90" fmla="*/ 620 w 620"/>
              <a:gd name="T91" fmla="*/ 359 h 483"/>
              <a:gd name="T92" fmla="*/ 598 w 620"/>
              <a:gd name="T93" fmla="*/ 290 h 483"/>
              <a:gd name="T94" fmla="*/ 533 w 620"/>
              <a:gd name="T95" fmla="*/ 242 h 483"/>
              <a:gd name="T96" fmla="*/ 486 w 620"/>
              <a:gd name="T97" fmla="*/ 453 h 483"/>
              <a:gd name="T98" fmla="*/ 430 w 620"/>
              <a:gd name="T99" fmla="*/ 426 h 483"/>
              <a:gd name="T100" fmla="*/ 403 w 620"/>
              <a:gd name="T101" fmla="*/ 369 h 483"/>
              <a:gd name="T102" fmla="*/ 413 w 620"/>
              <a:gd name="T103" fmla="*/ 314 h 483"/>
              <a:gd name="T104" fmla="*/ 460 w 620"/>
              <a:gd name="T105" fmla="*/ 272 h 483"/>
              <a:gd name="T106" fmla="*/ 515 w 620"/>
              <a:gd name="T107" fmla="*/ 267 h 483"/>
              <a:gd name="T108" fmla="*/ 568 w 620"/>
              <a:gd name="T109" fmla="*/ 300 h 483"/>
              <a:gd name="T110" fmla="*/ 590 w 620"/>
              <a:gd name="T111" fmla="*/ 359 h 483"/>
              <a:gd name="T112" fmla="*/ 575 w 620"/>
              <a:gd name="T113" fmla="*/ 412 h 483"/>
              <a:gd name="T114" fmla="*/ 524 w 620"/>
              <a:gd name="T115" fmla="*/ 449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20" h="483">
                <a:moveTo>
                  <a:pt x="397" y="83"/>
                </a:moveTo>
                <a:lnTo>
                  <a:pt x="397" y="83"/>
                </a:lnTo>
                <a:lnTo>
                  <a:pt x="406" y="82"/>
                </a:lnTo>
                <a:lnTo>
                  <a:pt x="413" y="81"/>
                </a:lnTo>
                <a:lnTo>
                  <a:pt x="420" y="77"/>
                </a:lnTo>
                <a:lnTo>
                  <a:pt x="426" y="71"/>
                </a:lnTo>
                <a:lnTo>
                  <a:pt x="431" y="66"/>
                </a:lnTo>
                <a:lnTo>
                  <a:pt x="435" y="58"/>
                </a:lnTo>
                <a:lnTo>
                  <a:pt x="437" y="51"/>
                </a:lnTo>
                <a:lnTo>
                  <a:pt x="439" y="42"/>
                </a:lnTo>
                <a:lnTo>
                  <a:pt x="439" y="42"/>
                </a:lnTo>
                <a:lnTo>
                  <a:pt x="437" y="34"/>
                </a:lnTo>
                <a:lnTo>
                  <a:pt x="435" y="26"/>
                </a:lnTo>
                <a:lnTo>
                  <a:pt x="431" y="19"/>
                </a:lnTo>
                <a:lnTo>
                  <a:pt x="426" y="13"/>
                </a:lnTo>
                <a:lnTo>
                  <a:pt x="420" y="8"/>
                </a:lnTo>
                <a:lnTo>
                  <a:pt x="413" y="4"/>
                </a:lnTo>
                <a:lnTo>
                  <a:pt x="406" y="2"/>
                </a:lnTo>
                <a:lnTo>
                  <a:pt x="397" y="0"/>
                </a:lnTo>
                <a:lnTo>
                  <a:pt x="397" y="0"/>
                </a:lnTo>
                <a:lnTo>
                  <a:pt x="388" y="2"/>
                </a:lnTo>
                <a:lnTo>
                  <a:pt x="381" y="4"/>
                </a:lnTo>
                <a:lnTo>
                  <a:pt x="374" y="8"/>
                </a:lnTo>
                <a:lnTo>
                  <a:pt x="368" y="13"/>
                </a:lnTo>
                <a:lnTo>
                  <a:pt x="363" y="19"/>
                </a:lnTo>
                <a:lnTo>
                  <a:pt x="359" y="26"/>
                </a:lnTo>
                <a:lnTo>
                  <a:pt x="357" y="34"/>
                </a:lnTo>
                <a:lnTo>
                  <a:pt x="355" y="42"/>
                </a:lnTo>
                <a:lnTo>
                  <a:pt x="355" y="42"/>
                </a:lnTo>
                <a:lnTo>
                  <a:pt x="357" y="51"/>
                </a:lnTo>
                <a:lnTo>
                  <a:pt x="359" y="58"/>
                </a:lnTo>
                <a:lnTo>
                  <a:pt x="363" y="66"/>
                </a:lnTo>
                <a:lnTo>
                  <a:pt x="368" y="71"/>
                </a:lnTo>
                <a:lnTo>
                  <a:pt x="374" y="77"/>
                </a:lnTo>
                <a:lnTo>
                  <a:pt x="381" y="81"/>
                </a:lnTo>
                <a:lnTo>
                  <a:pt x="388" y="82"/>
                </a:lnTo>
                <a:lnTo>
                  <a:pt x="397" y="83"/>
                </a:lnTo>
                <a:lnTo>
                  <a:pt x="397" y="83"/>
                </a:lnTo>
                <a:close/>
                <a:moveTo>
                  <a:pt x="348" y="270"/>
                </a:moveTo>
                <a:lnTo>
                  <a:pt x="289" y="223"/>
                </a:lnTo>
                <a:lnTo>
                  <a:pt x="354" y="152"/>
                </a:lnTo>
                <a:lnTo>
                  <a:pt x="398" y="208"/>
                </a:lnTo>
                <a:lnTo>
                  <a:pt x="398" y="208"/>
                </a:lnTo>
                <a:lnTo>
                  <a:pt x="404" y="215"/>
                </a:lnTo>
                <a:lnTo>
                  <a:pt x="411" y="218"/>
                </a:lnTo>
                <a:lnTo>
                  <a:pt x="418" y="218"/>
                </a:lnTo>
                <a:lnTo>
                  <a:pt x="426" y="217"/>
                </a:lnTo>
                <a:lnTo>
                  <a:pt x="510" y="187"/>
                </a:lnTo>
                <a:lnTo>
                  <a:pt x="510" y="187"/>
                </a:lnTo>
                <a:lnTo>
                  <a:pt x="514" y="186"/>
                </a:lnTo>
                <a:lnTo>
                  <a:pt x="518" y="183"/>
                </a:lnTo>
                <a:lnTo>
                  <a:pt x="522" y="179"/>
                </a:lnTo>
                <a:lnTo>
                  <a:pt x="523" y="175"/>
                </a:lnTo>
                <a:lnTo>
                  <a:pt x="525" y="170"/>
                </a:lnTo>
                <a:lnTo>
                  <a:pt x="525" y="167"/>
                </a:lnTo>
                <a:lnTo>
                  <a:pt x="525" y="162"/>
                </a:lnTo>
                <a:lnTo>
                  <a:pt x="524" y="158"/>
                </a:lnTo>
                <a:lnTo>
                  <a:pt x="524" y="158"/>
                </a:lnTo>
                <a:lnTo>
                  <a:pt x="523" y="153"/>
                </a:lnTo>
                <a:lnTo>
                  <a:pt x="519" y="149"/>
                </a:lnTo>
                <a:lnTo>
                  <a:pt x="517" y="146"/>
                </a:lnTo>
                <a:lnTo>
                  <a:pt x="513" y="144"/>
                </a:lnTo>
                <a:lnTo>
                  <a:pt x="508" y="143"/>
                </a:lnTo>
                <a:lnTo>
                  <a:pt x="504" y="141"/>
                </a:lnTo>
                <a:lnTo>
                  <a:pt x="499" y="141"/>
                </a:lnTo>
                <a:lnTo>
                  <a:pt x="494" y="143"/>
                </a:lnTo>
                <a:lnTo>
                  <a:pt x="426" y="168"/>
                </a:lnTo>
                <a:lnTo>
                  <a:pt x="368" y="94"/>
                </a:lnTo>
                <a:lnTo>
                  <a:pt x="368" y="94"/>
                </a:lnTo>
                <a:lnTo>
                  <a:pt x="364" y="87"/>
                </a:lnTo>
                <a:lnTo>
                  <a:pt x="359" y="82"/>
                </a:lnTo>
                <a:lnTo>
                  <a:pt x="358" y="80"/>
                </a:lnTo>
                <a:lnTo>
                  <a:pt x="357" y="80"/>
                </a:lnTo>
                <a:lnTo>
                  <a:pt x="357" y="80"/>
                </a:lnTo>
                <a:lnTo>
                  <a:pt x="350" y="76"/>
                </a:lnTo>
                <a:lnTo>
                  <a:pt x="343" y="73"/>
                </a:lnTo>
                <a:lnTo>
                  <a:pt x="335" y="72"/>
                </a:lnTo>
                <a:lnTo>
                  <a:pt x="328" y="72"/>
                </a:lnTo>
                <a:lnTo>
                  <a:pt x="320" y="73"/>
                </a:lnTo>
                <a:lnTo>
                  <a:pt x="314" y="76"/>
                </a:lnTo>
                <a:lnTo>
                  <a:pt x="306" y="80"/>
                </a:lnTo>
                <a:lnTo>
                  <a:pt x="301" y="85"/>
                </a:lnTo>
                <a:lnTo>
                  <a:pt x="212" y="184"/>
                </a:lnTo>
                <a:lnTo>
                  <a:pt x="212" y="184"/>
                </a:lnTo>
                <a:lnTo>
                  <a:pt x="207" y="192"/>
                </a:lnTo>
                <a:lnTo>
                  <a:pt x="203" y="199"/>
                </a:lnTo>
                <a:lnTo>
                  <a:pt x="202" y="207"/>
                </a:lnTo>
                <a:lnTo>
                  <a:pt x="202" y="215"/>
                </a:lnTo>
                <a:lnTo>
                  <a:pt x="203" y="222"/>
                </a:lnTo>
                <a:lnTo>
                  <a:pt x="205" y="230"/>
                </a:lnTo>
                <a:lnTo>
                  <a:pt x="209" y="237"/>
                </a:lnTo>
                <a:lnTo>
                  <a:pt x="216" y="243"/>
                </a:lnTo>
                <a:lnTo>
                  <a:pt x="297" y="298"/>
                </a:lnTo>
                <a:lnTo>
                  <a:pt x="260" y="412"/>
                </a:lnTo>
                <a:lnTo>
                  <a:pt x="260" y="412"/>
                </a:lnTo>
                <a:lnTo>
                  <a:pt x="260" y="412"/>
                </a:lnTo>
                <a:lnTo>
                  <a:pt x="260" y="419"/>
                </a:lnTo>
                <a:lnTo>
                  <a:pt x="261" y="426"/>
                </a:lnTo>
                <a:lnTo>
                  <a:pt x="263" y="432"/>
                </a:lnTo>
                <a:lnTo>
                  <a:pt x="268" y="438"/>
                </a:lnTo>
                <a:lnTo>
                  <a:pt x="296" y="463"/>
                </a:lnTo>
                <a:lnTo>
                  <a:pt x="296" y="463"/>
                </a:lnTo>
                <a:lnTo>
                  <a:pt x="301" y="465"/>
                </a:lnTo>
                <a:lnTo>
                  <a:pt x="306" y="468"/>
                </a:lnTo>
                <a:lnTo>
                  <a:pt x="311" y="469"/>
                </a:lnTo>
                <a:lnTo>
                  <a:pt x="316" y="469"/>
                </a:lnTo>
                <a:lnTo>
                  <a:pt x="321" y="469"/>
                </a:lnTo>
                <a:lnTo>
                  <a:pt x="326" y="466"/>
                </a:lnTo>
                <a:lnTo>
                  <a:pt x="331" y="464"/>
                </a:lnTo>
                <a:lnTo>
                  <a:pt x="335" y="460"/>
                </a:lnTo>
                <a:lnTo>
                  <a:pt x="335" y="460"/>
                </a:lnTo>
                <a:lnTo>
                  <a:pt x="338" y="456"/>
                </a:lnTo>
                <a:lnTo>
                  <a:pt x="340" y="451"/>
                </a:lnTo>
                <a:lnTo>
                  <a:pt x="342" y="446"/>
                </a:lnTo>
                <a:lnTo>
                  <a:pt x="342" y="441"/>
                </a:lnTo>
                <a:lnTo>
                  <a:pt x="342" y="435"/>
                </a:lnTo>
                <a:lnTo>
                  <a:pt x="339" y="431"/>
                </a:lnTo>
                <a:lnTo>
                  <a:pt x="336" y="426"/>
                </a:lnTo>
                <a:lnTo>
                  <a:pt x="333" y="422"/>
                </a:lnTo>
                <a:lnTo>
                  <a:pt x="318" y="409"/>
                </a:lnTo>
                <a:lnTo>
                  <a:pt x="355" y="300"/>
                </a:lnTo>
                <a:lnTo>
                  <a:pt x="355" y="300"/>
                </a:lnTo>
                <a:lnTo>
                  <a:pt x="355" y="298"/>
                </a:lnTo>
                <a:lnTo>
                  <a:pt x="355" y="298"/>
                </a:lnTo>
                <a:lnTo>
                  <a:pt x="355" y="298"/>
                </a:lnTo>
                <a:lnTo>
                  <a:pt x="357" y="290"/>
                </a:lnTo>
                <a:lnTo>
                  <a:pt x="355" y="283"/>
                </a:lnTo>
                <a:lnTo>
                  <a:pt x="353" y="276"/>
                </a:lnTo>
                <a:lnTo>
                  <a:pt x="348" y="270"/>
                </a:lnTo>
                <a:lnTo>
                  <a:pt x="348" y="270"/>
                </a:lnTo>
                <a:close/>
                <a:moveTo>
                  <a:pt x="124" y="236"/>
                </a:moveTo>
                <a:lnTo>
                  <a:pt x="124" y="236"/>
                </a:lnTo>
                <a:lnTo>
                  <a:pt x="111" y="237"/>
                </a:lnTo>
                <a:lnTo>
                  <a:pt x="98" y="238"/>
                </a:lnTo>
                <a:lnTo>
                  <a:pt x="87" y="242"/>
                </a:lnTo>
                <a:lnTo>
                  <a:pt x="76" y="246"/>
                </a:lnTo>
                <a:lnTo>
                  <a:pt x="64" y="251"/>
                </a:lnTo>
                <a:lnTo>
                  <a:pt x="54" y="257"/>
                </a:lnTo>
                <a:lnTo>
                  <a:pt x="46" y="265"/>
                </a:lnTo>
                <a:lnTo>
                  <a:pt x="37" y="272"/>
                </a:lnTo>
                <a:lnTo>
                  <a:pt x="29" y="281"/>
                </a:lnTo>
                <a:lnTo>
                  <a:pt x="22" y="290"/>
                </a:lnTo>
                <a:lnTo>
                  <a:pt x="15" y="300"/>
                </a:lnTo>
                <a:lnTo>
                  <a:pt x="10" y="312"/>
                </a:lnTo>
                <a:lnTo>
                  <a:pt x="6" y="323"/>
                </a:lnTo>
                <a:lnTo>
                  <a:pt x="3" y="334"/>
                </a:lnTo>
                <a:lnTo>
                  <a:pt x="1" y="347"/>
                </a:lnTo>
                <a:lnTo>
                  <a:pt x="0" y="359"/>
                </a:lnTo>
                <a:lnTo>
                  <a:pt x="0" y="359"/>
                </a:lnTo>
                <a:lnTo>
                  <a:pt x="1" y="372"/>
                </a:lnTo>
                <a:lnTo>
                  <a:pt x="3" y="385"/>
                </a:lnTo>
                <a:lnTo>
                  <a:pt x="6" y="396"/>
                </a:lnTo>
                <a:lnTo>
                  <a:pt x="10" y="407"/>
                </a:lnTo>
                <a:lnTo>
                  <a:pt x="15" y="419"/>
                </a:lnTo>
                <a:lnTo>
                  <a:pt x="22" y="429"/>
                </a:lnTo>
                <a:lnTo>
                  <a:pt x="29" y="438"/>
                </a:lnTo>
                <a:lnTo>
                  <a:pt x="37" y="446"/>
                </a:lnTo>
                <a:lnTo>
                  <a:pt x="46" y="454"/>
                </a:lnTo>
                <a:lnTo>
                  <a:pt x="54" y="461"/>
                </a:lnTo>
                <a:lnTo>
                  <a:pt x="64" y="468"/>
                </a:lnTo>
                <a:lnTo>
                  <a:pt x="76" y="473"/>
                </a:lnTo>
                <a:lnTo>
                  <a:pt x="87" y="477"/>
                </a:lnTo>
                <a:lnTo>
                  <a:pt x="98" y="480"/>
                </a:lnTo>
                <a:lnTo>
                  <a:pt x="111" y="482"/>
                </a:lnTo>
                <a:lnTo>
                  <a:pt x="124" y="483"/>
                </a:lnTo>
                <a:lnTo>
                  <a:pt x="124" y="483"/>
                </a:lnTo>
                <a:lnTo>
                  <a:pt x="136" y="482"/>
                </a:lnTo>
                <a:lnTo>
                  <a:pt x="149" y="480"/>
                </a:lnTo>
                <a:lnTo>
                  <a:pt x="160" y="477"/>
                </a:lnTo>
                <a:lnTo>
                  <a:pt x="171" y="473"/>
                </a:lnTo>
                <a:lnTo>
                  <a:pt x="183" y="468"/>
                </a:lnTo>
                <a:lnTo>
                  <a:pt x="193" y="461"/>
                </a:lnTo>
                <a:lnTo>
                  <a:pt x="202" y="454"/>
                </a:lnTo>
                <a:lnTo>
                  <a:pt x="211" y="446"/>
                </a:lnTo>
                <a:lnTo>
                  <a:pt x="218" y="438"/>
                </a:lnTo>
                <a:lnTo>
                  <a:pt x="226" y="429"/>
                </a:lnTo>
                <a:lnTo>
                  <a:pt x="232" y="419"/>
                </a:lnTo>
                <a:lnTo>
                  <a:pt x="237" y="407"/>
                </a:lnTo>
                <a:lnTo>
                  <a:pt x="241" y="396"/>
                </a:lnTo>
                <a:lnTo>
                  <a:pt x="245" y="385"/>
                </a:lnTo>
                <a:lnTo>
                  <a:pt x="246" y="372"/>
                </a:lnTo>
                <a:lnTo>
                  <a:pt x="247" y="359"/>
                </a:lnTo>
                <a:lnTo>
                  <a:pt x="247" y="359"/>
                </a:lnTo>
                <a:lnTo>
                  <a:pt x="246" y="347"/>
                </a:lnTo>
                <a:lnTo>
                  <a:pt x="245" y="334"/>
                </a:lnTo>
                <a:lnTo>
                  <a:pt x="241" y="323"/>
                </a:lnTo>
                <a:lnTo>
                  <a:pt x="237" y="312"/>
                </a:lnTo>
                <a:lnTo>
                  <a:pt x="232" y="300"/>
                </a:lnTo>
                <a:lnTo>
                  <a:pt x="226" y="290"/>
                </a:lnTo>
                <a:lnTo>
                  <a:pt x="218" y="281"/>
                </a:lnTo>
                <a:lnTo>
                  <a:pt x="211" y="272"/>
                </a:lnTo>
                <a:lnTo>
                  <a:pt x="202" y="265"/>
                </a:lnTo>
                <a:lnTo>
                  <a:pt x="193" y="257"/>
                </a:lnTo>
                <a:lnTo>
                  <a:pt x="183" y="251"/>
                </a:lnTo>
                <a:lnTo>
                  <a:pt x="171" y="246"/>
                </a:lnTo>
                <a:lnTo>
                  <a:pt x="160" y="242"/>
                </a:lnTo>
                <a:lnTo>
                  <a:pt x="149" y="238"/>
                </a:lnTo>
                <a:lnTo>
                  <a:pt x="136" y="237"/>
                </a:lnTo>
                <a:lnTo>
                  <a:pt x="124" y="236"/>
                </a:lnTo>
                <a:lnTo>
                  <a:pt x="124" y="236"/>
                </a:lnTo>
                <a:close/>
                <a:moveTo>
                  <a:pt x="124" y="454"/>
                </a:moveTo>
                <a:lnTo>
                  <a:pt x="124" y="454"/>
                </a:lnTo>
                <a:lnTo>
                  <a:pt x="114" y="453"/>
                </a:lnTo>
                <a:lnTo>
                  <a:pt x="105" y="451"/>
                </a:lnTo>
                <a:lnTo>
                  <a:pt x="96" y="449"/>
                </a:lnTo>
                <a:lnTo>
                  <a:pt x="87" y="446"/>
                </a:lnTo>
                <a:lnTo>
                  <a:pt x="78" y="443"/>
                </a:lnTo>
                <a:lnTo>
                  <a:pt x="71" y="438"/>
                </a:lnTo>
                <a:lnTo>
                  <a:pt x="64" y="431"/>
                </a:lnTo>
                <a:lnTo>
                  <a:pt x="57" y="426"/>
                </a:lnTo>
                <a:lnTo>
                  <a:pt x="51" y="419"/>
                </a:lnTo>
                <a:lnTo>
                  <a:pt x="46" y="412"/>
                </a:lnTo>
                <a:lnTo>
                  <a:pt x="40" y="404"/>
                </a:lnTo>
                <a:lnTo>
                  <a:pt x="37" y="396"/>
                </a:lnTo>
                <a:lnTo>
                  <a:pt x="34" y="387"/>
                </a:lnTo>
                <a:lnTo>
                  <a:pt x="32" y="378"/>
                </a:lnTo>
                <a:lnTo>
                  <a:pt x="30" y="369"/>
                </a:lnTo>
                <a:lnTo>
                  <a:pt x="29" y="359"/>
                </a:lnTo>
                <a:lnTo>
                  <a:pt x="29" y="359"/>
                </a:lnTo>
                <a:lnTo>
                  <a:pt x="30" y="349"/>
                </a:lnTo>
                <a:lnTo>
                  <a:pt x="32" y="341"/>
                </a:lnTo>
                <a:lnTo>
                  <a:pt x="34" y="332"/>
                </a:lnTo>
                <a:lnTo>
                  <a:pt x="37" y="323"/>
                </a:lnTo>
                <a:lnTo>
                  <a:pt x="40" y="314"/>
                </a:lnTo>
                <a:lnTo>
                  <a:pt x="46" y="306"/>
                </a:lnTo>
                <a:lnTo>
                  <a:pt x="51" y="300"/>
                </a:lnTo>
                <a:lnTo>
                  <a:pt x="57" y="293"/>
                </a:lnTo>
                <a:lnTo>
                  <a:pt x="64" y="286"/>
                </a:lnTo>
                <a:lnTo>
                  <a:pt x="71" y="281"/>
                </a:lnTo>
                <a:lnTo>
                  <a:pt x="78" y="276"/>
                </a:lnTo>
                <a:lnTo>
                  <a:pt x="87" y="272"/>
                </a:lnTo>
                <a:lnTo>
                  <a:pt x="96" y="270"/>
                </a:lnTo>
                <a:lnTo>
                  <a:pt x="105" y="267"/>
                </a:lnTo>
                <a:lnTo>
                  <a:pt x="114" y="266"/>
                </a:lnTo>
                <a:lnTo>
                  <a:pt x="124" y="265"/>
                </a:lnTo>
                <a:lnTo>
                  <a:pt x="124" y="265"/>
                </a:lnTo>
                <a:lnTo>
                  <a:pt x="134" y="266"/>
                </a:lnTo>
                <a:lnTo>
                  <a:pt x="142" y="267"/>
                </a:lnTo>
                <a:lnTo>
                  <a:pt x="151" y="270"/>
                </a:lnTo>
                <a:lnTo>
                  <a:pt x="160" y="272"/>
                </a:lnTo>
                <a:lnTo>
                  <a:pt x="169" y="276"/>
                </a:lnTo>
                <a:lnTo>
                  <a:pt x="177" y="281"/>
                </a:lnTo>
                <a:lnTo>
                  <a:pt x="183" y="286"/>
                </a:lnTo>
                <a:lnTo>
                  <a:pt x="190" y="293"/>
                </a:lnTo>
                <a:lnTo>
                  <a:pt x="197" y="300"/>
                </a:lnTo>
                <a:lnTo>
                  <a:pt x="202" y="306"/>
                </a:lnTo>
                <a:lnTo>
                  <a:pt x="207" y="314"/>
                </a:lnTo>
                <a:lnTo>
                  <a:pt x="211" y="323"/>
                </a:lnTo>
                <a:lnTo>
                  <a:pt x="213" y="332"/>
                </a:lnTo>
                <a:lnTo>
                  <a:pt x="216" y="341"/>
                </a:lnTo>
                <a:lnTo>
                  <a:pt x="217" y="349"/>
                </a:lnTo>
                <a:lnTo>
                  <a:pt x="218" y="359"/>
                </a:lnTo>
                <a:lnTo>
                  <a:pt x="218" y="359"/>
                </a:lnTo>
                <a:lnTo>
                  <a:pt x="217" y="369"/>
                </a:lnTo>
                <a:lnTo>
                  <a:pt x="216" y="378"/>
                </a:lnTo>
                <a:lnTo>
                  <a:pt x="213" y="387"/>
                </a:lnTo>
                <a:lnTo>
                  <a:pt x="211" y="396"/>
                </a:lnTo>
                <a:lnTo>
                  <a:pt x="207" y="404"/>
                </a:lnTo>
                <a:lnTo>
                  <a:pt x="202" y="412"/>
                </a:lnTo>
                <a:lnTo>
                  <a:pt x="197" y="419"/>
                </a:lnTo>
                <a:lnTo>
                  <a:pt x="190" y="426"/>
                </a:lnTo>
                <a:lnTo>
                  <a:pt x="183" y="431"/>
                </a:lnTo>
                <a:lnTo>
                  <a:pt x="177" y="438"/>
                </a:lnTo>
                <a:lnTo>
                  <a:pt x="169" y="443"/>
                </a:lnTo>
                <a:lnTo>
                  <a:pt x="160" y="446"/>
                </a:lnTo>
                <a:lnTo>
                  <a:pt x="151" y="449"/>
                </a:lnTo>
                <a:lnTo>
                  <a:pt x="142" y="451"/>
                </a:lnTo>
                <a:lnTo>
                  <a:pt x="134" y="453"/>
                </a:lnTo>
                <a:lnTo>
                  <a:pt x="124" y="454"/>
                </a:lnTo>
                <a:lnTo>
                  <a:pt x="124" y="454"/>
                </a:lnTo>
                <a:close/>
                <a:moveTo>
                  <a:pt x="496" y="236"/>
                </a:moveTo>
                <a:lnTo>
                  <a:pt x="496" y="236"/>
                </a:lnTo>
                <a:lnTo>
                  <a:pt x="484" y="237"/>
                </a:lnTo>
                <a:lnTo>
                  <a:pt x="471" y="238"/>
                </a:lnTo>
                <a:lnTo>
                  <a:pt x="460" y="242"/>
                </a:lnTo>
                <a:lnTo>
                  <a:pt x="449" y="246"/>
                </a:lnTo>
                <a:lnTo>
                  <a:pt x="437" y="251"/>
                </a:lnTo>
                <a:lnTo>
                  <a:pt x="427" y="257"/>
                </a:lnTo>
                <a:lnTo>
                  <a:pt x="418" y="265"/>
                </a:lnTo>
                <a:lnTo>
                  <a:pt x="410" y="272"/>
                </a:lnTo>
                <a:lnTo>
                  <a:pt x="401" y="281"/>
                </a:lnTo>
                <a:lnTo>
                  <a:pt x="394" y="290"/>
                </a:lnTo>
                <a:lnTo>
                  <a:pt x="388" y="300"/>
                </a:lnTo>
                <a:lnTo>
                  <a:pt x="383" y="312"/>
                </a:lnTo>
                <a:lnTo>
                  <a:pt x="378" y="323"/>
                </a:lnTo>
                <a:lnTo>
                  <a:pt x="376" y="334"/>
                </a:lnTo>
                <a:lnTo>
                  <a:pt x="374" y="347"/>
                </a:lnTo>
                <a:lnTo>
                  <a:pt x="373" y="359"/>
                </a:lnTo>
                <a:lnTo>
                  <a:pt x="373" y="359"/>
                </a:lnTo>
                <a:lnTo>
                  <a:pt x="374" y="372"/>
                </a:lnTo>
                <a:lnTo>
                  <a:pt x="376" y="385"/>
                </a:lnTo>
                <a:lnTo>
                  <a:pt x="378" y="396"/>
                </a:lnTo>
                <a:lnTo>
                  <a:pt x="383" y="407"/>
                </a:lnTo>
                <a:lnTo>
                  <a:pt x="388" y="419"/>
                </a:lnTo>
                <a:lnTo>
                  <a:pt x="394" y="429"/>
                </a:lnTo>
                <a:lnTo>
                  <a:pt x="401" y="438"/>
                </a:lnTo>
                <a:lnTo>
                  <a:pt x="410" y="446"/>
                </a:lnTo>
                <a:lnTo>
                  <a:pt x="418" y="454"/>
                </a:lnTo>
                <a:lnTo>
                  <a:pt x="427" y="461"/>
                </a:lnTo>
                <a:lnTo>
                  <a:pt x="437" y="468"/>
                </a:lnTo>
                <a:lnTo>
                  <a:pt x="449" y="473"/>
                </a:lnTo>
                <a:lnTo>
                  <a:pt x="460" y="477"/>
                </a:lnTo>
                <a:lnTo>
                  <a:pt x="471" y="480"/>
                </a:lnTo>
                <a:lnTo>
                  <a:pt x="484" y="482"/>
                </a:lnTo>
                <a:lnTo>
                  <a:pt x="496" y="483"/>
                </a:lnTo>
                <a:lnTo>
                  <a:pt x="496" y="483"/>
                </a:lnTo>
                <a:lnTo>
                  <a:pt x="509" y="482"/>
                </a:lnTo>
                <a:lnTo>
                  <a:pt x="522" y="480"/>
                </a:lnTo>
                <a:lnTo>
                  <a:pt x="533" y="477"/>
                </a:lnTo>
                <a:lnTo>
                  <a:pt x="544" y="473"/>
                </a:lnTo>
                <a:lnTo>
                  <a:pt x="554" y="468"/>
                </a:lnTo>
                <a:lnTo>
                  <a:pt x="566" y="461"/>
                </a:lnTo>
                <a:lnTo>
                  <a:pt x="575" y="454"/>
                </a:lnTo>
                <a:lnTo>
                  <a:pt x="583" y="446"/>
                </a:lnTo>
                <a:lnTo>
                  <a:pt x="591" y="438"/>
                </a:lnTo>
                <a:lnTo>
                  <a:pt x="598" y="429"/>
                </a:lnTo>
                <a:lnTo>
                  <a:pt x="605" y="419"/>
                </a:lnTo>
                <a:lnTo>
                  <a:pt x="610" y="407"/>
                </a:lnTo>
                <a:lnTo>
                  <a:pt x="614" y="396"/>
                </a:lnTo>
                <a:lnTo>
                  <a:pt x="617" y="385"/>
                </a:lnTo>
                <a:lnTo>
                  <a:pt x="619" y="372"/>
                </a:lnTo>
                <a:lnTo>
                  <a:pt x="620" y="359"/>
                </a:lnTo>
                <a:lnTo>
                  <a:pt x="620" y="359"/>
                </a:lnTo>
                <a:lnTo>
                  <a:pt x="619" y="347"/>
                </a:lnTo>
                <a:lnTo>
                  <a:pt x="617" y="334"/>
                </a:lnTo>
                <a:lnTo>
                  <a:pt x="614" y="323"/>
                </a:lnTo>
                <a:lnTo>
                  <a:pt x="610" y="312"/>
                </a:lnTo>
                <a:lnTo>
                  <a:pt x="605" y="300"/>
                </a:lnTo>
                <a:lnTo>
                  <a:pt x="598" y="290"/>
                </a:lnTo>
                <a:lnTo>
                  <a:pt x="591" y="281"/>
                </a:lnTo>
                <a:lnTo>
                  <a:pt x="583" y="272"/>
                </a:lnTo>
                <a:lnTo>
                  <a:pt x="575" y="265"/>
                </a:lnTo>
                <a:lnTo>
                  <a:pt x="566" y="257"/>
                </a:lnTo>
                <a:lnTo>
                  <a:pt x="554" y="251"/>
                </a:lnTo>
                <a:lnTo>
                  <a:pt x="544" y="246"/>
                </a:lnTo>
                <a:lnTo>
                  <a:pt x="533" y="242"/>
                </a:lnTo>
                <a:lnTo>
                  <a:pt x="522" y="238"/>
                </a:lnTo>
                <a:lnTo>
                  <a:pt x="509" y="237"/>
                </a:lnTo>
                <a:lnTo>
                  <a:pt x="496" y="236"/>
                </a:lnTo>
                <a:lnTo>
                  <a:pt x="496" y="236"/>
                </a:lnTo>
                <a:close/>
                <a:moveTo>
                  <a:pt x="496" y="454"/>
                </a:moveTo>
                <a:lnTo>
                  <a:pt x="496" y="454"/>
                </a:lnTo>
                <a:lnTo>
                  <a:pt x="486" y="453"/>
                </a:lnTo>
                <a:lnTo>
                  <a:pt x="478" y="451"/>
                </a:lnTo>
                <a:lnTo>
                  <a:pt x="469" y="449"/>
                </a:lnTo>
                <a:lnTo>
                  <a:pt x="460" y="446"/>
                </a:lnTo>
                <a:lnTo>
                  <a:pt x="451" y="443"/>
                </a:lnTo>
                <a:lnTo>
                  <a:pt x="444" y="438"/>
                </a:lnTo>
                <a:lnTo>
                  <a:pt x="436" y="431"/>
                </a:lnTo>
                <a:lnTo>
                  <a:pt x="430" y="426"/>
                </a:lnTo>
                <a:lnTo>
                  <a:pt x="423" y="419"/>
                </a:lnTo>
                <a:lnTo>
                  <a:pt x="418" y="412"/>
                </a:lnTo>
                <a:lnTo>
                  <a:pt x="413" y="404"/>
                </a:lnTo>
                <a:lnTo>
                  <a:pt x="410" y="396"/>
                </a:lnTo>
                <a:lnTo>
                  <a:pt x="407" y="387"/>
                </a:lnTo>
                <a:lnTo>
                  <a:pt x="404" y="378"/>
                </a:lnTo>
                <a:lnTo>
                  <a:pt x="403" y="369"/>
                </a:lnTo>
                <a:lnTo>
                  <a:pt x="402" y="359"/>
                </a:lnTo>
                <a:lnTo>
                  <a:pt x="402" y="359"/>
                </a:lnTo>
                <a:lnTo>
                  <a:pt x="403" y="349"/>
                </a:lnTo>
                <a:lnTo>
                  <a:pt x="404" y="341"/>
                </a:lnTo>
                <a:lnTo>
                  <a:pt x="407" y="332"/>
                </a:lnTo>
                <a:lnTo>
                  <a:pt x="410" y="323"/>
                </a:lnTo>
                <a:lnTo>
                  <a:pt x="413" y="314"/>
                </a:lnTo>
                <a:lnTo>
                  <a:pt x="418" y="306"/>
                </a:lnTo>
                <a:lnTo>
                  <a:pt x="423" y="300"/>
                </a:lnTo>
                <a:lnTo>
                  <a:pt x="430" y="293"/>
                </a:lnTo>
                <a:lnTo>
                  <a:pt x="436" y="286"/>
                </a:lnTo>
                <a:lnTo>
                  <a:pt x="444" y="281"/>
                </a:lnTo>
                <a:lnTo>
                  <a:pt x="451" y="276"/>
                </a:lnTo>
                <a:lnTo>
                  <a:pt x="460" y="272"/>
                </a:lnTo>
                <a:lnTo>
                  <a:pt x="469" y="270"/>
                </a:lnTo>
                <a:lnTo>
                  <a:pt x="478" y="267"/>
                </a:lnTo>
                <a:lnTo>
                  <a:pt x="486" y="266"/>
                </a:lnTo>
                <a:lnTo>
                  <a:pt x="496" y="265"/>
                </a:lnTo>
                <a:lnTo>
                  <a:pt x="496" y="265"/>
                </a:lnTo>
                <a:lnTo>
                  <a:pt x="505" y="266"/>
                </a:lnTo>
                <a:lnTo>
                  <a:pt x="515" y="267"/>
                </a:lnTo>
                <a:lnTo>
                  <a:pt x="524" y="270"/>
                </a:lnTo>
                <a:lnTo>
                  <a:pt x="533" y="272"/>
                </a:lnTo>
                <a:lnTo>
                  <a:pt x="541" y="276"/>
                </a:lnTo>
                <a:lnTo>
                  <a:pt x="549" y="281"/>
                </a:lnTo>
                <a:lnTo>
                  <a:pt x="556" y="286"/>
                </a:lnTo>
                <a:lnTo>
                  <a:pt x="563" y="293"/>
                </a:lnTo>
                <a:lnTo>
                  <a:pt x="568" y="300"/>
                </a:lnTo>
                <a:lnTo>
                  <a:pt x="575" y="306"/>
                </a:lnTo>
                <a:lnTo>
                  <a:pt x="578" y="314"/>
                </a:lnTo>
                <a:lnTo>
                  <a:pt x="583" y="323"/>
                </a:lnTo>
                <a:lnTo>
                  <a:pt x="586" y="332"/>
                </a:lnTo>
                <a:lnTo>
                  <a:pt x="588" y="341"/>
                </a:lnTo>
                <a:lnTo>
                  <a:pt x="590" y="349"/>
                </a:lnTo>
                <a:lnTo>
                  <a:pt x="590" y="359"/>
                </a:lnTo>
                <a:lnTo>
                  <a:pt x="590" y="359"/>
                </a:lnTo>
                <a:lnTo>
                  <a:pt x="590" y="369"/>
                </a:lnTo>
                <a:lnTo>
                  <a:pt x="588" y="378"/>
                </a:lnTo>
                <a:lnTo>
                  <a:pt x="586" y="387"/>
                </a:lnTo>
                <a:lnTo>
                  <a:pt x="583" y="396"/>
                </a:lnTo>
                <a:lnTo>
                  <a:pt x="578" y="404"/>
                </a:lnTo>
                <a:lnTo>
                  <a:pt x="575" y="412"/>
                </a:lnTo>
                <a:lnTo>
                  <a:pt x="568" y="419"/>
                </a:lnTo>
                <a:lnTo>
                  <a:pt x="563" y="426"/>
                </a:lnTo>
                <a:lnTo>
                  <a:pt x="556" y="431"/>
                </a:lnTo>
                <a:lnTo>
                  <a:pt x="549" y="438"/>
                </a:lnTo>
                <a:lnTo>
                  <a:pt x="541" y="443"/>
                </a:lnTo>
                <a:lnTo>
                  <a:pt x="533" y="446"/>
                </a:lnTo>
                <a:lnTo>
                  <a:pt x="524" y="449"/>
                </a:lnTo>
                <a:lnTo>
                  <a:pt x="515" y="451"/>
                </a:lnTo>
                <a:lnTo>
                  <a:pt x="505" y="453"/>
                </a:lnTo>
                <a:lnTo>
                  <a:pt x="496" y="454"/>
                </a:lnTo>
                <a:lnTo>
                  <a:pt x="496" y="454"/>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7" name="Freeform 12"/>
          <p:cNvSpPr>
            <a:spLocks/>
          </p:cNvSpPr>
          <p:nvPr/>
        </p:nvSpPr>
        <p:spPr bwMode="auto">
          <a:xfrm>
            <a:off x="10926906" y="4422334"/>
            <a:ext cx="1113442" cy="921335"/>
          </a:xfrm>
          <a:custGeom>
            <a:avLst/>
            <a:gdLst>
              <a:gd name="T0" fmla="*/ 527 w 851"/>
              <a:gd name="T1" fmla="*/ 282 h 706"/>
              <a:gd name="T2" fmla="*/ 307 w 851"/>
              <a:gd name="T3" fmla="*/ 0 h 706"/>
              <a:gd name="T4" fmla="*/ 246 w 851"/>
              <a:gd name="T5" fmla="*/ 0 h 706"/>
              <a:gd name="T6" fmla="*/ 358 w 851"/>
              <a:gd name="T7" fmla="*/ 297 h 706"/>
              <a:gd name="T8" fmla="*/ 127 w 851"/>
              <a:gd name="T9" fmla="*/ 317 h 706"/>
              <a:gd name="T10" fmla="*/ 41 w 851"/>
              <a:gd name="T11" fmla="*/ 231 h 706"/>
              <a:gd name="T12" fmla="*/ 0 w 851"/>
              <a:gd name="T13" fmla="*/ 231 h 706"/>
              <a:gd name="T14" fmla="*/ 36 w 851"/>
              <a:gd name="T15" fmla="*/ 353 h 706"/>
              <a:gd name="T16" fmla="*/ 0 w 851"/>
              <a:gd name="T17" fmla="*/ 474 h 706"/>
              <a:gd name="T18" fmla="*/ 41 w 851"/>
              <a:gd name="T19" fmla="*/ 474 h 706"/>
              <a:gd name="T20" fmla="*/ 127 w 851"/>
              <a:gd name="T21" fmla="*/ 390 h 706"/>
              <a:gd name="T22" fmla="*/ 358 w 851"/>
              <a:gd name="T23" fmla="*/ 409 h 706"/>
              <a:gd name="T24" fmla="*/ 246 w 851"/>
              <a:gd name="T25" fmla="*/ 706 h 706"/>
              <a:gd name="T26" fmla="*/ 307 w 851"/>
              <a:gd name="T27" fmla="*/ 706 h 706"/>
              <a:gd name="T28" fmla="*/ 527 w 851"/>
              <a:gd name="T29" fmla="*/ 425 h 706"/>
              <a:gd name="T30" fmla="*/ 527 w 851"/>
              <a:gd name="T31" fmla="*/ 425 h 706"/>
              <a:gd name="T32" fmla="*/ 571 w 851"/>
              <a:gd name="T33" fmla="*/ 425 h 706"/>
              <a:gd name="T34" fmla="*/ 610 w 851"/>
              <a:gd name="T35" fmla="*/ 423 h 706"/>
              <a:gd name="T36" fmla="*/ 646 w 851"/>
              <a:gd name="T37" fmla="*/ 420 h 706"/>
              <a:gd name="T38" fmla="*/ 680 w 851"/>
              <a:gd name="T39" fmla="*/ 416 h 706"/>
              <a:gd name="T40" fmla="*/ 709 w 851"/>
              <a:gd name="T41" fmla="*/ 411 h 706"/>
              <a:gd name="T42" fmla="*/ 736 w 851"/>
              <a:gd name="T43" fmla="*/ 405 h 706"/>
              <a:gd name="T44" fmla="*/ 760 w 851"/>
              <a:gd name="T45" fmla="*/ 398 h 706"/>
              <a:gd name="T46" fmla="*/ 780 w 851"/>
              <a:gd name="T47" fmla="*/ 391 h 706"/>
              <a:gd name="T48" fmla="*/ 798 w 851"/>
              <a:gd name="T49" fmla="*/ 384 h 706"/>
              <a:gd name="T50" fmla="*/ 812 w 851"/>
              <a:gd name="T51" fmla="*/ 377 h 706"/>
              <a:gd name="T52" fmla="*/ 834 w 851"/>
              <a:gd name="T53" fmla="*/ 366 h 706"/>
              <a:gd name="T54" fmla="*/ 847 w 851"/>
              <a:gd name="T55" fmla="*/ 356 h 706"/>
              <a:gd name="T56" fmla="*/ 851 w 851"/>
              <a:gd name="T57" fmla="*/ 353 h 706"/>
              <a:gd name="T58" fmla="*/ 851 w 851"/>
              <a:gd name="T59" fmla="*/ 353 h 706"/>
              <a:gd name="T60" fmla="*/ 847 w 851"/>
              <a:gd name="T61" fmla="*/ 350 h 706"/>
              <a:gd name="T62" fmla="*/ 834 w 851"/>
              <a:gd name="T63" fmla="*/ 341 h 706"/>
              <a:gd name="T64" fmla="*/ 812 w 851"/>
              <a:gd name="T65" fmla="*/ 328 h 706"/>
              <a:gd name="T66" fmla="*/ 798 w 851"/>
              <a:gd name="T67" fmla="*/ 321 h 706"/>
              <a:gd name="T68" fmla="*/ 780 w 851"/>
              <a:gd name="T69" fmla="*/ 314 h 706"/>
              <a:gd name="T70" fmla="*/ 760 w 851"/>
              <a:gd name="T71" fmla="*/ 307 h 706"/>
              <a:gd name="T72" fmla="*/ 736 w 851"/>
              <a:gd name="T73" fmla="*/ 301 h 706"/>
              <a:gd name="T74" fmla="*/ 709 w 851"/>
              <a:gd name="T75" fmla="*/ 294 h 706"/>
              <a:gd name="T76" fmla="*/ 680 w 851"/>
              <a:gd name="T77" fmla="*/ 290 h 706"/>
              <a:gd name="T78" fmla="*/ 646 w 851"/>
              <a:gd name="T79" fmla="*/ 286 h 706"/>
              <a:gd name="T80" fmla="*/ 610 w 851"/>
              <a:gd name="T81" fmla="*/ 283 h 706"/>
              <a:gd name="T82" fmla="*/ 571 w 851"/>
              <a:gd name="T83" fmla="*/ 282 h 706"/>
              <a:gd name="T84" fmla="*/ 527 w 851"/>
              <a:gd name="T85" fmla="*/ 282 h 706"/>
              <a:gd name="T86" fmla="*/ 527 w 851"/>
              <a:gd name="T87" fmla="*/ 282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51" h="706">
                <a:moveTo>
                  <a:pt x="527" y="282"/>
                </a:moveTo>
                <a:lnTo>
                  <a:pt x="307" y="0"/>
                </a:lnTo>
                <a:lnTo>
                  <a:pt x="246" y="0"/>
                </a:lnTo>
                <a:lnTo>
                  <a:pt x="358" y="297"/>
                </a:lnTo>
                <a:lnTo>
                  <a:pt x="127" y="317"/>
                </a:lnTo>
                <a:lnTo>
                  <a:pt x="41" y="231"/>
                </a:lnTo>
                <a:lnTo>
                  <a:pt x="0" y="231"/>
                </a:lnTo>
                <a:lnTo>
                  <a:pt x="36" y="353"/>
                </a:lnTo>
                <a:lnTo>
                  <a:pt x="0" y="474"/>
                </a:lnTo>
                <a:lnTo>
                  <a:pt x="41" y="474"/>
                </a:lnTo>
                <a:lnTo>
                  <a:pt x="127" y="390"/>
                </a:lnTo>
                <a:lnTo>
                  <a:pt x="358" y="409"/>
                </a:lnTo>
                <a:lnTo>
                  <a:pt x="246" y="706"/>
                </a:lnTo>
                <a:lnTo>
                  <a:pt x="307" y="706"/>
                </a:lnTo>
                <a:lnTo>
                  <a:pt x="527" y="425"/>
                </a:lnTo>
                <a:lnTo>
                  <a:pt x="527" y="425"/>
                </a:lnTo>
                <a:lnTo>
                  <a:pt x="571" y="425"/>
                </a:lnTo>
                <a:lnTo>
                  <a:pt x="610" y="423"/>
                </a:lnTo>
                <a:lnTo>
                  <a:pt x="646" y="420"/>
                </a:lnTo>
                <a:lnTo>
                  <a:pt x="680" y="416"/>
                </a:lnTo>
                <a:lnTo>
                  <a:pt x="709" y="411"/>
                </a:lnTo>
                <a:lnTo>
                  <a:pt x="736" y="405"/>
                </a:lnTo>
                <a:lnTo>
                  <a:pt x="760" y="398"/>
                </a:lnTo>
                <a:lnTo>
                  <a:pt x="780" y="391"/>
                </a:lnTo>
                <a:lnTo>
                  <a:pt x="798" y="384"/>
                </a:lnTo>
                <a:lnTo>
                  <a:pt x="812" y="377"/>
                </a:lnTo>
                <a:lnTo>
                  <a:pt x="834" y="366"/>
                </a:lnTo>
                <a:lnTo>
                  <a:pt x="847" y="356"/>
                </a:lnTo>
                <a:lnTo>
                  <a:pt x="851" y="353"/>
                </a:lnTo>
                <a:lnTo>
                  <a:pt x="851" y="353"/>
                </a:lnTo>
                <a:lnTo>
                  <a:pt x="847" y="350"/>
                </a:lnTo>
                <a:lnTo>
                  <a:pt x="834" y="341"/>
                </a:lnTo>
                <a:lnTo>
                  <a:pt x="812" y="328"/>
                </a:lnTo>
                <a:lnTo>
                  <a:pt x="798" y="321"/>
                </a:lnTo>
                <a:lnTo>
                  <a:pt x="780" y="314"/>
                </a:lnTo>
                <a:lnTo>
                  <a:pt x="760" y="307"/>
                </a:lnTo>
                <a:lnTo>
                  <a:pt x="736" y="301"/>
                </a:lnTo>
                <a:lnTo>
                  <a:pt x="709" y="294"/>
                </a:lnTo>
                <a:lnTo>
                  <a:pt x="680" y="290"/>
                </a:lnTo>
                <a:lnTo>
                  <a:pt x="646" y="286"/>
                </a:lnTo>
                <a:lnTo>
                  <a:pt x="610" y="283"/>
                </a:lnTo>
                <a:lnTo>
                  <a:pt x="571" y="282"/>
                </a:lnTo>
                <a:lnTo>
                  <a:pt x="527" y="282"/>
                </a:lnTo>
                <a:lnTo>
                  <a:pt x="527" y="282"/>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solidFill>
                <a:srgbClr val="FF8500"/>
              </a:solidFill>
            </a:endParaRPr>
          </a:p>
        </p:txBody>
      </p:sp>
      <p:grpSp>
        <p:nvGrpSpPr>
          <p:cNvPr id="188" name="组合 187"/>
          <p:cNvGrpSpPr/>
          <p:nvPr/>
        </p:nvGrpSpPr>
        <p:grpSpPr>
          <a:xfrm>
            <a:off x="9951771" y="348527"/>
            <a:ext cx="1283884" cy="706860"/>
            <a:chOff x="4256088" y="117475"/>
            <a:chExt cx="565150" cy="311151"/>
          </a:xfrm>
          <a:solidFill>
            <a:schemeClr val="tx1">
              <a:lumMod val="65000"/>
              <a:lumOff val="35000"/>
            </a:schemeClr>
          </a:solidFill>
        </p:grpSpPr>
        <p:sp>
          <p:nvSpPr>
            <p:cNvPr id="189" name="Freeform 28"/>
            <p:cNvSpPr>
              <a:spLocks noEditPoints="1"/>
            </p:cNvSpPr>
            <p:nvPr/>
          </p:nvSpPr>
          <p:spPr bwMode="auto">
            <a:xfrm>
              <a:off x="4256088" y="117475"/>
              <a:ext cx="565150" cy="282575"/>
            </a:xfrm>
            <a:custGeom>
              <a:avLst/>
              <a:gdLst>
                <a:gd name="T0" fmla="*/ 1064 w 1068"/>
                <a:gd name="T1" fmla="*/ 441 h 534"/>
                <a:gd name="T2" fmla="*/ 1043 w 1068"/>
                <a:gd name="T3" fmla="*/ 426 h 534"/>
                <a:gd name="T4" fmla="*/ 1036 w 1068"/>
                <a:gd name="T5" fmla="*/ 426 h 534"/>
                <a:gd name="T6" fmla="*/ 1005 w 1068"/>
                <a:gd name="T7" fmla="*/ 332 h 534"/>
                <a:gd name="T8" fmla="*/ 970 w 1068"/>
                <a:gd name="T9" fmla="*/ 279 h 534"/>
                <a:gd name="T10" fmla="*/ 918 w 1068"/>
                <a:gd name="T11" fmla="*/ 237 h 534"/>
                <a:gd name="T12" fmla="*/ 875 w 1068"/>
                <a:gd name="T13" fmla="*/ 195 h 534"/>
                <a:gd name="T14" fmla="*/ 807 w 1068"/>
                <a:gd name="T15" fmla="*/ 102 h 534"/>
                <a:gd name="T16" fmla="*/ 723 w 1068"/>
                <a:gd name="T17" fmla="*/ 39 h 534"/>
                <a:gd name="T18" fmla="*/ 627 w 1068"/>
                <a:gd name="T19" fmla="*/ 5 h 534"/>
                <a:gd name="T20" fmla="*/ 524 w 1068"/>
                <a:gd name="T21" fmla="*/ 1 h 534"/>
                <a:gd name="T22" fmla="*/ 424 w 1068"/>
                <a:gd name="T23" fmla="*/ 26 h 534"/>
                <a:gd name="T24" fmla="*/ 331 w 1068"/>
                <a:gd name="T25" fmla="*/ 78 h 534"/>
                <a:gd name="T26" fmla="*/ 253 w 1068"/>
                <a:gd name="T27" fmla="*/ 157 h 534"/>
                <a:gd name="T28" fmla="*/ 208 w 1068"/>
                <a:gd name="T29" fmla="*/ 234 h 534"/>
                <a:gd name="T30" fmla="*/ 152 w 1068"/>
                <a:gd name="T31" fmla="*/ 241 h 534"/>
                <a:gd name="T32" fmla="*/ 105 w 1068"/>
                <a:gd name="T33" fmla="*/ 262 h 534"/>
                <a:gd name="T34" fmla="*/ 54 w 1068"/>
                <a:gd name="T35" fmla="*/ 312 h 534"/>
                <a:gd name="T36" fmla="*/ 14 w 1068"/>
                <a:gd name="T37" fmla="*/ 405 h 534"/>
                <a:gd name="T38" fmla="*/ 0 w 1068"/>
                <a:gd name="T39" fmla="*/ 508 h 534"/>
                <a:gd name="T40" fmla="*/ 135 w 1068"/>
                <a:gd name="T41" fmla="*/ 521 h 534"/>
                <a:gd name="T42" fmla="*/ 126 w 1068"/>
                <a:gd name="T43" fmla="*/ 478 h 534"/>
                <a:gd name="T44" fmla="*/ 138 w 1068"/>
                <a:gd name="T45" fmla="*/ 426 h 534"/>
                <a:gd name="T46" fmla="*/ 167 w 1068"/>
                <a:gd name="T47" fmla="*/ 385 h 534"/>
                <a:gd name="T48" fmla="*/ 211 w 1068"/>
                <a:gd name="T49" fmla="*/ 357 h 534"/>
                <a:gd name="T50" fmla="*/ 262 w 1068"/>
                <a:gd name="T51" fmla="*/ 347 h 534"/>
                <a:gd name="T52" fmla="*/ 303 w 1068"/>
                <a:gd name="T53" fmla="*/ 353 h 534"/>
                <a:gd name="T54" fmla="*/ 349 w 1068"/>
                <a:gd name="T55" fmla="*/ 377 h 534"/>
                <a:gd name="T56" fmla="*/ 383 w 1068"/>
                <a:gd name="T57" fmla="*/ 415 h 534"/>
                <a:gd name="T58" fmla="*/ 398 w 1068"/>
                <a:gd name="T59" fmla="*/ 464 h 534"/>
                <a:gd name="T60" fmla="*/ 396 w 1068"/>
                <a:gd name="T61" fmla="*/ 507 h 534"/>
                <a:gd name="T62" fmla="*/ 722 w 1068"/>
                <a:gd name="T63" fmla="*/ 534 h 534"/>
                <a:gd name="T64" fmla="*/ 708 w 1068"/>
                <a:gd name="T65" fmla="*/ 478 h 534"/>
                <a:gd name="T66" fmla="*/ 715 w 1068"/>
                <a:gd name="T67" fmla="*/ 438 h 534"/>
                <a:gd name="T68" fmla="*/ 739 w 1068"/>
                <a:gd name="T69" fmla="*/ 394 h 534"/>
                <a:gd name="T70" fmla="*/ 779 w 1068"/>
                <a:gd name="T71" fmla="*/ 363 h 534"/>
                <a:gd name="T72" fmla="*/ 831 w 1068"/>
                <a:gd name="T73" fmla="*/ 347 h 534"/>
                <a:gd name="T74" fmla="*/ 871 w 1068"/>
                <a:gd name="T75" fmla="*/ 349 h 534"/>
                <a:gd name="T76" fmla="*/ 917 w 1068"/>
                <a:gd name="T77" fmla="*/ 367 h 534"/>
                <a:gd name="T78" fmla="*/ 953 w 1068"/>
                <a:gd name="T79" fmla="*/ 399 h 534"/>
                <a:gd name="T80" fmla="*/ 976 w 1068"/>
                <a:gd name="T81" fmla="*/ 441 h 534"/>
                <a:gd name="T82" fmla="*/ 981 w 1068"/>
                <a:gd name="T83" fmla="*/ 476 h 534"/>
                <a:gd name="T84" fmla="*/ 980 w 1068"/>
                <a:gd name="T85" fmla="*/ 492 h 534"/>
                <a:gd name="T86" fmla="*/ 1040 w 1068"/>
                <a:gd name="T87" fmla="*/ 534 h 534"/>
                <a:gd name="T88" fmla="*/ 1050 w 1068"/>
                <a:gd name="T89" fmla="*/ 518 h 534"/>
                <a:gd name="T90" fmla="*/ 1067 w 1068"/>
                <a:gd name="T91" fmla="*/ 496 h 534"/>
                <a:gd name="T92" fmla="*/ 530 w 1068"/>
                <a:gd name="T93" fmla="*/ 258 h 534"/>
                <a:gd name="T94" fmla="*/ 286 w 1068"/>
                <a:gd name="T95" fmla="*/ 255 h 534"/>
                <a:gd name="T96" fmla="*/ 306 w 1068"/>
                <a:gd name="T97" fmla="*/ 195 h 534"/>
                <a:gd name="T98" fmla="*/ 356 w 1068"/>
                <a:gd name="T99" fmla="*/ 137 h 534"/>
                <a:gd name="T100" fmla="*/ 433 w 1068"/>
                <a:gd name="T101" fmla="*/ 94 h 534"/>
                <a:gd name="T102" fmla="*/ 530 w 1068"/>
                <a:gd name="T103" fmla="*/ 73 h 534"/>
                <a:gd name="T104" fmla="*/ 589 w 1068"/>
                <a:gd name="T105" fmla="*/ 74 h 534"/>
                <a:gd name="T106" fmla="*/ 679 w 1068"/>
                <a:gd name="T107" fmla="*/ 98 h 534"/>
                <a:gd name="T108" fmla="*/ 750 w 1068"/>
                <a:gd name="T109" fmla="*/ 143 h 534"/>
                <a:gd name="T110" fmla="*/ 796 w 1068"/>
                <a:gd name="T111" fmla="*/ 199 h 534"/>
                <a:gd name="T112" fmla="*/ 816 w 1068"/>
                <a:gd name="T113" fmla="*/ 258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68" h="534">
                  <a:moveTo>
                    <a:pt x="1068" y="464"/>
                  </a:moveTo>
                  <a:lnTo>
                    <a:pt x="1068" y="464"/>
                  </a:lnTo>
                  <a:lnTo>
                    <a:pt x="1067" y="451"/>
                  </a:lnTo>
                  <a:lnTo>
                    <a:pt x="1064" y="441"/>
                  </a:lnTo>
                  <a:lnTo>
                    <a:pt x="1058" y="434"/>
                  </a:lnTo>
                  <a:lnTo>
                    <a:pt x="1053" y="430"/>
                  </a:lnTo>
                  <a:lnTo>
                    <a:pt x="1047" y="427"/>
                  </a:lnTo>
                  <a:lnTo>
                    <a:pt x="1043" y="426"/>
                  </a:lnTo>
                  <a:lnTo>
                    <a:pt x="1037" y="426"/>
                  </a:lnTo>
                  <a:lnTo>
                    <a:pt x="1037" y="426"/>
                  </a:lnTo>
                  <a:lnTo>
                    <a:pt x="1036" y="426"/>
                  </a:lnTo>
                  <a:lnTo>
                    <a:pt x="1036" y="426"/>
                  </a:lnTo>
                  <a:lnTo>
                    <a:pt x="1029" y="394"/>
                  </a:lnTo>
                  <a:lnTo>
                    <a:pt x="1019" y="361"/>
                  </a:lnTo>
                  <a:lnTo>
                    <a:pt x="1012" y="346"/>
                  </a:lnTo>
                  <a:lnTo>
                    <a:pt x="1005" y="332"/>
                  </a:lnTo>
                  <a:lnTo>
                    <a:pt x="998" y="318"/>
                  </a:lnTo>
                  <a:lnTo>
                    <a:pt x="990" y="304"/>
                  </a:lnTo>
                  <a:lnTo>
                    <a:pt x="980" y="290"/>
                  </a:lnTo>
                  <a:lnTo>
                    <a:pt x="970" y="279"/>
                  </a:lnTo>
                  <a:lnTo>
                    <a:pt x="959" y="266"/>
                  </a:lnTo>
                  <a:lnTo>
                    <a:pt x="946" y="256"/>
                  </a:lnTo>
                  <a:lnTo>
                    <a:pt x="934" y="246"/>
                  </a:lnTo>
                  <a:lnTo>
                    <a:pt x="918" y="237"/>
                  </a:lnTo>
                  <a:lnTo>
                    <a:pt x="904" y="228"/>
                  </a:lnTo>
                  <a:lnTo>
                    <a:pt x="887" y="223"/>
                  </a:lnTo>
                  <a:lnTo>
                    <a:pt x="887" y="223"/>
                  </a:lnTo>
                  <a:lnTo>
                    <a:pt x="875" y="195"/>
                  </a:lnTo>
                  <a:lnTo>
                    <a:pt x="861" y="168"/>
                  </a:lnTo>
                  <a:lnTo>
                    <a:pt x="844" y="144"/>
                  </a:lnTo>
                  <a:lnTo>
                    <a:pt x="827" y="122"/>
                  </a:lnTo>
                  <a:lnTo>
                    <a:pt x="807" y="102"/>
                  </a:lnTo>
                  <a:lnTo>
                    <a:pt x="788" y="82"/>
                  </a:lnTo>
                  <a:lnTo>
                    <a:pt x="768" y="67"/>
                  </a:lnTo>
                  <a:lnTo>
                    <a:pt x="746" y="52"/>
                  </a:lnTo>
                  <a:lnTo>
                    <a:pt x="723" y="39"/>
                  </a:lnTo>
                  <a:lnTo>
                    <a:pt x="700" y="28"/>
                  </a:lnTo>
                  <a:lnTo>
                    <a:pt x="676" y="19"/>
                  </a:lnTo>
                  <a:lnTo>
                    <a:pt x="651" y="11"/>
                  </a:lnTo>
                  <a:lnTo>
                    <a:pt x="627" y="5"/>
                  </a:lnTo>
                  <a:lnTo>
                    <a:pt x="602" y="3"/>
                  </a:lnTo>
                  <a:lnTo>
                    <a:pt x="575" y="0"/>
                  </a:lnTo>
                  <a:lnTo>
                    <a:pt x="550" y="0"/>
                  </a:lnTo>
                  <a:lnTo>
                    <a:pt x="524" y="1"/>
                  </a:lnTo>
                  <a:lnTo>
                    <a:pt x="498" y="5"/>
                  </a:lnTo>
                  <a:lnTo>
                    <a:pt x="473" y="10"/>
                  </a:lnTo>
                  <a:lnTo>
                    <a:pt x="447" y="17"/>
                  </a:lnTo>
                  <a:lnTo>
                    <a:pt x="424" y="26"/>
                  </a:lnTo>
                  <a:lnTo>
                    <a:pt x="398" y="36"/>
                  </a:lnTo>
                  <a:lnTo>
                    <a:pt x="376" y="49"/>
                  </a:lnTo>
                  <a:lnTo>
                    <a:pt x="352" y="61"/>
                  </a:lnTo>
                  <a:lnTo>
                    <a:pt x="331" y="78"/>
                  </a:lnTo>
                  <a:lnTo>
                    <a:pt x="310" y="95"/>
                  </a:lnTo>
                  <a:lnTo>
                    <a:pt x="289" y="113"/>
                  </a:lnTo>
                  <a:lnTo>
                    <a:pt x="271" y="134"/>
                  </a:lnTo>
                  <a:lnTo>
                    <a:pt x="253" y="157"/>
                  </a:lnTo>
                  <a:lnTo>
                    <a:pt x="236" y="181"/>
                  </a:lnTo>
                  <a:lnTo>
                    <a:pt x="222" y="207"/>
                  </a:lnTo>
                  <a:lnTo>
                    <a:pt x="208" y="234"/>
                  </a:lnTo>
                  <a:lnTo>
                    <a:pt x="208" y="234"/>
                  </a:lnTo>
                  <a:lnTo>
                    <a:pt x="192" y="234"/>
                  </a:lnTo>
                  <a:lnTo>
                    <a:pt x="178" y="235"/>
                  </a:lnTo>
                  <a:lnTo>
                    <a:pt x="164" y="238"/>
                  </a:lnTo>
                  <a:lnTo>
                    <a:pt x="152" y="241"/>
                  </a:lnTo>
                  <a:lnTo>
                    <a:pt x="139" y="245"/>
                  </a:lnTo>
                  <a:lnTo>
                    <a:pt x="126" y="251"/>
                  </a:lnTo>
                  <a:lnTo>
                    <a:pt x="115" y="256"/>
                  </a:lnTo>
                  <a:lnTo>
                    <a:pt x="105" y="262"/>
                  </a:lnTo>
                  <a:lnTo>
                    <a:pt x="96" y="269"/>
                  </a:lnTo>
                  <a:lnTo>
                    <a:pt x="86" y="277"/>
                  </a:lnTo>
                  <a:lnTo>
                    <a:pt x="69" y="294"/>
                  </a:lnTo>
                  <a:lnTo>
                    <a:pt x="54" y="312"/>
                  </a:lnTo>
                  <a:lnTo>
                    <a:pt x="41" y="333"/>
                  </a:lnTo>
                  <a:lnTo>
                    <a:pt x="30" y="357"/>
                  </a:lnTo>
                  <a:lnTo>
                    <a:pt x="21" y="381"/>
                  </a:lnTo>
                  <a:lnTo>
                    <a:pt x="14" y="405"/>
                  </a:lnTo>
                  <a:lnTo>
                    <a:pt x="9" y="431"/>
                  </a:lnTo>
                  <a:lnTo>
                    <a:pt x="5" y="457"/>
                  </a:lnTo>
                  <a:lnTo>
                    <a:pt x="2" y="483"/>
                  </a:lnTo>
                  <a:lnTo>
                    <a:pt x="0" y="508"/>
                  </a:lnTo>
                  <a:lnTo>
                    <a:pt x="0" y="534"/>
                  </a:lnTo>
                  <a:lnTo>
                    <a:pt x="141" y="534"/>
                  </a:lnTo>
                  <a:lnTo>
                    <a:pt x="141" y="534"/>
                  </a:lnTo>
                  <a:lnTo>
                    <a:pt x="135" y="521"/>
                  </a:lnTo>
                  <a:lnTo>
                    <a:pt x="131" y="507"/>
                  </a:lnTo>
                  <a:lnTo>
                    <a:pt x="128" y="492"/>
                  </a:lnTo>
                  <a:lnTo>
                    <a:pt x="126" y="478"/>
                  </a:lnTo>
                  <a:lnTo>
                    <a:pt x="126" y="478"/>
                  </a:lnTo>
                  <a:lnTo>
                    <a:pt x="128" y="464"/>
                  </a:lnTo>
                  <a:lnTo>
                    <a:pt x="129" y="451"/>
                  </a:lnTo>
                  <a:lnTo>
                    <a:pt x="134" y="438"/>
                  </a:lnTo>
                  <a:lnTo>
                    <a:pt x="138" y="426"/>
                  </a:lnTo>
                  <a:lnTo>
                    <a:pt x="143" y="415"/>
                  </a:lnTo>
                  <a:lnTo>
                    <a:pt x="150" y="405"/>
                  </a:lnTo>
                  <a:lnTo>
                    <a:pt x="157" y="394"/>
                  </a:lnTo>
                  <a:lnTo>
                    <a:pt x="167" y="385"/>
                  </a:lnTo>
                  <a:lnTo>
                    <a:pt x="177" y="377"/>
                  </a:lnTo>
                  <a:lnTo>
                    <a:pt x="187" y="368"/>
                  </a:lnTo>
                  <a:lnTo>
                    <a:pt x="198" y="363"/>
                  </a:lnTo>
                  <a:lnTo>
                    <a:pt x="211" y="357"/>
                  </a:lnTo>
                  <a:lnTo>
                    <a:pt x="223" y="353"/>
                  </a:lnTo>
                  <a:lnTo>
                    <a:pt x="236" y="349"/>
                  </a:lnTo>
                  <a:lnTo>
                    <a:pt x="250" y="347"/>
                  </a:lnTo>
                  <a:lnTo>
                    <a:pt x="262" y="347"/>
                  </a:lnTo>
                  <a:lnTo>
                    <a:pt x="262" y="347"/>
                  </a:lnTo>
                  <a:lnTo>
                    <a:pt x="276" y="347"/>
                  </a:lnTo>
                  <a:lnTo>
                    <a:pt x="290" y="349"/>
                  </a:lnTo>
                  <a:lnTo>
                    <a:pt x="303" y="353"/>
                  </a:lnTo>
                  <a:lnTo>
                    <a:pt x="316" y="357"/>
                  </a:lnTo>
                  <a:lnTo>
                    <a:pt x="328" y="363"/>
                  </a:lnTo>
                  <a:lnTo>
                    <a:pt x="339" y="368"/>
                  </a:lnTo>
                  <a:lnTo>
                    <a:pt x="349" y="377"/>
                  </a:lnTo>
                  <a:lnTo>
                    <a:pt x="359" y="385"/>
                  </a:lnTo>
                  <a:lnTo>
                    <a:pt x="369" y="394"/>
                  </a:lnTo>
                  <a:lnTo>
                    <a:pt x="376" y="405"/>
                  </a:lnTo>
                  <a:lnTo>
                    <a:pt x="383" y="415"/>
                  </a:lnTo>
                  <a:lnTo>
                    <a:pt x="389" y="426"/>
                  </a:lnTo>
                  <a:lnTo>
                    <a:pt x="393" y="438"/>
                  </a:lnTo>
                  <a:lnTo>
                    <a:pt x="397" y="451"/>
                  </a:lnTo>
                  <a:lnTo>
                    <a:pt x="398" y="464"/>
                  </a:lnTo>
                  <a:lnTo>
                    <a:pt x="400" y="478"/>
                  </a:lnTo>
                  <a:lnTo>
                    <a:pt x="400" y="478"/>
                  </a:lnTo>
                  <a:lnTo>
                    <a:pt x="398" y="492"/>
                  </a:lnTo>
                  <a:lnTo>
                    <a:pt x="396" y="507"/>
                  </a:lnTo>
                  <a:lnTo>
                    <a:pt x="391" y="521"/>
                  </a:lnTo>
                  <a:lnTo>
                    <a:pt x="386" y="534"/>
                  </a:lnTo>
                  <a:lnTo>
                    <a:pt x="722" y="534"/>
                  </a:lnTo>
                  <a:lnTo>
                    <a:pt x="722" y="534"/>
                  </a:lnTo>
                  <a:lnTo>
                    <a:pt x="716" y="521"/>
                  </a:lnTo>
                  <a:lnTo>
                    <a:pt x="712" y="507"/>
                  </a:lnTo>
                  <a:lnTo>
                    <a:pt x="709" y="492"/>
                  </a:lnTo>
                  <a:lnTo>
                    <a:pt x="708" y="478"/>
                  </a:lnTo>
                  <a:lnTo>
                    <a:pt x="708" y="478"/>
                  </a:lnTo>
                  <a:lnTo>
                    <a:pt x="709" y="464"/>
                  </a:lnTo>
                  <a:lnTo>
                    <a:pt x="711" y="451"/>
                  </a:lnTo>
                  <a:lnTo>
                    <a:pt x="715" y="438"/>
                  </a:lnTo>
                  <a:lnTo>
                    <a:pt x="719" y="426"/>
                  </a:lnTo>
                  <a:lnTo>
                    <a:pt x="725" y="415"/>
                  </a:lnTo>
                  <a:lnTo>
                    <a:pt x="732" y="405"/>
                  </a:lnTo>
                  <a:lnTo>
                    <a:pt x="739" y="394"/>
                  </a:lnTo>
                  <a:lnTo>
                    <a:pt x="749" y="385"/>
                  </a:lnTo>
                  <a:lnTo>
                    <a:pt x="758" y="377"/>
                  </a:lnTo>
                  <a:lnTo>
                    <a:pt x="768" y="368"/>
                  </a:lnTo>
                  <a:lnTo>
                    <a:pt x="779" y="363"/>
                  </a:lnTo>
                  <a:lnTo>
                    <a:pt x="792" y="357"/>
                  </a:lnTo>
                  <a:lnTo>
                    <a:pt x="805" y="353"/>
                  </a:lnTo>
                  <a:lnTo>
                    <a:pt x="817" y="349"/>
                  </a:lnTo>
                  <a:lnTo>
                    <a:pt x="831" y="347"/>
                  </a:lnTo>
                  <a:lnTo>
                    <a:pt x="844" y="347"/>
                  </a:lnTo>
                  <a:lnTo>
                    <a:pt x="844" y="347"/>
                  </a:lnTo>
                  <a:lnTo>
                    <a:pt x="858" y="347"/>
                  </a:lnTo>
                  <a:lnTo>
                    <a:pt x="871" y="349"/>
                  </a:lnTo>
                  <a:lnTo>
                    <a:pt x="883" y="351"/>
                  </a:lnTo>
                  <a:lnTo>
                    <a:pt x="894" y="356"/>
                  </a:lnTo>
                  <a:lnTo>
                    <a:pt x="907" y="361"/>
                  </a:lnTo>
                  <a:lnTo>
                    <a:pt x="917" y="367"/>
                  </a:lnTo>
                  <a:lnTo>
                    <a:pt x="928" y="374"/>
                  </a:lnTo>
                  <a:lnTo>
                    <a:pt x="936" y="381"/>
                  </a:lnTo>
                  <a:lnTo>
                    <a:pt x="946" y="389"/>
                  </a:lnTo>
                  <a:lnTo>
                    <a:pt x="953" y="399"/>
                  </a:lnTo>
                  <a:lnTo>
                    <a:pt x="960" y="409"/>
                  </a:lnTo>
                  <a:lnTo>
                    <a:pt x="967" y="419"/>
                  </a:lnTo>
                  <a:lnTo>
                    <a:pt x="971" y="430"/>
                  </a:lnTo>
                  <a:lnTo>
                    <a:pt x="976" y="441"/>
                  </a:lnTo>
                  <a:lnTo>
                    <a:pt x="978" y="454"/>
                  </a:lnTo>
                  <a:lnTo>
                    <a:pt x="980" y="465"/>
                  </a:lnTo>
                  <a:lnTo>
                    <a:pt x="980" y="465"/>
                  </a:lnTo>
                  <a:lnTo>
                    <a:pt x="981" y="476"/>
                  </a:lnTo>
                  <a:lnTo>
                    <a:pt x="981" y="476"/>
                  </a:lnTo>
                  <a:lnTo>
                    <a:pt x="981" y="478"/>
                  </a:lnTo>
                  <a:lnTo>
                    <a:pt x="981" y="478"/>
                  </a:lnTo>
                  <a:lnTo>
                    <a:pt x="980" y="492"/>
                  </a:lnTo>
                  <a:lnTo>
                    <a:pt x="977" y="507"/>
                  </a:lnTo>
                  <a:lnTo>
                    <a:pt x="973" y="521"/>
                  </a:lnTo>
                  <a:lnTo>
                    <a:pt x="967" y="534"/>
                  </a:lnTo>
                  <a:lnTo>
                    <a:pt x="1040" y="534"/>
                  </a:lnTo>
                  <a:lnTo>
                    <a:pt x="1040" y="534"/>
                  </a:lnTo>
                  <a:lnTo>
                    <a:pt x="1041" y="521"/>
                  </a:lnTo>
                  <a:lnTo>
                    <a:pt x="1041" y="521"/>
                  </a:lnTo>
                  <a:lnTo>
                    <a:pt x="1050" y="518"/>
                  </a:lnTo>
                  <a:lnTo>
                    <a:pt x="1055" y="515"/>
                  </a:lnTo>
                  <a:lnTo>
                    <a:pt x="1061" y="510"/>
                  </a:lnTo>
                  <a:lnTo>
                    <a:pt x="1064" y="503"/>
                  </a:lnTo>
                  <a:lnTo>
                    <a:pt x="1067" y="496"/>
                  </a:lnTo>
                  <a:lnTo>
                    <a:pt x="1068" y="486"/>
                  </a:lnTo>
                  <a:lnTo>
                    <a:pt x="1068" y="464"/>
                  </a:lnTo>
                  <a:lnTo>
                    <a:pt x="1068" y="464"/>
                  </a:lnTo>
                  <a:close/>
                  <a:moveTo>
                    <a:pt x="530" y="258"/>
                  </a:moveTo>
                  <a:lnTo>
                    <a:pt x="288" y="258"/>
                  </a:lnTo>
                  <a:lnTo>
                    <a:pt x="288" y="258"/>
                  </a:lnTo>
                  <a:lnTo>
                    <a:pt x="286" y="255"/>
                  </a:lnTo>
                  <a:lnTo>
                    <a:pt x="286" y="255"/>
                  </a:lnTo>
                  <a:lnTo>
                    <a:pt x="288" y="239"/>
                  </a:lnTo>
                  <a:lnTo>
                    <a:pt x="292" y="224"/>
                  </a:lnTo>
                  <a:lnTo>
                    <a:pt x="297" y="209"/>
                  </a:lnTo>
                  <a:lnTo>
                    <a:pt x="306" y="195"/>
                  </a:lnTo>
                  <a:lnTo>
                    <a:pt x="316" y="179"/>
                  </a:lnTo>
                  <a:lnTo>
                    <a:pt x="327" y="165"/>
                  </a:lnTo>
                  <a:lnTo>
                    <a:pt x="341" y="151"/>
                  </a:lnTo>
                  <a:lnTo>
                    <a:pt x="356" y="137"/>
                  </a:lnTo>
                  <a:lnTo>
                    <a:pt x="373" y="124"/>
                  </a:lnTo>
                  <a:lnTo>
                    <a:pt x="391" y="113"/>
                  </a:lnTo>
                  <a:lnTo>
                    <a:pt x="412" y="103"/>
                  </a:lnTo>
                  <a:lnTo>
                    <a:pt x="433" y="94"/>
                  </a:lnTo>
                  <a:lnTo>
                    <a:pt x="456" y="85"/>
                  </a:lnTo>
                  <a:lnTo>
                    <a:pt x="480" y="80"/>
                  </a:lnTo>
                  <a:lnTo>
                    <a:pt x="505" y="75"/>
                  </a:lnTo>
                  <a:lnTo>
                    <a:pt x="530" y="73"/>
                  </a:lnTo>
                  <a:lnTo>
                    <a:pt x="530" y="258"/>
                  </a:lnTo>
                  <a:close/>
                  <a:moveTo>
                    <a:pt x="589" y="258"/>
                  </a:moveTo>
                  <a:lnTo>
                    <a:pt x="589" y="74"/>
                  </a:lnTo>
                  <a:lnTo>
                    <a:pt x="589" y="74"/>
                  </a:lnTo>
                  <a:lnTo>
                    <a:pt x="614" y="77"/>
                  </a:lnTo>
                  <a:lnTo>
                    <a:pt x="637" y="82"/>
                  </a:lnTo>
                  <a:lnTo>
                    <a:pt x="659" y="89"/>
                  </a:lnTo>
                  <a:lnTo>
                    <a:pt x="679" y="98"/>
                  </a:lnTo>
                  <a:lnTo>
                    <a:pt x="698" y="108"/>
                  </a:lnTo>
                  <a:lnTo>
                    <a:pt x="718" y="117"/>
                  </a:lnTo>
                  <a:lnTo>
                    <a:pt x="735" y="130"/>
                  </a:lnTo>
                  <a:lnTo>
                    <a:pt x="750" y="143"/>
                  </a:lnTo>
                  <a:lnTo>
                    <a:pt x="764" y="155"/>
                  </a:lnTo>
                  <a:lnTo>
                    <a:pt x="777" y="169"/>
                  </a:lnTo>
                  <a:lnTo>
                    <a:pt x="788" y="183"/>
                  </a:lnTo>
                  <a:lnTo>
                    <a:pt x="796" y="199"/>
                  </a:lnTo>
                  <a:lnTo>
                    <a:pt x="805" y="213"/>
                  </a:lnTo>
                  <a:lnTo>
                    <a:pt x="810" y="228"/>
                  </a:lnTo>
                  <a:lnTo>
                    <a:pt x="814" y="242"/>
                  </a:lnTo>
                  <a:lnTo>
                    <a:pt x="816" y="258"/>
                  </a:lnTo>
                  <a:lnTo>
                    <a:pt x="589" y="2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90" name="Freeform 29"/>
            <p:cNvSpPr>
              <a:spLocks noEditPoints="1"/>
            </p:cNvSpPr>
            <p:nvPr/>
          </p:nvSpPr>
          <p:spPr bwMode="auto">
            <a:xfrm>
              <a:off x="4641851" y="312738"/>
              <a:ext cx="122238" cy="115888"/>
            </a:xfrm>
            <a:custGeom>
              <a:avLst/>
              <a:gdLst>
                <a:gd name="T0" fmla="*/ 115 w 231"/>
                <a:gd name="T1" fmla="*/ 0 h 221"/>
                <a:gd name="T2" fmla="*/ 92 w 231"/>
                <a:gd name="T3" fmla="*/ 1 h 221"/>
                <a:gd name="T4" fmla="*/ 70 w 231"/>
                <a:gd name="T5" fmla="*/ 8 h 221"/>
                <a:gd name="T6" fmla="*/ 50 w 231"/>
                <a:gd name="T7" fmla="*/ 18 h 221"/>
                <a:gd name="T8" fmla="*/ 34 w 231"/>
                <a:gd name="T9" fmla="*/ 32 h 221"/>
                <a:gd name="T10" fmla="*/ 20 w 231"/>
                <a:gd name="T11" fmla="*/ 48 h 221"/>
                <a:gd name="T12" fmla="*/ 8 w 231"/>
                <a:gd name="T13" fmla="*/ 67 h 221"/>
                <a:gd name="T14" fmla="*/ 1 w 231"/>
                <a:gd name="T15" fmla="*/ 88 h 221"/>
                <a:gd name="T16" fmla="*/ 0 w 231"/>
                <a:gd name="T17" fmla="*/ 111 h 221"/>
                <a:gd name="T18" fmla="*/ 0 w 231"/>
                <a:gd name="T19" fmla="*/ 122 h 221"/>
                <a:gd name="T20" fmla="*/ 4 w 231"/>
                <a:gd name="T21" fmla="*/ 143 h 221"/>
                <a:gd name="T22" fmla="*/ 14 w 231"/>
                <a:gd name="T23" fmla="*/ 162 h 221"/>
                <a:gd name="T24" fmla="*/ 27 w 231"/>
                <a:gd name="T25" fmla="*/ 181 h 221"/>
                <a:gd name="T26" fmla="*/ 42 w 231"/>
                <a:gd name="T27" fmla="*/ 195 h 221"/>
                <a:gd name="T28" fmla="*/ 60 w 231"/>
                <a:gd name="T29" fmla="*/ 207 h 221"/>
                <a:gd name="T30" fmla="*/ 81 w 231"/>
                <a:gd name="T31" fmla="*/ 216 h 221"/>
                <a:gd name="T32" fmla="*/ 104 w 231"/>
                <a:gd name="T33" fmla="*/ 220 h 221"/>
                <a:gd name="T34" fmla="*/ 115 w 231"/>
                <a:gd name="T35" fmla="*/ 221 h 221"/>
                <a:gd name="T36" fmla="*/ 139 w 231"/>
                <a:gd name="T37" fmla="*/ 218 h 221"/>
                <a:gd name="T38" fmla="*/ 161 w 231"/>
                <a:gd name="T39" fmla="*/ 211 h 221"/>
                <a:gd name="T40" fmla="*/ 181 w 231"/>
                <a:gd name="T41" fmla="*/ 202 h 221"/>
                <a:gd name="T42" fmla="*/ 198 w 231"/>
                <a:gd name="T43" fmla="*/ 188 h 221"/>
                <a:gd name="T44" fmla="*/ 212 w 231"/>
                <a:gd name="T45" fmla="*/ 172 h 221"/>
                <a:gd name="T46" fmla="*/ 223 w 231"/>
                <a:gd name="T47" fmla="*/ 153 h 221"/>
                <a:gd name="T48" fmla="*/ 228 w 231"/>
                <a:gd name="T49" fmla="*/ 132 h 221"/>
                <a:gd name="T50" fmla="*/ 231 w 231"/>
                <a:gd name="T51" fmla="*/ 111 h 221"/>
                <a:gd name="T52" fmla="*/ 231 w 231"/>
                <a:gd name="T53" fmla="*/ 98 h 221"/>
                <a:gd name="T54" fmla="*/ 226 w 231"/>
                <a:gd name="T55" fmla="*/ 77 h 221"/>
                <a:gd name="T56" fmla="*/ 217 w 231"/>
                <a:gd name="T57" fmla="*/ 57 h 221"/>
                <a:gd name="T58" fmla="*/ 205 w 231"/>
                <a:gd name="T59" fmla="*/ 39 h 221"/>
                <a:gd name="T60" fmla="*/ 189 w 231"/>
                <a:gd name="T61" fmla="*/ 25 h 221"/>
                <a:gd name="T62" fmla="*/ 171 w 231"/>
                <a:gd name="T63" fmla="*/ 13 h 221"/>
                <a:gd name="T64" fmla="*/ 150 w 231"/>
                <a:gd name="T65" fmla="*/ 4 h 221"/>
                <a:gd name="T66" fmla="*/ 128 w 231"/>
                <a:gd name="T67" fmla="*/ 0 h 221"/>
                <a:gd name="T68" fmla="*/ 115 w 231"/>
                <a:gd name="T69" fmla="*/ 0 h 221"/>
                <a:gd name="T70" fmla="*/ 116 w 231"/>
                <a:gd name="T71" fmla="*/ 153 h 221"/>
                <a:gd name="T72" fmla="*/ 98 w 231"/>
                <a:gd name="T73" fmla="*/ 148 h 221"/>
                <a:gd name="T74" fmla="*/ 84 w 231"/>
                <a:gd name="T75" fmla="*/ 139 h 221"/>
                <a:gd name="T76" fmla="*/ 74 w 231"/>
                <a:gd name="T77" fmla="*/ 125 h 221"/>
                <a:gd name="T78" fmla="*/ 71 w 231"/>
                <a:gd name="T79" fmla="*/ 108 h 221"/>
                <a:gd name="T80" fmla="*/ 71 w 231"/>
                <a:gd name="T81" fmla="*/ 98 h 221"/>
                <a:gd name="T82" fmla="*/ 78 w 231"/>
                <a:gd name="T83" fmla="*/ 83 h 221"/>
                <a:gd name="T84" fmla="*/ 91 w 231"/>
                <a:gd name="T85" fmla="*/ 70 h 221"/>
                <a:gd name="T86" fmla="*/ 107 w 231"/>
                <a:gd name="T87" fmla="*/ 63 h 221"/>
                <a:gd name="T88" fmla="*/ 116 w 231"/>
                <a:gd name="T89" fmla="*/ 62 h 221"/>
                <a:gd name="T90" fmla="*/ 133 w 231"/>
                <a:gd name="T91" fmla="*/ 66 h 221"/>
                <a:gd name="T92" fmla="*/ 147 w 231"/>
                <a:gd name="T93" fmla="*/ 76 h 221"/>
                <a:gd name="T94" fmla="*/ 157 w 231"/>
                <a:gd name="T95" fmla="*/ 90 h 221"/>
                <a:gd name="T96" fmla="*/ 161 w 231"/>
                <a:gd name="T97" fmla="*/ 108 h 221"/>
                <a:gd name="T98" fmla="*/ 160 w 231"/>
                <a:gd name="T99" fmla="*/ 116 h 221"/>
                <a:gd name="T100" fmla="*/ 153 w 231"/>
                <a:gd name="T101" fmla="*/ 132 h 221"/>
                <a:gd name="T102" fmla="*/ 142 w 231"/>
                <a:gd name="T103" fmla="*/ 144 h 221"/>
                <a:gd name="T104" fmla="*/ 125 w 231"/>
                <a:gd name="T105" fmla="*/ 151 h 221"/>
                <a:gd name="T106" fmla="*/ 116 w 231"/>
                <a:gd name="T107" fmla="*/ 153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1" h="221">
                  <a:moveTo>
                    <a:pt x="115" y="0"/>
                  </a:moveTo>
                  <a:lnTo>
                    <a:pt x="115" y="0"/>
                  </a:lnTo>
                  <a:lnTo>
                    <a:pt x="104" y="0"/>
                  </a:lnTo>
                  <a:lnTo>
                    <a:pt x="92" y="1"/>
                  </a:lnTo>
                  <a:lnTo>
                    <a:pt x="81" y="4"/>
                  </a:lnTo>
                  <a:lnTo>
                    <a:pt x="70" y="8"/>
                  </a:lnTo>
                  <a:lnTo>
                    <a:pt x="60" y="13"/>
                  </a:lnTo>
                  <a:lnTo>
                    <a:pt x="50" y="18"/>
                  </a:lnTo>
                  <a:lnTo>
                    <a:pt x="42" y="25"/>
                  </a:lnTo>
                  <a:lnTo>
                    <a:pt x="34" y="32"/>
                  </a:lnTo>
                  <a:lnTo>
                    <a:pt x="27" y="39"/>
                  </a:lnTo>
                  <a:lnTo>
                    <a:pt x="20" y="48"/>
                  </a:lnTo>
                  <a:lnTo>
                    <a:pt x="14" y="57"/>
                  </a:lnTo>
                  <a:lnTo>
                    <a:pt x="8" y="67"/>
                  </a:lnTo>
                  <a:lnTo>
                    <a:pt x="4" y="77"/>
                  </a:lnTo>
                  <a:lnTo>
                    <a:pt x="1" y="88"/>
                  </a:lnTo>
                  <a:lnTo>
                    <a:pt x="0" y="98"/>
                  </a:lnTo>
                  <a:lnTo>
                    <a:pt x="0" y="111"/>
                  </a:lnTo>
                  <a:lnTo>
                    <a:pt x="0" y="111"/>
                  </a:lnTo>
                  <a:lnTo>
                    <a:pt x="0" y="122"/>
                  </a:lnTo>
                  <a:lnTo>
                    <a:pt x="1" y="132"/>
                  </a:lnTo>
                  <a:lnTo>
                    <a:pt x="4" y="143"/>
                  </a:lnTo>
                  <a:lnTo>
                    <a:pt x="8" y="153"/>
                  </a:lnTo>
                  <a:lnTo>
                    <a:pt x="14" y="162"/>
                  </a:lnTo>
                  <a:lnTo>
                    <a:pt x="20" y="172"/>
                  </a:lnTo>
                  <a:lnTo>
                    <a:pt x="27" y="181"/>
                  </a:lnTo>
                  <a:lnTo>
                    <a:pt x="34" y="188"/>
                  </a:lnTo>
                  <a:lnTo>
                    <a:pt x="42" y="195"/>
                  </a:lnTo>
                  <a:lnTo>
                    <a:pt x="50" y="202"/>
                  </a:lnTo>
                  <a:lnTo>
                    <a:pt x="60" y="207"/>
                  </a:lnTo>
                  <a:lnTo>
                    <a:pt x="70" y="211"/>
                  </a:lnTo>
                  <a:lnTo>
                    <a:pt x="81" y="216"/>
                  </a:lnTo>
                  <a:lnTo>
                    <a:pt x="92" y="218"/>
                  </a:lnTo>
                  <a:lnTo>
                    <a:pt x="104" y="220"/>
                  </a:lnTo>
                  <a:lnTo>
                    <a:pt x="115" y="221"/>
                  </a:lnTo>
                  <a:lnTo>
                    <a:pt x="115" y="221"/>
                  </a:lnTo>
                  <a:lnTo>
                    <a:pt x="128" y="220"/>
                  </a:lnTo>
                  <a:lnTo>
                    <a:pt x="139" y="218"/>
                  </a:lnTo>
                  <a:lnTo>
                    <a:pt x="150" y="216"/>
                  </a:lnTo>
                  <a:lnTo>
                    <a:pt x="161" y="211"/>
                  </a:lnTo>
                  <a:lnTo>
                    <a:pt x="171" y="207"/>
                  </a:lnTo>
                  <a:lnTo>
                    <a:pt x="181" y="202"/>
                  </a:lnTo>
                  <a:lnTo>
                    <a:pt x="189" y="195"/>
                  </a:lnTo>
                  <a:lnTo>
                    <a:pt x="198" y="188"/>
                  </a:lnTo>
                  <a:lnTo>
                    <a:pt x="205" y="181"/>
                  </a:lnTo>
                  <a:lnTo>
                    <a:pt x="212" y="172"/>
                  </a:lnTo>
                  <a:lnTo>
                    <a:pt x="217" y="162"/>
                  </a:lnTo>
                  <a:lnTo>
                    <a:pt x="223" y="153"/>
                  </a:lnTo>
                  <a:lnTo>
                    <a:pt x="226" y="143"/>
                  </a:lnTo>
                  <a:lnTo>
                    <a:pt x="228" y="132"/>
                  </a:lnTo>
                  <a:lnTo>
                    <a:pt x="231" y="122"/>
                  </a:lnTo>
                  <a:lnTo>
                    <a:pt x="231" y="111"/>
                  </a:lnTo>
                  <a:lnTo>
                    <a:pt x="231" y="111"/>
                  </a:lnTo>
                  <a:lnTo>
                    <a:pt x="231" y="98"/>
                  </a:lnTo>
                  <a:lnTo>
                    <a:pt x="228" y="88"/>
                  </a:lnTo>
                  <a:lnTo>
                    <a:pt x="226" y="77"/>
                  </a:lnTo>
                  <a:lnTo>
                    <a:pt x="223" y="67"/>
                  </a:lnTo>
                  <a:lnTo>
                    <a:pt x="217" y="57"/>
                  </a:lnTo>
                  <a:lnTo>
                    <a:pt x="212" y="48"/>
                  </a:lnTo>
                  <a:lnTo>
                    <a:pt x="205" y="39"/>
                  </a:lnTo>
                  <a:lnTo>
                    <a:pt x="198" y="32"/>
                  </a:lnTo>
                  <a:lnTo>
                    <a:pt x="189" y="25"/>
                  </a:lnTo>
                  <a:lnTo>
                    <a:pt x="181" y="18"/>
                  </a:lnTo>
                  <a:lnTo>
                    <a:pt x="171" y="13"/>
                  </a:lnTo>
                  <a:lnTo>
                    <a:pt x="161" y="8"/>
                  </a:lnTo>
                  <a:lnTo>
                    <a:pt x="150" y="4"/>
                  </a:lnTo>
                  <a:lnTo>
                    <a:pt x="139" y="1"/>
                  </a:lnTo>
                  <a:lnTo>
                    <a:pt x="128" y="0"/>
                  </a:lnTo>
                  <a:lnTo>
                    <a:pt x="115" y="0"/>
                  </a:lnTo>
                  <a:lnTo>
                    <a:pt x="115" y="0"/>
                  </a:lnTo>
                  <a:close/>
                  <a:moveTo>
                    <a:pt x="116" y="153"/>
                  </a:moveTo>
                  <a:lnTo>
                    <a:pt x="116" y="153"/>
                  </a:lnTo>
                  <a:lnTo>
                    <a:pt x="107" y="151"/>
                  </a:lnTo>
                  <a:lnTo>
                    <a:pt x="98" y="148"/>
                  </a:lnTo>
                  <a:lnTo>
                    <a:pt x="91" y="144"/>
                  </a:lnTo>
                  <a:lnTo>
                    <a:pt x="84" y="139"/>
                  </a:lnTo>
                  <a:lnTo>
                    <a:pt x="78" y="132"/>
                  </a:lnTo>
                  <a:lnTo>
                    <a:pt x="74" y="125"/>
                  </a:lnTo>
                  <a:lnTo>
                    <a:pt x="71" y="116"/>
                  </a:lnTo>
                  <a:lnTo>
                    <a:pt x="71" y="108"/>
                  </a:lnTo>
                  <a:lnTo>
                    <a:pt x="71" y="108"/>
                  </a:lnTo>
                  <a:lnTo>
                    <a:pt x="71" y="98"/>
                  </a:lnTo>
                  <a:lnTo>
                    <a:pt x="74" y="90"/>
                  </a:lnTo>
                  <a:lnTo>
                    <a:pt x="78" y="83"/>
                  </a:lnTo>
                  <a:lnTo>
                    <a:pt x="84" y="76"/>
                  </a:lnTo>
                  <a:lnTo>
                    <a:pt x="91" y="70"/>
                  </a:lnTo>
                  <a:lnTo>
                    <a:pt x="98" y="66"/>
                  </a:lnTo>
                  <a:lnTo>
                    <a:pt x="107" y="63"/>
                  </a:lnTo>
                  <a:lnTo>
                    <a:pt x="116" y="62"/>
                  </a:lnTo>
                  <a:lnTo>
                    <a:pt x="116" y="62"/>
                  </a:lnTo>
                  <a:lnTo>
                    <a:pt x="125" y="63"/>
                  </a:lnTo>
                  <a:lnTo>
                    <a:pt x="133" y="66"/>
                  </a:lnTo>
                  <a:lnTo>
                    <a:pt x="142" y="70"/>
                  </a:lnTo>
                  <a:lnTo>
                    <a:pt x="147" y="76"/>
                  </a:lnTo>
                  <a:lnTo>
                    <a:pt x="153" y="83"/>
                  </a:lnTo>
                  <a:lnTo>
                    <a:pt x="157" y="90"/>
                  </a:lnTo>
                  <a:lnTo>
                    <a:pt x="160" y="98"/>
                  </a:lnTo>
                  <a:lnTo>
                    <a:pt x="161" y="108"/>
                  </a:lnTo>
                  <a:lnTo>
                    <a:pt x="161" y="108"/>
                  </a:lnTo>
                  <a:lnTo>
                    <a:pt x="160" y="116"/>
                  </a:lnTo>
                  <a:lnTo>
                    <a:pt x="157" y="125"/>
                  </a:lnTo>
                  <a:lnTo>
                    <a:pt x="153" y="132"/>
                  </a:lnTo>
                  <a:lnTo>
                    <a:pt x="147" y="139"/>
                  </a:lnTo>
                  <a:lnTo>
                    <a:pt x="142" y="144"/>
                  </a:lnTo>
                  <a:lnTo>
                    <a:pt x="133" y="148"/>
                  </a:lnTo>
                  <a:lnTo>
                    <a:pt x="125" y="151"/>
                  </a:lnTo>
                  <a:lnTo>
                    <a:pt x="116" y="153"/>
                  </a:lnTo>
                  <a:lnTo>
                    <a:pt x="116" y="1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91" name="Freeform 30"/>
            <p:cNvSpPr>
              <a:spLocks noEditPoints="1"/>
            </p:cNvSpPr>
            <p:nvPr/>
          </p:nvSpPr>
          <p:spPr bwMode="auto">
            <a:xfrm>
              <a:off x="4333876" y="312738"/>
              <a:ext cx="122238" cy="115888"/>
            </a:xfrm>
            <a:custGeom>
              <a:avLst/>
              <a:gdLst>
                <a:gd name="T0" fmla="*/ 114 w 231"/>
                <a:gd name="T1" fmla="*/ 0 h 221"/>
                <a:gd name="T2" fmla="*/ 92 w 231"/>
                <a:gd name="T3" fmla="*/ 1 h 221"/>
                <a:gd name="T4" fmla="*/ 70 w 231"/>
                <a:gd name="T5" fmla="*/ 8 h 221"/>
                <a:gd name="T6" fmla="*/ 50 w 231"/>
                <a:gd name="T7" fmla="*/ 18 h 221"/>
                <a:gd name="T8" fmla="*/ 33 w 231"/>
                <a:gd name="T9" fmla="*/ 32 h 221"/>
                <a:gd name="T10" fmla="*/ 19 w 231"/>
                <a:gd name="T11" fmla="*/ 48 h 221"/>
                <a:gd name="T12" fmla="*/ 8 w 231"/>
                <a:gd name="T13" fmla="*/ 67 h 221"/>
                <a:gd name="T14" fmla="*/ 1 w 231"/>
                <a:gd name="T15" fmla="*/ 88 h 221"/>
                <a:gd name="T16" fmla="*/ 0 w 231"/>
                <a:gd name="T17" fmla="*/ 111 h 221"/>
                <a:gd name="T18" fmla="*/ 0 w 231"/>
                <a:gd name="T19" fmla="*/ 122 h 221"/>
                <a:gd name="T20" fmla="*/ 5 w 231"/>
                <a:gd name="T21" fmla="*/ 143 h 221"/>
                <a:gd name="T22" fmla="*/ 14 w 231"/>
                <a:gd name="T23" fmla="*/ 162 h 221"/>
                <a:gd name="T24" fmla="*/ 26 w 231"/>
                <a:gd name="T25" fmla="*/ 181 h 221"/>
                <a:gd name="T26" fmla="*/ 42 w 231"/>
                <a:gd name="T27" fmla="*/ 195 h 221"/>
                <a:gd name="T28" fmla="*/ 60 w 231"/>
                <a:gd name="T29" fmla="*/ 207 h 221"/>
                <a:gd name="T30" fmla="*/ 81 w 231"/>
                <a:gd name="T31" fmla="*/ 216 h 221"/>
                <a:gd name="T32" fmla="*/ 103 w 231"/>
                <a:gd name="T33" fmla="*/ 220 h 221"/>
                <a:gd name="T34" fmla="*/ 114 w 231"/>
                <a:gd name="T35" fmla="*/ 221 h 221"/>
                <a:gd name="T36" fmla="*/ 138 w 231"/>
                <a:gd name="T37" fmla="*/ 218 h 221"/>
                <a:gd name="T38" fmla="*/ 161 w 231"/>
                <a:gd name="T39" fmla="*/ 211 h 221"/>
                <a:gd name="T40" fmla="*/ 180 w 231"/>
                <a:gd name="T41" fmla="*/ 202 h 221"/>
                <a:gd name="T42" fmla="*/ 197 w 231"/>
                <a:gd name="T43" fmla="*/ 188 h 221"/>
                <a:gd name="T44" fmla="*/ 211 w 231"/>
                <a:gd name="T45" fmla="*/ 172 h 221"/>
                <a:gd name="T46" fmla="*/ 222 w 231"/>
                <a:gd name="T47" fmla="*/ 153 h 221"/>
                <a:gd name="T48" fmla="*/ 229 w 231"/>
                <a:gd name="T49" fmla="*/ 132 h 221"/>
                <a:gd name="T50" fmla="*/ 231 w 231"/>
                <a:gd name="T51" fmla="*/ 111 h 221"/>
                <a:gd name="T52" fmla="*/ 231 w 231"/>
                <a:gd name="T53" fmla="*/ 98 h 221"/>
                <a:gd name="T54" fmla="*/ 225 w 231"/>
                <a:gd name="T55" fmla="*/ 77 h 221"/>
                <a:gd name="T56" fmla="*/ 217 w 231"/>
                <a:gd name="T57" fmla="*/ 57 h 221"/>
                <a:gd name="T58" fmla="*/ 204 w 231"/>
                <a:gd name="T59" fmla="*/ 39 h 221"/>
                <a:gd name="T60" fmla="*/ 189 w 231"/>
                <a:gd name="T61" fmla="*/ 25 h 221"/>
                <a:gd name="T62" fmla="*/ 170 w 231"/>
                <a:gd name="T63" fmla="*/ 13 h 221"/>
                <a:gd name="T64" fmla="*/ 149 w 231"/>
                <a:gd name="T65" fmla="*/ 4 h 221"/>
                <a:gd name="T66" fmla="*/ 127 w 231"/>
                <a:gd name="T67" fmla="*/ 0 h 221"/>
                <a:gd name="T68" fmla="*/ 114 w 231"/>
                <a:gd name="T69" fmla="*/ 0 h 221"/>
                <a:gd name="T70" fmla="*/ 110 w 231"/>
                <a:gd name="T71" fmla="*/ 153 h 221"/>
                <a:gd name="T72" fmla="*/ 92 w 231"/>
                <a:gd name="T73" fmla="*/ 148 h 221"/>
                <a:gd name="T74" fmla="*/ 78 w 231"/>
                <a:gd name="T75" fmla="*/ 139 h 221"/>
                <a:gd name="T76" fmla="*/ 68 w 231"/>
                <a:gd name="T77" fmla="*/ 125 h 221"/>
                <a:gd name="T78" fmla="*/ 65 w 231"/>
                <a:gd name="T79" fmla="*/ 108 h 221"/>
                <a:gd name="T80" fmla="*/ 65 w 231"/>
                <a:gd name="T81" fmla="*/ 98 h 221"/>
                <a:gd name="T82" fmla="*/ 72 w 231"/>
                <a:gd name="T83" fmla="*/ 83 h 221"/>
                <a:gd name="T84" fmla="*/ 85 w 231"/>
                <a:gd name="T85" fmla="*/ 70 h 221"/>
                <a:gd name="T86" fmla="*/ 100 w 231"/>
                <a:gd name="T87" fmla="*/ 63 h 221"/>
                <a:gd name="T88" fmla="*/ 110 w 231"/>
                <a:gd name="T89" fmla="*/ 62 h 221"/>
                <a:gd name="T90" fmla="*/ 127 w 231"/>
                <a:gd name="T91" fmla="*/ 66 h 221"/>
                <a:gd name="T92" fmla="*/ 142 w 231"/>
                <a:gd name="T93" fmla="*/ 76 h 221"/>
                <a:gd name="T94" fmla="*/ 152 w 231"/>
                <a:gd name="T95" fmla="*/ 90 h 221"/>
                <a:gd name="T96" fmla="*/ 155 w 231"/>
                <a:gd name="T97" fmla="*/ 108 h 221"/>
                <a:gd name="T98" fmla="*/ 154 w 231"/>
                <a:gd name="T99" fmla="*/ 116 h 221"/>
                <a:gd name="T100" fmla="*/ 148 w 231"/>
                <a:gd name="T101" fmla="*/ 132 h 221"/>
                <a:gd name="T102" fmla="*/ 135 w 231"/>
                <a:gd name="T103" fmla="*/ 144 h 221"/>
                <a:gd name="T104" fmla="*/ 119 w 231"/>
                <a:gd name="T105" fmla="*/ 151 h 221"/>
                <a:gd name="T106" fmla="*/ 110 w 231"/>
                <a:gd name="T107" fmla="*/ 153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1" h="221">
                  <a:moveTo>
                    <a:pt x="114" y="0"/>
                  </a:moveTo>
                  <a:lnTo>
                    <a:pt x="114" y="0"/>
                  </a:lnTo>
                  <a:lnTo>
                    <a:pt x="103" y="0"/>
                  </a:lnTo>
                  <a:lnTo>
                    <a:pt x="92" y="1"/>
                  </a:lnTo>
                  <a:lnTo>
                    <a:pt x="81" y="4"/>
                  </a:lnTo>
                  <a:lnTo>
                    <a:pt x="70" y="8"/>
                  </a:lnTo>
                  <a:lnTo>
                    <a:pt x="60" y="13"/>
                  </a:lnTo>
                  <a:lnTo>
                    <a:pt x="50" y="18"/>
                  </a:lnTo>
                  <a:lnTo>
                    <a:pt x="42" y="25"/>
                  </a:lnTo>
                  <a:lnTo>
                    <a:pt x="33" y="32"/>
                  </a:lnTo>
                  <a:lnTo>
                    <a:pt x="26" y="39"/>
                  </a:lnTo>
                  <a:lnTo>
                    <a:pt x="19" y="48"/>
                  </a:lnTo>
                  <a:lnTo>
                    <a:pt x="14" y="57"/>
                  </a:lnTo>
                  <a:lnTo>
                    <a:pt x="8" y="67"/>
                  </a:lnTo>
                  <a:lnTo>
                    <a:pt x="5" y="77"/>
                  </a:lnTo>
                  <a:lnTo>
                    <a:pt x="1" y="88"/>
                  </a:lnTo>
                  <a:lnTo>
                    <a:pt x="0" y="98"/>
                  </a:lnTo>
                  <a:lnTo>
                    <a:pt x="0" y="111"/>
                  </a:lnTo>
                  <a:lnTo>
                    <a:pt x="0" y="111"/>
                  </a:lnTo>
                  <a:lnTo>
                    <a:pt x="0" y="122"/>
                  </a:lnTo>
                  <a:lnTo>
                    <a:pt x="1" y="132"/>
                  </a:lnTo>
                  <a:lnTo>
                    <a:pt x="5" y="143"/>
                  </a:lnTo>
                  <a:lnTo>
                    <a:pt x="8" y="153"/>
                  </a:lnTo>
                  <a:lnTo>
                    <a:pt x="14" y="162"/>
                  </a:lnTo>
                  <a:lnTo>
                    <a:pt x="19" y="172"/>
                  </a:lnTo>
                  <a:lnTo>
                    <a:pt x="26" y="181"/>
                  </a:lnTo>
                  <a:lnTo>
                    <a:pt x="33" y="188"/>
                  </a:lnTo>
                  <a:lnTo>
                    <a:pt x="42" y="195"/>
                  </a:lnTo>
                  <a:lnTo>
                    <a:pt x="50" y="202"/>
                  </a:lnTo>
                  <a:lnTo>
                    <a:pt x="60" y="207"/>
                  </a:lnTo>
                  <a:lnTo>
                    <a:pt x="70" y="211"/>
                  </a:lnTo>
                  <a:lnTo>
                    <a:pt x="81" y="216"/>
                  </a:lnTo>
                  <a:lnTo>
                    <a:pt x="92" y="218"/>
                  </a:lnTo>
                  <a:lnTo>
                    <a:pt x="103" y="220"/>
                  </a:lnTo>
                  <a:lnTo>
                    <a:pt x="114" y="221"/>
                  </a:lnTo>
                  <a:lnTo>
                    <a:pt x="114" y="221"/>
                  </a:lnTo>
                  <a:lnTo>
                    <a:pt x="127" y="220"/>
                  </a:lnTo>
                  <a:lnTo>
                    <a:pt x="138" y="218"/>
                  </a:lnTo>
                  <a:lnTo>
                    <a:pt x="149" y="216"/>
                  </a:lnTo>
                  <a:lnTo>
                    <a:pt x="161" y="211"/>
                  </a:lnTo>
                  <a:lnTo>
                    <a:pt x="170" y="207"/>
                  </a:lnTo>
                  <a:lnTo>
                    <a:pt x="180" y="202"/>
                  </a:lnTo>
                  <a:lnTo>
                    <a:pt x="189" y="195"/>
                  </a:lnTo>
                  <a:lnTo>
                    <a:pt x="197" y="188"/>
                  </a:lnTo>
                  <a:lnTo>
                    <a:pt x="204" y="181"/>
                  </a:lnTo>
                  <a:lnTo>
                    <a:pt x="211" y="172"/>
                  </a:lnTo>
                  <a:lnTo>
                    <a:pt x="217" y="162"/>
                  </a:lnTo>
                  <a:lnTo>
                    <a:pt x="222" y="153"/>
                  </a:lnTo>
                  <a:lnTo>
                    <a:pt x="225" y="143"/>
                  </a:lnTo>
                  <a:lnTo>
                    <a:pt x="229" y="132"/>
                  </a:lnTo>
                  <a:lnTo>
                    <a:pt x="231" y="122"/>
                  </a:lnTo>
                  <a:lnTo>
                    <a:pt x="231" y="111"/>
                  </a:lnTo>
                  <a:lnTo>
                    <a:pt x="231" y="111"/>
                  </a:lnTo>
                  <a:lnTo>
                    <a:pt x="231" y="98"/>
                  </a:lnTo>
                  <a:lnTo>
                    <a:pt x="229" y="88"/>
                  </a:lnTo>
                  <a:lnTo>
                    <a:pt x="225" y="77"/>
                  </a:lnTo>
                  <a:lnTo>
                    <a:pt x="222" y="67"/>
                  </a:lnTo>
                  <a:lnTo>
                    <a:pt x="217" y="57"/>
                  </a:lnTo>
                  <a:lnTo>
                    <a:pt x="211" y="48"/>
                  </a:lnTo>
                  <a:lnTo>
                    <a:pt x="204" y="39"/>
                  </a:lnTo>
                  <a:lnTo>
                    <a:pt x="197" y="32"/>
                  </a:lnTo>
                  <a:lnTo>
                    <a:pt x="189" y="25"/>
                  </a:lnTo>
                  <a:lnTo>
                    <a:pt x="180" y="18"/>
                  </a:lnTo>
                  <a:lnTo>
                    <a:pt x="170" y="13"/>
                  </a:lnTo>
                  <a:lnTo>
                    <a:pt x="161" y="8"/>
                  </a:lnTo>
                  <a:lnTo>
                    <a:pt x="149" y="4"/>
                  </a:lnTo>
                  <a:lnTo>
                    <a:pt x="138" y="1"/>
                  </a:lnTo>
                  <a:lnTo>
                    <a:pt x="127" y="0"/>
                  </a:lnTo>
                  <a:lnTo>
                    <a:pt x="114" y="0"/>
                  </a:lnTo>
                  <a:lnTo>
                    <a:pt x="114" y="0"/>
                  </a:lnTo>
                  <a:close/>
                  <a:moveTo>
                    <a:pt x="110" y="153"/>
                  </a:moveTo>
                  <a:lnTo>
                    <a:pt x="110" y="153"/>
                  </a:lnTo>
                  <a:lnTo>
                    <a:pt x="100" y="151"/>
                  </a:lnTo>
                  <a:lnTo>
                    <a:pt x="92" y="148"/>
                  </a:lnTo>
                  <a:lnTo>
                    <a:pt x="85" y="144"/>
                  </a:lnTo>
                  <a:lnTo>
                    <a:pt x="78" y="139"/>
                  </a:lnTo>
                  <a:lnTo>
                    <a:pt x="72" y="132"/>
                  </a:lnTo>
                  <a:lnTo>
                    <a:pt x="68" y="125"/>
                  </a:lnTo>
                  <a:lnTo>
                    <a:pt x="65" y="116"/>
                  </a:lnTo>
                  <a:lnTo>
                    <a:pt x="65" y="108"/>
                  </a:lnTo>
                  <a:lnTo>
                    <a:pt x="65" y="108"/>
                  </a:lnTo>
                  <a:lnTo>
                    <a:pt x="65" y="98"/>
                  </a:lnTo>
                  <a:lnTo>
                    <a:pt x="68" y="90"/>
                  </a:lnTo>
                  <a:lnTo>
                    <a:pt x="72" y="83"/>
                  </a:lnTo>
                  <a:lnTo>
                    <a:pt x="78" y="76"/>
                  </a:lnTo>
                  <a:lnTo>
                    <a:pt x="85" y="70"/>
                  </a:lnTo>
                  <a:lnTo>
                    <a:pt x="92" y="66"/>
                  </a:lnTo>
                  <a:lnTo>
                    <a:pt x="100" y="63"/>
                  </a:lnTo>
                  <a:lnTo>
                    <a:pt x="110" y="62"/>
                  </a:lnTo>
                  <a:lnTo>
                    <a:pt x="110" y="62"/>
                  </a:lnTo>
                  <a:lnTo>
                    <a:pt x="119" y="63"/>
                  </a:lnTo>
                  <a:lnTo>
                    <a:pt x="127" y="66"/>
                  </a:lnTo>
                  <a:lnTo>
                    <a:pt x="135" y="70"/>
                  </a:lnTo>
                  <a:lnTo>
                    <a:pt x="142" y="76"/>
                  </a:lnTo>
                  <a:lnTo>
                    <a:pt x="148" y="83"/>
                  </a:lnTo>
                  <a:lnTo>
                    <a:pt x="152" y="90"/>
                  </a:lnTo>
                  <a:lnTo>
                    <a:pt x="154" y="98"/>
                  </a:lnTo>
                  <a:lnTo>
                    <a:pt x="155" y="108"/>
                  </a:lnTo>
                  <a:lnTo>
                    <a:pt x="155" y="108"/>
                  </a:lnTo>
                  <a:lnTo>
                    <a:pt x="154" y="116"/>
                  </a:lnTo>
                  <a:lnTo>
                    <a:pt x="152" y="125"/>
                  </a:lnTo>
                  <a:lnTo>
                    <a:pt x="148" y="132"/>
                  </a:lnTo>
                  <a:lnTo>
                    <a:pt x="142" y="139"/>
                  </a:lnTo>
                  <a:lnTo>
                    <a:pt x="135" y="144"/>
                  </a:lnTo>
                  <a:lnTo>
                    <a:pt x="127" y="148"/>
                  </a:lnTo>
                  <a:lnTo>
                    <a:pt x="119" y="151"/>
                  </a:lnTo>
                  <a:lnTo>
                    <a:pt x="110" y="153"/>
                  </a:lnTo>
                  <a:lnTo>
                    <a:pt x="110" y="1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grpSp>
      <p:sp>
        <p:nvSpPr>
          <p:cNvPr id="199" name="文本框 198"/>
          <p:cNvSpPr txBox="1"/>
          <p:nvPr/>
        </p:nvSpPr>
        <p:spPr>
          <a:xfrm>
            <a:off x="8738937" y="855736"/>
            <a:ext cx="748923" cy="1107996"/>
          </a:xfrm>
          <a:prstGeom prst="rect">
            <a:avLst/>
          </a:prstGeom>
          <a:noFill/>
        </p:spPr>
        <p:txBody>
          <a:bodyPr wrap="none" rtlCol="0">
            <a:spAutoFit/>
          </a:bodyPr>
          <a:lstStyle/>
          <a:p>
            <a:r>
              <a:rPr lang="en-US" altLang="zh-CN" sz="6600" dirty="0">
                <a:solidFill>
                  <a:srgbClr val="595959"/>
                </a:solidFill>
                <a:latin typeface="Arial" panose="020B0604020202020204" pitchFamily="34" charset="0"/>
                <a:ea typeface="Tahoma" panose="020B0604030504040204" pitchFamily="34" charset="0"/>
                <a:cs typeface="Arial" panose="020B0604020202020204" pitchFamily="34" charset="0"/>
              </a:rPr>
              <a:t>A</a:t>
            </a:r>
            <a:endParaRPr lang="zh-CN" altLang="en-US" sz="6600" dirty="0">
              <a:solidFill>
                <a:srgbClr val="595959"/>
              </a:solidFill>
              <a:latin typeface="Arial" panose="020B0604020202020204" pitchFamily="34" charset="0"/>
              <a:cs typeface="Arial" panose="020B0604020202020204" pitchFamily="34" charset="0"/>
            </a:endParaRPr>
          </a:p>
        </p:txBody>
      </p:sp>
      <p:sp>
        <p:nvSpPr>
          <p:cNvPr id="200" name="文本框 199"/>
          <p:cNvSpPr txBox="1"/>
          <p:nvPr/>
        </p:nvSpPr>
        <p:spPr>
          <a:xfrm>
            <a:off x="8738937" y="4737205"/>
            <a:ext cx="795411" cy="1107996"/>
          </a:xfrm>
          <a:prstGeom prst="rect">
            <a:avLst/>
          </a:prstGeom>
          <a:noFill/>
        </p:spPr>
        <p:txBody>
          <a:bodyPr wrap="none" rtlCol="0">
            <a:spAutoFit/>
          </a:bodyPr>
          <a:lstStyle/>
          <a:p>
            <a:r>
              <a:rPr lang="en-US" altLang="zh-CN" sz="6600" dirty="0">
                <a:solidFill>
                  <a:srgbClr val="595959"/>
                </a:solidFill>
                <a:latin typeface="Arial" panose="020B0604020202020204" pitchFamily="34" charset="0"/>
                <a:ea typeface="Tahoma" panose="020B0604030504040204" pitchFamily="34" charset="0"/>
                <a:cs typeface="Arial" panose="020B0604020202020204" pitchFamily="34" charset="0"/>
              </a:rPr>
              <a:t>C</a:t>
            </a:r>
            <a:endParaRPr lang="zh-CN" altLang="en-US" sz="6600" dirty="0">
              <a:solidFill>
                <a:srgbClr val="595959"/>
              </a:solidFill>
              <a:latin typeface="Arial" panose="020B0604020202020204" pitchFamily="34" charset="0"/>
              <a:cs typeface="Arial" panose="020B0604020202020204" pitchFamily="34" charset="0"/>
            </a:endParaRPr>
          </a:p>
        </p:txBody>
      </p:sp>
      <p:sp>
        <p:nvSpPr>
          <p:cNvPr id="201" name="文本框 200"/>
          <p:cNvSpPr txBox="1"/>
          <p:nvPr/>
        </p:nvSpPr>
        <p:spPr>
          <a:xfrm>
            <a:off x="6816299" y="2760136"/>
            <a:ext cx="795411" cy="1107996"/>
          </a:xfrm>
          <a:prstGeom prst="rect">
            <a:avLst/>
          </a:prstGeom>
          <a:noFill/>
        </p:spPr>
        <p:txBody>
          <a:bodyPr wrap="none" rtlCol="0">
            <a:spAutoFit/>
          </a:bodyPr>
          <a:lstStyle/>
          <a:p>
            <a:r>
              <a:rPr lang="en-US" altLang="zh-CN" sz="6600" dirty="0">
                <a:solidFill>
                  <a:srgbClr val="595959"/>
                </a:solidFill>
                <a:latin typeface="Arial" panose="020B0604020202020204" pitchFamily="34" charset="0"/>
                <a:ea typeface="Tahoma" panose="020B0604030504040204" pitchFamily="34" charset="0"/>
                <a:cs typeface="Arial" panose="020B0604020202020204" pitchFamily="34" charset="0"/>
              </a:rPr>
              <a:t>D</a:t>
            </a:r>
            <a:endParaRPr lang="zh-CN" altLang="en-US" sz="6600" dirty="0">
              <a:solidFill>
                <a:srgbClr val="595959"/>
              </a:solidFill>
              <a:latin typeface="Arial" panose="020B0604020202020204" pitchFamily="34" charset="0"/>
              <a:cs typeface="Arial" panose="020B0604020202020204" pitchFamily="34" charset="0"/>
            </a:endParaRPr>
          </a:p>
        </p:txBody>
      </p:sp>
      <p:sp>
        <p:nvSpPr>
          <p:cNvPr id="202" name="文本框 201"/>
          <p:cNvSpPr txBox="1"/>
          <p:nvPr/>
        </p:nvSpPr>
        <p:spPr>
          <a:xfrm>
            <a:off x="10621789" y="2760136"/>
            <a:ext cx="748923" cy="1107996"/>
          </a:xfrm>
          <a:prstGeom prst="rect">
            <a:avLst/>
          </a:prstGeom>
          <a:noFill/>
        </p:spPr>
        <p:txBody>
          <a:bodyPr wrap="none" rtlCol="0">
            <a:spAutoFit/>
          </a:bodyPr>
          <a:lstStyle/>
          <a:p>
            <a:r>
              <a:rPr lang="en-US" altLang="zh-CN" sz="6600" dirty="0">
                <a:solidFill>
                  <a:srgbClr val="595959"/>
                </a:solidFill>
                <a:latin typeface="Arial" panose="020B0604020202020204" pitchFamily="34" charset="0"/>
                <a:ea typeface="Tahoma" panose="020B0604030504040204" pitchFamily="34" charset="0"/>
                <a:cs typeface="Arial" panose="020B0604020202020204" pitchFamily="34" charset="0"/>
              </a:rPr>
              <a:t>B</a:t>
            </a:r>
            <a:endParaRPr lang="zh-CN" altLang="en-US" sz="6600" dirty="0">
              <a:solidFill>
                <a:srgbClr val="595959"/>
              </a:solidFill>
              <a:latin typeface="Arial" panose="020B0604020202020204" pitchFamily="34" charset="0"/>
              <a:cs typeface="Arial" panose="020B0604020202020204" pitchFamily="34" charset="0"/>
            </a:endParaRPr>
          </a:p>
        </p:txBody>
      </p:sp>
      <p:sp>
        <p:nvSpPr>
          <p:cNvPr id="31"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134357775"/>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矩形 37"/>
          <p:cNvSpPr/>
          <p:nvPr/>
        </p:nvSpPr>
        <p:spPr>
          <a:xfrm>
            <a:off x="10859505" y="0"/>
            <a:ext cx="1332495" cy="6858000"/>
          </a:xfrm>
          <a:prstGeom prst="rect">
            <a:avLst/>
          </a:prstGeom>
          <a:solidFill>
            <a:srgbClr val="E1E1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44" name="Freeform 60"/>
          <p:cNvSpPr>
            <a:spLocks/>
          </p:cNvSpPr>
          <p:nvPr/>
        </p:nvSpPr>
        <p:spPr bwMode="auto">
          <a:xfrm>
            <a:off x="1007063" y="4143553"/>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 name="文本框 44"/>
          <p:cNvSpPr txBox="1"/>
          <p:nvPr/>
        </p:nvSpPr>
        <p:spPr>
          <a:xfrm>
            <a:off x="940215" y="4943154"/>
            <a:ext cx="3555585" cy="1089529"/>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网络</a:t>
            </a:r>
            <a:r>
              <a:rPr lang="en-US" altLang="zh-CN" dirty="0">
                <a:solidFill>
                  <a:prstClr val="black">
                    <a:lumMod val="65000"/>
                    <a:lumOff val="35000"/>
                  </a:prstClr>
                </a:solidFill>
                <a:latin typeface="微软雅黑" panose="020B0503020204020204" pitchFamily="34" charset="-122"/>
              </a:rPr>
              <a:t>EPS</a:t>
            </a:r>
            <a:r>
              <a:rPr lang="zh-CN" altLang="en-US" dirty="0">
                <a:solidFill>
                  <a:prstClr val="black">
                    <a:lumMod val="65000"/>
                    <a:lumOff val="35000"/>
                  </a:prstClr>
                </a:solidFill>
                <a:latin typeface="微软雅黑" panose="020B0503020204020204" pitchFamily="34" charset="-122"/>
              </a:rPr>
              <a:t>素材改编；</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底色需要用纯白；</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矢量图标可替换</a:t>
            </a:r>
            <a:r>
              <a:rPr lang="en-US" altLang="zh-CN" dirty="0">
                <a:solidFill>
                  <a:prstClr val="black">
                    <a:lumMod val="65000"/>
                    <a:lumOff val="35000"/>
                  </a:prstClr>
                </a:solidFill>
                <a:latin typeface="微软雅黑" panose="020B0503020204020204" pitchFamily="34" charset="-122"/>
              </a:rPr>
              <a:t>/</a:t>
            </a:r>
            <a:r>
              <a:rPr lang="zh-CN" altLang="en-US" dirty="0">
                <a:solidFill>
                  <a:prstClr val="black">
                    <a:lumMod val="65000"/>
                    <a:lumOff val="35000"/>
                  </a:prstClr>
                </a:solidFill>
                <a:latin typeface="微软雅黑" panose="020B0503020204020204" pitchFamily="34" charset="-122"/>
              </a:rPr>
              <a:t>删除；</a:t>
            </a:r>
            <a:endParaRPr lang="en-US" altLang="zh-CN" dirty="0">
              <a:solidFill>
                <a:prstClr val="black">
                  <a:lumMod val="65000"/>
                  <a:lumOff val="35000"/>
                </a:prstClr>
              </a:solidFill>
              <a:latin typeface="微软雅黑" panose="020B0503020204020204" pitchFamily="34" charset="-122"/>
            </a:endParaRPr>
          </a:p>
        </p:txBody>
      </p:sp>
      <p:sp>
        <p:nvSpPr>
          <p:cNvPr id="46" name="圆角矩形 45"/>
          <p:cNvSpPr/>
          <p:nvPr/>
        </p:nvSpPr>
        <p:spPr>
          <a:xfrm>
            <a:off x="1674755" y="4302838"/>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47" name="等腰三角形 46"/>
          <p:cNvSpPr/>
          <p:nvPr/>
        </p:nvSpPr>
        <p:spPr>
          <a:xfrm rot="16200000">
            <a:off x="1600123" y="4370382"/>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53"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endParaRPr lang="zh-CN" altLang="zh-CN" sz="2800" b="1" dirty="0">
              <a:solidFill>
                <a:schemeClr val="tx1">
                  <a:lumMod val="65000"/>
                  <a:lumOff val="35000"/>
                </a:schemeClr>
              </a:solidFill>
            </a:endParaRPr>
          </a:p>
        </p:txBody>
      </p:sp>
      <p:grpSp>
        <p:nvGrpSpPr>
          <p:cNvPr id="42" name="组合 65"/>
          <p:cNvGrpSpPr/>
          <p:nvPr/>
        </p:nvGrpSpPr>
        <p:grpSpPr>
          <a:xfrm>
            <a:off x="4012097" y="0"/>
            <a:ext cx="6847408" cy="6858000"/>
            <a:chOff x="4043363" y="1373188"/>
            <a:chExt cx="4105275" cy="4111625"/>
          </a:xfrm>
        </p:grpSpPr>
        <p:sp>
          <p:nvSpPr>
            <p:cNvPr id="43" name="Freeform 6"/>
            <p:cNvSpPr>
              <a:spLocks noEditPoints="1"/>
            </p:cNvSpPr>
            <p:nvPr/>
          </p:nvSpPr>
          <p:spPr bwMode="auto">
            <a:xfrm>
              <a:off x="4043363" y="1373188"/>
              <a:ext cx="4105275" cy="4111625"/>
            </a:xfrm>
            <a:custGeom>
              <a:avLst/>
              <a:gdLst>
                <a:gd name="T0" fmla="*/ 1293 w 2586"/>
                <a:gd name="T1" fmla="*/ 1296 h 2590"/>
                <a:gd name="T2" fmla="*/ 1622 w 2586"/>
                <a:gd name="T3" fmla="*/ 964 h 2590"/>
                <a:gd name="T4" fmla="*/ 1850 w 2586"/>
                <a:gd name="T5" fmla="*/ 1192 h 2590"/>
                <a:gd name="T6" fmla="*/ 1966 w 2586"/>
                <a:gd name="T7" fmla="*/ 1073 h 2590"/>
                <a:gd name="T8" fmla="*/ 1966 w 2586"/>
                <a:gd name="T9" fmla="*/ 1640 h 2590"/>
                <a:gd name="T10" fmla="*/ 1402 w 2586"/>
                <a:gd name="T11" fmla="*/ 1640 h 2590"/>
                <a:gd name="T12" fmla="*/ 1518 w 2586"/>
                <a:gd name="T13" fmla="*/ 1521 h 2590"/>
                <a:gd name="T14" fmla="*/ 1293 w 2586"/>
                <a:gd name="T15" fmla="*/ 1296 h 2590"/>
                <a:gd name="T16" fmla="*/ 1293 w 2586"/>
                <a:gd name="T17" fmla="*/ 1358 h 2590"/>
                <a:gd name="T18" fmla="*/ 1229 w 2586"/>
                <a:gd name="T19" fmla="*/ 1358 h 2590"/>
                <a:gd name="T20" fmla="*/ 1293 w 2586"/>
                <a:gd name="T21" fmla="*/ 1294 h 2590"/>
                <a:gd name="T22" fmla="*/ 1293 w 2586"/>
                <a:gd name="T23" fmla="*/ 1296 h 2590"/>
                <a:gd name="T24" fmla="*/ 1923 w 2586"/>
                <a:gd name="T25" fmla="*/ 666 h 2590"/>
                <a:gd name="T26" fmla="*/ 1984 w 2586"/>
                <a:gd name="T27" fmla="*/ 602 h 2590"/>
                <a:gd name="T28" fmla="*/ 1984 w 2586"/>
                <a:gd name="T29" fmla="*/ 666 h 2590"/>
                <a:gd name="T30" fmla="*/ 1923 w 2586"/>
                <a:gd name="T31" fmla="*/ 666 h 2590"/>
                <a:gd name="T32" fmla="*/ 2586 w 2586"/>
                <a:gd name="T33" fmla="*/ 0 h 2590"/>
                <a:gd name="T34" fmla="*/ 0 w 2586"/>
                <a:gd name="T35" fmla="*/ 2590 h 2590"/>
                <a:gd name="T36" fmla="*/ 2586 w 2586"/>
                <a:gd name="T37" fmla="*/ 2590 h 2590"/>
                <a:gd name="T38" fmla="*/ 2586 w 2586"/>
                <a:gd name="T39" fmla="*/ 0 h 2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86" h="2590">
                  <a:moveTo>
                    <a:pt x="1293" y="1296"/>
                  </a:moveTo>
                  <a:lnTo>
                    <a:pt x="1622" y="964"/>
                  </a:lnTo>
                  <a:lnTo>
                    <a:pt x="1850" y="1192"/>
                  </a:lnTo>
                  <a:lnTo>
                    <a:pt x="1966" y="1073"/>
                  </a:lnTo>
                  <a:lnTo>
                    <a:pt x="1966" y="1640"/>
                  </a:lnTo>
                  <a:lnTo>
                    <a:pt x="1402" y="1640"/>
                  </a:lnTo>
                  <a:lnTo>
                    <a:pt x="1518" y="1521"/>
                  </a:lnTo>
                  <a:lnTo>
                    <a:pt x="1293" y="1296"/>
                  </a:lnTo>
                  <a:lnTo>
                    <a:pt x="1293" y="1358"/>
                  </a:lnTo>
                  <a:lnTo>
                    <a:pt x="1229" y="1358"/>
                  </a:lnTo>
                  <a:lnTo>
                    <a:pt x="1293" y="1294"/>
                  </a:lnTo>
                  <a:lnTo>
                    <a:pt x="1293" y="1296"/>
                  </a:lnTo>
                  <a:close/>
                  <a:moveTo>
                    <a:pt x="1923" y="666"/>
                  </a:moveTo>
                  <a:lnTo>
                    <a:pt x="1984" y="602"/>
                  </a:lnTo>
                  <a:lnTo>
                    <a:pt x="1984" y="666"/>
                  </a:lnTo>
                  <a:lnTo>
                    <a:pt x="1923" y="666"/>
                  </a:lnTo>
                  <a:close/>
                  <a:moveTo>
                    <a:pt x="2586" y="0"/>
                  </a:moveTo>
                  <a:lnTo>
                    <a:pt x="0" y="2590"/>
                  </a:lnTo>
                  <a:lnTo>
                    <a:pt x="2586" y="2590"/>
                  </a:lnTo>
                  <a:lnTo>
                    <a:pt x="2586" y="0"/>
                  </a:lnTo>
                  <a:close/>
                </a:path>
              </a:pathLst>
            </a:custGeom>
            <a:solidFill>
              <a:srgbClr val="E1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7"/>
            <p:cNvSpPr>
              <a:spLocks noEditPoints="1"/>
            </p:cNvSpPr>
            <p:nvPr/>
          </p:nvSpPr>
          <p:spPr bwMode="auto">
            <a:xfrm>
              <a:off x="4043363" y="1373188"/>
              <a:ext cx="4105275" cy="4111625"/>
            </a:xfrm>
            <a:custGeom>
              <a:avLst/>
              <a:gdLst>
                <a:gd name="T0" fmla="*/ 1293 w 2586"/>
                <a:gd name="T1" fmla="*/ 1296 h 2590"/>
                <a:gd name="T2" fmla="*/ 1622 w 2586"/>
                <a:gd name="T3" fmla="*/ 964 h 2590"/>
                <a:gd name="T4" fmla="*/ 1850 w 2586"/>
                <a:gd name="T5" fmla="*/ 1192 h 2590"/>
                <a:gd name="T6" fmla="*/ 1966 w 2586"/>
                <a:gd name="T7" fmla="*/ 1073 h 2590"/>
                <a:gd name="T8" fmla="*/ 1966 w 2586"/>
                <a:gd name="T9" fmla="*/ 1640 h 2590"/>
                <a:gd name="T10" fmla="*/ 1402 w 2586"/>
                <a:gd name="T11" fmla="*/ 1640 h 2590"/>
                <a:gd name="T12" fmla="*/ 1518 w 2586"/>
                <a:gd name="T13" fmla="*/ 1521 h 2590"/>
                <a:gd name="T14" fmla="*/ 1293 w 2586"/>
                <a:gd name="T15" fmla="*/ 1296 h 2590"/>
                <a:gd name="T16" fmla="*/ 1293 w 2586"/>
                <a:gd name="T17" fmla="*/ 1358 h 2590"/>
                <a:gd name="T18" fmla="*/ 1229 w 2586"/>
                <a:gd name="T19" fmla="*/ 1358 h 2590"/>
                <a:gd name="T20" fmla="*/ 1293 w 2586"/>
                <a:gd name="T21" fmla="*/ 1294 h 2590"/>
                <a:gd name="T22" fmla="*/ 1293 w 2586"/>
                <a:gd name="T23" fmla="*/ 1296 h 2590"/>
                <a:gd name="T24" fmla="*/ 1923 w 2586"/>
                <a:gd name="T25" fmla="*/ 666 h 2590"/>
                <a:gd name="T26" fmla="*/ 1984 w 2586"/>
                <a:gd name="T27" fmla="*/ 602 h 2590"/>
                <a:gd name="T28" fmla="*/ 1984 w 2586"/>
                <a:gd name="T29" fmla="*/ 666 h 2590"/>
                <a:gd name="T30" fmla="*/ 1923 w 2586"/>
                <a:gd name="T31" fmla="*/ 666 h 2590"/>
                <a:gd name="T32" fmla="*/ 2586 w 2586"/>
                <a:gd name="T33" fmla="*/ 0 h 2590"/>
                <a:gd name="T34" fmla="*/ 0 w 2586"/>
                <a:gd name="T35" fmla="*/ 2590 h 2590"/>
                <a:gd name="T36" fmla="*/ 2586 w 2586"/>
                <a:gd name="T37" fmla="*/ 2590 h 2590"/>
                <a:gd name="T38" fmla="*/ 2586 w 2586"/>
                <a:gd name="T39" fmla="*/ 0 h 2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86" h="2590">
                  <a:moveTo>
                    <a:pt x="1293" y="1296"/>
                  </a:moveTo>
                  <a:lnTo>
                    <a:pt x="1622" y="964"/>
                  </a:lnTo>
                  <a:lnTo>
                    <a:pt x="1850" y="1192"/>
                  </a:lnTo>
                  <a:lnTo>
                    <a:pt x="1966" y="1073"/>
                  </a:lnTo>
                  <a:lnTo>
                    <a:pt x="1966" y="1640"/>
                  </a:lnTo>
                  <a:lnTo>
                    <a:pt x="1402" y="1640"/>
                  </a:lnTo>
                  <a:lnTo>
                    <a:pt x="1518" y="1521"/>
                  </a:lnTo>
                  <a:lnTo>
                    <a:pt x="1293" y="1296"/>
                  </a:lnTo>
                  <a:lnTo>
                    <a:pt x="1293" y="1358"/>
                  </a:lnTo>
                  <a:lnTo>
                    <a:pt x="1229" y="1358"/>
                  </a:lnTo>
                  <a:lnTo>
                    <a:pt x="1293" y="1294"/>
                  </a:lnTo>
                  <a:lnTo>
                    <a:pt x="1293" y="1296"/>
                  </a:lnTo>
                  <a:moveTo>
                    <a:pt x="1923" y="666"/>
                  </a:moveTo>
                  <a:lnTo>
                    <a:pt x="1984" y="602"/>
                  </a:lnTo>
                  <a:lnTo>
                    <a:pt x="1984" y="666"/>
                  </a:lnTo>
                  <a:lnTo>
                    <a:pt x="1923" y="666"/>
                  </a:lnTo>
                  <a:moveTo>
                    <a:pt x="2586" y="0"/>
                  </a:moveTo>
                  <a:lnTo>
                    <a:pt x="0" y="2590"/>
                  </a:lnTo>
                  <a:lnTo>
                    <a:pt x="2586" y="2590"/>
                  </a:lnTo>
                  <a:lnTo>
                    <a:pt x="258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8"/>
            <p:cNvSpPr>
              <a:spLocks/>
            </p:cNvSpPr>
            <p:nvPr/>
          </p:nvSpPr>
          <p:spPr bwMode="auto">
            <a:xfrm>
              <a:off x="4999038" y="4002088"/>
              <a:ext cx="1066800" cy="1068388"/>
            </a:xfrm>
            <a:custGeom>
              <a:avLst/>
              <a:gdLst>
                <a:gd name="T0" fmla="*/ 0 w 672"/>
                <a:gd name="T1" fmla="*/ 332 h 673"/>
                <a:gd name="T2" fmla="*/ 224 w 672"/>
                <a:gd name="T3" fmla="*/ 557 h 673"/>
                <a:gd name="T4" fmla="*/ 108 w 672"/>
                <a:gd name="T5" fmla="*/ 673 h 673"/>
                <a:gd name="T6" fmla="*/ 672 w 672"/>
                <a:gd name="T7" fmla="*/ 673 h 673"/>
                <a:gd name="T8" fmla="*/ 672 w 672"/>
                <a:gd name="T9" fmla="*/ 109 h 673"/>
                <a:gd name="T10" fmla="*/ 556 w 672"/>
                <a:gd name="T11" fmla="*/ 225 h 673"/>
                <a:gd name="T12" fmla="*/ 329 w 672"/>
                <a:gd name="T13" fmla="*/ 0 h 673"/>
                <a:gd name="T14" fmla="*/ 0 w 672"/>
                <a:gd name="T15" fmla="*/ 332 h 67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2" h="673">
                  <a:moveTo>
                    <a:pt x="0" y="332"/>
                  </a:moveTo>
                  <a:lnTo>
                    <a:pt x="224" y="557"/>
                  </a:lnTo>
                  <a:lnTo>
                    <a:pt x="108" y="673"/>
                  </a:lnTo>
                  <a:lnTo>
                    <a:pt x="672" y="673"/>
                  </a:lnTo>
                  <a:lnTo>
                    <a:pt x="672" y="109"/>
                  </a:lnTo>
                  <a:lnTo>
                    <a:pt x="556" y="225"/>
                  </a:lnTo>
                  <a:lnTo>
                    <a:pt x="329" y="0"/>
                  </a:lnTo>
                  <a:lnTo>
                    <a:pt x="0" y="332"/>
                  </a:ln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9"/>
            <p:cNvSpPr>
              <a:spLocks/>
            </p:cNvSpPr>
            <p:nvPr/>
          </p:nvSpPr>
          <p:spPr bwMode="auto">
            <a:xfrm>
              <a:off x="6096001" y="2903538"/>
              <a:ext cx="1068388" cy="1073150"/>
            </a:xfrm>
            <a:custGeom>
              <a:avLst/>
              <a:gdLst>
                <a:gd name="T0" fmla="*/ 0 w 673"/>
                <a:gd name="T1" fmla="*/ 332 h 676"/>
                <a:gd name="T2" fmla="*/ 225 w 673"/>
                <a:gd name="T3" fmla="*/ 557 h 676"/>
                <a:gd name="T4" fmla="*/ 109 w 673"/>
                <a:gd name="T5" fmla="*/ 676 h 676"/>
                <a:gd name="T6" fmla="*/ 673 w 673"/>
                <a:gd name="T7" fmla="*/ 676 h 676"/>
                <a:gd name="T8" fmla="*/ 673 w 673"/>
                <a:gd name="T9" fmla="*/ 109 h 676"/>
                <a:gd name="T10" fmla="*/ 557 w 673"/>
                <a:gd name="T11" fmla="*/ 228 h 676"/>
                <a:gd name="T12" fmla="*/ 329 w 673"/>
                <a:gd name="T13" fmla="*/ 0 h 676"/>
                <a:gd name="T14" fmla="*/ 0 w 673"/>
                <a:gd name="T15" fmla="*/ 332 h 6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3" h="676">
                  <a:moveTo>
                    <a:pt x="0" y="332"/>
                  </a:moveTo>
                  <a:lnTo>
                    <a:pt x="225" y="557"/>
                  </a:lnTo>
                  <a:lnTo>
                    <a:pt x="109" y="676"/>
                  </a:lnTo>
                  <a:lnTo>
                    <a:pt x="673" y="676"/>
                  </a:lnTo>
                  <a:lnTo>
                    <a:pt x="673" y="109"/>
                  </a:lnTo>
                  <a:lnTo>
                    <a:pt x="557" y="228"/>
                  </a:lnTo>
                  <a:lnTo>
                    <a:pt x="329" y="0"/>
                  </a:lnTo>
                  <a:lnTo>
                    <a:pt x="0" y="332"/>
                  </a:lnTo>
                  <a:close/>
                </a:path>
              </a:pathLst>
            </a:custGeom>
            <a:solidFill>
              <a:srgbClr val="8282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10"/>
            <p:cNvSpPr>
              <a:spLocks/>
            </p:cNvSpPr>
            <p:nvPr/>
          </p:nvSpPr>
          <p:spPr bwMode="auto">
            <a:xfrm>
              <a:off x="6096001" y="2903538"/>
              <a:ext cx="1068388" cy="1073150"/>
            </a:xfrm>
            <a:custGeom>
              <a:avLst/>
              <a:gdLst>
                <a:gd name="T0" fmla="*/ 0 w 673"/>
                <a:gd name="T1" fmla="*/ 332 h 676"/>
                <a:gd name="T2" fmla="*/ 225 w 673"/>
                <a:gd name="T3" fmla="*/ 557 h 676"/>
                <a:gd name="T4" fmla="*/ 109 w 673"/>
                <a:gd name="T5" fmla="*/ 676 h 676"/>
                <a:gd name="T6" fmla="*/ 673 w 673"/>
                <a:gd name="T7" fmla="*/ 676 h 676"/>
                <a:gd name="T8" fmla="*/ 673 w 673"/>
                <a:gd name="T9" fmla="*/ 109 h 676"/>
                <a:gd name="T10" fmla="*/ 557 w 673"/>
                <a:gd name="T11" fmla="*/ 228 h 676"/>
                <a:gd name="T12" fmla="*/ 329 w 673"/>
                <a:gd name="T13" fmla="*/ 0 h 676"/>
                <a:gd name="T14" fmla="*/ 0 w 673"/>
                <a:gd name="T15" fmla="*/ 332 h 6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3" h="676">
                  <a:moveTo>
                    <a:pt x="0" y="332"/>
                  </a:moveTo>
                  <a:lnTo>
                    <a:pt x="225" y="557"/>
                  </a:lnTo>
                  <a:lnTo>
                    <a:pt x="109" y="676"/>
                  </a:lnTo>
                  <a:lnTo>
                    <a:pt x="673" y="676"/>
                  </a:lnTo>
                  <a:lnTo>
                    <a:pt x="673" y="109"/>
                  </a:lnTo>
                  <a:lnTo>
                    <a:pt x="557" y="228"/>
                  </a:lnTo>
                  <a:lnTo>
                    <a:pt x="329" y="0"/>
                  </a:lnTo>
                  <a:lnTo>
                    <a:pt x="0" y="33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11"/>
            <p:cNvSpPr>
              <a:spLocks/>
            </p:cNvSpPr>
            <p:nvPr/>
          </p:nvSpPr>
          <p:spPr bwMode="auto">
            <a:xfrm>
              <a:off x="7096126" y="2328863"/>
              <a:ext cx="96838" cy="101600"/>
            </a:xfrm>
            <a:custGeom>
              <a:avLst/>
              <a:gdLst>
                <a:gd name="T0" fmla="*/ 61 w 61"/>
                <a:gd name="T1" fmla="*/ 0 h 64"/>
                <a:gd name="T2" fmla="*/ 0 w 61"/>
                <a:gd name="T3" fmla="*/ 64 h 64"/>
                <a:gd name="T4" fmla="*/ 61 w 61"/>
                <a:gd name="T5" fmla="*/ 64 h 64"/>
                <a:gd name="T6" fmla="*/ 61 w 61"/>
                <a:gd name="T7" fmla="*/ 0 h 64"/>
              </a:gdLst>
              <a:ahLst/>
              <a:cxnLst>
                <a:cxn ang="0">
                  <a:pos x="T0" y="T1"/>
                </a:cxn>
                <a:cxn ang="0">
                  <a:pos x="T2" y="T3"/>
                </a:cxn>
                <a:cxn ang="0">
                  <a:pos x="T4" y="T5"/>
                </a:cxn>
                <a:cxn ang="0">
                  <a:pos x="T6" y="T7"/>
                </a:cxn>
              </a:cxnLst>
              <a:rect l="0" t="0" r="r" b="b"/>
              <a:pathLst>
                <a:path w="61" h="64">
                  <a:moveTo>
                    <a:pt x="61" y="0"/>
                  </a:moveTo>
                  <a:lnTo>
                    <a:pt x="0" y="64"/>
                  </a:lnTo>
                  <a:lnTo>
                    <a:pt x="61" y="64"/>
                  </a:lnTo>
                  <a:lnTo>
                    <a:pt x="61" y="0"/>
                  </a:lnTo>
                  <a:close/>
                </a:path>
              </a:pathLst>
            </a:custGeom>
            <a:solidFill>
              <a:srgbClr val="1B7D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12"/>
            <p:cNvSpPr>
              <a:spLocks/>
            </p:cNvSpPr>
            <p:nvPr/>
          </p:nvSpPr>
          <p:spPr bwMode="auto">
            <a:xfrm>
              <a:off x="7096126" y="2328863"/>
              <a:ext cx="96838" cy="101600"/>
            </a:xfrm>
            <a:custGeom>
              <a:avLst/>
              <a:gdLst>
                <a:gd name="T0" fmla="*/ 61 w 61"/>
                <a:gd name="T1" fmla="*/ 0 h 64"/>
                <a:gd name="T2" fmla="*/ 0 w 61"/>
                <a:gd name="T3" fmla="*/ 64 h 64"/>
                <a:gd name="T4" fmla="*/ 61 w 61"/>
                <a:gd name="T5" fmla="*/ 64 h 64"/>
                <a:gd name="T6" fmla="*/ 61 w 61"/>
                <a:gd name="T7" fmla="*/ 0 h 64"/>
              </a:gdLst>
              <a:ahLst/>
              <a:cxnLst>
                <a:cxn ang="0">
                  <a:pos x="T0" y="T1"/>
                </a:cxn>
                <a:cxn ang="0">
                  <a:pos x="T2" y="T3"/>
                </a:cxn>
                <a:cxn ang="0">
                  <a:pos x="T4" y="T5"/>
                </a:cxn>
                <a:cxn ang="0">
                  <a:pos x="T6" y="T7"/>
                </a:cxn>
              </a:cxnLst>
              <a:rect l="0" t="0" r="r" b="b"/>
              <a:pathLst>
                <a:path w="61" h="64">
                  <a:moveTo>
                    <a:pt x="61" y="0"/>
                  </a:moveTo>
                  <a:lnTo>
                    <a:pt x="0" y="64"/>
                  </a:lnTo>
                  <a:lnTo>
                    <a:pt x="61" y="64"/>
                  </a:lnTo>
                  <a:lnTo>
                    <a:pt x="6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13"/>
            <p:cNvSpPr>
              <a:spLocks/>
            </p:cNvSpPr>
            <p:nvPr/>
          </p:nvSpPr>
          <p:spPr bwMode="auto">
            <a:xfrm>
              <a:off x="5994401" y="3427413"/>
              <a:ext cx="101600" cy="101600"/>
            </a:xfrm>
            <a:custGeom>
              <a:avLst/>
              <a:gdLst>
                <a:gd name="T0" fmla="*/ 64 w 64"/>
                <a:gd name="T1" fmla="*/ 0 h 64"/>
                <a:gd name="T2" fmla="*/ 0 w 64"/>
                <a:gd name="T3" fmla="*/ 64 h 64"/>
                <a:gd name="T4" fmla="*/ 64 w 64"/>
                <a:gd name="T5" fmla="*/ 64 h 64"/>
                <a:gd name="T6" fmla="*/ 64 w 64"/>
                <a:gd name="T7" fmla="*/ 2 h 64"/>
                <a:gd name="T8" fmla="*/ 64 w 64"/>
                <a:gd name="T9" fmla="*/ 2 h 64"/>
                <a:gd name="T10" fmla="*/ 64 w 64"/>
                <a:gd name="T11" fmla="*/ 2 h 64"/>
                <a:gd name="T12" fmla="*/ 64 w 64"/>
                <a:gd name="T13" fmla="*/ 0 h 64"/>
              </a:gdLst>
              <a:ahLst/>
              <a:cxnLst>
                <a:cxn ang="0">
                  <a:pos x="T0" y="T1"/>
                </a:cxn>
                <a:cxn ang="0">
                  <a:pos x="T2" y="T3"/>
                </a:cxn>
                <a:cxn ang="0">
                  <a:pos x="T4" y="T5"/>
                </a:cxn>
                <a:cxn ang="0">
                  <a:pos x="T6" y="T7"/>
                </a:cxn>
                <a:cxn ang="0">
                  <a:pos x="T8" y="T9"/>
                </a:cxn>
                <a:cxn ang="0">
                  <a:pos x="T10" y="T11"/>
                </a:cxn>
                <a:cxn ang="0">
                  <a:pos x="T12" y="T13"/>
                </a:cxn>
              </a:cxnLst>
              <a:rect l="0" t="0" r="r" b="b"/>
              <a:pathLst>
                <a:path w="64" h="64">
                  <a:moveTo>
                    <a:pt x="64" y="0"/>
                  </a:moveTo>
                  <a:lnTo>
                    <a:pt x="0" y="64"/>
                  </a:lnTo>
                  <a:lnTo>
                    <a:pt x="64" y="64"/>
                  </a:lnTo>
                  <a:lnTo>
                    <a:pt x="64" y="2"/>
                  </a:lnTo>
                  <a:lnTo>
                    <a:pt x="64" y="2"/>
                  </a:lnTo>
                  <a:lnTo>
                    <a:pt x="64" y="2"/>
                  </a:lnTo>
                  <a:lnTo>
                    <a:pt x="64" y="0"/>
                  </a:lnTo>
                  <a:close/>
                </a:path>
              </a:pathLst>
            </a:custGeom>
            <a:solidFill>
              <a:srgbClr val="3737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14"/>
            <p:cNvSpPr>
              <a:spLocks/>
            </p:cNvSpPr>
            <p:nvPr/>
          </p:nvSpPr>
          <p:spPr bwMode="auto">
            <a:xfrm>
              <a:off x="5994401" y="3427413"/>
              <a:ext cx="101600" cy="101600"/>
            </a:xfrm>
            <a:custGeom>
              <a:avLst/>
              <a:gdLst>
                <a:gd name="T0" fmla="*/ 64 w 64"/>
                <a:gd name="T1" fmla="*/ 0 h 64"/>
                <a:gd name="T2" fmla="*/ 0 w 64"/>
                <a:gd name="T3" fmla="*/ 64 h 64"/>
                <a:gd name="T4" fmla="*/ 64 w 64"/>
                <a:gd name="T5" fmla="*/ 64 h 64"/>
                <a:gd name="T6" fmla="*/ 64 w 64"/>
                <a:gd name="T7" fmla="*/ 2 h 64"/>
                <a:gd name="T8" fmla="*/ 64 w 64"/>
                <a:gd name="T9" fmla="*/ 2 h 64"/>
                <a:gd name="T10" fmla="*/ 64 w 64"/>
                <a:gd name="T11" fmla="*/ 2 h 64"/>
                <a:gd name="T12" fmla="*/ 64 w 64"/>
                <a:gd name="T13" fmla="*/ 0 h 64"/>
              </a:gdLst>
              <a:ahLst/>
              <a:cxnLst>
                <a:cxn ang="0">
                  <a:pos x="T0" y="T1"/>
                </a:cxn>
                <a:cxn ang="0">
                  <a:pos x="T2" y="T3"/>
                </a:cxn>
                <a:cxn ang="0">
                  <a:pos x="T4" y="T5"/>
                </a:cxn>
                <a:cxn ang="0">
                  <a:pos x="T6" y="T7"/>
                </a:cxn>
                <a:cxn ang="0">
                  <a:pos x="T8" y="T9"/>
                </a:cxn>
                <a:cxn ang="0">
                  <a:pos x="T10" y="T11"/>
                </a:cxn>
                <a:cxn ang="0">
                  <a:pos x="T12" y="T13"/>
                </a:cxn>
              </a:cxnLst>
              <a:rect l="0" t="0" r="r" b="b"/>
              <a:pathLst>
                <a:path w="64" h="64">
                  <a:moveTo>
                    <a:pt x="64" y="0"/>
                  </a:moveTo>
                  <a:lnTo>
                    <a:pt x="0" y="64"/>
                  </a:lnTo>
                  <a:lnTo>
                    <a:pt x="64" y="64"/>
                  </a:lnTo>
                  <a:lnTo>
                    <a:pt x="64" y="2"/>
                  </a:lnTo>
                  <a:lnTo>
                    <a:pt x="64" y="2"/>
                  </a:lnTo>
                  <a:lnTo>
                    <a:pt x="64" y="2"/>
                  </a:lnTo>
                  <a:lnTo>
                    <a:pt x="6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Rectangle 15"/>
            <p:cNvSpPr>
              <a:spLocks noChangeArrowheads="1"/>
            </p:cNvSpPr>
            <p:nvPr/>
          </p:nvSpPr>
          <p:spPr bwMode="auto">
            <a:xfrm>
              <a:off x="6096001" y="3430588"/>
              <a:ext cx="1588" cy="1588"/>
            </a:xfrm>
            <a:prstGeom prst="rect">
              <a:avLst/>
            </a:prstGeom>
            <a:solidFill>
              <a:srgbClr val="1E1E1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16"/>
            <p:cNvSpPr>
              <a:spLocks/>
            </p:cNvSpPr>
            <p:nvPr/>
          </p:nvSpPr>
          <p:spPr bwMode="auto">
            <a:xfrm>
              <a:off x="6096001" y="3430588"/>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17"/>
            <p:cNvSpPr>
              <a:spLocks noEditPoints="1"/>
            </p:cNvSpPr>
            <p:nvPr/>
          </p:nvSpPr>
          <p:spPr bwMode="auto">
            <a:xfrm>
              <a:off x="5667376" y="4765676"/>
              <a:ext cx="161925" cy="241300"/>
            </a:xfrm>
            <a:custGeom>
              <a:avLst/>
              <a:gdLst>
                <a:gd name="T0" fmla="*/ 22 w 43"/>
                <a:gd name="T1" fmla="*/ 64 h 64"/>
                <a:gd name="T2" fmla="*/ 14 w 43"/>
                <a:gd name="T3" fmla="*/ 63 h 64"/>
                <a:gd name="T4" fmla="*/ 7 w 43"/>
                <a:gd name="T5" fmla="*/ 60 h 64"/>
                <a:gd name="T6" fmla="*/ 2 w 43"/>
                <a:gd name="T7" fmla="*/ 54 h 64"/>
                <a:gd name="T8" fmla="*/ 0 w 43"/>
                <a:gd name="T9" fmla="*/ 45 h 64"/>
                <a:gd name="T10" fmla="*/ 0 w 43"/>
                <a:gd name="T11" fmla="*/ 22 h 64"/>
                <a:gd name="T12" fmla="*/ 1 w 43"/>
                <a:gd name="T13" fmla="*/ 11 h 64"/>
                <a:gd name="T14" fmla="*/ 6 w 43"/>
                <a:gd name="T15" fmla="*/ 5 h 64"/>
                <a:gd name="T16" fmla="*/ 13 w 43"/>
                <a:gd name="T17" fmla="*/ 1 h 64"/>
                <a:gd name="T18" fmla="*/ 22 w 43"/>
                <a:gd name="T19" fmla="*/ 0 h 64"/>
                <a:gd name="T20" fmla="*/ 30 w 43"/>
                <a:gd name="T21" fmla="*/ 1 h 64"/>
                <a:gd name="T22" fmla="*/ 37 w 43"/>
                <a:gd name="T23" fmla="*/ 4 h 64"/>
                <a:gd name="T24" fmla="*/ 41 w 43"/>
                <a:gd name="T25" fmla="*/ 10 h 64"/>
                <a:gd name="T26" fmla="*/ 43 w 43"/>
                <a:gd name="T27" fmla="*/ 21 h 64"/>
                <a:gd name="T28" fmla="*/ 43 w 43"/>
                <a:gd name="T29" fmla="*/ 43 h 64"/>
                <a:gd name="T30" fmla="*/ 41 w 43"/>
                <a:gd name="T31" fmla="*/ 54 h 64"/>
                <a:gd name="T32" fmla="*/ 37 w 43"/>
                <a:gd name="T33" fmla="*/ 60 h 64"/>
                <a:gd name="T34" fmla="*/ 30 w 43"/>
                <a:gd name="T35" fmla="*/ 63 h 64"/>
                <a:gd name="T36" fmla="*/ 22 w 43"/>
                <a:gd name="T37" fmla="*/ 64 h 64"/>
                <a:gd name="T38" fmla="*/ 32 w 43"/>
                <a:gd name="T39" fmla="*/ 23 h 64"/>
                <a:gd name="T40" fmla="*/ 30 w 43"/>
                <a:gd name="T41" fmla="*/ 13 h 64"/>
                <a:gd name="T42" fmla="*/ 22 w 43"/>
                <a:gd name="T43" fmla="*/ 11 h 64"/>
                <a:gd name="T44" fmla="*/ 17 w 43"/>
                <a:gd name="T45" fmla="*/ 11 h 64"/>
                <a:gd name="T46" fmla="*/ 13 w 43"/>
                <a:gd name="T47" fmla="*/ 14 h 64"/>
                <a:gd name="T48" fmla="*/ 12 w 43"/>
                <a:gd name="T49" fmla="*/ 18 h 64"/>
                <a:gd name="T50" fmla="*/ 11 w 43"/>
                <a:gd name="T51" fmla="*/ 23 h 64"/>
                <a:gd name="T52" fmla="*/ 11 w 43"/>
                <a:gd name="T53" fmla="*/ 44 h 64"/>
                <a:gd name="T54" fmla="*/ 14 w 43"/>
                <a:gd name="T55" fmla="*/ 51 h 64"/>
                <a:gd name="T56" fmla="*/ 22 w 43"/>
                <a:gd name="T57" fmla="*/ 54 h 64"/>
                <a:gd name="T58" fmla="*/ 26 w 43"/>
                <a:gd name="T59" fmla="*/ 53 h 64"/>
                <a:gd name="T60" fmla="*/ 29 w 43"/>
                <a:gd name="T61" fmla="*/ 51 h 64"/>
                <a:gd name="T62" fmla="*/ 31 w 43"/>
                <a:gd name="T63" fmla="*/ 48 h 64"/>
                <a:gd name="T64" fmla="*/ 32 w 43"/>
                <a:gd name="T65" fmla="*/ 43 h 64"/>
                <a:gd name="T66" fmla="*/ 32 w 43"/>
                <a:gd name="T67" fmla="*/ 23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3" h="64">
                  <a:moveTo>
                    <a:pt x="22" y="64"/>
                  </a:moveTo>
                  <a:cubicBezTo>
                    <a:pt x="19" y="64"/>
                    <a:pt x="17" y="63"/>
                    <a:pt x="14" y="63"/>
                  </a:cubicBezTo>
                  <a:cubicBezTo>
                    <a:pt x="11" y="63"/>
                    <a:pt x="9" y="62"/>
                    <a:pt x="7" y="60"/>
                  </a:cubicBezTo>
                  <a:cubicBezTo>
                    <a:pt x="5" y="59"/>
                    <a:pt x="3" y="57"/>
                    <a:pt x="2" y="54"/>
                  </a:cubicBezTo>
                  <a:cubicBezTo>
                    <a:pt x="0" y="52"/>
                    <a:pt x="0" y="49"/>
                    <a:pt x="0" y="45"/>
                  </a:cubicBezTo>
                  <a:cubicBezTo>
                    <a:pt x="0" y="22"/>
                    <a:pt x="0" y="22"/>
                    <a:pt x="0" y="22"/>
                  </a:cubicBezTo>
                  <a:cubicBezTo>
                    <a:pt x="0" y="17"/>
                    <a:pt x="0" y="14"/>
                    <a:pt x="1" y="11"/>
                  </a:cubicBezTo>
                  <a:cubicBezTo>
                    <a:pt x="2" y="8"/>
                    <a:pt x="4" y="6"/>
                    <a:pt x="6" y="5"/>
                  </a:cubicBezTo>
                  <a:cubicBezTo>
                    <a:pt x="8" y="3"/>
                    <a:pt x="10" y="2"/>
                    <a:pt x="13" y="1"/>
                  </a:cubicBezTo>
                  <a:cubicBezTo>
                    <a:pt x="16" y="1"/>
                    <a:pt x="19" y="0"/>
                    <a:pt x="22" y="0"/>
                  </a:cubicBezTo>
                  <a:cubicBezTo>
                    <a:pt x="25" y="0"/>
                    <a:pt x="28" y="1"/>
                    <a:pt x="30" y="1"/>
                  </a:cubicBezTo>
                  <a:cubicBezTo>
                    <a:pt x="33" y="2"/>
                    <a:pt x="35" y="3"/>
                    <a:pt x="37" y="4"/>
                  </a:cubicBezTo>
                  <a:cubicBezTo>
                    <a:pt x="39" y="6"/>
                    <a:pt x="40" y="8"/>
                    <a:pt x="41" y="10"/>
                  </a:cubicBezTo>
                  <a:cubicBezTo>
                    <a:pt x="42" y="13"/>
                    <a:pt x="43" y="16"/>
                    <a:pt x="43" y="21"/>
                  </a:cubicBezTo>
                  <a:cubicBezTo>
                    <a:pt x="43" y="43"/>
                    <a:pt x="43" y="43"/>
                    <a:pt x="43" y="43"/>
                  </a:cubicBezTo>
                  <a:cubicBezTo>
                    <a:pt x="43" y="47"/>
                    <a:pt x="42" y="51"/>
                    <a:pt x="41" y="54"/>
                  </a:cubicBezTo>
                  <a:cubicBezTo>
                    <a:pt x="40" y="57"/>
                    <a:pt x="39" y="59"/>
                    <a:pt x="37" y="60"/>
                  </a:cubicBezTo>
                  <a:cubicBezTo>
                    <a:pt x="35" y="62"/>
                    <a:pt x="32" y="63"/>
                    <a:pt x="30" y="63"/>
                  </a:cubicBezTo>
                  <a:cubicBezTo>
                    <a:pt x="27" y="63"/>
                    <a:pt x="25" y="64"/>
                    <a:pt x="22" y="64"/>
                  </a:cubicBezTo>
                  <a:close/>
                  <a:moveTo>
                    <a:pt x="32" y="23"/>
                  </a:moveTo>
                  <a:cubicBezTo>
                    <a:pt x="32" y="18"/>
                    <a:pt x="31" y="15"/>
                    <a:pt x="30" y="13"/>
                  </a:cubicBezTo>
                  <a:cubicBezTo>
                    <a:pt x="28" y="12"/>
                    <a:pt x="26" y="11"/>
                    <a:pt x="22" y="11"/>
                  </a:cubicBezTo>
                  <a:cubicBezTo>
                    <a:pt x="20" y="11"/>
                    <a:pt x="18" y="11"/>
                    <a:pt x="17" y="11"/>
                  </a:cubicBezTo>
                  <a:cubicBezTo>
                    <a:pt x="15" y="12"/>
                    <a:pt x="14" y="13"/>
                    <a:pt x="13" y="14"/>
                  </a:cubicBezTo>
                  <a:cubicBezTo>
                    <a:pt x="13" y="15"/>
                    <a:pt x="12" y="16"/>
                    <a:pt x="12" y="18"/>
                  </a:cubicBezTo>
                  <a:cubicBezTo>
                    <a:pt x="11" y="19"/>
                    <a:pt x="11" y="21"/>
                    <a:pt x="11" y="23"/>
                  </a:cubicBezTo>
                  <a:cubicBezTo>
                    <a:pt x="11" y="44"/>
                    <a:pt x="11" y="44"/>
                    <a:pt x="11" y="44"/>
                  </a:cubicBezTo>
                  <a:cubicBezTo>
                    <a:pt x="11" y="48"/>
                    <a:pt x="12" y="50"/>
                    <a:pt x="14" y="51"/>
                  </a:cubicBezTo>
                  <a:cubicBezTo>
                    <a:pt x="16" y="53"/>
                    <a:pt x="19" y="54"/>
                    <a:pt x="22" y="54"/>
                  </a:cubicBezTo>
                  <a:cubicBezTo>
                    <a:pt x="23" y="54"/>
                    <a:pt x="25" y="54"/>
                    <a:pt x="26" y="53"/>
                  </a:cubicBezTo>
                  <a:cubicBezTo>
                    <a:pt x="27" y="53"/>
                    <a:pt x="28" y="52"/>
                    <a:pt x="29" y="51"/>
                  </a:cubicBezTo>
                  <a:cubicBezTo>
                    <a:pt x="30" y="51"/>
                    <a:pt x="31" y="50"/>
                    <a:pt x="31" y="48"/>
                  </a:cubicBezTo>
                  <a:cubicBezTo>
                    <a:pt x="32" y="47"/>
                    <a:pt x="32" y="45"/>
                    <a:pt x="32" y="43"/>
                  </a:cubicBezTo>
                  <a:lnTo>
                    <a:pt x="32"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18"/>
            <p:cNvSpPr>
              <a:spLocks noEditPoints="1"/>
            </p:cNvSpPr>
            <p:nvPr/>
          </p:nvSpPr>
          <p:spPr bwMode="auto">
            <a:xfrm>
              <a:off x="5848351" y="4773613"/>
              <a:ext cx="161925" cy="228600"/>
            </a:xfrm>
            <a:custGeom>
              <a:avLst/>
              <a:gdLst>
                <a:gd name="T0" fmla="*/ 38 w 43"/>
                <a:gd name="T1" fmla="*/ 49 h 61"/>
                <a:gd name="T2" fmla="*/ 38 w 43"/>
                <a:gd name="T3" fmla="*/ 59 h 61"/>
                <a:gd name="T4" fmla="*/ 38 w 43"/>
                <a:gd name="T5" fmla="*/ 61 h 61"/>
                <a:gd name="T6" fmla="*/ 35 w 43"/>
                <a:gd name="T7" fmla="*/ 61 h 61"/>
                <a:gd name="T8" fmla="*/ 31 w 43"/>
                <a:gd name="T9" fmla="*/ 61 h 61"/>
                <a:gd name="T10" fmla="*/ 29 w 43"/>
                <a:gd name="T11" fmla="*/ 60 h 61"/>
                <a:gd name="T12" fmla="*/ 28 w 43"/>
                <a:gd name="T13" fmla="*/ 58 h 61"/>
                <a:gd name="T14" fmla="*/ 28 w 43"/>
                <a:gd name="T15" fmla="*/ 49 h 61"/>
                <a:gd name="T16" fmla="*/ 3 w 43"/>
                <a:gd name="T17" fmla="*/ 49 h 61"/>
                <a:gd name="T18" fmla="*/ 1 w 43"/>
                <a:gd name="T19" fmla="*/ 49 h 61"/>
                <a:gd name="T20" fmla="*/ 0 w 43"/>
                <a:gd name="T21" fmla="*/ 47 h 61"/>
                <a:gd name="T22" fmla="*/ 0 w 43"/>
                <a:gd name="T23" fmla="*/ 43 h 61"/>
                <a:gd name="T24" fmla="*/ 0 w 43"/>
                <a:gd name="T25" fmla="*/ 41 h 61"/>
                <a:gd name="T26" fmla="*/ 1 w 43"/>
                <a:gd name="T27" fmla="*/ 40 h 61"/>
                <a:gd name="T28" fmla="*/ 26 w 43"/>
                <a:gd name="T29" fmla="*/ 3 h 61"/>
                <a:gd name="T30" fmla="*/ 28 w 43"/>
                <a:gd name="T31" fmla="*/ 1 h 61"/>
                <a:gd name="T32" fmla="*/ 30 w 43"/>
                <a:gd name="T33" fmla="*/ 0 h 61"/>
                <a:gd name="T34" fmla="*/ 36 w 43"/>
                <a:gd name="T35" fmla="*/ 0 h 61"/>
                <a:gd name="T36" fmla="*/ 38 w 43"/>
                <a:gd name="T37" fmla="*/ 1 h 61"/>
                <a:gd name="T38" fmla="*/ 38 w 43"/>
                <a:gd name="T39" fmla="*/ 3 h 61"/>
                <a:gd name="T40" fmla="*/ 38 w 43"/>
                <a:gd name="T41" fmla="*/ 40 h 61"/>
                <a:gd name="T42" fmla="*/ 41 w 43"/>
                <a:gd name="T43" fmla="*/ 40 h 61"/>
                <a:gd name="T44" fmla="*/ 43 w 43"/>
                <a:gd name="T45" fmla="*/ 41 h 61"/>
                <a:gd name="T46" fmla="*/ 43 w 43"/>
                <a:gd name="T47" fmla="*/ 43 h 61"/>
                <a:gd name="T48" fmla="*/ 43 w 43"/>
                <a:gd name="T49" fmla="*/ 46 h 61"/>
                <a:gd name="T50" fmla="*/ 43 w 43"/>
                <a:gd name="T51" fmla="*/ 49 h 61"/>
                <a:gd name="T52" fmla="*/ 41 w 43"/>
                <a:gd name="T53" fmla="*/ 49 h 61"/>
                <a:gd name="T54" fmla="*/ 38 w 43"/>
                <a:gd name="T55" fmla="*/ 49 h 61"/>
                <a:gd name="T56" fmla="*/ 28 w 43"/>
                <a:gd name="T57" fmla="*/ 18 h 61"/>
                <a:gd name="T58" fmla="*/ 20 w 43"/>
                <a:gd name="T59" fmla="*/ 29 h 61"/>
                <a:gd name="T60" fmla="*/ 13 w 43"/>
                <a:gd name="T61" fmla="*/ 40 h 61"/>
                <a:gd name="T62" fmla="*/ 28 w 43"/>
                <a:gd name="T63" fmla="*/ 40 h 61"/>
                <a:gd name="T64" fmla="*/ 28 w 43"/>
                <a:gd name="T65" fmla="*/ 1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 h="61">
                  <a:moveTo>
                    <a:pt x="38" y="49"/>
                  </a:moveTo>
                  <a:cubicBezTo>
                    <a:pt x="38" y="59"/>
                    <a:pt x="38" y="59"/>
                    <a:pt x="38" y="59"/>
                  </a:cubicBezTo>
                  <a:cubicBezTo>
                    <a:pt x="38" y="60"/>
                    <a:pt x="38" y="60"/>
                    <a:pt x="38" y="61"/>
                  </a:cubicBezTo>
                  <a:cubicBezTo>
                    <a:pt x="37" y="61"/>
                    <a:pt x="36" y="61"/>
                    <a:pt x="35" y="61"/>
                  </a:cubicBezTo>
                  <a:cubicBezTo>
                    <a:pt x="31" y="61"/>
                    <a:pt x="31" y="61"/>
                    <a:pt x="31" y="61"/>
                  </a:cubicBezTo>
                  <a:cubicBezTo>
                    <a:pt x="30" y="61"/>
                    <a:pt x="29" y="61"/>
                    <a:pt x="29" y="60"/>
                  </a:cubicBezTo>
                  <a:cubicBezTo>
                    <a:pt x="28" y="60"/>
                    <a:pt x="28" y="59"/>
                    <a:pt x="28" y="58"/>
                  </a:cubicBezTo>
                  <a:cubicBezTo>
                    <a:pt x="28" y="49"/>
                    <a:pt x="28" y="49"/>
                    <a:pt x="28" y="49"/>
                  </a:cubicBezTo>
                  <a:cubicBezTo>
                    <a:pt x="3" y="49"/>
                    <a:pt x="3" y="49"/>
                    <a:pt x="3" y="49"/>
                  </a:cubicBezTo>
                  <a:cubicBezTo>
                    <a:pt x="2" y="49"/>
                    <a:pt x="1" y="49"/>
                    <a:pt x="1" y="49"/>
                  </a:cubicBezTo>
                  <a:cubicBezTo>
                    <a:pt x="0" y="49"/>
                    <a:pt x="0" y="48"/>
                    <a:pt x="0" y="47"/>
                  </a:cubicBezTo>
                  <a:cubicBezTo>
                    <a:pt x="0" y="43"/>
                    <a:pt x="0" y="43"/>
                    <a:pt x="0" y="43"/>
                  </a:cubicBezTo>
                  <a:cubicBezTo>
                    <a:pt x="0" y="43"/>
                    <a:pt x="0" y="42"/>
                    <a:pt x="0" y="41"/>
                  </a:cubicBezTo>
                  <a:cubicBezTo>
                    <a:pt x="1" y="41"/>
                    <a:pt x="1" y="41"/>
                    <a:pt x="1" y="40"/>
                  </a:cubicBezTo>
                  <a:cubicBezTo>
                    <a:pt x="26" y="3"/>
                    <a:pt x="26" y="3"/>
                    <a:pt x="26" y="3"/>
                  </a:cubicBezTo>
                  <a:cubicBezTo>
                    <a:pt x="27" y="2"/>
                    <a:pt x="27" y="2"/>
                    <a:pt x="28" y="1"/>
                  </a:cubicBezTo>
                  <a:cubicBezTo>
                    <a:pt x="29" y="0"/>
                    <a:pt x="29" y="0"/>
                    <a:pt x="30" y="0"/>
                  </a:cubicBezTo>
                  <a:cubicBezTo>
                    <a:pt x="36" y="0"/>
                    <a:pt x="36" y="0"/>
                    <a:pt x="36" y="0"/>
                  </a:cubicBezTo>
                  <a:cubicBezTo>
                    <a:pt x="37" y="0"/>
                    <a:pt x="38" y="0"/>
                    <a:pt x="38" y="1"/>
                  </a:cubicBezTo>
                  <a:cubicBezTo>
                    <a:pt x="38" y="1"/>
                    <a:pt x="38" y="2"/>
                    <a:pt x="38" y="3"/>
                  </a:cubicBezTo>
                  <a:cubicBezTo>
                    <a:pt x="38" y="40"/>
                    <a:pt x="38" y="40"/>
                    <a:pt x="38" y="40"/>
                  </a:cubicBezTo>
                  <a:cubicBezTo>
                    <a:pt x="41" y="40"/>
                    <a:pt x="41" y="40"/>
                    <a:pt x="41" y="40"/>
                  </a:cubicBezTo>
                  <a:cubicBezTo>
                    <a:pt x="42" y="40"/>
                    <a:pt x="42" y="40"/>
                    <a:pt x="43" y="41"/>
                  </a:cubicBezTo>
                  <a:cubicBezTo>
                    <a:pt x="43" y="41"/>
                    <a:pt x="43" y="42"/>
                    <a:pt x="43" y="43"/>
                  </a:cubicBezTo>
                  <a:cubicBezTo>
                    <a:pt x="43" y="46"/>
                    <a:pt x="43" y="46"/>
                    <a:pt x="43" y="46"/>
                  </a:cubicBezTo>
                  <a:cubicBezTo>
                    <a:pt x="43" y="48"/>
                    <a:pt x="43" y="48"/>
                    <a:pt x="43" y="49"/>
                  </a:cubicBezTo>
                  <a:cubicBezTo>
                    <a:pt x="42" y="49"/>
                    <a:pt x="42" y="49"/>
                    <a:pt x="41" y="49"/>
                  </a:cubicBezTo>
                  <a:lnTo>
                    <a:pt x="38" y="49"/>
                  </a:lnTo>
                  <a:close/>
                  <a:moveTo>
                    <a:pt x="28" y="18"/>
                  </a:moveTo>
                  <a:cubicBezTo>
                    <a:pt x="25" y="22"/>
                    <a:pt x="23" y="25"/>
                    <a:pt x="20" y="29"/>
                  </a:cubicBezTo>
                  <a:cubicBezTo>
                    <a:pt x="18" y="32"/>
                    <a:pt x="16" y="36"/>
                    <a:pt x="13" y="40"/>
                  </a:cubicBezTo>
                  <a:cubicBezTo>
                    <a:pt x="28" y="40"/>
                    <a:pt x="28" y="40"/>
                    <a:pt x="28" y="40"/>
                  </a:cubicBezTo>
                  <a:lnTo>
                    <a:pt x="28"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19"/>
            <p:cNvSpPr>
              <a:spLocks noEditPoints="1"/>
            </p:cNvSpPr>
            <p:nvPr/>
          </p:nvSpPr>
          <p:spPr bwMode="auto">
            <a:xfrm>
              <a:off x="6757988" y="3663951"/>
              <a:ext cx="161925" cy="236538"/>
            </a:xfrm>
            <a:custGeom>
              <a:avLst/>
              <a:gdLst>
                <a:gd name="T0" fmla="*/ 22 w 43"/>
                <a:gd name="T1" fmla="*/ 63 h 63"/>
                <a:gd name="T2" fmla="*/ 14 w 43"/>
                <a:gd name="T3" fmla="*/ 62 h 63"/>
                <a:gd name="T4" fmla="*/ 7 w 43"/>
                <a:gd name="T5" fmla="*/ 60 h 63"/>
                <a:gd name="T6" fmla="*/ 2 w 43"/>
                <a:gd name="T7" fmla="*/ 54 h 63"/>
                <a:gd name="T8" fmla="*/ 0 w 43"/>
                <a:gd name="T9" fmla="*/ 44 h 63"/>
                <a:gd name="T10" fmla="*/ 0 w 43"/>
                <a:gd name="T11" fmla="*/ 21 h 63"/>
                <a:gd name="T12" fmla="*/ 1 w 43"/>
                <a:gd name="T13" fmla="*/ 11 h 63"/>
                <a:gd name="T14" fmla="*/ 6 w 43"/>
                <a:gd name="T15" fmla="*/ 4 h 63"/>
                <a:gd name="T16" fmla="*/ 13 w 43"/>
                <a:gd name="T17" fmla="*/ 1 h 63"/>
                <a:gd name="T18" fmla="*/ 22 w 43"/>
                <a:gd name="T19" fmla="*/ 0 h 63"/>
                <a:gd name="T20" fmla="*/ 30 w 43"/>
                <a:gd name="T21" fmla="*/ 1 h 63"/>
                <a:gd name="T22" fmla="*/ 37 w 43"/>
                <a:gd name="T23" fmla="*/ 4 h 63"/>
                <a:gd name="T24" fmla="*/ 41 w 43"/>
                <a:gd name="T25" fmla="*/ 10 h 63"/>
                <a:gd name="T26" fmla="*/ 43 w 43"/>
                <a:gd name="T27" fmla="*/ 20 h 63"/>
                <a:gd name="T28" fmla="*/ 43 w 43"/>
                <a:gd name="T29" fmla="*/ 42 h 63"/>
                <a:gd name="T30" fmla="*/ 41 w 43"/>
                <a:gd name="T31" fmla="*/ 53 h 63"/>
                <a:gd name="T32" fmla="*/ 37 w 43"/>
                <a:gd name="T33" fmla="*/ 60 h 63"/>
                <a:gd name="T34" fmla="*/ 30 w 43"/>
                <a:gd name="T35" fmla="*/ 63 h 63"/>
                <a:gd name="T36" fmla="*/ 22 w 43"/>
                <a:gd name="T37" fmla="*/ 63 h 63"/>
                <a:gd name="T38" fmla="*/ 32 w 43"/>
                <a:gd name="T39" fmla="*/ 22 h 63"/>
                <a:gd name="T40" fmla="*/ 30 w 43"/>
                <a:gd name="T41" fmla="*/ 13 h 63"/>
                <a:gd name="T42" fmla="*/ 22 w 43"/>
                <a:gd name="T43" fmla="*/ 10 h 63"/>
                <a:gd name="T44" fmla="*/ 17 w 43"/>
                <a:gd name="T45" fmla="*/ 11 h 63"/>
                <a:gd name="T46" fmla="*/ 13 w 43"/>
                <a:gd name="T47" fmla="*/ 13 h 63"/>
                <a:gd name="T48" fmla="*/ 12 w 43"/>
                <a:gd name="T49" fmla="*/ 17 h 63"/>
                <a:gd name="T50" fmla="*/ 11 w 43"/>
                <a:gd name="T51" fmla="*/ 23 h 63"/>
                <a:gd name="T52" fmla="*/ 11 w 43"/>
                <a:gd name="T53" fmla="*/ 44 h 63"/>
                <a:gd name="T54" fmla="*/ 14 w 43"/>
                <a:gd name="T55" fmla="*/ 51 h 63"/>
                <a:gd name="T56" fmla="*/ 22 w 43"/>
                <a:gd name="T57" fmla="*/ 53 h 63"/>
                <a:gd name="T58" fmla="*/ 26 w 43"/>
                <a:gd name="T59" fmla="*/ 53 h 63"/>
                <a:gd name="T60" fmla="*/ 29 w 43"/>
                <a:gd name="T61" fmla="*/ 51 h 63"/>
                <a:gd name="T62" fmla="*/ 31 w 43"/>
                <a:gd name="T63" fmla="*/ 48 h 63"/>
                <a:gd name="T64" fmla="*/ 32 w 43"/>
                <a:gd name="T65" fmla="*/ 42 h 63"/>
                <a:gd name="T66" fmla="*/ 32 w 43"/>
                <a:gd name="T67"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3" h="63">
                  <a:moveTo>
                    <a:pt x="22" y="63"/>
                  </a:moveTo>
                  <a:cubicBezTo>
                    <a:pt x="19" y="63"/>
                    <a:pt x="17" y="63"/>
                    <a:pt x="14" y="62"/>
                  </a:cubicBezTo>
                  <a:cubicBezTo>
                    <a:pt x="11" y="62"/>
                    <a:pt x="9" y="61"/>
                    <a:pt x="7" y="60"/>
                  </a:cubicBezTo>
                  <a:cubicBezTo>
                    <a:pt x="5" y="58"/>
                    <a:pt x="3" y="56"/>
                    <a:pt x="2" y="54"/>
                  </a:cubicBezTo>
                  <a:cubicBezTo>
                    <a:pt x="1" y="51"/>
                    <a:pt x="0" y="48"/>
                    <a:pt x="0" y="44"/>
                  </a:cubicBezTo>
                  <a:cubicBezTo>
                    <a:pt x="0" y="21"/>
                    <a:pt x="0" y="21"/>
                    <a:pt x="0" y="21"/>
                  </a:cubicBezTo>
                  <a:cubicBezTo>
                    <a:pt x="0" y="17"/>
                    <a:pt x="0" y="14"/>
                    <a:pt x="1" y="11"/>
                  </a:cubicBezTo>
                  <a:cubicBezTo>
                    <a:pt x="3" y="8"/>
                    <a:pt x="4" y="6"/>
                    <a:pt x="6" y="4"/>
                  </a:cubicBezTo>
                  <a:cubicBezTo>
                    <a:pt x="8" y="3"/>
                    <a:pt x="10" y="2"/>
                    <a:pt x="13" y="1"/>
                  </a:cubicBezTo>
                  <a:cubicBezTo>
                    <a:pt x="16" y="0"/>
                    <a:pt x="19" y="0"/>
                    <a:pt x="22" y="0"/>
                  </a:cubicBezTo>
                  <a:cubicBezTo>
                    <a:pt x="25" y="0"/>
                    <a:pt x="28" y="0"/>
                    <a:pt x="30" y="1"/>
                  </a:cubicBezTo>
                  <a:cubicBezTo>
                    <a:pt x="33" y="2"/>
                    <a:pt x="35" y="3"/>
                    <a:pt x="37" y="4"/>
                  </a:cubicBezTo>
                  <a:cubicBezTo>
                    <a:pt x="39" y="5"/>
                    <a:pt x="40" y="7"/>
                    <a:pt x="41" y="10"/>
                  </a:cubicBezTo>
                  <a:cubicBezTo>
                    <a:pt x="42" y="13"/>
                    <a:pt x="43" y="16"/>
                    <a:pt x="43" y="20"/>
                  </a:cubicBezTo>
                  <a:cubicBezTo>
                    <a:pt x="43" y="42"/>
                    <a:pt x="43" y="42"/>
                    <a:pt x="43" y="42"/>
                  </a:cubicBezTo>
                  <a:cubicBezTo>
                    <a:pt x="43" y="47"/>
                    <a:pt x="42" y="51"/>
                    <a:pt x="41" y="53"/>
                  </a:cubicBezTo>
                  <a:cubicBezTo>
                    <a:pt x="40" y="56"/>
                    <a:pt x="39" y="58"/>
                    <a:pt x="37" y="60"/>
                  </a:cubicBezTo>
                  <a:cubicBezTo>
                    <a:pt x="35" y="61"/>
                    <a:pt x="32" y="62"/>
                    <a:pt x="30" y="63"/>
                  </a:cubicBezTo>
                  <a:cubicBezTo>
                    <a:pt x="27" y="63"/>
                    <a:pt x="25" y="63"/>
                    <a:pt x="22" y="63"/>
                  </a:cubicBezTo>
                  <a:close/>
                  <a:moveTo>
                    <a:pt x="32" y="22"/>
                  </a:moveTo>
                  <a:cubicBezTo>
                    <a:pt x="32" y="18"/>
                    <a:pt x="31" y="15"/>
                    <a:pt x="30" y="13"/>
                  </a:cubicBezTo>
                  <a:cubicBezTo>
                    <a:pt x="28" y="11"/>
                    <a:pt x="26" y="10"/>
                    <a:pt x="22" y="10"/>
                  </a:cubicBezTo>
                  <a:cubicBezTo>
                    <a:pt x="20" y="10"/>
                    <a:pt x="18" y="11"/>
                    <a:pt x="17" y="11"/>
                  </a:cubicBezTo>
                  <a:cubicBezTo>
                    <a:pt x="15" y="11"/>
                    <a:pt x="14" y="12"/>
                    <a:pt x="13" y="13"/>
                  </a:cubicBezTo>
                  <a:cubicBezTo>
                    <a:pt x="13" y="14"/>
                    <a:pt x="12" y="16"/>
                    <a:pt x="12" y="17"/>
                  </a:cubicBezTo>
                  <a:cubicBezTo>
                    <a:pt x="12" y="19"/>
                    <a:pt x="11" y="21"/>
                    <a:pt x="11" y="23"/>
                  </a:cubicBezTo>
                  <a:cubicBezTo>
                    <a:pt x="11" y="44"/>
                    <a:pt x="11" y="44"/>
                    <a:pt x="11" y="44"/>
                  </a:cubicBezTo>
                  <a:cubicBezTo>
                    <a:pt x="11" y="47"/>
                    <a:pt x="12" y="49"/>
                    <a:pt x="14" y="51"/>
                  </a:cubicBezTo>
                  <a:cubicBezTo>
                    <a:pt x="16" y="52"/>
                    <a:pt x="19" y="53"/>
                    <a:pt x="22" y="53"/>
                  </a:cubicBezTo>
                  <a:cubicBezTo>
                    <a:pt x="24" y="53"/>
                    <a:pt x="25" y="53"/>
                    <a:pt x="26" y="53"/>
                  </a:cubicBezTo>
                  <a:cubicBezTo>
                    <a:pt x="27" y="52"/>
                    <a:pt x="28" y="52"/>
                    <a:pt x="29" y="51"/>
                  </a:cubicBezTo>
                  <a:cubicBezTo>
                    <a:pt x="30" y="50"/>
                    <a:pt x="31" y="49"/>
                    <a:pt x="31" y="48"/>
                  </a:cubicBezTo>
                  <a:cubicBezTo>
                    <a:pt x="32" y="46"/>
                    <a:pt x="32" y="44"/>
                    <a:pt x="32" y="42"/>
                  </a:cubicBezTo>
                  <a:lnTo>
                    <a:pt x="32" y="22"/>
                  </a:lnTo>
                  <a:close/>
                </a:path>
              </a:pathLst>
            </a:custGeom>
            <a:solidFill>
              <a:srgbClr val="C6C6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20"/>
            <p:cNvSpPr>
              <a:spLocks/>
            </p:cNvSpPr>
            <p:nvPr/>
          </p:nvSpPr>
          <p:spPr bwMode="auto">
            <a:xfrm>
              <a:off x="6956426" y="3663951"/>
              <a:ext cx="147638" cy="236538"/>
            </a:xfrm>
            <a:custGeom>
              <a:avLst/>
              <a:gdLst>
                <a:gd name="T0" fmla="*/ 19 w 39"/>
                <a:gd name="T1" fmla="*/ 63 h 63"/>
                <a:gd name="T2" fmla="*/ 8 w 39"/>
                <a:gd name="T3" fmla="*/ 62 h 63"/>
                <a:gd name="T4" fmla="*/ 0 w 39"/>
                <a:gd name="T5" fmla="*/ 59 h 63"/>
                <a:gd name="T6" fmla="*/ 0 w 39"/>
                <a:gd name="T7" fmla="*/ 57 h 63"/>
                <a:gd name="T8" fmla="*/ 1 w 39"/>
                <a:gd name="T9" fmla="*/ 54 h 63"/>
                <a:gd name="T10" fmla="*/ 2 w 39"/>
                <a:gd name="T11" fmla="*/ 51 h 63"/>
                <a:gd name="T12" fmla="*/ 3 w 39"/>
                <a:gd name="T13" fmla="*/ 50 h 63"/>
                <a:gd name="T14" fmla="*/ 10 w 39"/>
                <a:gd name="T15" fmla="*/ 52 h 63"/>
                <a:gd name="T16" fmla="*/ 17 w 39"/>
                <a:gd name="T17" fmla="*/ 53 h 63"/>
                <a:gd name="T18" fmla="*/ 25 w 39"/>
                <a:gd name="T19" fmla="*/ 51 h 63"/>
                <a:gd name="T20" fmla="*/ 28 w 39"/>
                <a:gd name="T21" fmla="*/ 45 h 63"/>
                <a:gd name="T22" fmla="*/ 27 w 39"/>
                <a:gd name="T23" fmla="*/ 41 h 63"/>
                <a:gd name="T24" fmla="*/ 24 w 39"/>
                <a:gd name="T25" fmla="*/ 38 h 63"/>
                <a:gd name="T26" fmla="*/ 20 w 39"/>
                <a:gd name="T27" fmla="*/ 36 h 63"/>
                <a:gd name="T28" fmla="*/ 16 w 39"/>
                <a:gd name="T29" fmla="*/ 36 h 63"/>
                <a:gd name="T30" fmla="*/ 13 w 39"/>
                <a:gd name="T31" fmla="*/ 35 h 63"/>
                <a:gd name="T32" fmla="*/ 12 w 39"/>
                <a:gd name="T33" fmla="*/ 33 h 63"/>
                <a:gd name="T34" fmla="*/ 12 w 39"/>
                <a:gd name="T35" fmla="*/ 30 h 63"/>
                <a:gd name="T36" fmla="*/ 13 w 39"/>
                <a:gd name="T37" fmla="*/ 27 h 63"/>
                <a:gd name="T38" fmla="*/ 16 w 39"/>
                <a:gd name="T39" fmla="*/ 27 h 63"/>
                <a:gd name="T40" fmla="*/ 25 w 39"/>
                <a:gd name="T41" fmla="*/ 24 h 63"/>
                <a:gd name="T42" fmla="*/ 28 w 39"/>
                <a:gd name="T43" fmla="*/ 17 h 63"/>
                <a:gd name="T44" fmla="*/ 25 w 39"/>
                <a:gd name="T45" fmla="*/ 12 h 63"/>
                <a:gd name="T46" fmla="*/ 17 w 39"/>
                <a:gd name="T47" fmla="*/ 10 h 63"/>
                <a:gd name="T48" fmla="*/ 10 w 39"/>
                <a:gd name="T49" fmla="*/ 11 h 63"/>
                <a:gd name="T50" fmla="*/ 5 w 39"/>
                <a:gd name="T51" fmla="*/ 13 h 63"/>
                <a:gd name="T52" fmla="*/ 4 w 39"/>
                <a:gd name="T53" fmla="*/ 13 h 63"/>
                <a:gd name="T54" fmla="*/ 2 w 39"/>
                <a:gd name="T55" fmla="*/ 10 h 63"/>
                <a:gd name="T56" fmla="*/ 2 w 39"/>
                <a:gd name="T57" fmla="*/ 6 h 63"/>
                <a:gd name="T58" fmla="*/ 2 w 39"/>
                <a:gd name="T59" fmla="*/ 4 h 63"/>
                <a:gd name="T60" fmla="*/ 4 w 39"/>
                <a:gd name="T61" fmla="*/ 3 h 63"/>
                <a:gd name="T62" fmla="*/ 7 w 39"/>
                <a:gd name="T63" fmla="*/ 2 h 63"/>
                <a:gd name="T64" fmla="*/ 12 w 39"/>
                <a:gd name="T65" fmla="*/ 0 h 63"/>
                <a:gd name="T66" fmla="*/ 18 w 39"/>
                <a:gd name="T67" fmla="*/ 0 h 63"/>
                <a:gd name="T68" fmla="*/ 33 w 39"/>
                <a:gd name="T69" fmla="*/ 4 h 63"/>
                <a:gd name="T70" fmla="*/ 39 w 39"/>
                <a:gd name="T71" fmla="*/ 16 h 63"/>
                <a:gd name="T72" fmla="*/ 36 w 39"/>
                <a:gd name="T73" fmla="*/ 25 h 63"/>
                <a:gd name="T74" fmla="*/ 30 w 39"/>
                <a:gd name="T75" fmla="*/ 31 h 63"/>
                <a:gd name="T76" fmla="*/ 36 w 39"/>
                <a:gd name="T77" fmla="*/ 37 h 63"/>
                <a:gd name="T78" fmla="*/ 39 w 39"/>
                <a:gd name="T79" fmla="*/ 46 h 63"/>
                <a:gd name="T80" fmla="*/ 37 w 39"/>
                <a:gd name="T81" fmla="*/ 53 h 63"/>
                <a:gd name="T82" fmla="*/ 33 w 39"/>
                <a:gd name="T83" fmla="*/ 59 h 63"/>
                <a:gd name="T84" fmla="*/ 27 w 39"/>
                <a:gd name="T85" fmla="*/ 62 h 63"/>
                <a:gd name="T86" fmla="*/ 19 w 39"/>
                <a:gd name="T87"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9" h="63">
                  <a:moveTo>
                    <a:pt x="19" y="63"/>
                  </a:moveTo>
                  <a:cubicBezTo>
                    <a:pt x="15" y="63"/>
                    <a:pt x="11" y="63"/>
                    <a:pt x="8" y="62"/>
                  </a:cubicBezTo>
                  <a:cubicBezTo>
                    <a:pt x="4" y="61"/>
                    <a:pt x="2" y="60"/>
                    <a:pt x="0" y="59"/>
                  </a:cubicBezTo>
                  <a:cubicBezTo>
                    <a:pt x="0" y="59"/>
                    <a:pt x="0" y="58"/>
                    <a:pt x="0" y="57"/>
                  </a:cubicBezTo>
                  <a:cubicBezTo>
                    <a:pt x="0" y="56"/>
                    <a:pt x="0" y="55"/>
                    <a:pt x="1" y="54"/>
                  </a:cubicBezTo>
                  <a:cubicBezTo>
                    <a:pt x="1" y="53"/>
                    <a:pt x="2" y="52"/>
                    <a:pt x="2" y="51"/>
                  </a:cubicBezTo>
                  <a:cubicBezTo>
                    <a:pt x="3" y="50"/>
                    <a:pt x="3" y="50"/>
                    <a:pt x="3" y="50"/>
                  </a:cubicBezTo>
                  <a:cubicBezTo>
                    <a:pt x="5" y="51"/>
                    <a:pt x="7" y="51"/>
                    <a:pt x="10" y="52"/>
                  </a:cubicBezTo>
                  <a:cubicBezTo>
                    <a:pt x="12" y="53"/>
                    <a:pt x="15" y="53"/>
                    <a:pt x="17" y="53"/>
                  </a:cubicBezTo>
                  <a:cubicBezTo>
                    <a:pt x="20" y="53"/>
                    <a:pt x="23" y="52"/>
                    <a:pt x="25" y="51"/>
                  </a:cubicBezTo>
                  <a:cubicBezTo>
                    <a:pt x="27" y="50"/>
                    <a:pt x="28" y="48"/>
                    <a:pt x="28" y="45"/>
                  </a:cubicBezTo>
                  <a:cubicBezTo>
                    <a:pt x="28" y="44"/>
                    <a:pt x="28" y="42"/>
                    <a:pt x="27" y="41"/>
                  </a:cubicBezTo>
                  <a:cubicBezTo>
                    <a:pt x="26" y="40"/>
                    <a:pt x="25" y="39"/>
                    <a:pt x="24" y="38"/>
                  </a:cubicBezTo>
                  <a:cubicBezTo>
                    <a:pt x="23" y="38"/>
                    <a:pt x="22" y="37"/>
                    <a:pt x="20" y="36"/>
                  </a:cubicBezTo>
                  <a:cubicBezTo>
                    <a:pt x="19" y="36"/>
                    <a:pt x="17" y="36"/>
                    <a:pt x="16" y="36"/>
                  </a:cubicBezTo>
                  <a:cubicBezTo>
                    <a:pt x="14" y="36"/>
                    <a:pt x="14" y="36"/>
                    <a:pt x="13" y="35"/>
                  </a:cubicBezTo>
                  <a:cubicBezTo>
                    <a:pt x="13" y="35"/>
                    <a:pt x="12" y="35"/>
                    <a:pt x="12" y="33"/>
                  </a:cubicBezTo>
                  <a:cubicBezTo>
                    <a:pt x="12" y="30"/>
                    <a:pt x="12" y="30"/>
                    <a:pt x="12" y="30"/>
                  </a:cubicBezTo>
                  <a:cubicBezTo>
                    <a:pt x="12" y="28"/>
                    <a:pt x="13" y="28"/>
                    <a:pt x="13" y="27"/>
                  </a:cubicBezTo>
                  <a:cubicBezTo>
                    <a:pt x="14" y="27"/>
                    <a:pt x="15" y="27"/>
                    <a:pt x="16" y="27"/>
                  </a:cubicBezTo>
                  <a:cubicBezTo>
                    <a:pt x="20" y="27"/>
                    <a:pt x="22" y="26"/>
                    <a:pt x="25" y="24"/>
                  </a:cubicBezTo>
                  <a:cubicBezTo>
                    <a:pt x="27" y="23"/>
                    <a:pt x="28" y="20"/>
                    <a:pt x="28" y="17"/>
                  </a:cubicBezTo>
                  <a:cubicBezTo>
                    <a:pt x="28" y="15"/>
                    <a:pt x="27" y="13"/>
                    <a:pt x="25" y="12"/>
                  </a:cubicBezTo>
                  <a:cubicBezTo>
                    <a:pt x="23" y="10"/>
                    <a:pt x="20" y="10"/>
                    <a:pt x="17" y="10"/>
                  </a:cubicBezTo>
                  <a:cubicBezTo>
                    <a:pt x="14" y="10"/>
                    <a:pt x="12" y="10"/>
                    <a:pt x="10" y="11"/>
                  </a:cubicBezTo>
                  <a:cubicBezTo>
                    <a:pt x="8" y="11"/>
                    <a:pt x="7" y="12"/>
                    <a:pt x="5" y="13"/>
                  </a:cubicBezTo>
                  <a:cubicBezTo>
                    <a:pt x="5" y="13"/>
                    <a:pt x="4" y="13"/>
                    <a:pt x="4" y="13"/>
                  </a:cubicBezTo>
                  <a:cubicBezTo>
                    <a:pt x="3" y="12"/>
                    <a:pt x="3" y="11"/>
                    <a:pt x="2" y="10"/>
                  </a:cubicBezTo>
                  <a:cubicBezTo>
                    <a:pt x="2" y="9"/>
                    <a:pt x="2" y="8"/>
                    <a:pt x="2" y="6"/>
                  </a:cubicBezTo>
                  <a:cubicBezTo>
                    <a:pt x="1" y="5"/>
                    <a:pt x="1" y="5"/>
                    <a:pt x="2" y="4"/>
                  </a:cubicBezTo>
                  <a:cubicBezTo>
                    <a:pt x="3" y="4"/>
                    <a:pt x="3" y="3"/>
                    <a:pt x="4" y="3"/>
                  </a:cubicBezTo>
                  <a:cubicBezTo>
                    <a:pt x="5" y="2"/>
                    <a:pt x="6" y="2"/>
                    <a:pt x="7" y="2"/>
                  </a:cubicBezTo>
                  <a:cubicBezTo>
                    <a:pt x="9" y="1"/>
                    <a:pt x="10" y="1"/>
                    <a:pt x="12" y="0"/>
                  </a:cubicBezTo>
                  <a:cubicBezTo>
                    <a:pt x="14" y="0"/>
                    <a:pt x="16" y="0"/>
                    <a:pt x="18" y="0"/>
                  </a:cubicBezTo>
                  <a:cubicBezTo>
                    <a:pt x="25" y="0"/>
                    <a:pt x="30" y="1"/>
                    <a:pt x="33" y="4"/>
                  </a:cubicBezTo>
                  <a:cubicBezTo>
                    <a:pt x="37" y="7"/>
                    <a:pt x="39" y="11"/>
                    <a:pt x="39" y="16"/>
                  </a:cubicBezTo>
                  <a:cubicBezTo>
                    <a:pt x="39" y="20"/>
                    <a:pt x="38" y="23"/>
                    <a:pt x="36" y="25"/>
                  </a:cubicBezTo>
                  <a:cubicBezTo>
                    <a:pt x="34" y="28"/>
                    <a:pt x="32" y="30"/>
                    <a:pt x="30" y="31"/>
                  </a:cubicBezTo>
                  <a:cubicBezTo>
                    <a:pt x="32" y="33"/>
                    <a:pt x="35" y="34"/>
                    <a:pt x="36" y="37"/>
                  </a:cubicBezTo>
                  <a:cubicBezTo>
                    <a:pt x="38" y="39"/>
                    <a:pt x="39" y="42"/>
                    <a:pt x="39" y="46"/>
                  </a:cubicBezTo>
                  <a:cubicBezTo>
                    <a:pt x="39" y="49"/>
                    <a:pt x="38" y="51"/>
                    <a:pt x="37" y="53"/>
                  </a:cubicBezTo>
                  <a:cubicBezTo>
                    <a:pt x="36" y="56"/>
                    <a:pt x="35" y="57"/>
                    <a:pt x="33" y="59"/>
                  </a:cubicBezTo>
                  <a:cubicBezTo>
                    <a:pt x="31" y="60"/>
                    <a:pt x="29" y="61"/>
                    <a:pt x="27" y="62"/>
                  </a:cubicBezTo>
                  <a:cubicBezTo>
                    <a:pt x="24" y="63"/>
                    <a:pt x="22" y="63"/>
                    <a:pt x="19" y="63"/>
                  </a:cubicBezTo>
                  <a:close/>
                </a:path>
              </a:pathLst>
            </a:custGeom>
            <a:solidFill>
              <a:srgbClr val="C6C6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21"/>
            <p:cNvSpPr>
              <a:spLocks/>
            </p:cNvSpPr>
            <p:nvPr/>
          </p:nvSpPr>
          <p:spPr bwMode="auto">
            <a:xfrm>
              <a:off x="6126163" y="1884363"/>
              <a:ext cx="1066800" cy="1068388"/>
            </a:xfrm>
            <a:custGeom>
              <a:avLst/>
              <a:gdLst>
                <a:gd name="T0" fmla="*/ 672 w 672"/>
                <a:gd name="T1" fmla="*/ 344 h 673"/>
                <a:gd name="T2" fmla="*/ 448 w 672"/>
                <a:gd name="T3" fmla="*/ 117 h 673"/>
                <a:gd name="T4" fmla="*/ 564 w 672"/>
                <a:gd name="T5" fmla="*/ 0 h 673"/>
                <a:gd name="T6" fmla="*/ 0 w 672"/>
                <a:gd name="T7" fmla="*/ 0 h 673"/>
                <a:gd name="T8" fmla="*/ 0 w 672"/>
                <a:gd name="T9" fmla="*/ 564 h 673"/>
                <a:gd name="T10" fmla="*/ 116 w 672"/>
                <a:gd name="T11" fmla="*/ 448 h 673"/>
                <a:gd name="T12" fmla="*/ 343 w 672"/>
                <a:gd name="T13" fmla="*/ 673 h 673"/>
                <a:gd name="T14" fmla="*/ 672 w 672"/>
                <a:gd name="T15" fmla="*/ 344 h 67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2" h="673">
                  <a:moveTo>
                    <a:pt x="672" y="344"/>
                  </a:moveTo>
                  <a:lnTo>
                    <a:pt x="448" y="117"/>
                  </a:lnTo>
                  <a:lnTo>
                    <a:pt x="564" y="0"/>
                  </a:lnTo>
                  <a:lnTo>
                    <a:pt x="0" y="0"/>
                  </a:lnTo>
                  <a:lnTo>
                    <a:pt x="0" y="564"/>
                  </a:lnTo>
                  <a:lnTo>
                    <a:pt x="116" y="448"/>
                  </a:lnTo>
                  <a:lnTo>
                    <a:pt x="343" y="673"/>
                  </a:lnTo>
                  <a:lnTo>
                    <a:pt x="672" y="344"/>
                  </a:lnTo>
                  <a:close/>
                </a:path>
              </a:pathLst>
            </a:custGeom>
            <a:solidFill>
              <a:srgbClr val="24A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22"/>
            <p:cNvSpPr>
              <a:spLocks/>
            </p:cNvSpPr>
            <p:nvPr/>
          </p:nvSpPr>
          <p:spPr bwMode="auto">
            <a:xfrm>
              <a:off x="4713288" y="3344863"/>
              <a:ext cx="217488" cy="217488"/>
            </a:xfrm>
            <a:custGeom>
              <a:avLst/>
              <a:gdLst>
                <a:gd name="T0" fmla="*/ 68 w 137"/>
                <a:gd name="T1" fmla="*/ 137 h 137"/>
                <a:gd name="T2" fmla="*/ 113 w 137"/>
                <a:gd name="T3" fmla="*/ 90 h 137"/>
                <a:gd name="T4" fmla="*/ 137 w 137"/>
                <a:gd name="T5" fmla="*/ 113 h 137"/>
                <a:gd name="T6" fmla="*/ 137 w 137"/>
                <a:gd name="T7" fmla="*/ 0 h 137"/>
                <a:gd name="T8" fmla="*/ 23 w 137"/>
                <a:gd name="T9" fmla="*/ 0 h 137"/>
                <a:gd name="T10" fmla="*/ 47 w 137"/>
                <a:gd name="T11" fmla="*/ 23 h 137"/>
                <a:gd name="T12" fmla="*/ 0 w 137"/>
                <a:gd name="T13" fmla="*/ 68 h 137"/>
                <a:gd name="T14" fmla="*/ 68 w 137"/>
                <a:gd name="T15" fmla="*/ 137 h 1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7" h="137">
                  <a:moveTo>
                    <a:pt x="68" y="137"/>
                  </a:moveTo>
                  <a:lnTo>
                    <a:pt x="113" y="90"/>
                  </a:lnTo>
                  <a:lnTo>
                    <a:pt x="137" y="113"/>
                  </a:lnTo>
                  <a:lnTo>
                    <a:pt x="137" y="0"/>
                  </a:lnTo>
                  <a:lnTo>
                    <a:pt x="23" y="0"/>
                  </a:lnTo>
                  <a:lnTo>
                    <a:pt x="47" y="23"/>
                  </a:lnTo>
                  <a:lnTo>
                    <a:pt x="0" y="68"/>
                  </a:lnTo>
                  <a:lnTo>
                    <a:pt x="68" y="137"/>
                  </a:lnTo>
                  <a:close/>
                </a:path>
              </a:pathLst>
            </a:custGeom>
            <a:solidFill>
              <a:srgbClr val="8282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23"/>
            <p:cNvSpPr>
              <a:spLocks/>
            </p:cNvSpPr>
            <p:nvPr/>
          </p:nvSpPr>
          <p:spPr bwMode="auto">
            <a:xfrm>
              <a:off x="5027613" y="2982913"/>
              <a:ext cx="1068388" cy="1071563"/>
            </a:xfrm>
            <a:custGeom>
              <a:avLst/>
              <a:gdLst>
                <a:gd name="T0" fmla="*/ 673 w 673"/>
                <a:gd name="T1" fmla="*/ 344 h 675"/>
                <a:gd name="T2" fmla="*/ 448 w 673"/>
                <a:gd name="T3" fmla="*/ 119 h 675"/>
                <a:gd name="T4" fmla="*/ 564 w 673"/>
                <a:gd name="T5" fmla="*/ 0 h 675"/>
                <a:gd name="T6" fmla="*/ 0 w 673"/>
                <a:gd name="T7" fmla="*/ 0 h 675"/>
                <a:gd name="T8" fmla="*/ 0 w 673"/>
                <a:gd name="T9" fmla="*/ 566 h 675"/>
                <a:gd name="T10" fmla="*/ 116 w 673"/>
                <a:gd name="T11" fmla="*/ 448 h 675"/>
                <a:gd name="T12" fmla="*/ 341 w 673"/>
                <a:gd name="T13" fmla="*/ 675 h 675"/>
                <a:gd name="T14" fmla="*/ 673 w 673"/>
                <a:gd name="T15" fmla="*/ 344 h 6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3" h="675">
                  <a:moveTo>
                    <a:pt x="673" y="344"/>
                  </a:moveTo>
                  <a:lnTo>
                    <a:pt x="448" y="119"/>
                  </a:lnTo>
                  <a:lnTo>
                    <a:pt x="564" y="0"/>
                  </a:lnTo>
                  <a:lnTo>
                    <a:pt x="0" y="0"/>
                  </a:lnTo>
                  <a:lnTo>
                    <a:pt x="0" y="566"/>
                  </a:lnTo>
                  <a:lnTo>
                    <a:pt x="116" y="448"/>
                  </a:lnTo>
                  <a:lnTo>
                    <a:pt x="341" y="675"/>
                  </a:lnTo>
                  <a:lnTo>
                    <a:pt x="673" y="344"/>
                  </a:lnTo>
                  <a:close/>
                </a:path>
              </a:pathLst>
            </a:custGeom>
            <a:solidFill>
              <a:srgbClr val="C6C6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Oval 24"/>
            <p:cNvSpPr>
              <a:spLocks noChangeArrowheads="1"/>
            </p:cNvSpPr>
            <p:nvPr/>
          </p:nvSpPr>
          <p:spPr bwMode="auto">
            <a:xfrm>
              <a:off x="6129338" y="4510088"/>
              <a:ext cx="207963" cy="206375"/>
            </a:xfrm>
            <a:prstGeom prst="ellipse">
              <a:avLst/>
            </a:pr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Oval 25"/>
            <p:cNvSpPr>
              <a:spLocks noChangeArrowheads="1"/>
            </p:cNvSpPr>
            <p:nvPr/>
          </p:nvSpPr>
          <p:spPr bwMode="auto">
            <a:xfrm>
              <a:off x="6208713" y="4551363"/>
              <a:ext cx="49213" cy="4921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26"/>
            <p:cNvSpPr>
              <a:spLocks/>
            </p:cNvSpPr>
            <p:nvPr/>
          </p:nvSpPr>
          <p:spPr bwMode="auto">
            <a:xfrm>
              <a:off x="6178551" y="4600576"/>
              <a:ext cx="104775" cy="63500"/>
            </a:xfrm>
            <a:custGeom>
              <a:avLst/>
              <a:gdLst>
                <a:gd name="T0" fmla="*/ 28 w 28"/>
                <a:gd name="T1" fmla="*/ 7 h 17"/>
                <a:gd name="T2" fmla="*/ 28 w 28"/>
                <a:gd name="T3" fmla="*/ 7 h 17"/>
                <a:gd name="T4" fmla="*/ 17 w 28"/>
                <a:gd name="T5" fmla="*/ 1 h 17"/>
                <a:gd name="T6" fmla="*/ 17 w 28"/>
                <a:gd name="T7" fmla="*/ 1 h 17"/>
                <a:gd name="T8" fmla="*/ 13 w 28"/>
                <a:gd name="T9" fmla="*/ 1 h 17"/>
                <a:gd name="T10" fmla="*/ 0 w 28"/>
                <a:gd name="T11" fmla="*/ 8 h 17"/>
                <a:gd name="T12" fmla="*/ 0 w 28"/>
                <a:gd name="T13" fmla="*/ 17 h 17"/>
                <a:gd name="T14" fmla="*/ 6 w 28"/>
                <a:gd name="T15" fmla="*/ 17 h 17"/>
                <a:gd name="T16" fmla="*/ 6 w 28"/>
                <a:gd name="T17" fmla="*/ 12 h 17"/>
                <a:gd name="T18" fmla="*/ 7 w 28"/>
                <a:gd name="T19" fmla="*/ 12 h 17"/>
                <a:gd name="T20" fmla="*/ 7 w 28"/>
                <a:gd name="T21" fmla="*/ 17 h 17"/>
                <a:gd name="T22" fmla="*/ 22 w 28"/>
                <a:gd name="T23" fmla="*/ 17 h 17"/>
                <a:gd name="T24" fmla="*/ 22 w 28"/>
                <a:gd name="T25" fmla="*/ 12 h 17"/>
                <a:gd name="T26" fmla="*/ 23 w 28"/>
                <a:gd name="T27" fmla="*/ 12 h 17"/>
                <a:gd name="T28" fmla="*/ 23 w 28"/>
                <a:gd name="T29" fmla="*/ 17 h 17"/>
                <a:gd name="T30" fmla="*/ 28 w 28"/>
                <a:gd name="T31" fmla="*/ 17 h 17"/>
                <a:gd name="T32" fmla="*/ 28 w 28"/>
                <a:gd name="T33" fmla="*/ 8 h 17"/>
                <a:gd name="T34" fmla="*/ 28 w 28"/>
                <a:gd name="T35"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 h="17">
                  <a:moveTo>
                    <a:pt x="28" y="7"/>
                  </a:moveTo>
                  <a:cubicBezTo>
                    <a:pt x="28" y="7"/>
                    <a:pt x="28" y="7"/>
                    <a:pt x="28" y="7"/>
                  </a:cubicBezTo>
                  <a:cubicBezTo>
                    <a:pt x="28" y="2"/>
                    <a:pt x="21" y="1"/>
                    <a:pt x="17" y="1"/>
                  </a:cubicBezTo>
                  <a:cubicBezTo>
                    <a:pt x="17" y="1"/>
                    <a:pt x="17" y="1"/>
                    <a:pt x="17" y="1"/>
                  </a:cubicBezTo>
                  <a:cubicBezTo>
                    <a:pt x="13" y="1"/>
                    <a:pt x="13" y="1"/>
                    <a:pt x="13" y="1"/>
                  </a:cubicBezTo>
                  <a:cubicBezTo>
                    <a:pt x="13" y="1"/>
                    <a:pt x="0" y="0"/>
                    <a:pt x="0" y="8"/>
                  </a:cubicBezTo>
                  <a:cubicBezTo>
                    <a:pt x="0" y="17"/>
                    <a:pt x="0" y="17"/>
                    <a:pt x="0" y="17"/>
                  </a:cubicBezTo>
                  <a:cubicBezTo>
                    <a:pt x="6" y="17"/>
                    <a:pt x="6" y="17"/>
                    <a:pt x="6" y="17"/>
                  </a:cubicBezTo>
                  <a:cubicBezTo>
                    <a:pt x="6" y="12"/>
                    <a:pt x="6" y="12"/>
                    <a:pt x="6" y="12"/>
                  </a:cubicBezTo>
                  <a:cubicBezTo>
                    <a:pt x="7" y="12"/>
                    <a:pt x="7" y="12"/>
                    <a:pt x="7" y="12"/>
                  </a:cubicBezTo>
                  <a:cubicBezTo>
                    <a:pt x="7" y="17"/>
                    <a:pt x="7" y="17"/>
                    <a:pt x="7" y="17"/>
                  </a:cubicBezTo>
                  <a:cubicBezTo>
                    <a:pt x="22" y="17"/>
                    <a:pt x="22" y="17"/>
                    <a:pt x="22" y="17"/>
                  </a:cubicBezTo>
                  <a:cubicBezTo>
                    <a:pt x="22" y="12"/>
                    <a:pt x="22" y="12"/>
                    <a:pt x="22" y="12"/>
                  </a:cubicBezTo>
                  <a:cubicBezTo>
                    <a:pt x="23" y="12"/>
                    <a:pt x="23" y="12"/>
                    <a:pt x="23" y="12"/>
                  </a:cubicBezTo>
                  <a:cubicBezTo>
                    <a:pt x="23" y="17"/>
                    <a:pt x="23" y="17"/>
                    <a:pt x="23" y="17"/>
                  </a:cubicBezTo>
                  <a:cubicBezTo>
                    <a:pt x="28" y="17"/>
                    <a:pt x="28" y="17"/>
                    <a:pt x="28" y="17"/>
                  </a:cubicBezTo>
                  <a:cubicBezTo>
                    <a:pt x="28" y="8"/>
                    <a:pt x="28" y="8"/>
                    <a:pt x="28" y="8"/>
                  </a:cubicBezTo>
                  <a:cubicBezTo>
                    <a:pt x="28" y="7"/>
                    <a:pt x="28" y="7"/>
                    <a:pt x="28" y="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27"/>
            <p:cNvSpPr>
              <a:spLocks/>
            </p:cNvSpPr>
            <p:nvPr/>
          </p:nvSpPr>
          <p:spPr bwMode="auto">
            <a:xfrm>
              <a:off x="5843588" y="2241551"/>
              <a:ext cx="225425" cy="227013"/>
            </a:xfrm>
            <a:custGeom>
              <a:avLst/>
              <a:gdLst>
                <a:gd name="T0" fmla="*/ 49 w 60"/>
                <a:gd name="T1" fmla="*/ 11 h 60"/>
                <a:gd name="T2" fmla="*/ 49 w 60"/>
                <a:gd name="T3" fmla="*/ 50 h 60"/>
                <a:gd name="T4" fmla="*/ 11 w 60"/>
                <a:gd name="T5" fmla="*/ 50 h 60"/>
                <a:gd name="T6" fmla="*/ 11 w 60"/>
                <a:gd name="T7" fmla="*/ 11 h 60"/>
                <a:gd name="T8" fmla="*/ 49 w 60"/>
                <a:gd name="T9" fmla="*/ 11 h 60"/>
              </a:gdLst>
              <a:ahLst/>
              <a:cxnLst>
                <a:cxn ang="0">
                  <a:pos x="T0" y="T1"/>
                </a:cxn>
                <a:cxn ang="0">
                  <a:pos x="T2" y="T3"/>
                </a:cxn>
                <a:cxn ang="0">
                  <a:pos x="T4" y="T5"/>
                </a:cxn>
                <a:cxn ang="0">
                  <a:pos x="T6" y="T7"/>
                </a:cxn>
                <a:cxn ang="0">
                  <a:pos x="T8" y="T9"/>
                </a:cxn>
              </a:cxnLst>
              <a:rect l="0" t="0" r="r" b="b"/>
              <a:pathLst>
                <a:path w="60" h="60">
                  <a:moveTo>
                    <a:pt x="49" y="11"/>
                  </a:moveTo>
                  <a:cubicBezTo>
                    <a:pt x="60" y="22"/>
                    <a:pt x="60" y="39"/>
                    <a:pt x="49" y="50"/>
                  </a:cubicBezTo>
                  <a:cubicBezTo>
                    <a:pt x="39" y="60"/>
                    <a:pt x="21" y="60"/>
                    <a:pt x="11" y="50"/>
                  </a:cubicBezTo>
                  <a:cubicBezTo>
                    <a:pt x="0" y="39"/>
                    <a:pt x="0" y="22"/>
                    <a:pt x="11" y="11"/>
                  </a:cubicBezTo>
                  <a:cubicBezTo>
                    <a:pt x="21" y="0"/>
                    <a:pt x="39" y="0"/>
                    <a:pt x="49" y="11"/>
                  </a:cubicBezTo>
                  <a:close/>
                </a:path>
              </a:pathLst>
            </a:custGeom>
            <a:solidFill>
              <a:srgbClr val="24A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28"/>
            <p:cNvSpPr>
              <a:spLocks/>
            </p:cNvSpPr>
            <p:nvPr/>
          </p:nvSpPr>
          <p:spPr bwMode="auto">
            <a:xfrm>
              <a:off x="5892801" y="2309813"/>
              <a:ext cx="112713" cy="109538"/>
            </a:xfrm>
            <a:custGeom>
              <a:avLst/>
              <a:gdLst>
                <a:gd name="T0" fmla="*/ 15 w 30"/>
                <a:gd name="T1" fmla="*/ 24 h 29"/>
                <a:gd name="T2" fmla="*/ 5 w 30"/>
                <a:gd name="T3" fmla="*/ 15 h 29"/>
                <a:gd name="T4" fmla="*/ 3 w 30"/>
                <a:gd name="T5" fmla="*/ 12 h 29"/>
                <a:gd name="T6" fmla="*/ 5 w 30"/>
                <a:gd name="T7" fmla="*/ 6 h 29"/>
                <a:gd name="T8" fmla="*/ 8 w 30"/>
                <a:gd name="T9" fmla="*/ 5 h 29"/>
                <a:gd name="T10" fmla="*/ 21 w 30"/>
                <a:gd name="T11" fmla="*/ 1 h 29"/>
                <a:gd name="T12" fmla="*/ 24 w 30"/>
                <a:gd name="T13" fmla="*/ 1 h 29"/>
                <a:gd name="T14" fmla="*/ 29 w 30"/>
                <a:gd name="T15" fmla="*/ 5 h 29"/>
                <a:gd name="T16" fmla="*/ 28 w 30"/>
                <a:gd name="T17" fmla="*/ 9 h 29"/>
                <a:gd name="T18" fmla="*/ 25 w 30"/>
                <a:gd name="T19" fmla="*/ 21 h 29"/>
                <a:gd name="T20" fmla="*/ 24 w 30"/>
                <a:gd name="T21" fmla="*/ 25 h 29"/>
                <a:gd name="T22" fmla="*/ 17 w 30"/>
                <a:gd name="T23" fmla="*/ 26 h 29"/>
                <a:gd name="T24" fmla="*/ 15 w 30"/>
                <a:gd name="T25" fmla="*/ 2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29">
                  <a:moveTo>
                    <a:pt x="15" y="24"/>
                  </a:moveTo>
                  <a:cubicBezTo>
                    <a:pt x="12" y="21"/>
                    <a:pt x="8" y="17"/>
                    <a:pt x="5" y="15"/>
                  </a:cubicBezTo>
                  <a:cubicBezTo>
                    <a:pt x="3" y="12"/>
                    <a:pt x="3" y="12"/>
                    <a:pt x="3" y="12"/>
                  </a:cubicBezTo>
                  <a:cubicBezTo>
                    <a:pt x="0" y="10"/>
                    <a:pt x="1" y="7"/>
                    <a:pt x="5" y="6"/>
                  </a:cubicBezTo>
                  <a:cubicBezTo>
                    <a:pt x="8" y="5"/>
                    <a:pt x="8" y="5"/>
                    <a:pt x="8" y="5"/>
                  </a:cubicBezTo>
                  <a:cubicBezTo>
                    <a:pt x="12" y="4"/>
                    <a:pt x="17" y="2"/>
                    <a:pt x="21" y="1"/>
                  </a:cubicBezTo>
                  <a:cubicBezTo>
                    <a:pt x="24" y="1"/>
                    <a:pt x="24" y="1"/>
                    <a:pt x="24" y="1"/>
                  </a:cubicBezTo>
                  <a:cubicBezTo>
                    <a:pt x="28" y="0"/>
                    <a:pt x="30" y="2"/>
                    <a:pt x="29" y="5"/>
                  </a:cubicBezTo>
                  <a:cubicBezTo>
                    <a:pt x="28" y="9"/>
                    <a:pt x="28" y="9"/>
                    <a:pt x="28" y="9"/>
                  </a:cubicBezTo>
                  <a:cubicBezTo>
                    <a:pt x="27" y="12"/>
                    <a:pt x="25" y="18"/>
                    <a:pt x="25" y="21"/>
                  </a:cubicBezTo>
                  <a:cubicBezTo>
                    <a:pt x="24" y="25"/>
                    <a:pt x="24" y="25"/>
                    <a:pt x="24" y="25"/>
                  </a:cubicBezTo>
                  <a:cubicBezTo>
                    <a:pt x="23" y="28"/>
                    <a:pt x="20" y="29"/>
                    <a:pt x="17" y="26"/>
                  </a:cubicBezTo>
                  <a:lnTo>
                    <a:pt x="15"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Oval 29"/>
            <p:cNvSpPr>
              <a:spLocks noChangeArrowheads="1"/>
            </p:cNvSpPr>
            <p:nvPr/>
          </p:nvSpPr>
          <p:spPr bwMode="auto">
            <a:xfrm>
              <a:off x="7242176" y="3419476"/>
              <a:ext cx="207963" cy="206375"/>
            </a:xfrm>
            <a:prstGeom prst="ellipse">
              <a:avLst/>
            </a:prstGeom>
            <a:solidFill>
              <a:srgbClr val="8282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pic>
          <p:nvPicPr>
            <p:cNvPr id="79" name="Picture 3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270751" y="3452813"/>
              <a:ext cx="147638" cy="146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 name="Freeform 31"/>
            <p:cNvSpPr>
              <a:spLocks noEditPoints="1"/>
            </p:cNvSpPr>
            <p:nvPr/>
          </p:nvSpPr>
          <p:spPr bwMode="auto">
            <a:xfrm>
              <a:off x="6181726" y="1949451"/>
              <a:ext cx="161925" cy="239713"/>
            </a:xfrm>
            <a:custGeom>
              <a:avLst/>
              <a:gdLst>
                <a:gd name="T0" fmla="*/ 22 w 43"/>
                <a:gd name="T1" fmla="*/ 64 h 64"/>
                <a:gd name="T2" fmla="*/ 14 w 43"/>
                <a:gd name="T3" fmla="*/ 63 h 64"/>
                <a:gd name="T4" fmla="*/ 7 w 43"/>
                <a:gd name="T5" fmla="*/ 60 h 64"/>
                <a:gd name="T6" fmla="*/ 2 w 43"/>
                <a:gd name="T7" fmla="*/ 54 h 64"/>
                <a:gd name="T8" fmla="*/ 0 w 43"/>
                <a:gd name="T9" fmla="*/ 45 h 64"/>
                <a:gd name="T10" fmla="*/ 0 w 43"/>
                <a:gd name="T11" fmla="*/ 21 h 64"/>
                <a:gd name="T12" fmla="*/ 1 w 43"/>
                <a:gd name="T13" fmla="*/ 11 h 64"/>
                <a:gd name="T14" fmla="*/ 6 w 43"/>
                <a:gd name="T15" fmla="*/ 4 h 64"/>
                <a:gd name="T16" fmla="*/ 13 w 43"/>
                <a:gd name="T17" fmla="*/ 1 h 64"/>
                <a:gd name="T18" fmla="*/ 22 w 43"/>
                <a:gd name="T19" fmla="*/ 0 h 64"/>
                <a:gd name="T20" fmla="*/ 30 w 43"/>
                <a:gd name="T21" fmla="*/ 1 h 64"/>
                <a:gd name="T22" fmla="*/ 37 w 43"/>
                <a:gd name="T23" fmla="*/ 4 h 64"/>
                <a:gd name="T24" fmla="*/ 42 w 43"/>
                <a:gd name="T25" fmla="*/ 10 h 64"/>
                <a:gd name="T26" fmla="*/ 43 w 43"/>
                <a:gd name="T27" fmla="*/ 20 h 64"/>
                <a:gd name="T28" fmla="*/ 43 w 43"/>
                <a:gd name="T29" fmla="*/ 43 h 64"/>
                <a:gd name="T30" fmla="*/ 42 w 43"/>
                <a:gd name="T31" fmla="*/ 54 h 64"/>
                <a:gd name="T32" fmla="*/ 37 w 43"/>
                <a:gd name="T33" fmla="*/ 60 h 64"/>
                <a:gd name="T34" fmla="*/ 30 w 43"/>
                <a:gd name="T35" fmla="*/ 63 h 64"/>
                <a:gd name="T36" fmla="*/ 22 w 43"/>
                <a:gd name="T37" fmla="*/ 64 h 64"/>
                <a:gd name="T38" fmla="*/ 32 w 43"/>
                <a:gd name="T39" fmla="*/ 22 h 64"/>
                <a:gd name="T40" fmla="*/ 30 w 43"/>
                <a:gd name="T41" fmla="*/ 13 h 64"/>
                <a:gd name="T42" fmla="*/ 22 w 43"/>
                <a:gd name="T43" fmla="*/ 10 h 64"/>
                <a:gd name="T44" fmla="*/ 17 w 43"/>
                <a:gd name="T45" fmla="*/ 11 h 64"/>
                <a:gd name="T46" fmla="*/ 13 w 43"/>
                <a:gd name="T47" fmla="*/ 13 h 64"/>
                <a:gd name="T48" fmla="*/ 12 w 43"/>
                <a:gd name="T49" fmla="*/ 17 h 64"/>
                <a:gd name="T50" fmla="*/ 11 w 43"/>
                <a:gd name="T51" fmla="*/ 23 h 64"/>
                <a:gd name="T52" fmla="*/ 11 w 43"/>
                <a:gd name="T53" fmla="*/ 44 h 64"/>
                <a:gd name="T54" fmla="*/ 14 w 43"/>
                <a:gd name="T55" fmla="*/ 51 h 64"/>
                <a:gd name="T56" fmla="*/ 22 w 43"/>
                <a:gd name="T57" fmla="*/ 54 h 64"/>
                <a:gd name="T58" fmla="*/ 26 w 43"/>
                <a:gd name="T59" fmla="*/ 53 h 64"/>
                <a:gd name="T60" fmla="*/ 29 w 43"/>
                <a:gd name="T61" fmla="*/ 51 h 64"/>
                <a:gd name="T62" fmla="*/ 31 w 43"/>
                <a:gd name="T63" fmla="*/ 48 h 64"/>
                <a:gd name="T64" fmla="*/ 32 w 43"/>
                <a:gd name="T65" fmla="*/ 43 h 64"/>
                <a:gd name="T66" fmla="*/ 32 w 43"/>
                <a:gd name="T67" fmla="*/ 22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3" h="64">
                  <a:moveTo>
                    <a:pt x="22" y="64"/>
                  </a:moveTo>
                  <a:cubicBezTo>
                    <a:pt x="19" y="64"/>
                    <a:pt x="17" y="63"/>
                    <a:pt x="14" y="63"/>
                  </a:cubicBezTo>
                  <a:cubicBezTo>
                    <a:pt x="11" y="62"/>
                    <a:pt x="9" y="62"/>
                    <a:pt x="7" y="60"/>
                  </a:cubicBezTo>
                  <a:cubicBezTo>
                    <a:pt x="5" y="59"/>
                    <a:pt x="3" y="57"/>
                    <a:pt x="2" y="54"/>
                  </a:cubicBezTo>
                  <a:cubicBezTo>
                    <a:pt x="0" y="52"/>
                    <a:pt x="0" y="48"/>
                    <a:pt x="0" y="45"/>
                  </a:cubicBezTo>
                  <a:cubicBezTo>
                    <a:pt x="0" y="21"/>
                    <a:pt x="0" y="21"/>
                    <a:pt x="0" y="21"/>
                  </a:cubicBezTo>
                  <a:cubicBezTo>
                    <a:pt x="0" y="17"/>
                    <a:pt x="0" y="13"/>
                    <a:pt x="1" y="11"/>
                  </a:cubicBezTo>
                  <a:cubicBezTo>
                    <a:pt x="2" y="8"/>
                    <a:pt x="4" y="6"/>
                    <a:pt x="6" y="4"/>
                  </a:cubicBezTo>
                  <a:cubicBezTo>
                    <a:pt x="8" y="3"/>
                    <a:pt x="10" y="1"/>
                    <a:pt x="13" y="1"/>
                  </a:cubicBezTo>
                  <a:cubicBezTo>
                    <a:pt x="16" y="0"/>
                    <a:pt x="19" y="0"/>
                    <a:pt x="22" y="0"/>
                  </a:cubicBezTo>
                  <a:cubicBezTo>
                    <a:pt x="25" y="0"/>
                    <a:pt x="28" y="0"/>
                    <a:pt x="30" y="1"/>
                  </a:cubicBezTo>
                  <a:cubicBezTo>
                    <a:pt x="33" y="1"/>
                    <a:pt x="35" y="2"/>
                    <a:pt x="37" y="4"/>
                  </a:cubicBezTo>
                  <a:cubicBezTo>
                    <a:pt x="39" y="5"/>
                    <a:pt x="40" y="7"/>
                    <a:pt x="42" y="10"/>
                  </a:cubicBezTo>
                  <a:cubicBezTo>
                    <a:pt x="43" y="13"/>
                    <a:pt x="43" y="16"/>
                    <a:pt x="43" y="20"/>
                  </a:cubicBezTo>
                  <a:cubicBezTo>
                    <a:pt x="43" y="43"/>
                    <a:pt x="43" y="43"/>
                    <a:pt x="43" y="43"/>
                  </a:cubicBezTo>
                  <a:cubicBezTo>
                    <a:pt x="43" y="47"/>
                    <a:pt x="43" y="51"/>
                    <a:pt x="42" y="54"/>
                  </a:cubicBezTo>
                  <a:cubicBezTo>
                    <a:pt x="40" y="57"/>
                    <a:pt x="39" y="59"/>
                    <a:pt x="37" y="60"/>
                  </a:cubicBezTo>
                  <a:cubicBezTo>
                    <a:pt x="35" y="62"/>
                    <a:pt x="33" y="63"/>
                    <a:pt x="30" y="63"/>
                  </a:cubicBezTo>
                  <a:cubicBezTo>
                    <a:pt x="28" y="64"/>
                    <a:pt x="25" y="64"/>
                    <a:pt x="22" y="64"/>
                  </a:cubicBezTo>
                  <a:close/>
                  <a:moveTo>
                    <a:pt x="32" y="22"/>
                  </a:moveTo>
                  <a:cubicBezTo>
                    <a:pt x="32" y="18"/>
                    <a:pt x="31" y="15"/>
                    <a:pt x="30" y="13"/>
                  </a:cubicBezTo>
                  <a:cubicBezTo>
                    <a:pt x="28" y="11"/>
                    <a:pt x="26" y="10"/>
                    <a:pt x="22" y="10"/>
                  </a:cubicBezTo>
                  <a:cubicBezTo>
                    <a:pt x="20" y="10"/>
                    <a:pt x="18" y="10"/>
                    <a:pt x="17" y="11"/>
                  </a:cubicBezTo>
                  <a:cubicBezTo>
                    <a:pt x="15" y="11"/>
                    <a:pt x="14" y="12"/>
                    <a:pt x="13" y="13"/>
                  </a:cubicBezTo>
                  <a:cubicBezTo>
                    <a:pt x="12" y="14"/>
                    <a:pt x="12" y="16"/>
                    <a:pt x="12" y="17"/>
                  </a:cubicBezTo>
                  <a:cubicBezTo>
                    <a:pt x="11" y="19"/>
                    <a:pt x="11" y="21"/>
                    <a:pt x="11" y="23"/>
                  </a:cubicBezTo>
                  <a:cubicBezTo>
                    <a:pt x="11" y="44"/>
                    <a:pt x="11" y="44"/>
                    <a:pt x="11" y="44"/>
                  </a:cubicBezTo>
                  <a:cubicBezTo>
                    <a:pt x="11" y="47"/>
                    <a:pt x="12" y="50"/>
                    <a:pt x="14" y="51"/>
                  </a:cubicBezTo>
                  <a:cubicBezTo>
                    <a:pt x="16" y="53"/>
                    <a:pt x="19" y="54"/>
                    <a:pt x="22" y="54"/>
                  </a:cubicBezTo>
                  <a:cubicBezTo>
                    <a:pt x="24" y="54"/>
                    <a:pt x="25" y="53"/>
                    <a:pt x="26" y="53"/>
                  </a:cubicBezTo>
                  <a:cubicBezTo>
                    <a:pt x="27" y="53"/>
                    <a:pt x="28" y="52"/>
                    <a:pt x="29" y="51"/>
                  </a:cubicBezTo>
                  <a:cubicBezTo>
                    <a:pt x="30" y="51"/>
                    <a:pt x="31" y="49"/>
                    <a:pt x="31" y="48"/>
                  </a:cubicBezTo>
                  <a:cubicBezTo>
                    <a:pt x="32" y="47"/>
                    <a:pt x="32" y="45"/>
                    <a:pt x="32" y="43"/>
                  </a:cubicBezTo>
                  <a:lnTo>
                    <a:pt x="32" y="2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32"/>
            <p:cNvSpPr>
              <a:spLocks/>
            </p:cNvSpPr>
            <p:nvPr/>
          </p:nvSpPr>
          <p:spPr bwMode="auto">
            <a:xfrm>
              <a:off x="6408738" y="1952626"/>
              <a:ext cx="77788" cy="233363"/>
            </a:xfrm>
            <a:custGeom>
              <a:avLst/>
              <a:gdLst>
                <a:gd name="T0" fmla="*/ 13 w 21"/>
                <a:gd name="T1" fmla="*/ 62 h 62"/>
                <a:gd name="T2" fmla="*/ 10 w 21"/>
                <a:gd name="T3" fmla="*/ 61 h 62"/>
                <a:gd name="T4" fmla="*/ 10 w 21"/>
                <a:gd name="T5" fmla="*/ 58 h 62"/>
                <a:gd name="T6" fmla="*/ 10 w 21"/>
                <a:gd name="T7" fmla="*/ 13 h 62"/>
                <a:gd name="T8" fmla="*/ 9 w 21"/>
                <a:gd name="T9" fmla="*/ 13 h 62"/>
                <a:gd name="T10" fmla="*/ 3 w 21"/>
                <a:gd name="T11" fmla="*/ 13 h 62"/>
                <a:gd name="T12" fmla="*/ 2 w 21"/>
                <a:gd name="T13" fmla="*/ 12 h 62"/>
                <a:gd name="T14" fmla="*/ 1 w 21"/>
                <a:gd name="T15" fmla="*/ 12 h 62"/>
                <a:gd name="T16" fmla="*/ 0 w 21"/>
                <a:gd name="T17" fmla="*/ 10 h 62"/>
                <a:gd name="T18" fmla="*/ 0 w 21"/>
                <a:gd name="T19" fmla="*/ 7 h 62"/>
                <a:gd name="T20" fmla="*/ 1 w 21"/>
                <a:gd name="T21" fmla="*/ 4 h 62"/>
                <a:gd name="T22" fmla="*/ 4 w 21"/>
                <a:gd name="T23" fmla="*/ 3 h 62"/>
                <a:gd name="T24" fmla="*/ 10 w 21"/>
                <a:gd name="T25" fmla="*/ 1 h 62"/>
                <a:gd name="T26" fmla="*/ 12 w 21"/>
                <a:gd name="T27" fmla="*/ 0 h 62"/>
                <a:gd name="T28" fmla="*/ 13 w 21"/>
                <a:gd name="T29" fmla="*/ 0 h 62"/>
                <a:gd name="T30" fmla="*/ 19 w 21"/>
                <a:gd name="T31" fmla="*/ 0 h 62"/>
                <a:gd name="T32" fmla="*/ 21 w 21"/>
                <a:gd name="T33" fmla="*/ 1 h 62"/>
                <a:gd name="T34" fmla="*/ 21 w 21"/>
                <a:gd name="T35" fmla="*/ 4 h 62"/>
                <a:gd name="T36" fmla="*/ 21 w 21"/>
                <a:gd name="T37" fmla="*/ 59 h 62"/>
                <a:gd name="T38" fmla="*/ 21 w 21"/>
                <a:gd name="T39" fmla="*/ 61 h 62"/>
                <a:gd name="T40" fmla="*/ 19 w 21"/>
                <a:gd name="T41" fmla="*/ 62 h 62"/>
                <a:gd name="T42" fmla="*/ 13 w 21"/>
                <a:gd name="T43"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 h="62">
                  <a:moveTo>
                    <a:pt x="13" y="62"/>
                  </a:moveTo>
                  <a:cubicBezTo>
                    <a:pt x="12" y="62"/>
                    <a:pt x="11" y="62"/>
                    <a:pt x="10" y="61"/>
                  </a:cubicBezTo>
                  <a:cubicBezTo>
                    <a:pt x="10" y="61"/>
                    <a:pt x="10" y="60"/>
                    <a:pt x="10" y="58"/>
                  </a:cubicBezTo>
                  <a:cubicBezTo>
                    <a:pt x="10" y="13"/>
                    <a:pt x="10" y="13"/>
                    <a:pt x="10" y="13"/>
                  </a:cubicBezTo>
                  <a:cubicBezTo>
                    <a:pt x="10" y="13"/>
                    <a:pt x="10" y="13"/>
                    <a:pt x="9" y="13"/>
                  </a:cubicBezTo>
                  <a:cubicBezTo>
                    <a:pt x="3" y="13"/>
                    <a:pt x="3" y="13"/>
                    <a:pt x="3" y="13"/>
                  </a:cubicBezTo>
                  <a:cubicBezTo>
                    <a:pt x="2" y="13"/>
                    <a:pt x="2" y="13"/>
                    <a:pt x="2" y="12"/>
                  </a:cubicBezTo>
                  <a:cubicBezTo>
                    <a:pt x="1" y="12"/>
                    <a:pt x="1" y="12"/>
                    <a:pt x="1" y="12"/>
                  </a:cubicBezTo>
                  <a:cubicBezTo>
                    <a:pt x="0" y="11"/>
                    <a:pt x="0" y="11"/>
                    <a:pt x="0" y="10"/>
                  </a:cubicBezTo>
                  <a:cubicBezTo>
                    <a:pt x="0" y="7"/>
                    <a:pt x="0" y="7"/>
                    <a:pt x="0" y="7"/>
                  </a:cubicBezTo>
                  <a:cubicBezTo>
                    <a:pt x="0" y="6"/>
                    <a:pt x="0" y="5"/>
                    <a:pt x="1" y="4"/>
                  </a:cubicBezTo>
                  <a:cubicBezTo>
                    <a:pt x="1" y="4"/>
                    <a:pt x="2" y="3"/>
                    <a:pt x="4" y="3"/>
                  </a:cubicBezTo>
                  <a:cubicBezTo>
                    <a:pt x="10" y="1"/>
                    <a:pt x="10" y="1"/>
                    <a:pt x="10" y="1"/>
                  </a:cubicBezTo>
                  <a:cubicBezTo>
                    <a:pt x="11" y="1"/>
                    <a:pt x="11" y="0"/>
                    <a:pt x="12" y="0"/>
                  </a:cubicBezTo>
                  <a:cubicBezTo>
                    <a:pt x="12" y="0"/>
                    <a:pt x="13" y="0"/>
                    <a:pt x="13" y="0"/>
                  </a:cubicBezTo>
                  <a:cubicBezTo>
                    <a:pt x="19" y="0"/>
                    <a:pt x="19" y="0"/>
                    <a:pt x="19" y="0"/>
                  </a:cubicBezTo>
                  <a:cubicBezTo>
                    <a:pt x="20" y="0"/>
                    <a:pt x="21" y="0"/>
                    <a:pt x="21" y="1"/>
                  </a:cubicBezTo>
                  <a:cubicBezTo>
                    <a:pt x="21" y="2"/>
                    <a:pt x="21" y="3"/>
                    <a:pt x="21" y="4"/>
                  </a:cubicBezTo>
                  <a:cubicBezTo>
                    <a:pt x="21" y="59"/>
                    <a:pt x="21" y="59"/>
                    <a:pt x="21" y="59"/>
                  </a:cubicBezTo>
                  <a:cubicBezTo>
                    <a:pt x="21" y="60"/>
                    <a:pt x="21" y="61"/>
                    <a:pt x="21" y="61"/>
                  </a:cubicBezTo>
                  <a:cubicBezTo>
                    <a:pt x="21" y="62"/>
                    <a:pt x="20" y="62"/>
                    <a:pt x="19" y="62"/>
                  </a:cubicBezTo>
                  <a:lnTo>
                    <a:pt x="13" y="6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33"/>
            <p:cNvSpPr>
              <a:spLocks noEditPoints="1"/>
            </p:cNvSpPr>
            <p:nvPr/>
          </p:nvSpPr>
          <p:spPr bwMode="auto">
            <a:xfrm>
              <a:off x="5087938" y="3040063"/>
              <a:ext cx="169863" cy="250825"/>
            </a:xfrm>
            <a:custGeom>
              <a:avLst/>
              <a:gdLst>
                <a:gd name="T0" fmla="*/ 23 w 45"/>
                <a:gd name="T1" fmla="*/ 67 h 67"/>
                <a:gd name="T2" fmla="*/ 15 w 45"/>
                <a:gd name="T3" fmla="*/ 66 h 67"/>
                <a:gd name="T4" fmla="*/ 7 w 45"/>
                <a:gd name="T5" fmla="*/ 63 h 67"/>
                <a:gd name="T6" fmla="*/ 2 w 45"/>
                <a:gd name="T7" fmla="*/ 57 h 67"/>
                <a:gd name="T8" fmla="*/ 0 w 45"/>
                <a:gd name="T9" fmla="*/ 47 h 67"/>
                <a:gd name="T10" fmla="*/ 0 w 45"/>
                <a:gd name="T11" fmla="*/ 23 h 67"/>
                <a:gd name="T12" fmla="*/ 2 w 45"/>
                <a:gd name="T13" fmla="*/ 12 h 67"/>
                <a:gd name="T14" fmla="*/ 6 w 45"/>
                <a:gd name="T15" fmla="*/ 5 h 67"/>
                <a:gd name="T16" fmla="*/ 14 w 45"/>
                <a:gd name="T17" fmla="*/ 1 h 67"/>
                <a:gd name="T18" fmla="*/ 23 w 45"/>
                <a:gd name="T19" fmla="*/ 0 h 67"/>
                <a:gd name="T20" fmla="*/ 32 w 45"/>
                <a:gd name="T21" fmla="*/ 1 h 67"/>
                <a:gd name="T22" fmla="*/ 39 w 45"/>
                <a:gd name="T23" fmla="*/ 5 h 67"/>
                <a:gd name="T24" fmla="*/ 43 w 45"/>
                <a:gd name="T25" fmla="*/ 11 h 67"/>
                <a:gd name="T26" fmla="*/ 45 w 45"/>
                <a:gd name="T27" fmla="*/ 22 h 67"/>
                <a:gd name="T28" fmla="*/ 45 w 45"/>
                <a:gd name="T29" fmla="*/ 45 h 67"/>
                <a:gd name="T30" fmla="*/ 43 w 45"/>
                <a:gd name="T31" fmla="*/ 56 h 67"/>
                <a:gd name="T32" fmla="*/ 38 w 45"/>
                <a:gd name="T33" fmla="*/ 63 h 67"/>
                <a:gd name="T34" fmla="*/ 31 w 45"/>
                <a:gd name="T35" fmla="*/ 66 h 67"/>
                <a:gd name="T36" fmla="*/ 23 w 45"/>
                <a:gd name="T37" fmla="*/ 67 h 67"/>
                <a:gd name="T38" fmla="*/ 33 w 45"/>
                <a:gd name="T39" fmla="*/ 24 h 67"/>
                <a:gd name="T40" fmla="*/ 31 w 45"/>
                <a:gd name="T41" fmla="*/ 14 h 67"/>
                <a:gd name="T42" fmla="*/ 23 w 45"/>
                <a:gd name="T43" fmla="*/ 11 h 67"/>
                <a:gd name="T44" fmla="*/ 18 w 45"/>
                <a:gd name="T45" fmla="*/ 12 h 67"/>
                <a:gd name="T46" fmla="*/ 14 w 45"/>
                <a:gd name="T47" fmla="*/ 14 h 67"/>
                <a:gd name="T48" fmla="*/ 12 w 45"/>
                <a:gd name="T49" fmla="*/ 18 h 67"/>
                <a:gd name="T50" fmla="*/ 12 w 45"/>
                <a:gd name="T51" fmla="*/ 24 h 67"/>
                <a:gd name="T52" fmla="*/ 12 w 45"/>
                <a:gd name="T53" fmla="*/ 46 h 67"/>
                <a:gd name="T54" fmla="*/ 15 w 45"/>
                <a:gd name="T55" fmla="*/ 54 h 67"/>
                <a:gd name="T56" fmla="*/ 23 w 45"/>
                <a:gd name="T57" fmla="*/ 56 h 67"/>
                <a:gd name="T58" fmla="*/ 27 w 45"/>
                <a:gd name="T59" fmla="*/ 56 h 67"/>
                <a:gd name="T60" fmla="*/ 31 w 45"/>
                <a:gd name="T61" fmla="*/ 54 h 67"/>
                <a:gd name="T62" fmla="*/ 33 w 45"/>
                <a:gd name="T63" fmla="*/ 50 h 67"/>
                <a:gd name="T64" fmla="*/ 33 w 45"/>
                <a:gd name="T65" fmla="*/ 45 h 67"/>
                <a:gd name="T66" fmla="*/ 33 w 45"/>
                <a:gd name="T67" fmla="*/ 2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5" h="67">
                  <a:moveTo>
                    <a:pt x="23" y="67"/>
                  </a:moveTo>
                  <a:cubicBezTo>
                    <a:pt x="20" y="67"/>
                    <a:pt x="18" y="66"/>
                    <a:pt x="15" y="66"/>
                  </a:cubicBezTo>
                  <a:cubicBezTo>
                    <a:pt x="12" y="65"/>
                    <a:pt x="10" y="64"/>
                    <a:pt x="7" y="63"/>
                  </a:cubicBezTo>
                  <a:cubicBezTo>
                    <a:pt x="5" y="62"/>
                    <a:pt x="3" y="59"/>
                    <a:pt x="2" y="57"/>
                  </a:cubicBezTo>
                  <a:cubicBezTo>
                    <a:pt x="1" y="54"/>
                    <a:pt x="0" y="51"/>
                    <a:pt x="0" y="47"/>
                  </a:cubicBezTo>
                  <a:cubicBezTo>
                    <a:pt x="0" y="23"/>
                    <a:pt x="0" y="23"/>
                    <a:pt x="0" y="23"/>
                  </a:cubicBezTo>
                  <a:cubicBezTo>
                    <a:pt x="0" y="18"/>
                    <a:pt x="0" y="15"/>
                    <a:pt x="2" y="12"/>
                  </a:cubicBezTo>
                  <a:cubicBezTo>
                    <a:pt x="3" y="9"/>
                    <a:pt x="4" y="7"/>
                    <a:pt x="6" y="5"/>
                  </a:cubicBezTo>
                  <a:cubicBezTo>
                    <a:pt x="8" y="3"/>
                    <a:pt x="11" y="2"/>
                    <a:pt x="14" y="1"/>
                  </a:cubicBezTo>
                  <a:cubicBezTo>
                    <a:pt x="17" y="1"/>
                    <a:pt x="20" y="0"/>
                    <a:pt x="23" y="0"/>
                  </a:cubicBezTo>
                  <a:cubicBezTo>
                    <a:pt x="26" y="0"/>
                    <a:pt x="29" y="1"/>
                    <a:pt x="32" y="1"/>
                  </a:cubicBezTo>
                  <a:cubicBezTo>
                    <a:pt x="34" y="2"/>
                    <a:pt x="37" y="3"/>
                    <a:pt x="39" y="5"/>
                  </a:cubicBezTo>
                  <a:cubicBezTo>
                    <a:pt x="41" y="6"/>
                    <a:pt x="42" y="8"/>
                    <a:pt x="43" y="11"/>
                  </a:cubicBezTo>
                  <a:cubicBezTo>
                    <a:pt x="45" y="14"/>
                    <a:pt x="45" y="17"/>
                    <a:pt x="45" y="22"/>
                  </a:cubicBezTo>
                  <a:cubicBezTo>
                    <a:pt x="45" y="45"/>
                    <a:pt x="45" y="45"/>
                    <a:pt x="45" y="45"/>
                  </a:cubicBezTo>
                  <a:cubicBezTo>
                    <a:pt x="45" y="50"/>
                    <a:pt x="45" y="53"/>
                    <a:pt x="43" y="56"/>
                  </a:cubicBezTo>
                  <a:cubicBezTo>
                    <a:pt x="42" y="59"/>
                    <a:pt x="40" y="61"/>
                    <a:pt x="38" y="63"/>
                  </a:cubicBezTo>
                  <a:cubicBezTo>
                    <a:pt x="36" y="65"/>
                    <a:pt x="34" y="66"/>
                    <a:pt x="31" y="66"/>
                  </a:cubicBezTo>
                  <a:cubicBezTo>
                    <a:pt x="29" y="66"/>
                    <a:pt x="26" y="67"/>
                    <a:pt x="23" y="67"/>
                  </a:cubicBezTo>
                  <a:close/>
                  <a:moveTo>
                    <a:pt x="33" y="24"/>
                  </a:moveTo>
                  <a:cubicBezTo>
                    <a:pt x="33" y="19"/>
                    <a:pt x="33" y="16"/>
                    <a:pt x="31" y="14"/>
                  </a:cubicBezTo>
                  <a:cubicBezTo>
                    <a:pt x="30" y="12"/>
                    <a:pt x="27" y="11"/>
                    <a:pt x="23" y="11"/>
                  </a:cubicBezTo>
                  <a:cubicBezTo>
                    <a:pt x="21" y="11"/>
                    <a:pt x="19" y="11"/>
                    <a:pt x="18" y="12"/>
                  </a:cubicBezTo>
                  <a:cubicBezTo>
                    <a:pt x="16" y="12"/>
                    <a:pt x="15" y="13"/>
                    <a:pt x="14" y="14"/>
                  </a:cubicBezTo>
                  <a:cubicBezTo>
                    <a:pt x="13" y="15"/>
                    <a:pt x="13" y="17"/>
                    <a:pt x="12" y="18"/>
                  </a:cubicBezTo>
                  <a:cubicBezTo>
                    <a:pt x="12" y="20"/>
                    <a:pt x="12" y="22"/>
                    <a:pt x="12" y="24"/>
                  </a:cubicBezTo>
                  <a:cubicBezTo>
                    <a:pt x="12" y="46"/>
                    <a:pt x="12" y="46"/>
                    <a:pt x="12" y="46"/>
                  </a:cubicBezTo>
                  <a:cubicBezTo>
                    <a:pt x="12" y="50"/>
                    <a:pt x="13" y="52"/>
                    <a:pt x="15" y="54"/>
                  </a:cubicBezTo>
                  <a:cubicBezTo>
                    <a:pt x="17" y="55"/>
                    <a:pt x="20" y="56"/>
                    <a:pt x="23" y="56"/>
                  </a:cubicBezTo>
                  <a:cubicBezTo>
                    <a:pt x="25" y="56"/>
                    <a:pt x="26" y="56"/>
                    <a:pt x="27" y="56"/>
                  </a:cubicBezTo>
                  <a:cubicBezTo>
                    <a:pt x="29" y="55"/>
                    <a:pt x="30" y="55"/>
                    <a:pt x="31" y="54"/>
                  </a:cubicBezTo>
                  <a:cubicBezTo>
                    <a:pt x="32" y="53"/>
                    <a:pt x="32" y="52"/>
                    <a:pt x="33" y="50"/>
                  </a:cubicBezTo>
                  <a:cubicBezTo>
                    <a:pt x="33" y="49"/>
                    <a:pt x="33" y="47"/>
                    <a:pt x="33" y="45"/>
                  </a:cubicBezTo>
                  <a:lnTo>
                    <a:pt x="33" y="24"/>
                  </a:lnTo>
                  <a:close/>
                </a:path>
              </a:pathLst>
            </a:custGeom>
            <a:solidFill>
              <a:srgbClr val="8282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34"/>
            <p:cNvSpPr>
              <a:spLocks/>
            </p:cNvSpPr>
            <p:nvPr/>
          </p:nvSpPr>
          <p:spPr bwMode="auto">
            <a:xfrm>
              <a:off x="5295901" y="3043238"/>
              <a:ext cx="165100" cy="244475"/>
            </a:xfrm>
            <a:custGeom>
              <a:avLst/>
              <a:gdLst>
                <a:gd name="T0" fmla="*/ 3 w 44"/>
                <a:gd name="T1" fmla="*/ 65 h 65"/>
                <a:gd name="T2" fmla="*/ 1 w 44"/>
                <a:gd name="T3" fmla="*/ 64 h 65"/>
                <a:gd name="T4" fmla="*/ 0 w 44"/>
                <a:gd name="T5" fmla="*/ 62 h 65"/>
                <a:gd name="T6" fmla="*/ 0 w 44"/>
                <a:gd name="T7" fmla="*/ 58 h 65"/>
                <a:gd name="T8" fmla="*/ 1 w 44"/>
                <a:gd name="T9" fmla="*/ 48 h 65"/>
                <a:gd name="T10" fmla="*/ 6 w 44"/>
                <a:gd name="T11" fmla="*/ 41 h 65"/>
                <a:gd name="T12" fmla="*/ 12 w 44"/>
                <a:gd name="T13" fmla="*/ 35 h 65"/>
                <a:gd name="T14" fmla="*/ 18 w 44"/>
                <a:gd name="T15" fmla="*/ 30 h 65"/>
                <a:gd name="T16" fmla="*/ 23 w 44"/>
                <a:gd name="T17" fmla="*/ 27 h 65"/>
                <a:gd name="T18" fmla="*/ 27 w 44"/>
                <a:gd name="T19" fmla="*/ 24 h 65"/>
                <a:gd name="T20" fmla="*/ 30 w 44"/>
                <a:gd name="T21" fmla="*/ 21 h 65"/>
                <a:gd name="T22" fmla="*/ 32 w 44"/>
                <a:gd name="T23" fmla="*/ 18 h 65"/>
                <a:gd name="T24" fmla="*/ 21 w 44"/>
                <a:gd name="T25" fmla="*/ 10 h 65"/>
                <a:gd name="T26" fmla="*/ 13 w 44"/>
                <a:gd name="T27" fmla="*/ 12 h 65"/>
                <a:gd name="T28" fmla="*/ 7 w 44"/>
                <a:gd name="T29" fmla="*/ 14 h 65"/>
                <a:gd name="T30" fmla="*/ 6 w 44"/>
                <a:gd name="T31" fmla="*/ 13 h 65"/>
                <a:gd name="T32" fmla="*/ 4 w 44"/>
                <a:gd name="T33" fmla="*/ 10 h 65"/>
                <a:gd name="T34" fmla="*/ 3 w 44"/>
                <a:gd name="T35" fmla="*/ 6 h 65"/>
                <a:gd name="T36" fmla="*/ 3 w 44"/>
                <a:gd name="T37" fmla="*/ 4 h 65"/>
                <a:gd name="T38" fmla="*/ 6 w 44"/>
                <a:gd name="T39" fmla="*/ 3 h 65"/>
                <a:gd name="T40" fmla="*/ 10 w 44"/>
                <a:gd name="T41" fmla="*/ 2 h 65"/>
                <a:gd name="T42" fmla="*/ 15 w 44"/>
                <a:gd name="T43" fmla="*/ 0 h 65"/>
                <a:gd name="T44" fmla="*/ 23 w 44"/>
                <a:gd name="T45" fmla="*/ 0 h 65"/>
                <a:gd name="T46" fmla="*/ 38 w 44"/>
                <a:gd name="T47" fmla="*/ 4 h 65"/>
                <a:gd name="T48" fmla="*/ 44 w 44"/>
                <a:gd name="T49" fmla="*/ 16 h 65"/>
                <a:gd name="T50" fmla="*/ 42 w 44"/>
                <a:gd name="T51" fmla="*/ 24 h 65"/>
                <a:gd name="T52" fmla="*/ 38 w 44"/>
                <a:gd name="T53" fmla="*/ 30 h 65"/>
                <a:gd name="T54" fmla="*/ 32 w 44"/>
                <a:gd name="T55" fmla="*/ 35 h 65"/>
                <a:gd name="T56" fmla="*/ 25 w 44"/>
                <a:gd name="T57" fmla="*/ 39 h 65"/>
                <a:gd name="T58" fmla="*/ 17 w 44"/>
                <a:gd name="T59" fmla="*/ 45 h 65"/>
                <a:gd name="T60" fmla="*/ 14 w 44"/>
                <a:gd name="T61" fmla="*/ 54 h 65"/>
                <a:gd name="T62" fmla="*/ 15 w 44"/>
                <a:gd name="T63" fmla="*/ 54 h 65"/>
                <a:gd name="T64" fmla="*/ 40 w 44"/>
                <a:gd name="T65" fmla="*/ 54 h 65"/>
                <a:gd name="T66" fmla="*/ 43 w 44"/>
                <a:gd name="T67" fmla="*/ 55 h 65"/>
                <a:gd name="T68" fmla="*/ 44 w 44"/>
                <a:gd name="T69" fmla="*/ 57 h 65"/>
                <a:gd name="T70" fmla="*/ 44 w 44"/>
                <a:gd name="T71" fmla="*/ 62 h 65"/>
                <a:gd name="T72" fmla="*/ 43 w 44"/>
                <a:gd name="T73" fmla="*/ 64 h 65"/>
                <a:gd name="T74" fmla="*/ 42 w 44"/>
                <a:gd name="T75" fmla="*/ 65 h 65"/>
                <a:gd name="T76" fmla="*/ 3 w 44"/>
                <a:gd name="T77"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4" h="65">
                  <a:moveTo>
                    <a:pt x="3" y="65"/>
                  </a:moveTo>
                  <a:cubicBezTo>
                    <a:pt x="2" y="65"/>
                    <a:pt x="1" y="65"/>
                    <a:pt x="1" y="64"/>
                  </a:cubicBezTo>
                  <a:cubicBezTo>
                    <a:pt x="0" y="64"/>
                    <a:pt x="0" y="63"/>
                    <a:pt x="0" y="62"/>
                  </a:cubicBezTo>
                  <a:cubicBezTo>
                    <a:pt x="0" y="58"/>
                    <a:pt x="0" y="58"/>
                    <a:pt x="0" y="58"/>
                  </a:cubicBezTo>
                  <a:cubicBezTo>
                    <a:pt x="0" y="54"/>
                    <a:pt x="0" y="51"/>
                    <a:pt x="1" y="48"/>
                  </a:cubicBezTo>
                  <a:cubicBezTo>
                    <a:pt x="3" y="46"/>
                    <a:pt x="4" y="43"/>
                    <a:pt x="6" y="41"/>
                  </a:cubicBezTo>
                  <a:cubicBezTo>
                    <a:pt x="8" y="38"/>
                    <a:pt x="10" y="36"/>
                    <a:pt x="12" y="35"/>
                  </a:cubicBezTo>
                  <a:cubicBezTo>
                    <a:pt x="14" y="33"/>
                    <a:pt x="16" y="31"/>
                    <a:pt x="18" y="30"/>
                  </a:cubicBezTo>
                  <a:cubicBezTo>
                    <a:pt x="19" y="29"/>
                    <a:pt x="21" y="28"/>
                    <a:pt x="23" y="27"/>
                  </a:cubicBezTo>
                  <a:cubicBezTo>
                    <a:pt x="24" y="26"/>
                    <a:pt x="26" y="25"/>
                    <a:pt x="27" y="24"/>
                  </a:cubicBezTo>
                  <a:cubicBezTo>
                    <a:pt x="28" y="23"/>
                    <a:pt x="29" y="22"/>
                    <a:pt x="30" y="21"/>
                  </a:cubicBezTo>
                  <a:cubicBezTo>
                    <a:pt x="31" y="20"/>
                    <a:pt x="32" y="19"/>
                    <a:pt x="32" y="18"/>
                  </a:cubicBezTo>
                  <a:cubicBezTo>
                    <a:pt x="32" y="13"/>
                    <a:pt x="28" y="10"/>
                    <a:pt x="21" y="10"/>
                  </a:cubicBezTo>
                  <a:cubicBezTo>
                    <a:pt x="18" y="10"/>
                    <a:pt x="15" y="11"/>
                    <a:pt x="13" y="12"/>
                  </a:cubicBezTo>
                  <a:cubicBezTo>
                    <a:pt x="11" y="12"/>
                    <a:pt x="9" y="13"/>
                    <a:pt x="7" y="14"/>
                  </a:cubicBezTo>
                  <a:cubicBezTo>
                    <a:pt x="7" y="14"/>
                    <a:pt x="6" y="14"/>
                    <a:pt x="6" y="13"/>
                  </a:cubicBezTo>
                  <a:cubicBezTo>
                    <a:pt x="5" y="12"/>
                    <a:pt x="4" y="11"/>
                    <a:pt x="4" y="10"/>
                  </a:cubicBezTo>
                  <a:cubicBezTo>
                    <a:pt x="4" y="8"/>
                    <a:pt x="3" y="7"/>
                    <a:pt x="3" y="6"/>
                  </a:cubicBezTo>
                  <a:cubicBezTo>
                    <a:pt x="3" y="5"/>
                    <a:pt x="3" y="5"/>
                    <a:pt x="3" y="4"/>
                  </a:cubicBezTo>
                  <a:cubicBezTo>
                    <a:pt x="4" y="4"/>
                    <a:pt x="5" y="3"/>
                    <a:pt x="6" y="3"/>
                  </a:cubicBezTo>
                  <a:cubicBezTo>
                    <a:pt x="7" y="2"/>
                    <a:pt x="8" y="2"/>
                    <a:pt x="10" y="2"/>
                  </a:cubicBezTo>
                  <a:cubicBezTo>
                    <a:pt x="11" y="1"/>
                    <a:pt x="13" y="1"/>
                    <a:pt x="15" y="0"/>
                  </a:cubicBezTo>
                  <a:cubicBezTo>
                    <a:pt x="17" y="0"/>
                    <a:pt x="20" y="0"/>
                    <a:pt x="23" y="0"/>
                  </a:cubicBezTo>
                  <a:cubicBezTo>
                    <a:pt x="29" y="0"/>
                    <a:pt x="35" y="1"/>
                    <a:pt x="38" y="4"/>
                  </a:cubicBezTo>
                  <a:cubicBezTo>
                    <a:pt x="42" y="7"/>
                    <a:pt x="44" y="11"/>
                    <a:pt x="44" y="16"/>
                  </a:cubicBezTo>
                  <a:cubicBezTo>
                    <a:pt x="44" y="19"/>
                    <a:pt x="44" y="22"/>
                    <a:pt x="42" y="24"/>
                  </a:cubicBezTo>
                  <a:cubicBezTo>
                    <a:pt x="41" y="26"/>
                    <a:pt x="40" y="28"/>
                    <a:pt x="38" y="30"/>
                  </a:cubicBezTo>
                  <a:cubicBezTo>
                    <a:pt x="36" y="32"/>
                    <a:pt x="34" y="33"/>
                    <a:pt x="32" y="35"/>
                  </a:cubicBezTo>
                  <a:cubicBezTo>
                    <a:pt x="29" y="36"/>
                    <a:pt x="27" y="38"/>
                    <a:pt x="25" y="39"/>
                  </a:cubicBezTo>
                  <a:cubicBezTo>
                    <a:pt x="22" y="40"/>
                    <a:pt x="19" y="42"/>
                    <a:pt x="17" y="45"/>
                  </a:cubicBezTo>
                  <a:cubicBezTo>
                    <a:pt x="15" y="47"/>
                    <a:pt x="14" y="50"/>
                    <a:pt x="14" y="54"/>
                  </a:cubicBezTo>
                  <a:cubicBezTo>
                    <a:pt x="14" y="54"/>
                    <a:pt x="14" y="54"/>
                    <a:pt x="15" y="54"/>
                  </a:cubicBezTo>
                  <a:cubicBezTo>
                    <a:pt x="40" y="54"/>
                    <a:pt x="40" y="54"/>
                    <a:pt x="40" y="54"/>
                  </a:cubicBezTo>
                  <a:cubicBezTo>
                    <a:pt x="42" y="54"/>
                    <a:pt x="43" y="54"/>
                    <a:pt x="43" y="55"/>
                  </a:cubicBezTo>
                  <a:cubicBezTo>
                    <a:pt x="44" y="55"/>
                    <a:pt x="44" y="56"/>
                    <a:pt x="44" y="57"/>
                  </a:cubicBezTo>
                  <a:cubicBezTo>
                    <a:pt x="44" y="62"/>
                    <a:pt x="44" y="62"/>
                    <a:pt x="44" y="62"/>
                  </a:cubicBezTo>
                  <a:cubicBezTo>
                    <a:pt x="44" y="63"/>
                    <a:pt x="44" y="64"/>
                    <a:pt x="43" y="64"/>
                  </a:cubicBezTo>
                  <a:cubicBezTo>
                    <a:pt x="43" y="65"/>
                    <a:pt x="42" y="65"/>
                    <a:pt x="42" y="65"/>
                  </a:cubicBezTo>
                  <a:lnTo>
                    <a:pt x="3" y="65"/>
                  </a:lnTo>
                  <a:close/>
                </a:path>
              </a:pathLst>
            </a:custGeom>
            <a:solidFill>
              <a:srgbClr val="8282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84" name="文本框 83"/>
          <p:cNvSpPr txBox="1"/>
          <p:nvPr/>
        </p:nvSpPr>
        <p:spPr>
          <a:xfrm>
            <a:off x="5950256" y="985663"/>
            <a:ext cx="1519968" cy="461665"/>
          </a:xfrm>
          <a:prstGeom prst="rect">
            <a:avLst/>
          </a:prstGeom>
          <a:noFill/>
        </p:spPr>
        <p:txBody>
          <a:bodyPr wrap="none" rtlCol="0">
            <a:spAutoFit/>
          </a:bodyPr>
          <a:lstStyle/>
          <a:p>
            <a:r>
              <a:rPr lang="en-US" altLang="zh-CN" sz="2400" dirty="0">
                <a:solidFill>
                  <a:srgbClr val="24A6DD"/>
                </a:solidFill>
                <a:latin typeface="Arial Unicode MS" panose="020B0604020202020204" pitchFamily="34" charset="-122"/>
                <a:ea typeface="Arial Unicode MS" panose="020B0604020202020204" pitchFamily="34" charset="-122"/>
                <a:cs typeface="Arial Unicode MS" panose="020B0604020202020204" pitchFamily="34" charset="-122"/>
              </a:rPr>
              <a:t>Title Here</a:t>
            </a:r>
            <a:endParaRPr lang="zh-CN" altLang="en-US" sz="2400" dirty="0">
              <a:solidFill>
                <a:srgbClr val="24A6DD"/>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85" name="文本框 84"/>
          <p:cNvSpPr txBox="1"/>
          <p:nvPr/>
        </p:nvSpPr>
        <p:spPr>
          <a:xfrm>
            <a:off x="4149700" y="2780270"/>
            <a:ext cx="1519968" cy="461665"/>
          </a:xfrm>
          <a:prstGeom prst="rect">
            <a:avLst/>
          </a:prstGeom>
          <a:noFill/>
        </p:spPr>
        <p:txBody>
          <a:bodyPr wrap="none" rtlCol="0">
            <a:spAutoFit/>
          </a:bodyPr>
          <a:lstStyle/>
          <a:p>
            <a:r>
              <a:rPr lang="en-US" altLang="zh-CN" sz="2400" dirty="0">
                <a:solidFill>
                  <a:srgbClr val="828282"/>
                </a:solidFill>
                <a:latin typeface="Arial Unicode MS" panose="020B0604020202020204" pitchFamily="34" charset="-122"/>
                <a:ea typeface="Arial Unicode MS" panose="020B0604020202020204" pitchFamily="34" charset="-122"/>
                <a:cs typeface="Arial Unicode MS" panose="020B0604020202020204" pitchFamily="34" charset="-122"/>
              </a:rPr>
              <a:t>Title Here</a:t>
            </a:r>
            <a:endParaRPr lang="zh-CN" altLang="en-US" sz="2400" dirty="0">
              <a:solidFill>
                <a:srgbClr val="828282"/>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86" name="文本框 85"/>
          <p:cNvSpPr txBox="1"/>
          <p:nvPr/>
        </p:nvSpPr>
        <p:spPr>
          <a:xfrm>
            <a:off x="9219696" y="2951449"/>
            <a:ext cx="1519968" cy="461665"/>
          </a:xfrm>
          <a:prstGeom prst="rect">
            <a:avLst/>
          </a:prstGeom>
          <a:noFill/>
        </p:spPr>
        <p:txBody>
          <a:bodyPr wrap="none" rtlCol="0">
            <a:spAutoFit/>
          </a:bodyPr>
          <a:lstStyle/>
          <a:p>
            <a:r>
              <a:rPr lang="en-US" altLang="zh-CN" sz="2400" dirty="0">
                <a:solidFill>
                  <a:srgbClr val="828282"/>
                </a:solidFill>
                <a:latin typeface="Arial Unicode MS" panose="020B0604020202020204" pitchFamily="34" charset="-122"/>
                <a:ea typeface="Arial Unicode MS" panose="020B0604020202020204" pitchFamily="34" charset="-122"/>
                <a:cs typeface="Arial Unicode MS" panose="020B0604020202020204" pitchFamily="34" charset="-122"/>
              </a:rPr>
              <a:t>Title Here</a:t>
            </a:r>
            <a:endParaRPr lang="zh-CN" altLang="en-US" sz="2400" dirty="0">
              <a:solidFill>
                <a:srgbClr val="828282"/>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87" name="文本框 86"/>
          <p:cNvSpPr txBox="1"/>
          <p:nvPr/>
        </p:nvSpPr>
        <p:spPr>
          <a:xfrm>
            <a:off x="7385492" y="4701120"/>
            <a:ext cx="1519968" cy="461665"/>
          </a:xfrm>
          <a:prstGeom prst="rect">
            <a:avLst/>
          </a:prstGeom>
          <a:noFill/>
        </p:spPr>
        <p:txBody>
          <a:bodyPr wrap="none" rtlCol="0">
            <a:spAutoFit/>
          </a:bodyPr>
          <a:lstStyle/>
          <a:p>
            <a:r>
              <a:rPr lang="en-US" altLang="zh-CN" sz="2400" dirty="0">
                <a:solidFill>
                  <a:srgbClr val="3A3A3A"/>
                </a:solidFill>
                <a:latin typeface="Arial Unicode MS" panose="020B0604020202020204" pitchFamily="34" charset="-122"/>
                <a:ea typeface="Arial Unicode MS" panose="020B0604020202020204" pitchFamily="34" charset="-122"/>
                <a:cs typeface="Arial Unicode MS" panose="020B0604020202020204" pitchFamily="34" charset="-122"/>
              </a:rPr>
              <a:t>Title Here</a:t>
            </a:r>
            <a:endParaRPr lang="zh-CN" altLang="en-US" sz="2400" dirty="0">
              <a:solidFill>
                <a:srgbClr val="3A3A3A"/>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Tree>
    <p:extLst>
      <p:ext uri="{BB962C8B-B14F-4D97-AF65-F5344CB8AC3E}">
        <p14:creationId xmlns:p14="http://schemas.microsoft.com/office/powerpoint/2010/main" val="1938790006"/>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矩形 34"/>
          <p:cNvSpPr/>
          <p:nvPr/>
        </p:nvSpPr>
        <p:spPr>
          <a:xfrm>
            <a:off x="6096000" y="0"/>
            <a:ext cx="6096000" cy="6858000"/>
          </a:xfrm>
          <a:prstGeom prst="rect">
            <a:avLst/>
          </a:prstGeom>
          <a:solidFill>
            <a:srgbClr val="E3E3E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95" name="Freeform 60"/>
          <p:cNvSpPr>
            <a:spLocks/>
          </p:cNvSpPr>
          <p:nvPr/>
        </p:nvSpPr>
        <p:spPr bwMode="auto">
          <a:xfrm>
            <a:off x="1007063" y="4143553"/>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 name="文本框 95"/>
          <p:cNvSpPr txBox="1"/>
          <p:nvPr/>
        </p:nvSpPr>
        <p:spPr>
          <a:xfrm>
            <a:off x="940215" y="4943154"/>
            <a:ext cx="3555585" cy="1089529"/>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网络</a:t>
            </a:r>
            <a:r>
              <a:rPr lang="en-US" altLang="zh-CN" dirty="0">
                <a:solidFill>
                  <a:prstClr val="black">
                    <a:lumMod val="65000"/>
                    <a:lumOff val="35000"/>
                  </a:prstClr>
                </a:solidFill>
                <a:latin typeface="微软雅黑" panose="020B0503020204020204" pitchFamily="34" charset="-122"/>
              </a:rPr>
              <a:t>EPS</a:t>
            </a:r>
            <a:r>
              <a:rPr lang="zh-CN" altLang="en-US" dirty="0">
                <a:solidFill>
                  <a:prstClr val="black">
                    <a:lumMod val="65000"/>
                    <a:lumOff val="35000"/>
                  </a:prstClr>
                </a:solidFill>
                <a:latin typeface="微软雅黑" panose="020B0503020204020204" pitchFamily="34" charset="-122"/>
              </a:rPr>
              <a:t>素材改编；</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中间圆环颜色可修改；</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矢量图标可替换</a:t>
            </a:r>
            <a:r>
              <a:rPr lang="en-US" altLang="zh-CN" dirty="0">
                <a:solidFill>
                  <a:prstClr val="black">
                    <a:lumMod val="65000"/>
                    <a:lumOff val="35000"/>
                  </a:prstClr>
                </a:solidFill>
                <a:latin typeface="微软雅黑" panose="020B0503020204020204" pitchFamily="34" charset="-122"/>
              </a:rPr>
              <a:t>/</a:t>
            </a:r>
            <a:r>
              <a:rPr lang="zh-CN" altLang="en-US" dirty="0">
                <a:solidFill>
                  <a:prstClr val="black">
                    <a:lumMod val="65000"/>
                    <a:lumOff val="35000"/>
                  </a:prstClr>
                </a:solidFill>
                <a:latin typeface="微软雅黑" panose="020B0503020204020204" pitchFamily="34" charset="-122"/>
              </a:rPr>
              <a:t>删除；</a:t>
            </a:r>
            <a:endParaRPr lang="en-US" altLang="zh-CN" dirty="0">
              <a:solidFill>
                <a:prstClr val="black">
                  <a:lumMod val="65000"/>
                  <a:lumOff val="35000"/>
                </a:prstClr>
              </a:solidFill>
              <a:latin typeface="微软雅黑" panose="020B0503020204020204" pitchFamily="34" charset="-122"/>
            </a:endParaRPr>
          </a:p>
        </p:txBody>
      </p:sp>
      <p:sp>
        <p:nvSpPr>
          <p:cNvPr id="97" name="圆角矩形 96"/>
          <p:cNvSpPr/>
          <p:nvPr/>
        </p:nvSpPr>
        <p:spPr>
          <a:xfrm>
            <a:off x="1674755" y="4302838"/>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98" name="等腰三角形 97"/>
          <p:cNvSpPr/>
          <p:nvPr/>
        </p:nvSpPr>
        <p:spPr>
          <a:xfrm rot="16200000">
            <a:off x="1600123" y="4370382"/>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36"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endParaRPr lang="zh-CN" altLang="zh-CN" sz="2800" b="1" dirty="0">
              <a:solidFill>
                <a:schemeClr val="tx1">
                  <a:lumMod val="65000"/>
                  <a:lumOff val="35000"/>
                </a:schemeClr>
              </a:solidFill>
            </a:endParaRPr>
          </a:p>
        </p:txBody>
      </p:sp>
      <p:pic>
        <p:nvPicPr>
          <p:cNvPr id="34" name="图片 33"/>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345147" y="717859"/>
            <a:ext cx="5710427" cy="5568846"/>
          </a:xfrm>
          <a:prstGeom prst="rect">
            <a:avLst/>
          </a:prstGeom>
        </p:spPr>
      </p:pic>
      <p:grpSp>
        <p:nvGrpSpPr>
          <p:cNvPr id="37" name="组合 24"/>
          <p:cNvGrpSpPr/>
          <p:nvPr/>
        </p:nvGrpSpPr>
        <p:grpSpPr>
          <a:xfrm>
            <a:off x="8234380" y="2476342"/>
            <a:ext cx="1836000" cy="1836000"/>
            <a:chOff x="8159477" y="2414826"/>
            <a:chExt cx="1979613" cy="1979612"/>
          </a:xfrm>
        </p:grpSpPr>
        <p:sp>
          <p:nvSpPr>
            <p:cNvPr id="38" name="Freeform 7"/>
            <p:cNvSpPr>
              <a:spLocks/>
            </p:cNvSpPr>
            <p:nvPr/>
          </p:nvSpPr>
          <p:spPr bwMode="auto">
            <a:xfrm>
              <a:off x="9148490" y="2414826"/>
              <a:ext cx="990600" cy="989013"/>
            </a:xfrm>
            <a:custGeom>
              <a:avLst/>
              <a:gdLst>
                <a:gd name="T0" fmla="*/ 388 w 462"/>
                <a:gd name="T1" fmla="*/ 211 h 462"/>
                <a:gd name="T2" fmla="*/ 405 w 462"/>
                <a:gd name="T3" fmla="*/ 145 h 462"/>
                <a:gd name="T4" fmla="*/ 430 w 462"/>
                <a:gd name="T5" fmla="*/ 53 h 462"/>
                <a:gd name="T6" fmla="*/ 337 w 462"/>
                <a:gd name="T7" fmla="*/ 78 h 462"/>
                <a:gd name="T8" fmla="*/ 278 w 462"/>
                <a:gd name="T9" fmla="*/ 93 h 462"/>
                <a:gd name="T10" fmla="*/ 0 w 462"/>
                <a:gd name="T11" fmla="*/ 0 h 462"/>
                <a:gd name="T12" fmla="*/ 0 w 462"/>
                <a:gd name="T13" fmla="*/ 201 h 462"/>
                <a:gd name="T14" fmla="*/ 261 w 462"/>
                <a:gd name="T15" fmla="*/ 462 h 462"/>
                <a:gd name="T16" fmla="*/ 462 w 462"/>
                <a:gd name="T17" fmla="*/ 462 h 462"/>
                <a:gd name="T18" fmla="*/ 388 w 462"/>
                <a:gd name="T19" fmla="*/ 211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2" h="462">
                  <a:moveTo>
                    <a:pt x="388" y="211"/>
                  </a:moveTo>
                  <a:cubicBezTo>
                    <a:pt x="405" y="145"/>
                    <a:pt x="405" y="145"/>
                    <a:pt x="405" y="145"/>
                  </a:cubicBezTo>
                  <a:cubicBezTo>
                    <a:pt x="430" y="53"/>
                    <a:pt x="430" y="53"/>
                    <a:pt x="430" y="53"/>
                  </a:cubicBezTo>
                  <a:cubicBezTo>
                    <a:pt x="337" y="78"/>
                    <a:pt x="337" y="78"/>
                    <a:pt x="337" y="78"/>
                  </a:cubicBezTo>
                  <a:cubicBezTo>
                    <a:pt x="278" y="93"/>
                    <a:pt x="278" y="93"/>
                    <a:pt x="278" y="93"/>
                  </a:cubicBezTo>
                  <a:cubicBezTo>
                    <a:pt x="201" y="35"/>
                    <a:pt x="104" y="0"/>
                    <a:pt x="0" y="0"/>
                  </a:cubicBezTo>
                  <a:cubicBezTo>
                    <a:pt x="0" y="201"/>
                    <a:pt x="0" y="201"/>
                    <a:pt x="0" y="201"/>
                  </a:cubicBezTo>
                  <a:cubicBezTo>
                    <a:pt x="144" y="201"/>
                    <a:pt x="261" y="318"/>
                    <a:pt x="261" y="462"/>
                  </a:cubicBezTo>
                  <a:cubicBezTo>
                    <a:pt x="462" y="462"/>
                    <a:pt x="462" y="462"/>
                    <a:pt x="462" y="462"/>
                  </a:cubicBezTo>
                  <a:cubicBezTo>
                    <a:pt x="462" y="369"/>
                    <a:pt x="434" y="283"/>
                    <a:pt x="388" y="211"/>
                  </a:cubicBezTo>
                  <a:close/>
                </a:path>
              </a:pathLst>
            </a:custGeom>
            <a:solidFill>
              <a:srgbClr val="00A3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8"/>
            <p:cNvSpPr>
              <a:spLocks/>
            </p:cNvSpPr>
            <p:nvPr/>
          </p:nvSpPr>
          <p:spPr bwMode="auto">
            <a:xfrm>
              <a:off x="9148490" y="3403838"/>
              <a:ext cx="990600" cy="990600"/>
            </a:xfrm>
            <a:custGeom>
              <a:avLst/>
              <a:gdLst>
                <a:gd name="T0" fmla="*/ 389 w 462"/>
                <a:gd name="T1" fmla="*/ 248 h 462"/>
                <a:gd name="T2" fmla="*/ 462 w 462"/>
                <a:gd name="T3" fmla="*/ 0 h 462"/>
                <a:gd name="T4" fmla="*/ 261 w 462"/>
                <a:gd name="T5" fmla="*/ 0 h 462"/>
                <a:gd name="T6" fmla="*/ 0 w 462"/>
                <a:gd name="T7" fmla="*/ 261 h 462"/>
                <a:gd name="T8" fmla="*/ 0 w 462"/>
                <a:gd name="T9" fmla="*/ 462 h 462"/>
                <a:gd name="T10" fmla="*/ 286 w 462"/>
                <a:gd name="T11" fmla="*/ 362 h 462"/>
                <a:gd name="T12" fmla="*/ 337 w 462"/>
                <a:gd name="T13" fmla="*/ 375 h 462"/>
                <a:gd name="T14" fmla="*/ 430 w 462"/>
                <a:gd name="T15" fmla="*/ 400 h 462"/>
                <a:gd name="T16" fmla="*/ 405 w 462"/>
                <a:gd name="T17" fmla="*/ 307 h 462"/>
                <a:gd name="T18" fmla="*/ 389 w 462"/>
                <a:gd name="T19" fmla="*/ 248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2" h="462">
                  <a:moveTo>
                    <a:pt x="389" y="248"/>
                  </a:moveTo>
                  <a:cubicBezTo>
                    <a:pt x="435" y="176"/>
                    <a:pt x="462" y="91"/>
                    <a:pt x="462" y="0"/>
                  </a:cubicBezTo>
                  <a:cubicBezTo>
                    <a:pt x="261" y="0"/>
                    <a:pt x="261" y="0"/>
                    <a:pt x="261" y="0"/>
                  </a:cubicBezTo>
                  <a:cubicBezTo>
                    <a:pt x="261" y="144"/>
                    <a:pt x="144" y="261"/>
                    <a:pt x="0" y="261"/>
                  </a:cubicBezTo>
                  <a:cubicBezTo>
                    <a:pt x="0" y="462"/>
                    <a:pt x="0" y="462"/>
                    <a:pt x="0" y="462"/>
                  </a:cubicBezTo>
                  <a:cubicBezTo>
                    <a:pt x="108" y="462"/>
                    <a:pt x="208" y="424"/>
                    <a:pt x="286" y="362"/>
                  </a:cubicBezTo>
                  <a:cubicBezTo>
                    <a:pt x="337" y="375"/>
                    <a:pt x="337" y="375"/>
                    <a:pt x="337" y="375"/>
                  </a:cubicBezTo>
                  <a:cubicBezTo>
                    <a:pt x="430" y="400"/>
                    <a:pt x="430" y="400"/>
                    <a:pt x="430" y="400"/>
                  </a:cubicBezTo>
                  <a:cubicBezTo>
                    <a:pt x="405" y="307"/>
                    <a:pt x="405" y="307"/>
                    <a:pt x="405" y="307"/>
                  </a:cubicBezTo>
                  <a:lnTo>
                    <a:pt x="389" y="248"/>
                  </a:lnTo>
                  <a:close/>
                </a:path>
              </a:pathLst>
            </a:custGeom>
            <a:solidFill>
              <a:srgbClr val="7EBB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9"/>
            <p:cNvSpPr>
              <a:spLocks/>
            </p:cNvSpPr>
            <p:nvPr/>
          </p:nvSpPr>
          <p:spPr bwMode="auto">
            <a:xfrm>
              <a:off x="8159477" y="2414826"/>
              <a:ext cx="989013" cy="989013"/>
            </a:xfrm>
            <a:custGeom>
              <a:avLst/>
              <a:gdLst>
                <a:gd name="T0" fmla="*/ 210 w 462"/>
                <a:gd name="T1" fmla="*/ 75 h 462"/>
                <a:gd name="T2" fmla="*/ 138 w 462"/>
                <a:gd name="T3" fmla="*/ 56 h 462"/>
                <a:gd name="T4" fmla="*/ 45 w 462"/>
                <a:gd name="T5" fmla="*/ 31 h 462"/>
                <a:gd name="T6" fmla="*/ 70 w 462"/>
                <a:gd name="T7" fmla="*/ 124 h 462"/>
                <a:gd name="T8" fmla="*/ 88 w 462"/>
                <a:gd name="T9" fmla="*/ 190 h 462"/>
                <a:gd name="T10" fmla="*/ 0 w 462"/>
                <a:gd name="T11" fmla="*/ 462 h 462"/>
                <a:gd name="T12" fmla="*/ 201 w 462"/>
                <a:gd name="T13" fmla="*/ 462 h 462"/>
                <a:gd name="T14" fmla="*/ 462 w 462"/>
                <a:gd name="T15" fmla="*/ 201 h 462"/>
                <a:gd name="T16" fmla="*/ 462 w 462"/>
                <a:gd name="T17" fmla="*/ 0 h 462"/>
                <a:gd name="T18" fmla="*/ 210 w 462"/>
                <a:gd name="T19" fmla="*/ 75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2" h="462">
                  <a:moveTo>
                    <a:pt x="210" y="75"/>
                  </a:moveTo>
                  <a:cubicBezTo>
                    <a:pt x="138" y="56"/>
                    <a:pt x="138" y="56"/>
                    <a:pt x="138" y="56"/>
                  </a:cubicBezTo>
                  <a:cubicBezTo>
                    <a:pt x="45" y="31"/>
                    <a:pt x="45" y="31"/>
                    <a:pt x="45" y="31"/>
                  </a:cubicBezTo>
                  <a:cubicBezTo>
                    <a:pt x="70" y="124"/>
                    <a:pt x="70" y="124"/>
                    <a:pt x="70" y="124"/>
                  </a:cubicBezTo>
                  <a:cubicBezTo>
                    <a:pt x="88" y="190"/>
                    <a:pt x="88" y="190"/>
                    <a:pt x="88" y="190"/>
                  </a:cubicBezTo>
                  <a:cubicBezTo>
                    <a:pt x="33" y="267"/>
                    <a:pt x="0" y="360"/>
                    <a:pt x="0" y="462"/>
                  </a:cubicBezTo>
                  <a:cubicBezTo>
                    <a:pt x="201" y="462"/>
                    <a:pt x="201" y="462"/>
                    <a:pt x="201" y="462"/>
                  </a:cubicBezTo>
                  <a:cubicBezTo>
                    <a:pt x="201" y="318"/>
                    <a:pt x="318" y="201"/>
                    <a:pt x="462" y="201"/>
                  </a:cubicBezTo>
                  <a:cubicBezTo>
                    <a:pt x="462" y="0"/>
                    <a:pt x="462" y="0"/>
                    <a:pt x="462" y="0"/>
                  </a:cubicBezTo>
                  <a:cubicBezTo>
                    <a:pt x="369" y="0"/>
                    <a:pt x="282" y="27"/>
                    <a:pt x="210" y="75"/>
                  </a:cubicBezTo>
                  <a:close/>
                </a:path>
              </a:pathLst>
            </a:custGeom>
            <a:solidFill>
              <a:srgbClr val="E06F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10"/>
            <p:cNvSpPr>
              <a:spLocks/>
            </p:cNvSpPr>
            <p:nvPr/>
          </p:nvSpPr>
          <p:spPr bwMode="auto">
            <a:xfrm>
              <a:off x="8159477" y="3403838"/>
              <a:ext cx="989013" cy="990600"/>
            </a:xfrm>
            <a:custGeom>
              <a:avLst/>
              <a:gdLst>
                <a:gd name="T0" fmla="*/ 462 w 462"/>
                <a:gd name="T1" fmla="*/ 261 h 462"/>
                <a:gd name="T2" fmla="*/ 201 w 462"/>
                <a:gd name="T3" fmla="*/ 0 h 462"/>
                <a:gd name="T4" fmla="*/ 0 w 462"/>
                <a:gd name="T5" fmla="*/ 0 h 462"/>
                <a:gd name="T6" fmla="*/ 85 w 462"/>
                <a:gd name="T7" fmla="*/ 267 h 462"/>
                <a:gd name="T8" fmla="*/ 70 w 462"/>
                <a:gd name="T9" fmla="*/ 323 h 462"/>
                <a:gd name="T10" fmla="*/ 45 w 462"/>
                <a:gd name="T11" fmla="*/ 416 h 462"/>
                <a:gd name="T12" fmla="*/ 138 w 462"/>
                <a:gd name="T13" fmla="*/ 391 h 462"/>
                <a:gd name="T14" fmla="*/ 194 w 462"/>
                <a:gd name="T15" fmla="*/ 376 h 462"/>
                <a:gd name="T16" fmla="*/ 462 w 462"/>
                <a:gd name="T17" fmla="*/ 462 h 462"/>
                <a:gd name="T18" fmla="*/ 462 w 462"/>
                <a:gd name="T19" fmla="*/ 261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2" h="462">
                  <a:moveTo>
                    <a:pt x="462" y="261"/>
                  </a:moveTo>
                  <a:cubicBezTo>
                    <a:pt x="318" y="261"/>
                    <a:pt x="201" y="144"/>
                    <a:pt x="201" y="0"/>
                  </a:cubicBezTo>
                  <a:cubicBezTo>
                    <a:pt x="0" y="0"/>
                    <a:pt x="0" y="0"/>
                    <a:pt x="0" y="0"/>
                  </a:cubicBezTo>
                  <a:cubicBezTo>
                    <a:pt x="0" y="99"/>
                    <a:pt x="31" y="192"/>
                    <a:pt x="85" y="267"/>
                  </a:cubicBezTo>
                  <a:cubicBezTo>
                    <a:pt x="70" y="323"/>
                    <a:pt x="70" y="323"/>
                    <a:pt x="70" y="323"/>
                  </a:cubicBezTo>
                  <a:cubicBezTo>
                    <a:pt x="45" y="416"/>
                    <a:pt x="45" y="416"/>
                    <a:pt x="45" y="416"/>
                  </a:cubicBezTo>
                  <a:cubicBezTo>
                    <a:pt x="138" y="391"/>
                    <a:pt x="138" y="391"/>
                    <a:pt x="138" y="391"/>
                  </a:cubicBezTo>
                  <a:cubicBezTo>
                    <a:pt x="194" y="376"/>
                    <a:pt x="194" y="376"/>
                    <a:pt x="194" y="376"/>
                  </a:cubicBezTo>
                  <a:cubicBezTo>
                    <a:pt x="270" y="430"/>
                    <a:pt x="362" y="462"/>
                    <a:pt x="462" y="462"/>
                  </a:cubicBezTo>
                  <a:lnTo>
                    <a:pt x="462" y="261"/>
                  </a:lnTo>
                  <a:close/>
                </a:path>
              </a:pathLst>
            </a:custGeom>
            <a:solidFill>
              <a:srgbClr val="F495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2" name="组合 21"/>
          <p:cNvGrpSpPr/>
          <p:nvPr/>
        </p:nvGrpSpPr>
        <p:grpSpPr>
          <a:xfrm>
            <a:off x="10250565" y="1262062"/>
            <a:ext cx="619126" cy="411163"/>
            <a:chOff x="4254500" y="1266825"/>
            <a:chExt cx="619126" cy="411163"/>
          </a:xfrm>
        </p:grpSpPr>
        <p:sp>
          <p:nvSpPr>
            <p:cNvPr id="43" name="Freeform 11"/>
            <p:cNvSpPr>
              <a:spLocks noEditPoints="1"/>
            </p:cNvSpPr>
            <p:nvPr/>
          </p:nvSpPr>
          <p:spPr bwMode="auto">
            <a:xfrm>
              <a:off x="4254500" y="1276350"/>
              <a:ext cx="411163" cy="390525"/>
            </a:xfrm>
            <a:custGeom>
              <a:avLst/>
              <a:gdLst>
                <a:gd name="T0" fmla="*/ 182 w 192"/>
                <a:gd name="T1" fmla="*/ 0 h 182"/>
                <a:gd name="T2" fmla="*/ 10 w 192"/>
                <a:gd name="T3" fmla="*/ 0 h 182"/>
                <a:gd name="T4" fmla="*/ 0 w 192"/>
                <a:gd name="T5" fmla="*/ 10 h 182"/>
                <a:gd name="T6" fmla="*/ 0 w 192"/>
                <a:gd name="T7" fmla="*/ 128 h 182"/>
                <a:gd name="T8" fmla="*/ 10 w 192"/>
                <a:gd name="T9" fmla="*/ 138 h 182"/>
                <a:gd name="T10" fmla="*/ 80 w 192"/>
                <a:gd name="T11" fmla="*/ 138 h 182"/>
                <a:gd name="T12" fmla="*/ 80 w 192"/>
                <a:gd name="T13" fmla="*/ 170 h 182"/>
                <a:gd name="T14" fmla="*/ 38 w 192"/>
                <a:gd name="T15" fmla="*/ 170 h 182"/>
                <a:gd name="T16" fmla="*/ 34 w 192"/>
                <a:gd name="T17" fmla="*/ 176 h 182"/>
                <a:gd name="T18" fmla="*/ 38 w 192"/>
                <a:gd name="T19" fmla="*/ 182 h 182"/>
                <a:gd name="T20" fmla="*/ 162 w 192"/>
                <a:gd name="T21" fmla="*/ 182 h 182"/>
                <a:gd name="T22" fmla="*/ 167 w 192"/>
                <a:gd name="T23" fmla="*/ 176 h 182"/>
                <a:gd name="T24" fmla="*/ 162 w 192"/>
                <a:gd name="T25" fmla="*/ 170 h 182"/>
                <a:gd name="T26" fmla="*/ 119 w 192"/>
                <a:gd name="T27" fmla="*/ 170 h 182"/>
                <a:gd name="T28" fmla="*/ 119 w 192"/>
                <a:gd name="T29" fmla="*/ 138 h 182"/>
                <a:gd name="T30" fmla="*/ 182 w 192"/>
                <a:gd name="T31" fmla="*/ 138 h 182"/>
                <a:gd name="T32" fmla="*/ 192 w 192"/>
                <a:gd name="T33" fmla="*/ 128 h 182"/>
                <a:gd name="T34" fmla="*/ 192 w 192"/>
                <a:gd name="T35" fmla="*/ 10 h 182"/>
                <a:gd name="T36" fmla="*/ 182 w 192"/>
                <a:gd name="T37" fmla="*/ 0 h 182"/>
                <a:gd name="T38" fmla="*/ 183 w 192"/>
                <a:gd name="T39" fmla="*/ 130 h 182"/>
                <a:gd name="T40" fmla="*/ 10 w 192"/>
                <a:gd name="T41" fmla="*/ 130 h 182"/>
                <a:gd name="T42" fmla="*/ 10 w 192"/>
                <a:gd name="T43" fmla="*/ 6 h 182"/>
                <a:gd name="T44" fmla="*/ 183 w 192"/>
                <a:gd name="T45" fmla="*/ 6 h 182"/>
                <a:gd name="T46" fmla="*/ 183 w 192"/>
                <a:gd name="T47" fmla="*/ 13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2" h="182">
                  <a:moveTo>
                    <a:pt x="182" y="0"/>
                  </a:moveTo>
                  <a:cubicBezTo>
                    <a:pt x="10" y="0"/>
                    <a:pt x="10" y="0"/>
                    <a:pt x="10" y="0"/>
                  </a:cubicBezTo>
                  <a:cubicBezTo>
                    <a:pt x="4" y="0"/>
                    <a:pt x="0" y="4"/>
                    <a:pt x="0" y="10"/>
                  </a:cubicBezTo>
                  <a:cubicBezTo>
                    <a:pt x="0" y="128"/>
                    <a:pt x="0" y="128"/>
                    <a:pt x="0" y="128"/>
                  </a:cubicBezTo>
                  <a:cubicBezTo>
                    <a:pt x="0" y="133"/>
                    <a:pt x="4" y="138"/>
                    <a:pt x="10" y="138"/>
                  </a:cubicBezTo>
                  <a:cubicBezTo>
                    <a:pt x="80" y="138"/>
                    <a:pt x="80" y="138"/>
                    <a:pt x="80" y="138"/>
                  </a:cubicBezTo>
                  <a:cubicBezTo>
                    <a:pt x="80" y="170"/>
                    <a:pt x="80" y="170"/>
                    <a:pt x="80" y="170"/>
                  </a:cubicBezTo>
                  <a:cubicBezTo>
                    <a:pt x="38" y="170"/>
                    <a:pt x="38" y="170"/>
                    <a:pt x="38" y="170"/>
                  </a:cubicBezTo>
                  <a:cubicBezTo>
                    <a:pt x="36" y="170"/>
                    <a:pt x="34" y="173"/>
                    <a:pt x="34" y="176"/>
                  </a:cubicBezTo>
                  <a:cubicBezTo>
                    <a:pt x="34" y="179"/>
                    <a:pt x="36" y="182"/>
                    <a:pt x="38" y="182"/>
                  </a:cubicBezTo>
                  <a:cubicBezTo>
                    <a:pt x="162" y="182"/>
                    <a:pt x="162" y="182"/>
                    <a:pt x="162" y="182"/>
                  </a:cubicBezTo>
                  <a:cubicBezTo>
                    <a:pt x="165" y="182"/>
                    <a:pt x="167" y="179"/>
                    <a:pt x="167" y="176"/>
                  </a:cubicBezTo>
                  <a:cubicBezTo>
                    <a:pt x="167" y="173"/>
                    <a:pt x="165" y="170"/>
                    <a:pt x="162" y="170"/>
                  </a:cubicBezTo>
                  <a:cubicBezTo>
                    <a:pt x="119" y="170"/>
                    <a:pt x="119" y="170"/>
                    <a:pt x="119" y="170"/>
                  </a:cubicBezTo>
                  <a:cubicBezTo>
                    <a:pt x="119" y="138"/>
                    <a:pt x="119" y="138"/>
                    <a:pt x="119" y="138"/>
                  </a:cubicBezTo>
                  <a:cubicBezTo>
                    <a:pt x="182" y="138"/>
                    <a:pt x="182" y="138"/>
                    <a:pt x="182" y="138"/>
                  </a:cubicBezTo>
                  <a:cubicBezTo>
                    <a:pt x="187" y="138"/>
                    <a:pt x="192" y="133"/>
                    <a:pt x="192" y="128"/>
                  </a:cubicBezTo>
                  <a:cubicBezTo>
                    <a:pt x="192" y="10"/>
                    <a:pt x="192" y="10"/>
                    <a:pt x="192" y="10"/>
                  </a:cubicBezTo>
                  <a:cubicBezTo>
                    <a:pt x="192" y="4"/>
                    <a:pt x="187" y="0"/>
                    <a:pt x="182" y="0"/>
                  </a:cubicBezTo>
                  <a:close/>
                  <a:moveTo>
                    <a:pt x="183" y="130"/>
                  </a:moveTo>
                  <a:cubicBezTo>
                    <a:pt x="10" y="130"/>
                    <a:pt x="10" y="130"/>
                    <a:pt x="10" y="130"/>
                  </a:cubicBezTo>
                  <a:cubicBezTo>
                    <a:pt x="10" y="6"/>
                    <a:pt x="10" y="6"/>
                    <a:pt x="10" y="6"/>
                  </a:cubicBezTo>
                  <a:cubicBezTo>
                    <a:pt x="183" y="6"/>
                    <a:pt x="183" y="6"/>
                    <a:pt x="183" y="6"/>
                  </a:cubicBezTo>
                  <a:lnTo>
                    <a:pt x="183" y="130"/>
                  </a:lnTo>
                  <a:close/>
                </a:path>
              </a:pathLst>
            </a:custGeom>
            <a:solidFill>
              <a:srgbClr val="4B48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12"/>
            <p:cNvSpPr>
              <a:spLocks noEditPoints="1"/>
            </p:cNvSpPr>
            <p:nvPr/>
          </p:nvSpPr>
          <p:spPr bwMode="auto">
            <a:xfrm>
              <a:off x="4681538" y="1266825"/>
              <a:ext cx="192088" cy="411163"/>
            </a:xfrm>
            <a:custGeom>
              <a:avLst/>
              <a:gdLst>
                <a:gd name="T0" fmla="*/ 74 w 90"/>
                <a:gd name="T1" fmla="*/ 0 h 192"/>
                <a:gd name="T2" fmla="*/ 16 w 90"/>
                <a:gd name="T3" fmla="*/ 0 h 192"/>
                <a:gd name="T4" fmla="*/ 0 w 90"/>
                <a:gd name="T5" fmla="*/ 9 h 192"/>
                <a:gd name="T6" fmla="*/ 0 w 90"/>
                <a:gd name="T7" fmla="*/ 182 h 192"/>
                <a:gd name="T8" fmla="*/ 16 w 90"/>
                <a:gd name="T9" fmla="*/ 192 h 192"/>
                <a:gd name="T10" fmla="*/ 74 w 90"/>
                <a:gd name="T11" fmla="*/ 192 h 192"/>
                <a:gd name="T12" fmla="*/ 90 w 90"/>
                <a:gd name="T13" fmla="*/ 182 h 192"/>
                <a:gd name="T14" fmla="*/ 90 w 90"/>
                <a:gd name="T15" fmla="*/ 9 h 192"/>
                <a:gd name="T16" fmla="*/ 74 w 90"/>
                <a:gd name="T17" fmla="*/ 0 h 192"/>
                <a:gd name="T18" fmla="*/ 45 w 90"/>
                <a:gd name="T19" fmla="*/ 160 h 192"/>
                <a:gd name="T20" fmla="*/ 32 w 90"/>
                <a:gd name="T21" fmla="*/ 148 h 192"/>
                <a:gd name="T22" fmla="*/ 45 w 90"/>
                <a:gd name="T23" fmla="*/ 135 h 192"/>
                <a:gd name="T24" fmla="*/ 57 w 90"/>
                <a:gd name="T25" fmla="*/ 148 h 192"/>
                <a:gd name="T26" fmla="*/ 45 w 90"/>
                <a:gd name="T27" fmla="*/ 16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0" h="192">
                  <a:moveTo>
                    <a:pt x="74" y="0"/>
                  </a:moveTo>
                  <a:cubicBezTo>
                    <a:pt x="16" y="0"/>
                    <a:pt x="16" y="0"/>
                    <a:pt x="16" y="0"/>
                  </a:cubicBezTo>
                  <a:cubicBezTo>
                    <a:pt x="7" y="0"/>
                    <a:pt x="0" y="4"/>
                    <a:pt x="0" y="9"/>
                  </a:cubicBezTo>
                  <a:cubicBezTo>
                    <a:pt x="0" y="182"/>
                    <a:pt x="0" y="182"/>
                    <a:pt x="0" y="182"/>
                  </a:cubicBezTo>
                  <a:cubicBezTo>
                    <a:pt x="0" y="188"/>
                    <a:pt x="7" y="192"/>
                    <a:pt x="16" y="192"/>
                  </a:cubicBezTo>
                  <a:cubicBezTo>
                    <a:pt x="74" y="192"/>
                    <a:pt x="74" y="192"/>
                    <a:pt x="74" y="192"/>
                  </a:cubicBezTo>
                  <a:cubicBezTo>
                    <a:pt x="83" y="192"/>
                    <a:pt x="90" y="188"/>
                    <a:pt x="90" y="182"/>
                  </a:cubicBezTo>
                  <a:cubicBezTo>
                    <a:pt x="90" y="9"/>
                    <a:pt x="90" y="9"/>
                    <a:pt x="90" y="9"/>
                  </a:cubicBezTo>
                  <a:cubicBezTo>
                    <a:pt x="90" y="4"/>
                    <a:pt x="83" y="0"/>
                    <a:pt x="74" y="0"/>
                  </a:cubicBezTo>
                  <a:close/>
                  <a:moveTo>
                    <a:pt x="45" y="160"/>
                  </a:moveTo>
                  <a:cubicBezTo>
                    <a:pt x="38" y="160"/>
                    <a:pt x="32" y="155"/>
                    <a:pt x="32" y="148"/>
                  </a:cubicBezTo>
                  <a:cubicBezTo>
                    <a:pt x="32" y="141"/>
                    <a:pt x="38" y="135"/>
                    <a:pt x="45" y="135"/>
                  </a:cubicBezTo>
                  <a:cubicBezTo>
                    <a:pt x="52" y="135"/>
                    <a:pt x="57" y="141"/>
                    <a:pt x="57" y="148"/>
                  </a:cubicBezTo>
                  <a:cubicBezTo>
                    <a:pt x="57" y="155"/>
                    <a:pt x="52" y="160"/>
                    <a:pt x="45" y="160"/>
                  </a:cubicBezTo>
                  <a:close/>
                </a:path>
              </a:pathLst>
            </a:custGeom>
            <a:solidFill>
              <a:srgbClr val="4B48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5" name="组合 22"/>
          <p:cNvGrpSpPr/>
          <p:nvPr/>
        </p:nvGrpSpPr>
        <p:grpSpPr>
          <a:xfrm>
            <a:off x="7438843" y="1169988"/>
            <a:ext cx="582613" cy="503237"/>
            <a:chOff x="7408863" y="1169988"/>
            <a:chExt cx="582613" cy="503237"/>
          </a:xfrm>
        </p:grpSpPr>
        <p:sp>
          <p:nvSpPr>
            <p:cNvPr id="46" name="Freeform 13"/>
            <p:cNvSpPr>
              <a:spLocks/>
            </p:cNvSpPr>
            <p:nvPr/>
          </p:nvSpPr>
          <p:spPr bwMode="auto">
            <a:xfrm>
              <a:off x="7546975" y="1404938"/>
              <a:ext cx="304800" cy="115888"/>
            </a:xfrm>
            <a:custGeom>
              <a:avLst/>
              <a:gdLst>
                <a:gd name="T0" fmla="*/ 16 w 142"/>
                <a:gd name="T1" fmla="*/ 53 h 54"/>
                <a:gd name="T2" fmla="*/ 6 w 142"/>
                <a:gd name="T3" fmla="*/ 48 h 54"/>
                <a:gd name="T4" fmla="*/ 6 w 142"/>
                <a:gd name="T5" fmla="*/ 27 h 54"/>
                <a:gd name="T6" fmla="*/ 71 w 142"/>
                <a:gd name="T7" fmla="*/ 0 h 54"/>
                <a:gd name="T8" fmla="*/ 71 w 142"/>
                <a:gd name="T9" fmla="*/ 0 h 54"/>
                <a:gd name="T10" fmla="*/ 136 w 142"/>
                <a:gd name="T11" fmla="*/ 26 h 54"/>
                <a:gd name="T12" fmla="*/ 136 w 142"/>
                <a:gd name="T13" fmla="*/ 48 h 54"/>
                <a:gd name="T14" fmla="*/ 114 w 142"/>
                <a:gd name="T15" fmla="*/ 48 h 54"/>
                <a:gd name="T16" fmla="*/ 71 w 142"/>
                <a:gd name="T17" fmla="*/ 30 h 54"/>
                <a:gd name="T18" fmla="*/ 71 w 142"/>
                <a:gd name="T19" fmla="*/ 30 h 54"/>
                <a:gd name="T20" fmla="*/ 27 w 142"/>
                <a:gd name="T21" fmla="*/ 48 h 54"/>
                <a:gd name="T22" fmla="*/ 16 w 142"/>
                <a:gd name="T23" fmla="*/ 53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2" h="54">
                  <a:moveTo>
                    <a:pt x="16" y="53"/>
                  </a:moveTo>
                  <a:cubicBezTo>
                    <a:pt x="13" y="53"/>
                    <a:pt x="9" y="51"/>
                    <a:pt x="6" y="48"/>
                  </a:cubicBezTo>
                  <a:cubicBezTo>
                    <a:pt x="0" y="42"/>
                    <a:pt x="0" y="33"/>
                    <a:pt x="6" y="27"/>
                  </a:cubicBezTo>
                  <a:cubicBezTo>
                    <a:pt x="23" y="9"/>
                    <a:pt x="46" y="0"/>
                    <a:pt x="71" y="0"/>
                  </a:cubicBezTo>
                  <a:cubicBezTo>
                    <a:pt x="71" y="0"/>
                    <a:pt x="71" y="0"/>
                    <a:pt x="71" y="0"/>
                  </a:cubicBezTo>
                  <a:cubicBezTo>
                    <a:pt x="95" y="0"/>
                    <a:pt x="118" y="9"/>
                    <a:pt x="136" y="26"/>
                  </a:cubicBezTo>
                  <a:cubicBezTo>
                    <a:pt x="142" y="32"/>
                    <a:pt x="142" y="42"/>
                    <a:pt x="136" y="48"/>
                  </a:cubicBezTo>
                  <a:cubicBezTo>
                    <a:pt x="130" y="54"/>
                    <a:pt x="120" y="54"/>
                    <a:pt x="114" y="48"/>
                  </a:cubicBezTo>
                  <a:cubicBezTo>
                    <a:pt x="102" y="37"/>
                    <a:pt x="87" y="30"/>
                    <a:pt x="71" y="30"/>
                  </a:cubicBezTo>
                  <a:cubicBezTo>
                    <a:pt x="71" y="30"/>
                    <a:pt x="71" y="30"/>
                    <a:pt x="71" y="30"/>
                  </a:cubicBezTo>
                  <a:cubicBezTo>
                    <a:pt x="54" y="30"/>
                    <a:pt x="39" y="37"/>
                    <a:pt x="27" y="48"/>
                  </a:cubicBezTo>
                  <a:cubicBezTo>
                    <a:pt x="24" y="51"/>
                    <a:pt x="20" y="53"/>
                    <a:pt x="16" y="53"/>
                  </a:cubicBezTo>
                  <a:close/>
                </a:path>
              </a:pathLst>
            </a:custGeom>
            <a:solidFill>
              <a:srgbClr val="4B48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14"/>
            <p:cNvSpPr>
              <a:spLocks/>
            </p:cNvSpPr>
            <p:nvPr/>
          </p:nvSpPr>
          <p:spPr bwMode="auto">
            <a:xfrm>
              <a:off x="7477125" y="1306513"/>
              <a:ext cx="442913" cy="146050"/>
            </a:xfrm>
            <a:custGeom>
              <a:avLst/>
              <a:gdLst>
                <a:gd name="T0" fmla="*/ 17 w 207"/>
                <a:gd name="T1" fmla="*/ 66 h 68"/>
                <a:gd name="T2" fmla="*/ 6 w 207"/>
                <a:gd name="T3" fmla="*/ 62 h 68"/>
                <a:gd name="T4" fmla="*/ 6 w 207"/>
                <a:gd name="T5" fmla="*/ 40 h 68"/>
                <a:gd name="T6" fmla="*/ 104 w 207"/>
                <a:gd name="T7" fmla="*/ 0 h 68"/>
                <a:gd name="T8" fmla="*/ 104 w 207"/>
                <a:gd name="T9" fmla="*/ 0 h 68"/>
                <a:gd name="T10" fmla="*/ 201 w 207"/>
                <a:gd name="T11" fmla="*/ 40 h 68"/>
                <a:gd name="T12" fmla="*/ 201 w 207"/>
                <a:gd name="T13" fmla="*/ 62 h 68"/>
                <a:gd name="T14" fmla="*/ 180 w 207"/>
                <a:gd name="T15" fmla="*/ 62 h 68"/>
                <a:gd name="T16" fmla="*/ 104 w 207"/>
                <a:gd name="T17" fmla="*/ 30 h 68"/>
                <a:gd name="T18" fmla="*/ 104 w 207"/>
                <a:gd name="T19" fmla="*/ 30 h 68"/>
                <a:gd name="T20" fmla="*/ 28 w 207"/>
                <a:gd name="T21" fmla="*/ 62 h 68"/>
                <a:gd name="T22" fmla="*/ 17 w 207"/>
                <a:gd name="T23" fmla="*/ 66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7" h="68">
                  <a:moveTo>
                    <a:pt x="17" y="66"/>
                  </a:moveTo>
                  <a:cubicBezTo>
                    <a:pt x="13" y="66"/>
                    <a:pt x="9" y="65"/>
                    <a:pt x="6" y="62"/>
                  </a:cubicBezTo>
                  <a:cubicBezTo>
                    <a:pt x="0" y="56"/>
                    <a:pt x="0" y="46"/>
                    <a:pt x="6" y="40"/>
                  </a:cubicBezTo>
                  <a:cubicBezTo>
                    <a:pt x="32" y="14"/>
                    <a:pt x="67" y="0"/>
                    <a:pt x="104" y="0"/>
                  </a:cubicBezTo>
                  <a:cubicBezTo>
                    <a:pt x="104" y="0"/>
                    <a:pt x="104" y="0"/>
                    <a:pt x="104" y="0"/>
                  </a:cubicBezTo>
                  <a:cubicBezTo>
                    <a:pt x="141" y="0"/>
                    <a:pt x="175" y="14"/>
                    <a:pt x="201" y="40"/>
                  </a:cubicBezTo>
                  <a:cubicBezTo>
                    <a:pt x="207" y="46"/>
                    <a:pt x="207" y="56"/>
                    <a:pt x="201" y="62"/>
                  </a:cubicBezTo>
                  <a:cubicBezTo>
                    <a:pt x="195" y="68"/>
                    <a:pt x="186" y="68"/>
                    <a:pt x="180" y="62"/>
                  </a:cubicBezTo>
                  <a:cubicBezTo>
                    <a:pt x="159" y="41"/>
                    <a:pt x="132" y="30"/>
                    <a:pt x="104" y="30"/>
                  </a:cubicBezTo>
                  <a:cubicBezTo>
                    <a:pt x="104" y="30"/>
                    <a:pt x="104" y="30"/>
                    <a:pt x="104" y="30"/>
                  </a:cubicBezTo>
                  <a:cubicBezTo>
                    <a:pt x="75" y="30"/>
                    <a:pt x="48" y="41"/>
                    <a:pt x="28" y="62"/>
                  </a:cubicBezTo>
                  <a:cubicBezTo>
                    <a:pt x="25" y="65"/>
                    <a:pt x="21" y="66"/>
                    <a:pt x="17" y="66"/>
                  </a:cubicBezTo>
                  <a:close/>
                </a:path>
              </a:pathLst>
            </a:custGeom>
            <a:solidFill>
              <a:srgbClr val="4B48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15"/>
            <p:cNvSpPr>
              <a:spLocks/>
            </p:cNvSpPr>
            <p:nvPr/>
          </p:nvSpPr>
          <p:spPr bwMode="auto">
            <a:xfrm>
              <a:off x="7408863" y="1169988"/>
              <a:ext cx="582613" cy="211138"/>
            </a:xfrm>
            <a:custGeom>
              <a:avLst/>
              <a:gdLst>
                <a:gd name="T0" fmla="*/ 16 w 272"/>
                <a:gd name="T1" fmla="*/ 98 h 99"/>
                <a:gd name="T2" fmla="*/ 6 w 272"/>
                <a:gd name="T3" fmla="*/ 93 h 99"/>
                <a:gd name="T4" fmla="*/ 6 w 272"/>
                <a:gd name="T5" fmla="*/ 72 h 99"/>
                <a:gd name="T6" fmla="*/ 266 w 272"/>
                <a:gd name="T7" fmla="*/ 71 h 99"/>
                <a:gd name="T8" fmla="*/ 266 w 272"/>
                <a:gd name="T9" fmla="*/ 93 h 99"/>
                <a:gd name="T10" fmla="*/ 244 w 272"/>
                <a:gd name="T11" fmla="*/ 93 h 99"/>
                <a:gd name="T12" fmla="*/ 27 w 272"/>
                <a:gd name="T13" fmla="*/ 93 h 99"/>
                <a:gd name="T14" fmla="*/ 16 w 272"/>
                <a:gd name="T15" fmla="*/ 98 h 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2" h="99">
                  <a:moveTo>
                    <a:pt x="16" y="98"/>
                  </a:moveTo>
                  <a:cubicBezTo>
                    <a:pt x="12" y="98"/>
                    <a:pt x="9" y="96"/>
                    <a:pt x="6" y="93"/>
                  </a:cubicBezTo>
                  <a:cubicBezTo>
                    <a:pt x="0" y="87"/>
                    <a:pt x="0" y="78"/>
                    <a:pt x="6" y="72"/>
                  </a:cubicBezTo>
                  <a:cubicBezTo>
                    <a:pt x="77" y="0"/>
                    <a:pt x="194" y="0"/>
                    <a:pt x="266" y="71"/>
                  </a:cubicBezTo>
                  <a:cubicBezTo>
                    <a:pt x="272" y="77"/>
                    <a:pt x="272" y="87"/>
                    <a:pt x="266" y="93"/>
                  </a:cubicBezTo>
                  <a:cubicBezTo>
                    <a:pt x="260" y="99"/>
                    <a:pt x="250" y="99"/>
                    <a:pt x="244" y="93"/>
                  </a:cubicBezTo>
                  <a:cubicBezTo>
                    <a:pt x="184" y="33"/>
                    <a:pt x="87" y="33"/>
                    <a:pt x="27" y="93"/>
                  </a:cubicBezTo>
                  <a:cubicBezTo>
                    <a:pt x="24" y="96"/>
                    <a:pt x="20" y="98"/>
                    <a:pt x="16" y="98"/>
                  </a:cubicBezTo>
                  <a:close/>
                </a:path>
              </a:pathLst>
            </a:custGeom>
            <a:solidFill>
              <a:srgbClr val="4B48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16"/>
            <p:cNvSpPr>
              <a:spLocks/>
            </p:cNvSpPr>
            <p:nvPr/>
          </p:nvSpPr>
          <p:spPr bwMode="auto">
            <a:xfrm>
              <a:off x="7626350" y="1530350"/>
              <a:ext cx="144463" cy="142875"/>
            </a:xfrm>
            <a:custGeom>
              <a:avLst/>
              <a:gdLst>
                <a:gd name="T0" fmla="*/ 55 w 67"/>
                <a:gd name="T1" fmla="*/ 12 h 67"/>
                <a:gd name="T2" fmla="*/ 55 w 67"/>
                <a:gd name="T3" fmla="*/ 55 h 67"/>
                <a:gd name="T4" fmla="*/ 12 w 67"/>
                <a:gd name="T5" fmla="*/ 55 h 67"/>
                <a:gd name="T6" fmla="*/ 12 w 67"/>
                <a:gd name="T7" fmla="*/ 12 h 67"/>
                <a:gd name="T8" fmla="*/ 55 w 67"/>
                <a:gd name="T9" fmla="*/ 12 h 67"/>
              </a:gdLst>
              <a:ahLst/>
              <a:cxnLst>
                <a:cxn ang="0">
                  <a:pos x="T0" y="T1"/>
                </a:cxn>
                <a:cxn ang="0">
                  <a:pos x="T2" y="T3"/>
                </a:cxn>
                <a:cxn ang="0">
                  <a:pos x="T4" y="T5"/>
                </a:cxn>
                <a:cxn ang="0">
                  <a:pos x="T6" y="T7"/>
                </a:cxn>
                <a:cxn ang="0">
                  <a:pos x="T8" y="T9"/>
                </a:cxn>
              </a:cxnLst>
              <a:rect l="0" t="0" r="r" b="b"/>
              <a:pathLst>
                <a:path w="67" h="67">
                  <a:moveTo>
                    <a:pt x="55" y="12"/>
                  </a:moveTo>
                  <a:cubicBezTo>
                    <a:pt x="67" y="24"/>
                    <a:pt x="67" y="43"/>
                    <a:pt x="55" y="55"/>
                  </a:cubicBezTo>
                  <a:cubicBezTo>
                    <a:pt x="43" y="67"/>
                    <a:pt x="24" y="67"/>
                    <a:pt x="12" y="55"/>
                  </a:cubicBezTo>
                  <a:cubicBezTo>
                    <a:pt x="0" y="43"/>
                    <a:pt x="0" y="24"/>
                    <a:pt x="12" y="12"/>
                  </a:cubicBezTo>
                  <a:cubicBezTo>
                    <a:pt x="24" y="0"/>
                    <a:pt x="43" y="0"/>
                    <a:pt x="55" y="12"/>
                  </a:cubicBezTo>
                  <a:close/>
                </a:path>
              </a:pathLst>
            </a:custGeom>
            <a:solidFill>
              <a:srgbClr val="4B48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17"/>
            <p:cNvSpPr>
              <a:spLocks/>
            </p:cNvSpPr>
            <p:nvPr/>
          </p:nvSpPr>
          <p:spPr bwMode="auto">
            <a:xfrm>
              <a:off x="7786688" y="1558925"/>
              <a:ext cx="57150" cy="84138"/>
            </a:xfrm>
            <a:custGeom>
              <a:avLst/>
              <a:gdLst>
                <a:gd name="T0" fmla="*/ 11 w 26"/>
                <a:gd name="T1" fmla="*/ 1 h 39"/>
                <a:gd name="T2" fmla="*/ 0 w 26"/>
                <a:gd name="T3" fmla="*/ 17 h 39"/>
                <a:gd name="T4" fmla="*/ 2 w 26"/>
                <a:gd name="T5" fmla="*/ 18 h 39"/>
                <a:gd name="T6" fmla="*/ 6 w 26"/>
                <a:gd name="T7" fmla="*/ 18 h 39"/>
                <a:gd name="T8" fmla="*/ 6 w 26"/>
                <a:gd name="T9" fmla="*/ 38 h 39"/>
                <a:gd name="T10" fmla="*/ 7 w 26"/>
                <a:gd name="T11" fmla="*/ 39 h 39"/>
                <a:gd name="T12" fmla="*/ 18 w 26"/>
                <a:gd name="T13" fmla="*/ 39 h 39"/>
                <a:gd name="T14" fmla="*/ 20 w 26"/>
                <a:gd name="T15" fmla="*/ 38 h 39"/>
                <a:gd name="T16" fmla="*/ 20 w 26"/>
                <a:gd name="T17" fmla="*/ 18 h 39"/>
                <a:gd name="T18" fmla="*/ 24 w 26"/>
                <a:gd name="T19" fmla="*/ 18 h 39"/>
                <a:gd name="T20" fmla="*/ 26 w 26"/>
                <a:gd name="T21" fmla="*/ 17 h 39"/>
                <a:gd name="T22" fmla="*/ 14 w 26"/>
                <a:gd name="T23" fmla="*/ 1 h 39"/>
                <a:gd name="T24" fmla="*/ 13 w 26"/>
                <a:gd name="T25" fmla="*/ 0 h 39"/>
                <a:gd name="T26" fmla="*/ 11 w 26"/>
                <a:gd name="T27" fmla="*/ 1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 h="39">
                  <a:moveTo>
                    <a:pt x="11" y="1"/>
                  </a:moveTo>
                  <a:cubicBezTo>
                    <a:pt x="11" y="1"/>
                    <a:pt x="0" y="16"/>
                    <a:pt x="0" y="17"/>
                  </a:cubicBezTo>
                  <a:cubicBezTo>
                    <a:pt x="0" y="18"/>
                    <a:pt x="1" y="18"/>
                    <a:pt x="2" y="18"/>
                  </a:cubicBezTo>
                  <a:cubicBezTo>
                    <a:pt x="2" y="18"/>
                    <a:pt x="3" y="18"/>
                    <a:pt x="6" y="18"/>
                  </a:cubicBezTo>
                  <a:cubicBezTo>
                    <a:pt x="6" y="38"/>
                    <a:pt x="6" y="38"/>
                    <a:pt x="6" y="38"/>
                  </a:cubicBezTo>
                  <a:cubicBezTo>
                    <a:pt x="6" y="39"/>
                    <a:pt x="6" y="39"/>
                    <a:pt x="7" y="39"/>
                  </a:cubicBezTo>
                  <a:cubicBezTo>
                    <a:pt x="18" y="39"/>
                    <a:pt x="18" y="39"/>
                    <a:pt x="18" y="39"/>
                  </a:cubicBezTo>
                  <a:cubicBezTo>
                    <a:pt x="19" y="39"/>
                    <a:pt x="20" y="39"/>
                    <a:pt x="20" y="38"/>
                  </a:cubicBezTo>
                  <a:cubicBezTo>
                    <a:pt x="20" y="18"/>
                    <a:pt x="20" y="18"/>
                    <a:pt x="20" y="18"/>
                  </a:cubicBezTo>
                  <a:cubicBezTo>
                    <a:pt x="22" y="18"/>
                    <a:pt x="24" y="18"/>
                    <a:pt x="24" y="18"/>
                  </a:cubicBezTo>
                  <a:cubicBezTo>
                    <a:pt x="25" y="18"/>
                    <a:pt x="26" y="18"/>
                    <a:pt x="26" y="17"/>
                  </a:cubicBezTo>
                  <a:cubicBezTo>
                    <a:pt x="26" y="16"/>
                    <a:pt x="15" y="1"/>
                    <a:pt x="14" y="1"/>
                  </a:cubicBezTo>
                  <a:cubicBezTo>
                    <a:pt x="14" y="0"/>
                    <a:pt x="14" y="0"/>
                    <a:pt x="13" y="0"/>
                  </a:cubicBezTo>
                  <a:cubicBezTo>
                    <a:pt x="12" y="0"/>
                    <a:pt x="12" y="0"/>
                    <a:pt x="11" y="1"/>
                  </a:cubicBezTo>
                  <a:close/>
                </a:path>
              </a:pathLst>
            </a:custGeom>
            <a:solidFill>
              <a:srgbClr val="4B48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18"/>
            <p:cNvSpPr>
              <a:spLocks/>
            </p:cNvSpPr>
            <p:nvPr/>
          </p:nvSpPr>
          <p:spPr bwMode="auto">
            <a:xfrm>
              <a:off x="7556500" y="1558925"/>
              <a:ext cx="52388" cy="84138"/>
            </a:xfrm>
            <a:custGeom>
              <a:avLst/>
              <a:gdLst>
                <a:gd name="T0" fmla="*/ 14 w 25"/>
                <a:gd name="T1" fmla="*/ 38 h 39"/>
                <a:gd name="T2" fmla="*/ 25 w 25"/>
                <a:gd name="T3" fmla="*/ 22 h 39"/>
                <a:gd name="T4" fmla="*/ 24 w 25"/>
                <a:gd name="T5" fmla="*/ 21 h 39"/>
                <a:gd name="T6" fmla="*/ 20 w 25"/>
                <a:gd name="T7" fmla="*/ 21 h 39"/>
                <a:gd name="T8" fmla="*/ 20 w 25"/>
                <a:gd name="T9" fmla="*/ 1 h 39"/>
                <a:gd name="T10" fmla="*/ 18 w 25"/>
                <a:gd name="T11" fmla="*/ 0 h 39"/>
                <a:gd name="T12" fmla="*/ 7 w 25"/>
                <a:gd name="T13" fmla="*/ 0 h 39"/>
                <a:gd name="T14" fmla="*/ 5 w 25"/>
                <a:gd name="T15" fmla="*/ 1 h 39"/>
                <a:gd name="T16" fmla="*/ 5 w 25"/>
                <a:gd name="T17" fmla="*/ 21 h 39"/>
                <a:gd name="T18" fmla="*/ 1 w 25"/>
                <a:gd name="T19" fmla="*/ 21 h 39"/>
                <a:gd name="T20" fmla="*/ 0 w 25"/>
                <a:gd name="T21" fmla="*/ 22 h 39"/>
                <a:gd name="T22" fmla="*/ 11 w 25"/>
                <a:gd name="T23" fmla="*/ 38 h 39"/>
                <a:gd name="T24" fmla="*/ 12 w 25"/>
                <a:gd name="T25" fmla="*/ 39 h 39"/>
                <a:gd name="T26" fmla="*/ 14 w 25"/>
                <a:gd name="T27" fmla="*/ 3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 h="39">
                  <a:moveTo>
                    <a:pt x="14" y="38"/>
                  </a:moveTo>
                  <a:cubicBezTo>
                    <a:pt x="14" y="38"/>
                    <a:pt x="25" y="23"/>
                    <a:pt x="25" y="22"/>
                  </a:cubicBezTo>
                  <a:cubicBezTo>
                    <a:pt x="25" y="21"/>
                    <a:pt x="25" y="21"/>
                    <a:pt x="24" y="21"/>
                  </a:cubicBezTo>
                  <a:cubicBezTo>
                    <a:pt x="24" y="21"/>
                    <a:pt x="22" y="21"/>
                    <a:pt x="20" y="21"/>
                  </a:cubicBezTo>
                  <a:cubicBezTo>
                    <a:pt x="20" y="1"/>
                    <a:pt x="20" y="1"/>
                    <a:pt x="20" y="1"/>
                  </a:cubicBezTo>
                  <a:cubicBezTo>
                    <a:pt x="20" y="0"/>
                    <a:pt x="19" y="0"/>
                    <a:pt x="18" y="0"/>
                  </a:cubicBezTo>
                  <a:cubicBezTo>
                    <a:pt x="7" y="0"/>
                    <a:pt x="7" y="0"/>
                    <a:pt x="7" y="0"/>
                  </a:cubicBezTo>
                  <a:cubicBezTo>
                    <a:pt x="6" y="0"/>
                    <a:pt x="5" y="0"/>
                    <a:pt x="5" y="1"/>
                  </a:cubicBezTo>
                  <a:cubicBezTo>
                    <a:pt x="5" y="21"/>
                    <a:pt x="5" y="21"/>
                    <a:pt x="5" y="21"/>
                  </a:cubicBezTo>
                  <a:cubicBezTo>
                    <a:pt x="3" y="21"/>
                    <a:pt x="1" y="21"/>
                    <a:pt x="1" y="21"/>
                  </a:cubicBezTo>
                  <a:cubicBezTo>
                    <a:pt x="0" y="21"/>
                    <a:pt x="0" y="21"/>
                    <a:pt x="0" y="22"/>
                  </a:cubicBezTo>
                  <a:cubicBezTo>
                    <a:pt x="0" y="23"/>
                    <a:pt x="11" y="38"/>
                    <a:pt x="11" y="38"/>
                  </a:cubicBezTo>
                  <a:cubicBezTo>
                    <a:pt x="11" y="39"/>
                    <a:pt x="12" y="39"/>
                    <a:pt x="12" y="39"/>
                  </a:cubicBezTo>
                  <a:cubicBezTo>
                    <a:pt x="13" y="39"/>
                    <a:pt x="14" y="39"/>
                    <a:pt x="14" y="38"/>
                  </a:cubicBezTo>
                  <a:close/>
                </a:path>
              </a:pathLst>
            </a:custGeom>
            <a:solidFill>
              <a:srgbClr val="4B48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52" name="Freeform 19"/>
          <p:cNvSpPr>
            <a:spLocks/>
          </p:cNvSpPr>
          <p:nvPr/>
        </p:nvSpPr>
        <p:spPr bwMode="auto">
          <a:xfrm>
            <a:off x="7366000" y="3835118"/>
            <a:ext cx="514350" cy="514350"/>
          </a:xfrm>
          <a:custGeom>
            <a:avLst/>
            <a:gdLst>
              <a:gd name="T0" fmla="*/ 194 w 240"/>
              <a:gd name="T1" fmla="*/ 157 h 240"/>
              <a:gd name="T2" fmla="*/ 163 w 240"/>
              <a:gd name="T3" fmla="*/ 167 h 240"/>
              <a:gd name="T4" fmla="*/ 92 w 240"/>
              <a:gd name="T5" fmla="*/ 127 h 240"/>
              <a:gd name="T6" fmla="*/ 92 w 240"/>
              <a:gd name="T7" fmla="*/ 120 h 240"/>
              <a:gd name="T8" fmla="*/ 165 w 240"/>
              <a:gd name="T9" fmla="*/ 78 h 240"/>
              <a:gd name="T10" fmla="*/ 189 w 240"/>
              <a:gd name="T11" fmla="*/ 84 h 240"/>
              <a:gd name="T12" fmla="*/ 235 w 240"/>
              <a:gd name="T13" fmla="*/ 42 h 240"/>
              <a:gd name="T14" fmla="*/ 189 w 240"/>
              <a:gd name="T15" fmla="*/ 0 h 240"/>
              <a:gd name="T16" fmla="*/ 143 w 240"/>
              <a:gd name="T17" fmla="*/ 42 h 240"/>
              <a:gd name="T18" fmla="*/ 145 w 240"/>
              <a:gd name="T19" fmla="*/ 55 h 240"/>
              <a:gd name="T20" fmla="*/ 75 w 240"/>
              <a:gd name="T21" fmla="*/ 95 h 240"/>
              <a:gd name="T22" fmla="*/ 46 w 240"/>
              <a:gd name="T23" fmla="*/ 85 h 240"/>
              <a:gd name="T24" fmla="*/ 0 w 240"/>
              <a:gd name="T25" fmla="*/ 127 h 240"/>
              <a:gd name="T26" fmla="*/ 46 w 240"/>
              <a:gd name="T27" fmla="*/ 169 h 240"/>
              <a:gd name="T28" fmla="*/ 81 w 240"/>
              <a:gd name="T29" fmla="*/ 155 h 240"/>
              <a:gd name="T30" fmla="*/ 148 w 240"/>
              <a:gd name="T31" fmla="*/ 193 h 240"/>
              <a:gd name="T32" fmla="*/ 148 w 240"/>
              <a:gd name="T33" fmla="*/ 198 h 240"/>
              <a:gd name="T34" fmla="*/ 194 w 240"/>
              <a:gd name="T35" fmla="*/ 240 h 240"/>
              <a:gd name="T36" fmla="*/ 240 w 240"/>
              <a:gd name="T37" fmla="*/ 198 h 240"/>
              <a:gd name="T38" fmla="*/ 194 w 240"/>
              <a:gd name="T39" fmla="*/ 157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0" h="240">
                <a:moveTo>
                  <a:pt x="194" y="157"/>
                </a:moveTo>
                <a:cubicBezTo>
                  <a:pt x="182" y="157"/>
                  <a:pt x="171" y="161"/>
                  <a:pt x="163" y="167"/>
                </a:cubicBezTo>
                <a:cubicBezTo>
                  <a:pt x="92" y="127"/>
                  <a:pt x="92" y="127"/>
                  <a:pt x="92" y="127"/>
                </a:cubicBezTo>
                <a:cubicBezTo>
                  <a:pt x="92" y="124"/>
                  <a:pt x="92" y="122"/>
                  <a:pt x="92" y="120"/>
                </a:cubicBezTo>
                <a:cubicBezTo>
                  <a:pt x="165" y="78"/>
                  <a:pt x="165" y="78"/>
                  <a:pt x="165" y="78"/>
                </a:cubicBezTo>
                <a:cubicBezTo>
                  <a:pt x="172" y="82"/>
                  <a:pt x="180" y="84"/>
                  <a:pt x="189" y="84"/>
                </a:cubicBezTo>
                <a:cubicBezTo>
                  <a:pt x="215" y="84"/>
                  <a:pt x="235" y="65"/>
                  <a:pt x="235" y="42"/>
                </a:cubicBezTo>
                <a:cubicBezTo>
                  <a:pt x="235" y="19"/>
                  <a:pt x="215" y="0"/>
                  <a:pt x="189" y="0"/>
                </a:cubicBezTo>
                <a:cubicBezTo>
                  <a:pt x="164" y="0"/>
                  <a:pt x="143" y="19"/>
                  <a:pt x="143" y="42"/>
                </a:cubicBezTo>
                <a:cubicBezTo>
                  <a:pt x="143" y="47"/>
                  <a:pt x="144" y="51"/>
                  <a:pt x="145" y="55"/>
                </a:cubicBezTo>
                <a:cubicBezTo>
                  <a:pt x="75" y="95"/>
                  <a:pt x="75" y="95"/>
                  <a:pt x="75" y="95"/>
                </a:cubicBezTo>
                <a:cubicBezTo>
                  <a:pt x="67" y="89"/>
                  <a:pt x="57" y="85"/>
                  <a:pt x="46" y="85"/>
                </a:cubicBezTo>
                <a:cubicBezTo>
                  <a:pt x="21" y="85"/>
                  <a:pt x="0" y="104"/>
                  <a:pt x="0" y="127"/>
                </a:cubicBezTo>
                <a:cubicBezTo>
                  <a:pt x="0" y="150"/>
                  <a:pt x="21" y="169"/>
                  <a:pt x="46" y="169"/>
                </a:cubicBezTo>
                <a:cubicBezTo>
                  <a:pt x="60" y="169"/>
                  <a:pt x="73" y="164"/>
                  <a:pt x="81" y="155"/>
                </a:cubicBezTo>
                <a:cubicBezTo>
                  <a:pt x="148" y="193"/>
                  <a:pt x="148" y="193"/>
                  <a:pt x="148" y="193"/>
                </a:cubicBezTo>
                <a:cubicBezTo>
                  <a:pt x="148" y="195"/>
                  <a:pt x="148" y="197"/>
                  <a:pt x="148" y="198"/>
                </a:cubicBezTo>
                <a:cubicBezTo>
                  <a:pt x="148" y="221"/>
                  <a:pt x="168" y="240"/>
                  <a:pt x="194" y="240"/>
                </a:cubicBezTo>
                <a:cubicBezTo>
                  <a:pt x="219" y="240"/>
                  <a:pt x="240" y="221"/>
                  <a:pt x="240" y="198"/>
                </a:cubicBezTo>
                <a:cubicBezTo>
                  <a:pt x="240" y="175"/>
                  <a:pt x="219" y="157"/>
                  <a:pt x="194" y="157"/>
                </a:cubicBezTo>
                <a:close/>
              </a:path>
            </a:pathLst>
          </a:custGeom>
          <a:solidFill>
            <a:srgbClr val="4B48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20"/>
          <p:cNvSpPr>
            <a:spLocks noEditPoints="1"/>
          </p:cNvSpPr>
          <p:nvPr/>
        </p:nvSpPr>
        <p:spPr bwMode="auto">
          <a:xfrm>
            <a:off x="10327833" y="3942414"/>
            <a:ext cx="496888" cy="398463"/>
          </a:xfrm>
          <a:custGeom>
            <a:avLst/>
            <a:gdLst>
              <a:gd name="T0" fmla="*/ 227 w 232"/>
              <a:gd name="T1" fmla="*/ 0 h 186"/>
              <a:gd name="T2" fmla="*/ 213 w 232"/>
              <a:gd name="T3" fmla="*/ 0 h 186"/>
              <a:gd name="T4" fmla="*/ 208 w 232"/>
              <a:gd name="T5" fmla="*/ 5 h 186"/>
              <a:gd name="T6" fmla="*/ 208 w 232"/>
              <a:gd name="T7" fmla="*/ 28 h 186"/>
              <a:gd name="T8" fmla="*/ 24 w 232"/>
              <a:gd name="T9" fmla="*/ 28 h 186"/>
              <a:gd name="T10" fmla="*/ 24 w 232"/>
              <a:gd name="T11" fmla="*/ 5 h 186"/>
              <a:gd name="T12" fmla="*/ 19 w 232"/>
              <a:gd name="T13" fmla="*/ 0 h 186"/>
              <a:gd name="T14" fmla="*/ 5 w 232"/>
              <a:gd name="T15" fmla="*/ 0 h 186"/>
              <a:gd name="T16" fmla="*/ 0 w 232"/>
              <a:gd name="T17" fmla="*/ 5 h 186"/>
              <a:gd name="T18" fmla="*/ 0 w 232"/>
              <a:gd name="T19" fmla="*/ 180 h 186"/>
              <a:gd name="T20" fmla="*/ 5 w 232"/>
              <a:gd name="T21" fmla="*/ 186 h 186"/>
              <a:gd name="T22" fmla="*/ 19 w 232"/>
              <a:gd name="T23" fmla="*/ 186 h 186"/>
              <a:gd name="T24" fmla="*/ 24 w 232"/>
              <a:gd name="T25" fmla="*/ 180 h 186"/>
              <a:gd name="T26" fmla="*/ 24 w 232"/>
              <a:gd name="T27" fmla="*/ 157 h 186"/>
              <a:gd name="T28" fmla="*/ 208 w 232"/>
              <a:gd name="T29" fmla="*/ 157 h 186"/>
              <a:gd name="T30" fmla="*/ 208 w 232"/>
              <a:gd name="T31" fmla="*/ 180 h 186"/>
              <a:gd name="T32" fmla="*/ 213 w 232"/>
              <a:gd name="T33" fmla="*/ 186 h 186"/>
              <a:gd name="T34" fmla="*/ 227 w 232"/>
              <a:gd name="T35" fmla="*/ 186 h 186"/>
              <a:gd name="T36" fmla="*/ 232 w 232"/>
              <a:gd name="T37" fmla="*/ 180 h 186"/>
              <a:gd name="T38" fmla="*/ 232 w 232"/>
              <a:gd name="T39" fmla="*/ 5 h 186"/>
              <a:gd name="T40" fmla="*/ 227 w 232"/>
              <a:gd name="T41" fmla="*/ 0 h 186"/>
              <a:gd name="T42" fmla="*/ 157 w 232"/>
              <a:gd name="T43" fmla="*/ 98 h 186"/>
              <a:gd name="T44" fmla="*/ 97 w 232"/>
              <a:gd name="T45" fmla="*/ 135 h 186"/>
              <a:gd name="T46" fmla="*/ 92 w 232"/>
              <a:gd name="T47" fmla="*/ 130 h 186"/>
              <a:gd name="T48" fmla="*/ 92 w 232"/>
              <a:gd name="T49" fmla="*/ 56 h 186"/>
              <a:gd name="T50" fmla="*/ 97 w 232"/>
              <a:gd name="T51" fmla="*/ 50 h 186"/>
              <a:gd name="T52" fmla="*/ 157 w 232"/>
              <a:gd name="T53" fmla="*/ 87 h 186"/>
              <a:gd name="T54" fmla="*/ 162 w 232"/>
              <a:gd name="T55" fmla="*/ 93 h 186"/>
              <a:gd name="T56" fmla="*/ 157 w 232"/>
              <a:gd name="T57" fmla="*/ 98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2" h="186">
                <a:moveTo>
                  <a:pt x="227" y="0"/>
                </a:moveTo>
                <a:cubicBezTo>
                  <a:pt x="213" y="0"/>
                  <a:pt x="213" y="0"/>
                  <a:pt x="213" y="0"/>
                </a:cubicBezTo>
                <a:cubicBezTo>
                  <a:pt x="210" y="0"/>
                  <a:pt x="208" y="2"/>
                  <a:pt x="208" y="5"/>
                </a:cubicBezTo>
                <a:cubicBezTo>
                  <a:pt x="208" y="28"/>
                  <a:pt x="208" y="28"/>
                  <a:pt x="208" y="28"/>
                </a:cubicBezTo>
                <a:cubicBezTo>
                  <a:pt x="24" y="28"/>
                  <a:pt x="24" y="28"/>
                  <a:pt x="24" y="28"/>
                </a:cubicBezTo>
                <a:cubicBezTo>
                  <a:pt x="24" y="5"/>
                  <a:pt x="24" y="5"/>
                  <a:pt x="24" y="5"/>
                </a:cubicBezTo>
                <a:cubicBezTo>
                  <a:pt x="24" y="2"/>
                  <a:pt x="22" y="0"/>
                  <a:pt x="19" y="0"/>
                </a:cubicBezTo>
                <a:cubicBezTo>
                  <a:pt x="5" y="0"/>
                  <a:pt x="5" y="0"/>
                  <a:pt x="5" y="0"/>
                </a:cubicBezTo>
                <a:cubicBezTo>
                  <a:pt x="2" y="0"/>
                  <a:pt x="0" y="2"/>
                  <a:pt x="0" y="5"/>
                </a:cubicBezTo>
                <a:cubicBezTo>
                  <a:pt x="0" y="180"/>
                  <a:pt x="0" y="180"/>
                  <a:pt x="0" y="180"/>
                </a:cubicBezTo>
                <a:cubicBezTo>
                  <a:pt x="0" y="183"/>
                  <a:pt x="2" y="186"/>
                  <a:pt x="5" y="186"/>
                </a:cubicBezTo>
                <a:cubicBezTo>
                  <a:pt x="19" y="186"/>
                  <a:pt x="19" y="186"/>
                  <a:pt x="19" y="186"/>
                </a:cubicBezTo>
                <a:cubicBezTo>
                  <a:pt x="22" y="186"/>
                  <a:pt x="24" y="183"/>
                  <a:pt x="24" y="180"/>
                </a:cubicBezTo>
                <a:cubicBezTo>
                  <a:pt x="24" y="157"/>
                  <a:pt x="24" y="157"/>
                  <a:pt x="24" y="157"/>
                </a:cubicBezTo>
                <a:cubicBezTo>
                  <a:pt x="208" y="157"/>
                  <a:pt x="208" y="157"/>
                  <a:pt x="208" y="157"/>
                </a:cubicBezTo>
                <a:cubicBezTo>
                  <a:pt x="208" y="180"/>
                  <a:pt x="208" y="180"/>
                  <a:pt x="208" y="180"/>
                </a:cubicBezTo>
                <a:cubicBezTo>
                  <a:pt x="208" y="183"/>
                  <a:pt x="210" y="186"/>
                  <a:pt x="213" y="186"/>
                </a:cubicBezTo>
                <a:cubicBezTo>
                  <a:pt x="227" y="186"/>
                  <a:pt x="227" y="186"/>
                  <a:pt x="227" y="186"/>
                </a:cubicBezTo>
                <a:cubicBezTo>
                  <a:pt x="230" y="186"/>
                  <a:pt x="232" y="183"/>
                  <a:pt x="232" y="180"/>
                </a:cubicBezTo>
                <a:cubicBezTo>
                  <a:pt x="232" y="5"/>
                  <a:pt x="232" y="5"/>
                  <a:pt x="232" y="5"/>
                </a:cubicBezTo>
                <a:cubicBezTo>
                  <a:pt x="232" y="2"/>
                  <a:pt x="230" y="0"/>
                  <a:pt x="227" y="0"/>
                </a:cubicBezTo>
                <a:close/>
                <a:moveTo>
                  <a:pt x="157" y="98"/>
                </a:moveTo>
                <a:cubicBezTo>
                  <a:pt x="156" y="98"/>
                  <a:pt x="100" y="135"/>
                  <a:pt x="97" y="135"/>
                </a:cubicBezTo>
                <a:cubicBezTo>
                  <a:pt x="95" y="135"/>
                  <a:pt x="92" y="133"/>
                  <a:pt x="92" y="130"/>
                </a:cubicBezTo>
                <a:cubicBezTo>
                  <a:pt x="92" y="128"/>
                  <a:pt x="92" y="57"/>
                  <a:pt x="92" y="56"/>
                </a:cubicBezTo>
                <a:cubicBezTo>
                  <a:pt x="92" y="53"/>
                  <a:pt x="95" y="50"/>
                  <a:pt x="97" y="50"/>
                </a:cubicBezTo>
                <a:cubicBezTo>
                  <a:pt x="100" y="50"/>
                  <a:pt x="156" y="87"/>
                  <a:pt x="157" y="87"/>
                </a:cubicBezTo>
                <a:cubicBezTo>
                  <a:pt x="159" y="89"/>
                  <a:pt x="162" y="90"/>
                  <a:pt x="162" y="93"/>
                </a:cubicBezTo>
                <a:cubicBezTo>
                  <a:pt x="162" y="96"/>
                  <a:pt x="159" y="96"/>
                  <a:pt x="157" y="98"/>
                </a:cubicBezTo>
                <a:close/>
              </a:path>
            </a:pathLst>
          </a:custGeom>
          <a:solidFill>
            <a:srgbClr val="4B48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文本框 53"/>
          <p:cNvSpPr txBox="1"/>
          <p:nvPr/>
        </p:nvSpPr>
        <p:spPr>
          <a:xfrm>
            <a:off x="8399419" y="2585711"/>
            <a:ext cx="527709" cy="461665"/>
          </a:xfrm>
          <a:prstGeom prst="rect">
            <a:avLst/>
          </a:prstGeom>
          <a:noFill/>
        </p:spPr>
        <p:txBody>
          <a:bodyPr wrap="none" rtlCol="0">
            <a:spAutoFit/>
          </a:bodyPr>
          <a:lstStyle/>
          <a:p>
            <a:r>
              <a:rPr lang="en-US" altLang="zh-CN" sz="2400" dirty="0">
                <a:solidFill>
                  <a:srgbClr val="251A26"/>
                </a:solidFill>
                <a:latin typeface="Arial" panose="020B0604020202020204" pitchFamily="34" charset="0"/>
                <a:ea typeface="Microsoft YaHei UI" panose="020B0503020204020204" pitchFamily="34" charset="-122"/>
                <a:cs typeface="Arial" panose="020B0604020202020204" pitchFamily="34" charset="0"/>
              </a:rPr>
              <a:t>01</a:t>
            </a:r>
            <a:endParaRPr lang="zh-CN" altLang="en-US" sz="2400" dirty="0">
              <a:solidFill>
                <a:srgbClr val="251A26"/>
              </a:solidFill>
              <a:latin typeface="Arial" panose="020B0604020202020204" pitchFamily="34" charset="0"/>
              <a:ea typeface="Microsoft YaHei UI" panose="020B0503020204020204" pitchFamily="34" charset="-122"/>
              <a:cs typeface="Arial" panose="020B0604020202020204" pitchFamily="34" charset="0"/>
            </a:endParaRPr>
          </a:p>
        </p:txBody>
      </p:sp>
      <p:sp>
        <p:nvSpPr>
          <p:cNvPr id="55" name="文本框 54"/>
          <p:cNvSpPr txBox="1"/>
          <p:nvPr/>
        </p:nvSpPr>
        <p:spPr>
          <a:xfrm>
            <a:off x="8399419" y="3711581"/>
            <a:ext cx="527709" cy="461665"/>
          </a:xfrm>
          <a:prstGeom prst="rect">
            <a:avLst/>
          </a:prstGeom>
          <a:noFill/>
        </p:spPr>
        <p:txBody>
          <a:bodyPr wrap="none" rtlCol="0">
            <a:spAutoFit/>
          </a:bodyPr>
          <a:lstStyle/>
          <a:p>
            <a:r>
              <a:rPr lang="en-US" altLang="zh-CN" sz="2400" dirty="0">
                <a:solidFill>
                  <a:srgbClr val="251A26"/>
                </a:solidFill>
                <a:latin typeface="Arial" panose="020B0604020202020204" pitchFamily="34" charset="0"/>
                <a:ea typeface="Microsoft YaHei UI" panose="020B0503020204020204" pitchFamily="34" charset="-122"/>
                <a:cs typeface="Arial" panose="020B0604020202020204" pitchFamily="34" charset="0"/>
              </a:rPr>
              <a:t>04</a:t>
            </a:r>
            <a:endParaRPr lang="zh-CN" altLang="en-US" sz="2400" dirty="0">
              <a:solidFill>
                <a:srgbClr val="251A26"/>
              </a:solidFill>
              <a:latin typeface="Arial" panose="020B0604020202020204" pitchFamily="34" charset="0"/>
              <a:ea typeface="Microsoft YaHei UI" panose="020B0503020204020204" pitchFamily="34" charset="-122"/>
              <a:cs typeface="Arial" panose="020B0604020202020204" pitchFamily="34" charset="0"/>
            </a:endParaRPr>
          </a:p>
        </p:txBody>
      </p:sp>
      <p:sp>
        <p:nvSpPr>
          <p:cNvPr id="56" name="文本框 55"/>
          <p:cNvSpPr txBox="1"/>
          <p:nvPr/>
        </p:nvSpPr>
        <p:spPr>
          <a:xfrm>
            <a:off x="9347157" y="2585711"/>
            <a:ext cx="527709" cy="461665"/>
          </a:xfrm>
          <a:prstGeom prst="rect">
            <a:avLst/>
          </a:prstGeom>
          <a:noFill/>
        </p:spPr>
        <p:txBody>
          <a:bodyPr wrap="none" rtlCol="0">
            <a:spAutoFit/>
          </a:bodyPr>
          <a:lstStyle/>
          <a:p>
            <a:r>
              <a:rPr lang="en-US" altLang="zh-CN" sz="2400" dirty="0">
                <a:solidFill>
                  <a:srgbClr val="251A26"/>
                </a:solidFill>
                <a:latin typeface="Arial" panose="020B0604020202020204" pitchFamily="34" charset="0"/>
                <a:ea typeface="Microsoft YaHei UI" panose="020B0503020204020204" pitchFamily="34" charset="-122"/>
                <a:cs typeface="Arial" panose="020B0604020202020204" pitchFamily="34" charset="0"/>
              </a:rPr>
              <a:t>02</a:t>
            </a:r>
            <a:endParaRPr lang="zh-CN" altLang="en-US" sz="2400" dirty="0">
              <a:solidFill>
                <a:srgbClr val="251A26"/>
              </a:solidFill>
              <a:latin typeface="Arial" panose="020B0604020202020204" pitchFamily="34" charset="0"/>
              <a:ea typeface="Microsoft YaHei UI" panose="020B0503020204020204" pitchFamily="34" charset="-122"/>
              <a:cs typeface="Arial" panose="020B0604020202020204" pitchFamily="34" charset="0"/>
            </a:endParaRPr>
          </a:p>
        </p:txBody>
      </p:sp>
      <p:sp>
        <p:nvSpPr>
          <p:cNvPr id="57" name="文本框 56"/>
          <p:cNvSpPr txBox="1"/>
          <p:nvPr/>
        </p:nvSpPr>
        <p:spPr>
          <a:xfrm>
            <a:off x="9347157" y="3711581"/>
            <a:ext cx="527709" cy="461665"/>
          </a:xfrm>
          <a:prstGeom prst="rect">
            <a:avLst/>
          </a:prstGeom>
          <a:noFill/>
        </p:spPr>
        <p:txBody>
          <a:bodyPr wrap="none" rtlCol="0">
            <a:spAutoFit/>
          </a:bodyPr>
          <a:lstStyle/>
          <a:p>
            <a:r>
              <a:rPr lang="en-US" altLang="zh-CN" sz="2400" dirty="0">
                <a:solidFill>
                  <a:srgbClr val="251A26"/>
                </a:solidFill>
                <a:latin typeface="Arial" panose="020B0604020202020204" pitchFamily="34" charset="0"/>
                <a:ea typeface="Microsoft YaHei UI" panose="020B0503020204020204" pitchFamily="34" charset="-122"/>
                <a:cs typeface="Arial" panose="020B0604020202020204" pitchFamily="34" charset="0"/>
              </a:rPr>
              <a:t>03</a:t>
            </a:r>
            <a:endParaRPr lang="zh-CN" altLang="en-US" sz="2400" dirty="0">
              <a:solidFill>
                <a:srgbClr val="251A26"/>
              </a:solidFill>
              <a:latin typeface="Arial" panose="020B0604020202020204" pitchFamily="34" charset="0"/>
              <a:ea typeface="Microsoft YaHei UI" panose="020B0503020204020204" pitchFamily="34" charset="-122"/>
              <a:cs typeface="Arial" panose="020B0604020202020204" pitchFamily="34" charset="0"/>
            </a:endParaRPr>
          </a:p>
        </p:txBody>
      </p:sp>
      <p:sp>
        <p:nvSpPr>
          <p:cNvPr id="58" name="文本框 57"/>
          <p:cNvSpPr txBox="1"/>
          <p:nvPr/>
        </p:nvSpPr>
        <p:spPr>
          <a:xfrm>
            <a:off x="6731539" y="1861907"/>
            <a:ext cx="2037737" cy="400110"/>
          </a:xfrm>
          <a:prstGeom prst="rect">
            <a:avLst/>
          </a:prstGeom>
          <a:noFill/>
        </p:spPr>
        <p:txBody>
          <a:bodyPr wrap="none" rtlCol="0">
            <a:spAutoFit/>
          </a:bodyPr>
          <a:lstStyle/>
          <a:p>
            <a:r>
              <a:rPr lang="en-US" altLang="zh-CN" sz="20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rPr>
              <a:t>Some Title Here</a:t>
            </a:r>
            <a:endParaRPr lang="zh-CN" altLang="en-US" sz="20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60" name="文本框 59"/>
          <p:cNvSpPr txBox="1"/>
          <p:nvPr/>
        </p:nvSpPr>
        <p:spPr>
          <a:xfrm>
            <a:off x="9437277" y="1861907"/>
            <a:ext cx="2037737" cy="400110"/>
          </a:xfrm>
          <a:prstGeom prst="rect">
            <a:avLst/>
          </a:prstGeom>
          <a:noFill/>
        </p:spPr>
        <p:txBody>
          <a:bodyPr wrap="none" rtlCol="0">
            <a:spAutoFit/>
          </a:bodyPr>
          <a:lstStyle/>
          <a:p>
            <a:r>
              <a:rPr lang="en-US" altLang="zh-CN" sz="20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rPr>
              <a:t>Some Title Here</a:t>
            </a:r>
            <a:endParaRPr lang="zh-CN" altLang="en-US" sz="20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62" name="文本框 61"/>
          <p:cNvSpPr txBox="1"/>
          <p:nvPr/>
        </p:nvSpPr>
        <p:spPr>
          <a:xfrm>
            <a:off x="6731539" y="4529320"/>
            <a:ext cx="2037737" cy="400110"/>
          </a:xfrm>
          <a:prstGeom prst="rect">
            <a:avLst/>
          </a:prstGeom>
          <a:noFill/>
        </p:spPr>
        <p:txBody>
          <a:bodyPr wrap="none" rtlCol="0">
            <a:spAutoFit/>
          </a:bodyPr>
          <a:lstStyle/>
          <a:p>
            <a:r>
              <a:rPr lang="en-US" altLang="zh-CN" sz="20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rPr>
              <a:t>Some Title Here</a:t>
            </a:r>
            <a:endParaRPr lang="zh-CN" altLang="en-US" sz="20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63" name="文本框 62"/>
          <p:cNvSpPr txBox="1"/>
          <p:nvPr/>
        </p:nvSpPr>
        <p:spPr>
          <a:xfrm>
            <a:off x="9437277" y="4529320"/>
            <a:ext cx="2037737" cy="400110"/>
          </a:xfrm>
          <a:prstGeom prst="rect">
            <a:avLst/>
          </a:prstGeom>
          <a:noFill/>
        </p:spPr>
        <p:txBody>
          <a:bodyPr wrap="none" rtlCol="0">
            <a:spAutoFit/>
          </a:bodyPr>
          <a:lstStyle/>
          <a:p>
            <a:r>
              <a:rPr lang="en-US" altLang="zh-CN" sz="20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rPr>
              <a:t>Some Title Here</a:t>
            </a:r>
            <a:endParaRPr lang="zh-CN" altLang="en-US" sz="20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Tree>
    <p:extLst>
      <p:ext uri="{BB962C8B-B14F-4D97-AF65-F5344CB8AC3E}">
        <p14:creationId xmlns:p14="http://schemas.microsoft.com/office/powerpoint/2010/main" val="1474254911"/>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 name="Freeform 60"/>
          <p:cNvSpPr>
            <a:spLocks/>
          </p:cNvSpPr>
          <p:nvPr/>
        </p:nvSpPr>
        <p:spPr bwMode="auto">
          <a:xfrm>
            <a:off x="1007063" y="4143553"/>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 name="文本框 95"/>
          <p:cNvSpPr txBox="1"/>
          <p:nvPr/>
        </p:nvSpPr>
        <p:spPr>
          <a:xfrm>
            <a:off x="940215" y="4943154"/>
            <a:ext cx="3555585" cy="1089529"/>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网络</a:t>
            </a:r>
            <a:r>
              <a:rPr lang="en-US" altLang="zh-CN" dirty="0">
                <a:solidFill>
                  <a:prstClr val="black">
                    <a:lumMod val="65000"/>
                    <a:lumOff val="35000"/>
                  </a:prstClr>
                </a:solidFill>
                <a:latin typeface="微软雅黑" panose="020B0503020204020204" pitchFamily="34" charset="-122"/>
              </a:rPr>
              <a:t>EPS</a:t>
            </a:r>
            <a:r>
              <a:rPr lang="zh-CN" altLang="en-US" dirty="0">
                <a:solidFill>
                  <a:prstClr val="black">
                    <a:lumMod val="65000"/>
                    <a:lumOff val="35000"/>
                  </a:prstClr>
                </a:solidFill>
                <a:latin typeface="微软雅黑" panose="020B0503020204020204" pitchFamily="34" charset="-122"/>
              </a:rPr>
              <a:t>素材改编；</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矢量图标可替换</a:t>
            </a:r>
            <a:r>
              <a:rPr lang="en-US" altLang="zh-CN" dirty="0">
                <a:solidFill>
                  <a:prstClr val="black">
                    <a:lumMod val="65000"/>
                    <a:lumOff val="35000"/>
                  </a:prstClr>
                </a:solidFill>
                <a:latin typeface="微软雅黑" panose="020B0503020204020204" pitchFamily="34" charset="-122"/>
              </a:rPr>
              <a:t>/</a:t>
            </a:r>
            <a:r>
              <a:rPr lang="zh-CN" altLang="en-US" dirty="0">
                <a:solidFill>
                  <a:prstClr val="black">
                    <a:lumMod val="65000"/>
                    <a:lumOff val="35000"/>
                  </a:prstClr>
                </a:solidFill>
                <a:latin typeface="微软雅黑" panose="020B0503020204020204" pitchFamily="34" charset="-122"/>
              </a:rPr>
              <a:t>删除；</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可根据实际排版调整大小。</a:t>
            </a:r>
            <a:endParaRPr lang="en-US" altLang="zh-CN" dirty="0">
              <a:solidFill>
                <a:prstClr val="black">
                  <a:lumMod val="65000"/>
                  <a:lumOff val="35000"/>
                </a:prstClr>
              </a:solidFill>
              <a:latin typeface="微软雅黑" panose="020B0503020204020204" pitchFamily="34" charset="-122"/>
            </a:endParaRPr>
          </a:p>
        </p:txBody>
      </p:sp>
      <p:sp>
        <p:nvSpPr>
          <p:cNvPr id="97" name="圆角矩形 96"/>
          <p:cNvSpPr/>
          <p:nvPr/>
        </p:nvSpPr>
        <p:spPr>
          <a:xfrm>
            <a:off x="1674755" y="4302838"/>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98" name="等腰三角形 97"/>
          <p:cNvSpPr/>
          <p:nvPr/>
        </p:nvSpPr>
        <p:spPr>
          <a:xfrm rot="16200000">
            <a:off x="1600123" y="4370382"/>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12" name="Freeform 5"/>
          <p:cNvSpPr>
            <a:spLocks noEditPoints="1"/>
          </p:cNvSpPr>
          <p:nvPr/>
        </p:nvSpPr>
        <p:spPr bwMode="auto">
          <a:xfrm>
            <a:off x="7081838" y="2201863"/>
            <a:ext cx="2541587" cy="2541588"/>
          </a:xfrm>
          <a:custGeom>
            <a:avLst/>
            <a:gdLst>
              <a:gd name="T0" fmla="*/ 116 w 211"/>
              <a:gd name="T1" fmla="*/ 10 h 211"/>
              <a:gd name="T2" fmla="*/ 116 w 211"/>
              <a:gd name="T3" fmla="*/ 0 h 211"/>
              <a:gd name="T4" fmla="*/ 181 w 211"/>
              <a:gd name="T5" fmla="*/ 30 h 211"/>
              <a:gd name="T6" fmla="*/ 211 w 211"/>
              <a:gd name="T7" fmla="*/ 95 h 211"/>
              <a:gd name="T8" fmla="*/ 201 w 211"/>
              <a:gd name="T9" fmla="*/ 95 h 211"/>
              <a:gd name="T10" fmla="*/ 174 w 211"/>
              <a:gd name="T11" fmla="*/ 37 h 211"/>
              <a:gd name="T12" fmla="*/ 116 w 211"/>
              <a:gd name="T13" fmla="*/ 10 h 211"/>
              <a:gd name="T14" fmla="*/ 10 w 211"/>
              <a:gd name="T15" fmla="*/ 115 h 211"/>
              <a:gd name="T16" fmla="*/ 0 w 211"/>
              <a:gd name="T17" fmla="*/ 115 h 211"/>
              <a:gd name="T18" fmla="*/ 30 w 211"/>
              <a:gd name="T19" fmla="*/ 180 h 211"/>
              <a:gd name="T20" fmla="*/ 96 w 211"/>
              <a:gd name="T21" fmla="*/ 211 h 211"/>
              <a:gd name="T22" fmla="*/ 96 w 211"/>
              <a:gd name="T23" fmla="*/ 201 h 211"/>
              <a:gd name="T24" fmla="*/ 38 w 211"/>
              <a:gd name="T25" fmla="*/ 173 h 211"/>
              <a:gd name="T26" fmla="*/ 10 w 211"/>
              <a:gd name="T27" fmla="*/ 115 h 211"/>
              <a:gd name="T28" fmla="*/ 10 w 211"/>
              <a:gd name="T29" fmla="*/ 95 h 211"/>
              <a:gd name="T30" fmla="*/ 38 w 211"/>
              <a:gd name="T31" fmla="*/ 37 h 211"/>
              <a:gd name="T32" fmla="*/ 96 w 211"/>
              <a:gd name="T33" fmla="*/ 10 h 211"/>
              <a:gd name="T34" fmla="*/ 96 w 211"/>
              <a:gd name="T35" fmla="*/ 0 h 211"/>
              <a:gd name="T36" fmla="*/ 30 w 211"/>
              <a:gd name="T37" fmla="*/ 30 h 211"/>
              <a:gd name="T38" fmla="*/ 0 w 211"/>
              <a:gd name="T39" fmla="*/ 95 h 211"/>
              <a:gd name="T40" fmla="*/ 10 w 211"/>
              <a:gd name="T41" fmla="*/ 95 h 211"/>
              <a:gd name="T42" fmla="*/ 201 w 211"/>
              <a:gd name="T43" fmla="*/ 115 h 211"/>
              <a:gd name="T44" fmla="*/ 174 w 211"/>
              <a:gd name="T45" fmla="*/ 173 h 211"/>
              <a:gd name="T46" fmla="*/ 116 w 211"/>
              <a:gd name="T47" fmla="*/ 201 h 211"/>
              <a:gd name="T48" fmla="*/ 116 w 211"/>
              <a:gd name="T49" fmla="*/ 211 h 211"/>
              <a:gd name="T50" fmla="*/ 181 w 211"/>
              <a:gd name="T51" fmla="*/ 180 h 211"/>
              <a:gd name="T52" fmla="*/ 211 w 211"/>
              <a:gd name="T53" fmla="*/ 115 h 211"/>
              <a:gd name="T54" fmla="*/ 201 w 211"/>
              <a:gd name="T55" fmla="*/ 115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1" h="211">
                <a:moveTo>
                  <a:pt x="116" y="10"/>
                </a:moveTo>
                <a:cubicBezTo>
                  <a:pt x="116" y="0"/>
                  <a:pt x="116" y="0"/>
                  <a:pt x="116" y="0"/>
                </a:cubicBezTo>
                <a:cubicBezTo>
                  <a:pt x="139" y="2"/>
                  <a:pt x="163" y="12"/>
                  <a:pt x="181" y="30"/>
                </a:cubicBezTo>
                <a:cubicBezTo>
                  <a:pt x="199" y="48"/>
                  <a:pt x="209" y="72"/>
                  <a:pt x="211" y="95"/>
                </a:cubicBezTo>
                <a:cubicBezTo>
                  <a:pt x="201" y="95"/>
                  <a:pt x="201" y="95"/>
                  <a:pt x="201" y="95"/>
                </a:cubicBezTo>
                <a:cubicBezTo>
                  <a:pt x="199" y="74"/>
                  <a:pt x="190" y="53"/>
                  <a:pt x="174" y="37"/>
                </a:cubicBezTo>
                <a:cubicBezTo>
                  <a:pt x="157" y="21"/>
                  <a:pt x="137" y="12"/>
                  <a:pt x="116" y="10"/>
                </a:cubicBezTo>
                <a:close/>
                <a:moveTo>
                  <a:pt x="10" y="115"/>
                </a:moveTo>
                <a:cubicBezTo>
                  <a:pt x="0" y="115"/>
                  <a:pt x="0" y="115"/>
                  <a:pt x="0" y="115"/>
                </a:cubicBezTo>
                <a:cubicBezTo>
                  <a:pt x="2" y="139"/>
                  <a:pt x="12" y="162"/>
                  <a:pt x="30" y="180"/>
                </a:cubicBezTo>
                <a:cubicBezTo>
                  <a:pt x="49" y="199"/>
                  <a:pt x="72" y="209"/>
                  <a:pt x="96" y="211"/>
                </a:cubicBezTo>
                <a:cubicBezTo>
                  <a:pt x="96" y="201"/>
                  <a:pt x="96" y="201"/>
                  <a:pt x="96" y="201"/>
                </a:cubicBezTo>
                <a:cubicBezTo>
                  <a:pt x="74" y="199"/>
                  <a:pt x="54" y="189"/>
                  <a:pt x="38" y="173"/>
                </a:cubicBezTo>
                <a:cubicBezTo>
                  <a:pt x="21" y="157"/>
                  <a:pt x="12" y="137"/>
                  <a:pt x="10" y="115"/>
                </a:cubicBezTo>
                <a:close/>
                <a:moveTo>
                  <a:pt x="10" y="95"/>
                </a:moveTo>
                <a:cubicBezTo>
                  <a:pt x="12" y="74"/>
                  <a:pt x="21" y="53"/>
                  <a:pt x="38" y="37"/>
                </a:cubicBezTo>
                <a:cubicBezTo>
                  <a:pt x="54" y="21"/>
                  <a:pt x="74" y="12"/>
                  <a:pt x="96" y="10"/>
                </a:cubicBezTo>
                <a:cubicBezTo>
                  <a:pt x="96" y="0"/>
                  <a:pt x="96" y="0"/>
                  <a:pt x="96" y="0"/>
                </a:cubicBezTo>
                <a:cubicBezTo>
                  <a:pt x="72" y="2"/>
                  <a:pt x="49" y="12"/>
                  <a:pt x="30" y="30"/>
                </a:cubicBezTo>
                <a:cubicBezTo>
                  <a:pt x="12" y="48"/>
                  <a:pt x="2" y="72"/>
                  <a:pt x="0" y="95"/>
                </a:cubicBezTo>
                <a:lnTo>
                  <a:pt x="10" y="95"/>
                </a:lnTo>
                <a:close/>
                <a:moveTo>
                  <a:pt x="201" y="115"/>
                </a:moveTo>
                <a:cubicBezTo>
                  <a:pt x="199" y="137"/>
                  <a:pt x="190" y="157"/>
                  <a:pt x="174" y="173"/>
                </a:cubicBezTo>
                <a:cubicBezTo>
                  <a:pt x="157" y="189"/>
                  <a:pt x="137" y="199"/>
                  <a:pt x="116" y="201"/>
                </a:cubicBezTo>
                <a:cubicBezTo>
                  <a:pt x="116" y="211"/>
                  <a:pt x="116" y="211"/>
                  <a:pt x="116" y="211"/>
                </a:cubicBezTo>
                <a:cubicBezTo>
                  <a:pt x="139" y="209"/>
                  <a:pt x="163" y="199"/>
                  <a:pt x="181" y="180"/>
                </a:cubicBezTo>
                <a:cubicBezTo>
                  <a:pt x="199" y="162"/>
                  <a:pt x="209" y="139"/>
                  <a:pt x="211" y="115"/>
                </a:cubicBezTo>
                <a:lnTo>
                  <a:pt x="201" y="115"/>
                </a:lnTo>
                <a:close/>
              </a:path>
            </a:pathLst>
          </a:custGeom>
          <a:solidFill>
            <a:srgbClr val="BBBC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 name="Freeform 6"/>
          <p:cNvSpPr>
            <a:spLocks/>
          </p:cNvSpPr>
          <p:nvPr/>
        </p:nvSpPr>
        <p:spPr bwMode="auto">
          <a:xfrm>
            <a:off x="5792788" y="901700"/>
            <a:ext cx="2444750" cy="2444750"/>
          </a:xfrm>
          <a:custGeom>
            <a:avLst/>
            <a:gdLst>
              <a:gd name="T0" fmla="*/ 95 w 203"/>
              <a:gd name="T1" fmla="*/ 203 h 203"/>
              <a:gd name="T2" fmla="*/ 129 w 203"/>
              <a:gd name="T3" fmla="*/ 130 h 203"/>
              <a:gd name="T4" fmla="*/ 203 w 203"/>
              <a:gd name="T5" fmla="*/ 96 h 203"/>
              <a:gd name="T6" fmla="*/ 203 w 203"/>
              <a:gd name="T7" fmla="*/ 0 h 203"/>
              <a:gd name="T8" fmla="*/ 77 w 203"/>
              <a:gd name="T9" fmla="*/ 48 h 203"/>
              <a:gd name="T10" fmla="*/ 40 w 203"/>
              <a:gd name="T11" fmla="*/ 41 h 203"/>
              <a:gd name="T12" fmla="*/ 48 w 203"/>
              <a:gd name="T13" fmla="*/ 78 h 203"/>
              <a:gd name="T14" fmla="*/ 0 w 203"/>
              <a:gd name="T15" fmla="*/ 203 h 203"/>
              <a:gd name="T16" fmla="*/ 95 w 203"/>
              <a:gd name="T17" fmla="*/ 20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203">
                <a:moveTo>
                  <a:pt x="95" y="203"/>
                </a:moveTo>
                <a:cubicBezTo>
                  <a:pt x="97" y="177"/>
                  <a:pt x="109" y="150"/>
                  <a:pt x="129" y="130"/>
                </a:cubicBezTo>
                <a:cubicBezTo>
                  <a:pt x="150" y="109"/>
                  <a:pt x="176" y="98"/>
                  <a:pt x="203" y="96"/>
                </a:cubicBezTo>
                <a:cubicBezTo>
                  <a:pt x="203" y="0"/>
                  <a:pt x="203" y="0"/>
                  <a:pt x="203" y="0"/>
                </a:cubicBezTo>
                <a:cubicBezTo>
                  <a:pt x="158" y="2"/>
                  <a:pt x="114" y="18"/>
                  <a:pt x="77" y="48"/>
                </a:cubicBezTo>
                <a:cubicBezTo>
                  <a:pt x="40" y="41"/>
                  <a:pt x="40" y="41"/>
                  <a:pt x="40" y="41"/>
                </a:cubicBezTo>
                <a:cubicBezTo>
                  <a:pt x="48" y="78"/>
                  <a:pt x="48" y="78"/>
                  <a:pt x="48" y="78"/>
                </a:cubicBezTo>
                <a:cubicBezTo>
                  <a:pt x="18" y="114"/>
                  <a:pt x="2" y="159"/>
                  <a:pt x="0" y="203"/>
                </a:cubicBezTo>
                <a:lnTo>
                  <a:pt x="95" y="203"/>
                </a:lnTo>
                <a:close/>
              </a:path>
            </a:pathLst>
          </a:custGeom>
          <a:solidFill>
            <a:srgbClr val="B63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 name="Freeform 7"/>
          <p:cNvSpPr>
            <a:spLocks/>
          </p:cNvSpPr>
          <p:nvPr/>
        </p:nvSpPr>
        <p:spPr bwMode="auto">
          <a:xfrm>
            <a:off x="5792788" y="3587750"/>
            <a:ext cx="2444750" cy="2444750"/>
          </a:xfrm>
          <a:custGeom>
            <a:avLst/>
            <a:gdLst>
              <a:gd name="T0" fmla="*/ 203 w 203"/>
              <a:gd name="T1" fmla="*/ 108 h 203"/>
              <a:gd name="T2" fmla="*/ 129 w 203"/>
              <a:gd name="T3" fmla="*/ 74 h 203"/>
              <a:gd name="T4" fmla="*/ 95 w 203"/>
              <a:gd name="T5" fmla="*/ 0 h 203"/>
              <a:gd name="T6" fmla="*/ 0 w 203"/>
              <a:gd name="T7" fmla="*/ 0 h 203"/>
              <a:gd name="T8" fmla="*/ 48 w 203"/>
              <a:gd name="T9" fmla="*/ 126 h 203"/>
              <a:gd name="T10" fmla="*/ 40 w 203"/>
              <a:gd name="T11" fmla="*/ 162 h 203"/>
              <a:gd name="T12" fmla="*/ 77 w 203"/>
              <a:gd name="T13" fmla="*/ 155 h 203"/>
              <a:gd name="T14" fmla="*/ 203 w 203"/>
              <a:gd name="T15" fmla="*/ 203 h 203"/>
              <a:gd name="T16" fmla="*/ 203 w 203"/>
              <a:gd name="T17" fmla="*/ 108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203">
                <a:moveTo>
                  <a:pt x="203" y="108"/>
                </a:moveTo>
                <a:cubicBezTo>
                  <a:pt x="176" y="105"/>
                  <a:pt x="150" y="94"/>
                  <a:pt x="129" y="74"/>
                </a:cubicBezTo>
                <a:cubicBezTo>
                  <a:pt x="109" y="53"/>
                  <a:pt x="98" y="27"/>
                  <a:pt x="95" y="0"/>
                </a:cubicBezTo>
                <a:cubicBezTo>
                  <a:pt x="0" y="0"/>
                  <a:pt x="0" y="0"/>
                  <a:pt x="0" y="0"/>
                </a:cubicBezTo>
                <a:cubicBezTo>
                  <a:pt x="2" y="45"/>
                  <a:pt x="18" y="89"/>
                  <a:pt x="48" y="126"/>
                </a:cubicBezTo>
                <a:cubicBezTo>
                  <a:pt x="40" y="162"/>
                  <a:pt x="40" y="162"/>
                  <a:pt x="40" y="162"/>
                </a:cubicBezTo>
                <a:cubicBezTo>
                  <a:pt x="77" y="155"/>
                  <a:pt x="77" y="155"/>
                  <a:pt x="77" y="155"/>
                </a:cubicBezTo>
                <a:cubicBezTo>
                  <a:pt x="114" y="185"/>
                  <a:pt x="158" y="201"/>
                  <a:pt x="203" y="203"/>
                </a:cubicBezTo>
                <a:lnTo>
                  <a:pt x="203" y="108"/>
                </a:lnTo>
                <a:close/>
              </a:path>
            </a:pathLst>
          </a:custGeom>
          <a:solidFill>
            <a:srgbClr val="5448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 name="Freeform 8"/>
          <p:cNvSpPr>
            <a:spLocks/>
          </p:cNvSpPr>
          <p:nvPr/>
        </p:nvSpPr>
        <p:spPr bwMode="auto">
          <a:xfrm>
            <a:off x="8478838" y="901700"/>
            <a:ext cx="2433637" cy="2444750"/>
          </a:xfrm>
          <a:custGeom>
            <a:avLst/>
            <a:gdLst>
              <a:gd name="T0" fmla="*/ 127 w 202"/>
              <a:gd name="T1" fmla="*/ 50 h 203"/>
              <a:gd name="T2" fmla="*/ 0 w 202"/>
              <a:gd name="T3" fmla="*/ 0 h 203"/>
              <a:gd name="T4" fmla="*/ 0 w 202"/>
              <a:gd name="T5" fmla="*/ 96 h 203"/>
              <a:gd name="T6" fmla="*/ 73 w 202"/>
              <a:gd name="T7" fmla="*/ 130 h 203"/>
              <a:gd name="T8" fmla="*/ 107 w 202"/>
              <a:gd name="T9" fmla="*/ 203 h 203"/>
              <a:gd name="T10" fmla="*/ 202 w 202"/>
              <a:gd name="T11" fmla="*/ 203 h 203"/>
              <a:gd name="T12" fmla="*/ 156 w 202"/>
              <a:gd name="T13" fmla="*/ 79 h 203"/>
              <a:gd name="T14" fmla="*/ 163 w 202"/>
              <a:gd name="T15" fmla="*/ 42 h 203"/>
              <a:gd name="T16" fmla="*/ 127 w 202"/>
              <a:gd name="T17" fmla="*/ 5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2" h="203">
                <a:moveTo>
                  <a:pt x="127" y="50"/>
                </a:moveTo>
                <a:cubicBezTo>
                  <a:pt x="90" y="19"/>
                  <a:pt x="45" y="3"/>
                  <a:pt x="0" y="0"/>
                </a:cubicBezTo>
                <a:cubicBezTo>
                  <a:pt x="0" y="96"/>
                  <a:pt x="0" y="96"/>
                  <a:pt x="0" y="96"/>
                </a:cubicBezTo>
                <a:cubicBezTo>
                  <a:pt x="26" y="98"/>
                  <a:pt x="53" y="109"/>
                  <a:pt x="73" y="130"/>
                </a:cubicBezTo>
                <a:cubicBezTo>
                  <a:pt x="94" y="150"/>
                  <a:pt x="105" y="177"/>
                  <a:pt x="107" y="203"/>
                </a:cubicBezTo>
                <a:cubicBezTo>
                  <a:pt x="202" y="203"/>
                  <a:pt x="202" y="203"/>
                  <a:pt x="202" y="203"/>
                </a:cubicBezTo>
                <a:cubicBezTo>
                  <a:pt x="200" y="159"/>
                  <a:pt x="185" y="115"/>
                  <a:pt x="156" y="79"/>
                </a:cubicBezTo>
                <a:cubicBezTo>
                  <a:pt x="163" y="42"/>
                  <a:pt x="163" y="42"/>
                  <a:pt x="163" y="42"/>
                </a:cubicBezTo>
                <a:lnTo>
                  <a:pt x="127" y="50"/>
                </a:lnTo>
                <a:close/>
              </a:path>
            </a:pathLst>
          </a:custGeom>
          <a:solidFill>
            <a:srgbClr val="538C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 name="Freeform 9"/>
          <p:cNvSpPr>
            <a:spLocks/>
          </p:cNvSpPr>
          <p:nvPr/>
        </p:nvSpPr>
        <p:spPr bwMode="auto">
          <a:xfrm>
            <a:off x="8478838" y="3587750"/>
            <a:ext cx="2433637" cy="2444750"/>
          </a:xfrm>
          <a:custGeom>
            <a:avLst/>
            <a:gdLst>
              <a:gd name="T0" fmla="*/ 107 w 202"/>
              <a:gd name="T1" fmla="*/ 0 h 203"/>
              <a:gd name="T2" fmla="*/ 73 w 202"/>
              <a:gd name="T3" fmla="*/ 74 h 203"/>
              <a:gd name="T4" fmla="*/ 0 w 202"/>
              <a:gd name="T5" fmla="*/ 108 h 203"/>
              <a:gd name="T6" fmla="*/ 0 w 202"/>
              <a:gd name="T7" fmla="*/ 203 h 203"/>
              <a:gd name="T8" fmla="*/ 123 w 202"/>
              <a:gd name="T9" fmla="*/ 157 h 203"/>
              <a:gd name="T10" fmla="*/ 161 w 202"/>
              <a:gd name="T11" fmla="*/ 164 h 203"/>
              <a:gd name="T12" fmla="*/ 153 w 202"/>
              <a:gd name="T13" fmla="*/ 127 h 203"/>
              <a:gd name="T14" fmla="*/ 202 w 202"/>
              <a:gd name="T15" fmla="*/ 0 h 203"/>
              <a:gd name="T16" fmla="*/ 107 w 202"/>
              <a:gd name="T17"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2" h="203">
                <a:moveTo>
                  <a:pt x="107" y="0"/>
                </a:moveTo>
                <a:cubicBezTo>
                  <a:pt x="105" y="27"/>
                  <a:pt x="93" y="53"/>
                  <a:pt x="73" y="74"/>
                </a:cubicBezTo>
                <a:cubicBezTo>
                  <a:pt x="53" y="94"/>
                  <a:pt x="26" y="105"/>
                  <a:pt x="0" y="108"/>
                </a:cubicBezTo>
                <a:cubicBezTo>
                  <a:pt x="0" y="203"/>
                  <a:pt x="0" y="203"/>
                  <a:pt x="0" y="203"/>
                </a:cubicBezTo>
                <a:cubicBezTo>
                  <a:pt x="44" y="201"/>
                  <a:pt x="87" y="186"/>
                  <a:pt x="123" y="157"/>
                </a:cubicBezTo>
                <a:cubicBezTo>
                  <a:pt x="161" y="164"/>
                  <a:pt x="161" y="164"/>
                  <a:pt x="161" y="164"/>
                </a:cubicBezTo>
                <a:cubicBezTo>
                  <a:pt x="153" y="127"/>
                  <a:pt x="153" y="127"/>
                  <a:pt x="153" y="127"/>
                </a:cubicBezTo>
                <a:cubicBezTo>
                  <a:pt x="184" y="90"/>
                  <a:pt x="200" y="46"/>
                  <a:pt x="202" y="0"/>
                </a:cubicBezTo>
                <a:lnTo>
                  <a:pt x="107" y="0"/>
                </a:lnTo>
                <a:close/>
              </a:path>
            </a:pathLst>
          </a:custGeom>
          <a:solidFill>
            <a:srgbClr val="EA8B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 name="文本框 41"/>
          <p:cNvSpPr txBox="1"/>
          <p:nvPr/>
        </p:nvSpPr>
        <p:spPr>
          <a:xfrm>
            <a:off x="10263900" y="901700"/>
            <a:ext cx="1519968" cy="461665"/>
          </a:xfrm>
          <a:prstGeom prst="rect">
            <a:avLst/>
          </a:prstGeom>
          <a:noFill/>
        </p:spPr>
        <p:txBody>
          <a:bodyPr wrap="none" rtlCol="0">
            <a:spAutoFit/>
          </a:bodyPr>
          <a:lstStyle/>
          <a:p>
            <a:r>
              <a:rPr lang="en-US" altLang="zh-CN" sz="24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rPr>
              <a:t>Title Here</a:t>
            </a:r>
            <a:endParaRPr lang="zh-CN" altLang="en-US" sz="24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43" name="文本框 42"/>
          <p:cNvSpPr txBox="1"/>
          <p:nvPr/>
        </p:nvSpPr>
        <p:spPr>
          <a:xfrm>
            <a:off x="10263900" y="5645221"/>
            <a:ext cx="1519968" cy="461665"/>
          </a:xfrm>
          <a:prstGeom prst="rect">
            <a:avLst/>
          </a:prstGeom>
          <a:noFill/>
        </p:spPr>
        <p:txBody>
          <a:bodyPr wrap="none" rtlCol="0">
            <a:spAutoFit/>
          </a:bodyPr>
          <a:lstStyle/>
          <a:p>
            <a:r>
              <a:rPr lang="en-US" altLang="zh-CN" sz="24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rPr>
              <a:t>Title Here</a:t>
            </a:r>
            <a:endParaRPr lang="zh-CN" altLang="en-US" sz="24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44" name="文本框 43"/>
          <p:cNvSpPr txBox="1"/>
          <p:nvPr/>
        </p:nvSpPr>
        <p:spPr>
          <a:xfrm>
            <a:off x="4921395" y="901700"/>
            <a:ext cx="1519968" cy="461665"/>
          </a:xfrm>
          <a:prstGeom prst="rect">
            <a:avLst/>
          </a:prstGeom>
          <a:noFill/>
        </p:spPr>
        <p:txBody>
          <a:bodyPr wrap="none" rtlCol="0">
            <a:spAutoFit/>
          </a:bodyPr>
          <a:lstStyle/>
          <a:p>
            <a:r>
              <a:rPr lang="en-US" altLang="zh-CN" sz="24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rPr>
              <a:t>Title Here</a:t>
            </a:r>
            <a:endParaRPr lang="zh-CN" altLang="en-US" sz="24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45" name="文本框 44"/>
          <p:cNvSpPr txBox="1"/>
          <p:nvPr/>
        </p:nvSpPr>
        <p:spPr>
          <a:xfrm>
            <a:off x="4921395" y="5645221"/>
            <a:ext cx="1519968" cy="461665"/>
          </a:xfrm>
          <a:prstGeom prst="rect">
            <a:avLst/>
          </a:prstGeom>
          <a:noFill/>
        </p:spPr>
        <p:txBody>
          <a:bodyPr wrap="none" rtlCol="0">
            <a:spAutoFit/>
          </a:bodyPr>
          <a:lstStyle/>
          <a:p>
            <a:r>
              <a:rPr lang="en-US" altLang="zh-CN" sz="24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rPr>
              <a:t>Title Here</a:t>
            </a:r>
            <a:endParaRPr lang="zh-CN" altLang="en-US" sz="24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grpSp>
        <p:nvGrpSpPr>
          <p:cNvPr id="49" name="组合 48"/>
          <p:cNvGrpSpPr/>
          <p:nvPr/>
        </p:nvGrpSpPr>
        <p:grpSpPr>
          <a:xfrm>
            <a:off x="6441363" y="1713748"/>
            <a:ext cx="1123950" cy="511175"/>
            <a:chOff x="8478838" y="1247776"/>
            <a:chExt cx="1123950" cy="511175"/>
          </a:xfrm>
          <a:solidFill>
            <a:schemeClr val="bg1"/>
          </a:solidFill>
        </p:grpSpPr>
        <p:sp>
          <p:nvSpPr>
            <p:cNvPr id="50" name="Freeform 24"/>
            <p:cNvSpPr>
              <a:spLocks/>
            </p:cNvSpPr>
            <p:nvPr/>
          </p:nvSpPr>
          <p:spPr bwMode="auto">
            <a:xfrm>
              <a:off x="8478838" y="1408113"/>
              <a:ext cx="1123950" cy="269875"/>
            </a:xfrm>
            <a:custGeom>
              <a:avLst/>
              <a:gdLst>
                <a:gd name="T0" fmla="*/ 0 w 182"/>
                <a:gd name="T1" fmla="*/ 3 h 44"/>
                <a:gd name="T2" fmla="*/ 1 w 182"/>
                <a:gd name="T3" fmla="*/ 3 h 44"/>
                <a:gd name="T4" fmla="*/ 153 w 182"/>
                <a:gd name="T5" fmla="*/ 3 h 44"/>
                <a:gd name="T6" fmla="*/ 182 w 182"/>
                <a:gd name="T7" fmla="*/ 41 h 44"/>
                <a:gd name="T8" fmla="*/ 182 w 182"/>
                <a:gd name="T9" fmla="*/ 41 h 44"/>
                <a:gd name="T10" fmla="*/ 182 w 182"/>
                <a:gd name="T11" fmla="*/ 41 h 44"/>
                <a:gd name="T12" fmla="*/ 170 w 182"/>
                <a:gd name="T13" fmla="*/ 41 h 44"/>
                <a:gd name="T14" fmla="*/ 150 w 182"/>
                <a:gd name="T15" fmla="*/ 22 h 44"/>
                <a:gd name="T16" fmla="*/ 130 w 182"/>
                <a:gd name="T17" fmla="*/ 41 h 44"/>
                <a:gd name="T18" fmla="*/ 65 w 182"/>
                <a:gd name="T19" fmla="*/ 41 h 44"/>
                <a:gd name="T20" fmla="*/ 45 w 182"/>
                <a:gd name="T21" fmla="*/ 22 h 44"/>
                <a:gd name="T22" fmla="*/ 26 w 182"/>
                <a:gd name="T23" fmla="*/ 41 h 44"/>
                <a:gd name="T24" fmla="*/ 22 w 182"/>
                <a:gd name="T25" fmla="*/ 41 h 44"/>
                <a:gd name="T26" fmla="*/ 0 w 182"/>
                <a:gd name="T27" fmla="*/ 3 h 44"/>
                <a:gd name="T28" fmla="*/ 0 w 182"/>
                <a:gd name="T29" fmla="*/ 3 h 44"/>
                <a:gd name="T30" fmla="*/ 0 w 182"/>
                <a:gd name="T31"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2" h="44">
                  <a:moveTo>
                    <a:pt x="0" y="3"/>
                  </a:moveTo>
                  <a:cubicBezTo>
                    <a:pt x="1" y="3"/>
                    <a:pt x="1" y="3"/>
                    <a:pt x="1" y="3"/>
                  </a:cubicBezTo>
                  <a:cubicBezTo>
                    <a:pt x="153" y="3"/>
                    <a:pt x="153" y="3"/>
                    <a:pt x="153" y="3"/>
                  </a:cubicBezTo>
                  <a:cubicBezTo>
                    <a:pt x="153" y="3"/>
                    <a:pt x="182" y="0"/>
                    <a:pt x="182" y="41"/>
                  </a:cubicBezTo>
                  <a:cubicBezTo>
                    <a:pt x="182" y="41"/>
                    <a:pt x="182" y="41"/>
                    <a:pt x="182" y="41"/>
                  </a:cubicBezTo>
                  <a:cubicBezTo>
                    <a:pt x="182" y="41"/>
                    <a:pt x="182" y="41"/>
                    <a:pt x="182" y="41"/>
                  </a:cubicBezTo>
                  <a:cubicBezTo>
                    <a:pt x="170" y="41"/>
                    <a:pt x="170" y="41"/>
                    <a:pt x="170" y="41"/>
                  </a:cubicBezTo>
                  <a:cubicBezTo>
                    <a:pt x="170" y="30"/>
                    <a:pt x="161" y="22"/>
                    <a:pt x="150" y="22"/>
                  </a:cubicBezTo>
                  <a:cubicBezTo>
                    <a:pt x="139" y="22"/>
                    <a:pt x="131" y="30"/>
                    <a:pt x="130" y="41"/>
                  </a:cubicBezTo>
                  <a:cubicBezTo>
                    <a:pt x="65" y="41"/>
                    <a:pt x="65" y="41"/>
                    <a:pt x="65" y="41"/>
                  </a:cubicBezTo>
                  <a:cubicBezTo>
                    <a:pt x="65" y="30"/>
                    <a:pt x="56" y="22"/>
                    <a:pt x="45" y="22"/>
                  </a:cubicBezTo>
                  <a:cubicBezTo>
                    <a:pt x="35" y="22"/>
                    <a:pt x="26" y="30"/>
                    <a:pt x="26" y="41"/>
                  </a:cubicBezTo>
                  <a:cubicBezTo>
                    <a:pt x="22" y="41"/>
                    <a:pt x="22" y="41"/>
                    <a:pt x="22" y="41"/>
                  </a:cubicBezTo>
                  <a:cubicBezTo>
                    <a:pt x="22" y="41"/>
                    <a:pt x="0" y="44"/>
                    <a:pt x="0" y="3"/>
                  </a:cubicBezTo>
                  <a:cubicBezTo>
                    <a:pt x="0" y="3"/>
                    <a:pt x="0" y="3"/>
                    <a:pt x="0" y="3"/>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 name="Freeform 26"/>
            <p:cNvSpPr>
              <a:spLocks noEditPoints="1"/>
            </p:cNvSpPr>
            <p:nvPr/>
          </p:nvSpPr>
          <p:spPr bwMode="auto">
            <a:xfrm>
              <a:off x="8553450" y="1247776"/>
              <a:ext cx="833437" cy="227013"/>
            </a:xfrm>
            <a:custGeom>
              <a:avLst/>
              <a:gdLst>
                <a:gd name="T0" fmla="*/ 6 w 135"/>
                <a:gd name="T1" fmla="*/ 29 h 37"/>
                <a:gd name="T2" fmla="*/ 57 w 135"/>
                <a:gd name="T3" fmla="*/ 1 h 37"/>
                <a:gd name="T4" fmla="*/ 68 w 135"/>
                <a:gd name="T5" fmla="*/ 0 h 37"/>
                <a:gd name="T6" fmla="*/ 78 w 135"/>
                <a:gd name="T7" fmla="*/ 1 h 37"/>
                <a:gd name="T8" fmla="*/ 129 w 135"/>
                <a:gd name="T9" fmla="*/ 29 h 37"/>
                <a:gd name="T10" fmla="*/ 135 w 135"/>
                <a:gd name="T11" fmla="*/ 37 h 37"/>
                <a:gd name="T12" fmla="*/ 0 w 135"/>
                <a:gd name="T13" fmla="*/ 37 h 37"/>
                <a:gd name="T14" fmla="*/ 6 w 135"/>
                <a:gd name="T15" fmla="*/ 29 h 37"/>
                <a:gd name="T16" fmla="*/ 77 w 135"/>
                <a:gd name="T17" fmla="*/ 10 h 37"/>
                <a:gd name="T18" fmla="*/ 68 w 135"/>
                <a:gd name="T19" fmla="*/ 9 h 37"/>
                <a:gd name="T20" fmla="*/ 58 w 135"/>
                <a:gd name="T21" fmla="*/ 10 h 37"/>
                <a:gd name="T22" fmla="*/ 20 w 135"/>
                <a:gd name="T23" fmla="*/ 28 h 37"/>
                <a:gd name="T24" fmla="*/ 115 w 135"/>
                <a:gd name="T25" fmla="*/ 28 h 37"/>
                <a:gd name="T26" fmla="*/ 77 w 135"/>
                <a:gd name="T27" fmla="*/ 1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5" h="37">
                  <a:moveTo>
                    <a:pt x="6" y="29"/>
                  </a:moveTo>
                  <a:cubicBezTo>
                    <a:pt x="21" y="10"/>
                    <a:pt x="42" y="3"/>
                    <a:pt x="57" y="1"/>
                  </a:cubicBezTo>
                  <a:cubicBezTo>
                    <a:pt x="58" y="1"/>
                    <a:pt x="65" y="0"/>
                    <a:pt x="68" y="0"/>
                  </a:cubicBezTo>
                  <a:cubicBezTo>
                    <a:pt x="71" y="0"/>
                    <a:pt x="77" y="1"/>
                    <a:pt x="78" y="1"/>
                  </a:cubicBezTo>
                  <a:cubicBezTo>
                    <a:pt x="93" y="3"/>
                    <a:pt x="114" y="10"/>
                    <a:pt x="129" y="29"/>
                  </a:cubicBezTo>
                  <a:cubicBezTo>
                    <a:pt x="135" y="37"/>
                    <a:pt x="135" y="37"/>
                    <a:pt x="135" y="37"/>
                  </a:cubicBezTo>
                  <a:cubicBezTo>
                    <a:pt x="0" y="37"/>
                    <a:pt x="0" y="37"/>
                    <a:pt x="0" y="37"/>
                  </a:cubicBezTo>
                  <a:lnTo>
                    <a:pt x="6" y="29"/>
                  </a:lnTo>
                  <a:close/>
                  <a:moveTo>
                    <a:pt x="77" y="10"/>
                  </a:moveTo>
                  <a:cubicBezTo>
                    <a:pt x="75" y="10"/>
                    <a:pt x="70" y="9"/>
                    <a:pt x="68" y="9"/>
                  </a:cubicBezTo>
                  <a:cubicBezTo>
                    <a:pt x="66" y="9"/>
                    <a:pt x="60" y="10"/>
                    <a:pt x="58" y="10"/>
                  </a:cubicBezTo>
                  <a:cubicBezTo>
                    <a:pt x="47" y="12"/>
                    <a:pt x="32" y="16"/>
                    <a:pt x="20" y="28"/>
                  </a:cubicBezTo>
                  <a:cubicBezTo>
                    <a:pt x="115" y="28"/>
                    <a:pt x="115" y="28"/>
                    <a:pt x="115" y="28"/>
                  </a:cubicBezTo>
                  <a:cubicBezTo>
                    <a:pt x="103" y="16"/>
                    <a:pt x="88" y="12"/>
                    <a:pt x="77"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 name="Rectangle 27"/>
            <p:cNvSpPr>
              <a:spLocks noChangeArrowheads="1"/>
            </p:cNvSpPr>
            <p:nvPr/>
          </p:nvSpPr>
          <p:spPr bwMode="auto">
            <a:xfrm>
              <a:off x="8953500" y="1265238"/>
              <a:ext cx="38100" cy="185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 name="Freeform 28"/>
            <p:cNvSpPr>
              <a:spLocks/>
            </p:cNvSpPr>
            <p:nvPr/>
          </p:nvSpPr>
          <p:spPr bwMode="auto">
            <a:xfrm>
              <a:off x="9521825" y="1536701"/>
              <a:ext cx="80962" cy="61913"/>
            </a:xfrm>
            <a:custGeom>
              <a:avLst/>
              <a:gdLst>
                <a:gd name="T0" fmla="*/ 5 w 13"/>
                <a:gd name="T1" fmla="*/ 10 h 10"/>
                <a:gd name="T2" fmla="*/ 0 w 13"/>
                <a:gd name="T3" fmla="*/ 5 h 10"/>
                <a:gd name="T4" fmla="*/ 5 w 13"/>
                <a:gd name="T5" fmla="*/ 0 h 10"/>
                <a:gd name="T6" fmla="*/ 10 w 13"/>
                <a:gd name="T7" fmla="*/ 0 h 10"/>
                <a:gd name="T8" fmla="*/ 13 w 13"/>
                <a:gd name="T9" fmla="*/ 10 h 10"/>
                <a:gd name="T10" fmla="*/ 5 w 13"/>
                <a:gd name="T11" fmla="*/ 10 h 10"/>
              </a:gdLst>
              <a:ahLst/>
              <a:cxnLst>
                <a:cxn ang="0">
                  <a:pos x="T0" y="T1"/>
                </a:cxn>
                <a:cxn ang="0">
                  <a:pos x="T2" y="T3"/>
                </a:cxn>
                <a:cxn ang="0">
                  <a:pos x="T4" y="T5"/>
                </a:cxn>
                <a:cxn ang="0">
                  <a:pos x="T6" y="T7"/>
                </a:cxn>
                <a:cxn ang="0">
                  <a:pos x="T8" y="T9"/>
                </a:cxn>
                <a:cxn ang="0">
                  <a:pos x="T10" y="T11"/>
                </a:cxn>
              </a:cxnLst>
              <a:rect l="0" t="0" r="r" b="b"/>
              <a:pathLst>
                <a:path w="13" h="10">
                  <a:moveTo>
                    <a:pt x="5" y="10"/>
                  </a:moveTo>
                  <a:cubicBezTo>
                    <a:pt x="3" y="10"/>
                    <a:pt x="0" y="8"/>
                    <a:pt x="0" y="5"/>
                  </a:cubicBezTo>
                  <a:cubicBezTo>
                    <a:pt x="0" y="2"/>
                    <a:pt x="3" y="0"/>
                    <a:pt x="5" y="0"/>
                  </a:cubicBezTo>
                  <a:cubicBezTo>
                    <a:pt x="6" y="0"/>
                    <a:pt x="8" y="0"/>
                    <a:pt x="10" y="0"/>
                  </a:cubicBezTo>
                  <a:cubicBezTo>
                    <a:pt x="11" y="3"/>
                    <a:pt x="12" y="6"/>
                    <a:pt x="13" y="10"/>
                  </a:cubicBezTo>
                  <a:cubicBezTo>
                    <a:pt x="11" y="10"/>
                    <a:pt x="6" y="10"/>
                    <a:pt x="5"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 name="Oval 29"/>
            <p:cNvSpPr>
              <a:spLocks noChangeArrowheads="1"/>
            </p:cNvSpPr>
            <p:nvPr/>
          </p:nvSpPr>
          <p:spPr bwMode="auto">
            <a:xfrm>
              <a:off x="8664575" y="1566863"/>
              <a:ext cx="190500" cy="1920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 name="Oval 30"/>
            <p:cNvSpPr>
              <a:spLocks noChangeArrowheads="1"/>
            </p:cNvSpPr>
            <p:nvPr/>
          </p:nvSpPr>
          <p:spPr bwMode="auto">
            <a:xfrm>
              <a:off x="9312275" y="1566863"/>
              <a:ext cx="185737" cy="1920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 name="Freeform 31"/>
            <p:cNvSpPr>
              <a:spLocks/>
            </p:cNvSpPr>
            <p:nvPr/>
          </p:nvSpPr>
          <p:spPr bwMode="auto">
            <a:xfrm>
              <a:off x="9361488" y="1616076"/>
              <a:ext cx="93662" cy="93663"/>
            </a:xfrm>
            <a:custGeom>
              <a:avLst/>
              <a:gdLst>
                <a:gd name="T0" fmla="*/ 0 w 15"/>
                <a:gd name="T1" fmla="*/ 8 h 15"/>
                <a:gd name="T2" fmla="*/ 7 w 15"/>
                <a:gd name="T3" fmla="*/ 15 h 15"/>
                <a:gd name="T4" fmla="*/ 15 w 15"/>
                <a:gd name="T5" fmla="*/ 7 h 15"/>
                <a:gd name="T6" fmla="*/ 7 w 15"/>
                <a:gd name="T7" fmla="*/ 0 h 15"/>
                <a:gd name="T8" fmla="*/ 0 w 15"/>
                <a:gd name="T9" fmla="*/ 8 h 15"/>
              </a:gdLst>
              <a:ahLst/>
              <a:cxnLst>
                <a:cxn ang="0">
                  <a:pos x="T0" y="T1"/>
                </a:cxn>
                <a:cxn ang="0">
                  <a:pos x="T2" y="T3"/>
                </a:cxn>
                <a:cxn ang="0">
                  <a:pos x="T4" y="T5"/>
                </a:cxn>
                <a:cxn ang="0">
                  <a:pos x="T6" y="T7"/>
                </a:cxn>
                <a:cxn ang="0">
                  <a:pos x="T8" y="T9"/>
                </a:cxn>
              </a:cxnLst>
              <a:rect l="0" t="0" r="r" b="b"/>
              <a:pathLst>
                <a:path w="15" h="15">
                  <a:moveTo>
                    <a:pt x="0" y="8"/>
                  </a:moveTo>
                  <a:cubicBezTo>
                    <a:pt x="0" y="12"/>
                    <a:pt x="3" y="15"/>
                    <a:pt x="7" y="15"/>
                  </a:cubicBezTo>
                  <a:cubicBezTo>
                    <a:pt x="11" y="15"/>
                    <a:pt x="15" y="12"/>
                    <a:pt x="15" y="7"/>
                  </a:cubicBezTo>
                  <a:cubicBezTo>
                    <a:pt x="15" y="3"/>
                    <a:pt x="11" y="0"/>
                    <a:pt x="7" y="0"/>
                  </a:cubicBezTo>
                  <a:cubicBezTo>
                    <a:pt x="3" y="0"/>
                    <a:pt x="0" y="3"/>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 name="Oval 32"/>
            <p:cNvSpPr>
              <a:spLocks noChangeArrowheads="1"/>
            </p:cNvSpPr>
            <p:nvPr/>
          </p:nvSpPr>
          <p:spPr bwMode="auto">
            <a:xfrm>
              <a:off x="8713788" y="1616076"/>
              <a:ext cx="92075" cy="936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60" name="组合 59"/>
          <p:cNvGrpSpPr/>
          <p:nvPr/>
        </p:nvGrpSpPr>
        <p:grpSpPr>
          <a:xfrm>
            <a:off x="9353663" y="1663174"/>
            <a:ext cx="703262" cy="708025"/>
            <a:chOff x="10121900" y="1050926"/>
            <a:chExt cx="703262" cy="708025"/>
          </a:xfrm>
          <a:solidFill>
            <a:schemeClr val="bg1"/>
          </a:solidFill>
        </p:grpSpPr>
        <p:sp>
          <p:nvSpPr>
            <p:cNvPr id="62" name="Freeform 44"/>
            <p:cNvSpPr>
              <a:spLocks/>
            </p:cNvSpPr>
            <p:nvPr/>
          </p:nvSpPr>
          <p:spPr bwMode="auto">
            <a:xfrm>
              <a:off x="10331450" y="1068388"/>
              <a:ext cx="493712" cy="690563"/>
            </a:xfrm>
            <a:custGeom>
              <a:avLst/>
              <a:gdLst>
                <a:gd name="T0" fmla="*/ 60 w 80"/>
                <a:gd name="T1" fmla="*/ 27 h 112"/>
                <a:gd name="T2" fmla="*/ 63 w 80"/>
                <a:gd name="T3" fmla="*/ 43 h 112"/>
                <a:gd name="T4" fmla="*/ 66 w 80"/>
                <a:gd name="T5" fmla="*/ 39 h 112"/>
                <a:gd name="T6" fmla="*/ 72 w 80"/>
                <a:gd name="T7" fmla="*/ 44 h 112"/>
                <a:gd name="T8" fmla="*/ 64 w 80"/>
                <a:gd name="T9" fmla="*/ 52 h 112"/>
                <a:gd name="T10" fmla="*/ 66 w 80"/>
                <a:gd name="T11" fmla="*/ 65 h 112"/>
                <a:gd name="T12" fmla="*/ 70 w 80"/>
                <a:gd name="T13" fmla="*/ 61 h 112"/>
                <a:gd name="T14" fmla="*/ 75 w 80"/>
                <a:gd name="T15" fmla="*/ 66 h 112"/>
                <a:gd name="T16" fmla="*/ 68 w 80"/>
                <a:gd name="T17" fmla="*/ 74 h 112"/>
                <a:gd name="T18" fmla="*/ 73 w 80"/>
                <a:gd name="T19" fmla="*/ 108 h 112"/>
                <a:gd name="T20" fmla="*/ 70 w 80"/>
                <a:gd name="T21" fmla="*/ 112 h 112"/>
                <a:gd name="T22" fmla="*/ 38 w 80"/>
                <a:gd name="T23" fmla="*/ 51 h 112"/>
                <a:gd name="T24" fmla="*/ 11 w 80"/>
                <a:gd name="T25" fmla="*/ 80 h 112"/>
                <a:gd name="T26" fmla="*/ 17 w 80"/>
                <a:gd name="T27" fmla="*/ 104 h 112"/>
                <a:gd name="T28" fmla="*/ 12 w 80"/>
                <a:gd name="T29" fmla="*/ 110 h 112"/>
                <a:gd name="T30" fmla="*/ 0 w 80"/>
                <a:gd name="T31" fmla="*/ 86 h 112"/>
                <a:gd name="T32" fmla="*/ 45 w 80"/>
                <a:gd name="T33" fmla="*/ 30 h 112"/>
                <a:gd name="T34" fmla="*/ 76 w 80"/>
                <a:gd name="T35" fmla="*/ 0 h 112"/>
                <a:gd name="T36" fmla="*/ 60 w 80"/>
                <a:gd name="T37" fmla="*/ 2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0" h="112">
                  <a:moveTo>
                    <a:pt x="60" y="27"/>
                  </a:moveTo>
                  <a:cubicBezTo>
                    <a:pt x="63" y="43"/>
                    <a:pt x="63" y="43"/>
                    <a:pt x="63" y="43"/>
                  </a:cubicBezTo>
                  <a:cubicBezTo>
                    <a:pt x="66" y="39"/>
                    <a:pt x="66" y="39"/>
                    <a:pt x="66" y="39"/>
                  </a:cubicBezTo>
                  <a:cubicBezTo>
                    <a:pt x="72" y="44"/>
                    <a:pt x="72" y="44"/>
                    <a:pt x="72" y="44"/>
                  </a:cubicBezTo>
                  <a:cubicBezTo>
                    <a:pt x="64" y="52"/>
                    <a:pt x="64" y="52"/>
                    <a:pt x="64" y="52"/>
                  </a:cubicBezTo>
                  <a:cubicBezTo>
                    <a:pt x="66" y="65"/>
                    <a:pt x="66" y="65"/>
                    <a:pt x="66" y="65"/>
                  </a:cubicBezTo>
                  <a:cubicBezTo>
                    <a:pt x="70" y="61"/>
                    <a:pt x="70" y="61"/>
                    <a:pt x="70" y="61"/>
                  </a:cubicBezTo>
                  <a:cubicBezTo>
                    <a:pt x="75" y="66"/>
                    <a:pt x="75" y="66"/>
                    <a:pt x="75" y="66"/>
                  </a:cubicBezTo>
                  <a:cubicBezTo>
                    <a:pt x="68" y="74"/>
                    <a:pt x="68" y="74"/>
                    <a:pt x="68" y="74"/>
                  </a:cubicBezTo>
                  <a:cubicBezTo>
                    <a:pt x="73" y="108"/>
                    <a:pt x="73" y="108"/>
                    <a:pt x="73" y="108"/>
                  </a:cubicBezTo>
                  <a:cubicBezTo>
                    <a:pt x="70" y="112"/>
                    <a:pt x="70" y="112"/>
                    <a:pt x="70" y="112"/>
                  </a:cubicBezTo>
                  <a:cubicBezTo>
                    <a:pt x="38" y="51"/>
                    <a:pt x="38" y="51"/>
                    <a:pt x="38" y="51"/>
                  </a:cubicBezTo>
                  <a:cubicBezTo>
                    <a:pt x="11" y="80"/>
                    <a:pt x="11" y="80"/>
                    <a:pt x="11" y="80"/>
                  </a:cubicBezTo>
                  <a:cubicBezTo>
                    <a:pt x="17" y="104"/>
                    <a:pt x="17" y="104"/>
                    <a:pt x="17" y="104"/>
                  </a:cubicBezTo>
                  <a:cubicBezTo>
                    <a:pt x="12" y="110"/>
                    <a:pt x="12" y="110"/>
                    <a:pt x="12" y="110"/>
                  </a:cubicBezTo>
                  <a:cubicBezTo>
                    <a:pt x="0" y="86"/>
                    <a:pt x="0" y="86"/>
                    <a:pt x="0" y="86"/>
                  </a:cubicBezTo>
                  <a:cubicBezTo>
                    <a:pt x="45" y="30"/>
                    <a:pt x="45" y="30"/>
                    <a:pt x="45" y="30"/>
                  </a:cubicBezTo>
                  <a:cubicBezTo>
                    <a:pt x="76" y="0"/>
                    <a:pt x="76" y="0"/>
                    <a:pt x="76" y="0"/>
                  </a:cubicBezTo>
                  <a:cubicBezTo>
                    <a:pt x="76" y="0"/>
                    <a:pt x="80" y="5"/>
                    <a:pt x="60"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 name="Freeform 45"/>
            <p:cNvSpPr>
              <a:spLocks/>
            </p:cNvSpPr>
            <p:nvPr/>
          </p:nvSpPr>
          <p:spPr bwMode="auto">
            <a:xfrm>
              <a:off x="10121900" y="1050926"/>
              <a:ext cx="677862" cy="547688"/>
            </a:xfrm>
            <a:custGeom>
              <a:avLst/>
              <a:gdLst>
                <a:gd name="T0" fmla="*/ 85 w 110"/>
                <a:gd name="T1" fmla="*/ 22 h 89"/>
                <a:gd name="T2" fmla="*/ 69 w 110"/>
                <a:gd name="T3" fmla="*/ 22 h 89"/>
                <a:gd name="T4" fmla="*/ 73 w 110"/>
                <a:gd name="T5" fmla="*/ 18 h 89"/>
                <a:gd name="T6" fmla="*/ 67 w 110"/>
                <a:gd name="T7" fmla="*/ 13 h 89"/>
                <a:gd name="T8" fmla="*/ 60 w 110"/>
                <a:gd name="T9" fmla="*/ 22 h 89"/>
                <a:gd name="T10" fmla="*/ 47 w 110"/>
                <a:gd name="T11" fmla="*/ 21 h 89"/>
                <a:gd name="T12" fmla="*/ 50 w 110"/>
                <a:gd name="T13" fmla="*/ 17 h 89"/>
                <a:gd name="T14" fmla="*/ 45 w 110"/>
                <a:gd name="T15" fmla="*/ 13 h 89"/>
                <a:gd name="T16" fmla="*/ 38 w 110"/>
                <a:gd name="T17" fmla="*/ 21 h 89"/>
                <a:gd name="T18" fmla="*/ 4 w 110"/>
                <a:gd name="T19" fmla="*/ 20 h 89"/>
                <a:gd name="T20" fmla="*/ 0 w 110"/>
                <a:gd name="T21" fmla="*/ 24 h 89"/>
                <a:gd name="T22" fmla="*/ 64 w 110"/>
                <a:gd name="T23" fmla="*/ 47 h 89"/>
                <a:gd name="T24" fmla="*/ 39 w 110"/>
                <a:gd name="T25" fmla="*/ 78 h 89"/>
                <a:gd name="T26" fmla="*/ 15 w 110"/>
                <a:gd name="T27" fmla="*/ 75 h 89"/>
                <a:gd name="T28" fmla="*/ 10 w 110"/>
                <a:gd name="T29" fmla="*/ 81 h 89"/>
                <a:gd name="T30" fmla="*/ 34 w 110"/>
                <a:gd name="T31" fmla="*/ 89 h 89"/>
                <a:gd name="T32" fmla="*/ 110 w 110"/>
                <a:gd name="T33" fmla="*/ 3 h 89"/>
                <a:gd name="T34" fmla="*/ 85 w 110"/>
                <a:gd name="T35" fmla="*/ 22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0" h="89">
                  <a:moveTo>
                    <a:pt x="85" y="22"/>
                  </a:moveTo>
                  <a:cubicBezTo>
                    <a:pt x="69" y="22"/>
                    <a:pt x="69" y="22"/>
                    <a:pt x="69" y="22"/>
                  </a:cubicBezTo>
                  <a:cubicBezTo>
                    <a:pt x="73" y="18"/>
                    <a:pt x="73" y="18"/>
                    <a:pt x="73" y="18"/>
                  </a:cubicBezTo>
                  <a:cubicBezTo>
                    <a:pt x="67" y="13"/>
                    <a:pt x="67" y="13"/>
                    <a:pt x="67" y="13"/>
                  </a:cubicBezTo>
                  <a:cubicBezTo>
                    <a:pt x="60" y="22"/>
                    <a:pt x="60" y="22"/>
                    <a:pt x="60" y="22"/>
                  </a:cubicBezTo>
                  <a:cubicBezTo>
                    <a:pt x="47" y="21"/>
                    <a:pt x="47" y="21"/>
                    <a:pt x="47" y="21"/>
                  </a:cubicBezTo>
                  <a:cubicBezTo>
                    <a:pt x="50" y="17"/>
                    <a:pt x="50" y="17"/>
                    <a:pt x="50" y="17"/>
                  </a:cubicBezTo>
                  <a:cubicBezTo>
                    <a:pt x="45" y="13"/>
                    <a:pt x="45" y="13"/>
                    <a:pt x="45" y="13"/>
                  </a:cubicBezTo>
                  <a:cubicBezTo>
                    <a:pt x="38" y="21"/>
                    <a:pt x="38" y="21"/>
                    <a:pt x="38" y="21"/>
                  </a:cubicBezTo>
                  <a:cubicBezTo>
                    <a:pt x="4" y="20"/>
                    <a:pt x="4" y="20"/>
                    <a:pt x="4" y="20"/>
                  </a:cubicBezTo>
                  <a:cubicBezTo>
                    <a:pt x="0" y="24"/>
                    <a:pt x="0" y="24"/>
                    <a:pt x="0" y="24"/>
                  </a:cubicBezTo>
                  <a:cubicBezTo>
                    <a:pt x="64" y="47"/>
                    <a:pt x="64" y="47"/>
                    <a:pt x="64" y="47"/>
                  </a:cubicBezTo>
                  <a:cubicBezTo>
                    <a:pt x="39" y="78"/>
                    <a:pt x="39" y="78"/>
                    <a:pt x="39" y="78"/>
                  </a:cubicBezTo>
                  <a:cubicBezTo>
                    <a:pt x="15" y="75"/>
                    <a:pt x="15" y="75"/>
                    <a:pt x="15" y="75"/>
                  </a:cubicBezTo>
                  <a:cubicBezTo>
                    <a:pt x="10" y="81"/>
                    <a:pt x="10" y="81"/>
                    <a:pt x="10" y="81"/>
                  </a:cubicBezTo>
                  <a:cubicBezTo>
                    <a:pt x="34" y="89"/>
                    <a:pt x="34" y="89"/>
                    <a:pt x="34" y="89"/>
                  </a:cubicBezTo>
                  <a:cubicBezTo>
                    <a:pt x="110" y="3"/>
                    <a:pt x="110" y="3"/>
                    <a:pt x="110" y="3"/>
                  </a:cubicBezTo>
                  <a:cubicBezTo>
                    <a:pt x="110" y="3"/>
                    <a:pt x="105" y="0"/>
                    <a:pt x="85"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64" name="组合 63"/>
          <p:cNvGrpSpPr/>
          <p:nvPr/>
        </p:nvGrpSpPr>
        <p:grpSpPr>
          <a:xfrm>
            <a:off x="6432631" y="4500366"/>
            <a:ext cx="1000124" cy="628650"/>
            <a:chOff x="8491538" y="3690938"/>
            <a:chExt cx="1000124" cy="628650"/>
          </a:xfrm>
          <a:solidFill>
            <a:schemeClr val="bg1"/>
          </a:solidFill>
        </p:grpSpPr>
        <p:sp>
          <p:nvSpPr>
            <p:cNvPr id="65" name="Freeform 57"/>
            <p:cNvSpPr>
              <a:spLocks noEditPoints="1"/>
            </p:cNvSpPr>
            <p:nvPr/>
          </p:nvSpPr>
          <p:spPr bwMode="auto">
            <a:xfrm>
              <a:off x="8491538" y="3925888"/>
              <a:ext cx="395287" cy="393700"/>
            </a:xfrm>
            <a:custGeom>
              <a:avLst/>
              <a:gdLst>
                <a:gd name="T0" fmla="*/ 32 w 64"/>
                <a:gd name="T1" fmla="*/ 0 h 64"/>
                <a:gd name="T2" fmla="*/ 0 w 64"/>
                <a:gd name="T3" fmla="*/ 32 h 64"/>
                <a:gd name="T4" fmla="*/ 33 w 64"/>
                <a:gd name="T5" fmla="*/ 64 h 64"/>
                <a:gd name="T6" fmla="*/ 64 w 64"/>
                <a:gd name="T7" fmla="*/ 32 h 64"/>
                <a:gd name="T8" fmla="*/ 32 w 64"/>
                <a:gd name="T9" fmla="*/ 0 h 64"/>
                <a:gd name="T10" fmla="*/ 33 w 64"/>
                <a:gd name="T11" fmla="*/ 56 h 64"/>
                <a:gd name="T12" fmla="*/ 9 w 64"/>
                <a:gd name="T13" fmla="*/ 32 h 64"/>
                <a:gd name="T14" fmla="*/ 32 w 64"/>
                <a:gd name="T15" fmla="*/ 9 h 64"/>
                <a:gd name="T16" fmla="*/ 56 w 64"/>
                <a:gd name="T17" fmla="*/ 33 h 64"/>
                <a:gd name="T18" fmla="*/ 33 w 64"/>
                <a:gd name="T19" fmla="*/ 56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0"/>
                  </a:moveTo>
                  <a:cubicBezTo>
                    <a:pt x="14" y="0"/>
                    <a:pt x="0" y="15"/>
                    <a:pt x="0" y="32"/>
                  </a:cubicBezTo>
                  <a:cubicBezTo>
                    <a:pt x="1" y="50"/>
                    <a:pt x="15" y="64"/>
                    <a:pt x="33" y="64"/>
                  </a:cubicBezTo>
                  <a:cubicBezTo>
                    <a:pt x="50" y="64"/>
                    <a:pt x="64" y="50"/>
                    <a:pt x="64" y="32"/>
                  </a:cubicBezTo>
                  <a:cubicBezTo>
                    <a:pt x="64" y="14"/>
                    <a:pt x="50" y="0"/>
                    <a:pt x="32" y="0"/>
                  </a:cubicBezTo>
                  <a:close/>
                  <a:moveTo>
                    <a:pt x="33" y="56"/>
                  </a:moveTo>
                  <a:cubicBezTo>
                    <a:pt x="20" y="56"/>
                    <a:pt x="9" y="45"/>
                    <a:pt x="9" y="32"/>
                  </a:cubicBezTo>
                  <a:cubicBezTo>
                    <a:pt x="8" y="19"/>
                    <a:pt x="19" y="9"/>
                    <a:pt x="32" y="9"/>
                  </a:cubicBezTo>
                  <a:cubicBezTo>
                    <a:pt x="45" y="9"/>
                    <a:pt x="56" y="20"/>
                    <a:pt x="56" y="33"/>
                  </a:cubicBezTo>
                  <a:cubicBezTo>
                    <a:pt x="56" y="45"/>
                    <a:pt x="46" y="56"/>
                    <a:pt x="33" y="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 name="Freeform 58"/>
            <p:cNvSpPr>
              <a:spLocks noEditPoints="1"/>
            </p:cNvSpPr>
            <p:nvPr/>
          </p:nvSpPr>
          <p:spPr bwMode="auto">
            <a:xfrm>
              <a:off x="9096375" y="3919538"/>
              <a:ext cx="395287" cy="400050"/>
            </a:xfrm>
            <a:custGeom>
              <a:avLst/>
              <a:gdLst>
                <a:gd name="T0" fmla="*/ 32 w 64"/>
                <a:gd name="T1" fmla="*/ 0 h 65"/>
                <a:gd name="T2" fmla="*/ 0 w 64"/>
                <a:gd name="T3" fmla="*/ 33 h 65"/>
                <a:gd name="T4" fmla="*/ 32 w 64"/>
                <a:gd name="T5" fmla="*/ 64 h 65"/>
                <a:gd name="T6" fmla="*/ 64 w 64"/>
                <a:gd name="T7" fmla="*/ 32 h 65"/>
                <a:gd name="T8" fmla="*/ 32 w 64"/>
                <a:gd name="T9" fmla="*/ 0 h 65"/>
                <a:gd name="T10" fmla="*/ 32 w 64"/>
                <a:gd name="T11" fmla="*/ 56 h 65"/>
                <a:gd name="T12" fmla="*/ 8 w 64"/>
                <a:gd name="T13" fmla="*/ 32 h 65"/>
                <a:gd name="T14" fmla="*/ 32 w 64"/>
                <a:gd name="T15" fmla="*/ 9 h 65"/>
                <a:gd name="T16" fmla="*/ 55 w 64"/>
                <a:gd name="T17" fmla="*/ 33 h 65"/>
                <a:gd name="T18" fmla="*/ 32 w 64"/>
                <a:gd name="T19" fmla="*/ 56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5">
                  <a:moveTo>
                    <a:pt x="32" y="0"/>
                  </a:moveTo>
                  <a:cubicBezTo>
                    <a:pt x="14" y="1"/>
                    <a:pt x="0" y="15"/>
                    <a:pt x="0" y="33"/>
                  </a:cubicBezTo>
                  <a:cubicBezTo>
                    <a:pt x="0" y="50"/>
                    <a:pt x="14" y="65"/>
                    <a:pt x="32" y="64"/>
                  </a:cubicBezTo>
                  <a:cubicBezTo>
                    <a:pt x="50" y="64"/>
                    <a:pt x="64" y="50"/>
                    <a:pt x="64" y="32"/>
                  </a:cubicBezTo>
                  <a:cubicBezTo>
                    <a:pt x="64" y="15"/>
                    <a:pt x="49" y="0"/>
                    <a:pt x="32" y="0"/>
                  </a:cubicBezTo>
                  <a:close/>
                  <a:moveTo>
                    <a:pt x="32" y="56"/>
                  </a:moveTo>
                  <a:cubicBezTo>
                    <a:pt x="19" y="56"/>
                    <a:pt x="8" y="46"/>
                    <a:pt x="8" y="32"/>
                  </a:cubicBezTo>
                  <a:cubicBezTo>
                    <a:pt x="8" y="19"/>
                    <a:pt x="19" y="9"/>
                    <a:pt x="32" y="9"/>
                  </a:cubicBezTo>
                  <a:cubicBezTo>
                    <a:pt x="44" y="10"/>
                    <a:pt x="55" y="20"/>
                    <a:pt x="55" y="33"/>
                  </a:cubicBezTo>
                  <a:cubicBezTo>
                    <a:pt x="56" y="46"/>
                    <a:pt x="45" y="56"/>
                    <a:pt x="32" y="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 name="Freeform 59"/>
            <p:cNvSpPr>
              <a:spLocks/>
            </p:cNvSpPr>
            <p:nvPr/>
          </p:nvSpPr>
          <p:spPr bwMode="auto">
            <a:xfrm>
              <a:off x="9059863" y="3716338"/>
              <a:ext cx="239712" cy="393700"/>
            </a:xfrm>
            <a:custGeom>
              <a:avLst/>
              <a:gdLst>
                <a:gd name="T0" fmla="*/ 151 w 151"/>
                <a:gd name="T1" fmla="*/ 244 h 248"/>
                <a:gd name="T2" fmla="*/ 62 w 151"/>
                <a:gd name="T3" fmla="*/ 0 h 248"/>
                <a:gd name="T4" fmla="*/ 3 w 151"/>
                <a:gd name="T5" fmla="*/ 0 h 248"/>
                <a:gd name="T6" fmla="*/ 0 w 151"/>
                <a:gd name="T7" fmla="*/ 15 h 248"/>
                <a:gd name="T8" fmla="*/ 46 w 151"/>
                <a:gd name="T9" fmla="*/ 19 h 248"/>
                <a:gd name="T10" fmla="*/ 140 w 151"/>
                <a:gd name="T11" fmla="*/ 248 h 248"/>
                <a:gd name="T12" fmla="*/ 151 w 151"/>
                <a:gd name="T13" fmla="*/ 244 h 248"/>
              </a:gdLst>
              <a:ahLst/>
              <a:cxnLst>
                <a:cxn ang="0">
                  <a:pos x="T0" y="T1"/>
                </a:cxn>
                <a:cxn ang="0">
                  <a:pos x="T2" y="T3"/>
                </a:cxn>
                <a:cxn ang="0">
                  <a:pos x="T4" y="T5"/>
                </a:cxn>
                <a:cxn ang="0">
                  <a:pos x="T6" y="T7"/>
                </a:cxn>
                <a:cxn ang="0">
                  <a:pos x="T8" y="T9"/>
                </a:cxn>
                <a:cxn ang="0">
                  <a:pos x="T10" y="T11"/>
                </a:cxn>
                <a:cxn ang="0">
                  <a:pos x="T12" y="T13"/>
                </a:cxn>
              </a:cxnLst>
              <a:rect l="0" t="0" r="r" b="b"/>
              <a:pathLst>
                <a:path w="151" h="248">
                  <a:moveTo>
                    <a:pt x="151" y="244"/>
                  </a:moveTo>
                  <a:lnTo>
                    <a:pt x="62" y="0"/>
                  </a:lnTo>
                  <a:lnTo>
                    <a:pt x="3" y="0"/>
                  </a:lnTo>
                  <a:lnTo>
                    <a:pt x="0" y="15"/>
                  </a:lnTo>
                  <a:lnTo>
                    <a:pt x="46" y="19"/>
                  </a:lnTo>
                  <a:lnTo>
                    <a:pt x="140" y="248"/>
                  </a:lnTo>
                  <a:lnTo>
                    <a:pt x="151" y="2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 name="Freeform 60"/>
            <p:cNvSpPr>
              <a:spLocks noEditPoints="1"/>
            </p:cNvSpPr>
            <p:nvPr/>
          </p:nvSpPr>
          <p:spPr bwMode="auto">
            <a:xfrm>
              <a:off x="8682038" y="3740151"/>
              <a:ext cx="512762" cy="461963"/>
            </a:xfrm>
            <a:custGeom>
              <a:avLst/>
              <a:gdLst>
                <a:gd name="T0" fmla="*/ 81 w 83"/>
                <a:gd name="T1" fmla="*/ 15 h 75"/>
                <a:gd name="T2" fmla="*/ 27 w 83"/>
                <a:gd name="T3" fmla="*/ 15 h 75"/>
                <a:gd name="T4" fmla="*/ 21 w 83"/>
                <a:gd name="T5" fmla="*/ 0 h 75"/>
                <a:gd name="T6" fmla="*/ 18 w 83"/>
                <a:gd name="T7" fmla="*/ 5 h 75"/>
                <a:gd name="T8" fmla="*/ 23 w 83"/>
                <a:gd name="T9" fmla="*/ 17 h 75"/>
                <a:gd name="T10" fmla="*/ 0 w 83"/>
                <a:gd name="T11" fmla="*/ 58 h 75"/>
                <a:gd name="T12" fmla="*/ 3 w 83"/>
                <a:gd name="T13" fmla="*/ 62 h 75"/>
                <a:gd name="T14" fmla="*/ 4 w 83"/>
                <a:gd name="T15" fmla="*/ 60 h 75"/>
                <a:gd name="T16" fmla="*/ 5 w 83"/>
                <a:gd name="T17" fmla="*/ 64 h 75"/>
                <a:gd name="T18" fmla="*/ 45 w 83"/>
                <a:gd name="T19" fmla="*/ 69 h 75"/>
                <a:gd name="T20" fmla="*/ 59 w 83"/>
                <a:gd name="T21" fmla="*/ 68 h 75"/>
                <a:gd name="T22" fmla="*/ 57 w 83"/>
                <a:gd name="T23" fmla="*/ 57 h 75"/>
                <a:gd name="T24" fmla="*/ 77 w 83"/>
                <a:gd name="T25" fmla="*/ 27 h 75"/>
                <a:gd name="T26" fmla="*/ 83 w 83"/>
                <a:gd name="T27" fmla="*/ 20 h 75"/>
                <a:gd name="T28" fmla="*/ 81 w 83"/>
                <a:gd name="T29" fmla="*/ 15 h 75"/>
                <a:gd name="T30" fmla="*/ 5 w 83"/>
                <a:gd name="T31" fmla="*/ 59 h 75"/>
                <a:gd name="T32" fmla="*/ 27 w 83"/>
                <a:gd name="T33" fmla="*/ 21 h 75"/>
                <a:gd name="T34" fmla="*/ 44 w 83"/>
                <a:gd name="T35" fmla="*/ 57 h 75"/>
                <a:gd name="T36" fmla="*/ 5 w 83"/>
                <a:gd name="T37" fmla="*/ 59 h 75"/>
                <a:gd name="T38" fmla="*/ 53 w 83"/>
                <a:gd name="T39" fmla="*/ 55 h 75"/>
                <a:gd name="T40" fmla="*/ 50 w 83"/>
                <a:gd name="T41" fmla="*/ 55 h 75"/>
                <a:gd name="T42" fmla="*/ 31 w 83"/>
                <a:gd name="T43" fmla="*/ 20 h 75"/>
                <a:gd name="T44" fmla="*/ 75 w 83"/>
                <a:gd name="T45" fmla="*/ 20 h 75"/>
                <a:gd name="T46" fmla="*/ 53 w 83"/>
                <a:gd name="T47" fmla="*/ 5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3" h="75">
                  <a:moveTo>
                    <a:pt x="81" y="15"/>
                  </a:moveTo>
                  <a:cubicBezTo>
                    <a:pt x="27" y="15"/>
                    <a:pt x="27" y="15"/>
                    <a:pt x="27" y="15"/>
                  </a:cubicBezTo>
                  <a:cubicBezTo>
                    <a:pt x="21" y="0"/>
                    <a:pt x="21" y="0"/>
                    <a:pt x="21" y="0"/>
                  </a:cubicBezTo>
                  <a:cubicBezTo>
                    <a:pt x="18" y="5"/>
                    <a:pt x="18" y="5"/>
                    <a:pt x="18" y="5"/>
                  </a:cubicBezTo>
                  <a:cubicBezTo>
                    <a:pt x="23" y="17"/>
                    <a:pt x="23" y="17"/>
                    <a:pt x="23" y="17"/>
                  </a:cubicBezTo>
                  <a:cubicBezTo>
                    <a:pt x="0" y="58"/>
                    <a:pt x="0" y="58"/>
                    <a:pt x="0" y="58"/>
                  </a:cubicBezTo>
                  <a:cubicBezTo>
                    <a:pt x="3" y="62"/>
                    <a:pt x="3" y="62"/>
                    <a:pt x="3" y="62"/>
                  </a:cubicBezTo>
                  <a:cubicBezTo>
                    <a:pt x="4" y="60"/>
                    <a:pt x="4" y="60"/>
                    <a:pt x="4" y="60"/>
                  </a:cubicBezTo>
                  <a:cubicBezTo>
                    <a:pt x="5" y="64"/>
                    <a:pt x="5" y="64"/>
                    <a:pt x="5" y="64"/>
                  </a:cubicBezTo>
                  <a:cubicBezTo>
                    <a:pt x="45" y="69"/>
                    <a:pt x="45" y="69"/>
                    <a:pt x="45" y="69"/>
                  </a:cubicBezTo>
                  <a:cubicBezTo>
                    <a:pt x="45" y="69"/>
                    <a:pt x="56" y="75"/>
                    <a:pt x="59" y="68"/>
                  </a:cubicBezTo>
                  <a:cubicBezTo>
                    <a:pt x="63" y="60"/>
                    <a:pt x="57" y="57"/>
                    <a:pt x="57" y="57"/>
                  </a:cubicBezTo>
                  <a:cubicBezTo>
                    <a:pt x="57" y="57"/>
                    <a:pt x="74" y="31"/>
                    <a:pt x="77" y="27"/>
                  </a:cubicBezTo>
                  <a:cubicBezTo>
                    <a:pt x="80" y="22"/>
                    <a:pt x="83" y="20"/>
                    <a:pt x="83" y="20"/>
                  </a:cubicBezTo>
                  <a:lnTo>
                    <a:pt x="81" y="15"/>
                  </a:lnTo>
                  <a:close/>
                  <a:moveTo>
                    <a:pt x="5" y="59"/>
                  </a:moveTo>
                  <a:cubicBezTo>
                    <a:pt x="27" y="21"/>
                    <a:pt x="27" y="21"/>
                    <a:pt x="27" y="21"/>
                  </a:cubicBezTo>
                  <a:cubicBezTo>
                    <a:pt x="32" y="28"/>
                    <a:pt x="44" y="57"/>
                    <a:pt x="44" y="57"/>
                  </a:cubicBezTo>
                  <a:lnTo>
                    <a:pt x="5" y="59"/>
                  </a:lnTo>
                  <a:close/>
                  <a:moveTo>
                    <a:pt x="53" y="55"/>
                  </a:moveTo>
                  <a:cubicBezTo>
                    <a:pt x="50" y="55"/>
                    <a:pt x="50" y="55"/>
                    <a:pt x="50" y="55"/>
                  </a:cubicBezTo>
                  <a:cubicBezTo>
                    <a:pt x="31" y="20"/>
                    <a:pt x="31" y="20"/>
                    <a:pt x="31" y="20"/>
                  </a:cubicBezTo>
                  <a:cubicBezTo>
                    <a:pt x="75" y="20"/>
                    <a:pt x="75" y="20"/>
                    <a:pt x="75" y="20"/>
                  </a:cubicBezTo>
                  <a:lnTo>
                    <a:pt x="53" y="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 name="Freeform 61"/>
            <p:cNvSpPr>
              <a:spLocks/>
            </p:cNvSpPr>
            <p:nvPr/>
          </p:nvSpPr>
          <p:spPr bwMode="auto">
            <a:xfrm>
              <a:off x="8726488" y="3690938"/>
              <a:ext cx="209550" cy="111125"/>
            </a:xfrm>
            <a:custGeom>
              <a:avLst/>
              <a:gdLst>
                <a:gd name="T0" fmla="*/ 34 w 34"/>
                <a:gd name="T1" fmla="*/ 9 h 18"/>
                <a:gd name="T2" fmla="*/ 24 w 34"/>
                <a:gd name="T3" fmla="*/ 4 h 18"/>
                <a:gd name="T4" fmla="*/ 3 w 34"/>
                <a:gd name="T5" fmla="*/ 3 h 18"/>
                <a:gd name="T6" fmla="*/ 7 w 34"/>
                <a:gd name="T7" fmla="*/ 15 h 18"/>
                <a:gd name="T8" fmla="*/ 19 w 34"/>
                <a:gd name="T9" fmla="*/ 11 h 18"/>
                <a:gd name="T10" fmla="*/ 34 w 34"/>
                <a:gd name="T11" fmla="*/ 9 h 18"/>
              </a:gdLst>
              <a:ahLst/>
              <a:cxnLst>
                <a:cxn ang="0">
                  <a:pos x="T0" y="T1"/>
                </a:cxn>
                <a:cxn ang="0">
                  <a:pos x="T2" y="T3"/>
                </a:cxn>
                <a:cxn ang="0">
                  <a:pos x="T4" y="T5"/>
                </a:cxn>
                <a:cxn ang="0">
                  <a:pos x="T6" y="T7"/>
                </a:cxn>
                <a:cxn ang="0">
                  <a:pos x="T8" y="T9"/>
                </a:cxn>
                <a:cxn ang="0">
                  <a:pos x="T10" y="T11"/>
                </a:cxn>
              </a:cxnLst>
              <a:rect l="0" t="0" r="r" b="b"/>
              <a:pathLst>
                <a:path w="34" h="18">
                  <a:moveTo>
                    <a:pt x="34" y="9"/>
                  </a:moveTo>
                  <a:cubicBezTo>
                    <a:pt x="34" y="9"/>
                    <a:pt x="33" y="5"/>
                    <a:pt x="24" y="4"/>
                  </a:cubicBezTo>
                  <a:cubicBezTo>
                    <a:pt x="15" y="3"/>
                    <a:pt x="5" y="0"/>
                    <a:pt x="3" y="3"/>
                  </a:cubicBezTo>
                  <a:cubicBezTo>
                    <a:pt x="0" y="6"/>
                    <a:pt x="4" y="13"/>
                    <a:pt x="7" y="15"/>
                  </a:cubicBezTo>
                  <a:cubicBezTo>
                    <a:pt x="10" y="18"/>
                    <a:pt x="16" y="11"/>
                    <a:pt x="19" y="11"/>
                  </a:cubicBezTo>
                  <a:cubicBezTo>
                    <a:pt x="22" y="11"/>
                    <a:pt x="32" y="12"/>
                    <a:pt x="3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 name="Freeform 62"/>
            <p:cNvSpPr>
              <a:spLocks/>
            </p:cNvSpPr>
            <p:nvPr/>
          </p:nvSpPr>
          <p:spPr bwMode="auto">
            <a:xfrm>
              <a:off x="8645525" y="4079876"/>
              <a:ext cx="85725" cy="85725"/>
            </a:xfrm>
            <a:custGeom>
              <a:avLst/>
              <a:gdLst>
                <a:gd name="T0" fmla="*/ 14 w 14"/>
                <a:gd name="T1" fmla="*/ 7 h 14"/>
                <a:gd name="T2" fmla="*/ 7 w 14"/>
                <a:gd name="T3" fmla="*/ 14 h 14"/>
                <a:gd name="T4" fmla="*/ 0 w 14"/>
                <a:gd name="T5" fmla="*/ 7 h 14"/>
                <a:gd name="T6" fmla="*/ 7 w 14"/>
                <a:gd name="T7" fmla="*/ 0 h 14"/>
                <a:gd name="T8" fmla="*/ 14 w 14"/>
                <a:gd name="T9" fmla="*/ 7 h 14"/>
              </a:gdLst>
              <a:ahLst/>
              <a:cxnLst>
                <a:cxn ang="0">
                  <a:pos x="T0" y="T1"/>
                </a:cxn>
                <a:cxn ang="0">
                  <a:pos x="T2" y="T3"/>
                </a:cxn>
                <a:cxn ang="0">
                  <a:pos x="T4" y="T5"/>
                </a:cxn>
                <a:cxn ang="0">
                  <a:pos x="T6" y="T7"/>
                </a:cxn>
                <a:cxn ang="0">
                  <a:pos x="T8" y="T9"/>
                </a:cxn>
              </a:cxnLst>
              <a:rect l="0" t="0" r="r" b="b"/>
              <a:pathLst>
                <a:path w="14" h="14">
                  <a:moveTo>
                    <a:pt x="14" y="7"/>
                  </a:moveTo>
                  <a:cubicBezTo>
                    <a:pt x="14" y="11"/>
                    <a:pt x="11" y="14"/>
                    <a:pt x="7" y="14"/>
                  </a:cubicBezTo>
                  <a:cubicBezTo>
                    <a:pt x="3" y="14"/>
                    <a:pt x="0" y="11"/>
                    <a:pt x="0" y="7"/>
                  </a:cubicBezTo>
                  <a:cubicBezTo>
                    <a:pt x="0" y="4"/>
                    <a:pt x="3" y="0"/>
                    <a:pt x="7" y="0"/>
                  </a:cubicBezTo>
                  <a:cubicBezTo>
                    <a:pt x="11" y="0"/>
                    <a:pt x="14" y="3"/>
                    <a:pt x="1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 name="Freeform 63"/>
            <p:cNvSpPr>
              <a:spLocks/>
            </p:cNvSpPr>
            <p:nvPr/>
          </p:nvSpPr>
          <p:spPr bwMode="auto">
            <a:xfrm>
              <a:off x="9250363" y="4079876"/>
              <a:ext cx="87312" cy="85725"/>
            </a:xfrm>
            <a:custGeom>
              <a:avLst/>
              <a:gdLst>
                <a:gd name="T0" fmla="*/ 14 w 14"/>
                <a:gd name="T1" fmla="*/ 7 h 14"/>
                <a:gd name="T2" fmla="*/ 7 w 14"/>
                <a:gd name="T3" fmla="*/ 14 h 14"/>
                <a:gd name="T4" fmla="*/ 1 w 14"/>
                <a:gd name="T5" fmla="*/ 7 h 14"/>
                <a:gd name="T6" fmla="*/ 7 w 14"/>
                <a:gd name="T7" fmla="*/ 1 h 14"/>
                <a:gd name="T8" fmla="*/ 14 w 14"/>
                <a:gd name="T9" fmla="*/ 7 h 14"/>
              </a:gdLst>
              <a:ahLst/>
              <a:cxnLst>
                <a:cxn ang="0">
                  <a:pos x="T0" y="T1"/>
                </a:cxn>
                <a:cxn ang="0">
                  <a:pos x="T2" y="T3"/>
                </a:cxn>
                <a:cxn ang="0">
                  <a:pos x="T4" y="T5"/>
                </a:cxn>
                <a:cxn ang="0">
                  <a:pos x="T6" y="T7"/>
                </a:cxn>
                <a:cxn ang="0">
                  <a:pos x="T8" y="T9"/>
                </a:cxn>
              </a:cxnLst>
              <a:rect l="0" t="0" r="r" b="b"/>
              <a:pathLst>
                <a:path w="14" h="14">
                  <a:moveTo>
                    <a:pt x="14" y="7"/>
                  </a:moveTo>
                  <a:cubicBezTo>
                    <a:pt x="14" y="11"/>
                    <a:pt x="11" y="14"/>
                    <a:pt x="7" y="14"/>
                  </a:cubicBezTo>
                  <a:cubicBezTo>
                    <a:pt x="3" y="14"/>
                    <a:pt x="1" y="11"/>
                    <a:pt x="1" y="7"/>
                  </a:cubicBezTo>
                  <a:cubicBezTo>
                    <a:pt x="0" y="3"/>
                    <a:pt x="3" y="1"/>
                    <a:pt x="7" y="1"/>
                  </a:cubicBezTo>
                  <a:cubicBezTo>
                    <a:pt x="11" y="0"/>
                    <a:pt x="13" y="3"/>
                    <a:pt x="1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 name="Freeform 64"/>
            <p:cNvSpPr>
              <a:spLocks/>
            </p:cNvSpPr>
            <p:nvPr/>
          </p:nvSpPr>
          <p:spPr bwMode="auto">
            <a:xfrm>
              <a:off x="8786813" y="3765551"/>
              <a:ext cx="44450" cy="30163"/>
            </a:xfrm>
            <a:custGeom>
              <a:avLst/>
              <a:gdLst>
                <a:gd name="T0" fmla="*/ 6 w 7"/>
                <a:gd name="T1" fmla="*/ 0 h 5"/>
                <a:gd name="T2" fmla="*/ 1 w 7"/>
                <a:gd name="T3" fmla="*/ 3 h 5"/>
                <a:gd name="T4" fmla="*/ 1 w 7"/>
                <a:gd name="T5" fmla="*/ 5 h 5"/>
                <a:gd name="T6" fmla="*/ 7 w 7"/>
                <a:gd name="T7" fmla="*/ 2 h 5"/>
                <a:gd name="T8" fmla="*/ 6 w 7"/>
                <a:gd name="T9" fmla="*/ 0 h 5"/>
              </a:gdLst>
              <a:ahLst/>
              <a:cxnLst>
                <a:cxn ang="0">
                  <a:pos x="T0" y="T1"/>
                </a:cxn>
                <a:cxn ang="0">
                  <a:pos x="T2" y="T3"/>
                </a:cxn>
                <a:cxn ang="0">
                  <a:pos x="T4" y="T5"/>
                </a:cxn>
                <a:cxn ang="0">
                  <a:pos x="T6" y="T7"/>
                </a:cxn>
                <a:cxn ang="0">
                  <a:pos x="T8" y="T9"/>
                </a:cxn>
              </a:cxnLst>
              <a:rect l="0" t="0" r="r" b="b"/>
              <a:pathLst>
                <a:path w="7" h="5">
                  <a:moveTo>
                    <a:pt x="6" y="0"/>
                  </a:moveTo>
                  <a:cubicBezTo>
                    <a:pt x="6" y="0"/>
                    <a:pt x="2" y="3"/>
                    <a:pt x="1" y="3"/>
                  </a:cubicBezTo>
                  <a:cubicBezTo>
                    <a:pt x="0" y="4"/>
                    <a:pt x="1" y="5"/>
                    <a:pt x="1" y="5"/>
                  </a:cubicBezTo>
                  <a:cubicBezTo>
                    <a:pt x="7" y="2"/>
                    <a:pt x="7" y="2"/>
                    <a:pt x="7" y="2"/>
                  </a:cubicBezTo>
                  <a:lnTo>
                    <a:pt x="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 name="Freeform 65"/>
            <p:cNvSpPr>
              <a:spLocks/>
            </p:cNvSpPr>
            <p:nvPr/>
          </p:nvSpPr>
          <p:spPr bwMode="auto">
            <a:xfrm>
              <a:off x="9053513" y="3697288"/>
              <a:ext cx="73025" cy="61913"/>
            </a:xfrm>
            <a:custGeom>
              <a:avLst/>
              <a:gdLst>
                <a:gd name="T0" fmla="*/ 46 w 46"/>
                <a:gd name="T1" fmla="*/ 39 h 39"/>
                <a:gd name="T2" fmla="*/ 46 w 46"/>
                <a:gd name="T3" fmla="*/ 0 h 39"/>
                <a:gd name="T4" fmla="*/ 0 w 46"/>
                <a:gd name="T5" fmla="*/ 8 h 39"/>
                <a:gd name="T6" fmla="*/ 0 w 46"/>
                <a:gd name="T7" fmla="*/ 35 h 39"/>
                <a:gd name="T8" fmla="*/ 46 w 46"/>
                <a:gd name="T9" fmla="*/ 39 h 39"/>
              </a:gdLst>
              <a:ahLst/>
              <a:cxnLst>
                <a:cxn ang="0">
                  <a:pos x="T0" y="T1"/>
                </a:cxn>
                <a:cxn ang="0">
                  <a:pos x="T2" y="T3"/>
                </a:cxn>
                <a:cxn ang="0">
                  <a:pos x="T4" y="T5"/>
                </a:cxn>
                <a:cxn ang="0">
                  <a:pos x="T6" y="T7"/>
                </a:cxn>
                <a:cxn ang="0">
                  <a:pos x="T8" y="T9"/>
                </a:cxn>
              </a:cxnLst>
              <a:rect l="0" t="0" r="r" b="b"/>
              <a:pathLst>
                <a:path w="46" h="39">
                  <a:moveTo>
                    <a:pt x="46" y="39"/>
                  </a:moveTo>
                  <a:lnTo>
                    <a:pt x="46" y="0"/>
                  </a:lnTo>
                  <a:lnTo>
                    <a:pt x="0" y="8"/>
                  </a:lnTo>
                  <a:lnTo>
                    <a:pt x="0" y="35"/>
                  </a:lnTo>
                  <a:lnTo>
                    <a:pt x="46"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76" name="组合 75"/>
          <p:cNvGrpSpPr/>
          <p:nvPr/>
        </p:nvGrpSpPr>
        <p:grpSpPr>
          <a:xfrm>
            <a:off x="9505157" y="4328206"/>
            <a:ext cx="604837" cy="904876"/>
            <a:chOff x="10158413" y="3421063"/>
            <a:chExt cx="604837" cy="904876"/>
          </a:xfrm>
          <a:solidFill>
            <a:schemeClr val="bg1"/>
          </a:solidFill>
        </p:grpSpPr>
        <p:sp>
          <p:nvSpPr>
            <p:cNvPr id="77" name="Freeform 5"/>
            <p:cNvSpPr>
              <a:spLocks noEditPoints="1"/>
            </p:cNvSpPr>
            <p:nvPr/>
          </p:nvSpPr>
          <p:spPr bwMode="auto">
            <a:xfrm>
              <a:off x="10158413" y="3981451"/>
              <a:ext cx="604837" cy="301625"/>
            </a:xfrm>
            <a:custGeom>
              <a:avLst/>
              <a:gdLst>
                <a:gd name="T0" fmla="*/ 0 w 98"/>
                <a:gd name="T1" fmla="*/ 0 h 49"/>
                <a:gd name="T2" fmla="*/ 49 w 98"/>
                <a:gd name="T3" fmla="*/ 49 h 49"/>
                <a:gd name="T4" fmla="*/ 98 w 98"/>
                <a:gd name="T5" fmla="*/ 0 h 49"/>
                <a:gd name="T6" fmla="*/ 0 w 98"/>
                <a:gd name="T7" fmla="*/ 0 h 49"/>
                <a:gd name="T8" fmla="*/ 21 w 98"/>
                <a:gd name="T9" fmla="*/ 18 h 49"/>
                <a:gd name="T10" fmla="*/ 16 w 98"/>
                <a:gd name="T11" fmla="*/ 14 h 49"/>
                <a:gd name="T12" fmla="*/ 21 w 98"/>
                <a:gd name="T13" fmla="*/ 9 h 49"/>
                <a:gd name="T14" fmla="*/ 26 w 98"/>
                <a:gd name="T15" fmla="*/ 14 h 49"/>
                <a:gd name="T16" fmla="*/ 21 w 98"/>
                <a:gd name="T17" fmla="*/ 18 h 49"/>
                <a:gd name="T18" fmla="*/ 40 w 98"/>
                <a:gd name="T19" fmla="*/ 18 h 49"/>
                <a:gd name="T20" fmla="*/ 35 w 98"/>
                <a:gd name="T21" fmla="*/ 14 h 49"/>
                <a:gd name="T22" fmla="*/ 40 w 98"/>
                <a:gd name="T23" fmla="*/ 9 h 49"/>
                <a:gd name="T24" fmla="*/ 45 w 98"/>
                <a:gd name="T25" fmla="*/ 14 h 49"/>
                <a:gd name="T26" fmla="*/ 40 w 98"/>
                <a:gd name="T27" fmla="*/ 18 h 49"/>
                <a:gd name="T28" fmla="*/ 59 w 98"/>
                <a:gd name="T29" fmla="*/ 18 h 49"/>
                <a:gd name="T30" fmla="*/ 54 w 98"/>
                <a:gd name="T31" fmla="*/ 14 h 49"/>
                <a:gd name="T32" fmla="*/ 59 w 98"/>
                <a:gd name="T33" fmla="*/ 9 h 49"/>
                <a:gd name="T34" fmla="*/ 64 w 98"/>
                <a:gd name="T35" fmla="*/ 14 h 49"/>
                <a:gd name="T36" fmla="*/ 59 w 98"/>
                <a:gd name="T37" fmla="*/ 18 h 49"/>
                <a:gd name="T38" fmla="*/ 78 w 98"/>
                <a:gd name="T39" fmla="*/ 18 h 49"/>
                <a:gd name="T40" fmla="*/ 73 w 98"/>
                <a:gd name="T41" fmla="*/ 14 h 49"/>
                <a:gd name="T42" fmla="*/ 78 w 98"/>
                <a:gd name="T43" fmla="*/ 9 h 49"/>
                <a:gd name="T44" fmla="*/ 83 w 98"/>
                <a:gd name="T45" fmla="*/ 14 h 49"/>
                <a:gd name="T46" fmla="*/ 78 w 98"/>
                <a:gd name="T47" fmla="*/ 18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8" h="49">
                  <a:moveTo>
                    <a:pt x="0" y="0"/>
                  </a:moveTo>
                  <a:cubicBezTo>
                    <a:pt x="0" y="27"/>
                    <a:pt x="22" y="49"/>
                    <a:pt x="49" y="49"/>
                  </a:cubicBezTo>
                  <a:cubicBezTo>
                    <a:pt x="76" y="49"/>
                    <a:pt x="98" y="27"/>
                    <a:pt x="98" y="0"/>
                  </a:cubicBezTo>
                  <a:lnTo>
                    <a:pt x="0" y="0"/>
                  </a:lnTo>
                  <a:close/>
                  <a:moveTo>
                    <a:pt x="21" y="18"/>
                  </a:moveTo>
                  <a:cubicBezTo>
                    <a:pt x="18" y="18"/>
                    <a:pt x="16" y="16"/>
                    <a:pt x="16" y="14"/>
                  </a:cubicBezTo>
                  <a:cubicBezTo>
                    <a:pt x="16" y="11"/>
                    <a:pt x="18" y="9"/>
                    <a:pt x="21" y="9"/>
                  </a:cubicBezTo>
                  <a:cubicBezTo>
                    <a:pt x="23" y="9"/>
                    <a:pt x="26" y="11"/>
                    <a:pt x="26" y="14"/>
                  </a:cubicBezTo>
                  <a:cubicBezTo>
                    <a:pt x="26" y="16"/>
                    <a:pt x="23" y="18"/>
                    <a:pt x="21" y="18"/>
                  </a:cubicBezTo>
                  <a:close/>
                  <a:moveTo>
                    <a:pt x="40" y="18"/>
                  </a:moveTo>
                  <a:cubicBezTo>
                    <a:pt x="37" y="18"/>
                    <a:pt x="35" y="16"/>
                    <a:pt x="35" y="14"/>
                  </a:cubicBezTo>
                  <a:cubicBezTo>
                    <a:pt x="35" y="11"/>
                    <a:pt x="37" y="9"/>
                    <a:pt x="40" y="9"/>
                  </a:cubicBezTo>
                  <a:cubicBezTo>
                    <a:pt x="42" y="9"/>
                    <a:pt x="45" y="11"/>
                    <a:pt x="45" y="14"/>
                  </a:cubicBezTo>
                  <a:cubicBezTo>
                    <a:pt x="45" y="16"/>
                    <a:pt x="42" y="18"/>
                    <a:pt x="40" y="18"/>
                  </a:cubicBezTo>
                  <a:close/>
                  <a:moveTo>
                    <a:pt x="59" y="18"/>
                  </a:moveTo>
                  <a:cubicBezTo>
                    <a:pt x="56" y="18"/>
                    <a:pt x="54" y="16"/>
                    <a:pt x="54" y="14"/>
                  </a:cubicBezTo>
                  <a:cubicBezTo>
                    <a:pt x="54" y="11"/>
                    <a:pt x="56" y="9"/>
                    <a:pt x="59" y="9"/>
                  </a:cubicBezTo>
                  <a:cubicBezTo>
                    <a:pt x="61" y="9"/>
                    <a:pt x="64" y="11"/>
                    <a:pt x="64" y="14"/>
                  </a:cubicBezTo>
                  <a:cubicBezTo>
                    <a:pt x="64" y="16"/>
                    <a:pt x="61" y="18"/>
                    <a:pt x="59" y="18"/>
                  </a:cubicBezTo>
                  <a:close/>
                  <a:moveTo>
                    <a:pt x="78" y="18"/>
                  </a:moveTo>
                  <a:cubicBezTo>
                    <a:pt x="75" y="18"/>
                    <a:pt x="73" y="16"/>
                    <a:pt x="73" y="14"/>
                  </a:cubicBezTo>
                  <a:cubicBezTo>
                    <a:pt x="73" y="11"/>
                    <a:pt x="75" y="9"/>
                    <a:pt x="78" y="9"/>
                  </a:cubicBezTo>
                  <a:cubicBezTo>
                    <a:pt x="81" y="9"/>
                    <a:pt x="83" y="11"/>
                    <a:pt x="83" y="14"/>
                  </a:cubicBezTo>
                  <a:cubicBezTo>
                    <a:pt x="83" y="16"/>
                    <a:pt x="81" y="18"/>
                    <a:pt x="78"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 name="Freeform 6"/>
            <p:cNvSpPr>
              <a:spLocks/>
            </p:cNvSpPr>
            <p:nvPr/>
          </p:nvSpPr>
          <p:spPr bwMode="auto">
            <a:xfrm>
              <a:off x="10171113" y="3532188"/>
              <a:ext cx="307975" cy="387350"/>
            </a:xfrm>
            <a:custGeom>
              <a:avLst/>
              <a:gdLst>
                <a:gd name="T0" fmla="*/ 183 w 194"/>
                <a:gd name="T1" fmla="*/ 0 h 244"/>
                <a:gd name="T2" fmla="*/ 0 w 194"/>
                <a:gd name="T3" fmla="*/ 244 h 244"/>
                <a:gd name="T4" fmla="*/ 194 w 194"/>
                <a:gd name="T5" fmla="*/ 244 h 244"/>
                <a:gd name="T6" fmla="*/ 183 w 194"/>
                <a:gd name="T7" fmla="*/ 0 h 244"/>
              </a:gdLst>
              <a:ahLst/>
              <a:cxnLst>
                <a:cxn ang="0">
                  <a:pos x="T0" y="T1"/>
                </a:cxn>
                <a:cxn ang="0">
                  <a:pos x="T2" y="T3"/>
                </a:cxn>
                <a:cxn ang="0">
                  <a:pos x="T4" y="T5"/>
                </a:cxn>
                <a:cxn ang="0">
                  <a:pos x="T6" y="T7"/>
                </a:cxn>
              </a:cxnLst>
              <a:rect l="0" t="0" r="r" b="b"/>
              <a:pathLst>
                <a:path w="194" h="244">
                  <a:moveTo>
                    <a:pt x="183" y="0"/>
                  </a:moveTo>
                  <a:lnTo>
                    <a:pt x="0" y="244"/>
                  </a:lnTo>
                  <a:lnTo>
                    <a:pt x="194" y="244"/>
                  </a:lnTo>
                  <a:lnTo>
                    <a:pt x="183" y="0"/>
                  </a:ln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 name="Freeform 7"/>
            <p:cNvSpPr>
              <a:spLocks/>
            </p:cNvSpPr>
            <p:nvPr/>
          </p:nvSpPr>
          <p:spPr bwMode="auto">
            <a:xfrm>
              <a:off x="10461625" y="3532188"/>
              <a:ext cx="301625" cy="387350"/>
            </a:xfrm>
            <a:custGeom>
              <a:avLst/>
              <a:gdLst>
                <a:gd name="T0" fmla="*/ 11 w 190"/>
                <a:gd name="T1" fmla="*/ 0 h 244"/>
                <a:gd name="T2" fmla="*/ 190 w 190"/>
                <a:gd name="T3" fmla="*/ 244 h 244"/>
                <a:gd name="T4" fmla="*/ 0 w 190"/>
                <a:gd name="T5" fmla="*/ 244 h 244"/>
                <a:gd name="T6" fmla="*/ 11 w 190"/>
                <a:gd name="T7" fmla="*/ 0 h 244"/>
              </a:gdLst>
              <a:ahLst/>
              <a:cxnLst>
                <a:cxn ang="0">
                  <a:pos x="T0" y="T1"/>
                </a:cxn>
                <a:cxn ang="0">
                  <a:pos x="T2" y="T3"/>
                </a:cxn>
                <a:cxn ang="0">
                  <a:pos x="T4" y="T5"/>
                </a:cxn>
                <a:cxn ang="0">
                  <a:pos x="T6" y="T7"/>
                </a:cxn>
              </a:cxnLst>
              <a:rect l="0" t="0" r="r" b="b"/>
              <a:pathLst>
                <a:path w="190" h="244">
                  <a:moveTo>
                    <a:pt x="11" y="0"/>
                  </a:moveTo>
                  <a:lnTo>
                    <a:pt x="190" y="244"/>
                  </a:lnTo>
                  <a:lnTo>
                    <a:pt x="0" y="244"/>
                  </a:lnTo>
                  <a:lnTo>
                    <a:pt x="1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 name="Rectangle 8"/>
            <p:cNvSpPr>
              <a:spLocks noChangeArrowheads="1"/>
            </p:cNvSpPr>
            <p:nvPr/>
          </p:nvSpPr>
          <p:spPr bwMode="auto">
            <a:xfrm>
              <a:off x="10448925" y="3421063"/>
              <a:ext cx="36512" cy="5603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 name="Freeform 9"/>
            <p:cNvSpPr>
              <a:spLocks/>
            </p:cNvSpPr>
            <p:nvPr/>
          </p:nvSpPr>
          <p:spPr bwMode="auto">
            <a:xfrm>
              <a:off x="10250488" y="4178301"/>
              <a:ext cx="149225" cy="141288"/>
            </a:xfrm>
            <a:custGeom>
              <a:avLst/>
              <a:gdLst>
                <a:gd name="T0" fmla="*/ 15 w 24"/>
                <a:gd name="T1" fmla="*/ 5 h 23"/>
                <a:gd name="T2" fmla="*/ 6 w 24"/>
                <a:gd name="T3" fmla="*/ 14 h 23"/>
                <a:gd name="T4" fmla="*/ 6 w 24"/>
                <a:gd name="T5" fmla="*/ 23 h 23"/>
                <a:gd name="T6" fmla="*/ 24 w 24"/>
                <a:gd name="T7" fmla="*/ 5 h 23"/>
                <a:gd name="T8" fmla="*/ 15 w 24"/>
                <a:gd name="T9" fmla="*/ 5 h 23"/>
              </a:gdLst>
              <a:ahLst/>
              <a:cxnLst>
                <a:cxn ang="0">
                  <a:pos x="T0" y="T1"/>
                </a:cxn>
                <a:cxn ang="0">
                  <a:pos x="T2" y="T3"/>
                </a:cxn>
                <a:cxn ang="0">
                  <a:pos x="T4" y="T5"/>
                </a:cxn>
                <a:cxn ang="0">
                  <a:pos x="T6" y="T7"/>
                </a:cxn>
                <a:cxn ang="0">
                  <a:pos x="T8" y="T9"/>
                </a:cxn>
              </a:cxnLst>
              <a:rect l="0" t="0" r="r" b="b"/>
              <a:pathLst>
                <a:path w="24" h="23">
                  <a:moveTo>
                    <a:pt x="15" y="5"/>
                  </a:moveTo>
                  <a:cubicBezTo>
                    <a:pt x="15" y="10"/>
                    <a:pt x="11" y="14"/>
                    <a:pt x="6" y="14"/>
                  </a:cubicBezTo>
                  <a:cubicBezTo>
                    <a:pt x="0" y="14"/>
                    <a:pt x="0" y="23"/>
                    <a:pt x="6" y="23"/>
                  </a:cubicBezTo>
                  <a:cubicBezTo>
                    <a:pt x="16" y="23"/>
                    <a:pt x="23" y="15"/>
                    <a:pt x="24" y="5"/>
                  </a:cubicBezTo>
                  <a:cubicBezTo>
                    <a:pt x="24" y="0"/>
                    <a:pt x="15" y="0"/>
                    <a:pt x="1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 name="Freeform 10"/>
            <p:cNvSpPr>
              <a:spLocks/>
            </p:cNvSpPr>
            <p:nvPr/>
          </p:nvSpPr>
          <p:spPr bwMode="auto">
            <a:xfrm>
              <a:off x="10344150" y="4178301"/>
              <a:ext cx="215900" cy="147638"/>
            </a:xfrm>
            <a:custGeom>
              <a:avLst/>
              <a:gdLst>
                <a:gd name="T0" fmla="*/ 26 w 35"/>
                <a:gd name="T1" fmla="*/ 5 h 24"/>
                <a:gd name="T2" fmla="*/ 9 w 35"/>
                <a:gd name="T3" fmla="*/ 5 h 24"/>
                <a:gd name="T4" fmla="*/ 0 w 35"/>
                <a:gd name="T5" fmla="*/ 5 h 24"/>
                <a:gd name="T6" fmla="*/ 18 w 35"/>
                <a:gd name="T7" fmla="*/ 23 h 24"/>
                <a:gd name="T8" fmla="*/ 35 w 35"/>
                <a:gd name="T9" fmla="*/ 5 h 24"/>
                <a:gd name="T10" fmla="*/ 26 w 35"/>
                <a:gd name="T11" fmla="*/ 5 h 24"/>
              </a:gdLst>
              <a:ahLst/>
              <a:cxnLst>
                <a:cxn ang="0">
                  <a:pos x="T0" y="T1"/>
                </a:cxn>
                <a:cxn ang="0">
                  <a:pos x="T2" y="T3"/>
                </a:cxn>
                <a:cxn ang="0">
                  <a:pos x="T4" y="T5"/>
                </a:cxn>
                <a:cxn ang="0">
                  <a:pos x="T6" y="T7"/>
                </a:cxn>
                <a:cxn ang="0">
                  <a:pos x="T8" y="T9"/>
                </a:cxn>
                <a:cxn ang="0">
                  <a:pos x="T10" y="T11"/>
                </a:cxn>
              </a:cxnLst>
              <a:rect l="0" t="0" r="r" b="b"/>
              <a:pathLst>
                <a:path w="35" h="24">
                  <a:moveTo>
                    <a:pt x="26" y="5"/>
                  </a:moveTo>
                  <a:cubicBezTo>
                    <a:pt x="26" y="17"/>
                    <a:pt x="9" y="17"/>
                    <a:pt x="9" y="5"/>
                  </a:cubicBezTo>
                  <a:cubicBezTo>
                    <a:pt x="8" y="0"/>
                    <a:pt x="0" y="0"/>
                    <a:pt x="0" y="5"/>
                  </a:cubicBezTo>
                  <a:cubicBezTo>
                    <a:pt x="0" y="15"/>
                    <a:pt x="8" y="23"/>
                    <a:pt x="18" y="23"/>
                  </a:cubicBezTo>
                  <a:cubicBezTo>
                    <a:pt x="27" y="24"/>
                    <a:pt x="35" y="15"/>
                    <a:pt x="35" y="5"/>
                  </a:cubicBezTo>
                  <a:cubicBezTo>
                    <a:pt x="35" y="0"/>
                    <a:pt x="27" y="0"/>
                    <a:pt x="26"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 name="Freeform 11"/>
            <p:cNvSpPr>
              <a:spLocks/>
            </p:cNvSpPr>
            <p:nvPr/>
          </p:nvSpPr>
          <p:spPr bwMode="auto">
            <a:xfrm>
              <a:off x="10504488" y="4178301"/>
              <a:ext cx="147637" cy="141288"/>
            </a:xfrm>
            <a:custGeom>
              <a:avLst/>
              <a:gdLst>
                <a:gd name="T0" fmla="*/ 18 w 24"/>
                <a:gd name="T1" fmla="*/ 14 h 23"/>
                <a:gd name="T2" fmla="*/ 9 w 24"/>
                <a:gd name="T3" fmla="*/ 5 h 23"/>
                <a:gd name="T4" fmla="*/ 0 w 24"/>
                <a:gd name="T5" fmla="*/ 5 h 23"/>
                <a:gd name="T6" fmla="*/ 18 w 24"/>
                <a:gd name="T7" fmla="*/ 23 h 23"/>
                <a:gd name="T8" fmla="*/ 18 w 24"/>
                <a:gd name="T9" fmla="*/ 14 h 23"/>
              </a:gdLst>
              <a:ahLst/>
              <a:cxnLst>
                <a:cxn ang="0">
                  <a:pos x="T0" y="T1"/>
                </a:cxn>
                <a:cxn ang="0">
                  <a:pos x="T2" y="T3"/>
                </a:cxn>
                <a:cxn ang="0">
                  <a:pos x="T4" y="T5"/>
                </a:cxn>
                <a:cxn ang="0">
                  <a:pos x="T6" y="T7"/>
                </a:cxn>
                <a:cxn ang="0">
                  <a:pos x="T8" y="T9"/>
                </a:cxn>
              </a:cxnLst>
              <a:rect l="0" t="0" r="r" b="b"/>
              <a:pathLst>
                <a:path w="24" h="23">
                  <a:moveTo>
                    <a:pt x="18" y="14"/>
                  </a:moveTo>
                  <a:cubicBezTo>
                    <a:pt x="13" y="14"/>
                    <a:pt x="9" y="10"/>
                    <a:pt x="9" y="5"/>
                  </a:cubicBezTo>
                  <a:cubicBezTo>
                    <a:pt x="9" y="0"/>
                    <a:pt x="0" y="0"/>
                    <a:pt x="0" y="5"/>
                  </a:cubicBezTo>
                  <a:cubicBezTo>
                    <a:pt x="1" y="15"/>
                    <a:pt x="8" y="23"/>
                    <a:pt x="18" y="23"/>
                  </a:cubicBezTo>
                  <a:cubicBezTo>
                    <a:pt x="24" y="23"/>
                    <a:pt x="24" y="14"/>
                    <a:pt x="18"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 name="Freeform 12"/>
            <p:cNvSpPr>
              <a:spLocks/>
            </p:cNvSpPr>
            <p:nvPr/>
          </p:nvSpPr>
          <p:spPr bwMode="auto">
            <a:xfrm>
              <a:off x="10479088" y="3427413"/>
              <a:ext cx="130175" cy="98425"/>
            </a:xfrm>
            <a:custGeom>
              <a:avLst/>
              <a:gdLst>
                <a:gd name="T0" fmla="*/ 0 w 82"/>
                <a:gd name="T1" fmla="*/ 0 h 62"/>
                <a:gd name="T2" fmla="*/ 82 w 82"/>
                <a:gd name="T3" fmla="*/ 31 h 62"/>
                <a:gd name="T4" fmla="*/ 0 w 82"/>
                <a:gd name="T5" fmla="*/ 62 h 62"/>
                <a:gd name="T6" fmla="*/ 0 w 82"/>
                <a:gd name="T7" fmla="*/ 0 h 62"/>
              </a:gdLst>
              <a:ahLst/>
              <a:cxnLst>
                <a:cxn ang="0">
                  <a:pos x="T0" y="T1"/>
                </a:cxn>
                <a:cxn ang="0">
                  <a:pos x="T2" y="T3"/>
                </a:cxn>
                <a:cxn ang="0">
                  <a:pos x="T4" y="T5"/>
                </a:cxn>
                <a:cxn ang="0">
                  <a:pos x="T6" y="T7"/>
                </a:cxn>
              </a:cxnLst>
              <a:rect l="0" t="0" r="r" b="b"/>
              <a:pathLst>
                <a:path w="82" h="62">
                  <a:moveTo>
                    <a:pt x="0" y="0"/>
                  </a:moveTo>
                  <a:lnTo>
                    <a:pt x="82" y="31"/>
                  </a:lnTo>
                  <a:lnTo>
                    <a:pt x="0" y="6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48"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35970091"/>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 name="Freeform 60"/>
          <p:cNvSpPr>
            <a:spLocks/>
          </p:cNvSpPr>
          <p:nvPr/>
        </p:nvSpPr>
        <p:spPr bwMode="auto">
          <a:xfrm>
            <a:off x="1007063" y="4143553"/>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 name="圆角矩形 96"/>
          <p:cNvSpPr/>
          <p:nvPr/>
        </p:nvSpPr>
        <p:spPr>
          <a:xfrm>
            <a:off x="1674755" y="4302838"/>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98" name="等腰三角形 97"/>
          <p:cNvSpPr/>
          <p:nvPr/>
        </p:nvSpPr>
        <p:spPr>
          <a:xfrm rot="16200000">
            <a:off x="1600123" y="4370382"/>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5" name="Freeform 5"/>
          <p:cNvSpPr>
            <a:spLocks noEditPoints="1"/>
          </p:cNvSpPr>
          <p:nvPr/>
        </p:nvSpPr>
        <p:spPr bwMode="auto">
          <a:xfrm>
            <a:off x="5525410" y="469900"/>
            <a:ext cx="5894387" cy="5940425"/>
          </a:xfrm>
          <a:custGeom>
            <a:avLst/>
            <a:gdLst>
              <a:gd name="T0" fmla="*/ 67 w 133"/>
              <a:gd name="T1" fmla="*/ 130 h 134"/>
              <a:gd name="T2" fmla="*/ 4 w 133"/>
              <a:gd name="T3" fmla="*/ 67 h 134"/>
              <a:gd name="T4" fmla="*/ 67 w 133"/>
              <a:gd name="T5" fmla="*/ 4 h 134"/>
              <a:gd name="T6" fmla="*/ 129 w 133"/>
              <a:gd name="T7" fmla="*/ 67 h 134"/>
              <a:gd name="T8" fmla="*/ 67 w 133"/>
              <a:gd name="T9" fmla="*/ 130 h 134"/>
              <a:gd name="T10" fmla="*/ 67 w 133"/>
              <a:gd name="T11" fmla="*/ 0 h 134"/>
              <a:gd name="T12" fmla="*/ 0 w 133"/>
              <a:gd name="T13" fmla="*/ 67 h 134"/>
              <a:gd name="T14" fmla="*/ 67 w 133"/>
              <a:gd name="T15" fmla="*/ 134 h 134"/>
              <a:gd name="T16" fmla="*/ 133 w 133"/>
              <a:gd name="T17" fmla="*/ 67 h 134"/>
              <a:gd name="T18" fmla="*/ 67 w 133"/>
              <a:gd name="T19"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34">
                <a:moveTo>
                  <a:pt x="67" y="130"/>
                </a:moveTo>
                <a:cubicBezTo>
                  <a:pt x="32" y="130"/>
                  <a:pt x="4" y="102"/>
                  <a:pt x="4" y="67"/>
                </a:cubicBezTo>
                <a:cubicBezTo>
                  <a:pt x="4" y="32"/>
                  <a:pt x="32" y="4"/>
                  <a:pt x="67" y="4"/>
                </a:cubicBezTo>
                <a:cubicBezTo>
                  <a:pt x="101" y="4"/>
                  <a:pt x="129" y="32"/>
                  <a:pt x="129" y="67"/>
                </a:cubicBezTo>
                <a:cubicBezTo>
                  <a:pt x="129" y="102"/>
                  <a:pt x="101" y="130"/>
                  <a:pt x="67" y="130"/>
                </a:cubicBezTo>
                <a:moveTo>
                  <a:pt x="67" y="0"/>
                </a:moveTo>
                <a:cubicBezTo>
                  <a:pt x="30" y="0"/>
                  <a:pt x="0" y="30"/>
                  <a:pt x="0" y="67"/>
                </a:cubicBezTo>
                <a:cubicBezTo>
                  <a:pt x="0" y="104"/>
                  <a:pt x="30" y="134"/>
                  <a:pt x="67" y="134"/>
                </a:cubicBezTo>
                <a:cubicBezTo>
                  <a:pt x="104" y="134"/>
                  <a:pt x="133" y="104"/>
                  <a:pt x="133" y="67"/>
                </a:cubicBezTo>
                <a:cubicBezTo>
                  <a:pt x="133" y="30"/>
                  <a:pt x="104" y="0"/>
                  <a:pt x="67"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 name="Freeform 6"/>
          <p:cNvSpPr>
            <a:spLocks noEditPoints="1"/>
          </p:cNvSpPr>
          <p:nvPr/>
        </p:nvSpPr>
        <p:spPr bwMode="auto">
          <a:xfrm>
            <a:off x="5834973" y="823913"/>
            <a:ext cx="5275262" cy="5230813"/>
          </a:xfrm>
          <a:custGeom>
            <a:avLst/>
            <a:gdLst>
              <a:gd name="T0" fmla="*/ 60 w 119"/>
              <a:gd name="T1" fmla="*/ 114 h 118"/>
              <a:gd name="T2" fmla="*/ 5 w 119"/>
              <a:gd name="T3" fmla="*/ 59 h 118"/>
              <a:gd name="T4" fmla="*/ 60 w 119"/>
              <a:gd name="T5" fmla="*/ 4 h 118"/>
              <a:gd name="T6" fmla="*/ 114 w 119"/>
              <a:gd name="T7" fmla="*/ 59 h 118"/>
              <a:gd name="T8" fmla="*/ 60 w 119"/>
              <a:gd name="T9" fmla="*/ 114 h 118"/>
              <a:gd name="T10" fmla="*/ 60 w 119"/>
              <a:gd name="T11" fmla="*/ 0 h 118"/>
              <a:gd name="T12" fmla="*/ 0 w 119"/>
              <a:gd name="T13" fmla="*/ 59 h 118"/>
              <a:gd name="T14" fmla="*/ 60 w 119"/>
              <a:gd name="T15" fmla="*/ 118 h 118"/>
              <a:gd name="T16" fmla="*/ 119 w 119"/>
              <a:gd name="T17" fmla="*/ 59 h 118"/>
              <a:gd name="T18" fmla="*/ 60 w 119"/>
              <a:gd name="T19"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9" h="118">
                <a:moveTo>
                  <a:pt x="60" y="114"/>
                </a:moveTo>
                <a:cubicBezTo>
                  <a:pt x="29" y="114"/>
                  <a:pt x="5" y="89"/>
                  <a:pt x="5" y="59"/>
                </a:cubicBezTo>
                <a:cubicBezTo>
                  <a:pt x="5" y="29"/>
                  <a:pt x="29" y="4"/>
                  <a:pt x="60" y="4"/>
                </a:cubicBezTo>
                <a:cubicBezTo>
                  <a:pt x="90" y="4"/>
                  <a:pt x="114" y="29"/>
                  <a:pt x="114" y="59"/>
                </a:cubicBezTo>
                <a:cubicBezTo>
                  <a:pt x="114" y="89"/>
                  <a:pt x="90" y="114"/>
                  <a:pt x="60" y="114"/>
                </a:cubicBezTo>
                <a:moveTo>
                  <a:pt x="60" y="0"/>
                </a:moveTo>
                <a:cubicBezTo>
                  <a:pt x="27" y="0"/>
                  <a:pt x="0" y="26"/>
                  <a:pt x="0" y="59"/>
                </a:cubicBezTo>
                <a:cubicBezTo>
                  <a:pt x="0" y="92"/>
                  <a:pt x="27" y="118"/>
                  <a:pt x="60" y="118"/>
                </a:cubicBezTo>
                <a:cubicBezTo>
                  <a:pt x="92" y="118"/>
                  <a:pt x="119" y="92"/>
                  <a:pt x="119" y="59"/>
                </a:cubicBezTo>
                <a:cubicBezTo>
                  <a:pt x="119" y="26"/>
                  <a:pt x="92" y="0"/>
                  <a:pt x="60"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 name="Freeform 7"/>
          <p:cNvSpPr>
            <a:spLocks noEditPoints="1"/>
          </p:cNvSpPr>
          <p:nvPr/>
        </p:nvSpPr>
        <p:spPr bwMode="auto">
          <a:xfrm>
            <a:off x="6233435" y="1179513"/>
            <a:ext cx="4478337" cy="4521200"/>
          </a:xfrm>
          <a:custGeom>
            <a:avLst/>
            <a:gdLst>
              <a:gd name="T0" fmla="*/ 51 w 101"/>
              <a:gd name="T1" fmla="*/ 98 h 102"/>
              <a:gd name="T2" fmla="*/ 4 w 101"/>
              <a:gd name="T3" fmla="*/ 51 h 102"/>
              <a:gd name="T4" fmla="*/ 51 w 101"/>
              <a:gd name="T5" fmla="*/ 4 h 102"/>
              <a:gd name="T6" fmla="*/ 97 w 101"/>
              <a:gd name="T7" fmla="*/ 51 h 102"/>
              <a:gd name="T8" fmla="*/ 51 w 101"/>
              <a:gd name="T9" fmla="*/ 98 h 102"/>
              <a:gd name="T10" fmla="*/ 51 w 101"/>
              <a:gd name="T11" fmla="*/ 0 h 102"/>
              <a:gd name="T12" fmla="*/ 0 w 101"/>
              <a:gd name="T13" fmla="*/ 51 h 102"/>
              <a:gd name="T14" fmla="*/ 51 w 101"/>
              <a:gd name="T15" fmla="*/ 102 h 102"/>
              <a:gd name="T16" fmla="*/ 101 w 101"/>
              <a:gd name="T17" fmla="*/ 51 h 102"/>
              <a:gd name="T18" fmla="*/ 51 w 101"/>
              <a:gd name="T1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1" h="102">
                <a:moveTo>
                  <a:pt x="51" y="98"/>
                </a:moveTo>
                <a:cubicBezTo>
                  <a:pt x="25" y="98"/>
                  <a:pt x="4" y="77"/>
                  <a:pt x="4" y="51"/>
                </a:cubicBezTo>
                <a:cubicBezTo>
                  <a:pt x="4" y="25"/>
                  <a:pt x="25" y="4"/>
                  <a:pt x="51" y="4"/>
                </a:cubicBezTo>
                <a:cubicBezTo>
                  <a:pt x="76" y="4"/>
                  <a:pt x="97" y="25"/>
                  <a:pt x="97" y="51"/>
                </a:cubicBezTo>
                <a:cubicBezTo>
                  <a:pt x="97" y="77"/>
                  <a:pt x="76" y="98"/>
                  <a:pt x="51" y="98"/>
                </a:cubicBezTo>
                <a:moveTo>
                  <a:pt x="51" y="0"/>
                </a:moveTo>
                <a:cubicBezTo>
                  <a:pt x="22" y="0"/>
                  <a:pt x="0" y="23"/>
                  <a:pt x="0" y="51"/>
                </a:cubicBezTo>
                <a:cubicBezTo>
                  <a:pt x="0" y="79"/>
                  <a:pt x="22" y="102"/>
                  <a:pt x="51" y="102"/>
                </a:cubicBezTo>
                <a:cubicBezTo>
                  <a:pt x="79" y="102"/>
                  <a:pt x="101" y="79"/>
                  <a:pt x="101" y="51"/>
                </a:cubicBezTo>
                <a:cubicBezTo>
                  <a:pt x="101" y="23"/>
                  <a:pt x="79" y="0"/>
                  <a:pt x="51"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 name="Freeform 8"/>
          <p:cNvSpPr>
            <a:spLocks noEditPoints="1"/>
          </p:cNvSpPr>
          <p:nvPr/>
        </p:nvSpPr>
        <p:spPr bwMode="auto">
          <a:xfrm>
            <a:off x="6589035" y="1533525"/>
            <a:ext cx="3767137" cy="3813175"/>
          </a:xfrm>
          <a:custGeom>
            <a:avLst/>
            <a:gdLst>
              <a:gd name="T0" fmla="*/ 43 w 85"/>
              <a:gd name="T1" fmla="*/ 82 h 86"/>
              <a:gd name="T2" fmla="*/ 4 w 85"/>
              <a:gd name="T3" fmla="*/ 43 h 86"/>
              <a:gd name="T4" fmla="*/ 43 w 85"/>
              <a:gd name="T5" fmla="*/ 4 h 86"/>
              <a:gd name="T6" fmla="*/ 81 w 85"/>
              <a:gd name="T7" fmla="*/ 43 h 86"/>
              <a:gd name="T8" fmla="*/ 43 w 85"/>
              <a:gd name="T9" fmla="*/ 82 h 86"/>
              <a:gd name="T10" fmla="*/ 43 w 85"/>
              <a:gd name="T11" fmla="*/ 0 h 86"/>
              <a:gd name="T12" fmla="*/ 0 w 85"/>
              <a:gd name="T13" fmla="*/ 43 h 86"/>
              <a:gd name="T14" fmla="*/ 43 w 85"/>
              <a:gd name="T15" fmla="*/ 86 h 86"/>
              <a:gd name="T16" fmla="*/ 85 w 85"/>
              <a:gd name="T17" fmla="*/ 43 h 86"/>
              <a:gd name="T18" fmla="*/ 43 w 85"/>
              <a:gd name="T19"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 h="86">
                <a:moveTo>
                  <a:pt x="43" y="82"/>
                </a:moveTo>
                <a:cubicBezTo>
                  <a:pt x="21" y="82"/>
                  <a:pt x="4" y="65"/>
                  <a:pt x="4" y="43"/>
                </a:cubicBezTo>
                <a:cubicBezTo>
                  <a:pt x="4" y="22"/>
                  <a:pt x="21" y="4"/>
                  <a:pt x="43" y="4"/>
                </a:cubicBezTo>
                <a:cubicBezTo>
                  <a:pt x="64" y="4"/>
                  <a:pt x="81" y="22"/>
                  <a:pt x="81" y="43"/>
                </a:cubicBezTo>
                <a:cubicBezTo>
                  <a:pt x="81" y="65"/>
                  <a:pt x="64" y="82"/>
                  <a:pt x="43" y="82"/>
                </a:cubicBezTo>
                <a:moveTo>
                  <a:pt x="43" y="0"/>
                </a:moveTo>
                <a:cubicBezTo>
                  <a:pt x="19" y="0"/>
                  <a:pt x="0" y="19"/>
                  <a:pt x="0" y="43"/>
                </a:cubicBezTo>
                <a:cubicBezTo>
                  <a:pt x="0" y="67"/>
                  <a:pt x="19" y="86"/>
                  <a:pt x="43" y="86"/>
                </a:cubicBezTo>
                <a:cubicBezTo>
                  <a:pt x="66" y="86"/>
                  <a:pt x="85" y="67"/>
                  <a:pt x="85" y="43"/>
                </a:cubicBezTo>
                <a:cubicBezTo>
                  <a:pt x="85" y="19"/>
                  <a:pt x="66" y="0"/>
                  <a:pt x="43"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 name="Freeform 9"/>
          <p:cNvSpPr>
            <a:spLocks noEditPoints="1"/>
          </p:cNvSpPr>
          <p:nvPr/>
        </p:nvSpPr>
        <p:spPr bwMode="auto">
          <a:xfrm>
            <a:off x="6943048" y="1889125"/>
            <a:ext cx="3059112" cy="3101975"/>
          </a:xfrm>
          <a:custGeom>
            <a:avLst/>
            <a:gdLst>
              <a:gd name="T0" fmla="*/ 35 w 69"/>
              <a:gd name="T1" fmla="*/ 66 h 70"/>
              <a:gd name="T2" fmla="*/ 4 w 69"/>
              <a:gd name="T3" fmla="*/ 35 h 70"/>
              <a:gd name="T4" fmla="*/ 35 w 69"/>
              <a:gd name="T5" fmla="*/ 4 h 70"/>
              <a:gd name="T6" fmla="*/ 65 w 69"/>
              <a:gd name="T7" fmla="*/ 35 h 70"/>
              <a:gd name="T8" fmla="*/ 35 w 69"/>
              <a:gd name="T9" fmla="*/ 66 h 70"/>
              <a:gd name="T10" fmla="*/ 35 w 69"/>
              <a:gd name="T11" fmla="*/ 0 h 70"/>
              <a:gd name="T12" fmla="*/ 0 w 69"/>
              <a:gd name="T13" fmla="*/ 35 h 70"/>
              <a:gd name="T14" fmla="*/ 35 w 69"/>
              <a:gd name="T15" fmla="*/ 70 h 70"/>
              <a:gd name="T16" fmla="*/ 69 w 69"/>
              <a:gd name="T17" fmla="*/ 35 h 70"/>
              <a:gd name="T18" fmla="*/ 35 w 69"/>
              <a:gd name="T19"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70">
                <a:moveTo>
                  <a:pt x="35" y="66"/>
                </a:moveTo>
                <a:cubicBezTo>
                  <a:pt x="18" y="66"/>
                  <a:pt x="4" y="52"/>
                  <a:pt x="4" y="35"/>
                </a:cubicBezTo>
                <a:cubicBezTo>
                  <a:pt x="4" y="18"/>
                  <a:pt x="18" y="4"/>
                  <a:pt x="35" y="4"/>
                </a:cubicBezTo>
                <a:cubicBezTo>
                  <a:pt x="52" y="4"/>
                  <a:pt x="65" y="18"/>
                  <a:pt x="65" y="35"/>
                </a:cubicBezTo>
                <a:cubicBezTo>
                  <a:pt x="65" y="52"/>
                  <a:pt x="52" y="66"/>
                  <a:pt x="35" y="66"/>
                </a:cubicBezTo>
                <a:moveTo>
                  <a:pt x="35" y="0"/>
                </a:moveTo>
                <a:cubicBezTo>
                  <a:pt x="15" y="0"/>
                  <a:pt x="0" y="16"/>
                  <a:pt x="0" y="35"/>
                </a:cubicBezTo>
                <a:cubicBezTo>
                  <a:pt x="0" y="54"/>
                  <a:pt x="15" y="70"/>
                  <a:pt x="35" y="70"/>
                </a:cubicBezTo>
                <a:cubicBezTo>
                  <a:pt x="54" y="70"/>
                  <a:pt x="69" y="54"/>
                  <a:pt x="69" y="35"/>
                </a:cubicBezTo>
                <a:cubicBezTo>
                  <a:pt x="69" y="16"/>
                  <a:pt x="54" y="0"/>
                  <a:pt x="35"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 name="Freeform 10"/>
          <p:cNvSpPr>
            <a:spLocks noEditPoints="1"/>
          </p:cNvSpPr>
          <p:nvPr/>
        </p:nvSpPr>
        <p:spPr bwMode="auto">
          <a:xfrm>
            <a:off x="7298648" y="2243138"/>
            <a:ext cx="2347912" cy="2393950"/>
          </a:xfrm>
          <a:custGeom>
            <a:avLst/>
            <a:gdLst>
              <a:gd name="T0" fmla="*/ 27 w 53"/>
              <a:gd name="T1" fmla="*/ 50 h 54"/>
              <a:gd name="T2" fmla="*/ 4 w 53"/>
              <a:gd name="T3" fmla="*/ 27 h 54"/>
              <a:gd name="T4" fmla="*/ 27 w 53"/>
              <a:gd name="T5" fmla="*/ 4 h 54"/>
              <a:gd name="T6" fmla="*/ 50 w 53"/>
              <a:gd name="T7" fmla="*/ 27 h 54"/>
              <a:gd name="T8" fmla="*/ 27 w 53"/>
              <a:gd name="T9" fmla="*/ 50 h 54"/>
              <a:gd name="T10" fmla="*/ 27 w 53"/>
              <a:gd name="T11" fmla="*/ 0 h 54"/>
              <a:gd name="T12" fmla="*/ 0 w 53"/>
              <a:gd name="T13" fmla="*/ 27 h 54"/>
              <a:gd name="T14" fmla="*/ 27 w 53"/>
              <a:gd name="T15" fmla="*/ 54 h 54"/>
              <a:gd name="T16" fmla="*/ 53 w 53"/>
              <a:gd name="T17" fmla="*/ 27 h 54"/>
              <a:gd name="T18" fmla="*/ 27 w 53"/>
              <a:gd name="T19"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54">
                <a:moveTo>
                  <a:pt x="27" y="50"/>
                </a:moveTo>
                <a:cubicBezTo>
                  <a:pt x="14" y="50"/>
                  <a:pt x="4" y="40"/>
                  <a:pt x="4" y="27"/>
                </a:cubicBezTo>
                <a:cubicBezTo>
                  <a:pt x="4" y="14"/>
                  <a:pt x="14" y="4"/>
                  <a:pt x="27" y="4"/>
                </a:cubicBezTo>
                <a:cubicBezTo>
                  <a:pt x="39" y="4"/>
                  <a:pt x="50" y="14"/>
                  <a:pt x="50" y="27"/>
                </a:cubicBezTo>
                <a:cubicBezTo>
                  <a:pt x="50" y="40"/>
                  <a:pt x="39" y="50"/>
                  <a:pt x="27" y="50"/>
                </a:cubicBezTo>
                <a:moveTo>
                  <a:pt x="27" y="0"/>
                </a:moveTo>
                <a:cubicBezTo>
                  <a:pt x="12" y="0"/>
                  <a:pt x="0" y="12"/>
                  <a:pt x="0" y="27"/>
                </a:cubicBezTo>
                <a:cubicBezTo>
                  <a:pt x="0" y="42"/>
                  <a:pt x="12" y="54"/>
                  <a:pt x="27" y="54"/>
                </a:cubicBezTo>
                <a:cubicBezTo>
                  <a:pt x="41" y="54"/>
                  <a:pt x="53" y="42"/>
                  <a:pt x="53" y="27"/>
                </a:cubicBezTo>
                <a:cubicBezTo>
                  <a:pt x="53" y="12"/>
                  <a:pt x="41" y="0"/>
                  <a:pt x="27"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 name="Freeform 11"/>
          <p:cNvSpPr>
            <a:spLocks noEditPoints="1"/>
          </p:cNvSpPr>
          <p:nvPr/>
        </p:nvSpPr>
        <p:spPr bwMode="auto">
          <a:xfrm>
            <a:off x="7608210" y="2597150"/>
            <a:ext cx="1728787" cy="1685925"/>
          </a:xfrm>
          <a:custGeom>
            <a:avLst/>
            <a:gdLst>
              <a:gd name="T0" fmla="*/ 20 w 39"/>
              <a:gd name="T1" fmla="*/ 34 h 38"/>
              <a:gd name="T2" fmla="*/ 4 w 39"/>
              <a:gd name="T3" fmla="*/ 19 h 38"/>
              <a:gd name="T4" fmla="*/ 20 w 39"/>
              <a:gd name="T5" fmla="*/ 4 h 38"/>
              <a:gd name="T6" fmla="*/ 35 w 39"/>
              <a:gd name="T7" fmla="*/ 19 h 38"/>
              <a:gd name="T8" fmla="*/ 20 w 39"/>
              <a:gd name="T9" fmla="*/ 34 h 38"/>
              <a:gd name="T10" fmla="*/ 20 w 39"/>
              <a:gd name="T11" fmla="*/ 0 h 38"/>
              <a:gd name="T12" fmla="*/ 0 w 39"/>
              <a:gd name="T13" fmla="*/ 19 h 38"/>
              <a:gd name="T14" fmla="*/ 20 w 39"/>
              <a:gd name="T15" fmla="*/ 38 h 38"/>
              <a:gd name="T16" fmla="*/ 39 w 39"/>
              <a:gd name="T17" fmla="*/ 19 h 38"/>
              <a:gd name="T18" fmla="*/ 20 w 39"/>
              <a:gd name="T19"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38">
                <a:moveTo>
                  <a:pt x="20" y="34"/>
                </a:moveTo>
                <a:cubicBezTo>
                  <a:pt x="11" y="34"/>
                  <a:pt x="4" y="27"/>
                  <a:pt x="4" y="19"/>
                </a:cubicBezTo>
                <a:cubicBezTo>
                  <a:pt x="4" y="11"/>
                  <a:pt x="11" y="4"/>
                  <a:pt x="20" y="4"/>
                </a:cubicBezTo>
                <a:cubicBezTo>
                  <a:pt x="28" y="4"/>
                  <a:pt x="35" y="11"/>
                  <a:pt x="35" y="19"/>
                </a:cubicBezTo>
                <a:cubicBezTo>
                  <a:pt x="35" y="27"/>
                  <a:pt x="28" y="34"/>
                  <a:pt x="20" y="34"/>
                </a:cubicBezTo>
                <a:moveTo>
                  <a:pt x="20" y="0"/>
                </a:moveTo>
                <a:cubicBezTo>
                  <a:pt x="9" y="0"/>
                  <a:pt x="0" y="9"/>
                  <a:pt x="0" y="19"/>
                </a:cubicBezTo>
                <a:cubicBezTo>
                  <a:pt x="0" y="30"/>
                  <a:pt x="9" y="38"/>
                  <a:pt x="20" y="38"/>
                </a:cubicBezTo>
                <a:cubicBezTo>
                  <a:pt x="30" y="38"/>
                  <a:pt x="39" y="30"/>
                  <a:pt x="39" y="19"/>
                </a:cubicBezTo>
                <a:cubicBezTo>
                  <a:pt x="39" y="9"/>
                  <a:pt x="30" y="0"/>
                  <a:pt x="20"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 name="Oval 12"/>
          <p:cNvSpPr>
            <a:spLocks noChangeArrowheads="1"/>
          </p:cNvSpPr>
          <p:nvPr/>
        </p:nvSpPr>
        <p:spPr bwMode="auto">
          <a:xfrm>
            <a:off x="7962223" y="2952750"/>
            <a:ext cx="1020762" cy="974725"/>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 name="Freeform 13"/>
          <p:cNvSpPr>
            <a:spLocks/>
          </p:cNvSpPr>
          <p:nvPr/>
        </p:nvSpPr>
        <p:spPr bwMode="auto">
          <a:xfrm>
            <a:off x="6146123" y="514350"/>
            <a:ext cx="2792412" cy="1595438"/>
          </a:xfrm>
          <a:custGeom>
            <a:avLst/>
            <a:gdLst>
              <a:gd name="T0" fmla="*/ 53 w 63"/>
              <a:gd name="T1" fmla="*/ 30 h 36"/>
              <a:gd name="T2" fmla="*/ 60 w 63"/>
              <a:gd name="T3" fmla="*/ 31 h 36"/>
              <a:gd name="T4" fmla="*/ 63 w 63"/>
              <a:gd name="T5" fmla="*/ 18 h 36"/>
              <a:gd name="T6" fmla="*/ 47 w 63"/>
              <a:gd name="T7" fmla="*/ 0 h 36"/>
              <a:gd name="T8" fmla="*/ 0 w 63"/>
              <a:gd name="T9" fmla="*/ 18 h 36"/>
              <a:gd name="T10" fmla="*/ 39 w 63"/>
              <a:gd name="T11" fmla="*/ 36 h 36"/>
              <a:gd name="T12" fmla="*/ 53 w 63"/>
              <a:gd name="T13" fmla="*/ 30 h 36"/>
            </a:gdLst>
            <a:ahLst/>
            <a:cxnLst>
              <a:cxn ang="0">
                <a:pos x="T0" y="T1"/>
              </a:cxn>
              <a:cxn ang="0">
                <a:pos x="T2" y="T3"/>
              </a:cxn>
              <a:cxn ang="0">
                <a:pos x="T4" y="T5"/>
              </a:cxn>
              <a:cxn ang="0">
                <a:pos x="T6" y="T7"/>
              </a:cxn>
              <a:cxn ang="0">
                <a:pos x="T8" y="T9"/>
              </a:cxn>
              <a:cxn ang="0">
                <a:pos x="T10" y="T11"/>
              </a:cxn>
              <a:cxn ang="0">
                <a:pos x="T12" y="T13"/>
              </a:cxn>
            </a:cxnLst>
            <a:rect l="0" t="0" r="r" b="b"/>
            <a:pathLst>
              <a:path w="63" h="36">
                <a:moveTo>
                  <a:pt x="53" y="30"/>
                </a:moveTo>
                <a:cubicBezTo>
                  <a:pt x="55" y="30"/>
                  <a:pt x="58" y="30"/>
                  <a:pt x="60" y="31"/>
                </a:cubicBezTo>
                <a:cubicBezTo>
                  <a:pt x="62" y="28"/>
                  <a:pt x="63" y="24"/>
                  <a:pt x="63" y="18"/>
                </a:cubicBezTo>
                <a:cubicBezTo>
                  <a:pt x="63" y="6"/>
                  <a:pt x="58" y="0"/>
                  <a:pt x="47" y="0"/>
                </a:cubicBezTo>
                <a:cubicBezTo>
                  <a:pt x="30" y="0"/>
                  <a:pt x="6" y="14"/>
                  <a:pt x="0" y="18"/>
                </a:cubicBezTo>
                <a:cubicBezTo>
                  <a:pt x="5" y="22"/>
                  <a:pt x="23" y="32"/>
                  <a:pt x="39" y="36"/>
                </a:cubicBezTo>
                <a:cubicBezTo>
                  <a:pt x="43" y="31"/>
                  <a:pt x="48" y="30"/>
                  <a:pt x="53" y="30"/>
                </a:cubicBez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 name="Freeform 14"/>
          <p:cNvSpPr>
            <a:spLocks/>
          </p:cNvSpPr>
          <p:nvPr/>
        </p:nvSpPr>
        <p:spPr bwMode="auto">
          <a:xfrm>
            <a:off x="7786010" y="1933575"/>
            <a:ext cx="2792412" cy="1639888"/>
          </a:xfrm>
          <a:custGeom>
            <a:avLst/>
            <a:gdLst>
              <a:gd name="T0" fmla="*/ 21 w 63"/>
              <a:gd name="T1" fmla="*/ 1 h 37"/>
              <a:gd name="T2" fmla="*/ 16 w 63"/>
              <a:gd name="T3" fmla="*/ 0 h 37"/>
              <a:gd name="T4" fmla="*/ 5 w 63"/>
              <a:gd name="T5" fmla="*/ 4 h 37"/>
              <a:gd name="T6" fmla="*/ 0 w 63"/>
              <a:gd name="T7" fmla="*/ 19 h 37"/>
              <a:gd name="T8" fmla="*/ 4 w 63"/>
              <a:gd name="T9" fmla="*/ 33 h 37"/>
              <a:gd name="T10" fmla="*/ 5 w 63"/>
              <a:gd name="T11" fmla="*/ 33 h 37"/>
              <a:gd name="T12" fmla="*/ 16 w 63"/>
              <a:gd name="T13" fmla="*/ 37 h 37"/>
              <a:gd name="T14" fmla="*/ 16 w 63"/>
              <a:gd name="T15" fmla="*/ 37 h 37"/>
              <a:gd name="T16" fmla="*/ 22 w 63"/>
              <a:gd name="T17" fmla="*/ 37 h 37"/>
              <a:gd name="T18" fmla="*/ 63 w 63"/>
              <a:gd name="T19" fmla="*/ 19 h 37"/>
              <a:gd name="T20" fmla="*/ 21 w 63"/>
              <a:gd name="T21" fmla="*/ 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3" h="37">
                <a:moveTo>
                  <a:pt x="21" y="1"/>
                </a:moveTo>
                <a:cubicBezTo>
                  <a:pt x="20" y="1"/>
                  <a:pt x="18" y="0"/>
                  <a:pt x="16" y="0"/>
                </a:cubicBezTo>
                <a:cubicBezTo>
                  <a:pt x="11" y="0"/>
                  <a:pt x="7" y="2"/>
                  <a:pt x="5" y="4"/>
                </a:cubicBezTo>
                <a:cubicBezTo>
                  <a:pt x="2" y="7"/>
                  <a:pt x="0" y="12"/>
                  <a:pt x="0" y="19"/>
                </a:cubicBezTo>
                <a:cubicBezTo>
                  <a:pt x="0" y="25"/>
                  <a:pt x="1" y="30"/>
                  <a:pt x="4" y="33"/>
                </a:cubicBezTo>
                <a:cubicBezTo>
                  <a:pt x="5" y="33"/>
                  <a:pt x="5" y="33"/>
                  <a:pt x="5" y="33"/>
                </a:cubicBezTo>
                <a:cubicBezTo>
                  <a:pt x="7" y="36"/>
                  <a:pt x="11" y="37"/>
                  <a:pt x="16" y="37"/>
                </a:cubicBezTo>
                <a:cubicBezTo>
                  <a:pt x="16" y="37"/>
                  <a:pt x="16" y="37"/>
                  <a:pt x="16" y="37"/>
                </a:cubicBezTo>
                <a:cubicBezTo>
                  <a:pt x="18" y="37"/>
                  <a:pt x="20" y="37"/>
                  <a:pt x="22" y="37"/>
                </a:cubicBezTo>
                <a:cubicBezTo>
                  <a:pt x="38" y="34"/>
                  <a:pt x="58" y="22"/>
                  <a:pt x="63" y="19"/>
                </a:cubicBezTo>
                <a:cubicBezTo>
                  <a:pt x="58" y="15"/>
                  <a:pt x="38" y="3"/>
                  <a:pt x="21" y="1"/>
                </a:cubicBezTo>
                <a:close/>
              </a:path>
            </a:pathLst>
          </a:custGeom>
          <a:solidFill>
            <a:srgbClr val="C82C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 name="Freeform 15"/>
          <p:cNvSpPr>
            <a:spLocks/>
          </p:cNvSpPr>
          <p:nvPr/>
        </p:nvSpPr>
        <p:spPr bwMode="auto">
          <a:xfrm>
            <a:off x="6146123" y="3440113"/>
            <a:ext cx="2792412" cy="1506538"/>
          </a:xfrm>
          <a:custGeom>
            <a:avLst/>
            <a:gdLst>
              <a:gd name="T0" fmla="*/ 52 w 63"/>
              <a:gd name="T1" fmla="*/ 29 h 34"/>
              <a:gd name="T2" fmla="*/ 60 w 63"/>
              <a:gd name="T3" fmla="*/ 29 h 34"/>
              <a:gd name="T4" fmla="*/ 63 w 63"/>
              <a:gd name="T5" fmla="*/ 17 h 34"/>
              <a:gd name="T6" fmla="*/ 61 w 63"/>
              <a:gd name="T7" fmla="*/ 5 h 34"/>
              <a:gd name="T8" fmla="*/ 53 w 63"/>
              <a:gd name="T9" fmla="*/ 6 h 34"/>
              <a:gd name="T10" fmla="*/ 53 w 63"/>
              <a:gd name="T11" fmla="*/ 6 h 34"/>
              <a:gd name="T12" fmla="*/ 40 w 63"/>
              <a:gd name="T13" fmla="*/ 1 h 34"/>
              <a:gd name="T14" fmla="*/ 39 w 63"/>
              <a:gd name="T15" fmla="*/ 0 h 34"/>
              <a:gd name="T16" fmla="*/ 0 w 63"/>
              <a:gd name="T17" fmla="*/ 17 h 34"/>
              <a:gd name="T18" fmla="*/ 38 w 63"/>
              <a:gd name="T19" fmla="*/ 34 h 34"/>
              <a:gd name="T20" fmla="*/ 52 w 63"/>
              <a:gd name="T21" fmla="*/ 29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3" h="34">
                <a:moveTo>
                  <a:pt x="52" y="29"/>
                </a:moveTo>
                <a:cubicBezTo>
                  <a:pt x="55" y="29"/>
                  <a:pt x="57" y="29"/>
                  <a:pt x="60" y="29"/>
                </a:cubicBezTo>
                <a:cubicBezTo>
                  <a:pt x="62" y="26"/>
                  <a:pt x="63" y="22"/>
                  <a:pt x="63" y="17"/>
                </a:cubicBezTo>
                <a:cubicBezTo>
                  <a:pt x="63" y="12"/>
                  <a:pt x="62" y="8"/>
                  <a:pt x="61" y="5"/>
                </a:cubicBezTo>
                <a:cubicBezTo>
                  <a:pt x="58" y="5"/>
                  <a:pt x="55" y="6"/>
                  <a:pt x="53" y="6"/>
                </a:cubicBezTo>
                <a:cubicBezTo>
                  <a:pt x="53" y="6"/>
                  <a:pt x="53" y="6"/>
                  <a:pt x="53" y="6"/>
                </a:cubicBezTo>
                <a:cubicBezTo>
                  <a:pt x="47" y="6"/>
                  <a:pt x="43" y="4"/>
                  <a:pt x="40" y="1"/>
                </a:cubicBezTo>
                <a:cubicBezTo>
                  <a:pt x="39" y="1"/>
                  <a:pt x="39" y="0"/>
                  <a:pt x="39" y="0"/>
                </a:cubicBezTo>
                <a:cubicBezTo>
                  <a:pt x="23" y="3"/>
                  <a:pt x="5" y="14"/>
                  <a:pt x="0" y="17"/>
                </a:cubicBezTo>
                <a:cubicBezTo>
                  <a:pt x="5" y="20"/>
                  <a:pt x="23" y="31"/>
                  <a:pt x="38" y="34"/>
                </a:cubicBezTo>
                <a:cubicBezTo>
                  <a:pt x="42" y="30"/>
                  <a:pt x="47" y="29"/>
                  <a:pt x="52" y="29"/>
                </a:cubicBez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 name="Freeform 16"/>
          <p:cNvSpPr>
            <a:spLocks/>
          </p:cNvSpPr>
          <p:nvPr/>
        </p:nvSpPr>
        <p:spPr bwMode="auto">
          <a:xfrm>
            <a:off x="7741560" y="4814888"/>
            <a:ext cx="2792412" cy="1639888"/>
          </a:xfrm>
          <a:custGeom>
            <a:avLst/>
            <a:gdLst>
              <a:gd name="T0" fmla="*/ 22 w 63"/>
              <a:gd name="T1" fmla="*/ 1 h 37"/>
              <a:gd name="T2" fmla="*/ 16 w 63"/>
              <a:gd name="T3" fmla="*/ 0 h 37"/>
              <a:gd name="T4" fmla="*/ 5 w 63"/>
              <a:gd name="T5" fmla="*/ 4 h 37"/>
              <a:gd name="T6" fmla="*/ 0 w 63"/>
              <a:gd name="T7" fmla="*/ 18 h 37"/>
              <a:gd name="T8" fmla="*/ 5 w 63"/>
              <a:gd name="T9" fmla="*/ 33 h 37"/>
              <a:gd name="T10" fmla="*/ 16 w 63"/>
              <a:gd name="T11" fmla="*/ 37 h 37"/>
              <a:gd name="T12" fmla="*/ 16 w 63"/>
              <a:gd name="T13" fmla="*/ 37 h 37"/>
              <a:gd name="T14" fmla="*/ 63 w 63"/>
              <a:gd name="T15" fmla="*/ 18 h 37"/>
              <a:gd name="T16" fmla="*/ 22 w 63"/>
              <a:gd name="T17" fmla="*/ 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37">
                <a:moveTo>
                  <a:pt x="22" y="1"/>
                </a:moveTo>
                <a:cubicBezTo>
                  <a:pt x="20" y="0"/>
                  <a:pt x="18" y="0"/>
                  <a:pt x="16" y="0"/>
                </a:cubicBezTo>
                <a:cubicBezTo>
                  <a:pt x="11" y="0"/>
                  <a:pt x="8" y="1"/>
                  <a:pt x="5" y="4"/>
                </a:cubicBezTo>
                <a:cubicBezTo>
                  <a:pt x="2" y="7"/>
                  <a:pt x="0" y="12"/>
                  <a:pt x="0" y="18"/>
                </a:cubicBezTo>
                <a:cubicBezTo>
                  <a:pt x="0" y="25"/>
                  <a:pt x="2" y="30"/>
                  <a:pt x="5" y="33"/>
                </a:cubicBezTo>
                <a:cubicBezTo>
                  <a:pt x="7" y="36"/>
                  <a:pt x="11" y="37"/>
                  <a:pt x="16" y="37"/>
                </a:cubicBezTo>
                <a:cubicBezTo>
                  <a:pt x="16" y="37"/>
                  <a:pt x="16" y="37"/>
                  <a:pt x="16" y="37"/>
                </a:cubicBezTo>
                <a:cubicBezTo>
                  <a:pt x="33" y="37"/>
                  <a:pt x="57" y="22"/>
                  <a:pt x="63" y="18"/>
                </a:cubicBezTo>
                <a:cubicBezTo>
                  <a:pt x="58" y="15"/>
                  <a:pt x="38" y="3"/>
                  <a:pt x="22" y="1"/>
                </a:cubicBezTo>
                <a:close/>
              </a:path>
            </a:pathLst>
          </a:custGeom>
          <a:solidFill>
            <a:srgbClr val="D8D8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 name="文本框 91"/>
          <p:cNvSpPr txBox="1"/>
          <p:nvPr/>
        </p:nvSpPr>
        <p:spPr>
          <a:xfrm>
            <a:off x="940215" y="4943154"/>
            <a:ext cx="3555585" cy="1089529"/>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网络</a:t>
            </a:r>
            <a:r>
              <a:rPr lang="en-US" altLang="zh-CN" dirty="0">
                <a:solidFill>
                  <a:prstClr val="black">
                    <a:lumMod val="65000"/>
                    <a:lumOff val="35000"/>
                  </a:prstClr>
                </a:solidFill>
                <a:latin typeface="微软雅黑" panose="020B0503020204020204" pitchFamily="34" charset="-122"/>
              </a:rPr>
              <a:t>EPS</a:t>
            </a:r>
            <a:r>
              <a:rPr lang="zh-CN" altLang="en-US" dirty="0">
                <a:solidFill>
                  <a:prstClr val="black">
                    <a:lumMod val="65000"/>
                    <a:lumOff val="35000"/>
                  </a:prstClr>
                </a:solidFill>
                <a:latin typeface="微软雅黑" panose="020B0503020204020204" pitchFamily="34" charset="-122"/>
              </a:rPr>
              <a:t>素材改编；</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矢量图标可替换</a:t>
            </a:r>
            <a:r>
              <a:rPr lang="en-US" altLang="zh-CN" dirty="0">
                <a:solidFill>
                  <a:prstClr val="black">
                    <a:lumMod val="65000"/>
                    <a:lumOff val="35000"/>
                  </a:prstClr>
                </a:solidFill>
                <a:latin typeface="微软雅黑" panose="020B0503020204020204" pitchFamily="34" charset="-122"/>
              </a:rPr>
              <a:t>/</a:t>
            </a:r>
            <a:r>
              <a:rPr lang="zh-CN" altLang="en-US" dirty="0">
                <a:solidFill>
                  <a:prstClr val="black">
                    <a:lumMod val="65000"/>
                    <a:lumOff val="35000"/>
                  </a:prstClr>
                </a:solidFill>
                <a:latin typeface="微软雅黑" panose="020B0503020204020204" pitchFamily="34" charset="-122"/>
              </a:rPr>
              <a:t>删除；</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可根据实际排版调整大小。</a:t>
            </a:r>
            <a:endParaRPr lang="en-US" altLang="zh-CN" dirty="0">
              <a:solidFill>
                <a:prstClr val="black">
                  <a:lumMod val="65000"/>
                  <a:lumOff val="35000"/>
                </a:prstClr>
              </a:solidFill>
              <a:latin typeface="微软雅黑" panose="020B0503020204020204" pitchFamily="34" charset="-122"/>
            </a:endParaRPr>
          </a:p>
        </p:txBody>
      </p:sp>
      <p:grpSp>
        <p:nvGrpSpPr>
          <p:cNvPr id="93" name="组合 92"/>
          <p:cNvGrpSpPr/>
          <p:nvPr/>
        </p:nvGrpSpPr>
        <p:grpSpPr>
          <a:xfrm>
            <a:off x="7895207" y="601826"/>
            <a:ext cx="798966" cy="1080081"/>
            <a:chOff x="5176838" y="4859338"/>
            <a:chExt cx="342900" cy="463549"/>
          </a:xfrm>
          <a:solidFill>
            <a:schemeClr val="bg1"/>
          </a:solidFill>
        </p:grpSpPr>
        <p:sp>
          <p:nvSpPr>
            <p:cNvPr id="94" name="Freeform 6"/>
            <p:cNvSpPr>
              <a:spLocks noEditPoints="1"/>
            </p:cNvSpPr>
            <p:nvPr/>
          </p:nvSpPr>
          <p:spPr bwMode="auto">
            <a:xfrm>
              <a:off x="5176838" y="5016500"/>
              <a:ext cx="342900" cy="306387"/>
            </a:xfrm>
            <a:custGeom>
              <a:avLst/>
              <a:gdLst>
                <a:gd name="T0" fmla="*/ 39 w 39"/>
                <a:gd name="T1" fmla="*/ 16 h 35"/>
                <a:gd name="T2" fmla="*/ 35 w 39"/>
                <a:gd name="T3" fmla="*/ 12 h 35"/>
                <a:gd name="T4" fmla="*/ 29 w 39"/>
                <a:gd name="T5" fmla="*/ 15 h 35"/>
                <a:gd name="T6" fmla="*/ 26 w 39"/>
                <a:gd name="T7" fmla="*/ 12 h 35"/>
                <a:gd name="T8" fmla="*/ 20 w 39"/>
                <a:gd name="T9" fmla="*/ 15 h 35"/>
                <a:gd name="T10" fmla="*/ 16 w 39"/>
                <a:gd name="T11" fmla="*/ 12 h 35"/>
                <a:gd name="T12" fmla="*/ 10 w 39"/>
                <a:gd name="T13" fmla="*/ 15 h 35"/>
                <a:gd name="T14" fmla="*/ 9 w 39"/>
                <a:gd name="T15" fmla="*/ 16 h 35"/>
                <a:gd name="T16" fmla="*/ 6 w 39"/>
                <a:gd name="T17" fmla="*/ 0 h 35"/>
                <a:gd name="T18" fmla="*/ 2 w 39"/>
                <a:gd name="T19" fmla="*/ 6 h 35"/>
                <a:gd name="T20" fmla="*/ 9 w 39"/>
                <a:gd name="T21" fmla="*/ 35 h 35"/>
                <a:gd name="T22" fmla="*/ 39 w 39"/>
                <a:gd name="T23" fmla="*/ 35 h 35"/>
                <a:gd name="T24" fmla="*/ 39 w 39"/>
                <a:gd name="T25" fmla="*/ 16 h 35"/>
                <a:gd name="T26" fmla="*/ 17 w 39"/>
                <a:gd name="T27" fmla="*/ 23 h 35"/>
                <a:gd name="T28" fmla="*/ 12 w 39"/>
                <a:gd name="T29" fmla="*/ 22 h 35"/>
                <a:gd name="T30" fmla="*/ 14 w 39"/>
                <a:gd name="T31" fmla="*/ 17 h 35"/>
                <a:gd name="T32" fmla="*/ 18 w 39"/>
                <a:gd name="T33" fmla="*/ 19 h 35"/>
                <a:gd name="T34" fmla="*/ 27 w 39"/>
                <a:gd name="T35" fmla="*/ 31 h 35"/>
                <a:gd name="T36" fmla="*/ 22 w 39"/>
                <a:gd name="T37" fmla="*/ 32 h 35"/>
                <a:gd name="T38" fmla="*/ 21 w 39"/>
                <a:gd name="T39" fmla="*/ 28 h 35"/>
                <a:gd name="T40" fmla="*/ 26 w 39"/>
                <a:gd name="T41" fmla="*/ 26 h 35"/>
                <a:gd name="T42" fmla="*/ 27 w 39"/>
                <a:gd name="T43" fmla="*/ 31 h 35"/>
                <a:gd name="T44" fmla="*/ 26 w 39"/>
                <a:gd name="T45" fmla="*/ 23 h 35"/>
                <a:gd name="T46" fmla="*/ 21 w 39"/>
                <a:gd name="T47" fmla="*/ 22 h 35"/>
                <a:gd name="T48" fmla="*/ 22 w 39"/>
                <a:gd name="T49" fmla="*/ 17 h 35"/>
                <a:gd name="T50" fmla="*/ 27 w 39"/>
                <a:gd name="T51" fmla="*/ 19 h 35"/>
                <a:gd name="T52" fmla="*/ 36 w 39"/>
                <a:gd name="T53" fmla="*/ 31 h 35"/>
                <a:gd name="T54" fmla="*/ 31 w 39"/>
                <a:gd name="T55" fmla="*/ 32 h 35"/>
                <a:gd name="T56" fmla="*/ 30 w 39"/>
                <a:gd name="T57" fmla="*/ 28 h 35"/>
                <a:gd name="T58" fmla="*/ 35 w 39"/>
                <a:gd name="T59" fmla="*/ 26 h 35"/>
                <a:gd name="T60" fmla="*/ 36 w 39"/>
                <a:gd name="T61" fmla="*/ 31 h 35"/>
                <a:gd name="T62" fmla="*/ 35 w 39"/>
                <a:gd name="T63" fmla="*/ 23 h 35"/>
                <a:gd name="T64" fmla="*/ 30 w 39"/>
                <a:gd name="T65" fmla="*/ 22 h 35"/>
                <a:gd name="T66" fmla="*/ 31 w 39"/>
                <a:gd name="T67" fmla="*/ 17 h 35"/>
                <a:gd name="T68" fmla="*/ 36 w 39"/>
                <a:gd name="T69" fmla="*/ 1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9" h="35">
                  <a:moveTo>
                    <a:pt x="39" y="16"/>
                  </a:moveTo>
                  <a:cubicBezTo>
                    <a:pt x="39" y="16"/>
                    <a:pt x="39" y="16"/>
                    <a:pt x="39" y="16"/>
                  </a:cubicBezTo>
                  <a:cubicBezTo>
                    <a:pt x="39" y="16"/>
                    <a:pt x="39" y="15"/>
                    <a:pt x="38" y="15"/>
                  </a:cubicBezTo>
                  <a:cubicBezTo>
                    <a:pt x="35" y="12"/>
                    <a:pt x="35" y="12"/>
                    <a:pt x="35" y="12"/>
                  </a:cubicBezTo>
                  <a:cubicBezTo>
                    <a:pt x="34" y="11"/>
                    <a:pt x="33" y="11"/>
                    <a:pt x="32" y="12"/>
                  </a:cubicBezTo>
                  <a:cubicBezTo>
                    <a:pt x="29" y="15"/>
                    <a:pt x="29" y="15"/>
                    <a:pt x="29" y="15"/>
                  </a:cubicBezTo>
                  <a:cubicBezTo>
                    <a:pt x="29" y="15"/>
                    <a:pt x="29" y="15"/>
                    <a:pt x="29" y="15"/>
                  </a:cubicBezTo>
                  <a:cubicBezTo>
                    <a:pt x="26" y="12"/>
                    <a:pt x="26" y="12"/>
                    <a:pt x="26" y="12"/>
                  </a:cubicBezTo>
                  <a:cubicBezTo>
                    <a:pt x="25" y="11"/>
                    <a:pt x="24" y="11"/>
                    <a:pt x="23" y="12"/>
                  </a:cubicBezTo>
                  <a:cubicBezTo>
                    <a:pt x="20" y="15"/>
                    <a:pt x="20" y="15"/>
                    <a:pt x="20" y="15"/>
                  </a:cubicBezTo>
                  <a:cubicBezTo>
                    <a:pt x="19" y="15"/>
                    <a:pt x="19" y="15"/>
                    <a:pt x="19" y="15"/>
                  </a:cubicBezTo>
                  <a:cubicBezTo>
                    <a:pt x="16" y="12"/>
                    <a:pt x="16" y="12"/>
                    <a:pt x="16" y="12"/>
                  </a:cubicBezTo>
                  <a:cubicBezTo>
                    <a:pt x="15" y="11"/>
                    <a:pt x="14" y="11"/>
                    <a:pt x="13" y="12"/>
                  </a:cubicBezTo>
                  <a:cubicBezTo>
                    <a:pt x="10" y="15"/>
                    <a:pt x="10" y="15"/>
                    <a:pt x="10" y="15"/>
                  </a:cubicBezTo>
                  <a:cubicBezTo>
                    <a:pt x="10" y="15"/>
                    <a:pt x="9" y="16"/>
                    <a:pt x="9" y="16"/>
                  </a:cubicBezTo>
                  <a:cubicBezTo>
                    <a:pt x="9" y="16"/>
                    <a:pt x="9" y="16"/>
                    <a:pt x="9" y="16"/>
                  </a:cubicBezTo>
                  <a:cubicBezTo>
                    <a:pt x="8" y="2"/>
                    <a:pt x="8" y="2"/>
                    <a:pt x="8" y="2"/>
                  </a:cubicBezTo>
                  <a:cubicBezTo>
                    <a:pt x="8" y="1"/>
                    <a:pt x="8" y="0"/>
                    <a:pt x="6" y="0"/>
                  </a:cubicBezTo>
                  <a:cubicBezTo>
                    <a:pt x="4" y="0"/>
                    <a:pt x="4" y="0"/>
                    <a:pt x="4" y="0"/>
                  </a:cubicBezTo>
                  <a:cubicBezTo>
                    <a:pt x="3" y="0"/>
                    <a:pt x="2" y="1"/>
                    <a:pt x="2" y="6"/>
                  </a:cubicBezTo>
                  <a:cubicBezTo>
                    <a:pt x="0" y="35"/>
                    <a:pt x="0" y="35"/>
                    <a:pt x="0" y="35"/>
                  </a:cubicBezTo>
                  <a:cubicBezTo>
                    <a:pt x="9" y="35"/>
                    <a:pt x="9" y="35"/>
                    <a:pt x="9" y="35"/>
                  </a:cubicBezTo>
                  <a:cubicBezTo>
                    <a:pt x="11" y="35"/>
                    <a:pt x="11" y="35"/>
                    <a:pt x="11" y="35"/>
                  </a:cubicBezTo>
                  <a:cubicBezTo>
                    <a:pt x="39" y="35"/>
                    <a:pt x="39" y="35"/>
                    <a:pt x="39" y="35"/>
                  </a:cubicBezTo>
                  <a:cubicBezTo>
                    <a:pt x="39" y="17"/>
                    <a:pt x="39" y="17"/>
                    <a:pt x="39" y="17"/>
                  </a:cubicBezTo>
                  <a:cubicBezTo>
                    <a:pt x="39" y="17"/>
                    <a:pt x="39" y="17"/>
                    <a:pt x="39" y="16"/>
                  </a:cubicBezTo>
                  <a:close/>
                  <a:moveTo>
                    <a:pt x="18" y="22"/>
                  </a:moveTo>
                  <a:cubicBezTo>
                    <a:pt x="18" y="23"/>
                    <a:pt x="18" y="23"/>
                    <a:pt x="17" y="23"/>
                  </a:cubicBezTo>
                  <a:cubicBezTo>
                    <a:pt x="14" y="23"/>
                    <a:pt x="14" y="23"/>
                    <a:pt x="14" y="23"/>
                  </a:cubicBezTo>
                  <a:cubicBezTo>
                    <a:pt x="13" y="23"/>
                    <a:pt x="12" y="23"/>
                    <a:pt x="12" y="22"/>
                  </a:cubicBezTo>
                  <a:cubicBezTo>
                    <a:pt x="12" y="19"/>
                    <a:pt x="12" y="19"/>
                    <a:pt x="12" y="19"/>
                  </a:cubicBezTo>
                  <a:cubicBezTo>
                    <a:pt x="12" y="18"/>
                    <a:pt x="13" y="17"/>
                    <a:pt x="14" y="17"/>
                  </a:cubicBezTo>
                  <a:cubicBezTo>
                    <a:pt x="17" y="17"/>
                    <a:pt x="17" y="17"/>
                    <a:pt x="17" y="17"/>
                  </a:cubicBezTo>
                  <a:cubicBezTo>
                    <a:pt x="18" y="17"/>
                    <a:pt x="18" y="18"/>
                    <a:pt x="18" y="19"/>
                  </a:cubicBezTo>
                  <a:lnTo>
                    <a:pt x="18" y="22"/>
                  </a:lnTo>
                  <a:close/>
                  <a:moveTo>
                    <a:pt x="27" y="31"/>
                  </a:moveTo>
                  <a:cubicBezTo>
                    <a:pt x="27" y="32"/>
                    <a:pt x="26" y="32"/>
                    <a:pt x="26" y="32"/>
                  </a:cubicBezTo>
                  <a:cubicBezTo>
                    <a:pt x="22" y="32"/>
                    <a:pt x="22" y="32"/>
                    <a:pt x="22" y="32"/>
                  </a:cubicBezTo>
                  <a:cubicBezTo>
                    <a:pt x="21" y="32"/>
                    <a:pt x="21" y="32"/>
                    <a:pt x="21" y="31"/>
                  </a:cubicBezTo>
                  <a:cubicBezTo>
                    <a:pt x="21" y="28"/>
                    <a:pt x="21" y="28"/>
                    <a:pt x="21" y="28"/>
                  </a:cubicBezTo>
                  <a:cubicBezTo>
                    <a:pt x="21" y="27"/>
                    <a:pt x="21" y="26"/>
                    <a:pt x="22" y="26"/>
                  </a:cubicBezTo>
                  <a:cubicBezTo>
                    <a:pt x="26" y="26"/>
                    <a:pt x="26" y="26"/>
                    <a:pt x="26" y="26"/>
                  </a:cubicBezTo>
                  <a:cubicBezTo>
                    <a:pt x="26" y="26"/>
                    <a:pt x="27" y="27"/>
                    <a:pt x="27" y="28"/>
                  </a:cubicBezTo>
                  <a:lnTo>
                    <a:pt x="27" y="31"/>
                  </a:lnTo>
                  <a:close/>
                  <a:moveTo>
                    <a:pt x="27" y="22"/>
                  </a:moveTo>
                  <a:cubicBezTo>
                    <a:pt x="27" y="23"/>
                    <a:pt x="26" y="23"/>
                    <a:pt x="26" y="23"/>
                  </a:cubicBezTo>
                  <a:cubicBezTo>
                    <a:pt x="22" y="23"/>
                    <a:pt x="22" y="23"/>
                    <a:pt x="22" y="23"/>
                  </a:cubicBezTo>
                  <a:cubicBezTo>
                    <a:pt x="21" y="23"/>
                    <a:pt x="21" y="23"/>
                    <a:pt x="21" y="22"/>
                  </a:cubicBezTo>
                  <a:cubicBezTo>
                    <a:pt x="21" y="19"/>
                    <a:pt x="21" y="19"/>
                    <a:pt x="21" y="19"/>
                  </a:cubicBezTo>
                  <a:cubicBezTo>
                    <a:pt x="21" y="18"/>
                    <a:pt x="21" y="17"/>
                    <a:pt x="22" y="17"/>
                  </a:cubicBezTo>
                  <a:cubicBezTo>
                    <a:pt x="26" y="17"/>
                    <a:pt x="26" y="17"/>
                    <a:pt x="26" y="17"/>
                  </a:cubicBezTo>
                  <a:cubicBezTo>
                    <a:pt x="26" y="17"/>
                    <a:pt x="27" y="18"/>
                    <a:pt x="27" y="19"/>
                  </a:cubicBezTo>
                  <a:lnTo>
                    <a:pt x="27" y="22"/>
                  </a:lnTo>
                  <a:close/>
                  <a:moveTo>
                    <a:pt x="36" y="31"/>
                  </a:moveTo>
                  <a:cubicBezTo>
                    <a:pt x="36" y="32"/>
                    <a:pt x="35" y="32"/>
                    <a:pt x="35" y="32"/>
                  </a:cubicBezTo>
                  <a:cubicBezTo>
                    <a:pt x="31" y="32"/>
                    <a:pt x="31" y="32"/>
                    <a:pt x="31" y="32"/>
                  </a:cubicBezTo>
                  <a:cubicBezTo>
                    <a:pt x="30" y="32"/>
                    <a:pt x="30" y="32"/>
                    <a:pt x="30" y="31"/>
                  </a:cubicBezTo>
                  <a:cubicBezTo>
                    <a:pt x="30" y="28"/>
                    <a:pt x="30" y="28"/>
                    <a:pt x="30" y="28"/>
                  </a:cubicBezTo>
                  <a:cubicBezTo>
                    <a:pt x="30" y="27"/>
                    <a:pt x="30" y="26"/>
                    <a:pt x="31" y="26"/>
                  </a:cubicBezTo>
                  <a:cubicBezTo>
                    <a:pt x="35" y="26"/>
                    <a:pt x="35" y="26"/>
                    <a:pt x="35" y="26"/>
                  </a:cubicBezTo>
                  <a:cubicBezTo>
                    <a:pt x="35" y="26"/>
                    <a:pt x="36" y="27"/>
                    <a:pt x="36" y="28"/>
                  </a:cubicBezTo>
                  <a:lnTo>
                    <a:pt x="36" y="31"/>
                  </a:lnTo>
                  <a:close/>
                  <a:moveTo>
                    <a:pt x="36" y="22"/>
                  </a:moveTo>
                  <a:cubicBezTo>
                    <a:pt x="36" y="23"/>
                    <a:pt x="35" y="23"/>
                    <a:pt x="35" y="23"/>
                  </a:cubicBezTo>
                  <a:cubicBezTo>
                    <a:pt x="31" y="23"/>
                    <a:pt x="31" y="23"/>
                    <a:pt x="31" y="23"/>
                  </a:cubicBezTo>
                  <a:cubicBezTo>
                    <a:pt x="30" y="23"/>
                    <a:pt x="30" y="23"/>
                    <a:pt x="30" y="22"/>
                  </a:cubicBezTo>
                  <a:cubicBezTo>
                    <a:pt x="30" y="19"/>
                    <a:pt x="30" y="19"/>
                    <a:pt x="30" y="19"/>
                  </a:cubicBezTo>
                  <a:cubicBezTo>
                    <a:pt x="30" y="18"/>
                    <a:pt x="30" y="17"/>
                    <a:pt x="31" y="17"/>
                  </a:cubicBezTo>
                  <a:cubicBezTo>
                    <a:pt x="35" y="17"/>
                    <a:pt x="35" y="17"/>
                    <a:pt x="35" y="17"/>
                  </a:cubicBezTo>
                  <a:cubicBezTo>
                    <a:pt x="35" y="17"/>
                    <a:pt x="36" y="18"/>
                    <a:pt x="36" y="19"/>
                  </a:cubicBezTo>
                  <a:lnTo>
                    <a:pt x="36"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 name="Freeform 7"/>
            <p:cNvSpPr>
              <a:spLocks/>
            </p:cNvSpPr>
            <p:nvPr/>
          </p:nvSpPr>
          <p:spPr bwMode="auto">
            <a:xfrm>
              <a:off x="5221288" y="4859338"/>
              <a:ext cx="174625" cy="147637"/>
            </a:xfrm>
            <a:custGeom>
              <a:avLst/>
              <a:gdLst>
                <a:gd name="T0" fmla="*/ 2 w 20"/>
                <a:gd name="T1" fmla="*/ 16 h 17"/>
                <a:gd name="T2" fmla="*/ 5 w 20"/>
                <a:gd name="T3" fmla="*/ 16 h 17"/>
                <a:gd name="T4" fmla="*/ 6 w 20"/>
                <a:gd name="T5" fmla="*/ 15 h 17"/>
                <a:gd name="T6" fmla="*/ 6 w 20"/>
                <a:gd name="T7" fmla="*/ 15 h 17"/>
                <a:gd name="T8" fmla="*/ 11 w 20"/>
                <a:gd name="T9" fmla="*/ 15 h 17"/>
                <a:gd name="T10" fmla="*/ 11 w 20"/>
                <a:gd name="T11" fmla="*/ 14 h 17"/>
                <a:gd name="T12" fmla="*/ 14 w 20"/>
                <a:gd name="T13" fmla="*/ 13 h 17"/>
                <a:gd name="T14" fmla="*/ 15 w 20"/>
                <a:gd name="T15" fmla="*/ 13 h 17"/>
                <a:gd name="T16" fmla="*/ 19 w 20"/>
                <a:gd name="T17" fmla="*/ 13 h 17"/>
                <a:gd name="T18" fmla="*/ 19 w 20"/>
                <a:gd name="T19" fmla="*/ 8 h 17"/>
                <a:gd name="T20" fmla="*/ 18 w 20"/>
                <a:gd name="T21" fmla="*/ 8 h 17"/>
                <a:gd name="T22" fmla="*/ 17 w 20"/>
                <a:gd name="T23" fmla="*/ 2 h 17"/>
                <a:gd name="T24" fmla="*/ 11 w 20"/>
                <a:gd name="T25" fmla="*/ 2 h 17"/>
                <a:gd name="T26" fmla="*/ 10 w 20"/>
                <a:gd name="T27" fmla="*/ 3 h 17"/>
                <a:gd name="T28" fmla="*/ 10 w 20"/>
                <a:gd name="T29" fmla="*/ 3 h 17"/>
                <a:gd name="T30" fmla="*/ 6 w 20"/>
                <a:gd name="T31" fmla="*/ 3 h 17"/>
                <a:gd name="T32" fmla="*/ 5 w 20"/>
                <a:gd name="T33" fmla="*/ 4 h 17"/>
                <a:gd name="T34" fmla="*/ 2 w 20"/>
                <a:gd name="T35" fmla="*/ 5 h 17"/>
                <a:gd name="T36" fmla="*/ 2 w 20"/>
                <a:gd name="T37" fmla="*/ 9 h 17"/>
                <a:gd name="T38" fmla="*/ 1 w 20"/>
                <a:gd name="T39" fmla="*/ 10 h 17"/>
                <a:gd name="T40" fmla="*/ 1 w 20"/>
                <a:gd name="T41" fmla="*/ 13 h 17"/>
                <a:gd name="T42" fmla="*/ 2 w 20"/>
                <a:gd name="T43"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17">
                  <a:moveTo>
                    <a:pt x="2" y="16"/>
                  </a:moveTo>
                  <a:cubicBezTo>
                    <a:pt x="3" y="17"/>
                    <a:pt x="4" y="17"/>
                    <a:pt x="5" y="16"/>
                  </a:cubicBezTo>
                  <a:cubicBezTo>
                    <a:pt x="6" y="16"/>
                    <a:pt x="6" y="16"/>
                    <a:pt x="6" y="15"/>
                  </a:cubicBezTo>
                  <a:cubicBezTo>
                    <a:pt x="6" y="15"/>
                    <a:pt x="6" y="15"/>
                    <a:pt x="6" y="15"/>
                  </a:cubicBezTo>
                  <a:cubicBezTo>
                    <a:pt x="7" y="16"/>
                    <a:pt x="9" y="16"/>
                    <a:pt x="11" y="15"/>
                  </a:cubicBezTo>
                  <a:cubicBezTo>
                    <a:pt x="11" y="15"/>
                    <a:pt x="11" y="15"/>
                    <a:pt x="11" y="14"/>
                  </a:cubicBezTo>
                  <a:cubicBezTo>
                    <a:pt x="12" y="15"/>
                    <a:pt x="14" y="14"/>
                    <a:pt x="14" y="13"/>
                  </a:cubicBezTo>
                  <a:cubicBezTo>
                    <a:pt x="15" y="13"/>
                    <a:pt x="15" y="13"/>
                    <a:pt x="15" y="13"/>
                  </a:cubicBezTo>
                  <a:cubicBezTo>
                    <a:pt x="16" y="14"/>
                    <a:pt x="18" y="14"/>
                    <a:pt x="19" y="13"/>
                  </a:cubicBezTo>
                  <a:cubicBezTo>
                    <a:pt x="20" y="11"/>
                    <a:pt x="20" y="9"/>
                    <a:pt x="19" y="8"/>
                  </a:cubicBezTo>
                  <a:cubicBezTo>
                    <a:pt x="19" y="8"/>
                    <a:pt x="19" y="8"/>
                    <a:pt x="18" y="8"/>
                  </a:cubicBezTo>
                  <a:cubicBezTo>
                    <a:pt x="19" y="6"/>
                    <a:pt x="19" y="4"/>
                    <a:pt x="17" y="2"/>
                  </a:cubicBezTo>
                  <a:cubicBezTo>
                    <a:pt x="16" y="0"/>
                    <a:pt x="13" y="1"/>
                    <a:pt x="11" y="2"/>
                  </a:cubicBezTo>
                  <a:cubicBezTo>
                    <a:pt x="11" y="3"/>
                    <a:pt x="11" y="3"/>
                    <a:pt x="10" y="3"/>
                  </a:cubicBezTo>
                  <a:cubicBezTo>
                    <a:pt x="10" y="3"/>
                    <a:pt x="10" y="3"/>
                    <a:pt x="10" y="3"/>
                  </a:cubicBezTo>
                  <a:cubicBezTo>
                    <a:pt x="9" y="1"/>
                    <a:pt x="7" y="1"/>
                    <a:pt x="6" y="3"/>
                  </a:cubicBezTo>
                  <a:cubicBezTo>
                    <a:pt x="5" y="3"/>
                    <a:pt x="5" y="3"/>
                    <a:pt x="5" y="4"/>
                  </a:cubicBezTo>
                  <a:cubicBezTo>
                    <a:pt x="4" y="4"/>
                    <a:pt x="3" y="4"/>
                    <a:pt x="2" y="5"/>
                  </a:cubicBezTo>
                  <a:cubicBezTo>
                    <a:pt x="1" y="6"/>
                    <a:pt x="1" y="8"/>
                    <a:pt x="2" y="9"/>
                  </a:cubicBezTo>
                  <a:cubicBezTo>
                    <a:pt x="2" y="9"/>
                    <a:pt x="1" y="9"/>
                    <a:pt x="1" y="10"/>
                  </a:cubicBezTo>
                  <a:cubicBezTo>
                    <a:pt x="0" y="11"/>
                    <a:pt x="0" y="12"/>
                    <a:pt x="1" y="13"/>
                  </a:cubicBezTo>
                  <a:cubicBezTo>
                    <a:pt x="0" y="14"/>
                    <a:pt x="1" y="16"/>
                    <a:pt x="2"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00" name="组合 99"/>
          <p:cNvGrpSpPr/>
          <p:nvPr/>
        </p:nvGrpSpPr>
        <p:grpSpPr>
          <a:xfrm>
            <a:off x="7953537" y="4914467"/>
            <a:ext cx="1029448" cy="1278901"/>
            <a:chOff x="2332943" y="2327604"/>
            <a:chExt cx="465138" cy="577849"/>
          </a:xfrm>
          <a:solidFill>
            <a:schemeClr val="tx1">
              <a:lumMod val="65000"/>
              <a:lumOff val="35000"/>
            </a:schemeClr>
          </a:solidFill>
        </p:grpSpPr>
        <p:sp>
          <p:nvSpPr>
            <p:cNvPr id="101" name="Freeform 21"/>
            <p:cNvSpPr>
              <a:spLocks/>
            </p:cNvSpPr>
            <p:nvPr/>
          </p:nvSpPr>
          <p:spPr bwMode="auto">
            <a:xfrm>
              <a:off x="2701243" y="2573666"/>
              <a:ext cx="69850" cy="122237"/>
            </a:xfrm>
            <a:custGeom>
              <a:avLst/>
              <a:gdLst>
                <a:gd name="T0" fmla="*/ 1 w 8"/>
                <a:gd name="T1" fmla="*/ 14 h 14"/>
                <a:gd name="T2" fmla="*/ 4 w 8"/>
                <a:gd name="T3" fmla="*/ 11 h 14"/>
                <a:gd name="T4" fmla="*/ 7 w 8"/>
                <a:gd name="T5" fmla="*/ 0 h 14"/>
                <a:gd name="T6" fmla="*/ 1 w 8"/>
                <a:gd name="T7" fmla="*/ 10 h 14"/>
                <a:gd name="T8" fmla="*/ 1 w 8"/>
                <a:gd name="T9" fmla="*/ 14 h 14"/>
              </a:gdLst>
              <a:ahLst/>
              <a:cxnLst>
                <a:cxn ang="0">
                  <a:pos x="T0" y="T1"/>
                </a:cxn>
                <a:cxn ang="0">
                  <a:pos x="T2" y="T3"/>
                </a:cxn>
                <a:cxn ang="0">
                  <a:pos x="T4" y="T5"/>
                </a:cxn>
                <a:cxn ang="0">
                  <a:pos x="T6" y="T7"/>
                </a:cxn>
                <a:cxn ang="0">
                  <a:pos x="T8" y="T9"/>
                </a:cxn>
              </a:cxnLst>
              <a:rect l="0" t="0" r="r" b="b"/>
              <a:pathLst>
                <a:path w="8" h="14">
                  <a:moveTo>
                    <a:pt x="1" y="14"/>
                  </a:moveTo>
                  <a:cubicBezTo>
                    <a:pt x="2" y="14"/>
                    <a:pt x="3" y="13"/>
                    <a:pt x="4" y="11"/>
                  </a:cubicBezTo>
                  <a:cubicBezTo>
                    <a:pt x="5" y="9"/>
                    <a:pt x="8" y="1"/>
                    <a:pt x="7" y="0"/>
                  </a:cubicBezTo>
                  <a:cubicBezTo>
                    <a:pt x="7" y="0"/>
                    <a:pt x="2" y="8"/>
                    <a:pt x="1" y="10"/>
                  </a:cubicBezTo>
                  <a:cubicBezTo>
                    <a:pt x="0" y="12"/>
                    <a:pt x="0" y="14"/>
                    <a:pt x="1"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 name="Freeform 22"/>
            <p:cNvSpPr>
              <a:spLocks/>
            </p:cNvSpPr>
            <p:nvPr/>
          </p:nvSpPr>
          <p:spPr bwMode="auto">
            <a:xfrm>
              <a:off x="2710768" y="2722891"/>
              <a:ext cx="87313" cy="112712"/>
            </a:xfrm>
            <a:custGeom>
              <a:avLst/>
              <a:gdLst>
                <a:gd name="T0" fmla="*/ 1 w 10"/>
                <a:gd name="T1" fmla="*/ 0 h 13"/>
                <a:gd name="T2" fmla="*/ 2 w 10"/>
                <a:gd name="T3" fmla="*/ 4 h 13"/>
                <a:gd name="T4" fmla="*/ 9 w 10"/>
                <a:gd name="T5" fmla="*/ 13 h 13"/>
                <a:gd name="T6" fmla="*/ 4 w 10"/>
                <a:gd name="T7" fmla="*/ 3 h 13"/>
                <a:gd name="T8" fmla="*/ 1 w 10"/>
                <a:gd name="T9" fmla="*/ 0 h 13"/>
              </a:gdLst>
              <a:ahLst/>
              <a:cxnLst>
                <a:cxn ang="0">
                  <a:pos x="T0" y="T1"/>
                </a:cxn>
                <a:cxn ang="0">
                  <a:pos x="T2" y="T3"/>
                </a:cxn>
                <a:cxn ang="0">
                  <a:pos x="T4" y="T5"/>
                </a:cxn>
                <a:cxn ang="0">
                  <a:pos x="T6" y="T7"/>
                </a:cxn>
                <a:cxn ang="0">
                  <a:pos x="T8" y="T9"/>
                </a:cxn>
              </a:cxnLst>
              <a:rect l="0" t="0" r="r" b="b"/>
              <a:pathLst>
                <a:path w="10" h="13">
                  <a:moveTo>
                    <a:pt x="1" y="0"/>
                  </a:moveTo>
                  <a:cubicBezTo>
                    <a:pt x="0" y="1"/>
                    <a:pt x="0" y="2"/>
                    <a:pt x="2" y="4"/>
                  </a:cubicBezTo>
                  <a:cubicBezTo>
                    <a:pt x="3" y="6"/>
                    <a:pt x="9" y="13"/>
                    <a:pt x="9" y="13"/>
                  </a:cubicBezTo>
                  <a:cubicBezTo>
                    <a:pt x="10" y="12"/>
                    <a:pt x="6" y="5"/>
                    <a:pt x="4" y="3"/>
                  </a:cubicBezTo>
                  <a:cubicBezTo>
                    <a:pt x="3"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 name="Freeform 23"/>
            <p:cNvSpPr>
              <a:spLocks/>
            </p:cNvSpPr>
            <p:nvPr/>
          </p:nvSpPr>
          <p:spPr bwMode="auto">
            <a:xfrm>
              <a:off x="2552018" y="2695903"/>
              <a:ext cx="131763" cy="34925"/>
            </a:xfrm>
            <a:custGeom>
              <a:avLst/>
              <a:gdLst>
                <a:gd name="T0" fmla="*/ 11 w 15"/>
                <a:gd name="T1" fmla="*/ 0 h 4"/>
                <a:gd name="T2" fmla="*/ 0 w 15"/>
                <a:gd name="T3" fmla="*/ 3 h 4"/>
                <a:gd name="T4" fmla="*/ 11 w 15"/>
                <a:gd name="T5" fmla="*/ 3 h 4"/>
                <a:gd name="T6" fmla="*/ 15 w 15"/>
                <a:gd name="T7" fmla="*/ 1 h 4"/>
                <a:gd name="T8" fmla="*/ 11 w 15"/>
                <a:gd name="T9" fmla="*/ 0 h 4"/>
              </a:gdLst>
              <a:ahLst/>
              <a:cxnLst>
                <a:cxn ang="0">
                  <a:pos x="T0" y="T1"/>
                </a:cxn>
                <a:cxn ang="0">
                  <a:pos x="T2" y="T3"/>
                </a:cxn>
                <a:cxn ang="0">
                  <a:pos x="T4" y="T5"/>
                </a:cxn>
                <a:cxn ang="0">
                  <a:pos x="T6" y="T7"/>
                </a:cxn>
                <a:cxn ang="0">
                  <a:pos x="T8" y="T9"/>
                </a:cxn>
              </a:cxnLst>
              <a:rect l="0" t="0" r="r" b="b"/>
              <a:pathLst>
                <a:path w="15" h="4">
                  <a:moveTo>
                    <a:pt x="11" y="0"/>
                  </a:moveTo>
                  <a:cubicBezTo>
                    <a:pt x="9" y="1"/>
                    <a:pt x="0" y="2"/>
                    <a:pt x="0" y="3"/>
                  </a:cubicBezTo>
                  <a:cubicBezTo>
                    <a:pt x="0" y="4"/>
                    <a:pt x="9" y="3"/>
                    <a:pt x="11" y="3"/>
                  </a:cubicBezTo>
                  <a:cubicBezTo>
                    <a:pt x="13" y="3"/>
                    <a:pt x="15" y="2"/>
                    <a:pt x="15" y="1"/>
                  </a:cubicBezTo>
                  <a:cubicBezTo>
                    <a:pt x="15" y="1"/>
                    <a:pt x="13" y="0"/>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4" name="Freeform 24"/>
            <p:cNvSpPr>
              <a:spLocks/>
            </p:cNvSpPr>
            <p:nvPr/>
          </p:nvSpPr>
          <p:spPr bwMode="auto">
            <a:xfrm>
              <a:off x="2683780" y="2703841"/>
              <a:ext cx="26988" cy="26987"/>
            </a:xfrm>
            <a:custGeom>
              <a:avLst/>
              <a:gdLst>
                <a:gd name="T0" fmla="*/ 2 w 3"/>
                <a:gd name="T1" fmla="*/ 0 h 3"/>
                <a:gd name="T2" fmla="*/ 1 w 3"/>
                <a:gd name="T3" fmla="*/ 1 h 3"/>
                <a:gd name="T4" fmla="*/ 1 w 3"/>
                <a:gd name="T5" fmla="*/ 2 h 3"/>
                <a:gd name="T6" fmla="*/ 3 w 3"/>
                <a:gd name="T7" fmla="*/ 2 h 3"/>
                <a:gd name="T8" fmla="*/ 2 w 3"/>
                <a:gd name="T9" fmla="*/ 0 h 3"/>
              </a:gdLst>
              <a:ahLst/>
              <a:cxnLst>
                <a:cxn ang="0">
                  <a:pos x="T0" y="T1"/>
                </a:cxn>
                <a:cxn ang="0">
                  <a:pos x="T2" y="T3"/>
                </a:cxn>
                <a:cxn ang="0">
                  <a:pos x="T4" y="T5"/>
                </a:cxn>
                <a:cxn ang="0">
                  <a:pos x="T6" y="T7"/>
                </a:cxn>
                <a:cxn ang="0">
                  <a:pos x="T8" y="T9"/>
                </a:cxn>
              </a:cxnLst>
              <a:rect l="0" t="0" r="r" b="b"/>
              <a:pathLst>
                <a:path w="3" h="3">
                  <a:moveTo>
                    <a:pt x="2" y="0"/>
                  </a:moveTo>
                  <a:cubicBezTo>
                    <a:pt x="2" y="0"/>
                    <a:pt x="1" y="0"/>
                    <a:pt x="1" y="1"/>
                  </a:cubicBezTo>
                  <a:cubicBezTo>
                    <a:pt x="0" y="1"/>
                    <a:pt x="1" y="2"/>
                    <a:pt x="1" y="2"/>
                  </a:cubicBezTo>
                  <a:cubicBezTo>
                    <a:pt x="2" y="3"/>
                    <a:pt x="3" y="2"/>
                    <a:pt x="3" y="2"/>
                  </a:cubicBezTo>
                  <a:cubicBezTo>
                    <a:pt x="3" y="1"/>
                    <a:pt x="3"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5" name="Freeform 25"/>
            <p:cNvSpPr>
              <a:spLocks/>
            </p:cNvSpPr>
            <p:nvPr/>
          </p:nvSpPr>
          <p:spPr bwMode="auto">
            <a:xfrm>
              <a:off x="2666318" y="2730828"/>
              <a:ext cx="61913" cy="174625"/>
            </a:xfrm>
            <a:custGeom>
              <a:avLst/>
              <a:gdLst>
                <a:gd name="T0" fmla="*/ 4 w 7"/>
                <a:gd name="T1" fmla="*/ 0 h 20"/>
                <a:gd name="T2" fmla="*/ 0 w 7"/>
                <a:gd name="T3" fmla="*/ 20 h 20"/>
                <a:gd name="T4" fmla="*/ 7 w 7"/>
                <a:gd name="T5" fmla="*/ 20 h 20"/>
                <a:gd name="T6" fmla="*/ 4 w 7"/>
                <a:gd name="T7" fmla="*/ 0 h 20"/>
              </a:gdLst>
              <a:ahLst/>
              <a:cxnLst>
                <a:cxn ang="0">
                  <a:pos x="T0" y="T1"/>
                </a:cxn>
                <a:cxn ang="0">
                  <a:pos x="T2" y="T3"/>
                </a:cxn>
                <a:cxn ang="0">
                  <a:pos x="T4" y="T5"/>
                </a:cxn>
                <a:cxn ang="0">
                  <a:pos x="T6" y="T7"/>
                </a:cxn>
              </a:cxnLst>
              <a:rect l="0" t="0" r="r" b="b"/>
              <a:pathLst>
                <a:path w="7" h="20">
                  <a:moveTo>
                    <a:pt x="4" y="0"/>
                  </a:moveTo>
                  <a:cubicBezTo>
                    <a:pt x="2" y="0"/>
                    <a:pt x="1" y="12"/>
                    <a:pt x="0" y="20"/>
                  </a:cubicBezTo>
                  <a:cubicBezTo>
                    <a:pt x="7" y="20"/>
                    <a:pt x="7" y="20"/>
                    <a:pt x="7" y="20"/>
                  </a:cubicBezTo>
                  <a:cubicBezTo>
                    <a:pt x="7" y="12"/>
                    <a:pt x="5"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6" name="Freeform 26"/>
            <p:cNvSpPr>
              <a:spLocks/>
            </p:cNvSpPr>
            <p:nvPr/>
          </p:nvSpPr>
          <p:spPr bwMode="auto">
            <a:xfrm>
              <a:off x="2517093" y="2327604"/>
              <a:ext cx="44450" cy="228600"/>
            </a:xfrm>
            <a:custGeom>
              <a:avLst/>
              <a:gdLst>
                <a:gd name="T0" fmla="*/ 3 w 5"/>
                <a:gd name="T1" fmla="*/ 26 h 26"/>
                <a:gd name="T2" fmla="*/ 5 w 5"/>
                <a:gd name="T3" fmla="*/ 19 h 26"/>
                <a:gd name="T4" fmla="*/ 1 w 5"/>
                <a:gd name="T5" fmla="*/ 1 h 26"/>
                <a:gd name="T6" fmla="*/ 0 w 5"/>
                <a:gd name="T7" fmla="*/ 19 h 26"/>
                <a:gd name="T8" fmla="*/ 3 w 5"/>
                <a:gd name="T9" fmla="*/ 26 h 26"/>
              </a:gdLst>
              <a:ahLst/>
              <a:cxnLst>
                <a:cxn ang="0">
                  <a:pos x="T0" y="T1"/>
                </a:cxn>
                <a:cxn ang="0">
                  <a:pos x="T2" y="T3"/>
                </a:cxn>
                <a:cxn ang="0">
                  <a:pos x="T4" y="T5"/>
                </a:cxn>
                <a:cxn ang="0">
                  <a:pos x="T6" y="T7"/>
                </a:cxn>
                <a:cxn ang="0">
                  <a:pos x="T8" y="T9"/>
                </a:cxn>
              </a:cxnLst>
              <a:rect l="0" t="0" r="r" b="b"/>
              <a:pathLst>
                <a:path w="5" h="26">
                  <a:moveTo>
                    <a:pt x="3" y="26"/>
                  </a:moveTo>
                  <a:cubicBezTo>
                    <a:pt x="5" y="26"/>
                    <a:pt x="5" y="23"/>
                    <a:pt x="5" y="19"/>
                  </a:cubicBezTo>
                  <a:cubicBezTo>
                    <a:pt x="5" y="15"/>
                    <a:pt x="3" y="0"/>
                    <a:pt x="1" y="1"/>
                  </a:cubicBezTo>
                  <a:cubicBezTo>
                    <a:pt x="0" y="1"/>
                    <a:pt x="0" y="15"/>
                    <a:pt x="0" y="19"/>
                  </a:cubicBezTo>
                  <a:cubicBezTo>
                    <a:pt x="1" y="23"/>
                    <a:pt x="2" y="26"/>
                    <a:pt x="3"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7" name="Freeform 27"/>
            <p:cNvSpPr>
              <a:spLocks/>
            </p:cNvSpPr>
            <p:nvPr/>
          </p:nvSpPr>
          <p:spPr bwMode="auto">
            <a:xfrm>
              <a:off x="2569480" y="2573666"/>
              <a:ext cx="211138" cy="122237"/>
            </a:xfrm>
            <a:custGeom>
              <a:avLst/>
              <a:gdLst>
                <a:gd name="T0" fmla="*/ 1 w 24"/>
                <a:gd name="T1" fmla="*/ 2 h 14"/>
                <a:gd name="T2" fmla="*/ 6 w 24"/>
                <a:gd name="T3" fmla="*/ 7 h 14"/>
                <a:gd name="T4" fmla="*/ 24 w 24"/>
                <a:gd name="T5" fmla="*/ 13 h 14"/>
                <a:gd name="T6" fmla="*/ 8 w 24"/>
                <a:gd name="T7" fmla="*/ 2 h 14"/>
                <a:gd name="T8" fmla="*/ 1 w 24"/>
                <a:gd name="T9" fmla="*/ 2 h 14"/>
              </a:gdLst>
              <a:ahLst/>
              <a:cxnLst>
                <a:cxn ang="0">
                  <a:pos x="T0" y="T1"/>
                </a:cxn>
                <a:cxn ang="0">
                  <a:pos x="T2" y="T3"/>
                </a:cxn>
                <a:cxn ang="0">
                  <a:pos x="T4" y="T5"/>
                </a:cxn>
                <a:cxn ang="0">
                  <a:pos x="T6" y="T7"/>
                </a:cxn>
                <a:cxn ang="0">
                  <a:pos x="T8" y="T9"/>
                </a:cxn>
              </a:cxnLst>
              <a:rect l="0" t="0" r="r" b="b"/>
              <a:pathLst>
                <a:path w="24" h="14">
                  <a:moveTo>
                    <a:pt x="1" y="2"/>
                  </a:moveTo>
                  <a:cubicBezTo>
                    <a:pt x="0" y="3"/>
                    <a:pt x="3" y="5"/>
                    <a:pt x="6" y="7"/>
                  </a:cubicBezTo>
                  <a:cubicBezTo>
                    <a:pt x="10" y="8"/>
                    <a:pt x="23" y="14"/>
                    <a:pt x="24" y="13"/>
                  </a:cubicBezTo>
                  <a:cubicBezTo>
                    <a:pt x="24" y="11"/>
                    <a:pt x="12" y="4"/>
                    <a:pt x="8" y="2"/>
                  </a:cubicBezTo>
                  <a:cubicBezTo>
                    <a:pt x="5" y="1"/>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 name="Freeform 28"/>
            <p:cNvSpPr>
              <a:spLocks/>
            </p:cNvSpPr>
            <p:nvPr/>
          </p:nvSpPr>
          <p:spPr bwMode="auto">
            <a:xfrm>
              <a:off x="2332943" y="2581603"/>
              <a:ext cx="193675" cy="149225"/>
            </a:xfrm>
            <a:custGeom>
              <a:avLst/>
              <a:gdLst>
                <a:gd name="T0" fmla="*/ 14 w 22"/>
                <a:gd name="T1" fmla="*/ 3 h 17"/>
                <a:gd name="T2" fmla="*/ 1 w 22"/>
                <a:gd name="T3" fmla="*/ 15 h 17"/>
                <a:gd name="T4" fmla="*/ 17 w 22"/>
                <a:gd name="T5" fmla="*/ 7 h 17"/>
                <a:gd name="T6" fmla="*/ 22 w 22"/>
                <a:gd name="T7" fmla="*/ 1 h 17"/>
                <a:gd name="T8" fmla="*/ 14 w 22"/>
                <a:gd name="T9" fmla="*/ 3 h 17"/>
              </a:gdLst>
              <a:ahLst/>
              <a:cxnLst>
                <a:cxn ang="0">
                  <a:pos x="T0" y="T1"/>
                </a:cxn>
                <a:cxn ang="0">
                  <a:pos x="T2" y="T3"/>
                </a:cxn>
                <a:cxn ang="0">
                  <a:pos x="T4" y="T5"/>
                </a:cxn>
                <a:cxn ang="0">
                  <a:pos x="T6" y="T7"/>
                </a:cxn>
                <a:cxn ang="0">
                  <a:pos x="T8" y="T9"/>
                </a:cxn>
              </a:cxnLst>
              <a:rect l="0" t="0" r="r" b="b"/>
              <a:pathLst>
                <a:path w="22" h="17">
                  <a:moveTo>
                    <a:pt x="14" y="3"/>
                  </a:moveTo>
                  <a:cubicBezTo>
                    <a:pt x="11" y="5"/>
                    <a:pt x="0" y="14"/>
                    <a:pt x="1" y="15"/>
                  </a:cubicBezTo>
                  <a:cubicBezTo>
                    <a:pt x="1" y="17"/>
                    <a:pt x="14" y="9"/>
                    <a:pt x="17" y="7"/>
                  </a:cubicBezTo>
                  <a:cubicBezTo>
                    <a:pt x="20" y="5"/>
                    <a:pt x="22" y="2"/>
                    <a:pt x="22" y="1"/>
                  </a:cubicBezTo>
                  <a:cubicBezTo>
                    <a:pt x="21" y="0"/>
                    <a:pt x="18" y="1"/>
                    <a:pt x="1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 name="Freeform 29"/>
            <p:cNvSpPr>
              <a:spLocks/>
            </p:cNvSpPr>
            <p:nvPr/>
          </p:nvSpPr>
          <p:spPr bwMode="auto">
            <a:xfrm>
              <a:off x="2526618" y="2564141"/>
              <a:ext cx="42863" cy="44450"/>
            </a:xfrm>
            <a:custGeom>
              <a:avLst/>
              <a:gdLst>
                <a:gd name="T0" fmla="*/ 2 w 5"/>
                <a:gd name="T1" fmla="*/ 0 h 5"/>
                <a:gd name="T2" fmla="*/ 0 w 5"/>
                <a:gd name="T3" fmla="*/ 3 h 5"/>
                <a:gd name="T4" fmla="*/ 3 w 5"/>
                <a:gd name="T5" fmla="*/ 5 h 5"/>
                <a:gd name="T6" fmla="*/ 5 w 5"/>
                <a:gd name="T7" fmla="*/ 2 h 5"/>
                <a:gd name="T8" fmla="*/ 2 w 5"/>
                <a:gd name="T9" fmla="*/ 0 h 5"/>
              </a:gdLst>
              <a:ahLst/>
              <a:cxnLst>
                <a:cxn ang="0">
                  <a:pos x="T0" y="T1"/>
                </a:cxn>
                <a:cxn ang="0">
                  <a:pos x="T2" y="T3"/>
                </a:cxn>
                <a:cxn ang="0">
                  <a:pos x="T4" y="T5"/>
                </a:cxn>
                <a:cxn ang="0">
                  <a:pos x="T6" y="T7"/>
                </a:cxn>
                <a:cxn ang="0">
                  <a:pos x="T8" y="T9"/>
                </a:cxn>
              </a:cxnLst>
              <a:rect l="0" t="0" r="r" b="b"/>
              <a:pathLst>
                <a:path w="5" h="5">
                  <a:moveTo>
                    <a:pt x="2" y="0"/>
                  </a:moveTo>
                  <a:cubicBezTo>
                    <a:pt x="1" y="0"/>
                    <a:pt x="0" y="1"/>
                    <a:pt x="0" y="3"/>
                  </a:cubicBezTo>
                  <a:cubicBezTo>
                    <a:pt x="0" y="4"/>
                    <a:pt x="2" y="5"/>
                    <a:pt x="3" y="5"/>
                  </a:cubicBezTo>
                  <a:cubicBezTo>
                    <a:pt x="4" y="5"/>
                    <a:pt x="5" y="4"/>
                    <a:pt x="5" y="2"/>
                  </a:cubicBezTo>
                  <a:cubicBezTo>
                    <a:pt x="5" y="1"/>
                    <a:pt x="4"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0" name="Freeform 30"/>
            <p:cNvSpPr>
              <a:spLocks/>
            </p:cNvSpPr>
            <p:nvPr/>
          </p:nvSpPr>
          <p:spPr bwMode="auto">
            <a:xfrm>
              <a:off x="2499630" y="2626053"/>
              <a:ext cx="104775" cy="279400"/>
            </a:xfrm>
            <a:custGeom>
              <a:avLst/>
              <a:gdLst>
                <a:gd name="T0" fmla="*/ 6 w 12"/>
                <a:gd name="T1" fmla="*/ 0 h 32"/>
                <a:gd name="T2" fmla="*/ 0 w 12"/>
                <a:gd name="T3" fmla="*/ 32 h 32"/>
                <a:gd name="T4" fmla="*/ 12 w 12"/>
                <a:gd name="T5" fmla="*/ 32 h 32"/>
                <a:gd name="T6" fmla="*/ 6 w 12"/>
                <a:gd name="T7" fmla="*/ 0 h 32"/>
              </a:gdLst>
              <a:ahLst/>
              <a:cxnLst>
                <a:cxn ang="0">
                  <a:pos x="T0" y="T1"/>
                </a:cxn>
                <a:cxn ang="0">
                  <a:pos x="T2" y="T3"/>
                </a:cxn>
                <a:cxn ang="0">
                  <a:pos x="T4" y="T5"/>
                </a:cxn>
                <a:cxn ang="0">
                  <a:pos x="T6" y="T7"/>
                </a:cxn>
              </a:cxnLst>
              <a:rect l="0" t="0" r="r" b="b"/>
              <a:pathLst>
                <a:path w="12" h="32">
                  <a:moveTo>
                    <a:pt x="6" y="0"/>
                  </a:moveTo>
                  <a:cubicBezTo>
                    <a:pt x="3" y="0"/>
                    <a:pt x="1" y="19"/>
                    <a:pt x="0" y="32"/>
                  </a:cubicBezTo>
                  <a:cubicBezTo>
                    <a:pt x="12" y="32"/>
                    <a:pt x="12" y="32"/>
                    <a:pt x="12" y="32"/>
                  </a:cubicBezTo>
                  <a:cubicBezTo>
                    <a:pt x="11" y="19"/>
                    <a:pt x="9"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11" name="组合 110"/>
          <p:cNvGrpSpPr/>
          <p:nvPr/>
        </p:nvGrpSpPr>
        <p:grpSpPr>
          <a:xfrm>
            <a:off x="8068399" y="2105589"/>
            <a:ext cx="957448" cy="1120103"/>
            <a:chOff x="4678363" y="4491038"/>
            <a:chExt cx="411162" cy="481012"/>
          </a:xfrm>
          <a:solidFill>
            <a:schemeClr val="bg1"/>
          </a:solidFill>
        </p:grpSpPr>
        <p:sp>
          <p:nvSpPr>
            <p:cNvPr id="112" name="Freeform 31"/>
            <p:cNvSpPr>
              <a:spLocks/>
            </p:cNvSpPr>
            <p:nvPr/>
          </p:nvSpPr>
          <p:spPr bwMode="auto">
            <a:xfrm>
              <a:off x="4756150" y="4491038"/>
              <a:ext cx="201613" cy="174625"/>
            </a:xfrm>
            <a:custGeom>
              <a:avLst/>
              <a:gdLst>
                <a:gd name="T0" fmla="*/ 2 w 23"/>
                <a:gd name="T1" fmla="*/ 19 h 20"/>
                <a:gd name="T2" fmla="*/ 6 w 23"/>
                <a:gd name="T3" fmla="*/ 18 h 20"/>
                <a:gd name="T4" fmla="*/ 7 w 23"/>
                <a:gd name="T5" fmla="*/ 17 h 20"/>
                <a:gd name="T6" fmla="*/ 7 w 23"/>
                <a:gd name="T7" fmla="*/ 17 h 20"/>
                <a:gd name="T8" fmla="*/ 12 w 23"/>
                <a:gd name="T9" fmla="*/ 17 h 20"/>
                <a:gd name="T10" fmla="*/ 13 w 23"/>
                <a:gd name="T11" fmla="*/ 16 h 20"/>
                <a:gd name="T12" fmla="*/ 17 w 23"/>
                <a:gd name="T13" fmla="*/ 15 h 20"/>
                <a:gd name="T14" fmla="*/ 17 w 23"/>
                <a:gd name="T15" fmla="*/ 15 h 20"/>
                <a:gd name="T16" fmla="*/ 22 w 23"/>
                <a:gd name="T17" fmla="*/ 14 h 20"/>
                <a:gd name="T18" fmla="*/ 22 w 23"/>
                <a:gd name="T19" fmla="*/ 9 h 20"/>
                <a:gd name="T20" fmla="*/ 21 w 23"/>
                <a:gd name="T21" fmla="*/ 9 h 20"/>
                <a:gd name="T22" fmla="*/ 20 w 23"/>
                <a:gd name="T23" fmla="*/ 2 h 20"/>
                <a:gd name="T24" fmla="*/ 12 w 23"/>
                <a:gd name="T25" fmla="*/ 2 h 20"/>
                <a:gd name="T26" fmla="*/ 12 w 23"/>
                <a:gd name="T27" fmla="*/ 3 h 20"/>
                <a:gd name="T28" fmla="*/ 12 w 23"/>
                <a:gd name="T29" fmla="*/ 2 h 20"/>
                <a:gd name="T30" fmla="*/ 7 w 23"/>
                <a:gd name="T31" fmla="*/ 2 h 20"/>
                <a:gd name="T32" fmla="*/ 6 w 23"/>
                <a:gd name="T33" fmla="*/ 4 h 20"/>
                <a:gd name="T34" fmla="*/ 3 w 23"/>
                <a:gd name="T35" fmla="*/ 5 h 20"/>
                <a:gd name="T36" fmla="*/ 2 w 23"/>
                <a:gd name="T37" fmla="*/ 10 h 20"/>
                <a:gd name="T38" fmla="*/ 1 w 23"/>
                <a:gd name="T39" fmla="*/ 11 h 20"/>
                <a:gd name="T40" fmla="*/ 1 w 23"/>
                <a:gd name="T41" fmla="*/ 15 h 20"/>
                <a:gd name="T42" fmla="*/ 2 w 23"/>
                <a:gd name="T43"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 h="20">
                  <a:moveTo>
                    <a:pt x="2" y="19"/>
                  </a:moveTo>
                  <a:cubicBezTo>
                    <a:pt x="3" y="20"/>
                    <a:pt x="5" y="20"/>
                    <a:pt x="6" y="18"/>
                  </a:cubicBezTo>
                  <a:cubicBezTo>
                    <a:pt x="7" y="18"/>
                    <a:pt x="7" y="18"/>
                    <a:pt x="7" y="17"/>
                  </a:cubicBezTo>
                  <a:cubicBezTo>
                    <a:pt x="7" y="17"/>
                    <a:pt x="7" y="17"/>
                    <a:pt x="7" y="17"/>
                  </a:cubicBezTo>
                  <a:cubicBezTo>
                    <a:pt x="8" y="19"/>
                    <a:pt x="11" y="19"/>
                    <a:pt x="12" y="17"/>
                  </a:cubicBezTo>
                  <a:cubicBezTo>
                    <a:pt x="13" y="17"/>
                    <a:pt x="13" y="16"/>
                    <a:pt x="13" y="16"/>
                  </a:cubicBezTo>
                  <a:cubicBezTo>
                    <a:pt x="14" y="17"/>
                    <a:pt x="16" y="16"/>
                    <a:pt x="17" y="15"/>
                  </a:cubicBezTo>
                  <a:cubicBezTo>
                    <a:pt x="17" y="15"/>
                    <a:pt x="17" y="15"/>
                    <a:pt x="17" y="15"/>
                  </a:cubicBezTo>
                  <a:cubicBezTo>
                    <a:pt x="19" y="16"/>
                    <a:pt x="21" y="15"/>
                    <a:pt x="22" y="14"/>
                  </a:cubicBezTo>
                  <a:cubicBezTo>
                    <a:pt x="23" y="13"/>
                    <a:pt x="23" y="10"/>
                    <a:pt x="22" y="9"/>
                  </a:cubicBezTo>
                  <a:cubicBezTo>
                    <a:pt x="22" y="9"/>
                    <a:pt x="22" y="9"/>
                    <a:pt x="21" y="9"/>
                  </a:cubicBezTo>
                  <a:cubicBezTo>
                    <a:pt x="23" y="6"/>
                    <a:pt x="22" y="4"/>
                    <a:pt x="20" y="2"/>
                  </a:cubicBezTo>
                  <a:cubicBezTo>
                    <a:pt x="18" y="0"/>
                    <a:pt x="15" y="0"/>
                    <a:pt x="12" y="2"/>
                  </a:cubicBezTo>
                  <a:cubicBezTo>
                    <a:pt x="12" y="2"/>
                    <a:pt x="12" y="3"/>
                    <a:pt x="12" y="3"/>
                  </a:cubicBezTo>
                  <a:cubicBezTo>
                    <a:pt x="12" y="3"/>
                    <a:pt x="12" y="2"/>
                    <a:pt x="12" y="2"/>
                  </a:cubicBezTo>
                  <a:cubicBezTo>
                    <a:pt x="10" y="1"/>
                    <a:pt x="8" y="1"/>
                    <a:pt x="7" y="2"/>
                  </a:cubicBezTo>
                  <a:cubicBezTo>
                    <a:pt x="6" y="3"/>
                    <a:pt x="6" y="3"/>
                    <a:pt x="6" y="4"/>
                  </a:cubicBezTo>
                  <a:cubicBezTo>
                    <a:pt x="5" y="4"/>
                    <a:pt x="3" y="4"/>
                    <a:pt x="3" y="5"/>
                  </a:cubicBezTo>
                  <a:cubicBezTo>
                    <a:pt x="1" y="6"/>
                    <a:pt x="1" y="8"/>
                    <a:pt x="2" y="10"/>
                  </a:cubicBezTo>
                  <a:cubicBezTo>
                    <a:pt x="2" y="10"/>
                    <a:pt x="1" y="10"/>
                    <a:pt x="1" y="11"/>
                  </a:cubicBezTo>
                  <a:cubicBezTo>
                    <a:pt x="0" y="12"/>
                    <a:pt x="0" y="14"/>
                    <a:pt x="1" y="15"/>
                  </a:cubicBezTo>
                  <a:cubicBezTo>
                    <a:pt x="0" y="16"/>
                    <a:pt x="1" y="18"/>
                    <a:pt x="2"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3" name="Freeform 32"/>
            <p:cNvSpPr>
              <a:spLocks/>
            </p:cNvSpPr>
            <p:nvPr/>
          </p:nvSpPr>
          <p:spPr bwMode="auto">
            <a:xfrm>
              <a:off x="4678363" y="4675188"/>
              <a:ext cx="244475" cy="296862"/>
            </a:xfrm>
            <a:custGeom>
              <a:avLst/>
              <a:gdLst>
                <a:gd name="T0" fmla="*/ 28 w 28"/>
                <a:gd name="T1" fmla="*/ 32 h 34"/>
                <a:gd name="T2" fmla="*/ 25 w 28"/>
                <a:gd name="T3" fmla="*/ 34 h 34"/>
                <a:gd name="T4" fmla="*/ 2 w 28"/>
                <a:gd name="T5" fmla="*/ 34 h 34"/>
                <a:gd name="T6" fmla="*/ 0 w 28"/>
                <a:gd name="T7" fmla="*/ 32 h 34"/>
                <a:gd name="T8" fmla="*/ 4 w 28"/>
                <a:gd name="T9" fmla="*/ 2 h 34"/>
                <a:gd name="T10" fmla="*/ 5 w 28"/>
                <a:gd name="T11" fmla="*/ 0 h 34"/>
                <a:gd name="T12" fmla="*/ 14 w 28"/>
                <a:gd name="T13" fmla="*/ 0 h 34"/>
                <a:gd name="T14" fmla="*/ 23 w 28"/>
                <a:gd name="T15" fmla="*/ 0 h 34"/>
                <a:gd name="T16" fmla="*/ 24 w 28"/>
                <a:gd name="T17" fmla="*/ 2 h 34"/>
                <a:gd name="T18" fmla="*/ 28 w 28"/>
                <a:gd name="T19" fmla="*/ 3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34">
                  <a:moveTo>
                    <a:pt x="28" y="32"/>
                  </a:moveTo>
                  <a:cubicBezTo>
                    <a:pt x="28" y="33"/>
                    <a:pt x="27" y="34"/>
                    <a:pt x="25" y="34"/>
                  </a:cubicBezTo>
                  <a:cubicBezTo>
                    <a:pt x="2" y="34"/>
                    <a:pt x="2" y="34"/>
                    <a:pt x="2" y="34"/>
                  </a:cubicBezTo>
                  <a:cubicBezTo>
                    <a:pt x="1" y="34"/>
                    <a:pt x="0" y="33"/>
                    <a:pt x="0" y="32"/>
                  </a:cubicBezTo>
                  <a:cubicBezTo>
                    <a:pt x="0" y="32"/>
                    <a:pt x="4" y="13"/>
                    <a:pt x="4" y="2"/>
                  </a:cubicBezTo>
                  <a:cubicBezTo>
                    <a:pt x="4" y="1"/>
                    <a:pt x="4" y="0"/>
                    <a:pt x="5" y="0"/>
                  </a:cubicBezTo>
                  <a:cubicBezTo>
                    <a:pt x="5" y="0"/>
                    <a:pt x="8" y="0"/>
                    <a:pt x="14" y="0"/>
                  </a:cubicBezTo>
                  <a:cubicBezTo>
                    <a:pt x="20" y="0"/>
                    <a:pt x="23" y="0"/>
                    <a:pt x="23" y="0"/>
                  </a:cubicBezTo>
                  <a:cubicBezTo>
                    <a:pt x="24" y="0"/>
                    <a:pt x="24" y="1"/>
                    <a:pt x="24" y="2"/>
                  </a:cubicBezTo>
                  <a:cubicBezTo>
                    <a:pt x="24" y="8"/>
                    <a:pt x="28" y="32"/>
                    <a:pt x="28"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4" name="Freeform 33"/>
            <p:cNvSpPr>
              <a:spLocks/>
            </p:cNvSpPr>
            <p:nvPr/>
          </p:nvSpPr>
          <p:spPr bwMode="auto">
            <a:xfrm>
              <a:off x="4905375" y="4787900"/>
              <a:ext cx="149225" cy="184150"/>
            </a:xfrm>
            <a:custGeom>
              <a:avLst/>
              <a:gdLst>
                <a:gd name="T0" fmla="*/ 17 w 17"/>
                <a:gd name="T1" fmla="*/ 20 h 21"/>
                <a:gd name="T2" fmla="*/ 15 w 17"/>
                <a:gd name="T3" fmla="*/ 21 h 21"/>
                <a:gd name="T4" fmla="*/ 1 w 17"/>
                <a:gd name="T5" fmla="*/ 21 h 21"/>
                <a:gd name="T6" fmla="*/ 0 w 17"/>
                <a:gd name="T7" fmla="*/ 20 h 21"/>
                <a:gd name="T8" fmla="*/ 2 w 17"/>
                <a:gd name="T9" fmla="*/ 1 h 21"/>
                <a:gd name="T10" fmla="*/ 3 w 17"/>
                <a:gd name="T11" fmla="*/ 0 h 21"/>
                <a:gd name="T12" fmla="*/ 8 w 17"/>
                <a:gd name="T13" fmla="*/ 0 h 21"/>
                <a:gd name="T14" fmla="*/ 13 w 17"/>
                <a:gd name="T15" fmla="*/ 0 h 21"/>
                <a:gd name="T16" fmla="*/ 15 w 17"/>
                <a:gd name="T17" fmla="*/ 1 h 21"/>
                <a:gd name="T18" fmla="*/ 17 w 17"/>
                <a:gd name="T19" fmla="*/ 2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21">
                  <a:moveTo>
                    <a:pt x="17" y="20"/>
                  </a:moveTo>
                  <a:cubicBezTo>
                    <a:pt x="17" y="21"/>
                    <a:pt x="16" y="21"/>
                    <a:pt x="15" y="21"/>
                  </a:cubicBezTo>
                  <a:cubicBezTo>
                    <a:pt x="1" y="21"/>
                    <a:pt x="1" y="21"/>
                    <a:pt x="1" y="21"/>
                  </a:cubicBezTo>
                  <a:cubicBezTo>
                    <a:pt x="0" y="21"/>
                    <a:pt x="0" y="21"/>
                    <a:pt x="0" y="20"/>
                  </a:cubicBezTo>
                  <a:cubicBezTo>
                    <a:pt x="0" y="20"/>
                    <a:pt x="2" y="8"/>
                    <a:pt x="2" y="1"/>
                  </a:cubicBezTo>
                  <a:cubicBezTo>
                    <a:pt x="2" y="1"/>
                    <a:pt x="2" y="0"/>
                    <a:pt x="3" y="0"/>
                  </a:cubicBezTo>
                  <a:cubicBezTo>
                    <a:pt x="3" y="0"/>
                    <a:pt x="5" y="0"/>
                    <a:pt x="8" y="0"/>
                  </a:cubicBezTo>
                  <a:cubicBezTo>
                    <a:pt x="12" y="0"/>
                    <a:pt x="13" y="0"/>
                    <a:pt x="13" y="0"/>
                  </a:cubicBezTo>
                  <a:cubicBezTo>
                    <a:pt x="14" y="0"/>
                    <a:pt x="15" y="1"/>
                    <a:pt x="15" y="1"/>
                  </a:cubicBezTo>
                  <a:cubicBezTo>
                    <a:pt x="15" y="5"/>
                    <a:pt x="17" y="20"/>
                    <a:pt x="17"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5" name="Freeform 34"/>
            <p:cNvSpPr>
              <a:spLocks/>
            </p:cNvSpPr>
            <p:nvPr/>
          </p:nvSpPr>
          <p:spPr bwMode="auto">
            <a:xfrm>
              <a:off x="4949825" y="4640263"/>
              <a:ext cx="139700" cy="139700"/>
            </a:xfrm>
            <a:custGeom>
              <a:avLst/>
              <a:gdLst>
                <a:gd name="T0" fmla="*/ 3 w 16"/>
                <a:gd name="T1" fmla="*/ 16 h 16"/>
                <a:gd name="T2" fmla="*/ 5 w 16"/>
                <a:gd name="T3" fmla="*/ 15 h 16"/>
                <a:gd name="T4" fmla="*/ 6 w 16"/>
                <a:gd name="T5" fmla="*/ 14 h 16"/>
                <a:gd name="T6" fmla="*/ 6 w 16"/>
                <a:gd name="T7" fmla="*/ 14 h 16"/>
                <a:gd name="T8" fmla="*/ 9 w 16"/>
                <a:gd name="T9" fmla="*/ 13 h 16"/>
                <a:gd name="T10" fmla="*/ 10 w 16"/>
                <a:gd name="T11" fmla="*/ 12 h 16"/>
                <a:gd name="T12" fmla="*/ 12 w 16"/>
                <a:gd name="T13" fmla="*/ 11 h 16"/>
                <a:gd name="T14" fmla="*/ 12 w 16"/>
                <a:gd name="T15" fmla="*/ 10 h 16"/>
                <a:gd name="T16" fmla="*/ 15 w 16"/>
                <a:gd name="T17" fmla="*/ 9 h 16"/>
                <a:gd name="T18" fmla="*/ 14 w 16"/>
                <a:gd name="T19" fmla="*/ 6 h 16"/>
                <a:gd name="T20" fmla="*/ 14 w 16"/>
                <a:gd name="T21" fmla="*/ 6 h 16"/>
                <a:gd name="T22" fmla="*/ 12 w 16"/>
                <a:gd name="T23" fmla="*/ 1 h 16"/>
                <a:gd name="T24" fmla="*/ 7 w 16"/>
                <a:gd name="T25" fmla="*/ 3 h 16"/>
                <a:gd name="T26" fmla="*/ 7 w 16"/>
                <a:gd name="T27" fmla="*/ 3 h 16"/>
                <a:gd name="T28" fmla="*/ 6 w 16"/>
                <a:gd name="T29" fmla="*/ 3 h 16"/>
                <a:gd name="T30" fmla="*/ 3 w 16"/>
                <a:gd name="T31" fmla="*/ 4 h 16"/>
                <a:gd name="T32" fmla="*/ 3 w 16"/>
                <a:gd name="T33" fmla="*/ 5 h 16"/>
                <a:gd name="T34" fmla="*/ 1 w 16"/>
                <a:gd name="T35" fmla="*/ 6 h 16"/>
                <a:gd name="T36" fmla="*/ 1 w 16"/>
                <a:gd name="T37" fmla="*/ 10 h 16"/>
                <a:gd name="T38" fmla="*/ 1 w 16"/>
                <a:gd name="T39" fmla="*/ 10 h 16"/>
                <a:gd name="T40" fmla="*/ 1 w 16"/>
                <a:gd name="T41" fmla="*/ 13 h 16"/>
                <a:gd name="T42" fmla="*/ 3 w 16"/>
                <a:gd name="T43"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 h="16">
                  <a:moveTo>
                    <a:pt x="3" y="16"/>
                  </a:moveTo>
                  <a:cubicBezTo>
                    <a:pt x="4" y="16"/>
                    <a:pt x="5" y="16"/>
                    <a:pt x="5" y="15"/>
                  </a:cubicBezTo>
                  <a:cubicBezTo>
                    <a:pt x="6" y="14"/>
                    <a:pt x="6" y="14"/>
                    <a:pt x="6" y="14"/>
                  </a:cubicBezTo>
                  <a:cubicBezTo>
                    <a:pt x="6" y="14"/>
                    <a:pt x="6" y="14"/>
                    <a:pt x="6" y="14"/>
                  </a:cubicBezTo>
                  <a:cubicBezTo>
                    <a:pt x="7" y="14"/>
                    <a:pt x="9" y="14"/>
                    <a:pt x="9" y="13"/>
                  </a:cubicBezTo>
                  <a:cubicBezTo>
                    <a:pt x="9" y="12"/>
                    <a:pt x="9" y="12"/>
                    <a:pt x="10" y="12"/>
                  </a:cubicBezTo>
                  <a:cubicBezTo>
                    <a:pt x="11" y="12"/>
                    <a:pt x="11" y="12"/>
                    <a:pt x="12" y="11"/>
                  </a:cubicBezTo>
                  <a:cubicBezTo>
                    <a:pt x="12" y="11"/>
                    <a:pt x="12" y="10"/>
                    <a:pt x="12" y="10"/>
                  </a:cubicBezTo>
                  <a:cubicBezTo>
                    <a:pt x="13" y="11"/>
                    <a:pt x="15" y="10"/>
                    <a:pt x="15" y="9"/>
                  </a:cubicBezTo>
                  <a:cubicBezTo>
                    <a:pt x="16" y="8"/>
                    <a:pt x="15" y="6"/>
                    <a:pt x="14" y="6"/>
                  </a:cubicBezTo>
                  <a:cubicBezTo>
                    <a:pt x="14" y="6"/>
                    <a:pt x="14" y="6"/>
                    <a:pt x="14" y="6"/>
                  </a:cubicBezTo>
                  <a:cubicBezTo>
                    <a:pt x="14" y="4"/>
                    <a:pt x="14" y="2"/>
                    <a:pt x="12" y="1"/>
                  </a:cubicBezTo>
                  <a:cubicBezTo>
                    <a:pt x="10" y="0"/>
                    <a:pt x="8" y="1"/>
                    <a:pt x="7" y="3"/>
                  </a:cubicBezTo>
                  <a:cubicBezTo>
                    <a:pt x="7" y="3"/>
                    <a:pt x="7" y="3"/>
                    <a:pt x="7" y="3"/>
                  </a:cubicBezTo>
                  <a:cubicBezTo>
                    <a:pt x="7" y="3"/>
                    <a:pt x="7" y="3"/>
                    <a:pt x="6" y="3"/>
                  </a:cubicBezTo>
                  <a:cubicBezTo>
                    <a:pt x="5" y="2"/>
                    <a:pt x="4" y="3"/>
                    <a:pt x="3" y="4"/>
                  </a:cubicBezTo>
                  <a:cubicBezTo>
                    <a:pt x="3" y="4"/>
                    <a:pt x="3" y="5"/>
                    <a:pt x="3" y="5"/>
                  </a:cubicBezTo>
                  <a:cubicBezTo>
                    <a:pt x="2" y="5"/>
                    <a:pt x="1" y="6"/>
                    <a:pt x="1" y="6"/>
                  </a:cubicBezTo>
                  <a:cubicBezTo>
                    <a:pt x="0" y="8"/>
                    <a:pt x="1" y="9"/>
                    <a:pt x="1" y="10"/>
                  </a:cubicBezTo>
                  <a:cubicBezTo>
                    <a:pt x="1" y="10"/>
                    <a:pt x="1" y="10"/>
                    <a:pt x="1" y="10"/>
                  </a:cubicBezTo>
                  <a:cubicBezTo>
                    <a:pt x="0" y="11"/>
                    <a:pt x="0" y="13"/>
                    <a:pt x="1" y="13"/>
                  </a:cubicBezTo>
                  <a:cubicBezTo>
                    <a:pt x="1" y="14"/>
                    <a:pt x="2" y="15"/>
                    <a:pt x="3"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16" name="组合 115"/>
          <p:cNvGrpSpPr/>
          <p:nvPr/>
        </p:nvGrpSpPr>
        <p:grpSpPr>
          <a:xfrm>
            <a:off x="7923401" y="3764782"/>
            <a:ext cx="819704" cy="657885"/>
            <a:chOff x="5099050" y="1914525"/>
            <a:chExt cx="490538" cy="393700"/>
          </a:xfrm>
          <a:solidFill>
            <a:schemeClr val="bg1"/>
          </a:solidFill>
        </p:grpSpPr>
        <p:sp>
          <p:nvSpPr>
            <p:cNvPr id="117" name="Freeform 35"/>
            <p:cNvSpPr>
              <a:spLocks noEditPoints="1"/>
            </p:cNvSpPr>
            <p:nvPr/>
          </p:nvSpPr>
          <p:spPr bwMode="auto">
            <a:xfrm>
              <a:off x="5099050" y="1914525"/>
              <a:ext cx="95250" cy="77787"/>
            </a:xfrm>
            <a:custGeom>
              <a:avLst/>
              <a:gdLst>
                <a:gd name="T0" fmla="*/ 11 w 11"/>
                <a:gd name="T1" fmla="*/ 1 h 9"/>
                <a:gd name="T2" fmla="*/ 3 w 11"/>
                <a:gd name="T3" fmla="*/ 2 h 9"/>
                <a:gd name="T4" fmla="*/ 0 w 11"/>
                <a:gd name="T5" fmla="*/ 1 h 9"/>
                <a:gd name="T6" fmla="*/ 2 w 11"/>
                <a:gd name="T7" fmla="*/ 6 h 9"/>
                <a:gd name="T8" fmla="*/ 0 w 11"/>
                <a:gd name="T9" fmla="*/ 8 h 9"/>
                <a:gd name="T10" fmla="*/ 2 w 11"/>
                <a:gd name="T11" fmla="*/ 9 h 9"/>
                <a:gd name="T12" fmla="*/ 9 w 11"/>
                <a:gd name="T13" fmla="*/ 7 h 9"/>
                <a:gd name="T14" fmla="*/ 11 w 11"/>
                <a:gd name="T15" fmla="*/ 8 h 9"/>
                <a:gd name="T16" fmla="*/ 11 w 11"/>
                <a:gd name="T17" fmla="*/ 1 h 9"/>
                <a:gd name="T18" fmla="*/ 7 w 11"/>
                <a:gd name="T19" fmla="*/ 6 h 9"/>
                <a:gd name="T20" fmla="*/ 5 w 11"/>
                <a:gd name="T21" fmla="*/ 6 h 9"/>
                <a:gd name="T22" fmla="*/ 4 w 11"/>
                <a:gd name="T23" fmla="*/ 5 h 9"/>
                <a:gd name="T24" fmla="*/ 7 w 11"/>
                <a:gd name="T25" fmla="*/ 2 h 9"/>
                <a:gd name="T26" fmla="*/ 7 w 11"/>
                <a:gd name="T2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9">
                  <a:moveTo>
                    <a:pt x="11" y="1"/>
                  </a:moveTo>
                  <a:cubicBezTo>
                    <a:pt x="8" y="0"/>
                    <a:pt x="5" y="1"/>
                    <a:pt x="3" y="2"/>
                  </a:cubicBezTo>
                  <a:cubicBezTo>
                    <a:pt x="1" y="3"/>
                    <a:pt x="0" y="2"/>
                    <a:pt x="0" y="1"/>
                  </a:cubicBezTo>
                  <a:cubicBezTo>
                    <a:pt x="0" y="2"/>
                    <a:pt x="1" y="5"/>
                    <a:pt x="2" y="6"/>
                  </a:cubicBezTo>
                  <a:cubicBezTo>
                    <a:pt x="1" y="7"/>
                    <a:pt x="1" y="7"/>
                    <a:pt x="0" y="8"/>
                  </a:cubicBezTo>
                  <a:cubicBezTo>
                    <a:pt x="0" y="8"/>
                    <a:pt x="1" y="9"/>
                    <a:pt x="2" y="9"/>
                  </a:cubicBezTo>
                  <a:cubicBezTo>
                    <a:pt x="4" y="9"/>
                    <a:pt x="7" y="7"/>
                    <a:pt x="9" y="7"/>
                  </a:cubicBezTo>
                  <a:cubicBezTo>
                    <a:pt x="10" y="6"/>
                    <a:pt x="11" y="8"/>
                    <a:pt x="11" y="8"/>
                  </a:cubicBezTo>
                  <a:cubicBezTo>
                    <a:pt x="11" y="5"/>
                    <a:pt x="11" y="3"/>
                    <a:pt x="11" y="1"/>
                  </a:cubicBezTo>
                  <a:close/>
                  <a:moveTo>
                    <a:pt x="7" y="6"/>
                  </a:moveTo>
                  <a:cubicBezTo>
                    <a:pt x="7" y="6"/>
                    <a:pt x="6" y="7"/>
                    <a:pt x="5" y="6"/>
                  </a:cubicBezTo>
                  <a:cubicBezTo>
                    <a:pt x="4" y="6"/>
                    <a:pt x="4" y="5"/>
                    <a:pt x="4" y="5"/>
                  </a:cubicBezTo>
                  <a:cubicBezTo>
                    <a:pt x="5" y="4"/>
                    <a:pt x="6" y="3"/>
                    <a:pt x="7" y="2"/>
                  </a:cubicBezTo>
                  <a:cubicBezTo>
                    <a:pt x="7" y="3"/>
                    <a:pt x="7" y="5"/>
                    <a:pt x="7"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8" name="Freeform 36"/>
            <p:cNvSpPr>
              <a:spLocks noEditPoints="1"/>
            </p:cNvSpPr>
            <p:nvPr/>
          </p:nvSpPr>
          <p:spPr bwMode="auto">
            <a:xfrm>
              <a:off x="5124450" y="1914525"/>
              <a:ext cx="376238" cy="393700"/>
            </a:xfrm>
            <a:custGeom>
              <a:avLst/>
              <a:gdLst>
                <a:gd name="T0" fmla="*/ 39 w 43"/>
                <a:gd name="T1" fmla="*/ 21 h 45"/>
                <a:gd name="T2" fmla="*/ 37 w 43"/>
                <a:gd name="T3" fmla="*/ 31 h 45"/>
                <a:gd name="T4" fmla="*/ 37 w 43"/>
                <a:gd name="T5" fmla="*/ 39 h 45"/>
                <a:gd name="T6" fmla="*/ 21 w 43"/>
                <a:gd name="T7" fmla="*/ 42 h 45"/>
                <a:gd name="T8" fmla="*/ 19 w 43"/>
                <a:gd name="T9" fmla="*/ 39 h 45"/>
                <a:gd name="T10" fmla="*/ 19 w 43"/>
                <a:gd name="T11" fmla="*/ 31 h 45"/>
                <a:gd name="T12" fmla="*/ 17 w 43"/>
                <a:gd name="T13" fmla="*/ 14 h 45"/>
                <a:gd name="T14" fmla="*/ 14 w 43"/>
                <a:gd name="T15" fmla="*/ 14 h 45"/>
                <a:gd name="T16" fmla="*/ 10 w 43"/>
                <a:gd name="T17" fmla="*/ 14 h 45"/>
                <a:gd name="T18" fmla="*/ 9 w 43"/>
                <a:gd name="T19" fmla="*/ 0 h 45"/>
                <a:gd name="T20" fmla="*/ 9 w 43"/>
                <a:gd name="T21" fmla="*/ 14 h 45"/>
                <a:gd name="T22" fmla="*/ 2 w 43"/>
                <a:gd name="T23" fmla="*/ 14 h 45"/>
                <a:gd name="T24" fmla="*/ 0 w 43"/>
                <a:gd name="T25" fmla="*/ 45 h 45"/>
                <a:gd name="T26" fmla="*/ 16 w 43"/>
                <a:gd name="T27" fmla="*/ 45 h 45"/>
                <a:gd name="T28" fmla="*/ 19 w 43"/>
                <a:gd name="T29" fmla="*/ 45 h 45"/>
                <a:gd name="T30" fmla="*/ 43 w 43"/>
                <a:gd name="T31" fmla="*/ 45 h 45"/>
                <a:gd name="T32" fmla="*/ 41 w 43"/>
                <a:gd name="T33" fmla="*/ 21 h 45"/>
                <a:gd name="T34" fmla="*/ 7 w 43"/>
                <a:gd name="T35" fmla="*/ 36 h 45"/>
                <a:gd name="T36" fmla="*/ 3 w 43"/>
                <a:gd name="T37" fmla="*/ 35 h 45"/>
                <a:gd name="T38" fmla="*/ 5 w 43"/>
                <a:gd name="T39" fmla="*/ 31 h 45"/>
                <a:gd name="T40" fmla="*/ 8 w 43"/>
                <a:gd name="T41" fmla="*/ 32 h 45"/>
                <a:gd name="T42" fmla="*/ 8 w 43"/>
                <a:gd name="T43" fmla="*/ 28 h 45"/>
                <a:gd name="T44" fmla="*/ 5 w 43"/>
                <a:gd name="T45" fmla="*/ 29 h 45"/>
                <a:gd name="T46" fmla="*/ 3 w 43"/>
                <a:gd name="T47" fmla="*/ 25 h 45"/>
                <a:gd name="T48" fmla="*/ 7 w 43"/>
                <a:gd name="T49" fmla="*/ 24 h 45"/>
                <a:gd name="T50" fmla="*/ 8 w 43"/>
                <a:gd name="T51" fmla="*/ 28 h 45"/>
                <a:gd name="T52" fmla="*/ 14 w 43"/>
                <a:gd name="T53" fmla="*/ 36 h 45"/>
                <a:gd name="T54" fmla="*/ 10 w 43"/>
                <a:gd name="T55" fmla="*/ 35 h 45"/>
                <a:gd name="T56" fmla="*/ 11 w 43"/>
                <a:gd name="T57" fmla="*/ 31 h 45"/>
                <a:gd name="T58" fmla="*/ 15 w 43"/>
                <a:gd name="T59" fmla="*/ 32 h 45"/>
                <a:gd name="T60" fmla="*/ 15 w 43"/>
                <a:gd name="T61" fmla="*/ 28 h 45"/>
                <a:gd name="T62" fmla="*/ 11 w 43"/>
                <a:gd name="T63" fmla="*/ 29 h 45"/>
                <a:gd name="T64" fmla="*/ 10 w 43"/>
                <a:gd name="T65" fmla="*/ 25 h 45"/>
                <a:gd name="T66" fmla="*/ 14 w 43"/>
                <a:gd name="T67" fmla="*/ 24 h 45"/>
                <a:gd name="T68" fmla="*/ 15 w 43"/>
                <a:gd name="T69" fmla="*/ 28 h 45"/>
                <a:gd name="T70" fmla="*/ 7 w 43"/>
                <a:gd name="T71" fmla="*/ 22 h 45"/>
                <a:gd name="T72" fmla="*/ 3 w 43"/>
                <a:gd name="T73" fmla="*/ 21 h 45"/>
                <a:gd name="T74" fmla="*/ 5 w 43"/>
                <a:gd name="T75" fmla="*/ 17 h 45"/>
                <a:gd name="T76" fmla="*/ 8 w 43"/>
                <a:gd name="T77" fmla="*/ 18 h 45"/>
                <a:gd name="T78" fmla="*/ 15 w 43"/>
                <a:gd name="T79" fmla="*/ 21 h 45"/>
                <a:gd name="T80" fmla="*/ 11 w 43"/>
                <a:gd name="T81" fmla="*/ 22 h 45"/>
                <a:gd name="T82" fmla="*/ 10 w 43"/>
                <a:gd name="T83" fmla="*/ 18 h 45"/>
                <a:gd name="T84" fmla="*/ 14 w 43"/>
                <a:gd name="T85" fmla="*/ 17 h 45"/>
                <a:gd name="T86" fmla="*/ 15 w 43"/>
                <a:gd name="T87" fmla="*/ 2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3" h="45">
                  <a:moveTo>
                    <a:pt x="41" y="21"/>
                  </a:moveTo>
                  <a:cubicBezTo>
                    <a:pt x="39" y="21"/>
                    <a:pt x="39" y="21"/>
                    <a:pt x="39" y="21"/>
                  </a:cubicBezTo>
                  <a:cubicBezTo>
                    <a:pt x="38" y="21"/>
                    <a:pt x="37" y="22"/>
                    <a:pt x="37" y="23"/>
                  </a:cubicBezTo>
                  <a:cubicBezTo>
                    <a:pt x="37" y="31"/>
                    <a:pt x="37" y="31"/>
                    <a:pt x="37" y="31"/>
                  </a:cubicBezTo>
                  <a:cubicBezTo>
                    <a:pt x="37" y="39"/>
                    <a:pt x="37" y="39"/>
                    <a:pt x="37" y="39"/>
                  </a:cubicBezTo>
                  <a:cubicBezTo>
                    <a:pt x="37" y="39"/>
                    <a:pt x="37" y="39"/>
                    <a:pt x="37" y="39"/>
                  </a:cubicBezTo>
                  <a:cubicBezTo>
                    <a:pt x="37" y="41"/>
                    <a:pt x="36" y="42"/>
                    <a:pt x="35" y="42"/>
                  </a:cubicBezTo>
                  <a:cubicBezTo>
                    <a:pt x="21" y="42"/>
                    <a:pt x="21" y="42"/>
                    <a:pt x="21" y="42"/>
                  </a:cubicBezTo>
                  <a:cubicBezTo>
                    <a:pt x="20" y="42"/>
                    <a:pt x="19" y="41"/>
                    <a:pt x="19" y="39"/>
                  </a:cubicBezTo>
                  <a:cubicBezTo>
                    <a:pt x="19" y="39"/>
                    <a:pt x="19" y="39"/>
                    <a:pt x="19" y="39"/>
                  </a:cubicBezTo>
                  <a:cubicBezTo>
                    <a:pt x="19" y="31"/>
                    <a:pt x="19" y="31"/>
                    <a:pt x="19" y="31"/>
                  </a:cubicBezTo>
                  <a:cubicBezTo>
                    <a:pt x="19" y="31"/>
                    <a:pt x="19" y="31"/>
                    <a:pt x="19" y="31"/>
                  </a:cubicBezTo>
                  <a:cubicBezTo>
                    <a:pt x="19" y="16"/>
                    <a:pt x="19" y="16"/>
                    <a:pt x="19" y="16"/>
                  </a:cubicBezTo>
                  <a:cubicBezTo>
                    <a:pt x="19" y="15"/>
                    <a:pt x="18" y="14"/>
                    <a:pt x="17" y="14"/>
                  </a:cubicBezTo>
                  <a:cubicBezTo>
                    <a:pt x="14" y="14"/>
                    <a:pt x="14" y="14"/>
                    <a:pt x="14" y="14"/>
                  </a:cubicBezTo>
                  <a:cubicBezTo>
                    <a:pt x="14" y="14"/>
                    <a:pt x="14" y="14"/>
                    <a:pt x="14" y="14"/>
                  </a:cubicBezTo>
                  <a:cubicBezTo>
                    <a:pt x="10" y="14"/>
                    <a:pt x="10" y="14"/>
                    <a:pt x="10" y="14"/>
                  </a:cubicBezTo>
                  <a:cubicBezTo>
                    <a:pt x="10" y="14"/>
                    <a:pt x="10" y="14"/>
                    <a:pt x="10" y="14"/>
                  </a:cubicBezTo>
                  <a:cubicBezTo>
                    <a:pt x="10" y="1"/>
                    <a:pt x="10" y="1"/>
                    <a:pt x="10" y="1"/>
                  </a:cubicBezTo>
                  <a:cubicBezTo>
                    <a:pt x="10" y="0"/>
                    <a:pt x="9" y="0"/>
                    <a:pt x="9" y="0"/>
                  </a:cubicBezTo>
                  <a:cubicBezTo>
                    <a:pt x="9" y="0"/>
                    <a:pt x="9" y="0"/>
                    <a:pt x="9" y="1"/>
                  </a:cubicBezTo>
                  <a:cubicBezTo>
                    <a:pt x="9" y="14"/>
                    <a:pt x="9" y="14"/>
                    <a:pt x="9" y="14"/>
                  </a:cubicBezTo>
                  <a:cubicBezTo>
                    <a:pt x="9" y="14"/>
                    <a:pt x="9" y="14"/>
                    <a:pt x="9" y="14"/>
                  </a:cubicBezTo>
                  <a:cubicBezTo>
                    <a:pt x="2" y="14"/>
                    <a:pt x="2" y="14"/>
                    <a:pt x="2" y="14"/>
                  </a:cubicBezTo>
                  <a:cubicBezTo>
                    <a:pt x="1" y="14"/>
                    <a:pt x="0" y="15"/>
                    <a:pt x="0" y="16"/>
                  </a:cubicBezTo>
                  <a:cubicBezTo>
                    <a:pt x="0" y="45"/>
                    <a:pt x="0" y="45"/>
                    <a:pt x="0" y="45"/>
                  </a:cubicBezTo>
                  <a:cubicBezTo>
                    <a:pt x="13" y="45"/>
                    <a:pt x="13" y="45"/>
                    <a:pt x="13" y="45"/>
                  </a:cubicBezTo>
                  <a:cubicBezTo>
                    <a:pt x="16" y="45"/>
                    <a:pt x="16" y="45"/>
                    <a:pt x="16" y="45"/>
                  </a:cubicBezTo>
                  <a:cubicBezTo>
                    <a:pt x="17" y="45"/>
                    <a:pt x="17" y="45"/>
                    <a:pt x="17" y="45"/>
                  </a:cubicBezTo>
                  <a:cubicBezTo>
                    <a:pt x="19" y="45"/>
                    <a:pt x="19" y="45"/>
                    <a:pt x="19" y="45"/>
                  </a:cubicBezTo>
                  <a:cubicBezTo>
                    <a:pt x="37" y="45"/>
                    <a:pt x="37" y="45"/>
                    <a:pt x="37" y="45"/>
                  </a:cubicBezTo>
                  <a:cubicBezTo>
                    <a:pt x="43" y="45"/>
                    <a:pt x="43" y="45"/>
                    <a:pt x="43" y="45"/>
                  </a:cubicBezTo>
                  <a:cubicBezTo>
                    <a:pt x="43" y="23"/>
                    <a:pt x="43" y="23"/>
                    <a:pt x="43" y="23"/>
                  </a:cubicBezTo>
                  <a:cubicBezTo>
                    <a:pt x="43" y="22"/>
                    <a:pt x="42" y="21"/>
                    <a:pt x="41" y="21"/>
                  </a:cubicBezTo>
                  <a:close/>
                  <a:moveTo>
                    <a:pt x="8" y="35"/>
                  </a:moveTo>
                  <a:cubicBezTo>
                    <a:pt x="8" y="36"/>
                    <a:pt x="8" y="36"/>
                    <a:pt x="7" y="36"/>
                  </a:cubicBezTo>
                  <a:cubicBezTo>
                    <a:pt x="5" y="36"/>
                    <a:pt x="5" y="36"/>
                    <a:pt x="5" y="36"/>
                  </a:cubicBezTo>
                  <a:cubicBezTo>
                    <a:pt x="4" y="36"/>
                    <a:pt x="3" y="36"/>
                    <a:pt x="3" y="35"/>
                  </a:cubicBezTo>
                  <a:cubicBezTo>
                    <a:pt x="3" y="32"/>
                    <a:pt x="3" y="32"/>
                    <a:pt x="3" y="32"/>
                  </a:cubicBezTo>
                  <a:cubicBezTo>
                    <a:pt x="3" y="32"/>
                    <a:pt x="4" y="31"/>
                    <a:pt x="5" y="31"/>
                  </a:cubicBezTo>
                  <a:cubicBezTo>
                    <a:pt x="7" y="31"/>
                    <a:pt x="7" y="31"/>
                    <a:pt x="7" y="31"/>
                  </a:cubicBezTo>
                  <a:cubicBezTo>
                    <a:pt x="8" y="31"/>
                    <a:pt x="8" y="32"/>
                    <a:pt x="8" y="32"/>
                  </a:cubicBezTo>
                  <a:lnTo>
                    <a:pt x="8" y="35"/>
                  </a:lnTo>
                  <a:close/>
                  <a:moveTo>
                    <a:pt x="8" y="28"/>
                  </a:moveTo>
                  <a:cubicBezTo>
                    <a:pt x="8" y="28"/>
                    <a:pt x="8" y="29"/>
                    <a:pt x="7" y="29"/>
                  </a:cubicBezTo>
                  <a:cubicBezTo>
                    <a:pt x="5" y="29"/>
                    <a:pt x="5" y="29"/>
                    <a:pt x="5" y="29"/>
                  </a:cubicBezTo>
                  <a:cubicBezTo>
                    <a:pt x="4" y="29"/>
                    <a:pt x="3" y="28"/>
                    <a:pt x="3" y="28"/>
                  </a:cubicBezTo>
                  <a:cubicBezTo>
                    <a:pt x="3" y="25"/>
                    <a:pt x="3" y="25"/>
                    <a:pt x="3" y="25"/>
                  </a:cubicBezTo>
                  <a:cubicBezTo>
                    <a:pt x="3" y="24"/>
                    <a:pt x="4" y="24"/>
                    <a:pt x="5" y="24"/>
                  </a:cubicBezTo>
                  <a:cubicBezTo>
                    <a:pt x="7" y="24"/>
                    <a:pt x="7" y="24"/>
                    <a:pt x="7" y="24"/>
                  </a:cubicBezTo>
                  <a:cubicBezTo>
                    <a:pt x="8" y="24"/>
                    <a:pt x="8" y="24"/>
                    <a:pt x="8" y="25"/>
                  </a:cubicBezTo>
                  <a:lnTo>
                    <a:pt x="8" y="28"/>
                  </a:lnTo>
                  <a:close/>
                  <a:moveTo>
                    <a:pt x="15" y="35"/>
                  </a:moveTo>
                  <a:cubicBezTo>
                    <a:pt x="15" y="36"/>
                    <a:pt x="15" y="36"/>
                    <a:pt x="14" y="36"/>
                  </a:cubicBezTo>
                  <a:cubicBezTo>
                    <a:pt x="11" y="36"/>
                    <a:pt x="11" y="36"/>
                    <a:pt x="11" y="36"/>
                  </a:cubicBezTo>
                  <a:cubicBezTo>
                    <a:pt x="11" y="36"/>
                    <a:pt x="10" y="36"/>
                    <a:pt x="10" y="35"/>
                  </a:cubicBezTo>
                  <a:cubicBezTo>
                    <a:pt x="10" y="32"/>
                    <a:pt x="10" y="32"/>
                    <a:pt x="10" y="32"/>
                  </a:cubicBezTo>
                  <a:cubicBezTo>
                    <a:pt x="10" y="32"/>
                    <a:pt x="11" y="31"/>
                    <a:pt x="11" y="31"/>
                  </a:cubicBezTo>
                  <a:cubicBezTo>
                    <a:pt x="14" y="31"/>
                    <a:pt x="14" y="31"/>
                    <a:pt x="14" y="31"/>
                  </a:cubicBezTo>
                  <a:cubicBezTo>
                    <a:pt x="15" y="31"/>
                    <a:pt x="15" y="32"/>
                    <a:pt x="15" y="32"/>
                  </a:cubicBezTo>
                  <a:lnTo>
                    <a:pt x="15" y="35"/>
                  </a:lnTo>
                  <a:close/>
                  <a:moveTo>
                    <a:pt x="15" y="28"/>
                  </a:moveTo>
                  <a:cubicBezTo>
                    <a:pt x="15" y="28"/>
                    <a:pt x="15" y="29"/>
                    <a:pt x="14" y="29"/>
                  </a:cubicBezTo>
                  <a:cubicBezTo>
                    <a:pt x="11" y="29"/>
                    <a:pt x="11" y="29"/>
                    <a:pt x="11" y="29"/>
                  </a:cubicBezTo>
                  <a:cubicBezTo>
                    <a:pt x="11" y="29"/>
                    <a:pt x="10" y="28"/>
                    <a:pt x="10" y="28"/>
                  </a:cubicBezTo>
                  <a:cubicBezTo>
                    <a:pt x="10" y="25"/>
                    <a:pt x="10" y="25"/>
                    <a:pt x="10" y="25"/>
                  </a:cubicBezTo>
                  <a:cubicBezTo>
                    <a:pt x="10" y="24"/>
                    <a:pt x="11" y="24"/>
                    <a:pt x="11" y="24"/>
                  </a:cubicBezTo>
                  <a:cubicBezTo>
                    <a:pt x="14" y="24"/>
                    <a:pt x="14" y="24"/>
                    <a:pt x="14" y="24"/>
                  </a:cubicBezTo>
                  <a:cubicBezTo>
                    <a:pt x="15" y="24"/>
                    <a:pt x="15" y="24"/>
                    <a:pt x="15" y="25"/>
                  </a:cubicBezTo>
                  <a:lnTo>
                    <a:pt x="15" y="28"/>
                  </a:lnTo>
                  <a:close/>
                  <a:moveTo>
                    <a:pt x="8" y="21"/>
                  </a:moveTo>
                  <a:cubicBezTo>
                    <a:pt x="8" y="21"/>
                    <a:pt x="8" y="22"/>
                    <a:pt x="7" y="22"/>
                  </a:cubicBezTo>
                  <a:cubicBezTo>
                    <a:pt x="5" y="22"/>
                    <a:pt x="5" y="22"/>
                    <a:pt x="5" y="22"/>
                  </a:cubicBezTo>
                  <a:cubicBezTo>
                    <a:pt x="4" y="22"/>
                    <a:pt x="3" y="21"/>
                    <a:pt x="3" y="21"/>
                  </a:cubicBezTo>
                  <a:cubicBezTo>
                    <a:pt x="3" y="18"/>
                    <a:pt x="3" y="18"/>
                    <a:pt x="3" y="18"/>
                  </a:cubicBezTo>
                  <a:cubicBezTo>
                    <a:pt x="3" y="17"/>
                    <a:pt x="4" y="17"/>
                    <a:pt x="5" y="17"/>
                  </a:cubicBezTo>
                  <a:cubicBezTo>
                    <a:pt x="7" y="17"/>
                    <a:pt x="7" y="17"/>
                    <a:pt x="7" y="17"/>
                  </a:cubicBezTo>
                  <a:cubicBezTo>
                    <a:pt x="8" y="17"/>
                    <a:pt x="8" y="17"/>
                    <a:pt x="8" y="18"/>
                  </a:cubicBezTo>
                  <a:lnTo>
                    <a:pt x="8" y="21"/>
                  </a:lnTo>
                  <a:close/>
                  <a:moveTo>
                    <a:pt x="15" y="21"/>
                  </a:moveTo>
                  <a:cubicBezTo>
                    <a:pt x="15" y="21"/>
                    <a:pt x="15" y="22"/>
                    <a:pt x="14" y="22"/>
                  </a:cubicBezTo>
                  <a:cubicBezTo>
                    <a:pt x="11" y="22"/>
                    <a:pt x="11" y="22"/>
                    <a:pt x="11" y="22"/>
                  </a:cubicBezTo>
                  <a:cubicBezTo>
                    <a:pt x="11" y="22"/>
                    <a:pt x="10" y="21"/>
                    <a:pt x="10" y="21"/>
                  </a:cubicBezTo>
                  <a:cubicBezTo>
                    <a:pt x="10" y="18"/>
                    <a:pt x="10" y="18"/>
                    <a:pt x="10" y="18"/>
                  </a:cubicBezTo>
                  <a:cubicBezTo>
                    <a:pt x="10" y="17"/>
                    <a:pt x="11" y="17"/>
                    <a:pt x="11" y="17"/>
                  </a:cubicBezTo>
                  <a:cubicBezTo>
                    <a:pt x="14" y="17"/>
                    <a:pt x="14" y="17"/>
                    <a:pt x="14" y="17"/>
                  </a:cubicBezTo>
                  <a:cubicBezTo>
                    <a:pt x="15" y="17"/>
                    <a:pt x="15" y="17"/>
                    <a:pt x="15" y="18"/>
                  </a:cubicBezTo>
                  <a:lnTo>
                    <a:pt x="15"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9" name="Freeform 37"/>
            <p:cNvSpPr>
              <a:spLocks/>
            </p:cNvSpPr>
            <p:nvPr/>
          </p:nvSpPr>
          <p:spPr bwMode="auto">
            <a:xfrm>
              <a:off x="5300663" y="2141538"/>
              <a:ext cx="139700" cy="131762"/>
            </a:xfrm>
            <a:custGeom>
              <a:avLst/>
              <a:gdLst>
                <a:gd name="T0" fmla="*/ 8 w 16"/>
                <a:gd name="T1" fmla="*/ 0 h 15"/>
                <a:gd name="T2" fmla="*/ 4 w 16"/>
                <a:gd name="T3" fmla="*/ 3 h 15"/>
                <a:gd name="T4" fmla="*/ 0 w 16"/>
                <a:gd name="T5" fmla="*/ 1 h 15"/>
                <a:gd name="T6" fmla="*/ 0 w 16"/>
                <a:gd name="T7" fmla="*/ 1 h 15"/>
                <a:gd name="T8" fmla="*/ 0 w 16"/>
                <a:gd name="T9" fmla="*/ 12 h 15"/>
                <a:gd name="T10" fmla="*/ 0 w 16"/>
                <a:gd name="T11" fmla="*/ 12 h 15"/>
                <a:gd name="T12" fmla="*/ 3 w 16"/>
                <a:gd name="T13" fmla="*/ 15 h 15"/>
                <a:gd name="T14" fmla="*/ 13 w 16"/>
                <a:gd name="T15" fmla="*/ 15 h 15"/>
                <a:gd name="T16" fmla="*/ 16 w 16"/>
                <a:gd name="T17" fmla="*/ 12 h 15"/>
                <a:gd name="T18" fmla="*/ 16 w 16"/>
                <a:gd name="T19" fmla="*/ 12 h 15"/>
                <a:gd name="T20" fmla="*/ 16 w 16"/>
                <a:gd name="T21" fmla="*/ 1 h 15"/>
                <a:gd name="T22" fmla="*/ 12 w 16"/>
                <a:gd name="T23" fmla="*/ 3 h 15"/>
                <a:gd name="T24" fmla="*/ 8 w 16"/>
                <a:gd name="T2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15">
                  <a:moveTo>
                    <a:pt x="8" y="0"/>
                  </a:moveTo>
                  <a:cubicBezTo>
                    <a:pt x="7" y="2"/>
                    <a:pt x="6" y="3"/>
                    <a:pt x="4" y="3"/>
                  </a:cubicBezTo>
                  <a:cubicBezTo>
                    <a:pt x="3" y="3"/>
                    <a:pt x="1" y="2"/>
                    <a:pt x="0" y="1"/>
                  </a:cubicBezTo>
                  <a:cubicBezTo>
                    <a:pt x="0" y="1"/>
                    <a:pt x="0" y="1"/>
                    <a:pt x="0" y="1"/>
                  </a:cubicBezTo>
                  <a:cubicBezTo>
                    <a:pt x="0" y="12"/>
                    <a:pt x="0" y="12"/>
                    <a:pt x="0" y="12"/>
                  </a:cubicBezTo>
                  <a:cubicBezTo>
                    <a:pt x="0" y="12"/>
                    <a:pt x="0" y="12"/>
                    <a:pt x="0" y="12"/>
                  </a:cubicBezTo>
                  <a:cubicBezTo>
                    <a:pt x="0" y="14"/>
                    <a:pt x="1" y="15"/>
                    <a:pt x="3" y="15"/>
                  </a:cubicBezTo>
                  <a:cubicBezTo>
                    <a:pt x="13" y="15"/>
                    <a:pt x="13" y="15"/>
                    <a:pt x="13" y="15"/>
                  </a:cubicBezTo>
                  <a:cubicBezTo>
                    <a:pt x="15" y="15"/>
                    <a:pt x="16" y="14"/>
                    <a:pt x="16" y="12"/>
                  </a:cubicBezTo>
                  <a:cubicBezTo>
                    <a:pt x="16" y="12"/>
                    <a:pt x="16" y="12"/>
                    <a:pt x="16" y="12"/>
                  </a:cubicBezTo>
                  <a:cubicBezTo>
                    <a:pt x="16" y="1"/>
                    <a:pt x="16" y="1"/>
                    <a:pt x="16" y="1"/>
                  </a:cubicBezTo>
                  <a:cubicBezTo>
                    <a:pt x="15" y="2"/>
                    <a:pt x="14" y="3"/>
                    <a:pt x="12" y="3"/>
                  </a:cubicBezTo>
                  <a:cubicBezTo>
                    <a:pt x="10" y="3"/>
                    <a:pt x="9" y="2"/>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 name="Freeform 38"/>
            <p:cNvSpPr>
              <a:spLocks/>
            </p:cNvSpPr>
            <p:nvPr/>
          </p:nvSpPr>
          <p:spPr bwMode="auto">
            <a:xfrm>
              <a:off x="5483225" y="2168525"/>
              <a:ext cx="106363" cy="104775"/>
            </a:xfrm>
            <a:custGeom>
              <a:avLst/>
              <a:gdLst>
                <a:gd name="T0" fmla="*/ 2 w 12"/>
                <a:gd name="T1" fmla="*/ 0 h 12"/>
                <a:gd name="T2" fmla="*/ 5 w 12"/>
                <a:gd name="T3" fmla="*/ 0 h 12"/>
                <a:gd name="T4" fmla="*/ 6 w 12"/>
                <a:gd name="T5" fmla="*/ 0 h 12"/>
                <a:gd name="T6" fmla="*/ 10 w 12"/>
                <a:gd name="T7" fmla="*/ 0 h 12"/>
                <a:gd name="T8" fmla="*/ 11 w 12"/>
                <a:gd name="T9" fmla="*/ 2 h 12"/>
                <a:gd name="T10" fmla="*/ 11 w 12"/>
                <a:gd name="T11" fmla="*/ 2 h 12"/>
                <a:gd name="T12" fmla="*/ 11 w 12"/>
                <a:gd name="T13" fmla="*/ 2 h 12"/>
                <a:gd name="T14" fmla="*/ 11 w 12"/>
                <a:gd name="T15" fmla="*/ 5 h 12"/>
                <a:gd name="T16" fmla="*/ 11 w 12"/>
                <a:gd name="T17" fmla="*/ 5 h 12"/>
                <a:gd name="T18" fmla="*/ 12 w 12"/>
                <a:gd name="T19" fmla="*/ 6 h 12"/>
                <a:gd name="T20" fmla="*/ 12 w 12"/>
                <a:gd name="T21" fmla="*/ 6 h 12"/>
                <a:gd name="T22" fmla="*/ 11 w 12"/>
                <a:gd name="T23" fmla="*/ 7 h 12"/>
                <a:gd name="T24" fmla="*/ 10 w 12"/>
                <a:gd name="T25" fmla="*/ 7 h 12"/>
                <a:gd name="T26" fmla="*/ 11 w 12"/>
                <a:gd name="T27" fmla="*/ 11 h 12"/>
                <a:gd name="T28" fmla="*/ 10 w 12"/>
                <a:gd name="T29" fmla="*/ 12 h 12"/>
                <a:gd name="T30" fmla="*/ 8 w 12"/>
                <a:gd name="T31" fmla="*/ 11 h 12"/>
                <a:gd name="T32" fmla="*/ 9 w 12"/>
                <a:gd name="T33" fmla="*/ 7 h 12"/>
                <a:gd name="T34" fmla="*/ 8 w 12"/>
                <a:gd name="T35" fmla="*/ 7 h 12"/>
                <a:gd name="T36" fmla="*/ 7 w 12"/>
                <a:gd name="T37" fmla="*/ 6 h 12"/>
                <a:gd name="T38" fmla="*/ 7 w 12"/>
                <a:gd name="T39" fmla="*/ 6 h 12"/>
                <a:gd name="T40" fmla="*/ 8 w 12"/>
                <a:gd name="T41" fmla="*/ 5 h 12"/>
                <a:gd name="T42" fmla="*/ 8 w 12"/>
                <a:gd name="T43" fmla="*/ 5 h 12"/>
                <a:gd name="T44" fmla="*/ 8 w 12"/>
                <a:gd name="T45" fmla="*/ 3 h 12"/>
                <a:gd name="T46" fmla="*/ 6 w 12"/>
                <a:gd name="T47" fmla="*/ 3 h 12"/>
                <a:gd name="T48" fmla="*/ 5 w 12"/>
                <a:gd name="T49" fmla="*/ 3 h 12"/>
                <a:gd name="T50" fmla="*/ 2 w 12"/>
                <a:gd name="T51" fmla="*/ 3 h 12"/>
                <a:gd name="T52" fmla="*/ 0 w 12"/>
                <a:gd name="T53" fmla="*/ 2 h 12"/>
                <a:gd name="T54" fmla="*/ 0 w 12"/>
                <a:gd name="T55" fmla="*/ 2 h 12"/>
                <a:gd name="T56" fmla="*/ 2 w 12"/>
                <a:gd name="T5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2" h="12">
                  <a:moveTo>
                    <a:pt x="2" y="0"/>
                  </a:moveTo>
                  <a:cubicBezTo>
                    <a:pt x="5" y="0"/>
                    <a:pt x="5" y="0"/>
                    <a:pt x="5" y="0"/>
                  </a:cubicBezTo>
                  <a:cubicBezTo>
                    <a:pt x="6" y="0"/>
                    <a:pt x="6" y="0"/>
                    <a:pt x="6" y="0"/>
                  </a:cubicBezTo>
                  <a:cubicBezTo>
                    <a:pt x="10" y="0"/>
                    <a:pt x="10" y="0"/>
                    <a:pt x="10" y="0"/>
                  </a:cubicBezTo>
                  <a:cubicBezTo>
                    <a:pt x="10" y="0"/>
                    <a:pt x="11" y="1"/>
                    <a:pt x="11" y="2"/>
                  </a:cubicBezTo>
                  <a:cubicBezTo>
                    <a:pt x="11" y="2"/>
                    <a:pt x="11" y="2"/>
                    <a:pt x="11" y="2"/>
                  </a:cubicBezTo>
                  <a:cubicBezTo>
                    <a:pt x="11" y="2"/>
                    <a:pt x="11" y="2"/>
                    <a:pt x="11" y="2"/>
                  </a:cubicBezTo>
                  <a:cubicBezTo>
                    <a:pt x="11" y="5"/>
                    <a:pt x="11" y="5"/>
                    <a:pt x="11" y="5"/>
                  </a:cubicBezTo>
                  <a:cubicBezTo>
                    <a:pt x="11" y="5"/>
                    <a:pt x="11" y="5"/>
                    <a:pt x="11" y="5"/>
                  </a:cubicBezTo>
                  <a:cubicBezTo>
                    <a:pt x="12" y="5"/>
                    <a:pt x="12" y="5"/>
                    <a:pt x="12" y="6"/>
                  </a:cubicBezTo>
                  <a:cubicBezTo>
                    <a:pt x="12" y="6"/>
                    <a:pt x="12" y="6"/>
                    <a:pt x="12" y="6"/>
                  </a:cubicBezTo>
                  <a:cubicBezTo>
                    <a:pt x="12" y="7"/>
                    <a:pt x="12" y="7"/>
                    <a:pt x="11" y="7"/>
                  </a:cubicBezTo>
                  <a:cubicBezTo>
                    <a:pt x="10" y="7"/>
                    <a:pt x="10" y="7"/>
                    <a:pt x="10" y="7"/>
                  </a:cubicBezTo>
                  <a:cubicBezTo>
                    <a:pt x="11" y="8"/>
                    <a:pt x="11" y="9"/>
                    <a:pt x="11" y="11"/>
                  </a:cubicBezTo>
                  <a:cubicBezTo>
                    <a:pt x="11" y="12"/>
                    <a:pt x="11" y="12"/>
                    <a:pt x="10" y="12"/>
                  </a:cubicBezTo>
                  <a:cubicBezTo>
                    <a:pt x="8" y="12"/>
                    <a:pt x="8" y="12"/>
                    <a:pt x="8" y="11"/>
                  </a:cubicBezTo>
                  <a:cubicBezTo>
                    <a:pt x="8" y="10"/>
                    <a:pt x="8" y="9"/>
                    <a:pt x="9" y="7"/>
                  </a:cubicBezTo>
                  <a:cubicBezTo>
                    <a:pt x="8" y="7"/>
                    <a:pt x="8" y="7"/>
                    <a:pt x="8" y="7"/>
                  </a:cubicBezTo>
                  <a:cubicBezTo>
                    <a:pt x="7" y="7"/>
                    <a:pt x="7" y="7"/>
                    <a:pt x="7" y="6"/>
                  </a:cubicBezTo>
                  <a:cubicBezTo>
                    <a:pt x="7" y="6"/>
                    <a:pt x="7" y="6"/>
                    <a:pt x="7" y="6"/>
                  </a:cubicBezTo>
                  <a:cubicBezTo>
                    <a:pt x="7" y="5"/>
                    <a:pt x="7" y="5"/>
                    <a:pt x="8" y="5"/>
                  </a:cubicBezTo>
                  <a:cubicBezTo>
                    <a:pt x="8" y="5"/>
                    <a:pt x="8" y="5"/>
                    <a:pt x="8" y="5"/>
                  </a:cubicBezTo>
                  <a:cubicBezTo>
                    <a:pt x="8" y="3"/>
                    <a:pt x="8" y="3"/>
                    <a:pt x="8" y="3"/>
                  </a:cubicBezTo>
                  <a:cubicBezTo>
                    <a:pt x="6" y="3"/>
                    <a:pt x="6" y="3"/>
                    <a:pt x="6" y="3"/>
                  </a:cubicBezTo>
                  <a:cubicBezTo>
                    <a:pt x="5" y="3"/>
                    <a:pt x="5" y="3"/>
                    <a:pt x="5" y="3"/>
                  </a:cubicBezTo>
                  <a:cubicBezTo>
                    <a:pt x="2" y="3"/>
                    <a:pt x="2" y="3"/>
                    <a:pt x="2" y="3"/>
                  </a:cubicBezTo>
                  <a:cubicBezTo>
                    <a:pt x="1" y="3"/>
                    <a:pt x="0" y="3"/>
                    <a:pt x="0" y="2"/>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122" name="文本框 121"/>
          <p:cNvSpPr txBox="1"/>
          <p:nvPr/>
        </p:nvSpPr>
        <p:spPr>
          <a:xfrm>
            <a:off x="5443291" y="730605"/>
            <a:ext cx="655949" cy="707886"/>
          </a:xfrm>
          <a:prstGeom prst="rect">
            <a:avLst/>
          </a:prstGeom>
          <a:noFill/>
        </p:spPr>
        <p:txBody>
          <a:bodyPr wrap="none" rtlCol="0">
            <a:spAutoFit/>
          </a:bodyPr>
          <a:lstStyle/>
          <a:p>
            <a:r>
              <a:rPr lang="en-US" altLang="zh-CN" sz="4000" dirty="0">
                <a:solidFill>
                  <a:srgbClr val="605E5E"/>
                </a:solidFill>
                <a:latin typeface="Impact" panose="020B0806030902050204" pitchFamily="34" charset="0"/>
                <a:cs typeface="Aharoni" panose="02010803020104030203" pitchFamily="2" charset="-79"/>
              </a:rPr>
              <a:t>01</a:t>
            </a:r>
            <a:endParaRPr lang="zh-CN" altLang="en-US" sz="4000" dirty="0">
              <a:solidFill>
                <a:srgbClr val="605E5E"/>
              </a:solidFill>
              <a:latin typeface="Impact" panose="020B0806030902050204" pitchFamily="34" charset="0"/>
              <a:cs typeface="Aharoni" panose="02010803020104030203" pitchFamily="2" charset="-79"/>
            </a:endParaRPr>
          </a:p>
        </p:txBody>
      </p:sp>
      <p:sp>
        <p:nvSpPr>
          <p:cNvPr id="123" name="文本框 122"/>
          <p:cNvSpPr txBox="1"/>
          <p:nvPr/>
        </p:nvSpPr>
        <p:spPr>
          <a:xfrm>
            <a:off x="4711681" y="1307585"/>
            <a:ext cx="1498039" cy="369332"/>
          </a:xfrm>
          <a:prstGeom prst="rect">
            <a:avLst/>
          </a:prstGeom>
          <a:noFill/>
        </p:spPr>
        <p:txBody>
          <a:bodyPr wrap="none" rtlCol="0">
            <a:spAutoFit/>
          </a:bodyPr>
          <a:lstStyle/>
          <a:p>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Sample Text</a:t>
            </a:r>
            <a:r>
              <a:rPr lang="en-US" altLang="zh-CN" dirty="0">
                <a:solidFill>
                  <a:srgbClr val="859291"/>
                </a:solidFill>
                <a:latin typeface="Tahoma" panose="020B0604030504040204" pitchFamily="34" charset="0"/>
                <a:ea typeface="Tahoma" panose="020B0604030504040204" pitchFamily="34" charset="0"/>
                <a:cs typeface="Tahoma" panose="020B0604030504040204" pitchFamily="34" charset="0"/>
              </a:rPr>
              <a:t>.</a:t>
            </a:r>
            <a:endParaRPr lang="zh-CN" altLang="en-US" dirty="0">
              <a:solidFill>
                <a:srgbClr val="859291"/>
              </a:solidFill>
              <a:latin typeface="Tahoma" panose="020B0604030504040204" pitchFamily="34" charset="0"/>
              <a:cs typeface="Tahoma" panose="020B0604030504040204" pitchFamily="34" charset="0"/>
            </a:endParaRPr>
          </a:p>
        </p:txBody>
      </p:sp>
      <p:sp>
        <p:nvSpPr>
          <p:cNvPr id="124" name="文本框 123"/>
          <p:cNvSpPr txBox="1"/>
          <p:nvPr/>
        </p:nvSpPr>
        <p:spPr>
          <a:xfrm>
            <a:off x="5443291" y="3682921"/>
            <a:ext cx="732893" cy="707886"/>
          </a:xfrm>
          <a:prstGeom prst="rect">
            <a:avLst/>
          </a:prstGeom>
          <a:noFill/>
        </p:spPr>
        <p:txBody>
          <a:bodyPr wrap="none" rtlCol="0">
            <a:spAutoFit/>
          </a:bodyPr>
          <a:lstStyle/>
          <a:p>
            <a:r>
              <a:rPr lang="en-US" altLang="zh-CN" sz="4000" dirty="0">
                <a:solidFill>
                  <a:srgbClr val="605E5E"/>
                </a:solidFill>
                <a:latin typeface="Impact" panose="020B0806030902050204" pitchFamily="34" charset="0"/>
                <a:cs typeface="Aharoni" panose="02010803020104030203" pitchFamily="2" charset="-79"/>
              </a:rPr>
              <a:t>03</a:t>
            </a:r>
            <a:endParaRPr lang="zh-CN" altLang="en-US" sz="4000" dirty="0">
              <a:solidFill>
                <a:srgbClr val="605E5E"/>
              </a:solidFill>
              <a:latin typeface="Impact" panose="020B0806030902050204" pitchFamily="34" charset="0"/>
              <a:cs typeface="Aharoni" panose="02010803020104030203" pitchFamily="2" charset="-79"/>
            </a:endParaRPr>
          </a:p>
        </p:txBody>
      </p:sp>
      <p:sp>
        <p:nvSpPr>
          <p:cNvPr id="125" name="文本框 124"/>
          <p:cNvSpPr txBox="1"/>
          <p:nvPr/>
        </p:nvSpPr>
        <p:spPr>
          <a:xfrm>
            <a:off x="4711681" y="4259901"/>
            <a:ext cx="1498039" cy="369332"/>
          </a:xfrm>
          <a:prstGeom prst="rect">
            <a:avLst/>
          </a:prstGeom>
          <a:noFill/>
        </p:spPr>
        <p:txBody>
          <a:bodyPr wrap="none" rtlCol="0">
            <a:spAutoFit/>
          </a:bodyPr>
          <a:lstStyle/>
          <a:p>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Sample Text</a:t>
            </a:r>
            <a:r>
              <a:rPr lang="en-US" altLang="zh-CN" dirty="0">
                <a:solidFill>
                  <a:srgbClr val="859291"/>
                </a:solidFill>
                <a:latin typeface="Tahoma" panose="020B0604030504040204" pitchFamily="34" charset="0"/>
                <a:ea typeface="Tahoma" panose="020B0604030504040204" pitchFamily="34" charset="0"/>
                <a:cs typeface="Tahoma" panose="020B0604030504040204" pitchFamily="34" charset="0"/>
              </a:rPr>
              <a:t>.</a:t>
            </a:r>
            <a:endParaRPr lang="zh-CN" altLang="en-US" dirty="0">
              <a:solidFill>
                <a:srgbClr val="859291"/>
              </a:solidFill>
              <a:latin typeface="Tahoma" panose="020B0604030504040204" pitchFamily="34" charset="0"/>
              <a:cs typeface="Tahoma" panose="020B0604030504040204" pitchFamily="34" charset="0"/>
            </a:endParaRPr>
          </a:p>
        </p:txBody>
      </p:sp>
      <p:sp>
        <p:nvSpPr>
          <p:cNvPr id="126" name="文本框 125"/>
          <p:cNvSpPr txBox="1"/>
          <p:nvPr/>
        </p:nvSpPr>
        <p:spPr>
          <a:xfrm>
            <a:off x="10604090" y="2180465"/>
            <a:ext cx="718466" cy="707886"/>
          </a:xfrm>
          <a:prstGeom prst="rect">
            <a:avLst/>
          </a:prstGeom>
          <a:noFill/>
        </p:spPr>
        <p:txBody>
          <a:bodyPr wrap="none" rtlCol="0">
            <a:spAutoFit/>
          </a:bodyPr>
          <a:lstStyle/>
          <a:p>
            <a:r>
              <a:rPr lang="en-US" altLang="zh-CN" sz="4000" dirty="0">
                <a:solidFill>
                  <a:srgbClr val="605E5E"/>
                </a:solidFill>
                <a:latin typeface="Impact" panose="020B0806030902050204" pitchFamily="34" charset="0"/>
                <a:cs typeface="Aharoni" panose="02010803020104030203" pitchFamily="2" charset="-79"/>
              </a:rPr>
              <a:t>02</a:t>
            </a:r>
            <a:endParaRPr lang="zh-CN" altLang="en-US" sz="4000" dirty="0">
              <a:solidFill>
                <a:srgbClr val="605E5E"/>
              </a:solidFill>
              <a:latin typeface="Impact" panose="020B0806030902050204" pitchFamily="34" charset="0"/>
              <a:cs typeface="Aharoni" panose="02010803020104030203" pitchFamily="2" charset="-79"/>
            </a:endParaRPr>
          </a:p>
        </p:txBody>
      </p:sp>
      <p:sp>
        <p:nvSpPr>
          <p:cNvPr id="127" name="文本框 126"/>
          <p:cNvSpPr txBox="1"/>
          <p:nvPr/>
        </p:nvSpPr>
        <p:spPr>
          <a:xfrm>
            <a:off x="10604090" y="2757445"/>
            <a:ext cx="1498039" cy="369332"/>
          </a:xfrm>
          <a:prstGeom prst="rect">
            <a:avLst/>
          </a:prstGeom>
          <a:noFill/>
        </p:spPr>
        <p:txBody>
          <a:bodyPr wrap="none" rtlCol="0">
            <a:spAutoFit/>
          </a:bodyPr>
          <a:lstStyle/>
          <a:p>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Sample Text</a:t>
            </a:r>
            <a:r>
              <a:rPr lang="en-US" altLang="zh-CN" dirty="0">
                <a:solidFill>
                  <a:srgbClr val="859291"/>
                </a:solidFill>
                <a:latin typeface="Tahoma" panose="020B0604030504040204" pitchFamily="34" charset="0"/>
                <a:ea typeface="Tahoma" panose="020B0604030504040204" pitchFamily="34" charset="0"/>
                <a:cs typeface="Tahoma" panose="020B0604030504040204" pitchFamily="34" charset="0"/>
              </a:rPr>
              <a:t>.</a:t>
            </a:r>
            <a:endParaRPr lang="zh-CN" altLang="en-US" dirty="0">
              <a:solidFill>
                <a:srgbClr val="859291"/>
              </a:solidFill>
              <a:latin typeface="Tahoma" panose="020B0604030504040204" pitchFamily="34" charset="0"/>
              <a:cs typeface="Tahoma" panose="020B0604030504040204" pitchFamily="34" charset="0"/>
            </a:endParaRPr>
          </a:p>
        </p:txBody>
      </p:sp>
      <p:sp>
        <p:nvSpPr>
          <p:cNvPr id="128" name="文本框 127"/>
          <p:cNvSpPr txBox="1"/>
          <p:nvPr/>
        </p:nvSpPr>
        <p:spPr>
          <a:xfrm>
            <a:off x="10604090" y="5122677"/>
            <a:ext cx="716863" cy="707886"/>
          </a:xfrm>
          <a:prstGeom prst="rect">
            <a:avLst/>
          </a:prstGeom>
          <a:noFill/>
        </p:spPr>
        <p:txBody>
          <a:bodyPr wrap="none" rtlCol="0">
            <a:spAutoFit/>
          </a:bodyPr>
          <a:lstStyle/>
          <a:p>
            <a:r>
              <a:rPr lang="en-US" altLang="zh-CN" sz="4000" dirty="0">
                <a:solidFill>
                  <a:srgbClr val="605E5E"/>
                </a:solidFill>
                <a:latin typeface="Impact" panose="020B0806030902050204" pitchFamily="34" charset="0"/>
                <a:cs typeface="Aharoni" panose="02010803020104030203" pitchFamily="2" charset="-79"/>
              </a:rPr>
              <a:t>04</a:t>
            </a:r>
            <a:endParaRPr lang="zh-CN" altLang="en-US" sz="4000" dirty="0">
              <a:solidFill>
                <a:srgbClr val="605E5E"/>
              </a:solidFill>
              <a:latin typeface="Impact" panose="020B0806030902050204" pitchFamily="34" charset="0"/>
              <a:cs typeface="Aharoni" panose="02010803020104030203" pitchFamily="2" charset="-79"/>
            </a:endParaRPr>
          </a:p>
        </p:txBody>
      </p:sp>
      <p:sp>
        <p:nvSpPr>
          <p:cNvPr id="129" name="文本框 128"/>
          <p:cNvSpPr txBox="1"/>
          <p:nvPr/>
        </p:nvSpPr>
        <p:spPr>
          <a:xfrm>
            <a:off x="10604090" y="5699657"/>
            <a:ext cx="1498039" cy="369332"/>
          </a:xfrm>
          <a:prstGeom prst="rect">
            <a:avLst/>
          </a:prstGeom>
          <a:noFill/>
        </p:spPr>
        <p:txBody>
          <a:bodyPr wrap="none" rtlCol="0">
            <a:spAutoFit/>
          </a:bodyPr>
          <a:lstStyle/>
          <a:p>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Sample Text</a:t>
            </a:r>
            <a:r>
              <a:rPr lang="en-US" altLang="zh-CN" dirty="0">
                <a:solidFill>
                  <a:srgbClr val="859291"/>
                </a:solidFill>
                <a:latin typeface="Tahoma" panose="020B0604030504040204" pitchFamily="34" charset="0"/>
                <a:ea typeface="Tahoma" panose="020B0604030504040204" pitchFamily="34" charset="0"/>
                <a:cs typeface="Tahoma" panose="020B0604030504040204" pitchFamily="34" charset="0"/>
              </a:rPr>
              <a:t>.</a:t>
            </a:r>
            <a:endParaRPr lang="zh-CN" altLang="en-US" dirty="0">
              <a:solidFill>
                <a:srgbClr val="859291"/>
              </a:solidFill>
              <a:latin typeface="Tahoma" panose="020B0604030504040204" pitchFamily="34" charset="0"/>
              <a:cs typeface="Tahoma" panose="020B0604030504040204" pitchFamily="34" charset="0"/>
            </a:endParaRPr>
          </a:p>
        </p:txBody>
      </p:sp>
      <p:sp>
        <p:nvSpPr>
          <p:cNvPr id="53"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326719029"/>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reeform 16"/>
          <p:cNvSpPr>
            <a:spLocks/>
          </p:cNvSpPr>
          <p:nvPr/>
        </p:nvSpPr>
        <p:spPr bwMode="auto">
          <a:xfrm>
            <a:off x="3936337" y="1984392"/>
            <a:ext cx="2748994" cy="2753075"/>
          </a:xfrm>
          <a:custGeom>
            <a:avLst/>
            <a:gdLst>
              <a:gd name="T0" fmla="*/ 101 w 569"/>
              <a:gd name="T1" fmla="*/ 468 h 569"/>
              <a:gd name="T2" fmla="*/ 468 w 569"/>
              <a:gd name="T3" fmla="*/ 468 h 569"/>
              <a:gd name="T4" fmla="*/ 468 w 569"/>
              <a:gd name="T5" fmla="*/ 101 h 569"/>
              <a:gd name="T6" fmla="*/ 101 w 569"/>
              <a:gd name="T7" fmla="*/ 101 h 569"/>
              <a:gd name="T8" fmla="*/ 101 w 569"/>
              <a:gd name="T9" fmla="*/ 468 h 569"/>
            </a:gdLst>
            <a:ahLst/>
            <a:cxnLst>
              <a:cxn ang="0">
                <a:pos x="T0" y="T1"/>
              </a:cxn>
              <a:cxn ang="0">
                <a:pos x="T2" y="T3"/>
              </a:cxn>
              <a:cxn ang="0">
                <a:pos x="T4" y="T5"/>
              </a:cxn>
              <a:cxn ang="0">
                <a:pos x="T6" y="T7"/>
              </a:cxn>
              <a:cxn ang="0">
                <a:pos x="T8" y="T9"/>
              </a:cxn>
            </a:cxnLst>
            <a:rect l="0" t="0" r="r" b="b"/>
            <a:pathLst>
              <a:path w="569" h="569">
                <a:moveTo>
                  <a:pt x="101" y="468"/>
                </a:moveTo>
                <a:cubicBezTo>
                  <a:pt x="202" y="569"/>
                  <a:pt x="366" y="569"/>
                  <a:pt x="468" y="468"/>
                </a:cubicBezTo>
                <a:cubicBezTo>
                  <a:pt x="569" y="366"/>
                  <a:pt x="569" y="202"/>
                  <a:pt x="468" y="101"/>
                </a:cubicBezTo>
                <a:cubicBezTo>
                  <a:pt x="366" y="0"/>
                  <a:pt x="202" y="0"/>
                  <a:pt x="101" y="101"/>
                </a:cubicBezTo>
                <a:cubicBezTo>
                  <a:pt x="0" y="202"/>
                  <a:pt x="0" y="366"/>
                  <a:pt x="101" y="468"/>
                </a:cubicBezTo>
                <a:close/>
              </a:path>
            </a:pathLst>
          </a:custGeom>
          <a:solidFill>
            <a:srgbClr val="A4BE35"/>
          </a:solidFill>
          <a:ln>
            <a:noFill/>
          </a:ln>
          <a:effectLst>
            <a:outerShdw blurRad="101600" sx="104000" sy="104000" algn="ctr" rotWithShape="0">
              <a:prstClr val="black">
                <a:alpha val="34000"/>
              </a:prstClr>
            </a:outerShdw>
          </a:effec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 name="Freeform 17"/>
          <p:cNvSpPr>
            <a:spLocks/>
          </p:cNvSpPr>
          <p:nvPr/>
        </p:nvSpPr>
        <p:spPr bwMode="auto">
          <a:xfrm>
            <a:off x="7038392" y="1984391"/>
            <a:ext cx="2751033" cy="2753075"/>
          </a:xfrm>
          <a:custGeom>
            <a:avLst/>
            <a:gdLst>
              <a:gd name="T0" fmla="*/ 101 w 569"/>
              <a:gd name="T1" fmla="*/ 468 h 569"/>
              <a:gd name="T2" fmla="*/ 468 w 569"/>
              <a:gd name="T3" fmla="*/ 468 h 569"/>
              <a:gd name="T4" fmla="*/ 468 w 569"/>
              <a:gd name="T5" fmla="*/ 101 h 569"/>
              <a:gd name="T6" fmla="*/ 101 w 569"/>
              <a:gd name="T7" fmla="*/ 101 h 569"/>
              <a:gd name="T8" fmla="*/ 101 w 569"/>
              <a:gd name="T9" fmla="*/ 468 h 569"/>
            </a:gdLst>
            <a:ahLst/>
            <a:cxnLst>
              <a:cxn ang="0">
                <a:pos x="T0" y="T1"/>
              </a:cxn>
              <a:cxn ang="0">
                <a:pos x="T2" y="T3"/>
              </a:cxn>
              <a:cxn ang="0">
                <a:pos x="T4" y="T5"/>
              </a:cxn>
              <a:cxn ang="0">
                <a:pos x="T6" y="T7"/>
              </a:cxn>
              <a:cxn ang="0">
                <a:pos x="T8" y="T9"/>
              </a:cxn>
            </a:cxnLst>
            <a:rect l="0" t="0" r="r" b="b"/>
            <a:pathLst>
              <a:path w="569" h="569">
                <a:moveTo>
                  <a:pt x="101" y="468"/>
                </a:moveTo>
                <a:cubicBezTo>
                  <a:pt x="202" y="569"/>
                  <a:pt x="366" y="569"/>
                  <a:pt x="468" y="468"/>
                </a:cubicBezTo>
                <a:cubicBezTo>
                  <a:pt x="569" y="366"/>
                  <a:pt x="569" y="202"/>
                  <a:pt x="468" y="101"/>
                </a:cubicBezTo>
                <a:cubicBezTo>
                  <a:pt x="366" y="0"/>
                  <a:pt x="202" y="0"/>
                  <a:pt x="101" y="101"/>
                </a:cubicBezTo>
                <a:cubicBezTo>
                  <a:pt x="0" y="202"/>
                  <a:pt x="0" y="366"/>
                  <a:pt x="101" y="468"/>
                </a:cubicBezTo>
                <a:close/>
              </a:path>
            </a:pathLst>
          </a:custGeom>
          <a:solidFill>
            <a:srgbClr val="DB882B"/>
          </a:solidFill>
          <a:ln>
            <a:noFill/>
          </a:ln>
          <a:effectLst>
            <a:outerShdw blurRad="101600" sx="104000" sy="104000" algn="ctr" rotWithShape="0">
              <a:prstClr val="black">
                <a:alpha val="34000"/>
              </a:prstClr>
            </a:outerShdw>
          </a:effec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 name="Freeform 18"/>
          <p:cNvSpPr>
            <a:spLocks/>
          </p:cNvSpPr>
          <p:nvPr/>
        </p:nvSpPr>
        <p:spPr bwMode="auto">
          <a:xfrm>
            <a:off x="2520004" y="3435418"/>
            <a:ext cx="2744912" cy="2755115"/>
          </a:xfrm>
          <a:custGeom>
            <a:avLst/>
            <a:gdLst>
              <a:gd name="T0" fmla="*/ 467 w 568"/>
              <a:gd name="T1" fmla="*/ 102 h 569"/>
              <a:gd name="T2" fmla="*/ 101 w 568"/>
              <a:gd name="T3" fmla="*/ 102 h 569"/>
              <a:gd name="T4" fmla="*/ 101 w 568"/>
              <a:gd name="T5" fmla="*/ 468 h 569"/>
              <a:gd name="T6" fmla="*/ 467 w 568"/>
              <a:gd name="T7" fmla="*/ 468 h 569"/>
              <a:gd name="T8" fmla="*/ 467 w 568"/>
              <a:gd name="T9" fmla="*/ 102 h 569"/>
            </a:gdLst>
            <a:ahLst/>
            <a:cxnLst>
              <a:cxn ang="0">
                <a:pos x="T0" y="T1"/>
              </a:cxn>
              <a:cxn ang="0">
                <a:pos x="T2" y="T3"/>
              </a:cxn>
              <a:cxn ang="0">
                <a:pos x="T4" y="T5"/>
              </a:cxn>
              <a:cxn ang="0">
                <a:pos x="T6" y="T7"/>
              </a:cxn>
              <a:cxn ang="0">
                <a:pos x="T8" y="T9"/>
              </a:cxn>
            </a:cxnLst>
            <a:rect l="0" t="0" r="r" b="b"/>
            <a:pathLst>
              <a:path w="568" h="569">
                <a:moveTo>
                  <a:pt x="467" y="102"/>
                </a:moveTo>
                <a:cubicBezTo>
                  <a:pt x="366" y="0"/>
                  <a:pt x="202" y="0"/>
                  <a:pt x="101" y="102"/>
                </a:cubicBezTo>
                <a:cubicBezTo>
                  <a:pt x="0" y="203"/>
                  <a:pt x="0" y="367"/>
                  <a:pt x="101" y="468"/>
                </a:cubicBezTo>
                <a:cubicBezTo>
                  <a:pt x="202" y="569"/>
                  <a:pt x="366" y="569"/>
                  <a:pt x="467" y="468"/>
                </a:cubicBezTo>
                <a:cubicBezTo>
                  <a:pt x="568" y="367"/>
                  <a:pt x="568" y="203"/>
                  <a:pt x="467" y="102"/>
                </a:cubicBezTo>
                <a:close/>
              </a:path>
            </a:pathLst>
          </a:custGeom>
          <a:solidFill>
            <a:srgbClr val="D5386C"/>
          </a:solidFill>
          <a:ln>
            <a:noFill/>
          </a:ln>
          <a:effectLst>
            <a:outerShdw blurRad="101600" sx="104000" sy="104000" algn="ctr" rotWithShape="0">
              <a:prstClr val="black">
                <a:alpha val="34000"/>
              </a:prstClr>
            </a:outerShdw>
          </a:effec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 name="Freeform 19"/>
          <p:cNvSpPr>
            <a:spLocks/>
          </p:cNvSpPr>
          <p:nvPr/>
        </p:nvSpPr>
        <p:spPr bwMode="auto">
          <a:xfrm>
            <a:off x="2834291" y="3198682"/>
            <a:ext cx="2002052" cy="1559190"/>
          </a:xfrm>
          <a:custGeom>
            <a:avLst/>
            <a:gdLst>
              <a:gd name="T0" fmla="*/ 0 w 414"/>
              <a:gd name="T1" fmla="*/ 115 h 322"/>
              <a:gd name="T2" fmla="*/ 207 w 414"/>
              <a:gd name="T3" fmla="*/ 322 h 322"/>
              <a:gd name="T4" fmla="*/ 414 w 414"/>
              <a:gd name="T5" fmla="*/ 115 h 322"/>
              <a:gd name="T6" fmla="*/ 0 w 414"/>
              <a:gd name="T7" fmla="*/ 115 h 322"/>
            </a:gdLst>
            <a:ahLst/>
            <a:cxnLst>
              <a:cxn ang="0">
                <a:pos x="T0" y="T1"/>
              </a:cxn>
              <a:cxn ang="0">
                <a:pos x="T2" y="T3"/>
              </a:cxn>
              <a:cxn ang="0">
                <a:pos x="T4" y="T5"/>
              </a:cxn>
              <a:cxn ang="0">
                <a:pos x="T6" y="T7"/>
              </a:cxn>
            </a:cxnLst>
            <a:rect l="0" t="0" r="r" b="b"/>
            <a:pathLst>
              <a:path w="414" h="322">
                <a:moveTo>
                  <a:pt x="0" y="115"/>
                </a:moveTo>
                <a:cubicBezTo>
                  <a:pt x="207" y="322"/>
                  <a:pt x="207" y="322"/>
                  <a:pt x="207" y="322"/>
                </a:cubicBezTo>
                <a:cubicBezTo>
                  <a:pt x="414" y="115"/>
                  <a:pt x="414" y="115"/>
                  <a:pt x="414" y="115"/>
                </a:cubicBezTo>
                <a:cubicBezTo>
                  <a:pt x="300" y="0"/>
                  <a:pt x="114" y="0"/>
                  <a:pt x="0" y="115"/>
                </a:cubicBezTo>
                <a:close/>
              </a:path>
            </a:pathLst>
          </a:custGeom>
          <a:solidFill>
            <a:srgbClr val="D5386C"/>
          </a:solidFill>
          <a:ln>
            <a:noFill/>
          </a:ln>
          <a:effectLst>
            <a:outerShdw blurRad="215900" sx="106000" sy="106000" algn="ctr" rotWithShape="0">
              <a:prstClr val="black">
                <a:alpha val="32000"/>
              </a:prstClr>
            </a:outerShdw>
          </a:effec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 name="Freeform 20"/>
          <p:cNvSpPr>
            <a:spLocks/>
          </p:cNvSpPr>
          <p:nvPr/>
        </p:nvSpPr>
        <p:spPr bwMode="auto">
          <a:xfrm>
            <a:off x="5603693" y="3435418"/>
            <a:ext cx="2748994" cy="2755115"/>
          </a:xfrm>
          <a:custGeom>
            <a:avLst/>
            <a:gdLst>
              <a:gd name="T0" fmla="*/ 468 w 569"/>
              <a:gd name="T1" fmla="*/ 102 h 569"/>
              <a:gd name="T2" fmla="*/ 101 w 569"/>
              <a:gd name="T3" fmla="*/ 102 h 569"/>
              <a:gd name="T4" fmla="*/ 101 w 569"/>
              <a:gd name="T5" fmla="*/ 468 h 569"/>
              <a:gd name="T6" fmla="*/ 468 w 569"/>
              <a:gd name="T7" fmla="*/ 468 h 569"/>
              <a:gd name="T8" fmla="*/ 468 w 569"/>
              <a:gd name="T9" fmla="*/ 102 h 569"/>
            </a:gdLst>
            <a:ahLst/>
            <a:cxnLst>
              <a:cxn ang="0">
                <a:pos x="T0" y="T1"/>
              </a:cxn>
              <a:cxn ang="0">
                <a:pos x="T2" y="T3"/>
              </a:cxn>
              <a:cxn ang="0">
                <a:pos x="T4" y="T5"/>
              </a:cxn>
              <a:cxn ang="0">
                <a:pos x="T6" y="T7"/>
              </a:cxn>
              <a:cxn ang="0">
                <a:pos x="T8" y="T9"/>
              </a:cxn>
            </a:cxnLst>
            <a:rect l="0" t="0" r="r" b="b"/>
            <a:pathLst>
              <a:path w="569" h="569">
                <a:moveTo>
                  <a:pt x="468" y="102"/>
                </a:moveTo>
                <a:cubicBezTo>
                  <a:pt x="366" y="0"/>
                  <a:pt x="202" y="0"/>
                  <a:pt x="101" y="102"/>
                </a:cubicBezTo>
                <a:cubicBezTo>
                  <a:pt x="0" y="203"/>
                  <a:pt x="0" y="367"/>
                  <a:pt x="101" y="468"/>
                </a:cubicBezTo>
                <a:cubicBezTo>
                  <a:pt x="202" y="569"/>
                  <a:pt x="366" y="569"/>
                  <a:pt x="468" y="468"/>
                </a:cubicBezTo>
                <a:cubicBezTo>
                  <a:pt x="569" y="367"/>
                  <a:pt x="569" y="203"/>
                  <a:pt x="468" y="102"/>
                </a:cubicBezTo>
                <a:close/>
              </a:path>
            </a:pathLst>
          </a:custGeom>
          <a:solidFill>
            <a:srgbClr val="0086BF"/>
          </a:solidFill>
          <a:ln>
            <a:noFill/>
          </a:ln>
          <a:effectLst>
            <a:outerShdw blurRad="101600" sx="104000" sy="104000" algn="ctr" rotWithShape="0">
              <a:prstClr val="black">
                <a:alpha val="34000"/>
              </a:prstClr>
            </a:outerShdw>
          </a:effec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 name="Freeform 21"/>
          <p:cNvSpPr>
            <a:spLocks/>
          </p:cNvSpPr>
          <p:nvPr/>
        </p:nvSpPr>
        <p:spPr bwMode="auto">
          <a:xfrm>
            <a:off x="5917980" y="3198682"/>
            <a:ext cx="2006133" cy="1559192"/>
          </a:xfrm>
          <a:custGeom>
            <a:avLst/>
            <a:gdLst>
              <a:gd name="T0" fmla="*/ 0 w 415"/>
              <a:gd name="T1" fmla="*/ 115 h 322"/>
              <a:gd name="T2" fmla="*/ 208 w 415"/>
              <a:gd name="T3" fmla="*/ 322 h 322"/>
              <a:gd name="T4" fmla="*/ 415 w 415"/>
              <a:gd name="T5" fmla="*/ 115 h 322"/>
              <a:gd name="T6" fmla="*/ 0 w 415"/>
              <a:gd name="T7" fmla="*/ 115 h 322"/>
            </a:gdLst>
            <a:ahLst/>
            <a:cxnLst>
              <a:cxn ang="0">
                <a:pos x="T0" y="T1"/>
              </a:cxn>
              <a:cxn ang="0">
                <a:pos x="T2" y="T3"/>
              </a:cxn>
              <a:cxn ang="0">
                <a:pos x="T4" y="T5"/>
              </a:cxn>
              <a:cxn ang="0">
                <a:pos x="T6" y="T7"/>
              </a:cxn>
            </a:cxnLst>
            <a:rect l="0" t="0" r="r" b="b"/>
            <a:pathLst>
              <a:path w="415" h="322">
                <a:moveTo>
                  <a:pt x="0" y="115"/>
                </a:moveTo>
                <a:cubicBezTo>
                  <a:pt x="208" y="322"/>
                  <a:pt x="208" y="322"/>
                  <a:pt x="208" y="322"/>
                </a:cubicBezTo>
                <a:cubicBezTo>
                  <a:pt x="415" y="115"/>
                  <a:pt x="415" y="115"/>
                  <a:pt x="415" y="115"/>
                </a:cubicBezTo>
                <a:cubicBezTo>
                  <a:pt x="300" y="0"/>
                  <a:pt x="115" y="0"/>
                  <a:pt x="0" y="115"/>
                </a:cubicBezTo>
                <a:close/>
              </a:path>
            </a:pathLst>
          </a:custGeom>
          <a:solidFill>
            <a:srgbClr val="0086BF"/>
          </a:solidFill>
          <a:ln>
            <a:noFill/>
          </a:ln>
          <a:effectLst>
            <a:outerShdw blurRad="215900" sx="106000" sy="106000" algn="ctr" rotWithShape="0">
              <a:prstClr val="black">
                <a:alpha val="32000"/>
              </a:prstClr>
            </a:outerShdw>
          </a:effec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 name="Freeform 22"/>
          <p:cNvSpPr>
            <a:spLocks/>
          </p:cNvSpPr>
          <p:nvPr/>
        </p:nvSpPr>
        <p:spPr bwMode="auto">
          <a:xfrm>
            <a:off x="4377155" y="3427255"/>
            <a:ext cx="2000009" cy="1557151"/>
          </a:xfrm>
          <a:custGeom>
            <a:avLst/>
            <a:gdLst>
              <a:gd name="T0" fmla="*/ 414 w 414"/>
              <a:gd name="T1" fmla="*/ 207 h 322"/>
              <a:gd name="T2" fmla="*/ 207 w 414"/>
              <a:gd name="T3" fmla="*/ 0 h 322"/>
              <a:gd name="T4" fmla="*/ 0 w 414"/>
              <a:gd name="T5" fmla="*/ 207 h 322"/>
              <a:gd name="T6" fmla="*/ 414 w 414"/>
              <a:gd name="T7" fmla="*/ 207 h 322"/>
            </a:gdLst>
            <a:ahLst/>
            <a:cxnLst>
              <a:cxn ang="0">
                <a:pos x="T0" y="T1"/>
              </a:cxn>
              <a:cxn ang="0">
                <a:pos x="T2" y="T3"/>
              </a:cxn>
              <a:cxn ang="0">
                <a:pos x="T4" y="T5"/>
              </a:cxn>
              <a:cxn ang="0">
                <a:pos x="T6" y="T7"/>
              </a:cxn>
            </a:cxnLst>
            <a:rect l="0" t="0" r="r" b="b"/>
            <a:pathLst>
              <a:path w="414" h="322">
                <a:moveTo>
                  <a:pt x="414" y="207"/>
                </a:moveTo>
                <a:cubicBezTo>
                  <a:pt x="207" y="0"/>
                  <a:pt x="207" y="0"/>
                  <a:pt x="207" y="0"/>
                </a:cubicBezTo>
                <a:cubicBezTo>
                  <a:pt x="0" y="207"/>
                  <a:pt x="0" y="207"/>
                  <a:pt x="0" y="207"/>
                </a:cubicBezTo>
                <a:cubicBezTo>
                  <a:pt x="115" y="322"/>
                  <a:pt x="300" y="322"/>
                  <a:pt x="414" y="207"/>
                </a:cubicBezTo>
                <a:close/>
              </a:path>
            </a:pathLst>
          </a:custGeom>
          <a:solidFill>
            <a:srgbClr val="A7C135"/>
          </a:solidFill>
          <a:ln>
            <a:noFill/>
          </a:ln>
          <a:effectLst>
            <a:outerShdw blurRad="215900" sx="106000" sy="106000" algn="ctr" rotWithShape="0">
              <a:prstClr val="black">
                <a:alpha val="32000"/>
              </a:prstClr>
            </a:outerShdw>
          </a:effec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 name="Freeform 23"/>
          <p:cNvSpPr>
            <a:spLocks/>
          </p:cNvSpPr>
          <p:nvPr/>
        </p:nvSpPr>
        <p:spPr bwMode="auto">
          <a:xfrm>
            <a:off x="7479208" y="3427255"/>
            <a:ext cx="2000009" cy="1557151"/>
          </a:xfrm>
          <a:custGeom>
            <a:avLst/>
            <a:gdLst>
              <a:gd name="T0" fmla="*/ 414 w 414"/>
              <a:gd name="T1" fmla="*/ 207 h 322"/>
              <a:gd name="T2" fmla="*/ 207 w 414"/>
              <a:gd name="T3" fmla="*/ 0 h 322"/>
              <a:gd name="T4" fmla="*/ 0 w 414"/>
              <a:gd name="T5" fmla="*/ 207 h 322"/>
              <a:gd name="T6" fmla="*/ 414 w 414"/>
              <a:gd name="T7" fmla="*/ 207 h 322"/>
            </a:gdLst>
            <a:ahLst/>
            <a:cxnLst>
              <a:cxn ang="0">
                <a:pos x="T0" y="T1"/>
              </a:cxn>
              <a:cxn ang="0">
                <a:pos x="T2" y="T3"/>
              </a:cxn>
              <a:cxn ang="0">
                <a:pos x="T4" y="T5"/>
              </a:cxn>
              <a:cxn ang="0">
                <a:pos x="T6" y="T7"/>
              </a:cxn>
            </a:cxnLst>
            <a:rect l="0" t="0" r="r" b="b"/>
            <a:pathLst>
              <a:path w="414" h="322">
                <a:moveTo>
                  <a:pt x="414" y="207"/>
                </a:moveTo>
                <a:cubicBezTo>
                  <a:pt x="207" y="0"/>
                  <a:pt x="207" y="0"/>
                  <a:pt x="207" y="0"/>
                </a:cubicBezTo>
                <a:cubicBezTo>
                  <a:pt x="0" y="207"/>
                  <a:pt x="0" y="207"/>
                  <a:pt x="0" y="207"/>
                </a:cubicBezTo>
                <a:cubicBezTo>
                  <a:pt x="114" y="322"/>
                  <a:pt x="300" y="322"/>
                  <a:pt x="414" y="207"/>
                </a:cubicBezTo>
                <a:close/>
              </a:path>
            </a:pathLst>
          </a:custGeom>
          <a:solidFill>
            <a:srgbClr val="D8872B"/>
          </a:solidFill>
          <a:ln>
            <a:noFill/>
          </a:ln>
          <a:effectLst>
            <a:outerShdw blurRad="215900" sx="106000" sy="106000" algn="ctr" rotWithShape="0">
              <a:prstClr val="black">
                <a:alpha val="32000"/>
              </a:prstClr>
            </a:outerShdw>
          </a:effec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 name="文本框 63"/>
          <p:cNvSpPr txBox="1"/>
          <p:nvPr/>
        </p:nvSpPr>
        <p:spPr>
          <a:xfrm>
            <a:off x="3458669" y="3669304"/>
            <a:ext cx="755335" cy="707886"/>
          </a:xfrm>
          <a:prstGeom prst="rect">
            <a:avLst/>
          </a:prstGeom>
          <a:noFill/>
        </p:spPr>
        <p:txBody>
          <a:bodyPr wrap="none" rtlCol="0">
            <a:spAutoFit/>
          </a:bodyPr>
          <a:lstStyle/>
          <a:p>
            <a:r>
              <a:rPr lang="en-US" altLang="zh-CN" sz="4000" dirty="0">
                <a:solidFill>
                  <a:prstClr val="white"/>
                </a:solidFill>
                <a:latin typeface="Arial" panose="020B0604020202020204" pitchFamily="34" charset="0"/>
                <a:ea typeface="Microsoft YaHei UI" panose="020B0503020204020204" pitchFamily="34" charset="-122"/>
                <a:cs typeface="Arial" panose="020B0604020202020204" pitchFamily="34" charset="0"/>
              </a:rPr>
              <a:t>01</a:t>
            </a:r>
            <a:endParaRPr lang="zh-CN" altLang="en-US" sz="4000" dirty="0">
              <a:solidFill>
                <a:prstClr val="white"/>
              </a:solidFill>
              <a:latin typeface="Arial" panose="020B0604020202020204" pitchFamily="34" charset="0"/>
              <a:ea typeface="Microsoft YaHei UI" panose="020B0503020204020204" pitchFamily="34" charset="-122"/>
              <a:cs typeface="Arial" panose="020B0604020202020204" pitchFamily="34" charset="0"/>
            </a:endParaRPr>
          </a:p>
        </p:txBody>
      </p:sp>
      <p:sp>
        <p:nvSpPr>
          <p:cNvPr id="71" name="文本框 70"/>
          <p:cNvSpPr txBox="1"/>
          <p:nvPr/>
        </p:nvSpPr>
        <p:spPr>
          <a:xfrm>
            <a:off x="8101433" y="3669304"/>
            <a:ext cx="755335" cy="707886"/>
          </a:xfrm>
          <a:prstGeom prst="rect">
            <a:avLst/>
          </a:prstGeom>
          <a:noFill/>
        </p:spPr>
        <p:txBody>
          <a:bodyPr wrap="none" rtlCol="0">
            <a:spAutoFit/>
          </a:bodyPr>
          <a:lstStyle/>
          <a:p>
            <a:r>
              <a:rPr lang="en-US" altLang="zh-CN" sz="4000" dirty="0">
                <a:solidFill>
                  <a:prstClr val="white"/>
                </a:solidFill>
                <a:latin typeface="Arial" panose="020B0604020202020204" pitchFamily="34" charset="0"/>
                <a:ea typeface="Microsoft YaHei UI" panose="020B0503020204020204" pitchFamily="34" charset="-122"/>
                <a:cs typeface="Arial" panose="020B0604020202020204" pitchFamily="34" charset="0"/>
              </a:rPr>
              <a:t>04</a:t>
            </a:r>
            <a:endParaRPr lang="zh-CN" altLang="en-US" sz="4000" dirty="0">
              <a:solidFill>
                <a:prstClr val="white"/>
              </a:solidFill>
              <a:latin typeface="Arial" panose="020B0604020202020204" pitchFamily="34" charset="0"/>
              <a:ea typeface="Microsoft YaHei UI" panose="020B0503020204020204" pitchFamily="34" charset="-122"/>
              <a:cs typeface="Arial" panose="020B0604020202020204" pitchFamily="34" charset="0"/>
            </a:endParaRPr>
          </a:p>
        </p:txBody>
      </p:sp>
      <p:sp>
        <p:nvSpPr>
          <p:cNvPr id="72" name="文本框 71"/>
          <p:cNvSpPr txBox="1"/>
          <p:nvPr/>
        </p:nvSpPr>
        <p:spPr>
          <a:xfrm>
            <a:off x="5006257" y="3669304"/>
            <a:ext cx="755335" cy="707886"/>
          </a:xfrm>
          <a:prstGeom prst="rect">
            <a:avLst/>
          </a:prstGeom>
          <a:noFill/>
        </p:spPr>
        <p:txBody>
          <a:bodyPr wrap="none" rtlCol="0">
            <a:spAutoFit/>
          </a:bodyPr>
          <a:lstStyle/>
          <a:p>
            <a:r>
              <a:rPr lang="en-US" altLang="zh-CN" sz="4000" dirty="0">
                <a:solidFill>
                  <a:prstClr val="white"/>
                </a:solidFill>
                <a:latin typeface="Arial" panose="020B0604020202020204" pitchFamily="34" charset="0"/>
                <a:ea typeface="Microsoft YaHei UI" panose="020B0503020204020204" pitchFamily="34" charset="-122"/>
                <a:cs typeface="Arial" panose="020B0604020202020204" pitchFamily="34" charset="0"/>
              </a:rPr>
              <a:t>02</a:t>
            </a:r>
            <a:endParaRPr lang="zh-CN" altLang="en-US" sz="4000" dirty="0">
              <a:solidFill>
                <a:prstClr val="white"/>
              </a:solidFill>
              <a:latin typeface="Arial" panose="020B0604020202020204" pitchFamily="34" charset="0"/>
              <a:ea typeface="Microsoft YaHei UI" panose="020B0503020204020204" pitchFamily="34" charset="-122"/>
              <a:cs typeface="Arial" panose="020B0604020202020204" pitchFamily="34" charset="0"/>
            </a:endParaRPr>
          </a:p>
        </p:txBody>
      </p:sp>
      <p:sp>
        <p:nvSpPr>
          <p:cNvPr id="73" name="文本框 72"/>
          <p:cNvSpPr txBox="1"/>
          <p:nvPr/>
        </p:nvSpPr>
        <p:spPr>
          <a:xfrm>
            <a:off x="6553845" y="3669304"/>
            <a:ext cx="755335" cy="707886"/>
          </a:xfrm>
          <a:prstGeom prst="rect">
            <a:avLst/>
          </a:prstGeom>
          <a:noFill/>
        </p:spPr>
        <p:txBody>
          <a:bodyPr wrap="none" rtlCol="0">
            <a:spAutoFit/>
          </a:bodyPr>
          <a:lstStyle/>
          <a:p>
            <a:r>
              <a:rPr lang="en-US" altLang="zh-CN" sz="4000" dirty="0">
                <a:solidFill>
                  <a:prstClr val="white"/>
                </a:solidFill>
                <a:latin typeface="Arial" panose="020B0604020202020204" pitchFamily="34" charset="0"/>
                <a:ea typeface="Microsoft YaHei UI" panose="020B0503020204020204" pitchFamily="34" charset="-122"/>
                <a:cs typeface="Arial" panose="020B0604020202020204" pitchFamily="34" charset="0"/>
              </a:rPr>
              <a:t>03</a:t>
            </a:r>
            <a:endParaRPr lang="zh-CN" altLang="en-US" sz="4000" dirty="0">
              <a:solidFill>
                <a:prstClr val="white"/>
              </a:solidFill>
              <a:latin typeface="Arial" panose="020B0604020202020204" pitchFamily="34" charset="0"/>
              <a:ea typeface="Microsoft YaHei UI" panose="020B0503020204020204" pitchFamily="34" charset="-122"/>
              <a:cs typeface="Arial" panose="020B0604020202020204" pitchFamily="34" charset="0"/>
            </a:endParaRPr>
          </a:p>
        </p:txBody>
      </p:sp>
      <p:sp>
        <p:nvSpPr>
          <p:cNvPr id="74" name="文本框 73"/>
          <p:cNvSpPr txBox="1"/>
          <p:nvPr/>
        </p:nvSpPr>
        <p:spPr>
          <a:xfrm>
            <a:off x="2897012" y="4914546"/>
            <a:ext cx="2037737" cy="400110"/>
          </a:xfrm>
          <a:prstGeom prst="rect">
            <a:avLst/>
          </a:prstGeom>
          <a:noFill/>
        </p:spPr>
        <p:txBody>
          <a:bodyPr wrap="none" rtlCol="0">
            <a:spAutoFit/>
          </a:bodyPr>
          <a:lstStyle/>
          <a:p>
            <a:r>
              <a:rPr lang="en-US" altLang="zh-CN" sz="2000"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rPr>
              <a:t>Some Title Here</a:t>
            </a:r>
            <a:endParaRPr lang="zh-CN" altLang="en-US" sz="2000"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76" name="文本框 75"/>
          <p:cNvSpPr txBox="1"/>
          <p:nvPr/>
        </p:nvSpPr>
        <p:spPr>
          <a:xfrm>
            <a:off x="5959321" y="4914546"/>
            <a:ext cx="2037737" cy="400110"/>
          </a:xfrm>
          <a:prstGeom prst="rect">
            <a:avLst/>
          </a:prstGeom>
          <a:noFill/>
        </p:spPr>
        <p:txBody>
          <a:bodyPr wrap="none" rtlCol="0">
            <a:spAutoFit/>
          </a:bodyPr>
          <a:lstStyle/>
          <a:p>
            <a:r>
              <a:rPr lang="en-US" altLang="zh-CN" sz="2000"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rPr>
              <a:t>Some Title Here</a:t>
            </a:r>
            <a:endParaRPr lang="zh-CN" altLang="en-US" sz="2000"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77" name="文本框 76"/>
          <p:cNvSpPr txBox="1"/>
          <p:nvPr/>
        </p:nvSpPr>
        <p:spPr>
          <a:xfrm>
            <a:off x="4291965" y="2738550"/>
            <a:ext cx="2037737" cy="400110"/>
          </a:xfrm>
          <a:prstGeom prst="rect">
            <a:avLst/>
          </a:prstGeom>
          <a:noFill/>
        </p:spPr>
        <p:txBody>
          <a:bodyPr wrap="none" rtlCol="0">
            <a:spAutoFit/>
          </a:bodyPr>
          <a:lstStyle/>
          <a:p>
            <a:r>
              <a:rPr lang="en-US" altLang="zh-CN" sz="2000"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rPr>
              <a:t>Some Title Here</a:t>
            </a:r>
            <a:endParaRPr lang="zh-CN" altLang="en-US" sz="2000"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78" name="文本框 77"/>
          <p:cNvSpPr txBox="1"/>
          <p:nvPr/>
        </p:nvSpPr>
        <p:spPr>
          <a:xfrm>
            <a:off x="7413709" y="2738550"/>
            <a:ext cx="2037737" cy="400110"/>
          </a:xfrm>
          <a:prstGeom prst="rect">
            <a:avLst/>
          </a:prstGeom>
          <a:noFill/>
        </p:spPr>
        <p:txBody>
          <a:bodyPr wrap="none" rtlCol="0">
            <a:spAutoFit/>
          </a:bodyPr>
          <a:lstStyle/>
          <a:p>
            <a:r>
              <a:rPr lang="en-US" altLang="zh-CN" sz="2000"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rPr>
              <a:t>Some Title Here</a:t>
            </a:r>
            <a:endParaRPr lang="zh-CN" altLang="en-US" sz="2000"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23" name="文本框 22"/>
          <p:cNvSpPr txBox="1"/>
          <p:nvPr/>
        </p:nvSpPr>
        <p:spPr>
          <a:xfrm>
            <a:off x="1000603" y="858685"/>
            <a:ext cx="9062096" cy="369332"/>
          </a:xfrm>
          <a:prstGeom prst="rect">
            <a:avLst/>
          </a:prstGeom>
          <a:noFill/>
        </p:spPr>
        <p:txBody>
          <a:bodyPr wrap="none" rtlCol="0">
            <a:spAutoFit/>
          </a:bodyPr>
          <a:lstStyle/>
          <a:p>
            <a:r>
              <a:rPr lang="zh-CN" altLang="en-US" dirty="0">
                <a:solidFill>
                  <a:prstClr val="black">
                    <a:lumMod val="65000"/>
                    <a:lumOff val="35000"/>
                  </a:prstClr>
                </a:solidFill>
              </a:rPr>
              <a:t>网络</a:t>
            </a:r>
            <a:r>
              <a:rPr lang="en-US" altLang="zh-CN" dirty="0">
                <a:solidFill>
                  <a:prstClr val="black">
                    <a:lumMod val="65000"/>
                    <a:lumOff val="35000"/>
                  </a:prstClr>
                </a:solidFill>
              </a:rPr>
              <a:t>EPS</a:t>
            </a:r>
            <a:r>
              <a:rPr lang="zh-CN" altLang="en-US" dirty="0">
                <a:solidFill>
                  <a:prstClr val="black">
                    <a:lumMod val="65000"/>
                    <a:lumOff val="35000"/>
                  </a:prstClr>
                </a:solidFill>
              </a:rPr>
              <a:t>素材改编，可以根据具体作品的引用修改其颜色，阴影是个性化设置，可参考。</a:t>
            </a:r>
          </a:p>
        </p:txBody>
      </p:sp>
      <p:sp>
        <p:nvSpPr>
          <p:cNvPr id="21"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51035024"/>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 name="Freeform 60"/>
          <p:cNvSpPr>
            <a:spLocks/>
          </p:cNvSpPr>
          <p:nvPr/>
        </p:nvSpPr>
        <p:spPr bwMode="auto">
          <a:xfrm>
            <a:off x="1007063" y="3889553"/>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 name="文本框 62"/>
          <p:cNvSpPr txBox="1"/>
          <p:nvPr/>
        </p:nvSpPr>
        <p:spPr>
          <a:xfrm>
            <a:off x="940215" y="4689154"/>
            <a:ext cx="4096734" cy="1421928"/>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网络</a:t>
            </a:r>
            <a:r>
              <a:rPr lang="en-US" altLang="zh-CN" dirty="0">
                <a:solidFill>
                  <a:prstClr val="black">
                    <a:lumMod val="65000"/>
                    <a:lumOff val="35000"/>
                  </a:prstClr>
                </a:solidFill>
                <a:latin typeface="微软雅黑" panose="020B0503020204020204" pitchFamily="34" charset="-122"/>
              </a:rPr>
              <a:t>EPS</a:t>
            </a:r>
            <a:r>
              <a:rPr lang="zh-CN" altLang="en-US" dirty="0">
                <a:solidFill>
                  <a:prstClr val="black">
                    <a:lumMod val="65000"/>
                    <a:lumOff val="35000"/>
                  </a:prstClr>
                </a:solidFill>
                <a:latin typeface="微软雅黑" panose="020B0503020204020204" pitchFamily="34" charset="-122"/>
              </a:rPr>
              <a:t>素材改编；</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文字、颜色可随意更改；</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矢量图标可替换；</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凹形微立体为</a:t>
            </a:r>
            <a:r>
              <a:rPr lang="en-US" altLang="zh-CN" dirty="0">
                <a:solidFill>
                  <a:prstClr val="black">
                    <a:lumMod val="65000"/>
                    <a:lumOff val="35000"/>
                  </a:prstClr>
                </a:solidFill>
                <a:latin typeface="微软雅黑" panose="020B0503020204020204" pitchFamily="34" charset="-122"/>
              </a:rPr>
              <a:t>PNG</a:t>
            </a:r>
            <a:r>
              <a:rPr lang="zh-CN" altLang="en-US" dirty="0">
                <a:solidFill>
                  <a:prstClr val="black">
                    <a:lumMod val="65000"/>
                    <a:lumOff val="35000"/>
                  </a:prstClr>
                </a:solidFill>
                <a:latin typeface="微软雅黑" panose="020B0503020204020204" pitchFamily="34" charset="-122"/>
              </a:rPr>
              <a:t>格式。</a:t>
            </a:r>
            <a:endParaRPr lang="en-US" altLang="zh-CN" dirty="0">
              <a:solidFill>
                <a:prstClr val="black">
                  <a:lumMod val="65000"/>
                  <a:lumOff val="35000"/>
                </a:prstClr>
              </a:solidFill>
              <a:latin typeface="微软雅黑" panose="020B0503020204020204" pitchFamily="34" charset="-122"/>
            </a:endParaRPr>
          </a:p>
        </p:txBody>
      </p:sp>
      <p:sp>
        <p:nvSpPr>
          <p:cNvPr id="83" name="圆角矩形 82"/>
          <p:cNvSpPr/>
          <p:nvPr/>
        </p:nvSpPr>
        <p:spPr>
          <a:xfrm>
            <a:off x="1674755" y="4048838"/>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84" name="等腰三角形 83"/>
          <p:cNvSpPr/>
          <p:nvPr/>
        </p:nvSpPr>
        <p:spPr>
          <a:xfrm rot="16200000">
            <a:off x="1600123" y="4116382"/>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44"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endParaRPr lang="zh-CN" altLang="zh-CN" sz="2800" b="1" dirty="0">
              <a:solidFill>
                <a:schemeClr val="tx1">
                  <a:lumMod val="65000"/>
                  <a:lumOff val="35000"/>
                </a:schemeClr>
              </a:solidFill>
            </a:endParaRPr>
          </a:p>
        </p:txBody>
      </p:sp>
      <p:sp>
        <p:nvSpPr>
          <p:cNvPr id="43" name="Freeform 9"/>
          <p:cNvSpPr>
            <a:spLocks/>
          </p:cNvSpPr>
          <p:nvPr/>
        </p:nvSpPr>
        <p:spPr bwMode="auto">
          <a:xfrm>
            <a:off x="7205663" y="3329852"/>
            <a:ext cx="2327275" cy="2282825"/>
          </a:xfrm>
          <a:custGeom>
            <a:avLst/>
            <a:gdLst>
              <a:gd name="T0" fmla="*/ 177 w 207"/>
              <a:gd name="T1" fmla="*/ 70 h 203"/>
              <a:gd name="T2" fmla="*/ 176 w 207"/>
              <a:gd name="T3" fmla="*/ 66 h 203"/>
              <a:gd name="T4" fmla="*/ 179 w 207"/>
              <a:gd name="T5" fmla="*/ 58 h 203"/>
              <a:gd name="T6" fmla="*/ 191 w 207"/>
              <a:gd name="T7" fmla="*/ 46 h 203"/>
              <a:gd name="T8" fmla="*/ 200 w 207"/>
              <a:gd name="T9" fmla="*/ 41 h 203"/>
              <a:gd name="T10" fmla="*/ 207 w 207"/>
              <a:gd name="T11" fmla="*/ 43 h 203"/>
              <a:gd name="T12" fmla="*/ 180 w 207"/>
              <a:gd name="T13" fmla="*/ 17 h 203"/>
              <a:gd name="T14" fmla="*/ 183 w 207"/>
              <a:gd name="T15" fmla="*/ 24 h 203"/>
              <a:gd name="T16" fmla="*/ 177 w 207"/>
              <a:gd name="T17" fmla="*/ 35 h 203"/>
              <a:gd name="T18" fmla="*/ 165 w 207"/>
              <a:gd name="T19" fmla="*/ 48 h 203"/>
              <a:gd name="T20" fmla="*/ 159 w 207"/>
              <a:gd name="T21" fmla="*/ 49 h 203"/>
              <a:gd name="T22" fmla="*/ 154 w 207"/>
              <a:gd name="T23" fmla="*/ 48 h 203"/>
              <a:gd name="T24" fmla="*/ 111 w 207"/>
              <a:gd name="T25" fmla="*/ 7 h 203"/>
              <a:gd name="T26" fmla="*/ 87 w 207"/>
              <a:gd name="T27" fmla="*/ 7 h 203"/>
              <a:gd name="T28" fmla="*/ 7 w 207"/>
              <a:gd name="T29" fmla="*/ 92 h 203"/>
              <a:gd name="T30" fmla="*/ 7 w 207"/>
              <a:gd name="T31" fmla="*/ 116 h 203"/>
              <a:gd name="T32" fmla="*/ 92 w 207"/>
              <a:gd name="T33" fmla="*/ 196 h 203"/>
              <a:gd name="T34" fmla="*/ 116 w 207"/>
              <a:gd name="T35" fmla="*/ 196 h 203"/>
              <a:gd name="T36" fmla="*/ 196 w 207"/>
              <a:gd name="T37" fmla="*/ 111 h 203"/>
              <a:gd name="T38" fmla="*/ 195 w 207"/>
              <a:gd name="T39" fmla="*/ 87 h 203"/>
              <a:gd name="T40" fmla="*/ 177 w 207"/>
              <a:gd name="T41" fmla="*/ 7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7" h="203">
                <a:moveTo>
                  <a:pt x="177" y="70"/>
                </a:moveTo>
                <a:cubicBezTo>
                  <a:pt x="177" y="69"/>
                  <a:pt x="176" y="67"/>
                  <a:pt x="176" y="66"/>
                </a:cubicBezTo>
                <a:cubicBezTo>
                  <a:pt x="176" y="63"/>
                  <a:pt x="177" y="60"/>
                  <a:pt x="179" y="58"/>
                </a:cubicBezTo>
                <a:cubicBezTo>
                  <a:pt x="191" y="46"/>
                  <a:pt x="191" y="46"/>
                  <a:pt x="191" y="46"/>
                </a:cubicBezTo>
                <a:cubicBezTo>
                  <a:pt x="193" y="45"/>
                  <a:pt x="198" y="41"/>
                  <a:pt x="200" y="41"/>
                </a:cubicBezTo>
                <a:cubicBezTo>
                  <a:pt x="203" y="41"/>
                  <a:pt x="205" y="42"/>
                  <a:pt x="207" y="43"/>
                </a:cubicBezTo>
                <a:cubicBezTo>
                  <a:pt x="180" y="17"/>
                  <a:pt x="180" y="17"/>
                  <a:pt x="180" y="17"/>
                </a:cubicBezTo>
                <a:cubicBezTo>
                  <a:pt x="182" y="19"/>
                  <a:pt x="183" y="21"/>
                  <a:pt x="183" y="24"/>
                </a:cubicBezTo>
                <a:cubicBezTo>
                  <a:pt x="183" y="27"/>
                  <a:pt x="179" y="33"/>
                  <a:pt x="177" y="35"/>
                </a:cubicBezTo>
                <a:cubicBezTo>
                  <a:pt x="165" y="48"/>
                  <a:pt x="165" y="48"/>
                  <a:pt x="165" y="48"/>
                </a:cubicBezTo>
                <a:cubicBezTo>
                  <a:pt x="163" y="49"/>
                  <a:pt x="161" y="49"/>
                  <a:pt x="159" y="49"/>
                </a:cubicBezTo>
                <a:cubicBezTo>
                  <a:pt x="157" y="49"/>
                  <a:pt x="155" y="49"/>
                  <a:pt x="154" y="48"/>
                </a:cubicBezTo>
                <a:cubicBezTo>
                  <a:pt x="111" y="7"/>
                  <a:pt x="111" y="7"/>
                  <a:pt x="111" y="7"/>
                </a:cubicBezTo>
                <a:cubicBezTo>
                  <a:pt x="105" y="0"/>
                  <a:pt x="94" y="1"/>
                  <a:pt x="87" y="7"/>
                </a:cubicBezTo>
                <a:cubicBezTo>
                  <a:pt x="7" y="92"/>
                  <a:pt x="7" y="92"/>
                  <a:pt x="7" y="92"/>
                </a:cubicBezTo>
                <a:cubicBezTo>
                  <a:pt x="0" y="98"/>
                  <a:pt x="1" y="109"/>
                  <a:pt x="7" y="116"/>
                </a:cubicBezTo>
                <a:cubicBezTo>
                  <a:pt x="92" y="196"/>
                  <a:pt x="92" y="196"/>
                  <a:pt x="92" y="196"/>
                </a:cubicBezTo>
                <a:cubicBezTo>
                  <a:pt x="98" y="203"/>
                  <a:pt x="109" y="202"/>
                  <a:pt x="116" y="196"/>
                </a:cubicBezTo>
                <a:cubicBezTo>
                  <a:pt x="196" y="111"/>
                  <a:pt x="196" y="111"/>
                  <a:pt x="196" y="111"/>
                </a:cubicBezTo>
                <a:cubicBezTo>
                  <a:pt x="203" y="105"/>
                  <a:pt x="202" y="94"/>
                  <a:pt x="195" y="87"/>
                </a:cubicBezTo>
                <a:lnTo>
                  <a:pt x="177" y="70"/>
                </a:lnTo>
                <a:close/>
              </a:path>
            </a:pathLst>
          </a:custGeom>
          <a:solidFill>
            <a:srgbClr val="256B75"/>
          </a:solidFill>
          <a:ln>
            <a:noFill/>
          </a:ln>
        </p:spPr>
        <p:txBody>
          <a:bodyPr vert="horz" wrap="square" lIns="91440" tIns="45720" rIns="91440" bIns="45720" numCol="1" anchor="t" anchorCtr="0" compatLnSpc="1">
            <a:prstTxWarp prst="textNoShape">
              <a:avLst/>
            </a:prstTxWarp>
          </a:bodyPr>
          <a:lstStyle/>
          <a:p>
            <a:endParaRPr lang="zh-CN" altLang="en-US"/>
          </a:p>
        </p:txBody>
      </p:sp>
      <p:pic>
        <p:nvPicPr>
          <p:cNvPr id="45" name="图片 44"/>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362228" y="3542674"/>
            <a:ext cx="2064787" cy="1990431"/>
          </a:xfrm>
          <a:prstGeom prst="rect">
            <a:avLst/>
          </a:prstGeom>
        </p:spPr>
      </p:pic>
      <p:sp>
        <p:nvSpPr>
          <p:cNvPr id="46" name="Freeform 10"/>
          <p:cNvSpPr>
            <a:spLocks/>
          </p:cNvSpPr>
          <p:nvPr/>
        </p:nvSpPr>
        <p:spPr bwMode="auto">
          <a:xfrm>
            <a:off x="9117013" y="2204315"/>
            <a:ext cx="2282825" cy="2273300"/>
          </a:xfrm>
          <a:custGeom>
            <a:avLst/>
            <a:gdLst>
              <a:gd name="T0" fmla="*/ 116 w 203"/>
              <a:gd name="T1" fmla="*/ 195 h 202"/>
              <a:gd name="T2" fmla="*/ 92 w 203"/>
              <a:gd name="T3" fmla="*/ 196 h 202"/>
              <a:gd name="T4" fmla="*/ 8 w 203"/>
              <a:gd name="T5" fmla="*/ 115 h 202"/>
              <a:gd name="T6" fmla="*/ 7 w 203"/>
              <a:gd name="T7" fmla="*/ 91 h 202"/>
              <a:gd name="T8" fmla="*/ 87 w 203"/>
              <a:gd name="T9" fmla="*/ 7 h 202"/>
              <a:gd name="T10" fmla="*/ 111 w 203"/>
              <a:gd name="T11" fmla="*/ 6 h 202"/>
              <a:gd name="T12" fmla="*/ 196 w 203"/>
              <a:gd name="T13" fmla="*/ 87 h 202"/>
              <a:gd name="T14" fmla="*/ 196 w 203"/>
              <a:gd name="T15" fmla="*/ 111 h 202"/>
              <a:gd name="T16" fmla="*/ 116 w 203"/>
              <a:gd name="T17" fmla="*/ 195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202">
                <a:moveTo>
                  <a:pt x="116" y="195"/>
                </a:moveTo>
                <a:cubicBezTo>
                  <a:pt x="109" y="202"/>
                  <a:pt x="98" y="202"/>
                  <a:pt x="92" y="196"/>
                </a:cubicBezTo>
                <a:cubicBezTo>
                  <a:pt x="8" y="115"/>
                  <a:pt x="8" y="115"/>
                  <a:pt x="8" y="115"/>
                </a:cubicBezTo>
                <a:cubicBezTo>
                  <a:pt x="1" y="109"/>
                  <a:pt x="0" y="98"/>
                  <a:pt x="7" y="91"/>
                </a:cubicBezTo>
                <a:cubicBezTo>
                  <a:pt x="87" y="7"/>
                  <a:pt x="87" y="7"/>
                  <a:pt x="87" y="7"/>
                </a:cubicBezTo>
                <a:cubicBezTo>
                  <a:pt x="94" y="0"/>
                  <a:pt x="105" y="0"/>
                  <a:pt x="111" y="6"/>
                </a:cubicBezTo>
                <a:cubicBezTo>
                  <a:pt x="196" y="87"/>
                  <a:pt x="196" y="87"/>
                  <a:pt x="196" y="87"/>
                </a:cubicBezTo>
                <a:cubicBezTo>
                  <a:pt x="202" y="93"/>
                  <a:pt x="203" y="104"/>
                  <a:pt x="196" y="111"/>
                </a:cubicBezTo>
                <a:lnTo>
                  <a:pt x="116" y="195"/>
                </a:lnTo>
                <a:close/>
              </a:path>
            </a:pathLst>
          </a:custGeom>
          <a:solidFill>
            <a:srgbClr val="0B3A70"/>
          </a:solidFill>
          <a:ln>
            <a:noFill/>
          </a:ln>
        </p:spPr>
        <p:txBody>
          <a:bodyPr vert="horz" wrap="square" lIns="91440" tIns="45720" rIns="91440" bIns="45720" numCol="1" anchor="t" anchorCtr="0" compatLnSpc="1">
            <a:prstTxWarp prst="textNoShape">
              <a:avLst/>
            </a:prstTxWarp>
          </a:bodyPr>
          <a:lstStyle/>
          <a:p>
            <a:endParaRPr lang="zh-CN" altLang="en-US"/>
          </a:p>
        </p:txBody>
      </p:sp>
      <p:pic>
        <p:nvPicPr>
          <p:cNvPr id="55" name="图片 54"/>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9267324" y="2397981"/>
            <a:ext cx="2064787" cy="1990431"/>
          </a:xfrm>
          <a:prstGeom prst="rect">
            <a:avLst/>
          </a:prstGeom>
        </p:spPr>
      </p:pic>
      <p:sp>
        <p:nvSpPr>
          <p:cNvPr id="56" name="Freeform 8"/>
          <p:cNvSpPr>
            <a:spLocks/>
          </p:cNvSpPr>
          <p:nvPr/>
        </p:nvSpPr>
        <p:spPr bwMode="auto">
          <a:xfrm>
            <a:off x="6024563" y="1474065"/>
            <a:ext cx="2271712" cy="2451100"/>
          </a:xfrm>
          <a:custGeom>
            <a:avLst/>
            <a:gdLst>
              <a:gd name="T0" fmla="*/ 195 w 202"/>
              <a:gd name="T1" fmla="*/ 87 h 218"/>
              <a:gd name="T2" fmla="*/ 111 w 202"/>
              <a:gd name="T3" fmla="*/ 7 h 218"/>
              <a:gd name="T4" fmla="*/ 87 w 202"/>
              <a:gd name="T5" fmla="*/ 7 h 218"/>
              <a:gd name="T6" fmla="*/ 7 w 202"/>
              <a:gd name="T7" fmla="*/ 91 h 218"/>
              <a:gd name="T8" fmla="*/ 7 w 202"/>
              <a:gd name="T9" fmla="*/ 115 h 218"/>
              <a:gd name="T10" fmla="*/ 91 w 202"/>
              <a:gd name="T11" fmla="*/ 196 h 218"/>
              <a:gd name="T12" fmla="*/ 116 w 202"/>
              <a:gd name="T13" fmla="*/ 195 h 218"/>
              <a:gd name="T14" fmla="*/ 121 w 202"/>
              <a:gd name="T15" fmla="*/ 189 h 218"/>
              <a:gd name="T16" fmla="*/ 127 w 202"/>
              <a:gd name="T17" fmla="*/ 187 h 218"/>
              <a:gd name="T18" fmla="*/ 134 w 202"/>
              <a:gd name="T19" fmla="*/ 190 h 218"/>
              <a:gd name="T20" fmla="*/ 147 w 202"/>
              <a:gd name="T21" fmla="*/ 202 h 218"/>
              <a:gd name="T22" fmla="*/ 152 w 202"/>
              <a:gd name="T23" fmla="*/ 211 h 218"/>
              <a:gd name="T24" fmla="*/ 149 w 202"/>
              <a:gd name="T25" fmla="*/ 218 h 218"/>
              <a:gd name="T26" fmla="*/ 175 w 202"/>
              <a:gd name="T27" fmla="*/ 191 h 218"/>
              <a:gd name="T28" fmla="*/ 168 w 202"/>
              <a:gd name="T29" fmla="*/ 194 h 218"/>
              <a:gd name="T30" fmla="*/ 158 w 202"/>
              <a:gd name="T31" fmla="*/ 188 h 218"/>
              <a:gd name="T32" fmla="*/ 145 w 202"/>
              <a:gd name="T33" fmla="*/ 176 h 218"/>
              <a:gd name="T34" fmla="*/ 143 w 202"/>
              <a:gd name="T35" fmla="*/ 170 h 218"/>
              <a:gd name="T36" fmla="*/ 145 w 202"/>
              <a:gd name="T37" fmla="*/ 164 h 218"/>
              <a:gd name="T38" fmla="*/ 129 w 202"/>
              <a:gd name="T39" fmla="*/ 181 h 218"/>
              <a:gd name="T40" fmla="*/ 196 w 202"/>
              <a:gd name="T41" fmla="*/ 111 h 218"/>
              <a:gd name="T42" fmla="*/ 195 w 202"/>
              <a:gd name="T43" fmla="*/ 87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2" h="218">
                <a:moveTo>
                  <a:pt x="195" y="87"/>
                </a:moveTo>
                <a:cubicBezTo>
                  <a:pt x="111" y="7"/>
                  <a:pt x="111" y="7"/>
                  <a:pt x="111" y="7"/>
                </a:cubicBezTo>
                <a:cubicBezTo>
                  <a:pt x="104" y="0"/>
                  <a:pt x="94" y="0"/>
                  <a:pt x="87" y="7"/>
                </a:cubicBezTo>
                <a:cubicBezTo>
                  <a:pt x="7" y="91"/>
                  <a:pt x="7" y="91"/>
                  <a:pt x="7" y="91"/>
                </a:cubicBezTo>
                <a:cubicBezTo>
                  <a:pt x="0" y="98"/>
                  <a:pt x="0" y="109"/>
                  <a:pt x="7" y="115"/>
                </a:cubicBezTo>
                <a:cubicBezTo>
                  <a:pt x="91" y="196"/>
                  <a:pt x="91" y="196"/>
                  <a:pt x="91" y="196"/>
                </a:cubicBezTo>
                <a:cubicBezTo>
                  <a:pt x="98" y="202"/>
                  <a:pt x="109" y="202"/>
                  <a:pt x="116" y="195"/>
                </a:cubicBezTo>
                <a:cubicBezTo>
                  <a:pt x="121" y="189"/>
                  <a:pt x="121" y="189"/>
                  <a:pt x="121" y="189"/>
                </a:cubicBezTo>
                <a:cubicBezTo>
                  <a:pt x="123" y="188"/>
                  <a:pt x="125" y="187"/>
                  <a:pt x="127" y="187"/>
                </a:cubicBezTo>
                <a:cubicBezTo>
                  <a:pt x="130" y="187"/>
                  <a:pt x="132" y="188"/>
                  <a:pt x="134" y="190"/>
                </a:cubicBezTo>
                <a:cubicBezTo>
                  <a:pt x="147" y="202"/>
                  <a:pt x="147" y="202"/>
                  <a:pt x="147" y="202"/>
                </a:cubicBezTo>
                <a:cubicBezTo>
                  <a:pt x="148" y="204"/>
                  <a:pt x="152" y="209"/>
                  <a:pt x="152" y="211"/>
                </a:cubicBezTo>
                <a:cubicBezTo>
                  <a:pt x="152" y="213"/>
                  <a:pt x="151" y="216"/>
                  <a:pt x="149" y="218"/>
                </a:cubicBezTo>
                <a:cubicBezTo>
                  <a:pt x="175" y="191"/>
                  <a:pt x="175" y="191"/>
                  <a:pt x="175" y="191"/>
                </a:cubicBezTo>
                <a:cubicBezTo>
                  <a:pt x="174" y="193"/>
                  <a:pt x="171" y="194"/>
                  <a:pt x="168" y="194"/>
                </a:cubicBezTo>
                <a:cubicBezTo>
                  <a:pt x="166" y="194"/>
                  <a:pt x="160" y="190"/>
                  <a:pt x="158" y="188"/>
                </a:cubicBezTo>
                <a:cubicBezTo>
                  <a:pt x="145" y="176"/>
                  <a:pt x="145" y="176"/>
                  <a:pt x="145" y="176"/>
                </a:cubicBezTo>
                <a:cubicBezTo>
                  <a:pt x="144" y="174"/>
                  <a:pt x="143" y="172"/>
                  <a:pt x="143" y="170"/>
                </a:cubicBezTo>
                <a:cubicBezTo>
                  <a:pt x="143" y="168"/>
                  <a:pt x="144" y="166"/>
                  <a:pt x="145" y="164"/>
                </a:cubicBezTo>
                <a:cubicBezTo>
                  <a:pt x="129" y="181"/>
                  <a:pt x="129" y="181"/>
                  <a:pt x="129" y="181"/>
                </a:cubicBezTo>
                <a:cubicBezTo>
                  <a:pt x="196" y="111"/>
                  <a:pt x="196" y="111"/>
                  <a:pt x="196" y="111"/>
                </a:cubicBezTo>
                <a:cubicBezTo>
                  <a:pt x="202" y="104"/>
                  <a:pt x="202" y="93"/>
                  <a:pt x="195" y="87"/>
                </a:cubicBezTo>
                <a:close/>
              </a:path>
            </a:pathLst>
          </a:custGeom>
          <a:solidFill>
            <a:srgbClr val="DC040F"/>
          </a:solidFill>
          <a:ln>
            <a:noFill/>
          </a:ln>
        </p:spPr>
        <p:txBody>
          <a:bodyPr vert="horz" wrap="square" lIns="91440" tIns="45720" rIns="91440" bIns="45720" numCol="1" anchor="t" anchorCtr="0" compatLnSpc="1">
            <a:prstTxWarp prst="textNoShape">
              <a:avLst/>
            </a:prstTxWarp>
          </a:bodyPr>
          <a:lstStyle/>
          <a:p>
            <a:endParaRPr lang="zh-CN" altLang="en-US"/>
          </a:p>
        </p:txBody>
      </p:sp>
      <p:pic>
        <p:nvPicPr>
          <p:cNvPr id="57" name="图片 56"/>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173269" y="1678707"/>
            <a:ext cx="2064787" cy="1990431"/>
          </a:xfrm>
          <a:prstGeom prst="rect">
            <a:avLst/>
          </a:prstGeom>
        </p:spPr>
      </p:pic>
      <p:sp>
        <p:nvSpPr>
          <p:cNvPr id="58" name="Freeform 7"/>
          <p:cNvSpPr>
            <a:spLocks/>
          </p:cNvSpPr>
          <p:nvPr/>
        </p:nvSpPr>
        <p:spPr bwMode="auto">
          <a:xfrm>
            <a:off x="4000501" y="2496415"/>
            <a:ext cx="2417762" cy="2273300"/>
          </a:xfrm>
          <a:custGeom>
            <a:avLst/>
            <a:gdLst>
              <a:gd name="T0" fmla="*/ 188 w 215"/>
              <a:gd name="T1" fmla="*/ 67 h 202"/>
              <a:gd name="T2" fmla="*/ 200 w 215"/>
              <a:gd name="T3" fmla="*/ 54 h 202"/>
              <a:gd name="T4" fmla="*/ 208 w 215"/>
              <a:gd name="T5" fmla="*/ 49 h 202"/>
              <a:gd name="T6" fmla="*/ 215 w 215"/>
              <a:gd name="T7" fmla="*/ 52 h 202"/>
              <a:gd name="T8" fmla="*/ 188 w 215"/>
              <a:gd name="T9" fmla="*/ 25 h 202"/>
              <a:gd name="T10" fmla="*/ 191 w 215"/>
              <a:gd name="T11" fmla="*/ 32 h 202"/>
              <a:gd name="T12" fmla="*/ 185 w 215"/>
              <a:gd name="T13" fmla="*/ 43 h 202"/>
              <a:gd name="T14" fmla="*/ 173 w 215"/>
              <a:gd name="T15" fmla="*/ 56 h 202"/>
              <a:gd name="T16" fmla="*/ 168 w 215"/>
              <a:gd name="T17" fmla="*/ 57 h 202"/>
              <a:gd name="T18" fmla="*/ 163 w 215"/>
              <a:gd name="T19" fmla="*/ 56 h 202"/>
              <a:gd name="T20" fmla="*/ 111 w 215"/>
              <a:gd name="T21" fmla="*/ 6 h 202"/>
              <a:gd name="T22" fmla="*/ 87 w 215"/>
              <a:gd name="T23" fmla="*/ 7 h 202"/>
              <a:gd name="T24" fmla="*/ 6 w 215"/>
              <a:gd name="T25" fmla="*/ 91 h 202"/>
              <a:gd name="T26" fmla="*/ 7 w 215"/>
              <a:gd name="T27" fmla="*/ 115 h 202"/>
              <a:gd name="T28" fmla="*/ 91 w 215"/>
              <a:gd name="T29" fmla="*/ 196 h 202"/>
              <a:gd name="T30" fmla="*/ 115 w 215"/>
              <a:gd name="T31" fmla="*/ 195 h 202"/>
              <a:gd name="T32" fmla="*/ 196 w 215"/>
              <a:gd name="T33" fmla="*/ 111 h 202"/>
              <a:gd name="T34" fmla="*/ 195 w 215"/>
              <a:gd name="T35" fmla="*/ 87 h 202"/>
              <a:gd name="T36" fmla="*/ 186 w 215"/>
              <a:gd name="T37" fmla="*/ 78 h 202"/>
              <a:gd name="T38" fmla="*/ 185 w 215"/>
              <a:gd name="T39" fmla="*/ 74 h 202"/>
              <a:gd name="T40" fmla="*/ 188 w 215"/>
              <a:gd name="T41" fmla="*/ 67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5" h="202">
                <a:moveTo>
                  <a:pt x="188" y="67"/>
                </a:moveTo>
                <a:cubicBezTo>
                  <a:pt x="200" y="54"/>
                  <a:pt x="200" y="54"/>
                  <a:pt x="200" y="54"/>
                </a:cubicBezTo>
                <a:cubicBezTo>
                  <a:pt x="201" y="53"/>
                  <a:pt x="206" y="49"/>
                  <a:pt x="208" y="49"/>
                </a:cubicBezTo>
                <a:cubicBezTo>
                  <a:pt x="211" y="49"/>
                  <a:pt x="214" y="50"/>
                  <a:pt x="215" y="52"/>
                </a:cubicBezTo>
                <a:cubicBezTo>
                  <a:pt x="188" y="25"/>
                  <a:pt x="188" y="25"/>
                  <a:pt x="188" y="25"/>
                </a:cubicBezTo>
                <a:cubicBezTo>
                  <a:pt x="190" y="27"/>
                  <a:pt x="191" y="30"/>
                  <a:pt x="191" y="32"/>
                </a:cubicBezTo>
                <a:cubicBezTo>
                  <a:pt x="192" y="35"/>
                  <a:pt x="187" y="41"/>
                  <a:pt x="185" y="43"/>
                </a:cubicBezTo>
                <a:cubicBezTo>
                  <a:pt x="173" y="56"/>
                  <a:pt x="173" y="56"/>
                  <a:pt x="173" y="56"/>
                </a:cubicBezTo>
                <a:cubicBezTo>
                  <a:pt x="172" y="57"/>
                  <a:pt x="170" y="57"/>
                  <a:pt x="168" y="57"/>
                </a:cubicBezTo>
                <a:cubicBezTo>
                  <a:pt x="166" y="57"/>
                  <a:pt x="164" y="57"/>
                  <a:pt x="163" y="56"/>
                </a:cubicBezTo>
                <a:cubicBezTo>
                  <a:pt x="111" y="6"/>
                  <a:pt x="111" y="6"/>
                  <a:pt x="111" y="6"/>
                </a:cubicBezTo>
                <a:cubicBezTo>
                  <a:pt x="104" y="0"/>
                  <a:pt x="93" y="0"/>
                  <a:pt x="87" y="7"/>
                </a:cubicBezTo>
                <a:cubicBezTo>
                  <a:pt x="6" y="91"/>
                  <a:pt x="6" y="91"/>
                  <a:pt x="6" y="91"/>
                </a:cubicBezTo>
                <a:cubicBezTo>
                  <a:pt x="0" y="98"/>
                  <a:pt x="0" y="109"/>
                  <a:pt x="7" y="115"/>
                </a:cubicBezTo>
                <a:cubicBezTo>
                  <a:pt x="91" y="196"/>
                  <a:pt x="91" y="196"/>
                  <a:pt x="91" y="196"/>
                </a:cubicBezTo>
                <a:cubicBezTo>
                  <a:pt x="98" y="202"/>
                  <a:pt x="109" y="202"/>
                  <a:pt x="115" y="195"/>
                </a:cubicBezTo>
                <a:cubicBezTo>
                  <a:pt x="196" y="111"/>
                  <a:pt x="196" y="111"/>
                  <a:pt x="196" y="111"/>
                </a:cubicBezTo>
                <a:cubicBezTo>
                  <a:pt x="202" y="104"/>
                  <a:pt x="202" y="93"/>
                  <a:pt x="195" y="87"/>
                </a:cubicBezTo>
                <a:cubicBezTo>
                  <a:pt x="186" y="78"/>
                  <a:pt x="186" y="78"/>
                  <a:pt x="186" y="78"/>
                </a:cubicBezTo>
                <a:cubicBezTo>
                  <a:pt x="185" y="77"/>
                  <a:pt x="185" y="75"/>
                  <a:pt x="185" y="74"/>
                </a:cubicBezTo>
                <a:cubicBezTo>
                  <a:pt x="185" y="71"/>
                  <a:pt x="186" y="68"/>
                  <a:pt x="188" y="67"/>
                </a:cubicBezTo>
                <a:close/>
              </a:path>
            </a:pathLst>
          </a:custGeom>
          <a:solidFill>
            <a:srgbClr val="ED539C"/>
          </a:solidFill>
          <a:ln>
            <a:noFill/>
          </a:ln>
        </p:spPr>
        <p:txBody>
          <a:bodyPr vert="horz" wrap="square" lIns="91440" tIns="45720" rIns="91440" bIns="45720" numCol="1" anchor="t" anchorCtr="0" compatLnSpc="1">
            <a:prstTxWarp prst="textNoShape">
              <a:avLst/>
            </a:prstTxWarp>
          </a:bodyPr>
          <a:lstStyle/>
          <a:p>
            <a:endParaRPr lang="zh-CN" altLang="en-US"/>
          </a:p>
        </p:txBody>
      </p:sp>
      <p:pic>
        <p:nvPicPr>
          <p:cNvPr id="64" name="图片 63"/>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126275" y="2680066"/>
            <a:ext cx="2064787" cy="1990431"/>
          </a:xfrm>
          <a:prstGeom prst="rect">
            <a:avLst/>
          </a:prstGeom>
        </p:spPr>
      </p:pic>
      <p:sp>
        <p:nvSpPr>
          <p:cNvPr id="71" name="Freeform 11"/>
          <p:cNvSpPr>
            <a:spLocks/>
          </p:cNvSpPr>
          <p:nvPr/>
        </p:nvSpPr>
        <p:spPr bwMode="auto">
          <a:xfrm>
            <a:off x="5157788" y="4893540"/>
            <a:ext cx="619125" cy="1011238"/>
          </a:xfrm>
          <a:custGeom>
            <a:avLst/>
            <a:gdLst>
              <a:gd name="T0" fmla="*/ 0 w 390"/>
              <a:gd name="T1" fmla="*/ 0 h 637"/>
              <a:gd name="T2" fmla="*/ 0 w 390"/>
              <a:gd name="T3" fmla="*/ 241 h 637"/>
              <a:gd name="T4" fmla="*/ 390 w 390"/>
              <a:gd name="T5" fmla="*/ 637 h 637"/>
            </a:gdLst>
            <a:ahLst/>
            <a:cxnLst>
              <a:cxn ang="0">
                <a:pos x="T0" y="T1"/>
              </a:cxn>
              <a:cxn ang="0">
                <a:pos x="T2" y="T3"/>
              </a:cxn>
              <a:cxn ang="0">
                <a:pos x="T4" y="T5"/>
              </a:cxn>
            </a:cxnLst>
            <a:rect l="0" t="0" r="r" b="b"/>
            <a:pathLst>
              <a:path w="390" h="637">
                <a:moveTo>
                  <a:pt x="0" y="0"/>
                </a:moveTo>
                <a:lnTo>
                  <a:pt x="0" y="241"/>
                </a:lnTo>
                <a:lnTo>
                  <a:pt x="390" y="637"/>
                </a:lnTo>
              </a:path>
            </a:pathLst>
          </a:custGeom>
          <a:noFill/>
          <a:ln w="11113" cap="rnd">
            <a:solidFill>
              <a:srgbClr val="9C968A"/>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12"/>
          <p:cNvSpPr>
            <a:spLocks/>
          </p:cNvSpPr>
          <p:nvPr/>
        </p:nvSpPr>
        <p:spPr bwMode="auto">
          <a:xfrm>
            <a:off x="7148513" y="370752"/>
            <a:ext cx="630237" cy="1001713"/>
          </a:xfrm>
          <a:custGeom>
            <a:avLst/>
            <a:gdLst>
              <a:gd name="T0" fmla="*/ 0 w 397"/>
              <a:gd name="T1" fmla="*/ 631 h 631"/>
              <a:gd name="T2" fmla="*/ 0 w 397"/>
              <a:gd name="T3" fmla="*/ 390 h 631"/>
              <a:gd name="T4" fmla="*/ 397 w 397"/>
              <a:gd name="T5" fmla="*/ 0 h 631"/>
            </a:gdLst>
            <a:ahLst/>
            <a:cxnLst>
              <a:cxn ang="0">
                <a:pos x="T0" y="T1"/>
              </a:cxn>
              <a:cxn ang="0">
                <a:pos x="T2" y="T3"/>
              </a:cxn>
              <a:cxn ang="0">
                <a:pos x="T4" y="T5"/>
              </a:cxn>
            </a:cxnLst>
            <a:rect l="0" t="0" r="r" b="b"/>
            <a:pathLst>
              <a:path w="397" h="631">
                <a:moveTo>
                  <a:pt x="0" y="631"/>
                </a:moveTo>
                <a:lnTo>
                  <a:pt x="0" y="390"/>
                </a:lnTo>
                <a:lnTo>
                  <a:pt x="397" y="0"/>
                </a:lnTo>
              </a:path>
            </a:pathLst>
          </a:custGeom>
          <a:noFill/>
          <a:ln w="11113" cap="rnd">
            <a:solidFill>
              <a:srgbClr val="9C968A"/>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13"/>
          <p:cNvSpPr>
            <a:spLocks/>
          </p:cNvSpPr>
          <p:nvPr/>
        </p:nvSpPr>
        <p:spPr bwMode="auto">
          <a:xfrm>
            <a:off x="10218738" y="1293090"/>
            <a:ext cx="415925" cy="798513"/>
          </a:xfrm>
          <a:custGeom>
            <a:avLst/>
            <a:gdLst>
              <a:gd name="T0" fmla="*/ 0 w 262"/>
              <a:gd name="T1" fmla="*/ 503 h 503"/>
              <a:gd name="T2" fmla="*/ 0 w 262"/>
              <a:gd name="T3" fmla="*/ 262 h 503"/>
              <a:gd name="T4" fmla="*/ 262 w 262"/>
              <a:gd name="T5" fmla="*/ 0 h 503"/>
            </a:gdLst>
            <a:ahLst/>
            <a:cxnLst>
              <a:cxn ang="0">
                <a:pos x="T0" y="T1"/>
              </a:cxn>
              <a:cxn ang="0">
                <a:pos x="T2" y="T3"/>
              </a:cxn>
              <a:cxn ang="0">
                <a:pos x="T4" y="T5"/>
              </a:cxn>
            </a:cxnLst>
            <a:rect l="0" t="0" r="r" b="b"/>
            <a:pathLst>
              <a:path w="262" h="503">
                <a:moveTo>
                  <a:pt x="0" y="503"/>
                </a:moveTo>
                <a:lnTo>
                  <a:pt x="0" y="262"/>
                </a:lnTo>
                <a:lnTo>
                  <a:pt x="262" y="0"/>
                </a:lnTo>
              </a:path>
            </a:pathLst>
          </a:custGeom>
          <a:noFill/>
          <a:ln w="11113" cap="rnd">
            <a:solidFill>
              <a:srgbClr val="9C968A"/>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14"/>
          <p:cNvSpPr>
            <a:spLocks/>
          </p:cNvSpPr>
          <p:nvPr/>
        </p:nvSpPr>
        <p:spPr bwMode="auto">
          <a:xfrm>
            <a:off x="8386763" y="5758727"/>
            <a:ext cx="415925" cy="798513"/>
          </a:xfrm>
          <a:custGeom>
            <a:avLst/>
            <a:gdLst>
              <a:gd name="T0" fmla="*/ 0 w 262"/>
              <a:gd name="T1" fmla="*/ 0 h 503"/>
              <a:gd name="T2" fmla="*/ 0 w 262"/>
              <a:gd name="T3" fmla="*/ 241 h 503"/>
              <a:gd name="T4" fmla="*/ 262 w 262"/>
              <a:gd name="T5" fmla="*/ 503 h 503"/>
            </a:gdLst>
            <a:ahLst/>
            <a:cxnLst>
              <a:cxn ang="0">
                <a:pos x="T0" y="T1"/>
              </a:cxn>
              <a:cxn ang="0">
                <a:pos x="T2" y="T3"/>
              </a:cxn>
              <a:cxn ang="0">
                <a:pos x="T4" y="T5"/>
              </a:cxn>
            </a:cxnLst>
            <a:rect l="0" t="0" r="r" b="b"/>
            <a:pathLst>
              <a:path w="262" h="503">
                <a:moveTo>
                  <a:pt x="0" y="0"/>
                </a:moveTo>
                <a:lnTo>
                  <a:pt x="0" y="241"/>
                </a:lnTo>
                <a:lnTo>
                  <a:pt x="262" y="503"/>
                </a:lnTo>
              </a:path>
            </a:pathLst>
          </a:custGeom>
          <a:noFill/>
          <a:ln w="11113" cap="rnd">
            <a:solidFill>
              <a:srgbClr val="9C968A"/>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15"/>
          <p:cNvSpPr>
            <a:spLocks/>
          </p:cNvSpPr>
          <p:nvPr/>
        </p:nvSpPr>
        <p:spPr bwMode="auto">
          <a:xfrm>
            <a:off x="10534651" y="1293090"/>
            <a:ext cx="112712" cy="101600"/>
          </a:xfrm>
          <a:custGeom>
            <a:avLst/>
            <a:gdLst>
              <a:gd name="T0" fmla="*/ 0 w 71"/>
              <a:gd name="T1" fmla="*/ 14 h 64"/>
              <a:gd name="T2" fmla="*/ 71 w 71"/>
              <a:gd name="T3" fmla="*/ 0 h 64"/>
              <a:gd name="T4" fmla="*/ 49 w 71"/>
              <a:gd name="T5" fmla="*/ 64 h 64"/>
              <a:gd name="T6" fmla="*/ 0 w 71"/>
              <a:gd name="T7" fmla="*/ 14 h 64"/>
            </a:gdLst>
            <a:ahLst/>
            <a:cxnLst>
              <a:cxn ang="0">
                <a:pos x="T0" y="T1"/>
              </a:cxn>
              <a:cxn ang="0">
                <a:pos x="T2" y="T3"/>
              </a:cxn>
              <a:cxn ang="0">
                <a:pos x="T4" y="T5"/>
              </a:cxn>
              <a:cxn ang="0">
                <a:pos x="T6" y="T7"/>
              </a:cxn>
            </a:cxnLst>
            <a:rect l="0" t="0" r="r" b="b"/>
            <a:pathLst>
              <a:path w="71" h="64">
                <a:moveTo>
                  <a:pt x="0" y="14"/>
                </a:moveTo>
                <a:lnTo>
                  <a:pt x="71" y="0"/>
                </a:lnTo>
                <a:lnTo>
                  <a:pt x="49" y="64"/>
                </a:lnTo>
                <a:lnTo>
                  <a:pt x="0" y="14"/>
                </a:lnTo>
                <a:close/>
              </a:path>
            </a:pathLst>
          </a:custGeom>
          <a:solidFill>
            <a:srgbClr val="9C9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16"/>
          <p:cNvSpPr>
            <a:spLocks/>
          </p:cNvSpPr>
          <p:nvPr/>
        </p:nvSpPr>
        <p:spPr bwMode="auto">
          <a:xfrm>
            <a:off x="7688263" y="348527"/>
            <a:ext cx="112712" cy="112713"/>
          </a:xfrm>
          <a:custGeom>
            <a:avLst/>
            <a:gdLst>
              <a:gd name="T0" fmla="*/ 0 w 71"/>
              <a:gd name="T1" fmla="*/ 21 h 71"/>
              <a:gd name="T2" fmla="*/ 71 w 71"/>
              <a:gd name="T3" fmla="*/ 0 h 71"/>
              <a:gd name="T4" fmla="*/ 50 w 71"/>
              <a:gd name="T5" fmla="*/ 71 h 71"/>
              <a:gd name="T6" fmla="*/ 0 w 71"/>
              <a:gd name="T7" fmla="*/ 21 h 71"/>
            </a:gdLst>
            <a:ahLst/>
            <a:cxnLst>
              <a:cxn ang="0">
                <a:pos x="T0" y="T1"/>
              </a:cxn>
              <a:cxn ang="0">
                <a:pos x="T2" y="T3"/>
              </a:cxn>
              <a:cxn ang="0">
                <a:pos x="T4" y="T5"/>
              </a:cxn>
              <a:cxn ang="0">
                <a:pos x="T6" y="T7"/>
              </a:cxn>
            </a:cxnLst>
            <a:rect l="0" t="0" r="r" b="b"/>
            <a:pathLst>
              <a:path w="71" h="71">
                <a:moveTo>
                  <a:pt x="0" y="21"/>
                </a:moveTo>
                <a:lnTo>
                  <a:pt x="71" y="0"/>
                </a:lnTo>
                <a:lnTo>
                  <a:pt x="50" y="71"/>
                </a:lnTo>
                <a:lnTo>
                  <a:pt x="0" y="21"/>
                </a:lnTo>
                <a:close/>
              </a:path>
            </a:pathLst>
          </a:custGeom>
          <a:solidFill>
            <a:srgbClr val="9C9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17"/>
          <p:cNvSpPr>
            <a:spLocks/>
          </p:cNvSpPr>
          <p:nvPr/>
        </p:nvSpPr>
        <p:spPr bwMode="auto">
          <a:xfrm>
            <a:off x="5686426" y="5793652"/>
            <a:ext cx="112712" cy="111125"/>
          </a:xfrm>
          <a:custGeom>
            <a:avLst/>
            <a:gdLst>
              <a:gd name="T0" fmla="*/ 0 w 71"/>
              <a:gd name="T1" fmla="*/ 49 h 70"/>
              <a:gd name="T2" fmla="*/ 50 w 71"/>
              <a:gd name="T3" fmla="*/ 0 h 70"/>
              <a:gd name="T4" fmla="*/ 71 w 71"/>
              <a:gd name="T5" fmla="*/ 70 h 70"/>
              <a:gd name="T6" fmla="*/ 0 w 71"/>
              <a:gd name="T7" fmla="*/ 49 h 70"/>
            </a:gdLst>
            <a:ahLst/>
            <a:cxnLst>
              <a:cxn ang="0">
                <a:pos x="T0" y="T1"/>
              </a:cxn>
              <a:cxn ang="0">
                <a:pos x="T2" y="T3"/>
              </a:cxn>
              <a:cxn ang="0">
                <a:pos x="T4" y="T5"/>
              </a:cxn>
              <a:cxn ang="0">
                <a:pos x="T6" y="T7"/>
              </a:cxn>
            </a:cxnLst>
            <a:rect l="0" t="0" r="r" b="b"/>
            <a:pathLst>
              <a:path w="71" h="70">
                <a:moveTo>
                  <a:pt x="0" y="49"/>
                </a:moveTo>
                <a:lnTo>
                  <a:pt x="50" y="0"/>
                </a:lnTo>
                <a:lnTo>
                  <a:pt x="71" y="70"/>
                </a:lnTo>
                <a:lnTo>
                  <a:pt x="0" y="49"/>
                </a:lnTo>
                <a:close/>
              </a:path>
            </a:pathLst>
          </a:custGeom>
          <a:solidFill>
            <a:srgbClr val="9C9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18"/>
          <p:cNvSpPr>
            <a:spLocks/>
          </p:cNvSpPr>
          <p:nvPr/>
        </p:nvSpPr>
        <p:spPr bwMode="auto">
          <a:xfrm>
            <a:off x="8712201" y="6479452"/>
            <a:ext cx="112712" cy="112713"/>
          </a:xfrm>
          <a:custGeom>
            <a:avLst/>
            <a:gdLst>
              <a:gd name="T0" fmla="*/ 0 w 71"/>
              <a:gd name="T1" fmla="*/ 49 h 71"/>
              <a:gd name="T2" fmla="*/ 50 w 71"/>
              <a:gd name="T3" fmla="*/ 0 h 71"/>
              <a:gd name="T4" fmla="*/ 71 w 71"/>
              <a:gd name="T5" fmla="*/ 71 h 71"/>
              <a:gd name="T6" fmla="*/ 0 w 71"/>
              <a:gd name="T7" fmla="*/ 49 h 71"/>
            </a:gdLst>
            <a:ahLst/>
            <a:cxnLst>
              <a:cxn ang="0">
                <a:pos x="T0" y="T1"/>
              </a:cxn>
              <a:cxn ang="0">
                <a:pos x="T2" y="T3"/>
              </a:cxn>
              <a:cxn ang="0">
                <a:pos x="T4" y="T5"/>
              </a:cxn>
              <a:cxn ang="0">
                <a:pos x="T6" y="T7"/>
              </a:cxn>
            </a:cxnLst>
            <a:rect l="0" t="0" r="r" b="b"/>
            <a:pathLst>
              <a:path w="71" h="71">
                <a:moveTo>
                  <a:pt x="0" y="49"/>
                </a:moveTo>
                <a:lnTo>
                  <a:pt x="50" y="0"/>
                </a:lnTo>
                <a:lnTo>
                  <a:pt x="71" y="71"/>
                </a:lnTo>
                <a:lnTo>
                  <a:pt x="0" y="49"/>
                </a:lnTo>
                <a:close/>
              </a:path>
            </a:pathLst>
          </a:custGeom>
          <a:solidFill>
            <a:srgbClr val="9C9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85" name="组合 78"/>
          <p:cNvGrpSpPr/>
          <p:nvPr/>
        </p:nvGrpSpPr>
        <p:grpSpPr>
          <a:xfrm>
            <a:off x="4748540" y="3307627"/>
            <a:ext cx="758498" cy="617538"/>
            <a:chOff x="4956176" y="3307627"/>
            <a:chExt cx="358775" cy="292100"/>
          </a:xfrm>
        </p:grpSpPr>
        <p:sp>
          <p:nvSpPr>
            <p:cNvPr id="86" name="Freeform 19"/>
            <p:cNvSpPr>
              <a:spLocks noEditPoints="1"/>
            </p:cNvSpPr>
            <p:nvPr/>
          </p:nvSpPr>
          <p:spPr bwMode="auto">
            <a:xfrm>
              <a:off x="5068888" y="3407640"/>
              <a:ext cx="146050" cy="158750"/>
            </a:xfrm>
            <a:custGeom>
              <a:avLst/>
              <a:gdLst>
                <a:gd name="T0" fmla="*/ 7 w 13"/>
                <a:gd name="T1" fmla="*/ 0 h 14"/>
                <a:gd name="T2" fmla="*/ 0 w 13"/>
                <a:gd name="T3" fmla="*/ 7 h 14"/>
                <a:gd name="T4" fmla="*/ 7 w 13"/>
                <a:gd name="T5" fmla="*/ 14 h 14"/>
                <a:gd name="T6" fmla="*/ 13 w 13"/>
                <a:gd name="T7" fmla="*/ 7 h 14"/>
                <a:gd name="T8" fmla="*/ 7 w 13"/>
                <a:gd name="T9" fmla="*/ 0 h 14"/>
                <a:gd name="T10" fmla="*/ 7 w 13"/>
                <a:gd name="T11" fmla="*/ 12 h 14"/>
                <a:gd name="T12" fmla="*/ 1 w 13"/>
                <a:gd name="T13" fmla="*/ 7 h 14"/>
                <a:gd name="T14" fmla="*/ 7 w 13"/>
                <a:gd name="T15" fmla="*/ 2 h 14"/>
                <a:gd name="T16" fmla="*/ 12 w 13"/>
                <a:gd name="T17" fmla="*/ 7 h 14"/>
                <a:gd name="T18" fmla="*/ 7 w 13"/>
                <a:gd name="T19"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4">
                  <a:moveTo>
                    <a:pt x="7" y="0"/>
                  </a:moveTo>
                  <a:cubicBezTo>
                    <a:pt x="3" y="0"/>
                    <a:pt x="0" y="3"/>
                    <a:pt x="0" y="7"/>
                  </a:cubicBezTo>
                  <a:cubicBezTo>
                    <a:pt x="0" y="11"/>
                    <a:pt x="3" y="14"/>
                    <a:pt x="7" y="14"/>
                  </a:cubicBezTo>
                  <a:cubicBezTo>
                    <a:pt x="10" y="14"/>
                    <a:pt x="13" y="11"/>
                    <a:pt x="13" y="7"/>
                  </a:cubicBezTo>
                  <a:cubicBezTo>
                    <a:pt x="13" y="3"/>
                    <a:pt x="10" y="0"/>
                    <a:pt x="7" y="0"/>
                  </a:cubicBezTo>
                  <a:close/>
                  <a:moveTo>
                    <a:pt x="7" y="12"/>
                  </a:moveTo>
                  <a:cubicBezTo>
                    <a:pt x="4" y="12"/>
                    <a:pt x="1" y="10"/>
                    <a:pt x="1" y="7"/>
                  </a:cubicBezTo>
                  <a:cubicBezTo>
                    <a:pt x="1" y="4"/>
                    <a:pt x="4" y="2"/>
                    <a:pt x="7" y="2"/>
                  </a:cubicBezTo>
                  <a:cubicBezTo>
                    <a:pt x="10" y="2"/>
                    <a:pt x="12" y="4"/>
                    <a:pt x="12" y="7"/>
                  </a:cubicBezTo>
                  <a:cubicBezTo>
                    <a:pt x="12" y="10"/>
                    <a:pt x="10" y="12"/>
                    <a:pt x="7" y="12"/>
                  </a:cubicBezTo>
                  <a:close/>
                </a:path>
              </a:pathLst>
            </a:custGeom>
            <a:solidFill>
              <a:srgbClr val="ED53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20"/>
            <p:cNvSpPr>
              <a:spLocks noEditPoints="1"/>
            </p:cNvSpPr>
            <p:nvPr/>
          </p:nvSpPr>
          <p:spPr bwMode="auto">
            <a:xfrm>
              <a:off x="4956176" y="3307627"/>
              <a:ext cx="358775" cy="292100"/>
            </a:xfrm>
            <a:custGeom>
              <a:avLst/>
              <a:gdLst>
                <a:gd name="T0" fmla="*/ 30 w 32"/>
                <a:gd name="T1" fmla="*/ 5 h 26"/>
                <a:gd name="T2" fmla="*/ 23 w 32"/>
                <a:gd name="T3" fmla="*/ 5 h 26"/>
                <a:gd name="T4" fmla="*/ 23 w 32"/>
                <a:gd name="T5" fmla="*/ 2 h 26"/>
                <a:gd name="T6" fmla="*/ 21 w 32"/>
                <a:gd name="T7" fmla="*/ 0 h 26"/>
                <a:gd name="T8" fmla="*/ 13 w 32"/>
                <a:gd name="T9" fmla="*/ 0 h 26"/>
                <a:gd name="T10" fmla="*/ 11 w 32"/>
                <a:gd name="T11" fmla="*/ 2 h 26"/>
                <a:gd name="T12" fmla="*/ 11 w 32"/>
                <a:gd name="T13" fmla="*/ 5 h 26"/>
                <a:gd name="T14" fmla="*/ 9 w 32"/>
                <a:gd name="T15" fmla="*/ 5 h 26"/>
                <a:gd name="T16" fmla="*/ 9 w 32"/>
                <a:gd name="T17" fmla="*/ 5 h 26"/>
                <a:gd name="T18" fmla="*/ 8 w 32"/>
                <a:gd name="T19" fmla="*/ 3 h 26"/>
                <a:gd name="T20" fmla="*/ 4 w 32"/>
                <a:gd name="T21" fmla="*/ 3 h 26"/>
                <a:gd name="T22" fmla="*/ 3 w 32"/>
                <a:gd name="T23" fmla="*/ 5 h 26"/>
                <a:gd name="T24" fmla="*/ 3 w 32"/>
                <a:gd name="T25" fmla="*/ 5 h 26"/>
                <a:gd name="T26" fmla="*/ 2 w 32"/>
                <a:gd name="T27" fmla="*/ 5 h 26"/>
                <a:gd name="T28" fmla="*/ 0 w 32"/>
                <a:gd name="T29" fmla="*/ 7 h 26"/>
                <a:gd name="T30" fmla="*/ 0 w 32"/>
                <a:gd name="T31" fmla="*/ 24 h 26"/>
                <a:gd name="T32" fmla="*/ 2 w 32"/>
                <a:gd name="T33" fmla="*/ 26 h 26"/>
                <a:gd name="T34" fmla="*/ 30 w 32"/>
                <a:gd name="T35" fmla="*/ 26 h 26"/>
                <a:gd name="T36" fmla="*/ 32 w 32"/>
                <a:gd name="T37" fmla="*/ 24 h 26"/>
                <a:gd name="T38" fmla="*/ 32 w 32"/>
                <a:gd name="T39" fmla="*/ 7 h 26"/>
                <a:gd name="T40" fmla="*/ 30 w 32"/>
                <a:gd name="T41" fmla="*/ 5 h 26"/>
                <a:gd name="T42" fmla="*/ 7 w 32"/>
                <a:gd name="T43" fmla="*/ 9 h 26"/>
                <a:gd name="T44" fmla="*/ 3 w 32"/>
                <a:gd name="T45" fmla="*/ 9 h 26"/>
                <a:gd name="T46" fmla="*/ 2 w 32"/>
                <a:gd name="T47" fmla="*/ 8 h 26"/>
                <a:gd name="T48" fmla="*/ 3 w 32"/>
                <a:gd name="T49" fmla="*/ 7 h 26"/>
                <a:gd name="T50" fmla="*/ 7 w 32"/>
                <a:gd name="T51" fmla="*/ 7 h 26"/>
                <a:gd name="T52" fmla="*/ 8 w 32"/>
                <a:gd name="T53" fmla="*/ 8 h 26"/>
                <a:gd name="T54" fmla="*/ 7 w 32"/>
                <a:gd name="T55" fmla="*/ 9 h 26"/>
                <a:gd name="T56" fmla="*/ 14 w 32"/>
                <a:gd name="T57" fmla="*/ 2 h 26"/>
                <a:gd name="T58" fmla="*/ 20 w 32"/>
                <a:gd name="T59" fmla="*/ 2 h 26"/>
                <a:gd name="T60" fmla="*/ 21 w 32"/>
                <a:gd name="T61" fmla="*/ 2 h 26"/>
                <a:gd name="T62" fmla="*/ 20 w 32"/>
                <a:gd name="T63" fmla="*/ 3 h 26"/>
                <a:gd name="T64" fmla="*/ 14 w 32"/>
                <a:gd name="T65" fmla="*/ 3 h 26"/>
                <a:gd name="T66" fmla="*/ 13 w 32"/>
                <a:gd name="T67" fmla="*/ 2 h 26"/>
                <a:gd name="T68" fmla="*/ 14 w 32"/>
                <a:gd name="T69" fmla="*/ 2 h 26"/>
                <a:gd name="T70" fmla="*/ 17 w 32"/>
                <a:gd name="T71" fmla="*/ 24 h 26"/>
                <a:gd name="T72" fmla="*/ 9 w 32"/>
                <a:gd name="T73" fmla="*/ 16 h 26"/>
                <a:gd name="T74" fmla="*/ 17 w 32"/>
                <a:gd name="T75" fmla="*/ 8 h 26"/>
                <a:gd name="T76" fmla="*/ 25 w 32"/>
                <a:gd name="T77" fmla="*/ 16 h 26"/>
                <a:gd name="T78" fmla="*/ 17 w 32"/>
                <a:gd name="T79" fmla="*/ 24 h 26"/>
                <a:gd name="T80" fmla="*/ 29 w 32"/>
                <a:gd name="T81" fmla="*/ 9 h 26"/>
                <a:gd name="T82" fmla="*/ 27 w 32"/>
                <a:gd name="T83" fmla="*/ 8 h 26"/>
                <a:gd name="T84" fmla="*/ 29 w 32"/>
                <a:gd name="T85" fmla="*/ 7 h 26"/>
                <a:gd name="T86" fmla="*/ 30 w 32"/>
                <a:gd name="T87" fmla="*/ 8 h 26"/>
                <a:gd name="T88" fmla="*/ 29 w 32"/>
                <a:gd name="T89" fmla="*/ 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2" h="26">
                  <a:moveTo>
                    <a:pt x="30" y="5"/>
                  </a:moveTo>
                  <a:cubicBezTo>
                    <a:pt x="23" y="5"/>
                    <a:pt x="23" y="5"/>
                    <a:pt x="23" y="5"/>
                  </a:cubicBezTo>
                  <a:cubicBezTo>
                    <a:pt x="23" y="2"/>
                    <a:pt x="23" y="2"/>
                    <a:pt x="23" y="2"/>
                  </a:cubicBezTo>
                  <a:cubicBezTo>
                    <a:pt x="23" y="1"/>
                    <a:pt x="22" y="0"/>
                    <a:pt x="21" y="0"/>
                  </a:cubicBezTo>
                  <a:cubicBezTo>
                    <a:pt x="13" y="0"/>
                    <a:pt x="13" y="0"/>
                    <a:pt x="13" y="0"/>
                  </a:cubicBezTo>
                  <a:cubicBezTo>
                    <a:pt x="12" y="0"/>
                    <a:pt x="11" y="1"/>
                    <a:pt x="11" y="2"/>
                  </a:cubicBezTo>
                  <a:cubicBezTo>
                    <a:pt x="11" y="5"/>
                    <a:pt x="11" y="5"/>
                    <a:pt x="11" y="5"/>
                  </a:cubicBezTo>
                  <a:cubicBezTo>
                    <a:pt x="9" y="5"/>
                    <a:pt x="9" y="5"/>
                    <a:pt x="9" y="5"/>
                  </a:cubicBezTo>
                  <a:cubicBezTo>
                    <a:pt x="9" y="5"/>
                    <a:pt x="9" y="5"/>
                    <a:pt x="9" y="5"/>
                  </a:cubicBezTo>
                  <a:cubicBezTo>
                    <a:pt x="9" y="4"/>
                    <a:pt x="9" y="3"/>
                    <a:pt x="8" y="3"/>
                  </a:cubicBezTo>
                  <a:cubicBezTo>
                    <a:pt x="4" y="3"/>
                    <a:pt x="4" y="3"/>
                    <a:pt x="4" y="3"/>
                  </a:cubicBezTo>
                  <a:cubicBezTo>
                    <a:pt x="3" y="3"/>
                    <a:pt x="3" y="4"/>
                    <a:pt x="3" y="5"/>
                  </a:cubicBezTo>
                  <a:cubicBezTo>
                    <a:pt x="3" y="5"/>
                    <a:pt x="3" y="5"/>
                    <a:pt x="3" y="5"/>
                  </a:cubicBezTo>
                  <a:cubicBezTo>
                    <a:pt x="2" y="5"/>
                    <a:pt x="2" y="5"/>
                    <a:pt x="2" y="5"/>
                  </a:cubicBezTo>
                  <a:cubicBezTo>
                    <a:pt x="1" y="5"/>
                    <a:pt x="0" y="6"/>
                    <a:pt x="0" y="7"/>
                  </a:cubicBezTo>
                  <a:cubicBezTo>
                    <a:pt x="0" y="24"/>
                    <a:pt x="0" y="24"/>
                    <a:pt x="0" y="24"/>
                  </a:cubicBezTo>
                  <a:cubicBezTo>
                    <a:pt x="0" y="26"/>
                    <a:pt x="1" y="26"/>
                    <a:pt x="2" y="26"/>
                  </a:cubicBezTo>
                  <a:cubicBezTo>
                    <a:pt x="30" y="26"/>
                    <a:pt x="30" y="26"/>
                    <a:pt x="30" y="26"/>
                  </a:cubicBezTo>
                  <a:cubicBezTo>
                    <a:pt x="31" y="26"/>
                    <a:pt x="32" y="26"/>
                    <a:pt x="32" y="24"/>
                  </a:cubicBezTo>
                  <a:cubicBezTo>
                    <a:pt x="32" y="7"/>
                    <a:pt x="32" y="7"/>
                    <a:pt x="32" y="7"/>
                  </a:cubicBezTo>
                  <a:cubicBezTo>
                    <a:pt x="32" y="6"/>
                    <a:pt x="31" y="5"/>
                    <a:pt x="30" y="5"/>
                  </a:cubicBezTo>
                  <a:close/>
                  <a:moveTo>
                    <a:pt x="7" y="9"/>
                  </a:moveTo>
                  <a:cubicBezTo>
                    <a:pt x="3" y="9"/>
                    <a:pt x="3" y="9"/>
                    <a:pt x="3" y="9"/>
                  </a:cubicBezTo>
                  <a:cubicBezTo>
                    <a:pt x="3" y="9"/>
                    <a:pt x="2" y="9"/>
                    <a:pt x="2" y="8"/>
                  </a:cubicBezTo>
                  <a:cubicBezTo>
                    <a:pt x="2" y="8"/>
                    <a:pt x="3" y="7"/>
                    <a:pt x="3" y="7"/>
                  </a:cubicBezTo>
                  <a:cubicBezTo>
                    <a:pt x="7" y="7"/>
                    <a:pt x="7" y="7"/>
                    <a:pt x="7" y="7"/>
                  </a:cubicBezTo>
                  <a:cubicBezTo>
                    <a:pt x="7" y="7"/>
                    <a:pt x="8" y="8"/>
                    <a:pt x="8" y="8"/>
                  </a:cubicBezTo>
                  <a:cubicBezTo>
                    <a:pt x="8" y="9"/>
                    <a:pt x="7" y="9"/>
                    <a:pt x="7" y="9"/>
                  </a:cubicBezTo>
                  <a:close/>
                  <a:moveTo>
                    <a:pt x="14" y="2"/>
                  </a:moveTo>
                  <a:cubicBezTo>
                    <a:pt x="20" y="2"/>
                    <a:pt x="20" y="2"/>
                    <a:pt x="20" y="2"/>
                  </a:cubicBezTo>
                  <a:cubicBezTo>
                    <a:pt x="20" y="2"/>
                    <a:pt x="21" y="2"/>
                    <a:pt x="21" y="2"/>
                  </a:cubicBezTo>
                  <a:cubicBezTo>
                    <a:pt x="21" y="3"/>
                    <a:pt x="20" y="3"/>
                    <a:pt x="20" y="3"/>
                  </a:cubicBezTo>
                  <a:cubicBezTo>
                    <a:pt x="14" y="3"/>
                    <a:pt x="14" y="3"/>
                    <a:pt x="14" y="3"/>
                  </a:cubicBezTo>
                  <a:cubicBezTo>
                    <a:pt x="13" y="3"/>
                    <a:pt x="13" y="3"/>
                    <a:pt x="13" y="2"/>
                  </a:cubicBezTo>
                  <a:cubicBezTo>
                    <a:pt x="13" y="2"/>
                    <a:pt x="13" y="2"/>
                    <a:pt x="14" y="2"/>
                  </a:cubicBezTo>
                  <a:close/>
                  <a:moveTo>
                    <a:pt x="17" y="24"/>
                  </a:moveTo>
                  <a:cubicBezTo>
                    <a:pt x="12" y="24"/>
                    <a:pt x="9" y="20"/>
                    <a:pt x="9" y="16"/>
                  </a:cubicBezTo>
                  <a:cubicBezTo>
                    <a:pt x="9" y="11"/>
                    <a:pt x="12" y="8"/>
                    <a:pt x="17" y="8"/>
                  </a:cubicBezTo>
                  <a:cubicBezTo>
                    <a:pt x="21" y="8"/>
                    <a:pt x="25" y="11"/>
                    <a:pt x="25" y="16"/>
                  </a:cubicBezTo>
                  <a:cubicBezTo>
                    <a:pt x="25" y="20"/>
                    <a:pt x="21" y="24"/>
                    <a:pt x="17" y="24"/>
                  </a:cubicBezTo>
                  <a:close/>
                  <a:moveTo>
                    <a:pt x="29" y="9"/>
                  </a:moveTo>
                  <a:cubicBezTo>
                    <a:pt x="28" y="9"/>
                    <a:pt x="27" y="9"/>
                    <a:pt x="27" y="8"/>
                  </a:cubicBezTo>
                  <a:cubicBezTo>
                    <a:pt x="27" y="7"/>
                    <a:pt x="28" y="7"/>
                    <a:pt x="29" y="7"/>
                  </a:cubicBezTo>
                  <a:cubicBezTo>
                    <a:pt x="29" y="7"/>
                    <a:pt x="30" y="7"/>
                    <a:pt x="30" y="8"/>
                  </a:cubicBezTo>
                  <a:cubicBezTo>
                    <a:pt x="30" y="9"/>
                    <a:pt x="29" y="9"/>
                    <a:pt x="29" y="9"/>
                  </a:cubicBezTo>
                  <a:close/>
                </a:path>
              </a:pathLst>
            </a:custGeom>
            <a:solidFill>
              <a:srgbClr val="ED53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8" name="组合 80"/>
          <p:cNvGrpSpPr/>
          <p:nvPr/>
        </p:nvGrpSpPr>
        <p:grpSpPr>
          <a:xfrm>
            <a:off x="6763793" y="2261465"/>
            <a:ext cx="777000" cy="699300"/>
            <a:chOff x="6980238" y="2261465"/>
            <a:chExt cx="349250" cy="314325"/>
          </a:xfrm>
        </p:grpSpPr>
        <p:sp>
          <p:nvSpPr>
            <p:cNvPr id="89" name="Oval 21"/>
            <p:cNvSpPr>
              <a:spLocks noChangeArrowheads="1"/>
            </p:cNvSpPr>
            <p:nvPr/>
          </p:nvSpPr>
          <p:spPr bwMode="auto">
            <a:xfrm>
              <a:off x="7024688" y="2261465"/>
              <a:ext cx="123825" cy="111125"/>
            </a:xfrm>
            <a:prstGeom prst="ellipse">
              <a:avLst/>
            </a:prstGeom>
            <a:solidFill>
              <a:srgbClr val="DC04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22"/>
            <p:cNvSpPr>
              <a:spLocks/>
            </p:cNvSpPr>
            <p:nvPr/>
          </p:nvSpPr>
          <p:spPr bwMode="auto">
            <a:xfrm>
              <a:off x="6980238" y="2407515"/>
              <a:ext cx="214312" cy="168275"/>
            </a:xfrm>
            <a:custGeom>
              <a:avLst/>
              <a:gdLst>
                <a:gd name="T0" fmla="*/ 10 w 19"/>
                <a:gd name="T1" fmla="*/ 0 h 15"/>
                <a:gd name="T2" fmla="*/ 0 w 19"/>
                <a:gd name="T3" fmla="*/ 15 h 15"/>
                <a:gd name="T4" fmla="*/ 19 w 19"/>
                <a:gd name="T5" fmla="*/ 15 h 15"/>
                <a:gd name="T6" fmla="*/ 10 w 19"/>
                <a:gd name="T7" fmla="*/ 0 h 15"/>
              </a:gdLst>
              <a:ahLst/>
              <a:cxnLst>
                <a:cxn ang="0">
                  <a:pos x="T0" y="T1"/>
                </a:cxn>
                <a:cxn ang="0">
                  <a:pos x="T2" y="T3"/>
                </a:cxn>
                <a:cxn ang="0">
                  <a:pos x="T4" y="T5"/>
                </a:cxn>
                <a:cxn ang="0">
                  <a:pos x="T6" y="T7"/>
                </a:cxn>
              </a:cxnLst>
              <a:rect l="0" t="0" r="r" b="b"/>
              <a:pathLst>
                <a:path w="19" h="15">
                  <a:moveTo>
                    <a:pt x="10" y="0"/>
                  </a:moveTo>
                  <a:cubicBezTo>
                    <a:pt x="2" y="0"/>
                    <a:pt x="0" y="15"/>
                    <a:pt x="0" y="15"/>
                  </a:cubicBezTo>
                  <a:cubicBezTo>
                    <a:pt x="19" y="15"/>
                    <a:pt x="19" y="15"/>
                    <a:pt x="19" y="15"/>
                  </a:cubicBezTo>
                  <a:cubicBezTo>
                    <a:pt x="19" y="15"/>
                    <a:pt x="17" y="0"/>
                    <a:pt x="10" y="0"/>
                  </a:cubicBezTo>
                  <a:close/>
                </a:path>
              </a:pathLst>
            </a:custGeom>
            <a:solidFill>
              <a:srgbClr val="DC04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Oval 23"/>
            <p:cNvSpPr>
              <a:spLocks noChangeArrowheads="1"/>
            </p:cNvSpPr>
            <p:nvPr/>
          </p:nvSpPr>
          <p:spPr bwMode="auto">
            <a:xfrm>
              <a:off x="7216776" y="2339252"/>
              <a:ext cx="88900" cy="90488"/>
            </a:xfrm>
            <a:prstGeom prst="ellipse">
              <a:avLst/>
            </a:prstGeom>
            <a:solidFill>
              <a:srgbClr val="DC04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24"/>
            <p:cNvSpPr>
              <a:spLocks/>
            </p:cNvSpPr>
            <p:nvPr/>
          </p:nvSpPr>
          <p:spPr bwMode="auto">
            <a:xfrm>
              <a:off x="7194551" y="2451965"/>
              <a:ext cx="134937" cy="123825"/>
            </a:xfrm>
            <a:custGeom>
              <a:avLst/>
              <a:gdLst>
                <a:gd name="T0" fmla="*/ 6 w 12"/>
                <a:gd name="T1" fmla="*/ 0 h 11"/>
                <a:gd name="T2" fmla="*/ 0 w 12"/>
                <a:gd name="T3" fmla="*/ 5 h 11"/>
                <a:gd name="T4" fmla="*/ 2 w 12"/>
                <a:gd name="T5" fmla="*/ 11 h 11"/>
                <a:gd name="T6" fmla="*/ 12 w 12"/>
                <a:gd name="T7" fmla="*/ 11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cubicBezTo>
                    <a:pt x="3" y="0"/>
                    <a:pt x="1" y="2"/>
                    <a:pt x="0" y="5"/>
                  </a:cubicBezTo>
                  <a:cubicBezTo>
                    <a:pt x="1" y="8"/>
                    <a:pt x="2" y="11"/>
                    <a:pt x="2" y="11"/>
                  </a:cubicBezTo>
                  <a:cubicBezTo>
                    <a:pt x="12" y="11"/>
                    <a:pt x="12" y="11"/>
                    <a:pt x="12" y="11"/>
                  </a:cubicBezTo>
                  <a:cubicBezTo>
                    <a:pt x="12" y="11"/>
                    <a:pt x="11" y="0"/>
                    <a:pt x="6" y="0"/>
                  </a:cubicBezTo>
                  <a:close/>
                </a:path>
              </a:pathLst>
            </a:custGeom>
            <a:solidFill>
              <a:srgbClr val="DC04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93" name="Freeform 25"/>
          <p:cNvSpPr>
            <a:spLocks noEditPoints="1"/>
          </p:cNvSpPr>
          <p:nvPr/>
        </p:nvSpPr>
        <p:spPr bwMode="auto">
          <a:xfrm>
            <a:off x="7932061" y="4138273"/>
            <a:ext cx="728427" cy="678683"/>
          </a:xfrm>
          <a:custGeom>
            <a:avLst/>
            <a:gdLst>
              <a:gd name="T0" fmla="*/ 27 w 29"/>
              <a:gd name="T1" fmla="*/ 0 h 27"/>
              <a:gd name="T2" fmla="*/ 8 w 29"/>
              <a:gd name="T3" fmla="*/ 0 h 27"/>
              <a:gd name="T4" fmla="*/ 6 w 29"/>
              <a:gd name="T5" fmla="*/ 2 h 27"/>
              <a:gd name="T6" fmla="*/ 6 w 29"/>
              <a:gd name="T7" fmla="*/ 4 h 27"/>
              <a:gd name="T8" fmla="*/ 6 w 29"/>
              <a:gd name="T9" fmla="*/ 4 h 27"/>
              <a:gd name="T10" fmla="*/ 6 w 29"/>
              <a:gd name="T11" fmla="*/ 22 h 27"/>
              <a:gd name="T12" fmla="*/ 4 w 29"/>
              <a:gd name="T13" fmla="*/ 21 h 27"/>
              <a:gd name="T14" fmla="*/ 0 w 29"/>
              <a:gd name="T15" fmla="*/ 24 h 27"/>
              <a:gd name="T16" fmla="*/ 4 w 29"/>
              <a:gd name="T17" fmla="*/ 27 h 27"/>
              <a:gd name="T18" fmla="*/ 8 w 29"/>
              <a:gd name="T19" fmla="*/ 24 h 27"/>
              <a:gd name="T20" fmla="*/ 8 w 29"/>
              <a:gd name="T21" fmla="*/ 24 h 27"/>
              <a:gd name="T22" fmla="*/ 8 w 29"/>
              <a:gd name="T23" fmla="*/ 24 h 27"/>
              <a:gd name="T24" fmla="*/ 8 w 29"/>
              <a:gd name="T25" fmla="*/ 10 h 27"/>
              <a:gd name="T26" fmla="*/ 28 w 29"/>
              <a:gd name="T27" fmla="*/ 10 h 27"/>
              <a:gd name="T28" fmla="*/ 28 w 29"/>
              <a:gd name="T29" fmla="*/ 22 h 27"/>
              <a:gd name="T30" fmla="*/ 25 w 29"/>
              <a:gd name="T31" fmla="*/ 21 h 27"/>
              <a:gd name="T32" fmla="*/ 21 w 29"/>
              <a:gd name="T33" fmla="*/ 24 h 27"/>
              <a:gd name="T34" fmla="*/ 25 w 29"/>
              <a:gd name="T35" fmla="*/ 27 h 27"/>
              <a:gd name="T36" fmla="*/ 29 w 29"/>
              <a:gd name="T37" fmla="*/ 24 h 27"/>
              <a:gd name="T38" fmla="*/ 29 w 29"/>
              <a:gd name="T39" fmla="*/ 24 h 27"/>
              <a:gd name="T40" fmla="*/ 29 w 29"/>
              <a:gd name="T41" fmla="*/ 24 h 27"/>
              <a:gd name="T42" fmla="*/ 29 w 29"/>
              <a:gd name="T43" fmla="*/ 4 h 27"/>
              <a:gd name="T44" fmla="*/ 29 w 29"/>
              <a:gd name="T45" fmla="*/ 4 h 27"/>
              <a:gd name="T46" fmla="*/ 29 w 29"/>
              <a:gd name="T47" fmla="*/ 2 h 27"/>
              <a:gd name="T48" fmla="*/ 27 w 29"/>
              <a:gd name="T49" fmla="*/ 0 h 27"/>
              <a:gd name="T50" fmla="*/ 8 w 29"/>
              <a:gd name="T51" fmla="*/ 8 h 27"/>
              <a:gd name="T52" fmla="*/ 8 w 29"/>
              <a:gd name="T53" fmla="*/ 6 h 27"/>
              <a:gd name="T54" fmla="*/ 8 w 29"/>
              <a:gd name="T55" fmla="*/ 6 h 27"/>
              <a:gd name="T56" fmla="*/ 27 w 29"/>
              <a:gd name="T57" fmla="*/ 6 h 27"/>
              <a:gd name="T58" fmla="*/ 28 w 29"/>
              <a:gd name="T59" fmla="*/ 6 h 27"/>
              <a:gd name="T60" fmla="*/ 28 w 29"/>
              <a:gd name="T61" fmla="*/ 8 h 27"/>
              <a:gd name="T62" fmla="*/ 8 w 29"/>
              <a:gd name="T63" fmla="*/ 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9" h="27">
                <a:moveTo>
                  <a:pt x="27" y="0"/>
                </a:moveTo>
                <a:cubicBezTo>
                  <a:pt x="8" y="0"/>
                  <a:pt x="8" y="0"/>
                  <a:pt x="8" y="0"/>
                </a:cubicBezTo>
                <a:cubicBezTo>
                  <a:pt x="7" y="0"/>
                  <a:pt x="6" y="1"/>
                  <a:pt x="6" y="2"/>
                </a:cubicBezTo>
                <a:cubicBezTo>
                  <a:pt x="6" y="4"/>
                  <a:pt x="6" y="4"/>
                  <a:pt x="6" y="4"/>
                </a:cubicBezTo>
                <a:cubicBezTo>
                  <a:pt x="6" y="4"/>
                  <a:pt x="6" y="4"/>
                  <a:pt x="6" y="4"/>
                </a:cubicBezTo>
                <a:cubicBezTo>
                  <a:pt x="6" y="22"/>
                  <a:pt x="6" y="22"/>
                  <a:pt x="6" y="22"/>
                </a:cubicBezTo>
                <a:cubicBezTo>
                  <a:pt x="5" y="21"/>
                  <a:pt x="5" y="21"/>
                  <a:pt x="4" y="21"/>
                </a:cubicBezTo>
                <a:cubicBezTo>
                  <a:pt x="1" y="21"/>
                  <a:pt x="0" y="23"/>
                  <a:pt x="0" y="24"/>
                </a:cubicBezTo>
                <a:cubicBezTo>
                  <a:pt x="0" y="26"/>
                  <a:pt x="1" y="27"/>
                  <a:pt x="4" y="27"/>
                </a:cubicBezTo>
                <a:cubicBezTo>
                  <a:pt x="6" y="27"/>
                  <a:pt x="8" y="26"/>
                  <a:pt x="8" y="24"/>
                </a:cubicBezTo>
                <a:cubicBezTo>
                  <a:pt x="8" y="24"/>
                  <a:pt x="8" y="24"/>
                  <a:pt x="8" y="24"/>
                </a:cubicBezTo>
                <a:cubicBezTo>
                  <a:pt x="8" y="24"/>
                  <a:pt x="8" y="24"/>
                  <a:pt x="8" y="24"/>
                </a:cubicBezTo>
                <a:cubicBezTo>
                  <a:pt x="8" y="10"/>
                  <a:pt x="8" y="10"/>
                  <a:pt x="8" y="10"/>
                </a:cubicBezTo>
                <a:cubicBezTo>
                  <a:pt x="28" y="10"/>
                  <a:pt x="28" y="10"/>
                  <a:pt x="28" y="10"/>
                </a:cubicBezTo>
                <a:cubicBezTo>
                  <a:pt x="28" y="22"/>
                  <a:pt x="28" y="22"/>
                  <a:pt x="28" y="22"/>
                </a:cubicBezTo>
                <a:cubicBezTo>
                  <a:pt x="27" y="21"/>
                  <a:pt x="26" y="21"/>
                  <a:pt x="25" y="21"/>
                </a:cubicBezTo>
                <a:cubicBezTo>
                  <a:pt x="23" y="21"/>
                  <a:pt x="21" y="23"/>
                  <a:pt x="21" y="24"/>
                </a:cubicBezTo>
                <a:cubicBezTo>
                  <a:pt x="21" y="26"/>
                  <a:pt x="23" y="27"/>
                  <a:pt x="25" y="27"/>
                </a:cubicBezTo>
                <a:cubicBezTo>
                  <a:pt x="27" y="27"/>
                  <a:pt x="29" y="26"/>
                  <a:pt x="29" y="24"/>
                </a:cubicBezTo>
                <a:cubicBezTo>
                  <a:pt x="29" y="24"/>
                  <a:pt x="29" y="24"/>
                  <a:pt x="29" y="24"/>
                </a:cubicBezTo>
                <a:cubicBezTo>
                  <a:pt x="29" y="24"/>
                  <a:pt x="29" y="24"/>
                  <a:pt x="29" y="24"/>
                </a:cubicBezTo>
                <a:cubicBezTo>
                  <a:pt x="29" y="4"/>
                  <a:pt x="29" y="4"/>
                  <a:pt x="29" y="4"/>
                </a:cubicBezTo>
                <a:cubicBezTo>
                  <a:pt x="29" y="4"/>
                  <a:pt x="29" y="4"/>
                  <a:pt x="29" y="4"/>
                </a:cubicBezTo>
                <a:cubicBezTo>
                  <a:pt x="29" y="2"/>
                  <a:pt x="29" y="2"/>
                  <a:pt x="29" y="2"/>
                </a:cubicBezTo>
                <a:cubicBezTo>
                  <a:pt x="29" y="1"/>
                  <a:pt x="28" y="0"/>
                  <a:pt x="27" y="0"/>
                </a:cubicBezTo>
                <a:close/>
                <a:moveTo>
                  <a:pt x="8" y="8"/>
                </a:moveTo>
                <a:cubicBezTo>
                  <a:pt x="8" y="6"/>
                  <a:pt x="8" y="6"/>
                  <a:pt x="8" y="6"/>
                </a:cubicBezTo>
                <a:cubicBezTo>
                  <a:pt x="8" y="6"/>
                  <a:pt x="8" y="6"/>
                  <a:pt x="8" y="6"/>
                </a:cubicBezTo>
                <a:cubicBezTo>
                  <a:pt x="27" y="6"/>
                  <a:pt x="27" y="6"/>
                  <a:pt x="27" y="6"/>
                </a:cubicBezTo>
                <a:cubicBezTo>
                  <a:pt x="27" y="6"/>
                  <a:pt x="27" y="6"/>
                  <a:pt x="28" y="6"/>
                </a:cubicBezTo>
                <a:cubicBezTo>
                  <a:pt x="28" y="8"/>
                  <a:pt x="28" y="8"/>
                  <a:pt x="28" y="8"/>
                </a:cubicBezTo>
                <a:lnTo>
                  <a:pt x="8" y="8"/>
                </a:lnTo>
                <a:close/>
              </a:path>
            </a:pathLst>
          </a:custGeom>
          <a:solidFill>
            <a:srgbClr val="256B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94" name="组合 81"/>
          <p:cNvGrpSpPr/>
          <p:nvPr/>
        </p:nvGrpSpPr>
        <p:grpSpPr>
          <a:xfrm>
            <a:off x="9843858" y="2933214"/>
            <a:ext cx="815500" cy="815502"/>
            <a:chOff x="10050463" y="2969490"/>
            <a:chExt cx="382587" cy="382588"/>
          </a:xfrm>
        </p:grpSpPr>
        <p:sp>
          <p:nvSpPr>
            <p:cNvPr id="95" name="Freeform 26"/>
            <p:cNvSpPr>
              <a:spLocks noEditPoints="1"/>
            </p:cNvSpPr>
            <p:nvPr/>
          </p:nvSpPr>
          <p:spPr bwMode="auto">
            <a:xfrm>
              <a:off x="10050463" y="2969490"/>
              <a:ext cx="382587" cy="382588"/>
            </a:xfrm>
            <a:custGeom>
              <a:avLst/>
              <a:gdLst>
                <a:gd name="T0" fmla="*/ 17 w 34"/>
                <a:gd name="T1" fmla="*/ 0 h 34"/>
                <a:gd name="T2" fmla="*/ 0 w 34"/>
                <a:gd name="T3" fmla="*/ 17 h 34"/>
                <a:gd name="T4" fmla="*/ 17 w 34"/>
                <a:gd name="T5" fmla="*/ 34 h 34"/>
                <a:gd name="T6" fmla="*/ 34 w 34"/>
                <a:gd name="T7" fmla="*/ 17 h 34"/>
                <a:gd name="T8" fmla="*/ 17 w 34"/>
                <a:gd name="T9" fmla="*/ 0 h 34"/>
                <a:gd name="T10" fmla="*/ 17 w 34"/>
                <a:gd name="T11" fmla="*/ 31 h 34"/>
                <a:gd name="T12" fmla="*/ 2 w 34"/>
                <a:gd name="T13" fmla="*/ 17 h 34"/>
                <a:gd name="T14" fmla="*/ 17 w 34"/>
                <a:gd name="T15" fmla="*/ 2 h 34"/>
                <a:gd name="T16" fmla="*/ 31 w 34"/>
                <a:gd name="T17" fmla="*/ 17 h 34"/>
                <a:gd name="T18" fmla="*/ 17 w 34"/>
                <a:gd name="T19" fmla="*/ 3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0"/>
                  </a:moveTo>
                  <a:cubicBezTo>
                    <a:pt x="7" y="0"/>
                    <a:pt x="0" y="7"/>
                    <a:pt x="0" y="17"/>
                  </a:cubicBezTo>
                  <a:cubicBezTo>
                    <a:pt x="0" y="26"/>
                    <a:pt x="7" y="34"/>
                    <a:pt x="17" y="34"/>
                  </a:cubicBezTo>
                  <a:cubicBezTo>
                    <a:pt x="26" y="34"/>
                    <a:pt x="34" y="26"/>
                    <a:pt x="34" y="17"/>
                  </a:cubicBezTo>
                  <a:cubicBezTo>
                    <a:pt x="34" y="7"/>
                    <a:pt x="26" y="0"/>
                    <a:pt x="17" y="0"/>
                  </a:cubicBezTo>
                  <a:close/>
                  <a:moveTo>
                    <a:pt x="17" y="31"/>
                  </a:moveTo>
                  <a:cubicBezTo>
                    <a:pt x="9" y="31"/>
                    <a:pt x="2" y="25"/>
                    <a:pt x="2" y="17"/>
                  </a:cubicBezTo>
                  <a:cubicBezTo>
                    <a:pt x="2" y="9"/>
                    <a:pt x="9" y="2"/>
                    <a:pt x="17" y="2"/>
                  </a:cubicBezTo>
                  <a:cubicBezTo>
                    <a:pt x="25" y="2"/>
                    <a:pt x="31" y="9"/>
                    <a:pt x="31" y="17"/>
                  </a:cubicBezTo>
                  <a:cubicBezTo>
                    <a:pt x="31" y="25"/>
                    <a:pt x="25" y="31"/>
                    <a:pt x="17" y="31"/>
                  </a:cubicBezTo>
                  <a:close/>
                </a:path>
              </a:pathLst>
            </a:custGeom>
            <a:solidFill>
              <a:srgbClr val="0B3A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27"/>
            <p:cNvSpPr>
              <a:spLocks noEditPoints="1"/>
            </p:cNvSpPr>
            <p:nvPr/>
          </p:nvSpPr>
          <p:spPr bwMode="auto">
            <a:xfrm>
              <a:off x="10094913" y="3013940"/>
              <a:ext cx="293687" cy="282575"/>
            </a:xfrm>
            <a:custGeom>
              <a:avLst/>
              <a:gdLst>
                <a:gd name="T0" fmla="*/ 13 w 26"/>
                <a:gd name="T1" fmla="*/ 0 h 25"/>
                <a:gd name="T2" fmla="*/ 0 w 26"/>
                <a:gd name="T3" fmla="*/ 13 h 25"/>
                <a:gd name="T4" fmla="*/ 13 w 26"/>
                <a:gd name="T5" fmla="*/ 25 h 25"/>
                <a:gd name="T6" fmla="*/ 26 w 26"/>
                <a:gd name="T7" fmla="*/ 13 h 25"/>
                <a:gd name="T8" fmla="*/ 13 w 26"/>
                <a:gd name="T9" fmla="*/ 0 h 25"/>
                <a:gd name="T10" fmla="*/ 21 w 26"/>
                <a:gd name="T11" fmla="*/ 14 h 25"/>
                <a:gd name="T12" fmla="*/ 12 w 26"/>
                <a:gd name="T13" fmla="*/ 14 h 25"/>
                <a:gd name="T14" fmla="*/ 12 w 26"/>
                <a:gd name="T15" fmla="*/ 3 h 25"/>
                <a:gd name="T16" fmla="*/ 14 w 26"/>
                <a:gd name="T17" fmla="*/ 3 h 25"/>
                <a:gd name="T18" fmla="*/ 14 w 26"/>
                <a:gd name="T19" fmla="*/ 12 h 25"/>
                <a:gd name="T20" fmla="*/ 21 w 26"/>
                <a:gd name="T21" fmla="*/ 12 h 25"/>
                <a:gd name="T22" fmla="*/ 21 w 26"/>
                <a:gd name="T23"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 h="25">
                  <a:moveTo>
                    <a:pt x="13" y="0"/>
                  </a:moveTo>
                  <a:cubicBezTo>
                    <a:pt x="6" y="0"/>
                    <a:pt x="0" y="6"/>
                    <a:pt x="0" y="13"/>
                  </a:cubicBezTo>
                  <a:cubicBezTo>
                    <a:pt x="0" y="20"/>
                    <a:pt x="6" y="25"/>
                    <a:pt x="13" y="25"/>
                  </a:cubicBezTo>
                  <a:cubicBezTo>
                    <a:pt x="20" y="25"/>
                    <a:pt x="26" y="20"/>
                    <a:pt x="26" y="13"/>
                  </a:cubicBezTo>
                  <a:cubicBezTo>
                    <a:pt x="26" y="6"/>
                    <a:pt x="20" y="0"/>
                    <a:pt x="13" y="0"/>
                  </a:cubicBezTo>
                  <a:close/>
                  <a:moveTo>
                    <a:pt x="21" y="14"/>
                  </a:moveTo>
                  <a:cubicBezTo>
                    <a:pt x="12" y="14"/>
                    <a:pt x="12" y="14"/>
                    <a:pt x="12" y="14"/>
                  </a:cubicBezTo>
                  <a:cubicBezTo>
                    <a:pt x="12" y="3"/>
                    <a:pt x="12" y="3"/>
                    <a:pt x="12" y="3"/>
                  </a:cubicBezTo>
                  <a:cubicBezTo>
                    <a:pt x="14" y="3"/>
                    <a:pt x="14" y="3"/>
                    <a:pt x="14" y="3"/>
                  </a:cubicBezTo>
                  <a:cubicBezTo>
                    <a:pt x="14" y="12"/>
                    <a:pt x="14" y="12"/>
                    <a:pt x="14" y="12"/>
                  </a:cubicBezTo>
                  <a:cubicBezTo>
                    <a:pt x="21" y="12"/>
                    <a:pt x="21" y="12"/>
                    <a:pt x="21" y="12"/>
                  </a:cubicBezTo>
                  <a:lnTo>
                    <a:pt x="21" y="14"/>
                  </a:lnTo>
                  <a:close/>
                </a:path>
              </a:pathLst>
            </a:custGeom>
            <a:solidFill>
              <a:srgbClr val="0B3A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97" name="文本框 96"/>
          <p:cNvSpPr txBox="1"/>
          <p:nvPr/>
        </p:nvSpPr>
        <p:spPr>
          <a:xfrm>
            <a:off x="7813675" y="157950"/>
            <a:ext cx="718466" cy="707886"/>
          </a:xfrm>
          <a:prstGeom prst="rect">
            <a:avLst/>
          </a:prstGeom>
          <a:noFill/>
        </p:spPr>
        <p:txBody>
          <a:bodyPr wrap="none" rtlCol="0">
            <a:spAutoFit/>
          </a:bodyPr>
          <a:lstStyle/>
          <a:p>
            <a:r>
              <a:rPr lang="en-US" altLang="zh-CN" sz="4000" dirty="0">
                <a:solidFill>
                  <a:srgbClr val="605E5E"/>
                </a:solidFill>
                <a:latin typeface="Impact" panose="020B0806030902050204" pitchFamily="34" charset="0"/>
                <a:cs typeface="Aharoni" panose="02010803020104030203" pitchFamily="2" charset="-79"/>
              </a:rPr>
              <a:t>02</a:t>
            </a:r>
            <a:endParaRPr lang="zh-CN" altLang="en-US" sz="4000" dirty="0">
              <a:solidFill>
                <a:srgbClr val="605E5E"/>
              </a:solidFill>
              <a:latin typeface="Impact" panose="020B0806030902050204" pitchFamily="34" charset="0"/>
              <a:cs typeface="Aharoni" panose="02010803020104030203" pitchFamily="2" charset="-79"/>
            </a:endParaRPr>
          </a:p>
        </p:txBody>
      </p:sp>
      <p:sp>
        <p:nvSpPr>
          <p:cNvPr id="98" name="文本框 97"/>
          <p:cNvSpPr txBox="1"/>
          <p:nvPr/>
        </p:nvSpPr>
        <p:spPr>
          <a:xfrm>
            <a:off x="7813675" y="734930"/>
            <a:ext cx="1498039" cy="369332"/>
          </a:xfrm>
          <a:prstGeom prst="rect">
            <a:avLst/>
          </a:prstGeom>
          <a:noFill/>
        </p:spPr>
        <p:txBody>
          <a:bodyPr wrap="none" rtlCol="0">
            <a:spAutoFit/>
          </a:bodyPr>
          <a:lstStyle/>
          <a:p>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Sample Text</a:t>
            </a:r>
            <a:r>
              <a:rPr lang="en-US" altLang="zh-CN" dirty="0">
                <a:solidFill>
                  <a:srgbClr val="859291"/>
                </a:solidFill>
                <a:latin typeface="Tahoma" panose="020B0604030504040204" pitchFamily="34" charset="0"/>
                <a:ea typeface="Tahoma" panose="020B0604030504040204" pitchFamily="34" charset="0"/>
                <a:cs typeface="Tahoma" panose="020B0604030504040204" pitchFamily="34" charset="0"/>
              </a:rPr>
              <a:t>.</a:t>
            </a:r>
            <a:endParaRPr lang="zh-CN" altLang="en-US" dirty="0">
              <a:solidFill>
                <a:srgbClr val="859291"/>
              </a:solidFill>
              <a:latin typeface="Tahoma" panose="020B0604030504040204" pitchFamily="34" charset="0"/>
              <a:cs typeface="Tahoma" panose="020B0604030504040204" pitchFamily="34" charset="0"/>
            </a:endParaRPr>
          </a:p>
        </p:txBody>
      </p:sp>
      <p:sp>
        <p:nvSpPr>
          <p:cNvPr id="99" name="文本框 98"/>
          <p:cNvSpPr txBox="1"/>
          <p:nvPr/>
        </p:nvSpPr>
        <p:spPr>
          <a:xfrm>
            <a:off x="10647363" y="766179"/>
            <a:ext cx="716863" cy="707886"/>
          </a:xfrm>
          <a:prstGeom prst="rect">
            <a:avLst/>
          </a:prstGeom>
          <a:noFill/>
        </p:spPr>
        <p:txBody>
          <a:bodyPr wrap="none" rtlCol="0">
            <a:spAutoFit/>
          </a:bodyPr>
          <a:lstStyle/>
          <a:p>
            <a:r>
              <a:rPr lang="en-US" altLang="zh-CN" sz="4000" dirty="0">
                <a:solidFill>
                  <a:srgbClr val="605E5E"/>
                </a:solidFill>
                <a:latin typeface="Impact" panose="020B0806030902050204" pitchFamily="34" charset="0"/>
                <a:cs typeface="Aharoni" panose="02010803020104030203" pitchFamily="2" charset="-79"/>
              </a:rPr>
              <a:t>04</a:t>
            </a:r>
            <a:endParaRPr lang="zh-CN" altLang="en-US" sz="4000" dirty="0">
              <a:solidFill>
                <a:srgbClr val="605E5E"/>
              </a:solidFill>
              <a:latin typeface="Impact" panose="020B0806030902050204" pitchFamily="34" charset="0"/>
              <a:cs typeface="Aharoni" panose="02010803020104030203" pitchFamily="2" charset="-79"/>
            </a:endParaRPr>
          </a:p>
        </p:txBody>
      </p:sp>
      <p:sp>
        <p:nvSpPr>
          <p:cNvPr id="100" name="文本框 99"/>
          <p:cNvSpPr txBox="1"/>
          <p:nvPr/>
        </p:nvSpPr>
        <p:spPr>
          <a:xfrm>
            <a:off x="10647363" y="1343159"/>
            <a:ext cx="1498039" cy="369332"/>
          </a:xfrm>
          <a:prstGeom prst="rect">
            <a:avLst/>
          </a:prstGeom>
          <a:noFill/>
        </p:spPr>
        <p:txBody>
          <a:bodyPr wrap="none" rtlCol="0">
            <a:spAutoFit/>
          </a:bodyPr>
          <a:lstStyle/>
          <a:p>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Sample Text</a:t>
            </a:r>
            <a:r>
              <a:rPr lang="en-US" altLang="zh-CN" dirty="0">
                <a:solidFill>
                  <a:srgbClr val="859291"/>
                </a:solidFill>
                <a:latin typeface="Tahoma" panose="020B0604030504040204" pitchFamily="34" charset="0"/>
                <a:ea typeface="Tahoma" panose="020B0604030504040204" pitchFamily="34" charset="0"/>
                <a:cs typeface="Tahoma" panose="020B0604030504040204" pitchFamily="34" charset="0"/>
              </a:rPr>
              <a:t>.</a:t>
            </a:r>
            <a:endParaRPr lang="zh-CN" altLang="en-US" dirty="0">
              <a:solidFill>
                <a:srgbClr val="859291"/>
              </a:solidFill>
              <a:latin typeface="Tahoma" panose="020B0604030504040204" pitchFamily="34" charset="0"/>
              <a:cs typeface="Tahoma" panose="020B0604030504040204" pitchFamily="34" charset="0"/>
            </a:endParaRPr>
          </a:p>
        </p:txBody>
      </p:sp>
      <p:sp>
        <p:nvSpPr>
          <p:cNvPr id="101" name="文本框 100"/>
          <p:cNvSpPr txBox="1"/>
          <p:nvPr/>
        </p:nvSpPr>
        <p:spPr>
          <a:xfrm>
            <a:off x="5868072" y="5404784"/>
            <a:ext cx="655949" cy="707886"/>
          </a:xfrm>
          <a:prstGeom prst="rect">
            <a:avLst/>
          </a:prstGeom>
          <a:noFill/>
        </p:spPr>
        <p:txBody>
          <a:bodyPr wrap="none" rtlCol="0">
            <a:spAutoFit/>
          </a:bodyPr>
          <a:lstStyle/>
          <a:p>
            <a:r>
              <a:rPr lang="en-US" altLang="zh-CN" sz="4000" dirty="0">
                <a:solidFill>
                  <a:srgbClr val="605E5E"/>
                </a:solidFill>
                <a:latin typeface="Impact" panose="020B0806030902050204" pitchFamily="34" charset="0"/>
                <a:cs typeface="Aharoni" panose="02010803020104030203" pitchFamily="2" charset="-79"/>
              </a:rPr>
              <a:t>01</a:t>
            </a:r>
            <a:endParaRPr lang="zh-CN" altLang="en-US" sz="4000" dirty="0">
              <a:solidFill>
                <a:srgbClr val="605E5E"/>
              </a:solidFill>
              <a:latin typeface="Impact" panose="020B0806030902050204" pitchFamily="34" charset="0"/>
              <a:cs typeface="Aharoni" panose="02010803020104030203" pitchFamily="2" charset="-79"/>
            </a:endParaRPr>
          </a:p>
        </p:txBody>
      </p:sp>
      <p:sp>
        <p:nvSpPr>
          <p:cNvPr id="102" name="文本框 101"/>
          <p:cNvSpPr txBox="1"/>
          <p:nvPr/>
        </p:nvSpPr>
        <p:spPr>
          <a:xfrm>
            <a:off x="5868072" y="5981764"/>
            <a:ext cx="1498039" cy="369332"/>
          </a:xfrm>
          <a:prstGeom prst="rect">
            <a:avLst/>
          </a:prstGeom>
          <a:noFill/>
        </p:spPr>
        <p:txBody>
          <a:bodyPr wrap="none" rtlCol="0">
            <a:spAutoFit/>
          </a:bodyPr>
          <a:lstStyle/>
          <a:p>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Sample Text</a:t>
            </a:r>
            <a:r>
              <a:rPr lang="en-US" altLang="zh-CN" dirty="0">
                <a:solidFill>
                  <a:srgbClr val="859291"/>
                </a:solidFill>
                <a:latin typeface="Tahoma" panose="020B0604030504040204" pitchFamily="34" charset="0"/>
                <a:ea typeface="Tahoma" panose="020B0604030504040204" pitchFamily="34" charset="0"/>
                <a:cs typeface="Tahoma" panose="020B0604030504040204" pitchFamily="34" charset="0"/>
              </a:rPr>
              <a:t>.</a:t>
            </a:r>
            <a:endParaRPr lang="zh-CN" altLang="en-US" dirty="0">
              <a:solidFill>
                <a:srgbClr val="859291"/>
              </a:solidFill>
              <a:latin typeface="Tahoma" panose="020B0604030504040204" pitchFamily="34" charset="0"/>
              <a:cs typeface="Tahoma" panose="020B0604030504040204" pitchFamily="34" charset="0"/>
            </a:endParaRPr>
          </a:p>
        </p:txBody>
      </p:sp>
      <p:sp>
        <p:nvSpPr>
          <p:cNvPr id="103" name="文本框 102"/>
          <p:cNvSpPr txBox="1"/>
          <p:nvPr/>
        </p:nvSpPr>
        <p:spPr>
          <a:xfrm>
            <a:off x="8900878" y="5735238"/>
            <a:ext cx="732893" cy="707886"/>
          </a:xfrm>
          <a:prstGeom prst="rect">
            <a:avLst/>
          </a:prstGeom>
          <a:noFill/>
        </p:spPr>
        <p:txBody>
          <a:bodyPr wrap="none" rtlCol="0">
            <a:spAutoFit/>
          </a:bodyPr>
          <a:lstStyle/>
          <a:p>
            <a:r>
              <a:rPr lang="en-US" altLang="zh-CN" sz="4000" dirty="0">
                <a:solidFill>
                  <a:srgbClr val="605E5E"/>
                </a:solidFill>
                <a:latin typeface="Impact" panose="020B0806030902050204" pitchFamily="34" charset="0"/>
                <a:cs typeface="Aharoni" panose="02010803020104030203" pitchFamily="2" charset="-79"/>
              </a:rPr>
              <a:t>03</a:t>
            </a:r>
            <a:endParaRPr lang="zh-CN" altLang="en-US" sz="4000" dirty="0">
              <a:solidFill>
                <a:srgbClr val="605E5E"/>
              </a:solidFill>
              <a:latin typeface="Impact" panose="020B0806030902050204" pitchFamily="34" charset="0"/>
              <a:cs typeface="Aharoni" panose="02010803020104030203" pitchFamily="2" charset="-79"/>
            </a:endParaRPr>
          </a:p>
        </p:txBody>
      </p:sp>
      <p:sp>
        <p:nvSpPr>
          <p:cNvPr id="104" name="文本框 103"/>
          <p:cNvSpPr txBox="1"/>
          <p:nvPr/>
        </p:nvSpPr>
        <p:spPr>
          <a:xfrm>
            <a:off x="8900878" y="6312218"/>
            <a:ext cx="1498039" cy="369332"/>
          </a:xfrm>
          <a:prstGeom prst="rect">
            <a:avLst/>
          </a:prstGeom>
          <a:noFill/>
        </p:spPr>
        <p:txBody>
          <a:bodyPr wrap="none" rtlCol="0">
            <a:spAutoFit/>
          </a:bodyPr>
          <a:lstStyle/>
          <a:p>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Sample Text</a:t>
            </a:r>
            <a:r>
              <a:rPr lang="en-US" altLang="zh-CN" dirty="0">
                <a:solidFill>
                  <a:srgbClr val="859291"/>
                </a:solidFill>
                <a:latin typeface="Tahoma" panose="020B0604030504040204" pitchFamily="34" charset="0"/>
                <a:ea typeface="Tahoma" panose="020B0604030504040204" pitchFamily="34" charset="0"/>
                <a:cs typeface="Tahoma" panose="020B0604030504040204" pitchFamily="34" charset="0"/>
              </a:rPr>
              <a:t>.</a:t>
            </a:r>
            <a:endParaRPr lang="zh-CN" altLang="en-US" dirty="0">
              <a:solidFill>
                <a:srgbClr val="859291"/>
              </a:solidFill>
              <a:latin typeface="Tahoma" panose="020B0604030504040204" pitchFamily="34" charset="0"/>
              <a:cs typeface="Tahoma" panose="020B0604030504040204" pitchFamily="34" charset="0"/>
            </a:endParaRPr>
          </a:p>
        </p:txBody>
      </p:sp>
    </p:spTree>
    <p:extLst>
      <p:ext uri="{BB962C8B-B14F-4D97-AF65-F5344CB8AC3E}">
        <p14:creationId xmlns:p14="http://schemas.microsoft.com/office/powerpoint/2010/main" val="899673215"/>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 name="Rectangle 5"/>
          <p:cNvSpPr>
            <a:spLocks noChangeArrowheads="1"/>
          </p:cNvSpPr>
          <p:nvPr/>
        </p:nvSpPr>
        <p:spPr bwMode="auto">
          <a:xfrm>
            <a:off x="6098971" y="0"/>
            <a:ext cx="6096204" cy="6858000"/>
          </a:xfrm>
          <a:prstGeom prst="rect">
            <a:avLst/>
          </a:prstGeom>
          <a:solidFill>
            <a:srgbClr val="D7DDD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 name="Freeform 60"/>
          <p:cNvSpPr>
            <a:spLocks/>
          </p:cNvSpPr>
          <p:nvPr/>
        </p:nvSpPr>
        <p:spPr bwMode="auto">
          <a:xfrm>
            <a:off x="1007063" y="3889553"/>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 name="文本框 86"/>
          <p:cNvSpPr txBox="1"/>
          <p:nvPr/>
        </p:nvSpPr>
        <p:spPr>
          <a:xfrm>
            <a:off x="940215" y="4689154"/>
            <a:ext cx="4096734" cy="1421928"/>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网络</a:t>
            </a:r>
            <a:r>
              <a:rPr lang="en-US" altLang="zh-CN" dirty="0">
                <a:solidFill>
                  <a:prstClr val="black">
                    <a:lumMod val="65000"/>
                    <a:lumOff val="35000"/>
                  </a:prstClr>
                </a:solidFill>
                <a:latin typeface="微软雅黑" panose="020B0503020204020204" pitchFamily="34" charset="-122"/>
              </a:rPr>
              <a:t>EPS</a:t>
            </a:r>
            <a:r>
              <a:rPr lang="zh-CN" altLang="en-US" dirty="0">
                <a:solidFill>
                  <a:prstClr val="black">
                    <a:lumMod val="65000"/>
                    <a:lumOff val="35000"/>
                  </a:prstClr>
                </a:solidFill>
                <a:latin typeface="微软雅黑" panose="020B0503020204020204" pitchFamily="34" charset="-122"/>
              </a:rPr>
              <a:t>素材改编；</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文字、颜色可随意更改；</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矢量图标可替换；</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文字位置根据排版灵活调整。</a:t>
            </a:r>
            <a:endParaRPr lang="en-US" altLang="zh-CN" dirty="0">
              <a:solidFill>
                <a:prstClr val="black">
                  <a:lumMod val="65000"/>
                  <a:lumOff val="35000"/>
                </a:prstClr>
              </a:solidFill>
              <a:latin typeface="微软雅黑" panose="020B0503020204020204" pitchFamily="34" charset="-122"/>
            </a:endParaRPr>
          </a:p>
        </p:txBody>
      </p:sp>
      <p:sp>
        <p:nvSpPr>
          <p:cNvPr id="88" name="圆角矩形 87"/>
          <p:cNvSpPr/>
          <p:nvPr/>
        </p:nvSpPr>
        <p:spPr>
          <a:xfrm>
            <a:off x="1674755" y="4048838"/>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89" name="等腰三角形 88"/>
          <p:cNvSpPr/>
          <p:nvPr/>
        </p:nvSpPr>
        <p:spPr>
          <a:xfrm rot="16200000">
            <a:off x="1600123" y="4116382"/>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5" name="Freeform 5"/>
          <p:cNvSpPr>
            <a:spLocks/>
          </p:cNvSpPr>
          <p:nvPr/>
        </p:nvSpPr>
        <p:spPr bwMode="auto">
          <a:xfrm>
            <a:off x="9110663" y="1581151"/>
            <a:ext cx="1027112" cy="1655763"/>
          </a:xfrm>
          <a:custGeom>
            <a:avLst/>
            <a:gdLst>
              <a:gd name="T0" fmla="*/ 647 w 647"/>
              <a:gd name="T1" fmla="*/ 0 h 1043"/>
              <a:gd name="T2" fmla="*/ 0 w 647"/>
              <a:gd name="T3" fmla="*/ 290 h 1043"/>
              <a:gd name="T4" fmla="*/ 0 w 647"/>
              <a:gd name="T5" fmla="*/ 1043 h 1043"/>
              <a:gd name="T6" fmla="*/ 647 w 647"/>
              <a:gd name="T7" fmla="*/ 396 h 1043"/>
              <a:gd name="T8" fmla="*/ 647 w 647"/>
              <a:gd name="T9" fmla="*/ 0 h 1043"/>
            </a:gdLst>
            <a:ahLst/>
            <a:cxnLst>
              <a:cxn ang="0">
                <a:pos x="T0" y="T1"/>
              </a:cxn>
              <a:cxn ang="0">
                <a:pos x="T2" y="T3"/>
              </a:cxn>
              <a:cxn ang="0">
                <a:pos x="T4" y="T5"/>
              </a:cxn>
              <a:cxn ang="0">
                <a:pos x="T6" y="T7"/>
              </a:cxn>
              <a:cxn ang="0">
                <a:pos x="T8" y="T9"/>
              </a:cxn>
            </a:cxnLst>
            <a:rect l="0" t="0" r="r" b="b"/>
            <a:pathLst>
              <a:path w="647" h="1043">
                <a:moveTo>
                  <a:pt x="647" y="0"/>
                </a:moveTo>
                <a:lnTo>
                  <a:pt x="0" y="290"/>
                </a:lnTo>
                <a:lnTo>
                  <a:pt x="0" y="1043"/>
                </a:lnTo>
                <a:lnTo>
                  <a:pt x="647" y="396"/>
                </a:lnTo>
                <a:lnTo>
                  <a:pt x="647" y="0"/>
                </a:lnTo>
                <a:close/>
              </a:path>
            </a:pathLst>
          </a:custGeom>
          <a:solidFill>
            <a:srgbClr val="F49C1A"/>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 name="Freeform 6"/>
          <p:cNvSpPr>
            <a:spLocks/>
          </p:cNvSpPr>
          <p:nvPr/>
        </p:nvSpPr>
        <p:spPr bwMode="auto">
          <a:xfrm>
            <a:off x="9110663" y="1581151"/>
            <a:ext cx="1027112" cy="1655763"/>
          </a:xfrm>
          <a:custGeom>
            <a:avLst/>
            <a:gdLst>
              <a:gd name="T0" fmla="*/ 647 w 647"/>
              <a:gd name="T1" fmla="*/ 0 h 1043"/>
              <a:gd name="T2" fmla="*/ 0 w 647"/>
              <a:gd name="T3" fmla="*/ 290 h 1043"/>
              <a:gd name="T4" fmla="*/ 0 w 647"/>
              <a:gd name="T5" fmla="*/ 1043 h 1043"/>
              <a:gd name="T6" fmla="*/ 647 w 647"/>
              <a:gd name="T7" fmla="*/ 396 h 1043"/>
              <a:gd name="T8" fmla="*/ 647 w 647"/>
              <a:gd name="T9" fmla="*/ 0 h 1043"/>
            </a:gdLst>
            <a:ahLst/>
            <a:cxnLst>
              <a:cxn ang="0">
                <a:pos x="T0" y="T1"/>
              </a:cxn>
              <a:cxn ang="0">
                <a:pos x="T2" y="T3"/>
              </a:cxn>
              <a:cxn ang="0">
                <a:pos x="T4" y="T5"/>
              </a:cxn>
              <a:cxn ang="0">
                <a:pos x="T6" y="T7"/>
              </a:cxn>
              <a:cxn ang="0">
                <a:pos x="T8" y="T9"/>
              </a:cxn>
            </a:cxnLst>
            <a:rect l="0" t="0" r="r" b="b"/>
            <a:pathLst>
              <a:path w="647" h="1043">
                <a:moveTo>
                  <a:pt x="647" y="0"/>
                </a:moveTo>
                <a:lnTo>
                  <a:pt x="0" y="290"/>
                </a:lnTo>
                <a:lnTo>
                  <a:pt x="0" y="1043"/>
                </a:lnTo>
                <a:lnTo>
                  <a:pt x="647" y="396"/>
                </a:lnTo>
                <a:lnTo>
                  <a:pt x="64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 name="Freeform 7"/>
          <p:cNvSpPr>
            <a:spLocks/>
          </p:cNvSpPr>
          <p:nvPr/>
        </p:nvSpPr>
        <p:spPr bwMode="auto">
          <a:xfrm>
            <a:off x="8083550" y="1581151"/>
            <a:ext cx="1027112" cy="1655763"/>
          </a:xfrm>
          <a:custGeom>
            <a:avLst/>
            <a:gdLst>
              <a:gd name="T0" fmla="*/ 0 w 647"/>
              <a:gd name="T1" fmla="*/ 0 h 1043"/>
              <a:gd name="T2" fmla="*/ 647 w 647"/>
              <a:gd name="T3" fmla="*/ 290 h 1043"/>
              <a:gd name="T4" fmla="*/ 647 w 647"/>
              <a:gd name="T5" fmla="*/ 1043 h 1043"/>
              <a:gd name="T6" fmla="*/ 0 w 647"/>
              <a:gd name="T7" fmla="*/ 396 h 1043"/>
              <a:gd name="T8" fmla="*/ 0 w 647"/>
              <a:gd name="T9" fmla="*/ 0 h 1043"/>
            </a:gdLst>
            <a:ahLst/>
            <a:cxnLst>
              <a:cxn ang="0">
                <a:pos x="T0" y="T1"/>
              </a:cxn>
              <a:cxn ang="0">
                <a:pos x="T2" y="T3"/>
              </a:cxn>
              <a:cxn ang="0">
                <a:pos x="T4" y="T5"/>
              </a:cxn>
              <a:cxn ang="0">
                <a:pos x="T6" y="T7"/>
              </a:cxn>
              <a:cxn ang="0">
                <a:pos x="T8" y="T9"/>
              </a:cxn>
            </a:cxnLst>
            <a:rect l="0" t="0" r="r" b="b"/>
            <a:pathLst>
              <a:path w="647" h="1043">
                <a:moveTo>
                  <a:pt x="0" y="0"/>
                </a:moveTo>
                <a:lnTo>
                  <a:pt x="647" y="290"/>
                </a:lnTo>
                <a:lnTo>
                  <a:pt x="647" y="1043"/>
                </a:lnTo>
                <a:lnTo>
                  <a:pt x="0" y="396"/>
                </a:lnTo>
                <a:lnTo>
                  <a:pt x="0" y="0"/>
                </a:lnTo>
                <a:close/>
              </a:path>
            </a:pathLst>
          </a:custGeom>
          <a:solidFill>
            <a:srgbClr val="F6AC40"/>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 name="Freeform 8"/>
          <p:cNvSpPr>
            <a:spLocks/>
          </p:cNvSpPr>
          <p:nvPr/>
        </p:nvSpPr>
        <p:spPr bwMode="auto">
          <a:xfrm>
            <a:off x="8083550" y="1581151"/>
            <a:ext cx="1027112" cy="1655763"/>
          </a:xfrm>
          <a:custGeom>
            <a:avLst/>
            <a:gdLst>
              <a:gd name="T0" fmla="*/ 0 w 647"/>
              <a:gd name="T1" fmla="*/ 0 h 1043"/>
              <a:gd name="T2" fmla="*/ 647 w 647"/>
              <a:gd name="T3" fmla="*/ 290 h 1043"/>
              <a:gd name="T4" fmla="*/ 647 w 647"/>
              <a:gd name="T5" fmla="*/ 1043 h 1043"/>
              <a:gd name="T6" fmla="*/ 0 w 647"/>
              <a:gd name="T7" fmla="*/ 396 h 1043"/>
              <a:gd name="T8" fmla="*/ 0 w 647"/>
              <a:gd name="T9" fmla="*/ 0 h 1043"/>
            </a:gdLst>
            <a:ahLst/>
            <a:cxnLst>
              <a:cxn ang="0">
                <a:pos x="T0" y="T1"/>
              </a:cxn>
              <a:cxn ang="0">
                <a:pos x="T2" y="T3"/>
              </a:cxn>
              <a:cxn ang="0">
                <a:pos x="T4" y="T5"/>
              </a:cxn>
              <a:cxn ang="0">
                <a:pos x="T6" y="T7"/>
              </a:cxn>
              <a:cxn ang="0">
                <a:pos x="T8" y="T9"/>
              </a:cxn>
            </a:cxnLst>
            <a:rect l="0" t="0" r="r" b="b"/>
            <a:pathLst>
              <a:path w="647" h="1043">
                <a:moveTo>
                  <a:pt x="0" y="0"/>
                </a:moveTo>
                <a:lnTo>
                  <a:pt x="647" y="290"/>
                </a:lnTo>
                <a:lnTo>
                  <a:pt x="647" y="1043"/>
                </a:lnTo>
                <a:lnTo>
                  <a:pt x="0" y="39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 name="Freeform 9"/>
          <p:cNvSpPr>
            <a:spLocks/>
          </p:cNvSpPr>
          <p:nvPr/>
        </p:nvSpPr>
        <p:spPr bwMode="auto">
          <a:xfrm>
            <a:off x="9269413" y="3395663"/>
            <a:ext cx="1651000" cy="1027113"/>
          </a:xfrm>
          <a:custGeom>
            <a:avLst/>
            <a:gdLst>
              <a:gd name="T0" fmla="*/ 1040 w 1040"/>
              <a:gd name="T1" fmla="*/ 647 h 647"/>
              <a:gd name="T2" fmla="*/ 753 w 1040"/>
              <a:gd name="T3" fmla="*/ 0 h 647"/>
              <a:gd name="T4" fmla="*/ 0 w 1040"/>
              <a:gd name="T5" fmla="*/ 0 h 647"/>
              <a:gd name="T6" fmla="*/ 647 w 1040"/>
              <a:gd name="T7" fmla="*/ 647 h 647"/>
              <a:gd name="T8" fmla="*/ 1040 w 1040"/>
              <a:gd name="T9" fmla="*/ 647 h 647"/>
            </a:gdLst>
            <a:ahLst/>
            <a:cxnLst>
              <a:cxn ang="0">
                <a:pos x="T0" y="T1"/>
              </a:cxn>
              <a:cxn ang="0">
                <a:pos x="T2" y="T3"/>
              </a:cxn>
              <a:cxn ang="0">
                <a:pos x="T4" y="T5"/>
              </a:cxn>
              <a:cxn ang="0">
                <a:pos x="T6" y="T7"/>
              </a:cxn>
              <a:cxn ang="0">
                <a:pos x="T8" y="T9"/>
              </a:cxn>
            </a:cxnLst>
            <a:rect l="0" t="0" r="r" b="b"/>
            <a:pathLst>
              <a:path w="1040" h="647">
                <a:moveTo>
                  <a:pt x="1040" y="647"/>
                </a:moveTo>
                <a:lnTo>
                  <a:pt x="753" y="0"/>
                </a:lnTo>
                <a:lnTo>
                  <a:pt x="0" y="0"/>
                </a:lnTo>
                <a:lnTo>
                  <a:pt x="647" y="647"/>
                </a:lnTo>
                <a:lnTo>
                  <a:pt x="1040" y="647"/>
                </a:lnTo>
                <a:close/>
              </a:path>
            </a:pathLst>
          </a:custGeom>
          <a:solidFill>
            <a:srgbClr val="2AA1DC"/>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 name="Freeform 10"/>
          <p:cNvSpPr>
            <a:spLocks/>
          </p:cNvSpPr>
          <p:nvPr/>
        </p:nvSpPr>
        <p:spPr bwMode="auto">
          <a:xfrm>
            <a:off x="9269413" y="3395663"/>
            <a:ext cx="1651000" cy="1027113"/>
          </a:xfrm>
          <a:custGeom>
            <a:avLst/>
            <a:gdLst>
              <a:gd name="T0" fmla="*/ 1040 w 1040"/>
              <a:gd name="T1" fmla="*/ 647 h 647"/>
              <a:gd name="T2" fmla="*/ 753 w 1040"/>
              <a:gd name="T3" fmla="*/ 0 h 647"/>
              <a:gd name="T4" fmla="*/ 0 w 1040"/>
              <a:gd name="T5" fmla="*/ 0 h 647"/>
              <a:gd name="T6" fmla="*/ 647 w 1040"/>
              <a:gd name="T7" fmla="*/ 647 h 647"/>
              <a:gd name="T8" fmla="*/ 1040 w 1040"/>
              <a:gd name="T9" fmla="*/ 647 h 647"/>
            </a:gdLst>
            <a:ahLst/>
            <a:cxnLst>
              <a:cxn ang="0">
                <a:pos x="T0" y="T1"/>
              </a:cxn>
              <a:cxn ang="0">
                <a:pos x="T2" y="T3"/>
              </a:cxn>
              <a:cxn ang="0">
                <a:pos x="T4" y="T5"/>
              </a:cxn>
              <a:cxn ang="0">
                <a:pos x="T6" y="T7"/>
              </a:cxn>
              <a:cxn ang="0">
                <a:pos x="T8" y="T9"/>
              </a:cxn>
            </a:cxnLst>
            <a:rect l="0" t="0" r="r" b="b"/>
            <a:pathLst>
              <a:path w="1040" h="647">
                <a:moveTo>
                  <a:pt x="1040" y="647"/>
                </a:moveTo>
                <a:lnTo>
                  <a:pt x="753" y="0"/>
                </a:lnTo>
                <a:lnTo>
                  <a:pt x="0" y="0"/>
                </a:lnTo>
                <a:lnTo>
                  <a:pt x="647" y="647"/>
                </a:lnTo>
                <a:lnTo>
                  <a:pt x="1040" y="64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 name="Freeform 11"/>
          <p:cNvSpPr>
            <a:spLocks/>
          </p:cNvSpPr>
          <p:nvPr/>
        </p:nvSpPr>
        <p:spPr bwMode="auto">
          <a:xfrm>
            <a:off x="9269413" y="2363788"/>
            <a:ext cx="1651000" cy="1031875"/>
          </a:xfrm>
          <a:custGeom>
            <a:avLst/>
            <a:gdLst>
              <a:gd name="T0" fmla="*/ 1040 w 1040"/>
              <a:gd name="T1" fmla="*/ 0 h 650"/>
              <a:gd name="T2" fmla="*/ 753 w 1040"/>
              <a:gd name="T3" fmla="*/ 650 h 650"/>
              <a:gd name="T4" fmla="*/ 0 w 1040"/>
              <a:gd name="T5" fmla="*/ 650 h 650"/>
              <a:gd name="T6" fmla="*/ 647 w 1040"/>
              <a:gd name="T7" fmla="*/ 0 h 650"/>
              <a:gd name="T8" fmla="*/ 1040 w 1040"/>
              <a:gd name="T9" fmla="*/ 0 h 650"/>
            </a:gdLst>
            <a:ahLst/>
            <a:cxnLst>
              <a:cxn ang="0">
                <a:pos x="T0" y="T1"/>
              </a:cxn>
              <a:cxn ang="0">
                <a:pos x="T2" y="T3"/>
              </a:cxn>
              <a:cxn ang="0">
                <a:pos x="T4" y="T5"/>
              </a:cxn>
              <a:cxn ang="0">
                <a:pos x="T6" y="T7"/>
              </a:cxn>
              <a:cxn ang="0">
                <a:pos x="T8" y="T9"/>
              </a:cxn>
            </a:cxnLst>
            <a:rect l="0" t="0" r="r" b="b"/>
            <a:pathLst>
              <a:path w="1040" h="650">
                <a:moveTo>
                  <a:pt x="1040" y="0"/>
                </a:moveTo>
                <a:lnTo>
                  <a:pt x="753" y="650"/>
                </a:lnTo>
                <a:lnTo>
                  <a:pt x="0" y="650"/>
                </a:lnTo>
                <a:lnTo>
                  <a:pt x="647" y="0"/>
                </a:lnTo>
                <a:lnTo>
                  <a:pt x="1040" y="0"/>
                </a:lnTo>
                <a:close/>
              </a:path>
            </a:pathLst>
          </a:custGeom>
          <a:solidFill>
            <a:srgbClr val="4BAEE2"/>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 name="Freeform 12"/>
          <p:cNvSpPr>
            <a:spLocks/>
          </p:cNvSpPr>
          <p:nvPr/>
        </p:nvSpPr>
        <p:spPr bwMode="auto">
          <a:xfrm>
            <a:off x="9269413" y="2363788"/>
            <a:ext cx="1651000" cy="1031875"/>
          </a:xfrm>
          <a:custGeom>
            <a:avLst/>
            <a:gdLst>
              <a:gd name="T0" fmla="*/ 1040 w 1040"/>
              <a:gd name="T1" fmla="*/ 0 h 650"/>
              <a:gd name="T2" fmla="*/ 753 w 1040"/>
              <a:gd name="T3" fmla="*/ 650 h 650"/>
              <a:gd name="T4" fmla="*/ 0 w 1040"/>
              <a:gd name="T5" fmla="*/ 650 h 650"/>
              <a:gd name="T6" fmla="*/ 647 w 1040"/>
              <a:gd name="T7" fmla="*/ 0 h 650"/>
              <a:gd name="T8" fmla="*/ 1040 w 1040"/>
              <a:gd name="T9" fmla="*/ 0 h 650"/>
            </a:gdLst>
            <a:ahLst/>
            <a:cxnLst>
              <a:cxn ang="0">
                <a:pos x="T0" y="T1"/>
              </a:cxn>
              <a:cxn ang="0">
                <a:pos x="T2" y="T3"/>
              </a:cxn>
              <a:cxn ang="0">
                <a:pos x="T4" y="T5"/>
              </a:cxn>
              <a:cxn ang="0">
                <a:pos x="T6" y="T7"/>
              </a:cxn>
              <a:cxn ang="0">
                <a:pos x="T8" y="T9"/>
              </a:cxn>
            </a:cxnLst>
            <a:rect l="0" t="0" r="r" b="b"/>
            <a:pathLst>
              <a:path w="1040" h="650">
                <a:moveTo>
                  <a:pt x="1040" y="0"/>
                </a:moveTo>
                <a:lnTo>
                  <a:pt x="753" y="650"/>
                </a:lnTo>
                <a:lnTo>
                  <a:pt x="0" y="650"/>
                </a:lnTo>
                <a:lnTo>
                  <a:pt x="647" y="0"/>
                </a:lnTo>
                <a:lnTo>
                  <a:pt x="104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 name="Freeform 13"/>
          <p:cNvSpPr>
            <a:spLocks/>
          </p:cNvSpPr>
          <p:nvPr/>
        </p:nvSpPr>
        <p:spPr bwMode="auto">
          <a:xfrm>
            <a:off x="8083550" y="3551238"/>
            <a:ext cx="1027112" cy="1654175"/>
          </a:xfrm>
          <a:custGeom>
            <a:avLst/>
            <a:gdLst>
              <a:gd name="T0" fmla="*/ 0 w 647"/>
              <a:gd name="T1" fmla="*/ 1042 h 1042"/>
              <a:gd name="T2" fmla="*/ 647 w 647"/>
              <a:gd name="T3" fmla="*/ 752 h 1042"/>
              <a:gd name="T4" fmla="*/ 647 w 647"/>
              <a:gd name="T5" fmla="*/ 0 h 1042"/>
              <a:gd name="T6" fmla="*/ 0 w 647"/>
              <a:gd name="T7" fmla="*/ 649 h 1042"/>
              <a:gd name="T8" fmla="*/ 0 w 647"/>
              <a:gd name="T9" fmla="*/ 1042 h 1042"/>
            </a:gdLst>
            <a:ahLst/>
            <a:cxnLst>
              <a:cxn ang="0">
                <a:pos x="T0" y="T1"/>
              </a:cxn>
              <a:cxn ang="0">
                <a:pos x="T2" y="T3"/>
              </a:cxn>
              <a:cxn ang="0">
                <a:pos x="T4" y="T5"/>
              </a:cxn>
              <a:cxn ang="0">
                <a:pos x="T6" y="T7"/>
              </a:cxn>
              <a:cxn ang="0">
                <a:pos x="T8" y="T9"/>
              </a:cxn>
            </a:cxnLst>
            <a:rect l="0" t="0" r="r" b="b"/>
            <a:pathLst>
              <a:path w="647" h="1042">
                <a:moveTo>
                  <a:pt x="0" y="1042"/>
                </a:moveTo>
                <a:lnTo>
                  <a:pt x="647" y="752"/>
                </a:lnTo>
                <a:lnTo>
                  <a:pt x="647" y="0"/>
                </a:lnTo>
                <a:lnTo>
                  <a:pt x="0" y="649"/>
                </a:lnTo>
                <a:lnTo>
                  <a:pt x="0" y="1042"/>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 name="Freeform 14"/>
          <p:cNvSpPr>
            <a:spLocks/>
          </p:cNvSpPr>
          <p:nvPr/>
        </p:nvSpPr>
        <p:spPr bwMode="auto">
          <a:xfrm>
            <a:off x="8083550" y="3551238"/>
            <a:ext cx="1027112" cy="1654175"/>
          </a:xfrm>
          <a:custGeom>
            <a:avLst/>
            <a:gdLst>
              <a:gd name="T0" fmla="*/ 0 w 647"/>
              <a:gd name="T1" fmla="*/ 1042 h 1042"/>
              <a:gd name="T2" fmla="*/ 647 w 647"/>
              <a:gd name="T3" fmla="*/ 752 h 1042"/>
              <a:gd name="T4" fmla="*/ 647 w 647"/>
              <a:gd name="T5" fmla="*/ 0 h 1042"/>
              <a:gd name="T6" fmla="*/ 0 w 647"/>
              <a:gd name="T7" fmla="*/ 649 h 1042"/>
              <a:gd name="T8" fmla="*/ 0 w 647"/>
              <a:gd name="T9" fmla="*/ 1042 h 1042"/>
            </a:gdLst>
            <a:ahLst/>
            <a:cxnLst>
              <a:cxn ang="0">
                <a:pos x="T0" y="T1"/>
              </a:cxn>
              <a:cxn ang="0">
                <a:pos x="T2" y="T3"/>
              </a:cxn>
              <a:cxn ang="0">
                <a:pos x="T4" y="T5"/>
              </a:cxn>
              <a:cxn ang="0">
                <a:pos x="T6" y="T7"/>
              </a:cxn>
              <a:cxn ang="0">
                <a:pos x="T8" y="T9"/>
              </a:cxn>
            </a:cxnLst>
            <a:rect l="0" t="0" r="r" b="b"/>
            <a:pathLst>
              <a:path w="647" h="1042">
                <a:moveTo>
                  <a:pt x="0" y="1042"/>
                </a:moveTo>
                <a:lnTo>
                  <a:pt x="647" y="752"/>
                </a:lnTo>
                <a:lnTo>
                  <a:pt x="647" y="0"/>
                </a:lnTo>
                <a:lnTo>
                  <a:pt x="0" y="649"/>
                </a:lnTo>
                <a:lnTo>
                  <a:pt x="0" y="104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 name="Freeform 15"/>
          <p:cNvSpPr>
            <a:spLocks/>
          </p:cNvSpPr>
          <p:nvPr/>
        </p:nvSpPr>
        <p:spPr bwMode="auto">
          <a:xfrm>
            <a:off x="9110663" y="3551238"/>
            <a:ext cx="1027112" cy="1654175"/>
          </a:xfrm>
          <a:custGeom>
            <a:avLst/>
            <a:gdLst>
              <a:gd name="T0" fmla="*/ 647 w 647"/>
              <a:gd name="T1" fmla="*/ 1042 h 1042"/>
              <a:gd name="T2" fmla="*/ 0 w 647"/>
              <a:gd name="T3" fmla="*/ 752 h 1042"/>
              <a:gd name="T4" fmla="*/ 0 w 647"/>
              <a:gd name="T5" fmla="*/ 0 h 1042"/>
              <a:gd name="T6" fmla="*/ 647 w 647"/>
              <a:gd name="T7" fmla="*/ 649 h 1042"/>
              <a:gd name="T8" fmla="*/ 647 w 647"/>
              <a:gd name="T9" fmla="*/ 1042 h 1042"/>
            </a:gdLst>
            <a:ahLst/>
            <a:cxnLst>
              <a:cxn ang="0">
                <a:pos x="T0" y="T1"/>
              </a:cxn>
              <a:cxn ang="0">
                <a:pos x="T2" y="T3"/>
              </a:cxn>
              <a:cxn ang="0">
                <a:pos x="T4" y="T5"/>
              </a:cxn>
              <a:cxn ang="0">
                <a:pos x="T6" y="T7"/>
              </a:cxn>
              <a:cxn ang="0">
                <a:pos x="T8" y="T9"/>
              </a:cxn>
            </a:cxnLst>
            <a:rect l="0" t="0" r="r" b="b"/>
            <a:pathLst>
              <a:path w="647" h="1042">
                <a:moveTo>
                  <a:pt x="647" y="1042"/>
                </a:moveTo>
                <a:lnTo>
                  <a:pt x="0" y="752"/>
                </a:lnTo>
                <a:lnTo>
                  <a:pt x="0" y="0"/>
                </a:lnTo>
                <a:lnTo>
                  <a:pt x="647" y="649"/>
                </a:lnTo>
                <a:lnTo>
                  <a:pt x="647" y="1042"/>
                </a:lnTo>
                <a:close/>
              </a:path>
            </a:pathLst>
          </a:cu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 name="Freeform 16"/>
          <p:cNvSpPr>
            <a:spLocks/>
          </p:cNvSpPr>
          <p:nvPr/>
        </p:nvSpPr>
        <p:spPr bwMode="auto">
          <a:xfrm>
            <a:off x="9110663" y="3551238"/>
            <a:ext cx="1027112" cy="1654175"/>
          </a:xfrm>
          <a:custGeom>
            <a:avLst/>
            <a:gdLst>
              <a:gd name="T0" fmla="*/ 647 w 647"/>
              <a:gd name="T1" fmla="*/ 1042 h 1042"/>
              <a:gd name="T2" fmla="*/ 0 w 647"/>
              <a:gd name="T3" fmla="*/ 752 h 1042"/>
              <a:gd name="T4" fmla="*/ 0 w 647"/>
              <a:gd name="T5" fmla="*/ 0 h 1042"/>
              <a:gd name="T6" fmla="*/ 647 w 647"/>
              <a:gd name="T7" fmla="*/ 649 h 1042"/>
              <a:gd name="T8" fmla="*/ 647 w 647"/>
              <a:gd name="T9" fmla="*/ 1042 h 1042"/>
            </a:gdLst>
            <a:ahLst/>
            <a:cxnLst>
              <a:cxn ang="0">
                <a:pos x="T0" y="T1"/>
              </a:cxn>
              <a:cxn ang="0">
                <a:pos x="T2" y="T3"/>
              </a:cxn>
              <a:cxn ang="0">
                <a:pos x="T4" y="T5"/>
              </a:cxn>
              <a:cxn ang="0">
                <a:pos x="T6" y="T7"/>
              </a:cxn>
              <a:cxn ang="0">
                <a:pos x="T8" y="T9"/>
              </a:cxn>
            </a:cxnLst>
            <a:rect l="0" t="0" r="r" b="b"/>
            <a:pathLst>
              <a:path w="647" h="1042">
                <a:moveTo>
                  <a:pt x="647" y="1042"/>
                </a:moveTo>
                <a:lnTo>
                  <a:pt x="0" y="752"/>
                </a:lnTo>
                <a:lnTo>
                  <a:pt x="0" y="0"/>
                </a:lnTo>
                <a:lnTo>
                  <a:pt x="647" y="649"/>
                </a:lnTo>
                <a:lnTo>
                  <a:pt x="647" y="104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 name="Freeform 17"/>
          <p:cNvSpPr>
            <a:spLocks/>
          </p:cNvSpPr>
          <p:nvPr/>
        </p:nvSpPr>
        <p:spPr bwMode="auto">
          <a:xfrm>
            <a:off x="7300913" y="2363788"/>
            <a:ext cx="1651000" cy="1031875"/>
          </a:xfrm>
          <a:custGeom>
            <a:avLst/>
            <a:gdLst>
              <a:gd name="T0" fmla="*/ 0 w 1040"/>
              <a:gd name="T1" fmla="*/ 0 h 650"/>
              <a:gd name="T2" fmla="*/ 287 w 1040"/>
              <a:gd name="T3" fmla="*/ 650 h 650"/>
              <a:gd name="T4" fmla="*/ 1040 w 1040"/>
              <a:gd name="T5" fmla="*/ 650 h 650"/>
              <a:gd name="T6" fmla="*/ 393 w 1040"/>
              <a:gd name="T7" fmla="*/ 0 h 650"/>
              <a:gd name="T8" fmla="*/ 0 w 1040"/>
              <a:gd name="T9" fmla="*/ 0 h 650"/>
            </a:gdLst>
            <a:ahLst/>
            <a:cxnLst>
              <a:cxn ang="0">
                <a:pos x="T0" y="T1"/>
              </a:cxn>
              <a:cxn ang="0">
                <a:pos x="T2" y="T3"/>
              </a:cxn>
              <a:cxn ang="0">
                <a:pos x="T4" y="T5"/>
              </a:cxn>
              <a:cxn ang="0">
                <a:pos x="T6" y="T7"/>
              </a:cxn>
              <a:cxn ang="0">
                <a:pos x="T8" y="T9"/>
              </a:cxn>
            </a:cxnLst>
            <a:rect l="0" t="0" r="r" b="b"/>
            <a:pathLst>
              <a:path w="1040" h="650">
                <a:moveTo>
                  <a:pt x="0" y="0"/>
                </a:moveTo>
                <a:lnTo>
                  <a:pt x="287" y="650"/>
                </a:lnTo>
                <a:lnTo>
                  <a:pt x="1040" y="650"/>
                </a:lnTo>
                <a:lnTo>
                  <a:pt x="393" y="0"/>
                </a:lnTo>
                <a:lnTo>
                  <a:pt x="0" y="0"/>
                </a:lnTo>
                <a:close/>
              </a:path>
            </a:pathLst>
          </a:custGeom>
          <a:solidFill>
            <a:srgbClr val="F3698A"/>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 name="Freeform 18"/>
          <p:cNvSpPr>
            <a:spLocks/>
          </p:cNvSpPr>
          <p:nvPr/>
        </p:nvSpPr>
        <p:spPr bwMode="auto">
          <a:xfrm>
            <a:off x="7300913" y="2363788"/>
            <a:ext cx="1651000" cy="1031875"/>
          </a:xfrm>
          <a:custGeom>
            <a:avLst/>
            <a:gdLst>
              <a:gd name="T0" fmla="*/ 0 w 1040"/>
              <a:gd name="T1" fmla="*/ 0 h 650"/>
              <a:gd name="T2" fmla="*/ 287 w 1040"/>
              <a:gd name="T3" fmla="*/ 650 h 650"/>
              <a:gd name="T4" fmla="*/ 1040 w 1040"/>
              <a:gd name="T5" fmla="*/ 650 h 650"/>
              <a:gd name="T6" fmla="*/ 393 w 1040"/>
              <a:gd name="T7" fmla="*/ 0 h 650"/>
              <a:gd name="T8" fmla="*/ 0 w 1040"/>
              <a:gd name="T9" fmla="*/ 0 h 650"/>
            </a:gdLst>
            <a:ahLst/>
            <a:cxnLst>
              <a:cxn ang="0">
                <a:pos x="T0" y="T1"/>
              </a:cxn>
              <a:cxn ang="0">
                <a:pos x="T2" y="T3"/>
              </a:cxn>
              <a:cxn ang="0">
                <a:pos x="T4" y="T5"/>
              </a:cxn>
              <a:cxn ang="0">
                <a:pos x="T6" y="T7"/>
              </a:cxn>
              <a:cxn ang="0">
                <a:pos x="T8" y="T9"/>
              </a:cxn>
            </a:cxnLst>
            <a:rect l="0" t="0" r="r" b="b"/>
            <a:pathLst>
              <a:path w="1040" h="650">
                <a:moveTo>
                  <a:pt x="0" y="0"/>
                </a:moveTo>
                <a:lnTo>
                  <a:pt x="287" y="650"/>
                </a:lnTo>
                <a:lnTo>
                  <a:pt x="1040" y="650"/>
                </a:lnTo>
                <a:lnTo>
                  <a:pt x="393"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 name="Freeform 19"/>
          <p:cNvSpPr>
            <a:spLocks/>
          </p:cNvSpPr>
          <p:nvPr/>
        </p:nvSpPr>
        <p:spPr bwMode="auto">
          <a:xfrm>
            <a:off x="7300913" y="3395663"/>
            <a:ext cx="1651000" cy="1027113"/>
          </a:xfrm>
          <a:custGeom>
            <a:avLst/>
            <a:gdLst>
              <a:gd name="T0" fmla="*/ 0 w 1040"/>
              <a:gd name="T1" fmla="*/ 647 h 647"/>
              <a:gd name="T2" fmla="*/ 287 w 1040"/>
              <a:gd name="T3" fmla="*/ 0 h 647"/>
              <a:gd name="T4" fmla="*/ 1040 w 1040"/>
              <a:gd name="T5" fmla="*/ 0 h 647"/>
              <a:gd name="T6" fmla="*/ 393 w 1040"/>
              <a:gd name="T7" fmla="*/ 647 h 647"/>
              <a:gd name="T8" fmla="*/ 0 w 1040"/>
              <a:gd name="T9" fmla="*/ 647 h 647"/>
            </a:gdLst>
            <a:ahLst/>
            <a:cxnLst>
              <a:cxn ang="0">
                <a:pos x="T0" y="T1"/>
              </a:cxn>
              <a:cxn ang="0">
                <a:pos x="T2" y="T3"/>
              </a:cxn>
              <a:cxn ang="0">
                <a:pos x="T4" y="T5"/>
              </a:cxn>
              <a:cxn ang="0">
                <a:pos x="T6" y="T7"/>
              </a:cxn>
              <a:cxn ang="0">
                <a:pos x="T8" y="T9"/>
              </a:cxn>
            </a:cxnLst>
            <a:rect l="0" t="0" r="r" b="b"/>
            <a:pathLst>
              <a:path w="1040" h="647">
                <a:moveTo>
                  <a:pt x="0" y="647"/>
                </a:moveTo>
                <a:lnTo>
                  <a:pt x="287" y="0"/>
                </a:lnTo>
                <a:lnTo>
                  <a:pt x="1040" y="0"/>
                </a:lnTo>
                <a:lnTo>
                  <a:pt x="393" y="647"/>
                </a:lnTo>
                <a:lnTo>
                  <a:pt x="0" y="647"/>
                </a:lnTo>
                <a:close/>
              </a:path>
            </a:pathLst>
          </a:custGeom>
          <a:solidFill>
            <a:srgbClr val="F0466E"/>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 name="Freeform 20"/>
          <p:cNvSpPr>
            <a:spLocks/>
          </p:cNvSpPr>
          <p:nvPr/>
        </p:nvSpPr>
        <p:spPr bwMode="auto">
          <a:xfrm>
            <a:off x="7300913" y="3395663"/>
            <a:ext cx="1651000" cy="1027113"/>
          </a:xfrm>
          <a:custGeom>
            <a:avLst/>
            <a:gdLst>
              <a:gd name="T0" fmla="*/ 0 w 1040"/>
              <a:gd name="T1" fmla="*/ 647 h 647"/>
              <a:gd name="T2" fmla="*/ 287 w 1040"/>
              <a:gd name="T3" fmla="*/ 0 h 647"/>
              <a:gd name="T4" fmla="*/ 1040 w 1040"/>
              <a:gd name="T5" fmla="*/ 0 h 647"/>
              <a:gd name="T6" fmla="*/ 393 w 1040"/>
              <a:gd name="T7" fmla="*/ 647 h 647"/>
              <a:gd name="T8" fmla="*/ 0 w 1040"/>
              <a:gd name="T9" fmla="*/ 647 h 647"/>
            </a:gdLst>
            <a:ahLst/>
            <a:cxnLst>
              <a:cxn ang="0">
                <a:pos x="T0" y="T1"/>
              </a:cxn>
              <a:cxn ang="0">
                <a:pos x="T2" y="T3"/>
              </a:cxn>
              <a:cxn ang="0">
                <a:pos x="T4" y="T5"/>
              </a:cxn>
              <a:cxn ang="0">
                <a:pos x="T6" y="T7"/>
              </a:cxn>
              <a:cxn ang="0">
                <a:pos x="T8" y="T9"/>
              </a:cxn>
            </a:cxnLst>
            <a:rect l="0" t="0" r="r" b="b"/>
            <a:pathLst>
              <a:path w="1040" h="647">
                <a:moveTo>
                  <a:pt x="0" y="647"/>
                </a:moveTo>
                <a:lnTo>
                  <a:pt x="287" y="0"/>
                </a:lnTo>
                <a:lnTo>
                  <a:pt x="1040" y="0"/>
                </a:lnTo>
                <a:lnTo>
                  <a:pt x="393" y="647"/>
                </a:lnTo>
                <a:lnTo>
                  <a:pt x="0" y="64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 name="Freeform 21"/>
          <p:cNvSpPr>
            <a:spLocks/>
          </p:cNvSpPr>
          <p:nvPr/>
        </p:nvSpPr>
        <p:spPr bwMode="auto">
          <a:xfrm>
            <a:off x="8145463" y="1722438"/>
            <a:ext cx="2054225" cy="1655763"/>
          </a:xfrm>
          <a:custGeom>
            <a:avLst/>
            <a:gdLst>
              <a:gd name="T0" fmla="*/ 1294 w 1294"/>
              <a:gd name="T1" fmla="*/ 0 h 1043"/>
              <a:gd name="T2" fmla="*/ 1255 w 1294"/>
              <a:gd name="T3" fmla="*/ 20 h 1043"/>
              <a:gd name="T4" fmla="*/ 1255 w 1294"/>
              <a:gd name="T5" fmla="*/ 307 h 1043"/>
              <a:gd name="T6" fmla="*/ 608 w 1294"/>
              <a:gd name="T7" fmla="*/ 954 h 1043"/>
              <a:gd name="T8" fmla="*/ 0 w 1294"/>
              <a:gd name="T9" fmla="*/ 346 h 1043"/>
              <a:gd name="T10" fmla="*/ 0 w 1294"/>
              <a:gd name="T11" fmla="*/ 396 h 1043"/>
              <a:gd name="T12" fmla="*/ 647 w 1294"/>
              <a:gd name="T13" fmla="*/ 1043 h 1043"/>
              <a:gd name="T14" fmla="*/ 1294 w 1294"/>
              <a:gd name="T15" fmla="*/ 396 h 1043"/>
              <a:gd name="T16" fmla="*/ 1294 w 1294"/>
              <a:gd name="T17" fmla="*/ 0 h 10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94" h="1043">
                <a:moveTo>
                  <a:pt x="1294" y="0"/>
                </a:moveTo>
                <a:lnTo>
                  <a:pt x="1255" y="20"/>
                </a:lnTo>
                <a:lnTo>
                  <a:pt x="1255" y="307"/>
                </a:lnTo>
                <a:lnTo>
                  <a:pt x="608" y="954"/>
                </a:lnTo>
                <a:lnTo>
                  <a:pt x="0" y="346"/>
                </a:lnTo>
                <a:lnTo>
                  <a:pt x="0" y="396"/>
                </a:lnTo>
                <a:lnTo>
                  <a:pt x="647" y="1043"/>
                </a:lnTo>
                <a:lnTo>
                  <a:pt x="1294" y="396"/>
                </a:lnTo>
                <a:lnTo>
                  <a:pt x="1294" y="0"/>
                </a:lnTo>
                <a:close/>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 name="Freeform 22"/>
          <p:cNvSpPr>
            <a:spLocks/>
          </p:cNvSpPr>
          <p:nvPr/>
        </p:nvSpPr>
        <p:spPr bwMode="auto">
          <a:xfrm>
            <a:off x="8145463" y="1722438"/>
            <a:ext cx="2054225" cy="1655763"/>
          </a:xfrm>
          <a:custGeom>
            <a:avLst/>
            <a:gdLst>
              <a:gd name="T0" fmla="*/ 1294 w 1294"/>
              <a:gd name="T1" fmla="*/ 0 h 1043"/>
              <a:gd name="T2" fmla="*/ 1255 w 1294"/>
              <a:gd name="T3" fmla="*/ 20 h 1043"/>
              <a:gd name="T4" fmla="*/ 1255 w 1294"/>
              <a:gd name="T5" fmla="*/ 307 h 1043"/>
              <a:gd name="T6" fmla="*/ 608 w 1294"/>
              <a:gd name="T7" fmla="*/ 954 h 1043"/>
              <a:gd name="T8" fmla="*/ 0 w 1294"/>
              <a:gd name="T9" fmla="*/ 346 h 1043"/>
              <a:gd name="T10" fmla="*/ 0 w 1294"/>
              <a:gd name="T11" fmla="*/ 396 h 1043"/>
              <a:gd name="T12" fmla="*/ 647 w 1294"/>
              <a:gd name="T13" fmla="*/ 1043 h 1043"/>
              <a:gd name="T14" fmla="*/ 1294 w 1294"/>
              <a:gd name="T15" fmla="*/ 396 h 1043"/>
              <a:gd name="T16" fmla="*/ 1294 w 1294"/>
              <a:gd name="T17" fmla="*/ 0 h 10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94" h="1043">
                <a:moveTo>
                  <a:pt x="1294" y="0"/>
                </a:moveTo>
                <a:lnTo>
                  <a:pt x="1255" y="20"/>
                </a:lnTo>
                <a:lnTo>
                  <a:pt x="1255" y="307"/>
                </a:lnTo>
                <a:lnTo>
                  <a:pt x="608" y="954"/>
                </a:lnTo>
                <a:lnTo>
                  <a:pt x="0" y="346"/>
                </a:lnTo>
                <a:lnTo>
                  <a:pt x="0" y="396"/>
                </a:lnTo>
                <a:lnTo>
                  <a:pt x="647" y="1043"/>
                </a:lnTo>
                <a:lnTo>
                  <a:pt x="1294" y="396"/>
                </a:lnTo>
                <a:lnTo>
                  <a:pt x="129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 name="Freeform 23"/>
          <p:cNvSpPr>
            <a:spLocks/>
          </p:cNvSpPr>
          <p:nvPr/>
        </p:nvSpPr>
        <p:spPr bwMode="auto">
          <a:xfrm>
            <a:off x="10464800" y="2506663"/>
            <a:ext cx="517525" cy="1027113"/>
          </a:xfrm>
          <a:custGeom>
            <a:avLst/>
            <a:gdLst>
              <a:gd name="T0" fmla="*/ 326 w 326"/>
              <a:gd name="T1" fmla="*/ 0 h 647"/>
              <a:gd name="T2" fmla="*/ 248 w 326"/>
              <a:gd name="T3" fmla="*/ 0 h 647"/>
              <a:gd name="T4" fmla="*/ 0 w 326"/>
              <a:gd name="T5" fmla="*/ 560 h 647"/>
              <a:gd name="T6" fmla="*/ 39 w 326"/>
              <a:gd name="T7" fmla="*/ 647 h 647"/>
              <a:gd name="T8" fmla="*/ 326 w 326"/>
              <a:gd name="T9" fmla="*/ 0 h 647"/>
            </a:gdLst>
            <a:ahLst/>
            <a:cxnLst>
              <a:cxn ang="0">
                <a:pos x="T0" y="T1"/>
              </a:cxn>
              <a:cxn ang="0">
                <a:pos x="T2" y="T3"/>
              </a:cxn>
              <a:cxn ang="0">
                <a:pos x="T4" y="T5"/>
              </a:cxn>
              <a:cxn ang="0">
                <a:pos x="T6" y="T7"/>
              </a:cxn>
              <a:cxn ang="0">
                <a:pos x="T8" y="T9"/>
              </a:cxn>
            </a:cxnLst>
            <a:rect l="0" t="0" r="r" b="b"/>
            <a:pathLst>
              <a:path w="326" h="647">
                <a:moveTo>
                  <a:pt x="326" y="0"/>
                </a:moveTo>
                <a:lnTo>
                  <a:pt x="248" y="0"/>
                </a:lnTo>
                <a:lnTo>
                  <a:pt x="0" y="560"/>
                </a:lnTo>
                <a:lnTo>
                  <a:pt x="39" y="647"/>
                </a:lnTo>
                <a:lnTo>
                  <a:pt x="326" y="0"/>
                </a:lnTo>
                <a:close/>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 name="Freeform 24"/>
          <p:cNvSpPr>
            <a:spLocks/>
          </p:cNvSpPr>
          <p:nvPr/>
        </p:nvSpPr>
        <p:spPr bwMode="auto">
          <a:xfrm>
            <a:off x="10464800" y="2506663"/>
            <a:ext cx="517525" cy="1027113"/>
          </a:xfrm>
          <a:custGeom>
            <a:avLst/>
            <a:gdLst>
              <a:gd name="T0" fmla="*/ 326 w 326"/>
              <a:gd name="T1" fmla="*/ 0 h 647"/>
              <a:gd name="T2" fmla="*/ 248 w 326"/>
              <a:gd name="T3" fmla="*/ 0 h 647"/>
              <a:gd name="T4" fmla="*/ 0 w 326"/>
              <a:gd name="T5" fmla="*/ 560 h 647"/>
              <a:gd name="T6" fmla="*/ 39 w 326"/>
              <a:gd name="T7" fmla="*/ 647 h 647"/>
              <a:gd name="T8" fmla="*/ 326 w 326"/>
              <a:gd name="T9" fmla="*/ 0 h 647"/>
            </a:gdLst>
            <a:ahLst/>
            <a:cxnLst>
              <a:cxn ang="0">
                <a:pos x="T0" y="T1"/>
              </a:cxn>
              <a:cxn ang="0">
                <a:pos x="T2" y="T3"/>
              </a:cxn>
              <a:cxn ang="0">
                <a:pos x="T4" y="T5"/>
              </a:cxn>
              <a:cxn ang="0">
                <a:pos x="T6" y="T7"/>
              </a:cxn>
              <a:cxn ang="0">
                <a:pos x="T8" y="T9"/>
              </a:cxn>
            </a:cxnLst>
            <a:rect l="0" t="0" r="r" b="b"/>
            <a:pathLst>
              <a:path w="326" h="647">
                <a:moveTo>
                  <a:pt x="326" y="0"/>
                </a:moveTo>
                <a:lnTo>
                  <a:pt x="248" y="0"/>
                </a:lnTo>
                <a:lnTo>
                  <a:pt x="0" y="560"/>
                </a:lnTo>
                <a:lnTo>
                  <a:pt x="39" y="647"/>
                </a:lnTo>
                <a:lnTo>
                  <a:pt x="32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 name="Freeform 25"/>
          <p:cNvSpPr>
            <a:spLocks noEditPoints="1"/>
          </p:cNvSpPr>
          <p:nvPr/>
        </p:nvSpPr>
        <p:spPr bwMode="auto">
          <a:xfrm>
            <a:off x="7362825" y="2506663"/>
            <a:ext cx="3619500" cy="2057400"/>
          </a:xfrm>
          <a:custGeom>
            <a:avLst/>
            <a:gdLst>
              <a:gd name="T0" fmla="*/ 1265 w 2280"/>
              <a:gd name="T1" fmla="*/ 624 h 1296"/>
              <a:gd name="T2" fmla="*/ 1240 w 2280"/>
              <a:gd name="T3" fmla="*/ 649 h 1296"/>
              <a:gd name="T4" fmla="*/ 1887 w 2280"/>
              <a:gd name="T5" fmla="*/ 1296 h 1296"/>
              <a:gd name="T6" fmla="*/ 2280 w 2280"/>
              <a:gd name="T7" fmla="*/ 1296 h 1296"/>
              <a:gd name="T8" fmla="*/ 2241 w 2280"/>
              <a:gd name="T9" fmla="*/ 1207 h 1296"/>
              <a:gd name="T10" fmla="*/ 1848 w 2280"/>
              <a:gd name="T11" fmla="*/ 1207 h 1296"/>
              <a:gd name="T12" fmla="*/ 1265 w 2280"/>
              <a:gd name="T13" fmla="*/ 624 h 1296"/>
              <a:gd name="T14" fmla="*/ 975 w 2280"/>
              <a:gd name="T15" fmla="*/ 585 h 1296"/>
              <a:gd name="T16" fmla="*/ 354 w 2280"/>
              <a:gd name="T17" fmla="*/ 1207 h 1296"/>
              <a:gd name="T18" fmla="*/ 39 w 2280"/>
              <a:gd name="T19" fmla="*/ 1207 h 1296"/>
              <a:gd name="T20" fmla="*/ 0 w 2280"/>
              <a:gd name="T21" fmla="*/ 1296 h 1296"/>
              <a:gd name="T22" fmla="*/ 393 w 2280"/>
              <a:gd name="T23" fmla="*/ 1296 h 1296"/>
              <a:gd name="T24" fmla="*/ 1040 w 2280"/>
              <a:gd name="T25" fmla="*/ 649 h 1296"/>
              <a:gd name="T26" fmla="*/ 975 w 2280"/>
              <a:gd name="T27" fmla="*/ 585 h 1296"/>
              <a:gd name="T28" fmla="*/ 0 w 2280"/>
              <a:gd name="T29" fmla="*/ 0 h 1296"/>
              <a:gd name="T30" fmla="*/ 0 w 2280"/>
              <a:gd name="T31" fmla="*/ 0 h 1296"/>
              <a:gd name="T32" fmla="*/ 248 w 2280"/>
              <a:gd name="T33" fmla="*/ 560 h 1296"/>
              <a:gd name="T34" fmla="*/ 248 w 2280"/>
              <a:gd name="T35" fmla="*/ 560 h 1296"/>
              <a:gd name="T36" fmla="*/ 0 w 2280"/>
              <a:gd name="T37" fmla="*/ 0 h 1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80" h="1296">
                <a:moveTo>
                  <a:pt x="1265" y="624"/>
                </a:moveTo>
                <a:lnTo>
                  <a:pt x="1240" y="649"/>
                </a:lnTo>
                <a:lnTo>
                  <a:pt x="1887" y="1296"/>
                </a:lnTo>
                <a:lnTo>
                  <a:pt x="2280" y="1296"/>
                </a:lnTo>
                <a:lnTo>
                  <a:pt x="2241" y="1207"/>
                </a:lnTo>
                <a:lnTo>
                  <a:pt x="1848" y="1207"/>
                </a:lnTo>
                <a:lnTo>
                  <a:pt x="1265" y="624"/>
                </a:lnTo>
                <a:close/>
                <a:moveTo>
                  <a:pt x="975" y="585"/>
                </a:moveTo>
                <a:lnTo>
                  <a:pt x="354" y="1207"/>
                </a:lnTo>
                <a:lnTo>
                  <a:pt x="39" y="1207"/>
                </a:lnTo>
                <a:lnTo>
                  <a:pt x="0" y="1296"/>
                </a:lnTo>
                <a:lnTo>
                  <a:pt x="393" y="1296"/>
                </a:lnTo>
                <a:lnTo>
                  <a:pt x="1040" y="649"/>
                </a:lnTo>
                <a:lnTo>
                  <a:pt x="975" y="585"/>
                </a:lnTo>
                <a:close/>
                <a:moveTo>
                  <a:pt x="0" y="0"/>
                </a:moveTo>
                <a:lnTo>
                  <a:pt x="0" y="0"/>
                </a:lnTo>
                <a:lnTo>
                  <a:pt x="248" y="560"/>
                </a:lnTo>
                <a:lnTo>
                  <a:pt x="248" y="560"/>
                </a:lnTo>
                <a:lnTo>
                  <a:pt x="0" y="0"/>
                </a:lnTo>
                <a:close/>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 name="Freeform 26"/>
          <p:cNvSpPr>
            <a:spLocks noEditPoints="1"/>
          </p:cNvSpPr>
          <p:nvPr/>
        </p:nvSpPr>
        <p:spPr bwMode="auto">
          <a:xfrm>
            <a:off x="7362825" y="2506663"/>
            <a:ext cx="3619500" cy="2057400"/>
          </a:xfrm>
          <a:custGeom>
            <a:avLst/>
            <a:gdLst>
              <a:gd name="T0" fmla="*/ 1265 w 2280"/>
              <a:gd name="T1" fmla="*/ 624 h 1296"/>
              <a:gd name="T2" fmla="*/ 1240 w 2280"/>
              <a:gd name="T3" fmla="*/ 649 h 1296"/>
              <a:gd name="T4" fmla="*/ 1887 w 2280"/>
              <a:gd name="T5" fmla="*/ 1296 h 1296"/>
              <a:gd name="T6" fmla="*/ 2280 w 2280"/>
              <a:gd name="T7" fmla="*/ 1296 h 1296"/>
              <a:gd name="T8" fmla="*/ 2241 w 2280"/>
              <a:gd name="T9" fmla="*/ 1207 h 1296"/>
              <a:gd name="T10" fmla="*/ 1848 w 2280"/>
              <a:gd name="T11" fmla="*/ 1207 h 1296"/>
              <a:gd name="T12" fmla="*/ 1265 w 2280"/>
              <a:gd name="T13" fmla="*/ 624 h 1296"/>
              <a:gd name="T14" fmla="*/ 975 w 2280"/>
              <a:gd name="T15" fmla="*/ 585 h 1296"/>
              <a:gd name="T16" fmla="*/ 354 w 2280"/>
              <a:gd name="T17" fmla="*/ 1207 h 1296"/>
              <a:gd name="T18" fmla="*/ 39 w 2280"/>
              <a:gd name="T19" fmla="*/ 1207 h 1296"/>
              <a:gd name="T20" fmla="*/ 0 w 2280"/>
              <a:gd name="T21" fmla="*/ 1296 h 1296"/>
              <a:gd name="T22" fmla="*/ 393 w 2280"/>
              <a:gd name="T23" fmla="*/ 1296 h 1296"/>
              <a:gd name="T24" fmla="*/ 1040 w 2280"/>
              <a:gd name="T25" fmla="*/ 649 h 1296"/>
              <a:gd name="T26" fmla="*/ 975 w 2280"/>
              <a:gd name="T27" fmla="*/ 585 h 1296"/>
              <a:gd name="T28" fmla="*/ 0 w 2280"/>
              <a:gd name="T29" fmla="*/ 0 h 1296"/>
              <a:gd name="T30" fmla="*/ 0 w 2280"/>
              <a:gd name="T31" fmla="*/ 0 h 1296"/>
              <a:gd name="T32" fmla="*/ 248 w 2280"/>
              <a:gd name="T33" fmla="*/ 560 h 1296"/>
              <a:gd name="T34" fmla="*/ 248 w 2280"/>
              <a:gd name="T35" fmla="*/ 560 h 1296"/>
              <a:gd name="T36" fmla="*/ 0 w 2280"/>
              <a:gd name="T37" fmla="*/ 0 h 1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80" h="1296">
                <a:moveTo>
                  <a:pt x="1265" y="624"/>
                </a:moveTo>
                <a:lnTo>
                  <a:pt x="1240" y="649"/>
                </a:lnTo>
                <a:lnTo>
                  <a:pt x="1887" y="1296"/>
                </a:lnTo>
                <a:lnTo>
                  <a:pt x="2280" y="1296"/>
                </a:lnTo>
                <a:lnTo>
                  <a:pt x="2241" y="1207"/>
                </a:lnTo>
                <a:lnTo>
                  <a:pt x="1848" y="1207"/>
                </a:lnTo>
                <a:lnTo>
                  <a:pt x="1265" y="624"/>
                </a:lnTo>
                <a:moveTo>
                  <a:pt x="975" y="585"/>
                </a:moveTo>
                <a:lnTo>
                  <a:pt x="354" y="1207"/>
                </a:lnTo>
                <a:lnTo>
                  <a:pt x="39" y="1207"/>
                </a:lnTo>
                <a:lnTo>
                  <a:pt x="0" y="1296"/>
                </a:lnTo>
                <a:lnTo>
                  <a:pt x="393" y="1296"/>
                </a:lnTo>
                <a:lnTo>
                  <a:pt x="1040" y="649"/>
                </a:lnTo>
                <a:lnTo>
                  <a:pt x="975" y="585"/>
                </a:lnTo>
                <a:moveTo>
                  <a:pt x="0" y="0"/>
                </a:moveTo>
                <a:lnTo>
                  <a:pt x="0" y="0"/>
                </a:lnTo>
                <a:lnTo>
                  <a:pt x="248" y="560"/>
                </a:lnTo>
                <a:lnTo>
                  <a:pt x="248" y="56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 name="Freeform 27"/>
          <p:cNvSpPr>
            <a:spLocks/>
          </p:cNvSpPr>
          <p:nvPr/>
        </p:nvSpPr>
        <p:spPr bwMode="auto">
          <a:xfrm>
            <a:off x="9371013" y="3497263"/>
            <a:ext cx="1549400" cy="925513"/>
          </a:xfrm>
          <a:custGeom>
            <a:avLst/>
            <a:gdLst>
              <a:gd name="T0" fmla="*/ 0 w 976"/>
              <a:gd name="T1" fmla="*/ 0 h 583"/>
              <a:gd name="T2" fmla="*/ 0 w 976"/>
              <a:gd name="T3" fmla="*/ 0 h 583"/>
              <a:gd name="T4" fmla="*/ 583 w 976"/>
              <a:gd name="T5" fmla="*/ 583 h 583"/>
              <a:gd name="T6" fmla="*/ 976 w 976"/>
              <a:gd name="T7" fmla="*/ 583 h 583"/>
              <a:gd name="T8" fmla="*/ 583 w 976"/>
              <a:gd name="T9" fmla="*/ 583 h 583"/>
              <a:gd name="T10" fmla="*/ 0 w 976"/>
              <a:gd name="T11" fmla="*/ 0 h 583"/>
            </a:gdLst>
            <a:ahLst/>
            <a:cxnLst>
              <a:cxn ang="0">
                <a:pos x="T0" y="T1"/>
              </a:cxn>
              <a:cxn ang="0">
                <a:pos x="T2" y="T3"/>
              </a:cxn>
              <a:cxn ang="0">
                <a:pos x="T4" y="T5"/>
              </a:cxn>
              <a:cxn ang="0">
                <a:pos x="T6" y="T7"/>
              </a:cxn>
              <a:cxn ang="0">
                <a:pos x="T8" y="T9"/>
              </a:cxn>
              <a:cxn ang="0">
                <a:pos x="T10" y="T11"/>
              </a:cxn>
            </a:cxnLst>
            <a:rect l="0" t="0" r="r" b="b"/>
            <a:pathLst>
              <a:path w="976" h="583">
                <a:moveTo>
                  <a:pt x="0" y="0"/>
                </a:moveTo>
                <a:lnTo>
                  <a:pt x="0" y="0"/>
                </a:lnTo>
                <a:lnTo>
                  <a:pt x="583" y="583"/>
                </a:lnTo>
                <a:lnTo>
                  <a:pt x="976" y="583"/>
                </a:lnTo>
                <a:lnTo>
                  <a:pt x="583" y="583"/>
                </a:lnTo>
                <a:lnTo>
                  <a:pt x="0" y="0"/>
                </a:lnTo>
                <a:close/>
              </a:path>
            </a:pathLst>
          </a:custGeom>
          <a:solidFill>
            <a:srgbClr val="3786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 name="Freeform 28"/>
          <p:cNvSpPr>
            <a:spLocks/>
          </p:cNvSpPr>
          <p:nvPr/>
        </p:nvSpPr>
        <p:spPr bwMode="auto">
          <a:xfrm>
            <a:off x="9371013" y="3497263"/>
            <a:ext cx="1549400" cy="925513"/>
          </a:xfrm>
          <a:custGeom>
            <a:avLst/>
            <a:gdLst>
              <a:gd name="T0" fmla="*/ 0 w 976"/>
              <a:gd name="T1" fmla="*/ 0 h 583"/>
              <a:gd name="T2" fmla="*/ 0 w 976"/>
              <a:gd name="T3" fmla="*/ 0 h 583"/>
              <a:gd name="T4" fmla="*/ 583 w 976"/>
              <a:gd name="T5" fmla="*/ 583 h 583"/>
              <a:gd name="T6" fmla="*/ 976 w 976"/>
              <a:gd name="T7" fmla="*/ 583 h 583"/>
              <a:gd name="T8" fmla="*/ 583 w 976"/>
              <a:gd name="T9" fmla="*/ 583 h 583"/>
              <a:gd name="T10" fmla="*/ 0 w 976"/>
              <a:gd name="T11" fmla="*/ 0 h 583"/>
            </a:gdLst>
            <a:ahLst/>
            <a:cxnLst>
              <a:cxn ang="0">
                <a:pos x="T0" y="T1"/>
              </a:cxn>
              <a:cxn ang="0">
                <a:pos x="T2" y="T3"/>
              </a:cxn>
              <a:cxn ang="0">
                <a:pos x="T4" y="T5"/>
              </a:cxn>
              <a:cxn ang="0">
                <a:pos x="T6" y="T7"/>
              </a:cxn>
              <a:cxn ang="0">
                <a:pos x="T8" y="T9"/>
              </a:cxn>
              <a:cxn ang="0">
                <a:pos x="T10" y="T11"/>
              </a:cxn>
            </a:cxnLst>
            <a:rect l="0" t="0" r="r" b="b"/>
            <a:pathLst>
              <a:path w="976" h="583">
                <a:moveTo>
                  <a:pt x="0" y="0"/>
                </a:moveTo>
                <a:lnTo>
                  <a:pt x="0" y="0"/>
                </a:lnTo>
                <a:lnTo>
                  <a:pt x="583" y="583"/>
                </a:lnTo>
                <a:lnTo>
                  <a:pt x="976" y="583"/>
                </a:lnTo>
                <a:lnTo>
                  <a:pt x="583" y="583"/>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 name="Freeform 29"/>
          <p:cNvSpPr>
            <a:spLocks/>
          </p:cNvSpPr>
          <p:nvPr/>
        </p:nvSpPr>
        <p:spPr bwMode="auto">
          <a:xfrm>
            <a:off x="8145463" y="4660901"/>
            <a:ext cx="2054225" cy="687388"/>
          </a:xfrm>
          <a:custGeom>
            <a:avLst/>
            <a:gdLst>
              <a:gd name="T0" fmla="*/ 1255 w 1294"/>
              <a:gd name="T1" fmla="*/ 0 h 433"/>
              <a:gd name="T2" fmla="*/ 1255 w 1294"/>
              <a:gd name="T3" fmla="*/ 343 h 433"/>
              <a:gd name="T4" fmla="*/ 608 w 1294"/>
              <a:gd name="T5" fmla="*/ 53 h 433"/>
              <a:gd name="T6" fmla="*/ 0 w 1294"/>
              <a:gd name="T7" fmla="*/ 327 h 433"/>
              <a:gd name="T8" fmla="*/ 0 w 1294"/>
              <a:gd name="T9" fmla="*/ 433 h 433"/>
              <a:gd name="T10" fmla="*/ 647 w 1294"/>
              <a:gd name="T11" fmla="*/ 143 h 433"/>
              <a:gd name="T12" fmla="*/ 1294 w 1294"/>
              <a:gd name="T13" fmla="*/ 433 h 433"/>
              <a:gd name="T14" fmla="*/ 1294 w 1294"/>
              <a:gd name="T15" fmla="*/ 40 h 433"/>
              <a:gd name="T16" fmla="*/ 1255 w 1294"/>
              <a:gd name="T17" fmla="*/ 0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94" h="433">
                <a:moveTo>
                  <a:pt x="1255" y="0"/>
                </a:moveTo>
                <a:lnTo>
                  <a:pt x="1255" y="343"/>
                </a:lnTo>
                <a:lnTo>
                  <a:pt x="608" y="53"/>
                </a:lnTo>
                <a:lnTo>
                  <a:pt x="0" y="327"/>
                </a:lnTo>
                <a:lnTo>
                  <a:pt x="0" y="433"/>
                </a:lnTo>
                <a:lnTo>
                  <a:pt x="647" y="143"/>
                </a:lnTo>
                <a:lnTo>
                  <a:pt x="1294" y="433"/>
                </a:lnTo>
                <a:lnTo>
                  <a:pt x="1294" y="40"/>
                </a:lnTo>
                <a:lnTo>
                  <a:pt x="1255" y="0"/>
                </a:lnTo>
                <a:close/>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 name="Freeform 30"/>
          <p:cNvSpPr>
            <a:spLocks/>
          </p:cNvSpPr>
          <p:nvPr/>
        </p:nvSpPr>
        <p:spPr bwMode="auto">
          <a:xfrm>
            <a:off x="8145463" y="4660901"/>
            <a:ext cx="2054225" cy="687388"/>
          </a:xfrm>
          <a:custGeom>
            <a:avLst/>
            <a:gdLst>
              <a:gd name="T0" fmla="*/ 1255 w 1294"/>
              <a:gd name="T1" fmla="*/ 0 h 433"/>
              <a:gd name="T2" fmla="*/ 1255 w 1294"/>
              <a:gd name="T3" fmla="*/ 343 h 433"/>
              <a:gd name="T4" fmla="*/ 608 w 1294"/>
              <a:gd name="T5" fmla="*/ 53 h 433"/>
              <a:gd name="T6" fmla="*/ 0 w 1294"/>
              <a:gd name="T7" fmla="*/ 327 h 433"/>
              <a:gd name="T8" fmla="*/ 0 w 1294"/>
              <a:gd name="T9" fmla="*/ 433 h 433"/>
              <a:gd name="T10" fmla="*/ 647 w 1294"/>
              <a:gd name="T11" fmla="*/ 143 h 433"/>
              <a:gd name="T12" fmla="*/ 1294 w 1294"/>
              <a:gd name="T13" fmla="*/ 433 h 433"/>
              <a:gd name="T14" fmla="*/ 1294 w 1294"/>
              <a:gd name="T15" fmla="*/ 40 h 433"/>
              <a:gd name="T16" fmla="*/ 1255 w 1294"/>
              <a:gd name="T17" fmla="*/ 0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94" h="433">
                <a:moveTo>
                  <a:pt x="1255" y="0"/>
                </a:moveTo>
                <a:lnTo>
                  <a:pt x="1255" y="343"/>
                </a:lnTo>
                <a:lnTo>
                  <a:pt x="608" y="53"/>
                </a:lnTo>
                <a:lnTo>
                  <a:pt x="0" y="327"/>
                </a:lnTo>
                <a:lnTo>
                  <a:pt x="0" y="433"/>
                </a:lnTo>
                <a:lnTo>
                  <a:pt x="647" y="143"/>
                </a:lnTo>
                <a:lnTo>
                  <a:pt x="1294" y="433"/>
                </a:lnTo>
                <a:lnTo>
                  <a:pt x="1294" y="40"/>
                </a:lnTo>
                <a:lnTo>
                  <a:pt x="125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 name="Freeform 31"/>
          <p:cNvSpPr>
            <a:spLocks/>
          </p:cNvSpPr>
          <p:nvPr/>
        </p:nvSpPr>
        <p:spPr bwMode="auto">
          <a:xfrm>
            <a:off x="7424738" y="3435351"/>
            <a:ext cx="1485900" cy="987425"/>
          </a:xfrm>
          <a:custGeom>
            <a:avLst/>
            <a:gdLst>
              <a:gd name="T0" fmla="*/ 936 w 936"/>
              <a:gd name="T1" fmla="*/ 0 h 622"/>
              <a:gd name="T2" fmla="*/ 315 w 936"/>
              <a:gd name="T3" fmla="*/ 622 h 622"/>
              <a:gd name="T4" fmla="*/ 0 w 936"/>
              <a:gd name="T5" fmla="*/ 622 h 622"/>
              <a:gd name="T6" fmla="*/ 315 w 936"/>
              <a:gd name="T7" fmla="*/ 622 h 622"/>
              <a:gd name="T8" fmla="*/ 936 w 936"/>
              <a:gd name="T9" fmla="*/ 0 h 622"/>
              <a:gd name="T10" fmla="*/ 936 w 936"/>
              <a:gd name="T11" fmla="*/ 0 h 622"/>
            </a:gdLst>
            <a:ahLst/>
            <a:cxnLst>
              <a:cxn ang="0">
                <a:pos x="T0" y="T1"/>
              </a:cxn>
              <a:cxn ang="0">
                <a:pos x="T2" y="T3"/>
              </a:cxn>
              <a:cxn ang="0">
                <a:pos x="T4" y="T5"/>
              </a:cxn>
              <a:cxn ang="0">
                <a:pos x="T6" y="T7"/>
              </a:cxn>
              <a:cxn ang="0">
                <a:pos x="T8" y="T9"/>
              </a:cxn>
              <a:cxn ang="0">
                <a:pos x="T10" y="T11"/>
              </a:cxn>
            </a:cxnLst>
            <a:rect l="0" t="0" r="r" b="b"/>
            <a:pathLst>
              <a:path w="936" h="622">
                <a:moveTo>
                  <a:pt x="936" y="0"/>
                </a:moveTo>
                <a:lnTo>
                  <a:pt x="315" y="622"/>
                </a:lnTo>
                <a:lnTo>
                  <a:pt x="0" y="622"/>
                </a:lnTo>
                <a:lnTo>
                  <a:pt x="315" y="622"/>
                </a:lnTo>
                <a:lnTo>
                  <a:pt x="936" y="0"/>
                </a:lnTo>
                <a:lnTo>
                  <a:pt x="936" y="0"/>
                </a:lnTo>
                <a:close/>
              </a:path>
            </a:pathLst>
          </a:custGeom>
          <a:solidFill>
            <a:srgbClr val="A958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 name="Freeform 32"/>
          <p:cNvSpPr>
            <a:spLocks/>
          </p:cNvSpPr>
          <p:nvPr/>
        </p:nvSpPr>
        <p:spPr bwMode="auto">
          <a:xfrm>
            <a:off x="7424738" y="3435351"/>
            <a:ext cx="1485900" cy="987425"/>
          </a:xfrm>
          <a:custGeom>
            <a:avLst/>
            <a:gdLst>
              <a:gd name="T0" fmla="*/ 936 w 936"/>
              <a:gd name="T1" fmla="*/ 0 h 622"/>
              <a:gd name="T2" fmla="*/ 315 w 936"/>
              <a:gd name="T3" fmla="*/ 622 h 622"/>
              <a:gd name="T4" fmla="*/ 0 w 936"/>
              <a:gd name="T5" fmla="*/ 622 h 622"/>
              <a:gd name="T6" fmla="*/ 315 w 936"/>
              <a:gd name="T7" fmla="*/ 622 h 622"/>
              <a:gd name="T8" fmla="*/ 936 w 936"/>
              <a:gd name="T9" fmla="*/ 0 h 622"/>
              <a:gd name="T10" fmla="*/ 936 w 936"/>
              <a:gd name="T11" fmla="*/ 0 h 622"/>
            </a:gdLst>
            <a:ahLst/>
            <a:cxnLst>
              <a:cxn ang="0">
                <a:pos x="T0" y="T1"/>
              </a:cxn>
              <a:cxn ang="0">
                <a:pos x="T2" y="T3"/>
              </a:cxn>
              <a:cxn ang="0">
                <a:pos x="T4" y="T5"/>
              </a:cxn>
              <a:cxn ang="0">
                <a:pos x="T6" y="T7"/>
              </a:cxn>
              <a:cxn ang="0">
                <a:pos x="T8" y="T9"/>
              </a:cxn>
              <a:cxn ang="0">
                <a:pos x="T10" y="T11"/>
              </a:cxn>
            </a:cxnLst>
            <a:rect l="0" t="0" r="r" b="b"/>
            <a:pathLst>
              <a:path w="936" h="622">
                <a:moveTo>
                  <a:pt x="936" y="0"/>
                </a:moveTo>
                <a:lnTo>
                  <a:pt x="315" y="622"/>
                </a:lnTo>
                <a:lnTo>
                  <a:pt x="0" y="622"/>
                </a:lnTo>
                <a:lnTo>
                  <a:pt x="315" y="622"/>
                </a:lnTo>
                <a:lnTo>
                  <a:pt x="936" y="0"/>
                </a:lnTo>
                <a:lnTo>
                  <a:pt x="93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 name="Freeform 33"/>
          <p:cNvSpPr>
            <a:spLocks noEditPoints="1"/>
          </p:cNvSpPr>
          <p:nvPr/>
        </p:nvSpPr>
        <p:spPr bwMode="auto">
          <a:xfrm>
            <a:off x="7888288" y="2776538"/>
            <a:ext cx="465137" cy="527050"/>
          </a:xfrm>
          <a:custGeom>
            <a:avLst/>
            <a:gdLst>
              <a:gd name="T0" fmla="*/ 54 w 105"/>
              <a:gd name="T1" fmla="*/ 33 h 119"/>
              <a:gd name="T2" fmla="*/ 51 w 105"/>
              <a:gd name="T3" fmla="*/ 33 h 119"/>
              <a:gd name="T4" fmla="*/ 51 w 105"/>
              <a:gd name="T5" fmla="*/ 66 h 119"/>
              <a:gd name="T6" fmla="*/ 49 w 105"/>
              <a:gd name="T7" fmla="*/ 69 h 119"/>
              <a:gd name="T8" fmla="*/ 50 w 105"/>
              <a:gd name="T9" fmla="*/ 71 h 119"/>
              <a:gd name="T10" fmla="*/ 51 w 105"/>
              <a:gd name="T11" fmla="*/ 70 h 119"/>
              <a:gd name="T12" fmla="*/ 51 w 105"/>
              <a:gd name="T13" fmla="*/ 73 h 119"/>
              <a:gd name="T14" fmla="*/ 54 w 105"/>
              <a:gd name="T15" fmla="*/ 73 h 119"/>
              <a:gd name="T16" fmla="*/ 54 w 105"/>
              <a:gd name="T17" fmla="*/ 67 h 119"/>
              <a:gd name="T18" fmla="*/ 72 w 105"/>
              <a:gd name="T19" fmla="*/ 49 h 119"/>
              <a:gd name="T20" fmla="*/ 71 w 105"/>
              <a:gd name="T21" fmla="*/ 47 h 119"/>
              <a:gd name="T22" fmla="*/ 54 w 105"/>
              <a:gd name="T23" fmla="*/ 64 h 119"/>
              <a:gd name="T24" fmla="*/ 54 w 105"/>
              <a:gd name="T25" fmla="*/ 33 h 119"/>
              <a:gd name="T26" fmla="*/ 51 w 105"/>
              <a:gd name="T27" fmla="*/ 31 h 119"/>
              <a:gd name="T28" fmla="*/ 54 w 105"/>
              <a:gd name="T29" fmla="*/ 31 h 119"/>
              <a:gd name="T30" fmla="*/ 54 w 105"/>
              <a:gd name="T31" fmla="*/ 21 h 119"/>
              <a:gd name="T32" fmla="*/ 84 w 105"/>
              <a:gd name="T33" fmla="*/ 34 h 119"/>
              <a:gd name="T34" fmla="*/ 77 w 105"/>
              <a:gd name="T35" fmla="*/ 40 h 119"/>
              <a:gd name="T36" fmla="*/ 79 w 105"/>
              <a:gd name="T37" fmla="*/ 42 h 119"/>
              <a:gd name="T38" fmla="*/ 86 w 105"/>
              <a:gd name="T39" fmla="*/ 35 h 119"/>
              <a:gd name="T40" fmla="*/ 98 w 105"/>
              <a:gd name="T41" fmla="*/ 65 h 119"/>
              <a:gd name="T42" fmla="*/ 89 w 105"/>
              <a:gd name="T43" fmla="*/ 65 h 119"/>
              <a:gd name="T44" fmla="*/ 89 w 105"/>
              <a:gd name="T45" fmla="*/ 68 h 119"/>
              <a:gd name="T46" fmla="*/ 98 w 105"/>
              <a:gd name="T47" fmla="*/ 68 h 119"/>
              <a:gd name="T48" fmla="*/ 86 w 105"/>
              <a:gd name="T49" fmla="*/ 98 h 119"/>
              <a:gd name="T50" fmla="*/ 79 w 105"/>
              <a:gd name="T51" fmla="*/ 91 h 119"/>
              <a:gd name="T52" fmla="*/ 77 w 105"/>
              <a:gd name="T53" fmla="*/ 93 h 119"/>
              <a:gd name="T54" fmla="*/ 84 w 105"/>
              <a:gd name="T55" fmla="*/ 100 h 119"/>
              <a:gd name="T56" fmla="*/ 54 w 105"/>
              <a:gd name="T57" fmla="*/ 112 h 119"/>
              <a:gd name="T58" fmla="*/ 54 w 105"/>
              <a:gd name="T59" fmla="*/ 103 h 119"/>
              <a:gd name="T60" fmla="*/ 51 w 105"/>
              <a:gd name="T61" fmla="*/ 103 h 119"/>
              <a:gd name="T62" fmla="*/ 51 w 105"/>
              <a:gd name="T63" fmla="*/ 112 h 119"/>
              <a:gd name="T64" fmla="*/ 21 w 105"/>
              <a:gd name="T65" fmla="*/ 100 h 119"/>
              <a:gd name="T66" fmla="*/ 28 w 105"/>
              <a:gd name="T67" fmla="*/ 93 h 119"/>
              <a:gd name="T68" fmla="*/ 26 w 105"/>
              <a:gd name="T69" fmla="*/ 91 h 119"/>
              <a:gd name="T70" fmla="*/ 20 w 105"/>
              <a:gd name="T71" fmla="*/ 98 h 119"/>
              <a:gd name="T72" fmla="*/ 7 w 105"/>
              <a:gd name="T73" fmla="*/ 68 h 119"/>
              <a:gd name="T74" fmla="*/ 17 w 105"/>
              <a:gd name="T75" fmla="*/ 68 h 119"/>
              <a:gd name="T76" fmla="*/ 17 w 105"/>
              <a:gd name="T77" fmla="*/ 65 h 119"/>
              <a:gd name="T78" fmla="*/ 7 w 105"/>
              <a:gd name="T79" fmla="*/ 65 h 119"/>
              <a:gd name="T80" fmla="*/ 20 w 105"/>
              <a:gd name="T81" fmla="*/ 35 h 119"/>
              <a:gd name="T82" fmla="*/ 26 w 105"/>
              <a:gd name="T83" fmla="*/ 42 h 119"/>
              <a:gd name="T84" fmla="*/ 28 w 105"/>
              <a:gd name="T85" fmla="*/ 40 h 119"/>
              <a:gd name="T86" fmla="*/ 21 w 105"/>
              <a:gd name="T87" fmla="*/ 34 h 119"/>
              <a:gd name="T88" fmla="*/ 51 w 105"/>
              <a:gd name="T89" fmla="*/ 21 h 119"/>
              <a:gd name="T90" fmla="*/ 51 w 105"/>
              <a:gd name="T91" fmla="*/ 31 h 119"/>
              <a:gd name="T92" fmla="*/ 65 w 105"/>
              <a:gd name="T93" fmla="*/ 0 h 119"/>
              <a:gd name="T94" fmla="*/ 40 w 105"/>
              <a:gd name="T95" fmla="*/ 0 h 119"/>
              <a:gd name="T96" fmla="*/ 40 w 105"/>
              <a:gd name="T97" fmla="*/ 10 h 119"/>
              <a:gd name="T98" fmla="*/ 50 w 105"/>
              <a:gd name="T99" fmla="*/ 10 h 119"/>
              <a:gd name="T100" fmla="*/ 50 w 105"/>
              <a:gd name="T101" fmla="*/ 14 h 119"/>
              <a:gd name="T102" fmla="*/ 0 w 105"/>
              <a:gd name="T103" fmla="*/ 67 h 119"/>
              <a:gd name="T104" fmla="*/ 53 w 105"/>
              <a:gd name="T105" fmla="*/ 119 h 119"/>
              <a:gd name="T106" fmla="*/ 105 w 105"/>
              <a:gd name="T107" fmla="*/ 67 h 119"/>
              <a:gd name="T108" fmla="*/ 56 w 105"/>
              <a:gd name="T109" fmla="*/ 14 h 119"/>
              <a:gd name="T110" fmla="*/ 56 w 105"/>
              <a:gd name="T111" fmla="*/ 10 h 119"/>
              <a:gd name="T112" fmla="*/ 65 w 105"/>
              <a:gd name="T113" fmla="*/ 10 h 119"/>
              <a:gd name="T114" fmla="*/ 65 w 105"/>
              <a:gd name="T115" fmla="*/ 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5" h="119">
                <a:moveTo>
                  <a:pt x="54" y="33"/>
                </a:moveTo>
                <a:cubicBezTo>
                  <a:pt x="51" y="33"/>
                  <a:pt x="51" y="33"/>
                  <a:pt x="51" y="33"/>
                </a:cubicBezTo>
                <a:cubicBezTo>
                  <a:pt x="51" y="66"/>
                  <a:pt x="51" y="66"/>
                  <a:pt x="51" y="66"/>
                </a:cubicBezTo>
                <a:cubicBezTo>
                  <a:pt x="49" y="69"/>
                  <a:pt x="49" y="69"/>
                  <a:pt x="49" y="69"/>
                </a:cubicBezTo>
                <a:cubicBezTo>
                  <a:pt x="50" y="71"/>
                  <a:pt x="50" y="71"/>
                  <a:pt x="50" y="71"/>
                </a:cubicBezTo>
                <a:cubicBezTo>
                  <a:pt x="51" y="70"/>
                  <a:pt x="51" y="70"/>
                  <a:pt x="51" y="70"/>
                </a:cubicBezTo>
                <a:cubicBezTo>
                  <a:pt x="51" y="73"/>
                  <a:pt x="51" y="73"/>
                  <a:pt x="51" y="73"/>
                </a:cubicBezTo>
                <a:cubicBezTo>
                  <a:pt x="54" y="73"/>
                  <a:pt x="54" y="73"/>
                  <a:pt x="54" y="73"/>
                </a:cubicBezTo>
                <a:cubicBezTo>
                  <a:pt x="54" y="67"/>
                  <a:pt x="54" y="67"/>
                  <a:pt x="54" y="67"/>
                </a:cubicBezTo>
                <a:cubicBezTo>
                  <a:pt x="72" y="49"/>
                  <a:pt x="72" y="49"/>
                  <a:pt x="72" y="49"/>
                </a:cubicBezTo>
                <a:cubicBezTo>
                  <a:pt x="71" y="47"/>
                  <a:pt x="71" y="47"/>
                  <a:pt x="71" y="47"/>
                </a:cubicBezTo>
                <a:cubicBezTo>
                  <a:pt x="54" y="64"/>
                  <a:pt x="54" y="64"/>
                  <a:pt x="54" y="64"/>
                </a:cubicBezTo>
                <a:cubicBezTo>
                  <a:pt x="54" y="33"/>
                  <a:pt x="54" y="33"/>
                  <a:pt x="54" y="33"/>
                </a:cubicBezTo>
                <a:moveTo>
                  <a:pt x="51" y="31"/>
                </a:moveTo>
                <a:cubicBezTo>
                  <a:pt x="54" y="31"/>
                  <a:pt x="54" y="31"/>
                  <a:pt x="54" y="31"/>
                </a:cubicBezTo>
                <a:cubicBezTo>
                  <a:pt x="54" y="21"/>
                  <a:pt x="54" y="21"/>
                  <a:pt x="54" y="21"/>
                </a:cubicBezTo>
                <a:cubicBezTo>
                  <a:pt x="66" y="21"/>
                  <a:pt x="76" y="26"/>
                  <a:pt x="84" y="34"/>
                </a:cubicBezTo>
                <a:cubicBezTo>
                  <a:pt x="77" y="40"/>
                  <a:pt x="77" y="40"/>
                  <a:pt x="77" y="40"/>
                </a:cubicBezTo>
                <a:cubicBezTo>
                  <a:pt x="79" y="42"/>
                  <a:pt x="79" y="42"/>
                  <a:pt x="79" y="42"/>
                </a:cubicBezTo>
                <a:cubicBezTo>
                  <a:pt x="86" y="35"/>
                  <a:pt x="86" y="35"/>
                  <a:pt x="86" y="35"/>
                </a:cubicBezTo>
                <a:cubicBezTo>
                  <a:pt x="93" y="43"/>
                  <a:pt x="98" y="54"/>
                  <a:pt x="98" y="65"/>
                </a:cubicBezTo>
                <a:cubicBezTo>
                  <a:pt x="89" y="65"/>
                  <a:pt x="89" y="65"/>
                  <a:pt x="89" y="65"/>
                </a:cubicBezTo>
                <a:cubicBezTo>
                  <a:pt x="89" y="68"/>
                  <a:pt x="89" y="68"/>
                  <a:pt x="89" y="68"/>
                </a:cubicBezTo>
                <a:cubicBezTo>
                  <a:pt x="98" y="68"/>
                  <a:pt x="98" y="68"/>
                  <a:pt x="98" y="68"/>
                </a:cubicBezTo>
                <a:cubicBezTo>
                  <a:pt x="98" y="79"/>
                  <a:pt x="93" y="90"/>
                  <a:pt x="86" y="98"/>
                </a:cubicBezTo>
                <a:cubicBezTo>
                  <a:pt x="79" y="91"/>
                  <a:pt x="79" y="91"/>
                  <a:pt x="79" y="91"/>
                </a:cubicBezTo>
                <a:cubicBezTo>
                  <a:pt x="77" y="93"/>
                  <a:pt x="77" y="93"/>
                  <a:pt x="77" y="93"/>
                </a:cubicBezTo>
                <a:cubicBezTo>
                  <a:pt x="84" y="100"/>
                  <a:pt x="84" y="100"/>
                  <a:pt x="84" y="100"/>
                </a:cubicBezTo>
                <a:cubicBezTo>
                  <a:pt x="76" y="107"/>
                  <a:pt x="66" y="112"/>
                  <a:pt x="54" y="112"/>
                </a:cubicBezTo>
                <a:cubicBezTo>
                  <a:pt x="54" y="103"/>
                  <a:pt x="54" y="103"/>
                  <a:pt x="54" y="103"/>
                </a:cubicBezTo>
                <a:cubicBezTo>
                  <a:pt x="51" y="103"/>
                  <a:pt x="51" y="103"/>
                  <a:pt x="51" y="103"/>
                </a:cubicBezTo>
                <a:cubicBezTo>
                  <a:pt x="51" y="112"/>
                  <a:pt x="51" y="112"/>
                  <a:pt x="51" y="112"/>
                </a:cubicBezTo>
                <a:cubicBezTo>
                  <a:pt x="40" y="112"/>
                  <a:pt x="29" y="107"/>
                  <a:pt x="21" y="100"/>
                </a:cubicBezTo>
                <a:cubicBezTo>
                  <a:pt x="28" y="93"/>
                  <a:pt x="28" y="93"/>
                  <a:pt x="28" y="93"/>
                </a:cubicBezTo>
                <a:cubicBezTo>
                  <a:pt x="26" y="91"/>
                  <a:pt x="26" y="91"/>
                  <a:pt x="26" y="91"/>
                </a:cubicBezTo>
                <a:cubicBezTo>
                  <a:pt x="20" y="98"/>
                  <a:pt x="20" y="98"/>
                  <a:pt x="20" y="98"/>
                </a:cubicBezTo>
                <a:cubicBezTo>
                  <a:pt x="12" y="90"/>
                  <a:pt x="8" y="79"/>
                  <a:pt x="7" y="68"/>
                </a:cubicBezTo>
                <a:cubicBezTo>
                  <a:pt x="17" y="68"/>
                  <a:pt x="17" y="68"/>
                  <a:pt x="17" y="68"/>
                </a:cubicBezTo>
                <a:cubicBezTo>
                  <a:pt x="17" y="65"/>
                  <a:pt x="17" y="65"/>
                  <a:pt x="17" y="65"/>
                </a:cubicBezTo>
                <a:cubicBezTo>
                  <a:pt x="7" y="65"/>
                  <a:pt x="7" y="65"/>
                  <a:pt x="7" y="65"/>
                </a:cubicBezTo>
                <a:cubicBezTo>
                  <a:pt x="8" y="54"/>
                  <a:pt x="12" y="43"/>
                  <a:pt x="20" y="35"/>
                </a:cubicBezTo>
                <a:cubicBezTo>
                  <a:pt x="26" y="42"/>
                  <a:pt x="26" y="42"/>
                  <a:pt x="26" y="42"/>
                </a:cubicBezTo>
                <a:cubicBezTo>
                  <a:pt x="28" y="40"/>
                  <a:pt x="28" y="40"/>
                  <a:pt x="28" y="40"/>
                </a:cubicBezTo>
                <a:cubicBezTo>
                  <a:pt x="21" y="34"/>
                  <a:pt x="21" y="34"/>
                  <a:pt x="21" y="34"/>
                </a:cubicBezTo>
                <a:cubicBezTo>
                  <a:pt x="29" y="26"/>
                  <a:pt x="40" y="21"/>
                  <a:pt x="51" y="21"/>
                </a:cubicBezTo>
                <a:cubicBezTo>
                  <a:pt x="51" y="31"/>
                  <a:pt x="51" y="31"/>
                  <a:pt x="51" y="31"/>
                </a:cubicBezTo>
                <a:moveTo>
                  <a:pt x="65" y="0"/>
                </a:moveTo>
                <a:cubicBezTo>
                  <a:pt x="40" y="0"/>
                  <a:pt x="40" y="0"/>
                  <a:pt x="40" y="0"/>
                </a:cubicBezTo>
                <a:cubicBezTo>
                  <a:pt x="40" y="10"/>
                  <a:pt x="40" y="10"/>
                  <a:pt x="40" y="10"/>
                </a:cubicBezTo>
                <a:cubicBezTo>
                  <a:pt x="50" y="10"/>
                  <a:pt x="50" y="10"/>
                  <a:pt x="50" y="10"/>
                </a:cubicBezTo>
                <a:cubicBezTo>
                  <a:pt x="50" y="14"/>
                  <a:pt x="50" y="14"/>
                  <a:pt x="50" y="14"/>
                </a:cubicBezTo>
                <a:cubicBezTo>
                  <a:pt x="22" y="16"/>
                  <a:pt x="0" y="39"/>
                  <a:pt x="0" y="67"/>
                </a:cubicBezTo>
                <a:cubicBezTo>
                  <a:pt x="0" y="96"/>
                  <a:pt x="24" y="119"/>
                  <a:pt x="53" y="119"/>
                </a:cubicBezTo>
                <a:cubicBezTo>
                  <a:pt x="82" y="119"/>
                  <a:pt x="105" y="96"/>
                  <a:pt x="105" y="67"/>
                </a:cubicBezTo>
                <a:cubicBezTo>
                  <a:pt x="105" y="39"/>
                  <a:pt x="83" y="16"/>
                  <a:pt x="56" y="14"/>
                </a:cubicBezTo>
                <a:cubicBezTo>
                  <a:pt x="56" y="10"/>
                  <a:pt x="56" y="10"/>
                  <a:pt x="56" y="10"/>
                </a:cubicBezTo>
                <a:cubicBezTo>
                  <a:pt x="65" y="10"/>
                  <a:pt x="65" y="10"/>
                  <a:pt x="65" y="10"/>
                </a:cubicBezTo>
                <a:cubicBezTo>
                  <a:pt x="65" y="0"/>
                  <a:pt x="65" y="0"/>
                  <a:pt x="65"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 name="Freeform 34"/>
          <p:cNvSpPr>
            <a:spLocks noEditPoints="1"/>
          </p:cNvSpPr>
          <p:nvPr/>
        </p:nvSpPr>
        <p:spPr bwMode="auto">
          <a:xfrm>
            <a:off x="8432800" y="2054226"/>
            <a:ext cx="549275" cy="500063"/>
          </a:xfrm>
          <a:custGeom>
            <a:avLst/>
            <a:gdLst>
              <a:gd name="T0" fmla="*/ 23 w 124"/>
              <a:gd name="T1" fmla="*/ 38 h 113"/>
              <a:gd name="T2" fmla="*/ 0 w 124"/>
              <a:gd name="T3" fmla="*/ 66 h 113"/>
              <a:gd name="T4" fmla="*/ 47 w 124"/>
              <a:gd name="T5" fmla="*/ 98 h 113"/>
              <a:gd name="T6" fmla="*/ 61 w 124"/>
              <a:gd name="T7" fmla="*/ 96 h 113"/>
              <a:gd name="T8" fmla="*/ 78 w 124"/>
              <a:gd name="T9" fmla="*/ 113 h 113"/>
              <a:gd name="T10" fmla="*/ 74 w 124"/>
              <a:gd name="T11" fmla="*/ 92 h 113"/>
              <a:gd name="T12" fmla="*/ 93 w 124"/>
              <a:gd name="T13" fmla="*/ 71 h 113"/>
              <a:gd name="T14" fmla="*/ 74 w 124"/>
              <a:gd name="T15" fmla="*/ 74 h 113"/>
              <a:gd name="T16" fmla="*/ 61 w 124"/>
              <a:gd name="T17" fmla="*/ 73 h 113"/>
              <a:gd name="T18" fmla="*/ 43 w 124"/>
              <a:gd name="T19" fmla="*/ 85 h 113"/>
              <a:gd name="T20" fmla="*/ 43 w 124"/>
              <a:gd name="T21" fmla="*/ 66 h 113"/>
              <a:gd name="T22" fmla="*/ 23 w 124"/>
              <a:gd name="T23" fmla="*/ 38 h 113"/>
              <a:gd name="T24" fmla="*/ 77 w 124"/>
              <a:gd name="T25" fmla="*/ 0 h 113"/>
              <a:gd name="T26" fmla="*/ 30 w 124"/>
              <a:gd name="T27" fmla="*/ 33 h 113"/>
              <a:gd name="T28" fmla="*/ 50 w 124"/>
              <a:gd name="T29" fmla="*/ 59 h 113"/>
              <a:gd name="T30" fmla="*/ 50 w 124"/>
              <a:gd name="T31" fmla="*/ 72 h 113"/>
              <a:gd name="T32" fmla="*/ 63 w 124"/>
              <a:gd name="T33" fmla="*/ 64 h 113"/>
              <a:gd name="T34" fmla="*/ 77 w 124"/>
              <a:gd name="T35" fmla="*/ 65 h 113"/>
              <a:gd name="T36" fmla="*/ 124 w 124"/>
              <a:gd name="T37" fmla="*/ 33 h 113"/>
              <a:gd name="T38" fmla="*/ 77 w 124"/>
              <a:gd name="T39" fmla="*/ 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4" h="113">
                <a:moveTo>
                  <a:pt x="23" y="38"/>
                </a:moveTo>
                <a:cubicBezTo>
                  <a:pt x="9" y="43"/>
                  <a:pt x="0" y="54"/>
                  <a:pt x="0" y="66"/>
                </a:cubicBezTo>
                <a:cubicBezTo>
                  <a:pt x="0" y="83"/>
                  <a:pt x="21" y="98"/>
                  <a:pt x="47" y="98"/>
                </a:cubicBezTo>
                <a:cubicBezTo>
                  <a:pt x="52" y="98"/>
                  <a:pt x="57" y="97"/>
                  <a:pt x="61" y="96"/>
                </a:cubicBezTo>
                <a:cubicBezTo>
                  <a:pt x="78" y="113"/>
                  <a:pt x="78" y="113"/>
                  <a:pt x="78" y="113"/>
                </a:cubicBezTo>
                <a:cubicBezTo>
                  <a:pt x="74" y="92"/>
                  <a:pt x="74" y="92"/>
                  <a:pt x="74" y="92"/>
                </a:cubicBezTo>
                <a:cubicBezTo>
                  <a:pt x="84" y="87"/>
                  <a:pt x="91" y="80"/>
                  <a:pt x="93" y="71"/>
                </a:cubicBezTo>
                <a:cubicBezTo>
                  <a:pt x="87" y="73"/>
                  <a:pt x="81" y="74"/>
                  <a:pt x="74" y="74"/>
                </a:cubicBezTo>
                <a:cubicBezTo>
                  <a:pt x="70" y="74"/>
                  <a:pt x="65" y="74"/>
                  <a:pt x="61" y="73"/>
                </a:cubicBezTo>
                <a:cubicBezTo>
                  <a:pt x="59" y="74"/>
                  <a:pt x="43" y="85"/>
                  <a:pt x="43" y="85"/>
                </a:cubicBezTo>
                <a:cubicBezTo>
                  <a:pt x="43" y="85"/>
                  <a:pt x="43" y="70"/>
                  <a:pt x="43" y="66"/>
                </a:cubicBezTo>
                <a:cubicBezTo>
                  <a:pt x="31" y="60"/>
                  <a:pt x="23" y="49"/>
                  <a:pt x="23" y="38"/>
                </a:cubicBezTo>
                <a:moveTo>
                  <a:pt x="77" y="0"/>
                </a:moveTo>
                <a:cubicBezTo>
                  <a:pt x="51" y="0"/>
                  <a:pt x="30" y="15"/>
                  <a:pt x="30" y="33"/>
                </a:cubicBezTo>
                <a:cubicBezTo>
                  <a:pt x="30" y="44"/>
                  <a:pt x="38" y="53"/>
                  <a:pt x="50" y="59"/>
                </a:cubicBezTo>
                <a:cubicBezTo>
                  <a:pt x="50" y="72"/>
                  <a:pt x="50" y="72"/>
                  <a:pt x="50" y="72"/>
                </a:cubicBezTo>
                <a:cubicBezTo>
                  <a:pt x="63" y="64"/>
                  <a:pt x="63" y="64"/>
                  <a:pt x="63" y="64"/>
                </a:cubicBezTo>
                <a:cubicBezTo>
                  <a:pt x="67" y="65"/>
                  <a:pt x="72" y="65"/>
                  <a:pt x="77" y="65"/>
                </a:cubicBezTo>
                <a:cubicBezTo>
                  <a:pt x="103" y="65"/>
                  <a:pt x="124" y="51"/>
                  <a:pt x="124" y="33"/>
                </a:cubicBezTo>
                <a:cubicBezTo>
                  <a:pt x="124" y="15"/>
                  <a:pt x="103" y="0"/>
                  <a:pt x="77"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 name="Freeform 35"/>
          <p:cNvSpPr>
            <a:spLocks noEditPoints="1"/>
          </p:cNvSpPr>
          <p:nvPr/>
        </p:nvSpPr>
        <p:spPr bwMode="auto">
          <a:xfrm>
            <a:off x="9915525" y="2705101"/>
            <a:ext cx="601662" cy="495300"/>
          </a:xfrm>
          <a:custGeom>
            <a:avLst/>
            <a:gdLst>
              <a:gd name="T0" fmla="*/ 18 w 136"/>
              <a:gd name="T1" fmla="*/ 63 h 112"/>
              <a:gd name="T2" fmla="*/ 80 w 136"/>
              <a:gd name="T3" fmla="*/ 63 h 112"/>
              <a:gd name="T4" fmla="*/ 56 w 136"/>
              <a:gd name="T5" fmla="*/ 14 h 112"/>
              <a:gd name="T6" fmla="*/ 41 w 136"/>
              <a:gd name="T7" fmla="*/ 23 h 112"/>
              <a:gd name="T8" fmla="*/ 19 w 136"/>
              <a:gd name="T9" fmla="*/ 23 h 112"/>
              <a:gd name="T10" fmla="*/ 15 w 136"/>
              <a:gd name="T11" fmla="*/ 40 h 112"/>
              <a:gd name="T12" fmla="*/ 0 w 136"/>
              <a:gd name="T13" fmla="*/ 55 h 112"/>
              <a:gd name="T14" fmla="*/ 9 w 136"/>
              <a:gd name="T15" fmla="*/ 70 h 112"/>
              <a:gd name="T16" fmla="*/ 9 w 136"/>
              <a:gd name="T17" fmla="*/ 92 h 112"/>
              <a:gd name="T18" fmla="*/ 26 w 136"/>
              <a:gd name="T19" fmla="*/ 97 h 112"/>
              <a:gd name="T20" fmla="*/ 41 w 136"/>
              <a:gd name="T21" fmla="*/ 112 h 112"/>
              <a:gd name="T22" fmla="*/ 56 w 136"/>
              <a:gd name="T23" fmla="*/ 103 h 112"/>
              <a:gd name="T24" fmla="*/ 78 w 136"/>
              <a:gd name="T25" fmla="*/ 103 h 112"/>
              <a:gd name="T26" fmla="*/ 83 w 136"/>
              <a:gd name="T27" fmla="*/ 86 h 112"/>
              <a:gd name="T28" fmla="*/ 98 w 136"/>
              <a:gd name="T29" fmla="*/ 70 h 112"/>
              <a:gd name="T30" fmla="*/ 89 w 136"/>
              <a:gd name="T31" fmla="*/ 55 h 112"/>
              <a:gd name="T32" fmla="*/ 89 w 136"/>
              <a:gd name="T33" fmla="*/ 33 h 112"/>
              <a:gd name="T34" fmla="*/ 72 w 136"/>
              <a:gd name="T35" fmla="*/ 29 h 112"/>
              <a:gd name="T36" fmla="*/ 56 w 136"/>
              <a:gd name="T37" fmla="*/ 14 h 112"/>
              <a:gd name="T38" fmla="*/ 100 w 136"/>
              <a:gd name="T39" fmla="*/ 23 h 112"/>
              <a:gd name="T40" fmla="*/ 124 w 136"/>
              <a:gd name="T41" fmla="*/ 23 h 112"/>
              <a:gd name="T42" fmla="*/ 116 w 136"/>
              <a:gd name="T43" fmla="*/ 0 h 112"/>
              <a:gd name="T44" fmla="*/ 108 w 136"/>
              <a:gd name="T45" fmla="*/ 4 h 112"/>
              <a:gd name="T46" fmla="*/ 98 w 136"/>
              <a:gd name="T47" fmla="*/ 4 h 112"/>
              <a:gd name="T48" fmla="*/ 96 w 136"/>
              <a:gd name="T49" fmla="*/ 12 h 112"/>
              <a:gd name="T50" fmla="*/ 88 w 136"/>
              <a:gd name="T51" fmla="*/ 20 h 112"/>
              <a:gd name="T52" fmla="*/ 93 w 136"/>
              <a:gd name="T53" fmla="*/ 27 h 112"/>
              <a:gd name="T54" fmla="*/ 93 w 136"/>
              <a:gd name="T55" fmla="*/ 37 h 112"/>
              <a:gd name="T56" fmla="*/ 101 w 136"/>
              <a:gd name="T57" fmla="*/ 39 h 112"/>
              <a:gd name="T58" fmla="*/ 108 w 136"/>
              <a:gd name="T59" fmla="*/ 47 h 112"/>
              <a:gd name="T60" fmla="*/ 116 w 136"/>
              <a:gd name="T61" fmla="*/ 42 h 112"/>
              <a:gd name="T62" fmla="*/ 126 w 136"/>
              <a:gd name="T63" fmla="*/ 43 h 112"/>
              <a:gd name="T64" fmla="*/ 128 w 136"/>
              <a:gd name="T65" fmla="*/ 34 h 112"/>
              <a:gd name="T66" fmla="*/ 136 w 136"/>
              <a:gd name="T67" fmla="*/ 27 h 112"/>
              <a:gd name="T68" fmla="*/ 131 w 136"/>
              <a:gd name="T69" fmla="*/ 20 h 112"/>
              <a:gd name="T70" fmla="*/ 131 w 136"/>
              <a:gd name="T71" fmla="*/ 9 h 112"/>
              <a:gd name="T72" fmla="*/ 123 w 136"/>
              <a:gd name="T73" fmla="*/ 7 h 112"/>
              <a:gd name="T74" fmla="*/ 116 w 136"/>
              <a:gd name="T75"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6" h="112">
                <a:moveTo>
                  <a:pt x="49" y="94"/>
                </a:moveTo>
                <a:cubicBezTo>
                  <a:pt x="32" y="94"/>
                  <a:pt x="18" y="80"/>
                  <a:pt x="18" y="63"/>
                </a:cubicBezTo>
                <a:cubicBezTo>
                  <a:pt x="18" y="46"/>
                  <a:pt x="32" y="32"/>
                  <a:pt x="49" y="32"/>
                </a:cubicBezTo>
                <a:cubicBezTo>
                  <a:pt x="66" y="32"/>
                  <a:pt x="80" y="46"/>
                  <a:pt x="80" y="63"/>
                </a:cubicBezTo>
                <a:cubicBezTo>
                  <a:pt x="80" y="80"/>
                  <a:pt x="66" y="94"/>
                  <a:pt x="49" y="94"/>
                </a:cubicBezTo>
                <a:moveTo>
                  <a:pt x="56" y="14"/>
                </a:moveTo>
                <a:cubicBezTo>
                  <a:pt x="41" y="14"/>
                  <a:pt x="41" y="14"/>
                  <a:pt x="41" y="14"/>
                </a:cubicBezTo>
                <a:cubicBezTo>
                  <a:pt x="41" y="23"/>
                  <a:pt x="41" y="23"/>
                  <a:pt x="41" y="23"/>
                </a:cubicBezTo>
                <a:cubicBezTo>
                  <a:pt x="36" y="24"/>
                  <a:pt x="30" y="26"/>
                  <a:pt x="26" y="29"/>
                </a:cubicBezTo>
                <a:cubicBezTo>
                  <a:pt x="19" y="23"/>
                  <a:pt x="19" y="23"/>
                  <a:pt x="19" y="23"/>
                </a:cubicBezTo>
                <a:cubicBezTo>
                  <a:pt x="9" y="33"/>
                  <a:pt x="9" y="33"/>
                  <a:pt x="9" y="33"/>
                </a:cubicBezTo>
                <a:cubicBezTo>
                  <a:pt x="15" y="40"/>
                  <a:pt x="15" y="40"/>
                  <a:pt x="15" y="40"/>
                </a:cubicBezTo>
                <a:cubicBezTo>
                  <a:pt x="12" y="44"/>
                  <a:pt x="10" y="50"/>
                  <a:pt x="9" y="55"/>
                </a:cubicBezTo>
                <a:cubicBezTo>
                  <a:pt x="0" y="55"/>
                  <a:pt x="0" y="55"/>
                  <a:pt x="0" y="55"/>
                </a:cubicBezTo>
                <a:cubicBezTo>
                  <a:pt x="0" y="70"/>
                  <a:pt x="0" y="70"/>
                  <a:pt x="0" y="70"/>
                </a:cubicBezTo>
                <a:cubicBezTo>
                  <a:pt x="9" y="70"/>
                  <a:pt x="9" y="70"/>
                  <a:pt x="9" y="70"/>
                </a:cubicBezTo>
                <a:cubicBezTo>
                  <a:pt x="10" y="76"/>
                  <a:pt x="12" y="81"/>
                  <a:pt x="15" y="86"/>
                </a:cubicBezTo>
                <a:cubicBezTo>
                  <a:pt x="9" y="92"/>
                  <a:pt x="9" y="92"/>
                  <a:pt x="9" y="92"/>
                </a:cubicBezTo>
                <a:cubicBezTo>
                  <a:pt x="19" y="103"/>
                  <a:pt x="19" y="103"/>
                  <a:pt x="19" y="103"/>
                </a:cubicBezTo>
                <a:cubicBezTo>
                  <a:pt x="26" y="97"/>
                  <a:pt x="26" y="97"/>
                  <a:pt x="26" y="97"/>
                </a:cubicBezTo>
                <a:cubicBezTo>
                  <a:pt x="30" y="100"/>
                  <a:pt x="36" y="102"/>
                  <a:pt x="41" y="103"/>
                </a:cubicBezTo>
                <a:cubicBezTo>
                  <a:pt x="41" y="112"/>
                  <a:pt x="41" y="112"/>
                  <a:pt x="41" y="112"/>
                </a:cubicBezTo>
                <a:cubicBezTo>
                  <a:pt x="56" y="112"/>
                  <a:pt x="56" y="112"/>
                  <a:pt x="56" y="112"/>
                </a:cubicBezTo>
                <a:cubicBezTo>
                  <a:pt x="56" y="103"/>
                  <a:pt x="56" y="103"/>
                  <a:pt x="56" y="103"/>
                </a:cubicBezTo>
                <a:cubicBezTo>
                  <a:pt x="62" y="102"/>
                  <a:pt x="67" y="100"/>
                  <a:pt x="72" y="97"/>
                </a:cubicBezTo>
                <a:cubicBezTo>
                  <a:pt x="78" y="103"/>
                  <a:pt x="78" y="103"/>
                  <a:pt x="78" y="103"/>
                </a:cubicBezTo>
                <a:cubicBezTo>
                  <a:pt x="89" y="92"/>
                  <a:pt x="89" y="92"/>
                  <a:pt x="89" y="92"/>
                </a:cubicBezTo>
                <a:cubicBezTo>
                  <a:pt x="83" y="86"/>
                  <a:pt x="83" y="86"/>
                  <a:pt x="83" y="86"/>
                </a:cubicBezTo>
                <a:cubicBezTo>
                  <a:pt x="86" y="81"/>
                  <a:pt x="88" y="76"/>
                  <a:pt x="89" y="70"/>
                </a:cubicBezTo>
                <a:cubicBezTo>
                  <a:pt x="98" y="70"/>
                  <a:pt x="98" y="70"/>
                  <a:pt x="98" y="70"/>
                </a:cubicBezTo>
                <a:cubicBezTo>
                  <a:pt x="98" y="55"/>
                  <a:pt x="98" y="55"/>
                  <a:pt x="98" y="55"/>
                </a:cubicBezTo>
                <a:cubicBezTo>
                  <a:pt x="89" y="55"/>
                  <a:pt x="89" y="55"/>
                  <a:pt x="89" y="55"/>
                </a:cubicBezTo>
                <a:cubicBezTo>
                  <a:pt x="88" y="50"/>
                  <a:pt x="86" y="44"/>
                  <a:pt x="83" y="40"/>
                </a:cubicBezTo>
                <a:cubicBezTo>
                  <a:pt x="89" y="33"/>
                  <a:pt x="89" y="33"/>
                  <a:pt x="89" y="33"/>
                </a:cubicBezTo>
                <a:cubicBezTo>
                  <a:pt x="78" y="23"/>
                  <a:pt x="78" y="23"/>
                  <a:pt x="78" y="23"/>
                </a:cubicBezTo>
                <a:cubicBezTo>
                  <a:pt x="72" y="29"/>
                  <a:pt x="72" y="29"/>
                  <a:pt x="72" y="29"/>
                </a:cubicBezTo>
                <a:cubicBezTo>
                  <a:pt x="67" y="26"/>
                  <a:pt x="62" y="24"/>
                  <a:pt x="56" y="23"/>
                </a:cubicBezTo>
                <a:cubicBezTo>
                  <a:pt x="56" y="14"/>
                  <a:pt x="56" y="14"/>
                  <a:pt x="56" y="14"/>
                </a:cubicBezTo>
                <a:moveTo>
                  <a:pt x="112" y="35"/>
                </a:moveTo>
                <a:cubicBezTo>
                  <a:pt x="105" y="35"/>
                  <a:pt x="100" y="30"/>
                  <a:pt x="100" y="23"/>
                </a:cubicBezTo>
                <a:cubicBezTo>
                  <a:pt x="100" y="16"/>
                  <a:pt x="105" y="11"/>
                  <a:pt x="112" y="11"/>
                </a:cubicBezTo>
                <a:cubicBezTo>
                  <a:pt x="119" y="11"/>
                  <a:pt x="124" y="16"/>
                  <a:pt x="124" y="23"/>
                </a:cubicBezTo>
                <a:cubicBezTo>
                  <a:pt x="124" y="30"/>
                  <a:pt x="119" y="35"/>
                  <a:pt x="112" y="35"/>
                </a:cubicBezTo>
                <a:moveTo>
                  <a:pt x="116" y="0"/>
                </a:moveTo>
                <a:cubicBezTo>
                  <a:pt x="108" y="0"/>
                  <a:pt x="108" y="0"/>
                  <a:pt x="108" y="0"/>
                </a:cubicBezTo>
                <a:cubicBezTo>
                  <a:pt x="108" y="4"/>
                  <a:pt x="108" y="4"/>
                  <a:pt x="108" y="4"/>
                </a:cubicBezTo>
                <a:cubicBezTo>
                  <a:pt x="106" y="4"/>
                  <a:pt x="103" y="6"/>
                  <a:pt x="101" y="7"/>
                </a:cubicBezTo>
                <a:cubicBezTo>
                  <a:pt x="98" y="4"/>
                  <a:pt x="98" y="4"/>
                  <a:pt x="98" y="4"/>
                </a:cubicBezTo>
                <a:cubicBezTo>
                  <a:pt x="93" y="9"/>
                  <a:pt x="93" y="9"/>
                  <a:pt x="93" y="9"/>
                </a:cubicBezTo>
                <a:cubicBezTo>
                  <a:pt x="96" y="12"/>
                  <a:pt x="96" y="12"/>
                  <a:pt x="96" y="12"/>
                </a:cubicBezTo>
                <a:cubicBezTo>
                  <a:pt x="94" y="14"/>
                  <a:pt x="93" y="17"/>
                  <a:pt x="93" y="20"/>
                </a:cubicBezTo>
                <a:cubicBezTo>
                  <a:pt x="88" y="20"/>
                  <a:pt x="88" y="20"/>
                  <a:pt x="88" y="20"/>
                </a:cubicBezTo>
                <a:cubicBezTo>
                  <a:pt x="88" y="27"/>
                  <a:pt x="88" y="27"/>
                  <a:pt x="88" y="27"/>
                </a:cubicBezTo>
                <a:cubicBezTo>
                  <a:pt x="93" y="27"/>
                  <a:pt x="93" y="27"/>
                  <a:pt x="93" y="27"/>
                </a:cubicBezTo>
                <a:cubicBezTo>
                  <a:pt x="93" y="30"/>
                  <a:pt x="94" y="32"/>
                  <a:pt x="96" y="34"/>
                </a:cubicBezTo>
                <a:cubicBezTo>
                  <a:pt x="93" y="37"/>
                  <a:pt x="93" y="37"/>
                  <a:pt x="93" y="37"/>
                </a:cubicBezTo>
                <a:cubicBezTo>
                  <a:pt x="98" y="43"/>
                  <a:pt x="98" y="43"/>
                  <a:pt x="98" y="43"/>
                </a:cubicBezTo>
                <a:cubicBezTo>
                  <a:pt x="101" y="39"/>
                  <a:pt x="101" y="39"/>
                  <a:pt x="101" y="39"/>
                </a:cubicBezTo>
                <a:cubicBezTo>
                  <a:pt x="103" y="41"/>
                  <a:pt x="106" y="42"/>
                  <a:pt x="108" y="42"/>
                </a:cubicBezTo>
                <a:cubicBezTo>
                  <a:pt x="108" y="47"/>
                  <a:pt x="108" y="47"/>
                  <a:pt x="108" y="47"/>
                </a:cubicBezTo>
                <a:cubicBezTo>
                  <a:pt x="116" y="47"/>
                  <a:pt x="116" y="47"/>
                  <a:pt x="116" y="47"/>
                </a:cubicBezTo>
                <a:cubicBezTo>
                  <a:pt x="116" y="42"/>
                  <a:pt x="116" y="42"/>
                  <a:pt x="116" y="42"/>
                </a:cubicBezTo>
                <a:cubicBezTo>
                  <a:pt x="118" y="42"/>
                  <a:pt x="121" y="41"/>
                  <a:pt x="123" y="39"/>
                </a:cubicBezTo>
                <a:cubicBezTo>
                  <a:pt x="126" y="43"/>
                  <a:pt x="126" y="43"/>
                  <a:pt x="126" y="43"/>
                </a:cubicBezTo>
                <a:cubicBezTo>
                  <a:pt x="131" y="37"/>
                  <a:pt x="131" y="37"/>
                  <a:pt x="131" y="37"/>
                </a:cubicBezTo>
                <a:cubicBezTo>
                  <a:pt x="128" y="34"/>
                  <a:pt x="128" y="34"/>
                  <a:pt x="128" y="34"/>
                </a:cubicBezTo>
                <a:cubicBezTo>
                  <a:pt x="130" y="32"/>
                  <a:pt x="131" y="30"/>
                  <a:pt x="131" y="27"/>
                </a:cubicBezTo>
                <a:cubicBezTo>
                  <a:pt x="136" y="27"/>
                  <a:pt x="136" y="27"/>
                  <a:pt x="136" y="27"/>
                </a:cubicBezTo>
                <a:cubicBezTo>
                  <a:pt x="136" y="20"/>
                  <a:pt x="136" y="20"/>
                  <a:pt x="136" y="20"/>
                </a:cubicBezTo>
                <a:cubicBezTo>
                  <a:pt x="131" y="20"/>
                  <a:pt x="131" y="20"/>
                  <a:pt x="131" y="20"/>
                </a:cubicBezTo>
                <a:cubicBezTo>
                  <a:pt x="131" y="17"/>
                  <a:pt x="130" y="14"/>
                  <a:pt x="128" y="12"/>
                </a:cubicBezTo>
                <a:cubicBezTo>
                  <a:pt x="131" y="9"/>
                  <a:pt x="131" y="9"/>
                  <a:pt x="131" y="9"/>
                </a:cubicBezTo>
                <a:cubicBezTo>
                  <a:pt x="126" y="4"/>
                  <a:pt x="126" y="4"/>
                  <a:pt x="126" y="4"/>
                </a:cubicBezTo>
                <a:cubicBezTo>
                  <a:pt x="123" y="7"/>
                  <a:pt x="123" y="7"/>
                  <a:pt x="123" y="7"/>
                </a:cubicBezTo>
                <a:cubicBezTo>
                  <a:pt x="121" y="6"/>
                  <a:pt x="118" y="4"/>
                  <a:pt x="116" y="4"/>
                </a:cubicBezTo>
                <a:cubicBezTo>
                  <a:pt x="116" y="0"/>
                  <a:pt x="116" y="0"/>
                  <a:pt x="116"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 name="Freeform 36"/>
          <p:cNvSpPr>
            <a:spLocks noEditPoints="1"/>
          </p:cNvSpPr>
          <p:nvPr/>
        </p:nvSpPr>
        <p:spPr bwMode="auto">
          <a:xfrm>
            <a:off x="8472488" y="4183063"/>
            <a:ext cx="531812" cy="536575"/>
          </a:xfrm>
          <a:custGeom>
            <a:avLst/>
            <a:gdLst>
              <a:gd name="T0" fmla="*/ 67 w 120"/>
              <a:gd name="T1" fmla="*/ 53 h 121"/>
              <a:gd name="T2" fmla="*/ 67 w 120"/>
              <a:gd name="T3" fmla="*/ 26 h 121"/>
              <a:gd name="T4" fmla="*/ 53 w 120"/>
              <a:gd name="T5" fmla="*/ 26 h 121"/>
              <a:gd name="T6" fmla="*/ 53 w 120"/>
              <a:gd name="T7" fmla="*/ 53 h 121"/>
              <a:gd name="T8" fmla="*/ 27 w 120"/>
              <a:gd name="T9" fmla="*/ 53 h 121"/>
              <a:gd name="T10" fmla="*/ 27 w 120"/>
              <a:gd name="T11" fmla="*/ 68 h 121"/>
              <a:gd name="T12" fmla="*/ 53 w 120"/>
              <a:gd name="T13" fmla="*/ 68 h 121"/>
              <a:gd name="T14" fmla="*/ 53 w 120"/>
              <a:gd name="T15" fmla="*/ 94 h 121"/>
              <a:gd name="T16" fmla="*/ 67 w 120"/>
              <a:gd name="T17" fmla="*/ 94 h 121"/>
              <a:gd name="T18" fmla="*/ 67 w 120"/>
              <a:gd name="T19" fmla="*/ 68 h 121"/>
              <a:gd name="T20" fmla="*/ 93 w 120"/>
              <a:gd name="T21" fmla="*/ 68 h 121"/>
              <a:gd name="T22" fmla="*/ 93 w 120"/>
              <a:gd name="T23" fmla="*/ 53 h 121"/>
              <a:gd name="T24" fmla="*/ 67 w 120"/>
              <a:gd name="T25" fmla="*/ 53 h 121"/>
              <a:gd name="T26" fmla="*/ 60 w 120"/>
              <a:gd name="T27" fmla="*/ 0 h 121"/>
              <a:gd name="T28" fmla="*/ 0 w 120"/>
              <a:gd name="T29" fmla="*/ 61 h 121"/>
              <a:gd name="T30" fmla="*/ 60 w 120"/>
              <a:gd name="T31" fmla="*/ 121 h 121"/>
              <a:gd name="T32" fmla="*/ 120 w 120"/>
              <a:gd name="T33" fmla="*/ 61 h 121"/>
              <a:gd name="T34" fmla="*/ 60 w 120"/>
              <a:gd name="T35" fmla="*/ 0 h 121"/>
              <a:gd name="T36" fmla="*/ 60 w 120"/>
              <a:gd name="T37" fmla="*/ 107 h 121"/>
              <a:gd name="T38" fmla="*/ 13 w 120"/>
              <a:gd name="T39" fmla="*/ 61 h 121"/>
              <a:gd name="T40" fmla="*/ 60 w 120"/>
              <a:gd name="T41" fmla="*/ 14 h 121"/>
              <a:gd name="T42" fmla="*/ 107 w 120"/>
              <a:gd name="T43" fmla="*/ 61 h 121"/>
              <a:gd name="T44" fmla="*/ 60 w 120"/>
              <a:gd name="T45" fmla="*/ 107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0" h="121">
                <a:moveTo>
                  <a:pt x="67" y="53"/>
                </a:moveTo>
                <a:cubicBezTo>
                  <a:pt x="67" y="26"/>
                  <a:pt x="67" y="26"/>
                  <a:pt x="67" y="26"/>
                </a:cubicBezTo>
                <a:cubicBezTo>
                  <a:pt x="53" y="26"/>
                  <a:pt x="53" y="26"/>
                  <a:pt x="53" y="26"/>
                </a:cubicBezTo>
                <a:cubicBezTo>
                  <a:pt x="53" y="53"/>
                  <a:pt x="53" y="53"/>
                  <a:pt x="53" y="53"/>
                </a:cubicBezTo>
                <a:cubicBezTo>
                  <a:pt x="27" y="53"/>
                  <a:pt x="27" y="53"/>
                  <a:pt x="27" y="53"/>
                </a:cubicBezTo>
                <a:cubicBezTo>
                  <a:pt x="27" y="68"/>
                  <a:pt x="27" y="68"/>
                  <a:pt x="27" y="68"/>
                </a:cubicBezTo>
                <a:cubicBezTo>
                  <a:pt x="53" y="68"/>
                  <a:pt x="53" y="68"/>
                  <a:pt x="53" y="68"/>
                </a:cubicBezTo>
                <a:cubicBezTo>
                  <a:pt x="53" y="94"/>
                  <a:pt x="53" y="94"/>
                  <a:pt x="53" y="94"/>
                </a:cubicBezTo>
                <a:cubicBezTo>
                  <a:pt x="67" y="94"/>
                  <a:pt x="67" y="94"/>
                  <a:pt x="67" y="94"/>
                </a:cubicBezTo>
                <a:cubicBezTo>
                  <a:pt x="67" y="68"/>
                  <a:pt x="67" y="68"/>
                  <a:pt x="67" y="68"/>
                </a:cubicBezTo>
                <a:cubicBezTo>
                  <a:pt x="93" y="68"/>
                  <a:pt x="93" y="68"/>
                  <a:pt x="93" y="68"/>
                </a:cubicBezTo>
                <a:cubicBezTo>
                  <a:pt x="93" y="53"/>
                  <a:pt x="93" y="53"/>
                  <a:pt x="93" y="53"/>
                </a:cubicBezTo>
                <a:lnTo>
                  <a:pt x="67" y="53"/>
                </a:lnTo>
                <a:close/>
                <a:moveTo>
                  <a:pt x="60" y="0"/>
                </a:moveTo>
                <a:cubicBezTo>
                  <a:pt x="27" y="0"/>
                  <a:pt x="0" y="27"/>
                  <a:pt x="0" y="61"/>
                </a:cubicBezTo>
                <a:cubicBezTo>
                  <a:pt x="0" y="94"/>
                  <a:pt x="27" y="121"/>
                  <a:pt x="60" y="121"/>
                </a:cubicBezTo>
                <a:cubicBezTo>
                  <a:pt x="93" y="121"/>
                  <a:pt x="120" y="94"/>
                  <a:pt x="120" y="61"/>
                </a:cubicBezTo>
                <a:cubicBezTo>
                  <a:pt x="120" y="27"/>
                  <a:pt x="93" y="0"/>
                  <a:pt x="60" y="0"/>
                </a:cubicBezTo>
                <a:close/>
                <a:moveTo>
                  <a:pt x="60" y="107"/>
                </a:moveTo>
                <a:cubicBezTo>
                  <a:pt x="34" y="107"/>
                  <a:pt x="13" y="86"/>
                  <a:pt x="13" y="61"/>
                </a:cubicBezTo>
                <a:cubicBezTo>
                  <a:pt x="13" y="35"/>
                  <a:pt x="34" y="14"/>
                  <a:pt x="60" y="14"/>
                </a:cubicBezTo>
                <a:cubicBezTo>
                  <a:pt x="86" y="14"/>
                  <a:pt x="107" y="35"/>
                  <a:pt x="107" y="61"/>
                </a:cubicBezTo>
                <a:cubicBezTo>
                  <a:pt x="107" y="86"/>
                  <a:pt x="86" y="107"/>
                  <a:pt x="60" y="10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 name="Oval 37"/>
          <p:cNvSpPr>
            <a:spLocks noChangeArrowheads="1"/>
          </p:cNvSpPr>
          <p:nvPr/>
        </p:nvSpPr>
        <p:spPr bwMode="auto">
          <a:xfrm>
            <a:off x="9017000" y="1682751"/>
            <a:ext cx="185737" cy="185738"/>
          </a:xfrm>
          <a:prstGeom prst="ellipse">
            <a:avLst/>
          </a:prstGeom>
          <a:solidFill>
            <a:srgbClr val="EAA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 name="Freeform 38"/>
          <p:cNvSpPr>
            <a:spLocks/>
          </p:cNvSpPr>
          <p:nvPr/>
        </p:nvSpPr>
        <p:spPr bwMode="auto">
          <a:xfrm>
            <a:off x="9078913" y="1385888"/>
            <a:ext cx="61912" cy="306388"/>
          </a:xfrm>
          <a:custGeom>
            <a:avLst/>
            <a:gdLst>
              <a:gd name="T0" fmla="*/ 14 w 14"/>
              <a:gd name="T1" fmla="*/ 0 h 69"/>
              <a:gd name="T2" fmla="*/ 0 w 14"/>
              <a:gd name="T3" fmla="*/ 0 h 69"/>
              <a:gd name="T4" fmla="*/ 0 w 14"/>
              <a:gd name="T5" fmla="*/ 69 h 69"/>
              <a:gd name="T6" fmla="*/ 7 w 14"/>
              <a:gd name="T7" fmla="*/ 67 h 69"/>
              <a:gd name="T8" fmla="*/ 14 w 14"/>
              <a:gd name="T9" fmla="*/ 69 h 69"/>
              <a:gd name="T10" fmla="*/ 14 w 14"/>
              <a:gd name="T11" fmla="*/ 0 h 69"/>
            </a:gdLst>
            <a:ahLst/>
            <a:cxnLst>
              <a:cxn ang="0">
                <a:pos x="T0" y="T1"/>
              </a:cxn>
              <a:cxn ang="0">
                <a:pos x="T2" y="T3"/>
              </a:cxn>
              <a:cxn ang="0">
                <a:pos x="T4" y="T5"/>
              </a:cxn>
              <a:cxn ang="0">
                <a:pos x="T6" y="T7"/>
              </a:cxn>
              <a:cxn ang="0">
                <a:pos x="T8" y="T9"/>
              </a:cxn>
              <a:cxn ang="0">
                <a:pos x="T10" y="T11"/>
              </a:cxn>
            </a:cxnLst>
            <a:rect l="0" t="0" r="r" b="b"/>
            <a:pathLst>
              <a:path w="14" h="69">
                <a:moveTo>
                  <a:pt x="14" y="0"/>
                </a:moveTo>
                <a:cubicBezTo>
                  <a:pt x="0" y="0"/>
                  <a:pt x="0" y="0"/>
                  <a:pt x="0" y="0"/>
                </a:cubicBezTo>
                <a:cubicBezTo>
                  <a:pt x="0" y="69"/>
                  <a:pt x="0" y="69"/>
                  <a:pt x="0" y="69"/>
                </a:cubicBezTo>
                <a:cubicBezTo>
                  <a:pt x="2" y="68"/>
                  <a:pt x="5" y="67"/>
                  <a:pt x="7" y="67"/>
                </a:cubicBezTo>
                <a:cubicBezTo>
                  <a:pt x="9" y="67"/>
                  <a:pt x="12" y="68"/>
                  <a:pt x="14" y="69"/>
                </a:cubicBezTo>
                <a:cubicBezTo>
                  <a:pt x="14" y="0"/>
                  <a:pt x="14" y="0"/>
                  <a:pt x="14"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 name="Freeform 39"/>
          <p:cNvSpPr>
            <a:spLocks/>
          </p:cNvSpPr>
          <p:nvPr/>
        </p:nvSpPr>
        <p:spPr bwMode="auto">
          <a:xfrm>
            <a:off x="9078913" y="1682751"/>
            <a:ext cx="61912" cy="61913"/>
          </a:xfrm>
          <a:custGeom>
            <a:avLst/>
            <a:gdLst>
              <a:gd name="T0" fmla="*/ 7 w 14"/>
              <a:gd name="T1" fmla="*/ 0 h 14"/>
              <a:gd name="T2" fmla="*/ 0 w 14"/>
              <a:gd name="T3" fmla="*/ 2 h 14"/>
              <a:gd name="T4" fmla="*/ 0 w 14"/>
              <a:gd name="T5" fmla="*/ 14 h 14"/>
              <a:gd name="T6" fmla="*/ 14 w 14"/>
              <a:gd name="T7" fmla="*/ 14 h 14"/>
              <a:gd name="T8" fmla="*/ 14 w 14"/>
              <a:gd name="T9" fmla="*/ 2 h 14"/>
              <a:gd name="T10" fmla="*/ 7 w 14"/>
              <a:gd name="T11" fmla="*/ 0 h 14"/>
            </a:gdLst>
            <a:ahLst/>
            <a:cxnLst>
              <a:cxn ang="0">
                <a:pos x="T0" y="T1"/>
              </a:cxn>
              <a:cxn ang="0">
                <a:pos x="T2" y="T3"/>
              </a:cxn>
              <a:cxn ang="0">
                <a:pos x="T4" y="T5"/>
              </a:cxn>
              <a:cxn ang="0">
                <a:pos x="T6" y="T7"/>
              </a:cxn>
              <a:cxn ang="0">
                <a:pos x="T8" y="T9"/>
              </a:cxn>
              <a:cxn ang="0">
                <a:pos x="T10" y="T11"/>
              </a:cxn>
            </a:cxnLst>
            <a:rect l="0" t="0" r="r" b="b"/>
            <a:pathLst>
              <a:path w="14" h="14">
                <a:moveTo>
                  <a:pt x="7" y="0"/>
                </a:moveTo>
                <a:cubicBezTo>
                  <a:pt x="5" y="0"/>
                  <a:pt x="2" y="1"/>
                  <a:pt x="0" y="2"/>
                </a:cubicBezTo>
                <a:cubicBezTo>
                  <a:pt x="0" y="14"/>
                  <a:pt x="0" y="14"/>
                  <a:pt x="0" y="14"/>
                </a:cubicBezTo>
                <a:cubicBezTo>
                  <a:pt x="14" y="14"/>
                  <a:pt x="14" y="14"/>
                  <a:pt x="14" y="14"/>
                </a:cubicBezTo>
                <a:cubicBezTo>
                  <a:pt x="14" y="2"/>
                  <a:pt x="14" y="2"/>
                  <a:pt x="14" y="2"/>
                </a:cubicBezTo>
                <a:cubicBezTo>
                  <a:pt x="12" y="1"/>
                  <a:pt x="9" y="0"/>
                  <a:pt x="7" y="0"/>
                </a:cubicBezTo>
              </a:path>
            </a:pathLst>
          </a:custGeom>
          <a:solidFill>
            <a:srgbClr val="BA89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 name="Oval 40"/>
          <p:cNvSpPr>
            <a:spLocks noChangeArrowheads="1"/>
          </p:cNvSpPr>
          <p:nvPr/>
        </p:nvSpPr>
        <p:spPr bwMode="auto">
          <a:xfrm>
            <a:off x="9070975" y="1736726"/>
            <a:ext cx="79375" cy="79375"/>
          </a:xfrm>
          <a:prstGeom prst="ellipse">
            <a:avLst/>
          </a:prstGeom>
          <a:solidFill>
            <a:srgbClr val="E6EA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 name="Oval 41"/>
          <p:cNvSpPr>
            <a:spLocks noChangeArrowheads="1"/>
          </p:cNvSpPr>
          <p:nvPr/>
        </p:nvSpPr>
        <p:spPr bwMode="auto">
          <a:xfrm>
            <a:off x="9070975" y="1346201"/>
            <a:ext cx="79375" cy="79375"/>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 name="Oval 42"/>
          <p:cNvSpPr>
            <a:spLocks noChangeArrowheads="1"/>
          </p:cNvSpPr>
          <p:nvPr/>
        </p:nvSpPr>
        <p:spPr bwMode="auto">
          <a:xfrm>
            <a:off x="7402513" y="3303588"/>
            <a:ext cx="180975" cy="180975"/>
          </a:xfrm>
          <a:prstGeom prst="ellipse">
            <a:avLst/>
          </a:prstGeom>
          <a:solidFill>
            <a:srgbClr val="D167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 name="Freeform 43"/>
          <p:cNvSpPr>
            <a:spLocks/>
          </p:cNvSpPr>
          <p:nvPr/>
        </p:nvSpPr>
        <p:spPr bwMode="auto">
          <a:xfrm>
            <a:off x="7100888" y="3365501"/>
            <a:ext cx="306387" cy="57150"/>
          </a:xfrm>
          <a:custGeom>
            <a:avLst/>
            <a:gdLst>
              <a:gd name="T0" fmla="*/ 69 w 69"/>
              <a:gd name="T1" fmla="*/ 0 h 13"/>
              <a:gd name="T2" fmla="*/ 0 w 69"/>
              <a:gd name="T3" fmla="*/ 0 h 13"/>
              <a:gd name="T4" fmla="*/ 0 w 69"/>
              <a:gd name="T5" fmla="*/ 13 h 13"/>
              <a:gd name="T6" fmla="*/ 69 w 69"/>
              <a:gd name="T7" fmla="*/ 13 h 13"/>
              <a:gd name="T8" fmla="*/ 68 w 69"/>
              <a:gd name="T9" fmla="*/ 7 h 13"/>
              <a:gd name="T10" fmla="*/ 69 w 69"/>
              <a:gd name="T11" fmla="*/ 0 h 13"/>
            </a:gdLst>
            <a:ahLst/>
            <a:cxnLst>
              <a:cxn ang="0">
                <a:pos x="T0" y="T1"/>
              </a:cxn>
              <a:cxn ang="0">
                <a:pos x="T2" y="T3"/>
              </a:cxn>
              <a:cxn ang="0">
                <a:pos x="T4" y="T5"/>
              </a:cxn>
              <a:cxn ang="0">
                <a:pos x="T6" y="T7"/>
              </a:cxn>
              <a:cxn ang="0">
                <a:pos x="T8" y="T9"/>
              </a:cxn>
              <a:cxn ang="0">
                <a:pos x="T10" y="T11"/>
              </a:cxn>
            </a:cxnLst>
            <a:rect l="0" t="0" r="r" b="b"/>
            <a:pathLst>
              <a:path w="69" h="13">
                <a:moveTo>
                  <a:pt x="69" y="0"/>
                </a:moveTo>
                <a:cubicBezTo>
                  <a:pt x="0" y="0"/>
                  <a:pt x="0" y="0"/>
                  <a:pt x="0" y="0"/>
                </a:cubicBezTo>
                <a:cubicBezTo>
                  <a:pt x="0" y="13"/>
                  <a:pt x="0" y="13"/>
                  <a:pt x="0" y="13"/>
                </a:cubicBezTo>
                <a:cubicBezTo>
                  <a:pt x="69" y="13"/>
                  <a:pt x="69" y="13"/>
                  <a:pt x="69" y="13"/>
                </a:cubicBezTo>
                <a:cubicBezTo>
                  <a:pt x="68" y="11"/>
                  <a:pt x="68" y="9"/>
                  <a:pt x="68" y="7"/>
                </a:cubicBezTo>
                <a:cubicBezTo>
                  <a:pt x="68" y="4"/>
                  <a:pt x="68" y="2"/>
                  <a:pt x="69"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 name="Freeform 44"/>
          <p:cNvSpPr>
            <a:spLocks/>
          </p:cNvSpPr>
          <p:nvPr/>
        </p:nvSpPr>
        <p:spPr bwMode="auto">
          <a:xfrm>
            <a:off x="7402513" y="3365501"/>
            <a:ext cx="61912" cy="57150"/>
          </a:xfrm>
          <a:custGeom>
            <a:avLst/>
            <a:gdLst>
              <a:gd name="T0" fmla="*/ 14 w 14"/>
              <a:gd name="T1" fmla="*/ 0 h 13"/>
              <a:gd name="T2" fmla="*/ 1 w 14"/>
              <a:gd name="T3" fmla="*/ 0 h 13"/>
              <a:gd name="T4" fmla="*/ 0 w 14"/>
              <a:gd name="T5" fmla="*/ 7 h 13"/>
              <a:gd name="T6" fmla="*/ 1 w 14"/>
              <a:gd name="T7" fmla="*/ 13 h 13"/>
              <a:gd name="T8" fmla="*/ 14 w 14"/>
              <a:gd name="T9" fmla="*/ 13 h 13"/>
              <a:gd name="T10" fmla="*/ 14 w 14"/>
              <a:gd name="T11" fmla="*/ 0 h 13"/>
            </a:gdLst>
            <a:ahLst/>
            <a:cxnLst>
              <a:cxn ang="0">
                <a:pos x="T0" y="T1"/>
              </a:cxn>
              <a:cxn ang="0">
                <a:pos x="T2" y="T3"/>
              </a:cxn>
              <a:cxn ang="0">
                <a:pos x="T4" y="T5"/>
              </a:cxn>
              <a:cxn ang="0">
                <a:pos x="T6" y="T7"/>
              </a:cxn>
              <a:cxn ang="0">
                <a:pos x="T8" y="T9"/>
              </a:cxn>
              <a:cxn ang="0">
                <a:pos x="T10" y="T11"/>
              </a:cxn>
            </a:cxnLst>
            <a:rect l="0" t="0" r="r" b="b"/>
            <a:pathLst>
              <a:path w="14" h="13">
                <a:moveTo>
                  <a:pt x="14" y="0"/>
                </a:moveTo>
                <a:cubicBezTo>
                  <a:pt x="1" y="0"/>
                  <a:pt x="1" y="0"/>
                  <a:pt x="1" y="0"/>
                </a:cubicBezTo>
                <a:cubicBezTo>
                  <a:pt x="0" y="2"/>
                  <a:pt x="0" y="4"/>
                  <a:pt x="0" y="7"/>
                </a:cubicBezTo>
                <a:cubicBezTo>
                  <a:pt x="0" y="9"/>
                  <a:pt x="0" y="11"/>
                  <a:pt x="1" y="13"/>
                </a:cubicBezTo>
                <a:cubicBezTo>
                  <a:pt x="14" y="13"/>
                  <a:pt x="14" y="13"/>
                  <a:pt x="14" y="13"/>
                </a:cubicBezTo>
                <a:cubicBezTo>
                  <a:pt x="14" y="0"/>
                  <a:pt x="14" y="0"/>
                  <a:pt x="14" y="0"/>
                </a:cubicBezTo>
              </a:path>
            </a:pathLst>
          </a:custGeom>
          <a:solidFill>
            <a:srgbClr val="A958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 name="Oval 45"/>
          <p:cNvSpPr>
            <a:spLocks noChangeArrowheads="1"/>
          </p:cNvSpPr>
          <p:nvPr/>
        </p:nvSpPr>
        <p:spPr bwMode="auto">
          <a:xfrm>
            <a:off x="7450138" y="3351213"/>
            <a:ext cx="84137" cy="84138"/>
          </a:xfrm>
          <a:prstGeom prst="ellipse">
            <a:avLst/>
          </a:prstGeom>
          <a:solidFill>
            <a:srgbClr val="E6EA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 name="Oval 46"/>
          <p:cNvSpPr>
            <a:spLocks noChangeArrowheads="1"/>
          </p:cNvSpPr>
          <p:nvPr/>
        </p:nvSpPr>
        <p:spPr bwMode="auto">
          <a:xfrm>
            <a:off x="7061201" y="3355976"/>
            <a:ext cx="79375" cy="74613"/>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 name="Oval 47"/>
          <p:cNvSpPr>
            <a:spLocks noChangeArrowheads="1"/>
          </p:cNvSpPr>
          <p:nvPr/>
        </p:nvSpPr>
        <p:spPr bwMode="auto">
          <a:xfrm>
            <a:off x="10677525" y="3303588"/>
            <a:ext cx="180975" cy="180975"/>
          </a:xfrm>
          <a:prstGeom prst="ellipse">
            <a:avLst/>
          </a:prstGeom>
          <a:solidFill>
            <a:srgbClr val="4F9D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 name="Freeform 48"/>
          <p:cNvSpPr>
            <a:spLocks/>
          </p:cNvSpPr>
          <p:nvPr/>
        </p:nvSpPr>
        <p:spPr bwMode="auto">
          <a:xfrm>
            <a:off x="10853738" y="3365501"/>
            <a:ext cx="306387" cy="57150"/>
          </a:xfrm>
          <a:custGeom>
            <a:avLst/>
            <a:gdLst>
              <a:gd name="T0" fmla="*/ 69 w 69"/>
              <a:gd name="T1" fmla="*/ 0 h 13"/>
              <a:gd name="T2" fmla="*/ 0 w 69"/>
              <a:gd name="T3" fmla="*/ 0 h 13"/>
              <a:gd name="T4" fmla="*/ 1 w 69"/>
              <a:gd name="T5" fmla="*/ 7 h 13"/>
              <a:gd name="T6" fmla="*/ 0 w 69"/>
              <a:gd name="T7" fmla="*/ 13 h 13"/>
              <a:gd name="T8" fmla="*/ 69 w 69"/>
              <a:gd name="T9" fmla="*/ 13 h 13"/>
              <a:gd name="T10" fmla="*/ 69 w 69"/>
              <a:gd name="T11" fmla="*/ 0 h 13"/>
            </a:gdLst>
            <a:ahLst/>
            <a:cxnLst>
              <a:cxn ang="0">
                <a:pos x="T0" y="T1"/>
              </a:cxn>
              <a:cxn ang="0">
                <a:pos x="T2" y="T3"/>
              </a:cxn>
              <a:cxn ang="0">
                <a:pos x="T4" y="T5"/>
              </a:cxn>
              <a:cxn ang="0">
                <a:pos x="T6" y="T7"/>
              </a:cxn>
              <a:cxn ang="0">
                <a:pos x="T8" y="T9"/>
              </a:cxn>
              <a:cxn ang="0">
                <a:pos x="T10" y="T11"/>
              </a:cxn>
            </a:cxnLst>
            <a:rect l="0" t="0" r="r" b="b"/>
            <a:pathLst>
              <a:path w="69" h="13">
                <a:moveTo>
                  <a:pt x="69" y="0"/>
                </a:moveTo>
                <a:cubicBezTo>
                  <a:pt x="0" y="0"/>
                  <a:pt x="0" y="0"/>
                  <a:pt x="0" y="0"/>
                </a:cubicBezTo>
                <a:cubicBezTo>
                  <a:pt x="1" y="2"/>
                  <a:pt x="1" y="4"/>
                  <a:pt x="1" y="7"/>
                </a:cubicBezTo>
                <a:cubicBezTo>
                  <a:pt x="1" y="9"/>
                  <a:pt x="1" y="11"/>
                  <a:pt x="0" y="13"/>
                </a:cubicBezTo>
                <a:cubicBezTo>
                  <a:pt x="69" y="13"/>
                  <a:pt x="69" y="13"/>
                  <a:pt x="69" y="13"/>
                </a:cubicBezTo>
                <a:cubicBezTo>
                  <a:pt x="69" y="0"/>
                  <a:pt x="69" y="0"/>
                  <a:pt x="69"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 name="Freeform 49"/>
          <p:cNvSpPr>
            <a:spLocks/>
          </p:cNvSpPr>
          <p:nvPr/>
        </p:nvSpPr>
        <p:spPr bwMode="auto">
          <a:xfrm>
            <a:off x="10796588" y="3365501"/>
            <a:ext cx="61912" cy="57150"/>
          </a:xfrm>
          <a:custGeom>
            <a:avLst/>
            <a:gdLst>
              <a:gd name="T0" fmla="*/ 13 w 14"/>
              <a:gd name="T1" fmla="*/ 0 h 13"/>
              <a:gd name="T2" fmla="*/ 0 w 14"/>
              <a:gd name="T3" fmla="*/ 0 h 13"/>
              <a:gd name="T4" fmla="*/ 0 w 14"/>
              <a:gd name="T5" fmla="*/ 13 h 13"/>
              <a:gd name="T6" fmla="*/ 13 w 14"/>
              <a:gd name="T7" fmla="*/ 13 h 13"/>
              <a:gd name="T8" fmla="*/ 14 w 14"/>
              <a:gd name="T9" fmla="*/ 7 h 13"/>
              <a:gd name="T10" fmla="*/ 13 w 14"/>
              <a:gd name="T11" fmla="*/ 0 h 13"/>
            </a:gdLst>
            <a:ahLst/>
            <a:cxnLst>
              <a:cxn ang="0">
                <a:pos x="T0" y="T1"/>
              </a:cxn>
              <a:cxn ang="0">
                <a:pos x="T2" y="T3"/>
              </a:cxn>
              <a:cxn ang="0">
                <a:pos x="T4" y="T5"/>
              </a:cxn>
              <a:cxn ang="0">
                <a:pos x="T6" y="T7"/>
              </a:cxn>
              <a:cxn ang="0">
                <a:pos x="T8" y="T9"/>
              </a:cxn>
              <a:cxn ang="0">
                <a:pos x="T10" y="T11"/>
              </a:cxn>
            </a:cxnLst>
            <a:rect l="0" t="0" r="r" b="b"/>
            <a:pathLst>
              <a:path w="14" h="13">
                <a:moveTo>
                  <a:pt x="13" y="0"/>
                </a:moveTo>
                <a:cubicBezTo>
                  <a:pt x="0" y="0"/>
                  <a:pt x="0" y="0"/>
                  <a:pt x="0" y="0"/>
                </a:cubicBezTo>
                <a:cubicBezTo>
                  <a:pt x="0" y="13"/>
                  <a:pt x="0" y="13"/>
                  <a:pt x="0" y="13"/>
                </a:cubicBezTo>
                <a:cubicBezTo>
                  <a:pt x="13" y="13"/>
                  <a:pt x="13" y="13"/>
                  <a:pt x="13" y="13"/>
                </a:cubicBezTo>
                <a:cubicBezTo>
                  <a:pt x="14" y="11"/>
                  <a:pt x="14" y="9"/>
                  <a:pt x="14" y="7"/>
                </a:cubicBezTo>
                <a:cubicBezTo>
                  <a:pt x="14" y="4"/>
                  <a:pt x="14" y="2"/>
                  <a:pt x="13" y="0"/>
                </a:cubicBezTo>
              </a:path>
            </a:pathLst>
          </a:custGeom>
          <a:solidFill>
            <a:srgbClr val="3786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 name="Oval 50"/>
          <p:cNvSpPr>
            <a:spLocks noChangeArrowheads="1"/>
          </p:cNvSpPr>
          <p:nvPr/>
        </p:nvSpPr>
        <p:spPr bwMode="auto">
          <a:xfrm>
            <a:off x="10729913" y="3351213"/>
            <a:ext cx="79375" cy="84138"/>
          </a:xfrm>
          <a:prstGeom prst="ellipse">
            <a:avLst/>
          </a:prstGeom>
          <a:solidFill>
            <a:srgbClr val="E6EA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 name="Oval 51"/>
          <p:cNvSpPr>
            <a:spLocks noChangeArrowheads="1"/>
          </p:cNvSpPr>
          <p:nvPr/>
        </p:nvSpPr>
        <p:spPr bwMode="auto">
          <a:xfrm>
            <a:off x="11120438" y="3355976"/>
            <a:ext cx="79375" cy="74613"/>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 name="Oval 52"/>
          <p:cNvSpPr>
            <a:spLocks noChangeArrowheads="1"/>
          </p:cNvSpPr>
          <p:nvPr/>
        </p:nvSpPr>
        <p:spPr bwMode="auto">
          <a:xfrm>
            <a:off x="9017000" y="4989513"/>
            <a:ext cx="185737" cy="180975"/>
          </a:xfrm>
          <a:prstGeom prst="ellipse">
            <a:avLst/>
          </a:pr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 name="Freeform 53"/>
          <p:cNvSpPr>
            <a:spLocks/>
          </p:cNvSpPr>
          <p:nvPr/>
        </p:nvSpPr>
        <p:spPr bwMode="auto">
          <a:xfrm>
            <a:off x="9078913" y="5165726"/>
            <a:ext cx="61912" cy="306388"/>
          </a:xfrm>
          <a:custGeom>
            <a:avLst/>
            <a:gdLst>
              <a:gd name="T0" fmla="*/ 14 w 14"/>
              <a:gd name="T1" fmla="*/ 0 h 69"/>
              <a:gd name="T2" fmla="*/ 7 w 14"/>
              <a:gd name="T3" fmla="*/ 1 h 69"/>
              <a:gd name="T4" fmla="*/ 0 w 14"/>
              <a:gd name="T5" fmla="*/ 0 h 69"/>
              <a:gd name="T6" fmla="*/ 0 w 14"/>
              <a:gd name="T7" fmla="*/ 69 h 69"/>
              <a:gd name="T8" fmla="*/ 14 w 14"/>
              <a:gd name="T9" fmla="*/ 69 h 69"/>
              <a:gd name="T10" fmla="*/ 14 w 14"/>
              <a:gd name="T11" fmla="*/ 0 h 69"/>
            </a:gdLst>
            <a:ahLst/>
            <a:cxnLst>
              <a:cxn ang="0">
                <a:pos x="T0" y="T1"/>
              </a:cxn>
              <a:cxn ang="0">
                <a:pos x="T2" y="T3"/>
              </a:cxn>
              <a:cxn ang="0">
                <a:pos x="T4" y="T5"/>
              </a:cxn>
              <a:cxn ang="0">
                <a:pos x="T6" y="T7"/>
              </a:cxn>
              <a:cxn ang="0">
                <a:pos x="T8" y="T9"/>
              </a:cxn>
              <a:cxn ang="0">
                <a:pos x="T10" y="T11"/>
              </a:cxn>
            </a:cxnLst>
            <a:rect l="0" t="0" r="r" b="b"/>
            <a:pathLst>
              <a:path w="14" h="69">
                <a:moveTo>
                  <a:pt x="14" y="0"/>
                </a:moveTo>
                <a:cubicBezTo>
                  <a:pt x="12" y="1"/>
                  <a:pt x="9" y="1"/>
                  <a:pt x="7" y="1"/>
                </a:cubicBezTo>
                <a:cubicBezTo>
                  <a:pt x="5" y="1"/>
                  <a:pt x="2" y="1"/>
                  <a:pt x="0" y="0"/>
                </a:cubicBezTo>
                <a:cubicBezTo>
                  <a:pt x="0" y="69"/>
                  <a:pt x="0" y="69"/>
                  <a:pt x="0" y="69"/>
                </a:cubicBezTo>
                <a:cubicBezTo>
                  <a:pt x="14" y="69"/>
                  <a:pt x="14" y="69"/>
                  <a:pt x="14" y="69"/>
                </a:cubicBezTo>
                <a:cubicBezTo>
                  <a:pt x="14" y="0"/>
                  <a:pt x="14" y="0"/>
                  <a:pt x="14"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 name="Freeform 54"/>
          <p:cNvSpPr>
            <a:spLocks/>
          </p:cNvSpPr>
          <p:nvPr/>
        </p:nvSpPr>
        <p:spPr bwMode="auto">
          <a:xfrm>
            <a:off x="9078913" y="5108576"/>
            <a:ext cx="61912" cy="61913"/>
          </a:xfrm>
          <a:custGeom>
            <a:avLst/>
            <a:gdLst>
              <a:gd name="T0" fmla="*/ 14 w 14"/>
              <a:gd name="T1" fmla="*/ 0 h 14"/>
              <a:gd name="T2" fmla="*/ 0 w 14"/>
              <a:gd name="T3" fmla="*/ 0 h 14"/>
              <a:gd name="T4" fmla="*/ 0 w 14"/>
              <a:gd name="T5" fmla="*/ 13 h 14"/>
              <a:gd name="T6" fmla="*/ 7 w 14"/>
              <a:gd name="T7" fmla="*/ 14 h 14"/>
              <a:gd name="T8" fmla="*/ 14 w 14"/>
              <a:gd name="T9" fmla="*/ 13 h 14"/>
              <a:gd name="T10" fmla="*/ 14 w 14"/>
              <a:gd name="T11" fmla="*/ 0 h 14"/>
            </a:gdLst>
            <a:ahLst/>
            <a:cxnLst>
              <a:cxn ang="0">
                <a:pos x="T0" y="T1"/>
              </a:cxn>
              <a:cxn ang="0">
                <a:pos x="T2" y="T3"/>
              </a:cxn>
              <a:cxn ang="0">
                <a:pos x="T4" y="T5"/>
              </a:cxn>
              <a:cxn ang="0">
                <a:pos x="T6" y="T7"/>
              </a:cxn>
              <a:cxn ang="0">
                <a:pos x="T8" y="T9"/>
              </a:cxn>
              <a:cxn ang="0">
                <a:pos x="T10" y="T11"/>
              </a:cxn>
            </a:cxnLst>
            <a:rect l="0" t="0" r="r" b="b"/>
            <a:pathLst>
              <a:path w="14" h="14">
                <a:moveTo>
                  <a:pt x="14" y="0"/>
                </a:moveTo>
                <a:cubicBezTo>
                  <a:pt x="0" y="0"/>
                  <a:pt x="0" y="0"/>
                  <a:pt x="0" y="0"/>
                </a:cubicBezTo>
                <a:cubicBezTo>
                  <a:pt x="0" y="13"/>
                  <a:pt x="0" y="13"/>
                  <a:pt x="0" y="13"/>
                </a:cubicBezTo>
                <a:cubicBezTo>
                  <a:pt x="2" y="14"/>
                  <a:pt x="5" y="14"/>
                  <a:pt x="7" y="14"/>
                </a:cubicBezTo>
                <a:cubicBezTo>
                  <a:pt x="9" y="14"/>
                  <a:pt x="12" y="14"/>
                  <a:pt x="14" y="13"/>
                </a:cubicBezTo>
                <a:cubicBezTo>
                  <a:pt x="14" y="0"/>
                  <a:pt x="14" y="0"/>
                  <a:pt x="14" y="0"/>
                </a:cubicBezTo>
              </a:path>
            </a:pathLst>
          </a:custGeom>
          <a:solidFill>
            <a:srgbClr val="4D55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 name="Oval 55"/>
          <p:cNvSpPr>
            <a:spLocks noChangeArrowheads="1"/>
          </p:cNvSpPr>
          <p:nvPr/>
        </p:nvSpPr>
        <p:spPr bwMode="auto">
          <a:xfrm>
            <a:off x="9070975" y="5037138"/>
            <a:ext cx="79375" cy="84138"/>
          </a:xfrm>
          <a:prstGeom prst="ellipse">
            <a:avLst/>
          </a:prstGeom>
          <a:solidFill>
            <a:srgbClr val="E6EA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 name="Oval 56"/>
          <p:cNvSpPr>
            <a:spLocks noChangeArrowheads="1"/>
          </p:cNvSpPr>
          <p:nvPr/>
        </p:nvSpPr>
        <p:spPr bwMode="auto">
          <a:xfrm>
            <a:off x="9070975" y="5432426"/>
            <a:ext cx="79375" cy="74613"/>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1" name="文本框 110"/>
          <p:cNvSpPr txBox="1"/>
          <p:nvPr/>
        </p:nvSpPr>
        <p:spPr>
          <a:xfrm>
            <a:off x="10761612" y="3437949"/>
            <a:ext cx="1498039" cy="369332"/>
          </a:xfrm>
          <a:prstGeom prst="rect">
            <a:avLst/>
          </a:prstGeom>
          <a:noFill/>
        </p:spPr>
        <p:txBody>
          <a:bodyPr wrap="none" rtlCol="0">
            <a:spAutoFit/>
          </a:bodyPr>
          <a:lstStyle/>
          <a:p>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Sample</a:t>
            </a:r>
            <a:r>
              <a:rPr lang="en-US" altLang="zh-CN" dirty="0">
                <a:solidFill>
                  <a:srgbClr val="859291"/>
                </a:solidFill>
                <a:latin typeface="Tahoma" panose="020B0604030504040204" pitchFamily="34" charset="0"/>
                <a:ea typeface="Tahoma" panose="020B0604030504040204" pitchFamily="34" charset="0"/>
                <a:cs typeface="Tahoma" panose="020B0604030504040204" pitchFamily="34" charset="0"/>
              </a:rPr>
              <a:t> </a:t>
            </a:r>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Text</a:t>
            </a:r>
            <a:r>
              <a:rPr lang="en-US" altLang="zh-CN" dirty="0">
                <a:solidFill>
                  <a:srgbClr val="859291"/>
                </a:solidFill>
                <a:latin typeface="Tahoma" panose="020B0604030504040204" pitchFamily="34" charset="0"/>
                <a:ea typeface="Tahoma" panose="020B0604030504040204" pitchFamily="34" charset="0"/>
                <a:cs typeface="Tahoma" panose="020B0604030504040204" pitchFamily="34" charset="0"/>
              </a:rPr>
              <a:t>.</a:t>
            </a:r>
            <a:endParaRPr lang="zh-CN" altLang="en-US" dirty="0">
              <a:solidFill>
                <a:srgbClr val="859291"/>
              </a:solidFill>
              <a:latin typeface="Tahoma" panose="020B0604030504040204" pitchFamily="34" charset="0"/>
              <a:cs typeface="Tahoma" panose="020B0604030504040204" pitchFamily="34" charset="0"/>
            </a:endParaRPr>
          </a:p>
        </p:txBody>
      </p:sp>
      <p:sp>
        <p:nvSpPr>
          <p:cNvPr id="112" name="文本框 111"/>
          <p:cNvSpPr txBox="1"/>
          <p:nvPr/>
        </p:nvSpPr>
        <p:spPr>
          <a:xfrm>
            <a:off x="10752524" y="2733500"/>
            <a:ext cx="716863" cy="707886"/>
          </a:xfrm>
          <a:prstGeom prst="rect">
            <a:avLst/>
          </a:prstGeom>
          <a:noFill/>
        </p:spPr>
        <p:txBody>
          <a:bodyPr wrap="none" rtlCol="0">
            <a:spAutoFit/>
          </a:bodyPr>
          <a:lstStyle/>
          <a:p>
            <a:r>
              <a:rPr lang="en-US" altLang="zh-CN" sz="4000" dirty="0">
                <a:solidFill>
                  <a:srgbClr val="605E5E"/>
                </a:solidFill>
                <a:latin typeface="Impact" panose="020B0806030902050204" pitchFamily="34" charset="0"/>
                <a:cs typeface="Aharoni" panose="02010803020104030203" pitchFamily="2" charset="-79"/>
              </a:rPr>
              <a:t>04</a:t>
            </a:r>
            <a:endParaRPr lang="zh-CN" altLang="en-US" sz="4000" dirty="0">
              <a:solidFill>
                <a:srgbClr val="605E5E"/>
              </a:solidFill>
              <a:latin typeface="Impact" panose="020B0806030902050204" pitchFamily="34" charset="0"/>
              <a:cs typeface="Aharoni" panose="02010803020104030203" pitchFamily="2" charset="-79"/>
            </a:endParaRPr>
          </a:p>
        </p:txBody>
      </p:sp>
      <p:sp>
        <p:nvSpPr>
          <p:cNvPr id="113" name="文本框 112"/>
          <p:cNvSpPr txBox="1"/>
          <p:nvPr/>
        </p:nvSpPr>
        <p:spPr>
          <a:xfrm>
            <a:off x="6121680" y="3451442"/>
            <a:ext cx="1498039" cy="369332"/>
          </a:xfrm>
          <a:prstGeom prst="rect">
            <a:avLst/>
          </a:prstGeom>
          <a:noFill/>
        </p:spPr>
        <p:txBody>
          <a:bodyPr wrap="none" rtlCol="0">
            <a:spAutoFit/>
          </a:bodyPr>
          <a:lstStyle/>
          <a:p>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Sample</a:t>
            </a:r>
            <a:r>
              <a:rPr lang="en-US" altLang="zh-CN" dirty="0">
                <a:solidFill>
                  <a:srgbClr val="859291"/>
                </a:solidFill>
                <a:latin typeface="Tahoma" panose="020B0604030504040204" pitchFamily="34" charset="0"/>
                <a:ea typeface="Tahoma" panose="020B0604030504040204" pitchFamily="34" charset="0"/>
                <a:cs typeface="Tahoma" panose="020B0604030504040204" pitchFamily="34" charset="0"/>
              </a:rPr>
              <a:t> </a:t>
            </a:r>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Text</a:t>
            </a:r>
            <a:r>
              <a:rPr lang="en-US" altLang="zh-CN" dirty="0">
                <a:solidFill>
                  <a:srgbClr val="859291"/>
                </a:solidFill>
                <a:latin typeface="Tahoma" panose="020B0604030504040204" pitchFamily="34" charset="0"/>
                <a:ea typeface="Tahoma" panose="020B0604030504040204" pitchFamily="34" charset="0"/>
                <a:cs typeface="Tahoma" panose="020B0604030504040204" pitchFamily="34" charset="0"/>
              </a:rPr>
              <a:t>.</a:t>
            </a:r>
            <a:endParaRPr lang="zh-CN" altLang="en-US" dirty="0">
              <a:solidFill>
                <a:srgbClr val="859291"/>
              </a:solidFill>
              <a:latin typeface="Tahoma" panose="020B0604030504040204" pitchFamily="34" charset="0"/>
              <a:cs typeface="Tahoma" panose="020B0604030504040204" pitchFamily="34" charset="0"/>
            </a:endParaRPr>
          </a:p>
        </p:txBody>
      </p:sp>
      <p:sp>
        <p:nvSpPr>
          <p:cNvPr id="114" name="文本框 113"/>
          <p:cNvSpPr txBox="1"/>
          <p:nvPr/>
        </p:nvSpPr>
        <p:spPr>
          <a:xfrm>
            <a:off x="6780441" y="2746993"/>
            <a:ext cx="718466" cy="707886"/>
          </a:xfrm>
          <a:prstGeom prst="rect">
            <a:avLst/>
          </a:prstGeom>
          <a:noFill/>
        </p:spPr>
        <p:txBody>
          <a:bodyPr wrap="none" rtlCol="0">
            <a:spAutoFit/>
          </a:bodyPr>
          <a:lstStyle/>
          <a:p>
            <a:r>
              <a:rPr lang="en-US" altLang="zh-CN" sz="4000" dirty="0">
                <a:solidFill>
                  <a:srgbClr val="605E5E"/>
                </a:solidFill>
                <a:latin typeface="Impact" panose="020B0806030902050204" pitchFamily="34" charset="0"/>
                <a:cs typeface="Aharoni" panose="02010803020104030203" pitchFamily="2" charset="-79"/>
              </a:rPr>
              <a:t>02</a:t>
            </a:r>
            <a:endParaRPr lang="zh-CN" altLang="en-US" sz="4000" dirty="0">
              <a:solidFill>
                <a:srgbClr val="605E5E"/>
              </a:solidFill>
              <a:latin typeface="Impact" panose="020B0806030902050204" pitchFamily="34" charset="0"/>
              <a:cs typeface="Aharoni" panose="02010803020104030203" pitchFamily="2" charset="-79"/>
            </a:endParaRPr>
          </a:p>
        </p:txBody>
      </p:sp>
      <p:sp>
        <p:nvSpPr>
          <p:cNvPr id="115" name="文本框 114"/>
          <p:cNvSpPr txBox="1"/>
          <p:nvPr/>
        </p:nvSpPr>
        <p:spPr>
          <a:xfrm>
            <a:off x="8750938" y="396103"/>
            <a:ext cx="655949" cy="707886"/>
          </a:xfrm>
          <a:prstGeom prst="rect">
            <a:avLst/>
          </a:prstGeom>
          <a:noFill/>
        </p:spPr>
        <p:txBody>
          <a:bodyPr wrap="none" rtlCol="0">
            <a:spAutoFit/>
          </a:bodyPr>
          <a:lstStyle/>
          <a:p>
            <a:r>
              <a:rPr lang="en-US" altLang="zh-CN" sz="4000" dirty="0">
                <a:solidFill>
                  <a:srgbClr val="605E5E"/>
                </a:solidFill>
                <a:latin typeface="Impact" panose="020B0806030902050204" pitchFamily="34" charset="0"/>
                <a:cs typeface="Aharoni" panose="02010803020104030203" pitchFamily="2" charset="-79"/>
              </a:rPr>
              <a:t>01</a:t>
            </a:r>
            <a:endParaRPr lang="zh-CN" altLang="en-US" sz="4000" dirty="0">
              <a:solidFill>
                <a:srgbClr val="605E5E"/>
              </a:solidFill>
              <a:latin typeface="Impact" panose="020B0806030902050204" pitchFamily="34" charset="0"/>
              <a:cs typeface="Aharoni" panose="02010803020104030203" pitchFamily="2" charset="-79"/>
            </a:endParaRPr>
          </a:p>
        </p:txBody>
      </p:sp>
      <p:sp>
        <p:nvSpPr>
          <p:cNvPr id="116" name="文本框 115"/>
          <p:cNvSpPr txBox="1"/>
          <p:nvPr/>
        </p:nvSpPr>
        <p:spPr>
          <a:xfrm>
            <a:off x="8329893" y="973083"/>
            <a:ext cx="1498039" cy="369332"/>
          </a:xfrm>
          <a:prstGeom prst="rect">
            <a:avLst/>
          </a:prstGeom>
          <a:noFill/>
        </p:spPr>
        <p:txBody>
          <a:bodyPr wrap="none" rtlCol="0">
            <a:spAutoFit/>
          </a:bodyPr>
          <a:lstStyle/>
          <a:p>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Sample Text</a:t>
            </a:r>
            <a:r>
              <a:rPr lang="en-US" altLang="zh-CN" dirty="0">
                <a:solidFill>
                  <a:srgbClr val="859291"/>
                </a:solidFill>
                <a:latin typeface="Tahoma" panose="020B0604030504040204" pitchFamily="34" charset="0"/>
                <a:ea typeface="Tahoma" panose="020B0604030504040204" pitchFamily="34" charset="0"/>
                <a:cs typeface="Tahoma" panose="020B0604030504040204" pitchFamily="34" charset="0"/>
              </a:rPr>
              <a:t>.</a:t>
            </a:r>
            <a:endParaRPr lang="zh-CN" altLang="en-US" dirty="0">
              <a:solidFill>
                <a:srgbClr val="859291"/>
              </a:solidFill>
              <a:latin typeface="Tahoma" panose="020B0604030504040204" pitchFamily="34" charset="0"/>
              <a:cs typeface="Tahoma" panose="020B0604030504040204" pitchFamily="34" charset="0"/>
            </a:endParaRPr>
          </a:p>
        </p:txBody>
      </p:sp>
      <p:sp>
        <p:nvSpPr>
          <p:cNvPr id="122" name="文本框 121"/>
          <p:cNvSpPr txBox="1"/>
          <p:nvPr/>
        </p:nvSpPr>
        <p:spPr>
          <a:xfrm>
            <a:off x="8750938" y="5476280"/>
            <a:ext cx="732893" cy="707886"/>
          </a:xfrm>
          <a:prstGeom prst="rect">
            <a:avLst/>
          </a:prstGeom>
          <a:noFill/>
        </p:spPr>
        <p:txBody>
          <a:bodyPr wrap="none" rtlCol="0">
            <a:spAutoFit/>
          </a:bodyPr>
          <a:lstStyle/>
          <a:p>
            <a:r>
              <a:rPr lang="en-US" altLang="zh-CN" sz="4000" dirty="0">
                <a:solidFill>
                  <a:srgbClr val="605E5E"/>
                </a:solidFill>
                <a:latin typeface="Impact" panose="020B0806030902050204" pitchFamily="34" charset="0"/>
                <a:cs typeface="Aharoni" panose="02010803020104030203" pitchFamily="2" charset="-79"/>
              </a:rPr>
              <a:t>03</a:t>
            </a:r>
            <a:endParaRPr lang="zh-CN" altLang="en-US" sz="4000" dirty="0">
              <a:solidFill>
                <a:srgbClr val="605E5E"/>
              </a:solidFill>
              <a:latin typeface="Impact" panose="020B0806030902050204" pitchFamily="34" charset="0"/>
              <a:cs typeface="Aharoni" panose="02010803020104030203" pitchFamily="2" charset="-79"/>
            </a:endParaRPr>
          </a:p>
        </p:txBody>
      </p:sp>
      <p:sp>
        <p:nvSpPr>
          <p:cNvPr id="123" name="文本框 122"/>
          <p:cNvSpPr txBox="1"/>
          <p:nvPr/>
        </p:nvSpPr>
        <p:spPr>
          <a:xfrm>
            <a:off x="8329893" y="6053260"/>
            <a:ext cx="1498039" cy="369332"/>
          </a:xfrm>
          <a:prstGeom prst="rect">
            <a:avLst/>
          </a:prstGeom>
          <a:noFill/>
        </p:spPr>
        <p:txBody>
          <a:bodyPr wrap="none" rtlCol="0">
            <a:spAutoFit/>
          </a:bodyPr>
          <a:lstStyle/>
          <a:p>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Sample Text</a:t>
            </a:r>
            <a:r>
              <a:rPr lang="en-US" altLang="zh-CN" dirty="0">
                <a:solidFill>
                  <a:srgbClr val="859291"/>
                </a:solidFill>
                <a:latin typeface="Tahoma" panose="020B0604030504040204" pitchFamily="34" charset="0"/>
                <a:ea typeface="Tahoma" panose="020B0604030504040204" pitchFamily="34" charset="0"/>
                <a:cs typeface="Tahoma" panose="020B0604030504040204" pitchFamily="34" charset="0"/>
              </a:rPr>
              <a:t>.</a:t>
            </a:r>
            <a:endParaRPr lang="zh-CN" altLang="en-US" dirty="0">
              <a:solidFill>
                <a:srgbClr val="859291"/>
              </a:solidFill>
              <a:latin typeface="Tahoma" panose="020B0604030504040204" pitchFamily="34" charset="0"/>
              <a:cs typeface="Tahoma" panose="020B0604030504040204" pitchFamily="34" charset="0"/>
            </a:endParaRPr>
          </a:p>
        </p:txBody>
      </p:sp>
      <p:sp>
        <p:nvSpPr>
          <p:cNvPr id="69"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375365978"/>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 name="Freeform 60"/>
          <p:cNvSpPr>
            <a:spLocks/>
          </p:cNvSpPr>
          <p:nvPr/>
        </p:nvSpPr>
        <p:spPr bwMode="auto">
          <a:xfrm>
            <a:off x="1007063" y="3889553"/>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 name="文本框 86"/>
          <p:cNvSpPr txBox="1"/>
          <p:nvPr/>
        </p:nvSpPr>
        <p:spPr>
          <a:xfrm>
            <a:off x="940215" y="4689154"/>
            <a:ext cx="4096734" cy="1421928"/>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网络</a:t>
            </a:r>
            <a:r>
              <a:rPr lang="en-US" altLang="zh-CN" dirty="0">
                <a:solidFill>
                  <a:prstClr val="black">
                    <a:lumMod val="65000"/>
                    <a:lumOff val="35000"/>
                  </a:prstClr>
                </a:solidFill>
                <a:latin typeface="微软雅黑" panose="020B0503020204020204" pitchFamily="34" charset="-122"/>
              </a:rPr>
              <a:t>EPS</a:t>
            </a:r>
            <a:r>
              <a:rPr lang="zh-CN" altLang="en-US" dirty="0">
                <a:solidFill>
                  <a:prstClr val="black">
                    <a:lumMod val="65000"/>
                    <a:lumOff val="35000"/>
                  </a:prstClr>
                </a:solidFill>
                <a:latin typeface="微软雅黑" panose="020B0503020204020204" pitchFamily="34" charset="-122"/>
              </a:rPr>
              <a:t>素材改编；</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文字、颜色可随意更改；</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矢量图标可替换；</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可根据具体情况调整文字位置。</a:t>
            </a:r>
            <a:endParaRPr lang="en-US" altLang="zh-CN" dirty="0">
              <a:solidFill>
                <a:prstClr val="black">
                  <a:lumMod val="65000"/>
                  <a:lumOff val="35000"/>
                </a:prstClr>
              </a:solidFill>
              <a:latin typeface="微软雅黑" panose="020B0503020204020204" pitchFamily="34" charset="-122"/>
            </a:endParaRPr>
          </a:p>
        </p:txBody>
      </p:sp>
      <p:sp>
        <p:nvSpPr>
          <p:cNvPr id="88" name="圆角矩形 87"/>
          <p:cNvSpPr/>
          <p:nvPr/>
        </p:nvSpPr>
        <p:spPr>
          <a:xfrm>
            <a:off x="1674755" y="4048838"/>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89" name="等腰三角形 88"/>
          <p:cNvSpPr/>
          <p:nvPr/>
        </p:nvSpPr>
        <p:spPr>
          <a:xfrm rot="16200000">
            <a:off x="1600123" y="4116382"/>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grpSp>
        <p:nvGrpSpPr>
          <p:cNvPr id="105" name="组合 104"/>
          <p:cNvGrpSpPr/>
          <p:nvPr/>
        </p:nvGrpSpPr>
        <p:grpSpPr>
          <a:xfrm>
            <a:off x="5911850" y="581026"/>
            <a:ext cx="5826126" cy="5695950"/>
            <a:chOff x="5911850" y="581026"/>
            <a:chExt cx="5826126" cy="5695950"/>
          </a:xfrm>
        </p:grpSpPr>
        <p:sp>
          <p:nvSpPr>
            <p:cNvPr id="80" name="Oval 24"/>
            <p:cNvSpPr>
              <a:spLocks noChangeArrowheads="1"/>
            </p:cNvSpPr>
            <p:nvPr/>
          </p:nvSpPr>
          <p:spPr bwMode="auto">
            <a:xfrm>
              <a:off x="8874125" y="1706563"/>
              <a:ext cx="1609725" cy="1609725"/>
            </a:xfrm>
            <a:prstGeom prst="ellipse">
              <a:avLst/>
            </a:prstGeom>
            <a:solidFill>
              <a:srgbClr val="B3B2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 name="Oval 25"/>
            <p:cNvSpPr>
              <a:spLocks noChangeArrowheads="1"/>
            </p:cNvSpPr>
            <p:nvPr/>
          </p:nvSpPr>
          <p:spPr bwMode="auto">
            <a:xfrm>
              <a:off x="7780338" y="581026"/>
              <a:ext cx="1093788" cy="1093788"/>
            </a:xfrm>
            <a:prstGeom prst="ellipse">
              <a:avLst/>
            </a:prstGeom>
            <a:solidFill>
              <a:srgbClr val="B3B2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 name="Freeform 26"/>
            <p:cNvSpPr>
              <a:spLocks/>
            </p:cNvSpPr>
            <p:nvPr/>
          </p:nvSpPr>
          <p:spPr bwMode="auto">
            <a:xfrm>
              <a:off x="8285163" y="1098551"/>
              <a:ext cx="1350963" cy="1350963"/>
            </a:xfrm>
            <a:custGeom>
              <a:avLst/>
              <a:gdLst>
                <a:gd name="T0" fmla="*/ 565 w 1289"/>
                <a:gd name="T1" fmla="*/ 1289 h 1289"/>
                <a:gd name="T2" fmla="*/ 0 w 1289"/>
                <a:gd name="T3" fmla="*/ 549 h 1289"/>
                <a:gd name="T4" fmla="*/ 562 w 1289"/>
                <a:gd name="T5" fmla="*/ 0 h 1289"/>
                <a:gd name="T6" fmla="*/ 1289 w 1289"/>
                <a:gd name="T7" fmla="*/ 582 h 1289"/>
                <a:gd name="T8" fmla="*/ 565 w 1289"/>
                <a:gd name="T9" fmla="*/ 1289 h 1289"/>
              </a:gdLst>
              <a:ahLst/>
              <a:cxnLst>
                <a:cxn ang="0">
                  <a:pos x="T0" y="T1"/>
                </a:cxn>
                <a:cxn ang="0">
                  <a:pos x="T2" y="T3"/>
                </a:cxn>
                <a:cxn ang="0">
                  <a:pos x="T4" y="T5"/>
                </a:cxn>
                <a:cxn ang="0">
                  <a:pos x="T6" y="T7"/>
                </a:cxn>
                <a:cxn ang="0">
                  <a:pos x="T8" y="T9"/>
                </a:cxn>
              </a:cxnLst>
              <a:rect l="0" t="0" r="r" b="b"/>
              <a:pathLst>
                <a:path w="1289" h="1289">
                  <a:moveTo>
                    <a:pt x="565" y="1289"/>
                  </a:moveTo>
                  <a:cubicBezTo>
                    <a:pt x="609" y="736"/>
                    <a:pt x="376" y="579"/>
                    <a:pt x="0" y="549"/>
                  </a:cubicBezTo>
                  <a:cubicBezTo>
                    <a:pt x="562" y="0"/>
                    <a:pt x="562" y="0"/>
                    <a:pt x="562" y="0"/>
                  </a:cubicBezTo>
                  <a:cubicBezTo>
                    <a:pt x="583" y="376"/>
                    <a:pt x="735" y="613"/>
                    <a:pt x="1289" y="582"/>
                  </a:cubicBezTo>
                  <a:lnTo>
                    <a:pt x="565" y="1289"/>
                  </a:lnTo>
                  <a:close/>
                </a:path>
              </a:pathLst>
            </a:custGeom>
            <a:solidFill>
              <a:srgbClr val="B3B2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 name="Oval 27"/>
            <p:cNvSpPr>
              <a:spLocks noChangeArrowheads="1"/>
            </p:cNvSpPr>
            <p:nvPr/>
          </p:nvSpPr>
          <p:spPr bwMode="auto">
            <a:xfrm>
              <a:off x="7037388" y="1743076"/>
              <a:ext cx="1609725" cy="1609725"/>
            </a:xfrm>
            <a:prstGeom prst="ellipse">
              <a:avLst/>
            </a:prstGeom>
            <a:solidFill>
              <a:srgbClr val="991C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 name="Oval 28"/>
            <p:cNvSpPr>
              <a:spLocks noChangeArrowheads="1"/>
            </p:cNvSpPr>
            <p:nvPr/>
          </p:nvSpPr>
          <p:spPr bwMode="auto">
            <a:xfrm>
              <a:off x="5911850" y="3352801"/>
              <a:ext cx="1093788" cy="1093788"/>
            </a:xfrm>
            <a:prstGeom prst="ellipse">
              <a:avLst/>
            </a:prstGeom>
            <a:solidFill>
              <a:srgbClr val="991C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 name="Freeform 29"/>
            <p:cNvSpPr>
              <a:spLocks/>
            </p:cNvSpPr>
            <p:nvPr/>
          </p:nvSpPr>
          <p:spPr bwMode="auto">
            <a:xfrm>
              <a:off x="6427788" y="2592388"/>
              <a:ext cx="1350963" cy="1350963"/>
            </a:xfrm>
            <a:custGeom>
              <a:avLst/>
              <a:gdLst>
                <a:gd name="T0" fmla="*/ 1289 w 1289"/>
                <a:gd name="T1" fmla="*/ 724 h 1289"/>
                <a:gd name="T2" fmla="*/ 549 w 1289"/>
                <a:gd name="T3" fmla="*/ 1289 h 1289"/>
                <a:gd name="T4" fmla="*/ 0 w 1289"/>
                <a:gd name="T5" fmla="*/ 727 h 1289"/>
                <a:gd name="T6" fmla="*/ 582 w 1289"/>
                <a:gd name="T7" fmla="*/ 0 h 1289"/>
                <a:gd name="T8" fmla="*/ 1289 w 1289"/>
                <a:gd name="T9" fmla="*/ 724 h 1289"/>
              </a:gdLst>
              <a:ahLst/>
              <a:cxnLst>
                <a:cxn ang="0">
                  <a:pos x="T0" y="T1"/>
                </a:cxn>
                <a:cxn ang="0">
                  <a:pos x="T2" y="T3"/>
                </a:cxn>
                <a:cxn ang="0">
                  <a:pos x="T4" y="T5"/>
                </a:cxn>
                <a:cxn ang="0">
                  <a:pos x="T6" y="T7"/>
                </a:cxn>
                <a:cxn ang="0">
                  <a:pos x="T8" y="T9"/>
                </a:cxn>
              </a:cxnLst>
              <a:rect l="0" t="0" r="r" b="b"/>
              <a:pathLst>
                <a:path w="1289" h="1289">
                  <a:moveTo>
                    <a:pt x="1289" y="724"/>
                  </a:moveTo>
                  <a:cubicBezTo>
                    <a:pt x="736" y="680"/>
                    <a:pt x="579" y="913"/>
                    <a:pt x="549" y="1289"/>
                  </a:cubicBezTo>
                  <a:cubicBezTo>
                    <a:pt x="0" y="727"/>
                    <a:pt x="0" y="727"/>
                    <a:pt x="0" y="727"/>
                  </a:cubicBezTo>
                  <a:cubicBezTo>
                    <a:pt x="376" y="706"/>
                    <a:pt x="613" y="554"/>
                    <a:pt x="582" y="0"/>
                  </a:cubicBezTo>
                  <a:lnTo>
                    <a:pt x="1289" y="724"/>
                  </a:lnTo>
                  <a:close/>
                </a:path>
              </a:pathLst>
            </a:custGeom>
            <a:solidFill>
              <a:srgbClr val="991C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 name="Oval 30"/>
            <p:cNvSpPr>
              <a:spLocks noChangeArrowheads="1"/>
            </p:cNvSpPr>
            <p:nvPr/>
          </p:nvSpPr>
          <p:spPr bwMode="auto">
            <a:xfrm>
              <a:off x="7204075" y="3541713"/>
              <a:ext cx="1609725" cy="1609725"/>
            </a:xfrm>
            <a:prstGeom prst="ellipse">
              <a:avLst/>
            </a:prstGeom>
            <a:solidFill>
              <a:srgbClr val="E97A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 name="Oval 31"/>
            <p:cNvSpPr>
              <a:spLocks noChangeArrowheads="1"/>
            </p:cNvSpPr>
            <p:nvPr/>
          </p:nvSpPr>
          <p:spPr bwMode="auto">
            <a:xfrm>
              <a:off x="8813800" y="5183188"/>
              <a:ext cx="1093788" cy="1093788"/>
            </a:xfrm>
            <a:prstGeom prst="ellipse">
              <a:avLst/>
            </a:prstGeom>
            <a:solidFill>
              <a:srgbClr val="E97A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 name="Freeform 32"/>
            <p:cNvSpPr>
              <a:spLocks/>
            </p:cNvSpPr>
            <p:nvPr/>
          </p:nvSpPr>
          <p:spPr bwMode="auto">
            <a:xfrm>
              <a:off x="8053388" y="4408488"/>
              <a:ext cx="1350963" cy="1350963"/>
            </a:xfrm>
            <a:custGeom>
              <a:avLst/>
              <a:gdLst>
                <a:gd name="T0" fmla="*/ 723 w 1288"/>
                <a:gd name="T1" fmla="*/ 0 h 1289"/>
                <a:gd name="T2" fmla="*/ 1288 w 1288"/>
                <a:gd name="T3" fmla="*/ 740 h 1289"/>
                <a:gd name="T4" fmla="*/ 726 w 1288"/>
                <a:gd name="T5" fmla="*/ 1289 h 1289"/>
                <a:gd name="T6" fmla="*/ 0 w 1288"/>
                <a:gd name="T7" fmla="*/ 707 h 1289"/>
                <a:gd name="T8" fmla="*/ 723 w 1288"/>
                <a:gd name="T9" fmla="*/ 0 h 1289"/>
              </a:gdLst>
              <a:ahLst/>
              <a:cxnLst>
                <a:cxn ang="0">
                  <a:pos x="T0" y="T1"/>
                </a:cxn>
                <a:cxn ang="0">
                  <a:pos x="T2" y="T3"/>
                </a:cxn>
                <a:cxn ang="0">
                  <a:pos x="T4" y="T5"/>
                </a:cxn>
                <a:cxn ang="0">
                  <a:pos x="T6" y="T7"/>
                </a:cxn>
                <a:cxn ang="0">
                  <a:pos x="T8" y="T9"/>
                </a:cxn>
              </a:cxnLst>
              <a:rect l="0" t="0" r="r" b="b"/>
              <a:pathLst>
                <a:path w="1288" h="1289">
                  <a:moveTo>
                    <a:pt x="723" y="0"/>
                  </a:moveTo>
                  <a:cubicBezTo>
                    <a:pt x="680" y="552"/>
                    <a:pt x="913" y="710"/>
                    <a:pt x="1288" y="740"/>
                  </a:cubicBezTo>
                  <a:cubicBezTo>
                    <a:pt x="726" y="1289"/>
                    <a:pt x="726" y="1289"/>
                    <a:pt x="726" y="1289"/>
                  </a:cubicBezTo>
                  <a:cubicBezTo>
                    <a:pt x="705" y="913"/>
                    <a:pt x="553" y="676"/>
                    <a:pt x="0" y="707"/>
                  </a:cubicBezTo>
                  <a:lnTo>
                    <a:pt x="723" y="0"/>
                  </a:lnTo>
                  <a:close/>
                </a:path>
              </a:pathLst>
            </a:custGeom>
            <a:solidFill>
              <a:srgbClr val="E97A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 name="Oval 33"/>
            <p:cNvSpPr>
              <a:spLocks noChangeArrowheads="1"/>
            </p:cNvSpPr>
            <p:nvPr/>
          </p:nvSpPr>
          <p:spPr bwMode="auto">
            <a:xfrm>
              <a:off x="9002713" y="3506788"/>
              <a:ext cx="1609725" cy="1608138"/>
            </a:xfrm>
            <a:prstGeom prst="ellipse">
              <a:avLst/>
            </a:prstGeom>
            <a:solidFill>
              <a:srgbClr val="58AF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 name="Oval 34"/>
            <p:cNvSpPr>
              <a:spLocks noChangeArrowheads="1"/>
            </p:cNvSpPr>
            <p:nvPr/>
          </p:nvSpPr>
          <p:spPr bwMode="auto">
            <a:xfrm>
              <a:off x="10644188" y="2411413"/>
              <a:ext cx="1093788" cy="1095375"/>
            </a:xfrm>
            <a:prstGeom prst="ellipse">
              <a:avLst/>
            </a:prstGeom>
            <a:solidFill>
              <a:srgbClr val="58AF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 name="Freeform 35"/>
            <p:cNvSpPr>
              <a:spLocks/>
            </p:cNvSpPr>
            <p:nvPr/>
          </p:nvSpPr>
          <p:spPr bwMode="auto">
            <a:xfrm>
              <a:off x="9871075" y="2916238"/>
              <a:ext cx="1349375" cy="1349375"/>
            </a:xfrm>
            <a:custGeom>
              <a:avLst/>
              <a:gdLst>
                <a:gd name="T0" fmla="*/ 0 w 1289"/>
                <a:gd name="T1" fmla="*/ 565 h 1288"/>
                <a:gd name="T2" fmla="*/ 740 w 1289"/>
                <a:gd name="T3" fmla="*/ 0 h 1288"/>
                <a:gd name="T4" fmla="*/ 1289 w 1289"/>
                <a:gd name="T5" fmla="*/ 562 h 1288"/>
                <a:gd name="T6" fmla="*/ 707 w 1289"/>
                <a:gd name="T7" fmla="*/ 1288 h 1288"/>
                <a:gd name="T8" fmla="*/ 0 w 1289"/>
                <a:gd name="T9" fmla="*/ 565 h 1288"/>
              </a:gdLst>
              <a:ahLst/>
              <a:cxnLst>
                <a:cxn ang="0">
                  <a:pos x="T0" y="T1"/>
                </a:cxn>
                <a:cxn ang="0">
                  <a:pos x="T2" y="T3"/>
                </a:cxn>
                <a:cxn ang="0">
                  <a:pos x="T4" y="T5"/>
                </a:cxn>
                <a:cxn ang="0">
                  <a:pos x="T6" y="T7"/>
                </a:cxn>
                <a:cxn ang="0">
                  <a:pos x="T8" y="T9"/>
                </a:cxn>
              </a:cxnLst>
              <a:rect l="0" t="0" r="r" b="b"/>
              <a:pathLst>
                <a:path w="1289" h="1288">
                  <a:moveTo>
                    <a:pt x="0" y="565"/>
                  </a:moveTo>
                  <a:cubicBezTo>
                    <a:pt x="553" y="608"/>
                    <a:pt x="710" y="375"/>
                    <a:pt x="740" y="0"/>
                  </a:cubicBezTo>
                  <a:cubicBezTo>
                    <a:pt x="1289" y="562"/>
                    <a:pt x="1289" y="562"/>
                    <a:pt x="1289" y="562"/>
                  </a:cubicBezTo>
                  <a:cubicBezTo>
                    <a:pt x="913" y="583"/>
                    <a:pt x="676" y="735"/>
                    <a:pt x="707" y="1288"/>
                  </a:cubicBezTo>
                  <a:lnTo>
                    <a:pt x="0" y="565"/>
                  </a:lnTo>
                  <a:close/>
                </a:path>
              </a:pathLst>
            </a:custGeom>
            <a:solidFill>
              <a:srgbClr val="58AF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 name="Freeform 36"/>
            <p:cNvSpPr>
              <a:spLocks noEditPoints="1"/>
            </p:cNvSpPr>
            <p:nvPr/>
          </p:nvSpPr>
          <p:spPr bwMode="auto">
            <a:xfrm>
              <a:off x="6208713" y="3690938"/>
              <a:ext cx="271463" cy="376238"/>
            </a:xfrm>
            <a:custGeom>
              <a:avLst/>
              <a:gdLst>
                <a:gd name="T0" fmla="*/ 130 w 260"/>
                <a:gd name="T1" fmla="*/ 0 h 358"/>
                <a:gd name="T2" fmla="*/ 174 w 260"/>
                <a:gd name="T3" fmla="*/ 7 h 358"/>
                <a:gd name="T4" fmla="*/ 208 w 260"/>
                <a:gd name="T5" fmla="*/ 26 h 358"/>
                <a:gd name="T6" fmla="*/ 232 w 260"/>
                <a:gd name="T7" fmla="*/ 55 h 358"/>
                <a:gd name="T8" fmla="*/ 249 w 260"/>
                <a:gd name="T9" fmla="*/ 91 h 358"/>
                <a:gd name="T10" fmla="*/ 257 w 260"/>
                <a:gd name="T11" fmla="*/ 133 h 358"/>
                <a:gd name="T12" fmla="*/ 260 w 260"/>
                <a:gd name="T13" fmla="*/ 179 h 358"/>
                <a:gd name="T14" fmla="*/ 257 w 260"/>
                <a:gd name="T15" fmla="*/ 225 h 358"/>
                <a:gd name="T16" fmla="*/ 249 w 260"/>
                <a:gd name="T17" fmla="*/ 267 h 358"/>
                <a:gd name="T18" fmla="*/ 232 w 260"/>
                <a:gd name="T19" fmla="*/ 304 h 358"/>
                <a:gd name="T20" fmla="*/ 208 w 260"/>
                <a:gd name="T21" fmla="*/ 332 h 358"/>
                <a:gd name="T22" fmla="*/ 174 w 260"/>
                <a:gd name="T23" fmla="*/ 351 h 358"/>
                <a:gd name="T24" fmla="*/ 130 w 260"/>
                <a:gd name="T25" fmla="*/ 358 h 358"/>
                <a:gd name="T26" fmla="*/ 86 w 260"/>
                <a:gd name="T27" fmla="*/ 351 h 358"/>
                <a:gd name="T28" fmla="*/ 52 w 260"/>
                <a:gd name="T29" fmla="*/ 332 h 358"/>
                <a:gd name="T30" fmla="*/ 27 w 260"/>
                <a:gd name="T31" fmla="*/ 304 h 358"/>
                <a:gd name="T32" fmla="*/ 11 w 260"/>
                <a:gd name="T33" fmla="*/ 267 h 358"/>
                <a:gd name="T34" fmla="*/ 3 w 260"/>
                <a:gd name="T35" fmla="*/ 225 h 358"/>
                <a:gd name="T36" fmla="*/ 0 w 260"/>
                <a:gd name="T37" fmla="*/ 179 h 358"/>
                <a:gd name="T38" fmla="*/ 3 w 260"/>
                <a:gd name="T39" fmla="*/ 133 h 358"/>
                <a:gd name="T40" fmla="*/ 11 w 260"/>
                <a:gd name="T41" fmla="*/ 91 h 358"/>
                <a:gd name="T42" fmla="*/ 27 w 260"/>
                <a:gd name="T43" fmla="*/ 55 h 358"/>
                <a:gd name="T44" fmla="*/ 52 w 260"/>
                <a:gd name="T45" fmla="*/ 26 h 358"/>
                <a:gd name="T46" fmla="*/ 85 w 260"/>
                <a:gd name="T47" fmla="*/ 7 h 358"/>
                <a:gd name="T48" fmla="*/ 130 w 260"/>
                <a:gd name="T49" fmla="*/ 0 h 358"/>
                <a:gd name="T50" fmla="*/ 130 w 260"/>
                <a:gd name="T51" fmla="*/ 47 h 358"/>
                <a:gd name="T52" fmla="*/ 105 w 260"/>
                <a:gd name="T53" fmla="*/ 52 h 358"/>
                <a:gd name="T54" fmla="*/ 88 w 260"/>
                <a:gd name="T55" fmla="*/ 67 h 358"/>
                <a:gd name="T56" fmla="*/ 76 w 260"/>
                <a:gd name="T57" fmla="*/ 90 h 358"/>
                <a:gd name="T58" fmla="*/ 69 w 260"/>
                <a:gd name="T59" fmla="*/ 117 h 358"/>
                <a:gd name="T60" fmla="*/ 66 w 260"/>
                <a:gd name="T61" fmla="*/ 148 h 358"/>
                <a:gd name="T62" fmla="*/ 65 w 260"/>
                <a:gd name="T63" fmla="*/ 179 h 358"/>
                <a:gd name="T64" fmla="*/ 66 w 260"/>
                <a:gd name="T65" fmla="*/ 211 h 358"/>
                <a:gd name="T66" fmla="*/ 69 w 260"/>
                <a:gd name="T67" fmla="*/ 241 h 358"/>
                <a:gd name="T68" fmla="*/ 76 w 260"/>
                <a:gd name="T69" fmla="*/ 269 h 358"/>
                <a:gd name="T70" fmla="*/ 88 w 260"/>
                <a:gd name="T71" fmla="*/ 291 h 358"/>
                <a:gd name="T72" fmla="*/ 105 w 260"/>
                <a:gd name="T73" fmla="*/ 306 h 358"/>
                <a:gd name="T74" fmla="*/ 130 w 260"/>
                <a:gd name="T75" fmla="*/ 311 h 358"/>
                <a:gd name="T76" fmla="*/ 155 w 260"/>
                <a:gd name="T77" fmla="*/ 306 h 358"/>
                <a:gd name="T78" fmla="*/ 172 w 260"/>
                <a:gd name="T79" fmla="*/ 291 h 358"/>
                <a:gd name="T80" fmla="*/ 184 w 260"/>
                <a:gd name="T81" fmla="*/ 269 h 358"/>
                <a:gd name="T82" fmla="*/ 191 w 260"/>
                <a:gd name="T83" fmla="*/ 241 h 358"/>
                <a:gd name="T84" fmla="*/ 194 w 260"/>
                <a:gd name="T85" fmla="*/ 211 h 358"/>
                <a:gd name="T86" fmla="*/ 195 w 260"/>
                <a:gd name="T87" fmla="*/ 179 h 358"/>
                <a:gd name="T88" fmla="*/ 194 w 260"/>
                <a:gd name="T89" fmla="*/ 148 h 358"/>
                <a:gd name="T90" fmla="*/ 191 w 260"/>
                <a:gd name="T91" fmla="*/ 117 h 358"/>
                <a:gd name="T92" fmla="*/ 184 w 260"/>
                <a:gd name="T93" fmla="*/ 90 h 358"/>
                <a:gd name="T94" fmla="*/ 172 w 260"/>
                <a:gd name="T95" fmla="*/ 67 h 358"/>
                <a:gd name="T96" fmla="*/ 155 w 260"/>
                <a:gd name="T97" fmla="*/ 52 h 358"/>
                <a:gd name="T98" fmla="*/ 130 w 260"/>
                <a:gd name="T99" fmla="*/ 47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60" h="358">
                  <a:moveTo>
                    <a:pt x="130" y="0"/>
                  </a:moveTo>
                  <a:cubicBezTo>
                    <a:pt x="147" y="0"/>
                    <a:pt x="161" y="3"/>
                    <a:pt x="174" y="7"/>
                  </a:cubicBezTo>
                  <a:cubicBezTo>
                    <a:pt x="187" y="12"/>
                    <a:pt x="199" y="18"/>
                    <a:pt x="208" y="26"/>
                  </a:cubicBezTo>
                  <a:cubicBezTo>
                    <a:pt x="218" y="34"/>
                    <a:pt x="226" y="43"/>
                    <a:pt x="232" y="55"/>
                  </a:cubicBezTo>
                  <a:cubicBezTo>
                    <a:pt x="239" y="66"/>
                    <a:pt x="244" y="78"/>
                    <a:pt x="249" y="91"/>
                  </a:cubicBezTo>
                  <a:cubicBezTo>
                    <a:pt x="253" y="104"/>
                    <a:pt x="256" y="118"/>
                    <a:pt x="257" y="133"/>
                  </a:cubicBezTo>
                  <a:cubicBezTo>
                    <a:pt x="259" y="148"/>
                    <a:pt x="260" y="163"/>
                    <a:pt x="260" y="179"/>
                  </a:cubicBezTo>
                  <a:cubicBezTo>
                    <a:pt x="260" y="195"/>
                    <a:pt x="259" y="210"/>
                    <a:pt x="257" y="225"/>
                  </a:cubicBezTo>
                  <a:cubicBezTo>
                    <a:pt x="256" y="240"/>
                    <a:pt x="253" y="254"/>
                    <a:pt x="249" y="267"/>
                  </a:cubicBezTo>
                  <a:cubicBezTo>
                    <a:pt x="244" y="280"/>
                    <a:pt x="239" y="293"/>
                    <a:pt x="232" y="304"/>
                  </a:cubicBezTo>
                  <a:cubicBezTo>
                    <a:pt x="226" y="315"/>
                    <a:pt x="218" y="324"/>
                    <a:pt x="208" y="332"/>
                  </a:cubicBezTo>
                  <a:cubicBezTo>
                    <a:pt x="199" y="341"/>
                    <a:pt x="187" y="347"/>
                    <a:pt x="174" y="351"/>
                  </a:cubicBezTo>
                  <a:cubicBezTo>
                    <a:pt x="161" y="356"/>
                    <a:pt x="147" y="358"/>
                    <a:pt x="130" y="358"/>
                  </a:cubicBezTo>
                  <a:cubicBezTo>
                    <a:pt x="113" y="358"/>
                    <a:pt x="99" y="356"/>
                    <a:pt x="86" y="351"/>
                  </a:cubicBezTo>
                  <a:cubicBezTo>
                    <a:pt x="73" y="347"/>
                    <a:pt x="61" y="341"/>
                    <a:pt x="52" y="332"/>
                  </a:cubicBezTo>
                  <a:cubicBezTo>
                    <a:pt x="42" y="324"/>
                    <a:pt x="34" y="315"/>
                    <a:pt x="27" y="304"/>
                  </a:cubicBezTo>
                  <a:cubicBezTo>
                    <a:pt x="21" y="293"/>
                    <a:pt x="15" y="280"/>
                    <a:pt x="11" y="267"/>
                  </a:cubicBezTo>
                  <a:cubicBezTo>
                    <a:pt x="7" y="254"/>
                    <a:pt x="4" y="240"/>
                    <a:pt x="3" y="225"/>
                  </a:cubicBezTo>
                  <a:cubicBezTo>
                    <a:pt x="1" y="210"/>
                    <a:pt x="0" y="195"/>
                    <a:pt x="0" y="179"/>
                  </a:cubicBezTo>
                  <a:cubicBezTo>
                    <a:pt x="0" y="163"/>
                    <a:pt x="1" y="148"/>
                    <a:pt x="3" y="133"/>
                  </a:cubicBezTo>
                  <a:cubicBezTo>
                    <a:pt x="4" y="118"/>
                    <a:pt x="7" y="104"/>
                    <a:pt x="11" y="91"/>
                  </a:cubicBezTo>
                  <a:cubicBezTo>
                    <a:pt x="15" y="78"/>
                    <a:pt x="21" y="66"/>
                    <a:pt x="27" y="55"/>
                  </a:cubicBezTo>
                  <a:cubicBezTo>
                    <a:pt x="34" y="43"/>
                    <a:pt x="42" y="34"/>
                    <a:pt x="52" y="26"/>
                  </a:cubicBezTo>
                  <a:cubicBezTo>
                    <a:pt x="61" y="18"/>
                    <a:pt x="73" y="12"/>
                    <a:pt x="85" y="7"/>
                  </a:cubicBezTo>
                  <a:cubicBezTo>
                    <a:pt x="98" y="3"/>
                    <a:pt x="113" y="0"/>
                    <a:pt x="130" y="0"/>
                  </a:cubicBezTo>
                  <a:close/>
                  <a:moveTo>
                    <a:pt x="130" y="47"/>
                  </a:moveTo>
                  <a:cubicBezTo>
                    <a:pt x="120" y="47"/>
                    <a:pt x="112" y="49"/>
                    <a:pt x="105" y="52"/>
                  </a:cubicBezTo>
                  <a:cubicBezTo>
                    <a:pt x="98" y="56"/>
                    <a:pt x="93" y="61"/>
                    <a:pt x="88" y="67"/>
                  </a:cubicBezTo>
                  <a:cubicBezTo>
                    <a:pt x="83" y="74"/>
                    <a:pt x="79" y="81"/>
                    <a:pt x="76" y="90"/>
                  </a:cubicBezTo>
                  <a:cubicBezTo>
                    <a:pt x="73" y="98"/>
                    <a:pt x="71" y="107"/>
                    <a:pt x="69" y="117"/>
                  </a:cubicBezTo>
                  <a:cubicBezTo>
                    <a:pt x="68" y="127"/>
                    <a:pt x="66" y="137"/>
                    <a:pt x="66" y="148"/>
                  </a:cubicBezTo>
                  <a:cubicBezTo>
                    <a:pt x="65" y="158"/>
                    <a:pt x="65" y="169"/>
                    <a:pt x="65" y="179"/>
                  </a:cubicBezTo>
                  <a:cubicBezTo>
                    <a:pt x="65" y="190"/>
                    <a:pt x="65" y="200"/>
                    <a:pt x="66" y="211"/>
                  </a:cubicBezTo>
                  <a:cubicBezTo>
                    <a:pt x="66" y="221"/>
                    <a:pt x="68" y="231"/>
                    <a:pt x="69" y="241"/>
                  </a:cubicBezTo>
                  <a:cubicBezTo>
                    <a:pt x="71" y="251"/>
                    <a:pt x="73" y="260"/>
                    <a:pt x="76" y="269"/>
                  </a:cubicBezTo>
                  <a:cubicBezTo>
                    <a:pt x="79" y="277"/>
                    <a:pt x="83" y="285"/>
                    <a:pt x="88" y="291"/>
                  </a:cubicBezTo>
                  <a:cubicBezTo>
                    <a:pt x="93" y="297"/>
                    <a:pt x="98" y="302"/>
                    <a:pt x="105" y="306"/>
                  </a:cubicBezTo>
                  <a:cubicBezTo>
                    <a:pt x="112" y="309"/>
                    <a:pt x="120" y="311"/>
                    <a:pt x="130" y="311"/>
                  </a:cubicBezTo>
                  <a:cubicBezTo>
                    <a:pt x="140" y="311"/>
                    <a:pt x="148" y="309"/>
                    <a:pt x="155" y="306"/>
                  </a:cubicBezTo>
                  <a:cubicBezTo>
                    <a:pt x="162" y="302"/>
                    <a:pt x="167" y="297"/>
                    <a:pt x="172" y="291"/>
                  </a:cubicBezTo>
                  <a:cubicBezTo>
                    <a:pt x="177" y="285"/>
                    <a:pt x="181" y="277"/>
                    <a:pt x="184" y="269"/>
                  </a:cubicBezTo>
                  <a:cubicBezTo>
                    <a:pt x="187" y="260"/>
                    <a:pt x="189" y="251"/>
                    <a:pt x="191" y="241"/>
                  </a:cubicBezTo>
                  <a:cubicBezTo>
                    <a:pt x="193" y="231"/>
                    <a:pt x="194" y="221"/>
                    <a:pt x="194" y="211"/>
                  </a:cubicBezTo>
                  <a:cubicBezTo>
                    <a:pt x="195" y="200"/>
                    <a:pt x="195" y="190"/>
                    <a:pt x="195" y="179"/>
                  </a:cubicBezTo>
                  <a:cubicBezTo>
                    <a:pt x="195" y="169"/>
                    <a:pt x="195" y="158"/>
                    <a:pt x="194" y="148"/>
                  </a:cubicBezTo>
                  <a:cubicBezTo>
                    <a:pt x="194" y="137"/>
                    <a:pt x="193" y="127"/>
                    <a:pt x="191" y="117"/>
                  </a:cubicBezTo>
                  <a:cubicBezTo>
                    <a:pt x="189" y="107"/>
                    <a:pt x="187" y="98"/>
                    <a:pt x="184" y="90"/>
                  </a:cubicBezTo>
                  <a:cubicBezTo>
                    <a:pt x="181" y="81"/>
                    <a:pt x="177" y="74"/>
                    <a:pt x="172" y="67"/>
                  </a:cubicBezTo>
                  <a:cubicBezTo>
                    <a:pt x="167" y="61"/>
                    <a:pt x="162" y="56"/>
                    <a:pt x="155" y="52"/>
                  </a:cubicBezTo>
                  <a:cubicBezTo>
                    <a:pt x="148" y="49"/>
                    <a:pt x="140" y="47"/>
                    <a:pt x="130" y="4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 name="Freeform 37"/>
            <p:cNvSpPr>
              <a:spLocks/>
            </p:cNvSpPr>
            <p:nvPr/>
          </p:nvSpPr>
          <p:spPr bwMode="auto">
            <a:xfrm>
              <a:off x="6526213" y="3694113"/>
              <a:ext cx="153988" cy="369888"/>
            </a:xfrm>
            <a:custGeom>
              <a:avLst/>
              <a:gdLst>
                <a:gd name="T0" fmla="*/ 34 w 147"/>
                <a:gd name="T1" fmla="*/ 96 h 352"/>
                <a:gd name="T2" fmla="*/ 22 w 147"/>
                <a:gd name="T3" fmla="*/ 99 h 352"/>
                <a:gd name="T4" fmla="*/ 14 w 147"/>
                <a:gd name="T5" fmla="*/ 97 h 352"/>
                <a:gd name="T6" fmla="*/ 7 w 147"/>
                <a:gd name="T7" fmla="*/ 92 h 352"/>
                <a:gd name="T8" fmla="*/ 2 w 147"/>
                <a:gd name="T9" fmla="*/ 85 h 352"/>
                <a:gd name="T10" fmla="*/ 0 w 147"/>
                <a:gd name="T11" fmla="*/ 76 h 352"/>
                <a:gd name="T12" fmla="*/ 3 w 147"/>
                <a:gd name="T13" fmla="*/ 66 h 352"/>
                <a:gd name="T14" fmla="*/ 11 w 147"/>
                <a:gd name="T15" fmla="*/ 58 h 352"/>
                <a:gd name="T16" fmla="*/ 99 w 147"/>
                <a:gd name="T17" fmla="*/ 5 h 352"/>
                <a:gd name="T18" fmla="*/ 108 w 147"/>
                <a:gd name="T19" fmla="*/ 1 h 352"/>
                <a:gd name="T20" fmla="*/ 116 w 147"/>
                <a:gd name="T21" fmla="*/ 0 h 352"/>
                <a:gd name="T22" fmla="*/ 127 w 147"/>
                <a:gd name="T23" fmla="*/ 2 h 352"/>
                <a:gd name="T24" fmla="*/ 137 w 147"/>
                <a:gd name="T25" fmla="*/ 8 h 352"/>
                <a:gd name="T26" fmla="*/ 144 w 147"/>
                <a:gd name="T27" fmla="*/ 18 h 352"/>
                <a:gd name="T28" fmla="*/ 147 w 147"/>
                <a:gd name="T29" fmla="*/ 32 h 352"/>
                <a:gd name="T30" fmla="*/ 147 w 147"/>
                <a:gd name="T31" fmla="*/ 321 h 352"/>
                <a:gd name="T32" fmla="*/ 144 w 147"/>
                <a:gd name="T33" fmla="*/ 335 h 352"/>
                <a:gd name="T34" fmla="*/ 137 w 147"/>
                <a:gd name="T35" fmla="*/ 344 h 352"/>
                <a:gd name="T36" fmla="*/ 126 w 147"/>
                <a:gd name="T37" fmla="*/ 350 h 352"/>
                <a:gd name="T38" fmla="*/ 115 w 147"/>
                <a:gd name="T39" fmla="*/ 352 h 352"/>
                <a:gd name="T40" fmla="*/ 103 w 147"/>
                <a:gd name="T41" fmla="*/ 350 h 352"/>
                <a:gd name="T42" fmla="*/ 93 w 147"/>
                <a:gd name="T43" fmla="*/ 344 h 352"/>
                <a:gd name="T44" fmla="*/ 86 w 147"/>
                <a:gd name="T45" fmla="*/ 335 h 352"/>
                <a:gd name="T46" fmla="*/ 83 w 147"/>
                <a:gd name="T47" fmla="*/ 321 h 352"/>
                <a:gd name="T48" fmla="*/ 83 w 147"/>
                <a:gd name="T49" fmla="*/ 65 h 352"/>
                <a:gd name="T50" fmla="*/ 34 w 147"/>
                <a:gd name="T51" fmla="*/ 96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7" h="352">
                  <a:moveTo>
                    <a:pt x="34" y="96"/>
                  </a:moveTo>
                  <a:cubicBezTo>
                    <a:pt x="30" y="98"/>
                    <a:pt x="26" y="99"/>
                    <a:pt x="22" y="99"/>
                  </a:cubicBezTo>
                  <a:cubicBezTo>
                    <a:pt x="19" y="99"/>
                    <a:pt x="16" y="98"/>
                    <a:pt x="14" y="97"/>
                  </a:cubicBezTo>
                  <a:cubicBezTo>
                    <a:pt x="11" y="96"/>
                    <a:pt x="9" y="94"/>
                    <a:pt x="7" y="92"/>
                  </a:cubicBezTo>
                  <a:cubicBezTo>
                    <a:pt x="5" y="90"/>
                    <a:pt x="3" y="87"/>
                    <a:pt x="2" y="85"/>
                  </a:cubicBezTo>
                  <a:cubicBezTo>
                    <a:pt x="1" y="82"/>
                    <a:pt x="0" y="79"/>
                    <a:pt x="0" y="76"/>
                  </a:cubicBezTo>
                  <a:cubicBezTo>
                    <a:pt x="0" y="73"/>
                    <a:pt x="1" y="69"/>
                    <a:pt x="3" y="66"/>
                  </a:cubicBezTo>
                  <a:cubicBezTo>
                    <a:pt x="4" y="63"/>
                    <a:pt x="7" y="60"/>
                    <a:pt x="11" y="58"/>
                  </a:cubicBezTo>
                  <a:cubicBezTo>
                    <a:pt x="99" y="5"/>
                    <a:pt x="99" y="5"/>
                    <a:pt x="99" y="5"/>
                  </a:cubicBezTo>
                  <a:cubicBezTo>
                    <a:pt x="102" y="3"/>
                    <a:pt x="105" y="2"/>
                    <a:pt x="108" y="1"/>
                  </a:cubicBezTo>
                  <a:cubicBezTo>
                    <a:pt x="110" y="1"/>
                    <a:pt x="113" y="0"/>
                    <a:pt x="116" y="0"/>
                  </a:cubicBezTo>
                  <a:cubicBezTo>
                    <a:pt x="120" y="0"/>
                    <a:pt x="124" y="1"/>
                    <a:pt x="127" y="2"/>
                  </a:cubicBezTo>
                  <a:cubicBezTo>
                    <a:pt x="131" y="3"/>
                    <a:pt x="134" y="5"/>
                    <a:pt x="137" y="8"/>
                  </a:cubicBezTo>
                  <a:cubicBezTo>
                    <a:pt x="140" y="11"/>
                    <a:pt x="142" y="14"/>
                    <a:pt x="144" y="18"/>
                  </a:cubicBezTo>
                  <a:cubicBezTo>
                    <a:pt x="146" y="22"/>
                    <a:pt x="147" y="27"/>
                    <a:pt x="147" y="32"/>
                  </a:cubicBezTo>
                  <a:cubicBezTo>
                    <a:pt x="147" y="321"/>
                    <a:pt x="147" y="321"/>
                    <a:pt x="147" y="321"/>
                  </a:cubicBezTo>
                  <a:cubicBezTo>
                    <a:pt x="147" y="326"/>
                    <a:pt x="146" y="331"/>
                    <a:pt x="144" y="335"/>
                  </a:cubicBezTo>
                  <a:cubicBezTo>
                    <a:pt x="142" y="338"/>
                    <a:pt x="140" y="342"/>
                    <a:pt x="137" y="344"/>
                  </a:cubicBezTo>
                  <a:cubicBezTo>
                    <a:pt x="134" y="347"/>
                    <a:pt x="130" y="349"/>
                    <a:pt x="126" y="350"/>
                  </a:cubicBezTo>
                  <a:cubicBezTo>
                    <a:pt x="123" y="351"/>
                    <a:pt x="119" y="352"/>
                    <a:pt x="115" y="352"/>
                  </a:cubicBezTo>
                  <a:cubicBezTo>
                    <a:pt x="111" y="352"/>
                    <a:pt x="107" y="351"/>
                    <a:pt x="103" y="350"/>
                  </a:cubicBezTo>
                  <a:cubicBezTo>
                    <a:pt x="99" y="349"/>
                    <a:pt x="96" y="347"/>
                    <a:pt x="93" y="344"/>
                  </a:cubicBezTo>
                  <a:cubicBezTo>
                    <a:pt x="90" y="342"/>
                    <a:pt x="88" y="338"/>
                    <a:pt x="86" y="335"/>
                  </a:cubicBezTo>
                  <a:cubicBezTo>
                    <a:pt x="84" y="331"/>
                    <a:pt x="83" y="326"/>
                    <a:pt x="83" y="321"/>
                  </a:cubicBezTo>
                  <a:cubicBezTo>
                    <a:pt x="83" y="65"/>
                    <a:pt x="83" y="65"/>
                    <a:pt x="83" y="65"/>
                  </a:cubicBezTo>
                  <a:lnTo>
                    <a:pt x="34" y="9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 name="Freeform 38"/>
            <p:cNvSpPr>
              <a:spLocks noEditPoints="1"/>
            </p:cNvSpPr>
            <p:nvPr/>
          </p:nvSpPr>
          <p:spPr bwMode="auto">
            <a:xfrm>
              <a:off x="8037513" y="938213"/>
              <a:ext cx="273050" cy="374650"/>
            </a:xfrm>
            <a:custGeom>
              <a:avLst/>
              <a:gdLst>
                <a:gd name="T0" fmla="*/ 130 w 260"/>
                <a:gd name="T1" fmla="*/ 0 h 358"/>
                <a:gd name="T2" fmla="*/ 174 w 260"/>
                <a:gd name="T3" fmla="*/ 7 h 358"/>
                <a:gd name="T4" fmla="*/ 208 w 260"/>
                <a:gd name="T5" fmla="*/ 25 h 358"/>
                <a:gd name="T6" fmla="*/ 233 w 260"/>
                <a:gd name="T7" fmla="*/ 54 h 358"/>
                <a:gd name="T8" fmla="*/ 249 w 260"/>
                <a:gd name="T9" fmla="*/ 91 h 358"/>
                <a:gd name="T10" fmla="*/ 257 w 260"/>
                <a:gd name="T11" fmla="*/ 133 h 358"/>
                <a:gd name="T12" fmla="*/ 260 w 260"/>
                <a:gd name="T13" fmla="*/ 179 h 358"/>
                <a:gd name="T14" fmla="*/ 257 w 260"/>
                <a:gd name="T15" fmla="*/ 225 h 358"/>
                <a:gd name="T16" fmla="*/ 249 w 260"/>
                <a:gd name="T17" fmla="*/ 267 h 358"/>
                <a:gd name="T18" fmla="*/ 233 w 260"/>
                <a:gd name="T19" fmla="*/ 303 h 358"/>
                <a:gd name="T20" fmla="*/ 208 w 260"/>
                <a:gd name="T21" fmla="*/ 332 h 358"/>
                <a:gd name="T22" fmla="*/ 174 w 260"/>
                <a:gd name="T23" fmla="*/ 351 h 358"/>
                <a:gd name="T24" fmla="*/ 130 w 260"/>
                <a:gd name="T25" fmla="*/ 358 h 358"/>
                <a:gd name="T26" fmla="*/ 86 w 260"/>
                <a:gd name="T27" fmla="*/ 351 h 358"/>
                <a:gd name="T28" fmla="*/ 52 w 260"/>
                <a:gd name="T29" fmla="*/ 332 h 358"/>
                <a:gd name="T30" fmla="*/ 28 w 260"/>
                <a:gd name="T31" fmla="*/ 303 h 358"/>
                <a:gd name="T32" fmla="*/ 11 w 260"/>
                <a:gd name="T33" fmla="*/ 267 h 358"/>
                <a:gd name="T34" fmla="*/ 3 w 260"/>
                <a:gd name="T35" fmla="*/ 225 h 358"/>
                <a:gd name="T36" fmla="*/ 0 w 260"/>
                <a:gd name="T37" fmla="*/ 179 h 358"/>
                <a:gd name="T38" fmla="*/ 3 w 260"/>
                <a:gd name="T39" fmla="*/ 133 h 358"/>
                <a:gd name="T40" fmla="*/ 11 w 260"/>
                <a:gd name="T41" fmla="*/ 91 h 358"/>
                <a:gd name="T42" fmla="*/ 28 w 260"/>
                <a:gd name="T43" fmla="*/ 54 h 358"/>
                <a:gd name="T44" fmla="*/ 52 w 260"/>
                <a:gd name="T45" fmla="*/ 25 h 358"/>
                <a:gd name="T46" fmla="*/ 86 w 260"/>
                <a:gd name="T47" fmla="*/ 7 h 358"/>
                <a:gd name="T48" fmla="*/ 130 w 260"/>
                <a:gd name="T49" fmla="*/ 0 h 358"/>
                <a:gd name="T50" fmla="*/ 130 w 260"/>
                <a:gd name="T51" fmla="*/ 46 h 358"/>
                <a:gd name="T52" fmla="*/ 105 w 260"/>
                <a:gd name="T53" fmla="*/ 52 h 358"/>
                <a:gd name="T54" fmla="*/ 88 w 260"/>
                <a:gd name="T55" fmla="*/ 67 h 358"/>
                <a:gd name="T56" fmla="*/ 76 w 260"/>
                <a:gd name="T57" fmla="*/ 89 h 358"/>
                <a:gd name="T58" fmla="*/ 69 w 260"/>
                <a:gd name="T59" fmla="*/ 116 h 358"/>
                <a:gd name="T60" fmla="*/ 66 w 260"/>
                <a:gd name="T61" fmla="*/ 147 h 358"/>
                <a:gd name="T62" fmla="*/ 65 w 260"/>
                <a:gd name="T63" fmla="*/ 179 h 358"/>
                <a:gd name="T64" fmla="*/ 66 w 260"/>
                <a:gd name="T65" fmla="*/ 210 h 358"/>
                <a:gd name="T66" fmla="*/ 69 w 260"/>
                <a:gd name="T67" fmla="*/ 241 h 358"/>
                <a:gd name="T68" fmla="*/ 76 w 260"/>
                <a:gd name="T69" fmla="*/ 268 h 358"/>
                <a:gd name="T70" fmla="*/ 88 w 260"/>
                <a:gd name="T71" fmla="*/ 290 h 358"/>
                <a:gd name="T72" fmla="*/ 105 w 260"/>
                <a:gd name="T73" fmla="*/ 305 h 358"/>
                <a:gd name="T74" fmla="*/ 130 w 260"/>
                <a:gd name="T75" fmla="*/ 311 h 358"/>
                <a:gd name="T76" fmla="*/ 155 w 260"/>
                <a:gd name="T77" fmla="*/ 305 h 358"/>
                <a:gd name="T78" fmla="*/ 173 w 260"/>
                <a:gd name="T79" fmla="*/ 290 h 358"/>
                <a:gd name="T80" fmla="*/ 184 w 260"/>
                <a:gd name="T81" fmla="*/ 268 h 358"/>
                <a:gd name="T82" fmla="*/ 191 w 260"/>
                <a:gd name="T83" fmla="*/ 241 h 358"/>
                <a:gd name="T84" fmla="*/ 194 w 260"/>
                <a:gd name="T85" fmla="*/ 210 h 358"/>
                <a:gd name="T86" fmla="*/ 195 w 260"/>
                <a:gd name="T87" fmla="*/ 179 h 358"/>
                <a:gd name="T88" fmla="*/ 194 w 260"/>
                <a:gd name="T89" fmla="*/ 147 h 358"/>
                <a:gd name="T90" fmla="*/ 191 w 260"/>
                <a:gd name="T91" fmla="*/ 116 h 358"/>
                <a:gd name="T92" fmla="*/ 184 w 260"/>
                <a:gd name="T93" fmla="*/ 89 h 358"/>
                <a:gd name="T94" fmla="*/ 173 w 260"/>
                <a:gd name="T95" fmla="*/ 67 h 358"/>
                <a:gd name="T96" fmla="*/ 155 w 260"/>
                <a:gd name="T97" fmla="*/ 52 h 358"/>
                <a:gd name="T98" fmla="*/ 130 w 260"/>
                <a:gd name="T99" fmla="*/ 46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60" h="358">
                  <a:moveTo>
                    <a:pt x="130" y="0"/>
                  </a:moveTo>
                  <a:cubicBezTo>
                    <a:pt x="147" y="0"/>
                    <a:pt x="162" y="2"/>
                    <a:pt x="174" y="7"/>
                  </a:cubicBezTo>
                  <a:cubicBezTo>
                    <a:pt x="187" y="11"/>
                    <a:pt x="199" y="17"/>
                    <a:pt x="208" y="25"/>
                  </a:cubicBezTo>
                  <a:cubicBezTo>
                    <a:pt x="218" y="33"/>
                    <a:pt x="226" y="43"/>
                    <a:pt x="233" y="54"/>
                  </a:cubicBezTo>
                  <a:cubicBezTo>
                    <a:pt x="239" y="65"/>
                    <a:pt x="245" y="77"/>
                    <a:pt x="249" y="91"/>
                  </a:cubicBezTo>
                  <a:cubicBezTo>
                    <a:pt x="253" y="104"/>
                    <a:pt x="256" y="118"/>
                    <a:pt x="257" y="133"/>
                  </a:cubicBezTo>
                  <a:cubicBezTo>
                    <a:pt x="259" y="148"/>
                    <a:pt x="260" y="163"/>
                    <a:pt x="260" y="179"/>
                  </a:cubicBezTo>
                  <a:cubicBezTo>
                    <a:pt x="260" y="194"/>
                    <a:pt x="259" y="210"/>
                    <a:pt x="257" y="225"/>
                  </a:cubicBezTo>
                  <a:cubicBezTo>
                    <a:pt x="256" y="239"/>
                    <a:pt x="253" y="254"/>
                    <a:pt x="249" y="267"/>
                  </a:cubicBezTo>
                  <a:cubicBezTo>
                    <a:pt x="245" y="280"/>
                    <a:pt x="239" y="292"/>
                    <a:pt x="233" y="303"/>
                  </a:cubicBezTo>
                  <a:cubicBezTo>
                    <a:pt x="226" y="314"/>
                    <a:pt x="218" y="324"/>
                    <a:pt x="208" y="332"/>
                  </a:cubicBezTo>
                  <a:cubicBezTo>
                    <a:pt x="199" y="340"/>
                    <a:pt x="187" y="346"/>
                    <a:pt x="174" y="351"/>
                  </a:cubicBezTo>
                  <a:cubicBezTo>
                    <a:pt x="162" y="355"/>
                    <a:pt x="147" y="358"/>
                    <a:pt x="130" y="358"/>
                  </a:cubicBezTo>
                  <a:cubicBezTo>
                    <a:pt x="114" y="358"/>
                    <a:pt x="99" y="355"/>
                    <a:pt x="86" y="351"/>
                  </a:cubicBezTo>
                  <a:cubicBezTo>
                    <a:pt x="73" y="346"/>
                    <a:pt x="61" y="340"/>
                    <a:pt x="52" y="332"/>
                  </a:cubicBezTo>
                  <a:cubicBezTo>
                    <a:pt x="42" y="324"/>
                    <a:pt x="34" y="314"/>
                    <a:pt x="28" y="303"/>
                  </a:cubicBezTo>
                  <a:cubicBezTo>
                    <a:pt x="21" y="292"/>
                    <a:pt x="16" y="280"/>
                    <a:pt x="11" y="267"/>
                  </a:cubicBezTo>
                  <a:cubicBezTo>
                    <a:pt x="7" y="254"/>
                    <a:pt x="4" y="239"/>
                    <a:pt x="3" y="225"/>
                  </a:cubicBezTo>
                  <a:cubicBezTo>
                    <a:pt x="1" y="210"/>
                    <a:pt x="0" y="194"/>
                    <a:pt x="0" y="179"/>
                  </a:cubicBezTo>
                  <a:cubicBezTo>
                    <a:pt x="0" y="163"/>
                    <a:pt x="1" y="148"/>
                    <a:pt x="3" y="133"/>
                  </a:cubicBezTo>
                  <a:cubicBezTo>
                    <a:pt x="4" y="118"/>
                    <a:pt x="7" y="104"/>
                    <a:pt x="11" y="91"/>
                  </a:cubicBezTo>
                  <a:cubicBezTo>
                    <a:pt x="16" y="77"/>
                    <a:pt x="21" y="65"/>
                    <a:pt x="28" y="54"/>
                  </a:cubicBezTo>
                  <a:cubicBezTo>
                    <a:pt x="34" y="43"/>
                    <a:pt x="42" y="33"/>
                    <a:pt x="52" y="25"/>
                  </a:cubicBezTo>
                  <a:cubicBezTo>
                    <a:pt x="61" y="17"/>
                    <a:pt x="73" y="11"/>
                    <a:pt x="86" y="7"/>
                  </a:cubicBezTo>
                  <a:cubicBezTo>
                    <a:pt x="99" y="2"/>
                    <a:pt x="113" y="0"/>
                    <a:pt x="130" y="0"/>
                  </a:cubicBezTo>
                  <a:close/>
                  <a:moveTo>
                    <a:pt x="130" y="46"/>
                  </a:moveTo>
                  <a:cubicBezTo>
                    <a:pt x="121" y="46"/>
                    <a:pt x="112" y="48"/>
                    <a:pt x="105" y="52"/>
                  </a:cubicBezTo>
                  <a:cubicBezTo>
                    <a:pt x="99" y="55"/>
                    <a:pt x="93" y="60"/>
                    <a:pt x="88" y="67"/>
                  </a:cubicBezTo>
                  <a:cubicBezTo>
                    <a:pt x="83" y="73"/>
                    <a:pt x="79" y="81"/>
                    <a:pt x="76" y="89"/>
                  </a:cubicBezTo>
                  <a:cubicBezTo>
                    <a:pt x="73" y="98"/>
                    <a:pt x="71" y="107"/>
                    <a:pt x="69" y="116"/>
                  </a:cubicBezTo>
                  <a:cubicBezTo>
                    <a:pt x="68" y="126"/>
                    <a:pt x="67" y="136"/>
                    <a:pt x="66" y="147"/>
                  </a:cubicBezTo>
                  <a:cubicBezTo>
                    <a:pt x="65" y="158"/>
                    <a:pt x="65" y="168"/>
                    <a:pt x="65" y="179"/>
                  </a:cubicBezTo>
                  <a:cubicBezTo>
                    <a:pt x="65" y="189"/>
                    <a:pt x="65" y="200"/>
                    <a:pt x="66" y="210"/>
                  </a:cubicBezTo>
                  <a:cubicBezTo>
                    <a:pt x="67" y="221"/>
                    <a:pt x="68" y="231"/>
                    <a:pt x="69" y="241"/>
                  </a:cubicBezTo>
                  <a:cubicBezTo>
                    <a:pt x="71" y="251"/>
                    <a:pt x="73" y="260"/>
                    <a:pt x="76" y="268"/>
                  </a:cubicBezTo>
                  <a:cubicBezTo>
                    <a:pt x="79" y="277"/>
                    <a:pt x="83" y="284"/>
                    <a:pt x="88" y="290"/>
                  </a:cubicBezTo>
                  <a:cubicBezTo>
                    <a:pt x="93" y="297"/>
                    <a:pt x="99" y="302"/>
                    <a:pt x="105" y="305"/>
                  </a:cubicBezTo>
                  <a:cubicBezTo>
                    <a:pt x="112" y="309"/>
                    <a:pt x="121" y="311"/>
                    <a:pt x="130" y="311"/>
                  </a:cubicBezTo>
                  <a:cubicBezTo>
                    <a:pt x="140" y="311"/>
                    <a:pt x="148" y="309"/>
                    <a:pt x="155" y="305"/>
                  </a:cubicBezTo>
                  <a:cubicBezTo>
                    <a:pt x="162" y="302"/>
                    <a:pt x="168" y="297"/>
                    <a:pt x="173" y="290"/>
                  </a:cubicBezTo>
                  <a:cubicBezTo>
                    <a:pt x="177" y="284"/>
                    <a:pt x="181" y="277"/>
                    <a:pt x="184" y="268"/>
                  </a:cubicBezTo>
                  <a:cubicBezTo>
                    <a:pt x="187" y="260"/>
                    <a:pt x="189" y="251"/>
                    <a:pt x="191" y="241"/>
                  </a:cubicBezTo>
                  <a:cubicBezTo>
                    <a:pt x="193" y="231"/>
                    <a:pt x="194" y="221"/>
                    <a:pt x="194" y="210"/>
                  </a:cubicBezTo>
                  <a:cubicBezTo>
                    <a:pt x="195" y="200"/>
                    <a:pt x="195" y="189"/>
                    <a:pt x="195" y="179"/>
                  </a:cubicBezTo>
                  <a:cubicBezTo>
                    <a:pt x="195" y="168"/>
                    <a:pt x="195" y="158"/>
                    <a:pt x="194" y="147"/>
                  </a:cubicBezTo>
                  <a:cubicBezTo>
                    <a:pt x="194" y="136"/>
                    <a:pt x="193" y="126"/>
                    <a:pt x="191" y="116"/>
                  </a:cubicBezTo>
                  <a:cubicBezTo>
                    <a:pt x="189" y="107"/>
                    <a:pt x="187" y="98"/>
                    <a:pt x="184" y="89"/>
                  </a:cubicBezTo>
                  <a:cubicBezTo>
                    <a:pt x="181" y="81"/>
                    <a:pt x="177" y="73"/>
                    <a:pt x="173" y="67"/>
                  </a:cubicBezTo>
                  <a:cubicBezTo>
                    <a:pt x="168" y="60"/>
                    <a:pt x="162" y="55"/>
                    <a:pt x="155" y="52"/>
                  </a:cubicBezTo>
                  <a:cubicBezTo>
                    <a:pt x="148" y="48"/>
                    <a:pt x="140" y="46"/>
                    <a:pt x="130" y="4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 name="Freeform 39"/>
            <p:cNvSpPr>
              <a:spLocks/>
            </p:cNvSpPr>
            <p:nvPr/>
          </p:nvSpPr>
          <p:spPr bwMode="auto">
            <a:xfrm>
              <a:off x="8359775" y="941388"/>
              <a:ext cx="252413" cy="366713"/>
            </a:xfrm>
            <a:custGeom>
              <a:avLst/>
              <a:gdLst>
                <a:gd name="T0" fmla="*/ 118 w 241"/>
                <a:gd name="T1" fmla="*/ 50 h 350"/>
                <a:gd name="T2" fmla="*/ 100 w 241"/>
                <a:gd name="T3" fmla="*/ 51 h 350"/>
                <a:gd name="T4" fmla="*/ 82 w 241"/>
                <a:gd name="T5" fmla="*/ 56 h 350"/>
                <a:gd name="T6" fmla="*/ 66 w 241"/>
                <a:gd name="T7" fmla="*/ 62 h 350"/>
                <a:gd name="T8" fmla="*/ 51 w 241"/>
                <a:gd name="T9" fmla="*/ 68 h 350"/>
                <a:gd name="T10" fmla="*/ 44 w 241"/>
                <a:gd name="T11" fmla="*/ 71 h 350"/>
                <a:gd name="T12" fmla="*/ 38 w 241"/>
                <a:gd name="T13" fmla="*/ 71 h 350"/>
                <a:gd name="T14" fmla="*/ 22 w 241"/>
                <a:gd name="T15" fmla="*/ 65 h 350"/>
                <a:gd name="T16" fmla="*/ 16 w 241"/>
                <a:gd name="T17" fmla="*/ 49 h 350"/>
                <a:gd name="T18" fmla="*/ 20 w 241"/>
                <a:gd name="T19" fmla="*/ 36 h 350"/>
                <a:gd name="T20" fmla="*/ 33 w 241"/>
                <a:gd name="T21" fmla="*/ 25 h 350"/>
                <a:gd name="T22" fmla="*/ 55 w 241"/>
                <a:gd name="T23" fmla="*/ 15 h 350"/>
                <a:gd name="T24" fmla="*/ 78 w 241"/>
                <a:gd name="T25" fmla="*/ 7 h 350"/>
                <a:gd name="T26" fmla="*/ 103 w 241"/>
                <a:gd name="T27" fmla="*/ 2 h 350"/>
                <a:gd name="T28" fmla="*/ 126 w 241"/>
                <a:gd name="T29" fmla="*/ 0 h 350"/>
                <a:gd name="T30" fmla="*/ 171 w 241"/>
                <a:gd name="T31" fmla="*/ 6 h 350"/>
                <a:gd name="T32" fmla="*/ 206 w 241"/>
                <a:gd name="T33" fmla="*/ 23 h 350"/>
                <a:gd name="T34" fmla="*/ 230 w 241"/>
                <a:gd name="T35" fmla="*/ 50 h 350"/>
                <a:gd name="T36" fmla="*/ 238 w 241"/>
                <a:gd name="T37" fmla="*/ 88 h 350"/>
                <a:gd name="T38" fmla="*/ 231 w 241"/>
                <a:gd name="T39" fmla="*/ 125 h 350"/>
                <a:gd name="T40" fmla="*/ 212 w 241"/>
                <a:gd name="T41" fmla="*/ 163 h 350"/>
                <a:gd name="T42" fmla="*/ 184 w 241"/>
                <a:gd name="T43" fmla="*/ 201 h 350"/>
                <a:gd name="T44" fmla="*/ 150 w 241"/>
                <a:gd name="T45" fmla="*/ 238 h 350"/>
                <a:gd name="T46" fmla="*/ 113 w 241"/>
                <a:gd name="T47" fmla="*/ 272 h 350"/>
                <a:gd name="T48" fmla="*/ 76 w 241"/>
                <a:gd name="T49" fmla="*/ 302 h 350"/>
                <a:gd name="T50" fmla="*/ 218 w 241"/>
                <a:gd name="T51" fmla="*/ 302 h 350"/>
                <a:gd name="T52" fmla="*/ 228 w 241"/>
                <a:gd name="T53" fmla="*/ 304 h 350"/>
                <a:gd name="T54" fmla="*/ 236 w 241"/>
                <a:gd name="T55" fmla="*/ 309 h 350"/>
                <a:gd name="T56" fmla="*/ 240 w 241"/>
                <a:gd name="T57" fmla="*/ 317 h 350"/>
                <a:gd name="T58" fmla="*/ 241 w 241"/>
                <a:gd name="T59" fmla="*/ 326 h 350"/>
                <a:gd name="T60" fmla="*/ 240 w 241"/>
                <a:gd name="T61" fmla="*/ 335 h 350"/>
                <a:gd name="T62" fmla="*/ 236 w 241"/>
                <a:gd name="T63" fmla="*/ 343 h 350"/>
                <a:gd name="T64" fmla="*/ 228 w 241"/>
                <a:gd name="T65" fmla="*/ 348 h 350"/>
                <a:gd name="T66" fmla="*/ 218 w 241"/>
                <a:gd name="T67" fmla="*/ 350 h 350"/>
                <a:gd name="T68" fmla="*/ 34 w 241"/>
                <a:gd name="T69" fmla="*/ 350 h 350"/>
                <a:gd name="T70" fmla="*/ 8 w 241"/>
                <a:gd name="T71" fmla="*/ 342 h 350"/>
                <a:gd name="T72" fmla="*/ 0 w 241"/>
                <a:gd name="T73" fmla="*/ 322 h 350"/>
                <a:gd name="T74" fmla="*/ 4 w 241"/>
                <a:gd name="T75" fmla="*/ 304 h 350"/>
                <a:gd name="T76" fmla="*/ 18 w 241"/>
                <a:gd name="T77" fmla="*/ 287 h 350"/>
                <a:gd name="T78" fmla="*/ 25 w 241"/>
                <a:gd name="T79" fmla="*/ 281 h 350"/>
                <a:gd name="T80" fmla="*/ 37 w 241"/>
                <a:gd name="T81" fmla="*/ 271 h 350"/>
                <a:gd name="T82" fmla="*/ 50 w 241"/>
                <a:gd name="T83" fmla="*/ 259 h 350"/>
                <a:gd name="T84" fmla="*/ 64 w 241"/>
                <a:gd name="T85" fmla="*/ 246 h 350"/>
                <a:gd name="T86" fmla="*/ 77 w 241"/>
                <a:gd name="T87" fmla="*/ 234 h 350"/>
                <a:gd name="T88" fmla="*/ 89 w 241"/>
                <a:gd name="T89" fmla="*/ 223 h 350"/>
                <a:gd name="T90" fmla="*/ 122 w 241"/>
                <a:gd name="T91" fmla="*/ 188 h 350"/>
                <a:gd name="T92" fmla="*/ 150 w 241"/>
                <a:gd name="T93" fmla="*/ 153 h 350"/>
                <a:gd name="T94" fmla="*/ 168 w 241"/>
                <a:gd name="T95" fmla="*/ 121 h 350"/>
                <a:gd name="T96" fmla="*/ 175 w 241"/>
                <a:gd name="T97" fmla="*/ 94 h 350"/>
                <a:gd name="T98" fmla="*/ 170 w 241"/>
                <a:gd name="T99" fmla="*/ 75 h 350"/>
                <a:gd name="T100" fmla="*/ 158 w 241"/>
                <a:gd name="T101" fmla="*/ 61 h 350"/>
                <a:gd name="T102" fmla="*/ 140 w 241"/>
                <a:gd name="T103" fmla="*/ 52 h 350"/>
                <a:gd name="T104" fmla="*/ 118 w 241"/>
                <a:gd name="T105" fmla="*/ 50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1" h="350">
                  <a:moveTo>
                    <a:pt x="118" y="50"/>
                  </a:moveTo>
                  <a:cubicBezTo>
                    <a:pt x="112" y="50"/>
                    <a:pt x="106" y="50"/>
                    <a:pt x="100" y="51"/>
                  </a:cubicBezTo>
                  <a:cubicBezTo>
                    <a:pt x="94" y="52"/>
                    <a:pt x="88" y="54"/>
                    <a:pt x="82" y="56"/>
                  </a:cubicBezTo>
                  <a:cubicBezTo>
                    <a:pt x="76" y="58"/>
                    <a:pt x="71" y="60"/>
                    <a:pt x="66" y="62"/>
                  </a:cubicBezTo>
                  <a:cubicBezTo>
                    <a:pt x="60" y="64"/>
                    <a:pt x="55" y="66"/>
                    <a:pt x="51" y="68"/>
                  </a:cubicBezTo>
                  <a:cubicBezTo>
                    <a:pt x="49" y="70"/>
                    <a:pt x="46" y="70"/>
                    <a:pt x="44" y="71"/>
                  </a:cubicBezTo>
                  <a:cubicBezTo>
                    <a:pt x="42" y="71"/>
                    <a:pt x="40" y="71"/>
                    <a:pt x="38" y="71"/>
                  </a:cubicBezTo>
                  <a:cubicBezTo>
                    <a:pt x="32" y="71"/>
                    <a:pt x="26" y="69"/>
                    <a:pt x="22" y="65"/>
                  </a:cubicBezTo>
                  <a:cubicBezTo>
                    <a:pt x="18" y="60"/>
                    <a:pt x="16" y="55"/>
                    <a:pt x="16" y="49"/>
                  </a:cubicBezTo>
                  <a:cubicBezTo>
                    <a:pt x="16" y="45"/>
                    <a:pt x="17" y="41"/>
                    <a:pt x="20" y="36"/>
                  </a:cubicBezTo>
                  <a:cubicBezTo>
                    <a:pt x="23" y="32"/>
                    <a:pt x="27" y="28"/>
                    <a:pt x="33" y="25"/>
                  </a:cubicBezTo>
                  <a:cubicBezTo>
                    <a:pt x="40" y="21"/>
                    <a:pt x="47" y="18"/>
                    <a:pt x="55" y="15"/>
                  </a:cubicBezTo>
                  <a:cubicBezTo>
                    <a:pt x="62" y="12"/>
                    <a:pt x="70" y="10"/>
                    <a:pt x="78" y="7"/>
                  </a:cubicBezTo>
                  <a:cubicBezTo>
                    <a:pt x="86" y="5"/>
                    <a:pt x="95" y="3"/>
                    <a:pt x="103" y="2"/>
                  </a:cubicBezTo>
                  <a:cubicBezTo>
                    <a:pt x="111" y="1"/>
                    <a:pt x="119" y="0"/>
                    <a:pt x="126" y="0"/>
                  </a:cubicBezTo>
                  <a:cubicBezTo>
                    <a:pt x="142" y="0"/>
                    <a:pt x="157" y="2"/>
                    <a:pt x="171" y="6"/>
                  </a:cubicBezTo>
                  <a:cubicBezTo>
                    <a:pt x="184" y="10"/>
                    <a:pt x="196" y="15"/>
                    <a:pt x="206" y="23"/>
                  </a:cubicBezTo>
                  <a:cubicBezTo>
                    <a:pt x="216" y="30"/>
                    <a:pt x="224" y="40"/>
                    <a:pt x="230" y="50"/>
                  </a:cubicBezTo>
                  <a:cubicBezTo>
                    <a:pt x="235" y="61"/>
                    <a:pt x="238" y="74"/>
                    <a:pt x="238" y="88"/>
                  </a:cubicBezTo>
                  <a:cubicBezTo>
                    <a:pt x="238" y="100"/>
                    <a:pt x="236" y="112"/>
                    <a:pt x="231" y="125"/>
                  </a:cubicBezTo>
                  <a:cubicBezTo>
                    <a:pt x="226" y="138"/>
                    <a:pt x="220" y="150"/>
                    <a:pt x="212" y="163"/>
                  </a:cubicBezTo>
                  <a:cubicBezTo>
                    <a:pt x="204" y="176"/>
                    <a:pt x="194" y="188"/>
                    <a:pt x="184" y="201"/>
                  </a:cubicBezTo>
                  <a:cubicBezTo>
                    <a:pt x="173" y="214"/>
                    <a:pt x="162" y="226"/>
                    <a:pt x="150" y="238"/>
                  </a:cubicBezTo>
                  <a:cubicBezTo>
                    <a:pt x="138" y="249"/>
                    <a:pt x="125" y="261"/>
                    <a:pt x="113" y="272"/>
                  </a:cubicBezTo>
                  <a:cubicBezTo>
                    <a:pt x="100" y="283"/>
                    <a:pt x="88" y="293"/>
                    <a:pt x="76" y="302"/>
                  </a:cubicBezTo>
                  <a:cubicBezTo>
                    <a:pt x="218" y="302"/>
                    <a:pt x="218" y="302"/>
                    <a:pt x="218" y="302"/>
                  </a:cubicBezTo>
                  <a:cubicBezTo>
                    <a:pt x="222" y="302"/>
                    <a:pt x="225" y="303"/>
                    <a:pt x="228" y="304"/>
                  </a:cubicBezTo>
                  <a:cubicBezTo>
                    <a:pt x="231" y="305"/>
                    <a:pt x="234" y="307"/>
                    <a:pt x="236" y="309"/>
                  </a:cubicBezTo>
                  <a:cubicBezTo>
                    <a:pt x="238" y="312"/>
                    <a:pt x="239" y="314"/>
                    <a:pt x="240" y="317"/>
                  </a:cubicBezTo>
                  <a:cubicBezTo>
                    <a:pt x="241" y="320"/>
                    <a:pt x="241" y="323"/>
                    <a:pt x="241" y="326"/>
                  </a:cubicBezTo>
                  <a:cubicBezTo>
                    <a:pt x="241" y="329"/>
                    <a:pt x="241" y="332"/>
                    <a:pt x="240" y="335"/>
                  </a:cubicBezTo>
                  <a:cubicBezTo>
                    <a:pt x="239" y="338"/>
                    <a:pt x="238" y="341"/>
                    <a:pt x="236" y="343"/>
                  </a:cubicBezTo>
                  <a:cubicBezTo>
                    <a:pt x="234" y="345"/>
                    <a:pt x="231" y="347"/>
                    <a:pt x="228" y="348"/>
                  </a:cubicBezTo>
                  <a:cubicBezTo>
                    <a:pt x="225" y="350"/>
                    <a:pt x="222" y="350"/>
                    <a:pt x="218" y="350"/>
                  </a:cubicBezTo>
                  <a:cubicBezTo>
                    <a:pt x="34" y="350"/>
                    <a:pt x="34" y="350"/>
                    <a:pt x="34" y="350"/>
                  </a:cubicBezTo>
                  <a:cubicBezTo>
                    <a:pt x="22" y="350"/>
                    <a:pt x="14" y="348"/>
                    <a:pt x="8" y="342"/>
                  </a:cubicBezTo>
                  <a:cubicBezTo>
                    <a:pt x="3" y="336"/>
                    <a:pt x="0" y="330"/>
                    <a:pt x="0" y="322"/>
                  </a:cubicBezTo>
                  <a:cubicBezTo>
                    <a:pt x="0" y="316"/>
                    <a:pt x="1" y="310"/>
                    <a:pt x="4" y="304"/>
                  </a:cubicBezTo>
                  <a:cubicBezTo>
                    <a:pt x="7" y="298"/>
                    <a:pt x="12" y="293"/>
                    <a:pt x="18" y="287"/>
                  </a:cubicBezTo>
                  <a:cubicBezTo>
                    <a:pt x="19" y="286"/>
                    <a:pt x="22" y="284"/>
                    <a:pt x="25" y="281"/>
                  </a:cubicBezTo>
                  <a:cubicBezTo>
                    <a:pt x="29" y="278"/>
                    <a:pt x="33" y="274"/>
                    <a:pt x="37" y="271"/>
                  </a:cubicBezTo>
                  <a:cubicBezTo>
                    <a:pt x="41" y="267"/>
                    <a:pt x="45" y="263"/>
                    <a:pt x="50" y="259"/>
                  </a:cubicBezTo>
                  <a:cubicBezTo>
                    <a:pt x="55" y="255"/>
                    <a:pt x="60" y="250"/>
                    <a:pt x="64" y="246"/>
                  </a:cubicBezTo>
                  <a:cubicBezTo>
                    <a:pt x="69" y="242"/>
                    <a:pt x="73" y="238"/>
                    <a:pt x="77" y="234"/>
                  </a:cubicBezTo>
                  <a:cubicBezTo>
                    <a:pt x="82" y="230"/>
                    <a:pt x="85" y="226"/>
                    <a:pt x="89" y="223"/>
                  </a:cubicBezTo>
                  <a:cubicBezTo>
                    <a:pt x="100" y="211"/>
                    <a:pt x="112" y="200"/>
                    <a:pt x="122" y="188"/>
                  </a:cubicBezTo>
                  <a:cubicBezTo>
                    <a:pt x="133" y="176"/>
                    <a:pt x="142" y="165"/>
                    <a:pt x="150" y="153"/>
                  </a:cubicBezTo>
                  <a:cubicBezTo>
                    <a:pt x="158" y="142"/>
                    <a:pt x="164" y="132"/>
                    <a:pt x="168" y="121"/>
                  </a:cubicBezTo>
                  <a:cubicBezTo>
                    <a:pt x="173" y="111"/>
                    <a:pt x="175" y="102"/>
                    <a:pt x="175" y="94"/>
                  </a:cubicBezTo>
                  <a:cubicBezTo>
                    <a:pt x="175" y="87"/>
                    <a:pt x="174" y="80"/>
                    <a:pt x="170" y="75"/>
                  </a:cubicBezTo>
                  <a:cubicBezTo>
                    <a:pt x="167" y="69"/>
                    <a:pt x="163" y="64"/>
                    <a:pt x="158" y="61"/>
                  </a:cubicBezTo>
                  <a:cubicBezTo>
                    <a:pt x="153" y="57"/>
                    <a:pt x="146" y="54"/>
                    <a:pt x="140" y="52"/>
                  </a:cubicBezTo>
                  <a:cubicBezTo>
                    <a:pt x="133" y="51"/>
                    <a:pt x="126" y="50"/>
                    <a:pt x="118" y="5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 name="Freeform 40"/>
            <p:cNvSpPr>
              <a:spLocks noEditPoints="1"/>
            </p:cNvSpPr>
            <p:nvPr/>
          </p:nvSpPr>
          <p:spPr bwMode="auto">
            <a:xfrm>
              <a:off x="10895013" y="2714626"/>
              <a:ext cx="271463" cy="374650"/>
            </a:xfrm>
            <a:custGeom>
              <a:avLst/>
              <a:gdLst>
                <a:gd name="T0" fmla="*/ 130 w 260"/>
                <a:gd name="T1" fmla="*/ 0 h 357"/>
                <a:gd name="T2" fmla="*/ 174 w 260"/>
                <a:gd name="T3" fmla="*/ 6 h 357"/>
                <a:gd name="T4" fmla="*/ 208 w 260"/>
                <a:gd name="T5" fmla="*/ 25 h 357"/>
                <a:gd name="T6" fmla="*/ 232 w 260"/>
                <a:gd name="T7" fmla="*/ 54 h 357"/>
                <a:gd name="T8" fmla="*/ 248 w 260"/>
                <a:gd name="T9" fmla="*/ 90 h 357"/>
                <a:gd name="T10" fmla="*/ 257 w 260"/>
                <a:gd name="T11" fmla="*/ 132 h 357"/>
                <a:gd name="T12" fmla="*/ 260 w 260"/>
                <a:gd name="T13" fmla="*/ 178 h 357"/>
                <a:gd name="T14" fmla="*/ 257 w 260"/>
                <a:gd name="T15" fmla="*/ 224 h 357"/>
                <a:gd name="T16" fmla="*/ 248 w 260"/>
                <a:gd name="T17" fmla="*/ 266 h 357"/>
                <a:gd name="T18" fmla="*/ 232 w 260"/>
                <a:gd name="T19" fmla="*/ 303 h 357"/>
                <a:gd name="T20" fmla="*/ 208 w 260"/>
                <a:gd name="T21" fmla="*/ 332 h 357"/>
                <a:gd name="T22" fmla="*/ 174 w 260"/>
                <a:gd name="T23" fmla="*/ 350 h 357"/>
                <a:gd name="T24" fmla="*/ 130 w 260"/>
                <a:gd name="T25" fmla="*/ 357 h 357"/>
                <a:gd name="T26" fmla="*/ 86 w 260"/>
                <a:gd name="T27" fmla="*/ 350 h 357"/>
                <a:gd name="T28" fmla="*/ 52 w 260"/>
                <a:gd name="T29" fmla="*/ 332 h 357"/>
                <a:gd name="T30" fmla="*/ 27 w 260"/>
                <a:gd name="T31" fmla="*/ 303 h 357"/>
                <a:gd name="T32" fmla="*/ 11 w 260"/>
                <a:gd name="T33" fmla="*/ 266 h 357"/>
                <a:gd name="T34" fmla="*/ 2 w 260"/>
                <a:gd name="T35" fmla="*/ 224 h 357"/>
                <a:gd name="T36" fmla="*/ 0 w 260"/>
                <a:gd name="T37" fmla="*/ 178 h 357"/>
                <a:gd name="T38" fmla="*/ 2 w 260"/>
                <a:gd name="T39" fmla="*/ 132 h 357"/>
                <a:gd name="T40" fmla="*/ 11 w 260"/>
                <a:gd name="T41" fmla="*/ 90 h 357"/>
                <a:gd name="T42" fmla="*/ 27 w 260"/>
                <a:gd name="T43" fmla="*/ 54 h 357"/>
                <a:gd name="T44" fmla="*/ 52 w 260"/>
                <a:gd name="T45" fmla="*/ 25 h 357"/>
                <a:gd name="T46" fmla="*/ 85 w 260"/>
                <a:gd name="T47" fmla="*/ 6 h 357"/>
                <a:gd name="T48" fmla="*/ 130 w 260"/>
                <a:gd name="T49" fmla="*/ 0 h 357"/>
                <a:gd name="T50" fmla="*/ 130 w 260"/>
                <a:gd name="T51" fmla="*/ 46 h 357"/>
                <a:gd name="T52" fmla="*/ 105 w 260"/>
                <a:gd name="T53" fmla="*/ 51 h 357"/>
                <a:gd name="T54" fmla="*/ 88 w 260"/>
                <a:gd name="T55" fmla="*/ 66 h 357"/>
                <a:gd name="T56" fmla="*/ 76 w 260"/>
                <a:gd name="T57" fmla="*/ 89 h 357"/>
                <a:gd name="T58" fmla="*/ 69 w 260"/>
                <a:gd name="T59" fmla="*/ 116 h 357"/>
                <a:gd name="T60" fmla="*/ 66 w 260"/>
                <a:gd name="T61" fmla="*/ 147 h 357"/>
                <a:gd name="T62" fmla="*/ 65 w 260"/>
                <a:gd name="T63" fmla="*/ 178 h 357"/>
                <a:gd name="T64" fmla="*/ 66 w 260"/>
                <a:gd name="T65" fmla="*/ 210 h 357"/>
                <a:gd name="T66" fmla="*/ 69 w 260"/>
                <a:gd name="T67" fmla="*/ 240 h 357"/>
                <a:gd name="T68" fmla="*/ 76 w 260"/>
                <a:gd name="T69" fmla="*/ 268 h 357"/>
                <a:gd name="T70" fmla="*/ 88 w 260"/>
                <a:gd name="T71" fmla="*/ 290 h 357"/>
                <a:gd name="T72" fmla="*/ 105 w 260"/>
                <a:gd name="T73" fmla="*/ 305 h 357"/>
                <a:gd name="T74" fmla="*/ 130 w 260"/>
                <a:gd name="T75" fmla="*/ 310 h 357"/>
                <a:gd name="T76" fmla="*/ 155 w 260"/>
                <a:gd name="T77" fmla="*/ 305 h 357"/>
                <a:gd name="T78" fmla="*/ 172 w 260"/>
                <a:gd name="T79" fmla="*/ 290 h 357"/>
                <a:gd name="T80" fmla="*/ 184 w 260"/>
                <a:gd name="T81" fmla="*/ 268 h 357"/>
                <a:gd name="T82" fmla="*/ 191 w 260"/>
                <a:gd name="T83" fmla="*/ 240 h 357"/>
                <a:gd name="T84" fmla="*/ 194 w 260"/>
                <a:gd name="T85" fmla="*/ 210 h 357"/>
                <a:gd name="T86" fmla="*/ 195 w 260"/>
                <a:gd name="T87" fmla="*/ 178 h 357"/>
                <a:gd name="T88" fmla="*/ 194 w 260"/>
                <a:gd name="T89" fmla="*/ 147 h 357"/>
                <a:gd name="T90" fmla="*/ 191 w 260"/>
                <a:gd name="T91" fmla="*/ 116 h 357"/>
                <a:gd name="T92" fmla="*/ 184 w 260"/>
                <a:gd name="T93" fmla="*/ 89 h 357"/>
                <a:gd name="T94" fmla="*/ 172 w 260"/>
                <a:gd name="T95" fmla="*/ 66 h 357"/>
                <a:gd name="T96" fmla="*/ 155 w 260"/>
                <a:gd name="T97" fmla="*/ 51 h 357"/>
                <a:gd name="T98" fmla="*/ 130 w 260"/>
                <a:gd name="T99" fmla="*/ 46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60" h="357">
                  <a:moveTo>
                    <a:pt x="130" y="0"/>
                  </a:moveTo>
                  <a:cubicBezTo>
                    <a:pt x="147" y="0"/>
                    <a:pt x="161" y="2"/>
                    <a:pt x="174" y="6"/>
                  </a:cubicBezTo>
                  <a:cubicBezTo>
                    <a:pt x="187" y="11"/>
                    <a:pt x="198" y="17"/>
                    <a:pt x="208" y="25"/>
                  </a:cubicBezTo>
                  <a:cubicBezTo>
                    <a:pt x="218" y="33"/>
                    <a:pt x="226" y="43"/>
                    <a:pt x="232" y="54"/>
                  </a:cubicBezTo>
                  <a:cubicBezTo>
                    <a:pt x="239" y="65"/>
                    <a:pt x="244" y="77"/>
                    <a:pt x="248" y="90"/>
                  </a:cubicBezTo>
                  <a:cubicBezTo>
                    <a:pt x="252" y="104"/>
                    <a:pt x="255" y="118"/>
                    <a:pt x="257" y="132"/>
                  </a:cubicBezTo>
                  <a:cubicBezTo>
                    <a:pt x="259" y="147"/>
                    <a:pt x="260" y="163"/>
                    <a:pt x="260" y="178"/>
                  </a:cubicBezTo>
                  <a:cubicBezTo>
                    <a:pt x="260" y="194"/>
                    <a:pt x="259" y="209"/>
                    <a:pt x="257" y="224"/>
                  </a:cubicBezTo>
                  <a:cubicBezTo>
                    <a:pt x="255" y="239"/>
                    <a:pt x="252" y="253"/>
                    <a:pt x="248" y="266"/>
                  </a:cubicBezTo>
                  <a:cubicBezTo>
                    <a:pt x="244" y="280"/>
                    <a:pt x="239" y="292"/>
                    <a:pt x="232" y="303"/>
                  </a:cubicBezTo>
                  <a:cubicBezTo>
                    <a:pt x="226" y="314"/>
                    <a:pt x="218" y="323"/>
                    <a:pt x="208" y="332"/>
                  </a:cubicBezTo>
                  <a:cubicBezTo>
                    <a:pt x="198" y="340"/>
                    <a:pt x="187" y="346"/>
                    <a:pt x="174" y="350"/>
                  </a:cubicBezTo>
                  <a:cubicBezTo>
                    <a:pt x="161" y="355"/>
                    <a:pt x="147" y="357"/>
                    <a:pt x="130" y="357"/>
                  </a:cubicBezTo>
                  <a:cubicBezTo>
                    <a:pt x="113" y="357"/>
                    <a:pt x="99" y="355"/>
                    <a:pt x="86" y="350"/>
                  </a:cubicBezTo>
                  <a:cubicBezTo>
                    <a:pt x="73" y="346"/>
                    <a:pt x="61" y="340"/>
                    <a:pt x="52" y="332"/>
                  </a:cubicBezTo>
                  <a:cubicBezTo>
                    <a:pt x="42" y="323"/>
                    <a:pt x="34" y="314"/>
                    <a:pt x="27" y="303"/>
                  </a:cubicBezTo>
                  <a:cubicBezTo>
                    <a:pt x="21" y="292"/>
                    <a:pt x="15" y="280"/>
                    <a:pt x="11" y="266"/>
                  </a:cubicBezTo>
                  <a:cubicBezTo>
                    <a:pt x="7" y="253"/>
                    <a:pt x="4" y="239"/>
                    <a:pt x="2" y="224"/>
                  </a:cubicBezTo>
                  <a:cubicBezTo>
                    <a:pt x="1" y="209"/>
                    <a:pt x="0" y="194"/>
                    <a:pt x="0" y="178"/>
                  </a:cubicBezTo>
                  <a:cubicBezTo>
                    <a:pt x="0" y="163"/>
                    <a:pt x="1" y="147"/>
                    <a:pt x="2" y="132"/>
                  </a:cubicBezTo>
                  <a:cubicBezTo>
                    <a:pt x="4" y="118"/>
                    <a:pt x="7" y="104"/>
                    <a:pt x="11" y="90"/>
                  </a:cubicBezTo>
                  <a:cubicBezTo>
                    <a:pt x="15" y="77"/>
                    <a:pt x="21" y="65"/>
                    <a:pt x="27" y="54"/>
                  </a:cubicBezTo>
                  <a:cubicBezTo>
                    <a:pt x="34" y="43"/>
                    <a:pt x="42" y="33"/>
                    <a:pt x="52" y="25"/>
                  </a:cubicBezTo>
                  <a:cubicBezTo>
                    <a:pt x="61" y="17"/>
                    <a:pt x="73" y="11"/>
                    <a:pt x="85" y="6"/>
                  </a:cubicBezTo>
                  <a:cubicBezTo>
                    <a:pt x="98" y="2"/>
                    <a:pt x="113" y="0"/>
                    <a:pt x="130" y="0"/>
                  </a:cubicBezTo>
                  <a:close/>
                  <a:moveTo>
                    <a:pt x="130" y="46"/>
                  </a:moveTo>
                  <a:cubicBezTo>
                    <a:pt x="120" y="46"/>
                    <a:pt x="112" y="48"/>
                    <a:pt x="105" y="51"/>
                  </a:cubicBezTo>
                  <a:cubicBezTo>
                    <a:pt x="98" y="55"/>
                    <a:pt x="93" y="60"/>
                    <a:pt x="88" y="66"/>
                  </a:cubicBezTo>
                  <a:cubicBezTo>
                    <a:pt x="83" y="73"/>
                    <a:pt x="79" y="80"/>
                    <a:pt x="76" y="89"/>
                  </a:cubicBezTo>
                  <a:cubicBezTo>
                    <a:pt x="73" y="97"/>
                    <a:pt x="71" y="106"/>
                    <a:pt x="69" y="116"/>
                  </a:cubicBezTo>
                  <a:cubicBezTo>
                    <a:pt x="67" y="126"/>
                    <a:pt x="66" y="136"/>
                    <a:pt x="66" y="147"/>
                  </a:cubicBezTo>
                  <a:cubicBezTo>
                    <a:pt x="65" y="157"/>
                    <a:pt x="65" y="168"/>
                    <a:pt x="65" y="178"/>
                  </a:cubicBezTo>
                  <a:cubicBezTo>
                    <a:pt x="65" y="189"/>
                    <a:pt x="65" y="199"/>
                    <a:pt x="66" y="210"/>
                  </a:cubicBezTo>
                  <a:cubicBezTo>
                    <a:pt x="66" y="220"/>
                    <a:pt x="67" y="231"/>
                    <a:pt x="69" y="240"/>
                  </a:cubicBezTo>
                  <a:cubicBezTo>
                    <a:pt x="71" y="250"/>
                    <a:pt x="73" y="259"/>
                    <a:pt x="76" y="268"/>
                  </a:cubicBezTo>
                  <a:cubicBezTo>
                    <a:pt x="79" y="276"/>
                    <a:pt x="83" y="284"/>
                    <a:pt x="88" y="290"/>
                  </a:cubicBezTo>
                  <a:cubicBezTo>
                    <a:pt x="93" y="296"/>
                    <a:pt x="98" y="301"/>
                    <a:pt x="105" y="305"/>
                  </a:cubicBezTo>
                  <a:cubicBezTo>
                    <a:pt x="112" y="309"/>
                    <a:pt x="120" y="310"/>
                    <a:pt x="130" y="310"/>
                  </a:cubicBezTo>
                  <a:cubicBezTo>
                    <a:pt x="139" y="310"/>
                    <a:pt x="148" y="309"/>
                    <a:pt x="155" y="305"/>
                  </a:cubicBezTo>
                  <a:cubicBezTo>
                    <a:pt x="161" y="301"/>
                    <a:pt x="167" y="296"/>
                    <a:pt x="172" y="290"/>
                  </a:cubicBezTo>
                  <a:cubicBezTo>
                    <a:pt x="177" y="284"/>
                    <a:pt x="181" y="276"/>
                    <a:pt x="184" y="268"/>
                  </a:cubicBezTo>
                  <a:cubicBezTo>
                    <a:pt x="187" y="259"/>
                    <a:pt x="189" y="250"/>
                    <a:pt x="191" y="240"/>
                  </a:cubicBezTo>
                  <a:cubicBezTo>
                    <a:pt x="193" y="231"/>
                    <a:pt x="194" y="220"/>
                    <a:pt x="194" y="210"/>
                  </a:cubicBezTo>
                  <a:cubicBezTo>
                    <a:pt x="195" y="199"/>
                    <a:pt x="195" y="189"/>
                    <a:pt x="195" y="178"/>
                  </a:cubicBezTo>
                  <a:cubicBezTo>
                    <a:pt x="195" y="168"/>
                    <a:pt x="195" y="157"/>
                    <a:pt x="194" y="147"/>
                  </a:cubicBezTo>
                  <a:cubicBezTo>
                    <a:pt x="194" y="136"/>
                    <a:pt x="193" y="126"/>
                    <a:pt x="191" y="116"/>
                  </a:cubicBezTo>
                  <a:cubicBezTo>
                    <a:pt x="189" y="106"/>
                    <a:pt x="187" y="97"/>
                    <a:pt x="184" y="89"/>
                  </a:cubicBezTo>
                  <a:cubicBezTo>
                    <a:pt x="181" y="80"/>
                    <a:pt x="177" y="73"/>
                    <a:pt x="172" y="66"/>
                  </a:cubicBezTo>
                  <a:cubicBezTo>
                    <a:pt x="167" y="60"/>
                    <a:pt x="161" y="55"/>
                    <a:pt x="155" y="51"/>
                  </a:cubicBezTo>
                  <a:cubicBezTo>
                    <a:pt x="148" y="48"/>
                    <a:pt x="139" y="46"/>
                    <a:pt x="130" y="4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 name="Freeform 41"/>
            <p:cNvSpPr>
              <a:spLocks/>
            </p:cNvSpPr>
            <p:nvPr/>
          </p:nvSpPr>
          <p:spPr bwMode="auto">
            <a:xfrm>
              <a:off x="11231563" y="2711451"/>
              <a:ext cx="242888" cy="379413"/>
            </a:xfrm>
            <a:custGeom>
              <a:avLst/>
              <a:gdLst>
                <a:gd name="T0" fmla="*/ 119 w 231"/>
                <a:gd name="T1" fmla="*/ 152 h 362"/>
                <a:gd name="T2" fmla="*/ 155 w 231"/>
                <a:gd name="T3" fmla="*/ 125 h 362"/>
                <a:gd name="T4" fmla="*/ 156 w 231"/>
                <a:gd name="T5" fmla="*/ 79 h 362"/>
                <a:gd name="T6" fmla="*/ 122 w 231"/>
                <a:gd name="T7" fmla="*/ 53 h 362"/>
                <a:gd name="T8" fmla="*/ 74 w 231"/>
                <a:gd name="T9" fmla="*/ 52 h 362"/>
                <a:gd name="T10" fmla="*/ 34 w 231"/>
                <a:gd name="T11" fmla="*/ 62 h 362"/>
                <a:gd name="T12" fmla="*/ 13 w 231"/>
                <a:gd name="T13" fmla="*/ 62 h 362"/>
                <a:gd name="T14" fmla="*/ 2 w 231"/>
                <a:gd name="T15" fmla="*/ 49 h 362"/>
                <a:gd name="T16" fmla="*/ 5 w 231"/>
                <a:gd name="T17" fmla="*/ 26 h 362"/>
                <a:gd name="T18" fmla="*/ 57 w 231"/>
                <a:gd name="T19" fmla="*/ 4 h 362"/>
                <a:gd name="T20" fmla="*/ 151 w 231"/>
                <a:gd name="T21" fmla="*/ 6 h 362"/>
                <a:gd name="T22" fmla="*/ 216 w 231"/>
                <a:gd name="T23" fmla="*/ 55 h 362"/>
                <a:gd name="T24" fmla="*/ 219 w 231"/>
                <a:gd name="T25" fmla="*/ 125 h 362"/>
                <a:gd name="T26" fmla="*/ 185 w 231"/>
                <a:gd name="T27" fmla="*/ 165 h 362"/>
                <a:gd name="T28" fmla="*/ 160 w 231"/>
                <a:gd name="T29" fmla="*/ 175 h 362"/>
                <a:gd name="T30" fmla="*/ 212 w 231"/>
                <a:gd name="T31" fmla="*/ 205 h 362"/>
                <a:gd name="T32" fmla="*/ 231 w 231"/>
                <a:gd name="T33" fmla="*/ 263 h 362"/>
                <a:gd name="T34" fmla="*/ 193 w 231"/>
                <a:gd name="T35" fmla="*/ 338 h 362"/>
                <a:gd name="T36" fmla="*/ 105 w 231"/>
                <a:gd name="T37" fmla="*/ 362 h 362"/>
                <a:gd name="T38" fmla="*/ 61 w 231"/>
                <a:gd name="T39" fmla="*/ 356 h 362"/>
                <a:gd name="T40" fmla="*/ 18 w 231"/>
                <a:gd name="T41" fmla="*/ 341 h 362"/>
                <a:gd name="T42" fmla="*/ 2 w 231"/>
                <a:gd name="T43" fmla="*/ 319 h 362"/>
                <a:gd name="T44" fmla="*/ 8 w 231"/>
                <a:gd name="T45" fmla="*/ 304 h 362"/>
                <a:gd name="T46" fmla="*/ 26 w 231"/>
                <a:gd name="T47" fmla="*/ 296 h 362"/>
                <a:gd name="T48" fmla="*/ 31 w 231"/>
                <a:gd name="T49" fmla="*/ 297 h 362"/>
                <a:gd name="T50" fmla="*/ 61 w 231"/>
                <a:gd name="T51" fmla="*/ 307 h 362"/>
                <a:gd name="T52" fmla="*/ 102 w 231"/>
                <a:gd name="T53" fmla="*/ 312 h 362"/>
                <a:gd name="T54" fmla="*/ 148 w 231"/>
                <a:gd name="T55" fmla="*/ 299 h 362"/>
                <a:gd name="T56" fmla="*/ 166 w 231"/>
                <a:gd name="T57" fmla="*/ 260 h 362"/>
                <a:gd name="T58" fmla="*/ 146 w 231"/>
                <a:gd name="T59" fmla="*/ 215 h 362"/>
                <a:gd name="T60" fmla="*/ 94 w 231"/>
                <a:gd name="T61" fmla="*/ 199 h 362"/>
                <a:gd name="T62" fmla="*/ 66 w 231"/>
                <a:gd name="T63" fmla="*/ 197 h 362"/>
                <a:gd name="T64" fmla="*/ 56 w 231"/>
                <a:gd name="T65" fmla="*/ 186 h 362"/>
                <a:gd name="T66" fmla="*/ 60 w 231"/>
                <a:gd name="T67" fmla="*/ 163 h 362"/>
                <a:gd name="T68" fmla="*/ 92 w 231"/>
                <a:gd name="T69" fmla="*/ 156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1" h="362">
                  <a:moveTo>
                    <a:pt x="92" y="156"/>
                  </a:moveTo>
                  <a:cubicBezTo>
                    <a:pt x="101" y="156"/>
                    <a:pt x="110" y="154"/>
                    <a:pt x="119" y="152"/>
                  </a:cubicBezTo>
                  <a:cubicBezTo>
                    <a:pt x="127" y="150"/>
                    <a:pt x="135" y="147"/>
                    <a:pt x="141" y="142"/>
                  </a:cubicBezTo>
                  <a:cubicBezTo>
                    <a:pt x="147" y="137"/>
                    <a:pt x="152" y="132"/>
                    <a:pt x="155" y="125"/>
                  </a:cubicBezTo>
                  <a:cubicBezTo>
                    <a:pt x="159" y="118"/>
                    <a:pt x="161" y="110"/>
                    <a:pt x="161" y="101"/>
                  </a:cubicBezTo>
                  <a:cubicBezTo>
                    <a:pt x="161" y="93"/>
                    <a:pt x="159" y="85"/>
                    <a:pt x="156" y="79"/>
                  </a:cubicBezTo>
                  <a:cubicBezTo>
                    <a:pt x="152" y="73"/>
                    <a:pt x="148" y="67"/>
                    <a:pt x="142" y="63"/>
                  </a:cubicBezTo>
                  <a:cubicBezTo>
                    <a:pt x="136" y="59"/>
                    <a:pt x="130" y="55"/>
                    <a:pt x="122" y="53"/>
                  </a:cubicBezTo>
                  <a:cubicBezTo>
                    <a:pt x="115" y="51"/>
                    <a:pt x="107" y="50"/>
                    <a:pt x="98" y="50"/>
                  </a:cubicBezTo>
                  <a:cubicBezTo>
                    <a:pt x="90" y="50"/>
                    <a:pt x="82" y="51"/>
                    <a:pt x="74" y="52"/>
                  </a:cubicBezTo>
                  <a:cubicBezTo>
                    <a:pt x="66" y="54"/>
                    <a:pt x="59" y="55"/>
                    <a:pt x="52" y="57"/>
                  </a:cubicBezTo>
                  <a:cubicBezTo>
                    <a:pt x="45" y="59"/>
                    <a:pt x="39" y="60"/>
                    <a:pt x="34" y="62"/>
                  </a:cubicBezTo>
                  <a:cubicBezTo>
                    <a:pt x="28" y="63"/>
                    <a:pt x="25" y="64"/>
                    <a:pt x="23" y="64"/>
                  </a:cubicBezTo>
                  <a:cubicBezTo>
                    <a:pt x="19" y="64"/>
                    <a:pt x="16" y="63"/>
                    <a:pt x="13" y="62"/>
                  </a:cubicBezTo>
                  <a:cubicBezTo>
                    <a:pt x="11" y="60"/>
                    <a:pt x="8" y="59"/>
                    <a:pt x="6" y="57"/>
                  </a:cubicBezTo>
                  <a:cubicBezTo>
                    <a:pt x="4" y="54"/>
                    <a:pt x="3" y="52"/>
                    <a:pt x="2" y="49"/>
                  </a:cubicBezTo>
                  <a:cubicBezTo>
                    <a:pt x="1" y="46"/>
                    <a:pt x="0" y="43"/>
                    <a:pt x="0" y="40"/>
                  </a:cubicBezTo>
                  <a:cubicBezTo>
                    <a:pt x="0" y="35"/>
                    <a:pt x="2" y="31"/>
                    <a:pt x="5" y="26"/>
                  </a:cubicBezTo>
                  <a:cubicBezTo>
                    <a:pt x="7" y="22"/>
                    <a:pt x="12" y="18"/>
                    <a:pt x="19" y="16"/>
                  </a:cubicBezTo>
                  <a:cubicBezTo>
                    <a:pt x="31" y="11"/>
                    <a:pt x="44" y="7"/>
                    <a:pt x="57" y="4"/>
                  </a:cubicBezTo>
                  <a:cubicBezTo>
                    <a:pt x="71" y="2"/>
                    <a:pt x="86" y="0"/>
                    <a:pt x="101" y="0"/>
                  </a:cubicBezTo>
                  <a:cubicBezTo>
                    <a:pt x="119" y="0"/>
                    <a:pt x="136" y="2"/>
                    <a:pt x="151" y="6"/>
                  </a:cubicBezTo>
                  <a:cubicBezTo>
                    <a:pt x="166" y="11"/>
                    <a:pt x="179" y="17"/>
                    <a:pt x="190" y="25"/>
                  </a:cubicBezTo>
                  <a:cubicBezTo>
                    <a:pt x="201" y="33"/>
                    <a:pt x="210" y="43"/>
                    <a:pt x="216" y="55"/>
                  </a:cubicBezTo>
                  <a:cubicBezTo>
                    <a:pt x="222" y="67"/>
                    <a:pt x="225" y="81"/>
                    <a:pt x="225" y="96"/>
                  </a:cubicBezTo>
                  <a:cubicBezTo>
                    <a:pt x="225" y="106"/>
                    <a:pt x="223" y="116"/>
                    <a:pt x="219" y="125"/>
                  </a:cubicBezTo>
                  <a:cubicBezTo>
                    <a:pt x="216" y="133"/>
                    <a:pt x="211" y="141"/>
                    <a:pt x="205" y="148"/>
                  </a:cubicBezTo>
                  <a:cubicBezTo>
                    <a:pt x="200" y="155"/>
                    <a:pt x="193" y="160"/>
                    <a:pt x="185" y="165"/>
                  </a:cubicBezTo>
                  <a:cubicBezTo>
                    <a:pt x="177" y="169"/>
                    <a:pt x="168" y="173"/>
                    <a:pt x="160" y="174"/>
                  </a:cubicBezTo>
                  <a:cubicBezTo>
                    <a:pt x="160" y="175"/>
                    <a:pt x="160" y="175"/>
                    <a:pt x="160" y="175"/>
                  </a:cubicBezTo>
                  <a:cubicBezTo>
                    <a:pt x="171" y="177"/>
                    <a:pt x="181" y="181"/>
                    <a:pt x="190" y="186"/>
                  </a:cubicBezTo>
                  <a:cubicBezTo>
                    <a:pt x="199" y="191"/>
                    <a:pt x="206" y="197"/>
                    <a:pt x="212" y="205"/>
                  </a:cubicBezTo>
                  <a:cubicBezTo>
                    <a:pt x="218" y="213"/>
                    <a:pt x="223" y="221"/>
                    <a:pt x="226" y="231"/>
                  </a:cubicBezTo>
                  <a:cubicBezTo>
                    <a:pt x="230" y="241"/>
                    <a:pt x="231" y="251"/>
                    <a:pt x="231" y="263"/>
                  </a:cubicBezTo>
                  <a:cubicBezTo>
                    <a:pt x="231" y="280"/>
                    <a:pt x="228" y="295"/>
                    <a:pt x="221" y="308"/>
                  </a:cubicBezTo>
                  <a:cubicBezTo>
                    <a:pt x="214" y="320"/>
                    <a:pt x="205" y="330"/>
                    <a:pt x="193" y="338"/>
                  </a:cubicBezTo>
                  <a:cubicBezTo>
                    <a:pt x="182" y="346"/>
                    <a:pt x="168" y="352"/>
                    <a:pt x="153" y="356"/>
                  </a:cubicBezTo>
                  <a:cubicBezTo>
                    <a:pt x="138" y="360"/>
                    <a:pt x="122" y="362"/>
                    <a:pt x="105" y="362"/>
                  </a:cubicBezTo>
                  <a:cubicBezTo>
                    <a:pt x="98" y="362"/>
                    <a:pt x="91" y="361"/>
                    <a:pt x="83" y="360"/>
                  </a:cubicBezTo>
                  <a:cubicBezTo>
                    <a:pt x="76" y="359"/>
                    <a:pt x="68" y="358"/>
                    <a:pt x="61" y="356"/>
                  </a:cubicBezTo>
                  <a:cubicBezTo>
                    <a:pt x="53" y="354"/>
                    <a:pt x="46" y="352"/>
                    <a:pt x="39" y="350"/>
                  </a:cubicBezTo>
                  <a:cubicBezTo>
                    <a:pt x="31" y="347"/>
                    <a:pt x="24" y="345"/>
                    <a:pt x="18" y="341"/>
                  </a:cubicBezTo>
                  <a:cubicBezTo>
                    <a:pt x="12" y="339"/>
                    <a:pt x="8" y="336"/>
                    <a:pt x="6" y="332"/>
                  </a:cubicBezTo>
                  <a:cubicBezTo>
                    <a:pt x="3" y="328"/>
                    <a:pt x="2" y="324"/>
                    <a:pt x="2" y="319"/>
                  </a:cubicBezTo>
                  <a:cubicBezTo>
                    <a:pt x="2" y="317"/>
                    <a:pt x="3" y="314"/>
                    <a:pt x="4" y="311"/>
                  </a:cubicBezTo>
                  <a:cubicBezTo>
                    <a:pt x="5" y="308"/>
                    <a:pt x="6" y="306"/>
                    <a:pt x="8" y="304"/>
                  </a:cubicBezTo>
                  <a:cubicBezTo>
                    <a:pt x="10" y="301"/>
                    <a:pt x="13" y="300"/>
                    <a:pt x="16" y="298"/>
                  </a:cubicBezTo>
                  <a:cubicBezTo>
                    <a:pt x="19" y="297"/>
                    <a:pt x="22" y="296"/>
                    <a:pt x="26" y="296"/>
                  </a:cubicBezTo>
                  <a:cubicBezTo>
                    <a:pt x="26" y="296"/>
                    <a:pt x="27" y="297"/>
                    <a:pt x="28" y="297"/>
                  </a:cubicBezTo>
                  <a:cubicBezTo>
                    <a:pt x="29" y="297"/>
                    <a:pt x="30" y="297"/>
                    <a:pt x="31" y="297"/>
                  </a:cubicBezTo>
                  <a:cubicBezTo>
                    <a:pt x="35" y="298"/>
                    <a:pt x="39" y="300"/>
                    <a:pt x="44" y="302"/>
                  </a:cubicBezTo>
                  <a:cubicBezTo>
                    <a:pt x="49" y="303"/>
                    <a:pt x="55" y="305"/>
                    <a:pt x="61" y="307"/>
                  </a:cubicBezTo>
                  <a:cubicBezTo>
                    <a:pt x="67" y="308"/>
                    <a:pt x="73" y="309"/>
                    <a:pt x="80" y="311"/>
                  </a:cubicBezTo>
                  <a:cubicBezTo>
                    <a:pt x="87" y="312"/>
                    <a:pt x="94" y="312"/>
                    <a:pt x="102" y="312"/>
                  </a:cubicBezTo>
                  <a:cubicBezTo>
                    <a:pt x="111" y="312"/>
                    <a:pt x="120" y="311"/>
                    <a:pt x="128" y="309"/>
                  </a:cubicBezTo>
                  <a:cubicBezTo>
                    <a:pt x="136" y="307"/>
                    <a:pt x="143" y="303"/>
                    <a:pt x="148" y="299"/>
                  </a:cubicBezTo>
                  <a:cubicBezTo>
                    <a:pt x="154" y="295"/>
                    <a:pt x="158" y="289"/>
                    <a:pt x="161" y="283"/>
                  </a:cubicBezTo>
                  <a:cubicBezTo>
                    <a:pt x="164" y="276"/>
                    <a:pt x="166" y="269"/>
                    <a:pt x="166" y="260"/>
                  </a:cubicBezTo>
                  <a:cubicBezTo>
                    <a:pt x="166" y="251"/>
                    <a:pt x="164" y="242"/>
                    <a:pt x="161" y="234"/>
                  </a:cubicBezTo>
                  <a:cubicBezTo>
                    <a:pt x="157" y="227"/>
                    <a:pt x="152" y="220"/>
                    <a:pt x="146" y="215"/>
                  </a:cubicBezTo>
                  <a:cubicBezTo>
                    <a:pt x="139" y="210"/>
                    <a:pt x="131" y="206"/>
                    <a:pt x="123" y="203"/>
                  </a:cubicBezTo>
                  <a:cubicBezTo>
                    <a:pt x="114" y="201"/>
                    <a:pt x="104" y="199"/>
                    <a:pt x="94" y="199"/>
                  </a:cubicBezTo>
                  <a:cubicBezTo>
                    <a:pt x="76" y="199"/>
                    <a:pt x="76" y="199"/>
                    <a:pt x="76" y="199"/>
                  </a:cubicBezTo>
                  <a:cubicBezTo>
                    <a:pt x="72" y="199"/>
                    <a:pt x="69" y="199"/>
                    <a:pt x="66" y="197"/>
                  </a:cubicBezTo>
                  <a:cubicBezTo>
                    <a:pt x="64" y="196"/>
                    <a:pt x="62" y="195"/>
                    <a:pt x="60" y="193"/>
                  </a:cubicBezTo>
                  <a:cubicBezTo>
                    <a:pt x="58" y="191"/>
                    <a:pt x="57" y="188"/>
                    <a:pt x="56" y="186"/>
                  </a:cubicBezTo>
                  <a:cubicBezTo>
                    <a:pt x="55" y="183"/>
                    <a:pt x="55" y="181"/>
                    <a:pt x="55" y="178"/>
                  </a:cubicBezTo>
                  <a:cubicBezTo>
                    <a:pt x="55" y="172"/>
                    <a:pt x="56" y="167"/>
                    <a:pt x="60" y="163"/>
                  </a:cubicBezTo>
                  <a:cubicBezTo>
                    <a:pt x="63" y="158"/>
                    <a:pt x="69" y="156"/>
                    <a:pt x="76" y="156"/>
                  </a:cubicBezTo>
                  <a:lnTo>
                    <a:pt x="92" y="15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 name="Freeform 42"/>
            <p:cNvSpPr>
              <a:spLocks noEditPoints="1"/>
            </p:cNvSpPr>
            <p:nvPr/>
          </p:nvSpPr>
          <p:spPr bwMode="auto">
            <a:xfrm>
              <a:off x="9080500" y="5507038"/>
              <a:ext cx="274638" cy="374650"/>
            </a:xfrm>
            <a:custGeom>
              <a:avLst/>
              <a:gdLst>
                <a:gd name="T0" fmla="*/ 131 w 261"/>
                <a:gd name="T1" fmla="*/ 0 h 358"/>
                <a:gd name="T2" fmla="*/ 175 w 261"/>
                <a:gd name="T3" fmla="*/ 7 h 358"/>
                <a:gd name="T4" fmla="*/ 209 w 261"/>
                <a:gd name="T5" fmla="*/ 26 h 358"/>
                <a:gd name="T6" fmla="*/ 233 w 261"/>
                <a:gd name="T7" fmla="*/ 54 h 358"/>
                <a:gd name="T8" fmla="*/ 249 w 261"/>
                <a:gd name="T9" fmla="*/ 91 h 358"/>
                <a:gd name="T10" fmla="*/ 258 w 261"/>
                <a:gd name="T11" fmla="*/ 133 h 358"/>
                <a:gd name="T12" fmla="*/ 261 w 261"/>
                <a:gd name="T13" fmla="*/ 179 h 358"/>
                <a:gd name="T14" fmla="*/ 258 w 261"/>
                <a:gd name="T15" fmla="*/ 225 h 358"/>
                <a:gd name="T16" fmla="*/ 249 w 261"/>
                <a:gd name="T17" fmla="*/ 267 h 358"/>
                <a:gd name="T18" fmla="*/ 233 w 261"/>
                <a:gd name="T19" fmla="*/ 303 h 358"/>
                <a:gd name="T20" fmla="*/ 209 w 261"/>
                <a:gd name="T21" fmla="*/ 332 h 358"/>
                <a:gd name="T22" fmla="*/ 175 w 261"/>
                <a:gd name="T23" fmla="*/ 351 h 358"/>
                <a:gd name="T24" fmla="*/ 131 w 261"/>
                <a:gd name="T25" fmla="*/ 358 h 358"/>
                <a:gd name="T26" fmla="*/ 86 w 261"/>
                <a:gd name="T27" fmla="*/ 351 h 358"/>
                <a:gd name="T28" fmla="*/ 52 w 261"/>
                <a:gd name="T29" fmla="*/ 332 h 358"/>
                <a:gd name="T30" fmla="*/ 28 w 261"/>
                <a:gd name="T31" fmla="*/ 303 h 358"/>
                <a:gd name="T32" fmla="*/ 12 w 261"/>
                <a:gd name="T33" fmla="*/ 267 h 358"/>
                <a:gd name="T34" fmla="*/ 3 w 261"/>
                <a:gd name="T35" fmla="*/ 225 h 358"/>
                <a:gd name="T36" fmla="*/ 0 w 261"/>
                <a:gd name="T37" fmla="*/ 179 h 358"/>
                <a:gd name="T38" fmla="*/ 3 w 261"/>
                <a:gd name="T39" fmla="*/ 133 h 358"/>
                <a:gd name="T40" fmla="*/ 12 w 261"/>
                <a:gd name="T41" fmla="*/ 91 h 358"/>
                <a:gd name="T42" fmla="*/ 28 w 261"/>
                <a:gd name="T43" fmla="*/ 54 h 358"/>
                <a:gd name="T44" fmla="*/ 52 w 261"/>
                <a:gd name="T45" fmla="*/ 26 h 358"/>
                <a:gd name="T46" fmla="*/ 86 w 261"/>
                <a:gd name="T47" fmla="*/ 7 h 358"/>
                <a:gd name="T48" fmla="*/ 131 w 261"/>
                <a:gd name="T49" fmla="*/ 0 h 358"/>
                <a:gd name="T50" fmla="*/ 131 w 261"/>
                <a:gd name="T51" fmla="*/ 47 h 358"/>
                <a:gd name="T52" fmla="*/ 106 w 261"/>
                <a:gd name="T53" fmla="*/ 52 h 358"/>
                <a:gd name="T54" fmla="*/ 88 w 261"/>
                <a:gd name="T55" fmla="*/ 67 h 358"/>
                <a:gd name="T56" fmla="*/ 77 w 261"/>
                <a:gd name="T57" fmla="*/ 89 h 358"/>
                <a:gd name="T58" fmla="*/ 70 w 261"/>
                <a:gd name="T59" fmla="*/ 117 h 358"/>
                <a:gd name="T60" fmla="*/ 66 w 261"/>
                <a:gd name="T61" fmla="*/ 147 h 358"/>
                <a:gd name="T62" fmla="*/ 66 w 261"/>
                <a:gd name="T63" fmla="*/ 179 h 358"/>
                <a:gd name="T64" fmla="*/ 66 w 261"/>
                <a:gd name="T65" fmla="*/ 210 h 358"/>
                <a:gd name="T66" fmla="*/ 70 w 261"/>
                <a:gd name="T67" fmla="*/ 241 h 358"/>
                <a:gd name="T68" fmla="*/ 77 w 261"/>
                <a:gd name="T69" fmla="*/ 268 h 358"/>
                <a:gd name="T70" fmla="*/ 88 w 261"/>
                <a:gd name="T71" fmla="*/ 291 h 358"/>
                <a:gd name="T72" fmla="*/ 106 w 261"/>
                <a:gd name="T73" fmla="*/ 306 h 358"/>
                <a:gd name="T74" fmla="*/ 131 w 261"/>
                <a:gd name="T75" fmla="*/ 311 h 358"/>
                <a:gd name="T76" fmla="*/ 155 w 261"/>
                <a:gd name="T77" fmla="*/ 306 h 358"/>
                <a:gd name="T78" fmla="*/ 173 w 261"/>
                <a:gd name="T79" fmla="*/ 291 h 358"/>
                <a:gd name="T80" fmla="*/ 185 w 261"/>
                <a:gd name="T81" fmla="*/ 268 h 358"/>
                <a:gd name="T82" fmla="*/ 192 w 261"/>
                <a:gd name="T83" fmla="*/ 241 h 358"/>
                <a:gd name="T84" fmla="*/ 195 w 261"/>
                <a:gd name="T85" fmla="*/ 210 h 358"/>
                <a:gd name="T86" fmla="*/ 196 w 261"/>
                <a:gd name="T87" fmla="*/ 179 h 358"/>
                <a:gd name="T88" fmla="*/ 195 w 261"/>
                <a:gd name="T89" fmla="*/ 147 h 358"/>
                <a:gd name="T90" fmla="*/ 192 w 261"/>
                <a:gd name="T91" fmla="*/ 117 h 358"/>
                <a:gd name="T92" fmla="*/ 185 w 261"/>
                <a:gd name="T93" fmla="*/ 89 h 358"/>
                <a:gd name="T94" fmla="*/ 173 w 261"/>
                <a:gd name="T95" fmla="*/ 67 h 358"/>
                <a:gd name="T96" fmla="*/ 155 w 261"/>
                <a:gd name="T97" fmla="*/ 52 h 358"/>
                <a:gd name="T98" fmla="*/ 131 w 261"/>
                <a:gd name="T99" fmla="*/ 47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61" h="358">
                  <a:moveTo>
                    <a:pt x="131" y="0"/>
                  </a:moveTo>
                  <a:cubicBezTo>
                    <a:pt x="147" y="0"/>
                    <a:pt x="162" y="2"/>
                    <a:pt x="175" y="7"/>
                  </a:cubicBezTo>
                  <a:cubicBezTo>
                    <a:pt x="188" y="11"/>
                    <a:pt x="199" y="18"/>
                    <a:pt x="209" y="26"/>
                  </a:cubicBezTo>
                  <a:cubicBezTo>
                    <a:pt x="218" y="34"/>
                    <a:pt x="226" y="43"/>
                    <a:pt x="233" y="54"/>
                  </a:cubicBezTo>
                  <a:cubicBezTo>
                    <a:pt x="240" y="65"/>
                    <a:pt x="245" y="78"/>
                    <a:pt x="249" y="91"/>
                  </a:cubicBezTo>
                  <a:cubicBezTo>
                    <a:pt x="253" y="104"/>
                    <a:pt x="256" y="118"/>
                    <a:pt x="258" y="133"/>
                  </a:cubicBezTo>
                  <a:cubicBezTo>
                    <a:pt x="260" y="148"/>
                    <a:pt x="261" y="163"/>
                    <a:pt x="261" y="179"/>
                  </a:cubicBezTo>
                  <a:cubicBezTo>
                    <a:pt x="261" y="195"/>
                    <a:pt x="260" y="210"/>
                    <a:pt x="258" y="225"/>
                  </a:cubicBezTo>
                  <a:cubicBezTo>
                    <a:pt x="256" y="240"/>
                    <a:pt x="253" y="254"/>
                    <a:pt x="249" y="267"/>
                  </a:cubicBezTo>
                  <a:cubicBezTo>
                    <a:pt x="245" y="280"/>
                    <a:pt x="240" y="292"/>
                    <a:pt x="233" y="303"/>
                  </a:cubicBezTo>
                  <a:cubicBezTo>
                    <a:pt x="226" y="315"/>
                    <a:pt x="218" y="324"/>
                    <a:pt x="209" y="332"/>
                  </a:cubicBezTo>
                  <a:cubicBezTo>
                    <a:pt x="199" y="340"/>
                    <a:pt x="188" y="347"/>
                    <a:pt x="175" y="351"/>
                  </a:cubicBezTo>
                  <a:cubicBezTo>
                    <a:pt x="162" y="356"/>
                    <a:pt x="147" y="358"/>
                    <a:pt x="131" y="358"/>
                  </a:cubicBezTo>
                  <a:cubicBezTo>
                    <a:pt x="114" y="358"/>
                    <a:pt x="99" y="356"/>
                    <a:pt x="86" y="351"/>
                  </a:cubicBezTo>
                  <a:cubicBezTo>
                    <a:pt x="73" y="347"/>
                    <a:pt x="62" y="340"/>
                    <a:pt x="52" y="332"/>
                  </a:cubicBezTo>
                  <a:cubicBezTo>
                    <a:pt x="43" y="324"/>
                    <a:pt x="35" y="315"/>
                    <a:pt x="28" y="303"/>
                  </a:cubicBezTo>
                  <a:cubicBezTo>
                    <a:pt x="21" y="292"/>
                    <a:pt x="16" y="280"/>
                    <a:pt x="12" y="267"/>
                  </a:cubicBezTo>
                  <a:cubicBezTo>
                    <a:pt x="8" y="254"/>
                    <a:pt x="5" y="240"/>
                    <a:pt x="3" y="225"/>
                  </a:cubicBezTo>
                  <a:cubicBezTo>
                    <a:pt x="1" y="210"/>
                    <a:pt x="0" y="195"/>
                    <a:pt x="0" y="179"/>
                  </a:cubicBezTo>
                  <a:cubicBezTo>
                    <a:pt x="0" y="163"/>
                    <a:pt x="1" y="148"/>
                    <a:pt x="3" y="133"/>
                  </a:cubicBezTo>
                  <a:cubicBezTo>
                    <a:pt x="5" y="118"/>
                    <a:pt x="8" y="104"/>
                    <a:pt x="12" y="91"/>
                  </a:cubicBezTo>
                  <a:cubicBezTo>
                    <a:pt x="16" y="78"/>
                    <a:pt x="21" y="65"/>
                    <a:pt x="28" y="54"/>
                  </a:cubicBezTo>
                  <a:cubicBezTo>
                    <a:pt x="35" y="43"/>
                    <a:pt x="43" y="34"/>
                    <a:pt x="52" y="26"/>
                  </a:cubicBezTo>
                  <a:cubicBezTo>
                    <a:pt x="62" y="18"/>
                    <a:pt x="73" y="11"/>
                    <a:pt x="86" y="7"/>
                  </a:cubicBezTo>
                  <a:cubicBezTo>
                    <a:pt x="99" y="2"/>
                    <a:pt x="114" y="0"/>
                    <a:pt x="131" y="0"/>
                  </a:cubicBezTo>
                  <a:close/>
                  <a:moveTo>
                    <a:pt x="131" y="47"/>
                  </a:moveTo>
                  <a:cubicBezTo>
                    <a:pt x="121" y="47"/>
                    <a:pt x="113" y="49"/>
                    <a:pt x="106" y="52"/>
                  </a:cubicBezTo>
                  <a:cubicBezTo>
                    <a:pt x="99" y="56"/>
                    <a:pt x="93" y="61"/>
                    <a:pt x="88" y="67"/>
                  </a:cubicBezTo>
                  <a:cubicBezTo>
                    <a:pt x="83" y="73"/>
                    <a:pt x="79" y="81"/>
                    <a:pt x="77" y="89"/>
                  </a:cubicBezTo>
                  <a:cubicBezTo>
                    <a:pt x="74" y="98"/>
                    <a:pt x="71" y="107"/>
                    <a:pt x="70" y="117"/>
                  </a:cubicBezTo>
                  <a:cubicBezTo>
                    <a:pt x="68" y="127"/>
                    <a:pt x="67" y="137"/>
                    <a:pt x="66" y="147"/>
                  </a:cubicBezTo>
                  <a:cubicBezTo>
                    <a:pt x="66" y="158"/>
                    <a:pt x="66" y="168"/>
                    <a:pt x="66" y="179"/>
                  </a:cubicBezTo>
                  <a:cubicBezTo>
                    <a:pt x="66" y="189"/>
                    <a:pt x="66" y="200"/>
                    <a:pt x="66" y="210"/>
                  </a:cubicBezTo>
                  <a:cubicBezTo>
                    <a:pt x="67" y="221"/>
                    <a:pt x="68" y="231"/>
                    <a:pt x="70" y="241"/>
                  </a:cubicBezTo>
                  <a:cubicBezTo>
                    <a:pt x="71" y="251"/>
                    <a:pt x="74" y="260"/>
                    <a:pt x="77" y="268"/>
                  </a:cubicBezTo>
                  <a:cubicBezTo>
                    <a:pt x="79" y="277"/>
                    <a:pt x="83" y="284"/>
                    <a:pt x="88" y="291"/>
                  </a:cubicBezTo>
                  <a:cubicBezTo>
                    <a:pt x="93" y="297"/>
                    <a:pt x="99" y="302"/>
                    <a:pt x="106" y="306"/>
                  </a:cubicBezTo>
                  <a:cubicBezTo>
                    <a:pt x="113" y="309"/>
                    <a:pt x="121" y="311"/>
                    <a:pt x="131" y="311"/>
                  </a:cubicBezTo>
                  <a:cubicBezTo>
                    <a:pt x="140" y="311"/>
                    <a:pt x="148" y="309"/>
                    <a:pt x="155" y="306"/>
                  </a:cubicBezTo>
                  <a:cubicBezTo>
                    <a:pt x="162" y="302"/>
                    <a:pt x="168" y="297"/>
                    <a:pt x="173" y="291"/>
                  </a:cubicBezTo>
                  <a:cubicBezTo>
                    <a:pt x="178" y="284"/>
                    <a:pt x="182" y="277"/>
                    <a:pt x="185" y="268"/>
                  </a:cubicBezTo>
                  <a:cubicBezTo>
                    <a:pt x="188" y="260"/>
                    <a:pt x="190" y="251"/>
                    <a:pt x="192" y="241"/>
                  </a:cubicBezTo>
                  <a:cubicBezTo>
                    <a:pt x="193" y="231"/>
                    <a:pt x="194" y="221"/>
                    <a:pt x="195" y="210"/>
                  </a:cubicBezTo>
                  <a:cubicBezTo>
                    <a:pt x="195" y="200"/>
                    <a:pt x="196" y="189"/>
                    <a:pt x="196" y="179"/>
                  </a:cubicBezTo>
                  <a:cubicBezTo>
                    <a:pt x="196" y="168"/>
                    <a:pt x="195" y="158"/>
                    <a:pt x="195" y="147"/>
                  </a:cubicBezTo>
                  <a:cubicBezTo>
                    <a:pt x="194" y="137"/>
                    <a:pt x="193" y="127"/>
                    <a:pt x="192" y="117"/>
                  </a:cubicBezTo>
                  <a:cubicBezTo>
                    <a:pt x="190" y="107"/>
                    <a:pt x="188" y="98"/>
                    <a:pt x="185" y="89"/>
                  </a:cubicBezTo>
                  <a:cubicBezTo>
                    <a:pt x="182" y="81"/>
                    <a:pt x="178" y="73"/>
                    <a:pt x="173" y="67"/>
                  </a:cubicBezTo>
                  <a:cubicBezTo>
                    <a:pt x="168" y="61"/>
                    <a:pt x="162" y="56"/>
                    <a:pt x="155" y="52"/>
                  </a:cubicBezTo>
                  <a:cubicBezTo>
                    <a:pt x="148" y="49"/>
                    <a:pt x="140" y="47"/>
                    <a:pt x="131" y="4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4" name="Freeform 43"/>
            <p:cNvSpPr>
              <a:spLocks noEditPoints="1"/>
            </p:cNvSpPr>
            <p:nvPr/>
          </p:nvSpPr>
          <p:spPr bwMode="auto">
            <a:xfrm>
              <a:off x="9383713" y="5510213"/>
              <a:ext cx="293688" cy="369888"/>
            </a:xfrm>
            <a:custGeom>
              <a:avLst/>
              <a:gdLst>
                <a:gd name="T0" fmla="*/ 130 w 280"/>
                <a:gd name="T1" fmla="*/ 32 h 353"/>
                <a:gd name="T2" fmla="*/ 154 w 280"/>
                <a:gd name="T3" fmla="*/ 7 h 353"/>
                <a:gd name="T4" fmla="*/ 183 w 280"/>
                <a:gd name="T5" fmla="*/ 0 h 353"/>
                <a:gd name="T6" fmla="*/ 200 w 280"/>
                <a:gd name="T7" fmla="*/ 2 h 353"/>
                <a:gd name="T8" fmla="*/ 214 w 280"/>
                <a:gd name="T9" fmla="*/ 10 h 353"/>
                <a:gd name="T10" fmla="*/ 224 w 280"/>
                <a:gd name="T11" fmla="*/ 24 h 353"/>
                <a:gd name="T12" fmla="*/ 228 w 280"/>
                <a:gd name="T13" fmla="*/ 44 h 353"/>
                <a:gd name="T14" fmla="*/ 228 w 280"/>
                <a:gd name="T15" fmla="*/ 235 h 353"/>
                <a:gd name="T16" fmla="*/ 257 w 280"/>
                <a:gd name="T17" fmla="*/ 235 h 353"/>
                <a:gd name="T18" fmla="*/ 267 w 280"/>
                <a:gd name="T19" fmla="*/ 237 h 353"/>
                <a:gd name="T20" fmla="*/ 274 w 280"/>
                <a:gd name="T21" fmla="*/ 242 h 353"/>
                <a:gd name="T22" fmla="*/ 278 w 280"/>
                <a:gd name="T23" fmla="*/ 249 h 353"/>
                <a:gd name="T24" fmla="*/ 280 w 280"/>
                <a:gd name="T25" fmla="*/ 257 h 353"/>
                <a:gd name="T26" fmla="*/ 278 w 280"/>
                <a:gd name="T27" fmla="*/ 266 h 353"/>
                <a:gd name="T28" fmla="*/ 274 w 280"/>
                <a:gd name="T29" fmla="*/ 273 h 353"/>
                <a:gd name="T30" fmla="*/ 267 w 280"/>
                <a:gd name="T31" fmla="*/ 278 h 353"/>
                <a:gd name="T32" fmla="*/ 257 w 280"/>
                <a:gd name="T33" fmla="*/ 280 h 353"/>
                <a:gd name="T34" fmla="*/ 228 w 280"/>
                <a:gd name="T35" fmla="*/ 280 h 353"/>
                <a:gd name="T36" fmla="*/ 228 w 280"/>
                <a:gd name="T37" fmla="*/ 324 h 353"/>
                <a:gd name="T38" fmla="*/ 225 w 280"/>
                <a:gd name="T39" fmla="*/ 337 h 353"/>
                <a:gd name="T40" fmla="*/ 218 w 280"/>
                <a:gd name="T41" fmla="*/ 345 h 353"/>
                <a:gd name="T42" fmla="*/ 208 w 280"/>
                <a:gd name="T43" fmla="*/ 351 h 353"/>
                <a:gd name="T44" fmla="*/ 197 w 280"/>
                <a:gd name="T45" fmla="*/ 353 h 353"/>
                <a:gd name="T46" fmla="*/ 186 w 280"/>
                <a:gd name="T47" fmla="*/ 351 h 353"/>
                <a:gd name="T48" fmla="*/ 177 w 280"/>
                <a:gd name="T49" fmla="*/ 345 h 353"/>
                <a:gd name="T50" fmla="*/ 169 w 280"/>
                <a:gd name="T51" fmla="*/ 337 h 353"/>
                <a:gd name="T52" fmla="*/ 166 w 280"/>
                <a:gd name="T53" fmla="*/ 324 h 353"/>
                <a:gd name="T54" fmla="*/ 166 w 280"/>
                <a:gd name="T55" fmla="*/ 280 h 353"/>
                <a:gd name="T56" fmla="*/ 31 w 280"/>
                <a:gd name="T57" fmla="*/ 280 h 353"/>
                <a:gd name="T58" fmla="*/ 9 w 280"/>
                <a:gd name="T59" fmla="*/ 272 h 353"/>
                <a:gd name="T60" fmla="*/ 0 w 280"/>
                <a:gd name="T61" fmla="*/ 252 h 353"/>
                <a:gd name="T62" fmla="*/ 2 w 280"/>
                <a:gd name="T63" fmla="*/ 244 h 353"/>
                <a:gd name="T64" fmla="*/ 6 w 280"/>
                <a:gd name="T65" fmla="*/ 234 h 353"/>
                <a:gd name="T66" fmla="*/ 130 w 280"/>
                <a:gd name="T67" fmla="*/ 32 h 353"/>
                <a:gd name="T68" fmla="*/ 56 w 280"/>
                <a:gd name="T69" fmla="*/ 235 h 353"/>
                <a:gd name="T70" fmla="*/ 166 w 280"/>
                <a:gd name="T71" fmla="*/ 235 h 353"/>
                <a:gd name="T72" fmla="*/ 166 w 280"/>
                <a:gd name="T73" fmla="*/ 52 h 353"/>
                <a:gd name="T74" fmla="*/ 56 w 280"/>
                <a:gd name="T75" fmla="*/ 235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80" h="353">
                  <a:moveTo>
                    <a:pt x="130" y="32"/>
                  </a:moveTo>
                  <a:cubicBezTo>
                    <a:pt x="137" y="20"/>
                    <a:pt x="145" y="12"/>
                    <a:pt x="154" y="7"/>
                  </a:cubicBezTo>
                  <a:cubicBezTo>
                    <a:pt x="162" y="2"/>
                    <a:pt x="172" y="0"/>
                    <a:pt x="183" y="0"/>
                  </a:cubicBezTo>
                  <a:cubicBezTo>
                    <a:pt x="189" y="0"/>
                    <a:pt x="195" y="1"/>
                    <a:pt x="200" y="2"/>
                  </a:cubicBezTo>
                  <a:cubicBezTo>
                    <a:pt x="206" y="4"/>
                    <a:pt x="210" y="7"/>
                    <a:pt x="214" y="10"/>
                  </a:cubicBezTo>
                  <a:cubicBezTo>
                    <a:pt x="218" y="14"/>
                    <a:pt x="222" y="18"/>
                    <a:pt x="224" y="24"/>
                  </a:cubicBezTo>
                  <a:cubicBezTo>
                    <a:pt x="227" y="29"/>
                    <a:pt x="228" y="36"/>
                    <a:pt x="228" y="44"/>
                  </a:cubicBezTo>
                  <a:cubicBezTo>
                    <a:pt x="228" y="235"/>
                    <a:pt x="228" y="235"/>
                    <a:pt x="228" y="235"/>
                  </a:cubicBezTo>
                  <a:cubicBezTo>
                    <a:pt x="257" y="235"/>
                    <a:pt x="257" y="235"/>
                    <a:pt x="257" y="235"/>
                  </a:cubicBezTo>
                  <a:cubicBezTo>
                    <a:pt x="261" y="235"/>
                    <a:pt x="264" y="235"/>
                    <a:pt x="267" y="237"/>
                  </a:cubicBezTo>
                  <a:cubicBezTo>
                    <a:pt x="270" y="238"/>
                    <a:pt x="272" y="240"/>
                    <a:pt x="274" y="242"/>
                  </a:cubicBezTo>
                  <a:cubicBezTo>
                    <a:pt x="276" y="244"/>
                    <a:pt x="277" y="246"/>
                    <a:pt x="278" y="249"/>
                  </a:cubicBezTo>
                  <a:cubicBezTo>
                    <a:pt x="279" y="252"/>
                    <a:pt x="280" y="254"/>
                    <a:pt x="280" y="257"/>
                  </a:cubicBezTo>
                  <a:cubicBezTo>
                    <a:pt x="280" y="260"/>
                    <a:pt x="279" y="263"/>
                    <a:pt x="278" y="266"/>
                  </a:cubicBezTo>
                  <a:cubicBezTo>
                    <a:pt x="277" y="268"/>
                    <a:pt x="276" y="271"/>
                    <a:pt x="274" y="273"/>
                  </a:cubicBezTo>
                  <a:cubicBezTo>
                    <a:pt x="272" y="275"/>
                    <a:pt x="270" y="277"/>
                    <a:pt x="267" y="278"/>
                  </a:cubicBezTo>
                  <a:cubicBezTo>
                    <a:pt x="264" y="279"/>
                    <a:pt x="261" y="280"/>
                    <a:pt x="257" y="280"/>
                  </a:cubicBezTo>
                  <a:cubicBezTo>
                    <a:pt x="228" y="280"/>
                    <a:pt x="228" y="280"/>
                    <a:pt x="228" y="280"/>
                  </a:cubicBezTo>
                  <a:cubicBezTo>
                    <a:pt x="228" y="324"/>
                    <a:pt x="228" y="324"/>
                    <a:pt x="228" y="324"/>
                  </a:cubicBezTo>
                  <a:cubicBezTo>
                    <a:pt x="228" y="329"/>
                    <a:pt x="227" y="333"/>
                    <a:pt x="225" y="337"/>
                  </a:cubicBezTo>
                  <a:cubicBezTo>
                    <a:pt x="223" y="340"/>
                    <a:pt x="221" y="343"/>
                    <a:pt x="218" y="345"/>
                  </a:cubicBezTo>
                  <a:cubicBezTo>
                    <a:pt x="215" y="348"/>
                    <a:pt x="212" y="350"/>
                    <a:pt x="208" y="351"/>
                  </a:cubicBezTo>
                  <a:cubicBezTo>
                    <a:pt x="205" y="352"/>
                    <a:pt x="201" y="353"/>
                    <a:pt x="197" y="353"/>
                  </a:cubicBezTo>
                  <a:cubicBezTo>
                    <a:pt x="193" y="353"/>
                    <a:pt x="190" y="352"/>
                    <a:pt x="186" y="351"/>
                  </a:cubicBezTo>
                  <a:cubicBezTo>
                    <a:pt x="183" y="350"/>
                    <a:pt x="179" y="348"/>
                    <a:pt x="177" y="345"/>
                  </a:cubicBezTo>
                  <a:cubicBezTo>
                    <a:pt x="174" y="343"/>
                    <a:pt x="171" y="340"/>
                    <a:pt x="169" y="337"/>
                  </a:cubicBezTo>
                  <a:cubicBezTo>
                    <a:pt x="168" y="333"/>
                    <a:pt x="167" y="329"/>
                    <a:pt x="166" y="324"/>
                  </a:cubicBezTo>
                  <a:cubicBezTo>
                    <a:pt x="166" y="280"/>
                    <a:pt x="166" y="280"/>
                    <a:pt x="166" y="280"/>
                  </a:cubicBezTo>
                  <a:cubicBezTo>
                    <a:pt x="31" y="280"/>
                    <a:pt x="31" y="280"/>
                    <a:pt x="31" y="280"/>
                  </a:cubicBezTo>
                  <a:cubicBezTo>
                    <a:pt x="22" y="280"/>
                    <a:pt x="14" y="277"/>
                    <a:pt x="9" y="272"/>
                  </a:cubicBezTo>
                  <a:cubicBezTo>
                    <a:pt x="3" y="267"/>
                    <a:pt x="0" y="260"/>
                    <a:pt x="0" y="252"/>
                  </a:cubicBezTo>
                  <a:cubicBezTo>
                    <a:pt x="0" y="250"/>
                    <a:pt x="1" y="247"/>
                    <a:pt x="2" y="244"/>
                  </a:cubicBezTo>
                  <a:cubicBezTo>
                    <a:pt x="3" y="240"/>
                    <a:pt x="4" y="237"/>
                    <a:pt x="6" y="234"/>
                  </a:cubicBezTo>
                  <a:lnTo>
                    <a:pt x="130" y="32"/>
                  </a:lnTo>
                  <a:close/>
                  <a:moveTo>
                    <a:pt x="56" y="235"/>
                  </a:moveTo>
                  <a:cubicBezTo>
                    <a:pt x="166" y="235"/>
                    <a:pt x="166" y="235"/>
                    <a:pt x="166" y="235"/>
                  </a:cubicBezTo>
                  <a:cubicBezTo>
                    <a:pt x="166" y="52"/>
                    <a:pt x="166" y="52"/>
                    <a:pt x="166" y="52"/>
                  </a:cubicBezTo>
                  <a:lnTo>
                    <a:pt x="56" y="23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18" name="组合 117"/>
          <p:cNvGrpSpPr/>
          <p:nvPr/>
        </p:nvGrpSpPr>
        <p:grpSpPr>
          <a:xfrm>
            <a:off x="7598817" y="2226867"/>
            <a:ext cx="566738" cy="658812"/>
            <a:chOff x="4471362" y="1167037"/>
            <a:chExt cx="566738" cy="658812"/>
          </a:xfrm>
          <a:solidFill>
            <a:schemeClr val="bg1"/>
          </a:solidFill>
        </p:grpSpPr>
        <p:sp>
          <p:nvSpPr>
            <p:cNvPr id="119" name="Freeform 13"/>
            <p:cNvSpPr>
              <a:spLocks/>
            </p:cNvSpPr>
            <p:nvPr/>
          </p:nvSpPr>
          <p:spPr bwMode="auto">
            <a:xfrm>
              <a:off x="4601537" y="1244824"/>
              <a:ext cx="436563" cy="581025"/>
            </a:xfrm>
            <a:custGeom>
              <a:avLst/>
              <a:gdLst>
                <a:gd name="T0" fmla="*/ 104 w 154"/>
                <a:gd name="T1" fmla="*/ 85 h 205"/>
                <a:gd name="T2" fmla="*/ 124 w 154"/>
                <a:gd name="T3" fmla="*/ 47 h 205"/>
                <a:gd name="T4" fmla="*/ 77 w 154"/>
                <a:gd name="T5" fmla="*/ 0 h 205"/>
                <a:gd name="T6" fmla="*/ 30 w 154"/>
                <a:gd name="T7" fmla="*/ 47 h 205"/>
                <a:gd name="T8" fmla="*/ 50 w 154"/>
                <a:gd name="T9" fmla="*/ 85 h 205"/>
                <a:gd name="T10" fmla="*/ 0 w 154"/>
                <a:gd name="T11" fmla="*/ 157 h 205"/>
                <a:gd name="T12" fmla="*/ 6 w 154"/>
                <a:gd name="T13" fmla="*/ 186 h 205"/>
                <a:gd name="T14" fmla="*/ 77 w 154"/>
                <a:gd name="T15" fmla="*/ 205 h 205"/>
                <a:gd name="T16" fmla="*/ 148 w 154"/>
                <a:gd name="T17" fmla="*/ 186 h 205"/>
                <a:gd name="T18" fmla="*/ 154 w 154"/>
                <a:gd name="T19" fmla="*/ 157 h 205"/>
                <a:gd name="T20" fmla="*/ 104 w 154"/>
                <a:gd name="T21" fmla="*/ 8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4" h="205">
                  <a:moveTo>
                    <a:pt x="104" y="85"/>
                  </a:moveTo>
                  <a:cubicBezTo>
                    <a:pt x="116" y="77"/>
                    <a:pt x="124" y="63"/>
                    <a:pt x="124" y="47"/>
                  </a:cubicBezTo>
                  <a:cubicBezTo>
                    <a:pt x="124" y="21"/>
                    <a:pt x="103" y="0"/>
                    <a:pt x="77" y="0"/>
                  </a:cubicBezTo>
                  <a:cubicBezTo>
                    <a:pt x="51" y="0"/>
                    <a:pt x="30" y="21"/>
                    <a:pt x="30" y="47"/>
                  </a:cubicBezTo>
                  <a:cubicBezTo>
                    <a:pt x="30" y="63"/>
                    <a:pt x="38" y="77"/>
                    <a:pt x="50" y="85"/>
                  </a:cubicBezTo>
                  <a:cubicBezTo>
                    <a:pt x="21" y="96"/>
                    <a:pt x="0" y="124"/>
                    <a:pt x="0" y="157"/>
                  </a:cubicBezTo>
                  <a:cubicBezTo>
                    <a:pt x="0" y="167"/>
                    <a:pt x="2" y="177"/>
                    <a:pt x="6" y="186"/>
                  </a:cubicBezTo>
                  <a:cubicBezTo>
                    <a:pt x="27" y="198"/>
                    <a:pt x="51" y="205"/>
                    <a:pt x="77" y="205"/>
                  </a:cubicBezTo>
                  <a:cubicBezTo>
                    <a:pt x="103" y="205"/>
                    <a:pt x="127" y="198"/>
                    <a:pt x="148" y="186"/>
                  </a:cubicBezTo>
                  <a:cubicBezTo>
                    <a:pt x="152" y="177"/>
                    <a:pt x="154" y="167"/>
                    <a:pt x="154" y="157"/>
                  </a:cubicBezTo>
                  <a:cubicBezTo>
                    <a:pt x="154" y="124"/>
                    <a:pt x="133" y="96"/>
                    <a:pt x="104" y="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 name="Freeform 14"/>
            <p:cNvSpPr>
              <a:spLocks/>
            </p:cNvSpPr>
            <p:nvPr/>
          </p:nvSpPr>
          <p:spPr bwMode="auto">
            <a:xfrm>
              <a:off x="4471362" y="1167037"/>
              <a:ext cx="303213" cy="519113"/>
            </a:xfrm>
            <a:custGeom>
              <a:avLst/>
              <a:gdLst>
                <a:gd name="T0" fmla="*/ 53 w 107"/>
                <a:gd name="T1" fmla="*/ 135 h 183"/>
                <a:gd name="T2" fmla="*/ 81 w 107"/>
                <a:gd name="T3" fmla="*/ 110 h 183"/>
                <a:gd name="T4" fmla="*/ 68 w 107"/>
                <a:gd name="T5" fmla="*/ 74 h 183"/>
                <a:gd name="T6" fmla="*/ 107 w 107"/>
                <a:gd name="T7" fmla="*/ 21 h 183"/>
                <a:gd name="T8" fmla="*/ 70 w 107"/>
                <a:gd name="T9" fmla="*/ 0 h 183"/>
                <a:gd name="T10" fmla="*/ 28 w 107"/>
                <a:gd name="T11" fmla="*/ 43 h 183"/>
                <a:gd name="T12" fmla="*/ 46 w 107"/>
                <a:gd name="T13" fmla="*/ 78 h 183"/>
                <a:gd name="T14" fmla="*/ 0 w 107"/>
                <a:gd name="T15" fmla="*/ 143 h 183"/>
                <a:gd name="T16" fmla="*/ 6 w 107"/>
                <a:gd name="T17" fmla="*/ 169 h 183"/>
                <a:gd name="T18" fmla="*/ 38 w 107"/>
                <a:gd name="T19" fmla="*/ 183 h 183"/>
                <a:gd name="T20" fmla="*/ 53 w 107"/>
                <a:gd name="T21" fmla="*/ 135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7" h="183">
                  <a:moveTo>
                    <a:pt x="53" y="135"/>
                  </a:moveTo>
                  <a:cubicBezTo>
                    <a:pt x="61" y="124"/>
                    <a:pt x="70" y="116"/>
                    <a:pt x="81" y="110"/>
                  </a:cubicBezTo>
                  <a:cubicBezTo>
                    <a:pt x="73" y="100"/>
                    <a:pt x="68" y="87"/>
                    <a:pt x="68" y="74"/>
                  </a:cubicBezTo>
                  <a:cubicBezTo>
                    <a:pt x="68" y="49"/>
                    <a:pt x="84" y="28"/>
                    <a:pt x="107" y="21"/>
                  </a:cubicBezTo>
                  <a:cubicBezTo>
                    <a:pt x="100" y="8"/>
                    <a:pt x="86" y="0"/>
                    <a:pt x="70" y="0"/>
                  </a:cubicBezTo>
                  <a:cubicBezTo>
                    <a:pt x="47" y="0"/>
                    <a:pt x="28" y="19"/>
                    <a:pt x="28" y="43"/>
                  </a:cubicBezTo>
                  <a:cubicBezTo>
                    <a:pt x="28" y="57"/>
                    <a:pt x="35" y="70"/>
                    <a:pt x="46" y="78"/>
                  </a:cubicBezTo>
                  <a:cubicBezTo>
                    <a:pt x="19" y="87"/>
                    <a:pt x="0" y="113"/>
                    <a:pt x="0" y="143"/>
                  </a:cubicBezTo>
                  <a:cubicBezTo>
                    <a:pt x="0" y="152"/>
                    <a:pt x="2" y="161"/>
                    <a:pt x="6" y="169"/>
                  </a:cubicBezTo>
                  <a:cubicBezTo>
                    <a:pt x="16" y="175"/>
                    <a:pt x="26" y="180"/>
                    <a:pt x="38" y="183"/>
                  </a:cubicBezTo>
                  <a:cubicBezTo>
                    <a:pt x="38" y="165"/>
                    <a:pt x="43" y="149"/>
                    <a:pt x="53"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121" name="Freeform 23"/>
          <p:cNvSpPr>
            <a:spLocks/>
          </p:cNvSpPr>
          <p:nvPr/>
        </p:nvSpPr>
        <p:spPr bwMode="auto">
          <a:xfrm>
            <a:off x="9398509" y="2235598"/>
            <a:ext cx="673100" cy="641350"/>
          </a:xfrm>
          <a:custGeom>
            <a:avLst/>
            <a:gdLst>
              <a:gd name="T0" fmla="*/ 118 w 237"/>
              <a:gd name="T1" fmla="*/ 0 h 226"/>
              <a:gd name="T2" fmla="*/ 155 w 237"/>
              <a:gd name="T3" fmla="*/ 74 h 226"/>
              <a:gd name="T4" fmla="*/ 237 w 237"/>
              <a:gd name="T5" fmla="*/ 86 h 226"/>
              <a:gd name="T6" fmla="*/ 178 w 237"/>
              <a:gd name="T7" fmla="*/ 144 h 226"/>
              <a:gd name="T8" fmla="*/ 192 w 237"/>
              <a:gd name="T9" fmla="*/ 226 h 226"/>
              <a:gd name="T10" fmla="*/ 118 w 237"/>
              <a:gd name="T11" fmla="*/ 187 h 226"/>
              <a:gd name="T12" fmla="*/ 45 w 237"/>
              <a:gd name="T13" fmla="*/ 226 h 226"/>
              <a:gd name="T14" fmla="*/ 59 w 237"/>
              <a:gd name="T15" fmla="*/ 144 h 226"/>
              <a:gd name="T16" fmla="*/ 0 w 237"/>
              <a:gd name="T17" fmla="*/ 86 h 226"/>
              <a:gd name="T18" fmla="*/ 82 w 237"/>
              <a:gd name="T19" fmla="*/ 74 h 226"/>
              <a:gd name="T20" fmla="*/ 118 w 237"/>
              <a:gd name="T21" fmla="*/ 0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7" h="226">
                <a:moveTo>
                  <a:pt x="118" y="0"/>
                </a:moveTo>
                <a:cubicBezTo>
                  <a:pt x="127" y="0"/>
                  <a:pt x="155" y="74"/>
                  <a:pt x="155" y="74"/>
                </a:cubicBezTo>
                <a:cubicBezTo>
                  <a:pt x="155" y="74"/>
                  <a:pt x="237" y="79"/>
                  <a:pt x="237" y="86"/>
                </a:cubicBezTo>
                <a:cubicBezTo>
                  <a:pt x="237" y="93"/>
                  <a:pt x="178" y="144"/>
                  <a:pt x="178" y="144"/>
                </a:cubicBezTo>
                <a:cubicBezTo>
                  <a:pt x="178" y="144"/>
                  <a:pt x="201" y="226"/>
                  <a:pt x="192" y="226"/>
                </a:cubicBezTo>
                <a:cubicBezTo>
                  <a:pt x="182" y="226"/>
                  <a:pt x="118" y="187"/>
                  <a:pt x="118" y="187"/>
                </a:cubicBezTo>
                <a:cubicBezTo>
                  <a:pt x="118" y="187"/>
                  <a:pt x="57" y="226"/>
                  <a:pt x="45" y="226"/>
                </a:cubicBezTo>
                <a:cubicBezTo>
                  <a:pt x="33" y="226"/>
                  <a:pt x="59" y="144"/>
                  <a:pt x="59" y="144"/>
                </a:cubicBezTo>
                <a:cubicBezTo>
                  <a:pt x="59" y="144"/>
                  <a:pt x="0" y="94"/>
                  <a:pt x="0" y="86"/>
                </a:cubicBezTo>
                <a:cubicBezTo>
                  <a:pt x="0" y="78"/>
                  <a:pt x="82" y="74"/>
                  <a:pt x="82" y="74"/>
                </a:cubicBezTo>
                <a:cubicBezTo>
                  <a:pt x="82" y="74"/>
                  <a:pt x="110" y="0"/>
                  <a:pt x="118"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4" name="Freeform 15"/>
          <p:cNvSpPr>
            <a:spLocks noEditPoints="1"/>
          </p:cNvSpPr>
          <p:nvPr/>
        </p:nvSpPr>
        <p:spPr bwMode="auto">
          <a:xfrm>
            <a:off x="9417559" y="3918347"/>
            <a:ext cx="635000" cy="644525"/>
          </a:xfrm>
          <a:custGeom>
            <a:avLst/>
            <a:gdLst>
              <a:gd name="T0" fmla="*/ 164 w 224"/>
              <a:gd name="T1" fmla="*/ 216 h 227"/>
              <a:gd name="T2" fmla="*/ 103 w 224"/>
              <a:gd name="T3" fmla="*/ 227 h 227"/>
              <a:gd name="T4" fmla="*/ 0 w 224"/>
              <a:gd name="T5" fmla="*/ 124 h 227"/>
              <a:gd name="T6" fmla="*/ 124 w 224"/>
              <a:gd name="T7" fmla="*/ 0 h 227"/>
              <a:gd name="T8" fmla="*/ 224 w 224"/>
              <a:gd name="T9" fmla="*/ 94 h 227"/>
              <a:gd name="T10" fmla="*/ 160 w 224"/>
              <a:gd name="T11" fmla="*/ 172 h 227"/>
              <a:gd name="T12" fmla="*/ 130 w 224"/>
              <a:gd name="T13" fmla="*/ 148 h 227"/>
              <a:gd name="T14" fmla="*/ 130 w 224"/>
              <a:gd name="T15" fmla="*/ 148 h 227"/>
              <a:gd name="T16" fmla="*/ 90 w 224"/>
              <a:gd name="T17" fmla="*/ 172 h 227"/>
              <a:gd name="T18" fmla="*/ 52 w 224"/>
              <a:gd name="T19" fmla="*/ 129 h 227"/>
              <a:gd name="T20" fmla="*/ 128 w 224"/>
              <a:gd name="T21" fmla="*/ 54 h 227"/>
              <a:gd name="T22" fmla="*/ 169 w 224"/>
              <a:gd name="T23" fmla="*/ 62 h 227"/>
              <a:gd name="T24" fmla="*/ 159 w 224"/>
              <a:gd name="T25" fmla="*/ 123 h 227"/>
              <a:gd name="T26" fmla="*/ 167 w 224"/>
              <a:gd name="T27" fmla="*/ 148 h 227"/>
              <a:gd name="T28" fmla="*/ 197 w 224"/>
              <a:gd name="T29" fmla="*/ 95 h 227"/>
              <a:gd name="T30" fmla="*/ 120 w 224"/>
              <a:gd name="T31" fmla="*/ 22 h 227"/>
              <a:gd name="T32" fmla="*/ 28 w 224"/>
              <a:gd name="T33" fmla="*/ 120 h 227"/>
              <a:gd name="T34" fmla="*/ 111 w 224"/>
              <a:gd name="T35" fmla="*/ 204 h 227"/>
              <a:gd name="T36" fmla="*/ 158 w 224"/>
              <a:gd name="T37" fmla="*/ 195 h 227"/>
              <a:gd name="T38" fmla="*/ 164 w 224"/>
              <a:gd name="T39" fmla="*/ 216 h 227"/>
              <a:gd name="T40" fmla="*/ 130 w 224"/>
              <a:gd name="T41" fmla="*/ 84 h 227"/>
              <a:gd name="T42" fmla="*/ 123 w 224"/>
              <a:gd name="T43" fmla="*/ 83 h 227"/>
              <a:gd name="T44" fmla="*/ 90 w 224"/>
              <a:gd name="T45" fmla="*/ 124 h 227"/>
              <a:gd name="T46" fmla="*/ 104 w 224"/>
              <a:gd name="T47" fmla="*/ 142 h 227"/>
              <a:gd name="T48" fmla="*/ 126 w 224"/>
              <a:gd name="T49" fmla="*/ 112 h 227"/>
              <a:gd name="T50" fmla="*/ 130 w 224"/>
              <a:gd name="T51" fmla="*/ 84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4" h="227">
                <a:moveTo>
                  <a:pt x="164" y="216"/>
                </a:moveTo>
                <a:cubicBezTo>
                  <a:pt x="143" y="224"/>
                  <a:pt x="127" y="227"/>
                  <a:pt x="103" y="227"/>
                </a:cubicBezTo>
                <a:cubicBezTo>
                  <a:pt x="49" y="227"/>
                  <a:pt x="0" y="188"/>
                  <a:pt x="0" y="124"/>
                </a:cubicBezTo>
                <a:cubicBezTo>
                  <a:pt x="0" y="58"/>
                  <a:pt x="50" y="0"/>
                  <a:pt x="124" y="0"/>
                </a:cubicBezTo>
                <a:cubicBezTo>
                  <a:pt x="181" y="0"/>
                  <a:pt x="224" y="39"/>
                  <a:pt x="224" y="94"/>
                </a:cubicBezTo>
                <a:cubicBezTo>
                  <a:pt x="224" y="141"/>
                  <a:pt x="197" y="172"/>
                  <a:pt x="160" y="172"/>
                </a:cubicBezTo>
                <a:cubicBezTo>
                  <a:pt x="144" y="172"/>
                  <a:pt x="133" y="164"/>
                  <a:pt x="130" y="148"/>
                </a:cubicBezTo>
                <a:cubicBezTo>
                  <a:pt x="130" y="148"/>
                  <a:pt x="130" y="148"/>
                  <a:pt x="130" y="148"/>
                </a:cubicBezTo>
                <a:cubicBezTo>
                  <a:pt x="120" y="164"/>
                  <a:pt x="106" y="172"/>
                  <a:pt x="90" y="172"/>
                </a:cubicBezTo>
                <a:cubicBezTo>
                  <a:pt x="68" y="172"/>
                  <a:pt x="52" y="156"/>
                  <a:pt x="52" y="129"/>
                </a:cubicBezTo>
                <a:cubicBezTo>
                  <a:pt x="52" y="89"/>
                  <a:pt x="81" y="54"/>
                  <a:pt x="128" y="54"/>
                </a:cubicBezTo>
                <a:cubicBezTo>
                  <a:pt x="143" y="54"/>
                  <a:pt x="161" y="58"/>
                  <a:pt x="169" y="62"/>
                </a:cubicBezTo>
                <a:cubicBezTo>
                  <a:pt x="159" y="123"/>
                  <a:pt x="159" y="123"/>
                  <a:pt x="159" y="123"/>
                </a:cubicBezTo>
                <a:cubicBezTo>
                  <a:pt x="157" y="139"/>
                  <a:pt x="159" y="147"/>
                  <a:pt x="167" y="148"/>
                </a:cubicBezTo>
                <a:cubicBezTo>
                  <a:pt x="180" y="148"/>
                  <a:pt x="197" y="132"/>
                  <a:pt x="197" y="95"/>
                </a:cubicBezTo>
                <a:cubicBezTo>
                  <a:pt x="197" y="54"/>
                  <a:pt x="170" y="22"/>
                  <a:pt x="120" y="22"/>
                </a:cubicBezTo>
                <a:cubicBezTo>
                  <a:pt x="71" y="22"/>
                  <a:pt x="28" y="59"/>
                  <a:pt x="28" y="120"/>
                </a:cubicBezTo>
                <a:cubicBezTo>
                  <a:pt x="28" y="175"/>
                  <a:pt x="63" y="204"/>
                  <a:pt x="111" y="204"/>
                </a:cubicBezTo>
                <a:cubicBezTo>
                  <a:pt x="127" y="204"/>
                  <a:pt x="145" y="201"/>
                  <a:pt x="158" y="195"/>
                </a:cubicBezTo>
                <a:lnTo>
                  <a:pt x="164" y="216"/>
                </a:lnTo>
                <a:close/>
                <a:moveTo>
                  <a:pt x="130" y="84"/>
                </a:moveTo>
                <a:cubicBezTo>
                  <a:pt x="127" y="83"/>
                  <a:pt x="125" y="83"/>
                  <a:pt x="123" y="83"/>
                </a:cubicBezTo>
                <a:cubicBezTo>
                  <a:pt x="104" y="83"/>
                  <a:pt x="90" y="102"/>
                  <a:pt x="90" y="124"/>
                </a:cubicBezTo>
                <a:cubicBezTo>
                  <a:pt x="90" y="135"/>
                  <a:pt x="95" y="142"/>
                  <a:pt x="104" y="142"/>
                </a:cubicBezTo>
                <a:cubicBezTo>
                  <a:pt x="113" y="142"/>
                  <a:pt x="124" y="130"/>
                  <a:pt x="126" y="112"/>
                </a:cubicBezTo>
                <a:lnTo>
                  <a:pt x="130" y="8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126" name="组合 125"/>
          <p:cNvGrpSpPr/>
          <p:nvPr/>
        </p:nvGrpSpPr>
        <p:grpSpPr>
          <a:xfrm>
            <a:off x="7582942" y="3939778"/>
            <a:ext cx="598488" cy="601663"/>
            <a:chOff x="1475749" y="3052987"/>
            <a:chExt cx="598488" cy="601663"/>
          </a:xfrm>
          <a:solidFill>
            <a:schemeClr val="bg1"/>
          </a:solidFill>
        </p:grpSpPr>
        <p:sp>
          <p:nvSpPr>
            <p:cNvPr id="127" name="Oval 20"/>
            <p:cNvSpPr>
              <a:spLocks noChangeArrowheads="1"/>
            </p:cNvSpPr>
            <p:nvPr/>
          </p:nvSpPr>
          <p:spPr bwMode="auto">
            <a:xfrm>
              <a:off x="1488449" y="3448274"/>
              <a:ext cx="203200" cy="2032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8" name="Freeform 21"/>
            <p:cNvSpPr>
              <a:spLocks/>
            </p:cNvSpPr>
            <p:nvPr/>
          </p:nvSpPr>
          <p:spPr bwMode="auto">
            <a:xfrm>
              <a:off x="1485274" y="3246662"/>
              <a:ext cx="415925" cy="407988"/>
            </a:xfrm>
            <a:custGeom>
              <a:avLst/>
              <a:gdLst>
                <a:gd name="T0" fmla="*/ 128 w 147"/>
                <a:gd name="T1" fmla="*/ 144 h 144"/>
                <a:gd name="T2" fmla="*/ 109 w 147"/>
                <a:gd name="T3" fmla="*/ 124 h 144"/>
                <a:gd name="T4" fmla="*/ 19 w 147"/>
                <a:gd name="T5" fmla="*/ 38 h 144"/>
                <a:gd name="T6" fmla="*/ 0 w 147"/>
                <a:gd name="T7" fmla="*/ 19 h 144"/>
                <a:gd name="T8" fmla="*/ 19 w 147"/>
                <a:gd name="T9" fmla="*/ 0 h 144"/>
                <a:gd name="T10" fmla="*/ 109 w 147"/>
                <a:gd name="T11" fmla="*/ 36 h 144"/>
                <a:gd name="T12" fmla="*/ 147 w 147"/>
                <a:gd name="T13" fmla="*/ 124 h 144"/>
                <a:gd name="T14" fmla="*/ 128 w 147"/>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44">
                  <a:moveTo>
                    <a:pt x="128" y="144"/>
                  </a:moveTo>
                  <a:cubicBezTo>
                    <a:pt x="117" y="144"/>
                    <a:pt x="109" y="135"/>
                    <a:pt x="109" y="124"/>
                  </a:cubicBezTo>
                  <a:cubicBezTo>
                    <a:pt x="109" y="78"/>
                    <a:pt x="68" y="38"/>
                    <a:pt x="19" y="38"/>
                  </a:cubicBezTo>
                  <a:cubicBezTo>
                    <a:pt x="9" y="38"/>
                    <a:pt x="0" y="29"/>
                    <a:pt x="0" y="19"/>
                  </a:cubicBezTo>
                  <a:cubicBezTo>
                    <a:pt x="0" y="8"/>
                    <a:pt x="9" y="0"/>
                    <a:pt x="19" y="0"/>
                  </a:cubicBezTo>
                  <a:cubicBezTo>
                    <a:pt x="52" y="0"/>
                    <a:pt x="84" y="13"/>
                    <a:pt x="109" y="36"/>
                  </a:cubicBezTo>
                  <a:cubicBezTo>
                    <a:pt x="133" y="60"/>
                    <a:pt x="147" y="91"/>
                    <a:pt x="147" y="124"/>
                  </a:cubicBezTo>
                  <a:cubicBezTo>
                    <a:pt x="147" y="135"/>
                    <a:pt x="138" y="144"/>
                    <a:pt x="128"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9" name="Freeform 22"/>
            <p:cNvSpPr>
              <a:spLocks/>
            </p:cNvSpPr>
            <p:nvPr/>
          </p:nvSpPr>
          <p:spPr bwMode="auto">
            <a:xfrm>
              <a:off x="1475749" y="3052987"/>
              <a:ext cx="598488" cy="601663"/>
            </a:xfrm>
            <a:custGeom>
              <a:avLst/>
              <a:gdLst>
                <a:gd name="T0" fmla="*/ 192 w 211"/>
                <a:gd name="T1" fmla="*/ 212 h 212"/>
                <a:gd name="T2" fmla="*/ 173 w 211"/>
                <a:gd name="T3" fmla="*/ 192 h 212"/>
                <a:gd name="T4" fmla="*/ 19 w 211"/>
                <a:gd name="T5" fmla="*/ 39 h 212"/>
                <a:gd name="T6" fmla="*/ 0 w 211"/>
                <a:gd name="T7" fmla="*/ 19 h 212"/>
                <a:gd name="T8" fmla="*/ 19 w 211"/>
                <a:gd name="T9" fmla="*/ 0 h 212"/>
                <a:gd name="T10" fmla="*/ 155 w 211"/>
                <a:gd name="T11" fmla="*/ 56 h 212"/>
                <a:gd name="T12" fmla="*/ 211 w 211"/>
                <a:gd name="T13" fmla="*/ 192 h 212"/>
                <a:gd name="T14" fmla="*/ 192 w 211"/>
                <a:gd name="T15" fmla="*/ 212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1" h="212">
                  <a:moveTo>
                    <a:pt x="192" y="212"/>
                  </a:moveTo>
                  <a:cubicBezTo>
                    <a:pt x="181" y="212"/>
                    <a:pt x="173" y="203"/>
                    <a:pt x="173" y="192"/>
                  </a:cubicBezTo>
                  <a:cubicBezTo>
                    <a:pt x="173" y="106"/>
                    <a:pt x="105" y="39"/>
                    <a:pt x="19" y="39"/>
                  </a:cubicBezTo>
                  <a:cubicBezTo>
                    <a:pt x="8" y="39"/>
                    <a:pt x="0" y="30"/>
                    <a:pt x="0" y="19"/>
                  </a:cubicBezTo>
                  <a:cubicBezTo>
                    <a:pt x="0" y="9"/>
                    <a:pt x="8" y="0"/>
                    <a:pt x="19" y="0"/>
                  </a:cubicBezTo>
                  <a:cubicBezTo>
                    <a:pt x="71" y="0"/>
                    <a:pt x="119" y="20"/>
                    <a:pt x="155" y="56"/>
                  </a:cubicBezTo>
                  <a:cubicBezTo>
                    <a:pt x="191" y="92"/>
                    <a:pt x="211" y="141"/>
                    <a:pt x="211" y="192"/>
                  </a:cubicBezTo>
                  <a:cubicBezTo>
                    <a:pt x="211" y="203"/>
                    <a:pt x="203" y="212"/>
                    <a:pt x="192"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130" name="文本框 129"/>
          <p:cNvSpPr txBox="1"/>
          <p:nvPr/>
        </p:nvSpPr>
        <p:spPr>
          <a:xfrm>
            <a:off x="10052559" y="5528618"/>
            <a:ext cx="1519968" cy="461665"/>
          </a:xfrm>
          <a:prstGeom prst="rect">
            <a:avLst/>
          </a:prstGeom>
          <a:noFill/>
        </p:spPr>
        <p:txBody>
          <a:bodyPr wrap="none" rtlCol="0">
            <a:spAutoFit/>
          </a:bodyPr>
          <a:lstStyle/>
          <a:p>
            <a:r>
              <a:rPr lang="en-US" altLang="zh-CN" sz="24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rPr>
              <a:t>Title Here</a:t>
            </a:r>
            <a:endParaRPr lang="zh-CN" altLang="en-US" sz="24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31" name="文本框 130"/>
          <p:cNvSpPr txBox="1"/>
          <p:nvPr/>
        </p:nvSpPr>
        <p:spPr>
          <a:xfrm>
            <a:off x="10612438" y="1949748"/>
            <a:ext cx="1519968" cy="461665"/>
          </a:xfrm>
          <a:prstGeom prst="rect">
            <a:avLst/>
          </a:prstGeom>
          <a:noFill/>
        </p:spPr>
        <p:txBody>
          <a:bodyPr wrap="none" rtlCol="0">
            <a:spAutoFit/>
          </a:bodyPr>
          <a:lstStyle/>
          <a:p>
            <a:r>
              <a:rPr lang="en-US" altLang="zh-CN" sz="24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rPr>
              <a:t>Title Here</a:t>
            </a:r>
            <a:endParaRPr lang="zh-CN" altLang="en-US" sz="24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32" name="文本框 131"/>
          <p:cNvSpPr txBox="1"/>
          <p:nvPr/>
        </p:nvSpPr>
        <p:spPr>
          <a:xfrm>
            <a:off x="8993734" y="823874"/>
            <a:ext cx="1519968" cy="461665"/>
          </a:xfrm>
          <a:prstGeom prst="rect">
            <a:avLst/>
          </a:prstGeom>
          <a:noFill/>
        </p:spPr>
        <p:txBody>
          <a:bodyPr wrap="none" rtlCol="0">
            <a:spAutoFit/>
          </a:bodyPr>
          <a:lstStyle/>
          <a:p>
            <a:r>
              <a:rPr lang="en-US" altLang="zh-CN" sz="24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rPr>
              <a:t>Title Here</a:t>
            </a:r>
            <a:endParaRPr lang="zh-CN" altLang="en-US" sz="24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33" name="文本框 132"/>
          <p:cNvSpPr txBox="1"/>
          <p:nvPr/>
        </p:nvSpPr>
        <p:spPr>
          <a:xfrm>
            <a:off x="5538213" y="4538265"/>
            <a:ext cx="1519968" cy="461665"/>
          </a:xfrm>
          <a:prstGeom prst="rect">
            <a:avLst/>
          </a:prstGeom>
          <a:noFill/>
        </p:spPr>
        <p:txBody>
          <a:bodyPr wrap="none" rtlCol="0">
            <a:spAutoFit/>
          </a:bodyPr>
          <a:lstStyle/>
          <a:p>
            <a:r>
              <a:rPr lang="en-US" altLang="zh-CN" sz="24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rPr>
              <a:t>Title Here</a:t>
            </a:r>
            <a:endParaRPr lang="zh-CN" altLang="en-US" sz="24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42"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616521007"/>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 name="Freeform 60"/>
          <p:cNvSpPr>
            <a:spLocks/>
          </p:cNvSpPr>
          <p:nvPr/>
        </p:nvSpPr>
        <p:spPr bwMode="auto">
          <a:xfrm>
            <a:off x="1007063" y="3889553"/>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 name="文本框 107"/>
          <p:cNvSpPr txBox="1"/>
          <p:nvPr/>
        </p:nvSpPr>
        <p:spPr>
          <a:xfrm>
            <a:off x="940215" y="4689154"/>
            <a:ext cx="3555585" cy="1421928"/>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网络</a:t>
            </a:r>
            <a:r>
              <a:rPr lang="en-US" altLang="zh-CN" dirty="0">
                <a:solidFill>
                  <a:prstClr val="black">
                    <a:lumMod val="65000"/>
                    <a:lumOff val="35000"/>
                  </a:prstClr>
                </a:solidFill>
                <a:latin typeface="微软雅黑" panose="020B0503020204020204" pitchFamily="34" charset="-122"/>
              </a:rPr>
              <a:t>EPS</a:t>
            </a:r>
            <a:r>
              <a:rPr lang="zh-CN" altLang="en-US" dirty="0">
                <a:solidFill>
                  <a:prstClr val="black">
                    <a:lumMod val="65000"/>
                    <a:lumOff val="35000"/>
                  </a:prstClr>
                </a:solidFill>
                <a:latin typeface="微软雅黑" panose="020B0503020204020204" pitchFamily="34" charset="-122"/>
              </a:rPr>
              <a:t>素材改编；</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文字、颜色可随意更改；</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可根据排版变换其大小；</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矢量图标可替换。</a:t>
            </a:r>
            <a:endParaRPr lang="en-US" altLang="zh-CN" dirty="0">
              <a:solidFill>
                <a:prstClr val="black">
                  <a:lumMod val="65000"/>
                  <a:lumOff val="35000"/>
                </a:prstClr>
              </a:solidFill>
              <a:latin typeface="微软雅黑" panose="020B0503020204020204" pitchFamily="34" charset="-122"/>
            </a:endParaRPr>
          </a:p>
        </p:txBody>
      </p:sp>
      <p:sp>
        <p:nvSpPr>
          <p:cNvPr id="109" name="圆角矩形 108"/>
          <p:cNvSpPr/>
          <p:nvPr/>
        </p:nvSpPr>
        <p:spPr>
          <a:xfrm>
            <a:off x="1674755" y="4048838"/>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110" name="等腰三角形 109"/>
          <p:cNvSpPr/>
          <p:nvPr/>
        </p:nvSpPr>
        <p:spPr>
          <a:xfrm rot="16200000">
            <a:off x="1600123" y="4116382"/>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59"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endParaRPr lang="zh-CN" altLang="zh-CN" sz="2800" b="1" dirty="0">
              <a:solidFill>
                <a:schemeClr val="tx1">
                  <a:lumMod val="65000"/>
                  <a:lumOff val="35000"/>
                </a:schemeClr>
              </a:solidFill>
            </a:endParaRPr>
          </a:p>
        </p:txBody>
      </p:sp>
      <p:sp>
        <p:nvSpPr>
          <p:cNvPr id="175" name="Freeform 5"/>
          <p:cNvSpPr>
            <a:spLocks/>
          </p:cNvSpPr>
          <p:nvPr/>
        </p:nvSpPr>
        <p:spPr bwMode="auto">
          <a:xfrm>
            <a:off x="5026252" y="5634040"/>
            <a:ext cx="1081087" cy="955675"/>
          </a:xfrm>
          <a:custGeom>
            <a:avLst/>
            <a:gdLst>
              <a:gd name="T0" fmla="*/ 0 w 681"/>
              <a:gd name="T1" fmla="*/ 0 h 602"/>
              <a:gd name="T2" fmla="*/ 681 w 681"/>
              <a:gd name="T3" fmla="*/ 0 h 602"/>
              <a:gd name="T4" fmla="*/ 681 w 681"/>
              <a:gd name="T5" fmla="*/ 602 h 602"/>
              <a:gd name="T6" fmla="*/ 0 w 681"/>
              <a:gd name="T7" fmla="*/ 602 h 602"/>
              <a:gd name="T8" fmla="*/ 183 w 681"/>
              <a:gd name="T9" fmla="*/ 304 h 602"/>
              <a:gd name="T10" fmla="*/ 0 w 681"/>
              <a:gd name="T11" fmla="*/ 0 h 602"/>
              <a:gd name="T12" fmla="*/ 0 w 681"/>
              <a:gd name="T13" fmla="*/ 0 h 602"/>
            </a:gdLst>
            <a:ahLst/>
            <a:cxnLst>
              <a:cxn ang="0">
                <a:pos x="T0" y="T1"/>
              </a:cxn>
              <a:cxn ang="0">
                <a:pos x="T2" y="T3"/>
              </a:cxn>
              <a:cxn ang="0">
                <a:pos x="T4" y="T5"/>
              </a:cxn>
              <a:cxn ang="0">
                <a:pos x="T6" y="T7"/>
              </a:cxn>
              <a:cxn ang="0">
                <a:pos x="T8" y="T9"/>
              </a:cxn>
              <a:cxn ang="0">
                <a:pos x="T10" y="T11"/>
              </a:cxn>
              <a:cxn ang="0">
                <a:pos x="T12" y="T13"/>
              </a:cxn>
            </a:cxnLst>
            <a:rect l="0" t="0" r="r" b="b"/>
            <a:pathLst>
              <a:path w="681" h="602">
                <a:moveTo>
                  <a:pt x="0" y="0"/>
                </a:moveTo>
                <a:lnTo>
                  <a:pt x="681" y="0"/>
                </a:lnTo>
                <a:lnTo>
                  <a:pt x="681" y="602"/>
                </a:lnTo>
                <a:lnTo>
                  <a:pt x="0" y="602"/>
                </a:lnTo>
                <a:lnTo>
                  <a:pt x="183" y="304"/>
                </a:lnTo>
                <a:lnTo>
                  <a:pt x="0" y="0"/>
                </a:lnTo>
                <a:lnTo>
                  <a:pt x="0" y="0"/>
                </a:lnTo>
                <a:close/>
              </a:path>
            </a:pathLst>
          </a:custGeom>
          <a:solidFill>
            <a:srgbClr val="4BAEE2"/>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6" name="Freeform 6"/>
          <p:cNvSpPr>
            <a:spLocks noEditPoints="1"/>
          </p:cNvSpPr>
          <p:nvPr/>
        </p:nvSpPr>
        <p:spPr bwMode="auto">
          <a:xfrm>
            <a:off x="5142139" y="5700715"/>
            <a:ext cx="998537" cy="25400"/>
          </a:xfrm>
          <a:custGeom>
            <a:avLst/>
            <a:gdLst>
              <a:gd name="T0" fmla="*/ 1 w 120"/>
              <a:gd name="T1" fmla="*/ 0 h 3"/>
              <a:gd name="T2" fmla="*/ 13 w 120"/>
              <a:gd name="T3" fmla="*/ 0 h 3"/>
              <a:gd name="T4" fmla="*/ 15 w 120"/>
              <a:gd name="T5" fmla="*/ 1 h 3"/>
              <a:gd name="T6" fmla="*/ 15 w 120"/>
              <a:gd name="T7" fmla="*/ 1 h 3"/>
              <a:gd name="T8" fmla="*/ 13 w 120"/>
              <a:gd name="T9" fmla="*/ 3 h 3"/>
              <a:gd name="T10" fmla="*/ 1 w 120"/>
              <a:gd name="T11" fmla="*/ 3 h 3"/>
              <a:gd name="T12" fmla="*/ 0 w 120"/>
              <a:gd name="T13" fmla="*/ 1 h 3"/>
              <a:gd name="T14" fmla="*/ 0 w 120"/>
              <a:gd name="T15" fmla="*/ 1 h 3"/>
              <a:gd name="T16" fmla="*/ 1 w 120"/>
              <a:gd name="T17" fmla="*/ 0 h 3"/>
              <a:gd name="T18" fmla="*/ 22 w 120"/>
              <a:gd name="T19" fmla="*/ 0 h 3"/>
              <a:gd name="T20" fmla="*/ 34 w 120"/>
              <a:gd name="T21" fmla="*/ 0 h 3"/>
              <a:gd name="T22" fmla="*/ 36 w 120"/>
              <a:gd name="T23" fmla="*/ 1 h 3"/>
              <a:gd name="T24" fmla="*/ 36 w 120"/>
              <a:gd name="T25" fmla="*/ 1 h 3"/>
              <a:gd name="T26" fmla="*/ 34 w 120"/>
              <a:gd name="T27" fmla="*/ 3 h 3"/>
              <a:gd name="T28" fmla="*/ 22 w 120"/>
              <a:gd name="T29" fmla="*/ 3 h 3"/>
              <a:gd name="T30" fmla="*/ 21 w 120"/>
              <a:gd name="T31" fmla="*/ 1 h 3"/>
              <a:gd name="T32" fmla="*/ 21 w 120"/>
              <a:gd name="T33" fmla="*/ 1 h 3"/>
              <a:gd name="T34" fmla="*/ 22 w 120"/>
              <a:gd name="T35" fmla="*/ 0 h 3"/>
              <a:gd name="T36" fmla="*/ 43 w 120"/>
              <a:gd name="T37" fmla="*/ 0 h 3"/>
              <a:gd name="T38" fmla="*/ 55 w 120"/>
              <a:gd name="T39" fmla="*/ 0 h 3"/>
              <a:gd name="T40" fmla="*/ 57 w 120"/>
              <a:gd name="T41" fmla="*/ 1 h 3"/>
              <a:gd name="T42" fmla="*/ 57 w 120"/>
              <a:gd name="T43" fmla="*/ 1 h 3"/>
              <a:gd name="T44" fmla="*/ 55 w 120"/>
              <a:gd name="T45" fmla="*/ 3 h 3"/>
              <a:gd name="T46" fmla="*/ 43 w 120"/>
              <a:gd name="T47" fmla="*/ 3 h 3"/>
              <a:gd name="T48" fmla="*/ 42 w 120"/>
              <a:gd name="T49" fmla="*/ 1 h 3"/>
              <a:gd name="T50" fmla="*/ 42 w 120"/>
              <a:gd name="T51" fmla="*/ 1 h 3"/>
              <a:gd name="T52" fmla="*/ 43 w 120"/>
              <a:gd name="T53" fmla="*/ 0 h 3"/>
              <a:gd name="T54" fmla="*/ 64 w 120"/>
              <a:gd name="T55" fmla="*/ 0 h 3"/>
              <a:gd name="T56" fmla="*/ 76 w 120"/>
              <a:gd name="T57" fmla="*/ 0 h 3"/>
              <a:gd name="T58" fmla="*/ 78 w 120"/>
              <a:gd name="T59" fmla="*/ 1 h 3"/>
              <a:gd name="T60" fmla="*/ 78 w 120"/>
              <a:gd name="T61" fmla="*/ 1 h 3"/>
              <a:gd name="T62" fmla="*/ 76 w 120"/>
              <a:gd name="T63" fmla="*/ 3 h 3"/>
              <a:gd name="T64" fmla="*/ 64 w 120"/>
              <a:gd name="T65" fmla="*/ 3 h 3"/>
              <a:gd name="T66" fmla="*/ 63 w 120"/>
              <a:gd name="T67" fmla="*/ 1 h 3"/>
              <a:gd name="T68" fmla="*/ 63 w 120"/>
              <a:gd name="T69" fmla="*/ 1 h 3"/>
              <a:gd name="T70" fmla="*/ 64 w 120"/>
              <a:gd name="T71" fmla="*/ 0 h 3"/>
              <a:gd name="T72" fmla="*/ 85 w 120"/>
              <a:gd name="T73" fmla="*/ 0 h 3"/>
              <a:gd name="T74" fmla="*/ 97 w 120"/>
              <a:gd name="T75" fmla="*/ 0 h 3"/>
              <a:gd name="T76" fmla="*/ 99 w 120"/>
              <a:gd name="T77" fmla="*/ 1 h 3"/>
              <a:gd name="T78" fmla="*/ 99 w 120"/>
              <a:gd name="T79" fmla="*/ 1 h 3"/>
              <a:gd name="T80" fmla="*/ 97 w 120"/>
              <a:gd name="T81" fmla="*/ 3 h 3"/>
              <a:gd name="T82" fmla="*/ 85 w 120"/>
              <a:gd name="T83" fmla="*/ 3 h 3"/>
              <a:gd name="T84" fmla="*/ 84 w 120"/>
              <a:gd name="T85" fmla="*/ 1 h 3"/>
              <a:gd name="T86" fmla="*/ 84 w 120"/>
              <a:gd name="T87" fmla="*/ 1 h 3"/>
              <a:gd name="T88" fmla="*/ 85 w 120"/>
              <a:gd name="T89" fmla="*/ 0 h 3"/>
              <a:gd name="T90" fmla="*/ 106 w 120"/>
              <a:gd name="T91" fmla="*/ 0 h 3"/>
              <a:gd name="T92" fmla="*/ 118 w 120"/>
              <a:gd name="T93" fmla="*/ 0 h 3"/>
              <a:gd name="T94" fmla="*/ 120 w 120"/>
              <a:gd name="T95" fmla="*/ 1 h 3"/>
              <a:gd name="T96" fmla="*/ 120 w 120"/>
              <a:gd name="T97" fmla="*/ 1 h 3"/>
              <a:gd name="T98" fmla="*/ 118 w 120"/>
              <a:gd name="T99" fmla="*/ 3 h 3"/>
              <a:gd name="T100" fmla="*/ 106 w 120"/>
              <a:gd name="T101" fmla="*/ 3 h 3"/>
              <a:gd name="T102" fmla="*/ 105 w 120"/>
              <a:gd name="T103" fmla="*/ 1 h 3"/>
              <a:gd name="T104" fmla="*/ 105 w 120"/>
              <a:gd name="T105" fmla="*/ 1 h 3"/>
              <a:gd name="T106" fmla="*/ 106 w 120"/>
              <a:gd name="T10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0" h="3">
                <a:moveTo>
                  <a:pt x="1" y="0"/>
                </a:moveTo>
                <a:cubicBezTo>
                  <a:pt x="5" y="0"/>
                  <a:pt x="9" y="0"/>
                  <a:pt x="13" y="0"/>
                </a:cubicBezTo>
                <a:cubicBezTo>
                  <a:pt x="14" y="0"/>
                  <a:pt x="15" y="0"/>
                  <a:pt x="15" y="1"/>
                </a:cubicBezTo>
                <a:cubicBezTo>
                  <a:pt x="15" y="1"/>
                  <a:pt x="15" y="1"/>
                  <a:pt x="15" y="1"/>
                </a:cubicBezTo>
                <a:cubicBezTo>
                  <a:pt x="15" y="2"/>
                  <a:pt x="14" y="3"/>
                  <a:pt x="13" y="3"/>
                </a:cubicBezTo>
                <a:cubicBezTo>
                  <a:pt x="9" y="3"/>
                  <a:pt x="5" y="3"/>
                  <a:pt x="1" y="3"/>
                </a:cubicBezTo>
                <a:cubicBezTo>
                  <a:pt x="0" y="3"/>
                  <a:pt x="0" y="2"/>
                  <a:pt x="0" y="1"/>
                </a:cubicBezTo>
                <a:cubicBezTo>
                  <a:pt x="0" y="1"/>
                  <a:pt x="0" y="1"/>
                  <a:pt x="0" y="1"/>
                </a:cubicBezTo>
                <a:cubicBezTo>
                  <a:pt x="0" y="0"/>
                  <a:pt x="0" y="0"/>
                  <a:pt x="1" y="0"/>
                </a:cubicBezTo>
                <a:close/>
                <a:moveTo>
                  <a:pt x="22" y="0"/>
                </a:moveTo>
                <a:cubicBezTo>
                  <a:pt x="26" y="0"/>
                  <a:pt x="30" y="0"/>
                  <a:pt x="34" y="0"/>
                </a:cubicBezTo>
                <a:cubicBezTo>
                  <a:pt x="35" y="0"/>
                  <a:pt x="36" y="0"/>
                  <a:pt x="36" y="1"/>
                </a:cubicBezTo>
                <a:cubicBezTo>
                  <a:pt x="36" y="1"/>
                  <a:pt x="36" y="1"/>
                  <a:pt x="36" y="1"/>
                </a:cubicBezTo>
                <a:cubicBezTo>
                  <a:pt x="36" y="2"/>
                  <a:pt x="35" y="3"/>
                  <a:pt x="34" y="3"/>
                </a:cubicBezTo>
                <a:cubicBezTo>
                  <a:pt x="30" y="3"/>
                  <a:pt x="26" y="3"/>
                  <a:pt x="22" y="3"/>
                </a:cubicBezTo>
                <a:cubicBezTo>
                  <a:pt x="21" y="3"/>
                  <a:pt x="21" y="2"/>
                  <a:pt x="21" y="1"/>
                </a:cubicBezTo>
                <a:cubicBezTo>
                  <a:pt x="21" y="1"/>
                  <a:pt x="21" y="1"/>
                  <a:pt x="21" y="1"/>
                </a:cubicBezTo>
                <a:cubicBezTo>
                  <a:pt x="21" y="0"/>
                  <a:pt x="21" y="0"/>
                  <a:pt x="22" y="0"/>
                </a:cubicBezTo>
                <a:close/>
                <a:moveTo>
                  <a:pt x="43" y="0"/>
                </a:moveTo>
                <a:cubicBezTo>
                  <a:pt x="47" y="0"/>
                  <a:pt x="51" y="0"/>
                  <a:pt x="55" y="0"/>
                </a:cubicBezTo>
                <a:cubicBezTo>
                  <a:pt x="56" y="0"/>
                  <a:pt x="57" y="0"/>
                  <a:pt x="57" y="1"/>
                </a:cubicBezTo>
                <a:cubicBezTo>
                  <a:pt x="57" y="1"/>
                  <a:pt x="57" y="1"/>
                  <a:pt x="57" y="1"/>
                </a:cubicBezTo>
                <a:cubicBezTo>
                  <a:pt x="57" y="2"/>
                  <a:pt x="56" y="3"/>
                  <a:pt x="55" y="3"/>
                </a:cubicBezTo>
                <a:cubicBezTo>
                  <a:pt x="51" y="3"/>
                  <a:pt x="47" y="3"/>
                  <a:pt x="43" y="3"/>
                </a:cubicBezTo>
                <a:cubicBezTo>
                  <a:pt x="42" y="3"/>
                  <a:pt x="42" y="2"/>
                  <a:pt x="42" y="1"/>
                </a:cubicBezTo>
                <a:cubicBezTo>
                  <a:pt x="42" y="1"/>
                  <a:pt x="42" y="1"/>
                  <a:pt x="42" y="1"/>
                </a:cubicBezTo>
                <a:cubicBezTo>
                  <a:pt x="42" y="0"/>
                  <a:pt x="42" y="0"/>
                  <a:pt x="43" y="0"/>
                </a:cubicBezTo>
                <a:close/>
                <a:moveTo>
                  <a:pt x="64" y="0"/>
                </a:moveTo>
                <a:cubicBezTo>
                  <a:pt x="68" y="0"/>
                  <a:pt x="72" y="0"/>
                  <a:pt x="76" y="0"/>
                </a:cubicBezTo>
                <a:cubicBezTo>
                  <a:pt x="77" y="0"/>
                  <a:pt x="78" y="0"/>
                  <a:pt x="78" y="1"/>
                </a:cubicBezTo>
                <a:cubicBezTo>
                  <a:pt x="78" y="1"/>
                  <a:pt x="78" y="1"/>
                  <a:pt x="78" y="1"/>
                </a:cubicBezTo>
                <a:cubicBezTo>
                  <a:pt x="78" y="2"/>
                  <a:pt x="77" y="3"/>
                  <a:pt x="76" y="3"/>
                </a:cubicBezTo>
                <a:cubicBezTo>
                  <a:pt x="72" y="3"/>
                  <a:pt x="68" y="3"/>
                  <a:pt x="64" y="3"/>
                </a:cubicBezTo>
                <a:cubicBezTo>
                  <a:pt x="63" y="3"/>
                  <a:pt x="63" y="2"/>
                  <a:pt x="63" y="1"/>
                </a:cubicBezTo>
                <a:cubicBezTo>
                  <a:pt x="63" y="1"/>
                  <a:pt x="63" y="1"/>
                  <a:pt x="63" y="1"/>
                </a:cubicBezTo>
                <a:cubicBezTo>
                  <a:pt x="63" y="0"/>
                  <a:pt x="63" y="0"/>
                  <a:pt x="64" y="0"/>
                </a:cubicBezTo>
                <a:close/>
                <a:moveTo>
                  <a:pt x="85" y="0"/>
                </a:moveTo>
                <a:cubicBezTo>
                  <a:pt x="89" y="0"/>
                  <a:pt x="93" y="0"/>
                  <a:pt x="97" y="0"/>
                </a:cubicBezTo>
                <a:cubicBezTo>
                  <a:pt x="98" y="0"/>
                  <a:pt x="99" y="0"/>
                  <a:pt x="99" y="1"/>
                </a:cubicBezTo>
                <a:cubicBezTo>
                  <a:pt x="99" y="1"/>
                  <a:pt x="99" y="1"/>
                  <a:pt x="99" y="1"/>
                </a:cubicBezTo>
                <a:cubicBezTo>
                  <a:pt x="99" y="2"/>
                  <a:pt x="98" y="3"/>
                  <a:pt x="97" y="3"/>
                </a:cubicBezTo>
                <a:cubicBezTo>
                  <a:pt x="93" y="3"/>
                  <a:pt x="89" y="3"/>
                  <a:pt x="85" y="3"/>
                </a:cubicBezTo>
                <a:cubicBezTo>
                  <a:pt x="84" y="3"/>
                  <a:pt x="84" y="2"/>
                  <a:pt x="84" y="1"/>
                </a:cubicBezTo>
                <a:cubicBezTo>
                  <a:pt x="84" y="1"/>
                  <a:pt x="84" y="1"/>
                  <a:pt x="84" y="1"/>
                </a:cubicBezTo>
                <a:cubicBezTo>
                  <a:pt x="84" y="0"/>
                  <a:pt x="84" y="0"/>
                  <a:pt x="85" y="0"/>
                </a:cubicBezTo>
                <a:close/>
                <a:moveTo>
                  <a:pt x="106" y="0"/>
                </a:moveTo>
                <a:cubicBezTo>
                  <a:pt x="110" y="0"/>
                  <a:pt x="114" y="0"/>
                  <a:pt x="118" y="0"/>
                </a:cubicBezTo>
                <a:cubicBezTo>
                  <a:pt x="119" y="0"/>
                  <a:pt x="120" y="0"/>
                  <a:pt x="120" y="1"/>
                </a:cubicBezTo>
                <a:cubicBezTo>
                  <a:pt x="120" y="1"/>
                  <a:pt x="120" y="1"/>
                  <a:pt x="120" y="1"/>
                </a:cubicBezTo>
                <a:cubicBezTo>
                  <a:pt x="120" y="2"/>
                  <a:pt x="119" y="3"/>
                  <a:pt x="118" y="3"/>
                </a:cubicBezTo>
                <a:cubicBezTo>
                  <a:pt x="114" y="3"/>
                  <a:pt x="110" y="3"/>
                  <a:pt x="106" y="3"/>
                </a:cubicBezTo>
                <a:cubicBezTo>
                  <a:pt x="105" y="3"/>
                  <a:pt x="105" y="2"/>
                  <a:pt x="105" y="1"/>
                </a:cubicBezTo>
                <a:cubicBezTo>
                  <a:pt x="105" y="1"/>
                  <a:pt x="105" y="1"/>
                  <a:pt x="105" y="1"/>
                </a:cubicBezTo>
                <a:cubicBezTo>
                  <a:pt x="105" y="0"/>
                  <a:pt x="105" y="0"/>
                  <a:pt x="106" y="0"/>
                </a:cubicBezTo>
                <a:close/>
              </a:path>
            </a:pathLst>
          </a:custGeom>
          <a:solidFill>
            <a:srgbClr val="BCE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7"/>
          <p:cNvSpPr>
            <a:spLocks noEditPoints="1"/>
          </p:cNvSpPr>
          <p:nvPr/>
        </p:nvSpPr>
        <p:spPr bwMode="auto">
          <a:xfrm>
            <a:off x="5142139" y="6507165"/>
            <a:ext cx="998537" cy="25400"/>
          </a:xfrm>
          <a:custGeom>
            <a:avLst/>
            <a:gdLst>
              <a:gd name="T0" fmla="*/ 1 w 120"/>
              <a:gd name="T1" fmla="*/ 0 h 3"/>
              <a:gd name="T2" fmla="*/ 13 w 120"/>
              <a:gd name="T3" fmla="*/ 0 h 3"/>
              <a:gd name="T4" fmla="*/ 15 w 120"/>
              <a:gd name="T5" fmla="*/ 1 h 3"/>
              <a:gd name="T6" fmla="*/ 15 w 120"/>
              <a:gd name="T7" fmla="*/ 1 h 3"/>
              <a:gd name="T8" fmla="*/ 13 w 120"/>
              <a:gd name="T9" fmla="*/ 3 h 3"/>
              <a:gd name="T10" fmla="*/ 1 w 120"/>
              <a:gd name="T11" fmla="*/ 3 h 3"/>
              <a:gd name="T12" fmla="*/ 0 w 120"/>
              <a:gd name="T13" fmla="*/ 1 h 3"/>
              <a:gd name="T14" fmla="*/ 0 w 120"/>
              <a:gd name="T15" fmla="*/ 1 h 3"/>
              <a:gd name="T16" fmla="*/ 1 w 120"/>
              <a:gd name="T17" fmla="*/ 0 h 3"/>
              <a:gd name="T18" fmla="*/ 22 w 120"/>
              <a:gd name="T19" fmla="*/ 0 h 3"/>
              <a:gd name="T20" fmla="*/ 34 w 120"/>
              <a:gd name="T21" fmla="*/ 0 h 3"/>
              <a:gd name="T22" fmla="*/ 36 w 120"/>
              <a:gd name="T23" fmla="*/ 1 h 3"/>
              <a:gd name="T24" fmla="*/ 36 w 120"/>
              <a:gd name="T25" fmla="*/ 1 h 3"/>
              <a:gd name="T26" fmla="*/ 34 w 120"/>
              <a:gd name="T27" fmla="*/ 3 h 3"/>
              <a:gd name="T28" fmla="*/ 22 w 120"/>
              <a:gd name="T29" fmla="*/ 3 h 3"/>
              <a:gd name="T30" fmla="*/ 21 w 120"/>
              <a:gd name="T31" fmla="*/ 1 h 3"/>
              <a:gd name="T32" fmla="*/ 21 w 120"/>
              <a:gd name="T33" fmla="*/ 1 h 3"/>
              <a:gd name="T34" fmla="*/ 22 w 120"/>
              <a:gd name="T35" fmla="*/ 0 h 3"/>
              <a:gd name="T36" fmla="*/ 43 w 120"/>
              <a:gd name="T37" fmla="*/ 0 h 3"/>
              <a:gd name="T38" fmla="*/ 55 w 120"/>
              <a:gd name="T39" fmla="*/ 0 h 3"/>
              <a:gd name="T40" fmla="*/ 57 w 120"/>
              <a:gd name="T41" fmla="*/ 1 h 3"/>
              <a:gd name="T42" fmla="*/ 57 w 120"/>
              <a:gd name="T43" fmla="*/ 1 h 3"/>
              <a:gd name="T44" fmla="*/ 55 w 120"/>
              <a:gd name="T45" fmla="*/ 3 h 3"/>
              <a:gd name="T46" fmla="*/ 43 w 120"/>
              <a:gd name="T47" fmla="*/ 3 h 3"/>
              <a:gd name="T48" fmla="*/ 42 w 120"/>
              <a:gd name="T49" fmla="*/ 1 h 3"/>
              <a:gd name="T50" fmla="*/ 42 w 120"/>
              <a:gd name="T51" fmla="*/ 1 h 3"/>
              <a:gd name="T52" fmla="*/ 43 w 120"/>
              <a:gd name="T53" fmla="*/ 0 h 3"/>
              <a:gd name="T54" fmla="*/ 64 w 120"/>
              <a:gd name="T55" fmla="*/ 0 h 3"/>
              <a:gd name="T56" fmla="*/ 76 w 120"/>
              <a:gd name="T57" fmla="*/ 0 h 3"/>
              <a:gd name="T58" fmla="*/ 78 w 120"/>
              <a:gd name="T59" fmla="*/ 1 h 3"/>
              <a:gd name="T60" fmla="*/ 78 w 120"/>
              <a:gd name="T61" fmla="*/ 1 h 3"/>
              <a:gd name="T62" fmla="*/ 76 w 120"/>
              <a:gd name="T63" fmla="*/ 3 h 3"/>
              <a:gd name="T64" fmla="*/ 64 w 120"/>
              <a:gd name="T65" fmla="*/ 3 h 3"/>
              <a:gd name="T66" fmla="*/ 63 w 120"/>
              <a:gd name="T67" fmla="*/ 1 h 3"/>
              <a:gd name="T68" fmla="*/ 63 w 120"/>
              <a:gd name="T69" fmla="*/ 1 h 3"/>
              <a:gd name="T70" fmla="*/ 64 w 120"/>
              <a:gd name="T71" fmla="*/ 0 h 3"/>
              <a:gd name="T72" fmla="*/ 85 w 120"/>
              <a:gd name="T73" fmla="*/ 0 h 3"/>
              <a:gd name="T74" fmla="*/ 97 w 120"/>
              <a:gd name="T75" fmla="*/ 0 h 3"/>
              <a:gd name="T76" fmla="*/ 99 w 120"/>
              <a:gd name="T77" fmla="*/ 1 h 3"/>
              <a:gd name="T78" fmla="*/ 99 w 120"/>
              <a:gd name="T79" fmla="*/ 1 h 3"/>
              <a:gd name="T80" fmla="*/ 97 w 120"/>
              <a:gd name="T81" fmla="*/ 3 h 3"/>
              <a:gd name="T82" fmla="*/ 85 w 120"/>
              <a:gd name="T83" fmla="*/ 3 h 3"/>
              <a:gd name="T84" fmla="*/ 84 w 120"/>
              <a:gd name="T85" fmla="*/ 1 h 3"/>
              <a:gd name="T86" fmla="*/ 84 w 120"/>
              <a:gd name="T87" fmla="*/ 1 h 3"/>
              <a:gd name="T88" fmla="*/ 85 w 120"/>
              <a:gd name="T89" fmla="*/ 0 h 3"/>
              <a:gd name="T90" fmla="*/ 106 w 120"/>
              <a:gd name="T91" fmla="*/ 0 h 3"/>
              <a:gd name="T92" fmla="*/ 118 w 120"/>
              <a:gd name="T93" fmla="*/ 0 h 3"/>
              <a:gd name="T94" fmla="*/ 120 w 120"/>
              <a:gd name="T95" fmla="*/ 1 h 3"/>
              <a:gd name="T96" fmla="*/ 120 w 120"/>
              <a:gd name="T97" fmla="*/ 1 h 3"/>
              <a:gd name="T98" fmla="*/ 118 w 120"/>
              <a:gd name="T99" fmla="*/ 3 h 3"/>
              <a:gd name="T100" fmla="*/ 106 w 120"/>
              <a:gd name="T101" fmla="*/ 3 h 3"/>
              <a:gd name="T102" fmla="*/ 105 w 120"/>
              <a:gd name="T103" fmla="*/ 1 h 3"/>
              <a:gd name="T104" fmla="*/ 105 w 120"/>
              <a:gd name="T105" fmla="*/ 1 h 3"/>
              <a:gd name="T106" fmla="*/ 106 w 120"/>
              <a:gd name="T10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0" h="3">
                <a:moveTo>
                  <a:pt x="1" y="0"/>
                </a:moveTo>
                <a:cubicBezTo>
                  <a:pt x="5" y="0"/>
                  <a:pt x="9" y="0"/>
                  <a:pt x="13" y="0"/>
                </a:cubicBezTo>
                <a:cubicBezTo>
                  <a:pt x="14" y="0"/>
                  <a:pt x="15" y="0"/>
                  <a:pt x="15" y="1"/>
                </a:cubicBezTo>
                <a:cubicBezTo>
                  <a:pt x="15" y="1"/>
                  <a:pt x="15" y="1"/>
                  <a:pt x="15" y="1"/>
                </a:cubicBezTo>
                <a:cubicBezTo>
                  <a:pt x="15" y="2"/>
                  <a:pt x="14" y="3"/>
                  <a:pt x="13" y="3"/>
                </a:cubicBezTo>
                <a:cubicBezTo>
                  <a:pt x="9" y="3"/>
                  <a:pt x="5" y="3"/>
                  <a:pt x="1" y="3"/>
                </a:cubicBezTo>
                <a:cubicBezTo>
                  <a:pt x="0" y="3"/>
                  <a:pt x="0" y="2"/>
                  <a:pt x="0" y="1"/>
                </a:cubicBezTo>
                <a:cubicBezTo>
                  <a:pt x="0" y="1"/>
                  <a:pt x="0" y="1"/>
                  <a:pt x="0" y="1"/>
                </a:cubicBezTo>
                <a:cubicBezTo>
                  <a:pt x="0" y="0"/>
                  <a:pt x="0" y="0"/>
                  <a:pt x="1" y="0"/>
                </a:cubicBezTo>
                <a:close/>
                <a:moveTo>
                  <a:pt x="22" y="0"/>
                </a:moveTo>
                <a:cubicBezTo>
                  <a:pt x="26" y="0"/>
                  <a:pt x="30" y="0"/>
                  <a:pt x="34" y="0"/>
                </a:cubicBezTo>
                <a:cubicBezTo>
                  <a:pt x="35" y="0"/>
                  <a:pt x="36" y="0"/>
                  <a:pt x="36" y="1"/>
                </a:cubicBezTo>
                <a:cubicBezTo>
                  <a:pt x="36" y="1"/>
                  <a:pt x="36" y="1"/>
                  <a:pt x="36" y="1"/>
                </a:cubicBezTo>
                <a:cubicBezTo>
                  <a:pt x="36" y="2"/>
                  <a:pt x="35" y="3"/>
                  <a:pt x="34" y="3"/>
                </a:cubicBezTo>
                <a:cubicBezTo>
                  <a:pt x="30" y="3"/>
                  <a:pt x="26" y="3"/>
                  <a:pt x="22" y="3"/>
                </a:cubicBezTo>
                <a:cubicBezTo>
                  <a:pt x="21" y="3"/>
                  <a:pt x="21" y="2"/>
                  <a:pt x="21" y="1"/>
                </a:cubicBezTo>
                <a:cubicBezTo>
                  <a:pt x="21" y="1"/>
                  <a:pt x="21" y="1"/>
                  <a:pt x="21" y="1"/>
                </a:cubicBezTo>
                <a:cubicBezTo>
                  <a:pt x="21" y="0"/>
                  <a:pt x="21" y="0"/>
                  <a:pt x="22" y="0"/>
                </a:cubicBezTo>
                <a:close/>
                <a:moveTo>
                  <a:pt x="43" y="0"/>
                </a:moveTo>
                <a:cubicBezTo>
                  <a:pt x="47" y="0"/>
                  <a:pt x="51" y="0"/>
                  <a:pt x="55" y="0"/>
                </a:cubicBezTo>
                <a:cubicBezTo>
                  <a:pt x="56" y="0"/>
                  <a:pt x="57" y="0"/>
                  <a:pt x="57" y="1"/>
                </a:cubicBezTo>
                <a:cubicBezTo>
                  <a:pt x="57" y="1"/>
                  <a:pt x="57" y="1"/>
                  <a:pt x="57" y="1"/>
                </a:cubicBezTo>
                <a:cubicBezTo>
                  <a:pt x="57" y="2"/>
                  <a:pt x="56" y="3"/>
                  <a:pt x="55" y="3"/>
                </a:cubicBezTo>
                <a:cubicBezTo>
                  <a:pt x="51" y="3"/>
                  <a:pt x="47" y="3"/>
                  <a:pt x="43" y="3"/>
                </a:cubicBezTo>
                <a:cubicBezTo>
                  <a:pt x="42" y="3"/>
                  <a:pt x="42" y="2"/>
                  <a:pt x="42" y="1"/>
                </a:cubicBezTo>
                <a:cubicBezTo>
                  <a:pt x="42" y="1"/>
                  <a:pt x="42" y="1"/>
                  <a:pt x="42" y="1"/>
                </a:cubicBezTo>
                <a:cubicBezTo>
                  <a:pt x="42" y="0"/>
                  <a:pt x="42" y="0"/>
                  <a:pt x="43" y="0"/>
                </a:cubicBezTo>
                <a:close/>
                <a:moveTo>
                  <a:pt x="64" y="0"/>
                </a:moveTo>
                <a:cubicBezTo>
                  <a:pt x="68" y="0"/>
                  <a:pt x="72" y="0"/>
                  <a:pt x="76" y="0"/>
                </a:cubicBezTo>
                <a:cubicBezTo>
                  <a:pt x="77" y="0"/>
                  <a:pt x="78" y="0"/>
                  <a:pt x="78" y="1"/>
                </a:cubicBezTo>
                <a:cubicBezTo>
                  <a:pt x="78" y="1"/>
                  <a:pt x="78" y="1"/>
                  <a:pt x="78" y="1"/>
                </a:cubicBezTo>
                <a:cubicBezTo>
                  <a:pt x="78" y="2"/>
                  <a:pt x="77" y="3"/>
                  <a:pt x="76" y="3"/>
                </a:cubicBezTo>
                <a:cubicBezTo>
                  <a:pt x="72" y="3"/>
                  <a:pt x="68" y="3"/>
                  <a:pt x="64" y="3"/>
                </a:cubicBezTo>
                <a:cubicBezTo>
                  <a:pt x="63" y="3"/>
                  <a:pt x="63" y="2"/>
                  <a:pt x="63" y="1"/>
                </a:cubicBezTo>
                <a:cubicBezTo>
                  <a:pt x="63" y="1"/>
                  <a:pt x="63" y="1"/>
                  <a:pt x="63" y="1"/>
                </a:cubicBezTo>
                <a:cubicBezTo>
                  <a:pt x="63" y="0"/>
                  <a:pt x="63" y="0"/>
                  <a:pt x="64" y="0"/>
                </a:cubicBezTo>
                <a:close/>
                <a:moveTo>
                  <a:pt x="85" y="0"/>
                </a:moveTo>
                <a:cubicBezTo>
                  <a:pt x="89" y="0"/>
                  <a:pt x="93" y="0"/>
                  <a:pt x="97" y="0"/>
                </a:cubicBezTo>
                <a:cubicBezTo>
                  <a:pt x="98" y="0"/>
                  <a:pt x="99" y="0"/>
                  <a:pt x="99" y="1"/>
                </a:cubicBezTo>
                <a:cubicBezTo>
                  <a:pt x="99" y="1"/>
                  <a:pt x="99" y="1"/>
                  <a:pt x="99" y="1"/>
                </a:cubicBezTo>
                <a:cubicBezTo>
                  <a:pt x="99" y="2"/>
                  <a:pt x="98" y="3"/>
                  <a:pt x="97" y="3"/>
                </a:cubicBezTo>
                <a:cubicBezTo>
                  <a:pt x="93" y="3"/>
                  <a:pt x="89" y="3"/>
                  <a:pt x="85" y="3"/>
                </a:cubicBezTo>
                <a:cubicBezTo>
                  <a:pt x="84" y="3"/>
                  <a:pt x="84" y="2"/>
                  <a:pt x="84" y="1"/>
                </a:cubicBezTo>
                <a:cubicBezTo>
                  <a:pt x="84" y="1"/>
                  <a:pt x="84" y="1"/>
                  <a:pt x="84" y="1"/>
                </a:cubicBezTo>
                <a:cubicBezTo>
                  <a:pt x="84" y="0"/>
                  <a:pt x="84" y="0"/>
                  <a:pt x="85" y="0"/>
                </a:cubicBezTo>
                <a:close/>
                <a:moveTo>
                  <a:pt x="106" y="0"/>
                </a:moveTo>
                <a:cubicBezTo>
                  <a:pt x="110" y="0"/>
                  <a:pt x="114" y="0"/>
                  <a:pt x="118" y="0"/>
                </a:cubicBezTo>
                <a:cubicBezTo>
                  <a:pt x="119" y="0"/>
                  <a:pt x="120" y="0"/>
                  <a:pt x="120" y="1"/>
                </a:cubicBezTo>
                <a:cubicBezTo>
                  <a:pt x="120" y="1"/>
                  <a:pt x="120" y="1"/>
                  <a:pt x="120" y="1"/>
                </a:cubicBezTo>
                <a:cubicBezTo>
                  <a:pt x="120" y="2"/>
                  <a:pt x="119" y="3"/>
                  <a:pt x="118" y="3"/>
                </a:cubicBezTo>
                <a:cubicBezTo>
                  <a:pt x="114" y="3"/>
                  <a:pt x="110" y="3"/>
                  <a:pt x="106" y="3"/>
                </a:cubicBezTo>
                <a:cubicBezTo>
                  <a:pt x="105" y="3"/>
                  <a:pt x="105" y="2"/>
                  <a:pt x="105" y="1"/>
                </a:cubicBezTo>
                <a:cubicBezTo>
                  <a:pt x="105" y="1"/>
                  <a:pt x="105" y="1"/>
                  <a:pt x="105" y="1"/>
                </a:cubicBezTo>
                <a:cubicBezTo>
                  <a:pt x="105" y="0"/>
                  <a:pt x="105" y="0"/>
                  <a:pt x="106" y="0"/>
                </a:cubicBezTo>
                <a:close/>
              </a:path>
            </a:pathLst>
          </a:custGeom>
          <a:solidFill>
            <a:srgbClr val="BCE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8"/>
          <p:cNvSpPr>
            <a:spLocks/>
          </p:cNvSpPr>
          <p:nvPr/>
        </p:nvSpPr>
        <p:spPr bwMode="auto">
          <a:xfrm>
            <a:off x="5458052" y="5260977"/>
            <a:ext cx="498475" cy="1428750"/>
          </a:xfrm>
          <a:custGeom>
            <a:avLst/>
            <a:gdLst>
              <a:gd name="T0" fmla="*/ 0 w 314"/>
              <a:gd name="T1" fmla="*/ 0 h 900"/>
              <a:gd name="T2" fmla="*/ 314 w 314"/>
              <a:gd name="T3" fmla="*/ 298 h 900"/>
              <a:gd name="T4" fmla="*/ 314 w 314"/>
              <a:gd name="T5" fmla="*/ 900 h 900"/>
              <a:gd name="T6" fmla="*/ 0 w 314"/>
              <a:gd name="T7" fmla="*/ 602 h 900"/>
              <a:gd name="T8" fmla="*/ 0 w 314"/>
              <a:gd name="T9" fmla="*/ 0 h 900"/>
              <a:gd name="T10" fmla="*/ 0 w 314"/>
              <a:gd name="T11" fmla="*/ 0 h 900"/>
            </a:gdLst>
            <a:ahLst/>
            <a:cxnLst>
              <a:cxn ang="0">
                <a:pos x="T0" y="T1"/>
              </a:cxn>
              <a:cxn ang="0">
                <a:pos x="T2" y="T3"/>
              </a:cxn>
              <a:cxn ang="0">
                <a:pos x="T4" y="T5"/>
              </a:cxn>
              <a:cxn ang="0">
                <a:pos x="T6" y="T7"/>
              </a:cxn>
              <a:cxn ang="0">
                <a:pos x="T8" y="T9"/>
              </a:cxn>
              <a:cxn ang="0">
                <a:pos x="T10" y="T11"/>
              </a:cxn>
            </a:cxnLst>
            <a:rect l="0" t="0" r="r" b="b"/>
            <a:pathLst>
              <a:path w="314" h="900">
                <a:moveTo>
                  <a:pt x="0" y="0"/>
                </a:moveTo>
                <a:lnTo>
                  <a:pt x="314" y="298"/>
                </a:lnTo>
                <a:lnTo>
                  <a:pt x="314" y="900"/>
                </a:lnTo>
                <a:lnTo>
                  <a:pt x="0" y="602"/>
                </a:lnTo>
                <a:lnTo>
                  <a:pt x="0" y="0"/>
                </a:lnTo>
                <a:lnTo>
                  <a:pt x="0" y="0"/>
                </a:lnTo>
                <a:close/>
              </a:path>
            </a:pathLst>
          </a:custGeom>
          <a:solidFill>
            <a:srgbClr val="0A6F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9"/>
          <p:cNvSpPr>
            <a:spLocks noEditPoints="1"/>
          </p:cNvSpPr>
          <p:nvPr/>
        </p:nvSpPr>
        <p:spPr bwMode="auto">
          <a:xfrm>
            <a:off x="5458052" y="6091240"/>
            <a:ext cx="498475" cy="515938"/>
          </a:xfrm>
          <a:custGeom>
            <a:avLst/>
            <a:gdLst>
              <a:gd name="T0" fmla="*/ 60 w 60"/>
              <a:gd name="T1" fmla="*/ 57 h 62"/>
              <a:gd name="T2" fmla="*/ 60 w 60"/>
              <a:gd name="T3" fmla="*/ 62 h 62"/>
              <a:gd name="T4" fmla="*/ 53 w 60"/>
              <a:gd name="T5" fmla="*/ 56 h 62"/>
              <a:gd name="T6" fmla="*/ 53 w 60"/>
              <a:gd name="T7" fmla="*/ 53 h 62"/>
              <a:gd name="T8" fmla="*/ 53 w 60"/>
              <a:gd name="T9" fmla="*/ 53 h 62"/>
              <a:gd name="T10" fmla="*/ 56 w 60"/>
              <a:gd name="T11" fmla="*/ 53 h 62"/>
              <a:gd name="T12" fmla="*/ 60 w 60"/>
              <a:gd name="T13" fmla="*/ 57 h 62"/>
              <a:gd name="T14" fmla="*/ 0 w 60"/>
              <a:gd name="T15" fmla="*/ 4 h 62"/>
              <a:gd name="T16" fmla="*/ 0 w 60"/>
              <a:gd name="T17" fmla="*/ 0 h 62"/>
              <a:gd name="T18" fmla="*/ 3 w 60"/>
              <a:gd name="T19" fmla="*/ 3 h 62"/>
              <a:gd name="T20" fmla="*/ 4 w 60"/>
              <a:gd name="T21" fmla="*/ 6 h 62"/>
              <a:gd name="T22" fmla="*/ 4 w 60"/>
              <a:gd name="T23" fmla="*/ 6 h 62"/>
              <a:gd name="T24" fmla="*/ 1 w 60"/>
              <a:gd name="T25" fmla="*/ 6 h 62"/>
              <a:gd name="T26" fmla="*/ 0 w 60"/>
              <a:gd name="T27" fmla="*/ 4 h 62"/>
              <a:gd name="T28" fmla="*/ 10 w 60"/>
              <a:gd name="T29" fmla="*/ 10 h 62"/>
              <a:gd name="T30" fmla="*/ 19 w 60"/>
              <a:gd name="T31" fmla="*/ 18 h 62"/>
              <a:gd name="T32" fmla="*/ 19 w 60"/>
              <a:gd name="T33" fmla="*/ 20 h 62"/>
              <a:gd name="T34" fmla="*/ 19 w 60"/>
              <a:gd name="T35" fmla="*/ 20 h 62"/>
              <a:gd name="T36" fmla="*/ 16 w 60"/>
              <a:gd name="T37" fmla="*/ 20 h 62"/>
              <a:gd name="T38" fmla="*/ 8 w 60"/>
              <a:gd name="T39" fmla="*/ 12 h 62"/>
              <a:gd name="T40" fmla="*/ 8 w 60"/>
              <a:gd name="T41" fmla="*/ 10 h 62"/>
              <a:gd name="T42" fmla="*/ 8 w 60"/>
              <a:gd name="T43" fmla="*/ 10 h 62"/>
              <a:gd name="T44" fmla="*/ 10 w 60"/>
              <a:gd name="T45" fmla="*/ 10 h 62"/>
              <a:gd name="T46" fmla="*/ 25 w 60"/>
              <a:gd name="T47" fmla="*/ 24 h 62"/>
              <a:gd name="T48" fmla="*/ 34 w 60"/>
              <a:gd name="T49" fmla="*/ 32 h 62"/>
              <a:gd name="T50" fmla="*/ 34 w 60"/>
              <a:gd name="T51" fmla="*/ 35 h 62"/>
              <a:gd name="T52" fmla="*/ 34 w 60"/>
              <a:gd name="T53" fmla="*/ 35 h 62"/>
              <a:gd name="T54" fmla="*/ 32 w 60"/>
              <a:gd name="T55" fmla="*/ 35 h 62"/>
              <a:gd name="T56" fmla="*/ 23 w 60"/>
              <a:gd name="T57" fmla="*/ 27 h 62"/>
              <a:gd name="T58" fmla="*/ 23 w 60"/>
              <a:gd name="T59" fmla="*/ 24 h 62"/>
              <a:gd name="T60" fmla="*/ 23 w 60"/>
              <a:gd name="T61" fmla="*/ 24 h 62"/>
              <a:gd name="T62" fmla="*/ 25 w 60"/>
              <a:gd name="T63" fmla="*/ 24 h 62"/>
              <a:gd name="T64" fmla="*/ 41 w 60"/>
              <a:gd name="T65" fmla="*/ 39 h 62"/>
              <a:gd name="T66" fmla="*/ 49 w 60"/>
              <a:gd name="T67" fmla="*/ 47 h 62"/>
              <a:gd name="T68" fmla="*/ 49 w 60"/>
              <a:gd name="T69" fmla="*/ 49 h 62"/>
              <a:gd name="T70" fmla="*/ 49 w 60"/>
              <a:gd name="T71" fmla="*/ 49 h 62"/>
              <a:gd name="T72" fmla="*/ 47 w 60"/>
              <a:gd name="T73" fmla="*/ 49 h 62"/>
              <a:gd name="T74" fmla="*/ 38 w 60"/>
              <a:gd name="T75" fmla="*/ 41 h 62"/>
              <a:gd name="T76" fmla="*/ 38 w 60"/>
              <a:gd name="T77" fmla="*/ 39 h 62"/>
              <a:gd name="T78" fmla="*/ 38 w 60"/>
              <a:gd name="T79" fmla="*/ 39 h 62"/>
              <a:gd name="T80" fmla="*/ 41 w 60"/>
              <a:gd name="T81" fmla="*/ 39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0" h="62">
                <a:moveTo>
                  <a:pt x="60" y="57"/>
                </a:moveTo>
                <a:cubicBezTo>
                  <a:pt x="60" y="62"/>
                  <a:pt x="60" y="62"/>
                  <a:pt x="60" y="62"/>
                </a:cubicBezTo>
                <a:cubicBezTo>
                  <a:pt x="58" y="60"/>
                  <a:pt x="56" y="58"/>
                  <a:pt x="53" y="56"/>
                </a:cubicBezTo>
                <a:cubicBezTo>
                  <a:pt x="53" y="55"/>
                  <a:pt x="53" y="54"/>
                  <a:pt x="53" y="53"/>
                </a:cubicBezTo>
                <a:cubicBezTo>
                  <a:pt x="53" y="53"/>
                  <a:pt x="53" y="53"/>
                  <a:pt x="53" y="53"/>
                </a:cubicBezTo>
                <a:cubicBezTo>
                  <a:pt x="54" y="53"/>
                  <a:pt x="55" y="53"/>
                  <a:pt x="56" y="53"/>
                </a:cubicBezTo>
                <a:cubicBezTo>
                  <a:pt x="57" y="55"/>
                  <a:pt x="58" y="56"/>
                  <a:pt x="60" y="57"/>
                </a:cubicBezTo>
                <a:close/>
                <a:moveTo>
                  <a:pt x="0" y="4"/>
                </a:moveTo>
                <a:cubicBezTo>
                  <a:pt x="0" y="0"/>
                  <a:pt x="0" y="0"/>
                  <a:pt x="0" y="0"/>
                </a:cubicBezTo>
                <a:cubicBezTo>
                  <a:pt x="1" y="1"/>
                  <a:pt x="2" y="2"/>
                  <a:pt x="3" y="3"/>
                </a:cubicBezTo>
                <a:cubicBezTo>
                  <a:pt x="4" y="4"/>
                  <a:pt x="4" y="5"/>
                  <a:pt x="4" y="6"/>
                </a:cubicBezTo>
                <a:cubicBezTo>
                  <a:pt x="4" y="6"/>
                  <a:pt x="4" y="6"/>
                  <a:pt x="4" y="6"/>
                </a:cubicBezTo>
                <a:cubicBezTo>
                  <a:pt x="3" y="7"/>
                  <a:pt x="2" y="7"/>
                  <a:pt x="1" y="6"/>
                </a:cubicBezTo>
                <a:cubicBezTo>
                  <a:pt x="1" y="5"/>
                  <a:pt x="0" y="5"/>
                  <a:pt x="0" y="4"/>
                </a:cubicBezTo>
                <a:close/>
                <a:moveTo>
                  <a:pt x="10" y="10"/>
                </a:moveTo>
                <a:cubicBezTo>
                  <a:pt x="13" y="13"/>
                  <a:pt x="16" y="15"/>
                  <a:pt x="19" y="18"/>
                </a:cubicBezTo>
                <a:cubicBezTo>
                  <a:pt x="19" y="19"/>
                  <a:pt x="19" y="20"/>
                  <a:pt x="19" y="20"/>
                </a:cubicBezTo>
                <a:cubicBezTo>
                  <a:pt x="19" y="20"/>
                  <a:pt x="19" y="20"/>
                  <a:pt x="19" y="20"/>
                </a:cubicBezTo>
                <a:cubicBezTo>
                  <a:pt x="18" y="21"/>
                  <a:pt x="17" y="21"/>
                  <a:pt x="16" y="20"/>
                </a:cubicBezTo>
                <a:cubicBezTo>
                  <a:pt x="14" y="18"/>
                  <a:pt x="11" y="15"/>
                  <a:pt x="8" y="12"/>
                </a:cubicBezTo>
                <a:cubicBezTo>
                  <a:pt x="7" y="12"/>
                  <a:pt x="7" y="11"/>
                  <a:pt x="8" y="10"/>
                </a:cubicBezTo>
                <a:cubicBezTo>
                  <a:pt x="8" y="10"/>
                  <a:pt x="8" y="10"/>
                  <a:pt x="8" y="10"/>
                </a:cubicBezTo>
                <a:cubicBezTo>
                  <a:pt x="8" y="9"/>
                  <a:pt x="9" y="9"/>
                  <a:pt x="10" y="10"/>
                </a:cubicBezTo>
                <a:close/>
                <a:moveTo>
                  <a:pt x="25" y="24"/>
                </a:moveTo>
                <a:cubicBezTo>
                  <a:pt x="28" y="27"/>
                  <a:pt x="31" y="30"/>
                  <a:pt x="34" y="32"/>
                </a:cubicBezTo>
                <a:cubicBezTo>
                  <a:pt x="35" y="33"/>
                  <a:pt x="35" y="34"/>
                  <a:pt x="34" y="35"/>
                </a:cubicBezTo>
                <a:cubicBezTo>
                  <a:pt x="34" y="35"/>
                  <a:pt x="34" y="35"/>
                  <a:pt x="34" y="35"/>
                </a:cubicBezTo>
                <a:cubicBezTo>
                  <a:pt x="33" y="35"/>
                  <a:pt x="32" y="35"/>
                  <a:pt x="32" y="35"/>
                </a:cubicBezTo>
                <a:cubicBezTo>
                  <a:pt x="29" y="32"/>
                  <a:pt x="26" y="29"/>
                  <a:pt x="23" y="27"/>
                </a:cubicBezTo>
                <a:cubicBezTo>
                  <a:pt x="22" y="26"/>
                  <a:pt x="22" y="25"/>
                  <a:pt x="23" y="24"/>
                </a:cubicBezTo>
                <a:cubicBezTo>
                  <a:pt x="23" y="24"/>
                  <a:pt x="23" y="24"/>
                  <a:pt x="23" y="24"/>
                </a:cubicBezTo>
                <a:cubicBezTo>
                  <a:pt x="24" y="24"/>
                  <a:pt x="25" y="24"/>
                  <a:pt x="25" y="24"/>
                </a:cubicBezTo>
                <a:close/>
                <a:moveTo>
                  <a:pt x="41" y="39"/>
                </a:moveTo>
                <a:cubicBezTo>
                  <a:pt x="43" y="42"/>
                  <a:pt x="46" y="44"/>
                  <a:pt x="49" y="47"/>
                </a:cubicBezTo>
                <a:cubicBezTo>
                  <a:pt x="50" y="48"/>
                  <a:pt x="50" y="49"/>
                  <a:pt x="49" y="49"/>
                </a:cubicBezTo>
                <a:cubicBezTo>
                  <a:pt x="49" y="49"/>
                  <a:pt x="49" y="49"/>
                  <a:pt x="49" y="49"/>
                </a:cubicBezTo>
                <a:cubicBezTo>
                  <a:pt x="48" y="50"/>
                  <a:pt x="47" y="50"/>
                  <a:pt x="47" y="49"/>
                </a:cubicBezTo>
                <a:cubicBezTo>
                  <a:pt x="44" y="47"/>
                  <a:pt x="41" y="44"/>
                  <a:pt x="38" y="41"/>
                </a:cubicBezTo>
                <a:cubicBezTo>
                  <a:pt x="38" y="41"/>
                  <a:pt x="38" y="40"/>
                  <a:pt x="38" y="39"/>
                </a:cubicBezTo>
                <a:cubicBezTo>
                  <a:pt x="38" y="39"/>
                  <a:pt x="38" y="39"/>
                  <a:pt x="38" y="39"/>
                </a:cubicBezTo>
                <a:cubicBezTo>
                  <a:pt x="39" y="38"/>
                  <a:pt x="40" y="38"/>
                  <a:pt x="41" y="39"/>
                </a:cubicBezTo>
                <a:close/>
              </a:path>
            </a:pathLst>
          </a:custGeom>
          <a:solidFill>
            <a:srgbClr val="369C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10"/>
          <p:cNvSpPr>
            <a:spLocks/>
          </p:cNvSpPr>
          <p:nvPr/>
        </p:nvSpPr>
        <p:spPr bwMode="auto">
          <a:xfrm>
            <a:off x="5026252" y="4013202"/>
            <a:ext cx="1081087" cy="955675"/>
          </a:xfrm>
          <a:custGeom>
            <a:avLst/>
            <a:gdLst>
              <a:gd name="T0" fmla="*/ 0 w 681"/>
              <a:gd name="T1" fmla="*/ 0 h 602"/>
              <a:gd name="T2" fmla="*/ 681 w 681"/>
              <a:gd name="T3" fmla="*/ 0 h 602"/>
              <a:gd name="T4" fmla="*/ 681 w 681"/>
              <a:gd name="T5" fmla="*/ 602 h 602"/>
              <a:gd name="T6" fmla="*/ 0 w 681"/>
              <a:gd name="T7" fmla="*/ 602 h 602"/>
              <a:gd name="T8" fmla="*/ 183 w 681"/>
              <a:gd name="T9" fmla="*/ 304 h 602"/>
              <a:gd name="T10" fmla="*/ 0 w 681"/>
              <a:gd name="T11" fmla="*/ 0 h 602"/>
              <a:gd name="T12" fmla="*/ 0 w 681"/>
              <a:gd name="T13" fmla="*/ 0 h 602"/>
            </a:gdLst>
            <a:ahLst/>
            <a:cxnLst>
              <a:cxn ang="0">
                <a:pos x="T0" y="T1"/>
              </a:cxn>
              <a:cxn ang="0">
                <a:pos x="T2" y="T3"/>
              </a:cxn>
              <a:cxn ang="0">
                <a:pos x="T4" y="T5"/>
              </a:cxn>
              <a:cxn ang="0">
                <a:pos x="T6" y="T7"/>
              </a:cxn>
              <a:cxn ang="0">
                <a:pos x="T8" y="T9"/>
              </a:cxn>
              <a:cxn ang="0">
                <a:pos x="T10" y="T11"/>
              </a:cxn>
              <a:cxn ang="0">
                <a:pos x="T12" y="T13"/>
              </a:cxn>
            </a:cxnLst>
            <a:rect l="0" t="0" r="r" b="b"/>
            <a:pathLst>
              <a:path w="681" h="602">
                <a:moveTo>
                  <a:pt x="0" y="0"/>
                </a:moveTo>
                <a:lnTo>
                  <a:pt x="681" y="0"/>
                </a:lnTo>
                <a:lnTo>
                  <a:pt x="681" y="602"/>
                </a:lnTo>
                <a:lnTo>
                  <a:pt x="0" y="602"/>
                </a:lnTo>
                <a:lnTo>
                  <a:pt x="183" y="304"/>
                </a:lnTo>
                <a:lnTo>
                  <a:pt x="0" y="0"/>
                </a:lnTo>
                <a:lnTo>
                  <a:pt x="0" y="0"/>
                </a:lnTo>
                <a:close/>
              </a:path>
            </a:pathLst>
          </a:custGeom>
          <a:solidFill>
            <a:srgbClr val="FDD8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11"/>
          <p:cNvSpPr>
            <a:spLocks noEditPoints="1"/>
          </p:cNvSpPr>
          <p:nvPr/>
        </p:nvSpPr>
        <p:spPr bwMode="auto">
          <a:xfrm>
            <a:off x="5142139" y="4071940"/>
            <a:ext cx="998537" cy="33338"/>
          </a:xfrm>
          <a:custGeom>
            <a:avLst/>
            <a:gdLst>
              <a:gd name="T0" fmla="*/ 1 w 120"/>
              <a:gd name="T1" fmla="*/ 0 h 4"/>
              <a:gd name="T2" fmla="*/ 13 w 120"/>
              <a:gd name="T3" fmla="*/ 0 h 4"/>
              <a:gd name="T4" fmla="*/ 15 w 120"/>
              <a:gd name="T5" fmla="*/ 2 h 4"/>
              <a:gd name="T6" fmla="*/ 15 w 120"/>
              <a:gd name="T7" fmla="*/ 2 h 4"/>
              <a:gd name="T8" fmla="*/ 13 w 120"/>
              <a:gd name="T9" fmla="*/ 4 h 4"/>
              <a:gd name="T10" fmla="*/ 1 w 120"/>
              <a:gd name="T11" fmla="*/ 4 h 4"/>
              <a:gd name="T12" fmla="*/ 0 w 120"/>
              <a:gd name="T13" fmla="*/ 2 h 4"/>
              <a:gd name="T14" fmla="*/ 0 w 120"/>
              <a:gd name="T15" fmla="*/ 2 h 4"/>
              <a:gd name="T16" fmla="*/ 1 w 120"/>
              <a:gd name="T17" fmla="*/ 0 h 4"/>
              <a:gd name="T18" fmla="*/ 22 w 120"/>
              <a:gd name="T19" fmla="*/ 0 h 4"/>
              <a:gd name="T20" fmla="*/ 34 w 120"/>
              <a:gd name="T21" fmla="*/ 0 h 4"/>
              <a:gd name="T22" fmla="*/ 36 w 120"/>
              <a:gd name="T23" fmla="*/ 2 h 4"/>
              <a:gd name="T24" fmla="*/ 36 w 120"/>
              <a:gd name="T25" fmla="*/ 2 h 4"/>
              <a:gd name="T26" fmla="*/ 34 w 120"/>
              <a:gd name="T27" fmla="*/ 4 h 4"/>
              <a:gd name="T28" fmla="*/ 22 w 120"/>
              <a:gd name="T29" fmla="*/ 4 h 4"/>
              <a:gd name="T30" fmla="*/ 21 w 120"/>
              <a:gd name="T31" fmla="*/ 2 h 4"/>
              <a:gd name="T32" fmla="*/ 21 w 120"/>
              <a:gd name="T33" fmla="*/ 2 h 4"/>
              <a:gd name="T34" fmla="*/ 22 w 120"/>
              <a:gd name="T35" fmla="*/ 0 h 4"/>
              <a:gd name="T36" fmla="*/ 43 w 120"/>
              <a:gd name="T37" fmla="*/ 0 h 4"/>
              <a:gd name="T38" fmla="*/ 55 w 120"/>
              <a:gd name="T39" fmla="*/ 0 h 4"/>
              <a:gd name="T40" fmla="*/ 57 w 120"/>
              <a:gd name="T41" fmla="*/ 2 h 4"/>
              <a:gd name="T42" fmla="*/ 57 w 120"/>
              <a:gd name="T43" fmla="*/ 2 h 4"/>
              <a:gd name="T44" fmla="*/ 55 w 120"/>
              <a:gd name="T45" fmla="*/ 4 h 4"/>
              <a:gd name="T46" fmla="*/ 43 w 120"/>
              <a:gd name="T47" fmla="*/ 4 h 4"/>
              <a:gd name="T48" fmla="*/ 42 w 120"/>
              <a:gd name="T49" fmla="*/ 2 h 4"/>
              <a:gd name="T50" fmla="*/ 42 w 120"/>
              <a:gd name="T51" fmla="*/ 2 h 4"/>
              <a:gd name="T52" fmla="*/ 43 w 120"/>
              <a:gd name="T53" fmla="*/ 0 h 4"/>
              <a:gd name="T54" fmla="*/ 64 w 120"/>
              <a:gd name="T55" fmla="*/ 0 h 4"/>
              <a:gd name="T56" fmla="*/ 76 w 120"/>
              <a:gd name="T57" fmla="*/ 0 h 4"/>
              <a:gd name="T58" fmla="*/ 78 w 120"/>
              <a:gd name="T59" fmla="*/ 2 h 4"/>
              <a:gd name="T60" fmla="*/ 78 w 120"/>
              <a:gd name="T61" fmla="*/ 2 h 4"/>
              <a:gd name="T62" fmla="*/ 76 w 120"/>
              <a:gd name="T63" fmla="*/ 4 h 4"/>
              <a:gd name="T64" fmla="*/ 64 w 120"/>
              <a:gd name="T65" fmla="*/ 4 h 4"/>
              <a:gd name="T66" fmla="*/ 63 w 120"/>
              <a:gd name="T67" fmla="*/ 2 h 4"/>
              <a:gd name="T68" fmla="*/ 63 w 120"/>
              <a:gd name="T69" fmla="*/ 2 h 4"/>
              <a:gd name="T70" fmla="*/ 64 w 120"/>
              <a:gd name="T71" fmla="*/ 0 h 4"/>
              <a:gd name="T72" fmla="*/ 85 w 120"/>
              <a:gd name="T73" fmla="*/ 0 h 4"/>
              <a:gd name="T74" fmla="*/ 97 w 120"/>
              <a:gd name="T75" fmla="*/ 0 h 4"/>
              <a:gd name="T76" fmla="*/ 99 w 120"/>
              <a:gd name="T77" fmla="*/ 2 h 4"/>
              <a:gd name="T78" fmla="*/ 99 w 120"/>
              <a:gd name="T79" fmla="*/ 2 h 4"/>
              <a:gd name="T80" fmla="*/ 97 w 120"/>
              <a:gd name="T81" fmla="*/ 4 h 4"/>
              <a:gd name="T82" fmla="*/ 85 w 120"/>
              <a:gd name="T83" fmla="*/ 4 h 4"/>
              <a:gd name="T84" fmla="*/ 84 w 120"/>
              <a:gd name="T85" fmla="*/ 2 h 4"/>
              <a:gd name="T86" fmla="*/ 84 w 120"/>
              <a:gd name="T87" fmla="*/ 2 h 4"/>
              <a:gd name="T88" fmla="*/ 85 w 120"/>
              <a:gd name="T89" fmla="*/ 0 h 4"/>
              <a:gd name="T90" fmla="*/ 106 w 120"/>
              <a:gd name="T91" fmla="*/ 0 h 4"/>
              <a:gd name="T92" fmla="*/ 118 w 120"/>
              <a:gd name="T93" fmla="*/ 0 h 4"/>
              <a:gd name="T94" fmla="*/ 120 w 120"/>
              <a:gd name="T95" fmla="*/ 2 h 4"/>
              <a:gd name="T96" fmla="*/ 120 w 120"/>
              <a:gd name="T97" fmla="*/ 2 h 4"/>
              <a:gd name="T98" fmla="*/ 118 w 120"/>
              <a:gd name="T99" fmla="*/ 4 h 4"/>
              <a:gd name="T100" fmla="*/ 106 w 120"/>
              <a:gd name="T101" fmla="*/ 4 h 4"/>
              <a:gd name="T102" fmla="*/ 105 w 120"/>
              <a:gd name="T103" fmla="*/ 2 h 4"/>
              <a:gd name="T104" fmla="*/ 105 w 120"/>
              <a:gd name="T105" fmla="*/ 2 h 4"/>
              <a:gd name="T106" fmla="*/ 106 w 120"/>
              <a:gd name="T10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0" h="4">
                <a:moveTo>
                  <a:pt x="1" y="0"/>
                </a:moveTo>
                <a:cubicBezTo>
                  <a:pt x="5" y="0"/>
                  <a:pt x="9" y="0"/>
                  <a:pt x="13" y="0"/>
                </a:cubicBezTo>
                <a:cubicBezTo>
                  <a:pt x="14" y="0"/>
                  <a:pt x="15" y="1"/>
                  <a:pt x="15" y="2"/>
                </a:cubicBezTo>
                <a:cubicBezTo>
                  <a:pt x="15" y="2"/>
                  <a:pt x="15" y="2"/>
                  <a:pt x="15" y="2"/>
                </a:cubicBezTo>
                <a:cubicBezTo>
                  <a:pt x="15" y="3"/>
                  <a:pt x="14" y="4"/>
                  <a:pt x="13" y="4"/>
                </a:cubicBezTo>
                <a:cubicBezTo>
                  <a:pt x="9" y="4"/>
                  <a:pt x="5" y="4"/>
                  <a:pt x="1" y="4"/>
                </a:cubicBezTo>
                <a:cubicBezTo>
                  <a:pt x="0" y="4"/>
                  <a:pt x="0" y="3"/>
                  <a:pt x="0" y="2"/>
                </a:cubicBezTo>
                <a:cubicBezTo>
                  <a:pt x="0" y="2"/>
                  <a:pt x="0" y="2"/>
                  <a:pt x="0" y="2"/>
                </a:cubicBezTo>
                <a:cubicBezTo>
                  <a:pt x="0" y="1"/>
                  <a:pt x="0" y="0"/>
                  <a:pt x="1" y="0"/>
                </a:cubicBezTo>
                <a:close/>
                <a:moveTo>
                  <a:pt x="22" y="0"/>
                </a:moveTo>
                <a:cubicBezTo>
                  <a:pt x="26" y="0"/>
                  <a:pt x="30" y="0"/>
                  <a:pt x="34" y="0"/>
                </a:cubicBezTo>
                <a:cubicBezTo>
                  <a:pt x="35" y="0"/>
                  <a:pt x="36" y="1"/>
                  <a:pt x="36" y="2"/>
                </a:cubicBezTo>
                <a:cubicBezTo>
                  <a:pt x="36" y="2"/>
                  <a:pt x="36" y="2"/>
                  <a:pt x="36" y="2"/>
                </a:cubicBezTo>
                <a:cubicBezTo>
                  <a:pt x="36" y="3"/>
                  <a:pt x="35" y="4"/>
                  <a:pt x="34" y="4"/>
                </a:cubicBezTo>
                <a:cubicBezTo>
                  <a:pt x="30" y="4"/>
                  <a:pt x="26" y="4"/>
                  <a:pt x="22" y="4"/>
                </a:cubicBezTo>
                <a:cubicBezTo>
                  <a:pt x="21" y="4"/>
                  <a:pt x="21" y="3"/>
                  <a:pt x="21" y="2"/>
                </a:cubicBezTo>
                <a:cubicBezTo>
                  <a:pt x="21" y="2"/>
                  <a:pt x="21" y="2"/>
                  <a:pt x="21" y="2"/>
                </a:cubicBezTo>
                <a:cubicBezTo>
                  <a:pt x="21" y="1"/>
                  <a:pt x="21" y="0"/>
                  <a:pt x="22" y="0"/>
                </a:cubicBezTo>
                <a:close/>
                <a:moveTo>
                  <a:pt x="43" y="0"/>
                </a:moveTo>
                <a:cubicBezTo>
                  <a:pt x="47" y="0"/>
                  <a:pt x="51" y="0"/>
                  <a:pt x="55" y="0"/>
                </a:cubicBezTo>
                <a:cubicBezTo>
                  <a:pt x="56" y="0"/>
                  <a:pt x="57" y="1"/>
                  <a:pt x="57" y="2"/>
                </a:cubicBezTo>
                <a:cubicBezTo>
                  <a:pt x="57" y="2"/>
                  <a:pt x="57" y="2"/>
                  <a:pt x="57" y="2"/>
                </a:cubicBezTo>
                <a:cubicBezTo>
                  <a:pt x="57" y="3"/>
                  <a:pt x="56" y="4"/>
                  <a:pt x="55" y="4"/>
                </a:cubicBezTo>
                <a:cubicBezTo>
                  <a:pt x="51" y="4"/>
                  <a:pt x="47" y="4"/>
                  <a:pt x="43" y="4"/>
                </a:cubicBezTo>
                <a:cubicBezTo>
                  <a:pt x="42" y="4"/>
                  <a:pt x="42" y="3"/>
                  <a:pt x="42" y="2"/>
                </a:cubicBezTo>
                <a:cubicBezTo>
                  <a:pt x="42" y="2"/>
                  <a:pt x="42" y="2"/>
                  <a:pt x="42" y="2"/>
                </a:cubicBezTo>
                <a:cubicBezTo>
                  <a:pt x="42" y="1"/>
                  <a:pt x="42" y="0"/>
                  <a:pt x="43" y="0"/>
                </a:cubicBezTo>
                <a:close/>
                <a:moveTo>
                  <a:pt x="64" y="0"/>
                </a:moveTo>
                <a:cubicBezTo>
                  <a:pt x="68" y="0"/>
                  <a:pt x="72" y="0"/>
                  <a:pt x="76" y="0"/>
                </a:cubicBezTo>
                <a:cubicBezTo>
                  <a:pt x="77" y="0"/>
                  <a:pt x="78" y="1"/>
                  <a:pt x="78" y="2"/>
                </a:cubicBezTo>
                <a:cubicBezTo>
                  <a:pt x="78" y="2"/>
                  <a:pt x="78" y="2"/>
                  <a:pt x="78" y="2"/>
                </a:cubicBezTo>
                <a:cubicBezTo>
                  <a:pt x="78" y="3"/>
                  <a:pt x="77" y="4"/>
                  <a:pt x="76" y="4"/>
                </a:cubicBezTo>
                <a:cubicBezTo>
                  <a:pt x="72" y="4"/>
                  <a:pt x="68" y="4"/>
                  <a:pt x="64" y="4"/>
                </a:cubicBezTo>
                <a:cubicBezTo>
                  <a:pt x="63" y="4"/>
                  <a:pt x="63" y="3"/>
                  <a:pt x="63" y="2"/>
                </a:cubicBezTo>
                <a:cubicBezTo>
                  <a:pt x="63" y="2"/>
                  <a:pt x="63" y="2"/>
                  <a:pt x="63" y="2"/>
                </a:cubicBezTo>
                <a:cubicBezTo>
                  <a:pt x="63" y="1"/>
                  <a:pt x="63" y="0"/>
                  <a:pt x="64" y="0"/>
                </a:cubicBezTo>
                <a:close/>
                <a:moveTo>
                  <a:pt x="85" y="0"/>
                </a:moveTo>
                <a:cubicBezTo>
                  <a:pt x="89" y="0"/>
                  <a:pt x="93" y="0"/>
                  <a:pt x="97" y="0"/>
                </a:cubicBezTo>
                <a:cubicBezTo>
                  <a:pt x="98" y="0"/>
                  <a:pt x="99" y="1"/>
                  <a:pt x="99" y="2"/>
                </a:cubicBezTo>
                <a:cubicBezTo>
                  <a:pt x="99" y="2"/>
                  <a:pt x="99" y="2"/>
                  <a:pt x="99" y="2"/>
                </a:cubicBezTo>
                <a:cubicBezTo>
                  <a:pt x="99" y="3"/>
                  <a:pt x="98" y="4"/>
                  <a:pt x="97" y="4"/>
                </a:cubicBezTo>
                <a:cubicBezTo>
                  <a:pt x="93" y="4"/>
                  <a:pt x="89" y="4"/>
                  <a:pt x="85" y="4"/>
                </a:cubicBezTo>
                <a:cubicBezTo>
                  <a:pt x="84" y="4"/>
                  <a:pt x="84" y="3"/>
                  <a:pt x="84" y="2"/>
                </a:cubicBezTo>
                <a:cubicBezTo>
                  <a:pt x="84" y="2"/>
                  <a:pt x="84" y="2"/>
                  <a:pt x="84" y="2"/>
                </a:cubicBezTo>
                <a:cubicBezTo>
                  <a:pt x="84" y="1"/>
                  <a:pt x="84" y="0"/>
                  <a:pt x="85" y="0"/>
                </a:cubicBezTo>
                <a:close/>
                <a:moveTo>
                  <a:pt x="106" y="0"/>
                </a:moveTo>
                <a:cubicBezTo>
                  <a:pt x="110" y="0"/>
                  <a:pt x="114" y="0"/>
                  <a:pt x="118" y="0"/>
                </a:cubicBezTo>
                <a:cubicBezTo>
                  <a:pt x="119" y="0"/>
                  <a:pt x="120" y="1"/>
                  <a:pt x="120" y="2"/>
                </a:cubicBezTo>
                <a:cubicBezTo>
                  <a:pt x="120" y="2"/>
                  <a:pt x="120" y="2"/>
                  <a:pt x="120" y="2"/>
                </a:cubicBezTo>
                <a:cubicBezTo>
                  <a:pt x="120" y="3"/>
                  <a:pt x="119" y="4"/>
                  <a:pt x="118" y="4"/>
                </a:cubicBezTo>
                <a:cubicBezTo>
                  <a:pt x="114" y="4"/>
                  <a:pt x="110" y="4"/>
                  <a:pt x="106" y="4"/>
                </a:cubicBezTo>
                <a:cubicBezTo>
                  <a:pt x="105" y="4"/>
                  <a:pt x="105" y="3"/>
                  <a:pt x="105" y="2"/>
                </a:cubicBezTo>
                <a:cubicBezTo>
                  <a:pt x="105" y="2"/>
                  <a:pt x="105" y="2"/>
                  <a:pt x="105" y="2"/>
                </a:cubicBezTo>
                <a:cubicBezTo>
                  <a:pt x="105" y="1"/>
                  <a:pt x="105" y="0"/>
                  <a:pt x="106" y="0"/>
                </a:cubicBezTo>
                <a:close/>
              </a:path>
            </a:pathLst>
          </a:custGeom>
          <a:solidFill>
            <a:srgbClr val="FEEA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12"/>
          <p:cNvSpPr>
            <a:spLocks noEditPoints="1"/>
          </p:cNvSpPr>
          <p:nvPr/>
        </p:nvSpPr>
        <p:spPr bwMode="auto">
          <a:xfrm>
            <a:off x="5142139" y="4878390"/>
            <a:ext cx="998537" cy="33338"/>
          </a:xfrm>
          <a:custGeom>
            <a:avLst/>
            <a:gdLst>
              <a:gd name="T0" fmla="*/ 1 w 120"/>
              <a:gd name="T1" fmla="*/ 0 h 4"/>
              <a:gd name="T2" fmla="*/ 13 w 120"/>
              <a:gd name="T3" fmla="*/ 0 h 4"/>
              <a:gd name="T4" fmla="*/ 15 w 120"/>
              <a:gd name="T5" fmla="*/ 2 h 4"/>
              <a:gd name="T6" fmla="*/ 15 w 120"/>
              <a:gd name="T7" fmla="*/ 2 h 4"/>
              <a:gd name="T8" fmla="*/ 13 w 120"/>
              <a:gd name="T9" fmla="*/ 4 h 4"/>
              <a:gd name="T10" fmla="*/ 1 w 120"/>
              <a:gd name="T11" fmla="*/ 4 h 4"/>
              <a:gd name="T12" fmla="*/ 0 w 120"/>
              <a:gd name="T13" fmla="*/ 2 h 4"/>
              <a:gd name="T14" fmla="*/ 0 w 120"/>
              <a:gd name="T15" fmla="*/ 2 h 4"/>
              <a:gd name="T16" fmla="*/ 1 w 120"/>
              <a:gd name="T17" fmla="*/ 0 h 4"/>
              <a:gd name="T18" fmla="*/ 22 w 120"/>
              <a:gd name="T19" fmla="*/ 0 h 4"/>
              <a:gd name="T20" fmla="*/ 34 w 120"/>
              <a:gd name="T21" fmla="*/ 0 h 4"/>
              <a:gd name="T22" fmla="*/ 36 w 120"/>
              <a:gd name="T23" fmla="*/ 2 h 4"/>
              <a:gd name="T24" fmla="*/ 36 w 120"/>
              <a:gd name="T25" fmla="*/ 2 h 4"/>
              <a:gd name="T26" fmla="*/ 34 w 120"/>
              <a:gd name="T27" fmla="*/ 4 h 4"/>
              <a:gd name="T28" fmla="*/ 22 w 120"/>
              <a:gd name="T29" fmla="*/ 4 h 4"/>
              <a:gd name="T30" fmla="*/ 21 w 120"/>
              <a:gd name="T31" fmla="*/ 2 h 4"/>
              <a:gd name="T32" fmla="*/ 21 w 120"/>
              <a:gd name="T33" fmla="*/ 2 h 4"/>
              <a:gd name="T34" fmla="*/ 22 w 120"/>
              <a:gd name="T35" fmla="*/ 0 h 4"/>
              <a:gd name="T36" fmla="*/ 43 w 120"/>
              <a:gd name="T37" fmla="*/ 0 h 4"/>
              <a:gd name="T38" fmla="*/ 55 w 120"/>
              <a:gd name="T39" fmla="*/ 0 h 4"/>
              <a:gd name="T40" fmla="*/ 57 w 120"/>
              <a:gd name="T41" fmla="*/ 2 h 4"/>
              <a:gd name="T42" fmla="*/ 57 w 120"/>
              <a:gd name="T43" fmla="*/ 2 h 4"/>
              <a:gd name="T44" fmla="*/ 55 w 120"/>
              <a:gd name="T45" fmla="*/ 4 h 4"/>
              <a:gd name="T46" fmla="*/ 43 w 120"/>
              <a:gd name="T47" fmla="*/ 4 h 4"/>
              <a:gd name="T48" fmla="*/ 42 w 120"/>
              <a:gd name="T49" fmla="*/ 2 h 4"/>
              <a:gd name="T50" fmla="*/ 42 w 120"/>
              <a:gd name="T51" fmla="*/ 2 h 4"/>
              <a:gd name="T52" fmla="*/ 43 w 120"/>
              <a:gd name="T53" fmla="*/ 0 h 4"/>
              <a:gd name="T54" fmla="*/ 64 w 120"/>
              <a:gd name="T55" fmla="*/ 0 h 4"/>
              <a:gd name="T56" fmla="*/ 76 w 120"/>
              <a:gd name="T57" fmla="*/ 0 h 4"/>
              <a:gd name="T58" fmla="*/ 78 w 120"/>
              <a:gd name="T59" fmla="*/ 2 h 4"/>
              <a:gd name="T60" fmla="*/ 78 w 120"/>
              <a:gd name="T61" fmla="*/ 2 h 4"/>
              <a:gd name="T62" fmla="*/ 76 w 120"/>
              <a:gd name="T63" fmla="*/ 4 h 4"/>
              <a:gd name="T64" fmla="*/ 64 w 120"/>
              <a:gd name="T65" fmla="*/ 4 h 4"/>
              <a:gd name="T66" fmla="*/ 63 w 120"/>
              <a:gd name="T67" fmla="*/ 2 h 4"/>
              <a:gd name="T68" fmla="*/ 63 w 120"/>
              <a:gd name="T69" fmla="*/ 2 h 4"/>
              <a:gd name="T70" fmla="*/ 64 w 120"/>
              <a:gd name="T71" fmla="*/ 0 h 4"/>
              <a:gd name="T72" fmla="*/ 85 w 120"/>
              <a:gd name="T73" fmla="*/ 0 h 4"/>
              <a:gd name="T74" fmla="*/ 97 w 120"/>
              <a:gd name="T75" fmla="*/ 0 h 4"/>
              <a:gd name="T76" fmla="*/ 99 w 120"/>
              <a:gd name="T77" fmla="*/ 2 h 4"/>
              <a:gd name="T78" fmla="*/ 99 w 120"/>
              <a:gd name="T79" fmla="*/ 2 h 4"/>
              <a:gd name="T80" fmla="*/ 97 w 120"/>
              <a:gd name="T81" fmla="*/ 4 h 4"/>
              <a:gd name="T82" fmla="*/ 85 w 120"/>
              <a:gd name="T83" fmla="*/ 4 h 4"/>
              <a:gd name="T84" fmla="*/ 84 w 120"/>
              <a:gd name="T85" fmla="*/ 2 h 4"/>
              <a:gd name="T86" fmla="*/ 84 w 120"/>
              <a:gd name="T87" fmla="*/ 2 h 4"/>
              <a:gd name="T88" fmla="*/ 85 w 120"/>
              <a:gd name="T89" fmla="*/ 0 h 4"/>
              <a:gd name="T90" fmla="*/ 106 w 120"/>
              <a:gd name="T91" fmla="*/ 0 h 4"/>
              <a:gd name="T92" fmla="*/ 118 w 120"/>
              <a:gd name="T93" fmla="*/ 0 h 4"/>
              <a:gd name="T94" fmla="*/ 120 w 120"/>
              <a:gd name="T95" fmla="*/ 2 h 4"/>
              <a:gd name="T96" fmla="*/ 120 w 120"/>
              <a:gd name="T97" fmla="*/ 2 h 4"/>
              <a:gd name="T98" fmla="*/ 118 w 120"/>
              <a:gd name="T99" fmla="*/ 4 h 4"/>
              <a:gd name="T100" fmla="*/ 106 w 120"/>
              <a:gd name="T101" fmla="*/ 4 h 4"/>
              <a:gd name="T102" fmla="*/ 105 w 120"/>
              <a:gd name="T103" fmla="*/ 2 h 4"/>
              <a:gd name="T104" fmla="*/ 105 w 120"/>
              <a:gd name="T105" fmla="*/ 2 h 4"/>
              <a:gd name="T106" fmla="*/ 106 w 120"/>
              <a:gd name="T10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0" h="4">
                <a:moveTo>
                  <a:pt x="1" y="0"/>
                </a:moveTo>
                <a:cubicBezTo>
                  <a:pt x="5" y="0"/>
                  <a:pt x="9" y="0"/>
                  <a:pt x="13" y="0"/>
                </a:cubicBezTo>
                <a:cubicBezTo>
                  <a:pt x="14" y="0"/>
                  <a:pt x="15" y="1"/>
                  <a:pt x="15" y="2"/>
                </a:cubicBezTo>
                <a:cubicBezTo>
                  <a:pt x="15" y="2"/>
                  <a:pt x="15" y="2"/>
                  <a:pt x="15" y="2"/>
                </a:cubicBezTo>
                <a:cubicBezTo>
                  <a:pt x="15" y="3"/>
                  <a:pt x="14" y="4"/>
                  <a:pt x="13" y="4"/>
                </a:cubicBezTo>
                <a:cubicBezTo>
                  <a:pt x="9" y="4"/>
                  <a:pt x="5" y="4"/>
                  <a:pt x="1" y="4"/>
                </a:cubicBezTo>
                <a:cubicBezTo>
                  <a:pt x="0" y="4"/>
                  <a:pt x="0" y="3"/>
                  <a:pt x="0" y="2"/>
                </a:cubicBezTo>
                <a:cubicBezTo>
                  <a:pt x="0" y="2"/>
                  <a:pt x="0" y="2"/>
                  <a:pt x="0" y="2"/>
                </a:cubicBezTo>
                <a:cubicBezTo>
                  <a:pt x="0" y="1"/>
                  <a:pt x="0" y="0"/>
                  <a:pt x="1" y="0"/>
                </a:cubicBezTo>
                <a:close/>
                <a:moveTo>
                  <a:pt x="22" y="0"/>
                </a:moveTo>
                <a:cubicBezTo>
                  <a:pt x="26" y="0"/>
                  <a:pt x="30" y="0"/>
                  <a:pt x="34" y="0"/>
                </a:cubicBezTo>
                <a:cubicBezTo>
                  <a:pt x="35" y="0"/>
                  <a:pt x="36" y="1"/>
                  <a:pt x="36" y="2"/>
                </a:cubicBezTo>
                <a:cubicBezTo>
                  <a:pt x="36" y="2"/>
                  <a:pt x="36" y="2"/>
                  <a:pt x="36" y="2"/>
                </a:cubicBezTo>
                <a:cubicBezTo>
                  <a:pt x="36" y="3"/>
                  <a:pt x="35" y="4"/>
                  <a:pt x="34" y="4"/>
                </a:cubicBezTo>
                <a:cubicBezTo>
                  <a:pt x="30" y="4"/>
                  <a:pt x="26" y="4"/>
                  <a:pt x="22" y="4"/>
                </a:cubicBezTo>
                <a:cubicBezTo>
                  <a:pt x="21" y="4"/>
                  <a:pt x="21" y="3"/>
                  <a:pt x="21" y="2"/>
                </a:cubicBezTo>
                <a:cubicBezTo>
                  <a:pt x="21" y="2"/>
                  <a:pt x="21" y="2"/>
                  <a:pt x="21" y="2"/>
                </a:cubicBezTo>
                <a:cubicBezTo>
                  <a:pt x="21" y="1"/>
                  <a:pt x="21" y="0"/>
                  <a:pt x="22" y="0"/>
                </a:cubicBezTo>
                <a:close/>
                <a:moveTo>
                  <a:pt x="43" y="0"/>
                </a:moveTo>
                <a:cubicBezTo>
                  <a:pt x="47" y="0"/>
                  <a:pt x="51" y="0"/>
                  <a:pt x="55" y="0"/>
                </a:cubicBezTo>
                <a:cubicBezTo>
                  <a:pt x="56" y="0"/>
                  <a:pt x="57" y="1"/>
                  <a:pt x="57" y="2"/>
                </a:cubicBezTo>
                <a:cubicBezTo>
                  <a:pt x="57" y="2"/>
                  <a:pt x="57" y="2"/>
                  <a:pt x="57" y="2"/>
                </a:cubicBezTo>
                <a:cubicBezTo>
                  <a:pt x="57" y="3"/>
                  <a:pt x="56" y="4"/>
                  <a:pt x="55" y="4"/>
                </a:cubicBezTo>
                <a:cubicBezTo>
                  <a:pt x="51" y="4"/>
                  <a:pt x="47" y="4"/>
                  <a:pt x="43" y="4"/>
                </a:cubicBezTo>
                <a:cubicBezTo>
                  <a:pt x="42" y="4"/>
                  <a:pt x="42" y="3"/>
                  <a:pt x="42" y="2"/>
                </a:cubicBezTo>
                <a:cubicBezTo>
                  <a:pt x="42" y="2"/>
                  <a:pt x="42" y="2"/>
                  <a:pt x="42" y="2"/>
                </a:cubicBezTo>
                <a:cubicBezTo>
                  <a:pt x="42" y="1"/>
                  <a:pt x="42" y="0"/>
                  <a:pt x="43" y="0"/>
                </a:cubicBezTo>
                <a:close/>
                <a:moveTo>
                  <a:pt x="64" y="0"/>
                </a:moveTo>
                <a:cubicBezTo>
                  <a:pt x="68" y="0"/>
                  <a:pt x="72" y="0"/>
                  <a:pt x="76" y="0"/>
                </a:cubicBezTo>
                <a:cubicBezTo>
                  <a:pt x="77" y="0"/>
                  <a:pt x="78" y="1"/>
                  <a:pt x="78" y="2"/>
                </a:cubicBezTo>
                <a:cubicBezTo>
                  <a:pt x="78" y="2"/>
                  <a:pt x="78" y="2"/>
                  <a:pt x="78" y="2"/>
                </a:cubicBezTo>
                <a:cubicBezTo>
                  <a:pt x="78" y="3"/>
                  <a:pt x="77" y="4"/>
                  <a:pt x="76" y="4"/>
                </a:cubicBezTo>
                <a:cubicBezTo>
                  <a:pt x="72" y="4"/>
                  <a:pt x="68" y="4"/>
                  <a:pt x="64" y="4"/>
                </a:cubicBezTo>
                <a:cubicBezTo>
                  <a:pt x="63" y="4"/>
                  <a:pt x="63" y="3"/>
                  <a:pt x="63" y="2"/>
                </a:cubicBezTo>
                <a:cubicBezTo>
                  <a:pt x="63" y="2"/>
                  <a:pt x="63" y="2"/>
                  <a:pt x="63" y="2"/>
                </a:cubicBezTo>
                <a:cubicBezTo>
                  <a:pt x="63" y="1"/>
                  <a:pt x="63" y="0"/>
                  <a:pt x="64" y="0"/>
                </a:cubicBezTo>
                <a:close/>
                <a:moveTo>
                  <a:pt x="85" y="0"/>
                </a:moveTo>
                <a:cubicBezTo>
                  <a:pt x="89" y="0"/>
                  <a:pt x="93" y="0"/>
                  <a:pt x="97" y="0"/>
                </a:cubicBezTo>
                <a:cubicBezTo>
                  <a:pt x="98" y="0"/>
                  <a:pt x="99" y="1"/>
                  <a:pt x="99" y="2"/>
                </a:cubicBezTo>
                <a:cubicBezTo>
                  <a:pt x="99" y="2"/>
                  <a:pt x="99" y="2"/>
                  <a:pt x="99" y="2"/>
                </a:cubicBezTo>
                <a:cubicBezTo>
                  <a:pt x="99" y="3"/>
                  <a:pt x="98" y="4"/>
                  <a:pt x="97" y="4"/>
                </a:cubicBezTo>
                <a:cubicBezTo>
                  <a:pt x="93" y="4"/>
                  <a:pt x="89" y="4"/>
                  <a:pt x="85" y="4"/>
                </a:cubicBezTo>
                <a:cubicBezTo>
                  <a:pt x="84" y="4"/>
                  <a:pt x="84" y="3"/>
                  <a:pt x="84" y="2"/>
                </a:cubicBezTo>
                <a:cubicBezTo>
                  <a:pt x="84" y="2"/>
                  <a:pt x="84" y="2"/>
                  <a:pt x="84" y="2"/>
                </a:cubicBezTo>
                <a:cubicBezTo>
                  <a:pt x="84" y="1"/>
                  <a:pt x="84" y="0"/>
                  <a:pt x="85" y="0"/>
                </a:cubicBezTo>
                <a:close/>
                <a:moveTo>
                  <a:pt x="106" y="0"/>
                </a:moveTo>
                <a:cubicBezTo>
                  <a:pt x="110" y="0"/>
                  <a:pt x="114" y="0"/>
                  <a:pt x="118" y="0"/>
                </a:cubicBezTo>
                <a:cubicBezTo>
                  <a:pt x="119" y="0"/>
                  <a:pt x="120" y="1"/>
                  <a:pt x="120" y="2"/>
                </a:cubicBezTo>
                <a:cubicBezTo>
                  <a:pt x="120" y="2"/>
                  <a:pt x="120" y="2"/>
                  <a:pt x="120" y="2"/>
                </a:cubicBezTo>
                <a:cubicBezTo>
                  <a:pt x="120" y="3"/>
                  <a:pt x="119" y="4"/>
                  <a:pt x="118" y="4"/>
                </a:cubicBezTo>
                <a:cubicBezTo>
                  <a:pt x="114" y="4"/>
                  <a:pt x="110" y="4"/>
                  <a:pt x="106" y="4"/>
                </a:cubicBezTo>
                <a:cubicBezTo>
                  <a:pt x="105" y="4"/>
                  <a:pt x="105" y="3"/>
                  <a:pt x="105" y="2"/>
                </a:cubicBezTo>
                <a:cubicBezTo>
                  <a:pt x="105" y="2"/>
                  <a:pt x="105" y="2"/>
                  <a:pt x="105" y="2"/>
                </a:cubicBezTo>
                <a:cubicBezTo>
                  <a:pt x="105" y="1"/>
                  <a:pt x="105" y="0"/>
                  <a:pt x="106" y="0"/>
                </a:cubicBezTo>
                <a:close/>
              </a:path>
            </a:pathLst>
          </a:custGeom>
          <a:solidFill>
            <a:srgbClr val="FEEA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13"/>
          <p:cNvSpPr>
            <a:spLocks/>
          </p:cNvSpPr>
          <p:nvPr/>
        </p:nvSpPr>
        <p:spPr bwMode="auto">
          <a:xfrm>
            <a:off x="5458052" y="3638552"/>
            <a:ext cx="498475" cy="1430338"/>
          </a:xfrm>
          <a:custGeom>
            <a:avLst/>
            <a:gdLst>
              <a:gd name="T0" fmla="*/ 0 w 314"/>
              <a:gd name="T1" fmla="*/ 0 h 901"/>
              <a:gd name="T2" fmla="*/ 314 w 314"/>
              <a:gd name="T3" fmla="*/ 299 h 901"/>
              <a:gd name="T4" fmla="*/ 314 w 314"/>
              <a:gd name="T5" fmla="*/ 901 h 901"/>
              <a:gd name="T6" fmla="*/ 0 w 314"/>
              <a:gd name="T7" fmla="*/ 603 h 901"/>
              <a:gd name="T8" fmla="*/ 0 w 314"/>
              <a:gd name="T9" fmla="*/ 0 h 901"/>
              <a:gd name="T10" fmla="*/ 0 w 314"/>
              <a:gd name="T11" fmla="*/ 0 h 901"/>
            </a:gdLst>
            <a:ahLst/>
            <a:cxnLst>
              <a:cxn ang="0">
                <a:pos x="T0" y="T1"/>
              </a:cxn>
              <a:cxn ang="0">
                <a:pos x="T2" y="T3"/>
              </a:cxn>
              <a:cxn ang="0">
                <a:pos x="T4" y="T5"/>
              </a:cxn>
              <a:cxn ang="0">
                <a:pos x="T6" y="T7"/>
              </a:cxn>
              <a:cxn ang="0">
                <a:pos x="T8" y="T9"/>
              </a:cxn>
              <a:cxn ang="0">
                <a:pos x="T10" y="T11"/>
              </a:cxn>
            </a:cxnLst>
            <a:rect l="0" t="0" r="r" b="b"/>
            <a:pathLst>
              <a:path w="314" h="901">
                <a:moveTo>
                  <a:pt x="0" y="0"/>
                </a:moveTo>
                <a:lnTo>
                  <a:pt x="314" y="299"/>
                </a:lnTo>
                <a:lnTo>
                  <a:pt x="314" y="901"/>
                </a:lnTo>
                <a:lnTo>
                  <a:pt x="0" y="603"/>
                </a:lnTo>
                <a:lnTo>
                  <a:pt x="0" y="0"/>
                </a:lnTo>
                <a:lnTo>
                  <a:pt x="0" y="0"/>
                </a:lnTo>
                <a:close/>
              </a:path>
            </a:pathLst>
          </a:custGeom>
          <a:solidFill>
            <a:srgbClr val="D46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14"/>
          <p:cNvSpPr>
            <a:spLocks noEditPoints="1"/>
          </p:cNvSpPr>
          <p:nvPr/>
        </p:nvSpPr>
        <p:spPr bwMode="auto">
          <a:xfrm>
            <a:off x="5458052" y="4470402"/>
            <a:ext cx="498475" cy="506413"/>
          </a:xfrm>
          <a:custGeom>
            <a:avLst/>
            <a:gdLst>
              <a:gd name="T0" fmla="*/ 60 w 60"/>
              <a:gd name="T1" fmla="*/ 57 h 61"/>
              <a:gd name="T2" fmla="*/ 60 w 60"/>
              <a:gd name="T3" fmla="*/ 61 h 61"/>
              <a:gd name="T4" fmla="*/ 53 w 60"/>
              <a:gd name="T5" fmla="*/ 55 h 61"/>
              <a:gd name="T6" fmla="*/ 53 w 60"/>
              <a:gd name="T7" fmla="*/ 53 h 61"/>
              <a:gd name="T8" fmla="*/ 53 w 60"/>
              <a:gd name="T9" fmla="*/ 53 h 61"/>
              <a:gd name="T10" fmla="*/ 56 w 60"/>
              <a:gd name="T11" fmla="*/ 53 h 61"/>
              <a:gd name="T12" fmla="*/ 60 w 60"/>
              <a:gd name="T13" fmla="*/ 57 h 61"/>
              <a:gd name="T14" fmla="*/ 0 w 60"/>
              <a:gd name="T15" fmla="*/ 4 h 61"/>
              <a:gd name="T16" fmla="*/ 0 w 60"/>
              <a:gd name="T17" fmla="*/ 0 h 61"/>
              <a:gd name="T18" fmla="*/ 3 w 60"/>
              <a:gd name="T19" fmla="*/ 3 h 61"/>
              <a:gd name="T20" fmla="*/ 4 w 60"/>
              <a:gd name="T21" fmla="*/ 6 h 61"/>
              <a:gd name="T22" fmla="*/ 4 w 60"/>
              <a:gd name="T23" fmla="*/ 6 h 61"/>
              <a:gd name="T24" fmla="*/ 1 w 60"/>
              <a:gd name="T25" fmla="*/ 6 h 61"/>
              <a:gd name="T26" fmla="*/ 0 w 60"/>
              <a:gd name="T27" fmla="*/ 4 h 61"/>
              <a:gd name="T28" fmla="*/ 10 w 60"/>
              <a:gd name="T29" fmla="*/ 10 h 61"/>
              <a:gd name="T30" fmla="*/ 19 w 60"/>
              <a:gd name="T31" fmla="*/ 18 h 61"/>
              <a:gd name="T32" fmla="*/ 19 w 60"/>
              <a:gd name="T33" fmla="*/ 20 h 61"/>
              <a:gd name="T34" fmla="*/ 19 w 60"/>
              <a:gd name="T35" fmla="*/ 20 h 61"/>
              <a:gd name="T36" fmla="*/ 16 w 60"/>
              <a:gd name="T37" fmla="*/ 20 h 61"/>
              <a:gd name="T38" fmla="*/ 8 w 60"/>
              <a:gd name="T39" fmla="*/ 12 h 61"/>
              <a:gd name="T40" fmla="*/ 8 w 60"/>
              <a:gd name="T41" fmla="*/ 10 h 61"/>
              <a:gd name="T42" fmla="*/ 8 w 60"/>
              <a:gd name="T43" fmla="*/ 10 h 61"/>
              <a:gd name="T44" fmla="*/ 10 w 60"/>
              <a:gd name="T45" fmla="*/ 10 h 61"/>
              <a:gd name="T46" fmla="*/ 25 w 60"/>
              <a:gd name="T47" fmla="*/ 24 h 61"/>
              <a:gd name="T48" fmla="*/ 34 w 60"/>
              <a:gd name="T49" fmla="*/ 32 h 61"/>
              <a:gd name="T50" fmla="*/ 34 w 60"/>
              <a:gd name="T51" fmla="*/ 35 h 61"/>
              <a:gd name="T52" fmla="*/ 34 w 60"/>
              <a:gd name="T53" fmla="*/ 35 h 61"/>
              <a:gd name="T54" fmla="*/ 32 w 60"/>
              <a:gd name="T55" fmla="*/ 35 h 61"/>
              <a:gd name="T56" fmla="*/ 23 w 60"/>
              <a:gd name="T57" fmla="*/ 27 h 61"/>
              <a:gd name="T58" fmla="*/ 23 w 60"/>
              <a:gd name="T59" fmla="*/ 24 h 61"/>
              <a:gd name="T60" fmla="*/ 23 w 60"/>
              <a:gd name="T61" fmla="*/ 24 h 61"/>
              <a:gd name="T62" fmla="*/ 25 w 60"/>
              <a:gd name="T63" fmla="*/ 24 h 61"/>
              <a:gd name="T64" fmla="*/ 41 w 60"/>
              <a:gd name="T65" fmla="*/ 39 h 61"/>
              <a:gd name="T66" fmla="*/ 49 w 60"/>
              <a:gd name="T67" fmla="*/ 47 h 61"/>
              <a:gd name="T68" fmla="*/ 49 w 60"/>
              <a:gd name="T69" fmla="*/ 49 h 61"/>
              <a:gd name="T70" fmla="*/ 49 w 60"/>
              <a:gd name="T71" fmla="*/ 49 h 61"/>
              <a:gd name="T72" fmla="*/ 47 w 60"/>
              <a:gd name="T73" fmla="*/ 49 h 61"/>
              <a:gd name="T74" fmla="*/ 38 w 60"/>
              <a:gd name="T75" fmla="*/ 41 h 61"/>
              <a:gd name="T76" fmla="*/ 38 w 60"/>
              <a:gd name="T77" fmla="*/ 39 h 61"/>
              <a:gd name="T78" fmla="*/ 38 w 60"/>
              <a:gd name="T79" fmla="*/ 39 h 61"/>
              <a:gd name="T80" fmla="*/ 41 w 60"/>
              <a:gd name="T81" fmla="*/ 3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0" h="61">
                <a:moveTo>
                  <a:pt x="60" y="57"/>
                </a:moveTo>
                <a:cubicBezTo>
                  <a:pt x="60" y="61"/>
                  <a:pt x="60" y="61"/>
                  <a:pt x="60" y="61"/>
                </a:cubicBezTo>
                <a:cubicBezTo>
                  <a:pt x="58" y="59"/>
                  <a:pt x="56" y="57"/>
                  <a:pt x="53" y="55"/>
                </a:cubicBezTo>
                <a:cubicBezTo>
                  <a:pt x="53" y="55"/>
                  <a:pt x="53" y="54"/>
                  <a:pt x="53" y="53"/>
                </a:cubicBezTo>
                <a:cubicBezTo>
                  <a:pt x="53" y="53"/>
                  <a:pt x="53" y="53"/>
                  <a:pt x="53" y="53"/>
                </a:cubicBezTo>
                <a:cubicBezTo>
                  <a:pt x="54" y="52"/>
                  <a:pt x="55" y="52"/>
                  <a:pt x="56" y="53"/>
                </a:cubicBezTo>
                <a:cubicBezTo>
                  <a:pt x="57" y="54"/>
                  <a:pt x="58" y="56"/>
                  <a:pt x="60" y="57"/>
                </a:cubicBezTo>
                <a:close/>
                <a:moveTo>
                  <a:pt x="0" y="4"/>
                </a:moveTo>
                <a:cubicBezTo>
                  <a:pt x="0" y="0"/>
                  <a:pt x="0" y="0"/>
                  <a:pt x="0" y="0"/>
                </a:cubicBezTo>
                <a:cubicBezTo>
                  <a:pt x="1" y="1"/>
                  <a:pt x="2" y="2"/>
                  <a:pt x="3" y="3"/>
                </a:cubicBezTo>
                <a:cubicBezTo>
                  <a:pt x="4" y="4"/>
                  <a:pt x="4" y="5"/>
                  <a:pt x="4" y="6"/>
                </a:cubicBezTo>
                <a:cubicBezTo>
                  <a:pt x="4" y="6"/>
                  <a:pt x="4" y="6"/>
                  <a:pt x="4" y="6"/>
                </a:cubicBezTo>
                <a:cubicBezTo>
                  <a:pt x="3" y="6"/>
                  <a:pt x="2" y="6"/>
                  <a:pt x="1" y="6"/>
                </a:cubicBezTo>
                <a:cubicBezTo>
                  <a:pt x="1" y="5"/>
                  <a:pt x="0" y="5"/>
                  <a:pt x="0" y="4"/>
                </a:cubicBezTo>
                <a:close/>
                <a:moveTo>
                  <a:pt x="10" y="10"/>
                </a:moveTo>
                <a:cubicBezTo>
                  <a:pt x="13" y="12"/>
                  <a:pt x="16" y="15"/>
                  <a:pt x="19" y="18"/>
                </a:cubicBezTo>
                <a:cubicBezTo>
                  <a:pt x="19" y="18"/>
                  <a:pt x="19" y="19"/>
                  <a:pt x="19" y="20"/>
                </a:cubicBezTo>
                <a:cubicBezTo>
                  <a:pt x="19" y="20"/>
                  <a:pt x="19" y="20"/>
                  <a:pt x="19" y="20"/>
                </a:cubicBezTo>
                <a:cubicBezTo>
                  <a:pt x="18" y="21"/>
                  <a:pt x="17" y="21"/>
                  <a:pt x="16" y="20"/>
                </a:cubicBezTo>
                <a:cubicBezTo>
                  <a:pt x="14" y="17"/>
                  <a:pt x="11" y="15"/>
                  <a:pt x="8" y="12"/>
                </a:cubicBezTo>
                <a:cubicBezTo>
                  <a:pt x="7" y="11"/>
                  <a:pt x="7" y="10"/>
                  <a:pt x="8" y="10"/>
                </a:cubicBezTo>
                <a:cubicBezTo>
                  <a:pt x="8" y="10"/>
                  <a:pt x="8" y="10"/>
                  <a:pt x="8" y="10"/>
                </a:cubicBezTo>
                <a:cubicBezTo>
                  <a:pt x="8" y="9"/>
                  <a:pt x="9" y="9"/>
                  <a:pt x="10" y="10"/>
                </a:cubicBezTo>
                <a:close/>
                <a:moveTo>
                  <a:pt x="25" y="24"/>
                </a:moveTo>
                <a:cubicBezTo>
                  <a:pt x="28" y="27"/>
                  <a:pt x="31" y="30"/>
                  <a:pt x="34" y="32"/>
                </a:cubicBezTo>
                <a:cubicBezTo>
                  <a:pt x="35" y="33"/>
                  <a:pt x="35" y="34"/>
                  <a:pt x="34" y="35"/>
                </a:cubicBezTo>
                <a:cubicBezTo>
                  <a:pt x="34" y="35"/>
                  <a:pt x="34" y="35"/>
                  <a:pt x="34" y="35"/>
                </a:cubicBezTo>
                <a:cubicBezTo>
                  <a:pt x="33" y="35"/>
                  <a:pt x="32" y="35"/>
                  <a:pt x="32" y="35"/>
                </a:cubicBezTo>
                <a:cubicBezTo>
                  <a:pt x="29" y="32"/>
                  <a:pt x="26" y="29"/>
                  <a:pt x="23" y="27"/>
                </a:cubicBezTo>
                <a:cubicBezTo>
                  <a:pt x="22" y="26"/>
                  <a:pt x="22" y="25"/>
                  <a:pt x="23" y="24"/>
                </a:cubicBezTo>
                <a:cubicBezTo>
                  <a:pt x="23" y="24"/>
                  <a:pt x="23" y="24"/>
                  <a:pt x="23" y="24"/>
                </a:cubicBezTo>
                <a:cubicBezTo>
                  <a:pt x="24" y="24"/>
                  <a:pt x="25" y="23"/>
                  <a:pt x="25" y="24"/>
                </a:cubicBezTo>
                <a:close/>
                <a:moveTo>
                  <a:pt x="41" y="39"/>
                </a:moveTo>
                <a:cubicBezTo>
                  <a:pt x="43" y="41"/>
                  <a:pt x="46" y="44"/>
                  <a:pt x="49" y="47"/>
                </a:cubicBezTo>
                <a:cubicBezTo>
                  <a:pt x="50" y="47"/>
                  <a:pt x="50" y="48"/>
                  <a:pt x="49" y="49"/>
                </a:cubicBezTo>
                <a:cubicBezTo>
                  <a:pt x="49" y="49"/>
                  <a:pt x="49" y="49"/>
                  <a:pt x="49" y="49"/>
                </a:cubicBezTo>
                <a:cubicBezTo>
                  <a:pt x="48" y="50"/>
                  <a:pt x="47" y="50"/>
                  <a:pt x="47" y="49"/>
                </a:cubicBezTo>
                <a:cubicBezTo>
                  <a:pt x="44" y="46"/>
                  <a:pt x="41" y="44"/>
                  <a:pt x="38" y="41"/>
                </a:cubicBezTo>
                <a:cubicBezTo>
                  <a:pt x="38" y="40"/>
                  <a:pt x="38" y="39"/>
                  <a:pt x="38" y="39"/>
                </a:cubicBezTo>
                <a:cubicBezTo>
                  <a:pt x="38" y="39"/>
                  <a:pt x="38" y="39"/>
                  <a:pt x="38" y="39"/>
                </a:cubicBezTo>
                <a:cubicBezTo>
                  <a:pt x="39" y="38"/>
                  <a:pt x="40" y="38"/>
                  <a:pt x="41" y="39"/>
                </a:cubicBezTo>
                <a:close/>
              </a:path>
            </a:pathLst>
          </a:custGeom>
          <a:solidFill>
            <a:srgbClr val="F4B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15"/>
          <p:cNvSpPr>
            <a:spLocks/>
          </p:cNvSpPr>
          <p:nvPr/>
        </p:nvSpPr>
        <p:spPr bwMode="auto">
          <a:xfrm>
            <a:off x="5026252" y="2384427"/>
            <a:ext cx="1081087" cy="955675"/>
          </a:xfrm>
          <a:custGeom>
            <a:avLst/>
            <a:gdLst>
              <a:gd name="T0" fmla="*/ 0 w 681"/>
              <a:gd name="T1" fmla="*/ 0 h 602"/>
              <a:gd name="T2" fmla="*/ 681 w 681"/>
              <a:gd name="T3" fmla="*/ 0 h 602"/>
              <a:gd name="T4" fmla="*/ 681 w 681"/>
              <a:gd name="T5" fmla="*/ 602 h 602"/>
              <a:gd name="T6" fmla="*/ 0 w 681"/>
              <a:gd name="T7" fmla="*/ 602 h 602"/>
              <a:gd name="T8" fmla="*/ 183 w 681"/>
              <a:gd name="T9" fmla="*/ 303 h 602"/>
              <a:gd name="T10" fmla="*/ 0 w 681"/>
              <a:gd name="T11" fmla="*/ 0 h 602"/>
              <a:gd name="T12" fmla="*/ 0 w 681"/>
              <a:gd name="T13" fmla="*/ 0 h 602"/>
            </a:gdLst>
            <a:ahLst/>
            <a:cxnLst>
              <a:cxn ang="0">
                <a:pos x="T0" y="T1"/>
              </a:cxn>
              <a:cxn ang="0">
                <a:pos x="T2" y="T3"/>
              </a:cxn>
              <a:cxn ang="0">
                <a:pos x="T4" y="T5"/>
              </a:cxn>
              <a:cxn ang="0">
                <a:pos x="T6" y="T7"/>
              </a:cxn>
              <a:cxn ang="0">
                <a:pos x="T8" y="T9"/>
              </a:cxn>
              <a:cxn ang="0">
                <a:pos x="T10" y="T11"/>
              </a:cxn>
              <a:cxn ang="0">
                <a:pos x="T12" y="T13"/>
              </a:cxn>
            </a:cxnLst>
            <a:rect l="0" t="0" r="r" b="b"/>
            <a:pathLst>
              <a:path w="681" h="602">
                <a:moveTo>
                  <a:pt x="0" y="0"/>
                </a:moveTo>
                <a:lnTo>
                  <a:pt x="681" y="0"/>
                </a:lnTo>
                <a:lnTo>
                  <a:pt x="681" y="602"/>
                </a:lnTo>
                <a:lnTo>
                  <a:pt x="0" y="602"/>
                </a:lnTo>
                <a:lnTo>
                  <a:pt x="183" y="303"/>
                </a:lnTo>
                <a:lnTo>
                  <a:pt x="0" y="0"/>
                </a:lnTo>
                <a:lnTo>
                  <a:pt x="0" y="0"/>
                </a:lnTo>
                <a:close/>
              </a:path>
            </a:pathLst>
          </a:custGeom>
          <a:solidFill>
            <a:srgbClr val="7579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16"/>
          <p:cNvSpPr>
            <a:spLocks noEditPoints="1"/>
          </p:cNvSpPr>
          <p:nvPr/>
        </p:nvSpPr>
        <p:spPr bwMode="auto">
          <a:xfrm>
            <a:off x="5142139" y="2441577"/>
            <a:ext cx="998537" cy="33338"/>
          </a:xfrm>
          <a:custGeom>
            <a:avLst/>
            <a:gdLst>
              <a:gd name="T0" fmla="*/ 1 w 120"/>
              <a:gd name="T1" fmla="*/ 0 h 4"/>
              <a:gd name="T2" fmla="*/ 13 w 120"/>
              <a:gd name="T3" fmla="*/ 0 h 4"/>
              <a:gd name="T4" fmla="*/ 15 w 120"/>
              <a:gd name="T5" fmla="*/ 2 h 4"/>
              <a:gd name="T6" fmla="*/ 15 w 120"/>
              <a:gd name="T7" fmla="*/ 2 h 4"/>
              <a:gd name="T8" fmla="*/ 13 w 120"/>
              <a:gd name="T9" fmla="*/ 4 h 4"/>
              <a:gd name="T10" fmla="*/ 1 w 120"/>
              <a:gd name="T11" fmla="*/ 4 h 4"/>
              <a:gd name="T12" fmla="*/ 0 w 120"/>
              <a:gd name="T13" fmla="*/ 2 h 4"/>
              <a:gd name="T14" fmla="*/ 0 w 120"/>
              <a:gd name="T15" fmla="*/ 2 h 4"/>
              <a:gd name="T16" fmla="*/ 1 w 120"/>
              <a:gd name="T17" fmla="*/ 0 h 4"/>
              <a:gd name="T18" fmla="*/ 22 w 120"/>
              <a:gd name="T19" fmla="*/ 0 h 4"/>
              <a:gd name="T20" fmla="*/ 34 w 120"/>
              <a:gd name="T21" fmla="*/ 0 h 4"/>
              <a:gd name="T22" fmla="*/ 36 w 120"/>
              <a:gd name="T23" fmla="*/ 2 h 4"/>
              <a:gd name="T24" fmla="*/ 36 w 120"/>
              <a:gd name="T25" fmla="*/ 2 h 4"/>
              <a:gd name="T26" fmla="*/ 34 w 120"/>
              <a:gd name="T27" fmla="*/ 4 h 4"/>
              <a:gd name="T28" fmla="*/ 22 w 120"/>
              <a:gd name="T29" fmla="*/ 4 h 4"/>
              <a:gd name="T30" fmla="*/ 21 w 120"/>
              <a:gd name="T31" fmla="*/ 2 h 4"/>
              <a:gd name="T32" fmla="*/ 21 w 120"/>
              <a:gd name="T33" fmla="*/ 2 h 4"/>
              <a:gd name="T34" fmla="*/ 22 w 120"/>
              <a:gd name="T35" fmla="*/ 0 h 4"/>
              <a:gd name="T36" fmla="*/ 43 w 120"/>
              <a:gd name="T37" fmla="*/ 0 h 4"/>
              <a:gd name="T38" fmla="*/ 55 w 120"/>
              <a:gd name="T39" fmla="*/ 0 h 4"/>
              <a:gd name="T40" fmla="*/ 57 w 120"/>
              <a:gd name="T41" fmla="*/ 2 h 4"/>
              <a:gd name="T42" fmla="*/ 57 w 120"/>
              <a:gd name="T43" fmla="*/ 2 h 4"/>
              <a:gd name="T44" fmla="*/ 55 w 120"/>
              <a:gd name="T45" fmla="*/ 4 h 4"/>
              <a:gd name="T46" fmla="*/ 43 w 120"/>
              <a:gd name="T47" fmla="*/ 4 h 4"/>
              <a:gd name="T48" fmla="*/ 42 w 120"/>
              <a:gd name="T49" fmla="*/ 2 h 4"/>
              <a:gd name="T50" fmla="*/ 42 w 120"/>
              <a:gd name="T51" fmla="*/ 2 h 4"/>
              <a:gd name="T52" fmla="*/ 43 w 120"/>
              <a:gd name="T53" fmla="*/ 0 h 4"/>
              <a:gd name="T54" fmla="*/ 64 w 120"/>
              <a:gd name="T55" fmla="*/ 0 h 4"/>
              <a:gd name="T56" fmla="*/ 76 w 120"/>
              <a:gd name="T57" fmla="*/ 0 h 4"/>
              <a:gd name="T58" fmla="*/ 78 w 120"/>
              <a:gd name="T59" fmla="*/ 2 h 4"/>
              <a:gd name="T60" fmla="*/ 78 w 120"/>
              <a:gd name="T61" fmla="*/ 2 h 4"/>
              <a:gd name="T62" fmla="*/ 76 w 120"/>
              <a:gd name="T63" fmla="*/ 4 h 4"/>
              <a:gd name="T64" fmla="*/ 64 w 120"/>
              <a:gd name="T65" fmla="*/ 4 h 4"/>
              <a:gd name="T66" fmla="*/ 63 w 120"/>
              <a:gd name="T67" fmla="*/ 2 h 4"/>
              <a:gd name="T68" fmla="*/ 63 w 120"/>
              <a:gd name="T69" fmla="*/ 2 h 4"/>
              <a:gd name="T70" fmla="*/ 64 w 120"/>
              <a:gd name="T71" fmla="*/ 0 h 4"/>
              <a:gd name="T72" fmla="*/ 85 w 120"/>
              <a:gd name="T73" fmla="*/ 0 h 4"/>
              <a:gd name="T74" fmla="*/ 97 w 120"/>
              <a:gd name="T75" fmla="*/ 0 h 4"/>
              <a:gd name="T76" fmla="*/ 99 w 120"/>
              <a:gd name="T77" fmla="*/ 2 h 4"/>
              <a:gd name="T78" fmla="*/ 99 w 120"/>
              <a:gd name="T79" fmla="*/ 2 h 4"/>
              <a:gd name="T80" fmla="*/ 97 w 120"/>
              <a:gd name="T81" fmla="*/ 4 h 4"/>
              <a:gd name="T82" fmla="*/ 85 w 120"/>
              <a:gd name="T83" fmla="*/ 4 h 4"/>
              <a:gd name="T84" fmla="*/ 84 w 120"/>
              <a:gd name="T85" fmla="*/ 2 h 4"/>
              <a:gd name="T86" fmla="*/ 84 w 120"/>
              <a:gd name="T87" fmla="*/ 2 h 4"/>
              <a:gd name="T88" fmla="*/ 85 w 120"/>
              <a:gd name="T89" fmla="*/ 0 h 4"/>
              <a:gd name="T90" fmla="*/ 106 w 120"/>
              <a:gd name="T91" fmla="*/ 0 h 4"/>
              <a:gd name="T92" fmla="*/ 118 w 120"/>
              <a:gd name="T93" fmla="*/ 0 h 4"/>
              <a:gd name="T94" fmla="*/ 120 w 120"/>
              <a:gd name="T95" fmla="*/ 2 h 4"/>
              <a:gd name="T96" fmla="*/ 120 w 120"/>
              <a:gd name="T97" fmla="*/ 2 h 4"/>
              <a:gd name="T98" fmla="*/ 118 w 120"/>
              <a:gd name="T99" fmla="*/ 4 h 4"/>
              <a:gd name="T100" fmla="*/ 106 w 120"/>
              <a:gd name="T101" fmla="*/ 4 h 4"/>
              <a:gd name="T102" fmla="*/ 105 w 120"/>
              <a:gd name="T103" fmla="*/ 2 h 4"/>
              <a:gd name="T104" fmla="*/ 105 w 120"/>
              <a:gd name="T105" fmla="*/ 2 h 4"/>
              <a:gd name="T106" fmla="*/ 106 w 120"/>
              <a:gd name="T10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0" h="4">
                <a:moveTo>
                  <a:pt x="1" y="0"/>
                </a:moveTo>
                <a:cubicBezTo>
                  <a:pt x="5" y="0"/>
                  <a:pt x="9" y="0"/>
                  <a:pt x="13" y="0"/>
                </a:cubicBezTo>
                <a:cubicBezTo>
                  <a:pt x="14" y="0"/>
                  <a:pt x="15" y="1"/>
                  <a:pt x="15" y="2"/>
                </a:cubicBezTo>
                <a:cubicBezTo>
                  <a:pt x="15" y="2"/>
                  <a:pt x="15" y="2"/>
                  <a:pt x="15" y="2"/>
                </a:cubicBezTo>
                <a:cubicBezTo>
                  <a:pt x="15" y="3"/>
                  <a:pt x="14" y="4"/>
                  <a:pt x="13" y="4"/>
                </a:cubicBezTo>
                <a:cubicBezTo>
                  <a:pt x="9" y="4"/>
                  <a:pt x="5" y="4"/>
                  <a:pt x="1" y="4"/>
                </a:cubicBezTo>
                <a:cubicBezTo>
                  <a:pt x="0" y="4"/>
                  <a:pt x="0" y="3"/>
                  <a:pt x="0" y="2"/>
                </a:cubicBezTo>
                <a:cubicBezTo>
                  <a:pt x="0" y="2"/>
                  <a:pt x="0" y="2"/>
                  <a:pt x="0" y="2"/>
                </a:cubicBezTo>
                <a:cubicBezTo>
                  <a:pt x="0" y="1"/>
                  <a:pt x="0" y="0"/>
                  <a:pt x="1" y="0"/>
                </a:cubicBezTo>
                <a:close/>
                <a:moveTo>
                  <a:pt x="22" y="0"/>
                </a:moveTo>
                <a:cubicBezTo>
                  <a:pt x="26" y="0"/>
                  <a:pt x="30" y="0"/>
                  <a:pt x="34" y="0"/>
                </a:cubicBezTo>
                <a:cubicBezTo>
                  <a:pt x="35" y="0"/>
                  <a:pt x="36" y="1"/>
                  <a:pt x="36" y="2"/>
                </a:cubicBezTo>
                <a:cubicBezTo>
                  <a:pt x="36" y="2"/>
                  <a:pt x="36" y="2"/>
                  <a:pt x="36" y="2"/>
                </a:cubicBezTo>
                <a:cubicBezTo>
                  <a:pt x="36" y="3"/>
                  <a:pt x="35" y="4"/>
                  <a:pt x="34" y="4"/>
                </a:cubicBezTo>
                <a:cubicBezTo>
                  <a:pt x="30" y="4"/>
                  <a:pt x="26" y="4"/>
                  <a:pt x="22" y="4"/>
                </a:cubicBezTo>
                <a:cubicBezTo>
                  <a:pt x="21" y="4"/>
                  <a:pt x="21" y="3"/>
                  <a:pt x="21" y="2"/>
                </a:cubicBezTo>
                <a:cubicBezTo>
                  <a:pt x="21" y="2"/>
                  <a:pt x="21" y="2"/>
                  <a:pt x="21" y="2"/>
                </a:cubicBezTo>
                <a:cubicBezTo>
                  <a:pt x="21" y="1"/>
                  <a:pt x="21" y="0"/>
                  <a:pt x="22" y="0"/>
                </a:cubicBezTo>
                <a:close/>
                <a:moveTo>
                  <a:pt x="43" y="0"/>
                </a:moveTo>
                <a:cubicBezTo>
                  <a:pt x="47" y="0"/>
                  <a:pt x="51" y="0"/>
                  <a:pt x="55" y="0"/>
                </a:cubicBezTo>
                <a:cubicBezTo>
                  <a:pt x="56" y="0"/>
                  <a:pt x="57" y="1"/>
                  <a:pt x="57" y="2"/>
                </a:cubicBezTo>
                <a:cubicBezTo>
                  <a:pt x="57" y="2"/>
                  <a:pt x="57" y="2"/>
                  <a:pt x="57" y="2"/>
                </a:cubicBezTo>
                <a:cubicBezTo>
                  <a:pt x="57" y="3"/>
                  <a:pt x="56" y="4"/>
                  <a:pt x="55" y="4"/>
                </a:cubicBezTo>
                <a:cubicBezTo>
                  <a:pt x="51" y="4"/>
                  <a:pt x="47" y="4"/>
                  <a:pt x="43" y="4"/>
                </a:cubicBezTo>
                <a:cubicBezTo>
                  <a:pt x="42" y="4"/>
                  <a:pt x="42" y="3"/>
                  <a:pt x="42" y="2"/>
                </a:cubicBezTo>
                <a:cubicBezTo>
                  <a:pt x="42" y="2"/>
                  <a:pt x="42" y="2"/>
                  <a:pt x="42" y="2"/>
                </a:cubicBezTo>
                <a:cubicBezTo>
                  <a:pt x="42" y="1"/>
                  <a:pt x="42" y="0"/>
                  <a:pt x="43" y="0"/>
                </a:cubicBezTo>
                <a:close/>
                <a:moveTo>
                  <a:pt x="64" y="0"/>
                </a:moveTo>
                <a:cubicBezTo>
                  <a:pt x="68" y="0"/>
                  <a:pt x="72" y="0"/>
                  <a:pt x="76" y="0"/>
                </a:cubicBezTo>
                <a:cubicBezTo>
                  <a:pt x="77" y="0"/>
                  <a:pt x="78" y="1"/>
                  <a:pt x="78" y="2"/>
                </a:cubicBezTo>
                <a:cubicBezTo>
                  <a:pt x="78" y="2"/>
                  <a:pt x="78" y="2"/>
                  <a:pt x="78" y="2"/>
                </a:cubicBezTo>
                <a:cubicBezTo>
                  <a:pt x="78" y="3"/>
                  <a:pt x="77" y="4"/>
                  <a:pt x="76" y="4"/>
                </a:cubicBezTo>
                <a:cubicBezTo>
                  <a:pt x="72" y="4"/>
                  <a:pt x="68" y="4"/>
                  <a:pt x="64" y="4"/>
                </a:cubicBezTo>
                <a:cubicBezTo>
                  <a:pt x="63" y="4"/>
                  <a:pt x="63" y="3"/>
                  <a:pt x="63" y="2"/>
                </a:cubicBezTo>
                <a:cubicBezTo>
                  <a:pt x="63" y="2"/>
                  <a:pt x="63" y="2"/>
                  <a:pt x="63" y="2"/>
                </a:cubicBezTo>
                <a:cubicBezTo>
                  <a:pt x="63" y="1"/>
                  <a:pt x="63" y="0"/>
                  <a:pt x="64" y="0"/>
                </a:cubicBezTo>
                <a:close/>
                <a:moveTo>
                  <a:pt x="85" y="0"/>
                </a:moveTo>
                <a:cubicBezTo>
                  <a:pt x="89" y="0"/>
                  <a:pt x="93" y="0"/>
                  <a:pt x="97" y="0"/>
                </a:cubicBezTo>
                <a:cubicBezTo>
                  <a:pt x="98" y="0"/>
                  <a:pt x="99" y="1"/>
                  <a:pt x="99" y="2"/>
                </a:cubicBezTo>
                <a:cubicBezTo>
                  <a:pt x="99" y="2"/>
                  <a:pt x="99" y="2"/>
                  <a:pt x="99" y="2"/>
                </a:cubicBezTo>
                <a:cubicBezTo>
                  <a:pt x="99" y="3"/>
                  <a:pt x="98" y="4"/>
                  <a:pt x="97" y="4"/>
                </a:cubicBezTo>
                <a:cubicBezTo>
                  <a:pt x="93" y="4"/>
                  <a:pt x="89" y="4"/>
                  <a:pt x="85" y="4"/>
                </a:cubicBezTo>
                <a:cubicBezTo>
                  <a:pt x="84" y="4"/>
                  <a:pt x="84" y="3"/>
                  <a:pt x="84" y="2"/>
                </a:cubicBezTo>
                <a:cubicBezTo>
                  <a:pt x="84" y="2"/>
                  <a:pt x="84" y="2"/>
                  <a:pt x="84" y="2"/>
                </a:cubicBezTo>
                <a:cubicBezTo>
                  <a:pt x="84" y="1"/>
                  <a:pt x="84" y="0"/>
                  <a:pt x="85" y="0"/>
                </a:cubicBezTo>
                <a:close/>
                <a:moveTo>
                  <a:pt x="106" y="0"/>
                </a:moveTo>
                <a:cubicBezTo>
                  <a:pt x="110" y="0"/>
                  <a:pt x="114" y="0"/>
                  <a:pt x="118" y="0"/>
                </a:cubicBezTo>
                <a:cubicBezTo>
                  <a:pt x="119" y="0"/>
                  <a:pt x="120" y="1"/>
                  <a:pt x="120" y="2"/>
                </a:cubicBezTo>
                <a:cubicBezTo>
                  <a:pt x="120" y="2"/>
                  <a:pt x="120" y="2"/>
                  <a:pt x="120" y="2"/>
                </a:cubicBezTo>
                <a:cubicBezTo>
                  <a:pt x="120" y="3"/>
                  <a:pt x="119" y="4"/>
                  <a:pt x="118" y="4"/>
                </a:cubicBezTo>
                <a:cubicBezTo>
                  <a:pt x="114" y="4"/>
                  <a:pt x="110" y="4"/>
                  <a:pt x="106" y="4"/>
                </a:cubicBezTo>
                <a:cubicBezTo>
                  <a:pt x="105" y="4"/>
                  <a:pt x="105" y="3"/>
                  <a:pt x="105" y="2"/>
                </a:cubicBezTo>
                <a:cubicBezTo>
                  <a:pt x="105" y="2"/>
                  <a:pt x="105" y="2"/>
                  <a:pt x="105" y="2"/>
                </a:cubicBezTo>
                <a:cubicBezTo>
                  <a:pt x="105" y="1"/>
                  <a:pt x="105" y="0"/>
                  <a:pt x="106" y="0"/>
                </a:cubicBezTo>
                <a:close/>
              </a:path>
            </a:pathLst>
          </a:custGeom>
          <a:solidFill>
            <a:srgbClr val="9798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17"/>
          <p:cNvSpPr>
            <a:spLocks noEditPoints="1"/>
          </p:cNvSpPr>
          <p:nvPr/>
        </p:nvSpPr>
        <p:spPr bwMode="auto">
          <a:xfrm>
            <a:off x="5142139" y="3248027"/>
            <a:ext cx="998537" cy="33338"/>
          </a:xfrm>
          <a:custGeom>
            <a:avLst/>
            <a:gdLst>
              <a:gd name="T0" fmla="*/ 1 w 120"/>
              <a:gd name="T1" fmla="*/ 0 h 4"/>
              <a:gd name="T2" fmla="*/ 13 w 120"/>
              <a:gd name="T3" fmla="*/ 0 h 4"/>
              <a:gd name="T4" fmla="*/ 15 w 120"/>
              <a:gd name="T5" fmla="*/ 2 h 4"/>
              <a:gd name="T6" fmla="*/ 15 w 120"/>
              <a:gd name="T7" fmla="*/ 2 h 4"/>
              <a:gd name="T8" fmla="*/ 13 w 120"/>
              <a:gd name="T9" fmla="*/ 4 h 4"/>
              <a:gd name="T10" fmla="*/ 1 w 120"/>
              <a:gd name="T11" fmla="*/ 4 h 4"/>
              <a:gd name="T12" fmla="*/ 0 w 120"/>
              <a:gd name="T13" fmla="*/ 2 h 4"/>
              <a:gd name="T14" fmla="*/ 0 w 120"/>
              <a:gd name="T15" fmla="*/ 2 h 4"/>
              <a:gd name="T16" fmla="*/ 1 w 120"/>
              <a:gd name="T17" fmla="*/ 0 h 4"/>
              <a:gd name="T18" fmla="*/ 22 w 120"/>
              <a:gd name="T19" fmla="*/ 0 h 4"/>
              <a:gd name="T20" fmla="*/ 34 w 120"/>
              <a:gd name="T21" fmla="*/ 0 h 4"/>
              <a:gd name="T22" fmla="*/ 36 w 120"/>
              <a:gd name="T23" fmla="*/ 2 h 4"/>
              <a:gd name="T24" fmla="*/ 36 w 120"/>
              <a:gd name="T25" fmla="*/ 2 h 4"/>
              <a:gd name="T26" fmla="*/ 34 w 120"/>
              <a:gd name="T27" fmla="*/ 4 h 4"/>
              <a:gd name="T28" fmla="*/ 22 w 120"/>
              <a:gd name="T29" fmla="*/ 4 h 4"/>
              <a:gd name="T30" fmla="*/ 21 w 120"/>
              <a:gd name="T31" fmla="*/ 2 h 4"/>
              <a:gd name="T32" fmla="*/ 21 w 120"/>
              <a:gd name="T33" fmla="*/ 2 h 4"/>
              <a:gd name="T34" fmla="*/ 22 w 120"/>
              <a:gd name="T35" fmla="*/ 0 h 4"/>
              <a:gd name="T36" fmla="*/ 43 w 120"/>
              <a:gd name="T37" fmla="*/ 0 h 4"/>
              <a:gd name="T38" fmla="*/ 55 w 120"/>
              <a:gd name="T39" fmla="*/ 0 h 4"/>
              <a:gd name="T40" fmla="*/ 57 w 120"/>
              <a:gd name="T41" fmla="*/ 2 h 4"/>
              <a:gd name="T42" fmla="*/ 57 w 120"/>
              <a:gd name="T43" fmla="*/ 2 h 4"/>
              <a:gd name="T44" fmla="*/ 55 w 120"/>
              <a:gd name="T45" fmla="*/ 4 h 4"/>
              <a:gd name="T46" fmla="*/ 43 w 120"/>
              <a:gd name="T47" fmla="*/ 4 h 4"/>
              <a:gd name="T48" fmla="*/ 42 w 120"/>
              <a:gd name="T49" fmla="*/ 2 h 4"/>
              <a:gd name="T50" fmla="*/ 42 w 120"/>
              <a:gd name="T51" fmla="*/ 2 h 4"/>
              <a:gd name="T52" fmla="*/ 43 w 120"/>
              <a:gd name="T53" fmla="*/ 0 h 4"/>
              <a:gd name="T54" fmla="*/ 64 w 120"/>
              <a:gd name="T55" fmla="*/ 0 h 4"/>
              <a:gd name="T56" fmla="*/ 76 w 120"/>
              <a:gd name="T57" fmla="*/ 0 h 4"/>
              <a:gd name="T58" fmla="*/ 78 w 120"/>
              <a:gd name="T59" fmla="*/ 2 h 4"/>
              <a:gd name="T60" fmla="*/ 78 w 120"/>
              <a:gd name="T61" fmla="*/ 2 h 4"/>
              <a:gd name="T62" fmla="*/ 76 w 120"/>
              <a:gd name="T63" fmla="*/ 4 h 4"/>
              <a:gd name="T64" fmla="*/ 64 w 120"/>
              <a:gd name="T65" fmla="*/ 4 h 4"/>
              <a:gd name="T66" fmla="*/ 63 w 120"/>
              <a:gd name="T67" fmla="*/ 2 h 4"/>
              <a:gd name="T68" fmla="*/ 63 w 120"/>
              <a:gd name="T69" fmla="*/ 2 h 4"/>
              <a:gd name="T70" fmla="*/ 64 w 120"/>
              <a:gd name="T71" fmla="*/ 0 h 4"/>
              <a:gd name="T72" fmla="*/ 85 w 120"/>
              <a:gd name="T73" fmla="*/ 0 h 4"/>
              <a:gd name="T74" fmla="*/ 97 w 120"/>
              <a:gd name="T75" fmla="*/ 0 h 4"/>
              <a:gd name="T76" fmla="*/ 99 w 120"/>
              <a:gd name="T77" fmla="*/ 2 h 4"/>
              <a:gd name="T78" fmla="*/ 99 w 120"/>
              <a:gd name="T79" fmla="*/ 2 h 4"/>
              <a:gd name="T80" fmla="*/ 97 w 120"/>
              <a:gd name="T81" fmla="*/ 4 h 4"/>
              <a:gd name="T82" fmla="*/ 85 w 120"/>
              <a:gd name="T83" fmla="*/ 4 h 4"/>
              <a:gd name="T84" fmla="*/ 84 w 120"/>
              <a:gd name="T85" fmla="*/ 2 h 4"/>
              <a:gd name="T86" fmla="*/ 84 w 120"/>
              <a:gd name="T87" fmla="*/ 2 h 4"/>
              <a:gd name="T88" fmla="*/ 85 w 120"/>
              <a:gd name="T89" fmla="*/ 0 h 4"/>
              <a:gd name="T90" fmla="*/ 106 w 120"/>
              <a:gd name="T91" fmla="*/ 0 h 4"/>
              <a:gd name="T92" fmla="*/ 118 w 120"/>
              <a:gd name="T93" fmla="*/ 0 h 4"/>
              <a:gd name="T94" fmla="*/ 120 w 120"/>
              <a:gd name="T95" fmla="*/ 2 h 4"/>
              <a:gd name="T96" fmla="*/ 120 w 120"/>
              <a:gd name="T97" fmla="*/ 2 h 4"/>
              <a:gd name="T98" fmla="*/ 118 w 120"/>
              <a:gd name="T99" fmla="*/ 4 h 4"/>
              <a:gd name="T100" fmla="*/ 106 w 120"/>
              <a:gd name="T101" fmla="*/ 4 h 4"/>
              <a:gd name="T102" fmla="*/ 105 w 120"/>
              <a:gd name="T103" fmla="*/ 2 h 4"/>
              <a:gd name="T104" fmla="*/ 105 w 120"/>
              <a:gd name="T105" fmla="*/ 2 h 4"/>
              <a:gd name="T106" fmla="*/ 106 w 120"/>
              <a:gd name="T10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0" h="4">
                <a:moveTo>
                  <a:pt x="1" y="0"/>
                </a:moveTo>
                <a:cubicBezTo>
                  <a:pt x="5" y="0"/>
                  <a:pt x="9" y="0"/>
                  <a:pt x="13" y="0"/>
                </a:cubicBezTo>
                <a:cubicBezTo>
                  <a:pt x="14" y="0"/>
                  <a:pt x="15" y="1"/>
                  <a:pt x="15" y="2"/>
                </a:cubicBezTo>
                <a:cubicBezTo>
                  <a:pt x="15" y="2"/>
                  <a:pt x="15" y="2"/>
                  <a:pt x="15" y="2"/>
                </a:cubicBezTo>
                <a:cubicBezTo>
                  <a:pt x="15" y="3"/>
                  <a:pt x="14" y="4"/>
                  <a:pt x="13" y="4"/>
                </a:cubicBezTo>
                <a:cubicBezTo>
                  <a:pt x="9" y="4"/>
                  <a:pt x="5" y="4"/>
                  <a:pt x="1" y="4"/>
                </a:cubicBezTo>
                <a:cubicBezTo>
                  <a:pt x="0" y="4"/>
                  <a:pt x="0" y="3"/>
                  <a:pt x="0" y="2"/>
                </a:cubicBezTo>
                <a:cubicBezTo>
                  <a:pt x="0" y="2"/>
                  <a:pt x="0" y="2"/>
                  <a:pt x="0" y="2"/>
                </a:cubicBezTo>
                <a:cubicBezTo>
                  <a:pt x="0" y="1"/>
                  <a:pt x="0" y="0"/>
                  <a:pt x="1" y="0"/>
                </a:cubicBezTo>
                <a:close/>
                <a:moveTo>
                  <a:pt x="22" y="0"/>
                </a:moveTo>
                <a:cubicBezTo>
                  <a:pt x="26" y="0"/>
                  <a:pt x="30" y="0"/>
                  <a:pt x="34" y="0"/>
                </a:cubicBezTo>
                <a:cubicBezTo>
                  <a:pt x="35" y="0"/>
                  <a:pt x="36" y="1"/>
                  <a:pt x="36" y="2"/>
                </a:cubicBezTo>
                <a:cubicBezTo>
                  <a:pt x="36" y="2"/>
                  <a:pt x="36" y="2"/>
                  <a:pt x="36" y="2"/>
                </a:cubicBezTo>
                <a:cubicBezTo>
                  <a:pt x="36" y="3"/>
                  <a:pt x="35" y="4"/>
                  <a:pt x="34" y="4"/>
                </a:cubicBezTo>
                <a:cubicBezTo>
                  <a:pt x="30" y="4"/>
                  <a:pt x="26" y="4"/>
                  <a:pt x="22" y="4"/>
                </a:cubicBezTo>
                <a:cubicBezTo>
                  <a:pt x="21" y="4"/>
                  <a:pt x="21" y="3"/>
                  <a:pt x="21" y="2"/>
                </a:cubicBezTo>
                <a:cubicBezTo>
                  <a:pt x="21" y="2"/>
                  <a:pt x="21" y="2"/>
                  <a:pt x="21" y="2"/>
                </a:cubicBezTo>
                <a:cubicBezTo>
                  <a:pt x="21" y="1"/>
                  <a:pt x="21" y="0"/>
                  <a:pt x="22" y="0"/>
                </a:cubicBezTo>
                <a:close/>
                <a:moveTo>
                  <a:pt x="43" y="0"/>
                </a:moveTo>
                <a:cubicBezTo>
                  <a:pt x="47" y="0"/>
                  <a:pt x="51" y="0"/>
                  <a:pt x="55" y="0"/>
                </a:cubicBezTo>
                <a:cubicBezTo>
                  <a:pt x="56" y="0"/>
                  <a:pt x="57" y="1"/>
                  <a:pt x="57" y="2"/>
                </a:cubicBezTo>
                <a:cubicBezTo>
                  <a:pt x="57" y="2"/>
                  <a:pt x="57" y="2"/>
                  <a:pt x="57" y="2"/>
                </a:cubicBezTo>
                <a:cubicBezTo>
                  <a:pt x="57" y="3"/>
                  <a:pt x="56" y="4"/>
                  <a:pt x="55" y="4"/>
                </a:cubicBezTo>
                <a:cubicBezTo>
                  <a:pt x="51" y="4"/>
                  <a:pt x="47" y="4"/>
                  <a:pt x="43" y="4"/>
                </a:cubicBezTo>
                <a:cubicBezTo>
                  <a:pt x="42" y="4"/>
                  <a:pt x="42" y="3"/>
                  <a:pt x="42" y="2"/>
                </a:cubicBezTo>
                <a:cubicBezTo>
                  <a:pt x="42" y="2"/>
                  <a:pt x="42" y="2"/>
                  <a:pt x="42" y="2"/>
                </a:cubicBezTo>
                <a:cubicBezTo>
                  <a:pt x="42" y="1"/>
                  <a:pt x="42" y="0"/>
                  <a:pt x="43" y="0"/>
                </a:cubicBezTo>
                <a:close/>
                <a:moveTo>
                  <a:pt x="64" y="0"/>
                </a:moveTo>
                <a:cubicBezTo>
                  <a:pt x="68" y="0"/>
                  <a:pt x="72" y="0"/>
                  <a:pt x="76" y="0"/>
                </a:cubicBezTo>
                <a:cubicBezTo>
                  <a:pt x="77" y="0"/>
                  <a:pt x="78" y="1"/>
                  <a:pt x="78" y="2"/>
                </a:cubicBezTo>
                <a:cubicBezTo>
                  <a:pt x="78" y="2"/>
                  <a:pt x="78" y="2"/>
                  <a:pt x="78" y="2"/>
                </a:cubicBezTo>
                <a:cubicBezTo>
                  <a:pt x="78" y="3"/>
                  <a:pt x="77" y="4"/>
                  <a:pt x="76" y="4"/>
                </a:cubicBezTo>
                <a:cubicBezTo>
                  <a:pt x="72" y="4"/>
                  <a:pt x="68" y="4"/>
                  <a:pt x="64" y="4"/>
                </a:cubicBezTo>
                <a:cubicBezTo>
                  <a:pt x="63" y="4"/>
                  <a:pt x="63" y="3"/>
                  <a:pt x="63" y="2"/>
                </a:cubicBezTo>
                <a:cubicBezTo>
                  <a:pt x="63" y="2"/>
                  <a:pt x="63" y="2"/>
                  <a:pt x="63" y="2"/>
                </a:cubicBezTo>
                <a:cubicBezTo>
                  <a:pt x="63" y="1"/>
                  <a:pt x="63" y="0"/>
                  <a:pt x="64" y="0"/>
                </a:cubicBezTo>
                <a:close/>
                <a:moveTo>
                  <a:pt x="85" y="0"/>
                </a:moveTo>
                <a:cubicBezTo>
                  <a:pt x="89" y="0"/>
                  <a:pt x="93" y="0"/>
                  <a:pt x="97" y="0"/>
                </a:cubicBezTo>
                <a:cubicBezTo>
                  <a:pt x="98" y="0"/>
                  <a:pt x="99" y="1"/>
                  <a:pt x="99" y="2"/>
                </a:cubicBezTo>
                <a:cubicBezTo>
                  <a:pt x="99" y="2"/>
                  <a:pt x="99" y="2"/>
                  <a:pt x="99" y="2"/>
                </a:cubicBezTo>
                <a:cubicBezTo>
                  <a:pt x="99" y="3"/>
                  <a:pt x="98" y="4"/>
                  <a:pt x="97" y="4"/>
                </a:cubicBezTo>
                <a:cubicBezTo>
                  <a:pt x="93" y="4"/>
                  <a:pt x="89" y="4"/>
                  <a:pt x="85" y="4"/>
                </a:cubicBezTo>
                <a:cubicBezTo>
                  <a:pt x="84" y="4"/>
                  <a:pt x="84" y="3"/>
                  <a:pt x="84" y="2"/>
                </a:cubicBezTo>
                <a:cubicBezTo>
                  <a:pt x="84" y="2"/>
                  <a:pt x="84" y="2"/>
                  <a:pt x="84" y="2"/>
                </a:cubicBezTo>
                <a:cubicBezTo>
                  <a:pt x="84" y="1"/>
                  <a:pt x="84" y="0"/>
                  <a:pt x="85" y="0"/>
                </a:cubicBezTo>
                <a:close/>
                <a:moveTo>
                  <a:pt x="106" y="0"/>
                </a:moveTo>
                <a:cubicBezTo>
                  <a:pt x="110" y="0"/>
                  <a:pt x="114" y="0"/>
                  <a:pt x="118" y="0"/>
                </a:cubicBezTo>
                <a:cubicBezTo>
                  <a:pt x="119" y="0"/>
                  <a:pt x="120" y="1"/>
                  <a:pt x="120" y="2"/>
                </a:cubicBezTo>
                <a:cubicBezTo>
                  <a:pt x="120" y="2"/>
                  <a:pt x="120" y="2"/>
                  <a:pt x="120" y="2"/>
                </a:cubicBezTo>
                <a:cubicBezTo>
                  <a:pt x="120" y="3"/>
                  <a:pt x="119" y="4"/>
                  <a:pt x="118" y="4"/>
                </a:cubicBezTo>
                <a:cubicBezTo>
                  <a:pt x="114" y="4"/>
                  <a:pt x="110" y="4"/>
                  <a:pt x="106" y="4"/>
                </a:cubicBezTo>
                <a:cubicBezTo>
                  <a:pt x="105" y="4"/>
                  <a:pt x="105" y="3"/>
                  <a:pt x="105" y="2"/>
                </a:cubicBezTo>
                <a:cubicBezTo>
                  <a:pt x="105" y="2"/>
                  <a:pt x="105" y="2"/>
                  <a:pt x="105" y="2"/>
                </a:cubicBezTo>
                <a:cubicBezTo>
                  <a:pt x="105" y="1"/>
                  <a:pt x="105" y="0"/>
                  <a:pt x="106" y="0"/>
                </a:cubicBezTo>
                <a:close/>
              </a:path>
            </a:pathLst>
          </a:custGeom>
          <a:solidFill>
            <a:srgbClr val="9798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18"/>
          <p:cNvSpPr>
            <a:spLocks/>
          </p:cNvSpPr>
          <p:nvPr/>
        </p:nvSpPr>
        <p:spPr bwMode="auto">
          <a:xfrm>
            <a:off x="5458052" y="2009777"/>
            <a:ext cx="498475" cy="1430338"/>
          </a:xfrm>
          <a:custGeom>
            <a:avLst/>
            <a:gdLst>
              <a:gd name="T0" fmla="*/ 0 w 314"/>
              <a:gd name="T1" fmla="*/ 0 h 901"/>
              <a:gd name="T2" fmla="*/ 314 w 314"/>
              <a:gd name="T3" fmla="*/ 299 h 901"/>
              <a:gd name="T4" fmla="*/ 314 w 314"/>
              <a:gd name="T5" fmla="*/ 901 h 901"/>
              <a:gd name="T6" fmla="*/ 0 w 314"/>
              <a:gd name="T7" fmla="*/ 602 h 901"/>
              <a:gd name="T8" fmla="*/ 0 w 314"/>
              <a:gd name="T9" fmla="*/ 0 h 901"/>
              <a:gd name="T10" fmla="*/ 0 w 314"/>
              <a:gd name="T11" fmla="*/ 0 h 901"/>
            </a:gdLst>
            <a:ahLst/>
            <a:cxnLst>
              <a:cxn ang="0">
                <a:pos x="T0" y="T1"/>
              </a:cxn>
              <a:cxn ang="0">
                <a:pos x="T2" y="T3"/>
              </a:cxn>
              <a:cxn ang="0">
                <a:pos x="T4" y="T5"/>
              </a:cxn>
              <a:cxn ang="0">
                <a:pos x="T6" y="T7"/>
              </a:cxn>
              <a:cxn ang="0">
                <a:pos x="T8" y="T9"/>
              </a:cxn>
              <a:cxn ang="0">
                <a:pos x="T10" y="T11"/>
              </a:cxn>
            </a:cxnLst>
            <a:rect l="0" t="0" r="r" b="b"/>
            <a:pathLst>
              <a:path w="314" h="901">
                <a:moveTo>
                  <a:pt x="0" y="0"/>
                </a:moveTo>
                <a:lnTo>
                  <a:pt x="314" y="299"/>
                </a:lnTo>
                <a:lnTo>
                  <a:pt x="314" y="901"/>
                </a:lnTo>
                <a:lnTo>
                  <a:pt x="0" y="602"/>
                </a:lnTo>
                <a:lnTo>
                  <a:pt x="0" y="0"/>
                </a:lnTo>
                <a:lnTo>
                  <a:pt x="0" y="0"/>
                </a:lnTo>
                <a:close/>
              </a:path>
            </a:pathLst>
          </a:custGeom>
          <a:solidFill>
            <a:srgbClr val="3D49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19"/>
          <p:cNvSpPr>
            <a:spLocks noEditPoints="1"/>
          </p:cNvSpPr>
          <p:nvPr/>
        </p:nvSpPr>
        <p:spPr bwMode="auto">
          <a:xfrm>
            <a:off x="5458052" y="2841627"/>
            <a:ext cx="498475" cy="506413"/>
          </a:xfrm>
          <a:custGeom>
            <a:avLst/>
            <a:gdLst>
              <a:gd name="T0" fmla="*/ 60 w 60"/>
              <a:gd name="T1" fmla="*/ 57 h 61"/>
              <a:gd name="T2" fmla="*/ 60 w 60"/>
              <a:gd name="T3" fmla="*/ 61 h 61"/>
              <a:gd name="T4" fmla="*/ 53 w 60"/>
              <a:gd name="T5" fmla="*/ 55 h 61"/>
              <a:gd name="T6" fmla="*/ 53 w 60"/>
              <a:gd name="T7" fmla="*/ 53 h 61"/>
              <a:gd name="T8" fmla="*/ 53 w 60"/>
              <a:gd name="T9" fmla="*/ 53 h 61"/>
              <a:gd name="T10" fmla="*/ 56 w 60"/>
              <a:gd name="T11" fmla="*/ 53 h 61"/>
              <a:gd name="T12" fmla="*/ 60 w 60"/>
              <a:gd name="T13" fmla="*/ 57 h 61"/>
              <a:gd name="T14" fmla="*/ 0 w 60"/>
              <a:gd name="T15" fmla="*/ 4 h 61"/>
              <a:gd name="T16" fmla="*/ 0 w 60"/>
              <a:gd name="T17" fmla="*/ 0 h 61"/>
              <a:gd name="T18" fmla="*/ 3 w 60"/>
              <a:gd name="T19" fmla="*/ 3 h 61"/>
              <a:gd name="T20" fmla="*/ 4 w 60"/>
              <a:gd name="T21" fmla="*/ 6 h 61"/>
              <a:gd name="T22" fmla="*/ 4 w 60"/>
              <a:gd name="T23" fmla="*/ 6 h 61"/>
              <a:gd name="T24" fmla="*/ 1 w 60"/>
              <a:gd name="T25" fmla="*/ 6 h 61"/>
              <a:gd name="T26" fmla="*/ 0 w 60"/>
              <a:gd name="T27" fmla="*/ 4 h 61"/>
              <a:gd name="T28" fmla="*/ 10 w 60"/>
              <a:gd name="T29" fmla="*/ 10 h 61"/>
              <a:gd name="T30" fmla="*/ 19 w 60"/>
              <a:gd name="T31" fmla="*/ 18 h 61"/>
              <a:gd name="T32" fmla="*/ 19 w 60"/>
              <a:gd name="T33" fmla="*/ 20 h 61"/>
              <a:gd name="T34" fmla="*/ 19 w 60"/>
              <a:gd name="T35" fmla="*/ 20 h 61"/>
              <a:gd name="T36" fmla="*/ 16 w 60"/>
              <a:gd name="T37" fmla="*/ 20 h 61"/>
              <a:gd name="T38" fmla="*/ 8 w 60"/>
              <a:gd name="T39" fmla="*/ 12 h 61"/>
              <a:gd name="T40" fmla="*/ 8 w 60"/>
              <a:gd name="T41" fmla="*/ 10 h 61"/>
              <a:gd name="T42" fmla="*/ 8 w 60"/>
              <a:gd name="T43" fmla="*/ 10 h 61"/>
              <a:gd name="T44" fmla="*/ 10 w 60"/>
              <a:gd name="T45" fmla="*/ 10 h 61"/>
              <a:gd name="T46" fmla="*/ 25 w 60"/>
              <a:gd name="T47" fmla="*/ 24 h 61"/>
              <a:gd name="T48" fmla="*/ 34 w 60"/>
              <a:gd name="T49" fmla="*/ 32 h 61"/>
              <a:gd name="T50" fmla="*/ 34 w 60"/>
              <a:gd name="T51" fmla="*/ 35 h 61"/>
              <a:gd name="T52" fmla="*/ 34 w 60"/>
              <a:gd name="T53" fmla="*/ 35 h 61"/>
              <a:gd name="T54" fmla="*/ 32 w 60"/>
              <a:gd name="T55" fmla="*/ 35 h 61"/>
              <a:gd name="T56" fmla="*/ 23 w 60"/>
              <a:gd name="T57" fmla="*/ 26 h 61"/>
              <a:gd name="T58" fmla="*/ 23 w 60"/>
              <a:gd name="T59" fmla="*/ 24 h 61"/>
              <a:gd name="T60" fmla="*/ 23 w 60"/>
              <a:gd name="T61" fmla="*/ 24 h 61"/>
              <a:gd name="T62" fmla="*/ 25 w 60"/>
              <a:gd name="T63" fmla="*/ 24 h 61"/>
              <a:gd name="T64" fmla="*/ 41 w 60"/>
              <a:gd name="T65" fmla="*/ 39 h 61"/>
              <a:gd name="T66" fmla="*/ 49 w 60"/>
              <a:gd name="T67" fmla="*/ 47 h 61"/>
              <a:gd name="T68" fmla="*/ 49 w 60"/>
              <a:gd name="T69" fmla="*/ 49 h 61"/>
              <a:gd name="T70" fmla="*/ 49 w 60"/>
              <a:gd name="T71" fmla="*/ 49 h 61"/>
              <a:gd name="T72" fmla="*/ 47 w 60"/>
              <a:gd name="T73" fmla="*/ 49 h 61"/>
              <a:gd name="T74" fmla="*/ 38 w 60"/>
              <a:gd name="T75" fmla="*/ 41 h 61"/>
              <a:gd name="T76" fmla="*/ 38 w 60"/>
              <a:gd name="T77" fmla="*/ 39 h 61"/>
              <a:gd name="T78" fmla="*/ 38 w 60"/>
              <a:gd name="T79" fmla="*/ 39 h 61"/>
              <a:gd name="T80" fmla="*/ 41 w 60"/>
              <a:gd name="T81" fmla="*/ 3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0" h="61">
                <a:moveTo>
                  <a:pt x="60" y="57"/>
                </a:moveTo>
                <a:cubicBezTo>
                  <a:pt x="60" y="61"/>
                  <a:pt x="60" y="61"/>
                  <a:pt x="60" y="61"/>
                </a:cubicBezTo>
                <a:cubicBezTo>
                  <a:pt x="58" y="59"/>
                  <a:pt x="56" y="57"/>
                  <a:pt x="53" y="55"/>
                </a:cubicBezTo>
                <a:cubicBezTo>
                  <a:pt x="53" y="55"/>
                  <a:pt x="53" y="54"/>
                  <a:pt x="53" y="53"/>
                </a:cubicBezTo>
                <a:cubicBezTo>
                  <a:pt x="53" y="53"/>
                  <a:pt x="53" y="53"/>
                  <a:pt x="53" y="53"/>
                </a:cubicBezTo>
                <a:cubicBezTo>
                  <a:pt x="54" y="52"/>
                  <a:pt x="55" y="52"/>
                  <a:pt x="56" y="53"/>
                </a:cubicBezTo>
                <a:cubicBezTo>
                  <a:pt x="57" y="54"/>
                  <a:pt x="58" y="55"/>
                  <a:pt x="60" y="57"/>
                </a:cubicBezTo>
                <a:close/>
                <a:moveTo>
                  <a:pt x="0" y="4"/>
                </a:moveTo>
                <a:cubicBezTo>
                  <a:pt x="0" y="0"/>
                  <a:pt x="0" y="0"/>
                  <a:pt x="0" y="0"/>
                </a:cubicBezTo>
                <a:cubicBezTo>
                  <a:pt x="1" y="1"/>
                  <a:pt x="2" y="2"/>
                  <a:pt x="3" y="3"/>
                </a:cubicBezTo>
                <a:cubicBezTo>
                  <a:pt x="4" y="4"/>
                  <a:pt x="4" y="5"/>
                  <a:pt x="4" y="6"/>
                </a:cubicBezTo>
                <a:cubicBezTo>
                  <a:pt x="4" y="6"/>
                  <a:pt x="4" y="6"/>
                  <a:pt x="4" y="6"/>
                </a:cubicBezTo>
                <a:cubicBezTo>
                  <a:pt x="3" y="6"/>
                  <a:pt x="2" y="6"/>
                  <a:pt x="1" y="6"/>
                </a:cubicBezTo>
                <a:cubicBezTo>
                  <a:pt x="1" y="5"/>
                  <a:pt x="0" y="5"/>
                  <a:pt x="0" y="4"/>
                </a:cubicBezTo>
                <a:close/>
                <a:moveTo>
                  <a:pt x="10" y="10"/>
                </a:moveTo>
                <a:cubicBezTo>
                  <a:pt x="13" y="12"/>
                  <a:pt x="16" y="15"/>
                  <a:pt x="19" y="18"/>
                </a:cubicBezTo>
                <a:cubicBezTo>
                  <a:pt x="19" y="18"/>
                  <a:pt x="19" y="19"/>
                  <a:pt x="19" y="20"/>
                </a:cubicBezTo>
                <a:cubicBezTo>
                  <a:pt x="19" y="20"/>
                  <a:pt x="19" y="20"/>
                  <a:pt x="19" y="20"/>
                </a:cubicBezTo>
                <a:cubicBezTo>
                  <a:pt x="18" y="21"/>
                  <a:pt x="17" y="21"/>
                  <a:pt x="16" y="20"/>
                </a:cubicBezTo>
                <a:cubicBezTo>
                  <a:pt x="14" y="17"/>
                  <a:pt x="11" y="15"/>
                  <a:pt x="8" y="12"/>
                </a:cubicBezTo>
                <a:cubicBezTo>
                  <a:pt x="7" y="11"/>
                  <a:pt x="7" y="10"/>
                  <a:pt x="8" y="10"/>
                </a:cubicBezTo>
                <a:cubicBezTo>
                  <a:pt x="8" y="10"/>
                  <a:pt x="8" y="10"/>
                  <a:pt x="8" y="10"/>
                </a:cubicBezTo>
                <a:cubicBezTo>
                  <a:pt x="8" y="9"/>
                  <a:pt x="9" y="9"/>
                  <a:pt x="10" y="10"/>
                </a:cubicBezTo>
                <a:close/>
                <a:moveTo>
                  <a:pt x="25" y="24"/>
                </a:moveTo>
                <a:cubicBezTo>
                  <a:pt x="28" y="27"/>
                  <a:pt x="31" y="29"/>
                  <a:pt x="34" y="32"/>
                </a:cubicBezTo>
                <a:cubicBezTo>
                  <a:pt x="35" y="33"/>
                  <a:pt x="35" y="34"/>
                  <a:pt x="34" y="35"/>
                </a:cubicBezTo>
                <a:cubicBezTo>
                  <a:pt x="34" y="35"/>
                  <a:pt x="34" y="35"/>
                  <a:pt x="34" y="35"/>
                </a:cubicBezTo>
                <a:cubicBezTo>
                  <a:pt x="33" y="35"/>
                  <a:pt x="32" y="35"/>
                  <a:pt x="32" y="35"/>
                </a:cubicBezTo>
                <a:cubicBezTo>
                  <a:pt x="29" y="32"/>
                  <a:pt x="26" y="29"/>
                  <a:pt x="23" y="26"/>
                </a:cubicBezTo>
                <a:cubicBezTo>
                  <a:pt x="22" y="26"/>
                  <a:pt x="22" y="25"/>
                  <a:pt x="23" y="24"/>
                </a:cubicBezTo>
                <a:cubicBezTo>
                  <a:pt x="23" y="24"/>
                  <a:pt x="23" y="24"/>
                  <a:pt x="23" y="24"/>
                </a:cubicBezTo>
                <a:cubicBezTo>
                  <a:pt x="24" y="23"/>
                  <a:pt x="25" y="23"/>
                  <a:pt x="25" y="24"/>
                </a:cubicBezTo>
                <a:close/>
                <a:moveTo>
                  <a:pt x="41" y="39"/>
                </a:moveTo>
                <a:cubicBezTo>
                  <a:pt x="43" y="41"/>
                  <a:pt x="46" y="44"/>
                  <a:pt x="49" y="47"/>
                </a:cubicBezTo>
                <a:cubicBezTo>
                  <a:pt x="50" y="47"/>
                  <a:pt x="50" y="48"/>
                  <a:pt x="49" y="49"/>
                </a:cubicBezTo>
                <a:cubicBezTo>
                  <a:pt x="49" y="49"/>
                  <a:pt x="49" y="49"/>
                  <a:pt x="49" y="49"/>
                </a:cubicBezTo>
                <a:cubicBezTo>
                  <a:pt x="48" y="50"/>
                  <a:pt x="47" y="50"/>
                  <a:pt x="47" y="49"/>
                </a:cubicBezTo>
                <a:cubicBezTo>
                  <a:pt x="44" y="46"/>
                  <a:pt x="41" y="44"/>
                  <a:pt x="38" y="41"/>
                </a:cubicBezTo>
                <a:cubicBezTo>
                  <a:pt x="38" y="40"/>
                  <a:pt x="38" y="39"/>
                  <a:pt x="38" y="39"/>
                </a:cubicBezTo>
                <a:cubicBezTo>
                  <a:pt x="38" y="39"/>
                  <a:pt x="38" y="39"/>
                  <a:pt x="38" y="39"/>
                </a:cubicBezTo>
                <a:cubicBezTo>
                  <a:pt x="39" y="38"/>
                  <a:pt x="40" y="38"/>
                  <a:pt x="41" y="39"/>
                </a:cubicBezTo>
                <a:close/>
              </a:path>
            </a:pathLst>
          </a:custGeom>
          <a:solidFill>
            <a:srgbClr val="4B57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20"/>
          <p:cNvSpPr>
            <a:spLocks/>
          </p:cNvSpPr>
          <p:nvPr/>
        </p:nvSpPr>
        <p:spPr bwMode="auto">
          <a:xfrm>
            <a:off x="5026252" y="763590"/>
            <a:ext cx="1081087" cy="955675"/>
          </a:xfrm>
          <a:custGeom>
            <a:avLst/>
            <a:gdLst>
              <a:gd name="T0" fmla="*/ 0 w 681"/>
              <a:gd name="T1" fmla="*/ 0 h 602"/>
              <a:gd name="T2" fmla="*/ 681 w 681"/>
              <a:gd name="T3" fmla="*/ 0 h 602"/>
              <a:gd name="T4" fmla="*/ 681 w 681"/>
              <a:gd name="T5" fmla="*/ 602 h 602"/>
              <a:gd name="T6" fmla="*/ 0 w 681"/>
              <a:gd name="T7" fmla="*/ 602 h 602"/>
              <a:gd name="T8" fmla="*/ 183 w 681"/>
              <a:gd name="T9" fmla="*/ 298 h 602"/>
              <a:gd name="T10" fmla="*/ 0 w 681"/>
              <a:gd name="T11" fmla="*/ 0 h 602"/>
              <a:gd name="T12" fmla="*/ 0 w 681"/>
              <a:gd name="T13" fmla="*/ 0 h 602"/>
            </a:gdLst>
            <a:ahLst/>
            <a:cxnLst>
              <a:cxn ang="0">
                <a:pos x="T0" y="T1"/>
              </a:cxn>
              <a:cxn ang="0">
                <a:pos x="T2" y="T3"/>
              </a:cxn>
              <a:cxn ang="0">
                <a:pos x="T4" y="T5"/>
              </a:cxn>
              <a:cxn ang="0">
                <a:pos x="T6" y="T7"/>
              </a:cxn>
              <a:cxn ang="0">
                <a:pos x="T8" y="T9"/>
              </a:cxn>
              <a:cxn ang="0">
                <a:pos x="T10" y="T11"/>
              </a:cxn>
              <a:cxn ang="0">
                <a:pos x="T12" y="T13"/>
              </a:cxn>
            </a:cxnLst>
            <a:rect l="0" t="0" r="r" b="b"/>
            <a:pathLst>
              <a:path w="681" h="602">
                <a:moveTo>
                  <a:pt x="0" y="0"/>
                </a:moveTo>
                <a:lnTo>
                  <a:pt x="681" y="0"/>
                </a:lnTo>
                <a:lnTo>
                  <a:pt x="681" y="602"/>
                </a:lnTo>
                <a:lnTo>
                  <a:pt x="0" y="602"/>
                </a:lnTo>
                <a:lnTo>
                  <a:pt x="183" y="298"/>
                </a:lnTo>
                <a:lnTo>
                  <a:pt x="0" y="0"/>
                </a:lnTo>
                <a:lnTo>
                  <a:pt x="0" y="0"/>
                </a:lnTo>
                <a:close/>
              </a:path>
            </a:pathLst>
          </a:custGeom>
          <a:solidFill>
            <a:srgbClr val="EE76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21"/>
          <p:cNvSpPr>
            <a:spLocks noEditPoints="1"/>
          </p:cNvSpPr>
          <p:nvPr/>
        </p:nvSpPr>
        <p:spPr bwMode="auto">
          <a:xfrm>
            <a:off x="5142139" y="820740"/>
            <a:ext cx="998537" cy="33338"/>
          </a:xfrm>
          <a:custGeom>
            <a:avLst/>
            <a:gdLst>
              <a:gd name="T0" fmla="*/ 1 w 120"/>
              <a:gd name="T1" fmla="*/ 0 h 4"/>
              <a:gd name="T2" fmla="*/ 13 w 120"/>
              <a:gd name="T3" fmla="*/ 0 h 4"/>
              <a:gd name="T4" fmla="*/ 15 w 120"/>
              <a:gd name="T5" fmla="*/ 2 h 4"/>
              <a:gd name="T6" fmla="*/ 15 w 120"/>
              <a:gd name="T7" fmla="*/ 2 h 4"/>
              <a:gd name="T8" fmla="*/ 13 w 120"/>
              <a:gd name="T9" fmla="*/ 4 h 4"/>
              <a:gd name="T10" fmla="*/ 1 w 120"/>
              <a:gd name="T11" fmla="*/ 4 h 4"/>
              <a:gd name="T12" fmla="*/ 0 w 120"/>
              <a:gd name="T13" fmla="*/ 2 h 4"/>
              <a:gd name="T14" fmla="*/ 0 w 120"/>
              <a:gd name="T15" fmla="*/ 2 h 4"/>
              <a:gd name="T16" fmla="*/ 1 w 120"/>
              <a:gd name="T17" fmla="*/ 0 h 4"/>
              <a:gd name="T18" fmla="*/ 22 w 120"/>
              <a:gd name="T19" fmla="*/ 0 h 4"/>
              <a:gd name="T20" fmla="*/ 34 w 120"/>
              <a:gd name="T21" fmla="*/ 0 h 4"/>
              <a:gd name="T22" fmla="*/ 36 w 120"/>
              <a:gd name="T23" fmla="*/ 2 h 4"/>
              <a:gd name="T24" fmla="*/ 36 w 120"/>
              <a:gd name="T25" fmla="*/ 2 h 4"/>
              <a:gd name="T26" fmla="*/ 34 w 120"/>
              <a:gd name="T27" fmla="*/ 4 h 4"/>
              <a:gd name="T28" fmla="*/ 22 w 120"/>
              <a:gd name="T29" fmla="*/ 4 h 4"/>
              <a:gd name="T30" fmla="*/ 21 w 120"/>
              <a:gd name="T31" fmla="*/ 2 h 4"/>
              <a:gd name="T32" fmla="*/ 21 w 120"/>
              <a:gd name="T33" fmla="*/ 2 h 4"/>
              <a:gd name="T34" fmla="*/ 22 w 120"/>
              <a:gd name="T35" fmla="*/ 0 h 4"/>
              <a:gd name="T36" fmla="*/ 43 w 120"/>
              <a:gd name="T37" fmla="*/ 0 h 4"/>
              <a:gd name="T38" fmla="*/ 55 w 120"/>
              <a:gd name="T39" fmla="*/ 0 h 4"/>
              <a:gd name="T40" fmla="*/ 57 w 120"/>
              <a:gd name="T41" fmla="*/ 2 h 4"/>
              <a:gd name="T42" fmla="*/ 57 w 120"/>
              <a:gd name="T43" fmla="*/ 2 h 4"/>
              <a:gd name="T44" fmla="*/ 55 w 120"/>
              <a:gd name="T45" fmla="*/ 4 h 4"/>
              <a:gd name="T46" fmla="*/ 43 w 120"/>
              <a:gd name="T47" fmla="*/ 4 h 4"/>
              <a:gd name="T48" fmla="*/ 42 w 120"/>
              <a:gd name="T49" fmla="*/ 2 h 4"/>
              <a:gd name="T50" fmla="*/ 42 w 120"/>
              <a:gd name="T51" fmla="*/ 2 h 4"/>
              <a:gd name="T52" fmla="*/ 43 w 120"/>
              <a:gd name="T53" fmla="*/ 0 h 4"/>
              <a:gd name="T54" fmla="*/ 64 w 120"/>
              <a:gd name="T55" fmla="*/ 0 h 4"/>
              <a:gd name="T56" fmla="*/ 76 w 120"/>
              <a:gd name="T57" fmla="*/ 0 h 4"/>
              <a:gd name="T58" fmla="*/ 78 w 120"/>
              <a:gd name="T59" fmla="*/ 2 h 4"/>
              <a:gd name="T60" fmla="*/ 78 w 120"/>
              <a:gd name="T61" fmla="*/ 2 h 4"/>
              <a:gd name="T62" fmla="*/ 76 w 120"/>
              <a:gd name="T63" fmla="*/ 4 h 4"/>
              <a:gd name="T64" fmla="*/ 64 w 120"/>
              <a:gd name="T65" fmla="*/ 4 h 4"/>
              <a:gd name="T66" fmla="*/ 63 w 120"/>
              <a:gd name="T67" fmla="*/ 2 h 4"/>
              <a:gd name="T68" fmla="*/ 63 w 120"/>
              <a:gd name="T69" fmla="*/ 2 h 4"/>
              <a:gd name="T70" fmla="*/ 64 w 120"/>
              <a:gd name="T71" fmla="*/ 0 h 4"/>
              <a:gd name="T72" fmla="*/ 85 w 120"/>
              <a:gd name="T73" fmla="*/ 0 h 4"/>
              <a:gd name="T74" fmla="*/ 97 w 120"/>
              <a:gd name="T75" fmla="*/ 0 h 4"/>
              <a:gd name="T76" fmla="*/ 99 w 120"/>
              <a:gd name="T77" fmla="*/ 2 h 4"/>
              <a:gd name="T78" fmla="*/ 99 w 120"/>
              <a:gd name="T79" fmla="*/ 2 h 4"/>
              <a:gd name="T80" fmla="*/ 97 w 120"/>
              <a:gd name="T81" fmla="*/ 4 h 4"/>
              <a:gd name="T82" fmla="*/ 85 w 120"/>
              <a:gd name="T83" fmla="*/ 4 h 4"/>
              <a:gd name="T84" fmla="*/ 84 w 120"/>
              <a:gd name="T85" fmla="*/ 2 h 4"/>
              <a:gd name="T86" fmla="*/ 84 w 120"/>
              <a:gd name="T87" fmla="*/ 2 h 4"/>
              <a:gd name="T88" fmla="*/ 85 w 120"/>
              <a:gd name="T89" fmla="*/ 0 h 4"/>
              <a:gd name="T90" fmla="*/ 106 w 120"/>
              <a:gd name="T91" fmla="*/ 0 h 4"/>
              <a:gd name="T92" fmla="*/ 118 w 120"/>
              <a:gd name="T93" fmla="*/ 0 h 4"/>
              <a:gd name="T94" fmla="*/ 120 w 120"/>
              <a:gd name="T95" fmla="*/ 2 h 4"/>
              <a:gd name="T96" fmla="*/ 120 w 120"/>
              <a:gd name="T97" fmla="*/ 2 h 4"/>
              <a:gd name="T98" fmla="*/ 118 w 120"/>
              <a:gd name="T99" fmla="*/ 4 h 4"/>
              <a:gd name="T100" fmla="*/ 106 w 120"/>
              <a:gd name="T101" fmla="*/ 4 h 4"/>
              <a:gd name="T102" fmla="*/ 105 w 120"/>
              <a:gd name="T103" fmla="*/ 2 h 4"/>
              <a:gd name="T104" fmla="*/ 105 w 120"/>
              <a:gd name="T105" fmla="*/ 2 h 4"/>
              <a:gd name="T106" fmla="*/ 106 w 120"/>
              <a:gd name="T10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0" h="4">
                <a:moveTo>
                  <a:pt x="1" y="0"/>
                </a:moveTo>
                <a:cubicBezTo>
                  <a:pt x="5" y="0"/>
                  <a:pt x="9" y="0"/>
                  <a:pt x="13" y="0"/>
                </a:cubicBezTo>
                <a:cubicBezTo>
                  <a:pt x="14" y="0"/>
                  <a:pt x="15" y="1"/>
                  <a:pt x="15" y="2"/>
                </a:cubicBezTo>
                <a:cubicBezTo>
                  <a:pt x="15" y="2"/>
                  <a:pt x="15" y="2"/>
                  <a:pt x="15" y="2"/>
                </a:cubicBezTo>
                <a:cubicBezTo>
                  <a:pt x="15" y="3"/>
                  <a:pt x="14" y="4"/>
                  <a:pt x="13" y="4"/>
                </a:cubicBezTo>
                <a:cubicBezTo>
                  <a:pt x="9" y="4"/>
                  <a:pt x="5" y="4"/>
                  <a:pt x="1" y="4"/>
                </a:cubicBezTo>
                <a:cubicBezTo>
                  <a:pt x="0" y="4"/>
                  <a:pt x="0" y="3"/>
                  <a:pt x="0" y="2"/>
                </a:cubicBezTo>
                <a:cubicBezTo>
                  <a:pt x="0" y="2"/>
                  <a:pt x="0" y="2"/>
                  <a:pt x="0" y="2"/>
                </a:cubicBezTo>
                <a:cubicBezTo>
                  <a:pt x="0" y="1"/>
                  <a:pt x="0" y="0"/>
                  <a:pt x="1" y="0"/>
                </a:cubicBezTo>
                <a:close/>
                <a:moveTo>
                  <a:pt x="22" y="0"/>
                </a:moveTo>
                <a:cubicBezTo>
                  <a:pt x="26" y="0"/>
                  <a:pt x="30" y="0"/>
                  <a:pt x="34" y="0"/>
                </a:cubicBezTo>
                <a:cubicBezTo>
                  <a:pt x="35" y="0"/>
                  <a:pt x="36" y="1"/>
                  <a:pt x="36" y="2"/>
                </a:cubicBezTo>
                <a:cubicBezTo>
                  <a:pt x="36" y="2"/>
                  <a:pt x="36" y="2"/>
                  <a:pt x="36" y="2"/>
                </a:cubicBezTo>
                <a:cubicBezTo>
                  <a:pt x="36" y="3"/>
                  <a:pt x="35" y="4"/>
                  <a:pt x="34" y="4"/>
                </a:cubicBezTo>
                <a:cubicBezTo>
                  <a:pt x="30" y="4"/>
                  <a:pt x="26" y="4"/>
                  <a:pt x="22" y="4"/>
                </a:cubicBezTo>
                <a:cubicBezTo>
                  <a:pt x="21" y="4"/>
                  <a:pt x="21" y="3"/>
                  <a:pt x="21" y="2"/>
                </a:cubicBezTo>
                <a:cubicBezTo>
                  <a:pt x="21" y="2"/>
                  <a:pt x="21" y="2"/>
                  <a:pt x="21" y="2"/>
                </a:cubicBezTo>
                <a:cubicBezTo>
                  <a:pt x="21" y="1"/>
                  <a:pt x="21" y="0"/>
                  <a:pt x="22" y="0"/>
                </a:cubicBezTo>
                <a:close/>
                <a:moveTo>
                  <a:pt x="43" y="0"/>
                </a:moveTo>
                <a:cubicBezTo>
                  <a:pt x="47" y="0"/>
                  <a:pt x="51" y="0"/>
                  <a:pt x="55" y="0"/>
                </a:cubicBezTo>
                <a:cubicBezTo>
                  <a:pt x="56" y="0"/>
                  <a:pt x="57" y="1"/>
                  <a:pt x="57" y="2"/>
                </a:cubicBezTo>
                <a:cubicBezTo>
                  <a:pt x="57" y="2"/>
                  <a:pt x="57" y="2"/>
                  <a:pt x="57" y="2"/>
                </a:cubicBezTo>
                <a:cubicBezTo>
                  <a:pt x="57" y="3"/>
                  <a:pt x="56" y="4"/>
                  <a:pt x="55" y="4"/>
                </a:cubicBezTo>
                <a:cubicBezTo>
                  <a:pt x="51" y="4"/>
                  <a:pt x="47" y="4"/>
                  <a:pt x="43" y="4"/>
                </a:cubicBezTo>
                <a:cubicBezTo>
                  <a:pt x="42" y="4"/>
                  <a:pt x="42" y="3"/>
                  <a:pt x="42" y="2"/>
                </a:cubicBezTo>
                <a:cubicBezTo>
                  <a:pt x="42" y="2"/>
                  <a:pt x="42" y="2"/>
                  <a:pt x="42" y="2"/>
                </a:cubicBezTo>
                <a:cubicBezTo>
                  <a:pt x="42" y="1"/>
                  <a:pt x="42" y="0"/>
                  <a:pt x="43" y="0"/>
                </a:cubicBezTo>
                <a:close/>
                <a:moveTo>
                  <a:pt x="64" y="0"/>
                </a:moveTo>
                <a:cubicBezTo>
                  <a:pt x="68" y="0"/>
                  <a:pt x="72" y="0"/>
                  <a:pt x="76" y="0"/>
                </a:cubicBezTo>
                <a:cubicBezTo>
                  <a:pt x="77" y="0"/>
                  <a:pt x="78" y="1"/>
                  <a:pt x="78" y="2"/>
                </a:cubicBezTo>
                <a:cubicBezTo>
                  <a:pt x="78" y="2"/>
                  <a:pt x="78" y="2"/>
                  <a:pt x="78" y="2"/>
                </a:cubicBezTo>
                <a:cubicBezTo>
                  <a:pt x="78" y="3"/>
                  <a:pt x="77" y="4"/>
                  <a:pt x="76" y="4"/>
                </a:cubicBezTo>
                <a:cubicBezTo>
                  <a:pt x="72" y="4"/>
                  <a:pt x="68" y="4"/>
                  <a:pt x="64" y="4"/>
                </a:cubicBezTo>
                <a:cubicBezTo>
                  <a:pt x="63" y="4"/>
                  <a:pt x="63" y="3"/>
                  <a:pt x="63" y="2"/>
                </a:cubicBezTo>
                <a:cubicBezTo>
                  <a:pt x="63" y="2"/>
                  <a:pt x="63" y="2"/>
                  <a:pt x="63" y="2"/>
                </a:cubicBezTo>
                <a:cubicBezTo>
                  <a:pt x="63" y="1"/>
                  <a:pt x="63" y="0"/>
                  <a:pt x="64" y="0"/>
                </a:cubicBezTo>
                <a:close/>
                <a:moveTo>
                  <a:pt x="85" y="0"/>
                </a:moveTo>
                <a:cubicBezTo>
                  <a:pt x="89" y="0"/>
                  <a:pt x="93" y="0"/>
                  <a:pt x="97" y="0"/>
                </a:cubicBezTo>
                <a:cubicBezTo>
                  <a:pt x="98" y="0"/>
                  <a:pt x="99" y="1"/>
                  <a:pt x="99" y="2"/>
                </a:cubicBezTo>
                <a:cubicBezTo>
                  <a:pt x="99" y="2"/>
                  <a:pt x="99" y="2"/>
                  <a:pt x="99" y="2"/>
                </a:cubicBezTo>
                <a:cubicBezTo>
                  <a:pt x="99" y="3"/>
                  <a:pt x="98" y="4"/>
                  <a:pt x="97" y="4"/>
                </a:cubicBezTo>
                <a:cubicBezTo>
                  <a:pt x="93" y="4"/>
                  <a:pt x="89" y="4"/>
                  <a:pt x="85" y="4"/>
                </a:cubicBezTo>
                <a:cubicBezTo>
                  <a:pt x="84" y="4"/>
                  <a:pt x="84" y="3"/>
                  <a:pt x="84" y="2"/>
                </a:cubicBezTo>
                <a:cubicBezTo>
                  <a:pt x="84" y="2"/>
                  <a:pt x="84" y="2"/>
                  <a:pt x="84" y="2"/>
                </a:cubicBezTo>
                <a:cubicBezTo>
                  <a:pt x="84" y="1"/>
                  <a:pt x="84" y="0"/>
                  <a:pt x="85" y="0"/>
                </a:cubicBezTo>
                <a:close/>
                <a:moveTo>
                  <a:pt x="106" y="0"/>
                </a:moveTo>
                <a:cubicBezTo>
                  <a:pt x="110" y="0"/>
                  <a:pt x="114" y="0"/>
                  <a:pt x="118" y="0"/>
                </a:cubicBezTo>
                <a:cubicBezTo>
                  <a:pt x="119" y="0"/>
                  <a:pt x="120" y="1"/>
                  <a:pt x="120" y="2"/>
                </a:cubicBezTo>
                <a:cubicBezTo>
                  <a:pt x="120" y="2"/>
                  <a:pt x="120" y="2"/>
                  <a:pt x="120" y="2"/>
                </a:cubicBezTo>
                <a:cubicBezTo>
                  <a:pt x="120" y="3"/>
                  <a:pt x="119" y="4"/>
                  <a:pt x="118" y="4"/>
                </a:cubicBezTo>
                <a:cubicBezTo>
                  <a:pt x="114" y="4"/>
                  <a:pt x="110" y="4"/>
                  <a:pt x="106" y="4"/>
                </a:cubicBezTo>
                <a:cubicBezTo>
                  <a:pt x="105" y="4"/>
                  <a:pt x="105" y="3"/>
                  <a:pt x="105" y="2"/>
                </a:cubicBezTo>
                <a:cubicBezTo>
                  <a:pt x="105" y="2"/>
                  <a:pt x="105" y="2"/>
                  <a:pt x="105" y="2"/>
                </a:cubicBezTo>
                <a:cubicBezTo>
                  <a:pt x="105" y="1"/>
                  <a:pt x="105" y="0"/>
                  <a:pt x="106" y="0"/>
                </a:cubicBezTo>
                <a:close/>
              </a:path>
            </a:pathLst>
          </a:custGeom>
          <a:solidFill>
            <a:srgbClr val="FAD1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22"/>
          <p:cNvSpPr>
            <a:spLocks noEditPoints="1"/>
          </p:cNvSpPr>
          <p:nvPr/>
        </p:nvSpPr>
        <p:spPr bwMode="auto">
          <a:xfrm>
            <a:off x="5142139" y="1627190"/>
            <a:ext cx="998537" cy="25400"/>
          </a:xfrm>
          <a:custGeom>
            <a:avLst/>
            <a:gdLst>
              <a:gd name="T0" fmla="*/ 1 w 120"/>
              <a:gd name="T1" fmla="*/ 0 h 3"/>
              <a:gd name="T2" fmla="*/ 13 w 120"/>
              <a:gd name="T3" fmla="*/ 0 h 3"/>
              <a:gd name="T4" fmla="*/ 15 w 120"/>
              <a:gd name="T5" fmla="*/ 2 h 3"/>
              <a:gd name="T6" fmla="*/ 15 w 120"/>
              <a:gd name="T7" fmla="*/ 2 h 3"/>
              <a:gd name="T8" fmla="*/ 13 w 120"/>
              <a:gd name="T9" fmla="*/ 3 h 3"/>
              <a:gd name="T10" fmla="*/ 1 w 120"/>
              <a:gd name="T11" fmla="*/ 3 h 3"/>
              <a:gd name="T12" fmla="*/ 0 w 120"/>
              <a:gd name="T13" fmla="*/ 2 h 3"/>
              <a:gd name="T14" fmla="*/ 0 w 120"/>
              <a:gd name="T15" fmla="*/ 2 h 3"/>
              <a:gd name="T16" fmla="*/ 1 w 120"/>
              <a:gd name="T17" fmla="*/ 0 h 3"/>
              <a:gd name="T18" fmla="*/ 22 w 120"/>
              <a:gd name="T19" fmla="*/ 0 h 3"/>
              <a:gd name="T20" fmla="*/ 34 w 120"/>
              <a:gd name="T21" fmla="*/ 0 h 3"/>
              <a:gd name="T22" fmla="*/ 36 w 120"/>
              <a:gd name="T23" fmla="*/ 2 h 3"/>
              <a:gd name="T24" fmla="*/ 36 w 120"/>
              <a:gd name="T25" fmla="*/ 2 h 3"/>
              <a:gd name="T26" fmla="*/ 34 w 120"/>
              <a:gd name="T27" fmla="*/ 3 h 3"/>
              <a:gd name="T28" fmla="*/ 22 w 120"/>
              <a:gd name="T29" fmla="*/ 3 h 3"/>
              <a:gd name="T30" fmla="*/ 21 w 120"/>
              <a:gd name="T31" fmla="*/ 2 h 3"/>
              <a:gd name="T32" fmla="*/ 21 w 120"/>
              <a:gd name="T33" fmla="*/ 2 h 3"/>
              <a:gd name="T34" fmla="*/ 22 w 120"/>
              <a:gd name="T35" fmla="*/ 0 h 3"/>
              <a:gd name="T36" fmla="*/ 43 w 120"/>
              <a:gd name="T37" fmla="*/ 0 h 3"/>
              <a:gd name="T38" fmla="*/ 55 w 120"/>
              <a:gd name="T39" fmla="*/ 0 h 3"/>
              <a:gd name="T40" fmla="*/ 57 w 120"/>
              <a:gd name="T41" fmla="*/ 2 h 3"/>
              <a:gd name="T42" fmla="*/ 57 w 120"/>
              <a:gd name="T43" fmla="*/ 2 h 3"/>
              <a:gd name="T44" fmla="*/ 55 w 120"/>
              <a:gd name="T45" fmla="*/ 3 h 3"/>
              <a:gd name="T46" fmla="*/ 43 w 120"/>
              <a:gd name="T47" fmla="*/ 3 h 3"/>
              <a:gd name="T48" fmla="*/ 42 w 120"/>
              <a:gd name="T49" fmla="*/ 2 h 3"/>
              <a:gd name="T50" fmla="*/ 42 w 120"/>
              <a:gd name="T51" fmla="*/ 2 h 3"/>
              <a:gd name="T52" fmla="*/ 43 w 120"/>
              <a:gd name="T53" fmla="*/ 0 h 3"/>
              <a:gd name="T54" fmla="*/ 64 w 120"/>
              <a:gd name="T55" fmla="*/ 0 h 3"/>
              <a:gd name="T56" fmla="*/ 76 w 120"/>
              <a:gd name="T57" fmla="*/ 0 h 3"/>
              <a:gd name="T58" fmla="*/ 78 w 120"/>
              <a:gd name="T59" fmla="*/ 2 h 3"/>
              <a:gd name="T60" fmla="*/ 78 w 120"/>
              <a:gd name="T61" fmla="*/ 2 h 3"/>
              <a:gd name="T62" fmla="*/ 76 w 120"/>
              <a:gd name="T63" fmla="*/ 3 h 3"/>
              <a:gd name="T64" fmla="*/ 64 w 120"/>
              <a:gd name="T65" fmla="*/ 3 h 3"/>
              <a:gd name="T66" fmla="*/ 63 w 120"/>
              <a:gd name="T67" fmla="*/ 2 h 3"/>
              <a:gd name="T68" fmla="*/ 63 w 120"/>
              <a:gd name="T69" fmla="*/ 2 h 3"/>
              <a:gd name="T70" fmla="*/ 64 w 120"/>
              <a:gd name="T71" fmla="*/ 0 h 3"/>
              <a:gd name="T72" fmla="*/ 85 w 120"/>
              <a:gd name="T73" fmla="*/ 0 h 3"/>
              <a:gd name="T74" fmla="*/ 97 w 120"/>
              <a:gd name="T75" fmla="*/ 0 h 3"/>
              <a:gd name="T76" fmla="*/ 99 w 120"/>
              <a:gd name="T77" fmla="*/ 2 h 3"/>
              <a:gd name="T78" fmla="*/ 99 w 120"/>
              <a:gd name="T79" fmla="*/ 2 h 3"/>
              <a:gd name="T80" fmla="*/ 97 w 120"/>
              <a:gd name="T81" fmla="*/ 3 h 3"/>
              <a:gd name="T82" fmla="*/ 85 w 120"/>
              <a:gd name="T83" fmla="*/ 3 h 3"/>
              <a:gd name="T84" fmla="*/ 84 w 120"/>
              <a:gd name="T85" fmla="*/ 2 h 3"/>
              <a:gd name="T86" fmla="*/ 84 w 120"/>
              <a:gd name="T87" fmla="*/ 2 h 3"/>
              <a:gd name="T88" fmla="*/ 85 w 120"/>
              <a:gd name="T89" fmla="*/ 0 h 3"/>
              <a:gd name="T90" fmla="*/ 106 w 120"/>
              <a:gd name="T91" fmla="*/ 0 h 3"/>
              <a:gd name="T92" fmla="*/ 118 w 120"/>
              <a:gd name="T93" fmla="*/ 0 h 3"/>
              <a:gd name="T94" fmla="*/ 120 w 120"/>
              <a:gd name="T95" fmla="*/ 2 h 3"/>
              <a:gd name="T96" fmla="*/ 120 w 120"/>
              <a:gd name="T97" fmla="*/ 2 h 3"/>
              <a:gd name="T98" fmla="*/ 118 w 120"/>
              <a:gd name="T99" fmla="*/ 3 h 3"/>
              <a:gd name="T100" fmla="*/ 106 w 120"/>
              <a:gd name="T101" fmla="*/ 3 h 3"/>
              <a:gd name="T102" fmla="*/ 105 w 120"/>
              <a:gd name="T103" fmla="*/ 2 h 3"/>
              <a:gd name="T104" fmla="*/ 105 w 120"/>
              <a:gd name="T105" fmla="*/ 2 h 3"/>
              <a:gd name="T106" fmla="*/ 106 w 120"/>
              <a:gd name="T10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0" h="3">
                <a:moveTo>
                  <a:pt x="1" y="0"/>
                </a:moveTo>
                <a:cubicBezTo>
                  <a:pt x="5" y="0"/>
                  <a:pt x="9" y="0"/>
                  <a:pt x="13" y="0"/>
                </a:cubicBezTo>
                <a:cubicBezTo>
                  <a:pt x="14" y="0"/>
                  <a:pt x="15" y="1"/>
                  <a:pt x="15" y="2"/>
                </a:cubicBezTo>
                <a:cubicBezTo>
                  <a:pt x="15" y="2"/>
                  <a:pt x="15" y="2"/>
                  <a:pt x="15" y="2"/>
                </a:cubicBezTo>
                <a:cubicBezTo>
                  <a:pt x="15" y="3"/>
                  <a:pt x="14" y="3"/>
                  <a:pt x="13" y="3"/>
                </a:cubicBezTo>
                <a:cubicBezTo>
                  <a:pt x="9" y="3"/>
                  <a:pt x="5" y="3"/>
                  <a:pt x="1" y="3"/>
                </a:cubicBezTo>
                <a:cubicBezTo>
                  <a:pt x="0" y="3"/>
                  <a:pt x="0" y="3"/>
                  <a:pt x="0" y="2"/>
                </a:cubicBezTo>
                <a:cubicBezTo>
                  <a:pt x="0" y="2"/>
                  <a:pt x="0" y="2"/>
                  <a:pt x="0" y="2"/>
                </a:cubicBezTo>
                <a:cubicBezTo>
                  <a:pt x="0" y="1"/>
                  <a:pt x="0" y="0"/>
                  <a:pt x="1" y="0"/>
                </a:cubicBezTo>
                <a:close/>
                <a:moveTo>
                  <a:pt x="22" y="0"/>
                </a:moveTo>
                <a:cubicBezTo>
                  <a:pt x="26" y="0"/>
                  <a:pt x="30" y="0"/>
                  <a:pt x="34" y="0"/>
                </a:cubicBezTo>
                <a:cubicBezTo>
                  <a:pt x="35" y="0"/>
                  <a:pt x="36" y="1"/>
                  <a:pt x="36" y="2"/>
                </a:cubicBezTo>
                <a:cubicBezTo>
                  <a:pt x="36" y="2"/>
                  <a:pt x="36" y="2"/>
                  <a:pt x="36" y="2"/>
                </a:cubicBezTo>
                <a:cubicBezTo>
                  <a:pt x="36" y="3"/>
                  <a:pt x="35" y="3"/>
                  <a:pt x="34" y="3"/>
                </a:cubicBezTo>
                <a:cubicBezTo>
                  <a:pt x="30" y="3"/>
                  <a:pt x="26" y="3"/>
                  <a:pt x="22" y="3"/>
                </a:cubicBezTo>
                <a:cubicBezTo>
                  <a:pt x="21" y="3"/>
                  <a:pt x="21" y="3"/>
                  <a:pt x="21" y="2"/>
                </a:cubicBezTo>
                <a:cubicBezTo>
                  <a:pt x="21" y="2"/>
                  <a:pt x="21" y="2"/>
                  <a:pt x="21" y="2"/>
                </a:cubicBezTo>
                <a:cubicBezTo>
                  <a:pt x="21" y="1"/>
                  <a:pt x="21" y="0"/>
                  <a:pt x="22" y="0"/>
                </a:cubicBezTo>
                <a:close/>
                <a:moveTo>
                  <a:pt x="43" y="0"/>
                </a:moveTo>
                <a:cubicBezTo>
                  <a:pt x="47" y="0"/>
                  <a:pt x="51" y="0"/>
                  <a:pt x="55" y="0"/>
                </a:cubicBezTo>
                <a:cubicBezTo>
                  <a:pt x="56" y="0"/>
                  <a:pt x="57" y="1"/>
                  <a:pt x="57" y="2"/>
                </a:cubicBezTo>
                <a:cubicBezTo>
                  <a:pt x="57" y="2"/>
                  <a:pt x="57" y="2"/>
                  <a:pt x="57" y="2"/>
                </a:cubicBezTo>
                <a:cubicBezTo>
                  <a:pt x="57" y="3"/>
                  <a:pt x="56" y="3"/>
                  <a:pt x="55" y="3"/>
                </a:cubicBezTo>
                <a:cubicBezTo>
                  <a:pt x="51" y="3"/>
                  <a:pt x="47" y="3"/>
                  <a:pt x="43" y="3"/>
                </a:cubicBezTo>
                <a:cubicBezTo>
                  <a:pt x="42" y="3"/>
                  <a:pt x="42" y="3"/>
                  <a:pt x="42" y="2"/>
                </a:cubicBezTo>
                <a:cubicBezTo>
                  <a:pt x="42" y="2"/>
                  <a:pt x="42" y="2"/>
                  <a:pt x="42" y="2"/>
                </a:cubicBezTo>
                <a:cubicBezTo>
                  <a:pt x="42" y="1"/>
                  <a:pt x="42" y="0"/>
                  <a:pt x="43" y="0"/>
                </a:cubicBezTo>
                <a:close/>
                <a:moveTo>
                  <a:pt x="64" y="0"/>
                </a:moveTo>
                <a:cubicBezTo>
                  <a:pt x="68" y="0"/>
                  <a:pt x="72" y="0"/>
                  <a:pt x="76" y="0"/>
                </a:cubicBezTo>
                <a:cubicBezTo>
                  <a:pt x="77" y="0"/>
                  <a:pt x="78" y="1"/>
                  <a:pt x="78" y="2"/>
                </a:cubicBezTo>
                <a:cubicBezTo>
                  <a:pt x="78" y="2"/>
                  <a:pt x="78" y="2"/>
                  <a:pt x="78" y="2"/>
                </a:cubicBezTo>
                <a:cubicBezTo>
                  <a:pt x="78" y="3"/>
                  <a:pt x="77" y="3"/>
                  <a:pt x="76" y="3"/>
                </a:cubicBezTo>
                <a:cubicBezTo>
                  <a:pt x="72" y="3"/>
                  <a:pt x="68" y="3"/>
                  <a:pt x="64" y="3"/>
                </a:cubicBezTo>
                <a:cubicBezTo>
                  <a:pt x="63" y="3"/>
                  <a:pt x="63" y="3"/>
                  <a:pt x="63" y="2"/>
                </a:cubicBezTo>
                <a:cubicBezTo>
                  <a:pt x="63" y="2"/>
                  <a:pt x="63" y="2"/>
                  <a:pt x="63" y="2"/>
                </a:cubicBezTo>
                <a:cubicBezTo>
                  <a:pt x="63" y="1"/>
                  <a:pt x="63" y="0"/>
                  <a:pt x="64" y="0"/>
                </a:cubicBezTo>
                <a:close/>
                <a:moveTo>
                  <a:pt x="85" y="0"/>
                </a:moveTo>
                <a:cubicBezTo>
                  <a:pt x="89" y="0"/>
                  <a:pt x="93" y="0"/>
                  <a:pt x="97" y="0"/>
                </a:cubicBezTo>
                <a:cubicBezTo>
                  <a:pt x="98" y="0"/>
                  <a:pt x="99" y="1"/>
                  <a:pt x="99" y="2"/>
                </a:cubicBezTo>
                <a:cubicBezTo>
                  <a:pt x="99" y="2"/>
                  <a:pt x="99" y="2"/>
                  <a:pt x="99" y="2"/>
                </a:cubicBezTo>
                <a:cubicBezTo>
                  <a:pt x="99" y="3"/>
                  <a:pt x="98" y="3"/>
                  <a:pt x="97" y="3"/>
                </a:cubicBezTo>
                <a:cubicBezTo>
                  <a:pt x="93" y="3"/>
                  <a:pt x="89" y="3"/>
                  <a:pt x="85" y="3"/>
                </a:cubicBezTo>
                <a:cubicBezTo>
                  <a:pt x="84" y="3"/>
                  <a:pt x="84" y="3"/>
                  <a:pt x="84" y="2"/>
                </a:cubicBezTo>
                <a:cubicBezTo>
                  <a:pt x="84" y="2"/>
                  <a:pt x="84" y="2"/>
                  <a:pt x="84" y="2"/>
                </a:cubicBezTo>
                <a:cubicBezTo>
                  <a:pt x="84" y="1"/>
                  <a:pt x="84" y="0"/>
                  <a:pt x="85" y="0"/>
                </a:cubicBezTo>
                <a:close/>
                <a:moveTo>
                  <a:pt x="106" y="0"/>
                </a:moveTo>
                <a:cubicBezTo>
                  <a:pt x="110" y="0"/>
                  <a:pt x="114" y="0"/>
                  <a:pt x="118" y="0"/>
                </a:cubicBezTo>
                <a:cubicBezTo>
                  <a:pt x="119" y="0"/>
                  <a:pt x="120" y="1"/>
                  <a:pt x="120" y="2"/>
                </a:cubicBezTo>
                <a:cubicBezTo>
                  <a:pt x="120" y="2"/>
                  <a:pt x="120" y="2"/>
                  <a:pt x="120" y="2"/>
                </a:cubicBezTo>
                <a:cubicBezTo>
                  <a:pt x="120" y="3"/>
                  <a:pt x="119" y="3"/>
                  <a:pt x="118" y="3"/>
                </a:cubicBezTo>
                <a:cubicBezTo>
                  <a:pt x="114" y="3"/>
                  <a:pt x="110" y="3"/>
                  <a:pt x="106" y="3"/>
                </a:cubicBezTo>
                <a:cubicBezTo>
                  <a:pt x="105" y="3"/>
                  <a:pt x="105" y="3"/>
                  <a:pt x="105" y="2"/>
                </a:cubicBezTo>
                <a:cubicBezTo>
                  <a:pt x="105" y="2"/>
                  <a:pt x="105" y="2"/>
                  <a:pt x="105" y="2"/>
                </a:cubicBezTo>
                <a:cubicBezTo>
                  <a:pt x="105" y="1"/>
                  <a:pt x="105" y="0"/>
                  <a:pt x="106" y="0"/>
                </a:cubicBezTo>
                <a:close/>
              </a:path>
            </a:pathLst>
          </a:custGeom>
          <a:solidFill>
            <a:srgbClr val="FAD1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23"/>
          <p:cNvSpPr>
            <a:spLocks/>
          </p:cNvSpPr>
          <p:nvPr/>
        </p:nvSpPr>
        <p:spPr bwMode="auto">
          <a:xfrm>
            <a:off x="5458052" y="388940"/>
            <a:ext cx="498475" cy="1430338"/>
          </a:xfrm>
          <a:custGeom>
            <a:avLst/>
            <a:gdLst>
              <a:gd name="T0" fmla="*/ 0 w 314"/>
              <a:gd name="T1" fmla="*/ 0 h 901"/>
              <a:gd name="T2" fmla="*/ 314 w 314"/>
              <a:gd name="T3" fmla="*/ 299 h 901"/>
              <a:gd name="T4" fmla="*/ 314 w 314"/>
              <a:gd name="T5" fmla="*/ 901 h 901"/>
              <a:gd name="T6" fmla="*/ 0 w 314"/>
              <a:gd name="T7" fmla="*/ 602 h 901"/>
              <a:gd name="T8" fmla="*/ 0 w 314"/>
              <a:gd name="T9" fmla="*/ 0 h 901"/>
              <a:gd name="T10" fmla="*/ 0 w 314"/>
              <a:gd name="T11" fmla="*/ 0 h 901"/>
            </a:gdLst>
            <a:ahLst/>
            <a:cxnLst>
              <a:cxn ang="0">
                <a:pos x="T0" y="T1"/>
              </a:cxn>
              <a:cxn ang="0">
                <a:pos x="T2" y="T3"/>
              </a:cxn>
              <a:cxn ang="0">
                <a:pos x="T4" y="T5"/>
              </a:cxn>
              <a:cxn ang="0">
                <a:pos x="T6" y="T7"/>
              </a:cxn>
              <a:cxn ang="0">
                <a:pos x="T8" y="T9"/>
              </a:cxn>
              <a:cxn ang="0">
                <a:pos x="T10" y="T11"/>
              </a:cxn>
            </a:cxnLst>
            <a:rect l="0" t="0" r="r" b="b"/>
            <a:pathLst>
              <a:path w="314" h="901">
                <a:moveTo>
                  <a:pt x="0" y="0"/>
                </a:moveTo>
                <a:lnTo>
                  <a:pt x="314" y="299"/>
                </a:lnTo>
                <a:lnTo>
                  <a:pt x="314" y="901"/>
                </a:lnTo>
                <a:lnTo>
                  <a:pt x="0" y="602"/>
                </a:lnTo>
                <a:lnTo>
                  <a:pt x="0" y="0"/>
                </a:lnTo>
                <a:lnTo>
                  <a:pt x="0" y="0"/>
                </a:lnTo>
                <a:close/>
              </a:path>
            </a:pathLst>
          </a:custGeom>
          <a:solidFill>
            <a:srgbClr val="CD40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24"/>
          <p:cNvSpPr>
            <a:spLocks noEditPoints="1"/>
          </p:cNvSpPr>
          <p:nvPr/>
        </p:nvSpPr>
        <p:spPr bwMode="auto">
          <a:xfrm>
            <a:off x="5458052" y="1211265"/>
            <a:ext cx="498475" cy="515938"/>
          </a:xfrm>
          <a:custGeom>
            <a:avLst/>
            <a:gdLst>
              <a:gd name="T0" fmla="*/ 60 w 60"/>
              <a:gd name="T1" fmla="*/ 57 h 62"/>
              <a:gd name="T2" fmla="*/ 60 w 60"/>
              <a:gd name="T3" fmla="*/ 62 h 62"/>
              <a:gd name="T4" fmla="*/ 53 w 60"/>
              <a:gd name="T5" fmla="*/ 56 h 62"/>
              <a:gd name="T6" fmla="*/ 53 w 60"/>
              <a:gd name="T7" fmla="*/ 54 h 62"/>
              <a:gd name="T8" fmla="*/ 53 w 60"/>
              <a:gd name="T9" fmla="*/ 54 h 62"/>
              <a:gd name="T10" fmla="*/ 56 w 60"/>
              <a:gd name="T11" fmla="*/ 54 h 62"/>
              <a:gd name="T12" fmla="*/ 60 w 60"/>
              <a:gd name="T13" fmla="*/ 57 h 62"/>
              <a:gd name="T14" fmla="*/ 0 w 60"/>
              <a:gd name="T15" fmla="*/ 5 h 62"/>
              <a:gd name="T16" fmla="*/ 0 w 60"/>
              <a:gd name="T17" fmla="*/ 0 h 62"/>
              <a:gd name="T18" fmla="*/ 3 w 60"/>
              <a:gd name="T19" fmla="*/ 4 h 62"/>
              <a:gd name="T20" fmla="*/ 4 w 60"/>
              <a:gd name="T21" fmla="*/ 6 h 62"/>
              <a:gd name="T22" fmla="*/ 4 w 60"/>
              <a:gd name="T23" fmla="*/ 6 h 62"/>
              <a:gd name="T24" fmla="*/ 1 w 60"/>
              <a:gd name="T25" fmla="*/ 6 h 62"/>
              <a:gd name="T26" fmla="*/ 0 w 60"/>
              <a:gd name="T27" fmla="*/ 5 h 62"/>
              <a:gd name="T28" fmla="*/ 10 w 60"/>
              <a:gd name="T29" fmla="*/ 10 h 62"/>
              <a:gd name="T30" fmla="*/ 19 w 60"/>
              <a:gd name="T31" fmla="*/ 18 h 62"/>
              <a:gd name="T32" fmla="*/ 19 w 60"/>
              <a:gd name="T33" fmla="*/ 21 h 62"/>
              <a:gd name="T34" fmla="*/ 19 w 60"/>
              <a:gd name="T35" fmla="*/ 21 h 62"/>
              <a:gd name="T36" fmla="*/ 16 w 60"/>
              <a:gd name="T37" fmla="*/ 21 h 62"/>
              <a:gd name="T38" fmla="*/ 8 w 60"/>
              <a:gd name="T39" fmla="*/ 13 h 62"/>
              <a:gd name="T40" fmla="*/ 8 w 60"/>
              <a:gd name="T41" fmla="*/ 10 h 62"/>
              <a:gd name="T42" fmla="*/ 8 w 60"/>
              <a:gd name="T43" fmla="*/ 10 h 62"/>
              <a:gd name="T44" fmla="*/ 10 w 60"/>
              <a:gd name="T45" fmla="*/ 10 h 62"/>
              <a:gd name="T46" fmla="*/ 25 w 60"/>
              <a:gd name="T47" fmla="*/ 25 h 62"/>
              <a:gd name="T48" fmla="*/ 34 w 60"/>
              <a:gd name="T49" fmla="*/ 33 h 62"/>
              <a:gd name="T50" fmla="*/ 34 w 60"/>
              <a:gd name="T51" fmla="*/ 35 h 62"/>
              <a:gd name="T52" fmla="*/ 34 w 60"/>
              <a:gd name="T53" fmla="*/ 35 h 62"/>
              <a:gd name="T54" fmla="*/ 32 w 60"/>
              <a:gd name="T55" fmla="*/ 35 h 62"/>
              <a:gd name="T56" fmla="*/ 23 w 60"/>
              <a:gd name="T57" fmla="*/ 27 h 62"/>
              <a:gd name="T58" fmla="*/ 23 w 60"/>
              <a:gd name="T59" fmla="*/ 25 h 62"/>
              <a:gd name="T60" fmla="*/ 23 w 60"/>
              <a:gd name="T61" fmla="*/ 25 h 62"/>
              <a:gd name="T62" fmla="*/ 25 w 60"/>
              <a:gd name="T63" fmla="*/ 25 h 62"/>
              <a:gd name="T64" fmla="*/ 41 w 60"/>
              <a:gd name="T65" fmla="*/ 39 h 62"/>
              <a:gd name="T66" fmla="*/ 49 w 60"/>
              <a:gd name="T67" fmla="*/ 47 h 62"/>
              <a:gd name="T68" fmla="*/ 49 w 60"/>
              <a:gd name="T69" fmla="*/ 50 h 62"/>
              <a:gd name="T70" fmla="*/ 49 w 60"/>
              <a:gd name="T71" fmla="*/ 50 h 62"/>
              <a:gd name="T72" fmla="*/ 47 w 60"/>
              <a:gd name="T73" fmla="*/ 50 h 62"/>
              <a:gd name="T74" fmla="*/ 38 w 60"/>
              <a:gd name="T75" fmla="*/ 42 h 62"/>
              <a:gd name="T76" fmla="*/ 38 w 60"/>
              <a:gd name="T77" fmla="*/ 39 h 62"/>
              <a:gd name="T78" fmla="*/ 38 w 60"/>
              <a:gd name="T79" fmla="*/ 39 h 62"/>
              <a:gd name="T80" fmla="*/ 41 w 60"/>
              <a:gd name="T81" fmla="*/ 39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0" h="62">
                <a:moveTo>
                  <a:pt x="60" y="57"/>
                </a:moveTo>
                <a:cubicBezTo>
                  <a:pt x="60" y="62"/>
                  <a:pt x="60" y="62"/>
                  <a:pt x="60" y="62"/>
                </a:cubicBezTo>
                <a:cubicBezTo>
                  <a:pt x="58" y="60"/>
                  <a:pt x="56" y="58"/>
                  <a:pt x="53" y="56"/>
                </a:cubicBezTo>
                <a:cubicBezTo>
                  <a:pt x="53" y="56"/>
                  <a:pt x="53" y="55"/>
                  <a:pt x="53" y="54"/>
                </a:cubicBezTo>
                <a:cubicBezTo>
                  <a:pt x="53" y="54"/>
                  <a:pt x="53" y="54"/>
                  <a:pt x="53" y="54"/>
                </a:cubicBezTo>
                <a:cubicBezTo>
                  <a:pt x="54" y="53"/>
                  <a:pt x="55" y="53"/>
                  <a:pt x="56" y="54"/>
                </a:cubicBezTo>
                <a:cubicBezTo>
                  <a:pt x="57" y="55"/>
                  <a:pt x="58" y="56"/>
                  <a:pt x="60" y="57"/>
                </a:cubicBezTo>
                <a:close/>
                <a:moveTo>
                  <a:pt x="0" y="5"/>
                </a:moveTo>
                <a:cubicBezTo>
                  <a:pt x="0" y="0"/>
                  <a:pt x="0" y="0"/>
                  <a:pt x="0" y="0"/>
                </a:cubicBezTo>
                <a:cubicBezTo>
                  <a:pt x="1" y="2"/>
                  <a:pt x="2" y="3"/>
                  <a:pt x="3" y="4"/>
                </a:cubicBezTo>
                <a:cubicBezTo>
                  <a:pt x="4" y="5"/>
                  <a:pt x="4" y="6"/>
                  <a:pt x="4" y="6"/>
                </a:cubicBezTo>
                <a:cubicBezTo>
                  <a:pt x="4" y="6"/>
                  <a:pt x="4" y="6"/>
                  <a:pt x="4" y="6"/>
                </a:cubicBezTo>
                <a:cubicBezTo>
                  <a:pt x="3" y="7"/>
                  <a:pt x="2" y="7"/>
                  <a:pt x="1" y="6"/>
                </a:cubicBezTo>
                <a:cubicBezTo>
                  <a:pt x="1" y="6"/>
                  <a:pt x="0" y="5"/>
                  <a:pt x="0" y="5"/>
                </a:cubicBezTo>
                <a:close/>
                <a:moveTo>
                  <a:pt x="10" y="10"/>
                </a:moveTo>
                <a:cubicBezTo>
                  <a:pt x="13" y="13"/>
                  <a:pt x="16" y="16"/>
                  <a:pt x="19" y="18"/>
                </a:cubicBezTo>
                <a:cubicBezTo>
                  <a:pt x="19" y="19"/>
                  <a:pt x="19" y="20"/>
                  <a:pt x="19" y="21"/>
                </a:cubicBezTo>
                <a:cubicBezTo>
                  <a:pt x="19" y="21"/>
                  <a:pt x="19" y="21"/>
                  <a:pt x="19" y="21"/>
                </a:cubicBezTo>
                <a:cubicBezTo>
                  <a:pt x="18" y="21"/>
                  <a:pt x="17" y="22"/>
                  <a:pt x="16" y="21"/>
                </a:cubicBezTo>
                <a:cubicBezTo>
                  <a:pt x="14" y="18"/>
                  <a:pt x="11" y="15"/>
                  <a:pt x="8" y="13"/>
                </a:cubicBezTo>
                <a:cubicBezTo>
                  <a:pt x="7" y="12"/>
                  <a:pt x="7" y="11"/>
                  <a:pt x="8" y="10"/>
                </a:cubicBezTo>
                <a:cubicBezTo>
                  <a:pt x="8" y="10"/>
                  <a:pt x="8" y="10"/>
                  <a:pt x="8" y="10"/>
                </a:cubicBezTo>
                <a:cubicBezTo>
                  <a:pt x="8" y="10"/>
                  <a:pt x="9" y="10"/>
                  <a:pt x="10" y="10"/>
                </a:cubicBezTo>
                <a:close/>
                <a:moveTo>
                  <a:pt x="25" y="25"/>
                </a:moveTo>
                <a:cubicBezTo>
                  <a:pt x="28" y="28"/>
                  <a:pt x="31" y="30"/>
                  <a:pt x="34" y="33"/>
                </a:cubicBezTo>
                <a:cubicBezTo>
                  <a:pt x="35" y="34"/>
                  <a:pt x="35" y="35"/>
                  <a:pt x="34" y="35"/>
                </a:cubicBezTo>
                <a:cubicBezTo>
                  <a:pt x="34" y="35"/>
                  <a:pt x="34" y="35"/>
                  <a:pt x="34" y="35"/>
                </a:cubicBezTo>
                <a:cubicBezTo>
                  <a:pt x="33" y="36"/>
                  <a:pt x="32" y="36"/>
                  <a:pt x="32" y="35"/>
                </a:cubicBezTo>
                <a:cubicBezTo>
                  <a:pt x="29" y="33"/>
                  <a:pt x="26" y="30"/>
                  <a:pt x="23" y="27"/>
                </a:cubicBezTo>
                <a:cubicBezTo>
                  <a:pt x="22" y="27"/>
                  <a:pt x="22" y="26"/>
                  <a:pt x="23" y="25"/>
                </a:cubicBezTo>
                <a:cubicBezTo>
                  <a:pt x="23" y="25"/>
                  <a:pt x="23" y="25"/>
                  <a:pt x="23" y="25"/>
                </a:cubicBezTo>
                <a:cubicBezTo>
                  <a:pt x="24" y="24"/>
                  <a:pt x="25" y="24"/>
                  <a:pt x="25" y="25"/>
                </a:cubicBezTo>
                <a:close/>
                <a:moveTo>
                  <a:pt x="41" y="39"/>
                </a:moveTo>
                <a:cubicBezTo>
                  <a:pt x="43" y="42"/>
                  <a:pt x="46" y="45"/>
                  <a:pt x="49" y="47"/>
                </a:cubicBezTo>
                <a:cubicBezTo>
                  <a:pt x="50" y="48"/>
                  <a:pt x="50" y="49"/>
                  <a:pt x="49" y="50"/>
                </a:cubicBezTo>
                <a:cubicBezTo>
                  <a:pt x="49" y="50"/>
                  <a:pt x="49" y="50"/>
                  <a:pt x="49" y="50"/>
                </a:cubicBezTo>
                <a:cubicBezTo>
                  <a:pt x="48" y="50"/>
                  <a:pt x="47" y="50"/>
                  <a:pt x="47" y="50"/>
                </a:cubicBezTo>
                <a:cubicBezTo>
                  <a:pt x="44" y="47"/>
                  <a:pt x="41" y="44"/>
                  <a:pt x="38" y="42"/>
                </a:cubicBezTo>
                <a:cubicBezTo>
                  <a:pt x="38" y="41"/>
                  <a:pt x="38" y="40"/>
                  <a:pt x="38" y="39"/>
                </a:cubicBezTo>
                <a:cubicBezTo>
                  <a:pt x="38" y="39"/>
                  <a:pt x="38" y="39"/>
                  <a:pt x="38" y="39"/>
                </a:cubicBezTo>
                <a:cubicBezTo>
                  <a:pt x="39" y="39"/>
                  <a:pt x="40" y="39"/>
                  <a:pt x="41" y="39"/>
                </a:cubicBezTo>
                <a:close/>
              </a:path>
            </a:pathLst>
          </a:custGeom>
          <a:solidFill>
            <a:srgbClr val="E84A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25"/>
          <p:cNvSpPr>
            <a:spLocks/>
          </p:cNvSpPr>
          <p:nvPr/>
        </p:nvSpPr>
        <p:spPr bwMode="auto">
          <a:xfrm>
            <a:off x="5759450" y="0"/>
            <a:ext cx="6432550" cy="6858000"/>
          </a:xfrm>
          <a:custGeom>
            <a:avLst/>
            <a:gdLst>
              <a:gd name="T0" fmla="*/ 0 w 4052"/>
              <a:gd name="T1" fmla="*/ 0 h 4320"/>
              <a:gd name="T2" fmla="*/ 4052 w 4052"/>
              <a:gd name="T3" fmla="*/ 0 h 4320"/>
              <a:gd name="T4" fmla="*/ 4052 w 4052"/>
              <a:gd name="T5" fmla="*/ 4320 h 4320"/>
              <a:gd name="T6" fmla="*/ 0 w 4052"/>
              <a:gd name="T7" fmla="*/ 4320 h 4320"/>
              <a:gd name="T8" fmla="*/ 0 w 4052"/>
              <a:gd name="T9" fmla="*/ 0 h 4320"/>
              <a:gd name="T10" fmla="*/ 0 w 4052"/>
              <a:gd name="T11" fmla="*/ 0 h 4320"/>
            </a:gdLst>
            <a:ahLst/>
            <a:cxnLst>
              <a:cxn ang="0">
                <a:pos x="T0" y="T1"/>
              </a:cxn>
              <a:cxn ang="0">
                <a:pos x="T2" y="T3"/>
              </a:cxn>
              <a:cxn ang="0">
                <a:pos x="T4" y="T5"/>
              </a:cxn>
              <a:cxn ang="0">
                <a:pos x="T6" y="T7"/>
              </a:cxn>
              <a:cxn ang="0">
                <a:pos x="T8" y="T9"/>
              </a:cxn>
              <a:cxn ang="0">
                <a:pos x="T10" y="T11"/>
              </a:cxn>
            </a:cxnLst>
            <a:rect l="0" t="0" r="r" b="b"/>
            <a:pathLst>
              <a:path w="4052" h="4320">
                <a:moveTo>
                  <a:pt x="0" y="0"/>
                </a:moveTo>
                <a:lnTo>
                  <a:pt x="4052" y="0"/>
                </a:lnTo>
                <a:lnTo>
                  <a:pt x="4052" y="4320"/>
                </a:lnTo>
                <a:lnTo>
                  <a:pt x="0" y="4320"/>
                </a:lnTo>
                <a:lnTo>
                  <a:pt x="0" y="0"/>
                </a:lnTo>
                <a:lnTo>
                  <a:pt x="0" y="0"/>
                </a:lnTo>
                <a:close/>
              </a:path>
            </a:pathLst>
          </a:custGeom>
          <a:solidFill>
            <a:srgbClr val="DCDDDD"/>
          </a:solidFill>
          <a:ln w="9525">
            <a:noFill/>
            <a:round/>
            <a:headEnd/>
            <a:tailEnd/>
          </a:ln>
        </p:spPr>
        <p:txBody>
          <a:bodyPr vert="horz" wrap="square" lIns="91440" tIns="45720" rIns="91440" bIns="45720" numCol="1" anchor="t" anchorCtr="0" compatLnSpc="1">
            <a:prstTxWarp prst="textNoShape">
              <a:avLst/>
            </a:prstTxWarp>
          </a:bodyPr>
          <a:lstStyle/>
          <a:p>
            <a:endParaRPr lang="zh-CN" altLang="en-US" dirty="0"/>
          </a:p>
        </p:txBody>
      </p:sp>
      <p:sp>
        <p:nvSpPr>
          <p:cNvPr id="196" name="Freeform 26"/>
          <p:cNvSpPr>
            <a:spLocks/>
          </p:cNvSpPr>
          <p:nvPr/>
        </p:nvSpPr>
        <p:spPr bwMode="auto">
          <a:xfrm>
            <a:off x="5766027" y="488952"/>
            <a:ext cx="1736725" cy="955675"/>
          </a:xfrm>
          <a:custGeom>
            <a:avLst/>
            <a:gdLst>
              <a:gd name="T0" fmla="*/ 0 w 1094"/>
              <a:gd name="T1" fmla="*/ 0 h 602"/>
              <a:gd name="T2" fmla="*/ 911 w 1094"/>
              <a:gd name="T3" fmla="*/ 0 h 602"/>
              <a:gd name="T4" fmla="*/ 1094 w 1094"/>
              <a:gd name="T5" fmla="*/ 304 h 602"/>
              <a:gd name="T6" fmla="*/ 911 w 1094"/>
              <a:gd name="T7" fmla="*/ 602 h 602"/>
              <a:gd name="T8" fmla="*/ 0 w 1094"/>
              <a:gd name="T9" fmla="*/ 602 h 602"/>
              <a:gd name="T10" fmla="*/ 0 w 1094"/>
              <a:gd name="T11" fmla="*/ 0 h 602"/>
              <a:gd name="T12" fmla="*/ 0 w 1094"/>
              <a:gd name="T13" fmla="*/ 0 h 602"/>
            </a:gdLst>
            <a:ahLst/>
            <a:cxnLst>
              <a:cxn ang="0">
                <a:pos x="T0" y="T1"/>
              </a:cxn>
              <a:cxn ang="0">
                <a:pos x="T2" y="T3"/>
              </a:cxn>
              <a:cxn ang="0">
                <a:pos x="T4" y="T5"/>
              </a:cxn>
              <a:cxn ang="0">
                <a:pos x="T6" y="T7"/>
              </a:cxn>
              <a:cxn ang="0">
                <a:pos x="T8" y="T9"/>
              </a:cxn>
              <a:cxn ang="0">
                <a:pos x="T10" y="T11"/>
              </a:cxn>
              <a:cxn ang="0">
                <a:pos x="T12" y="T13"/>
              </a:cxn>
            </a:cxnLst>
            <a:rect l="0" t="0" r="r" b="b"/>
            <a:pathLst>
              <a:path w="1094" h="602">
                <a:moveTo>
                  <a:pt x="0" y="0"/>
                </a:moveTo>
                <a:lnTo>
                  <a:pt x="911" y="0"/>
                </a:lnTo>
                <a:lnTo>
                  <a:pt x="1094" y="304"/>
                </a:lnTo>
                <a:lnTo>
                  <a:pt x="911" y="602"/>
                </a:lnTo>
                <a:lnTo>
                  <a:pt x="0" y="602"/>
                </a:lnTo>
                <a:lnTo>
                  <a:pt x="0" y="0"/>
                </a:lnTo>
                <a:lnTo>
                  <a:pt x="0" y="0"/>
                </a:lnTo>
                <a:close/>
              </a:path>
            </a:pathLst>
          </a:custGeom>
          <a:solidFill>
            <a:srgbClr val="C9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27"/>
          <p:cNvSpPr>
            <a:spLocks/>
          </p:cNvSpPr>
          <p:nvPr/>
        </p:nvSpPr>
        <p:spPr bwMode="auto">
          <a:xfrm>
            <a:off x="5458052" y="388940"/>
            <a:ext cx="1954212" cy="955675"/>
          </a:xfrm>
          <a:custGeom>
            <a:avLst/>
            <a:gdLst>
              <a:gd name="T0" fmla="*/ 0 w 1231"/>
              <a:gd name="T1" fmla="*/ 0 h 602"/>
              <a:gd name="T2" fmla="*/ 1047 w 1231"/>
              <a:gd name="T3" fmla="*/ 0 h 602"/>
              <a:gd name="T4" fmla="*/ 1231 w 1231"/>
              <a:gd name="T5" fmla="*/ 299 h 602"/>
              <a:gd name="T6" fmla="*/ 1047 w 1231"/>
              <a:gd name="T7" fmla="*/ 602 h 602"/>
              <a:gd name="T8" fmla="*/ 0 w 1231"/>
              <a:gd name="T9" fmla="*/ 602 h 602"/>
              <a:gd name="T10" fmla="*/ 0 w 1231"/>
              <a:gd name="T11" fmla="*/ 0 h 602"/>
              <a:gd name="T12" fmla="*/ 0 w 1231"/>
              <a:gd name="T13" fmla="*/ 0 h 602"/>
            </a:gdLst>
            <a:ahLst/>
            <a:cxnLst>
              <a:cxn ang="0">
                <a:pos x="T0" y="T1"/>
              </a:cxn>
              <a:cxn ang="0">
                <a:pos x="T2" y="T3"/>
              </a:cxn>
              <a:cxn ang="0">
                <a:pos x="T4" y="T5"/>
              </a:cxn>
              <a:cxn ang="0">
                <a:pos x="T6" y="T7"/>
              </a:cxn>
              <a:cxn ang="0">
                <a:pos x="T8" y="T9"/>
              </a:cxn>
              <a:cxn ang="0">
                <a:pos x="T10" y="T11"/>
              </a:cxn>
              <a:cxn ang="0">
                <a:pos x="T12" y="T13"/>
              </a:cxn>
            </a:cxnLst>
            <a:rect l="0" t="0" r="r" b="b"/>
            <a:pathLst>
              <a:path w="1231" h="602">
                <a:moveTo>
                  <a:pt x="0" y="0"/>
                </a:moveTo>
                <a:lnTo>
                  <a:pt x="1047" y="0"/>
                </a:lnTo>
                <a:lnTo>
                  <a:pt x="1231" y="299"/>
                </a:lnTo>
                <a:lnTo>
                  <a:pt x="1047" y="602"/>
                </a:lnTo>
                <a:lnTo>
                  <a:pt x="0" y="602"/>
                </a:lnTo>
                <a:lnTo>
                  <a:pt x="0" y="0"/>
                </a:lnTo>
                <a:lnTo>
                  <a:pt x="0" y="0"/>
                </a:lnTo>
                <a:close/>
              </a:path>
            </a:pathLst>
          </a:custGeom>
          <a:solidFill>
            <a:srgbClr val="E84A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28"/>
          <p:cNvSpPr>
            <a:spLocks noEditPoints="1"/>
          </p:cNvSpPr>
          <p:nvPr/>
        </p:nvSpPr>
        <p:spPr bwMode="auto">
          <a:xfrm>
            <a:off x="5458052" y="912815"/>
            <a:ext cx="1836737" cy="365125"/>
          </a:xfrm>
          <a:custGeom>
            <a:avLst/>
            <a:gdLst>
              <a:gd name="T0" fmla="*/ 30 w 221"/>
              <a:gd name="T1" fmla="*/ 44 h 44"/>
              <a:gd name="T2" fmla="*/ 32 w 221"/>
              <a:gd name="T3" fmla="*/ 43 h 44"/>
              <a:gd name="T4" fmla="*/ 19 w 221"/>
              <a:gd name="T5" fmla="*/ 41 h 44"/>
              <a:gd name="T6" fmla="*/ 17 w 221"/>
              <a:gd name="T7" fmla="*/ 43 h 44"/>
              <a:gd name="T8" fmla="*/ 196 w 221"/>
              <a:gd name="T9" fmla="*/ 43 h 44"/>
              <a:gd name="T10" fmla="*/ 198 w 221"/>
              <a:gd name="T11" fmla="*/ 37 h 44"/>
              <a:gd name="T12" fmla="*/ 195 w 221"/>
              <a:gd name="T13" fmla="*/ 37 h 44"/>
              <a:gd name="T14" fmla="*/ 186 w 221"/>
              <a:gd name="T15" fmla="*/ 41 h 44"/>
              <a:gd name="T16" fmla="*/ 185 w 221"/>
              <a:gd name="T17" fmla="*/ 43 h 44"/>
              <a:gd name="T18" fmla="*/ 194 w 221"/>
              <a:gd name="T19" fmla="*/ 44 h 44"/>
              <a:gd name="T20" fmla="*/ 217 w 221"/>
              <a:gd name="T21" fmla="*/ 1 h 44"/>
              <a:gd name="T22" fmla="*/ 212 w 221"/>
              <a:gd name="T23" fmla="*/ 14 h 44"/>
              <a:gd name="T24" fmla="*/ 214 w 221"/>
              <a:gd name="T25" fmla="*/ 13 h 44"/>
              <a:gd name="T26" fmla="*/ 219 w 221"/>
              <a:gd name="T27" fmla="*/ 1 h 44"/>
              <a:gd name="T28" fmla="*/ 217 w 221"/>
              <a:gd name="T29" fmla="*/ 1 h 44"/>
              <a:gd name="T30" fmla="*/ 200 w 221"/>
              <a:gd name="T31" fmla="*/ 29 h 44"/>
              <a:gd name="T32" fmla="*/ 201 w 221"/>
              <a:gd name="T33" fmla="*/ 32 h 44"/>
              <a:gd name="T34" fmla="*/ 209 w 221"/>
              <a:gd name="T35" fmla="*/ 21 h 44"/>
              <a:gd name="T36" fmla="*/ 209 w 221"/>
              <a:gd name="T37" fmla="*/ 19 h 44"/>
              <a:gd name="T38" fmla="*/ 0 w 221"/>
              <a:gd name="T39" fmla="*/ 41 h 44"/>
              <a:gd name="T40" fmla="*/ 8 w 221"/>
              <a:gd name="T41" fmla="*/ 44 h 44"/>
              <a:gd name="T42" fmla="*/ 10 w 221"/>
              <a:gd name="T43" fmla="*/ 43 h 44"/>
              <a:gd name="T44" fmla="*/ 0 w 221"/>
              <a:gd name="T45" fmla="*/ 41 h 44"/>
              <a:gd name="T46" fmla="*/ 51 w 221"/>
              <a:gd name="T47" fmla="*/ 44 h 44"/>
              <a:gd name="T48" fmla="*/ 53 w 221"/>
              <a:gd name="T49" fmla="*/ 43 h 44"/>
              <a:gd name="T50" fmla="*/ 40 w 221"/>
              <a:gd name="T51" fmla="*/ 41 h 44"/>
              <a:gd name="T52" fmla="*/ 38 w 221"/>
              <a:gd name="T53" fmla="*/ 43 h 44"/>
              <a:gd name="T54" fmla="*/ 60 w 221"/>
              <a:gd name="T55" fmla="*/ 44 h 44"/>
              <a:gd name="T56" fmla="*/ 74 w 221"/>
              <a:gd name="T57" fmla="*/ 43 h 44"/>
              <a:gd name="T58" fmla="*/ 72 w 221"/>
              <a:gd name="T59" fmla="*/ 41 h 44"/>
              <a:gd name="T60" fmla="*/ 59 w 221"/>
              <a:gd name="T61" fmla="*/ 43 h 44"/>
              <a:gd name="T62" fmla="*/ 60 w 221"/>
              <a:gd name="T63" fmla="*/ 44 h 44"/>
              <a:gd name="T64" fmla="*/ 93 w 221"/>
              <a:gd name="T65" fmla="*/ 44 h 44"/>
              <a:gd name="T66" fmla="*/ 95 w 221"/>
              <a:gd name="T67" fmla="*/ 43 h 44"/>
              <a:gd name="T68" fmla="*/ 81 w 221"/>
              <a:gd name="T69" fmla="*/ 41 h 44"/>
              <a:gd name="T70" fmla="*/ 80 w 221"/>
              <a:gd name="T71" fmla="*/ 43 h 44"/>
              <a:gd name="T72" fmla="*/ 102 w 221"/>
              <a:gd name="T73" fmla="*/ 44 h 44"/>
              <a:gd name="T74" fmla="*/ 116 w 221"/>
              <a:gd name="T75" fmla="*/ 43 h 44"/>
              <a:gd name="T76" fmla="*/ 114 w 221"/>
              <a:gd name="T77" fmla="*/ 41 h 44"/>
              <a:gd name="T78" fmla="*/ 101 w 221"/>
              <a:gd name="T79" fmla="*/ 43 h 44"/>
              <a:gd name="T80" fmla="*/ 102 w 221"/>
              <a:gd name="T81" fmla="*/ 44 h 44"/>
              <a:gd name="T82" fmla="*/ 135 w 221"/>
              <a:gd name="T83" fmla="*/ 44 h 44"/>
              <a:gd name="T84" fmla="*/ 137 w 221"/>
              <a:gd name="T85" fmla="*/ 43 h 44"/>
              <a:gd name="T86" fmla="*/ 123 w 221"/>
              <a:gd name="T87" fmla="*/ 41 h 44"/>
              <a:gd name="T88" fmla="*/ 122 w 221"/>
              <a:gd name="T89" fmla="*/ 43 h 44"/>
              <a:gd name="T90" fmla="*/ 144 w 221"/>
              <a:gd name="T91" fmla="*/ 44 h 44"/>
              <a:gd name="T92" fmla="*/ 158 w 221"/>
              <a:gd name="T93" fmla="*/ 43 h 44"/>
              <a:gd name="T94" fmla="*/ 156 w 221"/>
              <a:gd name="T95" fmla="*/ 41 h 44"/>
              <a:gd name="T96" fmla="*/ 143 w 221"/>
              <a:gd name="T97" fmla="*/ 43 h 44"/>
              <a:gd name="T98" fmla="*/ 144 w 221"/>
              <a:gd name="T99" fmla="*/ 44 h 44"/>
              <a:gd name="T100" fmla="*/ 177 w 221"/>
              <a:gd name="T101" fmla="*/ 44 h 44"/>
              <a:gd name="T102" fmla="*/ 179 w 221"/>
              <a:gd name="T103" fmla="*/ 43 h 44"/>
              <a:gd name="T104" fmla="*/ 165 w 221"/>
              <a:gd name="T105" fmla="*/ 41 h 44"/>
              <a:gd name="T106" fmla="*/ 164 w 221"/>
              <a:gd name="T107" fmla="*/ 4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21" h="44">
                <a:moveTo>
                  <a:pt x="19" y="44"/>
                </a:moveTo>
                <a:cubicBezTo>
                  <a:pt x="22" y="44"/>
                  <a:pt x="26" y="44"/>
                  <a:pt x="30" y="44"/>
                </a:cubicBezTo>
                <a:cubicBezTo>
                  <a:pt x="31" y="44"/>
                  <a:pt x="32" y="44"/>
                  <a:pt x="32" y="43"/>
                </a:cubicBezTo>
                <a:cubicBezTo>
                  <a:pt x="32" y="43"/>
                  <a:pt x="32" y="43"/>
                  <a:pt x="32" y="43"/>
                </a:cubicBezTo>
                <a:cubicBezTo>
                  <a:pt x="32" y="42"/>
                  <a:pt x="31" y="41"/>
                  <a:pt x="30" y="41"/>
                </a:cubicBezTo>
                <a:cubicBezTo>
                  <a:pt x="26" y="41"/>
                  <a:pt x="22" y="41"/>
                  <a:pt x="19" y="41"/>
                </a:cubicBezTo>
                <a:cubicBezTo>
                  <a:pt x="18" y="41"/>
                  <a:pt x="17" y="42"/>
                  <a:pt x="17" y="43"/>
                </a:cubicBezTo>
                <a:cubicBezTo>
                  <a:pt x="17" y="43"/>
                  <a:pt x="17" y="43"/>
                  <a:pt x="17" y="43"/>
                </a:cubicBezTo>
                <a:cubicBezTo>
                  <a:pt x="17" y="44"/>
                  <a:pt x="18" y="44"/>
                  <a:pt x="19" y="44"/>
                </a:cubicBezTo>
                <a:close/>
                <a:moveTo>
                  <a:pt x="196" y="43"/>
                </a:moveTo>
                <a:cubicBezTo>
                  <a:pt x="196" y="42"/>
                  <a:pt x="197" y="40"/>
                  <a:pt x="198" y="39"/>
                </a:cubicBezTo>
                <a:cubicBezTo>
                  <a:pt x="199" y="38"/>
                  <a:pt x="198" y="37"/>
                  <a:pt x="198" y="37"/>
                </a:cubicBezTo>
                <a:cubicBezTo>
                  <a:pt x="198" y="37"/>
                  <a:pt x="198" y="37"/>
                  <a:pt x="198" y="37"/>
                </a:cubicBezTo>
                <a:cubicBezTo>
                  <a:pt x="197" y="36"/>
                  <a:pt x="196" y="37"/>
                  <a:pt x="195" y="37"/>
                </a:cubicBezTo>
                <a:cubicBezTo>
                  <a:pt x="195" y="39"/>
                  <a:pt x="194" y="40"/>
                  <a:pt x="193" y="41"/>
                </a:cubicBezTo>
                <a:cubicBezTo>
                  <a:pt x="190" y="41"/>
                  <a:pt x="190" y="41"/>
                  <a:pt x="186" y="41"/>
                </a:cubicBezTo>
                <a:cubicBezTo>
                  <a:pt x="186" y="41"/>
                  <a:pt x="185" y="42"/>
                  <a:pt x="185" y="43"/>
                </a:cubicBezTo>
                <a:cubicBezTo>
                  <a:pt x="185" y="43"/>
                  <a:pt x="185" y="43"/>
                  <a:pt x="185" y="43"/>
                </a:cubicBezTo>
                <a:cubicBezTo>
                  <a:pt x="185" y="44"/>
                  <a:pt x="186" y="44"/>
                  <a:pt x="186" y="44"/>
                </a:cubicBezTo>
                <a:cubicBezTo>
                  <a:pt x="194" y="44"/>
                  <a:pt x="194" y="44"/>
                  <a:pt x="194" y="44"/>
                </a:cubicBezTo>
                <a:cubicBezTo>
                  <a:pt x="195" y="44"/>
                  <a:pt x="195" y="44"/>
                  <a:pt x="196" y="43"/>
                </a:cubicBezTo>
                <a:close/>
                <a:moveTo>
                  <a:pt x="217" y="1"/>
                </a:moveTo>
                <a:cubicBezTo>
                  <a:pt x="215" y="5"/>
                  <a:pt x="213" y="8"/>
                  <a:pt x="211" y="12"/>
                </a:cubicBezTo>
                <a:cubicBezTo>
                  <a:pt x="211" y="12"/>
                  <a:pt x="211" y="13"/>
                  <a:pt x="212" y="14"/>
                </a:cubicBezTo>
                <a:cubicBezTo>
                  <a:pt x="212" y="14"/>
                  <a:pt x="212" y="14"/>
                  <a:pt x="212" y="14"/>
                </a:cubicBezTo>
                <a:cubicBezTo>
                  <a:pt x="212" y="14"/>
                  <a:pt x="213" y="14"/>
                  <a:pt x="214" y="13"/>
                </a:cubicBezTo>
                <a:cubicBezTo>
                  <a:pt x="216" y="10"/>
                  <a:pt x="218" y="7"/>
                  <a:pt x="220" y="3"/>
                </a:cubicBezTo>
                <a:cubicBezTo>
                  <a:pt x="221" y="2"/>
                  <a:pt x="220" y="1"/>
                  <a:pt x="219" y="1"/>
                </a:cubicBezTo>
                <a:cubicBezTo>
                  <a:pt x="219" y="1"/>
                  <a:pt x="219" y="1"/>
                  <a:pt x="219" y="1"/>
                </a:cubicBezTo>
                <a:cubicBezTo>
                  <a:pt x="219" y="0"/>
                  <a:pt x="218" y="1"/>
                  <a:pt x="217" y="1"/>
                </a:cubicBezTo>
                <a:close/>
                <a:moveTo>
                  <a:pt x="206" y="19"/>
                </a:moveTo>
                <a:cubicBezTo>
                  <a:pt x="204" y="23"/>
                  <a:pt x="202" y="26"/>
                  <a:pt x="200" y="29"/>
                </a:cubicBezTo>
                <a:cubicBezTo>
                  <a:pt x="200" y="30"/>
                  <a:pt x="200" y="31"/>
                  <a:pt x="201" y="32"/>
                </a:cubicBezTo>
                <a:cubicBezTo>
                  <a:pt x="201" y="32"/>
                  <a:pt x="201" y="32"/>
                  <a:pt x="201" y="32"/>
                </a:cubicBezTo>
                <a:cubicBezTo>
                  <a:pt x="201" y="32"/>
                  <a:pt x="203" y="32"/>
                  <a:pt x="203" y="31"/>
                </a:cubicBezTo>
                <a:cubicBezTo>
                  <a:pt x="205" y="28"/>
                  <a:pt x="207" y="24"/>
                  <a:pt x="209" y="21"/>
                </a:cubicBezTo>
                <a:cubicBezTo>
                  <a:pt x="210" y="20"/>
                  <a:pt x="209" y="19"/>
                  <a:pt x="209" y="19"/>
                </a:cubicBezTo>
                <a:cubicBezTo>
                  <a:pt x="209" y="19"/>
                  <a:pt x="209" y="19"/>
                  <a:pt x="209" y="19"/>
                </a:cubicBezTo>
                <a:cubicBezTo>
                  <a:pt x="208" y="18"/>
                  <a:pt x="207" y="19"/>
                  <a:pt x="206" y="19"/>
                </a:cubicBezTo>
                <a:close/>
                <a:moveTo>
                  <a:pt x="0" y="41"/>
                </a:moveTo>
                <a:cubicBezTo>
                  <a:pt x="0" y="44"/>
                  <a:pt x="0" y="44"/>
                  <a:pt x="0" y="44"/>
                </a:cubicBezTo>
                <a:cubicBezTo>
                  <a:pt x="8" y="44"/>
                  <a:pt x="8" y="44"/>
                  <a:pt x="8" y="44"/>
                </a:cubicBezTo>
                <a:cubicBezTo>
                  <a:pt x="9" y="44"/>
                  <a:pt x="10" y="44"/>
                  <a:pt x="10" y="43"/>
                </a:cubicBezTo>
                <a:cubicBezTo>
                  <a:pt x="10" y="43"/>
                  <a:pt x="10" y="43"/>
                  <a:pt x="10" y="43"/>
                </a:cubicBezTo>
                <a:cubicBezTo>
                  <a:pt x="10" y="42"/>
                  <a:pt x="9" y="41"/>
                  <a:pt x="8" y="41"/>
                </a:cubicBezTo>
                <a:cubicBezTo>
                  <a:pt x="0" y="41"/>
                  <a:pt x="0" y="41"/>
                  <a:pt x="0" y="41"/>
                </a:cubicBezTo>
                <a:close/>
                <a:moveTo>
                  <a:pt x="40" y="44"/>
                </a:moveTo>
                <a:cubicBezTo>
                  <a:pt x="43" y="44"/>
                  <a:pt x="47" y="44"/>
                  <a:pt x="51" y="44"/>
                </a:cubicBezTo>
                <a:cubicBezTo>
                  <a:pt x="52" y="44"/>
                  <a:pt x="53" y="44"/>
                  <a:pt x="53" y="43"/>
                </a:cubicBezTo>
                <a:cubicBezTo>
                  <a:pt x="53" y="43"/>
                  <a:pt x="53" y="43"/>
                  <a:pt x="53" y="43"/>
                </a:cubicBezTo>
                <a:cubicBezTo>
                  <a:pt x="53" y="42"/>
                  <a:pt x="52" y="41"/>
                  <a:pt x="51" y="41"/>
                </a:cubicBezTo>
                <a:cubicBezTo>
                  <a:pt x="47" y="41"/>
                  <a:pt x="43" y="41"/>
                  <a:pt x="40" y="41"/>
                </a:cubicBezTo>
                <a:cubicBezTo>
                  <a:pt x="39" y="41"/>
                  <a:pt x="38" y="42"/>
                  <a:pt x="38" y="43"/>
                </a:cubicBezTo>
                <a:cubicBezTo>
                  <a:pt x="38" y="43"/>
                  <a:pt x="38" y="43"/>
                  <a:pt x="38" y="43"/>
                </a:cubicBezTo>
                <a:cubicBezTo>
                  <a:pt x="38" y="44"/>
                  <a:pt x="39" y="44"/>
                  <a:pt x="40" y="44"/>
                </a:cubicBezTo>
                <a:close/>
                <a:moveTo>
                  <a:pt x="60" y="44"/>
                </a:moveTo>
                <a:cubicBezTo>
                  <a:pt x="64" y="44"/>
                  <a:pt x="68" y="44"/>
                  <a:pt x="72" y="44"/>
                </a:cubicBezTo>
                <a:cubicBezTo>
                  <a:pt x="73" y="44"/>
                  <a:pt x="74" y="44"/>
                  <a:pt x="74" y="43"/>
                </a:cubicBezTo>
                <a:cubicBezTo>
                  <a:pt x="74" y="43"/>
                  <a:pt x="74" y="43"/>
                  <a:pt x="74" y="43"/>
                </a:cubicBezTo>
                <a:cubicBezTo>
                  <a:pt x="74" y="42"/>
                  <a:pt x="73" y="41"/>
                  <a:pt x="72" y="41"/>
                </a:cubicBezTo>
                <a:cubicBezTo>
                  <a:pt x="68" y="41"/>
                  <a:pt x="64" y="41"/>
                  <a:pt x="60" y="41"/>
                </a:cubicBezTo>
                <a:cubicBezTo>
                  <a:pt x="60" y="41"/>
                  <a:pt x="59" y="42"/>
                  <a:pt x="59" y="43"/>
                </a:cubicBezTo>
                <a:cubicBezTo>
                  <a:pt x="59" y="43"/>
                  <a:pt x="59" y="43"/>
                  <a:pt x="59" y="43"/>
                </a:cubicBezTo>
                <a:cubicBezTo>
                  <a:pt x="59" y="44"/>
                  <a:pt x="60" y="44"/>
                  <a:pt x="60" y="44"/>
                </a:cubicBezTo>
                <a:close/>
                <a:moveTo>
                  <a:pt x="81" y="44"/>
                </a:moveTo>
                <a:cubicBezTo>
                  <a:pt x="85" y="44"/>
                  <a:pt x="89" y="44"/>
                  <a:pt x="93" y="44"/>
                </a:cubicBezTo>
                <a:cubicBezTo>
                  <a:pt x="94" y="44"/>
                  <a:pt x="95" y="44"/>
                  <a:pt x="95" y="43"/>
                </a:cubicBezTo>
                <a:cubicBezTo>
                  <a:pt x="95" y="43"/>
                  <a:pt x="95" y="43"/>
                  <a:pt x="95" y="43"/>
                </a:cubicBezTo>
                <a:cubicBezTo>
                  <a:pt x="95" y="42"/>
                  <a:pt x="94" y="41"/>
                  <a:pt x="93" y="41"/>
                </a:cubicBezTo>
                <a:cubicBezTo>
                  <a:pt x="89" y="41"/>
                  <a:pt x="85" y="41"/>
                  <a:pt x="81" y="41"/>
                </a:cubicBezTo>
                <a:cubicBezTo>
                  <a:pt x="81" y="41"/>
                  <a:pt x="80" y="42"/>
                  <a:pt x="80" y="43"/>
                </a:cubicBezTo>
                <a:cubicBezTo>
                  <a:pt x="80" y="43"/>
                  <a:pt x="80" y="43"/>
                  <a:pt x="80" y="43"/>
                </a:cubicBezTo>
                <a:cubicBezTo>
                  <a:pt x="80" y="44"/>
                  <a:pt x="81" y="44"/>
                  <a:pt x="81" y="44"/>
                </a:cubicBezTo>
                <a:close/>
                <a:moveTo>
                  <a:pt x="102" y="44"/>
                </a:moveTo>
                <a:cubicBezTo>
                  <a:pt x="106" y="44"/>
                  <a:pt x="110" y="44"/>
                  <a:pt x="114" y="44"/>
                </a:cubicBezTo>
                <a:cubicBezTo>
                  <a:pt x="115" y="44"/>
                  <a:pt x="116" y="44"/>
                  <a:pt x="116" y="43"/>
                </a:cubicBezTo>
                <a:cubicBezTo>
                  <a:pt x="116" y="43"/>
                  <a:pt x="116" y="43"/>
                  <a:pt x="116" y="43"/>
                </a:cubicBezTo>
                <a:cubicBezTo>
                  <a:pt x="116" y="42"/>
                  <a:pt x="115" y="41"/>
                  <a:pt x="114" y="41"/>
                </a:cubicBezTo>
                <a:cubicBezTo>
                  <a:pt x="110" y="41"/>
                  <a:pt x="106" y="41"/>
                  <a:pt x="102" y="41"/>
                </a:cubicBezTo>
                <a:cubicBezTo>
                  <a:pt x="102" y="41"/>
                  <a:pt x="101" y="42"/>
                  <a:pt x="101" y="43"/>
                </a:cubicBezTo>
                <a:cubicBezTo>
                  <a:pt x="101" y="43"/>
                  <a:pt x="101" y="43"/>
                  <a:pt x="101" y="43"/>
                </a:cubicBezTo>
                <a:cubicBezTo>
                  <a:pt x="101" y="44"/>
                  <a:pt x="102" y="44"/>
                  <a:pt x="102" y="44"/>
                </a:cubicBezTo>
                <a:close/>
                <a:moveTo>
                  <a:pt x="123" y="44"/>
                </a:moveTo>
                <a:cubicBezTo>
                  <a:pt x="127" y="44"/>
                  <a:pt x="131" y="44"/>
                  <a:pt x="135" y="44"/>
                </a:cubicBezTo>
                <a:cubicBezTo>
                  <a:pt x="136" y="44"/>
                  <a:pt x="137" y="44"/>
                  <a:pt x="137" y="43"/>
                </a:cubicBezTo>
                <a:cubicBezTo>
                  <a:pt x="137" y="43"/>
                  <a:pt x="137" y="43"/>
                  <a:pt x="137" y="43"/>
                </a:cubicBezTo>
                <a:cubicBezTo>
                  <a:pt x="137" y="42"/>
                  <a:pt x="136" y="41"/>
                  <a:pt x="135" y="41"/>
                </a:cubicBezTo>
                <a:cubicBezTo>
                  <a:pt x="131" y="41"/>
                  <a:pt x="127" y="41"/>
                  <a:pt x="123" y="41"/>
                </a:cubicBezTo>
                <a:cubicBezTo>
                  <a:pt x="123" y="41"/>
                  <a:pt x="122" y="42"/>
                  <a:pt x="122" y="43"/>
                </a:cubicBezTo>
                <a:cubicBezTo>
                  <a:pt x="122" y="43"/>
                  <a:pt x="122" y="43"/>
                  <a:pt x="122" y="43"/>
                </a:cubicBezTo>
                <a:cubicBezTo>
                  <a:pt x="122" y="44"/>
                  <a:pt x="123" y="44"/>
                  <a:pt x="123" y="44"/>
                </a:cubicBezTo>
                <a:close/>
                <a:moveTo>
                  <a:pt x="144" y="44"/>
                </a:moveTo>
                <a:cubicBezTo>
                  <a:pt x="148" y="44"/>
                  <a:pt x="152" y="44"/>
                  <a:pt x="156" y="44"/>
                </a:cubicBezTo>
                <a:cubicBezTo>
                  <a:pt x="157" y="44"/>
                  <a:pt x="158" y="44"/>
                  <a:pt x="158" y="43"/>
                </a:cubicBezTo>
                <a:cubicBezTo>
                  <a:pt x="158" y="43"/>
                  <a:pt x="158" y="43"/>
                  <a:pt x="158" y="43"/>
                </a:cubicBezTo>
                <a:cubicBezTo>
                  <a:pt x="158" y="42"/>
                  <a:pt x="157" y="41"/>
                  <a:pt x="156" y="41"/>
                </a:cubicBezTo>
                <a:cubicBezTo>
                  <a:pt x="152" y="41"/>
                  <a:pt x="148" y="41"/>
                  <a:pt x="144" y="41"/>
                </a:cubicBezTo>
                <a:cubicBezTo>
                  <a:pt x="144" y="41"/>
                  <a:pt x="143" y="42"/>
                  <a:pt x="143" y="43"/>
                </a:cubicBezTo>
                <a:cubicBezTo>
                  <a:pt x="143" y="43"/>
                  <a:pt x="143" y="43"/>
                  <a:pt x="143" y="43"/>
                </a:cubicBezTo>
                <a:cubicBezTo>
                  <a:pt x="143" y="44"/>
                  <a:pt x="144" y="44"/>
                  <a:pt x="144" y="44"/>
                </a:cubicBezTo>
                <a:close/>
                <a:moveTo>
                  <a:pt x="165" y="44"/>
                </a:moveTo>
                <a:cubicBezTo>
                  <a:pt x="169" y="44"/>
                  <a:pt x="173" y="44"/>
                  <a:pt x="177" y="44"/>
                </a:cubicBezTo>
                <a:cubicBezTo>
                  <a:pt x="178" y="44"/>
                  <a:pt x="179" y="44"/>
                  <a:pt x="179" y="43"/>
                </a:cubicBezTo>
                <a:cubicBezTo>
                  <a:pt x="179" y="43"/>
                  <a:pt x="179" y="43"/>
                  <a:pt x="179" y="43"/>
                </a:cubicBezTo>
                <a:cubicBezTo>
                  <a:pt x="179" y="42"/>
                  <a:pt x="178" y="41"/>
                  <a:pt x="177" y="41"/>
                </a:cubicBezTo>
                <a:cubicBezTo>
                  <a:pt x="173" y="41"/>
                  <a:pt x="169" y="41"/>
                  <a:pt x="165" y="41"/>
                </a:cubicBezTo>
                <a:cubicBezTo>
                  <a:pt x="165" y="41"/>
                  <a:pt x="164" y="42"/>
                  <a:pt x="164" y="43"/>
                </a:cubicBezTo>
                <a:cubicBezTo>
                  <a:pt x="164" y="43"/>
                  <a:pt x="164" y="43"/>
                  <a:pt x="164" y="43"/>
                </a:cubicBezTo>
                <a:cubicBezTo>
                  <a:pt x="164" y="44"/>
                  <a:pt x="165" y="44"/>
                  <a:pt x="165" y="44"/>
                </a:cubicBezTo>
                <a:close/>
              </a:path>
            </a:pathLst>
          </a:custGeom>
          <a:solidFill>
            <a:srgbClr val="F7BF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29"/>
          <p:cNvSpPr>
            <a:spLocks noEditPoints="1"/>
          </p:cNvSpPr>
          <p:nvPr/>
        </p:nvSpPr>
        <p:spPr bwMode="auto">
          <a:xfrm>
            <a:off x="5458052" y="447677"/>
            <a:ext cx="1870075" cy="431800"/>
          </a:xfrm>
          <a:custGeom>
            <a:avLst/>
            <a:gdLst>
              <a:gd name="T0" fmla="*/ 30 w 225"/>
              <a:gd name="T1" fmla="*/ 0 h 52"/>
              <a:gd name="T2" fmla="*/ 32 w 225"/>
              <a:gd name="T3" fmla="*/ 2 h 52"/>
              <a:gd name="T4" fmla="*/ 19 w 225"/>
              <a:gd name="T5" fmla="*/ 3 h 52"/>
              <a:gd name="T6" fmla="*/ 17 w 225"/>
              <a:gd name="T7" fmla="*/ 2 h 52"/>
              <a:gd name="T8" fmla="*/ 224 w 225"/>
              <a:gd name="T9" fmla="*/ 48 h 52"/>
              <a:gd name="T10" fmla="*/ 225 w 225"/>
              <a:gd name="T11" fmla="*/ 50 h 52"/>
              <a:gd name="T12" fmla="*/ 224 w 225"/>
              <a:gd name="T13" fmla="*/ 52 h 52"/>
              <a:gd name="T14" fmla="*/ 222 w 225"/>
              <a:gd name="T15" fmla="*/ 50 h 52"/>
              <a:gd name="T16" fmla="*/ 224 w 225"/>
              <a:gd name="T17" fmla="*/ 48 h 52"/>
              <a:gd name="T18" fmla="*/ 198 w 225"/>
              <a:gd name="T19" fmla="*/ 5 h 52"/>
              <a:gd name="T20" fmla="*/ 198 w 225"/>
              <a:gd name="T21" fmla="*/ 8 h 52"/>
              <a:gd name="T22" fmla="*/ 193 w 225"/>
              <a:gd name="T23" fmla="*/ 3 h 52"/>
              <a:gd name="T24" fmla="*/ 185 w 225"/>
              <a:gd name="T25" fmla="*/ 2 h 52"/>
              <a:gd name="T26" fmla="*/ 186 w 225"/>
              <a:gd name="T27" fmla="*/ 0 h 52"/>
              <a:gd name="T28" fmla="*/ 196 w 225"/>
              <a:gd name="T29" fmla="*/ 1 h 52"/>
              <a:gd name="T30" fmla="*/ 211 w 225"/>
              <a:gd name="T31" fmla="*/ 33 h 52"/>
              <a:gd name="T32" fmla="*/ 212 w 225"/>
              <a:gd name="T33" fmla="*/ 31 h 52"/>
              <a:gd name="T34" fmla="*/ 220 w 225"/>
              <a:gd name="T35" fmla="*/ 41 h 52"/>
              <a:gd name="T36" fmla="*/ 219 w 225"/>
              <a:gd name="T37" fmla="*/ 43 h 52"/>
              <a:gd name="T38" fmla="*/ 206 w 225"/>
              <a:gd name="T39" fmla="*/ 25 h 52"/>
              <a:gd name="T40" fmla="*/ 201 w 225"/>
              <a:gd name="T41" fmla="*/ 13 h 52"/>
              <a:gd name="T42" fmla="*/ 203 w 225"/>
              <a:gd name="T43" fmla="*/ 13 h 52"/>
              <a:gd name="T44" fmla="*/ 209 w 225"/>
              <a:gd name="T45" fmla="*/ 26 h 52"/>
              <a:gd name="T46" fmla="*/ 206 w 225"/>
              <a:gd name="T47" fmla="*/ 25 h 52"/>
              <a:gd name="T48" fmla="*/ 0 w 225"/>
              <a:gd name="T49" fmla="*/ 0 h 52"/>
              <a:gd name="T50" fmla="*/ 10 w 225"/>
              <a:gd name="T51" fmla="*/ 2 h 52"/>
              <a:gd name="T52" fmla="*/ 8 w 225"/>
              <a:gd name="T53" fmla="*/ 3 h 52"/>
              <a:gd name="T54" fmla="*/ 40 w 225"/>
              <a:gd name="T55" fmla="*/ 0 h 52"/>
              <a:gd name="T56" fmla="*/ 53 w 225"/>
              <a:gd name="T57" fmla="*/ 2 h 52"/>
              <a:gd name="T58" fmla="*/ 51 w 225"/>
              <a:gd name="T59" fmla="*/ 3 h 52"/>
              <a:gd name="T60" fmla="*/ 38 w 225"/>
              <a:gd name="T61" fmla="*/ 2 h 52"/>
              <a:gd name="T62" fmla="*/ 40 w 225"/>
              <a:gd name="T63" fmla="*/ 0 h 52"/>
              <a:gd name="T64" fmla="*/ 72 w 225"/>
              <a:gd name="T65" fmla="*/ 0 h 52"/>
              <a:gd name="T66" fmla="*/ 74 w 225"/>
              <a:gd name="T67" fmla="*/ 2 h 52"/>
              <a:gd name="T68" fmla="*/ 60 w 225"/>
              <a:gd name="T69" fmla="*/ 3 h 52"/>
              <a:gd name="T70" fmla="*/ 59 w 225"/>
              <a:gd name="T71" fmla="*/ 2 h 52"/>
              <a:gd name="T72" fmla="*/ 81 w 225"/>
              <a:gd name="T73" fmla="*/ 0 h 52"/>
              <a:gd name="T74" fmla="*/ 95 w 225"/>
              <a:gd name="T75" fmla="*/ 2 h 52"/>
              <a:gd name="T76" fmla="*/ 93 w 225"/>
              <a:gd name="T77" fmla="*/ 3 h 52"/>
              <a:gd name="T78" fmla="*/ 80 w 225"/>
              <a:gd name="T79" fmla="*/ 2 h 52"/>
              <a:gd name="T80" fmla="*/ 81 w 225"/>
              <a:gd name="T81" fmla="*/ 0 h 52"/>
              <a:gd name="T82" fmla="*/ 114 w 225"/>
              <a:gd name="T83" fmla="*/ 0 h 52"/>
              <a:gd name="T84" fmla="*/ 116 w 225"/>
              <a:gd name="T85" fmla="*/ 2 h 52"/>
              <a:gd name="T86" fmla="*/ 102 w 225"/>
              <a:gd name="T87" fmla="*/ 3 h 52"/>
              <a:gd name="T88" fmla="*/ 101 w 225"/>
              <a:gd name="T89" fmla="*/ 2 h 52"/>
              <a:gd name="T90" fmla="*/ 123 w 225"/>
              <a:gd name="T91" fmla="*/ 0 h 52"/>
              <a:gd name="T92" fmla="*/ 137 w 225"/>
              <a:gd name="T93" fmla="*/ 2 h 52"/>
              <a:gd name="T94" fmla="*/ 135 w 225"/>
              <a:gd name="T95" fmla="*/ 3 h 52"/>
              <a:gd name="T96" fmla="*/ 122 w 225"/>
              <a:gd name="T97" fmla="*/ 2 h 52"/>
              <a:gd name="T98" fmla="*/ 123 w 225"/>
              <a:gd name="T99" fmla="*/ 0 h 52"/>
              <a:gd name="T100" fmla="*/ 156 w 225"/>
              <a:gd name="T101" fmla="*/ 0 h 52"/>
              <a:gd name="T102" fmla="*/ 158 w 225"/>
              <a:gd name="T103" fmla="*/ 2 h 52"/>
              <a:gd name="T104" fmla="*/ 144 w 225"/>
              <a:gd name="T105" fmla="*/ 3 h 52"/>
              <a:gd name="T106" fmla="*/ 143 w 225"/>
              <a:gd name="T107" fmla="*/ 2 h 52"/>
              <a:gd name="T108" fmla="*/ 165 w 225"/>
              <a:gd name="T109" fmla="*/ 0 h 52"/>
              <a:gd name="T110" fmla="*/ 179 w 225"/>
              <a:gd name="T111" fmla="*/ 2 h 52"/>
              <a:gd name="T112" fmla="*/ 177 w 225"/>
              <a:gd name="T113" fmla="*/ 3 h 52"/>
              <a:gd name="T114" fmla="*/ 164 w 225"/>
              <a:gd name="T115" fmla="*/ 2 h 52"/>
              <a:gd name="T116" fmla="*/ 165 w 225"/>
              <a:gd name="T11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5" h="52">
                <a:moveTo>
                  <a:pt x="19" y="0"/>
                </a:moveTo>
                <a:cubicBezTo>
                  <a:pt x="22" y="0"/>
                  <a:pt x="26" y="0"/>
                  <a:pt x="30" y="0"/>
                </a:cubicBezTo>
                <a:cubicBezTo>
                  <a:pt x="31" y="0"/>
                  <a:pt x="32" y="1"/>
                  <a:pt x="32" y="2"/>
                </a:cubicBezTo>
                <a:cubicBezTo>
                  <a:pt x="32" y="2"/>
                  <a:pt x="32" y="2"/>
                  <a:pt x="32" y="2"/>
                </a:cubicBezTo>
                <a:cubicBezTo>
                  <a:pt x="32" y="3"/>
                  <a:pt x="31" y="3"/>
                  <a:pt x="30" y="3"/>
                </a:cubicBezTo>
                <a:cubicBezTo>
                  <a:pt x="26" y="3"/>
                  <a:pt x="22" y="3"/>
                  <a:pt x="19" y="3"/>
                </a:cubicBezTo>
                <a:cubicBezTo>
                  <a:pt x="18" y="3"/>
                  <a:pt x="17" y="3"/>
                  <a:pt x="17" y="2"/>
                </a:cubicBezTo>
                <a:cubicBezTo>
                  <a:pt x="17" y="2"/>
                  <a:pt x="17" y="2"/>
                  <a:pt x="17" y="2"/>
                </a:cubicBezTo>
                <a:cubicBezTo>
                  <a:pt x="17" y="1"/>
                  <a:pt x="18" y="0"/>
                  <a:pt x="19" y="0"/>
                </a:cubicBezTo>
                <a:close/>
                <a:moveTo>
                  <a:pt x="224" y="48"/>
                </a:moveTo>
                <a:cubicBezTo>
                  <a:pt x="224" y="48"/>
                  <a:pt x="224" y="48"/>
                  <a:pt x="224" y="48"/>
                </a:cubicBezTo>
                <a:cubicBezTo>
                  <a:pt x="225" y="48"/>
                  <a:pt x="225" y="49"/>
                  <a:pt x="225" y="50"/>
                </a:cubicBezTo>
                <a:cubicBezTo>
                  <a:pt x="225" y="50"/>
                  <a:pt x="225" y="50"/>
                  <a:pt x="225" y="50"/>
                </a:cubicBezTo>
                <a:cubicBezTo>
                  <a:pt x="225" y="51"/>
                  <a:pt x="225" y="52"/>
                  <a:pt x="224" y="52"/>
                </a:cubicBezTo>
                <a:cubicBezTo>
                  <a:pt x="224" y="52"/>
                  <a:pt x="224" y="52"/>
                  <a:pt x="224" y="52"/>
                </a:cubicBezTo>
                <a:cubicBezTo>
                  <a:pt x="223" y="52"/>
                  <a:pt x="222" y="51"/>
                  <a:pt x="222" y="50"/>
                </a:cubicBezTo>
                <a:cubicBezTo>
                  <a:pt x="222" y="50"/>
                  <a:pt x="222" y="50"/>
                  <a:pt x="222" y="50"/>
                </a:cubicBezTo>
                <a:cubicBezTo>
                  <a:pt x="222" y="49"/>
                  <a:pt x="223" y="48"/>
                  <a:pt x="224" y="48"/>
                </a:cubicBezTo>
                <a:close/>
                <a:moveTo>
                  <a:pt x="196" y="1"/>
                </a:moveTo>
                <a:cubicBezTo>
                  <a:pt x="196" y="3"/>
                  <a:pt x="197" y="4"/>
                  <a:pt x="198" y="5"/>
                </a:cubicBezTo>
                <a:cubicBezTo>
                  <a:pt x="199" y="6"/>
                  <a:pt x="198" y="7"/>
                  <a:pt x="198" y="8"/>
                </a:cubicBezTo>
                <a:cubicBezTo>
                  <a:pt x="198" y="8"/>
                  <a:pt x="198" y="8"/>
                  <a:pt x="198" y="8"/>
                </a:cubicBezTo>
                <a:cubicBezTo>
                  <a:pt x="197" y="8"/>
                  <a:pt x="196" y="8"/>
                  <a:pt x="195" y="7"/>
                </a:cubicBezTo>
                <a:cubicBezTo>
                  <a:pt x="195" y="6"/>
                  <a:pt x="194" y="5"/>
                  <a:pt x="193" y="3"/>
                </a:cubicBezTo>
                <a:cubicBezTo>
                  <a:pt x="190" y="3"/>
                  <a:pt x="190" y="3"/>
                  <a:pt x="186" y="3"/>
                </a:cubicBezTo>
                <a:cubicBezTo>
                  <a:pt x="186" y="3"/>
                  <a:pt x="185" y="3"/>
                  <a:pt x="185" y="2"/>
                </a:cubicBezTo>
                <a:cubicBezTo>
                  <a:pt x="185" y="2"/>
                  <a:pt x="185" y="2"/>
                  <a:pt x="185" y="2"/>
                </a:cubicBezTo>
                <a:cubicBezTo>
                  <a:pt x="185" y="1"/>
                  <a:pt x="186" y="0"/>
                  <a:pt x="186" y="0"/>
                </a:cubicBezTo>
                <a:cubicBezTo>
                  <a:pt x="194" y="0"/>
                  <a:pt x="194" y="0"/>
                  <a:pt x="194" y="0"/>
                </a:cubicBezTo>
                <a:cubicBezTo>
                  <a:pt x="195" y="0"/>
                  <a:pt x="195" y="1"/>
                  <a:pt x="196" y="1"/>
                </a:cubicBezTo>
                <a:close/>
                <a:moveTo>
                  <a:pt x="217" y="43"/>
                </a:moveTo>
                <a:cubicBezTo>
                  <a:pt x="215" y="40"/>
                  <a:pt x="213" y="36"/>
                  <a:pt x="211" y="33"/>
                </a:cubicBezTo>
                <a:cubicBezTo>
                  <a:pt x="211" y="32"/>
                  <a:pt x="211" y="31"/>
                  <a:pt x="212" y="31"/>
                </a:cubicBezTo>
                <a:cubicBezTo>
                  <a:pt x="212" y="31"/>
                  <a:pt x="212" y="31"/>
                  <a:pt x="212" y="31"/>
                </a:cubicBezTo>
                <a:cubicBezTo>
                  <a:pt x="212" y="30"/>
                  <a:pt x="213" y="30"/>
                  <a:pt x="214" y="31"/>
                </a:cubicBezTo>
                <a:cubicBezTo>
                  <a:pt x="216" y="34"/>
                  <a:pt x="218" y="38"/>
                  <a:pt x="220" y="41"/>
                </a:cubicBezTo>
                <a:cubicBezTo>
                  <a:pt x="221" y="42"/>
                  <a:pt x="220" y="43"/>
                  <a:pt x="219" y="43"/>
                </a:cubicBezTo>
                <a:cubicBezTo>
                  <a:pt x="219" y="43"/>
                  <a:pt x="219" y="43"/>
                  <a:pt x="219" y="43"/>
                </a:cubicBezTo>
                <a:cubicBezTo>
                  <a:pt x="219" y="44"/>
                  <a:pt x="218" y="44"/>
                  <a:pt x="217" y="43"/>
                </a:cubicBezTo>
                <a:close/>
                <a:moveTo>
                  <a:pt x="206" y="25"/>
                </a:moveTo>
                <a:cubicBezTo>
                  <a:pt x="204" y="22"/>
                  <a:pt x="202" y="18"/>
                  <a:pt x="200" y="15"/>
                </a:cubicBezTo>
                <a:cubicBezTo>
                  <a:pt x="200" y="14"/>
                  <a:pt x="200" y="13"/>
                  <a:pt x="201" y="13"/>
                </a:cubicBezTo>
                <a:cubicBezTo>
                  <a:pt x="201" y="13"/>
                  <a:pt x="201" y="13"/>
                  <a:pt x="201" y="13"/>
                </a:cubicBezTo>
                <a:cubicBezTo>
                  <a:pt x="201" y="12"/>
                  <a:pt x="203" y="12"/>
                  <a:pt x="203" y="13"/>
                </a:cubicBezTo>
                <a:cubicBezTo>
                  <a:pt x="205" y="17"/>
                  <a:pt x="207" y="20"/>
                  <a:pt x="209" y="23"/>
                </a:cubicBezTo>
                <a:cubicBezTo>
                  <a:pt x="210" y="24"/>
                  <a:pt x="209" y="25"/>
                  <a:pt x="209" y="26"/>
                </a:cubicBezTo>
                <a:cubicBezTo>
                  <a:pt x="209" y="26"/>
                  <a:pt x="209" y="26"/>
                  <a:pt x="209" y="26"/>
                </a:cubicBezTo>
                <a:cubicBezTo>
                  <a:pt x="208" y="26"/>
                  <a:pt x="207" y="26"/>
                  <a:pt x="206" y="25"/>
                </a:cubicBezTo>
                <a:close/>
                <a:moveTo>
                  <a:pt x="0" y="3"/>
                </a:moveTo>
                <a:cubicBezTo>
                  <a:pt x="0" y="0"/>
                  <a:pt x="0" y="0"/>
                  <a:pt x="0" y="0"/>
                </a:cubicBezTo>
                <a:cubicBezTo>
                  <a:pt x="8" y="0"/>
                  <a:pt x="8" y="0"/>
                  <a:pt x="8" y="0"/>
                </a:cubicBezTo>
                <a:cubicBezTo>
                  <a:pt x="9" y="0"/>
                  <a:pt x="10" y="1"/>
                  <a:pt x="10" y="2"/>
                </a:cubicBezTo>
                <a:cubicBezTo>
                  <a:pt x="10" y="2"/>
                  <a:pt x="10" y="2"/>
                  <a:pt x="10" y="2"/>
                </a:cubicBezTo>
                <a:cubicBezTo>
                  <a:pt x="10" y="3"/>
                  <a:pt x="9" y="3"/>
                  <a:pt x="8" y="3"/>
                </a:cubicBezTo>
                <a:cubicBezTo>
                  <a:pt x="0" y="3"/>
                  <a:pt x="0" y="3"/>
                  <a:pt x="0" y="3"/>
                </a:cubicBezTo>
                <a:close/>
                <a:moveTo>
                  <a:pt x="40" y="0"/>
                </a:moveTo>
                <a:cubicBezTo>
                  <a:pt x="43" y="0"/>
                  <a:pt x="47" y="0"/>
                  <a:pt x="51" y="0"/>
                </a:cubicBezTo>
                <a:cubicBezTo>
                  <a:pt x="52" y="0"/>
                  <a:pt x="53" y="1"/>
                  <a:pt x="53" y="2"/>
                </a:cubicBezTo>
                <a:cubicBezTo>
                  <a:pt x="53" y="2"/>
                  <a:pt x="53" y="2"/>
                  <a:pt x="53" y="2"/>
                </a:cubicBezTo>
                <a:cubicBezTo>
                  <a:pt x="53" y="3"/>
                  <a:pt x="52" y="3"/>
                  <a:pt x="51" y="3"/>
                </a:cubicBezTo>
                <a:cubicBezTo>
                  <a:pt x="47" y="3"/>
                  <a:pt x="43" y="3"/>
                  <a:pt x="40" y="3"/>
                </a:cubicBezTo>
                <a:cubicBezTo>
                  <a:pt x="39" y="3"/>
                  <a:pt x="38" y="3"/>
                  <a:pt x="38" y="2"/>
                </a:cubicBezTo>
                <a:cubicBezTo>
                  <a:pt x="38" y="2"/>
                  <a:pt x="38" y="2"/>
                  <a:pt x="38" y="2"/>
                </a:cubicBezTo>
                <a:cubicBezTo>
                  <a:pt x="38" y="1"/>
                  <a:pt x="39" y="0"/>
                  <a:pt x="40" y="0"/>
                </a:cubicBezTo>
                <a:close/>
                <a:moveTo>
                  <a:pt x="60" y="0"/>
                </a:moveTo>
                <a:cubicBezTo>
                  <a:pt x="64" y="0"/>
                  <a:pt x="68" y="0"/>
                  <a:pt x="72" y="0"/>
                </a:cubicBezTo>
                <a:cubicBezTo>
                  <a:pt x="73" y="0"/>
                  <a:pt x="74" y="1"/>
                  <a:pt x="74" y="2"/>
                </a:cubicBezTo>
                <a:cubicBezTo>
                  <a:pt x="74" y="2"/>
                  <a:pt x="74" y="2"/>
                  <a:pt x="74" y="2"/>
                </a:cubicBezTo>
                <a:cubicBezTo>
                  <a:pt x="74" y="3"/>
                  <a:pt x="73" y="3"/>
                  <a:pt x="72" y="3"/>
                </a:cubicBezTo>
                <a:cubicBezTo>
                  <a:pt x="68" y="3"/>
                  <a:pt x="64" y="3"/>
                  <a:pt x="60" y="3"/>
                </a:cubicBezTo>
                <a:cubicBezTo>
                  <a:pt x="60" y="3"/>
                  <a:pt x="59" y="3"/>
                  <a:pt x="59" y="2"/>
                </a:cubicBezTo>
                <a:cubicBezTo>
                  <a:pt x="59" y="2"/>
                  <a:pt x="59" y="2"/>
                  <a:pt x="59" y="2"/>
                </a:cubicBezTo>
                <a:cubicBezTo>
                  <a:pt x="59" y="1"/>
                  <a:pt x="60" y="0"/>
                  <a:pt x="60" y="0"/>
                </a:cubicBezTo>
                <a:close/>
                <a:moveTo>
                  <a:pt x="81" y="0"/>
                </a:moveTo>
                <a:cubicBezTo>
                  <a:pt x="85" y="0"/>
                  <a:pt x="89" y="0"/>
                  <a:pt x="93" y="0"/>
                </a:cubicBezTo>
                <a:cubicBezTo>
                  <a:pt x="94" y="0"/>
                  <a:pt x="95" y="1"/>
                  <a:pt x="95" y="2"/>
                </a:cubicBezTo>
                <a:cubicBezTo>
                  <a:pt x="95" y="2"/>
                  <a:pt x="95" y="2"/>
                  <a:pt x="95" y="2"/>
                </a:cubicBezTo>
                <a:cubicBezTo>
                  <a:pt x="95" y="3"/>
                  <a:pt x="94" y="3"/>
                  <a:pt x="93" y="3"/>
                </a:cubicBezTo>
                <a:cubicBezTo>
                  <a:pt x="89" y="3"/>
                  <a:pt x="85" y="3"/>
                  <a:pt x="81" y="3"/>
                </a:cubicBezTo>
                <a:cubicBezTo>
                  <a:pt x="81" y="3"/>
                  <a:pt x="80" y="3"/>
                  <a:pt x="80" y="2"/>
                </a:cubicBezTo>
                <a:cubicBezTo>
                  <a:pt x="80" y="2"/>
                  <a:pt x="80" y="2"/>
                  <a:pt x="80" y="2"/>
                </a:cubicBezTo>
                <a:cubicBezTo>
                  <a:pt x="80" y="1"/>
                  <a:pt x="81" y="0"/>
                  <a:pt x="81" y="0"/>
                </a:cubicBezTo>
                <a:close/>
                <a:moveTo>
                  <a:pt x="102" y="0"/>
                </a:moveTo>
                <a:cubicBezTo>
                  <a:pt x="106" y="0"/>
                  <a:pt x="110" y="0"/>
                  <a:pt x="114" y="0"/>
                </a:cubicBezTo>
                <a:cubicBezTo>
                  <a:pt x="115" y="0"/>
                  <a:pt x="116" y="1"/>
                  <a:pt x="116" y="2"/>
                </a:cubicBezTo>
                <a:cubicBezTo>
                  <a:pt x="116" y="2"/>
                  <a:pt x="116" y="2"/>
                  <a:pt x="116" y="2"/>
                </a:cubicBezTo>
                <a:cubicBezTo>
                  <a:pt x="116" y="3"/>
                  <a:pt x="115" y="3"/>
                  <a:pt x="114" y="3"/>
                </a:cubicBezTo>
                <a:cubicBezTo>
                  <a:pt x="110" y="3"/>
                  <a:pt x="106" y="3"/>
                  <a:pt x="102" y="3"/>
                </a:cubicBezTo>
                <a:cubicBezTo>
                  <a:pt x="102" y="3"/>
                  <a:pt x="101" y="3"/>
                  <a:pt x="101" y="2"/>
                </a:cubicBezTo>
                <a:cubicBezTo>
                  <a:pt x="101" y="2"/>
                  <a:pt x="101" y="2"/>
                  <a:pt x="101" y="2"/>
                </a:cubicBezTo>
                <a:cubicBezTo>
                  <a:pt x="101" y="1"/>
                  <a:pt x="102" y="0"/>
                  <a:pt x="102" y="0"/>
                </a:cubicBezTo>
                <a:close/>
                <a:moveTo>
                  <a:pt x="123" y="0"/>
                </a:moveTo>
                <a:cubicBezTo>
                  <a:pt x="127" y="0"/>
                  <a:pt x="131" y="0"/>
                  <a:pt x="135" y="0"/>
                </a:cubicBezTo>
                <a:cubicBezTo>
                  <a:pt x="136" y="0"/>
                  <a:pt x="137" y="1"/>
                  <a:pt x="137" y="2"/>
                </a:cubicBezTo>
                <a:cubicBezTo>
                  <a:pt x="137" y="2"/>
                  <a:pt x="137" y="2"/>
                  <a:pt x="137" y="2"/>
                </a:cubicBezTo>
                <a:cubicBezTo>
                  <a:pt x="137" y="3"/>
                  <a:pt x="136" y="3"/>
                  <a:pt x="135" y="3"/>
                </a:cubicBezTo>
                <a:cubicBezTo>
                  <a:pt x="131" y="3"/>
                  <a:pt x="127" y="3"/>
                  <a:pt x="123" y="3"/>
                </a:cubicBezTo>
                <a:cubicBezTo>
                  <a:pt x="123" y="3"/>
                  <a:pt x="122" y="3"/>
                  <a:pt x="122" y="2"/>
                </a:cubicBezTo>
                <a:cubicBezTo>
                  <a:pt x="122" y="2"/>
                  <a:pt x="122" y="2"/>
                  <a:pt x="122" y="2"/>
                </a:cubicBezTo>
                <a:cubicBezTo>
                  <a:pt x="122" y="1"/>
                  <a:pt x="123" y="0"/>
                  <a:pt x="123" y="0"/>
                </a:cubicBezTo>
                <a:close/>
                <a:moveTo>
                  <a:pt x="144" y="0"/>
                </a:moveTo>
                <a:cubicBezTo>
                  <a:pt x="148" y="0"/>
                  <a:pt x="152" y="0"/>
                  <a:pt x="156" y="0"/>
                </a:cubicBezTo>
                <a:cubicBezTo>
                  <a:pt x="157" y="0"/>
                  <a:pt x="158" y="1"/>
                  <a:pt x="158" y="2"/>
                </a:cubicBezTo>
                <a:cubicBezTo>
                  <a:pt x="158" y="2"/>
                  <a:pt x="158" y="2"/>
                  <a:pt x="158" y="2"/>
                </a:cubicBezTo>
                <a:cubicBezTo>
                  <a:pt x="158" y="3"/>
                  <a:pt x="157" y="3"/>
                  <a:pt x="156" y="3"/>
                </a:cubicBezTo>
                <a:cubicBezTo>
                  <a:pt x="152" y="3"/>
                  <a:pt x="148" y="3"/>
                  <a:pt x="144" y="3"/>
                </a:cubicBezTo>
                <a:cubicBezTo>
                  <a:pt x="144" y="3"/>
                  <a:pt x="143" y="3"/>
                  <a:pt x="143" y="2"/>
                </a:cubicBezTo>
                <a:cubicBezTo>
                  <a:pt x="143" y="2"/>
                  <a:pt x="143" y="2"/>
                  <a:pt x="143" y="2"/>
                </a:cubicBezTo>
                <a:cubicBezTo>
                  <a:pt x="143" y="1"/>
                  <a:pt x="144" y="0"/>
                  <a:pt x="144" y="0"/>
                </a:cubicBezTo>
                <a:close/>
                <a:moveTo>
                  <a:pt x="165" y="0"/>
                </a:moveTo>
                <a:cubicBezTo>
                  <a:pt x="169" y="0"/>
                  <a:pt x="173" y="0"/>
                  <a:pt x="177" y="0"/>
                </a:cubicBezTo>
                <a:cubicBezTo>
                  <a:pt x="178" y="0"/>
                  <a:pt x="179" y="1"/>
                  <a:pt x="179" y="2"/>
                </a:cubicBezTo>
                <a:cubicBezTo>
                  <a:pt x="179" y="2"/>
                  <a:pt x="179" y="2"/>
                  <a:pt x="179" y="2"/>
                </a:cubicBezTo>
                <a:cubicBezTo>
                  <a:pt x="179" y="3"/>
                  <a:pt x="178" y="3"/>
                  <a:pt x="177" y="3"/>
                </a:cubicBezTo>
                <a:cubicBezTo>
                  <a:pt x="173" y="3"/>
                  <a:pt x="169" y="3"/>
                  <a:pt x="165" y="3"/>
                </a:cubicBezTo>
                <a:cubicBezTo>
                  <a:pt x="165" y="3"/>
                  <a:pt x="164" y="3"/>
                  <a:pt x="164" y="2"/>
                </a:cubicBezTo>
                <a:cubicBezTo>
                  <a:pt x="164" y="2"/>
                  <a:pt x="164" y="2"/>
                  <a:pt x="164" y="2"/>
                </a:cubicBezTo>
                <a:cubicBezTo>
                  <a:pt x="164" y="1"/>
                  <a:pt x="165" y="0"/>
                  <a:pt x="165" y="0"/>
                </a:cubicBezTo>
                <a:close/>
              </a:path>
            </a:pathLst>
          </a:custGeom>
          <a:solidFill>
            <a:srgbClr val="F7BF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30"/>
          <p:cNvSpPr>
            <a:spLocks/>
          </p:cNvSpPr>
          <p:nvPr/>
        </p:nvSpPr>
        <p:spPr bwMode="auto">
          <a:xfrm>
            <a:off x="5766027" y="2109790"/>
            <a:ext cx="1736725" cy="955675"/>
          </a:xfrm>
          <a:custGeom>
            <a:avLst/>
            <a:gdLst>
              <a:gd name="T0" fmla="*/ 0 w 1094"/>
              <a:gd name="T1" fmla="*/ 0 h 602"/>
              <a:gd name="T2" fmla="*/ 911 w 1094"/>
              <a:gd name="T3" fmla="*/ 0 h 602"/>
              <a:gd name="T4" fmla="*/ 1094 w 1094"/>
              <a:gd name="T5" fmla="*/ 304 h 602"/>
              <a:gd name="T6" fmla="*/ 911 w 1094"/>
              <a:gd name="T7" fmla="*/ 602 h 602"/>
              <a:gd name="T8" fmla="*/ 0 w 1094"/>
              <a:gd name="T9" fmla="*/ 602 h 602"/>
              <a:gd name="T10" fmla="*/ 0 w 1094"/>
              <a:gd name="T11" fmla="*/ 0 h 602"/>
              <a:gd name="T12" fmla="*/ 0 w 1094"/>
              <a:gd name="T13" fmla="*/ 0 h 602"/>
            </a:gdLst>
            <a:ahLst/>
            <a:cxnLst>
              <a:cxn ang="0">
                <a:pos x="T0" y="T1"/>
              </a:cxn>
              <a:cxn ang="0">
                <a:pos x="T2" y="T3"/>
              </a:cxn>
              <a:cxn ang="0">
                <a:pos x="T4" y="T5"/>
              </a:cxn>
              <a:cxn ang="0">
                <a:pos x="T6" y="T7"/>
              </a:cxn>
              <a:cxn ang="0">
                <a:pos x="T8" y="T9"/>
              </a:cxn>
              <a:cxn ang="0">
                <a:pos x="T10" y="T11"/>
              </a:cxn>
              <a:cxn ang="0">
                <a:pos x="T12" y="T13"/>
              </a:cxn>
            </a:cxnLst>
            <a:rect l="0" t="0" r="r" b="b"/>
            <a:pathLst>
              <a:path w="1094" h="602">
                <a:moveTo>
                  <a:pt x="0" y="0"/>
                </a:moveTo>
                <a:lnTo>
                  <a:pt x="911" y="0"/>
                </a:lnTo>
                <a:lnTo>
                  <a:pt x="1094" y="304"/>
                </a:lnTo>
                <a:lnTo>
                  <a:pt x="911" y="602"/>
                </a:lnTo>
                <a:lnTo>
                  <a:pt x="0" y="602"/>
                </a:lnTo>
                <a:lnTo>
                  <a:pt x="0" y="0"/>
                </a:lnTo>
                <a:lnTo>
                  <a:pt x="0" y="0"/>
                </a:lnTo>
                <a:close/>
              </a:path>
            </a:pathLst>
          </a:custGeom>
          <a:solidFill>
            <a:srgbClr val="C9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31"/>
          <p:cNvSpPr>
            <a:spLocks/>
          </p:cNvSpPr>
          <p:nvPr/>
        </p:nvSpPr>
        <p:spPr bwMode="auto">
          <a:xfrm>
            <a:off x="5458052" y="2009777"/>
            <a:ext cx="1954212" cy="955675"/>
          </a:xfrm>
          <a:custGeom>
            <a:avLst/>
            <a:gdLst>
              <a:gd name="T0" fmla="*/ 0 w 1231"/>
              <a:gd name="T1" fmla="*/ 0 h 602"/>
              <a:gd name="T2" fmla="*/ 1047 w 1231"/>
              <a:gd name="T3" fmla="*/ 0 h 602"/>
              <a:gd name="T4" fmla="*/ 1231 w 1231"/>
              <a:gd name="T5" fmla="*/ 299 h 602"/>
              <a:gd name="T6" fmla="*/ 1047 w 1231"/>
              <a:gd name="T7" fmla="*/ 602 h 602"/>
              <a:gd name="T8" fmla="*/ 0 w 1231"/>
              <a:gd name="T9" fmla="*/ 602 h 602"/>
              <a:gd name="T10" fmla="*/ 0 w 1231"/>
              <a:gd name="T11" fmla="*/ 0 h 602"/>
              <a:gd name="T12" fmla="*/ 0 w 1231"/>
              <a:gd name="T13" fmla="*/ 0 h 602"/>
            </a:gdLst>
            <a:ahLst/>
            <a:cxnLst>
              <a:cxn ang="0">
                <a:pos x="T0" y="T1"/>
              </a:cxn>
              <a:cxn ang="0">
                <a:pos x="T2" y="T3"/>
              </a:cxn>
              <a:cxn ang="0">
                <a:pos x="T4" y="T5"/>
              </a:cxn>
              <a:cxn ang="0">
                <a:pos x="T6" y="T7"/>
              </a:cxn>
              <a:cxn ang="0">
                <a:pos x="T8" y="T9"/>
              </a:cxn>
              <a:cxn ang="0">
                <a:pos x="T10" y="T11"/>
              </a:cxn>
              <a:cxn ang="0">
                <a:pos x="T12" y="T13"/>
              </a:cxn>
            </a:cxnLst>
            <a:rect l="0" t="0" r="r" b="b"/>
            <a:pathLst>
              <a:path w="1231" h="602">
                <a:moveTo>
                  <a:pt x="0" y="0"/>
                </a:moveTo>
                <a:lnTo>
                  <a:pt x="1047" y="0"/>
                </a:lnTo>
                <a:lnTo>
                  <a:pt x="1231" y="299"/>
                </a:lnTo>
                <a:lnTo>
                  <a:pt x="1047" y="602"/>
                </a:lnTo>
                <a:lnTo>
                  <a:pt x="0" y="602"/>
                </a:lnTo>
                <a:lnTo>
                  <a:pt x="0" y="0"/>
                </a:lnTo>
                <a:lnTo>
                  <a:pt x="0" y="0"/>
                </a:lnTo>
                <a:close/>
              </a:path>
            </a:pathLst>
          </a:custGeom>
          <a:solidFill>
            <a:srgbClr val="4B57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32"/>
          <p:cNvSpPr>
            <a:spLocks noEditPoints="1"/>
          </p:cNvSpPr>
          <p:nvPr/>
        </p:nvSpPr>
        <p:spPr bwMode="auto">
          <a:xfrm>
            <a:off x="5458052" y="2541590"/>
            <a:ext cx="1836737" cy="366713"/>
          </a:xfrm>
          <a:custGeom>
            <a:avLst/>
            <a:gdLst>
              <a:gd name="T0" fmla="*/ 30 w 221"/>
              <a:gd name="T1" fmla="*/ 44 h 44"/>
              <a:gd name="T2" fmla="*/ 32 w 221"/>
              <a:gd name="T3" fmla="*/ 42 h 44"/>
              <a:gd name="T4" fmla="*/ 19 w 221"/>
              <a:gd name="T5" fmla="*/ 40 h 44"/>
              <a:gd name="T6" fmla="*/ 17 w 221"/>
              <a:gd name="T7" fmla="*/ 42 h 44"/>
              <a:gd name="T8" fmla="*/ 196 w 221"/>
              <a:gd name="T9" fmla="*/ 42 h 44"/>
              <a:gd name="T10" fmla="*/ 198 w 221"/>
              <a:gd name="T11" fmla="*/ 36 h 44"/>
              <a:gd name="T12" fmla="*/ 195 w 221"/>
              <a:gd name="T13" fmla="*/ 37 h 44"/>
              <a:gd name="T14" fmla="*/ 186 w 221"/>
              <a:gd name="T15" fmla="*/ 40 h 44"/>
              <a:gd name="T16" fmla="*/ 185 w 221"/>
              <a:gd name="T17" fmla="*/ 42 h 44"/>
              <a:gd name="T18" fmla="*/ 194 w 221"/>
              <a:gd name="T19" fmla="*/ 44 h 44"/>
              <a:gd name="T20" fmla="*/ 217 w 221"/>
              <a:gd name="T21" fmla="*/ 1 h 44"/>
              <a:gd name="T22" fmla="*/ 212 w 221"/>
              <a:gd name="T23" fmla="*/ 13 h 44"/>
              <a:gd name="T24" fmla="*/ 214 w 221"/>
              <a:gd name="T25" fmla="*/ 12 h 44"/>
              <a:gd name="T26" fmla="*/ 219 w 221"/>
              <a:gd name="T27" fmla="*/ 0 h 44"/>
              <a:gd name="T28" fmla="*/ 217 w 221"/>
              <a:gd name="T29" fmla="*/ 1 h 44"/>
              <a:gd name="T30" fmla="*/ 200 w 221"/>
              <a:gd name="T31" fmla="*/ 29 h 44"/>
              <a:gd name="T32" fmla="*/ 201 w 221"/>
              <a:gd name="T33" fmla="*/ 31 h 44"/>
              <a:gd name="T34" fmla="*/ 209 w 221"/>
              <a:gd name="T35" fmla="*/ 20 h 44"/>
              <a:gd name="T36" fmla="*/ 209 w 221"/>
              <a:gd name="T37" fmla="*/ 18 h 44"/>
              <a:gd name="T38" fmla="*/ 0 w 221"/>
              <a:gd name="T39" fmla="*/ 40 h 44"/>
              <a:gd name="T40" fmla="*/ 8 w 221"/>
              <a:gd name="T41" fmla="*/ 44 h 44"/>
              <a:gd name="T42" fmla="*/ 10 w 221"/>
              <a:gd name="T43" fmla="*/ 42 h 44"/>
              <a:gd name="T44" fmla="*/ 0 w 221"/>
              <a:gd name="T45" fmla="*/ 40 h 44"/>
              <a:gd name="T46" fmla="*/ 51 w 221"/>
              <a:gd name="T47" fmla="*/ 44 h 44"/>
              <a:gd name="T48" fmla="*/ 53 w 221"/>
              <a:gd name="T49" fmla="*/ 42 h 44"/>
              <a:gd name="T50" fmla="*/ 40 w 221"/>
              <a:gd name="T51" fmla="*/ 40 h 44"/>
              <a:gd name="T52" fmla="*/ 38 w 221"/>
              <a:gd name="T53" fmla="*/ 42 h 44"/>
              <a:gd name="T54" fmla="*/ 60 w 221"/>
              <a:gd name="T55" fmla="*/ 44 h 44"/>
              <a:gd name="T56" fmla="*/ 74 w 221"/>
              <a:gd name="T57" fmla="*/ 42 h 44"/>
              <a:gd name="T58" fmla="*/ 72 w 221"/>
              <a:gd name="T59" fmla="*/ 40 h 44"/>
              <a:gd name="T60" fmla="*/ 59 w 221"/>
              <a:gd name="T61" fmla="*/ 42 h 44"/>
              <a:gd name="T62" fmla="*/ 60 w 221"/>
              <a:gd name="T63" fmla="*/ 44 h 44"/>
              <a:gd name="T64" fmla="*/ 93 w 221"/>
              <a:gd name="T65" fmla="*/ 44 h 44"/>
              <a:gd name="T66" fmla="*/ 95 w 221"/>
              <a:gd name="T67" fmla="*/ 42 h 44"/>
              <a:gd name="T68" fmla="*/ 81 w 221"/>
              <a:gd name="T69" fmla="*/ 40 h 44"/>
              <a:gd name="T70" fmla="*/ 80 w 221"/>
              <a:gd name="T71" fmla="*/ 42 h 44"/>
              <a:gd name="T72" fmla="*/ 102 w 221"/>
              <a:gd name="T73" fmla="*/ 44 h 44"/>
              <a:gd name="T74" fmla="*/ 116 w 221"/>
              <a:gd name="T75" fmla="*/ 42 h 44"/>
              <a:gd name="T76" fmla="*/ 114 w 221"/>
              <a:gd name="T77" fmla="*/ 40 h 44"/>
              <a:gd name="T78" fmla="*/ 101 w 221"/>
              <a:gd name="T79" fmla="*/ 42 h 44"/>
              <a:gd name="T80" fmla="*/ 102 w 221"/>
              <a:gd name="T81" fmla="*/ 44 h 44"/>
              <a:gd name="T82" fmla="*/ 135 w 221"/>
              <a:gd name="T83" fmla="*/ 44 h 44"/>
              <a:gd name="T84" fmla="*/ 137 w 221"/>
              <a:gd name="T85" fmla="*/ 42 h 44"/>
              <a:gd name="T86" fmla="*/ 123 w 221"/>
              <a:gd name="T87" fmla="*/ 40 h 44"/>
              <a:gd name="T88" fmla="*/ 122 w 221"/>
              <a:gd name="T89" fmla="*/ 42 h 44"/>
              <a:gd name="T90" fmla="*/ 144 w 221"/>
              <a:gd name="T91" fmla="*/ 44 h 44"/>
              <a:gd name="T92" fmla="*/ 158 w 221"/>
              <a:gd name="T93" fmla="*/ 42 h 44"/>
              <a:gd name="T94" fmla="*/ 156 w 221"/>
              <a:gd name="T95" fmla="*/ 40 h 44"/>
              <a:gd name="T96" fmla="*/ 143 w 221"/>
              <a:gd name="T97" fmla="*/ 42 h 44"/>
              <a:gd name="T98" fmla="*/ 144 w 221"/>
              <a:gd name="T99" fmla="*/ 44 h 44"/>
              <a:gd name="T100" fmla="*/ 177 w 221"/>
              <a:gd name="T101" fmla="*/ 44 h 44"/>
              <a:gd name="T102" fmla="*/ 179 w 221"/>
              <a:gd name="T103" fmla="*/ 42 h 44"/>
              <a:gd name="T104" fmla="*/ 165 w 221"/>
              <a:gd name="T105" fmla="*/ 40 h 44"/>
              <a:gd name="T106" fmla="*/ 164 w 221"/>
              <a:gd name="T107" fmla="*/ 4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21" h="44">
                <a:moveTo>
                  <a:pt x="19" y="44"/>
                </a:moveTo>
                <a:cubicBezTo>
                  <a:pt x="22" y="44"/>
                  <a:pt x="26" y="44"/>
                  <a:pt x="30" y="44"/>
                </a:cubicBezTo>
                <a:cubicBezTo>
                  <a:pt x="31" y="44"/>
                  <a:pt x="32" y="43"/>
                  <a:pt x="32" y="42"/>
                </a:cubicBezTo>
                <a:cubicBezTo>
                  <a:pt x="32" y="42"/>
                  <a:pt x="32" y="42"/>
                  <a:pt x="32" y="42"/>
                </a:cubicBezTo>
                <a:cubicBezTo>
                  <a:pt x="32" y="41"/>
                  <a:pt x="31" y="40"/>
                  <a:pt x="30" y="40"/>
                </a:cubicBezTo>
                <a:cubicBezTo>
                  <a:pt x="26" y="40"/>
                  <a:pt x="22" y="40"/>
                  <a:pt x="19" y="40"/>
                </a:cubicBezTo>
                <a:cubicBezTo>
                  <a:pt x="18" y="40"/>
                  <a:pt x="17" y="41"/>
                  <a:pt x="17" y="42"/>
                </a:cubicBezTo>
                <a:cubicBezTo>
                  <a:pt x="17" y="42"/>
                  <a:pt x="17" y="42"/>
                  <a:pt x="17" y="42"/>
                </a:cubicBezTo>
                <a:cubicBezTo>
                  <a:pt x="17" y="43"/>
                  <a:pt x="18" y="44"/>
                  <a:pt x="19" y="44"/>
                </a:cubicBezTo>
                <a:close/>
                <a:moveTo>
                  <a:pt x="196" y="42"/>
                </a:moveTo>
                <a:cubicBezTo>
                  <a:pt x="196" y="41"/>
                  <a:pt x="197" y="40"/>
                  <a:pt x="198" y="38"/>
                </a:cubicBezTo>
                <a:cubicBezTo>
                  <a:pt x="199" y="38"/>
                  <a:pt x="198" y="36"/>
                  <a:pt x="198" y="36"/>
                </a:cubicBezTo>
                <a:cubicBezTo>
                  <a:pt x="198" y="36"/>
                  <a:pt x="198" y="36"/>
                  <a:pt x="198" y="36"/>
                </a:cubicBezTo>
                <a:cubicBezTo>
                  <a:pt x="197" y="36"/>
                  <a:pt x="196" y="36"/>
                  <a:pt x="195" y="37"/>
                </a:cubicBezTo>
                <a:cubicBezTo>
                  <a:pt x="195" y="38"/>
                  <a:pt x="194" y="39"/>
                  <a:pt x="193" y="40"/>
                </a:cubicBezTo>
                <a:cubicBezTo>
                  <a:pt x="190" y="40"/>
                  <a:pt x="190" y="40"/>
                  <a:pt x="186" y="40"/>
                </a:cubicBezTo>
                <a:cubicBezTo>
                  <a:pt x="186" y="40"/>
                  <a:pt x="185" y="41"/>
                  <a:pt x="185" y="42"/>
                </a:cubicBezTo>
                <a:cubicBezTo>
                  <a:pt x="185" y="42"/>
                  <a:pt x="185" y="42"/>
                  <a:pt x="185" y="42"/>
                </a:cubicBezTo>
                <a:cubicBezTo>
                  <a:pt x="185" y="43"/>
                  <a:pt x="186" y="44"/>
                  <a:pt x="186" y="44"/>
                </a:cubicBezTo>
                <a:cubicBezTo>
                  <a:pt x="194" y="44"/>
                  <a:pt x="194" y="44"/>
                  <a:pt x="194" y="44"/>
                </a:cubicBezTo>
                <a:cubicBezTo>
                  <a:pt x="195" y="44"/>
                  <a:pt x="195" y="43"/>
                  <a:pt x="196" y="42"/>
                </a:cubicBezTo>
                <a:close/>
                <a:moveTo>
                  <a:pt x="217" y="1"/>
                </a:moveTo>
                <a:cubicBezTo>
                  <a:pt x="215" y="4"/>
                  <a:pt x="213" y="7"/>
                  <a:pt x="211" y="11"/>
                </a:cubicBezTo>
                <a:cubicBezTo>
                  <a:pt x="211" y="12"/>
                  <a:pt x="211" y="13"/>
                  <a:pt x="212" y="13"/>
                </a:cubicBezTo>
                <a:cubicBezTo>
                  <a:pt x="212" y="13"/>
                  <a:pt x="212" y="13"/>
                  <a:pt x="212" y="13"/>
                </a:cubicBezTo>
                <a:cubicBezTo>
                  <a:pt x="212" y="14"/>
                  <a:pt x="213" y="13"/>
                  <a:pt x="214" y="12"/>
                </a:cubicBezTo>
                <a:cubicBezTo>
                  <a:pt x="216" y="9"/>
                  <a:pt x="218" y="6"/>
                  <a:pt x="220" y="2"/>
                </a:cubicBezTo>
                <a:cubicBezTo>
                  <a:pt x="221" y="2"/>
                  <a:pt x="220" y="1"/>
                  <a:pt x="219" y="0"/>
                </a:cubicBezTo>
                <a:cubicBezTo>
                  <a:pt x="219" y="0"/>
                  <a:pt x="219" y="0"/>
                  <a:pt x="219" y="0"/>
                </a:cubicBezTo>
                <a:cubicBezTo>
                  <a:pt x="219" y="0"/>
                  <a:pt x="218" y="0"/>
                  <a:pt x="217" y="1"/>
                </a:cubicBezTo>
                <a:close/>
                <a:moveTo>
                  <a:pt x="206" y="19"/>
                </a:moveTo>
                <a:cubicBezTo>
                  <a:pt x="204" y="22"/>
                  <a:pt x="202" y="25"/>
                  <a:pt x="200" y="29"/>
                </a:cubicBezTo>
                <a:cubicBezTo>
                  <a:pt x="200" y="29"/>
                  <a:pt x="200" y="30"/>
                  <a:pt x="201" y="31"/>
                </a:cubicBezTo>
                <a:cubicBezTo>
                  <a:pt x="201" y="31"/>
                  <a:pt x="201" y="31"/>
                  <a:pt x="201" y="31"/>
                </a:cubicBezTo>
                <a:cubicBezTo>
                  <a:pt x="201" y="31"/>
                  <a:pt x="203" y="31"/>
                  <a:pt x="203" y="30"/>
                </a:cubicBezTo>
                <a:cubicBezTo>
                  <a:pt x="205" y="27"/>
                  <a:pt x="207" y="24"/>
                  <a:pt x="209" y="20"/>
                </a:cubicBezTo>
                <a:cubicBezTo>
                  <a:pt x="210" y="20"/>
                  <a:pt x="209" y="19"/>
                  <a:pt x="209" y="18"/>
                </a:cubicBezTo>
                <a:cubicBezTo>
                  <a:pt x="209" y="18"/>
                  <a:pt x="209" y="18"/>
                  <a:pt x="209" y="18"/>
                </a:cubicBezTo>
                <a:cubicBezTo>
                  <a:pt x="208" y="18"/>
                  <a:pt x="207" y="18"/>
                  <a:pt x="206" y="19"/>
                </a:cubicBezTo>
                <a:close/>
                <a:moveTo>
                  <a:pt x="0" y="40"/>
                </a:moveTo>
                <a:cubicBezTo>
                  <a:pt x="0" y="44"/>
                  <a:pt x="0" y="44"/>
                  <a:pt x="0" y="44"/>
                </a:cubicBezTo>
                <a:cubicBezTo>
                  <a:pt x="8" y="44"/>
                  <a:pt x="8" y="44"/>
                  <a:pt x="8" y="44"/>
                </a:cubicBezTo>
                <a:cubicBezTo>
                  <a:pt x="9" y="44"/>
                  <a:pt x="10" y="43"/>
                  <a:pt x="10" y="42"/>
                </a:cubicBezTo>
                <a:cubicBezTo>
                  <a:pt x="10" y="42"/>
                  <a:pt x="10" y="42"/>
                  <a:pt x="10" y="42"/>
                </a:cubicBezTo>
                <a:cubicBezTo>
                  <a:pt x="10" y="41"/>
                  <a:pt x="9" y="40"/>
                  <a:pt x="8" y="40"/>
                </a:cubicBezTo>
                <a:cubicBezTo>
                  <a:pt x="0" y="40"/>
                  <a:pt x="0" y="40"/>
                  <a:pt x="0" y="40"/>
                </a:cubicBezTo>
                <a:close/>
                <a:moveTo>
                  <a:pt x="40" y="44"/>
                </a:moveTo>
                <a:cubicBezTo>
                  <a:pt x="43" y="44"/>
                  <a:pt x="47" y="44"/>
                  <a:pt x="51" y="44"/>
                </a:cubicBezTo>
                <a:cubicBezTo>
                  <a:pt x="52" y="44"/>
                  <a:pt x="53" y="43"/>
                  <a:pt x="53" y="42"/>
                </a:cubicBezTo>
                <a:cubicBezTo>
                  <a:pt x="53" y="42"/>
                  <a:pt x="53" y="42"/>
                  <a:pt x="53" y="42"/>
                </a:cubicBezTo>
                <a:cubicBezTo>
                  <a:pt x="53" y="41"/>
                  <a:pt x="52" y="40"/>
                  <a:pt x="51" y="40"/>
                </a:cubicBezTo>
                <a:cubicBezTo>
                  <a:pt x="47" y="40"/>
                  <a:pt x="43" y="40"/>
                  <a:pt x="40" y="40"/>
                </a:cubicBezTo>
                <a:cubicBezTo>
                  <a:pt x="39" y="40"/>
                  <a:pt x="38" y="41"/>
                  <a:pt x="38" y="42"/>
                </a:cubicBezTo>
                <a:cubicBezTo>
                  <a:pt x="38" y="42"/>
                  <a:pt x="38" y="42"/>
                  <a:pt x="38" y="42"/>
                </a:cubicBezTo>
                <a:cubicBezTo>
                  <a:pt x="38" y="43"/>
                  <a:pt x="39" y="44"/>
                  <a:pt x="40" y="44"/>
                </a:cubicBezTo>
                <a:close/>
                <a:moveTo>
                  <a:pt x="60" y="44"/>
                </a:moveTo>
                <a:cubicBezTo>
                  <a:pt x="64" y="44"/>
                  <a:pt x="68" y="44"/>
                  <a:pt x="72" y="44"/>
                </a:cubicBezTo>
                <a:cubicBezTo>
                  <a:pt x="73" y="44"/>
                  <a:pt x="74" y="43"/>
                  <a:pt x="74" y="42"/>
                </a:cubicBezTo>
                <a:cubicBezTo>
                  <a:pt x="74" y="42"/>
                  <a:pt x="74" y="42"/>
                  <a:pt x="74" y="42"/>
                </a:cubicBezTo>
                <a:cubicBezTo>
                  <a:pt x="74" y="41"/>
                  <a:pt x="73" y="40"/>
                  <a:pt x="72" y="40"/>
                </a:cubicBezTo>
                <a:cubicBezTo>
                  <a:pt x="68" y="40"/>
                  <a:pt x="64" y="40"/>
                  <a:pt x="60" y="40"/>
                </a:cubicBezTo>
                <a:cubicBezTo>
                  <a:pt x="60" y="40"/>
                  <a:pt x="59" y="41"/>
                  <a:pt x="59" y="42"/>
                </a:cubicBezTo>
                <a:cubicBezTo>
                  <a:pt x="59" y="42"/>
                  <a:pt x="59" y="42"/>
                  <a:pt x="59" y="42"/>
                </a:cubicBezTo>
                <a:cubicBezTo>
                  <a:pt x="59" y="43"/>
                  <a:pt x="60" y="44"/>
                  <a:pt x="60" y="44"/>
                </a:cubicBezTo>
                <a:close/>
                <a:moveTo>
                  <a:pt x="81" y="44"/>
                </a:moveTo>
                <a:cubicBezTo>
                  <a:pt x="85" y="44"/>
                  <a:pt x="89" y="44"/>
                  <a:pt x="93" y="44"/>
                </a:cubicBezTo>
                <a:cubicBezTo>
                  <a:pt x="94" y="44"/>
                  <a:pt x="95" y="43"/>
                  <a:pt x="95" y="42"/>
                </a:cubicBezTo>
                <a:cubicBezTo>
                  <a:pt x="95" y="42"/>
                  <a:pt x="95" y="42"/>
                  <a:pt x="95" y="42"/>
                </a:cubicBezTo>
                <a:cubicBezTo>
                  <a:pt x="95" y="41"/>
                  <a:pt x="94" y="40"/>
                  <a:pt x="93" y="40"/>
                </a:cubicBezTo>
                <a:cubicBezTo>
                  <a:pt x="89" y="40"/>
                  <a:pt x="85" y="40"/>
                  <a:pt x="81" y="40"/>
                </a:cubicBezTo>
                <a:cubicBezTo>
                  <a:pt x="81" y="40"/>
                  <a:pt x="80" y="41"/>
                  <a:pt x="80" y="42"/>
                </a:cubicBezTo>
                <a:cubicBezTo>
                  <a:pt x="80" y="42"/>
                  <a:pt x="80" y="42"/>
                  <a:pt x="80" y="42"/>
                </a:cubicBezTo>
                <a:cubicBezTo>
                  <a:pt x="80" y="43"/>
                  <a:pt x="81" y="44"/>
                  <a:pt x="81" y="44"/>
                </a:cubicBezTo>
                <a:close/>
                <a:moveTo>
                  <a:pt x="102" y="44"/>
                </a:moveTo>
                <a:cubicBezTo>
                  <a:pt x="106" y="44"/>
                  <a:pt x="110" y="44"/>
                  <a:pt x="114" y="44"/>
                </a:cubicBezTo>
                <a:cubicBezTo>
                  <a:pt x="115" y="44"/>
                  <a:pt x="116" y="43"/>
                  <a:pt x="116" y="42"/>
                </a:cubicBezTo>
                <a:cubicBezTo>
                  <a:pt x="116" y="42"/>
                  <a:pt x="116" y="42"/>
                  <a:pt x="116" y="42"/>
                </a:cubicBezTo>
                <a:cubicBezTo>
                  <a:pt x="116" y="41"/>
                  <a:pt x="115" y="40"/>
                  <a:pt x="114" y="40"/>
                </a:cubicBezTo>
                <a:cubicBezTo>
                  <a:pt x="110" y="40"/>
                  <a:pt x="106" y="40"/>
                  <a:pt x="102" y="40"/>
                </a:cubicBezTo>
                <a:cubicBezTo>
                  <a:pt x="102" y="40"/>
                  <a:pt x="101" y="41"/>
                  <a:pt x="101" y="42"/>
                </a:cubicBezTo>
                <a:cubicBezTo>
                  <a:pt x="101" y="42"/>
                  <a:pt x="101" y="42"/>
                  <a:pt x="101" y="42"/>
                </a:cubicBezTo>
                <a:cubicBezTo>
                  <a:pt x="101" y="43"/>
                  <a:pt x="102" y="44"/>
                  <a:pt x="102" y="44"/>
                </a:cubicBezTo>
                <a:close/>
                <a:moveTo>
                  <a:pt x="123" y="44"/>
                </a:moveTo>
                <a:cubicBezTo>
                  <a:pt x="127" y="44"/>
                  <a:pt x="131" y="44"/>
                  <a:pt x="135" y="44"/>
                </a:cubicBezTo>
                <a:cubicBezTo>
                  <a:pt x="136" y="44"/>
                  <a:pt x="137" y="43"/>
                  <a:pt x="137" y="42"/>
                </a:cubicBezTo>
                <a:cubicBezTo>
                  <a:pt x="137" y="42"/>
                  <a:pt x="137" y="42"/>
                  <a:pt x="137" y="42"/>
                </a:cubicBezTo>
                <a:cubicBezTo>
                  <a:pt x="137" y="41"/>
                  <a:pt x="136" y="40"/>
                  <a:pt x="135" y="40"/>
                </a:cubicBezTo>
                <a:cubicBezTo>
                  <a:pt x="131" y="40"/>
                  <a:pt x="127" y="40"/>
                  <a:pt x="123" y="40"/>
                </a:cubicBezTo>
                <a:cubicBezTo>
                  <a:pt x="123" y="40"/>
                  <a:pt x="122" y="41"/>
                  <a:pt x="122" y="42"/>
                </a:cubicBezTo>
                <a:cubicBezTo>
                  <a:pt x="122" y="42"/>
                  <a:pt x="122" y="42"/>
                  <a:pt x="122" y="42"/>
                </a:cubicBezTo>
                <a:cubicBezTo>
                  <a:pt x="122" y="43"/>
                  <a:pt x="123" y="44"/>
                  <a:pt x="123" y="44"/>
                </a:cubicBezTo>
                <a:close/>
                <a:moveTo>
                  <a:pt x="144" y="44"/>
                </a:moveTo>
                <a:cubicBezTo>
                  <a:pt x="148" y="44"/>
                  <a:pt x="152" y="44"/>
                  <a:pt x="156" y="44"/>
                </a:cubicBezTo>
                <a:cubicBezTo>
                  <a:pt x="157" y="44"/>
                  <a:pt x="158" y="43"/>
                  <a:pt x="158" y="42"/>
                </a:cubicBezTo>
                <a:cubicBezTo>
                  <a:pt x="158" y="42"/>
                  <a:pt x="158" y="42"/>
                  <a:pt x="158" y="42"/>
                </a:cubicBezTo>
                <a:cubicBezTo>
                  <a:pt x="158" y="41"/>
                  <a:pt x="157" y="40"/>
                  <a:pt x="156" y="40"/>
                </a:cubicBezTo>
                <a:cubicBezTo>
                  <a:pt x="152" y="40"/>
                  <a:pt x="148" y="40"/>
                  <a:pt x="144" y="40"/>
                </a:cubicBezTo>
                <a:cubicBezTo>
                  <a:pt x="144" y="40"/>
                  <a:pt x="143" y="41"/>
                  <a:pt x="143" y="42"/>
                </a:cubicBezTo>
                <a:cubicBezTo>
                  <a:pt x="143" y="42"/>
                  <a:pt x="143" y="42"/>
                  <a:pt x="143" y="42"/>
                </a:cubicBezTo>
                <a:cubicBezTo>
                  <a:pt x="143" y="43"/>
                  <a:pt x="144" y="44"/>
                  <a:pt x="144" y="44"/>
                </a:cubicBezTo>
                <a:close/>
                <a:moveTo>
                  <a:pt x="165" y="44"/>
                </a:moveTo>
                <a:cubicBezTo>
                  <a:pt x="169" y="44"/>
                  <a:pt x="173" y="44"/>
                  <a:pt x="177" y="44"/>
                </a:cubicBezTo>
                <a:cubicBezTo>
                  <a:pt x="178" y="44"/>
                  <a:pt x="179" y="43"/>
                  <a:pt x="179" y="42"/>
                </a:cubicBezTo>
                <a:cubicBezTo>
                  <a:pt x="179" y="42"/>
                  <a:pt x="179" y="42"/>
                  <a:pt x="179" y="42"/>
                </a:cubicBezTo>
                <a:cubicBezTo>
                  <a:pt x="179" y="41"/>
                  <a:pt x="178" y="40"/>
                  <a:pt x="177" y="40"/>
                </a:cubicBezTo>
                <a:cubicBezTo>
                  <a:pt x="173" y="40"/>
                  <a:pt x="169" y="40"/>
                  <a:pt x="165" y="40"/>
                </a:cubicBezTo>
                <a:cubicBezTo>
                  <a:pt x="165" y="40"/>
                  <a:pt x="164" y="41"/>
                  <a:pt x="164" y="42"/>
                </a:cubicBezTo>
                <a:cubicBezTo>
                  <a:pt x="164" y="42"/>
                  <a:pt x="164" y="42"/>
                  <a:pt x="164" y="42"/>
                </a:cubicBezTo>
                <a:cubicBezTo>
                  <a:pt x="164" y="43"/>
                  <a:pt x="165" y="44"/>
                  <a:pt x="165" y="44"/>
                </a:cubicBezTo>
                <a:close/>
              </a:path>
            </a:pathLst>
          </a:custGeom>
          <a:solidFill>
            <a:srgbClr val="7579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33"/>
          <p:cNvSpPr>
            <a:spLocks noEditPoints="1"/>
          </p:cNvSpPr>
          <p:nvPr/>
        </p:nvSpPr>
        <p:spPr bwMode="auto">
          <a:xfrm>
            <a:off x="5458052" y="2068515"/>
            <a:ext cx="1870075" cy="431800"/>
          </a:xfrm>
          <a:custGeom>
            <a:avLst/>
            <a:gdLst>
              <a:gd name="T0" fmla="*/ 30 w 225"/>
              <a:gd name="T1" fmla="*/ 0 h 52"/>
              <a:gd name="T2" fmla="*/ 32 w 225"/>
              <a:gd name="T3" fmla="*/ 2 h 52"/>
              <a:gd name="T4" fmla="*/ 19 w 225"/>
              <a:gd name="T5" fmla="*/ 4 h 52"/>
              <a:gd name="T6" fmla="*/ 17 w 225"/>
              <a:gd name="T7" fmla="*/ 2 h 52"/>
              <a:gd name="T8" fmla="*/ 224 w 225"/>
              <a:gd name="T9" fmla="*/ 48 h 52"/>
              <a:gd name="T10" fmla="*/ 225 w 225"/>
              <a:gd name="T11" fmla="*/ 50 h 52"/>
              <a:gd name="T12" fmla="*/ 224 w 225"/>
              <a:gd name="T13" fmla="*/ 52 h 52"/>
              <a:gd name="T14" fmla="*/ 222 w 225"/>
              <a:gd name="T15" fmla="*/ 51 h 52"/>
              <a:gd name="T16" fmla="*/ 224 w 225"/>
              <a:gd name="T17" fmla="*/ 48 h 52"/>
              <a:gd name="T18" fmla="*/ 198 w 225"/>
              <a:gd name="T19" fmla="*/ 6 h 52"/>
              <a:gd name="T20" fmla="*/ 198 w 225"/>
              <a:gd name="T21" fmla="*/ 8 h 52"/>
              <a:gd name="T22" fmla="*/ 193 w 225"/>
              <a:gd name="T23" fmla="*/ 4 h 52"/>
              <a:gd name="T24" fmla="*/ 185 w 225"/>
              <a:gd name="T25" fmla="*/ 2 h 52"/>
              <a:gd name="T26" fmla="*/ 186 w 225"/>
              <a:gd name="T27" fmla="*/ 0 h 52"/>
              <a:gd name="T28" fmla="*/ 196 w 225"/>
              <a:gd name="T29" fmla="*/ 1 h 52"/>
              <a:gd name="T30" fmla="*/ 211 w 225"/>
              <a:gd name="T31" fmla="*/ 33 h 52"/>
              <a:gd name="T32" fmla="*/ 212 w 225"/>
              <a:gd name="T33" fmla="*/ 31 h 52"/>
              <a:gd name="T34" fmla="*/ 220 w 225"/>
              <a:gd name="T35" fmla="*/ 41 h 52"/>
              <a:gd name="T36" fmla="*/ 219 w 225"/>
              <a:gd name="T37" fmla="*/ 44 h 52"/>
              <a:gd name="T38" fmla="*/ 206 w 225"/>
              <a:gd name="T39" fmla="*/ 25 h 52"/>
              <a:gd name="T40" fmla="*/ 201 w 225"/>
              <a:gd name="T41" fmla="*/ 13 h 52"/>
              <a:gd name="T42" fmla="*/ 203 w 225"/>
              <a:gd name="T43" fmla="*/ 13 h 52"/>
              <a:gd name="T44" fmla="*/ 209 w 225"/>
              <a:gd name="T45" fmla="*/ 26 h 52"/>
              <a:gd name="T46" fmla="*/ 206 w 225"/>
              <a:gd name="T47" fmla="*/ 25 h 52"/>
              <a:gd name="T48" fmla="*/ 0 w 225"/>
              <a:gd name="T49" fmla="*/ 0 h 52"/>
              <a:gd name="T50" fmla="*/ 10 w 225"/>
              <a:gd name="T51" fmla="*/ 2 h 52"/>
              <a:gd name="T52" fmla="*/ 8 w 225"/>
              <a:gd name="T53" fmla="*/ 4 h 52"/>
              <a:gd name="T54" fmla="*/ 40 w 225"/>
              <a:gd name="T55" fmla="*/ 0 h 52"/>
              <a:gd name="T56" fmla="*/ 53 w 225"/>
              <a:gd name="T57" fmla="*/ 2 h 52"/>
              <a:gd name="T58" fmla="*/ 51 w 225"/>
              <a:gd name="T59" fmla="*/ 4 h 52"/>
              <a:gd name="T60" fmla="*/ 38 w 225"/>
              <a:gd name="T61" fmla="*/ 2 h 52"/>
              <a:gd name="T62" fmla="*/ 40 w 225"/>
              <a:gd name="T63" fmla="*/ 0 h 52"/>
              <a:gd name="T64" fmla="*/ 72 w 225"/>
              <a:gd name="T65" fmla="*/ 0 h 52"/>
              <a:gd name="T66" fmla="*/ 74 w 225"/>
              <a:gd name="T67" fmla="*/ 2 h 52"/>
              <a:gd name="T68" fmla="*/ 60 w 225"/>
              <a:gd name="T69" fmla="*/ 4 h 52"/>
              <a:gd name="T70" fmla="*/ 59 w 225"/>
              <a:gd name="T71" fmla="*/ 2 h 52"/>
              <a:gd name="T72" fmla="*/ 81 w 225"/>
              <a:gd name="T73" fmla="*/ 0 h 52"/>
              <a:gd name="T74" fmla="*/ 95 w 225"/>
              <a:gd name="T75" fmla="*/ 2 h 52"/>
              <a:gd name="T76" fmla="*/ 93 w 225"/>
              <a:gd name="T77" fmla="*/ 4 h 52"/>
              <a:gd name="T78" fmla="*/ 80 w 225"/>
              <a:gd name="T79" fmla="*/ 2 h 52"/>
              <a:gd name="T80" fmla="*/ 81 w 225"/>
              <a:gd name="T81" fmla="*/ 0 h 52"/>
              <a:gd name="T82" fmla="*/ 114 w 225"/>
              <a:gd name="T83" fmla="*/ 0 h 52"/>
              <a:gd name="T84" fmla="*/ 116 w 225"/>
              <a:gd name="T85" fmla="*/ 2 h 52"/>
              <a:gd name="T86" fmla="*/ 102 w 225"/>
              <a:gd name="T87" fmla="*/ 4 h 52"/>
              <a:gd name="T88" fmla="*/ 101 w 225"/>
              <a:gd name="T89" fmla="*/ 2 h 52"/>
              <a:gd name="T90" fmla="*/ 123 w 225"/>
              <a:gd name="T91" fmla="*/ 0 h 52"/>
              <a:gd name="T92" fmla="*/ 137 w 225"/>
              <a:gd name="T93" fmla="*/ 2 h 52"/>
              <a:gd name="T94" fmla="*/ 135 w 225"/>
              <a:gd name="T95" fmla="*/ 4 h 52"/>
              <a:gd name="T96" fmla="*/ 122 w 225"/>
              <a:gd name="T97" fmla="*/ 2 h 52"/>
              <a:gd name="T98" fmla="*/ 123 w 225"/>
              <a:gd name="T99" fmla="*/ 0 h 52"/>
              <a:gd name="T100" fmla="*/ 156 w 225"/>
              <a:gd name="T101" fmla="*/ 0 h 52"/>
              <a:gd name="T102" fmla="*/ 158 w 225"/>
              <a:gd name="T103" fmla="*/ 2 h 52"/>
              <a:gd name="T104" fmla="*/ 144 w 225"/>
              <a:gd name="T105" fmla="*/ 4 h 52"/>
              <a:gd name="T106" fmla="*/ 143 w 225"/>
              <a:gd name="T107" fmla="*/ 2 h 52"/>
              <a:gd name="T108" fmla="*/ 165 w 225"/>
              <a:gd name="T109" fmla="*/ 0 h 52"/>
              <a:gd name="T110" fmla="*/ 179 w 225"/>
              <a:gd name="T111" fmla="*/ 2 h 52"/>
              <a:gd name="T112" fmla="*/ 177 w 225"/>
              <a:gd name="T113" fmla="*/ 4 h 52"/>
              <a:gd name="T114" fmla="*/ 164 w 225"/>
              <a:gd name="T115" fmla="*/ 2 h 52"/>
              <a:gd name="T116" fmla="*/ 165 w 225"/>
              <a:gd name="T11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5" h="52">
                <a:moveTo>
                  <a:pt x="19" y="0"/>
                </a:moveTo>
                <a:cubicBezTo>
                  <a:pt x="22" y="0"/>
                  <a:pt x="26" y="0"/>
                  <a:pt x="30" y="0"/>
                </a:cubicBezTo>
                <a:cubicBezTo>
                  <a:pt x="31" y="0"/>
                  <a:pt x="32" y="1"/>
                  <a:pt x="32" y="2"/>
                </a:cubicBezTo>
                <a:cubicBezTo>
                  <a:pt x="32" y="2"/>
                  <a:pt x="32" y="2"/>
                  <a:pt x="32" y="2"/>
                </a:cubicBezTo>
                <a:cubicBezTo>
                  <a:pt x="32" y="3"/>
                  <a:pt x="31" y="4"/>
                  <a:pt x="30" y="4"/>
                </a:cubicBezTo>
                <a:cubicBezTo>
                  <a:pt x="26" y="4"/>
                  <a:pt x="22" y="4"/>
                  <a:pt x="19" y="4"/>
                </a:cubicBezTo>
                <a:cubicBezTo>
                  <a:pt x="18" y="4"/>
                  <a:pt x="17" y="3"/>
                  <a:pt x="17" y="2"/>
                </a:cubicBezTo>
                <a:cubicBezTo>
                  <a:pt x="17" y="2"/>
                  <a:pt x="17" y="2"/>
                  <a:pt x="17" y="2"/>
                </a:cubicBezTo>
                <a:cubicBezTo>
                  <a:pt x="17" y="1"/>
                  <a:pt x="18" y="0"/>
                  <a:pt x="19" y="0"/>
                </a:cubicBezTo>
                <a:close/>
                <a:moveTo>
                  <a:pt x="224" y="48"/>
                </a:moveTo>
                <a:cubicBezTo>
                  <a:pt x="224" y="48"/>
                  <a:pt x="224" y="48"/>
                  <a:pt x="224" y="48"/>
                </a:cubicBezTo>
                <a:cubicBezTo>
                  <a:pt x="225" y="48"/>
                  <a:pt x="225" y="49"/>
                  <a:pt x="225" y="50"/>
                </a:cubicBezTo>
                <a:cubicBezTo>
                  <a:pt x="225" y="51"/>
                  <a:pt x="225" y="51"/>
                  <a:pt x="225" y="51"/>
                </a:cubicBezTo>
                <a:cubicBezTo>
                  <a:pt x="225" y="52"/>
                  <a:pt x="225" y="52"/>
                  <a:pt x="224" y="52"/>
                </a:cubicBezTo>
                <a:cubicBezTo>
                  <a:pt x="224" y="52"/>
                  <a:pt x="224" y="52"/>
                  <a:pt x="224" y="52"/>
                </a:cubicBezTo>
                <a:cubicBezTo>
                  <a:pt x="223" y="52"/>
                  <a:pt x="222" y="52"/>
                  <a:pt x="222" y="51"/>
                </a:cubicBezTo>
                <a:cubicBezTo>
                  <a:pt x="222" y="50"/>
                  <a:pt x="222" y="50"/>
                  <a:pt x="222" y="50"/>
                </a:cubicBezTo>
                <a:cubicBezTo>
                  <a:pt x="222" y="49"/>
                  <a:pt x="223" y="48"/>
                  <a:pt x="224" y="48"/>
                </a:cubicBezTo>
                <a:close/>
                <a:moveTo>
                  <a:pt x="196" y="1"/>
                </a:moveTo>
                <a:cubicBezTo>
                  <a:pt x="196" y="3"/>
                  <a:pt x="197" y="4"/>
                  <a:pt x="198" y="6"/>
                </a:cubicBezTo>
                <a:cubicBezTo>
                  <a:pt x="199" y="6"/>
                  <a:pt x="198" y="7"/>
                  <a:pt x="198" y="8"/>
                </a:cubicBezTo>
                <a:cubicBezTo>
                  <a:pt x="198" y="8"/>
                  <a:pt x="198" y="8"/>
                  <a:pt x="198" y="8"/>
                </a:cubicBezTo>
                <a:cubicBezTo>
                  <a:pt x="197" y="8"/>
                  <a:pt x="196" y="8"/>
                  <a:pt x="195" y="7"/>
                </a:cubicBezTo>
                <a:cubicBezTo>
                  <a:pt x="195" y="6"/>
                  <a:pt x="194" y="5"/>
                  <a:pt x="193" y="4"/>
                </a:cubicBezTo>
                <a:cubicBezTo>
                  <a:pt x="190" y="4"/>
                  <a:pt x="190" y="4"/>
                  <a:pt x="186" y="4"/>
                </a:cubicBezTo>
                <a:cubicBezTo>
                  <a:pt x="186" y="4"/>
                  <a:pt x="185" y="3"/>
                  <a:pt x="185" y="2"/>
                </a:cubicBezTo>
                <a:cubicBezTo>
                  <a:pt x="185" y="2"/>
                  <a:pt x="185" y="2"/>
                  <a:pt x="185" y="2"/>
                </a:cubicBezTo>
                <a:cubicBezTo>
                  <a:pt x="185" y="1"/>
                  <a:pt x="186" y="0"/>
                  <a:pt x="186" y="0"/>
                </a:cubicBezTo>
                <a:cubicBezTo>
                  <a:pt x="194" y="0"/>
                  <a:pt x="194" y="0"/>
                  <a:pt x="194" y="0"/>
                </a:cubicBezTo>
                <a:cubicBezTo>
                  <a:pt x="195" y="0"/>
                  <a:pt x="195" y="1"/>
                  <a:pt x="196" y="1"/>
                </a:cubicBezTo>
                <a:close/>
                <a:moveTo>
                  <a:pt x="217" y="43"/>
                </a:moveTo>
                <a:cubicBezTo>
                  <a:pt x="215" y="40"/>
                  <a:pt x="213" y="36"/>
                  <a:pt x="211" y="33"/>
                </a:cubicBezTo>
                <a:cubicBezTo>
                  <a:pt x="211" y="32"/>
                  <a:pt x="211" y="31"/>
                  <a:pt x="212" y="31"/>
                </a:cubicBezTo>
                <a:cubicBezTo>
                  <a:pt x="212" y="31"/>
                  <a:pt x="212" y="31"/>
                  <a:pt x="212" y="31"/>
                </a:cubicBezTo>
                <a:cubicBezTo>
                  <a:pt x="212" y="30"/>
                  <a:pt x="213" y="31"/>
                  <a:pt x="214" y="31"/>
                </a:cubicBezTo>
                <a:cubicBezTo>
                  <a:pt x="216" y="35"/>
                  <a:pt x="218" y="38"/>
                  <a:pt x="220" y="41"/>
                </a:cubicBezTo>
                <a:cubicBezTo>
                  <a:pt x="221" y="42"/>
                  <a:pt x="220" y="43"/>
                  <a:pt x="219" y="44"/>
                </a:cubicBezTo>
                <a:cubicBezTo>
                  <a:pt x="219" y="44"/>
                  <a:pt x="219" y="44"/>
                  <a:pt x="219" y="44"/>
                </a:cubicBezTo>
                <a:cubicBezTo>
                  <a:pt x="219" y="44"/>
                  <a:pt x="218" y="44"/>
                  <a:pt x="217" y="43"/>
                </a:cubicBezTo>
                <a:close/>
                <a:moveTo>
                  <a:pt x="206" y="25"/>
                </a:moveTo>
                <a:cubicBezTo>
                  <a:pt x="204" y="22"/>
                  <a:pt x="202" y="19"/>
                  <a:pt x="200" y="15"/>
                </a:cubicBezTo>
                <a:cubicBezTo>
                  <a:pt x="200" y="14"/>
                  <a:pt x="200" y="13"/>
                  <a:pt x="201" y="13"/>
                </a:cubicBezTo>
                <a:cubicBezTo>
                  <a:pt x="201" y="13"/>
                  <a:pt x="201" y="13"/>
                  <a:pt x="201" y="13"/>
                </a:cubicBezTo>
                <a:cubicBezTo>
                  <a:pt x="201" y="12"/>
                  <a:pt x="203" y="13"/>
                  <a:pt x="203" y="13"/>
                </a:cubicBezTo>
                <a:cubicBezTo>
                  <a:pt x="205" y="17"/>
                  <a:pt x="207" y="20"/>
                  <a:pt x="209" y="23"/>
                </a:cubicBezTo>
                <a:cubicBezTo>
                  <a:pt x="210" y="24"/>
                  <a:pt x="209" y="25"/>
                  <a:pt x="209" y="26"/>
                </a:cubicBezTo>
                <a:cubicBezTo>
                  <a:pt x="209" y="26"/>
                  <a:pt x="209" y="26"/>
                  <a:pt x="209" y="26"/>
                </a:cubicBezTo>
                <a:cubicBezTo>
                  <a:pt x="208" y="26"/>
                  <a:pt x="207" y="26"/>
                  <a:pt x="206" y="25"/>
                </a:cubicBezTo>
                <a:close/>
                <a:moveTo>
                  <a:pt x="0" y="4"/>
                </a:moveTo>
                <a:cubicBezTo>
                  <a:pt x="0" y="0"/>
                  <a:pt x="0" y="0"/>
                  <a:pt x="0" y="0"/>
                </a:cubicBezTo>
                <a:cubicBezTo>
                  <a:pt x="8" y="0"/>
                  <a:pt x="8" y="0"/>
                  <a:pt x="8" y="0"/>
                </a:cubicBezTo>
                <a:cubicBezTo>
                  <a:pt x="9" y="0"/>
                  <a:pt x="10" y="1"/>
                  <a:pt x="10" y="2"/>
                </a:cubicBezTo>
                <a:cubicBezTo>
                  <a:pt x="10" y="2"/>
                  <a:pt x="10" y="2"/>
                  <a:pt x="10" y="2"/>
                </a:cubicBezTo>
                <a:cubicBezTo>
                  <a:pt x="10" y="3"/>
                  <a:pt x="9" y="4"/>
                  <a:pt x="8" y="4"/>
                </a:cubicBezTo>
                <a:cubicBezTo>
                  <a:pt x="0" y="4"/>
                  <a:pt x="0" y="4"/>
                  <a:pt x="0" y="4"/>
                </a:cubicBezTo>
                <a:close/>
                <a:moveTo>
                  <a:pt x="40" y="0"/>
                </a:moveTo>
                <a:cubicBezTo>
                  <a:pt x="43" y="0"/>
                  <a:pt x="47" y="0"/>
                  <a:pt x="51" y="0"/>
                </a:cubicBezTo>
                <a:cubicBezTo>
                  <a:pt x="52" y="0"/>
                  <a:pt x="53" y="1"/>
                  <a:pt x="53" y="2"/>
                </a:cubicBezTo>
                <a:cubicBezTo>
                  <a:pt x="53" y="2"/>
                  <a:pt x="53" y="2"/>
                  <a:pt x="53" y="2"/>
                </a:cubicBezTo>
                <a:cubicBezTo>
                  <a:pt x="53" y="3"/>
                  <a:pt x="52" y="4"/>
                  <a:pt x="51" y="4"/>
                </a:cubicBezTo>
                <a:cubicBezTo>
                  <a:pt x="47" y="4"/>
                  <a:pt x="43" y="4"/>
                  <a:pt x="40" y="4"/>
                </a:cubicBezTo>
                <a:cubicBezTo>
                  <a:pt x="39" y="4"/>
                  <a:pt x="38" y="3"/>
                  <a:pt x="38" y="2"/>
                </a:cubicBezTo>
                <a:cubicBezTo>
                  <a:pt x="38" y="2"/>
                  <a:pt x="38" y="2"/>
                  <a:pt x="38" y="2"/>
                </a:cubicBezTo>
                <a:cubicBezTo>
                  <a:pt x="38" y="1"/>
                  <a:pt x="39" y="0"/>
                  <a:pt x="40" y="0"/>
                </a:cubicBezTo>
                <a:close/>
                <a:moveTo>
                  <a:pt x="60" y="0"/>
                </a:moveTo>
                <a:cubicBezTo>
                  <a:pt x="64" y="0"/>
                  <a:pt x="68" y="0"/>
                  <a:pt x="72" y="0"/>
                </a:cubicBezTo>
                <a:cubicBezTo>
                  <a:pt x="73" y="0"/>
                  <a:pt x="74" y="1"/>
                  <a:pt x="74" y="2"/>
                </a:cubicBezTo>
                <a:cubicBezTo>
                  <a:pt x="74" y="2"/>
                  <a:pt x="74" y="2"/>
                  <a:pt x="74" y="2"/>
                </a:cubicBezTo>
                <a:cubicBezTo>
                  <a:pt x="74" y="3"/>
                  <a:pt x="73" y="4"/>
                  <a:pt x="72" y="4"/>
                </a:cubicBezTo>
                <a:cubicBezTo>
                  <a:pt x="68" y="4"/>
                  <a:pt x="64" y="4"/>
                  <a:pt x="60" y="4"/>
                </a:cubicBezTo>
                <a:cubicBezTo>
                  <a:pt x="60" y="4"/>
                  <a:pt x="59" y="3"/>
                  <a:pt x="59" y="2"/>
                </a:cubicBezTo>
                <a:cubicBezTo>
                  <a:pt x="59" y="2"/>
                  <a:pt x="59" y="2"/>
                  <a:pt x="59" y="2"/>
                </a:cubicBezTo>
                <a:cubicBezTo>
                  <a:pt x="59" y="1"/>
                  <a:pt x="60" y="0"/>
                  <a:pt x="60" y="0"/>
                </a:cubicBezTo>
                <a:close/>
                <a:moveTo>
                  <a:pt x="81" y="0"/>
                </a:moveTo>
                <a:cubicBezTo>
                  <a:pt x="85" y="0"/>
                  <a:pt x="89" y="0"/>
                  <a:pt x="93" y="0"/>
                </a:cubicBezTo>
                <a:cubicBezTo>
                  <a:pt x="94" y="0"/>
                  <a:pt x="95" y="1"/>
                  <a:pt x="95" y="2"/>
                </a:cubicBezTo>
                <a:cubicBezTo>
                  <a:pt x="95" y="2"/>
                  <a:pt x="95" y="2"/>
                  <a:pt x="95" y="2"/>
                </a:cubicBezTo>
                <a:cubicBezTo>
                  <a:pt x="95" y="3"/>
                  <a:pt x="94" y="4"/>
                  <a:pt x="93" y="4"/>
                </a:cubicBezTo>
                <a:cubicBezTo>
                  <a:pt x="89" y="4"/>
                  <a:pt x="85" y="4"/>
                  <a:pt x="81" y="4"/>
                </a:cubicBezTo>
                <a:cubicBezTo>
                  <a:pt x="81" y="4"/>
                  <a:pt x="80" y="3"/>
                  <a:pt x="80" y="2"/>
                </a:cubicBezTo>
                <a:cubicBezTo>
                  <a:pt x="80" y="2"/>
                  <a:pt x="80" y="2"/>
                  <a:pt x="80" y="2"/>
                </a:cubicBezTo>
                <a:cubicBezTo>
                  <a:pt x="80" y="1"/>
                  <a:pt x="81" y="0"/>
                  <a:pt x="81" y="0"/>
                </a:cubicBezTo>
                <a:close/>
                <a:moveTo>
                  <a:pt x="102" y="0"/>
                </a:moveTo>
                <a:cubicBezTo>
                  <a:pt x="106" y="0"/>
                  <a:pt x="110" y="0"/>
                  <a:pt x="114" y="0"/>
                </a:cubicBezTo>
                <a:cubicBezTo>
                  <a:pt x="115" y="0"/>
                  <a:pt x="116" y="1"/>
                  <a:pt x="116" y="2"/>
                </a:cubicBezTo>
                <a:cubicBezTo>
                  <a:pt x="116" y="2"/>
                  <a:pt x="116" y="2"/>
                  <a:pt x="116" y="2"/>
                </a:cubicBezTo>
                <a:cubicBezTo>
                  <a:pt x="116" y="3"/>
                  <a:pt x="115" y="4"/>
                  <a:pt x="114" y="4"/>
                </a:cubicBezTo>
                <a:cubicBezTo>
                  <a:pt x="110" y="4"/>
                  <a:pt x="106" y="4"/>
                  <a:pt x="102" y="4"/>
                </a:cubicBezTo>
                <a:cubicBezTo>
                  <a:pt x="102" y="4"/>
                  <a:pt x="101" y="3"/>
                  <a:pt x="101" y="2"/>
                </a:cubicBezTo>
                <a:cubicBezTo>
                  <a:pt x="101" y="2"/>
                  <a:pt x="101" y="2"/>
                  <a:pt x="101" y="2"/>
                </a:cubicBezTo>
                <a:cubicBezTo>
                  <a:pt x="101" y="1"/>
                  <a:pt x="102" y="0"/>
                  <a:pt x="102" y="0"/>
                </a:cubicBezTo>
                <a:close/>
                <a:moveTo>
                  <a:pt x="123" y="0"/>
                </a:moveTo>
                <a:cubicBezTo>
                  <a:pt x="127" y="0"/>
                  <a:pt x="131" y="0"/>
                  <a:pt x="135" y="0"/>
                </a:cubicBezTo>
                <a:cubicBezTo>
                  <a:pt x="136" y="0"/>
                  <a:pt x="137" y="1"/>
                  <a:pt x="137" y="2"/>
                </a:cubicBezTo>
                <a:cubicBezTo>
                  <a:pt x="137" y="2"/>
                  <a:pt x="137" y="2"/>
                  <a:pt x="137" y="2"/>
                </a:cubicBezTo>
                <a:cubicBezTo>
                  <a:pt x="137" y="3"/>
                  <a:pt x="136" y="4"/>
                  <a:pt x="135" y="4"/>
                </a:cubicBezTo>
                <a:cubicBezTo>
                  <a:pt x="131" y="4"/>
                  <a:pt x="127" y="4"/>
                  <a:pt x="123" y="4"/>
                </a:cubicBezTo>
                <a:cubicBezTo>
                  <a:pt x="123" y="4"/>
                  <a:pt x="122" y="3"/>
                  <a:pt x="122" y="2"/>
                </a:cubicBezTo>
                <a:cubicBezTo>
                  <a:pt x="122" y="2"/>
                  <a:pt x="122" y="2"/>
                  <a:pt x="122" y="2"/>
                </a:cubicBezTo>
                <a:cubicBezTo>
                  <a:pt x="122" y="1"/>
                  <a:pt x="123" y="0"/>
                  <a:pt x="123" y="0"/>
                </a:cubicBezTo>
                <a:close/>
                <a:moveTo>
                  <a:pt x="144" y="0"/>
                </a:moveTo>
                <a:cubicBezTo>
                  <a:pt x="148" y="0"/>
                  <a:pt x="152" y="0"/>
                  <a:pt x="156" y="0"/>
                </a:cubicBezTo>
                <a:cubicBezTo>
                  <a:pt x="157" y="0"/>
                  <a:pt x="158" y="1"/>
                  <a:pt x="158" y="2"/>
                </a:cubicBezTo>
                <a:cubicBezTo>
                  <a:pt x="158" y="2"/>
                  <a:pt x="158" y="2"/>
                  <a:pt x="158" y="2"/>
                </a:cubicBezTo>
                <a:cubicBezTo>
                  <a:pt x="158" y="3"/>
                  <a:pt x="157" y="4"/>
                  <a:pt x="156" y="4"/>
                </a:cubicBezTo>
                <a:cubicBezTo>
                  <a:pt x="152" y="4"/>
                  <a:pt x="148" y="4"/>
                  <a:pt x="144" y="4"/>
                </a:cubicBezTo>
                <a:cubicBezTo>
                  <a:pt x="144" y="4"/>
                  <a:pt x="143" y="3"/>
                  <a:pt x="143" y="2"/>
                </a:cubicBezTo>
                <a:cubicBezTo>
                  <a:pt x="143" y="2"/>
                  <a:pt x="143" y="2"/>
                  <a:pt x="143" y="2"/>
                </a:cubicBezTo>
                <a:cubicBezTo>
                  <a:pt x="143" y="1"/>
                  <a:pt x="144" y="0"/>
                  <a:pt x="144" y="0"/>
                </a:cubicBezTo>
                <a:close/>
                <a:moveTo>
                  <a:pt x="165" y="0"/>
                </a:moveTo>
                <a:cubicBezTo>
                  <a:pt x="169" y="0"/>
                  <a:pt x="173" y="0"/>
                  <a:pt x="177" y="0"/>
                </a:cubicBezTo>
                <a:cubicBezTo>
                  <a:pt x="178" y="0"/>
                  <a:pt x="179" y="1"/>
                  <a:pt x="179" y="2"/>
                </a:cubicBezTo>
                <a:cubicBezTo>
                  <a:pt x="179" y="2"/>
                  <a:pt x="179" y="2"/>
                  <a:pt x="179" y="2"/>
                </a:cubicBezTo>
                <a:cubicBezTo>
                  <a:pt x="179" y="3"/>
                  <a:pt x="178" y="4"/>
                  <a:pt x="177" y="4"/>
                </a:cubicBezTo>
                <a:cubicBezTo>
                  <a:pt x="173" y="4"/>
                  <a:pt x="169" y="4"/>
                  <a:pt x="165" y="4"/>
                </a:cubicBezTo>
                <a:cubicBezTo>
                  <a:pt x="165" y="4"/>
                  <a:pt x="164" y="3"/>
                  <a:pt x="164" y="2"/>
                </a:cubicBezTo>
                <a:cubicBezTo>
                  <a:pt x="164" y="2"/>
                  <a:pt x="164" y="2"/>
                  <a:pt x="164" y="2"/>
                </a:cubicBezTo>
                <a:cubicBezTo>
                  <a:pt x="164" y="1"/>
                  <a:pt x="165" y="0"/>
                  <a:pt x="165" y="0"/>
                </a:cubicBezTo>
                <a:close/>
              </a:path>
            </a:pathLst>
          </a:custGeom>
          <a:solidFill>
            <a:srgbClr val="7579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34"/>
          <p:cNvSpPr>
            <a:spLocks/>
          </p:cNvSpPr>
          <p:nvPr/>
        </p:nvSpPr>
        <p:spPr bwMode="auto">
          <a:xfrm>
            <a:off x="5766027" y="3738565"/>
            <a:ext cx="1736725" cy="955675"/>
          </a:xfrm>
          <a:custGeom>
            <a:avLst/>
            <a:gdLst>
              <a:gd name="T0" fmla="*/ 0 w 1094"/>
              <a:gd name="T1" fmla="*/ 0 h 602"/>
              <a:gd name="T2" fmla="*/ 911 w 1094"/>
              <a:gd name="T3" fmla="*/ 0 h 602"/>
              <a:gd name="T4" fmla="*/ 1094 w 1094"/>
              <a:gd name="T5" fmla="*/ 304 h 602"/>
              <a:gd name="T6" fmla="*/ 911 w 1094"/>
              <a:gd name="T7" fmla="*/ 602 h 602"/>
              <a:gd name="T8" fmla="*/ 0 w 1094"/>
              <a:gd name="T9" fmla="*/ 602 h 602"/>
              <a:gd name="T10" fmla="*/ 0 w 1094"/>
              <a:gd name="T11" fmla="*/ 0 h 602"/>
              <a:gd name="T12" fmla="*/ 0 w 1094"/>
              <a:gd name="T13" fmla="*/ 0 h 602"/>
            </a:gdLst>
            <a:ahLst/>
            <a:cxnLst>
              <a:cxn ang="0">
                <a:pos x="T0" y="T1"/>
              </a:cxn>
              <a:cxn ang="0">
                <a:pos x="T2" y="T3"/>
              </a:cxn>
              <a:cxn ang="0">
                <a:pos x="T4" y="T5"/>
              </a:cxn>
              <a:cxn ang="0">
                <a:pos x="T6" y="T7"/>
              </a:cxn>
              <a:cxn ang="0">
                <a:pos x="T8" y="T9"/>
              </a:cxn>
              <a:cxn ang="0">
                <a:pos x="T10" y="T11"/>
              </a:cxn>
              <a:cxn ang="0">
                <a:pos x="T12" y="T13"/>
              </a:cxn>
            </a:cxnLst>
            <a:rect l="0" t="0" r="r" b="b"/>
            <a:pathLst>
              <a:path w="1094" h="602">
                <a:moveTo>
                  <a:pt x="0" y="0"/>
                </a:moveTo>
                <a:lnTo>
                  <a:pt x="911" y="0"/>
                </a:lnTo>
                <a:lnTo>
                  <a:pt x="1094" y="304"/>
                </a:lnTo>
                <a:lnTo>
                  <a:pt x="911" y="602"/>
                </a:lnTo>
                <a:lnTo>
                  <a:pt x="0" y="602"/>
                </a:lnTo>
                <a:lnTo>
                  <a:pt x="0" y="0"/>
                </a:lnTo>
                <a:lnTo>
                  <a:pt x="0" y="0"/>
                </a:lnTo>
                <a:close/>
              </a:path>
            </a:pathLst>
          </a:custGeom>
          <a:solidFill>
            <a:srgbClr val="C9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Freeform 35"/>
          <p:cNvSpPr>
            <a:spLocks/>
          </p:cNvSpPr>
          <p:nvPr/>
        </p:nvSpPr>
        <p:spPr bwMode="auto">
          <a:xfrm>
            <a:off x="5766027" y="5368927"/>
            <a:ext cx="1736725" cy="946150"/>
          </a:xfrm>
          <a:custGeom>
            <a:avLst/>
            <a:gdLst>
              <a:gd name="T0" fmla="*/ 0 w 1094"/>
              <a:gd name="T1" fmla="*/ 0 h 596"/>
              <a:gd name="T2" fmla="*/ 911 w 1094"/>
              <a:gd name="T3" fmla="*/ 0 h 596"/>
              <a:gd name="T4" fmla="*/ 1094 w 1094"/>
              <a:gd name="T5" fmla="*/ 298 h 596"/>
              <a:gd name="T6" fmla="*/ 911 w 1094"/>
              <a:gd name="T7" fmla="*/ 596 h 596"/>
              <a:gd name="T8" fmla="*/ 0 w 1094"/>
              <a:gd name="T9" fmla="*/ 596 h 596"/>
              <a:gd name="T10" fmla="*/ 0 w 1094"/>
              <a:gd name="T11" fmla="*/ 0 h 596"/>
              <a:gd name="T12" fmla="*/ 0 w 1094"/>
              <a:gd name="T13" fmla="*/ 0 h 596"/>
            </a:gdLst>
            <a:ahLst/>
            <a:cxnLst>
              <a:cxn ang="0">
                <a:pos x="T0" y="T1"/>
              </a:cxn>
              <a:cxn ang="0">
                <a:pos x="T2" y="T3"/>
              </a:cxn>
              <a:cxn ang="0">
                <a:pos x="T4" y="T5"/>
              </a:cxn>
              <a:cxn ang="0">
                <a:pos x="T6" y="T7"/>
              </a:cxn>
              <a:cxn ang="0">
                <a:pos x="T8" y="T9"/>
              </a:cxn>
              <a:cxn ang="0">
                <a:pos x="T10" y="T11"/>
              </a:cxn>
              <a:cxn ang="0">
                <a:pos x="T12" y="T13"/>
              </a:cxn>
            </a:cxnLst>
            <a:rect l="0" t="0" r="r" b="b"/>
            <a:pathLst>
              <a:path w="1094" h="596">
                <a:moveTo>
                  <a:pt x="0" y="0"/>
                </a:moveTo>
                <a:lnTo>
                  <a:pt x="911" y="0"/>
                </a:lnTo>
                <a:lnTo>
                  <a:pt x="1094" y="298"/>
                </a:lnTo>
                <a:lnTo>
                  <a:pt x="911" y="596"/>
                </a:lnTo>
                <a:lnTo>
                  <a:pt x="0" y="596"/>
                </a:lnTo>
                <a:lnTo>
                  <a:pt x="0" y="0"/>
                </a:lnTo>
                <a:lnTo>
                  <a:pt x="0" y="0"/>
                </a:lnTo>
                <a:close/>
              </a:path>
            </a:pathLst>
          </a:custGeom>
          <a:solidFill>
            <a:srgbClr val="C9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36"/>
          <p:cNvSpPr>
            <a:spLocks/>
          </p:cNvSpPr>
          <p:nvPr/>
        </p:nvSpPr>
        <p:spPr bwMode="auto">
          <a:xfrm>
            <a:off x="5458052" y="3638552"/>
            <a:ext cx="1954212" cy="957263"/>
          </a:xfrm>
          <a:custGeom>
            <a:avLst/>
            <a:gdLst>
              <a:gd name="T0" fmla="*/ 0 w 1231"/>
              <a:gd name="T1" fmla="*/ 0 h 603"/>
              <a:gd name="T2" fmla="*/ 1047 w 1231"/>
              <a:gd name="T3" fmla="*/ 0 h 603"/>
              <a:gd name="T4" fmla="*/ 1231 w 1231"/>
              <a:gd name="T5" fmla="*/ 299 h 603"/>
              <a:gd name="T6" fmla="*/ 1047 w 1231"/>
              <a:gd name="T7" fmla="*/ 603 h 603"/>
              <a:gd name="T8" fmla="*/ 0 w 1231"/>
              <a:gd name="T9" fmla="*/ 603 h 603"/>
              <a:gd name="T10" fmla="*/ 0 w 1231"/>
              <a:gd name="T11" fmla="*/ 0 h 603"/>
              <a:gd name="T12" fmla="*/ 0 w 1231"/>
              <a:gd name="T13" fmla="*/ 0 h 603"/>
            </a:gdLst>
            <a:ahLst/>
            <a:cxnLst>
              <a:cxn ang="0">
                <a:pos x="T0" y="T1"/>
              </a:cxn>
              <a:cxn ang="0">
                <a:pos x="T2" y="T3"/>
              </a:cxn>
              <a:cxn ang="0">
                <a:pos x="T4" y="T5"/>
              </a:cxn>
              <a:cxn ang="0">
                <a:pos x="T6" y="T7"/>
              </a:cxn>
              <a:cxn ang="0">
                <a:pos x="T8" y="T9"/>
              </a:cxn>
              <a:cxn ang="0">
                <a:pos x="T10" y="T11"/>
              </a:cxn>
              <a:cxn ang="0">
                <a:pos x="T12" y="T13"/>
              </a:cxn>
            </a:cxnLst>
            <a:rect l="0" t="0" r="r" b="b"/>
            <a:pathLst>
              <a:path w="1231" h="603">
                <a:moveTo>
                  <a:pt x="0" y="0"/>
                </a:moveTo>
                <a:lnTo>
                  <a:pt x="1047" y="0"/>
                </a:lnTo>
                <a:lnTo>
                  <a:pt x="1231" y="299"/>
                </a:lnTo>
                <a:lnTo>
                  <a:pt x="1047" y="603"/>
                </a:lnTo>
                <a:lnTo>
                  <a:pt x="0" y="603"/>
                </a:lnTo>
                <a:lnTo>
                  <a:pt x="0" y="0"/>
                </a:lnTo>
                <a:lnTo>
                  <a:pt x="0" y="0"/>
                </a:lnTo>
                <a:close/>
              </a:path>
            </a:pathLst>
          </a:custGeom>
          <a:solidFill>
            <a:srgbClr val="F4B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37"/>
          <p:cNvSpPr>
            <a:spLocks/>
          </p:cNvSpPr>
          <p:nvPr/>
        </p:nvSpPr>
        <p:spPr bwMode="auto">
          <a:xfrm>
            <a:off x="5458052" y="5260977"/>
            <a:ext cx="1954212" cy="955675"/>
          </a:xfrm>
          <a:custGeom>
            <a:avLst/>
            <a:gdLst>
              <a:gd name="T0" fmla="*/ 0 w 1231"/>
              <a:gd name="T1" fmla="*/ 0 h 602"/>
              <a:gd name="T2" fmla="*/ 1047 w 1231"/>
              <a:gd name="T3" fmla="*/ 0 h 602"/>
              <a:gd name="T4" fmla="*/ 1231 w 1231"/>
              <a:gd name="T5" fmla="*/ 303 h 602"/>
              <a:gd name="T6" fmla="*/ 1047 w 1231"/>
              <a:gd name="T7" fmla="*/ 602 h 602"/>
              <a:gd name="T8" fmla="*/ 0 w 1231"/>
              <a:gd name="T9" fmla="*/ 602 h 602"/>
              <a:gd name="T10" fmla="*/ 0 w 1231"/>
              <a:gd name="T11" fmla="*/ 0 h 602"/>
              <a:gd name="T12" fmla="*/ 0 w 1231"/>
              <a:gd name="T13" fmla="*/ 0 h 602"/>
            </a:gdLst>
            <a:ahLst/>
            <a:cxnLst>
              <a:cxn ang="0">
                <a:pos x="T0" y="T1"/>
              </a:cxn>
              <a:cxn ang="0">
                <a:pos x="T2" y="T3"/>
              </a:cxn>
              <a:cxn ang="0">
                <a:pos x="T4" y="T5"/>
              </a:cxn>
              <a:cxn ang="0">
                <a:pos x="T6" y="T7"/>
              </a:cxn>
              <a:cxn ang="0">
                <a:pos x="T8" y="T9"/>
              </a:cxn>
              <a:cxn ang="0">
                <a:pos x="T10" y="T11"/>
              </a:cxn>
              <a:cxn ang="0">
                <a:pos x="T12" y="T13"/>
              </a:cxn>
            </a:cxnLst>
            <a:rect l="0" t="0" r="r" b="b"/>
            <a:pathLst>
              <a:path w="1231" h="602">
                <a:moveTo>
                  <a:pt x="0" y="0"/>
                </a:moveTo>
                <a:lnTo>
                  <a:pt x="1047" y="0"/>
                </a:lnTo>
                <a:lnTo>
                  <a:pt x="1231" y="303"/>
                </a:lnTo>
                <a:lnTo>
                  <a:pt x="1047" y="602"/>
                </a:lnTo>
                <a:lnTo>
                  <a:pt x="0" y="602"/>
                </a:lnTo>
                <a:lnTo>
                  <a:pt x="0" y="0"/>
                </a:lnTo>
                <a:lnTo>
                  <a:pt x="0" y="0"/>
                </a:lnTo>
                <a:close/>
              </a:path>
            </a:pathLst>
          </a:custGeom>
          <a:solidFill>
            <a:srgbClr val="2AA1DC"/>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8" name="Freeform 38"/>
          <p:cNvSpPr>
            <a:spLocks noEditPoints="1"/>
          </p:cNvSpPr>
          <p:nvPr/>
        </p:nvSpPr>
        <p:spPr bwMode="auto">
          <a:xfrm>
            <a:off x="5458052" y="4171952"/>
            <a:ext cx="1836737" cy="365125"/>
          </a:xfrm>
          <a:custGeom>
            <a:avLst/>
            <a:gdLst>
              <a:gd name="T0" fmla="*/ 30 w 221"/>
              <a:gd name="T1" fmla="*/ 44 h 44"/>
              <a:gd name="T2" fmla="*/ 32 w 221"/>
              <a:gd name="T3" fmla="*/ 42 h 44"/>
              <a:gd name="T4" fmla="*/ 19 w 221"/>
              <a:gd name="T5" fmla="*/ 40 h 44"/>
              <a:gd name="T6" fmla="*/ 17 w 221"/>
              <a:gd name="T7" fmla="*/ 42 h 44"/>
              <a:gd name="T8" fmla="*/ 196 w 221"/>
              <a:gd name="T9" fmla="*/ 43 h 44"/>
              <a:gd name="T10" fmla="*/ 198 w 221"/>
              <a:gd name="T11" fmla="*/ 36 h 44"/>
              <a:gd name="T12" fmla="*/ 195 w 221"/>
              <a:gd name="T13" fmla="*/ 37 h 44"/>
              <a:gd name="T14" fmla="*/ 186 w 221"/>
              <a:gd name="T15" fmla="*/ 40 h 44"/>
              <a:gd name="T16" fmla="*/ 185 w 221"/>
              <a:gd name="T17" fmla="*/ 42 h 44"/>
              <a:gd name="T18" fmla="*/ 194 w 221"/>
              <a:gd name="T19" fmla="*/ 44 h 44"/>
              <a:gd name="T20" fmla="*/ 217 w 221"/>
              <a:gd name="T21" fmla="*/ 1 h 44"/>
              <a:gd name="T22" fmla="*/ 212 w 221"/>
              <a:gd name="T23" fmla="*/ 13 h 44"/>
              <a:gd name="T24" fmla="*/ 214 w 221"/>
              <a:gd name="T25" fmla="*/ 13 h 44"/>
              <a:gd name="T26" fmla="*/ 219 w 221"/>
              <a:gd name="T27" fmla="*/ 0 h 44"/>
              <a:gd name="T28" fmla="*/ 217 w 221"/>
              <a:gd name="T29" fmla="*/ 1 h 44"/>
              <a:gd name="T30" fmla="*/ 200 w 221"/>
              <a:gd name="T31" fmla="*/ 29 h 44"/>
              <a:gd name="T32" fmla="*/ 201 w 221"/>
              <a:gd name="T33" fmla="*/ 31 h 44"/>
              <a:gd name="T34" fmla="*/ 209 w 221"/>
              <a:gd name="T35" fmla="*/ 20 h 44"/>
              <a:gd name="T36" fmla="*/ 209 w 221"/>
              <a:gd name="T37" fmla="*/ 18 h 44"/>
              <a:gd name="T38" fmla="*/ 0 w 221"/>
              <a:gd name="T39" fmla="*/ 40 h 44"/>
              <a:gd name="T40" fmla="*/ 8 w 221"/>
              <a:gd name="T41" fmla="*/ 44 h 44"/>
              <a:gd name="T42" fmla="*/ 10 w 221"/>
              <a:gd name="T43" fmla="*/ 42 h 44"/>
              <a:gd name="T44" fmla="*/ 0 w 221"/>
              <a:gd name="T45" fmla="*/ 40 h 44"/>
              <a:gd name="T46" fmla="*/ 51 w 221"/>
              <a:gd name="T47" fmla="*/ 44 h 44"/>
              <a:gd name="T48" fmla="*/ 53 w 221"/>
              <a:gd name="T49" fmla="*/ 42 h 44"/>
              <a:gd name="T50" fmla="*/ 40 w 221"/>
              <a:gd name="T51" fmla="*/ 40 h 44"/>
              <a:gd name="T52" fmla="*/ 38 w 221"/>
              <a:gd name="T53" fmla="*/ 42 h 44"/>
              <a:gd name="T54" fmla="*/ 60 w 221"/>
              <a:gd name="T55" fmla="*/ 44 h 44"/>
              <a:gd name="T56" fmla="*/ 74 w 221"/>
              <a:gd name="T57" fmla="*/ 42 h 44"/>
              <a:gd name="T58" fmla="*/ 72 w 221"/>
              <a:gd name="T59" fmla="*/ 40 h 44"/>
              <a:gd name="T60" fmla="*/ 59 w 221"/>
              <a:gd name="T61" fmla="*/ 42 h 44"/>
              <a:gd name="T62" fmla="*/ 60 w 221"/>
              <a:gd name="T63" fmla="*/ 44 h 44"/>
              <a:gd name="T64" fmla="*/ 93 w 221"/>
              <a:gd name="T65" fmla="*/ 44 h 44"/>
              <a:gd name="T66" fmla="*/ 95 w 221"/>
              <a:gd name="T67" fmla="*/ 42 h 44"/>
              <a:gd name="T68" fmla="*/ 81 w 221"/>
              <a:gd name="T69" fmla="*/ 40 h 44"/>
              <a:gd name="T70" fmla="*/ 80 w 221"/>
              <a:gd name="T71" fmla="*/ 42 h 44"/>
              <a:gd name="T72" fmla="*/ 102 w 221"/>
              <a:gd name="T73" fmla="*/ 44 h 44"/>
              <a:gd name="T74" fmla="*/ 116 w 221"/>
              <a:gd name="T75" fmla="*/ 42 h 44"/>
              <a:gd name="T76" fmla="*/ 114 w 221"/>
              <a:gd name="T77" fmla="*/ 40 h 44"/>
              <a:gd name="T78" fmla="*/ 101 w 221"/>
              <a:gd name="T79" fmla="*/ 42 h 44"/>
              <a:gd name="T80" fmla="*/ 102 w 221"/>
              <a:gd name="T81" fmla="*/ 44 h 44"/>
              <a:gd name="T82" fmla="*/ 135 w 221"/>
              <a:gd name="T83" fmla="*/ 44 h 44"/>
              <a:gd name="T84" fmla="*/ 137 w 221"/>
              <a:gd name="T85" fmla="*/ 42 h 44"/>
              <a:gd name="T86" fmla="*/ 123 w 221"/>
              <a:gd name="T87" fmla="*/ 40 h 44"/>
              <a:gd name="T88" fmla="*/ 122 w 221"/>
              <a:gd name="T89" fmla="*/ 42 h 44"/>
              <a:gd name="T90" fmla="*/ 144 w 221"/>
              <a:gd name="T91" fmla="*/ 44 h 44"/>
              <a:gd name="T92" fmla="*/ 158 w 221"/>
              <a:gd name="T93" fmla="*/ 42 h 44"/>
              <a:gd name="T94" fmla="*/ 156 w 221"/>
              <a:gd name="T95" fmla="*/ 40 h 44"/>
              <a:gd name="T96" fmla="*/ 143 w 221"/>
              <a:gd name="T97" fmla="*/ 42 h 44"/>
              <a:gd name="T98" fmla="*/ 144 w 221"/>
              <a:gd name="T99" fmla="*/ 44 h 44"/>
              <a:gd name="T100" fmla="*/ 177 w 221"/>
              <a:gd name="T101" fmla="*/ 44 h 44"/>
              <a:gd name="T102" fmla="*/ 179 w 221"/>
              <a:gd name="T103" fmla="*/ 42 h 44"/>
              <a:gd name="T104" fmla="*/ 165 w 221"/>
              <a:gd name="T105" fmla="*/ 40 h 44"/>
              <a:gd name="T106" fmla="*/ 164 w 221"/>
              <a:gd name="T107" fmla="*/ 4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21" h="44">
                <a:moveTo>
                  <a:pt x="19" y="44"/>
                </a:moveTo>
                <a:cubicBezTo>
                  <a:pt x="22" y="44"/>
                  <a:pt x="26" y="44"/>
                  <a:pt x="30" y="44"/>
                </a:cubicBezTo>
                <a:cubicBezTo>
                  <a:pt x="31" y="44"/>
                  <a:pt x="32" y="43"/>
                  <a:pt x="32" y="42"/>
                </a:cubicBezTo>
                <a:cubicBezTo>
                  <a:pt x="32" y="42"/>
                  <a:pt x="32" y="42"/>
                  <a:pt x="32" y="42"/>
                </a:cubicBezTo>
                <a:cubicBezTo>
                  <a:pt x="32" y="41"/>
                  <a:pt x="31" y="40"/>
                  <a:pt x="30" y="40"/>
                </a:cubicBezTo>
                <a:cubicBezTo>
                  <a:pt x="26" y="40"/>
                  <a:pt x="22" y="40"/>
                  <a:pt x="19" y="40"/>
                </a:cubicBezTo>
                <a:cubicBezTo>
                  <a:pt x="18" y="40"/>
                  <a:pt x="17" y="41"/>
                  <a:pt x="17" y="42"/>
                </a:cubicBezTo>
                <a:cubicBezTo>
                  <a:pt x="17" y="42"/>
                  <a:pt x="17" y="42"/>
                  <a:pt x="17" y="42"/>
                </a:cubicBezTo>
                <a:cubicBezTo>
                  <a:pt x="17" y="43"/>
                  <a:pt x="18" y="44"/>
                  <a:pt x="19" y="44"/>
                </a:cubicBezTo>
                <a:close/>
                <a:moveTo>
                  <a:pt x="196" y="43"/>
                </a:moveTo>
                <a:cubicBezTo>
                  <a:pt x="196" y="41"/>
                  <a:pt x="197" y="40"/>
                  <a:pt x="198" y="38"/>
                </a:cubicBezTo>
                <a:cubicBezTo>
                  <a:pt x="199" y="38"/>
                  <a:pt x="198" y="37"/>
                  <a:pt x="198" y="36"/>
                </a:cubicBezTo>
                <a:cubicBezTo>
                  <a:pt x="198" y="36"/>
                  <a:pt x="198" y="36"/>
                  <a:pt x="198" y="36"/>
                </a:cubicBezTo>
                <a:cubicBezTo>
                  <a:pt x="197" y="36"/>
                  <a:pt x="196" y="36"/>
                  <a:pt x="195" y="37"/>
                </a:cubicBezTo>
                <a:cubicBezTo>
                  <a:pt x="195" y="38"/>
                  <a:pt x="194" y="39"/>
                  <a:pt x="193" y="40"/>
                </a:cubicBezTo>
                <a:cubicBezTo>
                  <a:pt x="190" y="40"/>
                  <a:pt x="190" y="40"/>
                  <a:pt x="186" y="40"/>
                </a:cubicBezTo>
                <a:cubicBezTo>
                  <a:pt x="186" y="40"/>
                  <a:pt x="185" y="41"/>
                  <a:pt x="185" y="42"/>
                </a:cubicBezTo>
                <a:cubicBezTo>
                  <a:pt x="185" y="42"/>
                  <a:pt x="185" y="42"/>
                  <a:pt x="185" y="42"/>
                </a:cubicBezTo>
                <a:cubicBezTo>
                  <a:pt x="185" y="43"/>
                  <a:pt x="186" y="44"/>
                  <a:pt x="186" y="44"/>
                </a:cubicBezTo>
                <a:cubicBezTo>
                  <a:pt x="194" y="44"/>
                  <a:pt x="194" y="44"/>
                  <a:pt x="194" y="44"/>
                </a:cubicBezTo>
                <a:cubicBezTo>
                  <a:pt x="195" y="44"/>
                  <a:pt x="195" y="43"/>
                  <a:pt x="196" y="43"/>
                </a:cubicBezTo>
                <a:close/>
                <a:moveTo>
                  <a:pt x="217" y="1"/>
                </a:moveTo>
                <a:cubicBezTo>
                  <a:pt x="215" y="4"/>
                  <a:pt x="213" y="7"/>
                  <a:pt x="211" y="11"/>
                </a:cubicBezTo>
                <a:cubicBezTo>
                  <a:pt x="211" y="12"/>
                  <a:pt x="211" y="13"/>
                  <a:pt x="212" y="13"/>
                </a:cubicBezTo>
                <a:cubicBezTo>
                  <a:pt x="212" y="13"/>
                  <a:pt x="212" y="13"/>
                  <a:pt x="212" y="13"/>
                </a:cubicBezTo>
                <a:cubicBezTo>
                  <a:pt x="212" y="14"/>
                  <a:pt x="213" y="13"/>
                  <a:pt x="214" y="13"/>
                </a:cubicBezTo>
                <a:cubicBezTo>
                  <a:pt x="216" y="9"/>
                  <a:pt x="218" y="6"/>
                  <a:pt x="220" y="3"/>
                </a:cubicBezTo>
                <a:cubicBezTo>
                  <a:pt x="221" y="2"/>
                  <a:pt x="220" y="1"/>
                  <a:pt x="219" y="0"/>
                </a:cubicBezTo>
                <a:cubicBezTo>
                  <a:pt x="219" y="0"/>
                  <a:pt x="219" y="0"/>
                  <a:pt x="219" y="0"/>
                </a:cubicBezTo>
                <a:cubicBezTo>
                  <a:pt x="219" y="0"/>
                  <a:pt x="218" y="0"/>
                  <a:pt x="217" y="1"/>
                </a:cubicBezTo>
                <a:close/>
                <a:moveTo>
                  <a:pt x="206" y="19"/>
                </a:moveTo>
                <a:cubicBezTo>
                  <a:pt x="204" y="22"/>
                  <a:pt x="202" y="25"/>
                  <a:pt x="200" y="29"/>
                </a:cubicBezTo>
                <a:cubicBezTo>
                  <a:pt x="200" y="29"/>
                  <a:pt x="200" y="31"/>
                  <a:pt x="201" y="31"/>
                </a:cubicBezTo>
                <a:cubicBezTo>
                  <a:pt x="201" y="31"/>
                  <a:pt x="201" y="31"/>
                  <a:pt x="201" y="31"/>
                </a:cubicBezTo>
                <a:cubicBezTo>
                  <a:pt x="201" y="31"/>
                  <a:pt x="203" y="31"/>
                  <a:pt x="203" y="30"/>
                </a:cubicBezTo>
                <a:cubicBezTo>
                  <a:pt x="205" y="27"/>
                  <a:pt x="207" y="24"/>
                  <a:pt x="209" y="20"/>
                </a:cubicBezTo>
                <a:cubicBezTo>
                  <a:pt x="210" y="20"/>
                  <a:pt x="209" y="19"/>
                  <a:pt x="209" y="18"/>
                </a:cubicBezTo>
                <a:cubicBezTo>
                  <a:pt x="209" y="18"/>
                  <a:pt x="209" y="18"/>
                  <a:pt x="209" y="18"/>
                </a:cubicBezTo>
                <a:cubicBezTo>
                  <a:pt x="208" y="18"/>
                  <a:pt x="207" y="18"/>
                  <a:pt x="206" y="19"/>
                </a:cubicBezTo>
                <a:close/>
                <a:moveTo>
                  <a:pt x="0" y="40"/>
                </a:moveTo>
                <a:cubicBezTo>
                  <a:pt x="0" y="44"/>
                  <a:pt x="0" y="44"/>
                  <a:pt x="0" y="44"/>
                </a:cubicBezTo>
                <a:cubicBezTo>
                  <a:pt x="8" y="44"/>
                  <a:pt x="8" y="44"/>
                  <a:pt x="8" y="44"/>
                </a:cubicBezTo>
                <a:cubicBezTo>
                  <a:pt x="9" y="44"/>
                  <a:pt x="10" y="43"/>
                  <a:pt x="10" y="42"/>
                </a:cubicBezTo>
                <a:cubicBezTo>
                  <a:pt x="10" y="42"/>
                  <a:pt x="10" y="42"/>
                  <a:pt x="10" y="42"/>
                </a:cubicBezTo>
                <a:cubicBezTo>
                  <a:pt x="10" y="41"/>
                  <a:pt x="9" y="40"/>
                  <a:pt x="8" y="40"/>
                </a:cubicBezTo>
                <a:cubicBezTo>
                  <a:pt x="0" y="40"/>
                  <a:pt x="0" y="40"/>
                  <a:pt x="0" y="40"/>
                </a:cubicBezTo>
                <a:close/>
                <a:moveTo>
                  <a:pt x="40" y="44"/>
                </a:moveTo>
                <a:cubicBezTo>
                  <a:pt x="43" y="44"/>
                  <a:pt x="47" y="44"/>
                  <a:pt x="51" y="44"/>
                </a:cubicBezTo>
                <a:cubicBezTo>
                  <a:pt x="52" y="44"/>
                  <a:pt x="53" y="43"/>
                  <a:pt x="53" y="42"/>
                </a:cubicBezTo>
                <a:cubicBezTo>
                  <a:pt x="53" y="42"/>
                  <a:pt x="53" y="42"/>
                  <a:pt x="53" y="42"/>
                </a:cubicBezTo>
                <a:cubicBezTo>
                  <a:pt x="53" y="41"/>
                  <a:pt x="52" y="40"/>
                  <a:pt x="51" y="40"/>
                </a:cubicBezTo>
                <a:cubicBezTo>
                  <a:pt x="47" y="40"/>
                  <a:pt x="43" y="40"/>
                  <a:pt x="40" y="40"/>
                </a:cubicBezTo>
                <a:cubicBezTo>
                  <a:pt x="39" y="40"/>
                  <a:pt x="38" y="41"/>
                  <a:pt x="38" y="42"/>
                </a:cubicBezTo>
                <a:cubicBezTo>
                  <a:pt x="38" y="42"/>
                  <a:pt x="38" y="42"/>
                  <a:pt x="38" y="42"/>
                </a:cubicBezTo>
                <a:cubicBezTo>
                  <a:pt x="38" y="43"/>
                  <a:pt x="39" y="44"/>
                  <a:pt x="40" y="44"/>
                </a:cubicBezTo>
                <a:close/>
                <a:moveTo>
                  <a:pt x="60" y="44"/>
                </a:moveTo>
                <a:cubicBezTo>
                  <a:pt x="64" y="44"/>
                  <a:pt x="68" y="44"/>
                  <a:pt x="72" y="44"/>
                </a:cubicBezTo>
                <a:cubicBezTo>
                  <a:pt x="73" y="44"/>
                  <a:pt x="74" y="43"/>
                  <a:pt x="74" y="42"/>
                </a:cubicBezTo>
                <a:cubicBezTo>
                  <a:pt x="74" y="42"/>
                  <a:pt x="74" y="42"/>
                  <a:pt x="74" y="42"/>
                </a:cubicBezTo>
                <a:cubicBezTo>
                  <a:pt x="74" y="41"/>
                  <a:pt x="73" y="40"/>
                  <a:pt x="72" y="40"/>
                </a:cubicBezTo>
                <a:cubicBezTo>
                  <a:pt x="68" y="40"/>
                  <a:pt x="64" y="40"/>
                  <a:pt x="60" y="40"/>
                </a:cubicBezTo>
                <a:cubicBezTo>
                  <a:pt x="60" y="40"/>
                  <a:pt x="59" y="41"/>
                  <a:pt x="59" y="42"/>
                </a:cubicBezTo>
                <a:cubicBezTo>
                  <a:pt x="59" y="42"/>
                  <a:pt x="59" y="42"/>
                  <a:pt x="59" y="42"/>
                </a:cubicBezTo>
                <a:cubicBezTo>
                  <a:pt x="59" y="43"/>
                  <a:pt x="60" y="44"/>
                  <a:pt x="60" y="44"/>
                </a:cubicBezTo>
                <a:close/>
                <a:moveTo>
                  <a:pt x="81" y="44"/>
                </a:moveTo>
                <a:cubicBezTo>
                  <a:pt x="85" y="44"/>
                  <a:pt x="89" y="44"/>
                  <a:pt x="93" y="44"/>
                </a:cubicBezTo>
                <a:cubicBezTo>
                  <a:pt x="94" y="44"/>
                  <a:pt x="95" y="43"/>
                  <a:pt x="95" y="42"/>
                </a:cubicBezTo>
                <a:cubicBezTo>
                  <a:pt x="95" y="42"/>
                  <a:pt x="95" y="42"/>
                  <a:pt x="95" y="42"/>
                </a:cubicBezTo>
                <a:cubicBezTo>
                  <a:pt x="95" y="41"/>
                  <a:pt x="94" y="40"/>
                  <a:pt x="93" y="40"/>
                </a:cubicBezTo>
                <a:cubicBezTo>
                  <a:pt x="89" y="40"/>
                  <a:pt x="85" y="40"/>
                  <a:pt x="81" y="40"/>
                </a:cubicBezTo>
                <a:cubicBezTo>
                  <a:pt x="81" y="40"/>
                  <a:pt x="80" y="41"/>
                  <a:pt x="80" y="42"/>
                </a:cubicBezTo>
                <a:cubicBezTo>
                  <a:pt x="80" y="42"/>
                  <a:pt x="80" y="42"/>
                  <a:pt x="80" y="42"/>
                </a:cubicBezTo>
                <a:cubicBezTo>
                  <a:pt x="80" y="43"/>
                  <a:pt x="81" y="44"/>
                  <a:pt x="81" y="44"/>
                </a:cubicBezTo>
                <a:close/>
                <a:moveTo>
                  <a:pt x="102" y="44"/>
                </a:moveTo>
                <a:cubicBezTo>
                  <a:pt x="106" y="44"/>
                  <a:pt x="110" y="44"/>
                  <a:pt x="114" y="44"/>
                </a:cubicBezTo>
                <a:cubicBezTo>
                  <a:pt x="115" y="44"/>
                  <a:pt x="116" y="43"/>
                  <a:pt x="116" y="42"/>
                </a:cubicBezTo>
                <a:cubicBezTo>
                  <a:pt x="116" y="42"/>
                  <a:pt x="116" y="42"/>
                  <a:pt x="116" y="42"/>
                </a:cubicBezTo>
                <a:cubicBezTo>
                  <a:pt x="116" y="41"/>
                  <a:pt x="115" y="40"/>
                  <a:pt x="114" y="40"/>
                </a:cubicBezTo>
                <a:cubicBezTo>
                  <a:pt x="110" y="40"/>
                  <a:pt x="106" y="40"/>
                  <a:pt x="102" y="40"/>
                </a:cubicBezTo>
                <a:cubicBezTo>
                  <a:pt x="102" y="40"/>
                  <a:pt x="101" y="41"/>
                  <a:pt x="101" y="42"/>
                </a:cubicBezTo>
                <a:cubicBezTo>
                  <a:pt x="101" y="42"/>
                  <a:pt x="101" y="42"/>
                  <a:pt x="101" y="42"/>
                </a:cubicBezTo>
                <a:cubicBezTo>
                  <a:pt x="101" y="43"/>
                  <a:pt x="102" y="44"/>
                  <a:pt x="102" y="44"/>
                </a:cubicBezTo>
                <a:close/>
                <a:moveTo>
                  <a:pt x="123" y="44"/>
                </a:moveTo>
                <a:cubicBezTo>
                  <a:pt x="127" y="44"/>
                  <a:pt x="131" y="44"/>
                  <a:pt x="135" y="44"/>
                </a:cubicBezTo>
                <a:cubicBezTo>
                  <a:pt x="136" y="44"/>
                  <a:pt x="137" y="43"/>
                  <a:pt x="137" y="42"/>
                </a:cubicBezTo>
                <a:cubicBezTo>
                  <a:pt x="137" y="42"/>
                  <a:pt x="137" y="42"/>
                  <a:pt x="137" y="42"/>
                </a:cubicBezTo>
                <a:cubicBezTo>
                  <a:pt x="137" y="41"/>
                  <a:pt x="136" y="40"/>
                  <a:pt x="135" y="40"/>
                </a:cubicBezTo>
                <a:cubicBezTo>
                  <a:pt x="131" y="40"/>
                  <a:pt x="127" y="40"/>
                  <a:pt x="123" y="40"/>
                </a:cubicBezTo>
                <a:cubicBezTo>
                  <a:pt x="123" y="40"/>
                  <a:pt x="122" y="41"/>
                  <a:pt x="122" y="42"/>
                </a:cubicBezTo>
                <a:cubicBezTo>
                  <a:pt x="122" y="42"/>
                  <a:pt x="122" y="42"/>
                  <a:pt x="122" y="42"/>
                </a:cubicBezTo>
                <a:cubicBezTo>
                  <a:pt x="122" y="43"/>
                  <a:pt x="123" y="44"/>
                  <a:pt x="123" y="44"/>
                </a:cubicBezTo>
                <a:close/>
                <a:moveTo>
                  <a:pt x="144" y="44"/>
                </a:moveTo>
                <a:cubicBezTo>
                  <a:pt x="148" y="44"/>
                  <a:pt x="152" y="44"/>
                  <a:pt x="156" y="44"/>
                </a:cubicBezTo>
                <a:cubicBezTo>
                  <a:pt x="157" y="44"/>
                  <a:pt x="158" y="43"/>
                  <a:pt x="158" y="42"/>
                </a:cubicBezTo>
                <a:cubicBezTo>
                  <a:pt x="158" y="42"/>
                  <a:pt x="158" y="42"/>
                  <a:pt x="158" y="42"/>
                </a:cubicBezTo>
                <a:cubicBezTo>
                  <a:pt x="158" y="41"/>
                  <a:pt x="157" y="40"/>
                  <a:pt x="156" y="40"/>
                </a:cubicBezTo>
                <a:cubicBezTo>
                  <a:pt x="152" y="40"/>
                  <a:pt x="148" y="40"/>
                  <a:pt x="144" y="40"/>
                </a:cubicBezTo>
                <a:cubicBezTo>
                  <a:pt x="144" y="40"/>
                  <a:pt x="143" y="41"/>
                  <a:pt x="143" y="42"/>
                </a:cubicBezTo>
                <a:cubicBezTo>
                  <a:pt x="143" y="42"/>
                  <a:pt x="143" y="42"/>
                  <a:pt x="143" y="42"/>
                </a:cubicBezTo>
                <a:cubicBezTo>
                  <a:pt x="143" y="43"/>
                  <a:pt x="144" y="44"/>
                  <a:pt x="144" y="44"/>
                </a:cubicBezTo>
                <a:close/>
                <a:moveTo>
                  <a:pt x="165" y="44"/>
                </a:moveTo>
                <a:cubicBezTo>
                  <a:pt x="169" y="44"/>
                  <a:pt x="173" y="44"/>
                  <a:pt x="177" y="44"/>
                </a:cubicBezTo>
                <a:cubicBezTo>
                  <a:pt x="178" y="44"/>
                  <a:pt x="179" y="43"/>
                  <a:pt x="179" y="42"/>
                </a:cubicBezTo>
                <a:cubicBezTo>
                  <a:pt x="179" y="42"/>
                  <a:pt x="179" y="42"/>
                  <a:pt x="179" y="42"/>
                </a:cubicBezTo>
                <a:cubicBezTo>
                  <a:pt x="179" y="41"/>
                  <a:pt x="178" y="40"/>
                  <a:pt x="177" y="40"/>
                </a:cubicBezTo>
                <a:cubicBezTo>
                  <a:pt x="173" y="40"/>
                  <a:pt x="169" y="40"/>
                  <a:pt x="165" y="40"/>
                </a:cubicBezTo>
                <a:cubicBezTo>
                  <a:pt x="165" y="40"/>
                  <a:pt x="164" y="41"/>
                  <a:pt x="164" y="42"/>
                </a:cubicBezTo>
                <a:cubicBezTo>
                  <a:pt x="164" y="42"/>
                  <a:pt x="164" y="42"/>
                  <a:pt x="164" y="42"/>
                </a:cubicBezTo>
                <a:cubicBezTo>
                  <a:pt x="164" y="43"/>
                  <a:pt x="165" y="44"/>
                  <a:pt x="165" y="44"/>
                </a:cubicBezTo>
                <a:close/>
              </a:path>
            </a:pathLst>
          </a:custGeom>
          <a:solidFill>
            <a:srgbClr val="FDD8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39"/>
          <p:cNvSpPr>
            <a:spLocks noEditPoints="1"/>
          </p:cNvSpPr>
          <p:nvPr/>
        </p:nvSpPr>
        <p:spPr bwMode="auto">
          <a:xfrm>
            <a:off x="5458052" y="5792790"/>
            <a:ext cx="1836737" cy="365125"/>
          </a:xfrm>
          <a:custGeom>
            <a:avLst/>
            <a:gdLst>
              <a:gd name="T0" fmla="*/ 30 w 221"/>
              <a:gd name="T1" fmla="*/ 44 h 44"/>
              <a:gd name="T2" fmla="*/ 32 w 221"/>
              <a:gd name="T3" fmla="*/ 42 h 44"/>
              <a:gd name="T4" fmla="*/ 19 w 221"/>
              <a:gd name="T5" fmla="*/ 40 h 44"/>
              <a:gd name="T6" fmla="*/ 17 w 221"/>
              <a:gd name="T7" fmla="*/ 42 h 44"/>
              <a:gd name="T8" fmla="*/ 196 w 221"/>
              <a:gd name="T9" fmla="*/ 43 h 44"/>
              <a:gd name="T10" fmla="*/ 198 w 221"/>
              <a:gd name="T11" fmla="*/ 36 h 44"/>
              <a:gd name="T12" fmla="*/ 195 w 221"/>
              <a:gd name="T13" fmla="*/ 37 h 44"/>
              <a:gd name="T14" fmla="*/ 186 w 221"/>
              <a:gd name="T15" fmla="*/ 40 h 44"/>
              <a:gd name="T16" fmla="*/ 185 w 221"/>
              <a:gd name="T17" fmla="*/ 42 h 44"/>
              <a:gd name="T18" fmla="*/ 194 w 221"/>
              <a:gd name="T19" fmla="*/ 44 h 44"/>
              <a:gd name="T20" fmla="*/ 217 w 221"/>
              <a:gd name="T21" fmla="*/ 1 h 44"/>
              <a:gd name="T22" fmla="*/ 212 w 221"/>
              <a:gd name="T23" fmla="*/ 13 h 44"/>
              <a:gd name="T24" fmla="*/ 214 w 221"/>
              <a:gd name="T25" fmla="*/ 13 h 44"/>
              <a:gd name="T26" fmla="*/ 219 w 221"/>
              <a:gd name="T27" fmla="*/ 0 h 44"/>
              <a:gd name="T28" fmla="*/ 217 w 221"/>
              <a:gd name="T29" fmla="*/ 1 h 44"/>
              <a:gd name="T30" fmla="*/ 200 w 221"/>
              <a:gd name="T31" fmla="*/ 29 h 44"/>
              <a:gd name="T32" fmla="*/ 201 w 221"/>
              <a:gd name="T33" fmla="*/ 31 h 44"/>
              <a:gd name="T34" fmla="*/ 209 w 221"/>
              <a:gd name="T35" fmla="*/ 21 h 44"/>
              <a:gd name="T36" fmla="*/ 209 w 221"/>
              <a:gd name="T37" fmla="*/ 18 h 44"/>
              <a:gd name="T38" fmla="*/ 0 w 221"/>
              <a:gd name="T39" fmla="*/ 40 h 44"/>
              <a:gd name="T40" fmla="*/ 8 w 221"/>
              <a:gd name="T41" fmla="*/ 44 h 44"/>
              <a:gd name="T42" fmla="*/ 10 w 221"/>
              <a:gd name="T43" fmla="*/ 42 h 44"/>
              <a:gd name="T44" fmla="*/ 0 w 221"/>
              <a:gd name="T45" fmla="*/ 40 h 44"/>
              <a:gd name="T46" fmla="*/ 51 w 221"/>
              <a:gd name="T47" fmla="*/ 44 h 44"/>
              <a:gd name="T48" fmla="*/ 53 w 221"/>
              <a:gd name="T49" fmla="*/ 42 h 44"/>
              <a:gd name="T50" fmla="*/ 40 w 221"/>
              <a:gd name="T51" fmla="*/ 40 h 44"/>
              <a:gd name="T52" fmla="*/ 38 w 221"/>
              <a:gd name="T53" fmla="*/ 42 h 44"/>
              <a:gd name="T54" fmla="*/ 60 w 221"/>
              <a:gd name="T55" fmla="*/ 44 h 44"/>
              <a:gd name="T56" fmla="*/ 74 w 221"/>
              <a:gd name="T57" fmla="*/ 42 h 44"/>
              <a:gd name="T58" fmla="*/ 72 w 221"/>
              <a:gd name="T59" fmla="*/ 40 h 44"/>
              <a:gd name="T60" fmla="*/ 59 w 221"/>
              <a:gd name="T61" fmla="*/ 42 h 44"/>
              <a:gd name="T62" fmla="*/ 60 w 221"/>
              <a:gd name="T63" fmla="*/ 44 h 44"/>
              <a:gd name="T64" fmla="*/ 93 w 221"/>
              <a:gd name="T65" fmla="*/ 44 h 44"/>
              <a:gd name="T66" fmla="*/ 95 w 221"/>
              <a:gd name="T67" fmla="*/ 42 h 44"/>
              <a:gd name="T68" fmla="*/ 81 w 221"/>
              <a:gd name="T69" fmla="*/ 40 h 44"/>
              <a:gd name="T70" fmla="*/ 80 w 221"/>
              <a:gd name="T71" fmla="*/ 42 h 44"/>
              <a:gd name="T72" fmla="*/ 102 w 221"/>
              <a:gd name="T73" fmla="*/ 44 h 44"/>
              <a:gd name="T74" fmla="*/ 116 w 221"/>
              <a:gd name="T75" fmla="*/ 42 h 44"/>
              <a:gd name="T76" fmla="*/ 114 w 221"/>
              <a:gd name="T77" fmla="*/ 40 h 44"/>
              <a:gd name="T78" fmla="*/ 101 w 221"/>
              <a:gd name="T79" fmla="*/ 42 h 44"/>
              <a:gd name="T80" fmla="*/ 102 w 221"/>
              <a:gd name="T81" fmla="*/ 44 h 44"/>
              <a:gd name="T82" fmla="*/ 135 w 221"/>
              <a:gd name="T83" fmla="*/ 44 h 44"/>
              <a:gd name="T84" fmla="*/ 137 w 221"/>
              <a:gd name="T85" fmla="*/ 42 h 44"/>
              <a:gd name="T86" fmla="*/ 123 w 221"/>
              <a:gd name="T87" fmla="*/ 40 h 44"/>
              <a:gd name="T88" fmla="*/ 122 w 221"/>
              <a:gd name="T89" fmla="*/ 42 h 44"/>
              <a:gd name="T90" fmla="*/ 144 w 221"/>
              <a:gd name="T91" fmla="*/ 44 h 44"/>
              <a:gd name="T92" fmla="*/ 158 w 221"/>
              <a:gd name="T93" fmla="*/ 42 h 44"/>
              <a:gd name="T94" fmla="*/ 156 w 221"/>
              <a:gd name="T95" fmla="*/ 40 h 44"/>
              <a:gd name="T96" fmla="*/ 143 w 221"/>
              <a:gd name="T97" fmla="*/ 42 h 44"/>
              <a:gd name="T98" fmla="*/ 144 w 221"/>
              <a:gd name="T99" fmla="*/ 44 h 44"/>
              <a:gd name="T100" fmla="*/ 177 w 221"/>
              <a:gd name="T101" fmla="*/ 44 h 44"/>
              <a:gd name="T102" fmla="*/ 179 w 221"/>
              <a:gd name="T103" fmla="*/ 42 h 44"/>
              <a:gd name="T104" fmla="*/ 165 w 221"/>
              <a:gd name="T105" fmla="*/ 40 h 44"/>
              <a:gd name="T106" fmla="*/ 164 w 221"/>
              <a:gd name="T107" fmla="*/ 4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21" h="44">
                <a:moveTo>
                  <a:pt x="19" y="44"/>
                </a:moveTo>
                <a:cubicBezTo>
                  <a:pt x="22" y="44"/>
                  <a:pt x="26" y="44"/>
                  <a:pt x="30" y="44"/>
                </a:cubicBezTo>
                <a:cubicBezTo>
                  <a:pt x="31" y="44"/>
                  <a:pt x="32" y="43"/>
                  <a:pt x="32" y="42"/>
                </a:cubicBezTo>
                <a:cubicBezTo>
                  <a:pt x="32" y="42"/>
                  <a:pt x="32" y="42"/>
                  <a:pt x="32" y="42"/>
                </a:cubicBezTo>
                <a:cubicBezTo>
                  <a:pt x="32" y="41"/>
                  <a:pt x="31" y="40"/>
                  <a:pt x="30" y="40"/>
                </a:cubicBezTo>
                <a:cubicBezTo>
                  <a:pt x="26" y="40"/>
                  <a:pt x="22" y="40"/>
                  <a:pt x="19" y="40"/>
                </a:cubicBezTo>
                <a:cubicBezTo>
                  <a:pt x="18" y="40"/>
                  <a:pt x="17" y="41"/>
                  <a:pt x="17" y="42"/>
                </a:cubicBezTo>
                <a:cubicBezTo>
                  <a:pt x="17" y="42"/>
                  <a:pt x="17" y="42"/>
                  <a:pt x="17" y="42"/>
                </a:cubicBezTo>
                <a:cubicBezTo>
                  <a:pt x="17" y="43"/>
                  <a:pt x="18" y="44"/>
                  <a:pt x="19" y="44"/>
                </a:cubicBezTo>
                <a:close/>
                <a:moveTo>
                  <a:pt x="196" y="43"/>
                </a:moveTo>
                <a:cubicBezTo>
                  <a:pt x="196" y="41"/>
                  <a:pt x="197" y="40"/>
                  <a:pt x="198" y="39"/>
                </a:cubicBezTo>
                <a:cubicBezTo>
                  <a:pt x="199" y="38"/>
                  <a:pt x="198" y="37"/>
                  <a:pt x="198" y="36"/>
                </a:cubicBezTo>
                <a:cubicBezTo>
                  <a:pt x="198" y="36"/>
                  <a:pt x="198" y="36"/>
                  <a:pt x="198" y="36"/>
                </a:cubicBezTo>
                <a:cubicBezTo>
                  <a:pt x="197" y="36"/>
                  <a:pt x="196" y="36"/>
                  <a:pt x="195" y="37"/>
                </a:cubicBezTo>
                <a:cubicBezTo>
                  <a:pt x="195" y="38"/>
                  <a:pt x="194" y="39"/>
                  <a:pt x="193" y="40"/>
                </a:cubicBezTo>
                <a:cubicBezTo>
                  <a:pt x="190" y="40"/>
                  <a:pt x="190" y="40"/>
                  <a:pt x="186" y="40"/>
                </a:cubicBezTo>
                <a:cubicBezTo>
                  <a:pt x="186" y="40"/>
                  <a:pt x="185" y="41"/>
                  <a:pt x="185" y="42"/>
                </a:cubicBezTo>
                <a:cubicBezTo>
                  <a:pt x="185" y="42"/>
                  <a:pt x="185" y="42"/>
                  <a:pt x="185" y="42"/>
                </a:cubicBezTo>
                <a:cubicBezTo>
                  <a:pt x="185" y="43"/>
                  <a:pt x="186" y="44"/>
                  <a:pt x="186" y="44"/>
                </a:cubicBezTo>
                <a:cubicBezTo>
                  <a:pt x="194" y="44"/>
                  <a:pt x="194" y="44"/>
                  <a:pt x="194" y="44"/>
                </a:cubicBezTo>
                <a:cubicBezTo>
                  <a:pt x="195" y="44"/>
                  <a:pt x="195" y="43"/>
                  <a:pt x="196" y="43"/>
                </a:cubicBezTo>
                <a:close/>
                <a:moveTo>
                  <a:pt x="217" y="1"/>
                </a:moveTo>
                <a:cubicBezTo>
                  <a:pt x="215" y="4"/>
                  <a:pt x="213" y="8"/>
                  <a:pt x="211" y="11"/>
                </a:cubicBezTo>
                <a:cubicBezTo>
                  <a:pt x="211" y="12"/>
                  <a:pt x="211" y="13"/>
                  <a:pt x="212" y="13"/>
                </a:cubicBezTo>
                <a:cubicBezTo>
                  <a:pt x="212" y="13"/>
                  <a:pt x="212" y="13"/>
                  <a:pt x="212" y="13"/>
                </a:cubicBezTo>
                <a:cubicBezTo>
                  <a:pt x="212" y="14"/>
                  <a:pt x="213" y="14"/>
                  <a:pt x="214" y="13"/>
                </a:cubicBezTo>
                <a:cubicBezTo>
                  <a:pt x="216" y="9"/>
                  <a:pt x="218" y="6"/>
                  <a:pt x="220" y="3"/>
                </a:cubicBezTo>
                <a:cubicBezTo>
                  <a:pt x="221" y="2"/>
                  <a:pt x="220" y="1"/>
                  <a:pt x="219" y="0"/>
                </a:cubicBezTo>
                <a:cubicBezTo>
                  <a:pt x="219" y="0"/>
                  <a:pt x="219" y="0"/>
                  <a:pt x="219" y="0"/>
                </a:cubicBezTo>
                <a:cubicBezTo>
                  <a:pt x="219" y="0"/>
                  <a:pt x="218" y="0"/>
                  <a:pt x="217" y="1"/>
                </a:cubicBezTo>
                <a:close/>
                <a:moveTo>
                  <a:pt x="206" y="19"/>
                </a:moveTo>
                <a:cubicBezTo>
                  <a:pt x="204" y="22"/>
                  <a:pt x="202" y="26"/>
                  <a:pt x="200" y="29"/>
                </a:cubicBezTo>
                <a:cubicBezTo>
                  <a:pt x="200" y="30"/>
                  <a:pt x="200" y="31"/>
                  <a:pt x="201" y="31"/>
                </a:cubicBezTo>
                <a:cubicBezTo>
                  <a:pt x="201" y="31"/>
                  <a:pt x="201" y="31"/>
                  <a:pt x="201" y="31"/>
                </a:cubicBezTo>
                <a:cubicBezTo>
                  <a:pt x="201" y="32"/>
                  <a:pt x="203" y="31"/>
                  <a:pt x="203" y="31"/>
                </a:cubicBezTo>
                <a:cubicBezTo>
                  <a:pt x="205" y="27"/>
                  <a:pt x="207" y="24"/>
                  <a:pt x="209" y="21"/>
                </a:cubicBezTo>
                <a:cubicBezTo>
                  <a:pt x="210" y="20"/>
                  <a:pt x="209" y="19"/>
                  <a:pt x="209" y="18"/>
                </a:cubicBezTo>
                <a:cubicBezTo>
                  <a:pt x="209" y="18"/>
                  <a:pt x="209" y="18"/>
                  <a:pt x="209" y="18"/>
                </a:cubicBezTo>
                <a:cubicBezTo>
                  <a:pt x="208" y="18"/>
                  <a:pt x="207" y="18"/>
                  <a:pt x="206" y="19"/>
                </a:cubicBezTo>
                <a:close/>
                <a:moveTo>
                  <a:pt x="0" y="40"/>
                </a:moveTo>
                <a:cubicBezTo>
                  <a:pt x="0" y="44"/>
                  <a:pt x="0" y="44"/>
                  <a:pt x="0" y="44"/>
                </a:cubicBezTo>
                <a:cubicBezTo>
                  <a:pt x="8" y="44"/>
                  <a:pt x="8" y="44"/>
                  <a:pt x="8" y="44"/>
                </a:cubicBezTo>
                <a:cubicBezTo>
                  <a:pt x="9" y="44"/>
                  <a:pt x="10" y="43"/>
                  <a:pt x="10" y="42"/>
                </a:cubicBezTo>
                <a:cubicBezTo>
                  <a:pt x="10" y="42"/>
                  <a:pt x="10" y="42"/>
                  <a:pt x="10" y="42"/>
                </a:cubicBezTo>
                <a:cubicBezTo>
                  <a:pt x="10" y="41"/>
                  <a:pt x="9" y="40"/>
                  <a:pt x="8" y="40"/>
                </a:cubicBezTo>
                <a:cubicBezTo>
                  <a:pt x="0" y="40"/>
                  <a:pt x="0" y="40"/>
                  <a:pt x="0" y="40"/>
                </a:cubicBezTo>
                <a:close/>
                <a:moveTo>
                  <a:pt x="40" y="44"/>
                </a:moveTo>
                <a:cubicBezTo>
                  <a:pt x="43" y="44"/>
                  <a:pt x="47" y="44"/>
                  <a:pt x="51" y="44"/>
                </a:cubicBezTo>
                <a:cubicBezTo>
                  <a:pt x="52" y="44"/>
                  <a:pt x="53" y="43"/>
                  <a:pt x="53" y="42"/>
                </a:cubicBezTo>
                <a:cubicBezTo>
                  <a:pt x="53" y="42"/>
                  <a:pt x="53" y="42"/>
                  <a:pt x="53" y="42"/>
                </a:cubicBezTo>
                <a:cubicBezTo>
                  <a:pt x="53" y="41"/>
                  <a:pt x="52" y="40"/>
                  <a:pt x="51" y="40"/>
                </a:cubicBezTo>
                <a:cubicBezTo>
                  <a:pt x="47" y="40"/>
                  <a:pt x="43" y="40"/>
                  <a:pt x="40" y="40"/>
                </a:cubicBezTo>
                <a:cubicBezTo>
                  <a:pt x="39" y="40"/>
                  <a:pt x="38" y="41"/>
                  <a:pt x="38" y="42"/>
                </a:cubicBezTo>
                <a:cubicBezTo>
                  <a:pt x="38" y="42"/>
                  <a:pt x="38" y="42"/>
                  <a:pt x="38" y="42"/>
                </a:cubicBezTo>
                <a:cubicBezTo>
                  <a:pt x="38" y="43"/>
                  <a:pt x="39" y="44"/>
                  <a:pt x="40" y="44"/>
                </a:cubicBezTo>
                <a:close/>
                <a:moveTo>
                  <a:pt x="60" y="44"/>
                </a:moveTo>
                <a:cubicBezTo>
                  <a:pt x="64" y="44"/>
                  <a:pt x="68" y="44"/>
                  <a:pt x="72" y="44"/>
                </a:cubicBezTo>
                <a:cubicBezTo>
                  <a:pt x="73" y="44"/>
                  <a:pt x="74" y="43"/>
                  <a:pt x="74" y="42"/>
                </a:cubicBezTo>
                <a:cubicBezTo>
                  <a:pt x="74" y="42"/>
                  <a:pt x="74" y="42"/>
                  <a:pt x="74" y="42"/>
                </a:cubicBezTo>
                <a:cubicBezTo>
                  <a:pt x="74" y="41"/>
                  <a:pt x="73" y="40"/>
                  <a:pt x="72" y="40"/>
                </a:cubicBezTo>
                <a:cubicBezTo>
                  <a:pt x="68" y="40"/>
                  <a:pt x="64" y="40"/>
                  <a:pt x="60" y="40"/>
                </a:cubicBezTo>
                <a:cubicBezTo>
                  <a:pt x="60" y="40"/>
                  <a:pt x="59" y="41"/>
                  <a:pt x="59" y="42"/>
                </a:cubicBezTo>
                <a:cubicBezTo>
                  <a:pt x="59" y="42"/>
                  <a:pt x="59" y="42"/>
                  <a:pt x="59" y="42"/>
                </a:cubicBezTo>
                <a:cubicBezTo>
                  <a:pt x="59" y="43"/>
                  <a:pt x="60" y="44"/>
                  <a:pt x="60" y="44"/>
                </a:cubicBezTo>
                <a:close/>
                <a:moveTo>
                  <a:pt x="81" y="44"/>
                </a:moveTo>
                <a:cubicBezTo>
                  <a:pt x="85" y="44"/>
                  <a:pt x="89" y="44"/>
                  <a:pt x="93" y="44"/>
                </a:cubicBezTo>
                <a:cubicBezTo>
                  <a:pt x="94" y="44"/>
                  <a:pt x="95" y="43"/>
                  <a:pt x="95" y="42"/>
                </a:cubicBezTo>
                <a:cubicBezTo>
                  <a:pt x="95" y="42"/>
                  <a:pt x="95" y="42"/>
                  <a:pt x="95" y="42"/>
                </a:cubicBezTo>
                <a:cubicBezTo>
                  <a:pt x="95" y="41"/>
                  <a:pt x="94" y="40"/>
                  <a:pt x="93" y="40"/>
                </a:cubicBezTo>
                <a:cubicBezTo>
                  <a:pt x="89" y="40"/>
                  <a:pt x="85" y="40"/>
                  <a:pt x="81" y="40"/>
                </a:cubicBezTo>
                <a:cubicBezTo>
                  <a:pt x="81" y="40"/>
                  <a:pt x="80" y="41"/>
                  <a:pt x="80" y="42"/>
                </a:cubicBezTo>
                <a:cubicBezTo>
                  <a:pt x="80" y="42"/>
                  <a:pt x="80" y="42"/>
                  <a:pt x="80" y="42"/>
                </a:cubicBezTo>
                <a:cubicBezTo>
                  <a:pt x="80" y="43"/>
                  <a:pt x="81" y="44"/>
                  <a:pt x="81" y="44"/>
                </a:cubicBezTo>
                <a:close/>
                <a:moveTo>
                  <a:pt x="102" y="44"/>
                </a:moveTo>
                <a:cubicBezTo>
                  <a:pt x="106" y="44"/>
                  <a:pt x="110" y="44"/>
                  <a:pt x="114" y="44"/>
                </a:cubicBezTo>
                <a:cubicBezTo>
                  <a:pt x="115" y="44"/>
                  <a:pt x="116" y="43"/>
                  <a:pt x="116" y="42"/>
                </a:cubicBezTo>
                <a:cubicBezTo>
                  <a:pt x="116" y="42"/>
                  <a:pt x="116" y="42"/>
                  <a:pt x="116" y="42"/>
                </a:cubicBezTo>
                <a:cubicBezTo>
                  <a:pt x="116" y="41"/>
                  <a:pt x="115" y="40"/>
                  <a:pt x="114" y="40"/>
                </a:cubicBezTo>
                <a:cubicBezTo>
                  <a:pt x="110" y="40"/>
                  <a:pt x="106" y="40"/>
                  <a:pt x="102" y="40"/>
                </a:cubicBezTo>
                <a:cubicBezTo>
                  <a:pt x="102" y="40"/>
                  <a:pt x="101" y="41"/>
                  <a:pt x="101" y="42"/>
                </a:cubicBezTo>
                <a:cubicBezTo>
                  <a:pt x="101" y="42"/>
                  <a:pt x="101" y="42"/>
                  <a:pt x="101" y="42"/>
                </a:cubicBezTo>
                <a:cubicBezTo>
                  <a:pt x="101" y="43"/>
                  <a:pt x="102" y="44"/>
                  <a:pt x="102" y="44"/>
                </a:cubicBezTo>
                <a:close/>
                <a:moveTo>
                  <a:pt x="123" y="44"/>
                </a:moveTo>
                <a:cubicBezTo>
                  <a:pt x="127" y="44"/>
                  <a:pt x="131" y="44"/>
                  <a:pt x="135" y="44"/>
                </a:cubicBezTo>
                <a:cubicBezTo>
                  <a:pt x="136" y="44"/>
                  <a:pt x="137" y="43"/>
                  <a:pt x="137" y="42"/>
                </a:cubicBezTo>
                <a:cubicBezTo>
                  <a:pt x="137" y="42"/>
                  <a:pt x="137" y="42"/>
                  <a:pt x="137" y="42"/>
                </a:cubicBezTo>
                <a:cubicBezTo>
                  <a:pt x="137" y="41"/>
                  <a:pt x="136" y="40"/>
                  <a:pt x="135" y="40"/>
                </a:cubicBezTo>
                <a:cubicBezTo>
                  <a:pt x="131" y="40"/>
                  <a:pt x="127" y="40"/>
                  <a:pt x="123" y="40"/>
                </a:cubicBezTo>
                <a:cubicBezTo>
                  <a:pt x="123" y="40"/>
                  <a:pt x="122" y="41"/>
                  <a:pt x="122" y="42"/>
                </a:cubicBezTo>
                <a:cubicBezTo>
                  <a:pt x="122" y="42"/>
                  <a:pt x="122" y="42"/>
                  <a:pt x="122" y="42"/>
                </a:cubicBezTo>
                <a:cubicBezTo>
                  <a:pt x="122" y="43"/>
                  <a:pt x="123" y="44"/>
                  <a:pt x="123" y="44"/>
                </a:cubicBezTo>
                <a:close/>
                <a:moveTo>
                  <a:pt x="144" y="44"/>
                </a:moveTo>
                <a:cubicBezTo>
                  <a:pt x="148" y="44"/>
                  <a:pt x="152" y="44"/>
                  <a:pt x="156" y="44"/>
                </a:cubicBezTo>
                <a:cubicBezTo>
                  <a:pt x="157" y="44"/>
                  <a:pt x="158" y="43"/>
                  <a:pt x="158" y="42"/>
                </a:cubicBezTo>
                <a:cubicBezTo>
                  <a:pt x="158" y="42"/>
                  <a:pt x="158" y="42"/>
                  <a:pt x="158" y="42"/>
                </a:cubicBezTo>
                <a:cubicBezTo>
                  <a:pt x="158" y="41"/>
                  <a:pt x="157" y="40"/>
                  <a:pt x="156" y="40"/>
                </a:cubicBezTo>
                <a:cubicBezTo>
                  <a:pt x="152" y="40"/>
                  <a:pt x="148" y="40"/>
                  <a:pt x="144" y="40"/>
                </a:cubicBezTo>
                <a:cubicBezTo>
                  <a:pt x="144" y="40"/>
                  <a:pt x="143" y="41"/>
                  <a:pt x="143" y="42"/>
                </a:cubicBezTo>
                <a:cubicBezTo>
                  <a:pt x="143" y="42"/>
                  <a:pt x="143" y="42"/>
                  <a:pt x="143" y="42"/>
                </a:cubicBezTo>
                <a:cubicBezTo>
                  <a:pt x="143" y="43"/>
                  <a:pt x="144" y="44"/>
                  <a:pt x="144" y="44"/>
                </a:cubicBezTo>
                <a:close/>
                <a:moveTo>
                  <a:pt x="165" y="44"/>
                </a:moveTo>
                <a:cubicBezTo>
                  <a:pt x="169" y="44"/>
                  <a:pt x="173" y="44"/>
                  <a:pt x="177" y="44"/>
                </a:cubicBezTo>
                <a:cubicBezTo>
                  <a:pt x="178" y="44"/>
                  <a:pt x="179" y="43"/>
                  <a:pt x="179" y="42"/>
                </a:cubicBezTo>
                <a:cubicBezTo>
                  <a:pt x="179" y="42"/>
                  <a:pt x="179" y="42"/>
                  <a:pt x="179" y="42"/>
                </a:cubicBezTo>
                <a:cubicBezTo>
                  <a:pt x="179" y="41"/>
                  <a:pt x="178" y="40"/>
                  <a:pt x="177" y="40"/>
                </a:cubicBezTo>
                <a:cubicBezTo>
                  <a:pt x="173" y="40"/>
                  <a:pt x="169" y="40"/>
                  <a:pt x="165" y="40"/>
                </a:cubicBezTo>
                <a:cubicBezTo>
                  <a:pt x="165" y="40"/>
                  <a:pt x="164" y="41"/>
                  <a:pt x="164" y="42"/>
                </a:cubicBezTo>
                <a:cubicBezTo>
                  <a:pt x="164" y="42"/>
                  <a:pt x="164" y="42"/>
                  <a:pt x="164" y="42"/>
                </a:cubicBezTo>
                <a:cubicBezTo>
                  <a:pt x="164" y="43"/>
                  <a:pt x="165" y="44"/>
                  <a:pt x="165" y="44"/>
                </a:cubicBezTo>
                <a:close/>
              </a:path>
            </a:pathLst>
          </a:custGeom>
          <a:solidFill>
            <a:srgbClr val="82C3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40"/>
          <p:cNvSpPr>
            <a:spLocks noEditPoints="1"/>
          </p:cNvSpPr>
          <p:nvPr/>
        </p:nvSpPr>
        <p:spPr bwMode="auto">
          <a:xfrm>
            <a:off x="5458052" y="3697290"/>
            <a:ext cx="1870075" cy="431800"/>
          </a:xfrm>
          <a:custGeom>
            <a:avLst/>
            <a:gdLst>
              <a:gd name="T0" fmla="*/ 30 w 225"/>
              <a:gd name="T1" fmla="*/ 0 h 52"/>
              <a:gd name="T2" fmla="*/ 32 w 225"/>
              <a:gd name="T3" fmla="*/ 2 h 52"/>
              <a:gd name="T4" fmla="*/ 19 w 225"/>
              <a:gd name="T5" fmla="*/ 4 h 52"/>
              <a:gd name="T6" fmla="*/ 17 w 225"/>
              <a:gd name="T7" fmla="*/ 2 h 52"/>
              <a:gd name="T8" fmla="*/ 224 w 225"/>
              <a:gd name="T9" fmla="*/ 49 h 52"/>
              <a:gd name="T10" fmla="*/ 225 w 225"/>
              <a:gd name="T11" fmla="*/ 50 h 52"/>
              <a:gd name="T12" fmla="*/ 224 w 225"/>
              <a:gd name="T13" fmla="*/ 52 h 52"/>
              <a:gd name="T14" fmla="*/ 222 w 225"/>
              <a:gd name="T15" fmla="*/ 51 h 52"/>
              <a:gd name="T16" fmla="*/ 224 w 225"/>
              <a:gd name="T17" fmla="*/ 49 h 52"/>
              <a:gd name="T18" fmla="*/ 198 w 225"/>
              <a:gd name="T19" fmla="*/ 6 h 52"/>
              <a:gd name="T20" fmla="*/ 198 w 225"/>
              <a:gd name="T21" fmla="*/ 8 h 52"/>
              <a:gd name="T22" fmla="*/ 193 w 225"/>
              <a:gd name="T23" fmla="*/ 4 h 52"/>
              <a:gd name="T24" fmla="*/ 185 w 225"/>
              <a:gd name="T25" fmla="*/ 2 h 52"/>
              <a:gd name="T26" fmla="*/ 186 w 225"/>
              <a:gd name="T27" fmla="*/ 0 h 52"/>
              <a:gd name="T28" fmla="*/ 196 w 225"/>
              <a:gd name="T29" fmla="*/ 1 h 52"/>
              <a:gd name="T30" fmla="*/ 211 w 225"/>
              <a:gd name="T31" fmla="*/ 33 h 52"/>
              <a:gd name="T32" fmla="*/ 212 w 225"/>
              <a:gd name="T33" fmla="*/ 31 h 52"/>
              <a:gd name="T34" fmla="*/ 220 w 225"/>
              <a:gd name="T35" fmla="*/ 41 h 52"/>
              <a:gd name="T36" fmla="*/ 219 w 225"/>
              <a:gd name="T37" fmla="*/ 44 h 52"/>
              <a:gd name="T38" fmla="*/ 206 w 225"/>
              <a:gd name="T39" fmla="*/ 25 h 52"/>
              <a:gd name="T40" fmla="*/ 201 w 225"/>
              <a:gd name="T41" fmla="*/ 13 h 52"/>
              <a:gd name="T42" fmla="*/ 203 w 225"/>
              <a:gd name="T43" fmla="*/ 14 h 52"/>
              <a:gd name="T44" fmla="*/ 209 w 225"/>
              <a:gd name="T45" fmla="*/ 26 h 52"/>
              <a:gd name="T46" fmla="*/ 206 w 225"/>
              <a:gd name="T47" fmla="*/ 25 h 52"/>
              <a:gd name="T48" fmla="*/ 0 w 225"/>
              <a:gd name="T49" fmla="*/ 0 h 52"/>
              <a:gd name="T50" fmla="*/ 10 w 225"/>
              <a:gd name="T51" fmla="*/ 2 h 52"/>
              <a:gd name="T52" fmla="*/ 8 w 225"/>
              <a:gd name="T53" fmla="*/ 4 h 52"/>
              <a:gd name="T54" fmla="*/ 40 w 225"/>
              <a:gd name="T55" fmla="*/ 0 h 52"/>
              <a:gd name="T56" fmla="*/ 53 w 225"/>
              <a:gd name="T57" fmla="*/ 2 h 52"/>
              <a:gd name="T58" fmla="*/ 51 w 225"/>
              <a:gd name="T59" fmla="*/ 4 h 52"/>
              <a:gd name="T60" fmla="*/ 38 w 225"/>
              <a:gd name="T61" fmla="*/ 2 h 52"/>
              <a:gd name="T62" fmla="*/ 40 w 225"/>
              <a:gd name="T63" fmla="*/ 0 h 52"/>
              <a:gd name="T64" fmla="*/ 72 w 225"/>
              <a:gd name="T65" fmla="*/ 0 h 52"/>
              <a:gd name="T66" fmla="*/ 74 w 225"/>
              <a:gd name="T67" fmla="*/ 2 h 52"/>
              <a:gd name="T68" fmla="*/ 60 w 225"/>
              <a:gd name="T69" fmla="*/ 4 h 52"/>
              <a:gd name="T70" fmla="*/ 59 w 225"/>
              <a:gd name="T71" fmla="*/ 2 h 52"/>
              <a:gd name="T72" fmla="*/ 81 w 225"/>
              <a:gd name="T73" fmla="*/ 0 h 52"/>
              <a:gd name="T74" fmla="*/ 95 w 225"/>
              <a:gd name="T75" fmla="*/ 2 h 52"/>
              <a:gd name="T76" fmla="*/ 93 w 225"/>
              <a:gd name="T77" fmla="*/ 4 h 52"/>
              <a:gd name="T78" fmla="*/ 80 w 225"/>
              <a:gd name="T79" fmla="*/ 2 h 52"/>
              <a:gd name="T80" fmla="*/ 81 w 225"/>
              <a:gd name="T81" fmla="*/ 0 h 52"/>
              <a:gd name="T82" fmla="*/ 114 w 225"/>
              <a:gd name="T83" fmla="*/ 0 h 52"/>
              <a:gd name="T84" fmla="*/ 116 w 225"/>
              <a:gd name="T85" fmla="*/ 2 h 52"/>
              <a:gd name="T86" fmla="*/ 102 w 225"/>
              <a:gd name="T87" fmla="*/ 4 h 52"/>
              <a:gd name="T88" fmla="*/ 101 w 225"/>
              <a:gd name="T89" fmla="*/ 2 h 52"/>
              <a:gd name="T90" fmla="*/ 123 w 225"/>
              <a:gd name="T91" fmla="*/ 0 h 52"/>
              <a:gd name="T92" fmla="*/ 137 w 225"/>
              <a:gd name="T93" fmla="*/ 2 h 52"/>
              <a:gd name="T94" fmla="*/ 135 w 225"/>
              <a:gd name="T95" fmla="*/ 4 h 52"/>
              <a:gd name="T96" fmla="*/ 122 w 225"/>
              <a:gd name="T97" fmla="*/ 2 h 52"/>
              <a:gd name="T98" fmla="*/ 123 w 225"/>
              <a:gd name="T99" fmla="*/ 0 h 52"/>
              <a:gd name="T100" fmla="*/ 156 w 225"/>
              <a:gd name="T101" fmla="*/ 0 h 52"/>
              <a:gd name="T102" fmla="*/ 158 w 225"/>
              <a:gd name="T103" fmla="*/ 2 h 52"/>
              <a:gd name="T104" fmla="*/ 144 w 225"/>
              <a:gd name="T105" fmla="*/ 4 h 52"/>
              <a:gd name="T106" fmla="*/ 143 w 225"/>
              <a:gd name="T107" fmla="*/ 2 h 52"/>
              <a:gd name="T108" fmla="*/ 165 w 225"/>
              <a:gd name="T109" fmla="*/ 0 h 52"/>
              <a:gd name="T110" fmla="*/ 179 w 225"/>
              <a:gd name="T111" fmla="*/ 2 h 52"/>
              <a:gd name="T112" fmla="*/ 177 w 225"/>
              <a:gd name="T113" fmla="*/ 4 h 52"/>
              <a:gd name="T114" fmla="*/ 164 w 225"/>
              <a:gd name="T115" fmla="*/ 2 h 52"/>
              <a:gd name="T116" fmla="*/ 165 w 225"/>
              <a:gd name="T11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5" h="52">
                <a:moveTo>
                  <a:pt x="19" y="0"/>
                </a:moveTo>
                <a:cubicBezTo>
                  <a:pt x="22" y="0"/>
                  <a:pt x="26" y="0"/>
                  <a:pt x="30" y="0"/>
                </a:cubicBezTo>
                <a:cubicBezTo>
                  <a:pt x="31" y="0"/>
                  <a:pt x="32" y="1"/>
                  <a:pt x="32" y="2"/>
                </a:cubicBezTo>
                <a:cubicBezTo>
                  <a:pt x="32" y="2"/>
                  <a:pt x="32" y="2"/>
                  <a:pt x="32" y="2"/>
                </a:cubicBezTo>
                <a:cubicBezTo>
                  <a:pt x="32" y="3"/>
                  <a:pt x="31" y="4"/>
                  <a:pt x="30" y="4"/>
                </a:cubicBezTo>
                <a:cubicBezTo>
                  <a:pt x="26" y="4"/>
                  <a:pt x="22" y="4"/>
                  <a:pt x="19" y="4"/>
                </a:cubicBezTo>
                <a:cubicBezTo>
                  <a:pt x="18" y="4"/>
                  <a:pt x="17" y="3"/>
                  <a:pt x="17" y="2"/>
                </a:cubicBezTo>
                <a:cubicBezTo>
                  <a:pt x="17" y="2"/>
                  <a:pt x="17" y="2"/>
                  <a:pt x="17" y="2"/>
                </a:cubicBezTo>
                <a:cubicBezTo>
                  <a:pt x="17" y="1"/>
                  <a:pt x="18" y="0"/>
                  <a:pt x="19" y="0"/>
                </a:cubicBezTo>
                <a:close/>
                <a:moveTo>
                  <a:pt x="224" y="49"/>
                </a:moveTo>
                <a:cubicBezTo>
                  <a:pt x="224" y="49"/>
                  <a:pt x="224" y="49"/>
                  <a:pt x="224" y="49"/>
                </a:cubicBezTo>
                <a:cubicBezTo>
                  <a:pt x="225" y="49"/>
                  <a:pt x="225" y="49"/>
                  <a:pt x="225" y="50"/>
                </a:cubicBezTo>
                <a:cubicBezTo>
                  <a:pt x="225" y="51"/>
                  <a:pt x="225" y="51"/>
                  <a:pt x="225" y="51"/>
                </a:cubicBezTo>
                <a:cubicBezTo>
                  <a:pt x="225" y="52"/>
                  <a:pt x="225" y="52"/>
                  <a:pt x="224" y="52"/>
                </a:cubicBezTo>
                <a:cubicBezTo>
                  <a:pt x="224" y="52"/>
                  <a:pt x="224" y="52"/>
                  <a:pt x="224" y="52"/>
                </a:cubicBezTo>
                <a:cubicBezTo>
                  <a:pt x="223" y="52"/>
                  <a:pt x="222" y="52"/>
                  <a:pt x="222" y="51"/>
                </a:cubicBezTo>
                <a:cubicBezTo>
                  <a:pt x="222" y="50"/>
                  <a:pt x="222" y="50"/>
                  <a:pt x="222" y="50"/>
                </a:cubicBezTo>
                <a:cubicBezTo>
                  <a:pt x="222" y="49"/>
                  <a:pt x="223" y="49"/>
                  <a:pt x="224" y="49"/>
                </a:cubicBezTo>
                <a:close/>
                <a:moveTo>
                  <a:pt x="196" y="1"/>
                </a:moveTo>
                <a:cubicBezTo>
                  <a:pt x="196" y="3"/>
                  <a:pt x="197" y="4"/>
                  <a:pt x="198" y="6"/>
                </a:cubicBezTo>
                <a:cubicBezTo>
                  <a:pt x="199" y="6"/>
                  <a:pt x="198" y="7"/>
                  <a:pt x="198" y="8"/>
                </a:cubicBezTo>
                <a:cubicBezTo>
                  <a:pt x="198" y="8"/>
                  <a:pt x="198" y="8"/>
                  <a:pt x="198" y="8"/>
                </a:cubicBezTo>
                <a:cubicBezTo>
                  <a:pt x="197" y="8"/>
                  <a:pt x="196" y="8"/>
                  <a:pt x="195" y="7"/>
                </a:cubicBezTo>
                <a:cubicBezTo>
                  <a:pt x="195" y="6"/>
                  <a:pt x="194" y="5"/>
                  <a:pt x="193" y="4"/>
                </a:cubicBezTo>
                <a:cubicBezTo>
                  <a:pt x="190" y="4"/>
                  <a:pt x="190" y="4"/>
                  <a:pt x="186" y="4"/>
                </a:cubicBezTo>
                <a:cubicBezTo>
                  <a:pt x="186" y="4"/>
                  <a:pt x="185" y="3"/>
                  <a:pt x="185" y="2"/>
                </a:cubicBezTo>
                <a:cubicBezTo>
                  <a:pt x="185" y="2"/>
                  <a:pt x="185" y="2"/>
                  <a:pt x="185" y="2"/>
                </a:cubicBezTo>
                <a:cubicBezTo>
                  <a:pt x="185" y="1"/>
                  <a:pt x="186" y="0"/>
                  <a:pt x="186" y="0"/>
                </a:cubicBezTo>
                <a:cubicBezTo>
                  <a:pt x="194" y="0"/>
                  <a:pt x="194" y="0"/>
                  <a:pt x="194" y="0"/>
                </a:cubicBezTo>
                <a:cubicBezTo>
                  <a:pt x="195" y="0"/>
                  <a:pt x="195" y="1"/>
                  <a:pt x="196" y="1"/>
                </a:cubicBezTo>
                <a:close/>
                <a:moveTo>
                  <a:pt x="217" y="43"/>
                </a:moveTo>
                <a:cubicBezTo>
                  <a:pt x="215" y="40"/>
                  <a:pt x="213" y="37"/>
                  <a:pt x="211" y="33"/>
                </a:cubicBezTo>
                <a:cubicBezTo>
                  <a:pt x="211" y="32"/>
                  <a:pt x="211" y="31"/>
                  <a:pt x="212" y="31"/>
                </a:cubicBezTo>
                <a:cubicBezTo>
                  <a:pt x="212" y="31"/>
                  <a:pt x="212" y="31"/>
                  <a:pt x="212" y="31"/>
                </a:cubicBezTo>
                <a:cubicBezTo>
                  <a:pt x="212" y="30"/>
                  <a:pt x="213" y="31"/>
                  <a:pt x="214" y="31"/>
                </a:cubicBezTo>
                <a:cubicBezTo>
                  <a:pt x="216" y="35"/>
                  <a:pt x="218" y="38"/>
                  <a:pt x="220" y="41"/>
                </a:cubicBezTo>
                <a:cubicBezTo>
                  <a:pt x="221" y="42"/>
                  <a:pt x="220" y="43"/>
                  <a:pt x="219" y="44"/>
                </a:cubicBezTo>
                <a:cubicBezTo>
                  <a:pt x="219" y="44"/>
                  <a:pt x="219" y="44"/>
                  <a:pt x="219" y="44"/>
                </a:cubicBezTo>
                <a:cubicBezTo>
                  <a:pt x="219" y="44"/>
                  <a:pt x="218" y="44"/>
                  <a:pt x="217" y="43"/>
                </a:cubicBezTo>
                <a:close/>
                <a:moveTo>
                  <a:pt x="206" y="25"/>
                </a:moveTo>
                <a:cubicBezTo>
                  <a:pt x="204" y="22"/>
                  <a:pt x="202" y="19"/>
                  <a:pt x="200" y="15"/>
                </a:cubicBezTo>
                <a:cubicBezTo>
                  <a:pt x="200" y="14"/>
                  <a:pt x="200" y="13"/>
                  <a:pt x="201" y="13"/>
                </a:cubicBezTo>
                <a:cubicBezTo>
                  <a:pt x="201" y="13"/>
                  <a:pt x="201" y="13"/>
                  <a:pt x="201" y="13"/>
                </a:cubicBezTo>
                <a:cubicBezTo>
                  <a:pt x="201" y="12"/>
                  <a:pt x="203" y="13"/>
                  <a:pt x="203" y="14"/>
                </a:cubicBezTo>
                <a:cubicBezTo>
                  <a:pt x="205" y="17"/>
                  <a:pt x="207" y="20"/>
                  <a:pt x="209" y="24"/>
                </a:cubicBezTo>
                <a:cubicBezTo>
                  <a:pt x="210" y="24"/>
                  <a:pt x="209" y="25"/>
                  <a:pt x="209" y="26"/>
                </a:cubicBezTo>
                <a:cubicBezTo>
                  <a:pt x="209" y="26"/>
                  <a:pt x="209" y="26"/>
                  <a:pt x="209" y="26"/>
                </a:cubicBezTo>
                <a:cubicBezTo>
                  <a:pt x="208" y="26"/>
                  <a:pt x="207" y="26"/>
                  <a:pt x="206" y="25"/>
                </a:cubicBezTo>
                <a:close/>
                <a:moveTo>
                  <a:pt x="0" y="4"/>
                </a:moveTo>
                <a:cubicBezTo>
                  <a:pt x="0" y="0"/>
                  <a:pt x="0" y="0"/>
                  <a:pt x="0" y="0"/>
                </a:cubicBezTo>
                <a:cubicBezTo>
                  <a:pt x="8" y="0"/>
                  <a:pt x="8" y="0"/>
                  <a:pt x="8" y="0"/>
                </a:cubicBezTo>
                <a:cubicBezTo>
                  <a:pt x="9" y="0"/>
                  <a:pt x="10" y="1"/>
                  <a:pt x="10" y="2"/>
                </a:cubicBezTo>
                <a:cubicBezTo>
                  <a:pt x="10" y="2"/>
                  <a:pt x="10" y="2"/>
                  <a:pt x="10" y="2"/>
                </a:cubicBezTo>
                <a:cubicBezTo>
                  <a:pt x="10" y="3"/>
                  <a:pt x="9" y="4"/>
                  <a:pt x="8" y="4"/>
                </a:cubicBezTo>
                <a:cubicBezTo>
                  <a:pt x="0" y="4"/>
                  <a:pt x="0" y="4"/>
                  <a:pt x="0" y="4"/>
                </a:cubicBezTo>
                <a:close/>
                <a:moveTo>
                  <a:pt x="40" y="0"/>
                </a:moveTo>
                <a:cubicBezTo>
                  <a:pt x="43" y="0"/>
                  <a:pt x="47" y="0"/>
                  <a:pt x="51" y="0"/>
                </a:cubicBezTo>
                <a:cubicBezTo>
                  <a:pt x="52" y="0"/>
                  <a:pt x="53" y="1"/>
                  <a:pt x="53" y="2"/>
                </a:cubicBezTo>
                <a:cubicBezTo>
                  <a:pt x="53" y="2"/>
                  <a:pt x="53" y="2"/>
                  <a:pt x="53" y="2"/>
                </a:cubicBezTo>
                <a:cubicBezTo>
                  <a:pt x="53" y="3"/>
                  <a:pt x="52" y="4"/>
                  <a:pt x="51" y="4"/>
                </a:cubicBezTo>
                <a:cubicBezTo>
                  <a:pt x="47" y="4"/>
                  <a:pt x="43" y="4"/>
                  <a:pt x="40" y="4"/>
                </a:cubicBezTo>
                <a:cubicBezTo>
                  <a:pt x="39" y="4"/>
                  <a:pt x="38" y="3"/>
                  <a:pt x="38" y="2"/>
                </a:cubicBezTo>
                <a:cubicBezTo>
                  <a:pt x="38" y="2"/>
                  <a:pt x="38" y="2"/>
                  <a:pt x="38" y="2"/>
                </a:cubicBezTo>
                <a:cubicBezTo>
                  <a:pt x="38" y="1"/>
                  <a:pt x="39" y="0"/>
                  <a:pt x="40" y="0"/>
                </a:cubicBezTo>
                <a:close/>
                <a:moveTo>
                  <a:pt x="60" y="0"/>
                </a:moveTo>
                <a:cubicBezTo>
                  <a:pt x="64" y="0"/>
                  <a:pt x="68" y="0"/>
                  <a:pt x="72" y="0"/>
                </a:cubicBezTo>
                <a:cubicBezTo>
                  <a:pt x="73" y="0"/>
                  <a:pt x="74" y="1"/>
                  <a:pt x="74" y="2"/>
                </a:cubicBezTo>
                <a:cubicBezTo>
                  <a:pt x="74" y="2"/>
                  <a:pt x="74" y="2"/>
                  <a:pt x="74" y="2"/>
                </a:cubicBezTo>
                <a:cubicBezTo>
                  <a:pt x="74" y="3"/>
                  <a:pt x="73" y="4"/>
                  <a:pt x="72" y="4"/>
                </a:cubicBezTo>
                <a:cubicBezTo>
                  <a:pt x="68" y="4"/>
                  <a:pt x="64" y="4"/>
                  <a:pt x="60" y="4"/>
                </a:cubicBezTo>
                <a:cubicBezTo>
                  <a:pt x="60" y="4"/>
                  <a:pt x="59" y="3"/>
                  <a:pt x="59" y="2"/>
                </a:cubicBezTo>
                <a:cubicBezTo>
                  <a:pt x="59" y="2"/>
                  <a:pt x="59" y="2"/>
                  <a:pt x="59" y="2"/>
                </a:cubicBezTo>
                <a:cubicBezTo>
                  <a:pt x="59" y="1"/>
                  <a:pt x="60" y="0"/>
                  <a:pt x="60" y="0"/>
                </a:cubicBezTo>
                <a:close/>
                <a:moveTo>
                  <a:pt x="81" y="0"/>
                </a:moveTo>
                <a:cubicBezTo>
                  <a:pt x="85" y="0"/>
                  <a:pt x="89" y="0"/>
                  <a:pt x="93" y="0"/>
                </a:cubicBezTo>
                <a:cubicBezTo>
                  <a:pt x="94" y="0"/>
                  <a:pt x="95" y="1"/>
                  <a:pt x="95" y="2"/>
                </a:cubicBezTo>
                <a:cubicBezTo>
                  <a:pt x="95" y="2"/>
                  <a:pt x="95" y="2"/>
                  <a:pt x="95" y="2"/>
                </a:cubicBezTo>
                <a:cubicBezTo>
                  <a:pt x="95" y="3"/>
                  <a:pt x="94" y="4"/>
                  <a:pt x="93" y="4"/>
                </a:cubicBezTo>
                <a:cubicBezTo>
                  <a:pt x="89" y="4"/>
                  <a:pt x="85" y="4"/>
                  <a:pt x="81" y="4"/>
                </a:cubicBezTo>
                <a:cubicBezTo>
                  <a:pt x="81" y="4"/>
                  <a:pt x="80" y="3"/>
                  <a:pt x="80" y="2"/>
                </a:cubicBezTo>
                <a:cubicBezTo>
                  <a:pt x="80" y="2"/>
                  <a:pt x="80" y="2"/>
                  <a:pt x="80" y="2"/>
                </a:cubicBezTo>
                <a:cubicBezTo>
                  <a:pt x="80" y="1"/>
                  <a:pt x="81" y="0"/>
                  <a:pt x="81" y="0"/>
                </a:cubicBezTo>
                <a:close/>
                <a:moveTo>
                  <a:pt x="102" y="0"/>
                </a:moveTo>
                <a:cubicBezTo>
                  <a:pt x="106" y="0"/>
                  <a:pt x="110" y="0"/>
                  <a:pt x="114" y="0"/>
                </a:cubicBezTo>
                <a:cubicBezTo>
                  <a:pt x="115" y="0"/>
                  <a:pt x="116" y="1"/>
                  <a:pt x="116" y="2"/>
                </a:cubicBezTo>
                <a:cubicBezTo>
                  <a:pt x="116" y="2"/>
                  <a:pt x="116" y="2"/>
                  <a:pt x="116" y="2"/>
                </a:cubicBezTo>
                <a:cubicBezTo>
                  <a:pt x="116" y="3"/>
                  <a:pt x="115" y="4"/>
                  <a:pt x="114" y="4"/>
                </a:cubicBezTo>
                <a:cubicBezTo>
                  <a:pt x="110" y="4"/>
                  <a:pt x="106" y="4"/>
                  <a:pt x="102" y="4"/>
                </a:cubicBezTo>
                <a:cubicBezTo>
                  <a:pt x="102" y="4"/>
                  <a:pt x="101" y="3"/>
                  <a:pt x="101" y="2"/>
                </a:cubicBezTo>
                <a:cubicBezTo>
                  <a:pt x="101" y="2"/>
                  <a:pt x="101" y="2"/>
                  <a:pt x="101" y="2"/>
                </a:cubicBezTo>
                <a:cubicBezTo>
                  <a:pt x="101" y="1"/>
                  <a:pt x="102" y="0"/>
                  <a:pt x="102" y="0"/>
                </a:cubicBezTo>
                <a:close/>
                <a:moveTo>
                  <a:pt x="123" y="0"/>
                </a:moveTo>
                <a:cubicBezTo>
                  <a:pt x="127" y="0"/>
                  <a:pt x="131" y="0"/>
                  <a:pt x="135" y="0"/>
                </a:cubicBezTo>
                <a:cubicBezTo>
                  <a:pt x="136" y="0"/>
                  <a:pt x="137" y="1"/>
                  <a:pt x="137" y="2"/>
                </a:cubicBezTo>
                <a:cubicBezTo>
                  <a:pt x="137" y="2"/>
                  <a:pt x="137" y="2"/>
                  <a:pt x="137" y="2"/>
                </a:cubicBezTo>
                <a:cubicBezTo>
                  <a:pt x="137" y="3"/>
                  <a:pt x="136" y="4"/>
                  <a:pt x="135" y="4"/>
                </a:cubicBezTo>
                <a:cubicBezTo>
                  <a:pt x="131" y="4"/>
                  <a:pt x="127" y="4"/>
                  <a:pt x="123" y="4"/>
                </a:cubicBezTo>
                <a:cubicBezTo>
                  <a:pt x="123" y="4"/>
                  <a:pt x="122" y="3"/>
                  <a:pt x="122" y="2"/>
                </a:cubicBezTo>
                <a:cubicBezTo>
                  <a:pt x="122" y="2"/>
                  <a:pt x="122" y="2"/>
                  <a:pt x="122" y="2"/>
                </a:cubicBezTo>
                <a:cubicBezTo>
                  <a:pt x="122" y="1"/>
                  <a:pt x="123" y="0"/>
                  <a:pt x="123" y="0"/>
                </a:cubicBezTo>
                <a:close/>
                <a:moveTo>
                  <a:pt x="144" y="0"/>
                </a:moveTo>
                <a:cubicBezTo>
                  <a:pt x="148" y="0"/>
                  <a:pt x="152" y="0"/>
                  <a:pt x="156" y="0"/>
                </a:cubicBezTo>
                <a:cubicBezTo>
                  <a:pt x="157" y="0"/>
                  <a:pt x="158" y="1"/>
                  <a:pt x="158" y="2"/>
                </a:cubicBezTo>
                <a:cubicBezTo>
                  <a:pt x="158" y="2"/>
                  <a:pt x="158" y="2"/>
                  <a:pt x="158" y="2"/>
                </a:cubicBezTo>
                <a:cubicBezTo>
                  <a:pt x="158" y="3"/>
                  <a:pt x="157" y="4"/>
                  <a:pt x="156" y="4"/>
                </a:cubicBezTo>
                <a:cubicBezTo>
                  <a:pt x="152" y="4"/>
                  <a:pt x="148" y="4"/>
                  <a:pt x="144" y="4"/>
                </a:cubicBezTo>
                <a:cubicBezTo>
                  <a:pt x="144" y="4"/>
                  <a:pt x="143" y="3"/>
                  <a:pt x="143" y="2"/>
                </a:cubicBezTo>
                <a:cubicBezTo>
                  <a:pt x="143" y="2"/>
                  <a:pt x="143" y="2"/>
                  <a:pt x="143" y="2"/>
                </a:cubicBezTo>
                <a:cubicBezTo>
                  <a:pt x="143" y="1"/>
                  <a:pt x="144" y="0"/>
                  <a:pt x="144" y="0"/>
                </a:cubicBezTo>
                <a:close/>
                <a:moveTo>
                  <a:pt x="165" y="0"/>
                </a:moveTo>
                <a:cubicBezTo>
                  <a:pt x="169" y="0"/>
                  <a:pt x="173" y="0"/>
                  <a:pt x="177" y="0"/>
                </a:cubicBezTo>
                <a:cubicBezTo>
                  <a:pt x="178" y="0"/>
                  <a:pt x="179" y="1"/>
                  <a:pt x="179" y="2"/>
                </a:cubicBezTo>
                <a:cubicBezTo>
                  <a:pt x="179" y="2"/>
                  <a:pt x="179" y="2"/>
                  <a:pt x="179" y="2"/>
                </a:cubicBezTo>
                <a:cubicBezTo>
                  <a:pt x="179" y="3"/>
                  <a:pt x="178" y="4"/>
                  <a:pt x="177" y="4"/>
                </a:cubicBezTo>
                <a:cubicBezTo>
                  <a:pt x="173" y="4"/>
                  <a:pt x="169" y="4"/>
                  <a:pt x="165" y="4"/>
                </a:cubicBezTo>
                <a:cubicBezTo>
                  <a:pt x="165" y="4"/>
                  <a:pt x="164" y="3"/>
                  <a:pt x="164" y="2"/>
                </a:cubicBezTo>
                <a:cubicBezTo>
                  <a:pt x="164" y="2"/>
                  <a:pt x="164" y="2"/>
                  <a:pt x="164" y="2"/>
                </a:cubicBezTo>
                <a:cubicBezTo>
                  <a:pt x="164" y="1"/>
                  <a:pt x="165" y="0"/>
                  <a:pt x="165" y="0"/>
                </a:cubicBezTo>
                <a:close/>
              </a:path>
            </a:pathLst>
          </a:custGeom>
          <a:solidFill>
            <a:srgbClr val="FDD8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41"/>
          <p:cNvSpPr>
            <a:spLocks noEditPoints="1"/>
          </p:cNvSpPr>
          <p:nvPr/>
        </p:nvSpPr>
        <p:spPr bwMode="auto">
          <a:xfrm>
            <a:off x="5458052" y="5326065"/>
            <a:ext cx="1870075" cy="433388"/>
          </a:xfrm>
          <a:custGeom>
            <a:avLst/>
            <a:gdLst>
              <a:gd name="T0" fmla="*/ 30 w 225"/>
              <a:gd name="T1" fmla="*/ 0 h 52"/>
              <a:gd name="T2" fmla="*/ 32 w 225"/>
              <a:gd name="T3" fmla="*/ 1 h 52"/>
              <a:gd name="T4" fmla="*/ 19 w 225"/>
              <a:gd name="T5" fmla="*/ 3 h 52"/>
              <a:gd name="T6" fmla="*/ 17 w 225"/>
              <a:gd name="T7" fmla="*/ 1 h 52"/>
              <a:gd name="T8" fmla="*/ 224 w 225"/>
              <a:gd name="T9" fmla="*/ 48 h 52"/>
              <a:gd name="T10" fmla="*/ 225 w 225"/>
              <a:gd name="T11" fmla="*/ 50 h 52"/>
              <a:gd name="T12" fmla="*/ 224 w 225"/>
              <a:gd name="T13" fmla="*/ 52 h 52"/>
              <a:gd name="T14" fmla="*/ 222 w 225"/>
              <a:gd name="T15" fmla="*/ 50 h 52"/>
              <a:gd name="T16" fmla="*/ 224 w 225"/>
              <a:gd name="T17" fmla="*/ 48 h 52"/>
              <a:gd name="T18" fmla="*/ 198 w 225"/>
              <a:gd name="T19" fmla="*/ 5 h 52"/>
              <a:gd name="T20" fmla="*/ 198 w 225"/>
              <a:gd name="T21" fmla="*/ 7 h 52"/>
              <a:gd name="T22" fmla="*/ 193 w 225"/>
              <a:gd name="T23" fmla="*/ 3 h 52"/>
              <a:gd name="T24" fmla="*/ 185 w 225"/>
              <a:gd name="T25" fmla="*/ 1 h 52"/>
              <a:gd name="T26" fmla="*/ 186 w 225"/>
              <a:gd name="T27" fmla="*/ 0 h 52"/>
              <a:gd name="T28" fmla="*/ 196 w 225"/>
              <a:gd name="T29" fmla="*/ 1 h 52"/>
              <a:gd name="T30" fmla="*/ 211 w 225"/>
              <a:gd name="T31" fmla="*/ 32 h 52"/>
              <a:gd name="T32" fmla="*/ 212 w 225"/>
              <a:gd name="T33" fmla="*/ 30 h 52"/>
              <a:gd name="T34" fmla="*/ 220 w 225"/>
              <a:gd name="T35" fmla="*/ 41 h 52"/>
              <a:gd name="T36" fmla="*/ 219 w 225"/>
              <a:gd name="T37" fmla="*/ 43 h 52"/>
              <a:gd name="T38" fmla="*/ 206 w 225"/>
              <a:gd name="T39" fmla="*/ 24 h 52"/>
              <a:gd name="T40" fmla="*/ 201 w 225"/>
              <a:gd name="T41" fmla="*/ 12 h 52"/>
              <a:gd name="T42" fmla="*/ 203 w 225"/>
              <a:gd name="T43" fmla="*/ 13 h 52"/>
              <a:gd name="T44" fmla="*/ 209 w 225"/>
              <a:gd name="T45" fmla="*/ 25 h 52"/>
              <a:gd name="T46" fmla="*/ 206 w 225"/>
              <a:gd name="T47" fmla="*/ 24 h 52"/>
              <a:gd name="T48" fmla="*/ 0 w 225"/>
              <a:gd name="T49" fmla="*/ 0 h 52"/>
              <a:gd name="T50" fmla="*/ 10 w 225"/>
              <a:gd name="T51" fmla="*/ 1 h 52"/>
              <a:gd name="T52" fmla="*/ 8 w 225"/>
              <a:gd name="T53" fmla="*/ 3 h 52"/>
              <a:gd name="T54" fmla="*/ 40 w 225"/>
              <a:gd name="T55" fmla="*/ 0 h 52"/>
              <a:gd name="T56" fmla="*/ 53 w 225"/>
              <a:gd name="T57" fmla="*/ 1 h 52"/>
              <a:gd name="T58" fmla="*/ 51 w 225"/>
              <a:gd name="T59" fmla="*/ 3 h 52"/>
              <a:gd name="T60" fmla="*/ 38 w 225"/>
              <a:gd name="T61" fmla="*/ 1 h 52"/>
              <a:gd name="T62" fmla="*/ 40 w 225"/>
              <a:gd name="T63" fmla="*/ 0 h 52"/>
              <a:gd name="T64" fmla="*/ 72 w 225"/>
              <a:gd name="T65" fmla="*/ 0 h 52"/>
              <a:gd name="T66" fmla="*/ 74 w 225"/>
              <a:gd name="T67" fmla="*/ 1 h 52"/>
              <a:gd name="T68" fmla="*/ 60 w 225"/>
              <a:gd name="T69" fmla="*/ 3 h 52"/>
              <a:gd name="T70" fmla="*/ 59 w 225"/>
              <a:gd name="T71" fmla="*/ 1 h 52"/>
              <a:gd name="T72" fmla="*/ 81 w 225"/>
              <a:gd name="T73" fmla="*/ 0 h 52"/>
              <a:gd name="T74" fmla="*/ 95 w 225"/>
              <a:gd name="T75" fmla="*/ 1 h 52"/>
              <a:gd name="T76" fmla="*/ 93 w 225"/>
              <a:gd name="T77" fmla="*/ 3 h 52"/>
              <a:gd name="T78" fmla="*/ 80 w 225"/>
              <a:gd name="T79" fmla="*/ 1 h 52"/>
              <a:gd name="T80" fmla="*/ 81 w 225"/>
              <a:gd name="T81" fmla="*/ 0 h 52"/>
              <a:gd name="T82" fmla="*/ 114 w 225"/>
              <a:gd name="T83" fmla="*/ 0 h 52"/>
              <a:gd name="T84" fmla="*/ 116 w 225"/>
              <a:gd name="T85" fmla="*/ 1 h 52"/>
              <a:gd name="T86" fmla="*/ 102 w 225"/>
              <a:gd name="T87" fmla="*/ 3 h 52"/>
              <a:gd name="T88" fmla="*/ 101 w 225"/>
              <a:gd name="T89" fmla="*/ 1 h 52"/>
              <a:gd name="T90" fmla="*/ 123 w 225"/>
              <a:gd name="T91" fmla="*/ 0 h 52"/>
              <a:gd name="T92" fmla="*/ 137 w 225"/>
              <a:gd name="T93" fmla="*/ 1 h 52"/>
              <a:gd name="T94" fmla="*/ 135 w 225"/>
              <a:gd name="T95" fmla="*/ 3 h 52"/>
              <a:gd name="T96" fmla="*/ 122 w 225"/>
              <a:gd name="T97" fmla="*/ 1 h 52"/>
              <a:gd name="T98" fmla="*/ 123 w 225"/>
              <a:gd name="T99" fmla="*/ 0 h 52"/>
              <a:gd name="T100" fmla="*/ 156 w 225"/>
              <a:gd name="T101" fmla="*/ 0 h 52"/>
              <a:gd name="T102" fmla="*/ 158 w 225"/>
              <a:gd name="T103" fmla="*/ 1 h 52"/>
              <a:gd name="T104" fmla="*/ 144 w 225"/>
              <a:gd name="T105" fmla="*/ 3 h 52"/>
              <a:gd name="T106" fmla="*/ 143 w 225"/>
              <a:gd name="T107" fmla="*/ 1 h 52"/>
              <a:gd name="T108" fmla="*/ 165 w 225"/>
              <a:gd name="T109" fmla="*/ 0 h 52"/>
              <a:gd name="T110" fmla="*/ 179 w 225"/>
              <a:gd name="T111" fmla="*/ 1 h 52"/>
              <a:gd name="T112" fmla="*/ 177 w 225"/>
              <a:gd name="T113" fmla="*/ 3 h 52"/>
              <a:gd name="T114" fmla="*/ 164 w 225"/>
              <a:gd name="T115" fmla="*/ 1 h 52"/>
              <a:gd name="T116" fmla="*/ 165 w 225"/>
              <a:gd name="T11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5" h="52">
                <a:moveTo>
                  <a:pt x="19" y="0"/>
                </a:moveTo>
                <a:cubicBezTo>
                  <a:pt x="22" y="0"/>
                  <a:pt x="26" y="0"/>
                  <a:pt x="30" y="0"/>
                </a:cubicBezTo>
                <a:cubicBezTo>
                  <a:pt x="31" y="0"/>
                  <a:pt x="32" y="0"/>
                  <a:pt x="32" y="1"/>
                </a:cubicBezTo>
                <a:cubicBezTo>
                  <a:pt x="32" y="1"/>
                  <a:pt x="32" y="1"/>
                  <a:pt x="32" y="1"/>
                </a:cubicBezTo>
                <a:cubicBezTo>
                  <a:pt x="32" y="2"/>
                  <a:pt x="31" y="3"/>
                  <a:pt x="30" y="3"/>
                </a:cubicBezTo>
                <a:cubicBezTo>
                  <a:pt x="26" y="3"/>
                  <a:pt x="22" y="3"/>
                  <a:pt x="19" y="3"/>
                </a:cubicBezTo>
                <a:cubicBezTo>
                  <a:pt x="18" y="3"/>
                  <a:pt x="17" y="2"/>
                  <a:pt x="17" y="1"/>
                </a:cubicBezTo>
                <a:cubicBezTo>
                  <a:pt x="17" y="1"/>
                  <a:pt x="17" y="1"/>
                  <a:pt x="17" y="1"/>
                </a:cubicBezTo>
                <a:cubicBezTo>
                  <a:pt x="17" y="0"/>
                  <a:pt x="18" y="0"/>
                  <a:pt x="19" y="0"/>
                </a:cubicBezTo>
                <a:close/>
                <a:moveTo>
                  <a:pt x="224" y="48"/>
                </a:moveTo>
                <a:cubicBezTo>
                  <a:pt x="224" y="48"/>
                  <a:pt x="224" y="48"/>
                  <a:pt x="224" y="48"/>
                </a:cubicBezTo>
                <a:cubicBezTo>
                  <a:pt x="225" y="48"/>
                  <a:pt x="225" y="49"/>
                  <a:pt x="225" y="50"/>
                </a:cubicBezTo>
                <a:cubicBezTo>
                  <a:pt x="225" y="50"/>
                  <a:pt x="225" y="50"/>
                  <a:pt x="225" y="50"/>
                </a:cubicBezTo>
                <a:cubicBezTo>
                  <a:pt x="225" y="51"/>
                  <a:pt x="225" y="52"/>
                  <a:pt x="224" y="52"/>
                </a:cubicBezTo>
                <a:cubicBezTo>
                  <a:pt x="224" y="52"/>
                  <a:pt x="224" y="52"/>
                  <a:pt x="224" y="52"/>
                </a:cubicBezTo>
                <a:cubicBezTo>
                  <a:pt x="223" y="52"/>
                  <a:pt x="222" y="51"/>
                  <a:pt x="222" y="50"/>
                </a:cubicBezTo>
                <a:cubicBezTo>
                  <a:pt x="222" y="50"/>
                  <a:pt x="222" y="50"/>
                  <a:pt x="222" y="50"/>
                </a:cubicBezTo>
                <a:cubicBezTo>
                  <a:pt x="222" y="49"/>
                  <a:pt x="223" y="48"/>
                  <a:pt x="224" y="48"/>
                </a:cubicBezTo>
                <a:close/>
                <a:moveTo>
                  <a:pt x="196" y="1"/>
                </a:moveTo>
                <a:cubicBezTo>
                  <a:pt x="196" y="2"/>
                  <a:pt x="197" y="3"/>
                  <a:pt x="198" y="5"/>
                </a:cubicBezTo>
                <a:cubicBezTo>
                  <a:pt x="199" y="6"/>
                  <a:pt x="198" y="7"/>
                  <a:pt x="198" y="7"/>
                </a:cubicBezTo>
                <a:cubicBezTo>
                  <a:pt x="198" y="7"/>
                  <a:pt x="198" y="7"/>
                  <a:pt x="198" y="7"/>
                </a:cubicBezTo>
                <a:cubicBezTo>
                  <a:pt x="197" y="8"/>
                  <a:pt x="196" y="7"/>
                  <a:pt x="195" y="7"/>
                </a:cubicBezTo>
                <a:cubicBezTo>
                  <a:pt x="195" y="5"/>
                  <a:pt x="194" y="4"/>
                  <a:pt x="193" y="3"/>
                </a:cubicBezTo>
                <a:cubicBezTo>
                  <a:pt x="190" y="3"/>
                  <a:pt x="190" y="3"/>
                  <a:pt x="186" y="3"/>
                </a:cubicBezTo>
                <a:cubicBezTo>
                  <a:pt x="186" y="3"/>
                  <a:pt x="185" y="2"/>
                  <a:pt x="185" y="1"/>
                </a:cubicBezTo>
                <a:cubicBezTo>
                  <a:pt x="185" y="1"/>
                  <a:pt x="185" y="1"/>
                  <a:pt x="185" y="1"/>
                </a:cubicBezTo>
                <a:cubicBezTo>
                  <a:pt x="185" y="0"/>
                  <a:pt x="186" y="0"/>
                  <a:pt x="186" y="0"/>
                </a:cubicBezTo>
                <a:cubicBezTo>
                  <a:pt x="194" y="0"/>
                  <a:pt x="194" y="0"/>
                  <a:pt x="194" y="0"/>
                </a:cubicBezTo>
                <a:cubicBezTo>
                  <a:pt x="195" y="0"/>
                  <a:pt x="195" y="0"/>
                  <a:pt x="196" y="1"/>
                </a:cubicBezTo>
                <a:close/>
                <a:moveTo>
                  <a:pt x="217" y="42"/>
                </a:moveTo>
                <a:cubicBezTo>
                  <a:pt x="215" y="39"/>
                  <a:pt x="213" y="36"/>
                  <a:pt x="211" y="32"/>
                </a:cubicBezTo>
                <a:cubicBezTo>
                  <a:pt x="211" y="32"/>
                  <a:pt x="211" y="31"/>
                  <a:pt x="212" y="30"/>
                </a:cubicBezTo>
                <a:cubicBezTo>
                  <a:pt x="212" y="30"/>
                  <a:pt x="212" y="30"/>
                  <a:pt x="212" y="30"/>
                </a:cubicBezTo>
                <a:cubicBezTo>
                  <a:pt x="212" y="30"/>
                  <a:pt x="213" y="30"/>
                  <a:pt x="214" y="31"/>
                </a:cubicBezTo>
                <a:cubicBezTo>
                  <a:pt x="216" y="34"/>
                  <a:pt x="218" y="37"/>
                  <a:pt x="220" y="41"/>
                </a:cubicBezTo>
                <a:cubicBezTo>
                  <a:pt x="221" y="41"/>
                  <a:pt x="220" y="42"/>
                  <a:pt x="219" y="43"/>
                </a:cubicBezTo>
                <a:cubicBezTo>
                  <a:pt x="219" y="43"/>
                  <a:pt x="219" y="43"/>
                  <a:pt x="219" y="43"/>
                </a:cubicBezTo>
                <a:cubicBezTo>
                  <a:pt x="219" y="43"/>
                  <a:pt x="218" y="43"/>
                  <a:pt x="217" y="42"/>
                </a:cubicBezTo>
                <a:close/>
                <a:moveTo>
                  <a:pt x="206" y="24"/>
                </a:moveTo>
                <a:cubicBezTo>
                  <a:pt x="204" y="21"/>
                  <a:pt x="202" y="18"/>
                  <a:pt x="200" y="14"/>
                </a:cubicBezTo>
                <a:cubicBezTo>
                  <a:pt x="200" y="14"/>
                  <a:pt x="200" y="13"/>
                  <a:pt x="201" y="12"/>
                </a:cubicBezTo>
                <a:cubicBezTo>
                  <a:pt x="201" y="12"/>
                  <a:pt x="201" y="12"/>
                  <a:pt x="201" y="12"/>
                </a:cubicBezTo>
                <a:cubicBezTo>
                  <a:pt x="201" y="12"/>
                  <a:pt x="203" y="12"/>
                  <a:pt x="203" y="13"/>
                </a:cubicBezTo>
                <a:cubicBezTo>
                  <a:pt x="205" y="16"/>
                  <a:pt x="207" y="19"/>
                  <a:pt x="209" y="23"/>
                </a:cubicBezTo>
                <a:cubicBezTo>
                  <a:pt x="210" y="24"/>
                  <a:pt x="209" y="25"/>
                  <a:pt x="209" y="25"/>
                </a:cubicBezTo>
                <a:cubicBezTo>
                  <a:pt x="209" y="25"/>
                  <a:pt x="209" y="25"/>
                  <a:pt x="209" y="25"/>
                </a:cubicBezTo>
                <a:cubicBezTo>
                  <a:pt x="208" y="26"/>
                  <a:pt x="207" y="25"/>
                  <a:pt x="206" y="24"/>
                </a:cubicBezTo>
                <a:close/>
                <a:moveTo>
                  <a:pt x="0" y="3"/>
                </a:moveTo>
                <a:cubicBezTo>
                  <a:pt x="0" y="0"/>
                  <a:pt x="0" y="0"/>
                  <a:pt x="0" y="0"/>
                </a:cubicBezTo>
                <a:cubicBezTo>
                  <a:pt x="8" y="0"/>
                  <a:pt x="8" y="0"/>
                  <a:pt x="8" y="0"/>
                </a:cubicBezTo>
                <a:cubicBezTo>
                  <a:pt x="9" y="0"/>
                  <a:pt x="10" y="0"/>
                  <a:pt x="10" y="1"/>
                </a:cubicBezTo>
                <a:cubicBezTo>
                  <a:pt x="10" y="1"/>
                  <a:pt x="10" y="1"/>
                  <a:pt x="10" y="1"/>
                </a:cubicBezTo>
                <a:cubicBezTo>
                  <a:pt x="10" y="2"/>
                  <a:pt x="9" y="3"/>
                  <a:pt x="8" y="3"/>
                </a:cubicBezTo>
                <a:cubicBezTo>
                  <a:pt x="0" y="3"/>
                  <a:pt x="0" y="3"/>
                  <a:pt x="0" y="3"/>
                </a:cubicBezTo>
                <a:close/>
                <a:moveTo>
                  <a:pt x="40" y="0"/>
                </a:moveTo>
                <a:cubicBezTo>
                  <a:pt x="43" y="0"/>
                  <a:pt x="47" y="0"/>
                  <a:pt x="51" y="0"/>
                </a:cubicBezTo>
                <a:cubicBezTo>
                  <a:pt x="52" y="0"/>
                  <a:pt x="53" y="0"/>
                  <a:pt x="53" y="1"/>
                </a:cubicBezTo>
                <a:cubicBezTo>
                  <a:pt x="53" y="1"/>
                  <a:pt x="53" y="1"/>
                  <a:pt x="53" y="1"/>
                </a:cubicBezTo>
                <a:cubicBezTo>
                  <a:pt x="53" y="2"/>
                  <a:pt x="52" y="3"/>
                  <a:pt x="51" y="3"/>
                </a:cubicBezTo>
                <a:cubicBezTo>
                  <a:pt x="47" y="3"/>
                  <a:pt x="43" y="3"/>
                  <a:pt x="40" y="3"/>
                </a:cubicBezTo>
                <a:cubicBezTo>
                  <a:pt x="39" y="3"/>
                  <a:pt x="38" y="2"/>
                  <a:pt x="38" y="1"/>
                </a:cubicBezTo>
                <a:cubicBezTo>
                  <a:pt x="38" y="1"/>
                  <a:pt x="38" y="1"/>
                  <a:pt x="38" y="1"/>
                </a:cubicBezTo>
                <a:cubicBezTo>
                  <a:pt x="38" y="0"/>
                  <a:pt x="39" y="0"/>
                  <a:pt x="40" y="0"/>
                </a:cubicBezTo>
                <a:close/>
                <a:moveTo>
                  <a:pt x="60" y="0"/>
                </a:moveTo>
                <a:cubicBezTo>
                  <a:pt x="64" y="0"/>
                  <a:pt x="68" y="0"/>
                  <a:pt x="72" y="0"/>
                </a:cubicBezTo>
                <a:cubicBezTo>
                  <a:pt x="73" y="0"/>
                  <a:pt x="74" y="0"/>
                  <a:pt x="74" y="1"/>
                </a:cubicBezTo>
                <a:cubicBezTo>
                  <a:pt x="74" y="1"/>
                  <a:pt x="74" y="1"/>
                  <a:pt x="74" y="1"/>
                </a:cubicBezTo>
                <a:cubicBezTo>
                  <a:pt x="74" y="2"/>
                  <a:pt x="73" y="3"/>
                  <a:pt x="72" y="3"/>
                </a:cubicBezTo>
                <a:cubicBezTo>
                  <a:pt x="68" y="3"/>
                  <a:pt x="64" y="3"/>
                  <a:pt x="60" y="3"/>
                </a:cubicBezTo>
                <a:cubicBezTo>
                  <a:pt x="60" y="3"/>
                  <a:pt x="59" y="2"/>
                  <a:pt x="59" y="1"/>
                </a:cubicBezTo>
                <a:cubicBezTo>
                  <a:pt x="59" y="1"/>
                  <a:pt x="59" y="1"/>
                  <a:pt x="59" y="1"/>
                </a:cubicBezTo>
                <a:cubicBezTo>
                  <a:pt x="59" y="0"/>
                  <a:pt x="60" y="0"/>
                  <a:pt x="60" y="0"/>
                </a:cubicBezTo>
                <a:close/>
                <a:moveTo>
                  <a:pt x="81" y="0"/>
                </a:moveTo>
                <a:cubicBezTo>
                  <a:pt x="85" y="0"/>
                  <a:pt x="89" y="0"/>
                  <a:pt x="93" y="0"/>
                </a:cubicBezTo>
                <a:cubicBezTo>
                  <a:pt x="94" y="0"/>
                  <a:pt x="95" y="0"/>
                  <a:pt x="95" y="1"/>
                </a:cubicBezTo>
                <a:cubicBezTo>
                  <a:pt x="95" y="1"/>
                  <a:pt x="95" y="1"/>
                  <a:pt x="95" y="1"/>
                </a:cubicBezTo>
                <a:cubicBezTo>
                  <a:pt x="95" y="2"/>
                  <a:pt x="94" y="3"/>
                  <a:pt x="93" y="3"/>
                </a:cubicBezTo>
                <a:cubicBezTo>
                  <a:pt x="89" y="3"/>
                  <a:pt x="85" y="3"/>
                  <a:pt x="81" y="3"/>
                </a:cubicBezTo>
                <a:cubicBezTo>
                  <a:pt x="81" y="3"/>
                  <a:pt x="80" y="2"/>
                  <a:pt x="80" y="1"/>
                </a:cubicBezTo>
                <a:cubicBezTo>
                  <a:pt x="80" y="1"/>
                  <a:pt x="80" y="1"/>
                  <a:pt x="80" y="1"/>
                </a:cubicBezTo>
                <a:cubicBezTo>
                  <a:pt x="80" y="0"/>
                  <a:pt x="81" y="0"/>
                  <a:pt x="81" y="0"/>
                </a:cubicBezTo>
                <a:close/>
                <a:moveTo>
                  <a:pt x="102" y="0"/>
                </a:moveTo>
                <a:cubicBezTo>
                  <a:pt x="106" y="0"/>
                  <a:pt x="110" y="0"/>
                  <a:pt x="114" y="0"/>
                </a:cubicBezTo>
                <a:cubicBezTo>
                  <a:pt x="115" y="0"/>
                  <a:pt x="116" y="0"/>
                  <a:pt x="116" y="1"/>
                </a:cubicBezTo>
                <a:cubicBezTo>
                  <a:pt x="116" y="1"/>
                  <a:pt x="116" y="1"/>
                  <a:pt x="116" y="1"/>
                </a:cubicBezTo>
                <a:cubicBezTo>
                  <a:pt x="116" y="2"/>
                  <a:pt x="115" y="3"/>
                  <a:pt x="114" y="3"/>
                </a:cubicBezTo>
                <a:cubicBezTo>
                  <a:pt x="110" y="3"/>
                  <a:pt x="106" y="3"/>
                  <a:pt x="102" y="3"/>
                </a:cubicBezTo>
                <a:cubicBezTo>
                  <a:pt x="102" y="3"/>
                  <a:pt x="101" y="2"/>
                  <a:pt x="101" y="1"/>
                </a:cubicBezTo>
                <a:cubicBezTo>
                  <a:pt x="101" y="1"/>
                  <a:pt x="101" y="1"/>
                  <a:pt x="101" y="1"/>
                </a:cubicBezTo>
                <a:cubicBezTo>
                  <a:pt x="101" y="0"/>
                  <a:pt x="102" y="0"/>
                  <a:pt x="102" y="0"/>
                </a:cubicBezTo>
                <a:close/>
                <a:moveTo>
                  <a:pt x="123" y="0"/>
                </a:moveTo>
                <a:cubicBezTo>
                  <a:pt x="127" y="0"/>
                  <a:pt x="131" y="0"/>
                  <a:pt x="135" y="0"/>
                </a:cubicBezTo>
                <a:cubicBezTo>
                  <a:pt x="136" y="0"/>
                  <a:pt x="137" y="0"/>
                  <a:pt x="137" y="1"/>
                </a:cubicBezTo>
                <a:cubicBezTo>
                  <a:pt x="137" y="1"/>
                  <a:pt x="137" y="1"/>
                  <a:pt x="137" y="1"/>
                </a:cubicBezTo>
                <a:cubicBezTo>
                  <a:pt x="137" y="2"/>
                  <a:pt x="136" y="3"/>
                  <a:pt x="135" y="3"/>
                </a:cubicBezTo>
                <a:cubicBezTo>
                  <a:pt x="131" y="3"/>
                  <a:pt x="127" y="3"/>
                  <a:pt x="123" y="3"/>
                </a:cubicBezTo>
                <a:cubicBezTo>
                  <a:pt x="123" y="3"/>
                  <a:pt x="122" y="2"/>
                  <a:pt x="122" y="1"/>
                </a:cubicBezTo>
                <a:cubicBezTo>
                  <a:pt x="122" y="1"/>
                  <a:pt x="122" y="1"/>
                  <a:pt x="122" y="1"/>
                </a:cubicBezTo>
                <a:cubicBezTo>
                  <a:pt x="122" y="0"/>
                  <a:pt x="123" y="0"/>
                  <a:pt x="123" y="0"/>
                </a:cubicBezTo>
                <a:close/>
                <a:moveTo>
                  <a:pt x="144" y="0"/>
                </a:moveTo>
                <a:cubicBezTo>
                  <a:pt x="148" y="0"/>
                  <a:pt x="152" y="0"/>
                  <a:pt x="156" y="0"/>
                </a:cubicBezTo>
                <a:cubicBezTo>
                  <a:pt x="157" y="0"/>
                  <a:pt x="158" y="0"/>
                  <a:pt x="158" y="1"/>
                </a:cubicBezTo>
                <a:cubicBezTo>
                  <a:pt x="158" y="1"/>
                  <a:pt x="158" y="1"/>
                  <a:pt x="158" y="1"/>
                </a:cubicBezTo>
                <a:cubicBezTo>
                  <a:pt x="158" y="2"/>
                  <a:pt x="157" y="3"/>
                  <a:pt x="156" y="3"/>
                </a:cubicBezTo>
                <a:cubicBezTo>
                  <a:pt x="152" y="3"/>
                  <a:pt x="148" y="3"/>
                  <a:pt x="144" y="3"/>
                </a:cubicBezTo>
                <a:cubicBezTo>
                  <a:pt x="144" y="3"/>
                  <a:pt x="143" y="2"/>
                  <a:pt x="143" y="1"/>
                </a:cubicBezTo>
                <a:cubicBezTo>
                  <a:pt x="143" y="1"/>
                  <a:pt x="143" y="1"/>
                  <a:pt x="143" y="1"/>
                </a:cubicBezTo>
                <a:cubicBezTo>
                  <a:pt x="143" y="0"/>
                  <a:pt x="144" y="0"/>
                  <a:pt x="144" y="0"/>
                </a:cubicBezTo>
                <a:close/>
                <a:moveTo>
                  <a:pt x="165" y="0"/>
                </a:moveTo>
                <a:cubicBezTo>
                  <a:pt x="169" y="0"/>
                  <a:pt x="173" y="0"/>
                  <a:pt x="177" y="0"/>
                </a:cubicBezTo>
                <a:cubicBezTo>
                  <a:pt x="178" y="0"/>
                  <a:pt x="179" y="0"/>
                  <a:pt x="179" y="1"/>
                </a:cubicBezTo>
                <a:cubicBezTo>
                  <a:pt x="179" y="1"/>
                  <a:pt x="179" y="1"/>
                  <a:pt x="179" y="1"/>
                </a:cubicBezTo>
                <a:cubicBezTo>
                  <a:pt x="179" y="2"/>
                  <a:pt x="178" y="3"/>
                  <a:pt x="177" y="3"/>
                </a:cubicBezTo>
                <a:cubicBezTo>
                  <a:pt x="173" y="3"/>
                  <a:pt x="169" y="3"/>
                  <a:pt x="165" y="3"/>
                </a:cubicBezTo>
                <a:cubicBezTo>
                  <a:pt x="165" y="3"/>
                  <a:pt x="164" y="2"/>
                  <a:pt x="164" y="1"/>
                </a:cubicBezTo>
                <a:cubicBezTo>
                  <a:pt x="164" y="1"/>
                  <a:pt x="164" y="1"/>
                  <a:pt x="164" y="1"/>
                </a:cubicBezTo>
                <a:cubicBezTo>
                  <a:pt x="164" y="0"/>
                  <a:pt x="165" y="0"/>
                  <a:pt x="165" y="0"/>
                </a:cubicBezTo>
                <a:close/>
              </a:path>
            </a:pathLst>
          </a:custGeom>
          <a:solidFill>
            <a:srgbClr val="82C3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文本框 211"/>
          <p:cNvSpPr txBox="1"/>
          <p:nvPr/>
        </p:nvSpPr>
        <p:spPr>
          <a:xfrm>
            <a:off x="7509329" y="493251"/>
            <a:ext cx="4363357" cy="757130"/>
          </a:xfrm>
          <a:prstGeom prst="rect">
            <a:avLst/>
          </a:prstGeom>
          <a:noFill/>
        </p:spPr>
        <p:txBody>
          <a:bodyPr wrap="square" rtlCol="0">
            <a:spAutoFit/>
          </a:bodyPr>
          <a:lstStyle/>
          <a:p>
            <a:pPr>
              <a:lnSpc>
                <a:spcPct val="120000"/>
              </a:lnSpc>
            </a:pPr>
            <a:r>
              <a:rPr lang="zh-CN" altLang="en-US" dirty="0">
                <a:solidFill>
                  <a:schemeClr val="tx1">
                    <a:lumMod val="65000"/>
                    <a:lumOff val="35000"/>
                  </a:schemeClr>
                </a:solidFill>
              </a:rPr>
              <a:t>此处填写具体条目内容，此处填写具体条目内容，此处填写具体条目内容。</a:t>
            </a:r>
          </a:p>
        </p:txBody>
      </p:sp>
      <p:sp>
        <p:nvSpPr>
          <p:cNvPr id="213" name="文本框 212"/>
          <p:cNvSpPr txBox="1"/>
          <p:nvPr/>
        </p:nvSpPr>
        <p:spPr>
          <a:xfrm>
            <a:off x="7509329" y="2122441"/>
            <a:ext cx="4363357" cy="757130"/>
          </a:xfrm>
          <a:prstGeom prst="rect">
            <a:avLst/>
          </a:prstGeom>
          <a:noFill/>
        </p:spPr>
        <p:txBody>
          <a:bodyPr wrap="square" rtlCol="0">
            <a:spAutoFit/>
          </a:bodyPr>
          <a:lstStyle/>
          <a:p>
            <a:pPr>
              <a:lnSpc>
                <a:spcPct val="120000"/>
              </a:lnSpc>
            </a:pPr>
            <a:r>
              <a:rPr lang="zh-CN" altLang="en-US" dirty="0">
                <a:solidFill>
                  <a:schemeClr val="tx1">
                    <a:lumMod val="65000"/>
                    <a:lumOff val="35000"/>
                  </a:schemeClr>
                </a:solidFill>
              </a:rPr>
              <a:t>此处填写具体条目内容，此处填写具体条目内容，此处填写具体条目内容。</a:t>
            </a:r>
          </a:p>
        </p:txBody>
      </p:sp>
      <p:sp>
        <p:nvSpPr>
          <p:cNvPr id="214" name="文本框 213"/>
          <p:cNvSpPr txBox="1"/>
          <p:nvPr/>
        </p:nvSpPr>
        <p:spPr>
          <a:xfrm>
            <a:off x="7509329" y="3751631"/>
            <a:ext cx="4363357" cy="757130"/>
          </a:xfrm>
          <a:prstGeom prst="rect">
            <a:avLst/>
          </a:prstGeom>
          <a:noFill/>
        </p:spPr>
        <p:txBody>
          <a:bodyPr wrap="square" rtlCol="0">
            <a:spAutoFit/>
          </a:bodyPr>
          <a:lstStyle/>
          <a:p>
            <a:pPr>
              <a:lnSpc>
                <a:spcPct val="120000"/>
              </a:lnSpc>
            </a:pPr>
            <a:r>
              <a:rPr lang="zh-CN" altLang="en-US" dirty="0">
                <a:solidFill>
                  <a:schemeClr val="tx1">
                    <a:lumMod val="65000"/>
                    <a:lumOff val="35000"/>
                  </a:schemeClr>
                </a:solidFill>
              </a:rPr>
              <a:t>此处填写具体条目内容，此处填写具体条目内容，此处填写具体条目内容。</a:t>
            </a:r>
          </a:p>
        </p:txBody>
      </p:sp>
      <p:sp>
        <p:nvSpPr>
          <p:cNvPr id="215" name="文本框 214"/>
          <p:cNvSpPr txBox="1"/>
          <p:nvPr/>
        </p:nvSpPr>
        <p:spPr>
          <a:xfrm>
            <a:off x="7509329" y="5380820"/>
            <a:ext cx="4363357" cy="757130"/>
          </a:xfrm>
          <a:prstGeom prst="rect">
            <a:avLst/>
          </a:prstGeom>
          <a:noFill/>
        </p:spPr>
        <p:txBody>
          <a:bodyPr wrap="square" rtlCol="0">
            <a:spAutoFit/>
          </a:bodyPr>
          <a:lstStyle/>
          <a:p>
            <a:pPr>
              <a:lnSpc>
                <a:spcPct val="120000"/>
              </a:lnSpc>
            </a:pPr>
            <a:r>
              <a:rPr lang="zh-CN" altLang="en-US" dirty="0">
                <a:solidFill>
                  <a:schemeClr val="tx1">
                    <a:lumMod val="65000"/>
                    <a:lumOff val="35000"/>
                  </a:schemeClr>
                </a:solidFill>
              </a:rPr>
              <a:t>此处填写具体条目内容，此处填写具体条目内容，此处填写具体条目内容。</a:t>
            </a:r>
          </a:p>
        </p:txBody>
      </p:sp>
      <p:sp>
        <p:nvSpPr>
          <p:cNvPr id="216" name="Freeform 45"/>
          <p:cNvSpPr>
            <a:spLocks noChangeAspect="1" noEditPoints="1"/>
          </p:cNvSpPr>
          <p:nvPr/>
        </p:nvSpPr>
        <p:spPr bwMode="auto">
          <a:xfrm>
            <a:off x="5762396" y="3874317"/>
            <a:ext cx="278276" cy="464405"/>
          </a:xfrm>
          <a:custGeom>
            <a:avLst/>
            <a:gdLst>
              <a:gd name="T0" fmla="*/ 427 w 463"/>
              <a:gd name="T1" fmla="*/ 0 h 773"/>
              <a:gd name="T2" fmla="*/ 42 w 463"/>
              <a:gd name="T3" fmla="*/ 0 h 773"/>
              <a:gd name="T4" fmla="*/ 0 w 463"/>
              <a:gd name="T5" fmla="*/ 35 h 773"/>
              <a:gd name="T6" fmla="*/ 0 w 463"/>
              <a:gd name="T7" fmla="*/ 733 h 773"/>
              <a:gd name="T8" fmla="*/ 42 w 463"/>
              <a:gd name="T9" fmla="*/ 773 h 773"/>
              <a:gd name="T10" fmla="*/ 427 w 463"/>
              <a:gd name="T11" fmla="*/ 773 h 773"/>
              <a:gd name="T12" fmla="*/ 463 w 463"/>
              <a:gd name="T13" fmla="*/ 733 h 773"/>
              <a:gd name="T14" fmla="*/ 463 w 463"/>
              <a:gd name="T15" fmla="*/ 35 h 773"/>
              <a:gd name="T16" fmla="*/ 427 w 463"/>
              <a:gd name="T17" fmla="*/ 0 h 773"/>
              <a:gd name="T18" fmla="*/ 152 w 463"/>
              <a:gd name="T19" fmla="*/ 730 h 773"/>
              <a:gd name="T20" fmla="*/ 139 w 463"/>
              <a:gd name="T21" fmla="*/ 743 h 773"/>
              <a:gd name="T22" fmla="*/ 112 w 463"/>
              <a:gd name="T23" fmla="*/ 743 h 773"/>
              <a:gd name="T24" fmla="*/ 99 w 463"/>
              <a:gd name="T25" fmla="*/ 730 h 773"/>
              <a:gd name="T26" fmla="*/ 99 w 463"/>
              <a:gd name="T27" fmla="*/ 722 h 773"/>
              <a:gd name="T28" fmla="*/ 112 w 463"/>
              <a:gd name="T29" fmla="*/ 709 h 773"/>
              <a:gd name="T30" fmla="*/ 139 w 463"/>
              <a:gd name="T31" fmla="*/ 709 h 773"/>
              <a:gd name="T32" fmla="*/ 152 w 463"/>
              <a:gd name="T33" fmla="*/ 722 h 773"/>
              <a:gd name="T34" fmla="*/ 152 w 463"/>
              <a:gd name="T35" fmla="*/ 730 h 773"/>
              <a:gd name="T36" fmla="*/ 263 w 463"/>
              <a:gd name="T37" fmla="*/ 724 h 773"/>
              <a:gd name="T38" fmla="*/ 247 w 463"/>
              <a:gd name="T39" fmla="*/ 743 h 773"/>
              <a:gd name="T40" fmla="*/ 219 w 463"/>
              <a:gd name="T41" fmla="*/ 743 h 773"/>
              <a:gd name="T42" fmla="*/ 202 w 463"/>
              <a:gd name="T43" fmla="*/ 724 h 773"/>
              <a:gd name="T44" fmla="*/ 202 w 463"/>
              <a:gd name="T45" fmla="*/ 716 h 773"/>
              <a:gd name="T46" fmla="*/ 219 w 463"/>
              <a:gd name="T47" fmla="*/ 699 h 773"/>
              <a:gd name="T48" fmla="*/ 247 w 463"/>
              <a:gd name="T49" fmla="*/ 699 h 773"/>
              <a:gd name="T50" fmla="*/ 263 w 463"/>
              <a:gd name="T51" fmla="*/ 716 h 773"/>
              <a:gd name="T52" fmla="*/ 263 w 463"/>
              <a:gd name="T53" fmla="*/ 724 h 773"/>
              <a:gd name="T54" fmla="*/ 366 w 463"/>
              <a:gd name="T55" fmla="*/ 730 h 773"/>
              <a:gd name="T56" fmla="*/ 354 w 463"/>
              <a:gd name="T57" fmla="*/ 743 h 773"/>
              <a:gd name="T58" fmla="*/ 326 w 463"/>
              <a:gd name="T59" fmla="*/ 743 h 773"/>
              <a:gd name="T60" fmla="*/ 314 w 463"/>
              <a:gd name="T61" fmla="*/ 730 h 773"/>
              <a:gd name="T62" fmla="*/ 314 w 463"/>
              <a:gd name="T63" fmla="*/ 722 h 773"/>
              <a:gd name="T64" fmla="*/ 326 w 463"/>
              <a:gd name="T65" fmla="*/ 709 h 773"/>
              <a:gd name="T66" fmla="*/ 354 w 463"/>
              <a:gd name="T67" fmla="*/ 709 h 773"/>
              <a:gd name="T68" fmla="*/ 366 w 463"/>
              <a:gd name="T69" fmla="*/ 722 h 773"/>
              <a:gd name="T70" fmla="*/ 366 w 463"/>
              <a:gd name="T71" fmla="*/ 730 h 773"/>
              <a:gd name="T72" fmla="*/ 417 w 463"/>
              <a:gd name="T73" fmla="*/ 644 h 773"/>
              <a:gd name="T74" fmla="*/ 394 w 463"/>
              <a:gd name="T75" fmla="*/ 671 h 773"/>
              <a:gd name="T76" fmla="*/ 74 w 463"/>
              <a:gd name="T77" fmla="*/ 671 h 773"/>
              <a:gd name="T78" fmla="*/ 49 w 463"/>
              <a:gd name="T79" fmla="*/ 644 h 773"/>
              <a:gd name="T80" fmla="*/ 49 w 463"/>
              <a:gd name="T81" fmla="*/ 67 h 773"/>
              <a:gd name="T82" fmla="*/ 74 w 463"/>
              <a:gd name="T83" fmla="*/ 46 h 773"/>
              <a:gd name="T84" fmla="*/ 394 w 463"/>
              <a:gd name="T85" fmla="*/ 46 h 773"/>
              <a:gd name="T86" fmla="*/ 417 w 463"/>
              <a:gd name="T87" fmla="*/ 67 h 773"/>
              <a:gd name="T88" fmla="*/ 417 w 463"/>
              <a:gd name="T89" fmla="*/ 644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3" h="773">
                <a:moveTo>
                  <a:pt x="427" y="0"/>
                </a:moveTo>
                <a:cubicBezTo>
                  <a:pt x="42" y="0"/>
                  <a:pt x="42" y="0"/>
                  <a:pt x="42" y="0"/>
                </a:cubicBezTo>
                <a:cubicBezTo>
                  <a:pt x="19" y="0"/>
                  <a:pt x="0" y="17"/>
                  <a:pt x="0" y="35"/>
                </a:cubicBezTo>
                <a:cubicBezTo>
                  <a:pt x="0" y="733"/>
                  <a:pt x="0" y="733"/>
                  <a:pt x="0" y="733"/>
                </a:cubicBezTo>
                <a:cubicBezTo>
                  <a:pt x="0" y="756"/>
                  <a:pt x="17" y="773"/>
                  <a:pt x="42" y="773"/>
                </a:cubicBezTo>
                <a:cubicBezTo>
                  <a:pt x="427" y="773"/>
                  <a:pt x="427" y="773"/>
                  <a:pt x="427" y="773"/>
                </a:cubicBezTo>
                <a:cubicBezTo>
                  <a:pt x="448" y="773"/>
                  <a:pt x="463" y="756"/>
                  <a:pt x="463" y="733"/>
                </a:cubicBezTo>
                <a:cubicBezTo>
                  <a:pt x="463" y="35"/>
                  <a:pt x="463" y="35"/>
                  <a:pt x="463" y="35"/>
                </a:cubicBezTo>
                <a:cubicBezTo>
                  <a:pt x="463" y="19"/>
                  <a:pt x="451" y="0"/>
                  <a:pt x="427" y="0"/>
                </a:cubicBezTo>
                <a:close/>
                <a:moveTo>
                  <a:pt x="152" y="730"/>
                </a:moveTo>
                <a:cubicBezTo>
                  <a:pt x="152" y="737"/>
                  <a:pt x="146" y="743"/>
                  <a:pt x="139" y="743"/>
                </a:cubicBezTo>
                <a:cubicBezTo>
                  <a:pt x="112" y="743"/>
                  <a:pt x="112" y="743"/>
                  <a:pt x="112" y="743"/>
                </a:cubicBezTo>
                <a:cubicBezTo>
                  <a:pt x="106" y="743"/>
                  <a:pt x="99" y="737"/>
                  <a:pt x="99" y="730"/>
                </a:cubicBezTo>
                <a:cubicBezTo>
                  <a:pt x="99" y="722"/>
                  <a:pt x="99" y="722"/>
                  <a:pt x="99" y="722"/>
                </a:cubicBezTo>
                <a:cubicBezTo>
                  <a:pt x="99" y="714"/>
                  <a:pt x="106" y="709"/>
                  <a:pt x="112" y="709"/>
                </a:cubicBezTo>
                <a:cubicBezTo>
                  <a:pt x="139" y="709"/>
                  <a:pt x="139" y="709"/>
                  <a:pt x="139" y="709"/>
                </a:cubicBezTo>
                <a:cubicBezTo>
                  <a:pt x="146" y="709"/>
                  <a:pt x="152" y="714"/>
                  <a:pt x="152" y="722"/>
                </a:cubicBezTo>
                <a:cubicBezTo>
                  <a:pt x="152" y="730"/>
                  <a:pt x="152" y="730"/>
                  <a:pt x="152" y="730"/>
                </a:cubicBezTo>
                <a:close/>
                <a:moveTo>
                  <a:pt x="263" y="724"/>
                </a:moveTo>
                <a:cubicBezTo>
                  <a:pt x="263" y="735"/>
                  <a:pt x="255" y="743"/>
                  <a:pt x="247" y="743"/>
                </a:cubicBezTo>
                <a:cubicBezTo>
                  <a:pt x="219" y="743"/>
                  <a:pt x="219" y="743"/>
                  <a:pt x="219" y="743"/>
                </a:cubicBezTo>
                <a:cubicBezTo>
                  <a:pt x="211" y="743"/>
                  <a:pt x="202" y="735"/>
                  <a:pt x="202" y="724"/>
                </a:cubicBezTo>
                <a:cubicBezTo>
                  <a:pt x="202" y="716"/>
                  <a:pt x="202" y="716"/>
                  <a:pt x="202" y="716"/>
                </a:cubicBezTo>
                <a:cubicBezTo>
                  <a:pt x="202" y="705"/>
                  <a:pt x="209" y="699"/>
                  <a:pt x="219" y="699"/>
                </a:cubicBezTo>
                <a:cubicBezTo>
                  <a:pt x="247" y="699"/>
                  <a:pt x="247" y="699"/>
                  <a:pt x="247" y="699"/>
                </a:cubicBezTo>
                <a:cubicBezTo>
                  <a:pt x="255" y="699"/>
                  <a:pt x="263" y="705"/>
                  <a:pt x="263" y="716"/>
                </a:cubicBezTo>
                <a:cubicBezTo>
                  <a:pt x="263" y="724"/>
                  <a:pt x="263" y="724"/>
                  <a:pt x="263" y="724"/>
                </a:cubicBezTo>
                <a:close/>
                <a:moveTo>
                  <a:pt x="366" y="730"/>
                </a:moveTo>
                <a:cubicBezTo>
                  <a:pt x="366" y="737"/>
                  <a:pt x="360" y="743"/>
                  <a:pt x="354" y="743"/>
                </a:cubicBezTo>
                <a:cubicBezTo>
                  <a:pt x="326" y="743"/>
                  <a:pt x="326" y="743"/>
                  <a:pt x="326" y="743"/>
                </a:cubicBezTo>
                <a:cubicBezTo>
                  <a:pt x="320" y="743"/>
                  <a:pt x="314" y="737"/>
                  <a:pt x="314" y="730"/>
                </a:cubicBezTo>
                <a:cubicBezTo>
                  <a:pt x="314" y="722"/>
                  <a:pt x="314" y="722"/>
                  <a:pt x="314" y="722"/>
                </a:cubicBezTo>
                <a:cubicBezTo>
                  <a:pt x="314" y="714"/>
                  <a:pt x="320" y="709"/>
                  <a:pt x="326" y="709"/>
                </a:cubicBezTo>
                <a:cubicBezTo>
                  <a:pt x="354" y="709"/>
                  <a:pt x="354" y="709"/>
                  <a:pt x="354" y="709"/>
                </a:cubicBezTo>
                <a:cubicBezTo>
                  <a:pt x="360" y="709"/>
                  <a:pt x="366" y="714"/>
                  <a:pt x="366" y="722"/>
                </a:cubicBezTo>
                <a:cubicBezTo>
                  <a:pt x="366" y="730"/>
                  <a:pt x="366" y="730"/>
                  <a:pt x="366" y="730"/>
                </a:cubicBezTo>
                <a:close/>
                <a:moveTo>
                  <a:pt x="417" y="644"/>
                </a:moveTo>
                <a:cubicBezTo>
                  <a:pt x="417" y="657"/>
                  <a:pt x="409" y="671"/>
                  <a:pt x="394" y="671"/>
                </a:cubicBezTo>
                <a:cubicBezTo>
                  <a:pt x="74" y="671"/>
                  <a:pt x="74" y="671"/>
                  <a:pt x="74" y="671"/>
                </a:cubicBezTo>
                <a:cubicBezTo>
                  <a:pt x="59" y="671"/>
                  <a:pt x="49" y="659"/>
                  <a:pt x="49" y="644"/>
                </a:cubicBezTo>
                <a:cubicBezTo>
                  <a:pt x="49" y="67"/>
                  <a:pt x="49" y="67"/>
                  <a:pt x="49" y="67"/>
                </a:cubicBezTo>
                <a:cubicBezTo>
                  <a:pt x="49" y="50"/>
                  <a:pt x="61" y="46"/>
                  <a:pt x="74" y="46"/>
                </a:cubicBezTo>
                <a:cubicBezTo>
                  <a:pt x="394" y="46"/>
                  <a:pt x="394" y="46"/>
                  <a:pt x="394" y="46"/>
                </a:cubicBezTo>
                <a:cubicBezTo>
                  <a:pt x="404" y="46"/>
                  <a:pt x="417" y="48"/>
                  <a:pt x="417" y="67"/>
                </a:cubicBezTo>
                <a:cubicBezTo>
                  <a:pt x="417" y="644"/>
                  <a:pt x="417" y="644"/>
                  <a:pt x="417" y="644"/>
                </a:cubicBezTo>
                <a:close/>
              </a:path>
            </a:pathLst>
          </a:custGeom>
          <a:solidFill>
            <a:srgbClr val="FFFFFF"/>
          </a:solidFill>
          <a:ln>
            <a:noFill/>
          </a:ln>
        </p:spPr>
        <p:txBody>
          <a:bodyPr vert="horz" wrap="square" lIns="93256" tIns="46627" rIns="93256" bIns="46627" numCol="1" anchor="t" anchorCtr="0" compatLnSpc="1">
            <a:prstTxWarp prst="textNoShape">
              <a:avLst/>
            </a:prstTxWarp>
          </a:bodyPr>
          <a:lstStyle/>
          <a:p>
            <a:pPr>
              <a:defRPr/>
            </a:pPr>
            <a:endParaRPr lang="en-US" kern="0" dirty="0">
              <a:solidFill>
                <a:srgbClr val="FFFFFF"/>
              </a:solidFill>
            </a:endParaRPr>
          </a:p>
        </p:txBody>
      </p:sp>
      <p:sp>
        <p:nvSpPr>
          <p:cNvPr id="217" name="Freeform 10"/>
          <p:cNvSpPr>
            <a:spLocks noEditPoints="1"/>
          </p:cNvSpPr>
          <p:nvPr/>
        </p:nvSpPr>
        <p:spPr bwMode="auto">
          <a:xfrm>
            <a:off x="5583038" y="2264005"/>
            <a:ext cx="710707" cy="449262"/>
          </a:xfrm>
          <a:custGeom>
            <a:avLst/>
            <a:gdLst>
              <a:gd name="T0" fmla="*/ 87 w 782"/>
              <a:gd name="T1" fmla="*/ 232 h 493"/>
              <a:gd name="T2" fmla="*/ 195 w 782"/>
              <a:gd name="T3" fmla="*/ 0 h 493"/>
              <a:gd name="T4" fmla="*/ 724 w 782"/>
              <a:gd name="T5" fmla="*/ 467 h 493"/>
              <a:gd name="T6" fmla="*/ 612 w 782"/>
              <a:gd name="T7" fmla="*/ 369 h 493"/>
              <a:gd name="T8" fmla="*/ 565 w 782"/>
              <a:gd name="T9" fmla="*/ 349 h 493"/>
              <a:gd name="T10" fmla="*/ 605 w 782"/>
              <a:gd name="T11" fmla="*/ 354 h 493"/>
              <a:gd name="T12" fmla="*/ 366 w 782"/>
              <a:gd name="T13" fmla="*/ 366 h 493"/>
              <a:gd name="T14" fmla="*/ 372 w 782"/>
              <a:gd name="T15" fmla="*/ 348 h 493"/>
              <a:gd name="T16" fmla="*/ 410 w 782"/>
              <a:gd name="T17" fmla="*/ 351 h 493"/>
              <a:gd name="T18" fmla="*/ 409 w 782"/>
              <a:gd name="T19" fmla="*/ 406 h 493"/>
              <a:gd name="T20" fmla="*/ 362 w 782"/>
              <a:gd name="T21" fmla="*/ 405 h 493"/>
              <a:gd name="T22" fmla="*/ 288 w 782"/>
              <a:gd name="T23" fmla="*/ 400 h 493"/>
              <a:gd name="T24" fmla="*/ 339 w 782"/>
              <a:gd name="T25" fmla="*/ 389 h 493"/>
              <a:gd name="T26" fmla="*/ 322 w 782"/>
              <a:gd name="T27" fmla="*/ 409 h 493"/>
              <a:gd name="T28" fmla="*/ 302 w 782"/>
              <a:gd name="T29" fmla="*/ 353 h 493"/>
              <a:gd name="T30" fmla="*/ 345 w 782"/>
              <a:gd name="T31" fmla="*/ 351 h 493"/>
              <a:gd name="T32" fmla="*/ 213 w 782"/>
              <a:gd name="T33" fmla="*/ 402 h 493"/>
              <a:gd name="T34" fmla="*/ 267 w 782"/>
              <a:gd name="T35" fmla="*/ 387 h 493"/>
              <a:gd name="T36" fmla="*/ 213 w 782"/>
              <a:gd name="T37" fmla="*/ 406 h 493"/>
              <a:gd name="T38" fmla="*/ 199 w 782"/>
              <a:gd name="T39" fmla="*/ 369 h 493"/>
              <a:gd name="T40" fmla="*/ 214 w 782"/>
              <a:gd name="T41" fmla="*/ 348 h 493"/>
              <a:gd name="T42" fmla="*/ 233 w 782"/>
              <a:gd name="T43" fmla="*/ 361 h 493"/>
              <a:gd name="T44" fmla="*/ 280 w 782"/>
              <a:gd name="T45" fmla="*/ 350 h 493"/>
              <a:gd name="T46" fmla="*/ 273 w 782"/>
              <a:gd name="T47" fmla="*/ 367 h 493"/>
              <a:gd name="T48" fmla="*/ 159 w 782"/>
              <a:gd name="T49" fmla="*/ 452 h 493"/>
              <a:gd name="T50" fmla="*/ 107 w 782"/>
              <a:gd name="T51" fmla="*/ 448 h 493"/>
              <a:gd name="T52" fmla="*/ 137 w 782"/>
              <a:gd name="T53" fmla="*/ 424 h 493"/>
              <a:gd name="T54" fmla="*/ 188 w 782"/>
              <a:gd name="T55" fmla="*/ 402 h 493"/>
              <a:gd name="T56" fmla="*/ 142 w 782"/>
              <a:gd name="T57" fmla="*/ 409 h 493"/>
              <a:gd name="T58" fmla="*/ 153 w 782"/>
              <a:gd name="T59" fmla="*/ 385 h 493"/>
              <a:gd name="T60" fmla="*/ 196 w 782"/>
              <a:gd name="T61" fmla="*/ 389 h 493"/>
              <a:gd name="T62" fmla="*/ 407 w 782"/>
              <a:gd name="T63" fmla="*/ 455 h 493"/>
              <a:gd name="T64" fmla="*/ 200 w 782"/>
              <a:gd name="T65" fmla="*/ 458 h 493"/>
              <a:gd name="T66" fmla="*/ 203 w 782"/>
              <a:gd name="T67" fmla="*/ 427 h 493"/>
              <a:gd name="T68" fmla="*/ 402 w 782"/>
              <a:gd name="T69" fmla="*/ 423 h 493"/>
              <a:gd name="T70" fmla="*/ 411 w 782"/>
              <a:gd name="T71" fmla="*/ 448 h 493"/>
              <a:gd name="T72" fmla="*/ 438 w 782"/>
              <a:gd name="T73" fmla="*/ 347 h 493"/>
              <a:gd name="T74" fmla="*/ 471 w 782"/>
              <a:gd name="T75" fmla="*/ 369 h 493"/>
              <a:gd name="T76" fmla="*/ 434 w 782"/>
              <a:gd name="T77" fmla="*/ 366 h 493"/>
              <a:gd name="T78" fmla="*/ 484 w 782"/>
              <a:gd name="T79" fmla="*/ 395 h 493"/>
              <a:gd name="T80" fmla="*/ 473 w 782"/>
              <a:gd name="T81" fmla="*/ 409 h 493"/>
              <a:gd name="T82" fmla="*/ 437 w 782"/>
              <a:gd name="T83" fmla="*/ 404 h 493"/>
              <a:gd name="T84" fmla="*/ 440 w 782"/>
              <a:gd name="T85" fmla="*/ 451 h 493"/>
              <a:gd name="T86" fmla="*/ 438 w 782"/>
              <a:gd name="T87" fmla="*/ 428 h 493"/>
              <a:gd name="T88" fmla="*/ 447 w 782"/>
              <a:gd name="T89" fmla="*/ 423 h 493"/>
              <a:gd name="T90" fmla="*/ 483 w 782"/>
              <a:gd name="T91" fmla="*/ 424 h 493"/>
              <a:gd name="T92" fmla="*/ 502 w 782"/>
              <a:gd name="T93" fmla="*/ 363 h 493"/>
              <a:gd name="T94" fmla="*/ 536 w 782"/>
              <a:gd name="T95" fmla="*/ 350 h 493"/>
              <a:gd name="T96" fmla="*/ 547 w 782"/>
              <a:gd name="T97" fmla="*/ 366 h 493"/>
              <a:gd name="T98" fmla="*/ 519 w 782"/>
              <a:gd name="T99" fmla="*/ 405 h 493"/>
              <a:gd name="T100" fmla="*/ 559 w 782"/>
              <a:gd name="T101" fmla="*/ 389 h 493"/>
              <a:gd name="T102" fmla="*/ 564 w 782"/>
              <a:gd name="T103" fmla="*/ 408 h 493"/>
              <a:gd name="T104" fmla="*/ 588 w 782"/>
              <a:gd name="T105" fmla="*/ 453 h 493"/>
              <a:gd name="T106" fmla="*/ 548 w 782"/>
              <a:gd name="T107" fmla="*/ 457 h 493"/>
              <a:gd name="T108" fmla="*/ 536 w 782"/>
              <a:gd name="T109" fmla="*/ 423 h 493"/>
              <a:gd name="T110" fmla="*/ 588 w 782"/>
              <a:gd name="T111" fmla="*/ 448 h 493"/>
              <a:gd name="T112" fmla="*/ 591 w 782"/>
              <a:gd name="T113" fmla="*/ 382 h 493"/>
              <a:gd name="T114" fmla="*/ 635 w 782"/>
              <a:gd name="T115" fmla="*/ 409 h 493"/>
              <a:gd name="T116" fmla="*/ 616 w 782"/>
              <a:gd name="T117" fmla="*/ 449 h 493"/>
              <a:gd name="T118" fmla="*/ 639 w 782"/>
              <a:gd name="T119" fmla="*/ 423 h 493"/>
              <a:gd name="T120" fmla="*/ 670 w 782"/>
              <a:gd name="T121" fmla="*/ 449 h 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2" h="493">
                <a:moveTo>
                  <a:pt x="111" y="206"/>
                </a:moveTo>
                <a:cubicBezTo>
                  <a:pt x="91" y="187"/>
                  <a:pt x="91" y="152"/>
                  <a:pt x="111" y="134"/>
                </a:cubicBezTo>
                <a:cubicBezTo>
                  <a:pt x="97" y="136"/>
                  <a:pt x="84" y="151"/>
                  <a:pt x="84" y="170"/>
                </a:cubicBezTo>
                <a:cubicBezTo>
                  <a:pt x="84" y="188"/>
                  <a:pt x="97" y="203"/>
                  <a:pt x="111" y="206"/>
                </a:cubicBezTo>
                <a:close/>
                <a:moveTo>
                  <a:pt x="698" y="170"/>
                </a:moveTo>
                <a:cubicBezTo>
                  <a:pt x="698" y="151"/>
                  <a:pt x="685" y="136"/>
                  <a:pt x="671" y="134"/>
                </a:cubicBezTo>
                <a:cubicBezTo>
                  <a:pt x="691" y="152"/>
                  <a:pt x="691" y="187"/>
                  <a:pt x="671" y="206"/>
                </a:cubicBezTo>
                <a:cubicBezTo>
                  <a:pt x="685" y="203"/>
                  <a:pt x="698" y="188"/>
                  <a:pt x="698" y="170"/>
                </a:cubicBezTo>
                <a:close/>
                <a:moveTo>
                  <a:pt x="696" y="232"/>
                </a:moveTo>
                <a:cubicBezTo>
                  <a:pt x="716" y="224"/>
                  <a:pt x="737" y="200"/>
                  <a:pt x="737" y="170"/>
                </a:cubicBezTo>
                <a:cubicBezTo>
                  <a:pt x="737" y="139"/>
                  <a:pt x="716" y="115"/>
                  <a:pt x="696" y="108"/>
                </a:cubicBezTo>
                <a:cubicBezTo>
                  <a:pt x="712" y="124"/>
                  <a:pt x="723" y="147"/>
                  <a:pt x="723" y="170"/>
                </a:cubicBezTo>
                <a:cubicBezTo>
                  <a:pt x="723" y="193"/>
                  <a:pt x="712" y="215"/>
                  <a:pt x="696" y="232"/>
                </a:cubicBezTo>
                <a:close/>
                <a:moveTo>
                  <a:pt x="87" y="232"/>
                </a:moveTo>
                <a:cubicBezTo>
                  <a:pt x="70" y="215"/>
                  <a:pt x="59" y="193"/>
                  <a:pt x="59" y="170"/>
                </a:cubicBezTo>
                <a:cubicBezTo>
                  <a:pt x="59" y="147"/>
                  <a:pt x="70" y="124"/>
                  <a:pt x="87" y="108"/>
                </a:cubicBezTo>
                <a:cubicBezTo>
                  <a:pt x="66" y="115"/>
                  <a:pt x="45" y="139"/>
                  <a:pt x="46" y="170"/>
                </a:cubicBezTo>
                <a:cubicBezTo>
                  <a:pt x="45" y="200"/>
                  <a:pt x="66" y="224"/>
                  <a:pt x="87" y="232"/>
                </a:cubicBezTo>
                <a:close/>
                <a:moveTo>
                  <a:pt x="714" y="448"/>
                </a:moveTo>
                <a:cubicBezTo>
                  <a:pt x="706" y="438"/>
                  <a:pt x="697" y="428"/>
                  <a:pt x="689" y="419"/>
                </a:cubicBezTo>
                <a:cubicBezTo>
                  <a:pt x="671" y="397"/>
                  <a:pt x="653" y="376"/>
                  <a:pt x="635" y="355"/>
                </a:cubicBezTo>
                <a:cubicBezTo>
                  <a:pt x="634" y="354"/>
                  <a:pt x="633" y="353"/>
                  <a:pt x="632" y="352"/>
                </a:cubicBezTo>
                <a:cubicBezTo>
                  <a:pt x="629" y="347"/>
                  <a:pt x="623" y="345"/>
                  <a:pt x="617" y="343"/>
                </a:cubicBezTo>
                <a:cubicBezTo>
                  <a:pt x="612" y="341"/>
                  <a:pt x="606" y="339"/>
                  <a:pt x="599" y="339"/>
                </a:cubicBezTo>
                <a:cubicBezTo>
                  <a:pt x="621" y="333"/>
                  <a:pt x="637" y="314"/>
                  <a:pt x="637" y="291"/>
                </a:cubicBezTo>
                <a:cubicBezTo>
                  <a:pt x="637" y="50"/>
                  <a:pt x="637" y="50"/>
                  <a:pt x="637" y="50"/>
                </a:cubicBezTo>
                <a:cubicBezTo>
                  <a:pt x="637" y="22"/>
                  <a:pt x="614" y="0"/>
                  <a:pt x="587" y="0"/>
                </a:cubicBezTo>
                <a:cubicBezTo>
                  <a:pt x="195" y="0"/>
                  <a:pt x="195" y="0"/>
                  <a:pt x="195" y="0"/>
                </a:cubicBezTo>
                <a:cubicBezTo>
                  <a:pt x="168" y="0"/>
                  <a:pt x="145" y="22"/>
                  <a:pt x="145" y="50"/>
                </a:cubicBezTo>
                <a:cubicBezTo>
                  <a:pt x="145" y="291"/>
                  <a:pt x="145" y="291"/>
                  <a:pt x="145" y="291"/>
                </a:cubicBezTo>
                <a:cubicBezTo>
                  <a:pt x="145" y="314"/>
                  <a:pt x="161" y="334"/>
                  <a:pt x="183" y="339"/>
                </a:cubicBezTo>
                <a:cubicBezTo>
                  <a:pt x="171" y="340"/>
                  <a:pt x="157" y="344"/>
                  <a:pt x="149" y="354"/>
                </a:cubicBezTo>
                <a:cubicBezTo>
                  <a:pt x="143" y="361"/>
                  <a:pt x="136" y="369"/>
                  <a:pt x="130" y="377"/>
                </a:cubicBezTo>
                <a:cubicBezTo>
                  <a:pt x="111" y="399"/>
                  <a:pt x="91" y="422"/>
                  <a:pt x="72" y="446"/>
                </a:cubicBezTo>
                <a:cubicBezTo>
                  <a:pt x="67" y="451"/>
                  <a:pt x="58" y="459"/>
                  <a:pt x="58" y="467"/>
                </a:cubicBezTo>
                <a:cubicBezTo>
                  <a:pt x="58" y="489"/>
                  <a:pt x="58" y="478"/>
                  <a:pt x="58" y="478"/>
                </a:cubicBezTo>
                <a:cubicBezTo>
                  <a:pt x="58" y="481"/>
                  <a:pt x="59" y="483"/>
                  <a:pt x="60" y="485"/>
                </a:cubicBezTo>
                <a:cubicBezTo>
                  <a:pt x="65" y="492"/>
                  <a:pt x="75" y="493"/>
                  <a:pt x="83" y="493"/>
                </a:cubicBezTo>
                <a:cubicBezTo>
                  <a:pt x="94" y="493"/>
                  <a:pt x="667" y="493"/>
                  <a:pt x="684" y="493"/>
                </a:cubicBezTo>
                <a:cubicBezTo>
                  <a:pt x="693" y="493"/>
                  <a:pt x="702" y="492"/>
                  <a:pt x="711" y="490"/>
                </a:cubicBezTo>
                <a:cubicBezTo>
                  <a:pt x="716" y="489"/>
                  <a:pt x="723" y="486"/>
                  <a:pt x="724" y="479"/>
                </a:cubicBezTo>
                <a:cubicBezTo>
                  <a:pt x="724" y="456"/>
                  <a:pt x="724" y="467"/>
                  <a:pt x="724" y="467"/>
                </a:cubicBezTo>
                <a:cubicBezTo>
                  <a:pt x="725" y="462"/>
                  <a:pt x="722" y="457"/>
                  <a:pt x="718" y="453"/>
                </a:cubicBezTo>
                <a:cubicBezTo>
                  <a:pt x="717" y="451"/>
                  <a:pt x="715" y="449"/>
                  <a:pt x="714" y="448"/>
                </a:cubicBezTo>
                <a:close/>
                <a:moveTo>
                  <a:pt x="164" y="299"/>
                </a:moveTo>
                <a:cubicBezTo>
                  <a:pt x="164" y="64"/>
                  <a:pt x="164" y="53"/>
                  <a:pt x="164" y="53"/>
                </a:cubicBezTo>
                <a:cubicBezTo>
                  <a:pt x="164" y="39"/>
                  <a:pt x="175" y="16"/>
                  <a:pt x="189" y="16"/>
                </a:cubicBezTo>
                <a:cubicBezTo>
                  <a:pt x="570" y="16"/>
                  <a:pt x="593" y="16"/>
                  <a:pt x="593" y="16"/>
                </a:cubicBezTo>
                <a:cubicBezTo>
                  <a:pt x="607" y="16"/>
                  <a:pt x="618" y="39"/>
                  <a:pt x="618" y="53"/>
                </a:cubicBezTo>
                <a:cubicBezTo>
                  <a:pt x="618" y="268"/>
                  <a:pt x="618" y="299"/>
                  <a:pt x="618" y="299"/>
                </a:cubicBezTo>
                <a:cubicBezTo>
                  <a:pt x="618" y="313"/>
                  <a:pt x="607" y="325"/>
                  <a:pt x="593" y="325"/>
                </a:cubicBezTo>
                <a:cubicBezTo>
                  <a:pt x="212" y="325"/>
                  <a:pt x="189" y="325"/>
                  <a:pt x="189" y="325"/>
                </a:cubicBezTo>
                <a:cubicBezTo>
                  <a:pt x="175" y="325"/>
                  <a:pt x="164" y="302"/>
                  <a:pt x="164" y="287"/>
                </a:cubicBezTo>
                <a:lnTo>
                  <a:pt x="164" y="299"/>
                </a:lnTo>
                <a:close/>
                <a:moveTo>
                  <a:pt x="613" y="367"/>
                </a:moveTo>
                <a:cubicBezTo>
                  <a:pt x="613" y="367"/>
                  <a:pt x="613" y="368"/>
                  <a:pt x="612" y="369"/>
                </a:cubicBezTo>
                <a:cubicBezTo>
                  <a:pt x="612" y="369"/>
                  <a:pt x="612" y="369"/>
                  <a:pt x="612" y="369"/>
                </a:cubicBezTo>
                <a:cubicBezTo>
                  <a:pt x="612" y="369"/>
                  <a:pt x="612" y="369"/>
                  <a:pt x="612" y="369"/>
                </a:cubicBezTo>
                <a:cubicBezTo>
                  <a:pt x="612" y="369"/>
                  <a:pt x="612" y="369"/>
                  <a:pt x="612" y="369"/>
                </a:cubicBezTo>
                <a:cubicBezTo>
                  <a:pt x="612" y="369"/>
                  <a:pt x="612" y="369"/>
                  <a:pt x="611" y="369"/>
                </a:cubicBezTo>
                <a:cubicBezTo>
                  <a:pt x="611" y="369"/>
                  <a:pt x="611" y="369"/>
                  <a:pt x="611" y="369"/>
                </a:cubicBezTo>
                <a:cubicBezTo>
                  <a:pt x="611" y="369"/>
                  <a:pt x="611" y="369"/>
                  <a:pt x="610" y="369"/>
                </a:cubicBezTo>
                <a:cubicBezTo>
                  <a:pt x="608" y="371"/>
                  <a:pt x="604" y="371"/>
                  <a:pt x="600" y="371"/>
                </a:cubicBezTo>
                <a:cubicBezTo>
                  <a:pt x="584" y="371"/>
                  <a:pt x="584" y="371"/>
                  <a:pt x="584" y="371"/>
                </a:cubicBezTo>
                <a:cubicBezTo>
                  <a:pt x="580" y="371"/>
                  <a:pt x="577" y="370"/>
                  <a:pt x="574" y="369"/>
                </a:cubicBezTo>
                <a:cubicBezTo>
                  <a:pt x="573" y="368"/>
                  <a:pt x="572" y="367"/>
                  <a:pt x="571" y="367"/>
                </a:cubicBezTo>
                <a:cubicBezTo>
                  <a:pt x="570" y="366"/>
                  <a:pt x="569" y="365"/>
                  <a:pt x="569" y="365"/>
                </a:cubicBezTo>
                <a:cubicBezTo>
                  <a:pt x="568" y="363"/>
                  <a:pt x="568" y="363"/>
                  <a:pt x="568" y="363"/>
                </a:cubicBezTo>
                <a:cubicBezTo>
                  <a:pt x="566" y="360"/>
                  <a:pt x="564" y="357"/>
                  <a:pt x="563" y="354"/>
                </a:cubicBezTo>
                <a:cubicBezTo>
                  <a:pt x="561" y="351"/>
                  <a:pt x="563" y="350"/>
                  <a:pt x="565" y="349"/>
                </a:cubicBezTo>
                <a:cubicBezTo>
                  <a:pt x="565" y="349"/>
                  <a:pt x="566" y="349"/>
                  <a:pt x="566" y="349"/>
                </a:cubicBezTo>
                <a:cubicBezTo>
                  <a:pt x="567" y="348"/>
                  <a:pt x="569" y="348"/>
                  <a:pt x="570" y="348"/>
                </a:cubicBezTo>
                <a:cubicBezTo>
                  <a:pt x="573" y="348"/>
                  <a:pt x="573" y="348"/>
                  <a:pt x="573" y="348"/>
                </a:cubicBezTo>
                <a:cubicBezTo>
                  <a:pt x="573" y="348"/>
                  <a:pt x="573" y="348"/>
                  <a:pt x="573" y="348"/>
                </a:cubicBezTo>
                <a:cubicBezTo>
                  <a:pt x="577" y="348"/>
                  <a:pt x="581" y="348"/>
                  <a:pt x="586" y="348"/>
                </a:cubicBezTo>
                <a:cubicBezTo>
                  <a:pt x="586" y="348"/>
                  <a:pt x="586" y="348"/>
                  <a:pt x="586" y="348"/>
                </a:cubicBezTo>
                <a:cubicBezTo>
                  <a:pt x="590" y="348"/>
                  <a:pt x="590" y="348"/>
                  <a:pt x="590" y="348"/>
                </a:cubicBezTo>
                <a:cubicBezTo>
                  <a:pt x="592" y="348"/>
                  <a:pt x="594" y="348"/>
                  <a:pt x="595" y="348"/>
                </a:cubicBezTo>
                <a:cubicBezTo>
                  <a:pt x="596" y="349"/>
                  <a:pt x="597" y="349"/>
                  <a:pt x="598" y="349"/>
                </a:cubicBezTo>
                <a:cubicBezTo>
                  <a:pt x="598" y="349"/>
                  <a:pt x="598" y="349"/>
                  <a:pt x="598" y="349"/>
                </a:cubicBezTo>
                <a:cubicBezTo>
                  <a:pt x="598" y="350"/>
                  <a:pt x="598" y="350"/>
                  <a:pt x="599" y="350"/>
                </a:cubicBezTo>
                <a:cubicBezTo>
                  <a:pt x="599" y="350"/>
                  <a:pt x="599" y="350"/>
                  <a:pt x="599" y="350"/>
                </a:cubicBezTo>
                <a:cubicBezTo>
                  <a:pt x="600" y="350"/>
                  <a:pt x="602" y="351"/>
                  <a:pt x="603" y="351"/>
                </a:cubicBezTo>
                <a:cubicBezTo>
                  <a:pt x="604" y="352"/>
                  <a:pt x="604" y="353"/>
                  <a:pt x="605" y="354"/>
                </a:cubicBezTo>
                <a:cubicBezTo>
                  <a:pt x="608" y="359"/>
                  <a:pt x="608" y="359"/>
                  <a:pt x="608" y="359"/>
                </a:cubicBezTo>
                <a:cubicBezTo>
                  <a:pt x="609" y="360"/>
                  <a:pt x="611" y="362"/>
                  <a:pt x="612" y="364"/>
                </a:cubicBezTo>
                <a:cubicBezTo>
                  <a:pt x="612" y="364"/>
                  <a:pt x="612" y="364"/>
                  <a:pt x="612" y="364"/>
                </a:cubicBezTo>
                <a:cubicBezTo>
                  <a:pt x="613" y="365"/>
                  <a:pt x="613" y="366"/>
                  <a:pt x="613" y="367"/>
                </a:cubicBezTo>
                <a:close/>
                <a:moveTo>
                  <a:pt x="410" y="363"/>
                </a:moveTo>
                <a:cubicBezTo>
                  <a:pt x="410" y="364"/>
                  <a:pt x="410" y="364"/>
                  <a:pt x="410" y="365"/>
                </a:cubicBezTo>
                <a:cubicBezTo>
                  <a:pt x="406" y="371"/>
                  <a:pt x="392" y="369"/>
                  <a:pt x="386" y="369"/>
                </a:cubicBezTo>
                <a:cubicBezTo>
                  <a:pt x="383" y="369"/>
                  <a:pt x="380" y="369"/>
                  <a:pt x="377" y="369"/>
                </a:cubicBezTo>
                <a:cubicBezTo>
                  <a:pt x="374" y="369"/>
                  <a:pt x="370" y="369"/>
                  <a:pt x="367" y="367"/>
                </a:cubicBezTo>
                <a:cubicBezTo>
                  <a:pt x="367" y="367"/>
                  <a:pt x="367" y="367"/>
                  <a:pt x="367" y="367"/>
                </a:cubicBezTo>
                <a:cubicBezTo>
                  <a:pt x="367" y="366"/>
                  <a:pt x="367" y="366"/>
                  <a:pt x="367" y="366"/>
                </a:cubicBezTo>
                <a:cubicBezTo>
                  <a:pt x="366" y="366"/>
                  <a:pt x="366" y="366"/>
                  <a:pt x="366" y="366"/>
                </a:cubicBezTo>
                <a:cubicBezTo>
                  <a:pt x="366" y="366"/>
                  <a:pt x="366" y="366"/>
                  <a:pt x="366" y="366"/>
                </a:cubicBezTo>
                <a:cubicBezTo>
                  <a:pt x="366" y="366"/>
                  <a:pt x="366" y="366"/>
                  <a:pt x="366" y="366"/>
                </a:cubicBezTo>
                <a:cubicBezTo>
                  <a:pt x="366" y="365"/>
                  <a:pt x="366" y="365"/>
                  <a:pt x="366" y="365"/>
                </a:cubicBezTo>
                <a:cubicBezTo>
                  <a:pt x="366" y="364"/>
                  <a:pt x="366" y="364"/>
                  <a:pt x="366" y="363"/>
                </a:cubicBezTo>
                <a:cubicBezTo>
                  <a:pt x="366" y="363"/>
                  <a:pt x="366" y="363"/>
                  <a:pt x="366" y="363"/>
                </a:cubicBezTo>
                <a:cubicBezTo>
                  <a:pt x="366" y="362"/>
                  <a:pt x="366" y="361"/>
                  <a:pt x="366" y="361"/>
                </a:cubicBezTo>
                <a:cubicBezTo>
                  <a:pt x="366" y="360"/>
                  <a:pt x="366" y="360"/>
                  <a:pt x="366" y="360"/>
                </a:cubicBezTo>
                <a:cubicBezTo>
                  <a:pt x="366" y="358"/>
                  <a:pt x="366" y="355"/>
                  <a:pt x="367" y="353"/>
                </a:cubicBezTo>
                <a:cubicBezTo>
                  <a:pt x="367" y="352"/>
                  <a:pt x="367" y="352"/>
                  <a:pt x="367" y="352"/>
                </a:cubicBezTo>
                <a:cubicBezTo>
                  <a:pt x="367" y="352"/>
                  <a:pt x="367" y="351"/>
                  <a:pt x="368" y="350"/>
                </a:cubicBezTo>
                <a:cubicBezTo>
                  <a:pt x="369" y="350"/>
                  <a:pt x="369" y="349"/>
                  <a:pt x="370" y="349"/>
                </a:cubicBezTo>
                <a:cubicBezTo>
                  <a:pt x="370" y="349"/>
                  <a:pt x="370" y="349"/>
                  <a:pt x="370" y="349"/>
                </a:cubicBezTo>
                <a:cubicBezTo>
                  <a:pt x="370" y="349"/>
                  <a:pt x="370" y="348"/>
                  <a:pt x="370" y="348"/>
                </a:cubicBezTo>
                <a:cubicBezTo>
                  <a:pt x="370" y="348"/>
                  <a:pt x="371" y="348"/>
                  <a:pt x="371" y="348"/>
                </a:cubicBezTo>
                <a:cubicBezTo>
                  <a:pt x="371" y="348"/>
                  <a:pt x="371" y="348"/>
                  <a:pt x="371" y="348"/>
                </a:cubicBezTo>
                <a:cubicBezTo>
                  <a:pt x="371" y="348"/>
                  <a:pt x="372" y="348"/>
                  <a:pt x="372" y="348"/>
                </a:cubicBezTo>
                <a:cubicBezTo>
                  <a:pt x="372" y="348"/>
                  <a:pt x="372" y="348"/>
                  <a:pt x="373" y="348"/>
                </a:cubicBezTo>
                <a:cubicBezTo>
                  <a:pt x="373" y="347"/>
                  <a:pt x="373" y="347"/>
                  <a:pt x="374" y="347"/>
                </a:cubicBezTo>
                <a:cubicBezTo>
                  <a:pt x="374" y="347"/>
                  <a:pt x="374" y="347"/>
                  <a:pt x="374" y="347"/>
                </a:cubicBezTo>
                <a:cubicBezTo>
                  <a:pt x="374" y="347"/>
                  <a:pt x="374" y="347"/>
                  <a:pt x="374" y="347"/>
                </a:cubicBezTo>
                <a:cubicBezTo>
                  <a:pt x="375" y="347"/>
                  <a:pt x="375" y="347"/>
                  <a:pt x="375" y="347"/>
                </a:cubicBezTo>
                <a:cubicBezTo>
                  <a:pt x="376" y="347"/>
                  <a:pt x="377" y="347"/>
                  <a:pt x="378" y="347"/>
                </a:cubicBezTo>
                <a:cubicBezTo>
                  <a:pt x="379" y="347"/>
                  <a:pt x="379" y="347"/>
                  <a:pt x="379" y="347"/>
                </a:cubicBezTo>
                <a:cubicBezTo>
                  <a:pt x="380" y="347"/>
                  <a:pt x="382" y="347"/>
                  <a:pt x="383" y="347"/>
                </a:cubicBezTo>
                <a:cubicBezTo>
                  <a:pt x="399" y="347"/>
                  <a:pt x="399" y="347"/>
                  <a:pt x="399" y="347"/>
                </a:cubicBezTo>
                <a:cubicBezTo>
                  <a:pt x="399" y="347"/>
                  <a:pt x="399" y="347"/>
                  <a:pt x="400" y="347"/>
                </a:cubicBezTo>
                <a:cubicBezTo>
                  <a:pt x="400" y="347"/>
                  <a:pt x="400" y="347"/>
                  <a:pt x="400" y="347"/>
                </a:cubicBezTo>
                <a:cubicBezTo>
                  <a:pt x="401" y="347"/>
                  <a:pt x="401" y="347"/>
                  <a:pt x="402" y="347"/>
                </a:cubicBezTo>
                <a:cubicBezTo>
                  <a:pt x="405" y="347"/>
                  <a:pt x="408" y="348"/>
                  <a:pt x="409" y="351"/>
                </a:cubicBezTo>
                <a:cubicBezTo>
                  <a:pt x="410" y="351"/>
                  <a:pt x="410" y="351"/>
                  <a:pt x="410" y="351"/>
                </a:cubicBezTo>
                <a:cubicBezTo>
                  <a:pt x="410" y="351"/>
                  <a:pt x="410" y="351"/>
                  <a:pt x="410" y="351"/>
                </a:cubicBezTo>
                <a:cubicBezTo>
                  <a:pt x="411" y="355"/>
                  <a:pt x="410" y="359"/>
                  <a:pt x="410" y="362"/>
                </a:cubicBezTo>
                <a:cubicBezTo>
                  <a:pt x="410" y="363"/>
                  <a:pt x="410" y="363"/>
                  <a:pt x="410" y="363"/>
                </a:cubicBezTo>
                <a:cubicBezTo>
                  <a:pt x="410" y="363"/>
                  <a:pt x="410" y="363"/>
                  <a:pt x="410" y="363"/>
                </a:cubicBezTo>
                <a:close/>
                <a:moveTo>
                  <a:pt x="387" y="381"/>
                </a:moveTo>
                <a:cubicBezTo>
                  <a:pt x="393" y="381"/>
                  <a:pt x="407" y="380"/>
                  <a:pt x="410" y="386"/>
                </a:cubicBezTo>
                <a:cubicBezTo>
                  <a:pt x="410" y="387"/>
                  <a:pt x="411" y="387"/>
                  <a:pt x="411" y="388"/>
                </a:cubicBezTo>
                <a:cubicBezTo>
                  <a:pt x="411" y="395"/>
                  <a:pt x="411" y="395"/>
                  <a:pt x="411" y="395"/>
                </a:cubicBezTo>
                <a:cubicBezTo>
                  <a:pt x="411" y="397"/>
                  <a:pt x="411" y="399"/>
                  <a:pt x="411" y="401"/>
                </a:cubicBezTo>
                <a:cubicBezTo>
                  <a:pt x="411" y="401"/>
                  <a:pt x="411" y="401"/>
                  <a:pt x="411" y="401"/>
                </a:cubicBezTo>
                <a:cubicBezTo>
                  <a:pt x="411" y="402"/>
                  <a:pt x="411" y="402"/>
                  <a:pt x="411" y="402"/>
                </a:cubicBezTo>
                <a:cubicBezTo>
                  <a:pt x="411" y="402"/>
                  <a:pt x="410" y="404"/>
                  <a:pt x="410" y="404"/>
                </a:cubicBezTo>
                <a:cubicBezTo>
                  <a:pt x="409" y="405"/>
                  <a:pt x="409" y="405"/>
                  <a:pt x="409" y="405"/>
                </a:cubicBezTo>
                <a:cubicBezTo>
                  <a:pt x="409" y="405"/>
                  <a:pt x="409" y="405"/>
                  <a:pt x="409" y="406"/>
                </a:cubicBezTo>
                <a:cubicBezTo>
                  <a:pt x="409" y="406"/>
                  <a:pt x="409" y="406"/>
                  <a:pt x="409" y="406"/>
                </a:cubicBezTo>
                <a:cubicBezTo>
                  <a:pt x="407" y="407"/>
                  <a:pt x="405" y="408"/>
                  <a:pt x="403" y="409"/>
                </a:cubicBezTo>
                <a:cubicBezTo>
                  <a:pt x="403" y="409"/>
                  <a:pt x="403" y="409"/>
                  <a:pt x="403" y="409"/>
                </a:cubicBezTo>
                <a:cubicBezTo>
                  <a:pt x="403" y="409"/>
                  <a:pt x="403" y="409"/>
                  <a:pt x="403" y="409"/>
                </a:cubicBezTo>
                <a:cubicBezTo>
                  <a:pt x="402" y="409"/>
                  <a:pt x="401" y="409"/>
                  <a:pt x="401" y="409"/>
                </a:cubicBezTo>
                <a:cubicBezTo>
                  <a:pt x="400" y="409"/>
                  <a:pt x="400" y="409"/>
                  <a:pt x="400" y="409"/>
                </a:cubicBezTo>
                <a:cubicBezTo>
                  <a:pt x="399" y="409"/>
                  <a:pt x="398" y="409"/>
                  <a:pt x="398" y="409"/>
                </a:cubicBezTo>
                <a:cubicBezTo>
                  <a:pt x="398" y="409"/>
                  <a:pt x="398" y="409"/>
                  <a:pt x="398" y="409"/>
                </a:cubicBezTo>
                <a:cubicBezTo>
                  <a:pt x="373" y="409"/>
                  <a:pt x="373" y="409"/>
                  <a:pt x="373" y="409"/>
                </a:cubicBezTo>
                <a:cubicBezTo>
                  <a:pt x="371" y="409"/>
                  <a:pt x="367" y="409"/>
                  <a:pt x="364" y="407"/>
                </a:cubicBezTo>
                <a:cubicBezTo>
                  <a:pt x="364" y="407"/>
                  <a:pt x="364" y="407"/>
                  <a:pt x="364" y="407"/>
                </a:cubicBezTo>
                <a:cubicBezTo>
                  <a:pt x="364" y="407"/>
                  <a:pt x="364" y="407"/>
                  <a:pt x="364" y="407"/>
                </a:cubicBezTo>
                <a:cubicBezTo>
                  <a:pt x="364" y="407"/>
                  <a:pt x="364" y="406"/>
                  <a:pt x="363" y="406"/>
                </a:cubicBezTo>
                <a:cubicBezTo>
                  <a:pt x="363" y="406"/>
                  <a:pt x="362" y="405"/>
                  <a:pt x="362" y="405"/>
                </a:cubicBezTo>
                <a:cubicBezTo>
                  <a:pt x="362" y="405"/>
                  <a:pt x="362" y="405"/>
                  <a:pt x="362" y="404"/>
                </a:cubicBezTo>
                <a:cubicBezTo>
                  <a:pt x="362" y="404"/>
                  <a:pt x="361" y="403"/>
                  <a:pt x="361" y="402"/>
                </a:cubicBezTo>
                <a:cubicBezTo>
                  <a:pt x="362" y="400"/>
                  <a:pt x="362" y="400"/>
                  <a:pt x="362" y="400"/>
                </a:cubicBezTo>
                <a:cubicBezTo>
                  <a:pt x="362" y="400"/>
                  <a:pt x="362" y="400"/>
                  <a:pt x="362" y="400"/>
                </a:cubicBezTo>
                <a:cubicBezTo>
                  <a:pt x="362" y="396"/>
                  <a:pt x="362" y="392"/>
                  <a:pt x="363" y="388"/>
                </a:cubicBezTo>
                <a:cubicBezTo>
                  <a:pt x="363" y="388"/>
                  <a:pt x="363" y="388"/>
                  <a:pt x="363" y="388"/>
                </a:cubicBezTo>
                <a:cubicBezTo>
                  <a:pt x="363" y="388"/>
                  <a:pt x="363" y="388"/>
                  <a:pt x="363" y="388"/>
                </a:cubicBezTo>
                <a:cubicBezTo>
                  <a:pt x="364" y="379"/>
                  <a:pt x="381" y="381"/>
                  <a:pt x="387" y="381"/>
                </a:cubicBezTo>
                <a:close/>
                <a:moveTo>
                  <a:pt x="289" y="407"/>
                </a:moveTo>
                <a:cubicBezTo>
                  <a:pt x="289" y="407"/>
                  <a:pt x="289" y="407"/>
                  <a:pt x="288" y="406"/>
                </a:cubicBezTo>
                <a:cubicBezTo>
                  <a:pt x="288" y="406"/>
                  <a:pt x="288" y="405"/>
                  <a:pt x="287" y="405"/>
                </a:cubicBezTo>
                <a:cubicBezTo>
                  <a:pt x="287" y="405"/>
                  <a:pt x="287" y="405"/>
                  <a:pt x="287" y="405"/>
                </a:cubicBezTo>
                <a:cubicBezTo>
                  <a:pt x="287" y="404"/>
                  <a:pt x="287" y="403"/>
                  <a:pt x="287" y="402"/>
                </a:cubicBezTo>
                <a:cubicBezTo>
                  <a:pt x="288" y="400"/>
                  <a:pt x="288" y="400"/>
                  <a:pt x="288" y="400"/>
                </a:cubicBezTo>
                <a:cubicBezTo>
                  <a:pt x="288" y="400"/>
                  <a:pt x="288" y="400"/>
                  <a:pt x="288" y="400"/>
                </a:cubicBezTo>
                <a:cubicBezTo>
                  <a:pt x="288" y="400"/>
                  <a:pt x="288" y="399"/>
                  <a:pt x="288" y="399"/>
                </a:cubicBezTo>
                <a:cubicBezTo>
                  <a:pt x="291" y="388"/>
                  <a:pt x="291" y="388"/>
                  <a:pt x="291" y="388"/>
                </a:cubicBezTo>
                <a:cubicBezTo>
                  <a:pt x="291" y="388"/>
                  <a:pt x="291" y="388"/>
                  <a:pt x="292" y="388"/>
                </a:cubicBezTo>
                <a:cubicBezTo>
                  <a:pt x="295" y="380"/>
                  <a:pt x="310" y="381"/>
                  <a:pt x="317" y="381"/>
                </a:cubicBezTo>
                <a:cubicBezTo>
                  <a:pt x="320" y="381"/>
                  <a:pt x="325" y="381"/>
                  <a:pt x="330" y="381"/>
                </a:cubicBezTo>
                <a:cubicBezTo>
                  <a:pt x="331" y="382"/>
                  <a:pt x="332" y="382"/>
                  <a:pt x="333" y="382"/>
                </a:cubicBezTo>
                <a:cubicBezTo>
                  <a:pt x="333" y="382"/>
                  <a:pt x="333" y="382"/>
                  <a:pt x="333" y="382"/>
                </a:cubicBezTo>
                <a:cubicBezTo>
                  <a:pt x="335" y="383"/>
                  <a:pt x="337" y="384"/>
                  <a:pt x="338" y="385"/>
                </a:cubicBezTo>
                <a:cubicBezTo>
                  <a:pt x="338" y="385"/>
                  <a:pt x="338" y="385"/>
                  <a:pt x="338" y="385"/>
                </a:cubicBezTo>
                <a:cubicBezTo>
                  <a:pt x="338" y="386"/>
                  <a:pt x="338" y="386"/>
                  <a:pt x="338" y="386"/>
                </a:cubicBezTo>
                <a:cubicBezTo>
                  <a:pt x="338" y="386"/>
                  <a:pt x="338" y="386"/>
                  <a:pt x="338" y="386"/>
                </a:cubicBezTo>
                <a:cubicBezTo>
                  <a:pt x="339" y="387"/>
                  <a:pt x="339" y="388"/>
                  <a:pt x="339" y="388"/>
                </a:cubicBezTo>
                <a:cubicBezTo>
                  <a:pt x="339" y="389"/>
                  <a:pt x="339" y="389"/>
                  <a:pt x="339" y="389"/>
                </a:cubicBezTo>
                <a:cubicBezTo>
                  <a:pt x="339" y="389"/>
                  <a:pt x="339" y="389"/>
                  <a:pt x="339" y="389"/>
                </a:cubicBezTo>
                <a:cubicBezTo>
                  <a:pt x="338" y="391"/>
                  <a:pt x="338" y="393"/>
                  <a:pt x="338" y="395"/>
                </a:cubicBezTo>
                <a:cubicBezTo>
                  <a:pt x="336" y="402"/>
                  <a:pt x="336" y="402"/>
                  <a:pt x="336" y="402"/>
                </a:cubicBezTo>
                <a:cubicBezTo>
                  <a:pt x="336" y="403"/>
                  <a:pt x="336" y="404"/>
                  <a:pt x="335" y="404"/>
                </a:cubicBezTo>
                <a:cubicBezTo>
                  <a:pt x="335" y="405"/>
                  <a:pt x="335" y="405"/>
                  <a:pt x="335" y="405"/>
                </a:cubicBezTo>
                <a:cubicBezTo>
                  <a:pt x="335" y="405"/>
                  <a:pt x="334" y="405"/>
                  <a:pt x="334" y="405"/>
                </a:cubicBezTo>
                <a:cubicBezTo>
                  <a:pt x="334" y="405"/>
                  <a:pt x="334" y="406"/>
                  <a:pt x="334" y="406"/>
                </a:cubicBezTo>
                <a:cubicBezTo>
                  <a:pt x="332" y="407"/>
                  <a:pt x="329" y="408"/>
                  <a:pt x="327" y="409"/>
                </a:cubicBezTo>
                <a:cubicBezTo>
                  <a:pt x="327" y="409"/>
                  <a:pt x="327" y="409"/>
                  <a:pt x="327" y="409"/>
                </a:cubicBezTo>
                <a:cubicBezTo>
                  <a:pt x="327" y="409"/>
                  <a:pt x="327" y="409"/>
                  <a:pt x="327" y="409"/>
                </a:cubicBezTo>
                <a:cubicBezTo>
                  <a:pt x="327" y="409"/>
                  <a:pt x="326" y="409"/>
                  <a:pt x="325" y="409"/>
                </a:cubicBezTo>
                <a:cubicBezTo>
                  <a:pt x="325" y="409"/>
                  <a:pt x="325" y="409"/>
                  <a:pt x="324" y="409"/>
                </a:cubicBezTo>
                <a:cubicBezTo>
                  <a:pt x="324" y="409"/>
                  <a:pt x="323" y="409"/>
                  <a:pt x="322" y="409"/>
                </a:cubicBezTo>
                <a:cubicBezTo>
                  <a:pt x="322" y="409"/>
                  <a:pt x="322" y="409"/>
                  <a:pt x="322" y="409"/>
                </a:cubicBezTo>
                <a:cubicBezTo>
                  <a:pt x="298" y="409"/>
                  <a:pt x="298" y="409"/>
                  <a:pt x="298" y="409"/>
                </a:cubicBezTo>
                <a:cubicBezTo>
                  <a:pt x="295" y="409"/>
                  <a:pt x="292" y="409"/>
                  <a:pt x="289" y="407"/>
                </a:cubicBezTo>
                <a:cubicBezTo>
                  <a:pt x="289" y="407"/>
                  <a:pt x="289" y="407"/>
                  <a:pt x="289" y="407"/>
                </a:cubicBezTo>
                <a:close/>
                <a:moveTo>
                  <a:pt x="320" y="369"/>
                </a:moveTo>
                <a:cubicBezTo>
                  <a:pt x="316" y="369"/>
                  <a:pt x="312" y="369"/>
                  <a:pt x="309" y="369"/>
                </a:cubicBezTo>
                <a:cubicBezTo>
                  <a:pt x="306" y="369"/>
                  <a:pt x="301" y="369"/>
                  <a:pt x="299" y="366"/>
                </a:cubicBezTo>
                <a:cubicBezTo>
                  <a:pt x="299" y="365"/>
                  <a:pt x="299" y="365"/>
                  <a:pt x="299" y="365"/>
                </a:cubicBezTo>
                <a:cubicBezTo>
                  <a:pt x="299" y="365"/>
                  <a:pt x="299" y="364"/>
                  <a:pt x="299" y="364"/>
                </a:cubicBezTo>
                <a:cubicBezTo>
                  <a:pt x="299" y="364"/>
                  <a:pt x="299" y="364"/>
                  <a:pt x="299" y="363"/>
                </a:cubicBezTo>
                <a:cubicBezTo>
                  <a:pt x="299" y="363"/>
                  <a:pt x="299" y="363"/>
                  <a:pt x="299" y="363"/>
                </a:cubicBezTo>
                <a:cubicBezTo>
                  <a:pt x="299" y="363"/>
                  <a:pt x="299" y="363"/>
                  <a:pt x="299" y="363"/>
                </a:cubicBezTo>
                <a:cubicBezTo>
                  <a:pt x="299" y="362"/>
                  <a:pt x="299" y="361"/>
                  <a:pt x="300" y="361"/>
                </a:cubicBezTo>
                <a:cubicBezTo>
                  <a:pt x="300" y="358"/>
                  <a:pt x="301" y="355"/>
                  <a:pt x="302" y="353"/>
                </a:cubicBezTo>
                <a:cubicBezTo>
                  <a:pt x="302" y="353"/>
                  <a:pt x="302" y="353"/>
                  <a:pt x="302" y="353"/>
                </a:cubicBezTo>
                <a:cubicBezTo>
                  <a:pt x="302" y="352"/>
                  <a:pt x="303" y="351"/>
                  <a:pt x="303" y="350"/>
                </a:cubicBezTo>
                <a:cubicBezTo>
                  <a:pt x="304" y="350"/>
                  <a:pt x="304" y="350"/>
                  <a:pt x="305" y="349"/>
                </a:cubicBezTo>
                <a:cubicBezTo>
                  <a:pt x="306" y="348"/>
                  <a:pt x="308" y="348"/>
                  <a:pt x="310" y="347"/>
                </a:cubicBezTo>
                <a:cubicBezTo>
                  <a:pt x="310" y="347"/>
                  <a:pt x="310" y="347"/>
                  <a:pt x="310" y="347"/>
                </a:cubicBezTo>
                <a:cubicBezTo>
                  <a:pt x="312" y="347"/>
                  <a:pt x="313" y="347"/>
                  <a:pt x="315" y="347"/>
                </a:cubicBezTo>
                <a:cubicBezTo>
                  <a:pt x="317" y="347"/>
                  <a:pt x="317" y="347"/>
                  <a:pt x="317" y="347"/>
                </a:cubicBezTo>
                <a:cubicBezTo>
                  <a:pt x="317" y="347"/>
                  <a:pt x="318" y="347"/>
                  <a:pt x="319" y="347"/>
                </a:cubicBezTo>
                <a:cubicBezTo>
                  <a:pt x="323" y="347"/>
                  <a:pt x="328" y="347"/>
                  <a:pt x="332" y="347"/>
                </a:cubicBezTo>
                <a:cubicBezTo>
                  <a:pt x="333" y="347"/>
                  <a:pt x="334" y="347"/>
                  <a:pt x="334" y="347"/>
                </a:cubicBezTo>
                <a:cubicBezTo>
                  <a:pt x="335" y="347"/>
                  <a:pt x="335" y="347"/>
                  <a:pt x="335" y="347"/>
                </a:cubicBezTo>
                <a:cubicBezTo>
                  <a:pt x="335" y="347"/>
                  <a:pt x="335" y="347"/>
                  <a:pt x="336" y="347"/>
                </a:cubicBezTo>
                <a:cubicBezTo>
                  <a:pt x="336" y="347"/>
                  <a:pt x="337" y="347"/>
                  <a:pt x="337" y="347"/>
                </a:cubicBezTo>
                <a:cubicBezTo>
                  <a:pt x="337" y="347"/>
                  <a:pt x="337" y="347"/>
                  <a:pt x="337" y="347"/>
                </a:cubicBezTo>
                <a:cubicBezTo>
                  <a:pt x="341" y="347"/>
                  <a:pt x="345" y="348"/>
                  <a:pt x="345" y="351"/>
                </a:cubicBezTo>
                <a:cubicBezTo>
                  <a:pt x="345" y="351"/>
                  <a:pt x="345" y="351"/>
                  <a:pt x="345" y="351"/>
                </a:cubicBezTo>
                <a:cubicBezTo>
                  <a:pt x="345" y="351"/>
                  <a:pt x="345" y="351"/>
                  <a:pt x="345" y="352"/>
                </a:cubicBezTo>
                <a:cubicBezTo>
                  <a:pt x="345" y="355"/>
                  <a:pt x="344" y="359"/>
                  <a:pt x="343" y="362"/>
                </a:cubicBezTo>
                <a:cubicBezTo>
                  <a:pt x="343" y="362"/>
                  <a:pt x="343" y="362"/>
                  <a:pt x="343" y="362"/>
                </a:cubicBezTo>
                <a:cubicBezTo>
                  <a:pt x="343" y="363"/>
                  <a:pt x="343" y="363"/>
                  <a:pt x="343" y="363"/>
                </a:cubicBezTo>
                <a:cubicBezTo>
                  <a:pt x="343" y="364"/>
                  <a:pt x="343" y="364"/>
                  <a:pt x="342" y="365"/>
                </a:cubicBezTo>
                <a:cubicBezTo>
                  <a:pt x="342" y="365"/>
                  <a:pt x="342" y="365"/>
                  <a:pt x="342" y="366"/>
                </a:cubicBezTo>
                <a:cubicBezTo>
                  <a:pt x="342" y="366"/>
                  <a:pt x="342" y="366"/>
                  <a:pt x="342" y="366"/>
                </a:cubicBezTo>
                <a:cubicBezTo>
                  <a:pt x="342" y="366"/>
                  <a:pt x="342" y="366"/>
                  <a:pt x="342" y="366"/>
                </a:cubicBezTo>
                <a:cubicBezTo>
                  <a:pt x="337" y="371"/>
                  <a:pt x="325" y="369"/>
                  <a:pt x="320" y="369"/>
                </a:cubicBezTo>
                <a:close/>
                <a:moveTo>
                  <a:pt x="212" y="404"/>
                </a:moveTo>
                <a:cubicBezTo>
                  <a:pt x="212" y="404"/>
                  <a:pt x="212" y="403"/>
                  <a:pt x="212" y="403"/>
                </a:cubicBezTo>
                <a:cubicBezTo>
                  <a:pt x="213" y="403"/>
                  <a:pt x="213" y="402"/>
                  <a:pt x="213" y="402"/>
                </a:cubicBezTo>
                <a:cubicBezTo>
                  <a:pt x="213" y="402"/>
                  <a:pt x="213" y="402"/>
                  <a:pt x="213" y="402"/>
                </a:cubicBezTo>
                <a:cubicBezTo>
                  <a:pt x="213" y="402"/>
                  <a:pt x="213" y="402"/>
                  <a:pt x="213" y="402"/>
                </a:cubicBezTo>
                <a:cubicBezTo>
                  <a:pt x="213" y="401"/>
                  <a:pt x="214" y="401"/>
                  <a:pt x="214" y="400"/>
                </a:cubicBezTo>
                <a:cubicBezTo>
                  <a:pt x="216" y="396"/>
                  <a:pt x="217" y="393"/>
                  <a:pt x="219" y="389"/>
                </a:cubicBezTo>
                <a:cubicBezTo>
                  <a:pt x="219" y="389"/>
                  <a:pt x="219" y="389"/>
                  <a:pt x="219" y="389"/>
                </a:cubicBezTo>
                <a:cubicBezTo>
                  <a:pt x="219" y="389"/>
                  <a:pt x="219" y="389"/>
                  <a:pt x="219" y="389"/>
                </a:cubicBezTo>
                <a:cubicBezTo>
                  <a:pt x="220" y="388"/>
                  <a:pt x="220" y="388"/>
                  <a:pt x="220" y="388"/>
                </a:cubicBezTo>
                <a:cubicBezTo>
                  <a:pt x="220" y="388"/>
                  <a:pt x="220" y="388"/>
                  <a:pt x="220" y="387"/>
                </a:cubicBezTo>
                <a:cubicBezTo>
                  <a:pt x="220" y="387"/>
                  <a:pt x="220" y="387"/>
                  <a:pt x="221" y="387"/>
                </a:cubicBezTo>
                <a:cubicBezTo>
                  <a:pt x="226" y="380"/>
                  <a:pt x="238" y="382"/>
                  <a:pt x="245" y="382"/>
                </a:cubicBezTo>
                <a:cubicBezTo>
                  <a:pt x="245" y="382"/>
                  <a:pt x="245" y="382"/>
                  <a:pt x="245" y="382"/>
                </a:cubicBezTo>
                <a:cubicBezTo>
                  <a:pt x="247" y="382"/>
                  <a:pt x="253" y="381"/>
                  <a:pt x="258" y="382"/>
                </a:cubicBezTo>
                <a:cubicBezTo>
                  <a:pt x="259" y="382"/>
                  <a:pt x="261" y="382"/>
                  <a:pt x="262" y="382"/>
                </a:cubicBezTo>
                <a:cubicBezTo>
                  <a:pt x="263" y="382"/>
                  <a:pt x="264" y="383"/>
                  <a:pt x="264" y="383"/>
                </a:cubicBezTo>
                <a:cubicBezTo>
                  <a:pt x="266" y="384"/>
                  <a:pt x="267" y="385"/>
                  <a:pt x="267" y="387"/>
                </a:cubicBezTo>
                <a:cubicBezTo>
                  <a:pt x="267" y="387"/>
                  <a:pt x="267" y="387"/>
                  <a:pt x="267" y="387"/>
                </a:cubicBezTo>
                <a:cubicBezTo>
                  <a:pt x="267" y="387"/>
                  <a:pt x="267" y="387"/>
                  <a:pt x="267" y="388"/>
                </a:cubicBezTo>
                <a:cubicBezTo>
                  <a:pt x="267" y="388"/>
                  <a:pt x="267" y="388"/>
                  <a:pt x="267" y="388"/>
                </a:cubicBezTo>
                <a:cubicBezTo>
                  <a:pt x="262" y="402"/>
                  <a:pt x="262" y="402"/>
                  <a:pt x="262" y="402"/>
                </a:cubicBezTo>
                <a:cubicBezTo>
                  <a:pt x="262" y="403"/>
                  <a:pt x="261" y="404"/>
                  <a:pt x="260" y="405"/>
                </a:cubicBezTo>
                <a:cubicBezTo>
                  <a:pt x="259" y="406"/>
                  <a:pt x="258" y="407"/>
                  <a:pt x="256" y="407"/>
                </a:cubicBezTo>
                <a:cubicBezTo>
                  <a:pt x="256" y="407"/>
                  <a:pt x="256" y="407"/>
                  <a:pt x="256" y="407"/>
                </a:cubicBezTo>
                <a:cubicBezTo>
                  <a:pt x="254" y="408"/>
                  <a:pt x="252" y="409"/>
                  <a:pt x="250" y="409"/>
                </a:cubicBezTo>
                <a:cubicBezTo>
                  <a:pt x="249" y="409"/>
                  <a:pt x="249" y="409"/>
                  <a:pt x="249" y="409"/>
                </a:cubicBezTo>
                <a:cubicBezTo>
                  <a:pt x="249" y="409"/>
                  <a:pt x="249" y="409"/>
                  <a:pt x="248" y="409"/>
                </a:cubicBezTo>
                <a:cubicBezTo>
                  <a:pt x="244" y="410"/>
                  <a:pt x="240" y="409"/>
                  <a:pt x="235" y="409"/>
                </a:cubicBezTo>
                <a:cubicBezTo>
                  <a:pt x="231" y="409"/>
                  <a:pt x="227" y="410"/>
                  <a:pt x="222" y="410"/>
                </a:cubicBezTo>
                <a:cubicBezTo>
                  <a:pt x="219" y="410"/>
                  <a:pt x="215" y="409"/>
                  <a:pt x="213" y="406"/>
                </a:cubicBezTo>
                <a:cubicBezTo>
                  <a:pt x="213" y="406"/>
                  <a:pt x="213" y="406"/>
                  <a:pt x="213" y="406"/>
                </a:cubicBezTo>
                <a:cubicBezTo>
                  <a:pt x="213" y="406"/>
                  <a:pt x="213" y="406"/>
                  <a:pt x="213" y="406"/>
                </a:cubicBezTo>
                <a:cubicBezTo>
                  <a:pt x="213" y="405"/>
                  <a:pt x="213" y="405"/>
                  <a:pt x="212" y="405"/>
                </a:cubicBezTo>
                <a:cubicBezTo>
                  <a:pt x="212" y="405"/>
                  <a:pt x="212" y="405"/>
                  <a:pt x="212" y="405"/>
                </a:cubicBezTo>
                <a:cubicBezTo>
                  <a:pt x="212" y="405"/>
                  <a:pt x="212" y="405"/>
                  <a:pt x="212" y="405"/>
                </a:cubicBezTo>
                <a:cubicBezTo>
                  <a:pt x="212" y="404"/>
                  <a:pt x="212" y="404"/>
                  <a:pt x="212" y="404"/>
                </a:cubicBezTo>
                <a:close/>
                <a:moveTo>
                  <a:pt x="212" y="359"/>
                </a:moveTo>
                <a:cubicBezTo>
                  <a:pt x="212" y="359"/>
                  <a:pt x="212" y="359"/>
                  <a:pt x="212" y="359"/>
                </a:cubicBezTo>
                <a:cubicBezTo>
                  <a:pt x="209" y="364"/>
                  <a:pt x="209" y="364"/>
                  <a:pt x="209" y="364"/>
                </a:cubicBezTo>
                <a:cubicBezTo>
                  <a:pt x="209" y="364"/>
                  <a:pt x="208" y="365"/>
                  <a:pt x="207" y="366"/>
                </a:cubicBezTo>
                <a:cubicBezTo>
                  <a:pt x="206" y="367"/>
                  <a:pt x="205" y="367"/>
                  <a:pt x="203" y="368"/>
                </a:cubicBezTo>
                <a:cubicBezTo>
                  <a:pt x="203" y="368"/>
                  <a:pt x="203" y="368"/>
                  <a:pt x="202" y="368"/>
                </a:cubicBezTo>
                <a:cubicBezTo>
                  <a:pt x="202" y="369"/>
                  <a:pt x="202" y="369"/>
                  <a:pt x="202" y="369"/>
                </a:cubicBezTo>
                <a:cubicBezTo>
                  <a:pt x="202" y="369"/>
                  <a:pt x="202" y="369"/>
                  <a:pt x="202" y="369"/>
                </a:cubicBezTo>
                <a:cubicBezTo>
                  <a:pt x="201" y="369"/>
                  <a:pt x="200" y="369"/>
                  <a:pt x="199" y="369"/>
                </a:cubicBezTo>
                <a:cubicBezTo>
                  <a:pt x="197" y="370"/>
                  <a:pt x="196" y="370"/>
                  <a:pt x="194" y="370"/>
                </a:cubicBezTo>
                <a:cubicBezTo>
                  <a:pt x="189" y="370"/>
                  <a:pt x="189" y="370"/>
                  <a:pt x="189" y="370"/>
                </a:cubicBezTo>
                <a:cubicBezTo>
                  <a:pt x="189" y="370"/>
                  <a:pt x="189" y="370"/>
                  <a:pt x="189" y="370"/>
                </a:cubicBezTo>
                <a:cubicBezTo>
                  <a:pt x="184" y="370"/>
                  <a:pt x="178" y="370"/>
                  <a:pt x="172" y="370"/>
                </a:cubicBezTo>
                <a:cubicBezTo>
                  <a:pt x="170" y="370"/>
                  <a:pt x="165" y="369"/>
                  <a:pt x="164" y="366"/>
                </a:cubicBezTo>
                <a:cubicBezTo>
                  <a:pt x="164" y="366"/>
                  <a:pt x="164" y="365"/>
                  <a:pt x="164" y="365"/>
                </a:cubicBezTo>
                <a:cubicBezTo>
                  <a:pt x="165" y="364"/>
                  <a:pt x="166" y="362"/>
                  <a:pt x="166" y="362"/>
                </a:cubicBezTo>
                <a:cubicBezTo>
                  <a:pt x="168" y="358"/>
                  <a:pt x="170" y="355"/>
                  <a:pt x="173" y="352"/>
                </a:cubicBezTo>
                <a:cubicBezTo>
                  <a:pt x="173" y="352"/>
                  <a:pt x="173" y="352"/>
                  <a:pt x="173" y="352"/>
                </a:cubicBezTo>
                <a:cubicBezTo>
                  <a:pt x="173" y="352"/>
                  <a:pt x="173" y="352"/>
                  <a:pt x="173" y="352"/>
                </a:cubicBezTo>
                <a:cubicBezTo>
                  <a:pt x="180" y="345"/>
                  <a:pt x="193" y="347"/>
                  <a:pt x="201" y="347"/>
                </a:cubicBezTo>
                <a:cubicBezTo>
                  <a:pt x="205" y="347"/>
                  <a:pt x="210" y="346"/>
                  <a:pt x="213" y="348"/>
                </a:cubicBezTo>
                <a:cubicBezTo>
                  <a:pt x="213" y="348"/>
                  <a:pt x="213" y="348"/>
                  <a:pt x="213" y="348"/>
                </a:cubicBezTo>
                <a:cubicBezTo>
                  <a:pt x="214" y="348"/>
                  <a:pt x="214" y="348"/>
                  <a:pt x="214" y="348"/>
                </a:cubicBezTo>
                <a:cubicBezTo>
                  <a:pt x="214" y="348"/>
                  <a:pt x="214" y="349"/>
                  <a:pt x="214" y="349"/>
                </a:cubicBezTo>
                <a:cubicBezTo>
                  <a:pt x="215" y="349"/>
                  <a:pt x="216" y="350"/>
                  <a:pt x="216" y="350"/>
                </a:cubicBezTo>
                <a:cubicBezTo>
                  <a:pt x="216" y="351"/>
                  <a:pt x="216" y="352"/>
                  <a:pt x="215" y="353"/>
                </a:cubicBezTo>
                <a:cubicBezTo>
                  <a:pt x="215" y="353"/>
                  <a:pt x="215" y="353"/>
                  <a:pt x="215" y="353"/>
                </a:cubicBezTo>
                <a:cubicBezTo>
                  <a:pt x="214" y="355"/>
                  <a:pt x="213" y="357"/>
                  <a:pt x="212" y="359"/>
                </a:cubicBezTo>
                <a:close/>
                <a:moveTo>
                  <a:pt x="266" y="369"/>
                </a:moveTo>
                <a:cubicBezTo>
                  <a:pt x="266" y="369"/>
                  <a:pt x="265" y="369"/>
                  <a:pt x="264" y="369"/>
                </a:cubicBezTo>
                <a:cubicBezTo>
                  <a:pt x="264" y="369"/>
                  <a:pt x="264" y="370"/>
                  <a:pt x="264" y="370"/>
                </a:cubicBezTo>
                <a:cubicBezTo>
                  <a:pt x="261" y="370"/>
                  <a:pt x="258" y="370"/>
                  <a:pt x="254" y="370"/>
                </a:cubicBezTo>
                <a:cubicBezTo>
                  <a:pt x="240" y="370"/>
                  <a:pt x="240" y="370"/>
                  <a:pt x="240" y="370"/>
                </a:cubicBezTo>
                <a:cubicBezTo>
                  <a:pt x="238" y="370"/>
                  <a:pt x="233" y="369"/>
                  <a:pt x="231" y="366"/>
                </a:cubicBezTo>
                <a:cubicBezTo>
                  <a:pt x="231" y="366"/>
                  <a:pt x="231" y="365"/>
                  <a:pt x="231" y="365"/>
                </a:cubicBezTo>
                <a:cubicBezTo>
                  <a:pt x="231" y="365"/>
                  <a:pt x="231" y="365"/>
                  <a:pt x="231" y="364"/>
                </a:cubicBezTo>
                <a:cubicBezTo>
                  <a:pt x="232" y="363"/>
                  <a:pt x="233" y="362"/>
                  <a:pt x="233" y="361"/>
                </a:cubicBezTo>
                <a:cubicBezTo>
                  <a:pt x="234" y="358"/>
                  <a:pt x="235" y="354"/>
                  <a:pt x="238" y="352"/>
                </a:cubicBezTo>
                <a:cubicBezTo>
                  <a:pt x="238" y="351"/>
                  <a:pt x="238" y="351"/>
                  <a:pt x="238" y="351"/>
                </a:cubicBezTo>
                <a:cubicBezTo>
                  <a:pt x="238" y="351"/>
                  <a:pt x="238" y="351"/>
                  <a:pt x="238" y="351"/>
                </a:cubicBezTo>
                <a:cubicBezTo>
                  <a:pt x="239" y="351"/>
                  <a:pt x="239" y="351"/>
                  <a:pt x="239" y="351"/>
                </a:cubicBezTo>
                <a:cubicBezTo>
                  <a:pt x="239" y="350"/>
                  <a:pt x="239" y="350"/>
                  <a:pt x="239" y="350"/>
                </a:cubicBezTo>
                <a:cubicBezTo>
                  <a:pt x="239" y="350"/>
                  <a:pt x="239" y="350"/>
                  <a:pt x="239" y="350"/>
                </a:cubicBezTo>
                <a:cubicBezTo>
                  <a:pt x="241" y="349"/>
                  <a:pt x="244" y="348"/>
                  <a:pt x="246" y="348"/>
                </a:cubicBezTo>
                <a:cubicBezTo>
                  <a:pt x="246" y="348"/>
                  <a:pt x="246" y="347"/>
                  <a:pt x="247" y="347"/>
                </a:cubicBezTo>
                <a:cubicBezTo>
                  <a:pt x="248" y="347"/>
                  <a:pt x="249" y="347"/>
                  <a:pt x="251" y="347"/>
                </a:cubicBezTo>
                <a:cubicBezTo>
                  <a:pt x="259" y="347"/>
                  <a:pt x="259" y="347"/>
                  <a:pt x="259" y="347"/>
                </a:cubicBezTo>
                <a:cubicBezTo>
                  <a:pt x="262" y="347"/>
                  <a:pt x="265" y="347"/>
                  <a:pt x="267" y="347"/>
                </a:cubicBezTo>
                <a:cubicBezTo>
                  <a:pt x="271" y="347"/>
                  <a:pt x="276" y="346"/>
                  <a:pt x="279" y="349"/>
                </a:cubicBezTo>
                <a:cubicBezTo>
                  <a:pt x="279" y="349"/>
                  <a:pt x="280" y="349"/>
                  <a:pt x="280" y="350"/>
                </a:cubicBezTo>
                <a:cubicBezTo>
                  <a:pt x="280" y="350"/>
                  <a:pt x="280" y="350"/>
                  <a:pt x="280" y="350"/>
                </a:cubicBezTo>
                <a:cubicBezTo>
                  <a:pt x="280" y="350"/>
                  <a:pt x="280" y="350"/>
                  <a:pt x="280" y="350"/>
                </a:cubicBezTo>
                <a:cubicBezTo>
                  <a:pt x="280" y="350"/>
                  <a:pt x="280" y="350"/>
                  <a:pt x="280" y="350"/>
                </a:cubicBezTo>
                <a:cubicBezTo>
                  <a:pt x="280" y="351"/>
                  <a:pt x="280" y="351"/>
                  <a:pt x="280" y="352"/>
                </a:cubicBezTo>
                <a:cubicBezTo>
                  <a:pt x="280" y="355"/>
                  <a:pt x="278" y="359"/>
                  <a:pt x="277" y="361"/>
                </a:cubicBezTo>
                <a:cubicBezTo>
                  <a:pt x="277" y="361"/>
                  <a:pt x="277" y="361"/>
                  <a:pt x="277" y="361"/>
                </a:cubicBezTo>
                <a:cubicBezTo>
                  <a:pt x="277" y="362"/>
                  <a:pt x="277" y="362"/>
                  <a:pt x="276" y="363"/>
                </a:cubicBezTo>
                <a:cubicBezTo>
                  <a:pt x="276" y="363"/>
                  <a:pt x="276" y="363"/>
                  <a:pt x="276" y="363"/>
                </a:cubicBezTo>
                <a:cubicBezTo>
                  <a:pt x="276" y="364"/>
                  <a:pt x="276" y="364"/>
                  <a:pt x="276" y="364"/>
                </a:cubicBezTo>
                <a:cubicBezTo>
                  <a:pt x="276" y="364"/>
                  <a:pt x="276" y="364"/>
                  <a:pt x="276" y="364"/>
                </a:cubicBezTo>
                <a:cubicBezTo>
                  <a:pt x="276" y="364"/>
                  <a:pt x="275" y="365"/>
                  <a:pt x="275" y="365"/>
                </a:cubicBezTo>
                <a:cubicBezTo>
                  <a:pt x="275" y="365"/>
                  <a:pt x="275" y="365"/>
                  <a:pt x="275" y="365"/>
                </a:cubicBezTo>
                <a:cubicBezTo>
                  <a:pt x="275" y="365"/>
                  <a:pt x="275" y="365"/>
                  <a:pt x="275" y="365"/>
                </a:cubicBezTo>
                <a:cubicBezTo>
                  <a:pt x="275" y="366"/>
                  <a:pt x="275" y="366"/>
                  <a:pt x="275" y="366"/>
                </a:cubicBezTo>
                <a:cubicBezTo>
                  <a:pt x="274" y="366"/>
                  <a:pt x="274" y="367"/>
                  <a:pt x="273" y="367"/>
                </a:cubicBezTo>
                <a:cubicBezTo>
                  <a:pt x="273" y="367"/>
                  <a:pt x="272" y="367"/>
                  <a:pt x="272" y="368"/>
                </a:cubicBezTo>
                <a:cubicBezTo>
                  <a:pt x="271" y="368"/>
                  <a:pt x="271" y="368"/>
                  <a:pt x="271" y="368"/>
                </a:cubicBezTo>
                <a:cubicBezTo>
                  <a:pt x="271" y="368"/>
                  <a:pt x="271" y="368"/>
                  <a:pt x="271" y="368"/>
                </a:cubicBezTo>
                <a:cubicBezTo>
                  <a:pt x="269" y="369"/>
                  <a:pt x="268" y="369"/>
                  <a:pt x="266" y="369"/>
                </a:cubicBezTo>
                <a:close/>
                <a:moveTo>
                  <a:pt x="172" y="430"/>
                </a:moveTo>
                <a:cubicBezTo>
                  <a:pt x="172" y="430"/>
                  <a:pt x="172" y="430"/>
                  <a:pt x="172" y="430"/>
                </a:cubicBezTo>
                <a:cubicBezTo>
                  <a:pt x="172" y="433"/>
                  <a:pt x="169" y="437"/>
                  <a:pt x="167" y="439"/>
                </a:cubicBezTo>
                <a:cubicBezTo>
                  <a:pt x="167" y="439"/>
                  <a:pt x="167" y="439"/>
                  <a:pt x="167" y="439"/>
                </a:cubicBezTo>
                <a:cubicBezTo>
                  <a:pt x="165" y="443"/>
                  <a:pt x="164" y="447"/>
                  <a:pt x="161" y="450"/>
                </a:cubicBezTo>
                <a:cubicBezTo>
                  <a:pt x="161" y="450"/>
                  <a:pt x="161" y="450"/>
                  <a:pt x="161" y="451"/>
                </a:cubicBezTo>
                <a:cubicBezTo>
                  <a:pt x="160" y="451"/>
                  <a:pt x="160" y="451"/>
                  <a:pt x="160" y="451"/>
                </a:cubicBezTo>
                <a:cubicBezTo>
                  <a:pt x="160" y="451"/>
                  <a:pt x="160" y="451"/>
                  <a:pt x="160" y="452"/>
                </a:cubicBezTo>
                <a:cubicBezTo>
                  <a:pt x="159" y="452"/>
                  <a:pt x="159" y="452"/>
                  <a:pt x="159" y="452"/>
                </a:cubicBezTo>
                <a:cubicBezTo>
                  <a:pt x="159" y="452"/>
                  <a:pt x="159" y="452"/>
                  <a:pt x="159" y="452"/>
                </a:cubicBezTo>
                <a:cubicBezTo>
                  <a:pt x="156" y="455"/>
                  <a:pt x="153" y="456"/>
                  <a:pt x="150" y="457"/>
                </a:cubicBezTo>
                <a:cubicBezTo>
                  <a:pt x="149" y="457"/>
                  <a:pt x="149" y="457"/>
                  <a:pt x="149" y="458"/>
                </a:cubicBezTo>
                <a:cubicBezTo>
                  <a:pt x="146" y="458"/>
                  <a:pt x="144" y="458"/>
                  <a:pt x="142" y="458"/>
                </a:cubicBezTo>
                <a:cubicBezTo>
                  <a:pt x="141" y="458"/>
                  <a:pt x="141" y="458"/>
                  <a:pt x="141" y="458"/>
                </a:cubicBezTo>
                <a:cubicBezTo>
                  <a:pt x="141" y="458"/>
                  <a:pt x="141" y="458"/>
                  <a:pt x="141" y="458"/>
                </a:cubicBezTo>
                <a:cubicBezTo>
                  <a:pt x="132" y="458"/>
                  <a:pt x="124" y="458"/>
                  <a:pt x="115" y="458"/>
                </a:cubicBezTo>
                <a:cubicBezTo>
                  <a:pt x="114" y="458"/>
                  <a:pt x="114" y="458"/>
                  <a:pt x="113" y="458"/>
                </a:cubicBezTo>
                <a:cubicBezTo>
                  <a:pt x="112" y="458"/>
                  <a:pt x="111" y="458"/>
                  <a:pt x="110" y="458"/>
                </a:cubicBezTo>
                <a:cubicBezTo>
                  <a:pt x="109" y="457"/>
                  <a:pt x="107" y="456"/>
                  <a:pt x="107" y="456"/>
                </a:cubicBezTo>
                <a:cubicBezTo>
                  <a:pt x="106" y="455"/>
                  <a:pt x="106" y="453"/>
                  <a:pt x="106" y="452"/>
                </a:cubicBezTo>
                <a:cubicBezTo>
                  <a:pt x="106" y="451"/>
                  <a:pt x="106" y="451"/>
                  <a:pt x="107" y="450"/>
                </a:cubicBezTo>
                <a:cubicBezTo>
                  <a:pt x="107" y="449"/>
                  <a:pt x="107" y="449"/>
                  <a:pt x="107" y="449"/>
                </a:cubicBezTo>
                <a:cubicBezTo>
                  <a:pt x="107" y="449"/>
                  <a:pt x="107" y="449"/>
                  <a:pt x="107" y="449"/>
                </a:cubicBezTo>
                <a:cubicBezTo>
                  <a:pt x="107" y="448"/>
                  <a:pt x="107" y="448"/>
                  <a:pt x="107" y="448"/>
                </a:cubicBezTo>
                <a:cubicBezTo>
                  <a:pt x="107" y="448"/>
                  <a:pt x="107" y="448"/>
                  <a:pt x="107" y="448"/>
                </a:cubicBezTo>
                <a:cubicBezTo>
                  <a:pt x="109" y="445"/>
                  <a:pt x="112" y="442"/>
                  <a:pt x="114" y="439"/>
                </a:cubicBezTo>
                <a:cubicBezTo>
                  <a:pt x="116" y="436"/>
                  <a:pt x="117" y="433"/>
                  <a:pt x="119" y="431"/>
                </a:cubicBezTo>
                <a:cubicBezTo>
                  <a:pt x="120" y="431"/>
                  <a:pt x="120" y="430"/>
                  <a:pt x="120" y="430"/>
                </a:cubicBezTo>
                <a:cubicBezTo>
                  <a:pt x="120" y="430"/>
                  <a:pt x="120" y="430"/>
                  <a:pt x="120" y="430"/>
                </a:cubicBezTo>
                <a:cubicBezTo>
                  <a:pt x="121" y="430"/>
                  <a:pt x="121" y="429"/>
                  <a:pt x="122" y="429"/>
                </a:cubicBezTo>
                <a:cubicBezTo>
                  <a:pt x="122" y="429"/>
                  <a:pt x="122" y="429"/>
                  <a:pt x="122" y="429"/>
                </a:cubicBezTo>
                <a:cubicBezTo>
                  <a:pt x="122" y="429"/>
                  <a:pt x="122" y="429"/>
                  <a:pt x="122" y="429"/>
                </a:cubicBezTo>
                <a:cubicBezTo>
                  <a:pt x="125" y="426"/>
                  <a:pt x="128" y="425"/>
                  <a:pt x="132" y="424"/>
                </a:cubicBezTo>
                <a:cubicBezTo>
                  <a:pt x="132" y="424"/>
                  <a:pt x="132" y="424"/>
                  <a:pt x="132" y="424"/>
                </a:cubicBezTo>
                <a:cubicBezTo>
                  <a:pt x="132" y="424"/>
                  <a:pt x="132" y="424"/>
                  <a:pt x="132" y="424"/>
                </a:cubicBezTo>
                <a:cubicBezTo>
                  <a:pt x="133" y="424"/>
                  <a:pt x="133" y="424"/>
                  <a:pt x="134" y="424"/>
                </a:cubicBezTo>
                <a:cubicBezTo>
                  <a:pt x="135" y="424"/>
                  <a:pt x="135" y="424"/>
                  <a:pt x="135" y="424"/>
                </a:cubicBezTo>
                <a:cubicBezTo>
                  <a:pt x="136" y="424"/>
                  <a:pt x="136" y="424"/>
                  <a:pt x="137" y="424"/>
                </a:cubicBezTo>
                <a:cubicBezTo>
                  <a:pt x="137" y="423"/>
                  <a:pt x="137" y="423"/>
                  <a:pt x="138" y="423"/>
                </a:cubicBezTo>
                <a:cubicBezTo>
                  <a:pt x="138" y="423"/>
                  <a:pt x="138" y="423"/>
                  <a:pt x="138" y="423"/>
                </a:cubicBezTo>
                <a:cubicBezTo>
                  <a:pt x="138" y="423"/>
                  <a:pt x="138" y="423"/>
                  <a:pt x="138" y="423"/>
                </a:cubicBezTo>
                <a:cubicBezTo>
                  <a:pt x="146" y="423"/>
                  <a:pt x="153" y="423"/>
                  <a:pt x="161" y="423"/>
                </a:cubicBezTo>
                <a:cubicBezTo>
                  <a:pt x="161" y="423"/>
                  <a:pt x="161" y="423"/>
                  <a:pt x="161" y="423"/>
                </a:cubicBezTo>
                <a:cubicBezTo>
                  <a:pt x="163" y="423"/>
                  <a:pt x="163" y="423"/>
                  <a:pt x="163" y="423"/>
                </a:cubicBezTo>
                <a:cubicBezTo>
                  <a:pt x="165" y="423"/>
                  <a:pt x="166" y="424"/>
                  <a:pt x="167" y="424"/>
                </a:cubicBezTo>
                <a:cubicBezTo>
                  <a:pt x="168" y="424"/>
                  <a:pt x="168" y="424"/>
                  <a:pt x="169" y="425"/>
                </a:cubicBezTo>
                <a:cubicBezTo>
                  <a:pt x="169" y="425"/>
                  <a:pt x="169" y="425"/>
                  <a:pt x="169" y="425"/>
                </a:cubicBezTo>
                <a:cubicBezTo>
                  <a:pt x="169" y="425"/>
                  <a:pt x="169" y="425"/>
                  <a:pt x="170" y="425"/>
                </a:cubicBezTo>
                <a:cubicBezTo>
                  <a:pt x="172" y="426"/>
                  <a:pt x="173" y="428"/>
                  <a:pt x="172" y="430"/>
                </a:cubicBezTo>
                <a:close/>
                <a:moveTo>
                  <a:pt x="188" y="402"/>
                </a:moveTo>
                <a:cubicBezTo>
                  <a:pt x="188" y="402"/>
                  <a:pt x="188" y="402"/>
                  <a:pt x="188" y="402"/>
                </a:cubicBezTo>
                <a:cubicBezTo>
                  <a:pt x="188" y="402"/>
                  <a:pt x="188" y="402"/>
                  <a:pt x="188" y="402"/>
                </a:cubicBezTo>
                <a:cubicBezTo>
                  <a:pt x="188" y="403"/>
                  <a:pt x="187" y="403"/>
                  <a:pt x="187" y="404"/>
                </a:cubicBezTo>
                <a:cubicBezTo>
                  <a:pt x="187" y="404"/>
                  <a:pt x="187" y="404"/>
                  <a:pt x="187" y="404"/>
                </a:cubicBezTo>
                <a:cubicBezTo>
                  <a:pt x="185" y="406"/>
                  <a:pt x="182" y="407"/>
                  <a:pt x="179" y="408"/>
                </a:cubicBezTo>
                <a:cubicBezTo>
                  <a:pt x="179" y="408"/>
                  <a:pt x="179" y="408"/>
                  <a:pt x="179" y="408"/>
                </a:cubicBezTo>
                <a:cubicBezTo>
                  <a:pt x="179" y="409"/>
                  <a:pt x="178" y="409"/>
                  <a:pt x="178" y="409"/>
                </a:cubicBezTo>
                <a:cubicBezTo>
                  <a:pt x="177" y="409"/>
                  <a:pt x="177" y="409"/>
                  <a:pt x="177" y="409"/>
                </a:cubicBezTo>
                <a:cubicBezTo>
                  <a:pt x="177" y="409"/>
                  <a:pt x="177" y="409"/>
                  <a:pt x="176" y="409"/>
                </a:cubicBezTo>
                <a:cubicBezTo>
                  <a:pt x="174" y="409"/>
                  <a:pt x="172" y="410"/>
                  <a:pt x="171" y="410"/>
                </a:cubicBezTo>
                <a:cubicBezTo>
                  <a:pt x="170" y="410"/>
                  <a:pt x="170" y="410"/>
                  <a:pt x="170" y="410"/>
                </a:cubicBezTo>
                <a:cubicBezTo>
                  <a:pt x="167" y="410"/>
                  <a:pt x="164" y="410"/>
                  <a:pt x="161" y="410"/>
                </a:cubicBezTo>
                <a:cubicBezTo>
                  <a:pt x="156" y="410"/>
                  <a:pt x="151" y="410"/>
                  <a:pt x="146" y="410"/>
                </a:cubicBezTo>
                <a:cubicBezTo>
                  <a:pt x="146" y="410"/>
                  <a:pt x="145" y="410"/>
                  <a:pt x="144" y="410"/>
                </a:cubicBezTo>
                <a:cubicBezTo>
                  <a:pt x="144" y="410"/>
                  <a:pt x="144" y="410"/>
                  <a:pt x="144" y="410"/>
                </a:cubicBezTo>
                <a:cubicBezTo>
                  <a:pt x="143" y="409"/>
                  <a:pt x="143" y="409"/>
                  <a:pt x="142" y="409"/>
                </a:cubicBezTo>
                <a:cubicBezTo>
                  <a:pt x="142" y="409"/>
                  <a:pt x="142" y="409"/>
                  <a:pt x="142" y="409"/>
                </a:cubicBezTo>
                <a:cubicBezTo>
                  <a:pt x="142" y="409"/>
                  <a:pt x="142" y="409"/>
                  <a:pt x="142" y="409"/>
                </a:cubicBezTo>
                <a:cubicBezTo>
                  <a:pt x="140" y="409"/>
                  <a:pt x="138" y="407"/>
                  <a:pt x="138" y="405"/>
                </a:cubicBezTo>
                <a:cubicBezTo>
                  <a:pt x="138" y="405"/>
                  <a:pt x="138" y="404"/>
                  <a:pt x="138" y="404"/>
                </a:cubicBezTo>
                <a:cubicBezTo>
                  <a:pt x="138" y="404"/>
                  <a:pt x="138" y="404"/>
                  <a:pt x="138" y="403"/>
                </a:cubicBezTo>
                <a:cubicBezTo>
                  <a:pt x="138" y="403"/>
                  <a:pt x="138" y="403"/>
                  <a:pt x="139" y="402"/>
                </a:cubicBezTo>
                <a:cubicBezTo>
                  <a:pt x="139" y="402"/>
                  <a:pt x="139" y="402"/>
                  <a:pt x="139" y="402"/>
                </a:cubicBezTo>
                <a:cubicBezTo>
                  <a:pt x="139" y="402"/>
                  <a:pt x="139" y="402"/>
                  <a:pt x="139" y="402"/>
                </a:cubicBezTo>
                <a:cubicBezTo>
                  <a:pt x="139" y="402"/>
                  <a:pt x="139" y="401"/>
                  <a:pt x="140" y="401"/>
                </a:cubicBezTo>
                <a:cubicBezTo>
                  <a:pt x="142" y="397"/>
                  <a:pt x="144" y="394"/>
                  <a:pt x="147" y="390"/>
                </a:cubicBezTo>
                <a:cubicBezTo>
                  <a:pt x="147" y="390"/>
                  <a:pt x="147" y="390"/>
                  <a:pt x="147" y="390"/>
                </a:cubicBezTo>
                <a:cubicBezTo>
                  <a:pt x="148" y="389"/>
                  <a:pt x="148" y="389"/>
                  <a:pt x="148" y="389"/>
                </a:cubicBezTo>
                <a:cubicBezTo>
                  <a:pt x="149" y="388"/>
                  <a:pt x="149" y="387"/>
                  <a:pt x="151" y="386"/>
                </a:cubicBezTo>
                <a:cubicBezTo>
                  <a:pt x="151" y="385"/>
                  <a:pt x="152" y="385"/>
                  <a:pt x="153" y="385"/>
                </a:cubicBezTo>
                <a:cubicBezTo>
                  <a:pt x="153" y="384"/>
                  <a:pt x="154" y="384"/>
                  <a:pt x="154" y="384"/>
                </a:cubicBezTo>
                <a:cubicBezTo>
                  <a:pt x="154" y="384"/>
                  <a:pt x="154" y="384"/>
                  <a:pt x="155" y="384"/>
                </a:cubicBezTo>
                <a:cubicBezTo>
                  <a:pt x="155" y="384"/>
                  <a:pt x="155" y="384"/>
                  <a:pt x="155" y="384"/>
                </a:cubicBezTo>
                <a:cubicBezTo>
                  <a:pt x="155" y="384"/>
                  <a:pt x="155" y="384"/>
                  <a:pt x="156" y="383"/>
                </a:cubicBezTo>
                <a:cubicBezTo>
                  <a:pt x="157" y="383"/>
                  <a:pt x="158" y="383"/>
                  <a:pt x="160" y="382"/>
                </a:cubicBezTo>
                <a:cubicBezTo>
                  <a:pt x="161" y="382"/>
                  <a:pt x="163" y="382"/>
                  <a:pt x="165" y="382"/>
                </a:cubicBezTo>
                <a:cubicBezTo>
                  <a:pt x="169" y="382"/>
                  <a:pt x="169" y="382"/>
                  <a:pt x="169" y="382"/>
                </a:cubicBezTo>
                <a:cubicBezTo>
                  <a:pt x="170" y="382"/>
                  <a:pt x="171" y="382"/>
                  <a:pt x="172" y="382"/>
                </a:cubicBezTo>
                <a:cubicBezTo>
                  <a:pt x="177" y="382"/>
                  <a:pt x="181" y="382"/>
                  <a:pt x="185" y="382"/>
                </a:cubicBezTo>
                <a:cubicBezTo>
                  <a:pt x="185" y="382"/>
                  <a:pt x="185" y="382"/>
                  <a:pt x="185" y="382"/>
                </a:cubicBezTo>
                <a:cubicBezTo>
                  <a:pt x="187" y="382"/>
                  <a:pt x="187" y="382"/>
                  <a:pt x="187" y="382"/>
                </a:cubicBezTo>
                <a:cubicBezTo>
                  <a:pt x="189" y="382"/>
                  <a:pt x="190" y="382"/>
                  <a:pt x="191" y="382"/>
                </a:cubicBezTo>
                <a:cubicBezTo>
                  <a:pt x="193" y="383"/>
                  <a:pt x="193" y="383"/>
                  <a:pt x="194" y="383"/>
                </a:cubicBezTo>
                <a:cubicBezTo>
                  <a:pt x="196" y="384"/>
                  <a:pt x="197" y="386"/>
                  <a:pt x="196" y="389"/>
                </a:cubicBezTo>
                <a:cubicBezTo>
                  <a:pt x="194" y="392"/>
                  <a:pt x="192" y="395"/>
                  <a:pt x="190" y="398"/>
                </a:cubicBezTo>
                <a:cubicBezTo>
                  <a:pt x="188" y="402"/>
                  <a:pt x="188" y="402"/>
                  <a:pt x="188" y="402"/>
                </a:cubicBezTo>
                <a:cubicBezTo>
                  <a:pt x="188" y="402"/>
                  <a:pt x="188" y="402"/>
                  <a:pt x="188" y="402"/>
                </a:cubicBezTo>
                <a:close/>
                <a:moveTo>
                  <a:pt x="411" y="448"/>
                </a:moveTo>
                <a:cubicBezTo>
                  <a:pt x="411" y="449"/>
                  <a:pt x="411" y="449"/>
                  <a:pt x="411" y="450"/>
                </a:cubicBezTo>
                <a:cubicBezTo>
                  <a:pt x="411" y="450"/>
                  <a:pt x="411" y="450"/>
                  <a:pt x="411" y="450"/>
                </a:cubicBezTo>
                <a:cubicBezTo>
                  <a:pt x="411" y="451"/>
                  <a:pt x="411" y="451"/>
                  <a:pt x="410" y="451"/>
                </a:cubicBezTo>
                <a:cubicBezTo>
                  <a:pt x="410" y="451"/>
                  <a:pt x="410" y="451"/>
                  <a:pt x="410" y="452"/>
                </a:cubicBezTo>
                <a:cubicBezTo>
                  <a:pt x="410" y="452"/>
                  <a:pt x="410" y="452"/>
                  <a:pt x="410" y="452"/>
                </a:cubicBezTo>
                <a:cubicBezTo>
                  <a:pt x="410" y="452"/>
                  <a:pt x="409" y="453"/>
                  <a:pt x="409" y="453"/>
                </a:cubicBezTo>
                <a:cubicBezTo>
                  <a:pt x="409" y="453"/>
                  <a:pt x="409" y="453"/>
                  <a:pt x="409" y="453"/>
                </a:cubicBezTo>
                <a:cubicBezTo>
                  <a:pt x="408" y="454"/>
                  <a:pt x="408" y="454"/>
                  <a:pt x="407" y="455"/>
                </a:cubicBezTo>
                <a:cubicBezTo>
                  <a:pt x="407" y="455"/>
                  <a:pt x="407" y="455"/>
                  <a:pt x="407" y="455"/>
                </a:cubicBezTo>
                <a:cubicBezTo>
                  <a:pt x="407" y="455"/>
                  <a:pt x="407" y="455"/>
                  <a:pt x="407" y="455"/>
                </a:cubicBezTo>
                <a:cubicBezTo>
                  <a:pt x="406" y="455"/>
                  <a:pt x="406" y="456"/>
                  <a:pt x="405" y="456"/>
                </a:cubicBezTo>
                <a:cubicBezTo>
                  <a:pt x="405" y="456"/>
                  <a:pt x="405" y="456"/>
                  <a:pt x="405" y="456"/>
                </a:cubicBezTo>
                <a:cubicBezTo>
                  <a:pt x="404" y="456"/>
                  <a:pt x="404" y="456"/>
                  <a:pt x="404" y="456"/>
                </a:cubicBezTo>
                <a:cubicBezTo>
                  <a:pt x="403" y="456"/>
                  <a:pt x="403" y="457"/>
                  <a:pt x="403" y="457"/>
                </a:cubicBezTo>
                <a:cubicBezTo>
                  <a:pt x="403" y="457"/>
                  <a:pt x="403" y="457"/>
                  <a:pt x="402" y="457"/>
                </a:cubicBezTo>
                <a:cubicBezTo>
                  <a:pt x="402" y="457"/>
                  <a:pt x="402" y="457"/>
                  <a:pt x="402" y="457"/>
                </a:cubicBezTo>
                <a:cubicBezTo>
                  <a:pt x="402" y="457"/>
                  <a:pt x="401" y="457"/>
                  <a:pt x="400" y="457"/>
                </a:cubicBezTo>
                <a:cubicBezTo>
                  <a:pt x="400" y="457"/>
                  <a:pt x="399" y="457"/>
                  <a:pt x="399" y="457"/>
                </a:cubicBezTo>
                <a:cubicBezTo>
                  <a:pt x="398" y="458"/>
                  <a:pt x="398" y="458"/>
                  <a:pt x="397" y="458"/>
                </a:cubicBezTo>
                <a:cubicBezTo>
                  <a:pt x="397" y="458"/>
                  <a:pt x="397" y="458"/>
                  <a:pt x="397" y="458"/>
                </a:cubicBezTo>
                <a:cubicBezTo>
                  <a:pt x="396" y="458"/>
                  <a:pt x="396" y="458"/>
                  <a:pt x="396" y="458"/>
                </a:cubicBezTo>
                <a:cubicBezTo>
                  <a:pt x="396" y="458"/>
                  <a:pt x="396" y="458"/>
                  <a:pt x="396" y="458"/>
                </a:cubicBezTo>
                <a:cubicBezTo>
                  <a:pt x="393" y="458"/>
                  <a:pt x="390" y="458"/>
                  <a:pt x="387" y="458"/>
                </a:cubicBezTo>
                <a:cubicBezTo>
                  <a:pt x="373" y="458"/>
                  <a:pt x="212" y="458"/>
                  <a:pt x="200" y="458"/>
                </a:cubicBezTo>
                <a:cubicBezTo>
                  <a:pt x="199" y="458"/>
                  <a:pt x="198" y="458"/>
                  <a:pt x="198" y="458"/>
                </a:cubicBezTo>
                <a:cubicBezTo>
                  <a:pt x="197" y="458"/>
                  <a:pt x="196" y="458"/>
                  <a:pt x="195" y="457"/>
                </a:cubicBezTo>
                <a:cubicBezTo>
                  <a:pt x="193" y="457"/>
                  <a:pt x="192" y="456"/>
                  <a:pt x="191" y="455"/>
                </a:cubicBezTo>
                <a:cubicBezTo>
                  <a:pt x="190" y="454"/>
                  <a:pt x="190" y="453"/>
                  <a:pt x="189" y="452"/>
                </a:cubicBezTo>
                <a:cubicBezTo>
                  <a:pt x="189" y="451"/>
                  <a:pt x="189" y="450"/>
                  <a:pt x="190" y="449"/>
                </a:cubicBezTo>
                <a:cubicBezTo>
                  <a:pt x="191" y="448"/>
                  <a:pt x="191" y="448"/>
                  <a:pt x="191" y="448"/>
                </a:cubicBezTo>
                <a:cubicBezTo>
                  <a:pt x="191" y="448"/>
                  <a:pt x="191" y="448"/>
                  <a:pt x="191" y="448"/>
                </a:cubicBezTo>
                <a:cubicBezTo>
                  <a:pt x="192" y="444"/>
                  <a:pt x="194" y="440"/>
                  <a:pt x="196" y="437"/>
                </a:cubicBezTo>
                <a:cubicBezTo>
                  <a:pt x="196" y="436"/>
                  <a:pt x="197" y="435"/>
                  <a:pt x="197" y="435"/>
                </a:cubicBezTo>
                <a:cubicBezTo>
                  <a:pt x="198" y="432"/>
                  <a:pt x="198" y="432"/>
                  <a:pt x="198" y="432"/>
                </a:cubicBezTo>
                <a:cubicBezTo>
                  <a:pt x="199" y="431"/>
                  <a:pt x="200" y="430"/>
                  <a:pt x="201" y="428"/>
                </a:cubicBezTo>
                <a:cubicBezTo>
                  <a:pt x="201" y="428"/>
                  <a:pt x="202" y="428"/>
                  <a:pt x="202" y="428"/>
                </a:cubicBezTo>
                <a:cubicBezTo>
                  <a:pt x="202" y="428"/>
                  <a:pt x="202" y="428"/>
                  <a:pt x="203" y="428"/>
                </a:cubicBezTo>
                <a:cubicBezTo>
                  <a:pt x="203" y="427"/>
                  <a:pt x="203" y="427"/>
                  <a:pt x="203" y="427"/>
                </a:cubicBezTo>
                <a:cubicBezTo>
                  <a:pt x="203" y="427"/>
                  <a:pt x="203" y="427"/>
                  <a:pt x="203" y="427"/>
                </a:cubicBezTo>
                <a:cubicBezTo>
                  <a:pt x="204" y="427"/>
                  <a:pt x="204" y="427"/>
                  <a:pt x="204" y="427"/>
                </a:cubicBezTo>
                <a:cubicBezTo>
                  <a:pt x="204" y="426"/>
                  <a:pt x="205" y="426"/>
                  <a:pt x="205" y="426"/>
                </a:cubicBezTo>
                <a:cubicBezTo>
                  <a:pt x="205" y="426"/>
                  <a:pt x="206" y="426"/>
                  <a:pt x="206" y="425"/>
                </a:cubicBezTo>
                <a:cubicBezTo>
                  <a:pt x="206" y="425"/>
                  <a:pt x="207" y="425"/>
                  <a:pt x="207" y="425"/>
                </a:cubicBezTo>
                <a:cubicBezTo>
                  <a:pt x="208" y="425"/>
                  <a:pt x="208" y="425"/>
                  <a:pt x="209" y="424"/>
                </a:cubicBezTo>
                <a:cubicBezTo>
                  <a:pt x="209" y="424"/>
                  <a:pt x="210" y="424"/>
                  <a:pt x="210" y="424"/>
                </a:cubicBezTo>
                <a:cubicBezTo>
                  <a:pt x="210" y="424"/>
                  <a:pt x="210" y="424"/>
                  <a:pt x="210" y="424"/>
                </a:cubicBezTo>
                <a:cubicBezTo>
                  <a:pt x="212" y="423"/>
                  <a:pt x="214" y="423"/>
                  <a:pt x="216" y="423"/>
                </a:cubicBezTo>
                <a:cubicBezTo>
                  <a:pt x="216" y="423"/>
                  <a:pt x="385" y="423"/>
                  <a:pt x="392" y="423"/>
                </a:cubicBezTo>
                <a:cubicBezTo>
                  <a:pt x="393" y="423"/>
                  <a:pt x="395" y="423"/>
                  <a:pt x="397" y="423"/>
                </a:cubicBezTo>
                <a:cubicBezTo>
                  <a:pt x="398" y="423"/>
                  <a:pt x="399" y="423"/>
                  <a:pt x="400" y="423"/>
                </a:cubicBezTo>
                <a:cubicBezTo>
                  <a:pt x="400" y="423"/>
                  <a:pt x="400" y="423"/>
                  <a:pt x="400" y="423"/>
                </a:cubicBezTo>
                <a:cubicBezTo>
                  <a:pt x="401" y="423"/>
                  <a:pt x="402" y="423"/>
                  <a:pt x="402" y="423"/>
                </a:cubicBezTo>
                <a:cubicBezTo>
                  <a:pt x="403" y="423"/>
                  <a:pt x="403" y="423"/>
                  <a:pt x="403" y="423"/>
                </a:cubicBezTo>
                <a:cubicBezTo>
                  <a:pt x="403" y="423"/>
                  <a:pt x="403" y="423"/>
                  <a:pt x="403" y="423"/>
                </a:cubicBezTo>
                <a:cubicBezTo>
                  <a:pt x="404" y="424"/>
                  <a:pt x="404" y="424"/>
                  <a:pt x="405" y="424"/>
                </a:cubicBezTo>
                <a:cubicBezTo>
                  <a:pt x="405" y="424"/>
                  <a:pt x="405" y="424"/>
                  <a:pt x="405" y="424"/>
                </a:cubicBezTo>
                <a:cubicBezTo>
                  <a:pt x="406" y="425"/>
                  <a:pt x="406" y="425"/>
                  <a:pt x="407" y="425"/>
                </a:cubicBezTo>
                <a:cubicBezTo>
                  <a:pt x="407" y="425"/>
                  <a:pt x="407" y="425"/>
                  <a:pt x="407" y="425"/>
                </a:cubicBezTo>
                <a:cubicBezTo>
                  <a:pt x="407" y="425"/>
                  <a:pt x="407" y="425"/>
                  <a:pt x="407" y="425"/>
                </a:cubicBezTo>
                <a:cubicBezTo>
                  <a:pt x="408" y="426"/>
                  <a:pt x="408" y="426"/>
                  <a:pt x="408" y="426"/>
                </a:cubicBezTo>
                <a:cubicBezTo>
                  <a:pt x="409" y="427"/>
                  <a:pt x="409" y="427"/>
                  <a:pt x="410" y="428"/>
                </a:cubicBezTo>
                <a:cubicBezTo>
                  <a:pt x="411" y="429"/>
                  <a:pt x="411" y="430"/>
                  <a:pt x="411" y="431"/>
                </a:cubicBezTo>
                <a:cubicBezTo>
                  <a:pt x="411" y="432"/>
                  <a:pt x="411" y="432"/>
                  <a:pt x="411" y="432"/>
                </a:cubicBezTo>
                <a:cubicBezTo>
                  <a:pt x="411" y="432"/>
                  <a:pt x="411" y="432"/>
                  <a:pt x="411" y="432"/>
                </a:cubicBezTo>
                <a:cubicBezTo>
                  <a:pt x="411" y="436"/>
                  <a:pt x="411" y="441"/>
                  <a:pt x="411" y="445"/>
                </a:cubicBezTo>
                <a:cubicBezTo>
                  <a:pt x="411" y="446"/>
                  <a:pt x="411" y="447"/>
                  <a:pt x="411" y="448"/>
                </a:cubicBezTo>
                <a:close/>
                <a:moveTo>
                  <a:pt x="434" y="366"/>
                </a:moveTo>
                <a:cubicBezTo>
                  <a:pt x="434" y="366"/>
                  <a:pt x="434" y="366"/>
                  <a:pt x="434" y="366"/>
                </a:cubicBezTo>
                <a:cubicBezTo>
                  <a:pt x="434" y="366"/>
                  <a:pt x="434" y="366"/>
                  <a:pt x="434" y="365"/>
                </a:cubicBezTo>
                <a:cubicBezTo>
                  <a:pt x="433" y="365"/>
                  <a:pt x="433" y="364"/>
                  <a:pt x="432" y="363"/>
                </a:cubicBezTo>
                <a:cubicBezTo>
                  <a:pt x="432" y="362"/>
                  <a:pt x="432" y="362"/>
                  <a:pt x="432" y="362"/>
                </a:cubicBezTo>
                <a:cubicBezTo>
                  <a:pt x="432" y="362"/>
                  <a:pt x="432" y="361"/>
                  <a:pt x="432" y="360"/>
                </a:cubicBezTo>
                <a:cubicBezTo>
                  <a:pt x="432" y="360"/>
                  <a:pt x="432" y="360"/>
                  <a:pt x="432" y="360"/>
                </a:cubicBezTo>
                <a:cubicBezTo>
                  <a:pt x="432" y="358"/>
                  <a:pt x="432" y="355"/>
                  <a:pt x="432" y="353"/>
                </a:cubicBezTo>
                <a:cubicBezTo>
                  <a:pt x="432" y="352"/>
                  <a:pt x="432" y="352"/>
                  <a:pt x="432" y="352"/>
                </a:cubicBezTo>
                <a:cubicBezTo>
                  <a:pt x="432" y="351"/>
                  <a:pt x="432" y="350"/>
                  <a:pt x="432" y="350"/>
                </a:cubicBezTo>
                <a:cubicBezTo>
                  <a:pt x="433" y="349"/>
                  <a:pt x="434" y="349"/>
                  <a:pt x="435" y="348"/>
                </a:cubicBezTo>
                <a:cubicBezTo>
                  <a:pt x="436" y="348"/>
                  <a:pt x="437" y="347"/>
                  <a:pt x="438" y="347"/>
                </a:cubicBezTo>
                <a:cubicBezTo>
                  <a:pt x="438" y="347"/>
                  <a:pt x="438" y="347"/>
                  <a:pt x="438" y="347"/>
                </a:cubicBezTo>
                <a:cubicBezTo>
                  <a:pt x="438" y="347"/>
                  <a:pt x="438" y="347"/>
                  <a:pt x="438" y="347"/>
                </a:cubicBezTo>
                <a:cubicBezTo>
                  <a:pt x="439" y="347"/>
                  <a:pt x="439" y="347"/>
                  <a:pt x="440" y="347"/>
                </a:cubicBezTo>
                <a:cubicBezTo>
                  <a:pt x="440" y="347"/>
                  <a:pt x="440" y="347"/>
                  <a:pt x="441" y="347"/>
                </a:cubicBezTo>
                <a:cubicBezTo>
                  <a:pt x="443" y="346"/>
                  <a:pt x="445" y="346"/>
                  <a:pt x="447" y="346"/>
                </a:cubicBezTo>
                <a:cubicBezTo>
                  <a:pt x="463" y="346"/>
                  <a:pt x="463" y="346"/>
                  <a:pt x="463" y="346"/>
                </a:cubicBezTo>
                <a:cubicBezTo>
                  <a:pt x="464" y="346"/>
                  <a:pt x="465" y="346"/>
                  <a:pt x="465" y="347"/>
                </a:cubicBezTo>
                <a:cubicBezTo>
                  <a:pt x="469" y="347"/>
                  <a:pt x="474" y="348"/>
                  <a:pt x="475" y="352"/>
                </a:cubicBezTo>
                <a:cubicBezTo>
                  <a:pt x="476" y="355"/>
                  <a:pt x="476" y="359"/>
                  <a:pt x="477" y="362"/>
                </a:cubicBezTo>
                <a:cubicBezTo>
                  <a:pt x="477" y="363"/>
                  <a:pt x="477" y="363"/>
                  <a:pt x="477" y="363"/>
                </a:cubicBezTo>
                <a:cubicBezTo>
                  <a:pt x="477" y="364"/>
                  <a:pt x="477" y="364"/>
                  <a:pt x="477" y="365"/>
                </a:cubicBezTo>
                <a:cubicBezTo>
                  <a:pt x="477" y="365"/>
                  <a:pt x="477" y="365"/>
                  <a:pt x="477" y="365"/>
                </a:cubicBezTo>
                <a:cubicBezTo>
                  <a:pt x="477" y="365"/>
                  <a:pt x="477" y="365"/>
                  <a:pt x="477" y="365"/>
                </a:cubicBezTo>
                <a:cubicBezTo>
                  <a:pt x="477" y="365"/>
                  <a:pt x="477" y="365"/>
                  <a:pt x="477" y="365"/>
                </a:cubicBezTo>
                <a:cubicBezTo>
                  <a:pt x="476" y="367"/>
                  <a:pt x="474" y="368"/>
                  <a:pt x="472" y="369"/>
                </a:cubicBezTo>
                <a:cubicBezTo>
                  <a:pt x="471" y="369"/>
                  <a:pt x="471" y="369"/>
                  <a:pt x="471" y="369"/>
                </a:cubicBezTo>
                <a:cubicBezTo>
                  <a:pt x="471" y="369"/>
                  <a:pt x="471" y="369"/>
                  <a:pt x="470" y="369"/>
                </a:cubicBezTo>
                <a:cubicBezTo>
                  <a:pt x="470" y="369"/>
                  <a:pt x="470" y="369"/>
                  <a:pt x="470" y="369"/>
                </a:cubicBezTo>
                <a:cubicBezTo>
                  <a:pt x="469" y="369"/>
                  <a:pt x="469" y="369"/>
                  <a:pt x="469" y="369"/>
                </a:cubicBezTo>
                <a:cubicBezTo>
                  <a:pt x="463" y="370"/>
                  <a:pt x="457" y="369"/>
                  <a:pt x="455" y="369"/>
                </a:cubicBezTo>
                <a:cubicBezTo>
                  <a:pt x="445" y="369"/>
                  <a:pt x="445" y="369"/>
                  <a:pt x="445" y="369"/>
                </a:cubicBezTo>
                <a:cubicBezTo>
                  <a:pt x="444" y="369"/>
                  <a:pt x="443" y="369"/>
                  <a:pt x="442" y="369"/>
                </a:cubicBezTo>
                <a:cubicBezTo>
                  <a:pt x="442" y="369"/>
                  <a:pt x="441" y="369"/>
                  <a:pt x="441" y="369"/>
                </a:cubicBezTo>
                <a:cubicBezTo>
                  <a:pt x="440" y="369"/>
                  <a:pt x="440" y="369"/>
                  <a:pt x="440" y="369"/>
                </a:cubicBezTo>
                <a:cubicBezTo>
                  <a:pt x="440" y="369"/>
                  <a:pt x="440" y="369"/>
                  <a:pt x="440" y="369"/>
                </a:cubicBezTo>
                <a:cubicBezTo>
                  <a:pt x="439" y="369"/>
                  <a:pt x="439" y="369"/>
                  <a:pt x="438" y="368"/>
                </a:cubicBezTo>
                <a:cubicBezTo>
                  <a:pt x="438" y="368"/>
                  <a:pt x="438" y="368"/>
                  <a:pt x="438" y="368"/>
                </a:cubicBezTo>
                <a:cubicBezTo>
                  <a:pt x="437" y="368"/>
                  <a:pt x="437" y="368"/>
                  <a:pt x="436" y="367"/>
                </a:cubicBezTo>
                <a:cubicBezTo>
                  <a:pt x="436" y="367"/>
                  <a:pt x="435" y="367"/>
                  <a:pt x="434" y="366"/>
                </a:cubicBezTo>
                <a:cubicBezTo>
                  <a:pt x="434" y="366"/>
                  <a:pt x="434" y="366"/>
                  <a:pt x="434" y="366"/>
                </a:cubicBezTo>
                <a:close/>
                <a:moveTo>
                  <a:pt x="437" y="404"/>
                </a:moveTo>
                <a:cubicBezTo>
                  <a:pt x="436" y="403"/>
                  <a:pt x="436" y="402"/>
                  <a:pt x="435" y="402"/>
                </a:cubicBezTo>
                <a:cubicBezTo>
                  <a:pt x="435" y="400"/>
                  <a:pt x="435" y="400"/>
                  <a:pt x="435" y="400"/>
                </a:cubicBezTo>
                <a:cubicBezTo>
                  <a:pt x="435" y="400"/>
                  <a:pt x="435" y="400"/>
                  <a:pt x="435" y="400"/>
                </a:cubicBezTo>
                <a:cubicBezTo>
                  <a:pt x="435" y="396"/>
                  <a:pt x="435" y="392"/>
                  <a:pt x="434" y="388"/>
                </a:cubicBezTo>
                <a:cubicBezTo>
                  <a:pt x="434" y="388"/>
                  <a:pt x="434" y="388"/>
                  <a:pt x="434" y="388"/>
                </a:cubicBezTo>
                <a:cubicBezTo>
                  <a:pt x="434" y="388"/>
                  <a:pt x="434" y="388"/>
                  <a:pt x="434" y="388"/>
                </a:cubicBezTo>
                <a:cubicBezTo>
                  <a:pt x="434" y="388"/>
                  <a:pt x="434" y="388"/>
                  <a:pt x="434" y="387"/>
                </a:cubicBezTo>
                <a:cubicBezTo>
                  <a:pt x="435" y="379"/>
                  <a:pt x="453" y="381"/>
                  <a:pt x="458" y="381"/>
                </a:cubicBezTo>
                <a:cubicBezTo>
                  <a:pt x="465" y="381"/>
                  <a:pt x="477" y="380"/>
                  <a:pt x="481" y="386"/>
                </a:cubicBezTo>
                <a:cubicBezTo>
                  <a:pt x="481" y="387"/>
                  <a:pt x="482" y="387"/>
                  <a:pt x="482" y="388"/>
                </a:cubicBezTo>
                <a:cubicBezTo>
                  <a:pt x="482" y="389"/>
                  <a:pt x="482" y="389"/>
                  <a:pt x="482" y="389"/>
                </a:cubicBezTo>
                <a:cubicBezTo>
                  <a:pt x="482" y="389"/>
                  <a:pt x="482" y="389"/>
                  <a:pt x="482" y="389"/>
                </a:cubicBezTo>
                <a:cubicBezTo>
                  <a:pt x="483" y="391"/>
                  <a:pt x="483" y="392"/>
                  <a:pt x="484" y="395"/>
                </a:cubicBezTo>
                <a:cubicBezTo>
                  <a:pt x="485" y="401"/>
                  <a:pt x="485" y="401"/>
                  <a:pt x="485" y="401"/>
                </a:cubicBezTo>
                <a:cubicBezTo>
                  <a:pt x="485" y="402"/>
                  <a:pt x="485" y="403"/>
                  <a:pt x="484" y="404"/>
                </a:cubicBezTo>
                <a:cubicBezTo>
                  <a:pt x="484" y="405"/>
                  <a:pt x="484" y="405"/>
                  <a:pt x="483" y="406"/>
                </a:cubicBezTo>
                <a:cubicBezTo>
                  <a:pt x="483" y="406"/>
                  <a:pt x="483" y="406"/>
                  <a:pt x="482" y="407"/>
                </a:cubicBezTo>
                <a:cubicBezTo>
                  <a:pt x="482" y="407"/>
                  <a:pt x="482" y="407"/>
                  <a:pt x="482" y="407"/>
                </a:cubicBezTo>
                <a:cubicBezTo>
                  <a:pt x="482" y="407"/>
                  <a:pt x="482" y="407"/>
                  <a:pt x="482" y="407"/>
                </a:cubicBezTo>
                <a:cubicBezTo>
                  <a:pt x="481" y="407"/>
                  <a:pt x="481" y="407"/>
                  <a:pt x="481" y="407"/>
                </a:cubicBezTo>
                <a:cubicBezTo>
                  <a:pt x="480" y="408"/>
                  <a:pt x="480" y="408"/>
                  <a:pt x="480" y="408"/>
                </a:cubicBezTo>
                <a:cubicBezTo>
                  <a:pt x="479" y="408"/>
                  <a:pt x="479" y="408"/>
                  <a:pt x="479" y="408"/>
                </a:cubicBezTo>
                <a:cubicBezTo>
                  <a:pt x="479" y="408"/>
                  <a:pt x="479" y="408"/>
                  <a:pt x="478" y="408"/>
                </a:cubicBezTo>
                <a:cubicBezTo>
                  <a:pt x="478" y="408"/>
                  <a:pt x="478" y="409"/>
                  <a:pt x="477" y="409"/>
                </a:cubicBezTo>
                <a:cubicBezTo>
                  <a:pt x="477" y="409"/>
                  <a:pt x="477" y="409"/>
                  <a:pt x="477" y="409"/>
                </a:cubicBezTo>
                <a:cubicBezTo>
                  <a:pt x="477" y="409"/>
                  <a:pt x="476" y="409"/>
                  <a:pt x="475" y="409"/>
                </a:cubicBezTo>
                <a:cubicBezTo>
                  <a:pt x="474" y="409"/>
                  <a:pt x="474" y="409"/>
                  <a:pt x="473" y="409"/>
                </a:cubicBezTo>
                <a:cubicBezTo>
                  <a:pt x="473" y="409"/>
                  <a:pt x="473" y="409"/>
                  <a:pt x="473" y="409"/>
                </a:cubicBezTo>
                <a:cubicBezTo>
                  <a:pt x="473" y="409"/>
                  <a:pt x="473" y="409"/>
                  <a:pt x="473" y="409"/>
                </a:cubicBezTo>
                <a:cubicBezTo>
                  <a:pt x="473" y="409"/>
                  <a:pt x="473" y="409"/>
                  <a:pt x="473" y="409"/>
                </a:cubicBezTo>
                <a:cubicBezTo>
                  <a:pt x="465" y="409"/>
                  <a:pt x="457" y="409"/>
                  <a:pt x="449" y="409"/>
                </a:cubicBezTo>
                <a:cubicBezTo>
                  <a:pt x="448" y="409"/>
                  <a:pt x="447" y="409"/>
                  <a:pt x="447" y="409"/>
                </a:cubicBezTo>
                <a:cubicBezTo>
                  <a:pt x="446" y="409"/>
                  <a:pt x="446" y="409"/>
                  <a:pt x="446" y="409"/>
                </a:cubicBezTo>
                <a:cubicBezTo>
                  <a:pt x="445" y="409"/>
                  <a:pt x="445" y="409"/>
                  <a:pt x="444" y="409"/>
                </a:cubicBezTo>
                <a:cubicBezTo>
                  <a:pt x="444" y="409"/>
                  <a:pt x="444" y="409"/>
                  <a:pt x="444" y="409"/>
                </a:cubicBezTo>
                <a:cubicBezTo>
                  <a:pt x="444" y="408"/>
                  <a:pt x="444" y="408"/>
                  <a:pt x="444" y="408"/>
                </a:cubicBezTo>
                <a:cubicBezTo>
                  <a:pt x="443" y="408"/>
                  <a:pt x="442" y="408"/>
                  <a:pt x="442" y="408"/>
                </a:cubicBezTo>
                <a:cubicBezTo>
                  <a:pt x="441" y="408"/>
                  <a:pt x="441" y="407"/>
                  <a:pt x="441" y="407"/>
                </a:cubicBezTo>
                <a:cubicBezTo>
                  <a:pt x="441" y="407"/>
                  <a:pt x="440" y="407"/>
                  <a:pt x="440" y="407"/>
                </a:cubicBezTo>
                <a:cubicBezTo>
                  <a:pt x="440" y="407"/>
                  <a:pt x="440" y="407"/>
                  <a:pt x="440" y="407"/>
                </a:cubicBezTo>
                <a:cubicBezTo>
                  <a:pt x="439" y="406"/>
                  <a:pt x="437" y="405"/>
                  <a:pt x="437" y="404"/>
                </a:cubicBezTo>
                <a:close/>
                <a:moveTo>
                  <a:pt x="494" y="451"/>
                </a:moveTo>
                <a:cubicBezTo>
                  <a:pt x="493" y="453"/>
                  <a:pt x="492" y="453"/>
                  <a:pt x="491" y="454"/>
                </a:cubicBezTo>
                <a:cubicBezTo>
                  <a:pt x="490" y="455"/>
                  <a:pt x="489" y="456"/>
                  <a:pt x="487" y="456"/>
                </a:cubicBezTo>
                <a:cubicBezTo>
                  <a:pt x="485" y="457"/>
                  <a:pt x="484" y="457"/>
                  <a:pt x="481" y="457"/>
                </a:cubicBezTo>
                <a:cubicBezTo>
                  <a:pt x="476" y="457"/>
                  <a:pt x="476" y="457"/>
                  <a:pt x="476" y="457"/>
                </a:cubicBezTo>
                <a:cubicBezTo>
                  <a:pt x="476" y="457"/>
                  <a:pt x="476" y="457"/>
                  <a:pt x="476" y="457"/>
                </a:cubicBezTo>
                <a:cubicBezTo>
                  <a:pt x="469" y="457"/>
                  <a:pt x="462" y="457"/>
                  <a:pt x="454" y="457"/>
                </a:cubicBezTo>
                <a:cubicBezTo>
                  <a:pt x="453" y="457"/>
                  <a:pt x="453" y="457"/>
                  <a:pt x="452" y="457"/>
                </a:cubicBezTo>
                <a:cubicBezTo>
                  <a:pt x="451" y="457"/>
                  <a:pt x="451" y="457"/>
                  <a:pt x="451" y="457"/>
                </a:cubicBezTo>
                <a:cubicBezTo>
                  <a:pt x="450" y="457"/>
                  <a:pt x="450" y="457"/>
                  <a:pt x="449" y="457"/>
                </a:cubicBezTo>
                <a:cubicBezTo>
                  <a:pt x="449" y="457"/>
                  <a:pt x="449" y="457"/>
                  <a:pt x="448" y="457"/>
                </a:cubicBezTo>
                <a:cubicBezTo>
                  <a:pt x="448" y="457"/>
                  <a:pt x="448" y="457"/>
                  <a:pt x="448" y="457"/>
                </a:cubicBezTo>
                <a:cubicBezTo>
                  <a:pt x="445" y="456"/>
                  <a:pt x="442" y="454"/>
                  <a:pt x="440" y="451"/>
                </a:cubicBezTo>
                <a:cubicBezTo>
                  <a:pt x="440" y="451"/>
                  <a:pt x="440" y="451"/>
                  <a:pt x="440" y="451"/>
                </a:cubicBezTo>
                <a:cubicBezTo>
                  <a:pt x="440" y="451"/>
                  <a:pt x="440" y="451"/>
                  <a:pt x="440" y="451"/>
                </a:cubicBezTo>
                <a:cubicBezTo>
                  <a:pt x="440" y="451"/>
                  <a:pt x="440" y="451"/>
                  <a:pt x="440" y="450"/>
                </a:cubicBezTo>
                <a:cubicBezTo>
                  <a:pt x="439" y="450"/>
                  <a:pt x="439" y="449"/>
                  <a:pt x="439" y="449"/>
                </a:cubicBezTo>
                <a:cubicBezTo>
                  <a:pt x="439" y="449"/>
                  <a:pt x="439" y="449"/>
                  <a:pt x="439" y="448"/>
                </a:cubicBezTo>
                <a:cubicBezTo>
                  <a:pt x="439" y="448"/>
                  <a:pt x="439" y="448"/>
                  <a:pt x="439" y="448"/>
                </a:cubicBezTo>
                <a:cubicBezTo>
                  <a:pt x="439" y="447"/>
                  <a:pt x="439" y="447"/>
                  <a:pt x="439" y="447"/>
                </a:cubicBezTo>
                <a:cubicBezTo>
                  <a:pt x="439" y="447"/>
                  <a:pt x="439" y="447"/>
                  <a:pt x="439" y="447"/>
                </a:cubicBezTo>
                <a:cubicBezTo>
                  <a:pt x="439" y="444"/>
                  <a:pt x="438" y="439"/>
                  <a:pt x="438" y="435"/>
                </a:cubicBezTo>
                <a:cubicBezTo>
                  <a:pt x="438" y="435"/>
                  <a:pt x="438" y="434"/>
                  <a:pt x="438" y="433"/>
                </a:cubicBezTo>
                <a:cubicBezTo>
                  <a:pt x="438" y="431"/>
                  <a:pt x="438" y="431"/>
                  <a:pt x="438" y="431"/>
                </a:cubicBezTo>
                <a:cubicBezTo>
                  <a:pt x="438" y="431"/>
                  <a:pt x="438" y="431"/>
                  <a:pt x="438" y="431"/>
                </a:cubicBezTo>
                <a:cubicBezTo>
                  <a:pt x="438" y="430"/>
                  <a:pt x="438" y="430"/>
                  <a:pt x="438" y="430"/>
                </a:cubicBezTo>
                <a:cubicBezTo>
                  <a:pt x="438" y="430"/>
                  <a:pt x="438" y="429"/>
                  <a:pt x="438" y="429"/>
                </a:cubicBezTo>
                <a:cubicBezTo>
                  <a:pt x="438" y="429"/>
                  <a:pt x="438" y="429"/>
                  <a:pt x="438" y="428"/>
                </a:cubicBezTo>
                <a:cubicBezTo>
                  <a:pt x="439" y="428"/>
                  <a:pt x="439" y="428"/>
                  <a:pt x="439" y="428"/>
                </a:cubicBezTo>
                <a:cubicBezTo>
                  <a:pt x="439" y="428"/>
                  <a:pt x="439" y="428"/>
                  <a:pt x="439" y="428"/>
                </a:cubicBezTo>
                <a:cubicBezTo>
                  <a:pt x="439" y="427"/>
                  <a:pt x="439" y="427"/>
                  <a:pt x="439" y="427"/>
                </a:cubicBezTo>
                <a:cubicBezTo>
                  <a:pt x="440" y="426"/>
                  <a:pt x="440" y="426"/>
                  <a:pt x="440" y="426"/>
                </a:cubicBezTo>
                <a:cubicBezTo>
                  <a:pt x="440" y="426"/>
                  <a:pt x="441" y="426"/>
                  <a:pt x="441" y="425"/>
                </a:cubicBezTo>
                <a:cubicBezTo>
                  <a:pt x="441" y="425"/>
                  <a:pt x="441" y="425"/>
                  <a:pt x="441" y="425"/>
                </a:cubicBezTo>
                <a:cubicBezTo>
                  <a:pt x="441" y="425"/>
                  <a:pt x="441" y="425"/>
                  <a:pt x="441" y="425"/>
                </a:cubicBezTo>
                <a:cubicBezTo>
                  <a:pt x="442" y="425"/>
                  <a:pt x="442" y="425"/>
                  <a:pt x="443" y="424"/>
                </a:cubicBezTo>
                <a:cubicBezTo>
                  <a:pt x="443" y="424"/>
                  <a:pt x="443" y="424"/>
                  <a:pt x="443" y="424"/>
                </a:cubicBezTo>
                <a:cubicBezTo>
                  <a:pt x="444" y="424"/>
                  <a:pt x="444" y="424"/>
                  <a:pt x="444" y="424"/>
                </a:cubicBezTo>
                <a:cubicBezTo>
                  <a:pt x="444" y="424"/>
                  <a:pt x="444" y="424"/>
                  <a:pt x="444" y="424"/>
                </a:cubicBezTo>
                <a:cubicBezTo>
                  <a:pt x="444" y="424"/>
                  <a:pt x="445" y="423"/>
                  <a:pt x="445" y="423"/>
                </a:cubicBezTo>
                <a:cubicBezTo>
                  <a:pt x="446" y="423"/>
                  <a:pt x="446" y="423"/>
                  <a:pt x="446" y="423"/>
                </a:cubicBezTo>
                <a:cubicBezTo>
                  <a:pt x="446" y="423"/>
                  <a:pt x="447" y="423"/>
                  <a:pt x="447" y="423"/>
                </a:cubicBezTo>
                <a:cubicBezTo>
                  <a:pt x="448" y="423"/>
                  <a:pt x="448" y="423"/>
                  <a:pt x="449" y="423"/>
                </a:cubicBezTo>
                <a:cubicBezTo>
                  <a:pt x="450" y="423"/>
                  <a:pt x="450" y="423"/>
                  <a:pt x="450" y="423"/>
                </a:cubicBezTo>
                <a:cubicBezTo>
                  <a:pt x="450" y="423"/>
                  <a:pt x="450" y="423"/>
                  <a:pt x="451" y="423"/>
                </a:cubicBezTo>
                <a:cubicBezTo>
                  <a:pt x="452" y="423"/>
                  <a:pt x="452" y="423"/>
                  <a:pt x="452" y="423"/>
                </a:cubicBezTo>
                <a:cubicBezTo>
                  <a:pt x="453" y="423"/>
                  <a:pt x="454" y="423"/>
                  <a:pt x="455" y="423"/>
                </a:cubicBezTo>
                <a:cubicBezTo>
                  <a:pt x="457" y="423"/>
                  <a:pt x="458" y="423"/>
                  <a:pt x="459" y="423"/>
                </a:cubicBezTo>
                <a:cubicBezTo>
                  <a:pt x="469" y="423"/>
                  <a:pt x="469" y="423"/>
                  <a:pt x="469" y="423"/>
                </a:cubicBezTo>
                <a:cubicBezTo>
                  <a:pt x="472" y="423"/>
                  <a:pt x="475" y="423"/>
                  <a:pt x="478" y="423"/>
                </a:cubicBezTo>
                <a:cubicBezTo>
                  <a:pt x="478" y="423"/>
                  <a:pt x="479" y="423"/>
                  <a:pt x="479" y="423"/>
                </a:cubicBezTo>
                <a:cubicBezTo>
                  <a:pt x="479" y="423"/>
                  <a:pt x="480" y="423"/>
                  <a:pt x="480" y="423"/>
                </a:cubicBezTo>
                <a:cubicBezTo>
                  <a:pt x="480" y="423"/>
                  <a:pt x="480" y="423"/>
                  <a:pt x="481" y="423"/>
                </a:cubicBezTo>
                <a:cubicBezTo>
                  <a:pt x="481" y="423"/>
                  <a:pt x="481" y="423"/>
                  <a:pt x="481" y="423"/>
                </a:cubicBezTo>
                <a:cubicBezTo>
                  <a:pt x="481" y="423"/>
                  <a:pt x="481" y="423"/>
                  <a:pt x="481" y="423"/>
                </a:cubicBezTo>
                <a:cubicBezTo>
                  <a:pt x="482" y="423"/>
                  <a:pt x="482" y="424"/>
                  <a:pt x="483" y="424"/>
                </a:cubicBezTo>
                <a:cubicBezTo>
                  <a:pt x="483" y="424"/>
                  <a:pt x="484" y="424"/>
                  <a:pt x="484" y="424"/>
                </a:cubicBezTo>
                <a:cubicBezTo>
                  <a:pt x="484" y="424"/>
                  <a:pt x="484" y="424"/>
                  <a:pt x="484" y="425"/>
                </a:cubicBezTo>
                <a:cubicBezTo>
                  <a:pt x="485" y="425"/>
                  <a:pt x="485" y="425"/>
                  <a:pt x="486" y="425"/>
                </a:cubicBezTo>
                <a:cubicBezTo>
                  <a:pt x="487" y="426"/>
                  <a:pt x="488" y="427"/>
                  <a:pt x="489" y="428"/>
                </a:cubicBezTo>
                <a:cubicBezTo>
                  <a:pt x="490" y="429"/>
                  <a:pt x="491" y="430"/>
                  <a:pt x="491" y="431"/>
                </a:cubicBezTo>
                <a:cubicBezTo>
                  <a:pt x="492" y="438"/>
                  <a:pt x="492" y="438"/>
                  <a:pt x="492" y="438"/>
                </a:cubicBezTo>
                <a:cubicBezTo>
                  <a:pt x="493" y="441"/>
                  <a:pt x="493" y="443"/>
                  <a:pt x="494" y="446"/>
                </a:cubicBezTo>
                <a:cubicBezTo>
                  <a:pt x="494" y="446"/>
                  <a:pt x="494" y="446"/>
                  <a:pt x="494" y="446"/>
                </a:cubicBezTo>
                <a:cubicBezTo>
                  <a:pt x="494" y="448"/>
                  <a:pt x="494" y="448"/>
                  <a:pt x="494" y="448"/>
                </a:cubicBezTo>
                <a:cubicBezTo>
                  <a:pt x="494" y="449"/>
                  <a:pt x="494" y="450"/>
                  <a:pt x="494" y="451"/>
                </a:cubicBezTo>
                <a:close/>
                <a:moveTo>
                  <a:pt x="508" y="369"/>
                </a:moveTo>
                <a:cubicBezTo>
                  <a:pt x="507" y="368"/>
                  <a:pt x="505" y="368"/>
                  <a:pt x="505" y="367"/>
                </a:cubicBezTo>
                <a:cubicBezTo>
                  <a:pt x="504" y="366"/>
                  <a:pt x="503" y="365"/>
                  <a:pt x="503" y="365"/>
                </a:cubicBezTo>
                <a:cubicBezTo>
                  <a:pt x="502" y="363"/>
                  <a:pt x="502" y="363"/>
                  <a:pt x="502" y="363"/>
                </a:cubicBezTo>
                <a:cubicBezTo>
                  <a:pt x="502" y="361"/>
                  <a:pt x="501" y="359"/>
                  <a:pt x="500" y="357"/>
                </a:cubicBezTo>
                <a:cubicBezTo>
                  <a:pt x="500" y="356"/>
                  <a:pt x="499" y="355"/>
                  <a:pt x="499" y="353"/>
                </a:cubicBezTo>
                <a:cubicBezTo>
                  <a:pt x="499" y="353"/>
                  <a:pt x="499" y="353"/>
                  <a:pt x="499" y="353"/>
                </a:cubicBezTo>
                <a:cubicBezTo>
                  <a:pt x="499" y="353"/>
                  <a:pt x="499" y="353"/>
                  <a:pt x="499" y="353"/>
                </a:cubicBezTo>
                <a:cubicBezTo>
                  <a:pt x="499" y="352"/>
                  <a:pt x="499" y="352"/>
                  <a:pt x="499" y="352"/>
                </a:cubicBezTo>
                <a:cubicBezTo>
                  <a:pt x="499" y="352"/>
                  <a:pt x="499" y="352"/>
                  <a:pt x="499" y="352"/>
                </a:cubicBezTo>
                <a:cubicBezTo>
                  <a:pt x="499" y="352"/>
                  <a:pt x="499" y="352"/>
                  <a:pt x="499" y="352"/>
                </a:cubicBezTo>
                <a:cubicBezTo>
                  <a:pt x="501" y="348"/>
                  <a:pt x="508" y="348"/>
                  <a:pt x="511" y="348"/>
                </a:cubicBezTo>
                <a:cubicBezTo>
                  <a:pt x="528" y="348"/>
                  <a:pt x="528" y="348"/>
                  <a:pt x="528" y="348"/>
                </a:cubicBezTo>
                <a:cubicBezTo>
                  <a:pt x="529" y="348"/>
                  <a:pt x="531" y="348"/>
                  <a:pt x="532" y="349"/>
                </a:cubicBezTo>
                <a:cubicBezTo>
                  <a:pt x="532" y="349"/>
                  <a:pt x="533" y="349"/>
                  <a:pt x="533" y="349"/>
                </a:cubicBezTo>
                <a:cubicBezTo>
                  <a:pt x="533" y="349"/>
                  <a:pt x="534" y="349"/>
                  <a:pt x="534" y="349"/>
                </a:cubicBezTo>
                <a:cubicBezTo>
                  <a:pt x="534" y="349"/>
                  <a:pt x="534" y="349"/>
                  <a:pt x="534" y="349"/>
                </a:cubicBezTo>
                <a:cubicBezTo>
                  <a:pt x="535" y="349"/>
                  <a:pt x="536" y="350"/>
                  <a:pt x="536" y="350"/>
                </a:cubicBezTo>
                <a:cubicBezTo>
                  <a:pt x="536" y="350"/>
                  <a:pt x="536" y="350"/>
                  <a:pt x="536" y="350"/>
                </a:cubicBezTo>
                <a:cubicBezTo>
                  <a:pt x="536" y="350"/>
                  <a:pt x="536" y="350"/>
                  <a:pt x="536" y="350"/>
                </a:cubicBezTo>
                <a:cubicBezTo>
                  <a:pt x="537" y="350"/>
                  <a:pt x="537" y="350"/>
                  <a:pt x="538" y="350"/>
                </a:cubicBezTo>
                <a:cubicBezTo>
                  <a:pt x="538" y="351"/>
                  <a:pt x="538" y="351"/>
                  <a:pt x="538" y="351"/>
                </a:cubicBezTo>
                <a:cubicBezTo>
                  <a:pt x="538" y="351"/>
                  <a:pt x="538" y="351"/>
                  <a:pt x="539" y="351"/>
                </a:cubicBezTo>
                <a:cubicBezTo>
                  <a:pt x="539" y="351"/>
                  <a:pt x="539" y="351"/>
                  <a:pt x="539" y="351"/>
                </a:cubicBezTo>
                <a:cubicBezTo>
                  <a:pt x="539" y="352"/>
                  <a:pt x="539" y="352"/>
                  <a:pt x="539" y="352"/>
                </a:cubicBezTo>
                <a:cubicBezTo>
                  <a:pt x="540" y="352"/>
                  <a:pt x="541" y="353"/>
                  <a:pt x="541" y="354"/>
                </a:cubicBezTo>
                <a:cubicBezTo>
                  <a:pt x="541" y="354"/>
                  <a:pt x="541" y="354"/>
                  <a:pt x="541" y="354"/>
                </a:cubicBezTo>
                <a:cubicBezTo>
                  <a:pt x="543" y="356"/>
                  <a:pt x="544" y="359"/>
                  <a:pt x="545" y="361"/>
                </a:cubicBezTo>
                <a:cubicBezTo>
                  <a:pt x="545" y="361"/>
                  <a:pt x="545" y="361"/>
                  <a:pt x="545" y="361"/>
                </a:cubicBezTo>
                <a:cubicBezTo>
                  <a:pt x="546" y="363"/>
                  <a:pt x="547" y="364"/>
                  <a:pt x="547" y="365"/>
                </a:cubicBezTo>
                <a:cubicBezTo>
                  <a:pt x="547" y="366"/>
                  <a:pt x="547" y="366"/>
                  <a:pt x="547" y="366"/>
                </a:cubicBezTo>
                <a:cubicBezTo>
                  <a:pt x="547" y="366"/>
                  <a:pt x="547" y="366"/>
                  <a:pt x="547" y="366"/>
                </a:cubicBezTo>
                <a:cubicBezTo>
                  <a:pt x="547" y="368"/>
                  <a:pt x="545" y="369"/>
                  <a:pt x="543" y="370"/>
                </a:cubicBezTo>
                <a:cubicBezTo>
                  <a:pt x="542" y="370"/>
                  <a:pt x="542" y="370"/>
                  <a:pt x="542" y="370"/>
                </a:cubicBezTo>
                <a:cubicBezTo>
                  <a:pt x="542" y="370"/>
                  <a:pt x="542" y="370"/>
                  <a:pt x="542" y="370"/>
                </a:cubicBezTo>
                <a:cubicBezTo>
                  <a:pt x="542" y="370"/>
                  <a:pt x="541" y="370"/>
                  <a:pt x="541" y="371"/>
                </a:cubicBezTo>
                <a:cubicBezTo>
                  <a:pt x="540" y="371"/>
                  <a:pt x="540" y="371"/>
                  <a:pt x="540" y="371"/>
                </a:cubicBezTo>
                <a:cubicBezTo>
                  <a:pt x="540" y="371"/>
                  <a:pt x="539" y="371"/>
                  <a:pt x="539" y="371"/>
                </a:cubicBezTo>
                <a:cubicBezTo>
                  <a:pt x="539" y="371"/>
                  <a:pt x="538" y="371"/>
                  <a:pt x="538" y="371"/>
                </a:cubicBezTo>
                <a:cubicBezTo>
                  <a:pt x="538" y="371"/>
                  <a:pt x="538" y="371"/>
                  <a:pt x="538" y="371"/>
                </a:cubicBezTo>
                <a:cubicBezTo>
                  <a:pt x="538" y="371"/>
                  <a:pt x="538" y="371"/>
                  <a:pt x="538" y="371"/>
                </a:cubicBezTo>
                <a:cubicBezTo>
                  <a:pt x="535" y="371"/>
                  <a:pt x="532" y="371"/>
                  <a:pt x="530" y="371"/>
                </a:cubicBezTo>
                <a:cubicBezTo>
                  <a:pt x="526" y="371"/>
                  <a:pt x="521" y="371"/>
                  <a:pt x="517" y="371"/>
                </a:cubicBezTo>
                <a:cubicBezTo>
                  <a:pt x="514" y="371"/>
                  <a:pt x="511" y="370"/>
                  <a:pt x="508" y="369"/>
                </a:cubicBezTo>
                <a:cubicBezTo>
                  <a:pt x="508" y="369"/>
                  <a:pt x="508" y="369"/>
                  <a:pt x="508" y="369"/>
                </a:cubicBezTo>
                <a:close/>
                <a:moveTo>
                  <a:pt x="519" y="405"/>
                </a:moveTo>
                <a:cubicBezTo>
                  <a:pt x="518" y="404"/>
                  <a:pt x="517" y="403"/>
                  <a:pt x="517" y="402"/>
                </a:cubicBezTo>
                <a:cubicBezTo>
                  <a:pt x="515" y="396"/>
                  <a:pt x="515" y="396"/>
                  <a:pt x="515" y="396"/>
                </a:cubicBezTo>
                <a:cubicBezTo>
                  <a:pt x="514" y="394"/>
                  <a:pt x="513" y="392"/>
                  <a:pt x="512" y="390"/>
                </a:cubicBezTo>
                <a:cubicBezTo>
                  <a:pt x="512" y="390"/>
                  <a:pt x="512" y="390"/>
                  <a:pt x="512" y="390"/>
                </a:cubicBezTo>
                <a:cubicBezTo>
                  <a:pt x="512" y="389"/>
                  <a:pt x="512" y="389"/>
                  <a:pt x="512" y="389"/>
                </a:cubicBezTo>
                <a:cubicBezTo>
                  <a:pt x="512" y="388"/>
                  <a:pt x="512" y="387"/>
                  <a:pt x="512" y="386"/>
                </a:cubicBezTo>
                <a:cubicBezTo>
                  <a:pt x="512" y="386"/>
                  <a:pt x="513" y="385"/>
                  <a:pt x="513" y="385"/>
                </a:cubicBezTo>
                <a:cubicBezTo>
                  <a:pt x="513" y="385"/>
                  <a:pt x="513" y="385"/>
                  <a:pt x="514" y="385"/>
                </a:cubicBezTo>
                <a:cubicBezTo>
                  <a:pt x="514" y="384"/>
                  <a:pt x="514" y="384"/>
                  <a:pt x="514" y="384"/>
                </a:cubicBezTo>
                <a:cubicBezTo>
                  <a:pt x="515" y="384"/>
                  <a:pt x="516" y="383"/>
                  <a:pt x="517" y="383"/>
                </a:cubicBezTo>
                <a:cubicBezTo>
                  <a:pt x="518" y="383"/>
                  <a:pt x="519" y="383"/>
                  <a:pt x="520" y="382"/>
                </a:cubicBezTo>
                <a:cubicBezTo>
                  <a:pt x="525" y="382"/>
                  <a:pt x="530" y="382"/>
                  <a:pt x="532" y="382"/>
                </a:cubicBezTo>
                <a:cubicBezTo>
                  <a:pt x="540" y="382"/>
                  <a:pt x="554" y="381"/>
                  <a:pt x="559" y="389"/>
                </a:cubicBezTo>
                <a:cubicBezTo>
                  <a:pt x="559" y="389"/>
                  <a:pt x="559" y="389"/>
                  <a:pt x="559" y="389"/>
                </a:cubicBezTo>
                <a:cubicBezTo>
                  <a:pt x="559" y="389"/>
                  <a:pt x="559" y="389"/>
                  <a:pt x="559" y="389"/>
                </a:cubicBezTo>
                <a:cubicBezTo>
                  <a:pt x="559" y="389"/>
                  <a:pt x="559" y="389"/>
                  <a:pt x="559" y="389"/>
                </a:cubicBezTo>
                <a:cubicBezTo>
                  <a:pt x="561" y="393"/>
                  <a:pt x="562" y="396"/>
                  <a:pt x="564" y="400"/>
                </a:cubicBezTo>
                <a:cubicBezTo>
                  <a:pt x="565" y="401"/>
                  <a:pt x="565" y="402"/>
                  <a:pt x="566" y="403"/>
                </a:cubicBezTo>
                <a:cubicBezTo>
                  <a:pt x="566" y="403"/>
                  <a:pt x="566" y="403"/>
                  <a:pt x="566" y="403"/>
                </a:cubicBezTo>
                <a:cubicBezTo>
                  <a:pt x="566" y="404"/>
                  <a:pt x="566" y="404"/>
                  <a:pt x="566" y="404"/>
                </a:cubicBezTo>
                <a:cubicBezTo>
                  <a:pt x="566" y="404"/>
                  <a:pt x="566" y="405"/>
                  <a:pt x="566" y="405"/>
                </a:cubicBezTo>
                <a:cubicBezTo>
                  <a:pt x="566" y="405"/>
                  <a:pt x="566" y="405"/>
                  <a:pt x="566" y="405"/>
                </a:cubicBezTo>
                <a:cubicBezTo>
                  <a:pt x="566" y="405"/>
                  <a:pt x="566" y="405"/>
                  <a:pt x="566" y="405"/>
                </a:cubicBezTo>
                <a:cubicBezTo>
                  <a:pt x="566" y="406"/>
                  <a:pt x="565" y="406"/>
                  <a:pt x="565" y="406"/>
                </a:cubicBezTo>
                <a:cubicBezTo>
                  <a:pt x="565" y="406"/>
                  <a:pt x="565" y="406"/>
                  <a:pt x="565" y="406"/>
                </a:cubicBezTo>
                <a:cubicBezTo>
                  <a:pt x="565" y="407"/>
                  <a:pt x="565" y="407"/>
                  <a:pt x="564" y="407"/>
                </a:cubicBezTo>
                <a:cubicBezTo>
                  <a:pt x="564" y="407"/>
                  <a:pt x="564" y="407"/>
                  <a:pt x="564" y="407"/>
                </a:cubicBezTo>
                <a:cubicBezTo>
                  <a:pt x="564" y="408"/>
                  <a:pt x="564" y="408"/>
                  <a:pt x="564" y="408"/>
                </a:cubicBezTo>
                <a:cubicBezTo>
                  <a:pt x="564" y="408"/>
                  <a:pt x="563" y="408"/>
                  <a:pt x="563" y="408"/>
                </a:cubicBezTo>
                <a:cubicBezTo>
                  <a:pt x="563" y="408"/>
                  <a:pt x="562" y="409"/>
                  <a:pt x="561" y="409"/>
                </a:cubicBezTo>
                <a:cubicBezTo>
                  <a:pt x="561" y="409"/>
                  <a:pt x="561" y="409"/>
                  <a:pt x="560" y="409"/>
                </a:cubicBezTo>
                <a:cubicBezTo>
                  <a:pt x="560" y="409"/>
                  <a:pt x="559" y="409"/>
                  <a:pt x="559" y="410"/>
                </a:cubicBezTo>
                <a:cubicBezTo>
                  <a:pt x="559" y="410"/>
                  <a:pt x="559" y="410"/>
                  <a:pt x="559" y="410"/>
                </a:cubicBezTo>
                <a:cubicBezTo>
                  <a:pt x="558" y="410"/>
                  <a:pt x="558" y="410"/>
                  <a:pt x="558" y="410"/>
                </a:cubicBezTo>
                <a:cubicBezTo>
                  <a:pt x="550" y="410"/>
                  <a:pt x="541" y="410"/>
                  <a:pt x="532" y="410"/>
                </a:cubicBezTo>
                <a:cubicBezTo>
                  <a:pt x="532" y="410"/>
                  <a:pt x="531" y="410"/>
                  <a:pt x="530" y="410"/>
                </a:cubicBezTo>
                <a:cubicBezTo>
                  <a:pt x="530" y="410"/>
                  <a:pt x="530" y="410"/>
                  <a:pt x="530" y="410"/>
                </a:cubicBezTo>
                <a:cubicBezTo>
                  <a:pt x="527" y="409"/>
                  <a:pt x="524" y="408"/>
                  <a:pt x="521" y="406"/>
                </a:cubicBezTo>
                <a:cubicBezTo>
                  <a:pt x="520" y="406"/>
                  <a:pt x="520" y="406"/>
                  <a:pt x="519" y="405"/>
                </a:cubicBezTo>
                <a:close/>
                <a:moveTo>
                  <a:pt x="589" y="451"/>
                </a:moveTo>
                <a:cubicBezTo>
                  <a:pt x="589" y="452"/>
                  <a:pt x="588" y="452"/>
                  <a:pt x="588" y="452"/>
                </a:cubicBezTo>
                <a:cubicBezTo>
                  <a:pt x="588" y="452"/>
                  <a:pt x="588" y="452"/>
                  <a:pt x="588" y="453"/>
                </a:cubicBezTo>
                <a:cubicBezTo>
                  <a:pt x="588" y="453"/>
                  <a:pt x="588" y="453"/>
                  <a:pt x="588" y="453"/>
                </a:cubicBezTo>
                <a:cubicBezTo>
                  <a:pt x="588" y="453"/>
                  <a:pt x="588" y="453"/>
                  <a:pt x="588" y="454"/>
                </a:cubicBezTo>
                <a:cubicBezTo>
                  <a:pt x="588" y="454"/>
                  <a:pt x="588" y="454"/>
                  <a:pt x="587" y="454"/>
                </a:cubicBezTo>
                <a:cubicBezTo>
                  <a:pt x="587" y="454"/>
                  <a:pt x="587" y="454"/>
                  <a:pt x="587" y="454"/>
                </a:cubicBezTo>
                <a:cubicBezTo>
                  <a:pt x="587" y="454"/>
                  <a:pt x="587" y="454"/>
                  <a:pt x="587" y="455"/>
                </a:cubicBezTo>
                <a:cubicBezTo>
                  <a:pt x="585" y="456"/>
                  <a:pt x="583" y="457"/>
                  <a:pt x="581" y="457"/>
                </a:cubicBezTo>
                <a:cubicBezTo>
                  <a:pt x="581" y="457"/>
                  <a:pt x="581" y="457"/>
                  <a:pt x="581" y="457"/>
                </a:cubicBezTo>
                <a:cubicBezTo>
                  <a:pt x="580" y="457"/>
                  <a:pt x="579" y="457"/>
                  <a:pt x="578" y="457"/>
                </a:cubicBezTo>
                <a:cubicBezTo>
                  <a:pt x="578" y="457"/>
                  <a:pt x="578" y="457"/>
                  <a:pt x="578" y="457"/>
                </a:cubicBezTo>
                <a:cubicBezTo>
                  <a:pt x="577" y="457"/>
                  <a:pt x="577" y="457"/>
                  <a:pt x="577" y="457"/>
                </a:cubicBezTo>
                <a:cubicBezTo>
                  <a:pt x="577" y="457"/>
                  <a:pt x="576" y="457"/>
                  <a:pt x="575" y="457"/>
                </a:cubicBezTo>
                <a:cubicBezTo>
                  <a:pt x="552" y="457"/>
                  <a:pt x="552" y="457"/>
                  <a:pt x="552" y="457"/>
                </a:cubicBezTo>
                <a:cubicBezTo>
                  <a:pt x="551" y="457"/>
                  <a:pt x="550" y="457"/>
                  <a:pt x="549" y="457"/>
                </a:cubicBezTo>
                <a:cubicBezTo>
                  <a:pt x="549" y="457"/>
                  <a:pt x="549" y="457"/>
                  <a:pt x="548" y="457"/>
                </a:cubicBezTo>
                <a:cubicBezTo>
                  <a:pt x="543" y="456"/>
                  <a:pt x="538" y="454"/>
                  <a:pt x="535" y="450"/>
                </a:cubicBezTo>
                <a:cubicBezTo>
                  <a:pt x="534" y="449"/>
                  <a:pt x="534" y="449"/>
                  <a:pt x="534" y="448"/>
                </a:cubicBezTo>
                <a:cubicBezTo>
                  <a:pt x="534" y="448"/>
                  <a:pt x="534" y="448"/>
                  <a:pt x="534" y="448"/>
                </a:cubicBezTo>
                <a:cubicBezTo>
                  <a:pt x="534" y="448"/>
                  <a:pt x="534" y="448"/>
                  <a:pt x="534" y="448"/>
                </a:cubicBezTo>
                <a:cubicBezTo>
                  <a:pt x="533" y="444"/>
                  <a:pt x="531" y="441"/>
                  <a:pt x="530" y="438"/>
                </a:cubicBezTo>
                <a:cubicBezTo>
                  <a:pt x="530" y="436"/>
                  <a:pt x="528" y="434"/>
                  <a:pt x="528" y="432"/>
                </a:cubicBezTo>
                <a:cubicBezTo>
                  <a:pt x="528" y="432"/>
                  <a:pt x="528" y="432"/>
                  <a:pt x="528" y="432"/>
                </a:cubicBezTo>
                <a:cubicBezTo>
                  <a:pt x="528" y="431"/>
                  <a:pt x="528" y="431"/>
                  <a:pt x="528" y="431"/>
                </a:cubicBezTo>
                <a:cubicBezTo>
                  <a:pt x="528" y="431"/>
                  <a:pt x="528" y="431"/>
                  <a:pt x="528" y="431"/>
                </a:cubicBezTo>
                <a:cubicBezTo>
                  <a:pt x="528" y="430"/>
                  <a:pt x="528" y="429"/>
                  <a:pt x="528" y="428"/>
                </a:cubicBezTo>
                <a:cubicBezTo>
                  <a:pt x="528" y="428"/>
                  <a:pt x="528" y="427"/>
                  <a:pt x="528" y="427"/>
                </a:cubicBezTo>
                <a:cubicBezTo>
                  <a:pt x="528" y="427"/>
                  <a:pt x="528" y="427"/>
                  <a:pt x="528" y="427"/>
                </a:cubicBezTo>
                <a:cubicBezTo>
                  <a:pt x="530" y="425"/>
                  <a:pt x="532" y="424"/>
                  <a:pt x="535" y="423"/>
                </a:cubicBezTo>
                <a:cubicBezTo>
                  <a:pt x="535" y="423"/>
                  <a:pt x="535" y="423"/>
                  <a:pt x="536" y="423"/>
                </a:cubicBezTo>
                <a:cubicBezTo>
                  <a:pt x="536" y="423"/>
                  <a:pt x="537" y="423"/>
                  <a:pt x="538" y="423"/>
                </a:cubicBezTo>
                <a:cubicBezTo>
                  <a:pt x="538" y="423"/>
                  <a:pt x="538" y="423"/>
                  <a:pt x="538" y="423"/>
                </a:cubicBezTo>
                <a:cubicBezTo>
                  <a:pt x="540" y="423"/>
                  <a:pt x="540" y="423"/>
                  <a:pt x="540" y="423"/>
                </a:cubicBezTo>
                <a:cubicBezTo>
                  <a:pt x="540" y="423"/>
                  <a:pt x="540" y="423"/>
                  <a:pt x="541" y="423"/>
                </a:cubicBezTo>
                <a:cubicBezTo>
                  <a:pt x="548" y="423"/>
                  <a:pt x="555" y="423"/>
                  <a:pt x="563" y="423"/>
                </a:cubicBezTo>
                <a:cubicBezTo>
                  <a:pt x="563" y="423"/>
                  <a:pt x="563" y="423"/>
                  <a:pt x="563" y="423"/>
                </a:cubicBezTo>
                <a:cubicBezTo>
                  <a:pt x="563" y="423"/>
                  <a:pt x="563" y="423"/>
                  <a:pt x="563" y="423"/>
                </a:cubicBezTo>
                <a:cubicBezTo>
                  <a:pt x="563" y="423"/>
                  <a:pt x="564" y="423"/>
                  <a:pt x="565" y="423"/>
                </a:cubicBezTo>
                <a:cubicBezTo>
                  <a:pt x="565" y="423"/>
                  <a:pt x="565" y="423"/>
                  <a:pt x="565" y="423"/>
                </a:cubicBezTo>
                <a:cubicBezTo>
                  <a:pt x="570" y="424"/>
                  <a:pt x="576" y="426"/>
                  <a:pt x="579" y="430"/>
                </a:cubicBezTo>
                <a:cubicBezTo>
                  <a:pt x="579" y="430"/>
                  <a:pt x="579" y="431"/>
                  <a:pt x="580" y="431"/>
                </a:cubicBezTo>
                <a:cubicBezTo>
                  <a:pt x="581" y="433"/>
                  <a:pt x="581" y="433"/>
                  <a:pt x="581" y="433"/>
                </a:cubicBezTo>
                <a:cubicBezTo>
                  <a:pt x="582" y="436"/>
                  <a:pt x="584" y="439"/>
                  <a:pt x="585" y="442"/>
                </a:cubicBezTo>
                <a:cubicBezTo>
                  <a:pt x="586" y="443"/>
                  <a:pt x="588" y="446"/>
                  <a:pt x="588" y="448"/>
                </a:cubicBezTo>
                <a:cubicBezTo>
                  <a:pt x="589" y="449"/>
                  <a:pt x="589" y="450"/>
                  <a:pt x="589" y="451"/>
                </a:cubicBezTo>
                <a:close/>
                <a:moveTo>
                  <a:pt x="594" y="406"/>
                </a:moveTo>
                <a:cubicBezTo>
                  <a:pt x="593" y="406"/>
                  <a:pt x="593" y="405"/>
                  <a:pt x="592" y="405"/>
                </a:cubicBezTo>
                <a:cubicBezTo>
                  <a:pt x="591" y="404"/>
                  <a:pt x="590" y="403"/>
                  <a:pt x="590" y="402"/>
                </a:cubicBezTo>
                <a:cubicBezTo>
                  <a:pt x="589" y="401"/>
                  <a:pt x="589" y="401"/>
                  <a:pt x="589" y="401"/>
                </a:cubicBezTo>
                <a:cubicBezTo>
                  <a:pt x="589" y="401"/>
                  <a:pt x="589" y="401"/>
                  <a:pt x="589" y="401"/>
                </a:cubicBezTo>
                <a:cubicBezTo>
                  <a:pt x="587" y="398"/>
                  <a:pt x="585" y="394"/>
                  <a:pt x="583" y="390"/>
                </a:cubicBezTo>
                <a:cubicBezTo>
                  <a:pt x="583" y="390"/>
                  <a:pt x="583" y="390"/>
                  <a:pt x="583" y="390"/>
                </a:cubicBezTo>
                <a:cubicBezTo>
                  <a:pt x="582" y="389"/>
                  <a:pt x="582" y="389"/>
                  <a:pt x="582" y="389"/>
                </a:cubicBezTo>
                <a:cubicBezTo>
                  <a:pt x="582" y="388"/>
                  <a:pt x="582" y="387"/>
                  <a:pt x="582" y="386"/>
                </a:cubicBezTo>
                <a:cubicBezTo>
                  <a:pt x="582" y="385"/>
                  <a:pt x="582" y="385"/>
                  <a:pt x="583" y="384"/>
                </a:cubicBezTo>
                <a:cubicBezTo>
                  <a:pt x="584" y="383"/>
                  <a:pt x="585" y="383"/>
                  <a:pt x="586" y="383"/>
                </a:cubicBezTo>
                <a:cubicBezTo>
                  <a:pt x="588" y="382"/>
                  <a:pt x="589" y="382"/>
                  <a:pt x="591" y="382"/>
                </a:cubicBezTo>
                <a:cubicBezTo>
                  <a:pt x="591" y="382"/>
                  <a:pt x="591" y="382"/>
                  <a:pt x="591" y="382"/>
                </a:cubicBezTo>
                <a:cubicBezTo>
                  <a:pt x="594" y="382"/>
                  <a:pt x="598" y="382"/>
                  <a:pt x="600" y="382"/>
                </a:cubicBezTo>
                <a:cubicBezTo>
                  <a:pt x="609" y="382"/>
                  <a:pt x="623" y="380"/>
                  <a:pt x="629" y="389"/>
                </a:cubicBezTo>
                <a:cubicBezTo>
                  <a:pt x="631" y="392"/>
                  <a:pt x="633" y="394"/>
                  <a:pt x="635" y="397"/>
                </a:cubicBezTo>
                <a:cubicBezTo>
                  <a:pt x="636" y="399"/>
                  <a:pt x="637" y="401"/>
                  <a:pt x="638" y="402"/>
                </a:cubicBezTo>
                <a:cubicBezTo>
                  <a:pt x="639" y="403"/>
                  <a:pt x="639" y="404"/>
                  <a:pt x="639" y="405"/>
                </a:cubicBezTo>
                <a:cubicBezTo>
                  <a:pt x="639" y="405"/>
                  <a:pt x="639" y="406"/>
                  <a:pt x="639" y="406"/>
                </a:cubicBezTo>
                <a:cubicBezTo>
                  <a:pt x="639" y="407"/>
                  <a:pt x="638" y="407"/>
                  <a:pt x="638" y="407"/>
                </a:cubicBezTo>
                <a:cubicBezTo>
                  <a:pt x="638" y="407"/>
                  <a:pt x="638" y="407"/>
                  <a:pt x="638" y="407"/>
                </a:cubicBezTo>
                <a:cubicBezTo>
                  <a:pt x="638" y="407"/>
                  <a:pt x="638" y="407"/>
                  <a:pt x="638" y="407"/>
                </a:cubicBezTo>
                <a:cubicBezTo>
                  <a:pt x="638" y="408"/>
                  <a:pt x="638" y="408"/>
                  <a:pt x="637" y="408"/>
                </a:cubicBezTo>
                <a:cubicBezTo>
                  <a:pt x="637" y="408"/>
                  <a:pt x="637" y="408"/>
                  <a:pt x="637" y="408"/>
                </a:cubicBezTo>
                <a:cubicBezTo>
                  <a:pt x="637" y="408"/>
                  <a:pt x="637" y="408"/>
                  <a:pt x="636" y="408"/>
                </a:cubicBezTo>
                <a:cubicBezTo>
                  <a:pt x="636" y="408"/>
                  <a:pt x="635" y="409"/>
                  <a:pt x="635" y="409"/>
                </a:cubicBezTo>
                <a:cubicBezTo>
                  <a:pt x="635" y="409"/>
                  <a:pt x="635" y="409"/>
                  <a:pt x="635" y="409"/>
                </a:cubicBezTo>
                <a:cubicBezTo>
                  <a:pt x="635" y="409"/>
                  <a:pt x="635" y="409"/>
                  <a:pt x="635" y="409"/>
                </a:cubicBezTo>
                <a:cubicBezTo>
                  <a:pt x="631" y="410"/>
                  <a:pt x="625" y="410"/>
                  <a:pt x="621" y="410"/>
                </a:cubicBezTo>
                <a:cubicBezTo>
                  <a:pt x="616" y="410"/>
                  <a:pt x="611" y="410"/>
                  <a:pt x="607" y="410"/>
                </a:cubicBezTo>
                <a:cubicBezTo>
                  <a:pt x="602" y="410"/>
                  <a:pt x="598" y="408"/>
                  <a:pt x="594" y="406"/>
                </a:cubicBezTo>
                <a:close/>
                <a:moveTo>
                  <a:pt x="670" y="454"/>
                </a:moveTo>
                <a:cubicBezTo>
                  <a:pt x="670" y="454"/>
                  <a:pt x="670" y="454"/>
                  <a:pt x="670" y="454"/>
                </a:cubicBezTo>
                <a:cubicBezTo>
                  <a:pt x="669" y="455"/>
                  <a:pt x="668" y="456"/>
                  <a:pt x="666" y="456"/>
                </a:cubicBezTo>
                <a:cubicBezTo>
                  <a:pt x="665" y="457"/>
                  <a:pt x="664" y="457"/>
                  <a:pt x="662" y="457"/>
                </a:cubicBezTo>
                <a:cubicBezTo>
                  <a:pt x="660" y="457"/>
                  <a:pt x="660" y="457"/>
                  <a:pt x="660" y="457"/>
                </a:cubicBezTo>
                <a:cubicBezTo>
                  <a:pt x="660" y="457"/>
                  <a:pt x="660" y="457"/>
                  <a:pt x="660" y="457"/>
                </a:cubicBezTo>
                <a:cubicBezTo>
                  <a:pt x="651" y="457"/>
                  <a:pt x="643" y="457"/>
                  <a:pt x="635" y="457"/>
                </a:cubicBezTo>
                <a:cubicBezTo>
                  <a:pt x="634" y="457"/>
                  <a:pt x="633" y="457"/>
                  <a:pt x="632" y="457"/>
                </a:cubicBezTo>
                <a:cubicBezTo>
                  <a:pt x="632" y="457"/>
                  <a:pt x="632" y="457"/>
                  <a:pt x="632" y="457"/>
                </a:cubicBezTo>
                <a:cubicBezTo>
                  <a:pt x="626" y="456"/>
                  <a:pt x="620" y="454"/>
                  <a:pt x="616" y="449"/>
                </a:cubicBezTo>
                <a:cubicBezTo>
                  <a:pt x="616" y="449"/>
                  <a:pt x="616" y="448"/>
                  <a:pt x="615" y="448"/>
                </a:cubicBezTo>
                <a:cubicBezTo>
                  <a:pt x="615" y="448"/>
                  <a:pt x="615" y="448"/>
                  <a:pt x="615" y="448"/>
                </a:cubicBezTo>
                <a:cubicBezTo>
                  <a:pt x="615" y="448"/>
                  <a:pt x="615" y="448"/>
                  <a:pt x="615" y="448"/>
                </a:cubicBezTo>
                <a:cubicBezTo>
                  <a:pt x="614" y="445"/>
                  <a:pt x="612" y="441"/>
                  <a:pt x="610" y="438"/>
                </a:cubicBezTo>
                <a:cubicBezTo>
                  <a:pt x="609" y="436"/>
                  <a:pt x="606" y="433"/>
                  <a:pt x="606" y="430"/>
                </a:cubicBezTo>
                <a:cubicBezTo>
                  <a:pt x="606" y="430"/>
                  <a:pt x="606" y="430"/>
                  <a:pt x="606" y="430"/>
                </a:cubicBezTo>
                <a:cubicBezTo>
                  <a:pt x="605" y="429"/>
                  <a:pt x="605" y="429"/>
                  <a:pt x="605" y="429"/>
                </a:cubicBezTo>
                <a:cubicBezTo>
                  <a:pt x="605" y="426"/>
                  <a:pt x="607" y="425"/>
                  <a:pt x="610" y="424"/>
                </a:cubicBezTo>
                <a:cubicBezTo>
                  <a:pt x="610" y="424"/>
                  <a:pt x="610" y="424"/>
                  <a:pt x="610" y="424"/>
                </a:cubicBezTo>
                <a:cubicBezTo>
                  <a:pt x="610" y="424"/>
                  <a:pt x="610" y="424"/>
                  <a:pt x="610" y="424"/>
                </a:cubicBezTo>
                <a:cubicBezTo>
                  <a:pt x="610" y="424"/>
                  <a:pt x="610" y="424"/>
                  <a:pt x="611" y="423"/>
                </a:cubicBezTo>
                <a:cubicBezTo>
                  <a:pt x="612" y="423"/>
                  <a:pt x="613" y="423"/>
                  <a:pt x="615" y="423"/>
                </a:cubicBezTo>
                <a:cubicBezTo>
                  <a:pt x="631" y="423"/>
                  <a:pt x="631" y="423"/>
                  <a:pt x="631" y="423"/>
                </a:cubicBezTo>
                <a:cubicBezTo>
                  <a:pt x="634" y="423"/>
                  <a:pt x="637" y="423"/>
                  <a:pt x="639" y="423"/>
                </a:cubicBezTo>
                <a:cubicBezTo>
                  <a:pt x="639" y="423"/>
                  <a:pt x="639" y="423"/>
                  <a:pt x="639" y="423"/>
                </a:cubicBezTo>
                <a:cubicBezTo>
                  <a:pt x="639" y="423"/>
                  <a:pt x="639" y="423"/>
                  <a:pt x="640" y="423"/>
                </a:cubicBezTo>
                <a:cubicBezTo>
                  <a:pt x="640" y="423"/>
                  <a:pt x="641" y="423"/>
                  <a:pt x="642" y="423"/>
                </a:cubicBezTo>
                <a:cubicBezTo>
                  <a:pt x="642" y="423"/>
                  <a:pt x="642" y="423"/>
                  <a:pt x="642" y="423"/>
                </a:cubicBezTo>
                <a:cubicBezTo>
                  <a:pt x="647" y="424"/>
                  <a:pt x="653" y="426"/>
                  <a:pt x="656" y="429"/>
                </a:cubicBezTo>
                <a:cubicBezTo>
                  <a:pt x="657" y="429"/>
                  <a:pt x="657" y="430"/>
                  <a:pt x="657" y="430"/>
                </a:cubicBezTo>
                <a:cubicBezTo>
                  <a:pt x="657" y="430"/>
                  <a:pt x="657" y="430"/>
                  <a:pt x="657" y="431"/>
                </a:cubicBezTo>
                <a:cubicBezTo>
                  <a:pt x="658" y="431"/>
                  <a:pt x="658" y="431"/>
                  <a:pt x="658" y="431"/>
                </a:cubicBezTo>
                <a:cubicBezTo>
                  <a:pt x="658" y="431"/>
                  <a:pt x="658" y="431"/>
                  <a:pt x="658" y="431"/>
                </a:cubicBezTo>
                <a:cubicBezTo>
                  <a:pt x="659" y="432"/>
                  <a:pt x="659" y="432"/>
                  <a:pt x="659" y="432"/>
                </a:cubicBezTo>
                <a:cubicBezTo>
                  <a:pt x="660" y="434"/>
                  <a:pt x="662" y="436"/>
                  <a:pt x="663" y="439"/>
                </a:cubicBezTo>
                <a:cubicBezTo>
                  <a:pt x="663" y="439"/>
                  <a:pt x="663" y="439"/>
                  <a:pt x="663" y="439"/>
                </a:cubicBezTo>
                <a:cubicBezTo>
                  <a:pt x="665" y="442"/>
                  <a:pt x="668" y="445"/>
                  <a:pt x="670" y="449"/>
                </a:cubicBezTo>
                <a:cubicBezTo>
                  <a:pt x="670" y="449"/>
                  <a:pt x="670" y="449"/>
                  <a:pt x="670" y="449"/>
                </a:cubicBezTo>
                <a:cubicBezTo>
                  <a:pt x="670" y="449"/>
                  <a:pt x="670" y="449"/>
                  <a:pt x="670" y="449"/>
                </a:cubicBezTo>
                <a:cubicBezTo>
                  <a:pt x="671" y="451"/>
                  <a:pt x="671" y="453"/>
                  <a:pt x="670" y="454"/>
                </a:cubicBezTo>
                <a:close/>
                <a:moveTo>
                  <a:pt x="729" y="79"/>
                </a:moveTo>
                <a:cubicBezTo>
                  <a:pt x="753" y="103"/>
                  <a:pt x="766" y="136"/>
                  <a:pt x="766" y="170"/>
                </a:cubicBezTo>
                <a:cubicBezTo>
                  <a:pt x="766" y="204"/>
                  <a:pt x="753" y="237"/>
                  <a:pt x="729" y="261"/>
                </a:cubicBezTo>
                <a:cubicBezTo>
                  <a:pt x="757" y="248"/>
                  <a:pt x="782" y="212"/>
                  <a:pt x="782" y="170"/>
                </a:cubicBezTo>
                <a:cubicBezTo>
                  <a:pt x="782" y="127"/>
                  <a:pt x="757" y="92"/>
                  <a:pt x="729" y="79"/>
                </a:cubicBezTo>
                <a:close/>
                <a:moveTo>
                  <a:pt x="53" y="79"/>
                </a:moveTo>
                <a:cubicBezTo>
                  <a:pt x="26" y="92"/>
                  <a:pt x="0" y="127"/>
                  <a:pt x="0" y="170"/>
                </a:cubicBezTo>
                <a:cubicBezTo>
                  <a:pt x="0" y="212"/>
                  <a:pt x="26" y="248"/>
                  <a:pt x="53" y="261"/>
                </a:cubicBezTo>
                <a:cubicBezTo>
                  <a:pt x="30" y="237"/>
                  <a:pt x="16" y="204"/>
                  <a:pt x="16" y="170"/>
                </a:cubicBezTo>
                <a:cubicBezTo>
                  <a:pt x="16" y="136"/>
                  <a:pt x="30" y="103"/>
                  <a:pt x="53" y="79"/>
                </a:cubicBezTo>
                <a:close/>
              </a:path>
            </a:pathLst>
          </a:custGeom>
          <a:solidFill>
            <a:srgbClr val="FFFFFF"/>
          </a:solidFill>
          <a:ln w="9525">
            <a:noFill/>
            <a:round/>
            <a:headEnd/>
            <a:tailEnd/>
          </a:ln>
        </p:spPr>
        <p:txBody>
          <a:bodyPr vert="horz" wrap="square" lIns="91427" tIns="45713" rIns="91427" bIns="45713" numCol="1" anchor="t" anchorCtr="0" compatLnSpc="1">
            <a:prstTxWarp prst="textNoShape">
              <a:avLst/>
            </a:prstTxWarp>
          </a:bodyPr>
          <a:lstStyle/>
          <a:p>
            <a:pPr defTabSz="932563"/>
            <a:endParaRPr lang="en-GB">
              <a:solidFill>
                <a:srgbClr val="FFFFFF"/>
              </a:solidFill>
            </a:endParaRPr>
          </a:p>
        </p:txBody>
      </p:sp>
      <p:grpSp>
        <p:nvGrpSpPr>
          <p:cNvPr id="218" name="组合 168"/>
          <p:cNvGrpSpPr/>
          <p:nvPr/>
        </p:nvGrpSpPr>
        <p:grpSpPr>
          <a:xfrm>
            <a:off x="5654287" y="5465767"/>
            <a:ext cx="370834" cy="500500"/>
            <a:chOff x="3260005" y="1560934"/>
            <a:chExt cx="370834" cy="500500"/>
          </a:xfrm>
        </p:grpSpPr>
        <p:sp>
          <p:nvSpPr>
            <p:cNvPr id="219" name="Freeform 41"/>
            <p:cNvSpPr>
              <a:spLocks/>
            </p:cNvSpPr>
            <p:nvPr/>
          </p:nvSpPr>
          <p:spPr bwMode="auto">
            <a:xfrm>
              <a:off x="3320003" y="1560934"/>
              <a:ext cx="310836" cy="403323"/>
            </a:xfrm>
            <a:custGeom>
              <a:avLst/>
              <a:gdLst>
                <a:gd name="T0" fmla="*/ 533 w 594"/>
                <a:gd name="T1" fmla="*/ 0 h 771"/>
                <a:gd name="T2" fmla="*/ 63 w 594"/>
                <a:gd name="T3" fmla="*/ 0 h 771"/>
                <a:gd name="T4" fmla="*/ 0 w 594"/>
                <a:gd name="T5" fmla="*/ 61 h 771"/>
                <a:gd name="T6" fmla="*/ 0 w 594"/>
                <a:gd name="T7" fmla="*/ 554 h 771"/>
                <a:gd name="T8" fmla="*/ 10 w 594"/>
                <a:gd name="T9" fmla="*/ 536 h 771"/>
                <a:gd name="T10" fmla="*/ 57 w 594"/>
                <a:gd name="T11" fmla="*/ 445 h 771"/>
                <a:gd name="T12" fmla="*/ 57 w 594"/>
                <a:gd name="T13" fmla="*/ 61 h 771"/>
                <a:gd name="T14" fmla="*/ 63 w 594"/>
                <a:gd name="T15" fmla="*/ 56 h 771"/>
                <a:gd name="T16" fmla="*/ 533 w 594"/>
                <a:gd name="T17" fmla="*/ 56 h 771"/>
                <a:gd name="T18" fmla="*/ 537 w 594"/>
                <a:gd name="T19" fmla="*/ 61 h 771"/>
                <a:gd name="T20" fmla="*/ 537 w 594"/>
                <a:gd name="T21" fmla="*/ 708 h 771"/>
                <a:gd name="T22" fmla="*/ 533 w 594"/>
                <a:gd name="T23" fmla="*/ 714 h 771"/>
                <a:gd name="T24" fmla="*/ 255 w 594"/>
                <a:gd name="T25" fmla="*/ 714 h 771"/>
                <a:gd name="T26" fmla="*/ 258 w 594"/>
                <a:gd name="T27" fmla="*/ 771 h 771"/>
                <a:gd name="T28" fmla="*/ 533 w 594"/>
                <a:gd name="T29" fmla="*/ 771 h 771"/>
                <a:gd name="T30" fmla="*/ 594 w 594"/>
                <a:gd name="T31" fmla="*/ 708 h 771"/>
                <a:gd name="T32" fmla="*/ 594 w 594"/>
                <a:gd name="T33" fmla="*/ 61 h 771"/>
                <a:gd name="T34" fmla="*/ 533 w 594"/>
                <a:gd name="T35" fmla="*/ 0 h 7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4" h="771">
                  <a:moveTo>
                    <a:pt x="533" y="0"/>
                  </a:moveTo>
                  <a:cubicBezTo>
                    <a:pt x="63" y="0"/>
                    <a:pt x="63" y="0"/>
                    <a:pt x="63" y="0"/>
                  </a:cubicBezTo>
                  <a:cubicBezTo>
                    <a:pt x="28" y="0"/>
                    <a:pt x="0" y="28"/>
                    <a:pt x="0" y="61"/>
                  </a:cubicBezTo>
                  <a:cubicBezTo>
                    <a:pt x="0" y="554"/>
                    <a:pt x="0" y="554"/>
                    <a:pt x="0" y="554"/>
                  </a:cubicBezTo>
                  <a:cubicBezTo>
                    <a:pt x="10" y="536"/>
                    <a:pt x="10" y="536"/>
                    <a:pt x="10" y="536"/>
                  </a:cubicBezTo>
                  <a:cubicBezTo>
                    <a:pt x="57" y="445"/>
                    <a:pt x="57" y="445"/>
                    <a:pt x="57" y="445"/>
                  </a:cubicBezTo>
                  <a:cubicBezTo>
                    <a:pt x="57" y="61"/>
                    <a:pt x="57" y="61"/>
                    <a:pt x="57" y="61"/>
                  </a:cubicBezTo>
                  <a:cubicBezTo>
                    <a:pt x="57" y="58"/>
                    <a:pt x="59" y="56"/>
                    <a:pt x="63" y="56"/>
                  </a:cubicBezTo>
                  <a:cubicBezTo>
                    <a:pt x="533" y="56"/>
                    <a:pt x="533" y="56"/>
                    <a:pt x="533" y="56"/>
                  </a:cubicBezTo>
                  <a:cubicBezTo>
                    <a:pt x="535" y="56"/>
                    <a:pt x="537" y="58"/>
                    <a:pt x="537" y="61"/>
                  </a:cubicBezTo>
                  <a:cubicBezTo>
                    <a:pt x="537" y="708"/>
                    <a:pt x="537" y="708"/>
                    <a:pt x="537" y="708"/>
                  </a:cubicBezTo>
                  <a:cubicBezTo>
                    <a:pt x="537" y="712"/>
                    <a:pt x="535" y="714"/>
                    <a:pt x="533" y="714"/>
                  </a:cubicBezTo>
                  <a:cubicBezTo>
                    <a:pt x="255" y="714"/>
                    <a:pt x="255" y="714"/>
                    <a:pt x="255" y="714"/>
                  </a:cubicBezTo>
                  <a:cubicBezTo>
                    <a:pt x="266" y="734"/>
                    <a:pt x="266" y="755"/>
                    <a:pt x="258" y="771"/>
                  </a:cubicBezTo>
                  <a:cubicBezTo>
                    <a:pt x="533" y="771"/>
                    <a:pt x="533" y="771"/>
                    <a:pt x="533" y="771"/>
                  </a:cubicBezTo>
                  <a:cubicBezTo>
                    <a:pt x="568" y="771"/>
                    <a:pt x="594" y="742"/>
                    <a:pt x="594" y="708"/>
                  </a:cubicBezTo>
                  <a:cubicBezTo>
                    <a:pt x="594" y="61"/>
                    <a:pt x="594" y="61"/>
                    <a:pt x="594" y="61"/>
                  </a:cubicBezTo>
                  <a:cubicBezTo>
                    <a:pt x="594" y="28"/>
                    <a:pt x="568" y="0"/>
                    <a:pt x="533" y="0"/>
                  </a:cubicBezTo>
                  <a:close/>
                </a:path>
              </a:pathLst>
            </a:custGeom>
            <a:solidFill>
              <a:srgbClr val="FFFFFF"/>
            </a:solidFill>
            <a:ln>
              <a:noFill/>
            </a:ln>
          </p:spPr>
          <p:txBody>
            <a:bodyPr vert="horz" wrap="square" lIns="91427" tIns="45713" rIns="91427" bIns="45713" numCol="1" anchor="t" anchorCtr="0" compatLnSpc="1">
              <a:prstTxWarp prst="textNoShape">
                <a:avLst/>
              </a:prstTxWarp>
            </a:bodyPr>
            <a:lstStyle/>
            <a:p>
              <a:pPr>
                <a:defRPr/>
              </a:pPr>
              <a:endParaRPr lang="en-US" kern="0" dirty="0">
                <a:solidFill>
                  <a:srgbClr val="FFFFFF"/>
                </a:solidFill>
              </a:endParaRPr>
            </a:p>
          </p:txBody>
        </p:sp>
        <p:sp>
          <p:nvSpPr>
            <p:cNvPr id="220" name="Freeform 42"/>
            <p:cNvSpPr>
              <a:spLocks/>
            </p:cNvSpPr>
            <p:nvPr/>
          </p:nvSpPr>
          <p:spPr bwMode="auto">
            <a:xfrm>
              <a:off x="3260005" y="1772335"/>
              <a:ext cx="178886" cy="289099"/>
            </a:xfrm>
            <a:custGeom>
              <a:avLst/>
              <a:gdLst>
                <a:gd name="T0" fmla="*/ 306 w 342"/>
                <a:gd name="T1" fmla="*/ 296 h 553"/>
                <a:gd name="T2" fmla="*/ 196 w 342"/>
                <a:gd name="T3" fmla="*/ 225 h 553"/>
                <a:gd name="T4" fmla="*/ 277 w 342"/>
                <a:gd name="T5" fmla="*/ 56 h 553"/>
                <a:gd name="T6" fmla="*/ 263 w 342"/>
                <a:gd name="T7" fmla="*/ 10 h 553"/>
                <a:gd name="T8" fmla="*/ 223 w 342"/>
                <a:gd name="T9" fmla="*/ 29 h 553"/>
                <a:gd name="T10" fmla="*/ 102 w 342"/>
                <a:gd name="T11" fmla="*/ 261 h 553"/>
                <a:gd name="T12" fmla="*/ 85 w 342"/>
                <a:gd name="T13" fmla="*/ 186 h 553"/>
                <a:gd name="T14" fmla="*/ 20 w 342"/>
                <a:gd name="T15" fmla="*/ 135 h 553"/>
                <a:gd name="T16" fmla="*/ 20 w 342"/>
                <a:gd name="T17" fmla="*/ 196 h 553"/>
                <a:gd name="T18" fmla="*/ 50 w 342"/>
                <a:gd name="T19" fmla="*/ 434 h 553"/>
                <a:gd name="T20" fmla="*/ 56 w 342"/>
                <a:gd name="T21" fmla="*/ 471 h 553"/>
                <a:gd name="T22" fmla="*/ 64 w 342"/>
                <a:gd name="T23" fmla="*/ 488 h 553"/>
                <a:gd name="T24" fmla="*/ 106 w 342"/>
                <a:gd name="T25" fmla="*/ 528 h 553"/>
                <a:gd name="T26" fmla="*/ 244 w 342"/>
                <a:gd name="T27" fmla="*/ 490 h 553"/>
                <a:gd name="T28" fmla="*/ 246 w 342"/>
                <a:gd name="T29" fmla="*/ 486 h 553"/>
                <a:gd name="T30" fmla="*/ 335 w 342"/>
                <a:gd name="T31" fmla="*/ 357 h 553"/>
                <a:gd name="T32" fmla="*/ 306 w 342"/>
                <a:gd name="T33" fmla="*/ 296 h 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42" h="553">
                  <a:moveTo>
                    <a:pt x="306" y="296"/>
                  </a:moveTo>
                  <a:cubicBezTo>
                    <a:pt x="196" y="225"/>
                    <a:pt x="196" y="225"/>
                    <a:pt x="196" y="225"/>
                  </a:cubicBezTo>
                  <a:cubicBezTo>
                    <a:pt x="225" y="169"/>
                    <a:pt x="248" y="111"/>
                    <a:pt x="277" y="56"/>
                  </a:cubicBezTo>
                  <a:cubicBezTo>
                    <a:pt x="287" y="40"/>
                    <a:pt x="279" y="17"/>
                    <a:pt x="263" y="10"/>
                  </a:cubicBezTo>
                  <a:cubicBezTo>
                    <a:pt x="246" y="0"/>
                    <a:pt x="233" y="12"/>
                    <a:pt x="223" y="29"/>
                  </a:cubicBezTo>
                  <a:cubicBezTo>
                    <a:pt x="187" y="102"/>
                    <a:pt x="141" y="188"/>
                    <a:pt x="102" y="261"/>
                  </a:cubicBezTo>
                  <a:cubicBezTo>
                    <a:pt x="100" y="244"/>
                    <a:pt x="85" y="186"/>
                    <a:pt x="85" y="186"/>
                  </a:cubicBezTo>
                  <a:cubicBezTo>
                    <a:pt x="81" y="165"/>
                    <a:pt x="45" y="133"/>
                    <a:pt x="20" y="135"/>
                  </a:cubicBezTo>
                  <a:cubicBezTo>
                    <a:pt x="0" y="135"/>
                    <a:pt x="16" y="173"/>
                    <a:pt x="20" y="196"/>
                  </a:cubicBezTo>
                  <a:cubicBezTo>
                    <a:pt x="33" y="277"/>
                    <a:pt x="37" y="354"/>
                    <a:pt x="50" y="434"/>
                  </a:cubicBezTo>
                  <a:cubicBezTo>
                    <a:pt x="50" y="448"/>
                    <a:pt x="52" y="459"/>
                    <a:pt x="56" y="471"/>
                  </a:cubicBezTo>
                  <a:cubicBezTo>
                    <a:pt x="58" y="477"/>
                    <a:pt x="62" y="484"/>
                    <a:pt x="64" y="488"/>
                  </a:cubicBezTo>
                  <a:cubicBezTo>
                    <a:pt x="75" y="503"/>
                    <a:pt x="89" y="519"/>
                    <a:pt x="106" y="528"/>
                  </a:cubicBezTo>
                  <a:cubicBezTo>
                    <a:pt x="156" y="553"/>
                    <a:pt x="216" y="536"/>
                    <a:pt x="244" y="490"/>
                  </a:cubicBezTo>
                  <a:cubicBezTo>
                    <a:pt x="244" y="490"/>
                    <a:pt x="246" y="488"/>
                    <a:pt x="246" y="486"/>
                  </a:cubicBezTo>
                  <a:cubicBezTo>
                    <a:pt x="335" y="357"/>
                    <a:pt x="335" y="357"/>
                    <a:pt x="335" y="357"/>
                  </a:cubicBezTo>
                  <a:cubicBezTo>
                    <a:pt x="342" y="340"/>
                    <a:pt x="323" y="306"/>
                    <a:pt x="306" y="296"/>
                  </a:cubicBezTo>
                  <a:close/>
                </a:path>
              </a:pathLst>
            </a:custGeom>
            <a:solidFill>
              <a:srgbClr val="FFFFFF"/>
            </a:solidFill>
            <a:ln>
              <a:noFill/>
            </a:ln>
          </p:spPr>
          <p:txBody>
            <a:bodyPr vert="horz" wrap="square" lIns="91427" tIns="45713" rIns="91427" bIns="45713" numCol="1" anchor="t" anchorCtr="0" compatLnSpc="1">
              <a:prstTxWarp prst="textNoShape">
                <a:avLst/>
              </a:prstTxWarp>
            </a:bodyPr>
            <a:lstStyle/>
            <a:p>
              <a:pPr>
                <a:defRPr/>
              </a:pPr>
              <a:endParaRPr lang="en-US" kern="0" dirty="0">
                <a:solidFill>
                  <a:srgbClr val="FFFFFF"/>
                </a:solidFill>
              </a:endParaRPr>
            </a:p>
          </p:txBody>
        </p:sp>
      </p:grpSp>
      <p:pic>
        <p:nvPicPr>
          <p:cNvPr id="221" name="Picture 9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5589354" y="595317"/>
            <a:ext cx="557899" cy="557899"/>
          </a:xfrm>
          <a:prstGeom prst="rect">
            <a:avLst/>
          </a:prstGeom>
        </p:spPr>
      </p:pic>
      <p:sp>
        <p:nvSpPr>
          <p:cNvPr id="222" name="文本框 221"/>
          <p:cNvSpPr txBox="1"/>
          <p:nvPr/>
        </p:nvSpPr>
        <p:spPr>
          <a:xfrm>
            <a:off x="6287649" y="638118"/>
            <a:ext cx="748923" cy="461665"/>
          </a:xfrm>
          <a:prstGeom prst="rect">
            <a:avLst/>
          </a:prstGeom>
          <a:noFill/>
        </p:spPr>
        <p:txBody>
          <a:bodyPr wrap="none" rtlCol="0">
            <a:spAutoFit/>
          </a:bodyPr>
          <a:lstStyle/>
          <a:p>
            <a:r>
              <a:rPr lang="en-US" altLang="zh-CN" sz="2400" dirty="0">
                <a:solidFill>
                  <a:schemeClr val="bg1"/>
                </a:solidFill>
                <a:latin typeface="Impact" panose="020B0806030902050204" pitchFamily="34" charset="0"/>
              </a:rPr>
              <a:t>Title</a:t>
            </a:r>
            <a:endParaRPr lang="zh-CN" altLang="en-US" sz="2400" dirty="0">
              <a:solidFill>
                <a:schemeClr val="bg1"/>
              </a:solidFill>
              <a:latin typeface="Impact" panose="020B0806030902050204" pitchFamily="34" charset="0"/>
            </a:endParaRPr>
          </a:p>
        </p:txBody>
      </p:sp>
      <p:sp>
        <p:nvSpPr>
          <p:cNvPr id="223" name="文本框 222"/>
          <p:cNvSpPr txBox="1"/>
          <p:nvPr/>
        </p:nvSpPr>
        <p:spPr>
          <a:xfrm>
            <a:off x="6287649" y="2262615"/>
            <a:ext cx="748923" cy="461665"/>
          </a:xfrm>
          <a:prstGeom prst="rect">
            <a:avLst/>
          </a:prstGeom>
          <a:noFill/>
        </p:spPr>
        <p:txBody>
          <a:bodyPr wrap="none" rtlCol="0">
            <a:spAutoFit/>
          </a:bodyPr>
          <a:lstStyle/>
          <a:p>
            <a:r>
              <a:rPr lang="en-US" altLang="zh-CN" sz="2400" dirty="0">
                <a:solidFill>
                  <a:schemeClr val="bg1"/>
                </a:solidFill>
                <a:latin typeface="Impact" panose="020B0806030902050204" pitchFamily="34" charset="0"/>
              </a:rPr>
              <a:t>Title</a:t>
            </a:r>
            <a:endParaRPr lang="zh-CN" altLang="en-US" sz="2400" dirty="0">
              <a:solidFill>
                <a:schemeClr val="bg1"/>
              </a:solidFill>
              <a:latin typeface="Impact" panose="020B0806030902050204" pitchFamily="34" charset="0"/>
            </a:endParaRPr>
          </a:p>
        </p:txBody>
      </p:sp>
      <p:sp>
        <p:nvSpPr>
          <p:cNvPr id="224" name="文本框 223"/>
          <p:cNvSpPr txBox="1"/>
          <p:nvPr/>
        </p:nvSpPr>
        <p:spPr>
          <a:xfrm>
            <a:off x="6287649" y="3887112"/>
            <a:ext cx="748923" cy="461665"/>
          </a:xfrm>
          <a:prstGeom prst="rect">
            <a:avLst/>
          </a:prstGeom>
          <a:noFill/>
        </p:spPr>
        <p:txBody>
          <a:bodyPr wrap="none" rtlCol="0">
            <a:spAutoFit/>
          </a:bodyPr>
          <a:lstStyle/>
          <a:p>
            <a:r>
              <a:rPr lang="en-US" altLang="zh-CN" sz="2400" dirty="0">
                <a:solidFill>
                  <a:schemeClr val="bg1"/>
                </a:solidFill>
                <a:latin typeface="Impact" panose="020B0806030902050204" pitchFamily="34" charset="0"/>
              </a:rPr>
              <a:t>Title</a:t>
            </a:r>
            <a:endParaRPr lang="zh-CN" altLang="en-US" sz="2400" dirty="0">
              <a:solidFill>
                <a:schemeClr val="bg1"/>
              </a:solidFill>
              <a:latin typeface="Impact" panose="020B0806030902050204" pitchFamily="34" charset="0"/>
            </a:endParaRPr>
          </a:p>
        </p:txBody>
      </p:sp>
      <p:sp>
        <p:nvSpPr>
          <p:cNvPr id="225" name="文本框 224"/>
          <p:cNvSpPr txBox="1"/>
          <p:nvPr/>
        </p:nvSpPr>
        <p:spPr>
          <a:xfrm>
            <a:off x="6287649" y="5511610"/>
            <a:ext cx="748923" cy="461665"/>
          </a:xfrm>
          <a:prstGeom prst="rect">
            <a:avLst/>
          </a:prstGeom>
          <a:noFill/>
        </p:spPr>
        <p:txBody>
          <a:bodyPr wrap="none" rtlCol="0">
            <a:spAutoFit/>
          </a:bodyPr>
          <a:lstStyle/>
          <a:p>
            <a:r>
              <a:rPr lang="en-US" altLang="zh-CN" sz="2400" dirty="0">
                <a:solidFill>
                  <a:schemeClr val="bg1"/>
                </a:solidFill>
                <a:latin typeface="Impact" panose="020B0806030902050204" pitchFamily="34" charset="0"/>
              </a:rPr>
              <a:t>Title</a:t>
            </a:r>
            <a:endParaRPr lang="zh-CN" altLang="en-US" sz="2400" dirty="0">
              <a:solidFill>
                <a:schemeClr val="bg1"/>
              </a:solidFill>
              <a:latin typeface="Impact" panose="020B0806030902050204" pitchFamily="34" charset="0"/>
            </a:endParaRPr>
          </a:p>
        </p:txBody>
      </p:sp>
    </p:spTree>
    <p:extLst>
      <p:ext uri="{BB962C8B-B14F-4D97-AF65-F5344CB8AC3E}">
        <p14:creationId xmlns:p14="http://schemas.microsoft.com/office/powerpoint/2010/main" val="1052946452"/>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 name="Freeform 60"/>
          <p:cNvSpPr>
            <a:spLocks/>
          </p:cNvSpPr>
          <p:nvPr/>
        </p:nvSpPr>
        <p:spPr bwMode="auto">
          <a:xfrm>
            <a:off x="1007063" y="3889553"/>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 name="文本框 107"/>
          <p:cNvSpPr txBox="1"/>
          <p:nvPr/>
        </p:nvSpPr>
        <p:spPr>
          <a:xfrm>
            <a:off x="940215" y="4689154"/>
            <a:ext cx="3970599" cy="1754326"/>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网络</a:t>
            </a:r>
            <a:r>
              <a:rPr lang="en-US" altLang="zh-CN" dirty="0">
                <a:solidFill>
                  <a:prstClr val="black">
                    <a:lumMod val="65000"/>
                    <a:lumOff val="35000"/>
                  </a:prstClr>
                </a:solidFill>
                <a:latin typeface="微软雅黑" panose="020B0503020204020204" pitchFamily="34" charset="-122"/>
              </a:rPr>
              <a:t>EPS</a:t>
            </a:r>
            <a:r>
              <a:rPr lang="zh-CN" altLang="en-US" dirty="0">
                <a:solidFill>
                  <a:prstClr val="black">
                    <a:lumMod val="65000"/>
                    <a:lumOff val="35000"/>
                  </a:prstClr>
                </a:solidFill>
                <a:latin typeface="微软雅黑" panose="020B0503020204020204" pitchFamily="34" charset="-122"/>
              </a:rPr>
              <a:t>素材改编；</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文字、颜色可随意更改；</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可根据排版变换其大小；</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颜色修改注意锯齿内部背景的颜色比锯齿的颜色亮度增加即可。</a:t>
            </a:r>
            <a:endParaRPr lang="en-US" altLang="zh-CN" dirty="0">
              <a:solidFill>
                <a:prstClr val="black">
                  <a:lumMod val="65000"/>
                  <a:lumOff val="35000"/>
                </a:prstClr>
              </a:solidFill>
              <a:latin typeface="微软雅黑" panose="020B0503020204020204" pitchFamily="34" charset="-122"/>
            </a:endParaRPr>
          </a:p>
        </p:txBody>
      </p:sp>
      <p:sp>
        <p:nvSpPr>
          <p:cNvPr id="109" name="圆角矩形 108"/>
          <p:cNvSpPr/>
          <p:nvPr/>
        </p:nvSpPr>
        <p:spPr>
          <a:xfrm>
            <a:off x="1674755" y="4048838"/>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110" name="等腰三角形 109"/>
          <p:cNvSpPr/>
          <p:nvPr/>
        </p:nvSpPr>
        <p:spPr>
          <a:xfrm rot="16200000">
            <a:off x="1600123" y="4116382"/>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4" name="Oval 5"/>
          <p:cNvSpPr>
            <a:spLocks noChangeArrowheads="1"/>
          </p:cNvSpPr>
          <p:nvPr/>
        </p:nvSpPr>
        <p:spPr bwMode="auto">
          <a:xfrm>
            <a:off x="6021159" y="566738"/>
            <a:ext cx="1109663" cy="1098550"/>
          </a:xfrm>
          <a:prstGeom prst="ellipse">
            <a:avLst/>
          </a:prstGeom>
          <a:solidFill>
            <a:srgbClr val="F9CB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 name="Freeform 6"/>
          <p:cNvSpPr>
            <a:spLocks noEditPoints="1"/>
          </p:cNvSpPr>
          <p:nvPr/>
        </p:nvSpPr>
        <p:spPr bwMode="auto">
          <a:xfrm>
            <a:off x="5736997" y="284163"/>
            <a:ext cx="1679575" cy="1663700"/>
          </a:xfrm>
          <a:custGeom>
            <a:avLst/>
            <a:gdLst>
              <a:gd name="T0" fmla="*/ 107 w 165"/>
              <a:gd name="T1" fmla="*/ 4 h 165"/>
              <a:gd name="T2" fmla="*/ 113 w 165"/>
              <a:gd name="T3" fmla="*/ 29 h 165"/>
              <a:gd name="T4" fmla="*/ 135 w 165"/>
              <a:gd name="T5" fmla="*/ 19 h 165"/>
              <a:gd name="T6" fmla="*/ 131 w 165"/>
              <a:gd name="T7" fmla="*/ 45 h 165"/>
              <a:gd name="T8" fmla="*/ 156 w 165"/>
              <a:gd name="T9" fmla="*/ 44 h 165"/>
              <a:gd name="T10" fmla="*/ 142 w 165"/>
              <a:gd name="T11" fmla="*/ 66 h 165"/>
              <a:gd name="T12" fmla="*/ 165 w 165"/>
              <a:gd name="T13" fmla="*/ 75 h 165"/>
              <a:gd name="T14" fmla="*/ 144 w 165"/>
              <a:gd name="T15" fmla="*/ 90 h 165"/>
              <a:gd name="T16" fmla="*/ 161 w 165"/>
              <a:gd name="T17" fmla="*/ 107 h 165"/>
              <a:gd name="T18" fmla="*/ 136 w 165"/>
              <a:gd name="T19" fmla="*/ 113 h 165"/>
              <a:gd name="T20" fmla="*/ 146 w 165"/>
              <a:gd name="T21" fmla="*/ 135 h 165"/>
              <a:gd name="T22" fmla="*/ 120 w 165"/>
              <a:gd name="T23" fmla="*/ 131 h 165"/>
              <a:gd name="T24" fmla="*/ 120 w 165"/>
              <a:gd name="T25" fmla="*/ 156 h 165"/>
              <a:gd name="T26" fmla="*/ 99 w 165"/>
              <a:gd name="T27" fmla="*/ 142 h 165"/>
              <a:gd name="T28" fmla="*/ 90 w 165"/>
              <a:gd name="T29" fmla="*/ 165 h 165"/>
              <a:gd name="T30" fmla="*/ 75 w 165"/>
              <a:gd name="T31" fmla="*/ 144 h 165"/>
              <a:gd name="T32" fmla="*/ 58 w 165"/>
              <a:gd name="T33" fmla="*/ 161 h 165"/>
              <a:gd name="T34" fmla="*/ 52 w 165"/>
              <a:gd name="T35" fmla="*/ 136 h 165"/>
              <a:gd name="T36" fmla="*/ 29 w 165"/>
              <a:gd name="T37" fmla="*/ 146 h 165"/>
              <a:gd name="T38" fmla="*/ 33 w 165"/>
              <a:gd name="T39" fmla="*/ 120 h 165"/>
              <a:gd name="T40" fmla="*/ 9 w 165"/>
              <a:gd name="T41" fmla="*/ 120 h 165"/>
              <a:gd name="T42" fmla="*/ 23 w 165"/>
              <a:gd name="T43" fmla="*/ 99 h 165"/>
              <a:gd name="T44" fmla="*/ 0 w 165"/>
              <a:gd name="T45" fmla="*/ 90 h 165"/>
              <a:gd name="T46" fmla="*/ 21 w 165"/>
              <a:gd name="T47" fmla="*/ 74 h 165"/>
              <a:gd name="T48" fmla="*/ 4 w 165"/>
              <a:gd name="T49" fmla="*/ 58 h 165"/>
              <a:gd name="T50" fmla="*/ 29 w 165"/>
              <a:gd name="T51" fmla="*/ 52 h 165"/>
              <a:gd name="T52" fmla="*/ 19 w 165"/>
              <a:gd name="T53" fmla="*/ 29 h 165"/>
              <a:gd name="T54" fmla="*/ 45 w 165"/>
              <a:gd name="T55" fmla="*/ 33 h 165"/>
              <a:gd name="T56" fmla="*/ 44 w 165"/>
              <a:gd name="T57" fmla="*/ 9 h 165"/>
              <a:gd name="T58" fmla="*/ 66 w 165"/>
              <a:gd name="T59" fmla="*/ 23 h 165"/>
              <a:gd name="T60" fmla="*/ 75 w 165"/>
              <a:gd name="T61" fmla="*/ 0 h 165"/>
              <a:gd name="T62" fmla="*/ 90 w 165"/>
              <a:gd name="T63" fmla="*/ 21 h 165"/>
              <a:gd name="T64" fmla="*/ 95 w 165"/>
              <a:gd name="T65" fmla="*/ 35 h 165"/>
              <a:gd name="T66" fmla="*/ 70 w 165"/>
              <a:gd name="T67" fmla="*/ 130 h 165"/>
              <a:gd name="T68" fmla="*/ 95 w 165"/>
              <a:gd name="T69" fmla="*/ 3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5" h="165">
                <a:moveTo>
                  <a:pt x="100" y="2"/>
                </a:moveTo>
                <a:cubicBezTo>
                  <a:pt x="107" y="4"/>
                  <a:pt x="107" y="4"/>
                  <a:pt x="107" y="4"/>
                </a:cubicBezTo>
                <a:cubicBezTo>
                  <a:pt x="106" y="25"/>
                  <a:pt x="106" y="25"/>
                  <a:pt x="106" y="25"/>
                </a:cubicBezTo>
                <a:cubicBezTo>
                  <a:pt x="109" y="26"/>
                  <a:pt x="111" y="27"/>
                  <a:pt x="113" y="29"/>
                </a:cubicBezTo>
                <a:cubicBezTo>
                  <a:pt x="130" y="15"/>
                  <a:pt x="130" y="15"/>
                  <a:pt x="130" y="15"/>
                </a:cubicBezTo>
                <a:cubicBezTo>
                  <a:pt x="135" y="19"/>
                  <a:pt x="135" y="19"/>
                  <a:pt x="135" y="19"/>
                </a:cubicBezTo>
                <a:cubicBezTo>
                  <a:pt x="126" y="39"/>
                  <a:pt x="126" y="39"/>
                  <a:pt x="126" y="39"/>
                </a:cubicBezTo>
                <a:cubicBezTo>
                  <a:pt x="128" y="41"/>
                  <a:pt x="130" y="43"/>
                  <a:pt x="131" y="45"/>
                </a:cubicBezTo>
                <a:cubicBezTo>
                  <a:pt x="152" y="38"/>
                  <a:pt x="152" y="38"/>
                  <a:pt x="152" y="38"/>
                </a:cubicBezTo>
                <a:cubicBezTo>
                  <a:pt x="156" y="44"/>
                  <a:pt x="156" y="44"/>
                  <a:pt x="156" y="44"/>
                </a:cubicBezTo>
                <a:cubicBezTo>
                  <a:pt x="140" y="59"/>
                  <a:pt x="140" y="59"/>
                  <a:pt x="140" y="59"/>
                </a:cubicBezTo>
                <a:cubicBezTo>
                  <a:pt x="141" y="61"/>
                  <a:pt x="142" y="64"/>
                  <a:pt x="142" y="66"/>
                </a:cubicBezTo>
                <a:cubicBezTo>
                  <a:pt x="164" y="68"/>
                  <a:pt x="164" y="68"/>
                  <a:pt x="164" y="68"/>
                </a:cubicBezTo>
                <a:cubicBezTo>
                  <a:pt x="165" y="75"/>
                  <a:pt x="165" y="75"/>
                  <a:pt x="165" y="75"/>
                </a:cubicBezTo>
                <a:cubicBezTo>
                  <a:pt x="144" y="83"/>
                  <a:pt x="144" y="83"/>
                  <a:pt x="144" y="83"/>
                </a:cubicBezTo>
                <a:cubicBezTo>
                  <a:pt x="144" y="85"/>
                  <a:pt x="144" y="88"/>
                  <a:pt x="144" y="90"/>
                </a:cubicBezTo>
                <a:cubicBezTo>
                  <a:pt x="163" y="100"/>
                  <a:pt x="163" y="100"/>
                  <a:pt x="163" y="100"/>
                </a:cubicBezTo>
                <a:cubicBezTo>
                  <a:pt x="161" y="107"/>
                  <a:pt x="161" y="107"/>
                  <a:pt x="161" y="107"/>
                </a:cubicBezTo>
                <a:cubicBezTo>
                  <a:pt x="140" y="106"/>
                  <a:pt x="140" y="106"/>
                  <a:pt x="140" y="106"/>
                </a:cubicBezTo>
                <a:cubicBezTo>
                  <a:pt x="139" y="109"/>
                  <a:pt x="138" y="111"/>
                  <a:pt x="136" y="113"/>
                </a:cubicBezTo>
                <a:cubicBezTo>
                  <a:pt x="150" y="130"/>
                  <a:pt x="150" y="130"/>
                  <a:pt x="150" y="130"/>
                </a:cubicBezTo>
                <a:cubicBezTo>
                  <a:pt x="146" y="135"/>
                  <a:pt x="146" y="135"/>
                  <a:pt x="146" y="135"/>
                </a:cubicBezTo>
                <a:cubicBezTo>
                  <a:pt x="126" y="126"/>
                  <a:pt x="126" y="126"/>
                  <a:pt x="126" y="126"/>
                </a:cubicBezTo>
                <a:cubicBezTo>
                  <a:pt x="124" y="128"/>
                  <a:pt x="122" y="130"/>
                  <a:pt x="120" y="131"/>
                </a:cubicBezTo>
                <a:cubicBezTo>
                  <a:pt x="127" y="152"/>
                  <a:pt x="127" y="152"/>
                  <a:pt x="127" y="152"/>
                </a:cubicBezTo>
                <a:cubicBezTo>
                  <a:pt x="120" y="156"/>
                  <a:pt x="120" y="156"/>
                  <a:pt x="120" y="156"/>
                </a:cubicBezTo>
                <a:cubicBezTo>
                  <a:pt x="106" y="140"/>
                  <a:pt x="106" y="140"/>
                  <a:pt x="106" y="140"/>
                </a:cubicBezTo>
                <a:cubicBezTo>
                  <a:pt x="104" y="141"/>
                  <a:pt x="101" y="142"/>
                  <a:pt x="99" y="142"/>
                </a:cubicBezTo>
                <a:cubicBezTo>
                  <a:pt x="97" y="164"/>
                  <a:pt x="97" y="164"/>
                  <a:pt x="97" y="164"/>
                </a:cubicBezTo>
                <a:cubicBezTo>
                  <a:pt x="90" y="165"/>
                  <a:pt x="90" y="165"/>
                  <a:pt x="90" y="165"/>
                </a:cubicBezTo>
                <a:cubicBezTo>
                  <a:pt x="82" y="144"/>
                  <a:pt x="82" y="144"/>
                  <a:pt x="82" y="144"/>
                </a:cubicBezTo>
                <a:cubicBezTo>
                  <a:pt x="80" y="144"/>
                  <a:pt x="77" y="144"/>
                  <a:pt x="75" y="144"/>
                </a:cubicBezTo>
                <a:cubicBezTo>
                  <a:pt x="65" y="163"/>
                  <a:pt x="65" y="163"/>
                  <a:pt x="65" y="163"/>
                </a:cubicBezTo>
                <a:cubicBezTo>
                  <a:pt x="58" y="161"/>
                  <a:pt x="58" y="161"/>
                  <a:pt x="58" y="161"/>
                </a:cubicBezTo>
                <a:cubicBezTo>
                  <a:pt x="59" y="140"/>
                  <a:pt x="59" y="140"/>
                  <a:pt x="59" y="140"/>
                </a:cubicBezTo>
                <a:cubicBezTo>
                  <a:pt x="56" y="139"/>
                  <a:pt x="54" y="137"/>
                  <a:pt x="52" y="136"/>
                </a:cubicBezTo>
                <a:cubicBezTo>
                  <a:pt x="35" y="150"/>
                  <a:pt x="35" y="150"/>
                  <a:pt x="35" y="150"/>
                </a:cubicBezTo>
                <a:cubicBezTo>
                  <a:pt x="29" y="146"/>
                  <a:pt x="29" y="146"/>
                  <a:pt x="29" y="146"/>
                </a:cubicBezTo>
                <a:cubicBezTo>
                  <a:pt x="39" y="126"/>
                  <a:pt x="39" y="126"/>
                  <a:pt x="39" y="126"/>
                </a:cubicBezTo>
                <a:cubicBezTo>
                  <a:pt x="37" y="124"/>
                  <a:pt x="35" y="122"/>
                  <a:pt x="33" y="120"/>
                </a:cubicBezTo>
                <a:cubicBezTo>
                  <a:pt x="13" y="127"/>
                  <a:pt x="13" y="127"/>
                  <a:pt x="13" y="127"/>
                </a:cubicBezTo>
                <a:cubicBezTo>
                  <a:pt x="9" y="120"/>
                  <a:pt x="9" y="120"/>
                  <a:pt x="9" y="120"/>
                </a:cubicBezTo>
                <a:cubicBezTo>
                  <a:pt x="25" y="106"/>
                  <a:pt x="25" y="106"/>
                  <a:pt x="25" y="106"/>
                </a:cubicBezTo>
                <a:cubicBezTo>
                  <a:pt x="24" y="104"/>
                  <a:pt x="23" y="101"/>
                  <a:pt x="23" y="99"/>
                </a:cubicBezTo>
                <a:cubicBezTo>
                  <a:pt x="1" y="97"/>
                  <a:pt x="1" y="97"/>
                  <a:pt x="1" y="97"/>
                </a:cubicBezTo>
                <a:cubicBezTo>
                  <a:pt x="0" y="90"/>
                  <a:pt x="0" y="90"/>
                  <a:pt x="0" y="90"/>
                </a:cubicBezTo>
                <a:cubicBezTo>
                  <a:pt x="21" y="82"/>
                  <a:pt x="21" y="82"/>
                  <a:pt x="21" y="82"/>
                </a:cubicBezTo>
                <a:cubicBezTo>
                  <a:pt x="20" y="80"/>
                  <a:pt x="21" y="77"/>
                  <a:pt x="21" y="74"/>
                </a:cubicBezTo>
                <a:cubicBezTo>
                  <a:pt x="2" y="65"/>
                  <a:pt x="2" y="65"/>
                  <a:pt x="2" y="65"/>
                </a:cubicBezTo>
                <a:cubicBezTo>
                  <a:pt x="4" y="58"/>
                  <a:pt x="4" y="58"/>
                  <a:pt x="4" y="58"/>
                </a:cubicBezTo>
                <a:cubicBezTo>
                  <a:pt x="25" y="59"/>
                  <a:pt x="25" y="59"/>
                  <a:pt x="25" y="59"/>
                </a:cubicBezTo>
                <a:cubicBezTo>
                  <a:pt x="26" y="56"/>
                  <a:pt x="27" y="54"/>
                  <a:pt x="29" y="52"/>
                </a:cubicBezTo>
                <a:cubicBezTo>
                  <a:pt x="15" y="35"/>
                  <a:pt x="15" y="35"/>
                  <a:pt x="15" y="35"/>
                </a:cubicBezTo>
                <a:cubicBezTo>
                  <a:pt x="19" y="29"/>
                  <a:pt x="19" y="29"/>
                  <a:pt x="19" y="29"/>
                </a:cubicBezTo>
                <a:cubicBezTo>
                  <a:pt x="39" y="39"/>
                  <a:pt x="39" y="39"/>
                  <a:pt x="39" y="39"/>
                </a:cubicBezTo>
                <a:cubicBezTo>
                  <a:pt x="41" y="37"/>
                  <a:pt x="43" y="35"/>
                  <a:pt x="45" y="33"/>
                </a:cubicBezTo>
                <a:cubicBezTo>
                  <a:pt x="38" y="13"/>
                  <a:pt x="38" y="13"/>
                  <a:pt x="38" y="13"/>
                </a:cubicBezTo>
                <a:cubicBezTo>
                  <a:pt x="44" y="9"/>
                  <a:pt x="44" y="9"/>
                  <a:pt x="44" y="9"/>
                </a:cubicBezTo>
                <a:cubicBezTo>
                  <a:pt x="59" y="25"/>
                  <a:pt x="59" y="25"/>
                  <a:pt x="59" y="25"/>
                </a:cubicBezTo>
                <a:cubicBezTo>
                  <a:pt x="61" y="24"/>
                  <a:pt x="64" y="23"/>
                  <a:pt x="66" y="23"/>
                </a:cubicBezTo>
                <a:cubicBezTo>
                  <a:pt x="68" y="1"/>
                  <a:pt x="68" y="1"/>
                  <a:pt x="68" y="1"/>
                </a:cubicBezTo>
                <a:cubicBezTo>
                  <a:pt x="75" y="0"/>
                  <a:pt x="75" y="0"/>
                  <a:pt x="75" y="0"/>
                </a:cubicBezTo>
                <a:cubicBezTo>
                  <a:pt x="83" y="21"/>
                  <a:pt x="83" y="21"/>
                  <a:pt x="83" y="21"/>
                </a:cubicBezTo>
                <a:cubicBezTo>
                  <a:pt x="85" y="20"/>
                  <a:pt x="88" y="21"/>
                  <a:pt x="90" y="21"/>
                </a:cubicBezTo>
                <a:cubicBezTo>
                  <a:pt x="100" y="2"/>
                  <a:pt x="100" y="2"/>
                  <a:pt x="100" y="2"/>
                </a:cubicBezTo>
                <a:close/>
                <a:moveTo>
                  <a:pt x="95" y="35"/>
                </a:moveTo>
                <a:cubicBezTo>
                  <a:pt x="121" y="42"/>
                  <a:pt x="137" y="69"/>
                  <a:pt x="130" y="95"/>
                </a:cubicBezTo>
                <a:cubicBezTo>
                  <a:pt x="123" y="121"/>
                  <a:pt x="96" y="137"/>
                  <a:pt x="70" y="130"/>
                </a:cubicBezTo>
                <a:cubicBezTo>
                  <a:pt x="44" y="123"/>
                  <a:pt x="28" y="96"/>
                  <a:pt x="35" y="69"/>
                </a:cubicBezTo>
                <a:cubicBezTo>
                  <a:pt x="42" y="43"/>
                  <a:pt x="69" y="28"/>
                  <a:pt x="95" y="35"/>
                </a:cubicBezTo>
                <a:close/>
              </a:path>
            </a:pathLst>
          </a:custGeom>
          <a:solidFill>
            <a:srgbClr val="E84A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 name="Freeform 7"/>
          <p:cNvSpPr>
            <a:spLocks noEditPoints="1"/>
          </p:cNvSpPr>
          <p:nvPr/>
        </p:nvSpPr>
        <p:spPr bwMode="auto">
          <a:xfrm>
            <a:off x="5370284" y="1827213"/>
            <a:ext cx="1679575" cy="1652588"/>
          </a:xfrm>
          <a:custGeom>
            <a:avLst/>
            <a:gdLst>
              <a:gd name="T0" fmla="*/ 86 w 165"/>
              <a:gd name="T1" fmla="*/ 0 h 164"/>
              <a:gd name="T2" fmla="*/ 98 w 165"/>
              <a:gd name="T3" fmla="*/ 22 h 164"/>
              <a:gd name="T4" fmla="*/ 117 w 165"/>
              <a:gd name="T5" fmla="*/ 7 h 164"/>
              <a:gd name="T6" fmla="*/ 120 w 165"/>
              <a:gd name="T7" fmla="*/ 33 h 164"/>
              <a:gd name="T8" fmla="*/ 143 w 165"/>
              <a:gd name="T9" fmla="*/ 26 h 164"/>
              <a:gd name="T10" fmla="*/ 136 w 165"/>
              <a:gd name="T11" fmla="*/ 51 h 164"/>
              <a:gd name="T12" fmla="*/ 160 w 165"/>
              <a:gd name="T13" fmla="*/ 54 h 164"/>
              <a:gd name="T14" fmla="*/ 144 w 165"/>
              <a:gd name="T15" fmla="*/ 74 h 164"/>
              <a:gd name="T16" fmla="*/ 165 w 165"/>
              <a:gd name="T17" fmla="*/ 86 h 164"/>
              <a:gd name="T18" fmla="*/ 142 w 165"/>
              <a:gd name="T19" fmla="*/ 98 h 164"/>
              <a:gd name="T20" fmla="*/ 157 w 165"/>
              <a:gd name="T21" fmla="*/ 117 h 164"/>
              <a:gd name="T22" fmla="*/ 132 w 165"/>
              <a:gd name="T23" fmla="*/ 119 h 164"/>
              <a:gd name="T24" fmla="*/ 138 w 165"/>
              <a:gd name="T25" fmla="*/ 143 h 164"/>
              <a:gd name="T26" fmla="*/ 114 w 165"/>
              <a:gd name="T27" fmla="*/ 135 h 164"/>
              <a:gd name="T28" fmla="*/ 111 w 165"/>
              <a:gd name="T29" fmla="*/ 159 h 164"/>
              <a:gd name="T30" fmla="*/ 91 w 165"/>
              <a:gd name="T31" fmla="*/ 143 h 164"/>
              <a:gd name="T32" fmla="*/ 79 w 165"/>
              <a:gd name="T33" fmla="*/ 164 h 164"/>
              <a:gd name="T34" fmla="*/ 67 w 165"/>
              <a:gd name="T35" fmla="*/ 142 h 164"/>
              <a:gd name="T36" fmla="*/ 48 w 165"/>
              <a:gd name="T37" fmla="*/ 157 h 164"/>
              <a:gd name="T38" fmla="*/ 45 w 165"/>
              <a:gd name="T39" fmla="*/ 131 h 164"/>
              <a:gd name="T40" fmla="*/ 22 w 165"/>
              <a:gd name="T41" fmla="*/ 138 h 164"/>
              <a:gd name="T42" fmla="*/ 29 w 165"/>
              <a:gd name="T43" fmla="*/ 113 h 164"/>
              <a:gd name="T44" fmla="*/ 5 w 165"/>
              <a:gd name="T45" fmla="*/ 110 h 164"/>
              <a:gd name="T46" fmla="*/ 21 w 165"/>
              <a:gd name="T47" fmla="*/ 90 h 164"/>
              <a:gd name="T48" fmla="*/ 0 w 165"/>
              <a:gd name="T49" fmla="*/ 78 h 164"/>
              <a:gd name="T50" fmla="*/ 23 w 165"/>
              <a:gd name="T51" fmla="*/ 66 h 164"/>
              <a:gd name="T52" fmla="*/ 8 w 165"/>
              <a:gd name="T53" fmla="*/ 47 h 164"/>
              <a:gd name="T54" fmla="*/ 33 w 165"/>
              <a:gd name="T55" fmla="*/ 44 h 164"/>
              <a:gd name="T56" fmla="*/ 27 w 165"/>
              <a:gd name="T57" fmla="*/ 21 h 164"/>
              <a:gd name="T58" fmla="*/ 51 w 165"/>
              <a:gd name="T59" fmla="*/ 28 h 164"/>
              <a:gd name="T60" fmla="*/ 54 w 165"/>
              <a:gd name="T61" fmla="*/ 4 h 164"/>
              <a:gd name="T62" fmla="*/ 74 w 165"/>
              <a:gd name="T63" fmla="*/ 21 h 164"/>
              <a:gd name="T64" fmla="*/ 83 w 165"/>
              <a:gd name="T65" fmla="*/ 32 h 164"/>
              <a:gd name="T66" fmla="*/ 83 w 165"/>
              <a:gd name="T67" fmla="*/ 131 h 164"/>
              <a:gd name="T68" fmla="*/ 83 w 165"/>
              <a:gd name="T69" fmla="*/ 3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5" h="164">
                <a:moveTo>
                  <a:pt x="79" y="0"/>
                </a:moveTo>
                <a:cubicBezTo>
                  <a:pt x="86" y="0"/>
                  <a:pt x="86" y="0"/>
                  <a:pt x="86" y="0"/>
                </a:cubicBezTo>
                <a:cubicBezTo>
                  <a:pt x="91" y="21"/>
                  <a:pt x="91" y="21"/>
                  <a:pt x="91" y="21"/>
                </a:cubicBezTo>
                <a:cubicBezTo>
                  <a:pt x="93" y="21"/>
                  <a:pt x="96" y="21"/>
                  <a:pt x="98" y="22"/>
                </a:cubicBezTo>
                <a:cubicBezTo>
                  <a:pt x="111" y="4"/>
                  <a:pt x="111" y="4"/>
                  <a:pt x="111" y="4"/>
                </a:cubicBezTo>
                <a:cubicBezTo>
                  <a:pt x="117" y="7"/>
                  <a:pt x="117" y="7"/>
                  <a:pt x="117" y="7"/>
                </a:cubicBezTo>
                <a:cubicBezTo>
                  <a:pt x="114" y="28"/>
                  <a:pt x="114" y="28"/>
                  <a:pt x="114" y="28"/>
                </a:cubicBezTo>
                <a:cubicBezTo>
                  <a:pt x="116" y="30"/>
                  <a:pt x="118" y="31"/>
                  <a:pt x="120" y="33"/>
                </a:cubicBezTo>
                <a:cubicBezTo>
                  <a:pt x="138" y="21"/>
                  <a:pt x="138" y="21"/>
                  <a:pt x="138" y="21"/>
                </a:cubicBezTo>
                <a:cubicBezTo>
                  <a:pt x="143" y="26"/>
                  <a:pt x="143" y="26"/>
                  <a:pt x="143" y="26"/>
                </a:cubicBezTo>
                <a:cubicBezTo>
                  <a:pt x="132" y="44"/>
                  <a:pt x="132" y="44"/>
                  <a:pt x="132" y="44"/>
                </a:cubicBezTo>
                <a:cubicBezTo>
                  <a:pt x="133" y="46"/>
                  <a:pt x="135" y="49"/>
                  <a:pt x="136" y="51"/>
                </a:cubicBezTo>
                <a:cubicBezTo>
                  <a:pt x="157" y="47"/>
                  <a:pt x="157" y="47"/>
                  <a:pt x="157" y="47"/>
                </a:cubicBezTo>
                <a:cubicBezTo>
                  <a:pt x="160" y="54"/>
                  <a:pt x="160" y="54"/>
                  <a:pt x="160" y="54"/>
                </a:cubicBezTo>
                <a:cubicBezTo>
                  <a:pt x="142" y="66"/>
                  <a:pt x="142" y="66"/>
                  <a:pt x="142" y="66"/>
                </a:cubicBezTo>
                <a:cubicBezTo>
                  <a:pt x="143" y="69"/>
                  <a:pt x="144" y="71"/>
                  <a:pt x="144" y="74"/>
                </a:cubicBezTo>
                <a:cubicBezTo>
                  <a:pt x="165" y="78"/>
                  <a:pt x="165" y="78"/>
                  <a:pt x="165" y="78"/>
                </a:cubicBezTo>
                <a:cubicBezTo>
                  <a:pt x="165" y="86"/>
                  <a:pt x="165" y="86"/>
                  <a:pt x="165" y="86"/>
                </a:cubicBezTo>
                <a:cubicBezTo>
                  <a:pt x="144" y="90"/>
                  <a:pt x="144" y="90"/>
                  <a:pt x="144" y="90"/>
                </a:cubicBezTo>
                <a:cubicBezTo>
                  <a:pt x="144" y="93"/>
                  <a:pt x="143" y="95"/>
                  <a:pt x="142" y="98"/>
                </a:cubicBezTo>
                <a:cubicBezTo>
                  <a:pt x="160" y="110"/>
                  <a:pt x="160" y="110"/>
                  <a:pt x="160" y="110"/>
                </a:cubicBezTo>
                <a:cubicBezTo>
                  <a:pt x="157" y="117"/>
                  <a:pt x="157" y="117"/>
                  <a:pt x="157" y="117"/>
                </a:cubicBezTo>
                <a:cubicBezTo>
                  <a:pt x="136" y="113"/>
                  <a:pt x="136" y="113"/>
                  <a:pt x="136" y="113"/>
                </a:cubicBezTo>
                <a:cubicBezTo>
                  <a:pt x="135" y="115"/>
                  <a:pt x="133" y="117"/>
                  <a:pt x="132" y="119"/>
                </a:cubicBezTo>
                <a:cubicBezTo>
                  <a:pt x="143" y="138"/>
                  <a:pt x="143" y="138"/>
                  <a:pt x="143" y="138"/>
                </a:cubicBezTo>
                <a:cubicBezTo>
                  <a:pt x="138" y="143"/>
                  <a:pt x="138" y="143"/>
                  <a:pt x="138" y="143"/>
                </a:cubicBezTo>
                <a:cubicBezTo>
                  <a:pt x="120" y="131"/>
                  <a:pt x="120" y="131"/>
                  <a:pt x="120" y="131"/>
                </a:cubicBezTo>
                <a:cubicBezTo>
                  <a:pt x="118" y="133"/>
                  <a:pt x="116" y="134"/>
                  <a:pt x="114" y="135"/>
                </a:cubicBezTo>
                <a:cubicBezTo>
                  <a:pt x="117" y="157"/>
                  <a:pt x="117" y="157"/>
                  <a:pt x="117" y="157"/>
                </a:cubicBezTo>
                <a:cubicBezTo>
                  <a:pt x="111" y="159"/>
                  <a:pt x="111" y="159"/>
                  <a:pt x="111" y="159"/>
                </a:cubicBezTo>
                <a:cubicBezTo>
                  <a:pt x="98" y="142"/>
                  <a:pt x="98" y="142"/>
                  <a:pt x="98" y="142"/>
                </a:cubicBezTo>
                <a:cubicBezTo>
                  <a:pt x="96" y="142"/>
                  <a:pt x="93" y="143"/>
                  <a:pt x="91" y="143"/>
                </a:cubicBezTo>
                <a:cubicBezTo>
                  <a:pt x="86" y="164"/>
                  <a:pt x="86" y="164"/>
                  <a:pt x="86" y="164"/>
                </a:cubicBezTo>
                <a:cubicBezTo>
                  <a:pt x="79" y="164"/>
                  <a:pt x="79" y="164"/>
                  <a:pt x="79" y="164"/>
                </a:cubicBezTo>
                <a:cubicBezTo>
                  <a:pt x="74" y="143"/>
                  <a:pt x="74" y="143"/>
                  <a:pt x="74" y="143"/>
                </a:cubicBezTo>
                <a:cubicBezTo>
                  <a:pt x="72" y="143"/>
                  <a:pt x="69" y="142"/>
                  <a:pt x="67" y="142"/>
                </a:cubicBezTo>
                <a:cubicBezTo>
                  <a:pt x="54" y="159"/>
                  <a:pt x="54" y="159"/>
                  <a:pt x="54" y="159"/>
                </a:cubicBezTo>
                <a:cubicBezTo>
                  <a:pt x="48" y="157"/>
                  <a:pt x="48" y="157"/>
                  <a:pt x="48" y="157"/>
                </a:cubicBezTo>
                <a:cubicBezTo>
                  <a:pt x="52" y="135"/>
                  <a:pt x="52" y="135"/>
                  <a:pt x="52" y="135"/>
                </a:cubicBezTo>
                <a:cubicBezTo>
                  <a:pt x="49" y="134"/>
                  <a:pt x="47" y="133"/>
                  <a:pt x="45" y="131"/>
                </a:cubicBezTo>
                <a:cubicBezTo>
                  <a:pt x="27" y="143"/>
                  <a:pt x="27" y="143"/>
                  <a:pt x="27" y="143"/>
                </a:cubicBezTo>
                <a:cubicBezTo>
                  <a:pt x="22" y="138"/>
                  <a:pt x="22" y="138"/>
                  <a:pt x="22" y="138"/>
                </a:cubicBezTo>
                <a:cubicBezTo>
                  <a:pt x="33" y="119"/>
                  <a:pt x="33" y="119"/>
                  <a:pt x="33" y="119"/>
                </a:cubicBezTo>
                <a:cubicBezTo>
                  <a:pt x="32" y="117"/>
                  <a:pt x="30" y="115"/>
                  <a:pt x="29" y="113"/>
                </a:cubicBezTo>
                <a:cubicBezTo>
                  <a:pt x="8" y="117"/>
                  <a:pt x="8" y="117"/>
                  <a:pt x="8" y="117"/>
                </a:cubicBezTo>
                <a:cubicBezTo>
                  <a:pt x="5" y="110"/>
                  <a:pt x="5" y="110"/>
                  <a:pt x="5" y="110"/>
                </a:cubicBezTo>
                <a:cubicBezTo>
                  <a:pt x="23" y="98"/>
                  <a:pt x="23" y="98"/>
                  <a:pt x="23" y="98"/>
                </a:cubicBezTo>
                <a:cubicBezTo>
                  <a:pt x="22" y="95"/>
                  <a:pt x="21" y="93"/>
                  <a:pt x="21" y="90"/>
                </a:cubicBezTo>
                <a:cubicBezTo>
                  <a:pt x="0" y="86"/>
                  <a:pt x="0" y="86"/>
                  <a:pt x="0" y="86"/>
                </a:cubicBezTo>
                <a:cubicBezTo>
                  <a:pt x="0" y="78"/>
                  <a:pt x="0" y="78"/>
                  <a:pt x="0" y="78"/>
                </a:cubicBezTo>
                <a:cubicBezTo>
                  <a:pt x="21" y="74"/>
                  <a:pt x="21" y="74"/>
                  <a:pt x="21" y="74"/>
                </a:cubicBezTo>
                <a:cubicBezTo>
                  <a:pt x="21" y="71"/>
                  <a:pt x="22" y="69"/>
                  <a:pt x="23" y="66"/>
                </a:cubicBezTo>
                <a:cubicBezTo>
                  <a:pt x="5" y="54"/>
                  <a:pt x="5" y="54"/>
                  <a:pt x="5" y="54"/>
                </a:cubicBezTo>
                <a:cubicBezTo>
                  <a:pt x="8" y="47"/>
                  <a:pt x="8" y="47"/>
                  <a:pt x="8" y="47"/>
                </a:cubicBezTo>
                <a:cubicBezTo>
                  <a:pt x="29" y="51"/>
                  <a:pt x="29" y="51"/>
                  <a:pt x="29" y="51"/>
                </a:cubicBezTo>
                <a:cubicBezTo>
                  <a:pt x="30" y="49"/>
                  <a:pt x="32" y="46"/>
                  <a:pt x="33" y="44"/>
                </a:cubicBezTo>
                <a:cubicBezTo>
                  <a:pt x="22" y="26"/>
                  <a:pt x="22" y="26"/>
                  <a:pt x="22" y="26"/>
                </a:cubicBezTo>
                <a:cubicBezTo>
                  <a:pt x="27" y="21"/>
                  <a:pt x="27" y="21"/>
                  <a:pt x="27" y="21"/>
                </a:cubicBezTo>
                <a:cubicBezTo>
                  <a:pt x="45" y="33"/>
                  <a:pt x="45" y="33"/>
                  <a:pt x="45" y="33"/>
                </a:cubicBezTo>
                <a:cubicBezTo>
                  <a:pt x="47" y="31"/>
                  <a:pt x="49" y="30"/>
                  <a:pt x="51" y="28"/>
                </a:cubicBezTo>
                <a:cubicBezTo>
                  <a:pt x="48" y="7"/>
                  <a:pt x="48" y="7"/>
                  <a:pt x="48" y="7"/>
                </a:cubicBezTo>
                <a:cubicBezTo>
                  <a:pt x="54" y="4"/>
                  <a:pt x="54" y="4"/>
                  <a:pt x="54" y="4"/>
                </a:cubicBezTo>
                <a:cubicBezTo>
                  <a:pt x="67" y="22"/>
                  <a:pt x="67" y="22"/>
                  <a:pt x="67" y="22"/>
                </a:cubicBezTo>
                <a:cubicBezTo>
                  <a:pt x="69" y="21"/>
                  <a:pt x="72" y="21"/>
                  <a:pt x="74" y="21"/>
                </a:cubicBezTo>
                <a:cubicBezTo>
                  <a:pt x="79" y="0"/>
                  <a:pt x="79" y="0"/>
                  <a:pt x="79" y="0"/>
                </a:cubicBezTo>
                <a:close/>
                <a:moveTo>
                  <a:pt x="83" y="32"/>
                </a:moveTo>
                <a:cubicBezTo>
                  <a:pt x="110" y="32"/>
                  <a:pt x="132" y="55"/>
                  <a:pt x="132" y="82"/>
                </a:cubicBezTo>
                <a:cubicBezTo>
                  <a:pt x="132" y="109"/>
                  <a:pt x="110" y="131"/>
                  <a:pt x="83" y="131"/>
                </a:cubicBezTo>
                <a:cubicBezTo>
                  <a:pt x="55" y="131"/>
                  <a:pt x="33" y="109"/>
                  <a:pt x="33" y="82"/>
                </a:cubicBezTo>
                <a:cubicBezTo>
                  <a:pt x="33" y="55"/>
                  <a:pt x="55" y="32"/>
                  <a:pt x="83" y="32"/>
                </a:cubicBezTo>
                <a:close/>
              </a:path>
            </a:pathLst>
          </a:custGeom>
          <a:solidFill>
            <a:srgbClr val="DED4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 name="Oval 8"/>
          <p:cNvSpPr>
            <a:spLocks noChangeArrowheads="1"/>
          </p:cNvSpPr>
          <p:nvPr/>
        </p:nvSpPr>
        <p:spPr bwMode="auto">
          <a:xfrm>
            <a:off x="5654447" y="2098676"/>
            <a:ext cx="1109663" cy="1098550"/>
          </a:xfrm>
          <a:prstGeom prst="ellipse">
            <a:avLst/>
          </a:prstGeom>
          <a:solidFill>
            <a:srgbClr val="CCCD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 name="Freeform 9"/>
          <p:cNvSpPr>
            <a:spLocks noEditPoints="1"/>
          </p:cNvSpPr>
          <p:nvPr/>
        </p:nvSpPr>
        <p:spPr bwMode="auto">
          <a:xfrm>
            <a:off x="5370284" y="1827213"/>
            <a:ext cx="1679575" cy="1652588"/>
          </a:xfrm>
          <a:custGeom>
            <a:avLst/>
            <a:gdLst>
              <a:gd name="T0" fmla="*/ 86 w 165"/>
              <a:gd name="T1" fmla="*/ 0 h 164"/>
              <a:gd name="T2" fmla="*/ 98 w 165"/>
              <a:gd name="T3" fmla="*/ 22 h 164"/>
              <a:gd name="T4" fmla="*/ 117 w 165"/>
              <a:gd name="T5" fmla="*/ 7 h 164"/>
              <a:gd name="T6" fmla="*/ 120 w 165"/>
              <a:gd name="T7" fmla="*/ 33 h 164"/>
              <a:gd name="T8" fmla="*/ 143 w 165"/>
              <a:gd name="T9" fmla="*/ 26 h 164"/>
              <a:gd name="T10" fmla="*/ 136 w 165"/>
              <a:gd name="T11" fmla="*/ 51 h 164"/>
              <a:gd name="T12" fmla="*/ 160 w 165"/>
              <a:gd name="T13" fmla="*/ 54 h 164"/>
              <a:gd name="T14" fmla="*/ 144 w 165"/>
              <a:gd name="T15" fmla="*/ 74 h 164"/>
              <a:gd name="T16" fmla="*/ 165 w 165"/>
              <a:gd name="T17" fmla="*/ 86 h 164"/>
              <a:gd name="T18" fmla="*/ 142 w 165"/>
              <a:gd name="T19" fmla="*/ 98 h 164"/>
              <a:gd name="T20" fmla="*/ 157 w 165"/>
              <a:gd name="T21" fmla="*/ 117 h 164"/>
              <a:gd name="T22" fmla="*/ 132 w 165"/>
              <a:gd name="T23" fmla="*/ 119 h 164"/>
              <a:gd name="T24" fmla="*/ 138 w 165"/>
              <a:gd name="T25" fmla="*/ 143 h 164"/>
              <a:gd name="T26" fmla="*/ 114 w 165"/>
              <a:gd name="T27" fmla="*/ 135 h 164"/>
              <a:gd name="T28" fmla="*/ 111 w 165"/>
              <a:gd name="T29" fmla="*/ 159 h 164"/>
              <a:gd name="T30" fmla="*/ 91 w 165"/>
              <a:gd name="T31" fmla="*/ 143 h 164"/>
              <a:gd name="T32" fmla="*/ 79 w 165"/>
              <a:gd name="T33" fmla="*/ 164 h 164"/>
              <a:gd name="T34" fmla="*/ 67 w 165"/>
              <a:gd name="T35" fmla="*/ 142 h 164"/>
              <a:gd name="T36" fmla="*/ 48 w 165"/>
              <a:gd name="T37" fmla="*/ 157 h 164"/>
              <a:gd name="T38" fmla="*/ 45 w 165"/>
              <a:gd name="T39" fmla="*/ 131 h 164"/>
              <a:gd name="T40" fmla="*/ 22 w 165"/>
              <a:gd name="T41" fmla="*/ 138 h 164"/>
              <a:gd name="T42" fmla="*/ 29 w 165"/>
              <a:gd name="T43" fmla="*/ 113 h 164"/>
              <a:gd name="T44" fmla="*/ 5 w 165"/>
              <a:gd name="T45" fmla="*/ 110 h 164"/>
              <a:gd name="T46" fmla="*/ 21 w 165"/>
              <a:gd name="T47" fmla="*/ 90 h 164"/>
              <a:gd name="T48" fmla="*/ 0 w 165"/>
              <a:gd name="T49" fmla="*/ 78 h 164"/>
              <a:gd name="T50" fmla="*/ 23 w 165"/>
              <a:gd name="T51" fmla="*/ 66 h 164"/>
              <a:gd name="T52" fmla="*/ 8 w 165"/>
              <a:gd name="T53" fmla="*/ 47 h 164"/>
              <a:gd name="T54" fmla="*/ 33 w 165"/>
              <a:gd name="T55" fmla="*/ 44 h 164"/>
              <a:gd name="T56" fmla="*/ 27 w 165"/>
              <a:gd name="T57" fmla="*/ 21 h 164"/>
              <a:gd name="T58" fmla="*/ 51 w 165"/>
              <a:gd name="T59" fmla="*/ 28 h 164"/>
              <a:gd name="T60" fmla="*/ 54 w 165"/>
              <a:gd name="T61" fmla="*/ 4 h 164"/>
              <a:gd name="T62" fmla="*/ 74 w 165"/>
              <a:gd name="T63" fmla="*/ 21 h 164"/>
              <a:gd name="T64" fmla="*/ 83 w 165"/>
              <a:gd name="T65" fmla="*/ 32 h 164"/>
              <a:gd name="T66" fmla="*/ 83 w 165"/>
              <a:gd name="T67" fmla="*/ 131 h 164"/>
              <a:gd name="T68" fmla="*/ 83 w 165"/>
              <a:gd name="T69" fmla="*/ 3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5" h="164">
                <a:moveTo>
                  <a:pt x="79" y="0"/>
                </a:moveTo>
                <a:cubicBezTo>
                  <a:pt x="86" y="0"/>
                  <a:pt x="86" y="0"/>
                  <a:pt x="86" y="0"/>
                </a:cubicBezTo>
                <a:cubicBezTo>
                  <a:pt x="91" y="21"/>
                  <a:pt x="91" y="21"/>
                  <a:pt x="91" y="21"/>
                </a:cubicBezTo>
                <a:cubicBezTo>
                  <a:pt x="93" y="21"/>
                  <a:pt x="96" y="21"/>
                  <a:pt x="98" y="22"/>
                </a:cubicBezTo>
                <a:cubicBezTo>
                  <a:pt x="111" y="4"/>
                  <a:pt x="111" y="4"/>
                  <a:pt x="111" y="4"/>
                </a:cubicBezTo>
                <a:cubicBezTo>
                  <a:pt x="117" y="7"/>
                  <a:pt x="117" y="7"/>
                  <a:pt x="117" y="7"/>
                </a:cubicBezTo>
                <a:cubicBezTo>
                  <a:pt x="114" y="28"/>
                  <a:pt x="114" y="28"/>
                  <a:pt x="114" y="28"/>
                </a:cubicBezTo>
                <a:cubicBezTo>
                  <a:pt x="116" y="30"/>
                  <a:pt x="118" y="31"/>
                  <a:pt x="120" y="33"/>
                </a:cubicBezTo>
                <a:cubicBezTo>
                  <a:pt x="138" y="21"/>
                  <a:pt x="138" y="21"/>
                  <a:pt x="138" y="21"/>
                </a:cubicBezTo>
                <a:cubicBezTo>
                  <a:pt x="143" y="26"/>
                  <a:pt x="143" y="26"/>
                  <a:pt x="143" y="26"/>
                </a:cubicBezTo>
                <a:cubicBezTo>
                  <a:pt x="132" y="44"/>
                  <a:pt x="132" y="44"/>
                  <a:pt x="132" y="44"/>
                </a:cubicBezTo>
                <a:cubicBezTo>
                  <a:pt x="133" y="46"/>
                  <a:pt x="135" y="49"/>
                  <a:pt x="136" y="51"/>
                </a:cubicBezTo>
                <a:cubicBezTo>
                  <a:pt x="157" y="47"/>
                  <a:pt x="157" y="47"/>
                  <a:pt x="157" y="47"/>
                </a:cubicBezTo>
                <a:cubicBezTo>
                  <a:pt x="160" y="54"/>
                  <a:pt x="160" y="54"/>
                  <a:pt x="160" y="54"/>
                </a:cubicBezTo>
                <a:cubicBezTo>
                  <a:pt x="142" y="66"/>
                  <a:pt x="142" y="66"/>
                  <a:pt x="142" y="66"/>
                </a:cubicBezTo>
                <a:cubicBezTo>
                  <a:pt x="143" y="69"/>
                  <a:pt x="144" y="71"/>
                  <a:pt x="144" y="74"/>
                </a:cubicBezTo>
                <a:cubicBezTo>
                  <a:pt x="165" y="78"/>
                  <a:pt x="165" y="78"/>
                  <a:pt x="165" y="78"/>
                </a:cubicBezTo>
                <a:cubicBezTo>
                  <a:pt x="165" y="86"/>
                  <a:pt x="165" y="86"/>
                  <a:pt x="165" y="86"/>
                </a:cubicBezTo>
                <a:cubicBezTo>
                  <a:pt x="144" y="90"/>
                  <a:pt x="144" y="90"/>
                  <a:pt x="144" y="90"/>
                </a:cubicBezTo>
                <a:cubicBezTo>
                  <a:pt x="144" y="93"/>
                  <a:pt x="143" y="95"/>
                  <a:pt x="142" y="98"/>
                </a:cubicBezTo>
                <a:cubicBezTo>
                  <a:pt x="160" y="110"/>
                  <a:pt x="160" y="110"/>
                  <a:pt x="160" y="110"/>
                </a:cubicBezTo>
                <a:cubicBezTo>
                  <a:pt x="157" y="117"/>
                  <a:pt x="157" y="117"/>
                  <a:pt x="157" y="117"/>
                </a:cubicBezTo>
                <a:cubicBezTo>
                  <a:pt x="136" y="113"/>
                  <a:pt x="136" y="113"/>
                  <a:pt x="136" y="113"/>
                </a:cubicBezTo>
                <a:cubicBezTo>
                  <a:pt x="135" y="115"/>
                  <a:pt x="133" y="117"/>
                  <a:pt x="132" y="119"/>
                </a:cubicBezTo>
                <a:cubicBezTo>
                  <a:pt x="143" y="138"/>
                  <a:pt x="143" y="138"/>
                  <a:pt x="143" y="138"/>
                </a:cubicBezTo>
                <a:cubicBezTo>
                  <a:pt x="138" y="143"/>
                  <a:pt x="138" y="143"/>
                  <a:pt x="138" y="143"/>
                </a:cubicBezTo>
                <a:cubicBezTo>
                  <a:pt x="120" y="131"/>
                  <a:pt x="120" y="131"/>
                  <a:pt x="120" y="131"/>
                </a:cubicBezTo>
                <a:cubicBezTo>
                  <a:pt x="118" y="133"/>
                  <a:pt x="116" y="134"/>
                  <a:pt x="114" y="135"/>
                </a:cubicBezTo>
                <a:cubicBezTo>
                  <a:pt x="117" y="157"/>
                  <a:pt x="117" y="157"/>
                  <a:pt x="117" y="157"/>
                </a:cubicBezTo>
                <a:cubicBezTo>
                  <a:pt x="111" y="159"/>
                  <a:pt x="111" y="159"/>
                  <a:pt x="111" y="159"/>
                </a:cubicBezTo>
                <a:cubicBezTo>
                  <a:pt x="98" y="142"/>
                  <a:pt x="98" y="142"/>
                  <a:pt x="98" y="142"/>
                </a:cubicBezTo>
                <a:cubicBezTo>
                  <a:pt x="96" y="142"/>
                  <a:pt x="93" y="143"/>
                  <a:pt x="91" y="143"/>
                </a:cubicBezTo>
                <a:cubicBezTo>
                  <a:pt x="86" y="164"/>
                  <a:pt x="86" y="164"/>
                  <a:pt x="86" y="164"/>
                </a:cubicBezTo>
                <a:cubicBezTo>
                  <a:pt x="79" y="164"/>
                  <a:pt x="79" y="164"/>
                  <a:pt x="79" y="164"/>
                </a:cubicBezTo>
                <a:cubicBezTo>
                  <a:pt x="74" y="143"/>
                  <a:pt x="74" y="143"/>
                  <a:pt x="74" y="143"/>
                </a:cubicBezTo>
                <a:cubicBezTo>
                  <a:pt x="72" y="143"/>
                  <a:pt x="69" y="142"/>
                  <a:pt x="67" y="142"/>
                </a:cubicBezTo>
                <a:cubicBezTo>
                  <a:pt x="54" y="159"/>
                  <a:pt x="54" y="159"/>
                  <a:pt x="54" y="159"/>
                </a:cubicBezTo>
                <a:cubicBezTo>
                  <a:pt x="48" y="157"/>
                  <a:pt x="48" y="157"/>
                  <a:pt x="48" y="157"/>
                </a:cubicBezTo>
                <a:cubicBezTo>
                  <a:pt x="52" y="135"/>
                  <a:pt x="52" y="135"/>
                  <a:pt x="52" y="135"/>
                </a:cubicBezTo>
                <a:cubicBezTo>
                  <a:pt x="49" y="134"/>
                  <a:pt x="47" y="133"/>
                  <a:pt x="45" y="131"/>
                </a:cubicBezTo>
                <a:cubicBezTo>
                  <a:pt x="27" y="143"/>
                  <a:pt x="27" y="143"/>
                  <a:pt x="27" y="143"/>
                </a:cubicBezTo>
                <a:cubicBezTo>
                  <a:pt x="22" y="138"/>
                  <a:pt x="22" y="138"/>
                  <a:pt x="22" y="138"/>
                </a:cubicBezTo>
                <a:cubicBezTo>
                  <a:pt x="33" y="119"/>
                  <a:pt x="33" y="119"/>
                  <a:pt x="33" y="119"/>
                </a:cubicBezTo>
                <a:cubicBezTo>
                  <a:pt x="32" y="117"/>
                  <a:pt x="30" y="115"/>
                  <a:pt x="29" y="113"/>
                </a:cubicBezTo>
                <a:cubicBezTo>
                  <a:pt x="8" y="117"/>
                  <a:pt x="8" y="117"/>
                  <a:pt x="8" y="117"/>
                </a:cubicBezTo>
                <a:cubicBezTo>
                  <a:pt x="5" y="110"/>
                  <a:pt x="5" y="110"/>
                  <a:pt x="5" y="110"/>
                </a:cubicBezTo>
                <a:cubicBezTo>
                  <a:pt x="23" y="98"/>
                  <a:pt x="23" y="98"/>
                  <a:pt x="23" y="98"/>
                </a:cubicBezTo>
                <a:cubicBezTo>
                  <a:pt x="22" y="95"/>
                  <a:pt x="21" y="93"/>
                  <a:pt x="21" y="90"/>
                </a:cubicBezTo>
                <a:cubicBezTo>
                  <a:pt x="0" y="86"/>
                  <a:pt x="0" y="86"/>
                  <a:pt x="0" y="86"/>
                </a:cubicBezTo>
                <a:cubicBezTo>
                  <a:pt x="0" y="78"/>
                  <a:pt x="0" y="78"/>
                  <a:pt x="0" y="78"/>
                </a:cubicBezTo>
                <a:cubicBezTo>
                  <a:pt x="21" y="74"/>
                  <a:pt x="21" y="74"/>
                  <a:pt x="21" y="74"/>
                </a:cubicBezTo>
                <a:cubicBezTo>
                  <a:pt x="21" y="71"/>
                  <a:pt x="22" y="69"/>
                  <a:pt x="23" y="66"/>
                </a:cubicBezTo>
                <a:cubicBezTo>
                  <a:pt x="5" y="54"/>
                  <a:pt x="5" y="54"/>
                  <a:pt x="5" y="54"/>
                </a:cubicBezTo>
                <a:cubicBezTo>
                  <a:pt x="8" y="47"/>
                  <a:pt x="8" y="47"/>
                  <a:pt x="8" y="47"/>
                </a:cubicBezTo>
                <a:cubicBezTo>
                  <a:pt x="29" y="51"/>
                  <a:pt x="29" y="51"/>
                  <a:pt x="29" y="51"/>
                </a:cubicBezTo>
                <a:cubicBezTo>
                  <a:pt x="30" y="49"/>
                  <a:pt x="32" y="46"/>
                  <a:pt x="33" y="44"/>
                </a:cubicBezTo>
                <a:cubicBezTo>
                  <a:pt x="22" y="26"/>
                  <a:pt x="22" y="26"/>
                  <a:pt x="22" y="26"/>
                </a:cubicBezTo>
                <a:cubicBezTo>
                  <a:pt x="27" y="21"/>
                  <a:pt x="27" y="21"/>
                  <a:pt x="27" y="21"/>
                </a:cubicBezTo>
                <a:cubicBezTo>
                  <a:pt x="45" y="33"/>
                  <a:pt x="45" y="33"/>
                  <a:pt x="45" y="33"/>
                </a:cubicBezTo>
                <a:cubicBezTo>
                  <a:pt x="47" y="31"/>
                  <a:pt x="49" y="30"/>
                  <a:pt x="51" y="28"/>
                </a:cubicBezTo>
                <a:cubicBezTo>
                  <a:pt x="48" y="7"/>
                  <a:pt x="48" y="7"/>
                  <a:pt x="48" y="7"/>
                </a:cubicBezTo>
                <a:cubicBezTo>
                  <a:pt x="54" y="4"/>
                  <a:pt x="54" y="4"/>
                  <a:pt x="54" y="4"/>
                </a:cubicBezTo>
                <a:cubicBezTo>
                  <a:pt x="67" y="22"/>
                  <a:pt x="67" y="22"/>
                  <a:pt x="67" y="22"/>
                </a:cubicBezTo>
                <a:cubicBezTo>
                  <a:pt x="69" y="21"/>
                  <a:pt x="72" y="21"/>
                  <a:pt x="74" y="21"/>
                </a:cubicBezTo>
                <a:cubicBezTo>
                  <a:pt x="79" y="0"/>
                  <a:pt x="79" y="0"/>
                  <a:pt x="79" y="0"/>
                </a:cubicBezTo>
                <a:close/>
                <a:moveTo>
                  <a:pt x="83" y="32"/>
                </a:moveTo>
                <a:cubicBezTo>
                  <a:pt x="110" y="32"/>
                  <a:pt x="132" y="55"/>
                  <a:pt x="132" y="82"/>
                </a:cubicBezTo>
                <a:cubicBezTo>
                  <a:pt x="132" y="109"/>
                  <a:pt x="110" y="131"/>
                  <a:pt x="83" y="131"/>
                </a:cubicBezTo>
                <a:cubicBezTo>
                  <a:pt x="55" y="131"/>
                  <a:pt x="33" y="109"/>
                  <a:pt x="33" y="82"/>
                </a:cubicBezTo>
                <a:cubicBezTo>
                  <a:pt x="33" y="55"/>
                  <a:pt x="55" y="32"/>
                  <a:pt x="83" y="32"/>
                </a:cubicBezTo>
                <a:close/>
              </a:path>
            </a:pathLst>
          </a:custGeom>
          <a:solidFill>
            <a:srgbClr val="4B57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 name="Oval 10"/>
          <p:cNvSpPr>
            <a:spLocks noChangeArrowheads="1"/>
          </p:cNvSpPr>
          <p:nvPr/>
        </p:nvSpPr>
        <p:spPr bwMode="auto">
          <a:xfrm>
            <a:off x="6021159" y="3651251"/>
            <a:ext cx="1109663" cy="1098550"/>
          </a:xfrm>
          <a:prstGeom prst="ellipse">
            <a:avLst/>
          </a:prstGeom>
          <a:solidFill>
            <a:srgbClr val="FEE7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 name="Freeform 11"/>
          <p:cNvSpPr>
            <a:spLocks noEditPoints="1"/>
          </p:cNvSpPr>
          <p:nvPr/>
        </p:nvSpPr>
        <p:spPr bwMode="auto">
          <a:xfrm>
            <a:off x="5746522" y="3368676"/>
            <a:ext cx="1670050" cy="1663700"/>
          </a:xfrm>
          <a:custGeom>
            <a:avLst/>
            <a:gdLst>
              <a:gd name="T0" fmla="*/ 57 w 164"/>
              <a:gd name="T1" fmla="*/ 4 h 165"/>
              <a:gd name="T2" fmla="*/ 51 w 164"/>
              <a:gd name="T3" fmla="*/ 29 h 165"/>
              <a:gd name="T4" fmla="*/ 29 w 164"/>
              <a:gd name="T5" fmla="*/ 19 h 165"/>
              <a:gd name="T6" fmla="*/ 33 w 164"/>
              <a:gd name="T7" fmla="*/ 45 h 165"/>
              <a:gd name="T8" fmla="*/ 9 w 164"/>
              <a:gd name="T9" fmla="*/ 45 h 165"/>
              <a:gd name="T10" fmla="*/ 22 w 164"/>
              <a:gd name="T11" fmla="*/ 66 h 165"/>
              <a:gd name="T12" fmla="*/ 0 w 164"/>
              <a:gd name="T13" fmla="*/ 75 h 165"/>
              <a:gd name="T14" fmla="*/ 21 w 164"/>
              <a:gd name="T15" fmla="*/ 91 h 165"/>
              <a:gd name="T16" fmla="*/ 3 w 164"/>
              <a:gd name="T17" fmla="*/ 107 h 165"/>
              <a:gd name="T18" fmla="*/ 28 w 164"/>
              <a:gd name="T19" fmla="*/ 113 h 165"/>
              <a:gd name="T20" fmla="*/ 19 w 164"/>
              <a:gd name="T21" fmla="*/ 136 h 165"/>
              <a:gd name="T22" fmla="*/ 44 w 164"/>
              <a:gd name="T23" fmla="*/ 132 h 165"/>
              <a:gd name="T24" fmla="*/ 44 w 164"/>
              <a:gd name="T25" fmla="*/ 156 h 165"/>
              <a:gd name="T26" fmla="*/ 66 w 164"/>
              <a:gd name="T27" fmla="*/ 142 h 165"/>
              <a:gd name="T28" fmla="*/ 75 w 164"/>
              <a:gd name="T29" fmla="*/ 165 h 165"/>
              <a:gd name="T30" fmla="*/ 90 w 164"/>
              <a:gd name="T31" fmla="*/ 144 h 165"/>
              <a:gd name="T32" fmla="*/ 107 w 164"/>
              <a:gd name="T33" fmla="*/ 161 h 165"/>
              <a:gd name="T34" fmla="*/ 113 w 164"/>
              <a:gd name="T35" fmla="*/ 136 h 165"/>
              <a:gd name="T36" fmla="*/ 135 w 164"/>
              <a:gd name="T37" fmla="*/ 146 h 165"/>
              <a:gd name="T38" fmla="*/ 131 w 164"/>
              <a:gd name="T39" fmla="*/ 120 h 165"/>
              <a:gd name="T40" fmla="*/ 155 w 164"/>
              <a:gd name="T41" fmla="*/ 121 h 165"/>
              <a:gd name="T42" fmla="*/ 142 w 164"/>
              <a:gd name="T43" fmla="*/ 99 h 165"/>
              <a:gd name="T44" fmla="*/ 164 w 164"/>
              <a:gd name="T45" fmla="*/ 90 h 165"/>
              <a:gd name="T46" fmla="*/ 143 w 164"/>
              <a:gd name="T47" fmla="*/ 75 h 165"/>
              <a:gd name="T48" fmla="*/ 161 w 164"/>
              <a:gd name="T49" fmla="*/ 58 h 165"/>
              <a:gd name="T50" fmla="*/ 136 w 164"/>
              <a:gd name="T51" fmla="*/ 52 h 165"/>
              <a:gd name="T52" fmla="*/ 145 w 164"/>
              <a:gd name="T53" fmla="*/ 30 h 165"/>
              <a:gd name="T54" fmla="*/ 120 w 164"/>
              <a:gd name="T55" fmla="*/ 34 h 165"/>
              <a:gd name="T56" fmla="*/ 120 w 164"/>
              <a:gd name="T57" fmla="*/ 9 h 165"/>
              <a:gd name="T58" fmla="*/ 98 w 164"/>
              <a:gd name="T59" fmla="*/ 23 h 165"/>
              <a:gd name="T60" fmla="*/ 89 w 164"/>
              <a:gd name="T61" fmla="*/ 0 h 165"/>
              <a:gd name="T62" fmla="*/ 74 w 164"/>
              <a:gd name="T63" fmla="*/ 21 h 165"/>
              <a:gd name="T64" fmla="*/ 69 w 164"/>
              <a:gd name="T65" fmla="*/ 35 h 165"/>
              <a:gd name="T66" fmla="*/ 95 w 164"/>
              <a:gd name="T67" fmla="*/ 130 h 165"/>
              <a:gd name="T68" fmla="*/ 69 w 164"/>
              <a:gd name="T69" fmla="*/ 3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4" h="165">
                <a:moveTo>
                  <a:pt x="64" y="2"/>
                </a:moveTo>
                <a:cubicBezTo>
                  <a:pt x="57" y="4"/>
                  <a:pt x="57" y="4"/>
                  <a:pt x="57" y="4"/>
                </a:cubicBezTo>
                <a:cubicBezTo>
                  <a:pt x="58" y="25"/>
                  <a:pt x="58" y="25"/>
                  <a:pt x="58" y="25"/>
                </a:cubicBezTo>
                <a:cubicBezTo>
                  <a:pt x="56" y="26"/>
                  <a:pt x="53" y="28"/>
                  <a:pt x="51" y="29"/>
                </a:cubicBezTo>
                <a:cubicBezTo>
                  <a:pt x="35" y="15"/>
                  <a:pt x="35" y="15"/>
                  <a:pt x="35" y="15"/>
                </a:cubicBezTo>
                <a:cubicBezTo>
                  <a:pt x="29" y="19"/>
                  <a:pt x="29" y="19"/>
                  <a:pt x="29" y="19"/>
                </a:cubicBezTo>
                <a:cubicBezTo>
                  <a:pt x="38" y="39"/>
                  <a:pt x="38" y="39"/>
                  <a:pt x="38" y="39"/>
                </a:cubicBezTo>
                <a:cubicBezTo>
                  <a:pt x="36" y="41"/>
                  <a:pt x="34" y="43"/>
                  <a:pt x="33" y="45"/>
                </a:cubicBezTo>
                <a:cubicBezTo>
                  <a:pt x="12" y="38"/>
                  <a:pt x="12" y="38"/>
                  <a:pt x="12" y="38"/>
                </a:cubicBezTo>
                <a:cubicBezTo>
                  <a:pt x="9" y="45"/>
                  <a:pt x="9" y="45"/>
                  <a:pt x="9" y="45"/>
                </a:cubicBezTo>
                <a:cubicBezTo>
                  <a:pt x="25" y="59"/>
                  <a:pt x="25" y="59"/>
                  <a:pt x="25" y="59"/>
                </a:cubicBezTo>
                <a:cubicBezTo>
                  <a:pt x="24" y="61"/>
                  <a:pt x="23" y="64"/>
                  <a:pt x="22" y="66"/>
                </a:cubicBezTo>
                <a:cubicBezTo>
                  <a:pt x="1" y="68"/>
                  <a:pt x="1" y="68"/>
                  <a:pt x="1" y="68"/>
                </a:cubicBezTo>
                <a:cubicBezTo>
                  <a:pt x="0" y="75"/>
                  <a:pt x="0" y="75"/>
                  <a:pt x="0" y="75"/>
                </a:cubicBezTo>
                <a:cubicBezTo>
                  <a:pt x="20" y="83"/>
                  <a:pt x="20" y="83"/>
                  <a:pt x="20" y="83"/>
                </a:cubicBezTo>
                <a:cubicBezTo>
                  <a:pt x="20" y="85"/>
                  <a:pt x="20" y="88"/>
                  <a:pt x="21" y="91"/>
                </a:cubicBezTo>
                <a:cubicBezTo>
                  <a:pt x="1" y="100"/>
                  <a:pt x="1" y="100"/>
                  <a:pt x="1" y="100"/>
                </a:cubicBezTo>
                <a:cubicBezTo>
                  <a:pt x="3" y="107"/>
                  <a:pt x="3" y="107"/>
                  <a:pt x="3" y="107"/>
                </a:cubicBezTo>
                <a:cubicBezTo>
                  <a:pt x="25" y="106"/>
                  <a:pt x="25" y="106"/>
                  <a:pt x="25" y="106"/>
                </a:cubicBezTo>
                <a:cubicBezTo>
                  <a:pt x="26" y="109"/>
                  <a:pt x="27" y="111"/>
                  <a:pt x="28" y="113"/>
                </a:cubicBezTo>
                <a:cubicBezTo>
                  <a:pt x="14" y="130"/>
                  <a:pt x="14" y="130"/>
                  <a:pt x="14" y="130"/>
                </a:cubicBezTo>
                <a:cubicBezTo>
                  <a:pt x="19" y="136"/>
                  <a:pt x="19" y="136"/>
                  <a:pt x="19" y="136"/>
                </a:cubicBezTo>
                <a:cubicBezTo>
                  <a:pt x="38" y="126"/>
                  <a:pt x="38" y="126"/>
                  <a:pt x="38" y="126"/>
                </a:cubicBezTo>
                <a:cubicBezTo>
                  <a:pt x="40" y="128"/>
                  <a:pt x="42" y="130"/>
                  <a:pt x="44" y="132"/>
                </a:cubicBezTo>
                <a:cubicBezTo>
                  <a:pt x="38" y="152"/>
                  <a:pt x="38" y="152"/>
                  <a:pt x="38" y="152"/>
                </a:cubicBezTo>
                <a:cubicBezTo>
                  <a:pt x="44" y="156"/>
                  <a:pt x="44" y="156"/>
                  <a:pt x="44" y="156"/>
                </a:cubicBezTo>
                <a:cubicBezTo>
                  <a:pt x="58" y="140"/>
                  <a:pt x="58" y="140"/>
                  <a:pt x="58" y="140"/>
                </a:cubicBezTo>
                <a:cubicBezTo>
                  <a:pt x="61" y="141"/>
                  <a:pt x="63" y="142"/>
                  <a:pt x="66" y="142"/>
                </a:cubicBezTo>
                <a:cubicBezTo>
                  <a:pt x="68" y="164"/>
                  <a:pt x="68" y="164"/>
                  <a:pt x="68" y="164"/>
                </a:cubicBezTo>
                <a:cubicBezTo>
                  <a:pt x="75" y="165"/>
                  <a:pt x="75" y="165"/>
                  <a:pt x="75" y="165"/>
                </a:cubicBezTo>
                <a:cubicBezTo>
                  <a:pt x="82" y="144"/>
                  <a:pt x="82" y="144"/>
                  <a:pt x="82" y="144"/>
                </a:cubicBezTo>
                <a:cubicBezTo>
                  <a:pt x="85" y="145"/>
                  <a:pt x="87" y="144"/>
                  <a:pt x="90" y="144"/>
                </a:cubicBezTo>
                <a:cubicBezTo>
                  <a:pt x="100" y="163"/>
                  <a:pt x="100" y="163"/>
                  <a:pt x="100" y="163"/>
                </a:cubicBezTo>
                <a:cubicBezTo>
                  <a:pt x="107" y="161"/>
                  <a:pt x="107" y="161"/>
                  <a:pt x="107" y="161"/>
                </a:cubicBezTo>
                <a:cubicBezTo>
                  <a:pt x="106" y="140"/>
                  <a:pt x="106" y="140"/>
                  <a:pt x="106" y="140"/>
                </a:cubicBezTo>
                <a:cubicBezTo>
                  <a:pt x="108" y="139"/>
                  <a:pt x="111" y="138"/>
                  <a:pt x="113" y="136"/>
                </a:cubicBezTo>
                <a:cubicBezTo>
                  <a:pt x="129" y="150"/>
                  <a:pt x="129" y="150"/>
                  <a:pt x="129" y="150"/>
                </a:cubicBezTo>
                <a:cubicBezTo>
                  <a:pt x="135" y="146"/>
                  <a:pt x="135" y="146"/>
                  <a:pt x="135" y="146"/>
                </a:cubicBezTo>
                <a:cubicBezTo>
                  <a:pt x="126" y="126"/>
                  <a:pt x="126" y="126"/>
                  <a:pt x="126" y="126"/>
                </a:cubicBezTo>
                <a:cubicBezTo>
                  <a:pt x="128" y="124"/>
                  <a:pt x="129" y="123"/>
                  <a:pt x="131" y="120"/>
                </a:cubicBezTo>
                <a:cubicBezTo>
                  <a:pt x="151" y="127"/>
                  <a:pt x="151" y="127"/>
                  <a:pt x="151" y="127"/>
                </a:cubicBezTo>
                <a:cubicBezTo>
                  <a:pt x="155" y="121"/>
                  <a:pt x="155" y="121"/>
                  <a:pt x="155" y="121"/>
                </a:cubicBezTo>
                <a:cubicBezTo>
                  <a:pt x="139" y="106"/>
                  <a:pt x="139" y="106"/>
                  <a:pt x="139" y="106"/>
                </a:cubicBezTo>
                <a:cubicBezTo>
                  <a:pt x="140" y="104"/>
                  <a:pt x="141" y="101"/>
                  <a:pt x="142" y="99"/>
                </a:cubicBezTo>
                <a:cubicBezTo>
                  <a:pt x="163" y="97"/>
                  <a:pt x="163" y="97"/>
                  <a:pt x="163" y="97"/>
                </a:cubicBezTo>
                <a:cubicBezTo>
                  <a:pt x="164" y="90"/>
                  <a:pt x="164" y="90"/>
                  <a:pt x="164" y="90"/>
                </a:cubicBezTo>
                <a:cubicBezTo>
                  <a:pt x="144" y="82"/>
                  <a:pt x="144" y="82"/>
                  <a:pt x="144" y="82"/>
                </a:cubicBezTo>
                <a:cubicBezTo>
                  <a:pt x="144" y="80"/>
                  <a:pt x="144" y="77"/>
                  <a:pt x="143" y="75"/>
                </a:cubicBezTo>
                <a:cubicBezTo>
                  <a:pt x="162" y="65"/>
                  <a:pt x="162" y="65"/>
                  <a:pt x="162" y="65"/>
                </a:cubicBezTo>
                <a:cubicBezTo>
                  <a:pt x="161" y="58"/>
                  <a:pt x="161" y="58"/>
                  <a:pt x="161" y="58"/>
                </a:cubicBezTo>
                <a:cubicBezTo>
                  <a:pt x="139" y="59"/>
                  <a:pt x="139" y="59"/>
                  <a:pt x="139" y="59"/>
                </a:cubicBezTo>
                <a:cubicBezTo>
                  <a:pt x="138" y="56"/>
                  <a:pt x="137" y="54"/>
                  <a:pt x="136" y="52"/>
                </a:cubicBezTo>
                <a:cubicBezTo>
                  <a:pt x="150" y="35"/>
                  <a:pt x="150" y="35"/>
                  <a:pt x="150" y="35"/>
                </a:cubicBezTo>
                <a:cubicBezTo>
                  <a:pt x="145" y="30"/>
                  <a:pt x="145" y="30"/>
                  <a:pt x="145" y="30"/>
                </a:cubicBezTo>
                <a:cubicBezTo>
                  <a:pt x="126" y="39"/>
                  <a:pt x="126" y="39"/>
                  <a:pt x="126" y="39"/>
                </a:cubicBezTo>
                <a:cubicBezTo>
                  <a:pt x="124" y="37"/>
                  <a:pt x="122" y="35"/>
                  <a:pt x="120" y="34"/>
                </a:cubicBezTo>
                <a:cubicBezTo>
                  <a:pt x="126" y="13"/>
                  <a:pt x="126" y="13"/>
                  <a:pt x="126" y="13"/>
                </a:cubicBezTo>
                <a:cubicBezTo>
                  <a:pt x="120" y="9"/>
                  <a:pt x="120" y="9"/>
                  <a:pt x="120" y="9"/>
                </a:cubicBezTo>
                <a:cubicBezTo>
                  <a:pt x="106" y="25"/>
                  <a:pt x="106" y="25"/>
                  <a:pt x="106" y="25"/>
                </a:cubicBezTo>
                <a:cubicBezTo>
                  <a:pt x="103" y="24"/>
                  <a:pt x="101" y="23"/>
                  <a:pt x="98" y="23"/>
                </a:cubicBezTo>
                <a:cubicBezTo>
                  <a:pt x="96" y="1"/>
                  <a:pt x="96" y="1"/>
                  <a:pt x="96" y="1"/>
                </a:cubicBezTo>
                <a:cubicBezTo>
                  <a:pt x="89" y="0"/>
                  <a:pt x="89" y="0"/>
                  <a:pt x="89" y="0"/>
                </a:cubicBezTo>
                <a:cubicBezTo>
                  <a:pt x="82" y="21"/>
                  <a:pt x="82" y="21"/>
                  <a:pt x="82" y="21"/>
                </a:cubicBezTo>
                <a:cubicBezTo>
                  <a:pt x="79" y="21"/>
                  <a:pt x="77" y="21"/>
                  <a:pt x="74" y="21"/>
                </a:cubicBezTo>
                <a:cubicBezTo>
                  <a:pt x="64" y="2"/>
                  <a:pt x="64" y="2"/>
                  <a:pt x="64" y="2"/>
                </a:cubicBezTo>
                <a:close/>
                <a:moveTo>
                  <a:pt x="69" y="35"/>
                </a:moveTo>
                <a:cubicBezTo>
                  <a:pt x="43" y="42"/>
                  <a:pt x="27" y="69"/>
                  <a:pt x="34" y="95"/>
                </a:cubicBezTo>
                <a:cubicBezTo>
                  <a:pt x="41" y="121"/>
                  <a:pt x="68" y="137"/>
                  <a:pt x="95" y="130"/>
                </a:cubicBezTo>
                <a:cubicBezTo>
                  <a:pt x="121" y="123"/>
                  <a:pt x="137" y="96"/>
                  <a:pt x="130" y="70"/>
                </a:cubicBezTo>
                <a:cubicBezTo>
                  <a:pt x="122" y="43"/>
                  <a:pt x="95" y="28"/>
                  <a:pt x="69" y="35"/>
                </a:cubicBezTo>
                <a:close/>
              </a:path>
            </a:pathLst>
          </a:custGeom>
          <a:solidFill>
            <a:srgbClr val="F4B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 name="Freeform 12"/>
          <p:cNvSpPr>
            <a:spLocks noEditPoints="1"/>
          </p:cNvSpPr>
          <p:nvPr/>
        </p:nvSpPr>
        <p:spPr bwMode="auto">
          <a:xfrm>
            <a:off x="5370284" y="4930776"/>
            <a:ext cx="1679575" cy="1654175"/>
          </a:xfrm>
          <a:custGeom>
            <a:avLst/>
            <a:gdLst>
              <a:gd name="T0" fmla="*/ 65 w 165"/>
              <a:gd name="T1" fmla="*/ 2 h 164"/>
              <a:gd name="T2" fmla="*/ 82 w 165"/>
              <a:gd name="T3" fmla="*/ 20 h 164"/>
              <a:gd name="T4" fmla="*/ 97 w 165"/>
              <a:gd name="T5" fmla="*/ 1 h 164"/>
              <a:gd name="T6" fmla="*/ 106 w 165"/>
              <a:gd name="T7" fmla="*/ 25 h 164"/>
              <a:gd name="T8" fmla="*/ 127 w 165"/>
              <a:gd name="T9" fmla="*/ 13 h 164"/>
              <a:gd name="T10" fmla="*/ 126 w 165"/>
              <a:gd name="T11" fmla="*/ 38 h 164"/>
              <a:gd name="T12" fmla="*/ 150 w 165"/>
              <a:gd name="T13" fmla="*/ 35 h 164"/>
              <a:gd name="T14" fmla="*/ 140 w 165"/>
              <a:gd name="T15" fmla="*/ 58 h 164"/>
              <a:gd name="T16" fmla="*/ 163 w 165"/>
              <a:gd name="T17" fmla="*/ 64 h 164"/>
              <a:gd name="T18" fmla="*/ 144 w 165"/>
              <a:gd name="T19" fmla="*/ 82 h 164"/>
              <a:gd name="T20" fmla="*/ 164 w 165"/>
              <a:gd name="T21" fmla="*/ 97 h 164"/>
              <a:gd name="T22" fmla="*/ 140 w 165"/>
              <a:gd name="T23" fmla="*/ 106 h 164"/>
              <a:gd name="T24" fmla="*/ 152 w 165"/>
              <a:gd name="T25" fmla="*/ 126 h 164"/>
              <a:gd name="T26" fmla="*/ 126 w 165"/>
              <a:gd name="T27" fmla="*/ 126 h 164"/>
              <a:gd name="T28" fmla="*/ 130 w 165"/>
              <a:gd name="T29" fmla="*/ 150 h 164"/>
              <a:gd name="T30" fmla="*/ 106 w 165"/>
              <a:gd name="T31" fmla="*/ 139 h 164"/>
              <a:gd name="T32" fmla="*/ 100 w 165"/>
              <a:gd name="T33" fmla="*/ 163 h 164"/>
              <a:gd name="T34" fmla="*/ 83 w 165"/>
              <a:gd name="T35" fmla="*/ 144 h 164"/>
              <a:gd name="T36" fmla="*/ 68 w 165"/>
              <a:gd name="T37" fmla="*/ 163 h 164"/>
              <a:gd name="T38" fmla="*/ 59 w 165"/>
              <a:gd name="T39" fmla="*/ 139 h 164"/>
              <a:gd name="T40" fmla="*/ 38 w 165"/>
              <a:gd name="T41" fmla="*/ 152 h 164"/>
              <a:gd name="T42" fmla="*/ 39 w 165"/>
              <a:gd name="T43" fmla="*/ 126 h 164"/>
              <a:gd name="T44" fmla="*/ 15 w 165"/>
              <a:gd name="T45" fmla="*/ 129 h 164"/>
              <a:gd name="T46" fmla="*/ 25 w 165"/>
              <a:gd name="T47" fmla="*/ 106 h 164"/>
              <a:gd name="T48" fmla="*/ 2 w 165"/>
              <a:gd name="T49" fmla="*/ 100 h 164"/>
              <a:gd name="T50" fmla="*/ 21 w 165"/>
              <a:gd name="T51" fmla="*/ 82 h 164"/>
              <a:gd name="T52" fmla="*/ 1 w 165"/>
              <a:gd name="T53" fmla="*/ 68 h 164"/>
              <a:gd name="T54" fmla="*/ 25 w 165"/>
              <a:gd name="T55" fmla="*/ 59 h 164"/>
              <a:gd name="T56" fmla="*/ 13 w 165"/>
              <a:gd name="T57" fmla="*/ 38 h 164"/>
              <a:gd name="T58" fmla="*/ 39 w 165"/>
              <a:gd name="T59" fmla="*/ 38 h 164"/>
              <a:gd name="T60" fmla="*/ 35 w 165"/>
              <a:gd name="T61" fmla="*/ 15 h 164"/>
              <a:gd name="T62" fmla="*/ 59 w 165"/>
              <a:gd name="T63" fmla="*/ 25 h 164"/>
              <a:gd name="T64" fmla="*/ 70 w 165"/>
              <a:gd name="T65" fmla="*/ 34 h 164"/>
              <a:gd name="T66" fmla="*/ 95 w 165"/>
              <a:gd name="T67" fmla="*/ 130 h 164"/>
              <a:gd name="T68" fmla="*/ 70 w 165"/>
              <a:gd name="T69" fmla="*/ 3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5" h="164">
                <a:moveTo>
                  <a:pt x="58" y="4"/>
                </a:moveTo>
                <a:cubicBezTo>
                  <a:pt x="65" y="2"/>
                  <a:pt x="65" y="2"/>
                  <a:pt x="65" y="2"/>
                </a:cubicBezTo>
                <a:cubicBezTo>
                  <a:pt x="75" y="21"/>
                  <a:pt x="75" y="21"/>
                  <a:pt x="75" y="21"/>
                </a:cubicBezTo>
                <a:cubicBezTo>
                  <a:pt x="77" y="20"/>
                  <a:pt x="80" y="20"/>
                  <a:pt x="82" y="20"/>
                </a:cubicBezTo>
                <a:cubicBezTo>
                  <a:pt x="90" y="0"/>
                  <a:pt x="90" y="0"/>
                  <a:pt x="90" y="0"/>
                </a:cubicBezTo>
                <a:cubicBezTo>
                  <a:pt x="97" y="1"/>
                  <a:pt x="97" y="1"/>
                  <a:pt x="97" y="1"/>
                </a:cubicBezTo>
                <a:cubicBezTo>
                  <a:pt x="99" y="22"/>
                  <a:pt x="99" y="22"/>
                  <a:pt x="99" y="22"/>
                </a:cubicBezTo>
                <a:cubicBezTo>
                  <a:pt x="101" y="23"/>
                  <a:pt x="104" y="24"/>
                  <a:pt x="106" y="25"/>
                </a:cubicBezTo>
                <a:cubicBezTo>
                  <a:pt x="121" y="9"/>
                  <a:pt x="121" y="9"/>
                  <a:pt x="121" y="9"/>
                </a:cubicBezTo>
                <a:cubicBezTo>
                  <a:pt x="127" y="13"/>
                  <a:pt x="127" y="13"/>
                  <a:pt x="127" y="13"/>
                </a:cubicBezTo>
                <a:cubicBezTo>
                  <a:pt x="120" y="33"/>
                  <a:pt x="120" y="33"/>
                  <a:pt x="120" y="33"/>
                </a:cubicBezTo>
                <a:cubicBezTo>
                  <a:pt x="122" y="35"/>
                  <a:pt x="124" y="36"/>
                  <a:pt x="126" y="38"/>
                </a:cubicBezTo>
                <a:cubicBezTo>
                  <a:pt x="146" y="29"/>
                  <a:pt x="146" y="29"/>
                  <a:pt x="146" y="29"/>
                </a:cubicBezTo>
                <a:cubicBezTo>
                  <a:pt x="150" y="35"/>
                  <a:pt x="150" y="35"/>
                  <a:pt x="150" y="35"/>
                </a:cubicBezTo>
                <a:cubicBezTo>
                  <a:pt x="136" y="51"/>
                  <a:pt x="136" y="51"/>
                  <a:pt x="136" y="51"/>
                </a:cubicBezTo>
                <a:cubicBezTo>
                  <a:pt x="138" y="54"/>
                  <a:pt x="139" y="56"/>
                  <a:pt x="140" y="58"/>
                </a:cubicBezTo>
                <a:cubicBezTo>
                  <a:pt x="161" y="57"/>
                  <a:pt x="161" y="57"/>
                  <a:pt x="161" y="57"/>
                </a:cubicBezTo>
                <a:cubicBezTo>
                  <a:pt x="163" y="64"/>
                  <a:pt x="163" y="64"/>
                  <a:pt x="163" y="64"/>
                </a:cubicBezTo>
                <a:cubicBezTo>
                  <a:pt x="144" y="74"/>
                  <a:pt x="144" y="74"/>
                  <a:pt x="144" y="74"/>
                </a:cubicBezTo>
                <a:cubicBezTo>
                  <a:pt x="144" y="77"/>
                  <a:pt x="145" y="79"/>
                  <a:pt x="144" y="82"/>
                </a:cubicBezTo>
                <a:cubicBezTo>
                  <a:pt x="165" y="89"/>
                  <a:pt x="165" y="89"/>
                  <a:pt x="165" y="89"/>
                </a:cubicBezTo>
                <a:cubicBezTo>
                  <a:pt x="164" y="97"/>
                  <a:pt x="164" y="97"/>
                  <a:pt x="164" y="97"/>
                </a:cubicBezTo>
                <a:cubicBezTo>
                  <a:pt x="142" y="98"/>
                  <a:pt x="142" y="98"/>
                  <a:pt x="142" y="98"/>
                </a:cubicBezTo>
                <a:cubicBezTo>
                  <a:pt x="142" y="101"/>
                  <a:pt x="141" y="103"/>
                  <a:pt x="140" y="106"/>
                </a:cubicBezTo>
                <a:cubicBezTo>
                  <a:pt x="156" y="120"/>
                  <a:pt x="156" y="120"/>
                  <a:pt x="156" y="120"/>
                </a:cubicBezTo>
                <a:cubicBezTo>
                  <a:pt x="152" y="126"/>
                  <a:pt x="152" y="126"/>
                  <a:pt x="152" y="126"/>
                </a:cubicBezTo>
                <a:cubicBezTo>
                  <a:pt x="132" y="120"/>
                  <a:pt x="132" y="120"/>
                  <a:pt x="132" y="120"/>
                </a:cubicBezTo>
                <a:cubicBezTo>
                  <a:pt x="130" y="122"/>
                  <a:pt x="128" y="124"/>
                  <a:pt x="126" y="126"/>
                </a:cubicBezTo>
                <a:cubicBezTo>
                  <a:pt x="136" y="145"/>
                  <a:pt x="136" y="145"/>
                  <a:pt x="136" y="145"/>
                </a:cubicBezTo>
                <a:cubicBezTo>
                  <a:pt x="130" y="150"/>
                  <a:pt x="130" y="150"/>
                  <a:pt x="130" y="150"/>
                </a:cubicBezTo>
                <a:cubicBezTo>
                  <a:pt x="113" y="136"/>
                  <a:pt x="113" y="136"/>
                  <a:pt x="113" y="136"/>
                </a:cubicBezTo>
                <a:cubicBezTo>
                  <a:pt x="111" y="137"/>
                  <a:pt x="109" y="138"/>
                  <a:pt x="106" y="139"/>
                </a:cubicBezTo>
                <a:cubicBezTo>
                  <a:pt x="107" y="161"/>
                  <a:pt x="107" y="161"/>
                  <a:pt x="107" y="161"/>
                </a:cubicBezTo>
                <a:cubicBezTo>
                  <a:pt x="100" y="163"/>
                  <a:pt x="100" y="163"/>
                  <a:pt x="100" y="163"/>
                </a:cubicBezTo>
                <a:cubicBezTo>
                  <a:pt x="91" y="144"/>
                  <a:pt x="91" y="144"/>
                  <a:pt x="91" y="144"/>
                </a:cubicBezTo>
                <a:cubicBezTo>
                  <a:pt x="88" y="144"/>
                  <a:pt x="85" y="144"/>
                  <a:pt x="83" y="144"/>
                </a:cubicBezTo>
                <a:cubicBezTo>
                  <a:pt x="75" y="164"/>
                  <a:pt x="75" y="164"/>
                  <a:pt x="75" y="164"/>
                </a:cubicBezTo>
                <a:cubicBezTo>
                  <a:pt x="68" y="163"/>
                  <a:pt x="68" y="163"/>
                  <a:pt x="68" y="163"/>
                </a:cubicBezTo>
                <a:cubicBezTo>
                  <a:pt x="66" y="142"/>
                  <a:pt x="66" y="142"/>
                  <a:pt x="66" y="142"/>
                </a:cubicBezTo>
                <a:cubicBezTo>
                  <a:pt x="64" y="141"/>
                  <a:pt x="61" y="140"/>
                  <a:pt x="59" y="139"/>
                </a:cubicBezTo>
                <a:cubicBezTo>
                  <a:pt x="45" y="155"/>
                  <a:pt x="45" y="155"/>
                  <a:pt x="45" y="155"/>
                </a:cubicBezTo>
                <a:cubicBezTo>
                  <a:pt x="38" y="152"/>
                  <a:pt x="38" y="152"/>
                  <a:pt x="38" y="152"/>
                </a:cubicBezTo>
                <a:cubicBezTo>
                  <a:pt x="45" y="131"/>
                  <a:pt x="45" y="131"/>
                  <a:pt x="45" y="131"/>
                </a:cubicBezTo>
                <a:cubicBezTo>
                  <a:pt x="43" y="130"/>
                  <a:pt x="41" y="128"/>
                  <a:pt x="39" y="126"/>
                </a:cubicBezTo>
                <a:cubicBezTo>
                  <a:pt x="19" y="135"/>
                  <a:pt x="19" y="135"/>
                  <a:pt x="19" y="135"/>
                </a:cubicBezTo>
                <a:cubicBezTo>
                  <a:pt x="15" y="129"/>
                  <a:pt x="15" y="129"/>
                  <a:pt x="15" y="129"/>
                </a:cubicBezTo>
                <a:cubicBezTo>
                  <a:pt x="29" y="113"/>
                  <a:pt x="29" y="113"/>
                  <a:pt x="29" y="113"/>
                </a:cubicBezTo>
                <a:cubicBezTo>
                  <a:pt x="27" y="111"/>
                  <a:pt x="26" y="108"/>
                  <a:pt x="25" y="106"/>
                </a:cubicBezTo>
                <a:cubicBezTo>
                  <a:pt x="4" y="107"/>
                  <a:pt x="4" y="107"/>
                  <a:pt x="4" y="107"/>
                </a:cubicBezTo>
                <a:cubicBezTo>
                  <a:pt x="2" y="100"/>
                  <a:pt x="2" y="100"/>
                  <a:pt x="2" y="100"/>
                </a:cubicBezTo>
                <a:cubicBezTo>
                  <a:pt x="21" y="90"/>
                  <a:pt x="21" y="90"/>
                  <a:pt x="21" y="90"/>
                </a:cubicBezTo>
                <a:cubicBezTo>
                  <a:pt x="21" y="87"/>
                  <a:pt x="21" y="85"/>
                  <a:pt x="21" y="82"/>
                </a:cubicBezTo>
                <a:cubicBezTo>
                  <a:pt x="0" y="75"/>
                  <a:pt x="0" y="75"/>
                  <a:pt x="0" y="75"/>
                </a:cubicBezTo>
                <a:cubicBezTo>
                  <a:pt x="1" y="68"/>
                  <a:pt x="1" y="68"/>
                  <a:pt x="1" y="68"/>
                </a:cubicBezTo>
                <a:cubicBezTo>
                  <a:pt x="23" y="66"/>
                  <a:pt x="23" y="66"/>
                  <a:pt x="23" y="66"/>
                </a:cubicBezTo>
                <a:cubicBezTo>
                  <a:pt x="23" y="63"/>
                  <a:pt x="24" y="61"/>
                  <a:pt x="25" y="59"/>
                </a:cubicBezTo>
                <a:cubicBezTo>
                  <a:pt x="9" y="44"/>
                  <a:pt x="9" y="44"/>
                  <a:pt x="9" y="44"/>
                </a:cubicBezTo>
                <a:cubicBezTo>
                  <a:pt x="13" y="38"/>
                  <a:pt x="13" y="38"/>
                  <a:pt x="13" y="38"/>
                </a:cubicBezTo>
                <a:cubicBezTo>
                  <a:pt x="34" y="44"/>
                  <a:pt x="34" y="44"/>
                  <a:pt x="34" y="44"/>
                </a:cubicBezTo>
                <a:cubicBezTo>
                  <a:pt x="35" y="42"/>
                  <a:pt x="37" y="40"/>
                  <a:pt x="39" y="38"/>
                </a:cubicBezTo>
                <a:cubicBezTo>
                  <a:pt x="29" y="19"/>
                  <a:pt x="29" y="19"/>
                  <a:pt x="29" y="19"/>
                </a:cubicBezTo>
                <a:cubicBezTo>
                  <a:pt x="35" y="15"/>
                  <a:pt x="35" y="15"/>
                  <a:pt x="35" y="15"/>
                </a:cubicBezTo>
                <a:cubicBezTo>
                  <a:pt x="52" y="28"/>
                  <a:pt x="52" y="28"/>
                  <a:pt x="52" y="28"/>
                </a:cubicBezTo>
                <a:cubicBezTo>
                  <a:pt x="54" y="27"/>
                  <a:pt x="56" y="26"/>
                  <a:pt x="59" y="25"/>
                </a:cubicBezTo>
                <a:cubicBezTo>
                  <a:pt x="58" y="4"/>
                  <a:pt x="58" y="4"/>
                  <a:pt x="58" y="4"/>
                </a:cubicBezTo>
                <a:close/>
                <a:moveTo>
                  <a:pt x="70" y="34"/>
                </a:moveTo>
                <a:cubicBezTo>
                  <a:pt x="96" y="27"/>
                  <a:pt x="123" y="43"/>
                  <a:pt x="130" y="69"/>
                </a:cubicBezTo>
                <a:cubicBezTo>
                  <a:pt x="137" y="95"/>
                  <a:pt x="121" y="122"/>
                  <a:pt x="95" y="130"/>
                </a:cubicBezTo>
                <a:cubicBezTo>
                  <a:pt x="69" y="137"/>
                  <a:pt x="42" y="121"/>
                  <a:pt x="35" y="95"/>
                </a:cubicBezTo>
                <a:cubicBezTo>
                  <a:pt x="28" y="68"/>
                  <a:pt x="43" y="41"/>
                  <a:pt x="70" y="34"/>
                </a:cubicBezTo>
                <a:close/>
              </a:path>
            </a:pathLst>
          </a:custGeom>
          <a:solidFill>
            <a:srgbClr val="DED4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 name="Oval 13"/>
          <p:cNvSpPr>
            <a:spLocks noChangeArrowheads="1"/>
          </p:cNvSpPr>
          <p:nvPr/>
        </p:nvSpPr>
        <p:spPr bwMode="auto">
          <a:xfrm>
            <a:off x="5654447" y="5213351"/>
            <a:ext cx="1109663" cy="1098550"/>
          </a:xfrm>
          <a:prstGeom prst="ellipse">
            <a:avLst/>
          </a:prstGeom>
          <a:solidFill>
            <a:srgbClr val="D9EE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 name="Freeform 14"/>
          <p:cNvSpPr>
            <a:spLocks noEditPoints="1"/>
          </p:cNvSpPr>
          <p:nvPr/>
        </p:nvSpPr>
        <p:spPr bwMode="auto">
          <a:xfrm>
            <a:off x="5370284" y="4930776"/>
            <a:ext cx="1679575" cy="1654175"/>
          </a:xfrm>
          <a:custGeom>
            <a:avLst/>
            <a:gdLst>
              <a:gd name="T0" fmla="*/ 65 w 165"/>
              <a:gd name="T1" fmla="*/ 2 h 164"/>
              <a:gd name="T2" fmla="*/ 82 w 165"/>
              <a:gd name="T3" fmla="*/ 20 h 164"/>
              <a:gd name="T4" fmla="*/ 97 w 165"/>
              <a:gd name="T5" fmla="*/ 1 h 164"/>
              <a:gd name="T6" fmla="*/ 106 w 165"/>
              <a:gd name="T7" fmla="*/ 25 h 164"/>
              <a:gd name="T8" fmla="*/ 127 w 165"/>
              <a:gd name="T9" fmla="*/ 13 h 164"/>
              <a:gd name="T10" fmla="*/ 126 w 165"/>
              <a:gd name="T11" fmla="*/ 38 h 164"/>
              <a:gd name="T12" fmla="*/ 150 w 165"/>
              <a:gd name="T13" fmla="*/ 35 h 164"/>
              <a:gd name="T14" fmla="*/ 140 w 165"/>
              <a:gd name="T15" fmla="*/ 58 h 164"/>
              <a:gd name="T16" fmla="*/ 163 w 165"/>
              <a:gd name="T17" fmla="*/ 64 h 164"/>
              <a:gd name="T18" fmla="*/ 144 w 165"/>
              <a:gd name="T19" fmla="*/ 82 h 164"/>
              <a:gd name="T20" fmla="*/ 164 w 165"/>
              <a:gd name="T21" fmla="*/ 97 h 164"/>
              <a:gd name="T22" fmla="*/ 140 w 165"/>
              <a:gd name="T23" fmla="*/ 106 h 164"/>
              <a:gd name="T24" fmla="*/ 152 w 165"/>
              <a:gd name="T25" fmla="*/ 126 h 164"/>
              <a:gd name="T26" fmla="*/ 126 w 165"/>
              <a:gd name="T27" fmla="*/ 126 h 164"/>
              <a:gd name="T28" fmla="*/ 130 w 165"/>
              <a:gd name="T29" fmla="*/ 150 h 164"/>
              <a:gd name="T30" fmla="*/ 106 w 165"/>
              <a:gd name="T31" fmla="*/ 139 h 164"/>
              <a:gd name="T32" fmla="*/ 100 w 165"/>
              <a:gd name="T33" fmla="*/ 163 h 164"/>
              <a:gd name="T34" fmla="*/ 83 w 165"/>
              <a:gd name="T35" fmla="*/ 144 h 164"/>
              <a:gd name="T36" fmla="*/ 68 w 165"/>
              <a:gd name="T37" fmla="*/ 163 h 164"/>
              <a:gd name="T38" fmla="*/ 59 w 165"/>
              <a:gd name="T39" fmla="*/ 139 h 164"/>
              <a:gd name="T40" fmla="*/ 38 w 165"/>
              <a:gd name="T41" fmla="*/ 152 h 164"/>
              <a:gd name="T42" fmla="*/ 39 w 165"/>
              <a:gd name="T43" fmla="*/ 126 h 164"/>
              <a:gd name="T44" fmla="*/ 15 w 165"/>
              <a:gd name="T45" fmla="*/ 129 h 164"/>
              <a:gd name="T46" fmla="*/ 25 w 165"/>
              <a:gd name="T47" fmla="*/ 106 h 164"/>
              <a:gd name="T48" fmla="*/ 2 w 165"/>
              <a:gd name="T49" fmla="*/ 100 h 164"/>
              <a:gd name="T50" fmla="*/ 21 w 165"/>
              <a:gd name="T51" fmla="*/ 82 h 164"/>
              <a:gd name="T52" fmla="*/ 1 w 165"/>
              <a:gd name="T53" fmla="*/ 68 h 164"/>
              <a:gd name="T54" fmla="*/ 25 w 165"/>
              <a:gd name="T55" fmla="*/ 59 h 164"/>
              <a:gd name="T56" fmla="*/ 13 w 165"/>
              <a:gd name="T57" fmla="*/ 38 h 164"/>
              <a:gd name="T58" fmla="*/ 39 w 165"/>
              <a:gd name="T59" fmla="*/ 38 h 164"/>
              <a:gd name="T60" fmla="*/ 35 w 165"/>
              <a:gd name="T61" fmla="*/ 15 h 164"/>
              <a:gd name="T62" fmla="*/ 59 w 165"/>
              <a:gd name="T63" fmla="*/ 25 h 164"/>
              <a:gd name="T64" fmla="*/ 70 w 165"/>
              <a:gd name="T65" fmla="*/ 34 h 164"/>
              <a:gd name="T66" fmla="*/ 95 w 165"/>
              <a:gd name="T67" fmla="*/ 130 h 164"/>
              <a:gd name="T68" fmla="*/ 70 w 165"/>
              <a:gd name="T69" fmla="*/ 3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5" h="164">
                <a:moveTo>
                  <a:pt x="58" y="4"/>
                </a:moveTo>
                <a:cubicBezTo>
                  <a:pt x="65" y="2"/>
                  <a:pt x="65" y="2"/>
                  <a:pt x="65" y="2"/>
                </a:cubicBezTo>
                <a:cubicBezTo>
                  <a:pt x="75" y="21"/>
                  <a:pt x="75" y="21"/>
                  <a:pt x="75" y="21"/>
                </a:cubicBezTo>
                <a:cubicBezTo>
                  <a:pt x="77" y="20"/>
                  <a:pt x="80" y="20"/>
                  <a:pt x="82" y="20"/>
                </a:cubicBezTo>
                <a:cubicBezTo>
                  <a:pt x="90" y="0"/>
                  <a:pt x="90" y="0"/>
                  <a:pt x="90" y="0"/>
                </a:cubicBezTo>
                <a:cubicBezTo>
                  <a:pt x="97" y="1"/>
                  <a:pt x="97" y="1"/>
                  <a:pt x="97" y="1"/>
                </a:cubicBezTo>
                <a:cubicBezTo>
                  <a:pt x="99" y="22"/>
                  <a:pt x="99" y="22"/>
                  <a:pt x="99" y="22"/>
                </a:cubicBezTo>
                <a:cubicBezTo>
                  <a:pt x="101" y="23"/>
                  <a:pt x="104" y="24"/>
                  <a:pt x="106" y="25"/>
                </a:cubicBezTo>
                <a:cubicBezTo>
                  <a:pt x="121" y="9"/>
                  <a:pt x="121" y="9"/>
                  <a:pt x="121" y="9"/>
                </a:cubicBezTo>
                <a:cubicBezTo>
                  <a:pt x="127" y="13"/>
                  <a:pt x="127" y="13"/>
                  <a:pt x="127" y="13"/>
                </a:cubicBezTo>
                <a:cubicBezTo>
                  <a:pt x="120" y="33"/>
                  <a:pt x="120" y="33"/>
                  <a:pt x="120" y="33"/>
                </a:cubicBezTo>
                <a:cubicBezTo>
                  <a:pt x="122" y="35"/>
                  <a:pt x="124" y="36"/>
                  <a:pt x="126" y="38"/>
                </a:cubicBezTo>
                <a:cubicBezTo>
                  <a:pt x="146" y="29"/>
                  <a:pt x="146" y="29"/>
                  <a:pt x="146" y="29"/>
                </a:cubicBezTo>
                <a:cubicBezTo>
                  <a:pt x="150" y="35"/>
                  <a:pt x="150" y="35"/>
                  <a:pt x="150" y="35"/>
                </a:cubicBezTo>
                <a:cubicBezTo>
                  <a:pt x="136" y="51"/>
                  <a:pt x="136" y="51"/>
                  <a:pt x="136" y="51"/>
                </a:cubicBezTo>
                <a:cubicBezTo>
                  <a:pt x="138" y="54"/>
                  <a:pt x="139" y="56"/>
                  <a:pt x="140" y="58"/>
                </a:cubicBezTo>
                <a:cubicBezTo>
                  <a:pt x="161" y="57"/>
                  <a:pt x="161" y="57"/>
                  <a:pt x="161" y="57"/>
                </a:cubicBezTo>
                <a:cubicBezTo>
                  <a:pt x="163" y="64"/>
                  <a:pt x="163" y="64"/>
                  <a:pt x="163" y="64"/>
                </a:cubicBezTo>
                <a:cubicBezTo>
                  <a:pt x="144" y="74"/>
                  <a:pt x="144" y="74"/>
                  <a:pt x="144" y="74"/>
                </a:cubicBezTo>
                <a:cubicBezTo>
                  <a:pt x="144" y="77"/>
                  <a:pt x="145" y="79"/>
                  <a:pt x="144" y="82"/>
                </a:cubicBezTo>
                <a:cubicBezTo>
                  <a:pt x="165" y="89"/>
                  <a:pt x="165" y="89"/>
                  <a:pt x="165" y="89"/>
                </a:cubicBezTo>
                <a:cubicBezTo>
                  <a:pt x="164" y="97"/>
                  <a:pt x="164" y="97"/>
                  <a:pt x="164" y="97"/>
                </a:cubicBezTo>
                <a:cubicBezTo>
                  <a:pt x="142" y="98"/>
                  <a:pt x="142" y="98"/>
                  <a:pt x="142" y="98"/>
                </a:cubicBezTo>
                <a:cubicBezTo>
                  <a:pt x="142" y="101"/>
                  <a:pt x="141" y="103"/>
                  <a:pt x="140" y="106"/>
                </a:cubicBezTo>
                <a:cubicBezTo>
                  <a:pt x="156" y="120"/>
                  <a:pt x="156" y="120"/>
                  <a:pt x="156" y="120"/>
                </a:cubicBezTo>
                <a:cubicBezTo>
                  <a:pt x="152" y="126"/>
                  <a:pt x="152" y="126"/>
                  <a:pt x="152" y="126"/>
                </a:cubicBezTo>
                <a:cubicBezTo>
                  <a:pt x="132" y="120"/>
                  <a:pt x="132" y="120"/>
                  <a:pt x="132" y="120"/>
                </a:cubicBezTo>
                <a:cubicBezTo>
                  <a:pt x="130" y="122"/>
                  <a:pt x="128" y="124"/>
                  <a:pt x="126" y="126"/>
                </a:cubicBezTo>
                <a:cubicBezTo>
                  <a:pt x="136" y="145"/>
                  <a:pt x="136" y="145"/>
                  <a:pt x="136" y="145"/>
                </a:cubicBezTo>
                <a:cubicBezTo>
                  <a:pt x="130" y="150"/>
                  <a:pt x="130" y="150"/>
                  <a:pt x="130" y="150"/>
                </a:cubicBezTo>
                <a:cubicBezTo>
                  <a:pt x="113" y="136"/>
                  <a:pt x="113" y="136"/>
                  <a:pt x="113" y="136"/>
                </a:cubicBezTo>
                <a:cubicBezTo>
                  <a:pt x="111" y="137"/>
                  <a:pt x="109" y="138"/>
                  <a:pt x="106" y="139"/>
                </a:cubicBezTo>
                <a:cubicBezTo>
                  <a:pt x="107" y="161"/>
                  <a:pt x="107" y="161"/>
                  <a:pt x="107" y="161"/>
                </a:cubicBezTo>
                <a:cubicBezTo>
                  <a:pt x="100" y="163"/>
                  <a:pt x="100" y="163"/>
                  <a:pt x="100" y="163"/>
                </a:cubicBezTo>
                <a:cubicBezTo>
                  <a:pt x="91" y="144"/>
                  <a:pt x="91" y="144"/>
                  <a:pt x="91" y="144"/>
                </a:cubicBezTo>
                <a:cubicBezTo>
                  <a:pt x="88" y="144"/>
                  <a:pt x="85" y="144"/>
                  <a:pt x="83" y="144"/>
                </a:cubicBezTo>
                <a:cubicBezTo>
                  <a:pt x="75" y="164"/>
                  <a:pt x="75" y="164"/>
                  <a:pt x="75" y="164"/>
                </a:cubicBezTo>
                <a:cubicBezTo>
                  <a:pt x="68" y="163"/>
                  <a:pt x="68" y="163"/>
                  <a:pt x="68" y="163"/>
                </a:cubicBezTo>
                <a:cubicBezTo>
                  <a:pt x="66" y="142"/>
                  <a:pt x="66" y="142"/>
                  <a:pt x="66" y="142"/>
                </a:cubicBezTo>
                <a:cubicBezTo>
                  <a:pt x="64" y="141"/>
                  <a:pt x="61" y="140"/>
                  <a:pt x="59" y="139"/>
                </a:cubicBezTo>
                <a:cubicBezTo>
                  <a:pt x="45" y="155"/>
                  <a:pt x="45" y="155"/>
                  <a:pt x="45" y="155"/>
                </a:cubicBezTo>
                <a:cubicBezTo>
                  <a:pt x="38" y="152"/>
                  <a:pt x="38" y="152"/>
                  <a:pt x="38" y="152"/>
                </a:cubicBezTo>
                <a:cubicBezTo>
                  <a:pt x="45" y="131"/>
                  <a:pt x="45" y="131"/>
                  <a:pt x="45" y="131"/>
                </a:cubicBezTo>
                <a:cubicBezTo>
                  <a:pt x="43" y="130"/>
                  <a:pt x="41" y="128"/>
                  <a:pt x="39" y="126"/>
                </a:cubicBezTo>
                <a:cubicBezTo>
                  <a:pt x="19" y="135"/>
                  <a:pt x="19" y="135"/>
                  <a:pt x="19" y="135"/>
                </a:cubicBezTo>
                <a:cubicBezTo>
                  <a:pt x="15" y="129"/>
                  <a:pt x="15" y="129"/>
                  <a:pt x="15" y="129"/>
                </a:cubicBezTo>
                <a:cubicBezTo>
                  <a:pt x="29" y="113"/>
                  <a:pt x="29" y="113"/>
                  <a:pt x="29" y="113"/>
                </a:cubicBezTo>
                <a:cubicBezTo>
                  <a:pt x="27" y="111"/>
                  <a:pt x="26" y="108"/>
                  <a:pt x="25" y="106"/>
                </a:cubicBezTo>
                <a:cubicBezTo>
                  <a:pt x="4" y="107"/>
                  <a:pt x="4" y="107"/>
                  <a:pt x="4" y="107"/>
                </a:cubicBezTo>
                <a:cubicBezTo>
                  <a:pt x="2" y="100"/>
                  <a:pt x="2" y="100"/>
                  <a:pt x="2" y="100"/>
                </a:cubicBezTo>
                <a:cubicBezTo>
                  <a:pt x="21" y="90"/>
                  <a:pt x="21" y="90"/>
                  <a:pt x="21" y="90"/>
                </a:cubicBezTo>
                <a:cubicBezTo>
                  <a:pt x="21" y="87"/>
                  <a:pt x="21" y="85"/>
                  <a:pt x="21" y="82"/>
                </a:cubicBezTo>
                <a:cubicBezTo>
                  <a:pt x="0" y="75"/>
                  <a:pt x="0" y="75"/>
                  <a:pt x="0" y="75"/>
                </a:cubicBezTo>
                <a:cubicBezTo>
                  <a:pt x="1" y="68"/>
                  <a:pt x="1" y="68"/>
                  <a:pt x="1" y="68"/>
                </a:cubicBezTo>
                <a:cubicBezTo>
                  <a:pt x="23" y="66"/>
                  <a:pt x="23" y="66"/>
                  <a:pt x="23" y="66"/>
                </a:cubicBezTo>
                <a:cubicBezTo>
                  <a:pt x="23" y="63"/>
                  <a:pt x="24" y="61"/>
                  <a:pt x="25" y="59"/>
                </a:cubicBezTo>
                <a:cubicBezTo>
                  <a:pt x="9" y="44"/>
                  <a:pt x="9" y="44"/>
                  <a:pt x="9" y="44"/>
                </a:cubicBezTo>
                <a:cubicBezTo>
                  <a:pt x="13" y="38"/>
                  <a:pt x="13" y="38"/>
                  <a:pt x="13" y="38"/>
                </a:cubicBezTo>
                <a:cubicBezTo>
                  <a:pt x="34" y="44"/>
                  <a:pt x="34" y="44"/>
                  <a:pt x="34" y="44"/>
                </a:cubicBezTo>
                <a:cubicBezTo>
                  <a:pt x="35" y="42"/>
                  <a:pt x="37" y="40"/>
                  <a:pt x="39" y="38"/>
                </a:cubicBezTo>
                <a:cubicBezTo>
                  <a:pt x="29" y="19"/>
                  <a:pt x="29" y="19"/>
                  <a:pt x="29" y="19"/>
                </a:cubicBezTo>
                <a:cubicBezTo>
                  <a:pt x="35" y="15"/>
                  <a:pt x="35" y="15"/>
                  <a:pt x="35" y="15"/>
                </a:cubicBezTo>
                <a:cubicBezTo>
                  <a:pt x="52" y="28"/>
                  <a:pt x="52" y="28"/>
                  <a:pt x="52" y="28"/>
                </a:cubicBezTo>
                <a:cubicBezTo>
                  <a:pt x="54" y="27"/>
                  <a:pt x="56" y="26"/>
                  <a:pt x="59" y="25"/>
                </a:cubicBezTo>
                <a:cubicBezTo>
                  <a:pt x="58" y="4"/>
                  <a:pt x="58" y="4"/>
                  <a:pt x="58" y="4"/>
                </a:cubicBezTo>
                <a:close/>
                <a:moveTo>
                  <a:pt x="70" y="34"/>
                </a:moveTo>
                <a:cubicBezTo>
                  <a:pt x="96" y="27"/>
                  <a:pt x="123" y="43"/>
                  <a:pt x="130" y="69"/>
                </a:cubicBezTo>
                <a:cubicBezTo>
                  <a:pt x="137" y="95"/>
                  <a:pt x="121" y="122"/>
                  <a:pt x="95" y="130"/>
                </a:cubicBezTo>
                <a:cubicBezTo>
                  <a:pt x="69" y="137"/>
                  <a:pt x="42" y="121"/>
                  <a:pt x="35" y="95"/>
                </a:cubicBezTo>
                <a:cubicBezTo>
                  <a:pt x="28" y="68"/>
                  <a:pt x="43" y="41"/>
                  <a:pt x="70" y="34"/>
                </a:cubicBezTo>
                <a:close/>
              </a:path>
            </a:pathLst>
          </a:custGeom>
          <a:solidFill>
            <a:srgbClr val="369C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 name="文本框 70"/>
          <p:cNvSpPr txBox="1"/>
          <p:nvPr/>
        </p:nvSpPr>
        <p:spPr>
          <a:xfrm>
            <a:off x="7509329" y="652906"/>
            <a:ext cx="4363357" cy="757130"/>
          </a:xfrm>
          <a:prstGeom prst="rect">
            <a:avLst/>
          </a:prstGeom>
          <a:noFill/>
        </p:spPr>
        <p:txBody>
          <a:bodyPr wrap="square" rtlCol="0">
            <a:spAutoFit/>
          </a:bodyPr>
          <a:lstStyle/>
          <a:p>
            <a:pPr>
              <a:lnSpc>
                <a:spcPct val="120000"/>
              </a:lnSpc>
            </a:pPr>
            <a:r>
              <a:rPr lang="zh-CN" altLang="en-US" dirty="0">
                <a:solidFill>
                  <a:prstClr val="black">
                    <a:lumMod val="65000"/>
                    <a:lumOff val="35000"/>
                  </a:prstClr>
                </a:solidFill>
              </a:rPr>
              <a:t>此处填写具体条目内容，此处填写具体条目内容，此处填写具体条目内容。</a:t>
            </a:r>
          </a:p>
        </p:txBody>
      </p:sp>
      <p:sp>
        <p:nvSpPr>
          <p:cNvPr id="72" name="文本框 71"/>
          <p:cNvSpPr txBox="1"/>
          <p:nvPr/>
        </p:nvSpPr>
        <p:spPr>
          <a:xfrm>
            <a:off x="7509329" y="2238553"/>
            <a:ext cx="4363357" cy="757130"/>
          </a:xfrm>
          <a:prstGeom prst="rect">
            <a:avLst/>
          </a:prstGeom>
          <a:noFill/>
        </p:spPr>
        <p:txBody>
          <a:bodyPr wrap="square" rtlCol="0">
            <a:spAutoFit/>
          </a:bodyPr>
          <a:lstStyle/>
          <a:p>
            <a:pPr>
              <a:lnSpc>
                <a:spcPct val="120000"/>
              </a:lnSpc>
            </a:pPr>
            <a:r>
              <a:rPr lang="zh-CN" altLang="en-US" dirty="0">
                <a:solidFill>
                  <a:prstClr val="black">
                    <a:lumMod val="65000"/>
                    <a:lumOff val="35000"/>
                  </a:prstClr>
                </a:solidFill>
              </a:rPr>
              <a:t>此处填写具体条目内容，此处填写具体条目内容，此处填写具体条目内容。</a:t>
            </a:r>
          </a:p>
        </p:txBody>
      </p:sp>
      <p:sp>
        <p:nvSpPr>
          <p:cNvPr id="73" name="文本框 72"/>
          <p:cNvSpPr txBox="1"/>
          <p:nvPr/>
        </p:nvSpPr>
        <p:spPr>
          <a:xfrm>
            <a:off x="7509329" y="3824200"/>
            <a:ext cx="4363357" cy="757130"/>
          </a:xfrm>
          <a:prstGeom prst="rect">
            <a:avLst/>
          </a:prstGeom>
          <a:noFill/>
        </p:spPr>
        <p:txBody>
          <a:bodyPr wrap="square" rtlCol="0">
            <a:spAutoFit/>
          </a:bodyPr>
          <a:lstStyle/>
          <a:p>
            <a:pPr>
              <a:lnSpc>
                <a:spcPct val="120000"/>
              </a:lnSpc>
            </a:pPr>
            <a:r>
              <a:rPr lang="zh-CN" altLang="en-US" dirty="0">
                <a:solidFill>
                  <a:prstClr val="black">
                    <a:lumMod val="65000"/>
                    <a:lumOff val="35000"/>
                  </a:prstClr>
                </a:solidFill>
              </a:rPr>
              <a:t>此处填写具体条目内容，此处填写具体条目内容，此处填写具体条目内容。</a:t>
            </a:r>
          </a:p>
        </p:txBody>
      </p:sp>
      <p:sp>
        <p:nvSpPr>
          <p:cNvPr id="74" name="文本框 73"/>
          <p:cNvSpPr txBox="1"/>
          <p:nvPr/>
        </p:nvSpPr>
        <p:spPr>
          <a:xfrm>
            <a:off x="7509329" y="5409848"/>
            <a:ext cx="4363357" cy="757130"/>
          </a:xfrm>
          <a:prstGeom prst="rect">
            <a:avLst/>
          </a:prstGeom>
          <a:noFill/>
        </p:spPr>
        <p:txBody>
          <a:bodyPr wrap="square" rtlCol="0">
            <a:spAutoFit/>
          </a:bodyPr>
          <a:lstStyle/>
          <a:p>
            <a:pPr>
              <a:lnSpc>
                <a:spcPct val="120000"/>
              </a:lnSpc>
            </a:pPr>
            <a:r>
              <a:rPr lang="zh-CN" altLang="en-US" dirty="0">
                <a:solidFill>
                  <a:prstClr val="black">
                    <a:lumMod val="65000"/>
                    <a:lumOff val="35000"/>
                  </a:prstClr>
                </a:solidFill>
              </a:rPr>
              <a:t>此处填写具体条目内容，此处填写具体条目内容，此处填写具体条目内容。</a:t>
            </a:r>
          </a:p>
        </p:txBody>
      </p:sp>
      <p:sp>
        <p:nvSpPr>
          <p:cNvPr id="75" name="文本框 74"/>
          <p:cNvSpPr txBox="1"/>
          <p:nvPr/>
        </p:nvSpPr>
        <p:spPr>
          <a:xfrm>
            <a:off x="6209278" y="885974"/>
            <a:ext cx="748923" cy="461665"/>
          </a:xfrm>
          <a:prstGeom prst="rect">
            <a:avLst/>
          </a:prstGeom>
          <a:noFill/>
        </p:spPr>
        <p:txBody>
          <a:bodyPr wrap="none" rtlCol="0">
            <a:spAutoFit/>
          </a:bodyPr>
          <a:lstStyle/>
          <a:p>
            <a:r>
              <a:rPr lang="en-US" altLang="zh-CN" sz="2400" dirty="0">
                <a:solidFill>
                  <a:prstClr val="black">
                    <a:lumMod val="65000"/>
                    <a:lumOff val="35000"/>
                  </a:prstClr>
                </a:solidFill>
                <a:latin typeface="Impact" panose="020B0806030902050204" pitchFamily="34" charset="0"/>
              </a:rPr>
              <a:t>Title</a:t>
            </a:r>
            <a:endParaRPr lang="zh-CN" altLang="en-US" sz="2400" dirty="0">
              <a:solidFill>
                <a:prstClr val="black">
                  <a:lumMod val="65000"/>
                  <a:lumOff val="35000"/>
                </a:prstClr>
              </a:solidFill>
              <a:latin typeface="Impact" panose="020B0806030902050204" pitchFamily="34" charset="0"/>
            </a:endParaRPr>
          </a:p>
        </p:txBody>
      </p:sp>
      <p:sp>
        <p:nvSpPr>
          <p:cNvPr id="76" name="文本框 75"/>
          <p:cNvSpPr txBox="1"/>
          <p:nvPr/>
        </p:nvSpPr>
        <p:spPr>
          <a:xfrm>
            <a:off x="6209278" y="3961111"/>
            <a:ext cx="748923" cy="461665"/>
          </a:xfrm>
          <a:prstGeom prst="rect">
            <a:avLst/>
          </a:prstGeom>
          <a:noFill/>
        </p:spPr>
        <p:txBody>
          <a:bodyPr wrap="none" rtlCol="0">
            <a:spAutoFit/>
          </a:bodyPr>
          <a:lstStyle/>
          <a:p>
            <a:r>
              <a:rPr lang="en-US" altLang="zh-CN" sz="2400" dirty="0">
                <a:solidFill>
                  <a:prstClr val="black">
                    <a:lumMod val="65000"/>
                    <a:lumOff val="35000"/>
                  </a:prstClr>
                </a:solidFill>
                <a:latin typeface="Impact" panose="020B0806030902050204" pitchFamily="34" charset="0"/>
              </a:rPr>
              <a:t>Title</a:t>
            </a:r>
            <a:endParaRPr lang="zh-CN" altLang="en-US" sz="2400" dirty="0">
              <a:solidFill>
                <a:prstClr val="black">
                  <a:lumMod val="65000"/>
                  <a:lumOff val="35000"/>
                </a:prstClr>
              </a:solidFill>
              <a:latin typeface="Impact" panose="020B0806030902050204" pitchFamily="34" charset="0"/>
            </a:endParaRPr>
          </a:p>
        </p:txBody>
      </p:sp>
      <p:sp>
        <p:nvSpPr>
          <p:cNvPr id="77" name="文本框 76"/>
          <p:cNvSpPr txBox="1"/>
          <p:nvPr/>
        </p:nvSpPr>
        <p:spPr>
          <a:xfrm>
            <a:off x="5842565" y="2436888"/>
            <a:ext cx="748923" cy="461665"/>
          </a:xfrm>
          <a:prstGeom prst="rect">
            <a:avLst/>
          </a:prstGeom>
          <a:noFill/>
        </p:spPr>
        <p:txBody>
          <a:bodyPr wrap="none" rtlCol="0">
            <a:spAutoFit/>
          </a:bodyPr>
          <a:lstStyle/>
          <a:p>
            <a:r>
              <a:rPr lang="en-US" altLang="zh-CN" sz="2400" dirty="0">
                <a:solidFill>
                  <a:prstClr val="black">
                    <a:lumMod val="65000"/>
                    <a:lumOff val="35000"/>
                  </a:prstClr>
                </a:solidFill>
                <a:latin typeface="Impact" panose="020B0806030902050204" pitchFamily="34" charset="0"/>
              </a:rPr>
              <a:t>Title</a:t>
            </a:r>
            <a:endParaRPr lang="zh-CN" altLang="en-US" sz="2400" dirty="0">
              <a:solidFill>
                <a:prstClr val="black">
                  <a:lumMod val="65000"/>
                  <a:lumOff val="35000"/>
                </a:prstClr>
              </a:solidFill>
              <a:latin typeface="Impact" panose="020B0806030902050204" pitchFamily="34" charset="0"/>
            </a:endParaRPr>
          </a:p>
        </p:txBody>
      </p:sp>
      <p:sp>
        <p:nvSpPr>
          <p:cNvPr id="78" name="文本框 77"/>
          <p:cNvSpPr txBox="1"/>
          <p:nvPr/>
        </p:nvSpPr>
        <p:spPr>
          <a:xfrm>
            <a:off x="5842565" y="5512025"/>
            <a:ext cx="748923" cy="461665"/>
          </a:xfrm>
          <a:prstGeom prst="rect">
            <a:avLst/>
          </a:prstGeom>
          <a:noFill/>
        </p:spPr>
        <p:txBody>
          <a:bodyPr wrap="none" rtlCol="0">
            <a:spAutoFit/>
          </a:bodyPr>
          <a:lstStyle/>
          <a:p>
            <a:r>
              <a:rPr lang="en-US" altLang="zh-CN" sz="2400" dirty="0">
                <a:solidFill>
                  <a:prstClr val="black">
                    <a:lumMod val="65000"/>
                    <a:lumOff val="35000"/>
                  </a:prstClr>
                </a:solidFill>
                <a:latin typeface="Impact" panose="020B0806030902050204" pitchFamily="34" charset="0"/>
              </a:rPr>
              <a:t>Title</a:t>
            </a:r>
            <a:endParaRPr lang="zh-CN" altLang="en-US" sz="2400" dirty="0">
              <a:solidFill>
                <a:prstClr val="black">
                  <a:lumMod val="65000"/>
                  <a:lumOff val="35000"/>
                </a:prstClr>
              </a:solidFill>
              <a:latin typeface="Impact" panose="020B0806030902050204" pitchFamily="34" charset="0"/>
            </a:endParaRPr>
          </a:p>
        </p:txBody>
      </p:sp>
      <p:sp>
        <p:nvSpPr>
          <p:cNvPr id="26"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605767484"/>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Freeform 6"/>
          <p:cNvSpPr>
            <a:spLocks/>
          </p:cNvSpPr>
          <p:nvPr/>
        </p:nvSpPr>
        <p:spPr bwMode="auto">
          <a:xfrm>
            <a:off x="1162715" y="2199822"/>
            <a:ext cx="2344738" cy="2644775"/>
          </a:xfrm>
          <a:custGeom>
            <a:avLst/>
            <a:gdLst>
              <a:gd name="T0" fmla="*/ 311 w 622"/>
              <a:gd name="T1" fmla="*/ 702 h 702"/>
              <a:gd name="T2" fmla="*/ 91 w 622"/>
              <a:gd name="T3" fmla="*/ 512 h 702"/>
              <a:gd name="T4" fmla="*/ 0 w 622"/>
              <a:gd name="T5" fmla="*/ 159 h 702"/>
              <a:gd name="T6" fmla="*/ 7 w 622"/>
              <a:gd name="T7" fmla="*/ 29 h 702"/>
              <a:gd name="T8" fmla="*/ 146 w 622"/>
              <a:gd name="T9" fmla="*/ 84 h 702"/>
              <a:gd name="T10" fmla="*/ 312 w 622"/>
              <a:gd name="T11" fmla="*/ 0 h 702"/>
              <a:gd name="T12" fmla="*/ 477 w 622"/>
              <a:gd name="T13" fmla="*/ 84 h 702"/>
              <a:gd name="T14" fmla="*/ 616 w 622"/>
              <a:gd name="T15" fmla="*/ 29 h 702"/>
              <a:gd name="T16" fmla="*/ 622 w 622"/>
              <a:gd name="T17" fmla="*/ 159 h 702"/>
              <a:gd name="T18" fmla="*/ 532 w 622"/>
              <a:gd name="T19" fmla="*/ 512 h 702"/>
              <a:gd name="T20" fmla="*/ 311 w 622"/>
              <a:gd name="T21" fmla="*/ 702 h 7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2" h="702">
                <a:moveTo>
                  <a:pt x="311" y="702"/>
                </a:moveTo>
                <a:cubicBezTo>
                  <a:pt x="225" y="675"/>
                  <a:pt x="147" y="607"/>
                  <a:pt x="91" y="512"/>
                </a:cubicBezTo>
                <a:cubicBezTo>
                  <a:pt x="33" y="412"/>
                  <a:pt x="0" y="287"/>
                  <a:pt x="0" y="159"/>
                </a:cubicBezTo>
                <a:cubicBezTo>
                  <a:pt x="0" y="123"/>
                  <a:pt x="3" y="71"/>
                  <a:pt x="7" y="29"/>
                </a:cubicBezTo>
                <a:cubicBezTo>
                  <a:pt x="44" y="64"/>
                  <a:pt x="94" y="84"/>
                  <a:pt x="146" y="84"/>
                </a:cubicBezTo>
                <a:cubicBezTo>
                  <a:pt x="212" y="84"/>
                  <a:pt x="273" y="52"/>
                  <a:pt x="312" y="0"/>
                </a:cubicBezTo>
                <a:cubicBezTo>
                  <a:pt x="350" y="52"/>
                  <a:pt x="412" y="84"/>
                  <a:pt x="477" y="84"/>
                </a:cubicBezTo>
                <a:cubicBezTo>
                  <a:pt x="529" y="84"/>
                  <a:pt x="578" y="64"/>
                  <a:pt x="616" y="29"/>
                </a:cubicBezTo>
                <a:cubicBezTo>
                  <a:pt x="620" y="71"/>
                  <a:pt x="622" y="124"/>
                  <a:pt x="622" y="159"/>
                </a:cubicBezTo>
                <a:cubicBezTo>
                  <a:pt x="622" y="287"/>
                  <a:pt x="590" y="412"/>
                  <a:pt x="532" y="512"/>
                </a:cubicBezTo>
                <a:cubicBezTo>
                  <a:pt x="475" y="607"/>
                  <a:pt x="397" y="675"/>
                  <a:pt x="311" y="702"/>
                </a:cubicBezTo>
                <a:close/>
              </a:path>
            </a:pathLst>
          </a:custGeom>
          <a:gradFill>
            <a:gsLst>
              <a:gs pos="100000">
                <a:srgbClr val="F7AE04"/>
              </a:gs>
              <a:gs pos="0">
                <a:srgbClr val="EA7505"/>
              </a:gs>
            </a:gsLst>
            <a:lin ang="5400000" scaled="1"/>
          </a:gradFill>
          <a:ln w="38100">
            <a:solidFill>
              <a:schemeClr val="bg1"/>
            </a:solidFill>
            <a:round/>
            <a:headEnd/>
            <a:tailEnd/>
          </a:ln>
          <a:effectLst>
            <a:outerShdw blurRad="63500" sx="102000" sy="102000" algn="ct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 name="Freeform 6"/>
          <p:cNvSpPr>
            <a:spLocks/>
          </p:cNvSpPr>
          <p:nvPr/>
        </p:nvSpPr>
        <p:spPr bwMode="auto">
          <a:xfrm>
            <a:off x="3671040" y="2199822"/>
            <a:ext cx="2344738" cy="2644775"/>
          </a:xfrm>
          <a:custGeom>
            <a:avLst/>
            <a:gdLst>
              <a:gd name="T0" fmla="*/ 311 w 622"/>
              <a:gd name="T1" fmla="*/ 702 h 702"/>
              <a:gd name="T2" fmla="*/ 91 w 622"/>
              <a:gd name="T3" fmla="*/ 512 h 702"/>
              <a:gd name="T4" fmla="*/ 0 w 622"/>
              <a:gd name="T5" fmla="*/ 159 h 702"/>
              <a:gd name="T6" fmla="*/ 7 w 622"/>
              <a:gd name="T7" fmla="*/ 29 h 702"/>
              <a:gd name="T8" fmla="*/ 146 w 622"/>
              <a:gd name="T9" fmla="*/ 84 h 702"/>
              <a:gd name="T10" fmla="*/ 312 w 622"/>
              <a:gd name="T11" fmla="*/ 0 h 702"/>
              <a:gd name="T12" fmla="*/ 477 w 622"/>
              <a:gd name="T13" fmla="*/ 84 h 702"/>
              <a:gd name="T14" fmla="*/ 616 w 622"/>
              <a:gd name="T15" fmla="*/ 29 h 702"/>
              <a:gd name="T16" fmla="*/ 622 w 622"/>
              <a:gd name="T17" fmla="*/ 159 h 702"/>
              <a:gd name="T18" fmla="*/ 532 w 622"/>
              <a:gd name="T19" fmla="*/ 512 h 702"/>
              <a:gd name="T20" fmla="*/ 311 w 622"/>
              <a:gd name="T21" fmla="*/ 702 h 7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2" h="702">
                <a:moveTo>
                  <a:pt x="311" y="702"/>
                </a:moveTo>
                <a:cubicBezTo>
                  <a:pt x="225" y="675"/>
                  <a:pt x="147" y="607"/>
                  <a:pt x="91" y="512"/>
                </a:cubicBezTo>
                <a:cubicBezTo>
                  <a:pt x="33" y="412"/>
                  <a:pt x="0" y="287"/>
                  <a:pt x="0" y="159"/>
                </a:cubicBezTo>
                <a:cubicBezTo>
                  <a:pt x="0" y="123"/>
                  <a:pt x="3" y="71"/>
                  <a:pt x="7" y="29"/>
                </a:cubicBezTo>
                <a:cubicBezTo>
                  <a:pt x="44" y="64"/>
                  <a:pt x="94" y="84"/>
                  <a:pt x="146" y="84"/>
                </a:cubicBezTo>
                <a:cubicBezTo>
                  <a:pt x="212" y="84"/>
                  <a:pt x="273" y="52"/>
                  <a:pt x="312" y="0"/>
                </a:cubicBezTo>
                <a:cubicBezTo>
                  <a:pt x="350" y="52"/>
                  <a:pt x="412" y="84"/>
                  <a:pt x="477" y="84"/>
                </a:cubicBezTo>
                <a:cubicBezTo>
                  <a:pt x="529" y="84"/>
                  <a:pt x="578" y="64"/>
                  <a:pt x="616" y="29"/>
                </a:cubicBezTo>
                <a:cubicBezTo>
                  <a:pt x="620" y="71"/>
                  <a:pt x="622" y="124"/>
                  <a:pt x="622" y="159"/>
                </a:cubicBezTo>
                <a:cubicBezTo>
                  <a:pt x="622" y="287"/>
                  <a:pt x="590" y="412"/>
                  <a:pt x="532" y="512"/>
                </a:cubicBezTo>
                <a:cubicBezTo>
                  <a:pt x="475" y="607"/>
                  <a:pt x="397" y="675"/>
                  <a:pt x="311" y="702"/>
                </a:cubicBezTo>
                <a:close/>
              </a:path>
            </a:pathLst>
          </a:custGeom>
          <a:gradFill>
            <a:gsLst>
              <a:gs pos="100000">
                <a:srgbClr val="F7AE04"/>
              </a:gs>
              <a:gs pos="0">
                <a:srgbClr val="EA7505"/>
              </a:gs>
            </a:gsLst>
            <a:lin ang="5400000" scaled="1"/>
          </a:gradFill>
          <a:ln w="38100">
            <a:solidFill>
              <a:schemeClr val="bg1"/>
            </a:solidFill>
            <a:round/>
            <a:headEnd/>
            <a:tailEnd/>
          </a:ln>
          <a:effectLst>
            <a:outerShdw blurRad="63500" sx="102000" sy="102000" algn="ct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 name="Freeform 6"/>
          <p:cNvSpPr>
            <a:spLocks/>
          </p:cNvSpPr>
          <p:nvPr/>
        </p:nvSpPr>
        <p:spPr bwMode="auto">
          <a:xfrm>
            <a:off x="6179365" y="2199822"/>
            <a:ext cx="2344738" cy="2644775"/>
          </a:xfrm>
          <a:custGeom>
            <a:avLst/>
            <a:gdLst>
              <a:gd name="T0" fmla="*/ 311 w 622"/>
              <a:gd name="T1" fmla="*/ 702 h 702"/>
              <a:gd name="T2" fmla="*/ 91 w 622"/>
              <a:gd name="T3" fmla="*/ 512 h 702"/>
              <a:gd name="T4" fmla="*/ 0 w 622"/>
              <a:gd name="T5" fmla="*/ 159 h 702"/>
              <a:gd name="T6" fmla="*/ 7 w 622"/>
              <a:gd name="T7" fmla="*/ 29 h 702"/>
              <a:gd name="T8" fmla="*/ 146 w 622"/>
              <a:gd name="T9" fmla="*/ 84 h 702"/>
              <a:gd name="T10" fmla="*/ 312 w 622"/>
              <a:gd name="T11" fmla="*/ 0 h 702"/>
              <a:gd name="T12" fmla="*/ 477 w 622"/>
              <a:gd name="T13" fmla="*/ 84 h 702"/>
              <a:gd name="T14" fmla="*/ 616 w 622"/>
              <a:gd name="T15" fmla="*/ 29 h 702"/>
              <a:gd name="T16" fmla="*/ 622 w 622"/>
              <a:gd name="T17" fmla="*/ 159 h 702"/>
              <a:gd name="T18" fmla="*/ 532 w 622"/>
              <a:gd name="T19" fmla="*/ 512 h 702"/>
              <a:gd name="T20" fmla="*/ 311 w 622"/>
              <a:gd name="T21" fmla="*/ 702 h 7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2" h="702">
                <a:moveTo>
                  <a:pt x="311" y="702"/>
                </a:moveTo>
                <a:cubicBezTo>
                  <a:pt x="225" y="675"/>
                  <a:pt x="147" y="607"/>
                  <a:pt x="91" y="512"/>
                </a:cubicBezTo>
                <a:cubicBezTo>
                  <a:pt x="33" y="412"/>
                  <a:pt x="0" y="287"/>
                  <a:pt x="0" y="159"/>
                </a:cubicBezTo>
                <a:cubicBezTo>
                  <a:pt x="0" y="123"/>
                  <a:pt x="3" y="71"/>
                  <a:pt x="7" y="29"/>
                </a:cubicBezTo>
                <a:cubicBezTo>
                  <a:pt x="44" y="64"/>
                  <a:pt x="94" y="84"/>
                  <a:pt x="146" y="84"/>
                </a:cubicBezTo>
                <a:cubicBezTo>
                  <a:pt x="212" y="84"/>
                  <a:pt x="273" y="52"/>
                  <a:pt x="312" y="0"/>
                </a:cubicBezTo>
                <a:cubicBezTo>
                  <a:pt x="350" y="52"/>
                  <a:pt x="412" y="84"/>
                  <a:pt x="477" y="84"/>
                </a:cubicBezTo>
                <a:cubicBezTo>
                  <a:pt x="529" y="84"/>
                  <a:pt x="578" y="64"/>
                  <a:pt x="616" y="29"/>
                </a:cubicBezTo>
                <a:cubicBezTo>
                  <a:pt x="620" y="71"/>
                  <a:pt x="622" y="124"/>
                  <a:pt x="622" y="159"/>
                </a:cubicBezTo>
                <a:cubicBezTo>
                  <a:pt x="622" y="287"/>
                  <a:pt x="590" y="412"/>
                  <a:pt x="532" y="512"/>
                </a:cubicBezTo>
                <a:cubicBezTo>
                  <a:pt x="475" y="607"/>
                  <a:pt x="397" y="675"/>
                  <a:pt x="311" y="702"/>
                </a:cubicBezTo>
                <a:close/>
              </a:path>
            </a:pathLst>
          </a:custGeom>
          <a:gradFill>
            <a:gsLst>
              <a:gs pos="100000">
                <a:srgbClr val="F7AE04"/>
              </a:gs>
              <a:gs pos="0">
                <a:srgbClr val="EA7505"/>
              </a:gs>
            </a:gsLst>
            <a:lin ang="5400000" scaled="1"/>
          </a:gradFill>
          <a:ln w="38100">
            <a:solidFill>
              <a:schemeClr val="bg1"/>
            </a:solidFill>
            <a:round/>
            <a:headEnd/>
            <a:tailEnd/>
          </a:ln>
          <a:effectLst>
            <a:outerShdw blurRad="63500" sx="102000" sy="102000" algn="ct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 name="Freeform 6"/>
          <p:cNvSpPr>
            <a:spLocks/>
          </p:cNvSpPr>
          <p:nvPr/>
        </p:nvSpPr>
        <p:spPr bwMode="auto">
          <a:xfrm>
            <a:off x="8687689" y="2199822"/>
            <a:ext cx="2344738" cy="2644775"/>
          </a:xfrm>
          <a:custGeom>
            <a:avLst/>
            <a:gdLst>
              <a:gd name="T0" fmla="*/ 311 w 622"/>
              <a:gd name="T1" fmla="*/ 702 h 702"/>
              <a:gd name="T2" fmla="*/ 91 w 622"/>
              <a:gd name="T3" fmla="*/ 512 h 702"/>
              <a:gd name="T4" fmla="*/ 0 w 622"/>
              <a:gd name="T5" fmla="*/ 159 h 702"/>
              <a:gd name="T6" fmla="*/ 7 w 622"/>
              <a:gd name="T7" fmla="*/ 29 h 702"/>
              <a:gd name="T8" fmla="*/ 146 w 622"/>
              <a:gd name="T9" fmla="*/ 84 h 702"/>
              <a:gd name="T10" fmla="*/ 312 w 622"/>
              <a:gd name="T11" fmla="*/ 0 h 702"/>
              <a:gd name="T12" fmla="*/ 477 w 622"/>
              <a:gd name="T13" fmla="*/ 84 h 702"/>
              <a:gd name="T14" fmla="*/ 616 w 622"/>
              <a:gd name="T15" fmla="*/ 29 h 702"/>
              <a:gd name="T16" fmla="*/ 622 w 622"/>
              <a:gd name="T17" fmla="*/ 159 h 702"/>
              <a:gd name="T18" fmla="*/ 532 w 622"/>
              <a:gd name="T19" fmla="*/ 512 h 702"/>
              <a:gd name="T20" fmla="*/ 311 w 622"/>
              <a:gd name="T21" fmla="*/ 702 h 7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2" h="702">
                <a:moveTo>
                  <a:pt x="311" y="702"/>
                </a:moveTo>
                <a:cubicBezTo>
                  <a:pt x="225" y="675"/>
                  <a:pt x="147" y="607"/>
                  <a:pt x="91" y="512"/>
                </a:cubicBezTo>
                <a:cubicBezTo>
                  <a:pt x="33" y="412"/>
                  <a:pt x="0" y="287"/>
                  <a:pt x="0" y="159"/>
                </a:cubicBezTo>
                <a:cubicBezTo>
                  <a:pt x="0" y="123"/>
                  <a:pt x="3" y="71"/>
                  <a:pt x="7" y="29"/>
                </a:cubicBezTo>
                <a:cubicBezTo>
                  <a:pt x="44" y="64"/>
                  <a:pt x="94" y="84"/>
                  <a:pt x="146" y="84"/>
                </a:cubicBezTo>
                <a:cubicBezTo>
                  <a:pt x="212" y="84"/>
                  <a:pt x="273" y="52"/>
                  <a:pt x="312" y="0"/>
                </a:cubicBezTo>
                <a:cubicBezTo>
                  <a:pt x="350" y="52"/>
                  <a:pt x="412" y="84"/>
                  <a:pt x="477" y="84"/>
                </a:cubicBezTo>
                <a:cubicBezTo>
                  <a:pt x="529" y="84"/>
                  <a:pt x="578" y="64"/>
                  <a:pt x="616" y="29"/>
                </a:cubicBezTo>
                <a:cubicBezTo>
                  <a:pt x="620" y="71"/>
                  <a:pt x="622" y="124"/>
                  <a:pt x="622" y="159"/>
                </a:cubicBezTo>
                <a:cubicBezTo>
                  <a:pt x="622" y="287"/>
                  <a:pt x="590" y="412"/>
                  <a:pt x="532" y="512"/>
                </a:cubicBezTo>
                <a:cubicBezTo>
                  <a:pt x="475" y="607"/>
                  <a:pt x="397" y="675"/>
                  <a:pt x="311" y="702"/>
                </a:cubicBezTo>
                <a:close/>
              </a:path>
            </a:pathLst>
          </a:custGeom>
          <a:gradFill>
            <a:gsLst>
              <a:gs pos="100000">
                <a:srgbClr val="F7AE04"/>
              </a:gs>
              <a:gs pos="0">
                <a:srgbClr val="EA7505"/>
              </a:gs>
            </a:gsLst>
            <a:lin ang="5400000" scaled="1"/>
          </a:gradFill>
          <a:ln w="38100">
            <a:solidFill>
              <a:schemeClr val="bg1"/>
            </a:solidFill>
            <a:round/>
            <a:headEnd/>
            <a:tailEnd/>
          </a:ln>
          <a:effectLst>
            <a:outerShdw blurRad="63500" sx="102000" sy="102000" algn="ct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49" name="组合 48"/>
          <p:cNvGrpSpPr/>
          <p:nvPr/>
        </p:nvGrpSpPr>
        <p:grpSpPr>
          <a:xfrm>
            <a:off x="6662518" y="2790882"/>
            <a:ext cx="1401763" cy="1316037"/>
            <a:chOff x="5554663" y="4919663"/>
            <a:chExt cx="1401763" cy="1316037"/>
          </a:xfrm>
        </p:grpSpPr>
        <p:sp>
          <p:nvSpPr>
            <p:cNvPr id="22" name="Freeform 10"/>
            <p:cNvSpPr>
              <a:spLocks noEditPoints="1"/>
            </p:cNvSpPr>
            <p:nvPr/>
          </p:nvSpPr>
          <p:spPr bwMode="auto">
            <a:xfrm>
              <a:off x="5554663" y="5438775"/>
              <a:ext cx="796925" cy="796925"/>
            </a:xfrm>
            <a:custGeom>
              <a:avLst/>
              <a:gdLst>
                <a:gd name="T0" fmla="*/ 190 w 212"/>
                <a:gd name="T1" fmla="*/ 93 h 212"/>
                <a:gd name="T2" fmla="*/ 188 w 212"/>
                <a:gd name="T3" fmla="*/ 82 h 212"/>
                <a:gd name="T4" fmla="*/ 205 w 212"/>
                <a:gd name="T5" fmla="*/ 67 h 212"/>
                <a:gd name="T6" fmla="*/ 195 w 212"/>
                <a:gd name="T7" fmla="*/ 48 h 212"/>
                <a:gd name="T8" fmla="*/ 173 w 212"/>
                <a:gd name="T9" fmla="*/ 53 h 212"/>
                <a:gd name="T10" fmla="*/ 165 w 212"/>
                <a:gd name="T11" fmla="*/ 44 h 212"/>
                <a:gd name="T12" fmla="*/ 172 w 212"/>
                <a:gd name="T13" fmla="*/ 23 h 212"/>
                <a:gd name="T14" fmla="*/ 163 w 212"/>
                <a:gd name="T15" fmla="*/ 17 h 212"/>
                <a:gd name="T16" fmla="*/ 154 w 212"/>
                <a:gd name="T17" fmla="*/ 12 h 212"/>
                <a:gd name="T18" fmla="*/ 138 w 212"/>
                <a:gd name="T19" fmla="*/ 27 h 212"/>
                <a:gd name="T20" fmla="*/ 127 w 212"/>
                <a:gd name="T21" fmla="*/ 23 h 212"/>
                <a:gd name="T22" fmla="*/ 122 w 212"/>
                <a:gd name="T23" fmla="*/ 1 h 212"/>
                <a:gd name="T24" fmla="*/ 101 w 212"/>
                <a:gd name="T25" fmla="*/ 0 h 212"/>
                <a:gd name="T26" fmla="*/ 94 w 212"/>
                <a:gd name="T27" fmla="*/ 22 h 212"/>
                <a:gd name="T28" fmla="*/ 83 w 212"/>
                <a:gd name="T29" fmla="*/ 24 h 212"/>
                <a:gd name="T30" fmla="*/ 68 w 212"/>
                <a:gd name="T31" fmla="*/ 8 h 212"/>
                <a:gd name="T32" fmla="*/ 49 w 212"/>
                <a:gd name="T33" fmla="*/ 17 h 212"/>
                <a:gd name="T34" fmla="*/ 54 w 212"/>
                <a:gd name="T35" fmla="*/ 39 h 212"/>
                <a:gd name="T36" fmla="*/ 45 w 212"/>
                <a:gd name="T37" fmla="*/ 47 h 212"/>
                <a:gd name="T38" fmla="*/ 24 w 212"/>
                <a:gd name="T39" fmla="*/ 40 h 212"/>
                <a:gd name="T40" fmla="*/ 17 w 212"/>
                <a:gd name="T41" fmla="*/ 49 h 212"/>
                <a:gd name="T42" fmla="*/ 12 w 212"/>
                <a:gd name="T43" fmla="*/ 58 h 212"/>
                <a:gd name="T44" fmla="*/ 28 w 212"/>
                <a:gd name="T45" fmla="*/ 75 h 212"/>
                <a:gd name="T46" fmla="*/ 24 w 212"/>
                <a:gd name="T47" fmla="*/ 86 h 212"/>
                <a:gd name="T48" fmla="*/ 2 w 212"/>
                <a:gd name="T49" fmla="*/ 90 h 212"/>
                <a:gd name="T50" fmla="*/ 1 w 212"/>
                <a:gd name="T51" fmla="*/ 111 h 212"/>
                <a:gd name="T52" fmla="*/ 23 w 212"/>
                <a:gd name="T53" fmla="*/ 118 h 212"/>
                <a:gd name="T54" fmla="*/ 25 w 212"/>
                <a:gd name="T55" fmla="*/ 129 h 212"/>
                <a:gd name="T56" fmla="*/ 8 w 212"/>
                <a:gd name="T57" fmla="*/ 145 h 212"/>
                <a:gd name="T58" fmla="*/ 18 w 212"/>
                <a:gd name="T59" fmla="*/ 164 h 212"/>
                <a:gd name="T60" fmla="*/ 40 w 212"/>
                <a:gd name="T61" fmla="*/ 158 h 212"/>
                <a:gd name="T62" fmla="*/ 48 w 212"/>
                <a:gd name="T63" fmla="*/ 167 h 212"/>
                <a:gd name="T64" fmla="*/ 41 w 212"/>
                <a:gd name="T65" fmla="*/ 189 h 212"/>
                <a:gd name="T66" fmla="*/ 49 w 212"/>
                <a:gd name="T67" fmla="*/ 195 h 212"/>
                <a:gd name="T68" fmla="*/ 59 w 212"/>
                <a:gd name="T69" fmla="*/ 200 h 212"/>
                <a:gd name="T70" fmla="*/ 76 w 212"/>
                <a:gd name="T71" fmla="*/ 184 h 212"/>
                <a:gd name="T72" fmla="*/ 87 w 212"/>
                <a:gd name="T73" fmla="*/ 188 h 212"/>
                <a:gd name="T74" fmla="*/ 91 w 212"/>
                <a:gd name="T75" fmla="*/ 210 h 212"/>
                <a:gd name="T76" fmla="*/ 112 w 212"/>
                <a:gd name="T77" fmla="*/ 211 h 212"/>
                <a:gd name="T78" fmla="*/ 119 w 212"/>
                <a:gd name="T79" fmla="*/ 189 h 212"/>
                <a:gd name="T80" fmla="*/ 130 w 212"/>
                <a:gd name="T81" fmla="*/ 187 h 212"/>
                <a:gd name="T82" fmla="*/ 146 w 212"/>
                <a:gd name="T83" fmla="*/ 204 h 212"/>
                <a:gd name="T84" fmla="*/ 165 w 212"/>
                <a:gd name="T85" fmla="*/ 194 h 212"/>
                <a:gd name="T86" fmla="*/ 159 w 212"/>
                <a:gd name="T87" fmla="*/ 172 h 212"/>
                <a:gd name="T88" fmla="*/ 168 w 212"/>
                <a:gd name="T89" fmla="*/ 164 h 212"/>
                <a:gd name="T90" fmla="*/ 189 w 212"/>
                <a:gd name="T91" fmla="*/ 171 h 212"/>
                <a:gd name="T92" fmla="*/ 195 w 212"/>
                <a:gd name="T93" fmla="*/ 163 h 212"/>
                <a:gd name="T94" fmla="*/ 201 w 212"/>
                <a:gd name="T95" fmla="*/ 153 h 212"/>
                <a:gd name="T96" fmla="*/ 185 w 212"/>
                <a:gd name="T97" fmla="*/ 137 h 212"/>
                <a:gd name="T98" fmla="*/ 189 w 212"/>
                <a:gd name="T99" fmla="*/ 126 h 212"/>
                <a:gd name="T100" fmla="*/ 211 w 212"/>
                <a:gd name="T101" fmla="*/ 121 h 212"/>
                <a:gd name="T102" fmla="*/ 212 w 212"/>
                <a:gd name="T103" fmla="*/ 100 h 212"/>
                <a:gd name="T104" fmla="*/ 190 w 212"/>
                <a:gd name="T105" fmla="*/ 93 h 212"/>
                <a:gd name="T106" fmla="*/ 163 w 212"/>
                <a:gd name="T107" fmla="*/ 142 h 212"/>
                <a:gd name="T108" fmla="*/ 70 w 212"/>
                <a:gd name="T109" fmla="*/ 163 h 212"/>
                <a:gd name="T110" fmla="*/ 49 w 212"/>
                <a:gd name="T111" fmla="*/ 70 h 212"/>
                <a:gd name="T112" fmla="*/ 143 w 212"/>
                <a:gd name="T113" fmla="*/ 49 h 212"/>
                <a:gd name="T114" fmla="*/ 163 w 212"/>
                <a:gd name="T115" fmla="*/ 14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2" h="212">
                  <a:moveTo>
                    <a:pt x="190" y="93"/>
                  </a:moveTo>
                  <a:cubicBezTo>
                    <a:pt x="190" y="89"/>
                    <a:pt x="189" y="86"/>
                    <a:pt x="188" y="82"/>
                  </a:cubicBezTo>
                  <a:cubicBezTo>
                    <a:pt x="205" y="67"/>
                    <a:pt x="205" y="67"/>
                    <a:pt x="205" y="67"/>
                  </a:cubicBezTo>
                  <a:cubicBezTo>
                    <a:pt x="202" y="60"/>
                    <a:pt x="199" y="54"/>
                    <a:pt x="195" y="48"/>
                  </a:cubicBezTo>
                  <a:cubicBezTo>
                    <a:pt x="173" y="53"/>
                    <a:pt x="173" y="53"/>
                    <a:pt x="173" y="53"/>
                  </a:cubicBezTo>
                  <a:cubicBezTo>
                    <a:pt x="170" y="50"/>
                    <a:pt x="168" y="47"/>
                    <a:pt x="165" y="44"/>
                  </a:cubicBezTo>
                  <a:cubicBezTo>
                    <a:pt x="172" y="23"/>
                    <a:pt x="172" y="23"/>
                    <a:pt x="172" y="23"/>
                  </a:cubicBezTo>
                  <a:cubicBezTo>
                    <a:pt x="169" y="21"/>
                    <a:pt x="166" y="19"/>
                    <a:pt x="163" y="17"/>
                  </a:cubicBezTo>
                  <a:cubicBezTo>
                    <a:pt x="160" y="15"/>
                    <a:pt x="157" y="13"/>
                    <a:pt x="154" y="12"/>
                  </a:cubicBezTo>
                  <a:cubicBezTo>
                    <a:pt x="138" y="27"/>
                    <a:pt x="138" y="27"/>
                    <a:pt x="138" y="27"/>
                  </a:cubicBezTo>
                  <a:cubicBezTo>
                    <a:pt x="134" y="26"/>
                    <a:pt x="130" y="24"/>
                    <a:pt x="127" y="23"/>
                  </a:cubicBezTo>
                  <a:cubicBezTo>
                    <a:pt x="122" y="1"/>
                    <a:pt x="122" y="1"/>
                    <a:pt x="122" y="1"/>
                  </a:cubicBezTo>
                  <a:cubicBezTo>
                    <a:pt x="115" y="0"/>
                    <a:pt x="108" y="0"/>
                    <a:pt x="101" y="0"/>
                  </a:cubicBezTo>
                  <a:cubicBezTo>
                    <a:pt x="94" y="22"/>
                    <a:pt x="94" y="22"/>
                    <a:pt x="94" y="22"/>
                  </a:cubicBezTo>
                  <a:cubicBezTo>
                    <a:pt x="90" y="23"/>
                    <a:pt x="87" y="23"/>
                    <a:pt x="83" y="24"/>
                  </a:cubicBezTo>
                  <a:cubicBezTo>
                    <a:pt x="68" y="8"/>
                    <a:pt x="68" y="8"/>
                    <a:pt x="68" y="8"/>
                  </a:cubicBezTo>
                  <a:cubicBezTo>
                    <a:pt x="61" y="10"/>
                    <a:pt x="55" y="13"/>
                    <a:pt x="49" y="17"/>
                  </a:cubicBezTo>
                  <a:cubicBezTo>
                    <a:pt x="54" y="39"/>
                    <a:pt x="54" y="39"/>
                    <a:pt x="54" y="39"/>
                  </a:cubicBezTo>
                  <a:cubicBezTo>
                    <a:pt x="51" y="42"/>
                    <a:pt x="48" y="44"/>
                    <a:pt x="45" y="47"/>
                  </a:cubicBezTo>
                  <a:cubicBezTo>
                    <a:pt x="24" y="40"/>
                    <a:pt x="24" y="40"/>
                    <a:pt x="24" y="40"/>
                  </a:cubicBezTo>
                  <a:cubicBezTo>
                    <a:pt x="22" y="43"/>
                    <a:pt x="19" y="46"/>
                    <a:pt x="17" y="49"/>
                  </a:cubicBezTo>
                  <a:cubicBezTo>
                    <a:pt x="15" y="52"/>
                    <a:pt x="14" y="55"/>
                    <a:pt x="12" y="58"/>
                  </a:cubicBezTo>
                  <a:cubicBezTo>
                    <a:pt x="28" y="75"/>
                    <a:pt x="28" y="75"/>
                    <a:pt x="28" y="75"/>
                  </a:cubicBezTo>
                  <a:cubicBezTo>
                    <a:pt x="27" y="78"/>
                    <a:pt x="25" y="82"/>
                    <a:pt x="24" y="86"/>
                  </a:cubicBezTo>
                  <a:cubicBezTo>
                    <a:pt x="2" y="90"/>
                    <a:pt x="2" y="90"/>
                    <a:pt x="2" y="90"/>
                  </a:cubicBezTo>
                  <a:cubicBezTo>
                    <a:pt x="1" y="97"/>
                    <a:pt x="0" y="104"/>
                    <a:pt x="1" y="111"/>
                  </a:cubicBezTo>
                  <a:cubicBezTo>
                    <a:pt x="23" y="118"/>
                    <a:pt x="23" y="118"/>
                    <a:pt x="23" y="118"/>
                  </a:cubicBezTo>
                  <a:cubicBezTo>
                    <a:pt x="24" y="122"/>
                    <a:pt x="24" y="126"/>
                    <a:pt x="25" y="129"/>
                  </a:cubicBezTo>
                  <a:cubicBezTo>
                    <a:pt x="8" y="145"/>
                    <a:pt x="8" y="145"/>
                    <a:pt x="8" y="145"/>
                  </a:cubicBezTo>
                  <a:cubicBezTo>
                    <a:pt x="11" y="151"/>
                    <a:pt x="14" y="158"/>
                    <a:pt x="18" y="164"/>
                  </a:cubicBezTo>
                  <a:cubicBezTo>
                    <a:pt x="40" y="158"/>
                    <a:pt x="40" y="158"/>
                    <a:pt x="40" y="158"/>
                  </a:cubicBezTo>
                  <a:cubicBezTo>
                    <a:pt x="43" y="161"/>
                    <a:pt x="45" y="164"/>
                    <a:pt x="48" y="167"/>
                  </a:cubicBezTo>
                  <a:cubicBezTo>
                    <a:pt x="41" y="189"/>
                    <a:pt x="41" y="189"/>
                    <a:pt x="41" y="189"/>
                  </a:cubicBezTo>
                  <a:cubicBezTo>
                    <a:pt x="44" y="191"/>
                    <a:pt x="46" y="193"/>
                    <a:pt x="49" y="195"/>
                  </a:cubicBezTo>
                  <a:cubicBezTo>
                    <a:pt x="52" y="197"/>
                    <a:pt x="56" y="199"/>
                    <a:pt x="59" y="200"/>
                  </a:cubicBezTo>
                  <a:cubicBezTo>
                    <a:pt x="76" y="184"/>
                    <a:pt x="76" y="184"/>
                    <a:pt x="76" y="184"/>
                  </a:cubicBezTo>
                  <a:cubicBezTo>
                    <a:pt x="79" y="186"/>
                    <a:pt x="83" y="187"/>
                    <a:pt x="87" y="188"/>
                  </a:cubicBezTo>
                  <a:cubicBezTo>
                    <a:pt x="91" y="210"/>
                    <a:pt x="91" y="210"/>
                    <a:pt x="91" y="210"/>
                  </a:cubicBezTo>
                  <a:cubicBezTo>
                    <a:pt x="98" y="212"/>
                    <a:pt x="105" y="212"/>
                    <a:pt x="112" y="211"/>
                  </a:cubicBezTo>
                  <a:cubicBezTo>
                    <a:pt x="119" y="189"/>
                    <a:pt x="119" y="189"/>
                    <a:pt x="119" y="189"/>
                  </a:cubicBezTo>
                  <a:cubicBezTo>
                    <a:pt x="123" y="189"/>
                    <a:pt x="127" y="188"/>
                    <a:pt x="130" y="187"/>
                  </a:cubicBezTo>
                  <a:cubicBezTo>
                    <a:pt x="146" y="204"/>
                    <a:pt x="146" y="204"/>
                    <a:pt x="146" y="204"/>
                  </a:cubicBezTo>
                  <a:cubicBezTo>
                    <a:pt x="152" y="201"/>
                    <a:pt x="159" y="198"/>
                    <a:pt x="165" y="194"/>
                  </a:cubicBezTo>
                  <a:cubicBezTo>
                    <a:pt x="159" y="172"/>
                    <a:pt x="159" y="172"/>
                    <a:pt x="159" y="172"/>
                  </a:cubicBezTo>
                  <a:cubicBezTo>
                    <a:pt x="162" y="169"/>
                    <a:pt x="165" y="167"/>
                    <a:pt x="168" y="164"/>
                  </a:cubicBezTo>
                  <a:cubicBezTo>
                    <a:pt x="189" y="171"/>
                    <a:pt x="189" y="171"/>
                    <a:pt x="189" y="171"/>
                  </a:cubicBezTo>
                  <a:cubicBezTo>
                    <a:pt x="191" y="169"/>
                    <a:pt x="193" y="166"/>
                    <a:pt x="195" y="163"/>
                  </a:cubicBezTo>
                  <a:cubicBezTo>
                    <a:pt x="197" y="160"/>
                    <a:pt x="199" y="156"/>
                    <a:pt x="201" y="153"/>
                  </a:cubicBezTo>
                  <a:cubicBezTo>
                    <a:pt x="185" y="137"/>
                    <a:pt x="185" y="137"/>
                    <a:pt x="185" y="137"/>
                  </a:cubicBezTo>
                  <a:cubicBezTo>
                    <a:pt x="187" y="133"/>
                    <a:pt x="188" y="129"/>
                    <a:pt x="189" y="126"/>
                  </a:cubicBezTo>
                  <a:cubicBezTo>
                    <a:pt x="211" y="121"/>
                    <a:pt x="211" y="121"/>
                    <a:pt x="211" y="121"/>
                  </a:cubicBezTo>
                  <a:cubicBezTo>
                    <a:pt x="212" y="114"/>
                    <a:pt x="212" y="107"/>
                    <a:pt x="212" y="100"/>
                  </a:cubicBezTo>
                  <a:lnTo>
                    <a:pt x="190" y="93"/>
                  </a:lnTo>
                  <a:close/>
                  <a:moveTo>
                    <a:pt x="163" y="142"/>
                  </a:moveTo>
                  <a:cubicBezTo>
                    <a:pt x="143" y="174"/>
                    <a:pt x="101" y="183"/>
                    <a:pt x="70" y="163"/>
                  </a:cubicBezTo>
                  <a:cubicBezTo>
                    <a:pt x="38" y="143"/>
                    <a:pt x="29" y="101"/>
                    <a:pt x="49" y="70"/>
                  </a:cubicBezTo>
                  <a:cubicBezTo>
                    <a:pt x="70" y="38"/>
                    <a:pt x="111" y="29"/>
                    <a:pt x="143" y="49"/>
                  </a:cubicBezTo>
                  <a:cubicBezTo>
                    <a:pt x="174" y="69"/>
                    <a:pt x="183" y="111"/>
                    <a:pt x="163" y="14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 name="Freeform 11"/>
            <p:cNvSpPr>
              <a:spLocks noEditPoints="1"/>
            </p:cNvSpPr>
            <p:nvPr/>
          </p:nvSpPr>
          <p:spPr bwMode="auto">
            <a:xfrm>
              <a:off x="6296026" y="5364163"/>
              <a:ext cx="660400" cy="660400"/>
            </a:xfrm>
            <a:custGeom>
              <a:avLst/>
              <a:gdLst>
                <a:gd name="T0" fmla="*/ 156 w 176"/>
                <a:gd name="T1" fmla="*/ 88 h 176"/>
                <a:gd name="T2" fmla="*/ 176 w 176"/>
                <a:gd name="T3" fmla="*/ 75 h 176"/>
                <a:gd name="T4" fmla="*/ 172 w 176"/>
                <a:gd name="T5" fmla="*/ 58 h 176"/>
                <a:gd name="T6" fmla="*/ 147 w 176"/>
                <a:gd name="T7" fmla="*/ 55 h 176"/>
                <a:gd name="T8" fmla="*/ 138 w 176"/>
                <a:gd name="T9" fmla="*/ 43 h 176"/>
                <a:gd name="T10" fmla="*/ 144 w 176"/>
                <a:gd name="T11" fmla="*/ 20 h 176"/>
                <a:gd name="T12" fmla="*/ 136 w 176"/>
                <a:gd name="T13" fmla="*/ 14 h 176"/>
                <a:gd name="T14" fmla="*/ 128 w 176"/>
                <a:gd name="T15" fmla="*/ 10 h 176"/>
                <a:gd name="T16" fmla="*/ 109 w 176"/>
                <a:gd name="T17" fmla="*/ 24 h 176"/>
                <a:gd name="T18" fmla="*/ 94 w 176"/>
                <a:gd name="T19" fmla="*/ 21 h 176"/>
                <a:gd name="T20" fmla="*/ 81 w 176"/>
                <a:gd name="T21" fmla="*/ 0 h 176"/>
                <a:gd name="T22" fmla="*/ 64 w 176"/>
                <a:gd name="T23" fmla="*/ 4 h 176"/>
                <a:gd name="T24" fmla="*/ 61 w 176"/>
                <a:gd name="T25" fmla="*/ 27 h 176"/>
                <a:gd name="T26" fmla="*/ 45 w 176"/>
                <a:gd name="T27" fmla="*/ 37 h 176"/>
                <a:gd name="T28" fmla="*/ 21 w 176"/>
                <a:gd name="T29" fmla="*/ 31 h 176"/>
                <a:gd name="T30" fmla="*/ 14 w 176"/>
                <a:gd name="T31" fmla="*/ 41 h 176"/>
                <a:gd name="T32" fmla="*/ 12 w 176"/>
                <a:gd name="T33" fmla="*/ 44 h 176"/>
                <a:gd name="T34" fmla="*/ 26 w 176"/>
                <a:gd name="T35" fmla="*/ 62 h 176"/>
                <a:gd name="T36" fmla="*/ 21 w 176"/>
                <a:gd name="T37" fmla="*/ 85 h 176"/>
                <a:gd name="T38" fmla="*/ 0 w 176"/>
                <a:gd name="T39" fmla="*/ 98 h 176"/>
                <a:gd name="T40" fmla="*/ 3 w 176"/>
                <a:gd name="T41" fmla="*/ 111 h 176"/>
                <a:gd name="T42" fmla="*/ 26 w 176"/>
                <a:gd name="T43" fmla="*/ 114 h 176"/>
                <a:gd name="T44" fmla="*/ 41 w 176"/>
                <a:gd name="T45" fmla="*/ 137 h 176"/>
                <a:gd name="T46" fmla="*/ 36 w 176"/>
                <a:gd name="T47" fmla="*/ 160 h 176"/>
                <a:gd name="T48" fmla="*/ 41 w 176"/>
                <a:gd name="T49" fmla="*/ 164 h 176"/>
                <a:gd name="T50" fmla="*/ 46 w 176"/>
                <a:gd name="T51" fmla="*/ 167 h 176"/>
                <a:gd name="T52" fmla="*/ 65 w 176"/>
                <a:gd name="T53" fmla="*/ 152 h 176"/>
                <a:gd name="T54" fmla="*/ 92 w 176"/>
                <a:gd name="T55" fmla="*/ 156 h 176"/>
                <a:gd name="T56" fmla="*/ 104 w 176"/>
                <a:gd name="T57" fmla="*/ 176 h 176"/>
                <a:gd name="T58" fmla="*/ 117 w 176"/>
                <a:gd name="T59" fmla="*/ 173 h 176"/>
                <a:gd name="T60" fmla="*/ 120 w 176"/>
                <a:gd name="T61" fmla="*/ 149 h 176"/>
                <a:gd name="T62" fmla="*/ 139 w 176"/>
                <a:gd name="T63" fmla="*/ 134 h 176"/>
                <a:gd name="T64" fmla="*/ 162 w 176"/>
                <a:gd name="T65" fmla="*/ 139 h 176"/>
                <a:gd name="T66" fmla="*/ 163 w 176"/>
                <a:gd name="T67" fmla="*/ 137 h 176"/>
                <a:gd name="T68" fmla="*/ 169 w 176"/>
                <a:gd name="T69" fmla="*/ 126 h 176"/>
                <a:gd name="T70" fmla="*/ 154 w 176"/>
                <a:gd name="T71" fmla="*/ 106 h 176"/>
                <a:gd name="T72" fmla="*/ 156 w 176"/>
                <a:gd name="T73" fmla="*/ 88 h 176"/>
                <a:gd name="T74" fmla="*/ 131 w 176"/>
                <a:gd name="T75" fmla="*/ 116 h 176"/>
                <a:gd name="T76" fmla="*/ 61 w 176"/>
                <a:gd name="T77" fmla="*/ 131 h 176"/>
                <a:gd name="T78" fmla="*/ 46 w 176"/>
                <a:gd name="T79" fmla="*/ 61 h 176"/>
                <a:gd name="T80" fmla="*/ 116 w 176"/>
                <a:gd name="T81" fmla="*/ 46 h 176"/>
                <a:gd name="T82" fmla="*/ 131 w 176"/>
                <a:gd name="T83" fmla="*/ 11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76" h="176">
                  <a:moveTo>
                    <a:pt x="156" y="88"/>
                  </a:moveTo>
                  <a:cubicBezTo>
                    <a:pt x="176" y="75"/>
                    <a:pt x="176" y="75"/>
                    <a:pt x="176" y="75"/>
                  </a:cubicBezTo>
                  <a:cubicBezTo>
                    <a:pt x="175" y="69"/>
                    <a:pt x="174" y="64"/>
                    <a:pt x="172" y="58"/>
                  </a:cubicBezTo>
                  <a:cubicBezTo>
                    <a:pt x="147" y="55"/>
                    <a:pt x="147" y="55"/>
                    <a:pt x="147" y="55"/>
                  </a:cubicBezTo>
                  <a:cubicBezTo>
                    <a:pt x="145" y="51"/>
                    <a:pt x="142" y="47"/>
                    <a:pt x="138" y="43"/>
                  </a:cubicBezTo>
                  <a:cubicBezTo>
                    <a:pt x="144" y="20"/>
                    <a:pt x="144" y="20"/>
                    <a:pt x="144" y="20"/>
                  </a:cubicBezTo>
                  <a:cubicBezTo>
                    <a:pt x="141" y="18"/>
                    <a:pt x="139" y="16"/>
                    <a:pt x="136" y="14"/>
                  </a:cubicBezTo>
                  <a:cubicBezTo>
                    <a:pt x="134" y="12"/>
                    <a:pt x="131" y="11"/>
                    <a:pt x="128" y="10"/>
                  </a:cubicBezTo>
                  <a:cubicBezTo>
                    <a:pt x="109" y="24"/>
                    <a:pt x="109" y="24"/>
                    <a:pt x="109" y="24"/>
                  </a:cubicBezTo>
                  <a:cubicBezTo>
                    <a:pt x="104" y="23"/>
                    <a:pt x="99" y="22"/>
                    <a:pt x="94" y="21"/>
                  </a:cubicBezTo>
                  <a:cubicBezTo>
                    <a:pt x="81" y="0"/>
                    <a:pt x="81" y="0"/>
                    <a:pt x="81" y="0"/>
                  </a:cubicBezTo>
                  <a:cubicBezTo>
                    <a:pt x="76" y="1"/>
                    <a:pt x="70" y="2"/>
                    <a:pt x="64" y="4"/>
                  </a:cubicBezTo>
                  <a:cubicBezTo>
                    <a:pt x="61" y="27"/>
                    <a:pt x="61" y="27"/>
                    <a:pt x="61" y="27"/>
                  </a:cubicBezTo>
                  <a:cubicBezTo>
                    <a:pt x="55" y="29"/>
                    <a:pt x="50" y="33"/>
                    <a:pt x="45" y="37"/>
                  </a:cubicBezTo>
                  <a:cubicBezTo>
                    <a:pt x="21" y="31"/>
                    <a:pt x="21" y="31"/>
                    <a:pt x="21" y="31"/>
                  </a:cubicBezTo>
                  <a:cubicBezTo>
                    <a:pt x="18" y="34"/>
                    <a:pt x="16" y="38"/>
                    <a:pt x="14" y="41"/>
                  </a:cubicBezTo>
                  <a:cubicBezTo>
                    <a:pt x="13" y="42"/>
                    <a:pt x="13" y="43"/>
                    <a:pt x="12" y="44"/>
                  </a:cubicBezTo>
                  <a:cubicBezTo>
                    <a:pt x="26" y="62"/>
                    <a:pt x="26" y="62"/>
                    <a:pt x="26" y="62"/>
                  </a:cubicBezTo>
                  <a:cubicBezTo>
                    <a:pt x="23" y="70"/>
                    <a:pt x="22" y="77"/>
                    <a:pt x="21" y="85"/>
                  </a:cubicBezTo>
                  <a:cubicBezTo>
                    <a:pt x="0" y="98"/>
                    <a:pt x="0" y="98"/>
                    <a:pt x="0" y="98"/>
                  </a:cubicBezTo>
                  <a:cubicBezTo>
                    <a:pt x="1" y="103"/>
                    <a:pt x="1" y="107"/>
                    <a:pt x="3" y="111"/>
                  </a:cubicBezTo>
                  <a:cubicBezTo>
                    <a:pt x="26" y="114"/>
                    <a:pt x="26" y="114"/>
                    <a:pt x="26" y="114"/>
                  </a:cubicBezTo>
                  <a:cubicBezTo>
                    <a:pt x="29" y="122"/>
                    <a:pt x="34" y="130"/>
                    <a:pt x="41" y="137"/>
                  </a:cubicBezTo>
                  <a:cubicBezTo>
                    <a:pt x="36" y="160"/>
                    <a:pt x="36" y="160"/>
                    <a:pt x="36" y="160"/>
                  </a:cubicBezTo>
                  <a:cubicBezTo>
                    <a:pt x="37" y="161"/>
                    <a:pt x="39" y="163"/>
                    <a:pt x="41" y="164"/>
                  </a:cubicBezTo>
                  <a:cubicBezTo>
                    <a:pt x="42" y="165"/>
                    <a:pt x="44" y="166"/>
                    <a:pt x="46" y="167"/>
                  </a:cubicBezTo>
                  <a:cubicBezTo>
                    <a:pt x="65" y="152"/>
                    <a:pt x="65" y="152"/>
                    <a:pt x="65" y="152"/>
                  </a:cubicBezTo>
                  <a:cubicBezTo>
                    <a:pt x="74" y="155"/>
                    <a:pt x="83" y="157"/>
                    <a:pt x="92" y="156"/>
                  </a:cubicBezTo>
                  <a:cubicBezTo>
                    <a:pt x="104" y="176"/>
                    <a:pt x="104" y="176"/>
                    <a:pt x="104" y="176"/>
                  </a:cubicBezTo>
                  <a:cubicBezTo>
                    <a:pt x="109" y="175"/>
                    <a:pt x="113" y="174"/>
                    <a:pt x="117" y="173"/>
                  </a:cubicBezTo>
                  <a:cubicBezTo>
                    <a:pt x="120" y="149"/>
                    <a:pt x="120" y="149"/>
                    <a:pt x="120" y="149"/>
                  </a:cubicBezTo>
                  <a:cubicBezTo>
                    <a:pt x="127" y="145"/>
                    <a:pt x="133" y="140"/>
                    <a:pt x="139" y="134"/>
                  </a:cubicBezTo>
                  <a:cubicBezTo>
                    <a:pt x="162" y="139"/>
                    <a:pt x="162" y="139"/>
                    <a:pt x="162" y="139"/>
                  </a:cubicBezTo>
                  <a:cubicBezTo>
                    <a:pt x="162" y="138"/>
                    <a:pt x="163" y="138"/>
                    <a:pt x="163" y="137"/>
                  </a:cubicBezTo>
                  <a:cubicBezTo>
                    <a:pt x="165" y="133"/>
                    <a:pt x="167" y="130"/>
                    <a:pt x="169" y="126"/>
                  </a:cubicBezTo>
                  <a:cubicBezTo>
                    <a:pt x="154" y="106"/>
                    <a:pt x="154" y="106"/>
                    <a:pt x="154" y="106"/>
                  </a:cubicBezTo>
                  <a:cubicBezTo>
                    <a:pt x="156" y="100"/>
                    <a:pt x="156" y="94"/>
                    <a:pt x="156" y="88"/>
                  </a:cubicBezTo>
                  <a:close/>
                  <a:moveTo>
                    <a:pt x="131" y="116"/>
                  </a:moveTo>
                  <a:cubicBezTo>
                    <a:pt x="116" y="140"/>
                    <a:pt x="85" y="146"/>
                    <a:pt x="61" y="131"/>
                  </a:cubicBezTo>
                  <a:cubicBezTo>
                    <a:pt x="38" y="116"/>
                    <a:pt x="31" y="85"/>
                    <a:pt x="46" y="61"/>
                  </a:cubicBezTo>
                  <a:cubicBezTo>
                    <a:pt x="61" y="38"/>
                    <a:pt x="92" y="31"/>
                    <a:pt x="116" y="46"/>
                  </a:cubicBezTo>
                  <a:cubicBezTo>
                    <a:pt x="140" y="61"/>
                    <a:pt x="146" y="92"/>
                    <a:pt x="131" y="11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 name="Freeform 12"/>
            <p:cNvSpPr>
              <a:spLocks noEditPoints="1"/>
            </p:cNvSpPr>
            <p:nvPr/>
          </p:nvSpPr>
          <p:spPr bwMode="auto">
            <a:xfrm>
              <a:off x="6265863" y="4919663"/>
              <a:ext cx="492125" cy="504825"/>
            </a:xfrm>
            <a:custGeom>
              <a:avLst/>
              <a:gdLst>
                <a:gd name="T0" fmla="*/ 14 w 131"/>
                <a:gd name="T1" fmla="*/ 79 h 134"/>
                <a:gd name="T2" fmla="*/ 2 w 131"/>
                <a:gd name="T3" fmla="*/ 94 h 134"/>
                <a:gd name="T4" fmla="*/ 7 w 131"/>
                <a:gd name="T5" fmla="*/ 104 h 134"/>
                <a:gd name="T6" fmla="*/ 27 w 131"/>
                <a:gd name="T7" fmla="*/ 102 h 134"/>
                <a:gd name="T8" fmla="*/ 34 w 131"/>
                <a:gd name="T9" fmla="*/ 108 h 134"/>
                <a:gd name="T10" fmla="*/ 42 w 131"/>
                <a:gd name="T11" fmla="*/ 113 h 134"/>
                <a:gd name="T12" fmla="*/ 46 w 131"/>
                <a:gd name="T13" fmla="*/ 132 h 134"/>
                <a:gd name="T14" fmla="*/ 58 w 131"/>
                <a:gd name="T15" fmla="*/ 134 h 134"/>
                <a:gd name="T16" fmla="*/ 68 w 131"/>
                <a:gd name="T17" fmla="*/ 117 h 134"/>
                <a:gd name="T18" fmla="*/ 87 w 131"/>
                <a:gd name="T19" fmla="*/ 112 h 134"/>
                <a:gd name="T20" fmla="*/ 104 w 131"/>
                <a:gd name="T21" fmla="*/ 121 h 134"/>
                <a:gd name="T22" fmla="*/ 113 w 131"/>
                <a:gd name="T23" fmla="*/ 113 h 134"/>
                <a:gd name="T24" fmla="*/ 107 w 131"/>
                <a:gd name="T25" fmla="*/ 94 h 134"/>
                <a:gd name="T26" fmla="*/ 113 w 131"/>
                <a:gd name="T27" fmla="*/ 76 h 134"/>
                <a:gd name="T28" fmla="*/ 131 w 131"/>
                <a:gd name="T29" fmla="*/ 68 h 134"/>
                <a:gd name="T30" fmla="*/ 130 w 131"/>
                <a:gd name="T31" fmla="*/ 55 h 134"/>
                <a:gd name="T32" fmla="*/ 111 w 131"/>
                <a:gd name="T33" fmla="*/ 48 h 134"/>
                <a:gd name="T34" fmla="*/ 104 w 131"/>
                <a:gd name="T35" fmla="*/ 36 h 134"/>
                <a:gd name="T36" fmla="*/ 109 w 131"/>
                <a:gd name="T37" fmla="*/ 17 h 134"/>
                <a:gd name="T38" fmla="*/ 103 w 131"/>
                <a:gd name="T39" fmla="*/ 12 h 134"/>
                <a:gd name="T40" fmla="*/ 97 w 131"/>
                <a:gd name="T41" fmla="*/ 8 h 134"/>
                <a:gd name="T42" fmla="*/ 80 w 131"/>
                <a:gd name="T43" fmla="*/ 19 h 134"/>
                <a:gd name="T44" fmla="*/ 66 w 131"/>
                <a:gd name="T45" fmla="*/ 16 h 134"/>
                <a:gd name="T46" fmla="*/ 54 w 131"/>
                <a:gd name="T47" fmla="*/ 0 h 134"/>
                <a:gd name="T48" fmla="*/ 41 w 131"/>
                <a:gd name="T49" fmla="*/ 3 h 134"/>
                <a:gd name="T50" fmla="*/ 39 w 131"/>
                <a:gd name="T51" fmla="*/ 23 h 134"/>
                <a:gd name="T52" fmla="*/ 25 w 131"/>
                <a:gd name="T53" fmla="*/ 34 h 134"/>
                <a:gd name="T54" fmla="*/ 4 w 131"/>
                <a:gd name="T55" fmla="*/ 34 h 134"/>
                <a:gd name="T56" fmla="*/ 0 w 131"/>
                <a:gd name="T57" fmla="*/ 45 h 134"/>
                <a:gd name="T58" fmla="*/ 14 w 131"/>
                <a:gd name="T59" fmla="*/ 59 h 134"/>
                <a:gd name="T60" fmla="*/ 14 w 131"/>
                <a:gd name="T61" fmla="*/ 79 h 134"/>
                <a:gd name="T62" fmla="*/ 32 w 131"/>
                <a:gd name="T63" fmla="*/ 45 h 134"/>
                <a:gd name="T64" fmla="*/ 86 w 131"/>
                <a:gd name="T65" fmla="*/ 36 h 134"/>
                <a:gd name="T66" fmla="*/ 94 w 131"/>
                <a:gd name="T67" fmla="*/ 89 h 134"/>
                <a:gd name="T68" fmla="*/ 41 w 131"/>
                <a:gd name="T69" fmla="*/ 98 h 134"/>
                <a:gd name="T70" fmla="*/ 32 w 131"/>
                <a:gd name="T71" fmla="*/ 45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1" h="134">
                  <a:moveTo>
                    <a:pt x="14" y="79"/>
                  </a:moveTo>
                  <a:cubicBezTo>
                    <a:pt x="2" y="94"/>
                    <a:pt x="2" y="94"/>
                    <a:pt x="2" y="94"/>
                  </a:cubicBezTo>
                  <a:cubicBezTo>
                    <a:pt x="3" y="97"/>
                    <a:pt x="5" y="101"/>
                    <a:pt x="7" y="104"/>
                  </a:cubicBezTo>
                  <a:cubicBezTo>
                    <a:pt x="27" y="102"/>
                    <a:pt x="27" y="102"/>
                    <a:pt x="27" y="102"/>
                  </a:cubicBezTo>
                  <a:cubicBezTo>
                    <a:pt x="29" y="104"/>
                    <a:pt x="31" y="106"/>
                    <a:pt x="34" y="108"/>
                  </a:cubicBezTo>
                  <a:cubicBezTo>
                    <a:pt x="37" y="110"/>
                    <a:pt x="39" y="111"/>
                    <a:pt x="42" y="113"/>
                  </a:cubicBezTo>
                  <a:cubicBezTo>
                    <a:pt x="46" y="132"/>
                    <a:pt x="46" y="132"/>
                    <a:pt x="46" y="132"/>
                  </a:cubicBezTo>
                  <a:cubicBezTo>
                    <a:pt x="50" y="133"/>
                    <a:pt x="54" y="134"/>
                    <a:pt x="58" y="134"/>
                  </a:cubicBezTo>
                  <a:cubicBezTo>
                    <a:pt x="68" y="117"/>
                    <a:pt x="68" y="117"/>
                    <a:pt x="68" y="117"/>
                  </a:cubicBezTo>
                  <a:cubicBezTo>
                    <a:pt x="75" y="117"/>
                    <a:pt x="81" y="115"/>
                    <a:pt x="87" y="112"/>
                  </a:cubicBezTo>
                  <a:cubicBezTo>
                    <a:pt x="104" y="121"/>
                    <a:pt x="104" y="121"/>
                    <a:pt x="104" y="121"/>
                  </a:cubicBezTo>
                  <a:cubicBezTo>
                    <a:pt x="108" y="118"/>
                    <a:pt x="111" y="116"/>
                    <a:pt x="113" y="113"/>
                  </a:cubicBezTo>
                  <a:cubicBezTo>
                    <a:pt x="107" y="94"/>
                    <a:pt x="107" y="94"/>
                    <a:pt x="107" y="94"/>
                  </a:cubicBezTo>
                  <a:cubicBezTo>
                    <a:pt x="110" y="88"/>
                    <a:pt x="112" y="82"/>
                    <a:pt x="113" y="76"/>
                  </a:cubicBezTo>
                  <a:cubicBezTo>
                    <a:pt x="131" y="68"/>
                    <a:pt x="131" y="68"/>
                    <a:pt x="131" y="68"/>
                  </a:cubicBezTo>
                  <a:cubicBezTo>
                    <a:pt x="131" y="64"/>
                    <a:pt x="131" y="59"/>
                    <a:pt x="130" y="55"/>
                  </a:cubicBezTo>
                  <a:cubicBezTo>
                    <a:pt x="111" y="48"/>
                    <a:pt x="111" y="48"/>
                    <a:pt x="111" y="48"/>
                  </a:cubicBezTo>
                  <a:cubicBezTo>
                    <a:pt x="109" y="44"/>
                    <a:pt x="107" y="40"/>
                    <a:pt x="104" y="36"/>
                  </a:cubicBezTo>
                  <a:cubicBezTo>
                    <a:pt x="109" y="17"/>
                    <a:pt x="109" y="17"/>
                    <a:pt x="109" y="17"/>
                  </a:cubicBezTo>
                  <a:cubicBezTo>
                    <a:pt x="107" y="15"/>
                    <a:pt x="105" y="13"/>
                    <a:pt x="103" y="12"/>
                  </a:cubicBezTo>
                  <a:cubicBezTo>
                    <a:pt x="101" y="11"/>
                    <a:pt x="99" y="9"/>
                    <a:pt x="97" y="8"/>
                  </a:cubicBezTo>
                  <a:cubicBezTo>
                    <a:pt x="80" y="19"/>
                    <a:pt x="80" y="19"/>
                    <a:pt x="80" y="19"/>
                  </a:cubicBezTo>
                  <a:cubicBezTo>
                    <a:pt x="76" y="17"/>
                    <a:pt x="71" y="16"/>
                    <a:pt x="66" y="16"/>
                  </a:cubicBezTo>
                  <a:cubicBezTo>
                    <a:pt x="54" y="0"/>
                    <a:pt x="54" y="0"/>
                    <a:pt x="54" y="0"/>
                  </a:cubicBezTo>
                  <a:cubicBezTo>
                    <a:pt x="50" y="1"/>
                    <a:pt x="45" y="2"/>
                    <a:pt x="41" y="3"/>
                  </a:cubicBezTo>
                  <a:cubicBezTo>
                    <a:pt x="39" y="23"/>
                    <a:pt x="39" y="23"/>
                    <a:pt x="39" y="23"/>
                  </a:cubicBezTo>
                  <a:cubicBezTo>
                    <a:pt x="33" y="26"/>
                    <a:pt x="29" y="30"/>
                    <a:pt x="25" y="34"/>
                  </a:cubicBezTo>
                  <a:cubicBezTo>
                    <a:pt x="4" y="34"/>
                    <a:pt x="4" y="34"/>
                    <a:pt x="4" y="34"/>
                  </a:cubicBezTo>
                  <a:cubicBezTo>
                    <a:pt x="2" y="38"/>
                    <a:pt x="1" y="41"/>
                    <a:pt x="0" y="45"/>
                  </a:cubicBezTo>
                  <a:cubicBezTo>
                    <a:pt x="14" y="59"/>
                    <a:pt x="14" y="59"/>
                    <a:pt x="14" y="59"/>
                  </a:cubicBezTo>
                  <a:cubicBezTo>
                    <a:pt x="13" y="65"/>
                    <a:pt x="13" y="72"/>
                    <a:pt x="14" y="79"/>
                  </a:cubicBezTo>
                  <a:close/>
                  <a:moveTo>
                    <a:pt x="32" y="45"/>
                  </a:moveTo>
                  <a:cubicBezTo>
                    <a:pt x="45" y="28"/>
                    <a:pt x="69" y="24"/>
                    <a:pt x="86" y="36"/>
                  </a:cubicBezTo>
                  <a:cubicBezTo>
                    <a:pt x="103" y="49"/>
                    <a:pt x="106" y="72"/>
                    <a:pt x="94" y="89"/>
                  </a:cubicBezTo>
                  <a:cubicBezTo>
                    <a:pt x="82" y="106"/>
                    <a:pt x="58" y="110"/>
                    <a:pt x="41" y="98"/>
                  </a:cubicBezTo>
                  <a:cubicBezTo>
                    <a:pt x="24" y="86"/>
                    <a:pt x="20" y="62"/>
                    <a:pt x="32" y="4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51" name="组合 50"/>
          <p:cNvGrpSpPr/>
          <p:nvPr/>
        </p:nvGrpSpPr>
        <p:grpSpPr>
          <a:xfrm>
            <a:off x="1699364" y="2848031"/>
            <a:ext cx="1212850" cy="1201738"/>
            <a:chOff x="8185151" y="600075"/>
            <a:chExt cx="1212850" cy="1201738"/>
          </a:xfrm>
        </p:grpSpPr>
        <p:sp>
          <p:nvSpPr>
            <p:cNvPr id="25" name="Freeform 13"/>
            <p:cNvSpPr>
              <a:spLocks/>
            </p:cNvSpPr>
            <p:nvPr/>
          </p:nvSpPr>
          <p:spPr bwMode="auto">
            <a:xfrm>
              <a:off x="8320088" y="828675"/>
              <a:ext cx="919163" cy="973138"/>
            </a:xfrm>
            <a:custGeom>
              <a:avLst/>
              <a:gdLst>
                <a:gd name="T0" fmla="*/ 123 w 245"/>
                <a:gd name="T1" fmla="*/ 0 h 259"/>
                <a:gd name="T2" fmla="*/ 0 w 245"/>
                <a:gd name="T3" fmla="*/ 155 h 259"/>
                <a:gd name="T4" fmla="*/ 0 w 245"/>
                <a:gd name="T5" fmla="*/ 246 h 259"/>
                <a:gd name="T6" fmla="*/ 16 w 245"/>
                <a:gd name="T7" fmla="*/ 259 h 259"/>
                <a:gd name="T8" fmla="*/ 96 w 245"/>
                <a:gd name="T9" fmla="*/ 259 h 259"/>
                <a:gd name="T10" fmla="*/ 96 w 245"/>
                <a:gd name="T11" fmla="*/ 167 h 259"/>
                <a:gd name="T12" fmla="*/ 151 w 245"/>
                <a:gd name="T13" fmla="*/ 167 h 259"/>
                <a:gd name="T14" fmla="*/ 151 w 245"/>
                <a:gd name="T15" fmla="*/ 259 h 259"/>
                <a:gd name="T16" fmla="*/ 230 w 245"/>
                <a:gd name="T17" fmla="*/ 259 h 259"/>
                <a:gd name="T18" fmla="*/ 245 w 245"/>
                <a:gd name="T19" fmla="*/ 246 h 259"/>
                <a:gd name="T20" fmla="*/ 245 w 245"/>
                <a:gd name="T21" fmla="*/ 144 h 259"/>
                <a:gd name="T22" fmla="*/ 123 w 245"/>
                <a:gd name="T23" fmla="*/ 0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5" h="259">
                  <a:moveTo>
                    <a:pt x="123" y="0"/>
                  </a:moveTo>
                  <a:cubicBezTo>
                    <a:pt x="0" y="155"/>
                    <a:pt x="0" y="155"/>
                    <a:pt x="0" y="155"/>
                  </a:cubicBezTo>
                  <a:cubicBezTo>
                    <a:pt x="0" y="246"/>
                    <a:pt x="0" y="246"/>
                    <a:pt x="0" y="246"/>
                  </a:cubicBezTo>
                  <a:cubicBezTo>
                    <a:pt x="0" y="253"/>
                    <a:pt x="7" y="259"/>
                    <a:pt x="16" y="259"/>
                  </a:cubicBezTo>
                  <a:cubicBezTo>
                    <a:pt x="96" y="259"/>
                    <a:pt x="96" y="259"/>
                    <a:pt x="96" y="259"/>
                  </a:cubicBezTo>
                  <a:cubicBezTo>
                    <a:pt x="96" y="167"/>
                    <a:pt x="96" y="167"/>
                    <a:pt x="96" y="167"/>
                  </a:cubicBezTo>
                  <a:cubicBezTo>
                    <a:pt x="151" y="167"/>
                    <a:pt x="151" y="167"/>
                    <a:pt x="151" y="167"/>
                  </a:cubicBezTo>
                  <a:cubicBezTo>
                    <a:pt x="151" y="259"/>
                    <a:pt x="151" y="259"/>
                    <a:pt x="151" y="259"/>
                  </a:cubicBezTo>
                  <a:cubicBezTo>
                    <a:pt x="230" y="259"/>
                    <a:pt x="230" y="259"/>
                    <a:pt x="230" y="259"/>
                  </a:cubicBezTo>
                  <a:cubicBezTo>
                    <a:pt x="238" y="259"/>
                    <a:pt x="245" y="253"/>
                    <a:pt x="245" y="246"/>
                  </a:cubicBezTo>
                  <a:cubicBezTo>
                    <a:pt x="245" y="144"/>
                    <a:pt x="245" y="144"/>
                    <a:pt x="245" y="144"/>
                  </a:cubicBezTo>
                  <a:cubicBezTo>
                    <a:pt x="245" y="137"/>
                    <a:pt x="123" y="0"/>
                    <a:pt x="12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 name="Freeform 14"/>
            <p:cNvSpPr>
              <a:spLocks/>
            </p:cNvSpPr>
            <p:nvPr/>
          </p:nvSpPr>
          <p:spPr bwMode="auto">
            <a:xfrm>
              <a:off x="8185151" y="600075"/>
              <a:ext cx="1212850" cy="811213"/>
            </a:xfrm>
            <a:custGeom>
              <a:avLst/>
              <a:gdLst>
                <a:gd name="T0" fmla="*/ 319 w 323"/>
                <a:gd name="T1" fmla="*/ 184 h 216"/>
                <a:gd name="T2" fmla="*/ 169 w 323"/>
                <a:gd name="T3" fmla="*/ 5 h 216"/>
                <a:gd name="T4" fmla="*/ 158 w 323"/>
                <a:gd name="T5" fmla="*/ 0 h 216"/>
                <a:gd name="T6" fmla="*/ 147 w 323"/>
                <a:gd name="T7" fmla="*/ 5 h 216"/>
                <a:gd name="T8" fmla="*/ 4 w 323"/>
                <a:gd name="T9" fmla="*/ 188 h 216"/>
                <a:gd name="T10" fmla="*/ 6 w 323"/>
                <a:gd name="T11" fmla="*/ 209 h 216"/>
                <a:gd name="T12" fmla="*/ 24 w 323"/>
                <a:gd name="T13" fmla="*/ 211 h 216"/>
                <a:gd name="T14" fmla="*/ 159 w 323"/>
                <a:gd name="T15" fmla="*/ 42 h 216"/>
                <a:gd name="T16" fmla="*/ 299 w 323"/>
                <a:gd name="T17" fmla="*/ 207 h 216"/>
                <a:gd name="T18" fmla="*/ 317 w 323"/>
                <a:gd name="T19" fmla="*/ 205 h 216"/>
                <a:gd name="T20" fmla="*/ 319 w 323"/>
                <a:gd name="T21" fmla="*/ 18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3" h="216">
                  <a:moveTo>
                    <a:pt x="319" y="184"/>
                  </a:moveTo>
                  <a:cubicBezTo>
                    <a:pt x="319" y="184"/>
                    <a:pt x="171" y="7"/>
                    <a:pt x="169" y="5"/>
                  </a:cubicBezTo>
                  <a:cubicBezTo>
                    <a:pt x="166" y="1"/>
                    <a:pt x="162" y="0"/>
                    <a:pt x="158" y="0"/>
                  </a:cubicBezTo>
                  <a:cubicBezTo>
                    <a:pt x="154" y="0"/>
                    <a:pt x="150" y="1"/>
                    <a:pt x="147" y="5"/>
                  </a:cubicBezTo>
                  <a:cubicBezTo>
                    <a:pt x="145" y="8"/>
                    <a:pt x="4" y="188"/>
                    <a:pt x="4" y="188"/>
                  </a:cubicBezTo>
                  <a:cubicBezTo>
                    <a:pt x="0" y="194"/>
                    <a:pt x="1" y="203"/>
                    <a:pt x="6" y="209"/>
                  </a:cubicBezTo>
                  <a:cubicBezTo>
                    <a:pt x="12" y="215"/>
                    <a:pt x="20" y="216"/>
                    <a:pt x="24" y="211"/>
                  </a:cubicBezTo>
                  <a:cubicBezTo>
                    <a:pt x="159" y="42"/>
                    <a:pt x="159" y="42"/>
                    <a:pt x="159" y="42"/>
                  </a:cubicBezTo>
                  <a:cubicBezTo>
                    <a:pt x="299" y="207"/>
                    <a:pt x="299" y="207"/>
                    <a:pt x="299" y="207"/>
                  </a:cubicBezTo>
                  <a:cubicBezTo>
                    <a:pt x="304" y="213"/>
                    <a:pt x="312" y="212"/>
                    <a:pt x="317" y="205"/>
                  </a:cubicBezTo>
                  <a:cubicBezTo>
                    <a:pt x="323" y="199"/>
                    <a:pt x="323" y="189"/>
                    <a:pt x="319" y="1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50" name="组合 49"/>
          <p:cNvGrpSpPr/>
          <p:nvPr/>
        </p:nvGrpSpPr>
        <p:grpSpPr>
          <a:xfrm>
            <a:off x="4050766" y="2834537"/>
            <a:ext cx="1473200" cy="1228726"/>
            <a:chOff x="2760663" y="5032375"/>
            <a:chExt cx="1473200" cy="1228726"/>
          </a:xfrm>
        </p:grpSpPr>
        <p:sp>
          <p:nvSpPr>
            <p:cNvPr id="27" name="Freeform 15"/>
            <p:cNvSpPr>
              <a:spLocks/>
            </p:cNvSpPr>
            <p:nvPr/>
          </p:nvSpPr>
          <p:spPr bwMode="auto">
            <a:xfrm>
              <a:off x="3005138" y="5856288"/>
              <a:ext cx="285750" cy="404813"/>
            </a:xfrm>
            <a:custGeom>
              <a:avLst/>
              <a:gdLst>
                <a:gd name="T0" fmla="*/ 76 w 76"/>
                <a:gd name="T1" fmla="*/ 103 h 108"/>
                <a:gd name="T2" fmla="*/ 62 w 76"/>
                <a:gd name="T3" fmla="*/ 108 h 108"/>
                <a:gd name="T4" fmla="*/ 13 w 76"/>
                <a:gd name="T5" fmla="*/ 108 h 108"/>
                <a:gd name="T6" fmla="*/ 0 w 76"/>
                <a:gd name="T7" fmla="*/ 103 h 108"/>
                <a:gd name="T8" fmla="*/ 0 w 76"/>
                <a:gd name="T9" fmla="*/ 5 h 108"/>
                <a:gd name="T10" fmla="*/ 13 w 76"/>
                <a:gd name="T11" fmla="*/ 0 h 108"/>
                <a:gd name="T12" fmla="*/ 62 w 76"/>
                <a:gd name="T13" fmla="*/ 0 h 108"/>
                <a:gd name="T14" fmla="*/ 76 w 76"/>
                <a:gd name="T15" fmla="*/ 5 h 108"/>
                <a:gd name="T16" fmla="*/ 76 w 76"/>
                <a:gd name="T17" fmla="*/ 103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108">
                  <a:moveTo>
                    <a:pt x="76" y="103"/>
                  </a:moveTo>
                  <a:cubicBezTo>
                    <a:pt x="76" y="106"/>
                    <a:pt x="70" y="108"/>
                    <a:pt x="62" y="108"/>
                  </a:cubicBezTo>
                  <a:cubicBezTo>
                    <a:pt x="13" y="108"/>
                    <a:pt x="13" y="108"/>
                    <a:pt x="13" y="108"/>
                  </a:cubicBezTo>
                  <a:cubicBezTo>
                    <a:pt x="6" y="108"/>
                    <a:pt x="0" y="106"/>
                    <a:pt x="0" y="103"/>
                  </a:cubicBezTo>
                  <a:cubicBezTo>
                    <a:pt x="0" y="5"/>
                    <a:pt x="0" y="5"/>
                    <a:pt x="0" y="5"/>
                  </a:cubicBezTo>
                  <a:cubicBezTo>
                    <a:pt x="0" y="2"/>
                    <a:pt x="6" y="0"/>
                    <a:pt x="13" y="0"/>
                  </a:cubicBezTo>
                  <a:cubicBezTo>
                    <a:pt x="62" y="0"/>
                    <a:pt x="62" y="0"/>
                    <a:pt x="62" y="0"/>
                  </a:cubicBezTo>
                  <a:cubicBezTo>
                    <a:pt x="70" y="0"/>
                    <a:pt x="76" y="2"/>
                    <a:pt x="76" y="5"/>
                  </a:cubicBezTo>
                  <a:lnTo>
                    <a:pt x="76" y="10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 name="Freeform 16"/>
            <p:cNvSpPr>
              <a:spLocks/>
            </p:cNvSpPr>
            <p:nvPr/>
          </p:nvSpPr>
          <p:spPr bwMode="auto">
            <a:xfrm>
              <a:off x="3321051" y="5645150"/>
              <a:ext cx="284163" cy="615950"/>
            </a:xfrm>
            <a:custGeom>
              <a:avLst/>
              <a:gdLst>
                <a:gd name="T0" fmla="*/ 76 w 76"/>
                <a:gd name="T1" fmla="*/ 156 h 164"/>
                <a:gd name="T2" fmla="*/ 62 w 76"/>
                <a:gd name="T3" fmla="*/ 164 h 164"/>
                <a:gd name="T4" fmla="*/ 13 w 76"/>
                <a:gd name="T5" fmla="*/ 164 h 164"/>
                <a:gd name="T6" fmla="*/ 0 w 76"/>
                <a:gd name="T7" fmla="*/ 156 h 164"/>
                <a:gd name="T8" fmla="*/ 0 w 76"/>
                <a:gd name="T9" fmla="*/ 7 h 164"/>
                <a:gd name="T10" fmla="*/ 13 w 76"/>
                <a:gd name="T11" fmla="*/ 0 h 164"/>
                <a:gd name="T12" fmla="*/ 62 w 76"/>
                <a:gd name="T13" fmla="*/ 0 h 164"/>
                <a:gd name="T14" fmla="*/ 76 w 76"/>
                <a:gd name="T15" fmla="*/ 7 h 164"/>
                <a:gd name="T16" fmla="*/ 76 w 76"/>
                <a:gd name="T17" fmla="*/ 156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164">
                  <a:moveTo>
                    <a:pt x="76" y="156"/>
                  </a:moveTo>
                  <a:cubicBezTo>
                    <a:pt x="76" y="160"/>
                    <a:pt x="70" y="164"/>
                    <a:pt x="62" y="164"/>
                  </a:cubicBezTo>
                  <a:cubicBezTo>
                    <a:pt x="13" y="164"/>
                    <a:pt x="13" y="164"/>
                    <a:pt x="13" y="164"/>
                  </a:cubicBezTo>
                  <a:cubicBezTo>
                    <a:pt x="6" y="164"/>
                    <a:pt x="0" y="160"/>
                    <a:pt x="0" y="156"/>
                  </a:cubicBezTo>
                  <a:cubicBezTo>
                    <a:pt x="0" y="7"/>
                    <a:pt x="0" y="7"/>
                    <a:pt x="0" y="7"/>
                  </a:cubicBezTo>
                  <a:cubicBezTo>
                    <a:pt x="0" y="3"/>
                    <a:pt x="6" y="0"/>
                    <a:pt x="13" y="0"/>
                  </a:cubicBezTo>
                  <a:cubicBezTo>
                    <a:pt x="62" y="0"/>
                    <a:pt x="62" y="0"/>
                    <a:pt x="62" y="0"/>
                  </a:cubicBezTo>
                  <a:cubicBezTo>
                    <a:pt x="70" y="0"/>
                    <a:pt x="76" y="3"/>
                    <a:pt x="76" y="7"/>
                  </a:cubicBezTo>
                  <a:lnTo>
                    <a:pt x="76" y="15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 name="Freeform 17"/>
            <p:cNvSpPr>
              <a:spLocks/>
            </p:cNvSpPr>
            <p:nvPr/>
          </p:nvSpPr>
          <p:spPr bwMode="auto">
            <a:xfrm>
              <a:off x="3635376" y="5397500"/>
              <a:ext cx="282575" cy="863600"/>
            </a:xfrm>
            <a:custGeom>
              <a:avLst/>
              <a:gdLst>
                <a:gd name="T0" fmla="*/ 75 w 75"/>
                <a:gd name="T1" fmla="*/ 219 h 230"/>
                <a:gd name="T2" fmla="*/ 62 w 75"/>
                <a:gd name="T3" fmla="*/ 230 h 230"/>
                <a:gd name="T4" fmla="*/ 13 w 75"/>
                <a:gd name="T5" fmla="*/ 230 h 230"/>
                <a:gd name="T6" fmla="*/ 0 w 75"/>
                <a:gd name="T7" fmla="*/ 219 h 230"/>
                <a:gd name="T8" fmla="*/ 0 w 75"/>
                <a:gd name="T9" fmla="*/ 10 h 230"/>
                <a:gd name="T10" fmla="*/ 13 w 75"/>
                <a:gd name="T11" fmla="*/ 0 h 230"/>
                <a:gd name="T12" fmla="*/ 62 w 75"/>
                <a:gd name="T13" fmla="*/ 0 h 230"/>
                <a:gd name="T14" fmla="*/ 75 w 75"/>
                <a:gd name="T15" fmla="*/ 10 h 230"/>
                <a:gd name="T16" fmla="*/ 75 w 75"/>
                <a:gd name="T17" fmla="*/ 21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230">
                  <a:moveTo>
                    <a:pt x="75" y="219"/>
                  </a:moveTo>
                  <a:cubicBezTo>
                    <a:pt x="75" y="225"/>
                    <a:pt x="70" y="230"/>
                    <a:pt x="62" y="230"/>
                  </a:cubicBezTo>
                  <a:cubicBezTo>
                    <a:pt x="13" y="230"/>
                    <a:pt x="13" y="230"/>
                    <a:pt x="13" y="230"/>
                  </a:cubicBezTo>
                  <a:cubicBezTo>
                    <a:pt x="6" y="230"/>
                    <a:pt x="0" y="225"/>
                    <a:pt x="0" y="219"/>
                  </a:cubicBezTo>
                  <a:cubicBezTo>
                    <a:pt x="0" y="10"/>
                    <a:pt x="0" y="10"/>
                    <a:pt x="0" y="10"/>
                  </a:cubicBezTo>
                  <a:cubicBezTo>
                    <a:pt x="0" y="4"/>
                    <a:pt x="6" y="0"/>
                    <a:pt x="13" y="0"/>
                  </a:cubicBezTo>
                  <a:cubicBezTo>
                    <a:pt x="62" y="0"/>
                    <a:pt x="62" y="0"/>
                    <a:pt x="62" y="0"/>
                  </a:cubicBezTo>
                  <a:cubicBezTo>
                    <a:pt x="70" y="0"/>
                    <a:pt x="75" y="4"/>
                    <a:pt x="75" y="10"/>
                  </a:cubicBezTo>
                  <a:lnTo>
                    <a:pt x="75" y="2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 name="Freeform 18"/>
            <p:cNvSpPr>
              <a:spLocks/>
            </p:cNvSpPr>
            <p:nvPr/>
          </p:nvSpPr>
          <p:spPr bwMode="auto">
            <a:xfrm>
              <a:off x="3951288" y="5205413"/>
              <a:ext cx="282575" cy="1055688"/>
            </a:xfrm>
            <a:custGeom>
              <a:avLst/>
              <a:gdLst>
                <a:gd name="T0" fmla="*/ 75 w 75"/>
                <a:gd name="T1" fmla="*/ 268 h 281"/>
                <a:gd name="T2" fmla="*/ 62 w 75"/>
                <a:gd name="T3" fmla="*/ 281 h 281"/>
                <a:gd name="T4" fmla="*/ 13 w 75"/>
                <a:gd name="T5" fmla="*/ 281 h 281"/>
                <a:gd name="T6" fmla="*/ 0 w 75"/>
                <a:gd name="T7" fmla="*/ 268 h 281"/>
                <a:gd name="T8" fmla="*/ 0 w 75"/>
                <a:gd name="T9" fmla="*/ 13 h 281"/>
                <a:gd name="T10" fmla="*/ 13 w 75"/>
                <a:gd name="T11" fmla="*/ 0 h 281"/>
                <a:gd name="T12" fmla="*/ 62 w 75"/>
                <a:gd name="T13" fmla="*/ 0 h 281"/>
                <a:gd name="T14" fmla="*/ 75 w 75"/>
                <a:gd name="T15" fmla="*/ 13 h 281"/>
                <a:gd name="T16" fmla="*/ 75 w 75"/>
                <a:gd name="T17" fmla="*/ 268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281">
                  <a:moveTo>
                    <a:pt x="75" y="268"/>
                  </a:moveTo>
                  <a:cubicBezTo>
                    <a:pt x="75" y="275"/>
                    <a:pt x="69" y="281"/>
                    <a:pt x="62" y="281"/>
                  </a:cubicBezTo>
                  <a:cubicBezTo>
                    <a:pt x="13" y="281"/>
                    <a:pt x="13" y="281"/>
                    <a:pt x="13" y="281"/>
                  </a:cubicBezTo>
                  <a:cubicBezTo>
                    <a:pt x="6" y="281"/>
                    <a:pt x="0" y="275"/>
                    <a:pt x="0" y="268"/>
                  </a:cubicBezTo>
                  <a:cubicBezTo>
                    <a:pt x="0" y="13"/>
                    <a:pt x="0" y="13"/>
                    <a:pt x="0" y="13"/>
                  </a:cubicBezTo>
                  <a:cubicBezTo>
                    <a:pt x="0" y="6"/>
                    <a:pt x="6" y="0"/>
                    <a:pt x="13" y="0"/>
                  </a:cubicBezTo>
                  <a:cubicBezTo>
                    <a:pt x="62" y="0"/>
                    <a:pt x="62" y="0"/>
                    <a:pt x="62" y="0"/>
                  </a:cubicBezTo>
                  <a:cubicBezTo>
                    <a:pt x="69" y="0"/>
                    <a:pt x="75" y="6"/>
                    <a:pt x="75" y="13"/>
                  </a:cubicBezTo>
                  <a:lnTo>
                    <a:pt x="75" y="26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 name="Freeform 19"/>
            <p:cNvSpPr>
              <a:spLocks/>
            </p:cNvSpPr>
            <p:nvPr/>
          </p:nvSpPr>
          <p:spPr bwMode="auto">
            <a:xfrm>
              <a:off x="2760663" y="5116513"/>
              <a:ext cx="1063625" cy="682625"/>
            </a:xfrm>
            <a:custGeom>
              <a:avLst/>
              <a:gdLst>
                <a:gd name="T0" fmla="*/ 14 w 283"/>
                <a:gd name="T1" fmla="*/ 182 h 182"/>
                <a:gd name="T2" fmla="*/ 5 w 283"/>
                <a:gd name="T3" fmla="*/ 179 h 182"/>
                <a:gd name="T4" fmla="*/ 5 w 283"/>
                <a:gd name="T5" fmla="*/ 163 h 182"/>
                <a:gd name="T6" fmla="*/ 140 w 283"/>
                <a:gd name="T7" fmla="*/ 46 h 182"/>
                <a:gd name="T8" fmla="*/ 154 w 283"/>
                <a:gd name="T9" fmla="*/ 44 h 182"/>
                <a:gd name="T10" fmla="*/ 162 w 283"/>
                <a:gd name="T11" fmla="*/ 54 h 182"/>
                <a:gd name="T12" fmla="*/ 162 w 283"/>
                <a:gd name="T13" fmla="*/ 88 h 182"/>
                <a:gd name="T14" fmla="*/ 259 w 283"/>
                <a:gd name="T15" fmla="*/ 5 h 182"/>
                <a:gd name="T16" fmla="*/ 278 w 283"/>
                <a:gd name="T17" fmla="*/ 5 h 182"/>
                <a:gd name="T18" fmla="*/ 278 w 283"/>
                <a:gd name="T19" fmla="*/ 20 h 182"/>
                <a:gd name="T20" fmla="*/ 158 w 283"/>
                <a:gd name="T21" fmla="*/ 123 h 182"/>
                <a:gd name="T22" fmla="*/ 144 w 283"/>
                <a:gd name="T23" fmla="*/ 125 h 182"/>
                <a:gd name="T24" fmla="*/ 136 w 283"/>
                <a:gd name="T25" fmla="*/ 115 h 182"/>
                <a:gd name="T26" fmla="*/ 136 w 283"/>
                <a:gd name="T27" fmla="*/ 82 h 182"/>
                <a:gd name="T28" fmla="*/ 23 w 283"/>
                <a:gd name="T29" fmla="*/ 179 h 182"/>
                <a:gd name="T30" fmla="*/ 14 w 283"/>
                <a:gd name="T31"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3" h="182">
                  <a:moveTo>
                    <a:pt x="14" y="182"/>
                  </a:moveTo>
                  <a:cubicBezTo>
                    <a:pt x="11" y="182"/>
                    <a:pt x="7" y="181"/>
                    <a:pt x="5" y="179"/>
                  </a:cubicBezTo>
                  <a:cubicBezTo>
                    <a:pt x="0" y="174"/>
                    <a:pt x="0" y="167"/>
                    <a:pt x="5" y="163"/>
                  </a:cubicBezTo>
                  <a:cubicBezTo>
                    <a:pt x="140" y="46"/>
                    <a:pt x="140" y="46"/>
                    <a:pt x="140" y="46"/>
                  </a:cubicBezTo>
                  <a:cubicBezTo>
                    <a:pt x="143" y="43"/>
                    <a:pt x="149" y="42"/>
                    <a:pt x="154" y="44"/>
                  </a:cubicBezTo>
                  <a:cubicBezTo>
                    <a:pt x="159" y="46"/>
                    <a:pt x="162" y="50"/>
                    <a:pt x="162" y="54"/>
                  </a:cubicBezTo>
                  <a:cubicBezTo>
                    <a:pt x="162" y="88"/>
                    <a:pt x="162" y="88"/>
                    <a:pt x="162" y="88"/>
                  </a:cubicBezTo>
                  <a:cubicBezTo>
                    <a:pt x="259" y="5"/>
                    <a:pt x="259" y="5"/>
                    <a:pt x="259" y="5"/>
                  </a:cubicBezTo>
                  <a:cubicBezTo>
                    <a:pt x="264" y="0"/>
                    <a:pt x="273" y="0"/>
                    <a:pt x="278" y="5"/>
                  </a:cubicBezTo>
                  <a:cubicBezTo>
                    <a:pt x="283" y="9"/>
                    <a:pt x="283" y="16"/>
                    <a:pt x="278" y="20"/>
                  </a:cubicBezTo>
                  <a:cubicBezTo>
                    <a:pt x="158" y="123"/>
                    <a:pt x="158" y="123"/>
                    <a:pt x="158" y="123"/>
                  </a:cubicBezTo>
                  <a:cubicBezTo>
                    <a:pt x="154" y="126"/>
                    <a:pt x="149" y="127"/>
                    <a:pt x="144" y="125"/>
                  </a:cubicBezTo>
                  <a:cubicBezTo>
                    <a:pt x="139" y="124"/>
                    <a:pt x="136" y="120"/>
                    <a:pt x="136" y="115"/>
                  </a:cubicBezTo>
                  <a:cubicBezTo>
                    <a:pt x="136" y="82"/>
                    <a:pt x="136" y="82"/>
                    <a:pt x="136" y="82"/>
                  </a:cubicBezTo>
                  <a:cubicBezTo>
                    <a:pt x="23" y="179"/>
                    <a:pt x="23" y="179"/>
                    <a:pt x="23" y="179"/>
                  </a:cubicBezTo>
                  <a:cubicBezTo>
                    <a:pt x="21" y="181"/>
                    <a:pt x="17" y="182"/>
                    <a:pt x="14" y="18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 name="Freeform 20"/>
            <p:cNvSpPr>
              <a:spLocks/>
            </p:cNvSpPr>
            <p:nvPr/>
          </p:nvSpPr>
          <p:spPr bwMode="auto">
            <a:xfrm>
              <a:off x="3635376" y="5032375"/>
              <a:ext cx="282575" cy="244475"/>
            </a:xfrm>
            <a:custGeom>
              <a:avLst/>
              <a:gdLst>
                <a:gd name="T0" fmla="*/ 131 w 178"/>
                <a:gd name="T1" fmla="*/ 154 h 154"/>
                <a:gd name="T2" fmla="*/ 178 w 178"/>
                <a:gd name="T3" fmla="*/ 0 h 154"/>
                <a:gd name="T4" fmla="*/ 0 w 178"/>
                <a:gd name="T5" fmla="*/ 43 h 154"/>
                <a:gd name="T6" fmla="*/ 131 w 178"/>
                <a:gd name="T7" fmla="*/ 154 h 154"/>
              </a:gdLst>
              <a:ahLst/>
              <a:cxnLst>
                <a:cxn ang="0">
                  <a:pos x="T0" y="T1"/>
                </a:cxn>
                <a:cxn ang="0">
                  <a:pos x="T2" y="T3"/>
                </a:cxn>
                <a:cxn ang="0">
                  <a:pos x="T4" y="T5"/>
                </a:cxn>
                <a:cxn ang="0">
                  <a:pos x="T6" y="T7"/>
                </a:cxn>
              </a:cxnLst>
              <a:rect l="0" t="0" r="r" b="b"/>
              <a:pathLst>
                <a:path w="178" h="154">
                  <a:moveTo>
                    <a:pt x="131" y="154"/>
                  </a:moveTo>
                  <a:lnTo>
                    <a:pt x="178" y="0"/>
                  </a:lnTo>
                  <a:lnTo>
                    <a:pt x="0" y="43"/>
                  </a:lnTo>
                  <a:lnTo>
                    <a:pt x="131" y="15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48" name="组合 47"/>
          <p:cNvGrpSpPr/>
          <p:nvPr/>
        </p:nvGrpSpPr>
        <p:grpSpPr>
          <a:xfrm>
            <a:off x="9202833" y="2768656"/>
            <a:ext cx="1314450" cy="1360488"/>
            <a:chOff x="8116888" y="4364038"/>
            <a:chExt cx="1314450" cy="1360488"/>
          </a:xfrm>
        </p:grpSpPr>
        <p:sp>
          <p:nvSpPr>
            <p:cNvPr id="36" name="Freeform 21"/>
            <p:cNvSpPr>
              <a:spLocks/>
            </p:cNvSpPr>
            <p:nvPr/>
          </p:nvSpPr>
          <p:spPr bwMode="auto">
            <a:xfrm>
              <a:off x="8451851" y="4691063"/>
              <a:ext cx="652463" cy="728663"/>
            </a:xfrm>
            <a:custGeom>
              <a:avLst/>
              <a:gdLst>
                <a:gd name="T0" fmla="*/ 174 w 174"/>
                <a:gd name="T1" fmla="*/ 87 h 194"/>
                <a:gd name="T2" fmla="*/ 87 w 174"/>
                <a:gd name="T3" fmla="*/ 0 h 194"/>
                <a:gd name="T4" fmla="*/ 0 w 174"/>
                <a:gd name="T5" fmla="*/ 87 h 194"/>
                <a:gd name="T6" fmla="*/ 47 w 174"/>
                <a:gd name="T7" fmla="*/ 165 h 194"/>
                <a:gd name="T8" fmla="*/ 47 w 174"/>
                <a:gd name="T9" fmla="*/ 194 h 194"/>
                <a:gd name="T10" fmla="*/ 127 w 174"/>
                <a:gd name="T11" fmla="*/ 194 h 194"/>
                <a:gd name="T12" fmla="*/ 127 w 174"/>
                <a:gd name="T13" fmla="*/ 165 h 194"/>
                <a:gd name="T14" fmla="*/ 174 w 174"/>
                <a:gd name="T15" fmla="*/ 87 h 1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194">
                  <a:moveTo>
                    <a:pt x="174" y="87"/>
                  </a:moveTo>
                  <a:cubicBezTo>
                    <a:pt x="174" y="39"/>
                    <a:pt x="135" y="0"/>
                    <a:pt x="87" y="0"/>
                  </a:cubicBezTo>
                  <a:cubicBezTo>
                    <a:pt x="39" y="0"/>
                    <a:pt x="0" y="39"/>
                    <a:pt x="0" y="87"/>
                  </a:cubicBezTo>
                  <a:cubicBezTo>
                    <a:pt x="0" y="121"/>
                    <a:pt x="19" y="150"/>
                    <a:pt x="47" y="165"/>
                  </a:cubicBezTo>
                  <a:cubicBezTo>
                    <a:pt x="47" y="194"/>
                    <a:pt x="47" y="194"/>
                    <a:pt x="47" y="194"/>
                  </a:cubicBezTo>
                  <a:cubicBezTo>
                    <a:pt x="127" y="194"/>
                    <a:pt x="127" y="194"/>
                    <a:pt x="127" y="194"/>
                  </a:cubicBezTo>
                  <a:cubicBezTo>
                    <a:pt x="127" y="165"/>
                    <a:pt x="127" y="165"/>
                    <a:pt x="127" y="165"/>
                  </a:cubicBezTo>
                  <a:cubicBezTo>
                    <a:pt x="155" y="150"/>
                    <a:pt x="174" y="121"/>
                    <a:pt x="174" y="8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 name="Freeform 22"/>
            <p:cNvSpPr>
              <a:spLocks/>
            </p:cNvSpPr>
            <p:nvPr/>
          </p:nvSpPr>
          <p:spPr bwMode="auto">
            <a:xfrm>
              <a:off x="8628063" y="5454650"/>
              <a:ext cx="300038" cy="52388"/>
            </a:xfrm>
            <a:custGeom>
              <a:avLst/>
              <a:gdLst>
                <a:gd name="T0" fmla="*/ 80 w 80"/>
                <a:gd name="T1" fmla="*/ 7 h 14"/>
                <a:gd name="T2" fmla="*/ 73 w 80"/>
                <a:gd name="T3" fmla="*/ 14 h 14"/>
                <a:gd name="T4" fmla="*/ 7 w 80"/>
                <a:gd name="T5" fmla="*/ 14 h 14"/>
                <a:gd name="T6" fmla="*/ 0 w 80"/>
                <a:gd name="T7" fmla="*/ 7 h 14"/>
                <a:gd name="T8" fmla="*/ 0 w 80"/>
                <a:gd name="T9" fmla="*/ 7 h 14"/>
                <a:gd name="T10" fmla="*/ 7 w 80"/>
                <a:gd name="T11" fmla="*/ 0 h 14"/>
                <a:gd name="T12" fmla="*/ 73 w 80"/>
                <a:gd name="T13" fmla="*/ 0 h 14"/>
                <a:gd name="T14" fmla="*/ 80 w 80"/>
                <a:gd name="T15" fmla="*/ 7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 h="14">
                  <a:moveTo>
                    <a:pt x="80" y="7"/>
                  </a:moveTo>
                  <a:cubicBezTo>
                    <a:pt x="80" y="11"/>
                    <a:pt x="77" y="14"/>
                    <a:pt x="73" y="14"/>
                  </a:cubicBezTo>
                  <a:cubicBezTo>
                    <a:pt x="7" y="14"/>
                    <a:pt x="7" y="14"/>
                    <a:pt x="7" y="14"/>
                  </a:cubicBezTo>
                  <a:cubicBezTo>
                    <a:pt x="3" y="14"/>
                    <a:pt x="0" y="11"/>
                    <a:pt x="0" y="7"/>
                  </a:cubicBezTo>
                  <a:cubicBezTo>
                    <a:pt x="0" y="7"/>
                    <a:pt x="0" y="7"/>
                    <a:pt x="0" y="7"/>
                  </a:cubicBezTo>
                  <a:cubicBezTo>
                    <a:pt x="0" y="3"/>
                    <a:pt x="3" y="0"/>
                    <a:pt x="7" y="0"/>
                  </a:cubicBezTo>
                  <a:cubicBezTo>
                    <a:pt x="73" y="0"/>
                    <a:pt x="73" y="0"/>
                    <a:pt x="73" y="0"/>
                  </a:cubicBezTo>
                  <a:cubicBezTo>
                    <a:pt x="77" y="0"/>
                    <a:pt x="80" y="3"/>
                    <a:pt x="80" y="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 name="Freeform 23"/>
            <p:cNvSpPr>
              <a:spLocks/>
            </p:cNvSpPr>
            <p:nvPr/>
          </p:nvSpPr>
          <p:spPr bwMode="auto">
            <a:xfrm>
              <a:off x="8628063" y="5524500"/>
              <a:ext cx="300038" cy="53975"/>
            </a:xfrm>
            <a:custGeom>
              <a:avLst/>
              <a:gdLst>
                <a:gd name="T0" fmla="*/ 80 w 80"/>
                <a:gd name="T1" fmla="*/ 7 h 14"/>
                <a:gd name="T2" fmla="*/ 73 w 80"/>
                <a:gd name="T3" fmla="*/ 14 h 14"/>
                <a:gd name="T4" fmla="*/ 7 w 80"/>
                <a:gd name="T5" fmla="*/ 14 h 14"/>
                <a:gd name="T6" fmla="*/ 0 w 80"/>
                <a:gd name="T7" fmla="*/ 7 h 14"/>
                <a:gd name="T8" fmla="*/ 0 w 80"/>
                <a:gd name="T9" fmla="*/ 7 h 14"/>
                <a:gd name="T10" fmla="*/ 7 w 80"/>
                <a:gd name="T11" fmla="*/ 0 h 14"/>
                <a:gd name="T12" fmla="*/ 73 w 80"/>
                <a:gd name="T13" fmla="*/ 0 h 14"/>
                <a:gd name="T14" fmla="*/ 80 w 80"/>
                <a:gd name="T15" fmla="*/ 7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 h="14">
                  <a:moveTo>
                    <a:pt x="80" y="7"/>
                  </a:moveTo>
                  <a:cubicBezTo>
                    <a:pt x="80" y="11"/>
                    <a:pt x="77" y="14"/>
                    <a:pt x="73" y="14"/>
                  </a:cubicBezTo>
                  <a:cubicBezTo>
                    <a:pt x="7" y="14"/>
                    <a:pt x="7" y="14"/>
                    <a:pt x="7" y="14"/>
                  </a:cubicBezTo>
                  <a:cubicBezTo>
                    <a:pt x="3" y="14"/>
                    <a:pt x="0" y="11"/>
                    <a:pt x="0" y="7"/>
                  </a:cubicBezTo>
                  <a:cubicBezTo>
                    <a:pt x="0" y="7"/>
                    <a:pt x="0" y="7"/>
                    <a:pt x="0" y="7"/>
                  </a:cubicBezTo>
                  <a:cubicBezTo>
                    <a:pt x="0" y="3"/>
                    <a:pt x="3" y="0"/>
                    <a:pt x="7" y="0"/>
                  </a:cubicBezTo>
                  <a:cubicBezTo>
                    <a:pt x="73" y="0"/>
                    <a:pt x="73" y="0"/>
                    <a:pt x="73" y="0"/>
                  </a:cubicBezTo>
                  <a:cubicBezTo>
                    <a:pt x="77" y="0"/>
                    <a:pt x="80" y="3"/>
                    <a:pt x="80" y="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 name="Freeform 24"/>
            <p:cNvSpPr>
              <a:spLocks/>
            </p:cNvSpPr>
            <p:nvPr/>
          </p:nvSpPr>
          <p:spPr bwMode="auto">
            <a:xfrm>
              <a:off x="8661401" y="5595938"/>
              <a:ext cx="228600" cy="53975"/>
            </a:xfrm>
            <a:custGeom>
              <a:avLst/>
              <a:gdLst>
                <a:gd name="T0" fmla="*/ 61 w 61"/>
                <a:gd name="T1" fmla="*/ 7 h 14"/>
                <a:gd name="T2" fmla="*/ 56 w 61"/>
                <a:gd name="T3" fmla="*/ 14 h 14"/>
                <a:gd name="T4" fmla="*/ 5 w 61"/>
                <a:gd name="T5" fmla="*/ 14 h 14"/>
                <a:gd name="T6" fmla="*/ 0 w 61"/>
                <a:gd name="T7" fmla="*/ 7 h 14"/>
                <a:gd name="T8" fmla="*/ 0 w 61"/>
                <a:gd name="T9" fmla="*/ 7 h 14"/>
                <a:gd name="T10" fmla="*/ 5 w 61"/>
                <a:gd name="T11" fmla="*/ 0 h 14"/>
                <a:gd name="T12" fmla="*/ 56 w 61"/>
                <a:gd name="T13" fmla="*/ 0 h 14"/>
                <a:gd name="T14" fmla="*/ 61 w 61"/>
                <a:gd name="T15" fmla="*/ 7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14">
                  <a:moveTo>
                    <a:pt x="61" y="7"/>
                  </a:moveTo>
                  <a:cubicBezTo>
                    <a:pt x="61" y="11"/>
                    <a:pt x="59" y="14"/>
                    <a:pt x="56" y="14"/>
                  </a:cubicBezTo>
                  <a:cubicBezTo>
                    <a:pt x="5" y="14"/>
                    <a:pt x="5" y="14"/>
                    <a:pt x="5" y="14"/>
                  </a:cubicBezTo>
                  <a:cubicBezTo>
                    <a:pt x="2" y="14"/>
                    <a:pt x="0" y="11"/>
                    <a:pt x="0" y="7"/>
                  </a:cubicBezTo>
                  <a:cubicBezTo>
                    <a:pt x="0" y="7"/>
                    <a:pt x="0" y="7"/>
                    <a:pt x="0" y="7"/>
                  </a:cubicBezTo>
                  <a:cubicBezTo>
                    <a:pt x="0" y="3"/>
                    <a:pt x="2" y="0"/>
                    <a:pt x="5" y="0"/>
                  </a:cubicBezTo>
                  <a:cubicBezTo>
                    <a:pt x="56" y="0"/>
                    <a:pt x="56" y="0"/>
                    <a:pt x="56" y="0"/>
                  </a:cubicBezTo>
                  <a:cubicBezTo>
                    <a:pt x="59" y="0"/>
                    <a:pt x="61" y="3"/>
                    <a:pt x="61" y="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 name="Freeform 25"/>
            <p:cNvSpPr>
              <a:spLocks/>
            </p:cNvSpPr>
            <p:nvPr/>
          </p:nvSpPr>
          <p:spPr bwMode="auto">
            <a:xfrm>
              <a:off x="8713788" y="5672138"/>
              <a:ext cx="120650" cy="52388"/>
            </a:xfrm>
            <a:custGeom>
              <a:avLst/>
              <a:gdLst>
                <a:gd name="T0" fmla="*/ 32 w 32"/>
                <a:gd name="T1" fmla="*/ 7 h 14"/>
                <a:gd name="T2" fmla="*/ 30 w 32"/>
                <a:gd name="T3" fmla="*/ 14 h 14"/>
                <a:gd name="T4" fmla="*/ 3 w 32"/>
                <a:gd name="T5" fmla="*/ 14 h 14"/>
                <a:gd name="T6" fmla="*/ 0 w 32"/>
                <a:gd name="T7" fmla="*/ 7 h 14"/>
                <a:gd name="T8" fmla="*/ 0 w 32"/>
                <a:gd name="T9" fmla="*/ 7 h 14"/>
                <a:gd name="T10" fmla="*/ 3 w 32"/>
                <a:gd name="T11" fmla="*/ 0 h 14"/>
                <a:gd name="T12" fmla="*/ 30 w 32"/>
                <a:gd name="T13" fmla="*/ 0 h 14"/>
                <a:gd name="T14" fmla="*/ 32 w 32"/>
                <a:gd name="T15" fmla="*/ 7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14">
                  <a:moveTo>
                    <a:pt x="32" y="7"/>
                  </a:moveTo>
                  <a:cubicBezTo>
                    <a:pt x="32" y="10"/>
                    <a:pt x="31" y="14"/>
                    <a:pt x="30" y="14"/>
                  </a:cubicBezTo>
                  <a:cubicBezTo>
                    <a:pt x="3" y="14"/>
                    <a:pt x="3" y="14"/>
                    <a:pt x="3" y="14"/>
                  </a:cubicBezTo>
                  <a:cubicBezTo>
                    <a:pt x="2" y="14"/>
                    <a:pt x="0" y="10"/>
                    <a:pt x="0" y="7"/>
                  </a:cubicBezTo>
                  <a:cubicBezTo>
                    <a:pt x="0" y="7"/>
                    <a:pt x="0" y="7"/>
                    <a:pt x="0" y="7"/>
                  </a:cubicBezTo>
                  <a:cubicBezTo>
                    <a:pt x="0" y="3"/>
                    <a:pt x="2" y="0"/>
                    <a:pt x="3" y="0"/>
                  </a:cubicBezTo>
                  <a:cubicBezTo>
                    <a:pt x="30" y="0"/>
                    <a:pt x="30" y="0"/>
                    <a:pt x="30" y="0"/>
                  </a:cubicBezTo>
                  <a:cubicBezTo>
                    <a:pt x="31" y="0"/>
                    <a:pt x="32" y="3"/>
                    <a:pt x="32" y="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 name="Freeform 26"/>
            <p:cNvSpPr>
              <a:spLocks/>
            </p:cNvSpPr>
            <p:nvPr/>
          </p:nvSpPr>
          <p:spPr bwMode="auto">
            <a:xfrm>
              <a:off x="8740776" y="4364038"/>
              <a:ext cx="71438" cy="266700"/>
            </a:xfrm>
            <a:custGeom>
              <a:avLst/>
              <a:gdLst>
                <a:gd name="T0" fmla="*/ 19 w 19"/>
                <a:gd name="T1" fmla="*/ 63 h 71"/>
                <a:gd name="T2" fmla="*/ 9 w 19"/>
                <a:gd name="T3" fmla="*/ 71 h 71"/>
                <a:gd name="T4" fmla="*/ 9 w 19"/>
                <a:gd name="T5" fmla="*/ 71 h 71"/>
                <a:gd name="T6" fmla="*/ 0 w 19"/>
                <a:gd name="T7" fmla="*/ 63 h 71"/>
                <a:gd name="T8" fmla="*/ 0 w 19"/>
                <a:gd name="T9" fmla="*/ 8 h 71"/>
                <a:gd name="T10" fmla="*/ 9 w 19"/>
                <a:gd name="T11" fmla="*/ 0 h 71"/>
                <a:gd name="T12" fmla="*/ 9 w 19"/>
                <a:gd name="T13" fmla="*/ 0 h 71"/>
                <a:gd name="T14" fmla="*/ 19 w 19"/>
                <a:gd name="T15" fmla="*/ 8 h 71"/>
                <a:gd name="T16" fmla="*/ 19 w 19"/>
                <a:gd name="T17" fmla="*/ 63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71">
                  <a:moveTo>
                    <a:pt x="19" y="63"/>
                  </a:moveTo>
                  <a:cubicBezTo>
                    <a:pt x="19" y="67"/>
                    <a:pt x="15" y="71"/>
                    <a:pt x="9" y="71"/>
                  </a:cubicBezTo>
                  <a:cubicBezTo>
                    <a:pt x="9" y="71"/>
                    <a:pt x="9" y="71"/>
                    <a:pt x="9" y="71"/>
                  </a:cubicBezTo>
                  <a:cubicBezTo>
                    <a:pt x="4" y="71"/>
                    <a:pt x="0" y="67"/>
                    <a:pt x="0" y="63"/>
                  </a:cubicBezTo>
                  <a:cubicBezTo>
                    <a:pt x="0" y="8"/>
                    <a:pt x="0" y="8"/>
                    <a:pt x="0" y="8"/>
                  </a:cubicBezTo>
                  <a:cubicBezTo>
                    <a:pt x="0" y="4"/>
                    <a:pt x="4" y="0"/>
                    <a:pt x="9" y="0"/>
                  </a:cubicBezTo>
                  <a:cubicBezTo>
                    <a:pt x="9" y="0"/>
                    <a:pt x="9" y="0"/>
                    <a:pt x="9" y="0"/>
                  </a:cubicBezTo>
                  <a:cubicBezTo>
                    <a:pt x="15" y="0"/>
                    <a:pt x="19" y="4"/>
                    <a:pt x="19" y="8"/>
                  </a:cubicBezTo>
                  <a:lnTo>
                    <a:pt x="19" y="6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 name="Freeform 27"/>
            <p:cNvSpPr>
              <a:spLocks/>
            </p:cNvSpPr>
            <p:nvPr/>
          </p:nvSpPr>
          <p:spPr bwMode="auto">
            <a:xfrm>
              <a:off x="8281988" y="4556125"/>
              <a:ext cx="217488" cy="217488"/>
            </a:xfrm>
            <a:custGeom>
              <a:avLst/>
              <a:gdLst>
                <a:gd name="T0" fmla="*/ 55 w 58"/>
                <a:gd name="T1" fmla="*/ 42 h 58"/>
                <a:gd name="T2" fmla="*/ 54 w 58"/>
                <a:gd name="T3" fmla="*/ 54 h 58"/>
                <a:gd name="T4" fmla="*/ 54 w 58"/>
                <a:gd name="T5" fmla="*/ 54 h 58"/>
                <a:gd name="T6" fmla="*/ 42 w 58"/>
                <a:gd name="T7" fmla="*/ 55 h 58"/>
                <a:gd name="T8" fmla="*/ 3 w 58"/>
                <a:gd name="T9" fmla="*/ 16 h 58"/>
                <a:gd name="T10" fmla="*/ 4 w 58"/>
                <a:gd name="T11" fmla="*/ 4 h 58"/>
                <a:gd name="T12" fmla="*/ 4 w 58"/>
                <a:gd name="T13" fmla="*/ 4 h 58"/>
                <a:gd name="T14" fmla="*/ 16 w 58"/>
                <a:gd name="T15" fmla="*/ 3 h 58"/>
                <a:gd name="T16" fmla="*/ 55 w 58"/>
                <a:gd name="T17" fmla="*/ 4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58">
                  <a:moveTo>
                    <a:pt x="55" y="42"/>
                  </a:moveTo>
                  <a:cubicBezTo>
                    <a:pt x="58" y="45"/>
                    <a:pt x="58" y="50"/>
                    <a:pt x="54" y="54"/>
                  </a:cubicBezTo>
                  <a:cubicBezTo>
                    <a:pt x="54" y="54"/>
                    <a:pt x="54" y="54"/>
                    <a:pt x="54" y="54"/>
                  </a:cubicBezTo>
                  <a:cubicBezTo>
                    <a:pt x="50" y="57"/>
                    <a:pt x="45" y="58"/>
                    <a:pt x="42" y="55"/>
                  </a:cubicBezTo>
                  <a:cubicBezTo>
                    <a:pt x="3" y="16"/>
                    <a:pt x="3" y="16"/>
                    <a:pt x="3" y="16"/>
                  </a:cubicBezTo>
                  <a:cubicBezTo>
                    <a:pt x="0" y="13"/>
                    <a:pt x="0" y="7"/>
                    <a:pt x="4" y="4"/>
                  </a:cubicBezTo>
                  <a:cubicBezTo>
                    <a:pt x="4" y="4"/>
                    <a:pt x="4" y="4"/>
                    <a:pt x="4" y="4"/>
                  </a:cubicBezTo>
                  <a:cubicBezTo>
                    <a:pt x="7" y="0"/>
                    <a:pt x="13" y="0"/>
                    <a:pt x="16" y="3"/>
                  </a:cubicBezTo>
                  <a:lnTo>
                    <a:pt x="55" y="4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 name="Freeform 28"/>
            <p:cNvSpPr>
              <a:spLocks/>
            </p:cNvSpPr>
            <p:nvPr/>
          </p:nvSpPr>
          <p:spPr bwMode="auto">
            <a:xfrm>
              <a:off x="9059863" y="4556125"/>
              <a:ext cx="217488" cy="217488"/>
            </a:xfrm>
            <a:custGeom>
              <a:avLst/>
              <a:gdLst>
                <a:gd name="T0" fmla="*/ 16 w 58"/>
                <a:gd name="T1" fmla="*/ 55 h 58"/>
                <a:gd name="T2" fmla="*/ 4 w 58"/>
                <a:gd name="T3" fmla="*/ 54 h 58"/>
                <a:gd name="T4" fmla="*/ 4 w 58"/>
                <a:gd name="T5" fmla="*/ 54 h 58"/>
                <a:gd name="T6" fmla="*/ 3 w 58"/>
                <a:gd name="T7" fmla="*/ 42 h 58"/>
                <a:gd name="T8" fmla="*/ 42 w 58"/>
                <a:gd name="T9" fmla="*/ 3 h 58"/>
                <a:gd name="T10" fmla="*/ 54 w 58"/>
                <a:gd name="T11" fmla="*/ 4 h 58"/>
                <a:gd name="T12" fmla="*/ 54 w 58"/>
                <a:gd name="T13" fmla="*/ 4 h 58"/>
                <a:gd name="T14" fmla="*/ 55 w 58"/>
                <a:gd name="T15" fmla="*/ 16 h 58"/>
                <a:gd name="T16" fmla="*/ 16 w 58"/>
                <a:gd name="T17"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58">
                  <a:moveTo>
                    <a:pt x="16" y="55"/>
                  </a:moveTo>
                  <a:cubicBezTo>
                    <a:pt x="13" y="58"/>
                    <a:pt x="7" y="57"/>
                    <a:pt x="4" y="54"/>
                  </a:cubicBezTo>
                  <a:cubicBezTo>
                    <a:pt x="4" y="54"/>
                    <a:pt x="4" y="54"/>
                    <a:pt x="4" y="54"/>
                  </a:cubicBezTo>
                  <a:cubicBezTo>
                    <a:pt x="0" y="50"/>
                    <a:pt x="0" y="45"/>
                    <a:pt x="3" y="42"/>
                  </a:cubicBezTo>
                  <a:cubicBezTo>
                    <a:pt x="42" y="3"/>
                    <a:pt x="42" y="3"/>
                    <a:pt x="42" y="3"/>
                  </a:cubicBezTo>
                  <a:cubicBezTo>
                    <a:pt x="45" y="0"/>
                    <a:pt x="50" y="0"/>
                    <a:pt x="54" y="4"/>
                  </a:cubicBezTo>
                  <a:cubicBezTo>
                    <a:pt x="54" y="4"/>
                    <a:pt x="54" y="4"/>
                    <a:pt x="54" y="4"/>
                  </a:cubicBezTo>
                  <a:cubicBezTo>
                    <a:pt x="57" y="7"/>
                    <a:pt x="58" y="13"/>
                    <a:pt x="55" y="16"/>
                  </a:cubicBezTo>
                  <a:lnTo>
                    <a:pt x="16" y="5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 name="Freeform 29"/>
            <p:cNvSpPr>
              <a:spLocks/>
            </p:cNvSpPr>
            <p:nvPr/>
          </p:nvSpPr>
          <p:spPr bwMode="auto">
            <a:xfrm>
              <a:off x="9164638" y="5021263"/>
              <a:ext cx="266700" cy="68263"/>
            </a:xfrm>
            <a:custGeom>
              <a:avLst/>
              <a:gdLst>
                <a:gd name="T0" fmla="*/ 8 w 71"/>
                <a:gd name="T1" fmla="*/ 18 h 18"/>
                <a:gd name="T2" fmla="*/ 0 w 71"/>
                <a:gd name="T3" fmla="*/ 9 h 18"/>
                <a:gd name="T4" fmla="*/ 0 w 71"/>
                <a:gd name="T5" fmla="*/ 9 h 18"/>
                <a:gd name="T6" fmla="*/ 8 w 71"/>
                <a:gd name="T7" fmla="*/ 0 h 18"/>
                <a:gd name="T8" fmla="*/ 63 w 71"/>
                <a:gd name="T9" fmla="*/ 0 h 18"/>
                <a:gd name="T10" fmla="*/ 71 w 71"/>
                <a:gd name="T11" fmla="*/ 9 h 18"/>
                <a:gd name="T12" fmla="*/ 71 w 71"/>
                <a:gd name="T13" fmla="*/ 9 h 18"/>
                <a:gd name="T14" fmla="*/ 63 w 71"/>
                <a:gd name="T15" fmla="*/ 18 h 18"/>
                <a:gd name="T16" fmla="*/ 8 w 71"/>
                <a:gd name="T1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 h="18">
                  <a:moveTo>
                    <a:pt x="8" y="18"/>
                  </a:moveTo>
                  <a:cubicBezTo>
                    <a:pt x="4" y="18"/>
                    <a:pt x="0" y="14"/>
                    <a:pt x="0" y="9"/>
                  </a:cubicBezTo>
                  <a:cubicBezTo>
                    <a:pt x="0" y="9"/>
                    <a:pt x="0" y="9"/>
                    <a:pt x="0" y="9"/>
                  </a:cubicBezTo>
                  <a:cubicBezTo>
                    <a:pt x="0" y="4"/>
                    <a:pt x="4" y="0"/>
                    <a:pt x="8" y="0"/>
                  </a:cubicBezTo>
                  <a:cubicBezTo>
                    <a:pt x="63" y="0"/>
                    <a:pt x="63" y="0"/>
                    <a:pt x="63" y="0"/>
                  </a:cubicBezTo>
                  <a:cubicBezTo>
                    <a:pt x="68" y="0"/>
                    <a:pt x="71" y="4"/>
                    <a:pt x="71" y="9"/>
                  </a:cubicBezTo>
                  <a:cubicBezTo>
                    <a:pt x="71" y="9"/>
                    <a:pt x="71" y="9"/>
                    <a:pt x="71" y="9"/>
                  </a:cubicBezTo>
                  <a:cubicBezTo>
                    <a:pt x="71" y="14"/>
                    <a:pt x="68" y="18"/>
                    <a:pt x="63" y="18"/>
                  </a:cubicBezTo>
                  <a:lnTo>
                    <a:pt x="8"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 name="Freeform 30"/>
            <p:cNvSpPr>
              <a:spLocks/>
            </p:cNvSpPr>
            <p:nvPr/>
          </p:nvSpPr>
          <p:spPr bwMode="auto">
            <a:xfrm>
              <a:off x="8116888" y="5021263"/>
              <a:ext cx="266700" cy="68263"/>
            </a:xfrm>
            <a:custGeom>
              <a:avLst/>
              <a:gdLst>
                <a:gd name="T0" fmla="*/ 63 w 71"/>
                <a:gd name="T1" fmla="*/ 0 h 18"/>
                <a:gd name="T2" fmla="*/ 71 w 71"/>
                <a:gd name="T3" fmla="*/ 9 h 18"/>
                <a:gd name="T4" fmla="*/ 71 w 71"/>
                <a:gd name="T5" fmla="*/ 9 h 18"/>
                <a:gd name="T6" fmla="*/ 63 w 71"/>
                <a:gd name="T7" fmla="*/ 18 h 18"/>
                <a:gd name="T8" fmla="*/ 8 w 71"/>
                <a:gd name="T9" fmla="*/ 18 h 18"/>
                <a:gd name="T10" fmla="*/ 0 w 71"/>
                <a:gd name="T11" fmla="*/ 9 h 18"/>
                <a:gd name="T12" fmla="*/ 0 w 71"/>
                <a:gd name="T13" fmla="*/ 9 h 18"/>
                <a:gd name="T14" fmla="*/ 8 w 71"/>
                <a:gd name="T15" fmla="*/ 0 h 18"/>
                <a:gd name="T16" fmla="*/ 63 w 71"/>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 h="18">
                  <a:moveTo>
                    <a:pt x="63" y="0"/>
                  </a:moveTo>
                  <a:cubicBezTo>
                    <a:pt x="68" y="0"/>
                    <a:pt x="71" y="4"/>
                    <a:pt x="71" y="9"/>
                  </a:cubicBezTo>
                  <a:cubicBezTo>
                    <a:pt x="71" y="9"/>
                    <a:pt x="71" y="9"/>
                    <a:pt x="71" y="9"/>
                  </a:cubicBezTo>
                  <a:cubicBezTo>
                    <a:pt x="71" y="14"/>
                    <a:pt x="68" y="18"/>
                    <a:pt x="63" y="18"/>
                  </a:cubicBezTo>
                  <a:cubicBezTo>
                    <a:pt x="8" y="18"/>
                    <a:pt x="8" y="18"/>
                    <a:pt x="8" y="18"/>
                  </a:cubicBezTo>
                  <a:cubicBezTo>
                    <a:pt x="4" y="18"/>
                    <a:pt x="0" y="14"/>
                    <a:pt x="0" y="9"/>
                  </a:cubicBezTo>
                  <a:cubicBezTo>
                    <a:pt x="0" y="9"/>
                    <a:pt x="0" y="9"/>
                    <a:pt x="0" y="9"/>
                  </a:cubicBezTo>
                  <a:cubicBezTo>
                    <a:pt x="0" y="4"/>
                    <a:pt x="4" y="0"/>
                    <a:pt x="8" y="0"/>
                  </a:cubicBezTo>
                  <a:lnTo>
                    <a:pt x="6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 name="Freeform 31"/>
            <p:cNvSpPr>
              <a:spLocks/>
            </p:cNvSpPr>
            <p:nvPr/>
          </p:nvSpPr>
          <p:spPr bwMode="auto">
            <a:xfrm>
              <a:off x="9013826" y="5281613"/>
              <a:ext cx="211138" cy="220663"/>
            </a:xfrm>
            <a:custGeom>
              <a:avLst/>
              <a:gdLst>
                <a:gd name="T0" fmla="*/ 53 w 56"/>
                <a:gd name="T1" fmla="*/ 43 h 59"/>
                <a:gd name="T2" fmla="*/ 52 w 56"/>
                <a:gd name="T3" fmla="*/ 56 h 59"/>
                <a:gd name="T4" fmla="*/ 52 w 56"/>
                <a:gd name="T5" fmla="*/ 56 h 59"/>
                <a:gd name="T6" fmla="*/ 40 w 56"/>
                <a:gd name="T7" fmla="*/ 56 h 59"/>
                <a:gd name="T8" fmla="*/ 3 w 56"/>
                <a:gd name="T9" fmla="*/ 15 h 59"/>
                <a:gd name="T10" fmla="*/ 4 w 56"/>
                <a:gd name="T11" fmla="*/ 3 h 59"/>
                <a:gd name="T12" fmla="*/ 4 w 56"/>
                <a:gd name="T13" fmla="*/ 3 h 59"/>
                <a:gd name="T14" fmla="*/ 16 w 56"/>
                <a:gd name="T15" fmla="*/ 3 h 59"/>
                <a:gd name="T16" fmla="*/ 53 w 56"/>
                <a:gd name="T17" fmla="*/ 43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59">
                  <a:moveTo>
                    <a:pt x="53" y="43"/>
                  </a:moveTo>
                  <a:cubicBezTo>
                    <a:pt x="56" y="47"/>
                    <a:pt x="56" y="52"/>
                    <a:pt x="52" y="56"/>
                  </a:cubicBezTo>
                  <a:cubicBezTo>
                    <a:pt x="52" y="56"/>
                    <a:pt x="52" y="56"/>
                    <a:pt x="52" y="56"/>
                  </a:cubicBezTo>
                  <a:cubicBezTo>
                    <a:pt x="48" y="59"/>
                    <a:pt x="43" y="59"/>
                    <a:pt x="40" y="56"/>
                  </a:cubicBezTo>
                  <a:cubicBezTo>
                    <a:pt x="3" y="15"/>
                    <a:pt x="3" y="15"/>
                    <a:pt x="3" y="15"/>
                  </a:cubicBezTo>
                  <a:cubicBezTo>
                    <a:pt x="0" y="12"/>
                    <a:pt x="0" y="7"/>
                    <a:pt x="4" y="3"/>
                  </a:cubicBezTo>
                  <a:cubicBezTo>
                    <a:pt x="4" y="3"/>
                    <a:pt x="4" y="3"/>
                    <a:pt x="4" y="3"/>
                  </a:cubicBezTo>
                  <a:cubicBezTo>
                    <a:pt x="8" y="0"/>
                    <a:pt x="13" y="0"/>
                    <a:pt x="16" y="3"/>
                  </a:cubicBezTo>
                  <a:lnTo>
                    <a:pt x="53" y="4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 name="Freeform 32"/>
            <p:cNvSpPr>
              <a:spLocks/>
            </p:cNvSpPr>
            <p:nvPr/>
          </p:nvSpPr>
          <p:spPr bwMode="auto">
            <a:xfrm>
              <a:off x="8320088" y="5281613"/>
              <a:ext cx="214313" cy="220663"/>
            </a:xfrm>
            <a:custGeom>
              <a:avLst/>
              <a:gdLst>
                <a:gd name="T0" fmla="*/ 16 w 57"/>
                <a:gd name="T1" fmla="*/ 56 h 59"/>
                <a:gd name="T2" fmla="*/ 4 w 57"/>
                <a:gd name="T3" fmla="*/ 55 h 59"/>
                <a:gd name="T4" fmla="*/ 4 w 57"/>
                <a:gd name="T5" fmla="*/ 55 h 59"/>
                <a:gd name="T6" fmla="*/ 3 w 57"/>
                <a:gd name="T7" fmla="*/ 43 h 59"/>
                <a:gd name="T8" fmla="*/ 40 w 57"/>
                <a:gd name="T9" fmla="*/ 3 h 59"/>
                <a:gd name="T10" fmla="*/ 52 w 57"/>
                <a:gd name="T11" fmla="*/ 4 h 59"/>
                <a:gd name="T12" fmla="*/ 52 w 57"/>
                <a:gd name="T13" fmla="*/ 4 h 59"/>
                <a:gd name="T14" fmla="*/ 54 w 57"/>
                <a:gd name="T15" fmla="*/ 16 h 59"/>
                <a:gd name="T16" fmla="*/ 16 w 57"/>
                <a:gd name="T17" fmla="*/ 56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59">
                  <a:moveTo>
                    <a:pt x="16" y="56"/>
                  </a:moveTo>
                  <a:cubicBezTo>
                    <a:pt x="13" y="59"/>
                    <a:pt x="7" y="59"/>
                    <a:pt x="4" y="55"/>
                  </a:cubicBezTo>
                  <a:cubicBezTo>
                    <a:pt x="4" y="55"/>
                    <a:pt x="4" y="55"/>
                    <a:pt x="4" y="55"/>
                  </a:cubicBezTo>
                  <a:cubicBezTo>
                    <a:pt x="0" y="52"/>
                    <a:pt x="0" y="46"/>
                    <a:pt x="3" y="43"/>
                  </a:cubicBezTo>
                  <a:cubicBezTo>
                    <a:pt x="40" y="3"/>
                    <a:pt x="40" y="3"/>
                    <a:pt x="40" y="3"/>
                  </a:cubicBezTo>
                  <a:cubicBezTo>
                    <a:pt x="43" y="0"/>
                    <a:pt x="49" y="0"/>
                    <a:pt x="52" y="4"/>
                  </a:cubicBezTo>
                  <a:cubicBezTo>
                    <a:pt x="52" y="4"/>
                    <a:pt x="52" y="4"/>
                    <a:pt x="52" y="4"/>
                  </a:cubicBezTo>
                  <a:cubicBezTo>
                    <a:pt x="56" y="7"/>
                    <a:pt x="57" y="12"/>
                    <a:pt x="54" y="16"/>
                  </a:cubicBezTo>
                  <a:lnTo>
                    <a:pt x="16" y="5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65" name="文本框 64"/>
          <p:cNvSpPr txBox="1"/>
          <p:nvPr/>
        </p:nvSpPr>
        <p:spPr>
          <a:xfrm>
            <a:off x="1940335" y="4967044"/>
            <a:ext cx="655949" cy="707886"/>
          </a:xfrm>
          <a:prstGeom prst="rect">
            <a:avLst/>
          </a:prstGeom>
          <a:noFill/>
        </p:spPr>
        <p:txBody>
          <a:bodyPr wrap="none" rtlCol="0">
            <a:spAutoFit/>
          </a:bodyPr>
          <a:lstStyle/>
          <a:p>
            <a:r>
              <a:rPr lang="en-US" altLang="zh-CN" sz="4000" dirty="0">
                <a:solidFill>
                  <a:prstClr val="black">
                    <a:lumMod val="65000"/>
                    <a:lumOff val="35000"/>
                  </a:prstClr>
                </a:solidFill>
                <a:latin typeface="Impact" panose="020B0806030902050204" pitchFamily="34" charset="0"/>
                <a:cs typeface="Aharoni" panose="02010803020104030203" pitchFamily="2" charset="-79"/>
              </a:rPr>
              <a:t>01</a:t>
            </a:r>
            <a:endParaRPr lang="zh-CN" altLang="en-US" sz="4000" dirty="0">
              <a:solidFill>
                <a:prstClr val="black">
                  <a:lumMod val="65000"/>
                  <a:lumOff val="35000"/>
                </a:prstClr>
              </a:solidFill>
              <a:latin typeface="Impact" panose="020B0806030902050204" pitchFamily="34" charset="0"/>
              <a:cs typeface="Aharoni" panose="02010803020104030203" pitchFamily="2" charset="-79"/>
            </a:endParaRPr>
          </a:p>
        </p:txBody>
      </p:sp>
      <p:sp>
        <p:nvSpPr>
          <p:cNvPr id="66" name="文本框 65"/>
          <p:cNvSpPr txBox="1"/>
          <p:nvPr/>
        </p:nvSpPr>
        <p:spPr>
          <a:xfrm>
            <a:off x="1519290" y="5544024"/>
            <a:ext cx="1498039" cy="369332"/>
          </a:xfrm>
          <a:prstGeom prst="rect">
            <a:avLst/>
          </a:prstGeom>
          <a:noFill/>
        </p:spPr>
        <p:txBody>
          <a:bodyPr wrap="none" rtlCol="0">
            <a:spAutoFit/>
          </a:bodyPr>
          <a:lstStyle/>
          <a:p>
            <a:r>
              <a:rPr lang="en-US" altLang="zh-CN" dirty="0">
                <a:solidFill>
                  <a:prstClr val="black">
                    <a:lumMod val="65000"/>
                    <a:lumOff val="35000"/>
                  </a:prstClr>
                </a:solidFill>
                <a:latin typeface="Tahoma" panose="020B0604030504040204" pitchFamily="34" charset="0"/>
                <a:ea typeface="Tahoma" panose="020B0604030504040204" pitchFamily="34" charset="0"/>
                <a:cs typeface="Tahoma" panose="020B0604030504040204" pitchFamily="34" charset="0"/>
              </a:rPr>
              <a:t>Sample Text.</a:t>
            </a:r>
            <a:endParaRPr lang="zh-CN" altLang="en-US" dirty="0">
              <a:solidFill>
                <a:prstClr val="black">
                  <a:lumMod val="65000"/>
                  <a:lumOff val="35000"/>
                </a:prstClr>
              </a:solidFill>
              <a:latin typeface="Tahoma" panose="020B0604030504040204" pitchFamily="34" charset="0"/>
              <a:cs typeface="Tahoma" panose="020B0604030504040204" pitchFamily="34" charset="0"/>
            </a:endParaRPr>
          </a:p>
        </p:txBody>
      </p:sp>
      <p:sp>
        <p:nvSpPr>
          <p:cNvPr id="67" name="文本框 66"/>
          <p:cNvSpPr txBox="1"/>
          <p:nvPr/>
        </p:nvSpPr>
        <p:spPr>
          <a:xfrm>
            <a:off x="4471811" y="4967044"/>
            <a:ext cx="718466" cy="707886"/>
          </a:xfrm>
          <a:prstGeom prst="rect">
            <a:avLst/>
          </a:prstGeom>
          <a:noFill/>
        </p:spPr>
        <p:txBody>
          <a:bodyPr wrap="none" rtlCol="0">
            <a:spAutoFit/>
          </a:bodyPr>
          <a:lstStyle/>
          <a:p>
            <a:r>
              <a:rPr lang="en-US" altLang="zh-CN" sz="4000" dirty="0">
                <a:solidFill>
                  <a:prstClr val="black">
                    <a:lumMod val="65000"/>
                    <a:lumOff val="35000"/>
                  </a:prstClr>
                </a:solidFill>
                <a:latin typeface="Impact" panose="020B0806030902050204" pitchFamily="34" charset="0"/>
                <a:cs typeface="Aharoni" panose="02010803020104030203" pitchFamily="2" charset="-79"/>
              </a:rPr>
              <a:t>02</a:t>
            </a:r>
            <a:endParaRPr lang="zh-CN" altLang="en-US" sz="4000" dirty="0">
              <a:solidFill>
                <a:prstClr val="black">
                  <a:lumMod val="65000"/>
                  <a:lumOff val="35000"/>
                </a:prstClr>
              </a:solidFill>
              <a:latin typeface="Impact" panose="020B0806030902050204" pitchFamily="34" charset="0"/>
              <a:cs typeface="Aharoni" panose="02010803020104030203" pitchFamily="2" charset="-79"/>
            </a:endParaRPr>
          </a:p>
        </p:txBody>
      </p:sp>
      <p:sp>
        <p:nvSpPr>
          <p:cNvPr id="68" name="文本框 67"/>
          <p:cNvSpPr txBox="1"/>
          <p:nvPr/>
        </p:nvSpPr>
        <p:spPr>
          <a:xfrm>
            <a:off x="4050766" y="5544024"/>
            <a:ext cx="1498039" cy="369332"/>
          </a:xfrm>
          <a:prstGeom prst="rect">
            <a:avLst/>
          </a:prstGeom>
          <a:noFill/>
        </p:spPr>
        <p:txBody>
          <a:bodyPr wrap="none" rtlCol="0">
            <a:spAutoFit/>
          </a:bodyPr>
          <a:lstStyle/>
          <a:p>
            <a:r>
              <a:rPr lang="en-US" altLang="zh-CN" dirty="0">
                <a:solidFill>
                  <a:prstClr val="black">
                    <a:lumMod val="65000"/>
                    <a:lumOff val="35000"/>
                  </a:prstClr>
                </a:solidFill>
                <a:latin typeface="Tahoma" panose="020B0604030504040204" pitchFamily="34" charset="0"/>
                <a:ea typeface="Tahoma" panose="020B0604030504040204" pitchFamily="34" charset="0"/>
                <a:cs typeface="Tahoma" panose="020B0604030504040204" pitchFamily="34" charset="0"/>
              </a:rPr>
              <a:t>Sample Text.</a:t>
            </a:r>
            <a:endParaRPr lang="zh-CN" altLang="en-US" dirty="0">
              <a:solidFill>
                <a:prstClr val="black">
                  <a:lumMod val="65000"/>
                  <a:lumOff val="35000"/>
                </a:prstClr>
              </a:solidFill>
              <a:latin typeface="Tahoma" panose="020B0604030504040204" pitchFamily="34" charset="0"/>
              <a:cs typeface="Tahoma" panose="020B0604030504040204" pitchFamily="34" charset="0"/>
            </a:endParaRPr>
          </a:p>
        </p:txBody>
      </p:sp>
      <p:sp>
        <p:nvSpPr>
          <p:cNvPr id="69" name="文本框 68"/>
          <p:cNvSpPr txBox="1"/>
          <p:nvPr/>
        </p:nvSpPr>
        <p:spPr>
          <a:xfrm>
            <a:off x="7045743" y="4967044"/>
            <a:ext cx="732893" cy="707886"/>
          </a:xfrm>
          <a:prstGeom prst="rect">
            <a:avLst/>
          </a:prstGeom>
          <a:noFill/>
        </p:spPr>
        <p:txBody>
          <a:bodyPr wrap="none" rtlCol="0">
            <a:spAutoFit/>
          </a:bodyPr>
          <a:lstStyle/>
          <a:p>
            <a:r>
              <a:rPr lang="en-US" altLang="zh-CN" sz="4000" dirty="0">
                <a:solidFill>
                  <a:prstClr val="black">
                    <a:lumMod val="65000"/>
                    <a:lumOff val="35000"/>
                  </a:prstClr>
                </a:solidFill>
                <a:latin typeface="Impact" panose="020B0806030902050204" pitchFamily="34" charset="0"/>
                <a:cs typeface="Aharoni" panose="02010803020104030203" pitchFamily="2" charset="-79"/>
              </a:rPr>
              <a:t>03</a:t>
            </a:r>
            <a:endParaRPr lang="zh-CN" altLang="en-US" sz="4000" dirty="0">
              <a:solidFill>
                <a:prstClr val="black">
                  <a:lumMod val="65000"/>
                  <a:lumOff val="35000"/>
                </a:prstClr>
              </a:solidFill>
              <a:latin typeface="Impact" panose="020B0806030902050204" pitchFamily="34" charset="0"/>
              <a:cs typeface="Aharoni" panose="02010803020104030203" pitchFamily="2" charset="-79"/>
            </a:endParaRPr>
          </a:p>
        </p:txBody>
      </p:sp>
      <p:sp>
        <p:nvSpPr>
          <p:cNvPr id="70" name="文本框 69"/>
          <p:cNvSpPr txBox="1"/>
          <p:nvPr/>
        </p:nvSpPr>
        <p:spPr>
          <a:xfrm>
            <a:off x="6624698" y="5544024"/>
            <a:ext cx="1498039" cy="369332"/>
          </a:xfrm>
          <a:prstGeom prst="rect">
            <a:avLst/>
          </a:prstGeom>
          <a:noFill/>
        </p:spPr>
        <p:txBody>
          <a:bodyPr wrap="none" rtlCol="0">
            <a:spAutoFit/>
          </a:bodyPr>
          <a:lstStyle/>
          <a:p>
            <a:r>
              <a:rPr lang="en-US" altLang="zh-CN" dirty="0">
                <a:solidFill>
                  <a:prstClr val="black">
                    <a:lumMod val="65000"/>
                    <a:lumOff val="35000"/>
                  </a:prstClr>
                </a:solidFill>
                <a:latin typeface="Tahoma" panose="020B0604030504040204" pitchFamily="34" charset="0"/>
                <a:ea typeface="Tahoma" panose="020B0604030504040204" pitchFamily="34" charset="0"/>
                <a:cs typeface="Tahoma" panose="020B0604030504040204" pitchFamily="34" charset="0"/>
              </a:rPr>
              <a:t>Sample Text.</a:t>
            </a:r>
            <a:endParaRPr lang="zh-CN" altLang="en-US" dirty="0">
              <a:solidFill>
                <a:prstClr val="black">
                  <a:lumMod val="65000"/>
                  <a:lumOff val="35000"/>
                </a:prstClr>
              </a:solidFill>
              <a:latin typeface="Tahoma" panose="020B0604030504040204" pitchFamily="34" charset="0"/>
              <a:cs typeface="Tahoma" panose="020B0604030504040204" pitchFamily="34" charset="0"/>
            </a:endParaRPr>
          </a:p>
        </p:txBody>
      </p:sp>
      <p:sp>
        <p:nvSpPr>
          <p:cNvPr id="79" name="文本框 78"/>
          <p:cNvSpPr txBox="1"/>
          <p:nvPr/>
        </p:nvSpPr>
        <p:spPr>
          <a:xfrm>
            <a:off x="9498746" y="4967044"/>
            <a:ext cx="716863" cy="707886"/>
          </a:xfrm>
          <a:prstGeom prst="rect">
            <a:avLst/>
          </a:prstGeom>
          <a:noFill/>
        </p:spPr>
        <p:txBody>
          <a:bodyPr wrap="none" rtlCol="0">
            <a:spAutoFit/>
          </a:bodyPr>
          <a:lstStyle/>
          <a:p>
            <a:r>
              <a:rPr lang="en-US" altLang="zh-CN" sz="4000" dirty="0">
                <a:solidFill>
                  <a:prstClr val="black">
                    <a:lumMod val="65000"/>
                    <a:lumOff val="35000"/>
                  </a:prstClr>
                </a:solidFill>
                <a:latin typeface="Impact" panose="020B0806030902050204" pitchFamily="34" charset="0"/>
                <a:cs typeface="Aharoni" panose="02010803020104030203" pitchFamily="2" charset="-79"/>
              </a:rPr>
              <a:t>04</a:t>
            </a:r>
            <a:endParaRPr lang="zh-CN" altLang="en-US" sz="4000" dirty="0">
              <a:solidFill>
                <a:prstClr val="black">
                  <a:lumMod val="65000"/>
                  <a:lumOff val="35000"/>
                </a:prstClr>
              </a:solidFill>
              <a:latin typeface="Impact" panose="020B0806030902050204" pitchFamily="34" charset="0"/>
              <a:cs typeface="Aharoni" panose="02010803020104030203" pitchFamily="2" charset="-79"/>
            </a:endParaRPr>
          </a:p>
        </p:txBody>
      </p:sp>
      <p:sp>
        <p:nvSpPr>
          <p:cNvPr id="80" name="文本框 79"/>
          <p:cNvSpPr txBox="1"/>
          <p:nvPr/>
        </p:nvSpPr>
        <p:spPr>
          <a:xfrm>
            <a:off x="9077701" y="5544024"/>
            <a:ext cx="1498039" cy="369332"/>
          </a:xfrm>
          <a:prstGeom prst="rect">
            <a:avLst/>
          </a:prstGeom>
          <a:noFill/>
        </p:spPr>
        <p:txBody>
          <a:bodyPr wrap="none" rtlCol="0">
            <a:spAutoFit/>
          </a:bodyPr>
          <a:lstStyle/>
          <a:p>
            <a:r>
              <a:rPr lang="en-US" altLang="zh-CN" dirty="0">
                <a:solidFill>
                  <a:prstClr val="black">
                    <a:lumMod val="65000"/>
                    <a:lumOff val="35000"/>
                  </a:prstClr>
                </a:solidFill>
                <a:latin typeface="Tahoma" panose="020B0604030504040204" pitchFamily="34" charset="0"/>
                <a:ea typeface="Tahoma" panose="020B0604030504040204" pitchFamily="34" charset="0"/>
                <a:cs typeface="Tahoma" panose="020B0604030504040204" pitchFamily="34" charset="0"/>
              </a:rPr>
              <a:t>Sample Text.</a:t>
            </a:r>
            <a:endParaRPr lang="zh-CN" altLang="en-US" dirty="0">
              <a:solidFill>
                <a:prstClr val="black">
                  <a:lumMod val="65000"/>
                  <a:lumOff val="35000"/>
                </a:prstClr>
              </a:solidFill>
              <a:latin typeface="Tahoma" panose="020B0604030504040204" pitchFamily="34" charset="0"/>
              <a:cs typeface="Tahoma" panose="020B0604030504040204" pitchFamily="34" charset="0"/>
            </a:endParaRPr>
          </a:p>
        </p:txBody>
      </p:sp>
      <p:sp>
        <p:nvSpPr>
          <p:cNvPr id="81" name="文本框 80"/>
          <p:cNvSpPr txBox="1"/>
          <p:nvPr/>
        </p:nvSpPr>
        <p:spPr>
          <a:xfrm>
            <a:off x="1000603" y="858685"/>
            <a:ext cx="9985426" cy="369332"/>
          </a:xfrm>
          <a:prstGeom prst="rect">
            <a:avLst/>
          </a:prstGeom>
          <a:noFill/>
        </p:spPr>
        <p:txBody>
          <a:bodyPr wrap="none" rtlCol="0">
            <a:spAutoFit/>
          </a:bodyPr>
          <a:lstStyle/>
          <a:p>
            <a:r>
              <a:rPr lang="zh-CN" altLang="en-US" dirty="0">
                <a:solidFill>
                  <a:prstClr val="black">
                    <a:lumMod val="65000"/>
                    <a:lumOff val="35000"/>
                  </a:prstClr>
                </a:solidFill>
              </a:rPr>
              <a:t>网络</a:t>
            </a:r>
            <a:r>
              <a:rPr lang="en-US" altLang="zh-CN" dirty="0">
                <a:solidFill>
                  <a:prstClr val="black">
                    <a:lumMod val="65000"/>
                    <a:lumOff val="35000"/>
                  </a:prstClr>
                </a:solidFill>
              </a:rPr>
              <a:t>EPS</a:t>
            </a:r>
            <a:r>
              <a:rPr lang="zh-CN" altLang="en-US" dirty="0">
                <a:solidFill>
                  <a:prstClr val="black">
                    <a:lumMod val="65000"/>
                    <a:lumOff val="35000"/>
                  </a:prstClr>
                </a:solidFill>
              </a:rPr>
              <a:t>素材改编，可以根据具体作品的引用修改其颜色，盾形可以和其他形状如矩形搭配使用。</a:t>
            </a:r>
          </a:p>
        </p:txBody>
      </p:sp>
      <p:sp>
        <p:nvSpPr>
          <p:cNvPr id="53"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707111739"/>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Freeform 60"/>
          <p:cNvSpPr>
            <a:spLocks/>
          </p:cNvSpPr>
          <p:nvPr/>
        </p:nvSpPr>
        <p:spPr bwMode="auto">
          <a:xfrm>
            <a:off x="1007063" y="3889553"/>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 name="文本框 26"/>
          <p:cNvSpPr txBox="1"/>
          <p:nvPr/>
        </p:nvSpPr>
        <p:spPr>
          <a:xfrm>
            <a:off x="940215" y="4689154"/>
            <a:ext cx="3555585" cy="1421928"/>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网络</a:t>
            </a:r>
            <a:r>
              <a:rPr lang="en-US" altLang="zh-CN" dirty="0">
                <a:solidFill>
                  <a:prstClr val="black">
                    <a:lumMod val="65000"/>
                    <a:lumOff val="35000"/>
                  </a:prstClr>
                </a:solidFill>
                <a:latin typeface="微软雅黑" panose="020B0503020204020204" pitchFamily="34" charset="-122"/>
              </a:rPr>
              <a:t>EPS</a:t>
            </a:r>
            <a:r>
              <a:rPr lang="zh-CN" altLang="en-US" dirty="0">
                <a:solidFill>
                  <a:prstClr val="black">
                    <a:lumMod val="65000"/>
                    <a:lumOff val="35000"/>
                  </a:prstClr>
                </a:solidFill>
                <a:latin typeface="微软雅黑" panose="020B0503020204020204" pitchFamily="34" charset="-122"/>
              </a:rPr>
              <a:t>素材改编；</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文字、颜色可随意更改；</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可根据排版变换其大小；</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矢量图标可替换。</a:t>
            </a:r>
            <a:endParaRPr lang="en-US" altLang="zh-CN" dirty="0">
              <a:solidFill>
                <a:prstClr val="black">
                  <a:lumMod val="65000"/>
                  <a:lumOff val="35000"/>
                </a:prstClr>
              </a:solidFill>
              <a:latin typeface="微软雅黑" panose="020B0503020204020204" pitchFamily="34" charset="-122"/>
            </a:endParaRPr>
          </a:p>
        </p:txBody>
      </p:sp>
      <p:sp>
        <p:nvSpPr>
          <p:cNvPr id="28" name="圆角矩形 27"/>
          <p:cNvSpPr/>
          <p:nvPr/>
        </p:nvSpPr>
        <p:spPr>
          <a:xfrm>
            <a:off x="1674755" y="4048838"/>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29" name="等腰三角形 28"/>
          <p:cNvSpPr/>
          <p:nvPr/>
        </p:nvSpPr>
        <p:spPr>
          <a:xfrm rot="16200000">
            <a:off x="1600123" y="4116382"/>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15" name="Freeform 5"/>
          <p:cNvSpPr>
            <a:spLocks/>
          </p:cNvSpPr>
          <p:nvPr/>
        </p:nvSpPr>
        <p:spPr bwMode="auto">
          <a:xfrm>
            <a:off x="4373563" y="1430338"/>
            <a:ext cx="1727200" cy="4673600"/>
          </a:xfrm>
          <a:custGeom>
            <a:avLst/>
            <a:gdLst>
              <a:gd name="T0" fmla="*/ 115 w 230"/>
              <a:gd name="T1" fmla="*/ 0 h 621"/>
              <a:gd name="T2" fmla="*/ 115 w 230"/>
              <a:gd name="T3" fmla="*/ 0 h 621"/>
              <a:gd name="T4" fmla="*/ 230 w 230"/>
              <a:gd name="T5" fmla="*/ 115 h 621"/>
              <a:gd name="T6" fmla="*/ 230 w 230"/>
              <a:gd name="T7" fmla="*/ 621 h 621"/>
              <a:gd name="T8" fmla="*/ 0 w 230"/>
              <a:gd name="T9" fmla="*/ 621 h 621"/>
              <a:gd name="T10" fmla="*/ 0 w 230"/>
              <a:gd name="T11" fmla="*/ 115 h 621"/>
              <a:gd name="T12" fmla="*/ 115 w 230"/>
              <a:gd name="T13" fmla="*/ 0 h 621"/>
            </a:gdLst>
            <a:ahLst/>
            <a:cxnLst>
              <a:cxn ang="0">
                <a:pos x="T0" y="T1"/>
              </a:cxn>
              <a:cxn ang="0">
                <a:pos x="T2" y="T3"/>
              </a:cxn>
              <a:cxn ang="0">
                <a:pos x="T4" y="T5"/>
              </a:cxn>
              <a:cxn ang="0">
                <a:pos x="T6" y="T7"/>
              </a:cxn>
              <a:cxn ang="0">
                <a:pos x="T8" y="T9"/>
              </a:cxn>
              <a:cxn ang="0">
                <a:pos x="T10" y="T11"/>
              </a:cxn>
              <a:cxn ang="0">
                <a:pos x="T12" y="T13"/>
              </a:cxn>
            </a:cxnLst>
            <a:rect l="0" t="0" r="r" b="b"/>
            <a:pathLst>
              <a:path w="230" h="621">
                <a:moveTo>
                  <a:pt x="115" y="0"/>
                </a:moveTo>
                <a:cubicBezTo>
                  <a:pt x="115" y="0"/>
                  <a:pt x="115" y="0"/>
                  <a:pt x="115" y="0"/>
                </a:cubicBezTo>
                <a:cubicBezTo>
                  <a:pt x="178" y="0"/>
                  <a:pt x="230" y="52"/>
                  <a:pt x="230" y="115"/>
                </a:cubicBezTo>
                <a:cubicBezTo>
                  <a:pt x="230" y="621"/>
                  <a:pt x="230" y="621"/>
                  <a:pt x="230" y="621"/>
                </a:cubicBezTo>
                <a:cubicBezTo>
                  <a:pt x="0" y="621"/>
                  <a:pt x="0" y="621"/>
                  <a:pt x="0" y="621"/>
                </a:cubicBezTo>
                <a:cubicBezTo>
                  <a:pt x="0" y="115"/>
                  <a:pt x="0" y="115"/>
                  <a:pt x="0" y="115"/>
                </a:cubicBezTo>
                <a:cubicBezTo>
                  <a:pt x="0" y="52"/>
                  <a:pt x="52" y="0"/>
                  <a:pt x="115" y="0"/>
                </a:cubicBezTo>
                <a:close/>
              </a:path>
            </a:pathLst>
          </a:custGeom>
          <a:solidFill>
            <a:srgbClr val="E84A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 name="Freeform 6"/>
          <p:cNvSpPr>
            <a:spLocks/>
          </p:cNvSpPr>
          <p:nvPr/>
        </p:nvSpPr>
        <p:spPr bwMode="auto">
          <a:xfrm>
            <a:off x="6310313" y="1430338"/>
            <a:ext cx="1728788" cy="4673600"/>
          </a:xfrm>
          <a:custGeom>
            <a:avLst/>
            <a:gdLst>
              <a:gd name="T0" fmla="*/ 115 w 230"/>
              <a:gd name="T1" fmla="*/ 0 h 621"/>
              <a:gd name="T2" fmla="*/ 115 w 230"/>
              <a:gd name="T3" fmla="*/ 0 h 621"/>
              <a:gd name="T4" fmla="*/ 230 w 230"/>
              <a:gd name="T5" fmla="*/ 115 h 621"/>
              <a:gd name="T6" fmla="*/ 230 w 230"/>
              <a:gd name="T7" fmla="*/ 621 h 621"/>
              <a:gd name="T8" fmla="*/ 0 w 230"/>
              <a:gd name="T9" fmla="*/ 621 h 621"/>
              <a:gd name="T10" fmla="*/ 0 w 230"/>
              <a:gd name="T11" fmla="*/ 115 h 621"/>
              <a:gd name="T12" fmla="*/ 115 w 230"/>
              <a:gd name="T13" fmla="*/ 0 h 621"/>
            </a:gdLst>
            <a:ahLst/>
            <a:cxnLst>
              <a:cxn ang="0">
                <a:pos x="T0" y="T1"/>
              </a:cxn>
              <a:cxn ang="0">
                <a:pos x="T2" y="T3"/>
              </a:cxn>
              <a:cxn ang="0">
                <a:pos x="T4" y="T5"/>
              </a:cxn>
              <a:cxn ang="0">
                <a:pos x="T6" y="T7"/>
              </a:cxn>
              <a:cxn ang="0">
                <a:pos x="T8" y="T9"/>
              </a:cxn>
              <a:cxn ang="0">
                <a:pos x="T10" y="T11"/>
              </a:cxn>
              <a:cxn ang="0">
                <a:pos x="T12" y="T13"/>
              </a:cxn>
            </a:cxnLst>
            <a:rect l="0" t="0" r="r" b="b"/>
            <a:pathLst>
              <a:path w="230" h="621">
                <a:moveTo>
                  <a:pt x="115" y="0"/>
                </a:moveTo>
                <a:cubicBezTo>
                  <a:pt x="115" y="0"/>
                  <a:pt x="115" y="0"/>
                  <a:pt x="115" y="0"/>
                </a:cubicBezTo>
                <a:cubicBezTo>
                  <a:pt x="178" y="0"/>
                  <a:pt x="230" y="52"/>
                  <a:pt x="230" y="115"/>
                </a:cubicBezTo>
                <a:cubicBezTo>
                  <a:pt x="230" y="287"/>
                  <a:pt x="230" y="449"/>
                  <a:pt x="230" y="621"/>
                </a:cubicBezTo>
                <a:cubicBezTo>
                  <a:pt x="153" y="621"/>
                  <a:pt x="77" y="621"/>
                  <a:pt x="0" y="621"/>
                </a:cubicBezTo>
                <a:cubicBezTo>
                  <a:pt x="0" y="449"/>
                  <a:pt x="0" y="287"/>
                  <a:pt x="0" y="115"/>
                </a:cubicBezTo>
                <a:cubicBezTo>
                  <a:pt x="0" y="52"/>
                  <a:pt x="52" y="0"/>
                  <a:pt x="115" y="0"/>
                </a:cubicBezTo>
                <a:close/>
              </a:path>
            </a:pathLst>
          </a:custGeom>
          <a:solidFill>
            <a:srgbClr val="4B57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 name="Freeform 7"/>
          <p:cNvSpPr>
            <a:spLocks/>
          </p:cNvSpPr>
          <p:nvPr/>
        </p:nvSpPr>
        <p:spPr bwMode="auto">
          <a:xfrm>
            <a:off x="8248650" y="1430338"/>
            <a:ext cx="1727200" cy="4673600"/>
          </a:xfrm>
          <a:custGeom>
            <a:avLst/>
            <a:gdLst>
              <a:gd name="T0" fmla="*/ 115 w 230"/>
              <a:gd name="T1" fmla="*/ 0 h 621"/>
              <a:gd name="T2" fmla="*/ 115 w 230"/>
              <a:gd name="T3" fmla="*/ 0 h 621"/>
              <a:gd name="T4" fmla="*/ 230 w 230"/>
              <a:gd name="T5" fmla="*/ 115 h 621"/>
              <a:gd name="T6" fmla="*/ 230 w 230"/>
              <a:gd name="T7" fmla="*/ 621 h 621"/>
              <a:gd name="T8" fmla="*/ 0 w 230"/>
              <a:gd name="T9" fmla="*/ 621 h 621"/>
              <a:gd name="T10" fmla="*/ 0 w 230"/>
              <a:gd name="T11" fmla="*/ 115 h 621"/>
              <a:gd name="T12" fmla="*/ 115 w 230"/>
              <a:gd name="T13" fmla="*/ 0 h 621"/>
            </a:gdLst>
            <a:ahLst/>
            <a:cxnLst>
              <a:cxn ang="0">
                <a:pos x="T0" y="T1"/>
              </a:cxn>
              <a:cxn ang="0">
                <a:pos x="T2" y="T3"/>
              </a:cxn>
              <a:cxn ang="0">
                <a:pos x="T4" y="T5"/>
              </a:cxn>
              <a:cxn ang="0">
                <a:pos x="T6" y="T7"/>
              </a:cxn>
              <a:cxn ang="0">
                <a:pos x="T8" y="T9"/>
              </a:cxn>
              <a:cxn ang="0">
                <a:pos x="T10" y="T11"/>
              </a:cxn>
              <a:cxn ang="0">
                <a:pos x="T12" y="T13"/>
              </a:cxn>
            </a:cxnLst>
            <a:rect l="0" t="0" r="r" b="b"/>
            <a:pathLst>
              <a:path w="230" h="621">
                <a:moveTo>
                  <a:pt x="115" y="0"/>
                </a:moveTo>
                <a:cubicBezTo>
                  <a:pt x="115" y="0"/>
                  <a:pt x="115" y="0"/>
                  <a:pt x="115" y="0"/>
                </a:cubicBezTo>
                <a:cubicBezTo>
                  <a:pt x="178" y="0"/>
                  <a:pt x="230" y="52"/>
                  <a:pt x="230" y="115"/>
                </a:cubicBezTo>
                <a:cubicBezTo>
                  <a:pt x="230" y="287"/>
                  <a:pt x="230" y="449"/>
                  <a:pt x="230" y="621"/>
                </a:cubicBezTo>
                <a:cubicBezTo>
                  <a:pt x="153" y="621"/>
                  <a:pt x="77" y="621"/>
                  <a:pt x="0" y="621"/>
                </a:cubicBezTo>
                <a:cubicBezTo>
                  <a:pt x="0" y="449"/>
                  <a:pt x="0" y="287"/>
                  <a:pt x="0" y="115"/>
                </a:cubicBezTo>
                <a:cubicBezTo>
                  <a:pt x="0" y="52"/>
                  <a:pt x="52" y="0"/>
                  <a:pt x="115" y="0"/>
                </a:cubicBezTo>
                <a:close/>
              </a:path>
            </a:pathLst>
          </a:custGeom>
          <a:solidFill>
            <a:srgbClr val="F4B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 name="Freeform 8"/>
          <p:cNvSpPr>
            <a:spLocks/>
          </p:cNvSpPr>
          <p:nvPr/>
        </p:nvSpPr>
        <p:spPr bwMode="auto">
          <a:xfrm>
            <a:off x="10186988" y="1430338"/>
            <a:ext cx="1727200" cy="4673600"/>
          </a:xfrm>
          <a:custGeom>
            <a:avLst/>
            <a:gdLst>
              <a:gd name="T0" fmla="*/ 115 w 230"/>
              <a:gd name="T1" fmla="*/ 0 h 621"/>
              <a:gd name="T2" fmla="*/ 115 w 230"/>
              <a:gd name="T3" fmla="*/ 0 h 621"/>
              <a:gd name="T4" fmla="*/ 230 w 230"/>
              <a:gd name="T5" fmla="*/ 115 h 621"/>
              <a:gd name="T6" fmla="*/ 230 w 230"/>
              <a:gd name="T7" fmla="*/ 621 h 621"/>
              <a:gd name="T8" fmla="*/ 0 w 230"/>
              <a:gd name="T9" fmla="*/ 621 h 621"/>
              <a:gd name="T10" fmla="*/ 0 w 230"/>
              <a:gd name="T11" fmla="*/ 115 h 621"/>
              <a:gd name="T12" fmla="*/ 115 w 230"/>
              <a:gd name="T13" fmla="*/ 0 h 621"/>
            </a:gdLst>
            <a:ahLst/>
            <a:cxnLst>
              <a:cxn ang="0">
                <a:pos x="T0" y="T1"/>
              </a:cxn>
              <a:cxn ang="0">
                <a:pos x="T2" y="T3"/>
              </a:cxn>
              <a:cxn ang="0">
                <a:pos x="T4" y="T5"/>
              </a:cxn>
              <a:cxn ang="0">
                <a:pos x="T6" y="T7"/>
              </a:cxn>
              <a:cxn ang="0">
                <a:pos x="T8" y="T9"/>
              </a:cxn>
              <a:cxn ang="0">
                <a:pos x="T10" y="T11"/>
              </a:cxn>
              <a:cxn ang="0">
                <a:pos x="T12" y="T13"/>
              </a:cxn>
            </a:cxnLst>
            <a:rect l="0" t="0" r="r" b="b"/>
            <a:pathLst>
              <a:path w="230" h="621">
                <a:moveTo>
                  <a:pt x="115" y="0"/>
                </a:moveTo>
                <a:cubicBezTo>
                  <a:pt x="115" y="0"/>
                  <a:pt x="115" y="0"/>
                  <a:pt x="115" y="0"/>
                </a:cubicBezTo>
                <a:cubicBezTo>
                  <a:pt x="178" y="0"/>
                  <a:pt x="230" y="52"/>
                  <a:pt x="230" y="115"/>
                </a:cubicBezTo>
                <a:cubicBezTo>
                  <a:pt x="230" y="621"/>
                  <a:pt x="230" y="621"/>
                  <a:pt x="230" y="621"/>
                </a:cubicBezTo>
                <a:cubicBezTo>
                  <a:pt x="0" y="621"/>
                  <a:pt x="0" y="621"/>
                  <a:pt x="0" y="621"/>
                </a:cubicBezTo>
                <a:cubicBezTo>
                  <a:pt x="0" y="115"/>
                  <a:pt x="0" y="115"/>
                  <a:pt x="0" y="115"/>
                </a:cubicBezTo>
                <a:cubicBezTo>
                  <a:pt x="0" y="52"/>
                  <a:pt x="52" y="0"/>
                  <a:pt x="115" y="0"/>
                </a:cubicBezTo>
                <a:close/>
              </a:path>
            </a:pathLst>
          </a:custGeom>
          <a:solidFill>
            <a:srgbClr val="369C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 name="Oval 9"/>
          <p:cNvSpPr>
            <a:spLocks noChangeArrowheads="1"/>
          </p:cNvSpPr>
          <p:nvPr/>
        </p:nvSpPr>
        <p:spPr bwMode="auto">
          <a:xfrm>
            <a:off x="4591050" y="1649413"/>
            <a:ext cx="1300163" cy="13017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 name="Oval 10"/>
          <p:cNvSpPr>
            <a:spLocks noChangeArrowheads="1"/>
          </p:cNvSpPr>
          <p:nvPr/>
        </p:nvSpPr>
        <p:spPr bwMode="auto">
          <a:xfrm>
            <a:off x="6529388" y="1649413"/>
            <a:ext cx="1290638" cy="13017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 name="Oval 11"/>
          <p:cNvSpPr>
            <a:spLocks noChangeArrowheads="1"/>
          </p:cNvSpPr>
          <p:nvPr/>
        </p:nvSpPr>
        <p:spPr bwMode="auto">
          <a:xfrm>
            <a:off x="10396538" y="1649413"/>
            <a:ext cx="1300163" cy="13017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 name="Oval 12"/>
          <p:cNvSpPr>
            <a:spLocks noChangeArrowheads="1"/>
          </p:cNvSpPr>
          <p:nvPr/>
        </p:nvSpPr>
        <p:spPr bwMode="auto">
          <a:xfrm>
            <a:off x="8466138" y="1649413"/>
            <a:ext cx="1292225" cy="13017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 name="Oval 13"/>
          <p:cNvSpPr>
            <a:spLocks noChangeArrowheads="1"/>
          </p:cNvSpPr>
          <p:nvPr/>
        </p:nvSpPr>
        <p:spPr bwMode="auto">
          <a:xfrm>
            <a:off x="4689475" y="1746250"/>
            <a:ext cx="1095375" cy="1098550"/>
          </a:xfrm>
          <a:prstGeom prst="ellipse">
            <a:avLst/>
          </a:prstGeom>
          <a:solidFill>
            <a:srgbClr val="369C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 name="Oval 14"/>
          <p:cNvSpPr>
            <a:spLocks noChangeArrowheads="1"/>
          </p:cNvSpPr>
          <p:nvPr/>
        </p:nvSpPr>
        <p:spPr bwMode="auto">
          <a:xfrm>
            <a:off x="4772025" y="1828800"/>
            <a:ext cx="938213" cy="9413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 name="Oval 15"/>
          <p:cNvSpPr>
            <a:spLocks noChangeArrowheads="1"/>
          </p:cNvSpPr>
          <p:nvPr/>
        </p:nvSpPr>
        <p:spPr bwMode="auto">
          <a:xfrm>
            <a:off x="6626225" y="1746250"/>
            <a:ext cx="1096963" cy="1098550"/>
          </a:xfrm>
          <a:prstGeom prst="ellipse">
            <a:avLst/>
          </a:prstGeom>
          <a:solidFill>
            <a:srgbClr val="E84A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 name="Oval 16"/>
          <p:cNvSpPr>
            <a:spLocks noChangeArrowheads="1"/>
          </p:cNvSpPr>
          <p:nvPr/>
        </p:nvSpPr>
        <p:spPr bwMode="auto">
          <a:xfrm>
            <a:off x="10502900" y="1746250"/>
            <a:ext cx="1095375" cy="1098550"/>
          </a:xfrm>
          <a:prstGeom prst="ellipse">
            <a:avLst/>
          </a:prstGeom>
          <a:solidFill>
            <a:srgbClr val="F4B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 name="Oval 17"/>
          <p:cNvSpPr>
            <a:spLocks noChangeArrowheads="1"/>
          </p:cNvSpPr>
          <p:nvPr/>
        </p:nvSpPr>
        <p:spPr bwMode="auto">
          <a:xfrm>
            <a:off x="8564563" y="1746250"/>
            <a:ext cx="1096963" cy="1098550"/>
          </a:xfrm>
          <a:prstGeom prst="ellipse">
            <a:avLst/>
          </a:prstGeom>
          <a:solidFill>
            <a:srgbClr val="4B57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 name="Oval 18"/>
          <p:cNvSpPr>
            <a:spLocks noChangeArrowheads="1"/>
          </p:cNvSpPr>
          <p:nvPr/>
        </p:nvSpPr>
        <p:spPr bwMode="auto">
          <a:xfrm>
            <a:off x="6708775" y="1828800"/>
            <a:ext cx="939800" cy="9413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 name="Oval 19"/>
          <p:cNvSpPr>
            <a:spLocks noChangeArrowheads="1"/>
          </p:cNvSpPr>
          <p:nvPr/>
        </p:nvSpPr>
        <p:spPr bwMode="auto">
          <a:xfrm>
            <a:off x="8647113" y="1828800"/>
            <a:ext cx="931863" cy="9413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 name="Oval 20"/>
          <p:cNvSpPr>
            <a:spLocks noChangeArrowheads="1"/>
          </p:cNvSpPr>
          <p:nvPr/>
        </p:nvSpPr>
        <p:spPr bwMode="auto">
          <a:xfrm>
            <a:off x="10577513" y="1828800"/>
            <a:ext cx="938213" cy="9413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 name="Freeform 21"/>
          <p:cNvSpPr>
            <a:spLocks noEditPoints="1"/>
          </p:cNvSpPr>
          <p:nvPr/>
        </p:nvSpPr>
        <p:spPr bwMode="auto">
          <a:xfrm>
            <a:off x="11006138" y="2078038"/>
            <a:ext cx="382588" cy="269875"/>
          </a:xfrm>
          <a:custGeom>
            <a:avLst/>
            <a:gdLst>
              <a:gd name="T0" fmla="*/ 0 w 241"/>
              <a:gd name="T1" fmla="*/ 0 h 170"/>
              <a:gd name="T2" fmla="*/ 241 w 241"/>
              <a:gd name="T3" fmla="*/ 0 h 170"/>
              <a:gd name="T4" fmla="*/ 241 w 241"/>
              <a:gd name="T5" fmla="*/ 170 h 170"/>
              <a:gd name="T6" fmla="*/ 0 w 241"/>
              <a:gd name="T7" fmla="*/ 170 h 170"/>
              <a:gd name="T8" fmla="*/ 0 w 241"/>
              <a:gd name="T9" fmla="*/ 0 h 170"/>
              <a:gd name="T10" fmla="*/ 0 w 241"/>
              <a:gd name="T11" fmla="*/ 0 h 170"/>
              <a:gd name="T12" fmla="*/ 33 w 241"/>
              <a:gd name="T13" fmla="*/ 71 h 170"/>
              <a:gd name="T14" fmla="*/ 33 w 241"/>
              <a:gd name="T15" fmla="*/ 33 h 170"/>
              <a:gd name="T16" fmla="*/ 208 w 241"/>
              <a:gd name="T17" fmla="*/ 33 h 170"/>
              <a:gd name="T18" fmla="*/ 33 w 241"/>
              <a:gd name="T19" fmla="*/ 71 h 170"/>
              <a:gd name="T20" fmla="*/ 33 w 241"/>
              <a:gd name="T21" fmla="*/ 71 h 170"/>
              <a:gd name="T22" fmla="*/ 33 w 241"/>
              <a:gd name="T23" fmla="*/ 104 h 170"/>
              <a:gd name="T24" fmla="*/ 33 w 241"/>
              <a:gd name="T25" fmla="*/ 71 h 170"/>
              <a:gd name="T26" fmla="*/ 175 w 241"/>
              <a:gd name="T27" fmla="*/ 71 h 170"/>
              <a:gd name="T28" fmla="*/ 33 w 241"/>
              <a:gd name="T29" fmla="*/ 104 h 170"/>
              <a:gd name="T30" fmla="*/ 33 w 241"/>
              <a:gd name="T31" fmla="*/ 104 h 170"/>
              <a:gd name="T32" fmla="*/ 33 w 241"/>
              <a:gd name="T33" fmla="*/ 142 h 170"/>
              <a:gd name="T34" fmla="*/ 33 w 241"/>
              <a:gd name="T35" fmla="*/ 104 h 170"/>
              <a:gd name="T36" fmla="*/ 132 w 241"/>
              <a:gd name="T37" fmla="*/ 104 h 170"/>
              <a:gd name="T38" fmla="*/ 33 w 241"/>
              <a:gd name="T39" fmla="*/ 142 h 170"/>
              <a:gd name="T40" fmla="*/ 33 w 241"/>
              <a:gd name="T41" fmla="*/ 142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1" h="170">
                <a:moveTo>
                  <a:pt x="0" y="0"/>
                </a:moveTo>
                <a:lnTo>
                  <a:pt x="241" y="0"/>
                </a:lnTo>
                <a:lnTo>
                  <a:pt x="241" y="170"/>
                </a:lnTo>
                <a:lnTo>
                  <a:pt x="0" y="170"/>
                </a:lnTo>
                <a:lnTo>
                  <a:pt x="0" y="0"/>
                </a:lnTo>
                <a:lnTo>
                  <a:pt x="0" y="0"/>
                </a:lnTo>
                <a:close/>
                <a:moveTo>
                  <a:pt x="33" y="71"/>
                </a:moveTo>
                <a:lnTo>
                  <a:pt x="33" y="33"/>
                </a:lnTo>
                <a:lnTo>
                  <a:pt x="208" y="33"/>
                </a:lnTo>
                <a:lnTo>
                  <a:pt x="33" y="71"/>
                </a:lnTo>
                <a:lnTo>
                  <a:pt x="33" y="71"/>
                </a:lnTo>
                <a:close/>
                <a:moveTo>
                  <a:pt x="33" y="104"/>
                </a:moveTo>
                <a:lnTo>
                  <a:pt x="33" y="71"/>
                </a:lnTo>
                <a:lnTo>
                  <a:pt x="175" y="71"/>
                </a:lnTo>
                <a:lnTo>
                  <a:pt x="33" y="104"/>
                </a:lnTo>
                <a:lnTo>
                  <a:pt x="33" y="104"/>
                </a:lnTo>
                <a:close/>
                <a:moveTo>
                  <a:pt x="33" y="142"/>
                </a:moveTo>
                <a:lnTo>
                  <a:pt x="33" y="104"/>
                </a:lnTo>
                <a:lnTo>
                  <a:pt x="132" y="104"/>
                </a:lnTo>
                <a:lnTo>
                  <a:pt x="33" y="142"/>
                </a:lnTo>
                <a:lnTo>
                  <a:pt x="33" y="142"/>
                </a:lnTo>
                <a:close/>
              </a:path>
            </a:pathLst>
          </a:custGeom>
          <a:solidFill>
            <a:srgbClr val="E84A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 name="Freeform 22"/>
          <p:cNvSpPr>
            <a:spLocks noEditPoints="1"/>
          </p:cNvSpPr>
          <p:nvPr/>
        </p:nvSpPr>
        <p:spPr bwMode="auto">
          <a:xfrm>
            <a:off x="10704513" y="2144713"/>
            <a:ext cx="684213" cy="392113"/>
          </a:xfrm>
          <a:custGeom>
            <a:avLst/>
            <a:gdLst>
              <a:gd name="T0" fmla="*/ 18 w 91"/>
              <a:gd name="T1" fmla="*/ 34 h 52"/>
              <a:gd name="T2" fmla="*/ 27 w 91"/>
              <a:gd name="T3" fmla="*/ 43 h 52"/>
              <a:gd name="T4" fmla="*/ 18 w 91"/>
              <a:gd name="T5" fmla="*/ 52 h 52"/>
              <a:gd name="T6" fmla="*/ 9 w 91"/>
              <a:gd name="T7" fmla="*/ 43 h 52"/>
              <a:gd name="T8" fmla="*/ 18 w 91"/>
              <a:gd name="T9" fmla="*/ 34 h 52"/>
              <a:gd name="T10" fmla="*/ 2 w 91"/>
              <a:gd name="T11" fmla="*/ 41 h 52"/>
              <a:gd name="T12" fmla="*/ 4 w 91"/>
              <a:gd name="T13" fmla="*/ 41 h 52"/>
              <a:gd name="T14" fmla="*/ 5 w 91"/>
              <a:gd name="T15" fmla="*/ 41 h 52"/>
              <a:gd name="T16" fmla="*/ 18 w 91"/>
              <a:gd name="T17" fmla="*/ 31 h 52"/>
              <a:gd name="T18" fmla="*/ 30 w 91"/>
              <a:gd name="T19" fmla="*/ 41 h 52"/>
              <a:gd name="T20" fmla="*/ 58 w 91"/>
              <a:gd name="T21" fmla="*/ 41 h 52"/>
              <a:gd name="T22" fmla="*/ 70 w 91"/>
              <a:gd name="T23" fmla="*/ 31 h 52"/>
              <a:gd name="T24" fmla="*/ 82 w 91"/>
              <a:gd name="T25" fmla="*/ 41 h 52"/>
              <a:gd name="T26" fmla="*/ 91 w 91"/>
              <a:gd name="T27" fmla="*/ 41 h 52"/>
              <a:gd name="T28" fmla="*/ 91 w 91"/>
              <a:gd name="T29" fmla="*/ 27 h 52"/>
              <a:gd name="T30" fmla="*/ 37 w 91"/>
              <a:gd name="T31" fmla="*/ 27 h 52"/>
              <a:gd name="T32" fmla="*/ 37 w 91"/>
              <a:gd name="T33" fmla="*/ 0 h 52"/>
              <a:gd name="T34" fmla="*/ 12 w 91"/>
              <a:gd name="T35" fmla="*/ 0 h 52"/>
              <a:gd name="T36" fmla="*/ 2 w 91"/>
              <a:gd name="T37" fmla="*/ 18 h 52"/>
              <a:gd name="T38" fmla="*/ 2 w 91"/>
              <a:gd name="T39" fmla="*/ 27 h 52"/>
              <a:gd name="T40" fmla="*/ 2 w 91"/>
              <a:gd name="T41" fmla="*/ 30 h 52"/>
              <a:gd name="T42" fmla="*/ 2 w 91"/>
              <a:gd name="T43" fmla="*/ 35 h 52"/>
              <a:gd name="T44" fmla="*/ 0 w 91"/>
              <a:gd name="T45" fmla="*/ 35 h 52"/>
              <a:gd name="T46" fmla="*/ 0 w 91"/>
              <a:gd name="T47" fmla="*/ 41 h 52"/>
              <a:gd name="T48" fmla="*/ 2 w 91"/>
              <a:gd name="T49" fmla="*/ 41 h 52"/>
              <a:gd name="T50" fmla="*/ 18 w 91"/>
              <a:gd name="T51" fmla="*/ 39 h 52"/>
              <a:gd name="T52" fmla="*/ 22 w 91"/>
              <a:gd name="T53" fmla="*/ 43 h 52"/>
              <a:gd name="T54" fmla="*/ 18 w 91"/>
              <a:gd name="T55" fmla="*/ 48 h 52"/>
              <a:gd name="T56" fmla="*/ 13 w 91"/>
              <a:gd name="T57" fmla="*/ 43 h 52"/>
              <a:gd name="T58" fmla="*/ 18 w 91"/>
              <a:gd name="T59" fmla="*/ 39 h 52"/>
              <a:gd name="T60" fmla="*/ 70 w 91"/>
              <a:gd name="T61" fmla="*/ 34 h 52"/>
              <a:gd name="T62" fmla="*/ 79 w 91"/>
              <a:gd name="T63" fmla="*/ 43 h 52"/>
              <a:gd name="T64" fmla="*/ 70 w 91"/>
              <a:gd name="T65" fmla="*/ 52 h 52"/>
              <a:gd name="T66" fmla="*/ 61 w 91"/>
              <a:gd name="T67" fmla="*/ 43 h 52"/>
              <a:gd name="T68" fmla="*/ 70 w 91"/>
              <a:gd name="T69" fmla="*/ 34 h 52"/>
              <a:gd name="T70" fmla="*/ 70 w 91"/>
              <a:gd name="T71" fmla="*/ 39 h 52"/>
              <a:gd name="T72" fmla="*/ 74 w 91"/>
              <a:gd name="T73" fmla="*/ 43 h 52"/>
              <a:gd name="T74" fmla="*/ 70 w 91"/>
              <a:gd name="T75" fmla="*/ 48 h 52"/>
              <a:gd name="T76" fmla="*/ 66 w 91"/>
              <a:gd name="T77" fmla="*/ 43 h 52"/>
              <a:gd name="T78" fmla="*/ 70 w 91"/>
              <a:gd name="T79" fmla="*/ 39 h 52"/>
              <a:gd name="T80" fmla="*/ 5 w 91"/>
              <a:gd name="T81" fmla="*/ 18 h 52"/>
              <a:gd name="T82" fmla="*/ 12 w 91"/>
              <a:gd name="T83" fmla="*/ 18 h 52"/>
              <a:gd name="T84" fmla="*/ 12 w 91"/>
              <a:gd name="T85" fmla="*/ 5 h 52"/>
              <a:gd name="T86" fmla="*/ 5 w 91"/>
              <a:gd name="T87" fmla="*/ 18 h 52"/>
              <a:gd name="T88" fmla="*/ 15 w 91"/>
              <a:gd name="T89" fmla="*/ 18 h 52"/>
              <a:gd name="T90" fmla="*/ 27 w 91"/>
              <a:gd name="T91" fmla="*/ 18 h 52"/>
              <a:gd name="T92" fmla="*/ 27 w 91"/>
              <a:gd name="T93" fmla="*/ 5 h 52"/>
              <a:gd name="T94" fmla="*/ 15 w 91"/>
              <a:gd name="T95" fmla="*/ 5 h 52"/>
              <a:gd name="T96" fmla="*/ 15 w 91"/>
              <a:gd name="T97" fmla="*/ 1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1" h="52">
                <a:moveTo>
                  <a:pt x="18" y="34"/>
                </a:moveTo>
                <a:cubicBezTo>
                  <a:pt x="23" y="34"/>
                  <a:pt x="27" y="38"/>
                  <a:pt x="27" y="43"/>
                </a:cubicBezTo>
                <a:cubicBezTo>
                  <a:pt x="27" y="48"/>
                  <a:pt x="23" y="52"/>
                  <a:pt x="18" y="52"/>
                </a:cubicBezTo>
                <a:cubicBezTo>
                  <a:pt x="13" y="52"/>
                  <a:pt x="9" y="48"/>
                  <a:pt x="9" y="43"/>
                </a:cubicBezTo>
                <a:cubicBezTo>
                  <a:pt x="9" y="38"/>
                  <a:pt x="13" y="34"/>
                  <a:pt x="18" y="34"/>
                </a:cubicBezTo>
                <a:close/>
                <a:moveTo>
                  <a:pt x="2" y="41"/>
                </a:moveTo>
                <a:cubicBezTo>
                  <a:pt x="4" y="41"/>
                  <a:pt x="4" y="41"/>
                  <a:pt x="4" y="41"/>
                </a:cubicBezTo>
                <a:cubicBezTo>
                  <a:pt x="5" y="41"/>
                  <a:pt x="5" y="41"/>
                  <a:pt x="5" y="41"/>
                </a:cubicBezTo>
                <a:cubicBezTo>
                  <a:pt x="6" y="36"/>
                  <a:pt x="11" y="31"/>
                  <a:pt x="18" y="31"/>
                </a:cubicBezTo>
                <a:cubicBezTo>
                  <a:pt x="24" y="31"/>
                  <a:pt x="29" y="36"/>
                  <a:pt x="30" y="41"/>
                </a:cubicBezTo>
                <a:cubicBezTo>
                  <a:pt x="58" y="41"/>
                  <a:pt x="58" y="41"/>
                  <a:pt x="58" y="41"/>
                </a:cubicBezTo>
                <a:cubicBezTo>
                  <a:pt x="58" y="36"/>
                  <a:pt x="64" y="31"/>
                  <a:pt x="70" y="31"/>
                </a:cubicBezTo>
                <a:cubicBezTo>
                  <a:pt x="76" y="31"/>
                  <a:pt x="81" y="36"/>
                  <a:pt x="82" y="41"/>
                </a:cubicBezTo>
                <a:cubicBezTo>
                  <a:pt x="91" y="41"/>
                  <a:pt x="91" y="41"/>
                  <a:pt x="91" y="41"/>
                </a:cubicBezTo>
                <a:cubicBezTo>
                  <a:pt x="91" y="27"/>
                  <a:pt x="91" y="27"/>
                  <a:pt x="91" y="27"/>
                </a:cubicBezTo>
                <a:cubicBezTo>
                  <a:pt x="37" y="27"/>
                  <a:pt x="37" y="27"/>
                  <a:pt x="37" y="27"/>
                </a:cubicBezTo>
                <a:cubicBezTo>
                  <a:pt x="37" y="0"/>
                  <a:pt x="37" y="0"/>
                  <a:pt x="37" y="0"/>
                </a:cubicBezTo>
                <a:cubicBezTo>
                  <a:pt x="12" y="0"/>
                  <a:pt x="12" y="0"/>
                  <a:pt x="12" y="0"/>
                </a:cubicBezTo>
                <a:cubicBezTo>
                  <a:pt x="2" y="18"/>
                  <a:pt x="2" y="18"/>
                  <a:pt x="2" y="18"/>
                </a:cubicBezTo>
                <a:cubicBezTo>
                  <a:pt x="2" y="27"/>
                  <a:pt x="2" y="27"/>
                  <a:pt x="2" y="27"/>
                </a:cubicBezTo>
                <a:cubicBezTo>
                  <a:pt x="2" y="30"/>
                  <a:pt x="2" y="30"/>
                  <a:pt x="2" y="30"/>
                </a:cubicBezTo>
                <a:cubicBezTo>
                  <a:pt x="2" y="35"/>
                  <a:pt x="2" y="35"/>
                  <a:pt x="2" y="35"/>
                </a:cubicBezTo>
                <a:cubicBezTo>
                  <a:pt x="0" y="35"/>
                  <a:pt x="0" y="35"/>
                  <a:pt x="0" y="35"/>
                </a:cubicBezTo>
                <a:cubicBezTo>
                  <a:pt x="0" y="41"/>
                  <a:pt x="0" y="41"/>
                  <a:pt x="0" y="41"/>
                </a:cubicBezTo>
                <a:cubicBezTo>
                  <a:pt x="2" y="41"/>
                  <a:pt x="2" y="41"/>
                  <a:pt x="2" y="41"/>
                </a:cubicBezTo>
                <a:close/>
                <a:moveTo>
                  <a:pt x="18" y="39"/>
                </a:moveTo>
                <a:cubicBezTo>
                  <a:pt x="20" y="39"/>
                  <a:pt x="22" y="41"/>
                  <a:pt x="22" y="43"/>
                </a:cubicBezTo>
                <a:cubicBezTo>
                  <a:pt x="22" y="46"/>
                  <a:pt x="20" y="48"/>
                  <a:pt x="18" y="48"/>
                </a:cubicBezTo>
                <a:cubicBezTo>
                  <a:pt x="15" y="48"/>
                  <a:pt x="13" y="46"/>
                  <a:pt x="13" y="43"/>
                </a:cubicBezTo>
                <a:cubicBezTo>
                  <a:pt x="13" y="41"/>
                  <a:pt x="15" y="39"/>
                  <a:pt x="18" y="39"/>
                </a:cubicBezTo>
                <a:close/>
                <a:moveTo>
                  <a:pt x="70" y="34"/>
                </a:moveTo>
                <a:cubicBezTo>
                  <a:pt x="75" y="34"/>
                  <a:pt x="79" y="38"/>
                  <a:pt x="79" y="43"/>
                </a:cubicBezTo>
                <a:cubicBezTo>
                  <a:pt x="79" y="48"/>
                  <a:pt x="75" y="52"/>
                  <a:pt x="70" y="52"/>
                </a:cubicBezTo>
                <a:cubicBezTo>
                  <a:pt x="65" y="52"/>
                  <a:pt x="61" y="48"/>
                  <a:pt x="61" y="43"/>
                </a:cubicBezTo>
                <a:cubicBezTo>
                  <a:pt x="61" y="38"/>
                  <a:pt x="65" y="34"/>
                  <a:pt x="70" y="34"/>
                </a:cubicBezTo>
                <a:close/>
                <a:moveTo>
                  <a:pt x="70" y="39"/>
                </a:moveTo>
                <a:cubicBezTo>
                  <a:pt x="72" y="39"/>
                  <a:pt x="74" y="41"/>
                  <a:pt x="74" y="43"/>
                </a:cubicBezTo>
                <a:cubicBezTo>
                  <a:pt x="74" y="46"/>
                  <a:pt x="72" y="48"/>
                  <a:pt x="70" y="48"/>
                </a:cubicBezTo>
                <a:cubicBezTo>
                  <a:pt x="67" y="48"/>
                  <a:pt x="66" y="46"/>
                  <a:pt x="66" y="43"/>
                </a:cubicBezTo>
                <a:cubicBezTo>
                  <a:pt x="66" y="41"/>
                  <a:pt x="67" y="39"/>
                  <a:pt x="70" y="39"/>
                </a:cubicBezTo>
                <a:close/>
                <a:moveTo>
                  <a:pt x="5" y="18"/>
                </a:moveTo>
                <a:cubicBezTo>
                  <a:pt x="12" y="18"/>
                  <a:pt x="12" y="18"/>
                  <a:pt x="12" y="18"/>
                </a:cubicBezTo>
                <a:cubicBezTo>
                  <a:pt x="12" y="5"/>
                  <a:pt x="12" y="5"/>
                  <a:pt x="12" y="5"/>
                </a:cubicBezTo>
                <a:cubicBezTo>
                  <a:pt x="5" y="18"/>
                  <a:pt x="5" y="18"/>
                  <a:pt x="5" y="18"/>
                </a:cubicBezTo>
                <a:close/>
                <a:moveTo>
                  <a:pt x="15" y="18"/>
                </a:moveTo>
                <a:cubicBezTo>
                  <a:pt x="27" y="18"/>
                  <a:pt x="27" y="18"/>
                  <a:pt x="27" y="18"/>
                </a:cubicBezTo>
                <a:cubicBezTo>
                  <a:pt x="27" y="5"/>
                  <a:pt x="27" y="5"/>
                  <a:pt x="27" y="5"/>
                </a:cubicBezTo>
                <a:cubicBezTo>
                  <a:pt x="15" y="5"/>
                  <a:pt x="15" y="5"/>
                  <a:pt x="15" y="5"/>
                </a:cubicBezTo>
                <a:cubicBezTo>
                  <a:pt x="15" y="18"/>
                  <a:pt x="15" y="18"/>
                  <a:pt x="15" y="18"/>
                </a:cubicBezTo>
                <a:close/>
              </a:path>
            </a:pathLst>
          </a:custGeom>
          <a:solidFill>
            <a:srgbClr val="369C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 name="Freeform 23"/>
          <p:cNvSpPr>
            <a:spLocks/>
          </p:cNvSpPr>
          <p:nvPr/>
        </p:nvSpPr>
        <p:spPr bwMode="auto">
          <a:xfrm>
            <a:off x="8812213" y="2009775"/>
            <a:ext cx="563563" cy="557213"/>
          </a:xfrm>
          <a:custGeom>
            <a:avLst/>
            <a:gdLst>
              <a:gd name="T0" fmla="*/ 345 w 355"/>
              <a:gd name="T1" fmla="*/ 48 h 351"/>
              <a:gd name="T2" fmla="*/ 345 w 355"/>
              <a:gd name="T3" fmla="*/ 48 h 351"/>
              <a:gd name="T4" fmla="*/ 355 w 355"/>
              <a:gd name="T5" fmla="*/ 76 h 351"/>
              <a:gd name="T6" fmla="*/ 312 w 355"/>
              <a:gd name="T7" fmla="*/ 123 h 351"/>
              <a:gd name="T8" fmla="*/ 279 w 355"/>
              <a:gd name="T9" fmla="*/ 114 h 351"/>
              <a:gd name="T10" fmla="*/ 279 w 355"/>
              <a:gd name="T11" fmla="*/ 114 h 351"/>
              <a:gd name="T12" fmla="*/ 114 w 355"/>
              <a:gd name="T13" fmla="*/ 275 h 351"/>
              <a:gd name="T14" fmla="*/ 114 w 355"/>
              <a:gd name="T15" fmla="*/ 280 h 351"/>
              <a:gd name="T16" fmla="*/ 123 w 355"/>
              <a:gd name="T17" fmla="*/ 313 h 351"/>
              <a:gd name="T18" fmla="*/ 76 w 355"/>
              <a:gd name="T19" fmla="*/ 351 h 351"/>
              <a:gd name="T20" fmla="*/ 47 w 355"/>
              <a:gd name="T21" fmla="*/ 346 h 351"/>
              <a:gd name="T22" fmla="*/ 47 w 355"/>
              <a:gd name="T23" fmla="*/ 346 h 351"/>
              <a:gd name="T24" fmla="*/ 47 w 355"/>
              <a:gd name="T25" fmla="*/ 341 h 351"/>
              <a:gd name="T26" fmla="*/ 80 w 355"/>
              <a:gd name="T27" fmla="*/ 313 h 351"/>
              <a:gd name="T28" fmla="*/ 66 w 355"/>
              <a:gd name="T29" fmla="*/ 289 h 351"/>
              <a:gd name="T30" fmla="*/ 43 w 355"/>
              <a:gd name="T31" fmla="*/ 275 h 351"/>
              <a:gd name="T32" fmla="*/ 14 w 355"/>
              <a:gd name="T33" fmla="*/ 308 h 351"/>
              <a:gd name="T34" fmla="*/ 9 w 355"/>
              <a:gd name="T35" fmla="*/ 308 h 351"/>
              <a:gd name="T36" fmla="*/ 9 w 355"/>
              <a:gd name="T37" fmla="*/ 308 h 351"/>
              <a:gd name="T38" fmla="*/ 0 w 355"/>
              <a:gd name="T39" fmla="*/ 275 h 351"/>
              <a:gd name="T40" fmla="*/ 43 w 355"/>
              <a:gd name="T41" fmla="*/ 232 h 351"/>
              <a:gd name="T42" fmla="*/ 76 w 355"/>
              <a:gd name="T43" fmla="*/ 242 h 351"/>
              <a:gd name="T44" fmla="*/ 80 w 355"/>
              <a:gd name="T45" fmla="*/ 242 h 351"/>
              <a:gd name="T46" fmla="*/ 241 w 355"/>
              <a:gd name="T47" fmla="*/ 81 h 351"/>
              <a:gd name="T48" fmla="*/ 241 w 355"/>
              <a:gd name="T49" fmla="*/ 76 h 351"/>
              <a:gd name="T50" fmla="*/ 232 w 355"/>
              <a:gd name="T51" fmla="*/ 43 h 351"/>
              <a:gd name="T52" fmla="*/ 279 w 355"/>
              <a:gd name="T53" fmla="*/ 0 h 351"/>
              <a:gd name="T54" fmla="*/ 308 w 355"/>
              <a:gd name="T55" fmla="*/ 10 h 351"/>
              <a:gd name="T56" fmla="*/ 308 w 355"/>
              <a:gd name="T57" fmla="*/ 10 h 351"/>
              <a:gd name="T58" fmla="*/ 308 w 355"/>
              <a:gd name="T59" fmla="*/ 10 h 351"/>
              <a:gd name="T60" fmla="*/ 274 w 355"/>
              <a:gd name="T61" fmla="*/ 43 h 351"/>
              <a:gd name="T62" fmla="*/ 289 w 355"/>
              <a:gd name="T63" fmla="*/ 67 h 351"/>
              <a:gd name="T64" fmla="*/ 312 w 355"/>
              <a:gd name="T65" fmla="*/ 81 h 351"/>
              <a:gd name="T66" fmla="*/ 345 w 355"/>
              <a:gd name="T67" fmla="*/ 48 h 351"/>
              <a:gd name="T68" fmla="*/ 345 w 355"/>
              <a:gd name="T69" fmla="*/ 48 h 351"/>
              <a:gd name="T70" fmla="*/ 345 w 355"/>
              <a:gd name="T71" fmla="*/ 48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5" h="351">
                <a:moveTo>
                  <a:pt x="345" y="48"/>
                </a:moveTo>
                <a:lnTo>
                  <a:pt x="345" y="48"/>
                </a:lnTo>
                <a:lnTo>
                  <a:pt x="355" y="76"/>
                </a:lnTo>
                <a:lnTo>
                  <a:pt x="312" y="123"/>
                </a:lnTo>
                <a:lnTo>
                  <a:pt x="279" y="114"/>
                </a:lnTo>
                <a:lnTo>
                  <a:pt x="279" y="114"/>
                </a:lnTo>
                <a:lnTo>
                  <a:pt x="114" y="275"/>
                </a:lnTo>
                <a:lnTo>
                  <a:pt x="114" y="280"/>
                </a:lnTo>
                <a:lnTo>
                  <a:pt x="123" y="313"/>
                </a:lnTo>
                <a:lnTo>
                  <a:pt x="76" y="351"/>
                </a:lnTo>
                <a:lnTo>
                  <a:pt x="47" y="346"/>
                </a:lnTo>
                <a:lnTo>
                  <a:pt x="47" y="346"/>
                </a:lnTo>
                <a:lnTo>
                  <a:pt x="47" y="341"/>
                </a:lnTo>
                <a:lnTo>
                  <a:pt x="80" y="313"/>
                </a:lnTo>
                <a:lnTo>
                  <a:pt x="66" y="289"/>
                </a:lnTo>
                <a:lnTo>
                  <a:pt x="43" y="275"/>
                </a:lnTo>
                <a:lnTo>
                  <a:pt x="14" y="308"/>
                </a:lnTo>
                <a:lnTo>
                  <a:pt x="9" y="308"/>
                </a:lnTo>
                <a:lnTo>
                  <a:pt x="9" y="308"/>
                </a:lnTo>
                <a:lnTo>
                  <a:pt x="0" y="275"/>
                </a:lnTo>
                <a:lnTo>
                  <a:pt x="43" y="232"/>
                </a:lnTo>
                <a:lnTo>
                  <a:pt x="76" y="242"/>
                </a:lnTo>
                <a:lnTo>
                  <a:pt x="80" y="242"/>
                </a:lnTo>
                <a:lnTo>
                  <a:pt x="241" y="81"/>
                </a:lnTo>
                <a:lnTo>
                  <a:pt x="241" y="76"/>
                </a:lnTo>
                <a:lnTo>
                  <a:pt x="232" y="43"/>
                </a:lnTo>
                <a:lnTo>
                  <a:pt x="279" y="0"/>
                </a:lnTo>
                <a:lnTo>
                  <a:pt x="308" y="10"/>
                </a:lnTo>
                <a:lnTo>
                  <a:pt x="308" y="10"/>
                </a:lnTo>
                <a:lnTo>
                  <a:pt x="308" y="10"/>
                </a:lnTo>
                <a:lnTo>
                  <a:pt x="274" y="43"/>
                </a:lnTo>
                <a:lnTo>
                  <a:pt x="289" y="67"/>
                </a:lnTo>
                <a:lnTo>
                  <a:pt x="312" y="81"/>
                </a:lnTo>
                <a:lnTo>
                  <a:pt x="345" y="48"/>
                </a:lnTo>
                <a:lnTo>
                  <a:pt x="345" y="48"/>
                </a:lnTo>
                <a:lnTo>
                  <a:pt x="345" y="48"/>
                </a:lnTo>
                <a:close/>
              </a:path>
            </a:pathLst>
          </a:custGeom>
          <a:solidFill>
            <a:srgbClr val="369C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 name="Freeform 24"/>
          <p:cNvSpPr>
            <a:spLocks/>
          </p:cNvSpPr>
          <p:nvPr/>
        </p:nvSpPr>
        <p:spPr bwMode="auto">
          <a:xfrm>
            <a:off x="8842375" y="2017713"/>
            <a:ext cx="569913" cy="571500"/>
          </a:xfrm>
          <a:custGeom>
            <a:avLst/>
            <a:gdLst>
              <a:gd name="T0" fmla="*/ 21 w 76"/>
              <a:gd name="T1" fmla="*/ 18 h 76"/>
              <a:gd name="T2" fmla="*/ 46 w 76"/>
              <a:gd name="T3" fmla="*/ 43 h 76"/>
              <a:gd name="T4" fmla="*/ 52 w 76"/>
              <a:gd name="T5" fmla="*/ 37 h 76"/>
              <a:gd name="T6" fmla="*/ 55 w 76"/>
              <a:gd name="T7" fmla="*/ 40 h 76"/>
              <a:gd name="T8" fmla="*/ 53 w 76"/>
              <a:gd name="T9" fmla="*/ 42 h 76"/>
              <a:gd name="T10" fmla="*/ 74 w 76"/>
              <a:gd name="T11" fmla="*/ 63 h 76"/>
              <a:gd name="T12" fmla="*/ 73 w 76"/>
              <a:gd name="T13" fmla="*/ 73 h 76"/>
              <a:gd name="T14" fmla="*/ 73 w 76"/>
              <a:gd name="T15" fmla="*/ 73 h 76"/>
              <a:gd name="T16" fmla="*/ 63 w 76"/>
              <a:gd name="T17" fmla="*/ 74 h 76"/>
              <a:gd name="T18" fmla="*/ 42 w 76"/>
              <a:gd name="T19" fmla="*/ 53 h 76"/>
              <a:gd name="T20" fmla="*/ 40 w 76"/>
              <a:gd name="T21" fmla="*/ 55 h 76"/>
              <a:gd name="T22" fmla="*/ 37 w 76"/>
              <a:gd name="T23" fmla="*/ 52 h 76"/>
              <a:gd name="T24" fmla="*/ 43 w 76"/>
              <a:gd name="T25" fmla="*/ 46 h 76"/>
              <a:gd name="T26" fmla="*/ 18 w 76"/>
              <a:gd name="T27" fmla="*/ 21 h 76"/>
              <a:gd name="T28" fmla="*/ 11 w 76"/>
              <a:gd name="T29" fmla="*/ 20 h 76"/>
              <a:gd name="T30" fmla="*/ 0 w 76"/>
              <a:gd name="T31" fmla="*/ 9 h 76"/>
              <a:gd name="T32" fmla="*/ 9 w 76"/>
              <a:gd name="T33" fmla="*/ 0 h 76"/>
              <a:gd name="T34" fmla="*/ 21 w 76"/>
              <a:gd name="T35" fmla="*/ 11 h 76"/>
              <a:gd name="T36" fmla="*/ 21 w 76"/>
              <a:gd name="T37" fmla="*/ 1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6" h="76">
                <a:moveTo>
                  <a:pt x="21" y="18"/>
                </a:moveTo>
                <a:cubicBezTo>
                  <a:pt x="46" y="43"/>
                  <a:pt x="46" y="43"/>
                  <a:pt x="46" y="43"/>
                </a:cubicBezTo>
                <a:cubicBezTo>
                  <a:pt x="52" y="37"/>
                  <a:pt x="52" y="37"/>
                  <a:pt x="52" y="37"/>
                </a:cubicBezTo>
                <a:cubicBezTo>
                  <a:pt x="55" y="40"/>
                  <a:pt x="55" y="40"/>
                  <a:pt x="55" y="40"/>
                </a:cubicBezTo>
                <a:cubicBezTo>
                  <a:pt x="53" y="42"/>
                  <a:pt x="53" y="42"/>
                  <a:pt x="53" y="42"/>
                </a:cubicBezTo>
                <a:cubicBezTo>
                  <a:pt x="74" y="63"/>
                  <a:pt x="74" y="63"/>
                  <a:pt x="74" y="63"/>
                </a:cubicBezTo>
                <a:cubicBezTo>
                  <a:pt x="76" y="65"/>
                  <a:pt x="76" y="70"/>
                  <a:pt x="73" y="73"/>
                </a:cubicBezTo>
                <a:cubicBezTo>
                  <a:pt x="73" y="73"/>
                  <a:pt x="73" y="73"/>
                  <a:pt x="73" y="73"/>
                </a:cubicBezTo>
                <a:cubicBezTo>
                  <a:pt x="70" y="76"/>
                  <a:pt x="65" y="76"/>
                  <a:pt x="63" y="74"/>
                </a:cubicBezTo>
                <a:cubicBezTo>
                  <a:pt x="56" y="67"/>
                  <a:pt x="49" y="60"/>
                  <a:pt x="42" y="53"/>
                </a:cubicBezTo>
                <a:cubicBezTo>
                  <a:pt x="40" y="55"/>
                  <a:pt x="40" y="55"/>
                  <a:pt x="40" y="55"/>
                </a:cubicBezTo>
                <a:cubicBezTo>
                  <a:pt x="37" y="52"/>
                  <a:pt x="37" y="52"/>
                  <a:pt x="37" y="52"/>
                </a:cubicBezTo>
                <a:cubicBezTo>
                  <a:pt x="43" y="46"/>
                  <a:pt x="43" y="46"/>
                  <a:pt x="43" y="46"/>
                </a:cubicBezTo>
                <a:cubicBezTo>
                  <a:pt x="18" y="21"/>
                  <a:pt x="18" y="21"/>
                  <a:pt x="18" y="21"/>
                </a:cubicBezTo>
                <a:cubicBezTo>
                  <a:pt x="11" y="20"/>
                  <a:pt x="11" y="20"/>
                  <a:pt x="11" y="20"/>
                </a:cubicBezTo>
                <a:cubicBezTo>
                  <a:pt x="0" y="9"/>
                  <a:pt x="0" y="9"/>
                  <a:pt x="0" y="9"/>
                </a:cubicBezTo>
                <a:cubicBezTo>
                  <a:pt x="9" y="0"/>
                  <a:pt x="9" y="0"/>
                  <a:pt x="9" y="0"/>
                </a:cubicBezTo>
                <a:cubicBezTo>
                  <a:pt x="21" y="11"/>
                  <a:pt x="21" y="11"/>
                  <a:pt x="21" y="11"/>
                </a:cubicBezTo>
                <a:cubicBezTo>
                  <a:pt x="21" y="18"/>
                  <a:pt x="21" y="18"/>
                  <a:pt x="21" y="18"/>
                </a:cubicBezTo>
                <a:close/>
              </a:path>
            </a:pathLst>
          </a:custGeom>
          <a:solidFill>
            <a:srgbClr val="E84A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 name="Freeform 25"/>
          <p:cNvSpPr>
            <a:spLocks/>
          </p:cNvSpPr>
          <p:nvPr/>
        </p:nvSpPr>
        <p:spPr bwMode="auto">
          <a:xfrm>
            <a:off x="5080000" y="1971675"/>
            <a:ext cx="330200" cy="180975"/>
          </a:xfrm>
          <a:custGeom>
            <a:avLst/>
            <a:gdLst>
              <a:gd name="T0" fmla="*/ 170 w 208"/>
              <a:gd name="T1" fmla="*/ 0 h 114"/>
              <a:gd name="T2" fmla="*/ 208 w 208"/>
              <a:gd name="T3" fmla="*/ 114 h 114"/>
              <a:gd name="T4" fmla="*/ 18 w 208"/>
              <a:gd name="T5" fmla="*/ 114 h 114"/>
              <a:gd name="T6" fmla="*/ 0 w 208"/>
              <a:gd name="T7" fmla="*/ 62 h 114"/>
              <a:gd name="T8" fmla="*/ 170 w 208"/>
              <a:gd name="T9" fmla="*/ 0 h 114"/>
              <a:gd name="T10" fmla="*/ 170 w 208"/>
              <a:gd name="T11" fmla="*/ 0 h 114"/>
            </a:gdLst>
            <a:ahLst/>
            <a:cxnLst>
              <a:cxn ang="0">
                <a:pos x="T0" y="T1"/>
              </a:cxn>
              <a:cxn ang="0">
                <a:pos x="T2" y="T3"/>
              </a:cxn>
              <a:cxn ang="0">
                <a:pos x="T4" y="T5"/>
              </a:cxn>
              <a:cxn ang="0">
                <a:pos x="T6" y="T7"/>
              </a:cxn>
              <a:cxn ang="0">
                <a:pos x="T8" y="T9"/>
              </a:cxn>
              <a:cxn ang="0">
                <a:pos x="T10" y="T11"/>
              </a:cxn>
            </a:cxnLst>
            <a:rect l="0" t="0" r="r" b="b"/>
            <a:pathLst>
              <a:path w="208" h="114">
                <a:moveTo>
                  <a:pt x="170" y="0"/>
                </a:moveTo>
                <a:lnTo>
                  <a:pt x="208" y="114"/>
                </a:lnTo>
                <a:lnTo>
                  <a:pt x="18" y="114"/>
                </a:lnTo>
                <a:lnTo>
                  <a:pt x="0" y="62"/>
                </a:lnTo>
                <a:lnTo>
                  <a:pt x="170" y="0"/>
                </a:lnTo>
                <a:lnTo>
                  <a:pt x="170" y="0"/>
                </a:lnTo>
                <a:close/>
              </a:path>
            </a:pathLst>
          </a:custGeom>
          <a:solidFill>
            <a:srgbClr val="E84A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 name="Freeform 26"/>
          <p:cNvSpPr>
            <a:spLocks noEditPoints="1"/>
          </p:cNvSpPr>
          <p:nvPr/>
        </p:nvSpPr>
        <p:spPr bwMode="auto">
          <a:xfrm>
            <a:off x="4846638" y="2070100"/>
            <a:ext cx="668338" cy="565150"/>
          </a:xfrm>
          <a:custGeom>
            <a:avLst/>
            <a:gdLst>
              <a:gd name="T0" fmla="*/ 30 w 89"/>
              <a:gd name="T1" fmla="*/ 36 h 75"/>
              <a:gd name="T2" fmla="*/ 17 w 89"/>
              <a:gd name="T3" fmla="*/ 0 h 75"/>
              <a:gd name="T4" fmla="*/ 17 w 89"/>
              <a:gd name="T5" fmla="*/ 1 h 75"/>
              <a:gd name="T6" fmla="*/ 18 w 89"/>
              <a:gd name="T7" fmla="*/ 1 h 75"/>
              <a:gd name="T8" fmla="*/ 18 w 89"/>
              <a:gd name="T9" fmla="*/ 2 h 75"/>
              <a:gd name="T10" fmla="*/ 18 w 89"/>
              <a:gd name="T11" fmla="*/ 2 h 75"/>
              <a:gd name="T12" fmla="*/ 18 w 89"/>
              <a:gd name="T13" fmla="*/ 2 h 75"/>
              <a:gd name="T14" fmla="*/ 18 w 89"/>
              <a:gd name="T15" fmla="*/ 2 h 75"/>
              <a:gd name="T16" fmla="*/ 18 w 89"/>
              <a:gd name="T17" fmla="*/ 3 h 75"/>
              <a:gd name="T18" fmla="*/ 18 w 89"/>
              <a:gd name="T19" fmla="*/ 3 h 75"/>
              <a:gd name="T20" fmla="*/ 18 w 89"/>
              <a:gd name="T21" fmla="*/ 3 h 75"/>
              <a:gd name="T22" fmla="*/ 19 w 89"/>
              <a:gd name="T23" fmla="*/ 4 h 75"/>
              <a:gd name="T24" fmla="*/ 39 w 89"/>
              <a:gd name="T25" fmla="*/ 13 h 75"/>
              <a:gd name="T26" fmla="*/ 84 w 89"/>
              <a:gd name="T27" fmla="*/ 13 h 75"/>
              <a:gd name="T28" fmla="*/ 74 w 89"/>
              <a:gd name="T29" fmla="*/ 45 h 75"/>
              <a:gd name="T30" fmla="*/ 48 w 89"/>
              <a:gd name="T31" fmla="*/ 45 h 75"/>
              <a:gd name="T32" fmla="*/ 74 w 89"/>
              <a:gd name="T33" fmla="*/ 54 h 75"/>
              <a:gd name="T34" fmla="*/ 33 w 89"/>
              <a:gd name="T35" fmla="*/ 58 h 75"/>
              <a:gd name="T36" fmla="*/ 14 w 89"/>
              <a:gd name="T37" fmla="*/ 5 h 75"/>
              <a:gd name="T38" fmla="*/ 71 w 89"/>
              <a:gd name="T39" fmla="*/ 67 h 75"/>
              <a:gd name="T40" fmla="*/ 67 w 89"/>
              <a:gd name="T41" fmla="*/ 59 h 75"/>
              <a:gd name="T42" fmla="*/ 67 w 89"/>
              <a:gd name="T43" fmla="*/ 59 h 75"/>
              <a:gd name="T44" fmla="*/ 25 w 89"/>
              <a:gd name="T45" fmla="*/ 22 h 75"/>
              <a:gd name="T46" fmla="*/ 25 w 89"/>
              <a:gd name="T47" fmla="*/ 22 h 75"/>
              <a:gd name="T48" fmla="*/ 23 w 89"/>
              <a:gd name="T49" fmla="*/ 17 h 75"/>
              <a:gd name="T50" fmla="*/ 24 w 89"/>
              <a:gd name="T51" fmla="*/ 18 h 75"/>
              <a:gd name="T52" fmla="*/ 24 w 89"/>
              <a:gd name="T53" fmla="*/ 18 h 75"/>
              <a:gd name="T54" fmla="*/ 24 w 89"/>
              <a:gd name="T55" fmla="*/ 19 h 75"/>
              <a:gd name="T56" fmla="*/ 24 w 89"/>
              <a:gd name="T57" fmla="*/ 20 h 75"/>
              <a:gd name="T58" fmla="*/ 24 w 89"/>
              <a:gd name="T59" fmla="*/ 20 h 75"/>
              <a:gd name="T60" fmla="*/ 24 w 89"/>
              <a:gd name="T61" fmla="*/ 20 h 75"/>
              <a:gd name="T62" fmla="*/ 27 w 89"/>
              <a:gd name="T63" fmla="*/ 27 h 75"/>
              <a:gd name="T64" fmla="*/ 27 w 89"/>
              <a:gd name="T65" fmla="*/ 27 h 75"/>
              <a:gd name="T66" fmla="*/ 27 w 89"/>
              <a:gd name="T67" fmla="*/ 27 h 75"/>
              <a:gd name="T68" fmla="*/ 27 w 89"/>
              <a:gd name="T69" fmla="*/ 28 h 75"/>
              <a:gd name="T70" fmla="*/ 27 w 89"/>
              <a:gd name="T71" fmla="*/ 28 h 75"/>
              <a:gd name="T72" fmla="*/ 27 w 89"/>
              <a:gd name="T73" fmla="*/ 27 h 75"/>
              <a:gd name="T74" fmla="*/ 18 w 89"/>
              <a:gd name="T75" fmla="*/ 2 h 75"/>
              <a:gd name="T76" fmla="*/ 18 w 89"/>
              <a:gd name="T77" fmla="*/ 2 h 75"/>
              <a:gd name="T78" fmla="*/ 18 w 89"/>
              <a:gd name="T79" fmla="*/ 4 h 75"/>
              <a:gd name="T80" fmla="*/ 35 w 89"/>
              <a:gd name="T81" fmla="*/ 67 h 75"/>
              <a:gd name="T82" fmla="*/ 39 w 89"/>
              <a:gd name="T83" fmla="*/ 75 h 75"/>
              <a:gd name="T84" fmla="*/ 58 w 89"/>
              <a:gd name="T85" fmla="*/ 41 h 75"/>
              <a:gd name="T86" fmla="*/ 63 w 89"/>
              <a:gd name="T87" fmla="*/ 41 h 75"/>
              <a:gd name="T88" fmla="*/ 63 w 89"/>
              <a:gd name="T89" fmla="*/ 41 h 75"/>
              <a:gd name="T90" fmla="*/ 25 w 89"/>
              <a:gd name="T91" fmla="*/ 21 h 75"/>
              <a:gd name="T92" fmla="*/ 25 w 89"/>
              <a:gd name="T93" fmla="*/ 21 h 75"/>
              <a:gd name="T94" fmla="*/ 25 w 89"/>
              <a:gd name="T95" fmla="*/ 22 h 75"/>
              <a:gd name="T96" fmla="*/ 61 w 89"/>
              <a:gd name="T97" fmla="*/ 22 h 75"/>
              <a:gd name="T98" fmla="*/ 46 w 89"/>
              <a:gd name="T99" fmla="*/ 31 h 75"/>
              <a:gd name="T100" fmla="*/ 64 w 89"/>
              <a:gd name="T101" fmla="*/ 31 h 75"/>
              <a:gd name="T102" fmla="*/ 64 w 89"/>
              <a:gd name="T103" fmla="*/ 31 h 75"/>
              <a:gd name="T104" fmla="*/ 81 w 89"/>
              <a:gd name="T105" fmla="*/ 2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9" h="75">
                <a:moveTo>
                  <a:pt x="32" y="41"/>
                </a:moveTo>
                <a:cubicBezTo>
                  <a:pt x="43" y="41"/>
                  <a:pt x="43" y="41"/>
                  <a:pt x="43" y="41"/>
                </a:cubicBezTo>
                <a:cubicBezTo>
                  <a:pt x="43" y="39"/>
                  <a:pt x="43" y="37"/>
                  <a:pt x="42" y="36"/>
                </a:cubicBezTo>
                <a:cubicBezTo>
                  <a:pt x="38" y="36"/>
                  <a:pt x="34" y="36"/>
                  <a:pt x="30" y="36"/>
                </a:cubicBezTo>
                <a:cubicBezTo>
                  <a:pt x="31" y="37"/>
                  <a:pt x="31" y="39"/>
                  <a:pt x="32" y="41"/>
                </a:cubicBezTo>
                <a:close/>
                <a:moveTo>
                  <a:pt x="0" y="0"/>
                </a:moveTo>
                <a:cubicBezTo>
                  <a:pt x="12" y="0"/>
                  <a:pt x="12" y="0"/>
                  <a:pt x="12" y="0"/>
                </a:cubicBezTo>
                <a:cubicBezTo>
                  <a:pt x="17" y="0"/>
                  <a:pt x="17" y="0"/>
                  <a:pt x="17" y="0"/>
                </a:cubicBezTo>
                <a:cubicBezTo>
                  <a:pt x="17" y="0"/>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4"/>
                  <a:pt x="18" y="4"/>
                </a:cubicBezTo>
                <a:cubicBezTo>
                  <a:pt x="18" y="4"/>
                  <a:pt x="18" y="4"/>
                  <a:pt x="18" y="4"/>
                </a:cubicBezTo>
                <a:cubicBezTo>
                  <a:pt x="18" y="4"/>
                  <a:pt x="18" y="4"/>
                  <a:pt x="18" y="4"/>
                </a:cubicBezTo>
                <a:cubicBezTo>
                  <a:pt x="18" y="4"/>
                  <a:pt x="19" y="4"/>
                  <a:pt x="19" y="4"/>
                </a:cubicBezTo>
                <a:cubicBezTo>
                  <a:pt x="19" y="4"/>
                  <a:pt x="19" y="4"/>
                  <a:pt x="19" y="4"/>
                </a:cubicBezTo>
                <a:cubicBezTo>
                  <a:pt x="19" y="4"/>
                  <a:pt x="19" y="5"/>
                  <a:pt x="19" y="5"/>
                </a:cubicBezTo>
                <a:cubicBezTo>
                  <a:pt x="20" y="8"/>
                  <a:pt x="21" y="10"/>
                  <a:pt x="22" y="13"/>
                </a:cubicBezTo>
                <a:cubicBezTo>
                  <a:pt x="39" y="13"/>
                  <a:pt x="39" y="13"/>
                  <a:pt x="39" y="13"/>
                </a:cubicBezTo>
                <a:cubicBezTo>
                  <a:pt x="44" y="13"/>
                  <a:pt x="44" y="13"/>
                  <a:pt x="44" y="13"/>
                </a:cubicBezTo>
                <a:cubicBezTo>
                  <a:pt x="62" y="13"/>
                  <a:pt x="62" y="13"/>
                  <a:pt x="62" y="13"/>
                </a:cubicBezTo>
                <a:cubicBezTo>
                  <a:pt x="67" y="13"/>
                  <a:pt x="67" y="13"/>
                  <a:pt x="67" y="13"/>
                </a:cubicBezTo>
                <a:cubicBezTo>
                  <a:pt x="84" y="13"/>
                  <a:pt x="84" y="13"/>
                  <a:pt x="84" y="13"/>
                </a:cubicBezTo>
                <a:cubicBezTo>
                  <a:pt x="85" y="13"/>
                  <a:pt x="85" y="13"/>
                  <a:pt x="85" y="13"/>
                </a:cubicBezTo>
                <a:cubicBezTo>
                  <a:pt x="89" y="13"/>
                  <a:pt x="89" y="13"/>
                  <a:pt x="89" y="13"/>
                </a:cubicBezTo>
                <a:cubicBezTo>
                  <a:pt x="85" y="24"/>
                  <a:pt x="81" y="34"/>
                  <a:pt x="77" y="45"/>
                </a:cubicBezTo>
                <a:cubicBezTo>
                  <a:pt x="74" y="45"/>
                  <a:pt x="74" y="45"/>
                  <a:pt x="74" y="45"/>
                </a:cubicBezTo>
                <a:cubicBezTo>
                  <a:pt x="72" y="45"/>
                  <a:pt x="72" y="45"/>
                  <a:pt x="72" y="45"/>
                </a:cubicBezTo>
                <a:cubicBezTo>
                  <a:pt x="62" y="45"/>
                  <a:pt x="62" y="45"/>
                  <a:pt x="62" y="45"/>
                </a:cubicBezTo>
                <a:cubicBezTo>
                  <a:pt x="58" y="45"/>
                  <a:pt x="58" y="45"/>
                  <a:pt x="58" y="45"/>
                </a:cubicBezTo>
                <a:cubicBezTo>
                  <a:pt x="48" y="45"/>
                  <a:pt x="48" y="45"/>
                  <a:pt x="48" y="45"/>
                </a:cubicBezTo>
                <a:cubicBezTo>
                  <a:pt x="44" y="45"/>
                  <a:pt x="44" y="45"/>
                  <a:pt x="44" y="45"/>
                </a:cubicBezTo>
                <a:cubicBezTo>
                  <a:pt x="33" y="45"/>
                  <a:pt x="33" y="45"/>
                  <a:pt x="33" y="45"/>
                </a:cubicBezTo>
                <a:cubicBezTo>
                  <a:pt x="34" y="48"/>
                  <a:pt x="35" y="51"/>
                  <a:pt x="36" y="54"/>
                </a:cubicBezTo>
                <a:cubicBezTo>
                  <a:pt x="74" y="54"/>
                  <a:pt x="74" y="54"/>
                  <a:pt x="74" y="54"/>
                </a:cubicBezTo>
                <a:cubicBezTo>
                  <a:pt x="73" y="58"/>
                  <a:pt x="73" y="58"/>
                  <a:pt x="73" y="58"/>
                </a:cubicBezTo>
                <a:cubicBezTo>
                  <a:pt x="38" y="58"/>
                  <a:pt x="38" y="58"/>
                  <a:pt x="38" y="58"/>
                </a:cubicBezTo>
                <a:cubicBezTo>
                  <a:pt x="33" y="58"/>
                  <a:pt x="33" y="58"/>
                  <a:pt x="33" y="58"/>
                </a:cubicBezTo>
                <a:cubicBezTo>
                  <a:pt x="33" y="58"/>
                  <a:pt x="33" y="58"/>
                  <a:pt x="33" y="58"/>
                </a:cubicBezTo>
                <a:cubicBezTo>
                  <a:pt x="33" y="58"/>
                  <a:pt x="33" y="58"/>
                  <a:pt x="33" y="58"/>
                </a:cubicBezTo>
                <a:cubicBezTo>
                  <a:pt x="32" y="54"/>
                  <a:pt x="30" y="50"/>
                  <a:pt x="29" y="45"/>
                </a:cubicBezTo>
                <a:cubicBezTo>
                  <a:pt x="28" y="45"/>
                  <a:pt x="28" y="45"/>
                  <a:pt x="28" y="45"/>
                </a:cubicBezTo>
                <a:cubicBezTo>
                  <a:pt x="24" y="32"/>
                  <a:pt x="19" y="18"/>
                  <a:pt x="14" y="5"/>
                </a:cubicBezTo>
                <a:cubicBezTo>
                  <a:pt x="0" y="5"/>
                  <a:pt x="0" y="5"/>
                  <a:pt x="0" y="5"/>
                </a:cubicBezTo>
                <a:cubicBezTo>
                  <a:pt x="0" y="0"/>
                  <a:pt x="0" y="0"/>
                  <a:pt x="0" y="0"/>
                </a:cubicBezTo>
                <a:close/>
                <a:moveTo>
                  <a:pt x="67" y="63"/>
                </a:moveTo>
                <a:cubicBezTo>
                  <a:pt x="69" y="63"/>
                  <a:pt x="71" y="65"/>
                  <a:pt x="71" y="67"/>
                </a:cubicBezTo>
                <a:cubicBezTo>
                  <a:pt x="71" y="69"/>
                  <a:pt x="69" y="70"/>
                  <a:pt x="67" y="70"/>
                </a:cubicBezTo>
                <a:cubicBezTo>
                  <a:pt x="65" y="70"/>
                  <a:pt x="63" y="69"/>
                  <a:pt x="63" y="67"/>
                </a:cubicBezTo>
                <a:cubicBezTo>
                  <a:pt x="63" y="65"/>
                  <a:pt x="65" y="63"/>
                  <a:pt x="67" y="63"/>
                </a:cubicBezTo>
                <a:close/>
                <a:moveTo>
                  <a:pt x="67" y="59"/>
                </a:moveTo>
                <a:cubicBezTo>
                  <a:pt x="71" y="59"/>
                  <a:pt x="75" y="62"/>
                  <a:pt x="75" y="67"/>
                </a:cubicBezTo>
                <a:cubicBezTo>
                  <a:pt x="75" y="71"/>
                  <a:pt x="71" y="75"/>
                  <a:pt x="67" y="75"/>
                </a:cubicBezTo>
                <a:cubicBezTo>
                  <a:pt x="63" y="75"/>
                  <a:pt x="59" y="71"/>
                  <a:pt x="59" y="67"/>
                </a:cubicBezTo>
                <a:cubicBezTo>
                  <a:pt x="59" y="62"/>
                  <a:pt x="63" y="59"/>
                  <a:pt x="67" y="59"/>
                </a:cubicBezTo>
                <a:close/>
                <a:moveTo>
                  <a:pt x="25" y="21"/>
                </a:moveTo>
                <a:cubicBezTo>
                  <a:pt x="25" y="21"/>
                  <a:pt x="25" y="21"/>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1"/>
                  <a:pt x="25" y="21"/>
                  <a:pt x="25" y="21"/>
                </a:cubicBezTo>
                <a:close/>
                <a:moveTo>
                  <a:pt x="25" y="22"/>
                </a:moveTo>
                <a:cubicBezTo>
                  <a:pt x="25" y="22"/>
                  <a:pt x="25" y="22"/>
                  <a:pt x="25" y="22"/>
                </a:cubicBezTo>
                <a:cubicBezTo>
                  <a:pt x="30" y="22"/>
                  <a:pt x="35" y="22"/>
                  <a:pt x="40" y="22"/>
                </a:cubicBezTo>
                <a:cubicBezTo>
                  <a:pt x="40" y="21"/>
                  <a:pt x="40" y="19"/>
                  <a:pt x="40" y="17"/>
                </a:cubicBezTo>
                <a:cubicBezTo>
                  <a:pt x="23" y="17"/>
                  <a:pt x="23" y="17"/>
                  <a:pt x="23" y="17"/>
                </a:cubicBezTo>
                <a:cubicBezTo>
                  <a:pt x="23" y="17"/>
                  <a:pt x="23" y="18"/>
                  <a:pt x="23" y="18"/>
                </a:cubicBezTo>
                <a:cubicBezTo>
                  <a:pt x="23" y="18"/>
                  <a:pt x="23"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20"/>
                  <a:pt x="24" y="20"/>
                </a:cubicBezTo>
                <a:cubicBezTo>
                  <a:pt x="24" y="20"/>
                  <a:pt x="24" y="20"/>
                  <a:pt x="24" y="20"/>
                </a:cubicBezTo>
                <a:cubicBezTo>
                  <a:pt x="24" y="20"/>
                  <a:pt x="24" y="20"/>
                  <a:pt x="24" y="20"/>
                </a:cubicBezTo>
                <a:cubicBezTo>
                  <a:pt x="24" y="20"/>
                  <a:pt x="24" y="20"/>
                  <a:pt x="24" y="20"/>
                </a:cubicBezTo>
                <a:cubicBezTo>
                  <a:pt x="24" y="20"/>
                  <a:pt x="24" y="20"/>
                  <a:pt x="24" y="20"/>
                </a:cubicBezTo>
                <a:cubicBezTo>
                  <a:pt x="24" y="20"/>
                  <a:pt x="24" y="20"/>
                  <a:pt x="24" y="20"/>
                </a:cubicBezTo>
                <a:cubicBezTo>
                  <a:pt x="24" y="20"/>
                  <a:pt x="24" y="20"/>
                  <a:pt x="24" y="20"/>
                </a:cubicBezTo>
                <a:cubicBezTo>
                  <a:pt x="24" y="20"/>
                  <a:pt x="24" y="20"/>
                  <a:pt x="24" y="20"/>
                </a:cubicBezTo>
                <a:cubicBezTo>
                  <a:pt x="24" y="20"/>
                  <a:pt x="24" y="20"/>
                  <a:pt x="24" y="20"/>
                </a:cubicBezTo>
                <a:cubicBezTo>
                  <a:pt x="24" y="20"/>
                  <a:pt x="24" y="20"/>
                  <a:pt x="24" y="20"/>
                </a:cubicBezTo>
                <a:cubicBezTo>
                  <a:pt x="24" y="20"/>
                  <a:pt x="24" y="20"/>
                  <a:pt x="24" y="20"/>
                </a:cubicBezTo>
                <a:cubicBezTo>
                  <a:pt x="25" y="22"/>
                  <a:pt x="25" y="22"/>
                  <a:pt x="25" y="22"/>
                </a:cubicBezTo>
                <a:close/>
                <a:moveTo>
                  <a:pt x="27" y="27"/>
                </a:moveTo>
                <a:cubicBezTo>
                  <a:pt x="27" y="27"/>
                  <a:pt x="27" y="27"/>
                  <a:pt x="27" y="27"/>
                </a:cubicBezTo>
                <a:cubicBezTo>
                  <a:pt x="27" y="27"/>
                  <a:pt x="27" y="27"/>
                  <a:pt x="27" y="27"/>
                </a:cubicBezTo>
                <a:cubicBezTo>
                  <a:pt x="27" y="27"/>
                  <a:pt x="27" y="27"/>
                  <a:pt x="27" y="27"/>
                </a:cubicBezTo>
                <a:cubicBezTo>
                  <a:pt x="27" y="27"/>
                  <a:pt x="27" y="27"/>
                  <a:pt x="27" y="27"/>
                </a:cubicBezTo>
                <a:cubicBezTo>
                  <a:pt x="27" y="27"/>
                  <a:pt x="27" y="27"/>
                  <a:pt x="27" y="27"/>
                </a:cubicBezTo>
                <a:cubicBezTo>
                  <a:pt x="27" y="27"/>
                  <a:pt x="27" y="27"/>
                  <a:pt x="27" y="27"/>
                </a:cubicBezTo>
                <a:cubicBezTo>
                  <a:pt x="27" y="27"/>
                  <a:pt x="27" y="27"/>
                  <a:pt x="27" y="27"/>
                </a:cubicBezTo>
                <a:cubicBezTo>
                  <a:pt x="27" y="27"/>
                  <a:pt x="27" y="27"/>
                  <a:pt x="27" y="27"/>
                </a:cubicBezTo>
                <a:cubicBezTo>
                  <a:pt x="27" y="27"/>
                  <a:pt x="27" y="27"/>
                  <a:pt x="27" y="27"/>
                </a:cubicBezTo>
                <a:cubicBezTo>
                  <a:pt x="27" y="27"/>
                  <a:pt x="27" y="27"/>
                  <a:pt x="27" y="27"/>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8" y="29"/>
                  <a:pt x="28" y="30"/>
                  <a:pt x="28" y="31"/>
                </a:cubicBezTo>
                <a:cubicBezTo>
                  <a:pt x="33" y="31"/>
                  <a:pt x="37" y="31"/>
                  <a:pt x="42" y="31"/>
                </a:cubicBezTo>
                <a:cubicBezTo>
                  <a:pt x="41" y="30"/>
                  <a:pt x="41" y="28"/>
                  <a:pt x="41" y="27"/>
                </a:cubicBezTo>
                <a:cubicBezTo>
                  <a:pt x="36" y="27"/>
                  <a:pt x="31" y="27"/>
                  <a:pt x="27" y="27"/>
                </a:cubicBezTo>
                <a:close/>
                <a:moveTo>
                  <a:pt x="17" y="0"/>
                </a:moveTo>
                <a:cubicBezTo>
                  <a:pt x="17" y="0"/>
                  <a:pt x="17" y="1"/>
                  <a:pt x="17" y="1"/>
                </a:cubicBezTo>
                <a:cubicBezTo>
                  <a:pt x="17" y="0"/>
                  <a:pt x="17" y="0"/>
                  <a:pt x="17" y="0"/>
                </a:cubicBezTo>
                <a:close/>
                <a:moveTo>
                  <a:pt x="18" y="2"/>
                </a:moveTo>
                <a:cubicBezTo>
                  <a:pt x="18" y="2"/>
                  <a:pt x="18" y="2"/>
                  <a:pt x="18" y="2"/>
                </a:cubicBezTo>
                <a:cubicBezTo>
                  <a:pt x="18" y="2"/>
                  <a:pt x="18" y="2"/>
                  <a:pt x="18" y="2"/>
                </a:cubicBezTo>
                <a:close/>
                <a:moveTo>
                  <a:pt x="18" y="2"/>
                </a:moveTo>
                <a:cubicBezTo>
                  <a:pt x="18" y="2"/>
                  <a:pt x="18" y="2"/>
                  <a:pt x="18" y="2"/>
                </a:cubicBezTo>
                <a:cubicBezTo>
                  <a:pt x="18" y="2"/>
                  <a:pt x="18" y="2"/>
                  <a:pt x="18" y="2"/>
                </a:cubicBezTo>
                <a:close/>
                <a:moveTo>
                  <a:pt x="18" y="4"/>
                </a:moveTo>
                <a:cubicBezTo>
                  <a:pt x="18" y="4"/>
                  <a:pt x="19" y="4"/>
                  <a:pt x="19" y="4"/>
                </a:cubicBezTo>
                <a:cubicBezTo>
                  <a:pt x="18" y="4"/>
                  <a:pt x="18" y="4"/>
                  <a:pt x="18" y="4"/>
                </a:cubicBezTo>
                <a:close/>
                <a:moveTo>
                  <a:pt x="39" y="63"/>
                </a:moveTo>
                <a:cubicBezTo>
                  <a:pt x="41" y="63"/>
                  <a:pt x="42" y="65"/>
                  <a:pt x="42" y="67"/>
                </a:cubicBezTo>
                <a:cubicBezTo>
                  <a:pt x="42" y="69"/>
                  <a:pt x="41" y="70"/>
                  <a:pt x="39" y="70"/>
                </a:cubicBezTo>
                <a:cubicBezTo>
                  <a:pt x="37" y="70"/>
                  <a:pt x="35" y="69"/>
                  <a:pt x="35" y="67"/>
                </a:cubicBezTo>
                <a:cubicBezTo>
                  <a:pt x="35" y="65"/>
                  <a:pt x="37" y="63"/>
                  <a:pt x="39" y="63"/>
                </a:cubicBezTo>
                <a:close/>
                <a:moveTo>
                  <a:pt x="39" y="59"/>
                </a:moveTo>
                <a:cubicBezTo>
                  <a:pt x="43" y="59"/>
                  <a:pt x="46" y="62"/>
                  <a:pt x="46" y="67"/>
                </a:cubicBezTo>
                <a:cubicBezTo>
                  <a:pt x="46" y="71"/>
                  <a:pt x="43" y="75"/>
                  <a:pt x="39" y="75"/>
                </a:cubicBezTo>
                <a:cubicBezTo>
                  <a:pt x="34" y="75"/>
                  <a:pt x="31" y="71"/>
                  <a:pt x="31" y="67"/>
                </a:cubicBezTo>
                <a:cubicBezTo>
                  <a:pt x="31" y="62"/>
                  <a:pt x="34" y="59"/>
                  <a:pt x="39" y="59"/>
                </a:cubicBezTo>
                <a:close/>
                <a:moveTo>
                  <a:pt x="47" y="41"/>
                </a:moveTo>
                <a:cubicBezTo>
                  <a:pt x="58" y="41"/>
                  <a:pt x="58" y="41"/>
                  <a:pt x="58" y="41"/>
                </a:cubicBezTo>
                <a:cubicBezTo>
                  <a:pt x="58" y="39"/>
                  <a:pt x="59" y="37"/>
                  <a:pt x="59" y="36"/>
                </a:cubicBezTo>
                <a:cubicBezTo>
                  <a:pt x="55" y="36"/>
                  <a:pt x="51" y="36"/>
                  <a:pt x="47" y="36"/>
                </a:cubicBezTo>
                <a:cubicBezTo>
                  <a:pt x="47" y="37"/>
                  <a:pt x="47" y="39"/>
                  <a:pt x="47" y="41"/>
                </a:cubicBezTo>
                <a:close/>
                <a:moveTo>
                  <a:pt x="63" y="41"/>
                </a:moveTo>
                <a:cubicBezTo>
                  <a:pt x="74" y="41"/>
                  <a:pt x="74" y="41"/>
                  <a:pt x="74" y="41"/>
                </a:cubicBezTo>
                <a:cubicBezTo>
                  <a:pt x="75" y="39"/>
                  <a:pt x="75" y="37"/>
                  <a:pt x="76" y="36"/>
                </a:cubicBezTo>
                <a:cubicBezTo>
                  <a:pt x="72" y="36"/>
                  <a:pt x="68" y="36"/>
                  <a:pt x="63" y="36"/>
                </a:cubicBezTo>
                <a:cubicBezTo>
                  <a:pt x="63" y="37"/>
                  <a:pt x="63" y="39"/>
                  <a:pt x="63" y="41"/>
                </a:cubicBezTo>
                <a:close/>
                <a:moveTo>
                  <a:pt x="27" y="27"/>
                </a:moveTo>
                <a:cubicBezTo>
                  <a:pt x="27" y="27"/>
                  <a:pt x="27" y="27"/>
                  <a:pt x="27" y="27"/>
                </a:cubicBezTo>
                <a:cubicBezTo>
                  <a:pt x="27" y="27"/>
                  <a:pt x="27" y="27"/>
                  <a:pt x="27" y="27"/>
                </a:cubicBezTo>
                <a:close/>
                <a:moveTo>
                  <a:pt x="25" y="21"/>
                </a:move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lose/>
                <a:moveTo>
                  <a:pt x="25" y="22"/>
                </a:moveTo>
                <a:cubicBezTo>
                  <a:pt x="25" y="22"/>
                  <a:pt x="25" y="22"/>
                  <a:pt x="25" y="22"/>
                </a:cubicBezTo>
                <a:cubicBezTo>
                  <a:pt x="25" y="22"/>
                  <a:pt x="25" y="22"/>
                  <a:pt x="25" y="22"/>
                </a:cubicBezTo>
                <a:close/>
                <a:moveTo>
                  <a:pt x="44" y="17"/>
                </a:moveTo>
                <a:cubicBezTo>
                  <a:pt x="44" y="19"/>
                  <a:pt x="45" y="21"/>
                  <a:pt x="45" y="22"/>
                </a:cubicBezTo>
                <a:cubicBezTo>
                  <a:pt x="50" y="22"/>
                  <a:pt x="55" y="22"/>
                  <a:pt x="61" y="22"/>
                </a:cubicBezTo>
                <a:cubicBezTo>
                  <a:pt x="61" y="21"/>
                  <a:pt x="61" y="19"/>
                  <a:pt x="61" y="17"/>
                </a:cubicBezTo>
                <a:cubicBezTo>
                  <a:pt x="44" y="17"/>
                  <a:pt x="44" y="17"/>
                  <a:pt x="44" y="17"/>
                </a:cubicBezTo>
                <a:close/>
                <a:moveTo>
                  <a:pt x="46" y="27"/>
                </a:moveTo>
                <a:cubicBezTo>
                  <a:pt x="46" y="28"/>
                  <a:pt x="46" y="30"/>
                  <a:pt x="46" y="31"/>
                </a:cubicBezTo>
                <a:cubicBezTo>
                  <a:pt x="51" y="31"/>
                  <a:pt x="55" y="31"/>
                  <a:pt x="59" y="31"/>
                </a:cubicBezTo>
                <a:cubicBezTo>
                  <a:pt x="60" y="30"/>
                  <a:pt x="60" y="28"/>
                  <a:pt x="60" y="27"/>
                </a:cubicBezTo>
                <a:cubicBezTo>
                  <a:pt x="55" y="27"/>
                  <a:pt x="50" y="27"/>
                  <a:pt x="46" y="27"/>
                </a:cubicBezTo>
                <a:close/>
                <a:moveTo>
                  <a:pt x="64" y="31"/>
                </a:moveTo>
                <a:cubicBezTo>
                  <a:pt x="64" y="30"/>
                  <a:pt x="64" y="28"/>
                  <a:pt x="65" y="27"/>
                </a:cubicBezTo>
                <a:cubicBezTo>
                  <a:pt x="70" y="27"/>
                  <a:pt x="74" y="27"/>
                  <a:pt x="79" y="27"/>
                </a:cubicBezTo>
                <a:cubicBezTo>
                  <a:pt x="78" y="28"/>
                  <a:pt x="78" y="30"/>
                  <a:pt x="77" y="31"/>
                </a:cubicBezTo>
                <a:cubicBezTo>
                  <a:pt x="73" y="31"/>
                  <a:pt x="69" y="31"/>
                  <a:pt x="64" y="31"/>
                </a:cubicBezTo>
                <a:close/>
                <a:moveTo>
                  <a:pt x="65" y="22"/>
                </a:moveTo>
                <a:cubicBezTo>
                  <a:pt x="65" y="21"/>
                  <a:pt x="66" y="19"/>
                  <a:pt x="66" y="17"/>
                </a:cubicBezTo>
                <a:cubicBezTo>
                  <a:pt x="82" y="17"/>
                  <a:pt x="82" y="17"/>
                  <a:pt x="82" y="17"/>
                </a:cubicBezTo>
                <a:cubicBezTo>
                  <a:pt x="82" y="19"/>
                  <a:pt x="81" y="21"/>
                  <a:pt x="81" y="22"/>
                </a:cubicBezTo>
                <a:cubicBezTo>
                  <a:pt x="76" y="22"/>
                  <a:pt x="71" y="22"/>
                  <a:pt x="65" y="22"/>
                </a:cubicBezTo>
                <a:close/>
              </a:path>
            </a:pathLst>
          </a:custGeom>
          <a:solidFill>
            <a:srgbClr val="369C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 name="Freeform 27"/>
          <p:cNvSpPr>
            <a:spLocks/>
          </p:cNvSpPr>
          <p:nvPr/>
        </p:nvSpPr>
        <p:spPr bwMode="auto">
          <a:xfrm>
            <a:off x="6897688" y="2303463"/>
            <a:ext cx="561975" cy="255588"/>
          </a:xfrm>
          <a:custGeom>
            <a:avLst/>
            <a:gdLst>
              <a:gd name="T0" fmla="*/ 0 w 75"/>
              <a:gd name="T1" fmla="*/ 16 h 34"/>
              <a:gd name="T2" fmla="*/ 7 w 75"/>
              <a:gd name="T3" fmla="*/ 5 h 34"/>
              <a:gd name="T4" fmla="*/ 25 w 75"/>
              <a:gd name="T5" fmla="*/ 0 h 34"/>
              <a:gd name="T6" fmla="*/ 37 w 75"/>
              <a:gd name="T7" fmla="*/ 21 h 34"/>
              <a:gd name="T8" fmla="*/ 50 w 75"/>
              <a:gd name="T9" fmla="*/ 0 h 34"/>
              <a:gd name="T10" fmla="*/ 67 w 75"/>
              <a:gd name="T11" fmla="*/ 5 h 34"/>
              <a:gd name="T12" fmla="*/ 75 w 75"/>
              <a:gd name="T13" fmla="*/ 16 h 34"/>
              <a:gd name="T14" fmla="*/ 75 w 75"/>
              <a:gd name="T15" fmla="*/ 34 h 34"/>
              <a:gd name="T16" fmla="*/ 37 w 75"/>
              <a:gd name="T17" fmla="*/ 34 h 34"/>
              <a:gd name="T18" fmla="*/ 0 w 75"/>
              <a:gd name="T19" fmla="*/ 34 h 34"/>
              <a:gd name="T20" fmla="*/ 0 w 75"/>
              <a:gd name="T21" fmla="*/ 1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5" h="34">
                <a:moveTo>
                  <a:pt x="0" y="16"/>
                </a:moveTo>
                <a:cubicBezTo>
                  <a:pt x="0" y="11"/>
                  <a:pt x="2" y="7"/>
                  <a:pt x="7" y="5"/>
                </a:cubicBezTo>
                <a:cubicBezTo>
                  <a:pt x="25" y="0"/>
                  <a:pt x="25" y="0"/>
                  <a:pt x="25" y="0"/>
                </a:cubicBezTo>
                <a:cubicBezTo>
                  <a:pt x="37" y="21"/>
                  <a:pt x="37" y="21"/>
                  <a:pt x="37" y="21"/>
                </a:cubicBezTo>
                <a:cubicBezTo>
                  <a:pt x="50" y="0"/>
                  <a:pt x="50" y="0"/>
                  <a:pt x="50" y="0"/>
                </a:cubicBezTo>
                <a:cubicBezTo>
                  <a:pt x="67" y="5"/>
                  <a:pt x="67" y="5"/>
                  <a:pt x="67" y="5"/>
                </a:cubicBezTo>
                <a:cubicBezTo>
                  <a:pt x="72" y="7"/>
                  <a:pt x="75" y="11"/>
                  <a:pt x="75" y="16"/>
                </a:cubicBezTo>
                <a:cubicBezTo>
                  <a:pt x="75" y="34"/>
                  <a:pt x="75" y="34"/>
                  <a:pt x="75" y="34"/>
                </a:cubicBezTo>
                <a:cubicBezTo>
                  <a:pt x="37" y="34"/>
                  <a:pt x="37" y="34"/>
                  <a:pt x="37" y="34"/>
                </a:cubicBezTo>
                <a:cubicBezTo>
                  <a:pt x="0" y="34"/>
                  <a:pt x="0" y="34"/>
                  <a:pt x="0" y="34"/>
                </a:cubicBezTo>
                <a:cubicBezTo>
                  <a:pt x="0" y="16"/>
                  <a:pt x="0" y="16"/>
                  <a:pt x="0" y="16"/>
                </a:cubicBezTo>
                <a:close/>
              </a:path>
            </a:pathLst>
          </a:custGeom>
          <a:solidFill>
            <a:srgbClr val="369C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 name="Freeform 28"/>
          <p:cNvSpPr>
            <a:spLocks/>
          </p:cNvSpPr>
          <p:nvPr/>
        </p:nvSpPr>
        <p:spPr bwMode="auto">
          <a:xfrm>
            <a:off x="7046913" y="1995488"/>
            <a:ext cx="263525" cy="307975"/>
          </a:xfrm>
          <a:custGeom>
            <a:avLst/>
            <a:gdLst>
              <a:gd name="T0" fmla="*/ 17 w 35"/>
              <a:gd name="T1" fmla="*/ 41 h 41"/>
              <a:gd name="T2" fmla="*/ 5 w 35"/>
              <a:gd name="T3" fmla="*/ 32 h 41"/>
              <a:gd name="T4" fmla="*/ 1 w 35"/>
              <a:gd name="T5" fmla="*/ 12 h 41"/>
              <a:gd name="T6" fmla="*/ 17 w 35"/>
              <a:gd name="T7" fmla="*/ 0 h 41"/>
              <a:gd name="T8" fmla="*/ 33 w 35"/>
              <a:gd name="T9" fmla="*/ 12 h 41"/>
              <a:gd name="T10" fmla="*/ 29 w 35"/>
              <a:gd name="T11" fmla="*/ 32 h 41"/>
              <a:gd name="T12" fmla="*/ 17 w 3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35" h="41">
                <a:moveTo>
                  <a:pt x="17" y="41"/>
                </a:moveTo>
                <a:cubicBezTo>
                  <a:pt x="12" y="41"/>
                  <a:pt x="8" y="37"/>
                  <a:pt x="5" y="32"/>
                </a:cubicBezTo>
                <a:cubicBezTo>
                  <a:pt x="1" y="26"/>
                  <a:pt x="0" y="18"/>
                  <a:pt x="1" y="12"/>
                </a:cubicBezTo>
                <a:cubicBezTo>
                  <a:pt x="3" y="5"/>
                  <a:pt x="8" y="0"/>
                  <a:pt x="17" y="0"/>
                </a:cubicBezTo>
                <a:cubicBezTo>
                  <a:pt x="26" y="0"/>
                  <a:pt x="31" y="5"/>
                  <a:pt x="33" y="12"/>
                </a:cubicBezTo>
                <a:cubicBezTo>
                  <a:pt x="35" y="18"/>
                  <a:pt x="33" y="26"/>
                  <a:pt x="29" y="32"/>
                </a:cubicBezTo>
                <a:cubicBezTo>
                  <a:pt x="26" y="37"/>
                  <a:pt x="22" y="41"/>
                  <a:pt x="17" y="41"/>
                </a:cubicBezTo>
                <a:close/>
              </a:path>
            </a:pathLst>
          </a:custGeom>
          <a:solidFill>
            <a:srgbClr val="E84A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 name="Freeform 29"/>
          <p:cNvSpPr>
            <a:spLocks/>
          </p:cNvSpPr>
          <p:nvPr/>
        </p:nvSpPr>
        <p:spPr bwMode="auto">
          <a:xfrm>
            <a:off x="7264400" y="2438400"/>
            <a:ext cx="112713" cy="76200"/>
          </a:xfrm>
          <a:custGeom>
            <a:avLst/>
            <a:gdLst>
              <a:gd name="T0" fmla="*/ 2 w 15"/>
              <a:gd name="T1" fmla="*/ 0 h 10"/>
              <a:gd name="T2" fmla="*/ 14 w 15"/>
              <a:gd name="T3" fmla="*/ 0 h 10"/>
              <a:gd name="T4" fmla="*/ 15 w 15"/>
              <a:gd name="T5" fmla="*/ 2 h 10"/>
              <a:gd name="T6" fmla="*/ 15 w 15"/>
              <a:gd name="T7" fmla="*/ 8 h 10"/>
              <a:gd name="T8" fmla="*/ 14 w 15"/>
              <a:gd name="T9" fmla="*/ 10 h 10"/>
              <a:gd name="T10" fmla="*/ 2 w 15"/>
              <a:gd name="T11" fmla="*/ 10 h 10"/>
              <a:gd name="T12" fmla="*/ 0 w 15"/>
              <a:gd name="T13" fmla="*/ 8 h 10"/>
              <a:gd name="T14" fmla="*/ 0 w 15"/>
              <a:gd name="T15" fmla="*/ 2 h 10"/>
              <a:gd name="T16" fmla="*/ 2 w 15"/>
              <a:gd name="T1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0">
                <a:moveTo>
                  <a:pt x="2" y="0"/>
                </a:moveTo>
                <a:cubicBezTo>
                  <a:pt x="14" y="0"/>
                  <a:pt x="14" y="0"/>
                  <a:pt x="14" y="0"/>
                </a:cubicBezTo>
                <a:cubicBezTo>
                  <a:pt x="15" y="0"/>
                  <a:pt x="15" y="1"/>
                  <a:pt x="15" y="2"/>
                </a:cubicBezTo>
                <a:cubicBezTo>
                  <a:pt x="15" y="8"/>
                  <a:pt x="15" y="8"/>
                  <a:pt x="15" y="8"/>
                </a:cubicBezTo>
                <a:cubicBezTo>
                  <a:pt x="15" y="9"/>
                  <a:pt x="15" y="10"/>
                  <a:pt x="14" y="10"/>
                </a:cubicBezTo>
                <a:cubicBezTo>
                  <a:pt x="2" y="10"/>
                  <a:pt x="2" y="10"/>
                  <a:pt x="2" y="10"/>
                </a:cubicBezTo>
                <a:cubicBezTo>
                  <a:pt x="1" y="10"/>
                  <a:pt x="0" y="9"/>
                  <a:pt x="0" y="8"/>
                </a:cubicBezTo>
                <a:cubicBezTo>
                  <a:pt x="0" y="2"/>
                  <a:pt x="0" y="2"/>
                  <a:pt x="0" y="2"/>
                </a:cubicBezTo>
                <a:cubicBezTo>
                  <a:pt x="0" y="1"/>
                  <a:pt x="1" y="0"/>
                  <a:pt x="2" y="0"/>
                </a:cubicBezTo>
                <a:close/>
              </a:path>
            </a:pathLst>
          </a:custGeom>
          <a:solidFill>
            <a:srgbClr val="E84A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 name="文本框 83"/>
          <p:cNvSpPr txBox="1"/>
          <p:nvPr/>
        </p:nvSpPr>
        <p:spPr>
          <a:xfrm>
            <a:off x="4434621" y="3094832"/>
            <a:ext cx="1620957" cy="523220"/>
          </a:xfrm>
          <a:prstGeom prst="rect">
            <a:avLst/>
          </a:prstGeom>
          <a:noFill/>
        </p:spPr>
        <p:txBody>
          <a:bodyPr wrap="none" rtlCol="0">
            <a:spAutoFit/>
          </a:bodyPr>
          <a:lstStyle/>
          <a:p>
            <a:r>
              <a:rPr lang="zh-CN" altLang="en-US" sz="2800" dirty="0">
                <a:solidFill>
                  <a:prstClr val="white"/>
                </a:solidFill>
              </a:rPr>
              <a:t>我是标题</a:t>
            </a:r>
          </a:p>
        </p:txBody>
      </p:sp>
      <p:sp>
        <p:nvSpPr>
          <p:cNvPr id="58" name="文本框 57"/>
          <p:cNvSpPr txBox="1"/>
          <p:nvPr/>
        </p:nvSpPr>
        <p:spPr>
          <a:xfrm>
            <a:off x="6368264" y="3094832"/>
            <a:ext cx="1620957" cy="523220"/>
          </a:xfrm>
          <a:prstGeom prst="rect">
            <a:avLst/>
          </a:prstGeom>
          <a:noFill/>
        </p:spPr>
        <p:txBody>
          <a:bodyPr wrap="none" rtlCol="0">
            <a:spAutoFit/>
          </a:bodyPr>
          <a:lstStyle/>
          <a:p>
            <a:r>
              <a:rPr lang="zh-CN" altLang="en-US" sz="2800" dirty="0">
                <a:solidFill>
                  <a:prstClr val="white"/>
                </a:solidFill>
              </a:rPr>
              <a:t>我是标题</a:t>
            </a:r>
          </a:p>
        </p:txBody>
      </p:sp>
      <p:sp>
        <p:nvSpPr>
          <p:cNvPr id="59" name="文本框 58"/>
          <p:cNvSpPr txBox="1"/>
          <p:nvPr/>
        </p:nvSpPr>
        <p:spPr>
          <a:xfrm>
            <a:off x="10235551" y="3094832"/>
            <a:ext cx="1620957" cy="523220"/>
          </a:xfrm>
          <a:prstGeom prst="rect">
            <a:avLst/>
          </a:prstGeom>
          <a:noFill/>
        </p:spPr>
        <p:txBody>
          <a:bodyPr wrap="none" rtlCol="0">
            <a:spAutoFit/>
          </a:bodyPr>
          <a:lstStyle/>
          <a:p>
            <a:r>
              <a:rPr lang="zh-CN" altLang="en-US" sz="2800" dirty="0">
                <a:solidFill>
                  <a:prstClr val="white"/>
                </a:solidFill>
              </a:rPr>
              <a:t>我是标题</a:t>
            </a:r>
          </a:p>
        </p:txBody>
      </p:sp>
      <p:sp>
        <p:nvSpPr>
          <p:cNvPr id="60" name="文本框 59"/>
          <p:cNvSpPr txBox="1"/>
          <p:nvPr/>
        </p:nvSpPr>
        <p:spPr>
          <a:xfrm>
            <a:off x="8301907" y="3094832"/>
            <a:ext cx="1620957" cy="523220"/>
          </a:xfrm>
          <a:prstGeom prst="rect">
            <a:avLst/>
          </a:prstGeom>
          <a:noFill/>
        </p:spPr>
        <p:txBody>
          <a:bodyPr wrap="none" rtlCol="0">
            <a:spAutoFit/>
          </a:bodyPr>
          <a:lstStyle/>
          <a:p>
            <a:r>
              <a:rPr lang="zh-CN" altLang="en-US" sz="2800" dirty="0">
                <a:solidFill>
                  <a:prstClr val="white"/>
                </a:solidFill>
              </a:rPr>
              <a:t>我是标题</a:t>
            </a:r>
          </a:p>
        </p:txBody>
      </p:sp>
      <p:sp>
        <p:nvSpPr>
          <p:cNvPr id="61" name="文本框 60"/>
          <p:cNvSpPr txBox="1"/>
          <p:nvPr/>
        </p:nvSpPr>
        <p:spPr>
          <a:xfrm>
            <a:off x="4557826" y="3890593"/>
            <a:ext cx="1333046" cy="2063257"/>
          </a:xfrm>
          <a:prstGeom prst="rect">
            <a:avLst/>
          </a:prstGeom>
          <a:noFill/>
        </p:spPr>
        <p:txBody>
          <a:bodyPr wrap="square" rtlCol="0">
            <a:spAutoFit/>
          </a:bodyPr>
          <a:lstStyle/>
          <a:p>
            <a:pPr>
              <a:lnSpc>
                <a:spcPct val="120000"/>
              </a:lnSpc>
            </a:pPr>
            <a:r>
              <a:rPr lang="zh-CN" altLang="en-US" dirty="0">
                <a:solidFill>
                  <a:prstClr val="white"/>
                </a:solidFill>
              </a:rPr>
              <a:t>此处填写具体条目内容，此处填写具体条目内容，此处填写具体条目内容。</a:t>
            </a:r>
          </a:p>
        </p:txBody>
      </p:sp>
      <p:sp>
        <p:nvSpPr>
          <p:cNvPr id="62" name="文本框 61"/>
          <p:cNvSpPr txBox="1"/>
          <p:nvPr/>
        </p:nvSpPr>
        <p:spPr>
          <a:xfrm>
            <a:off x="6498386" y="3890593"/>
            <a:ext cx="1333046" cy="2063257"/>
          </a:xfrm>
          <a:prstGeom prst="rect">
            <a:avLst/>
          </a:prstGeom>
          <a:noFill/>
        </p:spPr>
        <p:txBody>
          <a:bodyPr wrap="square" rtlCol="0">
            <a:spAutoFit/>
          </a:bodyPr>
          <a:lstStyle/>
          <a:p>
            <a:pPr>
              <a:lnSpc>
                <a:spcPct val="120000"/>
              </a:lnSpc>
            </a:pPr>
            <a:r>
              <a:rPr lang="zh-CN" altLang="en-US" dirty="0">
                <a:solidFill>
                  <a:prstClr val="white"/>
                </a:solidFill>
              </a:rPr>
              <a:t>此处填写具体条目内容，此处填写具体条目内容，此处填写具体条目内容。</a:t>
            </a:r>
          </a:p>
        </p:txBody>
      </p:sp>
      <p:sp>
        <p:nvSpPr>
          <p:cNvPr id="63" name="文本框 62"/>
          <p:cNvSpPr txBox="1"/>
          <p:nvPr/>
        </p:nvSpPr>
        <p:spPr>
          <a:xfrm>
            <a:off x="8438946" y="3890593"/>
            <a:ext cx="1333046" cy="2063257"/>
          </a:xfrm>
          <a:prstGeom prst="rect">
            <a:avLst/>
          </a:prstGeom>
          <a:noFill/>
        </p:spPr>
        <p:txBody>
          <a:bodyPr wrap="square" rtlCol="0">
            <a:spAutoFit/>
          </a:bodyPr>
          <a:lstStyle/>
          <a:p>
            <a:pPr>
              <a:lnSpc>
                <a:spcPct val="120000"/>
              </a:lnSpc>
            </a:pPr>
            <a:r>
              <a:rPr lang="zh-CN" altLang="en-US" dirty="0">
                <a:solidFill>
                  <a:prstClr val="white"/>
                </a:solidFill>
              </a:rPr>
              <a:t>此处填写具体条目内容，此处填写具体条目内容，此处填写具体条目内容。</a:t>
            </a:r>
          </a:p>
        </p:txBody>
      </p:sp>
      <p:sp>
        <p:nvSpPr>
          <p:cNvPr id="85" name="文本框 84"/>
          <p:cNvSpPr txBox="1"/>
          <p:nvPr/>
        </p:nvSpPr>
        <p:spPr>
          <a:xfrm>
            <a:off x="10379506" y="3890593"/>
            <a:ext cx="1333046" cy="2063257"/>
          </a:xfrm>
          <a:prstGeom prst="rect">
            <a:avLst/>
          </a:prstGeom>
          <a:noFill/>
        </p:spPr>
        <p:txBody>
          <a:bodyPr wrap="square" rtlCol="0">
            <a:spAutoFit/>
          </a:bodyPr>
          <a:lstStyle/>
          <a:p>
            <a:pPr>
              <a:lnSpc>
                <a:spcPct val="120000"/>
              </a:lnSpc>
            </a:pPr>
            <a:r>
              <a:rPr lang="zh-CN" altLang="en-US" dirty="0">
                <a:solidFill>
                  <a:prstClr val="white"/>
                </a:solidFill>
              </a:rPr>
              <a:t>此处填写具体条目内容，此处填写具体条目内容，此处填写具体条目内容。</a:t>
            </a:r>
          </a:p>
        </p:txBody>
      </p:sp>
      <p:sp>
        <p:nvSpPr>
          <p:cNvPr id="41"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252494875"/>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Freeform 60"/>
          <p:cNvSpPr>
            <a:spLocks/>
          </p:cNvSpPr>
          <p:nvPr/>
        </p:nvSpPr>
        <p:spPr bwMode="auto">
          <a:xfrm>
            <a:off x="1007063" y="3889553"/>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 name="文本框 26"/>
          <p:cNvSpPr txBox="1"/>
          <p:nvPr/>
        </p:nvSpPr>
        <p:spPr>
          <a:xfrm>
            <a:off x="940215" y="4689154"/>
            <a:ext cx="3555585" cy="1421928"/>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网络</a:t>
            </a:r>
            <a:r>
              <a:rPr lang="en-US" altLang="zh-CN" dirty="0">
                <a:solidFill>
                  <a:prstClr val="black">
                    <a:lumMod val="65000"/>
                    <a:lumOff val="35000"/>
                  </a:prstClr>
                </a:solidFill>
                <a:latin typeface="微软雅黑" panose="020B0503020204020204" pitchFamily="34" charset="-122"/>
              </a:rPr>
              <a:t>EPS</a:t>
            </a:r>
            <a:r>
              <a:rPr lang="zh-CN" altLang="en-US" dirty="0">
                <a:solidFill>
                  <a:prstClr val="black">
                    <a:lumMod val="65000"/>
                    <a:lumOff val="35000"/>
                  </a:prstClr>
                </a:solidFill>
                <a:latin typeface="微软雅黑" panose="020B0503020204020204" pitchFamily="34" charset="-122"/>
              </a:rPr>
              <a:t>素材改编；</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文字、颜色可随意更改；</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可根据排版变换其大小；</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矩形加长可以自己画。</a:t>
            </a:r>
            <a:endParaRPr lang="en-US" altLang="zh-CN" dirty="0">
              <a:solidFill>
                <a:prstClr val="black">
                  <a:lumMod val="65000"/>
                  <a:lumOff val="35000"/>
                </a:prstClr>
              </a:solidFill>
              <a:latin typeface="微软雅黑" panose="020B0503020204020204" pitchFamily="34" charset="-122"/>
            </a:endParaRPr>
          </a:p>
        </p:txBody>
      </p:sp>
      <p:sp>
        <p:nvSpPr>
          <p:cNvPr id="28" name="圆角矩形 27"/>
          <p:cNvSpPr/>
          <p:nvPr/>
        </p:nvSpPr>
        <p:spPr>
          <a:xfrm>
            <a:off x="1674755" y="4048838"/>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29" name="等腰三角形 28"/>
          <p:cNvSpPr/>
          <p:nvPr/>
        </p:nvSpPr>
        <p:spPr>
          <a:xfrm rot="16200000">
            <a:off x="1600123" y="4116382"/>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5" name="Freeform 5"/>
          <p:cNvSpPr>
            <a:spLocks/>
          </p:cNvSpPr>
          <p:nvPr/>
        </p:nvSpPr>
        <p:spPr bwMode="auto">
          <a:xfrm>
            <a:off x="6916738" y="639763"/>
            <a:ext cx="4686300" cy="1169988"/>
          </a:xfrm>
          <a:custGeom>
            <a:avLst/>
            <a:gdLst>
              <a:gd name="T0" fmla="*/ 20 w 532"/>
              <a:gd name="T1" fmla="*/ 0 h 133"/>
              <a:gd name="T2" fmla="*/ 512 w 532"/>
              <a:gd name="T3" fmla="*/ 0 h 133"/>
              <a:gd name="T4" fmla="*/ 532 w 532"/>
              <a:gd name="T5" fmla="*/ 19 h 133"/>
              <a:gd name="T6" fmla="*/ 532 w 532"/>
              <a:gd name="T7" fmla="*/ 113 h 133"/>
              <a:gd name="T8" fmla="*/ 512 w 532"/>
              <a:gd name="T9" fmla="*/ 133 h 133"/>
              <a:gd name="T10" fmla="*/ 20 w 532"/>
              <a:gd name="T11" fmla="*/ 133 h 133"/>
              <a:gd name="T12" fmla="*/ 0 w 532"/>
              <a:gd name="T13" fmla="*/ 113 h 133"/>
              <a:gd name="T14" fmla="*/ 0 w 532"/>
              <a:gd name="T15" fmla="*/ 19 h 133"/>
              <a:gd name="T16" fmla="*/ 20 w 532"/>
              <a:gd name="T1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2" h="133">
                <a:moveTo>
                  <a:pt x="20" y="0"/>
                </a:moveTo>
                <a:cubicBezTo>
                  <a:pt x="512" y="0"/>
                  <a:pt x="512" y="0"/>
                  <a:pt x="512" y="0"/>
                </a:cubicBezTo>
                <a:cubicBezTo>
                  <a:pt x="523" y="0"/>
                  <a:pt x="532" y="9"/>
                  <a:pt x="532" y="19"/>
                </a:cubicBezTo>
                <a:cubicBezTo>
                  <a:pt x="532" y="113"/>
                  <a:pt x="532" y="113"/>
                  <a:pt x="532" y="113"/>
                </a:cubicBezTo>
                <a:cubicBezTo>
                  <a:pt x="532" y="124"/>
                  <a:pt x="523" y="133"/>
                  <a:pt x="512" y="133"/>
                </a:cubicBezTo>
                <a:cubicBezTo>
                  <a:pt x="20" y="133"/>
                  <a:pt x="20" y="133"/>
                  <a:pt x="20" y="133"/>
                </a:cubicBezTo>
                <a:cubicBezTo>
                  <a:pt x="9" y="133"/>
                  <a:pt x="0" y="124"/>
                  <a:pt x="0" y="113"/>
                </a:cubicBezTo>
                <a:cubicBezTo>
                  <a:pt x="0" y="19"/>
                  <a:pt x="0" y="19"/>
                  <a:pt x="0" y="19"/>
                </a:cubicBezTo>
                <a:cubicBezTo>
                  <a:pt x="0" y="9"/>
                  <a:pt x="9" y="0"/>
                  <a:pt x="20" y="0"/>
                </a:cubicBezTo>
                <a:close/>
              </a:path>
            </a:pathLst>
          </a:custGeom>
          <a:solidFill>
            <a:srgbClr val="7271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 name="Freeform 6"/>
          <p:cNvSpPr>
            <a:spLocks/>
          </p:cNvSpPr>
          <p:nvPr/>
        </p:nvSpPr>
        <p:spPr bwMode="auto">
          <a:xfrm>
            <a:off x="6961188" y="684213"/>
            <a:ext cx="4597400" cy="1081088"/>
          </a:xfrm>
          <a:custGeom>
            <a:avLst/>
            <a:gdLst>
              <a:gd name="T0" fmla="*/ 15 w 522"/>
              <a:gd name="T1" fmla="*/ 0 h 123"/>
              <a:gd name="T2" fmla="*/ 508 w 522"/>
              <a:gd name="T3" fmla="*/ 0 h 123"/>
              <a:gd name="T4" fmla="*/ 509 w 522"/>
              <a:gd name="T5" fmla="*/ 0 h 123"/>
              <a:gd name="T6" fmla="*/ 521 w 522"/>
              <a:gd name="T7" fmla="*/ 9 h 123"/>
              <a:gd name="T8" fmla="*/ 522 w 522"/>
              <a:gd name="T9" fmla="*/ 14 h 123"/>
              <a:gd name="T10" fmla="*/ 522 w 522"/>
              <a:gd name="T11" fmla="*/ 109 h 123"/>
              <a:gd name="T12" fmla="*/ 522 w 522"/>
              <a:gd name="T13" fmla="*/ 111 h 123"/>
              <a:gd name="T14" fmla="*/ 512 w 522"/>
              <a:gd name="T15" fmla="*/ 122 h 123"/>
              <a:gd name="T16" fmla="*/ 507 w 522"/>
              <a:gd name="T17" fmla="*/ 123 h 123"/>
              <a:gd name="T18" fmla="*/ 14 w 522"/>
              <a:gd name="T19" fmla="*/ 123 h 123"/>
              <a:gd name="T20" fmla="*/ 13 w 522"/>
              <a:gd name="T21" fmla="*/ 123 h 123"/>
              <a:gd name="T22" fmla="*/ 1 w 522"/>
              <a:gd name="T23" fmla="*/ 114 h 123"/>
              <a:gd name="T24" fmla="*/ 0 w 522"/>
              <a:gd name="T25" fmla="*/ 108 h 123"/>
              <a:gd name="T26" fmla="*/ 0 w 522"/>
              <a:gd name="T27" fmla="*/ 14 h 123"/>
              <a:gd name="T28" fmla="*/ 0 w 522"/>
              <a:gd name="T29" fmla="*/ 12 h 123"/>
              <a:gd name="T30" fmla="*/ 10 w 522"/>
              <a:gd name="T31" fmla="*/ 1 h 123"/>
              <a:gd name="T32" fmla="*/ 15 w 522"/>
              <a:gd name="T3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2" h="123">
                <a:moveTo>
                  <a:pt x="15" y="0"/>
                </a:moveTo>
                <a:cubicBezTo>
                  <a:pt x="508" y="0"/>
                  <a:pt x="508" y="0"/>
                  <a:pt x="508" y="0"/>
                </a:cubicBezTo>
                <a:cubicBezTo>
                  <a:pt x="509" y="0"/>
                  <a:pt x="509" y="0"/>
                  <a:pt x="509" y="0"/>
                </a:cubicBezTo>
                <a:cubicBezTo>
                  <a:pt x="515" y="1"/>
                  <a:pt x="519" y="4"/>
                  <a:pt x="521" y="9"/>
                </a:cubicBezTo>
                <a:cubicBezTo>
                  <a:pt x="522" y="11"/>
                  <a:pt x="522" y="13"/>
                  <a:pt x="522" y="14"/>
                </a:cubicBezTo>
                <a:cubicBezTo>
                  <a:pt x="522" y="109"/>
                  <a:pt x="522" y="109"/>
                  <a:pt x="522" y="109"/>
                </a:cubicBezTo>
                <a:cubicBezTo>
                  <a:pt x="522" y="111"/>
                  <a:pt x="522" y="111"/>
                  <a:pt x="522" y="111"/>
                </a:cubicBezTo>
                <a:cubicBezTo>
                  <a:pt x="521" y="116"/>
                  <a:pt x="517" y="120"/>
                  <a:pt x="512" y="122"/>
                </a:cubicBezTo>
                <a:cubicBezTo>
                  <a:pt x="511" y="123"/>
                  <a:pt x="509" y="123"/>
                  <a:pt x="507" y="123"/>
                </a:cubicBezTo>
                <a:cubicBezTo>
                  <a:pt x="14" y="123"/>
                  <a:pt x="14" y="123"/>
                  <a:pt x="14" y="123"/>
                </a:cubicBezTo>
                <a:cubicBezTo>
                  <a:pt x="13" y="123"/>
                  <a:pt x="13" y="123"/>
                  <a:pt x="13" y="123"/>
                </a:cubicBezTo>
                <a:cubicBezTo>
                  <a:pt x="7" y="122"/>
                  <a:pt x="3" y="119"/>
                  <a:pt x="1" y="114"/>
                </a:cubicBezTo>
                <a:cubicBezTo>
                  <a:pt x="0" y="112"/>
                  <a:pt x="0" y="110"/>
                  <a:pt x="0" y="108"/>
                </a:cubicBezTo>
                <a:cubicBezTo>
                  <a:pt x="0" y="14"/>
                  <a:pt x="0" y="14"/>
                  <a:pt x="0" y="14"/>
                </a:cubicBezTo>
                <a:cubicBezTo>
                  <a:pt x="0" y="12"/>
                  <a:pt x="0" y="12"/>
                  <a:pt x="0" y="12"/>
                </a:cubicBezTo>
                <a:cubicBezTo>
                  <a:pt x="1" y="7"/>
                  <a:pt x="5" y="3"/>
                  <a:pt x="10" y="1"/>
                </a:cubicBezTo>
                <a:cubicBezTo>
                  <a:pt x="11" y="0"/>
                  <a:pt x="13" y="0"/>
                  <a:pt x="15" y="0"/>
                </a:cubicBezTo>
                <a:close/>
              </a:path>
            </a:pathLst>
          </a:custGeom>
          <a:solidFill>
            <a:srgbClr val="74A7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 name="Freeform 7"/>
          <p:cNvSpPr>
            <a:spLocks/>
          </p:cNvSpPr>
          <p:nvPr/>
        </p:nvSpPr>
        <p:spPr bwMode="auto">
          <a:xfrm>
            <a:off x="7092950" y="349250"/>
            <a:ext cx="1762125" cy="1749425"/>
          </a:xfrm>
          <a:custGeom>
            <a:avLst/>
            <a:gdLst>
              <a:gd name="T0" fmla="*/ 117 w 200"/>
              <a:gd name="T1" fmla="*/ 7 h 199"/>
              <a:gd name="T2" fmla="*/ 193 w 200"/>
              <a:gd name="T3" fmla="*/ 83 h 199"/>
              <a:gd name="T4" fmla="*/ 195 w 200"/>
              <a:gd name="T5" fmla="*/ 85 h 199"/>
              <a:gd name="T6" fmla="*/ 199 w 200"/>
              <a:gd name="T7" fmla="*/ 94 h 199"/>
              <a:gd name="T8" fmla="*/ 199 w 200"/>
              <a:gd name="T9" fmla="*/ 96 h 199"/>
              <a:gd name="T10" fmla="*/ 198 w 200"/>
              <a:gd name="T11" fmla="*/ 108 h 199"/>
              <a:gd name="T12" fmla="*/ 197 w 200"/>
              <a:gd name="T13" fmla="*/ 110 h 199"/>
              <a:gd name="T14" fmla="*/ 192 w 200"/>
              <a:gd name="T15" fmla="*/ 117 h 199"/>
              <a:gd name="T16" fmla="*/ 116 w 200"/>
              <a:gd name="T17" fmla="*/ 193 h 199"/>
              <a:gd name="T18" fmla="*/ 114 w 200"/>
              <a:gd name="T19" fmla="*/ 194 h 199"/>
              <a:gd name="T20" fmla="*/ 106 w 200"/>
              <a:gd name="T21" fmla="*/ 198 h 199"/>
              <a:gd name="T22" fmla="*/ 103 w 200"/>
              <a:gd name="T23" fmla="*/ 199 h 199"/>
              <a:gd name="T24" fmla="*/ 92 w 200"/>
              <a:gd name="T25" fmla="*/ 198 h 199"/>
              <a:gd name="T26" fmla="*/ 90 w 200"/>
              <a:gd name="T27" fmla="*/ 197 h 199"/>
              <a:gd name="T28" fmla="*/ 83 w 200"/>
              <a:gd name="T29" fmla="*/ 192 h 199"/>
              <a:gd name="T30" fmla="*/ 7 w 200"/>
              <a:gd name="T31" fmla="*/ 116 h 199"/>
              <a:gd name="T32" fmla="*/ 5 w 200"/>
              <a:gd name="T33" fmla="*/ 114 h 199"/>
              <a:gd name="T34" fmla="*/ 1 w 200"/>
              <a:gd name="T35" fmla="*/ 105 h 199"/>
              <a:gd name="T36" fmla="*/ 1 w 200"/>
              <a:gd name="T37" fmla="*/ 103 h 199"/>
              <a:gd name="T38" fmla="*/ 2 w 200"/>
              <a:gd name="T39" fmla="*/ 91 h 199"/>
              <a:gd name="T40" fmla="*/ 3 w 200"/>
              <a:gd name="T41" fmla="*/ 89 h 199"/>
              <a:gd name="T42" fmla="*/ 7 w 200"/>
              <a:gd name="T43" fmla="*/ 82 h 199"/>
              <a:gd name="T44" fmla="*/ 83 w 200"/>
              <a:gd name="T45" fmla="*/ 6 h 199"/>
              <a:gd name="T46" fmla="*/ 85 w 200"/>
              <a:gd name="T47" fmla="*/ 5 h 199"/>
              <a:gd name="T48" fmla="*/ 94 w 200"/>
              <a:gd name="T49" fmla="*/ 1 h 199"/>
              <a:gd name="T50" fmla="*/ 96 w 200"/>
              <a:gd name="T51" fmla="*/ 0 h 199"/>
              <a:gd name="T52" fmla="*/ 108 w 200"/>
              <a:gd name="T53" fmla="*/ 1 h 199"/>
              <a:gd name="T54" fmla="*/ 110 w 200"/>
              <a:gd name="T55" fmla="*/ 2 h 199"/>
              <a:gd name="T56" fmla="*/ 117 w 200"/>
              <a:gd name="T57" fmla="*/ 7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0" h="199">
                <a:moveTo>
                  <a:pt x="117" y="7"/>
                </a:moveTo>
                <a:cubicBezTo>
                  <a:pt x="193" y="83"/>
                  <a:pt x="193" y="83"/>
                  <a:pt x="193" y="83"/>
                </a:cubicBezTo>
                <a:cubicBezTo>
                  <a:pt x="195" y="85"/>
                  <a:pt x="195" y="85"/>
                  <a:pt x="195" y="85"/>
                </a:cubicBezTo>
                <a:cubicBezTo>
                  <a:pt x="196" y="88"/>
                  <a:pt x="198" y="90"/>
                  <a:pt x="199" y="94"/>
                </a:cubicBezTo>
                <a:cubicBezTo>
                  <a:pt x="199" y="96"/>
                  <a:pt x="199" y="96"/>
                  <a:pt x="199" y="96"/>
                </a:cubicBezTo>
                <a:cubicBezTo>
                  <a:pt x="200" y="100"/>
                  <a:pt x="199" y="104"/>
                  <a:pt x="198" y="108"/>
                </a:cubicBezTo>
                <a:cubicBezTo>
                  <a:pt x="197" y="110"/>
                  <a:pt x="197" y="110"/>
                  <a:pt x="197" y="110"/>
                </a:cubicBezTo>
                <a:cubicBezTo>
                  <a:pt x="196" y="112"/>
                  <a:pt x="194" y="115"/>
                  <a:pt x="192" y="117"/>
                </a:cubicBezTo>
                <a:cubicBezTo>
                  <a:pt x="116" y="193"/>
                  <a:pt x="116" y="193"/>
                  <a:pt x="116" y="193"/>
                </a:cubicBezTo>
                <a:cubicBezTo>
                  <a:pt x="114" y="194"/>
                  <a:pt x="114" y="194"/>
                  <a:pt x="114" y="194"/>
                </a:cubicBezTo>
                <a:cubicBezTo>
                  <a:pt x="112" y="196"/>
                  <a:pt x="109" y="197"/>
                  <a:pt x="106" y="198"/>
                </a:cubicBezTo>
                <a:cubicBezTo>
                  <a:pt x="103" y="199"/>
                  <a:pt x="103" y="199"/>
                  <a:pt x="103" y="199"/>
                </a:cubicBezTo>
                <a:cubicBezTo>
                  <a:pt x="99" y="199"/>
                  <a:pt x="96" y="199"/>
                  <a:pt x="92" y="198"/>
                </a:cubicBezTo>
                <a:cubicBezTo>
                  <a:pt x="90" y="197"/>
                  <a:pt x="90" y="197"/>
                  <a:pt x="90" y="197"/>
                </a:cubicBezTo>
                <a:cubicBezTo>
                  <a:pt x="87" y="195"/>
                  <a:pt x="85" y="194"/>
                  <a:pt x="83" y="192"/>
                </a:cubicBezTo>
                <a:cubicBezTo>
                  <a:pt x="7" y="116"/>
                  <a:pt x="7" y="116"/>
                  <a:pt x="7" y="116"/>
                </a:cubicBezTo>
                <a:cubicBezTo>
                  <a:pt x="5" y="114"/>
                  <a:pt x="5" y="114"/>
                  <a:pt x="5" y="114"/>
                </a:cubicBezTo>
                <a:cubicBezTo>
                  <a:pt x="3" y="111"/>
                  <a:pt x="2" y="109"/>
                  <a:pt x="1" y="105"/>
                </a:cubicBezTo>
                <a:cubicBezTo>
                  <a:pt x="1" y="103"/>
                  <a:pt x="1" y="103"/>
                  <a:pt x="1" y="103"/>
                </a:cubicBezTo>
                <a:cubicBezTo>
                  <a:pt x="0" y="99"/>
                  <a:pt x="0" y="95"/>
                  <a:pt x="2" y="91"/>
                </a:cubicBezTo>
                <a:cubicBezTo>
                  <a:pt x="3" y="89"/>
                  <a:pt x="3" y="89"/>
                  <a:pt x="3" y="89"/>
                </a:cubicBezTo>
                <a:cubicBezTo>
                  <a:pt x="4" y="86"/>
                  <a:pt x="5" y="84"/>
                  <a:pt x="7" y="82"/>
                </a:cubicBezTo>
                <a:cubicBezTo>
                  <a:pt x="83" y="6"/>
                  <a:pt x="83" y="6"/>
                  <a:pt x="83" y="6"/>
                </a:cubicBezTo>
                <a:cubicBezTo>
                  <a:pt x="85" y="5"/>
                  <a:pt x="85" y="5"/>
                  <a:pt x="85" y="5"/>
                </a:cubicBezTo>
                <a:cubicBezTo>
                  <a:pt x="88" y="3"/>
                  <a:pt x="91" y="2"/>
                  <a:pt x="94" y="1"/>
                </a:cubicBezTo>
                <a:cubicBezTo>
                  <a:pt x="96" y="0"/>
                  <a:pt x="96" y="0"/>
                  <a:pt x="96" y="0"/>
                </a:cubicBezTo>
                <a:cubicBezTo>
                  <a:pt x="100" y="0"/>
                  <a:pt x="104" y="0"/>
                  <a:pt x="108" y="1"/>
                </a:cubicBezTo>
                <a:cubicBezTo>
                  <a:pt x="110" y="2"/>
                  <a:pt x="110" y="2"/>
                  <a:pt x="110" y="2"/>
                </a:cubicBezTo>
                <a:cubicBezTo>
                  <a:pt x="113" y="4"/>
                  <a:pt x="115" y="5"/>
                  <a:pt x="117" y="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 name="Freeform 8"/>
          <p:cNvSpPr>
            <a:spLocks/>
          </p:cNvSpPr>
          <p:nvPr/>
        </p:nvSpPr>
        <p:spPr bwMode="auto">
          <a:xfrm>
            <a:off x="7119938" y="376238"/>
            <a:ext cx="1700213" cy="1697038"/>
          </a:xfrm>
          <a:custGeom>
            <a:avLst/>
            <a:gdLst>
              <a:gd name="T0" fmla="*/ 111 w 193"/>
              <a:gd name="T1" fmla="*/ 8 h 193"/>
              <a:gd name="T2" fmla="*/ 186 w 193"/>
              <a:gd name="T3" fmla="*/ 83 h 193"/>
              <a:gd name="T4" fmla="*/ 186 w 193"/>
              <a:gd name="T5" fmla="*/ 110 h 193"/>
              <a:gd name="T6" fmla="*/ 111 w 193"/>
              <a:gd name="T7" fmla="*/ 185 h 193"/>
              <a:gd name="T8" fmla="*/ 83 w 193"/>
              <a:gd name="T9" fmla="*/ 185 h 193"/>
              <a:gd name="T10" fmla="*/ 8 w 193"/>
              <a:gd name="T11" fmla="*/ 110 h 193"/>
              <a:gd name="T12" fmla="*/ 8 w 193"/>
              <a:gd name="T13" fmla="*/ 83 h 193"/>
              <a:gd name="T14" fmla="*/ 83 w 193"/>
              <a:gd name="T15" fmla="*/ 8 h 193"/>
              <a:gd name="T16" fmla="*/ 111 w 193"/>
              <a:gd name="T17" fmla="*/ 8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93">
                <a:moveTo>
                  <a:pt x="111" y="8"/>
                </a:moveTo>
                <a:cubicBezTo>
                  <a:pt x="186" y="83"/>
                  <a:pt x="186" y="83"/>
                  <a:pt x="186" y="83"/>
                </a:cubicBezTo>
                <a:cubicBezTo>
                  <a:pt x="193" y="90"/>
                  <a:pt x="193" y="103"/>
                  <a:pt x="186" y="110"/>
                </a:cubicBezTo>
                <a:cubicBezTo>
                  <a:pt x="111" y="185"/>
                  <a:pt x="111" y="185"/>
                  <a:pt x="111" y="185"/>
                </a:cubicBezTo>
                <a:cubicBezTo>
                  <a:pt x="103" y="193"/>
                  <a:pt x="91" y="193"/>
                  <a:pt x="83" y="185"/>
                </a:cubicBezTo>
                <a:cubicBezTo>
                  <a:pt x="8" y="110"/>
                  <a:pt x="8" y="110"/>
                  <a:pt x="8" y="110"/>
                </a:cubicBezTo>
                <a:cubicBezTo>
                  <a:pt x="0" y="103"/>
                  <a:pt x="0" y="90"/>
                  <a:pt x="8" y="83"/>
                </a:cubicBezTo>
                <a:cubicBezTo>
                  <a:pt x="83" y="8"/>
                  <a:pt x="83" y="8"/>
                  <a:pt x="83" y="8"/>
                </a:cubicBezTo>
                <a:cubicBezTo>
                  <a:pt x="91" y="0"/>
                  <a:pt x="103" y="0"/>
                  <a:pt x="111" y="8"/>
                </a:cubicBezTo>
                <a:close/>
              </a:path>
            </a:pathLst>
          </a:custGeom>
          <a:solidFill>
            <a:srgbClr val="EA50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 name="Freeform 9"/>
          <p:cNvSpPr>
            <a:spLocks/>
          </p:cNvSpPr>
          <p:nvPr/>
        </p:nvSpPr>
        <p:spPr bwMode="auto">
          <a:xfrm>
            <a:off x="7323138" y="577850"/>
            <a:ext cx="1303338" cy="1292225"/>
          </a:xfrm>
          <a:custGeom>
            <a:avLst/>
            <a:gdLst>
              <a:gd name="T0" fmla="*/ 410 w 821"/>
              <a:gd name="T1" fmla="*/ 0 h 814"/>
              <a:gd name="T2" fmla="*/ 821 w 821"/>
              <a:gd name="T3" fmla="*/ 404 h 814"/>
              <a:gd name="T4" fmla="*/ 410 w 821"/>
              <a:gd name="T5" fmla="*/ 814 h 814"/>
              <a:gd name="T6" fmla="*/ 0 w 821"/>
              <a:gd name="T7" fmla="*/ 404 h 814"/>
              <a:gd name="T8" fmla="*/ 410 w 821"/>
              <a:gd name="T9" fmla="*/ 0 h 814"/>
              <a:gd name="T10" fmla="*/ 410 w 821"/>
              <a:gd name="T11" fmla="*/ 0 h 814"/>
            </a:gdLst>
            <a:ahLst/>
            <a:cxnLst>
              <a:cxn ang="0">
                <a:pos x="T0" y="T1"/>
              </a:cxn>
              <a:cxn ang="0">
                <a:pos x="T2" y="T3"/>
              </a:cxn>
              <a:cxn ang="0">
                <a:pos x="T4" y="T5"/>
              </a:cxn>
              <a:cxn ang="0">
                <a:pos x="T6" y="T7"/>
              </a:cxn>
              <a:cxn ang="0">
                <a:pos x="T8" y="T9"/>
              </a:cxn>
              <a:cxn ang="0">
                <a:pos x="T10" y="T11"/>
              </a:cxn>
            </a:cxnLst>
            <a:rect l="0" t="0" r="r" b="b"/>
            <a:pathLst>
              <a:path w="821" h="814">
                <a:moveTo>
                  <a:pt x="410" y="0"/>
                </a:moveTo>
                <a:lnTo>
                  <a:pt x="821" y="404"/>
                </a:lnTo>
                <a:lnTo>
                  <a:pt x="410" y="814"/>
                </a:lnTo>
                <a:lnTo>
                  <a:pt x="0" y="404"/>
                </a:lnTo>
                <a:lnTo>
                  <a:pt x="410" y="0"/>
                </a:lnTo>
                <a:lnTo>
                  <a:pt x="41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 name="Freeform 10"/>
          <p:cNvSpPr>
            <a:spLocks/>
          </p:cNvSpPr>
          <p:nvPr/>
        </p:nvSpPr>
        <p:spPr bwMode="auto">
          <a:xfrm>
            <a:off x="7383463" y="630238"/>
            <a:ext cx="1181100" cy="1179513"/>
          </a:xfrm>
          <a:custGeom>
            <a:avLst/>
            <a:gdLst>
              <a:gd name="T0" fmla="*/ 372 w 744"/>
              <a:gd name="T1" fmla="*/ 0 h 743"/>
              <a:gd name="T2" fmla="*/ 744 w 744"/>
              <a:gd name="T3" fmla="*/ 371 h 743"/>
              <a:gd name="T4" fmla="*/ 372 w 744"/>
              <a:gd name="T5" fmla="*/ 743 h 743"/>
              <a:gd name="T6" fmla="*/ 0 w 744"/>
              <a:gd name="T7" fmla="*/ 371 h 743"/>
              <a:gd name="T8" fmla="*/ 372 w 744"/>
              <a:gd name="T9" fmla="*/ 0 h 743"/>
              <a:gd name="T10" fmla="*/ 372 w 744"/>
              <a:gd name="T11" fmla="*/ 0 h 743"/>
            </a:gdLst>
            <a:ahLst/>
            <a:cxnLst>
              <a:cxn ang="0">
                <a:pos x="T0" y="T1"/>
              </a:cxn>
              <a:cxn ang="0">
                <a:pos x="T2" y="T3"/>
              </a:cxn>
              <a:cxn ang="0">
                <a:pos x="T4" y="T5"/>
              </a:cxn>
              <a:cxn ang="0">
                <a:pos x="T6" y="T7"/>
              </a:cxn>
              <a:cxn ang="0">
                <a:pos x="T8" y="T9"/>
              </a:cxn>
              <a:cxn ang="0">
                <a:pos x="T10" y="T11"/>
              </a:cxn>
            </a:cxnLst>
            <a:rect l="0" t="0" r="r" b="b"/>
            <a:pathLst>
              <a:path w="744" h="743">
                <a:moveTo>
                  <a:pt x="372" y="0"/>
                </a:moveTo>
                <a:lnTo>
                  <a:pt x="744" y="371"/>
                </a:lnTo>
                <a:lnTo>
                  <a:pt x="372" y="743"/>
                </a:lnTo>
                <a:lnTo>
                  <a:pt x="0" y="371"/>
                </a:lnTo>
                <a:lnTo>
                  <a:pt x="372" y="0"/>
                </a:lnTo>
                <a:lnTo>
                  <a:pt x="372" y="0"/>
                </a:lnTo>
                <a:close/>
              </a:path>
            </a:pathLst>
          </a:custGeom>
          <a:solidFill>
            <a:srgbClr val="7271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 name="Freeform 11"/>
          <p:cNvSpPr>
            <a:spLocks/>
          </p:cNvSpPr>
          <p:nvPr/>
        </p:nvSpPr>
        <p:spPr bwMode="auto">
          <a:xfrm>
            <a:off x="8959850" y="806450"/>
            <a:ext cx="44450" cy="827088"/>
          </a:xfrm>
          <a:custGeom>
            <a:avLst/>
            <a:gdLst>
              <a:gd name="T0" fmla="*/ 0 w 28"/>
              <a:gd name="T1" fmla="*/ 521 h 521"/>
              <a:gd name="T2" fmla="*/ 0 w 28"/>
              <a:gd name="T3" fmla="*/ 0 h 521"/>
              <a:gd name="T4" fmla="*/ 28 w 28"/>
              <a:gd name="T5" fmla="*/ 0 h 521"/>
              <a:gd name="T6" fmla="*/ 28 w 28"/>
              <a:gd name="T7" fmla="*/ 521 h 521"/>
              <a:gd name="T8" fmla="*/ 0 w 28"/>
              <a:gd name="T9" fmla="*/ 521 h 521"/>
              <a:gd name="T10" fmla="*/ 0 w 28"/>
              <a:gd name="T11" fmla="*/ 521 h 521"/>
            </a:gdLst>
            <a:ahLst/>
            <a:cxnLst>
              <a:cxn ang="0">
                <a:pos x="T0" y="T1"/>
              </a:cxn>
              <a:cxn ang="0">
                <a:pos x="T2" y="T3"/>
              </a:cxn>
              <a:cxn ang="0">
                <a:pos x="T4" y="T5"/>
              </a:cxn>
              <a:cxn ang="0">
                <a:pos x="T6" y="T7"/>
              </a:cxn>
              <a:cxn ang="0">
                <a:pos x="T8" y="T9"/>
              </a:cxn>
              <a:cxn ang="0">
                <a:pos x="T10" y="T11"/>
              </a:cxn>
            </a:cxnLst>
            <a:rect l="0" t="0" r="r" b="b"/>
            <a:pathLst>
              <a:path w="28" h="521">
                <a:moveTo>
                  <a:pt x="0" y="521"/>
                </a:moveTo>
                <a:lnTo>
                  <a:pt x="0" y="0"/>
                </a:lnTo>
                <a:lnTo>
                  <a:pt x="28" y="0"/>
                </a:lnTo>
                <a:lnTo>
                  <a:pt x="28" y="521"/>
                </a:lnTo>
                <a:lnTo>
                  <a:pt x="0" y="521"/>
                </a:lnTo>
                <a:lnTo>
                  <a:pt x="0" y="521"/>
                </a:lnTo>
                <a:close/>
              </a:path>
            </a:pathLst>
          </a:custGeom>
          <a:solidFill>
            <a:srgbClr val="5891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 name="Freeform 12"/>
          <p:cNvSpPr>
            <a:spLocks/>
          </p:cNvSpPr>
          <p:nvPr/>
        </p:nvSpPr>
        <p:spPr bwMode="auto">
          <a:xfrm>
            <a:off x="7797800" y="982663"/>
            <a:ext cx="220663" cy="474663"/>
          </a:xfrm>
          <a:custGeom>
            <a:avLst/>
            <a:gdLst>
              <a:gd name="T0" fmla="*/ 78 w 139"/>
              <a:gd name="T1" fmla="*/ 299 h 299"/>
              <a:gd name="T2" fmla="*/ 139 w 139"/>
              <a:gd name="T3" fmla="*/ 299 h 299"/>
              <a:gd name="T4" fmla="*/ 139 w 139"/>
              <a:gd name="T5" fmla="*/ 0 h 299"/>
              <a:gd name="T6" fmla="*/ 89 w 139"/>
              <a:gd name="T7" fmla="*/ 0 h 299"/>
              <a:gd name="T8" fmla="*/ 0 w 139"/>
              <a:gd name="T9" fmla="*/ 66 h 299"/>
              <a:gd name="T10" fmla="*/ 28 w 139"/>
              <a:gd name="T11" fmla="*/ 111 h 299"/>
              <a:gd name="T12" fmla="*/ 78 w 139"/>
              <a:gd name="T13" fmla="*/ 66 h 299"/>
              <a:gd name="T14" fmla="*/ 78 w 139"/>
              <a:gd name="T15" fmla="*/ 299 h 299"/>
              <a:gd name="T16" fmla="*/ 78 w 139"/>
              <a:gd name="T17" fmla="*/ 299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9" h="299">
                <a:moveTo>
                  <a:pt x="78" y="299"/>
                </a:moveTo>
                <a:lnTo>
                  <a:pt x="139" y="299"/>
                </a:lnTo>
                <a:lnTo>
                  <a:pt x="139" y="0"/>
                </a:lnTo>
                <a:lnTo>
                  <a:pt x="89" y="0"/>
                </a:lnTo>
                <a:lnTo>
                  <a:pt x="0" y="66"/>
                </a:lnTo>
                <a:lnTo>
                  <a:pt x="28" y="111"/>
                </a:lnTo>
                <a:lnTo>
                  <a:pt x="78" y="66"/>
                </a:lnTo>
                <a:lnTo>
                  <a:pt x="78" y="299"/>
                </a:lnTo>
                <a:lnTo>
                  <a:pt x="78" y="2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 name="Freeform 13"/>
          <p:cNvSpPr>
            <a:spLocks/>
          </p:cNvSpPr>
          <p:nvPr/>
        </p:nvSpPr>
        <p:spPr bwMode="auto">
          <a:xfrm>
            <a:off x="6916738" y="2160588"/>
            <a:ext cx="4686300" cy="1177925"/>
          </a:xfrm>
          <a:custGeom>
            <a:avLst/>
            <a:gdLst>
              <a:gd name="T0" fmla="*/ 512 w 532"/>
              <a:gd name="T1" fmla="*/ 0 h 134"/>
              <a:gd name="T2" fmla="*/ 20 w 532"/>
              <a:gd name="T3" fmla="*/ 0 h 134"/>
              <a:gd name="T4" fmla="*/ 0 w 532"/>
              <a:gd name="T5" fmla="*/ 20 h 134"/>
              <a:gd name="T6" fmla="*/ 0 w 532"/>
              <a:gd name="T7" fmla="*/ 114 h 134"/>
              <a:gd name="T8" fmla="*/ 20 w 532"/>
              <a:gd name="T9" fmla="*/ 134 h 134"/>
              <a:gd name="T10" fmla="*/ 512 w 532"/>
              <a:gd name="T11" fmla="*/ 134 h 134"/>
              <a:gd name="T12" fmla="*/ 532 w 532"/>
              <a:gd name="T13" fmla="*/ 114 h 134"/>
              <a:gd name="T14" fmla="*/ 532 w 532"/>
              <a:gd name="T15" fmla="*/ 20 h 134"/>
              <a:gd name="T16" fmla="*/ 512 w 532"/>
              <a:gd name="T1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2" h="134">
                <a:moveTo>
                  <a:pt x="512" y="0"/>
                </a:moveTo>
                <a:cubicBezTo>
                  <a:pt x="20" y="0"/>
                  <a:pt x="20" y="0"/>
                  <a:pt x="20" y="0"/>
                </a:cubicBezTo>
                <a:cubicBezTo>
                  <a:pt x="9" y="0"/>
                  <a:pt x="0" y="9"/>
                  <a:pt x="0" y="20"/>
                </a:cubicBezTo>
                <a:cubicBezTo>
                  <a:pt x="0" y="114"/>
                  <a:pt x="0" y="114"/>
                  <a:pt x="0" y="114"/>
                </a:cubicBezTo>
                <a:cubicBezTo>
                  <a:pt x="0" y="125"/>
                  <a:pt x="9" y="134"/>
                  <a:pt x="20" y="134"/>
                </a:cubicBezTo>
                <a:cubicBezTo>
                  <a:pt x="512" y="134"/>
                  <a:pt x="512" y="134"/>
                  <a:pt x="512" y="134"/>
                </a:cubicBezTo>
                <a:cubicBezTo>
                  <a:pt x="523" y="134"/>
                  <a:pt x="532" y="125"/>
                  <a:pt x="532" y="114"/>
                </a:cubicBezTo>
                <a:cubicBezTo>
                  <a:pt x="532" y="20"/>
                  <a:pt x="532" y="20"/>
                  <a:pt x="532" y="20"/>
                </a:cubicBezTo>
                <a:cubicBezTo>
                  <a:pt x="532" y="9"/>
                  <a:pt x="523" y="0"/>
                  <a:pt x="512" y="0"/>
                </a:cubicBezTo>
                <a:close/>
              </a:path>
            </a:pathLst>
          </a:custGeom>
          <a:solidFill>
            <a:srgbClr val="7271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 name="Freeform 14"/>
          <p:cNvSpPr>
            <a:spLocks/>
          </p:cNvSpPr>
          <p:nvPr/>
        </p:nvSpPr>
        <p:spPr bwMode="auto">
          <a:xfrm>
            <a:off x="6961188" y="2205038"/>
            <a:ext cx="4597400" cy="1090613"/>
          </a:xfrm>
          <a:custGeom>
            <a:avLst/>
            <a:gdLst>
              <a:gd name="T0" fmla="*/ 507 w 522"/>
              <a:gd name="T1" fmla="*/ 0 h 124"/>
              <a:gd name="T2" fmla="*/ 14 w 522"/>
              <a:gd name="T3" fmla="*/ 0 h 124"/>
              <a:gd name="T4" fmla="*/ 13 w 522"/>
              <a:gd name="T5" fmla="*/ 0 h 124"/>
              <a:gd name="T6" fmla="*/ 1 w 522"/>
              <a:gd name="T7" fmla="*/ 10 h 124"/>
              <a:gd name="T8" fmla="*/ 0 w 522"/>
              <a:gd name="T9" fmla="*/ 15 h 124"/>
              <a:gd name="T10" fmla="*/ 0 w 522"/>
              <a:gd name="T11" fmla="*/ 110 h 124"/>
              <a:gd name="T12" fmla="*/ 0 w 522"/>
              <a:gd name="T13" fmla="*/ 111 h 124"/>
              <a:gd name="T14" fmla="*/ 10 w 522"/>
              <a:gd name="T15" fmla="*/ 123 h 124"/>
              <a:gd name="T16" fmla="*/ 15 w 522"/>
              <a:gd name="T17" fmla="*/ 124 h 124"/>
              <a:gd name="T18" fmla="*/ 508 w 522"/>
              <a:gd name="T19" fmla="*/ 124 h 124"/>
              <a:gd name="T20" fmla="*/ 509 w 522"/>
              <a:gd name="T21" fmla="*/ 124 h 124"/>
              <a:gd name="T22" fmla="*/ 521 w 522"/>
              <a:gd name="T23" fmla="*/ 114 h 124"/>
              <a:gd name="T24" fmla="*/ 522 w 522"/>
              <a:gd name="T25" fmla="*/ 109 h 124"/>
              <a:gd name="T26" fmla="*/ 522 w 522"/>
              <a:gd name="T27" fmla="*/ 14 h 124"/>
              <a:gd name="T28" fmla="*/ 522 w 522"/>
              <a:gd name="T29" fmla="*/ 13 h 124"/>
              <a:gd name="T30" fmla="*/ 512 w 522"/>
              <a:gd name="T31" fmla="*/ 1 h 124"/>
              <a:gd name="T32" fmla="*/ 507 w 522"/>
              <a:gd name="T3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2" h="124">
                <a:moveTo>
                  <a:pt x="507" y="0"/>
                </a:moveTo>
                <a:cubicBezTo>
                  <a:pt x="14" y="0"/>
                  <a:pt x="14" y="0"/>
                  <a:pt x="14" y="0"/>
                </a:cubicBezTo>
                <a:cubicBezTo>
                  <a:pt x="13" y="0"/>
                  <a:pt x="13" y="0"/>
                  <a:pt x="13" y="0"/>
                </a:cubicBezTo>
                <a:cubicBezTo>
                  <a:pt x="7" y="1"/>
                  <a:pt x="3" y="5"/>
                  <a:pt x="1" y="10"/>
                </a:cubicBezTo>
                <a:cubicBezTo>
                  <a:pt x="0" y="12"/>
                  <a:pt x="0" y="13"/>
                  <a:pt x="0" y="15"/>
                </a:cubicBezTo>
                <a:cubicBezTo>
                  <a:pt x="0" y="110"/>
                  <a:pt x="0" y="110"/>
                  <a:pt x="0" y="110"/>
                </a:cubicBezTo>
                <a:cubicBezTo>
                  <a:pt x="0" y="111"/>
                  <a:pt x="0" y="111"/>
                  <a:pt x="0" y="111"/>
                </a:cubicBezTo>
                <a:cubicBezTo>
                  <a:pt x="1" y="117"/>
                  <a:pt x="5" y="121"/>
                  <a:pt x="10" y="123"/>
                </a:cubicBezTo>
                <a:cubicBezTo>
                  <a:pt x="11" y="124"/>
                  <a:pt x="13" y="124"/>
                  <a:pt x="15" y="124"/>
                </a:cubicBezTo>
                <a:cubicBezTo>
                  <a:pt x="508" y="124"/>
                  <a:pt x="508" y="124"/>
                  <a:pt x="508" y="124"/>
                </a:cubicBezTo>
                <a:cubicBezTo>
                  <a:pt x="509" y="124"/>
                  <a:pt x="509" y="124"/>
                  <a:pt x="509" y="124"/>
                </a:cubicBezTo>
                <a:cubicBezTo>
                  <a:pt x="515" y="123"/>
                  <a:pt x="519" y="119"/>
                  <a:pt x="521" y="114"/>
                </a:cubicBezTo>
                <a:cubicBezTo>
                  <a:pt x="522" y="112"/>
                  <a:pt x="522" y="111"/>
                  <a:pt x="522" y="109"/>
                </a:cubicBezTo>
                <a:cubicBezTo>
                  <a:pt x="522" y="14"/>
                  <a:pt x="522" y="14"/>
                  <a:pt x="522" y="14"/>
                </a:cubicBezTo>
                <a:cubicBezTo>
                  <a:pt x="522" y="13"/>
                  <a:pt x="522" y="13"/>
                  <a:pt x="522" y="13"/>
                </a:cubicBezTo>
                <a:cubicBezTo>
                  <a:pt x="521" y="7"/>
                  <a:pt x="517" y="3"/>
                  <a:pt x="512" y="1"/>
                </a:cubicBezTo>
                <a:cubicBezTo>
                  <a:pt x="511" y="1"/>
                  <a:pt x="509" y="0"/>
                  <a:pt x="507" y="0"/>
                </a:cubicBezTo>
                <a:close/>
              </a:path>
            </a:pathLst>
          </a:custGeom>
          <a:solidFill>
            <a:srgbClr val="EA50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 name="Freeform 15"/>
          <p:cNvSpPr>
            <a:spLocks/>
          </p:cNvSpPr>
          <p:nvPr/>
        </p:nvSpPr>
        <p:spPr bwMode="auto">
          <a:xfrm>
            <a:off x="9664700" y="1870075"/>
            <a:ext cx="1762125" cy="1758950"/>
          </a:xfrm>
          <a:custGeom>
            <a:avLst/>
            <a:gdLst>
              <a:gd name="T0" fmla="*/ 83 w 200"/>
              <a:gd name="T1" fmla="*/ 8 h 200"/>
              <a:gd name="T2" fmla="*/ 7 w 200"/>
              <a:gd name="T3" fmla="*/ 84 h 200"/>
              <a:gd name="T4" fmla="*/ 5 w 200"/>
              <a:gd name="T5" fmla="*/ 86 h 200"/>
              <a:gd name="T6" fmla="*/ 1 w 200"/>
              <a:gd name="T7" fmla="*/ 94 h 200"/>
              <a:gd name="T8" fmla="*/ 1 w 200"/>
              <a:gd name="T9" fmla="*/ 97 h 200"/>
              <a:gd name="T10" fmla="*/ 2 w 200"/>
              <a:gd name="T11" fmla="*/ 108 h 200"/>
              <a:gd name="T12" fmla="*/ 3 w 200"/>
              <a:gd name="T13" fmla="*/ 110 h 200"/>
              <a:gd name="T14" fmla="*/ 8 w 200"/>
              <a:gd name="T15" fmla="*/ 117 h 200"/>
              <a:gd name="T16" fmla="*/ 84 w 200"/>
              <a:gd name="T17" fmla="*/ 193 h 200"/>
              <a:gd name="T18" fmla="*/ 86 w 200"/>
              <a:gd name="T19" fmla="*/ 195 h 200"/>
              <a:gd name="T20" fmla="*/ 94 w 200"/>
              <a:gd name="T21" fmla="*/ 199 h 200"/>
              <a:gd name="T22" fmla="*/ 97 w 200"/>
              <a:gd name="T23" fmla="*/ 199 h 200"/>
              <a:gd name="T24" fmla="*/ 108 w 200"/>
              <a:gd name="T25" fmla="*/ 198 h 200"/>
              <a:gd name="T26" fmla="*/ 110 w 200"/>
              <a:gd name="T27" fmla="*/ 197 h 200"/>
              <a:gd name="T28" fmla="*/ 117 w 200"/>
              <a:gd name="T29" fmla="*/ 192 h 200"/>
              <a:gd name="T30" fmla="*/ 193 w 200"/>
              <a:gd name="T31" fmla="*/ 117 h 200"/>
              <a:gd name="T32" fmla="*/ 195 w 200"/>
              <a:gd name="T33" fmla="*/ 115 h 200"/>
              <a:gd name="T34" fmla="*/ 199 w 200"/>
              <a:gd name="T35" fmla="*/ 106 h 200"/>
              <a:gd name="T36" fmla="*/ 199 w 200"/>
              <a:gd name="T37" fmla="*/ 104 h 200"/>
              <a:gd name="T38" fmla="*/ 198 w 200"/>
              <a:gd name="T39" fmla="*/ 92 h 200"/>
              <a:gd name="T40" fmla="*/ 197 w 200"/>
              <a:gd name="T41" fmla="*/ 90 h 200"/>
              <a:gd name="T42" fmla="*/ 192 w 200"/>
              <a:gd name="T43" fmla="*/ 83 h 200"/>
              <a:gd name="T44" fmla="*/ 117 w 200"/>
              <a:gd name="T45" fmla="*/ 7 h 200"/>
              <a:gd name="T46" fmla="*/ 115 w 200"/>
              <a:gd name="T47" fmla="*/ 5 h 200"/>
              <a:gd name="T48" fmla="*/ 106 w 200"/>
              <a:gd name="T49" fmla="*/ 1 h 200"/>
              <a:gd name="T50" fmla="*/ 104 w 200"/>
              <a:gd name="T51" fmla="*/ 1 h 200"/>
              <a:gd name="T52" fmla="*/ 92 w 200"/>
              <a:gd name="T53" fmla="*/ 2 h 200"/>
              <a:gd name="T54" fmla="*/ 90 w 200"/>
              <a:gd name="T55" fmla="*/ 3 h 200"/>
              <a:gd name="T56" fmla="*/ 83 w 200"/>
              <a:gd name="T57" fmla="*/ 8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0" h="200">
                <a:moveTo>
                  <a:pt x="83" y="8"/>
                </a:moveTo>
                <a:cubicBezTo>
                  <a:pt x="7" y="84"/>
                  <a:pt x="7" y="84"/>
                  <a:pt x="7" y="84"/>
                </a:cubicBezTo>
                <a:cubicBezTo>
                  <a:pt x="5" y="86"/>
                  <a:pt x="5" y="86"/>
                  <a:pt x="5" y="86"/>
                </a:cubicBezTo>
                <a:cubicBezTo>
                  <a:pt x="3" y="88"/>
                  <a:pt x="2" y="91"/>
                  <a:pt x="1" y="94"/>
                </a:cubicBezTo>
                <a:cubicBezTo>
                  <a:pt x="1" y="97"/>
                  <a:pt x="1" y="97"/>
                  <a:pt x="1" y="97"/>
                </a:cubicBezTo>
                <a:cubicBezTo>
                  <a:pt x="0" y="101"/>
                  <a:pt x="1" y="104"/>
                  <a:pt x="2" y="108"/>
                </a:cubicBezTo>
                <a:cubicBezTo>
                  <a:pt x="3" y="110"/>
                  <a:pt x="3" y="110"/>
                  <a:pt x="3" y="110"/>
                </a:cubicBezTo>
                <a:cubicBezTo>
                  <a:pt x="4" y="113"/>
                  <a:pt x="6" y="115"/>
                  <a:pt x="8" y="117"/>
                </a:cubicBezTo>
                <a:cubicBezTo>
                  <a:pt x="84" y="193"/>
                  <a:pt x="84" y="193"/>
                  <a:pt x="84" y="193"/>
                </a:cubicBezTo>
                <a:cubicBezTo>
                  <a:pt x="86" y="195"/>
                  <a:pt x="86" y="195"/>
                  <a:pt x="86" y="195"/>
                </a:cubicBezTo>
                <a:cubicBezTo>
                  <a:pt x="88" y="197"/>
                  <a:pt x="91" y="198"/>
                  <a:pt x="94" y="199"/>
                </a:cubicBezTo>
                <a:cubicBezTo>
                  <a:pt x="97" y="199"/>
                  <a:pt x="97" y="199"/>
                  <a:pt x="97" y="199"/>
                </a:cubicBezTo>
                <a:cubicBezTo>
                  <a:pt x="101" y="200"/>
                  <a:pt x="104" y="199"/>
                  <a:pt x="108" y="198"/>
                </a:cubicBezTo>
                <a:cubicBezTo>
                  <a:pt x="110" y="197"/>
                  <a:pt x="110" y="197"/>
                  <a:pt x="110" y="197"/>
                </a:cubicBezTo>
                <a:cubicBezTo>
                  <a:pt x="113" y="196"/>
                  <a:pt x="115" y="194"/>
                  <a:pt x="117" y="192"/>
                </a:cubicBezTo>
                <a:cubicBezTo>
                  <a:pt x="193" y="117"/>
                  <a:pt x="193" y="117"/>
                  <a:pt x="193" y="117"/>
                </a:cubicBezTo>
                <a:cubicBezTo>
                  <a:pt x="195" y="115"/>
                  <a:pt x="195" y="115"/>
                  <a:pt x="195" y="115"/>
                </a:cubicBezTo>
                <a:cubicBezTo>
                  <a:pt x="197" y="112"/>
                  <a:pt x="198" y="109"/>
                  <a:pt x="199" y="106"/>
                </a:cubicBezTo>
                <a:cubicBezTo>
                  <a:pt x="199" y="104"/>
                  <a:pt x="199" y="104"/>
                  <a:pt x="199" y="104"/>
                </a:cubicBezTo>
                <a:cubicBezTo>
                  <a:pt x="200" y="99"/>
                  <a:pt x="200" y="96"/>
                  <a:pt x="198" y="92"/>
                </a:cubicBezTo>
                <a:cubicBezTo>
                  <a:pt x="197" y="90"/>
                  <a:pt x="197" y="90"/>
                  <a:pt x="197" y="90"/>
                </a:cubicBezTo>
                <a:cubicBezTo>
                  <a:pt x="196" y="87"/>
                  <a:pt x="195" y="85"/>
                  <a:pt x="192" y="83"/>
                </a:cubicBezTo>
                <a:cubicBezTo>
                  <a:pt x="117" y="7"/>
                  <a:pt x="117" y="7"/>
                  <a:pt x="117" y="7"/>
                </a:cubicBezTo>
                <a:cubicBezTo>
                  <a:pt x="115" y="5"/>
                  <a:pt x="115" y="5"/>
                  <a:pt x="115" y="5"/>
                </a:cubicBezTo>
                <a:cubicBezTo>
                  <a:pt x="112" y="3"/>
                  <a:pt x="109" y="2"/>
                  <a:pt x="106" y="1"/>
                </a:cubicBezTo>
                <a:cubicBezTo>
                  <a:pt x="104" y="1"/>
                  <a:pt x="104" y="1"/>
                  <a:pt x="104" y="1"/>
                </a:cubicBezTo>
                <a:cubicBezTo>
                  <a:pt x="100" y="0"/>
                  <a:pt x="96" y="1"/>
                  <a:pt x="92" y="2"/>
                </a:cubicBezTo>
                <a:cubicBezTo>
                  <a:pt x="90" y="3"/>
                  <a:pt x="90" y="3"/>
                  <a:pt x="90" y="3"/>
                </a:cubicBezTo>
                <a:cubicBezTo>
                  <a:pt x="87" y="4"/>
                  <a:pt x="85" y="6"/>
                  <a:pt x="83" y="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 name="Freeform 16"/>
          <p:cNvSpPr>
            <a:spLocks/>
          </p:cNvSpPr>
          <p:nvPr/>
        </p:nvSpPr>
        <p:spPr bwMode="auto">
          <a:xfrm>
            <a:off x="9699625" y="1906588"/>
            <a:ext cx="1700213" cy="1697038"/>
          </a:xfrm>
          <a:custGeom>
            <a:avLst/>
            <a:gdLst>
              <a:gd name="T0" fmla="*/ 82 w 193"/>
              <a:gd name="T1" fmla="*/ 7 h 193"/>
              <a:gd name="T2" fmla="*/ 7 w 193"/>
              <a:gd name="T3" fmla="*/ 82 h 193"/>
              <a:gd name="T4" fmla="*/ 7 w 193"/>
              <a:gd name="T5" fmla="*/ 110 h 193"/>
              <a:gd name="T6" fmla="*/ 82 w 193"/>
              <a:gd name="T7" fmla="*/ 185 h 193"/>
              <a:gd name="T8" fmla="*/ 110 w 193"/>
              <a:gd name="T9" fmla="*/ 185 h 193"/>
              <a:gd name="T10" fmla="*/ 185 w 193"/>
              <a:gd name="T11" fmla="*/ 110 h 193"/>
              <a:gd name="T12" fmla="*/ 185 w 193"/>
              <a:gd name="T13" fmla="*/ 82 h 193"/>
              <a:gd name="T14" fmla="*/ 110 w 193"/>
              <a:gd name="T15" fmla="*/ 7 h 193"/>
              <a:gd name="T16" fmla="*/ 82 w 193"/>
              <a:gd name="T17"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93">
                <a:moveTo>
                  <a:pt x="82" y="7"/>
                </a:moveTo>
                <a:cubicBezTo>
                  <a:pt x="7" y="82"/>
                  <a:pt x="7" y="82"/>
                  <a:pt x="7" y="82"/>
                </a:cubicBezTo>
                <a:cubicBezTo>
                  <a:pt x="0" y="90"/>
                  <a:pt x="0" y="102"/>
                  <a:pt x="7" y="110"/>
                </a:cubicBezTo>
                <a:cubicBezTo>
                  <a:pt x="82" y="185"/>
                  <a:pt x="82" y="185"/>
                  <a:pt x="82" y="185"/>
                </a:cubicBezTo>
                <a:cubicBezTo>
                  <a:pt x="90" y="193"/>
                  <a:pt x="102" y="193"/>
                  <a:pt x="110" y="185"/>
                </a:cubicBezTo>
                <a:cubicBezTo>
                  <a:pt x="185" y="110"/>
                  <a:pt x="185" y="110"/>
                  <a:pt x="185" y="110"/>
                </a:cubicBezTo>
                <a:cubicBezTo>
                  <a:pt x="193" y="102"/>
                  <a:pt x="193" y="90"/>
                  <a:pt x="185" y="82"/>
                </a:cubicBezTo>
                <a:cubicBezTo>
                  <a:pt x="110" y="7"/>
                  <a:pt x="110" y="7"/>
                  <a:pt x="110" y="7"/>
                </a:cubicBezTo>
                <a:cubicBezTo>
                  <a:pt x="102" y="0"/>
                  <a:pt x="90" y="0"/>
                  <a:pt x="82" y="7"/>
                </a:cubicBezTo>
                <a:close/>
              </a:path>
            </a:pathLst>
          </a:custGeom>
          <a:solidFill>
            <a:srgbClr val="74A7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 name="Freeform 17"/>
          <p:cNvSpPr>
            <a:spLocks/>
          </p:cNvSpPr>
          <p:nvPr/>
        </p:nvSpPr>
        <p:spPr bwMode="auto">
          <a:xfrm>
            <a:off x="9893300" y="2098675"/>
            <a:ext cx="1303338" cy="1301750"/>
          </a:xfrm>
          <a:custGeom>
            <a:avLst/>
            <a:gdLst>
              <a:gd name="T0" fmla="*/ 411 w 821"/>
              <a:gd name="T1" fmla="*/ 0 h 820"/>
              <a:gd name="T2" fmla="*/ 0 w 821"/>
              <a:gd name="T3" fmla="*/ 410 h 820"/>
              <a:gd name="T4" fmla="*/ 411 w 821"/>
              <a:gd name="T5" fmla="*/ 820 h 820"/>
              <a:gd name="T6" fmla="*/ 821 w 821"/>
              <a:gd name="T7" fmla="*/ 410 h 820"/>
              <a:gd name="T8" fmla="*/ 411 w 821"/>
              <a:gd name="T9" fmla="*/ 0 h 820"/>
              <a:gd name="T10" fmla="*/ 411 w 821"/>
              <a:gd name="T11" fmla="*/ 0 h 820"/>
            </a:gdLst>
            <a:ahLst/>
            <a:cxnLst>
              <a:cxn ang="0">
                <a:pos x="T0" y="T1"/>
              </a:cxn>
              <a:cxn ang="0">
                <a:pos x="T2" y="T3"/>
              </a:cxn>
              <a:cxn ang="0">
                <a:pos x="T4" y="T5"/>
              </a:cxn>
              <a:cxn ang="0">
                <a:pos x="T6" y="T7"/>
              </a:cxn>
              <a:cxn ang="0">
                <a:pos x="T8" y="T9"/>
              </a:cxn>
              <a:cxn ang="0">
                <a:pos x="T10" y="T11"/>
              </a:cxn>
            </a:cxnLst>
            <a:rect l="0" t="0" r="r" b="b"/>
            <a:pathLst>
              <a:path w="821" h="820">
                <a:moveTo>
                  <a:pt x="411" y="0"/>
                </a:moveTo>
                <a:lnTo>
                  <a:pt x="0" y="410"/>
                </a:lnTo>
                <a:lnTo>
                  <a:pt x="411" y="820"/>
                </a:lnTo>
                <a:lnTo>
                  <a:pt x="821" y="410"/>
                </a:lnTo>
                <a:lnTo>
                  <a:pt x="411" y="0"/>
                </a:lnTo>
                <a:lnTo>
                  <a:pt x="41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 name="Freeform 18"/>
          <p:cNvSpPr>
            <a:spLocks/>
          </p:cNvSpPr>
          <p:nvPr/>
        </p:nvSpPr>
        <p:spPr bwMode="auto">
          <a:xfrm>
            <a:off x="9955213" y="2160588"/>
            <a:ext cx="1181100" cy="1177925"/>
          </a:xfrm>
          <a:custGeom>
            <a:avLst/>
            <a:gdLst>
              <a:gd name="T0" fmla="*/ 372 w 744"/>
              <a:gd name="T1" fmla="*/ 0 h 742"/>
              <a:gd name="T2" fmla="*/ 0 w 744"/>
              <a:gd name="T3" fmla="*/ 371 h 742"/>
              <a:gd name="T4" fmla="*/ 372 w 744"/>
              <a:gd name="T5" fmla="*/ 742 h 742"/>
              <a:gd name="T6" fmla="*/ 744 w 744"/>
              <a:gd name="T7" fmla="*/ 371 h 742"/>
              <a:gd name="T8" fmla="*/ 372 w 744"/>
              <a:gd name="T9" fmla="*/ 0 h 742"/>
              <a:gd name="T10" fmla="*/ 372 w 744"/>
              <a:gd name="T11" fmla="*/ 0 h 742"/>
            </a:gdLst>
            <a:ahLst/>
            <a:cxnLst>
              <a:cxn ang="0">
                <a:pos x="T0" y="T1"/>
              </a:cxn>
              <a:cxn ang="0">
                <a:pos x="T2" y="T3"/>
              </a:cxn>
              <a:cxn ang="0">
                <a:pos x="T4" y="T5"/>
              </a:cxn>
              <a:cxn ang="0">
                <a:pos x="T6" y="T7"/>
              </a:cxn>
              <a:cxn ang="0">
                <a:pos x="T8" y="T9"/>
              </a:cxn>
              <a:cxn ang="0">
                <a:pos x="T10" y="T11"/>
              </a:cxn>
            </a:cxnLst>
            <a:rect l="0" t="0" r="r" b="b"/>
            <a:pathLst>
              <a:path w="744" h="742">
                <a:moveTo>
                  <a:pt x="372" y="0"/>
                </a:moveTo>
                <a:lnTo>
                  <a:pt x="0" y="371"/>
                </a:lnTo>
                <a:lnTo>
                  <a:pt x="372" y="742"/>
                </a:lnTo>
                <a:lnTo>
                  <a:pt x="744" y="371"/>
                </a:lnTo>
                <a:lnTo>
                  <a:pt x="372" y="0"/>
                </a:lnTo>
                <a:lnTo>
                  <a:pt x="372" y="0"/>
                </a:lnTo>
                <a:close/>
              </a:path>
            </a:pathLst>
          </a:custGeom>
          <a:solidFill>
            <a:srgbClr val="7271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 name="Freeform 19"/>
          <p:cNvSpPr>
            <a:spLocks/>
          </p:cNvSpPr>
          <p:nvPr/>
        </p:nvSpPr>
        <p:spPr bwMode="auto">
          <a:xfrm>
            <a:off x="9515475" y="2336800"/>
            <a:ext cx="44450" cy="827088"/>
          </a:xfrm>
          <a:custGeom>
            <a:avLst/>
            <a:gdLst>
              <a:gd name="T0" fmla="*/ 28 w 28"/>
              <a:gd name="T1" fmla="*/ 521 h 521"/>
              <a:gd name="T2" fmla="*/ 28 w 28"/>
              <a:gd name="T3" fmla="*/ 0 h 521"/>
              <a:gd name="T4" fmla="*/ 0 w 28"/>
              <a:gd name="T5" fmla="*/ 0 h 521"/>
              <a:gd name="T6" fmla="*/ 0 w 28"/>
              <a:gd name="T7" fmla="*/ 521 h 521"/>
              <a:gd name="T8" fmla="*/ 28 w 28"/>
              <a:gd name="T9" fmla="*/ 521 h 521"/>
              <a:gd name="T10" fmla="*/ 28 w 28"/>
              <a:gd name="T11" fmla="*/ 521 h 521"/>
            </a:gdLst>
            <a:ahLst/>
            <a:cxnLst>
              <a:cxn ang="0">
                <a:pos x="T0" y="T1"/>
              </a:cxn>
              <a:cxn ang="0">
                <a:pos x="T2" y="T3"/>
              </a:cxn>
              <a:cxn ang="0">
                <a:pos x="T4" y="T5"/>
              </a:cxn>
              <a:cxn ang="0">
                <a:pos x="T6" y="T7"/>
              </a:cxn>
              <a:cxn ang="0">
                <a:pos x="T8" y="T9"/>
              </a:cxn>
              <a:cxn ang="0">
                <a:pos x="T10" y="T11"/>
              </a:cxn>
            </a:cxnLst>
            <a:rect l="0" t="0" r="r" b="b"/>
            <a:pathLst>
              <a:path w="28" h="521">
                <a:moveTo>
                  <a:pt x="28" y="521"/>
                </a:moveTo>
                <a:lnTo>
                  <a:pt x="28" y="0"/>
                </a:lnTo>
                <a:lnTo>
                  <a:pt x="0" y="0"/>
                </a:lnTo>
                <a:lnTo>
                  <a:pt x="0" y="521"/>
                </a:lnTo>
                <a:lnTo>
                  <a:pt x="28" y="521"/>
                </a:lnTo>
                <a:lnTo>
                  <a:pt x="28" y="521"/>
                </a:lnTo>
                <a:close/>
              </a:path>
            </a:pathLst>
          </a:custGeom>
          <a:solidFill>
            <a:srgbClr val="D533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 name="Freeform 20"/>
          <p:cNvSpPr>
            <a:spLocks/>
          </p:cNvSpPr>
          <p:nvPr/>
        </p:nvSpPr>
        <p:spPr bwMode="auto">
          <a:xfrm>
            <a:off x="10404475" y="2495550"/>
            <a:ext cx="317500" cy="474663"/>
          </a:xfrm>
          <a:custGeom>
            <a:avLst/>
            <a:gdLst>
              <a:gd name="T0" fmla="*/ 0 w 36"/>
              <a:gd name="T1" fmla="*/ 54 h 54"/>
              <a:gd name="T2" fmla="*/ 36 w 36"/>
              <a:gd name="T3" fmla="*/ 54 h 54"/>
              <a:gd name="T4" fmla="*/ 36 w 36"/>
              <a:gd name="T5" fmla="*/ 46 h 54"/>
              <a:gd name="T6" fmla="*/ 14 w 36"/>
              <a:gd name="T7" fmla="*/ 46 h 54"/>
              <a:gd name="T8" fmla="*/ 26 w 36"/>
              <a:gd name="T9" fmla="*/ 33 h 54"/>
              <a:gd name="T10" fmla="*/ 35 w 36"/>
              <a:gd name="T11" fmla="*/ 15 h 54"/>
              <a:gd name="T12" fmla="*/ 30 w 36"/>
              <a:gd name="T13" fmla="*/ 3 h 54"/>
              <a:gd name="T14" fmla="*/ 18 w 36"/>
              <a:gd name="T15" fmla="*/ 0 h 54"/>
              <a:gd name="T16" fmla="*/ 1 w 36"/>
              <a:gd name="T17" fmla="*/ 4 h 54"/>
              <a:gd name="T18" fmla="*/ 2 w 36"/>
              <a:gd name="T19" fmla="*/ 13 h 54"/>
              <a:gd name="T20" fmla="*/ 15 w 36"/>
              <a:gd name="T21" fmla="*/ 9 h 54"/>
              <a:gd name="T22" fmla="*/ 23 w 36"/>
              <a:gd name="T23" fmla="*/ 16 h 54"/>
              <a:gd name="T24" fmla="*/ 14 w 36"/>
              <a:gd name="T25" fmla="*/ 32 h 54"/>
              <a:gd name="T26" fmla="*/ 0 w 36"/>
              <a:gd name="T27" fmla="*/ 45 h 54"/>
              <a:gd name="T28" fmla="*/ 0 w 36"/>
              <a:gd name="T29"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 h="54">
                <a:moveTo>
                  <a:pt x="0" y="54"/>
                </a:moveTo>
                <a:cubicBezTo>
                  <a:pt x="36" y="54"/>
                  <a:pt x="36" y="54"/>
                  <a:pt x="36" y="54"/>
                </a:cubicBezTo>
                <a:cubicBezTo>
                  <a:pt x="36" y="46"/>
                  <a:pt x="36" y="46"/>
                  <a:pt x="36" y="46"/>
                </a:cubicBezTo>
                <a:cubicBezTo>
                  <a:pt x="14" y="46"/>
                  <a:pt x="14" y="46"/>
                  <a:pt x="14" y="46"/>
                </a:cubicBezTo>
                <a:cubicBezTo>
                  <a:pt x="19" y="41"/>
                  <a:pt x="22" y="38"/>
                  <a:pt x="26" y="33"/>
                </a:cubicBezTo>
                <a:cubicBezTo>
                  <a:pt x="33" y="25"/>
                  <a:pt x="35" y="21"/>
                  <a:pt x="35" y="15"/>
                </a:cubicBezTo>
                <a:cubicBezTo>
                  <a:pt x="35" y="10"/>
                  <a:pt x="33" y="6"/>
                  <a:pt x="30" y="3"/>
                </a:cubicBezTo>
                <a:cubicBezTo>
                  <a:pt x="27" y="1"/>
                  <a:pt x="23" y="0"/>
                  <a:pt x="18" y="0"/>
                </a:cubicBezTo>
                <a:cubicBezTo>
                  <a:pt x="12" y="0"/>
                  <a:pt x="8" y="1"/>
                  <a:pt x="1" y="4"/>
                </a:cubicBezTo>
                <a:cubicBezTo>
                  <a:pt x="2" y="13"/>
                  <a:pt x="2" y="13"/>
                  <a:pt x="2" y="13"/>
                </a:cubicBezTo>
                <a:cubicBezTo>
                  <a:pt x="7" y="10"/>
                  <a:pt x="11" y="9"/>
                  <a:pt x="15" y="9"/>
                </a:cubicBezTo>
                <a:cubicBezTo>
                  <a:pt x="20" y="9"/>
                  <a:pt x="23" y="12"/>
                  <a:pt x="23" y="16"/>
                </a:cubicBezTo>
                <a:cubicBezTo>
                  <a:pt x="23" y="20"/>
                  <a:pt x="21" y="25"/>
                  <a:pt x="14" y="32"/>
                </a:cubicBezTo>
                <a:cubicBezTo>
                  <a:pt x="11" y="36"/>
                  <a:pt x="5" y="41"/>
                  <a:pt x="0" y="45"/>
                </a:cubicBezTo>
                <a:cubicBezTo>
                  <a:pt x="0" y="54"/>
                  <a:pt x="0" y="54"/>
                  <a:pt x="0" y="5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 name="Freeform 21"/>
          <p:cNvSpPr>
            <a:spLocks/>
          </p:cNvSpPr>
          <p:nvPr/>
        </p:nvSpPr>
        <p:spPr bwMode="auto">
          <a:xfrm>
            <a:off x="6916738" y="3698875"/>
            <a:ext cx="4686300" cy="1179513"/>
          </a:xfrm>
          <a:custGeom>
            <a:avLst/>
            <a:gdLst>
              <a:gd name="T0" fmla="*/ 20 w 532"/>
              <a:gd name="T1" fmla="*/ 0 h 134"/>
              <a:gd name="T2" fmla="*/ 512 w 532"/>
              <a:gd name="T3" fmla="*/ 0 h 134"/>
              <a:gd name="T4" fmla="*/ 532 w 532"/>
              <a:gd name="T5" fmla="*/ 20 h 134"/>
              <a:gd name="T6" fmla="*/ 532 w 532"/>
              <a:gd name="T7" fmla="*/ 114 h 134"/>
              <a:gd name="T8" fmla="*/ 512 w 532"/>
              <a:gd name="T9" fmla="*/ 134 h 134"/>
              <a:gd name="T10" fmla="*/ 20 w 532"/>
              <a:gd name="T11" fmla="*/ 134 h 134"/>
              <a:gd name="T12" fmla="*/ 0 w 532"/>
              <a:gd name="T13" fmla="*/ 114 h 134"/>
              <a:gd name="T14" fmla="*/ 0 w 532"/>
              <a:gd name="T15" fmla="*/ 20 h 134"/>
              <a:gd name="T16" fmla="*/ 20 w 532"/>
              <a:gd name="T1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2" h="134">
                <a:moveTo>
                  <a:pt x="20" y="0"/>
                </a:moveTo>
                <a:cubicBezTo>
                  <a:pt x="512" y="0"/>
                  <a:pt x="512" y="0"/>
                  <a:pt x="512" y="0"/>
                </a:cubicBezTo>
                <a:cubicBezTo>
                  <a:pt x="523" y="0"/>
                  <a:pt x="532" y="9"/>
                  <a:pt x="532" y="20"/>
                </a:cubicBezTo>
                <a:cubicBezTo>
                  <a:pt x="532" y="114"/>
                  <a:pt x="532" y="114"/>
                  <a:pt x="532" y="114"/>
                </a:cubicBezTo>
                <a:cubicBezTo>
                  <a:pt x="532" y="125"/>
                  <a:pt x="523" y="134"/>
                  <a:pt x="512" y="134"/>
                </a:cubicBezTo>
                <a:cubicBezTo>
                  <a:pt x="20" y="134"/>
                  <a:pt x="20" y="134"/>
                  <a:pt x="20" y="134"/>
                </a:cubicBezTo>
                <a:cubicBezTo>
                  <a:pt x="9" y="134"/>
                  <a:pt x="0" y="125"/>
                  <a:pt x="0" y="114"/>
                </a:cubicBezTo>
                <a:cubicBezTo>
                  <a:pt x="0" y="20"/>
                  <a:pt x="0" y="20"/>
                  <a:pt x="0" y="20"/>
                </a:cubicBezTo>
                <a:cubicBezTo>
                  <a:pt x="0" y="9"/>
                  <a:pt x="9" y="0"/>
                  <a:pt x="20" y="0"/>
                </a:cubicBezTo>
                <a:close/>
              </a:path>
            </a:pathLst>
          </a:custGeom>
          <a:solidFill>
            <a:srgbClr val="7271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 name="Freeform 22"/>
          <p:cNvSpPr>
            <a:spLocks/>
          </p:cNvSpPr>
          <p:nvPr/>
        </p:nvSpPr>
        <p:spPr bwMode="auto">
          <a:xfrm>
            <a:off x="6961188" y="3743325"/>
            <a:ext cx="4597400" cy="1090613"/>
          </a:xfrm>
          <a:custGeom>
            <a:avLst/>
            <a:gdLst>
              <a:gd name="T0" fmla="*/ 15 w 522"/>
              <a:gd name="T1" fmla="*/ 0 h 124"/>
              <a:gd name="T2" fmla="*/ 508 w 522"/>
              <a:gd name="T3" fmla="*/ 0 h 124"/>
              <a:gd name="T4" fmla="*/ 509 w 522"/>
              <a:gd name="T5" fmla="*/ 0 h 124"/>
              <a:gd name="T6" fmla="*/ 521 w 522"/>
              <a:gd name="T7" fmla="*/ 10 h 124"/>
              <a:gd name="T8" fmla="*/ 522 w 522"/>
              <a:gd name="T9" fmla="*/ 15 h 124"/>
              <a:gd name="T10" fmla="*/ 522 w 522"/>
              <a:gd name="T11" fmla="*/ 110 h 124"/>
              <a:gd name="T12" fmla="*/ 522 w 522"/>
              <a:gd name="T13" fmla="*/ 111 h 124"/>
              <a:gd name="T14" fmla="*/ 512 w 522"/>
              <a:gd name="T15" fmla="*/ 123 h 124"/>
              <a:gd name="T16" fmla="*/ 507 w 522"/>
              <a:gd name="T17" fmla="*/ 124 h 124"/>
              <a:gd name="T18" fmla="*/ 14 w 522"/>
              <a:gd name="T19" fmla="*/ 124 h 124"/>
              <a:gd name="T20" fmla="*/ 13 w 522"/>
              <a:gd name="T21" fmla="*/ 124 h 124"/>
              <a:gd name="T22" fmla="*/ 1 w 522"/>
              <a:gd name="T23" fmla="*/ 114 h 124"/>
              <a:gd name="T24" fmla="*/ 0 w 522"/>
              <a:gd name="T25" fmla="*/ 109 h 124"/>
              <a:gd name="T26" fmla="*/ 0 w 522"/>
              <a:gd name="T27" fmla="*/ 14 h 124"/>
              <a:gd name="T28" fmla="*/ 0 w 522"/>
              <a:gd name="T29" fmla="*/ 13 h 124"/>
              <a:gd name="T30" fmla="*/ 10 w 522"/>
              <a:gd name="T31" fmla="*/ 1 h 124"/>
              <a:gd name="T32" fmla="*/ 15 w 522"/>
              <a:gd name="T3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2" h="124">
                <a:moveTo>
                  <a:pt x="15" y="0"/>
                </a:moveTo>
                <a:cubicBezTo>
                  <a:pt x="508" y="0"/>
                  <a:pt x="508" y="0"/>
                  <a:pt x="508" y="0"/>
                </a:cubicBezTo>
                <a:cubicBezTo>
                  <a:pt x="509" y="0"/>
                  <a:pt x="509" y="0"/>
                  <a:pt x="509" y="0"/>
                </a:cubicBezTo>
                <a:cubicBezTo>
                  <a:pt x="515" y="1"/>
                  <a:pt x="519" y="5"/>
                  <a:pt x="521" y="10"/>
                </a:cubicBezTo>
                <a:cubicBezTo>
                  <a:pt x="522" y="12"/>
                  <a:pt x="522" y="13"/>
                  <a:pt x="522" y="15"/>
                </a:cubicBezTo>
                <a:cubicBezTo>
                  <a:pt x="522" y="110"/>
                  <a:pt x="522" y="110"/>
                  <a:pt x="522" y="110"/>
                </a:cubicBezTo>
                <a:cubicBezTo>
                  <a:pt x="522" y="111"/>
                  <a:pt x="522" y="111"/>
                  <a:pt x="522" y="111"/>
                </a:cubicBezTo>
                <a:cubicBezTo>
                  <a:pt x="521" y="117"/>
                  <a:pt x="517" y="121"/>
                  <a:pt x="512" y="123"/>
                </a:cubicBezTo>
                <a:cubicBezTo>
                  <a:pt x="511" y="123"/>
                  <a:pt x="509" y="124"/>
                  <a:pt x="507" y="124"/>
                </a:cubicBezTo>
                <a:cubicBezTo>
                  <a:pt x="14" y="124"/>
                  <a:pt x="14" y="124"/>
                  <a:pt x="14" y="124"/>
                </a:cubicBezTo>
                <a:cubicBezTo>
                  <a:pt x="13" y="124"/>
                  <a:pt x="13" y="124"/>
                  <a:pt x="13" y="124"/>
                </a:cubicBezTo>
                <a:cubicBezTo>
                  <a:pt x="7" y="123"/>
                  <a:pt x="3" y="119"/>
                  <a:pt x="1" y="114"/>
                </a:cubicBezTo>
                <a:cubicBezTo>
                  <a:pt x="0" y="112"/>
                  <a:pt x="0" y="111"/>
                  <a:pt x="0" y="109"/>
                </a:cubicBezTo>
                <a:cubicBezTo>
                  <a:pt x="0" y="14"/>
                  <a:pt x="0" y="14"/>
                  <a:pt x="0" y="14"/>
                </a:cubicBezTo>
                <a:cubicBezTo>
                  <a:pt x="0" y="13"/>
                  <a:pt x="0" y="13"/>
                  <a:pt x="0" y="13"/>
                </a:cubicBezTo>
                <a:cubicBezTo>
                  <a:pt x="1" y="7"/>
                  <a:pt x="5" y="3"/>
                  <a:pt x="10" y="1"/>
                </a:cubicBezTo>
                <a:cubicBezTo>
                  <a:pt x="11" y="1"/>
                  <a:pt x="13" y="0"/>
                  <a:pt x="15" y="0"/>
                </a:cubicBezTo>
                <a:close/>
              </a:path>
            </a:pathLst>
          </a:custGeom>
          <a:solidFill>
            <a:srgbClr val="74A7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 name="Freeform 23"/>
          <p:cNvSpPr>
            <a:spLocks/>
          </p:cNvSpPr>
          <p:nvPr/>
        </p:nvSpPr>
        <p:spPr bwMode="auto">
          <a:xfrm>
            <a:off x="7092950" y="3409950"/>
            <a:ext cx="1762125" cy="1757363"/>
          </a:xfrm>
          <a:custGeom>
            <a:avLst/>
            <a:gdLst>
              <a:gd name="T0" fmla="*/ 117 w 200"/>
              <a:gd name="T1" fmla="*/ 8 h 200"/>
              <a:gd name="T2" fmla="*/ 193 w 200"/>
              <a:gd name="T3" fmla="*/ 84 h 200"/>
              <a:gd name="T4" fmla="*/ 195 w 200"/>
              <a:gd name="T5" fmla="*/ 86 h 200"/>
              <a:gd name="T6" fmla="*/ 199 w 200"/>
              <a:gd name="T7" fmla="*/ 94 h 200"/>
              <a:gd name="T8" fmla="*/ 199 w 200"/>
              <a:gd name="T9" fmla="*/ 97 h 200"/>
              <a:gd name="T10" fmla="*/ 198 w 200"/>
              <a:gd name="T11" fmla="*/ 108 h 200"/>
              <a:gd name="T12" fmla="*/ 197 w 200"/>
              <a:gd name="T13" fmla="*/ 110 h 200"/>
              <a:gd name="T14" fmla="*/ 192 w 200"/>
              <a:gd name="T15" fmla="*/ 117 h 200"/>
              <a:gd name="T16" fmla="*/ 116 w 200"/>
              <a:gd name="T17" fmla="*/ 193 h 200"/>
              <a:gd name="T18" fmla="*/ 114 w 200"/>
              <a:gd name="T19" fmla="*/ 195 h 200"/>
              <a:gd name="T20" fmla="*/ 106 w 200"/>
              <a:gd name="T21" fmla="*/ 199 h 200"/>
              <a:gd name="T22" fmla="*/ 103 w 200"/>
              <a:gd name="T23" fmla="*/ 199 h 200"/>
              <a:gd name="T24" fmla="*/ 92 w 200"/>
              <a:gd name="T25" fmla="*/ 198 h 200"/>
              <a:gd name="T26" fmla="*/ 90 w 200"/>
              <a:gd name="T27" fmla="*/ 197 h 200"/>
              <a:gd name="T28" fmla="*/ 83 w 200"/>
              <a:gd name="T29" fmla="*/ 192 h 200"/>
              <a:gd name="T30" fmla="*/ 7 w 200"/>
              <a:gd name="T31" fmla="*/ 116 h 200"/>
              <a:gd name="T32" fmla="*/ 5 w 200"/>
              <a:gd name="T33" fmla="*/ 115 h 200"/>
              <a:gd name="T34" fmla="*/ 1 w 200"/>
              <a:gd name="T35" fmla="*/ 106 h 200"/>
              <a:gd name="T36" fmla="*/ 1 w 200"/>
              <a:gd name="T37" fmla="*/ 104 h 200"/>
              <a:gd name="T38" fmla="*/ 2 w 200"/>
              <a:gd name="T39" fmla="*/ 92 h 200"/>
              <a:gd name="T40" fmla="*/ 3 w 200"/>
              <a:gd name="T41" fmla="*/ 90 h 200"/>
              <a:gd name="T42" fmla="*/ 7 w 200"/>
              <a:gd name="T43" fmla="*/ 83 h 200"/>
              <a:gd name="T44" fmla="*/ 83 w 200"/>
              <a:gd name="T45" fmla="*/ 7 h 200"/>
              <a:gd name="T46" fmla="*/ 85 w 200"/>
              <a:gd name="T47" fmla="*/ 5 h 200"/>
              <a:gd name="T48" fmla="*/ 94 w 200"/>
              <a:gd name="T49" fmla="*/ 1 h 200"/>
              <a:gd name="T50" fmla="*/ 96 w 200"/>
              <a:gd name="T51" fmla="*/ 1 h 200"/>
              <a:gd name="T52" fmla="*/ 108 w 200"/>
              <a:gd name="T53" fmla="*/ 2 h 200"/>
              <a:gd name="T54" fmla="*/ 110 w 200"/>
              <a:gd name="T55" fmla="*/ 3 h 200"/>
              <a:gd name="T56" fmla="*/ 117 w 200"/>
              <a:gd name="T57" fmla="*/ 8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0" h="200">
                <a:moveTo>
                  <a:pt x="117" y="8"/>
                </a:moveTo>
                <a:cubicBezTo>
                  <a:pt x="193" y="84"/>
                  <a:pt x="193" y="84"/>
                  <a:pt x="193" y="84"/>
                </a:cubicBezTo>
                <a:cubicBezTo>
                  <a:pt x="195" y="86"/>
                  <a:pt x="195" y="86"/>
                  <a:pt x="195" y="86"/>
                </a:cubicBezTo>
                <a:cubicBezTo>
                  <a:pt x="196" y="88"/>
                  <a:pt x="198" y="91"/>
                  <a:pt x="199" y="94"/>
                </a:cubicBezTo>
                <a:cubicBezTo>
                  <a:pt x="199" y="97"/>
                  <a:pt x="199" y="97"/>
                  <a:pt x="199" y="97"/>
                </a:cubicBezTo>
                <a:cubicBezTo>
                  <a:pt x="200" y="101"/>
                  <a:pt x="199" y="104"/>
                  <a:pt x="198" y="108"/>
                </a:cubicBezTo>
                <a:cubicBezTo>
                  <a:pt x="197" y="110"/>
                  <a:pt x="197" y="110"/>
                  <a:pt x="197" y="110"/>
                </a:cubicBezTo>
                <a:cubicBezTo>
                  <a:pt x="196" y="113"/>
                  <a:pt x="194" y="115"/>
                  <a:pt x="192" y="117"/>
                </a:cubicBezTo>
                <a:cubicBezTo>
                  <a:pt x="116" y="193"/>
                  <a:pt x="116" y="193"/>
                  <a:pt x="116" y="193"/>
                </a:cubicBezTo>
                <a:cubicBezTo>
                  <a:pt x="114" y="195"/>
                  <a:pt x="114" y="195"/>
                  <a:pt x="114" y="195"/>
                </a:cubicBezTo>
                <a:cubicBezTo>
                  <a:pt x="112" y="197"/>
                  <a:pt x="109" y="198"/>
                  <a:pt x="106" y="199"/>
                </a:cubicBezTo>
                <a:cubicBezTo>
                  <a:pt x="103" y="199"/>
                  <a:pt x="103" y="199"/>
                  <a:pt x="103" y="199"/>
                </a:cubicBezTo>
                <a:cubicBezTo>
                  <a:pt x="99" y="200"/>
                  <a:pt x="96" y="199"/>
                  <a:pt x="92" y="198"/>
                </a:cubicBezTo>
                <a:cubicBezTo>
                  <a:pt x="90" y="197"/>
                  <a:pt x="90" y="197"/>
                  <a:pt x="90" y="197"/>
                </a:cubicBezTo>
                <a:cubicBezTo>
                  <a:pt x="87" y="196"/>
                  <a:pt x="85" y="194"/>
                  <a:pt x="83" y="192"/>
                </a:cubicBezTo>
                <a:cubicBezTo>
                  <a:pt x="7" y="116"/>
                  <a:pt x="7" y="116"/>
                  <a:pt x="7" y="116"/>
                </a:cubicBezTo>
                <a:cubicBezTo>
                  <a:pt x="5" y="115"/>
                  <a:pt x="5" y="115"/>
                  <a:pt x="5" y="115"/>
                </a:cubicBezTo>
                <a:cubicBezTo>
                  <a:pt x="3" y="112"/>
                  <a:pt x="2" y="109"/>
                  <a:pt x="1" y="106"/>
                </a:cubicBezTo>
                <a:cubicBezTo>
                  <a:pt x="1" y="104"/>
                  <a:pt x="1" y="104"/>
                  <a:pt x="1" y="104"/>
                </a:cubicBezTo>
                <a:cubicBezTo>
                  <a:pt x="0" y="99"/>
                  <a:pt x="0" y="96"/>
                  <a:pt x="2" y="92"/>
                </a:cubicBezTo>
                <a:cubicBezTo>
                  <a:pt x="3" y="90"/>
                  <a:pt x="3" y="90"/>
                  <a:pt x="3" y="90"/>
                </a:cubicBezTo>
                <a:cubicBezTo>
                  <a:pt x="4" y="87"/>
                  <a:pt x="5" y="85"/>
                  <a:pt x="7" y="83"/>
                </a:cubicBezTo>
                <a:cubicBezTo>
                  <a:pt x="83" y="7"/>
                  <a:pt x="83" y="7"/>
                  <a:pt x="83" y="7"/>
                </a:cubicBezTo>
                <a:cubicBezTo>
                  <a:pt x="85" y="5"/>
                  <a:pt x="85" y="5"/>
                  <a:pt x="85" y="5"/>
                </a:cubicBezTo>
                <a:cubicBezTo>
                  <a:pt x="88" y="3"/>
                  <a:pt x="91" y="2"/>
                  <a:pt x="94" y="1"/>
                </a:cubicBezTo>
                <a:cubicBezTo>
                  <a:pt x="96" y="1"/>
                  <a:pt x="96" y="1"/>
                  <a:pt x="96" y="1"/>
                </a:cubicBezTo>
                <a:cubicBezTo>
                  <a:pt x="100" y="0"/>
                  <a:pt x="104" y="1"/>
                  <a:pt x="108" y="2"/>
                </a:cubicBezTo>
                <a:cubicBezTo>
                  <a:pt x="110" y="3"/>
                  <a:pt x="110" y="3"/>
                  <a:pt x="110" y="3"/>
                </a:cubicBezTo>
                <a:cubicBezTo>
                  <a:pt x="113" y="4"/>
                  <a:pt x="115" y="6"/>
                  <a:pt x="117" y="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 name="Freeform 24"/>
          <p:cNvSpPr>
            <a:spLocks/>
          </p:cNvSpPr>
          <p:nvPr/>
        </p:nvSpPr>
        <p:spPr bwMode="auto">
          <a:xfrm>
            <a:off x="7119938" y="3444875"/>
            <a:ext cx="1700213" cy="1687513"/>
          </a:xfrm>
          <a:custGeom>
            <a:avLst/>
            <a:gdLst>
              <a:gd name="T0" fmla="*/ 111 w 193"/>
              <a:gd name="T1" fmla="*/ 7 h 192"/>
              <a:gd name="T2" fmla="*/ 186 w 193"/>
              <a:gd name="T3" fmla="*/ 82 h 192"/>
              <a:gd name="T4" fmla="*/ 186 w 193"/>
              <a:gd name="T5" fmla="*/ 110 h 192"/>
              <a:gd name="T6" fmla="*/ 111 w 193"/>
              <a:gd name="T7" fmla="*/ 185 h 192"/>
              <a:gd name="T8" fmla="*/ 83 w 193"/>
              <a:gd name="T9" fmla="*/ 185 h 192"/>
              <a:gd name="T10" fmla="*/ 8 w 193"/>
              <a:gd name="T11" fmla="*/ 110 h 192"/>
              <a:gd name="T12" fmla="*/ 8 w 193"/>
              <a:gd name="T13" fmla="*/ 82 h 192"/>
              <a:gd name="T14" fmla="*/ 83 w 193"/>
              <a:gd name="T15" fmla="*/ 7 h 192"/>
              <a:gd name="T16" fmla="*/ 111 w 193"/>
              <a:gd name="T17" fmla="*/ 7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92">
                <a:moveTo>
                  <a:pt x="111" y="7"/>
                </a:moveTo>
                <a:cubicBezTo>
                  <a:pt x="186" y="82"/>
                  <a:pt x="186" y="82"/>
                  <a:pt x="186" y="82"/>
                </a:cubicBezTo>
                <a:cubicBezTo>
                  <a:pt x="193" y="90"/>
                  <a:pt x="193" y="102"/>
                  <a:pt x="186" y="110"/>
                </a:cubicBezTo>
                <a:cubicBezTo>
                  <a:pt x="111" y="185"/>
                  <a:pt x="111" y="185"/>
                  <a:pt x="111" y="185"/>
                </a:cubicBezTo>
                <a:cubicBezTo>
                  <a:pt x="103" y="192"/>
                  <a:pt x="91" y="192"/>
                  <a:pt x="83" y="185"/>
                </a:cubicBezTo>
                <a:cubicBezTo>
                  <a:pt x="8" y="110"/>
                  <a:pt x="8" y="110"/>
                  <a:pt x="8" y="110"/>
                </a:cubicBezTo>
                <a:cubicBezTo>
                  <a:pt x="0" y="102"/>
                  <a:pt x="0" y="90"/>
                  <a:pt x="8" y="82"/>
                </a:cubicBezTo>
                <a:cubicBezTo>
                  <a:pt x="83" y="7"/>
                  <a:pt x="83" y="7"/>
                  <a:pt x="83" y="7"/>
                </a:cubicBezTo>
                <a:cubicBezTo>
                  <a:pt x="91" y="0"/>
                  <a:pt x="103" y="0"/>
                  <a:pt x="111" y="7"/>
                </a:cubicBezTo>
                <a:close/>
              </a:path>
            </a:pathLst>
          </a:custGeom>
          <a:solidFill>
            <a:srgbClr val="7B60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 name="Freeform 25"/>
          <p:cNvSpPr>
            <a:spLocks/>
          </p:cNvSpPr>
          <p:nvPr/>
        </p:nvSpPr>
        <p:spPr bwMode="auto">
          <a:xfrm>
            <a:off x="7323138" y="3638550"/>
            <a:ext cx="1303338" cy="1300163"/>
          </a:xfrm>
          <a:custGeom>
            <a:avLst/>
            <a:gdLst>
              <a:gd name="T0" fmla="*/ 410 w 821"/>
              <a:gd name="T1" fmla="*/ 0 h 819"/>
              <a:gd name="T2" fmla="*/ 821 w 821"/>
              <a:gd name="T3" fmla="*/ 410 h 819"/>
              <a:gd name="T4" fmla="*/ 410 w 821"/>
              <a:gd name="T5" fmla="*/ 819 h 819"/>
              <a:gd name="T6" fmla="*/ 0 w 821"/>
              <a:gd name="T7" fmla="*/ 410 h 819"/>
              <a:gd name="T8" fmla="*/ 410 w 821"/>
              <a:gd name="T9" fmla="*/ 0 h 819"/>
              <a:gd name="T10" fmla="*/ 410 w 821"/>
              <a:gd name="T11" fmla="*/ 0 h 819"/>
            </a:gdLst>
            <a:ahLst/>
            <a:cxnLst>
              <a:cxn ang="0">
                <a:pos x="T0" y="T1"/>
              </a:cxn>
              <a:cxn ang="0">
                <a:pos x="T2" y="T3"/>
              </a:cxn>
              <a:cxn ang="0">
                <a:pos x="T4" y="T5"/>
              </a:cxn>
              <a:cxn ang="0">
                <a:pos x="T6" y="T7"/>
              </a:cxn>
              <a:cxn ang="0">
                <a:pos x="T8" y="T9"/>
              </a:cxn>
              <a:cxn ang="0">
                <a:pos x="T10" y="T11"/>
              </a:cxn>
            </a:cxnLst>
            <a:rect l="0" t="0" r="r" b="b"/>
            <a:pathLst>
              <a:path w="821" h="819">
                <a:moveTo>
                  <a:pt x="410" y="0"/>
                </a:moveTo>
                <a:lnTo>
                  <a:pt x="821" y="410"/>
                </a:lnTo>
                <a:lnTo>
                  <a:pt x="410" y="819"/>
                </a:lnTo>
                <a:lnTo>
                  <a:pt x="0" y="410"/>
                </a:lnTo>
                <a:lnTo>
                  <a:pt x="410" y="0"/>
                </a:lnTo>
                <a:lnTo>
                  <a:pt x="41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 name="Freeform 26"/>
          <p:cNvSpPr>
            <a:spLocks/>
          </p:cNvSpPr>
          <p:nvPr/>
        </p:nvSpPr>
        <p:spPr bwMode="auto">
          <a:xfrm>
            <a:off x="7383463" y="3698875"/>
            <a:ext cx="1181100" cy="1179513"/>
          </a:xfrm>
          <a:custGeom>
            <a:avLst/>
            <a:gdLst>
              <a:gd name="T0" fmla="*/ 372 w 744"/>
              <a:gd name="T1" fmla="*/ 0 h 743"/>
              <a:gd name="T2" fmla="*/ 744 w 744"/>
              <a:gd name="T3" fmla="*/ 372 h 743"/>
              <a:gd name="T4" fmla="*/ 372 w 744"/>
              <a:gd name="T5" fmla="*/ 743 h 743"/>
              <a:gd name="T6" fmla="*/ 0 w 744"/>
              <a:gd name="T7" fmla="*/ 372 h 743"/>
              <a:gd name="T8" fmla="*/ 372 w 744"/>
              <a:gd name="T9" fmla="*/ 0 h 743"/>
              <a:gd name="T10" fmla="*/ 372 w 744"/>
              <a:gd name="T11" fmla="*/ 0 h 743"/>
            </a:gdLst>
            <a:ahLst/>
            <a:cxnLst>
              <a:cxn ang="0">
                <a:pos x="T0" y="T1"/>
              </a:cxn>
              <a:cxn ang="0">
                <a:pos x="T2" y="T3"/>
              </a:cxn>
              <a:cxn ang="0">
                <a:pos x="T4" y="T5"/>
              </a:cxn>
              <a:cxn ang="0">
                <a:pos x="T6" y="T7"/>
              </a:cxn>
              <a:cxn ang="0">
                <a:pos x="T8" y="T9"/>
              </a:cxn>
              <a:cxn ang="0">
                <a:pos x="T10" y="T11"/>
              </a:cxn>
            </a:cxnLst>
            <a:rect l="0" t="0" r="r" b="b"/>
            <a:pathLst>
              <a:path w="744" h="743">
                <a:moveTo>
                  <a:pt x="372" y="0"/>
                </a:moveTo>
                <a:lnTo>
                  <a:pt x="744" y="372"/>
                </a:lnTo>
                <a:lnTo>
                  <a:pt x="372" y="743"/>
                </a:lnTo>
                <a:lnTo>
                  <a:pt x="0" y="372"/>
                </a:lnTo>
                <a:lnTo>
                  <a:pt x="372" y="0"/>
                </a:lnTo>
                <a:lnTo>
                  <a:pt x="372" y="0"/>
                </a:lnTo>
                <a:close/>
              </a:path>
            </a:pathLst>
          </a:custGeom>
          <a:solidFill>
            <a:srgbClr val="7271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 name="Freeform 27"/>
          <p:cNvSpPr>
            <a:spLocks/>
          </p:cNvSpPr>
          <p:nvPr/>
        </p:nvSpPr>
        <p:spPr bwMode="auto">
          <a:xfrm>
            <a:off x="8959850" y="3875088"/>
            <a:ext cx="44450" cy="827088"/>
          </a:xfrm>
          <a:custGeom>
            <a:avLst/>
            <a:gdLst>
              <a:gd name="T0" fmla="*/ 0 w 28"/>
              <a:gd name="T1" fmla="*/ 521 h 521"/>
              <a:gd name="T2" fmla="*/ 0 w 28"/>
              <a:gd name="T3" fmla="*/ 0 h 521"/>
              <a:gd name="T4" fmla="*/ 28 w 28"/>
              <a:gd name="T5" fmla="*/ 0 h 521"/>
              <a:gd name="T6" fmla="*/ 28 w 28"/>
              <a:gd name="T7" fmla="*/ 521 h 521"/>
              <a:gd name="T8" fmla="*/ 0 w 28"/>
              <a:gd name="T9" fmla="*/ 521 h 521"/>
              <a:gd name="T10" fmla="*/ 0 w 28"/>
              <a:gd name="T11" fmla="*/ 521 h 521"/>
            </a:gdLst>
            <a:ahLst/>
            <a:cxnLst>
              <a:cxn ang="0">
                <a:pos x="T0" y="T1"/>
              </a:cxn>
              <a:cxn ang="0">
                <a:pos x="T2" y="T3"/>
              </a:cxn>
              <a:cxn ang="0">
                <a:pos x="T4" y="T5"/>
              </a:cxn>
              <a:cxn ang="0">
                <a:pos x="T6" y="T7"/>
              </a:cxn>
              <a:cxn ang="0">
                <a:pos x="T8" y="T9"/>
              </a:cxn>
              <a:cxn ang="0">
                <a:pos x="T10" y="T11"/>
              </a:cxn>
            </a:cxnLst>
            <a:rect l="0" t="0" r="r" b="b"/>
            <a:pathLst>
              <a:path w="28" h="521">
                <a:moveTo>
                  <a:pt x="0" y="521"/>
                </a:moveTo>
                <a:lnTo>
                  <a:pt x="0" y="0"/>
                </a:lnTo>
                <a:lnTo>
                  <a:pt x="28" y="0"/>
                </a:lnTo>
                <a:lnTo>
                  <a:pt x="28" y="521"/>
                </a:lnTo>
                <a:lnTo>
                  <a:pt x="0" y="521"/>
                </a:lnTo>
                <a:lnTo>
                  <a:pt x="0" y="521"/>
                </a:lnTo>
                <a:close/>
              </a:path>
            </a:pathLst>
          </a:custGeom>
          <a:solidFill>
            <a:srgbClr val="5891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 name="Freeform 28"/>
          <p:cNvSpPr>
            <a:spLocks/>
          </p:cNvSpPr>
          <p:nvPr/>
        </p:nvSpPr>
        <p:spPr bwMode="auto">
          <a:xfrm>
            <a:off x="7842250" y="4041775"/>
            <a:ext cx="307975" cy="484188"/>
          </a:xfrm>
          <a:custGeom>
            <a:avLst/>
            <a:gdLst>
              <a:gd name="T0" fmla="*/ 0 w 35"/>
              <a:gd name="T1" fmla="*/ 53 h 55"/>
              <a:gd name="T2" fmla="*/ 13 w 35"/>
              <a:gd name="T3" fmla="*/ 55 h 55"/>
              <a:gd name="T4" fmla="*/ 35 w 35"/>
              <a:gd name="T5" fmla="*/ 40 h 55"/>
              <a:gd name="T6" fmla="*/ 30 w 35"/>
              <a:gd name="T7" fmla="*/ 28 h 55"/>
              <a:gd name="T8" fmla="*/ 25 w 35"/>
              <a:gd name="T9" fmla="*/ 26 h 55"/>
              <a:gd name="T10" fmla="*/ 35 w 35"/>
              <a:gd name="T11" fmla="*/ 14 h 55"/>
              <a:gd name="T12" fmla="*/ 16 w 35"/>
              <a:gd name="T13" fmla="*/ 0 h 55"/>
              <a:gd name="T14" fmla="*/ 1 w 35"/>
              <a:gd name="T15" fmla="*/ 2 h 55"/>
              <a:gd name="T16" fmla="*/ 2 w 35"/>
              <a:gd name="T17" fmla="*/ 11 h 55"/>
              <a:gd name="T18" fmla="*/ 14 w 35"/>
              <a:gd name="T19" fmla="*/ 8 h 55"/>
              <a:gd name="T20" fmla="*/ 23 w 35"/>
              <a:gd name="T21" fmla="*/ 15 h 55"/>
              <a:gd name="T22" fmla="*/ 20 w 35"/>
              <a:gd name="T23" fmla="*/ 20 h 55"/>
              <a:gd name="T24" fmla="*/ 10 w 35"/>
              <a:gd name="T25" fmla="*/ 22 h 55"/>
              <a:gd name="T26" fmla="*/ 7 w 35"/>
              <a:gd name="T27" fmla="*/ 22 h 55"/>
              <a:gd name="T28" fmla="*/ 7 w 35"/>
              <a:gd name="T29" fmla="*/ 31 h 55"/>
              <a:gd name="T30" fmla="*/ 11 w 35"/>
              <a:gd name="T31" fmla="*/ 31 h 55"/>
              <a:gd name="T32" fmla="*/ 24 w 35"/>
              <a:gd name="T33" fmla="*/ 39 h 55"/>
              <a:gd name="T34" fmla="*/ 13 w 35"/>
              <a:gd name="T35" fmla="*/ 47 h 55"/>
              <a:gd name="T36" fmla="*/ 0 w 35"/>
              <a:gd name="T37" fmla="*/ 44 h 55"/>
              <a:gd name="T38" fmla="*/ 0 w 35"/>
              <a:gd name="T3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5" h="55">
                <a:moveTo>
                  <a:pt x="0" y="53"/>
                </a:moveTo>
                <a:cubicBezTo>
                  <a:pt x="4" y="55"/>
                  <a:pt x="9" y="55"/>
                  <a:pt x="13" y="55"/>
                </a:cubicBezTo>
                <a:cubicBezTo>
                  <a:pt x="27" y="55"/>
                  <a:pt x="35" y="49"/>
                  <a:pt x="35" y="40"/>
                </a:cubicBezTo>
                <a:cubicBezTo>
                  <a:pt x="35" y="35"/>
                  <a:pt x="33" y="30"/>
                  <a:pt x="30" y="28"/>
                </a:cubicBezTo>
                <a:cubicBezTo>
                  <a:pt x="29" y="27"/>
                  <a:pt x="27" y="27"/>
                  <a:pt x="25" y="26"/>
                </a:cubicBezTo>
                <a:cubicBezTo>
                  <a:pt x="31" y="25"/>
                  <a:pt x="35" y="20"/>
                  <a:pt x="35" y="14"/>
                </a:cubicBezTo>
                <a:cubicBezTo>
                  <a:pt x="35" y="5"/>
                  <a:pt x="28" y="0"/>
                  <a:pt x="16" y="0"/>
                </a:cubicBezTo>
                <a:cubicBezTo>
                  <a:pt x="11" y="0"/>
                  <a:pt x="7" y="0"/>
                  <a:pt x="1" y="2"/>
                </a:cubicBezTo>
                <a:cubicBezTo>
                  <a:pt x="2" y="11"/>
                  <a:pt x="2" y="11"/>
                  <a:pt x="2" y="11"/>
                </a:cubicBezTo>
                <a:cubicBezTo>
                  <a:pt x="5" y="9"/>
                  <a:pt x="10" y="8"/>
                  <a:pt x="14" y="8"/>
                </a:cubicBezTo>
                <a:cubicBezTo>
                  <a:pt x="20" y="8"/>
                  <a:pt x="23" y="11"/>
                  <a:pt x="23" y="15"/>
                </a:cubicBezTo>
                <a:cubicBezTo>
                  <a:pt x="23" y="17"/>
                  <a:pt x="22" y="19"/>
                  <a:pt x="20" y="20"/>
                </a:cubicBezTo>
                <a:cubicBezTo>
                  <a:pt x="18" y="22"/>
                  <a:pt x="14" y="22"/>
                  <a:pt x="10" y="22"/>
                </a:cubicBezTo>
                <a:cubicBezTo>
                  <a:pt x="9" y="22"/>
                  <a:pt x="8" y="22"/>
                  <a:pt x="7" y="22"/>
                </a:cubicBezTo>
                <a:cubicBezTo>
                  <a:pt x="7" y="31"/>
                  <a:pt x="7" y="31"/>
                  <a:pt x="7" y="31"/>
                </a:cubicBezTo>
                <a:cubicBezTo>
                  <a:pt x="8" y="31"/>
                  <a:pt x="9" y="31"/>
                  <a:pt x="11" y="31"/>
                </a:cubicBezTo>
                <a:cubicBezTo>
                  <a:pt x="19" y="31"/>
                  <a:pt x="24" y="33"/>
                  <a:pt x="24" y="39"/>
                </a:cubicBezTo>
                <a:cubicBezTo>
                  <a:pt x="24" y="44"/>
                  <a:pt x="20" y="47"/>
                  <a:pt x="13" y="47"/>
                </a:cubicBezTo>
                <a:cubicBezTo>
                  <a:pt x="8" y="47"/>
                  <a:pt x="5" y="46"/>
                  <a:pt x="0" y="44"/>
                </a:cubicBezTo>
                <a:cubicBezTo>
                  <a:pt x="0" y="53"/>
                  <a:pt x="0" y="53"/>
                  <a:pt x="0" y="5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 name="Freeform 29"/>
          <p:cNvSpPr>
            <a:spLocks/>
          </p:cNvSpPr>
          <p:nvPr/>
        </p:nvSpPr>
        <p:spPr bwMode="auto">
          <a:xfrm>
            <a:off x="6916738" y="5229225"/>
            <a:ext cx="4686300" cy="1169988"/>
          </a:xfrm>
          <a:custGeom>
            <a:avLst/>
            <a:gdLst>
              <a:gd name="T0" fmla="*/ 512 w 532"/>
              <a:gd name="T1" fmla="*/ 0 h 133"/>
              <a:gd name="T2" fmla="*/ 20 w 532"/>
              <a:gd name="T3" fmla="*/ 0 h 133"/>
              <a:gd name="T4" fmla="*/ 0 w 532"/>
              <a:gd name="T5" fmla="*/ 20 h 133"/>
              <a:gd name="T6" fmla="*/ 0 w 532"/>
              <a:gd name="T7" fmla="*/ 114 h 133"/>
              <a:gd name="T8" fmla="*/ 20 w 532"/>
              <a:gd name="T9" fmla="*/ 133 h 133"/>
              <a:gd name="T10" fmla="*/ 512 w 532"/>
              <a:gd name="T11" fmla="*/ 133 h 133"/>
              <a:gd name="T12" fmla="*/ 532 w 532"/>
              <a:gd name="T13" fmla="*/ 114 h 133"/>
              <a:gd name="T14" fmla="*/ 532 w 532"/>
              <a:gd name="T15" fmla="*/ 20 h 133"/>
              <a:gd name="T16" fmla="*/ 512 w 532"/>
              <a:gd name="T1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2" h="133">
                <a:moveTo>
                  <a:pt x="512" y="0"/>
                </a:moveTo>
                <a:cubicBezTo>
                  <a:pt x="20" y="0"/>
                  <a:pt x="20" y="0"/>
                  <a:pt x="20" y="0"/>
                </a:cubicBezTo>
                <a:cubicBezTo>
                  <a:pt x="9" y="0"/>
                  <a:pt x="0" y="9"/>
                  <a:pt x="0" y="20"/>
                </a:cubicBezTo>
                <a:cubicBezTo>
                  <a:pt x="0" y="114"/>
                  <a:pt x="0" y="114"/>
                  <a:pt x="0" y="114"/>
                </a:cubicBezTo>
                <a:cubicBezTo>
                  <a:pt x="0" y="125"/>
                  <a:pt x="9" y="133"/>
                  <a:pt x="20" y="133"/>
                </a:cubicBezTo>
                <a:cubicBezTo>
                  <a:pt x="512" y="133"/>
                  <a:pt x="512" y="133"/>
                  <a:pt x="512" y="133"/>
                </a:cubicBezTo>
                <a:cubicBezTo>
                  <a:pt x="523" y="133"/>
                  <a:pt x="532" y="125"/>
                  <a:pt x="532" y="114"/>
                </a:cubicBezTo>
                <a:cubicBezTo>
                  <a:pt x="532" y="20"/>
                  <a:pt x="532" y="20"/>
                  <a:pt x="532" y="20"/>
                </a:cubicBezTo>
                <a:cubicBezTo>
                  <a:pt x="532" y="9"/>
                  <a:pt x="523" y="0"/>
                  <a:pt x="512" y="0"/>
                </a:cubicBezTo>
                <a:close/>
              </a:path>
            </a:pathLst>
          </a:custGeom>
          <a:solidFill>
            <a:srgbClr val="7271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 name="Freeform 30"/>
          <p:cNvSpPr>
            <a:spLocks/>
          </p:cNvSpPr>
          <p:nvPr/>
        </p:nvSpPr>
        <p:spPr bwMode="auto">
          <a:xfrm>
            <a:off x="6961188" y="5273675"/>
            <a:ext cx="4597400" cy="1081088"/>
          </a:xfrm>
          <a:custGeom>
            <a:avLst/>
            <a:gdLst>
              <a:gd name="T0" fmla="*/ 507 w 522"/>
              <a:gd name="T1" fmla="*/ 0 h 123"/>
              <a:gd name="T2" fmla="*/ 14 w 522"/>
              <a:gd name="T3" fmla="*/ 0 h 123"/>
              <a:gd name="T4" fmla="*/ 13 w 522"/>
              <a:gd name="T5" fmla="*/ 0 h 123"/>
              <a:gd name="T6" fmla="*/ 1 w 522"/>
              <a:gd name="T7" fmla="*/ 10 h 123"/>
              <a:gd name="T8" fmla="*/ 0 w 522"/>
              <a:gd name="T9" fmla="*/ 15 h 123"/>
              <a:gd name="T10" fmla="*/ 0 w 522"/>
              <a:gd name="T11" fmla="*/ 109 h 123"/>
              <a:gd name="T12" fmla="*/ 0 w 522"/>
              <a:gd name="T13" fmla="*/ 111 h 123"/>
              <a:gd name="T14" fmla="*/ 10 w 522"/>
              <a:gd name="T15" fmla="*/ 123 h 123"/>
              <a:gd name="T16" fmla="*/ 15 w 522"/>
              <a:gd name="T17" fmla="*/ 123 h 123"/>
              <a:gd name="T18" fmla="*/ 508 w 522"/>
              <a:gd name="T19" fmla="*/ 123 h 123"/>
              <a:gd name="T20" fmla="*/ 509 w 522"/>
              <a:gd name="T21" fmla="*/ 123 h 123"/>
              <a:gd name="T22" fmla="*/ 521 w 522"/>
              <a:gd name="T23" fmla="*/ 114 h 123"/>
              <a:gd name="T24" fmla="*/ 522 w 522"/>
              <a:gd name="T25" fmla="*/ 109 h 123"/>
              <a:gd name="T26" fmla="*/ 522 w 522"/>
              <a:gd name="T27" fmla="*/ 14 h 123"/>
              <a:gd name="T28" fmla="*/ 522 w 522"/>
              <a:gd name="T29" fmla="*/ 12 h 123"/>
              <a:gd name="T30" fmla="*/ 512 w 522"/>
              <a:gd name="T31" fmla="*/ 1 h 123"/>
              <a:gd name="T32" fmla="*/ 507 w 522"/>
              <a:gd name="T3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2" h="123">
                <a:moveTo>
                  <a:pt x="507" y="0"/>
                </a:moveTo>
                <a:cubicBezTo>
                  <a:pt x="14" y="0"/>
                  <a:pt x="14" y="0"/>
                  <a:pt x="14" y="0"/>
                </a:cubicBezTo>
                <a:cubicBezTo>
                  <a:pt x="13" y="0"/>
                  <a:pt x="13" y="0"/>
                  <a:pt x="13" y="0"/>
                </a:cubicBezTo>
                <a:cubicBezTo>
                  <a:pt x="7" y="1"/>
                  <a:pt x="3" y="4"/>
                  <a:pt x="1" y="10"/>
                </a:cubicBezTo>
                <a:cubicBezTo>
                  <a:pt x="0" y="11"/>
                  <a:pt x="0" y="13"/>
                  <a:pt x="0" y="15"/>
                </a:cubicBezTo>
                <a:cubicBezTo>
                  <a:pt x="0" y="109"/>
                  <a:pt x="0" y="109"/>
                  <a:pt x="0" y="109"/>
                </a:cubicBezTo>
                <a:cubicBezTo>
                  <a:pt x="0" y="111"/>
                  <a:pt x="0" y="111"/>
                  <a:pt x="0" y="111"/>
                </a:cubicBezTo>
                <a:cubicBezTo>
                  <a:pt x="1" y="116"/>
                  <a:pt x="5" y="120"/>
                  <a:pt x="10" y="123"/>
                </a:cubicBezTo>
                <a:cubicBezTo>
                  <a:pt x="11" y="123"/>
                  <a:pt x="13" y="123"/>
                  <a:pt x="15" y="123"/>
                </a:cubicBezTo>
                <a:cubicBezTo>
                  <a:pt x="508" y="123"/>
                  <a:pt x="508" y="123"/>
                  <a:pt x="508" y="123"/>
                </a:cubicBezTo>
                <a:cubicBezTo>
                  <a:pt x="509" y="123"/>
                  <a:pt x="509" y="123"/>
                  <a:pt x="509" y="123"/>
                </a:cubicBezTo>
                <a:cubicBezTo>
                  <a:pt x="515" y="122"/>
                  <a:pt x="519" y="119"/>
                  <a:pt x="521" y="114"/>
                </a:cubicBezTo>
                <a:cubicBezTo>
                  <a:pt x="522" y="112"/>
                  <a:pt x="522" y="110"/>
                  <a:pt x="522" y="109"/>
                </a:cubicBezTo>
                <a:cubicBezTo>
                  <a:pt x="522" y="14"/>
                  <a:pt x="522" y="14"/>
                  <a:pt x="522" y="14"/>
                </a:cubicBezTo>
                <a:cubicBezTo>
                  <a:pt x="522" y="12"/>
                  <a:pt x="522" y="12"/>
                  <a:pt x="522" y="12"/>
                </a:cubicBezTo>
                <a:cubicBezTo>
                  <a:pt x="521" y="7"/>
                  <a:pt x="517" y="3"/>
                  <a:pt x="512" y="1"/>
                </a:cubicBezTo>
                <a:cubicBezTo>
                  <a:pt x="511" y="0"/>
                  <a:pt x="509" y="0"/>
                  <a:pt x="507" y="0"/>
                </a:cubicBezTo>
                <a:close/>
              </a:path>
            </a:pathLst>
          </a:custGeom>
          <a:solidFill>
            <a:srgbClr val="EA50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 name="Freeform 31"/>
          <p:cNvSpPr>
            <a:spLocks/>
          </p:cNvSpPr>
          <p:nvPr/>
        </p:nvSpPr>
        <p:spPr bwMode="auto">
          <a:xfrm>
            <a:off x="9664700" y="4938713"/>
            <a:ext cx="1762125" cy="1751013"/>
          </a:xfrm>
          <a:custGeom>
            <a:avLst/>
            <a:gdLst>
              <a:gd name="T0" fmla="*/ 83 w 200"/>
              <a:gd name="T1" fmla="*/ 7 h 199"/>
              <a:gd name="T2" fmla="*/ 7 w 200"/>
              <a:gd name="T3" fmla="*/ 83 h 199"/>
              <a:gd name="T4" fmla="*/ 5 w 200"/>
              <a:gd name="T5" fmla="*/ 85 h 199"/>
              <a:gd name="T6" fmla="*/ 1 w 200"/>
              <a:gd name="T7" fmla="*/ 94 h 199"/>
              <a:gd name="T8" fmla="*/ 1 w 200"/>
              <a:gd name="T9" fmla="*/ 96 h 199"/>
              <a:gd name="T10" fmla="*/ 2 w 200"/>
              <a:gd name="T11" fmla="*/ 108 h 199"/>
              <a:gd name="T12" fmla="*/ 3 w 200"/>
              <a:gd name="T13" fmla="*/ 110 h 199"/>
              <a:gd name="T14" fmla="*/ 8 w 200"/>
              <a:gd name="T15" fmla="*/ 117 h 199"/>
              <a:gd name="T16" fmla="*/ 84 w 200"/>
              <a:gd name="T17" fmla="*/ 193 h 199"/>
              <a:gd name="T18" fmla="*/ 86 w 200"/>
              <a:gd name="T19" fmla="*/ 194 h 199"/>
              <a:gd name="T20" fmla="*/ 94 w 200"/>
              <a:gd name="T21" fmla="*/ 198 h 199"/>
              <a:gd name="T22" fmla="*/ 97 w 200"/>
              <a:gd name="T23" fmla="*/ 199 h 199"/>
              <a:gd name="T24" fmla="*/ 108 w 200"/>
              <a:gd name="T25" fmla="*/ 198 h 199"/>
              <a:gd name="T26" fmla="*/ 110 w 200"/>
              <a:gd name="T27" fmla="*/ 197 h 199"/>
              <a:gd name="T28" fmla="*/ 117 w 200"/>
              <a:gd name="T29" fmla="*/ 192 h 199"/>
              <a:gd name="T30" fmla="*/ 193 w 200"/>
              <a:gd name="T31" fmla="*/ 116 h 199"/>
              <a:gd name="T32" fmla="*/ 195 w 200"/>
              <a:gd name="T33" fmla="*/ 114 h 199"/>
              <a:gd name="T34" fmla="*/ 199 w 200"/>
              <a:gd name="T35" fmla="*/ 106 h 199"/>
              <a:gd name="T36" fmla="*/ 199 w 200"/>
              <a:gd name="T37" fmla="*/ 103 h 199"/>
              <a:gd name="T38" fmla="*/ 198 w 200"/>
              <a:gd name="T39" fmla="*/ 92 h 199"/>
              <a:gd name="T40" fmla="*/ 197 w 200"/>
              <a:gd name="T41" fmla="*/ 89 h 199"/>
              <a:gd name="T42" fmla="*/ 192 w 200"/>
              <a:gd name="T43" fmla="*/ 82 h 199"/>
              <a:gd name="T44" fmla="*/ 117 w 200"/>
              <a:gd name="T45" fmla="*/ 7 h 199"/>
              <a:gd name="T46" fmla="*/ 115 w 200"/>
              <a:gd name="T47" fmla="*/ 5 h 199"/>
              <a:gd name="T48" fmla="*/ 106 w 200"/>
              <a:gd name="T49" fmla="*/ 1 h 199"/>
              <a:gd name="T50" fmla="*/ 104 w 200"/>
              <a:gd name="T51" fmla="*/ 0 h 199"/>
              <a:gd name="T52" fmla="*/ 92 w 200"/>
              <a:gd name="T53" fmla="*/ 2 h 199"/>
              <a:gd name="T54" fmla="*/ 90 w 200"/>
              <a:gd name="T55" fmla="*/ 2 h 199"/>
              <a:gd name="T56" fmla="*/ 83 w 200"/>
              <a:gd name="T57" fmla="*/ 7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0" h="199">
                <a:moveTo>
                  <a:pt x="83" y="7"/>
                </a:moveTo>
                <a:cubicBezTo>
                  <a:pt x="7" y="83"/>
                  <a:pt x="7" y="83"/>
                  <a:pt x="7" y="83"/>
                </a:cubicBezTo>
                <a:cubicBezTo>
                  <a:pt x="5" y="85"/>
                  <a:pt x="5" y="85"/>
                  <a:pt x="5" y="85"/>
                </a:cubicBezTo>
                <a:cubicBezTo>
                  <a:pt x="3" y="88"/>
                  <a:pt x="2" y="91"/>
                  <a:pt x="1" y="94"/>
                </a:cubicBezTo>
                <a:cubicBezTo>
                  <a:pt x="1" y="96"/>
                  <a:pt x="1" y="96"/>
                  <a:pt x="1" y="96"/>
                </a:cubicBezTo>
                <a:cubicBezTo>
                  <a:pt x="0" y="100"/>
                  <a:pt x="1" y="104"/>
                  <a:pt x="2" y="108"/>
                </a:cubicBezTo>
                <a:cubicBezTo>
                  <a:pt x="3" y="110"/>
                  <a:pt x="3" y="110"/>
                  <a:pt x="3" y="110"/>
                </a:cubicBezTo>
                <a:cubicBezTo>
                  <a:pt x="4" y="113"/>
                  <a:pt x="6" y="115"/>
                  <a:pt x="8" y="117"/>
                </a:cubicBezTo>
                <a:cubicBezTo>
                  <a:pt x="84" y="193"/>
                  <a:pt x="84" y="193"/>
                  <a:pt x="84" y="193"/>
                </a:cubicBezTo>
                <a:cubicBezTo>
                  <a:pt x="86" y="194"/>
                  <a:pt x="86" y="194"/>
                  <a:pt x="86" y="194"/>
                </a:cubicBezTo>
                <a:cubicBezTo>
                  <a:pt x="88" y="196"/>
                  <a:pt x="91" y="198"/>
                  <a:pt x="94" y="198"/>
                </a:cubicBezTo>
                <a:cubicBezTo>
                  <a:pt x="97" y="199"/>
                  <a:pt x="97" y="199"/>
                  <a:pt x="97" y="199"/>
                </a:cubicBezTo>
                <a:cubicBezTo>
                  <a:pt x="101" y="199"/>
                  <a:pt x="104" y="199"/>
                  <a:pt x="108" y="198"/>
                </a:cubicBezTo>
                <a:cubicBezTo>
                  <a:pt x="110" y="197"/>
                  <a:pt x="110" y="197"/>
                  <a:pt x="110" y="197"/>
                </a:cubicBezTo>
                <a:cubicBezTo>
                  <a:pt x="113" y="196"/>
                  <a:pt x="115" y="194"/>
                  <a:pt x="117" y="192"/>
                </a:cubicBezTo>
                <a:cubicBezTo>
                  <a:pt x="193" y="116"/>
                  <a:pt x="193" y="116"/>
                  <a:pt x="193" y="116"/>
                </a:cubicBezTo>
                <a:cubicBezTo>
                  <a:pt x="195" y="114"/>
                  <a:pt x="195" y="114"/>
                  <a:pt x="195" y="114"/>
                </a:cubicBezTo>
                <a:cubicBezTo>
                  <a:pt x="197" y="111"/>
                  <a:pt x="198" y="109"/>
                  <a:pt x="199" y="106"/>
                </a:cubicBezTo>
                <a:cubicBezTo>
                  <a:pt x="199" y="103"/>
                  <a:pt x="199" y="103"/>
                  <a:pt x="199" y="103"/>
                </a:cubicBezTo>
                <a:cubicBezTo>
                  <a:pt x="200" y="99"/>
                  <a:pt x="200" y="96"/>
                  <a:pt x="198" y="92"/>
                </a:cubicBezTo>
                <a:cubicBezTo>
                  <a:pt x="197" y="89"/>
                  <a:pt x="197" y="89"/>
                  <a:pt x="197" y="89"/>
                </a:cubicBezTo>
                <a:cubicBezTo>
                  <a:pt x="196" y="87"/>
                  <a:pt x="195" y="85"/>
                  <a:pt x="192" y="82"/>
                </a:cubicBezTo>
                <a:cubicBezTo>
                  <a:pt x="117" y="7"/>
                  <a:pt x="117" y="7"/>
                  <a:pt x="117" y="7"/>
                </a:cubicBezTo>
                <a:cubicBezTo>
                  <a:pt x="115" y="5"/>
                  <a:pt x="115" y="5"/>
                  <a:pt x="115" y="5"/>
                </a:cubicBezTo>
                <a:cubicBezTo>
                  <a:pt x="112" y="3"/>
                  <a:pt x="109" y="2"/>
                  <a:pt x="106" y="1"/>
                </a:cubicBezTo>
                <a:cubicBezTo>
                  <a:pt x="104" y="0"/>
                  <a:pt x="104" y="0"/>
                  <a:pt x="104" y="0"/>
                </a:cubicBezTo>
                <a:cubicBezTo>
                  <a:pt x="100" y="0"/>
                  <a:pt x="96" y="0"/>
                  <a:pt x="92" y="2"/>
                </a:cubicBezTo>
                <a:cubicBezTo>
                  <a:pt x="90" y="2"/>
                  <a:pt x="90" y="2"/>
                  <a:pt x="90" y="2"/>
                </a:cubicBezTo>
                <a:cubicBezTo>
                  <a:pt x="87" y="4"/>
                  <a:pt x="85" y="5"/>
                  <a:pt x="83" y="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 name="Freeform 32"/>
          <p:cNvSpPr>
            <a:spLocks/>
          </p:cNvSpPr>
          <p:nvPr/>
        </p:nvSpPr>
        <p:spPr bwMode="auto">
          <a:xfrm>
            <a:off x="9699625" y="4965700"/>
            <a:ext cx="1700213" cy="1697038"/>
          </a:xfrm>
          <a:custGeom>
            <a:avLst/>
            <a:gdLst>
              <a:gd name="T0" fmla="*/ 82 w 193"/>
              <a:gd name="T1" fmla="*/ 8 h 193"/>
              <a:gd name="T2" fmla="*/ 7 w 193"/>
              <a:gd name="T3" fmla="*/ 83 h 193"/>
              <a:gd name="T4" fmla="*/ 7 w 193"/>
              <a:gd name="T5" fmla="*/ 111 h 193"/>
              <a:gd name="T6" fmla="*/ 82 w 193"/>
              <a:gd name="T7" fmla="*/ 186 h 193"/>
              <a:gd name="T8" fmla="*/ 110 w 193"/>
              <a:gd name="T9" fmla="*/ 186 h 193"/>
              <a:gd name="T10" fmla="*/ 185 w 193"/>
              <a:gd name="T11" fmla="*/ 111 h 193"/>
              <a:gd name="T12" fmla="*/ 185 w 193"/>
              <a:gd name="T13" fmla="*/ 83 h 193"/>
              <a:gd name="T14" fmla="*/ 110 w 193"/>
              <a:gd name="T15" fmla="*/ 8 h 193"/>
              <a:gd name="T16" fmla="*/ 82 w 193"/>
              <a:gd name="T17" fmla="*/ 8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93">
                <a:moveTo>
                  <a:pt x="82" y="8"/>
                </a:moveTo>
                <a:cubicBezTo>
                  <a:pt x="7" y="83"/>
                  <a:pt x="7" y="83"/>
                  <a:pt x="7" y="83"/>
                </a:cubicBezTo>
                <a:cubicBezTo>
                  <a:pt x="0" y="90"/>
                  <a:pt x="0" y="103"/>
                  <a:pt x="7" y="111"/>
                </a:cubicBezTo>
                <a:cubicBezTo>
                  <a:pt x="82" y="186"/>
                  <a:pt x="82" y="186"/>
                  <a:pt x="82" y="186"/>
                </a:cubicBezTo>
                <a:cubicBezTo>
                  <a:pt x="90" y="193"/>
                  <a:pt x="102" y="193"/>
                  <a:pt x="110" y="186"/>
                </a:cubicBezTo>
                <a:cubicBezTo>
                  <a:pt x="185" y="111"/>
                  <a:pt x="185" y="111"/>
                  <a:pt x="185" y="111"/>
                </a:cubicBezTo>
                <a:cubicBezTo>
                  <a:pt x="193" y="103"/>
                  <a:pt x="193" y="90"/>
                  <a:pt x="185" y="83"/>
                </a:cubicBezTo>
                <a:cubicBezTo>
                  <a:pt x="110" y="8"/>
                  <a:pt x="110" y="8"/>
                  <a:pt x="110" y="8"/>
                </a:cubicBezTo>
                <a:cubicBezTo>
                  <a:pt x="102" y="0"/>
                  <a:pt x="90" y="0"/>
                  <a:pt x="82" y="8"/>
                </a:cubicBezTo>
                <a:close/>
              </a:path>
            </a:pathLst>
          </a:custGeom>
          <a:solidFill>
            <a:srgbClr val="CCB7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 name="Freeform 33"/>
          <p:cNvSpPr>
            <a:spLocks/>
          </p:cNvSpPr>
          <p:nvPr/>
        </p:nvSpPr>
        <p:spPr bwMode="auto">
          <a:xfrm>
            <a:off x="9893300" y="5167313"/>
            <a:ext cx="1303338" cy="1301750"/>
          </a:xfrm>
          <a:custGeom>
            <a:avLst/>
            <a:gdLst>
              <a:gd name="T0" fmla="*/ 411 w 821"/>
              <a:gd name="T1" fmla="*/ 0 h 820"/>
              <a:gd name="T2" fmla="*/ 0 w 821"/>
              <a:gd name="T3" fmla="*/ 410 h 820"/>
              <a:gd name="T4" fmla="*/ 411 w 821"/>
              <a:gd name="T5" fmla="*/ 820 h 820"/>
              <a:gd name="T6" fmla="*/ 821 w 821"/>
              <a:gd name="T7" fmla="*/ 410 h 820"/>
              <a:gd name="T8" fmla="*/ 411 w 821"/>
              <a:gd name="T9" fmla="*/ 0 h 820"/>
              <a:gd name="T10" fmla="*/ 411 w 821"/>
              <a:gd name="T11" fmla="*/ 0 h 820"/>
            </a:gdLst>
            <a:ahLst/>
            <a:cxnLst>
              <a:cxn ang="0">
                <a:pos x="T0" y="T1"/>
              </a:cxn>
              <a:cxn ang="0">
                <a:pos x="T2" y="T3"/>
              </a:cxn>
              <a:cxn ang="0">
                <a:pos x="T4" y="T5"/>
              </a:cxn>
              <a:cxn ang="0">
                <a:pos x="T6" y="T7"/>
              </a:cxn>
              <a:cxn ang="0">
                <a:pos x="T8" y="T9"/>
              </a:cxn>
              <a:cxn ang="0">
                <a:pos x="T10" y="T11"/>
              </a:cxn>
            </a:cxnLst>
            <a:rect l="0" t="0" r="r" b="b"/>
            <a:pathLst>
              <a:path w="821" h="820">
                <a:moveTo>
                  <a:pt x="411" y="0"/>
                </a:moveTo>
                <a:lnTo>
                  <a:pt x="0" y="410"/>
                </a:lnTo>
                <a:lnTo>
                  <a:pt x="411" y="820"/>
                </a:lnTo>
                <a:lnTo>
                  <a:pt x="821" y="410"/>
                </a:lnTo>
                <a:lnTo>
                  <a:pt x="411" y="0"/>
                </a:lnTo>
                <a:lnTo>
                  <a:pt x="41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 name="Freeform 34"/>
          <p:cNvSpPr>
            <a:spLocks/>
          </p:cNvSpPr>
          <p:nvPr/>
        </p:nvSpPr>
        <p:spPr bwMode="auto">
          <a:xfrm>
            <a:off x="9955213" y="5229225"/>
            <a:ext cx="1181100" cy="1177925"/>
          </a:xfrm>
          <a:custGeom>
            <a:avLst/>
            <a:gdLst>
              <a:gd name="T0" fmla="*/ 372 w 744"/>
              <a:gd name="T1" fmla="*/ 0 h 742"/>
              <a:gd name="T2" fmla="*/ 0 w 744"/>
              <a:gd name="T3" fmla="*/ 371 h 742"/>
              <a:gd name="T4" fmla="*/ 372 w 744"/>
              <a:gd name="T5" fmla="*/ 742 h 742"/>
              <a:gd name="T6" fmla="*/ 744 w 744"/>
              <a:gd name="T7" fmla="*/ 371 h 742"/>
              <a:gd name="T8" fmla="*/ 372 w 744"/>
              <a:gd name="T9" fmla="*/ 0 h 742"/>
              <a:gd name="T10" fmla="*/ 372 w 744"/>
              <a:gd name="T11" fmla="*/ 0 h 742"/>
            </a:gdLst>
            <a:ahLst/>
            <a:cxnLst>
              <a:cxn ang="0">
                <a:pos x="T0" y="T1"/>
              </a:cxn>
              <a:cxn ang="0">
                <a:pos x="T2" y="T3"/>
              </a:cxn>
              <a:cxn ang="0">
                <a:pos x="T4" y="T5"/>
              </a:cxn>
              <a:cxn ang="0">
                <a:pos x="T6" y="T7"/>
              </a:cxn>
              <a:cxn ang="0">
                <a:pos x="T8" y="T9"/>
              </a:cxn>
              <a:cxn ang="0">
                <a:pos x="T10" y="T11"/>
              </a:cxn>
            </a:cxnLst>
            <a:rect l="0" t="0" r="r" b="b"/>
            <a:pathLst>
              <a:path w="744" h="742">
                <a:moveTo>
                  <a:pt x="372" y="0"/>
                </a:moveTo>
                <a:lnTo>
                  <a:pt x="0" y="371"/>
                </a:lnTo>
                <a:lnTo>
                  <a:pt x="372" y="742"/>
                </a:lnTo>
                <a:lnTo>
                  <a:pt x="744" y="371"/>
                </a:lnTo>
                <a:lnTo>
                  <a:pt x="372" y="0"/>
                </a:lnTo>
                <a:lnTo>
                  <a:pt x="372" y="0"/>
                </a:lnTo>
                <a:close/>
              </a:path>
            </a:pathLst>
          </a:custGeom>
          <a:solidFill>
            <a:srgbClr val="7271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 name="Freeform 35"/>
          <p:cNvSpPr>
            <a:spLocks/>
          </p:cNvSpPr>
          <p:nvPr/>
        </p:nvSpPr>
        <p:spPr bwMode="auto">
          <a:xfrm>
            <a:off x="9515475" y="5405438"/>
            <a:ext cx="44450" cy="827088"/>
          </a:xfrm>
          <a:custGeom>
            <a:avLst/>
            <a:gdLst>
              <a:gd name="T0" fmla="*/ 28 w 28"/>
              <a:gd name="T1" fmla="*/ 521 h 521"/>
              <a:gd name="T2" fmla="*/ 28 w 28"/>
              <a:gd name="T3" fmla="*/ 0 h 521"/>
              <a:gd name="T4" fmla="*/ 0 w 28"/>
              <a:gd name="T5" fmla="*/ 0 h 521"/>
              <a:gd name="T6" fmla="*/ 0 w 28"/>
              <a:gd name="T7" fmla="*/ 521 h 521"/>
              <a:gd name="T8" fmla="*/ 28 w 28"/>
              <a:gd name="T9" fmla="*/ 521 h 521"/>
              <a:gd name="T10" fmla="*/ 28 w 28"/>
              <a:gd name="T11" fmla="*/ 521 h 521"/>
            </a:gdLst>
            <a:ahLst/>
            <a:cxnLst>
              <a:cxn ang="0">
                <a:pos x="T0" y="T1"/>
              </a:cxn>
              <a:cxn ang="0">
                <a:pos x="T2" y="T3"/>
              </a:cxn>
              <a:cxn ang="0">
                <a:pos x="T4" y="T5"/>
              </a:cxn>
              <a:cxn ang="0">
                <a:pos x="T6" y="T7"/>
              </a:cxn>
              <a:cxn ang="0">
                <a:pos x="T8" y="T9"/>
              </a:cxn>
              <a:cxn ang="0">
                <a:pos x="T10" y="T11"/>
              </a:cxn>
            </a:cxnLst>
            <a:rect l="0" t="0" r="r" b="b"/>
            <a:pathLst>
              <a:path w="28" h="521">
                <a:moveTo>
                  <a:pt x="28" y="521"/>
                </a:moveTo>
                <a:lnTo>
                  <a:pt x="28" y="0"/>
                </a:lnTo>
                <a:lnTo>
                  <a:pt x="0" y="0"/>
                </a:lnTo>
                <a:lnTo>
                  <a:pt x="0" y="521"/>
                </a:lnTo>
                <a:lnTo>
                  <a:pt x="28" y="521"/>
                </a:lnTo>
                <a:lnTo>
                  <a:pt x="28" y="521"/>
                </a:lnTo>
                <a:close/>
              </a:path>
            </a:pathLst>
          </a:custGeom>
          <a:solidFill>
            <a:srgbClr val="D533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 name="Freeform 36"/>
          <p:cNvSpPr>
            <a:spLocks noEditPoints="1"/>
          </p:cNvSpPr>
          <p:nvPr/>
        </p:nvSpPr>
        <p:spPr bwMode="auto">
          <a:xfrm>
            <a:off x="10342563" y="5564188"/>
            <a:ext cx="361950" cy="474663"/>
          </a:xfrm>
          <a:custGeom>
            <a:avLst/>
            <a:gdLst>
              <a:gd name="T0" fmla="*/ 0 w 41"/>
              <a:gd name="T1" fmla="*/ 43 h 54"/>
              <a:gd name="T2" fmla="*/ 23 w 41"/>
              <a:gd name="T3" fmla="*/ 43 h 54"/>
              <a:gd name="T4" fmla="*/ 23 w 41"/>
              <a:gd name="T5" fmla="*/ 54 h 54"/>
              <a:gd name="T6" fmla="*/ 34 w 41"/>
              <a:gd name="T7" fmla="*/ 54 h 54"/>
              <a:gd name="T8" fmla="*/ 34 w 41"/>
              <a:gd name="T9" fmla="*/ 43 h 54"/>
              <a:gd name="T10" fmla="*/ 41 w 41"/>
              <a:gd name="T11" fmla="*/ 43 h 54"/>
              <a:gd name="T12" fmla="*/ 41 w 41"/>
              <a:gd name="T13" fmla="*/ 35 h 54"/>
              <a:gd name="T14" fmla="*/ 34 w 41"/>
              <a:gd name="T15" fmla="*/ 35 h 54"/>
              <a:gd name="T16" fmla="*/ 34 w 41"/>
              <a:gd name="T17" fmla="*/ 0 h 54"/>
              <a:gd name="T18" fmla="*/ 20 w 41"/>
              <a:gd name="T19" fmla="*/ 0 h 54"/>
              <a:gd name="T20" fmla="*/ 0 w 41"/>
              <a:gd name="T21" fmla="*/ 34 h 54"/>
              <a:gd name="T22" fmla="*/ 0 w 41"/>
              <a:gd name="T23" fmla="*/ 43 h 54"/>
              <a:gd name="T24" fmla="*/ 10 w 41"/>
              <a:gd name="T25" fmla="*/ 35 h 54"/>
              <a:gd name="T26" fmla="*/ 23 w 41"/>
              <a:gd name="T27" fmla="*/ 12 h 54"/>
              <a:gd name="T28" fmla="*/ 24 w 41"/>
              <a:gd name="T29" fmla="*/ 9 h 54"/>
              <a:gd name="T30" fmla="*/ 23 w 41"/>
              <a:gd name="T31" fmla="*/ 13 h 54"/>
              <a:gd name="T32" fmla="*/ 23 w 41"/>
              <a:gd name="T33" fmla="*/ 35 h 54"/>
              <a:gd name="T34" fmla="*/ 10 w 41"/>
              <a:gd name="T35" fmla="*/ 3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1" h="54">
                <a:moveTo>
                  <a:pt x="0" y="43"/>
                </a:moveTo>
                <a:cubicBezTo>
                  <a:pt x="23" y="43"/>
                  <a:pt x="23" y="43"/>
                  <a:pt x="23" y="43"/>
                </a:cubicBezTo>
                <a:cubicBezTo>
                  <a:pt x="23" y="54"/>
                  <a:pt x="23" y="54"/>
                  <a:pt x="23" y="54"/>
                </a:cubicBezTo>
                <a:cubicBezTo>
                  <a:pt x="34" y="54"/>
                  <a:pt x="34" y="54"/>
                  <a:pt x="34" y="54"/>
                </a:cubicBezTo>
                <a:cubicBezTo>
                  <a:pt x="34" y="43"/>
                  <a:pt x="34" y="43"/>
                  <a:pt x="34" y="43"/>
                </a:cubicBezTo>
                <a:cubicBezTo>
                  <a:pt x="41" y="43"/>
                  <a:pt x="41" y="43"/>
                  <a:pt x="41" y="43"/>
                </a:cubicBezTo>
                <a:cubicBezTo>
                  <a:pt x="41" y="35"/>
                  <a:pt x="41" y="35"/>
                  <a:pt x="41" y="35"/>
                </a:cubicBezTo>
                <a:cubicBezTo>
                  <a:pt x="34" y="35"/>
                  <a:pt x="34" y="35"/>
                  <a:pt x="34" y="35"/>
                </a:cubicBezTo>
                <a:cubicBezTo>
                  <a:pt x="34" y="0"/>
                  <a:pt x="34" y="0"/>
                  <a:pt x="34" y="0"/>
                </a:cubicBezTo>
                <a:cubicBezTo>
                  <a:pt x="20" y="0"/>
                  <a:pt x="20" y="0"/>
                  <a:pt x="20" y="0"/>
                </a:cubicBezTo>
                <a:cubicBezTo>
                  <a:pt x="0" y="34"/>
                  <a:pt x="0" y="34"/>
                  <a:pt x="0" y="34"/>
                </a:cubicBezTo>
                <a:cubicBezTo>
                  <a:pt x="0" y="43"/>
                  <a:pt x="0" y="43"/>
                  <a:pt x="0" y="43"/>
                </a:cubicBezTo>
                <a:close/>
                <a:moveTo>
                  <a:pt x="10" y="35"/>
                </a:moveTo>
                <a:cubicBezTo>
                  <a:pt x="23" y="12"/>
                  <a:pt x="23" y="12"/>
                  <a:pt x="23" y="12"/>
                </a:cubicBezTo>
                <a:cubicBezTo>
                  <a:pt x="23" y="11"/>
                  <a:pt x="23" y="10"/>
                  <a:pt x="24" y="9"/>
                </a:cubicBezTo>
                <a:cubicBezTo>
                  <a:pt x="24" y="10"/>
                  <a:pt x="23" y="11"/>
                  <a:pt x="23" y="13"/>
                </a:cubicBezTo>
                <a:cubicBezTo>
                  <a:pt x="23" y="35"/>
                  <a:pt x="23" y="35"/>
                  <a:pt x="23" y="35"/>
                </a:cubicBezTo>
                <a:cubicBezTo>
                  <a:pt x="10" y="35"/>
                  <a:pt x="10" y="35"/>
                  <a:pt x="10" y="3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 name="文本框 75"/>
          <p:cNvSpPr txBox="1"/>
          <p:nvPr/>
        </p:nvSpPr>
        <p:spPr>
          <a:xfrm>
            <a:off x="7097714" y="2421147"/>
            <a:ext cx="2366962" cy="707886"/>
          </a:xfrm>
          <a:prstGeom prst="rect">
            <a:avLst/>
          </a:prstGeom>
          <a:noFill/>
        </p:spPr>
        <p:txBody>
          <a:bodyPr wrap="square" rtlCol="0">
            <a:spAutoFit/>
          </a:bodyPr>
          <a:lstStyle/>
          <a:p>
            <a:r>
              <a:rPr lang="en-US" altLang="zh-CN" sz="2000"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rPr>
              <a:t>Heading text of sample.</a:t>
            </a:r>
            <a:endParaRPr lang="zh-CN" altLang="en-US" sz="2000"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77" name="文本框 76"/>
          <p:cNvSpPr txBox="1"/>
          <p:nvPr/>
        </p:nvSpPr>
        <p:spPr>
          <a:xfrm>
            <a:off x="9110209" y="866418"/>
            <a:ext cx="2366962" cy="707886"/>
          </a:xfrm>
          <a:prstGeom prst="rect">
            <a:avLst/>
          </a:prstGeom>
          <a:noFill/>
        </p:spPr>
        <p:txBody>
          <a:bodyPr wrap="square" rtlCol="0">
            <a:spAutoFit/>
          </a:bodyPr>
          <a:lstStyle/>
          <a:p>
            <a:r>
              <a:rPr lang="en-US" altLang="zh-CN" sz="2000"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rPr>
              <a:t>Heading text of sample.</a:t>
            </a:r>
            <a:endParaRPr lang="zh-CN" altLang="en-US" sz="2000"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78" name="文本框 77"/>
          <p:cNvSpPr txBox="1"/>
          <p:nvPr/>
        </p:nvSpPr>
        <p:spPr>
          <a:xfrm>
            <a:off x="9110209" y="3913511"/>
            <a:ext cx="2366962" cy="707886"/>
          </a:xfrm>
          <a:prstGeom prst="rect">
            <a:avLst/>
          </a:prstGeom>
          <a:noFill/>
        </p:spPr>
        <p:txBody>
          <a:bodyPr wrap="square" rtlCol="0">
            <a:spAutoFit/>
          </a:bodyPr>
          <a:lstStyle/>
          <a:p>
            <a:r>
              <a:rPr lang="en-US" altLang="zh-CN" sz="2000"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rPr>
              <a:t>Heading text of sample.</a:t>
            </a:r>
            <a:endParaRPr lang="zh-CN" altLang="en-US" sz="2000"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86" name="文本框 85"/>
          <p:cNvSpPr txBox="1"/>
          <p:nvPr/>
        </p:nvSpPr>
        <p:spPr>
          <a:xfrm>
            <a:off x="7097714" y="5442030"/>
            <a:ext cx="2366962" cy="707886"/>
          </a:xfrm>
          <a:prstGeom prst="rect">
            <a:avLst/>
          </a:prstGeom>
          <a:noFill/>
        </p:spPr>
        <p:txBody>
          <a:bodyPr wrap="square" rtlCol="0">
            <a:spAutoFit/>
          </a:bodyPr>
          <a:lstStyle/>
          <a:p>
            <a:r>
              <a:rPr lang="en-US" altLang="zh-CN" sz="2000"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rPr>
              <a:t>Heading text of sample.</a:t>
            </a:r>
            <a:endParaRPr lang="zh-CN" altLang="en-US" sz="2000"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55"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253677653"/>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Freeform 60"/>
          <p:cNvSpPr>
            <a:spLocks/>
          </p:cNvSpPr>
          <p:nvPr/>
        </p:nvSpPr>
        <p:spPr bwMode="auto">
          <a:xfrm>
            <a:off x="1007063" y="3889553"/>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 name="文本框 26"/>
          <p:cNvSpPr txBox="1"/>
          <p:nvPr/>
        </p:nvSpPr>
        <p:spPr>
          <a:xfrm>
            <a:off x="940215" y="4689154"/>
            <a:ext cx="3555585" cy="1421928"/>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网络</a:t>
            </a:r>
            <a:r>
              <a:rPr lang="en-US" altLang="zh-CN" dirty="0">
                <a:solidFill>
                  <a:prstClr val="black">
                    <a:lumMod val="65000"/>
                    <a:lumOff val="35000"/>
                  </a:prstClr>
                </a:solidFill>
                <a:latin typeface="微软雅黑" panose="020B0503020204020204" pitchFamily="34" charset="-122"/>
              </a:rPr>
              <a:t>EPS</a:t>
            </a:r>
            <a:r>
              <a:rPr lang="zh-CN" altLang="en-US" dirty="0">
                <a:solidFill>
                  <a:prstClr val="black">
                    <a:lumMod val="65000"/>
                    <a:lumOff val="35000"/>
                  </a:prstClr>
                </a:solidFill>
                <a:latin typeface="微软雅黑" panose="020B0503020204020204" pitchFamily="34" charset="-122"/>
              </a:rPr>
              <a:t>素材改编；</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文字、颜色可随意更改；</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可根据排版变换其大小；</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矢量图标变换时注意设置颜色。</a:t>
            </a:r>
            <a:endParaRPr lang="en-US" altLang="zh-CN" dirty="0">
              <a:solidFill>
                <a:prstClr val="black">
                  <a:lumMod val="65000"/>
                  <a:lumOff val="35000"/>
                </a:prstClr>
              </a:solidFill>
              <a:latin typeface="微软雅黑" panose="020B0503020204020204" pitchFamily="34" charset="-122"/>
            </a:endParaRPr>
          </a:p>
        </p:txBody>
      </p:sp>
      <p:sp>
        <p:nvSpPr>
          <p:cNvPr id="28" name="圆角矩形 27"/>
          <p:cNvSpPr/>
          <p:nvPr/>
        </p:nvSpPr>
        <p:spPr>
          <a:xfrm>
            <a:off x="1674755" y="4048838"/>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29" name="等腰三角形 28"/>
          <p:cNvSpPr/>
          <p:nvPr/>
        </p:nvSpPr>
        <p:spPr>
          <a:xfrm rot="16200000">
            <a:off x="1600123" y="4116382"/>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15" name="Freeform 5"/>
          <p:cNvSpPr>
            <a:spLocks/>
          </p:cNvSpPr>
          <p:nvPr/>
        </p:nvSpPr>
        <p:spPr bwMode="auto">
          <a:xfrm>
            <a:off x="6298974" y="3623205"/>
            <a:ext cx="5739039" cy="2675314"/>
          </a:xfrm>
          <a:custGeom>
            <a:avLst/>
            <a:gdLst>
              <a:gd name="T0" fmla="*/ 0 w 3162"/>
              <a:gd name="T1" fmla="*/ 1474 h 1474"/>
              <a:gd name="T2" fmla="*/ 0 w 3162"/>
              <a:gd name="T3" fmla="*/ 683 h 1474"/>
              <a:gd name="T4" fmla="*/ 3162 w 3162"/>
              <a:gd name="T5" fmla="*/ 0 h 1474"/>
              <a:gd name="T6" fmla="*/ 3162 w 3162"/>
              <a:gd name="T7" fmla="*/ 1474 h 1474"/>
              <a:gd name="T8" fmla="*/ 0 w 3162"/>
              <a:gd name="T9" fmla="*/ 1474 h 1474"/>
              <a:gd name="T10" fmla="*/ 0 w 3162"/>
              <a:gd name="T11" fmla="*/ 1474 h 1474"/>
            </a:gdLst>
            <a:ahLst/>
            <a:cxnLst>
              <a:cxn ang="0">
                <a:pos x="T0" y="T1"/>
              </a:cxn>
              <a:cxn ang="0">
                <a:pos x="T2" y="T3"/>
              </a:cxn>
              <a:cxn ang="0">
                <a:pos x="T4" y="T5"/>
              </a:cxn>
              <a:cxn ang="0">
                <a:pos x="T6" y="T7"/>
              </a:cxn>
              <a:cxn ang="0">
                <a:pos x="T8" y="T9"/>
              </a:cxn>
              <a:cxn ang="0">
                <a:pos x="T10" y="T11"/>
              </a:cxn>
            </a:cxnLst>
            <a:rect l="0" t="0" r="r" b="b"/>
            <a:pathLst>
              <a:path w="3162" h="1474">
                <a:moveTo>
                  <a:pt x="0" y="1474"/>
                </a:moveTo>
                <a:lnTo>
                  <a:pt x="0" y="683"/>
                </a:lnTo>
                <a:lnTo>
                  <a:pt x="3162" y="0"/>
                </a:lnTo>
                <a:lnTo>
                  <a:pt x="3162" y="1474"/>
                </a:lnTo>
                <a:lnTo>
                  <a:pt x="0" y="1474"/>
                </a:lnTo>
                <a:lnTo>
                  <a:pt x="0" y="1474"/>
                </a:ln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 name="Freeform 6"/>
          <p:cNvSpPr>
            <a:spLocks/>
          </p:cNvSpPr>
          <p:nvPr/>
        </p:nvSpPr>
        <p:spPr bwMode="auto">
          <a:xfrm>
            <a:off x="9373589" y="559480"/>
            <a:ext cx="2664424" cy="5739039"/>
          </a:xfrm>
          <a:custGeom>
            <a:avLst/>
            <a:gdLst>
              <a:gd name="T0" fmla="*/ 1468 w 1468"/>
              <a:gd name="T1" fmla="*/ 3162 h 3162"/>
              <a:gd name="T2" fmla="*/ 678 w 1468"/>
              <a:gd name="T3" fmla="*/ 3162 h 3162"/>
              <a:gd name="T4" fmla="*/ 0 w 1468"/>
              <a:gd name="T5" fmla="*/ 0 h 3162"/>
              <a:gd name="T6" fmla="*/ 1468 w 1468"/>
              <a:gd name="T7" fmla="*/ 0 h 3162"/>
              <a:gd name="T8" fmla="*/ 1468 w 1468"/>
              <a:gd name="T9" fmla="*/ 3162 h 3162"/>
              <a:gd name="T10" fmla="*/ 1468 w 1468"/>
              <a:gd name="T11" fmla="*/ 3162 h 3162"/>
            </a:gdLst>
            <a:ahLst/>
            <a:cxnLst>
              <a:cxn ang="0">
                <a:pos x="T0" y="T1"/>
              </a:cxn>
              <a:cxn ang="0">
                <a:pos x="T2" y="T3"/>
              </a:cxn>
              <a:cxn ang="0">
                <a:pos x="T4" y="T5"/>
              </a:cxn>
              <a:cxn ang="0">
                <a:pos x="T6" y="T7"/>
              </a:cxn>
              <a:cxn ang="0">
                <a:pos x="T8" y="T9"/>
              </a:cxn>
              <a:cxn ang="0">
                <a:pos x="T10" y="T11"/>
              </a:cxn>
            </a:cxnLst>
            <a:rect l="0" t="0" r="r" b="b"/>
            <a:pathLst>
              <a:path w="1468" h="3162">
                <a:moveTo>
                  <a:pt x="1468" y="3162"/>
                </a:moveTo>
                <a:lnTo>
                  <a:pt x="678" y="3162"/>
                </a:lnTo>
                <a:lnTo>
                  <a:pt x="0" y="0"/>
                </a:lnTo>
                <a:lnTo>
                  <a:pt x="1468" y="0"/>
                </a:lnTo>
                <a:lnTo>
                  <a:pt x="1468" y="3162"/>
                </a:lnTo>
                <a:lnTo>
                  <a:pt x="1468" y="3162"/>
                </a:ln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 name="Freeform 7"/>
          <p:cNvSpPr>
            <a:spLocks/>
          </p:cNvSpPr>
          <p:nvPr/>
        </p:nvSpPr>
        <p:spPr bwMode="auto">
          <a:xfrm>
            <a:off x="6298974" y="559480"/>
            <a:ext cx="5739039" cy="2664424"/>
          </a:xfrm>
          <a:custGeom>
            <a:avLst/>
            <a:gdLst>
              <a:gd name="T0" fmla="*/ 3162 w 3162"/>
              <a:gd name="T1" fmla="*/ 0 h 1468"/>
              <a:gd name="T2" fmla="*/ 3162 w 3162"/>
              <a:gd name="T3" fmla="*/ 790 h 1468"/>
              <a:gd name="T4" fmla="*/ 0 w 3162"/>
              <a:gd name="T5" fmla="*/ 1468 h 1468"/>
              <a:gd name="T6" fmla="*/ 0 w 3162"/>
              <a:gd name="T7" fmla="*/ 0 h 1468"/>
              <a:gd name="T8" fmla="*/ 3162 w 3162"/>
              <a:gd name="T9" fmla="*/ 0 h 1468"/>
              <a:gd name="T10" fmla="*/ 3162 w 3162"/>
              <a:gd name="T11" fmla="*/ 0 h 1468"/>
            </a:gdLst>
            <a:ahLst/>
            <a:cxnLst>
              <a:cxn ang="0">
                <a:pos x="T0" y="T1"/>
              </a:cxn>
              <a:cxn ang="0">
                <a:pos x="T2" y="T3"/>
              </a:cxn>
              <a:cxn ang="0">
                <a:pos x="T4" y="T5"/>
              </a:cxn>
              <a:cxn ang="0">
                <a:pos x="T6" y="T7"/>
              </a:cxn>
              <a:cxn ang="0">
                <a:pos x="T8" y="T9"/>
              </a:cxn>
              <a:cxn ang="0">
                <a:pos x="T10" y="T11"/>
              </a:cxn>
            </a:cxnLst>
            <a:rect l="0" t="0" r="r" b="b"/>
            <a:pathLst>
              <a:path w="3162" h="1468">
                <a:moveTo>
                  <a:pt x="3162" y="0"/>
                </a:moveTo>
                <a:lnTo>
                  <a:pt x="3162" y="790"/>
                </a:lnTo>
                <a:lnTo>
                  <a:pt x="0" y="1468"/>
                </a:lnTo>
                <a:lnTo>
                  <a:pt x="0" y="0"/>
                </a:lnTo>
                <a:lnTo>
                  <a:pt x="3162" y="0"/>
                </a:lnTo>
                <a:lnTo>
                  <a:pt x="3162" y="0"/>
                </a:ln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 name="Freeform 8"/>
          <p:cNvSpPr>
            <a:spLocks/>
          </p:cNvSpPr>
          <p:nvPr/>
        </p:nvSpPr>
        <p:spPr bwMode="auto">
          <a:xfrm>
            <a:off x="6298974" y="559480"/>
            <a:ext cx="2664424" cy="5739039"/>
          </a:xfrm>
          <a:custGeom>
            <a:avLst/>
            <a:gdLst>
              <a:gd name="T0" fmla="*/ 0 w 1468"/>
              <a:gd name="T1" fmla="*/ 0 h 3162"/>
              <a:gd name="T2" fmla="*/ 790 w 1468"/>
              <a:gd name="T3" fmla="*/ 0 h 3162"/>
              <a:gd name="T4" fmla="*/ 1468 w 1468"/>
              <a:gd name="T5" fmla="*/ 3162 h 3162"/>
              <a:gd name="T6" fmla="*/ 0 w 1468"/>
              <a:gd name="T7" fmla="*/ 3162 h 3162"/>
              <a:gd name="T8" fmla="*/ 0 w 1468"/>
              <a:gd name="T9" fmla="*/ 0 h 3162"/>
              <a:gd name="T10" fmla="*/ 0 w 1468"/>
              <a:gd name="T11" fmla="*/ 0 h 3162"/>
            </a:gdLst>
            <a:ahLst/>
            <a:cxnLst>
              <a:cxn ang="0">
                <a:pos x="T0" y="T1"/>
              </a:cxn>
              <a:cxn ang="0">
                <a:pos x="T2" y="T3"/>
              </a:cxn>
              <a:cxn ang="0">
                <a:pos x="T4" y="T5"/>
              </a:cxn>
              <a:cxn ang="0">
                <a:pos x="T6" y="T7"/>
              </a:cxn>
              <a:cxn ang="0">
                <a:pos x="T8" y="T9"/>
              </a:cxn>
              <a:cxn ang="0">
                <a:pos x="T10" y="T11"/>
              </a:cxn>
            </a:cxnLst>
            <a:rect l="0" t="0" r="r" b="b"/>
            <a:pathLst>
              <a:path w="1468" h="3162">
                <a:moveTo>
                  <a:pt x="0" y="0"/>
                </a:moveTo>
                <a:lnTo>
                  <a:pt x="790" y="0"/>
                </a:lnTo>
                <a:lnTo>
                  <a:pt x="1468" y="3162"/>
                </a:lnTo>
                <a:lnTo>
                  <a:pt x="0" y="3162"/>
                </a:lnTo>
                <a:lnTo>
                  <a:pt x="0" y="0"/>
                </a:lnTo>
                <a:lnTo>
                  <a:pt x="0" y="0"/>
                </a:ln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 name="Freeform 9"/>
          <p:cNvSpPr>
            <a:spLocks/>
          </p:cNvSpPr>
          <p:nvPr/>
        </p:nvSpPr>
        <p:spPr bwMode="auto">
          <a:xfrm>
            <a:off x="6298974" y="559480"/>
            <a:ext cx="5739039" cy="2664424"/>
          </a:xfrm>
          <a:custGeom>
            <a:avLst/>
            <a:gdLst>
              <a:gd name="T0" fmla="*/ 3162 w 3162"/>
              <a:gd name="T1" fmla="*/ 0 h 1468"/>
              <a:gd name="T2" fmla="*/ 3162 w 3162"/>
              <a:gd name="T3" fmla="*/ 606 h 1468"/>
              <a:gd name="T4" fmla="*/ 0 w 3162"/>
              <a:gd name="T5" fmla="*/ 1468 h 1468"/>
              <a:gd name="T6" fmla="*/ 0 w 3162"/>
              <a:gd name="T7" fmla="*/ 0 h 1468"/>
              <a:gd name="T8" fmla="*/ 3162 w 3162"/>
              <a:gd name="T9" fmla="*/ 0 h 1468"/>
              <a:gd name="T10" fmla="*/ 3162 w 3162"/>
              <a:gd name="T11" fmla="*/ 0 h 1468"/>
            </a:gdLst>
            <a:ahLst/>
            <a:cxnLst>
              <a:cxn ang="0">
                <a:pos x="T0" y="T1"/>
              </a:cxn>
              <a:cxn ang="0">
                <a:pos x="T2" y="T3"/>
              </a:cxn>
              <a:cxn ang="0">
                <a:pos x="T4" y="T5"/>
              </a:cxn>
              <a:cxn ang="0">
                <a:pos x="T6" y="T7"/>
              </a:cxn>
              <a:cxn ang="0">
                <a:pos x="T8" y="T9"/>
              </a:cxn>
              <a:cxn ang="0">
                <a:pos x="T10" y="T11"/>
              </a:cxn>
            </a:cxnLst>
            <a:rect l="0" t="0" r="r" b="b"/>
            <a:pathLst>
              <a:path w="3162" h="1468">
                <a:moveTo>
                  <a:pt x="3162" y="0"/>
                </a:moveTo>
                <a:lnTo>
                  <a:pt x="3162" y="606"/>
                </a:lnTo>
                <a:lnTo>
                  <a:pt x="0" y="1468"/>
                </a:lnTo>
                <a:lnTo>
                  <a:pt x="0" y="0"/>
                </a:lnTo>
                <a:lnTo>
                  <a:pt x="3162" y="0"/>
                </a:lnTo>
                <a:lnTo>
                  <a:pt x="3162" y="0"/>
                </a:lnTo>
                <a:close/>
              </a:path>
            </a:pathLst>
          </a:custGeom>
          <a:solidFill>
            <a:srgbClr val="EA50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 name="Freeform 10"/>
          <p:cNvSpPr>
            <a:spLocks/>
          </p:cNvSpPr>
          <p:nvPr/>
        </p:nvSpPr>
        <p:spPr bwMode="auto">
          <a:xfrm>
            <a:off x="9373589" y="559480"/>
            <a:ext cx="2664424" cy="1726068"/>
          </a:xfrm>
          <a:custGeom>
            <a:avLst/>
            <a:gdLst>
              <a:gd name="T0" fmla="*/ 1468 w 1468"/>
              <a:gd name="T1" fmla="*/ 0 h 951"/>
              <a:gd name="T2" fmla="*/ 1468 w 1468"/>
              <a:gd name="T3" fmla="*/ 606 h 951"/>
              <a:gd name="T4" fmla="*/ 202 w 1468"/>
              <a:gd name="T5" fmla="*/ 951 h 951"/>
              <a:gd name="T6" fmla="*/ 0 w 1468"/>
              <a:gd name="T7" fmla="*/ 0 h 951"/>
              <a:gd name="T8" fmla="*/ 1468 w 1468"/>
              <a:gd name="T9" fmla="*/ 0 h 951"/>
              <a:gd name="T10" fmla="*/ 1468 w 1468"/>
              <a:gd name="T11" fmla="*/ 0 h 951"/>
            </a:gdLst>
            <a:ahLst/>
            <a:cxnLst>
              <a:cxn ang="0">
                <a:pos x="T0" y="T1"/>
              </a:cxn>
              <a:cxn ang="0">
                <a:pos x="T2" y="T3"/>
              </a:cxn>
              <a:cxn ang="0">
                <a:pos x="T4" y="T5"/>
              </a:cxn>
              <a:cxn ang="0">
                <a:pos x="T6" y="T7"/>
              </a:cxn>
              <a:cxn ang="0">
                <a:pos x="T8" y="T9"/>
              </a:cxn>
              <a:cxn ang="0">
                <a:pos x="T10" y="T11"/>
              </a:cxn>
            </a:cxnLst>
            <a:rect l="0" t="0" r="r" b="b"/>
            <a:pathLst>
              <a:path w="1468" h="951">
                <a:moveTo>
                  <a:pt x="1468" y="0"/>
                </a:moveTo>
                <a:lnTo>
                  <a:pt x="1468" y="606"/>
                </a:lnTo>
                <a:lnTo>
                  <a:pt x="202" y="951"/>
                </a:lnTo>
                <a:lnTo>
                  <a:pt x="0" y="0"/>
                </a:lnTo>
                <a:lnTo>
                  <a:pt x="1468" y="0"/>
                </a:lnTo>
                <a:lnTo>
                  <a:pt x="1468" y="0"/>
                </a:lnTo>
                <a:close/>
              </a:path>
            </a:pathLst>
          </a:custGeom>
          <a:solidFill>
            <a:srgbClr val="D533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 name="Freeform 11"/>
          <p:cNvSpPr>
            <a:spLocks/>
          </p:cNvSpPr>
          <p:nvPr/>
        </p:nvSpPr>
        <p:spPr bwMode="auto">
          <a:xfrm>
            <a:off x="9373589" y="559480"/>
            <a:ext cx="2664424" cy="5739039"/>
          </a:xfrm>
          <a:custGeom>
            <a:avLst/>
            <a:gdLst>
              <a:gd name="T0" fmla="*/ 1468 w 1468"/>
              <a:gd name="T1" fmla="*/ 3162 h 3162"/>
              <a:gd name="T2" fmla="*/ 862 w 1468"/>
              <a:gd name="T3" fmla="*/ 3162 h 3162"/>
              <a:gd name="T4" fmla="*/ 0 w 1468"/>
              <a:gd name="T5" fmla="*/ 0 h 3162"/>
              <a:gd name="T6" fmla="*/ 1468 w 1468"/>
              <a:gd name="T7" fmla="*/ 0 h 3162"/>
              <a:gd name="T8" fmla="*/ 1468 w 1468"/>
              <a:gd name="T9" fmla="*/ 3162 h 3162"/>
              <a:gd name="T10" fmla="*/ 1468 w 1468"/>
              <a:gd name="T11" fmla="*/ 3162 h 3162"/>
            </a:gdLst>
            <a:ahLst/>
            <a:cxnLst>
              <a:cxn ang="0">
                <a:pos x="T0" y="T1"/>
              </a:cxn>
              <a:cxn ang="0">
                <a:pos x="T2" y="T3"/>
              </a:cxn>
              <a:cxn ang="0">
                <a:pos x="T4" y="T5"/>
              </a:cxn>
              <a:cxn ang="0">
                <a:pos x="T6" y="T7"/>
              </a:cxn>
              <a:cxn ang="0">
                <a:pos x="T8" y="T9"/>
              </a:cxn>
              <a:cxn ang="0">
                <a:pos x="T10" y="T11"/>
              </a:cxn>
            </a:cxnLst>
            <a:rect l="0" t="0" r="r" b="b"/>
            <a:pathLst>
              <a:path w="1468" h="3162">
                <a:moveTo>
                  <a:pt x="1468" y="3162"/>
                </a:moveTo>
                <a:lnTo>
                  <a:pt x="862" y="3162"/>
                </a:lnTo>
                <a:lnTo>
                  <a:pt x="0" y="0"/>
                </a:lnTo>
                <a:lnTo>
                  <a:pt x="1468" y="0"/>
                </a:lnTo>
                <a:lnTo>
                  <a:pt x="1468" y="3162"/>
                </a:lnTo>
                <a:lnTo>
                  <a:pt x="1468" y="3162"/>
                </a:lnTo>
                <a:close/>
              </a:path>
            </a:pathLst>
          </a:custGeom>
          <a:solidFill>
            <a:srgbClr val="74A7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 name="Freeform 12"/>
          <p:cNvSpPr>
            <a:spLocks/>
          </p:cNvSpPr>
          <p:nvPr/>
        </p:nvSpPr>
        <p:spPr bwMode="auto">
          <a:xfrm>
            <a:off x="10311946" y="3623205"/>
            <a:ext cx="1726068" cy="2675314"/>
          </a:xfrm>
          <a:custGeom>
            <a:avLst/>
            <a:gdLst>
              <a:gd name="T0" fmla="*/ 951 w 951"/>
              <a:gd name="T1" fmla="*/ 1474 h 1474"/>
              <a:gd name="T2" fmla="*/ 345 w 951"/>
              <a:gd name="T3" fmla="*/ 1474 h 1474"/>
              <a:gd name="T4" fmla="*/ 0 w 951"/>
              <a:gd name="T5" fmla="*/ 208 h 1474"/>
              <a:gd name="T6" fmla="*/ 951 w 951"/>
              <a:gd name="T7" fmla="*/ 0 h 1474"/>
              <a:gd name="T8" fmla="*/ 951 w 951"/>
              <a:gd name="T9" fmla="*/ 1474 h 1474"/>
              <a:gd name="T10" fmla="*/ 951 w 951"/>
              <a:gd name="T11" fmla="*/ 1474 h 1474"/>
            </a:gdLst>
            <a:ahLst/>
            <a:cxnLst>
              <a:cxn ang="0">
                <a:pos x="T0" y="T1"/>
              </a:cxn>
              <a:cxn ang="0">
                <a:pos x="T2" y="T3"/>
              </a:cxn>
              <a:cxn ang="0">
                <a:pos x="T4" y="T5"/>
              </a:cxn>
              <a:cxn ang="0">
                <a:pos x="T6" y="T7"/>
              </a:cxn>
              <a:cxn ang="0">
                <a:pos x="T8" y="T9"/>
              </a:cxn>
              <a:cxn ang="0">
                <a:pos x="T10" y="T11"/>
              </a:cxn>
            </a:cxnLst>
            <a:rect l="0" t="0" r="r" b="b"/>
            <a:pathLst>
              <a:path w="951" h="1474">
                <a:moveTo>
                  <a:pt x="951" y="1474"/>
                </a:moveTo>
                <a:lnTo>
                  <a:pt x="345" y="1474"/>
                </a:lnTo>
                <a:lnTo>
                  <a:pt x="0" y="208"/>
                </a:lnTo>
                <a:lnTo>
                  <a:pt x="951" y="0"/>
                </a:lnTo>
                <a:lnTo>
                  <a:pt x="951" y="1474"/>
                </a:lnTo>
                <a:lnTo>
                  <a:pt x="951" y="1474"/>
                </a:lnTo>
                <a:close/>
              </a:path>
            </a:pathLst>
          </a:custGeom>
          <a:solidFill>
            <a:srgbClr val="5891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 name="Freeform 13"/>
          <p:cNvSpPr>
            <a:spLocks/>
          </p:cNvSpPr>
          <p:nvPr/>
        </p:nvSpPr>
        <p:spPr bwMode="auto">
          <a:xfrm>
            <a:off x="6298974" y="3623205"/>
            <a:ext cx="5739039" cy="2675314"/>
          </a:xfrm>
          <a:custGeom>
            <a:avLst/>
            <a:gdLst>
              <a:gd name="T0" fmla="*/ 0 w 3162"/>
              <a:gd name="T1" fmla="*/ 1474 h 1474"/>
              <a:gd name="T2" fmla="*/ 0 w 3162"/>
              <a:gd name="T3" fmla="*/ 868 h 1474"/>
              <a:gd name="T4" fmla="*/ 3162 w 3162"/>
              <a:gd name="T5" fmla="*/ 0 h 1474"/>
              <a:gd name="T6" fmla="*/ 3162 w 3162"/>
              <a:gd name="T7" fmla="*/ 1474 h 1474"/>
              <a:gd name="T8" fmla="*/ 0 w 3162"/>
              <a:gd name="T9" fmla="*/ 1474 h 1474"/>
              <a:gd name="T10" fmla="*/ 0 w 3162"/>
              <a:gd name="T11" fmla="*/ 1474 h 1474"/>
            </a:gdLst>
            <a:ahLst/>
            <a:cxnLst>
              <a:cxn ang="0">
                <a:pos x="T0" y="T1"/>
              </a:cxn>
              <a:cxn ang="0">
                <a:pos x="T2" y="T3"/>
              </a:cxn>
              <a:cxn ang="0">
                <a:pos x="T4" y="T5"/>
              </a:cxn>
              <a:cxn ang="0">
                <a:pos x="T6" y="T7"/>
              </a:cxn>
              <a:cxn ang="0">
                <a:pos x="T8" y="T9"/>
              </a:cxn>
              <a:cxn ang="0">
                <a:pos x="T10" y="T11"/>
              </a:cxn>
            </a:cxnLst>
            <a:rect l="0" t="0" r="r" b="b"/>
            <a:pathLst>
              <a:path w="3162" h="1474">
                <a:moveTo>
                  <a:pt x="0" y="1474"/>
                </a:moveTo>
                <a:lnTo>
                  <a:pt x="0" y="868"/>
                </a:lnTo>
                <a:lnTo>
                  <a:pt x="3162" y="0"/>
                </a:lnTo>
                <a:lnTo>
                  <a:pt x="3162" y="1474"/>
                </a:lnTo>
                <a:lnTo>
                  <a:pt x="0" y="1474"/>
                </a:lnTo>
                <a:lnTo>
                  <a:pt x="0" y="1474"/>
                </a:lnTo>
                <a:close/>
              </a:path>
            </a:pathLst>
          </a:custGeom>
          <a:solidFill>
            <a:srgbClr val="CCB7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 name="Freeform 14"/>
          <p:cNvSpPr>
            <a:spLocks/>
          </p:cNvSpPr>
          <p:nvPr/>
        </p:nvSpPr>
        <p:spPr bwMode="auto">
          <a:xfrm>
            <a:off x="6298974" y="4561562"/>
            <a:ext cx="2664424" cy="1736958"/>
          </a:xfrm>
          <a:custGeom>
            <a:avLst/>
            <a:gdLst>
              <a:gd name="T0" fmla="*/ 0 w 1468"/>
              <a:gd name="T1" fmla="*/ 446 h 957"/>
              <a:gd name="T2" fmla="*/ 0 w 1468"/>
              <a:gd name="T3" fmla="*/ 351 h 957"/>
              <a:gd name="T4" fmla="*/ 1266 w 1468"/>
              <a:gd name="T5" fmla="*/ 0 h 957"/>
              <a:gd name="T6" fmla="*/ 1468 w 1468"/>
              <a:gd name="T7" fmla="*/ 957 h 957"/>
              <a:gd name="T8" fmla="*/ 0 w 1468"/>
              <a:gd name="T9" fmla="*/ 957 h 957"/>
              <a:gd name="T10" fmla="*/ 0 w 1468"/>
              <a:gd name="T11" fmla="*/ 446 h 957"/>
              <a:gd name="T12" fmla="*/ 0 w 1468"/>
              <a:gd name="T13" fmla="*/ 446 h 957"/>
            </a:gdLst>
            <a:ahLst/>
            <a:cxnLst>
              <a:cxn ang="0">
                <a:pos x="T0" y="T1"/>
              </a:cxn>
              <a:cxn ang="0">
                <a:pos x="T2" y="T3"/>
              </a:cxn>
              <a:cxn ang="0">
                <a:pos x="T4" y="T5"/>
              </a:cxn>
              <a:cxn ang="0">
                <a:pos x="T6" y="T7"/>
              </a:cxn>
              <a:cxn ang="0">
                <a:pos x="T8" y="T9"/>
              </a:cxn>
              <a:cxn ang="0">
                <a:pos x="T10" y="T11"/>
              </a:cxn>
              <a:cxn ang="0">
                <a:pos x="T12" y="T13"/>
              </a:cxn>
            </a:cxnLst>
            <a:rect l="0" t="0" r="r" b="b"/>
            <a:pathLst>
              <a:path w="1468" h="957">
                <a:moveTo>
                  <a:pt x="0" y="446"/>
                </a:moveTo>
                <a:lnTo>
                  <a:pt x="0" y="351"/>
                </a:lnTo>
                <a:lnTo>
                  <a:pt x="1266" y="0"/>
                </a:lnTo>
                <a:lnTo>
                  <a:pt x="1468" y="957"/>
                </a:lnTo>
                <a:lnTo>
                  <a:pt x="0" y="957"/>
                </a:lnTo>
                <a:lnTo>
                  <a:pt x="0" y="446"/>
                </a:lnTo>
                <a:lnTo>
                  <a:pt x="0" y="446"/>
                </a:lnTo>
                <a:close/>
              </a:path>
            </a:pathLst>
          </a:custGeom>
          <a:solidFill>
            <a:srgbClr val="AF9B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 name="Freeform 15"/>
          <p:cNvSpPr>
            <a:spLocks/>
          </p:cNvSpPr>
          <p:nvPr/>
        </p:nvSpPr>
        <p:spPr bwMode="auto">
          <a:xfrm>
            <a:off x="6298974" y="559480"/>
            <a:ext cx="2664424" cy="5739039"/>
          </a:xfrm>
          <a:custGeom>
            <a:avLst/>
            <a:gdLst>
              <a:gd name="T0" fmla="*/ 0 w 1468"/>
              <a:gd name="T1" fmla="*/ 0 h 3162"/>
              <a:gd name="T2" fmla="*/ 606 w 1468"/>
              <a:gd name="T3" fmla="*/ 0 h 3162"/>
              <a:gd name="T4" fmla="*/ 1468 w 1468"/>
              <a:gd name="T5" fmla="*/ 3162 h 3162"/>
              <a:gd name="T6" fmla="*/ 0 w 1468"/>
              <a:gd name="T7" fmla="*/ 3162 h 3162"/>
              <a:gd name="T8" fmla="*/ 0 w 1468"/>
              <a:gd name="T9" fmla="*/ 0 h 3162"/>
              <a:gd name="T10" fmla="*/ 0 w 1468"/>
              <a:gd name="T11" fmla="*/ 0 h 3162"/>
            </a:gdLst>
            <a:ahLst/>
            <a:cxnLst>
              <a:cxn ang="0">
                <a:pos x="T0" y="T1"/>
              </a:cxn>
              <a:cxn ang="0">
                <a:pos x="T2" y="T3"/>
              </a:cxn>
              <a:cxn ang="0">
                <a:pos x="T4" y="T5"/>
              </a:cxn>
              <a:cxn ang="0">
                <a:pos x="T6" y="T7"/>
              </a:cxn>
              <a:cxn ang="0">
                <a:pos x="T8" y="T9"/>
              </a:cxn>
              <a:cxn ang="0">
                <a:pos x="T10" y="T11"/>
              </a:cxn>
            </a:cxnLst>
            <a:rect l="0" t="0" r="r" b="b"/>
            <a:pathLst>
              <a:path w="1468" h="3162">
                <a:moveTo>
                  <a:pt x="0" y="0"/>
                </a:moveTo>
                <a:lnTo>
                  <a:pt x="606" y="0"/>
                </a:lnTo>
                <a:lnTo>
                  <a:pt x="1468" y="3162"/>
                </a:lnTo>
                <a:lnTo>
                  <a:pt x="0" y="3162"/>
                </a:lnTo>
                <a:lnTo>
                  <a:pt x="0" y="0"/>
                </a:lnTo>
                <a:lnTo>
                  <a:pt x="0" y="0"/>
                </a:lnTo>
                <a:close/>
              </a:path>
            </a:pathLst>
          </a:custGeom>
          <a:solidFill>
            <a:srgbClr val="7B60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 name="Freeform 16"/>
          <p:cNvSpPr>
            <a:spLocks/>
          </p:cNvSpPr>
          <p:nvPr/>
        </p:nvSpPr>
        <p:spPr bwMode="auto">
          <a:xfrm>
            <a:off x="6298974" y="559480"/>
            <a:ext cx="1726068" cy="2664424"/>
          </a:xfrm>
          <a:custGeom>
            <a:avLst/>
            <a:gdLst>
              <a:gd name="T0" fmla="*/ 511 w 951"/>
              <a:gd name="T1" fmla="*/ 0 h 1468"/>
              <a:gd name="T2" fmla="*/ 606 w 951"/>
              <a:gd name="T3" fmla="*/ 0 h 1468"/>
              <a:gd name="T4" fmla="*/ 951 w 951"/>
              <a:gd name="T5" fmla="*/ 1266 h 1468"/>
              <a:gd name="T6" fmla="*/ 0 w 951"/>
              <a:gd name="T7" fmla="*/ 1468 h 1468"/>
              <a:gd name="T8" fmla="*/ 0 w 951"/>
              <a:gd name="T9" fmla="*/ 0 h 1468"/>
              <a:gd name="T10" fmla="*/ 511 w 951"/>
              <a:gd name="T11" fmla="*/ 0 h 1468"/>
              <a:gd name="T12" fmla="*/ 511 w 951"/>
              <a:gd name="T13" fmla="*/ 0 h 1468"/>
            </a:gdLst>
            <a:ahLst/>
            <a:cxnLst>
              <a:cxn ang="0">
                <a:pos x="T0" y="T1"/>
              </a:cxn>
              <a:cxn ang="0">
                <a:pos x="T2" y="T3"/>
              </a:cxn>
              <a:cxn ang="0">
                <a:pos x="T4" y="T5"/>
              </a:cxn>
              <a:cxn ang="0">
                <a:pos x="T6" y="T7"/>
              </a:cxn>
              <a:cxn ang="0">
                <a:pos x="T8" y="T9"/>
              </a:cxn>
              <a:cxn ang="0">
                <a:pos x="T10" y="T11"/>
              </a:cxn>
              <a:cxn ang="0">
                <a:pos x="T12" y="T13"/>
              </a:cxn>
            </a:cxnLst>
            <a:rect l="0" t="0" r="r" b="b"/>
            <a:pathLst>
              <a:path w="951" h="1468">
                <a:moveTo>
                  <a:pt x="511" y="0"/>
                </a:moveTo>
                <a:lnTo>
                  <a:pt x="606" y="0"/>
                </a:lnTo>
                <a:lnTo>
                  <a:pt x="951" y="1266"/>
                </a:lnTo>
                <a:lnTo>
                  <a:pt x="0" y="1468"/>
                </a:lnTo>
                <a:lnTo>
                  <a:pt x="0" y="0"/>
                </a:lnTo>
                <a:lnTo>
                  <a:pt x="511" y="0"/>
                </a:lnTo>
                <a:lnTo>
                  <a:pt x="511" y="0"/>
                </a:lnTo>
                <a:close/>
              </a:path>
            </a:pathLst>
          </a:custGeom>
          <a:solidFill>
            <a:srgbClr val="6550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 name="Freeform 17"/>
          <p:cNvSpPr>
            <a:spLocks/>
          </p:cNvSpPr>
          <p:nvPr/>
        </p:nvSpPr>
        <p:spPr bwMode="auto">
          <a:xfrm>
            <a:off x="6298974" y="559480"/>
            <a:ext cx="2620864" cy="2664424"/>
          </a:xfrm>
          <a:custGeom>
            <a:avLst/>
            <a:gdLst>
              <a:gd name="T0" fmla="*/ 1444 w 1444"/>
              <a:gd name="T1" fmla="*/ 1076 h 1468"/>
              <a:gd name="T2" fmla="*/ 0 w 1444"/>
              <a:gd name="T3" fmla="*/ 1468 h 1468"/>
              <a:gd name="T4" fmla="*/ 0 w 1444"/>
              <a:gd name="T5" fmla="*/ 0 h 1468"/>
              <a:gd name="T6" fmla="*/ 1444 w 1444"/>
              <a:gd name="T7" fmla="*/ 0 h 1468"/>
              <a:gd name="T8" fmla="*/ 1444 w 1444"/>
              <a:gd name="T9" fmla="*/ 1076 h 1468"/>
              <a:gd name="T10" fmla="*/ 1444 w 1444"/>
              <a:gd name="T11" fmla="*/ 1076 h 1468"/>
            </a:gdLst>
            <a:ahLst/>
            <a:cxnLst>
              <a:cxn ang="0">
                <a:pos x="T0" y="T1"/>
              </a:cxn>
              <a:cxn ang="0">
                <a:pos x="T2" y="T3"/>
              </a:cxn>
              <a:cxn ang="0">
                <a:pos x="T4" y="T5"/>
              </a:cxn>
              <a:cxn ang="0">
                <a:pos x="T6" y="T7"/>
              </a:cxn>
              <a:cxn ang="0">
                <a:pos x="T8" y="T9"/>
              </a:cxn>
              <a:cxn ang="0">
                <a:pos x="T10" y="T11"/>
              </a:cxn>
            </a:cxnLst>
            <a:rect l="0" t="0" r="r" b="b"/>
            <a:pathLst>
              <a:path w="1444" h="1468">
                <a:moveTo>
                  <a:pt x="1444" y="1076"/>
                </a:moveTo>
                <a:lnTo>
                  <a:pt x="0" y="1468"/>
                </a:lnTo>
                <a:lnTo>
                  <a:pt x="0" y="0"/>
                </a:lnTo>
                <a:lnTo>
                  <a:pt x="1444" y="0"/>
                </a:lnTo>
                <a:lnTo>
                  <a:pt x="1444" y="1076"/>
                </a:lnTo>
                <a:lnTo>
                  <a:pt x="1444" y="1076"/>
                </a:lnTo>
                <a:close/>
              </a:path>
            </a:pathLst>
          </a:custGeom>
          <a:solidFill>
            <a:srgbClr val="EA50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 name="Freeform 18"/>
          <p:cNvSpPr>
            <a:spLocks/>
          </p:cNvSpPr>
          <p:nvPr/>
        </p:nvSpPr>
        <p:spPr bwMode="auto">
          <a:xfrm>
            <a:off x="6730945" y="2134902"/>
            <a:ext cx="257730" cy="560836"/>
          </a:xfrm>
          <a:custGeom>
            <a:avLst/>
            <a:gdLst>
              <a:gd name="T0" fmla="*/ 83 w 142"/>
              <a:gd name="T1" fmla="*/ 309 h 309"/>
              <a:gd name="T2" fmla="*/ 142 w 142"/>
              <a:gd name="T3" fmla="*/ 309 h 309"/>
              <a:gd name="T4" fmla="*/ 142 w 142"/>
              <a:gd name="T5" fmla="*/ 0 h 309"/>
              <a:gd name="T6" fmla="*/ 89 w 142"/>
              <a:gd name="T7" fmla="*/ 0 h 309"/>
              <a:gd name="T8" fmla="*/ 0 w 142"/>
              <a:gd name="T9" fmla="*/ 71 h 309"/>
              <a:gd name="T10" fmla="*/ 29 w 142"/>
              <a:gd name="T11" fmla="*/ 113 h 309"/>
              <a:gd name="T12" fmla="*/ 83 w 142"/>
              <a:gd name="T13" fmla="*/ 65 h 309"/>
              <a:gd name="T14" fmla="*/ 83 w 142"/>
              <a:gd name="T15" fmla="*/ 309 h 309"/>
              <a:gd name="T16" fmla="*/ 83 w 142"/>
              <a:gd name="T17" fmla="*/ 309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309">
                <a:moveTo>
                  <a:pt x="83" y="309"/>
                </a:moveTo>
                <a:lnTo>
                  <a:pt x="142" y="309"/>
                </a:lnTo>
                <a:lnTo>
                  <a:pt x="142" y="0"/>
                </a:lnTo>
                <a:lnTo>
                  <a:pt x="89" y="0"/>
                </a:lnTo>
                <a:lnTo>
                  <a:pt x="0" y="71"/>
                </a:lnTo>
                <a:lnTo>
                  <a:pt x="29" y="113"/>
                </a:lnTo>
                <a:lnTo>
                  <a:pt x="83" y="65"/>
                </a:lnTo>
                <a:lnTo>
                  <a:pt x="83" y="309"/>
                </a:lnTo>
                <a:lnTo>
                  <a:pt x="83" y="30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 name="Freeform 19"/>
          <p:cNvSpPr>
            <a:spLocks/>
          </p:cNvSpPr>
          <p:nvPr/>
        </p:nvSpPr>
        <p:spPr bwMode="auto">
          <a:xfrm>
            <a:off x="9869085" y="808136"/>
            <a:ext cx="377521" cy="571726"/>
          </a:xfrm>
          <a:custGeom>
            <a:avLst/>
            <a:gdLst>
              <a:gd name="T0" fmla="*/ 0 w 35"/>
              <a:gd name="T1" fmla="*/ 53 h 53"/>
              <a:gd name="T2" fmla="*/ 35 w 35"/>
              <a:gd name="T3" fmla="*/ 53 h 53"/>
              <a:gd name="T4" fmla="*/ 35 w 35"/>
              <a:gd name="T5" fmla="*/ 45 h 53"/>
              <a:gd name="T6" fmla="*/ 13 w 35"/>
              <a:gd name="T7" fmla="*/ 45 h 53"/>
              <a:gd name="T8" fmla="*/ 25 w 35"/>
              <a:gd name="T9" fmla="*/ 33 h 53"/>
              <a:gd name="T10" fmla="*/ 33 w 35"/>
              <a:gd name="T11" fmla="*/ 15 h 53"/>
              <a:gd name="T12" fmla="*/ 28 w 35"/>
              <a:gd name="T13" fmla="*/ 4 h 53"/>
              <a:gd name="T14" fmla="*/ 17 w 35"/>
              <a:gd name="T15" fmla="*/ 0 h 53"/>
              <a:gd name="T16" fmla="*/ 1 w 35"/>
              <a:gd name="T17" fmla="*/ 4 h 53"/>
              <a:gd name="T18" fmla="*/ 2 w 35"/>
              <a:gd name="T19" fmla="*/ 13 h 53"/>
              <a:gd name="T20" fmla="*/ 14 w 35"/>
              <a:gd name="T21" fmla="*/ 9 h 53"/>
              <a:gd name="T22" fmla="*/ 22 w 35"/>
              <a:gd name="T23" fmla="*/ 16 h 53"/>
              <a:gd name="T24" fmla="*/ 13 w 35"/>
              <a:gd name="T25" fmla="*/ 31 h 53"/>
              <a:gd name="T26" fmla="*/ 0 w 35"/>
              <a:gd name="T27" fmla="*/ 45 h 53"/>
              <a:gd name="T28" fmla="*/ 0 w 35"/>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5" h="53">
                <a:moveTo>
                  <a:pt x="0" y="53"/>
                </a:moveTo>
                <a:cubicBezTo>
                  <a:pt x="35" y="53"/>
                  <a:pt x="35" y="53"/>
                  <a:pt x="35" y="53"/>
                </a:cubicBezTo>
                <a:cubicBezTo>
                  <a:pt x="35" y="45"/>
                  <a:pt x="35" y="45"/>
                  <a:pt x="35" y="45"/>
                </a:cubicBezTo>
                <a:cubicBezTo>
                  <a:pt x="13" y="45"/>
                  <a:pt x="13" y="45"/>
                  <a:pt x="13" y="45"/>
                </a:cubicBezTo>
                <a:cubicBezTo>
                  <a:pt x="18" y="41"/>
                  <a:pt x="21" y="37"/>
                  <a:pt x="25" y="33"/>
                </a:cubicBezTo>
                <a:cubicBezTo>
                  <a:pt x="31" y="25"/>
                  <a:pt x="33" y="20"/>
                  <a:pt x="33" y="15"/>
                </a:cubicBezTo>
                <a:cubicBezTo>
                  <a:pt x="33" y="11"/>
                  <a:pt x="31" y="7"/>
                  <a:pt x="28" y="4"/>
                </a:cubicBezTo>
                <a:cubicBezTo>
                  <a:pt x="25" y="1"/>
                  <a:pt x="22" y="0"/>
                  <a:pt x="17" y="0"/>
                </a:cubicBezTo>
                <a:cubicBezTo>
                  <a:pt x="11" y="0"/>
                  <a:pt x="7" y="1"/>
                  <a:pt x="1" y="4"/>
                </a:cubicBezTo>
                <a:cubicBezTo>
                  <a:pt x="2" y="13"/>
                  <a:pt x="2" y="13"/>
                  <a:pt x="2" y="13"/>
                </a:cubicBezTo>
                <a:cubicBezTo>
                  <a:pt x="6" y="10"/>
                  <a:pt x="10" y="9"/>
                  <a:pt x="14" y="9"/>
                </a:cubicBezTo>
                <a:cubicBezTo>
                  <a:pt x="19" y="9"/>
                  <a:pt x="22" y="12"/>
                  <a:pt x="22" y="16"/>
                </a:cubicBezTo>
                <a:cubicBezTo>
                  <a:pt x="22" y="20"/>
                  <a:pt x="19" y="24"/>
                  <a:pt x="13" y="31"/>
                </a:cubicBezTo>
                <a:cubicBezTo>
                  <a:pt x="10" y="35"/>
                  <a:pt x="4" y="40"/>
                  <a:pt x="0" y="45"/>
                </a:cubicBezTo>
                <a:cubicBezTo>
                  <a:pt x="0" y="53"/>
                  <a:pt x="0" y="53"/>
                  <a:pt x="0" y="5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 name="Freeform 20"/>
          <p:cNvSpPr>
            <a:spLocks/>
          </p:cNvSpPr>
          <p:nvPr/>
        </p:nvSpPr>
        <p:spPr bwMode="auto">
          <a:xfrm>
            <a:off x="11359202" y="4096921"/>
            <a:ext cx="366631" cy="582616"/>
          </a:xfrm>
          <a:custGeom>
            <a:avLst/>
            <a:gdLst>
              <a:gd name="T0" fmla="*/ 0 w 34"/>
              <a:gd name="T1" fmla="*/ 52 h 54"/>
              <a:gd name="T2" fmla="*/ 14 w 34"/>
              <a:gd name="T3" fmla="*/ 54 h 54"/>
              <a:gd name="T4" fmla="*/ 34 w 34"/>
              <a:gd name="T5" fmla="*/ 39 h 54"/>
              <a:gd name="T6" fmla="*/ 29 w 34"/>
              <a:gd name="T7" fmla="*/ 27 h 54"/>
              <a:gd name="T8" fmla="*/ 24 w 34"/>
              <a:gd name="T9" fmla="*/ 25 h 54"/>
              <a:gd name="T10" fmla="*/ 34 w 34"/>
              <a:gd name="T11" fmla="*/ 13 h 54"/>
              <a:gd name="T12" fmla="*/ 16 w 34"/>
              <a:gd name="T13" fmla="*/ 0 h 54"/>
              <a:gd name="T14" fmla="*/ 2 w 34"/>
              <a:gd name="T15" fmla="*/ 2 h 54"/>
              <a:gd name="T16" fmla="*/ 2 w 34"/>
              <a:gd name="T17" fmla="*/ 11 h 54"/>
              <a:gd name="T18" fmla="*/ 14 w 34"/>
              <a:gd name="T19" fmla="*/ 8 h 54"/>
              <a:gd name="T20" fmla="*/ 23 w 34"/>
              <a:gd name="T21" fmla="*/ 14 h 54"/>
              <a:gd name="T22" fmla="*/ 20 w 34"/>
              <a:gd name="T23" fmla="*/ 20 h 54"/>
              <a:gd name="T24" fmla="*/ 10 w 34"/>
              <a:gd name="T25" fmla="*/ 22 h 54"/>
              <a:gd name="T26" fmla="*/ 7 w 34"/>
              <a:gd name="T27" fmla="*/ 22 h 54"/>
              <a:gd name="T28" fmla="*/ 7 w 34"/>
              <a:gd name="T29" fmla="*/ 30 h 54"/>
              <a:gd name="T30" fmla="*/ 11 w 34"/>
              <a:gd name="T31" fmla="*/ 30 h 54"/>
              <a:gd name="T32" fmla="*/ 23 w 34"/>
              <a:gd name="T33" fmla="*/ 38 h 54"/>
              <a:gd name="T34" fmla="*/ 13 w 34"/>
              <a:gd name="T35" fmla="*/ 45 h 54"/>
              <a:gd name="T36" fmla="*/ 1 w 34"/>
              <a:gd name="T37" fmla="*/ 43 h 54"/>
              <a:gd name="T38" fmla="*/ 0 w 34"/>
              <a:gd name="T3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4" h="54">
                <a:moveTo>
                  <a:pt x="0" y="52"/>
                </a:moveTo>
                <a:cubicBezTo>
                  <a:pt x="5" y="53"/>
                  <a:pt x="9" y="54"/>
                  <a:pt x="14" y="54"/>
                </a:cubicBezTo>
                <a:cubicBezTo>
                  <a:pt x="27" y="54"/>
                  <a:pt x="34" y="48"/>
                  <a:pt x="34" y="39"/>
                </a:cubicBezTo>
                <a:cubicBezTo>
                  <a:pt x="34" y="34"/>
                  <a:pt x="32" y="30"/>
                  <a:pt x="29" y="27"/>
                </a:cubicBezTo>
                <a:cubicBezTo>
                  <a:pt x="28" y="27"/>
                  <a:pt x="27" y="26"/>
                  <a:pt x="24" y="25"/>
                </a:cubicBezTo>
                <a:cubicBezTo>
                  <a:pt x="30" y="24"/>
                  <a:pt x="34" y="19"/>
                  <a:pt x="34" y="13"/>
                </a:cubicBezTo>
                <a:cubicBezTo>
                  <a:pt x="34" y="5"/>
                  <a:pt x="27" y="0"/>
                  <a:pt x="16" y="0"/>
                </a:cubicBezTo>
                <a:cubicBezTo>
                  <a:pt x="11" y="0"/>
                  <a:pt x="7" y="0"/>
                  <a:pt x="2" y="2"/>
                </a:cubicBezTo>
                <a:cubicBezTo>
                  <a:pt x="2" y="11"/>
                  <a:pt x="2" y="11"/>
                  <a:pt x="2" y="11"/>
                </a:cubicBezTo>
                <a:cubicBezTo>
                  <a:pt x="6" y="9"/>
                  <a:pt x="10" y="8"/>
                  <a:pt x="14" y="8"/>
                </a:cubicBezTo>
                <a:cubicBezTo>
                  <a:pt x="20" y="8"/>
                  <a:pt x="23" y="10"/>
                  <a:pt x="23" y="14"/>
                </a:cubicBezTo>
                <a:cubicBezTo>
                  <a:pt x="23" y="16"/>
                  <a:pt x="22" y="19"/>
                  <a:pt x="20" y="20"/>
                </a:cubicBezTo>
                <a:cubicBezTo>
                  <a:pt x="17" y="21"/>
                  <a:pt x="14" y="22"/>
                  <a:pt x="10" y="22"/>
                </a:cubicBezTo>
                <a:cubicBezTo>
                  <a:pt x="9" y="22"/>
                  <a:pt x="8" y="22"/>
                  <a:pt x="7" y="22"/>
                </a:cubicBezTo>
                <a:cubicBezTo>
                  <a:pt x="7" y="30"/>
                  <a:pt x="7" y="30"/>
                  <a:pt x="7" y="30"/>
                </a:cubicBezTo>
                <a:cubicBezTo>
                  <a:pt x="9" y="30"/>
                  <a:pt x="9" y="30"/>
                  <a:pt x="11" y="30"/>
                </a:cubicBezTo>
                <a:cubicBezTo>
                  <a:pt x="19" y="30"/>
                  <a:pt x="23" y="32"/>
                  <a:pt x="23" y="38"/>
                </a:cubicBezTo>
                <a:cubicBezTo>
                  <a:pt x="23" y="42"/>
                  <a:pt x="19" y="45"/>
                  <a:pt x="13" y="45"/>
                </a:cubicBezTo>
                <a:cubicBezTo>
                  <a:pt x="9" y="45"/>
                  <a:pt x="5" y="45"/>
                  <a:pt x="1" y="43"/>
                </a:cubicBezTo>
                <a:cubicBezTo>
                  <a:pt x="0" y="52"/>
                  <a:pt x="0" y="52"/>
                  <a:pt x="0" y="5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 name="Freeform 21"/>
          <p:cNvSpPr>
            <a:spLocks noEditPoints="1"/>
          </p:cNvSpPr>
          <p:nvPr/>
        </p:nvSpPr>
        <p:spPr bwMode="auto">
          <a:xfrm>
            <a:off x="8090382" y="5434578"/>
            <a:ext cx="419266" cy="560836"/>
          </a:xfrm>
          <a:custGeom>
            <a:avLst/>
            <a:gdLst>
              <a:gd name="T0" fmla="*/ 0 w 39"/>
              <a:gd name="T1" fmla="*/ 41 h 52"/>
              <a:gd name="T2" fmla="*/ 22 w 39"/>
              <a:gd name="T3" fmla="*/ 41 h 52"/>
              <a:gd name="T4" fmla="*/ 22 w 39"/>
              <a:gd name="T5" fmla="*/ 52 h 52"/>
              <a:gd name="T6" fmla="*/ 33 w 39"/>
              <a:gd name="T7" fmla="*/ 52 h 52"/>
              <a:gd name="T8" fmla="*/ 33 w 39"/>
              <a:gd name="T9" fmla="*/ 41 h 52"/>
              <a:gd name="T10" fmla="*/ 39 w 39"/>
              <a:gd name="T11" fmla="*/ 41 h 52"/>
              <a:gd name="T12" fmla="*/ 39 w 39"/>
              <a:gd name="T13" fmla="*/ 33 h 52"/>
              <a:gd name="T14" fmla="*/ 33 w 39"/>
              <a:gd name="T15" fmla="*/ 33 h 52"/>
              <a:gd name="T16" fmla="*/ 33 w 39"/>
              <a:gd name="T17" fmla="*/ 0 h 52"/>
              <a:gd name="T18" fmla="*/ 19 w 39"/>
              <a:gd name="T19" fmla="*/ 0 h 52"/>
              <a:gd name="T20" fmla="*/ 0 w 39"/>
              <a:gd name="T21" fmla="*/ 32 h 52"/>
              <a:gd name="T22" fmla="*/ 0 w 39"/>
              <a:gd name="T23" fmla="*/ 41 h 52"/>
              <a:gd name="T24" fmla="*/ 9 w 39"/>
              <a:gd name="T25" fmla="*/ 33 h 52"/>
              <a:gd name="T26" fmla="*/ 22 w 39"/>
              <a:gd name="T27" fmla="*/ 11 h 52"/>
              <a:gd name="T28" fmla="*/ 23 w 39"/>
              <a:gd name="T29" fmla="*/ 8 h 52"/>
              <a:gd name="T30" fmla="*/ 23 w 39"/>
              <a:gd name="T31" fmla="*/ 11 h 52"/>
              <a:gd name="T32" fmla="*/ 22 w 39"/>
              <a:gd name="T33" fmla="*/ 33 h 52"/>
              <a:gd name="T34" fmla="*/ 9 w 39"/>
              <a:gd name="T35" fmla="*/ 33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 h="52">
                <a:moveTo>
                  <a:pt x="0" y="41"/>
                </a:moveTo>
                <a:cubicBezTo>
                  <a:pt x="22" y="41"/>
                  <a:pt x="22" y="41"/>
                  <a:pt x="22" y="41"/>
                </a:cubicBezTo>
                <a:cubicBezTo>
                  <a:pt x="22" y="52"/>
                  <a:pt x="22" y="52"/>
                  <a:pt x="22" y="52"/>
                </a:cubicBezTo>
                <a:cubicBezTo>
                  <a:pt x="33" y="52"/>
                  <a:pt x="33" y="52"/>
                  <a:pt x="33" y="52"/>
                </a:cubicBezTo>
                <a:cubicBezTo>
                  <a:pt x="33" y="41"/>
                  <a:pt x="33" y="41"/>
                  <a:pt x="33" y="41"/>
                </a:cubicBezTo>
                <a:cubicBezTo>
                  <a:pt x="39" y="41"/>
                  <a:pt x="39" y="41"/>
                  <a:pt x="39" y="41"/>
                </a:cubicBezTo>
                <a:cubicBezTo>
                  <a:pt x="39" y="33"/>
                  <a:pt x="39" y="33"/>
                  <a:pt x="39" y="33"/>
                </a:cubicBezTo>
                <a:cubicBezTo>
                  <a:pt x="33" y="33"/>
                  <a:pt x="33" y="33"/>
                  <a:pt x="33" y="33"/>
                </a:cubicBezTo>
                <a:cubicBezTo>
                  <a:pt x="33" y="0"/>
                  <a:pt x="33" y="0"/>
                  <a:pt x="33" y="0"/>
                </a:cubicBezTo>
                <a:cubicBezTo>
                  <a:pt x="19" y="0"/>
                  <a:pt x="19" y="0"/>
                  <a:pt x="19" y="0"/>
                </a:cubicBezTo>
                <a:cubicBezTo>
                  <a:pt x="0" y="32"/>
                  <a:pt x="0" y="32"/>
                  <a:pt x="0" y="32"/>
                </a:cubicBezTo>
                <a:cubicBezTo>
                  <a:pt x="0" y="41"/>
                  <a:pt x="0" y="41"/>
                  <a:pt x="0" y="41"/>
                </a:cubicBezTo>
                <a:close/>
                <a:moveTo>
                  <a:pt x="9" y="33"/>
                </a:moveTo>
                <a:cubicBezTo>
                  <a:pt x="22" y="11"/>
                  <a:pt x="22" y="11"/>
                  <a:pt x="22" y="11"/>
                </a:cubicBezTo>
                <a:cubicBezTo>
                  <a:pt x="22" y="10"/>
                  <a:pt x="23" y="9"/>
                  <a:pt x="23" y="8"/>
                </a:cubicBezTo>
                <a:cubicBezTo>
                  <a:pt x="23" y="9"/>
                  <a:pt x="23" y="10"/>
                  <a:pt x="23" y="11"/>
                </a:cubicBezTo>
                <a:cubicBezTo>
                  <a:pt x="22" y="33"/>
                  <a:pt x="22" y="33"/>
                  <a:pt x="22" y="33"/>
                </a:cubicBezTo>
                <a:cubicBezTo>
                  <a:pt x="9" y="33"/>
                  <a:pt x="9" y="33"/>
                  <a:pt x="9" y="3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 name="Freeform 22"/>
          <p:cNvSpPr>
            <a:spLocks/>
          </p:cNvSpPr>
          <p:nvPr/>
        </p:nvSpPr>
        <p:spPr bwMode="auto">
          <a:xfrm>
            <a:off x="8963398" y="2911724"/>
            <a:ext cx="506386" cy="268620"/>
          </a:xfrm>
          <a:custGeom>
            <a:avLst/>
            <a:gdLst>
              <a:gd name="T0" fmla="*/ 226 w 279"/>
              <a:gd name="T1" fmla="*/ 0 h 148"/>
              <a:gd name="T2" fmla="*/ 279 w 279"/>
              <a:gd name="T3" fmla="*/ 148 h 148"/>
              <a:gd name="T4" fmla="*/ 24 w 279"/>
              <a:gd name="T5" fmla="*/ 148 h 148"/>
              <a:gd name="T6" fmla="*/ 0 w 279"/>
              <a:gd name="T7" fmla="*/ 77 h 148"/>
              <a:gd name="T8" fmla="*/ 226 w 279"/>
              <a:gd name="T9" fmla="*/ 0 h 148"/>
              <a:gd name="T10" fmla="*/ 226 w 279"/>
              <a:gd name="T11" fmla="*/ 0 h 148"/>
            </a:gdLst>
            <a:ahLst/>
            <a:cxnLst>
              <a:cxn ang="0">
                <a:pos x="T0" y="T1"/>
              </a:cxn>
              <a:cxn ang="0">
                <a:pos x="T2" y="T3"/>
              </a:cxn>
              <a:cxn ang="0">
                <a:pos x="T4" y="T5"/>
              </a:cxn>
              <a:cxn ang="0">
                <a:pos x="T6" y="T7"/>
              </a:cxn>
              <a:cxn ang="0">
                <a:pos x="T8" y="T9"/>
              </a:cxn>
              <a:cxn ang="0">
                <a:pos x="T10" y="T11"/>
              </a:cxn>
            </a:cxnLst>
            <a:rect l="0" t="0" r="r" b="b"/>
            <a:pathLst>
              <a:path w="279" h="148">
                <a:moveTo>
                  <a:pt x="226" y="0"/>
                </a:moveTo>
                <a:lnTo>
                  <a:pt x="279" y="148"/>
                </a:lnTo>
                <a:lnTo>
                  <a:pt x="24" y="148"/>
                </a:lnTo>
                <a:lnTo>
                  <a:pt x="0" y="77"/>
                </a:lnTo>
                <a:lnTo>
                  <a:pt x="226" y="0"/>
                </a:lnTo>
                <a:lnTo>
                  <a:pt x="226" y="0"/>
                </a:lnTo>
                <a:close/>
              </a:path>
            </a:pathLst>
          </a:custGeom>
          <a:solidFill>
            <a:srgbClr val="EA50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 name="Freeform 23"/>
          <p:cNvSpPr>
            <a:spLocks noEditPoints="1"/>
          </p:cNvSpPr>
          <p:nvPr/>
        </p:nvSpPr>
        <p:spPr bwMode="auto">
          <a:xfrm>
            <a:off x="8618548" y="3062369"/>
            <a:ext cx="1003697" cy="840347"/>
          </a:xfrm>
          <a:custGeom>
            <a:avLst/>
            <a:gdLst>
              <a:gd name="T0" fmla="*/ 31 w 93"/>
              <a:gd name="T1" fmla="*/ 37 h 78"/>
              <a:gd name="T2" fmla="*/ 17 w 93"/>
              <a:gd name="T3" fmla="*/ 0 h 78"/>
              <a:gd name="T4" fmla="*/ 18 w 93"/>
              <a:gd name="T5" fmla="*/ 0 h 78"/>
              <a:gd name="T6" fmla="*/ 18 w 93"/>
              <a:gd name="T7" fmla="*/ 1 h 78"/>
              <a:gd name="T8" fmla="*/ 18 w 93"/>
              <a:gd name="T9" fmla="*/ 1 h 78"/>
              <a:gd name="T10" fmla="*/ 18 w 93"/>
              <a:gd name="T11" fmla="*/ 1 h 78"/>
              <a:gd name="T12" fmla="*/ 18 w 93"/>
              <a:gd name="T13" fmla="*/ 2 h 78"/>
              <a:gd name="T14" fmla="*/ 18 w 93"/>
              <a:gd name="T15" fmla="*/ 2 h 78"/>
              <a:gd name="T16" fmla="*/ 18 w 93"/>
              <a:gd name="T17" fmla="*/ 2 h 78"/>
              <a:gd name="T18" fmla="*/ 18 w 93"/>
              <a:gd name="T19" fmla="*/ 3 h 78"/>
              <a:gd name="T20" fmla="*/ 19 w 93"/>
              <a:gd name="T21" fmla="*/ 3 h 78"/>
              <a:gd name="T22" fmla="*/ 19 w 93"/>
              <a:gd name="T23" fmla="*/ 4 h 78"/>
              <a:gd name="T24" fmla="*/ 41 w 93"/>
              <a:gd name="T25" fmla="*/ 13 h 78"/>
              <a:gd name="T26" fmla="*/ 88 w 93"/>
              <a:gd name="T27" fmla="*/ 13 h 78"/>
              <a:gd name="T28" fmla="*/ 77 w 93"/>
              <a:gd name="T29" fmla="*/ 47 h 78"/>
              <a:gd name="T30" fmla="*/ 50 w 93"/>
              <a:gd name="T31" fmla="*/ 47 h 78"/>
              <a:gd name="T32" fmla="*/ 78 w 93"/>
              <a:gd name="T33" fmla="*/ 56 h 78"/>
              <a:gd name="T34" fmla="*/ 34 w 93"/>
              <a:gd name="T35" fmla="*/ 61 h 78"/>
              <a:gd name="T36" fmla="*/ 14 w 93"/>
              <a:gd name="T37" fmla="*/ 5 h 78"/>
              <a:gd name="T38" fmla="*/ 74 w 93"/>
              <a:gd name="T39" fmla="*/ 70 h 78"/>
              <a:gd name="T40" fmla="*/ 70 w 93"/>
              <a:gd name="T41" fmla="*/ 62 h 78"/>
              <a:gd name="T42" fmla="*/ 70 w 93"/>
              <a:gd name="T43" fmla="*/ 62 h 78"/>
              <a:gd name="T44" fmla="*/ 26 w 93"/>
              <a:gd name="T45" fmla="*/ 22 h 78"/>
              <a:gd name="T46" fmla="*/ 26 w 93"/>
              <a:gd name="T47" fmla="*/ 22 h 78"/>
              <a:gd name="T48" fmla="*/ 24 w 93"/>
              <a:gd name="T49" fmla="*/ 18 h 78"/>
              <a:gd name="T50" fmla="*/ 24 w 93"/>
              <a:gd name="T51" fmla="*/ 18 h 78"/>
              <a:gd name="T52" fmla="*/ 24 w 93"/>
              <a:gd name="T53" fmla="*/ 19 h 78"/>
              <a:gd name="T54" fmla="*/ 25 w 93"/>
              <a:gd name="T55" fmla="*/ 20 h 78"/>
              <a:gd name="T56" fmla="*/ 25 w 93"/>
              <a:gd name="T57" fmla="*/ 20 h 78"/>
              <a:gd name="T58" fmla="*/ 25 w 93"/>
              <a:gd name="T59" fmla="*/ 20 h 78"/>
              <a:gd name="T60" fmla="*/ 25 w 93"/>
              <a:gd name="T61" fmla="*/ 21 h 78"/>
              <a:gd name="T62" fmla="*/ 28 w 93"/>
              <a:gd name="T63" fmla="*/ 28 h 78"/>
              <a:gd name="T64" fmla="*/ 28 w 93"/>
              <a:gd name="T65" fmla="*/ 28 h 78"/>
              <a:gd name="T66" fmla="*/ 28 w 93"/>
              <a:gd name="T67" fmla="*/ 28 h 78"/>
              <a:gd name="T68" fmla="*/ 28 w 93"/>
              <a:gd name="T69" fmla="*/ 29 h 78"/>
              <a:gd name="T70" fmla="*/ 28 w 93"/>
              <a:gd name="T71" fmla="*/ 29 h 78"/>
              <a:gd name="T72" fmla="*/ 27 w 93"/>
              <a:gd name="T73" fmla="*/ 28 h 78"/>
              <a:gd name="T74" fmla="*/ 18 w 93"/>
              <a:gd name="T75" fmla="*/ 2 h 78"/>
              <a:gd name="T76" fmla="*/ 18 w 93"/>
              <a:gd name="T77" fmla="*/ 2 h 78"/>
              <a:gd name="T78" fmla="*/ 19 w 93"/>
              <a:gd name="T79" fmla="*/ 3 h 78"/>
              <a:gd name="T80" fmla="*/ 36 w 93"/>
              <a:gd name="T81" fmla="*/ 70 h 78"/>
              <a:gd name="T82" fmla="*/ 40 w 93"/>
              <a:gd name="T83" fmla="*/ 78 h 78"/>
              <a:gd name="T84" fmla="*/ 61 w 93"/>
              <a:gd name="T85" fmla="*/ 42 h 78"/>
              <a:gd name="T86" fmla="*/ 65 w 93"/>
              <a:gd name="T87" fmla="*/ 42 h 78"/>
              <a:gd name="T88" fmla="*/ 65 w 93"/>
              <a:gd name="T89" fmla="*/ 42 h 78"/>
              <a:gd name="T90" fmla="*/ 25 w 93"/>
              <a:gd name="T91" fmla="*/ 22 h 78"/>
              <a:gd name="T92" fmla="*/ 25 w 93"/>
              <a:gd name="T93" fmla="*/ 22 h 78"/>
              <a:gd name="T94" fmla="*/ 26 w 93"/>
              <a:gd name="T95" fmla="*/ 22 h 78"/>
              <a:gd name="T96" fmla="*/ 63 w 93"/>
              <a:gd name="T97" fmla="*/ 23 h 78"/>
              <a:gd name="T98" fmla="*/ 48 w 93"/>
              <a:gd name="T99" fmla="*/ 33 h 78"/>
              <a:gd name="T100" fmla="*/ 67 w 93"/>
              <a:gd name="T101" fmla="*/ 33 h 78"/>
              <a:gd name="T102" fmla="*/ 67 w 93"/>
              <a:gd name="T103" fmla="*/ 33 h 78"/>
              <a:gd name="T104" fmla="*/ 84 w 93"/>
              <a:gd name="T105" fmla="*/ 23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3" h="78">
                <a:moveTo>
                  <a:pt x="33" y="42"/>
                </a:moveTo>
                <a:cubicBezTo>
                  <a:pt x="45" y="42"/>
                  <a:pt x="45" y="42"/>
                  <a:pt x="45" y="42"/>
                </a:cubicBezTo>
                <a:cubicBezTo>
                  <a:pt x="44" y="41"/>
                  <a:pt x="44" y="39"/>
                  <a:pt x="44" y="37"/>
                </a:cubicBezTo>
                <a:cubicBezTo>
                  <a:pt x="39" y="37"/>
                  <a:pt x="35" y="37"/>
                  <a:pt x="31" y="37"/>
                </a:cubicBezTo>
                <a:cubicBezTo>
                  <a:pt x="32" y="39"/>
                  <a:pt x="32" y="41"/>
                  <a:pt x="33" y="42"/>
                </a:cubicBezTo>
                <a:close/>
                <a:moveTo>
                  <a:pt x="0" y="0"/>
                </a:moveTo>
                <a:cubicBezTo>
                  <a:pt x="12" y="0"/>
                  <a:pt x="12" y="0"/>
                  <a:pt x="12" y="0"/>
                </a:cubicBezTo>
                <a:cubicBezTo>
                  <a:pt x="17" y="0"/>
                  <a:pt x="17" y="0"/>
                  <a:pt x="17"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3"/>
                </a:cubicBezTo>
                <a:cubicBezTo>
                  <a:pt x="18" y="3"/>
                  <a:pt x="18" y="3"/>
                  <a:pt x="18" y="3"/>
                </a:cubicBezTo>
                <a:cubicBezTo>
                  <a:pt x="18" y="3"/>
                  <a:pt x="18" y="3"/>
                  <a:pt x="19" y="3"/>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4"/>
                  <a:pt x="19" y="4"/>
                  <a:pt x="19" y="4"/>
                </a:cubicBezTo>
                <a:cubicBezTo>
                  <a:pt x="19" y="4"/>
                  <a:pt x="19" y="4"/>
                  <a:pt x="19" y="4"/>
                </a:cubicBezTo>
                <a:cubicBezTo>
                  <a:pt x="19" y="4"/>
                  <a:pt x="19" y="4"/>
                  <a:pt x="19" y="5"/>
                </a:cubicBezTo>
                <a:cubicBezTo>
                  <a:pt x="20" y="7"/>
                  <a:pt x="21" y="10"/>
                  <a:pt x="22" y="13"/>
                </a:cubicBezTo>
                <a:cubicBezTo>
                  <a:pt x="41" y="13"/>
                  <a:pt x="41" y="13"/>
                  <a:pt x="41" y="13"/>
                </a:cubicBezTo>
                <a:cubicBezTo>
                  <a:pt x="45" y="13"/>
                  <a:pt x="45" y="13"/>
                  <a:pt x="45" y="13"/>
                </a:cubicBezTo>
                <a:cubicBezTo>
                  <a:pt x="65" y="13"/>
                  <a:pt x="65" y="13"/>
                  <a:pt x="65" y="13"/>
                </a:cubicBezTo>
                <a:cubicBezTo>
                  <a:pt x="70" y="13"/>
                  <a:pt x="70" y="13"/>
                  <a:pt x="70" y="13"/>
                </a:cubicBezTo>
                <a:cubicBezTo>
                  <a:pt x="88" y="13"/>
                  <a:pt x="88" y="13"/>
                  <a:pt x="88" y="13"/>
                </a:cubicBezTo>
                <a:cubicBezTo>
                  <a:pt x="89" y="13"/>
                  <a:pt x="89" y="13"/>
                  <a:pt x="89" y="13"/>
                </a:cubicBezTo>
                <a:cubicBezTo>
                  <a:pt x="93" y="13"/>
                  <a:pt x="93" y="13"/>
                  <a:pt x="93" y="13"/>
                </a:cubicBezTo>
                <a:cubicBezTo>
                  <a:pt x="89" y="24"/>
                  <a:pt x="85" y="36"/>
                  <a:pt x="81" y="47"/>
                </a:cubicBezTo>
                <a:cubicBezTo>
                  <a:pt x="77" y="47"/>
                  <a:pt x="77" y="47"/>
                  <a:pt x="77" y="47"/>
                </a:cubicBezTo>
                <a:cubicBezTo>
                  <a:pt x="76" y="47"/>
                  <a:pt x="76" y="47"/>
                  <a:pt x="76" y="47"/>
                </a:cubicBezTo>
                <a:cubicBezTo>
                  <a:pt x="65" y="47"/>
                  <a:pt x="65" y="47"/>
                  <a:pt x="65" y="47"/>
                </a:cubicBezTo>
                <a:cubicBezTo>
                  <a:pt x="60" y="47"/>
                  <a:pt x="60" y="47"/>
                  <a:pt x="60" y="47"/>
                </a:cubicBezTo>
                <a:cubicBezTo>
                  <a:pt x="50" y="47"/>
                  <a:pt x="50" y="47"/>
                  <a:pt x="50" y="47"/>
                </a:cubicBezTo>
                <a:cubicBezTo>
                  <a:pt x="45" y="47"/>
                  <a:pt x="45" y="47"/>
                  <a:pt x="45" y="47"/>
                </a:cubicBezTo>
                <a:cubicBezTo>
                  <a:pt x="34" y="47"/>
                  <a:pt x="34" y="47"/>
                  <a:pt x="34" y="47"/>
                </a:cubicBezTo>
                <a:cubicBezTo>
                  <a:pt x="36" y="50"/>
                  <a:pt x="37" y="53"/>
                  <a:pt x="38" y="56"/>
                </a:cubicBezTo>
                <a:cubicBezTo>
                  <a:pt x="78" y="56"/>
                  <a:pt x="78" y="56"/>
                  <a:pt x="78" y="56"/>
                </a:cubicBezTo>
                <a:cubicBezTo>
                  <a:pt x="76" y="61"/>
                  <a:pt x="76" y="61"/>
                  <a:pt x="76" y="61"/>
                </a:cubicBezTo>
                <a:cubicBezTo>
                  <a:pt x="39" y="61"/>
                  <a:pt x="39" y="61"/>
                  <a:pt x="39" y="61"/>
                </a:cubicBezTo>
                <a:cubicBezTo>
                  <a:pt x="34" y="61"/>
                  <a:pt x="34" y="61"/>
                  <a:pt x="34" y="61"/>
                </a:cubicBezTo>
                <a:cubicBezTo>
                  <a:pt x="34" y="61"/>
                  <a:pt x="34" y="61"/>
                  <a:pt x="34" y="61"/>
                </a:cubicBezTo>
                <a:cubicBezTo>
                  <a:pt x="34" y="61"/>
                  <a:pt x="34" y="61"/>
                  <a:pt x="34" y="61"/>
                </a:cubicBezTo>
                <a:cubicBezTo>
                  <a:pt x="33" y="56"/>
                  <a:pt x="31" y="52"/>
                  <a:pt x="29" y="47"/>
                </a:cubicBezTo>
                <a:cubicBezTo>
                  <a:pt x="29" y="47"/>
                  <a:pt x="29" y="47"/>
                  <a:pt x="29" y="47"/>
                </a:cubicBezTo>
                <a:cubicBezTo>
                  <a:pt x="24" y="33"/>
                  <a:pt x="19" y="19"/>
                  <a:pt x="14" y="5"/>
                </a:cubicBezTo>
                <a:cubicBezTo>
                  <a:pt x="0" y="5"/>
                  <a:pt x="0" y="5"/>
                  <a:pt x="0" y="5"/>
                </a:cubicBezTo>
                <a:cubicBezTo>
                  <a:pt x="0" y="0"/>
                  <a:pt x="0" y="0"/>
                  <a:pt x="0" y="0"/>
                </a:cubicBezTo>
                <a:close/>
                <a:moveTo>
                  <a:pt x="70" y="66"/>
                </a:moveTo>
                <a:cubicBezTo>
                  <a:pt x="72" y="66"/>
                  <a:pt x="74" y="68"/>
                  <a:pt x="74" y="70"/>
                </a:cubicBezTo>
                <a:cubicBezTo>
                  <a:pt x="74" y="72"/>
                  <a:pt x="72" y="74"/>
                  <a:pt x="70" y="74"/>
                </a:cubicBezTo>
                <a:cubicBezTo>
                  <a:pt x="68" y="74"/>
                  <a:pt x="66" y="72"/>
                  <a:pt x="66" y="70"/>
                </a:cubicBezTo>
                <a:cubicBezTo>
                  <a:pt x="66" y="68"/>
                  <a:pt x="68" y="66"/>
                  <a:pt x="70" y="66"/>
                </a:cubicBezTo>
                <a:close/>
                <a:moveTo>
                  <a:pt x="70" y="62"/>
                </a:moveTo>
                <a:cubicBezTo>
                  <a:pt x="75" y="62"/>
                  <a:pt x="78" y="65"/>
                  <a:pt x="78" y="70"/>
                </a:cubicBezTo>
                <a:cubicBezTo>
                  <a:pt x="78" y="75"/>
                  <a:pt x="75" y="78"/>
                  <a:pt x="70" y="78"/>
                </a:cubicBezTo>
                <a:cubicBezTo>
                  <a:pt x="65" y="78"/>
                  <a:pt x="62" y="75"/>
                  <a:pt x="62" y="70"/>
                </a:cubicBezTo>
                <a:cubicBezTo>
                  <a:pt x="62" y="65"/>
                  <a:pt x="65" y="62"/>
                  <a:pt x="70" y="62"/>
                </a:cubicBezTo>
                <a:close/>
                <a:moveTo>
                  <a:pt x="25" y="22"/>
                </a:moveTo>
                <a:cubicBezTo>
                  <a:pt x="25" y="22"/>
                  <a:pt x="25" y="22"/>
                  <a:pt x="25" y="22"/>
                </a:cubicBezTo>
                <a:cubicBezTo>
                  <a:pt x="25" y="22"/>
                  <a:pt x="25" y="22"/>
                  <a:pt x="25" y="22"/>
                </a:cubicBezTo>
                <a:cubicBezTo>
                  <a:pt x="26" y="22"/>
                  <a:pt x="26" y="22"/>
                  <a:pt x="26" y="22"/>
                </a:cubicBezTo>
                <a:cubicBezTo>
                  <a:pt x="26" y="22"/>
                  <a:pt x="26" y="22"/>
                  <a:pt x="26" y="22"/>
                </a:cubicBezTo>
                <a:cubicBezTo>
                  <a:pt x="26" y="22"/>
                  <a:pt x="26" y="22"/>
                  <a:pt x="26" y="22"/>
                </a:cubicBezTo>
                <a:cubicBezTo>
                  <a:pt x="25" y="22"/>
                  <a:pt x="25" y="22"/>
                  <a:pt x="25" y="22"/>
                </a:cubicBezTo>
                <a:close/>
                <a:moveTo>
                  <a:pt x="26" y="22"/>
                </a:moveTo>
                <a:cubicBezTo>
                  <a:pt x="26" y="23"/>
                  <a:pt x="26" y="23"/>
                  <a:pt x="26" y="23"/>
                </a:cubicBezTo>
                <a:cubicBezTo>
                  <a:pt x="31" y="23"/>
                  <a:pt x="36" y="23"/>
                  <a:pt x="42" y="23"/>
                </a:cubicBezTo>
                <a:cubicBezTo>
                  <a:pt x="42" y="21"/>
                  <a:pt x="41" y="20"/>
                  <a:pt x="41"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5" y="19"/>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1"/>
                  <a:pt x="25" y="21"/>
                  <a:pt x="25" y="21"/>
                </a:cubicBezTo>
                <a:cubicBezTo>
                  <a:pt x="25" y="21"/>
                  <a:pt x="25" y="21"/>
                  <a:pt x="25" y="21"/>
                </a:cubicBezTo>
                <a:cubicBezTo>
                  <a:pt x="25" y="21"/>
                  <a:pt x="25" y="21"/>
                  <a:pt x="25" y="21"/>
                </a:cubicBezTo>
                <a:cubicBezTo>
                  <a:pt x="25" y="21"/>
                  <a:pt x="25" y="21"/>
                  <a:pt x="25" y="21"/>
                </a:cubicBezTo>
                <a:cubicBezTo>
                  <a:pt x="26" y="22"/>
                  <a:pt x="26" y="22"/>
                  <a:pt x="26" y="22"/>
                </a:cubicBezTo>
                <a:close/>
                <a:moveTo>
                  <a:pt x="27" y="28"/>
                </a:moveTo>
                <a:cubicBezTo>
                  <a:pt x="27" y="28"/>
                  <a:pt x="27" y="28"/>
                  <a:pt x="28" y="28"/>
                </a:cubicBezTo>
                <a:cubicBezTo>
                  <a:pt x="28" y="28"/>
                  <a:pt x="28" y="28"/>
                  <a:pt x="28" y="28"/>
                </a:cubicBezTo>
                <a:cubicBezTo>
                  <a:pt x="28" y="28"/>
                  <a:pt x="28" y="28"/>
                  <a:pt x="28" y="28"/>
                </a:cubicBezTo>
                <a:cubicBezTo>
                  <a:pt x="28" y="28"/>
                  <a:pt x="28" y="28"/>
                  <a:pt x="28" y="28"/>
                </a:cubicBezTo>
                <a:cubicBezTo>
                  <a:pt x="28" y="28"/>
                  <a:pt x="28" y="28"/>
                  <a:pt x="28" y="28"/>
                </a:cubicBezTo>
                <a:cubicBezTo>
                  <a:pt x="28" y="28"/>
                  <a:pt x="28" y="28"/>
                  <a:pt x="28" y="28"/>
                </a:cubicBezTo>
                <a:cubicBezTo>
                  <a:pt x="28" y="28"/>
                  <a:pt x="28" y="28"/>
                  <a:pt x="28" y="28"/>
                </a:cubicBezTo>
                <a:cubicBezTo>
                  <a:pt x="28" y="28"/>
                  <a:pt x="28" y="28"/>
                  <a:pt x="28" y="28"/>
                </a:cubicBezTo>
                <a:cubicBezTo>
                  <a:pt x="28" y="28"/>
                  <a:pt x="28" y="28"/>
                  <a:pt x="28" y="28"/>
                </a:cubicBezTo>
                <a:cubicBezTo>
                  <a:pt x="28" y="28"/>
                  <a:pt x="28" y="28"/>
                  <a:pt x="28" y="28"/>
                </a:cubicBezTo>
                <a:cubicBezTo>
                  <a:pt x="28" y="28"/>
                  <a:pt x="28" y="29"/>
                  <a:pt x="28" y="29"/>
                </a:cubicBezTo>
                <a:cubicBezTo>
                  <a:pt x="28" y="29"/>
                  <a:pt x="28" y="29"/>
                  <a:pt x="28" y="29"/>
                </a:cubicBezTo>
                <a:cubicBezTo>
                  <a:pt x="28" y="29"/>
                  <a:pt x="28" y="29"/>
                  <a:pt x="28" y="29"/>
                </a:cubicBezTo>
                <a:cubicBezTo>
                  <a:pt x="28" y="29"/>
                  <a:pt x="28" y="29"/>
                  <a:pt x="28" y="29"/>
                </a:cubicBezTo>
                <a:cubicBezTo>
                  <a:pt x="28" y="29"/>
                  <a:pt x="28" y="29"/>
                  <a:pt x="28" y="29"/>
                </a:cubicBezTo>
                <a:cubicBezTo>
                  <a:pt x="28" y="29"/>
                  <a:pt x="28" y="29"/>
                  <a:pt x="28" y="29"/>
                </a:cubicBezTo>
                <a:cubicBezTo>
                  <a:pt x="28" y="29"/>
                  <a:pt x="28" y="29"/>
                  <a:pt x="28" y="29"/>
                </a:cubicBezTo>
                <a:cubicBezTo>
                  <a:pt x="28" y="30"/>
                  <a:pt x="29" y="31"/>
                  <a:pt x="29" y="33"/>
                </a:cubicBezTo>
                <a:cubicBezTo>
                  <a:pt x="34" y="33"/>
                  <a:pt x="38" y="33"/>
                  <a:pt x="43" y="33"/>
                </a:cubicBezTo>
                <a:cubicBezTo>
                  <a:pt x="43" y="31"/>
                  <a:pt x="43" y="29"/>
                  <a:pt x="43" y="28"/>
                </a:cubicBezTo>
                <a:cubicBezTo>
                  <a:pt x="37" y="28"/>
                  <a:pt x="32" y="28"/>
                  <a:pt x="27" y="28"/>
                </a:cubicBezTo>
                <a:close/>
                <a:moveTo>
                  <a:pt x="17" y="0"/>
                </a:moveTo>
                <a:cubicBezTo>
                  <a:pt x="18" y="0"/>
                  <a:pt x="18" y="0"/>
                  <a:pt x="18" y="0"/>
                </a:cubicBezTo>
                <a:cubicBezTo>
                  <a:pt x="17" y="0"/>
                  <a:pt x="17" y="0"/>
                  <a:pt x="17" y="0"/>
                </a:cubicBezTo>
                <a:close/>
                <a:moveTo>
                  <a:pt x="18" y="2"/>
                </a:moveTo>
                <a:cubicBezTo>
                  <a:pt x="18" y="2"/>
                  <a:pt x="18" y="2"/>
                  <a:pt x="18" y="2"/>
                </a:cubicBezTo>
                <a:cubicBezTo>
                  <a:pt x="18" y="2"/>
                  <a:pt x="18" y="2"/>
                  <a:pt x="18" y="2"/>
                </a:cubicBezTo>
                <a:close/>
                <a:moveTo>
                  <a:pt x="18" y="2"/>
                </a:moveTo>
                <a:cubicBezTo>
                  <a:pt x="18" y="2"/>
                  <a:pt x="18" y="2"/>
                  <a:pt x="18" y="2"/>
                </a:cubicBezTo>
                <a:cubicBezTo>
                  <a:pt x="18" y="2"/>
                  <a:pt x="18" y="2"/>
                  <a:pt x="18" y="2"/>
                </a:cubicBezTo>
                <a:close/>
                <a:moveTo>
                  <a:pt x="19" y="3"/>
                </a:moveTo>
                <a:cubicBezTo>
                  <a:pt x="19" y="4"/>
                  <a:pt x="19" y="4"/>
                  <a:pt x="19" y="4"/>
                </a:cubicBezTo>
                <a:cubicBezTo>
                  <a:pt x="19" y="3"/>
                  <a:pt x="19" y="3"/>
                  <a:pt x="19" y="3"/>
                </a:cubicBezTo>
                <a:close/>
                <a:moveTo>
                  <a:pt x="40" y="66"/>
                </a:moveTo>
                <a:cubicBezTo>
                  <a:pt x="42" y="66"/>
                  <a:pt x="44" y="68"/>
                  <a:pt x="44" y="70"/>
                </a:cubicBezTo>
                <a:cubicBezTo>
                  <a:pt x="44" y="72"/>
                  <a:pt x="42" y="74"/>
                  <a:pt x="40" y="74"/>
                </a:cubicBezTo>
                <a:cubicBezTo>
                  <a:pt x="38" y="74"/>
                  <a:pt x="36" y="72"/>
                  <a:pt x="36" y="70"/>
                </a:cubicBezTo>
                <a:cubicBezTo>
                  <a:pt x="36" y="68"/>
                  <a:pt x="38" y="66"/>
                  <a:pt x="40" y="66"/>
                </a:cubicBezTo>
                <a:close/>
                <a:moveTo>
                  <a:pt x="40" y="62"/>
                </a:moveTo>
                <a:cubicBezTo>
                  <a:pt x="45" y="62"/>
                  <a:pt x="48" y="65"/>
                  <a:pt x="48" y="70"/>
                </a:cubicBezTo>
                <a:cubicBezTo>
                  <a:pt x="48" y="75"/>
                  <a:pt x="45" y="78"/>
                  <a:pt x="40" y="78"/>
                </a:cubicBezTo>
                <a:cubicBezTo>
                  <a:pt x="35" y="78"/>
                  <a:pt x="32" y="75"/>
                  <a:pt x="32" y="70"/>
                </a:cubicBezTo>
                <a:cubicBezTo>
                  <a:pt x="32" y="65"/>
                  <a:pt x="35" y="62"/>
                  <a:pt x="40" y="62"/>
                </a:cubicBezTo>
                <a:close/>
                <a:moveTo>
                  <a:pt x="49" y="42"/>
                </a:moveTo>
                <a:cubicBezTo>
                  <a:pt x="61" y="42"/>
                  <a:pt x="61" y="42"/>
                  <a:pt x="61" y="42"/>
                </a:cubicBezTo>
                <a:cubicBezTo>
                  <a:pt x="61" y="41"/>
                  <a:pt x="61" y="39"/>
                  <a:pt x="61" y="37"/>
                </a:cubicBezTo>
                <a:cubicBezTo>
                  <a:pt x="57" y="37"/>
                  <a:pt x="53" y="37"/>
                  <a:pt x="49" y="37"/>
                </a:cubicBezTo>
                <a:cubicBezTo>
                  <a:pt x="49" y="39"/>
                  <a:pt x="49" y="41"/>
                  <a:pt x="49" y="42"/>
                </a:cubicBezTo>
                <a:close/>
                <a:moveTo>
                  <a:pt x="65" y="42"/>
                </a:moveTo>
                <a:cubicBezTo>
                  <a:pt x="77" y="42"/>
                  <a:pt x="77" y="42"/>
                  <a:pt x="77" y="42"/>
                </a:cubicBezTo>
                <a:cubicBezTo>
                  <a:pt x="78" y="41"/>
                  <a:pt x="79" y="39"/>
                  <a:pt x="79" y="37"/>
                </a:cubicBezTo>
                <a:cubicBezTo>
                  <a:pt x="75" y="37"/>
                  <a:pt x="71" y="37"/>
                  <a:pt x="66" y="37"/>
                </a:cubicBezTo>
                <a:cubicBezTo>
                  <a:pt x="66" y="39"/>
                  <a:pt x="66" y="41"/>
                  <a:pt x="65" y="42"/>
                </a:cubicBezTo>
                <a:close/>
                <a:moveTo>
                  <a:pt x="28" y="28"/>
                </a:moveTo>
                <a:cubicBezTo>
                  <a:pt x="28" y="28"/>
                  <a:pt x="28" y="28"/>
                  <a:pt x="28" y="28"/>
                </a:cubicBezTo>
                <a:cubicBezTo>
                  <a:pt x="28" y="28"/>
                  <a:pt x="28" y="28"/>
                  <a:pt x="28" y="28"/>
                </a:cubicBezTo>
                <a:close/>
                <a:moveTo>
                  <a:pt x="25" y="22"/>
                </a:move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lose/>
                <a:moveTo>
                  <a:pt x="26" y="22"/>
                </a:moveTo>
                <a:cubicBezTo>
                  <a:pt x="26" y="22"/>
                  <a:pt x="26" y="22"/>
                  <a:pt x="26" y="22"/>
                </a:cubicBezTo>
                <a:cubicBezTo>
                  <a:pt x="26" y="22"/>
                  <a:pt x="26" y="22"/>
                  <a:pt x="26" y="22"/>
                </a:cubicBezTo>
                <a:close/>
                <a:moveTo>
                  <a:pt x="46" y="18"/>
                </a:moveTo>
                <a:cubicBezTo>
                  <a:pt x="46" y="20"/>
                  <a:pt x="46" y="21"/>
                  <a:pt x="47" y="23"/>
                </a:cubicBezTo>
                <a:cubicBezTo>
                  <a:pt x="52" y="23"/>
                  <a:pt x="58" y="23"/>
                  <a:pt x="63" y="23"/>
                </a:cubicBezTo>
                <a:cubicBezTo>
                  <a:pt x="64" y="21"/>
                  <a:pt x="64" y="20"/>
                  <a:pt x="64" y="18"/>
                </a:cubicBezTo>
                <a:cubicBezTo>
                  <a:pt x="46" y="18"/>
                  <a:pt x="46" y="18"/>
                  <a:pt x="46" y="18"/>
                </a:cubicBezTo>
                <a:close/>
                <a:moveTo>
                  <a:pt x="47" y="28"/>
                </a:moveTo>
                <a:cubicBezTo>
                  <a:pt x="48" y="29"/>
                  <a:pt x="48" y="31"/>
                  <a:pt x="48" y="33"/>
                </a:cubicBezTo>
                <a:cubicBezTo>
                  <a:pt x="53" y="33"/>
                  <a:pt x="57" y="33"/>
                  <a:pt x="62" y="33"/>
                </a:cubicBezTo>
                <a:cubicBezTo>
                  <a:pt x="62" y="31"/>
                  <a:pt x="62" y="29"/>
                  <a:pt x="63" y="28"/>
                </a:cubicBezTo>
                <a:cubicBezTo>
                  <a:pt x="58" y="28"/>
                  <a:pt x="52" y="28"/>
                  <a:pt x="47" y="28"/>
                </a:cubicBezTo>
                <a:close/>
                <a:moveTo>
                  <a:pt x="67" y="33"/>
                </a:moveTo>
                <a:cubicBezTo>
                  <a:pt x="67" y="31"/>
                  <a:pt x="67" y="29"/>
                  <a:pt x="68" y="28"/>
                </a:cubicBezTo>
                <a:cubicBezTo>
                  <a:pt x="73" y="28"/>
                  <a:pt x="78" y="28"/>
                  <a:pt x="83" y="28"/>
                </a:cubicBezTo>
                <a:cubicBezTo>
                  <a:pt x="82" y="29"/>
                  <a:pt x="82" y="31"/>
                  <a:pt x="81" y="33"/>
                </a:cubicBezTo>
                <a:cubicBezTo>
                  <a:pt x="76" y="33"/>
                  <a:pt x="72" y="33"/>
                  <a:pt x="67" y="33"/>
                </a:cubicBezTo>
                <a:close/>
                <a:moveTo>
                  <a:pt x="68" y="23"/>
                </a:moveTo>
                <a:cubicBezTo>
                  <a:pt x="68" y="21"/>
                  <a:pt x="69" y="20"/>
                  <a:pt x="69" y="18"/>
                </a:cubicBezTo>
                <a:cubicBezTo>
                  <a:pt x="86" y="18"/>
                  <a:pt x="86" y="18"/>
                  <a:pt x="86" y="18"/>
                </a:cubicBezTo>
                <a:cubicBezTo>
                  <a:pt x="86" y="20"/>
                  <a:pt x="85" y="21"/>
                  <a:pt x="84" y="23"/>
                </a:cubicBezTo>
                <a:cubicBezTo>
                  <a:pt x="79" y="23"/>
                  <a:pt x="74" y="23"/>
                  <a:pt x="68" y="23"/>
                </a:cubicBezTo>
                <a:close/>
              </a:path>
            </a:pathLst>
          </a:custGeom>
          <a:solidFill>
            <a:srgbClr val="74A7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 name="文本框 65"/>
          <p:cNvSpPr txBox="1"/>
          <p:nvPr/>
        </p:nvSpPr>
        <p:spPr>
          <a:xfrm>
            <a:off x="6590417" y="898850"/>
            <a:ext cx="2366962" cy="707886"/>
          </a:xfrm>
          <a:prstGeom prst="rect">
            <a:avLst/>
          </a:prstGeom>
          <a:noFill/>
        </p:spPr>
        <p:txBody>
          <a:bodyPr wrap="square" rtlCol="0">
            <a:spAutoFit/>
          </a:bodyPr>
          <a:lstStyle/>
          <a:p>
            <a:r>
              <a:rPr lang="en-US" altLang="zh-CN" sz="2000"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rPr>
              <a:t>Heading text of sample.</a:t>
            </a:r>
            <a:endParaRPr lang="zh-CN" altLang="en-US" sz="2000"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67" name="文本框 66"/>
          <p:cNvSpPr txBox="1"/>
          <p:nvPr/>
        </p:nvSpPr>
        <p:spPr>
          <a:xfrm>
            <a:off x="9945695" y="1536807"/>
            <a:ext cx="2092318" cy="707886"/>
          </a:xfrm>
          <a:prstGeom prst="rect">
            <a:avLst/>
          </a:prstGeom>
          <a:noFill/>
        </p:spPr>
        <p:txBody>
          <a:bodyPr wrap="square" rtlCol="0">
            <a:spAutoFit/>
          </a:bodyPr>
          <a:lstStyle/>
          <a:p>
            <a:r>
              <a:rPr lang="en-US" altLang="zh-CN" sz="2000"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rPr>
              <a:t>Heading text of sample.</a:t>
            </a:r>
            <a:endParaRPr lang="zh-CN" altLang="en-US" sz="2000"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68" name="文本框 67"/>
          <p:cNvSpPr txBox="1"/>
          <p:nvPr/>
        </p:nvSpPr>
        <p:spPr>
          <a:xfrm>
            <a:off x="6379684" y="4527042"/>
            <a:ext cx="2092318" cy="707886"/>
          </a:xfrm>
          <a:prstGeom prst="rect">
            <a:avLst/>
          </a:prstGeom>
          <a:noFill/>
        </p:spPr>
        <p:txBody>
          <a:bodyPr wrap="square" rtlCol="0">
            <a:spAutoFit/>
          </a:bodyPr>
          <a:lstStyle/>
          <a:p>
            <a:r>
              <a:rPr lang="en-US" altLang="zh-CN" sz="2000"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rPr>
              <a:t>Heading text of sample.</a:t>
            </a:r>
            <a:endParaRPr lang="zh-CN" altLang="en-US" sz="2000"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71" name="文本框 70"/>
          <p:cNvSpPr txBox="1"/>
          <p:nvPr/>
        </p:nvSpPr>
        <p:spPr>
          <a:xfrm>
            <a:off x="9946263" y="4987023"/>
            <a:ext cx="1985614" cy="707886"/>
          </a:xfrm>
          <a:prstGeom prst="rect">
            <a:avLst/>
          </a:prstGeom>
          <a:noFill/>
        </p:spPr>
        <p:txBody>
          <a:bodyPr wrap="square" rtlCol="0">
            <a:spAutoFit/>
          </a:bodyPr>
          <a:lstStyle/>
          <a:p>
            <a:r>
              <a:rPr lang="en-US" altLang="zh-CN" sz="2000"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rPr>
              <a:t>Heading text of sample.</a:t>
            </a:r>
            <a:endParaRPr lang="zh-CN" altLang="en-US" sz="2000"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33"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805274676"/>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椭圆形标注 1"/>
          <p:cNvSpPr/>
          <p:nvPr/>
        </p:nvSpPr>
        <p:spPr>
          <a:xfrm>
            <a:off x="1352801" y="2209299"/>
            <a:ext cx="2160000" cy="2160000"/>
          </a:xfrm>
          <a:prstGeom prst="wedgeEllipseCallout">
            <a:avLst>
              <a:gd name="adj1" fmla="val -224"/>
              <a:gd name="adj2" fmla="val 62401"/>
            </a:avLst>
          </a:prstGeom>
          <a:solidFill>
            <a:srgbClr val="92D050"/>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 name="椭圆形标注 2"/>
          <p:cNvSpPr/>
          <p:nvPr/>
        </p:nvSpPr>
        <p:spPr>
          <a:xfrm>
            <a:off x="3838356" y="2209299"/>
            <a:ext cx="2160000" cy="2160000"/>
          </a:xfrm>
          <a:prstGeom prst="wedgeEllipseCallout">
            <a:avLst>
              <a:gd name="adj1" fmla="val -224"/>
              <a:gd name="adj2" fmla="val 62401"/>
            </a:avLst>
          </a:prstGeom>
          <a:solidFill>
            <a:srgbClr val="00A0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 name="椭圆形标注 3"/>
          <p:cNvSpPr/>
          <p:nvPr/>
        </p:nvSpPr>
        <p:spPr>
          <a:xfrm>
            <a:off x="6323911" y="2209299"/>
            <a:ext cx="2160000" cy="2160000"/>
          </a:xfrm>
          <a:prstGeom prst="wedgeEllipseCallout">
            <a:avLst>
              <a:gd name="adj1" fmla="val -224"/>
              <a:gd name="adj2" fmla="val 62401"/>
            </a:avLst>
          </a:prstGeom>
          <a:solidFill>
            <a:srgbClr val="F398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 name="椭圆形标注 4"/>
          <p:cNvSpPr/>
          <p:nvPr/>
        </p:nvSpPr>
        <p:spPr>
          <a:xfrm>
            <a:off x="8809466" y="2209299"/>
            <a:ext cx="2160000" cy="2160000"/>
          </a:xfrm>
          <a:prstGeom prst="wedgeEllipseCallout">
            <a:avLst>
              <a:gd name="adj1" fmla="val -224"/>
              <a:gd name="adj2" fmla="val 62401"/>
            </a:avLst>
          </a:prstGeom>
          <a:solidFill>
            <a:srgbClr val="E40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6" name="组合 33"/>
          <p:cNvGrpSpPr/>
          <p:nvPr/>
        </p:nvGrpSpPr>
        <p:grpSpPr>
          <a:xfrm>
            <a:off x="6780743" y="2718093"/>
            <a:ext cx="1246336" cy="1206354"/>
            <a:chOff x="3030538" y="663575"/>
            <a:chExt cx="1435101" cy="1389063"/>
          </a:xfrm>
          <a:solidFill>
            <a:schemeClr val="bg1"/>
          </a:solidFill>
        </p:grpSpPr>
        <p:sp>
          <p:nvSpPr>
            <p:cNvPr id="7" name="Freeform 11"/>
            <p:cNvSpPr>
              <a:spLocks noEditPoints="1"/>
            </p:cNvSpPr>
            <p:nvPr/>
          </p:nvSpPr>
          <p:spPr bwMode="auto">
            <a:xfrm>
              <a:off x="3030538" y="671513"/>
              <a:ext cx="1098550" cy="1103313"/>
            </a:xfrm>
            <a:custGeom>
              <a:avLst/>
              <a:gdLst>
                <a:gd name="T0" fmla="*/ 188 w 376"/>
                <a:gd name="T1" fmla="*/ 0 h 377"/>
                <a:gd name="T2" fmla="*/ 0 w 376"/>
                <a:gd name="T3" fmla="*/ 189 h 377"/>
                <a:gd name="T4" fmla="*/ 188 w 376"/>
                <a:gd name="T5" fmla="*/ 377 h 377"/>
                <a:gd name="T6" fmla="*/ 376 w 376"/>
                <a:gd name="T7" fmla="*/ 189 h 377"/>
                <a:gd name="T8" fmla="*/ 188 w 376"/>
                <a:gd name="T9" fmla="*/ 0 h 377"/>
                <a:gd name="T10" fmla="*/ 188 w 376"/>
                <a:gd name="T11" fmla="*/ 329 h 377"/>
                <a:gd name="T12" fmla="*/ 48 w 376"/>
                <a:gd name="T13" fmla="*/ 189 h 377"/>
                <a:gd name="T14" fmla="*/ 188 w 376"/>
                <a:gd name="T15" fmla="*/ 48 h 377"/>
                <a:gd name="T16" fmla="*/ 328 w 376"/>
                <a:gd name="T17" fmla="*/ 189 h 377"/>
                <a:gd name="T18" fmla="*/ 188 w 376"/>
                <a:gd name="T19" fmla="*/ 329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6" h="377">
                  <a:moveTo>
                    <a:pt x="188" y="0"/>
                  </a:moveTo>
                  <a:cubicBezTo>
                    <a:pt x="84" y="0"/>
                    <a:pt x="0" y="85"/>
                    <a:pt x="0" y="189"/>
                  </a:cubicBezTo>
                  <a:cubicBezTo>
                    <a:pt x="0" y="292"/>
                    <a:pt x="84" y="377"/>
                    <a:pt x="188" y="377"/>
                  </a:cubicBezTo>
                  <a:cubicBezTo>
                    <a:pt x="292" y="377"/>
                    <a:pt x="376" y="292"/>
                    <a:pt x="376" y="189"/>
                  </a:cubicBezTo>
                  <a:cubicBezTo>
                    <a:pt x="376" y="85"/>
                    <a:pt x="292" y="0"/>
                    <a:pt x="188" y="0"/>
                  </a:cubicBezTo>
                  <a:close/>
                  <a:moveTo>
                    <a:pt x="188" y="329"/>
                  </a:moveTo>
                  <a:cubicBezTo>
                    <a:pt x="111" y="329"/>
                    <a:pt x="48" y="266"/>
                    <a:pt x="48" y="189"/>
                  </a:cubicBezTo>
                  <a:cubicBezTo>
                    <a:pt x="48" y="111"/>
                    <a:pt x="111" y="48"/>
                    <a:pt x="188" y="48"/>
                  </a:cubicBezTo>
                  <a:cubicBezTo>
                    <a:pt x="265" y="48"/>
                    <a:pt x="328" y="111"/>
                    <a:pt x="328" y="189"/>
                  </a:cubicBezTo>
                  <a:cubicBezTo>
                    <a:pt x="328" y="266"/>
                    <a:pt x="265" y="329"/>
                    <a:pt x="188" y="3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 name="Freeform 12"/>
            <p:cNvSpPr>
              <a:spLocks/>
            </p:cNvSpPr>
            <p:nvPr/>
          </p:nvSpPr>
          <p:spPr bwMode="auto">
            <a:xfrm>
              <a:off x="3933826" y="1538288"/>
              <a:ext cx="111125" cy="115888"/>
            </a:xfrm>
            <a:custGeom>
              <a:avLst/>
              <a:gdLst>
                <a:gd name="T0" fmla="*/ 34 w 38"/>
                <a:gd name="T1" fmla="*/ 4 h 40"/>
                <a:gd name="T2" fmla="*/ 34 w 38"/>
                <a:gd name="T3" fmla="*/ 19 h 40"/>
                <a:gd name="T4" fmla="*/ 19 w 38"/>
                <a:gd name="T5" fmla="*/ 35 h 40"/>
                <a:gd name="T6" fmla="*/ 4 w 38"/>
                <a:gd name="T7" fmla="*/ 36 h 40"/>
                <a:gd name="T8" fmla="*/ 4 w 38"/>
                <a:gd name="T9" fmla="*/ 36 h 40"/>
                <a:gd name="T10" fmla="*/ 5 w 38"/>
                <a:gd name="T11" fmla="*/ 21 h 40"/>
                <a:gd name="T12" fmla="*/ 19 w 38"/>
                <a:gd name="T13" fmla="*/ 6 h 40"/>
                <a:gd name="T14" fmla="*/ 34 w 38"/>
                <a:gd name="T15" fmla="*/ 4 h 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 h="40">
                  <a:moveTo>
                    <a:pt x="34" y="4"/>
                  </a:moveTo>
                  <a:cubicBezTo>
                    <a:pt x="38" y="8"/>
                    <a:pt x="38" y="15"/>
                    <a:pt x="34" y="19"/>
                  </a:cubicBezTo>
                  <a:cubicBezTo>
                    <a:pt x="19" y="35"/>
                    <a:pt x="19" y="35"/>
                    <a:pt x="19" y="35"/>
                  </a:cubicBezTo>
                  <a:cubicBezTo>
                    <a:pt x="15" y="39"/>
                    <a:pt x="8" y="40"/>
                    <a:pt x="4" y="36"/>
                  </a:cubicBezTo>
                  <a:cubicBezTo>
                    <a:pt x="4" y="36"/>
                    <a:pt x="4" y="36"/>
                    <a:pt x="4" y="36"/>
                  </a:cubicBezTo>
                  <a:cubicBezTo>
                    <a:pt x="0" y="32"/>
                    <a:pt x="1" y="26"/>
                    <a:pt x="5" y="21"/>
                  </a:cubicBezTo>
                  <a:cubicBezTo>
                    <a:pt x="19" y="6"/>
                    <a:pt x="19" y="6"/>
                    <a:pt x="19" y="6"/>
                  </a:cubicBezTo>
                  <a:cubicBezTo>
                    <a:pt x="24" y="1"/>
                    <a:pt x="30" y="0"/>
                    <a:pt x="3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 name="Freeform 13"/>
            <p:cNvSpPr>
              <a:spLocks/>
            </p:cNvSpPr>
            <p:nvPr/>
          </p:nvSpPr>
          <p:spPr bwMode="auto">
            <a:xfrm>
              <a:off x="3971926" y="1573213"/>
              <a:ext cx="493713" cy="479425"/>
            </a:xfrm>
            <a:custGeom>
              <a:avLst/>
              <a:gdLst>
                <a:gd name="T0" fmla="*/ 163 w 169"/>
                <a:gd name="T1" fmla="*/ 104 h 164"/>
                <a:gd name="T2" fmla="*/ 162 w 169"/>
                <a:gd name="T3" fmla="*/ 129 h 164"/>
                <a:gd name="T4" fmla="*/ 137 w 169"/>
                <a:gd name="T5" fmla="*/ 155 h 164"/>
                <a:gd name="T6" fmla="*/ 112 w 169"/>
                <a:gd name="T7" fmla="*/ 158 h 164"/>
                <a:gd name="T8" fmla="*/ 112 w 169"/>
                <a:gd name="T9" fmla="*/ 158 h 164"/>
                <a:gd name="T10" fmla="*/ 7 w 169"/>
                <a:gd name="T11" fmla="*/ 33 h 164"/>
                <a:gd name="T12" fmla="*/ 32 w 169"/>
                <a:gd name="T13" fmla="*/ 7 h 164"/>
                <a:gd name="T14" fmla="*/ 163 w 169"/>
                <a:gd name="T15" fmla="*/ 104 h 1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9" h="164">
                  <a:moveTo>
                    <a:pt x="163" y="104"/>
                  </a:moveTo>
                  <a:cubicBezTo>
                    <a:pt x="169" y="110"/>
                    <a:pt x="169" y="121"/>
                    <a:pt x="162" y="129"/>
                  </a:cubicBezTo>
                  <a:cubicBezTo>
                    <a:pt x="137" y="155"/>
                    <a:pt x="137" y="155"/>
                    <a:pt x="137" y="155"/>
                  </a:cubicBezTo>
                  <a:cubicBezTo>
                    <a:pt x="130" y="163"/>
                    <a:pt x="119" y="164"/>
                    <a:pt x="112" y="158"/>
                  </a:cubicBezTo>
                  <a:cubicBezTo>
                    <a:pt x="112" y="158"/>
                    <a:pt x="112" y="158"/>
                    <a:pt x="112" y="158"/>
                  </a:cubicBezTo>
                  <a:cubicBezTo>
                    <a:pt x="105" y="151"/>
                    <a:pt x="0" y="41"/>
                    <a:pt x="7" y="33"/>
                  </a:cubicBezTo>
                  <a:cubicBezTo>
                    <a:pt x="32" y="7"/>
                    <a:pt x="32" y="7"/>
                    <a:pt x="32" y="7"/>
                  </a:cubicBezTo>
                  <a:cubicBezTo>
                    <a:pt x="39" y="0"/>
                    <a:pt x="156" y="97"/>
                    <a:pt x="163" y="1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 name="Freeform 14"/>
            <p:cNvSpPr>
              <a:spLocks/>
            </p:cNvSpPr>
            <p:nvPr/>
          </p:nvSpPr>
          <p:spPr bwMode="auto">
            <a:xfrm>
              <a:off x="4000501" y="771525"/>
              <a:ext cx="271463" cy="58738"/>
            </a:xfrm>
            <a:custGeom>
              <a:avLst/>
              <a:gdLst>
                <a:gd name="T0" fmla="*/ 93 w 93"/>
                <a:gd name="T1" fmla="*/ 10 h 20"/>
                <a:gd name="T2" fmla="*/ 83 w 93"/>
                <a:gd name="T3" fmla="*/ 20 h 20"/>
                <a:gd name="T4" fmla="*/ 9 w 93"/>
                <a:gd name="T5" fmla="*/ 20 h 20"/>
                <a:gd name="T6" fmla="*/ 0 w 93"/>
                <a:gd name="T7" fmla="*/ 10 h 20"/>
                <a:gd name="T8" fmla="*/ 0 w 93"/>
                <a:gd name="T9" fmla="*/ 10 h 20"/>
                <a:gd name="T10" fmla="*/ 9 w 93"/>
                <a:gd name="T11" fmla="*/ 0 h 20"/>
                <a:gd name="T12" fmla="*/ 83 w 93"/>
                <a:gd name="T13" fmla="*/ 0 h 20"/>
                <a:gd name="T14" fmla="*/ 93 w 93"/>
                <a:gd name="T15" fmla="*/ 10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 h="20">
                  <a:moveTo>
                    <a:pt x="93" y="10"/>
                  </a:moveTo>
                  <a:cubicBezTo>
                    <a:pt x="93" y="15"/>
                    <a:pt x="89" y="20"/>
                    <a:pt x="83" y="20"/>
                  </a:cubicBezTo>
                  <a:cubicBezTo>
                    <a:pt x="9" y="20"/>
                    <a:pt x="9" y="20"/>
                    <a:pt x="9" y="20"/>
                  </a:cubicBezTo>
                  <a:cubicBezTo>
                    <a:pt x="4" y="20"/>
                    <a:pt x="0" y="15"/>
                    <a:pt x="0" y="10"/>
                  </a:cubicBezTo>
                  <a:cubicBezTo>
                    <a:pt x="0" y="10"/>
                    <a:pt x="0" y="10"/>
                    <a:pt x="0" y="10"/>
                  </a:cubicBezTo>
                  <a:cubicBezTo>
                    <a:pt x="0" y="4"/>
                    <a:pt x="4" y="0"/>
                    <a:pt x="9" y="0"/>
                  </a:cubicBezTo>
                  <a:cubicBezTo>
                    <a:pt x="83" y="0"/>
                    <a:pt x="83" y="0"/>
                    <a:pt x="83" y="0"/>
                  </a:cubicBezTo>
                  <a:cubicBezTo>
                    <a:pt x="89" y="0"/>
                    <a:pt x="93" y="4"/>
                    <a:pt x="9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 name="Freeform 15"/>
            <p:cNvSpPr>
              <a:spLocks/>
            </p:cNvSpPr>
            <p:nvPr/>
          </p:nvSpPr>
          <p:spPr bwMode="auto">
            <a:xfrm>
              <a:off x="4108451" y="663575"/>
              <a:ext cx="55563" cy="271463"/>
            </a:xfrm>
            <a:custGeom>
              <a:avLst/>
              <a:gdLst>
                <a:gd name="T0" fmla="*/ 9 w 19"/>
                <a:gd name="T1" fmla="*/ 0 h 93"/>
                <a:gd name="T2" fmla="*/ 19 w 19"/>
                <a:gd name="T3" fmla="*/ 10 h 93"/>
                <a:gd name="T4" fmla="*/ 19 w 19"/>
                <a:gd name="T5" fmla="*/ 84 h 93"/>
                <a:gd name="T6" fmla="*/ 9 w 19"/>
                <a:gd name="T7" fmla="*/ 93 h 93"/>
                <a:gd name="T8" fmla="*/ 9 w 19"/>
                <a:gd name="T9" fmla="*/ 93 h 93"/>
                <a:gd name="T10" fmla="*/ 0 w 19"/>
                <a:gd name="T11" fmla="*/ 84 h 93"/>
                <a:gd name="T12" fmla="*/ 0 w 19"/>
                <a:gd name="T13" fmla="*/ 10 h 93"/>
                <a:gd name="T14" fmla="*/ 9 w 19"/>
                <a:gd name="T15" fmla="*/ 0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93">
                  <a:moveTo>
                    <a:pt x="9" y="0"/>
                  </a:moveTo>
                  <a:cubicBezTo>
                    <a:pt x="15" y="0"/>
                    <a:pt x="19" y="4"/>
                    <a:pt x="19" y="10"/>
                  </a:cubicBezTo>
                  <a:cubicBezTo>
                    <a:pt x="19" y="84"/>
                    <a:pt x="19" y="84"/>
                    <a:pt x="19" y="84"/>
                  </a:cubicBezTo>
                  <a:cubicBezTo>
                    <a:pt x="19" y="89"/>
                    <a:pt x="15" y="93"/>
                    <a:pt x="9" y="93"/>
                  </a:cubicBezTo>
                  <a:cubicBezTo>
                    <a:pt x="9" y="93"/>
                    <a:pt x="9" y="93"/>
                    <a:pt x="9" y="93"/>
                  </a:cubicBezTo>
                  <a:cubicBezTo>
                    <a:pt x="4" y="93"/>
                    <a:pt x="0" y="89"/>
                    <a:pt x="0" y="84"/>
                  </a:cubicBezTo>
                  <a:cubicBezTo>
                    <a:pt x="0" y="10"/>
                    <a:pt x="0" y="10"/>
                    <a:pt x="0" y="10"/>
                  </a:cubicBezTo>
                  <a:cubicBezTo>
                    <a:pt x="0" y="4"/>
                    <a:pt x="4"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 name="Freeform 16"/>
            <p:cNvSpPr>
              <a:spLocks/>
            </p:cNvSpPr>
            <p:nvPr/>
          </p:nvSpPr>
          <p:spPr bwMode="auto">
            <a:xfrm>
              <a:off x="3590926" y="844550"/>
              <a:ext cx="354013" cy="287338"/>
            </a:xfrm>
            <a:custGeom>
              <a:avLst/>
              <a:gdLst>
                <a:gd name="T0" fmla="*/ 105 w 121"/>
                <a:gd name="T1" fmla="*/ 93 h 98"/>
                <a:gd name="T2" fmla="*/ 7 w 121"/>
                <a:gd name="T3" fmla="*/ 15 h 98"/>
                <a:gd name="T4" fmla="*/ 7 w 121"/>
                <a:gd name="T5" fmla="*/ 15 h 98"/>
                <a:gd name="T6" fmla="*/ 1 w 121"/>
                <a:gd name="T7" fmla="*/ 7 h 98"/>
                <a:gd name="T8" fmla="*/ 1 w 121"/>
                <a:gd name="T9" fmla="*/ 7 h 98"/>
                <a:gd name="T10" fmla="*/ 9 w 121"/>
                <a:gd name="T11" fmla="*/ 0 h 98"/>
                <a:gd name="T12" fmla="*/ 9 w 121"/>
                <a:gd name="T13" fmla="*/ 0 h 98"/>
                <a:gd name="T14" fmla="*/ 119 w 121"/>
                <a:gd name="T15" fmla="*/ 88 h 98"/>
                <a:gd name="T16" fmla="*/ 119 w 121"/>
                <a:gd name="T17" fmla="*/ 88 h 98"/>
                <a:gd name="T18" fmla="*/ 115 w 121"/>
                <a:gd name="T19" fmla="*/ 98 h 98"/>
                <a:gd name="T20" fmla="*/ 115 w 121"/>
                <a:gd name="T21" fmla="*/ 98 h 98"/>
                <a:gd name="T22" fmla="*/ 112 w 121"/>
                <a:gd name="T23" fmla="*/ 98 h 98"/>
                <a:gd name="T24" fmla="*/ 112 w 121"/>
                <a:gd name="T25" fmla="*/ 98 h 98"/>
                <a:gd name="T26" fmla="*/ 105 w 121"/>
                <a:gd name="T27" fmla="*/ 93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1" h="98">
                  <a:moveTo>
                    <a:pt x="105" y="93"/>
                  </a:moveTo>
                  <a:cubicBezTo>
                    <a:pt x="91" y="51"/>
                    <a:pt x="53" y="19"/>
                    <a:pt x="7" y="15"/>
                  </a:cubicBezTo>
                  <a:cubicBezTo>
                    <a:pt x="7" y="15"/>
                    <a:pt x="7" y="15"/>
                    <a:pt x="7" y="15"/>
                  </a:cubicBezTo>
                  <a:cubicBezTo>
                    <a:pt x="3" y="14"/>
                    <a:pt x="0" y="11"/>
                    <a:pt x="1" y="7"/>
                  </a:cubicBezTo>
                  <a:cubicBezTo>
                    <a:pt x="1" y="7"/>
                    <a:pt x="1" y="7"/>
                    <a:pt x="1" y="7"/>
                  </a:cubicBezTo>
                  <a:cubicBezTo>
                    <a:pt x="1" y="3"/>
                    <a:pt x="5" y="0"/>
                    <a:pt x="9" y="0"/>
                  </a:cubicBezTo>
                  <a:cubicBezTo>
                    <a:pt x="9" y="0"/>
                    <a:pt x="9" y="0"/>
                    <a:pt x="9" y="0"/>
                  </a:cubicBezTo>
                  <a:cubicBezTo>
                    <a:pt x="61" y="5"/>
                    <a:pt x="103" y="41"/>
                    <a:pt x="119" y="88"/>
                  </a:cubicBezTo>
                  <a:cubicBezTo>
                    <a:pt x="119" y="88"/>
                    <a:pt x="119" y="88"/>
                    <a:pt x="119" y="88"/>
                  </a:cubicBezTo>
                  <a:cubicBezTo>
                    <a:pt x="121" y="92"/>
                    <a:pt x="118" y="96"/>
                    <a:pt x="115" y="98"/>
                  </a:cubicBezTo>
                  <a:cubicBezTo>
                    <a:pt x="115" y="98"/>
                    <a:pt x="115" y="98"/>
                    <a:pt x="115" y="98"/>
                  </a:cubicBezTo>
                  <a:cubicBezTo>
                    <a:pt x="114" y="98"/>
                    <a:pt x="113" y="98"/>
                    <a:pt x="112" y="98"/>
                  </a:cubicBezTo>
                  <a:cubicBezTo>
                    <a:pt x="112" y="98"/>
                    <a:pt x="112" y="98"/>
                    <a:pt x="112" y="98"/>
                  </a:cubicBezTo>
                  <a:cubicBezTo>
                    <a:pt x="109" y="98"/>
                    <a:pt x="106" y="96"/>
                    <a:pt x="105" y="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 name="Oval 17"/>
            <p:cNvSpPr>
              <a:spLocks noChangeArrowheads="1"/>
            </p:cNvSpPr>
            <p:nvPr/>
          </p:nvSpPr>
          <p:spPr bwMode="auto">
            <a:xfrm>
              <a:off x="3906838" y="1149350"/>
              <a:ext cx="52388" cy="523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4" name="组合 41"/>
          <p:cNvGrpSpPr/>
          <p:nvPr/>
        </p:nvGrpSpPr>
        <p:grpSpPr>
          <a:xfrm>
            <a:off x="1737377" y="2734733"/>
            <a:ext cx="1373669" cy="1119375"/>
            <a:chOff x="7342981" y="642937"/>
            <a:chExt cx="917575" cy="747713"/>
          </a:xfrm>
          <a:solidFill>
            <a:schemeClr val="bg1"/>
          </a:solidFill>
        </p:grpSpPr>
        <p:sp>
          <p:nvSpPr>
            <p:cNvPr id="15" name="Freeform 21"/>
            <p:cNvSpPr>
              <a:spLocks noEditPoints="1"/>
            </p:cNvSpPr>
            <p:nvPr/>
          </p:nvSpPr>
          <p:spPr bwMode="auto">
            <a:xfrm>
              <a:off x="7342981" y="642937"/>
              <a:ext cx="652462" cy="596900"/>
            </a:xfrm>
            <a:custGeom>
              <a:avLst/>
              <a:gdLst>
                <a:gd name="T0" fmla="*/ 87 w 91"/>
                <a:gd name="T1" fmla="*/ 32 h 83"/>
                <a:gd name="T2" fmla="*/ 91 w 91"/>
                <a:gd name="T3" fmla="*/ 32 h 83"/>
                <a:gd name="T4" fmla="*/ 45 w 91"/>
                <a:gd name="T5" fmla="*/ 0 h 83"/>
                <a:gd name="T6" fmla="*/ 0 w 91"/>
                <a:gd name="T7" fmla="*/ 39 h 83"/>
                <a:gd name="T8" fmla="*/ 18 w 91"/>
                <a:gd name="T9" fmla="*/ 69 h 83"/>
                <a:gd name="T10" fmla="*/ 14 w 91"/>
                <a:gd name="T11" fmla="*/ 83 h 83"/>
                <a:gd name="T12" fmla="*/ 30 w 91"/>
                <a:gd name="T13" fmla="*/ 75 h 83"/>
                <a:gd name="T14" fmla="*/ 45 w 91"/>
                <a:gd name="T15" fmla="*/ 77 h 83"/>
                <a:gd name="T16" fmla="*/ 50 w 91"/>
                <a:gd name="T17" fmla="*/ 77 h 83"/>
                <a:gd name="T18" fmla="*/ 48 w 91"/>
                <a:gd name="T19" fmla="*/ 67 h 83"/>
                <a:gd name="T20" fmla="*/ 87 w 91"/>
                <a:gd name="T21" fmla="*/ 32 h 83"/>
                <a:gd name="T22" fmla="*/ 62 w 91"/>
                <a:gd name="T23" fmla="*/ 19 h 83"/>
                <a:gd name="T24" fmla="*/ 68 w 91"/>
                <a:gd name="T25" fmla="*/ 25 h 83"/>
                <a:gd name="T26" fmla="*/ 62 w 91"/>
                <a:gd name="T27" fmla="*/ 31 h 83"/>
                <a:gd name="T28" fmla="*/ 56 w 91"/>
                <a:gd name="T29" fmla="*/ 25 h 83"/>
                <a:gd name="T30" fmla="*/ 62 w 91"/>
                <a:gd name="T31" fmla="*/ 19 h 83"/>
                <a:gd name="T32" fmla="*/ 31 w 91"/>
                <a:gd name="T33" fmla="*/ 31 h 83"/>
                <a:gd name="T34" fmla="*/ 24 w 91"/>
                <a:gd name="T35" fmla="*/ 25 h 83"/>
                <a:gd name="T36" fmla="*/ 31 w 91"/>
                <a:gd name="T37" fmla="*/ 19 h 83"/>
                <a:gd name="T38" fmla="*/ 36 w 91"/>
                <a:gd name="T39" fmla="*/ 25 h 83"/>
                <a:gd name="T40" fmla="*/ 31 w 91"/>
                <a:gd name="T41" fmla="*/ 3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1" h="83">
                  <a:moveTo>
                    <a:pt x="87" y="32"/>
                  </a:moveTo>
                  <a:cubicBezTo>
                    <a:pt x="88" y="32"/>
                    <a:pt x="89" y="32"/>
                    <a:pt x="91" y="32"/>
                  </a:cubicBezTo>
                  <a:cubicBezTo>
                    <a:pt x="87" y="14"/>
                    <a:pt x="68" y="0"/>
                    <a:pt x="45" y="0"/>
                  </a:cubicBezTo>
                  <a:cubicBezTo>
                    <a:pt x="21" y="0"/>
                    <a:pt x="0" y="17"/>
                    <a:pt x="0" y="39"/>
                  </a:cubicBezTo>
                  <a:cubicBezTo>
                    <a:pt x="0" y="51"/>
                    <a:pt x="7" y="61"/>
                    <a:pt x="18" y="69"/>
                  </a:cubicBezTo>
                  <a:cubicBezTo>
                    <a:pt x="14" y="83"/>
                    <a:pt x="14" y="83"/>
                    <a:pt x="14" y="83"/>
                  </a:cubicBezTo>
                  <a:cubicBezTo>
                    <a:pt x="30" y="75"/>
                    <a:pt x="30" y="75"/>
                    <a:pt x="30" y="75"/>
                  </a:cubicBezTo>
                  <a:cubicBezTo>
                    <a:pt x="35" y="76"/>
                    <a:pt x="40" y="77"/>
                    <a:pt x="45" y="77"/>
                  </a:cubicBezTo>
                  <a:cubicBezTo>
                    <a:pt x="47" y="77"/>
                    <a:pt x="48" y="77"/>
                    <a:pt x="50" y="77"/>
                  </a:cubicBezTo>
                  <a:cubicBezTo>
                    <a:pt x="49" y="74"/>
                    <a:pt x="48" y="71"/>
                    <a:pt x="48" y="67"/>
                  </a:cubicBezTo>
                  <a:cubicBezTo>
                    <a:pt x="48" y="48"/>
                    <a:pt x="65" y="32"/>
                    <a:pt x="87" y="32"/>
                  </a:cubicBezTo>
                  <a:close/>
                  <a:moveTo>
                    <a:pt x="62" y="19"/>
                  </a:moveTo>
                  <a:cubicBezTo>
                    <a:pt x="66" y="19"/>
                    <a:pt x="68" y="22"/>
                    <a:pt x="68" y="25"/>
                  </a:cubicBezTo>
                  <a:cubicBezTo>
                    <a:pt x="68" y="29"/>
                    <a:pt x="66" y="31"/>
                    <a:pt x="62" y="31"/>
                  </a:cubicBezTo>
                  <a:cubicBezTo>
                    <a:pt x="59" y="31"/>
                    <a:pt x="56" y="29"/>
                    <a:pt x="56" y="25"/>
                  </a:cubicBezTo>
                  <a:cubicBezTo>
                    <a:pt x="56" y="22"/>
                    <a:pt x="59" y="19"/>
                    <a:pt x="62" y="19"/>
                  </a:cubicBezTo>
                  <a:close/>
                  <a:moveTo>
                    <a:pt x="31" y="31"/>
                  </a:moveTo>
                  <a:cubicBezTo>
                    <a:pt x="27" y="31"/>
                    <a:pt x="24" y="29"/>
                    <a:pt x="24" y="25"/>
                  </a:cubicBezTo>
                  <a:cubicBezTo>
                    <a:pt x="24" y="22"/>
                    <a:pt x="27" y="19"/>
                    <a:pt x="31" y="19"/>
                  </a:cubicBezTo>
                  <a:cubicBezTo>
                    <a:pt x="34" y="19"/>
                    <a:pt x="36" y="22"/>
                    <a:pt x="36" y="25"/>
                  </a:cubicBezTo>
                  <a:cubicBezTo>
                    <a:pt x="36" y="29"/>
                    <a:pt x="34" y="31"/>
                    <a:pt x="31"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 name="Freeform 22"/>
            <p:cNvSpPr>
              <a:spLocks noEditPoints="1"/>
            </p:cNvSpPr>
            <p:nvPr/>
          </p:nvSpPr>
          <p:spPr bwMode="auto">
            <a:xfrm>
              <a:off x="7708106" y="887412"/>
              <a:ext cx="552450" cy="503238"/>
            </a:xfrm>
            <a:custGeom>
              <a:avLst/>
              <a:gdLst>
                <a:gd name="T0" fmla="*/ 77 w 77"/>
                <a:gd name="T1" fmla="*/ 33 h 70"/>
                <a:gd name="T2" fmla="*/ 38 w 77"/>
                <a:gd name="T3" fmla="*/ 0 h 70"/>
                <a:gd name="T4" fmla="*/ 0 w 77"/>
                <a:gd name="T5" fmla="*/ 33 h 70"/>
                <a:gd name="T6" fmla="*/ 38 w 77"/>
                <a:gd name="T7" fmla="*/ 66 h 70"/>
                <a:gd name="T8" fmla="*/ 52 w 77"/>
                <a:gd name="T9" fmla="*/ 63 h 70"/>
                <a:gd name="T10" fmla="*/ 64 w 77"/>
                <a:gd name="T11" fmla="*/ 70 h 70"/>
                <a:gd name="T12" fmla="*/ 61 w 77"/>
                <a:gd name="T13" fmla="*/ 59 h 70"/>
                <a:gd name="T14" fmla="*/ 77 w 77"/>
                <a:gd name="T15" fmla="*/ 33 h 70"/>
                <a:gd name="T16" fmla="*/ 26 w 77"/>
                <a:gd name="T17" fmla="*/ 27 h 70"/>
                <a:gd name="T18" fmla="*/ 21 w 77"/>
                <a:gd name="T19" fmla="*/ 23 h 70"/>
                <a:gd name="T20" fmla="*/ 26 w 77"/>
                <a:gd name="T21" fmla="*/ 18 h 70"/>
                <a:gd name="T22" fmla="*/ 32 w 77"/>
                <a:gd name="T23" fmla="*/ 23 h 70"/>
                <a:gd name="T24" fmla="*/ 26 w 77"/>
                <a:gd name="T25" fmla="*/ 27 h 70"/>
                <a:gd name="T26" fmla="*/ 51 w 77"/>
                <a:gd name="T27" fmla="*/ 27 h 70"/>
                <a:gd name="T28" fmla="*/ 46 w 77"/>
                <a:gd name="T29" fmla="*/ 23 h 70"/>
                <a:gd name="T30" fmla="*/ 51 w 77"/>
                <a:gd name="T31" fmla="*/ 18 h 70"/>
                <a:gd name="T32" fmla="*/ 56 w 77"/>
                <a:gd name="T33" fmla="*/ 23 h 70"/>
                <a:gd name="T34" fmla="*/ 51 w 77"/>
                <a:gd name="T35"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 h="70">
                  <a:moveTo>
                    <a:pt x="77" y="33"/>
                  </a:moveTo>
                  <a:cubicBezTo>
                    <a:pt x="77" y="15"/>
                    <a:pt x="59" y="0"/>
                    <a:pt x="38" y="0"/>
                  </a:cubicBezTo>
                  <a:cubicBezTo>
                    <a:pt x="17" y="0"/>
                    <a:pt x="0" y="15"/>
                    <a:pt x="0" y="33"/>
                  </a:cubicBezTo>
                  <a:cubicBezTo>
                    <a:pt x="0" y="51"/>
                    <a:pt x="17" y="66"/>
                    <a:pt x="38" y="66"/>
                  </a:cubicBezTo>
                  <a:cubicBezTo>
                    <a:pt x="43" y="66"/>
                    <a:pt x="47" y="65"/>
                    <a:pt x="52" y="63"/>
                  </a:cubicBezTo>
                  <a:cubicBezTo>
                    <a:pt x="64" y="70"/>
                    <a:pt x="64" y="70"/>
                    <a:pt x="64" y="70"/>
                  </a:cubicBezTo>
                  <a:cubicBezTo>
                    <a:pt x="61" y="59"/>
                    <a:pt x="61" y="59"/>
                    <a:pt x="61" y="59"/>
                  </a:cubicBezTo>
                  <a:cubicBezTo>
                    <a:pt x="70" y="52"/>
                    <a:pt x="77" y="43"/>
                    <a:pt x="77" y="33"/>
                  </a:cubicBezTo>
                  <a:close/>
                  <a:moveTo>
                    <a:pt x="26" y="27"/>
                  </a:moveTo>
                  <a:cubicBezTo>
                    <a:pt x="24" y="27"/>
                    <a:pt x="21" y="25"/>
                    <a:pt x="21" y="23"/>
                  </a:cubicBezTo>
                  <a:cubicBezTo>
                    <a:pt x="21" y="21"/>
                    <a:pt x="24" y="18"/>
                    <a:pt x="26" y="18"/>
                  </a:cubicBezTo>
                  <a:cubicBezTo>
                    <a:pt x="29" y="18"/>
                    <a:pt x="32" y="21"/>
                    <a:pt x="32" y="23"/>
                  </a:cubicBezTo>
                  <a:cubicBezTo>
                    <a:pt x="32" y="25"/>
                    <a:pt x="29" y="27"/>
                    <a:pt x="26" y="27"/>
                  </a:cubicBezTo>
                  <a:close/>
                  <a:moveTo>
                    <a:pt x="51" y="27"/>
                  </a:moveTo>
                  <a:cubicBezTo>
                    <a:pt x="49" y="27"/>
                    <a:pt x="46" y="25"/>
                    <a:pt x="46" y="23"/>
                  </a:cubicBezTo>
                  <a:cubicBezTo>
                    <a:pt x="46" y="21"/>
                    <a:pt x="49" y="18"/>
                    <a:pt x="51" y="18"/>
                  </a:cubicBezTo>
                  <a:cubicBezTo>
                    <a:pt x="54" y="18"/>
                    <a:pt x="56" y="21"/>
                    <a:pt x="56" y="23"/>
                  </a:cubicBezTo>
                  <a:cubicBezTo>
                    <a:pt x="56" y="25"/>
                    <a:pt x="54" y="27"/>
                    <a:pt x="51"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17" name="Freeform 47"/>
          <p:cNvSpPr>
            <a:spLocks noEditPoints="1"/>
          </p:cNvSpPr>
          <p:nvPr/>
        </p:nvSpPr>
        <p:spPr bwMode="auto">
          <a:xfrm>
            <a:off x="4443993" y="2712638"/>
            <a:ext cx="1025240" cy="1155135"/>
          </a:xfrm>
          <a:custGeom>
            <a:avLst/>
            <a:gdLst>
              <a:gd name="T0" fmla="*/ 15 w 98"/>
              <a:gd name="T1" fmla="*/ 55 h 110"/>
              <a:gd name="T2" fmla="*/ 25 w 98"/>
              <a:gd name="T3" fmla="*/ 36 h 110"/>
              <a:gd name="T4" fmla="*/ 11 w 98"/>
              <a:gd name="T5" fmla="*/ 24 h 110"/>
              <a:gd name="T6" fmla="*/ 1 w 98"/>
              <a:gd name="T7" fmla="*/ 38 h 110"/>
              <a:gd name="T8" fmla="*/ 15 w 98"/>
              <a:gd name="T9" fmla="*/ 55 h 110"/>
              <a:gd name="T10" fmla="*/ 27 w 98"/>
              <a:gd name="T11" fmla="*/ 79 h 110"/>
              <a:gd name="T12" fmla="*/ 27 w 98"/>
              <a:gd name="T13" fmla="*/ 84 h 110"/>
              <a:gd name="T14" fmla="*/ 32 w 98"/>
              <a:gd name="T15" fmla="*/ 89 h 110"/>
              <a:gd name="T16" fmla="*/ 38 w 98"/>
              <a:gd name="T17" fmla="*/ 89 h 110"/>
              <a:gd name="T18" fmla="*/ 38 w 98"/>
              <a:gd name="T19" fmla="*/ 75 h 110"/>
              <a:gd name="T20" fmla="*/ 32 w 98"/>
              <a:gd name="T21" fmla="*/ 75 h 110"/>
              <a:gd name="T22" fmla="*/ 27 w 98"/>
              <a:gd name="T23" fmla="*/ 79 h 110"/>
              <a:gd name="T24" fmla="*/ 36 w 98"/>
              <a:gd name="T25" fmla="*/ 33 h 110"/>
              <a:gd name="T26" fmla="*/ 48 w 98"/>
              <a:gd name="T27" fmla="*/ 16 h 110"/>
              <a:gd name="T28" fmla="*/ 36 w 98"/>
              <a:gd name="T29" fmla="*/ 0 h 110"/>
              <a:gd name="T30" fmla="*/ 25 w 98"/>
              <a:gd name="T31" fmla="*/ 16 h 110"/>
              <a:gd name="T32" fmla="*/ 36 w 98"/>
              <a:gd name="T33" fmla="*/ 33 h 110"/>
              <a:gd name="T34" fmla="*/ 63 w 98"/>
              <a:gd name="T35" fmla="*/ 34 h 110"/>
              <a:gd name="T36" fmla="*/ 78 w 98"/>
              <a:gd name="T37" fmla="*/ 19 h 110"/>
              <a:gd name="T38" fmla="*/ 68 w 98"/>
              <a:gd name="T39" fmla="*/ 3 h 110"/>
              <a:gd name="T40" fmla="*/ 54 w 98"/>
              <a:gd name="T41" fmla="*/ 17 h 110"/>
              <a:gd name="T42" fmla="*/ 63 w 98"/>
              <a:gd name="T43" fmla="*/ 34 h 110"/>
              <a:gd name="T44" fmla="*/ 84 w 98"/>
              <a:gd name="T45" fmla="*/ 73 h 110"/>
              <a:gd name="T46" fmla="*/ 63 w 98"/>
              <a:gd name="T47" fmla="*/ 52 h 110"/>
              <a:gd name="T48" fmla="*/ 34 w 98"/>
              <a:gd name="T49" fmla="*/ 51 h 110"/>
              <a:gd name="T50" fmla="*/ 20 w 98"/>
              <a:gd name="T51" fmla="*/ 66 h 110"/>
              <a:gd name="T52" fmla="*/ 8 w 98"/>
              <a:gd name="T53" fmla="*/ 89 h 110"/>
              <a:gd name="T54" fmla="*/ 22 w 98"/>
              <a:gd name="T55" fmla="*/ 103 h 110"/>
              <a:gd name="T56" fmla="*/ 40 w 98"/>
              <a:gd name="T57" fmla="*/ 102 h 110"/>
              <a:gd name="T58" fmla="*/ 58 w 98"/>
              <a:gd name="T59" fmla="*/ 102 h 110"/>
              <a:gd name="T60" fmla="*/ 87 w 98"/>
              <a:gd name="T61" fmla="*/ 95 h 110"/>
              <a:gd name="T62" fmla="*/ 84 w 98"/>
              <a:gd name="T63" fmla="*/ 73 h 110"/>
              <a:gd name="T64" fmla="*/ 45 w 98"/>
              <a:gd name="T65" fmla="*/ 95 h 110"/>
              <a:gd name="T66" fmla="*/ 30 w 98"/>
              <a:gd name="T67" fmla="*/ 95 h 110"/>
              <a:gd name="T68" fmla="*/ 21 w 98"/>
              <a:gd name="T69" fmla="*/ 89 h 110"/>
              <a:gd name="T70" fmla="*/ 20 w 98"/>
              <a:gd name="T71" fmla="*/ 78 h 110"/>
              <a:gd name="T72" fmla="*/ 30 w 98"/>
              <a:gd name="T73" fmla="*/ 69 h 110"/>
              <a:gd name="T74" fmla="*/ 38 w 98"/>
              <a:gd name="T75" fmla="*/ 69 h 110"/>
              <a:gd name="T76" fmla="*/ 38 w 98"/>
              <a:gd name="T77" fmla="*/ 59 h 110"/>
              <a:gd name="T78" fmla="*/ 45 w 98"/>
              <a:gd name="T79" fmla="*/ 59 h 110"/>
              <a:gd name="T80" fmla="*/ 45 w 98"/>
              <a:gd name="T81" fmla="*/ 95 h 110"/>
              <a:gd name="T82" fmla="*/ 72 w 98"/>
              <a:gd name="T83" fmla="*/ 95 h 110"/>
              <a:gd name="T84" fmla="*/ 55 w 98"/>
              <a:gd name="T85" fmla="*/ 95 h 110"/>
              <a:gd name="T86" fmla="*/ 48 w 98"/>
              <a:gd name="T87" fmla="*/ 89 h 110"/>
              <a:gd name="T88" fmla="*/ 48 w 98"/>
              <a:gd name="T89" fmla="*/ 70 h 110"/>
              <a:gd name="T90" fmla="*/ 55 w 98"/>
              <a:gd name="T91" fmla="*/ 70 h 110"/>
              <a:gd name="T92" fmla="*/ 55 w 98"/>
              <a:gd name="T93" fmla="*/ 86 h 110"/>
              <a:gd name="T94" fmla="*/ 58 w 98"/>
              <a:gd name="T95" fmla="*/ 89 h 110"/>
              <a:gd name="T96" fmla="*/ 65 w 98"/>
              <a:gd name="T97" fmla="*/ 89 h 110"/>
              <a:gd name="T98" fmla="*/ 65 w 98"/>
              <a:gd name="T99" fmla="*/ 70 h 110"/>
              <a:gd name="T100" fmla="*/ 72 w 98"/>
              <a:gd name="T101" fmla="*/ 70 h 110"/>
              <a:gd name="T102" fmla="*/ 72 w 98"/>
              <a:gd name="T103" fmla="*/ 95 h 110"/>
              <a:gd name="T104" fmla="*/ 96 w 98"/>
              <a:gd name="T105" fmla="*/ 45 h 110"/>
              <a:gd name="T106" fmla="*/ 84 w 98"/>
              <a:gd name="T107" fmla="*/ 32 h 110"/>
              <a:gd name="T108" fmla="*/ 72 w 98"/>
              <a:gd name="T109" fmla="*/ 48 h 110"/>
              <a:gd name="T110" fmla="*/ 85 w 98"/>
              <a:gd name="T111" fmla="*/ 62 h 110"/>
              <a:gd name="T112" fmla="*/ 96 w 98"/>
              <a:gd name="T113" fmla="*/ 4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8" h="110">
                <a:moveTo>
                  <a:pt x="15" y="55"/>
                </a:moveTo>
                <a:cubicBezTo>
                  <a:pt x="27" y="53"/>
                  <a:pt x="25" y="39"/>
                  <a:pt x="25" y="36"/>
                </a:cubicBezTo>
                <a:cubicBezTo>
                  <a:pt x="24" y="32"/>
                  <a:pt x="19" y="24"/>
                  <a:pt x="11" y="24"/>
                </a:cubicBezTo>
                <a:cubicBezTo>
                  <a:pt x="2" y="25"/>
                  <a:pt x="1" y="38"/>
                  <a:pt x="1" y="38"/>
                </a:cubicBezTo>
                <a:cubicBezTo>
                  <a:pt x="0" y="45"/>
                  <a:pt x="4" y="58"/>
                  <a:pt x="15" y="55"/>
                </a:cubicBezTo>
                <a:close/>
                <a:moveTo>
                  <a:pt x="27" y="79"/>
                </a:moveTo>
                <a:cubicBezTo>
                  <a:pt x="27" y="80"/>
                  <a:pt x="26" y="82"/>
                  <a:pt x="27" y="84"/>
                </a:cubicBezTo>
                <a:cubicBezTo>
                  <a:pt x="28" y="89"/>
                  <a:pt x="32" y="89"/>
                  <a:pt x="32" y="89"/>
                </a:cubicBezTo>
                <a:cubicBezTo>
                  <a:pt x="38" y="89"/>
                  <a:pt x="38" y="89"/>
                  <a:pt x="38" y="89"/>
                </a:cubicBezTo>
                <a:cubicBezTo>
                  <a:pt x="38" y="75"/>
                  <a:pt x="38" y="75"/>
                  <a:pt x="38" y="75"/>
                </a:cubicBezTo>
                <a:cubicBezTo>
                  <a:pt x="32" y="75"/>
                  <a:pt x="32" y="75"/>
                  <a:pt x="32" y="75"/>
                </a:cubicBezTo>
                <a:cubicBezTo>
                  <a:pt x="29" y="76"/>
                  <a:pt x="28" y="78"/>
                  <a:pt x="27" y="79"/>
                </a:cubicBezTo>
                <a:close/>
                <a:moveTo>
                  <a:pt x="36" y="33"/>
                </a:moveTo>
                <a:cubicBezTo>
                  <a:pt x="42" y="33"/>
                  <a:pt x="48" y="25"/>
                  <a:pt x="48" y="16"/>
                </a:cubicBezTo>
                <a:cubicBezTo>
                  <a:pt x="48" y="8"/>
                  <a:pt x="42" y="0"/>
                  <a:pt x="36" y="0"/>
                </a:cubicBezTo>
                <a:cubicBezTo>
                  <a:pt x="30" y="0"/>
                  <a:pt x="25" y="8"/>
                  <a:pt x="25" y="16"/>
                </a:cubicBezTo>
                <a:cubicBezTo>
                  <a:pt x="25" y="25"/>
                  <a:pt x="30" y="33"/>
                  <a:pt x="36" y="33"/>
                </a:cubicBezTo>
                <a:close/>
                <a:moveTo>
                  <a:pt x="63" y="34"/>
                </a:moveTo>
                <a:cubicBezTo>
                  <a:pt x="71" y="35"/>
                  <a:pt x="77" y="26"/>
                  <a:pt x="78" y="19"/>
                </a:cubicBezTo>
                <a:cubicBezTo>
                  <a:pt x="79" y="12"/>
                  <a:pt x="74" y="4"/>
                  <a:pt x="68" y="3"/>
                </a:cubicBezTo>
                <a:cubicBezTo>
                  <a:pt x="62" y="2"/>
                  <a:pt x="54" y="11"/>
                  <a:pt x="54" y="17"/>
                </a:cubicBezTo>
                <a:cubicBezTo>
                  <a:pt x="53" y="25"/>
                  <a:pt x="55" y="32"/>
                  <a:pt x="63" y="34"/>
                </a:cubicBezTo>
                <a:close/>
                <a:moveTo>
                  <a:pt x="84" y="73"/>
                </a:moveTo>
                <a:cubicBezTo>
                  <a:pt x="84" y="73"/>
                  <a:pt x="71" y="63"/>
                  <a:pt x="63" y="52"/>
                </a:cubicBezTo>
                <a:cubicBezTo>
                  <a:pt x="53" y="37"/>
                  <a:pt x="38" y="43"/>
                  <a:pt x="34" y="51"/>
                </a:cubicBezTo>
                <a:cubicBezTo>
                  <a:pt x="29" y="59"/>
                  <a:pt x="21" y="64"/>
                  <a:pt x="20" y="66"/>
                </a:cubicBezTo>
                <a:cubicBezTo>
                  <a:pt x="19" y="67"/>
                  <a:pt x="4" y="75"/>
                  <a:pt x="8" y="89"/>
                </a:cubicBezTo>
                <a:cubicBezTo>
                  <a:pt x="11" y="103"/>
                  <a:pt x="22" y="103"/>
                  <a:pt x="22" y="103"/>
                </a:cubicBezTo>
                <a:cubicBezTo>
                  <a:pt x="22" y="103"/>
                  <a:pt x="31" y="104"/>
                  <a:pt x="40" y="102"/>
                </a:cubicBezTo>
                <a:cubicBezTo>
                  <a:pt x="50" y="100"/>
                  <a:pt x="58" y="102"/>
                  <a:pt x="58" y="102"/>
                </a:cubicBezTo>
                <a:cubicBezTo>
                  <a:pt x="58" y="102"/>
                  <a:pt x="81" y="110"/>
                  <a:pt x="87" y="95"/>
                </a:cubicBezTo>
                <a:cubicBezTo>
                  <a:pt x="93" y="81"/>
                  <a:pt x="84" y="73"/>
                  <a:pt x="84" y="73"/>
                </a:cubicBezTo>
                <a:close/>
                <a:moveTo>
                  <a:pt x="45" y="95"/>
                </a:moveTo>
                <a:cubicBezTo>
                  <a:pt x="30" y="95"/>
                  <a:pt x="30" y="95"/>
                  <a:pt x="30" y="95"/>
                </a:cubicBezTo>
                <a:cubicBezTo>
                  <a:pt x="24" y="94"/>
                  <a:pt x="21" y="89"/>
                  <a:pt x="21" y="89"/>
                </a:cubicBezTo>
                <a:cubicBezTo>
                  <a:pt x="21" y="88"/>
                  <a:pt x="19" y="84"/>
                  <a:pt x="20" y="78"/>
                </a:cubicBezTo>
                <a:cubicBezTo>
                  <a:pt x="23" y="70"/>
                  <a:pt x="30" y="69"/>
                  <a:pt x="30" y="69"/>
                </a:cubicBezTo>
                <a:cubicBezTo>
                  <a:pt x="38" y="69"/>
                  <a:pt x="38" y="69"/>
                  <a:pt x="38" y="69"/>
                </a:cubicBezTo>
                <a:cubicBezTo>
                  <a:pt x="38" y="59"/>
                  <a:pt x="38" y="59"/>
                  <a:pt x="38" y="59"/>
                </a:cubicBezTo>
                <a:cubicBezTo>
                  <a:pt x="45" y="59"/>
                  <a:pt x="45" y="59"/>
                  <a:pt x="45" y="59"/>
                </a:cubicBezTo>
                <a:lnTo>
                  <a:pt x="45" y="95"/>
                </a:lnTo>
                <a:close/>
                <a:moveTo>
                  <a:pt x="72" y="95"/>
                </a:moveTo>
                <a:cubicBezTo>
                  <a:pt x="55" y="95"/>
                  <a:pt x="55" y="95"/>
                  <a:pt x="55" y="95"/>
                </a:cubicBezTo>
                <a:cubicBezTo>
                  <a:pt x="49" y="93"/>
                  <a:pt x="48" y="89"/>
                  <a:pt x="48" y="89"/>
                </a:cubicBezTo>
                <a:cubicBezTo>
                  <a:pt x="48" y="70"/>
                  <a:pt x="48" y="70"/>
                  <a:pt x="48" y="70"/>
                </a:cubicBezTo>
                <a:cubicBezTo>
                  <a:pt x="55" y="70"/>
                  <a:pt x="55" y="70"/>
                  <a:pt x="55" y="70"/>
                </a:cubicBezTo>
                <a:cubicBezTo>
                  <a:pt x="55" y="86"/>
                  <a:pt x="55" y="86"/>
                  <a:pt x="55" y="86"/>
                </a:cubicBezTo>
                <a:cubicBezTo>
                  <a:pt x="56" y="88"/>
                  <a:pt x="58" y="89"/>
                  <a:pt x="58" y="89"/>
                </a:cubicBezTo>
                <a:cubicBezTo>
                  <a:pt x="65" y="89"/>
                  <a:pt x="65" y="89"/>
                  <a:pt x="65" y="89"/>
                </a:cubicBezTo>
                <a:cubicBezTo>
                  <a:pt x="65" y="70"/>
                  <a:pt x="65" y="70"/>
                  <a:pt x="65" y="70"/>
                </a:cubicBezTo>
                <a:cubicBezTo>
                  <a:pt x="72" y="70"/>
                  <a:pt x="72" y="70"/>
                  <a:pt x="72" y="70"/>
                </a:cubicBezTo>
                <a:lnTo>
                  <a:pt x="72" y="95"/>
                </a:lnTo>
                <a:close/>
                <a:moveTo>
                  <a:pt x="96" y="45"/>
                </a:moveTo>
                <a:cubicBezTo>
                  <a:pt x="96" y="42"/>
                  <a:pt x="94" y="32"/>
                  <a:pt x="84" y="32"/>
                </a:cubicBezTo>
                <a:cubicBezTo>
                  <a:pt x="74" y="32"/>
                  <a:pt x="72" y="41"/>
                  <a:pt x="72" y="48"/>
                </a:cubicBezTo>
                <a:cubicBezTo>
                  <a:pt x="72" y="54"/>
                  <a:pt x="73" y="62"/>
                  <a:pt x="85" y="62"/>
                </a:cubicBezTo>
                <a:cubicBezTo>
                  <a:pt x="98" y="62"/>
                  <a:pt x="96" y="48"/>
                  <a:pt x="96" y="4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 name="Freeform 24"/>
          <p:cNvSpPr>
            <a:spLocks noEditPoints="1"/>
          </p:cNvSpPr>
          <p:nvPr/>
        </p:nvSpPr>
        <p:spPr bwMode="auto">
          <a:xfrm>
            <a:off x="9248908" y="2597051"/>
            <a:ext cx="1269550" cy="1342424"/>
          </a:xfrm>
          <a:custGeom>
            <a:avLst/>
            <a:gdLst>
              <a:gd name="T0" fmla="*/ 255 w 366"/>
              <a:gd name="T1" fmla="*/ 65 h 387"/>
              <a:gd name="T2" fmla="*/ 257 w 366"/>
              <a:gd name="T3" fmla="*/ 100 h 387"/>
              <a:gd name="T4" fmla="*/ 243 w 366"/>
              <a:gd name="T5" fmla="*/ 88 h 387"/>
              <a:gd name="T6" fmla="*/ 120 w 366"/>
              <a:gd name="T7" fmla="*/ 88 h 387"/>
              <a:gd name="T8" fmla="*/ 107 w 366"/>
              <a:gd name="T9" fmla="*/ 100 h 387"/>
              <a:gd name="T10" fmla="*/ 109 w 366"/>
              <a:gd name="T11" fmla="*/ 65 h 387"/>
              <a:gd name="T12" fmla="*/ 348 w 366"/>
              <a:gd name="T13" fmla="*/ 242 h 387"/>
              <a:gd name="T14" fmla="*/ 331 w 366"/>
              <a:gd name="T15" fmla="*/ 214 h 387"/>
              <a:gd name="T16" fmla="*/ 305 w 366"/>
              <a:gd name="T17" fmla="*/ 245 h 387"/>
              <a:gd name="T18" fmla="*/ 298 w 366"/>
              <a:gd name="T19" fmla="*/ 261 h 387"/>
              <a:gd name="T20" fmla="*/ 293 w 366"/>
              <a:gd name="T21" fmla="*/ 278 h 387"/>
              <a:gd name="T22" fmla="*/ 290 w 366"/>
              <a:gd name="T23" fmla="*/ 290 h 387"/>
              <a:gd name="T24" fmla="*/ 310 w 366"/>
              <a:gd name="T25" fmla="*/ 234 h 387"/>
              <a:gd name="T26" fmla="*/ 34 w 366"/>
              <a:gd name="T27" fmla="*/ 232 h 387"/>
              <a:gd name="T28" fmla="*/ 55 w 366"/>
              <a:gd name="T29" fmla="*/ 234 h 387"/>
              <a:gd name="T30" fmla="*/ 62 w 366"/>
              <a:gd name="T31" fmla="*/ 249 h 387"/>
              <a:gd name="T32" fmla="*/ 68 w 366"/>
              <a:gd name="T33" fmla="*/ 265 h 387"/>
              <a:gd name="T34" fmla="*/ 73 w 366"/>
              <a:gd name="T35" fmla="*/ 280 h 387"/>
              <a:gd name="T36" fmla="*/ 0 w 366"/>
              <a:gd name="T37" fmla="*/ 264 h 387"/>
              <a:gd name="T38" fmla="*/ 64 w 366"/>
              <a:gd name="T39" fmla="*/ 146 h 387"/>
              <a:gd name="T40" fmla="*/ 96 w 366"/>
              <a:gd name="T41" fmla="*/ 150 h 387"/>
              <a:gd name="T42" fmla="*/ 89 w 366"/>
              <a:gd name="T43" fmla="*/ 130 h 387"/>
              <a:gd name="T44" fmla="*/ 98 w 366"/>
              <a:gd name="T45" fmla="*/ 126 h 387"/>
              <a:gd name="T46" fmla="*/ 182 w 366"/>
              <a:gd name="T47" fmla="*/ 196 h 387"/>
              <a:gd name="T48" fmla="*/ 266 w 366"/>
              <a:gd name="T49" fmla="*/ 125 h 387"/>
              <a:gd name="T50" fmla="*/ 276 w 366"/>
              <a:gd name="T51" fmla="*/ 130 h 387"/>
              <a:gd name="T52" fmla="*/ 269 w 366"/>
              <a:gd name="T53" fmla="*/ 150 h 387"/>
              <a:gd name="T54" fmla="*/ 301 w 366"/>
              <a:gd name="T55" fmla="*/ 146 h 387"/>
              <a:gd name="T56" fmla="*/ 318 w 366"/>
              <a:gd name="T57" fmla="*/ 220 h 387"/>
              <a:gd name="T58" fmla="*/ 301 w 366"/>
              <a:gd name="T59" fmla="*/ 226 h 387"/>
              <a:gd name="T60" fmla="*/ 212 w 366"/>
              <a:gd name="T61" fmla="*/ 360 h 387"/>
              <a:gd name="T62" fmla="*/ 310 w 366"/>
              <a:gd name="T63" fmla="*/ 316 h 387"/>
              <a:gd name="T64" fmla="*/ 207 w 366"/>
              <a:gd name="T65" fmla="*/ 380 h 387"/>
              <a:gd name="T66" fmla="*/ 195 w 366"/>
              <a:gd name="T67" fmla="*/ 385 h 387"/>
              <a:gd name="T68" fmla="*/ 48 w 366"/>
              <a:gd name="T69" fmla="*/ 334 h 387"/>
              <a:gd name="T70" fmla="*/ 65 w 366"/>
              <a:gd name="T71" fmla="*/ 311 h 387"/>
              <a:gd name="T72" fmla="*/ 154 w 366"/>
              <a:gd name="T73" fmla="*/ 207 h 387"/>
              <a:gd name="T74" fmla="*/ 61 w 366"/>
              <a:gd name="T75" fmla="*/ 218 h 387"/>
              <a:gd name="T76" fmla="*/ 48 w 366"/>
              <a:gd name="T77" fmla="*/ 144 h 387"/>
              <a:gd name="T78" fmla="*/ 292 w 366"/>
              <a:gd name="T79" fmla="*/ 194 h 387"/>
              <a:gd name="T80" fmla="*/ 223 w 366"/>
              <a:gd name="T81" fmla="*/ 221 h 387"/>
              <a:gd name="T82" fmla="*/ 182 w 366"/>
              <a:gd name="T83" fmla="*/ 370 h 387"/>
              <a:gd name="T84" fmla="*/ 183 w 366"/>
              <a:gd name="T85" fmla="*/ 214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66" h="387">
                <a:moveTo>
                  <a:pt x="182" y="0"/>
                </a:moveTo>
                <a:cubicBezTo>
                  <a:pt x="203" y="0"/>
                  <a:pt x="222" y="10"/>
                  <a:pt x="235" y="26"/>
                </a:cubicBezTo>
                <a:cubicBezTo>
                  <a:pt x="244" y="37"/>
                  <a:pt x="251" y="50"/>
                  <a:pt x="255" y="65"/>
                </a:cubicBezTo>
                <a:cubicBezTo>
                  <a:pt x="260" y="64"/>
                  <a:pt x="267" y="63"/>
                  <a:pt x="269" y="68"/>
                </a:cubicBezTo>
                <a:cubicBezTo>
                  <a:pt x="273" y="77"/>
                  <a:pt x="271" y="97"/>
                  <a:pt x="265" y="99"/>
                </a:cubicBezTo>
                <a:cubicBezTo>
                  <a:pt x="263" y="100"/>
                  <a:pt x="260" y="100"/>
                  <a:pt x="257" y="100"/>
                </a:cubicBezTo>
                <a:cubicBezTo>
                  <a:pt x="256" y="105"/>
                  <a:pt x="255" y="110"/>
                  <a:pt x="254" y="115"/>
                </a:cubicBezTo>
                <a:cubicBezTo>
                  <a:pt x="248" y="116"/>
                  <a:pt x="243" y="117"/>
                  <a:pt x="238" y="118"/>
                </a:cubicBezTo>
                <a:cubicBezTo>
                  <a:pt x="241" y="109"/>
                  <a:pt x="243" y="99"/>
                  <a:pt x="243" y="88"/>
                </a:cubicBezTo>
                <a:cubicBezTo>
                  <a:pt x="243" y="75"/>
                  <a:pt x="240" y="63"/>
                  <a:pt x="235" y="52"/>
                </a:cubicBezTo>
                <a:cubicBezTo>
                  <a:pt x="194" y="85"/>
                  <a:pt x="140" y="61"/>
                  <a:pt x="127" y="55"/>
                </a:cubicBezTo>
                <a:cubicBezTo>
                  <a:pt x="122" y="65"/>
                  <a:pt x="120" y="76"/>
                  <a:pt x="120" y="88"/>
                </a:cubicBezTo>
                <a:cubicBezTo>
                  <a:pt x="120" y="99"/>
                  <a:pt x="122" y="109"/>
                  <a:pt x="125" y="118"/>
                </a:cubicBezTo>
                <a:cubicBezTo>
                  <a:pt x="120" y="117"/>
                  <a:pt x="115" y="116"/>
                  <a:pt x="109" y="115"/>
                </a:cubicBezTo>
                <a:cubicBezTo>
                  <a:pt x="108" y="110"/>
                  <a:pt x="107" y="105"/>
                  <a:pt x="107" y="100"/>
                </a:cubicBezTo>
                <a:cubicBezTo>
                  <a:pt x="103" y="100"/>
                  <a:pt x="100" y="100"/>
                  <a:pt x="98" y="99"/>
                </a:cubicBezTo>
                <a:cubicBezTo>
                  <a:pt x="92" y="97"/>
                  <a:pt x="91" y="77"/>
                  <a:pt x="94" y="68"/>
                </a:cubicBezTo>
                <a:cubicBezTo>
                  <a:pt x="96" y="63"/>
                  <a:pt x="103" y="64"/>
                  <a:pt x="109" y="65"/>
                </a:cubicBezTo>
                <a:cubicBezTo>
                  <a:pt x="112" y="50"/>
                  <a:pt x="119" y="37"/>
                  <a:pt x="128" y="26"/>
                </a:cubicBezTo>
                <a:cubicBezTo>
                  <a:pt x="141" y="10"/>
                  <a:pt x="160" y="0"/>
                  <a:pt x="182" y="0"/>
                </a:cubicBezTo>
                <a:close/>
                <a:moveTo>
                  <a:pt x="348" y="242"/>
                </a:moveTo>
                <a:cubicBezTo>
                  <a:pt x="336" y="237"/>
                  <a:pt x="336" y="237"/>
                  <a:pt x="336" y="237"/>
                </a:cubicBezTo>
                <a:cubicBezTo>
                  <a:pt x="331" y="232"/>
                  <a:pt x="331" y="232"/>
                  <a:pt x="331" y="232"/>
                </a:cubicBezTo>
                <a:cubicBezTo>
                  <a:pt x="331" y="214"/>
                  <a:pt x="331" y="214"/>
                  <a:pt x="331" y="214"/>
                </a:cubicBezTo>
                <a:cubicBezTo>
                  <a:pt x="341" y="219"/>
                  <a:pt x="345" y="229"/>
                  <a:pt x="348" y="242"/>
                </a:cubicBezTo>
                <a:close/>
                <a:moveTo>
                  <a:pt x="310" y="234"/>
                </a:moveTo>
                <a:cubicBezTo>
                  <a:pt x="308" y="238"/>
                  <a:pt x="306" y="241"/>
                  <a:pt x="305" y="245"/>
                </a:cubicBezTo>
                <a:cubicBezTo>
                  <a:pt x="325" y="258"/>
                  <a:pt x="325" y="258"/>
                  <a:pt x="325" y="258"/>
                </a:cubicBezTo>
                <a:cubicBezTo>
                  <a:pt x="303" y="249"/>
                  <a:pt x="303" y="249"/>
                  <a:pt x="303" y="249"/>
                </a:cubicBezTo>
                <a:cubicBezTo>
                  <a:pt x="301" y="253"/>
                  <a:pt x="300" y="257"/>
                  <a:pt x="298" y="261"/>
                </a:cubicBezTo>
                <a:cubicBezTo>
                  <a:pt x="318" y="273"/>
                  <a:pt x="318" y="273"/>
                  <a:pt x="318" y="273"/>
                </a:cubicBezTo>
                <a:cubicBezTo>
                  <a:pt x="297" y="265"/>
                  <a:pt x="297" y="265"/>
                  <a:pt x="297" y="265"/>
                </a:cubicBezTo>
                <a:cubicBezTo>
                  <a:pt x="296" y="269"/>
                  <a:pt x="294" y="273"/>
                  <a:pt x="293" y="278"/>
                </a:cubicBezTo>
                <a:cubicBezTo>
                  <a:pt x="311" y="287"/>
                  <a:pt x="311" y="287"/>
                  <a:pt x="311" y="287"/>
                </a:cubicBezTo>
                <a:cubicBezTo>
                  <a:pt x="292" y="280"/>
                  <a:pt x="292" y="280"/>
                  <a:pt x="292" y="280"/>
                </a:cubicBezTo>
                <a:cubicBezTo>
                  <a:pt x="292" y="283"/>
                  <a:pt x="291" y="287"/>
                  <a:pt x="290" y="290"/>
                </a:cubicBezTo>
                <a:cubicBezTo>
                  <a:pt x="294" y="293"/>
                  <a:pt x="323" y="311"/>
                  <a:pt x="337" y="306"/>
                </a:cubicBezTo>
                <a:cubicBezTo>
                  <a:pt x="350" y="301"/>
                  <a:pt x="364" y="281"/>
                  <a:pt x="365" y="264"/>
                </a:cubicBezTo>
                <a:cubicBezTo>
                  <a:pt x="366" y="246"/>
                  <a:pt x="320" y="235"/>
                  <a:pt x="310" y="234"/>
                </a:cubicBezTo>
                <a:close/>
                <a:moveTo>
                  <a:pt x="18" y="242"/>
                </a:moveTo>
                <a:cubicBezTo>
                  <a:pt x="29" y="237"/>
                  <a:pt x="29" y="237"/>
                  <a:pt x="29" y="237"/>
                </a:cubicBezTo>
                <a:cubicBezTo>
                  <a:pt x="34" y="232"/>
                  <a:pt x="34" y="232"/>
                  <a:pt x="34" y="232"/>
                </a:cubicBezTo>
                <a:cubicBezTo>
                  <a:pt x="35" y="214"/>
                  <a:pt x="35" y="214"/>
                  <a:pt x="35" y="214"/>
                </a:cubicBezTo>
                <a:cubicBezTo>
                  <a:pt x="24" y="219"/>
                  <a:pt x="20" y="229"/>
                  <a:pt x="18" y="242"/>
                </a:cubicBezTo>
                <a:close/>
                <a:moveTo>
                  <a:pt x="55" y="234"/>
                </a:moveTo>
                <a:cubicBezTo>
                  <a:pt x="57" y="238"/>
                  <a:pt x="59" y="241"/>
                  <a:pt x="60" y="245"/>
                </a:cubicBezTo>
                <a:cubicBezTo>
                  <a:pt x="40" y="258"/>
                  <a:pt x="40" y="258"/>
                  <a:pt x="40" y="258"/>
                </a:cubicBezTo>
                <a:cubicBezTo>
                  <a:pt x="62" y="249"/>
                  <a:pt x="62" y="249"/>
                  <a:pt x="62" y="249"/>
                </a:cubicBezTo>
                <a:cubicBezTo>
                  <a:pt x="64" y="253"/>
                  <a:pt x="65" y="257"/>
                  <a:pt x="67" y="261"/>
                </a:cubicBezTo>
                <a:cubicBezTo>
                  <a:pt x="47" y="273"/>
                  <a:pt x="47" y="273"/>
                  <a:pt x="47" y="273"/>
                </a:cubicBezTo>
                <a:cubicBezTo>
                  <a:pt x="68" y="265"/>
                  <a:pt x="68" y="265"/>
                  <a:pt x="68" y="265"/>
                </a:cubicBezTo>
                <a:cubicBezTo>
                  <a:pt x="70" y="269"/>
                  <a:pt x="71" y="273"/>
                  <a:pt x="72" y="278"/>
                </a:cubicBezTo>
                <a:cubicBezTo>
                  <a:pt x="55" y="287"/>
                  <a:pt x="55" y="287"/>
                  <a:pt x="55" y="287"/>
                </a:cubicBezTo>
                <a:cubicBezTo>
                  <a:pt x="73" y="280"/>
                  <a:pt x="73" y="280"/>
                  <a:pt x="73" y="280"/>
                </a:cubicBezTo>
                <a:cubicBezTo>
                  <a:pt x="74" y="283"/>
                  <a:pt x="74" y="287"/>
                  <a:pt x="75" y="290"/>
                </a:cubicBezTo>
                <a:cubicBezTo>
                  <a:pt x="71" y="293"/>
                  <a:pt x="42" y="311"/>
                  <a:pt x="29" y="306"/>
                </a:cubicBezTo>
                <a:cubicBezTo>
                  <a:pt x="15" y="301"/>
                  <a:pt x="1" y="281"/>
                  <a:pt x="0" y="264"/>
                </a:cubicBezTo>
                <a:cubicBezTo>
                  <a:pt x="0" y="246"/>
                  <a:pt x="45" y="235"/>
                  <a:pt x="55" y="234"/>
                </a:cubicBezTo>
                <a:close/>
                <a:moveTo>
                  <a:pt x="91" y="162"/>
                </a:moveTo>
                <a:cubicBezTo>
                  <a:pt x="64" y="146"/>
                  <a:pt x="64" y="146"/>
                  <a:pt x="64" y="146"/>
                </a:cubicBezTo>
                <a:cubicBezTo>
                  <a:pt x="61" y="145"/>
                  <a:pt x="59" y="141"/>
                  <a:pt x="61" y="138"/>
                </a:cubicBezTo>
                <a:cubicBezTo>
                  <a:pt x="63" y="135"/>
                  <a:pt x="67" y="134"/>
                  <a:pt x="70" y="135"/>
                </a:cubicBezTo>
                <a:cubicBezTo>
                  <a:pt x="96" y="150"/>
                  <a:pt x="96" y="150"/>
                  <a:pt x="96" y="150"/>
                </a:cubicBezTo>
                <a:cubicBezTo>
                  <a:pt x="82" y="140"/>
                  <a:pt x="82" y="140"/>
                  <a:pt x="82" y="140"/>
                </a:cubicBezTo>
                <a:cubicBezTo>
                  <a:pt x="79" y="138"/>
                  <a:pt x="78" y="134"/>
                  <a:pt x="80" y="131"/>
                </a:cubicBezTo>
                <a:cubicBezTo>
                  <a:pt x="82" y="128"/>
                  <a:pt x="86" y="128"/>
                  <a:pt x="89" y="130"/>
                </a:cubicBezTo>
                <a:cubicBezTo>
                  <a:pt x="108" y="143"/>
                  <a:pt x="108" y="143"/>
                  <a:pt x="108" y="143"/>
                </a:cubicBezTo>
                <a:cubicBezTo>
                  <a:pt x="99" y="134"/>
                  <a:pt x="99" y="134"/>
                  <a:pt x="99" y="134"/>
                </a:cubicBezTo>
                <a:cubicBezTo>
                  <a:pt x="96" y="132"/>
                  <a:pt x="96" y="128"/>
                  <a:pt x="98" y="126"/>
                </a:cubicBezTo>
                <a:cubicBezTo>
                  <a:pt x="101" y="123"/>
                  <a:pt x="105" y="123"/>
                  <a:pt x="107" y="125"/>
                </a:cubicBezTo>
                <a:cubicBezTo>
                  <a:pt x="182" y="195"/>
                  <a:pt x="182" y="195"/>
                  <a:pt x="182" y="195"/>
                </a:cubicBezTo>
                <a:cubicBezTo>
                  <a:pt x="182" y="195"/>
                  <a:pt x="182" y="195"/>
                  <a:pt x="182" y="196"/>
                </a:cubicBezTo>
                <a:cubicBezTo>
                  <a:pt x="182" y="195"/>
                  <a:pt x="183" y="195"/>
                  <a:pt x="183" y="195"/>
                </a:cubicBezTo>
                <a:cubicBezTo>
                  <a:pt x="257" y="125"/>
                  <a:pt x="257" y="125"/>
                  <a:pt x="257" y="125"/>
                </a:cubicBezTo>
                <a:cubicBezTo>
                  <a:pt x="260" y="123"/>
                  <a:pt x="264" y="123"/>
                  <a:pt x="266" y="125"/>
                </a:cubicBezTo>
                <a:cubicBezTo>
                  <a:pt x="268" y="128"/>
                  <a:pt x="268" y="132"/>
                  <a:pt x="266" y="134"/>
                </a:cubicBezTo>
                <a:cubicBezTo>
                  <a:pt x="257" y="143"/>
                  <a:pt x="257" y="143"/>
                  <a:pt x="257" y="143"/>
                </a:cubicBezTo>
                <a:cubicBezTo>
                  <a:pt x="276" y="130"/>
                  <a:pt x="276" y="130"/>
                  <a:pt x="276" y="130"/>
                </a:cubicBezTo>
                <a:cubicBezTo>
                  <a:pt x="278" y="128"/>
                  <a:pt x="282" y="128"/>
                  <a:pt x="284" y="131"/>
                </a:cubicBezTo>
                <a:cubicBezTo>
                  <a:pt x="286" y="134"/>
                  <a:pt x="286" y="138"/>
                  <a:pt x="283" y="140"/>
                </a:cubicBezTo>
                <a:cubicBezTo>
                  <a:pt x="269" y="150"/>
                  <a:pt x="269" y="150"/>
                  <a:pt x="269" y="150"/>
                </a:cubicBezTo>
                <a:cubicBezTo>
                  <a:pt x="295" y="135"/>
                  <a:pt x="295" y="135"/>
                  <a:pt x="295" y="135"/>
                </a:cubicBezTo>
                <a:cubicBezTo>
                  <a:pt x="298" y="134"/>
                  <a:pt x="302" y="135"/>
                  <a:pt x="303" y="138"/>
                </a:cubicBezTo>
                <a:cubicBezTo>
                  <a:pt x="305" y="141"/>
                  <a:pt x="304" y="145"/>
                  <a:pt x="301" y="146"/>
                </a:cubicBezTo>
                <a:cubicBezTo>
                  <a:pt x="268" y="165"/>
                  <a:pt x="268" y="165"/>
                  <a:pt x="268" y="165"/>
                </a:cubicBezTo>
                <a:cubicBezTo>
                  <a:pt x="318" y="144"/>
                  <a:pt x="318" y="144"/>
                  <a:pt x="318" y="144"/>
                </a:cubicBezTo>
                <a:cubicBezTo>
                  <a:pt x="318" y="220"/>
                  <a:pt x="318" y="220"/>
                  <a:pt x="318" y="220"/>
                </a:cubicBezTo>
                <a:cubicBezTo>
                  <a:pt x="317" y="220"/>
                  <a:pt x="316" y="220"/>
                  <a:pt x="315" y="220"/>
                </a:cubicBezTo>
                <a:cubicBezTo>
                  <a:pt x="305" y="218"/>
                  <a:pt x="305" y="218"/>
                  <a:pt x="305" y="218"/>
                </a:cubicBezTo>
                <a:cubicBezTo>
                  <a:pt x="301" y="226"/>
                  <a:pt x="301" y="226"/>
                  <a:pt x="301" y="226"/>
                </a:cubicBezTo>
                <a:cubicBezTo>
                  <a:pt x="301" y="170"/>
                  <a:pt x="301" y="170"/>
                  <a:pt x="301" y="170"/>
                </a:cubicBezTo>
                <a:cubicBezTo>
                  <a:pt x="212" y="207"/>
                  <a:pt x="212" y="207"/>
                  <a:pt x="212" y="207"/>
                </a:cubicBezTo>
                <a:cubicBezTo>
                  <a:pt x="212" y="360"/>
                  <a:pt x="212" y="360"/>
                  <a:pt x="212" y="360"/>
                </a:cubicBezTo>
                <a:cubicBezTo>
                  <a:pt x="301" y="322"/>
                  <a:pt x="301" y="322"/>
                  <a:pt x="301" y="322"/>
                </a:cubicBezTo>
                <a:cubicBezTo>
                  <a:pt x="301" y="311"/>
                  <a:pt x="301" y="311"/>
                  <a:pt x="301" y="311"/>
                </a:cubicBezTo>
                <a:cubicBezTo>
                  <a:pt x="304" y="313"/>
                  <a:pt x="307" y="314"/>
                  <a:pt x="310" y="316"/>
                </a:cubicBezTo>
                <a:cubicBezTo>
                  <a:pt x="313" y="317"/>
                  <a:pt x="315" y="318"/>
                  <a:pt x="318" y="318"/>
                </a:cubicBezTo>
                <a:cubicBezTo>
                  <a:pt x="318" y="334"/>
                  <a:pt x="318" y="334"/>
                  <a:pt x="318" y="334"/>
                </a:cubicBezTo>
                <a:cubicBezTo>
                  <a:pt x="207" y="380"/>
                  <a:pt x="207" y="380"/>
                  <a:pt x="207" y="380"/>
                </a:cubicBezTo>
                <a:cubicBezTo>
                  <a:pt x="205" y="382"/>
                  <a:pt x="202" y="383"/>
                  <a:pt x="200" y="384"/>
                </a:cubicBezTo>
                <a:cubicBezTo>
                  <a:pt x="195" y="385"/>
                  <a:pt x="195" y="385"/>
                  <a:pt x="195" y="385"/>
                </a:cubicBezTo>
                <a:cubicBezTo>
                  <a:pt x="195" y="385"/>
                  <a:pt x="195" y="385"/>
                  <a:pt x="195" y="385"/>
                </a:cubicBezTo>
                <a:cubicBezTo>
                  <a:pt x="191" y="386"/>
                  <a:pt x="187" y="387"/>
                  <a:pt x="183" y="387"/>
                </a:cubicBezTo>
                <a:cubicBezTo>
                  <a:pt x="174" y="387"/>
                  <a:pt x="166" y="385"/>
                  <a:pt x="159" y="380"/>
                </a:cubicBezTo>
                <a:cubicBezTo>
                  <a:pt x="48" y="334"/>
                  <a:pt x="48" y="334"/>
                  <a:pt x="48" y="334"/>
                </a:cubicBezTo>
                <a:cubicBezTo>
                  <a:pt x="48" y="318"/>
                  <a:pt x="48" y="318"/>
                  <a:pt x="48" y="318"/>
                </a:cubicBezTo>
                <a:cubicBezTo>
                  <a:pt x="51" y="318"/>
                  <a:pt x="53" y="317"/>
                  <a:pt x="56" y="316"/>
                </a:cubicBezTo>
                <a:cubicBezTo>
                  <a:pt x="59" y="314"/>
                  <a:pt x="62" y="313"/>
                  <a:pt x="65" y="311"/>
                </a:cubicBezTo>
                <a:cubicBezTo>
                  <a:pt x="65" y="322"/>
                  <a:pt x="65" y="322"/>
                  <a:pt x="65" y="322"/>
                </a:cubicBezTo>
                <a:cubicBezTo>
                  <a:pt x="154" y="360"/>
                  <a:pt x="154" y="360"/>
                  <a:pt x="154" y="360"/>
                </a:cubicBezTo>
                <a:cubicBezTo>
                  <a:pt x="154" y="207"/>
                  <a:pt x="154" y="207"/>
                  <a:pt x="154" y="207"/>
                </a:cubicBezTo>
                <a:cubicBezTo>
                  <a:pt x="65" y="170"/>
                  <a:pt x="65" y="170"/>
                  <a:pt x="65" y="170"/>
                </a:cubicBezTo>
                <a:cubicBezTo>
                  <a:pt x="65" y="226"/>
                  <a:pt x="65" y="226"/>
                  <a:pt x="65" y="226"/>
                </a:cubicBezTo>
                <a:cubicBezTo>
                  <a:pt x="61" y="218"/>
                  <a:pt x="61" y="218"/>
                  <a:pt x="61" y="218"/>
                </a:cubicBezTo>
                <a:cubicBezTo>
                  <a:pt x="51" y="220"/>
                  <a:pt x="51" y="220"/>
                  <a:pt x="51" y="220"/>
                </a:cubicBezTo>
                <a:cubicBezTo>
                  <a:pt x="50" y="220"/>
                  <a:pt x="49" y="220"/>
                  <a:pt x="48" y="220"/>
                </a:cubicBezTo>
                <a:cubicBezTo>
                  <a:pt x="48" y="144"/>
                  <a:pt x="48" y="144"/>
                  <a:pt x="48" y="144"/>
                </a:cubicBezTo>
                <a:cubicBezTo>
                  <a:pt x="91" y="162"/>
                  <a:pt x="91" y="162"/>
                  <a:pt x="91" y="162"/>
                </a:cubicBezTo>
                <a:close/>
                <a:moveTo>
                  <a:pt x="223" y="221"/>
                </a:moveTo>
                <a:cubicBezTo>
                  <a:pt x="292" y="194"/>
                  <a:pt x="292" y="194"/>
                  <a:pt x="292" y="194"/>
                </a:cubicBezTo>
                <a:cubicBezTo>
                  <a:pt x="292" y="222"/>
                  <a:pt x="292" y="222"/>
                  <a:pt x="292" y="222"/>
                </a:cubicBezTo>
                <a:cubicBezTo>
                  <a:pt x="223" y="249"/>
                  <a:pt x="223" y="249"/>
                  <a:pt x="223" y="249"/>
                </a:cubicBezTo>
                <a:cubicBezTo>
                  <a:pt x="223" y="221"/>
                  <a:pt x="223" y="221"/>
                  <a:pt x="223" y="221"/>
                </a:cubicBezTo>
                <a:close/>
                <a:moveTo>
                  <a:pt x="171" y="213"/>
                </a:moveTo>
                <a:cubicBezTo>
                  <a:pt x="171" y="368"/>
                  <a:pt x="171" y="368"/>
                  <a:pt x="171" y="368"/>
                </a:cubicBezTo>
                <a:cubicBezTo>
                  <a:pt x="175" y="369"/>
                  <a:pt x="179" y="370"/>
                  <a:pt x="182" y="370"/>
                </a:cubicBezTo>
                <a:cubicBezTo>
                  <a:pt x="187" y="370"/>
                  <a:pt x="191" y="369"/>
                  <a:pt x="195" y="367"/>
                </a:cubicBezTo>
                <a:cubicBezTo>
                  <a:pt x="195" y="213"/>
                  <a:pt x="195" y="213"/>
                  <a:pt x="195" y="213"/>
                </a:cubicBezTo>
                <a:cubicBezTo>
                  <a:pt x="191" y="214"/>
                  <a:pt x="187" y="214"/>
                  <a:pt x="183" y="214"/>
                </a:cubicBezTo>
                <a:cubicBezTo>
                  <a:pt x="179" y="214"/>
                  <a:pt x="175" y="214"/>
                  <a:pt x="171" y="21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 name="Text Box 44"/>
          <p:cNvSpPr txBox="1">
            <a:spLocks noChangeArrowheads="1"/>
          </p:cNvSpPr>
          <p:nvPr/>
        </p:nvSpPr>
        <p:spPr bwMode="auto">
          <a:xfrm>
            <a:off x="1216055" y="4599865"/>
            <a:ext cx="2377220" cy="674031"/>
          </a:xfrm>
          <a:prstGeom prst="rect">
            <a:avLst/>
          </a:prstGeom>
          <a:noFill/>
          <a:ln>
            <a:noFill/>
          </a:ln>
          <a:effectLst/>
          <a:extLst>
            <a:ext uri="{909E8E84-426E-40DD-AFC4-6F175D3DCCD1}">
              <a14:hiddenFill xmlns:a14="http://schemas.microsoft.com/office/drawing/2010/main">
                <a:solidFill>
                  <a:srgbClr val="FFFFFF">
                    <a:alpha val="30000"/>
                  </a:srgb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en-US"/>
            </a:defPPr>
            <a:lvl1pPr indent="457200" defTabSz="720725">
              <a:lnSpc>
                <a:spcPct val="135000"/>
              </a:lnSpc>
              <a:defRPr sz="1600">
                <a:solidFill>
                  <a:schemeClr val="bg1">
                    <a:lumMod val="50000"/>
                  </a:schemeClr>
                </a:solidFill>
                <a:latin typeface="微软雅黑" pitchFamily="34" charset="-122"/>
                <a:ea typeface="微软雅黑" pitchFamily="34" charset="-122"/>
              </a:defRPr>
            </a:lvl1pPr>
            <a:lvl2pPr defTabSz="720725" eaLnBrk="0" hangingPunct="0">
              <a:defRPr sz="1600">
                <a:latin typeface="Arial" pitchFamily="34" charset="0"/>
                <a:ea typeface="宋体" pitchFamily="2" charset="-122"/>
              </a:defRPr>
            </a:lvl2pPr>
            <a:lvl3pPr defTabSz="720725" eaLnBrk="0" hangingPunct="0">
              <a:defRPr sz="1600">
                <a:latin typeface="Arial" pitchFamily="34" charset="0"/>
                <a:ea typeface="宋体" pitchFamily="2" charset="-122"/>
              </a:defRPr>
            </a:lvl3pPr>
            <a:lvl4pPr defTabSz="720725" eaLnBrk="0" hangingPunct="0">
              <a:defRPr sz="1600">
                <a:latin typeface="Arial" pitchFamily="34" charset="0"/>
                <a:ea typeface="宋体" pitchFamily="2" charset="-122"/>
              </a:defRPr>
            </a:lvl4pPr>
            <a:lvl5pPr defTabSz="720725" eaLnBrk="0" hangingPunct="0">
              <a:defRPr sz="1600">
                <a:latin typeface="Arial" pitchFamily="34" charset="0"/>
                <a:ea typeface="宋体" pitchFamily="2" charset="-122"/>
              </a:defRPr>
            </a:lvl5pPr>
            <a:lvl6pPr defTabSz="720725" eaLnBrk="0" fontAlgn="base" hangingPunct="0">
              <a:spcBef>
                <a:spcPct val="0"/>
              </a:spcBef>
              <a:spcAft>
                <a:spcPct val="0"/>
              </a:spcAft>
              <a:defRPr sz="1600">
                <a:latin typeface="Arial" pitchFamily="34" charset="0"/>
                <a:ea typeface="宋体" pitchFamily="2" charset="-122"/>
              </a:defRPr>
            </a:lvl6pPr>
            <a:lvl7pPr defTabSz="720725" eaLnBrk="0" fontAlgn="base" hangingPunct="0">
              <a:spcBef>
                <a:spcPct val="0"/>
              </a:spcBef>
              <a:spcAft>
                <a:spcPct val="0"/>
              </a:spcAft>
              <a:defRPr sz="1600">
                <a:latin typeface="Arial" pitchFamily="34" charset="0"/>
                <a:ea typeface="宋体" pitchFamily="2" charset="-122"/>
              </a:defRPr>
            </a:lvl7pPr>
            <a:lvl8pPr defTabSz="720725" eaLnBrk="0" fontAlgn="base" hangingPunct="0">
              <a:spcBef>
                <a:spcPct val="0"/>
              </a:spcBef>
              <a:spcAft>
                <a:spcPct val="0"/>
              </a:spcAft>
              <a:defRPr sz="1600">
                <a:latin typeface="Arial" pitchFamily="34" charset="0"/>
                <a:ea typeface="宋体" pitchFamily="2" charset="-122"/>
              </a:defRPr>
            </a:lvl8pPr>
            <a:lvl9pPr defTabSz="720725" eaLnBrk="0" fontAlgn="base" hangingPunct="0">
              <a:spcBef>
                <a:spcPct val="0"/>
              </a:spcBef>
              <a:spcAft>
                <a:spcPct val="0"/>
              </a:spcAft>
              <a:defRPr sz="1600">
                <a:latin typeface="Arial" pitchFamily="34" charset="0"/>
                <a:ea typeface="宋体" pitchFamily="2" charset="-122"/>
              </a:defRPr>
            </a:lvl9pPr>
          </a:lstStyle>
          <a:p>
            <a:pPr indent="0" algn="ctr"/>
            <a:r>
              <a:rPr lang="zh-CN" altLang="en-US" sz="2800" b="1" dirty="0">
                <a:solidFill>
                  <a:prstClr val="black">
                    <a:lumMod val="65000"/>
                    <a:lumOff val="35000"/>
                  </a:prstClr>
                </a:solidFill>
              </a:rPr>
              <a:t>搜狗微信搜索</a:t>
            </a:r>
            <a:endParaRPr lang="en-US" altLang="zh-CN" sz="2800" b="1" dirty="0">
              <a:solidFill>
                <a:prstClr val="black">
                  <a:lumMod val="65000"/>
                  <a:lumOff val="35000"/>
                </a:prstClr>
              </a:solidFill>
            </a:endParaRPr>
          </a:p>
        </p:txBody>
      </p:sp>
      <p:sp>
        <p:nvSpPr>
          <p:cNvPr id="20" name="Text Box 44"/>
          <p:cNvSpPr txBox="1">
            <a:spLocks noChangeArrowheads="1"/>
          </p:cNvSpPr>
          <p:nvPr/>
        </p:nvSpPr>
        <p:spPr bwMode="auto">
          <a:xfrm>
            <a:off x="3729746" y="4599865"/>
            <a:ext cx="2377220" cy="614079"/>
          </a:xfrm>
          <a:prstGeom prst="rect">
            <a:avLst/>
          </a:prstGeom>
          <a:noFill/>
          <a:ln>
            <a:noFill/>
          </a:ln>
          <a:effectLst/>
          <a:extLst>
            <a:ext uri="{909E8E84-426E-40DD-AFC4-6F175D3DCCD1}">
              <a14:hiddenFill xmlns:a14="http://schemas.microsoft.com/office/drawing/2010/main">
                <a:solidFill>
                  <a:srgbClr val="FFFFFF">
                    <a:alpha val="30000"/>
                  </a:srgb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en-US"/>
            </a:defPPr>
            <a:lvl1pPr indent="457200" defTabSz="720725">
              <a:lnSpc>
                <a:spcPct val="135000"/>
              </a:lnSpc>
              <a:defRPr sz="1600">
                <a:solidFill>
                  <a:schemeClr val="bg1">
                    <a:lumMod val="50000"/>
                  </a:schemeClr>
                </a:solidFill>
                <a:latin typeface="微软雅黑" pitchFamily="34" charset="-122"/>
                <a:ea typeface="微软雅黑" pitchFamily="34" charset="-122"/>
              </a:defRPr>
            </a:lvl1pPr>
            <a:lvl2pPr defTabSz="720725" eaLnBrk="0" hangingPunct="0">
              <a:defRPr sz="1600">
                <a:latin typeface="Arial" pitchFamily="34" charset="0"/>
                <a:ea typeface="宋体" pitchFamily="2" charset="-122"/>
              </a:defRPr>
            </a:lvl2pPr>
            <a:lvl3pPr defTabSz="720725" eaLnBrk="0" hangingPunct="0">
              <a:defRPr sz="1600">
                <a:latin typeface="Arial" pitchFamily="34" charset="0"/>
                <a:ea typeface="宋体" pitchFamily="2" charset="-122"/>
              </a:defRPr>
            </a:lvl3pPr>
            <a:lvl4pPr defTabSz="720725" eaLnBrk="0" hangingPunct="0">
              <a:defRPr sz="1600">
                <a:latin typeface="Arial" pitchFamily="34" charset="0"/>
                <a:ea typeface="宋体" pitchFamily="2" charset="-122"/>
              </a:defRPr>
            </a:lvl4pPr>
            <a:lvl5pPr defTabSz="720725" eaLnBrk="0" hangingPunct="0">
              <a:defRPr sz="1600">
                <a:latin typeface="Arial" pitchFamily="34" charset="0"/>
                <a:ea typeface="宋体" pitchFamily="2" charset="-122"/>
              </a:defRPr>
            </a:lvl5pPr>
            <a:lvl6pPr defTabSz="720725" eaLnBrk="0" fontAlgn="base" hangingPunct="0">
              <a:spcBef>
                <a:spcPct val="0"/>
              </a:spcBef>
              <a:spcAft>
                <a:spcPct val="0"/>
              </a:spcAft>
              <a:defRPr sz="1600">
                <a:latin typeface="Arial" pitchFamily="34" charset="0"/>
                <a:ea typeface="宋体" pitchFamily="2" charset="-122"/>
              </a:defRPr>
            </a:lvl6pPr>
            <a:lvl7pPr defTabSz="720725" eaLnBrk="0" fontAlgn="base" hangingPunct="0">
              <a:spcBef>
                <a:spcPct val="0"/>
              </a:spcBef>
              <a:spcAft>
                <a:spcPct val="0"/>
              </a:spcAft>
              <a:defRPr sz="1600">
                <a:latin typeface="Arial" pitchFamily="34" charset="0"/>
                <a:ea typeface="宋体" pitchFamily="2" charset="-122"/>
              </a:defRPr>
            </a:lvl7pPr>
            <a:lvl8pPr defTabSz="720725" eaLnBrk="0" fontAlgn="base" hangingPunct="0">
              <a:spcBef>
                <a:spcPct val="0"/>
              </a:spcBef>
              <a:spcAft>
                <a:spcPct val="0"/>
              </a:spcAft>
              <a:defRPr sz="1600">
                <a:latin typeface="Arial" pitchFamily="34" charset="0"/>
                <a:ea typeface="宋体" pitchFamily="2" charset="-122"/>
              </a:defRPr>
            </a:lvl8pPr>
            <a:lvl9pPr defTabSz="720725" eaLnBrk="0" fontAlgn="base" hangingPunct="0">
              <a:spcBef>
                <a:spcPct val="0"/>
              </a:spcBef>
              <a:spcAft>
                <a:spcPct val="0"/>
              </a:spcAft>
              <a:defRPr sz="1600">
                <a:latin typeface="Arial" pitchFamily="34" charset="0"/>
                <a:ea typeface="宋体" pitchFamily="2" charset="-122"/>
              </a:defRPr>
            </a:lvl9pPr>
          </a:lstStyle>
          <a:p>
            <a:pPr indent="0" algn="ctr"/>
            <a:r>
              <a:rPr lang="zh-CN" altLang="en-US" sz="2800" b="1" dirty="0">
                <a:solidFill>
                  <a:prstClr val="black">
                    <a:lumMod val="65000"/>
                    <a:lumOff val="35000"/>
                  </a:prstClr>
                </a:solidFill>
              </a:rPr>
              <a:t>文库类搜索</a:t>
            </a:r>
            <a:endParaRPr lang="en-US" altLang="zh-CN" sz="2800" b="1" dirty="0">
              <a:solidFill>
                <a:prstClr val="black">
                  <a:lumMod val="65000"/>
                  <a:lumOff val="35000"/>
                </a:prstClr>
              </a:solidFill>
            </a:endParaRPr>
          </a:p>
        </p:txBody>
      </p:sp>
      <p:sp>
        <p:nvSpPr>
          <p:cNvPr id="21" name="Text Box 44"/>
          <p:cNvSpPr txBox="1">
            <a:spLocks noChangeArrowheads="1"/>
          </p:cNvSpPr>
          <p:nvPr/>
        </p:nvSpPr>
        <p:spPr bwMode="auto">
          <a:xfrm>
            <a:off x="6232535" y="4599865"/>
            <a:ext cx="2377220" cy="614079"/>
          </a:xfrm>
          <a:prstGeom prst="rect">
            <a:avLst/>
          </a:prstGeom>
          <a:noFill/>
          <a:ln>
            <a:noFill/>
          </a:ln>
          <a:effectLst/>
          <a:extLst>
            <a:ext uri="{909E8E84-426E-40DD-AFC4-6F175D3DCCD1}">
              <a14:hiddenFill xmlns:a14="http://schemas.microsoft.com/office/drawing/2010/main">
                <a:solidFill>
                  <a:srgbClr val="FFFFFF">
                    <a:alpha val="30000"/>
                  </a:srgb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en-US"/>
            </a:defPPr>
            <a:lvl1pPr indent="457200" defTabSz="720725">
              <a:lnSpc>
                <a:spcPct val="135000"/>
              </a:lnSpc>
              <a:defRPr sz="1600">
                <a:solidFill>
                  <a:schemeClr val="bg1">
                    <a:lumMod val="50000"/>
                  </a:schemeClr>
                </a:solidFill>
                <a:latin typeface="微软雅黑" pitchFamily="34" charset="-122"/>
                <a:ea typeface="微软雅黑" pitchFamily="34" charset="-122"/>
              </a:defRPr>
            </a:lvl1pPr>
            <a:lvl2pPr defTabSz="720725" eaLnBrk="0" hangingPunct="0">
              <a:defRPr sz="1600">
                <a:latin typeface="Arial" pitchFamily="34" charset="0"/>
                <a:ea typeface="宋体" pitchFamily="2" charset="-122"/>
              </a:defRPr>
            </a:lvl2pPr>
            <a:lvl3pPr defTabSz="720725" eaLnBrk="0" hangingPunct="0">
              <a:defRPr sz="1600">
                <a:latin typeface="Arial" pitchFamily="34" charset="0"/>
                <a:ea typeface="宋体" pitchFamily="2" charset="-122"/>
              </a:defRPr>
            </a:lvl3pPr>
            <a:lvl4pPr defTabSz="720725" eaLnBrk="0" hangingPunct="0">
              <a:defRPr sz="1600">
                <a:latin typeface="Arial" pitchFamily="34" charset="0"/>
                <a:ea typeface="宋体" pitchFamily="2" charset="-122"/>
              </a:defRPr>
            </a:lvl4pPr>
            <a:lvl5pPr defTabSz="720725" eaLnBrk="0" hangingPunct="0">
              <a:defRPr sz="1600">
                <a:latin typeface="Arial" pitchFamily="34" charset="0"/>
                <a:ea typeface="宋体" pitchFamily="2" charset="-122"/>
              </a:defRPr>
            </a:lvl5pPr>
            <a:lvl6pPr defTabSz="720725" eaLnBrk="0" fontAlgn="base" hangingPunct="0">
              <a:spcBef>
                <a:spcPct val="0"/>
              </a:spcBef>
              <a:spcAft>
                <a:spcPct val="0"/>
              </a:spcAft>
              <a:defRPr sz="1600">
                <a:latin typeface="Arial" pitchFamily="34" charset="0"/>
                <a:ea typeface="宋体" pitchFamily="2" charset="-122"/>
              </a:defRPr>
            </a:lvl6pPr>
            <a:lvl7pPr defTabSz="720725" eaLnBrk="0" fontAlgn="base" hangingPunct="0">
              <a:spcBef>
                <a:spcPct val="0"/>
              </a:spcBef>
              <a:spcAft>
                <a:spcPct val="0"/>
              </a:spcAft>
              <a:defRPr sz="1600">
                <a:latin typeface="Arial" pitchFamily="34" charset="0"/>
                <a:ea typeface="宋体" pitchFamily="2" charset="-122"/>
              </a:defRPr>
            </a:lvl7pPr>
            <a:lvl8pPr defTabSz="720725" eaLnBrk="0" fontAlgn="base" hangingPunct="0">
              <a:spcBef>
                <a:spcPct val="0"/>
              </a:spcBef>
              <a:spcAft>
                <a:spcPct val="0"/>
              </a:spcAft>
              <a:defRPr sz="1600">
                <a:latin typeface="Arial" pitchFamily="34" charset="0"/>
                <a:ea typeface="宋体" pitchFamily="2" charset="-122"/>
              </a:defRPr>
            </a:lvl8pPr>
            <a:lvl9pPr defTabSz="720725" eaLnBrk="0" fontAlgn="base" hangingPunct="0">
              <a:spcBef>
                <a:spcPct val="0"/>
              </a:spcBef>
              <a:spcAft>
                <a:spcPct val="0"/>
              </a:spcAft>
              <a:defRPr sz="1600">
                <a:latin typeface="Arial" pitchFamily="34" charset="0"/>
                <a:ea typeface="宋体" pitchFamily="2" charset="-122"/>
              </a:defRPr>
            </a:lvl9pPr>
          </a:lstStyle>
          <a:p>
            <a:pPr indent="0" algn="ctr"/>
            <a:r>
              <a:rPr lang="zh-CN" altLang="en-US" sz="2800" b="1" dirty="0">
                <a:solidFill>
                  <a:prstClr val="black">
                    <a:lumMod val="65000"/>
                    <a:lumOff val="35000"/>
                  </a:prstClr>
                </a:solidFill>
              </a:rPr>
              <a:t>搜索引擎</a:t>
            </a:r>
            <a:endParaRPr lang="en-US" altLang="zh-CN" sz="2800" b="1" dirty="0">
              <a:solidFill>
                <a:prstClr val="black">
                  <a:lumMod val="65000"/>
                  <a:lumOff val="35000"/>
                </a:prstClr>
              </a:solidFill>
            </a:endParaRPr>
          </a:p>
        </p:txBody>
      </p:sp>
      <p:sp>
        <p:nvSpPr>
          <p:cNvPr id="22" name="Text Box 44"/>
          <p:cNvSpPr txBox="1">
            <a:spLocks noChangeArrowheads="1"/>
          </p:cNvSpPr>
          <p:nvPr/>
        </p:nvSpPr>
        <p:spPr bwMode="auto">
          <a:xfrm>
            <a:off x="8695073" y="4599865"/>
            <a:ext cx="2377220" cy="614079"/>
          </a:xfrm>
          <a:prstGeom prst="rect">
            <a:avLst/>
          </a:prstGeom>
          <a:noFill/>
          <a:ln>
            <a:noFill/>
          </a:ln>
          <a:effectLst/>
          <a:extLst>
            <a:ext uri="{909E8E84-426E-40DD-AFC4-6F175D3DCCD1}">
              <a14:hiddenFill xmlns:a14="http://schemas.microsoft.com/office/drawing/2010/main">
                <a:solidFill>
                  <a:srgbClr val="FFFFFF">
                    <a:alpha val="30000"/>
                  </a:srgb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en-US"/>
            </a:defPPr>
            <a:lvl1pPr indent="457200" defTabSz="720725">
              <a:lnSpc>
                <a:spcPct val="135000"/>
              </a:lnSpc>
              <a:defRPr sz="1600">
                <a:solidFill>
                  <a:schemeClr val="bg1">
                    <a:lumMod val="50000"/>
                  </a:schemeClr>
                </a:solidFill>
                <a:latin typeface="微软雅黑" pitchFamily="34" charset="-122"/>
                <a:ea typeface="微软雅黑" pitchFamily="34" charset="-122"/>
              </a:defRPr>
            </a:lvl1pPr>
            <a:lvl2pPr defTabSz="720725" eaLnBrk="0" hangingPunct="0">
              <a:defRPr sz="1600">
                <a:latin typeface="Arial" pitchFamily="34" charset="0"/>
                <a:ea typeface="宋体" pitchFamily="2" charset="-122"/>
              </a:defRPr>
            </a:lvl2pPr>
            <a:lvl3pPr defTabSz="720725" eaLnBrk="0" hangingPunct="0">
              <a:defRPr sz="1600">
                <a:latin typeface="Arial" pitchFamily="34" charset="0"/>
                <a:ea typeface="宋体" pitchFamily="2" charset="-122"/>
              </a:defRPr>
            </a:lvl3pPr>
            <a:lvl4pPr defTabSz="720725" eaLnBrk="0" hangingPunct="0">
              <a:defRPr sz="1600">
                <a:latin typeface="Arial" pitchFamily="34" charset="0"/>
                <a:ea typeface="宋体" pitchFamily="2" charset="-122"/>
              </a:defRPr>
            </a:lvl4pPr>
            <a:lvl5pPr defTabSz="720725" eaLnBrk="0" hangingPunct="0">
              <a:defRPr sz="1600">
                <a:latin typeface="Arial" pitchFamily="34" charset="0"/>
                <a:ea typeface="宋体" pitchFamily="2" charset="-122"/>
              </a:defRPr>
            </a:lvl5pPr>
            <a:lvl6pPr defTabSz="720725" eaLnBrk="0" fontAlgn="base" hangingPunct="0">
              <a:spcBef>
                <a:spcPct val="0"/>
              </a:spcBef>
              <a:spcAft>
                <a:spcPct val="0"/>
              </a:spcAft>
              <a:defRPr sz="1600">
                <a:latin typeface="Arial" pitchFamily="34" charset="0"/>
                <a:ea typeface="宋体" pitchFamily="2" charset="-122"/>
              </a:defRPr>
            </a:lvl6pPr>
            <a:lvl7pPr defTabSz="720725" eaLnBrk="0" fontAlgn="base" hangingPunct="0">
              <a:spcBef>
                <a:spcPct val="0"/>
              </a:spcBef>
              <a:spcAft>
                <a:spcPct val="0"/>
              </a:spcAft>
              <a:defRPr sz="1600">
                <a:latin typeface="Arial" pitchFamily="34" charset="0"/>
                <a:ea typeface="宋体" pitchFamily="2" charset="-122"/>
              </a:defRPr>
            </a:lvl7pPr>
            <a:lvl8pPr defTabSz="720725" eaLnBrk="0" fontAlgn="base" hangingPunct="0">
              <a:spcBef>
                <a:spcPct val="0"/>
              </a:spcBef>
              <a:spcAft>
                <a:spcPct val="0"/>
              </a:spcAft>
              <a:defRPr sz="1600">
                <a:latin typeface="Arial" pitchFamily="34" charset="0"/>
                <a:ea typeface="宋体" pitchFamily="2" charset="-122"/>
              </a:defRPr>
            </a:lvl8pPr>
            <a:lvl9pPr defTabSz="720725" eaLnBrk="0" fontAlgn="base" hangingPunct="0">
              <a:spcBef>
                <a:spcPct val="0"/>
              </a:spcBef>
              <a:spcAft>
                <a:spcPct val="0"/>
              </a:spcAft>
              <a:defRPr sz="1600">
                <a:latin typeface="Arial" pitchFamily="34" charset="0"/>
                <a:ea typeface="宋体" pitchFamily="2" charset="-122"/>
              </a:defRPr>
            </a:lvl9pPr>
          </a:lstStyle>
          <a:p>
            <a:pPr indent="0" algn="ctr"/>
            <a:r>
              <a:rPr lang="zh-CN" altLang="en-US" sz="2800" b="1" dirty="0">
                <a:solidFill>
                  <a:prstClr val="black">
                    <a:lumMod val="65000"/>
                    <a:lumOff val="35000"/>
                  </a:prstClr>
                </a:solidFill>
              </a:rPr>
              <a:t>专业书籍</a:t>
            </a:r>
            <a:endParaRPr lang="en-US" altLang="zh-CN" sz="2800" b="1" dirty="0">
              <a:solidFill>
                <a:prstClr val="black">
                  <a:lumMod val="65000"/>
                  <a:lumOff val="35000"/>
                </a:prstClr>
              </a:solidFill>
            </a:endParaRPr>
          </a:p>
        </p:txBody>
      </p:sp>
      <p:sp>
        <p:nvSpPr>
          <p:cNvPr id="23"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788809171"/>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4"/>
          <p:cNvGrpSpPr/>
          <p:nvPr/>
        </p:nvGrpSpPr>
        <p:grpSpPr>
          <a:xfrm>
            <a:off x="3896308" y="1609137"/>
            <a:ext cx="4399384" cy="4399382"/>
            <a:chOff x="3343276" y="1121021"/>
            <a:chExt cx="5505449" cy="5505449"/>
          </a:xfrm>
        </p:grpSpPr>
        <p:sp>
          <p:nvSpPr>
            <p:cNvPr id="3" name="椭圆 2"/>
            <p:cNvSpPr/>
            <p:nvPr/>
          </p:nvSpPr>
          <p:spPr>
            <a:xfrm>
              <a:off x="3949608" y="1710975"/>
              <a:ext cx="4289611" cy="4289611"/>
            </a:xfrm>
            <a:prstGeom prst="ellipse">
              <a:avLst/>
            </a:prstGeom>
            <a:solidFill>
              <a:srgbClr val="F0F0F0"/>
            </a:solidFill>
            <a:ln>
              <a:noFill/>
            </a:ln>
            <a:effectLst>
              <a:outerShdw blurRad="1016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4" name="Freeform 5"/>
            <p:cNvSpPr>
              <a:spLocks/>
            </p:cNvSpPr>
            <p:nvPr/>
          </p:nvSpPr>
          <p:spPr bwMode="auto">
            <a:xfrm>
              <a:off x="6226176" y="2781546"/>
              <a:ext cx="958850" cy="969962"/>
            </a:xfrm>
            <a:custGeom>
              <a:avLst/>
              <a:gdLst>
                <a:gd name="T0" fmla="*/ 0 w 255"/>
                <a:gd name="T1" fmla="*/ 26 h 258"/>
                <a:gd name="T2" fmla="*/ 0 w 255"/>
                <a:gd name="T3" fmla="*/ 21 h 258"/>
                <a:gd name="T4" fmla="*/ 28 w 255"/>
                <a:gd name="T5" fmla="*/ 3 h 258"/>
                <a:gd name="T6" fmla="*/ 253 w 255"/>
                <a:gd name="T7" fmla="*/ 226 h 258"/>
                <a:gd name="T8" fmla="*/ 235 w 255"/>
                <a:gd name="T9" fmla="*/ 255 h 258"/>
                <a:gd name="T10" fmla="*/ 206 w 255"/>
                <a:gd name="T11" fmla="*/ 237 h 258"/>
                <a:gd name="T12" fmla="*/ 18 w 255"/>
                <a:gd name="T13" fmla="*/ 49 h 258"/>
                <a:gd name="T14" fmla="*/ 0 w 255"/>
                <a:gd name="T15" fmla="*/ 26 h 2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5" h="258">
                  <a:moveTo>
                    <a:pt x="0" y="26"/>
                  </a:moveTo>
                  <a:cubicBezTo>
                    <a:pt x="0" y="25"/>
                    <a:pt x="0" y="23"/>
                    <a:pt x="0" y="21"/>
                  </a:cubicBezTo>
                  <a:cubicBezTo>
                    <a:pt x="3" y="8"/>
                    <a:pt x="16" y="0"/>
                    <a:pt x="28" y="3"/>
                  </a:cubicBezTo>
                  <a:cubicBezTo>
                    <a:pt x="140" y="27"/>
                    <a:pt x="228" y="115"/>
                    <a:pt x="253" y="226"/>
                  </a:cubicBezTo>
                  <a:cubicBezTo>
                    <a:pt x="255" y="239"/>
                    <a:pt x="247" y="252"/>
                    <a:pt x="235" y="255"/>
                  </a:cubicBezTo>
                  <a:cubicBezTo>
                    <a:pt x="222" y="258"/>
                    <a:pt x="209" y="250"/>
                    <a:pt x="206" y="237"/>
                  </a:cubicBezTo>
                  <a:cubicBezTo>
                    <a:pt x="185" y="143"/>
                    <a:pt x="112" y="70"/>
                    <a:pt x="18" y="49"/>
                  </a:cubicBezTo>
                  <a:cubicBezTo>
                    <a:pt x="7" y="47"/>
                    <a:pt x="0" y="37"/>
                    <a:pt x="0" y="26"/>
                  </a:cubicBezTo>
                  <a:close/>
                </a:path>
              </a:pathLst>
            </a:custGeom>
            <a:solidFill>
              <a:schemeClr val="bg1">
                <a:lumMod val="65000"/>
              </a:schemeClr>
            </a:solidFill>
            <a:ln w="14288" cap="flat">
              <a:noFill/>
              <a:prstDash val="solid"/>
              <a:miter lim="800000"/>
              <a:headEnd/>
              <a:tailEnd/>
            </a:ln>
            <a:effectLst>
              <a:innerShdw blurRad="114300">
                <a:schemeClr val="tx1">
                  <a:lumMod val="75000"/>
                  <a:lumOff val="25000"/>
                </a:schemeClr>
              </a:innerShdw>
            </a:effec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 name="Freeform 7"/>
            <p:cNvSpPr>
              <a:spLocks/>
            </p:cNvSpPr>
            <p:nvPr/>
          </p:nvSpPr>
          <p:spPr bwMode="auto">
            <a:xfrm>
              <a:off x="5003801" y="2781546"/>
              <a:ext cx="966787" cy="962025"/>
            </a:xfrm>
            <a:custGeom>
              <a:avLst/>
              <a:gdLst>
                <a:gd name="T0" fmla="*/ 26 w 257"/>
                <a:gd name="T1" fmla="*/ 256 h 256"/>
                <a:gd name="T2" fmla="*/ 21 w 257"/>
                <a:gd name="T3" fmla="*/ 256 h 256"/>
                <a:gd name="T4" fmla="*/ 3 w 257"/>
                <a:gd name="T5" fmla="*/ 227 h 256"/>
                <a:gd name="T6" fmla="*/ 226 w 257"/>
                <a:gd name="T7" fmla="*/ 3 h 256"/>
                <a:gd name="T8" fmla="*/ 254 w 257"/>
                <a:gd name="T9" fmla="*/ 21 h 256"/>
                <a:gd name="T10" fmla="*/ 236 w 257"/>
                <a:gd name="T11" fmla="*/ 50 h 256"/>
                <a:gd name="T12" fmla="*/ 49 w 257"/>
                <a:gd name="T13" fmla="*/ 238 h 256"/>
                <a:gd name="T14" fmla="*/ 26 w 257"/>
                <a:gd name="T15" fmla="*/ 256 h 2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7" h="256">
                  <a:moveTo>
                    <a:pt x="26" y="256"/>
                  </a:moveTo>
                  <a:cubicBezTo>
                    <a:pt x="24" y="256"/>
                    <a:pt x="22" y="256"/>
                    <a:pt x="21" y="256"/>
                  </a:cubicBezTo>
                  <a:cubicBezTo>
                    <a:pt x="8" y="253"/>
                    <a:pt x="0" y="240"/>
                    <a:pt x="3" y="227"/>
                  </a:cubicBezTo>
                  <a:cubicBezTo>
                    <a:pt x="27" y="116"/>
                    <a:pt x="115" y="28"/>
                    <a:pt x="226" y="3"/>
                  </a:cubicBezTo>
                  <a:cubicBezTo>
                    <a:pt x="239" y="0"/>
                    <a:pt x="251" y="9"/>
                    <a:pt x="254" y="21"/>
                  </a:cubicBezTo>
                  <a:cubicBezTo>
                    <a:pt x="257" y="34"/>
                    <a:pt x="249" y="47"/>
                    <a:pt x="236" y="50"/>
                  </a:cubicBezTo>
                  <a:cubicBezTo>
                    <a:pt x="143" y="70"/>
                    <a:pt x="70" y="144"/>
                    <a:pt x="49" y="238"/>
                  </a:cubicBezTo>
                  <a:cubicBezTo>
                    <a:pt x="47" y="249"/>
                    <a:pt x="37" y="256"/>
                    <a:pt x="26" y="256"/>
                  </a:cubicBezTo>
                  <a:close/>
                </a:path>
              </a:pathLst>
            </a:custGeom>
            <a:solidFill>
              <a:schemeClr val="bg1">
                <a:lumMod val="65000"/>
              </a:schemeClr>
            </a:solidFill>
            <a:ln w="14288" cap="flat">
              <a:noFill/>
              <a:prstDash val="solid"/>
              <a:miter lim="800000"/>
              <a:headEnd/>
              <a:tailEnd/>
            </a:ln>
            <a:effectLst>
              <a:innerShdw blurRad="114300">
                <a:schemeClr val="tx1">
                  <a:lumMod val="75000"/>
                  <a:lumOff val="25000"/>
                </a:schemeClr>
              </a:innerShdw>
            </a:effec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 name="Freeform 11"/>
            <p:cNvSpPr>
              <a:spLocks/>
            </p:cNvSpPr>
            <p:nvPr/>
          </p:nvSpPr>
          <p:spPr bwMode="auto">
            <a:xfrm>
              <a:off x="3343276" y="1121021"/>
              <a:ext cx="2363787" cy="2363787"/>
            </a:xfrm>
            <a:custGeom>
              <a:avLst/>
              <a:gdLst>
                <a:gd name="T0" fmla="*/ 628 w 629"/>
                <a:gd name="T1" fmla="*/ 508 h 629"/>
                <a:gd name="T2" fmla="*/ 593 w 629"/>
                <a:gd name="T3" fmla="*/ 473 h 629"/>
                <a:gd name="T4" fmla="*/ 569 w 629"/>
                <a:gd name="T5" fmla="*/ 449 h 629"/>
                <a:gd name="T6" fmla="*/ 518 w 629"/>
                <a:gd name="T7" fmla="*/ 112 h 629"/>
                <a:gd name="T8" fmla="*/ 112 w 629"/>
                <a:gd name="T9" fmla="*/ 112 h 629"/>
                <a:gd name="T10" fmla="*/ 112 w 629"/>
                <a:gd name="T11" fmla="*/ 518 h 629"/>
                <a:gd name="T12" fmla="*/ 449 w 629"/>
                <a:gd name="T13" fmla="*/ 570 h 629"/>
                <a:gd name="T14" fmla="*/ 473 w 629"/>
                <a:gd name="T15" fmla="*/ 593 h 629"/>
                <a:gd name="T16" fmla="*/ 508 w 629"/>
                <a:gd name="T17" fmla="*/ 628 h 629"/>
                <a:gd name="T18" fmla="*/ 508 w 629"/>
                <a:gd name="T19" fmla="*/ 629 h 629"/>
                <a:gd name="T20" fmla="*/ 629 w 629"/>
                <a:gd name="T21" fmla="*/ 508 h 629"/>
                <a:gd name="T22" fmla="*/ 628 w 629"/>
                <a:gd name="T23" fmla="*/ 508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29" h="629">
                  <a:moveTo>
                    <a:pt x="628" y="508"/>
                  </a:moveTo>
                  <a:cubicBezTo>
                    <a:pt x="593" y="473"/>
                    <a:pt x="593" y="473"/>
                    <a:pt x="593" y="473"/>
                  </a:cubicBezTo>
                  <a:cubicBezTo>
                    <a:pt x="569" y="449"/>
                    <a:pt x="569" y="449"/>
                    <a:pt x="569" y="449"/>
                  </a:cubicBezTo>
                  <a:cubicBezTo>
                    <a:pt x="627" y="341"/>
                    <a:pt x="610" y="203"/>
                    <a:pt x="518" y="112"/>
                  </a:cubicBezTo>
                  <a:cubicBezTo>
                    <a:pt x="406" y="0"/>
                    <a:pt x="224" y="0"/>
                    <a:pt x="112" y="112"/>
                  </a:cubicBezTo>
                  <a:cubicBezTo>
                    <a:pt x="0" y="224"/>
                    <a:pt x="0" y="406"/>
                    <a:pt x="112" y="518"/>
                  </a:cubicBezTo>
                  <a:cubicBezTo>
                    <a:pt x="203" y="610"/>
                    <a:pt x="341" y="627"/>
                    <a:pt x="449" y="570"/>
                  </a:cubicBezTo>
                  <a:cubicBezTo>
                    <a:pt x="473" y="593"/>
                    <a:pt x="473" y="593"/>
                    <a:pt x="473" y="593"/>
                  </a:cubicBezTo>
                  <a:cubicBezTo>
                    <a:pt x="508" y="628"/>
                    <a:pt x="508" y="628"/>
                    <a:pt x="508" y="628"/>
                  </a:cubicBezTo>
                  <a:cubicBezTo>
                    <a:pt x="508" y="629"/>
                    <a:pt x="508" y="629"/>
                    <a:pt x="508" y="629"/>
                  </a:cubicBezTo>
                  <a:cubicBezTo>
                    <a:pt x="533" y="576"/>
                    <a:pt x="576" y="533"/>
                    <a:pt x="629" y="508"/>
                  </a:cubicBezTo>
                  <a:lnTo>
                    <a:pt x="628" y="508"/>
                  </a:lnTo>
                  <a:close/>
                </a:path>
              </a:pathLst>
            </a:custGeom>
            <a:solidFill>
              <a:srgbClr val="1D8DE5"/>
            </a:solidFill>
            <a:ln w="14288" cap="flat">
              <a:noFill/>
              <a:prstDash val="solid"/>
              <a:miter lim="800000"/>
              <a:headEnd/>
              <a:tailEnd/>
            </a:ln>
            <a:effectLst>
              <a:outerShdw blurRad="203200" dist="38100" dir="2700000" sx="102000" sy="102000" algn="tl" rotWithShape="0">
                <a:schemeClr val="tx1">
                  <a:lumMod val="65000"/>
                  <a:lumOff val="35000"/>
                  <a:alpha val="30000"/>
                </a:schemeClr>
              </a:outerShdw>
            </a:effec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 name="Freeform 12"/>
            <p:cNvSpPr>
              <a:spLocks/>
            </p:cNvSpPr>
            <p:nvPr/>
          </p:nvSpPr>
          <p:spPr bwMode="auto">
            <a:xfrm>
              <a:off x="5030788" y="2808533"/>
              <a:ext cx="676275" cy="676275"/>
            </a:xfrm>
            <a:custGeom>
              <a:avLst/>
              <a:gdLst>
                <a:gd name="T0" fmla="*/ 120 w 180"/>
                <a:gd name="T1" fmla="*/ 0 h 180"/>
                <a:gd name="T2" fmla="*/ 144 w 180"/>
                <a:gd name="T3" fmla="*/ 24 h 180"/>
                <a:gd name="T4" fmla="*/ 179 w 180"/>
                <a:gd name="T5" fmla="*/ 59 h 180"/>
                <a:gd name="T6" fmla="*/ 180 w 180"/>
                <a:gd name="T7" fmla="*/ 59 h 180"/>
                <a:gd name="T8" fmla="*/ 59 w 180"/>
                <a:gd name="T9" fmla="*/ 180 h 180"/>
                <a:gd name="T10" fmla="*/ 59 w 180"/>
                <a:gd name="T11" fmla="*/ 179 h 180"/>
                <a:gd name="T12" fmla="*/ 24 w 180"/>
                <a:gd name="T13" fmla="*/ 144 h 180"/>
                <a:gd name="T14" fmla="*/ 0 w 180"/>
                <a:gd name="T15" fmla="*/ 121 h 180"/>
                <a:gd name="T16" fmla="*/ 120 w 180"/>
                <a:gd name="T17"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0" h="180">
                  <a:moveTo>
                    <a:pt x="120" y="0"/>
                  </a:moveTo>
                  <a:cubicBezTo>
                    <a:pt x="144" y="24"/>
                    <a:pt x="144" y="24"/>
                    <a:pt x="144" y="24"/>
                  </a:cubicBezTo>
                  <a:cubicBezTo>
                    <a:pt x="179" y="59"/>
                    <a:pt x="179" y="59"/>
                    <a:pt x="179" y="59"/>
                  </a:cubicBezTo>
                  <a:cubicBezTo>
                    <a:pt x="180" y="59"/>
                    <a:pt x="180" y="59"/>
                    <a:pt x="180" y="59"/>
                  </a:cubicBezTo>
                  <a:cubicBezTo>
                    <a:pt x="127" y="84"/>
                    <a:pt x="84" y="127"/>
                    <a:pt x="59" y="180"/>
                  </a:cubicBezTo>
                  <a:cubicBezTo>
                    <a:pt x="59" y="179"/>
                    <a:pt x="59" y="179"/>
                    <a:pt x="59" y="179"/>
                  </a:cubicBezTo>
                  <a:cubicBezTo>
                    <a:pt x="24" y="144"/>
                    <a:pt x="24" y="144"/>
                    <a:pt x="24" y="144"/>
                  </a:cubicBezTo>
                  <a:cubicBezTo>
                    <a:pt x="0" y="121"/>
                    <a:pt x="0" y="121"/>
                    <a:pt x="0" y="121"/>
                  </a:cubicBezTo>
                  <a:lnTo>
                    <a:pt x="120" y="0"/>
                  </a:lnTo>
                  <a:close/>
                </a:path>
              </a:pathLst>
            </a:custGeom>
            <a:gradFill flip="none" rotWithShape="1">
              <a:gsLst>
                <a:gs pos="40000">
                  <a:schemeClr val="tx1">
                    <a:lumMod val="95000"/>
                    <a:lumOff val="5000"/>
                    <a:alpha val="40000"/>
                  </a:schemeClr>
                </a:gs>
                <a:gs pos="55000">
                  <a:schemeClr val="tx1">
                    <a:lumMod val="95000"/>
                    <a:lumOff val="5000"/>
                    <a:alpha val="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solidFill>
                  <a:prstClr val="white"/>
                </a:solidFill>
              </a:endParaRPr>
            </a:p>
          </p:txBody>
        </p:sp>
        <p:sp>
          <p:nvSpPr>
            <p:cNvPr id="8" name="Freeform 13"/>
            <p:cNvSpPr>
              <a:spLocks/>
            </p:cNvSpPr>
            <p:nvPr/>
          </p:nvSpPr>
          <p:spPr bwMode="auto">
            <a:xfrm>
              <a:off x="6484938" y="1121021"/>
              <a:ext cx="2363787" cy="2363787"/>
            </a:xfrm>
            <a:custGeom>
              <a:avLst/>
              <a:gdLst>
                <a:gd name="T0" fmla="*/ 121 w 629"/>
                <a:gd name="T1" fmla="*/ 629 h 629"/>
                <a:gd name="T2" fmla="*/ 156 w 629"/>
                <a:gd name="T3" fmla="*/ 594 h 629"/>
                <a:gd name="T4" fmla="*/ 180 w 629"/>
                <a:gd name="T5" fmla="*/ 570 h 629"/>
                <a:gd name="T6" fmla="*/ 517 w 629"/>
                <a:gd name="T7" fmla="*/ 519 h 629"/>
                <a:gd name="T8" fmla="*/ 517 w 629"/>
                <a:gd name="T9" fmla="*/ 112 h 629"/>
                <a:gd name="T10" fmla="*/ 110 w 629"/>
                <a:gd name="T11" fmla="*/ 112 h 629"/>
                <a:gd name="T12" fmla="*/ 59 w 629"/>
                <a:gd name="T13" fmla="*/ 449 h 629"/>
                <a:gd name="T14" fmla="*/ 35 w 629"/>
                <a:gd name="T15" fmla="*/ 473 h 629"/>
                <a:gd name="T16" fmla="*/ 1 w 629"/>
                <a:gd name="T17" fmla="*/ 508 h 629"/>
                <a:gd name="T18" fmla="*/ 0 w 629"/>
                <a:gd name="T19" fmla="*/ 509 h 629"/>
                <a:gd name="T20" fmla="*/ 120 w 629"/>
                <a:gd name="T21" fmla="*/ 629 h 629"/>
                <a:gd name="T22" fmla="*/ 121 w 629"/>
                <a:gd name="T23" fmla="*/ 629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29" h="629">
                  <a:moveTo>
                    <a:pt x="121" y="629"/>
                  </a:moveTo>
                  <a:cubicBezTo>
                    <a:pt x="156" y="594"/>
                    <a:pt x="156" y="594"/>
                    <a:pt x="156" y="594"/>
                  </a:cubicBezTo>
                  <a:cubicBezTo>
                    <a:pt x="180" y="570"/>
                    <a:pt x="180" y="570"/>
                    <a:pt x="180" y="570"/>
                  </a:cubicBezTo>
                  <a:cubicBezTo>
                    <a:pt x="288" y="627"/>
                    <a:pt x="425" y="610"/>
                    <a:pt x="517" y="519"/>
                  </a:cubicBezTo>
                  <a:cubicBezTo>
                    <a:pt x="629" y="407"/>
                    <a:pt x="629" y="225"/>
                    <a:pt x="517" y="112"/>
                  </a:cubicBezTo>
                  <a:cubicBezTo>
                    <a:pt x="405" y="0"/>
                    <a:pt x="223" y="0"/>
                    <a:pt x="110" y="112"/>
                  </a:cubicBezTo>
                  <a:cubicBezTo>
                    <a:pt x="19" y="204"/>
                    <a:pt x="2" y="341"/>
                    <a:pt x="59" y="449"/>
                  </a:cubicBezTo>
                  <a:cubicBezTo>
                    <a:pt x="35" y="473"/>
                    <a:pt x="35" y="473"/>
                    <a:pt x="35" y="473"/>
                  </a:cubicBezTo>
                  <a:cubicBezTo>
                    <a:pt x="1" y="508"/>
                    <a:pt x="1" y="508"/>
                    <a:pt x="1" y="508"/>
                  </a:cubicBezTo>
                  <a:cubicBezTo>
                    <a:pt x="0" y="509"/>
                    <a:pt x="0" y="509"/>
                    <a:pt x="0" y="509"/>
                  </a:cubicBezTo>
                  <a:cubicBezTo>
                    <a:pt x="53" y="533"/>
                    <a:pt x="96" y="576"/>
                    <a:pt x="120" y="629"/>
                  </a:cubicBezTo>
                  <a:lnTo>
                    <a:pt x="121" y="629"/>
                  </a:lnTo>
                  <a:close/>
                </a:path>
              </a:pathLst>
            </a:custGeom>
            <a:solidFill>
              <a:srgbClr val="FF9300"/>
            </a:solidFill>
            <a:ln w="14288" cap="flat">
              <a:noFill/>
              <a:prstDash val="solid"/>
              <a:miter lim="800000"/>
              <a:headEnd/>
              <a:tailEnd/>
            </a:ln>
            <a:effectLst>
              <a:outerShdw blurRad="203200" dist="38100" dir="2700000" sx="102000" sy="102000" algn="tl" rotWithShape="0">
                <a:schemeClr val="tx1">
                  <a:lumMod val="65000"/>
                  <a:lumOff val="35000"/>
                  <a:alpha val="30000"/>
                </a:schemeClr>
              </a:outerShdw>
            </a:effec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 name="Freeform 14"/>
            <p:cNvSpPr>
              <a:spLocks/>
            </p:cNvSpPr>
            <p:nvPr/>
          </p:nvSpPr>
          <p:spPr bwMode="auto">
            <a:xfrm>
              <a:off x="6484938" y="2808533"/>
              <a:ext cx="676275" cy="676275"/>
            </a:xfrm>
            <a:custGeom>
              <a:avLst/>
              <a:gdLst>
                <a:gd name="T0" fmla="*/ 180 w 180"/>
                <a:gd name="T1" fmla="*/ 121 h 180"/>
                <a:gd name="T2" fmla="*/ 156 w 180"/>
                <a:gd name="T3" fmla="*/ 145 h 180"/>
                <a:gd name="T4" fmla="*/ 121 w 180"/>
                <a:gd name="T5" fmla="*/ 180 h 180"/>
                <a:gd name="T6" fmla="*/ 120 w 180"/>
                <a:gd name="T7" fmla="*/ 180 h 180"/>
                <a:gd name="T8" fmla="*/ 0 w 180"/>
                <a:gd name="T9" fmla="*/ 60 h 180"/>
                <a:gd name="T10" fmla="*/ 1 w 180"/>
                <a:gd name="T11" fmla="*/ 59 h 180"/>
                <a:gd name="T12" fmla="*/ 35 w 180"/>
                <a:gd name="T13" fmla="*/ 24 h 180"/>
                <a:gd name="T14" fmla="*/ 59 w 180"/>
                <a:gd name="T15" fmla="*/ 0 h 180"/>
                <a:gd name="T16" fmla="*/ 180 w 180"/>
                <a:gd name="T17" fmla="*/ 121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0" h="180">
                  <a:moveTo>
                    <a:pt x="180" y="121"/>
                  </a:moveTo>
                  <a:cubicBezTo>
                    <a:pt x="156" y="145"/>
                    <a:pt x="156" y="145"/>
                    <a:pt x="156" y="145"/>
                  </a:cubicBezTo>
                  <a:cubicBezTo>
                    <a:pt x="121" y="180"/>
                    <a:pt x="121" y="180"/>
                    <a:pt x="121" y="180"/>
                  </a:cubicBezTo>
                  <a:cubicBezTo>
                    <a:pt x="120" y="180"/>
                    <a:pt x="120" y="180"/>
                    <a:pt x="120" y="180"/>
                  </a:cubicBezTo>
                  <a:cubicBezTo>
                    <a:pt x="96" y="127"/>
                    <a:pt x="53" y="84"/>
                    <a:pt x="0" y="60"/>
                  </a:cubicBezTo>
                  <a:cubicBezTo>
                    <a:pt x="1" y="59"/>
                    <a:pt x="1" y="59"/>
                    <a:pt x="1" y="59"/>
                  </a:cubicBezTo>
                  <a:cubicBezTo>
                    <a:pt x="35" y="24"/>
                    <a:pt x="35" y="24"/>
                    <a:pt x="35" y="24"/>
                  </a:cubicBezTo>
                  <a:cubicBezTo>
                    <a:pt x="59" y="0"/>
                    <a:pt x="59" y="0"/>
                    <a:pt x="59" y="0"/>
                  </a:cubicBezTo>
                  <a:lnTo>
                    <a:pt x="180" y="121"/>
                  </a:lnTo>
                  <a:close/>
                </a:path>
              </a:pathLst>
            </a:custGeom>
            <a:gradFill flip="none" rotWithShape="1">
              <a:gsLst>
                <a:gs pos="40000">
                  <a:schemeClr val="tx1">
                    <a:lumMod val="95000"/>
                    <a:lumOff val="5000"/>
                    <a:alpha val="40000"/>
                  </a:schemeClr>
                </a:gs>
                <a:gs pos="55000">
                  <a:schemeClr val="tx1">
                    <a:lumMod val="95000"/>
                    <a:lumOff val="5000"/>
                    <a:alpha val="0"/>
                  </a:schemeClr>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solidFill>
                  <a:prstClr val="white"/>
                </a:solidFill>
              </a:endParaRPr>
            </a:p>
          </p:txBody>
        </p:sp>
        <p:sp>
          <p:nvSpPr>
            <p:cNvPr id="10" name="Freeform 15"/>
            <p:cNvSpPr>
              <a:spLocks/>
            </p:cNvSpPr>
            <p:nvPr/>
          </p:nvSpPr>
          <p:spPr bwMode="auto">
            <a:xfrm>
              <a:off x="5003801" y="3999158"/>
              <a:ext cx="963612" cy="966787"/>
            </a:xfrm>
            <a:custGeom>
              <a:avLst/>
              <a:gdLst>
                <a:gd name="T0" fmla="*/ 256 w 256"/>
                <a:gd name="T1" fmla="*/ 231 h 257"/>
                <a:gd name="T2" fmla="*/ 255 w 256"/>
                <a:gd name="T3" fmla="*/ 236 h 257"/>
                <a:gd name="T4" fmla="*/ 227 w 256"/>
                <a:gd name="T5" fmla="*/ 254 h 257"/>
                <a:gd name="T6" fmla="*/ 3 w 256"/>
                <a:gd name="T7" fmla="*/ 31 h 257"/>
                <a:gd name="T8" fmla="*/ 21 w 256"/>
                <a:gd name="T9" fmla="*/ 3 h 257"/>
                <a:gd name="T10" fmla="*/ 49 w 256"/>
                <a:gd name="T11" fmla="*/ 21 h 257"/>
                <a:gd name="T12" fmla="*/ 237 w 256"/>
                <a:gd name="T13" fmla="*/ 208 h 257"/>
                <a:gd name="T14" fmla="*/ 256 w 256"/>
                <a:gd name="T15" fmla="*/ 231 h 2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6" h="257">
                  <a:moveTo>
                    <a:pt x="256" y="231"/>
                  </a:moveTo>
                  <a:cubicBezTo>
                    <a:pt x="256" y="233"/>
                    <a:pt x="256" y="234"/>
                    <a:pt x="255" y="236"/>
                  </a:cubicBezTo>
                  <a:cubicBezTo>
                    <a:pt x="252" y="249"/>
                    <a:pt x="240" y="257"/>
                    <a:pt x="227" y="254"/>
                  </a:cubicBezTo>
                  <a:cubicBezTo>
                    <a:pt x="116" y="230"/>
                    <a:pt x="28" y="142"/>
                    <a:pt x="3" y="31"/>
                  </a:cubicBezTo>
                  <a:cubicBezTo>
                    <a:pt x="0" y="18"/>
                    <a:pt x="8" y="5"/>
                    <a:pt x="21" y="3"/>
                  </a:cubicBezTo>
                  <a:cubicBezTo>
                    <a:pt x="34" y="0"/>
                    <a:pt x="46" y="8"/>
                    <a:pt x="49" y="21"/>
                  </a:cubicBezTo>
                  <a:cubicBezTo>
                    <a:pt x="70" y="114"/>
                    <a:pt x="144" y="187"/>
                    <a:pt x="237" y="208"/>
                  </a:cubicBezTo>
                  <a:cubicBezTo>
                    <a:pt x="248" y="210"/>
                    <a:pt x="256" y="220"/>
                    <a:pt x="256" y="231"/>
                  </a:cubicBezTo>
                  <a:close/>
                </a:path>
              </a:pathLst>
            </a:custGeom>
            <a:solidFill>
              <a:schemeClr val="bg1">
                <a:lumMod val="65000"/>
              </a:schemeClr>
            </a:solidFill>
            <a:ln w="14288" cap="flat">
              <a:noFill/>
              <a:prstDash val="solid"/>
              <a:miter lim="800000"/>
              <a:headEnd/>
              <a:tailEnd/>
            </a:ln>
            <a:effectLst>
              <a:innerShdw blurRad="114300">
                <a:schemeClr val="tx1">
                  <a:lumMod val="75000"/>
                  <a:lumOff val="25000"/>
                </a:schemeClr>
              </a:innerShdw>
            </a:effec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 name="Freeform 17"/>
            <p:cNvSpPr>
              <a:spLocks/>
            </p:cNvSpPr>
            <p:nvPr/>
          </p:nvSpPr>
          <p:spPr bwMode="auto">
            <a:xfrm>
              <a:off x="6218238" y="4003921"/>
              <a:ext cx="969962" cy="962025"/>
            </a:xfrm>
            <a:custGeom>
              <a:avLst/>
              <a:gdLst>
                <a:gd name="T0" fmla="*/ 232 w 258"/>
                <a:gd name="T1" fmla="*/ 0 h 256"/>
                <a:gd name="T2" fmla="*/ 237 w 258"/>
                <a:gd name="T3" fmla="*/ 1 h 256"/>
                <a:gd name="T4" fmla="*/ 255 w 258"/>
                <a:gd name="T5" fmla="*/ 29 h 256"/>
                <a:gd name="T6" fmla="*/ 32 w 258"/>
                <a:gd name="T7" fmla="*/ 253 h 256"/>
                <a:gd name="T8" fmla="*/ 3 w 258"/>
                <a:gd name="T9" fmla="*/ 235 h 256"/>
                <a:gd name="T10" fmla="*/ 21 w 258"/>
                <a:gd name="T11" fmla="*/ 207 h 256"/>
                <a:gd name="T12" fmla="*/ 208 w 258"/>
                <a:gd name="T13" fmla="*/ 19 h 256"/>
                <a:gd name="T14" fmla="*/ 232 w 258"/>
                <a:gd name="T15" fmla="*/ 0 h 2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8" h="256">
                  <a:moveTo>
                    <a:pt x="232" y="0"/>
                  </a:moveTo>
                  <a:cubicBezTo>
                    <a:pt x="233" y="0"/>
                    <a:pt x="235" y="0"/>
                    <a:pt x="237" y="1"/>
                  </a:cubicBezTo>
                  <a:cubicBezTo>
                    <a:pt x="250" y="3"/>
                    <a:pt x="258" y="16"/>
                    <a:pt x="255" y="29"/>
                  </a:cubicBezTo>
                  <a:cubicBezTo>
                    <a:pt x="230" y="140"/>
                    <a:pt x="143" y="228"/>
                    <a:pt x="32" y="253"/>
                  </a:cubicBezTo>
                  <a:cubicBezTo>
                    <a:pt x="19" y="256"/>
                    <a:pt x="6" y="248"/>
                    <a:pt x="3" y="235"/>
                  </a:cubicBezTo>
                  <a:cubicBezTo>
                    <a:pt x="0" y="222"/>
                    <a:pt x="8" y="209"/>
                    <a:pt x="21" y="207"/>
                  </a:cubicBezTo>
                  <a:cubicBezTo>
                    <a:pt x="114" y="186"/>
                    <a:pt x="188" y="112"/>
                    <a:pt x="208" y="19"/>
                  </a:cubicBezTo>
                  <a:cubicBezTo>
                    <a:pt x="211" y="8"/>
                    <a:pt x="221" y="0"/>
                    <a:pt x="232" y="0"/>
                  </a:cubicBezTo>
                  <a:close/>
                </a:path>
              </a:pathLst>
            </a:custGeom>
            <a:solidFill>
              <a:schemeClr val="bg1">
                <a:lumMod val="65000"/>
              </a:schemeClr>
            </a:solidFill>
            <a:ln w="14288" cap="flat">
              <a:noFill/>
              <a:prstDash val="solid"/>
              <a:miter lim="800000"/>
              <a:headEnd/>
              <a:tailEnd/>
            </a:ln>
            <a:effectLst>
              <a:innerShdw blurRad="114300">
                <a:schemeClr val="tx1">
                  <a:lumMod val="75000"/>
                  <a:lumOff val="25000"/>
                </a:schemeClr>
              </a:innerShdw>
            </a:effec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 name="Freeform 19"/>
            <p:cNvSpPr>
              <a:spLocks/>
            </p:cNvSpPr>
            <p:nvPr/>
          </p:nvSpPr>
          <p:spPr bwMode="auto">
            <a:xfrm>
              <a:off x="3343276" y="4262683"/>
              <a:ext cx="2360612" cy="2363787"/>
            </a:xfrm>
            <a:custGeom>
              <a:avLst/>
              <a:gdLst>
                <a:gd name="T0" fmla="*/ 507 w 628"/>
                <a:gd name="T1" fmla="*/ 1 h 629"/>
                <a:gd name="T2" fmla="*/ 473 w 628"/>
                <a:gd name="T3" fmla="*/ 36 h 629"/>
                <a:gd name="T4" fmla="*/ 449 w 628"/>
                <a:gd name="T5" fmla="*/ 59 h 629"/>
                <a:gd name="T6" fmla="*/ 112 w 628"/>
                <a:gd name="T7" fmla="*/ 111 h 629"/>
                <a:gd name="T8" fmla="*/ 112 w 628"/>
                <a:gd name="T9" fmla="*/ 517 h 629"/>
                <a:gd name="T10" fmla="*/ 518 w 628"/>
                <a:gd name="T11" fmla="*/ 517 h 629"/>
                <a:gd name="T12" fmla="*/ 569 w 628"/>
                <a:gd name="T13" fmla="*/ 180 h 629"/>
                <a:gd name="T14" fmla="*/ 593 w 628"/>
                <a:gd name="T15" fmla="*/ 156 h 629"/>
                <a:gd name="T16" fmla="*/ 628 w 628"/>
                <a:gd name="T17" fmla="*/ 121 h 629"/>
                <a:gd name="T18" fmla="*/ 628 w 628"/>
                <a:gd name="T19" fmla="*/ 121 h 629"/>
                <a:gd name="T20" fmla="*/ 508 w 628"/>
                <a:gd name="T21" fmla="*/ 0 h 629"/>
                <a:gd name="T22" fmla="*/ 507 w 628"/>
                <a:gd name="T23" fmla="*/ 1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28" h="629">
                  <a:moveTo>
                    <a:pt x="507" y="1"/>
                  </a:moveTo>
                  <a:cubicBezTo>
                    <a:pt x="473" y="36"/>
                    <a:pt x="473" y="36"/>
                    <a:pt x="473" y="36"/>
                  </a:cubicBezTo>
                  <a:cubicBezTo>
                    <a:pt x="449" y="59"/>
                    <a:pt x="449" y="59"/>
                    <a:pt x="449" y="59"/>
                  </a:cubicBezTo>
                  <a:cubicBezTo>
                    <a:pt x="340" y="2"/>
                    <a:pt x="203" y="19"/>
                    <a:pt x="112" y="111"/>
                  </a:cubicBezTo>
                  <a:cubicBezTo>
                    <a:pt x="0" y="223"/>
                    <a:pt x="0" y="405"/>
                    <a:pt x="112" y="517"/>
                  </a:cubicBezTo>
                  <a:cubicBezTo>
                    <a:pt x="224" y="629"/>
                    <a:pt x="406" y="629"/>
                    <a:pt x="518" y="517"/>
                  </a:cubicBezTo>
                  <a:cubicBezTo>
                    <a:pt x="609" y="426"/>
                    <a:pt x="626" y="288"/>
                    <a:pt x="569" y="180"/>
                  </a:cubicBezTo>
                  <a:cubicBezTo>
                    <a:pt x="593" y="156"/>
                    <a:pt x="593" y="156"/>
                    <a:pt x="593" y="156"/>
                  </a:cubicBezTo>
                  <a:cubicBezTo>
                    <a:pt x="628" y="121"/>
                    <a:pt x="628" y="121"/>
                    <a:pt x="628" y="121"/>
                  </a:cubicBezTo>
                  <a:cubicBezTo>
                    <a:pt x="628" y="121"/>
                    <a:pt x="628" y="121"/>
                    <a:pt x="628" y="121"/>
                  </a:cubicBezTo>
                  <a:cubicBezTo>
                    <a:pt x="575" y="96"/>
                    <a:pt x="533" y="53"/>
                    <a:pt x="508" y="0"/>
                  </a:cubicBezTo>
                  <a:lnTo>
                    <a:pt x="507" y="1"/>
                  </a:lnTo>
                  <a:close/>
                </a:path>
              </a:pathLst>
            </a:custGeom>
            <a:solidFill>
              <a:srgbClr val="92D050"/>
            </a:solidFill>
            <a:ln w="14288" cap="flat">
              <a:noFill/>
              <a:prstDash val="solid"/>
              <a:miter lim="800000"/>
              <a:headEnd/>
              <a:tailEnd/>
            </a:ln>
            <a:effectLst>
              <a:outerShdw blurRad="203200" dist="38100" dir="2700000" sx="102000" sy="102000" algn="tl" rotWithShape="0">
                <a:schemeClr val="tx1">
                  <a:lumMod val="65000"/>
                  <a:lumOff val="35000"/>
                  <a:alpha val="30000"/>
                </a:schemeClr>
              </a:outerShdw>
            </a:effec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 name="Freeform 20"/>
            <p:cNvSpPr>
              <a:spLocks/>
            </p:cNvSpPr>
            <p:nvPr/>
          </p:nvSpPr>
          <p:spPr bwMode="auto">
            <a:xfrm>
              <a:off x="5030788" y="4262683"/>
              <a:ext cx="673100" cy="676275"/>
            </a:xfrm>
            <a:custGeom>
              <a:avLst/>
              <a:gdLst>
                <a:gd name="T0" fmla="*/ 0 w 179"/>
                <a:gd name="T1" fmla="*/ 59 h 180"/>
                <a:gd name="T2" fmla="*/ 24 w 179"/>
                <a:gd name="T3" fmla="*/ 36 h 180"/>
                <a:gd name="T4" fmla="*/ 58 w 179"/>
                <a:gd name="T5" fmla="*/ 1 h 180"/>
                <a:gd name="T6" fmla="*/ 59 w 179"/>
                <a:gd name="T7" fmla="*/ 0 h 180"/>
                <a:gd name="T8" fmla="*/ 179 w 179"/>
                <a:gd name="T9" fmla="*/ 121 h 180"/>
                <a:gd name="T10" fmla="*/ 179 w 179"/>
                <a:gd name="T11" fmla="*/ 121 h 180"/>
                <a:gd name="T12" fmla="*/ 144 w 179"/>
                <a:gd name="T13" fmla="*/ 156 h 180"/>
                <a:gd name="T14" fmla="*/ 120 w 179"/>
                <a:gd name="T15" fmla="*/ 180 h 180"/>
                <a:gd name="T16" fmla="*/ 0 w 179"/>
                <a:gd name="T17" fmla="*/ 59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 h="180">
                  <a:moveTo>
                    <a:pt x="0" y="59"/>
                  </a:moveTo>
                  <a:cubicBezTo>
                    <a:pt x="24" y="36"/>
                    <a:pt x="24" y="36"/>
                    <a:pt x="24" y="36"/>
                  </a:cubicBezTo>
                  <a:cubicBezTo>
                    <a:pt x="58" y="1"/>
                    <a:pt x="58" y="1"/>
                    <a:pt x="58" y="1"/>
                  </a:cubicBezTo>
                  <a:cubicBezTo>
                    <a:pt x="59" y="0"/>
                    <a:pt x="59" y="0"/>
                    <a:pt x="59" y="0"/>
                  </a:cubicBezTo>
                  <a:cubicBezTo>
                    <a:pt x="84" y="53"/>
                    <a:pt x="126" y="96"/>
                    <a:pt x="179" y="121"/>
                  </a:cubicBezTo>
                  <a:cubicBezTo>
                    <a:pt x="179" y="121"/>
                    <a:pt x="179" y="121"/>
                    <a:pt x="179" y="121"/>
                  </a:cubicBezTo>
                  <a:cubicBezTo>
                    <a:pt x="144" y="156"/>
                    <a:pt x="144" y="156"/>
                    <a:pt x="144" y="156"/>
                  </a:cubicBezTo>
                  <a:cubicBezTo>
                    <a:pt x="120" y="180"/>
                    <a:pt x="120" y="180"/>
                    <a:pt x="120" y="180"/>
                  </a:cubicBezTo>
                  <a:lnTo>
                    <a:pt x="0" y="59"/>
                  </a:lnTo>
                  <a:close/>
                </a:path>
              </a:pathLst>
            </a:custGeom>
            <a:gradFill flip="none" rotWithShape="1">
              <a:gsLst>
                <a:gs pos="40000">
                  <a:schemeClr val="tx1">
                    <a:lumMod val="95000"/>
                    <a:lumOff val="5000"/>
                    <a:alpha val="40000"/>
                  </a:schemeClr>
                </a:gs>
                <a:gs pos="55000">
                  <a:schemeClr val="tx1">
                    <a:lumMod val="95000"/>
                    <a:lumOff val="5000"/>
                    <a:alpha val="0"/>
                  </a:schemeClr>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solidFill>
                  <a:prstClr val="white"/>
                </a:solidFill>
              </a:endParaRPr>
            </a:p>
          </p:txBody>
        </p:sp>
        <p:sp>
          <p:nvSpPr>
            <p:cNvPr id="14" name="Freeform 21"/>
            <p:cNvSpPr>
              <a:spLocks/>
            </p:cNvSpPr>
            <p:nvPr/>
          </p:nvSpPr>
          <p:spPr bwMode="auto">
            <a:xfrm>
              <a:off x="6484938" y="4265858"/>
              <a:ext cx="2363787" cy="2360612"/>
            </a:xfrm>
            <a:custGeom>
              <a:avLst/>
              <a:gdLst>
                <a:gd name="T0" fmla="*/ 0 w 629"/>
                <a:gd name="T1" fmla="*/ 120 h 628"/>
                <a:gd name="T2" fmla="*/ 35 w 629"/>
                <a:gd name="T3" fmla="*/ 155 h 628"/>
                <a:gd name="T4" fmla="*/ 59 w 629"/>
                <a:gd name="T5" fmla="*/ 179 h 628"/>
                <a:gd name="T6" fmla="*/ 110 w 629"/>
                <a:gd name="T7" fmla="*/ 516 h 628"/>
                <a:gd name="T8" fmla="*/ 517 w 629"/>
                <a:gd name="T9" fmla="*/ 516 h 628"/>
                <a:gd name="T10" fmla="*/ 517 w 629"/>
                <a:gd name="T11" fmla="*/ 110 h 628"/>
                <a:gd name="T12" fmla="*/ 179 w 629"/>
                <a:gd name="T13" fmla="*/ 59 h 628"/>
                <a:gd name="T14" fmla="*/ 156 w 629"/>
                <a:gd name="T15" fmla="*/ 35 h 628"/>
                <a:gd name="T16" fmla="*/ 121 w 629"/>
                <a:gd name="T17" fmla="*/ 0 h 628"/>
                <a:gd name="T18" fmla="*/ 120 w 629"/>
                <a:gd name="T19" fmla="*/ 0 h 628"/>
                <a:gd name="T20" fmla="*/ 0 w 629"/>
                <a:gd name="T21" fmla="*/ 120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9" h="628">
                  <a:moveTo>
                    <a:pt x="0" y="120"/>
                  </a:moveTo>
                  <a:cubicBezTo>
                    <a:pt x="35" y="155"/>
                    <a:pt x="35" y="155"/>
                    <a:pt x="35" y="155"/>
                  </a:cubicBezTo>
                  <a:cubicBezTo>
                    <a:pt x="59" y="179"/>
                    <a:pt x="59" y="179"/>
                    <a:pt x="59" y="179"/>
                  </a:cubicBezTo>
                  <a:cubicBezTo>
                    <a:pt x="2" y="288"/>
                    <a:pt x="19" y="425"/>
                    <a:pt x="110" y="516"/>
                  </a:cubicBezTo>
                  <a:cubicBezTo>
                    <a:pt x="222" y="628"/>
                    <a:pt x="404" y="628"/>
                    <a:pt x="517" y="516"/>
                  </a:cubicBezTo>
                  <a:cubicBezTo>
                    <a:pt x="629" y="404"/>
                    <a:pt x="629" y="222"/>
                    <a:pt x="517" y="110"/>
                  </a:cubicBezTo>
                  <a:cubicBezTo>
                    <a:pt x="425" y="19"/>
                    <a:pt x="288" y="2"/>
                    <a:pt x="179" y="59"/>
                  </a:cubicBezTo>
                  <a:cubicBezTo>
                    <a:pt x="156" y="35"/>
                    <a:pt x="156" y="35"/>
                    <a:pt x="156" y="35"/>
                  </a:cubicBezTo>
                  <a:cubicBezTo>
                    <a:pt x="121" y="0"/>
                    <a:pt x="121" y="0"/>
                    <a:pt x="121" y="0"/>
                  </a:cubicBezTo>
                  <a:cubicBezTo>
                    <a:pt x="120" y="0"/>
                    <a:pt x="120" y="0"/>
                    <a:pt x="120" y="0"/>
                  </a:cubicBezTo>
                  <a:cubicBezTo>
                    <a:pt x="96" y="52"/>
                    <a:pt x="53" y="95"/>
                    <a:pt x="0" y="120"/>
                  </a:cubicBezTo>
                  <a:close/>
                </a:path>
              </a:pathLst>
            </a:custGeom>
            <a:solidFill>
              <a:srgbClr val="E4007F"/>
            </a:solidFill>
            <a:ln w="14288" cap="flat">
              <a:noFill/>
              <a:prstDash val="solid"/>
              <a:miter lim="800000"/>
              <a:headEnd/>
              <a:tailEnd/>
            </a:ln>
            <a:effectLst>
              <a:outerShdw blurRad="203200" dist="38100" dir="2700000" sx="102000" sy="102000" algn="tl" rotWithShape="0">
                <a:schemeClr val="tx1">
                  <a:lumMod val="65000"/>
                  <a:lumOff val="35000"/>
                  <a:alpha val="30000"/>
                </a:schemeClr>
              </a:outerShdw>
            </a:effec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 name="Freeform 22"/>
            <p:cNvSpPr>
              <a:spLocks/>
            </p:cNvSpPr>
            <p:nvPr/>
          </p:nvSpPr>
          <p:spPr bwMode="auto">
            <a:xfrm>
              <a:off x="6484938" y="4265858"/>
              <a:ext cx="673100" cy="673100"/>
            </a:xfrm>
            <a:custGeom>
              <a:avLst/>
              <a:gdLst>
                <a:gd name="T0" fmla="*/ 59 w 179"/>
                <a:gd name="T1" fmla="*/ 179 h 179"/>
                <a:gd name="T2" fmla="*/ 35 w 179"/>
                <a:gd name="T3" fmla="*/ 155 h 179"/>
                <a:gd name="T4" fmla="*/ 0 w 179"/>
                <a:gd name="T5" fmla="*/ 120 h 179"/>
                <a:gd name="T6" fmla="*/ 0 w 179"/>
                <a:gd name="T7" fmla="*/ 120 h 179"/>
                <a:gd name="T8" fmla="*/ 120 w 179"/>
                <a:gd name="T9" fmla="*/ 0 h 179"/>
                <a:gd name="T10" fmla="*/ 121 w 179"/>
                <a:gd name="T11" fmla="*/ 0 h 179"/>
                <a:gd name="T12" fmla="*/ 156 w 179"/>
                <a:gd name="T13" fmla="*/ 35 h 179"/>
                <a:gd name="T14" fmla="*/ 179 w 179"/>
                <a:gd name="T15" fmla="*/ 59 h 179"/>
                <a:gd name="T16" fmla="*/ 59 w 179"/>
                <a:gd name="T17"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 h="179">
                  <a:moveTo>
                    <a:pt x="59" y="179"/>
                  </a:moveTo>
                  <a:cubicBezTo>
                    <a:pt x="35" y="155"/>
                    <a:pt x="35" y="155"/>
                    <a:pt x="35" y="155"/>
                  </a:cubicBezTo>
                  <a:cubicBezTo>
                    <a:pt x="0" y="120"/>
                    <a:pt x="0" y="120"/>
                    <a:pt x="0" y="120"/>
                  </a:cubicBezTo>
                  <a:cubicBezTo>
                    <a:pt x="0" y="120"/>
                    <a:pt x="0" y="120"/>
                    <a:pt x="0" y="120"/>
                  </a:cubicBezTo>
                  <a:cubicBezTo>
                    <a:pt x="53" y="95"/>
                    <a:pt x="96" y="52"/>
                    <a:pt x="120" y="0"/>
                  </a:cubicBezTo>
                  <a:cubicBezTo>
                    <a:pt x="121" y="0"/>
                    <a:pt x="121" y="0"/>
                    <a:pt x="121" y="0"/>
                  </a:cubicBezTo>
                  <a:cubicBezTo>
                    <a:pt x="156" y="35"/>
                    <a:pt x="156" y="35"/>
                    <a:pt x="156" y="35"/>
                  </a:cubicBezTo>
                  <a:cubicBezTo>
                    <a:pt x="179" y="59"/>
                    <a:pt x="179" y="59"/>
                    <a:pt x="179" y="59"/>
                  </a:cubicBezTo>
                  <a:lnTo>
                    <a:pt x="59" y="179"/>
                  </a:lnTo>
                  <a:close/>
                </a:path>
              </a:pathLst>
            </a:custGeom>
            <a:gradFill flip="none" rotWithShape="1">
              <a:gsLst>
                <a:gs pos="40000">
                  <a:schemeClr val="tx1">
                    <a:lumMod val="95000"/>
                    <a:lumOff val="5000"/>
                    <a:alpha val="40000"/>
                  </a:schemeClr>
                </a:gs>
                <a:gs pos="55000">
                  <a:schemeClr val="tx1">
                    <a:lumMod val="95000"/>
                    <a:lumOff val="5000"/>
                    <a:alpha val="0"/>
                  </a:scheme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solidFill>
                  <a:prstClr val="white"/>
                </a:solidFill>
              </a:endParaRPr>
            </a:p>
          </p:txBody>
        </p:sp>
        <p:sp>
          <p:nvSpPr>
            <p:cNvPr id="16" name="Freeform 6"/>
            <p:cNvSpPr>
              <a:spLocks noEditPoints="1"/>
            </p:cNvSpPr>
            <p:nvPr/>
          </p:nvSpPr>
          <p:spPr bwMode="auto">
            <a:xfrm>
              <a:off x="7089104" y="1921350"/>
              <a:ext cx="765176" cy="769019"/>
            </a:xfrm>
            <a:custGeom>
              <a:avLst/>
              <a:gdLst>
                <a:gd name="T0" fmla="*/ 168 w 168"/>
                <a:gd name="T1" fmla="*/ 95 h 167"/>
                <a:gd name="T2" fmla="*/ 168 w 168"/>
                <a:gd name="T3" fmla="*/ 73 h 167"/>
                <a:gd name="T4" fmla="*/ 151 w 168"/>
                <a:gd name="T5" fmla="*/ 69 h 167"/>
                <a:gd name="T6" fmla="*/ 147 w 168"/>
                <a:gd name="T7" fmla="*/ 56 h 167"/>
                <a:gd name="T8" fmla="*/ 158 w 168"/>
                <a:gd name="T9" fmla="*/ 43 h 167"/>
                <a:gd name="T10" fmla="*/ 146 w 168"/>
                <a:gd name="T11" fmla="*/ 25 h 167"/>
                <a:gd name="T12" fmla="*/ 130 w 168"/>
                <a:gd name="T13" fmla="*/ 32 h 167"/>
                <a:gd name="T14" fmla="*/ 119 w 168"/>
                <a:gd name="T15" fmla="*/ 24 h 167"/>
                <a:gd name="T16" fmla="*/ 120 w 168"/>
                <a:gd name="T17" fmla="*/ 7 h 167"/>
                <a:gd name="T18" fmla="*/ 99 w 168"/>
                <a:gd name="T19" fmla="*/ 0 h 167"/>
                <a:gd name="T20" fmla="*/ 91 w 168"/>
                <a:gd name="T21" fmla="*/ 15 h 167"/>
                <a:gd name="T22" fmla="*/ 84 w 168"/>
                <a:gd name="T23" fmla="*/ 15 h 167"/>
                <a:gd name="T24" fmla="*/ 77 w 168"/>
                <a:gd name="T25" fmla="*/ 15 h 167"/>
                <a:gd name="T26" fmla="*/ 69 w 168"/>
                <a:gd name="T27" fmla="*/ 0 h 167"/>
                <a:gd name="T28" fmla="*/ 48 w 168"/>
                <a:gd name="T29" fmla="*/ 7 h 167"/>
                <a:gd name="T30" fmla="*/ 49 w 168"/>
                <a:gd name="T31" fmla="*/ 24 h 167"/>
                <a:gd name="T32" fmla="*/ 38 w 168"/>
                <a:gd name="T33" fmla="*/ 32 h 167"/>
                <a:gd name="T34" fmla="*/ 23 w 168"/>
                <a:gd name="T35" fmla="*/ 25 h 167"/>
                <a:gd name="T36" fmla="*/ 10 w 168"/>
                <a:gd name="T37" fmla="*/ 43 h 167"/>
                <a:gd name="T38" fmla="*/ 21 w 168"/>
                <a:gd name="T39" fmla="*/ 56 h 167"/>
                <a:gd name="T40" fmla="*/ 17 w 168"/>
                <a:gd name="T41" fmla="*/ 69 h 167"/>
                <a:gd name="T42" fmla="*/ 0 w 168"/>
                <a:gd name="T43" fmla="*/ 73 h 167"/>
                <a:gd name="T44" fmla="*/ 0 w 168"/>
                <a:gd name="T45" fmla="*/ 95 h 167"/>
                <a:gd name="T46" fmla="*/ 17 w 168"/>
                <a:gd name="T47" fmla="*/ 98 h 167"/>
                <a:gd name="T48" fmla="*/ 21 w 168"/>
                <a:gd name="T49" fmla="*/ 111 h 167"/>
                <a:gd name="T50" fmla="*/ 10 w 168"/>
                <a:gd name="T51" fmla="*/ 124 h 167"/>
                <a:gd name="T52" fmla="*/ 23 w 168"/>
                <a:gd name="T53" fmla="*/ 142 h 167"/>
                <a:gd name="T54" fmla="*/ 38 w 168"/>
                <a:gd name="T55" fmla="*/ 135 h 167"/>
                <a:gd name="T56" fmla="*/ 49 w 168"/>
                <a:gd name="T57" fmla="*/ 143 h 167"/>
                <a:gd name="T58" fmla="*/ 48 w 168"/>
                <a:gd name="T59" fmla="*/ 160 h 167"/>
                <a:gd name="T60" fmla="*/ 69 w 168"/>
                <a:gd name="T61" fmla="*/ 167 h 167"/>
                <a:gd name="T62" fmla="*/ 77 w 168"/>
                <a:gd name="T63" fmla="*/ 152 h 167"/>
                <a:gd name="T64" fmla="*/ 84 w 168"/>
                <a:gd name="T65" fmla="*/ 152 h 167"/>
                <a:gd name="T66" fmla="*/ 91 w 168"/>
                <a:gd name="T67" fmla="*/ 152 h 167"/>
                <a:gd name="T68" fmla="*/ 100 w 168"/>
                <a:gd name="T69" fmla="*/ 167 h 167"/>
                <a:gd name="T70" fmla="*/ 121 w 168"/>
                <a:gd name="T71" fmla="*/ 160 h 167"/>
                <a:gd name="T72" fmla="*/ 119 w 168"/>
                <a:gd name="T73" fmla="*/ 143 h 167"/>
                <a:gd name="T74" fmla="*/ 130 w 168"/>
                <a:gd name="T75" fmla="*/ 135 h 167"/>
                <a:gd name="T76" fmla="*/ 146 w 168"/>
                <a:gd name="T77" fmla="*/ 142 h 167"/>
                <a:gd name="T78" fmla="*/ 158 w 168"/>
                <a:gd name="T79" fmla="*/ 124 h 167"/>
                <a:gd name="T80" fmla="*/ 147 w 168"/>
                <a:gd name="T81" fmla="*/ 111 h 167"/>
                <a:gd name="T82" fmla="*/ 151 w 168"/>
                <a:gd name="T83" fmla="*/ 98 h 167"/>
                <a:gd name="T84" fmla="*/ 168 w 168"/>
                <a:gd name="T85" fmla="*/ 95 h 167"/>
                <a:gd name="T86" fmla="*/ 84 w 168"/>
                <a:gd name="T87" fmla="*/ 133 h 167"/>
                <a:gd name="T88" fmla="*/ 35 w 168"/>
                <a:gd name="T89" fmla="*/ 84 h 167"/>
                <a:gd name="T90" fmla="*/ 84 w 168"/>
                <a:gd name="T91" fmla="*/ 34 h 167"/>
                <a:gd name="T92" fmla="*/ 133 w 168"/>
                <a:gd name="T93" fmla="*/ 84 h 167"/>
                <a:gd name="T94" fmla="*/ 84 w 168"/>
                <a:gd name="T95" fmla="*/ 133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8" h="167">
                  <a:moveTo>
                    <a:pt x="168" y="95"/>
                  </a:moveTo>
                  <a:cubicBezTo>
                    <a:pt x="168" y="73"/>
                    <a:pt x="168" y="73"/>
                    <a:pt x="168" y="73"/>
                  </a:cubicBezTo>
                  <a:cubicBezTo>
                    <a:pt x="151" y="69"/>
                    <a:pt x="151" y="69"/>
                    <a:pt x="151" y="69"/>
                  </a:cubicBezTo>
                  <a:cubicBezTo>
                    <a:pt x="150" y="64"/>
                    <a:pt x="149" y="60"/>
                    <a:pt x="147" y="56"/>
                  </a:cubicBezTo>
                  <a:cubicBezTo>
                    <a:pt x="158" y="43"/>
                    <a:pt x="158" y="43"/>
                    <a:pt x="158" y="43"/>
                  </a:cubicBezTo>
                  <a:cubicBezTo>
                    <a:pt x="146" y="25"/>
                    <a:pt x="146" y="25"/>
                    <a:pt x="146" y="25"/>
                  </a:cubicBezTo>
                  <a:cubicBezTo>
                    <a:pt x="130" y="32"/>
                    <a:pt x="130" y="32"/>
                    <a:pt x="130" y="32"/>
                  </a:cubicBezTo>
                  <a:cubicBezTo>
                    <a:pt x="126" y="29"/>
                    <a:pt x="123" y="27"/>
                    <a:pt x="119" y="24"/>
                  </a:cubicBezTo>
                  <a:cubicBezTo>
                    <a:pt x="120" y="7"/>
                    <a:pt x="120" y="7"/>
                    <a:pt x="120" y="7"/>
                  </a:cubicBezTo>
                  <a:cubicBezTo>
                    <a:pt x="99" y="0"/>
                    <a:pt x="99" y="0"/>
                    <a:pt x="99" y="0"/>
                  </a:cubicBezTo>
                  <a:cubicBezTo>
                    <a:pt x="91" y="15"/>
                    <a:pt x="91" y="15"/>
                    <a:pt x="91" y="15"/>
                  </a:cubicBezTo>
                  <a:cubicBezTo>
                    <a:pt x="89" y="15"/>
                    <a:pt x="86" y="15"/>
                    <a:pt x="84" y="15"/>
                  </a:cubicBezTo>
                  <a:cubicBezTo>
                    <a:pt x="82" y="15"/>
                    <a:pt x="79" y="15"/>
                    <a:pt x="77" y="15"/>
                  </a:cubicBezTo>
                  <a:cubicBezTo>
                    <a:pt x="69" y="0"/>
                    <a:pt x="69" y="0"/>
                    <a:pt x="69" y="0"/>
                  </a:cubicBezTo>
                  <a:cubicBezTo>
                    <a:pt x="48" y="7"/>
                    <a:pt x="48" y="7"/>
                    <a:pt x="48" y="7"/>
                  </a:cubicBezTo>
                  <a:cubicBezTo>
                    <a:pt x="49" y="24"/>
                    <a:pt x="49" y="24"/>
                    <a:pt x="49" y="24"/>
                  </a:cubicBezTo>
                  <a:cubicBezTo>
                    <a:pt x="45" y="27"/>
                    <a:pt x="42" y="29"/>
                    <a:pt x="38" y="32"/>
                  </a:cubicBezTo>
                  <a:cubicBezTo>
                    <a:pt x="23" y="25"/>
                    <a:pt x="23" y="25"/>
                    <a:pt x="23" y="25"/>
                  </a:cubicBezTo>
                  <a:cubicBezTo>
                    <a:pt x="10" y="43"/>
                    <a:pt x="10" y="43"/>
                    <a:pt x="10" y="43"/>
                  </a:cubicBezTo>
                  <a:cubicBezTo>
                    <a:pt x="21" y="56"/>
                    <a:pt x="21" y="56"/>
                    <a:pt x="21" y="56"/>
                  </a:cubicBezTo>
                  <a:cubicBezTo>
                    <a:pt x="19" y="60"/>
                    <a:pt x="18" y="65"/>
                    <a:pt x="17" y="69"/>
                  </a:cubicBezTo>
                  <a:cubicBezTo>
                    <a:pt x="0" y="73"/>
                    <a:pt x="0" y="73"/>
                    <a:pt x="0" y="73"/>
                  </a:cubicBezTo>
                  <a:cubicBezTo>
                    <a:pt x="0" y="95"/>
                    <a:pt x="0" y="95"/>
                    <a:pt x="0" y="95"/>
                  </a:cubicBezTo>
                  <a:cubicBezTo>
                    <a:pt x="17" y="98"/>
                    <a:pt x="17" y="98"/>
                    <a:pt x="17" y="98"/>
                  </a:cubicBezTo>
                  <a:cubicBezTo>
                    <a:pt x="18" y="103"/>
                    <a:pt x="19" y="107"/>
                    <a:pt x="21" y="111"/>
                  </a:cubicBezTo>
                  <a:cubicBezTo>
                    <a:pt x="10" y="124"/>
                    <a:pt x="10" y="124"/>
                    <a:pt x="10" y="124"/>
                  </a:cubicBezTo>
                  <a:cubicBezTo>
                    <a:pt x="23" y="142"/>
                    <a:pt x="23" y="142"/>
                    <a:pt x="23" y="142"/>
                  </a:cubicBezTo>
                  <a:cubicBezTo>
                    <a:pt x="38" y="135"/>
                    <a:pt x="38" y="135"/>
                    <a:pt x="38" y="135"/>
                  </a:cubicBezTo>
                  <a:cubicBezTo>
                    <a:pt x="42" y="138"/>
                    <a:pt x="46" y="141"/>
                    <a:pt x="49" y="143"/>
                  </a:cubicBezTo>
                  <a:cubicBezTo>
                    <a:pt x="48" y="160"/>
                    <a:pt x="48" y="160"/>
                    <a:pt x="48" y="160"/>
                  </a:cubicBezTo>
                  <a:cubicBezTo>
                    <a:pt x="69" y="167"/>
                    <a:pt x="69" y="167"/>
                    <a:pt x="69" y="167"/>
                  </a:cubicBezTo>
                  <a:cubicBezTo>
                    <a:pt x="77" y="152"/>
                    <a:pt x="77" y="152"/>
                    <a:pt x="77" y="152"/>
                  </a:cubicBezTo>
                  <a:cubicBezTo>
                    <a:pt x="80" y="152"/>
                    <a:pt x="82" y="152"/>
                    <a:pt x="84" y="152"/>
                  </a:cubicBezTo>
                  <a:cubicBezTo>
                    <a:pt x="86" y="152"/>
                    <a:pt x="89" y="152"/>
                    <a:pt x="91" y="152"/>
                  </a:cubicBezTo>
                  <a:cubicBezTo>
                    <a:pt x="100" y="167"/>
                    <a:pt x="100" y="167"/>
                    <a:pt x="100" y="167"/>
                  </a:cubicBezTo>
                  <a:cubicBezTo>
                    <a:pt x="121" y="160"/>
                    <a:pt x="121" y="160"/>
                    <a:pt x="121" y="160"/>
                  </a:cubicBezTo>
                  <a:cubicBezTo>
                    <a:pt x="119" y="143"/>
                    <a:pt x="119" y="143"/>
                    <a:pt x="119" y="143"/>
                  </a:cubicBezTo>
                  <a:cubicBezTo>
                    <a:pt x="123" y="141"/>
                    <a:pt x="126" y="138"/>
                    <a:pt x="130" y="135"/>
                  </a:cubicBezTo>
                  <a:cubicBezTo>
                    <a:pt x="146" y="142"/>
                    <a:pt x="146" y="142"/>
                    <a:pt x="146" y="142"/>
                  </a:cubicBezTo>
                  <a:cubicBezTo>
                    <a:pt x="158" y="124"/>
                    <a:pt x="158" y="124"/>
                    <a:pt x="158" y="124"/>
                  </a:cubicBezTo>
                  <a:cubicBezTo>
                    <a:pt x="147" y="111"/>
                    <a:pt x="147" y="111"/>
                    <a:pt x="147" y="111"/>
                  </a:cubicBezTo>
                  <a:cubicBezTo>
                    <a:pt x="149" y="107"/>
                    <a:pt x="150" y="103"/>
                    <a:pt x="151" y="98"/>
                  </a:cubicBezTo>
                  <a:lnTo>
                    <a:pt x="168" y="95"/>
                  </a:lnTo>
                  <a:close/>
                  <a:moveTo>
                    <a:pt x="84" y="133"/>
                  </a:moveTo>
                  <a:cubicBezTo>
                    <a:pt x="57" y="133"/>
                    <a:pt x="35" y="111"/>
                    <a:pt x="35" y="84"/>
                  </a:cubicBezTo>
                  <a:cubicBezTo>
                    <a:pt x="35" y="56"/>
                    <a:pt x="57" y="34"/>
                    <a:pt x="84" y="34"/>
                  </a:cubicBezTo>
                  <a:cubicBezTo>
                    <a:pt x="111" y="34"/>
                    <a:pt x="133" y="56"/>
                    <a:pt x="133" y="84"/>
                  </a:cubicBezTo>
                  <a:cubicBezTo>
                    <a:pt x="133" y="111"/>
                    <a:pt x="111" y="133"/>
                    <a:pt x="84" y="133"/>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 name="Freeform 7"/>
            <p:cNvSpPr>
              <a:spLocks noEditPoints="1"/>
            </p:cNvSpPr>
            <p:nvPr/>
          </p:nvSpPr>
          <p:spPr bwMode="auto">
            <a:xfrm>
              <a:off x="7790835" y="1802152"/>
              <a:ext cx="453722" cy="459489"/>
            </a:xfrm>
            <a:custGeom>
              <a:avLst/>
              <a:gdLst>
                <a:gd name="T0" fmla="*/ 100 w 100"/>
                <a:gd name="T1" fmla="*/ 57 h 100"/>
                <a:gd name="T2" fmla="*/ 100 w 100"/>
                <a:gd name="T3" fmla="*/ 43 h 100"/>
                <a:gd name="T4" fmla="*/ 90 w 100"/>
                <a:gd name="T5" fmla="*/ 41 h 100"/>
                <a:gd name="T6" fmla="*/ 87 w 100"/>
                <a:gd name="T7" fmla="*/ 34 h 100"/>
                <a:gd name="T8" fmla="*/ 94 w 100"/>
                <a:gd name="T9" fmla="*/ 26 h 100"/>
                <a:gd name="T10" fmla="*/ 86 w 100"/>
                <a:gd name="T11" fmla="*/ 15 h 100"/>
                <a:gd name="T12" fmla="*/ 77 w 100"/>
                <a:gd name="T13" fmla="*/ 20 h 100"/>
                <a:gd name="T14" fmla="*/ 70 w 100"/>
                <a:gd name="T15" fmla="*/ 15 h 100"/>
                <a:gd name="T16" fmla="*/ 72 w 100"/>
                <a:gd name="T17" fmla="*/ 5 h 100"/>
                <a:gd name="T18" fmla="*/ 59 w 100"/>
                <a:gd name="T19" fmla="*/ 0 h 100"/>
                <a:gd name="T20" fmla="*/ 54 w 100"/>
                <a:gd name="T21" fmla="*/ 9 h 100"/>
                <a:gd name="T22" fmla="*/ 50 w 100"/>
                <a:gd name="T23" fmla="*/ 9 h 100"/>
                <a:gd name="T24" fmla="*/ 46 w 100"/>
                <a:gd name="T25" fmla="*/ 9 h 100"/>
                <a:gd name="T26" fmla="*/ 41 w 100"/>
                <a:gd name="T27" fmla="*/ 1 h 100"/>
                <a:gd name="T28" fmla="*/ 28 w 100"/>
                <a:gd name="T29" fmla="*/ 5 h 100"/>
                <a:gd name="T30" fmla="*/ 29 w 100"/>
                <a:gd name="T31" fmla="*/ 15 h 100"/>
                <a:gd name="T32" fmla="*/ 23 w 100"/>
                <a:gd name="T33" fmla="*/ 20 h 100"/>
                <a:gd name="T34" fmla="*/ 13 w 100"/>
                <a:gd name="T35" fmla="*/ 15 h 100"/>
                <a:gd name="T36" fmla="*/ 6 w 100"/>
                <a:gd name="T37" fmla="*/ 26 h 100"/>
                <a:gd name="T38" fmla="*/ 13 w 100"/>
                <a:gd name="T39" fmla="*/ 34 h 100"/>
                <a:gd name="T40" fmla="*/ 10 w 100"/>
                <a:gd name="T41" fmla="*/ 41 h 100"/>
                <a:gd name="T42" fmla="*/ 0 w 100"/>
                <a:gd name="T43" fmla="*/ 43 h 100"/>
                <a:gd name="T44" fmla="*/ 0 w 100"/>
                <a:gd name="T45" fmla="*/ 57 h 100"/>
                <a:gd name="T46" fmla="*/ 10 w 100"/>
                <a:gd name="T47" fmla="*/ 59 h 100"/>
                <a:gd name="T48" fmla="*/ 13 w 100"/>
                <a:gd name="T49" fmla="*/ 66 h 100"/>
                <a:gd name="T50" fmla="*/ 6 w 100"/>
                <a:gd name="T51" fmla="*/ 74 h 100"/>
                <a:gd name="T52" fmla="*/ 13 w 100"/>
                <a:gd name="T53" fmla="*/ 85 h 100"/>
                <a:gd name="T54" fmla="*/ 23 w 100"/>
                <a:gd name="T55" fmla="*/ 80 h 100"/>
                <a:gd name="T56" fmla="*/ 29 w 100"/>
                <a:gd name="T57" fmla="*/ 85 h 100"/>
                <a:gd name="T58" fmla="*/ 28 w 100"/>
                <a:gd name="T59" fmla="*/ 95 h 100"/>
                <a:gd name="T60" fmla="*/ 41 w 100"/>
                <a:gd name="T61" fmla="*/ 100 h 100"/>
                <a:gd name="T62" fmla="*/ 46 w 100"/>
                <a:gd name="T63" fmla="*/ 91 h 100"/>
                <a:gd name="T64" fmla="*/ 50 w 100"/>
                <a:gd name="T65" fmla="*/ 91 h 100"/>
                <a:gd name="T66" fmla="*/ 54 w 100"/>
                <a:gd name="T67" fmla="*/ 91 h 100"/>
                <a:gd name="T68" fmla="*/ 59 w 100"/>
                <a:gd name="T69" fmla="*/ 99 h 100"/>
                <a:gd name="T70" fmla="*/ 72 w 100"/>
                <a:gd name="T71" fmla="*/ 95 h 100"/>
                <a:gd name="T72" fmla="*/ 71 w 100"/>
                <a:gd name="T73" fmla="*/ 85 h 100"/>
                <a:gd name="T74" fmla="*/ 77 w 100"/>
                <a:gd name="T75" fmla="*/ 80 h 100"/>
                <a:gd name="T76" fmla="*/ 86 w 100"/>
                <a:gd name="T77" fmla="*/ 85 h 100"/>
                <a:gd name="T78" fmla="*/ 94 w 100"/>
                <a:gd name="T79" fmla="*/ 74 h 100"/>
                <a:gd name="T80" fmla="*/ 87 w 100"/>
                <a:gd name="T81" fmla="*/ 66 h 100"/>
                <a:gd name="T82" fmla="*/ 90 w 100"/>
                <a:gd name="T83" fmla="*/ 59 h 100"/>
                <a:gd name="T84" fmla="*/ 100 w 100"/>
                <a:gd name="T85" fmla="*/ 57 h 100"/>
                <a:gd name="T86" fmla="*/ 50 w 100"/>
                <a:gd name="T87" fmla="*/ 79 h 100"/>
                <a:gd name="T88" fmla="*/ 21 w 100"/>
                <a:gd name="T89" fmla="*/ 50 h 100"/>
                <a:gd name="T90" fmla="*/ 50 w 100"/>
                <a:gd name="T91" fmla="*/ 21 h 100"/>
                <a:gd name="T92" fmla="*/ 79 w 100"/>
                <a:gd name="T93" fmla="*/ 50 h 100"/>
                <a:gd name="T94" fmla="*/ 50 w 100"/>
                <a:gd name="T95" fmla="*/ 79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0" h="100">
                  <a:moveTo>
                    <a:pt x="100" y="57"/>
                  </a:moveTo>
                  <a:cubicBezTo>
                    <a:pt x="100" y="43"/>
                    <a:pt x="100" y="43"/>
                    <a:pt x="100" y="43"/>
                  </a:cubicBezTo>
                  <a:cubicBezTo>
                    <a:pt x="90" y="41"/>
                    <a:pt x="90" y="41"/>
                    <a:pt x="90" y="41"/>
                  </a:cubicBezTo>
                  <a:cubicBezTo>
                    <a:pt x="89" y="39"/>
                    <a:pt x="88" y="36"/>
                    <a:pt x="87" y="34"/>
                  </a:cubicBezTo>
                  <a:cubicBezTo>
                    <a:pt x="94" y="26"/>
                    <a:pt x="94" y="26"/>
                    <a:pt x="94" y="26"/>
                  </a:cubicBezTo>
                  <a:cubicBezTo>
                    <a:pt x="86" y="15"/>
                    <a:pt x="86" y="15"/>
                    <a:pt x="86" y="15"/>
                  </a:cubicBezTo>
                  <a:cubicBezTo>
                    <a:pt x="77" y="20"/>
                    <a:pt x="77" y="20"/>
                    <a:pt x="77" y="20"/>
                  </a:cubicBezTo>
                  <a:cubicBezTo>
                    <a:pt x="75" y="18"/>
                    <a:pt x="73" y="16"/>
                    <a:pt x="70" y="15"/>
                  </a:cubicBezTo>
                  <a:cubicBezTo>
                    <a:pt x="72" y="5"/>
                    <a:pt x="72" y="5"/>
                    <a:pt x="72" y="5"/>
                  </a:cubicBezTo>
                  <a:cubicBezTo>
                    <a:pt x="59" y="0"/>
                    <a:pt x="59" y="0"/>
                    <a:pt x="59" y="0"/>
                  </a:cubicBezTo>
                  <a:cubicBezTo>
                    <a:pt x="54" y="9"/>
                    <a:pt x="54" y="9"/>
                    <a:pt x="54" y="9"/>
                  </a:cubicBezTo>
                  <a:cubicBezTo>
                    <a:pt x="53" y="9"/>
                    <a:pt x="51" y="9"/>
                    <a:pt x="50" y="9"/>
                  </a:cubicBezTo>
                  <a:cubicBezTo>
                    <a:pt x="49" y="9"/>
                    <a:pt x="47" y="9"/>
                    <a:pt x="46" y="9"/>
                  </a:cubicBezTo>
                  <a:cubicBezTo>
                    <a:pt x="41" y="1"/>
                    <a:pt x="41" y="1"/>
                    <a:pt x="41" y="1"/>
                  </a:cubicBezTo>
                  <a:cubicBezTo>
                    <a:pt x="28" y="5"/>
                    <a:pt x="28" y="5"/>
                    <a:pt x="28" y="5"/>
                  </a:cubicBezTo>
                  <a:cubicBezTo>
                    <a:pt x="29" y="15"/>
                    <a:pt x="29" y="15"/>
                    <a:pt x="29" y="15"/>
                  </a:cubicBezTo>
                  <a:cubicBezTo>
                    <a:pt x="27" y="16"/>
                    <a:pt x="25" y="18"/>
                    <a:pt x="23" y="20"/>
                  </a:cubicBezTo>
                  <a:cubicBezTo>
                    <a:pt x="13" y="15"/>
                    <a:pt x="13" y="15"/>
                    <a:pt x="13" y="15"/>
                  </a:cubicBezTo>
                  <a:cubicBezTo>
                    <a:pt x="6" y="26"/>
                    <a:pt x="6" y="26"/>
                    <a:pt x="6" y="26"/>
                  </a:cubicBezTo>
                  <a:cubicBezTo>
                    <a:pt x="13" y="34"/>
                    <a:pt x="13" y="34"/>
                    <a:pt x="13" y="34"/>
                  </a:cubicBezTo>
                  <a:cubicBezTo>
                    <a:pt x="11" y="36"/>
                    <a:pt x="11" y="39"/>
                    <a:pt x="10" y="41"/>
                  </a:cubicBezTo>
                  <a:cubicBezTo>
                    <a:pt x="0" y="43"/>
                    <a:pt x="0" y="43"/>
                    <a:pt x="0" y="43"/>
                  </a:cubicBezTo>
                  <a:cubicBezTo>
                    <a:pt x="0" y="57"/>
                    <a:pt x="0" y="57"/>
                    <a:pt x="0" y="57"/>
                  </a:cubicBezTo>
                  <a:cubicBezTo>
                    <a:pt x="10" y="59"/>
                    <a:pt x="10" y="59"/>
                    <a:pt x="10" y="59"/>
                  </a:cubicBezTo>
                  <a:cubicBezTo>
                    <a:pt x="11" y="61"/>
                    <a:pt x="11" y="64"/>
                    <a:pt x="13" y="66"/>
                  </a:cubicBezTo>
                  <a:cubicBezTo>
                    <a:pt x="6" y="74"/>
                    <a:pt x="6" y="74"/>
                    <a:pt x="6" y="74"/>
                  </a:cubicBezTo>
                  <a:cubicBezTo>
                    <a:pt x="13" y="85"/>
                    <a:pt x="13" y="85"/>
                    <a:pt x="13" y="85"/>
                  </a:cubicBezTo>
                  <a:cubicBezTo>
                    <a:pt x="23" y="80"/>
                    <a:pt x="23" y="80"/>
                    <a:pt x="23" y="80"/>
                  </a:cubicBezTo>
                  <a:cubicBezTo>
                    <a:pt x="25" y="82"/>
                    <a:pt x="27" y="84"/>
                    <a:pt x="29" y="85"/>
                  </a:cubicBezTo>
                  <a:cubicBezTo>
                    <a:pt x="28" y="95"/>
                    <a:pt x="28" y="95"/>
                    <a:pt x="28" y="95"/>
                  </a:cubicBezTo>
                  <a:cubicBezTo>
                    <a:pt x="41" y="100"/>
                    <a:pt x="41" y="100"/>
                    <a:pt x="41" y="100"/>
                  </a:cubicBezTo>
                  <a:cubicBezTo>
                    <a:pt x="46" y="91"/>
                    <a:pt x="46" y="91"/>
                    <a:pt x="46" y="91"/>
                  </a:cubicBezTo>
                  <a:cubicBezTo>
                    <a:pt x="47" y="91"/>
                    <a:pt x="49" y="91"/>
                    <a:pt x="50" y="91"/>
                  </a:cubicBezTo>
                  <a:cubicBezTo>
                    <a:pt x="51" y="91"/>
                    <a:pt x="53" y="91"/>
                    <a:pt x="54" y="91"/>
                  </a:cubicBezTo>
                  <a:cubicBezTo>
                    <a:pt x="59" y="99"/>
                    <a:pt x="59" y="99"/>
                    <a:pt x="59" y="99"/>
                  </a:cubicBezTo>
                  <a:cubicBezTo>
                    <a:pt x="72" y="95"/>
                    <a:pt x="72" y="95"/>
                    <a:pt x="72" y="95"/>
                  </a:cubicBezTo>
                  <a:cubicBezTo>
                    <a:pt x="71" y="85"/>
                    <a:pt x="71" y="85"/>
                    <a:pt x="71" y="85"/>
                  </a:cubicBezTo>
                  <a:cubicBezTo>
                    <a:pt x="73" y="84"/>
                    <a:pt x="75" y="82"/>
                    <a:pt x="77" y="80"/>
                  </a:cubicBezTo>
                  <a:cubicBezTo>
                    <a:pt x="86" y="85"/>
                    <a:pt x="86" y="85"/>
                    <a:pt x="86" y="85"/>
                  </a:cubicBezTo>
                  <a:cubicBezTo>
                    <a:pt x="94" y="74"/>
                    <a:pt x="94" y="74"/>
                    <a:pt x="94" y="74"/>
                  </a:cubicBezTo>
                  <a:cubicBezTo>
                    <a:pt x="87" y="66"/>
                    <a:pt x="87" y="66"/>
                    <a:pt x="87" y="66"/>
                  </a:cubicBezTo>
                  <a:cubicBezTo>
                    <a:pt x="88" y="64"/>
                    <a:pt x="89" y="61"/>
                    <a:pt x="90" y="59"/>
                  </a:cubicBezTo>
                  <a:lnTo>
                    <a:pt x="100" y="57"/>
                  </a:lnTo>
                  <a:close/>
                  <a:moveTo>
                    <a:pt x="50" y="79"/>
                  </a:moveTo>
                  <a:cubicBezTo>
                    <a:pt x="34" y="79"/>
                    <a:pt x="21" y="66"/>
                    <a:pt x="21" y="50"/>
                  </a:cubicBezTo>
                  <a:cubicBezTo>
                    <a:pt x="21" y="34"/>
                    <a:pt x="34" y="21"/>
                    <a:pt x="50" y="21"/>
                  </a:cubicBezTo>
                  <a:cubicBezTo>
                    <a:pt x="66" y="21"/>
                    <a:pt x="79" y="34"/>
                    <a:pt x="79" y="50"/>
                  </a:cubicBezTo>
                  <a:cubicBezTo>
                    <a:pt x="79" y="66"/>
                    <a:pt x="66" y="79"/>
                    <a:pt x="50" y="79"/>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18" name="Content Placeholder 2"/>
          <p:cNvSpPr txBox="1">
            <a:spLocks/>
          </p:cNvSpPr>
          <p:nvPr/>
        </p:nvSpPr>
        <p:spPr>
          <a:xfrm>
            <a:off x="8291424" y="1937523"/>
            <a:ext cx="2850308" cy="1111378"/>
          </a:xfrm>
          <a:prstGeom prst="rect">
            <a:avLst/>
          </a:prstGeom>
        </p:spPr>
        <p:txBody>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nSpc>
                <a:spcPct val="120000"/>
              </a:lnSpc>
              <a:defRPr/>
            </a:pPr>
            <a:r>
              <a:rPr lang="zh-CN" altLang="en-US" dirty="0">
                <a:solidFill>
                  <a:prstClr val="black">
                    <a:lumMod val="65000"/>
                    <a:lumOff val="35000"/>
                  </a:prstClr>
                </a:solidFill>
                <a:latin typeface="微软雅黑"/>
                <a:cs typeface="Arial" panose="020B0604020202020204" pitchFamily="34" charset="0"/>
              </a:rPr>
              <a:t>第二章 </a:t>
            </a:r>
            <a:endParaRPr lang="en-US" altLang="zh-CN" dirty="0">
              <a:solidFill>
                <a:prstClr val="black">
                  <a:lumMod val="65000"/>
                  <a:lumOff val="35000"/>
                </a:prstClr>
              </a:solidFill>
              <a:latin typeface="微软雅黑"/>
              <a:cs typeface="Arial" panose="020B0604020202020204" pitchFamily="34" charset="0"/>
            </a:endParaRPr>
          </a:p>
          <a:p>
            <a:pPr>
              <a:lnSpc>
                <a:spcPct val="120000"/>
              </a:lnSpc>
              <a:defRPr/>
            </a:pPr>
            <a:r>
              <a:rPr lang="zh-CN" altLang="en-US" sz="2800" b="1" dirty="0">
                <a:solidFill>
                  <a:prstClr val="black">
                    <a:lumMod val="65000"/>
                    <a:lumOff val="35000"/>
                  </a:prstClr>
                </a:solidFill>
                <a:latin typeface="微软雅黑"/>
                <a:cs typeface="Arial" panose="020B0604020202020204" pitchFamily="34" charset="0"/>
              </a:rPr>
              <a:t>逻辑纲要设定</a:t>
            </a:r>
            <a:endParaRPr lang="en-US" sz="2800" b="1" dirty="0">
              <a:solidFill>
                <a:prstClr val="black">
                  <a:lumMod val="65000"/>
                  <a:lumOff val="35000"/>
                </a:prstClr>
              </a:solidFill>
              <a:latin typeface="微软雅黑"/>
              <a:cs typeface="Arial" panose="020B0604020202020204" pitchFamily="34" charset="0"/>
            </a:endParaRPr>
          </a:p>
        </p:txBody>
      </p:sp>
      <p:sp>
        <p:nvSpPr>
          <p:cNvPr id="19" name="Content Placeholder 2"/>
          <p:cNvSpPr txBox="1">
            <a:spLocks/>
          </p:cNvSpPr>
          <p:nvPr/>
        </p:nvSpPr>
        <p:spPr>
          <a:xfrm>
            <a:off x="8291424" y="4593078"/>
            <a:ext cx="2850308" cy="1111378"/>
          </a:xfrm>
          <a:prstGeom prst="rect">
            <a:avLst/>
          </a:prstGeom>
        </p:spPr>
        <p:txBody>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nSpc>
                <a:spcPct val="120000"/>
              </a:lnSpc>
              <a:defRPr/>
            </a:pPr>
            <a:r>
              <a:rPr lang="zh-CN" altLang="en-US" dirty="0">
                <a:solidFill>
                  <a:prstClr val="black">
                    <a:lumMod val="65000"/>
                    <a:lumOff val="35000"/>
                  </a:prstClr>
                </a:solidFill>
                <a:latin typeface="微软雅黑"/>
                <a:cs typeface="Arial" panose="020B0604020202020204" pitchFamily="34" charset="0"/>
              </a:rPr>
              <a:t>第三章 </a:t>
            </a:r>
            <a:endParaRPr lang="en-US" altLang="zh-CN" dirty="0">
              <a:solidFill>
                <a:prstClr val="black">
                  <a:lumMod val="65000"/>
                  <a:lumOff val="35000"/>
                </a:prstClr>
              </a:solidFill>
              <a:latin typeface="微软雅黑"/>
              <a:cs typeface="Arial" panose="020B0604020202020204" pitchFamily="34" charset="0"/>
            </a:endParaRPr>
          </a:p>
          <a:p>
            <a:pPr>
              <a:lnSpc>
                <a:spcPct val="120000"/>
              </a:lnSpc>
              <a:defRPr/>
            </a:pPr>
            <a:r>
              <a:rPr lang="zh-CN" altLang="en-US" sz="2800" b="1" dirty="0">
                <a:solidFill>
                  <a:prstClr val="black">
                    <a:lumMod val="65000"/>
                    <a:lumOff val="35000"/>
                  </a:prstClr>
                </a:solidFill>
                <a:latin typeface="微软雅黑"/>
                <a:cs typeface="Arial" panose="020B0604020202020204" pitchFamily="34" charset="0"/>
              </a:rPr>
              <a:t>内容编纂丰富</a:t>
            </a:r>
            <a:endParaRPr lang="en-US" altLang="zh-CN" sz="2800" b="1" dirty="0">
              <a:solidFill>
                <a:prstClr val="black">
                  <a:lumMod val="65000"/>
                  <a:lumOff val="35000"/>
                </a:prstClr>
              </a:solidFill>
              <a:latin typeface="微软雅黑"/>
              <a:cs typeface="Arial" panose="020B0604020202020204" pitchFamily="34" charset="0"/>
            </a:endParaRPr>
          </a:p>
          <a:p>
            <a:pPr>
              <a:lnSpc>
                <a:spcPct val="120000"/>
              </a:lnSpc>
              <a:defRPr/>
            </a:pPr>
            <a:endParaRPr lang="en-US" sz="2800" b="1" dirty="0">
              <a:solidFill>
                <a:prstClr val="black">
                  <a:lumMod val="65000"/>
                  <a:lumOff val="35000"/>
                </a:prstClr>
              </a:solidFill>
              <a:latin typeface="微软雅黑"/>
              <a:cs typeface="Arial" panose="020B0604020202020204" pitchFamily="34" charset="0"/>
            </a:endParaRPr>
          </a:p>
        </p:txBody>
      </p:sp>
      <p:sp>
        <p:nvSpPr>
          <p:cNvPr id="20" name="Content Placeholder 2"/>
          <p:cNvSpPr txBox="1">
            <a:spLocks/>
          </p:cNvSpPr>
          <p:nvPr/>
        </p:nvSpPr>
        <p:spPr>
          <a:xfrm>
            <a:off x="1008750" y="1937523"/>
            <a:ext cx="2850308" cy="1111378"/>
          </a:xfrm>
          <a:prstGeom prst="rect">
            <a:avLst/>
          </a:prstGeom>
        </p:spPr>
        <p:txBody>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lnSpc>
                <a:spcPct val="120000"/>
              </a:lnSpc>
              <a:defRPr/>
            </a:pPr>
            <a:r>
              <a:rPr lang="zh-CN" altLang="en-US" dirty="0">
                <a:solidFill>
                  <a:prstClr val="black">
                    <a:lumMod val="65000"/>
                    <a:lumOff val="35000"/>
                  </a:prstClr>
                </a:solidFill>
                <a:latin typeface="微软雅黑"/>
                <a:cs typeface="Arial" panose="020B0604020202020204" pitchFamily="34" charset="0"/>
              </a:rPr>
              <a:t>第一章 </a:t>
            </a:r>
            <a:endParaRPr lang="en-US" altLang="zh-CN" dirty="0">
              <a:solidFill>
                <a:prstClr val="black">
                  <a:lumMod val="65000"/>
                  <a:lumOff val="35000"/>
                </a:prstClr>
              </a:solidFill>
              <a:latin typeface="微软雅黑"/>
              <a:cs typeface="Arial" panose="020B0604020202020204" pitchFamily="34" charset="0"/>
            </a:endParaRPr>
          </a:p>
          <a:p>
            <a:pPr algn="r">
              <a:lnSpc>
                <a:spcPct val="120000"/>
              </a:lnSpc>
              <a:defRPr/>
            </a:pPr>
            <a:r>
              <a:rPr lang="zh-CN" altLang="en-US" sz="2800" b="1" dirty="0">
                <a:solidFill>
                  <a:prstClr val="black">
                    <a:lumMod val="65000"/>
                    <a:lumOff val="35000"/>
                  </a:prstClr>
                </a:solidFill>
                <a:latin typeface="微软雅黑"/>
                <a:cs typeface="Arial" panose="020B0604020202020204" pitchFamily="34" charset="0"/>
              </a:rPr>
              <a:t>课程目标确定</a:t>
            </a:r>
            <a:endParaRPr lang="en-US" sz="2800" b="1" dirty="0">
              <a:solidFill>
                <a:prstClr val="black">
                  <a:lumMod val="65000"/>
                  <a:lumOff val="35000"/>
                </a:prstClr>
              </a:solidFill>
              <a:latin typeface="微软雅黑"/>
              <a:cs typeface="Arial" panose="020B0604020202020204" pitchFamily="34" charset="0"/>
            </a:endParaRPr>
          </a:p>
        </p:txBody>
      </p:sp>
      <p:sp>
        <p:nvSpPr>
          <p:cNvPr id="21" name="Content Placeholder 2"/>
          <p:cNvSpPr txBox="1">
            <a:spLocks/>
          </p:cNvSpPr>
          <p:nvPr/>
        </p:nvSpPr>
        <p:spPr>
          <a:xfrm>
            <a:off x="1008750" y="4593078"/>
            <a:ext cx="2850308" cy="1111378"/>
          </a:xfrm>
          <a:prstGeom prst="rect">
            <a:avLst/>
          </a:prstGeom>
        </p:spPr>
        <p:txBody>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lnSpc>
                <a:spcPct val="120000"/>
              </a:lnSpc>
              <a:defRPr/>
            </a:pPr>
            <a:r>
              <a:rPr lang="zh-CN" altLang="en-US" dirty="0">
                <a:solidFill>
                  <a:prstClr val="black">
                    <a:lumMod val="65000"/>
                    <a:lumOff val="35000"/>
                  </a:prstClr>
                </a:solidFill>
                <a:latin typeface="微软雅黑"/>
                <a:cs typeface="Arial" panose="020B0604020202020204" pitchFamily="34" charset="0"/>
              </a:rPr>
              <a:t>第四章 </a:t>
            </a:r>
            <a:endParaRPr lang="en-US" altLang="zh-CN" dirty="0">
              <a:solidFill>
                <a:prstClr val="black">
                  <a:lumMod val="65000"/>
                  <a:lumOff val="35000"/>
                </a:prstClr>
              </a:solidFill>
              <a:latin typeface="微软雅黑"/>
              <a:cs typeface="Arial" panose="020B0604020202020204" pitchFamily="34" charset="0"/>
            </a:endParaRPr>
          </a:p>
          <a:p>
            <a:pPr algn="r">
              <a:lnSpc>
                <a:spcPct val="120000"/>
              </a:lnSpc>
              <a:defRPr/>
            </a:pPr>
            <a:r>
              <a:rPr lang="zh-CN" altLang="en-US" sz="2800" b="1" dirty="0">
                <a:solidFill>
                  <a:prstClr val="black">
                    <a:lumMod val="65000"/>
                    <a:lumOff val="35000"/>
                  </a:prstClr>
                </a:solidFill>
                <a:latin typeface="微软雅黑"/>
                <a:cs typeface="Arial" panose="020B0604020202020204" pitchFamily="34" charset="0"/>
              </a:rPr>
              <a:t>检查审核试讲</a:t>
            </a:r>
          </a:p>
        </p:txBody>
      </p:sp>
      <p:grpSp>
        <p:nvGrpSpPr>
          <p:cNvPr id="22" name="组合 27"/>
          <p:cNvGrpSpPr/>
          <p:nvPr/>
        </p:nvGrpSpPr>
        <p:grpSpPr>
          <a:xfrm>
            <a:off x="4471100" y="1953861"/>
            <a:ext cx="810977" cy="917300"/>
            <a:chOff x="5517728" y="2286956"/>
            <a:chExt cx="497207" cy="562393"/>
          </a:xfrm>
          <a:solidFill>
            <a:schemeClr val="bg1"/>
          </a:solidFill>
        </p:grpSpPr>
        <p:sp>
          <p:nvSpPr>
            <p:cNvPr id="23" name="Freeform 29"/>
            <p:cNvSpPr>
              <a:spLocks/>
            </p:cNvSpPr>
            <p:nvPr/>
          </p:nvSpPr>
          <p:spPr bwMode="auto">
            <a:xfrm>
              <a:off x="5659604" y="2557927"/>
              <a:ext cx="149546" cy="148268"/>
            </a:xfrm>
            <a:custGeom>
              <a:avLst/>
              <a:gdLst>
                <a:gd name="T0" fmla="*/ 39 w 49"/>
                <a:gd name="T1" fmla="*/ 27 h 49"/>
                <a:gd name="T2" fmla="*/ 17 w 49"/>
                <a:gd name="T3" fmla="*/ 28 h 49"/>
                <a:gd name="T4" fmla="*/ 38 w 49"/>
                <a:gd name="T5" fmla="*/ 3 h 49"/>
                <a:gd name="T6" fmla="*/ 24 w 49"/>
                <a:gd name="T7" fmla="*/ 0 h 49"/>
                <a:gd name="T8" fmla="*/ 0 w 49"/>
                <a:gd name="T9" fmla="*/ 24 h 49"/>
                <a:gd name="T10" fmla="*/ 24 w 49"/>
                <a:gd name="T11" fmla="*/ 49 h 49"/>
                <a:gd name="T12" fmla="*/ 49 w 49"/>
                <a:gd name="T13" fmla="*/ 24 h 49"/>
                <a:gd name="T14" fmla="*/ 48 w 49"/>
                <a:gd name="T15" fmla="*/ 16 h 49"/>
                <a:gd name="T16" fmla="*/ 39 w 49"/>
                <a:gd name="T17" fmla="*/ 2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49">
                  <a:moveTo>
                    <a:pt x="39" y="27"/>
                  </a:moveTo>
                  <a:cubicBezTo>
                    <a:pt x="17" y="28"/>
                    <a:pt x="17" y="28"/>
                    <a:pt x="17" y="28"/>
                  </a:cubicBezTo>
                  <a:cubicBezTo>
                    <a:pt x="38" y="3"/>
                    <a:pt x="38" y="3"/>
                    <a:pt x="38" y="3"/>
                  </a:cubicBezTo>
                  <a:cubicBezTo>
                    <a:pt x="34" y="1"/>
                    <a:pt x="29" y="0"/>
                    <a:pt x="24" y="0"/>
                  </a:cubicBezTo>
                  <a:cubicBezTo>
                    <a:pt x="11" y="0"/>
                    <a:pt x="0" y="11"/>
                    <a:pt x="0" y="24"/>
                  </a:cubicBezTo>
                  <a:cubicBezTo>
                    <a:pt x="0" y="38"/>
                    <a:pt x="11" y="49"/>
                    <a:pt x="24" y="49"/>
                  </a:cubicBezTo>
                  <a:cubicBezTo>
                    <a:pt x="38" y="49"/>
                    <a:pt x="49" y="38"/>
                    <a:pt x="49" y="24"/>
                  </a:cubicBezTo>
                  <a:cubicBezTo>
                    <a:pt x="49" y="21"/>
                    <a:pt x="49" y="19"/>
                    <a:pt x="48" y="16"/>
                  </a:cubicBezTo>
                  <a:lnTo>
                    <a:pt x="39" y="27"/>
                  </a:ln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 name="Freeform 30"/>
            <p:cNvSpPr>
              <a:spLocks/>
            </p:cNvSpPr>
            <p:nvPr/>
          </p:nvSpPr>
          <p:spPr bwMode="auto">
            <a:xfrm>
              <a:off x="5517728" y="2413494"/>
              <a:ext cx="433300" cy="435855"/>
            </a:xfrm>
            <a:custGeom>
              <a:avLst/>
              <a:gdLst>
                <a:gd name="T0" fmla="*/ 113 w 143"/>
                <a:gd name="T1" fmla="*/ 46 h 144"/>
                <a:gd name="T2" fmla="*/ 121 w 143"/>
                <a:gd name="T3" fmla="*/ 72 h 144"/>
                <a:gd name="T4" fmla="*/ 71 w 143"/>
                <a:gd name="T5" fmla="*/ 121 h 144"/>
                <a:gd name="T6" fmla="*/ 22 w 143"/>
                <a:gd name="T7" fmla="*/ 72 h 144"/>
                <a:gd name="T8" fmla="*/ 71 w 143"/>
                <a:gd name="T9" fmla="*/ 23 h 144"/>
                <a:gd name="T10" fmla="*/ 103 w 143"/>
                <a:gd name="T11" fmla="*/ 34 h 144"/>
                <a:gd name="T12" fmla="*/ 117 w 143"/>
                <a:gd name="T13" fmla="*/ 16 h 144"/>
                <a:gd name="T14" fmla="*/ 71 w 143"/>
                <a:gd name="T15" fmla="*/ 0 h 144"/>
                <a:gd name="T16" fmla="*/ 0 w 143"/>
                <a:gd name="T17" fmla="*/ 72 h 144"/>
                <a:gd name="T18" fmla="*/ 71 w 143"/>
                <a:gd name="T19" fmla="*/ 144 h 144"/>
                <a:gd name="T20" fmla="*/ 143 w 143"/>
                <a:gd name="T21" fmla="*/ 72 h 144"/>
                <a:gd name="T22" fmla="*/ 128 w 143"/>
                <a:gd name="T23" fmla="*/ 27 h 144"/>
                <a:gd name="T24" fmla="*/ 113 w 143"/>
                <a:gd name="T25" fmla="*/ 4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3" h="144">
                  <a:moveTo>
                    <a:pt x="113" y="46"/>
                  </a:moveTo>
                  <a:cubicBezTo>
                    <a:pt x="118" y="53"/>
                    <a:pt x="121" y="62"/>
                    <a:pt x="121" y="72"/>
                  </a:cubicBezTo>
                  <a:cubicBezTo>
                    <a:pt x="121" y="99"/>
                    <a:pt x="99" y="121"/>
                    <a:pt x="71" y="121"/>
                  </a:cubicBezTo>
                  <a:cubicBezTo>
                    <a:pt x="44" y="121"/>
                    <a:pt x="22" y="99"/>
                    <a:pt x="22" y="72"/>
                  </a:cubicBezTo>
                  <a:cubicBezTo>
                    <a:pt x="22" y="45"/>
                    <a:pt x="44" y="23"/>
                    <a:pt x="71" y="23"/>
                  </a:cubicBezTo>
                  <a:cubicBezTo>
                    <a:pt x="83" y="23"/>
                    <a:pt x="94" y="27"/>
                    <a:pt x="103" y="34"/>
                  </a:cubicBezTo>
                  <a:cubicBezTo>
                    <a:pt x="117" y="16"/>
                    <a:pt x="117" y="16"/>
                    <a:pt x="117" y="16"/>
                  </a:cubicBezTo>
                  <a:cubicBezTo>
                    <a:pt x="104" y="6"/>
                    <a:pt x="89" y="0"/>
                    <a:pt x="71" y="0"/>
                  </a:cubicBezTo>
                  <a:cubicBezTo>
                    <a:pt x="32" y="0"/>
                    <a:pt x="0" y="33"/>
                    <a:pt x="0" y="72"/>
                  </a:cubicBezTo>
                  <a:cubicBezTo>
                    <a:pt x="0" y="112"/>
                    <a:pt x="32" y="144"/>
                    <a:pt x="71" y="144"/>
                  </a:cubicBezTo>
                  <a:cubicBezTo>
                    <a:pt x="111" y="144"/>
                    <a:pt x="143" y="112"/>
                    <a:pt x="143" y="72"/>
                  </a:cubicBezTo>
                  <a:cubicBezTo>
                    <a:pt x="143" y="55"/>
                    <a:pt x="137" y="40"/>
                    <a:pt x="128" y="27"/>
                  </a:cubicBezTo>
                  <a:lnTo>
                    <a:pt x="113" y="46"/>
                  </a:ln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 name="Freeform 31"/>
            <p:cNvSpPr>
              <a:spLocks/>
            </p:cNvSpPr>
            <p:nvPr/>
          </p:nvSpPr>
          <p:spPr bwMode="auto">
            <a:xfrm>
              <a:off x="5712009" y="2286956"/>
              <a:ext cx="302926" cy="356609"/>
            </a:xfrm>
            <a:custGeom>
              <a:avLst/>
              <a:gdLst>
                <a:gd name="T0" fmla="*/ 237 w 237"/>
                <a:gd name="T1" fmla="*/ 47 h 279"/>
                <a:gd name="T2" fmla="*/ 182 w 237"/>
                <a:gd name="T3" fmla="*/ 54 h 279"/>
                <a:gd name="T4" fmla="*/ 175 w 237"/>
                <a:gd name="T5" fmla="*/ 0 h 279"/>
                <a:gd name="T6" fmla="*/ 133 w 237"/>
                <a:gd name="T7" fmla="*/ 54 h 279"/>
                <a:gd name="T8" fmla="*/ 128 w 237"/>
                <a:gd name="T9" fmla="*/ 94 h 279"/>
                <a:gd name="T10" fmla="*/ 4 w 237"/>
                <a:gd name="T11" fmla="*/ 246 h 279"/>
                <a:gd name="T12" fmla="*/ 0 w 237"/>
                <a:gd name="T13" fmla="*/ 279 h 279"/>
                <a:gd name="T14" fmla="*/ 30 w 237"/>
                <a:gd name="T15" fmla="*/ 269 h 279"/>
                <a:gd name="T16" fmla="*/ 156 w 237"/>
                <a:gd name="T17" fmla="*/ 115 h 279"/>
                <a:gd name="T18" fmla="*/ 194 w 237"/>
                <a:gd name="T19" fmla="*/ 101 h 279"/>
                <a:gd name="T20" fmla="*/ 237 w 237"/>
                <a:gd name="T21" fmla="*/ 47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7" h="279">
                  <a:moveTo>
                    <a:pt x="237" y="47"/>
                  </a:moveTo>
                  <a:lnTo>
                    <a:pt x="182" y="54"/>
                  </a:lnTo>
                  <a:lnTo>
                    <a:pt x="175" y="0"/>
                  </a:lnTo>
                  <a:lnTo>
                    <a:pt x="133" y="54"/>
                  </a:lnTo>
                  <a:lnTo>
                    <a:pt x="128" y="94"/>
                  </a:lnTo>
                  <a:lnTo>
                    <a:pt x="4" y="246"/>
                  </a:lnTo>
                  <a:lnTo>
                    <a:pt x="0" y="279"/>
                  </a:lnTo>
                  <a:lnTo>
                    <a:pt x="30" y="269"/>
                  </a:lnTo>
                  <a:lnTo>
                    <a:pt x="156" y="115"/>
                  </a:lnTo>
                  <a:lnTo>
                    <a:pt x="194" y="101"/>
                  </a:lnTo>
                  <a:lnTo>
                    <a:pt x="237" y="47"/>
                  </a:ln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26" name="Freeform 203"/>
          <p:cNvSpPr>
            <a:spLocks noEditPoints="1"/>
          </p:cNvSpPr>
          <p:nvPr/>
        </p:nvSpPr>
        <p:spPr bwMode="auto">
          <a:xfrm>
            <a:off x="4382092" y="4574026"/>
            <a:ext cx="854582" cy="928896"/>
          </a:xfrm>
          <a:custGeom>
            <a:avLst/>
            <a:gdLst>
              <a:gd name="T0" fmla="*/ 66 w 107"/>
              <a:gd name="T1" fmla="*/ 6 h 116"/>
              <a:gd name="T2" fmla="*/ 99 w 107"/>
              <a:gd name="T3" fmla="*/ 12 h 116"/>
              <a:gd name="T4" fmla="*/ 101 w 107"/>
              <a:gd name="T5" fmla="*/ 44 h 116"/>
              <a:gd name="T6" fmla="*/ 96 w 107"/>
              <a:gd name="T7" fmla="*/ 44 h 116"/>
              <a:gd name="T8" fmla="*/ 77 w 107"/>
              <a:gd name="T9" fmla="*/ 30 h 116"/>
              <a:gd name="T10" fmla="*/ 67 w 107"/>
              <a:gd name="T11" fmla="*/ 8 h 116"/>
              <a:gd name="T12" fmla="*/ 66 w 107"/>
              <a:gd name="T13" fmla="*/ 6 h 116"/>
              <a:gd name="T14" fmla="*/ 12 w 107"/>
              <a:gd name="T15" fmla="*/ 79 h 116"/>
              <a:gd name="T16" fmla="*/ 19 w 107"/>
              <a:gd name="T17" fmla="*/ 88 h 116"/>
              <a:gd name="T18" fmla="*/ 69 w 107"/>
              <a:gd name="T19" fmla="*/ 54 h 116"/>
              <a:gd name="T20" fmla="*/ 53 w 107"/>
              <a:gd name="T21" fmla="*/ 34 h 116"/>
              <a:gd name="T22" fmla="*/ 12 w 107"/>
              <a:gd name="T23" fmla="*/ 79 h 116"/>
              <a:gd name="T24" fmla="*/ 14 w 107"/>
              <a:gd name="T25" fmla="*/ 90 h 116"/>
              <a:gd name="T26" fmla="*/ 9 w 107"/>
              <a:gd name="T27" fmla="*/ 103 h 116"/>
              <a:gd name="T28" fmla="*/ 11 w 107"/>
              <a:gd name="T29" fmla="*/ 106 h 116"/>
              <a:gd name="T30" fmla="*/ 16 w 107"/>
              <a:gd name="T31" fmla="*/ 108 h 116"/>
              <a:gd name="T32" fmla="*/ 45 w 107"/>
              <a:gd name="T33" fmla="*/ 90 h 116"/>
              <a:gd name="T34" fmla="*/ 77 w 107"/>
              <a:gd name="T35" fmla="*/ 69 h 116"/>
              <a:gd name="T36" fmla="*/ 91 w 107"/>
              <a:gd name="T37" fmla="*/ 71 h 116"/>
              <a:gd name="T38" fmla="*/ 100 w 107"/>
              <a:gd name="T39" fmla="*/ 80 h 116"/>
              <a:gd name="T40" fmla="*/ 102 w 107"/>
              <a:gd name="T41" fmla="*/ 104 h 116"/>
              <a:gd name="T42" fmla="*/ 95 w 107"/>
              <a:gd name="T43" fmla="*/ 102 h 116"/>
              <a:gd name="T44" fmla="*/ 94 w 107"/>
              <a:gd name="T45" fmla="*/ 84 h 116"/>
              <a:gd name="T46" fmla="*/ 88 w 107"/>
              <a:gd name="T47" fmla="*/ 77 h 116"/>
              <a:gd name="T48" fmla="*/ 79 w 107"/>
              <a:gd name="T49" fmla="*/ 76 h 116"/>
              <a:gd name="T50" fmla="*/ 51 w 107"/>
              <a:gd name="T51" fmla="*/ 95 h 116"/>
              <a:gd name="T52" fmla="*/ 16 w 107"/>
              <a:gd name="T53" fmla="*/ 115 h 116"/>
              <a:gd name="T54" fmla="*/ 7 w 107"/>
              <a:gd name="T55" fmla="*/ 112 h 116"/>
              <a:gd name="T56" fmla="*/ 2 w 107"/>
              <a:gd name="T57" fmla="*/ 105 h 116"/>
              <a:gd name="T58" fmla="*/ 8 w 107"/>
              <a:gd name="T59" fmla="*/ 85 h 116"/>
              <a:gd name="T60" fmla="*/ 14 w 107"/>
              <a:gd name="T61" fmla="*/ 90 h 116"/>
              <a:gd name="T62" fmla="*/ 97 w 107"/>
              <a:gd name="T63" fmla="*/ 49 h 116"/>
              <a:gd name="T64" fmla="*/ 74 w 107"/>
              <a:gd name="T65" fmla="*/ 32 h 116"/>
              <a:gd name="T66" fmla="*/ 62 w 107"/>
              <a:gd name="T67" fmla="*/ 9 h 116"/>
              <a:gd name="T68" fmla="*/ 56 w 107"/>
              <a:gd name="T69" fmla="*/ 30 h 116"/>
              <a:gd name="T70" fmla="*/ 75 w 107"/>
              <a:gd name="T71" fmla="*/ 52 h 116"/>
              <a:gd name="T72" fmla="*/ 97 w 107"/>
              <a:gd name="T73" fmla="*/ 49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7" h="116">
                <a:moveTo>
                  <a:pt x="66" y="6"/>
                </a:moveTo>
                <a:cubicBezTo>
                  <a:pt x="77" y="0"/>
                  <a:pt x="91" y="3"/>
                  <a:pt x="99" y="12"/>
                </a:cubicBezTo>
                <a:cubicBezTo>
                  <a:pt x="107" y="22"/>
                  <a:pt x="107" y="35"/>
                  <a:pt x="101" y="44"/>
                </a:cubicBezTo>
                <a:cubicBezTo>
                  <a:pt x="99" y="44"/>
                  <a:pt x="98" y="44"/>
                  <a:pt x="96" y="44"/>
                </a:cubicBezTo>
                <a:cubicBezTo>
                  <a:pt x="90" y="42"/>
                  <a:pt x="83" y="36"/>
                  <a:pt x="77" y="30"/>
                </a:cubicBezTo>
                <a:cubicBezTo>
                  <a:pt x="72" y="23"/>
                  <a:pt x="68" y="15"/>
                  <a:pt x="67" y="8"/>
                </a:cubicBezTo>
                <a:cubicBezTo>
                  <a:pt x="66" y="7"/>
                  <a:pt x="66" y="7"/>
                  <a:pt x="66" y="6"/>
                </a:cubicBezTo>
                <a:close/>
                <a:moveTo>
                  <a:pt x="12" y="79"/>
                </a:moveTo>
                <a:cubicBezTo>
                  <a:pt x="12" y="84"/>
                  <a:pt x="14" y="87"/>
                  <a:pt x="19" y="88"/>
                </a:cubicBezTo>
                <a:cubicBezTo>
                  <a:pt x="69" y="54"/>
                  <a:pt x="69" y="54"/>
                  <a:pt x="69" y="54"/>
                </a:cubicBezTo>
                <a:cubicBezTo>
                  <a:pt x="62" y="49"/>
                  <a:pt x="57" y="42"/>
                  <a:pt x="53" y="34"/>
                </a:cubicBezTo>
                <a:cubicBezTo>
                  <a:pt x="12" y="79"/>
                  <a:pt x="12" y="79"/>
                  <a:pt x="12" y="79"/>
                </a:cubicBezTo>
                <a:close/>
                <a:moveTo>
                  <a:pt x="14" y="90"/>
                </a:moveTo>
                <a:cubicBezTo>
                  <a:pt x="9" y="95"/>
                  <a:pt x="8" y="99"/>
                  <a:pt x="9" y="103"/>
                </a:cubicBezTo>
                <a:cubicBezTo>
                  <a:pt x="10" y="104"/>
                  <a:pt x="10" y="105"/>
                  <a:pt x="11" y="106"/>
                </a:cubicBezTo>
                <a:cubicBezTo>
                  <a:pt x="13" y="107"/>
                  <a:pt x="14" y="108"/>
                  <a:pt x="16" y="108"/>
                </a:cubicBezTo>
                <a:cubicBezTo>
                  <a:pt x="23" y="108"/>
                  <a:pt x="33" y="104"/>
                  <a:pt x="45" y="90"/>
                </a:cubicBezTo>
                <a:cubicBezTo>
                  <a:pt x="58" y="77"/>
                  <a:pt x="68" y="71"/>
                  <a:pt x="77" y="69"/>
                </a:cubicBezTo>
                <a:cubicBezTo>
                  <a:pt x="83" y="68"/>
                  <a:pt x="87" y="69"/>
                  <a:pt x="91" y="71"/>
                </a:cubicBezTo>
                <a:cubicBezTo>
                  <a:pt x="95" y="73"/>
                  <a:pt x="98" y="76"/>
                  <a:pt x="100" y="80"/>
                </a:cubicBezTo>
                <a:cubicBezTo>
                  <a:pt x="103" y="87"/>
                  <a:pt x="104" y="95"/>
                  <a:pt x="102" y="104"/>
                </a:cubicBezTo>
                <a:cubicBezTo>
                  <a:pt x="95" y="102"/>
                  <a:pt x="95" y="102"/>
                  <a:pt x="95" y="102"/>
                </a:cubicBezTo>
                <a:cubicBezTo>
                  <a:pt x="97" y="95"/>
                  <a:pt x="96" y="89"/>
                  <a:pt x="94" y="84"/>
                </a:cubicBezTo>
                <a:cubicBezTo>
                  <a:pt x="92" y="81"/>
                  <a:pt x="90" y="79"/>
                  <a:pt x="88" y="77"/>
                </a:cubicBezTo>
                <a:cubicBezTo>
                  <a:pt x="85" y="76"/>
                  <a:pt x="82" y="76"/>
                  <a:pt x="79" y="76"/>
                </a:cubicBezTo>
                <a:cubicBezTo>
                  <a:pt x="71" y="78"/>
                  <a:pt x="62" y="83"/>
                  <a:pt x="51" y="95"/>
                </a:cubicBezTo>
                <a:cubicBezTo>
                  <a:pt x="37" y="111"/>
                  <a:pt x="25" y="116"/>
                  <a:pt x="16" y="115"/>
                </a:cubicBezTo>
                <a:cubicBezTo>
                  <a:pt x="12" y="115"/>
                  <a:pt x="9" y="114"/>
                  <a:pt x="7" y="112"/>
                </a:cubicBezTo>
                <a:cubicBezTo>
                  <a:pt x="5" y="110"/>
                  <a:pt x="3" y="107"/>
                  <a:pt x="2" y="105"/>
                </a:cubicBezTo>
                <a:cubicBezTo>
                  <a:pt x="0" y="99"/>
                  <a:pt x="2" y="92"/>
                  <a:pt x="8" y="85"/>
                </a:cubicBezTo>
                <a:cubicBezTo>
                  <a:pt x="14" y="90"/>
                  <a:pt x="14" y="90"/>
                  <a:pt x="14" y="90"/>
                </a:cubicBezTo>
                <a:close/>
                <a:moveTo>
                  <a:pt x="97" y="49"/>
                </a:moveTo>
                <a:cubicBezTo>
                  <a:pt x="89" y="46"/>
                  <a:pt x="81" y="40"/>
                  <a:pt x="74" y="32"/>
                </a:cubicBezTo>
                <a:cubicBezTo>
                  <a:pt x="68" y="25"/>
                  <a:pt x="64" y="17"/>
                  <a:pt x="62" y="9"/>
                </a:cubicBezTo>
                <a:cubicBezTo>
                  <a:pt x="57" y="15"/>
                  <a:pt x="55" y="23"/>
                  <a:pt x="56" y="30"/>
                </a:cubicBezTo>
                <a:cubicBezTo>
                  <a:pt x="59" y="39"/>
                  <a:pt x="67" y="48"/>
                  <a:pt x="75" y="52"/>
                </a:cubicBezTo>
                <a:cubicBezTo>
                  <a:pt x="82" y="54"/>
                  <a:pt x="90" y="53"/>
                  <a:pt x="97" y="49"/>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27" name="组合 32"/>
          <p:cNvGrpSpPr/>
          <p:nvPr/>
        </p:nvGrpSpPr>
        <p:grpSpPr>
          <a:xfrm>
            <a:off x="7006256" y="4656143"/>
            <a:ext cx="842401" cy="802477"/>
            <a:chOff x="1568018" y="4613274"/>
            <a:chExt cx="334963" cy="319088"/>
          </a:xfrm>
          <a:solidFill>
            <a:schemeClr val="bg1"/>
          </a:solidFill>
        </p:grpSpPr>
        <p:sp>
          <p:nvSpPr>
            <p:cNvPr id="28" name="Freeform 23"/>
            <p:cNvSpPr>
              <a:spLocks noEditPoints="1"/>
            </p:cNvSpPr>
            <p:nvPr/>
          </p:nvSpPr>
          <p:spPr bwMode="auto">
            <a:xfrm>
              <a:off x="1822018" y="4613274"/>
              <a:ext cx="80963" cy="80962"/>
            </a:xfrm>
            <a:custGeom>
              <a:avLst/>
              <a:gdLst>
                <a:gd name="T0" fmla="*/ 31 w 33"/>
                <a:gd name="T1" fmla="*/ 14 h 33"/>
                <a:gd name="T2" fmla="*/ 19 w 33"/>
                <a:gd name="T3" fmla="*/ 2 h 33"/>
                <a:gd name="T4" fmla="*/ 14 w 33"/>
                <a:gd name="T5" fmla="*/ 0 h 33"/>
                <a:gd name="T6" fmla="*/ 10 w 33"/>
                <a:gd name="T7" fmla="*/ 2 h 33"/>
                <a:gd name="T8" fmla="*/ 0 w 33"/>
                <a:gd name="T9" fmla="*/ 12 h 33"/>
                <a:gd name="T10" fmla="*/ 21 w 33"/>
                <a:gd name="T11" fmla="*/ 33 h 33"/>
                <a:gd name="T12" fmla="*/ 31 w 33"/>
                <a:gd name="T13" fmla="*/ 23 h 33"/>
                <a:gd name="T14" fmla="*/ 31 w 33"/>
                <a:gd name="T15" fmla="*/ 14 h 33"/>
                <a:gd name="T16" fmla="*/ 31 w 33"/>
                <a:gd name="T17" fmla="*/ 14 h 33"/>
                <a:gd name="T18" fmla="*/ 31 w 33"/>
                <a:gd name="T19" fmla="*/ 14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33">
                  <a:moveTo>
                    <a:pt x="31" y="14"/>
                  </a:moveTo>
                  <a:cubicBezTo>
                    <a:pt x="19" y="2"/>
                    <a:pt x="19" y="2"/>
                    <a:pt x="19" y="2"/>
                  </a:cubicBezTo>
                  <a:cubicBezTo>
                    <a:pt x="17" y="1"/>
                    <a:pt x="16" y="0"/>
                    <a:pt x="14" y="0"/>
                  </a:cubicBezTo>
                  <a:cubicBezTo>
                    <a:pt x="12" y="0"/>
                    <a:pt x="11" y="1"/>
                    <a:pt x="10" y="2"/>
                  </a:cubicBezTo>
                  <a:cubicBezTo>
                    <a:pt x="0" y="12"/>
                    <a:pt x="0" y="12"/>
                    <a:pt x="0" y="12"/>
                  </a:cubicBezTo>
                  <a:cubicBezTo>
                    <a:pt x="21" y="33"/>
                    <a:pt x="21" y="33"/>
                    <a:pt x="21" y="33"/>
                  </a:cubicBezTo>
                  <a:cubicBezTo>
                    <a:pt x="31" y="23"/>
                    <a:pt x="31" y="23"/>
                    <a:pt x="31" y="23"/>
                  </a:cubicBezTo>
                  <a:cubicBezTo>
                    <a:pt x="33" y="21"/>
                    <a:pt x="33" y="17"/>
                    <a:pt x="31" y="14"/>
                  </a:cubicBezTo>
                  <a:close/>
                  <a:moveTo>
                    <a:pt x="31" y="14"/>
                  </a:moveTo>
                  <a:cubicBezTo>
                    <a:pt x="31" y="14"/>
                    <a:pt x="31" y="14"/>
                    <a:pt x="31"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3200">
                <a:solidFill>
                  <a:prstClr val="black"/>
                </a:solidFill>
              </a:endParaRPr>
            </a:p>
          </p:txBody>
        </p:sp>
        <p:sp>
          <p:nvSpPr>
            <p:cNvPr id="29" name="Freeform 24"/>
            <p:cNvSpPr>
              <a:spLocks noEditPoints="1"/>
            </p:cNvSpPr>
            <p:nvPr/>
          </p:nvSpPr>
          <p:spPr bwMode="auto">
            <a:xfrm>
              <a:off x="1666443" y="4651374"/>
              <a:ext cx="196850" cy="196850"/>
            </a:xfrm>
            <a:custGeom>
              <a:avLst/>
              <a:gdLst>
                <a:gd name="T0" fmla="*/ 0 w 124"/>
                <a:gd name="T1" fmla="*/ 92 h 124"/>
                <a:gd name="T2" fmla="*/ 33 w 124"/>
                <a:gd name="T3" fmla="*/ 124 h 124"/>
                <a:gd name="T4" fmla="*/ 124 w 124"/>
                <a:gd name="T5" fmla="*/ 34 h 124"/>
                <a:gd name="T6" fmla="*/ 90 w 124"/>
                <a:gd name="T7" fmla="*/ 0 h 124"/>
                <a:gd name="T8" fmla="*/ 0 w 124"/>
                <a:gd name="T9" fmla="*/ 92 h 124"/>
                <a:gd name="T10" fmla="*/ 0 w 124"/>
                <a:gd name="T11" fmla="*/ 92 h 124"/>
                <a:gd name="T12" fmla="*/ 0 w 124"/>
                <a:gd name="T13" fmla="*/ 92 h 124"/>
              </a:gdLst>
              <a:ahLst/>
              <a:cxnLst>
                <a:cxn ang="0">
                  <a:pos x="T0" y="T1"/>
                </a:cxn>
                <a:cxn ang="0">
                  <a:pos x="T2" y="T3"/>
                </a:cxn>
                <a:cxn ang="0">
                  <a:pos x="T4" y="T5"/>
                </a:cxn>
                <a:cxn ang="0">
                  <a:pos x="T6" y="T7"/>
                </a:cxn>
                <a:cxn ang="0">
                  <a:pos x="T8" y="T9"/>
                </a:cxn>
                <a:cxn ang="0">
                  <a:pos x="T10" y="T11"/>
                </a:cxn>
                <a:cxn ang="0">
                  <a:pos x="T12" y="T13"/>
                </a:cxn>
              </a:cxnLst>
              <a:rect l="0" t="0" r="r" b="b"/>
              <a:pathLst>
                <a:path w="124" h="124">
                  <a:moveTo>
                    <a:pt x="0" y="92"/>
                  </a:moveTo>
                  <a:lnTo>
                    <a:pt x="33" y="124"/>
                  </a:lnTo>
                  <a:lnTo>
                    <a:pt x="124" y="34"/>
                  </a:lnTo>
                  <a:lnTo>
                    <a:pt x="90" y="0"/>
                  </a:lnTo>
                  <a:lnTo>
                    <a:pt x="0" y="92"/>
                  </a:lnTo>
                  <a:close/>
                  <a:moveTo>
                    <a:pt x="0" y="92"/>
                  </a:moveTo>
                  <a:lnTo>
                    <a:pt x="0" y="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3200">
                <a:solidFill>
                  <a:prstClr val="black"/>
                </a:solidFill>
              </a:endParaRPr>
            </a:p>
          </p:txBody>
        </p:sp>
        <p:sp>
          <p:nvSpPr>
            <p:cNvPr id="30" name="Freeform 25"/>
            <p:cNvSpPr>
              <a:spLocks noEditPoints="1"/>
            </p:cNvSpPr>
            <p:nvPr/>
          </p:nvSpPr>
          <p:spPr bwMode="auto">
            <a:xfrm>
              <a:off x="1666443" y="4651374"/>
              <a:ext cx="196850" cy="196850"/>
            </a:xfrm>
            <a:custGeom>
              <a:avLst/>
              <a:gdLst>
                <a:gd name="T0" fmla="*/ 0 w 124"/>
                <a:gd name="T1" fmla="*/ 92 h 124"/>
                <a:gd name="T2" fmla="*/ 33 w 124"/>
                <a:gd name="T3" fmla="*/ 124 h 124"/>
                <a:gd name="T4" fmla="*/ 124 w 124"/>
                <a:gd name="T5" fmla="*/ 34 h 124"/>
                <a:gd name="T6" fmla="*/ 90 w 124"/>
                <a:gd name="T7" fmla="*/ 0 h 124"/>
                <a:gd name="T8" fmla="*/ 0 w 124"/>
                <a:gd name="T9" fmla="*/ 92 h 124"/>
                <a:gd name="T10" fmla="*/ 0 w 124"/>
                <a:gd name="T11" fmla="*/ 92 h 124"/>
                <a:gd name="T12" fmla="*/ 0 w 124"/>
                <a:gd name="T13" fmla="*/ 92 h 124"/>
              </a:gdLst>
              <a:ahLst/>
              <a:cxnLst>
                <a:cxn ang="0">
                  <a:pos x="T0" y="T1"/>
                </a:cxn>
                <a:cxn ang="0">
                  <a:pos x="T2" y="T3"/>
                </a:cxn>
                <a:cxn ang="0">
                  <a:pos x="T4" y="T5"/>
                </a:cxn>
                <a:cxn ang="0">
                  <a:pos x="T6" y="T7"/>
                </a:cxn>
                <a:cxn ang="0">
                  <a:pos x="T8" y="T9"/>
                </a:cxn>
                <a:cxn ang="0">
                  <a:pos x="T10" y="T11"/>
                </a:cxn>
                <a:cxn ang="0">
                  <a:pos x="T12" y="T13"/>
                </a:cxn>
              </a:cxnLst>
              <a:rect l="0" t="0" r="r" b="b"/>
              <a:pathLst>
                <a:path w="124" h="124">
                  <a:moveTo>
                    <a:pt x="0" y="92"/>
                  </a:moveTo>
                  <a:lnTo>
                    <a:pt x="33" y="124"/>
                  </a:lnTo>
                  <a:lnTo>
                    <a:pt x="124" y="34"/>
                  </a:lnTo>
                  <a:lnTo>
                    <a:pt x="90" y="0"/>
                  </a:lnTo>
                  <a:lnTo>
                    <a:pt x="0" y="92"/>
                  </a:lnTo>
                  <a:moveTo>
                    <a:pt x="0" y="92"/>
                  </a:moveTo>
                  <a:lnTo>
                    <a:pt x="0" y="92"/>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3200">
                <a:solidFill>
                  <a:prstClr val="black"/>
                </a:solidFill>
              </a:endParaRPr>
            </a:p>
          </p:txBody>
        </p:sp>
        <p:sp>
          <p:nvSpPr>
            <p:cNvPr id="31" name="Freeform 26"/>
            <p:cNvSpPr>
              <a:spLocks noEditPoints="1"/>
            </p:cNvSpPr>
            <p:nvPr/>
          </p:nvSpPr>
          <p:spPr bwMode="auto">
            <a:xfrm>
              <a:off x="1644218" y="4806949"/>
              <a:ext cx="65088" cy="63500"/>
            </a:xfrm>
            <a:custGeom>
              <a:avLst/>
              <a:gdLst>
                <a:gd name="T0" fmla="*/ 8 w 41"/>
                <a:gd name="T1" fmla="*/ 0 h 40"/>
                <a:gd name="T2" fmla="*/ 0 w 41"/>
                <a:gd name="T3" fmla="*/ 40 h 40"/>
                <a:gd name="T4" fmla="*/ 41 w 41"/>
                <a:gd name="T5" fmla="*/ 32 h 40"/>
                <a:gd name="T6" fmla="*/ 8 w 41"/>
                <a:gd name="T7" fmla="*/ 0 h 40"/>
                <a:gd name="T8" fmla="*/ 8 w 41"/>
                <a:gd name="T9" fmla="*/ 0 h 40"/>
                <a:gd name="T10" fmla="*/ 8 w 41"/>
                <a:gd name="T11" fmla="*/ 0 h 40"/>
              </a:gdLst>
              <a:ahLst/>
              <a:cxnLst>
                <a:cxn ang="0">
                  <a:pos x="T0" y="T1"/>
                </a:cxn>
                <a:cxn ang="0">
                  <a:pos x="T2" y="T3"/>
                </a:cxn>
                <a:cxn ang="0">
                  <a:pos x="T4" y="T5"/>
                </a:cxn>
                <a:cxn ang="0">
                  <a:pos x="T6" y="T7"/>
                </a:cxn>
                <a:cxn ang="0">
                  <a:pos x="T8" y="T9"/>
                </a:cxn>
                <a:cxn ang="0">
                  <a:pos x="T10" y="T11"/>
                </a:cxn>
              </a:cxnLst>
              <a:rect l="0" t="0" r="r" b="b"/>
              <a:pathLst>
                <a:path w="41" h="40">
                  <a:moveTo>
                    <a:pt x="8" y="0"/>
                  </a:moveTo>
                  <a:lnTo>
                    <a:pt x="0" y="40"/>
                  </a:lnTo>
                  <a:lnTo>
                    <a:pt x="41" y="32"/>
                  </a:lnTo>
                  <a:lnTo>
                    <a:pt x="8" y="0"/>
                  </a:lnTo>
                  <a:close/>
                  <a:moveTo>
                    <a:pt x="8" y="0"/>
                  </a:moveTo>
                  <a:lnTo>
                    <a:pt x="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3200">
                <a:solidFill>
                  <a:prstClr val="black"/>
                </a:solidFill>
              </a:endParaRPr>
            </a:p>
          </p:txBody>
        </p:sp>
        <p:sp>
          <p:nvSpPr>
            <p:cNvPr id="32" name="Freeform 27"/>
            <p:cNvSpPr>
              <a:spLocks noEditPoints="1"/>
            </p:cNvSpPr>
            <p:nvPr/>
          </p:nvSpPr>
          <p:spPr bwMode="auto">
            <a:xfrm>
              <a:off x="1644218" y="4806949"/>
              <a:ext cx="65088" cy="63500"/>
            </a:xfrm>
            <a:custGeom>
              <a:avLst/>
              <a:gdLst>
                <a:gd name="T0" fmla="*/ 8 w 41"/>
                <a:gd name="T1" fmla="*/ 0 h 40"/>
                <a:gd name="T2" fmla="*/ 0 w 41"/>
                <a:gd name="T3" fmla="*/ 40 h 40"/>
                <a:gd name="T4" fmla="*/ 41 w 41"/>
                <a:gd name="T5" fmla="*/ 32 h 40"/>
                <a:gd name="T6" fmla="*/ 8 w 41"/>
                <a:gd name="T7" fmla="*/ 0 h 40"/>
                <a:gd name="T8" fmla="*/ 8 w 41"/>
                <a:gd name="T9" fmla="*/ 0 h 40"/>
                <a:gd name="T10" fmla="*/ 8 w 41"/>
                <a:gd name="T11" fmla="*/ 0 h 40"/>
              </a:gdLst>
              <a:ahLst/>
              <a:cxnLst>
                <a:cxn ang="0">
                  <a:pos x="T0" y="T1"/>
                </a:cxn>
                <a:cxn ang="0">
                  <a:pos x="T2" y="T3"/>
                </a:cxn>
                <a:cxn ang="0">
                  <a:pos x="T4" y="T5"/>
                </a:cxn>
                <a:cxn ang="0">
                  <a:pos x="T6" y="T7"/>
                </a:cxn>
                <a:cxn ang="0">
                  <a:pos x="T8" y="T9"/>
                </a:cxn>
                <a:cxn ang="0">
                  <a:pos x="T10" y="T11"/>
                </a:cxn>
              </a:cxnLst>
              <a:rect l="0" t="0" r="r" b="b"/>
              <a:pathLst>
                <a:path w="41" h="40">
                  <a:moveTo>
                    <a:pt x="8" y="0"/>
                  </a:moveTo>
                  <a:lnTo>
                    <a:pt x="0" y="40"/>
                  </a:lnTo>
                  <a:lnTo>
                    <a:pt x="41" y="32"/>
                  </a:lnTo>
                  <a:lnTo>
                    <a:pt x="8" y="0"/>
                  </a:lnTo>
                  <a:moveTo>
                    <a:pt x="8" y="0"/>
                  </a:moveTo>
                  <a:lnTo>
                    <a:pt x="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3200">
                <a:solidFill>
                  <a:prstClr val="black"/>
                </a:solidFill>
              </a:endParaRPr>
            </a:p>
          </p:txBody>
        </p:sp>
        <p:sp>
          <p:nvSpPr>
            <p:cNvPr id="33" name="Freeform 28"/>
            <p:cNvSpPr>
              <a:spLocks noEditPoints="1"/>
            </p:cNvSpPr>
            <p:nvPr/>
          </p:nvSpPr>
          <p:spPr bwMode="auto">
            <a:xfrm>
              <a:off x="1568018" y="4668837"/>
              <a:ext cx="265113" cy="263525"/>
            </a:xfrm>
            <a:custGeom>
              <a:avLst/>
              <a:gdLst>
                <a:gd name="T0" fmla="*/ 94 w 108"/>
                <a:gd name="T1" fmla="*/ 93 h 107"/>
                <a:gd name="T2" fmla="*/ 14 w 108"/>
                <a:gd name="T3" fmla="*/ 93 h 107"/>
                <a:gd name="T4" fmla="*/ 14 w 108"/>
                <a:gd name="T5" fmla="*/ 13 h 107"/>
                <a:gd name="T6" fmla="*/ 71 w 108"/>
                <a:gd name="T7" fmla="*/ 13 h 107"/>
                <a:gd name="T8" fmla="*/ 84 w 108"/>
                <a:gd name="T9" fmla="*/ 0 h 107"/>
                <a:gd name="T10" fmla="*/ 9 w 108"/>
                <a:gd name="T11" fmla="*/ 0 h 107"/>
                <a:gd name="T12" fmla="*/ 0 w 108"/>
                <a:gd name="T13" fmla="*/ 9 h 107"/>
                <a:gd name="T14" fmla="*/ 0 w 108"/>
                <a:gd name="T15" fmla="*/ 98 h 107"/>
                <a:gd name="T16" fmla="*/ 9 w 108"/>
                <a:gd name="T17" fmla="*/ 107 h 107"/>
                <a:gd name="T18" fmla="*/ 99 w 108"/>
                <a:gd name="T19" fmla="*/ 107 h 107"/>
                <a:gd name="T20" fmla="*/ 108 w 108"/>
                <a:gd name="T21" fmla="*/ 98 h 107"/>
                <a:gd name="T22" fmla="*/ 108 w 108"/>
                <a:gd name="T23" fmla="*/ 34 h 107"/>
                <a:gd name="T24" fmla="*/ 94 w 108"/>
                <a:gd name="T25" fmla="*/ 48 h 107"/>
                <a:gd name="T26" fmla="*/ 94 w 108"/>
                <a:gd name="T27" fmla="*/ 93 h 107"/>
                <a:gd name="T28" fmla="*/ 94 w 108"/>
                <a:gd name="T29" fmla="*/ 93 h 107"/>
                <a:gd name="T30" fmla="*/ 94 w 108"/>
                <a:gd name="T31" fmla="*/ 93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 h="107">
                  <a:moveTo>
                    <a:pt x="94" y="93"/>
                  </a:moveTo>
                  <a:cubicBezTo>
                    <a:pt x="14" y="93"/>
                    <a:pt x="14" y="93"/>
                    <a:pt x="14" y="93"/>
                  </a:cubicBezTo>
                  <a:cubicBezTo>
                    <a:pt x="14" y="13"/>
                    <a:pt x="14" y="13"/>
                    <a:pt x="14" y="13"/>
                  </a:cubicBezTo>
                  <a:cubicBezTo>
                    <a:pt x="71" y="13"/>
                    <a:pt x="71" y="13"/>
                    <a:pt x="71" y="13"/>
                  </a:cubicBezTo>
                  <a:cubicBezTo>
                    <a:pt x="84" y="0"/>
                    <a:pt x="84" y="0"/>
                    <a:pt x="84" y="0"/>
                  </a:cubicBezTo>
                  <a:cubicBezTo>
                    <a:pt x="9" y="0"/>
                    <a:pt x="9" y="0"/>
                    <a:pt x="9" y="0"/>
                  </a:cubicBezTo>
                  <a:cubicBezTo>
                    <a:pt x="4" y="0"/>
                    <a:pt x="0" y="4"/>
                    <a:pt x="0" y="9"/>
                  </a:cubicBezTo>
                  <a:cubicBezTo>
                    <a:pt x="0" y="98"/>
                    <a:pt x="0" y="98"/>
                    <a:pt x="0" y="98"/>
                  </a:cubicBezTo>
                  <a:cubicBezTo>
                    <a:pt x="0" y="103"/>
                    <a:pt x="4" y="107"/>
                    <a:pt x="9" y="107"/>
                  </a:cubicBezTo>
                  <a:cubicBezTo>
                    <a:pt x="99" y="107"/>
                    <a:pt x="99" y="107"/>
                    <a:pt x="99" y="107"/>
                  </a:cubicBezTo>
                  <a:cubicBezTo>
                    <a:pt x="104" y="107"/>
                    <a:pt x="108" y="103"/>
                    <a:pt x="108" y="98"/>
                  </a:cubicBezTo>
                  <a:cubicBezTo>
                    <a:pt x="108" y="34"/>
                    <a:pt x="108" y="34"/>
                    <a:pt x="108" y="34"/>
                  </a:cubicBezTo>
                  <a:cubicBezTo>
                    <a:pt x="94" y="48"/>
                    <a:pt x="94" y="48"/>
                    <a:pt x="94" y="48"/>
                  </a:cubicBezTo>
                  <a:lnTo>
                    <a:pt x="94" y="93"/>
                  </a:lnTo>
                  <a:close/>
                  <a:moveTo>
                    <a:pt x="94" y="93"/>
                  </a:moveTo>
                  <a:cubicBezTo>
                    <a:pt x="94" y="93"/>
                    <a:pt x="94" y="93"/>
                    <a:pt x="94" y="9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3200">
                <a:solidFill>
                  <a:prstClr val="black"/>
                </a:solidFill>
              </a:endParaRPr>
            </a:p>
          </p:txBody>
        </p:sp>
      </p:grpSp>
      <p:sp>
        <p:nvSpPr>
          <p:cNvPr id="34"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484993541"/>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直接连接符 47"/>
          <p:cNvCxnSpPr/>
          <p:nvPr/>
        </p:nvCxnSpPr>
        <p:spPr>
          <a:xfrm>
            <a:off x="0" y="5544852"/>
            <a:ext cx="12192000"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3" name="椭圆 2"/>
          <p:cNvSpPr/>
          <p:nvPr/>
        </p:nvSpPr>
        <p:spPr>
          <a:xfrm>
            <a:off x="1119116" y="5394726"/>
            <a:ext cx="300251" cy="300251"/>
          </a:xfrm>
          <a:prstGeom prst="ellipse">
            <a:avLst/>
          </a:prstGeom>
          <a:solidFill>
            <a:srgbClr val="5F54A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4" name="直接连接符 49"/>
          <p:cNvCxnSpPr/>
          <p:nvPr/>
        </p:nvCxnSpPr>
        <p:spPr>
          <a:xfrm flipH="1" flipV="1">
            <a:off x="1269241" y="4139133"/>
            <a:ext cx="1" cy="1255593"/>
          </a:xfrm>
          <a:prstGeom prst="line">
            <a:avLst/>
          </a:prstGeom>
          <a:ln w="38100">
            <a:solidFill>
              <a:srgbClr val="5F54A3"/>
            </a:solidFill>
          </a:ln>
        </p:spPr>
        <p:style>
          <a:lnRef idx="1">
            <a:schemeClr val="accent1"/>
          </a:lnRef>
          <a:fillRef idx="0">
            <a:schemeClr val="accent1"/>
          </a:fillRef>
          <a:effectRef idx="0">
            <a:schemeClr val="accent1"/>
          </a:effectRef>
          <a:fontRef idx="minor">
            <a:schemeClr val="tx1"/>
          </a:fontRef>
        </p:style>
      </p:cxnSp>
      <p:sp>
        <p:nvSpPr>
          <p:cNvPr id="5" name="Rectangle 58"/>
          <p:cNvSpPr/>
          <p:nvPr/>
        </p:nvSpPr>
        <p:spPr>
          <a:xfrm>
            <a:off x="1633249" y="3635248"/>
            <a:ext cx="1967029" cy="1276888"/>
          </a:xfrm>
          <a:prstGeom prst="rect">
            <a:avLst/>
          </a:prstGeom>
        </p:spPr>
        <p:txBody>
          <a:bodyPr wrap="square">
            <a:spAutoFit/>
          </a:bodyPr>
          <a:lstStyle/>
          <a:p>
            <a:pPr>
              <a:lnSpc>
                <a:spcPct val="123000"/>
              </a:lnSpc>
              <a:spcBef>
                <a:spcPts val="600"/>
              </a:spcBef>
            </a:pPr>
            <a:r>
              <a:rPr lang="zh-CN" altLang="en-US" sz="1600" dirty="0">
                <a:solidFill>
                  <a:schemeClr val="tx1">
                    <a:lumMod val="65000"/>
                    <a:lumOff val="35000"/>
                  </a:schemeClr>
                </a:solidFill>
                <a:latin typeface="+mn-ea"/>
              </a:rPr>
              <a:t>添加内容添加内容添加内容添加内容添加内容添加内容添加内容</a:t>
            </a:r>
          </a:p>
        </p:txBody>
      </p:sp>
      <p:sp>
        <p:nvSpPr>
          <p:cNvPr id="6" name="TextBox 59"/>
          <p:cNvSpPr txBox="1"/>
          <p:nvPr/>
        </p:nvSpPr>
        <p:spPr>
          <a:xfrm>
            <a:off x="1633248" y="3229921"/>
            <a:ext cx="1967029" cy="377026"/>
          </a:xfrm>
          <a:prstGeom prst="rect">
            <a:avLst/>
          </a:prstGeom>
          <a:noFill/>
        </p:spPr>
        <p:txBody>
          <a:bodyPr wrap="square" lIns="68580" tIns="34290" rIns="68580" bIns="34290" rtlCol="0">
            <a:spAutoFit/>
          </a:bodyPr>
          <a:lstStyle/>
          <a:p>
            <a:r>
              <a:rPr lang="zh-CN" altLang="en-US" sz="2000" b="1" dirty="0">
                <a:solidFill>
                  <a:srgbClr val="5F54A3"/>
                </a:solidFill>
                <a:latin typeface="Open Sans"/>
              </a:rPr>
              <a:t>单击添加标题</a:t>
            </a:r>
            <a:endParaRPr lang="en-US" altLang="zh-CN" sz="2000" b="1" dirty="0">
              <a:solidFill>
                <a:srgbClr val="5F54A3"/>
              </a:solidFill>
              <a:latin typeface="Open Sans"/>
            </a:endParaRPr>
          </a:p>
        </p:txBody>
      </p:sp>
      <p:sp>
        <p:nvSpPr>
          <p:cNvPr id="7" name="椭圆 6"/>
          <p:cNvSpPr/>
          <p:nvPr/>
        </p:nvSpPr>
        <p:spPr>
          <a:xfrm>
            <a:off x="3998551" y="5394726"/>
            <a:ext cx="300251" cy="300251"/>
          </a:xfrm>
          <a:prstGeom prst="ellipse">
            <a:avLst/>
          </a:prstGeom>
          <a:solidFill>
            <a:srgbClr val="DF9E40"/>
          </a:solidFill>
          <a:ln>
            <a:noFill/>
          </a:ln>
        </p:spPr>
        <p:txBody>
          <a:bodyPr vert="horz" wrap="square" lIns="91440" tIns="45720" rIns="91440" bIns="45720" numCol="1" anchor="t" anchorCtr="0" compatLnSpc="1">
            <a:prstTxWarp prst="textNoShape">
              <a:avLst/>
            </a:prstTxWarp>
          </a:bodyPr>
          <a:lstStyle/>
          <a:p>
            <a:endParaRPr lang="zh-CN" altLang="en-US">
              <a:solidFill>
                <a:schemeClr val="tx1"/>
              </a:solidFill>
            </a:endParaRPr>
          </a:p>
        </p:txBody>
      </p:sp>
      <p:cxnSp>
        <p:nvCxnSpPr>
          <p:cNvPr id="8" name="直接连接符 56"/>
          <p:cNvCxnSpPr/>
          <p:nvPr/>
        </p:nvCxnSpPr>
        <p:spPr>
          <a:xfrm flipV="1">
            <a:off x="4148677" y="2925527"/>
            <a:ext cx="0" cy="2469199"/>
          </a:xfrm>
          <a:prstGeom prst="line">
            <a:avLst/>
          </a:prstGeom>
          <a:ln w="38100">
            <a:solidFill>
              <a:srgbClr val="DF9E40"/>
            </a:solidFill>
          </a:ln>
        </p:spPr>
        <p:style>
          <a:lnRef idx="1">
            <a:schemeClr val="accent1"/>
          </a:lnRef>
          <a:fillRef idx="0">
            <a:schemeClr val="accent1"/>
          </a:fillRef>
          <a:effectRef idx="0">
            <a:schemeClr val="accent1"/>
          </a:effectRef>
          <a:fontRef idx="minor">
            <a:schemeClr val="tx1"/>
          </a:fontRef>
        </p:style>
      </p:cxnSp>
      <p:sp>
        <p:nvSpPr>
          <p:cNvPr id="9" name="椭圆 8"/>
          <p:cNvSpPr/>
          <p:nvPr/>
        </p:nvSpPr>
        <p:spPr>
          <a:xfrm>
            <a:off x="6663756" y="5394726"/>
            <a:ext cx="300251" cy="300251"/>
          </a:xfrm>
          <a:prstGeom prst="ellipse">
            <a:avLst/>
          </a:prstGeom>
          <a:solidFill>
            <a:srgbClr val="DB4B29"/>
          </a:solidFill>
          <a:ln>
            <a:noFill/>
          </a:ln>
        </p:spPr>
        <p:txBody>
          <a:bodyPr vert="horz" wrap="square" lIns="91440" tIns="45720" rIns="91440" bIns="45720" numCol="1" anchor="t" anchorCtr="0" compatLnSpc="1">
            <a:prstTxWarp prst="textNoShape">
              <a:avLst/>
            </a:prstTxWarp>
          </a:bodyPr>
          <a:lstStyle/>
          <a:p>
            <a:endParaRPr lang="zh-CN" altLang="en-US">
              <a:solidFill>
                <a:schemeClr val="tx1"/>
              </a:solidFill>
            </a:endParaRPr>
          </a:p>
        </p:txBody>
      </p:sp>
      <p:cxnSp>
        <p:nvCxnSpPr>
          <p:cNvPr id="10" name="直接连接符 63"/>
          <p:cNvCxnSpPr/>
          <p:nvPr/>
        </p:nvCxnSpPr>
        <p:spPr>
          <a:xfrm flipV="1">
            <a:off x="6813882" y="4712339"/>
            <a:ext cx="0" cy="682387"/>
          </a:xfrm>
          <a:prstGeom prst="line">
            <a:avLst/>
          </a:prstGeom>
          <a:ln w="38100">
            <a:solidFill>
              <a:srgbClr val="DB4B29"/>
            </a:solidFill>
          </a:ln>
        </p:spPr>
        <p:style>
          <a:lnRef idx="1">
            <a:schemeClr val="accent1"/>
          </a:lnRef>
          <a:fillRef idx="0">
            <a:schemeClr val="accent1"/>
          </a:fillRef>
          <a:effectRef idx="0">
            <a:schemeClr val="accent1"/>
          </a:effectRef>
          <a:fontRef idx="minor">
            <a:schemeClr val="tx1"/>
          </a:fontRef>
        </p:style>
      </p:cxnSp>
      <p:sp>
        <p:nvSpPr>
          <p:cNvPr id="11" name="椭圆 10"/>
          <p:cNvSpPr/>
          <p:nvPr/>
        </p:nvSpPr>
        <p:spPr>
          <a:xfrm>
            <a:off x="9228459" y="5394726"/>
            <a:ext cx="300251" cy="300251"/>
          </a:xfrm>
          <a:prstGeom prst="ellipse">
            <a:avLst/>
          </a:prstGeom>
          <a:solidFill>
            <a:srgbClr val="017572"/>
          </a:solidFill>
          <a:ln>
            <a:noFill/>
          </a:ln>
        </p:spPr>
        <p:txBody>
          <a:bodyPr vert="horz" wrap="square" lIns="91440" tIns="45720" rIns="91440" bIns="45720" numCol="1" anchor="t" anchorCtr="0" compatLnSpc="1">
            <a:prstTxWarp prst="textNoShape">
              <a:avLst/>
            </a:prstTxWarp>
          </a:bodyPr>
          <a:lstStyle/>
          <a:p>
            <a:endParaRPr lang="zh-CN" altLang="en-US">
              <a:solidFill>
                <a:schemeClr val="tx1"/>
              </a:solidFill>
            </a:endParaRPr>
          </a:p>
        </p:txBody>
      </p:sp>
      <p:cxnSp>
        <p:nvCxnSpPr>
          <p:cNvPr id="12" name="直接连接符 70"/>
          <p:cNvCxnSpPr/>
          <p:nvPr/>
        </p:nvCxnSpPr>
        <p:spPr>
          <a:xfrm flipV="1">
            <a:off x="9378585" y="3329483"/>
            <a:ext cx="0" cy="2065243"/>
          </a:xfrm>
          <a:prstGeom prst="line">
            <a:avLst/>
          </a:prstGeom>
          <a:ln w="38100">
            <a:solidFill>
              <a:srgbClr val="017572"/>
            </a:solidFill>
          </a:ln>
        </p:spPr>
        <p:style>
          <a:lnRef idx="1">
            <a:schemeClr val="accent1"/>
          </a:lnRef>
          <a:fillRef idx="0">
            <a:schemeClr val="accent1"/>
          </a:fillRef>
          <a:effectRef idx="0">
            <a:schemeClr val="accent1"/>
          </a:effectRef>
          <a:fontRef idx="minor">
            <a:schemeClr val="tx1"/>
          </a:fontRef>
        </p:style>
      </p:cxnSp>
      <p:sp>
        <p:nvSpPr>
          <p:cNvPr id="13" name="Freeform 151"/>
          <p:cNvSpPr>
            <a:spLocks noEditPoints="1"/>
          </p:cNvSpPr>
          <p:nvPr/>
        </p:nvSpPr>
        <p:spPr bwMode="auto">
          <a:xfrm>
            <a:off x="929452" y="3126571"/>
            <a:ext cx="679577" cy="1017355"/>
          </a:xfrm>
          <a:custGeom>
            <a:avLst/>
            <a:gdLst>
              <a:gd name="T0" fmla="*/ 72 w 143"/>
              <a:gd name="T1" fmla="*/ 214 h 214"/>
              <a:gd name="T2" fmla="*/ 96 w 143"/>
              <a:gd name="T3" fmla="*/ 204 h 214"/>
              <a:gd name="T4" fmla="*/ 48 w 143"/>
              <a:gd name="T5" fmla="*/ 204 h 214"/>
              <a:gd name="T6" fmla="*/ 72 w 143"/>
              <a:gd name="T7" fmla="*/ 214 h 214"/>
              <a:gd name="T8" fmla="*/ 105 w 143"/>
              <a:gd name="T9" fmla="*/ 183 h 214"/>
              <a:gd name="T10" fmla="*/ 39 w 143"/>
              <a:gd name="T11" fmla="*/ 183 h 214"/>
              <a:gd name="T12" fmla="*/ 33 w 143"/>
              <a:gd name="T13" fmla="*/ 190 h 214"/>
              <a:gd name="T14" fmla="*/ 39 w 143"/>
              <a:gd name="T15" fmla="*/ 196 h 214"/>
              <a:gd name="T16" fmla="*/ 105 w 143"/>
              <a:gd name="T17" fmla="*/ 196 h 214"/>
              <a:gd name="T18" fmla="*/ 111 w 143"/>
              <a:gd name="T19" fmla="*/ 190 h 214"/>
              <a:gd name="T20" fmla="*/ 105 w 143"/>
              <a:gd name="T21" fmla="*/ 183 h 214"/>
              <a:gd name="T22" fmla="*/ 105 w 143"/>
              <a:gd name="T23" fmla="*/ 164 h 214"/>
              <a:gd name="T24" fmla="*/ 39 w 143"/>
              <a:gd name="T25" fmla="*/ 164 h 214"/>
              <a:gd name="T26" fmla="*/ 33 w 143"/>
              <a:gd name="T27" fmla="*/ 171 h 214"/>
              <a:gd name="T28" fmla="*/ 39 w 143"/>
              <a:gd name="T29" fmla="*/ 177 h 214"/>
              <a:gd name="T30" fmla="*/ 105 w 143"/>
              <a:gd name="T31" fmla="*/ 177 h 214"/>
              <a:gd name="T32" fmla="*/ 111 w 143"/>
              <a:gd name="T33" fmla="*/ 171 h 214"/>
              <a:gd name="T34" fmla="*/ 105 w 143"/>
              <a:gd name="T35" fmla="*/ 164 h 214"/>
              <a:gd name="T36" fmla="*/ 72 w 143"/>
              <a:gd name="T37" fmla="*/ 0 h 214"/>
              <a:gd name="T38" fmla="*/ 0 w 143"/>
              <a:gd name="T39" fmla="*/ 71 h 214"/>
              <a:gd name="T40" fmla="*/ 32 w 143"/>
              <a:gd name="T41" fmla="*/ 138 h 214"/>
              <a:gd name="T42" fmla="*/ 37 w 143"/>
              <a:gd name="T43" fmla="*/ 158 h 214"/>
              <a:gd name="T44" fmla="*/ 107 w 143"/>
              <a:gd name="T45" fmla="*/ 158 h 214"/>
              <a:gd name="T46" fmla="*/ 112 w 143"/>
              <a:gd name="T47" fmla="*/ 138 h 214"/>
              <a:gd name="T48" fmla="*/ 143 w 143"/>
              <a:gd name="T49" fmla="*/ 71 h 214"/>
              <a:gd name="T50" fmla="*/ 72 w 143"/>
              <a:gd name="T51" fmla="*/ 0 h 214"/>
              <a:gd name="T52" fmla="*/ 115 w 143"/>
              <a:gd name="T53" fmla="*/ 84 h 214"/>
              <a:gd name="T54" fmla="*/ 93 w 143"/>
              <a:gd name="T55" fmla="*/ 144 h 214"/>
              <a:gd name="T56" fmla="*/ 92 w 143"/>
              <a:gd name="T57" fmla="*/ 146 h 214"/>
              <a:gd name="T58" fmla="*/ 83 w 143"/>
              <a:gd name="T59" fmla="*/ 146 h 214"/>
              <a:gd name="T60" fmla="*/ 83 w 143"/>
              <a:gd name="T61" fmla="*/ 143 h 214"/>
              <a:gd name="T62" fmla="*/ 98 w 143"/>
              <a:gd name="T63" fmla="*/ 93 h 214"/>
              <a:gd name="T64" fmla="*/ 97 w 143"/>
              <a:gd name="T65" fmla="*/ 93 h 214"/>
              <a:gd name="T66" fmla="*/ 96 w 143"/>
              <a:gd name="T67" fmla="*/ 93 h 214"/>
              <a:gd name="T68" fmla="*/ 85 w 143"/>
              <a:gd name="T69" fmla="*/ 88 h 214"/>
              <a:gd name="T70" fmla="*/ 73 w 143"/>
              <a:gd name="T71" fmla="*/ 93 h 214"/>
              <a:gd name="T72" fmla="*/ 59 w 143"/>
              <a:gd name="T73" fmla="*/ 87 h 214"/>
              <a:gd name="T74" fmla="*/ 45 w 143"/>
              <a:gd name="T75" fmla="*/ 92 h 214"/>
              <a:gd name="T76" fmla="*/ 59 w 143"/>
              <a:gd name="T77" fmla="*/ 143 h 214"/>
              <a:gd name="T78" fmla="*/ 60 w 143"/>
              <a:gd name="T79" fmla="*/ 146 h 214"/>
              <a:gd name="T80" fmla="*/ 50 w 143"/>
              <a:gd name="T81" fmla="*/ 146 h 214"/>
              <a:gd name="T82" fmla="*/ 50 w 143"/>
              <a:gd name="T83" fmla="*/ 144 h 214"/>
              <a:gd name="T84" fmla="*/ 30 w 143"/>
              <a:gd name="T85" fmla="*/ 84 h 214"/>
              <a:gd name="T86" fmla="*/ 29 w 143"/>
              <a:gd name="T87" fmla="*/ 84 h 214"/>
              <a:gd name="T88" fmla="*/ 29 w 143"/>
              <a:gd name="T89" fmla="*/ 83 h 214"/>
              <a:gd name="T90" fmla="*/ 29 w 143"/>
              <a:gd name="T91" fmla="*/ 82 h 214"/>
              <a:gd name="T92" fmla="*/ 29 w 143"/>
              <a:gd name="T93" fmla="*/ 82 h 214"/>
              <a:gd name="T94" fmla="*/ 30 w 143"/>
              <a:gd name="T95" fmla="*/ 76 h 214"/>
              <a:gd name="T96" fmla="*/ 37 w 143"/>
              <a:gd name="T97" fmla="*/ 77 h 214"/>
              <a:gd name="T98" fmla="*/ 37 w 143"/>
              <a:gd name="T99" fmla="*/ 77 h 214"/>
              <a:gd name="T100" fmla="*/ 45 w 143"/>
              <a:gd name="T101" fmla="*/ 82 h 214"/>
              <a:gd name="T102" fmla="*/ 56 w 143"/>
              <a:gd name="T103" fmla="*/ 77 h 214"/>
              <a:gd name="T104" fmla="*/ 60 w 143"/>
              <a:gd name="T105" fmla="*/ 75 h 214"/>
              <a:gd name="T106" fmla="*/ 63 w 143"/>
              <a:gd name="T107" fmla="*/ 77 h 214"/>
              <a:gd name="T108" fmla="*/ 73 w 143"/>
              <a:gd name="T109" fmla="*/ 83 h 214"/>
              <a:gd name="T110" fmla="*/ 82 w 143"/>
              <a:gd name="T111" fmla="*/ 78 h 214"/>
              <a:gd name="T112" fmla="*/ 86 w 143"/>
              <a:gd name="T113" fmla="*/ 76 h 214"/>
              <a:gd name="T114" fmla="*/ 90 w 143"/>
              <a:gd name="T115" fmla="*/ 78 h 214"/>
              <a:gd name="T116" fmla="*/ 97 w 143"/>
              <a:gd name="T117" fmla="*/ 83 h 214"/>
              <a:gd name="T118" fmla="*/ 97 w 143"/>
              <a:gd name="T119" fmla="*/ 83 h 214"/>
              <a:gd name="T120" fmla="*/ 107 w 143"/>
              <a:gd name="T121" fmla="*/ 78 h 214"/>
              <a:gd name="T122" fmla="*/ 114 w 143"/>
              <a:gd name="T123" fmla="*/ 77 h 214"/>
              <a:gd name="T124" fmla="*/ 115 w 143"/>
              <a:gd name="T125" fmla="*/ 84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3" h="214">
                <a:moveTo>
                  <a:pt x="72" y="214"/>
                </a:moveTo>
                <a:cubicBezTo>
                  <a:pt x="82" y="214"/>
                  <a:pt x="91" y="210"/>
                  <a:pt x="96" y="204"/>
                </a:cubicBezTo>
                <a:cubicBezTo>
                  <a:pt x="48" y="204"/>
                  <a:pt x="48" y="204"/>
                  <a:pt x="48" y="204"/>
                </a:cubicBezTo>
                <a:cubicBezTo>
                  <a:pt x="53" y="210"/>
                  <a:pt x="62" y="214"/>
                  <a:pt x="72" y="214"/>
                </a:cubicBezTo>
                <a:close/>
                <a:moveTo>
                  <a:pt x="105" y="183"/>
                </a:moveTo>
                <a:cubicBezTo>
                  <a:pt x="39" y="183"/>
                  <a:pt x="39" y="183"/>
                  <a:pt x="39" y="183"/>
                </a:cubicBezTo>
                <a:cubicBezTo>
                  <a:pt x="35" y="183"/>
                  <a:pt x="33" y="186"/>
                  <a:pt x="33" y="190"/>
                </a:cubicBezTo>
                <a:cubicBezTo>
                  <a:pt x="33" y="193"/>
                  <a:pt x="35" y="196"/>
                  <a:pt x="39" y="196"/>
                </a:cubicBezTo>
                <a:cubicBezTo>
                  <a:pt x="105" y="196"/>
                  <a:pt x="105" y="196"/>
                  <a:pt x="105" y="196"/>
                </a:cubicBezTo>
                <a:cubicBezTo>
                  <a:pt x="108" y="196"/>
                  <a:pt x="111" y="193"/>
                  <a:pt x="111" y="190"/>
                </a:cubicBezTo>
                <a:cubicBezTo>
                  <a:pt x="111" y="186"/>
                  <a:pt x="108" y="183"/>
                  <a:pt x="105" y="183"/>
                </a:cubicBezTo>
                <a:close/>
                <a:moveTo>
                  <a:pt x="105" y="164"/>
                </a:moveTo>
                <a:cubicBezTo>
                  <a:pt x="39" y="164"/>
                  <a:pt x="39" y="164"/>
                  <a:pt x="39" y="164"/>
                </a:cubicBezTo>
                <a:cubicBezTo>
                  <a:pt x="35" y="164"/>
                  <a:pt x="33" y="167"/>
                  <a:pt x="33" y="171"/>
                </a:cubicBezTo>
                <a:cubicBezTo>
                  <a:pt x="33" y="174"/>
                  <a:pt x="35" y="177"/>
                  <a:pt x="39" y="177"/>
                </a:cubicBezTo>
                <a:cubicBezTo>
                  <a:pt x="105" y="177"/>
                  <a:pt x="105" y="177"/>
                  <a:pt x="105" y="177"/>
                </a:cubicBezTo>
                <a:cubicBezTo>
                  <a:pt x="108" y="177"/>
                  <a:pt x="111" y="174"/>
                  <a:pt x="111" y="171"/>
                </a:cubicBezTo>
                <a:cubicBezTo>
                  <a:pt x="111" y="167"/>
                  <a:pt x="108" y="164"/>
                  <a:pt x="105" y="164"/>
                </a:cubicBezTo>
                <a:close/>
                <a:moveTo>
                  <a:pt x="72" y="0"/>
                </a:moveTo>
                <a:cubicBezTo>
                  <a:pt x="32" y="0"/>
                  <a:pt x="0" y="32"/>
                  <a:pt x="0" y="71"/>
                </a:cubicBezTo>
                <a:cubicBezTo>
                  <a:pt x="0" y="98"/>
                  <a:pt x="19" y="117"/>
                  <a:pt x="32" y="138"/>
                </a:cubicBezTo>
                <a:cubicBezTo>
                  <a:pt x="35" y="144"/>
                  <a:pt x="37" y="158"/>
                  <a:pt x="37" y="158"/>
                </a:cubicBezTo>
                <a:cubicBezTo>
                  <a:pt x="107" y="158"/>
                  <a:pt x="107" y="158"/>
                  <a:pt x="107" y="158"/>
                </a:cubicBezTo>
                <a:cubicBezTo>
                  <a:pt x="107" y="158"/>
                  <a:pt x="109" y="144"/>
                  <a:pt x="112" y="138"/>
                </a:cubicBezTo>
                <a:cubicBezTo>
                  <a:pt x="125" y="117"/>
                  <a:pt x="143" y="98"/>
                  <a:pt x="143" y="71"/>
                </a:cubicBezTo>
                <a:cubicBezTo>
                  <a:pt x="143" y="32"/>
                  <a:pt x="111" y="0"/>
                  <a:pt x="72" y="0"/>
                </a:cubicBezTo>
                <a:close/>
                <a:moveTo>
                  <a:pt x="115" y="84"/>
                </a:moveTo>
                <a:cubicBezTo>
                  <a:pt x="102" y="100"/>
                  <a:pt x="95" y="120"/>
                  <a:pt x="93" y="144"/>
                </a:cubicBezTo>
                <a:cubicBezTo>
                  <a:pt x="92" y="146"/>
                  <a:pt x="92" y="146"/>
                  <a:pt x="92" y="146"/>
                </a:cubicBezTo>
                <a:cubicBezTo>
                  <a:pt x="83" y="146"/>
                  <a:pt x="83" y="146"/>
                  <a:pt x="83" y="146"/>
                </a:cubicBezTo>
                <a:cubicBezTo>
                  <a:pt x="83" y="143"/>
                  <a:pt x="83" y="143"/>
                  <a:pt x="83" y="143"/>
                </a:cubicBezTo>
                <a:cubicBezTo>
                  <a:pt x="85" y="124"/>
                  <a:pt x="90" y="107"/>
                  <a:pt x="98" y="93"/>
                </a:cubicBezTo>
                <a:cubicBezTo>
                  <a:pt x="97" y="93"/>
                  <a:pt x="97" y="93"/>
                  <a:pt x="97" y="93"/>
                </a:cubicBezTo>
                <a:cubicBezTo>
                  <a:pt x="96" y="93"/>
                  <a:pt x="96" y="93"/>
                  <a:pt x="96" y="93"/>
                </a:cubicBezTo>
                <a:cubicBezTo>
                  <a:pt x="93" y="92"/>
                  <a:pt x="89" y="92"/>
                  <a:pt x="85" y="88"/>
                </a:cubicBezTo>
                <a:cubicBezTo>
                  <a:pt x="82" y="91"/>
                  <a:pt x="77" y="93"/>
                  <a:pt x="73" y="93"/>
                </a:cubicBezTo>
                <a:cubicBezTo>
                  <a:pt x="68" y="93"/>
                  <a:pt x="63" y="91"/>
                  <a:pt x="59" y="87"/>
                </a:cubicBezTo>
                <a:cubicBezTo>
                  <a:pt x="55" y="90"/>
                  <a:pt x="50" y="92"/>
                  <a:pt x="45" y="92"/>
                </a:cubicBezTo>
                <a:cubicBezTo>
                  <a:pt x="57" y="114"/>
                  <a:pt x="59" y="137"/>
                  <a:pt x="59" y="143"/>
                </a:cubicBezTo>
                <a:cubicBezTo>
                  <a:pt x="60" y="146"/>
                  <a:pt x="60" y="146"/>
                  <a:pt x="60" y="146"/>
                </a:cubicBezTo>
                <a:cubicBezTo>
                  <a:pt x="50" y="146"/>
                  <a:pt x="50" y="146"/>
                  <a:pt x="50" y="146"/>
                </a:cubicBezTo>
                <a:cubicBezTo>
                  <a:pt x="50" y="144"/>
                  <a:pt x="50" y="144"/>
                  <a:pt x="50" y="144"/>
                </a:cubicBezTo>
                <a:cubicBezTo>
                  <a:pt x="49" y="135"/>
                  <a:pt x="46" y="107"/>
                  <a:pt x="30" y="84"/>
                </a:cubicBezTo>
                <a:cubicBezTo>
                  <a:pt x="29" y="84"/>
                  <a:pt x="29" y="84"/>
                  <a:pt x="29" y="84"/>
                </a:cubicBezTo>
                <a:cubicBezTo>
                  <a:pt x="29" y="83"/>
                  <a:pt x="29" y="83"/>
                  <a:pt x="29" y="83"/>
                </a:cubicBezTo>
                <a:cubicBezTo>
                  <a:pt x="29" y="83"/>
                  <a:pt x="29" y="83"/>
                  <a:pt x="29" y="82"/>
                </a:cubicBezTo>
                <a:cubicBezTo>
                  <a:pt x="29" y="82"/>
                  <a:pt x="29" y="82"/>
                  <a:pt x="29" y="82"/>
                </a:cubicBezTo>
                <a:cubicBezTo>
                  <a:pt x="27" y="80"/>
                  <a:pt x="28" y="77"/>
                  <a:pt x="30" y="76"/>
                </a:cubicBezTo>
                <a:cubicBezTo>
                  <a:pt x="32" y="74"/>
                  <a:pt x="35" y="75"/>
                  <a:pt x="37" y="77"/>
                </a:cubicBezTo>
                <a:cubicBezTo>
                  <a:pt x="37" y="77"/>
                  <a:pt x="37" y="77"/>
                  <a:pt x="37" y="77"/>
                </a:cubicBezTo>
                <a:cubicBezTo>
                  <a:pt x="39" y="80"/>
                  <a:pt x="42" y="82"/>
                  <a:pt x="45" y="82"/>
                </a:cubicBezTo>
                <a:cubicBezTo>
                  <a:pt x="48" y="82"/>
                  <a:pt x="52" y="81"/>
                  <a:pt x="56" y="77"/>
                </a:cubicBezTo>
                <a:cubicBezTo>
                  <a:pt x="57" y="76"/>
                  <a:pt x="58" y="75"/>
                  <a:pt x="60" y="75"/>
                </a:cubicBezTo>
                <a:cubicBezTo>
                  <a:pt x="61" y="76"/>
                  <a:pt x="62" y="76"/>
                  <a:pt x="63" y="77"/>
                </a:cubicBezTo>
                <a:cubicBezTo>
                  <a:pt x="67" y="81"/>
                  <a:pt x="70" y="83"/>
                  <a:pt x="73" y="83"/>
                </a:cubicBezTo>
                <a:cubicBezTo>
                  <a:pt x="77" y="83"/>
                  <a:pt x="80" y="80"/>
                  <a:pt x="82" y="78"/>
                </a:cubicBezTo>
                <a:cubicBezTo>
                  <a:pt x="83" y="77"/>
                  <a:pt x="84" y="76"/>
                  <a:pt x="86" y="76"/>
                </a:cubicBezTo>
                <a:cubicBezTo>
                  <a:pt x="87" y="76"/>
                  <a:pt x="89" y="77"/>
                  <a:pt x="90" y="78"/>
                </a:cubicBezTo>
                <a:cubicBezTo>
                  <a:pt x="91" y="80"/>
                  <a:pt x="93" y="83"/>
                  <a:pt x="97" y="83"/>
                </a:cubicBezTo>
                <a:cubicBezTo>
                  <a:pt x="97" y="83"/>
                  <a:pt x="97" y="83"/>
                  <a:pt x="97" y="83"/>
                </a:cubicBezTo>
                <a:cubicBezTo>
                  <a:pt x="101" y="83"/>
                  <a:pt x="104" y="81"/>
                  <a:pt x="107" y="78"/>
                </a:cubicBezTo>
                <a:cubicBezTo>
                  <a:pt x="109" y="76"/>
                  <a:pt x="112" y="75"/>
                  <a:pt x="114" y="77"/>
                </a:cubicBezTo>
                <a:cubicBezTo>
                  <a:pt x="116" y="79"/>
                  <a:pt x="116" y="82"/>
                  <a:pt x="115" y="84"/>
                </a:cubicBezTo>
                <a:close/>
              </a:path>
            </a:pathLst>
          </a:custGeom>
          <a:solidFill>
            <a:srgbClr val="5F54A3"/>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 name="Freeform 151"/>
          <p:cNvSpPr>
            <a:spLocks noEditPoints="1"/>
          </p:cNvSpPr>
          <p:nvPr/>
        </p:nvSpPr>
        <p:spPr bwMode="auto">
          <a:xfrm>
            <a:off x="3808887" y="1908172"/>
            <a:ext cx="679577" cy="1017355"/>
          </a:xfrm>
          <a:custGeom>
            <a:avLst/>
            <a:gdLst>
              <a:gd name="T0" fmla="*/ 72 w 143"/>
              <a:gd name="T1" fmla="*/ 214 h 214"/>
              <a:gd name="T2" fmla="*/ 96 w 143"/>
              <a:gd name="T3" fmla="*/ 204 h 214"/>
              <a:gd name="T4" fmla="*/ 48 w 143"/>
              <a:gd name="T5" fmla="*/ 204 h 214"/>
              <a:gd name="T6" fmla="*/ 72 w 143"/>
              <a:gd name="T7" fmla="*/ 214 h 214"/>
              <a:gd name="T8" fmla="*/ 105 w 143"/>
              <a:gd name="T9" fmla="*/ 183 h 214"/>
              <a:gd name="T10" fmla="*/ 39 w 143"/>
              <a:gd name="T11" fmla="*/ 183 h 214"/>
              <a:gd name="T12" fmla="*/ 33 w 143"/>
              <a:gd name="T13" fmla="*/ 190 h 214"/>
              <a:gd name="T14" fmla="*/ 39 w 143"/>
              <a:gd name="T15" fmla="*/ 196 h 214"/>
              <a:gd name="T16" fmla="*/ 105 w 143"/>
              <a:gd name="T17" fmla="*/ 196 h 214"/>
              <a:gd name="T18" fmla="*/ 111 w 143"/>
              <a:gd name="T19" fmla="*/ 190 h 214"/>
              <a:gd name="T20" fmla="*/ 105 w 143"/>
              <a:gd name="T21" fmla="*/ 183 h 214"/>
              <a:gd name="T22" fmla="*/ 105 w 143"/>
              <a:gd name="T23" fmla="*/ 164 h 214"/>
              <a:gd name="T24" fmla="*/ 39 w 143"/>
              <a:gd name="T25" fmla="*/ 164 h 214"/>
              <a:gd name="T26" fmla="*/ 33 w 143"/>
              <a:gd name="T27" fmla="*/ 171 h 214"/>
              <a:gd name="T28" fmla="*/ 39 w 143"/>
              <a:gd name="T29" fmla="*/ 177 h 214"/>
              <a:gd name="T30" fmla="*/ 105 w 143"/>
              <a:gd name="T31" fmla="*/ 177 h 214"/>
              <a:gd name="T32" fmla="*/ 111 w 143"/>
              <a:gd name="T33" fmla="*/ 171 h 214"/>
              <a:gd name="T34" fmla="*/ 105 w 143"/>
              <a:gd name="T35" fmla="*/ 164 h 214"/>
              <a:gd name="T36" fmla="*/ 72 w 143"/>
              <a:gd name="T37" fmla="*/ 0 h 214"/>
              <a:gd name="T38" fmla="*/ 0 w 143"/>
              <a:gd name="T39" fmla="*/ 71 h 214"/>
              <a:gd name="T40" fmla="*/ 32 w 143"/>
              <a:gd name="T41" fmla="*/ 138 h 214"/>
              <a:gd name="T42" fmla="*/ 37 w 143"/>
              <a:gd name="T43" fmla="*/ 158 h 214"/>
              <a:gd name="T44" fmla="*/ 107 w 143"/>
              <a:gd name="T45" fmla="*/ 158 h 214"/>
              <a:gd name="T46" fmla="*/ 112 w 143"/>
              <a:gd name="T47" fmla="*/ 138 h 214"/>
              <a:gd name="T48" fmla="*/ 143 w 143"/>
              <a:gd name="T49" fmla="*/ 71 h 214"/>
              <a:gd name="T50" fmla="*/ 72 w 143"/>
              <a:gd name="T51" fmla="*/ 0 h 214"/>
              <a:gd name="T52" fmla="*/ 115 w 143"/>
              <a:gd name="T53" fmla="*/ 84 h 214"/>
              <a:gd name="T54" fmla="*/ 93 w 143"/>
              <a:gd name="T55" fmla="*/ 144 h 214"/>
              <a:gd name="T56" fmla="*/ 92 w 143"/>
              <a:gd name="T57" fmla="*/ 146 h 214"/>
              <a:gd name="T58" fmla="*/ 83 w 143"/>
              <a:gd name="T59" fmla="*/ 146 h 214"/>
              <a:gd name="T60" fmla="*/ 83 w 143"/>
              <a:gd name="T61" fmla="*/ 143 h 214"/>
              <a:gd name="T62" fmla="*/ 98 w 143"/>
              <a:gd name="T63" fmla="*/ 93 h 214"/>
              <a:gd name="T64" fmla="*/ 97 w 143"/>
              <a:gd name="T65" fmla="*/ 93 h 214"/>
              <a:gd name="T66" fmla="*/ 96 w 143"/>
              <a:gd name="T67" fmla="*/ 93 h 214"/>
              <a:gd name="T68" fmla="*/ 85 w 143"/>
              <a:gd name="T69" fmla="*/ 88 h 214"/>
              <a:gd name="T70" fmla="*/ 73 w 143"/>
              <a:gd name="T71" fmla="*/ 93 h 214"/>
              <a:gd name="T72" fmla="*/ 59 w 143"/>
              <a:gd name="T73" fmla="*/ 87 h 214"/>
              <a:gd name="T74" fmla="*/ 45 w 143"/>
              <a:gd name="T75" fmla="*/ 92 h 214"/>
              <a:gd name="T76" fmla="*/ 59 w 143"/>
              <a:gd name="T77" fmla="*/ 143 h 214"/>
              <a:gd name="T78" fmla="*/ 60 w 143"/>
              <a:gd name="T79" fmla="*/ 146 h 214"/>
              <a:gd name="T80" fmla="*/ 50 w 143"/>
              <a:gd name="T81" fmla="*/ 146 h 214"/>
              <a:gd name="T82" fmla="*/ 50 w 143"/>
              <a:gd name="T83" fmla="*/ 144 h 214"/>
              <a:gd name="T84" fmla="*/ 30 w 143"/>
              <a:gd name="T85" fmla="*/ 84 h 214"/>
              <a:gd name="T86" fmla="*/ 29 w 143"/>
              <a:gd name="T87" fmla="*/ 84 h 214"/>
              <a:gd name="T88" fmla="*/ 29 w 143"/>
              <a:gd name="T89" fmla="*/ 83 h 214"/>
              <a:gd name="T90" fmla="*/ 29 w 143"/>
              <a:gd name="T91" fmla="*/ 82 h 214"/>
              <a:gd name="T92" fmla="*/ 29 w 143"/>
              <a:gd name="T93" fmla="*/ 82 h 214"/>
              <a:gd name="T94" fmla="*/ 30 w 143"/>
              <a:gd name="T95" fmla="*/ 76 h 214"/>
              <a:gd name="T96" fmla="*/ 37 w 143"/>
              <a:gd name="T97" fmla="*/ 77 h 214"/>
              <a:gd name="T98" fmla="*/ 37 w 143"/>
              <a:gd name="T99" fmla="*/ 77 h 214"/>
              <a:gd name="T100" fmla="*/ 45 w 143"/>
              <a:gd name="T101" fmla="*/ 82 h 214"/>
              <a:gd name="T102" fmla="*/ 56 w 143"/>
              <a:gd name="T103" fmla="*/ 77 h 214"/>
              <a:gd name="T104" fmla="*/ 60 w 143"/>
              <a:gd name="T105" fmla="*/ 75 h 214"/>
              <a:gd name="T106" fmla="*/ 63 w 143"/>
              <a:gd name="T107" fmla="*/ 77 h 214"/>
              <a:gd name="T108" fmla="*/ 73 w 143"/>
              <a:gd name="T109" fmla="*/ 83 h 214"/>
              <a:gd name="T110" fmla="*/ 82 w 143"/>
              <a:gd name="T111" fmla="*/ 78 h 214"/>
              <a:gd name="T112" fmla="*/ 86 w 143"/>
              <a:gd name="T113" fmla="*/ 76 h 214"/>
              <a:gd name="T114" fmla="*/ 90 w 143"/>
              <a:gd name="T115" fmla="*/ 78 h 214"/>
              <a:gd name="T116" fmla="*/ 97 w 143"/>
              <a:gd name="T117" fmla="*/ 83 h 214"/>
              <a:gd name="T118" fmla="*/ 97 w 143"/>
              <a:gd name="T119" fmla="*/ 83 h 214"/>
              <a:gd name="T120" fmla="*/ 107 w 143"/>
              <a:gd name="T121" fmla="*/ 78 h 214"/>
              <a:gd name="T122" fmla="*/ 114 w 143"/>
              <a:gd name="T123" fmla="*/ 77 h 214"/>
              <a:gd name="T124" fmla="*/ 115 w 143"/>
              <a:gd name="T125" fmla="*/ 84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3" h="214">
                <a:moveTo>
                  <a:pt x="72" y="214"/>
                </a:moveTo>
                <a:cubicBezTo>
                  <a:pt x="82" y="214"/>
                  <a:pt x="91" y="210"/>
                  <a:pt x="96" y="204"/>
                </a:cubicBezTo>
                <a:cubicBezTo>
                  <a:pt x="48" y="204"/>
                  <a:pt x="48" y="204"/>
                  <a:pt x="48" y="204"/>
                </a:cubicBezTo>
                <a:cubicBezTo>
                  <a:pt x="53" y="210"/>
                  <a:pt x="62" y="214"/>
                  <a:pt x="72" y="214"/>
                </a:cubicBezTo>
                <a:close/>
                <a:moveTo>
                  <a:pt x="105" y="183"/>
                </a:moveTo>
                <a:cubicBezTo>
                  <a:pt x="39" y="183"/>
                  <a:pt x="39" y="183"/>
                  <a:pt x="39" y="183"/>
                </a:cubicBezTo>
                <a:cubicBezTo>
                  <a:pt x="35" y="183"/>
                  <a:pt x="33" y="186"/>
                  <a:pt x="33" y="190"/>
                </a:cubicBezTo>
                <a:cubicBezTo>
                  <a:pt x="33" y="193"/>
                  <a:pt x="35" y="196"/>
                  <a:pt x="39" y="196"/>
                </a:cubicBezTo>
                <a:cubicBezTo>
                  <a:pt x="105" y="196"/>
                  <a:pt x="105" y="196"/>
                  <a:pt x="105" y="196"/>
                </a:cubicBezTo>
                <a:cubicBezTo>
                  <a:pt x="108" y="196"/>
                  <a:pt x="111" y="193"/>
                  <a:pt x="111" y="190"/>
                </a:cubicBezTo>
                <a:cubicBezTo>
                  <a:pt x="111" y="186"/>
                  <a:pt x="108" y="183"/>
                  <a:pt x="105" y="183"/>
                </a:cubicBezTo>
                <a:close/>
                <a:moveTo>
                  <a:pt x="105" y="164"/>
                </a:moveTo>
                <a:cubicBezTo>
                  <a:pt x="39" y="164"/>
                  <a:pt x="39" y="164"/>
                  <a:pt x="39" y="164"/>
                </a:cubicBezTo>
                <a:cubicBezTo>
                  <a:pt x="35" y="164"/>
                  <a:pt x="33" y="167"/>
                  <a:pt x="33" y="171"/>
                </a:cubicBezTo>
                <a:cubicBezTo>
                  <a:pt x="33" y="174"/>
                  <a:pt x="35" y="177"/>
                  <a:pt x="39" y="177"/>
                </a:cubicBezTo>
                <a:cubicBezTo>
                  <a:pt x="105" y="177"/>
                  <a:pt x="105" y="177"/>
                  <a:pt x="105" y="177"/>
                </a:cubicBezTo>
                <a:cubicBezTo>
                  <a:pt x="108" y="177"/>
                  <a:pt x="111" y="174"/>
                  <a:pt x="111" y="171"/>
                </a:cubicBezTo>
                <a:cubicBezTo>
                  <a:pt x="111" y="167"/>
                  <a:pt x="108" y="164"/>
                  <a:pt x="105" y="164"/>
                </a:cubicBezTo>
                <a:close/>
                <a:moveTo>
                  <a:pt x="72" y="0"/>
                </a:moveTo>
                <a:cubicBezTo>
                  <a:pt x="32" y="0"/>
                  <a:pt x="0" y="32"/>
                  <a:pt x="0" y="71"/>
                </a:cubicBezTo>
                <a:cubicBezTo>
                  <a:pt x="0" y="98"/>
                  <a:pt x="19" y="117"/>
                  <a:pt x="32" y="138"/>
                </a:cubicBezTo>
                <a:cubicBezTo>
                  <a:pt x="35" y="144"/>
                  <a:pt x="37" y="158"/>
                  <a:pt x="37" y="158"/>
                </a:cubicBezTo>
                <a:cubicBezTo>
                  <a:pt x="107" y="158"/>
                  <a:pt x="107" y="158"/>
                  <a:pt x="107" y="158"/>
                </a:cubicBezTo>
                <a:cubicBezTo>
                  <a:pt x="107" y="158"/>
                  <a:pt x="109" y="144"/>
                  <a:pt x="112" y="138"/>
                </a:cubicBezTo>
                <a:cubicBezTo>
                  <a:pt x="125" y="117"/>
                  <a:pt x="143" y="98"/>
                  <a:pt x="143" y="71"/>
                </a:cubicBezTo>
                <a:cubicBezTo>
                  <a:pt x="143" y="32"/>
                  <a:pt x="111" y="0"/>
                  <a:pt x="72" y="0"/>
                </a:cubicBezTo>
                <a:close/>
                <a:moveTo>
                  <a:pt x="115" y="84"/>
                </a:moveTo>
                <a:cubicBezTo>
                  <a:pt x="102" y="100"/>
                  <a:pt x="95" y="120"/>
                  <a:pt x="93" y="144"/>
                </a:cubicBezTo>
                <a:cubicBezTo>
                  <a:pt x="92" y="146"/>
                  <a:pt x="92" y="146"/>
                  <a:pt x="92" y="146"/>
                </a:cubicBezTo>
                <a:cubicBezTo>
                  <a:pt x="83" y="146"/>
                  <a:pt x="83" y="146"/>
                  <a:pt x="83" y="146"/>
                </a:cubicBezTo>
                <a:cubicBezTo>
                  <a:pt x="83" y="143"/>
                  <a:pt x="83" y="143"/>
                  <a:pt x="83" y="143"/>
                </a:cubicBezTo>
                <a:cubicBezTo>
                  <a:pt x="85" y="124"/>
                  <a:pt x="90" y="107"/>
                  <a:pt x="98" y="93"/>
                </a:cubicBezTo>
                <a:cubicBezTo>
                  <a:pt x="97" y="93"/>
                  <a:pt x="97" y="93"/>
                  <a:pt x="97" y="93"/>
                </a:cubicBezTo>
                <a:cubicBezTo>
                  <a:pt x="96" y="93"/>
                  <a:pt x="96" y="93"/>
                  <a:pt x="96" y="93"/>
                </a:cubicBezTo>
                <a:cubicBezTo>
                  <a:pt x="93" y="92"/>
                  <a:pt x="89" y="92"/>
                  <a:pt x="85" y="88"/>
                </a:cubicBezTo>
                <a:cubicBezTo>
                  <a:pt x="82" y="91"/>
                  <a:pt x="77" y="93"/>
                  <a:pt x="73" y="93"/>
                </a:cubicBezTo>
                <a:cubicBezTo>
                  <a:pt x="68" y="93"/>
                  <a:pt x="63" y="91"/>
                  <a:pt x="59" y="87"/>
                </a:cubicBezTo>
                <a:cubicBezTo>
                  <a:pt x="55" y="90"/>
                  <a:pt x="50" y="92"/>
                  <a:pt x="45" y="92"/>
                </a:cubicBezTo>
                <a:cubicBezTo>
                  <a:pt x="57" y="114"/>
                  <a:pt x="59" y="137"/>
                  <a:pt x="59" y="143"/>
                </a:cubicBezTo>
                <a:cubicBezTo>
                  <a:pt x="60" y="146"/>
                  <a:pt x="60" y="146"/>
                  <a:pt x="60" y="146"/>
                </a:cubicBezTo>
                <a:cubicBezTo>
                  <a:pt x="50" y="146"/>
                  <a:pt x="50" y="146"/>
                  <a:pt x="50" y="146"/>
                </a:cubicBezTo>
                <a:cubicBezTo>
                  <a:pt x="50" y="144"/>
                  <a:pt x="50" y="144"/>
                  <a:pt x="50" y="144"/>
                </a:cubicBezTo>
                <a:cubicBezTo>
                  <a:pt x="49" y="135"/>
                  <a:pt x="46" y="107"/>
                  <a:pt x="30" y="84"/>
                </a:cubicBezTo>
                <a:cubicBezTo>
                  <a:pt x="29" y="84"/>
                  <a:pt x="29" y="84"/>
                  <a:pt x="29" y="84"/>
                </a:cubicBezTo>
                <a:cubicBezTo>
                  <a:pt x="29" y="83"/>
                  <a:pt x="29" y="83"/>
                  <a:pt x="29" y="83"/>
                </a:cubicBezTo>
                <a:cubicBezTo>
                  <a:pt x="29" y="83"/>
                  <a:pt x="29" y="83"/>
                  <a:pt x="29" y="82"/>
                </a:cubicBezTo>
                <a:cubicBezTo>
                  <a:pt x="29" y="82"/>
                  <a:pt x="29" y="82"/>
                  <a:pt x="29" y="82"/>
                </a:cubicBezTo>
                <a:cubicBezTo>
                  <a:pt x="27" y="80"/>
                  <a:pt x="28" y="77"/>
                  <a:pt x="30" y="76"/>
                </a:cubicBezTo>
                <a:cubicBezTo>
                  <a:pt x="32" y="74"/>
                  <a:pt x="35" y="75"/>
                  <a:pt x="37" y="77"/>
                </a:cubicBezTo>
                <a:cubicBezTo>
                  <a:pt x="37" y="77"/>
                  <a:pt x="37" y="77"/>
                  <a:pt x="37" y="77"/>
                </a:cubicBezTo>
                <a:cubicBezTo>
                  <a:pt x="39" y="80"/>
                  <a:pt x="42" y="82"/>
                  <a:pt x="45" y="82"/>
                </a:cubicBezTo>
                <a:cubicBezTo>
                  <a:pt x="48" y="82"/>
                  <a:pt x="52" y="81"/>
                  <a:pt x="56" y="77"/>
                </a:cubicBezTo>
                <a:cubicBezTo>
                  <a:pt x="57" y="76"/>
                  <a:pt x="58" y="75"/>
                  <a:pt x="60" y="75"/>
                </a:cubicBezTo>
                <a:cubicBezTo>
                  <a:pt x="61" y="76"/>
                  <a:pt x="62" y="76"/>
                  <a:pt x="63" y="77"/>
                </a:cubicBezTo>
                <a:cubicBezTo>
                  <a:pt x="67" y="81"/>
                  <a:pt x="70" y="83"/>
                  <a:pt x="73" y="83"/>
                </a:cubicBezTo>
                <a:cubicBezTo>
                  <a:pt x="77" y="83"/>
                  <a:pt x="80" y="80"/>
                  <a:pt x="82" y="78"/>
                </a:cubicBezTo>
                <a:cubicBezTo>
                  <a:pt x="83" y="77"/>
                  <a:pt x="84" y="76"/>
                  <a:pt x="86" y="76"/>
                </a:cubicBezTo>
                <a:cubicBezTo>
                  <a:pt x="87" y="76"/>
                  <a:pt x="89" y="77"/>
                  <a:pt x="90" y="78"/>
                </a:cubicBezTo>
                <a:cubicBezTo>
                  <a:pt x="91" y="80"/>
                  <a:pt x="93" y="83"/>
                  <a:pt x="97" y="83"/>
                </a:cubicBezTo>
                <a:cubicBezTo>
                  <a:pt x="97" y="83"/>
                  <a:pt x="97" y="83"/>
                  <a:pt x="97" y="83"/>
                </a:cubicBezTo>
                <a:cubicBezTo>
                  <a:pt x="101" y="83"/>
                  <a:pt x="104" y="81"/>
                  <a:pt x="107" y="78"/>
                </a:cubicBezTo>
                <a:cubicBezTo>
                  <a:pt x="109" y="76"/>
                  <a:pt x="112" y="75"/>
                  <a:pt x="114" y="77"/>
                </a:cubicBezTo>
                <a:cubicBezTo>
                  <a:pt x="116" y="79"/>
                  <a:pt x="116" y="82"/>
                  <a:pt x="115" y="84"/>
                </a:cubicBezTo>
                <a:close/>
              </a:path>
            </a:pathLst>
          </a:custGeom>
          <a:solidFill>
            <a:srgbClr val="DF9E4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 name="Freeform 151"/>
          <p:cNvSpPr>
            <a:spLocks noEditPoints="1"/>
          </p:cNvSpPr>
          <p:nvPr/>
        </p:nvSpPr>
        <p:spPr bwMode="auto">
          <a:xfrm>
            <a:off x="6474092" y="3694984"/>
            <a:ext cx="679577" cy="1017355"/>
          </a:xfrm>
          <a:custGeom>
            <a:avLst/>
            <a:gdLst>
              <a:gd name="T0" fmla="*/ 72 w 143"/>
              <a:gd name="T1" fmla="*/ 214 h 214"/>
              <a:gd name="T2" fmla="*/ 96 w 143"/>
              <a:gd name="T3" fmla="*/ 204 h 214"/>
              <a:gd name="T4" fmla="*/ 48 w 143"/>
              <a:gd name="T5" fmla="*/ 204 h 214"/>
              <a:gd name="T6" fmla="*/ 72 w 143"/>
              <a:gd name="T7" fmla="*/ 214 h 214"/>
              <a:gd name="T8" fmla="*/ 105 w 143"/>
              <a:gd name="T9" fmla="*/ 183 h 214"/>
              <a:gd name="T10" fmla="*/ 39 w 143"/>
              <a:gd name="T11" fmla="*/ 183 h 214"/>
              <a:gd name="T12" fmla="*/ 33 w 143"/>
              <a:gd name="T13" fmla="*/ 190 h 214"/>
              <a:gd name="T14" fmla="*/ 39 w 143"/>
              <a:gd name="T15" fmla="*/ 196 h 214"/>
              <a:gd name="T16" fmla="*/ 105 w 143"/>
              <a:gd name="T17" fmla="*/ 196 h 214"/>
              <a:gd name="T18" fmla="*/ 111 w 143"/>
              <a:gd name="T19" fmla="*/ 190 h 214"/>
              <a:gd name="T20" fmla="*/ 105 w 143"/>
              <a:gd name="T21" fmla="*/ 183 h 214"/>
              <a:gd name="T22" fmla="*/ 105 w 143"/>
              <a:gd name="T23" fmla="*/ 164 h 214"/>
              <a:gd name="T24" fmla="*/ 39 w 143"/>
              <a:gd name="T25" fmla="*/ 164 h 214"/>
              <a:gd name="T26" fmla="*/ 33 w 143"/>
              <a:gd name="T27" fmla="*/ 171 h 214"/>
              <a:gd name="T28" fmla="*/ 39 w 143"/>
              <a:gd name="T29" fmla="*/ 177 h 214"/>
              <a:gd name="T30" fmla="*/ 105 w 143"/>
              <a:gd name="T31" fmla="*/ 177 h 214"/>
              <a:gd name="T32" fmla="*/ 111 w 143"/>
              <a:gd name="T33" fmla="*/ 171 h 214"/>
              <a:gd name="T34" fmla="*/ 105 w 143"/>
              <a:gd name="T35" fmla="*/ 164 h 214"/>
              <a:gd name="T36" fmla="*/ 72 w 143"/>
              <a:gd name="T37" fmla="*/ 0 h 214"/>
              <a:gd name="T38" fmla="*/ 0 w 143"/>
              <a:gd name="T39" fmla="*/ 71 h 214"/>
              <a:gd name="T40" fmla="*/ 32 w 143"/>
              <a:gd name="T41" fmla="*/ 138 h 214"/>
              <a:gd name="T42" fmla="*/ 37 w 143"/>
              <a:gd name="T43" fmla="*/ 158 h 214"/>
              <a:gd name="T44" fmla="*/ 107 w 143"/>
              <a:gd name="T45" fmla="*/ 158 h 214"/>
              <a:gd name="T46" fmla="*/ 112 w 143"/>
              <a:gd name="T47" fmla="*/ 138 h 214"/>
              <a:gd name="T48" fmla="*/ 143 w 143"/>
              <a:gd name="T49" fmla="*/ 71 h 214"/>
              <a:gd name="T50" fmla="*/ 72 w 143"/>
              <a:gd name="T51" fmla="*/ 0 h 214"/>
              <a:gd name="T52" fmla="*/ 115 w 143"/>
              <a:gd name="T53" fmla="*/ 84 h 214"/>
              <a:gd name="T54" fmla="*/ 93 w 143"/>
              <a:gd name="T55" fmla="*/ 144 h 214"/>
              <a:gd name="T56" fmla="*/ 92 w 143"/>
              <a:gd name="T57" fmla="*/ 146 h 214"/>
              <a:gd name="T58" fmla="*/ 83 w 143"/>
              <a:gd name="T59" fmla="*/ 146 h 214"/>
              <a:gd name="T60" fmla="*/ 83 w 143"/>
              <a:gd name="T61" fmla="*/ 143 h 214"/>
              <a:gd name="T62" fmla="*/ 98 w 143"/>
              <a:gd name="T63" fmla="*/ 93 h 214"/>
              <a:gd name="T64" fmla="*/ 97 w 143"/>
              <a:gd name="T65" fmla="*/ 93 h 214"/>
              <a:gd name="T66" fmla="*/ 96 w 143"/>
              <a:gd name="T67" fmla="*/ 93 h 214"/>
              <a:gd name="T68" fmla="*/ 85 w 143"/>
              <a:gd name="T69" fmla="*/ 88 h 214"/>
              <a:gd name="T70" fmla="*/ 73 w 143"/>
              <a:gd name="T71" fmla="*/ 93 h 214"/>
              <a:gd name="T72" fmla="*/ 59 w 143"/>
              <a:gd name="T73" fmla="*/ 87 h 214"/>
              <a:gd name="T74" fmla="*/ 45 w 143"/>
              <a:gd name="T75" fmla="*/ 92 h 214"/>
              <a:gd name="T76" fmla="*/ 59 w 143"/>
              <a:gd name="T77" fmla="*/ 143 h 214"/>
              <a:gd name="T78" fmla="*/ 60 w 143"/>
              <a:gd name="T79" fmla="*/ 146 h 214"/>
              <a:gd name="T80" fmla="*/ 50 w 143"/>
              <a:gd name="T81" fmla="*/ 146 h 214"/>
              <a:gd name="T82" fmla="*/ 50 w 143"/>
              <a:gd name="T83" fmla="*/ 144 h 214"/>
              <a:gd name="T84" fmla="*/ 30 w 143"/>
              <a:gd name="T85" fmla="*/ 84 h 214"/>
              <a:gd name="T86" fmla="*/ 29 w 143"/>
              <a:gd name="T87" fmla="*/ 84 h 214"/>
              <a:gd name="T88" fmla="*/ 29 w 143"/>
              <a:gd name="T89" fmla="*/ 83 h 214"/>
              <a:gd name="T90" fmla="*/ 29 w 143"/>
              <a:gd name="T91" fmla="*/ 82 h 214"/>
              <a:gd name="T92" fmla="*/ 29 w 143"/>
              <a:gd name="T93" fmla="*/ 82 h 214"/>
              <a:gd name="T94" fmla="*/ 30 w 143"/>
              <a:gd name="T95" fmla="*/ 76 h 214"/>
              <a:gd name="T96" fmla="*/ 37 w 143"/>
              <a:gd name="T97" fmla="*/ 77 h 214"/>
              <a:gd name="T98" fmla="*/ 37 w 143"/>
              <a:gd name="T99" fmla="*/ 77 h 214"/>
              <a:gd name="T100" fmla="*/ 45 w 143"/>
              <a:gd name="T101" fmla="*/ 82 h 214"/>
              <a:gd name="T102" fmla="*/ 56 w 143"/>
              <a:gd name="T103" fmla="*/ 77 h 214"/>
              <a:gd name="T104" fmla="*/ 60 w 143"/>
              <a:gd name="T105" fmla="*/ 75 h 214"/>
              <a:gd name="T106" fmla="*/ 63 w 143"/>
              <a:gd name="T107" fmla="*/ 77 h 214"/>
              <a:gd name="T108" fmla="*/ 73 w 143"/>
              <a:gd name="T109" fmla="*/ 83 h 214"/>
              <a:gd name="T110" fmla="*/ 82 w 143"/>
              <a:gd name="T111" fmla="*/ 78 h 214"/>
              <a:gd name="T112" fmla="*/ 86 w 143"/>
              <a:gd name="T113" fmla="*/ 76 h 214"/>
              <a:gd name="T114" fmla="*/ 90 w 143"/>
              <a:gd name="T115" fmla="*/ 78 h 214"/>
              <a:gd name="T116" fmla="*/ 97 w 143"/>
              <a:gd name="T117" fmla="*/ 83 h 214"/>
              <a:gd name="T118" fmla="*/ 97 w 143"/>
              <a:gd name="T119" fmla="*/ 83 h 214"/>
              <a:gd name="T120" fmla="*/ 107 w 143"/>
              <a:gd name="T121" fmla="*/ 78 h 214"/>
              <a:gd name="T122" fmla="*/ 114 w 143"/>
              <a:gd name="T123" fmla="*/ 77 h 214"/>
              <a:gd name="T124" fmla="*/ 115 w 143"/>
              <a:gd name="T125" fmla="*/ 84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3" h="214">
                <a:moveTo>
                  <a:pt x="72" y="214"/>
                </a:moveTo>
                <a:cubicBezTo>
                  <a:pt x="82" y="214"/>
                  <a:pt x="91" y="210"/>
                  <a:pt x="96" y="204"/>
                </a:cubicBezTo>
                <a:cubicBezTo>
                  <a:pt x="48" y="204"/>
                  <a:pt x="48" y="204"/>
                  <a:pt x="48" y="204"/>
                </a:cubicBezTo>
                <a:cubicBezTo>
                  <a:pt x="53" y="210"/>
                  <a:pt x="62" y="214"/>
                  <a:pt x="72" y="214"/>
                </a:cubicBezTo>
                <a:close/>
                <a:moveTo>
                  <a:pt x="105" y="183"/>
                </a:moveTo>
                <a:cubicBezTo>
                  <a:pt x="39" y="183"/>
                  <a:pt x="39" y="183"/>
                  <a:pt x="39" y="183"/>
                </a:cubicBezTo>
                <a:cubicBezTo>
                  <a:pt x="35" y="183"/>
                  <a:pt x="33" y="186"/>
                  <a:pt x="33" y="190"/>
                </a:cubicBezTo>
                <a:cubicBezTo>
                  <a:pt x="33" y="193"/>
                  <a:pt x="35" y="196"/>
                  <a:pt x="39" y="196"/>
                </a:cubicBezTo>
                <a:cubicBezTo>
                  <a:pt x="105" y="196"/>
                  <a:pt x="105" y="196"/>
                  <a:pt x="105" y="196"/>
                </a:cubicBezTo>
                <a:cubicBezTo>
                  <a:pt x="108" y="196"/>
                  <a:pt x="111" y="193"/>
                  <a:pt x="111" y="190"/>
                </a:cubicBezTo>
                <a:cubicBezTo>
                  <a:pt x="111" y="186"/>
                  <a:pt x="108" y="183"/>
                  <a:pt x="105" y="183"/>
                </a:cubicBezTo>
                <a:close/>
                <a:moveTo>
                  <a:pt x="105" y="164"/>
                </a:moveTo>
                <a:cubicBezTo>
                  <a:pt x="39" y="164"/>
                  <a:pt x="39" y="164"/>
                  <a:pt x="39" y="164"/>
                </a:cubicBezTo>
                <a:cubicBezTo>
                  <a:pt x="35" y="164"/>
                  <a:pt x="33" y="167"/>
                  <a:pt x="33" y="171"/>
                </a:cubicBezTo>
                <a:cubicBezTo>
                  <a:pt x="33" y="174"/>
                  <a:pt x="35" y="177"/>
                  <a:pt x="39" y="177"/>
                </a:cubicBezTo>
                <a:cubicBezTo>
                  <a:pt x="105" y="177"/>
                  <a:pt x="105" y="177"/>
                  <a:pt x="105" y="177"/>
                </a:cubicBezTo>
                <a:cubicBezTo>
                  <a:pt x="108" y="177"/>
                  <a:pt x="111" y="174"/>
                  <a:pt x="111" y="171"/>
                </a:cubicBezTo>
                <a:cubicBezTo>
                  <a:pt x="111" y="167"/>
                  <a:pt x="108" y="164"/>
                  <a:pt x="105" y="164"/>
                </a:cubicBezTo>
                <a:close/>
                <a:moveTo>
                  <a:pt x="72" y="0"/>
                </a:moveTo>
                <a:cubicBezTo>
                  <a:pt x="32" y="0"/>
                  <a:pt x="0" y="32"/>
                  <a:pt x="0" y="71"/>
                </a:cubicBezTo>
                <a:cubicBezTo>
                  <a:pt x="0" y="98"/>
                  <a:pt x="19" y="117"/>
                  <a:pt x="32" y="138"/>
                </a:cubicBezTo>
                <a:cubicBezTo>
                  <a:pt x="35" y="144"/>
                  <a:pt x="37" y="158"/>
                  <a:pt x="37" y="158"/>
                </a:cubicBezTo>
                <a:cubicBezTo>
                  <a:pt x="107" y="158"/>
                  <a:pt x="107" y="158"/>
                  <a:pt x="107" y="158"/>
                </a:cubicBezTo>
                <a:cubicBezTo>
                  <a:pt x="107" y="158"/>
                  <a:pt x="109" y="144"/>
                  <a:pt x="112" y="138"/>
                </a:cubicBezTo>
                <a:cubicBezTo>
                  <a:pt x="125" y="117"/>
                  <a:pt x="143" y="98"/>
                  <a:pt x="143" y="71"/>
                </a:cubicBezTo>
                <a:cubicBezTo>
                  <a:pt x="143" y="32"/>
                  <a:pt x="111" y="0"/>
                  <a:pt x="72" y="0"/>
                </a:cubicBezTo>
                <a:close/>
                <a:moveTo>
                  <a:pt x="115" y="84"/>
                </a:moveTo>
                <a:cubicBezTo>
                  <a:pt x="102" y="100"/>
                  <a:pt x="95" y="120"/>
                  <a:pt x="93" y="144"/>
                </a:cubicBezTo>
                <a:cubicBezTo>
                  <a:pt x="92" y="146"/>
                  <a:pt x="92" y="146"/>
                  <a:pt x="92" y="146"/>
                </a:cubicBezTo>
                <a:cubicBezTo>
                  <a:pt x="83" y="146"/>
                  <a:pt x="83" y="146"/>
                  <a:pt x="83" y="146"/>
                </a:cubicBezTo>
                <a:cubicBezTo>
                  <a:pt x="83" y="143"/>
                  <a:pt x="83" y="143"/>
                  <a:pt x="83" y="143"/>
                </a:cubicBezTo>
                <a:cubicBezTo>
                  <a:pt x="85" y="124"/>
                  <a:pt x="90" y="107"/>
                  <a:pt x="98" y="93"/>
                </a:cubicBezTo>
                <a:cubicBezTo>
                  <a:pt x="97" y="93"/>
                  <a:pt x="97" y="93"/>
                  <a:pt x="97" y="93"/>
                </a:cubicBezTo>
                <a:cubicBezTo>
                  <a:pt x="96" y="93"/>
                  <a:pt x="96" y="93"/>
                  <a:pt x="96" y="93"/>
                </a:cubicBezTo>
                <a:cubicBezTo>
                  <a:pt x="93" y="92"/>
                  <a:pt x="89" y="92"/>
                  <a:pt x="85" y="88"/>
                </a:cubicBezTo>
                <a:cubicBezTo>
                  <a:pt x="82" y="91"/>
                  <a:pt x="77" y="93"/>
                  <a:pt x="73" y="93"/>
                </a:cubicBezTo>
                <a:cubicBezTo>
                  <a:pt x="68" y="93"/>
                  <a:pt x="63" y="91"/>
                  <a:pt x="59" y="87"/>
                </a:cubicBezTo>
                <a:cubicBezTo>
                  <a:pt x="55" y="90"/>
                  <a:pt x="50" y="92"/>
                  <a:pt x="45" y="92"/>
                </a:cubicBezTo>
                <a:cubicBezTo>
                  <a:pt x="57" y="114"/>
                  <a:pt x="59" y="137"/>
                  <a:pt x="59" y="143"/>
                </a:cubicBezTo>
                <a:cubicBezTo>
                  <a:pt x="60" y="146"/>
                  <a:pt x="60" y="146"/>
                  <a:pt x="60" y="146"/>
                </a:cubicBezTo>
                <a:cubicBezTo>
                  <a:pt x="50" y="146"/>
                  <a:pt x="50" y="146"/>
                  <a:pt x="50" y="146"/>
                </a:cubicBezTo>
                <a:cubicBezTo>
                  <a:pt x="50" y="144"/>
                  <a:pt x="50" y="144"/>
                  <a:pt x="50" y="144"/>
                </a:cubicBezTo>
                <a:cubicBezTo>
                  <a:pt x="49" y="135"/>
                  <a:pt x="46" y="107"/>
                  <a:pt x="30" y="84"/>
                </a:cubicBezTo>
                <a:cubicBezTo>
                  <a:pt x="29" y="84"/>
                  <a:pt x="29" y="84"/>
                  <a:pt x="29" y="84"/>
                </a:cubicBezTo>
                <a:cubicBezTo>
                  <a:pt x="29" y="83"/>
                  <a:pt x="29" y="83"/>
                  <a:pt x="29" y="83"/>
                </a:cubicBezTo>
                <a:cubicBezTo>
                  <a:pt x="29" y="83"/>
                  <a:pt x="29" y="83"/>
                  <a:pt x="29" y="82"/>
                </a:cubicBezTo>
                <a:cubicBezTo>
                  <a:pt x="29" y="82"/>
                  <a:pt x="29" y="82"/>
                  <a:pt x="29" y="82"/>
                </a:cubicBezTo>
                <a:cubicBezTo>
                  <a:pt x="27" y="80"/>
                  <a:pt x="28" y="77"/>
                  <a:pt x="30" y="76"/>
                </a:cubicBezTo>
                <a:cubicBezTo>
                  <a:pt x="32" y="74"/>
                  <a:pt x="35" y="75"/>
                  <a:pt x="37" y="77"/>
                </a:cubicBezTo>
                <a:cubicBezTo>
                  <a:pt x="37" y="77"/>
                  <a:pt x="37" y="77"/>
                  <a:pt x="37" y="77"/>
                </a:cubicBezTo>
                <a:cubicBezTo>
                  <a:pt x="39" y="80"/>
                  <a:pt x="42" y="82"/>
                  <a:pt x="45" y="82"/>
                </a:cubicBezTo>
                <a:cubicBezTo>
                  <a:pt x="48" y="82"/>
                  <a:pt x="52" y="81"/>
                  <a:pt x="56" y="77"/>
                </a:cubicBezTo>
                <a:cubicBezTo>
                  <a:pt x="57" y="76"/>
                  <a:pt x="58" y="75"/>
                  <a:pt x="60" y="75"/>
                </a:cubicBezTo>
                <a:cubicBezTo>
                  <a:pt x="61" y="76"/>
                  <a:pt x="62" y="76"/>
                  <a:pt x="63" y="77"/>
                </a:cubicBezTo>
                <a:cubicBezTo>
                  <a:pt x="67" y="81"/>
                  <a:pt x="70" y="83"/>
                  <a:pt x="73" y="83"/>
                </a:cubicBezTo>
                <a:cubicBezTo>
                  <a:pt x="77" y="83"/>
                  <a:pt x="80" y="80"/>
                  <a:pt x="82" y="78"/>
                </a:cubicBezTo>
                <a:cubicBezTo>
                  <a:pt x="83" y="77"/>
                  <a:pt x="84" y="76"/>
                  <a:pt x="86" y="76"/>
                </a:cubicBezTo>
                <a:cubicBezTo>
                  <a:pt x="87" y="76"/>
                  <a:pt x="89" y="77"/>
                  <a:pt x="90" y="78"/>
                </a:cubicBezTo>
                <a:cubicBezTo>
                  <a:pt x="91" y="80"/>
                  <a:pt x="93" y="83"/>
                  <a:pt x="97" y="83"/>
                </a:cubicBezTo>
                <a:cubicBezTo>
                  <a:pt x="97" y="83"/>
                  <a:pt x="97" y="83"/>
                  <a:pt x="97" y="83"/>
                </a:cubicBezTo>
                <a:cubicBezTo>
                  <a:pt x="101" y="83"/>
                  <a:pt x="104" y="81"/>
                  <a:pt x="107" y="78"/>
                </a:cubicBezTo>
                <a:cubicBezTo>
                  <a:pt x="109" y="76"/>
                  <a:pt x="112" y="75"/>
                  <a:pt x="114" y="77"/>
                </a:cubicBezTo>
                <a:cubicBezTo>
                  <a:pt x="116" y="79"/>
                  <a:pt x="116" y="82"/>
                  <a:pt x="115" y="84"/>
                </a:cubicBezTo>
                <a:close/>
              </a:path>
            </a:pathLst>
          </a:custGeom>
          <a:solidFill>
            <a:srgbClr val="DB4B29"/>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 name="Freeform 151"/>
          <p:cNvSpPr>
            <a:spLocks noEditPoints="1"/>
          </p:cNvSpPr>
          <p:nvPr/>
        </p:nvSpPr>
        <p:spPr bwMode="auto">
          <a:xfrm>
            <a:off x="9038795" y="2312128"/>
            <a:ext cx="679577" cy="1017355"/>
          </a:xfrm>
          <a:custGeom>
            <a:avLst/>
            <a:gdLst>
              <a:gd name="T0" fmla="*/ 72 w 143"/>
              <a:gd name="T1" fmla="*/ 214 h 214"/>
              <a:gd name="T2" fmla="*/ 96 w 143"/>
              <a:gd name="T3" fmla="*/ 204 h 214"/>
              <a:gd name="T4" fmla="*/ 48 w 143"/>
              <a:gd name="T5" fmla="*/ 204 h 214"/>
              <a:gd name="T6" fmla="*/ 72 w 143"/>
              <a:gd name="T7" fmla="*/ 214 h 214"/>
              <a:gd name="T8" fmla="*/ 105 w 143"/>
              <a:gd name="T9" fmla="*/ 183 h 214"/>
              <a:gd name="T10" fmla="*/ 39 w 143"/>
              <a:gd name="T11" fmla="*/ 183 h 214"/>
              <a:gd name="T12" fmla="*/ 33 w 143"/>
              <a:gd name="T13" fmla="*/ 190 h 214"/>
              <a:gd name="T14" fmla="*/ 39 w 143"/>
              <a:gd name="T15" fmla="*/ 196 h 214"/>
              <a:gd name="T16" fmla="*/ 105 w 143"/>
              <a:gd name="T17" fmla="*/ 196 h 214"/>
              <a:gd name="T18" fmla="*/ 111 w 143"/>
              <a:gd name="T19" fmla="*/ 190 h 214"/>
              <a:gd name="T20" fmla="*/ 105 w 143"/>
              <a:gd name="T21" fmla="*/ 183 h 214"/>
              <a:gd name="T22" fmla="*/ 105 w 143"/>
              <a:gd name="T23" fmla="*/ 164 h 214"/>
              <a:gd name="T24" fmla="*/ 39 w 143"/>
              <a:gd name="T25" fmla="*/ 164 h 214"/>
              <a:gd name="T26" fmla="*/ 33 w 143"/>
              <a:gd name="T27" fmla="*/ 171 h 214"/>
              <a:gd name="T28" fmla="*/ 39 w 143"/>
              <a:gd name="T29" fmla="*/ 177 h 214"/>
              <a:gd name="T30" fmla="*/ 105 w 143"/>
              <a:gd name="T31" fmla="*/ 177 h 214"/>
              <a:gd name="T32" fmla="*/ 111 w 143"/>
              <a:gd name="T33" fmla="*/ 171 h 214"/>
              <a:gd name="T34" fmla="*/ 105 w 143"/>
              <a:gd name="T35" fmla="*/ 164 h 214"/>
              <a:gd name="T36" fmla="*/ 72 w 143"/>
              <a:gd name="T37" fmla="*/ 0 h 214"/>
              <a:gd name="T38" fmla="*/ 0 w 143"/>
              <a:gd name="T39" fmla="*/ 71 h 214"/>
              <a:gd name="T40" fmla="*/ 32 w 143"/>
              <a:gd name="T41" fmla="*/ 138 h 214"/>
              <a:gd name="T42" fmla="*/ 37 w 143"/>
              <a:gd name="T43" fmla="*/ 158 h 214"/>
              <a:gd name="T44" fmla="*/ 107 w 143"/>
              <a:gd name="T45" fmla="*/ 158 h 214"/>
              <a:gd name="T46" fmla="*/ 112 w 143"/>
              <a:gd name="T47" fmla="*/ 138 h 214"/>
              <a:gd name="T48" fmla="*/ 143 w 143"/>
              <a:gd name="T49" fmla="*/ 71 h 214"/>
              <a:gd name="T50" fmla="*/ 72 w 143"/>
              <a:gd name="T51" fmla="*/ 0 h 214"/>
              <a:gd name="T52" fmla="*/ 115 w 143"/>
              <a:gd name="T53" fmla="*/ 84 h 214"/>
              <a:gd name="T54" fmla="*/ 93 w 143"/>
              <a:gd name="T55" fmla="*/ 144 h 214"/>
              <a:gd name="T56" fmla="*/ 92 w 143"/>
              <a:gd name="T57" fmla="*/ 146 h 214"/>
              <a:gd name="T58" fmla="*/ 83 w 143"/>
              <a:gd name="T59" fmla="*/ 146 h 214"/>
              <a:gd name="T60" fmla="*/ 83 w 143"/>
              <a:gd name="T61" fmla="*/ 143 h 214"/>
              <a:gd name="T62" fmla="*/ 98 w 143"/>
              <a:gd name="T63" fmla="*/ 93 h 214"/>
              <a:gd name="T64" fmla="*/ 97 w 143"/>
              <a:gd name="T65" fmla="*/ 93 h 214"/>
              <a:gd name="T66" fmla="*/ 96 w 143"/>
              <a:gd name="T67" fmla="*/ 93 h 214"/>
              <a:gd name="T68" fmla="*/ 85 w 143"/>
              <a:gd name="T69" fmla="*/ 88 h 214"/>
              <a:gd name="T70" fmla="*/ 73 w 143"/>
              <a:gd name="T71" fmla="*/ 93 h 214"/>
              <a:gd name="T72" fmla="*/ 59 w 143"/>
              <a:gd name="T73" fmla="*/ 87 h 214"/>
              <a:gd name="T74" fmla="*/ 45 w 143"/>
              <a:gd name="T75" fmla="*/ 92 h 214"/>
              <a:gd name="T76" fmla="*/ 59 w 143"/>
              <a:gd name="T77" fmla="*/ 143 h 214"/>
              <a:gd name="T78" fmla="*/ 60 w 143"/>
              <a:gd name="T79" fmla="*/ 146 h 214"/>
              <a:gd name="T80" fmla="*/ 50 w 143"/>
              <a:gd name="T81" fmla="*/ 146 h 214"/>
              <a:gd name="T82" fmla="*/ 50 w 143"/>
              <a:gd name="T83" fmla="*/ 144 h 214"/>
              <a:gd name="T84" fmla="*/ 30 w 143"/>
              <a:gd name="T85" fmla="*/ 84 h 214"/>
              <a:gd name="T86" fmla="*/ 29 w 143"/>
              <a:gd name="T87" fmla="*/ 84 h 214"/>
              <a:gd name="T88" fmla="*/ 29 w 143"/>
              <a:gd name="T89" fmla="*/ 83 h 214"/>
              <a:gd name="T90" fmla="*/ 29 w 143"/>
              <a:gd name="T91" fmla="*/ 82 h 214"/>
              <a:gd name="T92" fmla="*/ 29 w 143"/>
              <a:gd name="T93" fmla="*/ 82 h 214"/>
              <a:gd name="T94" fmla="*/ 30 w 143"/>
              <a:gd name="T95" fmla="*/ 76 h 214"/>
              <a:gd name="T96" fmla="*/ 37 w 143"/>
              <a:gd name="T97" fmla="*/ 77 h 214"/>
              <a:gd name="T98" fmla="*/ 37 w 143"/>
              <a:gd name="T99" fmla="*/ 77 h 214"/>
              <a:gd name="T100" fmla="*/ 45 w 143"/>
              <a:gd name="T101" fmla="*/ 82 h 214"/>
              <a:gd name="T102" fmla="*/ 56 w 143"/>
              <a:gd name="T103" fmla="*/ 77 h 214"/>
              <a:gd name="T104" fmla="*/ 60 w 143"/>
              <a:gd name="T105" fmla="*/ 75 h 214"/>
              <a:gd name="T106" fmla="*/ 63 w 143"/>
              <a:gd name="T107" fmla="*/ 77 h 214"/>
              <a:gd name="T108" fmla="*/ 73 w 143"/>
              <a:gd name="T109" fmla="*/ 83 h 214"/>
              <a:gd name="T110" fmla="*/ 82 w 143"/>
              <a:gd name="T111" fmla="*/ 78 h 214"/>
              <a:gd name="T112" fmla="*/ 86 w 143"/>
              <a:gd name="T113" fmla="*/ 76 h 214"/>
              <a:gd name="T114" fmla="*/ 90 w 143"/>
              <a:gd name="T115" fmla="*/ 78 h 214"/>
              <a:gd name="T116" fmla="*/ 97 w 143"/>
              <a:gd name="T117" fmla="*/ 83 h 214"/>
              <a:gd name="T118" fmla="*/ 97 w 143"/>
              <a:gd name="T119" fmla="*/ 83 h 214"/>
              <a:gd name="T120" fmla="*/ 107 w 143"/>
              <a:gd name="T121" fmla="*/ 78 h 214"/>
              <a:gd name="T122" fmla="*/ 114 w 143"/>
              <a:gd name="T123" fmla="*/ 77 h 214"/>
              <a:gd name="T124" fmla="*/ 115 w 143"/>
              <a:gd name="T125" fmla="*/ 84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3" h="214">
                <a:moveTo>
                  <a:pt x="72" y="214"/>
                </a:moveTo>
                <a:cubicBezTo>
                  <a:pt x="82" y="214"/>
                  <a:pt x="91" y="210"/>
                  <a:pt x="96" y="204"/>
                </a:cubicBezTo>
                <a:cubicBezTo>
                  <a:pt x="48" y="204"/>
                  <a:pt x="48" y="204"/>
                  <a:pt x="48" y="204"/>
                </a:cubicBezTo>
                <a:cubicBezTo>
                  <a:pt x="53" y="210"/>
                  <a:pt x="62" y="214"/>
                  <a:pt x="72" y="214"/>
                </a:cubicBezTo>
                <a:close/>
                <a:moveTo>
                  <a:pt x="105" y="183"/>
                </a:moveTo>
                <a:cubicBezTo>
                  <a:pt x="39" y="183"/>
                  <a:pt x="39" y="183"/>
                  <a:pt x="39" y="183"/>
                </a:cubicBezTo>
                <a:cubicBezTo>
                  <a:pt x="35" y="183"/>
                  <a:pt x="33" y="186"/>
                  <a:pt x="33" y="190"/>
                </a:cubicBezTo>
                <a:cubicBezTo>
                  <a:pt x="33" y="193"/>
                  <a:pt x="35" y="196"/>
                  <a:pt x="39" y="196"/>
                </a:cubicBezTo>
                <a:cubicBezTo>
                  <a:pt x="105" y="196"/>
                  <a:pt x="105" y="196"/>
                  <a:pt x="105" y="196"/>
                </a:cubicBezTo>
                <a:cubicBezTo>
                  <a:pt x="108" y="196"/>
                  <a:pt x="111" y="193"/>
                  <a:pt x="111" y="190"/>
                </a:cubicBezTo>
                <a:cubicBezTo>
                  <a:pt x="111" y="186"/>
                  <a:pt x="108" y="183"/>
                  <a:pt x="105" y="183"/>
                </a:cubicBezTo>
                <a:close/>
                <a:moveTo>
                  <a:pt x="105" y="164"/>
                </a:moveTo>
                <a:cubicBezTo>
                  <a:pt x="39" y="164"/>
                  <a:pt x="39" y="164"/>
                  <a:pt x="39" y="164"/>
                </a:cubicBezTo>
                <a:cubicBezTo>
                  <a:pt x="35" y="164"/>
                  <a:pt x="33" y="167"/>
                  <a:pt x="33" y="171"/>
                </a:cubicBezTo>
                <a:cubicBezTo>
                  <a:pt x="33" y="174"/>
                  <a:pt x="35" y="177"/>
                  <a:pt x="39" y="177"/>
                </a:cubicBezTo>
                <a:cubicBezTo>
                  <a:pt x="105" y="177"/>
                  <a:pt x="105" y="177"/>
                  <a:pt x="105" y="177"/>
                </a:cubicBezTo>
                <a:cubicBezTo>
                  <a:pt x="108" y="177"/>
                  <a:pt x="111" y="174"/>
                  <a:pt x="111" y="171"/>
                </a:cubicBezTo>
                <a:cubicBezTo>
                  <a:pt x="111" y="167"/>
                  <a:pt x="108" y="164"/>
                  <a:pt x="105" y="164"/>
                </a:cubicBezTo>
                <a:close/>
                <a:moveTo>
                  <a:pt x="72" y="0"/>
                </a:moveTo>
                <a:cubicBezTo>
                  <a:pt x="32" y="0"/>
                  <a:pt x="0" y="32"/>
                  <a:pt x="0" y="71"/>
                </a:cubicBezTo>
                <a:cubicBezTo>
                  <a:pt x="0" y="98"/>
                  <a:pt x="19" y="117"/>
                  <a:pt x="32" y="138"/>
                </a:cubicBezTo>
                <a:cubicBezTo>
                  <a:pt x="35" y="144"/>
                  <a:pt x="37" y="158"/>
                  <a:pt x="37" y="158"/>
                </a:cubicBezTo>
                <a:cubicBezTo>
                  <a:pt x="107" y="158"/>
                  <a:pt x="107" y="158"/>
                  <a:pt x="107" y="158"/>
                </a:cubicBezTo>
                <a:cubicBezTo>
                  <a:pt x="107" y="158"/>
                  <a:pt x="109" y="144"/>
                  <a:pt x="112" y="138"/>
                </a:cubicBezTo>
                <a:cubicBezTo>
                  <a:pt x="125" y="117"/>
                  <a:pt x="143" y="98"/>
                  <a:pt x="143" y="71"/>
                </a:cubicBezTo>
                <a:cubicBezTo>
                  <a:pt x="143" y="32"/>
                  <a:pt x="111" y="0"/>
                  <a:pt x="72" y="0"/>
                </a:cubicBezTo>
                <a:close/>
                <a:moveTo>
                  <a:pt x="115" y="84"/>
                </a:moveTo>
                <a:cubicBezTo>
                  <a:pt x="102" y="100"/>
                  <a:pt x="95" y="120"/>
                  <a:pt x="93" y="144"/>
                </a:cubicBezTo>
                <a:cubicBezTo>
                  <a:pt x="92" y="146"/>
                  <a:pt x="92" y="146"/>
                  <a:pt x="92" y="146"/>
                </a:cubicBezTo>
                <a:cubicBezTo>
                  <a:pt x="83" y="146"/>
                  <a:pt x="83" y="146"/>
                  <a:pt x="83" y="146"/>
                </a:cubicBezTo>
                <a:cubicBezTo>
                  <a:pt x="83" y="143"/>
                  <a:pt x="83" y="143"/>
                  <a:pt x="83" y="143"/>
                </a:cubicBezTo>
                <a:cubicBezTo>
                  <a:pt x="85" y="124"/>
                  <a:pt x="90" y="107"/>
                  <a:pt x="98" y="93"/>
                </a:cubicBezTo>
                <a:cubicBezTo>
                  <a:pt x="97" y="93"/>
                  <a:pt x="97" y="93"/>
                  <a:pt x="97" y="93"/>
                </a:cubicBezTo>
                <a:cubicBezTo>
                  <a:pt x="96" y="93"/>
                  <a:pt x="96" y="93"/>
                  <a:pt x="96" y="93"/>
                </a:cubicBezTo>
                <a:cubicBezTo>
                  <a:pt x="93" y="92"/>
                  <a:pt x="89" y="92"/>
                  <a:pt x="85" y="88"/>
                </a:cubicBezTo>
                <a:cubicBezTo>
                  <a:pt x="82" y="91"/>
                  <a:pt x="77" y="93"/>
                  <a:pt x="73" y="93"/>
                </a:cubicBezTo>
                <a:cubicBezTo>
                  <a:pt x="68" y="93"/>
                  <a:pt x="63" y="91"/>
                  <a:pt x="59" y="87"/>
                </a:cubicBezTo>
                <a:cubicBezTo>
                  <a:pt x="55" y="90"/>
                  <a:pt x="50" y="92"/>
                  <a:pt x="45" y="92"/>
                </a:cubicBezTo>
                <a:cubicBezTo>
                  <a:pt x="57" y="114"/>
                  <a:pt x="59" y="137"/>
                  <a:pt x="59" y="143"/>
                </a:cubicBezTo>
                <a:cubicBezTo>
                  <a:pt x="60" y="146"/>
                  <a:pt x="60" y="146"/>
                  <a:pt x="60" y="146"/>
                </a:cubicBezTo>
                <a:cubicBezTo>
                  <a:pt x="50" y="146"/>
                  <a:pt x="50" y="146"/>
                  <a:pt x="50" y="146"/>
                </a:cubicBezTo>
                <a:cubicBezTo>
                  <a:pt x="50" y="144"/>
                  <a:pt x="50" y="144"/>
                  <a:pt x="50" y="144"/>
                </a:cubicBezTo>
                <a:cubicBezTo>
                  <a:pt x="49" y="135"/>
                  <a:pt x="46" y="107"/>
                  <a:pt x="30" y="84"/>
                </a:cubicBezTo>
                <a:cubicBezTo>
                  <a:pt x="29" y="84"/>
                  <a:pt x="29" y="84"/>
                  <a:pt x="29" y="84"/>
                </a:cubicBezTo>
                <a:cubicBezTo>
                  <a:pt x="29" y="83"/>
                  <a:pt x="29" y="83"/>
                  <a:pt x="29" y="83"/>
                </a:cubicBezTo>
                <a:cubicBezTo>
                  <a:pt x="29" y="83"/>
                  <a:pt x="29" y="83"/>
                  <a:pt x="29" y="82"/>
                </a:cubicBezTo>
                <a:cubicBezTo>
                  <a:pt x="29" y="82"/>
                  <a:pt x="29" y="82"/>
                  <a:pt x="29" y="82"/>
                </a:cubicBezTo>
                <a:cubicBezTo>
                  <a:pt x="27" y="80"/>
                  <a:pt x="28" y="77"/>
                  <a:pt x="30" y="76"/>
                </a:cubicBezTo>
                <a:cubicBezTo>
                  <a:pt x="32" y="74"/>
                  <a:pt x="35" y="75"/>
                  <a:pt x="37" y="77"/>
                </a:cubicBezTo>
                <a:cubicBezTo>
                  <a:pt x="37" y="77"/>
                  <a:pt x="37" y="77"/>
                  <a:pt x="37" y="77"/>
                </a:cubicBezTo>
                <a:cubicBezTo>
                  <a:pt x="39" y="80"/>
                  <a:pt x="42" y="82"/>
                  <a:pt x="45" y="82"/>
                </a:cubicBezTo>
                <a:cubicBezTo>
                  <a:pt x="48" y="82"/>
                  <a:pt x="52" y="81"/>
                  <a:pt x="56" y="77"/>
                </a:cubicBezTo>
                <a:cubicBezTo>
                  <a:pt x="57" y="76"/>
                  <a:pt x="58" y="75"/>
                  <a:pt x="60" y="75"/>
                </a:cubicBezTo>
                <a:cubicBezTo>
                  <a:pt x="61" y="76"/>
                  <a:pt x="62" y="76"/>
                  <a:pt x="63" y="77"/>
                </a:cubicBezTo>
                <a:cubicBezTo>
                  <a:pt x="67" y="81"/>
                  <a:pt x="70" y="83"/>
                  <a:pt x="73" y="83"/>
                </a:cubicBezTo>
                <a:cubicBezTo>
                  <a:pt x="77" y="83"/>
                  <a:pt x="80" y="80"/>
                  <a:pt x="82" y="78"/>
                </a:cubicBezTo>
                <a:cubicBezTo>
                  <a:pt x="83" y="77"/>
                  <a:pt x="84" y="76"/>
                  <a:pt x="86" y="76"/>
                </a:cubicBezTo>
                <a:cubicBezTo>
                  <a:pt x="87" y="76"/>
                  <a:pt x="89" y="77"/>
                  <a:pt x="90" y="78"/>
                </a:cubicBezTo>
                <a:cubicBezTo>
                  <a:pt x="91" y="80"/>
                  <a:pt x="93" y="83"/>
                  <a:pt x="97" y="83"/>
                </a:cubicBezTo>
                <a:cubicBezTo>
                  <a:pt x="97" y="83"/>
                  <a:pt x="97" y="83"/>
                  <a:pt x="97" y="83"/>
                </a:cubicBezTo>
                <a:cubicBezTo>
                  <a:pt x="101" y="83"/>
                  <a:pt x="104" y="81"/>
                  <a:pt x="107" y="78"/>
                </a:cubicBezTo>
                <a:cubicBezTo>
                  <a:pt x="109" y="76"/>
                  <a:pt x="112" y="75"/>
                  <a:pt x="114" y="77"/>
                </a:cubicBezTo>
                <a:cubicBezTo>
                  <a:pt x="116" y="79"/>
                  <a:pt x="116" y="82"/>
                  <a:pt x="115" y="84"/>
                </a:cubicBezTo>
                <a:close/>
              </a:path>
            </a:pathLst>
          </a:custGeom>
          <a:solidFill>
            <a:srgbClr val="017572"/>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 name="Rectangle 58"/>
          <p:cNvSpPr/>
          <p:nvPr/>
        </p:nvSpPr>
        <p:spPr>
          <a:xfrm>
            <a:off x="4488465" y="2736750"/>
            <a:ext cx="1967029" cy="1276888"/>
          </a:xfrm>
          <a:prstGeom prst="rect">
            <a:avLst/>
          </a:prstGeom>
        </p:spPr>
        <p:txBody>
          <a:bodyPr wrap="square">
            <a:spAutoFit/>
          </a:bodyPr>
          <a:lstStyle/>
          <a:p>
            <a:pPr>
              <a:lnSpc>
                <a:spcPct val="123000"/>
              </a:lnSpc>
              <a:spcBef>
                <a:spcPts val="600"/>
              </a:spcBef>
            </a:pPr>
            <a:r>
              <a:rPr lang="zh-CN" altLang="en-US" sz="1600" dirty="0">
                <a:solidFill>
                  <a:schemeClr val="tx1">
                    <a:lumMod val="65000"/>
                    <a:lumOff val="35000"/>
                  </a:schemeClr>
                </a:solidFill>
                <a:latin typeface="+mn-ea"/>
              </a:rPr>
              <a:t>添加内容添加内容添加内容添加内容添加内容添加内容添加内容</a:t>
            </a:r>
          </a:p>
        </p:txBody>
      </p:sp>
      <p:sp>
        <p:nvSpPr>
          <p:cNvPr id="18" name="TextBox 59"/>
          <p:cNvSpPr txBox="1"/>
          <p:nvPr/>
        </p:nvSpPr>
        <p:spPr>
          <a:xfrm>
            <a:off x="4488464" y="2331423"/>
            <a:ext cx="1967029" cy="377026"/>
          </a:xfrm>
          <a:prstGeom prst="rect">
            <a:avLst/>
          </a:prstGeom>
          <a:noFill/>
        </p:spPr>
        <p:txBody>
          <a:bodyPr wrap="square" lIns="68580" tIns="34290" rIns="68580" bIns="34290" rtlCol="0">
            <a:spAutoFit/>
          </a:bodyPr>
          <a:lstStyle/>
          <a:p>
            <a:r>
              <a:rPr lang="zh-CN" altLang="en-US" sz="2000" b="1" dirty="0">
                <a:solidFill>
                  <a:srgbClr val="DF9E40"/>
                </a:solidFill>
                <a:latin typeface="Open Sans"/>
              </a:rPr>
              <a:t>单击添加标题</a:t>
            </a:r>
            <a:endParaRPr lang="en-US" altLang="zh-CN" sz="2000" b="1" dirty="0">
              <a:solidFill>
                <a:srgbClr val="DF9E40"/>
              </a:solidFill>
              <a:latin typeface="Open Sans"/>
            </a:endParaRPr>
          </a:p>
        </p:txBody>
      </p:sp>
      <p:sp>
        <p:nvSpPr>
          <p:cNvPr id="19" name="Rectangle 58"/>
          <p:cNvSpPr/>
          <p:nvPr/>
        </p:nvSpPr>
        <p:spPr>
          <a:xfrm>
            <a:off x="7132487" y="4190297"/>
            <a:ext cx="1967029" cy="1276888"/>
          </a:xfrm>
          <a:prstGeom prst="rect">
            <a:avLst/>
          </a:prstGeom>
        </p:spPr>
        <p:txBody>
          <a:bodyPr wrap="square">
            <a:spAutoFit/>
          </a:bodyPr>
          <a:lstStyle/>
          <a:p>
            <a:pPr>
              <a:lnSpc>
                <a:spcPct val="123000"/>
              </a:lnSpc>
              <a:spcBef>
                <a:spcPts val="600"/>
              </a:spcBef>
            </a:pPr>
            <a:r>
              <a:rPr lang="zh-CN" altLang="en-US" sz="1600" dirty="0">
                <a:solidFill>
                  <a:schemeClr val="tx1">
                    <a:lumMod val="65000"/>
                    <a:lumOff val="35000"/>
                  </a:schemeClr>
                </a:solidFill>
                <a:latin typeface="+mn-ea"/>
              </a:rPr>
              <a:t>添加内容添加内容添加内容添加内容添加内容添加内容添加内容</a:t>
            </a:r>
          </a:p>
        </p:txBody>
      </p:sp>
      <p:sp>
        <p:nvSpPr>
          <p:cNvPr id="20" name="TextBox 59"/>
          <p:cNvSpPr txBox="1"/>
          <p:nvPr/>
        </p:nvSpPr>
        <p:spPr>
          <a:xfrm>
            <a:off x="7132486" y="3784970"/>
            <a:ext cx="1967029" cy="377026"/>
          </a:xfrm>
          <a:prstGeom prst="rect">
            <a:avLst/>
          </a:prstGeom>
          <a:noFill/>
        </p:spPr>
        <p:txBody>
          <a:bodyPr wrap="square" lIns="68580" tIns="34290" rIns="68580" bIns="34290" rtlCol="0">
            <a:spAutoFit/>
          </a:bodyPr>
          <a:lstStyle/>
          <a:p>
            <a:r>
              <a:rPr lang="zh-CN" altLang="en-US" sz="2000" b="1" dirty="0">
                <a:solidFill>
                  <a:srgbClr val="DB4B29"/>
                </a:solidFill>
                <a:latin typeface="Open Sans"/>
              </a:rPr>
              <a:t>单击添加标题</a:t>
            </a:r>
            <a:endParaRPr lang="en-US" altLang="zh-CN" sz="2000" b="1" dirty="0">
              <a:solidFill>
                <a:srgbClr val="DB4B29"/>
              </a:solidFill>
              <a:latin typeface="Open Sans"/>
            </a:endParaRPr>
          </a:p>
        </p:txBody>
      </p:sp>
      <p:sp>
        <p:nvSpPr>
          <p:cNvPr id="21" name="Rectangle 58"/>
          <p:cNvSpPr/>
          <p:nvPr/>
        </p:nvSpPr>
        <p:spPr>
          <a:xfrm>
            <a:off x="9736971" y="3038549"/>
            <a:ext cx="1967029" cy="1276888"/>
          </a:xfrm>
          <a:prstGeom prst="rect">
            <a:avLst/>
          </a:prstGeom>
        </p:spPr>
        <p:txBody>
          <a:bodyPr wrap="square">
            <a:spAutoFit/>
          </a:bodyPr>
          <a:lstStyle/>
          <a:p>
            <a:pPr>
              <a:lnSpc>
                <a:spcPct val="123000"/>
              </a:lnSpc>
              <a:spcBef>
                <a:spcPts val="600"/>
              </a:spcBef>
            </a:pPr>
            <a:r>
              <a:rPr lang="zh-CN" altLang="en-US" sz="1600" dirty="0">
                <a:solidFill>
                  <a:schemeClr val="tx1">
                    <a:lumMod val="65000"/>
                    <a:lumOff val="35000"/>
                  </a:schemeClr>
                </a:solidFill>
                <a:latin typeface="+mn-ea"/>
              </a:rPr>
              <a:t>添加内容添加内容添加内容添加内容添加内容添加内容添加内容</a:t>
            </a:r>
          </a:p>
        </p:txBody>
      </p:sp>
      <p:sp>
        <p:nvSpPr>
          <p:cNvPr id="22" name="TextBox 59"/>
          <p:cNvSpPr txBox="1"/>
          <p:nvPr/>
        </p:nvSpPr>
        <p:spPr>
          <a:xfrm>
            <a:off x="9736970" y="2633222"/>
            <a:ext cx="1967029" cy="377026"/>
          </a:xfrm>
          <a:prstGeom prst="rect">
            <a:avLst/>
          </a:prstGeom>
          <a:noFill/>
        </p:spPr>
        <p:txBody>
          <a:bodyPr wrap="square" lIns="68580" tIns="34290" rIns="68580" bIns="34290" rtlCol="0">
            <a:spAutoFit/>
          </a:bodyPr>
          <a:lstStyle/>
          <a:p>
            <a:r>
              <a:rPr lang="zh-CN" altLang="en-US" sz="2000" b="1" dirty="0">
                <a:solidFill>
                  <a:srgbClr val="017572"/>
                </a:solidFill>
                <a:latin typeface="Open Sans"/>
              </a:rPr>
              <a:t>单击添加标题</a:t>
            </a:r>
            <a:endParaRPr lang="en-US" altLang="zh-CN" sz="2000" b="1" dirty="0">
              <a:solidFill>
                <a:srgbClr val="017572"/>
              </a:solidFill>
              <a:latin typeface="Open Sans"/>
            </a:endParaRPr>
          </a:p>
        </p:txBody>
      </p:sp>
      <p:sp>
        <p:nvSpPr>
          <p:cNvPr id="23"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143605014"/>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泪滴形 95"/>
          <p:cNvSpPr/>
          <p:nvPr/>
        </p:nvSpPr>
        <p:spPr>
          <a:xfrm rot="10800000">
            <a:off x="6692755" y="1844034"/>
            <a:ext cx="1266511" cy="1266511"/>
          </a:xfrm>
          <a:prstGeom prst="teardrop">
            <a:avLst/>
          </a:prstGeom>
          <a:solidFill>
            <a:srgbClr val="DB4B29"/>
          </a:solidFill>
          <a:ln w="28575">
            <a:solidFill>
              <a:srgbClr val="DB4B2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3" name="Freeform 63"/>
          <p:cNvSpPr>
            <a:spLocks noChangeAspect="1" noEditPoints="1"/>
          </p:cNvSpPr>
          <p:nvPr/>
        </p:nvSpPr>
        <p:spPr bwMode="auto">
          <a:xfrm>
            <a:off x="6977723" y="2057051"/>
            <a:ext cx="657031" cy="746268"/>
          </a:xfrm>
          <a:custGeom>
            <a:avLst/>
            <a:gdLst>
              <a:gd name="T0" fmla="*/ 319 w 352"/>
              <a:gd name="T1" fmla="*/ 209 h 400"/>
              <a:gd name="T2" fmla="*/ 238 w 352"/>
              <a:gd name="T3" fmla="*/ 134 h 400"/>
              <a:gd name="T4" fmla="*/ 251 w 352"/>
              <a:gd name="T5" fmla="*/ 134 h 400"/>
              <a:gd name="T6" fmla="*/ 313 w 352"/>
              <a:gd name="T7" fmla="*/ 114 h 400"/>
              <a:gd name="T8" fmla="*/ 283 w 352"/>
              <a:gd name="T9" fmla="*/ 96 h 400"/>
              <a:gd name="T10" fmla="*/ 292 w 352"/>
              <a:gd name="T11" fmla="*/ 82 h 400"/>
              <a:gd name="T12" fmla="*/ 289 w 352"/>
              <a:gd name="T13" fmla="*/ 75 h 400"/>
              <a:gd name="T14" fmla="*/ 237 w 352"/>
              <a:gd name="T15" fmla="*/ 97 h 400"/>
              <a:gd name="T16" fmla="*/ 231 w 352"/>
              <a:gd name="T17" fmla="*/ 16 h 400"/>
              <a:gd name="T18" fmla="*/ 142 w 352"/>
              <a:gd name="T19" fmla="*/ 17 h 400"/>
              <a:gd name="T20" fmla="*/ 136 w 352"/>
              <a:gd name="T21" fmla="*/ 108 h 400"/>
              <a:gd name="T22" fmla="*/ 121 w 352"/>
              <a:gd name="T23" fmla="*/ 112 h 400"/>
              <a:gd name="T24" fmla="*/ 111 w 352"/>
              <a:gd name="T25" fmla="*/ 119 h 400"/>
              <a:gd name="T26" fmla="*/ 127 w 352"/>
              <a:gd name="T27" fmla="*/ 130 h 400"/>
              <a:gd name="T28" fmla="*/ 34 w 352"/>
              <a:gd name="T29" fmla="*/ 214 h 400"/>
              <a:gd name="T30" fmla="*/ 149 w 352"/>
              <a:gd name="T31" fmla="*/ 391 h 400"/>
              <a:gd name="T32" fmla="*/ 343 w 352"/>
              <a:gd name="T33" fmla="*/ 268 h 400"/>
              <a:gd name="T34" fmla="*/ 303 w 352"/>
              <a:gd name="T35" fmla="*/ 109 h 400"/>
              <a:gd name="T36" fmla="*/ 251 w 352"/>
              <a:gd name="T37" fmla="*/ 123 h 400"/>
              <a:gd name="T38" fmla="*/ 243 w 352"/>
              <a:gd name="T39" fmla="*/ 122 h 400"/>
              <a:gd name="T40" fmla="*/ 280 w 352"/>
              <a:gd name="T41" fmla="*/ 85 h 400"/>
              <a:gd name="T42" fmla="*/ 239 w 352"/>
              <a:gd name="T43" fmla="*/ 111 h 400"/>
              <a:gd name="T44" fmla="*/ 280 w 352"/>
              <a:gd name="T45" fmla="*/ 85 h 400"/>
              <a:gd name="T46" fmla="*/ 218 w 352"/>
              <a:gd name="T47" fmla="*/ 315 h 400"/>
              <a:gd name="T48" fmla="*/ 183 w 352"/>
              <a:gd name="T49" fmla="*/ 326 h 400"/>
              <a:gd name="T50" fmla="*/ 169 w 352"/>
              <a:gd name="T51" fmla="*/ 344 h 400"/>
              <a:gd name="T52" fmla="*/ 147 w 352"/>
              <a:gd name="T53" fmla="*/ 322 h 400"/>
              <a:gd name="T54" fmla="*/ 122 w 352"/>
              <a:gd name="T55" fmla="*/ 300 h 400"/>
              <a:gd name="T56" fmla="*/ 155 w 352"/>
              <a:gd name="T57" fmla="*/ 280 h 400"/>
              <a:gd name="T58" fmla="*/ 169 w 352"/>
              <a:gd name="T59" fmla="*/ 301 h 400"/>
              <a:gd name="T60" fmla="*/ 142 w 352"/>
              <a:gd name="T61" fmla="*/ 258 h 400"/>
              <a:gd name="T62" fmla="*/ 122 w 352"/>
              <a:gd name="T63" fmla="*/ 225 h 400"/>
              <a:gd name="T64" fmla="*/ 169 w 352"/>
              <a:gd name="T65" fmla="*/ 184 h 400"/>
              <a:gd name="T66" fmla="*/ 183 w 352"/>
              <a:gd name="T67" fmla="*/ 175 h 400"/>
              <a:gd name="T68" fmla="*/ 215 w 352"/>
              <a:gd name="T69" fmla="*/ 194 h 400"/>
              <a:gd name="T70" fmla="*/ 195 w 352"/>
              <a:gd name="T71" fmla="*/ 223 h 400"/>
              <a:gd name="T72" fmla="*/ 183 w 352"/>
              <a:gd name="T73" fmla="*/ 209 h 400"/>
              <a:gd name="T74" fmla="*/ 221 w 352"/>
              <a:gd name="T75" fmla="*/ 252 h 400"/>
              <a:gd name="T76" fmla="*/ 230 w 352"/>
              <a:gd name="T77" fmla="*/ 301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52" h="400">
                <a:moveTo>
                  <a:pt x="343" y="268"/>
                </a:moveTo>
                <a:cubicBezTo>
                  <a:pt x="339" y="245"/>
                  <a:pt x="331" y="231"/>
                  <a:pt x="319" y="209"/>
                </a:cubicBezTo>
                <a:cubicBezTo>
                  <a:pt x="308" y="192"/>
                  <a:pt x="288" y="172"/>
                  <a:pt x="273" y="160"/>
                </a:cubicBezTo>
                <a:cubicBezTo>
                  <a:pt x="262" y="151"/>
                  <a:pt x="249" y="143"/>
                  <a:pt x="238" y="134"/>
                </a:cubicBezTo>
                <a:cubicBezTo>
                  <a:pt x="241" y="134"/>
                  <a:pt x="241" y="134"/>
                  <a:pt x="241" y="134"/>
                </a:cubicBezTo>
                <a:cubicBezTo>
                  <a:pt x="251" y="134"/>
                  <a:pt x="251" y="134"/>
                  <a:pt x="251" y="134"/>
                </a:cubicBezTo>
                <a:cubicBezTo>
                  <a:pt x="258" y="134"/>
                  <a:pt x="266" y="134"/>
                  <a:pt x="274" y="133"/>
                </a:cubicBezTo>
                <a:cubicBezTo>
                  <a:pt x="283" y="132"/>
                  <a:pt x="306" y="128"/>
                  <a:pt x="313" y="114"/>
                </a:cubicBezTo>
                <a:cubicBezTo>
                  <a:pt x="318" y="104"/>
                  <a:pt x="314" y="99"/>
                  <a:pt x="311" y="97"/>
                </a:cubicBezTo>
                <a:cubicBezTo>
                  <a:pt x="306" y="93"/>
                  <a:pt x="295" y="94"/>
                  <a:pt x="283" y="96"/>
                </a:cubicBezTo>
                <a:cubicBezTo>
                  <a:pt x="288" y="92"/>
                  <a:pt x="291" y="88"/>
                  <a:pt x="292" y="84"/>
                </a:cubicBezTo>
                <a:cubicBezTo>
                  <a:pt x="292" y="84"/>
                  <a:pt x="292" y="83"/>
                  <a:pt x="292" y="82"/>
                </a:cubicBezTo>
                <a:cubicBezTo>
                  <a:pt x="292" y="80"/>
                  <a:pt x="292" y="78"/>
                  <a:pt x="290" y="76"/>
                </a:cubicBezTo>
                <a:cubicBezTo>
                  <a:pt x="289" y="75"/>
                  <a:pt x="289" y="75"/>
                  <a:pt x="289" y="75"/>
                </a:cubicBezTo>
                <a:cubicBezTo>
                  <a:pt x="287" y="74"/>
                  <a:pt x="287" y="74"/>
                  <a:pt x="287" y="74"/>
                </a:cubicBezTo>
                <a:cubicBezTo>
                  <a:pt x="272" y="72"/>
                  <a:pt x="251" y="83"/>
                  <a:pt x="237" y="97"/>
                </a:cubicBezTo>
                <a:cubicBezTo>
                  <a:pt x="252" y="77"/>
                  <a:pt x="280" y="51"/>
                  <a:pt x="285" y="30"/>
                </a:cubicBezTo>
                <a:cubicBezTo>
                  <a:pt x="266" y="29"/>
                  <a:pt x="247" y="25"/>
                  <a:pt x="231" y="16"/>
                </a:cubicBezTo>
                <a:cubicBezTo>
                  <a:pt x="216" y="8"/>
                  <a:pt x="209" y="0"/>
                  <a:pt x="191" y="3"/>
                </a:cubicBezTo>
                <a:cubicBezTo>
                  <a:pt x="174" y="5"/>
                  <a:pt x="158" y="13"/>
                  <a:pt x="142" y="17"/>
                </a:cubicBezTo>
                <a:cubicBezTo>
                  <a:pt x="124" y="22"/>
                  <a:pt x="108" y="15"/>
                  <a:pt x="90" y="18"/>
                </a:cubicBezTo>
                <a:cubicBezTo>
                  <a:pt x="87" y="49"/>
                  <a:pt x="125" y="79"/>
                  <a:pt x="136" y="108"/>
                </a:cubicBezTo>
                <a:cubicBezTo>
                  <a:pt x="131" y="109"/>
                  <a:pt x="126" y="110"/>
                  <a:pt x="121" y="112"/>
                </a:cubicBezTo>
                <a:cubicBezTo>
                  <a:pt x="121" y="112"/>
                  <a:pt x="121" y="112"/>
                  <a:pt x="121" y="112"/>
                </a:cubicBezTo>
                <a:cubicBezTo>
                  <a:pt x="118" y="113"/>
                  <a:pt x="115" y="114"/>
                  <a:pt x="114" y="116"/>
                </a:cubicBezTo>
                <a:cubicBezTo>
                  <a:pt x="111" y="119"/>
                  <a:pt x="111" y="119"/>
                  <a:pt x="111" y="119"/>
                </a:cubicBezTo>
                <a:cubicBezTo>
                  <a:pt x="113" y="123"/>
                  <a:pt x="113" y="123"/>
                  <a:pt x="113" y="123"/>
                </a:cubicBezTo>
                <a:cubicBezTo>
                  <a:pt x="116" y="127"/>
                  <a:pt x="120" y="129"/>
                  <a:pt x="127" y="130"/>
                </a:cubicBezTo>
                <a:cubicBezTo>
                  <a:pt x="113" y="139"/>
                  <a:pt x="96" y="149"/>
                  <a:pt x="84" y="159"/>
                </a:cubicBezTo>
                <a:cubicBezTo>
                  <a:pt x="69" y="172"/>
                  <a:pt x="46" y="198"/>
                  <a:pt x="34" y="214"/>
                </a:cubicBezTo>
                <a:cubicBezTo>
                  <a:pt x="13" y="240"/>
                  <a:pt x="0" y="275"/>
                  <a:pt x="6" y="307"/>
                </a:cubicBezTo>
                <a:cubicBezTo>
                  <a:pt x="18" y="370"/>
                  <a:pt x="92" y="391"/>
                  <a:pt x="149" y="391"/>
                </a:cubicBezTo>
                <a:cubicBezTo>
                  <a:pt x="212" y="391"/>
                  <a:pt x="293" y="400"/>
                  <a:pt x="335" y="348"/>
                </a:cubicBezTo>
                <a:cubicBezTo>
                  <a:pt x="352" y="327"/>
                  <a:pt x="347" y="295"/>
                  <a:pt x="343" y="268"/>
                </a:cubicBezTo>
                <a:close/>
                <a:moveTo>
                  <a:pt x="305" y="105"/>
                </a:moveTo>
                <a:cubicBezTo>
                  <a:pt x="305" y="105"/>
                  <a:pt x="305" y="106"/>
                  <a:pt x="303" y="109"/>
                </a:cubicBezTo>
                <a:cubicBezTo>
                  <a:pt x="299" y="117"/>
                  <a:pt x="284" y="121"/>
                  <a:pt x="273" y="123"/>
                </a:cubicBezTo>
                <a:cubicBezTo>
                  <a:pt x="266" y="124"/>
                  <a:pt x="258" y="124"/>
                  <a:pt x="251" y="123"/>
                </a:cubicBezTo>
                <a:cubicBezTo>
                  <a:pt x="243" y="123"/>
                  <a:pt x="243" y="123"/>
                  <a:pt x="243" y="123"/>
                </a:cubicBezTo>
                <a:cubicBezTo>
                  <a:pt x="243" y="122"/>
                  <a:pt x="243" y="122"/>
                  <a:pt x="243" y="122"/>
                </a:cubicBezTo>
                <a:cubicBezTo>
                  <a:pt x="263" y="112"/>
                  <a:pt x="300" y="101"/>
                  <a:pt x="305" y="105"/>
                </a:cubicBezTo>
                <a:close/>
                <a:moveTo>
                  <a:pt x="280" y="85"/>
                </a:moveTo>
                <a:cubicBezTo>
                  <a:pt x="275" y="90"/>
                  <a:pt x="260" y="99"/>
                  <a:pt x="251" y="104"/>
                </a:cubicBezTo>
                <a:cubicBezTo>
                  <a:pt x="247" y="106"/>
                  <a:pt x="243" y="108"/>
                  <a:pt x="239" y="111"/>
                </a:cubicBezTo>
                <a:cubicBezTo>
                  <a:pt x="239" y="111"/>
                  <a:pt x="239" y="111"/>
                  <a:pt x="239" y="111"/>
                </a:cubicBezTo>
                <a:cubicBezTo>
                  <a:pt x="249" y="98"/>
                  <a:pt x="267" y="86"/>
                  <a:pt x="280" y="85"/>
                </a:cubicBezTo>
                <a:close/>
                <a:moveTo>
                  <a:pt x="230" y="301"/>
                </a:moveTo>
                <a:cubicBezTo>
                  <a:pt x="227" y="306"/>
                  <a:pt x="223" y="311"/>
                  <a:pt x="218" y="315"/>
                </a:cubicBezTo>
                <a:cubicBezTo>
                  <a:pt x="213" y="319"/>
                  <a:pt x="208" y="322"/>
                  <a:pt x="203" y="323"/>
                </a:cubicBezTo>
                <a:cubicBezTo>
                  <a:pt x="197" y="325"/>
                  <a:pt x="191" y="326"/>
                  <a:pt x="183" y="326"/>
                </a:cubicBezTo>
                <a:cubicBezTo>
                  <a:pt x="183" y="344"/>
                  <a:pt x="183" y="344"/>
                  <a:pt x="183" y="344"/>
                </a:cubicBezTo>
                <a:cubicBezTo>
                  <a:pt x="169" y="344"/>
                  <a:pt x="169" y="344"/>
                  <a:pt x="169" y="344"/>
                </a:cubicBezTo>
                <a:cubicBezTo>
                  <a:pt x="169" y="326"/>
                  <a:pt x="169" y="326"/>
                  <a:pt x="169" y="326"/>
                </a:cubicBezTo>
                <a:cubicBezTo>
                  <a:pt x="160" y="326"/>
                  <a:pt x="152" y="324"/>
                  <a:pt x="147" y="322"/>
                </a:cubicBezTo>
                <a:cubicBezTo>
                  <a:pt x="141" y="320"/>
                  <a:pt x="136" y="317"/>
                  <a:pt x="132" y="313"/>
                </a:cubicBezTo>
                <a:cubicBezTo>
                  <a:pt x="127" y="309"/>
                  <a:pt x="124" y="305"/>
                  <a:pt x="122" y="300"/>
                </a:cubicBezTo>
                <a:cubicBezTo>
                  <a:pt x="120" y="296"/>
                  <a:pt x="118" y="291"/>
                  <a:pt x="117" y="284"/>
                </a:cubicBezTo>
                <a:cubicBezTo>
                  <a:pt x="155" y="280"/>
                  <a:pt x="155" y="280"/>
                  <a:pt x="155" y="280"/>
                </a:cubicBezTo>
                <a:cubicBezTo>
                  <a:pt x="156" y="286"/>
                  <a:pt x="158" y="291"/>
                  <a:pt x="160" y="293"/>
                </a:cubicBezTo>
                <a:cubicBezTo>
                  <a:pt x="162" y="296"/>
                  <a:pt x="165" y="299"/>
                  <a:pt x="169" y="301"/>
                </a:cubicBezTo>
                <a:cubicBezTo>
                  <a:pt x="169" y="267"/>
                  <a:pt x="169" y="267"/>
                  <a:pt x="169" y="267"/>
                </a:cubicBezTo>
                <a:cubicBezTo>
                  <a:pt x="156" y="264"/>
                  <a:pt x="147" y="261"/>
                  <a:pt x="142" y="258"/>
                </a:cubicBezTo>
                <a:cubicBezTo>
                  <a:pt x="137" y="255"/>
                  <a:pt x="132" y="251"/>
                  <a:pt x="128" y="246"/>
                </a:cubicBezTo>
                <a:cubicBezTo>
                  <a:pt x="124" y="240"/>
                  <a:pt x="122" y="233"/>
                  <a:pt x="122" y="225"/>
                </a:cubicBezTo>
                <a:cubicBezTo>
                  <a:pt x="122" y="213"/>
                  <a:pt x="126" y="204"/>
                  <a:pt x="134" y="196"/>
                </a:cubicBezTo>
                <a:cubicBezTo>
                  <a:pt x="142" y="189"/>
                  <a:pt x="154" y="185"/>
                  <a:pt x="169" y="184"/>
                </a:cubicBezTo>
                <a:cubicBezTo>
                  <a:pt x="169" y="175"/>
                  <a:pt x="169" y="175"/>
                  <a:pt x="169" y="175"/>
                </a:cubicBezTo>
                <a:cubicBezTo>
                  <a:pt x="183" y="175"/>
                  <a:pt x="183" y="175"/>
                  <a:pt x="183" y="175"/>
                </a:cubicBezTo>
                <a:cubicBezTo>
                  <a:pt x="183" y="184"/>
                  <a:pt x="183" y="184"/>
                  <a:pt x="183" y="184"/>
                </a:cubicBezTo>
                <a:cubicBezTo>
                  <a:pt x="197" y="185"/>
                  <a:pt x="208" y="188"/>
                  <a:pt x="215" y="194"/>
                </a:cubicBezTo>
                <a:cubicBezTo>
                  <a:pt x="223" y="200"/>
                  <a:pt x="228" y="208"/>
                  <a:pt x="230" y="218"/>
                </a:cubicBezTo>
                <a:cubicBezTo>
                  <a:pt x="195" y="223"/>
                  <a:pt x="195" y="223"/>
                  <a:pt x="195" y="223"/>
                </a:cubicBezTo>
                <a:cubicBezTo>
                  <a:pt x="193" y="219"/>
                  <a:pt x="191" y="216"/>
                  <a:pt x="190" y="214"/>
                </a:cubicBezTo>
                <a:cubicBezTo>
                  <a:pt x="189" y="212"/>
                  <a:pt x="186" y="211"/>
                  <a:pt x="183" y="209"/>
                </a:cubicBezTo>
                <a:cubicBezTo>
                  <a:pt x="183" y="236"/>
                  <a:pt x="183" y="236"/>
                  <a:pt x="183" y="236"/>
                </a:cubicBezTo>
                <a:cubicBezTo>
                  <a:pt x="202" y="241"/>
                  <a:pt x="215" y="247"/>
                  <a:pt x="221" y="252"/>
                </a:cubicBezTo>
                <a:cubicBezTo>
                  <a:pt x="230" y="260"/>
                  <a:pt x="234" y="270"/>
                  <a:pt x="234" y="282"/>
                </a:cubicBezTo>
                <a:cubicBezTo>
                  <a:pt x="234" y="288"/>
                  <a:pt x="233" y="295"/>
                  <a:pt x="230" y="30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4" name="组合 62"/>
          <p:cNvGrpSpPr/>
          <p:nvPr/>
        </p:nvGrpSpPr>
        <p:grpSpPr>
          <a:xfrm>
            <a:off x="8141456" y="2022686"/>
            <a:ext cx="3784365" cy="898132"/>
            <a:chOff x="8407635" y="2003740"/>
            <a:chExt cx="3784365" cy="898132"/>
          </a:xfrm>
        </p:grpSpPr>
        <p:sp>
          <p:nvSpPr>
            <p:cNvPr id="5" name="文本框 4"/>
            <p:cNvSpPr txBox="1"/>
            <p:nvPr/>
          </p:nvSpPr>
          <p:spPr>
            <a:xfrm>
              <a:off x="8407635" y="2563318"/>
              <a:ext cx="3784365" cy="338554"/>
            </a:xfrm>
            <a:prstGeom prst="rect">
              <a:avLst/>
            </a:prstGeom>
            <a:noFill/>
          </p:spPr>
          <p:txBody>
            <a:bodyPr wrap="square" rtlCol="0">
              <a:spAutoFit/>
            </a:bodyPr>
            <a:lstStyle/>
            <a:p>
              <a:r>
                <a:rPr lang="zh-CN" altLang="en-US" sz="1600" dirty="0">
                  <a:solidFill>
                    <a:schemeClr val="tx1">
                      <a:lumMod val="65000"/>
                      <a:lumOff val="35000"/>
                    </a:schemeClr>
                  </a:solidFill>
                </a:rPr>
                <a:t>请您单击此处添加具体内容</a:t>
              </a:r>
            </a:p>
          </p:txBody>
        </p:sp>
        <p:sp>
          <p:nvSpPr>
            <p:cNvPr id="6" name="文本框 5"/>
            <p:cNvSpPr txBox="1"/>
            <p:nvPr/>
          </p:nvSpPr>
          <p:spPr>
            <a:xfrm>
              <a:off x="8407635" y="2003740"/>
              <a:ext cx="2031325" cy="646331"/>
            </a:xfrm>
            <a:prstGeom prst="rect">
              <a:avLst/>
            </a:prstGeom>
            <a:noFill/>
          </p:spPr>
          <p:txBody>
            <a:bodyPr wrap="none" rtlCol="0">
              <a:spAutoFit/>
            </a:bodyPr>
            <a:lstStyle/>
            <a:p>
              <a:r>
                <a:rPr lang="zh-CN" altLang="en-US" sz="3600" b="1" dirty="0">
                  <a:solidFill>
                    <a:schemeClr val="tx1">
                      <a:lumMod val="65000"/>
                      <a:lumOff val="35000"/>
                    </a:schemeClr>
                  </a:solidFill>
                </a:rPr>
                <a:t>经费紧缺</a:t>
              </a:r>
            </a:p>
          </p:txBody>
        </p:sp>
      </p:grpSp>
      <p:grpSp>
        <p:nvGrpSpPr>
          <p:cNvPr id="7" name="组合 65"/>
          <p:cNvGrpSpPr/>
          <p:nvPr/>
        </p:nvGrpSpPr>
        <p:grpSpPr>
          <a:xfrm>
            <a:off x="8141456" y="4507157"/>
            <a:ext cx="3784365" cy="898132"/>
            <a:chOff x="8407635" y="2003740"/>
            <a:chExt cx="3784365" cy="898132"/>
          </a:xfrm>
        </p:grpSpPr>
        <p:sp>
          <p:nvSpPr>
            <p:cNvPr id="8" name="文本框 7"/>
            <p:cNvSpPr txBox="1"/>
            <p:nvPr/>
          </p:nvSpPr>
          <p:spPr>
            <a:xfrm>
              <a:off x="8407635" y="2563318"/>
              <a:ext cx="3784365" cy="338554"/>
            </a:xfrm>
            <a:prstGeom prst="rect">
              <a:avLst/>
            </a:prstGeom>
            <a:noFill/>
          </p:spPr>
          <p:txBody>
            <a:bodyPr wrap="square" rtlCol="0">
              <a:spAutoFit/>
            </a:bodyPr>
            <a:lstStyle/>
            <a:p>
              <a:r>
                <a:rPr lang="zh-CN" altLang="en-US" sz="1600" dirty="0">
                  <a:solidFill>
                    <a:schemeClr val="tx1">
                      <a:lumMod val="65000"/>
                      <a:lumOff val="35000"/>
                    </a:schemeClr>
                  </a:solidFill>
                </a:rPr>
                <a:t>请您单击此处添加具体内容</a:t>
              </a:r>
            </a:p>
          </p:txBody>
        </p:sp>
        <p:sp>
          <p:nvSpPr>
            <p:cNvPr id="9" name="文本框 8"/>
            <p:cNvSpPr txBox="1"/>
            <p:nvPr/>
          </p:nvSpPr>
          <p:spPr>
            <a:xfrm>
              <a:off x="8407635" y="2003740"/>
              <a:ext cx="2031325" cy="646331"/>
            </a:xfrm>
            <a:prstGeom prst="rect">
              <a:avLst/>
            </a:prstGeom>
            <a:noFill/>
          </p:spPr>
          <p:txBody>
            <a:bodyPr wrap="none" rtlCol="0">
              <a:spAutoFit/>
            </a:bodyPr>
            <a:lstStyle/>
            <a:p>
              <a:r>
                <a:rPr lang="zh-CN" altLang="en-US" sz="3600" b="1" dirty="0">
                  <a:solidFill>
                    <a:schemeClr val="tx1">
                      <a:lumMod val="65000"/>
                      <a:lumOff val="35000"/>
                    </a:schemeClr>
                  </a:solidFill>
                </a:rPr>
                <a:t>业绩压力</a:t>
              </a:r>
            </a:p>
          </p:txBody>
        </p:sp>
      </p:grpSp>
      <p:grpSp>
        <p:nvGrpSpPr>
          <p:cNvPr id="10" name="组合 16"/>
          <p:cNvGrpSpPr/>
          <p:nvPr/>
        </p:nvGrpSpPr>
        <p:grpSpPr>
          <a:xfrm>
            <a:off x="330137" y="2022686"/>
            <a:ext cx="3784365" cy="898132"/>
            <a:chOff x="330137" y="2017150"/>
            <a:chExt cx="3784365" cy="898132"/>
          </a:xfrm>
        </p:grpSpPr>
        <p:sp>
          <p:nvSpPr>
            <p:cNvPr id="11" name="文本框 10"/>
            <p:cNvSpPr txBox="1"/>
            <p:nvPr/>
          </p:nvSpPr>
          <p:spPr>
            <a:xfrm>
              <a:off x="330137" y="2576728"/>
              <a:ext cx="3784365" cy="338554"/>
            </a:xfrm>
            <a:prstGeom prst="rect">
              <a:avLst/>
            </a:prstGeom>
            <a:noFill/>
          </p:spPr>
          <p:txBody>
            <a:bodyPr wrap="square" rtlCol="0">
              <a:spAutoFit/>
            </a:bodyPr>
            <a:lstStyle/>
            <a:p>
              <a:pPr algn="r"/>
              <a:r>
                <a:rPr lang="zh-CN" altLang="en-US" sz="1600" dirty="0">
                  <a:solidFill>
                    <a:schemeClr val="tx1">
                      <a:lumMod val="65000"/>
                      <a:lumOff val="35000"/>
                    </a:schemeClr>
                  </a:solidFill>
                </a:rPr>
                <a:t>请您单击此处添加具体内容</a:t>
              </a:r>
            </a:p>
          </p:txBody>
        </p:sp>
        <p:sp>
          <p:nvSpPr>
            <p:cNvPr id="12" name="文本框 11"/>
            <p:cNvSpPr txBox="1"/>
            <p:nvPr/>
          </p:nvSpPr>
          <p:spPr>
            <a:xfrm>
              <a:off x="2083177" y="2017150"/>
              <a:ext cx="2031325" cy="646331"/>
            </a:xfrm>
            <a:prstGeom prst="rect">
              <a:avLst/>
            </a:prstGeom>
            <a:noFill/>
          </p:spPr>
          <p:txBody>
            <a:bodyPr wrap="none" rtlCol="0">
              <a:spAutoFit/>
            </a:bodyPr>
            <a:lstStyle/>
            <a:p>
              <a:pPr algn="r"/>
              <a:r>
                <a:rPr lang="zh-CN" altLang="en-US" sz="3600" b="1" dirty="0">
                  <a:solidFill>
                    <a:schemeClr val="tx1">
                      <a:lumMod val="65000"/>
                      <a:lumOff val="35000"/>
                    </a:schemeClr>
                  </a:solidFill>
                </a:rPr>
                <a:t>时间紧迫</a:t>
              </a:r>
            </a:p>
          </p:txBody>
        </p:sp>
      </p:grpSp>
      <p:grpSp>
        <p:nvGrpSpPr>
          <p:cNvPr id="13" name="组合 17"/>
          <p:cNvGrpSpPr/>
          <p:nvPr/>
        </p:nvGrpSpPr>
        <p:grpSpPr>
          <a:xfrm>
            <a:off x="333815" y="4507157"/>
            <a:ext cx="3784365" cy="898132"/>
            <a:chOff x="333815" y="4568635"/>
            <a:chExt cx="3784365" cy="898132"/>
          </a:xfrm>
        </p:grpSpPr>
        <p:sp>
          <p:nvSpPr>
            <p:cNvPr id="14" name="文本框 13"/>
            <p:cNvSpPr txBox="1"/>
            <p:nvPr/>
          </p:nvSpPr>
          <p:spPr>
            <a:xfrm>
              <a:off x="333815" y="5128213"/>
              <a:ext cx="3784365" cy="338554"/>
            </a:xfrm>
            <a:prstGeom prst="rect">
              <a:avLst/>
            </a:prstGeom>
            <a:noFill/>
          </p:spPr>
          <p:txBody>
            <a:bodyPr wrap="square" rtlCol="0">
              <a:spAutoFit/>
            </a:bodyPr>
            <a:lstStyle/>
            <a:p>
              <a:pPr algn="r"/>
              <a:r>
                <a:rPr lang="zh-CN" altLang="en-US" sz="1600" dirty="0">
                  <a:solidFill>
                    <a:schemeClr val="tx1">
                      <a:lumMod val="65000"/>
                      <a:lumOff val="35000"/>
                    </a:schemeClr>
                  </a:solidFill>
                </a:rPr>
                <a:t>请您单击此处添加具体内容</a:t>
              </a:r>
            </a:p>
          </p:txBody>
        </p:sp>
        <p:sp>
          <p:nvSpPr>
            <p:cNvPr id="15" name="文本框 14"/>
            <p:cNvSpPr txBox="1"/>
            <p:nvPr/>
          </p:nvSpPr>
          <p:spPr>
            <a:xfrm>
              <a:off x="2086855" y="4568635"/>
              <a:ext cx="2031325" cy="646331"/>
            </a:xfrm>
            <a:prstGeom prst="rect">
              <a:avLst/>
            </a:prstGeom>
            <a:noFill/>
          </p:spPr>
          <p:txBody>
            <a:bodyPr wrap="none" rtlCol="0">
              <a:spAutoFit/>
            </a:bodyPr>
            <a:lstStyle/>
            <a:p>
              <a:pPr algn="r"/>
              <a:r>
                <a:rPr lang="zh-CN" altLang="en-US" sz="3600" b="1" dirty="0">
                  <a:solidFill>
                    <a:schemeClr val="tx1">
                      <a:lumMod val="65000"/>
                      <a:lumOff val="35000"/>
                    </a:schemeClr>
                  </a:solidFill>
                </a:rPr>
                <a:t>人手紧张</a:t>
              </a:r>
            </a:p>
          </p:txBody>
        </p:sp>
      </p:grpSp>
      <p:cxnSp>
        <p:nvCxnSpPr>
          <p:cNvPr id="16" name="直接连接符 73"/>
          <p:cNvCxnSpPr/>
          <p:nvPr/>
        </p:nvCxnSpPr>
        <p:spPr>
          <a:xfrm>
            <a:off x="1587500" y="5988679"/>
            <a:ext cx="9602500" cy="0"/>
          </a:xfrm>
          <a:prstGeom prst="line">
            <a:avLst/>
          </a:prstGeom>
          <a:ln>
            <a:solidFill>
              <a:srgbClr val="D79C42"/>
            </a:solidFill>
            <a:prstDash val="dash"/>
          </a:ln>
        </p:spPr>
        <p:style>
          <a:lnRef idx="1">
            <a:schemeClr val="accent1"/>
          </a:lnRef>
          <a:fillRef idx="0">
            <a:schemeClr val="accent1"/>
          </a:fillRef>
          <a:effectRef idx="0">
            <a:schemeClr val="accent1"/>
          </a:effectRef>
          <a:fontRef idx="minor">
            <a:schemeClr val="tx1"/>
          </a:fontRef>
        </p:style>
      </p:cxnSp>
      <p:sp>
        <p:nvSpPr>
          <p:cNvPr id="17" name="泪滴形 92"/>
          <p:cNvSpPr/>
          <p:nvPr/>
        </p:nvSpPr>
        <p:spPr>
          <a:xfrm>
            <a:off x="4232734" y="4253806"/>
            <a:ext cx="1266511" cy="1266511"/>
          </a:xfrm>
          <a:prstGeom prst="teardrop">
            <a:avLst/>
          </a:prstGeom>
          <a:solidFill>
            <a:srgbClr val="017572"/>
          </a:solidFill>
          <a:ln w="28575">
            <a:solidFill>
              <a:srgbClr val="01757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lt1"/>
              </a:solidFill>
            </a:endParaRPr>
          </a:p>
        </p:txBody>
      </p:sp>
      <p:sp>
        <p:nvSpPr>
          <p:cNvPr id="18" name="泪滴形 93"/>
          <p:cNvSpPr/>
          <p:nvPr/>
        </p:nvSpPr>
        <p:spPr>
          <a:xfrm rot="16200000">
            <a:off x="6692755" y="4253806"/>
            <a:ext cx="1266511" cy="1266511"/>
          </a:xfrm>
          <a:prstGeom prst="teardrop">
            <a:avLst/>
          </a:prstGeom>
          <a:solidFill>
            <a:srgbClr val="DF9E40"/>
          </a:solidFill>
          <a:ln w="28575">
            <a:solidFill>
              <a:srgbClr val="DF9E4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lt1"/>
              </a:solidFill>
            </a:endParaRPr>
          </a:p>
        </p:txBody>
      </p:sp>
      <p:sp>
        <p:nvSpPr>
          <p:cNvPr id="19" name="泪滴形 94"/>
          <p:cNvSpPr/>
          <p:nvPr/>
        </p:nvSpPr>
        <p:spPr>
          <a:xfrm rot="5400000">
            <a:off x="4232734" y="1844034"/>
            <a:ext cx="1266511" cy="1266511"/>
          </a:xfrm>
          <a:prstGeom prst="teardrop">
            <a:avLst/>
          </a:prstGeom>
          <a:solidFill>
            <a:srgbClr val="5F54A3"/>
          </a:solidFill>
          <a:ln w="28575">
            <a:solidFill>
              <a:srgbClr val="5F54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grpSp>
        <p:nvGrpSpPr>
          <p:cNvPr id="20" name="组合 96"/>
          <p:cNvGrpSpPr/>
          <p:nvPr/>
        </p:nvGrpSpPr>
        <p:grpSpPr>
          <a:xfrm>
            <a:off x="4998749" y="2573979"/>
            <a:ext cx="2216394" cy="2216394"/>
            <a:chOff x="6096001" y="2348880"/>
            <a:chExt cx="2520280" cy="2520280"/>
          </a:xfrm>
        </p:grpSpPr>
        <p:sp>
          <p:nvSpPr>
            <p:cNvPr id="21" name="椭圆 20"/>
            <p:cNvSpPr/>
            <p:nvPr/>
          </p:nvSpPr>
          <p:spPr>
            <a:xfrm>
              <a:off x="6096000" y="2348880"/>
              <a:ext cx="2520280" cy="2520280"/>
            </a:xfrm>
            <a:prstGeom prst="ellipse">
              <a:avLst/>
            </a:prstGeom>
            <a:solidFill>
              <a:srgbClr val="2A2A2C">
                <a:alpha val="70000"/>
              </a:srgbClr>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dirty="0">
                <a:ln>
                  <a:noFill/>
                </a:ln>
                <a:solidFill>
                  <a:prstClr val="white"/>
                </a:solidFill>
                <a:effectLst/>
                <a:uLnTx/>
                <a:uFillTx/>
                <a:latin typeface="Calibri"/>
                <a:ea typeface="宋体" panose="02010600030101010101" pitchFamily="2" charset="-122"/>
              </a:endParaRPr>
            </a:p>
          </p:txBody>
        </p:sp>
        <p:sp>
          <p:nvSpPr>
            <p:cNvPr id="22" name="椭圆 21"/>
            <p:cNvSpPr/>
            <p:nvPr/>
          </p:nvSpPr>
          <p:spPr>
            <a:xfrm>
              <a:off x="6424228" y="2677107"/>
              <a:ext cx="1863824" cy="1863824"/>
            </a:xfrm>
            <a:prstGeom prst="ellipse">
              <a:avLst/>
            </a:prstGeom>
            <a:solidFill>
              <a:srgbClr val="727176"/>
            </a:solidFill>
            <a:ln w="25400" cap="flat" cmpd="sng" algn="ctr">
              <a:noFill/>
              <a:prstDash val="solid"/>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zh-CN" altLang="en-US" sz="2800" kern="0" dirty="0">
                  <a:solidFill>
                    <a:prstClr val="white"/>
                  </a:solidFill>
                  <a:latin typeface="微软雅黑" panose="020B0503020204020204" pitchFamily="34" charset="-122"/>
                  <a:ea typeface="微软雅黑" panose="020B0503020204020204" pitchFamily="34" charset="-122"/>
                </a:rPr>
                <a:t>添加</a:t>
              </a:r>
              <a:endParaRPr lang="en-US" altLang="zh-CN" sz="2800" kern="0" dirty="0">
                <a:solidFill>
                  <a:prstClr val="white"/>
                </a:solidFill>
                <a:latin typeface="微软雅黑" panose="020B0503020204020204" pitchFamily="34" charset="-122"/>
                <a:ea typeface="微软雅黑" panose="020B0503020204020204" pitchFamily="34" charset="-122"/>
              </a:endParaRPr>
            </a:p>
            <a:p>
              <a:pPr marL="0" marR="0" lvl="0" indent="0" algn="ctr" defTabSz="914400" eaLnBrk="1" fontAlgn="auto" latinLnBrk="0" hangingPunct="1">
                <a:lnSpc>
                  <a:spcPct val="100000"/>
                </a:lnSpc>
                <a:spcBef>
                  <a:spcPts val="0"/>
                </a:spcBef>
                <a:spcAft>
                  <a:spcPts val="0"/>
                </a:spcAft>
                <a:buClrTx/>
                <a:buSzTx/>
                <a:buFontTx/>
                <a:buNone/>
                <a:tabLst/>
                <a:defRPr/>
              </a:pPr>
              <a:r>
                <a:rPr lang="zh-CN" altLang="en-US" sz="2800" kern="0" dirty="0">
                  <a:solidFill>
                    <a:prstClr val="white"/>
                  </a:solidFill>
                  <a:latin typeface="微软雅黑" panose="020B0503020204020204" pitchFamily="34" charset="-122"/>
                  <a:ea typeface="微软雅黑" panose="020B0503020204020204" pitchFamily="34" charset="-122"/>
                </a:rPr>
                <a:t>标题</a:t>
              </a:r>
              <a:endParaRPr kumimoji="0" lang="zh-CN" altLang="en-US" sz="2800" b="0" i="0" u="none" strike="noStrike" kern="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endParaRPr>
            </a:p>
          </p:txBody>
        </p:sp>
        <p:sp>
          <p:nvSpPr>
            <p:cNvPr id="23" name="椭圆 22"/>
            <p:cNvSpPr/>
            <p:nvPr/>
          </p:nvSpPr>
          <p:spPr>
            <a:xfrm>
              <a:off x="6348140" y="2601020"/>
              <a:ext cx="2016000" cy="2016000"/>
            </a:xfrm>
            <a:prstGeom prst="ellipse">
              <a:avLst/>
            </a:prstGeom>
            <a:noFill/>
            <a:ln w="38100" cap="flat" cmpd="sng" algn="ctr">
              <a:solidFill>
                <a:sysClr val="window" lastClr="FFFFFF"/>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prstClr val="white"/>
                </a:solidFill>
                <a:effectLst/>
                <a:uLnTx/>
                <a:uFillTx/>
                <a:latin typeface="Calibri"/>
                <a:ea typeface="宋体" panose="02010600030101010101" pitchFamily="2" charset="-122"/>
              </a:endParaRPr>
            </a:p>
          </p:txBody>
        </p:sp>
      </p:grpSp>
      <p:sp>
        <p:nvSpPr>
          <p:cNvPr id="24" name="Freeform 266"/>
          <p:cNvSpPr>
            <a:spLocks noEditPoints="1"/>
          </p:cNvSpPr>
          <p:nvPr/>
        </p:nvSpPr>
        <p:spPr bwMode="auto">
          <a:xfrm>
            <a:off x="4508077" y="2099824"/>
            <a:ext cx="696955" cy="763607"/>
          </a:xfrm>
          <a:custGeom>
            <a:avLst/>
            <a:gdLst>
              <a:gd name="T0" fmla="*/ 62 w 183"/>
              <a:gd name="T1" fmla="*/ 22 h 200"/>
              <a:gd name="T2" fmla="*/ 36 w 183"/>
              <a:gd name="T3" fmla="*/ 11 h 200"/>
              <a:gd name="T4" fmla="*/ 0 w 183"/>
              <a:gd name="T5" fmla="*/ 48 h 200"/>
              <a:gd name="T6" fmla="*/ 9 w 183"/>
              <a:gd name="T7" fmla="*/ 73 h 200"/>
              <a:gd name="T8" fmla="*/ 62 w 183"/>
              <a:gd name="T9" fmla="*/ 22 h 200"/>
              <a:gd name="T10" fmla="*/ 147 w 183"/>
              <a:gd name="T11" fmla="*/ 11 h 200"/>
              <a:gd name="T12" fmla="*/ 119 w 183"/>
              <a:gd name="T13" fmla="*/ 23 h 200"/>
              <a:gd name="T14" fmla="*/ 170 w 183"/>
              <a:gd name="T15" fmla="*/ 76 h 200"/>
              <a:gd name="T16" fmla="*/ 183 w 183"/>
              <a:gd name="T17" fmla="*/ 48 h 200"/>
              <a:gd name="T18" fmla="*/ 147 w 183"/>
              <a:gd name="T19" fmla="*/ 11 h 200"/>
              <a:gd name="T20" fmla="*/ 169 w 183"/>
              <a:gd name="T21" fmla="*/ 103 h 200"/>
              <a:gd name="T22" fmla="*/ 96 w 183"/>
              <a:gd name="T23" fmla="*/ 23 h 200"/>
              <a:gd name="T24" fmla="*/ 96 w 183"/>
              <a:gd name="T25" fmla="*/ 6 h 200"/>
              <a:gd name="T26" fmla="*/ 98 w 183"/>
              <a:gd name="T27" fmla="*/ 6 h 200"/>
              <a:gd name="T28" fmla="*/ 102 w 183"/>
              <a:gd name="T29" fmla="*/ 3 h 200"/>
              <a:gd name="T30" fmla="*/ 98 w 183"/>
              <a:gd name="T31" fmla="*/ 0 h 200"/>
              <a:gd name="T32" fmla="*/ 81 w 183"/>
              <a:gd name="T33" fmla="*/ 0 h 200"/>
              <a:gd name="T34" fmla="*/ 78 w 183"/>
              <a:gd name="T35" fmla="*/ 3 h 200"/>
              <a:gd name="T36" fmla="*/ 81 w 183"/>
              <a:gd name="T37" fmla="*/ 6 h 200"/>
              <a:gd name="T38" fmla="*/ 84 w 183"/>
              <a:gd name="T39" fmla="*/ 6 h 200"/>
              <a:gd name="T40" fmla="*/ 84 w 183"/>
              <a:gd name="T41" fmla="*/ 23 h 200"/>
              <a:gd name="T42" fmla="*/ 9 w 183"/>
              <a:gd name="T43" fmla="*/ 103 h 200"/>
              <a:gd name="T44" fmla="*/ 38 w 183"/>
              <a:gd name="T45" fmla="*/ 164 h 200"/>
              <a:gd name="T46" fmla="*/ 29 w 183"/>
              <a:gd name="T47" fmla="*/ 190 h 200"/>
              <a:gd name="T48" fmla="*/ 33 w 183"/>
              <a:gd name="T49" fmla="*/ 198 h 200"/>
              <a:gd name="T50" fmla="*/ 35 w 183"/>
              <a:gd name="T51" fmla="*/ 199 h 200"/>
              <a:gd name="T52" fmla="*/ 43 w 183"/>
              <a:gd name="T53" fmla="*/ 196 h 200"/>
              <a:gd name="T54" fmla="*/ 53 w 183"/>
              <a:gd name="T55" fmla="*/ 174 h 200"/>
              <a:gd name="T56" fmla="*/ 89 w 183"/>
              <a:gd name="T57" fmla="*/ 183 h 200"/>
              <a:gd name="T58" fmla="*/ 125 w 183"/>
              <a:gd name="T59" fmla="*/ 174 h 200"/>
              <a:gd name="T60" fmla="*/ 136 w 183"/>
              <a:gd name="T61" fmla="*/ 196 h 200"/>
              <a:gd name="T62" fmla="*/ 144 w 183"/>
              <a:gd name="T63" fmla="*/ 199 h 200"/>
              <a:gd name="T64" fmla="*/ 146 w 183"/>
              <a:gd name="T65" fmla="*/ 198 h 200"/>
              <a:gd name="T66" fmla="*/ 149 w 183"/>
              <a:gd name="T67" fmla="*/ 190 h 200"/>
              <a:gd name="T68" fmla="*/ 141 w 183"/>
              <a:gd name="T69" fmla="*/ 164 h 200"/>
              <a:gd name="T70" fmla="*/ 169 w 183"/>
              <a:gd name="T71" fmla="*/ 103 h 200"/>
              <a:gd name="T72" fmla="*/ 89 w 183"/>
              <a:gd name="T73" fmla="*/ 167 h 200"/>
              <a:gd name="T74" fmla="*/ 25 w 183"/>
              <a:gd name="T75" fmla="*/ 103 h 200"/>
              <a:gd name="T76" fmla="*/ 89 w 183"/>
              <a:gd name="T77" fmla="*/ 39 h 200"/>
              <a:gd name="T78" fmla="*/ 153 w 183"/>
              <a:gd name="T79" fmla="*/ 103 h 200"/>
              <a:gd name="T80" fmla="*/ 89 w 183"/>
              <a:gd name="T81" fmla="*/ 167 h 200"/>
              <a:gd name="T82" fmla="*/ 97 w 183"/>
              <a:gd name="T83" fmla="*/ 111 h 200"/>
              <a:gd name="T84" fmla="*/ 100 w 183"/>
              <a:gd name="T85" fmla="*/ 103 h 200"/>
              <a:gd name="T86" fmla="*/ 91 w 183"/>
              <a:gd name="T87" fmla="*/ 92 h 200"/>
              <a:gd name="T88" fmla="*/ 91 w 183"/>
              <a:gd name="T89" fmla="*/ 55 h 200"/>
              <a:gd name="T90" fmla="*/ 89 w 183"/>
              <a:gd name="T91" fmla="*/ 53 h 200"/>
              <a:gd name="T92" fmla="*/ 87 w 183"/>
              <a:gd name="T93" fmla="*/ 55 h 200"/>
              <a:gd name="T94" fmla="*/ 87 w 183"/>
              <a:gd name="T95" fmla="*/ 92 h 200"/>
              <a:gd name="T96" fmla="*/ 78 w 183"/>
              <a:gd name="T97" fmla="*/ 103 h 200"/>
              <a:gd name="T98" fmla="*/ 89 w 183"/>
              <a:gd name="T99" fmla="*/ 114 h 200"/>
              <a:gd name="T100" fmla="*/ 93 w 183"/>
              <a:gd name="T101" fmla="*/ 113 h 200"/>
              <a:gd name="T102" fmla="*/ 104 w 183"/>
              <a:gd name="T103" fmla="*/ 131 h 200"/>
              <a:gd name="T104" fmla="*/ 107 w 183"/>
              <a:gd name="T105" fmla="*/ 132 h 200"/>
              <a:gd name="T106" fmla="*/ 108 w 183"/>
              <a:gd name="T107" fmla="*/ 129 h 200"/>
              <a:gd name="T108" fmla="*/ 97 w 183"/>
              <a:gd name="T109" fmla="*/ 111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3" h="200">
                <a:moveTo>
                  <a:pt x="62" y="22"/>
                </a:moveTo>
                <a:cubicBezTo>
                  <a:pt x="56" y="15"/>
                  <a:pt x="46" y="11"/>
                  <a:pt x="36" y="11"/>
                </a:cubicBezTo>
                <a:cubicBezTo>
                  <a:pt x="16" y="11"/>
                  <a:pt x="0" y="28"/>
                  <a:pt x="0" y="48"/>
                </a:cubicBezTo>
                <a:cubicBezTo>
                  <a:pt x="0" y="57"/>
                  <a:pt x="3" y="66"/>
                  <a:pt x="9" y="73"/>
                </a:cubicBezTo>
                <a:cubicBezTo>
                  <a:pt x="18" y="49"/>
                  <a:pt x="38" y="30"/>
                  <a:pt x="62" y="22"/>
                </a:cubicBezTo>
                <a:close/>
                <a:moveTo>
                  <a:pt x="147" y="11"/>
                </a:moveTo>
                <a:cubicBezTo>
                  <a:pt x="136" y="11"/>
                  <a:pt x="126" y="16"/>
                  <a:pt x="119" y="23"/>
                </a:cubicBezTo>
                <a:cubicBezTo>
                  <a:pt x="143" y="32"/>
                  <a:pt x="162" y="52"/>
                  <a:pt x="170" y="76"/>
                </a:cubicBezTo>
                <a:cubicBezTo>
                  <a:pt x="178" y="69"/>
                  <a:pt x="183" y="59"/>
                  <a:pt x="183" y="48"/>
                </a:cubicBezTo>
                <a:cubicBezTo>
                  <a:pt x="183" y="28"/>
                  <a:pt x="167" y="11"/>
                  <a:pt x="147" y="11"/>
                </a:cubicBezTo>
                <a:close/>
                <a:moveTo>
                  <a:pt x="169" y="103"/>
                </a:moveTo>
                <a:cubicBezTo>
                  <a:pt x="169" y="61"/>
                  <a:pt x="137" y="26"/>
                  <a:pt x="96" y="23"/>
                </a:cubicBezTo>
                <a:cubicBezTo>
                  <a:pt x="96" y="6"/>
                  <a:pt x="96" y="6"/>
                  <a:pt x="96" y="6"/>
                </a:cubicBezTo>
                <a:cubicBezTo>
                  <a:pt x="98" y="6"/>
                  <a:pt x="98" y="6"/>
                  <a:pt x="98" y="6"/>
                </a:cubicBezTo>
                <a:cubicBezTo>
                  <a:pt x="100" y="6"/>
                  <a:pt x="102" y="5"/>
                  <a:pt x="102" y="3"/>
                </a:cubicBezTo>
                <a:cubicBezTo>
                  <a:pt x="102" y="1"/>
                  <a:pt x="100" y="0"/>
                  <a:pt x="98" y="0"/>
                </a:cubicBezTo>
                <a:cubicBezTo>
                  <a:pt x="81" y="0"/>
                  <a:pt x="81" y="0"/>
                  <a:pt x="81" y="0"/>
                </a:cubicBezTo>
                <a:cubicBezTo>
                  <a:pt x="80" y="0"/>
                  <a:pt x="78" y="1"/>
                  <a:pt x="78" y="3"/>
                </a:cubicBezTo>
                <a:cubicBezTo>
                  <a:pt x="78" y="5"/>
                  <a:pt x="80" y="6"/>
                  <a:pt x="81" y="6"/>
                </a:cubicBezTo>
                <a:cubicBezTo>
                  <a:pt x="84" y="6"/>
                  <a:pt x="84" y="6"/>
                  <a:pt x="84" y="6"/>
                </a:cubicBezTo>
                <a:cubicBezTo>
                  <a:pt x="84" y="23"/>
                  <a:pt x="84" y="23"/>
                  <a:pt x="84" y="23"/>
                </a:cubicBezTo>
                <a:cubicBezTo>
                  <a:pt x="42" y="25"/>
                  <a:pt x="9" y="60"/>
                  <a:pt x="9" y="103"/>
                </a:cubicBezTo>
                <a:cubicBezTo>
                  <a:pt x="9" y="127"/>
                  <a:pt x="20" y="150"/>
                  <a:pt x="38" y="164"/>
                </a:cubicBezTo>
                <a:cubicBezTo>
                  <a:pt x="29" y="190"/>
                  <a:pt x="29" y="190"/>
                  <a:pt x="29" y="190"/>
                </a:cubicBezTo>
                <a:cubicBezTo>
                  <a:pt x="28" y="194"/>
                  <a:pt x="30" y="197"/>
                  <a:pt x="33" y="198"/>
                </a:cubicBezTo>
                <a:cubicBezTo>
                  <a:pt x="35" y="199"/>
                  <a:pt x="35" y="199"/>
                  <a:pt x="35" y="199"/>
                </a:cubicBezTo>
                <a:cubicBezTo>
                  <a:pt x="38" y="200"/>
                  <a:pt x="41" y="199"/>
                  <a:pt x="43" y="196"/>
                </a:cubicBezTo>
                <a:cubicBezTo>
                  <a:pt x="53" y="174"/>
                  <a:pt x="53" y="174"/>
                  <a:pt x="53" y="174"/>
                </a:cubicBezTo>
                <a:cubicBezTo>
                  <a:pt x="64" y="180"/>
                  <a:pt x="76" y="183"/>
                  <a:pt x="89" y="183"/>
                </a:cubicBezTo>
                <a:cubicBezTo>
                  <a:pt x="102" y="183"/>
                  <a:pt x="114" y="180"/>
                  <a:pt x="125" y="174"/>
                </a:cubicBezTo>
                <a:cubicBezTo>
                  <a:pt x="136" y="196"/>
                  <a:pt x="136" y="196"/>
                  <a:pt x="136" y="196"/>
                </a:cubicBezTo>
                <a:cubicBezTo>
                  <a:pt x="137" y="199"/>
                  <a:pt x="141" y="200"/>
                  <a:pt x="144" y="199"/>
                </a:cubicBezTo>
                <a:cubicBezTo>
                  <a:pt x="146" y="198"/>
                  <a:pt x="146" y="198"/>
                  <a:pt x="146" y="198"/>
                </a:cubicBezTo>
                <a:cubicBezTo>
                  <a:pt x="149" y="197"/>
                  <a:pt x="150" y="194"/>
                  <a:pt x="149" y="190"/>
                </a:cubicBezTo>
                <a:cubicBezTo>
                  <a:pt x="141" y="164"/>
                  <a:pt x="141" y="164"/>
                  <a:pt x="141" y="164"/>
                </a:cubicBezTo>
                <a:cubicBezTo>
                  <a:pt x="158" y="149"/>
                  <a:pt x="169" y="127"/>
                  <a:pt x="169" y="103"/>
                </a:cubicBezTo>
                <a:close/>
                <a:moveTo>
                  <a:pt x="89" y="167"/>
                </a:moveTo>
                <a:cubicBezTo>
                  <a:pt x="54" y="167"/>
                  <a:pt x="25" y="138"/>
                  <a:pt x="25" y="103"/>
                </a:cubicBezTo>
                <a:cubicBezTo>
                  <a:pt x="25" y="67"/>
                  <a:pt x="54" y="39"/>
                  <a:pt x="89" y="39"/>
                </a:cubicBezTo>
                <a:cubicBezTo>
                  <a:pt x="124" y="39"/>
                  <a:pt x="153" y="67"/>
                  <a:pt x="153" y="103"/>
                </a:cubicBezTo>
                <a:cubicBezTo>
                  <a:pt x="153" y="138"/>
                  <a:pt x="124" y="167"/>
                  <a:pt x="89" y="167"/>
                </a:cubicBezTo>
                <a:close/>
                <a:moveTo>
                  <a:pt x="97" y="111"/>
                </a:moveTo>
                <a:cubicBezTo>
                  <a:pt x="99" y="109"/>
                  <a:pt x="100" y="106"/>
                  <a:pt x="100" y="103"/>
                </a:cubicBezTo>
                <a:cubicBezTo>
                  <a:pt x="100" y="97"/>
                  <a:pt x="96" y="93"/>
                  <a:pt x="91" y="92"/>
                </a:cubicBezTo>
                <a:cubicBezTo>
                  <a:pt x="91" y="55"/>
                  <a:pt x="91" y="55"/>
                  <a:pt x="91" y="55"/>
                </a:cubicBezTo>
                <a:cubicBezTo>
                  <a:pt x="91" y="54"/>
                  <a:pt x="90" y="53"/>
                  <a:pt x="89" y="53"/>
                </a:cubicBezTo>
                <a:cubicBezTo>
                  <a:pt x="88" y="53"/>
                  <a:pt x="87" y="54"/>
                  <a:pt x="87" y="55"/>
                </a:cubicBezTo>
                <a:cubicBezTo>
                  <a:pt x="87" y="92"/>
                  <a:pt x="87" y="92"/>
                  <a:pt x="87" y="92"/>
                </a:cubicBezTo>
                <a:cubicBezTo>
                  <a:pt x="82" y="93"/>
                  <a:pt x="78" y="97"/>
                  <a:pt x="78" y="103"/>
                </a:cubicBezTo>
                <a:cubicBezTo>
                  <a:pt x="78" y="109"/>
                  <a:pt x="83" y="114"/>
                  <a:pt x="89" y="114"/>
                </a:cubicBezTo>
                <a:cubicBezTo>
                  <a:pt x="90" y="114"/>
                  <a:pt x="92" y="114"/>
                  <a:pt x="93" y="113"/>
                </a:cubicBezTo>
                <a:cubicBezTo>
                  <a:pt x="104" y="131"/>
                  <a:pt x="104" y="131"/>
                  <a:pt x="104" y="131"/>
                </a:cubicBezTo>
                <a:cubicBezTo>
                  <a:pt x="105" y="132"/>
                  <a:pt x="106" y="133"/>
                  <a:pt x="107" y="132"/>
                </a:cubicBezTo>
                <a:cubicBezTo>
                  <a:pt x="108" y="131"/>
                  <a:pt x="109" y="130"/>
                  <a:pt x="108" y="129"/>
                </a:cubicBezTo>
                <a:lnTo>
                  <a:pt x="97" y="1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25" name="组合 59"/>
          <p:cNvGrpSpPr/>
          <p:nvPr/>
        </p:nvGrpSpPr>
        <p:grpSpPr>
          <a:xfrm>
            <a:off x="4478166" y="4457597"/>
            <a:ext cx="743766" cy="864601"/>
            <a:chOff x="4471362" y="1167037"/>
            <a:chExt cx="566738" cy="658812"/>
          </a:xfrm>
          <a:solidFill>
            <a:schemeClr val="bg1"/>
          </a:solidFill>
        </p:grpSpPr>
        <p:sp>
          <p:nvSpPr>
            <p:cNvPr id="26" name="Freeform 13"/>
            <p:cNvSpPr>
              <a:spLocks/>
            </p:cNvSpPr>
            <p:nvPr/>
          </p:nvSpPr>
          <p:spPr bwMode="auto">
            <a:xfrm>
              <a:off x="4601537" y="1244824"/>
              <a:ext cx="436563" cy="581025"/>
            </a:xfrm>
            <a:custGeom>
              <a:avLst/>
              <a:gdLst>
                <a:gd name="T0" fmla="*/ 104 w 154"/>
                <a:gd name="T1" fmla="*/ 85 h 205"/>
                <a:gd name="T2" fmla="*/ 124 w 154"/>
                <a:gd name="T3" fmla="*/ 47 h 205"/>
                <a:gd name="T4" fmla="*/ 77 w 154"/>
                <a:gd name="T5" fmla="*/ 0 h 205"/>
                <a:gd name="T6" fmla="*/ 30 w 154"/>
                <a:gd name="T7" fmla="*/ 47 h 205"/>
                <a:gd name="T8" fmla="*/ 50 w 154"/>
                <a:gd name="T9" fmla="*/ 85 h 205"/>
                <a:gd name="T10" fmla="*/ 0 w 154"/>
                <a:gd name="T11" fmla="*/ 157 h 205"/>
                <a:gd name="T12" fmla="*/ 6 w 154"/>
                <a:gd name="T13" fmla="*/ 186 h 205"/>
                <a:gd name="T14" fmla="*/ 77 w 154"/>
                <a:gd name="T15" fmla="*/ 205 h 205"/>
                <a:gd name="T16" fmla="*/ 148 w 154"/>
                <a:gd name="T17" fmla="*/ 186 h 205"/>
                <a:gd name="T18" fmla="*/ 154 w 154"/>
                <a:gd name="T19" fmla="*/ 157 h 205"/>
                <a:gd name="T20" fmla="*/ 104 w 154"/>
                <a:gd name="T21" fmla="*/ 8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4" h="205">
                  <a:moveTo>
                    <a:pt x="104" y="85"/>
                  </a:moveTo>
                  <a:cubicBezTo>
                    <a:pt x="116" y="77"/>
                    <a:pt x="124" y="63"/>
                    <a:pt x="124" y="47"/>
                  </a:cubicBezTo>
                  <a:cubicBezTo>
                    <a:pt x="124" y="21"/>
                    <a:pt x="103" y="0"/>
                    <a:pt x="77" y="0"/>
                  </a:cubicBezTo>
                  <a:cubicBezTo>
                    <a:pt x="51" y="0"/>
                    <a:pt x="30" y="21"/>
                    <a:pt x="30" y="47"/>
                  </a:cubicBezTo>
                  <a:cubicBezTo>
                    <a:pt x="30" y="63"/>
                    <a:pt x="38" y="77"/>
                    <a:pt x="50" y="85"/>
                  </a:cubicBezTo>
                  <a:cubicBezTo>
                    <a:pt x="21" y="96"/>
                    <a:pt x="0" y="124"/>
                    <a:pt x="0" y="157"/>
                  </a:cubicBezTo>
                  <a:cubicBezTo>
                    <a:pt x="0" y="167"/>
                    <a:pt x="2" y="177"/>
                    <a:pt x="6" y="186"/>
                  </a:cubicBezTo>
                  <a:cubicBezTo>
                    <a:pt x="27" y="198"/>
                    <a:pt x="51" y="205"/>
                    <a:pt x="77" y="205"/>
                  </a:cubicBezTo>
                  <a:cubicBezTo>
                    <a:pt x="103" y="205"/>
                    <a:pt x="127" y="198"/>
                    <a:pt x="148" y="186"/>
                  </a:cubicBezTo>
                  <a:cubicBezTo>
                    <a:pt x="152" y="177"/>
                    <a:pt x="154" y="167"/>
                    <a:pt x="154" y="157"/>
                  </a:cubicBezTo>
                  <a:cubicBezTo>
                    <a:pt x="154" y="124"/>
                    <a:pt x="133" y="96"/>
                    <a:pt x="104" y="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14"/>
            <p:cNvSpPr>
              <a:spLocks/>
            </p:cNvSpPr>
            <p:nvPr/>
          </p:nvSpPr>
          <p:spPr bwMode="auto">
            <a:xfrm>
              <a:off x="4471362" y="1167037"/>
              <a:ext cx="303213" cy="519113"/>
            </a:xfrm>
            <a:custGeom>
              <a:avLst/>
              <a:gdLst>
                <a:gd name="T0" fmla="*/ 53 w 107"/>
                <a:gd name="T1" fmla="*/ 135 h 183"/>
                <a:gd name="T2" fmla="*/ 81 w 107"/>
                <a:gd name="T3" fmla="*/ 110 h 183"/>
                <a:gd name="T4" fmla="*/ 68 w 107"/>
                <a:gd name="T5" fmla="*/ 74 h 183"/>
                <a:gd name="T6" fmla="*/ 107 w 107"/>
                <a:gd name="T7" fmla="*/ 21 h 183"/>
                <a:gd name="T8" fmla="*/ 70 w 107"/>
                <a:gd name="T9" fmla="*/ 0 h 183"/>
                <a:gd name="T10" fmla="*/ 28 w 107"/>
                <a:gd name="T11" fmla="*/ 43 h 183"/>
                <a:gd name="T12" fmla="*/ 46 w 107"/>
                <a:gd name="T13" fmla="*/ 78 h 183"/>
                <a:gd name="T14" fmla="*/ 0 w 107"/>
                <a:gd name="T15" fmla="*/ 143 h 183"/>
                <a:gd name="T16" fmla="*/ 6 w 107"/>
                <a:gd name="T17" fmla="*/ 169 h 183"/>
                <a:gd name="T18" fmla="*/ 38 w 107"/>
                <a:gd name="T19" fmla="*/ 183 h 183"/>
                <a:gd name="T20" fmla="*/ 53 w 107"/>
                <a:gd name="T21" fmla="*/ 135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7" h="183">
                  <a:moveTo>
                    <a:pt x="53" y="135"/>
                  </a:moveTo>
                  <a:cubicBezTo>
                    <a:pt x="61" y="124"/>
                    <a:pt x="70" y="116"/>
                    <a:pt x="81" y="110"/>
                  </a:cubicBezTo>
                  <a:cubicBezTo>
                    <a:pt x="73" y="100"/>
                    <a:pt x="68" y="87"/>
                    <a:pt x="68" y="74"/>
                  </a:cubicBezTo>
                  <a:cubicBezTo>
                    <a:pt x="68" y="49"/>
                    <a:pt x="84" y="28"/>
                    <a:pt x="107" y="21"/>
                  </a:cubicBezTo>
                  <a:cubicBezTo>
                    <a:pt x="100" y="8"/>
                    <a:pt x="86" y="0"/>
                    <a:pt x="70" y="0"/>
                  </a:cubicBezTo>
                  <a:cubicBezTo>
                    <a:pt x="47" y="0"/>
                    <a:pt x="28" y="19"/>
                    <a:pt x="28" y="43"/>
                  </a:cubicBezTo>
                  <a:cubicBezTo>
                    <a:pt x="28" y="57"/>
                    <a:pt x="35" y="70"/>
                    <a:pt x="46" y="78"/>
                  </a:cubicBezTo>
                  <a:cubicBezTo>
                    <a:pt x="19" y="87"/>
                    <a:pt x="0" y="113"/>
                    <a:pt x="0" y="143"/>
                  </a:cubicBezTo>
                  <a:cubicBezTo>
                    <a:pt x="0" y="152"/>
                    <a:pt x="2" y="161"/>
                    <a:pt x="6" y="169"/>
                  </a:cubicBezTo>
                  <a:cubicBezTo>
                    <a:pt x="16" y="175"/>
                    <a:pt x="26" y="180"/>
                    <a:pt x="38" y="183"/>
                  </a:cubicBezTo>
                  <a:cubicBezTo>
                    <a:pt x="38" y="165"/>
                    <a:pt x="43" y="149"/>
                    <a:pt x="53"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8" name="组合 50"/>
          <p:cNvGrpSpPr/>
          <p:nvPr/>
        </p:nvGrpSpPr>
        <p:grpSpPr>
          <a:xfrm>
            <a:off x="6926491" y="4531203"/>
            <a:ext cx="689809" cy="740079"/>
            <a:chOff x="7754938" y="4435476"/>
            <a:chExt cx="392113" cy="420688"/>
          </a:xfrm>
          <a:solidFill>
            <a:schemeClr val="bg1"/>
          </a:solidFill>
        </p:grpSpPr>
        <p:sp>
          <p:nvSpPr>
            <p:cNvPr id="29" name="Freeform 266"/>
            <p:cNvSpPr>
              <a:spLocks/>
            </p:cNvSpPr>
            <p:nvPr/>
          </p:nvSpPr>
          <p:spPr bwMode="auto">
            <a:xfrm>
              <a:off x="8078788" y="4529138"/>
              <a:ext cx="68263" cy="327025"/>
            </a:xfrm>
            <a:custGeom>
              <a:avLst/>
              <a:gdLst>
                <a:gd name="T0" fmla="*/ 18 w 18"/>
                <a:gd name="T1" fmla="*/ 78 h 87"/>
                <a:gd name="T2" fmla="*/ 9 w 18"/>
                <a:gd name="T3" fmla="*/ 87 h 87"/>
                <a:gd name="T4" fmla="*/ 0 w 18"/>
                <a:gd name="T5" fmla="*/ 78 h 87"/>
                <a:gd name="T6" fmla="*/ 0 w 18"/>
                <a:gd name="T7" fmla="*/ 9 h 87"/>
                <a:gd name="T8" fmla="*/ 9 w 18"/>
                <a:gd name="T9" fmla="*/ 0 h 87"/>
                <a:gd name="T10" fmla="*/ 18 w 18"/>
                <a:gd name="T11" fmla="*/ 9 h 87"/>
                <a:gd name="T12" fmla="*/ 18 w 18"/>
                <a:gd name="T13" fmla="*/ 78 h 87"/>
              </a:gdLst>
              <a:ahLst/>
              <a:cxnLst>
                <a:cxn ang="0">
                  <a:pos x="T0" y="T1"/>
                </a:cxn>
                <a:cxn ang="0">
                  <a:pos x="T2" y="T3"/>
                </a:cxn>
                <a:cxn ang="0">
                  <a:pos x="T4" y="T5"/>
                </a:cxn>
                <a:cxn ang="0">
                  <a:pos x="T6" y="T7"/>
                </a:cxn>
                <a:cxn ang="0">
                  <a:pos x="T8" y="T9"/>
                </a:cxn>
                <a:cxn ang="0">
                  <a:pos x="T10" y="T11"/>
                </a:cxn>
                <a:cxn ang="0">
                  <a:pos x="T12" y="T13"/>
                </a:cxn>
              </a:cxnLst>
              <a:rect l="0" t="0" r="r" b="b"/>
              <a:pathLst>
                <a:path w="18" h="87">
                  <a:moveTo>
                    <a:pt x="18" y="78"/>
                  </a:moveTo>
                  <a:cubicBezTo>
                    <a:pt x="18" y="83"/>
                    <a:pt x="14" y="87"/>
                    <a:pt x="9" y="87"/>
                  </a:cubicBezTo>
                  <a:cubicBezTo>
                    <a:pt x="4" y="87"/>
                    <a:pt x="0" y="83"/>
                    <a:pt x="0" y="78"/>
                  </a:cubicBezTo>
                  <a:cubicBezTo>
                    <a:pt x="0" y="9"/>
                    <a:pt x="0" y="9"/>
                    <a:pt x="0" y="9"/>
                  </a:cubicBezTo>
                  <a:cubicBezTo>
                    <a:pt x="0" y="4"/>
                    <a:pt x="4" y="0"/>
                    <a:pt x="9" y="0"/>
                  </a:cubicBezTo>
                  <a:cubicBezTo>
                    <a:pt x="14" y="0"/>
                    <a:pt x="18" y="4"/>
                    <a:pt x="18" y="9"/>
                  </a:cubicBezTo>
                  <a:lnTo>
                    <a:pt x="18" y="7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267"/>
            <p:cNvSpPr>
              <a:spLocks/>
            </p:cNvSpPr>
            <p:nvPr/>
          </p:nvSpPr>
          <p:spPr bwMode="auto">
            <a:xfrm>
              <a:off x="7977188" y="4597401"/>
              <a:ext cx="68263" cy="258763"/>
            </a:xfrm>
            <a:custGeom>
              <a:avLst/>
              <a:gdLst>
                <a:gd name="T0" fmla="*/ 18 w 18"/>
                <a:gd name="T1" fmla="*/ 60 h 69"/>
                <a:gd name="T2" fmla="*/ 9 w 18"/>
                <a:gd name="T3" fmla="*/ 69 h 69"/>
                <a:gd name="T4" fmla="*/ 0 w 18"/>
                <a:gd name="T5" fmla="*/ 60 h 69"/>
                <a:gd name="T6" fmla="*/ 0 w 18"/>
                <a:gd name="T7" fmla="*/ 9 h 69"/>
                <a:gd name="T8" fmla="*/ 9 w 18"/>
                <a:gd name="T9" fmla="*/ 0 h 69"/>
                <a:gd name="T10" fmla="*/ 18 w 18"/>
                <a:gd name="T11" fmla="*/ 9 h 69"/>
                <a:gd name="T12" fmla="*/ 18 w 18"/>
                <a:gd name="T13" fmla="*/ 60 h 69"/>
              </a:gdLst>
              <a:ahLst/>
              <a:cxnLst>
                <a:cxn ang="0">
                  <a:pos x="T0" y="T1"/>
                </a:cxn>
                <a:cxn ang="0">
                  <a:pos x="T2" y="T3"/>
                </a:cxn>
                <a:cxn ang="0">
                  <a:pos x="T4" y="T5"/>
                </a:cxn>
                <a:cxn ang="0">
                  <a:pos x="T6" y="T7"/>
                </a:cxn>
                <a:cxn ang="0">
                  <a:pos x="T8" y="T9"/>
                </a:cxn>
                <a:cxn ang="0">
                  <a:pos x="T10" y="T11"/>
                </a:cxn>
                <a:cxn ang="0">
                  <a:pos x="T12" y="T13"/>
                </a:cxn>
              </a:cxnLst>
              <a:rect l="0" t="0" r="r" b="b"/>
              <a:pathLst>
                <a:path w="18" h="69">
                  <a:moveTo>
                    <a:pt x="18" y="60"/>
                  </a:moveTo>
                  <a:cubicBezTo>
                    <a:pt x="18" y="65"/>
                    <a:pt x="14" y="69"/>
                    <a:pt x="9" y="69"/>
                  </a:cubicBezTo>
                  <a:cubicBezTo>
                    <a:pt x="4" y="69"/>
                    <a:pt x="0" y="65"/>
                    <a:pt x="0" y="60"/>
                  </a:cubicBezTo>
                  <a:cubicBezTo>
                    <a:pt x="0" y="9"/>
                    <a:pt x="0" y="9"/>
                    <a:pt x="0" y="9"/>
                  </a:cubicBezTo>
                  <a:cubicBezTo>
                    <a:pt x="0" y="4"/>
                    <a:pt x="4" y="0"/>
                    <a:pt x="9" y="0"/>
                  </a:cubicBezTo>
                  <a:cubicBezTo>
                    <a:pt x="14" y="0"/>
                    <a:pt x="18" y="4"/>
                    <a:pt x="18" y="9"/>
                  </a:cubicBezTo>
                  <a:lnTo>
                    <a:pt x="18"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268"/>
            <p:cNvSpPr>
              <a:spLocks/>
            </p:cNvSpPr>
            <p:nvPr/>
          </p:nvSpPr>
          <p:spPr bwMode="auto">
            <a:xfrm>
              <a:off x="7878763" y="4675188"/>
              <a:ext cx="68263" cy="180975"/>
            </a:xfrm>
            <a:custGeom>
              <a:avLst/>
              <a:gdLst>
                <a:gd name="T0" fmla="*/ 18 w 18"/>
                <a:gd name="T1" fmla="*/ 39 h 48"/>
                <a:gd name="T2" fmla="*/ 9 w 18"/>
                <a:gd name="T3" fmla="*/ 48 h 48"/>
                <a:gd name="T4" fmla="*/ 0 w 18"/>
                <a:gd name="T5" fmla="*/ 39 h 48"/>
                <a:gd name="T6" fmla="*/ 0 w 18"/>
                <a:gd name="T7" fmla="*/ 10 h 48"/>
                <a:gd name="T8" fmla="*/ 9 w 18"/>
                <a:gd name="T9" fmla="*/ 0 h 48"/>
                <a:gd name="T10" fmla="*/ 18 w 18"/>
                <a:gd name="T11" fmla="*/ 10 h 48"/>
                <a:gd name="T12" fmla="*/ 18 w 18"/>
                <a:gd name="T13" fmla="*/ 39 h 48"/>
              </a:gdLst>
              <a:ahLst/>
              <a:cxnLst>
                <a:cxn ang="0">
                  <a:pos x="T0" y="T1"/>
                </a:cxn>
                <a:cxn ang="0">
                  <a:pos x="T2" y="T3"/>
                </a:cxn>
                <a:cxn ang="0">
                  <a:pos x="T4" y="T5"/>
                </a:cxn>
                <a:cxn ang="0">
                  <a:pos x="T6" y="T7"/>
                </a:cxn>
                <a:cxn ang="0">
                  <a:pos x="T8" y="T9"/>
                </a:cxn>
                <a:cxn ang="0">
                  <a:pos x="T10" y="T11"/>
                </a:cxn>
                <a:cxn ang="0">
                  <a:pos x="T12" y="T13"/>
                </a:cxn>
              </a:cxnLst>
              <a:rect l="0" t="0" r="r" b="b"/>
              <a:pathLst>
                <a:path w="18" h="48">
                  <a:moveTo>
                    <a:pt x="18" y="39"/>
                  </a:moveTo>
                  <a:cubicBezTo>
                    <a:pt x="18" y="44"/>
                    <a:pt x="14" y="48"/>
                    <a:pt x="9" y="48"/>
                  </a:cubicBezTo>
                  <a:cubicBezTo>
                    <a:pt x="4" y="48"/>
                    <a:pt x="0" y="44"/>
                    <a:pt x="0" y="39"/>
                  </a:cubicBezTo>
                  <a:cubicBezTo>
                    <a:pt x="0" y="10"/>
                    <a:pt x="0" y="10"/>
                    <a:pt x="0" y="10"/>
                  </a:cubicBezTo>
                  <a:cubicBezTo>
                    <a:pt x="0" y="4"/>
                    <a:pt x="4" y="0"/>
                    <a:pt x="9" y="0"/>
                  </a:cubicBezTo>
                  <a:cubicBezTo>
                    <a:pt x="14" y="0"/>
                    <a:pt x="18" y="4"/>
                    <a:pt x="18" y="10"/>
                  </a:cubicBezTo>
                  <a:lnTo>
                    <a:pt x="18"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269"/>
            <p:cNvSpPr>
              <a:spLocks/>
            </p:cNvSpPr>
            <p:nvPr/>
          </p:nvSpPr>
          <p:spPr bwMode="auto">
            <a:xfrm>
              <a:off x="7785100" y="4729163"/>
              <a:ext cx="71438" cy="127000"/>
            </a:xfrm>
            <a:custGeom>
              <a:avLst/>
              <a:gdLst>
                <a:gd name="T0" fmla="*/ 19 w 19"/>
                <a:gd name="T1" fmla="*/ 25 h 34"/>
                <a:gd name="T2" fmla="*/ 9 w 19"/>
                <a:gd name="T3" fmla="*/ 34 h 34"/>
                <a:gd name="T4" fmla="*/ 0 w 19"/>
                <a:gd name="T5" fmla="*/ 25 h 34"/>
                <a:gd name="T6" fmla="*/ 0 w 19"/>
                <a:gd name="T7" fmla="*/ 9 h 34"/>
                <a:gd name="T8" fmla="*/ 9 w 19"/>
                <a:gd name="T9" fmla="*/ 0 h 34"/>
                <a:gd name="T10" fmla="*/ 19 w 19"/>
                <a:gd name="T11" fmla="*/ 9 h 34"/>
                <a:gd name="T12" fmla="*/ 19 w 19"/>
                <a:gd name="T13" fmla="*/ 25 h 34"/>
              </a:gdLst>
              <a:ahLst/>
              <a:cxnLst>
                <a:cxn ang="0">
                  <a:pos x="T0" y="T1"/>
                </a:cxn>
                <a:cxn ang="0">
                  <a:pos x="T2" y="T3"/>
                </a:cxn>
                <a:cxn ang="0">
                  <a:pos x="T4" y="T5"/>
                </a:cxn>
                <a:cxn ang="0">
                  <a:pos x="T6" y="T7"/>
                </a:cxn>
                <a:cxn ang="0">
                  <a:pos x="T8" y="T9"/>
                </a:cxn>
                <a:cxn ang="0">
                  <a:pos x="T10" y="T11"/>
                </a:cxn>
                <a:cxn ang="0">
                  <a:pos x="T12" y="T13"/>
                </a:cxn>
              </a:cxnLst>
              <a:rect l="0" t="0" r="r" b="b"/>
              <a:pathLst>
                <a:path w="19" h="34">
                  <a:moveTo>
                    <a:pt x="19" y="25"/>
                  </a:moveTo>
                  <a:cubicBezTo>
                    <a:pt x="19" y="30"/>
                    <a:pt x="15" y="34"/>
                    <a:pt x="9" y="34"/>
                  </a:cubicBezTo>
                  <a:cubicBezTo>
                    <a:pt x="4" y="34"/>
                    <a:pt x="0" y="30"/>
                    <a:pt x="0" y="25"/>
                  </a:cubicBezTo>
                  <a:cubicBezTo>
                    <a:pt x="0" y="9"/>
                    <a:pt x="0" y="9"/>
                    <a:pt x="0" y="9"/>
                  </a:cubicBezTo>
                  <a:cubicBezTo>
                    <a:pt x="0" y="4"/>
                    <a:pt x="4" y="0"/>
                    <a:pt x="9" y="0"/>
                  </a:cubicBezTo>
                  <a:cubicBezTo>
                    <a:pt x="15" y="0"/>
                    <a:pt x="19" y="4"/>
                    <a:pt x="19" y="9"/>
                  </a:cubicBezTo>
                  <a:lnTo>
                    <a:pt x="19"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270"/>
            <p:cNvSpPr>
              <a:spLocks/>
            </p:cNvSpPr>
            <p:nvPr/>
          </p:nvSpPr>
          <p:spPr bwMode="auto">
            <a:xfrm>
              <a:off x="7773988" y="4468813"/>
              <a:ext cx="282575" cy="188913"/>
            </a:xfrm>
            <a:custGeom>
              <a:avLst/>
              <a:gdLst>
                <a:gd name="T0" fmla="*/ 0 w 178"/>
                <a:gd name="T1" fmla="*/ 119 h 119"/>
                <a:gd name="T2" fmla="*/ 178 w 178"/>
                <a:gd name="T3" fmla="*/ 0 h 119"/>
                <a:gd name="T4" fmla="*/ 0 w 178"/>
                <a:gd name="T5" fmla="*/ 119 h 119"/>
              </a:gdLst>
              <a:ahLst/>
              <a:cxnLst>
                <a:cxn ang="0">
                  <a:pos x="T0" y="T1"/>
                </a:cxn>
                <a:cxn ang="0">
                  <a:pos x="T2" y="T3"/>
                </a:cxn>
                <a:cxn ang="0">
                  <a:pos x="T4" y="T5"/>
                </a:cxn>
              </a:cxnLst>
              <a:rect l="0" t="0" r="r" b="b"/>
              <a:pathLst>
                <a:path w="178" h="119">
                  <a:moveTo>
                    <a:pt x="0" y="119"/>
                  </a:moveTo>
                  <a:lnTo>
                    <a:pt x="178" y="0"/>
                  </a:lnTo>
                  <a:lnTo>
                    <a:pt x="0" y="1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Line 271"/>
            <p:cNvSpPr>
              <a:spLocks noChangeShapeType="1"/>
            </p:cNvSpPr>
            <p:nvPr/>
          </p:nvSpPr>
          <p:spPr bwMode="auto">
            <a:xfrm flipV="1">
              <a:off x="7773988" y="4468813"/>
              <a:ext cx="282575" cy="188913"/>
            </a:xfrm>
            <a:prstGeom prst="lin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272"/>
            <p:cNvSpPr>
              <a:spLocks/>
            </p:cNvSpPr>
            <p:nvPr/>
          </p:nvSpPr>
          <p:spPr bwMode="auto">
            <a:xfrm>
              <a:off x="7754938" y="4446588"/>
              <a:ext cx="320675" cy="233363"/>
            </a:xfrm>
            <a:custGeom>
              <a:avLst/>
              <a:gdLst>
                <a:gd name="T0" fmla="*/ 7 w 85"/>
                <a:gd name="T1" fmla="*/ 59 h 62"/>
                <a:gd name="T2" fmla="*/ 82 w 85"/>
                <a:gd name="T3" fmla="*/ 9 h 62"/>
                <a:gd name="T4" fmla="*/ 78 w 85"/>
                <a:gd name="T5" fmla="*/ 3 h 62"/>
                <a:gd name="T6" fmla="*/ 3 w 85"/>
                <a:gd name="T7" fmla="*/ 53 h 62"/>
                <a:gd name="T8" fmla="*/ 7 w 85"/>
                <a:gd name="T9" fmla="*/ 59 h 62"/>
              </a:gdLst>
              <a:ahLst/>
              <a:cxnLst>
                <a:cxn ang="0">
                  <a:pos x="T0" y="T1"/>
                </a:cxn>
                <a:cxn ang="0">
                  <a:pos x="T2" y="T3"/>
                </a:cxn>
                <a:cxn ang="0">
                  <a:pos x="T4" y="T5"/>
                </a:cxn>
                <a:cxn ang="0">
                  <a:pos x="T6" y="T7"/>
                </a:cxn>
                <a:cxn ang="0">
                  <a:pos x="T8" y="T9"/>
                </a:cxn>
              </a:cxnLst>
              <a:rect l="0" t="0" r="r" b="b"/>
              <a:pathLst>
                <a:path w="85" h="62">
                  <a:moveTo>
                    <a:pt x="7" y="59"/>
                  </a:moveTo>
                  <a:cubicBezTo>
                    <a:pt x="32" y="42"/>
                    <a:pt x="57" y="26"/>
                    <a:pt x="82" y="9"/>
                  </a:cubicBezTo>
                  <a:cubicBezTo>
                    <a:pt x="85" y="6"/>
                    <a:pt x="82" y="0"/>
                    <a:pt x="78" y="3"/>
                  </a:cubicBezTo>
                  <a:cubicBezTo>
                    <a:pt x="53" y="20"/>
                    <a:pt x="28" y="36"/>
                    <a:pt x="3" y="53"/>
                  </a:cubicBezTo>
                  <a:cubicBezTo>
                    <a:pt x="0" y="56"/>
                    <a:pt x="3" y="62"/>
                    <a:pt x="7"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273"/>
            <p:cNvSpPr>
              <a:spLocks/>
            </p:cNvSpPr>
            <p:nvPr/>
          </p:nvSpPr>
          <p:spPr bwMode="auto">
            <a:xfrm>
              <a:off x="7969250" y="4435476"/>
              <a:ext cx="123825" cy="123825"/>
            </a:xfrm>
            <a:custGeom>
              <a:avLst/>
              <a:gdLst>
                <a:gd name="T0" fmla="*/ 5 w 33"/>
                <a:gd name="T1" fmla="*/ 9 h 33"/>
                <a:gd name="T2" fmla="*/ 28 w 33"/>
                <a:gd name="T3" fmla="*/ 11 h 33"/>
                <a:gd name="T4" fmla="*/ 23 w 33"/>
                <a:gd name="T5" fmla="*/ 5 h 33"/>
                <a:gd name="T6" fmla="*/ 17 w 33"/>
                <a:gd name="T7" fmla="*/ 25 h 33"/>
                <a:gd name="T8" fmla="*/ 25 w 33"/>
                <a:gd name="T9" fmla="*/ 27 h 33"/>
                <a:gd name="T10" fmla="*/ 32 w 33"/>
                <a:gd name="T11" fmla="*/ 7 h 33"/>
                <a:gd name="T12" fmla="*/ 28 w 33"/>
                <a:gd name="T13" fmla="*/ 2 h 33"/>
                <a:gd name="T14" fmla="*/ 5 w 33"/>
                <a:gd name="T15" fmla="*/ 0 h 33"/>
                <a:gd name="T16" fmla="*/ 5 w 33"/>
                <a:gd name="T17" fmla="*/ 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3">
                  <a:moveTo>
                    <a:pt x="5" y="9"/>
                  </a:moveTo>
                  <a:cubicBezTo>
                    <a:pt x="13" y="10"/>
                    <a:pt x="20" y="10"/>
                    <a:pt x="28" y="11"/>
                  </a:cubicBezTo>
                  <a:cubicBezTo>
                    <a:pt x="26" y="9"/>
                    <a:pt x="25" y="7"/>
                    <a:pt x="23" y="5"/>
                  </a:cubicBezTo>
                  <a:cubicBezTo>
                    <a:pt x="21" y="12"/>
                    <a:pt x="19" y="18"/>
                    <a:pt x="17" y="25"/>
                  </a:cubicBezTo>
                  <a:cubicBezTo>
                    <a:pt x="15" y="30"/>
                    <a:pt x="24" y="33"/>
                    <a:pt x="25" y="27"/>
                  </a:cubicBezTo>
                  <a:cubicBezTo>
                    <a:pt x="28" y="21"/>
                    <a:pt x="30" y="14"/>
                    <a:pt x="32" y="7"/>
                  </a:cubicBezTo>
                  <a:cubicBezTo>
                    <a:pt x="33" y="4"/>
                    <a:pt x="30" y="2"/>
                    <a:pt x="28" y="2"/>
                  </a:cubicBezTo>
                  <a:cubicBezTo>
                    <a:pt x="20" y="1"/>
                    <a:pt x="13" y="0"/>
                    <a:pt x="5" y="0"/>
                  </a:cubicBezTo>
                  <a:cubicBezTo>
                    <a:pt x="0" y="0"/>
                    <a:pt x="0" y="9"/>
                    <a:pt x="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37"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581865611"/>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541504" y="4182043"/>
            <a:ext cx="7451392" cy="2314289"/>
            <a:chOff x="3125299" y="4100158"/>
            <a:chExt cx="5699125" cy="1770062"/>
          </a:xfrm>
        </p:grpSpPr>
        <p:sp>
          <p:nvSpPr>
            <p:cNvPr id="3" name="Freeform 5"/>
            <p:cNvSpPr>
              <a:spLocks/>
            </p:cNvSpPr>
            <p:nvPr/>
          </p:nvSpPr>
          <p:spPr bwMode="auto">
            <a:xfrm>
              <a:off x="3125299" y="5662257"/>
              <a:ext cx="5699125" cy="207963"/>
            </a:xfrm>
            <a:custGeom>
              <a:avLst/>
              <a:gdLst>
                <a:gd name="T0" fmla="*/ 1491 w 1517"/>
                <a:gd name="T1" fmla="*/ 0 h 55"/>
                <a:gd name="T2" fmla="*/ 1447 w 1517"/>
                <a:gd name="T3" fmla="*/ 32 h 55"/>
                <a:gd name="T4" fmla="*/ 794 w 1517"/>
                <a:gd name="T5" fmla="*/ 32 h 55"/>
                <a:gd name="T6" fmla="*/ 722 w 1517"/>
                <a:gd name="T7" fmla="*/ 32 h 55"/>
                <a:gd name="T8" fmla="*/ 70 w 1517"/>
                <a:gd name="T9" fmla="*/ 32 h 55"/>
                <a:gd name="T10" fmla="*/ 26 w 1517"/>
                <a:gd name="T11" fmla="*/ 0 h 55"/>
                <a:gd name="T12" fmla="*/ 96 w 1517"/>
                <a:gd name="T13" fmla="*/ 55 h 55"/>
                <a:gd name="T14" fmla="*/ 1420 w 1517"/>
                <a:gd name="T15" fmla="*/ 55 h 55"/>
                <a:gd name="T16" fmla="*/ 1491 w 1517"/>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17" h="55">
                  <a:moveTo>
                    <a:pt x="1491" y="0"/>
                  </a:moveTo>
                  <a:cubicBezTo>
                    <a:pt x="1491" y="0"/>
                    <a:pt x="1503" y="32"/>
                    <a:pt x="1447" y="32"/>
                  </a:cubicBezTo>
                  <a:cubicBezTo>
                    <a:pt x="1425" y="32"/>
                    <a:pt x="1116" y="32"/>
                    <a:pt x="794" y="32"/>
                  </a:cubicBezTo>
                  <a:cubicBezTo>
                    <a:pt x="722" y="32"/>
                    <a:pt x="722" y="32"/>
                    <a:pt x="722" y="32"/>
                  </a:cubicBezTo>
                  <a:cubicBezTo>
                    <a:pt x="401" y="32"/>
                    <a:pt x="92" y="32"/>
                    <a:pt x="70" y="32"/>
                  </a:cubicBezTo>
                  <a:cubicBezTo>
                    <a:pt x="14" y="32"/>
                    <a:pt x="26" y="0"/>
                    <a:pt x="26" y="0"/>
                  </a:cubicBezTo>
                  <a:cubicBezTo>
                    <a:pt x="26" y="0"/>
                    <a:pt x="0" y="34"/>
                    <a:pt x="96" y="55"/>
                  </a:cubicBezTo>
                  <a:cubicBezTo>
                    <a:pt x="1420" y="55"/>
                    <a:pt x="1420" y="55"/>
                    <a:pt x="1420" y="55"/>
                  </a:cubicBezTo>
                  <a:cubicBezTo>
                    <a:pt x="1517" y="34"/>
                    <a:pt x="1491" y="0"/>
                    <a:pt x="1491" y="0"/>
                  </a:cubicBezTo>
                  <a:close/>
                </a:path>
              </a:pathLst>
            </a:custGeom>
            <a:gradFill>
              <a:gsLst>
                <a:gs pos="0">
                  <a:srgbClr val="000000"/>
                </a:gs>
                <a:gs pos="51000">
                  <a:srgbClr val="7A7A7A"/>
                </a:gs>
                <a:gs pos="100000">
                  <a:schemeClr val="bg1">
                    <a:lumMod val="65000"/>
                  </a:schemeClr>
                </a:gs>
              </a:gsLst>
              <a:lin ang="5400000" scaled="0"/>
            </a:gra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4" name="Freeform 6"/>
            <p:cNvSpPr>
              <a:spLocks/>
            </p:cNvSpPr>
            <p:nvPr/>
          </p:nvSpPr>
          <p:spPr bwMode="auto">
            <a:xfrm>
              <a:off x="3177686" y="4100158"/>
              <a:ext cx="5594350" cy="1682751"/>
            </a:xfrm>
            <a:custGeom>
              <a:avLst/>
              <a:gdLst>
                <a:gd name="T0" fmla="*/ 1477 w 1489"/>
                <a:gd name="T1" fmla="*/ 414 h 446"/>
                <a:gd name="T2" fmla="*/ 1207 w 1489"/>
                <a:gd name="T3" fmla="*/ 26 h 446"/>
                <a:gd name="T4" fmla="*/ 1175 w 1489"/>
                <a:gd name="T5" fmla="*/ 0 h 446"/>
                <a:gd name="T6" fmla="*/ 247 w 1489"/>
                <a:gd name="T7" fmla="*/ 0 h 446"/>
                <a:gd name="T8" fmla="*/ 215 w 1489"/>
                <a:gd name="T9" fmla="*/ 26 h 446"/>
                <a:gd name="T10" fmla="*/ 12 w 1489"/>
                <a:gd name="T11" fmla="*/ 414 h 446"/>
                <a:gd name="T12" fmla="*/ 56 w 1489"/>
                <a:gd name="T13" fmla="*/ 446 h 446"/>
                <a:gd name="T14" fmla="*/ 708 w 1489"/>
                <a:gd name="T15" fmla="*/ 446 h 446"/>
                <a:gd name="T16" fmla="*/ 708 w 1489"/>
                <a:gd name="T17" fmla="*/ 446 h 446"/>
                <a:gd name="T18" fmla="*/ 709 w 1489"/>
                <a:gd name="T19" fmla="*/ 446 h 446"/>
                <a:gd name="T20" fmla="*/ 709 w 1489"/>
                <a:gd name="T21" fmla="*/ 446 h 446"/>
                <a:gd name="T22" fmla="*/ 1433 w 1489"/>
                <a:gd name="T23" fmla="*/ 446 h 446"/>
                <a:gd name="T24" fmla="*/ 1477 w 1489"/>
                <a:gd name="T25" fmla="*/ 414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89" h="446">
                  <a:moveTo>
                    <a:pt x="1477" y="414"/>
                  </a:moveTo>
                  <a:cubicBezTo>
                    <a:pt x="1477" y="414"/>
                    <a:pt x="1218" y="44"/>
                    <a:pt x="1207" y="26"/>
                  </a:cubicBezTo>
                  <a:cubicBezTo>
                    <a:pt x="1190" y="1"/>
                    <a:pt x="1175" y="0"/>
                    <a:pt x="1175" y="0"/>
                  </a:cubicBezTo>
                  <a:cubicBezTo>
                    <a:pt x="247" y="0"/>
                    <a:pt x="247" y="0"/>
                    <a:pt x="247" y="0"/>
                  </a:cubicBezTo>
                  <a:cubicBezTo>
                    <a:pt x="247" y="0"/>
                    <a:pt x="225" y="6"/>
                    <a:pt x="215" y="26"/>
                  </a:cubicBezTo>
                  <a:cubicBezTo>
                    <a:pt x="206" y="45"/>
                    <a:pt x="12" y="414"/>
                    <a:pt x="12" y="414"/>
                  </a:cubicBezTo>
                  <a:cubicBezTo>
                    <a:pt x="12" y="414"/>
                    <a:pt x="0" y="446"/>
                    <a:pt x="56" y="446"/>
                  </a:cubicBezTo>
                  <a:cubicBezTo>
                    <a:pt x="78" y="446"/>
                    <a:pt x="387" y="446"/>
                    <a:pt x="708" y="446"/>
                  </a:cubicBezTo>
                  <a:cubicBezTo>
                    <a:pt x="708" y="446"/>
                    <a:pt x="708" y="446"/>
                    <a:pt x="708" y="446"/>
                  </a:cubicBezTo>
                  <a:cubicBezTo>
                    <a:pt x="709" y="446"/>
                    <a:pt x="709" y="446"/>
                    <a:pt x="709" y="446"/>
                  </a:cubicBezTo>
                  <a:cubicBezTo>
                    <a:pt x="709" y="446"/>
                    <a:pt x="709" y="446"/>
                    <a:pt x="709" y="446"/>
                  </a:cubicBezTo>
                  <a:cubicBezTo>
                    <a:pt x="1031" y="446"/>
                    <a:pt x="1411" y="446"/>
                    <a:pt x="1433" y="446"/>
                  </a:cubicBezTo>
                  <a:cubicBezTo>
                    <a:pt x="1489" y="446"/>
                    <a:pt x="1477" y="414"/>
                    <a:pt x="1477" y="414"/>
                  </a:cubicBezTo>
                  <a:close/>
                </a:path>
              </a:pathLst>
            </a:custGeom>
            <a:gradFill>
              <a:gsLst>
                <a:gs pos="17000">
                  <a:srgbClr val="535353"/>
                </a:gs>
                <a:gs pos="0">
                  <a:srgbClr val="7A7A7A"/>
                </a:gs>
                <a:gs pos="100000">
                  <a:srgbClr val="000000"/>
                </a:gs>
              </a:gsLst>
              <a:lin ang="2700000" scaled="0"/>
            </a:gra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5" name="Freeform 7"/>
            <p:cNvSpPr>
              <a:spLocks/>
            </p:cNvSpPr>
            <p:nvPr/>
          </p:nvSpPr>
          <p:spPr bwMode="auto">
            <a:xfrm>
              <a:off x="3779349" y="4246207"/>
              <a:ext cx="4387850" cy="1352550"/>
            </a:xfrm>
            <a:custGeom>
              <a:avLst/>
              <a:gdLst>
                <a:gd name="T0" fmla="*/ 343 w 2764"/>
                <a:gd name="T1" fmla="*/ 0 h 852"/>
                <a:gd name="T2" fmla="*/ 2284 w 2764"/>
                <a:gd name="T3" fmla="*/ 0 h 852"/>
                <a:gd name="T4" fmla="*/ 2764 w 2764"/>
                <a:gd name="T5" fmla="*/ 852 h 852"/>
                <a:gd name="T6" fmla="*/ 0 w 2764"/>
                <a:gd name="T7" fmla="*/ 852 h 852"/>
                <a:gd name="T8" fmla="*/ 343 w 2764"/>
                <a:gd name="T9" fmla="*/ 0 h 852"/>
              </a:gdLst>
              <a:ahLst/>
              <a:cxnLst>
                <a:cxn ang="0">
                  <a:pos x="T0" y="T1"/>
                </a:cxn>
                <a:cxn ang="0">
                  <a:pos x="T2" y="T3"/>
                </a:cxn>
                <a:cxn ang="0">
                  <a:pos x="T4" y="T5"/>
                </a:cxn>
                <a:cxn ang="0">
                  <a:pos x="T6" y="T7"/>
                </a:cxn>
                <a:cxn ang="0">
                  <a:pos x="T8" y="T9"/>
                </a:cxn>
              </a:cxnLst>
              <a:rect l="0" t="0" r="r" b="b"/>
              <a:pathLst>
                <a:path w="2764" h="852">
                  <a:moveTo>
                    <a:pt x="343" y="0"/>
                  </a:moveTo>
                  <a:lnTo>
                    <a:pt x="2284" y="0"/>
                  </a:lnTo>
                  <a:lnTo>
                    <a:pt x="2764" y="852"/>
                  </a:lnTo>
                  <a:lnTo>
                    <a:pt x="0" y="852"/>
                  </a:lnTo>
                  <a:lnTo>
                    <a:pt x="343" y="0"/>
                  </a:lnTo>
                  <a:close/>
                </a:path>
              </a:pathLst>
            </a:custGeom>
            <a:solidFill>
              <a:schemeClr val="accent1">
                <a:lumMod val="40000"/>
                <a:lumOff val="60000"/>
              </a:schemeClr>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sp>
        <p:nvSpPr>
          <p:cNvPr id="14" name="椭圆 13"/>
          <p:cNvSpPr/>
          <p:nvPr/>
        </p:nvSpPr>
        <p:spPr>
          <a:xfrm>
            <a:off x="2956719" y="5604347"/>
            <a:ext cx="2620963" cy="323850"/>
          </a:xfrm>
          <a:prstGeom prst="ellipse">
            <a:avLst/>
          </a:prstGeom>
          <a:gradFill flip="none" rotWithShape="1">
            <a:gsLst>
              <a:gs pos="0">
                <a:schemeClr val="tx1">
                  <a:lumMod val="95000"/>
                  <a:lumOff val="5000"/>
                  <a:alpha val="65000"/>
                </a:schemeClr>
              </a:gs>
              <a:gs pos="90000">
                <a:schemeClr val="tx1">
                  <a:alpha val="0"/>
                  <a:lumMod val="0"/>
                  <a:lumOff val="100000"/>
                </a:schemeClr>
              </a:gs>
            </a:gsLst>
            <a:path path="shape">
              <a:fillToRect l="50000" t="50000" r="50000" b="50000"/>
            </a:path>
            <a:tileRect/>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矩形 39"/>
          <p:cNvSpPr/>
          <p:nvPr/>
        </p:nvSpPr>
        <p:spPr>
          <a:xfrm>
            <a:off x="0" y="203088"/>
            <a:ext cx="2492990"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层级</a:t>
            </a:r>
            <a:endParaRPr lang="zh-CN" altLang="zh-CN" sz="2800" b="1" dirty="0">
              <a:solidFill>
                <a:schemeClr val="tx1">
                  <a:lumMod val="65000"/>
                  <a:lumOff val="35000"/>
                </a:schemeClr>
              </a:solidFill>
            </a:endParaRPr>
          </a:p>
        </p:txBody>
      </p:sp>
      <p:grpSp>
        <p:nvGrpSpPr>
          <p:cNvPr id="46" name="组合 45"/>
          <p:cNvGrpSpPr/>
          <p:nvPr/>
        </p:nvGrpSpPr>
        <p:grpSpPr>
          <a:xfrm>
            <a:off x="2479167" y="1415799"/>
            <a:ext cx="5441084" cy="4030528"/>
            <a:chOff x="7920251" y="1350762"/>
            <a:chExt cx="5441084" cy="4030528"/>
          </a:xfrm>
        </p:grpSpPr>
        <p:sp>
          <p:nvSpPr>
            <p:cNvPr id="18" name="Freeform 48"/>
            <p:cNvSpPr>
              <a:spLocks/>
            </p:cNvSpPr>
            <p:nvPr/>
          </p:nvSpPr>
          <p:spPr bwMode="auto">
            <a:xfrm flipH="1">
              <a:off x="7920251" y="4026330"/>
              <a:ext cx="3751902" cy="1354960"/>
            </a:xfrm>
            <a:custGeom>
              <a:avLst/>
              <a:gdLst>
                <a:gd name="T0" fmla="*/ 414 w 414"/>
                <a:gd name="T1" fmla="*/ 64 h 149"/>
                <a:gd name="T2" fmla="*/ 207 w 414"/>
                <a:gd name="T3" fmla="*/ 0 h 149"/>
                <a:gd name="T4" fmla="*/ 0 w 414"/>
                <a:gd name="T5" fmla="*/ 64 h 149"/>
                <a:gd name="T6" fmla="*/ 0 w 414"/>
                <a:gd name="T7" fmla="*/ 84 h 149"/>
                <a:gd name="T8" fmla="*/ 207 w 414"/>
                <a:gd name="T9" fmla="*/ 149 h 149"/>
                <a:gd name="T10" fmla="*/ 414 w 414"/>
                <a:gd name="T11" fmla="*/ 84 h 149"/>
                <a:gd name="T12" fmla="*/ 414 w 414"/>
                <a:gd name="T13" fmla="*/ 64 h 149"/>
              </a:gdLst>
              <a:ahLst/>
              <a:cxnLst>
                <a:cxn ang="0">
                  <a:pos x="T0" y="T1"/>
                </a:cxn>
                <a:cxn ang="0">
                  <a:pos x="T2" y="T3"/>
                </a:cxn>
                <a:cxn ang="0">
                  <a:pos x="T4" y="T5"/>
                </a:cxn>
                <a:cxn ang="0">
                  <a:pos x="T6" y="T7"/>
                </a:cxn>
                <a:cxn ang="0">
                  <a:pos x="T8" y="T9"/>
                </a:cxn>
                <a:cxn ang="0">
                  <a:pos x="T10" y="T11"/>
                </a:cxn>
                <a:cxn ang="0">
                  <a:pos x="T12" y="T13"/>
                </a:cxn>
              </a:cxnLst>
              <a:rect l="0" t="0" r="r" b="b"/>
              <a:pathLst>
                <a:path w="414" h="149">
                  <a:moveTo>
                    <a:pt x="414" y="64"/>
                  </a:moveTo>
                  <a:cubicBezTo>
                    <a:pt x="414" y="29"/>
                    <a:pt x="321" y="0"/>
                    <a:pt x="207" y="0"/>
                  </a:cubicBezTo>
                  <a:cubicBezTo>
                    <a:pt x="93" y="0"/>
                    <a:pt x="0" y="29"/>
                    <a:pt x="0" y="64"/>
                  </a:cubicBezTo>
                  <a:cubicBezTo>
                    <a:pt x="0" y="84"/>
                    <a:pt x="0" y="84"/>
                    <a:pt x="0" y="84"/>
                  </a:cubicBezTo>
                  <a:cubicBezTo>
                    <a:pt x="0" y="120"/>
                    <a:pt x="93" y="149"/>
                    <a:pt x="207" y="149"/>
                  </a:cubicBezTo>
                  <a:cubicBezTo>
                    <a:pt x="321" y="149"/>
                    <a:pt x="414" y="120"/>
                    <a:pt x="414" y="84"/>
                  </a:cubicBezTo>
                  <a:lnTo>
                    <a:pt x="414" y="64"/>
                  </a:lnTo>
                  <a:close/>
                </a:path>
              </a:pathLst>
            </a:custGeom>
            <a:solidFill>
              <a:srgbClr val="3A8F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Oval 49"/>
            <p:cNvSpPr>
              <a:spLocks noChangeArrowheads="1"/>
            </p:cNvSpPr>
            <p:nvPr/>
          </p:nvSpPr>
          <p:spPr bwMode="auto">
            <a:xfrm flipH="1">
              <a:off x="7920251" y="4026330"/>
              <a:ext cx="3751902" cy="1164120"/>
            </a:xfrm>
            <a:prstGeom prst="ellipse">
              <a:avLst/>
            </a:prstGeom>
            <a:solidFill>
              <a:srgbClr val="FFFFFF">
                <a:alpha val="14902"/>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 name="Freeform 50"/>
            <p:cNvSpPr>
              <a:spLocks/>
            </p:cNvSpPr>
            <p:nvPr/>
          </p:nvSpPr>
          <p:spPr bwMode="auto">
            <a:xfrm flipH="1">
              <a:off x="7920251" y="3137017"/>
              <a:ext cx="3751902" cy="1343509"/>
            </a:xfrm>
            <a:custGeom>
              <a:avLst/>
              <a:gdLst>
                <a:gd name="T0" fmla="*/ 414 w 414"/>
                <a:gd name="T1" fmla="*/ 64 h 148"/>
                <a:gd name="T2" fmla="*/ 207 w 414"/>
                <a:gd name="T3" fmla="*/ 0 h 148"/>
                <a:gd name="T4" fmla="*/ 0 w 414"/>
                <a:gd name="T5" fmla="*/ 64 h 148"/>
                <a:gd name="T6" fmla="*/ 0 w 414"/>
                <a:gd name="T7" fmla="*/ 84 h 148"/>
                <a:gd name="T8" fmla="*/ 207 w 414"/>
                <a:gd name="T9" fmla="*/ 148 h 148"/>
                <a:gd name="T10" fmla="*/ 414 w 414"/>
                <a:gd name="T11" fmla="*/ 84 h 148"/>
                <a:gd name="T12" fmla="*/ 414 w 414"/>
                <a:gd name="T13" fmla="*/ 64 h 148"/>
              </a:gdLst>
              <a:ahLst/>
              <a:cxnLst>
                <a:cxn ang="0">
                  <a:pos x="T0" y="T1"/>
                </a:cxn>
                <a:cxn ang="0">
                  <a:pos x="T2" y="T3"/>
                </a:cxn>
                <a:cxn ang="0">
                  <a:pos x="T4" y="T5"/>
                </a:cxn>
                <a:cxn ang="0">
                  <a:pos x="T6" y="T7"/>
                </a:cxn>
                <a:cxn ang="0">
                  <a:pos x="T8" y="T9"/>
                </a:cxn>
                <a:cxn ang="0">
                  <a:pos x="T10" y="T11"/>
                </a:cxn>
                <a:cxn ang="0">
                  <a:pos x="T12" y="T13"/>
                </a:cxn>
              </a:cxnLst>
              <a:rect l="0" t="0" r="r" b="b"/>
              <a:pathLst>
                <a:path w="414" h="148">
                  <a:moveTo>
                    <a:pt x="414" y="64"/>
                  </a:moveTo>
                  <a:cubicBezTo>
                    <a:pt x="414" y="28"/>
                    <a:pt x="321" y="0"/>
                    <a:pt x="207" y="0"/>
                  </a:cubicBezTo>
                  <a:cubicBezTo>
                    <a:pt x="93" y="0"/>
                    <a:pt x="0" y="28"/>
                    <a:pt x="0" y="64"/>
                  </a:cubicBezTo>
                  <a:cubicBezTo>
                    <a:pt x="0" y="84"/>
                    <a:pt x="0" y="84"/>
                    <a:pt x="0" y="84"/>
                  </a:cubicBezTo>
                  <a:cubicBezTo>
                    <a:pt x="0" y="120"/>
                    <a:pt x="93" y="148"/>
                    <a:pt x="207" y="148"/>
                  </a:cubicBezTo>
                  <a:cubicBezTo>
                    <a:pt x="321" y="148"/>
                    <a:pt x="414" y="120"/>
                    <a:pt x="414" y="84"/>
                  </a:cubicBezTo>
                  <a:lnTo>
                    <a:pt x="414" y="64"/>
                  </a:lnTo>
                  <a:close/>
                </a:path>
              </a:pathLst>
            </a:custGeom>
            <a:solidFill>
              <a:srgbClr val="2199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Oval 51"/>
            <p:cNvSpPr>
              <a:spLocks noChangeArrowheads="1"/>
            </p:cNvSpPr>
            <p:nvPr/>
          </p:nvSpPr>
          <p:spPr bwMode="auto">
            <a:xfrm flipH="1">
              <a:off x="7920251" y="3137017"/>
              <a:ext cx="3751902" cy="1164120"/>
            </a:xfrm>
            <a:prstGeom prst="ellipse">
              <a:avLst/>
            </a:prstGeom>
            <a:solidFill>
              <a:srgbClr val="FFFFFF">
                <a:alpha val="14902"/>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 name="Freeform 52"/>
            <p:cNvSpPr>
              <a:spLocks/>
            </p:cNvSpPr>
            <p:nvPr/>
          </p:nvSpPr>
          <p:spPr bwMode="auto">
            <a:xfrm flipH="1">
              <a:off x="7920251" y="2247708"/>
              <a:ext cx="3751902" cy="1343509"/>
            </a:xfrm>
            <a:custGeom>
              <a:avLst/>
              <a:gdLst>
                <a:gd name="T0" fmla="*/ 414 w 414"/>
                <a:gd name="T1" fmla="*/ 64 h 148"/>
                <a:gd name="T2" fmla="*/ 207 w 414"/>
                <a:gd name="T3" fmla="*/ 0 h 148"/>
                <a:gd name="T4" fmla="*/ 0 w 414"/>
                <a:gd name="T5" fmla="*/ 64 h 148"/>
                <a:gd name="T6" fmla="*/ 0 w 414"/>
                <a:gd name="T7" fmla="*/ 84 h 148"/>
                <a:gd name="T8" fmla="*/ 207 w 414"/>
                <a:gd name="T9" fmla="*/ 148 h 148"/>
                <a:gd name="T10" fmla="*/ 414 w 414"/>
                <a:gd name="T11" fmla="*/ 84 h 148"/>
                <a:gd name="T12" fmla="*/ 414 w 414"/>
                <a:gd name="T13" fmla="*/ 64 h 148"/>
              </a:gdLst>
              <a:ahLst/>
              <a:cxnLst>
                <a:cxn ang="0">
                  <a:pos x="T0" y="T1"/>
                </a:cxn>
                <a:cxn ang="0">
                  <a:pos x="T2" y="T3"/>
                </a:cxn>
                <a:cxn ang="0">
                  <a:pos x="T4" y="T5"/>
                </a:cxn>
                <a:cxn ang="0">
                  <a:pos x="T6" y="T7"/>
                </a:cxn>
                <a:cxn ang="0">
                  <a:pos x="T8" y="T9"/>
                </a:cxn>
                <a:cxn ang="0">
                  <a:pos x="T10" y="T11"/>
                </a:cxn>
                <a:cxn ang="0">
                  <a:pos x="T12" y="T13"/>
                </a:cxn>
              </a:cxnLst>
              <a:rect l="0" t="0" r="r" b="b"/>
              <a:pathLst>
                <a:path w="414" h="148">
                  <a:moveTo>
                    <a:pt x="414" y="64"/>
                  </a:moveTo>
                  <a:cubicBezTo>
                    <a:pt x="414" y="28"/>
                    <a:pt x="321" y="0"/>
                    <a:pt x="207" y="0"/>
                  </a:cubicBezTo>
                  <a:cubicBezTo>
                    <a:pt x="93" y="0"/>
                    <a:pt x="0" y="28"/>
                    <a:pt x="0" y="64"/>
                  </a:cubicBezTo>
                  <a:cubicBezTo>
                    <a:pt x="0" y="84"/>
                    <a:pt x="0" y="84"/>
                    <a:pt x="0" y="84"/>
                  </a:cubicBezTo>
                  <a:cubicBezTo>
                    <a:pt x="0" y="120"/>
                    <a:pt x="93" y="148"/>
                    <a:pt x="207" y="148"/>
                  </a:cubicBezTo>
                  <a:cubicBezTo>
                    <a:pt x="321" y="148"/>
                    <a:pt x="414" y="120"/>
                    <a:pt x="414" y="84"/>
                  </a:cubicBezTo>
                  <a:lnTo>
                    <a:pt x="414" y="64"/>
                  </a:lnTo>
                  <a:close/>
                </a:path>
              </a:pathLst>
            </a:custGeom>
            <a:solidFill>
              <a:srgbClr val="2941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Oval 53"/>
            <p:cNvSpPr>
              <a:spLocks noChangeArrowheads="1"/>
            </p:cNvSpPr>
            <p:nvPr/>
          </p:nvSpPr>
          <p:spPr bwMode="auto">
            <a:xfrm flipH="1">
              <a:off x="7920251" y="2247708"/>
              <a:ext cx="3751902" cy="1164120"/>
            </a:xfrm>
            <a:prstGeom prst="ellipse">
              <a:avLst/>
            </a:prstGeom>
            <a:solidFill>
              <a:srgbClr val="FFFFFF">
                <a:alpha val="14902"/>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4" name="Freeform 54"/>
            <p:cNvSpPr>
              <a:spLocks/>
            </p:cNvSpPr>
            <p:nvPr/>
          </p:nvSpPr>
          <p:spPr bwMode="auto">
            <a:xfrm flipH="1">
              <a:off x="7920251" y="1350762"/>
              <a:ext cx="3751902" cy="1351142"/>
            </a:xfrm>
            <a:custGeom>
              <a:avLst/>
              <a:gdLst>
                <a:gd name="T0" fmla="*/ 414 w 414"/>
                <a:gd name="T1" fmla="*/ 65 h 149"/>
                <a:gd name="T2" fmla="*/ 207 w 414"/>
                <a:gd name="T3" fmla="*/ 0 h 149"/>
                <a:gd name="T4" fmla="*/ 0 w 414"/>
                <a:gd name="T5" fmla="*/ 65 h 149"/>
                <a:gd name="T6" fmla="*/ 0 w 414"/>
                <a:gd name="T7" fmla="*/ 85 h 149"/>
                <a:gd name="T8" fmla="*/ 207 w 414"/>
                <a:gd name="T9" fmla="*/ 149 h 149"/>
                <a:gd name="T10" fmla="*/ 414 w 414"/>
                <a:gd name="T11" fmla="*/ 85 h 149"/>
                <a:gd name="T12" fmla="*/ 414 w 414"/>
                <a:gd name="T13" fmla="*/ 65 h 149"/>
              </a:gdLst>
              <a:ahLst/>
              <a:cxnLst>
                <a:cxn ang="0">
                  <a:pos x="T0" y="T1"/>
                </a:cxn>
                <a:cxn ang="0">
                  <a:pos x="T2" y="T3"/>
                </a:cxn>
                <a:cxn ang="0">
                  <a:pos x="T4" y="T5"/>
                </a:cxn>
                <a:cxn ang="0">
                  <a:pos x="T6" y="T7"/>
                </a:cxn>
                <a:cxn ang="0">
                  <a:pos x="T8" y="T9"/>
                </a:cxn>
                <a:cxn ang="0">
                  <a:pos x="T10" y="T11"/>
                </a:cxn>
                <a:cxn ang="0">
                  <a:pos x="T12" y="T13"/>
                </a:cxn>
              </a:cxnLst>
              <a:rect l="0" t="0" r="r" b="b"/>
              <a:pathLst>
                <a:path w="414" h="149">
                  <a:moveTo>
                    <a:pt x="414" y="65"/>
                  </a:moveTo>
                  <a:cubicBezTo>
                    <a:pt x="414" y="29"/>
                    <a:pt x="321" y="0"/>
                    <a:pt x="207" y="0"/>
                  </a:cubicBezTo>
                  <a:cubicBezTo>
                    <a:pt x="93" y="0"/>
                    <a:pt x="0" y="29"/>
                    <a:pt x="0" y="65"/>
                  </a:cubicBezTo>
                  <a:cubicBezTo>
                    <a:pt x="0" y="85"/>
                    <a:pt x="0" y="85"/>
                    <a:pt x="0" y="85"/>
                  </a:cubicBezTo>
                  <a:cubicBezTo>
                    <a:pt x="0" y="120"/>
                    <a:pt x="93" y="149"/>
                    <a:pt x="207" y="149"/>
                  </a:cubicBezTo>
                  <a:cubicBezTo>
                    <a:pt x="321" y="149"/>
                    <a:pt x="414" y="120"/>
                    <a:pt x="414" y="85"/>
                  </a:cubicBezTo>
                  <a:lnTo>
                    <a:pt x="414" y="65"/>
                  </a:lnTo>
                  <a:close/>
                </a:path>
              </a:pathLst>
            </a:custGeom>
            <a:solidFill>
              <a:srgbClr val="EA98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Oval 55"/>
            <p:cNvSpPr>
              <a:spLocks noChangeArrowheads="1"/>
            </p:cNvSpPr>
            <p:nvPr/>
          </p:nvSpPr>
          <p:spPr bwMode="auto">
            <a:xfrm flipH="1">
              <a:off x="7920251" y="1350762"/>
              <a:ext cx="3751902" cy="1171755"/>
            </a:xfrm>
            <a:prstGeom prst="ellipse">
              <a:avLst/>
            </a:prstGeom>
            <a:solidFill>
              <a:srgbClr val="FFFFFF">
                <a:alpha val="14902"/>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6" name="Freeform 57"/>
            <p:cNvSpPr>
              <a:spLocks/>
            </p:cNvSpPr>
            <p:nvPr/>
          </p:nvSpPr>
          <p:spPr bwMode="auto">
            <a:xfrm flipH="1">
              <a:off x="12701029" y="1904197"/>
              <a:ext cx="660306" cy="244274"/>
            </a:xfrm>
            <a:custGeom>
              <a:avLst/>
              <a:gdLst>
                <a:gd name="T0" fmla="*/ 0 w 73"/>
                <a:gd name="T1" fmla="*/ 14 h 27"/>
                <a:gd name="T2" fmla="*/ 73 w 73"/>
                <a:gd name="T3" fmla="*/ 27 h 27"/>
                <a:gd name="T4" fmla="*/ 73 w 73"/>
                <a:gd name="T5" fmla="*/ 0 h 27"/>
                <a:gd name="T6" fmla="*/ 0 w 73"/>
                <a:gd name="T7" fmla="*/ 14 h 27"/>
              </a:gdLst>
              <a:ahLst/>
              <a:cxnLst>
                <a:cxn ang="0">
                  <a:pos x="T0" y="T1"/>
                </a:cxn>
                <a:cxn ang="0">
                  <a:pos x="T2" y="T3"/>
                </a:cxn>
                <a:cxn ang="0">
                  <a:pos x="T4" y="T5"/>
                </a:cxn>
                <a:cxn ang="0">
                  <a:pos x="T6" y="T7"/>
                </a:cxn>
              </a:cxnLst>
              <a:rect l="0" t="0" r="r" b="b"/>
              <a:pathLst>
                <a:path w="73" h="27">
                  <a:moveTo>
                    <a:pt x="0" y="14"/>
                  </a:moveTo>
                  <a:cubicBezTo>
                    <a:pt x="36" y="15"/>
                    <a:pt x="73" y="27"/>
                    <a:pt x="73" y="27"/>
                  </a:cubicBezTo>
                  <a:cubicBezTo>
                    <a:pt x="73" y="0"/>
                    <a:pt x="73" y="0"/>
                    <a:pt x="73" y="0"/>
                  </a:cubicBezTo>
                  <a:cubicBezTo>
                    <a:pt x="73" y="0"/>
                    <a:pt x="36" y="12"/>
                    <a:pt x="0" y="14"/>
                  </a:cubicBezTo>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Rectangle 58"/>
            <p:cNvSpPr>
              <a:spLocks noChangeArrowheads="1"/>
            </p:cNvSpPr>
            <p:nvPr/>
          </p:nvSpPr>
          <p:spPr bwMode="auto">
            <a:xfrm flipH="1">
              <a:off x="11875075" y="2003433"/>
              <a:ext cx="911171" cy="53435"/>
            </a:xfrm>
            <a:prstGeom prst="rect">
              <a:avLst/>
            </a:prstGeom>
            <a:solidFill>
              <a:schemeClr val="tx1">
                <a:lumMod val="65000"/>
                <a:lumOff val="3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59"/>
            <p:cNvSpPr>
              <a:spLocks/>
            </p:cNvSpPr>
            <p:nvPr/>
          </p:nvSpPr>
          <p:spPr bwMode="auto">
            <a:xfrm flipH="1">
              <a:off x="12701029" y="2801140"/>
              <a:ext cx="660306" cy="236641"/>
            </a:xfrm>
            <a:custGeom>
              <a:avLst/>
              <a:gdLst>
                <a:gd name="T0" fmla="*/ 0 w 73"/>
                <a:gd name="T1" fmla="*/ 13 h 26"/>
                <a:gd name="T2" fmla="*/ 73 w 73"/>
                <a:gd name="T3" fmla="*/ 26 h 26"/>
                <a:gd name="T4" fmla="*/ 73 w 73"/>
                <a:gd name="T5" fmla="*/ 0 h 26"/>
                <a:gd name="T6" fmla="*/ 0 w 73"/>
                <a:gd name="T7" fmla="*/ 13 h 26"/>
              </a:gdLst>
              <a:ahLst/>
              <a:cxnLst>
                <a:cxn ang="0">
                  <a:pos x="T0" y="T1"/>
                </a:cxn>
                <a:cxn ang="0">
                  <a:pos x="T2" y="T3"/>
                </a:cxn>
                <a:cxn ang="0">
                  <a:pos x="T4" y="T5"/>
                </a:cxn>
                <a:cxn ang="0">
                  <a:pos x="T6" y="T7"/>
                </a:cxn>
              </a:cxnLst>
              <a:rect l="0" t="0" r="r" b="b"/>
              <a:pathLst>
                <a:path w="73" h="26">
                  <a:moveTo>
                    <a:pt x="0" y="13"/>
                  </a:moveTo>
                  <a:cubicBezTo>
                    <a:pt x="36" y="14"/>
                    <a:pt x="73" y="26"/>
                    <a:pt x="73" y="26"/>
                  </a:cubicBezTo>
                  <a:cubicBezTo>
                    <a:pt x="73" y="0"/>
                    <a:pt x="73" y="0"/>
                    <a:pt x="73" y="0"/>
                  </a:cubicBezTo>
                  <a:cubicBezTo>
                    <a:pt x="73" y="0"/>
                    <a:pt x="36" y="12"/>
                    <a:pt x="0" y="13"/>
                  </a:cubicBezTo>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Rectangle 60"/>
            <p:cNvSpPr>
              <a:spLocks noChangeArrowheads="1"/>
            </p:cNvSpPr>
            <p:nvPr/>
          </p:nvSpPr>
          <p:spPr bwMode="auto">
            <a:xfrm flipH="1">
              <a:off x="11875075" y="2892744"/>
              <a:ext cx="911171" cy="53435"/>
            </a:xfrm>
            <a:prstGeom prst="rect">
              <a:avLst/>
            </a:prstGeom>
            <a:solidFill>
              <a:schemeClr val="tx1">
                <a:lumMod val="65000"/>
                <a:lumOff val="3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61"/>
            <p:cNvSpPr>
              <a:spLocks/>
            </p:cNvSpPr>
            <p:nvPr/>
          </p:nvSpPr>
          <p:spPr bwMode="auto">
            <a:xfrm flipH="1">
              <a:off x="12701029" y="3690453"/>
              <a:ext cx="660306" cy="248093"/>
            </a:xfrm>
            <a:custGeom>
              <a:avLst/>
              <a:gdLst>
                <a:gd name="T0" fmla="*/ 0 w 73"/>
                <a:gd name="T1" fmla="*/ 13 h 27"/>
                <a:gd name="T2" fmla="*/ 73 w 73"/>
                <a:gd name="T3" fmla="*/ 27 h 27"/>
                <a:gd name="T4" fmla="*/ 73 w 73"/>
                <a:gd name="T5" fmla="*/ 0 h 27"/>
                <a:gd name="T6" fmla="*/ 0 w 73"/>
                <a:gd name="T7" fmla="*/ 13 h 27"/>
              </a:gdLst>
              <a:ahLst/>
              <a:cxnLst>
                <a:cxn ang="0">
                  <a:pos x="T0" y="T1"/>
                </a:cxn>
                <a:cxn ang="0">
                  <a:pos x="T2" y="T3"/>
                </a:cxn>
                <a:cxn ang="0">
                  <a:pos x="T4" y="T5"/>
                </a:cxn>
                <a:cxn ang="0">
                  <a:pos x="T6" y="T7"/>
                </a:cxn>
              </a:cxnLst>
              <a:rect l="0" t="0" r="r" b="b"/>
              <a:pathLst>
                <a:path w="73" h="27">
                  <a:moveTo>
                    <a:pt x="0" y="13"/>
                  </a:moveTo>
                  <a:cubicBezTo>
                    <a:pt x="36" y="15"/>
                    <a:pt x="73" y="27"/>
                    <a:pt x="73" y="27"/>
                  </a:cubicBezTo>
                  <a:cubicBezTo>
                    <a:pt x="73" y="0"/>
                    <a:pt x="73" y="0"/>
                    <a:pt x="73" y="0"/>
                  </a:cubicBezTo>
                  <a:cubicBezTo>
                    <a:pt x="73" y="0"/>
                    <a:pt x="36" y="12"/>
                    <a:pt x="0" y="13"/>
                  </a:cubicBezTo>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Rectangle 62"/>
            <p:cNvSpPr>
              <a:spLocks noChangeArrowheads="1"/>
            </p:cNvSpPr>
            <p:nvPr/>
          </p:nvSpPr>
          <p:spPr bwMode="auto">
            <a:xfrm flipH="1">
              <a:off x="11875075" y="3782055"/>
              <a:ext cx="911171" cy="53435"/>
            </a:xfrm>
            <a:prstGeom prst="rect">
              <a:avLst/>
            </a:prstGeom>
            <a:solidFill>
              <a:schemeClr val="tx1">
                <a:lumMod val="65000"/>
                <a:lumOff val="3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63"/>
            <p:cNvSpPr>
              <a:spLocks/>
            </p:cNvSpPr>
            <p:nvPr/>
          </p:nvSpPr>
          <p:spPr bwMode="auto">
            <a:xfrm flipH="1">
              <a:off x="12701029" y="4579762"/>
              <a:ext cx="660306" cy="244274"/>
            </a:xfrm>
            <a:custGeom>
              <a:avLst/>
              <a:gdLst>
                <a:gd name="T0" fmla="*/ 0 w 73"/>
                <a:gd name="T1" fmla="*/ 13 h 27"/>
                <a:gd name="T2" fmla="*/ 73 w 73"/>
                <a:gd name="T3" fmla="*/ 27 h 27"/>
                <a:gd name="T4" fmla="*/ 73 w 73"/>
                <a:gd name="T5" fmla="*/ 0 h 27"/>
                <a:gd name="T6" fmla="*/ 0 w 73"/>
                <a:gd name="T7" fmla="*/ 13 h 27"/>
              </a:gdLst>
              <a:ahLst/>
              <a:cxnLst>
                <a:cxn ang="0">
                  <a:pos x="T0" y="T1"/>
                </a:cxn>
                <a:cxn ang="0">
                  <a:pos x="T2" y="T3"/>
                </a:cxn>
                <a:cxn ang="0">
                  <a:pos x="T4" y="T5"/>
                </a:cxn>
                <a:cxn ang="0">
                  <a:pos x="T6" y="T7"/>
                </a:cxn>
              </a:cxnLst>
              <a:rect l="0" t="0" r="r" b="b"/>
              <a:pathLst>
                <a:path w="73" h="27">
                  <a:moveTo>
                    <a:pt x="0" y="13"/>
                  </a:moveTo>
                  <a:cubicBezTo>
                    <a:pt x="36" y="15"/>
                    <a:pt x="73" y="27"/>
                    <a:pt x="73" y="27"/>
                  </a:cubicBezTo>
                  <a:cubicBezTo>
                    <a:pt x="73" y="0"/>
                    <a:pt x="73" y="0"/>
                    <a:pt x="73" y="0"/>
                  </a:cubicBezTo>
                  <a:cubicBezTo>
                    <a:pt x="73" y="0"/>
                    <a:pt x="36" y="12"/>
                    <a:pt x="0" y="13"/>
                  </a:cubicBezTo>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Rectangle 64"/>
            <p:cNvSpPr>
              <a:spLocks noChangeArrowheads="1"/>
            </p:cNvSpPr>
            <p:nvPr/>
          </p:nvSpPr>
          <p:spPr bwMode="auto">
            <a:xfrm flipH="1">
              <a:off x="11875075" y="4671366"/>
              <a:ext cx="911171" cy="53435"/>
            </a:xfrm>
            <a:prstGeom prst="rect">
              <a:avLst/>
            </a:prstGeom>
            <a:solidFill>
              <a:schemeClr val="tx1">
                <a:lumMod val="65000"/>
                <a:lumOff val="3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47" name="文本框 46"/>
          <p:cNvSpPr txBox="1"/>
          <p:nvPr/>
        </p:nvSpPr>
        <p:spPr>
          <a:xfrm>
            <a:off x="7992896" y="1706406"/>
            <a:ext cx="2856518" cy="830997"/>
          </a:xfrm>
          <a:prstGeom prst="rect">
            <a:avLst/>
          </a:prstGeom>
          <a:noFill/>
        </p:spPr>
        <p:txBody>
          <a:bodyPr wrap="square" rtlCol="0">
            <a:spAutoFit/>
          </a:bodyPr>
          <a:lstStyle/>
          <a:p>
            <a:pPr>
              <a:lnSpc>
                <a:spcPct val="120000"/>
              </a:lnSpc>
            </a:pPr>
            <a:r>
              <a:rPr lang="zh-CN" altLang="en-US" sz="2400" b="1" dirty="0">
                <a:solidFill>
                  <a:srgbClr val="EA981E"/>
                </a:solidFill>
              </a:rPr>
              <a:t>添加标题</a:t>
            </a:r>
            <a:endParaRPr lang="en-US" altLang="zh-CN" sz="2400" b="1" dirty="0">
              <a:solidFill>
                <a:srgbClr val="EA981E"/>
              </a:solidFill>
            </a:endParaRPr>
          </a:p>
          <a:p>
            <a:pPr>
              <a:lnSpc>
                <a:spcPct val="120000"/>
              </a:lnSpc>
            </a:pPr>
            <a:r>
              <a:rPr lang="zh-CN" altLang="en-US" sz="1600" dirty="0">
                <a:solidFill>
                  <a:schemeClr val="tx1">
                    <a:lumMod val="65000"/>
                    <a:lumOff val="35000"/>
                  </a:schemeClr>
                </a:solidFill>
              </a:rPr>
              <a:t>添加内容添加内容</a:t>
            </a:r>
          </a:p>
        </p:txBody>
      </p:sp>
      <p:sp>
        <p:nvSpPr>
          <p:cNvPr id="48" name="文本框 47"/>
          <p:cNvSpPr txBox="1"/>
          <p:nvPr/>
        </p:nvSpPr>
        <p:spPr>
          <a:xfrm>
            <a:off x="7992896" y="3383438"/>
            <a:ext cx="2856518" cy="830997"/>
          </a:xfrm>
          <a:prstGeom prst="rect">
            <a:avLst/>
          </a:prstGeom>
          <a:noFill/>
        </p:spPr>
        <p:txBody>
          <a:bodyPr wrap="square" rtlCol="0">
            <a:spAutoFit/>
          </a:bodyPr>
          <a:lstStyle/>
          <a:p>
            <a:pPr>
              <a:lnSpc>
                <a:spcPct val="120000"/>
              </a:lnSpc>
            </a:pPr>
            <a:r>
              <a:rPr lang="zh-CN" altLang="en-US" sz="2400" b="1" dirty="0">
                <a:solidFill>
                  <a:srgbClr val="219980"/>
                </a:solidFill>
              </a:rPr>
              <a:t>添加标题</a:t>
            </a:r>
            <a:endParaRPr lang="en-US" altLang="zh-CN" sz="2400" b="1" dirty="0">
              <a:solidFill>
                <a:srgbClr val="219980"/>
              </a:solidFill>
            </a:endParaRPr>
          </a:p>
          <a:p>
            <a:pPr>
              <a:lnSpc>
                <a:spcPct val="120000"/>
              </a:lnSpc>
            </a:pPr>
            <a:r>
              <a:rPr lang="zh-CN" altLang="en-US" sz="1600" dirty="0">
                <a:solidFill>
                  <a:schemeClr val="tx1">
                    <a:lumMod val="65000"/>
                    <a:lumOff val="35000"/>
                  </a:schemeClr>
                </a:solidFill>
              </a:rPr>
              <a:t>添加内容添加内容</a:t>
            </a:r>
          </a:p>
        </p:txBody>
      </p:sp>
      <p:sp>
        <p:nvSpPr>
          <p:cNvPr id="49" name="文本框 48"/>
          <p:cNvSpPr txBox="1"/>
          <p:nvPr/>
        </p:nvSpPr>
        <p:spPr>
          <a:xfrm>
            <a:off x="7992896" y="2544922"/>
            <a:ext cx="2856518" cy="830997"/>
          </a:xfrm>
          <a:prstGeom prst="rect">
            <a:avLst/>
          </a:prstGeom>
          <a:noFill/>
        </p:spPr>
        <p:txBody>
          <a:bodyPr wrap="square" rtlCol="0">
            <a:spAutoFit/>
          </a:bodyPr>
          <a:lstStyle/>
          <a:p>
            <a:pPr>
              <a:lnSpc>
                <a:spcPct val="120000"/>
              </a:lnSpc>
            </a:pPr>
            <a:r>
              <a:rPr lang="zh-CN" altLang="en-US" sz="2400" b="1" dirty="0">
                <a:solidFill>
                  <a:srgbClr val="29414F"/>
                </a:solidFill>
              </a:rPr>
              <a:t>添加标题</a:t>
            </a:r>
            <a:endParaRPr lang="en-US" altLang="zh-CN" sz="2400" b="1" dirty="0">
              <a:solidFill>
                <a:srgbClr val="29414F"/>
              </a:solidFill>
            </a:endParaRPr>
          </a:p>
          <a:p>
            <a:pPr>
              <a:lnSpc>
                <a:spcPct val="120000"/>
              </a:lnSpc>
            </a:pPr>
            <a:r>
              <a:rPr lang="zh-CN" altLang="en-US" sz="1600" dirty="0">
                <a:solidFill>
                  <a:schemeClr val="tx1">
                    <a:lumMod val="65000"/>
                    <a:lumOff val="35000"/>
                  </a:schemeClr>
                </a:solidFill>
              </a:rPr>
              <a:t>添加内容添加内容</a:t>
            </a:r>
          </a:p>
        </p:txBody>
      </p:sp>
      <p:sp>
        <p:nvSpPr>
          <p:cNvPr id="50" name="文本框 49"/>
          <p:cNvSpPr txBox="1"/>
          <p:nvPr/>
        </p:nvSpPr>
        <p:spPr>
          <a:xfrm>
            <a:off x="7992896" y="4221953"/>
            <a:ext cx="2856518" cy="830997"/>
          </a:xfrm>
          <a:prstGeom prst="rect">
            <a:avLst/>
          </a:prstGeom>
          <a:noFill/>
        </p:spPr>
        <p:txBody>
          <a:bodyPr wrap="square" rtlCol="0">
            <a:spAutoFit/>
          </a:bodyPr>
          <a:lstStyle/>
          <a:p>
            <a:pPr>
              <a:lnSpc>
                <a:spcPct val="120000"/>
              </a:lnSpc>
            </a:pPr>
            <a:r>
              <a:rPr lang="zh-CN" altLang="en-US" sz="2400" b="1" dirty="0">
                <a:solidFill>
                  <a:srgbClr val="3A8FCB"/>
                </a:solidFill>
              </a:rPr>
              <a:t>添加标题</a:t>
            </a:r>
            <a:endParaRPr lang="en-US" altLang="zh-CN" sz="2400" b="1" dirty="0">
              <a:solidFill>
                <a:srgbClr val="3A8FCB"/>
              </a:solidFill>
            </a:endParaRPr>
          </a:p>
          <a:p>
            <a:pPr>
              <a:lnSpc>
                <a:spcPct val="120000"/>
              </a:lnSpc>
            </a:pPr>
            <a:r>
              <a:rPr lang="zh-CN" altLang="en-US" sz="1600" dirty="0">
                <a:solidFill>
                  <a:schemeClr val="tx1">
                    <a:lumMod val="65000"/>
                    <a:lumOff val="35000"/>
                  </a:schemeClr>
                </a:solidFill>
              </a:rPr>
              <a:t>添加内容添加内容</a:t>
            </a:r>
          </a:p>
        </p:txBody>
      </p:sp>
    </p:spTree>
    <p:extLst>
      <p:ext uri="{BB962C8B-B14F-4D97-AF65-F5344CB8AC3E}">
        <p14:creationId xmlns:p14="http://schemas.microsoft.com/office/powerpoint/2010/main" val="535707178"/>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9" name="Group 33"/>
          <p:cNvGrpSpPr>
            <a:grpSpLocks noChangeAspect="1"/>
          </p:cNvGrpSpPr>
          <p:nvPr/>
        </p:nvGrpSpPr>
        <p:grpSpPr bwMode="auto">
          <a:xfrm>
            <a:off x="3600884" y="2042102"/>
            <a:ext cx="5572125" cy="3851275"/>
            <a:chOff x="677" y="946"/>
            <a:chExt cx="3510" cy="2426"/>
          </a:xfrm>
        </p:grpSpPr>
        <p:sp>
          <p:nvSpPr>
            <p:cNvPr id="30" name="AutoShape 32"/>
            <p:cNvSpPr>
              <a:spLocks noChangeAspect="1" noChangeArrowheads="1" noTextEdit="1"/>
            </p:cNvSpPr>
            <p:nvPr/>
          </p:nvSpPr>
          <p:spPr bwMode="auto">
            <a:xfrm>
              <a:off x="677" y="948"/>
              <a:ext cx="3508" cy="24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34"/>
            <p:cNvSpPr>
              <a:spLocks/>
            </p:cNvSpPr>
            <p:nvPr/>
          </p:nvSpPr>
          <p:spPr bwMode="auto">
            <a:xfrm>
              <a:off x="710" y="1747"/>
              <a:ext cx="3477" cy="1613"/>
            </a:xfrm>
            <a:custGeom>
              <a:avLst/>
              <a:gdLst>
                <a:gd name="T0" fmla="*/ 2365 w 3477"/>
                <a:gd name="T1" fmla="*/ 0 h 1613"/>
                <a:gd name="T2" fmla="*/ 0 w 3477"/>
                <a:gd name="T3" fmla="*/ 509 h 1613"/>
                <a:gd name="T4" fmla="*/ 1011 w 3477"/>
                <a:gd name="T5" fmla="*/ 1613 h 1613"/>
                <a:gd name="T6" fmla="*/ 3477 w 3477"/>
                <a:gd name="T7" fmla="*/ 234 h 1613"/>
                <a:gd name="T8" fmla="*/ 2365 w 3477"/>
                <a:gd name="T9" fmla="*/ 0 h 1613"/>
              </a:gdLst>
              <a:ahLst/>
              <a:cxnLst>
                <a:cxn ang="0">
                  <a:pos x="T0" y="T1"/>
                </a:cxn>
                <a:cxn ang="0">
                  <a:pos x="T2" y="T3"/>
                </a:cxn>
                <a:cxn ang="0">
                  <a:pos x="T4" y="T5"/>
                </a:cxn>
                <a:cxn ang="0">
                  <a:pos x="T6" y="T7"/>
                </a:cxn>
                <a:cxn ang="0">
                  <a:pos x="T8" y="T9"/>
                </a:cxn>
              </a:cxnLst>
              <a:rect l="0" t="0" r="r" b="b"/>
              <a:pathLst>
                <a:path w="3477" h="1613">
                  <a:moveTo>
                    <a:pt x="2365" y="0"/>
                  </a:moveTo>
                  <a:lnTo>
                    <a:pt x="0" y="509"/>
                  </a:lnTo>
                  <a:lnTo>
                    <a:pt x="1011" y="1613"/>
                  </a:lnTo>
                  <a:lnTo>
                    <a:pt x="3477" y="234"/>
                  </a:lnTo>
                  <a:lnTo>
                    <a:pt x="2365" y="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35"/>
            <p:cNvSpPr>
              <a:spLocks/>
            </p:cNvSpPr>
            <p:nvPr/>
          </p:nvSpPr>
          <p:spPr bwMode="auto">
            <a:xfrm>
              <a:off x="710" y="1747"/>
              <a:ext cx="3477" cy="1613"/>
            </a:xfrm>
            <a:custGeom>
              <a:avLst/>
              <a:gdLst>
                <a:gd name="T0" fmla="*/ 2365 w 3477"/>
                <a:gd name="T1" fmla="*/ 0 h 1613"/>
                <a:gd name="T2" fmla="*/ 0 w 3477"/>
                <a:gd name="T3" fmla="*/ 509 h 1613"/>
                <a:gd name="T4" fmla="*/ 1011 w 3477"/>
                <a:gd name="T5" fmla="*/ 1613 h 1613"/>
                <a:gd name="T6" fmla="*/ 3477 w 3477"/>
                <a:gd name="T7" fmla="*/ 234 h 1613"/>
                <a:gd name="T8" fmla="*/ 2365 w 3477"/>
                <a:gd name="T9" fmla="*/ 0 h 1613"/>
              </a:gdLst>
              <a:ahLst/>
              <a:cxnLst>
                <a:cxn ang="0">
                  <a:pos x="T0" y="T1"/>
                </a:cxn>
                <a:cxn ang="0">
                  <a:pos x="T2" y="T3"/>
                </a:cxn>
                <a:cxn ang="0">
                  <a:pos x="T4" y="T5"/>
                </a:cxn>
                <a:cxn ang="0">
                  <a:pos x="T6" y="T7"/>
                </a:cxn>
                <a:cxn ang="0">
                  <a:pos x="T8" y="T9"/>
                </a:cxn>
              </a:cxnLst>
              <a:rect l="0" t="0" r="r" b="b"/>
              <a:pathLst>
                <a:path w="3477" h="1613">
                  <a:moveTo>
                    <a:pt x="2365" y="0"/>
                  </a:moveTo>
                  <a:lnTo>
                    <a:pt x="0" y="509"/>
                  </a:lnTo>
                  <a:lnTo>
                    <a:pt x="1011" y="1613"/>
                  </a:lnTo>
                  <a:lnTo>
                    <a:pt x="3477" y="234"/>
                  </a:lnTo>
                  <a:lnTo>
                    <a:pt x="236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36"/>
            <p:cNvSpPr>
              <a:spLocks/>
            </p:cNvSpPr>
            <p:nvPr/>
          </p:nvSpPr>
          <p:spPr bwMode="auto">
            <a:xfrm>
              <a:off x="2261" y="1296"/>
              <a:ext cx="1917" cy="488"/>
            </a:xfrm>
            <a:custGeom>
              <a:avLst/>
              <a:gdLst>
                <a:gd name="T0" fmla="*/ 0 w 1917"/>
                <a:gd name="T1" fmla="*/ 69 h 488"/>
                <a:gd name="T2" fmla="*/ 0 w 1917"/>
                <a:gd name="T3" fmla="*/ 223 h 488"/>
                <a:gd name="T4" fmla="*/ 1337 w 1917"/>
                <a:gd name="T5" fmla="*/ 488 h 488"/>
                <a:gd name="T6" fmla="*/ 1917 w 1917"/>
                <a:gd name="T7" fmla="*/ 292 h 488"/>
                <a:gd name="T8" fmla="*/ 1917 w 1917"/>
                <a:gd name="T9" fmla="*/ 119 h 488"/>
                <a:gd name="T10" fmla="*/ 660 w 1917"/>
                <a:gd name="T11" fmla="*/ 0 h 488"/>
                <a:gd name="T12" fmla="*/ 0 w 1917"/>
                <a:gd name="T13" fmla="*/ 69 h 488"/>
              </a:gdLst>
              <a:ahLst/>
              <a:cxnLst>
                <a:cxn ang="0">
                  <a:pos x="T0" y="T1"/>
                </a:cxn>
                <a:cxn ang="0">
                  <a:pos x="T2" y="T3"/>
                </a:cxn>
                <a:cxn ang="0">
                  <a:pos x="T4" y="T5"/>
                </a:cxn>
                <a:cxn ang="0">
                  <a:pos x="T6" y="T7"/>
                </a:cxn>
                <a:cxn ang="0">
                  <a:pos x="T8" y="T9"/>
                </a:cxn>
                <a:cxn ang="0">
                  <a:pos x="T10" y="T11"/>
                </a:cxn>
                <a:cxn ang="0">
                  <a:pos x="T12" y="T13"/>
                </a:cxn>
              </a:cxnLst>
              <a:rect l="0" t="0" r="r" b="b"/>
              <a:pathLst>
                <a:path w="1917" h="488">
                  <a:moveTo>
                    <a:pt x="0" y="69"/>
                  </a:moveTo>
                  <a:lnTo>
                    <a:pt x="0" y="223"/>
                  </a:lnTo>
                  <a:lnTo>
                    <a:pt x="1337" y="488"/>
                  </a:lnTo>
                  <a:lnTo>
                    <a:pt x="1917" y="292"/>
                  </a:lnTo>
                  <a:lnTo>
                    <a:pt x="1917" y="119"/>
                  </a:lnTo>
                  <a:lnTo>
                    <a:pt x="660" y="0"/>
                  </a:lnTo>
                  <a:lnTo>
                    <a:pt x="0" y="69"/>
                  </a:lnTo>
                  <a:close/>
                </a:path>
              </a:pathLst>
            </a:custGeom>
            <a:solidFill>
              <a:srgbClr val="D412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37"/>
            <p:cNvSpPr>
              <a:spLocks/>
            </p:cNvSpPr>
            <p:nvPr/>
          </p:nvSpPr>
          <p:spPr bwMode="auto">
            <a:xfrm>
              <a:off x="710" y="2002"/>
              <a:ext cx="1667" cy="1358"/>
            </a:xfrm>
            <a:custGeom>
              <a:avLst/>
              <a:gdLst>
                <a:gd name="T0" fmla="*/ 0 w 1667"/>
                <a:gd name="T1" fmla="*/ 98 h 1358"/>
                <a:gd name="T2" fmla="*/ 0 w 1667"/>
                <a:gd name="T3" fmla="*/ 254 h 1358"/>
                <a:gd name="T4" fmla="*/ 1011 w 1667"/>
                <a:gd name="T5" fmla="*/ 1358 h 1358"/>
                <a:gd name="T6" fmla="*/ 1667 w 1667"/>
                <a:gd name="T7" fmla="*/ 991 h 1358"/>
                <a:gd name="T8" fmla="*/ 1667 w 1667"/>
                <a:gd name="T9" fmla="*/ 747 h 1358"/>
                <a:gd name="T10" fmla="*/ 457 w 1667"/>
                <a:gd name="T11" fmla="*/ 0 h 1358"/>
                <a:gd name="T12" fmla="*/ 0 w 1667"/>
                <a:gd name="T13" fmla="*/ 98 h 1358"/>
              </a:gdLst>
              <a:ahLst/>
              <a:cxnLst>
                <a:cxn ang="0">
                  <a:pos x="T0" y="T1"/>
                </a:cxn>
                <a:cxn ang="0">
                  <a:pos x="T2" y="T3"/>
                </a:cxn>
                <a:cxn ang="0">
                  <a:pos x="T4" y="T5"/>
                </a:cxn>
                <a:cxn ang="0">
                  <a:pos x="T6" y="T7"/>
                </a:cxn>
                <a:cxn ang="0">
                  <a:pos x="T8" y="T9"/>
                </a:cxn>
                <a:cxn ang="0">
                  <a:pos x="T10" y="T11"/>
                </a:cxn>
                <a:cxn ang="0">
                  <a:pos x="T12" y="T13"/>
                </a:cxn>
              </a:cxnLst>
              <a:rect l="0" t="0" r="r" b="b"/>
              <a:pathLst>
                <a:path w="1667" h="1358">
                  <a:moveTo>
                    <a:pt x="0" y="98"/>
                  </a:moveTo>
                  <a:lnTo>
                    <a:pt x="0" y="254"/>
                  </a:lnTo>
                  <a:lnTo>
                    <a:pt x="1011" y="1358"/>
                  </a:lnTo>
                  <a:lnTo>
                    <a:pt x="1667" y="991"/>
                  </a:lnTo>
                  <a:lnTo>
                    <a:pt x="1667" y="747"/>
                  </a:lnTo>
                  <a:lnTo>
                    <a:pt x="457" y="0"/>
                  </a:lnTo>
                  <a:lnTo>
                    <a:pt x="0" y="98"/>
                  </a:lnTo>
                  <a:close/>
                </a:path>
              </a:pathLst>
            </a:custGeom>
            <a:solidFill>
              <a:srgbClr val="2C3F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38"/>
            <p:cNvSpPr>
              <a:spLocks/>
            </p:cNvSpPr>
            <p:nvPr/>
          </p:nvSpPr>
          <p:spPr bwMode="auto">
            <a:xfrm>
              <a:off x="710" y="2002"/>
              <a:ext cx="1667" cy="1069"/>
            </a:xfrm>
            <a:custGeom>
              <a:avLst/>
              <a:gdLst>
                <a:gd name="T0" fmla="*/ 0 w 1667"/>
                <a:gd name="T1" fmla="*/ 98 h 1069"/>
                <a:gd name="T2" fmla="*/ 457 w 1667"/>
                <a:gd name="T3" fmla="*/ 0 h 1069"/>
                <a:gd name="T4" fmla="*/ 1667 w 1667"/>
                <a:gd name="T5" fmla="*/ 747 h 1069"/>
                <a:gd name="T6" fmla="*/ 1011 w 1667"/>
                <a:gd name="T7" fmla="*/ 1069 h 1069"/>
                <a:gd name="T8" fmla="*/ 0 w 1667"/>
                <a:gd name="T9" fmla="*/ 98 h 1069"/>
              </a:gdLst>
              <a:ahLst/>
              <a:cxnLst>
                <a:cxn ang="0">
                  <a:pos x="T0" y="T1"/>
                </a:cxn>
                <a:cxn ang="0">
                  <a:pos x="T2" y="T3"/>
                </a:cxn>
                <a:cxn ang="0">
                  <a:pos x="T4" y="T5"/>
                </a:cxn>
                <a:cxn ang="0">
                  <a:pos x="T6" y="T7"/>
                </a:cxn>
                <a:cxn ang="0">
                  <a:pos x="T8" y="T9"/>
                </a:cxn>
              </a:cxnLst>
              <a:rect l="0" t="0" r="r" b="b"/>
              <a:pathLst>
                <a:path w="1667" h="1069">
                  <a:moveTo>
                    <a:pt x="0" y="98"/>
                  </a:moveTo>
                  <a:lnTo>
                    <a:pt x="457" y="0"/>
                  </a:lnTo>
                  <a:lnTo>
                    <a:pt x="1667" y="747"/>
                  </a:lnTo>
                  <a:lnTo>
                    <a:pt x="1011" y="1069"/>
                  </a:lnTo>
                  <a:lnTo>
                    <a:pt x="0" y="98"/>
                  </a:lnTo>
                  <a:close/>
                </a:path>
              </a:pathLst>
            </a:custGeom>
            <a:solidFill>
              <a:srgbClr val="FFFFFF">
                <a:alpha val="2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39"/>
            <p:cNvSpPr>
              <a:spLocks/>
            </p:cNvSpPr>
            <p:nvPr/>
          </p:nvSpPr>
          <p:spPr bwMode="auto">
            <a:xfrm>
              <a:off x="1167" y="1758"/>
              <a:ext cx="1823" cy="991"/>
            </a:xfrm>
            <a:custGeom>
              <a:avLst/>
              <a:gdLst>
                <a:gd name="T0" fmla="*/ 0 w 1823"/>
                <a:gd name="T1" fmla="*/ 90 h 991"/>
                <a:gd name="T2" fmla="*/ 0 w 1823"/>
                <a:gd name="T3" fmla="*/ 244 h 991"/>
                <a:gd name="T4" fmla="*/ 1210 w 1823"/>
                <a:gd name="T5" fmla="*/ 991 h 991"/>
                <a:gd name="T6" fmla="*/ 1823 w 1823"/>
                <a:gd name="T7" fmla="*/ 690 h 991"/>
                <a:gd name="T8" fmla="*/ 1823 w 1823"/>
                <a:gd name="T9" fmla="*/ 481 h 991"/>
                <a:gd name="T10" fmla="*/ 507 w 1823"/>
                <a:gd name="T11" fmla="*/ 0 h 991"/>
                <a:gd name="T12" fmla="*/ 0 w 1823"/>
                <a:gd name="T13" fmla="*/ 90 h 991"/>
              </a:gdLst>
              <a:ahLst/>
              <a:cxnLst>
                <a:cxn ang="0">
                  <a:pos x="T0" y="T1"/>
                </a:cxn>
                <a:cxn ang="0">
                  <a:pos x="T2" y="T3"/>
                </a:cxn>
                <a:cxn ang="0">
                  <a:pos x="T4" y="T5"/>
                </a:cxn>
                <a:cxn ang="0">
                  <a:pos x="T6" y="T7"/>
                </a:cxn>
                <a:cxn ang="0">
                  <a:pos x="T8" y="T9"/>
                </a:cxn>
                <a:cxn ang="0">
                  <a:pos x="T10" y="T11"/>
                </a:cxn>
                <a:cxn ang="0">
                  <a:pos x="T12" y="T13"/>
                </a:cxn>
              </a:cxnLst>
              <a:rect l="0" t="0" r="r" b="b"/>
              <a:pathLst>
                <a:path w="1823" h="991">
                  <a:moveTo>
                    <a:pt x="0" y="90"/>
                  </a:moveTo>
                  <a:lnTo>
                    <a:pt x="0" y="244"/>
                  </a:lnTo>
                  <a:lnTo>
                    <a:pt x="1210" y="991"/>
                  </a:lnTo>
                  <a:lnTo>
                    <a:pt x="1823" y="690"/>
                  </a:lnTo>
                  <a:lnTo>
                    <a:pt x="1823" y="481"/>
                  </a:lnTo>
                  <a:lnTo>
                    <a:pt x="507" y="0"/>
                  </a:lnTo>
                  <a:lnTo>
                    <a:pt x="0" y="90"/>
                  </a:lnTo>
                  <a:close/>
                </a:path>
              </a:pathLst>
            </a:custGeom>
            <a:solidFill>
              <a:srgbClr val="FAB6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40"/>
            <p:cNvSpPr>
              <a:spLocks/>
            </p:cNvSpPr>
            <p:nvPr/>
          </p:nvSpPr>
          <p:spPr bwMode="auto">
            <a:xfrm>
              <a:off x="1167" y="1758"/>
              <a:ext cx="1823" cy="740"/>
            </a:xfrm>
            <a:custGeom>
              <a:avLst/>
              <a:gdLst>
                <a:gd name="T0" fmla="*/ 0 w 1823"/>
                <a:gd name="T1" fmla="*/ 90 h 740"/>
                <a:gd name="T2" fmla="*/ 507 w 1823"/>
                <a:gd name="T3" fmla="*/ 0 h 740"/>
                <a:gd name="T4" fmla="*/ 1823 w 1823"/>
                <a:gd name="T5" fmla="*/ 481 h 740"/>
                <a:gd name="T6" fmla="*/ 1210 w 1823"/>
                <a:gd name="T7" fmla="*/ 740 h 740"/>
                <a:gd name="T8" fmla="*/ 0 w 1823"/>
                <a:gd name="T9" fmla="*/ 90 h 740"/>
              </a:gdLst>
              <a:ahLst/>
              <a:cxnLst>
                <a:cxn ang="0">
                  <a:pos x="T0" y="T1"/>
                </a:cxn>
                <a:cxn ang="0">
                  <a:pos x="T2" y="T3"/>
                </a:cxn>
                <a:cxn ang="0">
                  <a:pos x="T4" y="T5"/>
                </a:cxn>
                <a:cxn ang="0">
                  <a:pos x="T6" y="T7"/>
                </a:cxn>
                <a:cxn ang="0">
                  <a:pos x="T8" y="T9"/>
                </a:cxn>
              </a:cxnLst>
              <a:rect l="0" t="0" r="r" b="b"/>
              <a:pathLst>
                <a:path w="1823" h="740">
                  <a:moveTo>
                    <a:pt x="0" y="90"/>
                  </a:moveTo>
                  <a:lnTo>
                    <a:pt x="507" y="0"/>
                  </a:lnTo>
                  <a:lnTo>
                    <a:pt x="1823" y="481"/>
                  </a:lnTo>
                  <a:lnTo>
                    <a:pt x="1210" y="740"/>
                  </a:lnTo>
                  <a:lnTo>
                    <a:pt x="0" y="90"/>
                  </a:lnTo>
                  <a:close/>
                </a:path>
              </a:pathLst>
            </a:custGeom>
            <a:solidFill>
              <a:srgbClr val="FFFFFF">
                <a:alpha val="2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41"/>
            <p:cNvSpPr>
              <a:spLocks/>
            </p:cNvSpPr>
            <p:nvPr/>
          </p:nvSpPr>
          <p:spPr bwMode="auto">
            <a:xfrm>
              <a:off x="1674" y="1519"/>
              <a:ext cx="1924" cy="720"/>
            </a:xfrm>
            <a:custGeom>
              <a:avLst/>
              <a:gdLst>
                <a:gd name="T0" fmla="*/ 0 w 1924"/>
                <a:gd name="T1" fmla="*/ 85 h 720"/>
                <a:gd name="T2" fmla="*/ 0 w 1924"/>
                <a:gd name="T3" fmla="*/ 239 h 720"/>
                <a:gd name="T4" fmla="*/ 1316 w 1924"/>
                <a:gd name="T5" fmla="*/ 720 h 720"/>
                <a:gd name="T6" fmla="*/ 1924 w 1924"/>
                <a:gd name="T7" fmla="*/ 465 h 720"/>
                <a:gd name="T8" fmla="*/ 1924 w 1924"/>
                <a:gd name="T9" fmla="*/ 265 h 720"/>
                <a:gd name="T10" fmla="*/ 587 w 1924"/>
                <a:gd name="T11" fmla="*/ 0 h 720"/>
                <a:gd name="T12" fmla="*/ 0 w 1924"/>
                <a:gd name="T13" fmla="*/ 85 h 720"/>
              </a:gdLst>
              <a:ahLst/>
              <a:cxnLst>
                <a:cxn ang="0">
                  <a:pos x="T0" y="T1"/>
                </a:cxn>
                <a:cxn ang="0">
                  <a:pos x="T2" y="T3"/>
                </a:cxn>
                <a:cxn ang="0">
                  <a:pos x="T4" y="T5"/>
                </a:cxn>
                <a:cxn ang="0">
                  <a:pos x="T6" y="T7"/>
                </a:cxn>
                <a:cxn ang="0">
                  <a:pos x="T8" y="T9"/>
                </a:cxn>
                <a:cxn ang="0">
                  <a:pos x="T10" y="T11"/>
                </a:cxn>
                <a:cxn ang="0">
                  <a:pos x="T12" y="T13"/>
                </a:cxn>
              </a:cxnLst>
              <a:rect l="0" t="0" r="r" b="b"/>
              <a:pathLst>
                <a:path w="1924" h="720">
                  <a:moveTo>
                    <a:pt x="0" y="85"/>
                  </a:moveTo>
                  <a:lnTo>
                    <a:pt x="0" y="239"/>
                  </a:lnTo>
                  <a:lnTo>
                    <a:pt x="1316" y="720"/>
                  </a:lnTo>
                  <a:lnTo>
                    <a:pt x="1924" y="465"/>
                  </a:lnTo>
                  <a:lnTo>
                    <a:pt x="1924" y="265"/>
                  </a:lnTo>
                  <a:lnTo>
                    <a:pt x="587" y="0"/>
                  </a:lnTo>
                  <a:lnTo>
                    <a:pt x="0" y="85"/>
                  </a:lnTo>
                  <a:close/>
                </a:path>
              </a:pathLst>
            </a:custGeom>
            <a:solidFill>
              <a:srgbClr val="05AC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42"/>
            <p:cNvSpPr>
              <a:spLocks/>
            </p:cNvSpPr>
            <p:nvPr/>
          </p:nvSpPr>
          <p:spPr bwMode="auto">
            <a:xfrm>
              <a:off x="1674" y="1519"/>
              <a:ext cx="1924" cy="469"/>
            </a:xfrm>
            <a:custGeom>
              <a:avLst/>
              <a:gdLst>
                <a:gd name="T0" fmla="*/ 0 w 1924"/>
                <a:gd name="T1" fmla="*/ 85 h 469"/>
                <a:gd name="T2" fmla="*/ 587 w 1924"/>
                <a:gd name="T3" fmla="*/ 0 h 469"/>
                <a:gd name="T4" fmla="*/ 1924 w 1924"/>
                <a:gd name="T5" fmla="*/ 265 h 469"/>
                <a:gd name="T6" fmla="*/ 1316 w 1924"/>
                <a:gd name="T7" fmla="*/ 469 h 469"/>
                <a:gd name="T8" fmla="*/ 0 w 1924"/>
                <a:gd name="T9" fmla="*/ 85 h 469"/>
              </a:gdLst>
              <a:ahLst/>
              <a:cxnLst>
                <a:cxn ang="0">
                  <a:pos x="T0" y="T1"/>
                </a:cxn>
                <a:cxn ang="0">
                  <a:pos x="T2" y="T3"/>
                </a:cxn>
                <a:cxn ang="0">
                  <a:pos x="T4" y="T5"/>
                </a:cxn>
                <a:cxn ang="0">
                  <a:pos x="T6" y="T7"/>
                </a:cxn>
                <a:cxn ang="0">
                  <a:pos x="T8" y="T9"/>
                </a:cxn>
              </a:cxnLst>
              <a:rect l="0" t="0" r="r" b="b"/>
              <a:pathLst>
                <a:path w="1924" h="469">
                  <a:moveTo>
                    <a:pt x="0" y="85"/>
                  </a:moveTo>
                  <a:lnTo>
                    <a:pt x="587" y="0"/>
                  </a:lnTo>
                  <a:lnTo>
                    <a:pt x="1924" y="265"/>
                  </a:lnTo>
                  <a:lnTo>
                    <a:pt x="1316" y="469"/>
                  </a:lnTo>
                  <a:lnTo>
                    <a:pt x="0" y="85"/>
                  </a:lnTo>
                  <a:close/>
                </a:path>
              </a:pathLst>
            </a:custGeom>
            <a:solidFill>
              <a:srgbClr val="FFFFFF">
                <a:alpha val="2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43"/>
            <p:cNvSpPr>
              <a:spLocks/>
            </p:cNvSpPr>
            <p:nvPr/>
          </p:nvSpPr>
          <p:spPr bwMode="auto">
            <a:xfrm>
              <a:off x="2261" y="1296"/>
              <a:ext cx="1917" cy="256"/>
            </a:xfrm>
            <a:custGeom>
              <a:avLst/>
              <a:gdLst>
                <a:gd name="T0" fmla="*/ 0 w 1917"/>
                <a:gd name="T1" fmla="*/ 69 h 256"/>
                <a:gd name="T2" fmla="*/ 660 w 1917"/>
                <a:gd name="T3" fmla="*/ 0 h 256"/>
                <a:gd name="T4" fmla="*/ 1917 w 1917"/>
                <a:gd name="T5" fmla="*/ 119 h 256"/>
                <a:gd name="T6" fmla="*/ 1337 w 1917"/>
                <a:gd name="T7" fmla="*/ 256 h 256"/>
                <a:gd name="T8" fmla="*/ 0 w 1917"/>
                <a:gd name="T9" fmla="*/ 69 h 256"/>
              </a:gdLst>
              <a:ahLst/>
              <a:cxnLst>
                <a:cxn ang="0">
                  <a:pos x="T0" y="T1"/>
                </a:cxn>
                <a:cxn ang="0">
                  <a:pos x="T2" y="T3"/>
                </a:cxn>
                <a:cxn ang="0">
                  <a:pos x="T4" y="T5"/>
                </a:cxn>
                <a:cxn ang="0">
                  <a:pos x="T6" y="T7"/>
                </a:cxn>
                <a:cxn ang="0">
                  <a:pos x="T8" y="T9"/>
                </a:cxn>
              </a:cxnLst>
              <a:rect l="0" t="0" r="r" b="b"/>
              <a:pathLst>
                <a:path w="1917" h="256">
                  <a:moveTo>
                    <a:pt x="0" y="69"/>
                  </a:moveTo>
                  <a:lnTo>
                    <a:pt x="660" y="0"/>
                  </a:lnTo>
                  <a:lnTo>
                    <a:pt x="1917" y="119"/>
                  </a:lnTo>
                  <a:lnTo>
                    <a:pt x="1337" y="256"/>
                  </a:lnTo>
                  <a:lnTo>
                    <a:pt x="0" y="69"/>
                  </a:lnTo>
                  <a:close/>
                </a:path>
              </a:pathLst>
            </a:custGeom>
            <a:solidFill>
              <a:srgbClr val="FFFFFF">
                <a:alpha val="2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44"/>
            <p:cNvSpPr>
              <a:spLocks noEditPoints="1"/>
            </p:cNvSpPr>
            <p:nvPr/>
          </p:nvSpPr>
          <p:spPr bwMode="auto">
            <a:xfrm>
              <a:off x="3229" y="946"/>
              <a:ext cx="608" cy="322"/>
            </a:xfrm>
            <a:custGeom>
              <a:avLst/>
              <a:gdLst>
                <a:gd name="T0" fmla="*/ 575 w 608"/>
                <a:gd name="T1" fmla="*/ 57 h 322"/>
                <a:gd name="T2" fmla="*/ 572 w 608"/>
                <a:gd name="T3" fmla="*/ 57 h 322"/>
                <a:gd name="T4" fmla="*/ 568 w 608"/>
                <a:gd name="T5" fmla="*/ 57 h 322"/>
                <a:gd name="T6" fmla="*/ 563 w 608"/>
                <a:gd name="T7" fmla="*/ 54 h 322"/>
                <a:gd name="T8" fmla="*/ 561 w 608"/>
                <a:gd name="T9" fmla="*/ 52 h 322"/>
                <a:gd name="T10" fmla="*/ 558 w 608"/>
                <a:gd name="T11" fmla="*/ 49 h 322"/>
                <a:gd name="T12" fmla="*/ 556 w 608"/>
                <a:gd name="T13" fmla="*/ 45 h 322"/>
                <a:gd name="T14" fmla="*/ 554 w 608"/>
                <a:gd name="T15" fmla="*/ 42 h 322"/>
                <a:gd name="T16" fmla="*/ 551 w 608"/>
                <a:gd name="T17" fmla="*/ 38 h 322"/>
                <a:gd name="T18" fmla="*/ 551 w 608"/>
                <a:gd name="T19" fmla="*/ 33 h 322"/>
                <a:gd name="T20" fmla="*/ 549 w 608"/>
                <a:gd name="T21" fmla="*/ 28 h 322"/>
                <a:gd name="T22" fmla="*/ 551 w 608"/>
                <a:gd name="T23" fmla="*/ 26 h 322"/>
                <a:gd name="T24" fmla="*/ 551 w 608"/>
                <a:gd name="T25" fmla="*/ 21 h 322"/>
                <a:gd name="T26" fmla="*/ 554 w 608"/>
                <a:gd name="T27" fmla="*/ 16 h 322"/>
                <a:gd name="T28" fmla="*/ 556 w 608"/>
                <a:gd name="T29" fmla="*/ 14 h 322"/>
                <a:gd name="T30" fmla="*/ 558 w 608"/>
                <a:gd name="T31" fmla="*/ 9 h 322"/>
                <a:gd name="T32" fmla="*/ 561 w 608"/>
                <a:gd name="T33" fmla="*/ 7 h 322"/>
                <a:gd name="T34" fmla="*/ 563 w 608"/>
                <a:gd name="T35" fmla="*/ 4 h 322"/>
                <a:gd name="T36" fmla="*/ 568 w 608"/>
                <a:gd name="T37" fmla="*/ 2 h 322"/>
                <a:gd name="T38" fmla="*/ 572 w 608"/>
                <a:gd name="T39" fmla="*/ 2 h 322"/>
                <a:gd name="T40" fmla="*/ 575 w 608"/>
                <a:gd name="T41" fmla="*/ 0 h 322"/>
                <a:gd name="T42" fmla="*/ 580 w 608"/>
                <a:gd name="T43" fmla="*/ 0 h 322"/>
                <a:gd name="T44" fmla="*/ 584 w 608"/>
                <a:gd name="T45" fmla="*/ 2 h 322"/>
                <a:gd name="T46" fmla="*/ 589 w 608"/>
                <a:gd name="T47" fmla="*/ 2 h 322"/>
                <a:gd name="T48" fmla="*/ 591 w 608"/>
                <a:gd name="T49" fmla="*/ 4 h 322"/>
                <a:gd name="T50" fmla="*/ 596 w 608"/>
                <a:gd name="T51" fmla="*/ 7 h 322"/>
                <a:gd name="T52" fmla="*/ 599 w 608"/>
                <a:gd name="T53" fmla="*/ 9 h 322"/>
                <a:gd name="T54" fmla="*/ 601 w 608"/>
                <a:gd name="T55" fmla="*/ 11 h 322"/>
                <a:gd name="T56" fmla="*/ 603 w 608"/>
                <a:gd name="T57" fmla="*/ 16 h 322"/>
                <a:gd name="T58" fmla="*/ 606 w 608"/>
                <a:gd name="T59" fmla="*/ 19 h 322"/>
                <a:gd name="T60" fmla="*/ 606 w 608"/>
                <a:gd name="T61" fmla="*/ 23 h 322"/>
                <a:gd name="T62" fmla="*/ 608 w 608"/>
                <a:gd name="T63" fmla="*/ 28 h 322"/>
                <a:gd name="T64" fmla="*/ 606 w 608"/>
                <a:gd name="T65" fmla="*/ 33 h 322"/>
                <a:gd name="T66" fmla="*/ 606 w 608"/>
                <a:gd name="T67" fmla="*/ 35 h 322"/>
                <a:gd name="T68" fmla="*/ 606 w 608"/>
                <a:gd name="T69" fmla="*/ 40 h 322"/>
                <a:gd name="T70" fmla="*/ 603 w 608"/>
                <a:gd name="T71" fmla="*/ 45 h 322"/>
                <a:gd name="T72" fmla="*/ 601 w 608"/>
                <a:gd name="T73" fmla="*/ 47 h 322"/>
                <a:gd name="T74" fmla="*/ 599 w 608"/>
                <a:gd name="T75" fmla="*/ 49 h 322"/>
                <a:gd name="T76" fmla="*/ 594 w 608"/>
                <a:gd name="T77" fmla="*/ 52 h 322"/>
                <a:gd name="T78" fmla="*/ 591 w 608"/>
                <a:gd name="T79" fmla="*/ 54 h 322"/>
                <a:gd name="T80" fmla="*/ 587 w 608"/>
                <a:gd name="T81" fmla="*/ 57 h 322"/>
                <a:gd name="T82" fmla="*/ 582 w 608"/>
                <a:gd name="T83" fmla="*/ 57 h 322"/>
                <a:gd name="T84" fmla="*/ 580 w 608"/>
                <a:gd name="T85" fmla="*/ 57 h 322"/>
                <a:gd name="T86" fmla="*/ 580 w 608"/>
                <a:gd name="T87" fmla="*/ 35 h 322"/>
                <a:gd name="T88" fmla="*/ 154 w 608"/>
                <a:gd name="T89" fmla="*/ 21 h 322"/>
                <a:gd name="T90" fmla="*/ 154 w 608"/>
                <a:gd name="T91" fmla="*/ 21 h 322"/>
                <a:gd name="T92" fmla="*/ 146 w 608"/>
                <a:gd name="T93" fmla="*/ 26 h 322"/>
                <a:gd name="T94" fmla="*/ 23 w 608"/>
                <a:gd name="T95" fmla="*/ 265 h 322"/>
                <a:gd name="T96" fmla="*/ 0 w 608"/>
                <a:gd name="T97" fmla="*/ 246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08" h="322">
                  <a:moveTo>
                    <a:pt x="580" y="57"/>
                  </a:moveTo>
                  <a:lnTo>
                    <a:pt x="577" y="57"/>
                  </a:lnTo>
                  <a:lnTo>
                    <a:pt x="575" y="57"/>
                  </a:lnTo>
                  <a:lnTo>
                    <a:pt x="575" y="57"/>
                  </a:lnTo>
                  <a:lnTo>
                    <a:pt x="572" y="57"/>
                  </a:lnTo>
                  <a:lnTo>
                    <a:pt x="572" y="57"/>
                  </a:lnTo>
                  <a:lnTo>
                    <a:pt x="570" y="57"/>
                  </a:lnTo>
                  <a:lnTo>
                    <a:pt x="568" y="57"/>
                  </a:lnTo>
                  <a:lnTo>
                    <a:pt x="568" y="57"/>
                  </a:lnTo>
                  <a:lnTo>
                    <a:pt x="565" y="54"/>
                  </a:lnTo>
                  <a:lnTo>
                    <a:pt x="565" y="54"/>
                  </a:lnTo>
                  <a:lnTo>
                    <a:pt x="563" y="54"/>
                  </a:lnTo>
                  <a:lnTo>
                    <a:pt x="563" y="52"/>
                  </a:lnTo>
                  <a:lnTo>
                    <a:pt x="561" y="52"/>
                  </a:lnTo>
                  <a:lnTo>
                    <a:pt x="561" y="52"/>
                  </a:lnTo>
                  <a:lnTo>
                    <a:pt x="558" y="49"/>
                  </a:lnTo>
                  <a:lnTo>
                    <a:pt x="558" y="49"/>
                  </a:lnTo>
                  <a:lnTo>
                    <a:pt x="558" y="49"/>
                  </a:lnTo>
                  <a:lnTo>
                    <a:pt x="556" y="47"/>
                  </a:lnTo>
                  <a:lnTo>
                    <a:pt x="556" y="47"/>
                  </a:lnTo>
                  <a:lnTo>
                    <a:pt x="556" y="45"/>
                  </a:lnTo>
                  <a:lnTo>
                    <a:pt x="554" y="45"/>
                  </a:lnTo>
                  <a:lnTo>
                    <a:pt x="554" y="42"/>
                  </a:lnTo>
                  <a:lnTo>
                    <a:pt x="554" y="42"/>
                  </a:lnTo>
                  <a:lnTo>
                    <a:pt x="551" y="40"/>
                  </a:lnTo>
                  <a:lnTo>
                    <a:pt x="551" y="40"/>
                  </a:lnTo>
                  <a:lnTo>
                    <a:pt x="551" y="38"/>
                  </a:lnTo>
                  <a:lnTo>
                    <a:pt x="551" y="35"/>
                  </a:lnTo>
                  <a:lnTo>
                    <a:pt x="551" y="35"/>
                  </a:lnTo>
                  <a:lnTo>
                    <a:pt x="551" y="33"/>
                  </a:lnTo>
                  <a:lnTo>
                    <a:pt x="551" y="33"/>
                  </a:lnTo>
                  <a:lnTo>
                    <a:pt x="551" y="30"/>
                  </a:lnTo>
                  <a:lnTo>
                    <a:pt x="549" y="28"/>
                  </a:lnTo>
                  <a:lnTo>
                    <a:pt x="551" y="28"/>
                  </a:lnTo>
                  <a:lnTo>
                    <a:pt x="551" y="26"/>
                  </a:lnTo>
                  <a:lnTo>
                    <a:pt x="551" y="26"/>
                  </a:lnTo>
                  <a:lnTo>
                    <a:pt x="551" y="23"/>
                  </a:lnTo>
                  <a:lnTo>
                    <a:pt x="551" y="21"/>
                  </a:lnTo>
                  <a:lnTo>
                    <a:pt x="551" y="21"/>
                  </a:lnTo>
                  <a:lnTo>
                    <a:pt x="551" y="19"/>
                  </a:lnTo>
                  <a:lnTo>
                    <a:pt x="551" y="19"/>
                  </a:lnTo>
                  <a:lnTo>
                    <a:pt x="554" y="16"/>
                  </a:lnTo>
                  <a:lnTo>
                    <a:pt x="554" y="16"/>
                  </a:lnTo>
                  <a:lnTo>
                    <a:pt x="554" y="14"/>
                  </a:lnTo>
                  <a:lnTo>
                    <a:pt x="556" y="14"/>
                  </a:lnTo>
                  <a:lnTo>
                    <a:pt x="556" y="11"/>
                  </a:lnTo>
                  <a:lnTo>
                    <a:pt x="556" y="11"/>
                  </a:lnTo>
                  <a:lnTo>
                    <a:pt x="558" y="9"/>
                  </a:lnTo>
                  <a:lnTo>
                    <a:pt x="558" y="9"/>
                  </a:lnTo>
                  <a:lnTo>
                    <a:pt x="558" y="9"/>
                  </a:lnTo>
                  <a:lnTo>
                    <a:pt x="561" y="7"/>
                  </a:lnTo>
                  <a:lnTo>
                    <a:pt x="561" y="7"/>
                  </a:lnTo>
                  <a:lnTo>
                    <a:pt x="563" y="4"/>
                  </a:lnTo>
                  <a:lnTo>
                    <a:pt x="563" y="4"/>
                  </a:lnTo>
                  <a:lnTo>
                    <a:pt x="565" y="4"/>
                  </a:lnTo>
                  <a:lnTo>
                    <a:pt x="565" y="4"/>
                  </a:lnTo>
                  <a:lnTo>
                    <a:pt x="568" y="2"/>
                  </a:lnTo>
                  <a:lnTo>
                    <a:pt x="568" y="2"/>
                  </a:lnTo>
                  <a:lnTo>
                    <a:pt x="570" y="2"/>
                  </a:lnTo>
                  <a:lnTo>
                    <a:pt x="572" y="2"/>
                  </a:lnTo>
                  <a:lnTo>
                    <a:pt x="572" y="2"/>
                  </a:lnTo>
                  <a:lnTo>
                    <a:pt x="575" y="2"/>
                  </a:lnTo>
                  <a:lnTo>
                    <a:pt x="575" y="0"/>
                  </a:lnTo>
                  <a:lnTo>
                    <a:pt x="577" y="0"/>
                  </a:lnTo>
                  <a:lnTo>
                    <a:pt x="580" y="0"/>
                  </a:lnTo>
                  <a:lnTo>
                    <a:pt x="580" y="0"/>
                  </a:lnTo>
                  <a:lnTo>
                    <a:pt x="582" y="0"/>
                  </a:lnTo>
                  <a:lnTo>
                    <a:pt x="582" y="2"/>
                  </a:lnTo>
                  <a:lnTo>
                    <a:pt x="584" y="2"/>
                  </a:lnTo>
                  <a:lnTo>
                    <a:pt x="587" y="2"/>
                  </a:lnTo>
                  <a:lnTo>
                    <a:pt x="587" y="2"/>
                  </a:lnTo>
                  <a:lnTo>
                    <a:pt x="589" y="2"/>
                  </a:lnTo>
                  <a:lnTo>
                    <a:pt x="589" y="2"/>
                  </a:lnTo>
                  <a:lnTo>
                    <a:pt x="591" y="4"/>
                  </a:lnTo>
                  <a:lnTo>
                    <a:pt x="591" y="4"/>
                  </a:lnTo>
                  <a:lnTo>
                    <a:pt x="594" y="4"/>
                  </a:lnTo>
                  <a:lnTo>
                    <a:pt x="594" y="4"/>
                  </a:lnTo>
                  <a:lnTo>
                    <a:pt x="596" y="7"/>
                  </a:lnTo>
                  <a:lnTo>
                    <a:pt x="596" y="7"/>
                  </a:lnTo>
                  <a:lnTo>
                    <a:pt x="599" y="9"/>
                  </a:lnTo>
                  <a:lnTo>
                    <a:pt x="599" y="9"/>
                  </a:lnTo>
                  <a:lnTo>
                    <a:pt x="599" y="9"/>
                  </a:lnTo>
                  <a:lnTo>
                    <a:pt x="601" y="11"/>
                  </a:lnTo>
                  <a:lnTo>
                    <a:pt x="601" y="11"/>
                  </a:lnTo>
                  <a:lnTo>
                    <a:pt x="601" y="14"/>
                  </a:lnTo>
                  <a:lnTo>
                    <a:pt x="603" y="14"/>
                  </a:lnTo>
                  <a:lnTo>
                    <a:pt x="603" y="16"/>
                  </a:lnTo>
                  <a:lnTo>
                    <a:pt x="603" y="16"/>
                  </a:lnTo>
                  <a:lnTo>
                    <a:pt x="606" y="19"/>
                  </a:lnTo>
                  <a:lnTo>
                    <a:pt x="606" y="19"/>
                  </a:lnTo>
                  <a:lnTo>
                    <a:pt x="606" y="21"/>
                  </a:lnTo>
                  <a:lnTo>
                    <a:pt x="606" y="21"/>
                  </a:lnTo>
                  <a:lnTo>
                    <a:pt x="606" y="23"/>
                  </a:lnTo>
                  <a:lnTo>
                    <a:pt x="606" y="26"/>
                  </a:lnTo>
                  <a:lnTo>
                    <a:pt x="606" y="26"/>
                  </a:lnTo>
                  <a:lnTo>
                    <a:pt x="608" y="28"/>
                  </a:lnTo>
                  <a:lnTo>
                    <a:pt x="608" y="28"/>
                  </a:lnTo>
                  <a:lnTo>
                    <a:pt x="608" y="30"/>
                  </a:lnTo>
                  <a:lnTo>
                    <a:pt x="606" y="33"/>
                  </a:lnTo>
                  <a:lnTo>
                    <a:pt x="606" y="33"/>
                  </a:lnTo>
                  <a:lnTo>
                    <a:pt x="606" y="35"/>
                  </a:lnTo>
                  <a:lnTo>
                    <a:pt x="606" y="35"/>
                  </a:lnTo>
                  <a:lnTo>
                    <a:pt x="606" y="38"/>
                  </a:lnTo>
                  <a:lnTo>
                    <a:pt x="606" y="40"/>
                  </a:lnTo>
                  <a:lnTo>
                    <a:pt x="606" y="40"/>
                  </a:lnTo>
                  <a:lnTo>
                    <a:pt x="603" y="42"/>
                  </a:lnTo>
                  <a:lnTo>
                    <a:pt x="603" y="42"/>
                  </a:lnTo>
                  <a:lnTo>
                    <a:pt x="603" y="45"/>
                  </a:lnTo>
                  <a:lnTo>
                    <a:pt x="601" y="45"/>
                  </a:lnTo>
                  <a:lnTo>
                    <a:pt x="601" y="47"/>
                  </a:lnTo>
                  <a:lnTo>
                    <a:pt x="601" y="47"/>
                  </a:lnTo>
                  <a:lnTo>
                    <a:pt x="599" y="49"/>
                  </a:lnTo>
                  <a:lnTo>
                    <a:pt x="599" y="49"/>
                  </a:lnTo>
                  <a:lnTo>
                    <a:pt x="599" y="49"/>
                  </a:lnTo>
                  <a:lnTo>
                    <a:pt x="596" y="52"/>
                  </a:lnTo>
                  <a:lnTo>
                    <a:pt x="596" y="52"/>
                  </a:lnTo>
                  <a:lnTo>
                    <a:pt x="594" y="52"/>
                  </a:lnTo>
                  <a:lnTo>
                    <a:pt x="594" y="54"/>
                  </a:lnTo>
                  <a:lnTo>
                    <a:pt x="591" y="54"/>
                  </a:lnTo>
                  <a:lnTo>
                    <a:pt x="591" y="54"/>
                  </a:lnTo>
                  <a:lnTo>
                    <a:pt x="589" y="57"/>
                  </a:lnTo>
                  <a:lnTo>
                    <a:pt x="589" y="57"/>
                  </a:lnTo>
                  <a:lnTo>
                    <a:pt x="587" y="57"/>
                  </a:lnTo>
                  <a:lnTo>
                    <a:pt x="587" y="57"/>
                  </a:lnTo>
                  <a:lnTo>
                    <a:pt x="584" y="57"/>
                  </a:lnTo>
                  <a:lnTo>
                    <a:pt x="582" y="57"/>
                  </a:lnTo>
                  <a:lnTo>
                    <a:pt x="582" y="57"/>
                  </a:lnTo>
                  <a:lnTo>
                    <a:pt x="580" y="57"/>
                  </a:lnTo>
                  <a:lnTo>
                    <a:pt x="580" y="57"/>
                  </a:lnTo>
                  <a:close/>
                  <a:moveTo>
                    <a:pt x="154" y="21"/>
                  </a:moveTo>
                  <a:lnTo>
                    <a:pt x="580" y="21"/>
                  </a:lnTo>
                  <a:lnTo>
                    <a:pt x="580" y="35"/>
                  </a:lnTo>
                  <a:lnTo>
                    <a:pt x="154" y="35"/>
                  </a:lnTo>
                  <a:lnTo>
                    <a:pt x="146" y="26"/>
                  </a:lnTo>
                  <a:lnTo>
                    <a:pt x="154" y="21"/>
                  </a:lnTo>
                  <a:close/>
                  <a:moveTo>
                    <a:pt x="146" y="26"/>
                  </a:moveTo>
                  <a:lnTo>
                    <a:pt x="149" y="21"/>
                  </a:lnTo>
                  <a:lnTo>
                    <a:pt x="154" y="21"/>
                  </a:lnTo>
                  <a:lnTo>
                    <a:pt x="146" y="26"/>
                  </a:lnTo>
                  <a:close/>
                  <a:moveTo>
                    <a:pt x="23" y="265"/>
                  </a:moveTo>
                  <a:lnTo>
                    <a:pt x="146" y="26"/>
                  </a:lnTo>
                  <a:lnTo>
                    <a:pt x="161" y="33"/>
                  </a:lnTo>
                  <a:lnTo>
                    <a:pt x="35" y="272"/>
                  </a:lnTo>
                  <a:lnTo>
                    <a:pt x="23" y="265"/>
                  </a:lnTo>
                  <a:close/>
                  <a:moveTo>
                    <a:pt x="66" y="279"/>
                  </a:moveTo>
                  <a:lnTo>
                    <a:pt x="0" y="322"/>
                  </a:lnTo>
                  <a:lnTo>
                    <a:pt x="0" y="246"/>
                  </a:lnTo>
                  <a:lnTo>
                    <a:pt x="66" y="279"/>
                  </a:lnTo>
                  <a:close/>
                </a:path>
              </a:pathLst>
            </a:custGeom>
            <a:solidFill>
              <a:srgbClr val="8C9F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45"/>
            <p:cNvSpPr>
              <a:spLocks noEditPoints="1"/>
            </p:cNvSpPr>
            <p:nvPr/>
          </p:nvSpPr>
          <p:spPr bwMode="auto">
            <a:xfrm>
              <a:off x="677" y="1377"/>
              <a:ext cx="670" cy="322"/>
            </a:xfrm>
            <a:custGeom>
              <a:avLst/>
              <a:gdLst>
                <a:gd name="T0" fmla="*/ 31 w 670"/>
                <a:gd name="T1" fmla="*/ 0 h 322"/>
                <a:gd name="T2" fmla="*/ 36 w 670"/>
                <a:gd name="T3" fmla="*/ 0 h 322"/>
                <a:gd name="T4" fmla="*/ 40 w 670"/>
                <a:gd name="T5" fmla="*/ 2 h 322"/>
                <a:gd name="T6" fmla="*/ 43 w 670"/>
                <a:gd name="T7" fmla="*/ 5 h 322"/>
                <a:gd name="T8" fmla="*/ 47 w 670"/>
                <a:gd name="T9" fmla="*/ 7 h 322"/>
                <a:gd name="T10" fmla="*/ 50 w 670"/>
                <a:gd name="T11" fmla="*/ 9 h 322"/>
                <a:gd name="T12" fmla="*/ 52 w 670"/>
                <a:gd name="T13" fmla="*/ 12 h 322"/>
                <a:gd name="T14" fmla="*/ 54 w 670"/>
                <a:gd name="T15" fmla="*/ 16 h 322"/>
                <a:gd name="T16" fmla="*/ 57 w 670"/>
                <a:gd name="T17" fmla="*/ 19 h 322"/>
                <a:gd name="T18" fmla="*/ 57 w 670"/>
                <a:gd name="T19" fmla="*/ 24 h 322"/>
                <a:gd name="T20" fmla="*/ 57 w 670"/>
                <a:gd name="T21" fmla="*/ 28 h 322"/>
                <a:gd name="T22" fmla="*/ 57 w 670"/>
                <a:gd name="T23" fmla="*/ 33 h 322"/>
                <a:gd name="T24" fmla="*/ 57 w 670"/>
                <a:gd name="T25" fmla="*/ 38 h 322"/>
                <a:gd name="T26" fmla="*/ 54 w 670"/>
                <a:gd name="T27" fmla="*/ 40 h 322"/>
                <a:gd name="T28" fmla="*/ 52 w 670"/>
                <a:gd name="T29" fmla="*/ 45 h 322"/>
                <a:gd name="T30" fmla="*/ 50 w 670"/>
                <a:gd name="T31" fmla="*/ 47 h 322"/>
                <a:gd name="T32" fmla="*/ 47 w 670"/>
                <a:gd name="T33" fmla="*/ 50 h 322"/>
                <a:gd name="T34" fmla="*/ 43 w 670"/>
                <a:gd name="T35" fmla="*/ 52 h 322"/>
                <a:gd name="T36" fmla="*/ 40 w 670"/>
                <a:gd name="T37" fmla="*/ 54 h 322"/>
                <a:gd name="T38" fmla="*/ 36 w 670"/>
                <a:gd name="T39" fmla="*/ 57 h 322"/>
                <a:gd name="T40" fmla="*/ 31 w 670"/>
                <a:gd name="T41" fmla="*/ 57 h 322"/>
                <a:gd name="T42" fmla="*/ 26 w 670"/>
                <a:gd name="T43" fmla="*/ 57 h 322"/>
                <a:gd name="T44" fmla="*/ 24 w 670"/>
                <a:gd name="T45" fmla="*/ 57 h 322"/>
                <a:gd name="T46" fmla="*/ 19 w 670"/>
                <a:gd name="T47" fmla="*/ 54 h 322"/>
                <a:gd name="T48" fmla="*/ 14 w 670"/>
                <a:gd name="T49" fmla="*/ 54 h 322"/>
                <a:gd name="T50" fmla="*/ 12 w 670"/>
                <a:gd name="T51" fmla="*/ 52 h 322"/>
                <a:gd name="T52" fmla="*/ 10 w 670"/>
                <a:gd name="T53" fmla="*/ 50 h 322"/>
                <a:gd name="T54" fmla="*/ 5 w 670"/>
                <a:gd name="T55" fmla="*/ 45 h 322"/>
                <a:gd name="T56" fmla="*/ 2 w 670"/>
                <a:gd name="T57" fmla="*/ 43 h 322"/>
                <a:gd name="T58" fmla="*/ 2 w 670"/>
                <a:gd name="T59" fmla="*/ 38 h 322"/>
                <a:gd name="T60" fmla="*/ 0 w 670"/>
                <a:gd name="T61" fmla="*/ 33 h 322"/>
                <a:gd name="T62" fmla="*/ 0 w 670"/>
                <a:gd name="T63" fmla="*/ 31 h 322"/>
                <a:gd name="T64" fmla="*/ 0 w 670"/>
                <a:gd name="T65" fmla="*/ 26 h 322"/>
                <a:gd name="T66" fmla="*/ 0 w 670"/>
                <a:gd name="T67" fmla="*/ 21 h 322"/>
                <a:gd name="T68" fmla="*/ 2 w 670"/>
                <a:gd name="T69" fmla="*/ 16 h 322"/>
                <a:gd name="T70" fmla="*/ 5 w 670"/>
                <a:gd name="T71" fmla="*/ 14 h 322"/>
                <a:gd name="T72" fmla="*/ 7 w 670"/>
                <a:gd name="T73" fmla="*/ 9 h 322"/>
                <a:gd name="T74" fmla="*/ 10 w 670"/>
                <a:gd name="T75" fmla="*/ 7 h 322"/>
                <a:gd name="T76" fmla="*/ 12 w 670"/>
                <a:gd name="T77" fmla="*/ 5 h 322"/>
                <a:gd name="T78" fmla="*/ 17 w 670"/>
                <a:gd name="T79" fmla="*/ 2 h 322"/>
                <a:gd name="T80" fmla="*/ 19 w 670"/>
                <a:gd name="T81" fmla="*/ 2 h 322"/>
                <a:gd name="T82" fmla="*/ 24 w 670"/>
                <a:gd name="T83" fmla="*/ 0 h 322"/>
                <a:gd name="T84" fmla="*/ 28 w 670"/>
                <a:gd name="T85" fmla="*/ 0 h 322"/>
                <a:gd name="T86" fmla="*/ 28 w 670"/>
                <a:gd name="T87" fmla="*/ 21 h 322"/>
                <a:gd name="T88" fmla="*/ 516 w 670"/>
                <a:gd name="T89" fmla="*/ 35 h 322"/>
                <a:gd name="T90" fmla="*/ 523 w 670"/>
                <a:gd name="T91" fmla="*/ 26 h 322"/>
                <a:gd name="T92" fmla="*/ 509 w 670"/>
                <a:gd name="T93" fmla="*/ 31 h 322"/>
                <a:gd name="T94" fmla="*/ 634 w 670"/>
                <a:gd name="T95" fmla="*/ 270 h 322"/>
                <a:gd name="T96" fmla="*/ 606 w 670"/>
                <a:gd name="T97" fmla="*/ 280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70" h="322">
                  <a:moveTo>
                    <a:pt x="28" y="0"/>
                  </a:moveTo>
                  <a:lnTo>
                    <a:pt x="31" y="0"/>
                  </a:lnTo>
                  <a:lnTo>
                    <a:pt x="31" y="0"/>
                  </a:lnTo>
                  <a:lnTo>
                    <a:pt x="33" y="0"/>
                  </a:lnTo>
                  <a:lnTo>
                    <a:pt x="33" y="0"/>
                  </a:lnTo>
                  <a:lnTo>
                    <a:pt x="36" y="0"/>
                  </a:lnTo>
                  <a:lnTo>
                    <a:pt x="38" y="2"/>
                  </a:lnTo>
                  <a:lnTo>
                    <a:pt x="38" y="2"/>
                  </a:lnTo>
                  <a:lnTo>
                    <a:pt x="40" y="2"/>
                  </a:lnTo>
                  <a:lnTo>
                    <a:pt x="40" y="2"/>
                  </a:lnTo>
                  <a:lnTo>
                    <a:pt x="43" y="2"/>
                  </a:lnTo>
                  <a:lnTo>
                    <a:pt x="43" y="5"/>
                  </a:lnTo>
                  <a:lnTo>
                    <a:pt x="45" y="5"/>
                  </a:lnTo>
                  <a:lnTo>
                    <a:pt x="45" y="5"/>
                  </a:lnTo>
                  <a:lnTo>
                    <a:pt x="47" y="7"/>
                  </a:lnTo>
                  <a:lnTo>
                    <a:pt x="47" y="7"/>
                  </a:lnTo>
                  <a:lnTo>
                    <a:pt x="50" y="9"/>
                  </a:lnTo>
                  <a:lnTo>
                    <a:pt x="50" y="9"/>
                  </a:lnTo>
                  <a:lnTo>
                    <a:pt x="50" y="9"/>
                  </a:lnTo>
                  <a:lnTo>
                    <a:pt x="52" y="12"/>
                  </a:lnTo>
                  <a:lnTo>
                    <a:pt x="52" y="12"/>
                  </a:lnTo>
                  <a:lnTo>
                    <a:pt x="52" y="14"/>
                  </a:lnTo>
                  <a:lnTo>
                    <a:pt x="54" y="14"/>
                  </a:lnTo>
                  <a:lnTo>
                    <a:pt x="54" y="16"/>
                  </a:lnTo>
                  <a:lnTo>
                    <a:pt x="54" y="16"/>
                  </a:lnTo>
                  <a:lnTo>
                    <a:pt x="54" y="19"/>
                  </a:lnTo>
                  <a:lnTo>
                    <a:pt x="57" y="19"/>
                  </a:lnTo>
                  <a:lnTo>
                    <a:pt x="57" y="21"/>
                  </a:lnTo>
                  <a:lnTo>
                    <a:pt x="57" y="24"/>
                  </a:lnTo>
                  <a:lnTo>
                    <a:pt x="57" y="24"/>
                  </a:lnTo>
                  <a:lnTo>
                    <a:pt x="57" y="26"/>
                  </a:lnTo>
                  <a:lnTo>
                    <a:pt x="57" y="26"/>
                  </a:lnTo>
                  <a:lnTo>
                    <a:pt x="57" y="28"/>
                  </a:lnTo>
                  <a:lnTo>
                    <a:pt x="57" y="31"/>
                  </a:lnTo>
                  <a:lnTo>
                    <a:pt x="57" y="31"/>
                  </a:lnTo>
                  <a:lnTo>
                    <a:pt x="57" y="33"/>
                  </a:lnTo>
                  <a:lnTo>
                    <a:pt x="57" y="33"/>
                  </a:lnTo>
                  <a:lnTo>
                    <a:pt x="57" y="35"/>
                  </a:lnTo>
                  <a:lnTo>
                    <a:pt x="57" y="38"/>
                  </a:lnTo>
                  <a:lnTo>
                    <a:pt x="54" y="38"/>
                  </a:lnTo>
                  <a:lnTo>
                    <a:pt x="54" y="40"/>
                  </a:lnTo>
                  <a:lnTo>
                    <a:pt x="54" y="40"/>
                  </a:lnTo>
                  <a:lnTo>
                    <a:pt x="54" y="43"/>
                  </a:lnTo>
                  <a:lnTo>
                    <a:pt x="52" y="43"/>
                  </a:lnTo>
                  <a:lnTo>
                    <a:pt x="52" y="45"/>
                  </a:lnTo>
                  <a:lnTo>
                    <a:pt x="52" y="45"/>
                  </a:lnTo>
                  <a:lnTo>
                    <a:pt x="50" y="47"/>
                  </a:lnTo>
                  <a:lnTo>
                    <a:pt x="50" y="47"/>
                  </a:lnTo>
                  <a:lnTo>
                    <a:pt x="50" y="50"/>
                  </a:lnTo>
                  <a:lnTo>
                    <a:pt x="47" y="50"/>
                  </a:lnTo>
                  <a:lnTo>
                    <a:pt x="47" y="50"/>
                  </a:lnTo>
                  <a:lnTo>
                    <a:pt x="45" y="52"/>
                  </a:lnTo>
                  <a:lnTo>
                    <a:pt x="45" y="52"/>
                  </a:lnTo>
                  <a:lnTo>
                    <a:pt x="43" y="52"/>
                  </a:lnTo>
                  <a:lnTo>
                    <a:pt x="43" y="54"/>
                  </a:lnTo>
                  <a:lnTo>
                    <a:pt x="40" y="54"/>
                  </a:lnTo>
                  <a:lnTo>
                    <a:pt x="40" y="54"/>
                  </a:lnTo>
                  <a:lnTo>
                    <a:pt x="38" y="54"/>
                  </a:lnTo>
                  <a:lnTo>
                    <a:pt x="38" y="57"/>
                  </a:lnTo>
                  <a:lnTo>
                    <a:pt x="36" y="57"/>
                  </a:lnTo>
                  <a:lnTo>
                    <a:pt x="33" y="57"/>
                  </a:lnTo>
                  <a:lnTo>
                    <a:pt x="33" y="57"/>
                  </a:lnTo>
                  <a:lnTo>
                    <a:pt x="31" y="57"/>
                  </a:lnTo>
                  <a:lnTo>
                    <a:pt x="31" y="57"/>
                  </a:lnTo>
                  <a:lnTo>
                    <a:pt x="28" y="57"/>
                  </a:lnTo>
                  <a:lnTo>
                    <a:pt x="26" y="57"/>
                  </a:lnTo>
                  <a:lnTo>
                    <a:pt x="26" y="57"/>
                  </a:lnTo>
                  <a:lnTo>
                    <a:pt x="24" y="57"/>
                  </a:lnTo>
                  <a:lnTo>
                    <a:pt x="24" y="57"/>
                  </a:lnTo>
                  <a:lnTo>
                    <a:pt x="21" y="57"/>
                  </a:lnTo>
                  <a:lnTo>
                    <a:pt x="19" y="57"/>
                  </a:lnTo>
                  <a:lnTo>
                    <a:pt x="19" y="54"/>
                  </a:lnTo>
                  <a:lnTo>
                    <a:pt x="17" y="54"/>
                  </a:lnTo>
                  <a:lnTo>
                    <a:pt x="17" y="54"/>
                  </a:lnTo>
                  <a:lnTo>
                    <a:pt x="14" y="54"/>
                  </a:lnTo>
                  <a:lnTo>
                    <a:pt x="14" y="52"/>
                  </a:lnTo>
                  <a:lnTo>
                    <a:pt x="12" y="52"/>
                  </a:lnTo>
                  <a:lnTo>
                    <a:pt x="12" y="52"/>
                  </a:lnTo>
                  <a:lnTo>
                    <a:pt x="10" y="50"/>
                  </a:lnTo>
                  <a:lnTo>
                    <a:pt x="10" y="50"/>
                  </a:lnTo>
                  <a:lnTo>
                    <a:pt x="10" y="50"/>
                  </a:lnTo>
                  <a:lnTo>
                    <a:pt x="7" y="47"/>
                  </a:lnTo>
                  <a:lnTo>
                    <a:pt x="7" y="47"/>
                  </a:lnTo>
                  <a:lnTo>
                    <a:pt x="5" y="45"/>
                  </a:lnTo>
                  <a:lnTo>
                    <a:pt x="5" y="45"/>
                  </a:lnTo>
                  <a:lnTo>
                    <a:pt x="5" y="43"/>
                  </a:lnTo>
                  <a:lnTo>
                    <a:pt x="2" y="43"/>
                  </a:lnTo>
                  <a:lnTo>
                    <a:pt x="2" y="40"/>
                  </a:lnTo>
                  <a:lnTo>
                    <a:pt x="2" y="40"/>
                  </a:lnTo>
                  <a:lnTo>
                    <a:pt x="2" y="38"/>
                  </a:lnTo>
                  <a:lnTo>
                    <a:pt x="2" y="38"/>
                  </a:lnTo>
                  <a:lnTo>
                    <a:pt x="0" y="35"/>
                  </a:lnTo>
                  <a:lnTo>
                    <a:pt x="0" y="33"/>
                  </a:lnTo>
                  <a:lnTo>
                    <a:pt x="0" y="33"/>
                  </a:lnTo>
                  <a:lnTo>
                    <a:pt x="0" y="31"/>
                  </a:lnTo>
                  <a:lnTo>
                    <a:pt x="0" y="31"/>
                  </a:lnTo>
                  <a:lnTo>
                    <a:pt x="0" y="28"/>
                  </a:lnTo>
                  <a:lnTo>
                    <a:pt x="0" y="26"/>
                  </a:lnTo>
                  <a:lnTo>
                    <a:pt x="0" y="26"/>
                  </a:lnTo>
                  <a:lnTo>
                    <a:pt x="0" y="24"/>
                  </a:lnTo>
                  <a:lnTo>
                    <a:pt x="0" y="24"/>
                  </a:lnTo>
                  <a:lnTo>
                    <a:pt x="0" y="21"/>
                  </a:lnTo>
                  <a:lnTo>
                    <a:pt x="2" y="19"/>
                  </a:lnTo>
                  <a:lnTo>
                    <a:pt x="2" y="19"/>
                  </a:lnTo>
                  <a:lnTo>
                    <a:pt x="2" y="16"/>
                  </a:lnTo>
                  <a:lnTo>
                    <a:pt x="2" y="16"/>
                  </a:lnTo>
                  <a:lnTo>
                    <a:pt x="2" y="14"/>
                  </a:lnTo>
                  <a:lnTo>
                    <a:pt x="5" y="14"/>
                  </a:lnTo>
                  <a:lnTo>
                    <a:pt x="5" y="12"/>
                  </a:lnTo>
                  <a:lnTo>
                    <a:pt x="5" y="12"/>
                  </a:lnTo>
                  <a:lnTo>
                    <a:pt x="7" y="9"/>
                  </a:lnTo>
                  <a:lnTo>
                    <a:pt x="7" y="9"/>
                  </a:lnTo>
                  <a:lnTo>
                    <a:pt x="10" y="9"/>
                  </a:lnTo>
                  <a:lnTo>
                    <a:pt x="10" y="7"/>
                  </a:lnTo>
                  <a:lnTo>
                    <a:pt x="10" y="7"/>
                  </a:lnTo>
                  <a:lnTo>
                    <a:pt x="12" y="5"/>
                  </a:lnTo>
                  <a:lnTo>
                    <a:pt x="12" y="5"/>
                  </a:lnTo>
                  <a:lnTo>
                    <a:pt x="14" y="5"/>
                  </a:lnTo>
                  <a:lnTo>
                    <a:pt x="14" y="2"/>
                  </a:lnTo>
                  <a:lnTo>
                    <a:pt x="17" y="2"/>
                  </a:lnTo>
                  <a:lnTo>
                    <a:pt x="17" y="2"/>
                  </a:lnTo>
                  <a:lnTo>
                    <a:pt x="19" y="2"/>
                  </a:lnTo>
                  <a:lnTo>
                    <a:pt x="19" y="2"/>
                  </a:lnTo>
                  <a:lnTo>
                    <a:pt x="21" y="0"/>
                  </a:lnTo>
                  <a:lnTo>
                    <a:pt x="24" y="0"/>
                  </a:lnTo>
                  <a:lnTo>
                    <a:pt x="24" y="0"/>
                  </a:lnTo>
                  <a:lnTo>
                    <a:pt x="26" y="0"/>
                  </a:lnTo>
                  <a:lnTo>
                    <a:pt x="26" y="0"/>
                  </a:lnTo>
                  <a:lnTo>
                    <a:pt x="28" y="0"/>
                  </a:lnTo>
                  <a:close/>
                  <a:moveTo>
                    <a:pt x="516" y="35"/>
                  </a:moveTo>
                  <a:lnTo>
                    <a:pt x="28" y="35"/>
                  </a:lnTo>
                  <a:lnTo>
                    <a:pt x="28" y="21"/>
                  </a:lnTo>
                  <a:lnTo>
                    <a:pt x="516" y="21"/>
                  </a:lnTo>
                  <a:lnTo>
                    <a:pt x="523" y="26"/>
                  </a:lnTo>
                  <a:lnTo>
                    <a:pt x="516" y="35"/>
                  </a:lnTo>
                  <a:close/>
                  <a:moveTo>
                    <a:pt x="516" y="21"/>
                  </a:moveTo>
                  <a:lnTo>
                    <a:pt x="521" y="21"/>
                  </a:lnTo>
                  <a:lnTo>
                    <a:pt x="523" y="26"/>
                  </a:lnTo>
                  <a:lnTo>
                    <a:pt x="516" y="21"/>
                  </a:lnTo>
                  <a:close/>
                  <a:moveTo>
                    <a:pt x="634" y="270"/>
                  </a:moveTo>
                  <a:lnTo>
                    <a:pt x="509" y="31"/>
                  </a:lnTo>
                  <a:lnTo>
                    <a:pt x="523" y="26"/>
                  </a:lnTo>
                  <a:lnTo>
                    <a:pt x="646" y="263"/>
                  </a:lnTo>
                  <a:lnTo>
                    <a:pt x="634" y="270"/>
                  </a:lnTo>
                  <a:close/>
                  <a:moveTo>
                    <a:pt x="670" y="244"/>
                  </a:moveTo>
                  <a:lnTo>
                    <a:pt x="670" y="322"/>
                  </a:lnTo>
                  <a:lnTo>
                    <a:pt x="606" y="280"/>
                  </a:lnTo>
                  <a:lnTo>
                    <a:pt x="670" y="244"/>
                  </a:lnTo>
                  <a:close/>
                </a:path>
              </a:pathLst>
            </a:custGeom>
            <a:solidFill>
              <a:srgbClr val="8C9F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46"/>
            <p:cNvSpPr>
              <a:spLocks noEditPoints="1"/>
            </p:cNvSpPr>
            <p:nvPr/>
          </p:nvSpPr>
          <p:spPr bwMode="auto">
            <a:xfrm>
              <a:off x="3179" y="2277"/>
              <a:ext cx="608" cy="323"/>
            </a:xfrm>
            <a:custGeom>
              <a:avLst/>
              <a:gdLst>
                <a:gd name="T0" fmla="*/ 578 w 608"/>
                <a:gd name="T1" fmla="*/ 323 h 323"/>
                <a:gd name="T2" fmla="*/ 573 w 608"/>
                <a:gd name="T3" fmla="*/ 320 h 323"/>
                <a:gd name="T4" fmla="*/ 570 w 608"/>
                <a:gd name="T5" fmla="*/ 320 h 323"/>
                <a:gd name="T6" fmla="*/ 566 w 608"/>
                <a:gd name="T7" fmla="*/ 318 h 323"/>
                <a:gd name="T8" fmla="*/ 563 w 608"/>
                <a:gd name="T9" fmla="*/ 315 h 323"/>
                <a:gd name="T10" fmla="*/ 559 w 608"/>
                <a:gd name="T11" fmla="*/ 313 h 323"/>
                <a:gd name="T12" fmla="*/ 556 w 608"/>
                <a:gd name="T13" fmla="*/ 308 h 323"/>
                <a:gd name="T14" fmla="*/ 554 w 608"/>
                <a:gd name="T15" fmla="*/ 306 h 323"/>
                <a:gd name="T16" fmla="*/ 554 w 608"/>
                <a:gd name="T17" fmla="*/ 301 h 323"/>
                <a:gd name="T18" fmla="*/ 551 w 608"/>
                <a:gd name="T19" fmla="*/ 299 h 323"/>
                <a:gd name="T20" fmla="*/ 551 w 608"/>
                <a:gd name="T21" fmla="*/ 294 h 323"/>
                <a:gd name="T22" fmla="*/ 551 w 608"/>
                <a:gd name="T23" fmla="*/ 289 h 323"/>
                <a:gd name="T24" fmla="*/ 554 w 608"/>
                <a:gd name="T25" fmla="*/ 285 h 323"/>
                <a:gd name="T26" fmla="*/ 554 w 608"/>
                <a:gd name="T27" fmla="*/ 282 h 323"/>
                <a:gd name="T28" fmla="*/ 556 w 608"/>
                <a:gd name="T29" fmla="*/ 278 h 323"/>
                <a:gd name="T30" fmla="*/ 559 w 608"/>
                <a:gd name="T31" fmla="*/ 275 h 323"/>
                <a:gd name="T32" fmla="*/ 563 w 608"/>
                <a:gd name="T33" fmla="*/ 270 h 323"/>
                <a:gd name="T34" fmla="*/ 566 w 608"/>
                <a:gd name="T35" fmla="*/ 268 h 323"/>
                <a:gd name="T36" fmla="*/ 570 w 608"/>
                <a:gd name="T37" fmla="*/ 268 h 323"/>
                <a:gd name="T38" fmla="*/ 573 w 608"/>
                <a:gd name="T39" fmla="*/ 266 h 323"/>
                <a:gd name="T40" fmla="*/ 578 w 608"/>
                <a:gd name="T41" fmla="*/ 266 h 323"/>
                <a:gd name="T42" fmla="*/ 582 w 608"/>
                <a:gd name="T43" fmla="*/ 266 h 323"/>
                <a:gd name="T44" fmla="*/ 587 w 608"/>
                <a:gd name="T45" fmla="*/ 266 h 323"/>
                <a:gd name="T46" fmla="*/ 589 w 608"/>
                <a:gd name="T47" fmla="*/ 266 h 323"/>
                <a:gd name="T48" fmla="*/ 594 w 608"/>
                <a:gd name="T49" fmla="*/ 268 h 323"/>
                <a:gd name="T50" fmla="*/ 596 w 608"/>
                <a:gd name="T51" fmla="*/ 270 h 323"/>
                <a:gd name="T52" fmla="*/ 601 w 608"/>
                <a:gd name="T53" fmla="*/ 273 h 323"/>
                <a:gd name="T54" fmla="*/ 604 w 608"/>
                <a:gd name="T55" fmla="*/ 278 h 323"/>
                <a:gd name="T56" fmla="*/ 606 w 608"/>
                <a:gd name="T57" fmla="*/ 280 h 323"/>
                <a:gd name="T58" fmla="*/ 606 w 608"/>
                <a:gd name="T59" fmla="*/ 285 h 323"/>
                <a:gd name="T60" fmla="*/ 608 w 608"/>
                <a:gd name="T61" fmla="*/ 287 h 323"/>
                <a:gd name="T62" fmla="*/ 608 w 608"/>
                <a:gd name="T63" fmla="*/ 292 h 323"/>
                <a:gd name="T64" fmla="*/ 608 w 608"/>
                <a:gd name="T65" fmla="*/ 297 h 323"/>
                <a:gd name="T66" fmla="*/ 608 w 608"/>
                <a:gd name="T67" fmla="*/ 301 h 323"/>
                <a:gd name="T68" fmla="*/ 606 w 608"/>
                <a:gd name="T69" fmla="*/ 304 h 323"/>
                <a:gd name="T70" fmla="*/ 604 w 608"/>
                <a:gd name="T71" fmla="*/ 308 h 323"/>
                <a:gd name="T72" fmla="*/ 601 w 608"/>
                <a:gd name="T73" fmla="*/ 311 h 323"/>
                <a:gd name="T74" fmla="*/ 599 w 608"/>
                <a:gd name="T75" fmla="*/ 315 h 323"/>
                <a:gd name="T76" fmla="*/ 596 w 608"/>
                <a:gd name="T77" fmla="*/ 318 h 323"/>
                <a:gd name="T78" fmla="*/ 592 w 608"/>
                <a:gd name="T79" fmla="*/ 320 h 323"/>
                <a:gd name="T80" fmla="*/ 589 w 608"/>
                <a:gd name="T81" fmla="*/ 320 h 323"/>
                <a:gd name="T82" fmla="*/ 585 w 608"/>
                <a:gd name="T83" fmla="*/ 323 h 323"/>
                <a:gd name="T84" fmla="*/ 580 w 608"/>
                <a:gd name="T85" fmla="*/ 323 h 323"/>
                <a:gd name="T86" fmla="*/ 580 w 608"/>
                <a:gd name="T87" fmla="*/ 301 h 323"/>
                <a:gd name="T88" fmla="*/ 156 w 608"/>
                <a:gd name="T89" fmla="*/ 287 h 323"/>
                <a:gd name="T90" fmla="*/ 149 w 608"/>
                <a:gd name="T91" fmla="*/ 297 h 323"/>
                <a:gd name="T92" fmla="*/ 161 w 608"/>
                <a:gd name="T93" fmla="*/ 289 h 323"/>
                <a:gd name="T94" fmla="*/ 38 w 608"/>
                <a:gd name="T95" fmla="*/ 52 h 323"/>
                <a:gd name="T96" fmla="*/ 66 w 608"/>
                <a:gd name="T97" fmla="*/ 43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08" h="323">
                  <a:moveTo>
                    <a:pt x="580" y="323"/>
                  </a:moveTo>
                  <a:lnTo>
                    <a:pt x="580" y="323"/>
                  </a:lnTo>
                  <a:lnTo>
                    <a:pt x="578" y="323"/>
                  </a:lnTo>
                  <a:lnTo>
                    <a:pt x="575" y="323"/>
                  </a:lnTo>
                  <a:lnTo>
                    <a:pt x="575" y="323"/>
                  </a:lnTo>
                  <a:lnTo>
                    <a:pt x="573" y="320"/>
                  </a:lnTo>
                  <a:lnTo>
                    <a:pt x="573" y="320"/>
                  </a:lnTo>
                  <a:lnTo>
                    <a:pt x="570" y="320"/>
                  </a:lnTo>
                  <a:lnTo>
                    <a:pt x="570" y="320"/>
                  </a:lnTo>
                  <a:lnTo>
                    <a:pt x="568" y="320"/>
                  </a:lnTo>
                  <a:lnTo>
                    <a:pt x="566" y="318"/>
                  </a:lnTo>
                  <a:lnTo>
                    <a:pt x="566" y="318"/>
                  </a:lnTo>
                  <a:lnTo>
                    <a:pt x="563" y="318"/>
                  </a:lnTo>
                  <a:lnTo>
                    <a:pt x="563" y="315"/>
                  </a:lnTo>
                  <a:lnTo>
                    <a:pt x="563" y="315"/>
                  </a:lnTo>
                  <a:lnTo>
                    <a:pt x="561" y="315"/>
                  </a:lnTo>
                  <a:lnTo>
                    <a:pt x="561" y="313"/>
                  </a:lnTo>
                  <a:lnTo>
                    <a:pt x="559" y="313"/>
                  </a:lnTo>
                  <a:lnTo>
                    <a:pt x="559" y="311"/>
                  </a:lnTo>
                  <a:lnTo>
                    <a:pt x="559" y="311"/>
                  </a:lnTo>
                  <a:lnTo>
                    <a:pt x="556" y="308"/>
                  </a:lnTo>
                  <a:lnTo>
                    <a:pt x="556" y="308"/>
                  </a:lnTo>
                  <a:lnTo>
                    <a:pt x="556" y="306"/>
                  </a:lnTo>
                  <a:lnTo>
                    <a:pt x="554" y="306"/>
                  </a:lnTo>
                  <a:lnTo>
                    <a:pt x="554" y="304"/>
                  </a:lnTo>
                  <a:lnTo>
                    <a:pt x="554" y="304"/>
                  </a:lnTo>
                  <a:lnTo>
                    <a:pt x="554" y="301"/>
                  </a:lnTo>
                  <a:lnTo>
                    <a:pt x="554" y="301"/>
                  </a:lnTo>
                  <a:lnTo>
                    <a:pt x="551" y="299"/>
                  </a:lnTo>
                  <a:lnTo>
                    <a:pt x="551" y="299"/>
                  </a:lnTo>
                  <a:lnTo>
                    <a:pt x="551" y="297"/>
                  </a:lnTo>
                  <a:lnTo>
                    <a:pt x="551" y="294"/>
                  </a:lnTo>
                  <a:lnTo>
                    <a:pt x="551" y="294"/>
                  </a:lnTo>
                  <a:lnTo>
                    <a:pt x="551" y="292"/>
                  </a:lnTo>
                  <a:lnTo>
                    <a:pt x="551" y="292"/>
                  </a:lnTo>
                  <a:lnTo>
                    <a:pt x="551" y="289"/>
                  </a:lnTo>
                  <a:lnTo>
                    <a:pt x="551" y="287"/>
                  </a:lnTo>
                  <a:lnTo>
                    <a:pt x="554" y="287"/>
                  </a:lnTo>
                  <a:lnTo>
                    <a:pt x="554" y="285"/>
                  </a:lnTo>
                  <a:lnTo>
                    <a:pt x="554" y="285"/>
                  </a:lnTo>
                  <a:lnTo>
                    <a:pt x="554" y="282"/>
                  </a:lnTo>
                  <a:lnTo>
                    <a:pt x="554" y="282"/>
                  </a:lnTo>
                  <a:lnTo>
                    <a:pt x="556" y="280"/>
                  </a:lnTo>
                  <a:lnTo>
                    <a:pt x="556" y="280"/>
                  </a:lnTo>
                  <a:lnTo>
                    <a:pt x="556" y="278"/>
                  </a:lnTo>
                  <a:lnTo>
                    <a:pt x="559" y="278"/>
                  </a:lnTo>
                  <a:lnTo>
                    <a:pt x="559" y="275"/>
                  </a:lnTo>
                  <a:lnTo>
                    <a:pt x="559" y="275"/>
                  </a:lnTo>
                  <a:lnTo>
                    <a:pt x="561" y="273"/>
                  </a:lnTo>
                  <a:lnTo>
                    <a:pt x="561" y="273"/>
                  </a:lnTo>
                  <a:lnTo>
                    <a:pt x="563" y="270"/>
                  </a:lnTo>
                  <a:lnTo>
                    <a:pt x="563" y="270"/>
                  </a:lnTo>
                  <a:lnTo>
                    <a:pt x="563" y="270"/>
                  </a:lnTo>
                  <a:lnTo>
                    <a:pt x="566" y="268"/>
                  </a:lnTo>
                  <a:lnTo>
                    <a:pt x="566" y="268"/>
                  </a:lnTo>
                  <a:lnTo>
                    <a:pt x="568" y="268"/>
                  </a:lnTo>
                  <a:lnTo>
                    <a:pt x="570" y="268"/>
                  </a:lnTo>
                  <a:lnTo>
                    <a:pt x="570" y="266"/>
                  </a:lnTo>
                  <a:lnTo>
                    <a:pt x="573" y="266"/>
                  </a:lnTo>
                  <a:lnTo>
                    <a:pt x="573" y="266"/>
                  </a:lnTo>
                  <a:lnTo>
                    <a:pt x="575" y="266"/>
                  </a:lnTo>
                  <a:lnTo>
                    <a:pt x="575" y="266"/>
                  </a:lnTo>
                  <a:lnTo>
                    <a:pt x="578" y="266"/>
                  </a:lnTo>
                  <a:lnTo>
                    <a:pt x="580" y="266"/>
                  </a:lnTo>
                  <a:lnTo>
                    <a:pt x="580" y="266"/>
                  </a:lnTo>
                  <a:lnTo>
                    <a:pt x="582" y="266"/>
                  </a:lnTo>
                  <a:lnTo>
                    <a:pt x="582" y="266"/>
                  </a:lnTo>
                  <a:lnTo>
                    <a:pt x="585" y="266"/>
                  </a:lnTo>
                  <a:lnTo>
                    <a:pt x="587" y="266"/>
                  </a:lnTo>
                  <a:lnTo>
                    <a:pt x="587" y="266"/>
                  </a:lnTo>
                  <a:lnTo>
                    <a:pt x="589" y="266"/>
                  </a:lnTo>
                  <a:lnTo>
                    <a:pt x="589" y="266"/>
                  </a:lnTo>
                  <a:lnTo>
                    <a:pt x="592" y="268"/>
                  </a:lnTo>
                  <a:lnTo>
                    <a:pt x="592" y="268"/>
                  </a:lnTo>
                  <a:lnTo>
                    <a:pt x="594" y="268"/>
                  </a:lnTo>
                  <a:lnTo>
                    <a:pt x="594" y="268"/>
                  </a:lnTo>
                  <a:lnTo>
                    <a:pt x="596" y="270"/>
                  </a:lnTo>
                  <a:lnTo>
                    <a:pt x="596" y="270"/>
                  </a:lnTo>
                  <a:lnTo>
                    <a:pt x="599" y="270"/>
                  </a:lnTo>
                  <a:lnTo>
                    <a:pt x="599" y="273"/>
                  </a:lnTo>
                  <a:lnTo>
                    <a:pt x="601" y="273"/>
                  </a:lnTo>
                  <a:lnTo>
                    <a:pt x="601" y="275"/>
                  </a:lnTo>
                  <a:lnTo>
                    <a:pt x="601" y="275"/>
                  </a:lnTo>
                  <a:lnTo>
                    <a:pt x="604" y="278"/>
                  </a:lnTo>
                  <a:lnTo>
                    <a:pt x="604" y="278"/>
                  </a:lnTo>
                  <a:lnTo>
                    <a:pt x="604" y="280"/>
                  </a:lnTo>
                  <a:lnTo>
                    <a:pt x="606" y="280"/>
                  </a:lnTo>
                  <a:lnTo>
                    <a:pt x="606" y="282"/>
                  </a:lnTo>
                  <a:lnTo>
                    <a:pt x="606" y="282"/>
                  </a:lnTo>
                  <a:lnTo>
                    <a:pt x="606" y="285"/>
                  </a:lnTo>
                  <a:lnTo>
                    <a:pt x="608" y="285"/>
                  </a:lnTo>
                  <a:lnTo>
                    <a:pt x="608" y="287"/>
                  </a:lnTo>
                  <a:lnTo>
                    <a:pt x="608" y="287"/>
                  </a:lnTo>
                  <a:lnTo>
                    <a:pt x="608" y="289"/>
                  </a:lnTo>
                  <a:lnTo>
                    <a:pt x="608" y="292"/>
                  </a:lnTo>
                  <a:lnTo>
                    <a:pt x="608" y="292"/>
                  </a:lnTo>
                  <a:lnTo>
                    <a:pt x="608" y="294"/>
                  </a:lnTo>
                  <a:lnTo>
                    <a:pt x="608" y="294"/>
                  </a:lnTo>
                  <a:lnTo>
                    <a:pt x="608" y="297"/>
                  </a:lnTo>
                  <a:lnTo>
                    <a:pt x="608" y="299"/>
                  </a:lnTo>
                  <a:lnTo>
                    <a:pt x="608" y="299"/>
                  </a:lnTo>
                  <a:lnTo>
                    <a:pt x="608" y="301"/>
                  </a:lnTo>
                  <a:lnTo>
                    <a:pt x="608" y="301"/>
                  </a:lnTo>
                  <a:lnTo>
                    <a:pt x="606" y="304"/>
                  </a:lnTo>
                  <a:lnTo>
                    <a:pt x="606" y="304"/>
                  </a:lnTo>
                  <a:lnTo>
                    <a:pt x="606" y="306"/>
                  </a:lnTo>
                  <a:lnTo>
                    <a:pt x="606" y="306"/>
                  </a:lnTo>
                  <a:lnTo>
                    <a:pt x="604" y="308"/>
                  </a:lnTo>
                  <a:lnTo>
                    <a:pt x="604" y="308"/>
                  </a:lnTo>
                  <a:lnTo>
                    <a:pt x="604" y="311"/>
                  </a:lnTo>
                  <a:lnTo>
                    <a:pt x="601" y="311"/>
                  </a:lnTo>
                  <a:lnTo>
                    <a:pt x="601" y="313"/>
                  </a:lnTo>
                  <a:lnTo>
                    <a:pt x="601" y="313"/>
                  </a:lnTo>
                  <a:lnTo>
                    <a:pt x="599" y="315"/>
                  </a:lnTo>
                  <a:lnTo>
                    <a:pt x="599" y="315"/>
                  </a:lnTo>
                  <a:lnTo>
                    <a:pt x="596" y="315"/>
                  </a:lnTo>
                  <a:lnTo>
                    <a:pt x="596" y="318"/>
                  </a:lnTo>
                  <a:lnTo>
                    <a:pt x="594" y="318"/>
                  </a:lnTo>
                  <a:lnTo>
                    <a:pt x="594" y="318"/>
                  </a:lnTo>
                  <a:lnTo>
                    <a:pt x="592" y="320"/>
                  </a:lnTo>
                  <a:lnTo>
                    <a:pt x="592" y="320"/>
                  </a:lnTo>
                  <a:lnTo>
                    <a:pt x="589" y="320"/>
                  </a:lnTo>
                  <a:lnTo>
                    <a:pt x="589" y="320"/>
                  </a:lnTo>
                  <a:lnTo>
                    <a:pt x="587" y="320"/>
                  </a:lnTo>
                  <a:lnTo>
                    <a:pt x="587" y="323"/>
                  </a:lnTo>
                  <a:lnTo>
                    <a:pt x="585" y="323"/>
                  </a:lnTo>
                  <a:lnTo>
                    <a:pt x="582" y="323"/>
                  </a:lnTo>
                  <a:lnTo>
                    <a:pt x="582" y="323"/>
                  </a:lnTo>
                  <a:lnTo>
                    <a:pt x="580" y="323"/>
                  </a:lnTo>
                  <a:close/>
                  <a:moveTo>
                    <a:pt x="156" y="287"/>
                  </a:moveTo>
                  <a:lnTo>
                    <a:pt x="580" y="287"/>
                  </a:lnTo>
                  <a:lnTo>
                    <a:pt x="580" y="301"/>
                  </a:lnTo>
                  <a:lnTo>
                    <a:pt x="156" y="301"/>
                  </a:lnTo>
                  <a:lnTo>
                    <a:pt x="149" y="297"/>
                  </a:lnTo>
                  <a:lnTo>
                    <a:pt x="156" y="287"/>
                  </a:lnTo>
                  <a:close/>
                  <a:moveTo>
                    <a:pt x="156" y="301"/>
                  </a:moveTo>
                  <a:lnTo>
                    <a:pt x="151" y="301"/>
                  </a:lnTo>
                  <a:lnTo>
                    <a:pt x="149" y="297"/>
                  </a:lnTo>
                  <a:lnTo>
                    <a:pt x="156" y="301"/>
                  </a:lnTo>
                  <a:close/>
                  <a:moveTo>
                    <a:pt x="38" y="52"/>
                  </a:moveTo>
                  <a:lnTo>
                    <a:pt x="161" y="289"/>
                  </a:lnTo>
                  <a:lnTo>
                    <a:pt x="149" y="297"/>
                  </a:lnTo>
                  <a:lnTo>
                    <a:pt x="24" y="57"/>
                  </a:lnTo>
                  <a:lnTo>
                    <a:pt x="38" y="52"/>
                  </a:lnTo>
                  <a:close/>
                  <a:moveTo>
                    <a:pt x="0" y="76"/>
                  </a:moveTo>
                  <a:lnTo>
                    <a:pt x="2" y="0"/>
                  </a:lnTo>
                  <a:lnTo>
                    <a:pt x="66" y="43"/>
                  </a:lnTo>
                  <a:lnTo>
                    <a:pt x="0" y="76"/>
                  </a:lnTo>
                  <a:close/>
                </a:path>
              </a:pathLst>
            </a:custGeom>
            <a:solidFill>
              <a:srgbClr val="8C9F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47"/>
            <p:cNvSpPr>
              <a:spLocks noEditPoints="1"/>
            </p:cNvSpPr>
            <p:nvPr/>
          </p:nvSpPr>
          <p:spPr bwMode="auto">
            <a:xfrm>
              <a:off x="762" y="3047"/>
              <a:ext cx="609" cy="323"/>
            </a:xfrm>
            <a:custGeom>
              <a:avLst/>
              <a:gdLst>
                <a:gd name="T0" fmla="*/ 31 w 609"/>
                <a:gd name="T1" fmla="*/ 266 h 323"/>
                <a:gd name="T2" fmla="*/ 36 w 609"/>
                <a:gd name="T3" fmla="*/ 266 h 323"/>
                <a:gd name="T4" fmla="*/ 41 w 609"/>
                <a:gd name="T5" fmla="*/ 268 h 323"/>
                <a:gd name="T6" fmla="*/ 43 w 609"/>
                <a:gd name="T7" fmla="*/ 268 h 323"/>
                <a:gd name="T8" fmla="*/ 48 w 609"/>
                <a:gd name="T9" fmla="*/ 271 h 323"/>
                <a:gd name="T10" fmla="*/ 50 w 609"/>
                <a:gd name="T11" fmla="*/ 275 h 323"/>
                <a:gd name="T12" fmla="*/ 52 w 609"/>
                <a:gd name="T13" fmla="*/ 278 h 323"/>
                <a:gd name="T14" fmla="*/ 55 w 609"/>
                <a:gd name="T15" fmla="*/ 280 h 323"/>
                <a:gd name="T16" fmla="*/ 57 w 609"/>
                <a:gd name="T17" fmla="*/ 285 h 323"/>
                <a:gd name="T18" fmla="*/ 57 w 609"/>
                <a:gd name="T19" fmla="*/ 290 h 323"/>
                <a:gd name="T20" fmla="*/ 57 w 609"/>
                <a:gd name="T21" fmla="*/ 294 h 323"/>
                <a:gd name="T22" fmla="*/ 57 w 609"/>
                <a:gd name="T23" fmla="*/ 297 h 323"/>
                <a:gd name="T24" fmla="*/ 57 w 609"/>
                <a:gd name="T25" fmla="*/ 301 h 323"/>
                <a:gd name="T26" fmla="*/ 55 w 609"/>
                <a:gd name="T27" fmla="*/ 306 h 323"/>
                <a:gd name="T28" fmla="*/ 52 w 609"/>
                <a:gd name="T29" fmla="*/ 308 h 323"/>
                <a:gd name="T30" fmla="*/ 50 w 609"/>
                <a:gd name="T31" fmla="*/ 313 h 323"/>
                <a:gd name="T32" fmla="*/ 48 w 609"/>
                <a:gd name="T33" fmla="*/ 316 h 323"/>
                <a:gd name="T34" fmla="*/ 43 w 609"/>
                <a:gd name="T35" fmla="*/ 318 h 323"/>
                <a:gd name="T36" fmla="*/ 41 w 609"/>
                <a:gd name="T37" fmla="*/ 320 h 323"/>
                <a:gd name="T38" fmla="*/ 36 w 609"/>
                <a:gd name="T39" fmla="*/ 320 h 323"/>
                <a:gd name="T40" fmla="*/ 31 w 609"/>
                <a:gd name="T41" fmla="*/ 323 h 323"/>
                <a:gd name="T42" fmla="*/ 26 w 609"/>
                <a:gd name="T43" fmla="*/ 323 h 323"/>
                <a:gd name="T44" fmla="*/ 24 w 609"/>
                <a:gd name="T45" fmla="*/ 320 h 323"/>
                <a:gd name="T46" fmla="*/ 19 w 609"/>
                <a:gd name="T47" fmla="*/ 320 h 323"/>
                <a:gd name="T48" fmla="*/ 14 w 609"/>
                <a:gd name="T49" fmla="*/ 318 h 323"/>
                <a:gd name="T50" fmla="*/ 12 w 609"/>
                <a:gd name="T51" fmla="*/ 316 h 323"/>
                <a:gd name="T52" fmla="*/ 10 w 609"/>
                <a:gd name="T53" fmla="*/ 313 h 323"/>
                <a:gd name="T54" fmla="*/ 5 w 609"/>
                <a:gd name="T55" fmla="*/ 311 h 323"/>
                <a:gd name="T56" fmla="*/ 5 w 609"/>
                <a:gd name="T57" fmla="*/ 306 h 323"/>
                <a:gd name="T58" fmla="*/ 3 w 609"/>
                <a:gd name="T59" fmla="*/ 304 h 323"/>
                <a:gd name="T60" fmla="*/ 0 w 609"/>
                <a:gd name="T61" fmla="*/ 299 h 323"/>
                <a:gd name="T62" fmla="*/ 0 w 609"/>
                <a:gd name="T63" fmla="*/ 294 h 323"/>
                <a:gd name="T64" fmla="*/ 0 w 609"/>
                <a:gd name="T65" fmla="*/ 290 h 323"/>
                <a:gd name="T66" fmla="*/ 0 w 609"/>
                <a:gd name="T67" fmla="*/ 287 h 323"/>
                <a:gd name="T68" fmla="*/ 3 w 609"/>
                <a:gd name="T69" fmla="*/ 282 h 323"/>
                <a:gd name="T70" fmla="*/ 5 w 609"/>
                <a:gd name="T71" fmla="*/ 278 h 323"/>
                <a:gd name="T72" fmla="*/ 7 w 609"/>
                <a:gd name="T73" fmla="*/ 275 h 323"/>
                <a:gd name="T74" fmla="*/ 10 w 609"/>
                <a:gd name="T75" fmla="*/ 273 h 323"/>
                <a:gd name="T76" fmla="*/ 12 w 609"/>
                <a:gd name="T77" fmla="*/ 271 h 323"/>
                <a:gd name="T78" fmla="*/ 17 w 609"/>
                <a:gd name="T79" fmla="*/ 268 h 323"/>
                <a:gd name="T80" fmla="*/ 22 w 609"/>
                <a:gd name="T81" fmla="*/ 266 h 323"/>
                <a:gd name="T82" fmla="*/ 24 w 609"/>
                <a:gd name="T83" fmla="*/ 266 h 323"/>
                <a:gd name="T84" fmla="*/ 29 w 609"/>
                <a:gd name="T85" fmla="*/ 266 h 323"/>
                <a:gd name="T86" fmla="*/ 29 w 609"/>
                <a:gd name="T87" fmla="*/ 287 h 323"/>
                <a:gd name="T88" fmla="*/ 455 w 609"/>
                <a:gd name="T89" fmla="*/ 301 h 323"/>
                <a:gd name="T90" fmla="*/ 455 w 609"/>
                <a:gd name="T91" fmla="*/ 301 h 323"/>
                <a:gd name="T92" fmla="*/ 459 w 609"/>
                <a:gd name="T93" fmla="*/ 297 h 323"/>
                <a:gd name="T94" fmla="*/ 585 w 609"/>
                <a:gd name="T95" fmla="*/ 57 h 323"/>
                <a:gd name="T96" fmla="*/ 609 w 609"/>
                <a:gd name="T97" fmla="*/ 76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09" h="323">
                  <a:moveTo>
                    <a:pt x="29" y="266"/>
                  </a:moveTo>
                  <a:lnTo>
                    <a:pt x="31" y="266"/>
                  </a:lnTo>
                  <a:lnTo>
                    <a:pt x="31" y="266"/>
                  </a:lnTo>
                  <a:lnTo>
                    <a:pt x="33" y="266"/>
                  </a:lnTo>
                  <a:lnTo>
                    <a:pt x="33" y="266"/>
                  </a:lnTo>
                  <a:lnTo>
                    <a:pt x="36" y="266"/>
                  </a:lnTo>
                  <a:lnTo>
                    <a:pt x="38" y="266"/>
                  </a:lnTo>
                  <a:lnTo>
                    <a:pt x="38" y="266"/>
                  </a:lnTo>
                  <a:lnTo>
                    <a:pt x="41" y="268"/>
                  </a:lnTo>
                  <a:lnTo>
                    <a:pt x="41" y="268"/>
                  </a:lnTo>
                  <a:lnTo>
                    <a:pt x="43" y="268"/>
                  </a:lnTo>
                  <a:lnTo>
                    <a:pt x="43" y="268"/>
                  </a:lnTo>
                  <a:lnTo>
                    <a:pt x="45" y="271"/>
                  </a:lnTo>
                  <a:lnTo>
                    <a:pt x="45" y="271"/>
                  </a:lnTo>
                  <a:lnTo>
                    <a:pt x="48" y="271"/>
                  </a:lnTo>
                  <a:lnTo>
                    <a:pt x="48" y="273"/>
                  </a:lnTo>
                  <a:lnTo>
                    <a:pt x="50" y="273"/>
                  </a:lnTo>
                  <a:lnTo>
                    <a:pt x="50" y="275"/>
                  </a:lnTo>
                  <a:lnTo>
                    <a:pt x="50" y="275"/>
                  </a:lnTo>
                  <a:lnTo>
                    <a:pt x="52" y="275"/>
                  </a:lnTo>
                  <a:lnTo>
                    <a:pt x="52" y="278"/>
                  </a:lnTo>
                  <a:lnTo>
                    <a:pt x="52" y="278"/>
                  </a:lnTo>
                  <a:lnTo>
                    <a:pt x="55" y="280"/>
                  </a:lnTo>
                  <a:lnTo>
                    <a:pt x="55" y="280"/>
                  </a:lnTo>
                  <a:lnTo>
                    <a:pt x="55" y="282"/>
                  </a:lnTo>
                  <a:lnTo>
                    <a:pt x="55" y="282"/>
                  </a:lnTo>
                  <a:lnTo>
                    <a:pt x="57" y="285"/>
                  </a:lnTo>
                  <a:lnTo>
                    <a:pt x="57" y="287"/>
                  </a:lnTo>
                  <a:lnTo>
                    <a:pt x="57" y="287"/>
                  </a:lnTo>
                  <a:lnTo>
                    <a:pt x="57" y="290"/>
                  </a:lnTo>
                  <a:lnTo>
                    <a:pt x="57" y="290"/>
                  </a:lnTo>
                  <a:lnTo>
                    <a:pt x="57" y="292"/>
                  </a:lnTo>
                  <a:lnTo>
                    <a:pt x="57" y="294"/>
                  </a:lnTo>
                  <a:lnTo>
                    <a:pt x="57" y="294"/>
                  </a:lnTo>
                  <a:lnTo>
                    <a:pt x="57" y="297"/>
                  </a:lnTo>
                  <a:lnTo>
                    <a:pt x="57" y="297"/>
                  </a:lnTo>
                  <a:lnTo>
                    <a:pt x="57" y="299"/>
                  </a:lnTo>
                  <a:lnTo>
                    <a:pt x="57" y="301"/>
                  </a:lnTo>
                  <a:lnTo>
                    <a:pt x="57" y="301"/>
                  </a:lnTo>
                  <a:lnTo>
                    <a:pt x="55" y="304"/>
                  </a:lnTo>
                  <a:lnTo>
                    <a:pt x="55" y="304"/>
                  </a:lnTo>
                  <a:lnTo>
                    <a:pt x="55" y="306"/>
                  </a:lnTo>
                  <a:lnTo>
                    <a:pt x="55" y="306"/>
                  </a:lnTo>
                  <a:lnTo>
                    <a:pt x="52" y="308"/>
                  </a:lnTo>
                  <a:lnTo>
                    <a:pt x="52" y="308"/>
                  </a:lnTo>
                  <a:lnTo>
                    <a:pt x="52" y="311"/>
                  </a:lnTo>
                  <a:lnTo>
                    <a:pt x="50" y="311"/>
                  </a:lnTo>
                  <a:lnTo>
                    <a:pt x="50" y="313"/>
                  </a:lnTo>
                  <a:lnTo>
                    <a:pt x="50" y="313"/>
                  </a:lnTo>
                  <a:lnTo>
                    <a:pt x="48" y="316"/>
                  </a:lnTo>
                  <a:lnTo>
                    <a:pt x="48" y="316"/>
                  </a:lnTo>
                  <a:lnTo>
                    <a:pt x="45" y="316"/>
                  </a:lnTo>
                  <a:lnTo>
                    <a:pt x="45" y="318"/>
                  </a:lnTo>
                  <a:lnTo>
                    <a:pt x="43" y="318"/>
                  </a:lnTo>
                  <a:lnTo>
                    <a:pt x="43" y="318"/>
                  </a:lnTo>
                  <a:lnTo>
                    <a:pt x="41" y="318"/>
                  </a:lnTo>
                  <a:lnTo>
                    <a:pt x="41" y="320"/>
                  </a:lnTo>
                  <a:lnTo>
                    <a:pt x="38" y="320"/>
                  </a:lnTo>
                  <a:lnTo>
                    <a:pt x="38" y="320"/>
                  </a:lnTo>
                  <a:lnTo>
                    <a:pt x="36" y="320"/>
                  </a:lnTo>
                  <a:lnTo>
                    <a:pt x="33" y="320"/>
                  </a:lnTo>
                  <a:lnTo>
                    <a:pt x="33" y="320"/>
                  </a:lnTo>
                  <a:lnTo>
                    <a:pt x="31" y="323"/>
                  </a:lnTo>
                  <a:lnTo>
                    <a:pt x="31" y="323"/>
                  </a:lnTo>
                  <a:lnTo>
                    <a:pt x="29" y="323"/>
                  </a:lnTo>
                  <a:lnTo>
                    <a:pt x="26" y="323"/>
                  </a:lnTo>
                  <a:lnTo>
                    <a:pt x="26" y="323"/>
                  </a:lnTo>
                  <a:lnTo>
                    <a:pt x="24" y="320"/>
                  </a:lnTo>
                  <a:lnTo>
                    <a:pt x="24" y="320"/>
                  </a:lnTo>
                  <a:lnTo>
                    <a:pt x="22" y="320"/>
                  </a:lnTo>
                  <a:lnTo>
                    <a:pt x="22" y="320"/>
                  </a:lnTo>
                  <a:lnTo>
                    <a:pt x="19" y="320"/>
                  </a:lnTo>
                  <a:lnTo>
                    <a:pt x="17" y="320"/>
                  </a:lnTo>
                  <a:lnTo>
                    <a:pt x="17" y="318"/>
                  </a:lnTo>
                  <a:lnTo>
                    <a:pt x="14" y="318"/>
                  </a:lnTo>
                  <a:lnTo>
                    <a:pt x="14" y="318"/>
                  </a:lnTo>
                  <a:lnTo>
                    <a:pt x="12" y="318"/>
                  </a:lnTo>
                  <a:lnTo>
                    <a:pt x="12" y="316"/>
                  </a:lnTo>
                  <a:lnTo>
                    <a:pt x="10" y="316"/>
                  </a:lnTo>
                  <a:lnTo>
                    <a:pt x="10" y="316"/>
                  </a:lnTo>
                  <a:lnTo>
                    <a:pt x="10" y="313"/>
                  </a:lnTo>
                  <a:lnTo>
                    <a:pt x="7" y="313"/>
                  </a:lnTo>
                  <a:lnTo>
                    <a:pt x="7" y="311"/>
                  </a:lnTo>
                  <a:lnTo>
                    <a:pt x="5" y="311"/>
                  </a:lnTo>
                  <a:lnTo>
                    <a:pt x="5" y="308"/>
                  </a:lnTo>
                  <a:lnTo>
                    <a:pt x="5" y="308"/>
                  </a:lnTo>
                  <a:lnTo>
                    <a:pt x="5" y="306"/>
                  </a:lnTo>
                  <a:lnTo>
                    <a:pt x="3" y="306"/>
                  </a:lnTo>
                  <a:lnTo>
                    <a:pt x="3" y="304"/>
                  </a:lnTo>
                  <a:lnTo>
                    <a:pt x="3" y="304"/>
                  </a:lnTo>
                  <a:lnTo>
                    <a:pt x="3" y="301"/>
                  </a:lnTo>
                  <a:lnTo>
                    <a:pt x="0" y="301"/>
                  </a:lnTo>
                  <a:lnTo>
                    <a:pt x="0" y="299"/>
                  </a:lnTo>
                  <a:lnTo>
                    <a:pt x="0" y="297"/>
                  </a:lnTo>
                  <a:lnTo>
                    <a:pt x="0" y="297"/>
                  </a:lnTo>
                  <a:lnTo>
                    <a:pt x="0" y="294"/>
                  </a:lnTo>
                  <a:lnTo>
                    <a:pt x="0" y="294"/>
                  </a:lnTo>
                  <a:lnTo>
                    <a:pt x="0" y="292"/>
                  </a:lnTo>
                  <a:lnTo>
                    <a:pt x="0" y="290"/>
                  </a:lnTo>
                  <a:lnTo>
                    <a:pt x="0" y="290"/>
                  </a:lnTo>
                  <a:lnTo>
                    <a:pt x="0" y="287"/>
                  </a:lnTo>
                  <a:lnTo>
                    <a:pt x="0" y="287"/>
                  </a:lnTo>
                  <a:lnTo>
                    <a:pt x="3" y="285"/>
                  </a:lnTo>
                  <a:lnTo>
                    <a:pt x="3" y="282"/>
                  </a:lnTo>
                  <a:lnTo>
                    <a:pt x="3" y="282"/>
                  </a:lnTo>
                  <a:lnTo>
                    <a:pt x="3" y="280"/>
                  </a:lnTo>
                  <a:lnTo>
                    <a:pt x="5" y="280"/>
                  </a:lnTo>
                  <a:lnTo>
                    <a:pt x="5" y="278"/>
                  </a:lnTo>
                  <a:lnTo>
                    <a:pt x="5" y="278"/>
                  </a:lnTo>
                  <a:lnTo>
                    <a:pt x="5" y="275"/>
                  </a:lnTo>
                  <a:lnTo>
                    <a:pt x="7" y="275"/>
                  </a:lnTo>
                  <a:lnTo>
                    <a:pt x="7" y="275"/>
                  </a:lnTo>
                  <a:lnTo>
                    <a:pt x="10" y="273"/>
                  </a:lnTo>
                  <a:lnTo>
                    <a:pt x="10" y="273"/>
                  </a:lnTo>
                  <a:lnTo>
                    <a:pt x="10" y="271"/>
                  </a:lnTo>
                  <a:lnTo>
                    <a:pt x="12" y="271"/>
                  </a:lnTo>
                  <a:lnTo>
                    <a:pt x="12" y="271"/>
                  </a:lnTo>
                  <a:lnTo>
                    <a:pt x="14" y="268"/>
                  </a:lnTo>
                  <a:lnTo>
                    <a:pt x="14" y="268"/>
                  </a:lnTo>
                  <a:lnTo>
                    <a:pt x="17" y="268"/>
                  </a:lnTo>
                  <a:lnTo>
                    <a:pt x="17" y="268"/>
                  </a:lnTo>
                  <a:lnTo>
                    <a:pt x="19" y="266"/>
                  </a:lnTo>
                  <a:lnTo>
                    <a:pt x="22" y="266"/>
                  </a:lnTo>
                  <a:lnTo>
                    <a:pt x="22" y="266"/>
                  </a:lnTo>
                  <a:lnTo>
                    <a:pt x="24" y="266"/>
                  </a:lnTo>
                  <a:lnTo>
                    <a:pt x="24" y="266"/>
                  </a:lnTo>
                  <a:lnTo>
                    <a:pt x="26" y="266"/>
                  </a:lnTo>
                  <a:lnTo>
                    <a:pt x="26" y="266"/>
                  </a:lnTo>
                  <a:lnTo>
                    <a:pt x="29" y="266"/>
                  </a:lnTo>
                  <a:close/>
                  <a:moveTo>
                    <a:pt x="455" y="301"/>
                  </a:moveTo>
                  <a:lnTo>
                    <a:pt x="29" y="301"/>
                  </a:lnTo>
                  <a:lnTo>
                    <a:pt x="29" y="287"/>
                  </a:lnTo>
                  <a:lnTo>
                    <a:pt x="455" y="287"/>
                  </a:lnTo>
                  <a:lnTo>
                    <a:pt x="459" y="297"/>
                  </a:lnTo>
                  <a:lnTo>
                    <a:pt x="455" y="301"/>
                  </a:lnTo>
                  <a:close/>
                  <a:moveTo>
                    <a:pt x="459" y="297"/>
                  </a:moveTo>
                  <a:lnTo>
                    <a:pt x="457" y="301"/>
                  </a:lnTo>
                  <a:lnTo>
                    <a:pt x="455" y="301"/>
                  </a:lnTo>
                  <a:lnTo>
                    <a:pt x="459" y="297"/>
                  </a:lnTo>
                  <a:close/>
                  <a:moveTo>
                    <a:pt x="585" y="57"/>
                  </a:moveTo>
                  <a:lnTo>
                    <a:pt x="459" y="297"/>
                  </a:lnTo>
                  <a:lnTo>
                    <a:pt x="448" y="290"/>
                  </a:lnTo>
                  <a:lnTo>
                    <a:pt x="573" y="50"/>
                  </a:lnTo>
                  <a:lnTo>
                    <a:pt x="585" y="57"/>
                  </a:lnTo>
                  <a:close/>
                  <a:moveTo>
                    <a:pt x="542" y="43"/>
                  </a:moveTo>
                  <a:lnTo>
                    <a:pt x="606" y="0"/>
                  </a:lnTo>
                  <a:lnTo>
                    <a:pt x="609" y="76"/>
                  </a:lnTo>
                  <a:lnTo>
                    <a:pt x="542" y="43"/>
                  </a:lnTo>
                  <a:close/>
                </a:path>
              </a:pathLst>
            </a:custGeom>
            <a:solidFill>
              <a:srgbClr val="8C9F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48"/>
            <p:cNvSpPr>
              <a:spLocks noEditPoints="1"/>
            </p:cNvSpPr>
            <p:nvPr/>
          </p:nvSpPr>
          <p:spPr bwMode="auto">
            <a:xfrm>
              <a:off x="992" y="1495"/>
              <a:ext cx="199" cy="178"/>
            </a:xfrm>
            <a:custGeom>
              <a:avLst/>
              <a:gdLst>
                <a:gd name="T0" fmla="*/ 66 w 84"/>
                <a:gd name="T1" fmla="*/ 9 h 75"/>
                <a:gd name="T2" fmla="*/ 42 w 84"/>
                <a:gd name="T3" fmla="*/ 0 h 75"/>
                <a:gd name="T4" fmla="*/ 42 w 84"/>
                <a:gd name="T5" fmla="*/ 7 h 75"/>
                <a:gd name="T6" fmla="*/ 62 w 84"/>
                <a:gd name="T7" fmla="*/ 15 h 75"/>
                <a:gd name="T8" fmla="*/ 66 w 84"/>
                <a:gd name="T9" fmla="*/ 58 h 75"/>
                <a:gd name="T10" fmla="*/ 42 w 84"/>
                <a:gd name="T11" fmla="*/ 68 h 75"/>
                <a:gd name="T12" fmla="*/ 42 w 84"/>
                <a:gd name="T13" fmla="*/ 75 h 75"/>
                <a:gd name="T14" fmla="*/ 71 w 84"/>
                <a:gd name="T15" fmla="*/ 62 h 75"/>
                <a:gd name="T16" fmla="*/ 66 w 84"/>
                <a:gd name="T17" fmla="*/ 9 h 75"/>
                <a:gd name="T18" fmla="*/ 42 w 84"/>
                <a:gd name="T19" fmla="*/ 0 h 75"/>
                <a:gd name="T20" fmla="*/ 14 w 84"/>
                <a:gd name="T21" fmla="*/ 14 h 75"/>
                <a:gd name="T22" fmla="*/ 18 w 84"/>
                <a:gd name="T23" fmla="*/ 67 h 75"/>
                <a:gd name="T24" fmla="*/ 42 w 84"/>
                <a:gd name="T25" fmla="*/ 75 h 75"/>
                <a:gd name="T26" fmla="*/ 42 w 84"/>
                <a:gd name="T27" fmla="*/ 68 h 75"/>
                <a:gd name="T28" fmla="*/ 23 w 84"/>
                <a:gd name="T29" fmla="*/ 61 h 75"/>
                <a:gd name="T30" fmla="*/ 19 w 84"/>
                <a:gd name="T31" fmla="*/ 18 h 75"/>
                <a:gd name="T32" fmla="*/ 42 w 84"/>
                <a:gd name="T33" fmla="*/ 7 h 75"/>
                <a:gd name="T34" fmla="*/ 42 w 84"/>
                <a:gd name="T35"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4" h="75">
                  <a:moveTo>
                    <a:pt x="66" y="9"/>
                  </a:moveTo>
                  <a:cubicBezTo>
                    <a:pt x="59" y="3"/>
                    <a:pt x="51" y="0"/>
                    <a:pt x="42" y="0"/>
                  </a:cubicBezTo>
                  <a:cubicBezTo>
                    <a:pt x="42" y="7"/>
                    <a:pt x="42" y="7"/>
                    <a:pt x="42" y="7"/>
                  </a:cubicBezTo>
                  <a:cubicBezTo>
                    <a:pt x="49" y="7"/>
                    <a:pt x="56" y="10"/>
                    <a:pt x="62" y="15"/>
                  </a:cubicBezTo>
                  <a:cubicBezTo>
                    <a:pt x="75" y="25"/>
                    <a:pt x="77" y="45"/>
                    <a:pt x="66" y="58"/>
                  </a:cubicBezTo>
                  <a:cubicBezTo>
                    <a:pt x="60" y="65"/>
                    <a:pt x="51" y="68"/>
                    <a:pt x="42" y="68"/>
                  </a:cubicBezTo>
                  <a:cubicBezTo>
                    <a:pt x="42" y="75"/>
                    <a:pt x="42" y="75"/>
                    <a:pt x="42" y="75"/>
                  </a:cubicBezTo>
                  <a:cubicBezTo>
                    <a:pt x="53" y="75"/>
                    <a:pt x="64" y="71"/>
                    <a:pt x="71" y="62"/>
                  </a:cubicBezTo>
                  <a:cubicBezTo>
                    <a:pt x="84" y="46"/>
                    <a:pt x="82" y="23"/>
                    <a:pt x="66" y="9"/>
                  </a:cubicBezTo>
                  <a:close/>
                  <a:moveTo>
                    <a:pt x="42" y="0"/>
                  </a:moveTo>
                  <a:cubicBezTo>
                    <a:pt x="32" y="0"/>
                    <a:pt x="21" y="5"/>
                    <a:pt x="14" y="14"/>
                  </a:cubicBezTo>
                  <a:cubicBezTo>
                    <a:pt x="0" y="30"/>
                    <a:pt x="2" y="53"/>
                    <a:pt x="18" y="67"/>
                  </a:cubicBezTo>
                  <a:cubicBezTo>
                    <a:pt x="25" y="72"/>
                    <a:pt x="34" y="75"/>
                    <a:pt x="42" y="75"/>
                  </a:cubicBezTo>
                  <a:cubicBezTo>
                    <a:pt x="42" y="68"/>
                    <a:pt x="42" y="68"/>
                    <a:pt x="42" y="68"/>
                  </a:cubicBezTo>
                  <a:cubicBezTo>
                    <a:pt x="35" y="68"/>
                    <a:pt x="28" y="66"/>
                    <a:pt x="23" y="61"/>
                  </a:cubicBezTo>
                  <a:cubicBezTo>
                    <a:pt x="10" y="50"/>
                    <a:pt x="8" y="31"/>
                    <a:pt x="19" y="18"/>
                  </a:cubicBezTo>
                  <a:cubicBezTo>
                    <a:pt x="25" y="11"/>
                    <a:pt x="34" y="7"/>
                    <a:pt x="42" y="7"/>
                  </a:cubicBezTo>
                  <a:lnTo>
                    <a:pt x="42" y="0"/>
                  </a:lnTo>
                  <a:close/>
                </a:path>
              </a:pathLst>
            </a:custGeom>
            <a:solidFill>
              <a:srgbClr val="4E62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49"/>
            <p:cNvSpPr>
              <a:spLocks/>
            </p:cNvSpPr>
            <p:nvPr/>
          </p:nvSpPr>
          <p:spPr bwMode="auto">
            <a:xfrm>
              <a:off x="978" y="1638"/>
              <a:ext cx="73" cy="82"/>
            </a:xfrm>
            <a:custGeom>
              <a:avLst/>
              <a:gdLst>
                <a:gd name="T0" fmla="*/ 16 w 73"/>
                <a:gd name="T1" fmla="*/ 82 h 82"/>
                <a:gd name="T2" fmla="*/ 0 w 73"/>
                <a:gd name="T3" fmla="*/ 66 h 82"/>
                <a:gd name="T4" fmla="*/ 54 w 73"/>
                <a:gd name="T5" fmla="*/ 0 h 82"/>
                <a:gd name="T6" fmla="*/ 73 w 73"/>
                <a:gd name="T7" fmla="*/ 16 h 82"/>
                <a:gd name="T8" fmla="*/ 16 w 73"/>
                <a:gd name="T9" fmla="*/ 82 h 82"/>
              </a:gdLst>
              <a:ahLst/>
              <a:cxnLst>
                <a:cxn ang="0">
                  <a:pos x="T0" y="T1"/>
                </a:cxn>
                <a:cxn ang="0">
                  <a:pos x="T2" y="T3"/>
                </a:cxn>
                <a:cxn ang="0">
                  <a:pos x="T4" y="T5"/>
                </a:cxn>
                <a:cxn ang="0">
                  <a:pos x="T6" y="T7"/>
                </a:cxn>
                <a:cxn ang="0">
                  <a:pos x="T8" y="T9"/>
                </a:cxn>
              </a:cxnLst>
              <a:rect l="0" t="0" r="r" b="b"/>
              <a:pathLst>
                <a:path w="73" h="82">
                  <a:moveTo>
                    <a:pt x="16" y="82"/>
                  </a:moveTo>
                  <a:lnTo>
                    <a:pt x="0" y="66"/>
                  </a:lnTo>
                  <a:lnTo>
                    <a:pt x="54" y="0"/>
                  </a:lnTo>
                  <a:lnTo>
                    <a:pt x="73" y="16"/>
                  </a:lnTo>
                  <a:lnTo>
                    <a:pt x="16" y="82"/>
                  </a:lnTo>
                  <a:close/>
                </a:path>
              </a:pathLst>
            </a:custGeom>
            <a:solidFill>
              <a:srgbClr val="4E62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50"/>
            <p:cNvSpPr>
              <a:spLocks/>
            </p:cNvSpPr>
            <p:nvPr/>
          </p:nvSpPr>
          <p:spPr bwMode="auto">
            <a:xfrm>
              <a:off x="937" y="1659"/>
              <a:ext cx="95" cy="107"/>
            </a:xfrm>
            <a:custGeom>
              <a:avLst/>
              <a:gdLst>
                <a:gd name="T0" fmla="*/ 15 w 40"/>
                <a:gd name="T1" fmla="*/ 41 h 45"/>
                <a:gd name="T2" fmla="*/ 4 w 40"/>
                <a:gd name="T3" fmla="*/ 42 h 45"/>
                <a:gd name="T4" fmla="*/ 3 w 40"/>
                <a:gd name="T5" fmla="*/ 31 h 45"/>
                <a:gd name="T6" fmla="*/ 25 w 40"/>
                <a:gd name="T7" fmla="*/ 4 h 45"/>
                <a:gd name="T8" fmla="*/ 37 w 40"/>
                <a:gd name="T9" fmla="*/ 3 h 45"/>
                <a:gd name="T10" fmla="*/ 37 w 40"/>
                <a:gd name="T11" fmla="*/ 15 h 45"/>
                <a:gd name="T12" fmla="*/ 15 w 40"/>
                <a:gd name="T13" fmla="*/ 41 h 45"/>
              </a:gdLst>
              <a:ahLst/>
              <a:cxnLst>
                <a:cxn ang="0">
                  <a:pos x="T0" y="T1"/>
                </a:cxn>
                <a:cxn ang="0">
                  <a:pos x="T2" y="T3"/>
                </a:cxn>
                <a:cxn ang="0">
                  <a:pos x="T4" y="T5"/>
                </a:cxn>
                <a:cxn ang="0">
                  <a:pos x="T6" y="T7"/>
                </a:cxn>
                <a:cxn ang="0">
                  <a:pos x="T8" y="T9"/>
                </a:cxn>
                <a:cxn ang="0">
                  <a:pos x="T10" y="T11"/>
                </a:cxn>
                <a:cxn ang="0">
                  <a:pos x="T12" y="T13"/>
                </a:cxn>
              </a:cxnLst>
              <a:rect l="0" t="0" r="r" b="b"/>
              <a:pathLst>
                <a:path w="40" h="45">
                  <a:moveTo>
                    <a:pt x="15" y="41"/>
                  </a:moveTo>
                  <a:cubicBezTo>
                    <a:pt x="12" y="44"/>
                    <a:pt x="7" y="45"/>
                    <a:pt x="4" y="42"/>
                  </a:cubicBezTo>
                  <a:cubicBezTo>
                    <a:pt x="1" y="39"/>
                    <a:pt x="0" y="34"/>
                    <a:pt x="3" y="31"/>
                  </a:cubicBezTo>
                  <a:cubicBezTo>
                    <a:pt x="25" y="4"/>
                    <a:pt x="25" y="4"/>
                    <a:pt x="25" y="4"/>
                  </a:cubicBezTo>
                  <a:cubicBezTo>
                    <a:pt x="28" y="1"/>
                    <a:pt x="33" y="0"/>
                    <a:pt x="37" y="3"/>
                  </a:cubicBezTo>
                  <a:cubicBezTo>
                    <a:pt x="40" y="6"/>
                    <a:pt x="40" y="11"/>
                    <a:pt x="37" y="15"/>
                  </a:cubicBezTo>
                  <a:lnTo>
                    <a:pt x="15" y="41"/>
                  </a:lnTo>
                  <a:close/>
                </a:path>
              </a:pathLst>
            </a:custGeom>
            <a:solidFill>
              <a:srgbClr val="4E62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51"/>
            <p:cNvSpPr>
              <a:spLocks noEditPoints="1"/>
            </p:cNvSpPr>
            <p:nvPr/>
          </p:nvSpPr>
          <p:spPr bwMode="auto">
            <a:xfrm>
              <a:off x="3432" y="1057"/>
              <a:ext cx="386" cy="227"/>
            </a:xfrm>
            <a:custGeom>
              <a:avLst/>
              <a:gdLst>
                <a:gd name="T0" fmla="*/ 82 w 163"/>
                <a:gd name="T1" fmla="*/ 0 h 96"/>
                <a:gd name="T2" fmla="*/ 83 w 163"/>
                <a:gd name="T3" fmla="*/ 5 h 96"/>
                <a:gd name="T4" fmla="*/ 82 w 163"/>
                <a:gd name="T5" fmla="*/ 9 h 96"/>
                <a:gd name="T6" fmla="*/ 136 w 163"/>
                <a:gd name="T7" fmla="*/ 67 h 96"/>
                <a:gd name="T8" fmla="*/ 82 w 163"/>
                <a:gd name="T9" fmla="*/ 70 h 96"/>
                <a:gd name="T10" fmla="*/ 84 w 163"/>
                <a:gd name="T11" fmla="*/ 75 h 96"/>
                <a:gd name="T12" fmla="*/ 82 w 163"/>
                <a:gd name="T13" fmla="*/ 79 h 96"/>
                <a:gd name="T14" fmla="*/ 142 w 163"/>
                <a:gd name="T15" fmla="*/ 75 h 96"/>
                <a:gd name="T16" fmla="*/ 138 w 163"/>
                <a:gd name="T17" fmla="*/ 0 h 96"/>
                <a:gd name="T18" fmla="*/ 82 w 163"/>
                <a:gd name="T19" fmla="*/ 93 h 96"/>
                <a:gd name="T20" fmla="*/ 98 w 163"/>
                <a:gd name="T21" fmla="*/ 91 h 96"/>
                <a:gd name="T22" fmla="*/ 82 w 163"/>
                <a:gd name="T23" fmla="*/ 88 h 96"/>
                <a:gd name="T24" fmla="*/ 142 w 163"/>
                <a:gd name="T25" fmla="*/ 79 h 96"/>
                <a:gd name="T26" fmla="*/ 82 w 163"/>
                <a:gd name="T27" fmla="*/ 86 h 96"/>
                <a:gd name="T28" fmla="*/ 163 w 163"/>
                <a:gd name="T29" fmla="*/ 88 h 96"/>
                <a:gd name="T30" fmla="*/ 163 w 163"/>
                <a:gd name="T31" fmla="*/ 88 h 96"/>
                <a:gd name="T32" fmla="*/ 160 w 163"/>
                <a:gd name="T33" fmla="*/ 96 h 96"/>
                <a:gd name="T34" fmla="*/ 82 w 163"/>
                <a:gd name="T35" fmla="*/ 0 h 96"/>
                <a:gd name="T36" fmla="*/ 21 w 163"/>
                <a:gd name="T37" fmla="*/ 4 h 96"/>
                <a:gd name="T38" fmla="*/ 26 w 163"/>
                <a:gd name="T39" fmla="*/ 79 h 96"/>
                <a:gd name="T40" fmla="*/ 82 w 163"/>
                <a:gd name="T41" fmla="*/ 86 h 96"/>
                <a:gd name="T42" fmla="*/ 0 w 163"/>
                <a:gd name="T43" fmla="*/ 88 h 96"/>
                <a:gd name="T44" fmla="*/ 82 w 163"/>
                <a:gd name="T45" fmla="*/ 91 h 96"/>
                <a:gd name="T46" fmla="*/ 65 w 163"/>
                <a:gd name="T47" fmla="*/ 93 h 96"/>
                <a:gd name="T48" fmla="*/ 82 w 163"/>
                <a:gd name="T49" fmla="*/ 96 h 96"/>
                <a:gd name="T50" fmla="*/ 0 w 163"/>
                <a:gd name="T51" fmla="*/ 93 h 96"/>
                <a:gd name="T52" fmla="*/ 82 w 163"/>
                <a:gd name="T53" fmla="*/ 88 h 96"/>
                <a:gd name="T54" fmla="*/ 21 w 163"/>
                <a:gd name="T55" fmla="*/ 79 h 96"/>
                <a:gd name="T56" fmla="*/ 82 w 163"/>
                <a:gd name="T57" fmla="*/ 75 h 96"/>
                <a:gd name="T58" fmla="*/ 79 w 163"/>
                <a:gd name="T59" fmla="*/ 70 h 96"/>
                <a:gd name="T60" fmla="*/ 82 w 163"/>
                <a:gd name="T61" fmla="*/ 67 h 96"/>
                <a:gd name="T62" fmla="*/ 28 w 163"/>
                <a:gd name="T63" fmla="*/ 9 h 96"/>
                <a:gd name="T64" fmla="*/ 82 w 163"/>
                <a:gd name="T65" fmla="*/ 6 h 96"/>
                <a:gd name="T66" fmla="*/ 82 w 163"/>
                <a:gd name="T67" fmla="*/ 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3" h="96">
                  <a:moveTo>
                    <a:pt x="138" y="0"/>
                  </a:moveTo>
                  <a:cubicBezTo>
                    <a:pt x="82" y="0"/>
                    <a:pt x="82" y="0"/>
                    <a:pt x="82" y="0"/>
                  </a:cubicBezTo>
                  <a:cubicBezTo>
                    <a:pt x="82" y="3"/>
                    <a:pt x="82" y="3"/>
                    <a:pt x="82" y="3"/>
                  </a:cubicBezTo>
                  <a:cubicBezTo>
                    <a:pt x="82" y="3"/>
                    <a:pt x="83" y="4"/>
                    <a:pt x="83" y="5"/>
                  </a:cubicBezTo>
                  <a:cubicBezTo>
                    <a:pt x="83" y="5"/>
                    <a:pt x="82" y="6"/>
                    <a:pt x="82" y="6"/>
                  </a:cubicBezTo>
                  <a:cubicBezTo>
                    <a:pt x="82" y="9"/>
                    <a:pt x="82" y="9"/>
                    <a:pt x="82" y="9"/>
                  </a:cubicBezTo>
                  <a:cubicBezTo>
                    <a:pt x="136" y="9"/>
                    <a:pt x="136" y="9"/>
                    <a:pt x="136" y="9"/>
                  </a:cubicBezTo>
                  <a:cubicBezTo>
                    <a:pt x="136" y="67"/>
                    <a:pt x="136" y="67"/>
                    <a:pt x="136" y="67"/>
                  </a:cubicBezTo>
                  <a:cubicBezTo>
                    <a:pt x="82" y="67"/>
                    <a:pt x="82" y="67"/>
                    <a:pt x="82" y="67"/>
                  </a:cubicBezTo>
                  <a:cubicBezTo>
                    <a:pt x="82" y="70"/>
                    <a:pt x="82" y="70"/>
                    <a:pt x="82" y="70"/>
                  </a:cubicBezTo>
                  <a:cubicBezTo>
                    <a:pt x="84" y="70"/>
                    <a:pt x="84" y="70"/>
                    <a:pt x="84" y="70"/>
                  </a:cubicBezTo>
                  <a:cubicBezTo>
                    <a:pt x="84" y="75"/>
                    <a:pt x="84" y="75"/>
                    <a:pt x="84" y="75"/>
                  </a:cubicBezTo>
                  <a:cubicBezTo>
                    <a:pt x="82" y="75"/>
                    <a:pt x="82" y="75"/>
                    <a:pt x="82" y="75"/>
                  </a:cubicBezTo>
                  <a:cubicBezTo>
                    <a:pt x="82" y="79"/>
                    <a:pt x="82" y="79"/>
                    <a:pt x="82" y="79"/>
                  </a:cubicBezTo>
                  <a:cubicBezTo>
                    <a:pt x="138" y="79"/>
                    <a:pt x="138" y="79"/>
                    <a:pt x="138" y="79"/>
                  </a:cubicBezTo>
                  <a:cubicBezTo>
                    <a:pt x="140" y="79"/>
                    <a:pt x="142" y="78"/>
                    <a:pt x="142" y="75"/>
                  </a:cubicBezTo>
                  <a:cubicBezTo>
                    <a:pt x="142" y="4"/>
                    <a:pt x="142" y="4"/>
                    <a:pt x="142" y="4"/>
                  </a:cubicBezTo>
                  <a:cubicBezTo>
                    <a:pt x="142" y="2"/>
                    <a:pt x="140" y="0"/>
                    <a:pt x="138" y="0"/>
                  </a:cubicBezTo>
                  <a:close/>
                  <a:moveTo>
                    <a:pt x="82" y="96"/>
                  </a:moveTo>
                  <a:cubicBezTo>
                    <a:pt x="82" y="93"/>
                    <a:pt x="82" y="93"/>
                    <a:pt x="82" y="93"/>
                  </a:cubicBezTo>
                  <a:cubicBezTo>
                    <a:pt x="98" y="93"/>
                    <a:pt x="98" y="93"/>
                    <a:pt x="98" y="93"/>
                  </a:cubicBezTo>
                  <a:cubicBezTo>
                    <a:pt x="98" y="91"/>
                    <a:pt x="98" y="91"/>
                    <a:pt x="98" y="91"/>
                  </a:cubicBezTo>
                  <a:cubicBezTo>
                    <a:pt x="82" y="91"/>
                    <a:pt x="82" y="91"/>
                    <a:pt x="82" y="91"/>
                  </a:cubicBezTo>
                  <a:cubicBezTo>
                    <a:pt x="82" y="88"/>
                    <a:pt x="82" y="88"/>
                    <a:pt x="82" y="88"/>
                  </a:cubicBezTo>
                  <a:cubicBezTo>
                    <a:pt x="163" y="86"/>
                    <a:pt x="163" y="86"/>
                    <a:pt x="163" y="86"/>
                  </a:cubicBezTo>
                  <a:cubicBezTo>
                    <a:pt x="142" y="79"/>
                    <a:pt x="142" y="79"/>
                    <a:pt x="142" y="79"/>
                  </a:cubicBezTo>
                  <a:cubicBezTo>
                    <a:pt x="82" y="79"/>
                    <a:pt x="82" y="79"/>
                    <a:pt x="82" y="79"/>
                  </a:cubicBezTo>
                  <a:cubicBezTo>
                    <a:pt x="82" y="86"/>
                    <a:pt x="82" y="86"/>
                    <a:pt x="82" y="86"/>
                  </a:cubicBezTo>
                  <a:cubicBezTo>
                    <a:pt x="163" y="86"/>
                    <a:pt x="163" y="86"/>
                    <a:pt x="163" y="86"/>
                  </a:cubicBezTo>
                  <a:cubicBezTo>
                    <a:pt x="163" y="88"/>
                    <a:pt x="163" y="88"/>
                    <a:pt x="163" y="88"/>
                  </a:cubicBezTo>
                  <a:cubicBezTo>
                    <a:pt x="82" y="88"/>
                    <a:pt x="82" y="88"/>
                    <a:pt x="82" y="88"/>
                  </a:cubicBezTo>
                  <a:cubicBezTo>
                    <a:pt x="163" y="88"/>
                    <a:pt x="163" y="88"/>
                    <a:pt x="163" y="88"/>
                  </a:cubicBezTo>
                  <a:cubicBezTo>
                    <a:pt x="163" y="93"/>
                    <a:pt x="163" y="93"/>
                    <a:pt x="163" y="93"/>
                  </a:cubicBezTo>
                  <a:cubicBezTo>
                    <a:pt x="163" y="94"/>
                    <a:pt x="161" y="96"/>
                    <a:pt x="160" y="96"/>
                  </a:cubicBezTo>
                  <a:lnTo>
                    <a:pt x="82" y="96"/>
                  </a:lnTo>
                  <a:close/>
                  <a:moveTo>
                    <a:pt x="82" y="0"/>
                  </a:moveTo>
                  <a:cubicBezTo>
                    <a:pt x="26" y="0"/>
                    <a:pt x="26" y="0"/>
                    <a:pt x="26" y="0"/>
                  </a:cubicBezTo>
                  <a:cubicBezTo>
                    <a:pt x="23" y="0"/>
                    <a:pt x="21" y="2"/>
                    <a:pt x="21" y="4"/>
                  </a:cubicBezTo>
                  <a:cubicBezTo>
                    <a:pt x="21" y="75"/>
                    <a:pt x="21" y="75"/>
                    <a:pt x="21" y="75"/>
                  </a:cubicBezTo>
                  <a:cubicBezTo>
                    <a:pt x="21" y="78"/>
                    <a:pt x="23" y="79"/>
                    <a:pt x="26" y="79"/>
                  </a:cubicBezTo>
                  <a:cubicBezTo>
                    <a:pt x="82" y="79"/>
                    <a:pt x="82" y="79"/>
                    <a:pt x="82" y="79"/>
                  </a:cubicBezTo>
                  <a:cubicBezTo>
                    <a:pt x="82" y="86"/>
                    <a:pt x="82" y="86"/>
                    <a:pt x="82" y="86"/>
                  </a:cubicBezTo>
                  <a:cubicBezTo>
                    <a:pt x="0" y="86"/>
                    <a:pt x="0" y="86"/>
                    <a:pt x="0" y="86"/>
                  </a:cubicBezTo>
                  <a:cubicBezTo>
                    <a:pt x="0" y="88"/>
                    <a:pt x="0" y="88"/>
                    <a:pt x="0" y="88"/>
                  </a:cubicBezTo>
                  <a:cubicBezTo>
                    <a:pt x="82" y="88"/>
                    <a:pt x="82" y="88"/>
                    <a:pt x="82" y="88"/>
                  </a:cubicBezTo>
                  <a:cubicBezTo>
                    <a:pt x="82" y="91"/>
                    <a:pt x="82" y="91"/>
                    <a:pt x="82" y="91"/>
                  </a:cubicBezTo>
                  <a:cubicBezTo>
                    <a:pt x="65" y="91"/>
                    <a:pt x="65" y="91"/>
                    <a:pt x="65" y="91"/>
                  </a:cubicBezTo>
                  <a:cubicBezTo>
                    <a:pt x="65" y="93"/>
                    <a:pt x="65" y="93"/>
                    <a:pt x="65" y="93"/>
                  </a:cubicBezTo>
                  <a:cubicBezTo>
                    <a:pt x="82" y="93"/>
                    <a:pt x="82" y="93"/>
                    <a:pt x="82" y="93"/>
                  </a:cubicBezTo>
                  <a:cubicBezTo>
                    <a:pt x="82" y="96"/>
                    <a:pt x="82" y="96"/>
                    <a:pt x="82" y="96"/>
                  </a:cubicBezTo>
                  <a:cubicBezTo>
                    <a:pt x="3" y="96"/>
                    <a:pt x="3" y="96"/>
                    <a:pt x="3" y="96"/>
                  </a:cubicBezTo>
                  <a:cubicBezTo>
                    <a:pt x="2" y="96"/>
                    <a:pt x="0" y="94"/>
                    <a:pt x="0" y="93"/>
                  </a:cubicBezTo>
                  <a:cubicBezTo>
                    <a:pt x="0" y="88"/>
                    <a:pt x="0" y="88"/>
                    <a:pt x="0" y="88"/>
                  </a:cubicBezTo>
                  <a:cubicBezTo>
                    <a:pt x="82" y="88"/>
                    <a:pt x="82" y="88"/>
                    <a:pt x="82" y="88"/>
                  </a:cubicBezTo>
                  <a:cubicBezTo>
                    <a:pt x="0" y="86"/>
                    <a:pt x="0" y="86"/>
                    <a:pt x="0" y="86"/>
                  </a:cubicBezTo>
                  <a:cubicBezTo>
                    <a:pt x="21" y="79"/>
                    <a:pt x="21" y="79"/>
                    <a:pt x="21" y="79"/>
                  </a:cubicBezTo>
                  <a:cubicBezTo>
                    <a:pt x="82" y="79"/>
                    <a:pt x="82" y="79"/>
                    <a:pt x="82" y="79"/>
                  </a:cubicBezTo>
                  <a:cubicBezTo>
                    <a:pt x="82" y="75"/>
                    <a:pt x="82" y="75"/>
                    <a:pt x="82" y="75"/>
                  </a:cubicBezTo>
                  <a:cubicBezTo>
                    <a:pt x="79" y="75"/>
                    <a:pt x="79" y="75"/>
                    <a:pt x="79" y="75"/>
                  </a:cubicBezTo>
                  <a:cubicBezTo>
                    <a:pt x="79" y="70"/>
                    <a:pt x="79" y="70"/>
                    <a:pt x="79" y="70"/>
                  </a:cubicBezTo>
                  <a:cubicBezTo>
                    <a:pt x="82" y="70"/>
                    <a:pt x="82" y="70"/>
                    <a:pt x="82" y="70"/>
                  </a:cubicBezTo>
                  <a:cubicBezTo>
                    <a:pt x="82" y="67"/>
                    <a:pt x="82" y="67"/>
                    <a:pt x="82" y="67"/>
                  </a:cubicBezTo>
                  <a:cubicBezTo>
                    <a:pt x="28" y="67"/>
                    <a:pt x="28" y="67"/>
                    <a:pt x="28" y="67"/>
                  </a:cubicBezTo>
                  <a:cubicBezTo>
                    <a:pt x="28" y="9"/>
                    <a:pt x="28" y="9"/>
                    <a:pt x="28" y="9"/>
                  </a:cubicBezTo>
                  <a:cubicBezTo>
                    <a:pt x="82" y="9"/>
                    <a:pt x="82" y="9"/>
                    <a:pt x="82" y="9"/>
                  </a:cubicBezTo>
                  <a:cubicBezTo>
                    <a:pt x="82" y="6"/>
                    <a:pt x="82" y="6"/>
                    <a:pt x="82" y="6"/>
                  </a:cubicBezTo>
                  <a:cubicBezTo>
                    <a:pt x="81" y="6"/>
                    <a:pt x="80" y="5"/>
                    <a:pt x="80" y="5"/>
                  </a:cubicBezTo>
                  <a:cubicBezTo>
                    <a:pt x="80" y="4"/>
                    <a:pt x="81" y="3"/>
                    <a:pt x="82" y="3"/>
                  </a:cubicBezTo>
                  <a:lnTo>
                    <a:pt x="82" y="0"/>
                  </a:lnTo>
                  <a:close/>
                </a:path>
              </a:pathLst>
            </a:custGeom>
            <a:solidFill>
              <a:srgbClr val="4E62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52"/>
            <p:cNvSpPr>
              <a:spLocks/>
            </p:cNvSpPr>
            <p:nvPr/>
          </p:nvSpPr>
          <p:spPr bwMode="auto">
            <a:xfrm>
              <a:off x="3439" y="2209"/>
              <a:ext cx="142" cy="180"/>
            </a:xfrm>
            <a:custGeom>
              <a:avLst/>
              <a:gdLst>
                <a:gd name="T0" fmla="*/ 45 w 60"/>
                <a:gd name="T1" fmla="*/ 56 h 76"/>
                <a:gd name="T2" fmla="*/ 45 w 60"/>
                <a:gd name="T3" fmla="*/ 56 h 76"/>
                <a:gd name="T4" fmla="*/ 43 w 60"/>
                <a:gd name="T5" fmla="*/ 59 h 76"/>
                <a:gd name="T6" fmla="*/ 43 w 60"/>
                <a:gd name="T7" fmla="*/ 76 h 76"/>
                <a:gd name="T8" fmla="*/ 17 w 60"/>
                <a:gd name="T9" fmla="*/ 76 h 76"/>
                <a:gd name="T10" fmla="*/ 17 w 60"/>
                <a:gd name="T11" fmla="*/ 59 h 76"/>
                <a:gd name="T12" fmla="*/ 15 w 60"/>
                <a:gd name="T13" fmla="*/ 56 h 76"/>
                <a:gd name="T14" fmla="*/ 0 w 60"/>
                <a:gd name="T15" fmla="*/ 30 h 76"/>
                <a:gd name="T16" fmla="*/ 8 w 60"/>
                <a:gd name="T17" fmla="*/ 9 h 76"/>
                <a:gd name="T18" fmla="*/ 30 w 60"/>
                <a:gd name="T19" fmla="*/ 0 h 76"/>
                <a:gd name="T20" fmla="*/ 51 w 60"/>
                <a:gd name="T21" fmla="*/ 9 h 76"/>
                <a:gd name="T22" fmla="*/ 60 w 60"/>
                <a:gd name="T23" fmla="*/ 30 h 76"/>
                <a:gd name="T24" fmla="*/ 45 w 60"/>
                <a:gd name="T25" fmla="*/ 5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 h="76">
                  <a:moveTo>
                    <a:pt x="45" y="56"/>
                  </a:moveTo>
                  <a:cubicBezTo>
                    <a:pt x="45" y="56"/>
                    <a:pt x="45" y="56"/>
                    <a:pt x="45" y="56"/>
                  </a:cubicBezTo>
                  <a:cubicBezTo>
                    <a:pt x="44" y="56"/>
                    <a:pt x="43" y="58"/>
                    <a:pt x="43" y="59"/>
                  </a:cubicBezTo>
                  <a:cubicBezTo>
                    <a:pt x="43" y="76"/>
                    <a:pt x="43" y="76"/>
                    <a:pt x="43" y="76"/>
                  </a:cubicBezTo>
                  <a:cubicBezTo>
                    <a:pt x="17" y="76"/>
                    <a:pt x="17" y="76"/>
                    <a:pt x="17" y="76"/>
                  </a:cubicBezTo>
                  <a:cubicBezTo>
                    <a:pt x="17" y="59"/>
                    <a:pt x="17" y="59"/>
                    <a:pt x="17" y="59"/>
                  </a:cubicBezTo>
                  <a:cubicBezTo>
                    <a:pt x="17" y="58"/>
                    <a:pt x="16" y="57"/>
                    <a:pt x="15" y="56"/>
                  </a:cubicBezTo>
                  <a:cubicBezTo>
                    <a:pt x="6" y="51"/>
                    <a:pt x="0" y="41"/>
                    <a:pt x="0" y="30"/>
                  </a:cubicBezTo>
                  <a:cubicBezTo>
                    <a:pt x="0" y="22"/>
                    <a:pt x="3" y="14"/>
                    <a:pt x="8" y="9"/>
                  </a:cubicBezTo>
                  <a:cubicBezTo>
                    <a:pt x="14" y="3"/>
                    <a:pt x="21" y="0"/>
                    <a:pt x="30" y="0"/>
                  </a:cubicBezTo>
                  <a:cubicBezTo>
                    <a:pt x="38" y="0"/>
                    <a:pt x="46" y="3"/>
                    <a:pt x="51" y="9"/>
                  </a:cubicBezTo>
                  <a:cubicBezTo>
                    <a:pt x="57" y="14"/>
                    <a:pt x="60" y="22"/>
                    <a:pt x="60" y="30"/>
                  </a:cubicBezTo>
                  <a:cubicBezTo>
                    <a:pt x="60" y="41"/>
                    <a:pt x="54" y="50"/>
                    <a:pt x="45" y="56"/>
                  </a:cubicBezTo>
                  <a:close/>
                </a:path>
              </a:pathLst>
            </a:custGeom>
            <a:solidFill>
              <a:srgbClr val="EAED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53"/>
            <p:cNvSpPr>
              <a:spLocks noEditPoints="1"/>
            </p:cNvSpPr>
            <p:nvPr/>
          </p:nvSpPr>
          <p:spPr bwMode="auto">
            <a:xfrm>
              <a:off x="3347" y="2116"/>
              <a:ext cx="327" cy="353"/>
            </a:xfrm>
            <a:custGeom>
              <a:avLst/>
              <a:gdLst>
                <a:gd name="T0" fmla="*/ 107 w 138"/>
                <a:gd name="T1" fmla="*/ 69 h 149"/>
                <a:gd name="T2" fmla="*/ 103 w 138"/>
                <a:gd name="T3" fmla="*/ 85 h 149"/>
                <a:gd name="T4" fmla="*/ 103 w 138"/>
                <a:gd name="T5" fmla="*/ 99 h 149"/>
                <a:gd name="T6" fmla="*/ 118 w 138"/>
                <a:gd name="T7" fmla="*/ 112 h 149"/>
                <a:gd name="T8" fmla="*/ 113 w 138"/>
                <a:gd name="T9" fmla="*/ 117 h 149"/>
                <a:gd name="T10" fmla="*/ 103 w 138"/>
                <a:gd name="T11" fmla="*/ 38 h 149"/>
                <a:gd name="T12" fmla="*/ 113 w 138"/>
                <a:gd name="T13" fmla="*/ 20 h 149"/>
                <a:gd name="T14" fmla="*/ 118 w 138"/>
                <a:gd name="T15" fmla="*/ 25 h 149"/>
                <a:gd name="T16" fmla="*/ 103 w 138"/>
                <a:gd name="T17" fmla="*/ 38 h 149"/>
                <a:gd name="T18" fmla="*/ 134 w 138"/>
                <a:gd name="T19" fmla="*/ 65 h 149"/>
                <a:gd name="T20" fmla="*/ 114 w 138"/>
                <a:gd name="T21" fmla="*/ 69 h 149"/>
                <a:gd name="T22" fmla="*/ 134 w 138"/>
                <a:gd name="T23" fmla="*/ 72 h 149"/>
                <a:gd name="T24" fmla="*/ 134 w 138"/>
                <a:gd name="T25" fmla="*/ 65 h 149"/>
                <a:gd name="T26" fmla="*/ 71 w 138"/>
                <a:gd name="T27" fmla="*/ 149 h 149"/>
                <a:gd name="T28" fmla="*/ 90 w 138"/>
                <a:gd name="T29" fmla="*/ 100 h 149"/>
                <a:gd name="T30" fmla="*/ 103 w 138"/>
                <a:gd name="T31" fmla="*/ 53 h 149"/>
                <a:gd name="T32" fmla="*/ 69 w 138"/>
                <a:gd name="T33" fmla="*/ 39 h 149"/>
                <a:gd name="T34" fmla="*/ 99 w 138"/>
                <a:gd name="T35" fmla="*/ 69 h 149"/>
                <a:gd name="T36" fmla="*/ 82 w 138"/>
                <a:gd name="T37" fmla="*/ 98 h 149"/>
                <a:gd name="T38" fmla="*/ 69 w 138"/>
                <a:gd name="T39" fmla="*/ 115 h 149"/>
                <a:gd name="T40" fmla="*/ 103 w 138"/>
                <a:gd name="T41" fmla="*/ 30 h 149"/>
                <a:gd name="T42" fmla="*/ 101 w 138"/>
                <a:gd name="T43" fmla="*/ 37 h 149"/>
                <a:gd name="T44" fmla="*/ 103 w 138"/>
                <a:gd name="T45" fmla="*/ 30 h 149"/>
                <a:gd name="T46" fmla="*/ 103 w 138"/>
                <a:gd name="T47" fmla="*/ 108 h 149"/>
                <a:gd name="T48" fmla="*/ 101 w 138"/>
                <a:gd name="T49" fmla="*/ 100 h 149"/>
                <a:gd name="T50" fmla="*/ 69 w 138"/>
                <a:gd name="T51" fmla="*/ 24 h 149"/>
                <a:gd name="T52" fmla="*/ 69 w 138"/>
                <a:gd name="T53" fmla="*/ 0 h 149"/>
                <a:gd name="T54" fmla="*/ 73 w 138"/>
                <a:gd name="T55" fmla="*/ 21 h 149"/>
                <a:gd name="T56" fmla="*/ 69 w 138"/>
                <a:gd name="T57" fmla="*/ 31 h 149"/>
                <a:gd name="T58" fmla="*/ 35 w 138"/>
                <a:gd name="T59" fmla="*/ 85 h 149"/>
                <a:gd name="T60" fmla="*/ 48 w 138"/>
                <a:gd name="T61" fmla="*/ 130 h 149"/>
                <a:gd name="T62" fmla="*/ 69 w 138"/>
                <a:gd name="T63" fmla="*/ 149 h 149"/>
                <a:gd name="T64" fmla="*/ 56 w 138"/>
                <a:gd name="T65" fmla="*/ 115 h 149"/>
                <a:gd name="T66" fmla="*/ 54 w 138"/>
                <a:gd name="T67" fmla="*/ 95 h 149"/>
                <a:gd name="T68" fmla="*/ 47 w 138"/>
                <a:gd name="T69" fmla="*/ 48 h 149"/>
                <a:gd name="T70" fmla="*/ 69 w 138"/>
                <a:gd name="T71" fmla="*/ 31 h 149"/>
                <a:gd name="T72" fmla="*/ 69 w 138"/>
                <a:gd name="T73" fmla="*/ 24 h 149"/>
                <a:gd name="T74" fmla="*/ 66 w 138"/>
                <a:gd name="T75" fmla="*/ 4 h 149"/>
                <a:gd name="T76" fmla="*/ 35 w 138"/>
                <a:gd name="T77" fmla="*/ 108 h 149"/>
                <a:gd name="T78" fmla="*/ 37 w 138"/>
                <a:gd name="T79" fmla="*/ 100 h 149"/>
                <a:gd name="T80" fmla="*/ 35 w 138"/>
                <a:gd name="T81" fmla="*/ 108 h 149"/>
                <a:gd name="T82" fmla="*/ 35 w 138"/>
                <a:gd name="T83" fmla="*/ 30 h 149"/>
                <a:gd name="T84" fmla="*/ 37 w 138"/>
                <a:gd name="T85" fmla="*/ 37 h 149"/>
                <a:gd name="T86" fmla="*/ 35 w 138"/>
                <a:gd name="T87" fmla="*/ 52 h 149"/>
                <a:gd name="T88" fmla="*/ 35 w 138"/>
                <a:gd name="T89" fmla="*/ 85 h 149"/>
                <a:gd name="T90" fmla="*/ 35 w 138"/>
                <a:gd name="T91" fmla="*/ 30 h 149"/>
                <a:gd name="T92" fmla="*/ 33 w 138"/>
                <a:gd name="T93" fmla="*/ 37 h 149"/>
                <a:gd name="T94" fmla="*/ 21 w 138"/>
                <a:gd name="T95" fmla="*/ 20 h 149"/>
                <a:gd name="T96" fmla="*/ 35 w 138"/>
                <a:gd name="T97" fmla="*/ 30 h 149"/>
                <a:gd name="T98" fmla="*/ 35 w 138"/>
                <a:gd name="T99" fmla="*/ 108 h 149"/>
                <a:gd name="T100" fmla="*/ 21 w 138"/>
                <a:gd name="T101" fmla="*/ 117 h 149"/>
                <a:gd name="T102" fmla="*/ 33 w 138"/>
                <a:gd name="T103" fmla="*/ 100 h 149"/>
                <a:gd name="T104" fmla="*/ 24 w 138"/>
                <a:gd name="T105" fmla="*/ 69 h 149"/>
                <a:gd name="T106" fmla="*/ 21 w 138"/>
                <a:gd name="T107" fmla="*/ 65 h 149"/>
                <a:gd name="T108" fmla="*/ 0 w 138"/>
                <a:gd name="T109" fmla="*/ 69 h 149"/>
                <a:gd name="T110" fmla="*/ 21 w 138"/>
                <a:gd name="T111" fmla="*/ 72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8" h="149">
                  <a:moveTo>
                    <a:pt x="103" y="85"/>
                  </a:moveTo>
                  <a:cubicBezTo>
                    <a:pt x="105" y="80"/>
                    <a:pt x="107" y="75"/>
                    <a:pt x="107" y="69"/>
                  </a:cubicBezTo>
                  <a:cubicBezTo>
                    <a:pt x="107" y="63"/>
                    <a:pt x="105" y="58"/>
                    <a:pt x="103" y="53"/>
                  </a:cubicBezTo>
                  <a:lnTo>
                    <a:pt x="103" y="85"/>
                  </a:lnTo>
                  <a:close/>
                  <a:moveTo>
                    <a:pt x="103" y="108"/>
                  </a:moveTo>
                  <a:cubicBezTo>
                    <a:pt x="103" y="99"/>
                    <a:pt x="103" y="99"/>
                    <a:pt x="103" y="99"/>
                  </a:cubicBezTo>
                  <a:cubicBezTo>
                    <a:pt x="104" y="99"/>
                    <a:pt x="105" y="100"/>
                    <a:pt x="106" y="100"/>
                  </a:cubicBezTo>
                  <a:cubicBezTo>
                    <a:pt x="118" y="112"/>
                    <a:pt x="118" y="112"/>
                    <a:pt x="118" y="112"/>
                  </a:cubicBezTo>
                  <a:cubicBezTo>
                    <a:pt x="119" y="114"/>
                    <a:pt x="119" y="116"/>
                    <a:pt x="118" y="117"/>
                  </a:cubicBezTo>
                  <a:cubicBezTo>
                    <a:pt x="116" y="119"/>
                    <a:pt x="114" y="119"/>
                    <a:pt x="113" y="117"/>
                  </a:cubicBezTo>
                  <a:lnTo>
                    <a:pt x="103" y="108"/>
                  </a:lnTo>
                  <a:close/>
                  <a:moveTo>
                    <a:pt x="103" y="38"/>
                  </a:moveTo>
                  <a:cubicBezTo>
                    <a:pt x="103" y="30"/>
                    <a:pt x="103" y="30"/>
                    <a:pt x="103" y="30"/>
                  </a:cubicBezTo>
                  <a:cubicBezTo>
                    <a:pt x="113" y="20"/>
                    <a:pt x="113" y="20"/>
                    <a:pt x="113" y="20"/>
                  </a:cubicBezTo>
                  <a:cubicBezTo>
                    <a:pt x="114" y="19"/>
                    <a:pt x="116" y="19"/>
                    <a:pt x="118" y="20"/>
                  </a:cubicBezTo>
                  <a:cubicBezTo>
                    <a:pt x="119" y="22"/>
                    <a:pt x="119" y="24"/>
                    <a:pt x="118" y="25"/>
                  </a:cubicBezTo>
                  <a:cubicBezTo>
                    <a:pt x="106" y="37"/>
                    <a:pt x="106" y="37"/>
                    <a:pt x="106" y="37"/>
                  </a:cubicBezTo>
                  <a:cubicBezTo>
                    <a:pt x="105" y="38"/>
                    <a:pt x="104" y="38"/>
                    <a:pt x="103" y="38"/>
                  </a:cubicBezTo>
                  <a:close/>
                  <a:moveTo>
                    <a:pt x="134" y="65"/>
                  </a:moveTo>
                  <a:cubicBezTo>
                    <a:pt x="134" y="65"/>
                    <a:pt x="134" y="65"/>
                    <a:pt x="134" y="65"/>
                  </a:cubicBezTo>
                  <a:cubicBezTo>
                    <a:pt x="117" y="65"/>
                    <a:pt x="117" y="65"/>
                    <a:pt x="117" y="65"/>
                  </a:cubicBezTo>
                  <a:cubicBezTo>
                    <a:pt x="115" y="65"/>
                    <a:pt x="114" y="67"/>
                    <a:pt x="114" y="69"/>
                  </a:cubicBezTo>
                  <a:cubicBezTo>
                    <a:pt x="114" y="71"/>
                    <a:pt x="115" y="72"/>
                    <a:pt x="117" y="72"/>
                  </a:cubicBezTo>
                  <a:cubicBezTo>
                    <a:pt x="134" y="72"/>
                    <a:pt x="134" y="72"/>
                    <a:pt x="134" y="72"/>
                  </a:cubicBezTo>
                  <a:cubicBezTo>
                    <a:pt x="136" y="72"/>
                    <a:pt x="138" y="71"/>
                    <a:pt x="138" y="69"/>
                  </a:cubicBezTo>
                  <a:cubicBezTo>
                    <a:pt x="138" y="67"/>
                    <a:pt x="136" y="65"/>
                    <a:pt x="134" y="65"/>
                  </a:cubicBezTo>
                  <a:close/>
                  <a:moveTo>
                    <a:pt x="69" y="149"/>
                  </a:moveTo>
                  <a:cubicBezTo>
                    <a:pt x="71" y="149"/>
                    <a:pt x="71" y="149"/>
                    <a:pt x="71" y="149"/>
                  </a:cubicBezTo>
                  <a:cubicBezTo>
                    <a:pt x="82" y="149"/>
                    <a:pt x="90" y="141"/>
                    <a:pt x="90" y="130"/>
                  </a:cubicBezTo>
                  <a:cubicBezTo>
                    <a:pt x="90" y="100"/>
                    <a:pt x="90" y="100"/>
                    <a:pt x="90" y="100"/>
                  </a:cubicBezTo>
                  <a:cubicBezTo>
                    <a:pt x="96" y="96"/>
                    <a:pt x="100" y="91"/>
                    <a:pt x="103" y="85"/>
                  </a:cubicBezTo>
                  <a:cubicBezTo>
                    <a:pt x="103" y="53"/>
                    <a:pt x="103" y="53"/>
                    <a:pt x="103" y="53"/>
                  </a:cubicBezTo>
                  <a:cubicBezTo>
                    <a:pt x="97" y="40"/>
                    <a:pt x="84" y="31"/>
                    <a:pt x="69" y="31"/>
                  </a:cubicBezTo>
                  <a:cubicBezTo>
                    <a:pt x="69" y="39"/>
                    <a:pt x="69" y="39"/>
                    <a:pt x="69" y="39"/>
                  </a:cubicBezTo>
                  <a:cubicBezTo>
                    <a:pt x="77" y="39"/>
                    <a:pt x="85" y="42"/>
                    <a:pt x="90" y="48"/>
                  </a:cubicBezTo>
                  <a:cubicBezTo>
                    <a:pt x="96" y="53"/>
                    <a:pt x="99" y="61"/>
                    <a:pt x="99" y="69"/>
                  </a:cubicBezTo>
                  <a:cubicBezTo>
                    <a:pt x="99" y="80"/>
                    <a:pt x="93" y="89"/>
                    <a:pt x="84" y="95"/>
                  </a:cubicBezTo>
                  <a:cubicBezTo>
                    <a:pt x="83" y="95"/>
                    <a:pt x="82" y="97"/>
                    <a:pt x="82" y="98"/>
                  </a:cubicBezTo>
                  <a:cubicBezTo>
                    <a:pt x="82" y="115"/>
                    <a:pt x="82" y="115"/>
                    <a:pt x="82" y="115"/>
                  </a:cubicBezTo>
                  <a:cubicBezTo>
                    <a:pt x="69" y="115"/>
                    <a:pt x="69" y="115"/>
                    <a:pt x="69" y="115"/>
                  </a:cubicBezTo>
                  <a:lnTo>
                    <a:pt x="69" y="149"/>
                  </a:lnTo>
                  <a:close/>
                  <a:moveTo>
                    <a:pt x="103" y="30"/>
                  </a:moveTo>
                  <a:cubicBezTo>
                    <a:pt x="103" y="38"/>
                    <a:pt x="103" y="38"/>
                    <a:pt x="103" y="38"/>
                  </a:cubicBezTo>
                  <a:cubicBezTo>
                    <a:pt x="102" y="38"/>
                    <a:pt x="101" y="38"/>
                    <a:pt x="101" y="37"/>
                  </a:cubicBezTo>
                  <a:cubicBezTo>
                    <a:pt x="99" y="36"/>
                    <a:pt x="99" y="34"/>
                    <a:pt x="101" y="32"/>
                  </a:cubicBezTo>
                  <a:lnTo>
                    <a:pt x="103" y="30"/>
                  </a:lnTo>
                  <a:close/>
                  <a:moveTo>
                    <a:pt x="103" y="99"/>
                  </a:moveTo>
                  <a:cubicBezTo>
                    <a:pt x="103" y="108"/>
                    <a:pt x="103" y="108"/>
                    <a:pt x="103" y="108"/>
                  </a:cubicBezTo>
                  <a:cubicBezTo>
                    <a:pt x="101" y="105"/>
                    <a:pt x="101" y="105"/>
                    <a:pt x="101" y="105"/>
                  </a:cubicBezTo>
                  <a:cubicBezTo>
                    <a:pt x="99" y="104"/>
                    <a:pt x="99" y="102"/>
                    <a:pt x="101" y="100"/>
                  </a:cubicBezTo>
                  <a:cubicBezTo>
                    <a:pt x="101" y="100"/>
                    <a:pt x="102" y="99"/>
                    <a:pt x="103" y="99"/>
                  </a:cubicBezTo>
                  <a:close/>
                  <a:moveTo>
                    <a:pt x="69" y="24"/>
                  </a:moveTo>
                  <a:cubicBezTo>
                    <a:pt x="69" y="0"/>
                    <a:pt x="69" y="0"/>
                    <a:pt x="69" y="0"/>
                  </a:cubicBezTo>
                  <a:cubicBezTo>
                    <a:pt x="69" y="0"/>
                    <a:pt x="69" y="0"/>
                    <a:pt x="69" y="0"/>
                  </a:cubicBezTo>
                  <a:cubicBezTo>
                    <a:pt x="71" y="0"/>
                    <a:pt x="73" y="2"/>
                    <a:pt x="73" y="4"/>
                  </a:cubicBezTo>
                  <a:cubicBezTo>
                    <a:pt x="73" y="21"/>
                    <a:pt x="73" y="21"/>
                    <a:pt x="73" y="21"/>
                  </a:cubicBezTo>
                  <a:cubicBezTo>
                    <a:pt x="73" y="23"/>
                    <a:pt x="71" y="24"/>
                    <a:pt x="69" y="24"/>
                  </a:cubicBezTo>
                  <a:close/>
                  <a:moveTo>
                    <a:pt x="69" y="31"/>
                  </a:moveTo>
                  <a:cubicBezTo>
                    <a:pt x="54" y="31"/>
                    <a:pt x="41" y="40"/>
                    <a:pt x="35" y="52"/>
                  </a:cubicBezTo>
                  <a:cubicBezTo>
                    <a:pt x="35" y="85"/>
                    <a:pt x="35" y="85"/>
                    <a:pt x="35" y="85"/>
                  </a:cubicBezTo>
                  <a:cubicBezTo>
                    <a:pt x="38" y="92"/>
                    <a:pt x="42" y="97"/>
                    <a:pt x="48" y="101"/>
                  </a:cubicBezTo>
                  <a:cubicBezTo>
                    <a:pt x="48" y="130"/>
                    <a:pt x="48" y="130"/>
                    <a:pt x="48" y="130"/>
                  </a:cubicBezTo>
                  <a:cubicBezTo>
                    <a:pt x="48" y="141"/>
                    <a:pt x="56" y="149"/>
                    <a:pt x="67" y="149"/>
                  </a:cubicBezTo>
                  <a:cubicBezTo>
                    <a:pt x="69" y="149"/>
                    <a:pt x="69" y="149"/>
                    <a:pt x="69" y="149"/>
                  </a:cubicBezTo>
                  <a:cubicBezTo>
                    <a:pt x="69" y="115"/>
                    <a:pt x="69" y="115"/>
                    <a:pt x="69" y="115"/>
                  </a:cubicBezTo>
                  <a:cubicBezTo>
                    <a:pt x="56" y="115"/>
                    <a:pt x="56" y="115"/>
                    <a:pt x="56" y="115"/>
                  </a:cubicBezTo>
                  <a:cubicBezTo>
                    <a:pt x="56" y="98"/>
                    <a:pt x="56" y="98"/>
                    <a:pt x="56" y="98"/>
                  </a:cubicBezTo>
                  <a:cubicBezTo>
                    <a:pt x="56" y="97"/>
                    <a:pt x="55" y="96"/>
                    <a:pt x="54" y="95"/>
                  </a:cubicBezTo>
                  <a:cubicBezTo>
                    <a:pt x="45" y="90"/>
                    <a:pt x="39" y="80"/>
                    <a:pt x="39" y="69"/>
                  </a:cubicBezTo>
                  <a:cubicBezTo>
                    <a:pt x="39" y="61"/>
                    <a:pt x="42" y="53"/>
                    <a:pt x="47" y="48"/>
                  </a:cubicBezTo>
                  <a:cubicBezTo>
                    <a:pt x="53" y="42"/>
                    <a:pt x="60" y="39"/>
                    <a:pt x="69" y="39"/>
                  </a:cubicBezTo>
                  <a:lnTo>
                    <a:pt x="69" y="31"/>
                  </a:lnTo>
                  <a:close/>
                  <a:moveTo>
                    <a:pt x="69" y="0"/>
                  </a:moveTo>
                  <a:cubicBezTo>
                    <a:pt x="69" y="24"/>
                    <a:pt x="69" y="24"/>
                    <a:pt x="69" y="24"/>
                  </a:cubicBezTo>
                  <a:cubicBezTo>
                    <a:pt x="67" y="24"/>
                    <a:pt x="66" y="23"/>
                    <a:pt x="66" y="21"/>
                  </a:cubicBezTo>
                  <a:cubicBezTo>
                    <a:pt x="66" y="4"/>
                    <a:pt x="66" y="4"/>
                    <a:pt x="66" y="4"/>
                  </a:cubicBezTo>
                  <a:cubicBezTo>
                    <a:pt x="66" y="2"/>
                    <a:pt x="67" y="0"/>
                    <a:pt x="69" y="0"/>
                  </a:cubicBezTo>
                  <a:close/>
                  <a:moveTo>
                    <a:pt x="35" y="108"/>
                  </a:moveTo>
                  <a:cubicBezTo>
                    <a:pt x="35" y="99"/>
                    <a:pt x="35" y="99"/>
                    <a:pt x="35" y="99"/>
                  </a:cubicBezTo>
                  <a:cubicBezTo>
                    <a:pt x="36" y="99"/>
                    <a:pt x="37" y="100"/>
                    <a:pt x="37" y="100"/>
                  </a:cubicBezTo>
                  <a:cubicBezTo>
                    <a:pt x="39" y="102"/>
                    <a:pt x="39" y="104"/>
                    <a:pt x="37" y="105"/>
                  </a:cubicBezTo>
                  <a:lnTo>
                    <a:pt x="35" y="108"/>
                  </a:lnTo>
                  <a:close/>
                  <a:moveTo>
                    <a:pt x="35" y="38"/>
                  </a:moveTo>
                  <a:cubicBezTo>
                    <a:pt x="35" y="30"/>
                    <a:pt x="35" y="30"/>
                    <a:pt x="35" y="30"/>
                  </a:cubicBezTo>
                  <a:cubicBezTo>
                    <a:pt x="37" y="32"/>
                    <a:pt x="37" y="32"/>
                    <a:pt x="37" y="32"/>
                  </a:cubicBezTo>
                  <a:cubicBezTo>
                    <a:pt x="39" y="34"/>
                    <a:pt x="39" y="36"/>
                    <a:pt x="37" y="37"/>
                  </a:cubicBezTo>
                  <a:cubicBezTo>
                    <a:pt x="37" y="38"/>
                    <a:pt x="36" y="38"/>
                    <a:pt x="35" y="38"/>
                  </a:cubicBezTo>
                  <a:close/>
                  <a:moveTo>
                    <a:pt x="35" y="52"/>
                  </a:moveTo>
                  <a:cubicBezTo>
                    <a:pt x="32" y="57"/>
                    <a:pt x="31" y="63"/>
                    <a:pt x="31" y="69"/>
                  </a:cubicBezTo>
                  <a:cubicBezTo>
                    <a:pt x="31" y="75"/>
                    <a:pt x="32" y="80"/>
                    <a:pt x="35" y="85"/>
                  </a:cubicBezTo>
                  <a:lnTo>
                    <a:pt x="35" y="52"/>
                  </a:lnTo>
                  <a:close/>
                  <a:moveTo>
                    <a:pt x="35" y="30"/>
                  </a:moveTo>
                  <a:cubicBezTo>
                    <a:pt x="35" y="38"/>
                    <a:pt x="35" y="38"/>
                    <a:pt x="35" y="38"/>
                  </a:cubicBezTo>
                  <a:cubicBezTo>
                    <a:pt x="34" y="38"/>
                    <a:pt x="33" y="38"/>
                    <a:pt x="33" y="37"/>
                  </a:cubicBezTo>
                  <a:cubicBezTo>
                    <a:pt x="21" y="25"/>
                    <a:pt x="21" y="25"/>
                    <a:pt x="21" y="25"/>
                  </a:cubicBezTo>
                  <a:cubicBezTo>
                    <a:pt x="19" y="24"/>
                    <a:pt x="19" y="22"/>
                    <a:pt x="21" y="20"/>
                  </a:cubicBezTo>
                  <a:cubicBezTo>
                    <a:pt x="22" y="19"/>
                    <a:pt x="24" y="19"/>
                    <a:pt x="26" y="20"/>
                  </a:cubicBezTo>
                  <a:lnTo>
                    <a:pt x="35" y="30"/>
                  </a:lnTo>
                  <a:close/>
                  <a:moveTo>
                    <a:pt x="35" y="99"/>
                  </a:moveTo>
                  <a:cubicBezTo>
                    <a:pt x="35" y="108"/>
                    <a:pt x="35" y="108"/>
                    <a:pt x="35" y="108"/>
                  </a:cubicBezTo>
                  <a:cubicBezTo>
                    <a:pt x="26" y="117"/>
                    <a:pt x="26" y="117"/>
                    <a:pt x="26" y="117"/>
                  </a:cubicBezTo>
                  <a:cubicBezTo>
                    <a:pt x="24" y="119"/>
                    <a:pt x="22" y="119"/>
                    <a:pt x="21" y="117"/>
                  </a:cubicBezTo>
                  <a:cubicBezTo>
                    <a:pt x="19" y="116"/>
                    <a:pt x="19" y="114"/>
                    <a:pt x="21" y="112"/>
                  </a:cubicBezTo>
                  <a:cubicBezTo>
                    <a:pt x="33" y="100"/>
                    <a:pt x="33" y="100"/>
                    <a:pt x="33" y="100"/>
                  </a:cubicBezTo>
                  <a:cubicBezTo>
                    <a:pt x="33" y="100"/>
                    <a:pt x="34" y="100"/>
                    <a:pt x="35" y="99"/>
                  </a:cubicBezTo>
                  <a:close/>
                  <a:moveTo>
                    <a:pt x="24" y="69"/>
                  </a:moveTo>
                  <a:cubicBezTo>
                    <a:pt x="24" y="69"/>
                    <a:pt x="24" y="69"/>
                    <a:pt x="24" y="69"/>
                  </a:cubicBezTo>
                  <a:cubicBezTo>
                    <a:pt x="24" y="67"/>
                    <a:pt x="23" y="65"/>
                    <a:pt x="21" y="65"/>
                  </a:cubicBezTo>
                  <a:cubicBezTo>
                    <a:pt x="4" y="65"/>
                    <a:pt x="4" y="65"/>
                    <a:pt x="4" y="65"/>
                  </a:cubicBezTo>
                  <a:cubicBezTo>
                    <a:pt x="2" y="65"/>
                    <a:pt x="0" y="67"/>
                    <a:pt x="0" y="69"/>
                  </a:cubicBezTo>
                  <a:cubicBezTo>
                    <a:pt x="0" y="71"/>
                    <a:pt x="2" y="72"/>
                    <a:pt x="4" y="72"/>
                  </a:cubicBezTo>
                  <a:cubicBezTo>
                    <a:pt x="21" y="72"/>
                    <a:pt x="21" y="72"/>
                    <a:pt x="21" y="72"/>
                  </a:cubicBezTo>
                  <a:cubicBezTo>
                    <a:pt x="23" y="72"/>
                    <a:pt x="24" y="71"/>
                    <a:pt x="24" y="69"/>
                  </a:cubicBezTo>
                  <a:close/>
                </a:path>
              </a:pathLst>
            </a:custGeom>
            <a:solidFill>
              <a:srgbClr val="4E62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54"/>
            <p:cNvSpPr>
              <a:spLocks noEditPoints="1"/>
            </p:cNvSpPr>
            <p:nvPr/>
          </p:nvSpPr>
          <p:spPr bwMode="auto">
            <a:xfrm>
              <a:off x="900" y="2998"/>
              <a:ext cx="265" cy="265"/>
            </a:xfrm>
            <a:custGeom>
              <a:avLst/>
              <a:gdLst>
                <a:gd name="T0" fmla="*/ 56 w 112"/>
                <a:gd name="T1" fmla="*/ 8 h 112"/>
                <a:gd name="T2" fmla="*/ 61 w 112"/>
                <a:gd name="T3" fmla="*/ 8 h 112"/>
                <a:gd name="T4" fmla="*/ 64 w 112"/>
                <a:gd name="T5" fmla="*/ 0 h 112"/>
                <a:gd name="T6" fmla="*/ 81 w 112"/>
                <a:gd name="T7" fmla="*/ 5 h 112"/>
                <a:gd name="T8" fmla="*/ 78 w 112"/>
                <a:gd name="T9" fmla="*/ 13 h 112"/>
                <a:gd name="T10" fmla="*/ 94 w 112"/>
                <a:gd name="T11" fmla="*/ 26 h 112"/>
                <a:gd name="T12" fmla="*/ 101 w 112"/>
                <a:gd name="T13" fmla="*/ 22 h 112"/>
                <a:gd name="T14" fmla="*/ 109 w 112"/>
                <a:gd name="T15" fmla="*/ 37 h 112"/>
                <a:gd name="T16" fmla="*/ 102 w 112"/>
                <a:gd name="T17" fmla="*/ 41 h 112"/>
                <a:gd name="T18" fmla="*/ 104 w 112"/>
                <a:gd name="T19" fmla="*/ 61 h 112"/>
                <a:gd name="T20" fmla="*/ 112 w 112"/>
                <a:gd name="T21" fmla="*/ 64 h 112"/>
                <a:gd name="T22" fmla="*/ 107 w 112"/>
                <a:gd name="T23" fmla="*/ 81 h 112"/>
                <a:gd name="T24" fmla="*/ 99 w 112"/>
                <a:gd name="T25" fmla="*/ 78 h 112"/>
                <a:gd name="T26" fmla="*/ 86 w 112"/>
                <a:gd name="T27" fmla="*/ 94 h 112"/>
                <a:gd name="T28" fmla="*/ 90 w 112"/>
                <a:gd name="T29" fmla="*/ 101 h 112"/>
                <a:gd name="T30" fmla="*/ 74 w 112"/>
                <a:gd name="T31" fmla="*/ 110 h 112"/>
                <a:gd name="T32" fmla="*/ 70 w 112"/>
                <a:gd name="T33" fmla="*/ 102 h 112"/>
                <a:gd name="T34" fmla="*/ 56 w 112"/>
                <a:gd name="T35" fmla="*/ 105 h 112"/>
                <a:gd name="T36" fmla="*/ 56 w 112"/>
                <a:gd name="T37" fmla="*/ 92 h 112"/>
                <a:gd name="T38" fmla="*/ 90 w 112"/>
                <a:gd name="T39" fmla="*/ 66 h 112"/>
                <a:gd name="T40" fmla="*/ 66 w 112"/>
                <a:gd name="T41" fmla="*/ 22 h 112"/>
                <a:gd name="T42" fmla="*/ 56 w 112"/>
                <a:gd name="T43" fmla="*/ 20 h 112"/>
                <a:gd name="T44" fmla="*/ 56 w 112"/>
                <a:gd name="T45" fmla="*/ 8 h 112"/>
                <a:gd name="T46" fmla="*/ 25 w 112"/>
                <a:gd name="T47" fmla="*/ 18 h 112"/>
                <a:gd name="T48" fmla="*/ 22 w 112"/>
                <a:gd name="T49" fmla="*/ 11 h 112"/>
                <a:gd name="T50" fmla="*/ 37 w 112"/>
                <a:gd name="T51" fmla="*/ 2 h 112"/>
                <a:gd name="T52" fmla="*/ 41 w 112"/>
                <a:gd name="T53" fmla="*/ 10 h 112"/>
                <a:gd name="T54" fmla="*/ 56 w 112"/>
                <a:gd name="T55" fmla="*/ 8 h 112"/>
                <a:gd name="T56" fmla="*/ 56 w 112"/>
                <a:gd name="T57" fmla="*/ 20 h 112"/>
                <a:gd name="T58" fmla="*/ 21 w 112"/>
                <a:gd name="T59" fmla="*/ 46 h 112"/>
                <a:gd name="T60" fmla="*/ 45 w 112"/>
                <a:gd name="T61" fmla="*/ 90 h 112"/>
                <a:gd name="T62" fmla="*/ 56 w 112"/>
                <a:gd name="T63" fmla="*/ 92 h 112"/>
                <a:gd name="T64" fmla="*/ 56 w 112"/>
                <a:gd name="T65" fmla="*/ 105 h 112"/>
                <a:gd name="T66" fmla="*/ 50 w 112"/>
                <a:gd name="T67" fmla="*/ 104 h 112"/>
                <a:gd name="T68" fmla="*/ 48 w 112"/>
                <a:gd name="T69" fmla="*/ 112 h 112"/>
                <a:gd name="T70" fmla="*/ 31 w 112"/>
                <a:gd name="T71" fmla="*/ 107 h 112"/>
                <a:gd name="T72" fmla="*/ 33 w 112"/>
                <a:gd name="T73" fmla="*/ 99 h 112"/>
                <a:gd name="T74" fmla="*/ 18 w 112"/>
                <a:gd name="T75" fmla="*/ 86 h 112"/>
                <a:gd name="T76" fmla="*/ 10 w 112"/>
                <a:gd name="T77" fmla="*/ 90 h 112"/>
                <a:gd name="T78" fmla="*/ 2 w 112"/>
                <a:gd name="T79" fmla="*/ 75 h 112"/>
                <a:gd name="T80" fmla="*/ 10 w 112"/>
                <a:gd name="T81" fmla="*/ 71 h 112"/>
                <a:gd name="T82" fmla="*/ 8 w 112"/>
                <a:gd name="T83" fmla="*/ 51 h 112"/>
                <a:gd name="T84" fmla="*/ 0 w 112"/>
                <a:gd name="T85" fmla="*/ 48 h 112"/>
                <a:gd name="T86" fmla="*/ 5 w 112"/>
                <a:gd name="T87" fmla="*/ 31 h 112"/>
                <a:gd name="T88" fmla="*/ 13 w 112"/>
                <a:gd name="T89" fmla="*/ 34 h 112"/>
                <a:gd name="T90" fmla="*/ 25 w 112"/>
                <a:gd name="T91" fmla="*/ 1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2" h="112">
                  <a:moveTo>
                    <a:pt x="56" y="8"/>
                  </a:moveTo>
                  <a:cubicBezTo>
                    <a:pt x="58" y="8"/>
                    <a:pt x="59" y="8"/>
                    <a:pt x="61" y="8"/>
                  </a:cubicBezTo>
                  <a:cubicBezTo>
                    <a:pt x="64" y="0"/>
                    <a:pt x="64" y="0"/>
                    <a:pt x="64" y="0"/>
                  </a:cubicBezTo>
                  <a:cubicBezTo>
                    <a:pt x="81" y="5"/>
                    <a:pt x="81" y="5"/>
                    <a:pt x="81" y="5"/>
                  </a:cubicBezTo>
                  <a:cubicBezTo>
                    <a:pt x="78" y="13"/>
                    <a:pt x="78" y="13"/>
                    <a:pt x="78" y="13"/>
                  </a:cubicBezTo>
                  <a:cubicBezTo>
                    <a:pt x="84" y="16"/>
                    <a:pt x="89" y="21"/>
                    <a:pt x="94" y="26"/>
                  </a:cubicBezTo>
                  <a:cubicBezTo>
                    <a:pt x="101" y="22"/>
                    <a:pt x="101" y="22"/>
                    <a:pt x="101" y="22"/>
                  </a:cubicBezTo>
                  <a:cubicBezTo>
                    <a:pt x="109" y="37"/>
                    <a:pt x="109" y="37"/>
                    <a:pt x="109" y="37"/>
                  </a:cubicBezTo>
                  <a:cubicBezTo>
                    <a:pt x="102" y="41"/>
                    <a:pt x="102" y="41"/>
                    <a:pt x="102" y="41"/>
                  </a:cubicBezTo>
                  <a:cubicBezTo>
                    <a:pt x="104" y="48"/>
                    <a:pt x="105" y="55"/>
                    <a:pt x="104" y="61"/>
                  </a:cubicBezTo>
                  <a:cubicBezTo>
                    <a:pt x="112" y="64"/>
                    <a:pt x="112" y="64"/>
                    <a:pt x="112" y="64"/>
                  </a:cubicBezTo>
                  <a:cubicBezTo>
                    <a:pt x="107" y="81"/>
                    <a:pt x="107" y="81"/>
                    <a:pt x="107" y="81"/>
                  </a:cubicBezTo>
                  <a:cubicBezTo>
                    <a:pt x="99" y="78"/>
                    <a:pt x="99" y="78"/>
                    <a:pt x="99" y="78"/>
                  </a:cubicBezTo>
                  <a:cubicBezTo>
                    <a:pt x="96" y="85"/>
                    <a:pt x="91" y="90"/>
                    <a:pt x="86" y="94"/>
                  </a:cubicBezTo>
                  <a:cubicBezTo>
                    <a:pt x="90" y="101"/>
                    <a:pt x="90" y="101"/>
                    <a:pt x="90" y="101"/>
                  </a:cubicBezTo>
                  <a:cubicBezTo>
                    <a:pt x="74" y="110"/>
                    <a:pt x="74" y="110"/>
                    <a:pt x="74" y="110"/>
                  </a:cubicBezTo>
                  <a:cubicBezTo>
                    <a:pt x="70" y="102"/>
                    <a:pt x="70" y="102"/>
                    <a:pt x="70" y="102"/>
                  </a:cubicBezTo>
                  <a:cubicBezTo>
                    <a:pt x="66" y="104"/>
                    <a:pt x="61" y="105"/>
                    <a:pt x="56" y="105"/>
                  </a:cubicBezTo>
                  <a:cubicBezTo>
                    <a:pt x="56" y="92"/>
                    <a:pt x="56" y="92"/>
                    <a:pt x="56" y="92"/>
                  </a:cubicBezTo>
                  <a:cubicBezTo>
                    <a:pt x="71" y="92"/>
                    <a:pt x="85" y="82"/>
                    <a:pt x="90" y="66"/>
                  </a:cubicBezTo>
                  <a:cubicBezTo>
                    <a:pt x="96" y="48"/>
                    <a:pt x="85" y="28"/>
                    <a:pt x="66" y="22"/>
                  </a:cubicBezTo>
                  <a:cubicBezTo>
                    <a:pt x="63" y="21"/>
                    <a:pt x="59" y="20"/>
                    <a:pt x="56" y="20"/>
                  </a:cubicBezTo>
                  <a:lnTo>
                    <a:pt x="56" y="8"/>
                  </a:lnTo>
                  <a:close/>
                  <a:moveTo>
                    <a:pt x="25" y="18"/>
                  </a:moveTo>
                  <a:cubicBezTo>
                    <a:pt x="22" y="11"/>
                    <a:pt x="22" y="11"/>
                    <a:pt x="22" y="11"/>
                  </a:cubicBezTo>
                  <a:cubicBezTo>
                    <a:pt x="37" y="2"/>
                    <a:pt x="37" y="2"/>
                    <a:pt x="37" y="2"/>
                  </a:cubicBezTo>
                  <a:cubicBezTo>
                    <a:pt x="41" y="10"/>
                    <a:pt x="41" y="10"/>
                    <a:pt x="41" y="10"/>
                  </a:cubicBezTo>
                  <a:cubicBezTo>
                    <a:pt x="46" y="8"/>
                    <a:pt x="51" y="8"/>
                    <a:pt x="56" y="8"/>
                  </a:cubicBezTo>
                  <a:cubicBezTo>
                    <a:pt x="56" y="20"/>
                    <a:pt x="56" y="20"/>
                    <a:pt x="56" y="20"/>
                  </a:cubicBezTo>
                  <a:cubicBezTo>
                    <a:pt x="40" y="20"/>
                    <a:pt x="26" y="30"/>
                    <a:pt x="21" y="46"/>
                  </a:cubicBezTo>
                  <a:cubicBezTo>
                    <a:pt x="16" y="65"/>
                    <a:pt x="26" y="85"/>
                    <a:pt x="45" y="90"/>
                  </a:cubicBezTo>
                  <a:cubicBezTo>
                    <a:pt x="49" y="91"/>
                    <a:pt x="52" y="92"/>
                    <a:pt x="56" y="92"/>
                  </a:cubicBezTo>
                  <a:cubicBezTo>
                    <a:pt x="56" y="105"/>
                    <a:pt x="56" y="105"/>
                    <a:pt x="56" y="105"/>
                  </a:cubicBezTo>
                  <a:cubicBezTo>
                    <a:pt x="54" y="105"/>
                    <a:pt x="52" y="104"/>
                    <a:pt x="50" y="104"/>
                  </a:cubicBezTo>
                  <a:cubicBezTo>
                    <a:pt x="48" y="112"/>
                    <a:pt x="48" y="112"/>
                    <a:pt x="48" y="112"/>
                  </a:cubicBezTo>
                  <a:cubicBezTo>
                    <a:pt x="31" y="107"/>
                    <a:pt x="31" y="107"/>
                    <a:pt x="31" y="107"/>
                  </a:cubicBezTo>
                  <a:cubicBezTo>
                    <a:pt x="33" y="99"/>
                    <a:pt x="33" y="99"/>
                    <a:pt x="33" y="99"/>
                  </a:cubicBezTo>
                  <a:cubicBezTo>
                    <a:pt x="27" y="96"/>
                    <a:pt x="22" y="92"/>
                    <a:pt x="18" y="86"/>
                  </a:cubicBezTo>
                  <a:cubicBezTo>
                    <a:pt x="10" y="90"/>
                    <a:pt x="10" y="90"/>
                    <a:pt x="10" y="90"/>
                  </a:cubicBezTo>
                  <a:cubicBezTo>
                    <a:pt x="2" y="75"/>
                    <a:pt x="2" y="75"/>
                    <a:pt x="2" y="75"/>
                  </a:cubicBezTo>
                  <a:cubicBezTo>
                    <a:pt x="10" y="71"/>
                    <a:pt x="10" y="71"/>
                    <a:pt x="10" y="71"/>
                  </a:cubicBezTo>
                  <a:cubicBezTo>
                    <a:pt x="7" y="64"/>
                    <a:pt x="7" y="58"/>
                    <a:pt x="8" y="51"/>
                  </a:cubicBezTo>
                  <a:cubicBezTo>
                    <a:pt x="0" y="48"/>
                    <a:pt x="0" y="48"/>
                    <a:pt x="0" y="48"/>
                  </a:cubicBezTo>
                  <a:cubicBezTo>
                    <a:pt x="5" y="31"/>
                    <a:pt x="5" y="31"/>
                    <a:pt x="5" y="31"/>
                  </a:cubicBezTo>
                  <a:cubicBezTo>
                    <a:pt x="13" y="34"/>
                    <a:pt x="13" y="34"/>
                    <a:pt x="13" y="34"/>
                  </a:cubicBezTo>
                  <a:cubicBezTo>
                    <a:pt x="16" y="28"/>
                    <a:pt x="20" y="22"/>
                    <a:pt x="25" y="18"/>
                  </a:cubicBezTo>
                  <a:close/>
                </a:path>
              </a:pathLst>
            </a:custGeom>
            <a:solidFill>
              <a:srgbClr val="4E62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52" name="文本框 51"/>
          <p:cNvSpPr txBox="1"/>
          <p:nvPr/>
        </p:nvSpPr>
        <p:spPr>
          <a:xfrm>
            <a:off x="1750846" y="5793791"/>
            <a:ext cx="2856518" cy="830997"/>
          </a:xfrm>
          <a:prstGeom prst="rect">
            <a:avLst/>
          </a:prstGeom>
          <a:noFill/>
        </p:spPr>
        <p:txBody>
          <a:bodyPr wrap="square" rtlCol="0">
            <a:spAutoFit/>
          </a:bodyPr>
          <a:lstStyle/>
          <a:p>
            <a:pPr algn="r">
              <a:lnSpc>
                <a:spcPct val="120000"/>
              </a:lnSpc>
            </a:pPr>
            <a:r>
              <a:rPr lang="zh-CN" altLang="en-US" sz="2400" b="1" dirty="0">
                <a:solidFill>
                  <a:srgbClr val="3B6374"/>
                </a:solidFill>
              </a:rPr>
              <a:t>添加标题</a:t>
            </a:r>
            <a:endParaRPr lang="en-US" altLang="zh-CN" sz="2400" b="1" dirty="0">
              <a:solidFill>
                <a:srgbClr val="3B6374"/>
              </a:solidFill>
            </a:endParaRPr>
          </a:p>
          <a:p>
            <a:pPr algn="r">
              <a:lnSpc>
                <a:spcPct val="120000"/>
              </a:lnSpc>
            </a:pPr>
            <a:r>
              <a:rPr lang="zh-CN" altLang="en-US" sz="1600" dirty="0">
                <a:solidFill>
                  <a:schemeClr val="tx1">
                    <a:lumMod val="65000"/>
                    <a:lumOff val="35000"/>
                  </a:schemeClr>
                </a:solidFill>
              </a:rPr>
              <a:t>添加内容添加内容</a:t>
            </a:r>
          </a:p>
        </p:txBody>
      </p:sp>
      <p:sp>
        <p:nvSpPr>
          <p:cNvPr id="53" name="文本框 52"/>
          <p:cNvSpPr txBox="1"/>
          <p:nvPr/>
        </p:nvSpPr>
        <p:spPr>
          <a:xfrm>
            <a:off x="7815205" y="1223438"/>
            <a:ext cx="2856518" cy="830997"/>
          </a:xfrm>
          <a:prstGeom prst="rect">
            <a:avLst/>
          </a:prstGeom>
          <a:noFill/>
        </p:spPr>
        <p:txBody>
          <a:bodyPr wrap="square" rtlCol="0">
            <a:spAutoFit/>
          </a:bodyPr>
          <a:lstStyle/>
          <a:p>
            <a:pPr>
              <a:lnSpc>
                <a:spcPct val="120000"/>
              </a:lnSpc>
            </a:pPr>
            <a:r>
              <a:rPr lang="zh-CN" altLang="en-US" sz="2400" b="1" dirty="0">
                <a:solidFill>
                  <a:srgbClr val="E61F59"/>
                </a:solidFill>
              </a:rPr>
              <a:t>添加标题</a:t>
            </a:r>
            <a:endParaRPr lang="en-US" altLang="zh-CN" sz="2400" b="1" dirty="0">
              <a:solidFill>
                <a:srgbClr val="E61F59"/>
              </a:solidFill>
            </a:endParaRPr>
          </a:p>
          <a:p>
            <a:pPr>
              <a:lnSpc>
                <a:spcPct val="120000"/>
              </a:lnSpc>
            </a:pPr>
            <a:r>
              <a:rPr lang="zh-CN" altLang="en-US" sz="1600" dirty="0">
                <a:solidFill>
                  <a:schemeClr val="tx1">
                    <a:lumMod val="65000"/>
                    <a:lumOff val="35000"/>
                  </a:schemeClr>
                </a:solidFill>
              </a:rPr>
              <a:t>添加内容添加内容</a:t>
            </a:r>
          </a:p>
        </p:txBody>
      </p:sp>
      <p:sp>
        <p:nvSpPr>
          <p:cNvPr id="54" name="文本框 53"/>
          <p:cNvSpPr txBox="1"/>
          <p:nvPr/>
        </p:nvSpPr>
        <p:spPr>
          <a:xfrm>
            <a:off x="7760264" y="4669992"/>
            <a:ext cx="2856518" cy="830997"/>
          </a:xfrm>
          <a:prstGeom prst="rect">
            <a:avLst/>
          </a:prstGeom>
          <a:noFill/>
        </p:spPr>
        <p:txBody>
          <a:bodyPr wrap="square" rtlCol="0">
            <a:spAutoFit/>
          </a:bodyPr>
          <a:lstStyle/>
          <a:p>
            <a:pPr>
              <a:lnSpc>
                <a:spcPct val="120000"/>
              </a:lnSpc>
            </a:pPr>
            <a:r>
              <a:rPr lang="zh-CN" altLang="en-US" sz="2400" b="1" dirty="0">
                <a:solidFill>
                  <a:srgbClr val="05ACC7"/>
                </a:solidFill>
              </a:rPr>
              <a:t>添加标题</a:t>
            </a:r>
            <a:endParaRPr lang="en-US" altLang="zh-CN" sz="2400" b="1" dirty="0">
              <a:solidFill>
                <a:srgbClr val="05ACC7"/>
              </a:solidFill>
            </a:endParaRPr>
          </a:p>
          <a:p>
            <a:pPr>
              <a:lnSpc>
                <a:spcPct val="120000"/>
              </a:lnSpc>
            </a:pPr>
            <a:r>
              <a:rPr lang="zh-CN" altLang="en-US" sz="1600" dirty="0">
                <a:solidFill>
                  <a:schemeClr val="tx1">
                    <a:lumMod val="65000"/>
                    <a:lumOff val="35000"/>
                  </a:schemeClr>
                </a:solidFill>
              </a:rPr>
              <a:t>添加内容添加内容</a:t>
            </a:r>
          </a:p>
        </p:txBody>
      </p:sp>
      <p:sp>
        <p:nvSpPr>
          <p:cNvPr id="55" name="文本框 54"/>
          <p:cNvSpPr txBox="1"/>
          <p:nvPr/>
        </p:nvSpPr>
        <p:spPr>
          <a:xfrm>
            <a:off x="1750846" y="1798480"/>
            <a:ext cx="2856518" cy="830997"/>
          </a:xfrm>
          <a:prstGeom prst="rect">
            <a:avLst/>
          </a:prstGeom>
          <a:noFill/>
        </p:spPr>
        <p:txBody>
          <a:bodyPr wrap="square" rtlCol="0">
            <a:spAutoFit/>
          </a:bodyPr>
          <a:lstStyle/>
          <a:p>
            <a:pPr algn="r">
              <a:lnSpc>
                <a:spcPct val="120000"/>
              </a:lnSpc>
            </a:pPr>
            <a:r>
              <a:rPr lang="zh-CN" altLang="en-US" sz="2400" b="1" dirty="0">
                <a:solidFill>
                  <a:srgbClr val="F0951A"/>
                </a:solidFill>
              </a:rPr>
              <a:t>添加标题</a:t>
            </a:r>
            <a:endParaRPr lang="en-US" altLang="zh-CN" sz="2400" b="1" dirty="0">
              <a:solidFill>
                <a:srgbClr val="F0951A"/>
              </a:solidFill>
            </a:endParaRPr>
          </a:p>
          <a:p>
            <a:pPr algn="r">
              <a:lnSpc>
                <a:spcPct val="120000"/>
              </a:lnSpc>
            </a:pPr>
            <a:r>
              <a:rPr lang="zh-CN" altLang="en-US" sz="1600" dirty="0">
                <a:solidFill>
                  <a:schemeClr val="tx1">
                    <a:lumMod val="65000"/>
                    <a:lumOff val="35000"/>
                  </a:schemeClr>
                </a:solidFill>
              </a:rPr>
              <a:t>添加内容添加内容</a:t>
            </a:r>
          </a:p>
        </p:txBody>
      </p:sp>
      <p:sp>
        <p:nvSpPr>
          <p:cNvPr id="56"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四项递进</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038641105"/>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Freeform 18"/>
          <p:cNvSpPr>
            <a:spLocks/>
          </p:cNvSpPr>
          <p:nvPr/>
        </p:nvSpPr>
        <p:spPr bwMode="auto">
          <a:xfrm>
            <a:off x="7468312" y="2231088"/>
            <a:ext cx="1740082" cy="1736115"/>
          </a:xfrm>
          <a:custGeom>
            <a:avLst/>
            <a:gdLst>
              <a:gd name="T0" fmla="*/ 416 w 758"/>
              <a:gd name="T1" fmla="*/ 756 h 756"/>
              <a:gd name="T2" fmla="*/ 341 w 758"/>
              <a:gd name="T3" fmla="*/ 756 h 756"/>
              <a:gd name="T4" fmla="*/ 0 w 758"/>
              <a:gd name="T5" fmla="*/ 379 h 756"/>
              <a:gd name="T6" fmla="*/ 379 w 758"/>
              <a:gd name="T7" fmla="*/ 0 h 756"/>
              <a:gd name="T8" fmla="*/ 758 w 758"/>
              <a:gd name="T9" fmla="*/ 379 h 756"/>
              <a:gd name="T10" fmla="*/ 416 w 758"/>
              <a:gd name="T11" fmla="*/ 756 h 756"/>
            </a:gdLst>
            <a:ahLst/>
            <a:cxnLst>
              <a:cxn ang="0">
                <a:pos x="T0" y="T1"/>
              </a:cxn>
              <a:cxn ang="0">
                <a:pos x="T2" y="T3"/>
              </a:cxn>
              <a:cxn ang="0">
                <a:pos x="T4" y="T5"/>
              </a:cxn>
              <a:cxn ang="0">
                <a:pos x="T6" y="T7"/>
              </a:cxn>
              <a:cxn ang="0">
                <a:pos x="T8" y="T9"/>
              </a:cxn>
              <a:cxn ang="0">
                <a:pos x="T10" y="T11"/>
              </a:cxn>
            </a:cxnLst>
            <a:rect l="0" t="0" r="r" b="b"/>
            <a:pathLst>
              <a:path w="758" h="756">
                <a:moveTo>
                  <a:pt x="416" y="756"/>
                </a:moveTo>
                <a:cubicBezTo>
                  <a:pt x="341" y="756"/>
                  <a:pt x="341" y="756"/>
                  <a:pt x="341" y="756"/>
                </a:cubicBezTo>
                <a:cubicBezTo>
                  <a:pt x="149" y="737"/>
                  <a:pt x="0" y="575"/>
                  <a:pt x="0" y="379"/>
                </a:cubicBezTo>
                <a:cubicBezTo>
                  <a:pt x="0" y="169"/>
                  <a:pt x="169" y="0"/>
                  <a:pt x="379" y="0"/>
                </a:cubicBezTo>
                <a:cubicBezTo>
                  <a:pt x="588" y="0"/>
                  <a:pt x="758" y="169"/>
                  <a:pt x="758" y="379"/>
                </a:cubicBezTo>
                <a:cubicBezTo>
                  <a:pt x="758" y="575"/>
                  <a:pt x="608" y="737"/>
                  <a:pt x="416" y="756"/>
                </a:cubicBezTo>
                <a:close/>
              </a:path>
            </a:pathLst>
          </a:custGeom>
          <a:gradFill>
            <a:gsLst>
              <a:gs pos="0">
                <a:srgbClr val="F28F00"/>
              </a:gs>
              <a:gs pos="98000">
                <a:srgbClr val="E60C12"/>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36" name="Oval 19"/>
          <p:cNvSpPr>
            <a:spLocks noChangeArrowheads="1"/>
          </p:cNvSpPr>
          <p:nvPr/>
        </p:nvSpPr>
        <p:spPr bwMode="auto">
          <a:xfrm>
            <a:off x="7608469" y="2371248"/>
            <a:ext cx="1458444" cy="1458442"/>
          </a:xfrm>
          <a:prstGeom prst="ellipse">
            <a:avLst/>
          </a:prstGeom>
          <a:gradFill flip="none" rotWithShape="1">
            <a:gsLst>
              <a:gs pos="100000">
                <a:srgbClr val="FFFFFF">
                  <a:lumMod val="100000"/>
                </a:srgbClr>
              </a:gs>
              <a:gs pos="0">
                <a:srgbClr val="D9D9DA"/>
              </a:gs>
            </a:gsLst>
            <a:lin ang="2700000" scaled="1"/>
            <a:tileRect/>
          </a:gradFill>
          <a:ln w="57150" cap="flat" cmpd="sng" algn="ctr">
            <a:gradFill flip="none" rotWithShape="1">
              <a:gsLst>
                <a:gs pos="100000">
                  <a:srgbClr val="FFFFFF"/>
                </a:gs>
                <a:gs pos="0">
                  <a:srgbClr val="D9D9DA"/>
                </a:gs>
              </a:gsLst>
              <a:lin ang="13500000" scaled="1"/>
              <a:tileRect/>
            </a:gradFill>
            <a:prstDash val="solid"/>
            <a:miter lim="800000"/>
          </a:ln>
          <a:effectLst>
            <a:outerShdw blurRad="279400" dist="165100" dir="2700000" algn="t" rotWithShape="0">
              <a:prstClr val="black">
                <a:alpha val="35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37" name="Freeform 20"/>
          <p:cNvSpPr>
            <a:spLocks/>
          </p:cNvSpPr>
          <p:nvPr/>
        </p:nvSpPr>
        <p:spPr bwMode="auto">
          <a:xfrm>
            <a:off x="6046891" y="3007249"/>
            <a:ext cx="1741404" cy="2744993"/>
          </a:xfrm>
          <a:custGeom>
            <a:avLst/>
            <a:gdLst>
              <a:gd name="T0" fmla="*/ 417 w 758"/>
              <a:gd name="T1" fmla="*/ 439 h 1195"/>
              <a:gd name="T2" fmla="*/ 579 w 758"/>
              <a:gd name="T3" fmla="*/ 149 h 1195"/>
              <a:gd name="T4" fmla="*/ 597 w 758"/>
              <a:gd name="T5" fmla="*/ 218 h 1195"/>
              <a:gd name="T6" fmla="*/ 758 w 758"/>
              <a:gd name="T7" fmla="*/ 61 h 1195"/>
              <a:gd name="T8" fmla="*/ 541 w 758"/>
              <a:gd name="T9" fmla="*/ 0 h 1195"/>
              <a:gd name="T10" fmla="*/ 560 w 758"/>
              <a:gd name="T11" fmla="*/ 73 h 1195"/>
              <a:gd name="T12" fmla="*/ 341 w 758"/>
              <a:gd name="T13" fmla="*/ 439 h 1195"/>
              <a:gd name="T14" fmla="*/ 0 w 758"/>
              <a:gd name="T15" fmla="*/ 816 h 1195"/>
              <a:gd name="T16" fmla="*/ 379 w 758"/>
              <a:gd name="T17" fmla="*/ 1195 h 1195"/>
              <a:gd name="T18" fmla="*/ 758 w 758"/>
              <a:gd name="T19" fmla="*/ 816 h 1195"/>
              <a:gd name="T20" fmla="*/ 417 w 758"/>
              <a:gd name="T21" fmla="*/ 439 h 1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58" h="1195">
                <a:moveTo>
                  <a:pt x="417" y="439"/>
                </a:moveTo>
                <a:cubicBezTo>
                  <a:pt x="417" y="320"/>
                  <a:pt x="480" y="210"/>
                  <a:pt x="579" y="149"/>
                </a:cubicBezTo>
                <a:cubicBezTo>
                  <a:pt x="597" y="218"/>
                  <a:pt x="597" y="218"/>
                  <a:pt x="597" y="218"/>
                </a:cubicBezTo>
                <a:cubicBezTo>
                  <a:pt x="758" y="61"/>
                  <a:pt x="758" y="61"/>
                  <a:pt x="758" y="61"/>
                </a:cubicBezTo>
                <a:cubicBezTo>
                  <a:pt x="541" y="0"/>
                  <a:pt x="541" y="0"/>
                  <a:pt x="541" y="0"/>
                </a:cubicBezTo>
                <a:cubicBezTo>
                  <a:pt x="560" y="73"/>
                  <a:pt x="560" y="73"/>
                  <a:pt x="560" y="73"/>
                </a:cubicBezTo>
                <a:cubicBezTo>
                  <a:pt x="427" y="145"/>
                  <a:pt x="342" y="286"/>
                  <a:pt x="341" y="439"/>
                </a:cubicBezTo>
                <a:cubicBezTo>
                  <a:pt x="150" y="458"/>
                  <a:pt x="0" y="619"/>
                  <a:pt x="0" y="816"/>
                </a:cubicBezTo>
                <a:cubicBezTo>
                  <a:pt x="0" y="1025"/>
                  <a:pt x="170" y="1195"/>
                  <a:pt x="379" y="1195"/>
                </a:cubicBezTo>
                <a:cubicBezTo>
                  <a:pt x="588" y="1195"/>
                  <a:pt x="758" y="1025"/>
                  <a:pt x="758" y="816"/>
                </a:cubicBezTo>
                <a:cubicBezTo>
                  <a:pt x="758" y="619"/>
                  <a:pt x="608" y="458"/>
                  <a:pt x="417" y="439"/>
                </a:cubicBezTo>
                <a:close/>
              </a:path>
            </a:pathLst>
          </a:custGeom>
          <a:gradFill>
            <a:gsLst>
              <a:gs pos="0">
                <a:srgbClr val="86C1A8"/>
              </a:gs>
              <a:gs pos="74000">
                <a:srgbClr val="0080C8"/>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38" name="Oval 21"/>
          <p:cNvSpPr>
            <a:spLocks noChangeArrowheads="1"/>
          </p:cNvSpPr>
          <p:nvPr/>
        </p:nvSpPr>
        <p:spPr bwMode="auto">
          <a:xfrm>
            <a:off x="6189694" y="4153642"/>
            <a:ext cx="1455798" cy="1457121"/>
          </a:xfrm>
          <a:prstGeom prst="ellipse">
            <a:avLst/>
          </a:prstGeom>
          <a:gradFill flip="none" rotWithShape="1">
            <a:gsLst>
              <a:gs pos="100000">
                <a:srgbClr val="FFFFFF">
                  <a:lumMod val="100000"/>
                </a:srgbClr>
              </a:gs>
              <a:gs pos="0">
                <a:srgbClr val="D9D9DA"/>
              </a:gs>
            </a:gsLst>
            <a:lin ang="2700000" scaled="1"/>
            <a:tileRect/>
          </a:gradFill>
          <a:ln w="57150" cap="flat" cmpd="sng" algn="ctr">
            <a:gradFill flip="none" rotWithShape="1">
              <a:gsLst>
                <a:gs pos="100000">
                  <a:srgbClr val="FFFFFF"/>
                </a:gs>
                <a:gs pos="0">
                  <a:srgbClr val="D9D9DA"/>
                </a:gs>
              </a:gsLst>
              <a:lin ang="13500000" scaled="1"/>
              <a:tileRect/>
            </a:gradFill>
            <a:prstDash val="solid"/>
            <a:miter lim="800000"/>
          </a:ln>
          <a:effectLst>
            <a:outerShdw blurRad="279400" dist="165100" dir="2700000" algn="t" rotWithShape="0">
              <a:prstClr val="black">
                <a:alpha val="35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39" name="Freeform 22"/>
          <p:cNvSpPr>
            <a:spLocks/>
          </p:cNvSpPr>
          <p:nvPr/>
        </p:nvSpPr>
        <p:spPr bwMode="auto">
          <a:xfrm>
            <a:off x="4524980" y="2231088"/>
            <a:ext cx="1740082" cy="2744993"/>
          </a:xfrm>
          <a:custGeom>
            <a:avLst/>
            <a:gdLst>
              <a:gd name="T0" fmla="*/ 417 w 758"/>
              <a:gd name="T1" fmla="*/ 756 h 1195"/>
              <a:gd name="T2" fmla="*/ 579 w 758"/>
              <a:gd name="T3" fmla="*/ 1046 h 1195"/>
              <a:gd name="T4" fmla="*/ 597 w 758"/>
              <a:gd name="T5" fmla="*/ 977 h 1195"/>
              <a:gd name="T6" fmla="*/ 758 w 758"/>
              <a:gd name="T7" fmla="*/ 1134 h 1195"/>
              <a:gd name="T8" fmla="*/ 541 w 758"/>
              <a:gd name="T9" fmla="*/ 1195 h 1195"/>
              <a:gd name="T10" fmla="*/ 560 w 758"/>
              <a:gd name="T11" fmla="*/ 1121 h 1195"/>
              <a:gd name="T12" fmla="*/ 341 w 758"/>
              <a:gd name="T13" fmla="*/ 756 h 1195"/>
              <a:gd name="T14" fmla="*/ 0 w 758"/>
              <a:gd name="T15" fmla="*/ 379 h 1195"/>
              <a:gd name="T16" fmla="*/ 379 w 758"/>
              <a:gd name="T17" fmla="*/ 0 h 1195"/>
              <a:gd name="T18" fmla="*/ 758 w 758"/>
              <a:gd name="T19" fmla="*/ 379 h 1195"/>
              <a:gd name="T20" fmla="*/ 417 w 758"/>
              <a:gd name="T21" fmla="*/ 756 h 1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58" h="1195">
                <a:moveTo>
                  <a:pt x="417" y="756"/>
                </a:moveTo>
                <a:cubicBezTo>
                  <a:pt x="417" y="875"/>
                  <a:pt x="480" y="984"/>
                  <a:pt x="579" y="1046"/>
                </a:cubicBezTo>
                <a:cubicBezTo>
                  <a:pt x="597" y="977"/>
                  <a:pt x="597" y="977"/>
                  <a:pt x="597" y="977"/>
                </a:cubicBezTo>
                <a:cubicBezTo>
                  <a:pt x="758" y="1134"/>
                  <a:pt x="758" y="1134"/>
                  <a:pt x="758" y="1134"/>
                </a:cubicBezTo>
                <a:cubicBezTo>
                  <a:pt x="541" y="1195"/>
                  <a:pt x="541" y="1195"/>
                  <a:pt x="541" y="1195"/>
                </a:cubicBezTo>
                <a:cubicBezTo>
                  <a:pt x="560" y="1121"/>
                  <a:pt x="560" y="1121"/>
                  <a:pt x="560" y="1121"/>
                </a:cubicBezTo>
                <a:cubicBezTo>
                  <a:pt x="427" y="1049"/>
                  <a:pt x="342" y="909"/>
                  <a:pt x="341" y="756"/>
                </a:cubicBezTo>
                <a:cubicBezTo>
                  <a:pt x="150" y="737"/>
                  <a:pt x="0" y="575"/>
                  <a:pt x="0" y="379"/>
                </a:cubicBezTo>
                <a:cubicBezTo>
                  <a:pt x="0" y="169"/>
                  <a:pt x="170" y="0"/>
                  <a:pt x="379" y="0"/>
                </a:cubicBezTo>
                <a:cubicBezTo>
                  <a:pt x="588" y="0"/>
                  <a:pt x="758" y="169"/>
                  <a:pt x="758" y="379"/>
                </a:cubicBezTo>
                <a:cubicBezTo>
                  <a:pt x="758" y="575"/>
                  <a:pt x="608" y="737"/>
                  <a:pt x="417" y="756"/>
                </a:cubicBezTo>
                <a:close/>
              </a:path>
            </a:pathLst>
          </a:custGeom>
          <a:gradFill>
            <a:gsLst>
              <a:gs pos="0">
                <a:srgbClr val="E0E200"/>
              </a:gs>
              <a:gs pos="84000">
                <a:srgbClr val="94C11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40" name="Oval 23"/>
          <p:cNvSpPr>
            <a:spLocks noChangeArrowheads="1"/>
          </p:cNvSpPr>
          <p:nvPr/>
        </p:nvSpPr>
        <p:spPr bwMode="auto">
          <a:xfrm>
            <a:off x="4666461" y="2371248"/>
            <a:ext cx="1455798" cy="1458442"/>
          </a:xfrm>
          <a:prstGeom prst="ellipse">
            <a:avLst/>
          </a:prstGeom>
          <a:gradFill flip="none" rotWithShape="1">
            <a:gsLst>
              <a:gs pos="100000">
                <a:srgbClr val="FFFFFF">
                  <a:lumMod val="100000"/>
                </a:srgbClr>
              </a:gs>
              <a:gs pos="0">
                <a:srgbClr val="D9D9DA"/>
              </a:gs>
            </a:gsLst>
            <a:lin ang="2700000" scaled="1"/>
            <a:tileRect/>
          </a:gradFill>
          <a:ln w="57150" cap="flat" cmpd="sng" algn="ctr">
            <a:gradFill flip="none" rotWithShape="1">
              <a:gsLst>
                <a:gs pos="100000">
                  <a:srgbClr val="FFFFFF"/>
                </a:gs>
                <a:gs pos="0">
                  <a:srgbClr val="D9D9DA"/>
                </a:gs>
              </a:gsLst>
              <a:lin ang="13500000" scaled="1"/>
              <a:tileRect/>
            </a:gradFill>
            <a:prstDash val="solid"/>
            <a:miter lim="800000"/>
          </a:ln>
          <a:effectLst>
            <a:outerShdw blurRad="279400" dist="165100" dir="2700000" algn="t" rotWithShape="0">
              <a:prstClr val="black">
                <a:alpha val="35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41" name="Freeform 24"/>
          <p:cNvSpPr>
            <a:spLocks/>
          </p:cNvSpPr>
          <p:nvPr/>
        </p:nvSpPr>
        <p:spPr bwMode="auto">
          <a:xfrm>
            <a:off x="2981912" y="3007249"/>
            <a:ext cx="1740082" cy="2744993"/>
          </a:xfrm>
          <a:custGeom>
            <a:avLst/>
            <a:gdLst>
              <a:gd name="T0" fmla="*/ 417 w 758"/>
              <a:gd name="T1" fmla="*/ 439 h 1195"/>
              <a:gd name="T2" fmla="*/ 580 w 758"/>
              <a:gd name="T3" fmla="*/ 149 h 1195"/>
              <a:gd name="T4" fmla="*/ 597 w 758"/>
              <a:gd name="T5" fmla="*/ 218 h 1195"/>
              <a:gd name="T6" fmla="*/ 758 w 758"/>
              <a:gd name="T7" fmla="*/ 61 h 1195"/>
              <a:gd name="T8" fmla="*/ 542 w 758"/>
              <a:gd name="T9" fmla="*/ 0 h 1195"/>
              <a:gd name="T10" fmla="*/ 561 w 758"/>
              <a:gd name="T11" fmla="*/ 73 h 1195"/>
              <a:gd name="T12" fmla="*/ 342 w 758"/>
              <a:gd name="T13" fmla="*/ 439 h 1195"/>
              <a:gd name="T14" fmla="*/ 0 w 758"/>
              <a:gd name="T15" fmla="*/ 816 h 1195"/>
              <a:gd name="T16" fmla="*/ 379 w 758"/>
              <a:gd name="T17" fmla="*/ 1195 h 1195"/>
              <a:gd name="T18" fmla="*/ 758 w 758"/>
              <a:gd name="T19" fmla="*/ 816 h 1195"/>
              <a:gd name="T20" fmla="*/ 417 w 758"/>
              <a:gd name="T21" fmla="*/ 439 h 1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58" h="1195">
                <a:moveTo>
                  <a:pt x="417" y="439"/>
                </a:moveTo>
                <a:cubicBezTo>
                  <a:pt x="417" y="320"/>
                  <a:pt x="480" y="210"/>
                  <a:pt x="580" y="149"/>
                </a:cubicBezTo>
                <a:cubicBezTo>
                  <a:pt x="597" y="218"/>
                  <a:pt x="597" y="218"/>
                  <a:pt x="597" y="218"/>
                </a:cubicBezTo>
                <a:cubicBezTo>
                  <a:pt x="758" y="61"/>
                  <a:pt x="758" y="61"/>
                  <a:pt x="758" y="61"/>
                </a:cubicBezTo>
                <a:cubicBezTo>
                  <a:pt x="542" y="0"/>
                  <a:pt x="542" y="0"/>
                  <a:pt x="542" y="0"/>
                </a:cubicBezTo>
                <a:cubicBezTo>
                  <a:pt x="561" y="73"/>
                  <a:pt x="561" y="73"/>
                  <a:pt x="561" y="73"/>
                </a:cubicBezTo>
                <a:cubicBezTo>
                  <a:pt x="427" y="145"/>
                  <a:pt x="342" y="286"/>
                  <a:pt x="342" y="439"/>
                </a:cubicBezTo>
                <a:cubicBezTo>
                  <a:pt x="150" y="458"/>
                  <a:pt x="0" y="619"/>
                  <a:pt x="0" y="816"/>
                </a:cubicBezTo>
                <a:cubicBezTo>
                  <a:pt x="0" y="1025"/>
                  <a:pt x="170" y="1195"/>
                  <a:pt x="379" y="1195"/>
                </a:cubicBezTo>
                <a:cubicBezTo>
                  <a:pt x="589" y="1195"/>
                  <a:pt x="758" y="1025"/>
                  <a:pt x="758" y="816"/>
                </a:cubicBezTo>
                <a:cubicBezTo>
                  <a:pt x="758" y="619"/>
                  <a:pt x="609" y="458"/>
                  <a:pt x="417" y="439"/>
                </a:cubicBezTo>
                <a:close/>
              </a:path>
            </a:pathLst>
          </a:custGeom>
          <a:gradFill>
            <a:gsLst>
              <a:gs pos="0">
                <a:srgbClr val="9F73B0"/>
              </a:gs>
              <a:gs pos="100000">
                <a:srgbClr val="253C9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42" name="Oval 25"/>
          <p:cNvSpPr>
            <a:spLocks noChangeArrowheads="1"/>
          </p:cNvSpPr>
          <p:nvPr/>
        </p:nvSpPr>
        <p:spPr bwMode="auto">
          <a:xfrm>
            <a:off x="3123392" y="4153642"/>
            <a:ext cx="1458444" cy="1457121"/>
          </a:xfrm>
          <a:prstGeom prst="ellipse">
            <a:avLst/>
          </a:prstGeom>
          <a:gradFill flip="none" rotWithShape="1">
            <a:gsLst>
              <a:gs pos="100000">
                <a:srgbClr val="FFFFFF">
                  <a:lumMod val="100000"/>
                </a:srgbClr>
              </a:gs>
              <a:gs pos="0">
                <a:srgbClr val="D9D9DA"/>
              </a:gs>
            </a:gsLst>
            <a:lin ang="2700000" scaled="1"/>
            <a:tileRect/>
          </a:gradFill>
          <a:ln w="57150" cap="flat" cmpd="sng" algn="ctr">
            <a:gradFill flip="none" rotWithShape="1">
              <a:gsLst>
                <a:gs pos="100000">
                  <a:srgbClr val="FFFFFF"/>
                </a:gs>
                <a:gs pos="0">
                  <a:srgbClr val="D9D9DA"/>
                </a:gs>
              </a:gsLst>
              <a:lin ang="13500000" scaled="1"/>
              <a:tileRect/>
            </a:gradFill>
            <a:prstDash val="solid"/>
            <a:miter lim="800000"/>
          </a:ln>
          <a:effectLst>
            <a:outerShdw blurRad="279400" dist="165100" dir="2700000" algn="t" rotWithShape="0">
              <a:prstClr val="black">
                <a:alpha val="35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49" name="文本框 48"/>
          <p:cNvSpPr txBox="1"/>
          <p:nvPr/>
        </p:nvSpPr>
        <p:spPr>
          <a:xfrm>
            <a:off x="3444583" y="4312815"/>
            <a:ext cx="748923" cy="1138773"/>
          </a:xfrm>
          <a:prstGeom prst="rect">
            <a:avLst/>
          </a:prstGeom>
          <a:noFill/>
        </p:spPr>
        <p:txBody>
          <a:bodyPr wrap="none" rtlCol="0">
            <a:spAutoFit/>
          </a:bodyPr>
          <a:lstStyle/>
          <a:p>
            <a:pPr algn="ctr"/>
            <a:r>
              <a:rPr lang="en-US" altLang="zh-CN" sz="2000" dirty="0">
                <a:solidFill>
                  <a:schemeClr val="tx1">
                    <a:lumMod val="65000"/>
                    <a:lumOff val="35000"/>
                  </a:schemeClr>
                </a:solidFill>
              </a:rPr>
              <a:t>STEP</a:t>
            </a:r>
          </a:p>
          <a:p>
            <a:pPr algn="ctr"/>
            <a:r>
              <a:rPr lang="en-US" altLang="zh-CN" sz="4800" dirty="0">
                <a:solidFill>
                  <a:schemeClr val="tx1">
                    <a:lumMod val="65000"/>
                    <a:lumOff val="35000"/>
                  </a:schemeClr>
                </a:solidFill>
                <a:latin typeface="Impact" panose="020B0806030902050204" pitchFamily="34" charset="0"/>
              </a:rPr>
              <a:t>01</a:t>
            </a:r>
            <a:endParaRPr lang="zh-CN" altLang="en-US" sz="4800" dirty="0">
              <a:solidFill>
                <a:schemeClr val="tx1">
                  <a:lumMod val="65000"/>
                  <a:lumOff val="35000"/>
                </a:schemeClr>
              </a:solidFill>
              <a:latin typeface="Impact" panose="020B0806030902050204" pitchFamily="34" charset="0"/>
            </a:endParaRPr>
          </a:p>
        </p:txBody>
      </p:sp>
      <p:sp>
        <p:nvSpPr>
          <p:cNvPr id="50" name="文本框 49"/>
          <p:cNvSpPr txBox="1"/>
          <p:nvPr/>
        </p:nvSpPr>
        <p:spPr>
          <a:xfrm>
            <a:off x="4957787" y="2602679"/>
            <a:ext cx="824265" cy="1138773"/>
          </a:xfrm>
          <a:prstGeom prst="rect">
            <a:avLst/>
          </a:prstGeom>
          <a:noFill/>
        </p:spPr>
        <p:txBody>
          <a:bodyPr wrap="none" rtlCol="0">
            <a:spAutoFit/>
          </a:bodyPr>
          <a:lstStyle/>
          <a:p>
            <a:pPr algn="ctr"/>
            <a:r>
              <a:rPr lang="en-US" altLang="zh-CN" sz="2000" dirty="0">
                <a:solidFill>
                  <a:schemeClr val="tx1">
                    <a:lumMod val="65000"/>
                    <a:lumOff val="35000"/>
                  </a:schemeClr>
                </a:solidFill>
              </a:rPr>
              <a:t>STEP</a:t>
            </a:r>
          </a:p>
          <a:p>
            <a:pPr algn="ctr"/>
            <a:r>
              <a:rPr lang="en-US" altLang="zh-CN" sz="4800" dirty="0">
                <a:solidFill>
                  <a:schemeClr val="tx1">
                    <a:lumMod val="65000"/>
                    <a:lumOff val="35000"/>
                  </a:schemeClr>
                </a:solidFill>
                <a:latin typeface="Impact" panose="020B0806030902050204" pitchFamily="34" charset="0"/>
              </a:rPr>
              <a:t>02</a:t>
            </a:r>
            <a:endParaRPr lang="zh-CN" altLang="en-US" sz="4800" dirty="0">
              <a:solidFill>
                <a:schemeClr val="tx1">
                  <a:lumMod val="65000"/>
                  <a:lumOff val="35000"/>
                </a:schemeClr>
              </a:solidFill>
              <a:latin typeface="Impact" panose="020B0806030902050204" pitchFamily="34" charset="0"/>
            </a:endParaRPr>
          </a:p>
        </p:txBody>
      </p:sp>
      <p:sp>
        <p:nvSpPr>
          <p:cNvPr id="51" name="文本框 50"/>
          <p:cNvSpPr txBox="1"/>
          <p:nvPr/>
        </p:nvSpPr>
        <p:spPr>
          <a:xfrm>
            <a:off x="6524660" y="4312815"/>
            <a:ext cx="841898" cy="1138773"/>
          </a:xfrm>
          <a:prstGeom prst="rect">
            <a:avLst/>
          </a:prstGeom>
          <a:noFill/>
        </p:spPr>
        <p:txBody>
          <a:bodyPr wrap="none" rtlCol="0">
            <a:spAutoFit/>
          </a:bodyPr>
          <a:lstStyle/>
          <a:p>
            <a:pPr algn="ctr"/>
            <a:r>
              <a:rPr lang="en-US" altLang="zh-CN" sz="2000" dirty="0">
                <a:solidFill>
                  <a:schemeClr val="tx1">
                    <a:lumMod val="65000"/>
                    <a:lumOff val="35000"/>
                  </a:schemeClr>
                </a:solidFill>
              </a:rPr>
              <a:t>STEP</a:t>
            </a:r>
          </a:p>
          <a:p>
            <a:pPr algn="ctr"/>
            <a:r>
              <a:rPr lang="en-US" altLang="zh-CN" sz="4800" dirty="0">
                <a:solidFill>
                  <a:schemeClr val="tx1">
                    <a:lumMod val="65000"/>
                    <a:lumOff val="35000"/>
                  </a:schemeClr>
                </a:solidFill>
                <a:latin typeface="Impact" panose="020B0806030902050204" pitchFamily="34" charset="0"/>
              </a:rPr>
              <a:t>03</a:t>
            </a:r>
            <a:endParaRPr lang="zh-CN" altLang="en-US" sz="4800" dirty="0">
              <a:solidFill>
                <a:schemeClr val="tx1">
                  <a:lumMod val="65000"/>
                  <a:lumOff val="35000"/>
                </a:schemeClr>
              </a:solidFill>
              <a:latin typeface="Impact" panose="020B0806030902050204" pitchFamily="34" charset="0"/>
            </a:endParaRPr>
          </a:p>
        </p:txBody>
      </p:sp>
      <p:sp>
        <p:nvSpPr>
          <p:cNvPr id="52" name="文本框 51"/>
          <p:cNvSpPr txBox="1"/>
          <p:nvPr/>
        </p:nvSpPr>
        <p:spPr>
          <a:xfrm>
            <a:off x="7926360" y="2602679"/>
            <a:ext cx="822662" cy="1138773"/>
          </a:xfrm>
          <a:prstGeom prst="rect">
            <a:avLst/>
          </a:prstGeom>
          <a:noFill/>
        </p:spPr>
        <p:txBody>
          <a:bodyPr wrap="none" rtlCol="0">
            <a:spAutoFit/>
          </a:bodyPr>
          <a:lstStyle/>
          <a:p>
            <a:pPr algn="ctr"/>
            <a:r>
              <a:rPr lang="en-US" altLang="zh-CN" sz="2000" dirty="0">
                <a:solidFill>
                  <a:schemeClr val="tx1">
                    <a:lumMod val="65000"/>
                    <a:lumOff val="35000"/>
                  </a:schemeClr>
                </a:solidFill>
              </a:rPr>
              <a:t>STEP</a:t>
            </a:r>
          </a:p>
          <a:p>
            <a:pPr algn="ctr"/>
            <a:r>
              <a:rPr lang="en-US" altLang="zh-CN" sz="4800" dirty="0">
                <a:solidFill>
                  <a:schemeClr val="tx1">
                    <a:lumMod val="65000"/>
                    <a:lumOff val="35000"/>
                  </a:schemeClr>
                </a:solidFill>
                <a:latin typeface="Impact" panose="020B0806030902050204" pitchFamily="34" charset="0"/>
              </a:rPr>
              <a:t>04</a:t>
            </a:r>
            <a:endParaRPr lang="zh-CN" altLang="en-US" sz="4800" dirty="0">
              <a:solidFill>
                <a:schemeClr val="tx1">
                  <a:lumMod val="65000"/>
                  <a:lumOff val="35000"/>
                </a:schemeClr>
              </a:solidFill>
              <a:latin typeface="Impact" panose="020B0806030902050204" pitchFamily="34" charset="0"/>
            </a:endParaRPr>
          </a:p>
        </p:txBody>
      </p:sp>
      <p:sp>
        <p:nvSpPr>
          <p:cNvPr id="53" name="文本框 52"/>
          <p:cNvSpPr txBox="1"/>
          <p:nvPr/>
        </p:nvSpPr>
        <p:spPr>
          <a:xfrm>
            <a:off x="7735159" y="1330011"/>
            <a:ext cx="3097762"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54" name="文本框 53"/>
          <p:cNvSpPr txBox="1"/>
          <p:nvPr/>
        </p:nvSpPr>
        <p:spPr>
          <a:xfrm>
            <a:off x="4530793" y="1330011"/>
            <a:ext cx="3097762"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55" name="文本框 54"/>
          <p:cNvSpPr txBox="1"/>
          <p:nvPr/>
        </p:nvSpPr>
        <p:spPr>
          <a:xfrm>
            <a:off x="6186278" y="5781847"/>
            <a:ext cx="3097762"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56" name="文本框 55"/>
          <p:cNvSpPr txBox="1"/>
          <p:nvPr/>
        </p:nvSpPr>
        <p:spPr>
          <a:xfrm>
            <a:off x="2981912" y="5781847"/>
            <a:ext cx="3097762"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19"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四项递进</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372744706"/>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Freeform 5"/>
          <p:cNvSpPr>
            <a:spLocks/>
          </p:cNvSpPr>
          <p:nvPr/>
        </p:nvSpPr>
        <p:spPr bwMode="auto">
          <a:xfrm>
            <a:off x="3867552" y="4001690"/>
            <a:ext cx="4453779" cy="1827617"/>
          </a:xfrm>
          <a:custGeom>
            <a:avLst/>
            <a:gdLst>
              <a:gd name="T0" fmla="*/ 0 w 4289"/>
              <a:gd name="T1" fmla="*/ 783 h 1760"/>
              <a:gd name="T2" fmla="*/ 2141 w 4289"/>
              <a:gd name="T3" fmla="*/ 0 h 1760"/>
              <a:gd name="T4" fmla="*/ 4289 w 4289"/>
              <a:gd name="T5" fmla="*/ 783 h 1760"/>
              <a:gd name="T6" fmla="*/ 2146 w 4289"/>
              <a:gd name="T7" fmla="*/ 1760 h 1760"/>
              <a:gd name="T8" fmla="*/ 0 w 4289"/>
              <a:gd name="T9" fmla="*/ 783 h 1760"/>
            </a:gdLst>
            <a:ahLst/>
            <a:cxnLst>
              <a:cxn ang="0">
                <a:pos x="T0" y="T1"/>
              </a:cxn>
              <a:cxn ang="0">
                <a:pos x="T2" y="T3"/>
              </a:cxn>
              <a:cxn ang="0">
                <a:pos x="T4" y="T5"/>
              </a:cxn>
              <a:cxn ang="0">
                <a:pos x="T6" y="T7"/>
              </a:cxn>
              <a:cxn ang="0">
                <a:pos x="T8" y="T9"/>
              </a:cxn>
            </a:cxnLst>
            <a:rect l="0" t="0" r="r" b="b"/>
            <a:pathLst>
              <a:path w="4289" h="1760">
                <a:moveTo>
                  <a:pt x="0" y="783"/>
                </a:moveTo>
                <a:lnTo>
                  <a:pt x="2141" y="0"/>
                </a:lnTo>
                <a:lnTo>
                  <a:pt x="4289" y="783"/>
                </a:lnTo>
                <a:lnTo>
                  <a:pt x="2146" y="1760"/>
                </a:lnTo>
                <a:lnTo>
                  <a:pt x="0" y="783"/>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6"/>
          <p:cNvSpPr>
            <a:spLocks/>
          </p:cNvSpPr>
          <p:nvPr/>
        </p:nvSpPr>
        <p:spPr bwMode="auto">
          <a:xfrm>
            <a:off x="3867552" y="4814772"/>
            <a:ext cx="2228447" cy="1522322"/>
          </a:xfrm>
          <a:custGeom>
            <a:avLst/>
            <a:gdLst>
              <a:gd name="T0" fmla="*/ 2146 w 2146"/>
              <a:gd name="T1" fmla="*/ 977 h 1466"/>
              <a:gd name="T2" fmla="*/ 2146 w 2146"/>
              <a:gd name="T3" fmla="*/ 1466 h 1466"/>
              <a:gd name="T4" fmla="*/ 0 w 2146"/>
              <a:gd name="T5" fmla="*/ 423 h 1466"/>
              <a:gd name="T6" fmla="*/ 0 w 2146"/>
              <a:gd name="T7" fmla="*/ 0 h 1466"/>
              <a:gd name="T8" fmla="*/ 2146 w 2146"/>
              <a:gd name="T9" fmla="*/ 977 h 1466"/>
            </a:gdLst>
            <a:ahLst/>
            <a:cxnLst>
              <a:cxn ang="0">
                <a:pos x="T0" y="T1"/>
              </a:cxn>
              <a:cxn ang="0">
                <a:pos x="T2" y="T3"/>
              </a:cxn>
              <a:cxn ang="0">
                <a:pos x="T4" y="T5"/>
              </a:cxn>
              <a:cxn ang="0">
                <a:pos x="T6" y="T7"/>
              </a:cxn>
              <a:cxn ang="0">
                <a:pos x="T8" y="T9"/>
              </a:cxn>
            </a:cxnLst>
            <a:rect l="0" t="0" r="r" b="b"/>
            <a:pathLst>
              <a:path w="2146" h="1466">
                <a:moveTo>
                  <a:pt x="2146" y="977"/>
                </a:moveTo>
                <a:lnTo>
                  <a:pt x="2146" y="1466"/>
                </a:lnTo>
                <a:lnTo>
                  <a:pt x="0" y="423"/>
                </a:lnTo>
                <a:lnTo>
                  <a:pt x="0" y="0"/>
                </a:lnTo>
                <a:lnTo>
                  <a:pt x="2146" y="977"/>
                </a:lnTo>
                <a:close/>
              </a:path>
            </a:pathLst>
          </a:custGeom>
          <a:solidFill>
            <a:srgbClr val="0E5E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7"/>
          <p:cNvSpPr>
            <a:spLocks/>
          </p:cNvSpPr>
          <p:nvPr/>
        </p:nvSpPr>
        <p:spPr bwMode="auto">
          <a:xfrm>
            <a:off x="6092884" y="4814772"/>
            <a:ext cx="2231563" cy="1522322"/>
          </a:xfrm>
          <a:custGeom>
            <a:avLst/>
            <a:gdLst>
              <a:gd name="T0" fmla="*/ 3 w 2149"/>
              <a:gd name="T1" fmla="*/ 977 h 1466"/>
              <a:gd name="T2" fmla="*/ 0 w 2149"/>
              <a:gd name="T3" fmla="*/ 1466 h 1466"/>
              <a:gd name="T4" fmla="*/ 2149 w 2149"/>
              <a:gd name="T5" fmla="*/ 423 h 1466"/>
              <a:gd name="T6" fmla="*/ 2146 w 2149"/>
              <a:gd name="T7" fmla="*/ 0 h 1466"/>
              <a:gd name="T8" fmla="*/ 3 w 2149"/>
              <a:gd name="T9" fmla="*/ 977 h 1466"/>
            </a:gdLst>
            <a:ahLst/>
            <a:cxnLst>
              <a:cxn ang="0">
                <a:pos x="T0" y="T1"/>
              </a:cxn>
              <a:cxn ang="0">
                <a:pos x="T2" y="T3"/>
              </a:cxn>
              <a:cxn ang="0">
                <a:pos x="T4" y="T5"/>
              </a:cxn>
              <a:cxn ang="0">
                <a:pos x="T6" y="T7"/>
              </a:cxn>
              <a:cxn ang="0">
                <a:pos x="T8" y="T9"/>
              </a:cxn>
            </a:cxnLst>
            <a:rect l="0" t="0" r="r" b="b"/>
            <a:pathLst>
              <a:path w="2149" h="1466">
                <a:moveTo>
                  <a:pt x="3" y="977"/>
                </a:moveTo>
                <a:lnTo>
                  <a:pt x="0" y="1466"/>
                </a:lnTo>
                <a:lnTo>
                  <a:pt x="2149" y="423"/>
                </a:lnTo>
                <a:lnTo>
                  <a:pt x="2146" y="0"/>
                </a:lnTo>
                <a:lnTo>
                  <a:pt x="3" y="977"/>
                </a:lnTo>
                <a:close/>
              </a:path>
            </a:pathLst>
          </a:custGeom>
          <a:solidFill>
            <a:srgbClr val="007B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8"/>
          <p:cNvSpPr>
            <a:spLocks/>
          </p:cNvSpPr>
          <p:nvPr/>
        </p:nvSpPr>
        <p:spPr bwMode="auto">
          <a:xfrm>
            <a:off x="4204000" y="3224952"/>
            <a:ext cx="3768423" cy="1554513"/>
          </a:xfrm>
          <a:custGeom>
            <a:avLst/>
            <a:gdLst>
              <a:gd name="T0" fmla="*/ 0 w 3629"/>
              <a:gd name="T1" fmla="*/ 669 h 1497"/>
              <a:gd name="T2" fmla="*/ 1810 w 3629"/>
              <a:gd name="T3" fmla="*/ 0 h 1497"/>
              <a:gd name="T4" fmla="*/ 3629 w 3629"/>
              <a:gd name="T5" fmla="*/ 674 h 1497"/>
              <a:gd name="T6" fmla="*/ 1822 w 3629"/>
              <a:gd name="T7" fmla="*/ 1497 h 1497"/>
              <a:gd name="T8" fmla="*/ 0 w 3629"/>
              <a:gd name="T9" fmla="*/ 669 h 1497"/>
            </a:gdLst>
            <a:ahLst/>
            <a:cxnLst>
              <a:cxn ang="0">
                <a:pos x="T0" y="T1"/>
              </a:cxn>
              <a:cxn ang="0">
                <a:pos x="T2" y="T3"/>
              </a:cxn>
              <a:cxn ang="0">
                <a:pos x="T4" y="T5"/>
              </a:cxn>
              <a:cxn ang="0">
                <a:pos x="T6" y="T7"/>
              </a:cxn>
              <a:cxn ang="0">
                <a:pos x="T8" y="T9"/>
              </a:cxn>
            </a:cxnLst>
            <a:rect l="0" t="0" r="r" b="b"/>
            <a:pathLst>
              <a:path w="3629" h="1497">
                <a:moveTo>
                  <a:pt x="0" y="669"/>
                </a:moveTo>
                <a:lnTo>
                  <a:pt x="1810" y="0"/>
                </a:lnTo>
                <a:lnTo>
                  <a:pt x="3629" y="674"/>
                </a:lnTo>
                <a:lnTo>
                  <a:pt x="1822" y="1497"/>
                </a:lnTo>
                <a:lnTo>
                  <a:pt x="0" y="669"/>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9"/>
          <p:cNvSpPr>
            <a:spLocks/>
          </p:cNvSpPr>
          <p:nvPr/>
        </p:nvSpPr>
        <p:spPr bwMode="auto">
          <a:xfrm>
            <a:off x="4574716" y="2498059"/>
            <a:ext cx="3005185" cy="1235719"/>
          </a:xfrm>
          <a:custGeom>
            <a:avLst/>
            <a:gdLst>
              <a:gd name="T0" fmla="*/ 0 w 2894"/>
              <a:gd name="T1" fmla="*/ 523 h 1190"/>
              <a:gd name="T2" fmla="*/ 1453 w 2894"/>
              <a:gd name="T3" fmla="*/ 0 h 1190"/>
              <a:gd name="T4" fmla="*/ 2894 w 2894"/>
              <a:gd name="T5" fmla="*/ 539 h 1190"/>
              <a:gd name="T6" fmla="*/ 1465 w 2894"/>
              <a:gd name="T7" fmla="*/ 1190 h 1190"/>
              <a:gd name="T8" fmla="*/ 0 w 2894"/>
              <a:gd name="T9" fmla="*/ 523 h 1190"/>
            </a:gdLst>
            <a:ahLst/>
            <a:cxnLst>
              <a:cxn ang="0">
                <a:pos x="T0" y="T1"/>
              </a:cxn>
              <a:cxn ang="0">
                <a:pos x="T2" y="T3"/>
              </a:cxn>
              <a:cxn ang="0">
                <a:pos x="T4" y="T5"/>
              </a:cxn>
              <a:cxn ang="0">
                <a:pos x="T6" y="T7"/>
              </a:cxn>
              <a:cxn ang="0">
                <a:pos x="T8" y="T9"/>
              </a:cxn>
            </a:cxnLst>
            <a:rect l="0" t="0" r="r" b="b"/>
            <a:pathLst>
              <a:path w="2894" h="1190">
                <a:moveTo>
                  <a:pt x="0" y="523"/>
                </a:moveTo>
                <a:lnTo>
                  <a:pt x="1453" y="0"/>
                </a:lnTo>
                <a:lnTo>
                  <a:pt x="2894" y="539"/>
                </a:lnTo>
                <a:lnTo>
                  <a:pt x="1465" y="1190"/>
                </a:lnTo>
                <a:lnTo>
                  <a:pt x="0" y="523"/>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10"/>
          <p:cNvSpPr>
            <a:spLocks/>
          </p:cNvSpPr>
          <p:nvPr/>
        </p:nvSpPr>
        <p:spPr bwMode="auto">
          <a:xfrm>
            <a:off x="4988006" y="1782588"/>
            <a:ext cx="2218063" cy="902386"/>
          </a:xfrm>
          <a:custGeom>
            <a:avLst/>
            <a:gdLst>
              <a:gd name="T0" fmla="*/ 0 w 2136"/>
              <a:gd name="T1" fmla="*/ 384 h 869"/>
              <a:gd name="T2" fmla="*/ 1076 w 2136"/>
              <a:gd name="T3" fmla="*/ 0 h 869"/>
              <a:gd name="T4" fmla="*/ 2136 w 2136"/>
              <a:gd name="T5" fmla="*/ 384 h 869"/>
              <a:gd name="T6" fmla="*/ 1067 w 2136"/>
              <a:gd name="T7" fmla="*/ 869 h 869"/>
              <a:gd name="T8" fmla="*/ 0 w 2136"/>
              <a:gd name="T9" fmla="*/ 384 h 869"/>
            </a:gdLst>
            <a:ahLst/>
            <a:cxnLst>
              <a:cxn ang="0">
                <a:pos x="T0" y="T1"/>
              </a:cxn>
              <a:cxn ang="0">
                <a:pos x="T2" y="T3"/>
              </a:cxn>
              <a:cxn ang="0">
                <a:pos x="T4" y="T5"/>
              </a:cxn>
              <a:cxn ang="0">
                <a:pos x="T6" y="T7"/>
              </a:cxn>
              <a:cxn ang="0">
                <a:pos x="T8" y="T9"/>
              </a:cxn>
            </a:cxnLst>
            <a:rect l="0" t="0" r="r" b="b"/>
            <a:pathLst>
              <a:path w="2136" h="869">
                <a:moveTo>
                  <a:pt x="0" y="384"/>
                </a:moveTo>
                <a:lnTo>
                  <a:pt x="1076" y="0"/>
                </a:lnTo>
                <a:lnTo>
                  <a:pt x="2136" y="384"/>
                </a:lnTo>
                <a:lnTo>
                  <a:pt x="1067" y="869"/>
                </a:lnTo>
                <a:lnTo>
                  <a:pt x="0" y="384"/>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11"/>
          <p:cNvSpPr>
            <a:spLocks/>
          </p:cNvSpPr>
          <p:nvPr/>
        </p:nvSpPr>
        <p:spPr bwMode="auto">
          <a:xfrm>
            <a:off x="4201923" y="3919654"/>
            <a:ext cx="1894076" cy="1368636"/>
          </a:xfrm>
          <a:custGeom>
            <a:avLst/>
            <a:gdLst>
              <a:gd name="T0" fmla="*/ 0 w 1824"/>
              <a:gd name="T1" fmla="*/ 433 h 1318"/>
              <a:gd name="T2" fmla="*/ 1824 w 1824"/>
              <a:gd name="T3" fmla="*/ 1318 h 1318"/>
              <a:gd name="T4" fmla="*/ 1824 w 1824"/>
              <a:gd name="T5" fmla="*/ 828 h 1318"/>
              <a:gd name="T6" fmla="*/ 0 w 1824"/>
              <a:gd name="T7" fmla="*/ 0 h 1318"/>
              <a:gd name="T8" fmla="*/ 0 w 1824"/>
              <a:gd name="T9" fmla="*/ 433 h 1318"/>
            </a:gdLst>
            <a:ahLst/>
            <a:cxnLst>
              <a:cxn ang="0">
                <a:pos x="T0" y="T1"/>
              </a:cxn>
              <a:cxn ang="0">
                <a:pos x="T2" y="T3"/>
              </a:cxn>
              <a:cxn ang="0">
                <a:pos x="T4" y="T5"/>
              </a:cxn>
              <a:cxn ang="0">
                <a:pos x="T6" y="T7"/>
              </a:cxn>
              <a:cxn ang="0">
                <a:pos x="T8" y="T9"/>
              </a:cxn>
            </a:cxnLst>
            <a:rect l="0" t="0" r="r" b="b"/>
            <a:pathLst>
              <a:path w="1824" h="1318">
                <a:moveTo>
                  <a:pt x="0" y="433"/>
                </a:moveTo>
                <a:lnTo>
                  <a:pt x="1824" y="1318"/>
                </a:lnTo>
                <a:lnTo>
                  <a:pt x="1824" y="828"/>
                </a:lnTo>
                <a:lnTo>
                  <a:pt x="0" y="0"/>
                </a:lnTo>
                <a:lnTo>
                  <a:pt x="0" y="433"/>
                </a:lnTo>
                <a:close/>
              </a:path>
            </a:pathLst>
          </a:custGeom>
          <a:solidFill>
            <a:srgbClr val="5B4E8C"/>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7" name="Freeform 12"/>
          <p:cNvSpPr>
            <a:spLocks/>
          </p:cNvSpPr>
          <p:nvPr/>
        </p:nvSpPr>
        <p:spPr bwMode="auto">
          <a:xfrm>
            <a:off x="4574716" y="3041152"/>
            <a:ext cx="1521284" cy="1200412"/>
          </a:xfrm>
          <a:custGeom>
            <a:avLst/>
            <a:gdLst>
              <a:gd name="T0" fmla="*/ 0 w 1465"/>
              <a:gd name="T1" fmla="*/ 444 h 1156"/>
              <a:gd name="T2" fmla="*/ 1465 w 1465"/>
              <a:gd name="T3" fmla="*/ 1156 h 1156"/>
              <a:gd name="T4" fmla="*/ 1465 w 1465"/>
              <a:gd name="T5" fmla="*/ 667 h 1156"/>
              <a:gd name="T6" fmla="*/ 0 w 1465"/>
              <a:gd name="T7" fmla="*/ 0 h 1156"/>
              <a:gd name="T8" fmla="*/ 0 w 1465"/>
              <a:gd name="T9" fmla="*/ 444 h 1156"/>
            </a:gdLst>
            <a:ahLst/>
            <a:cxnLst>
              <a:cxn ang="0">
                <a:pos x="T0" y="T1"/>
              </a:cxn>
              <a:cxn ang="0">
                <a:pos x="T2" y="T3"/>
              </a:cxn>
              <a:cxn ang="0">
                <a:pos x="T4" y="T5"/>
              </a:cxn>
              <a:cxn ang="0">
                <a:pos x="T6" y="T7"/>
              </a:cxn>
              <a:cxn ang="0">
                <a:pos x="T8" y="T9"/>
              </a:cxn>
            </a:cxnLst>
            <a:rect l="0" t="0" r="r" b="b"/>
            <a:pathLst>
              <a:path w="1465" h="1156">
                <a:moveTo>
                  <a:pt x="0" y="444"/>
                </a:moveTo>
                <a:lnTo>
                  <a:pt x="1465" y="1156"/>
                </a:lnTo>
                <a:lnTo>
                  <a:pt x="1465" y="667"/>
                </a:lnTo>
                <a:lnTo>
                  <a:pt x="0" y="0"/>
                </a:lnTo>
                <a:lnTo>
                  <a:pt x="0" y="444"/>
                </a:lnTo>
                <a:close/>
              </a:path>
            </a:pathLst>
          </a:custGeom>
          <a:solidFill>
            <a:srgbClr val="86A52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8" name="Freeform 13"/>
          <p:cNvSpPr>
            <a:spLocks/>
          </p:cNvSpPr>
          <p:nvPr/>
        </p:nvSpPr>
        <p:spPr bwMode="auto">
          <a:xfrm>
            <a:off x="4988006" y="2183418"/>
            <a:ext cx="1107993" cy="1009343"/>
          </a:xfrm>
          <a:custGeom>
            <a:avLst/>
            <a:gdLst>
              <a:gd name="T0" fmla="*/ 0 w 1067"/>
              <a:gd name="T1" fmla="*/ 457 h 972"/>
              <a:gd name="T2" fmla="*/ 1067 w 1067"/>
              <a:gd name="T3" fmla="*/ 972 h 972"/>
              <a:gd name="T4" fmla="*/ 1067 w 1067"/>
              <a:gd name="T5" fmla="*/ 483 h 972"/>
              <a:gd name="T6" fmla="*/ 0 w 1067"/>
              <a:gd name="T7" fmla="*/ 0 h 972"/>
              <a:gd name="T8" fmla="*/ 0 w 1067"/>
              <a:gd name="T9" fmla="*/ 457 h 972"/>
            </a:gdLst>
            <a:ahLst/>
            <a:cxnLst>
              <a:cxn ang="0">
                <a:pos x="T0" y="T1"/>
              </a:cxn>
              <a:cxn ang="0">
                <a:pos x="T2" y="T3"/>
              </a:cxn>
              <a:cxn ang="0">
                <a:pos x="T4" y="T5"/>
              </a:cxn>
              <a:cxn ang="0">
                <a:pos x="T6" y="T7"/>
              </a:cxn>
              <a:cxn ang="0">
                <a:pos x="T8" y="T9"/>
              </a:cxn>
            </a:cxnLst>
            <a:rect l="0" t="0" r="r" b="b"/>
            <a:pathLst>
              <a:path w="1067" h="972">
                <a:moveTo>
                  <a:pt x="0" y="457"/>
                </a:moveTo>
                <a:lnTo>
                  <a:pt x="1067" y="972"/>
                </a:lnTo>
                <a:lnTo>
                  <a:pt x="1067" y="483"/>
                </a:lnTo>
                <a:lnTo>
                  <a:pt x="0" y="0"/>
                </a:lnTo>
                <a:lnTo>
                  <a:pt x="0" y="457"/>
                </a:lnTo>
                <a:close/>
              </a:path>
            </a:pathLst>
          </a:custGeom>
          <a:solidFill>
            <a:srgbClr val="D8760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9" name="Freeform 14"/>
          <p:cNvSpPr>
            <a:spLocks/>
          </p:cNvSpPr>
          <p:nvPr/>
        </p:nvSpPr>
        <p:spPr bwMode="auto">
          <a:xfrm>
            <a:off x="6092884" y="3924847"/>
            <a:ext cx="1879538" cy="1363444"/>
          </a:xfrm>
          <a:custGeom>
            <a:avLst/>
            <a:gdLst>
              <a:gd name="T0" fmla="*/ 1810 w 1810"/>
              <a:gd name="T1" fmla="*/ 0 h 1313"/>
              <a:gd name="T2" fmla="*/ 3 w 1810"/>
              <a:gd name="T3" fmla="*/ 823 h 1313"/>
              <a:gd name="T4" fmla="*/ 0 w 1810"/>
              <a:gd name="T5" fmla="*/ 1313 h 1313"/>
              <a:gd name="T6" fmla="*/ 1810 w 1810"/>
              <a:gd name="T7" fmla="*/ 435 h 1313"/>
              <a:gd name="T8" fmla="*/ 1810 w 1810"/>
              <a:gd name="T9" fmla="*/ 0 h 1313"/>
            </a:gdLst>
            <a:ahLst/>
            <a:cxnLst>
              <a:cxn ang="0">
                <a:pos x="T0" y="T1"/>
              </a:cxn>
              <a:cxn ang="0">
                <a:pos x="T2" y="T3"/>
              </a:cxn>
              <a:cxn ang="0">
                <a:pos x="T4" y="T5"/>
              </a:cxn>
              <a:cxn ang="0">
                <a:pos x="T6" y="T7"/>
              </a:cxn>
              <a:cxn ang="0">
                <a:pos x="T8" y="T9"/>
              </a:cxn>
            </a:cxnLst>
            <a:rect l="0" t="0" r="r" b="b"/>
            <a:pathLst>
              <a:path w="1810" h="1313">
                <a:moveTo>
                  <a:pt x="1810" y="0"/>
                </a:moveTo>
                <a:lnTo>
                  <a:pt x="3" y="823"/>
                </a:lnTo>
                <a:lnTo>
                  <a:pt x="0" y="1313"/>
                </a:lnTo>
                <a:lnTo>
                  <a:pt x="1810" y="435"/>
                </a:lnTo>
                <a:lnTo>
                  <a:pt x="1810" y="0"/>
                </a:lnTo>
                <a:close/>
              </a:path>
            </a:pathLst>
          </a:custGeom>
          <a:solidFill>
            <a:srgbClr val="6D5D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15"/>
          <p:cNvSpPr>
            <a:spLocks/>
          </p:cNvSpPr>
          <p:nvPr/>
        </p:nvSpPr>
        <p:spPr bwMode="auto">
          <a:xfrm>
            <a:off x="6092884" y="3057766"/>
            <a:ext cx="1489093" cy="1183798"/>
          </a:xfrm>
          <a:custGeom>
            <a:avLst/>
            <a:gdLst>
              <a:gd name="T0" fmla="*/ 1434 w 1434"/>
              <a:gd name="T1" fmla="*/ 0 h 1140"/>
              <a:gd name="T2" fmla="*/ 3 w 1434"/>
              <a:gd name="T3" fmla="*/ 651 h 1140"/>
              <a:gd name="T4" fmla="*/ 0 w 1434"/>
              <a:gd name="T5" fmla="*/ 1140 h 1140"/>
              <a:gd name="T6" fmla="*/ 1434 w 1434"/>
              <a:gd name="T7" fmla="*/ 445 h 1140"/>
              <a:gd name="T8" fmla="*/ 1434 w 1434"/>
              <a:gd name="T9" fmla="*/ 0 h 1140"/>
            </a:gdLst>
            <a:ahLst/>
            <a:cxnLst>
              <a:cxn ang="0">
                <a:pos x="T0" y="T1"/>
              </a:cxn>
              <a:cxn ang="0">
                <a:pos x="T2" y="T3"/>
              </a:cxn>
              <a:cxn ang="0">
                <a:pos x="T4" y="T5"/>
              </a:cxn>
              <a:cxn ang="0">
                <a:pos x="T6" y="T7"/>
              </a:cxn>
              <a:cxn ang="0">
                <a:pos x="T8" y="T9"/>
              </a:cxn>
            </a:cxnLst>
            <a:rect l="0" t="0" r="r" b="b"/>
            <a:pathLst>
              <a:path w="1434" h="1140">
                <a:moveTo>
                  <a:pt x="1434" y="0"/>
                </a:moveTo>
                <a:lnTo>
                  <a:pt x="3" y="651"/>
                </a:lnTo>
                <a:lnTo>
                  <a:pt x="0" y="1140"/>
                </a:lnTo>
                <a:lnTo>
                  <a:pt x="1434" y="445"/>
                </a:lnTo>
                <a:lnTo>
                  <a:pt x="1434" y="0"/>
                </a:lnTo>
                <a:close/>
              </a:path>
            </a:pathLst>
          </a:custGeom>
          <a:solidFill>
            <a:srgbClr val="9FC6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16"/>
          <p:cNvSpPr>
            <a:spLocks/>
          </p:cNvSpPr>
          <p:nvPr/>
        </p:nvSpPr>
        <p:spPr bwMode="auto">
          <a:xfrm>
            <a:off x="6092884" y="2181341"/>
            <a:ext cx="1113185" cy="1011420"/>
          </a:xfrm>
          <a:custGeom>
            <a:avLst/>
            <a:gdLst>
              <a:gd name="T0" fmla="*/ 1072 w 1072"/>
              <a:gd name="T1" fmla="*/ 0 h 974"/>
              <a:gd name="T2" fmla="*/ 3 w 1072"/>
              <a:gd name="T3" fmla="*/ 485 h 974"/>
              <a:gd name="T4" fmla="*/ 0 w 1072"/>
              <a:gd name="T5" fmla="*/ 974 h 974"/>
              <a:gd name="T6" fmla="*/ 1072 w 1072"/>
              <a:gd name="T7" fmla="*/ 456 h 974"/>
              <a:gd name="T8" fmla="*/ 1072 w 1072"/>
              <a:gd name="T9" fmla="*/ 0 h 974"/>
            </a:gdLst>
            <a:ahLst/>
            <a:cxnLst>
              <a:cxn ang="0">
                <a:pos x="T0" y="T1"/>
              </a:cxn>
              <a:cxn ang="0">
                <a:pos x="T2" y="T3"/>
              </a:cxn>
              <a:cxn ang="0">
                <a:pos x="T4" y="T5"/>
              </a:cxn>
              <a:cxn ang="0">
                <a:pos x="T6" y="T7"/>
              </a:cxn>
              <a:cxn ang="0">
                <a:pos x="T8" y="T9"/>
              </a:cxn>
            </a:cxnLst>
            <a:rect l="0" t="0" r="r" b="b"/>
            <a:pathLst>
              <a:path w="1072" h="974">
                <a:moveTo>
                  <a:pt x="1072" y="0"/>
                </a:moveTo>
                <a:lnTo>
                  <a:pt x="3" y="485"/>
                </a:lnTo>
                <a:lnTo>
                  <a:pt x="0" y="974"/>
                </a:lnTo>
                <a:lnTo>
                  <a:pt x="1072" y="456"/>
                </a:lnTo>
                <a:lnTo>
                  <a:pt x="1072" y="0"/>
                </a:lnTo>
                <a:close/>
              </a:path>
            </a:pathLst>
          </a:custGeom>
          <a:solidFill>
            <a:srgbClr val="FF8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四项层级</a:t>
            </a:r>
            <a:endParaRPr lang="zh-CN" altLang="zh-CN" sz="2800" b="1" dirty="0">
              <a:solidFill>
                <a:schemeClr val="tx1">
                  <a:lumMod val="65000"/>
                  <a:lumOff val="35000"/>
                </a:schemeClr>
              </a:solidFill>
            </a:endParaRPr>
          </a:p>
        </p:txBody>
      </p:sp>
      <p:sp>
        <p:nvSpPr>
          <p:cNvPr id="54" name="文本框 53"/>
          <p:cNvSpPr txBox="1"/>
          <p:nvPr/>
        </p:nvSpPr>
        <p:spPr>
          <a:xfrm>
            <a:off x="8433047" y="4652186"/>
            <a:ext cx="2856518" cy="830997"/>
          </a:xfrm>
          <a:prstGeom prst="rect">
            <a:avLst/>
          </a:prstGeom>
          <a:noFill/>
        </p:spPr>
        <p:txBody>
          <a:bodyPr wrap="square" rtlCol="0">
            <a:spAutoFit/>
          </a:bodyPr>
          <a:lstStyle/>
          <a:p>
            <a:pPr>
              <a:lnSpc>
                <a:spcPct val="120000"/>
              </a:lnSpc>
            </a:pPr>
            <a:r>
              <a:rPr lang="zh-CN" altLang="en-US" sz="2400" b="1" dirty="0">
                <a:solidFill>
                  <a:srgbClr val="007BC6"/>
                </a:solidFill>
              </a:rPr>
              <a:t>添加标题</a:t>
            </a:r>
            <a:endParaRPr lang="en-US" altLang="zh-CN" sz="2400" b="1" dirty="0">
              <a:solidFill>
                <a:srgbClr val="007BC6"/>
              </a:solidFill>
            </a:endParaRPr>
          </a:p>
          <a:p>
            <a:pPr>
              <a:lnSpc>
                <a:spcPct val="120000"/>
              </a:lnSpc>
            </a:pPr>
            <a:r>
              <a:rPr lang="zh-CN" altLang="en-US" sz="1600" dirty="0">
                <a:solidFill>
                  <a:schemeClr val="tx1">
                    <a:lumMod val="65000"/>
                    <a:lumOff val="35000"/>
                  </a:schemeClr>
                </a:solidFill>
              </a:rPr>
              <a:t>添加内容添加内容</a:t>
            </a:r>
          </a:p>
        </p:txBody>
      </p:sp>
      <p:sp>
        <p:nvSpPr>
          <p:cNvPr id="55" name="文本框 54"/>
          <p:cNvSpPr txBox="1"/>
          <p:nvPr/>
        </p:nvSpPr>
        <p:spPr>
          <a:xfrm>
            <a:off x="1998138" y="2046683"/>
            <a:ext cx="2856518" cy="830997"/>
          </a:xfrm>
          <a:prstGeom prst="rect">
            <a:avLst/>
          </a:prstGeom>
          <a:noFill/>
        </p:spPr>
        <p:txBody>
          <a:bodyPr wrap="square" rtlCol="0">
            <a:spAutoFit/>
          </a:bodyPr>
          <a:lstStyle/>
          <a:p>
            <a:pPr algn="r">
              <a:lnSpc>
                <a:spcPct val="120000"/>
              </a:lnSpc>
            </a:pPr>
            <a:r>
              <a:rPr lang="zh-CN" altLang="en-US" sz="2400" b="1" dirty="0">
                <a:solidFill>
                  <a:srgbClr val="FF8900"/>
                </a:solidFill>
              </a:rPr>
              <a:t>添加标题</a:t>
            </a:r>
            <a:endParaRPr lang="en-US" altLang="zh-CN" sz="2400" b="1" dirty="0">
              <a:solidFill>
                <a:srgbClr val="FF8900"/>
              </a:solidFill>
            </a:endParaRPr>
          </a:p>
          <a:p>
            <a:pPr algn="r">
              <a:lnSpc>
                <a:spcPct val="120000"/>
              </a:lnSpc>
            </a:pPr>
            <a:r>
              <a:rPr lang="zh-CN" altLang="en-US" sz="1600" dirty="0">
                <a:solidFill>
                  <a:schemeClr val="tx1">
                    <a:lumMod val="65000"/>
                    <a:lumOff val="35000"/>
                  </a:schemeClr>
                </a:solidFill>
              </a:rPr>
              <a:t>添加内容添加内容</a:t>
            </a:r>
          </a:p>
        </p:txBody>
      </p:sp>
      <p:sp>
        <p:nvSpPr>
          <p:cNvPr id="56" name="文本框 55"/>
          <p:cNvSpPr txBox="1"/>
          <p:nvPr/>
        </p:nvSpPr>
        <p:spPr>
          <a:xfrm>
            <a:off x="8089576" y="3783685"/>
            <a:ext cx="2856518" cy="830997"/>
          </a:xfrm>
          <a:prstGeom prst="rect">
            <a:avLst/>
          </a:prstGeom>
          <a:noFill/>
        </p:spPr>
        <p:txBody>
          <a:bodyPr wrap="square" rtlCol="0">
            <a:spAutoFit/>
          </a:bodyPr>
          <a:lstStyle/>
          <a:p>
            <a:pPr>
              <a:lnSpc>
                <a:spcPct val="120000"/>
              </a:lnSpc>
            </a:pPr>
            <a:r>
              <a:rPr lang="zh-CN" altLang="en-US" sz="2400" b="1" dirty="0">
                <a:solidFill>
                  <a:srgbClr val="6D5DA5"/>
                </a:solidFill>
              </a:rPr>
              <a:t>添加标题</a:t>
            </a:r>
            <a:endParaRPr lang="en-US" altLang="zh-CN" sz="2400" b="1" dirty="0">
              <a:solidFill>
                <a:srgbClr val="6D5DA5"/>
              </a:solidFill>
            </a:endParaRPr>
          </a:p>
          <a:p>
            <a:pPr>
              <a:lnSpc>
                <a:spcPct val="120000"/>
              </a:lnSpc>
            </a:pPr>
            <a:r>
              <a:rPr lang="zh-CN" altLang="en-US" sz="1600" dirty="0">
                <a:solidFill>
                  <a:schemeClr val="tx1">
                    <a:lumMod val="65000"/>
                    <a:lumOff val="35000"/>
                  </a:schemeClr>
                </a:solidFill>
              </a:rPr>
              <a:t>添加内容添加内容</a:t>
            </a:r>
          </a:p>
        </p:txBody>
      </p:sp>
      <p:sp>
        <p:nvSpPr>
          <p:cNvPr id="57" name="文本框 56"/>
          <p:cNvSpPr txBox="1"/>
          <p:nvPr/>
        </p:nvSpPr>
        <p:spPr>
          <a:xfrm>
            <a:off x="7669810" y="2915184"/>
            <a:ext cx="2856518" cy="830997"/>
          </a:xfrm>
          <a:prstGeom prst="rect">
            <a:avLst/>
          </a:prstGeom>
          <a:noFill/>
        </p:spPr>
        <p:txBody>
          <a:bodyPr wrap="square" rtlCol="0">
            <a:spAutoFit/>
          </a:bodyPr>
          <a:lstStyle/>
          <a:p>
            <a:pPr>
              <a:lnSpc>
                <a:spcPct val="120000"/>
              </a:lnSpc>
            </a:pPr>
            <a:r>
              <a:rPr lang="zh-CN" altLang="en-US" sz="2400" b="1" dirty="0">
                <a:solidFill>
                  <a:srgbClr val="9FC628"/>
                </a:solidFill>
              </a:rPr>
              <a:t>添加标题</a:t>
            </a:r>
            <a:endParaRPr lang="en-US" altLang="zh-CN" sz="2400" b="1" dirty="0">
              <a:solidFill>
                <a:srgbClr val="9FC628"/>
              </a:solidFill>
            </a:endParaRPr>
          </a:p>
          <a:p>
            <a:pPr>
              <a:lnSpc>
                <a:spcPct val="120000"/>
              </a:lnSpc>
            </a:pPr>
            <a:r>
              <a:rPr lang="zh-CN" altLang="en-US" sz="1600" dirty="0">
                <a:solidFill>
                  <a:schemeClr val="tx1">
                    <a:lumMod val="65000"/>
                    <a:lumOff val="35000"/>
                  </a:schemeClr>
                </a:solidFill>
              </a:rPr>
              <a:t>添加内容添加内容</a:t>
            </a:r>
          </a:p>
        </p:txBody>
      </p:sp>
      <p:sp>
        <p:nvSpPr>
          <p:cNvPr id="58" name="文本框 57"/>
          <p:cNvSpPr txBox="1"/>
          <p:nvPr/>
        </p:nvSpPr>
        <p:spPr>
          <a:xfrm>
            <a:off x="7293902" y="2046683"/>
            <a:ext cx="2856518" cy="830997"/>
          </a:xfrm>
          <a:prstGeom prst="rect">
            <a:avLst/>
          </a:prstGeom>
          <a:noFill/>
        </p:spPr>
        <p:txBody>
          <a:bodyPr wrap="square" rtlCol="0">
            <a:spAutoFit/>
          </a:bodyPr>
          <a:lstStyle/>
          <a:p>
            <a:pPr>
              <a:lnSpc>
                <a:spcPct val="120000"/>
              </a:lnSpc>
            </a:pPr>
            <a:r>
              <a:rPr lang="zh-CN" altLang="en-US" sz="2400" b="1" dirty="0">
                <a:solidFill>
                  <a:srgbClr val="FF8900"/>
                </a:solidFill>
              </a:rPr>
              <a:t>添加标题</a:t>
            </a:r>
            <a:endParaRPr lang="en-US" altLang="zh-CN" sz="2400" b="1" dirty="0">
              <a:solidFill>
                <a:srgbClr val="FF8900"/>
              </a:solidFill>
            </a:endParaRPr>
          </a:p>
          <a:p>
            <a:pPr>
              <a:lnSpc>
                <a:spcPct val="120000"/>
              </a:lnSpc>
            </a:pPr>
            <a:r>
              <a:rPr lang="zh-CN" altLang="en-US" sz="1600" dirty="0">
                <a:solidFill>
                  <a:schemeClr val="tx1">
                    <a:lumMod val="65000"/>
                    <a:lumOff val="35000"/>
                  </a:schemeClr>
                </a:solidFill>
              </a:rPr>
              <a:t>添加内容添加内容</a:t>
            </a:r>
          </a:p>
        </p:txBody>
      </p:sp>
      <p:sp>
        <p:nvSpPr>
          <p:cNvPr id="59" name="文本框 58"/>
          <p:cNvSpPr txBox="1"/>
          <p:nvPr/>
        </p:nvSpPr>
        <p:spPr>
          <a:xfrm>
            <a:off x="1601045" y="2915184"/>
            <a:ext cx="2856518" cy="830997"/>
          </a:xfrm>
          <a:prstGeom prst="rect">
            <a:avLst/>
          </a:prstGeom>
          <a:noFill/>
        </p:spPr>
        <p:txBody>
          <a:bodyPr wrap="square" rtlCol="0">
            <a:spAutoFit/>
          </a:bodyPr>
          <a:lstStyle/>
          <a:p>
            <a:pPr algn="r">
              <a:lnSpc>
                <a:spcPct val="120000"/>
              </a:lnSpc>
            </a:pPr>
            <a:r>
              <a:rPr lang="zh-CN" altLang="en-US" sz="2400" b="1" dirty="0">
                <a:solidFill>
                  <a:srgbClr val="9FC628"/>
                </a:solidFill>
              </a:rPr>
              <a:t>添加标题</a:t>
            </a:r>
            <a:endParaRPr lang="en-US" altLang="zh-CN" sz="2400" b="1" dirty="0">
              <a:solidFill>
                <a:srgbClr val="9FC628"/>
              </a:solidFill>
            </a:endParaRPr>
          </a:p>
          <a:p>
            <a:pPr algn="r">
              <a:lnSpc>
                <a:spcPct val="120000"/>
              </a:lnSpc>
            </a:pPr>
            <a:r>
              <a:rPr lang="zh-CN" altLang="en-US" sz="1600" dirty="0">
                <a:solidFill>
                  <a:schemeClr val="tx1">
                    <a:lumMod val="65000"/>
                    <a:lumOff val="35000"/>
                  </a:schemeClr>
                </a:solidFill>
              </a:rPr>
              <a:t>添加内容添加内容</a:t>
            </a:r>
          </a:p>
        </p:txBody>
      </p:sp>
      <p:sp>
        <p:nvSpPr>
          <p:cNvPr id="60" name="文本框 59"/>
          <p:cNvSpPr txBox="1"/>
          <p:nvPr/>
        </p:nvSpPr>
        <p:spPr>
          <a:xfrm>
            <a:off x="1266129" y="3783685"/>
            <a:ext cx="2856518" cy="830997"/>
          </a:xfrm>
          <a:prstGeom prst="rect">
            <a:avLst/>
          </a:prstGeom>
          <a:noFill/>
        </p:spPr>
        <p:txBody>
          <a:bodyPr wrap="square" rtlCol="0">
            <a:spAutoFit/>
          </a:bodyPr>
          <a:lstStyle/>
          <a:p>
            <a:pPr algn="r">
              <a:lnSpc>
                <a:spcPct val="120000"/>
              </a:lnSpc>
            </a:pPr>
            <a:r>
              <a:rPr lang="zh-CN" altLang="en-US" sz="2400" b="1" dirty="0">
                <a:solidFill>
                  <a:srgbClr val="6D5DA5"/>
                </a:solidFill>
              </a:rPr>
              <a:t>添加标题</a:t>
            </a:r>
            <a:endParaRPr lang="en-US" altLang="zh-CN" sz="2400" b="1" dirty="0">
              <a:solidFill>
                <a:srgbClr val="6D5DA5"/>
              </a:solidFill>
            </a:endParaRPr>
          </a:p>
          <a:p>
            <a:pPr algn="r">
              <a:lnSpc>
                <a:spcPct val="120000"/>
              </a:lnSpc>
            </a:pPr>
            <a:r>
              <a:rPr lang="zh-CN" altLang="en-US" sz="1600" dirty="0">
                <a:solidFill>
                  <a:schemeClr val="tx1">
                    <a:lumMod val="65000"/>
                    <a:lumOff val="35000"/>
                  </a:schemeClr>
                </a:solidFill>
              </a:rPr>
              <a:t>添加内容添加内容</a:t>
            </a:r>
          </a:p>
        </p:txBody>
      </p:sp>
      <p:sp>
        <p:nvSpPr>
          <p:cNvPr id="61" name="文本框 60"/>
          <p:cNvSpPr txBox="1"/>
          <p:nvPr/>
        </p:nvSpPr>
        <p:spPr>
          <a:xfrm>
            <a:off x="884534" y="4652186"/>
            <a:ext cx="2856518" cy="830997"/>
          </a:xfrm>
          <a:prstGeom prst="rect">
            <a:avLst/>
          </a:prstGeom>
          <a:noFill/>
        </p:spPr>
        <p:txBody>
          <a:bodyPr wrap="square" rtlCol="0">
            <a:spAutoFit/>
          </a:bodyPr>
          <a:lstStyle/>
          <a:p>
            <a:pPr algn="r">
              <a:lnSpc>
                <a:spcPct val="120000"/>
              </a:lnSpc>
            </a:pPr>
            <a:r>
              <a:rPr lang="zh-CN" altLang="en-US" sz="2400" b="1" dirty="0">
                <a:solidFill>
                  <a:srgbClr val="007BC6"/>
                </a:solidFill>
              </a:rPr>
              <a:t>添加标题</a:t>
            </a:r>
            <a:endParaRPr lang="en-US" altLang="zh-CN" sz="2400" b="1" dirty="0">
              <a:solidFill>
                <a:srgbClr val="007BC6"/>
              </a:solidFill>
            </a:endParaRPr>
          </a:p>
          <a:p>
            <a:pPr algn="r">
              <a:lnSpc>
                <a:spcPct val="120000"/>
              </a:lnSpc>
            </a:pPr>
            <a:r>
              <a:rPr lang="zh-CN" altLang="en-US" sz="1600" dirty="0">
                <a:solidFill>
                  <a:schemeClr val="tx1">
                    <a:lumMod val="65000"/>
                    <a:lumOff val="35000"/>
                  </a:schemeClr>
                </a:solidFill>
              </a:rPr>
              <a:t>添加内容添加内容</a:t>
            </a:r>
          </a:p>
        </p:txBody>
      </p:sp>
    </p:spTree>
    <p:extLst>
      <p:ext uri="{BB962C8B-B14F-4D97-AF65-F5344CB8AC3E}">
        <p14:creationId xmlns:p14="http://schemas.microsoft.com/office/powerpoint/2010/main" val="1246973572"/>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四项递进</a:t>
            </a:r>
            <a:endParaRPr lang="zh-CN" altLang="zh-CN" sz="2800" b="1" dirty="0">
              <a:solidFill>
                <a:schemeClr val="tx1">
                  <a:lumMod val="65000"/>
                  <a:lumOff val="35000"/>
                </a:schemeClr>
              </a:solidFill>
            </a:endParaRPr>
          </a:p>
        </p:txBody>
      </p:sp>
      <p:sp>
        <p:nvSpPr>
          <p:cNvPr id="139" name="Freeform 17"/>
          <p:cNvSpPr>
            <a:spLocks/>
          </p:cNvSpPr>
          <p:nvPr/>
        </p:nvSpPr>
        <p:spPr bwMode="auto">
          <a:xfrm>
            <a:off x="3181062" y="4351626"/>
            <a:ext cx="1449388" cy="557213"/>
          </a:xfrm>
          <a:custGeom>
            <a:avLst/>
            <a:gdLst>
              <a:gd name="T0" fmla="*/ 417 w 567"/>
              <a:gd name="T1" fmla="*/ 0 h 218"/>
              <a:gd name="T2" fmla="*/ 1 w 567"/>
              <a:gd name="T3" fmla="*/ 217 h 218"/>
              <a:gd name="T4" fmla="*/ 0 w 567"/>
              <a:gd name="T5" fmla="*/ 218 h 218"/>
              <a:gd name="T6" fmla="*/ 62 w 567"/>
              <a:gd name="T7" fmla="*/ 218 h 218"/>
              <a:gd name="T8" fmla="*/ 149 w 567"/>
              <a:gd name="T9" fmla="*/ 217 h 218"/>
              <a:gd name="T10" fmla="*/ 567 w 567"/>
              <a:gd name="T11" fmla="*/ 0 h 218"/>
              <a:gd name="T12" fmla="*/ 417 w 567"/>
              <a:gd name="T13" fmla="*/ 0 h 218"/>
            </a:gdLst>
            <a:ahLst/>
            <a:cxnLst>
              <a:cxn ang="0">
                <a:pos x="T0" y="T1"/>
              </a:cxn>
              <a:cxn ang="0">
                <a:pos x="T2" y="T3"/>
              </a:cxn>
              <a:cxn ang="0">
                <a:pos x="T4" y="T5"/>
              </a:cxn>
              <a:cxn ang="0">
                <a:pos x="T6" y="T7"/>
              </a:cxn>
              <a:cxn ang="0">
                <a:pos x="T8" y="T9"/>
              </a:cxn>
              <a:cxn ang="0">
                <a:pos x="T10" y="T11"/>
              </a:cxn>
              <a:cxn ang="0">
                <a:pos x="T12" y="T13"/>
              </a:cxn>
            </a:cxnLst>
            <a:rect l="0" t="0" r="r" b="b"/>
            <a:pathLst>
              <a:path w="567" h="218">
                <a:moveTo>
                  <a:pt x="417" y="0"/>
                </a:moveTo>
                <a:cubicBezTo>
                  <a:pt x="1" y="217"/>
                  <a:pt x="1" y="217"/>
                  <a:pt x="1" y="217"/>
                </a:cubicBezTo>
                <a:cubicBezTo>
                  <a:pt x="0" y="218"/>
                  <a:pt x="0" y="218"/>
                  <a:pt x="0" y="218"/>
                </a:cubicBezTo>
                <a:cubicBezTo>
                  <a:pt x="62" y="218"/>
                  <a:pt x="62" y="218"/>
                  <a:pt x="62" y="218"/>
                </a:cubicBezTo>
                <a:cubicBezTo>
                  <a:pt x="91" y="217"/>
                  <a:pt x="120" y="217"/>
                  <a:pt x="149" y="217"/>
                </a:cubicBezTo>
                <a:cubicBezTo>
                  <a:pt x="567" y="0"/>
                  <a:pt x="567" y="0"/>
                  <a:pt x="567" y="0"/>
                </a:cubicBezTo>
                <a:lnTo>
                  <a:pt x="41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0" name="Freeform 13"/>
          <p:cNvSpPr>
            <a:spLocks/>
          </p:cNvSpPr>
          <p:nvPr/>
        </p:nvSpPr>
        <p:spPr bwMode="auto">
          <a:xfrm>
            <a:off x="2036475" y="4972339"/>
            <a:ext cx="1398588" cy="531813"/>
          </a:xfrm>
          <a:custGeom>
            <a:avLst/>
            <a:gdLst>
              <a:gd name="T0" fmla="*/ 235 w 881"/>
              <a:gd name="T1" fmla="*/ 335 h 335"/>
              <a:gd name="T2" fmla="*/ 881 w 881"/>
              <a:gd name="T3" fmla="*/ 0 h 335"/>
              <a:gd name="T4" fmla="*/ 641 w 881"/>
              <a:gd name="T5" fmla="*/ 0 h 335"/>
              <a:gd name="T6" fmla="*/ 0 w 881"/>
              <a:gd name="T7" fmla="*/ 335 h 335"/>
              <a:gd name="T8" fmla="*/ 235 w 881"/>
              <a:gd name="T9" fmla="*/ 335 h 335"/>
            </a:gdLst>
            <a:ahLst/>
            <a:cxnLst>
              <a:cxn ang="0">
                <a:pos x="T0" y="T1"/>
              </a:cxn>
              <a:cxn ang="0">
                <a:pos x="T2" y="T3"/>
              </a:cxn>
              <a:cxn ang="0">
                <a:pos x="T4" y="T5"/>
              </a:cxn>
              <a:cxn ang="0">
                <a:pos x="T6" y="T7"/>
              </a:cxn>
              <a:cxn ang="0">
                <a:pos x="T8" y="T9"/>
              </a:cxn>
            </a:cxnLst>
            <a:rect l="0" t="0" r="r" b="b"/>
            <a:pathLst>
              <a:path w="881" h="335">
                <a:moveTo>
                  <a:pt x="235" y="335"/>
                </a:moveTo>
                <a:lnTo>
                  <a:pt x="881" y="0"/>
                </a:lnTo>
                <a:lnTo>
                  <a:pt x="641" y="0"/>
                </a:lnTo>
                <a:lnTo>
                  <a:pt x="0" y="335"/>
                </a:lnTo>
                <a:lnTo>
                  <a:pt x="235" y="335"/>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1" name="Freeform 15"/>
          <p:cNvSpPr>
            <a:spLocks/>
          </p:cNvSpPr>
          <p:nvPr/>
        </p:nvSpPr>
        <p:spPr bwMode="auto">
          <a:xfrm>
            <a:off x="1461800" y="5507326"/>
            <a:ext cx="936625" cy="290513"/>
          </a:xfrm>
          <a:custGeom>
            <a:avLst/>
            <a:gdLst>
              <a:gd name="T0" fmla="*/ 354 w 590"/>
              <a:gd name="T1" fmla="*/ 0 h 183"/>
              <a:gd name="T2" fmla="*/ 0 w 590"/>
              <a:gd name="T3" fmla="*/ 183 h 183"/>
              <a:gd name="T4" fmla="*/ 235 w 590"/>
              <a:gd name="T5" fmla="*/ 183 h 183"/>
              <a:gd name="T6" fmla="*/ 590 w 590"/>
              <a:gd name="T7" fmla="*/ 0 h 183"/>
              <a:gd name="T8" fmla="*/ 354 w 590"/>
              <a:gd name="T9" fmla="*/ 0 h 183"/>
            </a:gdLst>
            <a:ahLst/>
            <a:cxnLst>
              <a:cxn ang="0">
                <a:pos x="T0" y="T1"/>
              </a:cxn>
              <a:cxn ang="0">
                <a:pos x="T2" y="T3"/>
              </a:cxn>
              <a:cxn ang="0">
                <a:pos x="T4" y="T5"/>
              </a:cxn>
              <a:cxn ang="0">
                <a:pos x="T6" y="T7"/>
              </a:cxn>
              <a:cxn ang="0">
                <a:pos x="T8" y="T9"/>
              </a:cxn>
            </a:cxnLst>
            <a:rect l="0" t="0" r="r" b="b"/>
            <a:pathLst>
              <a:path w="590" h="183">
                <a:moveTo>
                  <a:pt x="354" y="0"/>
                </a:moveTo>
                <a:lnTo>
                  <a:pt x="0" y="183"/>
                </a:lnTo>
                <a:lnTo>
                  <a:pt x="235" y="183"/>
                </a:lnTo>
                <a:lnTo>
                  <a:pt x="590" y="0"/>
                </a:lnTo>
                <a:lnTo>
                  <a:pt x="354" y="0"/>
                </a:lnTo>
                <a:close/>
              </a:path>
            </a:pathLst>
          </a:custGeom>
          <a:solidFill>
            <a:srgbClr val="00629E"/>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2" name="Freeform 19"/>
          <p:cNvSpPr>
            <a:spLocks/>
          </p:cNvSpPr>
          <p:nvPr/>
        </p:nvSpPr>
        <p:spPr bwMode="auto">
          <a:xfrm>
            <a:off x="5487700" y="3192751"/>
            <a:ext cx="1155700" cy="509588"/>
          </a:xfrm>
          <a:custGeom>
            <a:avLst/>
            <a:gdLst>
              <a:gd name="T0" fmla="*/ 246 w 728"/>
              <a:gd name="T1" fmla="*/ 321 h 321"/>
              <a:gd name="T2" fmla="*/ 728 w 728"/>
              <a:gd name="T3" fmla="*/ 71 h 321"/>
              <a:gd name="T4" fmla="*/ 613 w 728"/>
              <a:gd name="T5" fmla="*/ 0 h 321"/>
              <a:gd name="T6" fmla="*/ 0 w 728"/>
              <a:gd name="T7" fmla="*/ 321 h 321"/>
              <a:gd name="T8" fmla="*/ 246 w 728"/>
              <a:gd name="T9" fmla="*/ 321 h 321"/>
            </a:gdLst>
            <a:ahLst/>
            <a:cxnLst>
              <a:cxn ang="0">
                <a:pos x="T0" y="T1"/>
              </a:cxn>
              <a:cxn ang="0">
                <a:pos x="T2" y="T3"/>
              </a:cxn>
              <a:cxn ang="0">
                <a:pos x="T4" y="T5"/>
              </a:cxn>
              <a:cxn ang="0">
                <a:pos x="T6" y="T7"/>
              </a:cxn>
              <a:cxn ang="0">
                <a:pos x="T8" y="T9"/>
              </a:cxn>
            </a:cxnLst>
            <a:rect l="0" t="0" r="r" b="b"/>
            <a:pathLst>
              <a:path w="728" h="321">
                <a:moveTo>
                  <a:pt x="246" y="321"/>
                </a:moveTo>
                <a:lnTo>
                  <a:pt x="728" y="71"/>
                </a:lnTo>
                <a:lnTo>
                  <a:pt x="613" y="0"/>
                </a:lnTo>
                <a:lnTo>
                  <a:pt x="0" y="321"/>
                </a:lnTo>
                <a:lnTo>
                  <a:pt x="246" y="321"/>
                </a:lnTo>
                <a:close/>
              </a:path>
            </a:pathLst>
          </a:custGeom>
          <a:gradFill>
            <a:gsLst>
              <a:gs pos="35000">
                <a:schemeClr val="bg1">
                  <a:lumMod val="85000"/>
                </a:schemeClr>
              </a:gs>
              <a:gs pos="86000">
                <a:srgbClr val="F5F5F5"/>
              </a:gs>
            </a:gsLst>
            <a:lin ang="18600000" scaled="0"/>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3" name="Freeform 21"/>
          <p:cNvSpPr>
            <a:spLocks/>
          </p:cNvSpPr>
          <p:nvPr/>
        </p:nvSpPr>
        <p:spPr bwMode="auto">
          <a:xfrm>
            <a:off x="4339937" y="3757901"/>
            <a:ext cx="1430338" cy="547688"/>
          </a:xfrm>
          <a:custGeom>
            <a:avLst/>
            <a:gdLst>
              <a:gd name="T0" fmla="*/ 125 w 560"/>
              <a:gd name="T1" fmla="*/ 214 h 214"/>
              <a:gd name="T2" fmla="*/ 148 w 560"/>
              <a:gd name="T3" fmla="*/ 214 h 214"/>
              <a:gd name="T4" fmla="*/ 560 w 560"/>
              <a:gd name="T5" fmla="*/ 0 h 214"/>
              <a:gd name="T6" fmla="*/ 407 w 560"/>
              <a:gd name="T7" fmla="*/ 0 h 214"/>
              <a:gd name="T8" fmla="*/ 0 w 560"/>
              <a:gd name="T9" fmla="*/ 213 h 214"/>
              <a:gd name="T10" fmla="*/ 119 w 560"/>
              <a:gd name="T11" fmla="*/ 213 h 214"/>
              <a:gd name="T12" fmla="*/ 125 w 560"/>
              <a:gd name="T13" fmla="*/ 214 h 214"/>
            </a:gdLst>
            <a:ahLst/>
            <a:cxnLst>
              <a:cxn ang="0">
                <a:pos x="T0" y="T1"/>
              </a:cxn>
              <a:cxn ang="0">
                <a:pos x="T2" y="T3"/>
              </a:cxn>
              <a:cxn ang="0">
                <a:pos x="T4" y="T5"/>
              </a:cxn>
              <a:cxn ang="0">
                <a:pos x="T6" y="T7"/>
              </a:cxn>
              <a:cxn ang="0">
                <a:pos x="T8" y="T9"/>
              </a:cxn>
              <a:cxn ang="0">
                <a:pos x="T10" y="T11"/>
              </a:cxn>
              <a:cxn ang="0">
                <a:pos x="T12" y="T13"/>
              </a:cxn>
            </a:cxnLst>
            <a:rect l="0" t="0" r="r" b="b"/>
            <a:pathLst>
              <a:path w="560" h="214">
                <a:moveTo>
                  <a:pt x="125" y="214"/>
                </a:moveTo>
                <a:cubicBezTo>
                  <a:pt x="148" y="214"/>
                  <a:pt x="148" y="214"/>
                  <a:pt x="148" y="214"/>
                </a:cubicBezTo>
                <a:cubicBezTo>
                  <a:pt x="560" y="0"/>
                  <a:pt x="560" y="0"/>
                  <a:pt x="560" y="0"/>
                </a:cubicBezTo>
                <a:cubicBezTo>
                  <a:pt x="407" y="0"/>
                  <a:pt x="407" y="0"/>
                  <a:pt x="407" y="0"/>
                </a:cubicBezTo>
                <a:cubicBezTo>
                  <a:pt x="0" y="213"/>
                  <a:pt x="0" y="213"/>
                  <a:pt x="0" y="213"/>
                </a:cubicBezTo>
                <a:cubicBezTo>
                  <a:pt x="119" y="213"/>
                  <a:pt x="119" y="213"/>
                  <a:pt x="119" y="213"/>
                </a:cubicBezTo>
                <a:cubicBezTo>
                  <a:pt x="121" y="213"/>
                  <a:pt x="123" y="213"/>
                  <a:pt x="125" y="214"/>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4" name="Freeform 25"/>
          <p:cNvSpPr>
            <a:spLocks/>
          </p:cNvSpPr>
          <p:nvPr/>
        </p:nvSpPr>
        <p:spPr bwMode="auto">
          <a:xfrm>
            <a:off x="5479762" y="1176626"/>
            <a:ext cx="1004888" cy="2525713"/>
          </a:xfrm>
          <a:custGeom>
            <a:avLst/>
            <a:gdLst>
              <a:gd name="T0" fmla="*/ 387 w 393"/>
              <a:gd name="T1" fmla="*/ 131 h 988"/>
              <a:gd name="T2" fmla="*/ 292 w 393"/>
              <a:gd name="T3" fmla="*/ 9 h 988"/>
              <a:gd name="T4" fmla="*/ 268 w 393"/>
              <a:gd name="T5" fmla="*/ 6 h 988"/>
              <a:gd name="T6" fmla="*/ 111 w 393"/>
              <a:gd name="T7" fmla="*/ 134 h 988"/>
              <a:gd name="T8" fmla="*/ 115 w 393"/>
              <a:gd name="T9" fmla="*/ 145 h 988"/>
              <a:gd name="T10" fmla="*/ 176 w 393"/>
              <a:gd name="T11" fmla="*/ 145 h 988"/>
              <a:gd name="T12" fmla="*/ 0 w 393"/>
              <a:gd name="T13" fmla="*/ 988 h 988"/>
              <a:gd name="T14" fmla="*/ 147 w 393"/>
              <a:gd name="T15" fmla="*/ 988 h 988"/>
              <a:gd name="T16" fmla="*/ 322 w 393"/>
              <a:gd name="T17" fmla="*/ 145 h 988"/>
              <a:gd name="T18" fmla="*/ 380 w 393"/>
              <a:gd name="T19" fmla="*/ 145 h 988"/>
              <a:gd name="T20" fmla="*/ 387 w 393"/>
              <a:gd name="T21" fmla="*/ 131 h 9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3" h="988">
                <a:moveTo>
                  <a:pt x="387" y="131"/>
                </a:moveTo>
                <a:cubicBezTo>
                  <a:pt x="292" y="9"/>
                  <a:pt x="292" y="9"/>
                  <a:pt x="292" y="9"/>
                </a:cubicBezTo>
                <a:cubicBezTo>
                  <a:pt x="286" y="1"/>
                  <a:pt x="276" y="0"/>
                  <a:pt x="268" y="6"/>
                </a:cubicBezTo>
                <a:cubicBezTo>
                  <a:pt x="111" y="134"/>
                  <a:pt x="111" y="134"/>
                  <a:pt x="111" y="134"/>
                </a:cubicBezTo>
                <a:cubicBezTo>
                  <a:pt x="104" y="140"/>
                  <a:pt x="106" y="145"/>
                  <a:pt x="115" y="145"/>
                </a:cubicBezTo>
                <a:cubicBezTo>
                  <a:pt x="176" y="145"/>
                  <a:pt x="176" y="145"/>
                  <a:pt x="176" y="145"/>
                </a:cubicBezTo>
                <a:cubicBezTo>
                  <a:pt x="0" y="988"/>
                  <a:pt x="0" y="988"/>
                  <a:pt x="0" y="988"/>
                </a:cubicBezTo>
                <a:cubicBezTo>
                  <a:pt x="147" y="988"/>
                  <a:pt x="147" y="988"/>
                  <a:pt x="147" y="988"/>
                </a:cubicBezTo>
                <a:cubicBezTo>
                  <a:pt x="322" y="145"/>
                  <a:pt x="322" y="145"/>
                  <a:pt x="322" y="145"/>
                </a:cubicBezTo>
                <a:cubicBezTo>
                  <a:pt x="380" y="145"/>
                  <a:pt x="380" y="145"/>
                  <a:pt x="380" y="145"/>
                </a:cubicBezTo>
                <a:cubicBezTo>
                  <a:pt x="390" y="145"/>
                  <a:pt x="393" y="139"/>
                  <a:pt x="387" y="131"/>
                </a:cubicBezTo>
                <a:close/>
              </a:path>
            </a:pathLst>
          </a:custGeom>
          <a:solidFill>
            <a:srgbClr val="FF9B2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schemeClr val="lt1"/>
              </a:solidFill>
              <a:latin typeface="Impact" panose="020B0806030902050204" pitchFamily="34" charset="0"/>
            </a:endParaRPr>
          </a:p>
        </p:txBody>
      </p:sp>
      <p:sp>
        <p:nvSpPr>
          <p:cNvPr id="145" name="Freeform 27"/>
          <p:cNvSpPr>
            <a:spLocks/>
          </p:cNvSpPr>
          <p:nvPr/>
        </p:nvSpPr>
        <p:spPr bwMode="auto">
          <a:xfrm>
            <a:off x="5182900" y="3703926"/>
            <a:ext cx="673100" cy="157163"/>
          </a:xfrm>
          <a:custGeom>
            <a:avLst/>
            <a:gdLst>
              <a:gd name="T0" fmla="*/ 235 w 424"/>
              <a:gd name="T1" fmla="*/ 99 h 99"/>
              <a:gd name="T2" fmla="*/ 0 w 424"/>
              <a:gd name="T3" fmla="*/ 99 h 99"/>
              <a:gd name="T4" fmla="*/ 187 w 424"/>
              <a:gd name="T5" fmla="*/ 0 h 99"/>
              <a:gd name="T6" fmla="*/ 424 w 424"/>
              <a:gd name="T7" fmla="*/ 0 h 99"/>
              <a:gd name="T8" fmla="*/ 235 w 424"/>
              <a:gd name="T9" fmla="*/ 99 h 99"/>
            </a:gdLst>
            <a:ahLst/>
            <a:cxnLst>
              <a:cxn ang="0">
                <a:pos x="T0" y="T1"/>
              </a:cxn>
              <a:cxn ang="0">
                <a:pos x="T2" y="T3"/>
              </a:cxn>
              <a:cxn ang="0">
                <a:pos x="T4" y="T5"/>
              </a:cxn>
              <a:cxn ang="0">
                <a:pos x="T6" y="T7"/>
              </a:cxn>
              <a:cxn ang="0">
                <a:pos x="T8" y="T9"/>
              </a:cxn>
            </a:cxnLst>
            <a:rect l="0" t="0" r="r" b="b"/>
            <a:pathLst>
              <a:path w="424" h="99">
                <a:moveTo>
                  <a:pt x="235" y="99"/>
                </a:moveTo>
                <a:lnTo>
                  <a:pt x="0" y="99"/>
                </a:lnTo>
                <a:lnTo>
                  <a:pt x="187" y="0"/>
                </a:lnTo>
                <a:lnTo>
                  <a:pt x="424" y="0"/>
                </a:lnTo>
                <a:lnTo>
                  <a:pt x="235" y="99"/>
                </a:lnTo>
                <a:close/>
              </a:path>
            </a:pathLst>
          </a:custGeom>
          <a:solidFill>
            <a:srgbClr val="FF890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schemeClr val="lt1"/>
              </a:solidFill>
              <a:latin typeface="Impact" panose="020B0806030902050204" pitchFamily="34" charset="0"/>
            </a:endParaRPr>
          </a:p>
        </p:txBody>
      </p:sp>
      <p:grpSp>
        <p:nvGrpSpPr>
          <p:cNvPr id="146" name="组合 21"/>
          <p:cNvGrpSpPr/>
          <p:nvPr/>
        </p:nvGrpSpPr>
        <p:grpSpPr>
          <a:xfrm>
            <a:off x="2496850" y="2826039"/>
            <a:ext cx="457200" cy="700087"/>
            <a:chOff x="1624013" y="2022476"/>
            <a:chExt cx="457200" cy="700087"/>
          </a:xfrm>
          <a:solidFill>
            <a:schemeClr val="bg1">
              <a:lumMod val="50000"/>
            </a:schemeClr>
          </a:solidFill>
        </p:grpSpPr>
        <p:sp>
          <p:nvSpPr>
            <p:cNvPr id="147" name="Freeform 113"/>
            <p:cNvSpPr>
              <a:spLocks/>
            </p:cNvSpPr>
            <p:nvPr/>
          </p:nvSpPr>
          <p:spPr bwMode="auto">
            <a:xfrm>
              <a:off x="1654175" y="2455863"/>
              <a:ext cx="171450" cy="266700"/>
            </a:xfrm>
            <a:custGeom>
              <a:avLst/>
              <a:gdLst>
                <a:gd name="T0" fmla="*/ 45 w 67"/>
                <a:gd name="T1" fmla="*/ 0 h 104"/>
                <a:gd name="T2" fmla="*/ 40 w 67"/>
                <a:gd name="T3" fmla="*/ 38 h 104"/>
                <a:gd name="T4" fmla="*/ 4 w 67"/>
                <a:gd name="T5" fmla="*/ 83 h 104"/>
                <a:gd name="T6" fmla="*/ 6 w 67"/>
                <a:gd name="T7" fmla="*/ 100 h 104"/>
                <a:gd name="T8" fmla="*/ 23 w 67"/>
                <a:gd name="T9" fmla="*/ 98 h 104"/>
                <a:gd name="T10" fmla="*/ 61 w 67"/>
                <a:gd name="T11" fmla="*/ 51 h 104"/>
                <a:gd name="T12" fmla="*/ 63 w 67"/>
                <a:gd name="T13" fmla="*/ 45 h 104"/>
                <a:gd name="T14" fmla="*/ 67 w 67"/>
                <a:gd name="T15" fmla="*/ 18 h 104"/>
                <a:gd name="T16" fmla="*/ 59 w 67"/>
                <a:gd name="T17" fmla="*/ 9 h 104"/>
                <a:gd name="T18" fmla="*/ 45 w 67"/>
                <a:gd name="T19"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7" h="104">
                  <a:moveTo>
                    <a:pt x="45" y="0"/>
                  </a:moveTo>
                  <a:cubicBezTo>
                    <a:pt x="40" y="38"/>
                    <a:pt x="40" y="38"/>
                    <a:pt x="40" y="38"/>
                  </a:cubicBezTo>
                  <a:cubicBezTo>
                    <a:pt x="4" y="83"/>
                    <a:pt x="4" y="83"/>
                    <a:pt x="4" y="83"/>
                  </a:cubicBezTo>
                  <a:cubicBezTo>
                    <a:pt x="0" y="88"/>
                    <a:pt x="1" y="96"/>
                    <a:pt x="6" y="100"/>
                  </a:cubicBezTo>
                  <a:cubicBezTo>
                    <a:pt x="11" y="104"/>
                    <a:pt x="19" y="103"/>
                    <a:pt x="23" y="98"/>
                  </a:cubicBezTo>
                  <a:cubicBezTo>
                    <a:pt x="61" y="51"/>
                    <a:pt x="61" y="51"/>
                    <a:pt x="61" y="51"/>
                  </a:cubicBezTo>
                  <a:cubicBezTo>
                    <a:pt x="62" y="49"/>
                    <a:pt x="63" y="47"/>
                    <a:pt x="63" y="45"/>
                  </a:cubicBezTo>
                  <a:cubicBezTo>
                    <a:pt x="67" y="18"/>
                    <a:pt x="67" y="18"/>
                    <a:pt x="67" y="18"/>
                  </a:cubicBezTo>
                  <a:cubicBezTo>
                    <a:pt x="65" y="15"/>
                    <a:pt x="62" y="12"/>
                    <a:pt x="59" y="9"/>
                  </a:cubicBezTo>
                  <a:cubicBezTo>
                    <a:pt x="54" y="7"/>
                    <a:pt x="49" y="3"/>
                    <a:pt x="45"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8" name="Freeform 115"/>
            <p:cNvSpPr>
              <a:spLocks/>
            </p:cNvSpPr>
            <p:nvPr/>
          </p:nvSpPr>
          <p:spPr bwMode="auto">
            <a:xfrm>
              <a:off x="1914525" y="2174876"/>
              <a:ext cx="166688" cy="115888"/>
            </a:xfrm>
            <a:custGeom>
              <a:avLst/>
              <a:gdLst>
                <a:gd name="T0" fmla="*/ 2 w 65"/>
                <a:gd name="T1" fmla="*/ 28 h 45"/>
                <a:gd name="T2" fmla="*/ 0 w 65"/>
                <a:gd name="T3" fmla="*/ 38 h 45"/>
                <a:gd name="T4" fmla="*/ 23 w 65"/>
                <a:gd name="T5" fmla="*/ 44 h 45"/>
                <a:gd name="T6" fmla="*/ 32 w 65"/>
                <a:gd name="T7" fmla="*/ 42 h 45"/>
                <a:gd name="T8" fmla="*/ 60 w 65"/>
                <a:gd name="T9" fmla="*/ 19 h 45"/>
                <a:gd name="T10" fmla="*/ 62 w 65"/>
                <a:gd name="T11" fmla="*/ 5 h 45"/>
                <a:gd name="T12" fmla="*/ 48 w 65"/>
                <a:gd name="T13" fmla="*/ 4 h 45"/>
                <a:gd name="T14" fmla="*/ 23 w 65"/>
                <a:gd name="T15" fmla="*/ 24 h 45"/>
                <a:gd name="T16" fmla="*/ 0 w 65"/>
                <a:gd name="T17" fmla="*/ 18 h 45"/>
                <a:gd name="T18" fmla="*/ 2 w 65"/>
                <a:gd name="T19" fmla="*/ 2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45">
                  <a:moveTo>
                    <a:pt x="2" y="28"/>
                  </a:moveTo>
                  <a:cubicBezTo>
                    <a:pt x="2" y="32"/>
                    <a:pt x="0" y="38"/>
                    <a:pt x="0" y="38"/>
                  </a:cubicBezTo>
                  <a:cubicBezTo>
                    <a:pt x="23" y="44"/>
                    <a:pt x="23" y="44"/>
                    <a:pt x="23" y="44"/>
                  </a:cubicBezTo>
                  <a:cubicBezTo>
                    <a:pt x="26" y="45"/>
                    <a:pt x="30" y="44"/>
                    <a:pt x="32" y="42"/>
                  </a:cubicBezTo>
                  <a:cubicBezTo>
                    <a:pt x="60" y="19"/>
                    <a:pt x="60" y="19"/>
                    <a:pt x="60" y="19"/>
                  </a:cubicBezTo>
                  <a:cubicBezTo>
                    <a:pt x="65" y="16"/>
                    <a:pt x="65" y="10"/>
                    <a:pt x="62" y="5"/>
                  </a:cubicBezTo>
                  <a:cubicBezTo>
                    <a:pt x="58" y="1"/>
                    <a:pt x="52" y="0"/>
                    <a:pt x="48" y="4"/>
                  </a:cubicBezTo>
                  <a:cubicBezTo>
                    <a:pt x="23" y="24"/>
                    <a:pt x="23" y="24"/>
                    <a:pt x="23" y="24"/>
                  </a:cubicBezTo>
                  <a:cubicBezTo>
                    <a:pt x="0" y="18"/>
                    <a:pt x="0" y="18"/>
                    <a:pt x="0" y="18"/>
                  </a:cubicBezTo>
                  <a:cubicBezTo>
                    <a:pt x="0" y="18"/>
                    <a:pt x="2" y="24"/>
                    <a:pt x="2" y="2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9" name="Freeform 117"/>
            <p:cNvSpPr>
              <a:spLocks/>
            </p:cNvSpPr>
            <p:nvPr/>
          </p:nvSpPr>
          <p:spPr bwMode="auto">
            <a:xfrm>
              <a:off x="1814513" y="2022476"/>
              <a:ext cx="112713" cy="152400"/>
            </a:xfrm>
            <a:custGeom>
              <a:avLst/>
              <a:gdLst>
                <a:gd name="T0" fmla="*/ 29 w 44"/>
                <a:gd name="T1" fmla="*/ 57 h 60"/>
                <a:gd name="T2" fmla="*/ 44 w 44"/>
                <a:gd name="T3" fmla="*/ 23 h 60"/>
                <a:gd name="T4" fmla="*/ 23 w 44"/>
                <a:gd name="T5" fmla="*/ 0 h 60"/>
                <a:gd name="T6" fmla="*/ 1 w 44"/>
                <a:gd name="T7" fmla="*/ 26 h 60"/>
                <a:gd name="T8" fmla="*/ 29 w 44"/>
                <a:gd name="T9" fmla="*/ 57 h 60"/>
              </a:gdLst>
              <a:ahLst/>
              <a:cxnLst>
                <a:cxn ang="0">
                  <a:pos x="T0" y="T1"/>
                </a:cxn>
                <a:cxn ang="0">
                  <a:pos x="T2" y="T3"/>
                </a:cxn>
                <a:cxn ang="0">
                  <a:pos x="T4" y="T5"/>
                </a:cxn>
                <a:cxn ang="0">
                  <a:pos x="T6" y="T7"/>
                </a:cxn>
                <a:cxn ang="0">
                  <a:pos x="T8" y="T9"/>
                </a:cxn>
              </a:cxnLst>
              <a:rect l="0" t="0" r="r" b="b"/>
              <a:pathLst>
                <a:path w="44" h="60">
                  <a:moveTo>
                    <a:pt x="29" y="57"/>
                  </a:moveTo>
                  <a:cubicBezTo>
                    <a:pt x="42" y="55"/>
                    <a:pt x="44" y="37"/>
                    <a:pt x="44" y="23"/>
                  </a:cubicBezTo>
                  <a:cubicBezTo>
                    <a:pt x="44" y="9"/>
                    <a:pt x="33" y="0"/>
                    <a:pt x="23" y="0"/>
                  </a:cubicBezTo>
                  <a:cubicBezTo>
                    <a:pt x="9" y="0"/>
                    <a:pt x="0" y="11"/>
                    <a:pt x="1" y="26"/>
                  </a:cubicBezTo>
                  <a:cubicBezTo>
                    <a:pt x="3" y="48"/>
                    <a:pt x="20" y="60"/>
                    <a:pt x="29" y="5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0" name="Freeform 119"/>
            <p:cNvSpPr>
              <a:spLocks/>
            </p:cNvSpPr>
            <p:nvPr/>
          </p:nvSpPr>
          <p:spPr bwMode="auto">
            <a:xfrm>
              <a:off x="1624013" y="2178051"/>
              <a:ext cx="327025" cy="503238"/>
            </a:xfrm>
            <a:custGeom>
              <a:avLst/>
              <a:gdLst>
                <a:gd name="T0" fmla="*/ 18 w 128"/>
                <a:gd name="T1" fmla="*/ 49 h 197"/>
                <a:gd name="T2" fmla="*/ 18 w 128"/>
                <a:gd name="T3" fmla="*/ 49 h 197"/>
                <a:gd name="T4" fmla="*/ 45 w 128"/>
                <a:gd name="T5" fmla="*/ 25 h 197"/>
                <a:gd name="T6" fmla="*/ 68 w 128"/>
                <a:gd name="T7" fmla="*/ 24 h 197"/>
                <a:gd name="T8" fmla="*/ 61 w 128"/>
                <a:gd name="T9" fmla="*/ 27 h 197"/>
                <a:gd name="T10" fmla="*/ 50 w 128"/>
                <a:gd name="T11" fmla="*/ 87 h 197"/>
                <a:gd name="T12" fmla="*/ 54 w 128"/>
                <a:gd name="T13" fmla="*/ 91 h 197"/>
                <a:gd name="T14" fmla="*/ 75 w 128"/>
                <a:gd name="T15" fmla="*/ 111 h 197"/>
                <a:gd name="T16" fmla="*/ 102 w 128"/>
                <a:gd name="T17" fmla="*/ 135 h 197"/>
                <a:gd name="T18" fmla="*/ 98 w 128"/>
                <a:gd name="T19" fmla="*/ 182 h 197"/>
                <a:gd name="T20" fmla="*/ 109 w 128"/>
                <a:gd name="T21" fmla="*/ 196 h 197"/>
                <a:gd name="T22" fmla="*/ 122 w 128"/>
                <a:gd name="T23" fmla="*/ 184 h 197"/>
                <a:gd name="T24" fmla="*/ 127 w 128"/>
                <a:gd name="T25" fmla="*/ 134 h 197"/>
                <a:gd name="T26" fmla="*/ 123 w 128"/>
                <a:gd name="T27" fmla="*/ 121 h 197"/>
                <a:gd name="T28" fmla="*/ 96 w 128"/>
                <a:gd name="T29" fmla="*/ 93 h 197"/>
                <a:gd name="T30" fmla="*/ 111 w 128"/>
                <a:gd name="T31" fmla="*/ 25 h 197"/>
                <a:gd name="T32" fmla="*/ 106 w 128"/>
                <a:gd name="T33" fmla="*/ 10 h 197"/>
                <a:gd name="T34" fmla="*/ 105 w 128"/>
                <a:gd name="T35" fmla="*/ 12 h 197"/>
                <a:gd name="T36" fmla="*/ 102 w 128"/>
                <a:gd name="T37" fmla="*/ 40 h 197"/>
                <a:gd name="T38" fmla="*/ 101 w 128"/>
                <a:gd name="T39" fmla="*/ 16 h 197"/>
                <a:gd name="T40" fmla="*/ 103 w 128"/>
                <a:gd name="T41" fmla="*/ 11 h 197"/>
                <a:gd name="T42" fmla="*/ 100 w 128"/>
                <a:gd name="T43" fmla="*/ 7 h 197"/>
                <a:gd name="T44" fmla="*/ 98 w 128"/>
                <a:gd name="T45" fmla="*/ 6 h 197"/>
                <a:gd name="T46" fmla="*/ 94 w 128"/>
                <a:gd name="T47" fmla="*/ 10 h 197"/>
                <a:gd name="T48" fmla="*/ 97 w 128"/>
                <a:gd name="T49" fmla="*/ 15 h 197"/>
                <a:gd name="T50" fmla="*/ 93 w 128"/>
                <a:gd name="T51" fmla="*/ 34 h 197"/>
                <a:gd name="T52" fmla="*/ 85 w 128"/>
                <a:gd name="T53" fmla="*/ 0 h 197"/>
                <a:gd name="T54" fmla="*/ 85 w 128"/>
                <a:gd name="T55" fmla="*/ 0 h 197"/>
                <a:gd name="T56" fmla="*/ 85 w 128"/>
                <a:gd name="T57" fmla="*/ 0 h 197"/>
                <a:gd name="T58" fmla="*/ 75 w 128"/>
                <a:gd name="T59" fmla="*/ 0 h 197"/>
                <a:gd name="T60" fmla="*/ 38 w 128"/>
                <a:gd name="T61" fmla="*/ 6 h 197"/>
                <a:gd name="T62" fmla="*/ 4 w 128"/>
                <a:gd name="T63" fmla="*/ 34 h 197"/>
                <a:gd name="T64" fmla="*/ 4 w 128"/>
                <a:gd name="T65" fmla="*/ 49 h 197"/>
                <a:gd name="T66" fmla="*/ 18 w 128"/>
                <a:gd name="T67" fmla="*/ 49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8" h="197">
                  <a:moveTo>
                    <a:pt x="18" y="49"/>
                  </a:moveTo>
                  <a:cubicBezTo>
                    <a:pt x="18" y="49"/>
                    <a:pt x="18" y="49"/>
                    <a:pt x="18" y="49"/>
                  </a:cubicBezTo>
                  <a:cubicBezTo>
                    <a:pt x="19" y="48"/>
                    <a:pt x="44" y="25"/>
                    <a:pt x="45" y="25"/>
                  </a:cubicBezTo>
                  <a:cubicBezTo>
                    <a:pt x="46" y="24"/>
                    <a:pt x="68" y="24"/>
                    <a:pt x="68" y="24"/>
                  </a:cubicBezTo>
                  <a:cubicBezTo>
                    <a:pt x="61" y="27"/>
                    <a:pt x="61" y="27"/>
                    <a:pt x="61" y="27"/>
                  </a:cubicBezTo>
                  <a:cubicBezTo>
                    <a:pt x="58" y="42"/>
                    <a:pt x="51" y="73"/>
                    <a:pt x="50" y="87"/>
                  </a:cubicBezTo>
                  <a:cubicBezTo>
                    <a:pt x="50" y="89"/>
                    <a:pt x="54" y="89"/>
                    <a:pt x="54" y="91"/>
                  </a:cubicBezTo>
                  <a:cubicBezTo>
                    <a:pt x="54" y="94"/>
                    <a:pt x="59" y="104"/>
                    <a:pt x="75" y="111"/>
                  </a:cubicBezTo>
                  <a:cubicBezTo>
                    <a:pt x="79" y="115"/>
                    <a:pt x="102" y="135"/>
                    <a:pt x="102" y="135"/>
                  </a:cubicBezTo>
                  <a:cubicBezTo>
                    <a:pt x="102" y="136"/>
                    <a:pt x="98" y="182"/>
                    <a:pt x="98" y="182"/>
                  </a:cubicBezTo>
                  <a:cubicBezTo>
                    <a:pt x="97" y="189"/>
                    <a:pt x="102" y="196"/>
                    <a:pt x="109" y="196"/>
                  </a:cubicBezTo>
                  <a:cubicBezTo>
                    <a:pt x="116" y="197"/>
                    <a:pt x="122" y="192"/>
                    <a:pt x="122" y="184"/>
                  </a:cubicBezTo>
                  <a:cubicBezTo>
                    <a:pt x="122" y="184"/>
                    <a:pt x="126" y="135"/>
                    <a:pt x="127" y="134"/>
                  </a:cubicBezTo>
                  <a:cubicBezTo>
                    <a:pt x="128" y="126"/>
                    <a:pt x="125" y="123"/>
                    <a:pt x="123" y="121"/>
                  </a:cubicBezTo>
                  <a:cubicBezTo>
                    <a:pt x="122" y="119"/>
                    <a:pt x="97" y="94"/>
                    <a:pt x="96" y="93"/>
                  </a:cubicBezTo>
                  <a:cubicBezTo>
                    <a:pt x="98" y="56"/>
                    <a:pt x="112" y="31"/>
                    <a:pt x="111" y="25"/>
                  </a:cubicBezTo>
                  <a:cubicBezTo>
                    <a:pt x="109" y="14"/>
                    <a:pt x="106" y="10"/>
                    <a:pt x="106" y="10"/>
                  </a:cubicBezTo>
                  <a:cubicBezTo>
                    <a:pt x="105" y="12"/>
                    <a:pt x="105" y="12"/>
                    <a:pt x="105" y="12"/>
                  </a:cubicBezTo>
                  <a:cubicBezTo>
                    <a:pt x="106" y="28"/>
                    <a:pt x="102" y="40"/>
                    <a:pt x="102" y="40"/>
                  </a:cubicBezTo>
                  <a:cubicBezTo>
                    <a:pt x="102" y="40"/>
                    <a:pt x="102" y="21"/>
                    <a:pt x="101" y="16"/>
                  </a:cubicBezTo>
                  <a:cubicBezTo>
                    <a:pt x="102" y="14"/>
                    <a:pt x="103" y="11"/>
                    <a:pt x="103" y="11"/>
                  </a:cubicBezTo>
                  <a:cubicBezTo>
                    <a:pt x="100" y="7"/>
                    <a:pt x="100" y="7"/>
                    <a:pt x="100" y="7"/>
                  </a:cubicBezTo>
                  <a:cubicBezTo>
                    <a:pt x="100" y="7"/>
                    <a:pt x="99" y="7"/>
                    <a:pt x="98" y="6"/>
                  </a:cubicBezTo>
                  <a:cubicBezTo>
                    <a:pt x="96" y="7"/>
                    <a:pt x="94" y="10"/>
                    <a:pt x="94" y="10"/>
                  </a:cubicBezTo>
                  <a:cubicBezTo>
                    <a:pt x="94" y="10"/>
                    <a:pt x="95" y="13"/>
                    <a:pt x="97" y="15"/>
                  </a:cubicBezTo>
                  <a:cubicBezTo>
                    <a:pt x="96" y="16"/>
                    <a:pt x="95" y="24"/>
                    <a:pt x="93" y="34"/>
                  </a:cubicBezTo>
                  <a:cubicBezTo>
                    <a:pt x="92" y="8"/>
                    <a:pt x="87" y="1"/>
                    <a:pt x="85" y="0"/>
                  </a:cubicBezTo>
                  <a:cubicBezTo>
                    <a:pt x="85" y="0"/>
                    <a:pt x="85" y="0"/>
                    <a:pt x="85" y="0"/>
                  </a:cubicBezTo>
                  <a:cubicBezTo>
                    <a:pt x="85" y="0"/>
                    <a:pt x="85" y="0"/>
                    <a:pt x="85" y="0"/>
                  </a:cubicBezTo>
                  <a:cubicBezTo>
                    <a:pt x="82" y="0"/>
                    <a:pt x="75" y="0"/>
                    <a:pt x="75" y="0"/>
                  </a:cubicBezTo>
                  <a:cubicBezTo>
                    <a:pt x="67" y="1"/>
                    <a:pt x="54" y="3"/>
                    <a:pt x="38" y="6"/>
                  </a:cubicBezTo>
                  <a:cubicBezTo>
                    <a:pt x="37" y="6"/>
                    <a:pt x="4" y="34"/>
                    <a:pt x="4" y="34"/>
                  </a:cubicBezTo>
                  <a:cubicBezTo>
                    <a:pt x="0" y="38"/>
                    <a:pt x="0" y="45"/>
                    <a:pt x="4" y="49"/>
                  </a:cubicBezTo>
                  <a:cubicBezTo>
                    <a:pt x="8" y="53"/>
                    <a:pt x="14" y="53"/>
                    <a:pt x="18" y="4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grpSp>
      <p:sp>
        <p:nvSpPr>
          <p:cNvPr id="151" name="Freeform 91"/>
          <p:cNvSpPr>
            <a:spLocks/>
          </p:cNvSpPr>
          <p:nvPr/>
        </p:nvSpPr>
        <p:spPr bwMode="auto">
          <a:xfrm>
            <a:off x="4901912" y="1776701"/>
            <a:ext cx="304800" cy="496888"/>
          </a:xfrm>
          <a:custGeom>
            <a:avLst/>
            <a:gdLst>
              <a:gd name="T0" fmla="*/ 50 w 119"/>
              <a:gd name="T1" fmla="*/ 194 h 194"/>
              <a:gd name="T2" fmla="*/ 64 w 119"/>
              <a:gd name="T3" fmla="*/ 194 h 194"/>
              <a:gd name="T4" fmla="*/ 68 w 119"/>
              <a:gd name="T5" fmla="*/ 190 h 194"/>
              <a:gd name="T6" fmla="*/ 68 w 119"/>
              <a:gd name="T7" fmla="*/ 177 h 194"/>
              <a:gd name="T8" fmla="*/ 101 w 119"/>
              <a:gd name="T9" fmla="*/ 165 h 194"/>
              <a:gd name="T10" fmla="*/ 113 w 119"/>
              <a:gd name="T11" fmla="*/ 121 h 194"/>
              <a:gd name="T12" fmla="*/ 68 w 119"/>
              <a:gd name="T13" fmla="*/ 87 h 194"/>
              <a:gd name="T14" fmla="*/ 65 w 119"/>
              <a:gd name="T15" fmla="*/ 86 h 194"/>
              <a:gd name="T16" fmla="*/ 49 w 119"/>
              <a:gd name="T17" fmla="*/ 79 h 194"/>
              <a:gd name="T18" fmla="*/ 48 w 119"/>
              <a:gd name="T19" fmla="*/ 78 h 194"/>
              <a:gd name="T20" fmla="*/ 35 w 119"/>
              <a:gd name="T21" fmla="*/ 69 h 194"/>
              <a:gd name="T22" fmla="*/ 37 w 119"/>
              <a:gd name="T23" fmla="*/ 51 h 194"/>
              <a:gd name="T24" fmla="*/ 57 w 119"/>
              <a:gd name="T25" fmla="*/ 43 h 194"/>
              <a:gd name="T26" fmla="*/ 71 w 119"/>
              <a:gd name="T27" fmla="*/ 46 h 194"/>
              <a:gd name="T28" fmla="*/ 84 w 119"/>
              <a:gd name="T29" fmla="*/ 54 h 194"/>
              <a:gd name="T30" fmla="*/ 86 w 119"/>
              <a:gd name="T31" fmla="*/ 56 h 194"/>
              <a:gd name="T32" fmla="*/ 86 w 119"/>
              <a:gd name="T33" fmla="*/ 56 h 194"/>
              <a:gd name="T34" fmla="*/ 87 w 119"/>
              <a:gd name="T35" fmla="*/ 57 h 194"/>
              <a:gd name="T36" fmla="*/ 95 w 119"/>
              <a:gd name="T37" fmla="*/ 62 h 194"/>
              <a:gd name="T38" fmla="*/ 109 w 119"/>
              <a:gd name="T39" fmla="*/ 53 h 194"/>
              <a:gd name="T40" fmla="*/ 109 w 119"/>
              <a:gd name="T41" fmla="*/ 41 h 194"/>
              <a:gd name="T42" fmla="*/ 78 w 119"/>
              <a:gd name="T43" fmla="*/ 20 h 194"/>
              <a:gd name="T44" fmla="*/ 68 w 119"/>
              <a:gd name="T45" fmla="*/ 18 h 194"/>
              <a:gd name="T46" fmla="*/ 68 w 119"/>
              <a:gd name="T47" fmla="*/ 4 h 194"/>
              <a:gd name="T48" fmla="*/ 64 w 119"/>
              <a:gd name="T49" fmla="*/ 0 h 194"/>
              <a:gd name="T50" fmla="*/ 50 w 119"/>
              <a:gd name="T51" fmla="*/ 0 h 194"/>
              <a:gd name="T52" fmla="*/ 46 w 119"/>
              <a:gd name="T53" fmla="*/ 4 h 194"/>
              <a:gd name="T54" fmla="*/ 46 w 119"/>
              <a:gd name="T55" fmla="*/ 19 h 194"/>
              <a:gd name="T56" fmla="*/ 16 w 119"/>
              <a:gd name="T57" fmla="*/ 33 h 194"/>
              <a:gd name="T58" fmla="*/ 7 w 119"/>
              <a:gd name="T59" fmla="*/ 79 h 194"/>
              <a:gd name="T60" fmla="*/ 23 w 119"/>
              <a:gd name="T61" fmla="*/ 96 h 194"/>
              <a:gd name="T62" fmla="*/ 65 w 119"/>
              <a:gd name="T63" fmla="*/ 116 h 194"/>
              <a:gd name="T64" fmla="*/ 71 w 119"/>
              <a:gd name="T65" fmla="*/ 119 h 194"/>
              <a:gd name="T66" fmla="*/ 82 w 119"/>
              <a:gd name="T67" fmla="*/ 129 h 194"/>
              <a:gd name="T68" fmla="*/ 79 w 119"/>
              <a:gd name="T69" fmla="*/ 147 h 194"/>
              <a:gd name="T70" fmla="*/ 62 w 119"/>
              <a:gd name="T71" fmla="*/ 151 h 194"/>
              <a:gd name="T72" fmla="*/ 42 w 119"/>
              <a:gd name="T73" fmla="*/ 148 h 194"/>
              <a:gd name="T74" fmla="*/ 28 w 119"/>
              <a:gd name="T75" fmla="*/ 140 h 194"/>
              <a:gd name="T76" fmla="*/ 27 w 119"/>
              <a:gd name="T77" fmla="*/ 138 h 194"/>
              <a:gd name="T78" fmla="*/ 26 w 119"/>
              <a:gd name="T79" fmla="*/ 138 h 194"/>
              <a:gd name="T80" fmla="*/ 26 w 119"/>
              <a:gd name="T81" fmla="*/ 138 h 194"/>
              <a:gd name="T82" fmla="*/ 25 w 119"/>
              <a:gd name="T83" fmla="*/ 137 h 194"/>
              <a:gd name="T84" fmla="*/ 17 w 119"/>
              <a:gd name="T85" fmla="*/ 132 h 194"/>
              <a:gd name="T86" fmla="*/ 3 w 119"/>
              <a:gd name="T87" fmla="*/ 141 h 194"/>
              <a:gd name="T88" fmla="*/ 3 w 119"/>
              <a:gd name="T89" fmla="*/ 153 h 194"/>
              <a:gd name="T90" fmla="*/ 46 w 119"/>
              <a:gd name="T91" fmla="*/ 176 h 194"/>
              <a:gd name="T92" fmla="*/ 46 w 119"/>
              <a:gd name="T93" fmla="*/ 190 h 194"/>
              <a:gd name="T94" fmla="*/ 50 w 119"/>
              <a:gd name="T95"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9" h="194">
                <a:moveTo>
                  <a:pt x="50" y="194"/>
                </a:moveTo>
                <a:cubicBezTo>
                  <a:pt x="64" y="194"/>
                  <a:pt x="64" y="194"/>
                  <a:pt x="64" y="194"/>
                </a:cubicBezTo>
                <a:cubicBezTo>
                  <a:pt x="66" y="194"/>
                  <a:pt x="68" y="192"/>
                  <a:pt x="68" y="190"/>
                </a:cubicBezTo>
                <a:cubicBezTo>
                  <a:pt x="68" y="177"/>
                  <a:pt x="68" y="177"/>
                  <a:pt x="68" y="177"/>
                </a:cubicBezTo>
                <a:cubicBezTo>
                  <a:pt x="82" y="176"/>
                  <a:pt x="93" y="172"/>
                  <a:pt x="101" y="165"/>
                </a:cubicBezTo>
                <a:cubicBezTo>
                  <a:pt x="114" y="154"/>
                  <a:pt x="119" y="136"/>
                  <a:pt x="113" y="121"/>
                </a:cubicBezTo>
                <a:cubicBezTo>
                  <a:pt x="108" y="103"/>
                  <a:pt x="84" y="94"/>
                  <a:pt x="68" y="87"/>
                </a:cubicBezTo>
                <a:cubicBezTo>
                  <a:pt x="65" y="86"/>
                  <a:pt x="65" y="86"/>
                  <a:pt x="65" y="86"/>
                </a:cubicBezTo>
                <a:cubicBezTo>
                  <a:pt x="59" y="83"/>
                  <a:pt x="51" y="80"/>
                  <a:pt x="49" y="79"/>
                </a:cubicBezTo>
                <a:cubicBezTo>
                  <a:pt x="48" y="78"/>
                  <a:pt x="48" y="78"/>
                  <a:pt x="48" y="78"/>
                </a:cubicBezTo>
                <a:cubicBezTo>
                  <a:pt x="42" y="75"/>
                  <a:pt x="38" y="74"/>
                  <a:pt x="35" y="69"/>
                </a:cubicBezTo>
                <a:cubicBezTo>
                  <a:pt x="31" y="63"/>
                  <a:pt x="32" y="55"/>
                  <a:pt x="37" y="51"/>
                </a:cubicBezTo>
                <a:cubicBezTo>
                  <a:pt x="44" y="45"/>
                  <a:pt x="52" y="43"/>
                  <a:pt x="57" y="43"/>
                </a:cubicBezTo>
                <a:cubicBezTo>
                  <a:pt x="62" y="43"/>
                  <a:pt x="66" y="44"/>
                  <a:pt x="71" y="46"/>
                </a:cubicBezTo>
                <a:cubicBezTo>
                  <a:pt x="75" y="47"/>
                  <a:pt x="81" y="51"/>
                  <a:pt x="84" y="54"/>
                </a:cubicBezTo>
                <a:cubicBezTo>
                  <a:pt x="85" y="55"/>
                  <a:pt x="85" y="55"/>
                  <a:pt x="86" y="56"/>
                </a:cubicBezTo>
                <a:cubicBezTo>
                  <a:pt x="86" y="56"/>
                  <a:pt x="86" y="56"/>
                  <a:pt x="86" y="56"/>
                </a:cubicBezTo>
                <a:cubicBezTo>
                  <a:pt x="87" y="57"/>
                  <a:pt x="87" y="57"/>
                  <a:pt x="87" y="57"/>
                </a:cubicBezTo>
                <a:cubicBezTo>
                  <a:pt x="89" y="60"/>
                  <a:pt x="92" y="62"/>
                  <a:pt x="95" y="62"/>
                </a:cubicBezTo>
                <a:cubicBezTo>
                  <a:pt x="101" y="62"/>
                  <a:pt x="107" y="57"/>
                  <a:pt x="109" y="53"/>
                </a:cubicBezTo>
                <a:cubicBezTo>
                  <a:pt x="111" y="49"/>
                  <a:pt x="111" y="45"/>
                  <a:pt x="109" y="41"/>
                </a:cubicBezTo>
                <a:cubicBezTo>
                  <a:pt x="103" y="31"/>
                  <a:pt x="89" y="23"/>
                  <a:pt x="78" y="20"/>
                </a:cubicBezTo>
                <a:cubicBezTo>
                  <a:pt x="75" y="19"/>
                  <a:pt x="71" y="19"/>
                  <a:pt x="68" y="18"/>
                </a:cubicBezTo>
                <a:cubicBezTo>
                  <a:pt x="68" y="4"/>
                  <a:pt x="68" y="4"/>
                  <a:pt x="68" y="4"/>
                </a:cubicBezTo>
                <a:cubicBezTo>
                  <a:pt x="68" y="2"/>
                  <a:pt x="66" y="0"/>
                  <a:pt x="64" y="0"/>
                </a:cubicBezTo>
                <a:cubicBezTo>
                  <a:pt x="50" y="0"/>
                  <a:pt x="50" y="0"/>
                  <a:pt x="50" y="0"/>
                </a:cubicBezTo>
                <a:cubicBezTo>
                  <a:pt x="48" y="0"/>
                  <a:pt x="46" y="2"/>
                  <a:pt x="46" y="4"/>
                </a:cubicBezTo>
                <a:cubicBezTo>
                  <a:pt x="46" y="19"/>
                  <a:pt x="46" y="19"/>
                  <a:pt x="46" y="19"/>
                </a:cubicBezTo>
                <a:cubicBezTo>
                  <a:pt x="34" y="21"/>
                  <a:pt x="24" y="26"/>
                  <a:pt x="16" y="33"/>
                </a:cubicBezTo>
                <a:cubicBezTo>
                  <a:pt x="3" y="45"/>
                  <a:pt x="0" y="64"/>
                  <a:pt x="7" y="79"/>
                </a:cubicBezTo>
                <a:cubicBezTo>
                  <a:pt x="11" y="86"/>
                  <a:pt x="16" y="92"/>
                  <a:pt x="23" y="96"/>
                </a:cubicBezTo>
                <a:cubicBezTo>
                  <a:pt x="28" y="99"/>
                  <a:pt x="53" y="111"/>
                  <a:pt x="65" y="116"/>
                </a:cubicBezTo>
                <a:cubicBezTo>
                  <a:pt x="71" y="119"/>
                  <a:pt x="71" y="119"/>
                  <a:pt x="71" y="119"/>
                </a:cubicBezTo>
                <a:cubicBezTo>
                  <a:pt x="76" y="122"/>
                  <a:pt x="81" y="125"/>
                  <a:pt x="82" y="129"/>
                </a:cubicBezTo>
                <a:cubicBezTo>
                  <a:pt x="86" y="134"/>
                  <a:pt x="84" y="143"/>
                  <a:pt x="79" y="147"/>
                </a:cubicBezTo>
                <a:cubicBezTo>
                  <a:pt x="75" y="150"/>
                  <a:pt x="70" y="151"/>
                  <a:pt x="62" y="151"/>
                </a:cubicBezTo>
                <a:cubicBezTo>
                  <a:pt x="56" y="151"/>
                  <a:pt x="48" y="150"/>
                  <a:pt x="42" y="148"/>
                </a:cubicBezTo>
                <a:cubicBezTo>
                  <a:pt x="38" y="146"/>
                  <a:pt x="32" y="143"/>
                  <a:pt x="28" y="140"/>
                </a:cubicBezTo>
                <a:cubicBezTo>
                  <a:pt x="28" y="139"/>
                  <a:pt x="27" y="139"/>
                  <a:pt x="27" y="138"/>
                </a:cubicBezTo>
                <a:cubicBezTo>
                  <a:pt x="26" y="138"/>
                  <a:pt x="26" y="138"/>
                  <a:pt x="26" y="138"/>
                </a:cubicBezTo>
                <a:cubicBezTo>
                  <a:pt x="26" y="138"/>
                  <a:pt x="26" y="138"/>
                  <a:pt x="26" y="138"/>
                </a:cubicBezTo>
                <a:cubicBezTo>
                  <a:pt x="25" y="137"/>
                  <a:pt x="25" y="137"/>
                  <a:pt x="25" y="137"/>
                </a:cubicBezTo>
                <a:cubicBezTo>
                  <a:pt x="24" y="134"/>
                  <a:pt x="21" y="132"/>
                  <a:pt x="17" y="132"/>
                </a:cubicBezTo>
                <a:cubicBezTo>
                  <a:pt x="11" y="132"/>
                  <a:pt x="6" y="137"/>
                  <a:pt x="3" y="141"/>
                </a:cubicBezTo>
                <a:cubicBezTo>
                  <a:pt x="1" y="145"/>
                  <a:pt x="1" y="150"/>
                  <a:pt x="3" y="153"/>
                </a:cubicBezTo>
                <a:cubicBezTo>
                  <a:pt x="11" y="166"/>
                  <a:pt x="29" y="173"/>
                  <a:pt x="46" y="176"/>
                </a:cubicBezTo>
                <a:cubicBezTo>
                  <a:pt x="46" y="190"/>
                  <a:pt x="46" y="190"/>
                  <a:pt x="46" y="190"/>
                </a:cubicBezTo>
                <a:cubicBezTo>
                  <a:pt x="46" y="192"/>
                  <a:pt x="48" y="194"/>
                  <a:pt x="50" y="194"/>
                </a:cubicBez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152" name="组合 27"/>
          <p:cNvGrpSpPr/>
          <p:nvPr/>
        </p:nvGrpSpPr>
        <p:grpSpPr>
          <a:xfrm>
            <a:off x="3566825" y="2533939"/>
            <a:ext cx="593725" cy="327025"/>
            <a:chOff x="2693988" y="1730376"/>
            <a:chExt cx="593725" cy="327025"/>
          </a:xfrm>
          <a:solidFill>
            <a:schemeClr val="bg1">
              <a:lumMod val="50000"/>
            </a:schemeClr>
          </a:solidFill>
        </p:grpSpPr>
        <p:sp>
          <p:nvSpPr>
            <p:cNvPr id="153" name="Rectangle 259"/>
            <p:cNvSpPr>
              <a:spLocks noChangeArrowheads="1"/>
            </p:cNvSpPr>
            <p:nvPr/>
          </p:nvSpPr>
          <p:spPr bwMode="auto">
            <a:xfrm>
              <a:off x="2922588" y="1998663"/>
              <a:ext cx="1588" cy="1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260"/>
            <p:cNvSpPr>
              <a:spLocks/>
            </p:cNvSpPr>
            <p:nvPr/>
          </p:nvSpPr>
          <p:spPr bwMode="auto">
            <a:xfrm>
              <a:off x="2917825" y="1995488"/>
              <a:ext cx="9525" cy="6350"/>
            </a:xfrm>
            <a:custGeom>
              <a:avLst/>
              <a:gdLst>
                <a:gd name="T0" fmla="*/ 3 w 6"/>
                <a:gd name="T1" fmla="*/ 2 h 4"/>
                <a:gd name="T2" fmla="*/ 0 w 6"/>
                <a:gd name="T3" fmla="*/ 0 h 4"/>
                <a:gd name="T4" fmla="*/ 0 w 6"/>
                <a:gd name="T5" fmla="*/ 0 h 4"/>
                <a:gd name="T6" fmla="*/ 6 w 6"/>
                <a:gd name="T7" fmla="*/ 4 h 4"/>
                <a:gd name="T8" fmla="*/ 6 w 6"/>
                <a:gd name="T9" fmla="*/ 4 h 4"/>
                <a:gd name="T10" fmla="*/ 0 w 6"/>
                <a:gd name="T11" fmla="*/ 0 h 4"/>
                <a:gd name="T12" fmla="*/ 3 w 6"/>
                <a:gd name="T13" fmla="*/ 2 h 4"/>
                <a:gd name="T14" fmla="*/ 0 w 6"/>
                <a:gd name="T15" fmla="*/ 0 h 4"/>
                <a:gd name="T16" fmla="*/ 0 w 6"/>
                <a:gd name="T17" fmla="*/ 0 h 4"/>
                <a:gd name="T18" fmla="*/ 6 w 6"/>
                <a:gd name="T19" fmla="*/ 4 h 4"/>
                <a:gd name="T20" fmla="*/ 6 w 6"/>
                <a:gd name="T21" fmla="*/ 4 h 4"/>
                <a:gd name="T22" fmla="*/ 0 w 6"/>
                <a:gd name="T23" fmla="*/ 0 h 4"/>
                <a:gd name="T24" fmla="*/ 3 w 6"/>
                <a:gd name="T25"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4">
                  <a:moveTo>
                    <a:pt x="3" y="2"/>
                  </a:moveTo>
                  <a:lnTo>
                    <a:pt x="0" y="0"/>
                  </a:lnTo>
                  <a:lnTo>
                    <a:pt x="0" y="0"/>
                  </a:lnTo>
                  <a:lnTo>
                    <a:pt x="6" y="4"/>
                  </a:lnTo>
                  <a:lnTo>
                    <a:pt x="6" y="4"/>
                  </a:lnTo>
                  <a:lnTo>
                    <a:pt x="0" y="0"/>
                  </a:lnTo>
                  <a:lnTo>
                    <a:pt x="3" y="2"/>
                  </a:lnTo>
                  <a:lnTo>
                    <a:pt x="0" y="0"/>
                  </a:lnTo>
                  <a:lnTo>
                    <a:pt x="0" y="0"/>
                  </a:lnTo>
                  <a:lnTo>
                    <a:pt x="6" y="4"/>
                  </a:lnTo>
                  <a:lnTo>
                    <a:pt x="6" y="4"/>
                  </a:lnTo>
                  <a:lnTo>
                    <a:pt x="0" y="0"/>
                  </a:lnTo>
                  <a:lnTo>
                    <a:pt x="3"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261"/>
            <p:cNvSpPr>
              <a:spLocks/>
            </p:cNvSpPr>
            <p:nvPr/>
          </p:nvSpPr>
          <p:spPr bwMode="auto">
            <a:xfrm>
              <a:off x="2693988" y="1735138"/>
              <a:ext cx="136525" cy="201613"/>
            </a:xfrm>
            <a:custGeom>
              <a:avLst/>
              <a:gdLst>
                <a:gd name="T0" fmla="*/ 31 w 53"/>
                <a:gd name="T1" fmla="*/ 65 h 79"/>
                <a:gd name="T2" fmla="*/ 53 w 53"/>
                <a:gd name="T3" fmla="*/ 14 h 79"/>
                <a:gd name="T4" fmla="*/ 29 w 53"/>
                <a:gd name="T5" fmla="*/ 0 h 79"/>
                <a:gd name="T6" fmla="*/ 5 w 53"/>
                <a:gd name="T7" fmla="*/ 65 h 79"/>
                <a:gd name="T8" fmla="*/ 30 w 53"/>
                <a:gd name="T9" fmla="*/ 76 h 79"/>
                <a:gd name="T10" fmla="*/ 41 w 53"/>
                <a:gd name="T11" fmla="*/ 72 h 79"/>
                <a:gd name="T12" fmla="*/ 37 w 53"/>
                <a:gd name="T13" fmla="*/ 70 h 79"/>
                <a:gd name="T14" fmla="*/ 31 w 53"/>
                <a:gd name="T15" fmla="*/ 65 h 7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 h="79">
                  <a:moveTo>
                    <a:pt x="31" y="65"/>
                  </a:moveTo>
                  <a:cubicBezTo>
                    <a:pt x="33" y="28"/>
                    <a:pt x="53" y="14"/>
                    <a:pt x="53" y="14"/>
                  </a:cubicBezTo>
                  <a:cubicBezTo>
                    <a:pt x="29" y="0"/>
                    <a:pt x="29" y="0"/>
                    <a:pt x="29" y="0"/>
                  </a:cubicBezTo>
                  <a:cubicBezTo>
                    <a:pt x="0" y="21"/>
                    <a:pt x="5" y="65"/>
                    <a:pt x="5" y="65"/>
                  </a:cubicBezTo>
                  <a:cubicBezTo>
                    <a:pt x="30" y="76"/>
                    <a:pt x="30" y="76"/>
                    <a:pt x="30" y="76"/>
                  </a:cubicBezTo>
                  <a:cubicBezTo>
                    <a:pt x="34" y="79"/>
                    <a:pt x="41" y="72"/>
                    <a:pt x="41" y="72"/>
                  </a:cubicBezTo>
                  <a:cubicBezTo>
                    <a:pt x="37" y="70"/>
                    <a:pt x="37" y="70"/>
                    <a:pt x="37" y="70"/>
                  </a:cubicBezTo>
                  <a:cubicBezTo>
                    <a:pt x="31" y="77"/>
                    <a:pt x="31" y="70"/>
                    <a:pt x="31" y="65"/>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6" name="Freeform 263"/>
            <p:cNvSpPr>
              <a:spLocks noEditPoints="1"/>
            </p:cNvSpPr>
            <p:nvPr/>
          </p:nvSpPr>
          <p:spPr bwMode="auto">
            <a:xfrm>
              <a:off x="2789238" y="1758951"/>
              <a:ext cx="409575" cy="298450"/>
            </a:xfrm>
            <a:custGeom>
              <a:avLst/>
              <a:gdLst>
                <a:gd name="T0" fmla="*/ 150 w 160"/>
                <a:gd name="T1" fmla="*/ 21 h 117"/>
                <a:gd name="T2" fmla="*/ 134 w 160"/>
                <a:gd name="T3" fmla="*/ 12 h 117"/>
                <a:gd name="T4" fmla="*/ 115 w 160"/>
                <a:gd name="T5" fmla="*/ 11 h 117"/>
                <a:gd name="T6" fmla="*/ 101 w 160"/>
                <a:gd name="T7" fmla="*/ 5 h 117"/>
                <a:gd name="T8" fmla="*/ 87 w 160"/>
                <a:gd name="T9" fmla="*/ 0 h 117"/>
                <a:gd name="T10" fmla="*/ 49 w 160"/>
                <a:gd name="T11" fmla="*/ 4 h 117"/>
                <a:gd name="T12" fmla="*/ 32 w 160"/>
                <a:gd name="T13" fmla="*/ 16 h 117"/>
                <a:gd name="T14" fmla="*/ 23 w 160"/>
                <a:gd name="T15" fmla="*/ 70 h 117"/>
                <a:gd name="T16" fmla="*/ 21 w 160"/>
                <a:gd name="T17" fmla="*/ 77 h 117"/>
                <a:gd name="T18" fmla="*/ 30 w 160"/>
                <a:gd name="T19" fmla="*/ 90 h 117"/>
                <a:gd name="T20" fmla="*/ 39 w 160"/>
                <a:gd name="T21" fmla="*/ 101 h 117"/>
                <a:gd name="T22" fmla="*/ 52 w 160"/>
                <a:gd name="T23" fmla="*/ 109 h 117"/>
                <a:gd name="T24" fmla="*/ 64 w 160"/>
                <a:gd name="T25" fmla="*/ 116 h 117"/>
                <a:gd name="T26" fmla="*/ 79 w 160"/>
                <a:gd name="T27" fmla="*/ 107 h 117"/>
                <a:gd name="T28" fmla="*/ 98 w 160"/>
                <a:gd name="T29" fmla="*/ 112 h 117"/>
                <a:gd name="T30" fmla="*/ 86 w 160"/>
                <a:gd name="T31" fmla="*/ 97 h 117"/>
                <a:gd name="T32" fmla="*/ 109 w 160"/>
                <a:gd name="T33" fmla="*/ 103 h 117"/>
                <a:gd name="T34" fmla="*/ 116 w 160"/>
                <a:gd name="T35" fmla="*/ 97 h 117"/>
                <a:gd name="T36" fmla="*/ 93 w 160"/>
                <a:gd name="T37" fmla="*/ 78 h 117"/>
                <a:gd name="T38" fmla="*/ 130 w 160"/>
                <a:gd name="T39" fmla="*/ 91 h 117"/>
                <a:gd name="T40" fmla="*/ 127 w 160"/>
                <a:gd name="T41" fmla="*/ 80 h 117"/>
                <a:gd name="T42" fmla="*/ 136 w 160"/>
                <a:gd name="T43" fmla="*/ 79 h 117"/>
                <a:gd name="T44" fmla="*/ 142 w 160"/>
                <a:gd name="T45" fmla="*/ 66 h 117"/>
                <a:gd name="T46" fmla="*/ 146 w 160"/>
                <a:gd name="T47" fmla="*/ 62 h 117"/>
                <a:gd name="T48" fmla="*/ 155 w 160"/>
                <a:gd name="T49" fmla="*/ 58 h 117"/>
                <a:gd name="T50" fmla="*/ 36 w 160"/>
                <a:gd name="T51" fmla="*/ 80 h 117"/>
                <a:gd name="T52" fmla="*/ 27 w 160"/>
                <a:gd name="T53" fmla="*/ 84 h 117"/>
                <a:gd name="T54" fmla="*/ 27 w 160"/>
                <a:gd name="T55" fmla="*/ 72 h 117"/>
                <a:gd name="T56" fmla="*/ 36 w 160"/>
                <a:gd name="T57" fmla="*/ 69 h 117"/>
                <a:gd name="T58" fmla="*/ 42 w 160"/>
                <a:gd name="T59" fmla="*/ 97 h 117"/>
                <a:gd name="T60" fmla="*/ 38 w 160"/>
                <a:gd name="T61" fmla="*/ 89 h 117"/>
                <a:gd name="T62" fmla="*/ 48 w 160"/>
                <a:gd name="T63" fmla="*/ 72 h 117"/>
                <a:gd name="T64" fmla="*/ 53 w 160"/>
                <a:gd name="T65" fmla="*/ 80 h 117"/>
                <a:gd name="T66" fmla="*/ 55 w 160"/>
                <a:gd name="T67" fmla="*/ 105 h 117"/>
                <a:gd name="T68" fmla="*/ 51 w 160"/>
                <a:gd name="T69" fmla="*/ 103 h 117"/>
                <a:gd name="T70" fmla="*/ 51 w 160"/>
                <a:gd name="T71" fmla="*/ 96 h 117"/>
                <a:gd name="T72" fmla="*/ 57 w 160"/>
                <a:gd name="T73" fmla="*/ 82 h 117"/>
                <a:gd name="T74" fmla="*/ 67 w 160"/>
                <a:gd name="T75" fmla="*/ 80 h 117"/>
                <a:gd name="T76" fmla="*/ 63 w 160"/>
                <a:gd name="T77" fmla="*/ 96 h 117"/>
                <a:gd name="T78" fmla="*/ 68 w 160"/>
                <a:gd name="T79" fmla="*/ 112 h 117"/>
                <a:gd name="T80" fmla="*/ 64 w 160"/>
                <a:gd name="T81" fmla="*/ 110 h 117"/>
                <a:gd name="T82" fmla="*/ 66 w 160"/>
                <a:gd name="T83" fmla="*/ 103 h 117"/>
                <a:gd name="T84" fmla="*/ 75 w 160"/>
                <a:gd name="T85" fmla="*/ 93 h 117"/>
                <a:gd name="T86" fmla="*/ 145 w 160"/>
                <a:gd name="T87" fmla="*/ 57 h 117"/>
                <a:gd name="T88" fmla="*/ 97 w 160"/>
                <a:gd name="T89" fmla="*/ 36 h 117"/>
                <a:gd name="T90" fmla="*/ 55 w 160"/>
                <a:gd name="T91" fmla="*/ 24 h 117"/>
                <a:gd name="T92" fmla="*/ 29 w 160"/>
                <a:gd name="T93" fmla="*/ 31 h 117"/>
                <a:gd name="T94" fmla="*/ 40 w 160"/>
                <a:gd name="T95" fmla="*/ 16 h 117"/>
                <a:gd name="T96" fmla="*/ 50 w 160"/>
                <a:gd name="T97" fmla="*/ 9 h 117"/>
                <a:gd name="T98" fmla="*/ 87 w 160"/>
                <a:gd name="T99" fmla="*/ 6 h 117"/>
                <a:gd name="T100" fmla="*/ 107 w 160"/>
                <a:gd name="T101" fmla="*/ 14 h 117"/>
                <a:gd name="T102" fmla="*/ 120 w 160"/>
                <a:gd name="T103" fmla="*/ 18 h 117"/>
                <a:gd name="T104" fmla="*/ 139 w 160"/>
                <a:gd name="T105" fmla="*/ 1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0" h="117">
                  <a:moveTo>
                    <a:pt x="158" y="56"/>
                  </a:moveTo>
                  <a:cubicBezTo>
                    <a:pt x="159" y="56"/>
                    <a:pt x="160" y="55"/>
                    <a:pt x="160" y="54"/>
                  </a:cubicBezTo>
                  <a:cubicBezTo>
                    <a:pt x="160" y="54"/>
                    <a:pt x="160" y="54"/>
                    <a:pt x="160" y="54"/>
                  </a:cubicBezTo>
                  <a:cubicBezTo>
                    <a:pt x="160" y="40"/>
                    <a:pt x="155" y="29"/>
                    <a:pt x="150" y="21"/>
                  </a:cubicBezTo>
                  <a:cubicBezTo>
                    <a:pt x="146" y="14"/>
                    <a:pt x="141" y="10"/>
                    <a:pt x="141" y="10"/>
                  </a:cubicBezTo>
                  <a:cubicBezTo>
                    <a:pt x="140" y="9"/>
                    <a:pt x="139" y="9"/>
                    <a:pt x="138" y="9"/>
                  </a:cubicBezTo>
                  <a:cubicBezTo>
                    <a:pt x="138" y="9"/>
                    <a:pt x="138" y="9"/>
                    <a:pt x="138" y="9"/>
                  </a:cubicBezTo>
                  <a:cubicBezTo>
                    <a:pt x="138" y="10"/>
                    <a:pt x="136" y="11"/>
                    <a:pt x="134" y="12"/>
                  </a:cubicBezTo>
                  <a:cubicBezTo>
                    <a:pt x="131" y="13"/>
                    <a:pt x="128" y="14"/>
                    <a:pt x="126" y="14"/>
                  </a:cubicBezTo>
                  <a:cubicBezTo>
                    <a:pt x="125" y="14"/>
                    <a:pt x="125" y="14"/>
                    <a:pt x="125" y="14"/>
                  </a:cubicBezTo>
                  <a:cubicBezTo>
                    <a:pt x="124" y="14"/>
                    <a:pt x="123" y="14"/>
                    <a:pt x="121" y="13"/>
                  </a:cubicBezTo>
                  <a:cubicBezTo>
                    <a:pt x="119" y="13"/>
                    <a:pt x="117" y="12"/>
                    <a:pt x="115" y="11"/>
                  </a:cubicBezTo>
                  <a:cubicBezTo>
                    <a:pt x="114" y="11"/>
                    <a:pt x="113" y="11"/>
                    <a:pt x="112" y="10"/>
                  </a:cubicBezTo>
                  <a:cubicBezTo>
                    <a:pt x="112" y="10"/>
                    <a:pt x="112" y="10"/>
                    <a:pt x="112" y="10"/>
                  </a:cubicBezTo>
                  <a:cubicBezTo>
                    <a:pt x="112" y="10"/>
                    <a:pt x="112" y="10"/>
                    <a:pt x="112" y="10"/>
                  </a:cubicBezTo>
                  <a:cubicBezTo>
                    <a:pt x="111" y="10"/>
                    <a:pt x="107" y="8"/>
                    <a:pt x="101" y="5"/>
                  </a:cubicBezTo>
                  <a:cubicBezTo>
                    <a:pt x="99" y="4"/>
                    <a:pt x="96" y="3"/>
                    <a:pt x="93" y="2"/>
                  </a:cubicBezTo>
                  <a:cubicBezTo>
                    <a:pt x="92" y="2"/>
                    <a:pt x="91" y="1"/>
                    <a:pt x="90" y="1"/>
                  </a:cubicBezTo>
                  <a:cubicBezTo>
                    <a:pt x="89" y="1"/>
                    <a:pt x="88" y="1"/>
                    <a:pt x="87" y="0"/>
                  </a:cubicBezTo>
                  <a:cubicBezTo>
                    <a:pt x="87" y="0"/>
                    <a:pt x="87" y="0"/>
                    <a:pt x="87" y="0"/>
                  </a:cubicBezTo>
                  <a:cubicBezTo>
                    <a:pt x="86" y="0"/>
                    <a:pt x="85" y="0"/>
                    <a:pt x="84" y="1"/>
                  </a:cubicBezTo>
                  <a:cubicBezTo>
                    <a:pt x="79" y="1"/>
                    <a:pt x="71" y="1"/>
                    <a:pt x="63" y="2"/>
                  </a:cubicBezTo>
                  <a:cubicBezTo>
                    <a:pt x="59" y="3"/>
                    <a:pt x="56" y="3"/>
                    <a:pt x="53" y="3"/>
                  </a:cubicBezTo>
                  <a:cubicBezTo>
                    <a:pt x="51" y="3"/>
                    <a:pt x="50" y="4"/>
                    <a:pt x="49" y="4"/>
                  </a:cubicBezTo>
                  <a:cubicBezTo>
                    <a:pt x="47" y="4"/>
                    <a:pt x="47" y="4"/>
                    <a:pt x="46" y="4"/>
                  </a:cubicBezTo>
                  <a:cubicBezTo>
                    <a:pt x="45" y="4"/>
                    <a:pt x="44" y="5"/>
                    <a:pt x="43" y="5"/>
                  </a:cubicBezTo>
                  <a:cubicBezTo>
                    <a:pt x="42" y="6"/>
                    <a:pt x="40" y="8"/>
                    <a:pt x="39" y="9"/>
                  </a:cubicBezTo>
                  <a:cubicBezTo>
                    <a:pt x="37" y="11"/>
                    <a:pt x="35" y="14"/>
                    <a:pt x="32" y="16"/>
                  </a:cubicBezTo>
                  <a:cubicBezTo>
                    <a:pt x="26" y="15"/>
                    <a:pt x="18" y="13"/>
                    <a:pt x="18" y="13"/>
                  </a:cubicBezTo>
                  <a:cubicBezTo>
                    <a:pt x="18" y="13"/>
                    <a:pt x="0" y="28"/>
                    <a:pt x="0" y="55"/>
                  </a:cubicBezTo>
                  <a:cubicBezTo>
                    <a:pt x="0" y="55"/>
                    <a:pt x="5" y="57"/>
                    <a:pt x="12" y="60"/>
                  </a:cubicBezTo>
                  <a:cubicBezTo>
                    <a:pt x="13" y="61"/>
                    <a:pt x="18" y="65"/>
                    <a:pt x="23" y="70"/>
                  </a:cubicBezTo>
                  <a:cubicBezTo>
                    <a:pt x="23" y="70"/>
                    <a:pt x="23" y="71"/>
                    <a:pt x="22" y="71"/>
                  </a:cubicBezTo>
                  <a:cubicBezTo>
                    <a:pt x="22" y="71"/>
                    <a:pt x="22" y="71"/>
                    <a:pt x="22" y="71"/>
                  </a:cubicBezTo>
                  <a:cubicBezTo>
                    <a:pt x="21" y="77"/>
                    <a:pt x="21" y="77"/>
                    <a:pt x="21" y="77"/>
                  </a:cubicBezTo>
                  <a:cubicBezTo>
                    <a:pt x="21" y="77"/>
                    <a:pt x="21" y="77"/>
                    <a:pt x="21" y="77"/>
                  </a:cubicBezTo>
                  <a:cubicBezTo>
                    <a:pt x="21" y="78"/>
                    <a:pt x="21" y="79"/>
                    <a:pt x="21" y="80"/>
                  </a:cubicBezTo>
                  <a:cubicBezTo>
                    <a:pt x="21" y="82"/>
                    <a:pt x="22" y="85"/>
                    <a:pt x="23" y="86"/>
                  </a:cubicBezTo>
                  <a:cubicBezTo>
                    <a:pt x="24" y="88"/>
                    <a:pt x="26" y="90"/>
                    <a:pt x="28" y="90"/>
                  </a:cubicBezTo>
                  <a:cubicBezTo>
                    <a:pt x="29" y="90"/>
                    <a:pt x="30" y="90"/>
                    <a:pt x="30" y="90"/>
                  </a:cubicBezTo>
                  <a:cubicBezTo>
                    <a:pt x="31" y="90"/>
                    <a:pt x="32" y="90"/>
                    <a:pt x="33" y="90"/>
                  </a:cubicBezTo>
                  <a:cubicBezTo>
                    <a:pt x="33" y="90"/>
                    <a:pt x="32" y="91"/>
                    <a:pt x="32" y="91"/>
                  </a:cubicBezTo>
                  <a:cubicBezTo>
                    <a:pt x="32" y="93"/>
                    <a:pt x="33" y="95"/>
                    <a:pt x="34" y="97"/>
                  </a:cubicBezTo>
                  <a:cubicBezTo>
                    <a:pt x="35" y="99"/>
                    <a:pt x="37" y="100"/>
                    <a:pt x="39" y="101"/>
                  </a:cubicBezTo>
                  <a:cubicBezTo>
                    <a:pt x="40" y="102"/>
                    <a:pt x="41" y="102"/>
                    <a:pt x="42" y="102"/>
                  </a:cubicBezTo>
                  <a:cubicBezTo>
                    <a:pt x="43" y="102"/>
                    <a:pt x="45" y="101"/>
                    <a:pt x="46" y="101"/>
                  </a:cubicBezTo>
                  <a:cubicBezTo>
                    <a:pt x="46" y="103"/>
                    <a:pt x="46" y="104"/>
                    <a:pt x="47" y="105"/>
                  </a:cubicBezTo>
                  <a:cubicBezTo>
                    <a:pt x="48" y="107"/>
                    <a:pt x="50" y="109"/>
                    <a:pt x="52" y="109"/>
                  </a:cubicBezTo>
                  <a:cubicBezTo>
                    <a:pt x="53" y="110"/>
                    <a:pt x="54" y="110"/>
                    <a:pt x="55" y="110"/>
                  </a:cubicBezTo>
                  <a:cubicBezTo>
                    <a:pt x="57" y="110"/>
                    <a:pt x="58" y="110"/>
                    <a:pt x="59" y="109"/>
                  </a:cubicBezTo>
                  <a:cubicBezTo>
                    <a:pt x="59" y="110"/>
                    <a:pt x="60" y="112"/>
                    <a:pt x="60" y="112"/>
                  </a:cubicBezTo>
                  <a:cubicBezTo>
                    <a:pt x="61" y="114"/>
                    <a:pt x="62" y="115"/>
                    <a:pt x="64" y="116"/>
                  </a:cubicBezTo>
                  <a:cubicBezTo>
                    <a:pt x="65" y="117"/>
                    <a:pt x="66" y="117"/>
                    <a:pt x="68" y="117"/>
                  </a:cubicBezTo>
                  <a:cubicBezTo>
                    <a:pt x="72" y="117"/>
                    <a:pt x="75" y="115"/>
                    <a:pt x="77" y="111"/>
                  </a:cubicBezTo>
                  <a:cubicBezTo>
                    <a:pt x="77" y="111"/>
                    <a:pt x="77" y="111"/>
                    <a:pt x="77" y="111"/>
                  </a:cubicBezTo>
                  <a:cubicBezTo>
                    <a:pt x="79" y="107"/>
                    <a:pt x="79" y="107"/>
                    <a:pt x="79" y="107"/>
                  </a:cubicBezTo>
                  <a:cubicBezTo>
                    <a:pt x="91" y="112"/>
                    <a:pt x="91" y="112"/>
                    <a:pt x="91" y="112"/>
                  </a:cubicBezTo>
                  <a:cubicBezTo>
                    <a:pt x="92" y="112"/>
                    <a:pt x="92" y="112"/>
                    <a:pt x="92" y="112"/>
                  </a:cubicBezTo>
                  <a:cubicBezTo>
                    <a:pt x="93" y="113"/>
                    <a:pt x="94" y="113"/>
                    <a:pt x="95" y="113"/>
                  </a:cubicBezTo>
                  <a:cubicBezTo>
                    <a:pt x="96" y="113"/>
                    <a:pt x="97" y="113"/>
                    <a:pt x="98" y="112"/>
                  </a:cubicBezTo>
                  <a:cubicBezTo>
                    <a:pt x="99" y="112"/>
                    <a:pt x="99" y="111"/>
                    <a:pt x="100" y="110"/>
                  </a:cubicBezTo>
                  <a:cubicBezTo>
                    <a:pt x="100" y="110"/>
                    <a:pt x="100" y="109"/>
                    <a:pt x="100" y="108"/>
                  </a:cubicBezTo>
                  <a:cubicBezTo>
                    <a:pt x="100" y="106"/>
                    <a:pt x="98" y="104"/>
                    <a:pt x="96" y="103"/>
                  </a:cubicBezTo>
                  <a:cubicBezTo>
                    <a:pt x="86" y="97"/>
                    <a:pt x="86" y="97"/>
                    <a:pt x="86" y="97"/>
                  </a:cubicBezTo>
                  <a:cubicBezTo>
                    <a:pt x="86" y="97"/>
                    <a:pt x="84" y="97"/>
                    <a:pt x="85" y="95"/>
                  </a:cubicBezTo>
                  <a:cubicBezTo>
                    <a:pt x="86" y="93"/>
                    <a:pt x="87" y="94"/>
                    <a:pt x="87" y="94"/>
                  </a:cubicBezTo>
                  <a:cubicBezTo>
                    <a:pt x="106" y="102"/>
                    <a:pt x="106" y="102"/>
                    <a:pt x="106" y="102"/>
                  </a:cubicBezTo>
                  <a:cubicBezTo>
                    <a:pt x="107" y="103"/>
                    <a:pt x="108" y="103"/>
                    <a:pt x="109" y="103"/>
                  </a:cubicBezTo>
                  <a:cubicBezTo>
                    <a:pt x="111" y="103"/>
                    <a:pt x="112" y="103"/>
                    <a:pt x="113" y="102"/>
                  </a:cubicBezTo>
                  <a:cubicBezTo>
                    <a:pt x="114" y="102"/>
                    <a:pt x="115" y="101"/>
                    <a:pt x="115" y="100"/>
                  </a:cubicBezTo>
                  <a:cubicBezTo>
                    <a:pt x="115" y="100"/>
                    <a:pt x="115" y="100"/>
                    <a:pt x="115" y="100"/>
                  </a:cubicBezTo>
                  <a:cubicBezTo>
                    <a:pt x="115" y="99"/>
                    <a:pt x="116" y="98"/>
                    <a:pt x="116" y="97"/>
                  </a:cubicBezTo>
                  <a:cubicBezTo>
                    <a:pt x="116" y="95"/>
                    <a:pt x="114" y="92"/>
                    <a:pt x="112" y="91"/>
                  </a:cubicBezTo>
                  <a:cubicBezTo>
                    <a:pt x="111" y="91"/>
                    <a:pt x="111" y="91"/>
                    <a:pt x="111" y="91"/>
                  </a:cubicBezTo>
                  <a:cubicBezTo>
                    <a:pt x="111" y="91"/>
                    <a:pt x="95" y="81"/>
                    <a:pt x="94" y="81"/>
                  </a:cubicBezTo>
                  <a:cubicBezTo>
                    <a:pt x="93" y="81"/>
                    <a:pt x="92" y="80"/>
                    <a:pt x="93" y="78"/>
                  </a:cubicBezTo>
                  <a:cubicBezTo>
                    <a:pt x="93" y="77"/>
                    <a:pt x="95" y="77"/>
                    <a:pt x="97" y="78"/>
                  </a:cubicBezTo>
                  <a:cubicBezTo>
                    <a:pt x="98" y="79"/>
                    <a:pt x="122" y="91"/>
                    <a:pt x="122" y="91"/>
                  </a:cubicBezTo>
                  <a:cubicBezTo>
                    <a:pt x="124" y="92"/>
                    <a:pt x="125" y="92"/>
                    <a:pt x="126" y="92"/>
                  </a:cubicBezTo>
                  <a:cubicBezTo>
                    <a:pt x="127" y="92"/>
                    <a:pt x="129" y="92"/>
                    <a:pt x="130" y="91"/>
                  </a:cubicBezTo>
                  <a:cubicBezTo>
                    <a:pt x="131" y="90"/>
                    <a:pt x="131" y="90"/>
                    <a:pt x="132" y="89"/>
                  </a:cubicBezTo>
                  <a:cubicBezTo>
                    <a:pt x="132" y="88"/>
                    <a:pt x="132" y="87"/>
                    <a:pt x="132" y="86"/>
                  </a:cubicBezTo>
                  <a:cubicBezTo>
                    <a:pt x="132" y="84"/>
                    <a:pt x="131" y="81"/>
                    <a:pt x="128" y="80"/>
                  </a:cubicBezTo>
                  <a:cubicBezTo>
                    <a:pt x="127" y="80"/>
                    <a:pt x="127" y="80"/>
                    <a:pt x="127" y="80"/>
                  </a:cubicBezTo>
                  <a:cubicBezTo>
                    <a:pt x="100" y="65"/>
                    <a:pt x="100" y="65"/>
                    <a:pt x="100" y="65"/>
                  </a:cubicBezTo>
                  <a:cubicBezTo>
                    <a:pt x="100" y="65"/>
                    <a:pt x="99" y="64"/>
                    <a:pt x="100" y="62"/>
                  </a:cubicBezTo>
                  <a:cubicBezTo>
                    <a:pt x="101" y="60"/>
                    <a:pt x="103" y="62"/>
                    <a:pt x="103" y="62"/>
                  </a:cubicBezTo>
                  <a:cubicBezTo>
                    <a:pt x="136" y="79"/>
                    <a:pt x="136" y="79"/>
                    <a:pt x="136" y="79"/>
                  </a:cubicBezTo>
                  <a:cubicBezTo>
                    <a:pt x="137" y="80"/>
                    <a:pt x="138" y="80"/>
                    <a:pt x="139" y="80"/>
                  </a:cubicBezTo>
                  <a:cubicBezTo>
                    <a:pt x="142" y="80"/>
                    <a:pt x="145" y="78"/>
                    <a:pt x="146" y="76"/>
                  </a:cubicBezTo>
                  <a:cubicBezTo>
                    <a:pt x="146" y="75"/>
                    <a:pt x="146" y="74"/>
                    <a:pt x="146" y="73"/>
                  </a:cubicBezTo>
                  <a:cubicBezTo>
                    <a:pt x="146" y="70"/>
                    <a:pt x="145" y="67"/>
                    <a:pt x="142" y="66"/>
                  </a:cubicBezTo>
                  <a:cubicBezTo>
                    <a:pt x="142" y="66"/>
                    <a:pt x="142" y="66"/>
                    <a:pt x="142" y="66"/>
                  </a:cubicBezTo>
                  <a:cubicBezTo>
                    <a:pt x="142" y="66"/>
                    <a:pt x="142" y="66"/>
                    <a:pt x="142" y="66"/>
                  </a:cubicBezTo>
                  <a:cubicBezTo>
                    <a:pt x="142" y="65"/>
                    <a:pt x="143" y="65"/>
                    <a:pt x="143" y="64"/>
                  </a:cubicBezTo>
                  <a:cubicBezTo>
                    <a:pt x="144" y="63"/>
                    <a:pt x="145" y="63"/>
                    <a:pt x="146" y="62"/>
                  </a:cubicBezTo>
                  <a:cubicBezTo>
                    <a:pt x="147" y="62"/>
                    <a:pt x="147" y="62"/>
                    <a:pt x="147" y="62"/>
                  </a:cubicBezTo>
                  <a:cubicBezTo>
                    <a:pt x="147" y="61"/>
                    <a:pt x="147" y="61"/>
                    <a:pt x="147" y="61"/>
                  </a:cubicBezTo>
                  <a:cubicBezTo>
                    <a:pt x="147" y="61"/>
                    <a:pt x="147" y="61"/>
                    <a:pt x="147" y="61"/>
                  </a:cubicBezTo>
                  <a:cubicBezTo>
                    <a:pt x="150" y="60"/>
                    <a:pt x="153" y="59"/>
                    <a:pt x="155" y="58"/>
                  </a:cubicBezTo>
                  <a:cubicBezTo>
                    <a:pt x="157" y="57"/>
                    <a:pt x="158" y="56"/>
                    <a:pt x="158" y="56"/>
                  </a:cubicBezTo>
                  <a:close/>
                  <a:moveTo>
                    <a:pt x="37" y="74"/>
                  </a:moveTo>
                  <a:cubicBezTo>
                    <a:pt x="36" y="80"/>
                    <a:pt x="36" y="80"/>
                    <a:pt x="36" y="80"/>
                  </a:cubicBezTo>
                  <a:cubicBezTo>
                    <a:pt x="36" y="80"/>
                    <a:pt x="36" y="80"/>
                    <a:pt x="36" y="80"/>
                  </a:cubicBezTo>
                  <a:cubicBezTo>
                    <a:pt x="35" y="82"/>
                    <a:pt x="34" y="83"/>
                    <a:pt x="33" y="84"/>
                  </a:cubicBezTo>
                  <a:cubicBezTo>
                    <a:pt x="32" y="85"/>
                    <a:pt x="31" y="86"/>
                    <a:pt x="30" y="86"/>
                  </a:cubicBezTo>
                  <a:cubicBezTo>
                    <a:pt x="29" y="85"/>
                    <a:pt x="29" y="85"/>
                    <a:pt x="29" y="85"/>
                  </a:cubicBezTo>
                  <a:cubicBezTo>
                    <a:pt x="28" y="85"/>
                    <a:pt x="27" y="85"/>
                    <a:pt x="27" y="84"/>
                  </a:cubicBezTo>
                  <a:cubicBezTo>
                    <a:pt x="26" y="83"/>
                    <a:pt x="26" y="81"/>
                    <a:pt x="26" y="80"/>
                  </a:cubicBezTo>
                  <a:cubicBezTo>
                    <a:pt x="26" y="79"/>
                    <a:pt x="26" y="79"/>
                    <a:pt x="26" y="78"/>
                  </a:cubicBezTo>
                  <a:cubicBezTo>
                    <a:pt x="27" y="72"/>
                    <a:pt x="27" y="72"/>
                    <a:pt x="27" y="72"/>
                  </a:cubicBezTo>
                  <a:cubicBezTo>
                    <a:pt x="27" y="72"/>
                    <a:pt x="27" y="72"/>
                    <a:pt x="27" y="72"/>
                  </a:cubicBezTo>
                  <a:cubicBezTo>
                    <a:pt x="27" y="71"/>
                    <a:pt x="28" y="70"/>
                    <a:pt x="29" y="69"/>
                  </a:cubicBezTo>
                  <a:cubicBezTo>
                    <a:pt x="30" y="68"/>
                    <a:pt x="31" y="67"/>
                    <a:pt x="32" y="67"/>
                  </a:cubicBezTo>
                  <a:cubicBezTo>
                    <a:pt x="33" y="67"/>
                    <a:pt x="33" y="67"/>
                    <a:pt x="33" y="67"/>
                  </a:cubicBezTo>
                  <a:cubicBezTo>
                    <a:pt x="34" y="68"/>
                    <a:pt x="35" y="68"/>
                    <a:pt x="36" y="69"/>
                  </a:cubicBezTo>
                  <a:cubicBezTo>
                    <a:pt x="37" y="70"/>
                    <a:pt x="37" y="71"/>
                    <a:pt x="37" y="73"/>
                  </a:cubicBezTo>
                  <a:cubicBezTo>
                    <a:pt x="37" y="73"/>
                    <a:pt x="37" y="74"/>
                    <a:pt x="37" y="74"/>
                  </a:cubicBezTo>
                  <a:close/>
                  <a:moveTo>
                    <a:pt x="47" y="94"/>
                  </a:moveTo>
                  <a:cubicBezTo>
                    <a:pt x="46" y="96"/>
                    <a:pt x="44" y="97"/>
                    <a:pt x="42" y="97"/>
                  </a:cubicBezTo>
                  <a:cubicBezTo>
                    <a:pt x="41" y="97"/>
                    <a:pt x="41" y="97"/>
                    <a:pt x="40" y="97"/>
                  </a:cubicBezTo>
                  <a:cubicBezTo>
                    <a:pt x="39" y="96"/>
                    <a:pt x="39" y="96"/>
                    <a:pt x="38" y="95"/>
                  </a:cubicBezTo>
                  <a:cubicBezTo>
                    <a:pt x="38" y="94"/>
                    <a:pt x="37" y="93"/>
                    <a:pt x="37" y="91"/>
                  </a:cubicBezTo>
                  <a:cubicBezTo>
                    <a:pt x="37" y="90"/>
                    <a:pt x="37" y="89"/>
                    <a:pt x="38" y="89"/>
                  </a:cubicBezTo>
                  <a:cubicBezTo>
                    <a:pt x="38" y="89"/>
                    <a:pt x="38" y="89"/>
                    <a:pt x="38" y="89"/>
                  </a:cubicBezTo>
                  <a:cubicBezTo>
                    <a:pt x="43" y="77"/>
                    <a:pt x="43" y="77"/>
                    <a:pt x="43" y="77"/>
                  </a:cubicBezTo>
                  <a:cubicBezTo>
                    <a:pt x="43" y="77"/>
                    <a:pt x="43" y="77"/>
                    <a:pt x="43" y="77"/>
                  </a:cubicBezTo>
                  <a:cubicBezTo>
                    <a:pt x="44" y="74"/>
                    <a:pt x="46" y="72"/>
                    <a:pt x="48" y="72"/>
                  </a:cubicBezTo>
                  <a:cubicBezTo>
                    <a:pt x="49" y="72"/>
                    <a:pt x="49" y="72"/>
                    <a:pt x="50" y="73"/>
                  </a:cubicBezTo>
                  <a:cubicBezTo>
                    <a:pt x="51" y="73"/>
                    <a:pt x="52" y="74"/>
                    <a:pt x="52" y="75"/>
                  </a:cubicBezTo>
                  <a:cubicBezTo>
                    <a:pt x="53" y="75"/>
                    <a:pt x="53" y="77"/>
                    <a:pt x="53" y="78"/>
                  </a:cubicBezTo>
                  <a:cubicBezTo>
                    <a:pt x="53" y="79"/>
                    <a:pt x="53" y="79"/>
                    <a:pt x="53" y="80"/>
                  </a:cubicBezTo>
                  <a:lnTo>
                    <a:pt x="47" y="94"/>
                  </a:lnTo>
                  <a:close/>
                  <a:moveTo>
                    <a:pt x="63" y="96"/>
                  </a:moveTo>
                  <a:cubicBezTo>
                    <a:pt x="60" y="102"/>
                    <a:pt x="60" y="102"/>
                    <a:pt x="60" y="102"/>
                  </a:cubicBezTo>
                  <a:cubicBezTo>
                    <a:pt x="59" y="104"/>
                    <a:pt x="57" y="105"/>
                    <a:pt x="55" y="105"/>
                  </a:cubicBezTo>
                  <a:cubicBezTo>
                    <a:pt x="55" y="105"/>
                    <a:pt x="54" y="105"/>
                    <a:pt x="53" y="105"/>
                  </a:cubicBezTo>
                  <a:cubicBezTo>
                    <a:pt x="53" y="107"/>
                    <a:pt x="53" y="107"/>
                    <a:pt x="53" y="107"/>
                  </a:cubicBezTo>
                  <a:cubicBezTo>
                    <a:pt x="53" y="105"/>
                    <a:pt x="53" y="105"/>
                    <a:pt x="53" y="105"/>
                  </a:cubicBezTo>
                  <a:cubicBezTo>
                    <a:pt x="53" y="105"/>
                    <a:pt x="52" y="104"/>
                    <a:pt x="51" y="103"/>
                  </a:cubicBezTo>
                  <a:cubicBezTo>
                    <a:pt x="51" y="102"/>
                    <a:pt x="50" y="101"/>
                    <a:pt x="50" y="100"/>
                  </a:cubicBezTo>
                  <a:cubicBezTo>
                    <a:pt x="50" y="99"/>
                    <a:pt x="51" y="98"/>
                    <a:pt x="51" y="97"/>
                  </a:cubicBezTo>
                  <a:cubicBezTo>
                    <a:pt x="51" y="97"/>
                    <a:pt x="51" y="97"/>
                    <a:pt x="51" y="97"/>
                  </a:cubicBezTo>
                  <a:cubicBezTo>
                    <a:pt x="51" y="96"/>
                    <a:pt x="51" y="96"/>
                    <a:pt x="51" y="96"/>
                  </a:cubicBezTo>
                  <a:cubicBezTo>
                    <a:pt x="52" y="96"/>
                    <a:pt x="52" y="95"/>
                    <a:pt x="52" y="94"/>
                  </a:cubicBezTo>
                  <a:cubicBezTo>
                    <a:pt x="57" y="82"/>
                    <a:pt x="57" y="82"/>
                    <a:pt x="57" y="82"/>
                  </a:cubicBezTo>
                  <a:cubicBezTo>
                    <a:pt x="57" y="82"/>
                    <a:pt x="57" y="82"/>
                    <a:pt x="57" y="82"/>
                  </a:cubicBezTo>
                  <a:cubicBezTo>
                    <a:pt x="57" y="82"/>
                    <a:pt x="57" y="82"/>
                    <a:pt x="57" y="82"/>
                  </a:cubicBezTo>
                  <a:cubicBezTo>
                    <a:pt x="57" y="82"/>
                    <a:pt x="57" y="82"/>
                    <a:pt x="57" y="82"/>
                  </a:cubicBezTo>
                  <a:cubicBezTo>
                    <a:pt x="58" y="79"/>
                    <a:pt x="61" y="77"/>
                    <a:pt x="63" y="77"/>
                  </a:cubicBezTo>
                  <a:cubicBezTo>
                    <a:pt x="64" y="77"/>
                    <a:pt x="64" y="77"/>
                    <a:pt x="65" y="78"/>
                  </a:cubicBezTo>
                  <a:cubicBezTo>
                    <a:pt x="66" y="78"/>
                    <a:pt x="67" y="79"/>
                    <a:pt x="67" y="80"/>
                  </a:cubicBezTo>
                  <a:cubicBezTo>
                    <a:pt x="68" y="81"/>
                    <a:pt x="68" y="82"/>
                    <a:pt x="68" y="83"/>
                  </a:cubicBezTo>
                  <a:cubicBezTo>
                    <a:pt x="68" y="84"/>
                    <a:pt x="68" y="85"/>
                    <a:pt x="67" y="86"/>
                  </a:cubicBezTo>
                  <a:cubicBezTo>
                    <a:pt x="67" y="86"/>
                    <a:pt x="67" y="86"/>
                    <a:pt x="67" y="86"/>
                  </a:cubicBezTo>
                  <a:lnTo>
                    <a:pt x="63" y="96"/>
                  </a:lnTo>
                  <a:close/>
                  <a:moveTo>
                    <a:pt x="77" y="100"/>
                  </a:moveTo>
                  <a:cubicBezTo>
                    <a:pt x="77" y="100"/>
                    <a:pt x="77" y="100"/>
                    <a:pt x="77" y="100"/>
                  </a:cubicBezTo>
                  <a:cubicBezTo>
                    <a:pt x="73" y="109"/>
                    <a:pt x="73" y="109"/>
                    <a:pt x="73" y="109"/>
                  </a:cubicBezTo>
                  <a:cubicBezTo>
                    <a:pt x="72" y="111"/>
                    <a:pt x="69" y="112"/>
                    <a:pt x="68" y="112"/>
                  </a:cubicBezTo>
                  <a:cubicBezTo>
                    <a:pt x="67" y="112"/>
                    <a:pt x="67" y="112"/>
                    <a:pt x="66" y="112"/>
                  </a:cubicBezTo>
                  <a:cubicBezTo>
                    <a:pt x="65" y="114"/>
                    <a:pt x="65" y="114"/>
                    <a:pt x="65" y="114"/>
                  </a:cubicBezTo>
                  <a:cubicBezTo>
                    <a:pt x="66" y="112"/>
                    <a:pt x="66" y="112"/>
                    <a:pt x="66" y="112"/>
                  </a:cubicBezTo>
                  <a:cubicBezTo>
                    <a:pt x="65" y="111"/>
                    <a:pt x="65" y="111"/>
                    <a:pt x="64" y="110"/>
                  </a:cubicBezTo>
                  <a:cubicBezTo>
                    <a:pt x="64" y="110"/>
                    <a:pt x="64" y="109"/>
                    <a:pt x="64" y="108"/>
                  </a:cubicBezTo>
                  <a:cubicBezTo>
                    <a:pt x="64" y="107"/>
                    <a:pt x="64" y="106"/>
                    <a:pt x="65" y="105"/>
                  </a:cubicBezTo>
                  <a:cubicBezTo>
                    <a:pt x="65" y="104"/>
                    <a:pt x="65" y="103"/>
                    <a:pt x="66" y="103"/>
                  </a:cubicBezTo>
                  <a:cubicBezTo>
                    <a:pt x="66" y="103"/>
                    <a:pt x="66" y="103"/>
                    <a:pt x="66" y="103"/>
                  </a:cubicBezTo>
                  <a:cubicBezTo>
                    <a:pt x="68" y="98"/>
                    <a:pt x="68" y="98"/>
                    <a:pt x="68" y="98"/>
                  </a:cubicBezTo>
                  <a:cubicBezTo>
                    <a:pt x="69" y="96"/>
                    <a:pt x="69" y="96"/>
                    <a:pt x="69" y="96"/>
                  </a:cubicBezTo>
                  <a:cubicBezTo>
                    <a:pt x="70" y="94"/>
                    <a:pt x="72" y="92"/>
                    <a:pt x="74" y="92"/>
                  </a:cubicBezTo>
                  <a:cubicBezTo>
                    <a:pt x="74" y="93"/>
                    <a:pt x="75" y="93"/>
                    <a:pt x="75" y="93"/>
                  </a:cubicBezTo>
                  <a:cubicBezTo>
                    <a:pt x="76" y="93"/>
                    <a:pt x="77" y="94"/>
                    <a:pt x="77" y="95"/>
                  </a:cubicBezTo>
                  <a:cubicBezTo>
                    <a:pt x="77" y="95"/>
                    <a:pt x="77" y="96"/>
                    <a:pt x="77" y="97"/>
                  </a:cubicBezTo>
                  <a:cubicBezTo>
                    <a:pt x="77" y="98"/>
                    <a:pt x="77" y="99"/>
                    <a:pt x="77" y="100"/>
                  </a:cubicBezTo>
                  <a:close/>
                  <a:moveTo>
                    <a:pt x="145" y="57"/>
                  </a:moveTo>
                  <a:cubicBezTo>
                    <a:pt x="144" y="57"/>
                    <a:pt x="144" y="57"/>
                    <a:pt x="144" y="57"/>
                  </a:cubicBezTo>
                  <a:cubicBezTo>
                    <a:pt x="143" y="58"/>
                    <a:pt x="141" y="59"/>
                    <a:pt x="139" y="61"/>
                  </a:cubicBezTo>
                  <a:cubicBezTo>
                    <a:pt x="138" y="62"/>
                    <a:pt x="138" y="62"/>
                    <a:pt x="137" y="63"/>
                  </a:cubicBezTo>
                  <a:cubicBezTo>
                    <a:pt x="97" y="36"/>
                    <a:pt x="97" y="36"/>
                    <a:pt x="97" y="36"/>
                  </a:cubicBezTo>
                  <a:cubicBezTo>
                    <a:pt x="97" y="36"/>
                    <a:pt x="75" y="25"/>
                    <a:pt x="74" y="25"/>
                  </a:cubicBezTo>
                  <a:cubicBezTo>
                    <a:pt x="57" y="23"/>
                    <a:pt x="57" y="23"/>
                    <a:pt x="57" y="23"/>
                  </a:cubicBezTo>
                  <a:cubicBezTo>
                    <a:pt x="56" y="23"/>
                    <a:pt x="56" y="23"/>
                    <a:pt x="55" y="24"/>
                  </a:cubicBezTo>
                  <a:cubicBezTo>
                    <a:pt x="55" y="24"/>
                    <a:pt x="55" y="24"/>
                    <a:pt x="55" y="24"/>
                  </a:cubicBezTo>
                  <a:cubicBezTo>
                    <a:pt x="55" y="24"/>
                    <a:pt x="53" y="26"/>
                    <a:pt x="50" y="28"/>
                  </a:cubicBezTo>
                  <a:cubicBezTo>
                    <a:pt x="47" y="30"/>
                    <a:pt x="43" y="32"/>
                    <a:pt x="40" y="33"/>
                  </a:cubicBezTo>
                  <a:cubicBezTo>
                    <a:pt x="38" y="33"/>
                    <a:pt x="36" y="33"/>
                    <a:pt x="35" y="33"/>
                  </a:cubicBezTo>
                  <a:cubicBezTo>
                    <a:pt x="32" y="33"/>
                    <a:pt x="30" y="32"/>
                    <a:pt x="29" y="31"/>
                  </a:cubicBezTo>
                  <a:cubicBezTo>
                    <a:pt x="28" y="30"/>
                    <a:pt x="28" y="29"/>
                    <a:pt x="28" y="28"/>
                  </a:cubicBezTo>
                  <a:cubicBezTo>
                    <a:pt x="28" y="27"/>
                    <a:pt x="28" y="27"/>
                    <a:pt x="28" y="27"/>
                  </a:cubicBezTo>
                  <a:cubicBezTo>
                    <a:pt x="28" y="27"/>
                    <a:pt x="28" y="27"/>
                    <a:pt x="28" y="27"/>
                  </a:cubicBezTo>
                  <a:cubicBezTo>
                    <a:pt x="32" y="24"/>
                    <a:pt x="36" y="20"/>
                    <a:pt x="40" y="16"/>
                  </a:cubicBezTo>
                  <a:cubicBezTo>
                    <a:pt x="41" y="14"/>
                    <a:pt x="43" y="12"/>
                    <a:pt x="44" y="11"/>
                  </a:cubicBezTo>
                  <a:cubicBezTo>
                    <a:pt x="45" y="11"/>
                    <a:pt x="45" y="10"/>
                    <a:pt x="46" y="10"/>
                  </a:cubicBezTo>
                  <a:cubicBezTo>
                    <a:pt x="46" y="9"/>
                    <a:pt x="47" y="9"/>
                    <a:pt x="47" y="9"/>
                  </a:cubicBezTo>
                  <a:cubicBezTo>
                    <a:pt x="47" y="9"/>
                    <a:pt x="48" y="9"/>
                    <a:pt x="50" y="9"/>
                  </a:cubicBezTo>
                  <a:cubicBezTo>
                    <a:pt x="54" y="8"/>
                    <a:pt x="63" y="7"/>
                    <a:pt x="70" y="7"/>
                  </a:cubicBezTo>
                  <a:cubicBezTo>
                    <a:pt x="74" y="6"/>
                    <a:pt x="78" y="6"/>
                    <a:pt x="81" y="6"/>
                  </a:cubicBezTo>
                  <a:cubicBezTo>
                    <a:pt x="84" y="6"/>
                    <a:pt x="86" y="6"/>
                    <a:pt x="87" y="6"/>
                  </a:cubicBezTo>
                  <a:cubicBezTo>
                    <a:pt x="87" y="6"/>
                    <a:pt x="87" y="6"/>
                    <a:pt x="87" y="6"/>
                  </a:cubicBezTo>
                  <a:cubicBezTo>
                    <a:pt x="87" y="6"/>
                    <a:pt x="87" y="6"/>
                    <a:pt x="87" y="6"/>
                  </a:cubicBezTo>
                  <a:cubicBezTo>
                    <a:pt x="87" y="6"/>
                    <a:pt x="88" y="6"/>
                    <a:pt x="89" y="6"/>
                  </a:cubicBezTo>
                  <a:cubicBezTo>
                    <a:pt x="92" y="7"/>
                    <a:pt x="97" y="9"/>
                    <a:pt x="101" y="11"/>
                  </a:cubicBezTo>
                  <a:cubicBezTo>
                    <a:pt x="103" y="12"/>
                    <a:pt x="106" y="13"/>
                    <a:pt x="107" y="14"/>
                  </a:cubicBezTo>
                  <a:cubicBezTo>
                    <a:pt x="108" y="14"/>
                    <a:pt x="109" y="15"/>
                    <a:pt x="109" y="15"/>
                  </a:cubicBezTo>
                  <a:cubicBezTo>
                    <a:pt x="109" y="15"/>
                    <a:pt x="109" y="15"/>
                    <a:pt x="109" y="15"/>
                  </a:cubicBezTo>
                  <a:cubicBezTo>
                    <a:pt x="109" y="15"/>
                    <a:pt x="112" y="16"/>
                    <a:pt x="115" y="17"/>
                  </a:cubicBezTo>
                  <a:cubicBezTo>
                    <a:pt x="117" y="17"/>
                    <a:pt x="118" y="18"/>
                    <a:pt x="120" y="18"/>
                  </a:cubicBezTo>
                  <a:cubicBezTo>
                    <a:pt x="122" y="19"/>
                    <a:pt x="124" y="19"/>
                    <a:pt x="125" y="19"/>
                  </a:cubicBezTo>
                  <a:cubicBezTo>
                    <a:pt x="126" y="19"/>
                    <a:pt x="126" y="19"/>
                    <a:pt x="126" y="19"/>
                  </a:cubicBezTo>
                  <a:cubicBezTo>
                    <a:pt x="130" y="19"/>
                    <a:pt x="133" y="18"/>
                    <a:pt x="136" y="16"/>
                  </a:cubicBezTo>
                  <a:cubicBezTo>
                    <a:pt x="137" y="16"/>
                    <a:pt x="138" y="15"/>
                    <a:pt x="139" y="15"/>
                  </a:cubicBezTo>
                  <a:cubicBezTo>
                    <a:pt x="141" y="16"/>
                    <a:pt x="143" y="20"/>
                    <a:pt x="146" y="24"/>
                  </a:cubicBezTo>
                  <a:cubicBezTo>
                    <a:pt x="150" y="31"/>
                    <a:pt x="154" y="40"/>
                    <a:pt x="155" y="52"/>
                  </a:cubicBezTo>
                  <a:cubicBezTo>
                    <a:pt x="153" y="53"/>
                    <a:pt x="149" y="55"/>
                    <a:pt x="145" y="5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7" name="Freeform 257"/>
            <p:cNvSpPr>
              <a:spLocks/>
            </p:cNvSpPr>
            <p:nvPr/>
          </p:nvSpPr>
          <p:spPr bwMode="auto">
            <a:xfrm>
              <a:off x="3152775" y="1730376"/>
              <a:ext cx="134938" cy="201613"/>
            </a:xfrm>
            <a:custGeom>
              <a:avLst/>
              <a:gdLst>
                <a:gd name="T0" fmla="*/ 24 w 53"/>
                <a:gd name="T1" fmla="*/ 0 h 79"/>
                <a:gd name="T2" fmla="*/ 0 w 53"/>
                <a:gd name="T3" fmla="*/ 15 h 79"/>
                <a:gd name="T4" fmla="*/ 22 w 53"/>
                <a:gd name="T5" fmla="*/ 65 h 79"/>
                <a:gd name="T6" fmla="*/ 15 w 53"/>
                <a:gd name="T7" fmla="*/ 71 h 79"/>
                <a:gd name="T8" fmla="*/ 12 w 53"/>
                <a:gd name="T9" fmla="*/ 72 h 79"/>
                <a:gd name="T10" fmla="*/ 23 w 53"/>
                <a:gd name="T11" fmla="*/ 77 h 79"/>
                <a:gd name="T12" fmla="*/ 47 w 53"/>
                <a:gd name="T13" fmla="*/ 65 h 79"/>
                <a:gd name="T14" fmla="*/ 24 w 53"/>
                <a:gd name="T15" fmla="*/ 0 h 7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 h="79">
                  <a:moveTo>
                    <a:pt x="24" y="0"/>
                  </a:moveTo>
                  <a:cubicBezTo>
                    <a:pt x="0" y="15"/>
                    <a:pt x="0" y="15"/>
                    <a:pt x="0" y="15"/>
                  </a:cubicBezTo>
                  <a:cubicBezTo>
                    <a:pt x="0" y="15"/>
                    <a:pt x="19" y="28"/>
                    <a:pt x="22" y="65"/>
                  </a:cubicBezTo>
                  <a:cubicBezTo>
                    <a:pt x="22" y="70"/>
                    <a:pt x="22" y="78"/>
                    <a:pt x="15" y="71"/>
                  </a:cubicBezTo>
                  <a:cubicBezTo>
                    <a:pt x="12" y="72"/>
                    <a:pt x="12" y="72"/>
                    <a:pt x="12" y="72"/>
                  </a:cubicBezTo>
                  <a:cubicBezTo>
                    <a:pt x="12" y="72"/>
                    <a:pt x="19" y="79"/>
                    <a:pt x="23" y="77"/>
                  </a:cubicBezTo>
                  <a:cubicBezTo>
                    <a:pt x="47" y="65"/>
                    <a:pt x="47" y="65"/>
                    <a:pt x="47" y="65"/>
                  </a:cubicBezTo>
                  <a:cubicBezTo>
                    <a:pt x="47" y="65"/>
                    <a:pt x="53" y="19"/>
                    <a:pt x="2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grpSp>
      <p:sp>
        <p:nvSpPr>
          <p:cNvPr id="158" name="Freeform 29"/>
          <p:cNvSpPr>
            <a:spLocks/>
          </p:cNvSpPr>
          <p:nvPr/>
        </p:nvSpPr>
        <p:spPr bwMode="auto">
          <a:xfrm>
            <a:off x="4993987" y="2383126"/>
            <a:ext cx="561975" cy="1474788"/>
          </a:xfrm>
          <a:custGeom>
            <a:avLst/>
            <a:gdLst>
              <a:gd name="T0" fmla="*/ 0 w 354"/>
              <a:gd name="T1" fmla="*/ 0 h 929"/>
              <a:gd name="T2" fmla="*/ 235 w 354"/>
              <a:gd name="T3" fmla="*/ 0 h 929"/>
              <a:gd name="T4" fmla="*/ 354 w 354"/>
              <a:gd name="T5" fmla="*/ 929 h 929"/>
              <a:gd name="T6" fmla="*/ 119 w 354"/>
              <a:gd name="T7" fmla="*/ 929 h 929"/>
              <a:gd name="T8" fmla="*/ 0 w 354"/>
              <a:gd name="T9" fmla="*/ 0 h 929"/>
            </a:gdLst>
            <a:ahLst/>
            <a:cxnLst>
              <a:cxn ang="0">
                <a:pos x="T0" y="T1"/>
              </a:cxn>
              <a:cxn ang="0">
                <a:pos x="T2" y="T3"/>
              </a:cxn>
              <a:cxn ang="0">
                <a:pos x="T4" y="T5"/>
              </a:cxn>
              <a:cxn ang="0">
                <a:pos x="T6" y="T7"/>
              </a:cxn>
              <a:cxn ang="0">
                <a:pos x="T8" y="T9"/>
              </a:cxn>
            </a:cxnLst>
            <a:rect l="0" t="0" r="r" b="b"/>
            <a:pathLst>
              <a:path w="354" h="929">
                <a:moveTo>
                  <a:pt x="0" y="0"/>
                </a:moveTo>
                <a:lnTo>
                  <a:pt x="235" y="0"/>
                </a:lnTo>
                <a:lnTo>
                  <a:pt x="354" y="929"/>
                </a:lnTo>
                <a:lnTo>
                  <a:pt x="119" y="929"/>
                </a:lnTo>
                <a:lnTo>
                  <a:pt x="0" y="0"/>
                </a:lnTo>
                <a:close/>
              </a:path>
            </a:pathLst>
          </a:custGeom>
          <a:solidFill>
            <a:srgbClr val="947F7C"/>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9" name="Freeform 33"/>
          <p:cNvSpPr>
            <a:spLocks/>
          </p:cNvSpPr>
          <p:nvPr/>
        </p:nvSpPr>
        <p:spPr bwMode="auto">
          <a:xfrm>
            <a:off x="4695537" y="2383126"/>
            <a:ext cx="671513" cy="142875"/>
          </a:xfrm>
          <a:custGeom>
            <a:avLst/>
            <a:gdLst>
              <a:gd name="T0" fmla="*/ 235 w 423"/>
              <a:gd name="T1" fmla="*/ 90 h 90"/>
              <a:gd name="T2" fmla="*/ 0 w 423"/>
              <a:gd name="T3" fmla="*/ 90 h 90"/>
              <a:gd name="T4" fmla="*/ 188 w 423"/>
              <a:gd name="T5" fmla="*/ 0 h 90"/>
              <a:gd name="T6" fmla="*/ 423 w 423"/>
              <a:gd name="T7" fmla="*/ 0 h 90"/>
              <a:gd name="T8" fmla="*/ 235 w 423"/>
              <a:gd name="T9" fmla="*/ 90 h 90"/>
            </a:gdLst>
            <a:ahLst/>
            <a:cxnLst>
              <a:cxn ang="0">
                <a:pos x="T0" y="T1"/>
              </a:cxn>
              <a:cxn ang="0">
                <a:pos x="T2" y="T3"/>
              </a:cxn>
              <a:cxn ang="0">
                <a:pos x="T4" y="T5"/>
              </a:cxn>
              <a:cxn ang="0">
                <a:pos x="T6" y="T7"/>
              </a:cxn>
              <a:cxn ang="0">
                <a:pos x="T8" y="T9"/>
              </a:cxn>
            </a:cxnLst>
            <a:rect l="0" t="0" r="r" b="b"/>
            <a:pathLst>
              <a:path w="423" h="90">
                <a:moveTo>
                  <a:pt x="235" y="90"/>
                </a:moveTo>
                <a:lnTo>
                  <a:pt x="0" y="90"/>
                </a:lnTo>
                <a:lnTo>
                  <a:pt x="188" y="0"/>
                </a:lnTo>
                <a:lnTo>
                  <a:pt x="423" y="0"/>
                </a:lnTo>
                <a:lnTo>
                  <a:pt x="235" y="90"/>
                </a:lnTo>
                <a:close/>
              </a:path>
            </a:pathLst>
          </a:custGeom>
          <a:solidFill>
            <a:srgbClr val="D3D00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schemeClr val="lt1"/>
              </a:solidFill>
              <a:latin typeface="Impact" panose="020B0806030902050204" pitchFamily="34" charset="0"/>
            </a:endParaRPr>
          </a:p>
        </p:txBody>
      </p:sp>
      <p:sp>
        <p:nvSpPr>
          <p:cNvPr id="160" name="Freeform 31"/>
          <p:cNvSpPr>
            <a:spLocks/>
          </p:cNvSpPr>
          <p:nvPr/>
        </p:nvSpPr>
        <p:spPr bwMode="auto">
          <a:xfrm>
            <a:off x="4324062" y="2526001"/>
            <a:ext cx="744538" cy="1779588"/>
          </a:xfrm>
          <a:custGeom>
            <a:avLst/>
            <a:gdLst>
              <a:gd name="T0" fmla="*/ 469 w 469"/>
              <a:gd name="T1" fmla="*/ 0 h 1121"/>
              <a:gd name="T2" fmla="*/ 234 w 469"/>
              <a:gd name="T3" fmla="*/ 0 h 1121"/>
              <a:gd name="T4" fmla="*/ 0 w 469"/>
              <a:gd name="T5" fmla="*/ 1121 h 1121"/>
              <a:gd name="T6" fmla="*/ 235 w 469"/>
              <a:gd name="T7" fmla="*/ 1121 h 1121"/>
              <a:gd name="T8" fmla="*/ 469 w 469"/>
              <a:gd name="T9" fmla="*/ 0 h 1121"/>
            </a:gdLst>
            <a:ahLst/>
            <a:cxnLst>
              <a:cxn ang="0">
                <a:pos x="T0" y="T1"/>
              </a:cxn>
              <a:cxn ang="0">
                <a:pos x="T2" y="T3"/>
              </a:cxn>
              <a:cxn ang="0">
                <a:pos x="T4" y="T5"/>
              </a:cxn>
              <a:cxn ang="0">
                <a:pos x="T6" y="T7"/>
              </a:cxn>
              <a:cxn ang="0">
                <a:pos x="T8" y="T9"/>
              </a:cxn>
            </a:cxnLst>
            <a:rect l="0" t="0" r="r" b="b"/>
            <a:pathLst>
              <a:path w="469" h="1121">
                <a:moveTo>
                  <a:pt x="469" y="0"/>
                </a:moveTo>
                <a:lnTo>
                  <a:pt x="234" y="0"/>
                </a:lnTo>
                <a:lnTo>
                  <a:pt x="0" y="1121"/>
                </a:lnTo>
                <a:lnTo>
                  <a:pt x="235" y="1121"/>
                </a:lnTo>
                <a:lnTo>
                  <a:pt x="469" y="0"/>
                </a:lnTo>
                <a:close/>
              </a:path>
            </a:pathLst>
          </a:custGeom>
          <a:solidFill>
            <a:srgbClr val="E8E10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schemeClr val="lt1"/>
              </a:solidFill>
              <a:latin typeface="Impact" panose="020B0806030902050204" pitchFamily="34" charset="0"/>
            </a:endParaRPr>
          </a:p>
        </p:txBody>
      </p:sp>
      <p:sp>
        <p:nvSpPr>
          <p:cNvPr id="161" name="Freeform 35"/>
          <p:cNvSpPr>
            <a:spLocks/>
          </p:cNvSpPr>
          <p:nvPr/>
        </p:nvSpPr>
        <p:spPr bwMode="auto">
          <a:xfrm>
            <a:off x="4025612" y="4305589"/>
            <a:ext cx="671513" cy="155575"/>
          </a:xfrm>
          <a:custGeom>
            <a:avLst/>
            <a:gdLst>
              <a:gd name="T0" fmla="*/ 236 w 423"/>
              <a:gd name="T1" fmla="*/ 98 h 98"/>
              <a:gd name="T2" fmla="*/ 0 w 423"/>
              <a:gd name="T3" fmla="*/ 98 h 98"/>
              <a:gd name="T4" fmla="*/ 188 w 423"/>
              <a:gd name="T5" fmla="*/ 0 h 98"/>
              <a:gd name="T6" fmla="*/ 423 w 423"/>
              <a:gd name="T7" fmla="*/ 0 h 98"/>
              <a:gd name="T8" fmla="*/ 236 w 423"/>
              <a:gd name="T9" fmla="*/ 98 h 98"/>
            </a:gdLst>
            <a:ahLst/>
            <a:cxnLst>
              <a:cxn ang="0">
                <a:pos x="T0" y="T1"/>
              </a:cxn>
              <a:cxn ang="0">
                <a:pos x="T2" y="T3"/>
              </a:cxn>
              <a:cxn ang="0">
                <a:pos x="T4" y="T5"/>
              </a:cxn>
              <a:cxn ang="0">
                <a:pos x="T6" y="T7"/>
              </a:cxn>
              <a:cxn ang="0">
                <a:pos x="T8" y="T9"/>
              </a:cxn>
            </a:cxnLst>
            <a:rect l="0" t="0" r="r" b="b"/>
            <a:pathLst>
              <a:path w="423" h="98">
                <a:moveTo>
                  <a:pt x="236" y="98"/>
                </a:moveTo>
                <a:lnTo>
                  <a:pt x="0" y="98"/>
                </a:lnTo>
                <a:lnTo>
                  <a:pt x="188" y="0"/>
                </a:lnTo>
                <a:lnTo>
                  <a:pt x="423" y="0"/>
                </a:lnTo>
                <a:lnTo>
                  <a:pt x="236" y="98"/>
                </a:lnTo>
                <a:close/>
              </a:path>
            </a:pathLst>
          </a:custGeom>
          <a:solidFill>
            <a:srgbClr val="A9B72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schemeClr val="lt1"/>
              </a:solidFill>
              <a:latin typeface="Impact" panose="020B0806030902050204" pitchFamily="34" charset="0"/>
            </a:endParaRPr>
          </a:p>
        </p:txBody>
      </p:sp>
      <p:sp>
        <p:nvSpPr>
          <p:cNvPr id="162" name="Freeform 37"/>
          <p:cNvSpPr>
            <a:spLocks/>
          </p:cNvSpPr>
          <p:nvPr/>
        </p:nvSpPr>
        <p:spPr bwMode="auto">
          <a:xfrm>
            <a:off x="3835112" y="2983201"/>
            <a:ext cx="565150" cy="1477963"/>
          </a:xfrm>
          <a:custGeom>
            <a:avLst/>
            <a:gdLst>
              <a:gd name="T0" fmla="*/ 0 w 356"/>
              <a:gd name="T1" fmla="*/ 0 h 931"/>
              <a:gd name="T2" fmla="*/ 237 w 356"/>
              <a:gd name="T3" fmla="*/ 0 h 931"/>
              <a:gd name="T4" fmla="*/ 356 w 356"/>
              <a:gd name="T5" fmla="*/ 931 h 931"/>
              <a:gd name="T6" fmla="*/ 120 w 356"/>
              <a:gd name="T7" fmla="*/ 931 h 931"/>
              <a:gd name="T8" fmla="*/ 0 w 356"/>
              <a:gd name="T9" fmla="*/ 0 h 931"/>
            </a:gdLst>
            <a:ahLst/>
            <a:cxnLst>
              <a:cxn ang="0">
                <a:pos x="T0" y="T1"/>
              </a:cxn>
              <a:cxn ang="0">
                <a:pos x="T2" y="T3"/>
              </a:cxn>
              <a:cxn ang="0">
                <a:pos x="T4" y="T5"/>
              </a:cxn>
              <a:cxn ang="0">
                <a:pos x="T6" y="T7"/>
              </a:cxn>
              <a:cxn ang="0">
                <a:pos x="T8" y="T9"/>
              </a:cxn>
            </a:cxnLst>
            <a:rect l="0" t="0" r="r" b="b"/>
            <a:pathLst>
              <a:path w="356" h="931">
                <a:moveTo>
                  <a:pt x="0" y="0"/>
                </a:moveTo>
                <a:lnTo>
                  <a:pt x="237" y="0"/>
                </a:lnTo>
                <a:lnTo>
                  <a:pt x="356" y="931"/>
                </a:lnTo>
                <a:lnTo>
                  <a:pt x="120" y="931"/>
                </a:lnTo>
                <a:lnTo>
                  <a:pt x="0" y="0"/>
                </a:lnTo>
                <a:close/>
              </a:path>
            </a:pathLst>
          </a:custGeom>
          <a:solidFill>
            <a:srgbClr val="947F7C"/>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3" name="Freeform 43"/>
          <p:cNvSpPr>
            <a:spLocks/>
          </p:cNvSpPr>
          <p:nvPr/>
        </p:nvSpPr>
        <p:spPr bwMode="auto">
          <a:xfrm>
            <a:off x="3539837" y="2983201"/>
            <a:ext cx="671513" cy="146050"/>
          </a:xfrm>
          <a:custGeom>
            <a:avLst/>
            <a:gdLst>
              <a:gd name="T0" fmla="*/ 235 w 423"/>
              <a:gd name="T1" fmla="*/ 92 h 92"/>
              <a:gd name="T2" fmla="*/ 0 w 423"/>
              <a:gd name="T3" fmla="*/ 92 h 92"/>
              <a:gd name="T4" fmla="*/ 188 w 423"/>
              <a:gd name="T5" fmla="*/ 0 h 92"/>
              <a:gd name="T6" fmla="*/ 423 w 423"/>
              <a:gd name="T7" fmla="*/ 0 h 92"/>
              <a:gd name="T8" fmla="*/ 235 w 423"/>
              <a:gd name="T9" fmla="*/ 92 h 92"/>
            </a:gdLst>
            <a:ahLst/>
            <a:cxnLst>
              <a:cxn ang="0">
                <a:pos x="T0" y="T1"/>
              </a:cxn>
              <a:cxn ang="0">
                <a:pos x="T2" y="T3"/>
              </a:cxn>
              <a:cxn ang="0">
                <a:pos x="T4" y="T5"/>
              </a:cxn>
              <a:cxn ang="0">
                <a:pos x="T6" y="T7"/>
              </a:cxn>
              <a:cxn ang="0">
                <a:pos x="T8" y="T9"/>
              </a:cxn>
            </a:cxnLst>
            <a:rect l="0" t="0" r="r" b="b"/>
            <a:pathLst>
              <a:path w="423" h="92">
                <a:moveTo>
                  <a:pt x="235" y="92"/>
                </a:moveTo>
                <a:lnTo>
                  <a:pt x="0" y="92"/>
                </a:lnTo>
                <a:lnTo>
                  <a:pt x="188" y="0"/>
                </a:lnTo>
                <a:lnTo>
                  <a:pt x="423" y="0"/>
                </a:lnTo>
                <a:lnTo>
                  <a:pt x="235" y="92"/>
                </a:lnTo>
                <a:close/>
              </a:path>
            </a:pathLst>
          </a:custGeom>
          <a:solidFill>
            <a:srgbClr val="6D5DA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schemeClr val="lt1"/>
              </a:solidFill>
              <a:latin typeface="Impact" panose="020B0806030902050204" pitchFamily="34" charset="0"/>
            </a:endParaRPr>
          </a:p>
        </p:txBody>
      </p:sp>
      <p:grpSp>
        <p:nvGrpSpPr>
          <p:cNvPr id="164" name="组合 279"/>
          <p:cNvGrpSpPr/>
          <p:nvPr/>
        </p:nvGrpSpPr>
        <p:grpSpPr>
          <a:xfrm>
            <a:off x="4046250" y="4916776"/>
            <a:ext cx="407988" cy="263525"/>
            <a:chOff x="4046250" y="4916776"/>
            <a:chExt cx="407988" cy="263525"/>
          </a:xfrm>
        </p:grpSpPr>
        <p:sp>
          <p:nvSpPr>
            <p:cNvPr id="165" name="Freeform 55"/>
            <p:cNvSpPr>
              <a:spLocks noEditPoints="1"/>
            </p:cNvSpPr>
            <p:nvPr/>
          </p:nvSpPr>
          <p:spPr bwMode="auto">
            <a:xfrm>
              <a:off x="4046250" y="4916776"/>
              <a:ext cx="193675" cy="263525"/>
            </a:xfrm>
            <a:custGeom>
              <a:avLst/>
              <a:gdLst>
                <a:gd name="T0" fmla="*/ 38 w 76"/>
                <a:gd name="T1" fmla="*/ 103 h 103"/>
                <a:gd name="T2" fmla="*/ 26 w 76"/>
                <a:gd name="T3" fmla="*/ 102 h 103"/>
                <a:gd name="T4" fmla="*/ 13 w 76"/>
                <a:gd name="T5" fmla="*/ 99 h 103"/>
                <a:gd name="T6" fmla="*/ 4 w 76"/>
                <a:gd name="T7" fmla="*/ 90 h 103"/>
                <a:gd name="T8" fmla="*/ 0 w 76"/>
                <a:gd name="T9" fmla="*/ 74 h 103"/>
                <a:gd name="T10" fmla="*/ 0 w 76"/>
                <a:gd name="T11" fmla="*/ 35 h 103"/>
                <a:gd name="T12" fmla="*/ 9 w 76"/>
                <a:gd name="T13" fmla="*/ 8 h 103"/>
                <a:gd name="T14" fmla="*/ 38 w 76"/>
                <a:gd name="T15" fmla="*/ 0 h 103"/>
                <a:gd name="T16" fmla="*/ 53 w 76"/>
                <a:gd name="T17" fmla="*/ 1 h 103"/>
                <a:gd name="T18" fmla="*/ 65 w 76"/>
                <a:gd name="T19" fmla="*/ 7 h 103"/>
                <a:gd name="T20" fmla="*/ 73 w 76"/>
                <a:gd name="T21" fmla="*/ 18 h 103"/>
                <a:gd name="T22" fmla="*/ 76 w 76"/>
                <a:gd name="T23" fmla="*/ 34 h 103"/>
                <a:gd name="T24" fmla="*/ 76 w 76"/>
                <a:gd name="T25" fmla="*/ 70 h 103"/>
                <a:gd name="T26" fmla="*/ 74 w 76"/>
                <a:gd name="T27" fmla="*/ 84 h 103"/>
                <a:gd name="T28" fmla="*/ 69 w 76"/>
                <a:gd name="T29" fmla="*/ 93 h 103"/>
                <a:gd name="T30" fmla="*/ 62 w 76"/>
                <a:gd name="T31" fmla="*/ 99 h 103"/>
                <a:gd name="T32" fmla="*/ 54 w 76"/>
                <a:gd name="T33" fmla="*/ 102 h 103"/>
                <a:gd name="T34" fmla="*/ 45 w 76"/>
                <a:gd name="T35" fmla="*/ 103 h 103"/>
                <a:gd name="T36" fmla="*/ 38 w 76"/>
                <a:gd name="T37" fmla="*/ 103 h 103"/>
                <a:gd name="T38" fmla="*/ 57 w 76"/>
                <a:gd name="T39" fmla="*/ 35 h 103"/>
                <a:gd name="T40" fmla="*/ 52 w 76"/>
                <a:gd name="T41" fmla="*/ 21 h 103"/>
                <a:gd name="T42" fmla="*/ 39 w 76"/>
                <a:gd name="T43" fmla="*/ 16 h 103"/>
                <a:gd name="T44" fmla="*/ 23 w 76"/>
                <a:gd name="T45" fmla="*/ 21 h 103"/>
                <a:gd name="T46" fmla="*/ 18 w 76"/>
                <a:gd name="T47" fmla="*/ 36 h 103"/>
                <a:gd name="T48" fmla="*/ 18 w 76"/>
                <a:gd name="T49" fmla="*/ 70 h 103"/>
                <a:gd name="T50" fmla="*/ 20 w 76"/>
                <a:gd name="T51" fmla="*/ 78 h 103"/>
                <a:gd name="T52" fmla="*/ 25 w 76"/>
                <a:gd name="T53" fmla="*/ 83 h 103"/>
                <a:gd name="T54" fmla="*/ 31 w 76"/>
                <a:gd name="T55" fmla="*/ 86 h 103"/>
                <a:gd name="T56" fmla="*/ 38 w 76"/>
                <a:gd name="T57" fmla="*/ 87 h 103"/>
                <a:gd name="T58" fmla="*/ 46 w 76"/>
                <a:gd name="T59" fmla="*/ 86 h 103"/>
                <a:gd name="T60" fmla="*/ 52 w 76"/>
                <a:gd name="T61" fmla="*/ 83 h 103"/>
                <a:gd name="T62" fmla="*/ 56 w 76"/>
                <a:gd name="T63" fmla="*/ 78 h 103"/>
                <a:gd name="T64" fmla="*/ 57 w 76"/>
                <a:gd name="T65" fmla="*/ 68 h 103"/>
                <a:gd name="T66" fmla="*/ 57 w 76"/>
                <a:gd name="T67" fmla="*/ 3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6" h="103">
                  <a:moveTo>
                    <a:pt x="38" y="103"/>
                  </a:moveTo>
                  <a:cubicBezTo>
                    <a:pt x="35" y="103"/>
                    <a:pt x="30" y="103"/>
                    <a:pt x="26" y="102"/>
                  </a:cubicBezTo>
                  <a:cubicBezTo>
                    <a:pt x="22" y="102"/>
                    <a:pt x="17" y="101"/>
                    <a:pt x="13" y="99"/>
                  </a:cubicBezTo>
                  <a:cubicBezTo>
                    <a:pt x="10" y="97"/>
                    <a:pt x="6" y="94"/>
                    <a:pt x="4" y="90"/>
                  </a:cubicBezTo>
                  <a:cubicBezTo>
                    <a:pt x="1" y="86"/>
                    <a:pt x="0" y="80"/>
                    <a:pt x="0" y="74"/>
                  </a:cubicBezTo>
                  <a:cubicBezTo>
                    <a:pt x="0" y="35"/>
                    <a:pt x="0" y="35"/>
                    <a:pt x="0" y="35"/>
                  </a:cubicBezTo>
                  <a:cubicBezTo>
                    <a:pt x="0" y="22"/>
                    <a:pt x="3" y="13"/>
                    <a:pt x="9" y="8"/>
                  </a:cubicBezTo>
                  <a:cubicBezTo>
                    <a:pt x="15" y="3"/>
                    <a:pt x="24" y="0"/>
                    <a:pt x="38" y="0"/>
                  </a:cubicBezTo>
                  <a:cubicBezTo>
                    <a:pt x="43" y="0"/>
                    <a:pt x="48" y="0"/>
                    <a:pt x="53" y="1"/>
                  </a:cubicBezTo>
                  <a:cubicBezTo>
                    <a:pt x="57" y="3"/>
                    <a:pt x="62" y="4"/>
                    <a:pt x="65" y="7"/>
                  </a:cubicBezTo>
                  <a:cubicBezTo>
                    <a:pt x="68" y="10"/>
                    <a:pt x="71" y="13"/>
                    <a:pt x="73" y="18"/>
                  </a:cubicBezTo>
                  <a:cubicBezTo>
                    <a:pt x="75" y="22"/>
                    <a:pt x="76" y="28"/>
                    <a:pt x="76" y="34"/>
                  </a:cubicBezTo>
                  <a:cubicBezTo>
                    <a:pt x="76" y="70"/>
                    <a:pt x="76" y="70"/>
                    <a:pt x="76" y="70"/>
                  </a:cubicBezTo>
                  <a:cubicBezTo>
                    <a:pt x="76" y="75"/>
                    <a:pt x="75" y="80"/>
                    <a:pt x="74" y="84"/>
                  </a:cubicBezTo>
                  <a:cubicBezTo>
                    <a:pt x="73" y="88"/>
                    <a:pt x="71" y="91"/>
                    <a:pt x="69" y="93"/>
                  </a:cubicBezTo>
                  <a:cubicBezTo>
                    <a:pt x="67" y="96"/>
                    <a:pt x="64" y="98"/>
                    <a:pt x="62" y="99"/>
                  </a:cubicBezTo>
                  <a:cubicBezTo>
                    <a:pt x="59" y="100"/>
                    <a:pt x="56" y="101"/>
                    <a:pt x="54" y="102"/>
                  </a:cubicBezTo>
                  <a:cubicBezTo>
                    <a:pt x="51" y="103"/>
                    <a:pt x="48" y="103"/>
                    <a:pt x="45" y="103"/>
                  </a:cubicBezTo>
                  <a:cubicBezTo>
                    <a:pt x="43" y="103"/>
                    <a:pt x="40" y="103"/>
                    <a:pt x="38" y="103"/>
                  </a:cubicBezTo>
                  <a:close/>
                  <a:moveTo>
                    <a:pt x="57" y="35"/>
                  </a:moveTo>
                  <a:cubicBezTo>
                    <a:pt x="57" y="29"/>
                    <a:pt x="55" y="24"/>
                    <a:pt x="52" y="21"/>
                  </a:cubicBezTo>
                  <a:cubicBezTo>
                    <a:pt x="49" y="18"/>
                    <a:pt x="45" y="16"/>
                    <a:pt x="39" y="16"/>
                  </a:cubicBezTo>
                  <a:cubicBezTo>
                    <a:pt x="31" y="16"/>
                    <a:pt x="26" y="18"/>
                    <a:pt x="23" y="21"/>
                  </a:cubicBezTo>
                  <a:cubicBezTo>
                    <a:pt x="20" y="25"/>
                    <a:pt x="18" y="30"/>
                    <a:pt x="18" y="36"/>
                  </a:cubicBezTo>
                  <a:cubicBezTo>
                    <a:pt x="18" y="70"/>
                    <a:pt x="18" y="70"/>
                    <a:pt x="18" y="70"/>
                  </a:cubicBezTo>
                  <a:cubicBezTo>
                    <a:pt x="18" y="73"/>
                    <a:pt x="19" y="76"/>
                    <a:pt x="20" y="78"/>
                  </a:cubicBezTo>
                  <a:cubicBezTo>
                    <a:pt x="21" y="80"/>
                    <a:pt x="23" y="82"/>
                    <a:pt x="25" y="83"/>
                  </a:cubicBezTo>
                  <a:cubicBezTo>
                    <a:pt x="27" y="84"/>
                    <a:pt x="29" y="85"/>
                    <a:pt x="31" y="86"/>
                  </a:cubicBezTo>
                  <a:cubicBezTo>
                    <a:pt x="34" y="86"/>
                    <a:pt x="36" y="87"/>
                    <a:pt x="38" y="87"/>
                  </a:cubicBezTo>
                  <a:cubicBezTo>
                    <a:pt x="41" y="87"/>
                    <a:pt x="43" y="87"/>
                    <a:pt x="46" y="86"/>
                  </a:cubicBezTo>
                  <a:cubicBezTo>
                    <a:pt x="48" y="86"/>
                    <a:pt x="50" y="85"/>
                    <a:pt x="52" y="83"/>
                  </a:cubicBezTo>
                  <a:cubicBezTo>
                    <a:pt x="53" y="82"/>
                    <a:pt x="55" y="80"/>
                    <a:pt x="56" y="78"/>
                  </a:cubicBezTo>
                  <a:cubicBezTo>
                    <a:pt x="57" y="75"/>
                    <a:pt x="57" y="72"/>
                    <a:pt x="57" y="68"/>
                  </a:cubicBezTo>
                  <a:lnTo>
                    <a:pt x="57" y="35"/>
                  </a:lnTo>
                  <a:close/>
                </a:path>
              </a:pathLst>
            </a:custGeom>
            <a:solidFill>
              <a:srgbClr val="9084BA"/>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6" name="Freeform 57"/>
            <p:cNvSpPr>
              <a:spLocks/>
            </p:cNvSpPr>
            <p:nvPr/>
          </p:nvSpPr>
          <p:spPr bwMode="auto">
            <a:xfrm>
              <a:off x="4278025" y="4921539"/>
              <a:ext cx="176213" cy="255588"/>
            </a:xfrm>
            <a:custGeom>
              <a:avLst/>
              <a:gdLst>
                <a:gd name="T0" fmla="*/ 5 w 69"/>
                <a:gd name="T1" fmla="*/ 100 h 100"/>
                <a:gd name="T2" fmla="*/ 2 w 69"/>
                <a:gd name="T3" fmla="*/ 99 h 100"/>
                <a:gd name="T4" fmla="*/ 0 w 69"/>
                <a:gd name="T5" fmla="*/ 96 h 100"/>
                <a:gd name="T6" fmla="*/ 0 w 69"/>
                <a:gd name="T7" fmla="*/ 89 h 100"/>
                <a:gd name="T8" fmla="*/ 3 w 69"/>
                <a:gd name="T9" fmla="*/ 75 h 100"/>
                <a:gd name="T10" fmla="*/ 10 w 69"/>
                <a:gd name="T11" fmla="*/ 63 h 100"/>
                <a:gd name="T12" fmla="*/ 19 w 69"/>
                <a:gd name="T13" fmla="*/ 54 h 100"/>
                <a:gd name="T14" fmla="*/ 28 w 69"/>
                <a:gd name="T15" fmla="*/ 47 h 100"/>
                <a:gd name="T16" fmla="*/ 36 w 69"/>
                <a:gd name="T17" fmla="*/ 42 h 100"/>
                <a:gd name="T18" fmla="*/ 42 w 69"/>
                <a:gd name="T19" fmla="*/ 38 h 100"/>
                <a:gd name="T20" fmla="*/ 47 w 69"/>
                <a:gd name="T21" fmla="*/ 32 h 100"/>
                <a:gd name="T22" fmla="*/ 49 w 69"/>
                <a:gd name="T23" fmla="*/ 27 h 100"/>
                <a:gd name="T24" fmla="*/ 33 w 69"/>
                <a:gd name="T25" fmla="*/ 16 h 100"/>
                <a:gd name="T26" fmla="*/ 20 w 69"/>
                <a:gd name="T27" fmla="*/ 18 h 100"/>
                <a:gd name="T28" fmla="*/ 11 w 69"/>
                <a:gd name="T29" fmla="*/ 22 h 100"/>
                <a:gd name="T30" fmla="*/ 9 w 69"/>
                <a:gd name="T31" fmla="*/ 20 h 100"/>
                <a:gd name="T32" fmla="*/ 7 w 69"/>
                <a:gd name="T33" fmla="*/ 15 h 100"/>
                <a:gd name="T34" fmla="*/ 5 w 69"/>
                <a:gd name="T35" fmla="*/ 10 h 100"/>
                <a:gd name="T36" fmla="*/ 6 w 69"/>
                <a:gd name="T37" fmla="*/ 7 h 100"/>
                <a:gd name="T38" fmla="*/ 10 w 69"/>
                <a:gd name="T39" fmla="*/ 5 h 100"/>
                <a:gd name="T40" fmla="*/ 16 w 69"/>
                <a:gd name="T41" fmla="*/ 2 h 100"/>
                <a:gd name="T42" fmla="*/ 24 w 69"/>
                <a:gd name="T43" fmla="*/ 1 h 100"/>
                <a:gd name="T44" fmla="*/ 36 w 69"/>
                <a:gd name="T45" fmla="*/ 0 h 100"/>
                <a:gd name="T46" fmla="*/ 60 w 69"/>
                <a:gd name="T47" fmla="*/ 6 h 100"/>
                <a:gd name="T48" fmla="*/ 69 w 69"/>
                <a:gd name="T49" fmla="*/ 25 h 100"/>
                <a:gd name="T50" fmla="*/ 66 w 69"/>
                <a:gd name="T51" fmla="*/ 37 h 100"/>
                <a:gd name="T52" fmla="*/ 59 w 69"/>
                <a:gd name="T53" fmla="*/ 46 h 100"/>
                <a:gd name="T54" fmla="*/ 49 w 69"/>
                <a:gd name="T55" fmla="*/ 54 h 100"/>
                <a:gd name="T56" fmla="*/ 39 w 69"/>
                <a:gd name="T57" fmla="*/ 60 h 100"/>
                <a:gd name="T58" fmla="*/ 27 w 69"/>
                <a:gd name="T59" fmla="*/ 69 h 100"/>
                <a:gd name="T60" fmla="*/ 22 w 69"/>
                <a:gd name="T61" fmla="*/ 83 h 100"/>
                <a:gd name="T62" fmla="*/ 24 w 69"/>
                <a:gd name="T63" fmla="*/ 84 h 100"/>
                <a:gd name="T64" fmla="*/ 63 w 69"/>
                <a:gd name="T65" fmla="*/ 84 h 100"/>
                <a:gd name="T66" fmla="*/ 68 w 69"/>
                <a:gd name="T67" fmla="*/ 85 h 100"/>
                <a:gd name="T68" fmla="*/ 69 w 69"/>
                <a:gd name="T69" fmla="*/ 88 h 100"/>
                <a:gd name="T70" fmla="*/ 69 w 69"/>
                <a:gd name="T71" fmla="*/ 96 h 100"/>
                <a:gd name="T72" fmla="*/ 68 w 69"/>
                <a:gd name="T73" fmla="*/ 100 h 100"/>
                <a:gd name="T74" fmla="*/ 65 w 69"/>
                <a:gd name="T75" fmla="*/ 100 h 100"/>
                <a:gd name="T76" fmla="*/ 5 w 69"/>
                <a:gd name="T7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9" h="100">
                  <a:moveTo>
                    <a:pt x="5" y="100"/>
                  </a:moveTo>
                  <a:cubicBezTo>
                    <a:pt x="4" y="100"/>
                    <a:pt x="3" y="100"/>
                    <a:pt x="2" y="99"/>
                  </a:cubicBezTo>
                  <a:cubicBezTo>
                    <a:pt x="1" y="99"/>
                    <a:pt x="0" y="97"/>
                    <a:pt x="0" y="96"/>
                  </a:cubicBezTo>
                  <a:cubicBezTo>
                    <a:pt x="0" y="89"/>
                    <a:pt x="0" y="89"/>
                    <a:pt x="0" y="89"/>
                  </a:cubicBezTo>
                  <a:cubicBezTo>
                    <a:pt x="0" y="84"/>
                    <a:pt x="1" y="79"/>
                    <a:pt x="3" y="75"/>
                  </a:cubicBezTo>
                  <a:cubicBezTo>
                    <a:pt x="5" y="70"/>
                    <a:pt x="7" y="66"/>
                    <a:pt x="10" y="63"/>
                  </a:cubicBezTo>
                  <a:cubicBezTo>
                    <a:pt x="12" y="59"/>
                    <a:pt x="15" y="56"/>
                    <a:pt x="19" y="54"/>
                  </a:cubicBezTo>
                  <a:cubicBezTo>
                    <a:pt x="22" y="51"/>
                    <a:pt x="25" y="49"/>
                    <a:pt x="28" y="47"/>
                  </a:cubicBezTo>
                  <a:cubicBezTo>
                    <a:pt x="31" y="45"/>
                    <a:pt x="33" y="44"/>
                    <a:pt x="36" y="42"/>
                  </a:cubicBezTo>
                  <a:cubicBezTo>
                    <a:pt x="38" y="41"/>
                    <a:pt x="40" y="39"/>
                    <a:pt x="42" y="38"/>
                  </a:cubicBezTo>
                  <a:cubicBezTo>
                    <a:pt x="45" y="36"/>
                    <a:pt x="46" y="34"/>
                    <a:pt x="47" y="32"/>
                  </a:cubicBezTo>
                  <a:cubicBezTo>
                    <a:pt x="49" y="31"/>
                    <a:pt x="49" y="29"/>
                    <a:pt x="49" y="27"/>
                  </a:cubicBezTo>
                  <a:cubicBezTo>
                    <a:pt x="49" y="20"/>
                    <a:pt x="44" y="16"/>
                    <a:pt x="33" y="16"/>
                  </a:cubicBezTo>
                  <a:cubicBezTo>
                    <a:pt x="28" y="16"/>
                    <a:pt x="24" y="16"/>
                    <a:pt x="20" y="18"/>
                  </a:cubicBezTo>
                  <a:cubicBezTo>
                    <a:pt x="17" y="19"/>
                    <a:pt x="14" y="21"/>
                    <a:pt x="11" y="22"/>
                  </a:cubicBezTo>
                  <a:cubicBezTo>
                    <a:pt x="11" y="22"/>
                    <a:pt x="10" y="22"/>
                    <a:pt x="9" y="20"/>
                  </a:cubicBezTo>
                  <a:cubicBezTo>
                    <a:pt x="8" y="19"/>
                    <a:pt x="7" y="17"/>
                    <a:pt x="7" y="15"/>
                  </a:cubicBezTo>
                  <a:cubicBezTo>
                    <a:pt x="6" y="13"/>
                    <a:pt x="6" y="11"/>
                    <a:pt x="5" y="10"/>
                  </a:cubicBezTo>
                  <a:cubicBezTo>
                    <a:pt x="5" y="8"/>
                    <a:pt x="5" y="7"/>
                    <a:pt x="6" y="7"/>
                  </a:cubicBezTo>
                  <a:cubicBezTo>
                    <a:pt x="7" y="6"/>
                    <a:pt x="8" y="5"/>
                    <a:pt x="10" y="5"/>
                  </a:cubicBezTo>
                  <a:cubicBezTo>
                    <a:pt x="12" y="4"/>
                    <a:pt x="13" y="3"/>
                    <a:pt x="16" y="2"/>
                  </a:cubicBezTo>
                  <a:cubicBezTo>
                    <a:pt x="18" y="2"/>
                    <a:pt x="21" y="1"/>
                    <a:pt x="24" y="1"/>
                  </a:cubicBezTo>
                  <a:cubicBezTo>
                    <a:pt x="28" y="0"/>
                    <a:pt x="31" y="0"/>
                    <a:pt x="36" y="0"/>
                  </a:cubicBezTo>
                  <a:cubicBezTo>
                    <a:pt x="46" y="0"/>
                    <a:pt x="54" y="2"/>
                    <a:pt x="60" y="6"/>
                  </a:cubicBezTo>
                  <a:cubicBezTo>
                    <a:pt x="66" y="10"/>
                    <a:pt x="69" y="17"/>
                    <a:pt x="69" y="25"/>
                  </a:cubicBezTo>
                  <a:cubicBezTo>
                    <a:pt x="69" y="30"/>
                    <a:pt x="68" y="33"/>
                    <a:pt x="66" y="37"/>
                  </a:cubicBezTo>
                  <a:cubicBezTo>
                    <a:pt x="64" y="40"/>
                    <a:pt x="62" y="43"/>
                    <a:pt x="59" y="46"/>
                  </a:cubicBezTo>
                  <a:cubicBezTo>
                    <a:pt x="56" y="49"/>
                    <a:pt x="53" y="51"/>
                    <a:pt x="49" y="54"/>
                  </a:cubicBezTo>
                  <a:cubicBezTo>
                    <a:pt x="46" y="56"/>
                    <a:pt x="42" y="58"/>
                    <a:pt x="39" y="60"/>
                  </a:cubicBezTo>
                  <a:cubicBezTo>
                    <a:pt x="34" y="62"/>
                    <a:pt x="30" y="65"/>
                    <a:pt x="27" y="69"/>
                  </a:cubicBezTo>
                  <a:cubicBezTo>
                    <a:pt x="24" y="73"/>
                    <a:pt x="22" y="77"/>
                    <a:pt x="22" y="83"/>
                  </a:cubicBezTo>
                  <a:cubicBezTo>
                    <a:pt x="22" y="83"/>
                    <a:pt x="22" y="84"/>
                    <a:pt x="24" y="84"/>
                  </a:cubicBezTo>
                  <a:cubicBezTo>
                    <a:pt x="63" y="84"/>
                    <a:pt x="63" y="84"/>
                    <a:pt x="63" y="84"/>
                  </a:cubicBezTo>
                  <a:cubicBezTo>
                    <a:pt x="65" y="84"/>
                    <a:pt x="67" y="84"/>
                    <a:pt x="68" y="85"/>
                  </a:cubicBezTo>
                  <a:cubicBezTo>
                    <a:pt x="68" y="85"/>
                    <a:pt x="69" y="86"/>
                    <a:pt x="69" y="88"/>
                  </a:cubicBezTo>
                  <a:cubicBezTo>
                    <a:pt x="69" y="96"/>
                    <a:pt x="69" y="96"/>
                    <a:pt x="69" y="96"/>
                  </a:cubicBezTo>
                  <a:cubicBezTo>
                    <a:pt x="69" y="98"/>
                    <a:pt x="69" y="99"/>
                    <a:pt x="68" y="100"/>
                  </a:cubicBezTo>
                  <a:cubicBezTo>
                    <a:pt x="67" y="100"/>
                    <a:pt x="66" y="100"/>
                    <a:pt x="65" y="100"/>
                  </a:cubicBezTo>
                  <a:lnTo>
                    <a:pt x="5" y="100"/>
                  </a:lnTo>
                  <a:close/>
                </a:path>
              </a:pathLst>
            </a:custGeom>
            <a:solidFill>
              <a:srgbClr val="9084BA"/>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67" name="组合 282"/>
          <p:cNvGrpSpPr/>
          <p:nvPr/>
        </p:nvGrpSpPr>
        <p:grpSpPr>
          <a:xfrm>
            <a:off x="5262276" y="4235451"/>
            <a:ext cx="390525" cy="265113"/>
            <a:chOff x="5052725" y="4318289"/>
            <a:chExt cx="390525" cy="265113"/>
          </a:xfrm>
        </p:grpSpPr>
        <p:sp>
          <p:nvSpPr>
            <p:cNvPr id="168" name="Freeform 63"/>
            <p:cNvSpPr>
              <a:spLocks noEditPoints="1"/>
            </p:cNvSpPr>
            <p:nvPr/>
          </p:nvSpPr>
          <p:spPr bwMode="auto">
            <a:xfrm>
              <a:off x="5052725" y="4318289"/>
              <a:ext cx="193675" cy="265113"/>
            </a:xfrm>
            <a:custGeom>
              <a:avLst/>
              <a:gdLst>
                <a:gd name="T0" fmla="*/ 38 w 76"/>
                <a:gd name="T1" fmla="*/ 104 h 104"/>
                <a:gd name="T2" fmla="*/ 26 w 76"/>
                <a:gd name="T3" fmla="*/ 103 h 104"/>
                <a:gd name="T4" fmla="*/ 13 w 76"/>
                <a:gd name="T5" fmla="*/ 99 h 104"/>
                <a:gd name="T6" fmla="*/ 4 w 76"/>
                <a:gd name="T7" fmla="*/ 90 h 104"/>
                <a:gd name="T8" fmla="*/ 0 w 76"/>
                <a:gd name="T9" fmla="*/ 74 h 104"/>
                <a:gd name="T10" fmla="*/ 0 w 76"/>
                <a:gd name="T11" fmla="*/ 35 h 104"/>
                <a:gd name="T12" fmla="*/ 9 w 76"/>
                <a:gd name="T13" fmla="*/ 8 h 104"/>
                <a:gd name="T14" fmla="*/ 38 w 76"/>
                <a:gd name="T15" fmla="*/ 0 h 104"/>
                <a:gd name="T16" fmla="*/ 53 w 76"/>
                <a:gd name="T17" fmla="*/ 2 h 104"/>
                <a:gd name="T18" fmla="*/ 65 w 76"/>
                <a:gd name="T19" fmla="*/ 7 h 104"/>
                <a:gd name="T20" fmla="*/ 73 w 76"/>
                <a:gd name="T21" fmla="*/ 18 h 104"/>
                <a:gd name="T22" fmla="*/ 76 w 76"/>
                <a:gd name="T23" fmla="*/ 35 h 104"/>
                <a:gd name="T24" fmla="*/ 76 w 76"/>
                <a:gd name="T25" fmla="*/ 70 h 104"/>
                <a:gd name="T26" fmla="*/ 74 w 76"/>
                <a:gd name="T27" fmla="*/ 84 h 104"/>
                <a:gd name="T28" fmla="*/ 69 w 76"/>
                <a:gd name="T29" fmla="*/ 93 h 104"/>
                <a:gd name="T30" fmla="*/ 62 w 76"/>
                <a:gd name="T31" fmla="*/ 99 h 104"/>
                <a:gd name="T32" fmla="*/ 53 w 76"/>
                <a:gd name="T33" fmla="*/ 102 h 104"/>
                <a:gd name="T34" fmla="*/ 45 w 76"/>
                <a:gd name="T35" fmla="*/ 103 h 104"/>
                <a:gd name="T36" fmla="*/ 38 w 76"/>
                <a:gd name="T37" fmla="*/ 104 h 104"/>
                <a:gd name="T38" fmla="*/ 57 w 76"/>
                <a:gd name="T39" fmla="*/ 36 h 104"/>
                <a:gd name="T40" fmla="*/ 52 w 76"/>
                <a:gd name="T41" fmla="*/ 21 h 104"/>
                <a:gd name="T42" fmla="*/ 38 w 76"/>
                <a:gd name="T43" fmla="*/ 16 h 104"/>
                <a:gd name="T44" fmla="*/ 23 w 76"/>
                <a:gd name="T45" fmla="*/ 21 h 104"/>
                <a:gd name="T46" fmla="*/ 18 w 76"/>
                <a:gd name="T47" fmla="*/ 36 h 104"/>
                <a:gd name="T48" fmla="*/ 18 w 76"/>
                <a:gd name="T49" fmla="*/ 71 h 104"/>
                <a:gd name="T50" fmla="*/ 20 w 76"/>
                <a:gd name="T51" fmla="*/ 78 h 104"/>
                <a:gd name="T52" fmla="*/ 25 w 76"/>
                <a:gd name="T53" fmla="*/ 83 h 104"/>
                <a:gd name="T54" fmla="*/ 31 w 76"/>
                <a:gd name="T55" fmla="*/ 86 h 104"/>
                <a:gd name="T56" fmla="*/ 38 w 76"/>
                <a:gd name="T57" fmla="*/ 87 h 104"/>
                <a:gd name="T58" fmla="*/ 45 w 76"/>
                <a:gd name="T59" fmla="*/ 86 h 104"/>
                <a:gd name="T60" fmla="*/ 51 w 76"/>
                <a:gd name="T61" fmla="*/ 84 h 104"/>
                <a:gd name="T62" fmla="*/ 55 w 76"/>
                <a:gd name="T63" fmla="*/ 78 h 104"/>
                <a:gd name="T64" fmla="*/ 57 w 76"/>
                <a:gd name="T65" fmla="*/ 68 h 104"/>
                <a:gd name="T66" fmla="*/ 57 w 76"/>
                <a:gd name="T67" fmla="*/ 3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6" h="104">
                  <a:moveTo>
                    <a:pt x="38" y="104"/>
                  </a:moveTo>
                  <a:cubicBezTo>
                    <a:pt x="34" y="104"/>
                    <a:pt x="30" y="103"/>
                    <a:pt x="26" y="103"/>
                  </a:cubicBezTo>
                  <a:cubicBezTo>
                    <a:pt x="21" y="102"/>
                    <a:pt x="17" y="101"/>
                    <a:pt x="13" y="99"/>
                  </a:cubicBezTo>
                  <a:cubicBezTo>
                    <a:pt x="9" y="97"/>
                    <a:pt x="6" y="94"/>
                    <a:pt x="4" y="90"/>
                  </a:cubicBezTo>
                  <a:cubicBezTo>
                    <a:pt x="1" y="86"/>
                    <a:pt x="0" y="81"/>
                    <a:pt x="0" y="74"/>
                  </a:cubicBezTo>
                  <a:cubicBezTo>
                    <a:pt x="0" y="35"/>
                    <a:pt x="0" y="35"/>
                    <a:pt x="0" y="35"/>
                  </a:cubicBezTo>
                  <a:cubicBezTo>
                    <a:pt x="0" y="22"/>
                    <a:pt x="3" y="14"/>
                    <a:pt x="9" y="8"/>
                  </a:cubicBezTo>
                  <a:cubicBezTo>
                    <a:pt x="15" y="3"/>
                    <a:pt x="24" y="0"/>
                    <a:pt x="38" y="0"/>
                  </a:cubicBezTo>
                  <a:cubicBezTo>
                    <a:pt x="43" y="0"/>
                    <a:pt x="48" y="0"/>
                    <a:pt x="53" y="2"/>
                  </a:cubicBezTo>
                  <a:cubicBezTo>
                    <a:pt x="57" y="3"/>
                    <a:pt x="61" y="5"/>
                    <a:pt x="65" y="7"/>
                  </a:cubicBezTo>
                  <a:cubicBezTo>
                    <a:pt x="68" y="10"/>
                    <a:pt x="71" y="14"/>
                    <a:pt x="73" y="18"/>
                  </a:cubicBezTo>
                  <a:cubicBezTo>
                    <a:pt x="75" y="22"/>
                    <a:pt x="76" y="28"/>
                    <a:pt x="76" y="35"/>
                  </a:cubicBezTo>
                  <a:cubicBezTo>
                    <a:pt x="76" y="70"/>
                    <a:pt x="76" y="70"/>
                    <a:pt x="76" y="70"/>
                  </a:cubicBezTo>
                  <a:cubicBezTo>
                    <a:pt x="76" y="75"/>
                    <a:pt x="75" y="80"/>
                    <a:pt x="74" y="84"/>
                  </a:cubicBezTo>
                  <a:cubicBezTo>
                    <a:pt x="73" y="88"/>
                    <a:pt x="71" y="91"/>
                    <a:pt x="69" y="93"/>
                  </a:cubicBezTo>
                  <a:cubicBezTo>
                    <a:pt x="67" y="96"/>
                    <a:pt x="64" y="98"/>
                    <a:pt x="62" y="99"/>
                  </a:cubicBezTo>
                  <a:cubicBezTo>
                    <a:pt x="59" y="100"/>
                    <a:pt x="56" y="101"/>
                    <a:pt x="53" y="102"/>
                  </a:cubicBezTo>
                  <a:cubicBezTo>
                    <a:pt x="51" y="103"/>
                    <a:pt x="48" y="103"/>
                    <a:pt x="45" y="103"/>
                  </a:cubicBezTo>
                  <a:cubicBezTo>
                    <a:pt x="43" y="103"/>
                    <a:pt x="40" y="104"/>
                    <a:pt x="38" y="104"/>
                  </a:cubicBezTo>
                  <a:close/>
                  <a:moveTo>
                    <a:pt x="57" y="36"/>
                  </a:moveTo>
                  <a:cubicBezTo>
                    <a:pt x="57" y="29"/>
                    <a:pt x="55" y="24"/>
                    <a:pt x="52" y="21"/>
                  </a:cubicBezTo>
                  <a:cubicBezTo>
                    <a:pt x="49" y="18"/>
                    <a:pt x="44" y="16"/>
                    <a:pt x="38" y="16"/>
                  </a:cubicBezTo>
                  <a:cubicBezTo>
                    <a:pt x="31" y="16"/>
                    <a:pt x="26" y="18"/>
                    <a:pt x="23" y="21"/>
                  </a:cubicBezTo>
                  <a:cubicBezTo>
                    <a:pt x="20" y="25"/>
                    <a:pt x="18" y="30"/>
                    <a:pt x="18" y="36"/>
                  </a:cubicBezTo>
                  <a:cubicBezTo>
                    <a:pt x="18" y="71"/>
                    <a:pt x="18" y="71"/>
                    <a:pt x="18" y="71"/>
                  </a:cubicBezTo>
                  <a:cubicBezTo>
                    <a:pt x="18" y="74"/>
                    <a:pt x="19" y="76"/>
                    <a:pt x="20" y="78"/>
                  </a:cubicBezTo>
                  <a:cubicBezTo>
                    <a:pt x="21" y="80"/>
                    <a:pt x="23" y="82"/>
                    <a:pt x="25" y="83"/>
                  </a:cubicBezTo>
                  <a:cubicBezTo>
                    <a:pt x="26" y="85"/>
                    <a:pt x="29" y="85"/>
                    <a:pt x="31" y="86"/>
                  </a:cubicBezTo>
                  <a:cubicBezTo>
                    <a:pt x="33" y="87"/>
                    <a:pt x="36" y="87"/>
                    <a:pt x="38" y="87"/>
                  </a:cubicBezTo>
                  <a:cubicBezTo>
                    <a:pt x="41" y="87"/>
                    <a:pt x="43" y="87"/>
                    <a:pt x="45" y="86"/>
                  </a:cubicBezTo>
                  <a:cubicBezTo>
                    <a:pt x="48" y="86"/>
                    <a:pt x="50" y="85"/>
                    <a:pt x="51" y="84"/>
                  </a:cubicBezTo>
                  <a:cubicBezTo>
                    <a:pt x="53" y="82"/>
                    <a:pt x="55" y="80"/>
                    <a:pt x="55" y="78"/>
                  </a:cubicBezTo>
                  <a:cubicBezTo>
                    <a:pt x="56" y="75"/>
                    <a:pt x="57" y="72"/>
                    <a:pt x="57" y="68"/>
                  </a:cubicBezTo>
                  <a:lnTo>
                    <a:pt x="57" y="36"/>
                  </a:lnTo>
                  <a:close/>
                </a:path>
              </a:pathLst>
            </a:custGeom>
            <a:solidFill>
              <a:srgbClr val="E8E10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9" name="Freeform 73"/>
            <p:cNvSpPr>
              <a:spLocks/>
            </p:cNvSpPr>
            <p:nvPr/>
          </p:nvSpPr>
          <p:spPr bwMode="auto">
            <a:xfrm>
              <a:off x="5279737" y="4321464"/>
              <a:ext cx="163513" cy="260350"/>
            </a:xfrm>
            <a:custGeom>
              <a:avLst/>
              <a:gdLst>
                <a:gd name="T0" fmla="*/ 31 w 64"/>
                <a:gd name="T1" fmla="*/ 102 h 102"/>
                <a:gd name="T2" fmla="*/ 13 w 64"/>
                <a:gd name="T3" fmla="*/ 100 h 102"/>
                <a:gd name="T4" fmla="*/ 1 w 64"/>
                <a:gd name="T5" fmla="*/ 96 h 102"/>
                <a:gd name="T6" fmla="*/ 0 w 64"/>
                <a:gd name="T7" fmla="*/ 93 h 102"/>
                <a:gd name="T8" fmla="*/ 2 w 64"/>
                <a:gd name="T9" fmla="*/ 87 h 102"/>
                <a:gd name="T10" fmla="*/ 4 w 64"/>
                <a:gd name="T11" fmla="*/ 83 h 102"/>
                <a:gd name="T12" fmla="*/ 6 w 64"/>
                <a:gd name="T13" fmla="*/ 80 h 102"/>
                <a:gd name="T14" fmla="*/ 16 w 64"/>
                <a:gd name="T15" fmla="*/ 84 h 102"/>
                <a:gd name="T16" fmla="*/ 28 w 64"/>
                <a:gd name="T17" fmla="*/ 86 h 102"/>
                <a:gd name="T18" fmla="*/ 41 w 64"/>
                <a:gd name="T19" fmla="*/ 82 h 102"/>
                <a:gd name="T20" fmla="*/ 46 w 64"/>
                <a:gd name="T21" fmla="*/ 73 h 102"/>
                <a:gd name="T22" fmla="*/ 44 w 64"/>
                <a:gd name="T23" fmla="*/ 66 h 102"/>
                <a:gd name="T24" fmla="*/ 40 w 64"/>
                <a:gd name="T25" fmla="*/ 62 h 102"/>
                <a:gd name="T26" fmla="*/ 33 w 64"/>
                <a:gd name="T27" fmla="*/ 59 h 102"/>
                <a:gd name="T28" fmla="*/ 26 w 64"/>
                <a:gd name="T29" fmla="*/ 58 h 102"/>
                <a:gd name="T30" fmla="*/ 21 w 64"/>
                <a:gd name="T31" fmla="*/ 57 h 102"/>
                <a:gd name="T32" fmla="*/ 20 w 64"/>
                <a:gd name="T33" fmla="*/ 54 h 102"/>
                <a:gd name="T34" fmla="*/ 20 w 64"/>
                <a:gd name="T35" fmla="*/ 48 h 102"/>
                <a:gd name="T36" fmla="*/ 22 w 64"/>
                <a:gd name="T37" fmla="*/ 44 h 102"/>
                <a:gd name="T38" fmla="*/ 26 w 64"/>
                <a:gd name="T39" fmla="*/ 43 h 102"/>
                <a:gd name="T40" fmla="*/ 40 w 64"/>
                <a:gd name="T41" fmla="*/ 39 h 102"/>
                <a:gd name="T42" fmla="*/ 45 w 64"/>
                <a:gd name="T43" fmla="*/ 28 h 102"/>
                <a:gd name="T44" fmla="*/ 41 w 64"/>
                <a:gd name="T45" fmla="*/ 19 h 102"/>
                <a:gd name="T46" fmla="*/ 27 w 64"/>
                <a:gd name="T47" fmla="*/ 15 h 102"/>
                <a:gd name="T48" fmla="*/ 17 w 64"/>
                <a:gd name="T49" fmla="*/ 17 h 102"/>
                <a:gd name="T50" fmla="*/ 9 w 64"/>
                <a:gd name="T51" fmla="*/ 21 h 102"/>
                <a:gd name="T52" fmla="*/ 6 w 64"/>
                <a:gd name="T53" fmla="*/ 20 h 102"/>
                <a:gd name="T54" fmla="*/ 4 w 64"/>
                <a:gd name="T55" fmla="*/ 15 h 102"/>
                <a:gd name="T56" fmla="*/ 3 w 64"/>
                <a:gd name="T57" fmla="*/ 10 h 102"/>
                <a:gd name="T58" fmla="*/ 3 w 64"/>
                <a:gd name="T59" fmla="*/ 7 h 102"/>
                <a:gd name="T60" fmla="*/ 7 w 64"/>
                <a:gd name="T61" fmla="*/ 4 h 102"/>
                <a:gd name="T62" fmla="*/ 12 w 64"/>
                <a:gd name="T63" fmla="*/ 2 h 102"/>
                <a:gd name="T64" fmla="*/ 20 w 64"/>
                <a:gd name="T65" fmla="*/ 0 h 102"/>
                <a:gd name="T66" fmla="*/ 30 w 64"/>
                <a:gd name="T67" fmla="*/ 0 h 102"/>
                <a:gd name="T68" fmla="*/ 54 w 64"/>
                <a:gd name="T69" fmla="*/ 7 h 102"/>
                <a:gd name="T70" fmla="*/ 63 w 64"/>
                <a:gd name="T71" fmla="*/ 25 h 102"/>
                <a:gd name="T72" fmla="*/ 59 w 64"/>
                <a:gd name="T73" fmla="*/ 41 h 102"/>
                <a:gd name="T74" fmla="*/ 49 w 64"/>
                <a:gd name="T75" fmla="*/ 51 h 102"/>
                <a:gd name="T76" fmla="*/ 59 w 64"/>
                <a:gd name="T77" fmla="*/ 60 h 102"/>
                <a:gd name="T78" fmla="*/ 64 w 64"/>
                <a:gd name="T79" fmla="*/ 74 h 102"/>
                <a:gd name="T80" fmla="*/ 61 w 64"/>
                <a:gd name="T81" fmla="*/ 86 h 102"/>
                <a:gd name="T82" fmla="*/ 54 w 64"/>
                <a:gd name="T83" fmla="*/ 95 h 102"/>
                <a:gd name="T84" fmla="*/ 44 w 64"/>
                <a:gd name="T85" fmla="*/ 100 h 102"/>
                <a:gd name="T86" fmla="*/ 31 w 64"/>
                <a:gd name="T87"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4" h="102">
                  <a:moveTo>
                    <a:pt x="31" y="102"/>
                  </a:moveTo>
                  <a:cubicBezTo>
                    <a:pt x="24" y="102"/>
                    <a:pt x="18" y="102"/>
                    <a:pt x="13" y="100"/>
                  </a:cubicBezTo>
                  <a:cubicBezTo>
                    <a:pt x="7" y="99"/>
                    <a:pt x="3" y="97"/>
                    <a:pt x="1" y="96"/>
                  </a:cubicBezTo>
                  <a:cubicBezTo>
                    <a:pt x="0" y="95"/>
                    <a:pt x="0" y="94"/>
                    <a:pt x="0" y="93"/>
                  </a:cubicBezTo>
                  <a:cubicBezTo>
                    <a:pt x="1" y="91"/>
                    <a:pt x="1" y="89"/>
                    <a:pt x="2" y="87"/>
                  </a:cubicBezTo>
                  <a:cubicBezTo>
                    <a:pt x="2" y="86"/>
                    <a:pt x="3" y="84"/>
                    <a:pt x="4" y="83"/>
                  </a:cubicBezTo>
                  <a:cubicBezTo>
                    <a:pt x="5" y="81"/>
                    <a:pt x="5" y="80"/>
                    <a:pt x="6" y="80"/>
                  </a:cubicBezTo>
                  <a:cubicBezTo>
                    <a:pt x="9" y="82"/>
                    <a:pt x="12" y="83"/>
                    <a:pt x="16" y="84"/>
                  </a:cubicBezTo>
                  <a:cubicBezTo>
                    <a:pt x="20" y="85"/>
                    <a:pt x="24" y="86"/>
                    <a:pt x="28" y="86"/>
                  </a:cubicBezTo>
                  <a:cubicBezTo>
                    <a:pt x="34" y="86"/>
                    <a:pt x="38" y="85"/>
                    <a:pt x="41" y="82"/>
                  </a:cubicBezTo>
                  <a:cubicBezTo>
                    <a:pt x="44" y="80"/>
                    <a:pt x="46" y="77"/>
                    <a:pt x="46" y="73"/>
                  </a:cubicBezTo>
                  <a:cubicBezTo>
                    <a:pt x="46" y="70"/>
                    <a:pt x="45" y="68"/>
                    <a:pt x="44" y="66"/>
                  </a:cubicBezTo>
                  <a:cubicBezTo>
                    <a:pt x="43" y="65"/>
                    <a:pt x="41" y="63"/>
                    <a:pt x="40" y="62"/>
                  </a:cubicBezTo>
                  <a:cubicBezTo>
                    <a:pt x="38" y="61"/>
                    <a:pt x="36" y="60"/>
                    <a:pt x="33" y="59"/>
                  </a:cubicBezTo>
                  <a:cubicBezTo>
                    <a:pt x="31" y="58"/>
                    <a:pt x="28" y="58"/>
                    <a:pt x="26" y="58"/>
                  </a:cubicBezTo>
                  <a:cubicBezTo>
                    <a:pt x="24" y="58"/>
                    <a:pt x="22" y="58"/>
                    <a:pt x="21" y="57"/>
                  </a:cubicBezTo>
                  <a:cubicBezTo>
                    <a:pt x="21" y="57"/>
                    <a:pt x="20" y="56"/>
                    <a:pt x="20" y="54"/>
                  </a:cubicBezTo>
                  <a:cubicBezTo>
                    <a:pt x="20" y="48"/>
                    <a:pt x="20" y="48"/>
                    <a:pt x="20" y="48"/>
                  </a:cubicBezTo>
                  <a:cubicBezTo>
                    <a:pt x="20" y="46"/>
                    <a:pt x="21" y="44"/>
                    <a:pt x="22" y="44"/>
                  </a:cubicBezTo>
                  <a:cubicBezTo>
                    <a:pt x="23" y="44"/>
                    <a:pt x="25" y="43"/>
                    <a:pt x="26" y="43"/>
                  </a:cubicBezTo>
                  <a:cubicBezTo>
                    <a:pt x="32" y="43"/>
                    <a:pt x="37" y="42"/>
                    <a:pt x="40" y="39"/>
                  </a:cubicBezTo>
                  <a:cubicBezTo>
                    <a:pt x="44" y="36"/>
                    <a:pt x="45" y="33"/>
                    <a:pt x="45" y="28"/>
                  </a:cubicBezTo>
                  <a:cubicBezTo>
                    <a:pt x="45" y="24"/>
                    <a:pt x="44" y="21"/>
                    <a:pt x="41" y="19"/>
                  </a:cubicBezTo>
                  <a:cubicBezTo>
                    <a:pt x="38" y="17"/>
                    <a:pt x="33" y="15"/>
                    <a:pt x="27" y="15"/>
                  </a:cubicBezTo>
                  <a:cubicBezTo>
                    <a:pt x="24" y="15"/>
                    <a:pt x="20" y="16"/>
                    <a:pt x="17" y="17"/>
                  </a:cubicBezTo>
                  <a:cubicBezTo>
                    <a:pt x="14" y="18"/>
                    <a:pt x="11" y="19"/>
                    <a:pt x="9" y="21"/>
                  </a:cubicBezTo>
                  <a:cubicBezTo>
                    <a:pt x="8" y="22"/>
                    <a:pt x="7" y="21"/>
                    <a:pt x="6" y="20"/>
                  </a:cubicBezTo>
                  <a:cubicBezTo>
                    <a:pt x="6" y="19"/>
                    <a:pt x="5" y="17"/>
                    <a:pt x="4" y="15"/>
                  </a:cubicBezTo>
                  <a:cubicBezTo>
                    <a:pt x="3" y="14"/>
                    <a:pt x="3" y="12"/>
                    <a:pt x="3" y="10"/>
                  </a:cubicBezTo>
                  <a:cubicBezTo>
                    <a:pt x="3" y="8"/>
                    <a:pt x="3" y="7"/>
                    <a:pt x="3" y="7"/>
                  </a:cubicBezTo>
                  <a:cubicBezTo>
                    <a:pt x="4" y="6"/>
                    <a:pt x="6" y="5"/>
                    <a:pt x="7" y="4"/>
                  </a:cubicBezTo>
                  <a:cubicBezTo>
                    <a:pt x="8" y="3"/>
                    <a:pt x="10" y="3"/>
                    <a:pt x="12" y="2"/>
                  </a:cubicBezTo>
                  <a:cubicBezTo>
                    <a:pt x="14" y="1"/>
                    <a:pt x="17" y="1"/>
                    <a:pt x="20" y="0"/>
                  </a:cubicBezTo>
                  <a:cubicBezTo>
                    <a:pt x="22" y="0"/>
                    <a:pt x="26" y="0"/>
                    <a:pt x="30" y="0"/>
                  </a:cubicBezTo>
                  <a:cubicBezTo>
                    <a:pt x="40" y="0"/>
                    <a:pt x="49" y="2"/>
                    <a:pt x="54" y="7"/>
                  </a:cubicBezTo>
                  <a:cubicBezTo>
                    <a:pt x="60" y="11"/>
                    <a:pt x="63" y="17"/>
                    <a:pt x="63" y="25"/>
                  </a:cubicBezTo>
                  <a:cubicBezTo>
                    <a:pt x="63" y="31"/>
                    <a:pt x="62" y="36"/>
                    <a:pt x="59" y="41"/>
                  </a:cubicBezTo>
                  <a:cubicBezTo>
                    <a:pt x="56" y="45"/>
                    <a:pt x="53" y="48"/>
                    <a:pt x="49" y="51"/>
                  </a:cubicBezTo>
                  <a:cubicBezTo>
                    <a:pt x="53" y="53"/>
                    <a:pt x="57" y="56"/>
                    <a:pt x="59" y="60"/>
                  </a:cubicBezTo>
                  <a:cubicBezTo>
                    <a:pt x="62" y="64"/>
                    <a:pt x="64" y="68"/>
                    <a:pt x="64" y="74"/>
                  </a:cubicBezTo>
                  <a:cubicBezTo>
                    <a:pt x="64" y="79"/>
                    <a:pt x="63" y="83"/>
                    <a:pt x="61" y="86"/>
                  </a:cubicBezTo>
                  <a:cubicBezTo>
                    <a:pt x="59" y="90"/>
                    <a:pt x="57" y="93"/>
                    <a:pt x="54" y="95"/>
                  </a:cubicBezTo>
                  <a:cubicBezTo>
                    <a:pt x="51" y="98"/>
                    <a:pt x="48" y="99"/>
                    <a:pt x="44" y="100"/>
                  </a:cubicBezTo>
                  <a:cubicBezTo>
                    <a:pt x="40" y="102"/>
                    <a:pt x="36" y="102"/>
                    <a:pt x="31" y="102"/>
                  </a:cubicBezTo>
                  <a:close/>
                </a:path>
              </a:pathLst>
            </a:custGeom>
            <a:solidFill>
              <a:srgbClr val="E8E104"/>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70" name="组合 280"/>
          <p:cNvGrpSpPr/>
          <p:nvPr/>
        </p:nvGrpSpPr>
        <p:grpSpPr>
          <a:xfrm>
            <a:off x="6612443" y="3581401"/>
            <a:ext cx="417513" cy="266700"/>
            <a:chOff x="6197312" y="3719801"/>
            <a:chExt cx="417513" cy="266700"/>
          </a:xfrm>
        </p:grpSpPr>
        <p:sp>
          <p:nvSpPr>
            <p:cNvPr id="171" name="Freeform 83"/>
            <p:cNvSpPr>
              <a:spLocks noEditPoints="1"/>
            </p:cNvSpPr>
            <p:nvPr/>
          </p:nvSpPr>
          <p:spPr bwMode="auto">
            <a:xfrm>
              <a:off x="6197312" y="3719801"/>
              <a:ext cx="195263" cy="266700"/>
            </a:xfrm>
            <a:custGeom>
              <a:avLst/>
              <a:gdLst>
                <a:gd name="T0" fmla="*/ 38 w 76"/>
                <a:gd name="T1" fmla="*/ 104 h 104"/>
                <a:gd name="T2" fmla="*/ 26 w 76"/>
                <a:gd name="T3" fmla="*/ 103 h 104"/>
                <a:gd name="T4" fmla="*/ 13 w 76"/>
                <a:gd name="T5" fmla="*/ 99 h 104"/>
                <a:gd name="T6" fmla="*/ 4 w 76"/>
                <a:gd name="T7" fmla="*/ 90 h 104"/>
                <a:gd name="T8" fmla="*/ 0 w 76"/>
                <a:gd name="T9" fmla="*/ 74 h 104"/>
                <a:gd name="T10" fmla="*/ 0 w 76"/>
                <a:gd name="T11" fmla="*/ 35 h 104"/>
                <a:gd name="T12" fmla="*/ 9 w 76"/>
                <a:gd name="T13" fmla="*/ 8 h 104"/>
                <a:gd name="T14" fmla="*/ 38 w 76"/>
                <a:gd name="T15" fmla="*/ 0 h 104"/>
                <a:gd name="T16" fmla="*/ 53 w 76"/>
                <a:gd name="T17" fmla="*/ 2 h 104"/>
                <a:gd name="T18" fmla="*/ 65 w 76"/>
                <a:gd name="T19" fmla="*/ 8 h 104"/>
                <a:gd name="T20" fmla="*/ 73 w 76"/>
                <a:gd name="T21" fmla="*/ 18 h 104"/>
                <a:gd name="T22" fmla="*/ 76 w 76"/>
                <a:gd name="T23" fmla="*/ 35 h 104"/>
                <a:gd name="T24" fmla="*/ 76 w 76"/>
                <a:gd name="T25" fmla="*/ 70 h 104"/>
                <a:gd name="T26" fmla="*/ 74 w 76"/>
                <a:gd name="T27" fmla="*/ 84 h 104"/>
                <a:gd name="T28" fmla="*/ 69 w 76"/>
                <a:gd name="T29" fmla="*/ 94 h 104"/>
                <a:gd name="T30" fmla="*/ 62 w 76"/>
                <a:gd name="T31" fmla="*/ 99 h 104"/>
                <a:gd name="T32" fmla="*/ 54 w 76"/>
                <a:gd name="T33" fmla="*/ 102 h 104"/>
                <a:gd name="T34" fmla="*/ 45 w 76"/>
                <a:gd name="T35" fmla="*/ 104 h 104"/>
                <a:gd name="T36" fmla="*/ 38 w 76"/>
                <a:gd name="T37" fmla="*/ 104 h 104"/>
                <a:gd name="T38" fmla="*/ 57 w 76"/>
                <a:gd name="T39" fmla="*/ 36 h 104"/>
                <a:gd name="T40" fmla="*/ 52 w 76"/>
                <a:gd name="T41" fmla="*/ 21 h 104"/>
                <a:gd name="T42" fmla="*/ 39 w 76"/>
                <a:gd name="T43" fmla="*/ 17 h 104"/>
                <a:gd name="T44" fmla="*/ 23 w 76"/>
                <a:gd name="T45" fmla="*/ 22 h 104"/>
                <a:gd name="T46" fmla="*/ 18 w 76"/>
                <a:gd name="T47" fmla="*/ 36 h 104"/>
                <a:gd name="T48" fmla="*/ 18 w 76"/>
                <a:gd name="T49" fmla="*/ 71 h 104"/>
                <a:gd name="T50" fmla="*/ 20 w 76"/>
                <a:gd name="T51" fmla="*/ 79 h 104"/>
                <a:gd name="T52" fmla="*/ 25 w 76"/>
                <a:gd name="T53" fmla="*/ 84 h 104"/>
                <a:gd name="T54" fmla="*/ 31 w 76"/>
                <a:gd name="T55" fmla="*/ 86 h 104"/>
                <a:gd name="T56" fmla="*/ 38 w 76"/>
                <a:gd name="T57" fmla="*/ 87 h 104"/>
                <a:gd name="T58" fmla="*/ 45 w 76"/>
                <a:gd name="T59" fmla="*/ 86 h 104"/>
                <a:gd name="T60" fmla="*/ 52 w 76"/>
                <a:gd name="T61" fmla="*/ 84 h 104"/>
                <a:gd name="T62" fmla="*/ 56 w 76"/>
                <a:gd name="T63" fmla="*/ 78 h 104"/>
                <a:gd name="T64" fmla="*/ 57 w 76"/>
                <a:gd name="T65" fmla="*/ 68 h 104"/>
                <a:gd name="T66" fmla="*/ 57 w 76"/>
                <a:gd name="T67" fmla="*/ 3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6" h="104">
                  <a:moveTo>
                    <a:pt x="38" y="104"/>
                  </a:moveTo>
                  <a:cubicBezTo>
                    <a:pt x="34" y="104"/>
                    <a:pt x="30" y="103"/>
                    <a:pt x="26" y="103"/>
                  </a:cubicBezTo>
                  <a:cubicBezTo>
                    <a:pt x="22" y="102"/>
                    <a:pt x="17" y="101"/>
                    <a:pt x="13" y="99"/>
                  </a:cubicBezTo>
                  <a:cubicBezTo>
                    <a:pt x="9" y="97"/>
                    <a:pt x="6" y="94"/>
                    <a:pt x="4" y="90"/>
                  </a:cubicBezTo>
                  <a:cubicBezTo>
                    <a:pt x="1" y="86"/>
                    <a:pt x="0" y="81"/>
                    <a:pt x="0" y="74"/>
                  </a:cubicBezTo>
                  <a:cubicBezTo>
                    <a:pt x="0" y="35"/>
                    <a:pt x="0" y="35"/>
                    <a:pt x="0" y="35"/>
                  </a:cubicBezTo>
                  <a:cubicBezTo>
                    <a:pt x="0" y="23"/>
                    <a:pt x="3" y="14"/>
                    <a:pt x="9" y="8"/>
                  </a:cubicBezTo>
                  <a:cubicBezTo>
                    <a:pt x="15" y="3"/>
                    <a:pt x="24" y="0"/>
                    <a:pt x="38" y="0"/>
                  </a:cubicBezTo>
                  <a:cubicBezTo>
                    <a:pt x="43" y="0"/>
                    <a:pt x="48" y="1"/>
                    <a:pt x="53" y="2"/>
                  </a:cubicBezTo>
                  <a:cubicBezTo>
                    <a:pt x="57" y="3"/>
                    <a:pt x="62" y="5"/>
                    <a:pt x="65" y="8"/>
                  </a:cubicBezTo>
                  <a:cubicBezTo>
                    <a:pt x="68" y="10"/>
                    <a:pt x="71" y="14"/>
                    <a:pt x="73" y="18"/>
                  </a:cubicBezTo>
                  <a:cubicBezTo>
                    <a:pt x="75" y="23"/>
                    <a:pt x="76" y="28"/>
                    <a:pt x="76" y="35"/>
                  </a:cubicBezTo>
                  <a:cubicBezTo>
                    <a:pt x="76" y="70"/>
                    <a:pt x="76" y="70"/>
                    <a:pt x="76" y="70"/>
                  </a:cubicBezTo>
                  <a:cubicBezTo>
                    <a:pt x="76" y="76"/>
                    <a:pt x="75" y="80"/>
                    <a:pt x="74" y="84"/>
                  </a:cubicBezTo>
                  <a:cubicBezTo>
                    <a:pt x="73" y="88"/>
                    <a:pt x="71" y="91"/>
                    <a:pt x="69" y="94"/>
                  </a:cubicBezTo>
                  <a:cubicBezTo>
                    <a:pt x="67" y="96"/>
                    <a:pt x="64" y="98"/>
                    <a:pt x="62" y="99"/>
                  </a:cubicBezTo>
                  <a:cubicBezTo>
                    <a:pt x="59" y="101"/>
                    <a:pt x="56" y="102"/>
                    <a:pt x="54" y="102"/>
                  </a:cubicBezTo>
                  <a:cubicBezTo>
                    <a:pt x="51" y="103"/>
                    <a:pt x="48" y="103"/>
                    <a:pt x="45" y="104"/>
                  </a:cubicBezTo>
                  <a:cubicBezTo>
                    <a:pt x="43" y="104"/>
                    <a:pt x="40" y="104"/>
                    <a:pt x="38" y="104"/>
                  </a:cubicBezTo>
                  <a:close/>
                  <a:moveTo>
                    <a:pt x="57" y="36"/>
                  </a:moveTo>
                  <a:cubicBezTo>
                    <a:pt x="57" y="29"/>
                    <a:pt x="55" y="24"/>
                    <a:pt x="52" y="21"/>
                  </a:cubicBezTo>
                  <a:cubicBezTo>
                    <a:pt x="49" y="18"/>
                    <a:pt x="45" y="17"/>
                    <a:pt x="39" y="17"/>
                  </a:cubicBezTo>
                  <a:cubicBezTo>
                    <a:pt x="31" y="17"/>
                    <a:pt x="26" y="18"/>
                    <a:pt x="23" y="22"/>
                  </a:cubicBezTo>
                  <a:cubicBezTo>
                    <a:pt x="20" y="25"/>
                    <a:pt x="18" y="30"/>
                    <a:pt x="18" y="36"/>
                  </a:cubicBezTo>
                  <a:cubicBezTo>
                    <a:pt x="18" y="71"/>
                    <a:pt x="18" y="71"/>
                    <a:pt x="18" y="71"/>
                  </a:cubicBezTo>
                  <a:cubicBezTo>
                    <a:pt x="18" y="74"/>
                    <a:pt x="19" y="76"/>
                    <a:pt x="20" y="79"/>
                  </a:cubicBezTo>
                  <a:cubicBezTo>
                    <a:pt x="21" y="81"/>
                    <a:pt x="23" y="82"/>
                    <a:pt x="25" y="84"/>
                  </a:cubicBezTo>
                  <a:cubicBezTo>
                    <a:pt x="27" y="85"/>
                    <a:pt x="29" y="86"/>
                    <a:pt x="31" y="86"/>
                  </a:cubicBezTo>
                  <a:cubicBezTo>
                    <a:pt x="33" y="87"/>
                    <a:pt x="36" y="87"/>
                    <a:pt x="38" y="87"/>
                  </a:cubicBezTo>
                  <a:cubicBezTo>
                    <a:pt x="41" y="87"/>
                    <a:pt x="43" y="87"/>
                    <a:pt x="45" y="86"/>
                  </a:cubicBezTo>
                  <a:cubicBezTo>
                    <a:pt x="48" y="86"/>
                    <a:pt x="50" y="85"/>
                    <a:pt x="52" y="84"/>
                  </a:cubicBezTo>
                  <a:cubicBezTo>
                    <a:pt x="53" y="82"/>
                    <a:pt x="55" y="81"/>
                    <a:pt x="56" y="78"/>
                  </a:cubicBezTo>
                  <a:cubicBezTo>
                    <a:pt x="57" y="76"/>
                    <a:pt x="57" y="72"/>
                    <a:pt x="57" y="68"/>
                  </a:cubicBezTo>
                  <a:lnTo>
                    <a:pt x="57" y="36"/>
                  </a:lnTo>
                  <a:close/>
                </a:path>
              </a:pathLst>
            </a:custGeom>
            <a:solidFill>
              <a:srgbClr val="FF9B23"/>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2" name="Freeform 89"/>
            <p:cNvSpPr>
              <a:spLocks noEditPoints="1"/>
            </p:cNvSpPr>
            <p:nvPr/>
          </p:nvSpPr>
          <p:spPr bwMode="auto">
            <a:xfrm>
              <a:off x="6435437" y="3732501"/>
              <a:ext cx="179388" cy="254000"/>
            </a:xfrm>
            <a:custGeom>
              <a:avLst/>
              <a:gdLst>
                <a:gd name="T0" fmla="*/ 62 w 70"/>
                <a:gd name="T1" fmla="*/ 80 h 99"/>
                <a:gd name="T2" fmla="*/ 62 w 70"/>
                <a:gd name="T3" fmla="*/ 95 h 99"/>
                <a:gd name="T4" fmla="*/ 61 w 70"/>
                <a:gd name="T5" fmla="*/ 98 h 99"/>
                <a:gd name="T6" fmla="*/ 57 w 70"/>
                <a:gd name="T7" fmla="*/ 99 h 99"/>
                <a:gd name="T8" fmla="*/ 51 w 70"/>
                <a:gd name="T9" fmla="*/ 99 h 99"/>
                <a:gd name="T10" fmla="*/ 46 w 70"/>
                <a:gd name="T11" fmla="*/ 98 h 99"/>
                <a:gd name="T12" fmla="*/ 45 w 70"/>
                <a:gd name="T13" fmla="*/ 94 h 99"/>
                <a:gd name="T14" fmla="*/ 45 w 70"/>
                <a:gd name="T15" fmla="*/ 80 h 99"/>
                <a:gd name="T16" fmla="*/ 5 w 70"/>
                <a:gd name="T17" fmla="*/ 80 h 99"/>
                <a:gd name="T18" fmla="*/ 2 w 70"/>
                <a:gd name="T19" fmla="*/ 79 h 99"/>
                <a:gd name="T20" fmla="*/ 0 w 70"/>
                <a:gd name="T21" fmla="*/ 76 h 99"/>
                <a:gd name="T22" fmla="*/ 0 w 70"/>
                <a:gd name="T23" fmla="*/ 70 h 99"/>
                <a:gd name="T24" fmla="*/ 1 w 70"/>
                <a:gd name="T25" fmla="*/ 67 h 99"/>
                <a:gd name="T26" fmla="*/ 2 w 70"/>
                <a:gd name="T27" fmla="*/ 65 h 99"/>
                <a:gd name="T28" fmla="*/ 42 w 70"/>
                <a:gd name="T29" fmla="*/ 5 h 99"/>
                <a:gd name="T30" fmla="*/ 45 w 70"/>
                <a:gd name="T31" fmla="*/ 1 h 99"/>
                <a:gd name="T32" fmla="*/ 49 w 70"/>
                <a:gd name="T33" fmla="*/ 0 h 99"/>
                <a:gd name="T34" fmla="*/ 58 w 70"/>
                <a:gd name="T35" fmla="*/ 0 h 99"/>
                <a:gd name="T36" fmla="*/ 61 w 70"/>
                <a:gd name="T37" fmla="*/ 1 h 99"/>
                <a:gd name="T38" fmla="*/ 62 w 70"/>
                <a:gd name="T39" fmla="*/ 5 h 99"/>
                <a:gd name="T40" fmla="*/ 62 w 70"/>
                <a:gd name="T41" fmla="*/ 65 h 99"/>
                <a:gd name="T42" fmla="*/ 66 w 70"/>
                <a:gd name="T43" fmla="*/ 65 h 99"/>
                <a:gd name="T44" fmla="*/ 69 w 70"/>
                <a:gd name="T45" fmla="*/ 66 h 99"/>
                <a:gd name="T46" fmla="*/ 70 w 70"/>
                <a:gd name="T47" fmla="*/ 69 h 99"/>
                <a:gd name="T48" fmla="*/ 70 w 70"/>
                <a:gd name="T49" fmla="*/ 75 h 99"/>
                <a:gd name="T50" fmla="*/ 69 w 70"/>
                <a:gd name="T51" fmla="*/ 79 h 99"/>
                <a:gd name="T52" fmla="*/ 66 w 70"/>
                <a:gd name="T53" fmla="*/ 80 h 99"/>
                <a:gd name="T54" fmla="*/ 62 w 70"/>
                <a:gd name="T55" fmla="*/ 80 h 99"/>
                <a:gd name="T56" fmla="*/ 45 w 70"/>
                <a:gd name="T57" fmla="*/ 29 h 99"/>
                <a:gd name="T58" fmla="*/ 33 w 70"/>
                <a:gd name="T59" fmla="*/ 46 h 99"/>
                <a:gd name="T60" fmla="*/ 21 w 70"/>
                <a:gd name="T61" fmla="*/ 65 h 99"/>
                <a:gd name="T62" fmla="*/ 45 w 70"/>
                <a:gd name="T63" fmla="*/ 65 h 99"/>
                <a:gd name="T64" fmla="*/ 45 w 70"/>
                <a:gd name="T65" fmla="*/ 2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0" h="99">
                  <a:moveTo>
                    <a:pt x="62" y="80"/>
                  </a:moveTo>
                  <a:cubicBezTo>
                    <a:pt x="62" y="95"/>
                    <a:pt x="62" y="95"/>
                    <a:pt x="62" y="95"/>
                  </a:cubicBezTo>
                  <a:cubicBezTo>
                    <a:pt x="62" y="96"/>
                    <a:pt x="61" y="97"/>
                    <a:pt x="61" y="98"/>
                  </a:cubicBezTo>
                  <a:cubicBezTo>
                    <a:pt x="60" y="98"/>
                    <a:pt x="59" y="99"/>
                    <a:pt x="57" y="99"/>
                  </a:cubicBezTo>
                  <a:cubicBezTo>
                    <a:pt x="51" y="99"/>
                    <a:pt x="51" y="99"/>
                    <a:pt x="51" y="99"/>
                  </a:cubicBezTo>
                  <a:cubicBezTo>
                    <a:pt x="49" y="99"/>
                    <a:pt x="47" y="98"/>
                    <a:pt x="46" y="98"/>
                  </a:cubicBezTo>
                  <a:cubicBezTo>
                    <a:pt x="46" y="97"/>
                    <a:pt x="45" y="96"/>
                    <a:pt x="45" y="94"/>
                  </a:cubicBezTo>
                  <a:cubicBezTo>
                    <a:pt x="45" y="80"/>
                    <a:pt x="45" y="80"/>
                    <a:pt x="45" y="80"/>
                  </a:cubicBezTo>
                  <a:cubicBezTo>
                    <a:pt x="5" y="80"/>
                    <a:pt x="5" y="80"/>
                    <a:pt x="5" y="80"/>
                  </a:cubicBezTo>
                  <a:cubicBezTo>
                    <a:pt x="3" y="80"/>
                    <a:pt x="2" y="80"/>
                    <a:pt x="2" y="79"/>
                  </a:cubicBezTo>
                  <a:cubicBezTo>
                    <a:pt x="1" y="79"/>
                    <a:pt x="0" y="78"/>
                    <a:pt x="0" y="76"/>
                  </a:cubicBezTo>
                  <a:cubicBezTo>
                    <a:pt x="0" y="70"/>
                    <a:pt x="0" y="70"/>
                    <a:pt x="0" y="70"/>
                  </a:cubicBezTo>
                  <a:cubicBezTo>
                    <a:pt x="0" y="69"/>
                    <a:pt x="1" y="68"/>
                    <a:pt x="1" y="67"/>
                  </a:cubicBezTo>
                  <a:cubicBezTo>
                    <a:pt x="1" y="66"/>
                    <a:pt x="1" y="66"/>
                    <a:pt x="2" y="65"/>
                  </a:cubicBezTo>
                  <a:cubicBezTo>
                    <a:pt x="42" y="5"/>
                    <a:pt x="42" y="5"/>
                    <a:pt x="42" y="5"/>
                  </a:cubicBezTo>
                  <a:cubicBezTo>
                    <a:pt x="43" y="4"/>
                    <a:pt x="44" y="3"/>
                    <a:pt x="45" y="1"/>
                  </a:cubicBezTo>
                  <a:cubicBezTo>
                    <a:pt x="46" y="0"/>
                    <a:pt x="47" y="0"/>
                    <a:pt x="49" y="0"/>
                  </a:cubicBezTo>
                  <a:cubicBezTo>
                    <a:pt x="58" y="0"/>
                    <a:pt x="58" y="0"/>
                    <a:pt x="58" y="0"/>
                  </a:cubicBezTo>
                  <a:cubicBezTo>
                    <a:pt x="60" y="0"/>
                    <a:pt x="61" y="0"/>
                    <a:pt x="61" y="1"/>
                  </a:cubicBezTo>
                  <a:cubicBezTo>
                    <a:pt x="62" y="2"/>
                    <a:pt x="62" y="3"/>
                    <a:pt x="62" y="5"/>
                  </a:cubicBezTo>
                  <a:cubicBezTo>
                    <a:pt x="62" y="65"/>
                    <a:pt x="62" y="65"/>
                    <a:pt x="62" y="65"/>
                  </a:cubicBezTo>
                  <a:cubicBezTo>
                    <a:pt x="66" y="65"/>
                    <a:pt x="66" y="65"/>
                    <a:pt x="66" y="65"/>
                  </a:cubicBezTo>
                  <a:cubicBezTo>
                    <a:pt x="67" y="65"/>
                    <a:pt x="69" y="65"/>
                    <a:pt x="69" y="66"/>
                  </a:cubicBezTo>
                  <a:cubicBezTo>
                    <a:pt x="69" y="66"/>
                    <a:pt x="70" y="67"/>
                    <a:pt x="70" y="69"/>
                  </a:cubicBezTo>
                  <a:cubicBezTo>
                    <a:pt x="70" y="75"/>
                    <a:pt x="70" y="75"/>
                    <a:pt x="70" y="75"/>
                  </a:cubicBezTo>
                  <a:cubicBezTo>
                    <a:pt x="70" y="77"/>
                    <a:pt x="69" y="78"/>
                    <a:pt x="69" y="79"/>
                  </a:cubicBezTo>
                  <a:cubicBezTo>
                    <a:pt x="69" y="80"/>
                    <a:pt x="67" y="80"/>
                    <a:pt x="66" y="80"/>
                  </a:cubicBezTo>
                  <a:lnTo>
                    <a:pt x="62" y="80"/>
                  </a:lnTo>
                  <a:close/>
                  <a:moveTo>
                    <a:pt x="45" y="29"/>
                  </a:moveTo>
                  <a:cubicBezTo>
                    <a:pt x="41" y="35"/>
                    <a:pt x="37" y="41"/>
                    <a:pt x="33" y="46"/>
                  </a:cubicBezTo>
                  <a:cubicBezTo>
                    <a:pt x="29" y="52"/>
                    <a:pt x="25" y="58"/>
                    <a:pt x="21" y="65"/>
                  </a:cubicBezTo>
                  <a:cubicBezTo>
                    <a:pt x="45" y="65"/>
                    <a:pt x="45" y="65"/>
                    <a:pt x="45" y="65"/>
                  </a:cubicBezTo>
                  <a:lnTo>
                    <a:pt x="45" y="29"/>
                  </a:lnTo>
                  <a:close/>
                </a:path>
              </a:pathLst>
            </a:custGeom>
            <a:solidFill>
              <a:srgbClr val="FF9B23"/>
            </a:solidFill>
            <a:ln>
              <a:noFill/>
            </a:ln>
          </p:spPr>
          <p:txBody>
            <a:bodyPr vert="horz" wrap="square" lIns="91440" tIns="45720" rIns="91440" bIns="45720" numCol="1" anchor="t" anchorCtr="0" compatLnSpc="1">
              <a:prstTxWarp prst="textNoShape">
                <a:avLst/>
              </a:prstTxWarp>
            </a:bodyPr>
            <a:lstStyle/>
            <a:p>
              <a:endParaRPr lang="zh-CN" altLang="en-US"/>
            </a:p>
          </p:txBody>
        </p:sp>
      </p:grpSp>
      <p:sp>
        <p:nvSpPr>
          <p:cNvPr id="173" name="Freeform 123"/>
          <p:cNvSpPr>
            <a:spLocks/>
          </p:cNvSpPr>
          <p:nvPr/>
        </p:nvSpPr>
        <p:spPr bwMode="auto">
          <a:xfrm>
            <a:off x="5744875" y="3848389"/>
            <a:ext cx="71438" cy="20638"/>
          </a:xfrm>
          <a:custGeom>
            <a:avLst/>
            <a:gdLst>
              <a:gd name="T0" fmla="*/ 24 w 28"/>
              <a:gd name="T1" fmla="*/ 0 h 8"/>
              <a:gd name="T2" fmla="*/ 4 w 28"/>
              <a:gd name="T3" fmla="*/ 0 h 8"/>
              <a:gd name="T4" fmla="*/ 0 w 28"/>
              <a:gd name="T5" fmla="*/ 4 h 8"/>
              <a:gd name="T6" fmla="*/ 4 w 28"/>
              <a:gd name="T7" fmla="*/ 8 h 8"/>
              <a:gd name="T8" fmla="*/ 24 w 28"/>
              <a:gd name="T9" fmla="*/ 8 h 8"/>
              <a:gd name="T10" fmla="*/ 28 w 28"/>
              <a:gd name="T11" fmla="*/ 4 h 8"/>
              <a:gd name="T12" fmla="*/ 24 w 28"/>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28" h="8">
                <a:moveTo>
                  <a:pt x="24" y="0"/>
                </a:moveTo>
                <a:cubicBezTo>
                  <a:pt x="4" y="0"/>
                  <a:pt x="4" y="0"/>
                  <a:pt x="4" y="0"/>
                </a:cubicBezTo>
                <a:cubicBezTo>
                  <a:pt x="1" y="0"/>
                  <a:pt x="0" y="1"/>
                  <a:pt x="0" y="4"/>
                </a:cubicBezTo>
                <a:cubicBezTo>
                  <a:pt x="0" y="6"/>
                  <a:pt x="1" y="8"/>
                  <a:pt x="4" y="8"/>
                </a:cubicBezTo>
                <a:cubicBezTo>
                  <a:pt x="24" y="8"/>
                  <a:pt x="24" y="8"/>
                  <a:pt x="24" y="8"/>
                </a:cubicBezTo>
                <a:cubicBezTo>
                  <a:pt x="26" y="8"/>
                  <a:pt x="28" y="6"/>
                  <a:pt x="28" y="4"/>
                </a:cubicBezTo>
                <a:cubicBezTo>
                  <a:pt x="28" y="1"/>
                  <a:pt x="26" y="0"/>
                  <a:pt x="24"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4" name="Freeform 129"/>
          <p:cNvSpPr>
            <a:spLocks/>
          </p:cNvSpPr>
          <p:nvPr/>
        </p:nvSpPr>
        <p:spPr bwMode="auto">
          <a:xfrm>
            <a:off x="5451187" y="4000789"/>
            <a:ext cx="71438" cy="20638"/>
          </a:xfrm>
          <a:custGeom>
            <a:avLst/>
            <a:gdLst>
              <a:gd name="T0" fmla="*/ 24 w 28"/>
              <a:gd name="T1" fmla="*/ 0 h 8"/>
              <a:gd name="T2" fmla="*/ 4 w 28"/>
              <a:gd name="T3" fmla="*/ 0 h 8"/>
              <a:gd name="T4" fmla="*/ 0 w 28"/>
              <a:gd name="T5" fmla="*/ 4 h 8"/>
              <a:gd name="T6" fmla="*/ 4 w 28"/>
              <a:gd name="T7" fmla="*/ 8 h 8"/>
              <a:gd name="T8" fmla="*/ 24 w 28"/>
              <a:gd name="T9" fmla="*/ 8 h 8"/>
              <a:gd name="T10" fmla="*/ 28 w 28"/>
              <a:gd name="T11" fmla="*/ 4 h 8"/>
              <a:gd name="T12" fmla="*/ 24 w 28"/>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28" h="8">
                <a:moveTo>
                  <a:pt x="24" y="0"/>
                </a:moveTo>
                <a:cubicBezTo>
                  <a:pt x="4" y="0"/>
                  <a:pt x="4" y="0"/>
                  <a:pt x="4" y="0"/>
                </a:cubicBezTo>
                <a:cubicBezTo>
                  <a:pt x="2" y="0"/>
                  <a:pt x="0" y="2"/>
                  <a:pt x="0" y="4"/>
                </a:cubicBezTo>
                <a:cubicBezTo>
                  <a:pt x="0" y="6"/>
                  <a:pt x="2" y="8"/>
                  <a:pt x="4" y="8"/>
                </a:cubicBezTo>
                <a:cubicBezTo>
                  <a:pt x="24" y="8"/>
                  <a:pt x="24" y="8"/>
                  <a:pt x="24" y="8"/>
                </a:cubicBezTo>
                <a:cubicBezTo>
                  <a:pt x="26" y="8"/>
                  <a:pt x="28" y="6"/>
                  <a:pt x="28" y="4"/>
                </a:cubicBezTo>
                <a:cubicBezTo>
                  <a:pt x="28" y="2"/>
                  <a:pt x="26" y="0"/>
                  <a:pt x="24"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5" name="Freeform 151"/>
          <p:cNvSpPr>
            <a:spLocks/>
          </p:cNvSpPr>
          <p:nvPr/>
        </p:nvSpPr>
        <p:spPr bwMode="auto">
          <a:xfrm>
            <a:off x="4395500" y="4561176"/>
            <a:ext cx="71438" cy="20638"/>
          </a:xfrm>
          <a:custGeom>
            <a:avLst/>
            <a:gdLst>
              <a:gd name="T0" fmla="*/ 24 w 28"/>
              <a:gd name="T1" fmla="*/ 0 h 8"/>
              <a:gd name="T2" fmla="*/ 4 w 28"/>
              <a:gd name="T3" fmla="*/ 0 h 8"/>
              <a:gd name="T4" fmla="*/ 0 w 28"/>
              <a:gd name="T5" fmla="*/ 4 h 8"/>
              <a:gd name="T6" fmla="*/ 4 w 28"/>
              <a:gd name="T7" fmla="*/ 8 h 8"/>
              <a:gd name="T8" fmla="*/ 24 w 28"/>
              <a:gd name="T9" fmla="*/ 8 h 8"/>
              <a:gd name="T10" fmla="*/ 28 w 28"/>
              <a:gd name="T11" fmla="*/ 4 h 8"/>
              <a:gd name="T12" fmla="*/ 24 w 28"/>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28" h="8">
                <a:moveTo>
                  <a:pt x="24" y="0"/>
                </a:moveTo>
                <a:cubicBezTo>
                  <a:pt x="4" y="0"/>
                  <a:pt x="4" y="0"/>
                  <a:pt x="4" y="0"/>
                </a:cubicBezTo>
                <a:cubicBezTo>
                  <a:pt x="2" y="0"/>
                  <a:pt x="0" y="2"/>
                  <a:pt x="0" y="4"/>
                </a:cubicBezTo>
                <a:cubicBezTo>
                  <a:pt x="0" y="6"/>
                  <a:pt x="2" y="8"/>
                  <a:pt x="4" y="8"/>
                </a:cubicBezTo>
                <a:cubicBezTo>
                  <a:pt x="24" y="8"/>
                  <a:pt x="24" y="8"/>
                  <a:pt x="24" y="8"/>
                </a:cubicBezTo>
                <a:cubicBezTo>
                  <a:pt x="26" y="8"/>
                  <a:pt x="28" y="6"/>
                  <a:pt x="28" y="4"/>
                </a:cubicBezTo>
                <a:cubicBezTo>
                  <a:pt x="28" y="2"/>
                  <a:pt x="26" y="0"/>
                  <a:pt x="24"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6" name="Freeform 159"/>
          <p:cNvSpPr>
            <a:spLocks/>
          </p:cNvSpPr>
          <p:nvPr/>
        </p:nvSpPr>
        <p:spPr bwMode="auto">
          <a:xfrm>
            <a:off x="4030375" y="4758026"/>
            <a:ext cx="71438" cy="20638"/>
          </a:xfrm>
          <a:custGeom>
            <a:avLst/>
            <a:gdLst>
              <a:gd name="T0" fmla="*/ 24 w 28"/>
              <a:gd name="T1" fmla="*/ 0 h 8"/>
              <a:gd name="T2" fmla="*/ 4 w 28"/>
              <a:gd name="T3" fmla="*/ 0 h 8"/>
              <a:gd name="T4" fmla="*/ 0 w 28"/>
              <a:gd name="T5" fmla="*/ 4 h 8"/>
              <a:gd name="T6" fmla="*/ 4 w 28"/>
              <a:gd name="T7" fmla="*/ 8 h 8"/>
              <a:gd name="T8" fmla="*/ 24 w 28"/>
              <a:gd name="T9" fmla="*/ 8 h 8"/>
              <a:gd name="T10" fmla="*/ 28 w 28"/>
              <a:gd name="T11" fmla="*/ 4 h 8"/>
              <a:gd name="T12" fmla="*/ 24 w 28"/>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28" h="8">
                <a:moveTo>
                  <a:pt x="24" y="0"/>
                </a:moveTo>
                <a:cubicBezTo>
                  <a:pt x="4" y="0"/>
                  <a:pt x="4" y="0"/>
                  <a:pt x="4" y="0"/>
                </a:cubicBezTo>
                <a:cubicBezTo>
                  <a:pt x="2" y="0"/>
                  <a:pt x="0" y="2"/>
                  <a:pt x="0" y="4"/>
                </a:cubicBezTo>
                <a:cubicBezTo>
                  <a:pt x="0" y="7"/>
                  <a:pt x="2" y="8"/>
                  <a:pt x="4" y="8"/>
                </a:cubicBezTo>
                <a:cubicBezTo>
                  <a:pt x="24" y="8"/>
                  <a:pt x="24" y="8"/>
                  <a:pt x="24" y="8"/>
                </a:cubicBezTo>
                <a:cubicBezTo>
                  <a:pt x="27" y="8"/>
                  <a:pt x="28" y="7"/>
                  <a:pt x="28" y="4"/>
                </a:cubicBezTo>
                <a:cubicBezTo>
                  <a:pt x="28" y="2"/>
                  <a:pt x="27" y="0"/>
                  <a:pt x="24"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7" name="Freeform 161"/>
          <p:cNvSpPr>
            <a:spLocks/>
          </p:cNvSpPr>
          <p:nvPr/>
        </p:nvSpPr>
        <p:spPr bwMode="auto">
          <a:xfrm>
            <a:off x="3941475" y="4808826"/>
            <a:ext cx="71438" cy="20638"/>
          </a:xfrm>
          <a:custGeom>
            <a:avLst/>
            <a:gdLst>
              <a:gd name="T0" fmla="*/ 24 w 28"/>
              <a:gd name="T1" fmla="*/ 0 h 8"/>
              <a:gd name="T2" fmla="*/ 4 w 28"/>
              <a:gd name="T3" fmla="*/ 0 h 8"/>
              <a:gd name="T4" fmla="*/ 0 w 28"/>
              <a:gd name="T5" fmla="*/ 4 h 8"/>
              <a:gd name="T6" fmla="*/ 4 w 28"/>
              <a:gd name="T7" fmla="*/ 8 h 8"/>
              <a:gd name="T8" fmla="*/ 24 w 28"/>
              <a:gd name="T9" fmla="*/ 8 h 8"/>
              <a:gd name="T10" fmla="*/ 28 w 28"/>
              <a:gd name="T11" fmla="*/ 4 h 8"/>
              <a:gd name="T12" fmla="*/ 24 w 28"/>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28" h="8">
                <a:moveTo>
                  <a:pt x="24" y="0"/>
                </a:moveTo>
                <a:cubicBezTo>
                  <a:pt x="4" y="0"/>
                  <a:pt x="4" y="0"/>
                  <a:pt x="4" y="0"/>
                </a:cubicBezTo>
                <a:cubicBezTo>
                  <a:pt x="2" y="0"/>
                  <a:pt x="0" y="2"/>
                  <a:pt x="0" y="4"/>
                </a:cubicBezTo>
                <a:cubicBezTo>
                  <a:pt x="0" y="6"/>
                  <a:pt x="2" y="8"/>
                  <a:pt x="4" y="8"/>
                </a:cubicBezTo>
                <a:cubicBezTo>
                  <a:pt x="24" y="8"/>
                  <a:pt x="24" y="8"/>
                  <a:pt x="24" y="8"/>
                </a:cubicBezTo>
                <a:cubicBezTo>
                  <a:pt x="26" y="8"/>
                  <a:pt x="28" y="6"/>
                  <a:pt x="28" y="4"/>
                </a:cubicBezTo>
                <a:cubicBezTo>
                  <a:pt x="28" y="2"/>
                  <a:pt x="26" y="0"/>
                  <a:pt x="24"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8" name="Freeform 163"/>
          <p:cNvSpPr>
            <a:spLocks/>
          </p:cNvSpPr>
          <p:nvPr/>
        </p:nvSpPr>
        <p:spPr bwMode="auto">
          <a:xfrm>
            <a:off x="3849400" y="4858039"/>
            <a:ext cx="71438" cy="20638"/>
          </a:xfrm>
          <a:custGeom>
            <a:avLst/>
            <a:gdLst>
              <a:gd name="T0" fmla="*/ 24 w 28"/>
              <a:gd name="T1" fmla="*/ 0 h 8"/>
              <a:gd name="T2" fmla="*/ 4 w 28"/>
              <a:gd name="T3" fmla="*/ 0 h 8"/>
              <a:gd name="T4" fmla="*/ 0 w 28"/>
              <a:gd name="T5" fmla="*/ 4 h 8"/>
              <a:gd name="T6" fmla="*/ 4 w 28"/>
              <a:gd name="T7" fmla="*/ 8 h 8"/>
              <a:gd name="T8" fmla="*/ 24 w 28"/>
              <a:gd name="T9" fmla="*/ 8 h 8"/>
              <a:gd name="T10" fmla="*/ 28 w 28"/>
              <a:gd name="T11" fmla="*/ 4 h 8"/>
              <a:gd name="T12" fmla="*/ 24 w 28"/>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28" h="8">
                <a:moveTo>
                  <a:pt x="24" y="0"/>
                </a:moveTo>
                <a:cubicBezTo>
                  <a:pt x="4" y="0"/>
                  <a:pt x="4" y="0"/>
                  <a:pt x="4" y="0"/>
                </a:cubicBezTo>
                <a:cubicBezTo>
                  <a:pt x="2" y="0"/>
                  <a:pt x="0" y="2"/>
                  <a:pt x="0" y="4"/>
                </a:cubicBezTo>
                <a:cubicBezTo>
                  <a:pt x="0" y="6"/>
                  <a:pt x="2" y="8"/>
                  <a:pt x="4" y="8"/>
                </a:cubicBezTo>
                <a:cubicBezTo>
                  <a:pt x="24" y="8"/>
                  <a:pt x="24" y="8"/>
                  <a:pt x="24" y="8"/>
                </a:cubicBezTo>
                <a:cubicBezTo>
                  <a:pt x="26" y="8"/>
                  <a:pt x="28" y="6"/>
                  <a:pt x="28" y="4"/>
                </a:cubicBezTo>
                <a:cubicBezTo>
                  <a:pt x="28" y="2"/>
                  <a:pt x="26" y="0"/>
                  <a:pt x="24"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9" name="Freeform 167"/>
          <p:cNvSpPr>
            <a:spLocks/>
          </p:cNvSpPr>
          <p:nvPr/>
        </p:nvSpPr>
        <p:spPr bwMode="auto">
          <a:xfrm>
            <a:off x="3666837" y="4958051"/>
            <a:ext cx="71438" cy="19050"/>
          </a:xfrm>
          <a:custGeom>
            <a:avLst/>
            <a:gdLst>
              <a:gd name="T0" fmla="*/ 4 w 28"/>
              <a:gd name="T1" fmla="*/ 8 h 8"/>
              <a:gd name="T2" fmla="*/ 24 w 28"/>
              <a:gd name="T3" fmla="*/ 8 h 8"/>
              <a:gd name="T4" fmla="*/ 28 w 28"/>
              <a:gd name="T5" fmla="*/ 4 h 8"/>
              <a:gd name="T6" fmla="*/ 24 w 28"/>
              <a:gd name="T7" fmla="*/ 0 h 8"/>
              <a:gd name="T8" fmla="*/ 4 w 28"/>
              <a:gd name="T9" fmla="*/ 0 h 8"/>
              <a:gd name="T10" fmla="*/ 0 w 28"/>
              <a:gd name="T11" fmla="*/ 4 h 8"/>
              <a:gd name="T12" fmla="*/ 4 w 28"/>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28" h="8">
                <a:moveTo>
                  <a:pt x="4" y="8"/>
                </a:moveTo>
                <a:cubicBezTo>
                  <a:pt x="24" y="8"/>
                  <a:pt x="24" y="8"/>
                  <a:pt x="24" y="8"/>
                </a:cubicBezTo>
                <a:cubicBezTo>
                  <a:pt x="26" y="8"/>
                  <a:pt x="28" y="6"/>
                  <a:pt x="28" y="4"/>
                </a:cubicBezTo>
                <a:cubicBezTo>
                  <a:pt x="28" y="2"/>
                  <a:pt x="26" y="0"/>
                  <a:pt x="24" y="0"/>
                </a:cubicBezTo>
                <a:cubicBezTo>
                  <a:pt x="4" y="0"/>
                  <a:pt x="4" y="0"/>
                  <a:pt x="4" y="0"/>
                </a:cubicBezTo>
                <a:cubicBezTo>
                  <a:pt x="2" y="0"/>
                  <a:pt x="0" y="2"/>
                  <a:pt x="0" y="4"/>
                </a:cubicBezTo>
                <a:cubicBezTo>
                  <a:pt x="0" y="6"/>
                  <a:pt x="2" y="8"/>
                  <a:pt x="4" y="8"/>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0" name="Freeform 171"/>
          <p:cNvSpPr>
            <a:spLocks/>
          </p:cNvSpPr>
          <p:nvPr/>
        </p:nvSpPr>
        <p:spPr bwMode="auto">
          <a:xfrm>
            <a:off x="3495387" y="5046951"/>
            <a:ext cx="69850" cy="20638"/>
          </a:xfrm>
          <a:custGeom>
            <a:avLst/>
            <a:gdLst>
              <a:gd name="T0" fmla="*/ 23 w 27"/>
              <a:gd name="T1" fmla="*/ 0 h 8"/>
              <a:gd name="T2" fmla="*/ 4 w 27"/>
              <a:gd name="T3" fmla="*/ 0 h 8"/>
              <a:gd name="T4" fmla="*/ 0 w 27"/>
              <a:gd name="T5" fmla="*/ 4 h 8"/>
              <a:gd name="T6" fmla="*/ 4 w 27"/>
              <a:gd name="T7" fmla="*/ 8 h 8"/>
              <a:gd name="T8" fmla="*/ 23 w 27"/>
              <a:gd name="T9" fmla="*/ 8 h 8"/>
              <a:gd name="T10" fmla="*/ 27 w 27"/>
              <a:gd name="T11" fmla="*/ 4 h 8"/>
              <a:gd name="T12" fmla="*/ 23 w 27"/>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27" h="8">
                <a:moveTo>
                  <a:pt x="23" y="0"/>
                </a:moveTo>
                <a:cubicBezTo>
                  <a:pt x="4" y="0"/>
                  <a:pt x="4" y="0"/>
                  <a:pt x="4" y="0"/>
                </a:cubicBezTo>
                <a:cubicBezTo>
                  <a:pt x="2" y="0"/>
                  <a:pt x="0" y="2"/>
                  <a:pt x="0" y="4"/>
                </a:cubicBezTo>
                <a:cubicBezTo>
                  <a:pt x="0" y="7"/>
                  <a:pt x="2" y="8"/>
                  <a:pt x="4" y="8"/>
                </a:cubicBezTo>
                <a:cubicBezTo>
                  <a:pt x="23" y="8"/>
                  <a:pt x="23" y="8"/>
                  <a:pt x="23" y="8"/>
                </a:cubicBezTo>
                <a:cubicBezTo>
                  <a:pt x="26" y="8"/>
                  <a:pt x="27" y="7"/>
                  <a:pt x="27" y="4"/>
                </a:cubicBezTo>
                <a:cubicBezTo>
                  <a:pt x="27" y="2"/>
                  <a:pt x="26" y="0"/>
                  <a:pt x="2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1" name="Freeform 175"/>
          <p:cNvSpPr>
            <a:spLocks/>
          </p:cNvSpPr>
          <p:nvPr/>
        </p:nvSpPr>
        <p:spPr bwMode="auto">
          <a:xfrm>
            <a:off x="3335050" y="5131089"/>
            <a:ext cx="71438" cy="20638"/>
          </a:xfrm>
          <a:custGeom>
            <a:avLst/>
            <a:gdLst>
              <a:gd name="T0" fmla="*/ 24 w 28"/>
              <a:gd name="T1" fmla="*/ 0 h 8"/>
              <a:gd name="T2" fmla="*/ 4 w 28"/>
              <a:gd name="T3" fmla="*/ 0 h 8"/>
              <a:gd name="T4" fmla="*/ 0 w 28"/>
              <a:gd name="T5" fmla="*/ 4 h 8"/>
              <a:gd name="T6" fmla="*/ 4 w 28"/>
              <a:gd name="T7" fmla="*/ 8 h 8"/>
              <a:gd name="T8" fmla="*/ 24 w 28"/>
              <a:gd name="T9" fmla="*/ 8 h 8"/>
              <a:gd name="T10" fmla="*/ 28 w 28"/>
              <a:gd name="T11" fmla="*/ 4 h 8"/>
              <a:gd name="T12" fmla="*/ 24 w 28"/>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28" h="8">
                <a:moveTo>
                  <a:pt x="24" y="0"/>
                </a:moveTo>
                <a:cubicBezTo>
                  <a:pt x="4" y="0"/>
                  <a:pt x="4" y="0"/>
                  <a:pt x="4" y="0"/>
                </a:cubicBezTo>
                <a:cubicBezTo>
                  <a:pt x="2" y="0"/>
                  <a:pt x="0" y="1"/>
                  <a:pt x="0" y="4"/>
                </a:cubicBezTo>
                <a:cubicBezTo>
                  <a:pt x="0" y="6"/>
                  <a:pt x="2" y="8"/>
                  <a:pt x="4" y="8"/>
                </a:cubicBezTo>
                <a:cubicBezTo>
                  <a:pt x="24" y="8"/>
                  <a:pt x="24" y="8"/>
                  <a:pt x="24" y="8"/>
                </a:cubicBezTo>
                <a:cubicBezTo>
                  <a:pt x="26" y="8"/>
                  <a:pt x="28" y="6"/>
                  <a:pt x="28" y="4"/>
                </a:cubicBezTo>
                <a:cubicBezTo>
                  <a:pt x="28" y="1"/>
                  <a:pt x="26" y="0"/>
                  <a:pt x="24"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2" name="Freeform 177"/>
          <p:cNvSpPr>
            <a:spLocks/>
          </p:cNvSpPr>
          <p:nvPr/>
        </p:nvSpPr>
        <p:spPr bwMode="auto">
          <a:xfrm>
            <a:off x="3255675" y="5172364"/>
            <a:ext cx="68263" cy="20638"/>
          </a:xfrm>
          <a:custGeom>
            <a:avLst/>
            <a:gdLst>
              <a:gd name="T0" fmla="*/ 4 w 27"/>
              <a:gd name="T1" fmla="*/ 8 h 8"/>
              <a:gd name="T2" fmla="*/ 23 w 27"/>
              <a:gd name="T3" fmla="*/ 8 h 8"/>
              <a:gd name="T4" fmla="*/ 27 w 27"/>
              <a:gd name="T5" fmla="*/ 4 h 8"/>
              <a:gd name="T6" fmla="*/ 23 w 27"/>
              <a:gd name="T7" fmla="*/ 0 h 8"/>
              <a:gd name="T8" fmla="*/ 4 w 27"/>
              <a:gd name="T9" fmla="*/ 0 h 8"/>
              <a:gd name="T10" fmla="*/ 0 w 27"/>
              <a:gd name="T11" fmla="*/ 4 h 8"/>
              <a:gd name="T12" fmla="*/ 4 w 27"/>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27" h="8">
                <a:moveTo>
                  <a:pt x="4" y="8"/>
                </a:moveTo>
                <a:cubicBezTo>
                  <a:pt x="23" y="8"/>
                  <a:pt x="23" y="8"/>
                  <a:pt x="23" y="8"/>
                </a:cubicBezTo>
                <a:cubicBezTo>
                  <a:pt x="25" y="8"/>
                  <a:pt x="27" y="6"/>
                  <a:pt x="27" y="4"/>
                </a:cubicBezTo>
                <a:cubicBezTo>
                  <a:pt x="27" y="2"/>
                  <a:pt x="25" y="0"/>
                  <a:pt x="23" y="0"/>
                </a:cubicBezTo>
                <a:cubicBezTo>
                  <a:pt x="4" y="0"/>
                  <a:pt x="4" y="0"/>
                  <a:pt x="4" y="0"/>
                </a:cubicBezTo>
                <a:cubicBezTo>
                  <a:pt x="2" y="0"/>
                  <a:pt x="0" y="2"/>
                  <a:pt x="0" y="4"/>
                </a:cubicBezTo>
                <a:cubicBezTo>
                  <a:pt x="0" y="6"/>
                  <a:pt x="2" y="8"/>
                  <a:pt x="4" y="8"/>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3" name="Freeform 179"/>
          <p:cNvSpPr>
            <a:spLocks/>
          </p:cNvSpPr>
          <p:nvPr/>
        </p:nvSpPr>
        <p:spPr bwMode="auto">
          <a:xfrm>
            <a:off x="3176300" y="5213639"/>
            <a:ext cx="69850" cy="19050"/>
          </a:xfrm>
          <a:custGeom>
            <a:avLst/>
            <a:gdLst>
              <a:gd name="T0" fmla="*/ 4 w 27"/>
              <a:gd name="T1" fmla="*/ 8 h 8"/>
              <a:gd name="T2" fmla="*/ 23 w 27"/>
              <a:gd name="T3" fmla="*/ 8 h 8"/>
              <a:gd name="T4" fmla="*/ 27 w 27"/>
              <a:gd name="T5" fmla="*/ 4 h 8"/>
              <a:gd name="T6" fmla="*/ 23 w 27"/>
              <a:gd name="T7" fmla="*/ 0 h 8"/>
              <a:gd name="T8" fmla="*/ 4 w 27"/>
              <a:gd name="T9" fmla="*/ 0 h 8"/>
              <a:gd name="T10" fmla="*/ 0 w 27"/>
              <a:gd name="T11" fmla="*/ 4 h 8"/>
              <a:gd name="T12" fmla="*/ 4 w 27"/>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27" h="8">
                <a:moveTo>
                  <a:pt x="4" y="8"/>
                </a:moveTo>
                <a:cubicBezTo>
                  <a:pt x="23" y="8"/>
                  <a:pt x="23" y="8"/>
                  <a:pt x="23" y="8"/>
                </a:cubicBezTo>
                <a:cubicBezTo>
                  <a:pt x="25" y="8"/>
                  <a:pt x="27" y="6"/>
                  <a:pt x="27" y="4"/>
                </a:cubicBezTo>
                <a:cubicBezTo>
                  <a:pt x="27" y="2"/>
                  <a:pt x="25" y="0"/>
                  <a:pt x="23" y="0"/>
                </a:cubicBezTo>
                <a:cubicBezTo>
                  <a:pt x="4" y="0"/>
                  <a:pt x="4" y="0"/>
                  <a:pt x="4" y="0"/>
                </a:cubicBezTo>
                <a:cubicBezTo>
                  <a:pt x="1" y="0"/>
                  <a:pt x="0" y="2"/>
                  <a:pt x="0" y="4"/>
                </a:cubicBezTo>
                <a:cubicBezTo>
                  <a:pt x="0" y="6"/>
                  <a:pt x="1" y="8"/>
                  <a:pt x="4" y="8"/>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4" name="Freeform 181"/>
          <p:cNvSpPr>
            <a:spLocks/>
          </p:cNvSpPr>
          <p:nvPr/>
        </p:nvSpPr>
        <p:spPr bwMode="auto">
          <a:xfrm>
            <a:off x="3088987" y="5248564"/>
            <a:ext cx="255588" cy="30163"/>
          </a:xfrm>
          <a:custGeom>
            <a:avLst/>
            <a:gdLst>
              <a:gd name="T0" fmla="*/ 94 w 100"/>
              <a:gd name="T1" fmla="*/ 0 h 12"/>
              <a:gd name="T2" fmla="*/ 6 w 100"/>
              <a:gd name="T3" fmla="*/ 0 h 12"/>
              <a:gd name="T4" fmla="*/ 0 w 100"/>
              <a:gd name="T5" fmla="*/ 6 h 12"/>
              <a:gd name="T6" fmla="*/ 6 w 100"/>
              <a:gd name="T7" fmla="*/ 12 h 12"/>
              <a:gd name="T8" fmla="*/ 94 w 100"/>
              <a:gd name="T9" fmla="*/ 12 h 12"/>
              <a:gd name="T10" fmla="*/ 100 w 100"/>
              <a:gd name="T11" fmla="*/ 6 h 12"/>
              <a:gd name="T12" fmla="*/ 94 w 100"/>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100" h="12">
                <a:moveTo>
                  <a:pt x="94" y="0"/>
                </a:moveTo>
                <a:cubicBezTo>
                  <a:pt x="6" y="0"/>
                  <a:pt x="6" y="0"/>
                  <a:pt x="6" y="0"/>
                </a:cubicBezTo>
                <a:cubicBezTo>
                  <a:pt x="3" y="0"/>
                  <a:pt x="0" y="3"/>
                  <a:pt x="0" y="6"/>
                </a:cubicBezTo>
                <a:cubicBezTo>
                  <a:pt x="0" y="9"/>
                  <a:pt x="3" y="12"/>
                  <a:pt x="6" y="12"/>
                </a:cubicBezTo>
                <a:cubicBezTo>
                  <a:pt x="94" y="12"/>
                  <a:pt x="94" y="12"/>
                  <a:pt x="94" y="12"/>
                </a:cubicBezTo>
                <a:cubicBezTo>
                  <a:pt x="97" y="12"/>
                  <a:pt x="100" y="9"/>
                  <a:pt x="100" y="6"/>
                </a:cubicBezTo>
                <a:cubicBezTo>
                  <a:pt x="100" y="3"/>
                  <a:pt x="97" y="0"/>
                  <a:pt x="94"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5" name="Freeform 183"/>
          <p:cNvSpPr>
            <a:spLocks/>
          </p:cNvSpPr>
          <p:nvPr/>
        </p:nvSpPr>
        <p:spPr bwMode="auto">
          <a:xfrm>
            <a:off x="3015962" y="5294601"/>
            <a:ext cx="68263" cy="20638"/>
          </a:xfrm>
          <a:custGeom>
            <a:avLst/>
            <a:gdLst>
              <a:gd name="T0" fmla="*/ 23 w 27"/>
              <a:gd name="T1" fmla="*/ 0 h 8"/>
              <a:gd name="T2" fmla="*/ 4 w 27"/>
              <a:gd name="T3" fmla="*/ 0 h 8"/>
              <a:gd name="T4" fmla="*/ 0 w 27"/>
              <a:gd name="T5" fmla="*/ 4 h 8"/>
              <a:gd name="T6" fmla="*/ 4 w 27"/>
              <a:gd name="T7" fmla="*/ 8 h 8"/>
              <a:gd name="T8" fmla="*/ 23 w 27"/>
              <a:gd name="T9" fmla="*/ 8 h 8"/>
              <a:gd name="T10" fmla="*/ 27 w 27"/>
              <a:gd name="T11" fmla="*/ 4 h 8"/>
              <a:gd name="T12" fmla="*/ 23 w 27"/>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27" h="8">
                <a:moveTo>
                  <a:pt x="23" y="0"/>
                </a:moveTo>
                <a:cubicBezTo>
                  <a:pt x="4" y="0"/>
                  <a:pt x="4" y="0"/>
                  <a:pt x="4" y="0"/>
                </a:cubicBezTo>
                <a:cubicBezTo>
                  <a:pt x="2" y="0"/>
                  <a:pt x="0" y="2"/>
                  <a:pt x="0" y="4"/>
                </a:cubicBezTo>
                <a:cubicBezTo>
                  <a:pt x="0" y="6"/>
                  <a:pt x="2" y="8"/>
                  <a:pt x="4" y="8"/>
                </a:cubicBezTo>
                <a:cubicBezTo>
                  <a:pt x="23" y="8"/>
                  <a:pt x="23" y="8"/>
                  <a:pt x="23" y="8"/>
                </a:cubicBezTo>
                <a:cubicBezTo>
                  <a:pt x="25" y="8"/>
                  <a:pt x="27" y="6"/>
                  <a:pt x="27" y="4"/>
                </a:cubicBezTo>
                <a:cubicBezTo>
                  <a:pt x="27" y="2"/>
                  <a:pt x="25" y="0"/>
                  <a:pt x="2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6" name="Freeform 185"/>
          <p:cNvSpPr>
            <a:spLocks/>
          </p:cNvSpPr>
          <p:nvPr/>
        </p:nvSpPr>
        <p:spPr bwMode="auto">
          <a:xfrm>
            <a:off x="2933412" y="5335876"/>
            <a:ext cx="71438" cy="20638"/>
          </a:xfrm>
          <a:custGeom>
            <a:avLst/>
            <a:gdLst>
              <a:gd name="T0" fmla="*/ 24 w 28"/>
              <a:gd name="T1" fmla="*/ 0 h 8"/>
              <a:gd name="T2" fmla="*/ 4 w 28"/>
              <a:gd name="T3" fmla="*/ 0 h 8"/>
              <a:gd name="T4" fmla="*/ 0 w 28"/>
              <a:gd name="T5" fmla="*/ 4 h 8"/>
              <a:gd name="T6" fmla="*/ 4 w 28"/>
              <a:gd name="T7" fmla="*/ 8 h 8"/>
              <a:gd name="T8" fmla="*/ 24 w 28"/>
              <a:gd name="T9" fmla="*/ 8 h 8"/>
              <a:gd name="T10" fmla="*/ 28 w 28"/>
              <a:gd name="T11" fmla="*/ 4 h 8"/>
              <a:gd name="T12" fmla="*/ 24 w 28"/>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28" h="8">
                <a:moveTo>
                  <a:pt x="24" y="0"/>
                </a:moveTo>
                <a:cubicBezTo>
                  <a:pt x="4" y="0"/>
                  <a:pt x="4" y="0"/>
                  <a:pt x="4" y="0"/>
                </a:cubicBezTo>
                <a:cubicBezTo>
                  <a:pt x="2" y="0"/>
                  <a:pt x="0" y="2"/>
                  <a:pt x="0" y="4"/>
                </a:cubicBezTo>
                <a:cubicBezTo>
                  <a:pt x="0" y="6"/>
                  <a:pt x="2" y="8"/>
                  <a:pt x="4" y="8"/>
                </a:cubicBezTo>
                <a:cubicBezTo>
                  <a:pt x="24" y="8"/>
                  <a:pt x="24" y="8"/>
                  <a:pt x="24" y="8"/>
                </a:cubicBezTo>
                <a:cubicBezTo>
                  <a:pt x="26" y="8"/>
                  <a:pt x="28" y="6"/>
                  <a:pt x="28" y="4"/>
                </a:cubicBezTo>
                <a:cubicBezTo>
                  <a:pt x="28" y="2"/>
                  <a:pt x="26" y="0"/>
                  <a:pt x="24"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7" name="Freeform 187"/>
          <p:cNvSpPr>
            <a:spLocks/>
          </p:cNvSpPr>
          <p:nvPr/>
        </p:nvSpPr>
        <p:spPr bwMode="auto">
          <a:xfrm>
            <a:off x="2854037" y="5377151"/>
            <a:ext cx="69850" cy="19050"/>
          </a:xfrm>
          <a:custGeom>
            <a:avLst/>
            <a:gdLst>
              <a:gd name="T0" fmla="*/ 23 w 27"/>
              <a:gd name="T1" fmla="*/ 0 h 8"/>
              <a:gd name="T2" fmla="*/ 4 w 27"/>
              <a:gd name="T3" fmla="*/ 0 h 8"/>
              <a:gd name="T4" fmla="*/ 0 w 27"/>
              <a:gd name="T5" fmla="*/ 4 h 8"/>
              <a:gd name="T6" fmla="*/ 4 w 27"/>
              <a:gd name="T7" fmla="*/ 8 h 8"/>
              <a:gd name="T8" fmla="*/ 23 w 27"/>
              <a:gd name="T9" fmla="*/ 8 h 8"/>
              <a:gd name="T10" fmla="*/ 27 w 27"/>
              <a:gd name="T11" fmla="*/ 4 h 8"/>
              <a:gd name="T12" fmla="*/ 23 w 27"/>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27" h="8">
                <a:moveTo>
                  <a:pt x="23" y="0"/>
                </a:moveTo>
                <a:cubicBezTo>
                  <a:pt x="4" y="0"/>
                  <a:pt x="4" y="0"/>
                  <a:pt x="4" y="0"/>
                </a:cubicBezTo>
                <a:cubicBezTo>
                  <a:pt x="2" y="0"/>
                  <a:pt x="0" y="2"/>
                  <a:pt x="0" y="4"/>
                </a:cubicBezTo>
                <a:cubicBezTo>
                  <a:pt x="0" y="6"/>
                  <a:pt x="2" y="8"/>
                  <a:pt x="4" y="8"/>
                </a:cubicBezTo>
                <a:cubicBezTo>
                  <a:pt x="23" y="8"/>
                  <a:pt x="23" y="8"/>
                  <a:pt x="23" y="8"/>
                </a:cubicBezTo>
                <a:cubicBezTo>
                  <a:pt x="26" y="8"/>
                  <a:pt x="27" y="6"/>
                  <a:pt x="27" y="4"/>
                </a:cubicBezTo>
                <a:cubicBezTo>
                  <a:pt x="27" y="2"/>
                  <a:pt x="26" y="0"/>
                  <a:pt x="2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8" name="Freeform 189"/>
          <p:cNvSpPr>
            <a:spLocks/>
          </p:cNvSpPr>
          <p:nvPr/>
        </p:nvSpPr>
        <p:spPr bwMode="auto">
          <a:xfrm>
            <a:off x="2774662" y="5416839"/>
            <a:ext cx="69850" cy="20638"/>
          </a:xfrm>
          <a:custGeom>
            <a:avLst/>
            <a:gdLst>
              <a:gd name="T0" fmla="*/ 4 w 27"/>
              <a:gd name="T1" fmla="*/ 8 h 8"/>
              <a:gd name="T2" fmla="*/ 23 w 27"/>
              <a:gd name="T3" fmla="*/ 8 h 8"/>
              <a:gd name="T4" fmla="*/ 27 w 27"/>
              <a:gd name="T5" fmla="*/ 4 h 8"/>
              <a:gd name="T6" fmla="*/ 23 w 27"/>
              <a:gd name="T7" fmla="*/ 0 h 8"/>
              <a:gd name="T8" fmla="*/ 4 w 27"/>
              <a:gd name="T9" fmla="*/ 0 h 8"/>
              <a:gd name="T10" fmla="*/ 0 w 27"/>
              <a:gd name="T11" fmla="*/ 4 h 8"/>
              <a:gd name="T12" fmla="*/ 4 w 27"/>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27" h="8">
                <a:moveTo>
                  <a:pt x="4" y="8"/>
                </a:moveTo>
                <a:cubicBezTo>
                  <a:pt x="23" y="8"/>
                  <a:pt x="23" y="8"/>
                  <a:pt x="23" y="8"/>
                </a:cubicBezTo>
                <a:cubicBezTo>
                  <a:pt x="25" y="8"/>
                  <a:pt x="27" y="6"/>
                  <a:pt x="27" y="4"/>
                </a:cubicBezTo>
                <a:cubicBezTo>
                  <a:pt x="27" y="2"/>
                  <a:pt x="25" y="0"/>
                  <a:pt x="23" y="0"/>
                </a:cubicBezTo>
                <a:cubicBezTo>
                  <a:pt x="4" y="0"/>
                  <a:pt x="4" y="0"/>
                  <a:pt x="4" y="0"/>
                </a:cubicBezTo>
                <a:cubicBezTo>
                  <a:pt x="1" y="0"/>
                  <a:pt x="0" y="2"/>
                  <a:pt x="0" y="4"/>
                </a:cubicBezTo>
                <a:cubicBezTo>
                  <a:pt x="0" y="6"/>
                  <a:pt x="1" y="8"/>
                  <a:pt x="4" y="8"/>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9" name="Freeform 221"/>
          <p:cNvSpPr>
            <a:spLocks/>
          </p:cNvSpPr>
          <p:nvPr/>
        </p:nvSpPr>
        <p:spPr bwMode="auto">
          <a:xfrm>
            <a:off x="1982500" y="5831176"/>
            <a:ext cx="58738" cy="11113"/>
          </a:xfrm>
          <a:custGeom>
            <a:avLst/>
            <a:gdLst>
              <a:gd name="T0" fmla="*/ 21 w 23"/>
              <a:gd name="T1" fmla="*/ 0 h 4"/>
              <a:gd name="T2" fmla="*/ 2 w 23"/>
              <a:gd name="T3" fmla="*/ 0 h 4"/>
              <a:gd name="T4" fmla="*/ 0 w 23"/>
              <a:gd name="T5" fmla="*/ 2 h 4"/>
              <a:gd name="T6" fmla="*/ 2 w 23"/>
              <a:gd name="T7" fmla="*/ 4 h 4"/>
              <a:gd name="T8" fmla="*/ 21 w 23"/>
              <a:gd name="T9" fmla="*/ 4 h 4"/>
              <a:gd name="T10" fmla="*/ 23 w 23"/>
              <a:gd name="T11" fmla="*/ 2 h 4"/>
              <a:gd name="T12" fmla="*/ 21 w 23"/>
              <a:gd name="T13" fmla="*/ 0 h 4"/>
              <a:gd name="T14" fmla="*/ 21 w 23"/>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4">
                <a:moveTo>
                  <a:pt x="21" y="0"/>
                </a:moveTo>
                <a:cubicBezTo>
                  <a:pt x="2" y="0"/>
                  <a:pt x="2" y="0"/>
                  <a:pt x="2" y="0"/>
                </a:cubicBezTo>
                <a:cubicBezTo>
                  <a:pt x="1" y="0"/>
                  <a:pt x="0" y="1"/>
                  <a:pt x="0" y="2"/>
                </a:cubicBezTo>
                <a:cubicBezTo>
                  <a:pt x="0" y="3"/>
                  <a:pt x="1" y="4"/>
                  <a:pt x="2" y="4"/>
                </a:cubicBezTo>
                <a:cubicBezTo>
                  <a:pt x="21" y="4"/>
                  <a:pt x="21" y="4"/>
                  <a:pt x="21" y="4"/>
                </a:cubicBezTo>
                <a:cubicBezTo>
                  <a:pt x="22" y="4"/>
                  <a:pt x="23" y="3"/>
                  <a:pt x="23" y="2"/>
                </a:cubicBezTo>
                <a:cubicBezTo>
                  <a:pt x="23" y="1"/>
                  <a:pt x="22" y="0"/>
                  <a:pt x="21" y="0"/>
                </a:cubicBezTo>
                <a:cubicBezTo>
                  <a:pt x="21" y="0"/>
                  <a:pt x="21" y="0"/>
                  <a:pt x="21" y="0"/>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194" name="组合 20"/>
          <p:cNvGrpSpPr/>
          <p:nvPr/>
        </p:nvGrpSpPr>
        <p:grpSpPr>
          <a:xfrm>
            <a:off x="2838162" y="5589876"/>
            <a:ext cx="336550" cy="263526"/>
            <a:chOff x="3049300" y="5450176"/>
            <a:chExt cx="336550" cy="263526"/>
          </a:xfrm>
        </p:grpSpPr>
        <p:sp>
          <p:nvSpPr>
            <p:cNvPr id="196" name="Freeform 237"/>
            <p:cNvSpPr>
              <a:spLocks noEditPoints="1"/>
            </p:cNvSpPr>
            <p:nvPr/>
          </p:nvSpPr>
          <p:spPr bwMode="auto">
            <a:xfrm>
              <a:off x="3049300" y="5450176"/>
              <a:ext cx="193675" cy="263525"/>
            </a:xfrm>
            <a:custGeom>
              <a:avLst/>
              <a:gdLst>
                <a:gd name="T0" fmla="*/ 38 w 76"/>
                <a:gd name="T1" fmla="*/ 103 h 103"/>
                <a:gd name="T2" fmla="*/ 26 w 76"/>
                <a:gd name="T3" fmla="*/ 103 h 103"/>
                <a:gd name="T4" fmla="*/ 14 w 76"/>
                <a:gd name="T5" fmla="*/ 99 h 103"/>
                <a:gd name="T6" fmla="*/ 4 w 76"/>
                <a:gd name="T7" fmla="*/ 90 h 103"/>
                <a:gd name="T8" fmla="*/ 0 w 76"/>
                <a:gd name="T9" fmla="*/ 74 h 103"/>
                <a:gd name="T10" fmla="*/ 0 w 76"/>
                <a:gd name="T11" fmla="*/ 35 h 103"/>
                <a:gd name="T12" fmla="*/ 9 w 76"/>
                <a:gd name="T13" fmla="*/ 8 h 103"/>
                <a:gd name="T14" fmla="*/ 38 w 76"/>
                <a:gd name="T15" fmla="*/ 0 h 103"/>
                <a:gd name="T16" fmla="*/ 53 w 76"/>
                <a:gd name="T17" fmla="*/ 2 h 103"/>
                <a:gd name="T18" fmla="*/ 65 w 76"/>
                <a:gd name="T19" fmla="*/ 7 h 103"/>
                <a:gd name="T20" fmla="*/ 73 w 76"/>
                <a:gd name="T21" fmla="*/ 18 h 103"/>
                <a:gd name="T22" fmla="*/ 76 w 76"/>
                <a:gd name="T23" fmla="*/ 35 h 103"/>
                <a:gd name="T24" fmla="*/ 76 w 76"/>
                <a:gd name="T25" fmla="*/ 70 h 103"/>
                <a:gd name="T26" fmla="*/ 74 w 76"/>
                <a:gd name="T27" fmla="*/ 84 h 103"/>
                <a:gd name="T28" fmla="*/ 69 w 76"/>
                <a:gd name="T29" fmla="*/ 93 h 103"/>
                <a:gd name="T30" fmla="*/ 62 w 76"/>
                <a:gd name="T31" fmla="*/ 99 h 103"/>
                <a:gd name="T32" fmla="*/ 54 w 76"/>
                <a:gd name="T33" fmla="*/ 102 h 103"/>
                <a:gd name="T34" fmla="*/ 46 w 76"/>
                <a:gd name="T35" fmla="*/ 103 h 103"/>
                <a:gd name="T36" fmla="*/ 38 w 76"/>
                <a:gd name="T37" fmla="*/ 103 h 103"/>
                <a:gd name="T38" fmla="*/ 57 w 76"/>
                <a:gd name="T39" fmla="*/ 35 h 103"/>
                <a:gd name="T40" fmla="*/ 53 w 76"/>
                <a:gd name="T41" fmla="*/ 21 h 103"/>
                <a:gd name="T42" fmla="*/ 39 w 76"/>
                <a:gd name="T43" fmla="*/ 16 h 103"/>
                <a:gd name="T44" fmla="*/ 23 w 76"/>
                <a:gd name="T45" fmla="*/ 21 h 103"/>
                <a:gd name="T46" fmla="*/ 19 w 76"/>
                <a:gd name="T47" fmla="*/ 36 h 103"/>
                <a:gd name="T48" fmla="*/ 19 w 76"/>
                <a:gd name="T49" fmla="*/ 70 h 103"/>
                <a:gd name="T50" fmla="*/ 20 w 76"/>
                <a:gd name="T51" fmla="*/ 78 h 103"/>
                <a:gd name="T52" fmla="*/ 25 w 76"/>
                <a:gd name="T53" fmla="*/ 83 h 103"/>
                <a:gd name="T54" fmla="*/ 31 w 76"/>
                <a:gd name="T55" fmla="*/ 86 h 103"/>
                <a:gd name="T56" fmla="*/ 38 w 76"/>
                <a:gd name="T57" fmla="*/ 87 h 103"/>
                <a:gd name="T58" fmla="*/ 46 w 76"/>
                <a:gd name="T59" fmla="*/ 86 h 103"/>
                <a:gd name="T60" fmla="*/ 52 w 76"/>
                <a:gd name="T61" fmla="*/ 83 h 103"/>
                <a:gd name="T62" fmla="*/ 56 w 76"/>
                <a:gd name="T63" fmla="*/ 78 h 103"/>
                <a:gd name="T64" fmla="*/ 57 w 76"/>
                <a:gd name="T65" fmla="*/ 68 h 103"/>
                <a:gd name="T66" fmla="*/ 57 w 76"/>
                <a:gd name="T67" fmla="*/ 3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6" h="103">
                  <a:moveTo>
                    <a:pt x="38" y="103"/>
                  </a:moveTo>
                  <a:cubicBezTo>
                    <a:pt x="35" y="103"/>
                    <a:pt x="31" y="103"/>
                    <a:pt x="26" y="103"/>
                  </a:cubicBezTo>
                  <a:cubicBezTo>
                    <a:pt x="22" y="102"/>
                    <a:pt x="18" y="101"/>
                    <a:pt x="14" y="99"/>
                  </a:cubicBezTo>
                  <a:cubicBezTo>
                    <a:pt x="10" y="97"/>
                    <a:pt x="6" y="94"/>
                    <a:pt x="4" y="90"/>
                  </a:cubicBezTo>
                  <a:cubicBezTo>
                    <a:pt x="1" y="86"/>
                    <a:pt x="0" y="81"/>
                    <a:pt x="0" y="74"/>
                  </a:cubicBezTo>
                  <a:cubicBezTo>
                    <a:pt x="0" y="35"/>
                    <a:pt x="0" y="35"/>
                    <a:pt x="0" y="35"/>
                  </a:cubicBezTo>
                  <a:cubicBezTo>
                    <a:pt x="0" y="22"/>
                    <a:pt x="3" y="13"/>
                    <a:pt x="9" y="8"/>
                  </a:cubicBezTo>
                  <a:cubicBezTo>
                    <a:pt x="15" y="3"/>
                    <a:pt x="25" y="0"/>
                    <a:pt x="38" y="0"/>
                  </a:cubicBezTo>
                  <a:cubicBezTo>
                    <a:pt x="43" y="0"/>
                    <a:pt x="48" y="0"/>
                    <a:pt x="53" y="2"/>
                  </a:cubicBezTo>
                  <a:cubicBezTo>
                    <a:pt x="58" y="3"/>
                    <a:pt x="62" y="5"/>
                    <a:pt x="65" y="7"/>
                  </a:cubicBezTo>
                  <a:cubicBezTo>
                    <a:pt x="69" y="10"/>
                    <a:pt x="71" y="13"/>
                    <a:pt x="73" y="18"/>
                  </a:cubicBezTo>
                  <a:cubicBezTo>
                    <a:pt x="75" y="22"/>
                    <a:pt x="76" y="28"/>
                    <a:pt x="76" y="35"/>
                  </a:cubicBezTo>
                  <a:cubicBezTo>
                    <a:pt x="76" y="70"/>
                    <a:pt x="76" y="70"/>
                    <a:pt x="76" y="70"/>
                  </a:cubicBezTo>
                  <a:cubicBezTo>
                    <a:pt x="76" y="75"/>
                    <a:pt x="76" y="80"/>
                    <a:pt x="74" y="84"/>
                  </a:cubicBezTo>
                  <a:cubicBezTo>
                    <a:pt x="73" y="88"/>
                    <a:pt x="71" y="91"/>
                    <a:pt x="69" y="93"/>
                  </a:cubicBezTo>
                  <a:cubicBezTo>
                    <a:pt x="67" y="96"/>
                    <a:pt x="65" y="98"/>
                    <a:pt x="62" y="99"/>
                  </a:cubicBezTo>
                  <a:cubicBezTo>
                    <a:pt x="59" y="100"/>
                    <a:pt x="57" y="101"/>
                    <a:pt x="54" y="102"/>
                  </a:cubicBezTo>
                  <a:cubicBezTo>
                    <a:pt x="51" y="103"/>
                    <a:pt x="48" y="103"/>
                    <a:pt x="46" y="103"/>
                  </a:cubicBezTo>
                  <a:cubicBezTo>
                    <a:pt x="43" y="103"/>
                    <a:pt x="40" y="103"/>
                    <a:pt x="38" y="103"/>
                  </a:cubicBezTo>
                  <a:close/>
                  <a:moveTo>
                    <a:pt x="57" y="35"/>
                  </a:moveTo>
                  <a:cubicBezTo>
                    <a:pt x="57" y="29"/>
                    <a:pt x="56" y="24"/>
                    <a:pt x="53" y="21"/>
                  </a:cubicBezTo>
                  <a:cubicBezTo>
                    <a:pt x="49" y="18"/>
                    <a:pt x="45" y="16"/>
                    <a:pt x="39" y="16"/>
                  </a:cubicBezTo>
                  <a:cubicBezTo>
                    <a:pt x="31" y="16"/>
                    <a:pt x="26" y="18"/>
                    <a:pt x="23" y="21"/>
                  </a:cubicBezTo>
                  <a:cubicBezTo>
                    <a:pt x="20" y="25"/>
                    <a:pt x="19" y="30"/>
                    <a:pt x="19" y="36"/>
                  </a:cubicBezTo>
                  <a:cubicBezTo>
                    <a:pt x="19" y="70"/>
                    <a:pt x="19" y="70"/>
                    <a:pt x="19" y="70"/>
                  </a:cubicBezTo>
                  <a:cubicBezTo>
                    <a:pt x="19" y="74"/>
                    <a:pt x="19" y="76"/>
                    <a:pt x="20" y="78"/>
                  </a:cubicBezTo>
                  <a:cubicBezTo>
                    <a:pt x="22" y="80"/>
                    <a:pt x="23" y="82"/>
                    <a:pt x="25" y="83"/>
                  </a:cubicBezTo>
                  <a:cubicBezTo>
                    <a:pt x="27" y="84"/>
                    <a:pt x="29" y="85"/>
                    <a:pt x="31" y="86"/>
                  </a:cubicBezTo>
                  <a:cubicBezTo>
                    <a:pt x="34" y="86"/>
                    <a:pt x="36" y="87"/>
                    <a:pt x="38" y="87"/>
                  </a:cubicBezTo>
                  <a:cubicBezTo>
                    <a:pt x="41" y="87"/>
                    <a:pt x="43" y="87"/>
                    <a:pt x="46" y="86"/>
                  </a:cubicBezTo>
                  <a:cubicBezTo>
                    <a:pt x="48" y="86"/>
                    <a:pt x="50" y="85"/>
                    <a:pt x="52" y="83"/>
                  </a:cubicBezTo>
                  <a:cubicBezTo>
                    <a:pt x="54" y="82"/>
                    <a:pt x="55" y="80"/>
                    <a:pt x="56" y="78"/>
                  </a:cubicBezTo>
                  <a:cubicBezTo>
                    <a:pt x="57" y="75"/>
                    <a:pt x="57" y="72"/>
                    <a:pt x="57" y="68"/>
                  </a:cubicBezTo>
                  <a:lnTo>
                    <a:pt x="57" y="35"/>
                  </a:lnTo>
                  <a:close/>
                </a:path>
              </a:pathLst>
            </a:custGeom>
            <a:solidFill>
              <a:srgbClr val="007BC6"/>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8" name="Freeform 243"/>
            <p:cNvSpPr>
              <a:spLocks/>
            </p:cNvSpPr>
            <p:nvPr/>
          </p:nvSpPr>
          <p:spPr bwMode="auto">
            <a:xfrm>
              <a:off x="3298537" y="5461289"/>
              <a:ext cx="87313" cy="252413"/>
            </a:xfrm>
            <a:custGeom>
              <a:avLst/>
              <a:gdLst>
                <a:gd name="T0" fmla="*/ 20 w 34"/>
                <a:gd name="T1" fmla="*/ 99 h 99"/>
                <a:gd name="T2" fmla="*/ 17 w 34"/>
                <a:gd name="T3" fmla="*/ 98 h 99"/>
                <a:gd name="T4" fmla="*/ 15 w 34"/>
                <a:gd name="T5" fmla="*/ 93 h 99"/>
                <a:gd name="T6" fmla="*/ 15 w 34"/>
                <a:gd name="T7" fmla="*/ 21 h 99"/>
                <a:gd name="T8" fmla="*/ 15 w 34"/>
                <a:gd name="T9" fmla="*/ 20 h 99"/>
                <a:gd name="T10" fmla="*/ 5 w 34"/>
                <a:gd name="T11" fmla="*/ 20 h 99"/>
                <a:gd name="T12" fmla="*/ 2 w 34"/>
                <a:gd name="T13" fmla="*/ 20 h 99"/>
                <a:gd name="T14" fmla="*/ 1 w 34"/>
                <a:gd name="T15" fmla="*/ 19 h 99"/>
                <a:gd name="T16" fmla="*/ 0 w 34"/>
                <a:gd name="T17" fmla="*/ 17 h 99"/>
                <a:gd name="T18" fmla="*/ 0 w 34"/>
                <a:gd name="T19" fmla="*/ 11 h 99"/>
                <a:gd name="T20" fmla="*/ 1 w 34"/>
                <a:gd name="T21" fmla="*/ 7 h 99"/>
                <a:gd name="T22" fmla="*/ 6 w 34"/>
                <a:gd name="T23" fmla="*/ 5 h 99"/>
                <a:gd name="T24" fmla="*/ 16 w 34"/>
                <a:gd name="T25" fmla="*/ 1 h 99"/>
                <a:gd name="T26" fmla="*/ 19 w 34"/>
                <a:gd name="T27" fmla="*/ 0 h 99"/>
                <a:gd name="T28" fmla="*/ 21 w 34"/>
                <a:gd name="T29" fmla="*/ 0 h 99"/>
                <a:gd name="T30" fmla="*/ 30 w 34"/>
                <a:gd name="T31" fmla="*/ 0 h 99"/>
                <a:gd name="T32" fmla="*/ 34 w 34"/>
                <a:gd name="T33" fmla="*/ 2 h 99"/>
                <a:gd name="T34" fmla="*/ 34 w 34"/>
                <a:gd name="T35" fmla="*/ 6 h 99"/>
                <a:gd name="T36" fmla="*/ 34 w 34"/>
                <a:gd name="T37" fmla="*/ 94 h 99"/>
                <a:gd name="T38" fmla="*/ 33 w 34"/>
                <a:gd name="T39" fmla="*/ 98 h 99"/>
                <a:gd name="T40" fmla="*/ 30 w 34"/>
                <a:gd name="T41" fmla="*/ 99 h 99"/>
                <a:gd name="T42" fmla="*/ 20 w 34"/>
                <a:gd name="T43"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 h="99">
                  <a:moveTo>
                    <a:pt x="20" y="99"/>
                  </a:moveTo>
                  <a:cubicBezTo>
                    <a:pt x="18" y="99"/>
                    <a:pt x="17" y="99"/>
                    <a:pt x="17" y="98"/>
                  </a:cubicBezTo>
                  <a:cubicBezTo>
                    <a:pt x="16" y="97"/>
                    <a:pt x="15" y="95"/>
                    <a:pt x="15" y="93"/>
                  </a:cubicBezTo>
                  <a:cubicBezTo>
                    <a:pt x="15" y="21"/>
                    <a:pt x="15" y="21"/>
                    <a:pt x="15" y="21"/>
                  </a:cubicBezTo>
                  <a:cubicBezTo>
                    <a:pt x="15" y="21"/>
                    <a:pt x="15" y="20"/>
                    <a:pt x="15" y="20"/>
                  </a:cubicBezTo>
                  <a:cubicBezTo>
                    <a:pt x="5" y="20"/>
                    <a:pt x="5" y="20"/>
                    <a:pt x="5" y="20"/>
                  </a:cubicBezTo>
                  <a:cubicBezTo>
                    <a:pt x="4" y="20"/>
                    <a:pt x="3" y="20"/>
                    <a:pt x="2" y="20"/>
                  </a:cubicBezTo>
                  <a:cubicBezTo>
                    <a:pt x="2" y="19"/>
                    <a:pt x="1" y="19"/>
                    <a:pt x="1" y="19"/>
                  </a:cubicBezTo>
                  <a:cubicBezTo>
                    <a:pt x="0" y="18"/>
                    <a:pt x="0" y="17"/>
                    <a:pt x="0" y="17"/>
                  </a:cubicBezTo>
                  <a:cubicBezTo>
                    <a:pt x="0" y="11"/>
                    <a:pt x="0" y="11"/>
                    <a:pt x="0" y="11"/>
                  </a:cubicBezTo>
                  <a:cubicBezTo>
                    <a:pt x="0" y="9"/>
                    <a:pt x="0" y="8"/>
                    <a:pt x="1" y="7"/>
                  </a:cubicBezTo>
                  <a:cubicBezTo>
                    <a:pt x="2" y="6"/>
                    <a:pt x="3" y="5"/>
                    <a:pt x="6" y="5"/>
                  </a:cubicBezTo>
                  <a:cubicBezTo>
                    <a:pt x="16" y="1"/>
                    <a:pt x="16" y="1"/>
                    <a:pt x="16" y="1"/>
                  </a:cubicBezTo>
                  <a:cubicBezTo>
                    <a:pt x="17" y="1"/>
                    <a:pt x="18" y="1"/>
                    <a:pt x="19" y="0"/>
                  </a:cubicBezTo>
                  <a:cubicBezTo>
                    <a:pt x="20" y="0"/>
                    <a:pt x="20" y="0"/>
                    <a:pt x="21" y="0"/>
                  </a:cubicBezTo>
                  <a:cubicBezTo>
                    <a:pt x="30" y="0"/>
                    <a:pt x="30" y="0"/>
                    <a:pt x="30" y="0"/>
                  </a:cubicBezTo>
                  <a:cubicBezTo>
                    <a:pt x="32" y="0"/>
                    <a:pt x="33" y="1"/>
                    <a:pt x="34" y="2"/>
                  </a:cubicBezTo>
                  <a:cubicBezTo>
                    <a:pt x="34" y="2"/>
                    <a:pt x="34" y="4"/>
                    <a:pt x="34" y="6"/>
                  </a:cubicBezTo>
                  <a:cubicBezTo>
                    <a:pt x="34" y="94"/>
                    <a:pt x="34" y="94"/>
                    <a:pt x="34" y="94"/>
                  </a:cubicBezTo>
                  <a:cubicBezTo>
                    <a:pt x="34" y="96"/>
                    <a:pt x="34" y="97"/>
                    <a:pt x="33" y="98"/>
                  </a:cubicBezTo>
                  <a:cubicBezTo>
                    <a:pt x="33" y="99"/>
                    <a:pt x="32" y="99"/>
                    <a:pt x="30" y="99"/>
                  </a:cubicBezTo>
                  <a:lnTo>
                    <a:pt x="20" y="99"/>
                  </a:lnTo>
                  <a:close/>
                </a:path>
              </a:pathLst>
            </a:custGeom>
            <a:solidFill>
              <a:srgbClr val="007BC6"/>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99" name="组合 281"/>
          <p:cNvGrpSpPr/>
          <p:nvPr/>
        </p:nvGrpSpPr>
        <p:grpSpPr>
          <a:xfrm>
            <a:off x="6301293" y="3865564"/>
            <a:ext cx="109538" cy="173037"/>
            <a:chOff x="5886162" y="4003964"/>
            <a:chExt cx="109538" cy="173037"/>
          </a:xfrm>
        </p:grpSpPr>
        <p:sp>
          <p:nvSpPr>
            <p:cNvPr id="210" name="Freeform 249"/>
            <p:cNvSpPr>
              <a:spLocks/>
            </p:cNvSpPr>
            <p:nvPr/>
          </p:nvSpPr>
          <p:spPr bwMode="auto">
            <a:xfrm>
              <a:off x="5886162" y="4062701"/>
              <a:ext cx="109538" cy="114300"/>
            </a:xfrm>
            <a:custGeom>
              <a:avLst/>
              <a:gdLst>
                <a:gd name="T0" fmla="*/ 0 w 69"/>
                <a:gd name="T1" fmla="*/ 72 h 72"/>
                <a:gd name="T2" fmla="*/ 69 w 69"/>
                <a:gd name="T3" fmla="*/ 18 h 72"/>
                <a:gd name="T4" fmla="*/ 47 w 69"/>
                <a:gd name="T5" fmla="*/ 0 h 72"/>
                <a:gd name="T6" fmla="*/ 0 w 69"/>
                <a:gd name="T7" fmla="*/ 39 h 72"/>
                <a:gd name="T8" fmla="*/ 0 w 69"/>
                <a:gd name="T9" fmla="*/ 72 h 72"/>
              </a:gdLst>
              <a:ahLst/>
              <a:cxnLst>
                <a:cxn ang="0">
                  <a:pos x="T0" y="T1"/>
                </a:cxn>
                <a:cxn ang="0">
                  <a:pos x="T2" y="T3"/>
                </a:cxn>
                <a:cxn ang="0">
                  <a:pos x="T4" y="T5"/>
                </a:cxn>
                <a:cxn ang="0">
                  <a:pos x="T6" y="T7"/>
                </a:cxn>
                <a:cxn ang="0">
                  <a:pos x="T8" y="T9"/>
                </a:cxn>
              </a:cxnLst>
              <a:rect l="0" t="0" r="r" b="b"/>
              <a:pathLst>
                <a:path w="69" h="72">
                  <a:moveTo>
                    <a:pt x="0" y="72"/>
                  </a:moveTo>
                  <a:lnTo>
                    <a:pt x="69" y="18"/>
                  </a:lnTo>
                  <a:lnTo>
                    <a:pt x="47" y="0"/>
                  </a:lnTo>
                  <a:lnTo>
                    <a:pt x="0" y="39"/>
                  </a:lnTo>
                  <a:lnTo>
                    <a:pt x="0" y="72"/>
                  </a:lnTo>
                  <a:close/>
                </a:path>
              </a:pathLst>
            </a:custGeom>
            <a:solidFill>
              <a:srgbClr val="FF9B23"/>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12" name="Freeform 251"/>
            <p:cNvSpPr>
              <a:spLocks/>
            </p:cNvSpPr>
            <p:nvPr/>
          </p:nvSpPr>
          <p:spPr bwMode="auto">
            <a:xfrm>
              <a:off x="5886162" y="4003964"/>
              <a:ext cx="109538" cy="114300"/>
            </a:xfrm>
            <a:custGeom>
              <a:avLst/>
              <a:gdLst>
                <a:gd name="T0" fmla="*/ 0 w 69"/>
                <a:gd name="T1" fmla="*/ 35 h 72"/>
                <a:gd name="T2" fmla="*/ 47 w 69"/>
                <a:gd name="T3" fmla="*/ 72 h 72"/>
                <a:gd name="T4" fmla="*/ 69 w 69"/>
                <a:gd name="T5" fmla="*/ 55 h 72"/>
                <a:gd name="T6" fmla="*/ 0 w 69"/>
                <a:gd name="T7" fmla="*/ 0 h 72"/>
                <a:gd name="T8" fmla="*/ 0 w 69"/>
                <a:gd name="T9" fmla="*/ 35 h 72"/>
              </a:gdLst>
              <a:ahLst/>
              <a:cxnLst>
                <a:cxn ang="0">
                  <a:pos x="T0" y="T1"/>
                </a:cxn>
                <a:cxn ang="0">
                  <a:pos x="T2" y="T3"/>
                </a:cxn>
                <a:cxn ang="0">
                  <a:pos x="T4" y="T5"/>
                </a:cxn>
                <a:cxn ang="0">
                  <a:pos x="T6" y="T7"/>
                </a:cxn>
                <a:cxn ang="0">
                  <a:pos x="T8" y="T9"/>
                </a:cxn>
              </a:cxnLst>
              <a:rect l="0" t="0" r="r" b="b"/>
              <a:pathLst>
                <a:path w="69" h="72">
                  <a:moveTo>
                    <a:pt x="0" y="35"/>
                  </a:moveTo>
                  <a:lnTo>
                    <a:pt x="47" y="72"/>
                  </a:lnTo>
                  <a:lnTo>
                    <a:pt x="69" y="55"/>
                  </a:lnTo>
                  <a:lnTo>
                    <a:pt x="0" y="0"/>
                  </a:lnTo>
                  <a:lnTo>
                    <a:pt x="0" y="35"/>
                  </a:lnTo>
                  <a:close/>
                </a:path>
              </a:pathLst>
            </a:custGeom>
            <a:solidFill>
              <a:srgbClr val="FF9B23"/>
            </a:solidFill>
            <a:ln>
              <a:noFill/>
            </a:ln>
          </p:spPr>
          <p:txBody>
            <a:bodyPr vert="horz" wrap="square" lIns="91440" tIns="45720" rIns="91440" bIns="45720" numCol="1" anchor="t" anchorCtr="0" compatLnSpc="1">
              <a:prstTxWarp prst="textNoShape">
                <a:avLst/>
              </a:prstTxWarp>
            </a:bodyPr>
            <a:lstStyle/>
            <a:p>
              <a:endParaRPr lang="zh-CN" altLang="en-US"/>
            </a:p>
          </p:txBody>
        </p:sp>
      </p:grpSp>
      <p:sp>
        <p:nvSpPr>
          <p:cNvPr id="221" name="Freeform 265"/>
          <p:cNvSpPr>
            <a:spLocks noEditPoints="1"/>
          </p:cNvSpPr>
          <p:nvPr/>
        </p:nvSpPr>
        <p:spPr bwMode="auto">
          <a:xfrm>
            <a:off x="7190293" y="3772937"/>
            <a:ext cx="368300" cy="385763"/>
          </a:xfrm>
          <a:custGeom>
            <a:avLst/>
            <a:gdLst>
              <a:gd name="T0" fmla="*/ 0 w 144"/>
              <a:gd name="T1" fmla="*/ 1 h 151"/>
              <a:gd name="T2" fmla="*/ 0 w 144"/>
              <a:gd name="T3" fmla="*/ 150 h 151"/>
              <a:gd name="T4" fmla="*/ 3 w 144"/>
              <a:gd name="T5" fmla="*/ 151 h 151"/>
              <a:gd name="T6" fmla="*/ 133 w 144"/>
              <a:gd name="T7" fmla="*/ 151 h 151"/>
              <a:gd name="T8" fmla="*/ 144 w 144"/>
              <a:gd name="T9" fmla="*/ 141 h 151"/>
              <a:gd name="T10" fmla="*/ 144 w 144"/>
              <a:gd name="T11" fmla="*/ 11 h 151"/>
              <a:gd name="T12" fmla="*/ 133 w 144"/>
              <a:gd name="T13" fmla="*/ 0 h 151"/>
              <a:gd name="T14" fmla="*/ 3 w 144"/>
              <a:gd name="T15" fmla="*/ 0 h 151"/>
              <a:gd name="T16" fmla="*/ 0 w 144"/>
              <a:gd name="T17" fmla="*/ 1 h 151"/>
              <a:gd name="T18" fmla="*/ 92 w 144"/>
              <a:gd name="T19" fmla="*/ 47 h 151"/>
              <a:gd name="T20" fmla="*/ 94 w 144"/>
              <a:gd name="T21" fmla="*/ 46 h 151"/>
              <a:gd name="T22" fmla="*/ 110 w 144"/>
              <a:gd name="T23" fmla="*/ 46 h 151"/>
              <a:gd name="T24" fmla="*/ 112 w 144"/>
              <a:gd name="T25" fmla="*/ 47 h 151"/>
              <a:gd name="T26" fmla="*/ 112 w 144"/>
              <a:gd name="T27" fmla="*/ 102 h 151"/>
              <a:gd name="T28" fmla="*/ 110 w 144"/>
              <a:gd name="T29" fmla="*/ 104 h 151"/>
              <a:gd name="T30" fmla="*/ 94 w 144"/>
              <a:gd name="T31" fmla="*/ 104 h 151"/>
              <a:gd name="T32" fmla="*/ 92 w 144"/>
              <a:gd name="T33" fmla="*/ 102 h 151"/>
              <a:gd name="T34" fmla="*/ 92 w 144"/>
              <a:gd name="T35" fmla="*/ 47 h 151"/>
              <a:gd name="T36" fmla="*/ 64 w 144"/>
              <a:gd name="T37" fmla="*/ 58 h 151"/>
              <a:gd name="T38" fmla="*/ 65 w 144"/>
              <a:gd name="T39" fmla="*/ 56 h 151"/>
              <a:gd name="T40" fmla="*/ 82 w 144"/>
              <a:gd name="T41" fmla="*/ 56 h 151"/>
              <a:gd name="T42" fmla="*/ 83 w 144"/>
              <a:gd name="T43" fmla="*/ 58 h 151"/>
              <a:gd name="T44" fmla="*/ 83 w 144"/>
              <a:gd name="T45" fmla="*/ 102 h 151"/>
              <a:gd name="T46" fmla="*/ 82 w 144"/>
              <a:gd name="T47" fmla="*/ 104 h 151"/>
              <a:gd name="T48" fmla="*/ 65 w 144"/>
              <a:gd name="T49" fmla="*/ 104 h 151"/>
              <a:gd name="T50" fmla="*/ 64 w 144"/>
              <a:gd name="T51" fmla="*/ 102 h 151"/>
              <a:gd name="T52" fmla="*/ 64 w 144"/>
              <a:gd name="T53" fmla="*/ 58 h 151"/>
              <a:gd name="T54" fmla="*/ 35 w 144"/>
              <a:gd name="T55" fmla="*/ 71 h 151"/>
              <a:gd name="T56" fmla="*/ 36 w 144"/>
              <a:gd name="T57" fmla="*/ 69 h 151"/>
              <a:gd name="T58" fmla="*/ 53 w 144"/>
              <a:gd name="T59" fmla="*/ 69 h 151"/>
              <a:gd name="T60" fmla="*/ 55 w 144"/>
              <a:gd name="T61" fmla="*/ 71 h 151"/>
              <a:gd name="T62" fmla="*/ 55 w 144"/>
              <a:gd name="T63" fmla="*/ 102 h 151"/>
              <a:gd name="T64" fmla="*/ 53 w 144"/>
              <a:gd name="T65" fmla="*/ 104 h 151"/>
              <a:gd name="T66" fmla="*/ 36 w 144"/>
              <a:gd name="T67" fmla="*/ 104 h 151"/>
              <a:gd name="T68" fmla="*/ 35 w 144"/>
              <a:gd name="T69" fmla="*/ 102 h 151"/>
              <a:gd name="T70" fmla="*/ 35 w 144"/>
              <a:gd name="T71" fmla="*/ 71 h 151"/>
              <a:gd name="T72" fmla="*/ 20 w 144"/>
              <a:gd name="T73" fmla="*/ 38 h 151"/>
              <a:gd name="T74" fmla="*/ 24 w 144"/>
              <a:gd name="T75" fmla="*/ 34 h 151"/>
              <a:gd name="T76" fmla="*/ 28 w 144"/>
              <a:gd name="T77" fmla="*/ 38 h 151"/>
              <a:gd name="T78" fmla="*/ 28 w 144"/>
              <a:gd name="T79" fmla="*/ 109 h 151"/>
              <a:gd name="T80" fmla="*/ 28 w 144"/>
              <a:gd name="T81" fmla="*/ 110 h 151"/>
              <a:gd name="T82" fmla="*/ 113 w 144"/>
              <a:gd name="T83" fmla="*/ 110 h 151"/>
              <a:gd name="T84" fmla="*/ 117 w 144"/>
              <a:gd name="T85" fmla="*/ 114 h 151"/>
              <a:gd name="T86" fmla="*/ 113 w 144"/>
              <a:gd name="T87" fmla="*/ 118 h 151"/>
              <a:gd name="T88" fmla="*/ 28 w 144"/>
              <a:gd name="T89" fmla="*/ 118 h 151"/>
              <a:gd name="T90" fmla="*/ 20 w 144"/>
              <a:gd name="T91" fmla="*/ 109 h 151"/>
              <a:gd name="T92" fmla="*/ 20 w 144"/>
              <a:gd name="T93" fmla="*/ 38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44" h="151">
                <a:moveTo>
                  <a:pt x="0" y="1"/>
                </a:moveTo>
                <a:cubicBezTo>
                  <a:pt x="0" y="150"/>
                  <a:pt x="0" y="150"/>
                  <a:pt x="0" y="150"/>
                </a:cubicBezTo>
                <a:cubicBezTo>
                  <a:pt x="1" y="151"/>
                  <a:pt x="2" y="151"/>
                  <a:pt x="3" y="151"/>
                </a:cubicBezTo>
                <a:cubicBezTo>
                  <a:pt x="133" y="151"/>
                  <a:pt x="133" y="151"/>
                  <a:pt x="133" y="151"/>
                </a:cubicBezTo>
                <a:cubicBezTo>
                  <a:pt x="139" y="151"/>
                  <a:pt x="144" y="146"/>
                  <a:pt x="144" y="141"/>
                </a:cubicBezTo>
                <a:cubicBezTo>
                  <a:pt x="144" y="11"/>
                  <a:pt x="144" y="11"/>
                  <a:pt x="144" y="11"/>
                </a:cubicBezTo>
                <a:cubicBezTo>
                  <a:pt x="144" y="5"/>
                  <a:pt x="139" y="0"/>
                  <a:pt x="133" y="0"/>
                </a:cubicBezTo>
                <a:cubicBezTo>
                  <a:pt x="3" y="0"/>
                  <a:pt x="3" y="0"/>
                  <a:pt x="3" y="0"/>
                </a:cubicBezTo>
                <a:cubicBezTo>
                  <a:pt x="2" y="0"/>
                  <a:pt x="1" y="1"/>
                  <a:pt x="0" y="1"/>
                </a:cubicBezTo>
                <a:close/>
                <a:moveTo>
                  <a:pt x="92" y="47"/>
                </a:moveTo>
                <a:cubicBezTo>
                  <a:pt x="92" y="46"/>
                  <a:pt x="93" y="46"/>
                  <a:pt x="94" y="46"/>
                </a:cubicBezTo>
                <a:cubicBezTo>
                  <a:pt x="110" y="46"/>
                  <a:pt x="110" y="46"/>
                  <a:pt x="110" y="46"/>
                </a:cubicBezTo>
                <a:cubicBezTo>
                  <a:pt x="111" y="46"/>
                  <a:pt x="112" y="46"/>
                  <a:pt x="112" y="47"/>
                </a:cubicBezTo>
                <a:cubicBezTo>
                  <a:pt x="112" y="102"/>
                  <a:pt x="112" y="102"/>
                  <a:pt x="112" y="102"/>
                </a:cubicBezTo>
                <a:cubicBezTo>
                  <a:pt x="112" y="103"/>
                  <a:pt x="111" y="104"/>
                  <a:pt x="110" y="104"/>
                </a:cubicBezTo>
                <a:cubicBezTo>
                  <a:pt x="94" y="104"/>
                  <a:pt x="94" y="104"/>
                  <a:pt x="94" y="104"/>
                </a:cubicBezTo>
                <a:cubicBezTo>
                  <a:pt x="93" y="104"/>
                  <a:pt x="92" y="103"/>
                  <a:pt x="92" y="102"/>
                </a:cubicBezTo>
                <a:lnTo>
                  <a:pt x="92" y="47"/>
                </a:lnTo>
                <a:close/>
                <a:moveTo>
                  <a:pt x="64" y="58"/>
                </a:moveTo>
                <a:cubicBezTo>
                  <a:pt x="64" y="57"/>
                  <a:pt x="64" y="56"/>
                  <a:pt x="65" y="56"/>
                </a:cubicBezTo>
                <a:cubicBezTo>
                  <a:pt x="82" y="56"/>
                  <a:pt x="82" y="56"/>
                  <a:pt x="82" y="56"/>
                </a:cubicBezTo>
                <a:cubicBezTo>
                  <a:pt x="83" y="56"/>
                  <a:pt x="83" y="57"/>
                  <a:pt x="83" y="58"/>
                </a:cubicBezTo>
                <a:cubicBezTo>
                  <a:pt x="83" y="102"/>
                  <a:pt x="83" y="102"/>
                  <a:pt x="83" y="102"/>
                </a:cubicBezTo>
                <a:cubicBezTo>
                  <a:pt x="83" y="103"/>
                  <a:pt x="83" y="104"/>
                  <a:pt x="82" y="104"/>
                </a:cubicBezTo>
                <a:cubicBezTo>
                  <a:pt x="65" y="104"/>
                  <a:pt x="65" y="104"/>
                  <a:pt x="65" y="104"/>
                </a:cubicBezTo>
                <a:cubicBezTo>
                  <a:pt x="64" y="104"/>
                  <a:pt x="64" y="103"/>
                  <a:pt x="64" y="102"/>
                </a:cubicBezTo>
                <a:lnTo>
                  <a:pt x="64" y="58"/>
                </a:lnTo>
                <a:close/>
                <a:moveTo>
                  <a:pt x="35" y="71"/>
                </a:moveTo>
                <a:cubicBezTo>
                  <a:pt x="35" y="70"/>
                  <a:pt x="35" y="69"/>
                  <a:pt x="36" y="69"/>
                </a:cubicBezTo>
                <a:cubicBezTo>
                  <a:pt x="53" y="69"/>
                  <a:pt x="53" y="69"/>
                  <a:pt x="53" y="69"/>
                </a:cubicBezTo>
                <a:cubicBezTo>
                  <a:pt x="54" y="69"/>
                  <a:pt x="55" y="70"/>
                  <a:pt x="55" y="71"/>
                </a:cubicBezTo>
                <a:cubicBezTo>
                  <a:pt x="55" y="102"/>
                  <a:pt x="55" y="102"/>
                  <a:pt x="55" y="102"/>
                </a:cubicBezTo>
                <a:cubicBezTo>
                  <a:pt x="55" y="103"/>
                  <a:pt x="54" y="104"/>
                  <a:pt x="53" y="104"/>
                </a:cubicBezTo>
                <a:cubicBezTo>
                  <a:pt x="36" y="104"/>
                  <a:pt x="36" y="104"/>
                  <a:pt x="36" y="104"/>
                </a:cubicBezTo>
                <a:cubicBezTo>
                  <a:pt x="35" y="104"/>
                  <a:pt x="35" y="103"/>
                  <a:pt x="35" y="102"/>
                </a:cubicBezTo>
                <a:lnTo>
                  <a:pt x="35" y="71"/>
                </a:lnTo>
                <a:close/>
                <a:moveTo>
                  <a:pt x="20" y="38"/>
                </a:moveTo>
                <a:cubicBezTo>
                  <a:pt x="20" y="35"/>
                  <a:pt x="22" y="34"/>
                  <a:pt x="24" y="34"/>
                </a:cubicBezTo>
                <a:cubicBezTo>
                  <a:pt x="26" y="34"/>
                  <a:pt x="28" y="35"/>
                  <a:pt x="28" y="38"/>
                </a:cubicBezTo>
                <a:cubicBezTo>
                  <a:pt x="28" y="109"/>
                  <a:pt x="28" y="109"/>
                  <a:pt x="28" y="109"/>
                </a:cubicBezTo>
                <a:cubicBezTo>
                  <a:pt x="28" y="110"/>
                  <a:pt x="28" y="110"/>
                  <a:pt x="28" y="110"/>
                </a:cubicBezTo>
                <a:cubicBezTo>
                  <a:pt x="113" y="110"/>
                  <a:pt x="113" y="110"/>
                  <a:pt x="113" y="110"/>
                </a:cubicBezTo>
                <a:cubicBezTo>
                  <a:pt x="115" y="110"/>
                  <a:pt x="117" y="111"/>
                  <a:pt x="117" y="114"/>
                </a:cubicBezTo>
                <a:cubicBezTo>
                  <a:pt x="117" y="116"/>
                  <a:pt x="115" y="118"/>
                  <a:pt x="113" y="118"/>
                </a:cubicBezTo>
                <a:cubicBezTo>
                  <a:pt x="28" y="118"/>
                  <a:pt x="28" y="118"/>
                  <a:pt x="28" y="118"/>
                </a:cubicBezTo>
                <a:cubicBezTo>
                  <a:pt x="24" y="118"/>
                  <a:pt x="20" y="114"/>
                  <a:pt x="20" y="109"/>
                </a:cubicBezTo>
                <a:lnTo>
                  <a:pt x="20" y="38"/>
                </a:lnTo>
                <a:close/>
              </a:path>
            </a:pathLst>
          </a:custGeom>
          <a:solidFill>
            <a:srgbClr val="FF9B23"/>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72" name="Freeform 267"/>
          <p:cNvSpPr>
            <a:spLocks noEditPoints="1"/>
          </p:cNvSpPr>
          <p:nvPr/>
        </p:nvSpPr>
        <p:spPr bwMode="auto">
          <a:xfrm>
            <a:off x="5824251" y="4445349"/>
            <a:ext cx="366713" cy="382588"/>
          </a:xfrm>
          <a:custGeom>
            <a:avLst/>
            <a:gdLst>
              <a:gd name="T0" fmla="*/ 0 w 143"/>
              <a:gd name="T1" fmla="*/ 0 h 150"/>
              <a:gd name="T2" fmla="*/ 0 w 143"/>
              <a:gd name="T3" fmla="*/ 150 h 150"/>
              <a:gd name="T4" fmla="*/ 3 w 143"/>
              <a:gd name="T5" fmla="*/ 150 h 150"/>
              <a:gd name="T6" fmla="*/ 133 w 143"/>
              <a:gd name="T7" fmla="*/ 150 h 150"/>
              <a:gd name="T8" fmla="*/ 143 w 143"/>
              <a:gd name="T9" fmla="*/ 140 h 150"/>
              <a:gd name="T10" fmla="*/ 143 w 143"/>
              <a:gd name="T11" fmla="*/ 10 h 150"/>
              <a:gd name="T12" fmla="*/ 133 w 143"/>
              <a:gd name="T13" fmla="*/ 0 h 150"/>
              <a:gd name="T14" fmla="*/ 3 w 143"/>
              <a:gd name="T15" fmla="*/ 0 h 150"/>
              <a:gd name="T16" fmla="*/ 0 w 143"/>
              <a:gd name="T17" fmla="*/ 0 h 150"/>
              <a:gd name="T18" fmla="*/ 38 w 143"/>
              <a:gd name="T19" fmla="*/ 94 h 150"/>
              <a:gd name="T20" fmla="*/ 59 w 143"/>
              <a:gd name="T21" fmla="*/ 64 h 150"/>
              <a:gd name="T22" fmla="*/ 62 w 143"/>
              <a:gd name="T23" fmla="*/ 63 h 150"/>
              <a:gd name="T24" fmla="*/ 65 w 143"/>
              <a:gd name="T25" fmla="*/ 63 h 150"/>
              <a:gd name="T26" fmla="*/ 78 w 143"/>
              <a:gd name="T27" fmla="*/ 72 h 150"/>
              <a:gd name="T28" fmla="*/ 94 w 143"/>
              <a:gd name="T29" fmla="*/ 49 h 150"/>
              <a:gd name="T30" fmla="*/ 85 w 143"/>
              <a:gd name="T31" fmla="*/ 50 h 150"/>
              <a:gd name="T32" fmla="*/ 81 w 143"/>
              <a:gd name="T33" fmla="*/ 48 h 150"/>
              <a:gd name="T34" fmla="*/ 84 w 143"/>
              <a:gd name="T35" fmla="*/ 44 h 150"/>
              <a:gd name="T36" fmla="*/ 105 w 143"/>
              <a:gd name="T37" fmla="*/ 40 h 150"/>
              <a:gd name="T38" fmla="*/ 108 w 143"/>
              <a:gd name="T39" fmla="*/ 41 h 150"/>
              <a:gd name="T40" fmla="*/ 109 w 143"/>
              <a:gd name="T41" fmla="*/ 44 h 150"/>
              <a:gd name="T42" fmla="*/ 106 w 143"/>
              <a:gd name="T43" fmla="*/ 66 h 150"/>
              <a:gd name="T44" fmla="*/ 102 w 143"/>
              <a:gd name="T45" fmla="*/ 68 h 150"/>
              <a:gd name="T46" fmla="*/ 99 w 143"/>
              <a:gd name="T47" fmla="*/ 65 h 150"/>
              <a:gd name="T48" fmla="*/ 101 w 143"/>
              <a:gd name="T49" fmla="*/ 54 h 150"/>
              <a:gd name="T50" fmla="*/ 82 w 143"/>
              <a:gd name="T51" fmla="*/ 81 h 150"/>
              <a:gd name="T52" fmla="*/ 79 w 143"/>
              <a:gd name="T53" fmla="*/ 83 h 150"/>
              <a:gd name="T54" fmla="*/ 76 w 143"/>
              <a:gd name="T55" fmla="*/ 82 h 150"/>
              <a:gd name="T56" fmla="*/ 64 w 143"/>
              <a:gd name="T57" fmla="*/ 73 h 150"/>
              <a:gd name="T58" fmla="*/ 46 w 143"/>
              <a:gd name="T59" fmla="*/ 99 h 150"/>
              <a:gd name="T60" fmla="*/ 42 w 143"/>
              <a:gd name="T61" fmla="*/ 100 h 150"/>
              <a:gd name="T62" fmla="*/ 40 w 143"/>
              <a:gd name="T63" fmla="*/ 100 h 150"/>
              <a:gd name="T64" fmla="*/ 38 w 143"/>
              <a:gd name="T65" fmla="*/ 94 h 150"/>
              <a:gd name="T66" fmla="*/ 24 w 143"/>
              <a:gd name="T67" fmla="*/ 41 h 150"/>
              <a:gd name="T68" fmla="*/ 28 w 143"/>
              <a:gd name="T69" fmla="*/ 37 h 150"/>
              <a:gd name="T70" fmla="*/ 32 w 143"/>
              <a:gd name="T71" fmla="*/ 41 h 150"/>
              <a:gd name="T72" fmla="*/ 32 w 143"/>
              <a:gd name="T73" fmla="*/ 106 h 150"/>
              <a:gd name="T74" fmla="*/ 32 w 143"/>
              <a:gd name="T75" fmla="*/ 106 h 150"/>
              <a:gd name="T76" fmla="*/ 108 w 143"/>
              <a:gd name="T77" fmla="*/ 106 h 150"/>
              <a:gd name="T78" fmla="*/ 112 w 143"/>
              <a:gd name="T79" fmla="*/ 109 h 150"/>
              <a:gd name="T80" fmla="*/ 108 w 143"/>
              <a:gd name="T81" fmla="*/ 113 h 150"/>
              <a:gd name="T82" fmla="*/ 32 w 143"/>
              <a:gd name="T83" fmla="*/ 113 h 150"/>
              <a:gd name="T84" fmla="*/ 24 w 143"/>
              <a:gd name="T85" fmla="*/ 106 h 150"/>
              <a:gd name="T86" fmla="*/ 24 w 143"/>
              <a:gd name="T87" fmla="*/ 41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3" h="150">
                <a:moveTo>
                  <a:pt x="0" y="0"/>
                </a:moveTo>
                <a:cubicBezTo>
                  <a:pt x="0" y="150"/>
                  <a:pt x="0" y="150"/>
                  <a:pt x="0" y="150"/>
                </a:cubicBezTo>
                <a:cubicBezTo>
                  <a:pt x="1" y="150"/>
                  <a:pt x="2" y="150"/>
                  <a:pt x="3" y="150"/>
                </a:cubicBezTo>
                <a:cubicBezTo>
                  <a:pt x="133" y="150"/>
                  <a:pt x="133" y="150"/>
                  <a:pt x="133" y="150"/>
                </a:cubicBezTo>
                <a:cubicBezTo>
                  <a:pt x="139" y="150"/>
                  <a:pt x="143" y="146"/>
                  <a:pt x="143" y="140"/>
                </a:cubicBezTo>
                <a:cubicBezTo>
                  <a:pt x="143" y="10"/>
                  <a:pt x="143" y="10"/>
                  <a:pt x="143" y="10"/>
                </a:cubicBezTo>
                <a:cubicBezTo>
                  <a:pt x="143" y="4"/>
                  <a:pt x="139" y="0"/>
                  <a:pt x="133" y="0"/>
                </a:cubicBezTo>
                <a:cubicBezTo>
                  <a:pt x="3" y="0"/>
                  <a:pt x="3" y="0"/>
                  <a:pt x="3" y="0"/>
                </a:cubicBezTo>
                <a:cubicBezTo>
                  <a:pt x="2" y="0"/>
                  <a:pt x="1" y="0"/>
                  <a:pt x="0" y="0"/>
                </a:cubicBezTo>
                <a:close/>
                <a:moveTo>
                  <a:pt x="38" y="94"/>
                </a:moveTo>
                <a:cubicBezTo>
                  <a:pt x="59" y="64"/>
                  <a:pt x="59" y="64"/>
                  <a:pt x="59" y="64"/>
                </a:cubicBezTo>
                <a:cubicBezTo>
                  <a:pt x="60" y="64"/>
                  <a:pt x="61" y="63"/>
                  <a:pt x="62" y="63"/>
                </a:cubicBezTo>
                <a:cubicBezTo>
                  <a:pt x="63" y="62"/>
                  <a:pt x="64" y="63"/>
                  <a:pt x="65" y="63"/>
                </a:cubicBezTo>
                <a:cubicBezTo>
                  <a:pt x="78" y="72"/>
                  <a:pt x="78" y="72"/>
                  <a:pt x="78" y="72"/>
                </a:cubicBezTo>
                <a:cubicBezTo>
                  <a:pt x="94" y="49"/>
                  <a:pt x="94" y="49"/>
                  <a:pt x="94" y="49"/>
                </a:cubicBezTo>
                <a:cubicBezTo>
                  <a:pt x="85" y="50"/>
                  <a:pt x="85" y="50"/>
                  <a:pt x="85" y="50"/>
                </a:cubicBezTo>
                <a:cubicBezTo>
                  <a:pt x="83" y="50"/>
                  <a:pt x="82" y="49"/>
                  <a:pt x="81" y="48"/>
                </a:cubicBezTo>
                <a:cubicBezTo>
                  <a:pt x="81" y="46"/>
                  <a:pt x="82" y="44"/>
                  <a:pt x="84" y="44"/>
                </a:cubicBezTo>
                <a:cubicBezTo>
                  <a:pt x="105" y="40"/>
                  <a:pt x="105" y="40"/>
                  <a:pt x="105" y="40"/>
                </a:cubicBezTo>
                <a:cubicBezTo>
                  <a:pt x="106" y="40"/>
                  <a:pt x="107" y="41"/>
                  <a:pt x="108" y="41"/>
                </a:cubicBezTo>
                <a:cubicBezTo>
                  <a:pt x="109" y="42"/>
                  <a:pt x="109" y="43"/>
                  <a:pt x="109" y="44"/>
                </a:cubicBezTo>
                <a:cubicBezTo>
                  <a:pt x="106" y="66"/>
                  <a:pt x="106" y="66"/>
                  <a:pt x="106" y="66"/>
                </a:cubicBezTo>
                <a:cubicBezTo>
                  <a:pt x="105" y="67"/>
                  <a:pt x="104" y="69"/>
                  <a:pt x="102" y="68"/>
                </a:cubicBezTo>
                <a:cubicBezTo>
                  <a:pt x="100" y="68"/>
                  <a:pt x="99" y="66"/>
                  <a:pt x="99" y="65"/>
                </a:cubicBezTo>
                <a:cubicBezTo>
                  <a:pt x="101" y="54"/>
                  <a:pt x="101" y="54"/>
                  <a:pt x="101" y="54"/>
                </a:cubicBezTo>
                <a:cubicBezTo>
                  <a:pt x="82" y="81"/>
                  <a:pt x="82" y="81"/>
                  <a:pt x="82" y="81"/>
                </a:cubicBezTo>
                <a:cubicBezTo>
                  <a:pt x="82" y="82"/>
                  <a:pt x="81" y="82"/>
                  <a:pt x="79" y="83"/>
                </a:cubicBezTo>
                <a:cubicBezTo>
                  <a:pt x="78" y="83"/>
                  <a:pt x="77" y="83"/>
                  <a:pt x="76" y="82"/>
                </a:cubicBezTo>
                <a:cubicBezTo>
                  <a:pt x="64" y="73"/>
                  <a:pt x="64" y="73"/>
                  <a:pt x="64" y="73"/>
                </a:cubicBezTo>
                <a:cubicBezTo>
                  <a:pt x="46" y="99"/>
                  <a:pt x="46" y="99"/>
                  <a:pt x="46" y="99"/>
                </a:cubicBezTo>
                <a:cubicBezTo>
                  <a:pt x="45" y="100"/>
                  <a:pt x="43" y="100"/>
                  <a:pt x="42" y="100"/>
                </a:cubicBezTo>
                <a:cubicBezTo>
                  <a:pt x="41" y="100"/>
                  <a:pt x="40" y="100"/>
                  <a:pt x="40" y="100"/>
                </a:cubicBezTo>
                <a:cubicBezTo>
                  <a:pt x="38" y="98"/>
                  <a:pt x="37" y="95"/>
                  <a:pt x="38" y="94"/>
                </a:cubicBezTo>
                <a:close/>
                <a:moveTo>
                  <a:pt x="24" y="41"/>
                </a:moveTo>
                <a:cubicBezTo>
                  <a:pt x="24" y="39"/>
                  <a:pt x="26" y="37"/>
                  <a:pt x="28" y="37"/>
                </a:cubicBezTo>
                <a:cubicBezTo>
                  <a:pt x="30" y="37"/>
                  <a:pt x="32" y="39"/>
                  <a:pt x="32" y="41"/>
                </a:cubicBezTo>
                <a:cubicBezTo>
                  <a:pt x="32" y="106"/>
                  <a:pt x="32" y="106"/>
                  <a:pt x="32" y="106"/>
                </a:cubicBezTo>
                <a:cubicBezTo>
                  <a:pt x="32" y="106"/>
                  <a:pt x="32" y="106"/>
                  <a:pt x="32" y="106"/>
                </a:cubicBezTo>
                <a:cubicBezTo>
                  <a:pt x="108" y="106"/>
                  <a:pt x="108" y="106"/>
                  <a:pt x="108" y="106"/>
                </a:cubicBezTo>
                <a:cubicBezTo>
                  <a:pt x="110" y="106"/>
                  <a:pt x="112" y="107"/>
                  <a:pt x="112" y="109"/>
                </a:cubicBezTo>
                <a:cubicBezTo>
                  <a:pt x="112" y="112"/>
                  <a:pt x="110" y="113"/>
                  <a:pt x="108" y="113"/>
                </a:cubicBezTo>
                <a:cubicBezTo>
                  <a:pt x="32" y="113"/>
                  <a:pt x="32" y="113"/>
                  <a:pt x="32" y="113"/>
                </a:cubicBezTo>
                <a:cubicBezTo>
                  <a:pt x="28" y="113"/>
                  <a:pt x="24" y="110"/>
                  <a:pt x="24" y="106"/>
                </a:cubicBezTo>
                <a:lnTo>
                  <a:pt x="24" y="41"/>
                </a:lnTo>
                <a:close/>
              </a:path>
            </a:pathLst>
          </a:custGeom>
          <a:solidFill>
            <a:srgbClr val="E8E104"/>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285" name="组合 226"/>
          <p:cNvGrpSpPr/>
          <p:nvPr/>
        </p:nvGrpSpPr>
        <p:grpSpPr>
          <a:xfrm>
            <a:off x="4587587" y="5138917"/>
            <a:ext cx="365125" cy="382588"/>
            <a:chOff x="3714750" y="4314826"/>
            <a:chExt cx="365125" cy="382588"/>
          </a:xfrm>
          <a:solidFill>
            <a:srgbClr val="9084BA"/>
          </a:solidFill>
        </p:grpSpPr>
        <p:sp>
          <p:nvSpPr>
            <p:cNvPr id="286" name="Freeform 269"/>
            <p:cNvSpPr>
              <a:spLocks/>
            </p:cNvSpPr>
            <p:nvPr/>
          </p:nvSpPr>
          <p:spPr bwMode="auto">
            <a:xfrm>
              <a:off x="3811588" y="4557713"/>
              <a:ext cx="42863" cy="42863"/>
            </a:xfrm>
            <a:custGeom>
              <a:avLst/>
              <a:gdLst>
                <a:gd name="T0" fmla="*/ 17 w 17"/>
                <a:gd name="T1" fmla="*/ 10 h 17"/>
                <a:gd name="T2" fmla="*/ 15 w 17"/>
                <a:gd name="T3" fmla="*/ 4 h 17"/>
                <a:gd name="T4" fmla="*/ 9 w 17"/>
                <a:gd name="T5" fmla="*/ 1 h 17"/>
                <a:gd name="T6" fmla="*/ 3 w 17"/>
                <a:gd name="T7" fmla="*/ 3 h 17"/>
                <a:gd name="T8" fmla="*/ 0 w 17"/>
                <a:gd name="T9" fmla="*/ 8 h 17"/>
                <a:gd name="T10" fmla="*/ 2 w 17"/>
                <a:gd name="T11" fmla="*/ 14 h 17"/>
                <a:gd name="T12" fmla="*/ 8 w 17"/>
                <a:gd name="T13" fmla="*/ 17 h 17"/>
                <a:gd name="T14" fmla="*/ 14 w 17"/>
                <a:gd name="T15" fmla="*/ 15 h 17"/>
                <a:gd name="T16" fmla="*/ 17 w 17"/>
                <a:gd name="T17" fmla="*/ 1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7">
                  <a:moveTo>
                    <a:pt x="17" y="10"/>
                  </a:moveTo>
                  <a:cubicBezTo>
                    <a:pt x="17" y="7"/>
                    <a:pt x="16" y="5"/>
                    <a:pt x="15" y="4"/>
                  </a:cubicBezTo>
                  <a:cubicBezTo>
                    <a:pt x="14" y="2"/>
                    <a:pt x="12" y="1"/>
                    <a:pt x="9" y="1"/>
                  </a:cubicBezTo>
                  <a:cubicBezTo>
                    <a:pt x="7" y="0"/>
                    <a:pt x="5" y="1"/>
                    <a:pt x="3" y="3"/>
                  </a:cubicBezTo>
                  <a:cubicBezTo>
                    <a:pt x="2" y="4"/>
                    <a:pt x="1" y="6"/>
                    <a:pt x="0" y="8"/>
                  </a:cubicBezTo>
                  <a:cubicBezTo>
                    <a:pt x="0" y="10"/>
                    <a:pt x="1" y="13"/>
                    <a:pt x="2" y="14"/>
                  </a:cubicBezTo>
                  <a:cubicBezTo>
                    <a:pt x="4" y="16"/>
                    <a:pt x="6" y="17"/>
                    <a:pt x="8" y="17"/>
                  </a:cubicBezTo>
                  <a:cubicBezTo>
                    <a:pt x="10" y="17"/>
                    <a:pt x="12" y="17"/>
                    <a:pt x="14" y="15"/>
                  </a:cubicBezTo>
                  <a:cubicBezTo>
                    <a:pt x="16" y="14"/>
                    <a:pt x="17" y="12"/>
                    <a:pt x="17"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 name="Freeform 271"/>
            <p:cNvSpPr>
              <a:spLocks/>
            </p:cNvSpPr>
            <p:nvPr/>
          </p:nvSpPr>
          <p:spPr bwMode="auto">
            <a:xfrm>
              <a:off x="3816350" y="4410076"/>
              <a:ext cx="92075" cy="90488"/>
            </a:xfrm>
            <a:custGeom>
              <a:avLst/>
              <a:gdLst>
                <a:gd name="T0" fmla="*/ 36 w 36"/>
                <a:gd name="T1" fmla="*/ 18 h 36"/>
                <a:gd name="T2" fmla="*/ 31 w 36"/>
                <a:gd name="T3" fmla="*/ 5 h 36"/>
                <a:gd name="T4" fmla="*/ 18 w 36"/>
                <a:gd name="T5" fmla="*/ 0 h 36"/>
                <a:gd name="T6" fmla="*/ 5 w 36"/>
                <a:gd name="T7" fmla="*/ 5 h 36"/>
                <a:gd name="T8" fmla="*/ 0 w 36"/>
                <a:gd name="T9" fmla="*/ 18 h 36"/>
                <a:gd name="T10" fmla="*/ 5 w 36"/>
                <a:gd name="T11" fmla="*/ 31 h 36"/>
                <a:gd name="T12" fmla="*/ 18 w 36"/>
                <a:gd name="T13" fmla="*/ 36 h 36"/>
                <a:gd name="T14" fmla="*/ 31 w 36"/>
                <a:gd name="T15" fmla="*/ 31 h 36"/>
                <a:gd name="T16" fmla="*/ 36 w 36"/>
                <a:gd name="T17" fmla="*/ 1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36">
                  <a:moveTo>
                    <a:pt x="36" y="18"/>
                  </a:moveTo>
                  <a:cubicBezTo>
                    <a:pt x="36" y="13"/>
                    <a:pt x="34" y="9"/>
                    <a:pt x="31" y="5"/>
                  </a:cubicBezTo>
                  <a:cubicBezTo>
                    <a:pt x="28" y="2"/>
                    <a:pt x="23" y="0"/>
                    <a:pt x="18" y="0"/>
                  </a:cubicBezTo>
                  <a:cubicBezTo>
                    <a:pt x="13" y="0"/>
                    <a:pt x="9" y="2"/>
                    <a:pt x="5" y="5"/>
                  </a:cubicBezTo>
                  <a:cubicBezTo>
                    <a:pt x="2" y="9"/>
                    <a:pt x="0" y="13"/>
                    <a:pt x="0" y="18"/>
                  </a:cubicBezTo>
                  <a:cubicBezTo>
                    <a:pt x="0" y="23"/>
                    <a:pt x="2" y="28"/>
                    <a:pt x="5" y="31"/>
                  </a:cubicBezTo>
                  <a:cubicBezTo>
                    <a:pt x="9" y="34"/>
                    <a:pt x="13" y="36"/>
                    <a:pt x="18" y="36"/>
                  </a:cubicBezTo>
                  <a:cubicBezTo>
                    <a:pt x="23" y="36"/>
                    <a:pt x="28" y="34"/>
                    <a:pt x="31" y="31"/>
                  </a:cubicBezTo>
                  <a:cubicBezTo>
                    <a:pt x="34" y="28"/>
                    <a:pt x="36" y="23"/>
                    <a:pt x="36"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 name="Freeform 273"/>
            <p:cNvSpPr>
              <a:spLocks noEditPoints="1"/>
            </p:cNvSpPr>
            <p:nvPr/>
          </p:nvSpPr>
          <p:spPr bwMode="auto">
            <a:xfrm>
              <a:off x="3714750" y="4314826"/>
              <a:ext cx="365125" cy="382588"/>
            </a:xfrm>
            <a:custGeom>
              <a:avLst/>
              <a:gdLst>
                <a:gd name="T0" fmla="*/ 3 w 143"/>
                <a:gd name="T1" fmla="*/ 150 h 150"/>
                <a:gd name="T2" fmla="*/ 143 w 143"/>
                <a:gd name="T3" fmla="*/ 140 h 150"/>
                <a:gd name="T4" fmla="*/ 133 w 143"/>
                <a:gd name="T5" fmla="*/ 0 h 150"/>
                <a:gd name="T6" fmla="*/ 0 w 143"/>
                <a:gd name="T7" fmla="*/ 0 h 150"/>
                <a:gd name="T8" fmla="*/ 43 w 143"/>
                <a:gd name="T9" fmla="*/ 119 h 150"/>
                <a:gd name="T10" fmla="*/ 39 w 143"/>
                <a:gd name="T11" fmla="*/ 114 h 150"/>
                <a:gd name="T12" fmla="*/ 33 w 143"/>
                <a:gd name="T13" fmla="*/ 112 h 150"/>
                <a:gd name="T14" fmla="*/ 34 w 143"/>
                <a:gd name="T15" fmla="*/ 105 h 150"/>
                <a:gd name="T16" fmla="*/ 31 w 143"/>
                <a:gd name="T17" fmla="*/ 100 h 150"/>
                <a:gd name="T18" fmla="*/ 37 w 143"/>
                <a:gd name="T19" fmla="*/ 96 h 150"/>
                <a:gd name="T20" fmla="*/ 39 w 143"/>
                <a:gd name="T21" fmla="*/ 90 h 150"/>
                <a:gd name="T22" fmla="*/ 45 w 143"/>
                <a:gd name="T23" fmla="*/ 91 h 150"/>
                <a:gd name="T24" fmla="*/ 51 w 143"/>
                <a:gd name="T25" fmla="*/ 89 h 150"/>
                <a:gd name="T26" fmla="*/ 55 w 143"/>
                <a:gd name="T27" fmla="*/ 94 h 150"/>
                <a:gd name="T28" fmla="*/ 60 w 143"/>
                <a:gd name="T29" fmla="*/ 96 h 150"/>
                <a:gd name="T30" fmla="*/ 59 w 143"/>
                <a:gd name="T31" fmla="*/ 102 h 150"/>
                <a:gd name="T32" fmla="*/ 62 w 143"/>
                <a:gd name="T33" fmla="*/ 108 h 150"/>
                <a:gd name="T34" fmla="*/ 57 w 143"/>
                <a:gd name="T35" fmla="*/ 112 h 150"/>
                <a:gd name="T36" fmla="*/ 55 w 143"/>
                <a:gd name="T37" fmla="*/ 117 h 150"/>
                <a:gd name="T38" fmla="*/ 48 w 143"/>
                <a:gd name="T39" fmla="*/ 117 h 150"/>
                <a:gd name="T40" fmla="*/ 43 w 143"/>
                <a:gd name="T41" fmla="*/ 119 h 150"/>
                <a:gd name="T42" fmla="*/ 93 w 143"/>
                <a:gd name="T43" fmla="*/ 87 h 150"/>
                <a:gd name="T44" fmla="*/ 103 w 143"/>
                <a:gd name="T45" fmla="*/ 88 h 150"/>
                <a:gd name="T46" fmla="*/ 105 w 143"/>
                <a:gd name="T47" fmla="*/ 96 h 150"/>
                <a:gd name="T48" fmla="*/ 111 w 143"/>
                <a:gd name="T49" fmla="*/ 104 h 150"/>
                <a:gd name="T50" fmla="*/ 106 w 143"/>
                <a:gd name="T51" fmla="*/ 111 h 150"/>
                <a:gd name="T52" fmla="*/ 106 w 143"/>
                <a:gd name="T53" fmla="*/ 121 h 150"/>
                <a:gd name="T54" fmla="*/ 97 w 143"/>
                <a:gd name="T55" fmla="*/ 122 h 150"/>
                <a:gd name="T56" fmla="*/ 90 w 143"/>
                <a:gd name="T57" fmla="*/ 129 h 150"/>
                <a:gd name="T58" fmla="*/ 83 w 143"/>
                <a:gd name="T59" fmla="*/ 124 h 150"/>
                <a:gd name="T60" fmla="*/ 73 w 143"/>
                <a:gd name="T61" fmla="*/ 123 h 150"/>
                <a:gd name="T62" fmla="*/ 71 w 143"/>
                <a:gd name="T63" fmla="*/ 115 h 150"/>
                <a:gd name="T64" fmla="*/ 65 w 143"/>
                <a:gd name="T65" fmla="*/ 107 h 150"/>
                <a:gd name="T66" fmla="*/ 70 w 143"/>
                <a:gd name="T67" fmla="*/ 100 h 150"/>
                <a:gd name="T68" fmla="*/ 70 w 143"/>
                <a:gd name="T69" fmla="*/ 90 h 150"/>
                <a:gd name="T70" fmla="*/ 79 w 143"/>
                <a:gd name="T71" fmla="*/ 89 h 150"/>
                <a:gd name="T72" fmla="*/ 86 w 143"/>
                <a:gd name="T73" fmla="*/ 82 h 150"/>
                <a:gd name="T74" fmla="*/ 64 w 143"/>
                <a:gd name="T75" fmla="*/ 21 h 150"/>
                <a:gd name="T76" fmla="*/ 74 w 143"/>
                <a:gd name="T77" fmla="*/ 32 h 150"/>
                <a:gd name="T78" fmla="*/ 86 w 143"/>
                <a:gd name="T79" fmla="*/ 35 h 150"/>
                <a:gd name="T80" fmla="*/ 86 w 143"/>
                <a:gd name="T81" fmla="*/ 50 h 150"/>
                <a:gd name="T82" fmla="*/ 92 w 143"/>
                <a:gd name="T83" fmla="*/ 61 h 150"/>
                <a:gd name="T84" fmla="*/ 82 w 143"/>
                <a:gd name="T85" fmla="*/ 71 h 150"/>
                <a:gd name="T86" fmla="*/ 78 w 143"/>
                <a:gd name="T87" fmla="*/ 83 h 150"/>
                <a:gd name="T88" fmla="*/ 64 w 143"/>
                <a:gd name="T89" fmla="*/ 83 h 150"/>
                <a:gd name="T90" fmla="*/ 53 w 143"/>
                <a:gd name="T91" fmla="*/ 89 h 150"/>
                <a:gd name="T92" fmla="*/ 43 w 143"/>
                <a:gd name="T93" fmla="*/ 79 h 150"/>
                <a:gd name="T94" fmla="*/ 30 w 143"/>
                <a:gd name="T95" fmla="*/ 75 h 150"/>
                <a:gd name="T96" fmla="*/ 30 w 143"/>
                <a:gd name="T97" fmla="*/ 61 h 150"/>
                <a:gd name="T98" fmla="*/ 24 w 143"/>
                <a:gd name="T99" fmla="*/ 50 h 150"/>
                <a:gd name="T100" fmla="*/ 35 w 143"/>
                <a:gd name="T101" fmla="*/ 39 h 150"/>
                <a:gd name="T102" fmla="*/ 38 w 143"/>
                <a:gd name="T103" fmla="*/ 27 h 150"/>
                <a:gd name="T104" fmla="*/ 53 w 143"/>
                <a:gd name="T105" fmla="*/ 27 h 150"/>
                <a:gd name="T106" fmla="*/ 64 w 143"/>
                <a:gd name="T107" fmla="*/ 21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3" h="150">
                  <a:moveTo>
                    <a:pt x="0" y="150"/>
                  </a:moveTo>
                  <a:cubicBezTo>
                    <a:pt x="1" y="150"/>
                    <a:pt x="2" y="150"/>
                    <a:pt x="3" y="150"/>
                  </a:cubicBezTo>
                  <a:cubicBezTo>
                    <a:pt x="133" y="150"/>
                    <a:pt x="133" y="150"/>
                    <a:pt x="133" y="150"/>
                  </a:cubicBezTo>
                  <a:cubicBezTo>
                    <a:pt x="138" y="150"/>
                    <a:pt x="143" y="145"/>
                    <a:pt x="143" y="140"/>
                  </a:cubicBezTo>
                  <a:cubicBezTo>
                    <a:pt x="143" y="10"/>
                    <a:pt x="143" y="10"/>
                    <a:pt x="143" y="10"/>
                  </a:cubicBezTo>
                  <a:cubicBezTo>
                    <a:pt x="143" y="4"/>
                    <a:pt x="138" y="0"/>
                    <a:pt x="133" y="0"/>
                  </a:cubicBezTo>
                  <a:cubicBezTo>
                    <a:pt x="3" y="0"/>
                    <a:pt x="3" y="0"/>
                    <a:pt x="3" y="0"/>
                  </a:cubicBezTo>
                  <a:cubicBezTo>
                    <a:pt x="2" y="0"/>
                    <a:pt x="1" y="0"/>
                    <a:pt x="0" y="0"/>
                  </a:cubicBezTo>
                  <a:lnTo>
                    <a:pt x="0" y="150"/>
                  </a:lnTo>
                  <a:close/>
                  <a:moveTo>
                    <a:pt x="43" y="119"/>
                  </a:moveTo>
                  <a:cubicBezTo>
                    <a:pt x="43" y="116"/>
                    <a:pt x="43" y="116"/>
                    <a:pt x="43" y="116"/>
                  </a:cubicBezTo>
                  <a:cubicBezTo>
                    <a:pt x="41" y="116"/>
                    <a:pt x="40" y="115"/>
                    <a:pt x="39" y="114"/>
                  </a:cubicBezTo>
                  <a:cubicBezTo>
                    <a:pt x="36" y="116"/>
                    <a:pt x="36" y="116"/>
                    <a:pt x="36" y="116"/>
                  </a:cubicBezTo>
                  <a:cubicBezTo>
                    <a:pt x="33" y="112"/>
                    <a:pt x="33" y="112"/>
                    <a:pt x="33" y="112"/>
                  </a:cubicBezTo>
                  <a:cubicBezTo>
                    <a:pt x="35" y="110"/>
                    <a:pt x="35" y="110"/>
                    <a:pt x="35" y="110"/>
                  </a:cubicBezTo>
                  <a:cubicBezTo>
                    <a:pt x="35" y="109"/>
                    <a:pt x="34" y="107"/>
                    <a:pt x="34" y="105"/>
                  </a:cubicBezTo>
                  <a:cubicBezTo>
                    <a:pt x="31" y="105"/>
                    <a:pt x="31" y="105"/>
                    <a:pt x="31" y="105"/>
                  </a:cubicBezTo>
                  <a:cubicBezTo>
                    <a:pt x="31" y="100"/>
                    <a:pt x="31" y="100"/>
                    <a:pt x="31" y="100"/>
                  </a:cubicBezTo>
                  <a:cubicBezTo>
                    <a:pt x="34" y="100"/>
                    <a:pt x="34" y="100"/>
                    <a:pt x="34" y="100"/>
                  </a:cubicBezTo>
                  <a:cubicBezTo>
                    <a:pt x="35" y="99"/>
                    <a:pt x="36" y="97"/>
                    <a:pt x="37" y="96"/>
                  </a:cubicBezTo>
                  <a:cubicBezTo>
                    <a:pt x="35" y="94"/>
                    <a:pt x="35" y="94"/>
                    <a:pt x="35" y="94"/>
                  </a:cubicBezTo>
                  <a:cubicBezTo>
                    <a:pt x="39" y="90"/>
                    <a:pt x="39" y="90"/>
                    <a:pt x="39" y="90"/>
                  </a:cubicBezTo>
                  <a:cubicBezTo>
                    <a:pt x="41" y="93"/>
                    <a:pt x="41" y="93"/>
                    <a:pt x="41" y="93"/>
                  </a:cubicBezTo>
                  <a:cubicBezTo>
                    <a:pt x="42" y="92"/>
                    <a:pt x="44" y="91"/>
                    <a:pt x="45" y="91"/>
                  </a:cubicBezTo>
                  <a:cubicBezTo>
                    <a:pt x="45" y="88"/>
                    <a:pt x="45" y="88"/>
                    <a:pt x="45" y="88"/>
                  </a:cubicBezTo>
                  <a:cubicBezTo>
                    <a:pt x="51" y="89"/>
                    <a:pt x="51" y="89"/>
                    <a:pt x="51" y="89"/>
                  </a:cubicBezTo>
                  <a:cubicBezTo>
                    <a:pt x="50" y="92"/>
                    <a:pt x="50" y="92"/>
                    <a:pt x="50" y="92"/>
                  </a:cubicBezTo>
                  <a:cubicBezTo>
                    <a:pt x="52" y="92"/>
                    <a:pt x="53" y="93"/>
                    <a:pt x="55" y="94"/>
                  </a:cubicBezTo>
                  <a:cubicBezTo>
                    <a:pt x="57" y="92"/>
                    <a:pt x="57" y="92"/>
                    <a:pt x="57" y="92"/>
                  </a:cubicBezTo>
                  <a:cubicBezTo>
                    <a:pt x="60" y="96"/>
                    <a:pt x="60" y="96"/>
                    <a:pt x="60" y="96"/>
                  </a:cubicBezTo>
                  <a:cubicBezTo>
                    <a:pt x="58" y="98"/>
                    <a:pt x="58" y="98"/>
                    <a:pt x="58" y="98"/>
                  </a:cubicBezTo>
                  <a:cubicBezTo>
                    <a:pt x="59" y="99"/>
                    <a:pt x="59" y="101"/>
                    <a:pt x="59" y="102"/>
                  </a:cubicBezTo>
                  <a:cubicBezTo>
                    <a:pt x="62" y="103"/>
                    <a:pt x="62" y="103"/>
                    <a:pt x="62" y="103"/>
                  </a:cubicBezTo>
                  <a:cubicBezTo>
                    <a:pt x="62" y="108"/>
                    <a:pt x="62" y="108"/>
                    <a:pt x="62" y="108"/>
                  </a:cubicBezTo>
                  <a:cubicBezTo>
                    <a:pt x="59" y="107"/>
                    <a:pt x="59" y="107"/>
                    <a:pt x="59" y="107"/>
                  </a:cubicBezTo>
                  <a:cubicBezTo>
                    <a:pt x="58" y="109"/>
                    <a:pt x="58" y="111"/>
                    <a:pt x="57" y="112"/>
                  </a:cubicBezTo>
                  <a:cubicBezTo>
                    <a:pt x="59" y="114"/>
                    <a:pt x="59" y="114"/>
                    <a:pt x="59" y="114"/>
                  </a:cubicBezTo>
                  <a:cubicBezTo>
                    <a:pt x="55" y="117"/>
                    <a:pt x="55" y="117"/>
                    <a:pt x="55" y="117"/>
                  </a:cubicBezTo>
                  <a:cubicBezTo>
                    <a:pt x="53" y="115"/>
                    <a:pt x="53" y="115"/>
                    <a:pt x="53" y="115"/>
                  </a:cubicBezTo>
                  <a:cubicBezTo>
                    <a:pt x="51" y="116"/>
                    <a:pt x="50" y="116"/>
                    <a:pt x="48" y="117"/>
                  </a:cubicBezTo>
                  <a:cubicBezTo>
                    <a:pt x="48" y="120"/>
                    <a:pt x="48" y="120"/>
                    <a:pt x="48" y="120"/>
                  </a:cubicBezTo>
                  <a:lnTo>
                    <a:pt x="43" y="119"/>
                  </a:lnTo>
                  <a:close/>
                  <a:moveTo>
                    <a:pt x="94" y="83"/>
                  </a:moveTo>
                  <a:cubicBezTo>
                    <a:pt x="93" y="87"/>
                    <a:pt x="93" y="87"/>
                    <a:pt x="93" y="87"/>
                  </a:cubicBezTo>
                  <a:cubicBezTo>
                    <a:pt x="96" y="88"/>
                    <a:pt x="98" y="89"/>
                    <a:pt x="100" y="91"/>
                  </a:cubicBezTo>
                  <a:cubicBezTo>
                    <a:pt x="103" y="88"/>
                    <a:pt x="103" y="88"/>
                    <a:pt x="103" y="88"/>
                  </a:cubicBezTo>
                  <a:cubicBezTo>
                    <a:pt x="108" y="93"/>
                    <a:pt x="108" y="93"/>
                    <a:pt x="108" y="93"/>
                  </a:cubicBezTo>
                  <a:cubicBezTo>
                    <a:pt x="105" y="96"/>
                    <a:pt x="105" y="96"/>
                    <a:pt x="105" y="96"/>
                  </a:cubicBezTo>
                  <a:cubicBezTo>
                    <a:pt x="106" y="98"/>
                    <a:pt x="107" y="101"/>
                    <a:pt x="107" y="103"/>
                  </a:cubicBezTo>
                  <a:cubicBezTo>
                    <a:pt x="111" y="104"/>
                    <a:pt x="111" y="104"/>
                    <a:pt x="111" y="104"/>
                  </a:cubicBezTo>
                  <a:cubicBezTo>
                    <a:pt x="111" y="111"/>
                    <a:pt x="111" y="111"/>
                    <a:pt x="111" y="111"/>
                  </a:cubicBezTo>
                  <a:cubicBezTo>
                    <a:pt x="106" y="111"/>
                    <a:pt x="106" y="111"/>
                    <a:pt x="106" y="111"/>
                  </a:cubicBezTo>
                  <a:cubicBezTo>
                    <a:pt x="105" y="113"/>
                    <a:pt x="104" y="115"/>
                    <a:pt x="103" y="117"/>
                  </a:cubicBezTo>
                  <a:cubicBezTo>
                    <a:pt x="106" y="121"/>
                    <a:pt x="106" y="121"/>
                    <a:pt x="106" y="121"/>
                  </a:cubicBezTo>
                  <a:cubicBezTo>
                    <a:pt x="100" y="126"/>
                    <a:pt x="100" y="126"/>
                    <a:pt x="100" y="126"/>
                  </a:cubicBezTo>
                  <a:cubicBezTo>
                    <a:pt x="97" y="122"/>
                    <a:pt x="97" y="122"/>
                    <a:pt x="97" y="122"/>
                  </a:cubicBezTo>
                  <a:cubicBezTo>
                    <a:pt x="95" y="123"/>
                    <a:pt x="93" y="124"/>
                    <a:pt x="90" y="124"/>
                  </a:cubicBezTo>
                  <a:cubicBezTo>
                    <a:pt x="90" y="129"/>
                    <a:pt x="90" y="129"/>
                    <a:pt x="90" y="129"/>
                  </a:cubicBezTo>
                  <a:cubicBezTo>
                    <a:pt x="82" y="128"/>
                    <a:pt x="82" y="128"/>
                    <a:pt x="82" y="128"/>
                  </a:cubicBezTo>
                  <a:cubicBezTo>
                    <a:pt x="83" y="124"/>
                    <a:pt x="83" y="124"/>
                    <a:pt x="83" y="124"/>
                  </a:cubicBezTo>
                  <a:cubicBezTo>
                    <a:pt x="80" y="123"/>
                    <a:pt x="78" y="122"/>
                    <a:pt x="76" y="120"/>
                  </a:cubicBezTo>
                  <a:cubicBezTo>
                    <a:pt x="73" y="123"/>
                    <a:pt x="73" y="123"/>
                    <a:pt x="73" y="123"/>
                  </a:cubicBezTo>
                  <a:cubicBezTo>
                    <a:pt x="68" y="117"/>
                    <a:pt x="68" y="117"/>
                    <a:pt x="68" y="117"/>
                  </a:cubicBezTo>
                  <a:cubicBezTo>
                    <a:pt x="71" y="115"/>
                    <a:pt x="71" y="115"/>
                    <a:pt x="71" y="115"/>
                  </a:cubicBezTo>
                  <a:cubicBezTo>
                    <a:pt x="70" y="113"/>
                    <a:pt x="69" y="110"/>
                    <a:pt x="69" y="108"/>
                  </a:cubicBezTo>
                  <a:cubicBezTo>
                    <a:pt x="65" y="107"/>
                    <a:pt x="65" y="107"/>
                    <a:pt x="65" y="107"/>
                  </a:cubicBezTo>
                  <a:cubicBezTo>
                    <a:pt x="65" y="100"/>
                    <a:pt x="65" y="100"/>
                    <a:pt x="65" y="100"/>
                  </a:cubicBezTo>
                  <a:cubicBezTo>
                    <a:pt x="70" y="100"/>
                    <a:pt x="70" y="100"/>
                    <a:pt x="70" y="100"/>
                  </a:cubicBezTo>
                  <a:cubicBezTo>
                    <a:pt x="70" y="98"/>
                    <a:pt x="71" y="95"/>
                    <a:pt x="73" y="94"/>
                  </a:cubicBezTo>
                  <a:cubicBezTo>
                    <a:pt x="70" y="90"/>
                    <a:pt x="70" y="90"/>
                    <a:pt x="70" y="90"/>
                  </a:cubicBezTo>
                  <a:cubicBezTo>
                    <a:pt x="76" y="85"/>
                    <a:pt x="76" y="85"/>
                    <a:pt x="76" y="85"/>
                  </a:cubicBezTo>
                  <a:cubicBezTo>
                    <a:pt x="79" y="89"/>
                    <a:pt x="79" y="89"/>
                    <a:pt x="79" y="89"/>
                  </a:cubicBezTo>
                  <a:cubicBezTo>
                    <a:pt x="81" y="88"/>
                    <a:pt x="83" y="87"/>
                    <a:pt x="86" y="87"/>
                  </a:cubicBezTo>
                  <a:cubicBezTo>
                    <a:pt x="86" y="82"/>
                    <a:pt x="86" y="82"/>
                    <a:pt x="86" y="82"/>
                  </a:cubicBezTo>
                  <a:lnTo>
                    <a:pt x="94" y="83"/>
                  </a:lnTo>
                  <a:close/>
                  <a:moveTo>
                    <a:pt x="64" y="21"/>
                  </a:moveTo>
                  <a:cubicBezTo>
                    <a:pt x="64" y="27"/>
                    <a:pt x="64" y="27"/>
                    <a:pt x="64" y="27"/>
                  </a:cubicBezTo>
                  <a:cubicBezTo>
                    <a:pt x="67" y="28"/>
                    <a:pt x="71" y="30"/>
                    <a:pt x="74" y="32"/>
                  </a:cubicBezTo>
                  <a:cubicBezTo>
                    <a:pt x="78" y="27"/>
                    <a:pt x="78" y="27"/>
                    <a:pt x="78" y="27"/>
                  </a:cubicBezTo>
                  <a:cubicBezTo>
                    <a:pt x="86" y="35"/>
                    <a:pt x="86" y="35"/>
                    <a:pt x="86" y="35"/>
                  </a:cubicBezTo>
                  <a:cubicBezTo>
                    <a:pt x="82" y="40"/>
                    <a:pt x="82" y="40"/>
                    <a:pt x="82" y="40"/>
                  </a:cubicBezTo>
                  <a:cubicBezTo>
                    <a:pt x="84" y="43"/>
                    <a:pt x="85" y="46"/>
                    <a:pt x="86" y="50"/>
                  </a:cubicBezTo>
                  <a:cubicBezTo>
                    <a:pt x="92" y="50"/>
                    <a:pt x="92" y="50"/>
                    <a:pt x="92" y="50"/>
                  </a:cubicBezTo>
                  <a:cubicBezTo>
                    <a:pt x="92" y="61"/>
                    <a:pt x="92" y="61"/>
                    <a:pt x="92" y="61"/>
                  </a:cubicBezTo>
                  <a:cubicBezTo>
                    <a:pt x="86" y="61"/>
                    <a:pt x="86" y="61"/>
                    <a:pt x="86" y="61"/>
                  </a:cubicBezTo>
                  <a:cubicBezTo>
                    <a:pt x="85" y="64"/>
                    <a:pt x="84" y="68"/>
                    <a:pt x="82" y="71"/>
                  </a:cubicBezTo>
                  <a:cubicBezTo>
                    <a:pt x="86" y="75"/>
                    <a:pt x="86" y="75"/>
                    <a:pt x="86" y="75"/>
                  </a:cubicBezTo>
                  <a:cubicBezTo>
                    <a:pt x="78" y="83"/>
                    <a:pt x="78" y="83"/>
                    <a:pt x="78" y="83"/>
                  </a:cubicBezTo>
                  <a:cubicBezTo>
                    <a:pt x="74" y="79"/>
                    <a:pt x="74" y="79"/>
                    <a:pt x="74" y="79"/>
                  </a:cubicBezTo>
                  <a:cubicBezTo>
                    <a:pt x="71" y="81"/>
                    <a:pt x="67" y="82"/>
                    <a:pt x="64" y="83"/>
                  </a:cubicBezTo>
                  <a:cubicBezTo>
                    <a:pt x="64" y="89"/>
                    <a:pt x="64" y="89"/>
                    <a:pt x="64" y="89"/>
                  </a:cubicBezTo>
                  <a:cubicBezTo>
                    <a:pt x="53" y="89"/>
                    <a:pt x="53" y="89"/>
                    <a:pt x="53" y="89"/>
                  </a:cubicBezTo>
                  <a:cubicBezTo>
                    <a:pt x="53" y="83"/>
                    <a:pt x="53" y="83"/>
                    <a:pt x="53" y="83"/>
                  </a:cubicBezTo>
                  <a:cubicBezTo>
                    <a:pt x="49" y="82"/>
                    <a:pt x="46" y="81"/>
                    <a:pt x="43" y="79"/>
                  </a:cubicBezTo>
                  <a:cubicBezTo>
                    <a:pt x="38" y="83"/>
                    <a:pt x="38" y="83"/>
                    <a:pt x="38" y="83"/>
                  </a:cubicBezTo>
                  <a:cubicBezTo>
                    <a:pt x="30" y="75"/>
                    <a:pt x="30" y="75"/>
                    <a:pt x="30" y="75"/>
                  </a:cubicBezTo>
                  <a:cubicBezTo>
                    <a:pt x="35" y="71"/>
                    <a:pt x="35" y="71"/>
                    <a:pt x="35" y="71"/>
                  </a:cubicBezTo>
                  <a:cubicBezTo>
                    <a:pt x="33" y="68"/>
                    <a:pt x="31" y="64"/>
                    <a:pt x="30" y="61"/>
                  </a:cubicBezTo>
                  <a:cubicBezTo>
                    <a:pt x="24" y="61"/>
                    <a:pt x="24" y="61"/>
                    <a:pt x="24" y="61"/>
                  </a:cubicBezTo>
                  <a:cubicBezTo>
                    <a:pt x="24" y="50"/>
                    <a:pt x="24" y="50"/>
                    <a:pt x="24" y="50"/>
                  </a:cubicBezTo>
                  <a:cubicBezTo>
                    <a:pt x="30" y="50"/>
                    <a:pt x="30" y="50"/>
                    <a:pt x="30" y="50"/>
                  </a:cubicBezTo>
                  <a:cubicBezTo>
                    <a:pt x="31" y="46"/>
                    <a:pt x="33" y="42"/>
                    <a:pt x="35" y="39"/>
                  </a:cubicBezTo>
                  <a:cubicBezTo>
                    <a:pt x="30" y="35"/>
                    <a:pt x="30" y="35"/>
                    <a:pt x="30" y="35"/>
                  </a:cubicBezTo>
                  <a:cubicBezTo>
                    <a:pt x="38" y="27"/>
                    <a:pt x="38" y="27"/>
                    <a:pt x="38" y="27"/>
                  </a:cubicBezTo>
                  <a:cubicBezTo>
                    <a:pt x="43" y="32"/>
                    <a:pt x="43" y="32"/>
                    <a:pt x="43" y="32"/>
                  </a:cubicBezTo>
                  <a:cubicBezTo>
                    <a:pt x="46" y="30"/>
                    <a:pt x="49" y="28"/>
                    <a:pt x="53" y="27"/>
                  </a:cubicBezTo>
                  <a:cubicBezTo>
                    <a:pt x="53" y="21"/>
                    <a:pt x="53" y="21"/>
                    <a:pt x="53" y="21"/>
                  </a:cubicBezTo>
                  <a:lnTo>
                    <a:pt x="64"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 name="Freeform 275"/>
            <p:cNvSpPr>
              <a:spLocks/>
            </p:cNvSpPr>
            <p:nvPr/>
          </p:nvSpPr>
          <p:spPr bwMode="auto">
            <a:xfrm>
              <a:off x="3906838" y="4552951"/>
              <a:ext cx="63500" cy="63500"/>
            </a:xfrm>
            <a:custGeom>
              <a:avLst/>
              <a:gdLst>
                <a:gd name="T0" fmla="*/ 25 w 25"/>
                <a:gd name="T1" fmla="*/ 13 h 25"/>
                <a:gd name="T2" fmla="*/ 22 w 25"/>
                <a:gd name="T3" fmla="*/ 5 h 25"/>
                <a:gd name="T4" fmla="*/ 14 w 25"/>
                <a:gd name="T5" fmla="*/ 0 h 25"/>
                <a:gd name="T6" fmla="*/ 5 w 25"/>
                <a:gd name="T7" fmla="*/ 3 h 25"/>
                <a:gd name="T8" fmla="*/ 1 w 25"/>
                <a:gd name="T9" fmla="*/ 11 h 25"/>
                <a:gd name="T10" fmla="*/ 3 w 25"/>
                <a:gd name="T11" fmla="*/ 20 h 25"/>
                <a:gd name="T12" fmla="*/ 12 w 25"/>
                <a:gd name="T13" fmla="*/ 25 h 25"/>
                <a:gd name="T14" fmla="*/ 21 w 25"/>
                <a:gd name="T15" fmla="*/ 22 h 25"/>
                <a:gd name="T16" fmla="*/ 25 w 25"/>
                <a:gd name="T17"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25">
                  <a:moveTo>
                    <a:pt x="25" y="13"/>
                  </a:moveTo>
                  <a:cubicBezTo>
                    <a:pt x="25" y="10"/>
                    <a:pt x="24" y="7"/>
                    <a:pt x="22" y="5"/>
                  </a:cubicBezTo>
                  <a:cubicBezTo>
                    <a:pt x="20" y="2"/>
                    <a:pt x="17" y="0"/>
                    <a:pt x="14" y="0"/>
                  </a:cubicBezTo>
                  <a:cubicBezTo>
                    <a:pt x="11" y="0"/>
                    <a:pt x="7" y="1"/>
                    <a:pt x="5" y="3"/>
                  </a:cubicBezTo>
                  <a:cubicBezTo>
                    <a:pt x="3" y="5"/>
                    <a:pt x="1" y="8"/>
                    <a:pt x="1" y="11"/>
                  </a:cubicBezTo>
                  <a:cubicBezTo>
                    <a:pt x="0" y="15"/>
                    <a:pt x="1" y="18"/>
                    <a:pt x="3" y="20"/>
                  </a:cubicBezTo>
                  <a:cubicBezTo>
                    <a:pt x="5" y="23"/>
                    <a:pt x="8" y="24"/>
                    <a:pt x="12" y="25"/>
                  </a:cubicBezTo>
                  <a:cubicBezTo>
                    <a:pt x="15" y="25"/>
                    <a:pt x="18" y="24"/>
                    <a:pt x="21" y="22"/>
                  </a:cubicBezTo>
                  <a:cubicBezTo>
                    <a:pt x="23" y="20"/>
                    <a:pt x="25" y="17"/>
                    <a:pt x="25"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90" name="Freeform 277"/>
          <p:cNvSpPr>
            <a:spLocks noEditPoints="1"/>
          </p:cNvSpPr>
          <p:nvPr/>
        </p:nvSpPr>
        <p:spPr bwMode="auto">
          <a:xfrm>
            <a:off x="3312824" y="5790512"/>
            <a:ext cx="365125" cy="382588"/>
          </a:xfrm>
          <a:custGeom>
            <a:avLst/>
            <a:gdLst>
              <a:gd name="T0" fmla="*/ 0 w 143"/>
              <a:gd name="T1" fmla="*/ 150 h 150"/>
              <a:gd name="T2" fmla="*/ 3 w 143"/>
              <a:gd name="T3" fmla="*/ 150 h 150"/>
              <a:gd name="T4" fmla="*/ 133 w 143"/>
              <a:gd name="T5" fmla="*/ 150 h 150"/>
              <a:gd name="T6" fmla="*/ 143 w 143"/>
              <a:gd name="T7" fmla="*/ 140 h 150"/>
              <a:gd name="T8" fmla="*/ 143 w 143"/>
              <a:gd name="T9" fmla="*/ 10 h 150"/>
              <a:gd name="T10" fmla="*/ 133 w 143"/>
              <a:gd name="T11" fmla="*/ 0 h 150"/>
              <a:gd name="T12" fmla="*/ 3 w 143"/>
              <a:gd name="T13" fmla="*/ 0 h 150"/>
              <a:gd name="T14" fmla="*/ 0 w 143"/>
              <a:gd name="T15" fmla="*/ 1 h 150"/>
              <a:gd name="T16" fmla="*/ 0 w 143"/>
              <a:gd name="T17" fmla="*/ 150 h 150"/>
              <a:gd name="T18" fmla="*/ 98 w 143"/>
              <a:gd name="T19" fmla="*/ 118 h 150"/>
              <a:gd name="T20" fmla="*/ 74 w 143"/>
              <a:gd name="T21" fmla="*/ 78 h 150"/>
              <a:gd name="T22" fmla="*/ 120 w 143"/>
              <a:gd name="T23" fmla="*/ 78 h 150"/>
              <a:gd name="T24" fmla="*/ 98 w 143"/>
              <a:gd name="T25" fmla="*/ 118 h 150"/>
              <a:gd name="T26" fmla="*/ 72 w 143"/>
              <a:gd name="T27" fmla="*/ 23 h 150"/>
              <a:gd name="T28" fmla="*/ 120 w 143"/>
              <a:gd name="T29" fmla="*/ 71 h 150"/>
              <a:gd name="T30" fmla="*/ 72 w 143"/>
              <a:gd name="T31" fmla="*/ 71 h 150"/>
              <a:gd name="T32" fmla="*/ 72 w 143"/>
              <a:gd name="T33" fmla="*/ 23 h 150"/>
              <a:gd name="T34" fmla="*/ 92 w 143"/>
              <a:gd name="T35" fmla="*/ 121 h 150"/>
              <a:gd name="T36" fmla="*/ 68 w 143"/>
              <a:gd name="T37" fmla="*/ 127 h 150"/>
              <a:gd name="T38" fmla="*/ 52 w 143"/>
              <a:gd name="T39" fmla="*/ 125 h 150"/>
              <a:gd name="T40" fmla="*/ 69 w 143"/>
              <a:gd name="T41" fmla="*/ 82 h 150"/>
              <a:gd name="T42" fmla="*/ 92 w 143"/>
              <a:gd name="T43" fmla="*/ 121 h 150"/>
              <a:gd name="T44" fmla="*/ 65 w 143"/>
              <a:gd name="T45" fmla="*/ 23 h 150"/>
              <a:gd name="T46" fmla="*/ 65 w 143"/>
              <a:gd name="T47" fmla="*/ 74 h 150"/>
              <a:gd name="T48" fmla="*/ 46 w 143"/>
              <a:gd name="T49" fmla="*/ 123 h 150"/>
              <a:gd name="T50" fmla="*/ 16 w 143"/>
              <a:gd name="T51" fmla="*/ 75 h 150"/>
              <a:gd name="T52" fmla="*/ 65 w 143"/>
              <a:gd name="T53" fmla="*/ 23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3" h="150">
                <a:moveTo>
                  <a:pt x="0" y="150"/>
                </a:moveTo>
                <a:cubicBezTo>
                  <a:pt x="1" y="150"/>
                  <a:pt x="2" y="150"/>
                  <a:pt x="3" y="150"/>
                </a:cubicBezTo>
                <a:cubicBezTo>
                  <a:pt x="133" y="150"/>
                  <a:pt x="133" y="150"/>
                  <a:pt x="133" y="150"/>
                </a:cubicBezTo>
                <a:cubicBezTo>
                  <a:pt x="138" y="150"/>
                  <a:pt x="143" y="146"/>
                  <a:pt x="143" y="140"/>
                </a:cubicBezTo>
                <a:cubicBezTo>
                  <a:pt x="143" y="10"/>
                  <a:pt x="143" y="10"/>
                  <a:pt x="143" y="10"/>
                </a:cubicBezTo>
                <a:cubicBezTo>
                  <a:pt x="143" y="5"/>
                  <a:pt x="138" y="0"/>
                  <a:pt x="133" y="0"/>
                </a:cubicBezTo>
                <a:cubicBezTo>
                  <a:pt x="3" y="0"/>
                  <a:pt x="3" y="0"/>
                  <a:pt x="3" y="0"/>
                </a:cubicBezTo>
                <a:cubicBezTo>
                  <a:pt x="2" y="0"/>
                  <a:pt x="1" y="0"/>
                  <a:pt x="0" y="1"/>
                </a:cubicBezTo>
                <a:lnTo>
                  <a:pt x="0" y="150"/>
                </a:lnTo>
                <a:close/>
                <a:moveTo>
                  <a:pt x="98" y="118"/>
                </a:moveTo>
                <a:cubicBezTo>
                  <a:pt x="74" y="78"/>
                  <a:pt x="74" y="78"/>
                  <a:pt x="74" y="78"/>
                </a:cubicBezTo>
                <a:cubicBezTo>
                  <a:pt x="120" y="78"/>
                  <a:pt x="120" y="78"/>
                  <a:pt x="120" y="78"/>
                </a:cubicBezTo>
                <a:cubicBezTo>
                  <a:pt x="119" y="94"/>
                  <a:pt x="111" y="109"/>
                  <a:pt x="98" y="118"/>
                </a:cubicBezTo>
                <a:close/>
                <a:moveTo>
                  <a:pt x="72" y="23"/>
                </a:moveTo>
                <a:cubicBezTo>
                  <a:pt x="97" y="25"/>
                  <a:pt x="118" y="46"/>
                  <a:pt x="120" y="71"/>
                </a:cubicBezTo>
                <a:cubicBezTo>
                  <a:pt x="72" y="71"/>
                  <a:pt x="72" y="71"/>
                  <a:pt x="72" y="71"/>
                </a:cubicBezTo>
                <a:lnTo>
                  <a:pt x="72" y="23"/>
                </a:lnTo>
                <a:close/>
                <a:moveTo>
                  <a:pt x="92" y="121"/>
                </a:moveTo>
                <a:cubicBezTo>
                  <a:pt x="85" y="125"/>
                  <a:pt x="77" y="127"/>
                  <a:pt x="68" y="127"/>
                </a:cubicBezTo>
                <a:cubicBezTo>
                  <a:pt x="62" y="127"/>
                  <a:pt x="57" y="127"/>
                  <a:pt x="52" y="125"/>
                </a:cubicBezTo>
                <a:cubicBezTo>
                  <a:pt x="69" y="82"/>
                  <a:pt x="69" y="82"/>
                  <a:pt x="69" y="82"/>
                </a:cubicBezTo>
                <a:lnTo>
                  <a:pt x="92" y="121"/>
                </a:lnTo>
                <a:close/>
                <a:moveTo>
                  <a:pt x="65" y="23"/>
                </a:moveTo>
                <a:cubicBezTo>
                  <a:pt x="65" y="74"/>
                  <a:pt x="65" y="74"/>
                  <a:pt x="65" y="74"/>
                </a:cubicBezTo>
                <a:cubicBezTo>
                  <a:pt x="46" y="123"/>
                  <a:pt x="46" y="123"/>
                  <a:pt x="46" y="123"/>
                </a:cubicBezTo>
                <a:cubicBezTo>
                  <a:pt x="28" y="114"/>
                  <a:pt x="16" y="96"/>
                  <a:pt x="16" y="75"/>
                </a:cubicBezTo>
                <a:cubicBezTo>
                  <a:pt x="16" y="47"/>
                  <a:pt x="37" y="25"/>
                  <a:pt x="65" y="23"/>
                </a:cubicBezTo>
                <a:close/>
              </a:path>
            </a:pathLst>
          </a:custGeom>
          <a:solidFill>
            <a:srgbClr val="007BC6"/>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91" name="Freeform 281"/>
          <p:cNvSpPr>
            <a:spLocks/>
          </p:cNvSpPr>
          <p:nvPr/>
        </p:nvSpPr>
        <p:spPr bwMode="auto">
          <a:xfrm>
            <a:off x="6724362" y="3343564"/>
            <a:ext cx="61913" cy="11113"/>
          </a:xfrm>
          <a:custGeom>
            <a:avLst/>
            <a:gdLst>
              <a:gd name="T0" fmla="*/ 22 w 24"/>
              <a:gd name="T1" fmla="*/ 0 h 4"/>
              <a:gd name="T2" fmla="*/ 2 w 24"/>
              <a:gd name="T3" fmla="*/ 0 h 4"/>
              <a:gd name="T4" fmla="*/ 0 w 24"/>
              <a:gd name="T5" fmla="*/ 2 h 4"/>
              <a:gd name="T6" fmla="*/ 2 w 24"/>
              <a:gd name="T7" fmla="*/ 4 h 4"/>
              <a:gd name="T8" fmla="*/ 22 w 24"/>
              <a:gd name="T9" fmla="*/ 4 h 4"/>
              <a:gd name="T10" fmla="*/ 24 w 24"/>
              <a:gd name="T11" fmla="*/ 2 h 4"/>
              <a:gd name="T12" fmla="*/ 22 w 24"/>
              <a:gd name="T13" fmla="*/ 0 h 4"/>
              <a:gd name="T14" fmla="*/ 22 w 24"/>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4">
                <a:moveTo>
                  <a:pt x="22" y="0"/>
                </a:moveTo>
                <a:cubicBezTo>
                  <a:pt x="2" y="0"/>
                  <a:pt x="2" y="0"/>
                  <a:pt x="2" y="0"/>
                </a:cubicBezTo>
                <a:cubicBezTo>
                  <a:pt x="1" y="0"/>
                  <a:pt x="0" y="1"/>
                  <a:pt x="0" y="2"/>
                </a:cubicBezTo>
                <a:cubicBezTo>
                  <a:pt x="0" y="3"/>
                  <a:pt x="1" y="4"/>
                  <a:pt x="2" y="4"/>
                </a:cubicBezTo>
                <a:cubicBezTo>
                  <a:pt x="22" y="4"/>
                  <a:pt x="22" y="4"/>
                  <a:pt x="22" y="4"/>
                </a:cubicBezTo>
                <a:cubicBezTo>
                  <a:pt x="23" y="4"/>
                  <a:pt x="24" y="3"/>
                  <a:pt x="24" y="2"/>
                </a:cubicBezTo>
                <a:cubicBezTo>
                  <a:pt x="24" y="1"/>
                  <a:pt x="23" y="0"/>
                  <a:pt x="22" y="0"/>
                </a:cubicBezTo>
                <a:cubicBezTo>
                  <a:pt x="22" y="0"/>
                  <a:pt x="22" y="0"/>
                  <a:pt x="22" y="0"/>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92" name="Freeform 283"/>
          <p:cNvSpPr>
            <a:spLocks/>
          </p:cNvSpPr>
          <p:nvPr/>
        </p:nvSpPr>
        <p:spPr bwMode="auto">
          <a:xfrm>
            <a:off x="6627525" y="3395951"/>
            <a:ext cx="61913" cy="9525"/>
          </a:xfrm>
          <a:custGeom>
            <a:avLst/>
            <a:gdLst>
              <a:gd name="T0" fmla="*/ 22 w 24"/>
              <a:gd name="T1" fmla="*/ 0 h 4"/>
              <a:gd name="T2" fmla="*/ 2 w 24"/>
              <a:gd name="T3" fmla="*/ 0 h 4"/>
              <a:gd name="T4" fmla="*/ 0 w 24"/>
              <a:gd name="T5" fmla="*/ 2 h 4"/>
              <a:gd name="T6" fmla="*/ 2 w 24"/>
              <a:gd name="T7" fmla="*/ 4 h 4"/>
              <a:gd name="T8" fmla="*/ 22 w 24"/>
              <a:gd name="T9" fmla="*/ 4 h 4"/>
              <a:gd name="T10" fmla="*/ 24 w 24"/>
              <a:gd name="T11" fmla="*/ 2 h 4"/>
              <a:gd name="T12" fmla="*/ 22 w 24"/>
              <a:gd name="T13" fmla="*/ 0 h 4"/>
              <a:gd name="T14" fmla="*/ 22 w 24"/>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4">
                <a:moveTo>
                  <a:pt x="22" y="0"/>
                </a:moveTo>
                <a:cubicBezTo>
                  <a:pt x="2" y="0"/>
                  <a:pt x="2" y="0"/>
                  <a:pt x="2" y="0"/>
                </a:cubicBezTo>
                <a:cubicBezTo>
                  <a:pt x="1" y="0"/>
                  <a:pt x="0" y="1"/>
                  <a:pt x="0" y="2"/>
                </a:cubicBezTo>
                <a:cubicBezTo>
                  <a:pt x="0" y="3"/>
                  <a:pt x="1" y="4"/>
                  <a:pt x="2" y="4"/>
                </a:cubicBezTo>
                <a:cubicBezTo>
                  <a:pt x="22" y="4"/>
                  <a:pt x="22" y="4"/>
                  <a:pt x="22" y="4"/>
                </a:cubicBezTo>
                <a:cubicBezTo>
                  <a:pt x="23" y="4"/>
                  <a:pt x="24" y="3"/>
                  <a:pt x="24" y="2"/>
                </a:cubicBezTo>
                <a:cubicBezTo>
                  <a:pt x="24" y="1"/>
                  <a:pt x="23" y="0"/>
                  <a:pt x="22" y="0"/>
                </a:cubicBezTo>
                <a:cubicBezTo>
                  <a:pt x="22" y="0"/>
                  <a:pt x="22" y="0"/>
                  <a:pt x="22" y="0"/>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93" name="Freeform 285"/>
          <p:cNvSpPr>
            <a:spLocks/>
          </p:cNvSpPr>
          <p:nvPr/>
        </p:nvSpPr>
        <p:spPr bwMode="auto">
          <a:xfrm>
            <a:off x="6530687" y="3446751"/>
            <a:ext cx="60325" cy="9525"/>
          </a:xfrm>
          <a:custGeom>
            <a:avLst/>
            <a:gdLst>
              <a:gd name="T0" fmla="*/ 22 w 24"/>
              <a:gd name="T1" fmla="*/ 0 h 4"/>
              <a:gd name="T2" fmla="*/ 2 w 24"/>
              <a:gd name="T3" fmla="*/ 0 h 4"/>
              <a:gd name="T4" fmla="*/ 0 w 24"/>
              <a:gd name="T5" fmla="*/ 2 h 4"/>
              <a:gd name="T6" fmla="*/ 2 w 24"/>
              <a:gd name="T7" fmla="*/ 4 h 4"/>
              <a:gd name="T8" fmla="*/ 2 w 24"/>
              <a:gd name="T9" fmla="*/ 4 h 4"/>
              <a:gd name="T10" fmla="*/ 22 w 24"/>
              <a:gd name="T11" fmla="*/ 4 h 4"/>
              <a:gd name="T12" fmla="*/ 24 w 24"/>
              <a:gd name="T13" fmla="*/ 2 h 4"/>
              <a:gd name="T14" fmla="*/ 22 w 24"/>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4">
                <a:moveTo>
                  <a:pt x="22" y="0"/>
                </a:moveTo>
                <a:cubicBezTo>
                  <a:pt x="2" y="0"/>
                  <a:pt x="2" y="0"/>
                  <a:pt x="2" y="0"/>
                </a:cubicBezTo>
                <a:cubicBezTo>
                  <a:pt x="0" y="0"/>
                  <a:pt x="0" y="1"/>
                  <a:pt x="0" y="2"/>
                </a:cubicBezTo>
                <a:cubicBezTo>
                  <a:pt x="0" y="3"/>
                  <a:pt x="0" y="4"/>
                  <a:pt x="2" y="4"/>
                </a:cubicBezTo>
                <a:cubicBezTo>
                  <a:pt x="2" y="4"/>
                  <a:pt x="2" y="4"/>
                  <a:pt x="2" y="4"/>
                </a:cubicBezTo>
                <a:cubicBezTo>
                  <a:pt x="22" y="4"/>
                  <a:pt x="22" y="4"/>
                  <a:pt x="22" y="4"/>
                </a:cubicBezTo>
                <a:cubicBezTo>
                  <a:pt x="23" y="4"/>
                  <a:pt x="24" y="3"/>
                  <a:pt x="24" y="2"/>
                </a:cubicBezTo>
                <a:cubicBezTo>
                  <a:pt x="24" y="1"/>
                  <a:pt x="23" y="0"/>
                  <a:pt x="22" y="0"/>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94" name="Freeform 287"/>
          <p:cNvSpPr>
            <a:spLocks/>
          </p:cNvSpPr>
          <p:nvPr/>
        </p:nvSpPr>
        <p:spPr bwMode="auto">
          <a:xfrm>
            <a:off x="6425912" y="3492789"/>
            <a:ext cx="244475" cy="20638"/>
          </a:xfrm>
          <a:custGeom>
            <a:avLst/>
            <a:gdLst>
              <a:gd name="T0" fmla="*/ 92 w 96"/>
              <a:gd name="T1" fmla="*/ 0 h 8"/>
              <a:gd name="T2" fmla="*/ 4 w 96"/>
              <a:gd name="T3" fmla="*/ 0 h 8"/>
              <a:gd name="T4" fmla="*/ 0 w 96"/>
              <a:gd name="T5" fmla="*/ 4 h 8"/>
              <a:gd name="T6" fmla="*/ 4 w 96"/>
              <a:gd name="T7" fmla="*/ 8 h 8"/>
              <a:gd name="T8" fmla="*/ 92 w 96"/>
              <a:gd name="T9" fmla="*/ 8 h 8"/>
              <a:gd name="T10" fmla="*/ 96 w 96"/>
              <a:gd name="T11" fmla="*/ 4 h 8"/>
              <a:gd name="T12" fmla="*/ 92 w 96"/>
              <a:gd name="T13" fmla="*/ 0 h 8"/>
              <a:gd name="T14" fmla="*/ 92 w 96"/>
              <a:gd name="T15" fmla="*/ 0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 h="8">
                <a:moveTo>
                  <a:pt x="92" y="0"/>
                </a:moveTo>
                <a:cubicBezTo>
                  <a:pt x="4" y="0"/>
                  <a:pt x="4" y="0"/>
                  <a:pt x="4" y="0"/>
                </a:cubicBezTo>
                <a:cubicBezTo>
                  <a:pt x="2" y="0"/>
                  <a:pt x="0" y="2"/>
                  <a:pt x="0" y="4"/>
                </a:cubicBezTo>
                <a:cubicBezTo>
                  <a:pt x="0" y="6"/>
                  <a:pt x="2" y="8"/>
                  <a:pt x="4" y="8"/>
                </a:cubicBezTo>
                <a:cubicBezTo>
                  <a:pt x="92" y="8"/>
                  <a:pt x="92" y="8"/>
                  <a:pt x="92" y="8"/>
                </a:cubicBezTo>
                <a:cubicBezTo>
                  <a:pt x="94" y="8"/>
                  <a:pt x="96" y="6"/>
                  <a:pt x="96" y="4"/>
                </a:cubicBezTo>
                <a:cubicBezTo>
                  <a:pt x="96" y="2"/>
                  <a:pt x="94" y="0"/>
                  <a:pt x="92" y="0"/>
                </a:cubicBezTo>
                <a:cubicBezTo>
                  <a:pt x="92" y="0"/>
                  <a:pt x="92" y="0"/>
                  <a:pt x="92" y="0"/>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95" name="Freeform 289"/>
          <p:cNvSpPr>
            <a:spLocks/>
          </p:cNvSpPr>
          <p:nvPr/>
        </p:nvSpPr>
        <p:spPr bwMode="auto">
          <a:xfrm>
            <a:off x="6333837" y="3548351"/>
            <a:ext cx="60325" cy="11113"/>
          </a:xfrm>
          <a:custGeom>
            <a:avLst/>
            <a:gdLst>
              <a:gd name="T0" fmla="*/ 22 w 24"/>
              <a:gd name="T1" fmla="*/ 0 h 4"/>
              <a:gd name="T2" fmla="*/ 2 w 24"/>
              <a:gd name="T3" fmla="*/ 0 h 4"/>
              <a:gd name="T4" fmla="*/ 0 w 24"/>
              <a:gd name="T5" fmla="*/ 2 h 4"/>
              <a:gd name="T6" fmla="*/ 2 w 24"/>
              <a:gd name="T7" fmla="*/ 4 h 4"/>
              <a:gd name="T8" fmla="*/ 22 w 24"/>
              <a:gd name="T9" fmla="*/ 4 h 4"/>
              <a:gd name="T10" fmla="*/ 24 w 24"/>
              <a:gd name="T11" fmla="*/ 2 h 4"/>
              <a:gd name="T12" fmla="*/ 22 w 24"/>
              <a:gd name="T13" fmla="*/ 0 h 4"/>
              <a:gd name="T14" fmla="*/ 22 w 24"/>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4">
                <a:moveTo>
                  <a:pt x="22" y="0"/>
                </a:moveTo>
                <a:cubicBezTo>
                  <a:pt x="2" y="0"/>
                  <a:pt x="2" y="0"/>
                  <a:pt x="2" y="0"/>
                </a:cubicBezTo>
                <a:cubicBezTo>
                  <a:pt x="1" y="0"/>
                  <a:pt x="0" y="1"/>
                  <a:pt x="0" y="2"/>
                </a:cubicBezTo>
                <a:cubicBezTo>
                  <a:pt x="0" y="3"/>
                  <a:pt x="1" y="4"/>
                  <a:pt x="2" y="4"/>
                </a:cubicBezTo>
                <a:cubicBezTo>
                  <a:pt x="22" y="4"/>
                  <a:pt x="22" y="4"/>
                  <a:pt x="22" y="4"/>
                </a:cubicBezTo>
                <a:cubicBezTo>
                  <a:pt x="23" y="4"/>
                  <a:pt x="24" y="3"/>
                  <a:pt x="24" y="2"/>
                </a:cubicBezTo>
                <a:cubicBezTo>
                  <a:pt x="24" y="1"/>
                  <a:pt x="23" y="0"/>
                  <a:pt x="22" y="0"/>
                </a:cubicBezTo>
                <a:cubicBezTo>
                  <a:pt x="22" y="0"/>
                  <a:pt x="22" y="0"/>
                  <a:pt x="22" y="0"/>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96" name="Freeform 291"/>
          <p:cNvSpPr>
            <a:spLocks/>
          </p:cNvSpPr>
          <p:nvPr/>
        </p:nvSpPr>
        <p:spPr bwMode="auto">
          <a:xfrm>
            <a:off x="6237000" y="3599151"/>
            <a:ext cx="60325" cy="11113"/>
          </a:xfrm>
          <a:custGeom>
            <a:avLst/>
            <a:gdLst>
              <a:gd name="T0" fmla="*/ 22 w 24"/>
              <a:gd name="T1" fmla="*/ 0 h 4"/>
              <a:gd name="T2" fmla="*/ 2 w 24"/>
              <a:gd name="T3" fmla="*/ 0 h 4"/>
              <a:gd name="T4" fmla="*/ 0 w 24"/>
              <a:gd name="T5" fmla="*/ 1 h 4"/>
              <a:gd name="T6" fmla="*/ 0 w 24"/>
              <a:gd name="T7" fmla="*/ 2 h 4"/>
              <a:gd name="T8" fmla="*/ 2 w 24"/>
              <a:gd name="T9" fmla="*/ 4 h 4"/>
              <a:gd name="T10" fmla="*/ 22 w 24"/>
              <a:gd name="T11" fmla="*/ 4 h 4"/>
              <a:gd name="T12" fmla="*/ 24 w 24"/>
              <a:gd name="T13" fmla="*/ 2 h 4"/>
              <a:gd name="T14" fmla="*/ 22 w 24"/>
              <a:gd name="T15" fmla="*/ 0 h 4"/>
              <a:gd name="T16" fmla="*/ 22 w 24"/>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4">
                <a:moveTo>
                  <a:pt x="22" y="0"/>
                </a:moveTo>
                <a:cubicBezTo>
                  <a:pt x="2" y="0"/>
                  <a:pt x="2" y="0"/>
                  <a:pt x="2" y="0"/>
                </a:cubicBezTo>
                <a:cubicBezTo>
                  <a:pt x="1" y="0"/>
                  <a:pt x="1" y="0"/>
                  <a:pt x="0" y="1"/>
                </a:cubicBezTo>
                <a:cubicBezTo>
                  <a:pt x="0" y="1"/>
                  <a:pt x="0" y="2"/>
                  <a:pt x="0" y="2"/>
                </a:cubicBezTo>
                <a:cubicBezTo>
                  <a:pt x="0" y="3"/>
                  <a:pt x="1" y="4"/>
                  <a:pt x="2" y="4"/>
                </a:cubicBezTo>
                <a:cubicBezTo>
                  <a:pt x="22" y="4"/>
                  <a:pt x="22" y="4"/>
                  <a:pt x="22" y="4"/>
                </a:cubicBezTo>
                <a:cubicBezTo>
                  <a:pt x="23" y="4"/>
                  <a:pt x="24" y="3"/>
                  <a:pt x="24" y="2"/>
                </a:cubicBezTo>
                <a:cubicBezTo>
                  <a:pt x="24" y="1"/>
                  <a:pt x="23" y="0"/>
                  <a:pt x="22" y="0"/>
                </a:cubicBezTo>
                <a:cubicBezTo>
                  <a:pt x="22" y="0"/>
                  <a:pt x="22" y="0"/>
                  <a:pt x="22" y="0"/>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97" name="Freeform 293"/>
          <p:cNvSpPr>
            <a:spLocks/>
          </p:cNvSpPr>
          <p:nvPr/>
        </p:nvSpPr>
        <p:spPr bwMode="auto">
          <a:xfrm>
            <a:off x="6138575" y="3651539"/>
            <a:ext cx="58738" cy="9525"/>
          </a:xfrm>
          <a:custGeom>
            <a:avLst/>
            <a:gdLst>
              <a:gd name="T0" fmla="*/ 21 w 23"/>
              <a:gd name="T1" fmla="*/ 0 h 4"/>
              <a:gd name="T2" fmla="*/ 2 w 23"/>
              <a:gd name="T3" fmla="*/ 0 h 4"/>
              <a:gd name="T4" fmla="*/ 0 w 23"/>
              <a:gd name="T5" fmla="*/ 2 h 4"/>
              <a:gd name="T6" fmla="*/ 2 w 23"/>
              <a:gd name="T7" fmla="*/ 4 h 4"/>
              <a:gd name="T8" fmla="*/ 21 w 23"/>
              <a:gd name="T9" fmla="*/ 4 h 4"/>
              <a:gd name="T10" fmla="*/ 23 w 23"/>
              <a:gd name="T11" fmla="*/ 2 h 4"/>
              <a:gd name="T12" fmla="*/ 21 w 23"/>
              <a:gd name="T13" fmla="*/ 0 h 4"/>
              <a:gd name="T14" fmla="*/ 21 w 23"/>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4">
                <a:moveTo>
                  <a:pt x="21" y="0"/>
                </a:moveTo>
                <a:cubicBezTo>
                  <a:pt x="2" y="0"/>
                  <a:pt x="2" y="0"/>
                  <a:pt x="2" y="0"/>
                </a:cubicBezTo>
                <a:cubicBezTo>
                  <a:pt x="0" y="0"/>
                  <a:pt x="0" y="1"/>
                  <a:pt x="0" y="2"/>
                </a:cubicBezTo>
                <a:cubicBezTo>
                  <a:pt x="0" y="3"/>
                  <a:pt x="0" y="4"/>
                  <a:pt x="2" y="4"/>
                </a:cubicBezTo>
                <a:cubicBezTo>
                  <a:pt x="21" y="4"/>
                  <a:pt x="21" y="4"/>
                  <a:pt x="21" y="4"/>
                </a:cubicBezTo>
                <a:cubicBezTo>
                  <a:pt x="23" y="4"/>
                  <a:pt x="23" y="3"/>
                  <a:pt x="23" y="2"/>
                </a:cubicBezTo>
                <a:cubicBezTo>
                  <a:pt x="23" y="1"/>
                  <a:pt x="23" y="0"/>
                  <a:pt x="21" y="0"/>
                </a:cubicBezTo>
                <a:cubicBezTo>
                  <a:pt x="21" y="0"/>
                  <a:pt x="21" y="0"/>
                  <a:pt x="21" y="0"/>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98" name="Freeform 279"/>
          <p:cNvSpPr>
            <a:spLocks/>
          </p:cNvSpPr>
          <p:nvPr/>
        </p:nvSpPr>
        <p:spPr bwMode="auto">
          <a:xfrm>
            <a:off x="6821200" y="3292764"/>
            <a:ext cx="61913" cy="11113"/>
          </a:xfrm>
          <a:custGeom>
            <a:avLst/>
            <a:gdLst>
              <a:gd name="T0" fmla="*/ 22 w 24"/>
              <a:gd name="T1" fmla="*/ 0 h 4"/>
              <a:gd name="T2" fmla="*/ 2 w 24"/>
              <a:gd name="T3" fmla="*/ 0 h 4"/>
              <a:gd name="T4" fmla="*/ 0 w 24"/>
              <a:gd name="T5" fmla="*/ 2 h 4"/>
              <a:gd name="T6" fmla="*/ 2 w 24"/>
              <a:gd name="T7" fmla="*/ 4 h 4"/>
              <a:gd name="T8" fmla="*/ 22 w 24"/>
              <a:gd name="T9" fmla="*/ 4 h 4"/>
              <a:gd name="T10" fmla="*/ 24 w 24"/>
              <a:gd name="T11" fmla="*/ 2 h 4"/>
              <a:gd name="T12" fmla="*/ 22 w 24"/>
              <a:gd name="T13" fmla="*/ 0 h 4"/>
              <a:gd name="T14" fmla="*/ 22 w 24"/>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4">
                <a:moveTo>
                  <a:pt x="22" y="0"/>
                </a:moveTo>
                <a:cubicBezTo>
                  <a:pt x="2" y="0"/>
                  <a:pt x="2" y="0"/>
                  <a:pt x="2" y="0"/>
                </a:cubicBezTo>
                <a:cubicBezTo>
                  <a:pt x="1" y="0"/>
                  <a:pt x="0" y="1"/>
                  <a:pt x="0" y="2"/>
                </a:cubicBezTo>
                <a:cubicBezTo>
                  <a:pt x="0" y="3"/>
                  <a:pt x="1" y="4"/>
                  <a:pt x="2" y="4"/>
                </a:cubicBezTo>
                <a:cubicBezTo>
                  <a:pt x="22" y="4"/>
                  <a:pt x="22" y="4"/>
                  <a:pt x="22" y="4"/>
                </a:cubicBezTo>
                <a:cubicBezTo>
                  <a:pt x="23" y="4"/>
                  <a:pt x="24" y="3"/>
                  <a:pt x="24" y="2"/>
                </a:cubicBezTo>
                <a:cubicBezTo>
                  <a:pt x="24" y="1"/>
                  <a:pt x="23" y="0"/>
                  <a:pt x="22" y="0"/>
                </a:cubicBezTo>
                <a:cubicBezTo>
                  <a:pt x="22" y="0"/>
                  <a:pt x="22" y="0"/>
                  <a:pt x="22" y="0"/>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99" name="Freeform 293"/>
          <p:cNvSpPr>
            <a:spLocks/>
          </p:cNvSpPr>
          <p:nvPr/>
        </p:nvSpPr>
        <p:spPr bwMode="auto">
          <a:xfrm>
            <a:off x="6048087" y="3696781"/>
            <a:ext cx="58738" cy="9525"/>
          </a:xfrm>
          <a:custGeom>
            <a:avLst/>
            <a:gdLst>
              <a:gd name="T0" fmla="*/ 21 w 23"/>
              <a:gd name="T1" fmla="*/ 0 h 4"/>
              <a:gd name="T2" fmla="*/ 2 w 23"/>
              <a:gd name="T3" fmla="*/ 0 h 4"/>
              <a:gd name="T4" fmla="*/ 0 w 23"/>
              <a:gd name="T5" fmla="*/ 2 h 4"/>
              <a:gd name="T6" fmla="*/ 2 w 23"/>
              <a:gd name="T7" fmla="*/ 4 h 4"/>
              <a:gd name="T8" fmla="*/ 21 w 23"/>
              <a:gd name="T9" fmla="*/ 4 h 4"/>
              <a:gd name="T10" fmla="*/ 23 w 23"/>
              <a:gd name="T11" fmla="*/ 2 h 4"/>
              <a:gd name="T12" fmla="*/ 21 w 23"/>
              <a:gd name="T13" fmla="*/ 0 h 4"/>
              <a:gd name="T14" fmla="*/ 21 w 23"/>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4">
                <a:moveTo>
                  <a:pt x="21" y="0"/>
                </a:moveTo>
                <a:cubicBezTo>
                  <a:pt x="2" y="0"/>
                  <a:pt x="2" y="0"/>
                  <a:pt x="2" y="0"/>
                </a:cubicBezTo>
                <a:cubicBezTo>
                  <a:pt x="0" y="0"/>
                  <a:pt x="0" y="1"/>
                  <a:pt x="0" y="2"/>
                </a:cubicBezTo>
                <a:cubicBezTo>
                  <a:pt x="0" y="3"/>
                  <a:pt x="0" y="4"/>
                  <a:pt x="2" y="4"/>
                </a:cubicBezTo>
                <a:cubicBezTo>
                  <a:pt x="21" y="4"/>
                  <a:pt x="21" y="4"/>
                  <a:pt x="21" y="4"/>
                </a:cubicBezTo>
                <a:cubicBezTo>
                  <a:pt x="23" y="4"/>
                  <a:pt x="23" y="3"/>
                  <a:pt x="23" y="2"/>
                </a:cubicBezTo>
                <a:cubicBezTo>
                  <a:pt x="23" y="1"/>
                  <a:pt x="23" y="0"/>
                  <a:pt x="21" y="0"/>
                </a:cubicBezTo>
                <a:cubicBezTo>
                  <a:pt x="21" y="0"/>
                  <a:pt x="21" y="0"/>
                  <a:pt x="21" y="0"/>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00" name="Freeform 293"/>
          <p:cNvSpPr>
            <a:spLocks/>
          </p:cNvSpPr>
          <p:nvPr/>
        </p:nvSpPr>
        <p:spPr bwMode="auto">
          <a:xfrm>
            <a:off x="5951031" y="3737265"/>
            <a:ext cx="58738" cy="9525"/>
          </a:xfrm>
          <a:custGeom>
            <a:avLst/>
            <a:gdLst>
              <a:gd name="T0" fmla="*/ 21 w 23"/>
              <a:gd name="T1" fmla="*/ 0 h 4"/>
              <a:gd name="T2" fmla="*/ 2 w 23"/>
              <a:gd name="T3" fmla="*/ 0 h 4"/>
              <a:gd name="T4" fmla="*/ 0 w 23"/>
              <a:gd name="T5" fmla="*/ 2 h 4"/>
              <a:gd name="T6" fmla="*/ 2 w 23"/>
              <a:gd name="T7" fmla="*/ 4 h 4"/>
              <a:gd name="T8" fmla="*/ 21 w 23"/>
              <a:gd name="T9" fmla="*/ 4 h 4"/>
              <a:gd name="T10" fmla="*/ 23 w 23"/>
              <a:gd name="T11" fmla="*/ 2 h 4"/>
              <a:gd name="T12" fmla="*/ 21 w 23"/>
              <a:gd name="T13" fmla="*/ 0 h 4"/>
              <a:gd name="T14" fmla="*/ 21 w 23"/>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4">
                <a:moveTo>
                  <a:pt x="21" y="0"/>
                </a:moveTo>
                <a:cubicBezTo>
                  <a:pt x="2" y="0"/>
                  <a:pt x="2" y="0"/>
                  <a:pt x="2" y="0"/>
                </a:cubicBezTo>
                <a:cubicBezTo>
                  <a:pt x="0" y="0"/>
                  <a:pt x="0" y="1"/>
                  <a:pt x="0" y="2"/>
                </a:cubicBezTo>
                <a:cubicBezTo>
                  <a:pt x="0" y="3"/>
                  <a:pt x="0" y="4"/>
                  <a:pt x="2" y="4"/>
                </a:cubicBezTo>
                <a:cubicBezTo>
                  <a:pt x="21" y="4"/>
                  <a:pt x="21" y="4"/>
                  <a:pt x="21" y="4"/>
                </a:cubicBezTo>
                <a:cubicBezTo>
                  <a:pt x="23" y="4"/>
                  <a:pt x="23" y="3"/>
                  <a:pt x="23" y="2"/>
                </a:cubicBezTo>
                <a:cubicBezTo>
                  <a:pt x="23" y="1"/>
                  <a:pt x="23" y="0"/>
                  <a:pt x="21" y="0"/>
                </a:cubicBezTo>
                <a:cubicBezTo>
                  <a:pt x="21" y="0"/>
                  <a:pt x="21" y="0"/>
                  <a:pt x="21" y="0"/>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01" name="Freeform 125"/>
          <p:cNvSpPr>
            <a:spLocks/>
          </p:cNvSpPr>
          <p:nvPr/>
        </p:nvSpPr>
        <p:spPr bwMode="auto">
          <a:xfrm>
            <a:off x="5646450" y="3899189"/>
            <a:ext cx="71438" cy="20638"/>
          </a:xfrm>
          <a:custGeom>
            <a:avLst/>
            <a:gdLst>
              <a:gd name="T0" fmla="*/ 24 w 28"/>
              <a:gd name="T1" fmla="*/ 0 h 8"/>
              <a:gd name="T2" fmla="*/ 4 w 28"/>
              <a:gd name="T3" fmla="*/ 0 h 8"/>
              <a:gd name="T4" fmla="*/ 0 w 28"/>
              <a:gd name="T5" fmla="*/ 4 h 8"/>
              <a:gd name="T6" fmla="*/ 4 w 28"/>
              <a:gd name="T7" fmla="*/ 8 h 8"/>
              <a:gd name="T8" fmla="*/ 24 w 28"/>
              <a:gd name="T9" fmla="*/ 8 h 8"/>
              <a:gd name="T10" fmla="*/ 28 w 28"/>
              <a:gd name="T11" fmla="*/ 4 h 8"/>
              <a:gd name="T12" fmla="*/ 24 w 28"/>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28" h="8">
                <a:moveTo>
                  <a:pt x="24" y="0"/>
                </a:moveTo>
                <a:cubicBezTo>
                  <a:pt x="4" y="0"/>
                  <a:pt x="4" y="0"/>
                  <a:pt x="4" y="0"/>
                </a:cubicBezTo>
                <a:cubicBezTo>
                  <a:pt x="2" y="0"/>
                  <a:pt x="0" y="2"/>
                  <a:pt x="0" y="4"/>
                </a:cubicBezTo>
                <a:cubicBezTo>
                  <a:pt x="0" y="6"/>
                  <a:pt x="2" y="8"/>
                  <a:pt x="4" y="8"/>
                </a:cubicBezTo>
                <a:cubicBezTo>
                  <a:pt x="24" y="8"/>
                  <a:pt x="24" y="8"/>
                  <a:pt x="24" y="8"/>
                </a:cubicBezTo>
                <a:cubicBezTo>
                  <a:pt x="26" y="8"/>
                  <a:pt x="28" y="6"/>
                  <a:pt x="28" y="4"/>
                </a:cubicBezTo>
                <a:cubicBezTo>
                  <a:pt x="28" y="2"/>
                  <a:pt x="26" y="0"/>
                  <a:pt x="24"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02" name="Freeform 127"/>
          <p:cNvSpPr>
            <a:spLocks/>
          </p:cNvSpPr>
          <p:nvPr/>
        </p:nvSpPr>
        <p:spPr bwMode="auto">
          <a:xfrm>
            <a:off x="5548025" y="3949989"/>
            <a:ext cx="71438" cy="20638"/>
          </a:xfrm>
          <a:custGeom>
            <a:avLst/>
            <a:gdLst>
              <a:gd name="T0" fmla="*/ 24 w 28"/>
              <a:gd name="T1" fmla="*/ 0 h 8"/>
              <a:gd name="T2" fmla="*/ 4 w 28"/>
              <a:gd name="T3" fmla="*/ 0 h 8"/>
              <a:gd name="T4" fmla="*/ 0 w 28"/>
              <a:gd name="T5" fmla="*/ 4 h 8"/>
              <a:gd name="T6" fmla="*/ 4 w 28"/>
              <a:gd name="T7" fmla="*/ 8 h 8"/>
              <a:gd name="T8" fmla="*/ 24 w 28"/>
              <a:gd name="T9" fmla="*/ 8 h 8"/>
              <a:gd name="T10" fmla="*/ 28 w 28"/>
              <a:gd name="T11" fmla="*/ 4 h 8"/>
              <a:gd name="T12" fmla="*/ 24 w 28"/>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28" h="8">
                <a:moveTo>
                  <a:pt x="24" y="0"/>
                </a:moveTo>
                <a:cubicBezTo>
                  <a:pt x="4" y="0"/>
                  <a:pt x="4" y="0"/>
                  <a:pt x="4" y="0"/>
                </a:cubicBezTo>
                <a:cubicBezTo>
                  <a:pt x="2" y="0"/>
                  <a:pt x="0" y="2"/>
                  <a:pt x="0" y="4"/>
                </a:cubicBezTo>
                <a:cubicBezTo>
                  <a:pt x="0" y="6"/>
                  <a:pt x="2" y="8"/>
                  <a:pt x="4" y="8"/>
                </a:cubicBezTo>
                <a:cubicBezTo>
                  <a:pt x="24" y="8"/>
                  <a:pt x="24" y="8"/>
                  <a:pt x="24" y="8"/>
                </a:cubicBezTo>
                <a:cubicBezTo>
                  <a:pt x="26" y="8"/>
                  <a:pt x="28" y="6"/>
                  <a:pt x="28" y="4"/>
                </a:cubicBezTo>
                <a:cubicBezTo>
                  <a:pt x="28" y="2"/>
                  <a:pt x="26" y="0"/>
                  <a:pt x="24"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03" name="Freeform 131"/>
          <p:cNvSpPr>
            <a:spLocks/>
          </p:cNvSpPr>
          <p:nvPr/>
        </p:nvSpPr>
        <p:spPr bwMode="auto">
          <a:xfrm>
            <a:off x="5354350" y="4051589"/>
            <a:ext cx="68263" cy="20638"/>
          </a:xfrm>
          <a:custGeom>
            <a:avLst/>
            <a:gdLst>
              <a:gd name="T0" fmla="*/ 4 w 27"/>
              <a:gd name="T1" fmla="*/ 8 h 8"/>
              <a:gd name="T2" fmla="*/ 23 w 27"/>
              <a:gd name="T3" fmla="*/ 8 h 8"/>
              <a:gd name="T4" fmla="*/ 27 w 27"/>
              <a:gd name="T5" fmla="*/ 4 h 8"/>
              <a:gd name="T6" fmla="*/ 23 w 27"/>
              <a:gd name="T7" fmla="*/ 0 h 8"/>
              <a:gd name="T8" fmla="*/ 4 w 27"/>
              <a:gd name="T9" fmla="*/ 0 h 8"/>
              <a:gd name="T10" fmla="*/ 0 w 27"/>
              <a:gd name="T11" fmla="*/ 4 h 8"/>
              <a:gd name="T12" fmla="*/ 4 w 27"/>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27" h="8">
                <a:moveTo>
                  <a:pt x="4" y="8"/>
                </a:moveTo>
                <a:cubicBezTo>
                  <a:pt x="23" y="8"/>
                  <a:pt x="23" y="8"/>
                  <a:pt x="23" y="8"/>
                </a:cubicBezTo>
                <a:cubicBezTo>
                  <a:pt x="26" y="8"/>
                  <a:pt x="27" y="6"/>
                  <a:pt x="27" y="4"/>
                </a:cubicBezTo>
                <a:cubicBezTo>
                  <a:pt x="27" y="2"/>
                  <a:pt x="26" y="0"/>
                  <a:pt x="23" y="0"/>
                </a:cubicBezTo>
                <a:cubicBezTo>
                  <a:pt x="4" y="0"/>
                  <a:pt x="4" y="0"/>
                  <a:pt x="4" y="0"/>
                </a:cubicBezTo>
                <a:cubicBezTo>
                  <a:pt x="1" y="0"/>
                  <a:pt x="0" y="2"/>
                  <a:pt x="0" y="4"/>
                </a:cubicBezTo>
                <a:cubicBezTo>
                  <a:pt x="0" y="6"/>
                  <a:pt x="1" y="8"/>
                  <a:pt x="4" y="8"/>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04" name="Freeform 133"/>
          <p:cNvSpPr>
            <a:spLocks/>
          </p:cNvSpPr>
          <p:nvPr/>
        </p:nvSpPr>
        <p:spPr bwMode="auto">
          <a:xfrm>
            <a:off x="5249575" y="4097626"/>
            <a:ext cx="255588" cy="31750"/>
          </a:xfrm>
          <a:custGeom>
            <a:avLst/>
            <a:gdLst>
              <a:gd name="T0" fmla="*/ 94 w 100"/>
              <a:gd name="T1" fmla="*/ 0 h 12"/>
              <a:gd name="T2" fmla="*/ 6 w 100"/>
              <a:gd name="T3" fmla="*/ 0 h 12"/>
              <a:gd name="T4" fmla="*/ 0 w 100"/>
              <a:gd name="T5" fmla="*/ 6 h 12"/>
              <a:gd name="T6" fmla="*/ 6 w 100"/>
              <a:gd name="T7" fmla="*/ 12 h 12"/>
              <a:gd name="T8" fmla="*/ 94 w 100"/>
              <a:gd name="T9" fmla="*/ 12 h 12"/>
              <a:gd name="T10" fmla="*/ 100 w 100"/>
              <a:gd name="T11" fmla="*/ 6 h 12"/>
              <a:gd name="T12" fmla="*/ 94 w 100"/>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100" h="12">
                <a:moveTo>
                  <a:pt x="94" y="0"/>
                </a:moveTo>
                <a:cubicBezTo>
                  <a:pt x="6" y="0"/>
                  <a:pt x="6" y="0"/>
                  <a:pt x="6" y="0"/>
                </a:cubicBezTo>
                <a:cubicBezTo>
                  <a:pt x="3" y="0"/>
                  <a:pt x="0" y="3"/>
                  <a:pt x="0" y="6"/>
                </a:cubicBezTo>
                <a:cubicBezTo>
                  <a:pt x="0" y="9"/>
                  <a:pt x="3" y="12"/>
                  <a:pt x="6" y="12"/>
                </a:cubicBezTo>
                <a:cubicBezTo>
                  <a:pt x="94" y="12"/>
                  <a:pt x="94" y="12"/>
                  <a:pt x="94" y="12"/>
                </a:cubicBezTo>
                <a:cubicBezTo>
                  <a:pt x="97" y="12"/>
                  <a:pt x="100" y="9"/>
                  <a:pt x="100" y="6"/>
                </a:cubicBezTo>
                <a:cubicBezTo>
                  <a:pt x="100" y="3"/>
                  <a:pt x="97" y="0"/>
                  <a:pt x="94"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05" name="Freeform 121"/>
          <p:cNvSpPr>
            <a:spLocks/>
          </p:cNvSpPr>
          <p:nvPr/>
        </p:nvSpPr>
        <p:spPr bwMode="auto">
          <a:xfrm>
            <a:off x="5836950" y="3791239"/>
            <a:ext cx="255588" cy="31750"/>
          </a:xfrm>
          <a:custGeom>
            <a:avLst/>
            <a:gdLst>
              <a:gd name="T0" fmla="*/ 94 w 100"/>
              <a:gd name="T1" fmla="*/ 0 h 12"/>
              <a:gd name="T2" fmla="*/ 6 w 100"/>
              <a:gd name="T3" fmla="*/ 0 h 12"/>
              <a:gd name="T4" fmla="*/ 0 w 100"/>
              <a:gd name="T5" fmla="*/ 6 h 12"/>
              <a:gd name="T6" fmla="*/ 6 w 100"/>
              <a:gd name="T7" fmla="*/ 12 h 12"/>
              <a:gd name="T8" fmla="*/ 94 w 100"/>
              <a:gd name="T9" fmla="*/ 12 h 12"/>
              <a:gd name="T10" fmla="*/ 100 w 100"/>
              <a:gd name="T11" fmla="*/ 6 h 12"/>
              <a:gd name="T12" fmla="*/ 94 w 100"/>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100" h="12">
                <a:moveTo>
                  <a:pt x="94" y="0"/>
                </a:moveTo>
                <a:cubicBezTo>
                  <a:pt x="6" y="0"/>
                  <a:pt x="6" y="0"/>
                  <a:pt x="6" y="0"/>
                </a:cubicBezTo>
                <a:cubicBezTo>
                  <a:pt x="3" y="0"/>
                  <a:pt x="0" y="2"/>
                  <a:pt x="0" y="6"/>
                </a:cubicBezTo>
                <a:cubicBezTo>
                  <a:pt x="0" y="9"/>
                  <a:pt x="3" y="12"/>
                  <a:pt x="6" y="12"/>
                </a:cubicBezTo>
                <a:cubicBezTo>
                  <a:pt x="94" y="12"/>
                  <a:pt x="94" y="12"/>
                  <a:pt x="94" y="12"/>
                </a:cubicBezTo>
                <a:cubicBezTo>
                  <a:pt x="97" y="12"/>
                  <a:pt x="100" y="9"/>
                  <a:pt x="100" y="6"/>
                </a:cubicBezTo>
                <a:cubicBezTo>
                  <a:pt x="100" y="2"/>
                  <a:pt x="97" y="0"/>
                  <a:pt x="94"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06" name="Freeform 135"/>
          <p:cNvSpPr>
            <a:spLocks/>
          </p:cNvSpPr>
          <p:nvPr/>
        </p:nvSpPr>
        <p:spPr bwMode="auto">
          <a:xfrm>
            <a:off x="5157500" y="4154776"/>
            <a:ext cx="71438" cy="20638"/>
          </a:xfrm>
          <a:custGeom>
            <a:avLst/>
            <a:gdLst>
              <a:gd name="T0" fmla="*/ 24 w 28"/>
              <a:gd name="T1" fmla="*/ 0 h 8"/>
              <a:gd name="T2" fmla="*/ 4 w 28"/>
              <a:gd name="T3" fmla="*/ 0 h 8"/>
              <a:gd name="T4" fmla="*/ 0 w 28"/>
              <a:gd name="T5" fmla="*/ 4 h 8"/>
              <a:gd name="T6" fmla="*/ 4 w 28"/>
              <a:gd name="T7" fmla="*/ 8 h 8"/>
              <a:gd name="T8" fmla="*/ 24 w 28"/>
              <a:gd name="T9" fmla="*/ 8 h 8"/>
              <a:gd name="T10" fmla="*/ 28 w 28"/>
              <a:gd name="T11" fmla="*/ 4 h 8"/>
              <a:gd name="T12" fmla="*/ 24 w 28"/>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28" h="8">
                <a:moveTo>
                  <a:pt x="24" y="0"/>
                </a:moveTo>
                <a:cubicBezTo>
                  <a:pt x="4" y="0"/>
                  <a:pt x="4" y="0"/>
                  <a:pt x="4" y="0"/>
                </a:cubicBezTo>
                <a:cubicBezTo>
                  <a:pt x="2" y="0"/>
                  <a:pt x="0" y="2"/>
                  <a:pt x="0" y="4"/>
                </a:cubicBezTo>
                <a:cubicBezTo>
                  <a:pt x="0" y="6"/>
                  <a:pt x="2" y="8"/>
                  <a:pt x="4" y="8"/>
                </a:cubicBezTo>
                <a:cubicBezTo>
                  <a:pt x="24" y="8"/>
                  <a:pt x="24" y="8"/>
                  <a:pt x="24" y="8"/>
                </a:cubicBezTo>
                <a:cubicBezTo>
                  <a:pt x="26" y="8"/>
                  <a:pt x="28" y="6"/>
                  <a:pt x="28" y="4"/>
                </a:cubicBezTo>
                <a:cubicBezTo>
                  <a:pt x="28" y="2"/>
                  <a:pt x="26" y="0"/>
                  <a:pt x="24"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07" name="Freeform 137"/>
          <p:cNvSpPr>
            <a:spLocks/>
          </p:cNvSpPr>
          <p:nvPr/>
        </p:nvSpPr>
        <p:spPr bwMode="auto">
          <a:xfrm>
            <a:off x="5060662" y="4205576"/>
            <a:ext cx="71438" cy="20638"/>
          </a:xfrm>
          <a:custGeom>
            <a:avLst/>
            <a:gdLst>
              <a:gd name="T0" fmla="*/ 24 w 28"/>
              <a:gd name="T1" fmla="*/ 0 h 8"/>
              <a:gd name="T2" fmla="*/ 4 w 28"/>
              <a:gd name="T3" fmla="*/ 0 h 8"/>
              <a:gd name="T4" fmla="*/ 0 w 28"/>
              <a:gd name="T5" fmla="*/ 4 h 8"/>
              <a:gd name="T6" fmla="*/ 4 w 28"/>
              <a:gd name="T7" fmla="*/ 8 h 8"/>
              <a:gd name="T8" fmla="*/ 24 w 28"/>
              <a:gd name="T9" fmla="*/ 8 h 8"/>
              <a:gd name="T10" fmla="*/ 28 w 28"/>
              <a:gd name="T11" fmla="*/ 4 h 8"/>
              <a:gd name="T12" fmla="*/ 24 w 28"/>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28" h="8">
                <a:moveTo>
                  <a:pt x="24" y="0"/>
                </a:moveTo>
                <a:cubicBezTo>
                  <a:pt x="4" y="0"/>
                  <a:pt x="4" y="0"/>
                  <a:pt x="4" y="0"/>
                </a:cubicBezTo>
                <a:cubicBezTo>
                  <a:pt x="2" y="0"/>
                  <a:pt x="0" y="2"/>
                  <a:pt x="0" y="4"/>
                </a:cubicBezTo>
                <a:cubicBezTo>
                  <a:pt x="0" y="6"/>
                  <a:pt x="2" y="8"/>
                  <a:pt x="4" y="8"/>
                </a:cubicBezTo>
                <a:cubicBezTo>
                  <a:pt x="24" y="8"/>
                  <a:pt x="24" y="8"/>
                  <a:pt x="24" y="8"/>
                </a:cubicBezTo>
                <a:cubicBezTo>
                  <a:pt x="26" y="8"/>
                  <a:pt x="28" y="6"/>
                  <a:pt x="28" y="4"/>
                </a:cubicBezTo>
                <a:cubicBezTo>
                  <a:pt x="28" y="2"/>
                  <a:pt x="26" y="0"/>
                  <a:pt x="24"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08" name="Freeform 139"/>
          <p:cNvSpPr>
            <a:spLocks/>
          </p:cNvSpPr>
          <p:nvPr/>
        </p:nvSpPr>
        <p:spPr bwMode="auto">
          <a:xfrm>
            <a:off x="4960650" y="4256376"/>
            <a:ext cx="71438" cy="20638"/>
          </a:xfrm>
          <a:custGeom>
            <a:avLst/>
            <a:gdLst>
              <a:gd name="T0" fmla="*/ 24 w 28"/>
              <a:gd name="T1" fmla="*/ 0 h 8"/>
              <a:gd name="T2" fmla="*/ 4 w 28"/>
              <a:gd name="T3" fmla="*/ 0 h 8"/>
              <a:gd name="T4" fmla="*/ 0 w 28"/>
              <a:gd name="T5" fmla="*/ 4 h 8"/>
              <a:gd name="T6" fmla="*/ 4 w 28"/>
              <a:gd name="T7" fmla="*/ 8 h 8"/>
              <a:gd name="T8" fmla="*/ 24 w 28"/>
              <a:gd name="T9" fmla="*/ 8 h 8"/>
              <a:gd name="T10" fmla="*/ 28 w 28"/>
              <a:gd name="T11" fmla="*/ 4 h 8"/>
              <a:gd name="T12" fmla="*/ 24 w 28"/>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28" h="8">
                <a:moveTo>
                  <a:pt x="24" y="0"/>
                </a:moveTo>
                <a:cubicBezTo>
                  <a:pt x="4" y="0"/>
                  <a:pt x="4" y="0"/>
                  <a:pt x="4" y="0"/>
                </a:cubicBezTo>
                <a:cubicBezTo>
                  <a:pt x="2" y="0"/>
                  <a:pt x="0" y="2"/>
                  <a:pt x="0" y="4"/>
                </a:cubicBezTo>
                <a:cubicBezTo>
                  <a:pt x="0" y="6"/>
                  <a:pt x="2" y="8"/>
                  <a:pt x="4" y="8"/>
                </a:cubicBezTo>
                <a:cubicBezTo>
                  <a:pt x="24" y="8"/>
                  <a:pt x="24" y="8"/>
                  <a:pt x="24" y="8"/>
                </a:cubicBezTo>
                <a:cubicBezTo>
                  <a:pt x="27" y="8"/>
                  <a:pt x="28" y="6"/>
                  <a:pt x="28" y="4"/>
                </a:cubicBezTo>
                <a:cubicBezTo>
                  <a:pt x="28" y="2"/>
                  <a:pt x="27" y="0"/>
                  <a:pt x="24"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09" name="Freeform 141"/>
          <p:cNvSpPr>
            <a:spLocks/>
          </p:cNvSpPr>
          <p:nvPr/>
        </p:nvSpPr>
        <p:spPr bwMode="auto">
          <a:xfrm>
            <a:off x="4863812" y="4308764"/>
            <a:ext cx="71438" cy="19050"/>
          </a:xfrm>
          <a:custGeom>
            <a:avLst/>
            <a:gdLst>
              <a:gd name="T0" fmla="*/ 24 w 28"/>
              <a:gd name="T1" fmla="*/ 0 h 8"/>
              <a:gd name="T2" fmla="*/ 4 w 28"/>
              <a:gd name="T3" fmla="*/ 0 h 8"/>
              <a:gd name="T4" fmla="*/ 0 w 28"/>
              <a:gd name="T5" fmla="*/ 4 h 8"/>
              <a:gd name="T6" fmla="*/ 4 w 28"/>
              <a:gd name="T7" fmla="*/ 8 h 8"/>
              <a:gd name="T8" fmla="*/ 24 w 28"/>
              <a:gd name="T9" fmla="*/ 8 h 8"/>
              <a:gd name="T10" fmla="*/ 28 w 28"/>
              <a:gd name="T11" fmla="*/ 4 h 8"/>
              <a:gd name="T12" fmla="*/ 24 w 28"/>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28" h="8">
                <a:moveTo>
                  <a:pt x="24" y="0"/>
                </a:moveTo>
                <a:cubicBezTo>
                  <a:pt x="4" y="0"/>
                  <a:pt x="4" y="0"/>
                  <a:pt x="4" y="0"/>
                </a:cubicBezTo>
                <a:cubicBezTo>
                  <a:pt x="2" y="0"/>
                  <a:pt x="0" y="2"/>
                  <a:pt x="0" y="4"/>
                </a:cubicBezTo>
                <a:cubicBezTo>
                  <a:pt x="0" y="7"/>
                  <a:pt x="2" y="8"/>
                  <a:pt x="4" y="8"/>
                </a:cubicBezTo>
                <a:cubicBezTo>
                  <a:pt x="24" y="8"/>
                  <a:pt x="24" y="8"/>
                  <a:pt x="24" y="8"/>
                </a:cubicBezTo>
                <a:cubicBezTo>
                  <a:pt x="26" y="8"/>
                  <a:pt x="28" y="7"/>
                  <a:pt x="28" y="4"/>
                </a:cubicBezTo>
                <a:cubicBezTo>
                  <a:pt x="28" y="2"/>
                  <a:pt x="26" y="0"/>
                  <a:pt x="24"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10" name="Freeform 143"/>
          <p:cNvSpPr>
            <a:spLocks/>
          </p:cNvSpPr>
          <p:nvPr/>
        </p:nvSpPr>
        <p:spPr bwMode="auto">
          <a:xfrm>
            <a:off x="4766975" y="4359564"/>
            <a:ext cx="71438" cy="20638"/>
          </a:xfrm>
          <a:custGeom>
            <a:avLst/>
            <a:gdLst>
              <a:gd name="T0" fmla="*/ 4 w 28"/>
              <a:gd name="T1" fmla="*/ 8 h 8"/>
              <a:gd name="T2" fmla="*/ 24 w 28"/>
              <a:gd name="T3" fmla="*/ 8 h 8"/>
              <a:gd name="T4" fmla="*/ 28 w 28"/>
              <a:gd name="T5" fmla="*/ 4 h 8"/>
              <a:gd name="T6" fmla="*/ 24 w 28"/>
              <a:gd name="T7" fmla="*/ 0 h 8"/>
              <a:gd name="T8" fmla="*/ 4 w 28"/>
              <a:gd name="T9" fmla="*/ 0 h 8"/>
              <a:gd name="T10" fmla="*/ 0 w 28"/>
              <a:gd name="T11" fmla="*/ 4 h 8"/>
              <a:gd name="T12" fmla="*/ 4 w 28"/>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28" h="8">
                <a:moveTo>
                  <a:pt x="4" y="8"/>
                </a:moveTo>
                <a:cubicBezTo>
                  <a:pt x="24" y="8"/>
                  <a:pt x="24" y="8"/>
                  <a:pt x="24" y="8"/>
                </a:cubicBezTo>
                <a:cubicBezTo>
                  <a:pt x="26" y="8"/>
                  <a:pt x="28" y="7"/>
                  <a:pt x="28" y="4"/>
                </a:cubicBezTo>
                <a:cubicBezTo>
                  <a:pt x="28" y="2"/>
                  <a:pt x="26" y="0"/>
                  <a:pt x="24" y="0"/>
                </a:cubicBezTo>
                <a:cubicBezTo>
                  <a:pt x="4" y="0"/>
                  <a:pt x="4" y="0"/>
                  <a:pt x="4" y="0"/>
                </a:cubicBezTo>
                <a:cubicBezTo>
                  <a:pt x="2" y="0"/>
                  <a:pt x="0" y="2"/>
                  <a:pt x="0" y="4"/>
                </a:cubicBezTo>
                <a:cubicBezTo>
                  <a:pt x="0" y="7"/>
                  <a:pt x="2" y="8"/>
                  <a:pt x="4" y="8"/>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11" name="Freeform 145"/>
          <p:cNvSpPr>
            <a:spLocks/>
          </p:cNvSpPr>
          <p:nvPr/>
        </p:nvSpPr>
        <p:spPr bwMode="auto">
          <a:xfrm>
            <a:off x="4663787" y="4407189"/>
            <a:ext cx="255588" cy="28575"/>
          </a:xfrm>
          <a:custGeom>
            <a:avLst/>
            <a:gdLst>
              <a:gd name="T0" fmla="*/ 94 w 100"/>
              <a:gd name="T1" fmla="*/ 0 h 11"/>
              <a:gd name="T2" fmla="*/ 6 w 100"/>
              <a:gd name="T3" fmla="*/ 0 h 11"/>
              <a:gd name="T4" fmla="*/ 0 w 100"/>
              <a:gd name="T5" fmla="*/ 5 h 11"/>
              <a:gd name="T6" fmla="*/ 6 w 100"/>
              <a:gd name="T7" fmla="*/ 11 h 11"/>
              <a:gd name="T8" fmla="*/ 94 w 100"/>
              <a:gd name="T9" fmla="*/ 11 h 11"/>
              <a:gd name="T10" fmla="*/ 100 w 100"/>
              <a:gd name="T11" fmla="*/ 5 h 11"/>
              <a:gd name="T12" fmla="*/ 94 w 100"/>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100" h="11">
                <a:moveTo>
                  <a:pt x="94" y="0"/>
                </a:moveTo>
                <a:cubicBezTo>
                  <a:pt x="6" y="0"/>
                  <a:pt x="6" y="0"/>
                  <a:pt x="6" y="0"/>
                </a:cubicBezTo>
                <a:cubicBezTo>
                  <a:pt x="2" y="0"/>
                  <a:pt x="0" y="2"/>
                  <a:pt x="0" y="5"/>
                </a:cubicBezTo>
                <a:cubicBezTo>
                  <a:pt x="0" y="9"/>
                  <a:pt x="2" y="11"/>
                  <a:pt x="6" y="11"/>
                </a:cubicBezTo>
                <a:cubicBezTo>
                  <a:pt x="94" y="11"/>
                  <a:pt x="94" y="11"/>
                  <a:pt x="94" y="11"/>
                </a:cubicBezTo>
                <a:cubicBezTo>
                  <a:pt x="97" y="11"/>
                  <a:pt x="100" y="9"/>
                  <a:pt x="100" y="5"/>
                </a:cubicBezTo>
                <a:cubicBezTo>
                  <a:pt x="100" y="2"/>
                  <a:pt x="97" y="0"/>
                  <a:pt x="94"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12" name="Freeform 147"/>
          <p:cNvSpPr>
            <a:spLocks/>
          </p:cNvSpPr>
          <p:nvPr/>
        </p:nvSpPr>
        <p:spPr bwMode="auto">
          <a:xfrm>
            <a:off x="4576475" y="4461164"/>
            <a:ext cx="73025" cy="20638"/>
          </a:xfrm>
          <a:custGeom>
            <a:avLst/>
            <a:gdLst>
              <a:gd name="T0" fmla="*/ 24 w 28"/>
              <a:gd name="T1" fmla="*/ 0 h 8"/>
              <a:gd name="T2" fmla="*/ 4 w 28"/>
              <a:gd name="T3" fmla="*/ 0 h 8"/>
              <a:gd name="T4" fmla="*/ 0 w 28"/>
              <a:gd name="T5" fmla="*/ 4 h 8"/>
              <a:gd name="T6" fmla="*/ 4 w 28"/>
              <a:gd name="T7" fmla="*/ 8 h 8"/>
              <a:gd name="T8" fmla="*/ 24 w 28"/>
              <a:gd name="T9" fmla="*/ 8 h 8"/>
              <a:gd name="T10" fmla="*/ 28 w 28"/>
              <a:gd name="T11" fmla="*/ 4 h 8"/>
              <a:gd name="T12" fmla="*/ 24 w 28"/>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28" h="8">
                <a:moveTo>
                  <a:pt x="24" y="0"/>
                </a:moveTo>
                <a:cubicBezTo>
                  <a:pt x="4" y="0"/>
                  <a:pt x="4" y="0"/>
                  <a:pt x="4" y="0"/>
                </a:cubicBezTo>
                <a:cubicBezTo>
                  <a:pt x="2" y="0"/>
                  <a:pt x="0" y="2"/>
                  <a:pt x="0" y="4"/>
                </a:cubicBezTo>
                <a:cubicBezTo>
                  <a:pt x="0" y="6"/>
                  <a:pt x="2" y="8"/>
                  <a:pt x="4" y="8"/>
                </a:cubicBezTo>
                <a:cubicBezTo>
                  <a:pt x="24" y="8"/>
                  <a:pt x="24" y="8"/>
                  <a:pt x="24" y="8"/>
                </a:cubicBezTo>
                <a:cubicBezTo>
                  <a:pt x="26" y="8"/>
                  <a:pt x="28" y="6"/>
                  <a:pt x="28" y="4"/>
                </a:cubicBezTo>
                <a:cubicBezTo>
                  <a:pt x="28" y="2"/>
                  <a:pt x="26" y="0"/>
                  <a:pt x="24"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13" name="Freeform 149"/>
          <p:cNvSpPr>
            <a:spLocks/>
          </p:cNvSpPr>
          <p:nvPr/>
        </p:nvSpPr>
        <p:spPr bwMode="auto">
          <a:xfrm>
            <a:off x="4485987" y="4510376"/>
            <a:ext cx="71438" cy="20638"/>
          </a:xfrm>
          <a:custGeom>
            <a:avLst/>
            <a:gdLst>
              <a:gd name="T0" fmla="*/ 24 w 28"/>
              <a:gd name="T1" fmla="*/ 0 h 8"/>
              <a:gd name="T2" fmla="*/ 4 w 28"/>
              <a:gd name="T3" fmla="*/ 0 h 8"/>
              <a:gd name="T4" fmla="*/ 0 w 28"/>
              <a:gd name="T5" fmla="*/ 4 h 8"/>
              <a:gd name="T6" fmla="*/ 4 w 28"/>
              <a:gd name="T7" fmla="*/ 8 h 8"/>
              <a:gd name="T8" fmla="*/ 24 w 28"/>
              <a:gd name="T9" fmla="*/ 8 h 8"/>
              <a:gd name="T10" fmla="*/ 28 w 28"/>
              <a:gd name="T11" fmla="*/ 4 h 8"/>
              <a:gd name="T12" fmla="*/ 24 w 28"/>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28" h="8">
                <a:moveTo>
                  <a:pt x="24" y="0"/>
                </a:moveTo>
                <a:cubicBezTo>
                  <a:pt x="4" y="0"/>
                  <a:pt x="4" y="0"/>
                  <a:pt x="4" y="0"/>
                </a:cubicBezTo>
                <a:cubicBezTo>
                  <a:pt x="2" y="0"/>
                  <a:pt x="0" y="2"/>
                  <a:pt x="0" y="4"/>
                </a:cubicBezTo>
                <a:cubicBezTo>
                  <a:pt x="0" y="7"/>
                  <a:pt x="2" y="8"/>
                  <a:pt x="4" y="8"/>
                </a:cubicBezTo>
                <a:cubicBezTo>
                  <a:pt x="24" y="8"/>
                  <a:pt x="24" y="8"/>
                  <a:pt x="24" y="8"/>
                </a:cubicBezTo>
                <a:cubicBezTo>
                  <a:pt x="27" y="8"/>
                  <a:pt x="28" y="7"/>
                  <a:pt x="28" y="4"/>
                </a:cubicBezTo>
                <a:cubicBezTo>
                  <a:pt x="28" y="2"/>
                  <a:pt x="27" y="0"/>
                  <a:pt x="24"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14" name="Freeform 153"/>
          <p:cNvSpPr>
            <a:spLocks/>
          </p:cNvSpPr>
          <p:nvPr/>
        </p:nvSpPr>
        <p:spPr bwMode="auto">
          <a:xfrm>
            <a:off x="4303425" y="4610389"/>
            <a:ext cx="71438" cy="19050"/>
          </a:xfrm>
          <a:custGeom>
            <a:avLst/>
            <a:gdLst>
              <a:gd name="T0" fmla="*/ 24 w 28"/>
              <a:gd name="T1" fmla="*/ 0 h 8"/>
              <a:gd name="T2" fmla="*/ 4 w 28"/>
              <a:gd name="T3" fmla="*/ 0 h 8"/>
              <a:gd name="T4" fmla="*/ 0 w 28"/>
              <a:gd name="T5" fmla="*/ 4 h 8"/>
              <a:gd name="T6" fmla="*/ 4 w 28"/>
              <a:gd name="T7" fmla="*/ 8 h 8"/>
              <a:gd name="T8" fmla="*/ 24 w 28"/>
              <a:gd name="T9" fmla="*/ 8 h 8"/>
              <a:gd name="T10" fmla="*/ 28 w 28"/>
              <a:gd name="T11" fmla="*/ 4 h 8"/>
              <a:gd name="T12" fmla="*/ 24 w 28"/>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28" h="8">
                <a:moveTo>
                  <a:pt x="24" y="0"/>
                </a:moveTo>
                <a:cubicBezTo>
                  <a:pt x="4" y="0"/>
                  <a:pt x="4" y="0"/>
                  <a:pt x="4" y="0"/>
                </a:cubicBezTo>
                <a:cubicBezTo>
                  <a:pt x="2" y="0"/>
                  <a:pt x="0" y="2"/>
                  <a:pt x="0" y="4"/>
                </a:cubicBezTo>
                <a:cubicBezTo>
                  <a:pt x="0" y="6"/>
                  <a:pt x="2" y="8"/>
                  <a:pt x="4" y="8"/>
                </a:cubicBezTo>
                <a:cubicBezTo>
                  <a:pt x="24" y="8"/>
                  <a:pt x="24" y="8"/>
                  <a:pt x="24" y="8"/>
                </a:cubicBezTo>
                <a:cubicBezTo>
                  <a:pt x="26" y="8"/>
                  <a:pt x="28" y="6"/>
                  <a:pt x="28" y="4"/>
                </a:cubicBezTo>
                <a:cubicBezTo>
                  <a:pt x="28" y="2"/>
                  <a:pt x="26" y="0"/>
                  <a:pt x="24"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15" name="Freeform 155"/>
          <p:cNvSpPr>
            <a:spLocks/>
          </p:cNvSpPr>
          <p:nvPr/>
        </p:nvSpPr>
        <p:spPr bwMode="auto">
          <a:xfrm>
            <a:off x="4214525" y="4661189"/>
            <a:ext cx="71438" cy="20638"/>
          </a:xfrm>
          <a:custGeom>
            <a:avLst/>
            <a:gdLst>
              <a:gd name="T0" fmla="*/ 4 w 28"/>
              <a:gd name="T1" fmla="*/ 8 h 8"/>
              <a:gd name="T2" fmla="*/ 24 w 28"/>
              <a:gd name="T3" fmla="*/ 8 h 8"/>
              <a:gd name="T4" fmla="*/ 28 w 28"/>
              <a:gd name="T5" fmla="*/ 4 h 8"/>
              <a:gd name="T6" fmla="*/ 24 w 28"/>
              <a:gd name="T7" fmla="*/ 0 h 8"/>
              <a:gd name="T8" fmla="*/ 4 w 28"/>
              <a:gd name="T9" fmla="*/ 0 h 8"/>
              <a:gd name="T10" fmla="*/ 0 w 28"/>
              <a:gd name="T11" fmla="*/ 4 h 8"/>
              <a:gd name="T12" fmla="*/ 4 w 28"/>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28" h="8">
                <a:moveTo>
                  <a:pt x="4" y="8"/>
                </a:moveTo>
                <a:cubicBezTo>
                  <a:pt x="24" y="8"/>
                  <a:pt x="24" y="8"/>
                  <a:pt x="24" y="8"/>
                </a:cubicBezTo>
                <a:cubicBezTo>
                  <a:pt x="26" y="8"/>
                  <a:pt x="28" y="6"/>
                  <a:pt x="28" y="4"/>
                </a:cubicBezTo>
                <a:cubicBezTo>
                  <a:pt x="28" y="1"/>
                  <a:pt x="26" y="0"/>
                  <a:pt x="24" y="0"/>
                </a:cubicBezTo>
                <a:cubicBezTo>
                  <a:pt x="4" y="0"/>
                  <a:pt x="4" y="0"/>
                  <a:pt x="4" y="0"/>
                </a:cubicBezTo>
                <a:cubicBezTo>
                  <a:pt x="1" y="0"/>
                  <a:pt x="0" y="1"/>
                  <a:pt x="0" y="4"/>
                </a:cubicBezTo>
                <a:cubicBezTo>
                  <a:pt x="0" y="6"/>
                  <a:pt x="1" y="8"/>
                  <a:pt x="4" y="8"/>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16" name="Freeform 157"/>
          <p:cNvSpPr>
            <a:spLocks/>
          </p:cNvSpPr>
          <p:nvPr/>
        </p:nvSpPr>
        <p:spPr bwMode="auto">
          <a:xfrm>
            <a:off x="4117687" y="4704051"/>
            <a:ext cx="255588" cy="30163"/>
          </a:xfrm>
          <a:custGeom>
            <a:avLst/>
            <a:gdLst>
              <a:gd name="T0" fmla="*/ 94 w 100"/>
              <a:gd name="T1" fmla="*/ 0 h 12"/>
              <a:gd name="T2" fmla="*/ 6 w 100"/>
              <a:gd name="T3" fmla="*/ 0 h 12"/>
              <a:gd name="T4" fmla="*/ 0 w 100"/>
              <a:gd name="T5" fmla="*/ 6 h 12"/>
              <a:gd name="T6" fmla="*/ 6 w 100"/>
              <a:gd name="T7" fmla="*/ 12 h 12"/>
              <a:gd name="T8" fmla="*/ 94 w 100"/>
              <a:gd name="T9" fmla="*/ 12 h 12"/>
              <a:gd name="T10" fmla="*/ 100 w 100"/>
              <a:gd name="T11" fmla="*/ 6 h 12"/>
              <a:gd name="T12" fmla="*/ 94 w 100"/>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100" h="12">
                <a:moveTo>
                  <a:pt x="94" y="0"/>
                </a:moveTo>
                <a:cubicBezTo>
                  <a:pt x="6" y="0"/>
                  <a:pt x="6" y="0"/>
                  <a:pt x="6" y="0"/>
                </a:cubicBezTo>
                <a:cubicBezTo>
                  <a:pt x="3" y="0"/>
                  <a:pt x="0" y="3"/>
                  <a:pt x="0" y="6"/>
                </a:cubicBezTo>
                <a:cubicBezTo>
                  <a:pt x="0" y="9"/>
                  <a:pt x="3" y="12"/>
                  <a:pt x="6" y="12"/>
                </a:cubicBezTo>
                <a:cubicBezTo>
                  <a:pt x="94" y="12"/>
                  <a:pt x="94" y="12"/>
                  <a:pt x="94" y="12"/>
                </a:cubicBezTo>
                <a:cubicBezTo>
                  <a:pt x="97" y="12"/>
                  <a:pt x="100" y="9"/>
                  <a:pt x="100" y="6"/>
                </a:cubicBezTo>
                <a:cubicBezTo>
                  <a:pt x="100" y="3"/>
                  <a:pt x="97" y="0"/>
                  <a:pt x="94"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17" name="Freeform 165"/>
          <p:cNvSpPr>
            <a:spLocks/>
          </p:cNvSpPr>
          <p:nvPr/>
        </p:nvSpPr>
        <p:spPr bwMode="auto">
          <a:xfrm>
            <a:off x="3758912" y="4908839"/>
            <a:ext cx="71438" cy="20638"/>
          </a:xfrm>
          <a:custGeom>
            <a:avLst/>
            <a:gdLst>
              <a:gd name="T0" fmla="*/ 24 w 28"/>
              <a:gd name="T1" fmla="*/ 0 h 8"/>
              <a:gd name="T2" fmla="*/ 4 w 28"/>
              <a:gd name="T3" fmla="*/ 0 h 8"/>
              <a:gd name="T4" fmla="*/ 0 w 28"/>
              <a:gd name="T5" fmla="*/ 4 h 8"/>
              <a:gd name="T6" fmla="*/ 4 w 28"/>
              <a:gd name="T7" fmla="*/ 8 h 8"/>
              <a:gd name="T8" fmla="*/ 24 w 28"/>
              <a:gd name="T9" fmla="*/ 8 h 8"/>
              <a:gd name="T10" fmla="*/ 28 w 28"/>
              <a:gd name="T11" fmla="*/ 4 h 8"/>
              <a:gd name="T12" fmla="*/ 24 w 28"/>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28" h="8">
                <a:moveTo>
                  <a:pt x="24" y="0"/>
                </a:moveTo>
                <a:cubicBezTo>
                  <a:pt x="4" y="0"/>
                  <a:pt x="4" y="0"/>
                  <a:pt x="4" y="0"/>
                </a:cubicBezTo>
                <a:cubicBezTo>
                  <a:pt x="1" y="0"/>
                  <a:pt x="0" y="1"/>
                  <a:pt x="0" y="4"/>
                </a:cubicBezTo>
                <a:cubicBezTo>
                  <a:pt x="0" y="6"/>
                  <a:pt x="1" y="8"/>
                  <a:pt x="4" y="8"/>
                </a:cubicBezTo>
                <a:cubicBezTo>
                  <a:pt x="24" y="8"/>
                  <a:pt x="24" y="8"/>
                  <a:pt x="24" y="8"/>
                </a:cubicBezTo>
                <a:cubicBezTo>
                  <a:pt x="26" y="8"/>
                  <a:pt x="28" y="6"/>
                  <a:pt x="28" y="4"/>
                </a:cubicBezTo>
                <a:cubicBezTo>
                  <a:pt x="28" y="1"/>
                  <a:pt x="26" y="0"/>
                  <a:pt x="24"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18" name="Freeform 169"/>
          <p:cNvSpPr>
            <a:spLocks/>
          </p:cNvSpPr>
          <p:nvPr/>
        </p:nvSpPr>
        <p:spPr bwMode="auto">
          <a:xfrm>
            <a:off x="3570000" y="5000914"/>
            <a:ext cx="255588" cy="30163"/>
          </a:xfrm>
          <a:custGeom>
            <a:avLst/>
            <a:gdLst>
              <a:gd name="T0" fmla="*/ 94 w 100"/>
              <a:gd name="T1" fmla="*/ 0 h 12"/>
              <a:gd name="T2" fmla="*/ 6 w 100"/>
              <a:gd name="T3" fmla="*/ 0 h 12"/>
              <a:gd name="T4" fmla="*/ 0 w 100"/>
              <a:gd name="T5" fmla="*/ 6 h 12"/>
              <a:gd name="T6" fmla="*/ 6 w 100"/>
              <a:gd name="T7" fmla="*/ 12 h 12"/>
              <a:gd name="T8" fmla="*/ 94 w 100"/>
              <a:gd name="T9" fmla="*/ 12 h 12"/>
              <a:gd name="T10" fmla="*/ 100 w 100"/>
              <a:gd name="T11" fmla="*/ 6 h 12"/>
              <a:gd name="T12" fmla="*/ 94 w 100"/>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100" h="12">
                <a:moveTo>
                  <a:pt x="94" y="0"/>
                </a:moveTo>
                <a:cubicBezTo>
                  <a:pt x="6" y="0"/>
                  <a:pt x="6" y="0"/>
                  <a:pt x="6" y="0"/>
                </a:cubicBezTo>
                <a:cubicBezTo>
                  <a:pt x="3" y="0"/>
                  <a:pt x="0" y="3"/>
                  <a:pt x="0" y="6"/>
                </a:cubicBezTo>
                <a:cubicBezTo>
                  <a:pt x="0" y="10"/>
                  <a:pt x="3" y="12"/>
                  <a:pt x="6" y="12"/>
                </a:cubicBezTo>
                <a:cubicBezTo>
                  <a:pt x="94" y="12"/>
                  <a:pt x="94" y="12"/>
                  <a:pt x="94" y="12"/>
                </a:cubicBezTo>
                <a:cubicBezTo>
                  <a:pt x="98" y="12"/>
                  <a:pt x="100" y="10"/>
                  <a:pt x="100" y="6"/>
                </a:cubicBezTo>
                <a:cubicBezTo>
                  <a:pt x="100" y="3"/>
                  <a:pt x="98" y="0"/>
                  <a:pt x="94"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19" name="Freeform 173"/>
          <p:cNvSpPr>
            <a:spLocks/>
          </p:cNvSpPr>
          <p:nvPr/>
        </p:nvSpPr>
        <p:spPr bwMode="auto">
          <a:xfrm>
            <a:off x="3416012" y="5089814"/>
            <a:ext cx="69850" cy="20638"/>
          </a:xfrm>
          <a:custGeom>
            <a:avLst/>
            <a:gdLst>
              <a:gd name="T0" fmla="*/ 23 w 27"/>
              <a:gd name="T1" fmla="*/ 0 h 8"/>
              <a:gd name="T2" fmla="*/ 4 w 27"/>
              <a:gd name="T3" fmla="*/ 0 h 8"/>
              <a:gd name="T4" fmla="*/ 0 w 27"/>
              <a:gd name="T5" fmla="*/ 4 h 8"/>
              <a:gd name="T6" fmla="*/ 4 w 27"/>
              <a:gd name="T7" fmla="*/ 8 h 8"/>
              <a:gd name="T8" fmla="*/ 23 w 27"/>
              <a:gd name="T9" fmla="*/ 8 h 8"/>
              <a:gd name="T10" fmla="*/ 27 w 27"/>
              <a:gd name="T11" fmla="*/ 4 h 8"/>
              <a:gd name="T12" fmla="*/ 23 w 27"/>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27" h="8">
                <a:moveTo>
                  <a:pt x="23" y="0"/>
                </a:moveTo>
                <a:cubicBezTo>
                  <a:pt x="4" y="0"/>
                  <a:pt x="4" y="0"/>
                  <a:pt x="4" y="0"/>
                </a:cubicBezTo>
                <a:cubicBezTo>
                  <a:pt x="1" y="0"/>
                  <a:pt x="0" y="1"/>
                  <a:pt x="0" y="4"/>
                </a:cubicBezTo>
                <a:cubicBezTo>
                  <a:pt x="0" y="6"/>
                  <a:pt x="1" y="8"/>
                  <a:pt x="4" y="8"/>
                </a:cubicBezTo>
                <a:cubicBezTo>
                  <a:pt x="23" y="8"/>
                  <a:pt x="23" y="8"/>
                  <a:pt x="23" y="8"/>
                </a:cubicBezTo>
                <a:cubicBezTo>
                  <a:pt x="25" y="8"/>
                  <a:pt x="27" y="6"/>
                  <a:pt x="27" y="4"/>
                </a:cubicBezTo>
                <a:cubicBezTo>
                  <a:pt x="27" y="1"/>
                  <a:pt x="25" y="0"/>
                  <a:pt x="2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20" name="Freeform 231"/>
          <p:cNvSpPr>
            <a:spLocks/>
          </p:cNvSpPr>
          <p:nvPr/>
        </p:nvSpPr>
        <p:spPr bwMode="auto">
          <a:xfrm>
            <a:off x="1822162" y="5913726"/>
            <a:ext cx="58738" cy="9525"/>
          </a:xfrm>
          <a:custGeom>
            <a:avLst/>
            <a:gdLst>
              <a:gd name="T0" fmla="*/ 21 w 23"/>
              <a:gd name="T1" fmla="*/ 0 h 4"/>
              <a:gd name="T2" fmla="*/ 2 w 23"/>
              <a:gd name="T3" fmla="*/ 0 h 4"/>
              <a:gd name="T4" fmla="*/ 0 w 23"/>
              <a:gd name="T5" fmla="*/ 2 h 4"/>
              <a:gd name="T6" fmla="*/ 2 w 23"/>
              <a:gd name="T7" fmla="*/ 4 h 4"/>
              <a:gd name="T8" fmla="*/ 2 w 23"/>
              <a:gd name="T9" fmla="*/ 4 h 4"/>
              <a:gd name="T10" fmla="*/ 21 w 23"/>
              <a:gd name="T11" fmla="*/ 4 h 4"/>
              <a:gd name="T12" fmla="*/ 23 w 23"/>
              <a:gd name="T13" fmla="*/ 2 h 4"/>
              <a:gd name="T14" fmla="*/ 21 w 23"/>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4">
                <a:moveTo>
                  <a:pt x="21" y="0"/>
                </a:moveTo>
                <a:cubicBezTo>
                  <a:pt x="2" y="0"/>
                  <a:pt x="2" y="0"/>
                  <a:pt x="2" y="0"/>
                </a:cubicBezTo>
                <a:cubicBezTo>
                  <a:pt x="1" y="0"/>
                  <a:pt x="0" y="1"/>
                  <a:pt x="0" y="2"/>
                </a:cubicBezTo>
                <a:cubicBezTo>
                  <a:pt x="0" y="4"/>
                  <a:pt x="1" y="4"/>
                  <a:pt x="2" y="4"/>
                </a:cubicBezTo>
                <a:cubicBezTo>
                  <a:pt x="2" y="4"/>
                  <a:pt x="2" y="4"/>
                  <a:pt x="2" y="4"/>
                </a:cubicBezTo>
                <a:cubicBezTo>
                  <a:pt x="21" y="4"/>
                  <a:pt x="21" y="4"/>
                  <a:pt x="21" y="4"/>
                </a:cubicBezTo>
                <a:cubicBezTo>
                  <a:pt x="22" y="4"/>
                  <a:pt x="23" y="4"/>
                  <a:pt x="23" y="2"/>
                </a:cubicBezTo>
                <a:cubicBezTo>
                  <a:pt x="23" y="1"/>
                  <a:pt x="22" y="0"/>
                  <a:pt x="21" y="0"/>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21" name="Freeform 219"/>
          <p:cNvSpPr>
            <a:spLocks/>
          </p:cNvSpPr>
          <p:nvPr/>
        </p:nvSpPr>
        <p:spPr bwMode="auto">
          <a:xfrm>
            <a:off x="2061875" y="5789901"/>
            <a:ext cx="58738" cy="11113"/>
          </a:xfrm>
          <a:custGeom>
            <a:avLst/>
            <a:gdLst>
              <a:gd name="T0" fmla="*/ 21 w 23"/>
              <a:gd name="T1" fmla="*/ 0 h 4"/>
              <a:gd name="T2" fmla="*/ 2 w 23"/>
              <a:gd name="T3" fmla="*/ 0 h 4"/>
              <a:gd name="T4" fmla="*/ 0 w 23"/>
              <a:gd name="T5" fmla="*/ 2 h 4"/>
              <a:gd name="T6" fmla="*/ 2 w 23"/>
              <a:gd name="T7" fmla="*/ 4 h 4"/>
              <a:gd name="T8" fmla="*/ 21 w 23"/>
              <a:gd name="T9" fmla="*/ 4 h 4"/>
              <a:gd name="T10" fmla="*/ 23 w 23"/>
              <a:gd name="T11" fmla="*/ 2 h 4"/>
              <a:gd name="T12" fmla="*/ 21 w 23"/>
              <a:gd name="T13" fmla="*/ 0 h 4"/>
              <a:gd name="T14" fmla="*/ 21 w 23"/>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4">
                <a:moveTo>
                  <a:pt x="21" y="0"/>
                </a:moveTo>
                <a:cubicBezTo>
                  <a:pt x="2" y="0"/>
                  <a:pt x="2" y="0"/>
                  <a:pt x="2" y="0"/>
                </a:cubicBezTo>
                <a:cubicBezTo>
                  <a:pt x="1" y="0"/>
                  <a:pt x="0" y="1"/>
                  <a:pt x="0" y="2"/>
                </a:cubicBezTo>
                <a:cubicBezTo>
                  <a:pt x="0" y="3"/>
                  <a:pt x="1" y="4"/>
                  <a:pt x="2" y="4"/>
                </a:cubicBezTo>
                <a:cubicBezTo>
                  <a:pt x="21" y="4"/>
                  <a:pt x="21" y="4"/>
                  <a:pt x="21" y="4"/>
                </a:cubicBezTo>
                <a:cubicBezTo>
                  <a:pt x="23" y="4"/>
                  <a:pt x="23" y="3"/>
                  <a:pt x="23" y="2"/>
                </a:cubicBezTo>
                <a:cubicBezTo>
                  <a:pt x="23" y="1"/>
                  <a:pt x="23" y="0"/>
                  <a:pt x="21" y="0"/>
                </a:cubicBezTo>
                <a:cubicBezTo>
                  <a:pt x="21" y="0"/>
                  <a:pt x="21" y="0"/>
                  <a:pt x="21" y="0"/>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22" name="Freeform 195"/>
          <p:cNvSpPr>
            <a:spLocks/>
          </p:cNvSpPr>
          <p:nvPr/>
        </p:nvSpPr>
        <p:spPr bwMode="auto">
          <a:xfrm>
            <a:off x="2542887" y="5545426"/>
            <a:ext cx="60325" cy="9525"/>
          </a:xfrm>
          <a:custGeom>
            <a:avLst/>
            <a:gdLst>
              <a:gd name="T0" fmla="*/ 22 w 24"/>
              <a:gd name="T1" fmla="*/ 0 h 4"/>
              <a:gd name="T2" fmla="*/ 2 w 24"/>
              <a:gd name="T3" fmla="*/ 0 h 4"/>
              <a:gd name="T4" fmla="*/ 0 w 24"/>
              <a:gd name="T5" fmla="*/ 2 h 4"/>
              <a:gd name="T6" fmla="*/ 2 w 24"/>
              <a:gd name="T7" fmla="*/ 4 h 4"/>
              <a:gd name="T8" fmla="*/ 22 w 24"/>
              <a:gd name="T9" fmla="*/ 4 h 4"/>
              <a:gd name="T10" fmla="*/ 24 w 24"/>
              <a:gd name="T11" fmla="*/ 2 h 4"/>
              <a:gd name="T12" fmla="*/ 22 w 24"/>
              <a:gd name="T13" fmla="*/ 0 h 4"/>
              <a:gd name="T14" fmla="*/ 22 w 24"/>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4">
                <a:moveTo>
                  <a:pt x="22" y="0"/>
                </a:moveTo>
                <a:cubicBezTo>
                  <a:pt x="2" y="0"/>
                  <a:pt x="2" y="0"/>
                  <a:pt x="2" y="0"/>
                </a:cubicBezTo>
                <a:cubicBezTo>
                  <a:pt x="1" y="0"/>
                  <a:pt x="0" y="1"/>
                  <a:pt x="0" y="2"/>
                </a:cubicBezTo>
                <a:cubicBezTo>
                  <a:pt x="0" y="3"/>
                  <a:pt x="1" y="4"/>
                  <a:pt x="2" y="4"/>
                </a:cubicBezTo>
                <a:cubicBezTo>
                  <a:pt x="22" y="4"/>
                  <a:pt x="22" y="4"/>
                  <a:pt x="22" y="4"/>
                </a:cubicBezTo>
                <a:cubicBezTo>
                  <a:pt x="23" y="4"/>
                  <a:pt x="24" y="3"/>
                  <a:pt x="24" y="2"/>
                </a:cubicBezTo>
                <a:cubicBezTo>
                  <a:pt x="24" y="1"/>
                  <a:pt x="23" y="0"/>
                  <a:pt x="22" y="0"/>
                </a:cubicBezTo>
                <a:cubicBezTo>
                  <a:pt x="22" y="0"/>
                  <a:pt x="22" y="0"/>
                  <a:pt x="22" y="0"/>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23" name="Freeform 197"/>
          <p:cNvSpPr>
            <a:spLocks/>
          </p:cNvSpPr>
          <p:nvPr/>
        </p:nvSpPr>
        <p:spPr bwMode="auto">
          <a:xfrm>
            <a:off x="2463512" y="5586701"/>
            <a:ext cx="58738" cy="9525"/>
          </a:xfrm>
          <a:custGeom>
            <a:avLst/>
            <a:gdLst>
              <a:gd name="T0" fmla="*/ 21 w 23"/>
              <a:gd name="T1" fmla="*/ 0 h 4"/>
              <a:gd name="T2" fmla="*/ 2 w 23"/>
              <a:gd name="T3" fmla="*/ 0 h 4"/>
              <a:gd name="T4" fmla="*/ 0 w 23"/>
              <a:gd name="T5" fmla="*/ 2 h 4"/>
              <a:gd name="T6" fmla="*/ 2 w 23"/>
              <a:gd name="T7" fmla="*/ 4 h 4"/>
              <a:gd name="T8" fmla="*/ 21 w 23"/>
              <a:gd name="T9" fmla="*/ 4 h 4"/>
              <a:gd name="T10" fmla="*/ 23 w 23"/>
              <a:gd name="T11" fmla="*/ 2 h 4"/>
              <a:gd name="T12" fmla="*/ 21 w 23"/>
              <a:gd name="T13" fmla="*/ 0 h 4"/>
              <a:gd name="T14" fmla="*/ 21 w 23"/>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4">
                <a:moveTo>
                  <a:pt x="21" y="0"/>
                </a:moveTo>
                <a:cubicBezTo>
                  <a:pt x="2" y="0"/>
                  <a:pt x="2" y="0"/>
                  <a:pt x="2" y="0"/>
                </a:cubicBezTo>
                <a:cubicBezTo>
                  <a:pt x="1" y="0"/>
                  <a:pt x="0" y="1"/>
                  <a:pt x="0" y="2"/>
                </a:cubicBezTo>
                <a:cubicBezTo>
                  <a:pt x="0" y="3"/>
                  <a:pt x="1" y="4"/>
                  <a:pt x="2" y="4"/>
                </a:cubicBezTo>
                <a:cubicBezTo>
                  <a:pt x="21" y="4"/>
                  <a:pt x="21" y="4"/>
                  <a:pt x="21" y="4"/>
                </a:cubicBezTo>
                <a:cubicBezTo>
                  <a:pt x="22" y="4"/>
                  <a:pt x="23" y="3"/>
                  <a:pt x="23" y="2"/>
                </a:cubicBezTo>
                <a:cubicBezTo>
                  <a:pt x="23" y="1"/>
                  <a:pt x="22" y="0"/>
                  <a:pt x="21" y="0"/>
                </a:cubicBezTo>
                <a:cubicBezTo>
                  <a:pt x="21" y="0"/>
                  <a:pt x="21" y="0"/>
                  <a:pt x="21" y="0"/>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24" name="Freeform 199"/>
          <p:cNvSpPr>
            <a:spLocks/>
          </p:cNvSpPr>
          <p:nvPr/>
        </p:nvSpPr>
        <p:spPr bwMode="auto">
          <a:xfrm>
            <a:off x="2384137" y="5626389"/>
            <a:ext cx="58738" cy="11113"/>
          </a:xfrm>
          <a:custGeom>
            <a:avLst/>
            <a:gdLst>
              <a:gd name="T0" fmla="*/ 21 w 23"/>
              <a:gd name="T1" fmla="*/ 0 h 4"/>
              <a:gd name="T2" fmla="*/ 2 w 23"/>
              <a:gd name="T3" fmla="*/ 0 h 4"/>
              <a:gd name="T4" fmla="*/ 0 w 23"/>
              <a:gd name="T5" fmla="*/ 2 h 4"/>
              <a:gd name="T6" fmla="*/ 2 w 23"/>
              <a:gd name="T7" fmla="*/ 4 h 4"/>
              <a:gd name="T8" fmla="*/ 21 w 23"/>
              <a:gd name="T9" fmla="*/ 4 h 4"/>
              <a:gd name="T10" fmla="*/ 23 w 23"/>
              <a:gd name="T11" fmla="*/ 2 h 4"/>
              <a:gd name="T12" fmla="*/ 21 w 23"/>
              <a:gd name="T13" fmla="*/ 0 h 4"/>
              <a:gd name="T14" fmla="*/ 21 w 23"/>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4">
                <a:moveTo>
                  <a:pt x="21" y="0"/>
                </a:moveTo>
                <a:cubicBezTo>
                  <a:pt x="2" y="0"/>
                  <a:pt x="2" y="0"/>
                  <a:pt x="2" y="0"/>
                </a:cubicBezTo>
                <a:cubicBezTo>
                  <a:pt x="1" y="0"/>
                  <a:pt x="0" y="1"/>
                  <a:pt x="0" y="2"/>
                </a:cubicBezTo>
                <a:cubicBezTo>
                  <a:pt x="0" y="3"/>
                  <a:pt x="1" y="4"/>
                  <a:pt x="2" y="4"/>
                </a:cubicBezTo>
                <a:cubicBezTo>
                  <a:pt x="21" y="4"/>
                  <a:pt x="21" y="4"/>
                  <a:pt x="21" y="4"/>
                </a:cubicBezTo>
                <a:cubicBezTo>
                  <a:pt x="22" y="4"/>
                  <a:pt x="23" y="3"/>
                  <a:pt x="23" y="2"/>
                </a:cubicBezTo>
                <a:cubicBezTo>
                  <a:pt x="23" y="1"/>
                  <a:pt x="22" y="0"/>
                  <a:pt x="21" y="0"/>
                </a:cubicBezTo>
                <a:cubicBezTo>
                  <a:pt x="21" y="0"/>
                  <a:pt x="21" y="0"/>
                  <a:pt x="21" y="0"/>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25" name="Freeform 209"/>
          <p:cNvSpPr>
            <a:spLocks/>
          </p:cNvSpPr>
          <p:nvPr/>
        </p:nvSpPr>
        <p:spPr bwMode="auto">
          <a:xfrm>
            <a:off x="2222212" y="5708939"/>
            <a:ext cx="58738" cy="9525"/>
          </a:xfrm>
          <a:custGeom>
            <a:avLst/>
            <a:gdLst>
              <a:gd name="T0" fmla="*/ 21 w 23"/>
              <a:gd name="T1" fmla="*/ 0 h 4"/>
              <a:gd name="T2" fmla="*/ 2 w 23"/>
              <a:gd name="T3" fmla="*/ 0 h 4"/>
              <a:gd name="T4" fmla="*/ 0 w 23"/>
              <a:gd name="T5" fmla="*/ 2 h 4"/>
              <a:gd name="T6" fmla="*/ 2 w 23"/>
              <a:gd name="T7" fmla="*/ 4 h 4"/>
              <a:gd name="T8" fmla="*/ 2 w 23"/>
              <a:gd name="T9" fmla="*/ 4 h 4"/>
              <a:gd name="T10" fmla="*/ 21 w 23"/>
              <a:gd name="T11" fmla="*/ 4 h 4"/>
              <a:gd name="T12" fmla="*/ 23 w 23"/>
              <a:gd name="T13" fmla="*/ 2 h 4"/>
              <a:gd name="T14" fmla="*/ 21 w 23"/>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4">
                <a:moveTo>
                  <a:pt x="21" y="0"/>
                </a:moveTo>
                <a:cubicBezTo>
                  <a:pt x="2" y="0"/>
                  <a:pt x="2" y="0"/>
                  <a:pt x="2" y="0"/>
                </a:cubicBezTo>
                <a:cubicBezTo>
                  <a:pt x="1" y="0"/>
                  <a:pt x="0" y="1"/>
                  <a:pt x="0" y="2"/>
                </a:cubicBezTo>
                <a:cubicBezTo>
                  <a:pt x="0" y="3"/>
                  <a:pt x="1" y="4"/>
                  <a:pt x="2" y="4"/>
                </a:cubicBezTo>
                <a:cubicBezTo>
                  <a:pt x="2" y="4"/>
                  <a:pt x="2" y="4"/>
                  <a:pt x="2" y="4"/>
                </a:cubicBezTo>
                <a:cubicBezTo>
                  <a:pt x="21" y="4"/>
                  <a:pt x="21" y="4"/>
                  <a:pt x="21" y="4"/>
                </a:cubicBezTo>
                <a:cubicBezTo>
                  <a:pt x="22" y="4"/>
                  <a:pt x="23" y="3"/>
                  <a:pt x="23" y="2"/>
                </a:cubicBezTo>
                <a:cubicBezTo>
                  <a:pt x="23" y="1"/>
                  <a:pt x="22" y="0"/>
                  <a:pt x="21" y="0"/>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26" name="Freeform 193"/>
          <p:cNvSpPr>
            <a:spLocks/>
          </p:cNvSpPr>
          <p:nvPr/>
        </p:nvSpPr>
        <p:spPr bwMode="auto">
          <a:xfrm>
            <a:off x="2609562" y="5494626"/>
            <a:ext cx="255588" cy="30163"/>
          </a:xfrm>
          <a:custGeom>
            <a:avLst/>
            <a:gdLst>
              <a:gd name="T0" fmla="*/ 94 w 100"/>
              <a:gd name="T1" fmla="*/ 0 h 12"/>
              <a:gd name="T2" fmla="*/ 6 w 100"/>
              <a:gd name="T3" fmla="*/ 0 h 12"/>
              <a:gd name="T4" fmla="*/ 0 w 100"/>
              <a:gd name="T5" fmla="*/ 6 h 12"/>
              <a:gd name="T6" fmla="*/ 6 w 100"/>
              <a:gd name="T7" fmla="*/ 12 h 12"/>
              <a:gd name="T8" fmla="*/ 94 w 100"/>
              <a:gd name="T9" fmla="*/ 12 h 12"/>
              <a:gd name="T10" fmla="*/ 100 w 100"/>
              <a:gd name="T11" fmla="*/ 6 h 12"/>
              <a:gd name="T12" fmla="*/ 94 w 100"/>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100" h="12">
                <a:moveTo>
                  <a:pt x="94" y="0"/>
                </a:moveTo>
                <a:cubicBezTo>
                  <a:pt x="6" y="0"/>
                  <a:pt x="6" y="0"/>
                  <a:pt x="6" y="0"/>
                </a:cubicBezTo>
                <a:cubicBezTo>
                  <a:pt x="3" y="0"/>
                  <a:pt x="0" y="3"/>
                  <a:pt x="0" y="6"/>
                </a:cubicBezTo>
                <a:cubicBezTo>
                  <a:pt x="0" y="10"/>
                  <a:pt x="3" y="12"/>
                  <a:pt x="6" y="12"/>
                </a:cubicBezTo>
                <a:cubicBezTo>
                  <a:pt x="94" y="12"/>
                  <a:pt x="94" y="12"/>
                  <a:pt x="94" y="12"/>
                </a:cubicBezTo>
                <a:cubicBezTo>
                  <a:pt x="97" y="12"/>
                  <a:pt x="100" y="10"/>
                  <a:pt x="100" y="6"/>
                </a:cubicBezTo>
                <a:cubicBezTo>
                  <a:pt x="100" y="3"/>
                  <a:pt x="97" y="0"/>
                  <a:pt x="94"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27" name="Freeform 221"/>
          <p:cNvSpPr>
            <a:spLocks/>
          </p:cNvSpPr>
          <p:nvPr/>
        </p:nvSpPr>
        <p:spPr bwMode="auto">
          <a:xfrm>
            <a:off x="1912430" y="5869277"/>
            <a:ext cx="58738" cy="11113"/>
          </a:xfrm>
          <a:custGeom>
            <a:avLst/>
            <a:gdLst>
              <a:gd name="T0" fmla="*/ 21 w 23"/>
              <a:gd name="T1" fmla="*/ 0 h 4"/>
              <a:gd name="T2" fmla="*/ 2 w 23"/>
              <a:gd name="T3" fmla="*/ 0 h 4"/>
              <a:gd name="T4" fmla="*/ 0 w 23"/>
              <a:gd name="T5" fmla="*/ 2 h 4"/>
              <a:gd name="T6" fmla="*/ 2 w 23"/>
              <a:gd name="T7" fmla="*/ 4 h 4"/>
              <a:gd name="T8" fmla="*/ 21 w 23"/>
              <a:gd name="T9" fmla="*/ 4 h 4"/>
              <a:gd name="T10" fmla="*/ 23 w 23"/>
              <a:gd name="T11" fmla="*/ 2 h 4"/>
              <a:gd name="T12" fmla="*/ 21 w 23"/>
              <a:gd name="T13" fmla="*/ 0 h 4"/>
              <a:gd name="T14" fmla="*/ 21 w 23"/>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4">
                <a:moveTo>
                  <a:pt x="21" y="0"/>
                </a:moveTo>
                <a:cubicBezTo>
                  <a:pt x="2" y="0"/>
                  <a:pt x="2" y="0"/>
                  <a:pt x="2" y="0"/>
                </a:cubicBezTo>
                <a:cubicBezTo>
                  <a:pt x="1" y="0"/>
                  <a:pt x="0" y="1"/>
                  <a:pt x="0" y="2"/>
                </a:cubicBezTo>
                <a:cubicBezTo>
                  <a:pt x="0" y="3"/>
                  <a:pt x="1" y="4"/>
                  <a:pt x="2" y="4"/>
                </a:cubicBezTo>
                <a:cubicBezTo>
                  <a:pt x="21" y="4"/>
                  <a:pt x="21" y="4"/>
                  <a:pt x="21" y="4"/>
                </a:cubicBezTo>
                <a:cubicBezTo>
                  <a:pt x="22" y="4"/>
                  <a:pt x="23" y="3"/>
                  <a:pt x="23" y="2"/>
                </a:cubicBezTo>
                <a:cubicBezTo>
                  <a:pt x="23" y="1"/>
                  <a:pt x="22" y="0"/>
                  <a:pt x="21" y="0"/>
                </a:cubicBezTo>
                <a:cubicBezTo>
                  <a:pt x="21" y="0"/>
                  <a:pt x="21" y="0"/>
                  <a:pt x="21" y="0"/>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28" name="Freeform 209"/>
          <p:cNvSpPr>
            <a:spLocks/>
          </p:cNvSpPr>
          <p:nvPr/>
        </p:nvSpPr>
        <p:spPr bwMode="auto">
          <a:xfrm>
            <a:off x="2311687" y="5670838"/>
            <a:ext cx="58738" cy="9525"/>
          </a:xfrm>
          <a:custGeom>
            <a:avLst/>
            <a:gdLst>
              <a:gd name="T0" fmla="*/ 21 w 23"/>
              <a:gd name="T1" fmla="*/ 0 h 4"/>
              <a:gd name="T2" fmla="*/ 2 w 23"/>
              <a:gd name="T3" fmla="*/ 0 h 4"/>
              <a:gd name="T4" fmla="*/ 0 w 23"/>
              <a:gd name="T5" fmla="*/ 2 h 4"/>
              <a:gd name="T6" fmla="*/ 2 w 23"/>
              <a:gd name="T7" fmla="*/ 4 h 4"/>
              <a:gd name="T8" fmla="*/ 2 w 23"/>
              <a:gd name="T9" fmla="*/ 4 h 4"/>
              <a:gd name="T10" fmla="*/ 21 w 23"/>
              <a:gd name="T11" fmla="*/ 4 h 4"/>
              <a:gd name="T12" fmla="*/ 23 w 23"/>
              <a:gd name="T13" fmla="*/ 2 h 4"/>
              <a:gd name="T14" fmla="*/ 21 w 23"/>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4">
                <a:moveTo>
                  <a:pt x="21" y="0"/>
                </a:moveTo>
                <a:cubicBezTo>
                  <a:pt x="2" y="0"/>
                  <a:pt x="2" y="0"/>
                  <a:pt x="2" y="0"/>
                </a:cubicBezTo>
                <a:cubicBezTo>
                  <a:pt x="1" y="0"/>
                  <a:pt x="0" y="1"/>
                  <a:pt x="0" y="2"/>
                </a:cubicBezTo>
                <a:cubicBezTo>
                  <a:pt x="0" y="3"/>
                  <a:pt x="1" y="4"/>
                  <a:pt x="2" y="4"/>
                </a:cubicBezTo>
                <a:cubicBezTo>
                  <a:pt x="2" y="4"/>
                  <a:pt x="2" y="4"/>
                  <a:pt x="2" y="4"/>
                </a:cubicBezTo>
                <a:cubicBezTo>
                  <a:pt x="21" y="4"/>
                  <a:pt x="21" y="4"/>
                  <a:pt x="21" y="4"/>
                </a:cubicBezTo>
                <a:cubicBezTo>
                  <a:pt x="22" y="4"/>
                  <a:pt x="23" y="3"/>
                  <a:pt x="23" y="2"/>
                </a:cubicBezTo>
                <a:cubicBezTo>
                  <a:pt x="23" y="1"/>
                  <a:pt x="22" y="0"/>
                  <a:pt x="21" y="0"/>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29" name="Freeform 193"/>
          <p:cNvSpPr>
            <a:spLocks/>
          </p:cNvSpPr>
          <p:nvPr/>
        </p:nvSpPr>
        <p:spPr bwMode="auto">
          <a:xfrm>
            <a:off x="2160765" y="5746245"/>
            <a:ext cx="255588" cy="30163"/>
          </a:xfrm>
          <a:custGeom>
            <a:avLst/>
            <a:gdLst>
              <a:gd name="T0" fmla="*/ 94 w 100"/>
              <a:gd name="T1" fmla="*/ 0 h 12"/>
              <a:gd name="T2" fmla="*/ 6 w 100"/>
              <a:gd name="T3" fmla="*/ 0 h 12"/>
              <a:gd name="T4" fmla="*/ 0 w 100"/>
              <a:gd name="T5" fmla="*/ 6 h 12"/>
              <a:gd name="T6" fmla="*/ 6 w 100"/>
              <a:gd name="T7" fmla="*/ 12 h 12"/>
              <a:gd name="T8" fmla="*/ 94 w 100"/>
              <a:gd name="T9" fmla="*/ 12 h 12"/>
              <a:gd name="T10" fmla="*/ 100 w 100"/>
              <a:gd name="T11" fmla="*/ 6 h 12"/>
              <a:gd name="T12" fmla="*/ 94 w 100"/>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100" h="12">
                <a:moveTo>
                  <a:pt x="94" y="0"/>
                </a:moveTo>
                <a:cubicBezTo>
                  <a:pt x="6" y="0"/>
                  <a:pt x="6" y="0"/>
                  <a:pt x="6" y="0"/>
                </a:cubicBezTo>
                <a:cubicBezTo>
                  <a:pt x="3" y="0"/>
                  <a:pt x="0" y="3"/>
                  <a:pt x="0" y="6"/>
                </a:cubicBezTo>
                <a:cubicBezTo>
                  <a:pt x="0" y="10"/>
                  <a:pt x="3" y="12"/>
                  <a:pt x="6" y="12"/>
                </a:cubicBezTo>
                <a:cubicBezTo>
                  <a:pt x="94" y="12"/>
                  <a:pt x="94" y="12"/>
                  <a:pt x="94" y="12"/>
                </a:cubicBezTo>
                <a:cubicBezTo>
                  <a:pt x="97" y="12"/>
                  <a:pt x="100" y="10"/>
                  <a:pt x="100" y="6"/>
                </a:cubicBezTo>
                <a:cubicBezTo>
                  <a:pt x="100" y="3"/>
                  <a:pt x="97" y="0"/>
                  <a:pt x="94"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30" name="Freeform 191"/>
          <p:cNvSpPr>
            <a:spLocks/>
          </p:cNvSpPr>
          <p:nvPr/>
        </p:nvSpPr>
        <p:spPr bwMode="auto">
          <a:xfrm>
            <a:off x="2693700" y="5458114"/>
            <a:ext cx="71438" cy="20638"/>
          </a:xfrm>
          <a:custGeom>
            <a:avLst/>
            <a:gdLst>
              <a:gd name="T0" fmla="*/ 4 w 28"/>
              <a:gd name="T1" fmla="*/ 8 h 8"/>
              <a:gd name="T2" fmla="*/ 24 w 28"/>
              <a:gd name="T3" fmla="*/ 8 h 8"/>
              <a:gd name="T4" fmla="*/ 28 w 28"/>
              <a:gd name="T5" fmla="*/ 4 h 8"/>
              <a:gd name="T6" fmla="*/ 24 w 28"/>
              <a:gd name="T7" fmla="*/ 0 h 8"/>
              <a:gd name="T8" fmla="*/ 4 w 28"/>
              <a:gd name="T9" fmla="*/ 0 h 8"/>
              <a:gd name="T10" fmla="*/ 0 w 28"/>
              <a:gd name="T11" fmla="*/ 4 h 8"/>
              <a:gd name="T12" fmla="*/ 4 w 28"/>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28" h="8">
                <a:moveTo>
                  <a:pt x="4" y="8"/>
                </a:moveTo>
                <a:cubicBezTo>
                  <a:pt x="24" y="8"/>
                  <a:pt x="24" y="8"/>
                  <a:pt x="24" y="8"/>
                </a:cubicBezTo>
                <a:cubicBezTo>
                  <a:pt x="26" y="8"/>
                  <a:pt x="28" y="7"/>
                  <a:pt x="28" y="4"/>
                </a:cubicBezTo>
                <a:cubicBezTo>
                  <a:pt x="28" y="2"/>
                  <a:pt x="26" y="0"/>
                  <a:pt x="24" y="0"/>
                </a:cubicBezTo>
                <a:cubicBezTo>
                  <a:pt x="4" y="0"/>
                  <a:pt x="4" y="0"/>
                  <a:pt x="4" y="0"/>
                </a:cubicBezTo>
                <a:cubicBezTo>
                  <a:pt x="2" y="0"/>
                  <a:pt x="0" y="2"/>
                  <a:pt x="0" y="4"/>
                </a:cubicBezTo>
                <a:cubicBezTo>
                  <a:pt x="0" y="7"/>
                  <a:pt x="2" y="8"/>
                  <a:pt x="4" y="8"/>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331" name="组合 16"/>
          <p:cNvGrpSpPr/>
          <p:nvPr/>
        </p:nvGrpSpPr>
        <p:grpSpPr>
          <a:xfrm>
            <a:off x="2441287" y="5889914"/>
            <a:ext cx="109538" cy="173037"/>
            <a:chOff x="2652425" y="5750214"/>
            <a:chExt cx="109538" cy="173037"/>
          </a:xfrm>
        </p:grpSpPr>
        <p:sp>
          <p:nvSpPr>
            <p:cNvPr id="332" name="Freeform 245"/>
            <p:cNvSpPr>
              <a:spLocks/>
            </p:cNvSpPr>
            <p:nvPr/>
          </p:nvSpPr>
          <p:spPr bwMode="auto">
            <a:xfrm>
              <a:off x="2652425" y="5808951"/>
              <a:ext cx="109538" cy="114300"/>
            </a:xfrm>
            <a:custGeom>
              <a:avLst/>
              <a:gdLst>
                <a:gd name="T0" fmla="*/ 0 w 69"/>
                <a:gd name="T1" fmla="*/ 72 h 72"/>
                <a:gd name="T2" fmla="*/ 69 w 69"/>
                <a:gd name="T3" fmla="*/ 17 h 72"/>
                <a:gd name="T4" fmla="*/ 47 w 69"/>
                <a:gd name="T5" fmla="*/ 0 h 72"/>
                <a:gd name="T6" fmla="*/ 0 w 69"/>
                <a:gd name="T7" fmla="*/ 37 h 72"/>
                <a:gd name="T8" fmla="*/ 0 w 69"/>
                <a:gd name="T9" fmla="*/ 72 h 72"/>
              </a:gdLst>
              <a:ahLst/>
              <a:cxnLst>
                <a:cxn ang="0">
                  <a:pos x="T0" y="T1"/>
                </a:cxn>
                <a:cxn ang="0">
                  <a:pos x="T2" y="T3"/>
                </a:cxn>
                <a:cxn ang="0">
                  <a:pos x="T4" y="T5"/>
                </a:cxn>
                <a:cxn ang="0">
                  <a:pos x="T6" y="T7"/>
                </a:cxn>
                <a:cxn ang="0">
                  <a:pos x="T8" y="T9"/>
                </a:cxn>
              </a:cxnLst>
              <a:rect l="0" t="0" r="r" b="b"/>
              <a:pathLst>
                <a:path w="69" h="72">
                  <a:moveTo>
                    <a:pt x="0" y="72"/>
                  </a:moveTo>
                  <a:lnTo>
                    <a:pt x="69" y="17"/>
                  </a:lnTo>
                  <a:lnTo>
                    <a:pt x="47" y="0"/>
                  </a:lnTo>
                  <a:lnTo>
                    <a:pt x="0" y="37"/>
                  </a:lnTo>
                  <a:lnTo>
                    <a:pt x="0" y="72"/>
                  </a:lnTo>
                  <a:close/>
                </a:path>
              </a:pathLst>
            </a:custGeom>
            <a:solidFill>
              <a:srgbClr val="007BC6"/>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33" name="Freeform 247"/>
            <p:cNvSpPr>
              <a:spLocks/>
            </p:cNvSpPr>
            <p:nvPr/>
          </p:nvSpPr>
          <p:spPr bwMode="auto">
            <a:xfrm>
              <a:off x="2652425" y="5750214"/>
              <a:ext cx="109538" cy="112713"/>
            </a:xfrm>
            <a:custGeom>
              <a:avLst/>
              <a:gdLst>
                <a:gd name="T0" fmla="*/ 0 w 69"/>
                <a:gd name="T1" fmla="*/ 33 h 71"/>
                <a:gd name="T2" fmla="*/ 47 w 69"/>
                <a:gd name="T3" fmla="*/ 71 h 71"/>
                <a:gd name="T4" fmla="*/ 69 w 69"/>
                <a:gd name="T5" fmla="*/ 54 h 71"/>
                <a:gd name="T6" fmla="*/ 0 w 69"/>
                <a:gd name="T7" fmla="*/ 0 h 71"/>
                <a:gd name="T8" fmla="*/ 0 w 69"/>
                <a:gd name="T9" fmla="*/ 33 h 71"/>
              </a:gdLst>
              <a:ahLst/>
              <a:cxnLst>
                <a:cxn ang="0">
                  <a:pos x="T0" y="T1"/>
                </a:cxn>
                <a:cxn ang="0">
                  <a:pos x="T2" y="T3"/>
                </a:cxn>
                <a:cxn ang="0">
                  <a:pos x="T4" y="T5"/>
                </a:cxn>
                <a:cxn ang="0">
                  <a:pos x="T6" y="T7"/>
                </a:cxn>
                <a:cxn ang="0">
                  <a:pos x="T8" y="T9"/>
                </a:cxn>
              </a:cxnLst>
              <a:rect l="0" t="0" r="r" b="b"/>
              <a:pathLst>
                <a:path w="69" h="71">
                  <a:moveTo>
                    <a:pt x="0" y="33"/>
                  </a:moveTo>
                  <a:lnTo>
                    <a:pt x="47" y="71"/>
                  </a:lnTo>
                  <a:lnTo>
                    <a:pt x="69" y="54"/>
                  </a:lnTo>
                  <a:lnTo>
                    <a:pt x="0" y="0"/>
                  </a:lnTo>
                  <a:lnTo>
                    <a:pt x="0" y="33"/>
                  </a:lnTo>
                  <a:close/>
                </a:path>
              </a:pathLst>
            </a:custGeom>
            <a:solidFill>
              <a:srgbClr val="007BC6"/>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334" name="组合 283"/>
          <p:cNvGrpSpPr/>
          <p:nvPr/>
        </p:nvGrpSpPr>
        <p:grpSpPr>
          <a:xfrm>
            <a:off x="4892388" y="4540251"/>
            <a:ext cx="109538" cy="173037"/>
            <a:chOff x="4682837" y="4623089"/>
            <a:chExt cx="109538" cy="173037"/>
          </a:xfrm>
        </p:grpSpPr>
        <p:sp>
          <p:nvSpPr>
            <p:cNvPr id="335" name="Freeform 75"/>
            <p:cNvSpPr>
              <a:spLocks/>
            </p:cNvSpPr>
            <p:nvPr/>
          </p:nvSpPr>
          <p:spPr bwMode="auto">
            <a:xfrm>
              <a:off x="4682837" y="4681826"/>
              <a:ext cx="109538" cy="114300"/>
            </a:xfrm>
            <a:custGeom>
              <a:avLst/>
              <a:gdLst>
                <a:gd name="T0" fmla="*/ 0 w 69"/>
                <a:gd name="T1" fmla="*/ 72 h 72"/>
                <a:gd name="T2" fmla="*/ 69 w 69"/>
                <a:gd name="T3" fmla="*/ 17 h 72"/>
                <a:gd name="T4" fmla="*/ 46 w 69"/>
                <a:gd name="T5" fmla="*/ 0 h 72"/>
                <a:gd name="T6" fmla="*/ 0 w 69"/>
                <a:gd name="T7" fmla="*/ 37 h 72"/>
                <a:gd name="T8" fmla="*/ 0 w 69"/>
                <a:gd name="T9" fmla="*/ 72 h 72"/>
              </a:gdLst>
              <a:ahLst/>
              <a:cxnLst>
                <a:cxn ang="0">
                  <a:pos x="T0" y="T1"/>
                </a:cxn>
                <a:cxn ang="0">
                  <a:pos x="T2" y="T3"/>
                </a:cxn>
                <a:cxn ang="0">
                  <a:pos x="T4" y="T5"/>
                </a:cxn>
                <a:cxn ang="0">
                  <a:pos x="T6" y="T7"/>
                </a:cxn>
                <a:cxn ang="0">
                  <a:pos x="T8" y="T9"/>
                </a:cxn>
              </a:cxnLst>
              <a:rect l="0" t="0" r="r" b="b"/>
              <a:pathLst>
                <a:path w="69" h="72">
                  <a:moveTo>
                    <a:pt x="0" y="72"/>
                  </a:moveTo>
                  <a:lnTo>
                    <a:pt x="69" y="17"/>
                  </a:lnTo>
                  <a:lnTo>
                    <a:pt x="46" y="0"/>
                  </a:lnTo>
                  <a:lnTo>
                    <a:pt x="0" y="37"/>
                  </a:lnTo>
                  <a:lnTo>
                    <a:pt x="0" y="72"/>
                  </a:lnTo>
                  <a:close/>
                </a:path>
              </a:pathLst>
            </a:custGeom>
            <a:solidFill>
              <a:srgbClr val="E8E10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36" name="Freeform 77"/>
            <p:cNvSpPr>
              <a:spLocks/>
            </p:cNvSpPr>
            <p:nvPr/>
          </p:nvSpPr>
          <p:spPr bwMode="auto">
            <a:xfrm>
              <a:off x="4682837" y="4623089"/>
              <a:ext cx="109538" cy="114300"/>
            </a:xfrm>
            <a:custGeom>
              <a:avLst/>
              <a:gdLst>
                <a:gd name="T0" fmla="*/ 0 w 69"/>
                <a:gd name="T1" fmla="*/ 33 h 72"/>
                <a:gd name="T2" fmla="*/ 46 w 69"/>
                <a:gd name="T3" fmla="*/ 72 h 72"/>
                <a:gd name="T4" fmla="*/ 69 w 69"/>
                <a:gd name="T5" fmla="*/ 54 h 72"/>
                <a:gd name="T6" fmla="*/ 0 w 69"/>
                <a:gd name="T7" fmla="*/ 0 h 72"/>
                <a:gd name="T8" fmla="*/ 0 w 69"/>
                <a:gd name="T9" fmla="*/ 33 h 72"/>
              </a:gdLst>
              <a:ahLst/>
              <a:cxnLst>
                <a:cxn ang="0">
                  <a:pos x="T0" y="T1"/>
                </a:cxn>
                <a:cxn ang="0">
                  <a:pos x="T2" y="T3"/>
                </a:cxn>
                <a:cxn ang="0">
                  <a:pos x="T4" y="T5"/>
                </a:cxn>
                <a:cxn ang="0">
                  <a:pos x="T6" y="T7"/>
                </a:cxn>
                <a:cxn ang="0">
                  <a:pos x="T8" y="T9"/>
                </a:cxn>
              </a:cxnLst>
              <a:rect l="0" t="0" r="r" b="b"/>
              <a:pathLst>
                <a:path w="69" h="72">
                  <a:moveTo>
                    <a:pt x="0" y="33"/>
                  </a:moveTo>
                  <a:lnTo>
                    <a:pt x="46" y="72"/>
                  </a:lnTo>
                  <a:lnTo>
                    <a:pt x="69" y="54"/>
                  </a:lnTo>
                  <a:lnTo>
                    <a:pt x="0" y="0"/>
                  </a:lnTo>
                  <a:lnTo>
                    <a:pt x="0" y="33"/>
                  </a:lnTo>
                  <a:close/>
                </a:path>
              </a:pathLst>
            </a:custGeom>
            <a:solidFill>
              <a:srgbClr val="E8E104"/>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337" name="组合 278"/>
          <p:cNvGrpSpPr/>
          <p:nvPr/>
        </p:nvGrpSpPr>
        <p:grpSpPr>
          <a:xfrm>
            <a:off x="3716050" y="5215226"/>
            <a:ext cx="109538" cy="174626"/>
            <a:chOff x="3716050" y="5215226"/>
            <a:chExt cx="109538" cy="174626"/>
          </a:xfrm>
        </p:grpSpPr>
        <p:sp>
          <p:nvSpPr>
            <p:cNvPr id="338" name="Freeform 61"/>
            <p:cNvSpPr>
              <a:spLocks/>
            </p:cNvSpPr>
            <p:nvPr/>
          </p:nvSpPr>
          <p:spPr bwMode="auto">
            <a:xfrm>
              <a:off x="3716050" y="5215226"/>
              <a:ext cx="109538" cy="115888"/>
            </a:xfrm>
            <a:custGeom>
              <a:avLst/>
              <a:gdLst>
                <a:gd name="T0" fmla="*/ 0 w 69"/>
                <a:gd name="T1" fmla="*/ 36 h 73"/>
                <a:gd name="T2" fmla="*/ 48 w 69"/>
                <a:gd name="T3" fmla="*/ 73 h 73"/>
                <a:gd name="T4" fmla="*/ 69 w 69"/>
                <a:gd name="T5" fmla="*/ 55 h 73"/>
                <a:gd name="T6" fmla="*/ 0 w 69"/>
                <a:gd name="T7" fmla="*/ 0 h 73"/>
                <a:gd name="T8" fmla="*/ 0 w 69"/>
                <a:gd name="T9" fmla="*/ 36 h 73"/>
              </a:gdLst>
              <a:ahLst/>
              <a:cxnLst>
                <a:cxn ang="0">
                  <a:pos x="T0" y="T1"/>
                </a:cxn>
                <a:cxn ang="0">
                  <a:pos x="T2" y="T3"/>
                </a:cxn>
                <a:cxn ang="0">
                  <a:pos x="T4" y="T5"/>
                </a:cxn>
                <a:cxn ang="0">
                  <a:pos x="T6" y="T7"/>
                </a:cxn>
                <a:cxn ang="0">
                  <a:pos x="T8" y="T9"/>
                </a:cxn>
              </a:cxnLst>
              <a:rect l="0" t="0" r="r" b="b"/>
              <a:pathLst>
                <a:path w="69" h="73">
                  <a:moveTo>
                    <a:pt x="0" y="36"/>
                  </a:moveTo>
                  <a:lnTo>
                    <a:pt x="48" y="73"/>
                  </a:lnTo>
                  <a:lnTo>
                    <a:pt x="69" y="55"/>
                  </a:lnTo>
                  <a:lnTo>
                    <a:pt x="0" y="0"/>
                  </a:lnTo>
                  <a:lnTo>
                    <a:pt x="0" y="36"/>
                  </a:lnTo>
                  <a:close/>
                </a:path>
              </a:pathLst>
            </a:custGeom>
            <a:solidFill>
              <a:srgbClr val="9084BA"/>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39" name="Freeform 59"/>
            <p:cNvSpPr>
              <a:spLocks/>
            </p:cNvSpPr>
            <p:nvPr/>
          </p:nvSpPr>
          <p:spPr bwMode="auto">
            <a:xfrm>
              <a:off x="3716050" y="5277139"/>
              <a:ext cx="109538" cy="112713"/>
            </a:xfrm>
            <a:custGeom>
              <a:avLst/>
              <a:gdLst>
                <a:gd name="T0" fmla="*/ 0 w 69"/>
                <a:gd name="T1" fmla="*/ 71 h 71"/>
                <a:gd name="T2" fmla="*/ 69 w 69"/>
                <a:gd name="T3" fmla="*/ 16 h 71"/>
                <a:gd name="T4" fmla="*/ 48 w 69"/>
                <a:gd name="T5" fmla="*/ 0 h 71"/>
                <a:gd name="T6" fmla="*/ 0 w 69"/>
                <a:gd name="T7" fmla="*/ 37 h 71"/>
                <a:gd name="T8" fmla="*/ 0 w 69"/>
                <a:gd name="T9" fmla="*/ 71 h 71"/>
              </a:gdLst>
              <a:ahLst/>
              <a:cxnLst>
                <a:cxn ang="0">
                  <a:pos x="T0" y="T1"/>
                </a:cxn>
                <a:cxn ang="0">
                  <a:pos x="T2" y="T3"/>
                </a:cxn>
                <a:cxn ang="0">
                  <a:pos x="T4" y="T5"/>
                </a:cxn>
                <a:cxn ang="0">
                  <a:pos x="T6" y="T7"/>
                </a:cxn>
                <a:cxn ang="0">
                  <a:pos x="T8" y="T9"/>
                </a:cxn>
              </a:cxnLst>
              <a:rect l="0" t="0" r="r" b="b"/>
              <a:pathLst>
                <a:path w="69" h="71">
                  <a:moveTo>
                    <a:pt x="0" y="71"/>
                  </a:moveTo>
                  <a:lnTo>
                    <a:pt x="69" y="16"/>
                  </a:lnTo>
                  <a:lnTo>
                    <a:pt x="48" y="0"/>
                  </a:lnTo>
                  <a:lnTo>
                    <a:pt x="0" y="37"/>
                  </a:lnTo>
                  <a:lnTo>
                    <a:pt x="0" y="71"/>
                  </a:lnTo>
                  <a:close/>
                </a:path>
              </a:pathLst>
            </a:custGeom>
            <a:solidFill>
              <a:srgbClr val="9084BA"/>
            </a:solidFill>
            <a:ln>
              <a:noFill/>
            </a:ln>
          </p:spPr>
          <p:txBody>
            <a:bodyPr vert="horz" wrap="square" lIns="91440" tIns="45720" rIns="91440" bIns="45720" numCol="1" anchor="t" anchorCtr="0" compatLnSpc="1">
              <a:prstTxWarp prst="textNoShape">
                <a:avLst/>
              </a:prstTxWarp>
            </a:bodyPr>
            <a:lstStyle/>
            <a:p>
              <a:endParaRPr lang="zh-CN" altLang="en-US"/>
            </a:p>
          </p:txBody>
        </p:sp>
      </p:grpSp>
      <p:sp>
        <p:nvSpPr>
          <p:cNvPr id="340" name="文本框 339"/>
          <p:cNvSpPr txBox="1"/>
          <p:nvPr/>
        </p:nvSpPr>
        <p:spPr>
          <a:xfrm>
            <a:off x="7626553" y="3624526"/>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341" name="文本框 340"/>
          <p:cNvSpPr txBox="1"/>
          <p:nvPr/>
        </p:nvSpPr>
        <p:spPr>
          <a:xfrm>
            <a:off x="6239872" y="4333430"/>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342" name="文本框 341"/>
          <p:cNvSpPr txBox="1"/>
          <p:nvPr/>
        </p:nvSpPr>
        <p:spPr>
          <a:xfrm>
            <a:off x="4982572" y="5028755"/>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343" name="文本框 342"/>
          <p:cNvSpPr txBox="1"/>
          <p:nvPr/>
        </p:nvSpPr>
        <p:spPr>
          <a:xfrm>
            <a:off x="3662075" y="5693064"/>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344" name="矩形 343"/>
          <p:cNvSpPr/>
          <p:nvPr/>
        </p:nvSpPr>
        <p:spPr>
          <a:xfrm>
            <a:off x="7040842" y="1611818"/>
            <a:ext cx="3650999" cy="732508"/>
          </a:xfrm>
          <a:prstGeom prst="rect">
            <a:avLst/>
          </a:prstGeom>
          <a:noFill/>
        </p:spPr>
        <p:txBody>
          <a:bodyPr wrap="square">
            <a:spAutoFit/>
          </a:bodyPr>
          <a:lstStyle/>
          <a:p>
            <a:pPr>
              <a:lnSpc>
                <a:spcPct val="130000"/>
              </a:lnSpc>
            </a:pPr>
            <a:r>
              <a:rPr lang="zh-CN" altLang="en-US" sz="1600" dirty="0">
                <a:solidFill>
                  <a:schemeClr val="tx1">
                    <a:lumMod val="65000"/>
                    <a:lumOff val="35000"/>
                  </a:schemeClr>
                </a:solidFill>
              </a:rPr>
              <a:t>添加内容添加内容添加内容添加内容添加内容添加内容添加内容</a:t>
            </a:r>
          </a:p>
        </p:txBody>
      </p:sp>
      <p:sp>
        <p:nvSpPr>
          <p:cNvPr id="345" name="文本框 344"/>
          <p:cNvSpPr txBox="1"/>
          <p:nvPr/>
        </p:nvSpPr>
        <p:spPr>
          <a:xfrm>
            <a:off x="7040842" y="656305"/>
            <a:ext cx="3913366" cy="535531"/>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346" name="Rectangle 58"/>
          <p:cNvSpPr/>
          <p:nvPr/>
        </p:nvSpPr>
        <p:spPr>
          <a:xfrm>
            <a:off x="7040842" y="1076573"/>
            <a:ext cx="4963915" cy="368371"/>
          </a:xfrm>
          <a:prstGeom prst="rect">
            <a:avLst/>
          </a:prstGeom>
        </p:spPr>
        <p:txBody>
          <a:bodyPr wrap="square">
            <a:spAutoFit/>
          </a:bodyPr>
          <a:lstStyle/>
          <a:p>
            <a:pPr>
              <a:lnSpc>
                <a:spcPct val="123000"/>
              </a:lnSpc>
              <a:spcBef>
                <a:spcPts val="600"/>
              </a:spcBef>
            </a:pPr>
            <a:r>
              <a:rPr lang="zh-CN" altLang="en-US" sz="1600" dirty="0">
                <a:solidFill>
                  <a:schemeClr val="tx1">
                    <a:lumMod val="65000"/>
                    <a:lumOff val="35000"/>
                  </a:schemeClr>
                </a:solidFill>
                <a:latin typeface="+mn-ea"/>
              </a:rPr>
              <a:t>单击此处添加副标题</a:t>
            </a:r>
          </a:p>
        </p:txBody>
      </p:sp>
      <p:pic>
        <p:nvPicPr>
          <p:cNvPr id="347" name="图片 346"/>
          <p:cNvPicPr>
            <a:picLocks noChangeAspect="1"/>
          </p:cNvPicPr>
          <p:nvPr/>
        </p:nvPicPr>
        <p:blipFill rotWithShape="1">
          <a:blip r:embed="rId2"/>
          <a:srcRect l="971" t="9608" r="58068" b="11113"/>
          <a:stretch/>
        </p:blipFill>
        <p:spPr>
          <a:xfrm rot="10800000" flipV="1">
            <a:off x="3312877" y="5639806"/>
            <a:ext cx="48584" cy="684000"/>
          </a:xfrm>
          <a:prstGeom prst="rect">
            <a:avLst/>
          </a:prstGeom>
        </p:spPr>
      </p:pic>
      <p:pic>
        <p:nvPicPr>
          <p:cNvPr id="348" name="图片 347"/>
          <p:cNvPicPr>
            <a:picLocks noChangeAspect="1"/>
          </p:cNvPicPr>
          <p:nvPr/>
        </p:nvPicPr>
        <p:blipFill rotWithShape="1">
          <a:blip r:embed="rId2"/>
          <a:srcRect l="971" t="9608" r="58068" b="11113"/>
          <a:stretch/>
        </p:blipFill>
        <p:spPr>
          <a:xfrm rot="10800000" flipV="1">
            <a:off x="4587587" y="4988211"/>
            <a:ext cx="48584" cy="684000"/>
          </a:xfrm>
          <a:prstGeom prst="rect">
            <a:avLst/>
          </a:prstGeom>
        </p:spPr>
      </p:pic>
      <p:pic>
        <p:nvPicPr>
          <p:cNvPr id="349" name="图片 348"/>
          <p:cNvPicPr>
            <a:picLocks noChangeAspect="1"/>
          </p:cNvPicPr>
          <p:nvPr/>
        </p:nvPicPr>
        <p:blipFill rotWithShape="1">
          <a:blip r:embed="rId2"/>
          <a:srcRect l="971" t="9608" r="58068" b="11113"/>
          <a:stretch/>
        </p:blipFill>
        <p:spPr>
          <a:xfrm rot="10800000" flipV="1">
            <a:off x="5824252" y="4294643"/>
            <a:ext cx="48584" cy="684000"/>
          </a:xfrm>
          <a:prstGeom prst="rect">
            <a:avLst/>
          </a:prstGeom>
        </p:spPr>
      </p:pic>
      <p:pic>
        <p:nvPicPr>
          <p:cNvPr id="350" name="图片 349"/>
          <p:cNvPicPr>
            <a:picLocks noChangeAspect="1"/>
          </p:cNvPicPr>
          <p:nvPr/>
        </p:nvPicPr>
        <p:blipFill rotWithShape="1">
          <a:blip r:embed="rId2"/>
          <a:srcRect l="971" t="9608" r="58068" b="11113"/>
          <a:stretch/>
        </p:blipFill>
        <p:spPr>
          <a:xfrm rot="10800000" flipV="1">
            <a:off x="7190294" y="3623818"/>
            <a:ext cx="48584" cy="684000"/>
          </a:xfrm>
          <a:prstGeom prst="rect">
            <a:avLst/>
          </a:prstGeom>
        </p:spPr>
      </p:pic>
      <p:sp>
        <p:nvSpPr>
          <p:cNvPr id="351" name="Freeform 39"/>
          <p:cNvSpPr>
            <a:spLocks/>
          </p:cNvSpPr>
          <p:nvPr/>
        </p:nvSpPr>
        <p:spPr bwMode="auto">
          <a:xfrm>
            <a:off x="3168362" y="3129251"/>
            <a:ext cx="744538" cy="1776413"/>
          </a:xfrm>
          <a:custGeom>
            <a:avLst/>
            <a:gdLst>
              <a:gd name="T0" fmla="*/ 469 w 469"/>
              <a:gd name="T1" fmla="*/ 0 h 1119"/>
              <a:gd name="T2" fmla="*/ 234 w 469"/>
              <a:gd name="T3" fmla="*/ 0 h 1119"/>
              <a:gd name="T4" fmla="*/ 0 w 469"/>
              <a:gd name="T5" fmla="*/ 1119 h 1119"/>
              <a:gd name="T6" fmla="*/ 235 w 469"/>
              <a:gd name="T7" fmla="*/ 1119 h 1119"/>
              <a:gd name="T8" fmla="*/ 469 w 469"/>
              <a:gd name="T9" fmla="*/ 0 h 1119"/>
            </a:gdLst>
            <a:ahLst/>
            <a:cxnLst>
              <a:cxn ang="0">
                <a:pos x="T0" y="T1"/>
              </a:cxn>
              <a:cxn ang="0">
                <a:pos x="T2" y="T3"/>
              </a:cxn>
              <a:cxn ang="0">
                <a:pos x="T4" y="T5"/>
              </a:cxn>
              <a:cxn ang="0">
                <a:pos x="T6" y="T7"/>
              </a:cxn>
              <a:cxn ang="0">
                <a:pos x="T8" y="T9"/>
              </a:cxn>
            </a:cxnLst>
            <a:rect l="0" t="0" r="r" b="b"/>
            <a:pathLst>
              <a:path w="469" h="1119">
                <a:moveTo>
                  <a:pt x="469" y="0"/>
                </a:moveTo>
                <a:lnTo>
                  <a:pt x="234" y="0"/>
                </a:lnTo>
                <a:lnTo>
                  <a:pt x="0" y="1119"/>
                </a:lnTo>
                <a:lnTo>
                  <a:pt x="235" y="1119"/>
                </a:lnTo>
                <a:lnTo>
                  <a:pt x="469" y="0"/>
                </a:lnTo>
                <a:close/>
              </a:path>
            </a:pathLst>
          </a:custGeom>
          <a:solidFill>
            <a:srgbClr val="9084BA"/>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52" name="Freeform 95"/>
          <p:cNvSpPr>
            <a:spLocks/>
          </p:cNvSpPr>
          <p:nvPr/>
        </p:nvSpPr>
        <p:spPr bwMode="auto">
          <a:xfrm>
            <a:off x="2871500" y="4905664"/>
            <a:ext cx="669925" cy="157163"/>
          </a:xfrm>
          <a:custGeom>
            <a:avLst/>
            <a:gdLst>
              <a:gd name="T0" fmla="*/ 236 w 422"/>
              <a:gd name="T1" fmla="*/ 99 h 99"/>
              <a:gd name="T2" fmla="*/ 0 w 422"/>
              <a:gd name="T3" fmla="*/ 99 h 99"/>
              <a:gd name="T4" fmla="*/ 187 w 422"/>
              <a:gd name="T5" fmla="*/ 0 h 99"/>
              <a:gd name="T6" fmla="*/ 422 w 422"/>
              <a:gd name="T7" fmla="*/ 0 h 99"/>
              <a:gd name="T8" fmla="*/ 236 w 422"/>
              <a:gd name="T9" fmla="*/ 99 h 99"/>
            </a:gdLst>
            <a:ahLst/>
            <a:cxnLst>
              <a:cxn ang="0">
                <a:pos x="T0" y="T1"/>
              </a:cxn>
              <a:cxn ang="0">
                <a:pos x="T2" y="T3"/>
              </a:cxn>
              <a:cxn ang="0">
                <a:pos x="T4" y="T5"/>
              </a:cxn>
              <a:cxn ang="0">
                <a:pos x="T6" y="T7"/>
              </a:cxn>
              <a:cxn ang="0">
                <a:pos x="T8" y="T9"/>
              </a:cxn>
            </a:cxnLst>
            <a:rect l="0" t="0" r="r" b="b"/>
            <a:pathLst>
              <a:path w="422" h="99">
                <a:moveTo>
                  <a:pt x="236" y="99"/>
                </a:moveTo>
                <a:lnTo>
                  <a:pt x="0" y="99"/>
                </a:lnTo>
                <a:lnTo>
                  <a:pt x="187" y="0"/>
                </a:lnTo>
                <a:lnTo>
                  <a:pt x="422" y="0"/>
                </a:lnTo>
                <a:lnTo>
                  <a:pt x="236" y="99"/>
                </a:lnTo>
                <a:close/>
              </a:path>
            </a:pathLst>
          </a:custGeom>
          <a:solidFill>
            <a:srgbClr val="5B4E8C"/>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53" name="Freeform 97"/>
          <p:cNvSpPr>
            <a:spLocks/>
          </p:cNvSpPr>
          <p:nvPr/>
        </p:nvSpPr>
        <p:spPr bwMode="auto">
          <a:xfrm>
            <a:off x="2681000" y="3584864"/>
            <a:ext cx="565150" cy="1477963"/>
          </a:xfrm>
          <a:custGeom>
            <a:avLst/>
            <a:gdLst>
              <a:gd name="T0" fmla="*/ 0 w 356"/>
              <a:gd name="T1" fmla="*/ 0 h 931"/>
              <a:gd name="T2" fmla="*/ 236 w 356"/>
              <a:gd name="T3" fmla="*/ 0 h 931"/>
              <a:gd name="T4" fmla="*/ 356 w 356"/>
              <a:gd name="T5" fmla="*/ 931 h 931"/>
              <a:gd name="T6" fmla="*/ 119 w 356"/>
              <a:gd name="T7" fmla="*/ 931 h 931"/>
              <a:gd name="T8" fmla="*/ 0 w 356"/>
              <a:gd name="T9" fmla="*/ 0 h 931"/>
            </a:gdLst>
            <a:ahLst/>
            <a:cxnLst>
              <a:cxn ang="0">
                <a:pos x="T0" y="T1"/>
              </a:cxn>
              <a:cxn ang="0">
                <a:pos x="T2" y="T3"/>
              </a:cxn>
              <a:cxn ang="0">
                <a:pos x="T4" y="T5"/>
              </a:cxn>
              <a:cxn ang="0">
                <a:pos x="T6" y="T7"/>
              </a:cxn>
              <a:cxn ang="0">
                <a:pos x="T8" y="T9"/>
              </a:cxn>
            </a:cxnLst>
            <a:rect l="0" t="0" r="r" b="b"/>
            <a:pathLst>
              <a:path w="356" h="931">
                <a:moveTo>
                  <a:pt x="0" y="0"/>
                </a:moveTo>
                <a:lnTo>
                  <a:pt x="236" y="0"/>
                </a:lnTo>
                <a:lnTo>
                  <a:pt x="356" y="931"/>
                </a:lnTo>
                <a:lnTo>
                  <a:pt x="119" y="931"/>
                </a:lnTo>
                <a:lnTo>
                  <a:pt x="0" y="0"/>
                </a:lnTo>
                <a:close/>
              </a:path>
            </a:pathLst>
          </a:custGeom>
          <a:solidFill>
            <a:srgbClr val="947F7C"/>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54" name="Freeform 111"/>
          <p:cNvSpPr>
            <a:spLocks/>
          </p:cNvSpPr>
          <p:nvPr/>
        </p:nvSpPr>
        <p:spPr bwMode="auto">
          <a:xfrm>
            <a:off x="2384137" y="3584864"/>
            <a:ext cx="671513" cy="146050"/>
          </a:xfrm>
          <a:custGeom>
            <a:avLst/>
            <a:gdLst>
              <a:gd name="T0" fmla="*/ 235 w 423"/>
              <a:gd name="T1" fmla="*/ 92 h 92"/>
              <a:gd name="T2" fmla="*/ 0 w 423"/>
              <a:gd name="T3" fmla="*/ 92 h 92"/>
              <a:gd name="T4" fmla="*/ 188 w 423"/>
              <a:gd name="T5" fmla="*/ 0 h 92"/>
              <a:gd name="T6" fmla="*/ 423 w 423"/>
              <a:gd name="T7" fmla="*/ 0 h 92"/>
              <a:gd name="T8" fmla="*/ 235 w 423"/>
              <a:gd name="T9" fmla="*/ 92 h 92"/>
            </a:gdLst>
            <a:ahLst/>
            <a:cxnLst>
              <a:cxn ang="0">
                <a:pos x="T0" y="T1"/>
              </a:cxn>
              <a:cxn ang="0">
                <a:pos x="T2" y="T3"/>
              </a:cxn>
              <a:cxn ang="0">
                <a:pos x="T4" y="T5"/>
              </a:cxn>
              <a:cxn ang="0">
                <a:pos x="T6" y="T7"/>
              </a:cxn>
              <a:cxn ang="0">
                <a:pos x="T8" y="T9"/>
              </a:cxn>
            </a:cxnLst>
            <a:rect l="0" t="0" r="r" b="b"/>
            <a:pathLst>
              <a:path w="423" h="92">
                <a:moveTo>
                  <a:pt x="235" y="92"/>
                </a:moveTo>
                <a:lnTo>
                  <a:pt x="0" y="92"/>
                </a:lnTo>
                <a:lnTo>
                  <a:pt x="188" y="0"/>
                </a:lnTo>
                <a:lnTo>
                  <a:pt x="423" y="0"/>
                </a:lnTo>
                <a:lnTo>
                  <a:pt x="235" y="92"/>
                </a:lnTo>
                <a:close/>
              </a:path>
            </a:pathLst>
          </a:custGeom>
          <a:solidFill>
            <a:srgbClr val="007BC6"/>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55" name="Freeform 99"/>
          <p:cNvSpPr>
            <a:spLocks/>
          </p:cNvSpPr>
          <p:nvPr/>
        </p:nvSpPr>
        <p:spPr bwMode="auto">
          <a:xfrm>
            <a:off x="2012662" y="3730914"/>
            <a:ext cx="744538" cy="1776413"/>
          </a:xfrm>
          <a:custGeom>
            <a:avLst/>
            <a:gdLst>
              <a:gd name="T0" fmla="*/ 469 w 469"/>
              <a:gd name="T1" fmla="*/ 0 h 1119"/>
              <a:gd name="T2" fmla="*/ 234 w 469"/>
              <a:gd name="T3" fmla="*/ 0 h 1119"/>
              <a:gd name="T4" fmla="*/ 0 w 469"/>
              <a:gd name="T5" fmla="*/ 1119 h 1119"/>
              <a:gd name="T6" fmla="*/ 235 w 469"/>
              <a:gd name="T7" fmla="*/ 1119 h 1119"/>
              <a:gd name="T8" fmla="*/ 469 w 469"/>
              <a:gd name="T9" fmla="*/ 0 h 1119"/>
            </a:gdLst>
            <a:ahLst/>
            <a:cxnLst>
              <a:cxn ang="0">
                <a:pos x="T0" y="T1"/>
              </a:cxn>
              <a:cxn ang="0">
                <a:pos x="T2" y="T3"/>
              </a:cxn>
              <a:cxn ang="0">
                <a:pos x="T4" y="T5"/>
              </a:cxn>
              <a:cxn ang="0">
                <a:pos x="T6" y="T7"/>
              </a:cxn>
              <a:cxn ang="0">
                <a:pos x="T8" y="T9"/>
              </a:cxn>
            </a:cxnLst>
            <a:rect l="0" t="0" r="r" b="b"/>
            <a:pathLst>
              <a:path w="469" h="1119">
                <a:moveTo>
                  <a:pt x="469" y="0"/>
                </a:moveTo>
                <a:lnTo>
                  <a:pt x="234" y="0"/>
                </a:lnTo>
                <a:lnTo>
                  <a:pt x="0" y="1119"/>
                </a:lnTo>
                <a:lnTo>
                  <a:pt x="235" y="1119"/>
                </a:lnTo>
                <a:lnTo>
                  <a:pt x="469" y="0"/>
                </a:lnTo>
                <a:close/>
              </a:path>
            </a:pathLst>
          </a:custGeom>
          <a:solidFill>
            <a:srgbClr val="008EE6"/>
          </a:solidFill>
          <a:ln>
            <a:noFill/>
          </a:ln>
        </p:spPr>
        <p:txBody>
          <a:bodyPr vert="horz" wrap="square" lIns="91440" tIns="45720" rIns="91440" bIns="45720" numCol="1" anchor="t" anchorCtr="0" compatLnSpc="1">
            <a:prstTxWarp prst="textNoShape">
              <a:avLst/>
            </a:prstTxWarp>
          </a:bodyPr>
          <a:lstStyle/>
          <a:p>
            <a:endParaRPr lang="zh-CN" altLang="en-US"/>
          </a:p>
        </p:txBody>
      </p:sp>
    </p:spTree>
    <p:extLst>
      <p:ext uri="{BB962C8B-B14F-4D97-AF65-F5344CB8AC3E}">
        <p14:creationId xmlns:p14="http://schemas.microsoft.com/office/powerpoint/2010/main" val="591913531"/>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四项递进</a:t>
            </a:r>
            <a:endParaRPr lang="zh-CN" altLang="zh-CN" sz="2800" b="1" dirty="0">
              <a:solidFill>
                <a:schemeClr val="tx1">
                  <a:lumMod val="65000"/>
                  <a:lumOff val="35000"/>
                </a:schemeClr>
              </a:solidFill>
            </a:endParaRPr>
          </a:p>
        </p:txBody>
      </p:sp>
      <p:sp>
        <p:nvSpPr>
          <p:cNvPr id="24" name="Freeform 7"/>
          <p:cNvSpPr>
            <a:spLocks/>
          </p:cNvSpPr>
          <p:nvPr/>
        </p:nvSpPr>
        <p:spPr bwMode="auto">
          <a:xfrm>
            <a:off x="5030702" y="4584700"/>
            <a:ext cx="2133600" cy="2074863"/>
          </a:xfrm>
          <a:custGeom>
            <a:avLst/>
            <a:gdLst>
              <a:gd name="T0" fmla="*/ 192 w 1344"/>
              <a:gd name="T1" fmla="*/ 0 h 1307"/>
              <a:gd name="T2" fmla="*/ 1153 w 1344"/>
              <a:gd name="T3" fmla="*/ 0 h 1307"/>
              <a:gd name="T4" fmla="*/ 1153 w 1344"/>
              <a:gd name="T5" fmla="*/ 779 h 1307"/>
              <a:gd name="T6" fmla="*/ 1344 w 1344"/>
              <a:gd name="T7" fmla="*/ 779 h 1307"/>
              <a:gd name="T8" fmla="*/ 672 w 1344"/>
              <a:gd name="T9" fmla="*/ 1307 h 1307"/>
              <a:gd name="T10" fmla="*/ 0 w 1344"/>
              <a:gd name="T11" fmla="*/ 779 h 1307"/>
              <a:gd name="T12" fmla="*/ 192 w 1344"/>
              <a:gd name="T13" fmla="*/ 779 h 1307"/>
              <a:gd name="T14" fmla="*/ 192 w 1344"/>
              <a:gd name="T15" fmla="*/ 0 h 1307"/>
              <a:gd name="T16" fmla="*/ 192 w 1344"/>
              <a:gd name="T17" fmla="*/ 0 h 1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4" h="1307">
                <a:moveTo>
                  <a:pt x="192" y="0"/>
                </a:moveTo>
                <a:lnTo>
                  <a:pt x="1153" y="0"/>
                </a:lnTo>
                <a:lnTo>
                  <a:pt x="1153" y="779"/>
                </a:lnTo>
                <a:lnTo>
                  <a:pt x="1344" y="779"/>
                </a:lnTo>
                <a:lnTo>
                  <a:pt x="672" y="1307"/>
                </a:lnTo>
                <a:lnTo>
                  <a:pt x="0" y="779"/>
                </a:lnTo>
                <a:lnTo>
                  <a:pt x="192" y="779"/>
                </a:lnTo>
                <a:lnTo>
                  <a:pt x="192" y="0"/>
                </a:lnTo>
                <a:lnTo>
                  <a:pt x="192" y="0"/>
                </a:lnTo>
                <a:close/>
              </a:path>
            </a:pathLst>
          </a:custGeom>
          <a:gradFill>
            <a:gsLst>
              <a:gs pos="100000">
                <a:srgbClr val="E7E507"/>
              </a:gs>
              <a:gs pos="13000">
                <a:srgbClr val="A6C43C"/>
              </a:gs>
            </a:gsLst>
            <a:lin ang="18900000" scaled="0"/>
          </a:gradFill>
          <a:ln w="14288" cap="flat">
            <a:noFill/>
            <a:prstDash val="solid"/>
            <a:miter lim="800000"/>
            <a:headEnd/>
            <a:tailEnd/>
          </a:ln>
          <a:effectLst>
            <a:outerShdw blurRad="50800" dist="127000" dir="5400000" algn="t" rotWithShape="0">
              <a:prstClr val="black">
                <a:alpha val="22000"/>
              </a:prstClr>
            </a:outerShdw>
          </a:effec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9"/>
          <p:cNvSpPr>
            <a:spLocks/>
          </p:cNvSpPr>
          <p:nvPr/>
        </p:nvSpPr>
        <p:spPr bwMode="auto">
          <a:xfrm>
            <a:off x="5030702" y="3344863"/>
            <a:ext cx="2133600" cy="2078038"/>
          </a:xfrm>
          <a:custGeom>
            <a:avLst/>
            <a:gdLst>
              <a:gd name="T0" fmla="*/ 192 w 1344"/>
              <a:gd name="T1" fmla="*/ 0 h 1309"/>
              <a:gd name="T2" fmla="*/ 1153 w 1344"/>
              <a:gd name="T3" fmla="*/ 0 h 1309"/>
              <a:gd name="T4" fmla="*/ 1153 w 1344"/>
              <a:gd name="T5" fmla="*/ 781 h 1309"/>
              <a:gd name="T6" fmla="*/ 1344 w 1344"/>
              <a:gd name="T7" fmla="*/ 781 h 1309"/>
              <a:gd name="T8" fmla="*/ 672 w 1344"/>
              <a:gd name="T9" fmla="*/ 1309 h 1309"/>
              <a:gd name="T10" fmla="*/ 0 w 1344"/>
              <a:gd name="T11" fmla="*/ 781 h 1309"/>
              <a:gd name="T12" fmla="*/ 192 w 1344"/>
              <a:gd name="T13" fmla="*/ 781 h 1309"/>
              <a:gd name="T14" fmla="*/ 192 w 1344"/>
              <a:gd name="T15" fmla="*/ 0 h 1309"/>
              <a:gd name="T16" fmla="*/ 192 w 1344"/>
              <a:gd name="T17" fmla="*/ 0 h 1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4" h="1309">
                <a:moveTo>
                  <a:pt x="192" y="0"/>
                </a:moveTo>
                <a:lnTo>
                  <a:pt x="1153" y="0"/>
                </a:lnTo>
                <a:lnTo>
                  <a:pt x="1153" y="781"/>
                </a:lnTo>
                <a:lnTo>
                  <a:pt x="1344" y="781"/>
                </a:lnTo>
                <a:lnTo>
                  <a:pt x="672" y="1309"/>
                </a:lnTo>
                <a:lnTo>
                  <a:pt x="0" y="781"/>
                </a:lnTo>
                <a:lnTo>
                  <a:pt x="192" y="781"/>
                </a:lnTo>
                <a:lnTo>
                  <a:pt x="192" y="0"/>
                </a:lnTo>
                <a:lnTo>
                  <a:pt x="192" y="0"/>
                </a:lnTo>
                <a:close/>
              </a:path>
            </a:pathLst>
          </a:custGeom>
          <a:gradFill>
            <a:gsLst>
              <a:gs pos="100000">
                <a:srgbClr val="89C3A6"/>
              </a:gs>
              <a:gs pos="13000">
                <a:srgbClr val="007BBC"/>
              </a:gs>
            </a:gsLst>
            <a:lin ang="18900000" scaled="0"/>
          </a:gradFill>
          <a:ln w="14288" cap="flat">
            <a:noFill/>
            <a:prstDash val="solid"/>
            <a:miter lim="800000"/>
            <a:headEnd/>
            <a:tailEnd/>
          </a:ln>
          <a:effectLst>
            <a:outerShdw blurRad="50800" dist="127000" dir="5400000" algn="t" rotWithShape="0">
              <a:prstClr val="black">
                <a:alpha val="22000"/>
              </a:prstClr>
            </a:outerShdw>
          </a:effec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11"/>
          <p:cNvSpPr>
            <a:spLocks/>
          </p:cNvSpPr>
          <p:nvPr/>
        </p:nvSpPr>
        <p:spPr bwMode="auto">
          <a:xfrm>
            <a:off x="5030702" y="2108200"/>
            <a:ext cx="2133600" cy="2074863"/>
          </a:xfrm>
          <a:custGeom>
            <a:avLst/>
            <a:gdLst>
              <a:gd name="T0" fmla="*/ 192 w 1344"/>
              <a:gd name="T1" fmla="*/ 0 h 1307"/>
              <a:gd name="T2" fmla="*/ 1153 w 1344"/>
              <a:gd name="T3" fmla="*/ 0 h 1307"/>
              <a:gd name="T4" fmla="*/ 1153 w 1344"/>
              <a:gd name="T5" fmla="*/ 779 h 1307"/>
              <a:gd name="T6" fmla="*/ 1344 w 1344"/>
              <a:gd name="T7" fmla="*/ 779 h 1307"/>
              <a:gd name="T8" fmla="*/ 672 w 1344"/>
              <a:gd name="T9" fmla="*/ 1307 h 1307"/>
              <a:gd name="T10" fmla="*/ 0 w 1344"/>
              <a:gd name="T11" fmla="*/ 779 h 1307"/>
              <a:gd name="T12" fmla="*/ 192 w 1344"/>
              <a:gd name="T13" fmla="*/ 779 h 1307"/>
              <a:gd name="T14" fmla="*/ 192 w 1344"/>
              <a:gd name="T15" fmla="*/ 0 h 1307"/>
              <a:gd name="T16" fmla="*/ 192 w 1344"/>
              <a:gd name="T17" fmla="*/ 0 h 1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4" h="1307">
                <a:moveTo>
                  <a:pt x="192" y="0"/>
                </a:moveTo>
                <a:lnTo>
                  <a:pt x="1153" y="0"/>
                </a:lnTo>
                <a:lnTo>
                  <a:pt x="1153" y="779"/>
                </a:lnTo>
                <a:lnTo>
                  <a:pt x="1344" y="779"/>
                </a:lnTo>
                <a:lnTo>
                  <a:pt x="672" y="1307"/>
                </a:lnTo>
                <a:lnTo>
                  <a:pt x="0" y="779"/>
                </a:lnTo>
                <a:lnTo>
                  <a:pt x="192" y="779"/>
                </a:lnTo>
                <a:lnTo>
                  <a:pt x="192" y="0"/>
                </a:lnTo>
                <a:lnTo>
                  <a:pt x="192" y="0"/>
                </a:lnTo>
                <a:close/>
              </a:path>
            </a:pathLst>
          </a:custGeom>
          <a:gradFill>
            <a:gsLst>
              <a:gs pos="100000">
                <a:srgbClr val="E1579B"/>
              </a:gs>
              <a:gs pos="13000">
                <a:srgbClr val="9E007A"/>
              </a:gs>
            </a:gsLst>
            <a:lin ang="18900000" scaled="0"/>
          </a:gradFill>
          <a:ln w="14288" cap="flat">
            <a:noFill/>
            <a:prstDash val="solid"/>
            <a:miter lim="800000"/>
            <a:headEnd/>
            <a:tailEnd/>
          </a:ln>
          <a:effectLst>
            <a:outerShdw blurRad="50800" dist="127000" dir="5400000" algn="t" rotWithShape="0">
              <a:prstClr val="black">
                <a:alpha val="22000"/>
              </a:prstClr>
            </a:outerShdw>
          </a:effec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13"/>
          <p:cNvSpPr>
            <a:spLocks/>
          </p:cNvSpPr>
          <p:nvPr/>
        </p:nvSpPr>
        <p:spPr bwMode="auto">
          <a:xfrm>
            <a:off x="5030702" y="1146175"/>
            <a:ext cx="2133600" cy="1800225"/>
          </a:xfrm>
          <a:custGeom>
            <a:avLst/>
            <a:gdLst>
              <a:gd name="T0" fmla="*/ 192 w 1344"/>
              <a:gd name="T1" fmla="*/ 0 h 1134"/>
              <a:gd name="T2" fmla="*/ 1153 w 1344"/>
              <a:gd name="T3" fmla="*/ 0 h 1134"/>
              <a:gd name="T4" fmla="*/ 1153 w 1344"/>
              <a:gd name="T5" fmla="*/ 606 h 1134"/>
              <a:gd name="T6" fmla="*/ 1344 w 1344"/>
              <a:gd name="T7" fmla="*/ 606 h 1134"/>
              <a:gd name="T8" fmla="*/ 672 w 1344"/>
              <a:gd name="T9" fmla="*/ 1134 h 1134"/>
              <a:gd name="T10" fmla="*/ 0 w 1344"/>
              <a:gd name="T11" fmla="*/ 606 h 1134"/>
              <a:gd name="T12" fmla="*/ 192 w 1344"/>
              <a:gd name="T13" fmla="*/ 606 h 1134"/>
              <a:gd name="T14" fmla="*/ 192 w 1344"/>
              <a:gd name="T15" fmla="*/ 0 h 1134"/>
              <a:gd name="T16" fmla="*/ 192 w 1344"/>
              <a:gd name="T17" fmla="*/ 0 h 1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4" h="1134">
                <a:moveTo>
                  <a:pt x="192" y="0"/>
                </a:moveTo>
                <a:lnTo>
                  <a:pt x="1153" y="0"/>
                </a:lnTo>
                <a:lnTo>
                  <a:pt x="1153" y="606"/>
                </a:lnTo>
                <a:lnTo>
                  <a:pt x="1344" y="606"/>
                </a:lnTo>
                <a:lnTo>
                  <a:pt x="672" y="1134"/>
                </a:lnTo>
                <a:lnTo>
                  <a:pt x="0" y="606"/>
                </a:lnTo>
                <a:lnTo>
                  <a:pt x="192" y="606"/>
                </a:lnTo>
                <a:lnTo>
                  <a:pt x="192" y="0"/>
                </a:lnTo>
                <a:lnTo>
                  <a:pt x="192" y="0"/>
                </a:lnTo>
                <a:close/>
              </a:path>
            </a:pathLst>
          </a:custGeom>
          <a:gradFill>
            <a:gsLst>
              <a:gs pos="100000">
                <a:srgbClr val="FED300"/>
              </a:gs>
              <a:gs pos="13000">
                <a:srgbClr val="DB4A04"/>
              </a:gs>
            </a:gsLst>
            <a:lin ang="18900000" scaled="0"/>
          </a:gradFill>
          <a:ln w="14288" cap="flat">
            <a:noFill/>
            <a:prstDash val="solid"/>
            <a:miter lim="800000"/>
            <a:headEnd/>
            <a:tailEnd/>
          </a:ln>
          <a:effectLst>
            <a:outerShdw blurRad="50800" dist="127000" dir="5400000" algn="t" rotWithShape="0">
              <a:prstClr val="black">
                <a:alpha val="22000"/>
              </a:prstClr>
            </a:outerShdw>
          </a:effec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15"/>
          <p:cNvSpPr>
            <a:spLocks noEditPoints="1"/>
          </p:cNvSpPr>
          <p:nvPr/>
        </p:nvSpPr>
        <p:spPr bwMode="auto">
          <a:xfrm>
            <a:off x="7758895" y="1429872"/>
            <a:ext cx="344481" cy="474418"/>
          </a:xfrm>
          <a:custGeom>
            <a:avLst/>
            <a:gdLst>
              <a:gd name="T0" fmla="*/ 24 w 48"/>
              <a:gd name="T1" fmla="*/ 0 h 66"/>
              <a:gd name="T2" fmla="*/ 48 w 48"/>
              <a:gd name="T3" fmla="*/ 24 h 66"/>
              <a:gd name="T4" fmla="*/ 24 w 48"/>
              <a:gd name="T5" fmla="*/ 66 h 66"/>
              <a:gd name="T6" fmla="*/ 0 w 48"/>
              <a:gd name="T7" fmla="*/ 24 h 66"/>
              <a:gd name="T8" fmla="*/ 24 w 48"/>
              <a:gd name="T9" fmla="*/ 0 h 66"/>
              <a:gd name="T10" fmla="*/ 24 w 48"/>
              <a:gd name="T11" fmla="*/ 12 h 66"/>
              <a:gd name="T12" fmla="*/ 36 w 48"/>
              <a:gd name="T13" fmla="*/ 23 h 66"/>
              <a:gd name="T14" fmla="*/ 24 w 48"/>
              <a:gd name="T15" fmla="*/ 35 h 66"/>
              <a:gd name="T16" fmla="*/ 13 w 48"/>
              <a:gd name="T17" fmla="*/ 23 h 66"/>
              <a:gd name="T18" fmla="*/ 24 w 48"/>
              <a:gd name="T19" fmla="*/ 1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66">
                <a:moveTo>
                  <a:pt x="24" y="0"/>
                </a:moveTo>
                <a:cubicBezTo>
                  <a:pt x="37" y="0"/>
                  <a:pt x="48" y="13"/>
                  <a:pt x="48" y="24"/>
                </a:cubicBezTo>
                <a:cubicBezTo>
                  <a:pt x="48" y="35"/>
                  <a:pt x="29" y="57"/>
                  <a:pt x="24" y="66"/>
                </a:cubicBezTo>
                <a:cubicBezTo>
                  <a:pt x="19" y="57"/>
                  <a:pt x="0" y="35"/>
                  <a:pt x="0" y="24"/>
                </a:cubicBezTo>
                <a:cubicBezTo>
                  <a:pt x="0" y="13"/>
                  <a:pt x="11" y="0"/>
                  <a:pt x="24" y="0"/>
                </a:cubicBezTo>
                <a:close/>
                <a:moveTo>
                  <a:pt x="24" y="12"/>
                </a:moveTo>
                <a:cubicBezTo>
                  <a:pt x="31" y="12"/>
                  <a:pt x="36" y="17"/>
                  <a:pt x="36" y="23"/>
                </a:cubicBezTo>
                <a:cubicBezTo>
                  <a:pt x="36" y="30"/>
                  <a:pt x="31" y="35"/>
                  <a:pt x="24" y="35"/>
                </a:cubicBezTo>
                <a:cubicBezTo>
                  <a:pt x="18" y="35"/>
                  <a:pt x="13" y="30"/>
                  <a:pt x="13" y="23"/>
                </a:cubicBezTo>
                <a:cubicBezTo>
                  <a:pt x="13" y="17"/>
                  <a:pt x="18" y="12"/>
                  <a:pt x="24" y="12"/>
                </a:cubicBezTo>
                <a:close/>
              </a:path>
            </a:pathLst>
          </a:custGeom>
          <a:gradFill>
            <a:gsLst>
              <a:gs pos="100000">
                <a:srgbClr val="FED300"/>
              </a:gs>
              <a:gs pos="13000">
                <a:srgbClr val="DB4A04"/>
              </a:gs>
            </a:gsLst>
            <a:lin ang="18900000" scaled="0"/>
          </a:gradFill>
          <a:ln w="14288" cap="flat">
            <a:no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18"/>
          <p:cNvSpPr>
            <a:spLocks noEditPoints="1"/>
          </p:cNvSpPr>
          <p:nvPr/>
        </p:nvSpPr>
        <p:spPr bwMode="auto">
          <a:xfrm>
            <a:off x="7761646" y="2746761"/>
            <a:ext cx="350524" cy="480460"/>
          </a:xfrm>
          <a:custGeom>
            <a:avLst/>
            <a:gdLst>
              <a:gd name="T0" fmla="*/ 25 w 49"/>
              <a:gd name="T1" fmla="*/ 0 h 67"/>
              <a:gd name="T2" fmla="*/ 49 w 49"/>
              <a:gd name="T3" fmla="*/ 24 h 67"/>
              <a:gd name="T4" fmla="*/ 25 w 49"/>
              <a:gd name="T5" fmla="*/ 67 h 67"/>
              <a:gd name="T6" fmla="*/ 0 w 49"/>
              <a:gd name="T7" fmla="*/ 24 h 67"/>
              <a:gd name="T8" fmla="*/ 25 w 49"/>
              <a:gd name="T9" fmla="*/ 0 h 67"/>
              <a:gd name="T10" fmla="*/ 25 w 49"/>
              <a:gd name="T11" fmla="*/ 13 h 67"/>
              <a:gd name="T12" fmla="*/ 36 w 49"/>
              <a:gd name="T13" fmla="*/ 24 h 67"/>
              <a:gd name="T14" fmla="*/ 25 w 49"/>
              <a:gd name="T15" fmla="*/ 35 h 67"/>
              <a:gd name="T16" fmla="*/ 13 w 49"/>
              <a:gd name="T17" fmla="*/ 24 h 67"/>
              <a:gd name="T18" fmla="*/ 25 w 49"/>
              <a:gd name="T19" fmla="*/ 13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67">
                <a:moveTo>
                  <a:pt x="25" y="0"/>
                </a:moveTo>
                <a:cubicBezTo>
                  <a:pt x="38" y="0"/>
                  <a:pt x="49" y="13"/>
                  <a:pt x="49" y="24"/>
                </a:cubicBezTo>
                <a:cubicBezTo>
                  <a:pt x="49" y="35"/>
                  <a:pt x="30" y="58"/>
                  <a:pt x="25" y="67"/>
                </a:cubicBezTo>
                <a:cubicBezTo>
                  <a:pt x="19" y="58"/>
                  <a:pt x="0" y="35"/>
                  <a:pt x="0" y="24"/>
                </a:cubicBezTo>
                <a:cubicBezTo>
                  <a:pt x="0" y="13"/>
                  <a:pt x="11" y="0"/>
                  <a:pt x="25" y="0"/>
                </a:cubicBezTo>
                <a:close/>
                <a:moveTo>
                  <a:pt x="25" y="13"/>
                </a:moveTo>
                <a:cubicBezTo>
                  <a:pt x="31" y="13"/>
                  <a:pt x="36" y="18"/>
                  <a:pt x="36" y="24"/>
                </a:cubicBezTo>
                <a:cubicBezTo>
                  <a:pt x="36" y="30"/>
                  <a:pt x="31" y="35"/>
                  <a:pt x="25" y="35"/>
                </a:cubicBezTo>
                <a:cubicBezTo>
                  <a:pt x="19" y="35"/>
                  <a:pt x="13" y="30"/>
                  <a:pt x="13" y="24"/>
                </a:cubicBezTo>
                <a:cubicBezTo>
                  <a:pt x="13" y="18"/>
                  <a:pt x="19" y="13"/>
                  <a:pt x="25" y="13"/>
                </a:cubicBezTo>
                <a:close/>
              </a:path>
            </a:pathLst>
          </a:custGeom>
          <a:gradFill>
            <a:gsLst>
              <a:gs pos="100000">
                <a:srgbClr val="E1579B"/>
              </a:gs>
              <a:gs pos="13000">
                <a:srgbClr val="9E007A"/>
              </a:gs>
            </a:gsLst>
            <a:lin ang="18900000" scaled="0"/>
          </a:gradFill>
          <a:ln w="14288" cap="flat">
            <a:no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zh-CN" altLang="en-US"/>
          </a:p>
        </p:txBody>
      </p:sp>
      <p:sp>
        <p:nvSpPr>
          <p:cNvPr id="31" name="文本框 30"/>
          <p:cNvSpPr txBox="1"/>
          <p:nvPr/>
        </p:nvSpPr>
        <p:spPr>
          <a:xfrm>
            <a:off x="5728912" y="1429872"/>
            <a:ext cx="734176" cy="1107996"/>
          </a:xfrm>
          <a:prstGeom prst="rect">
            <a:avLst/>
          </a:prstGeom>
          <a:noFill/>
        </p:spPr>
        <p:txBody>
          <a:bodyPr wrap="none" rtlCol="0" anchor="ctr">
            <a:spAutoFit/>
          </a:bodyPr>
          <a:lstStyle/>
          <a:p>
            <a:pPr algn="ctr"/>
            <a:r>
              <a:rPr lang="en-US" altLang="zh-CN" sz="2200" dirty="0">
                <a:solidFill>
                  <a:schemeClr val="bg1"/>
                </a:solidFill>
              </a:rPr>
              <a:t>STEP</a:t>
            </a:r>
          </a:p>
          <a:p>
            <a:pPr lvl="0" algn="ctr"/>
            <a:r>
              <a:rPr lang="en-US" altLang="zh-CN" sz="4400" dirty="0">
                <a:solidFill>
                  <a:schemeClr val="bg1"/>
                </a:solidFill>
                <a:latin typeface="Impact" panose="020B0806030902050204" pitchFamily="34" charset="0"/>
              </a:rPr>
              <a:t>01</a:t>
            </a:r>
          </a:p>
        </p:txBody>
      </p:sp>
      <p:sp>
        <p:nvSpPr>
          <p:cNvPr id="32" name="文本框 31"/>
          <p:cNvSpPr txBox="1"/>
          <p:nvPr/>
        </p:nvSpPr>
        <p:spPr>
          <a:xfrm>
            <a:off x="5710317" y="2936331"/>
            <a:ext cx="771366" cy="1107996"/>
          </a:xfrm>
          <a:prstGeom prst="rect">
            <a:avLst/>
          </a:prstGeom>
          <a:noFill/>
        </p:spPr>
        <p:txBody>
          <a:bodyPr wrap="none" rtlCol="0" anchor="ctr">
            <a:spAutoFit/>
          </a:bodyPr>
          <a:lstStyle/>
          <a:p>
            <a:pPr algn="ctr"/>
            <a:r>
              <a:rPr lang="en-US" altLang="zh-CN" sz="2200" dirty="0">
                <a:solidFill>
                  <a:schemeClr val="bg1"/>
                </a:solidFill>
              </a:rPr>
              <a:t>STEP</a:t>
            </a:r>
          </a:p>
          <a:p>
            <a:pPr lvl="0" algn="ctr"/>
            <a:r>
              <a:rPr lang="en-US" altLang="zh-CN" sz="4400" dirty="0">
                <a:solidFill>
                  <a:schemeClr val="bg1"/>
                </a:solidFill>
                <a:latin typeface="Impact" panose="020B0806030902050204" pitchFamily="34" charset="0"/>
              </a:rPr>
              <a:t>02</a:t>
            </a:r>
          </a:p>
        </p:txBody>
      </p:sp>
      <p:sp>
        <p:nvSpPr>
          <p:cNvPr id="33" name="文本框 32"/>
          <p:cNvSpPr txBox="1"/>
          <p:nvPr/>
        </p:nvSpPr>
        <p:spPr>
          <a:xfrm>
            <a:off x="5702303" y="4183063"/>
            <a:ext cx="787395" cy="1107996"/>
          </a:xfrm>
          <a:prstGeom prst="rect">
            <a:avLst/>
          </a:prstGeom>
          <a:noFill/>
        </p:spPr>
        <p:txBody>
          <a:bodyPr wrap="none" rtlCol="0" anchor="ctr">
            <a:spAutoFit/>
          </a:bodyPr>
          <a:lstStyle/>
          <a:p>
            <a:pPr algn="ctr"/>
            <a:r>
              <a:rPr lang="en-US" altLang="zh-CN" sz="2200" dirty="0">
                <a:solidFill>
                  <a:schemeClr val="bg1"/>
                </a:solidFill>
              </a:rPr>
              <a:t>STEP</a:t>
            </a:r>
          </a:p>
          <a:p>
            <a:pPr lvl="0" algn="ctr"/>
            <a:r>
              <a:rPr lang="en-US" altLang="zh-CN" sz="4400" dirty="0">
                <a:solidFill>
                  <a:schemeClr val="bg1"/>
                </a:solidFill>
                <a:latin typeface="Impact" panose="020B0806030902050204" pitchFamily="34" charset="0"/>
              </a:rPr>
              <a:t>03</a:t>
            </a:r>
          </a:p>
        </p:txBody>
      </p:sp>
      <p:sp>
        <p:nvSpPr>
          <p:cNvPr id="34" name="文本框 33"/>
          <p:cNvSpPr txBox="1"/>
          <p:nvPr/>
        </p:nvSpPr>
        <p:spPr>
          <a:xfrm>
            <a:off x="5711119" y="5487234"/>
            <a:ext cx="769763" cy="1107996"/>
          </a:xfrm>
          <a:prstGeom prst="rect">
            <a:avLst/>
          </a:prstGeom>
          <a:noFill/>
        </p:spPr>
        <p:txBody>
          <a:bodyPr wrap="none" rtlCol="0" anchor="ctr">
            <a:spAutoFit/>
          </a:bodyPr>
          <a:lstStyle/>
          <a:p>
            <a:pPr algn="ctr"/>
            <a:r>
              <a:rPr lang="en-US" altLang="zh-CN" sz="2200" dirty="0">
                <a:solidFill>
                  <a:schemeClr val="bg1"/>
                </a:solidFill>
              </a:rPr>
              <a:t>STEP</a:t>
            </a:r>
          </a:p>
          <a:p>
            <a:pPr lvl="0" algn="ctr"/>
            <a:r>
              <a:rPr lang="en-US" altLang="zh-CN" sz="4400" dirty="0">
                <a:solidFill>
                  <a:schemeClr val="bg1"/>
                </a:solidFill>
                <a:latin typeface="Impact" panose="020B0806030902050204" pitchFamily="34" charset="0"/>
              </a:rPr>
              <a:t>04</a:t>
            </a:r>
          </a:p>
        </p:txBody>
      </p:sp>
      <p:pic>
        <p:nvPicPr>
          <p:cNvPr id="40" name="图片 39"/>
          <p:cNvPicPr>
            <a:picLocks noChangeAspect="1"/>
          </p:cNvPicPr>
          <p:nvPr/>
        </p:nvPicPr>
        <p:blipFill rotWithShape="1">
          <a:blip r:embed="rId2"/>
          <a:srcRect l="971" t="9608" r="58068" b="11113"/>
          <a:stretch/>
        </p:blipFill>
        <p:spPr>
          <a:xfrm rot="16200000" flipV="1">
            <a:off x="5985106" y="-306587"/>
            <a:ext cx="221789" cy="3122462"/>
          </a:xfrm>
          <a:prstGeom prst="rect">
            <a:avLst/>
          </a:prstGeom>
        </p:spPr>
      </p:pic>
      <p:sp>
        <p:nvSpPr>
          <p:cNvPr id="41" name="Freeform 15"/>
          <p:cNvSpPr>
            <a:spLocks noEditPoints="1"/>
          </p:cNvSpPr>
          <p:nvPr/>
        </p:nvSpPr>
        <p:spPr bwMode="auto">
          <a:xfrm>
            <a:off x="7758895" y="4069692"/>
            <a:ext cx="344481" cy="474418"/>
          </a:xfrm>
          <a:custGeom>
            <a:avLst/>
            <a:gdLst>
              <a:gd name="T0" fmla="*/ 24 w 48"/>
              <a:gd name="T1" fmla="*/ 0 h 66"/>
              <a:gd name="T2" fmla="*/ 48 w 48"/>
              <a:gd name="T3" fmla="*/ 24 h 66"/>
              <a:gd name="T4" fmla="*/ 24 w 48"/>
              <a:gd name="T5" fmla="*/ 66 h 66"/>
              <a:gd name="T6" fmla="*/ 0 w 48"/>
              <a:gd name="T7" fmla="*/ 24 h 66"/>
              <a:gd name="T8" fmla="*/ 24 w 48"/>
              <a:gd name="T9" fmla="*/ 0 h 66"/>
              <a:gd name="T10" fmla="*/ 24 w 48"/>
              <a:gd name="T11" fmla="*/ 12 h 66"/>
              <a:gd name="T12" fmla="*/ 36 w 48"/>
              <a:gd name="T13" fmla="*/ 23 h 66"/>
              <a:gd name="T14" fmla="*/ 24 w 48"/>
              <a:gd name="T15" fmla="*/ 35 h 66"/>
              <a:gd name="T16" fmla="*/ 13 w 48"/>
              <a:gd name="T17" fmla="*/ 23 h 66"/>
              <a:gd name="T18" fmla="*/ 24 w 48"/>
              <a:gd name="T19" fmla="*/ 1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66">
                <a:moveTo>
                  <a:pt x="24" y="0"/>
                </a:moveTo>
                <a:cubicBezTo>
                  <a:pt x="37" y="0"/>
                  <a:pt x="48" y="13"/>
                  <a:pt x="48" y="24"/>
                </a:cubicBezTo>
                <a:cubicBezTo>
                  <a:pt x="48" y="35"/>
                  <a:pt x="29" y="57"/>
                  <a:pt x="24" y="66"/>
                </a:cubicBezTo>
                <a:cubicBezTo>
                  <a:pt x="19" y="57"/>
                  <a:pt x="0" y="35"/>
                  <a:pt x="0" y="24"/>
                </a:cubicBezTo>
                <a:cubicBezTo>
                  <a:pt x="0" y="13"/>
                  <a:pt x="11" y="0"/>
                  <a:pt x="24" y="0"/>
                </a:cubicBezTo>
                <a:close/>
                <a:moveTo>
                  <a:pt x="24" y="12"/>
                </a:moveTo>
                <a:cubicBezTo>
                  <a:pt x="31" y="12"/>
                  <a:pt x="36" y="17"/>
                  <a:pt x="36" y="23"/>
                </a:cubicBezTo>
                <a:cubicBezTo>
                  <a:pt x="36" y="30"/>
                  <a:pt x="31" y="35"/>
                  <a:pt x="24" y="35"/>
                </a:cubicBezTo>
                <a:cubicBezTo>
                  <a:pt x="18" y="35"/>
                  <a:pt x="13" y="30"/>
                  <a:pt x="13" y="23"/>
                </a:cubicBezTo>
                <a:cubicBezTo>
                  <a:pt x="13" y="17"/>
                  <a:pt x="18" y="12"/>
                  <a:pt x="24" y="12"/>
                </a:cubicBezTo>
                <a:close/>
              </a:path>
            </a:pathLst>
          </a:custGeom>
          <a:gradFill>
            <a:gsLst>
              <a:gs pos="100000">
                <a:srgbClr val="89C3A6"/>
              </a:gs>
              <a:gs pos="13000">
                <a:srgbClr val="007BBC"/>
              </a:gs>
            </a:gsLst>
            <a:lin ang="18900000" scaled="0"/>
          </a:gradFill>
          <a:ln w="14288" cap="flat">
            <a:no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18"/>
          <p:cNvSpPr>
            <a:spLocks noEditPoints="1"/>
          </p:cNvSpPr>
          <p:nvPr/>
        </p:nvSpPr>
        <p:spPr bwMode="auto">
          <a:xfrm>
            <a:off x="7761646" y="5386580"/>
            <a:ext cx="350524" cy="480460"/>
          </a:xfrm>
          <a:custGeom>
            <a:avLst/>
            <a:gdLst>
              <a:gd name="T0" fmla="*/ 25 w 49"/>
              <a:gd name="T1" fmla="*/ 0 h 67"/>
              <a:gd name="T2" fmla="*/ 49 w 49"/>
              <a:gd name="T3" fmla="*/ 24 h 67"/>
              <a:gd name="T4" fmla="*/ 25 w 49"/>
              <a:gd name="T5" fmla="*/ 67 h 67"/>
              <a:gd name="T6" fmla="*/ 0 w 49"/>
              <a:gd name="T7" fmla="*/ 24 h 67"/>
              <a:gd name="T8" fmla="*/ 25 w 49"/>
              <a:gd name="T9" fmla="*/ 0 h 67"/>
              <a:gd name="T10" fmla="*/ 25 w 49"/>
              <a:gd name="T11" fmla="*/ 13 h 67"/>
              <a:gd name="T12" fmla="*/ 36 w 49"/>
              <a:gd name="T13" fmla="*/ 24 h 67"/>
              <a:gd name="T14" fmla="*/ 25 w 49"/>
              <a:gd name="T15" fmla="*/ 35 h 67"/>
              <a:gd name="T16" fmla="*/ 13 w 49"/>
              <a:gd name="T17" fmla="*/ 24 h 67"/>
              <a:gd name="T18" fmla="*/ 25 w 49"/>
              <a:gd name="T19" fmla="*/ 13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67">
                <a:moveTo>
                  <a:pt x="25" y="0"/>
                </a:moveTo>
                <a:cubicBezTo>
                  <a:pt x="38" y="0"/>
                  <a:pt x="49" y="13"/>
                  <a:pt x="49" y="24"/>
                </a:cubicBezTo>
                <a:cubicBezTo>
                  <a:pt x="49" y="35"/>
                  <a:pt x="30" y="58"/>
                  <a:pt x="25" y="67"/>
                </a:cubicBezTo>
                <a:cubicBezTo>
                  <a:pt x="19" y="58"/>
                  <a:pt x="0" y="35"/>
                  <a:pt x="0" y="24"/>
                </a:cubicBezTo>
                <a:cubicBezTo>
                  <a:pt x="0" y="13"/>
                  <a:pt x="11" y="0"/>
                  <a:pt x="25" y="0"/>
                </a:cubicBezTo>
                <a:close/>
                <a:moveTo>
                  <a:pt x="25" y="13"/>
                </a:moveTo>
                <a:cubicBezTo>
                  <a:pt x="31" y="13"/>
                  <a:pt x="36" y="18"/>
                  <a:pt x="36" y="24"/>
                </a:cubicBezTo>
                <a:cubicBezTo>
                  <a:pt x="36" y="30"/>
                  <a:pt x="31" y="35"/>
                  <a:pt x="25" y="35"/>
                </a:cubicBezTo>
                <a:cubicBezTo>
                  <a:pt x="19" y="35"/>
                  <a:pt x="13" y="30"/>
                  <a:pt x="13" y="24"/>
                </a:cubicBezTo>
                <a:cubicBezTo>
                  <a:pt x="13" y="18"/>
                  <a:pt x="19" y="13"/>
                  <a:pt x="25" y="13"/>
                </a:cubicBezTo>
                <a:close/>
              </a:path>
            </a:pathLst>
          </a:custGeom>
          <a:gradFill>
            <a:gsLst>
              <a:gs pos="100000">
                <a:srgbClr val="E7E507"/>
              </a:gs>
              <a:gs pos="13000">
                <a:srgbClr val="A6C43C"/>
              </a:gs>
            </a:gsLst>
            <a:lin ang="18900000" scaled="0"/>
          </a:gradFill>
          <a:ln w="14288" cap="flat">
            <a:no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zh-CN" altLang="en-US"/>
          </a:p>
        </p:txBody>
      </p:sp>
      <p:sp>
        <p:nvSpPr>
          <p:cNvPr id="47" name="文本框 46"/>
          <p:cNvSpPr txBox="1"/>
          <p:nvPr/>
        </p:nvSpPr>
        <p:spPr>
          <a:xfrm>
            <a:off x="8112170" y="5311129"/>
            <a:ext cx="2856518" cy="830997"/>
          </a:xfrm>
          <a:prstGeom prst="rect">
            <a:avLst/>
          </a:prstGeom>
          <a:noFill/>
        </p:spPr>
        <p:txBody>
          <a:bodyPr wrap="square" rtlCol="0">
            <a:spAutoFit/>
          </a:bodyPr>
          <a:lstStyle/>
          <a:p>
            <a:pPr>
              <a:lnSpc>
                <a:spcPct val="120000"/>
              </a:lnSpc>
            </a:pPr>
            <a:r>
              <a:rPr lang="zh-CN" altLang="en-US" sz="2400" b="1" dirty="0">
                <a:solidFill>
                  <a:srgbClr val="9FC628"/>
                </a:solidFill>
              </a:rPr>
              <a:t>添加标题</a:t>
            </a:r>
            <a:endParaRPr lang="en-US" altLang="zh-CN" sz="2400" b="1" dirty="0">
              <a:solidFill>
                <a:srgbClr val="9FC628"/>
              </a:solidFill>
            </a:endParaRPr>
          </a:p>
          <a:p>
            <a:pPr>
              <a:lnSpc>
                <a:spcPct val="120000"/>
              </a:lnSpc>
            </a:pPr>
            <a:r>
              <a:rPr lang="zh-CN" altLang="en-US" sz="1600" dirty="0">
                <a:solidFill>
                  <a:schemeClr val="tx1">
                    <a:lumMod val="65000"/>
                    <a:lumOff val="35000"/>
                  </a:schemeClr>
                </a:solidFill>
              </a:rPr>
              <a:t>添加内容添加内容</a:t>
            </a:r>
          </a:p>
        </p:txBody>
      </p:sp>
      <p:sp>
        <p:nvSpPr>
          <p:cNvPr id="51" name="文本框 50"/>
          <p:cNvSpPr txBox="1"/>
          <p:nvPr/>
        </p:nvSpPr>
        <p:spPr>
          <a:xfrm>
            <a:off x="8103376" y="1277203"/>
            <a:ext cx="2856518" cy="830997"/>
          </a:xfrm>
          <a:prstGeom prst="rect">
            <a:avLst/>
          </a:prstGeom>
          <a:noFill/>
        </p:spPr>
        <p:txBody>
          <a:bodyPr wrap="square" rtlCol="0">
            <a:spAutoFit/>
          </a:bodyPr>
          <a:lstStyle/>
          <a:p>
            <a:pPr>
              <a:lnSpc>
                <a:spcPct val="120000"/>
              </a:lnSpc>
            </a:pPr>
            <a:r>
              <a:rPr lang="zh-CN" altLang="en-US" sz="2400" b="1" dirty="0">
                <a:solidFill>
                  <a:srgbClr val="FF8900"/>
                </a:solidFill>
              </a:rPr>
              <a:t>添加标题</a:t>
            </a:r>
            <a:endParaRPr lang="en-US" altLang="zh-CN" sz="2400" b="1" dirty="0">
              <a:solidFill>
                <a:srgbClr val="FF8900"/>
              </a:solidFill>
            </a:endParaRPr>
          </a:p>
          <a:p>
            <a:pPr>
              <a:lnSpc>
                <a:spcPct val="120000"/>
              </a:lnSpc>
            </a:pPr>
            <a:r>
              <a:rPr lang="zh-CN" altLang="en-US" sz="1600" dirty="0">
                <a:solidFill>
                  <a:schemeClr val="tx1">
                    <a:lumMod val="65000"/>
                    <a:lumOff val="35000"/>
                  </a:schemeClr>
                </a:solidFill>
              </a:rPr>
              <a:t>添加内容添加内容</a:t>
            </a:r>
          </a:p>
        </p:txBody>
      </p:sp>
      <p:sp>
        <p:nvSpPr>
          <p:cNvPr id="52" name="文本框 51"/>
          <p:cNvSpPr txBox="1"/>
          <p:nvPr/>
        </p:nvSpPr>
        <p:spPr>
          <a:xfrm>
            <a:off x="8112170" y="2625637"/>
            <a:ext cx="2856518" cy="830997"/>
          </a:xfrm>
          <a:prstGeom prst="rect">
            <a:avLst/>
          </a:prstGeom>
          <a:noFill/>
        </p:spPr>
        <p:txBody>
          <a:bodyPr wrap="square" rtlCol="0">
            <a:spAutoFit/>
          </a:bodyPr>
          <a:lstStyle/>
          <a:p>
            <a:pPr>
              <a:lnSpc>
                <a:spcPct val="120000"/>
              </a:lnSpc>
            </a:pPr>
            <a:r>
              <a:rPr lang="zh-CN" altLang="en-US" sz="2400" b="1" dirty="0">
                <a:solidFill>
                  <a:srgbClr val="6D5DA5"/>
                </a:solidFill>
              </a:rPr>
              <a:t>添加标题</a:t>
            </a:r>
            <a:endParaRPr lang="en-US" altLang="zh-CN" sz="2400" b="1" dirty="0">
              <a:solidFill>
                <a:srgbClr val="6D5DA5"/>
              </a:solidFill>
            </a:endParaRPr>
          </a:p>
          <a:p>
            <a:pPr>
              <a:lnSpc>
                <a:spcPct val="120000"/>
              </a:lnSpc>
            </a:pPr>
            <a:r>
              <a:rPr lang="zh-CN" altLang="en-US" sz="1600" dirty="0">
                <a:solidFill>
                  <a:schemeClr val="tx1">
                    <a:lumMod val="65000"/>
                    <a:lumOff val="35000"/>
                  </a:schemeClr>
                </a:solidFill>
              </a:rPr>
              <a:t>添加内容添加内容</a:t>
            </a:r>
          </a:p>
        </p:txBody>
      </p:sp>
      <p:sp>
        <p:nvSpPr>
          <p:cNvPr id="53" name="文本框 52"/>
          <p:cNvSpPr txBox="1"/>
          <p:nvPr/>
        </p:nvSpPr>
        <p:spPr>
          <a:xfrm>
            <a:off x="8103376" y="3968383"/>
            <a:ext cx="2856518" cy="830997"/>
          </a:xfrm>
          <a:prstGeom prst="rect">
            <a:avLst/>
          </a:prstGeom>
          <a:noFill/>
        </p:spPr>
        <p:txBody>
          <a:bodyPr wrap="square" rtlCol="0">
            <a:spAutoFit/>
          </a:bodyPr>
          <a:lstStyle/>
          <a:p>
            <a:pPr>
              <a:lnSpc>
                <a:spcPct val="120000"/>
              </a:lnSpc>
            </a:pPr>
            <a:r>
              <a:rPr lang="zh-CN" altLang="en-US" sz="2400" b="1" dirty="0">
                <a:solidFill>
                  <a:srgbClr val="007BC6"/>
                </a:solidFill>
              </a:rPr>
              <a:t>添加标题</a:t>
            </a:r>
            <a:endParaRPr lang="en-US" altLang="zh-CN" sz="2400" b="1" dirty="0">
              <a:solidFill>
                <a:srgbClr val="007BC6"/>
              </a:solidFill>
            </a:endParaRPr>
          </a:p>
          <a:p>
            <a:pPr>
              <a:lnSpc>
                <a:spcPct val="120000"/>
              </a:lnSpc>
            </a:pPr>
            <a:r>
              <a:rPr lang="zh-CN" altLang="en-US" sz="1600" dirty="0">
                <a:solidFill>
                  <a:schemeClr val="tx1">
                    <a:lumMod val="65000"/>
                    <a:lumOff val="35000"/>
                  </a:schemeClr>
                </a:solidFill>
              </a:rPr>
              <a:t>添加内容添加内容</a:t>
            </a:r>
          </a:p>
        </p:txBody>
      </p:sp>
      <p:sp>
        <p:nvSpPr>
          <p:cNvPr id="54" name="矩形 53"/>
          <p:cNvSpPr/>
          <p:nvPr/>
        </p:nvSpPr>
        <p:spPr>
          <a:xfrm>
            <a:off x="434078" y="5047022"/>
            <a:ext cx="3650999" cy="732508"/>
          </a:xfrm>
          <a:prstGeom prst="rect">
            <a:avLst/>
          </a:prstGeom>
          <a:noFill/>
        </p:spPr>
        <p:txBody>
          <a:bodyPr wrap="square">
            <a:spAutoFit/>
          </a:bodyPr>
          <a:lstStyle/>
          <a:p>
            <a:pPr>
              <a:lnSpc>
                <a:spcPct val="130000"/>
              </a:lnSpc>
            </a:pPr>
            <a:r>
              <a:rPr lang="zh-CN" altLang="en-US" sz="1600" dirty="0">
                <a:solidFill>
                  <a:schemeClr val="tx1">
                    <a:lumMod val="65000"/>
                    <a:lumOff val="35000"/>
                  </a:schemeClr>
                </a:solidFill>
              </a:rPr>
              <a:t>添加内容添加内容添加内容添加内容添加内容添加内容添加内容</a:t>
            </a:r>
          </a:p>
        </p:txBody>
      </p:sp>
      <p:sp>
        <p:nvSpPr>
          <p:cNvPr id="55" name="文本框 54"/>
          <p:cNvSpPr txBox="1"/>
          <p:nvPr/>
        </p:nvSpPr>
        <p:spPr>
          <a:xfrm>
            <a:off x="434078" y="4091509"/>
            <a:ext cx="3913366" cy="535531"/>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56" name="Rectangle 58"/>
          <p:cNvSpPr/>
          <p:nvPr/>
        </p:nvSpPr>
        <p:spPr>
          <a:xfrm>
            <a:off x="434078" y="4511777"/>
            <a:ext cx="4963915" cy="368371"/>
          </a:xfrm>
          <a:prstGeom prst="rect">
            <a:avLst/>
          </a:prstGeom>
        </p:spPr>
        <p:txBody>
          <a:bodyPr wrap="square">
            <a:spAutoFit/>
          </a:bodyPr>
          <a:lstStyle/>
          <a:p>
            <a:pPr>
              <a:lnSpc>
                <a:spcPct val="123000"/>
              </a:lnSpc>
              <a:spcBef>
                <a:spcPts val="600"/>
              </a:spcBef>
            </a:pPr>
            <a:r>
              <a:rPr lang="zh-CN" altLang="en-US" sz="1600" dirty="0">
                <a:solidFill>
                  <a:schemeClr val="tx1">
                    <a:lumMod val="65000"/>
                    <a:lumOff val="35000"/>
                  </a:schemeClr>
                </a:solidFill>
                <a:latin typeface="+mn-ea"/>
              </a:rPr>
              <a:t>单击此处添加副标题</a:t>
            </a:r>
          </a:p>
        </p:txBody>
      </p:sp>
    </p:spTree>
    <p:extLst>
      <p:ext uri="{BB962C8B-B14F-4D97-AF65-F5344CB8AC3E}">
        <p14:creationId xmlns:p14="http://schemas.microsoft.com/office/powerpoint/2010/main" val="650375705"/>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Rectangle 5"/>
          <p:cNvSpPr>
            <a:spLocks noChangeArrowheads="1"/>
          </p:cNvSpPr>
          <p:nvPr/>
        </p:nvSpPr>
        <p:spPr bwMode="auto">
          <a:xfrm>
            <a:off x="4801394" y="5616620"/>
            <a:ext cx="2590800" cy="823912"/>
          </a:xfrm>
          <a:prstGeom prst="rect">
            <a:avLst/>
          </a:prstGeom>
          <a:solidFill>
            <a:srgbClr val="EA981E"/>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1" name="Rectangle 6"/>
          <p:cNvSpPr>
            <a:spLocks noChangeArrowheads="1"/>
          </p:cNvSpPr>
          <p:nvPr/>
        </p:nvSpPr>
        <p:spPr bwMode="auto">
          <a:xfrm>
            <a:off x="4801394" y="4557758"/>
            <a:ext cx="2590800" cy="785812"/>
          </a:xfrm>
          <a:prstGeom prst="rect">
            <a:avLst/>
          </a:prstGeom>
          <a:solidFill>
            <a:srgbClr val="219980"/>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2" name="Rectangle 7"/>
          <p:cNvSpPr>
            <a:spLocks noChangeArrowheads="1"/>
          </p:cNvSpPr>
          <p:nvPr/>
        </p:nvSpPr>
        <p:spPr bwMode="auto">
          <a:xfrm>
            <a:off x="4801394" y="3497308"/>
            <a:ext cx="2590800" cy="823912"/>
          </a:xfrm>
          <a:prstGeom prst="rect">
            <a:avLst/>
          </a:prstGeom>
          <a:solidFill>
            <a:srgbClr val="29414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3" name="Rectangle 8"/>
          <p:cNvSpPr>
            <a:spLocks noChangeArrowheads="1"/>
          </p:cNvSpPr>
          <p:nvPr/>
        </p:nvSpPr>
        <p:spPr bwMode="auto">
          <a:xfrm>
            <a:off x="4801394" y="2441620"/>
            <a:ext cx="2590800" cy="782637"/>
          </a:xfrm>
          <a:prstGeom prst="rect">
            <a:avLst/>
          </a:prstGeom>
          <a:solidFill>
            <a:srgbClr val="3A8FCB"/>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4" name="Freeform 9"/>
          <p:cNvSpPr>
            <a:spLocks/>
          </p:cNvSpPr>
          <p:nvPr/>
        </p:nvSpPr>
        <p:spPr bwMode="auto">
          <a:xfrm>
            <a:off x="3917156" y="1573258"/>
            <a:ext cx="4357687" cy="1258887"/>
          </a:xfrm>
          <a:custGeom>
            <a:avLst/>
            <a:gdLst>
              <a:gd name="T0" fmla="*/ 0 w 2745"/>
              <a:gd name="T1" fmla="*/ 793 h 793"/>
              <a:gd name="T2" fmla="*/ 1372 w 2745"/>
              <a:gd name="T3" fmla="*/ 0 h 793"/>
              <a:gd name="T4" fmla="*/ 2745 w 2745"/>
              <a:gd name="T5" fmla="*/ 793 h 793"/>
              <a:gd name="T6" fmla="*/ 0 w 2745"/>
              <a:gd name="T7" fmla="*/ 793 h 793"/>
            </a:gdLst>
            <a:ahLst/>
            <a:cxnLst>
              <a:cxn ang="0">
                <a:pos x="T0" y="T1"/>
              </a:cxn>
              <a:cxn ang="0">
                <a:pos x="T2" y="T3"/>
              </a:cxn>
              <a:cxn ang="0">
                <a:pos x="T4" y="T5"/>
              </a:cxn>
              <a:cxn ang="0">
                <a:pos x="T6" y="T7"/>
              </a:cxn>
            </a:cxnLst>
            <a:rect l="0" t="0" r="r" b="b"/>
            <a:pathLst>
              <a:path w="2745" h="793">
                <a:moveTo>
                  <a:pt x="0" y="793"/>
                </a:moveTo>
                <a:lnTo>
                  <a:pt x="1372" y="0"/>
                </a:lnTo>
                <a:lnTo>
                  <a:pt x="2745" y="793"/>
                </a:lnTo>
                <a:lnTo>
                  <a:pt x="0" y="793"/>
                </a:lnTo>
                <a:close/>
              </a:path>
            </a:pathLst>
          </a:custGeom>
          <a:solidFill>
            <a:srgbClr val="3A8FCB"/>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5" name="Freeform 10"/>
          <p:cNvSpPr>
            <a:spLocks/>
          </p:cNvSpPr>
          <p:nvPr/>
        </p:nvSpPr>
        <p:spPr bwMode="auto">
          <a:xfrm>
            <a:off x="5571331" y="5880145"/>
            <a:ext cx="173037" cy="260350"/>
          </a:xfrm>
          <a:custGeom>
            <a:avLst/>
            <a:gdLst>
              <a:gd name="T0" fmla="*/ 3 w 46"/>
              <a:gd name="T1" fmla="*/ 53 h 69"/>
              <a:gd name="T2" fmla="*/ 19 w 46"/>
              <a:gd name="T3" fmla="*/ 57 h 69"/>
              <a:gd name="T4" fmla="*/ 30 w 46"/>
              <a:gd name="T5" fmla="*/ 50 h 69"/>
              <a:gd name="T6" fmla="*/ 19 w 46"/>
              <a:gd name="T7" fmla="*/ 40 h 69"/>
              <a:gd name="T8" fmla="*/ 0 w 46"/>
              <a:gd name="T9" fmla="*/ 20 h 69"/>
              <a:gd name="T10" fmla="*/ 26 w 46"/>
              <a:gd name="T11" fmla="*/ 0 h 69"/>
              <a:gd name="T12" fmla="*/ 43 w 46"/>
              <a:gd name="T13" fmla="*/ 4 h 69"/>
              <a:gd name="T14" fmla="*/ 39 w 46"/>
              <a:gd name="T15" fmla="*/ 16 h 69"/>
              <a:gd name="T16" fmla="*/ 25 w 46"/>
              <a:gd name="T17" fmla="*/ 13 h 69"/>
              <a:gd name="T18" fmla="*/ 16 w 46"/>
              <a:gd name="T19" fmla="*/ 19 h 69"/>
              <a:gd name="T20" fmla="*/ 28 w 46"/>
              <a:gd name="T21" fmla="*/ 29 h 69"/>
              <a:gd name="T22" fmla="*/ 46 w 46"/>
              <a:gd name="T23" fmla="*/ 49 h 69"/>
              <a:gd name="T24" fmla="*/ 18 w 46"/>
              <a:gd name="T25" fmla="*/ 69 h 69"/>
              <a:gd name="T26" fmla="*/ 0 w 46"/>
              <a:gd name="T27" fmla="*/ 65 h 69"/>
              <a:gd name="T28" fmla="*/ 3 w 46"/>
              <a:gd name="T29" fmla="*/ 5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 h="69">
                <a:moveTo>
                  <a:pt x="3" y="53"/>
                </a:moveTo>
                <a:cubicBezTo>
                  <a:pt x="7" y="55"/>
                  <a:pt x="13" y="57"/>
                  <a:pt x="19" y="57"/>
                </a:cubicBezTo>
                <a:cubicBezTo>
                  <a:pt x="26" y="57"/>
                  <a:pt x="30" y="54"/>
                  <a:pt x="30" y="50"/>
                </a:cubicBezTo>
                <a:cubicBezTo>
                  <a:pt x="30" y="45"/>
                  <a:pt x="27" y="43"/>
                  <a:pt x="19" y="40"/>
                </a:cubicBezTo>
                <a:cubicBezTo>
                  <a:pt x="8" y="36"/>
                  <a:pt x="0" y="30"/>
                  <a:pt x="0" y="20"/>
                </a:cubicBezTo>
                <a:cubicBezTo>
                  <a:pt x="0" y="9"/>
                  <a:pt x="10" y="0"/>
                  <a:pt x="26" y="0"/>
                </a:cubicBezTo>
                <a:cubicBezTo>
                  <a:pt x="33" y="0"/>
                  <a:pt x="39" y="2"/>
                  <a:pt x="43" y="4"/>
                </a:cubicBezTo>
                <a:cubicBezTo>
                  <a:pt x="39" y="16"/>
                  <a:pt x="39" y="16"/>
                  <a:pt x="39" y="16"/>
                </a:cubicBezTo>
                <a:cubicBezTo>
                  <a:pt x="37" y="15"/>
                  <a:pt x="32" y="13"/>
                  <a:pt x="25" y="13"/>
                </a:cubicBezTo>
                <a:cubicBezTo>
                  <a:pt x="19" y="13"/>
                  <a:pt x="16" y="16"/>
                  <a:pt x="16" y="19"/>
                </a:cubicBezTo>
                <a:cubicBezTo>
                  <a:pt x="16" y="23"/>
                  <a:pt x="19" y="25"/>
                  <a:pt x="28" y="29"/>
                </a:cubicBezTo>
                <a:cubicBezTo>
                  <a:pt x="40" y="33"/>
                  <a:pt x="46" y="39"/>
                  <a:pt x="46" y="49"/>
                </a:cubicBezTo>
                <a:cubicBezTo>
                  <a:pt x="46" y="60"/>
                  <a:pt x="37" y="69"/>
                  <a:pt x="18" y="69"/>
                </a:cubicBezTo>
                <a:cubicBezTo>
                  <a:pt x="11" y="69"/>
                  <a:pt x="3" y="67"/>
                  <a:pt x="0" y="65"/>
                </a:cubicBezTo>
                <a:lnTo>
                  <a:pt x="3" y="53"/>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6" name="Freeform 11"/>
          <p:cNvSpPr>
            <a:spLocks/>
          </p:cNvSpPr>
          <p:nvPr/>
        </p:nvSpPr>
        <p:spPr bwMode="auto">
          <a:xfrm>
            <a:off x="5763419" y="5884908"/>
            <a:ext cx="192087" cy="250825"/>
          </a:xfrm>
          <a:custGeom>
            <a:avLst/>
            <a:gdLst>
              <a:gd name="T0" fmla="*/ 43 w 121"/>
              <a:gd name="T1" fmla="*/ 30 h 158"/>
              <a:gd name="T2" fmla="*/ 0 w 121"/>
              <a:gd name="T3" fmla="*/ 30 h 158"/>
              <a:gd name="T4" fmla="*/ 0 w 121"/>
              <a:gd name="T5" fmla="*/ 0 h 158"/>
              <a:gd name="T6" fmla="*/ 121 w 121"/>
              <a:gd name="T7" fmla="*/ 0 h 158"/>
              <a:gd name="T8" fmla="*/ 121 w 121"/>
              <a:gd name="T9" fmla="*/ 30 h 158"/>
              <a:gd name="T10" fmla="*/ 78 w 121"/>
              <a:gd name="T11" fmla="*/ 30 h 158"/>
              <a:gd name="T12" fmla="*/ 78 w 121"/>
              <a:gd name="T13" fmla="*/ 158 h 158"/>
              <a:gd name="T14" fmla="*/ 43 w 121"/>
              <a:gd name="T15" fmla="*/ 158 h 158"/>
              <a:gd name="T16" fmla="*/ 43 w 121"/>
              <a:gd name="T17" fmla="*/ 3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158">
                <a:moveTo>
                  <a:pt x="43" y="30"/>
                </a:moveTo>
                <a:lnTo>
                  <a:pt x="0" y="30"/>
                </a:lnTo>
                <a:lnTo>
                  <a:pt x="0" y="0"/>
                </a:lnTo>
                <a:lnTo>
                  <a:pt x="121" y="0"/>
                </a:lnTo>
                <a:lnTo>
                  <a:pt x="121" y="30"/>
                </a:lnTo>
                <a:lnTo>
                  <a:pt x="78" y="30"/>
                </a:lnTo>
                <a:lnTo>
                  <a:pt x="78" y="158"/>
                </a:lnTo>
                <a:lnTo>
                  <a:pt x="43" y="158"/>
                </a:lnTo>
                <a:lnTo>
                  <a:pt x="43" y="30"/>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7" name="Freeform 12"/>
          <p:cNvSpPr>
            <a:spLocks/>
          </p:cNvSpPr>
          <p:nvPr/>
        </p:nvSpPr>
        <p:spPr bwMode="auto">
          <a:xfrm>
            <a:off x="5985669" y="5884908"/>
            <a:ext cx="161925" cy="250825"/>
          </a:xfrm>
          <a:custGeom>
            <a:avLst/>
            <a:gdLst>
              <a:gd name="T0" fmla="*/ 95 w 102"/>
              <a:gd name="T1" fmla="*/ 92 h 158"/>
              <a:gd name="T2" fmla="*/ 35 w 102"/>
              <a:gd name="T3" fmla="*/ 92 h 158"/>
              <a:gd name="T4" fmla="*/ 35 w 102"/>
              <a:gd name="T5" fmla="*/ 130 h 158"/>
              <a:gd name="T6" fmla="*/ 102 w 102"/>
              <a:gd name="T7" fmla="*/ 130 h 158"/>
              <a:gd name="T8" fmla="*/ 102 w 102"/>
              <a:gd name="T9" fmla="*/ 158 h 158"/>
              <a:gd name="T10" fmla="*/ 0 w 102"/>
              <a:gd name="T11" fmla="*/ 158 h 158"/>
              <a:gd name="T12" fmla="*/ 0 w 102"/>
              <a:gd name="T13" fmla="*/ 0 h 158"/>
              <a:gd name="T14" fmla="*/ 97 w 102"/>
              <a:gd name="T15" fmla="*/ 0 h 158"/>
              <a:gd name="T16" fmla="*/ 97 w 102"/>
              <a:gd name="T17" fmla="*/ 30 h 158"/>
              <a:gd name="T18" fmla="*/ 35 w 102"/>
              <a:gd name="T19" fmla="*/ 30 h 158"/>
              <a:gd name="T20" fmla="*/ 35 w 102"/>
              <a:gd name="T21" fmla="*/ 63 h 158"/>
              <a:gd name="T22" fmla="*/ 95 w 102"/>
              <a:gd name="T23" fmla="*/ 63 h 158"/>
              <a:gd name="T24" fmla="*/ 95 w 102"/>
              <a:gd name="T25" fmla="*/ 92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2" h="158">
                <a:moveTo>
                  <a:pt x="95" y="92"/>
                </a:moveTo>
                <a:lnTo>
                  <a:pt x="35" y="92"/>
                </a:lnTo>
                <a:lnTo>
                  <a:pt x="35" y="130"/>
                </a:lnTo>
                <a:lnTo>
                  <a:pt x="102" y="130"/>
                </a:lnTo>
                <a:lnTo>
                  <a:pt x="102" y="158"/>
                </a:lnTo>
                <a:lnTo>
                  <a:pt x="0" y="158"/>
                </a:lnTo>
                <a:lnTo>
                  <a:pt x="0" y="0"/>
                </a:lnTo>
                <a:lnTo>
                  <a:pt x="97" y="0"/>
                </a:lnTo>
                <a:lnTo>
                  <a:pt x="97" y="30"/>
                </a:lnTo>
                <a:lnTo>
                  <a:pt x="35" y="30"/>
                </a:lnTo>
                <a:lnTo>
                  <a:pt x="35" y="63"/>
                </a:lnTo>
                <a:lnTo>
                  <a:pt x="95" y="63"/>
                </a:lnTo>
                <a:lnTo>
                  <a:pt x="95" y="92"/>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8" name="Freeform 13"/>
          <p:cNvSpPr>
            <a:spLocks noEditPoints="1"/>
          </p:cNvSpPr>
          <p:nvPr/>
        </p:nvSpPr>
        <p:spPr bwMode="auto">
          <a:xfrm>
            <a:off x="6184106" y="5884908"/>
            <a:ext cx="180975" cy="250825"/>
          </a:xfrm>
          <a:custGeom>
            <a:avLst/>
            <a:gdLst>
              <a:gd name="T0" fmla="*/ 0 w 48"/>
              <a:gd name="T1" fmla="*/ 1 h 67"/>
              <a:gd name="T2" fmla="*/ 21 w 48"/>
              <a:gd name="T3" fmla="*/ 0 h 67"/>
              <a:gd name="T4" fmla="*/ 41 w 48"/>
              <a:gd name="T5" fmla="*/ 5 h 67"/>
              <a:gd name="T6" fmla="*/ 48 w 48"/>
              <a:gd name="T7" fmla="*/ 21 h 67"/>
              <a:gd name="T8" fmla="*/ 42 w 48"/>
              <a:gd name="T9" fmla="*/ 37 h 67"/>
              <a:gd name="T10" fmla="*/ 20 w 48"/>
              <a:gd name="T11" fmla="*/ 44 h 67"/>
              <a:gd name="T12" fmla="*/ 15 w 48"/>
              <a:gd name="T13" fmla="*/ 43 h 67"/>
              <a:gd name="T14" fmla="*/ 15 w 48"/>
              <a:gd name="T15" fmla="*/ 67 h 67"/>
              <a:gd name="T16" fmla="*/ 0 w 48"/>
              <a:gd name="T17" fmla="*/ 67 h 67"/>
              <a:gd name="T18" fmla="*/ 0 w 48"/>
              <a:gd name="T19" fmla="*/ 1 h 67"/>
              <a:gd name="T20" fmla="*/ 15 w 48"/>
              <a:gd name="T21" fmla="*/ 32 h 67"/>
              <a:gd name="T22" fmla="*/ 20 w 48"/>
              <a:gd name="T23" fmla="*/ 32 h 67"/>
              <a:gd name="T24" fmla="*/ 33 w 48"/>
              <a:gd name="T25" fmla="*/ 21 h 67"/>
              <a:gd name="T26" fmla="*/ 21 w 48"/>
              <a:gd name="T27" fmla="*/ 11 h 67"/>
              <a:gd name="T28" fmla="*/ 15 w 48"/>
              <a:gd name="T29" fmla="*/ 12 h 67"/>
              <a:gd name="T30" fmla="*/ 15 w 48"/>
              <a:gd name="T31" fmla="*/ 32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8" h="67">
                <a:moveTo>
                  <a:pt x="0" y="1"/>
                </a:moveTo>
                <a:cubicBezTo>
                  <a:pt x="5" y="0"/>
                  <a:pt x="11" y="0"/>
                  <a:pt x="21" y="0"/>
                </a:cubicBezTo>
                <a:cubicBezTo>
                  <a:pt x="30" y="0"/>
                  <a:pt x="37" y="2"/>
                  <a:pt x="41" y="5"/>
                </a:cubicBezTo>
                <a:cubicBezTo>
                  <a:pt x="45" y="9"/>
                  <a:pt x="48" y="14"/>
                  <a:pt x="48" y="21"/>
                </a:cubicBezTo>
                <a:cubicBezTo>
                  <a:pt x="48" y="27"/>
                  <a:pt x="46" y="33"/>
                  <a:pt x="42" y="37"/>
                </a:cubicBezTo>
                <a:cubicBezTo>
                  <a:pt x="37" y="42"/>
                  <a:pt x="29" y="44"/>
                  <a:pt x="20" y="44"/>
                </a:cubicBezTo>
                <a:cubicBezTo>
                  <a:pt x="18" y="44"/>
                  <a:pt x="17" y="44"/>
                  <a:pt x="15" y="43"/>
                </a:cubicBezTo>
                <a:cubicBezTo>
                  <a:pt x="15" y="67"/>
                  <a:pt x="15" y="67"/>
                  <a:pt x="15" y="67"/>
                </a:cubicBezTo>
                <a:cubicBezTo>
                  <a:pt x="0" y="67"/>
                  <a:pt x="0" y="67"/>
                  <a:pt x="0" y="67"/>
                </a:cubicBezTo>
                <a:lnTo>
                  <a:pt x="0" y="1"/>
                </a:lnTo>
                <a:close/>
                <a:moveTo>
                  <a:pt x="15" y="32"/>
                </a:moveTo>
                <a:cubicBezTo>
                  <a:pt x="17" y="32"/>
                  <a:pt x="18" y="32"/>
                  <a:pt x="20" y="32"/>
                </a:cubicBezTo>
                <a:cubicBezTo>
                  <a:pt x="28" y="32"/>
                  <a:pt x="33" y="28"/>
                  <a:pt x="33" y="21"/>
                </a:cubicBezTo>
                <a:cubicBezTo>
                  <a:pt x="33" y="15"/>
                  <a:pt x="29" y="11"/>
                  <a:pt x="21" y="11"/>
                </a:cubicBezTo>
                <a:cubicBezTo>
                  <a:pt x="18" y="11"/>
                  <a:pt x="16" y="12"/>
                  <a:pt x="15" y="12"/>
                </a:cubicBezTo>
                <a:lnTo>
                  <a:pt x="15" y="32"/>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9" name="Freeform 14"/>
          <p:cNvSpPr>
            <a:spLocks/>
          </p:cNvSpPr>
          <p:nvPr/>
        </p:nvSpPr>
        <p:spPr bwMode="auto">
          <a:xfrm>
            <a:off x="6485731" y="5896020"/>
            <a:ext cx="109537" cy="239712"/>
          </a:xfrm>
          <a:custGeom>
            <a:avLst/>
            <a:gdLst>
              <a:gd name="T0" fmla="*/ 35 w 69"/>
              <a:gd name="T1" fmla="*/ 30 h 151"/>
              <a:gd name="T2" fmla="*/ 35 w 69"/>
              <a:gd name="T3" fmla="*/ 30 h 151"/>
              <a:gd name="T4" fmla="*/ 5 w 69"/>
              <a:gd name="T5" fmla="*/ 45 h 151"/>
              <a:gd name="T6" fmla="*/ 0 w 69"/>
              <a:gd name="T7" fmla="*/ 19 h 151"/>
              <a:gd name="T8" fmla="*/ 40 w 69"/>
              <a:gd name="T9" fmla="*/ 0 h 151"/>
              <a:gd name="T10" fmla="*/ 69 w 69"/>
              <a:gd name="T11" fmla="*/ 0 h 151"/>
              <a:gd name="T12" fmla="*/ 69 w 69"/>
              <a:gd name="T13" fmla="*/ 151 h 151"/>
              <a:gd name="T14" fmla="*/ 35 w 69"/>
              <a:gd name="T15" fmla="*/ 151 h 151"/>
              <a:gd name="T16" fmla="*/ 35 w 69"/>
              <a:gd name="T17" fmla="*/ 3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151">
                <a:moveTo>
                  <a:pt x="35" y="30"/>
                </a:moveTo>
                <a:lnTo>
                  <a:pt x="35" y="30"/>
                </a:lnTo>
                <a:lnTo>
                  <a:pt x="5" y="45"/>
                </a:lnTo>
                <a:lnTo>
                  <a:pt x="0" y="19"/>
                </a:lnTo>
                <a:lnTo>
                  <a:pt x="40" y="0"/>
                </a:lnTo>
                <a:lnTo>
                  <a:pt x="69" y="0"/>
                </a:lnTo>
                <a:lnTo>
                  <a:pt x="69" y="151"/>
                </a:lnTo>
                <a:lnTo>
                  <a:pt x="35" y="151"/>
                </a:lnTo>
                <a:lnTo>
                  <a:pt x="35" y="30"/>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0" name="Freeform 15"/>
          <p:cNvSpPr>
            <a:spLocks/>
          </p:cNvSpPr>
          <p:nvPr/>
        </p:nvSpPr>
        <p:spPr bwMode="auto">
          <a:xfrm>
            <a:off x="5571331" y="4805408"/>
            <a:ext cx="173037" cy="258762"/>
          </a:xfrm>
          <a:custGeom>
            <a:avLst/>
            <a:gdLst>
              <a:gd name="T0" fmla="*/ 3 w 46"/>
              <a:gd name="T1" fmla="*/ 53 h 69"/>
              <a:gd name="T2" fmla="*/ 19 w 46"/>
              <a:gd name="T3" fmla="*/ 57 h 69"/>
              <a:gd name="T4" fmla="*/ 30 w 46"/>
              <a:gd name="T5" fmla="*/ 50 h 69"/>
              <a:gd name="T6" fmla="*/ 19 w 46"/>
              <a:gd name="T7" fmla="*/ 40 h 69"/>
              <a:gd name="T8" fmla="*/ 0 w 46"/>
              <a:gd name="T9" fmla="*/ 20 h 69"/>
              <a:gd name="T10" fmla="*/ 26 w 46"/>
              <a:gd name="T11" fmla="*/ 0 h 69"/>
              <a:gd name="T12" fmla="*/ 43 w 46"/>
              <a:gd name="T13" fmla="*/ 4 h 69"/>
              <a:gd name="T14" fmla="*/ 39 w 46"/>
              <a:gd name="T15" fmla="*/ 16 h 69"/>
              <a:gd name="T16" fmla="*/ 25 w 46"/>
              <a:gd name="T17" fmla="*/ 13 h 69"/>
              <a:gd name="T18" fmla="*/ 16 w 46"/>
              <a:gd name="T19" fmla="*/ 19 h 69"/>
              <a:gd name="T20" fmla="*/ 28 w 46"/>
              <a:gd name="T21" fmla="*/ 29 h 69"/>
              <a:gd name="T22" fmla="*/ 46 w 46"/>
              <a:gd name="T23" fmla="*/ 48 h 69"/>
              <a:gd name="T24" fmla="*/ 18 w 46"/>
              <a:gd name="T25" fmla="*/ 69 h 69"/>
              <a:gd name="T26" fmla="*/ 0 w 46"/>
              <a:gd name="T27" fmla="*/ 65 h 69"/>
              <a:gd name="T28" fmla="*/ 3 w 46"/>
              <a:gd name="T29" fmla="*/ 5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 h="69">
                <a:moveTo>
                  <a:pt x="3" y="53"/>
                </a:moveTo>
                <a:cubicBezTo>
                  <a:pt x="7" y="55"/>
                  <a:pt x="13" y="57"/>
                  <a:pt x="19" y="57"/>
                </a:cubicBezTo>
                <a:cubicBezTo>
                  <a:pt x="26" y="57"/>
                  <a:pt x="30" y="54"/>
                  <a:pt x="30" y="50"/>
                </a:cubicBezTo>
                <a:cubicBezTo>
                  <a:pt x="30" y="45"/>
                  <a:pt x="27" y="43"/>
                  <a:pt x="19" y="40"/>
                </a:cubicBezTo>
                <a:cubicBezTo>
                  <a:pt x="8" y="36"/>
                  <a:pt x="0" y="30"/>
                  <a:pt x="0" y="20"/>
                </a:cubicBezTo>
                <a:cubicBezTo>
                  <a:pt x="0" y="9"/>
                  <a:pt x="10" y="0"/>
                  <a:pt x="26" y="0"/>
                </a:cubicBezTo>
                <a:cubicBezTo>
                  <a:pt x="33" y="0"/>
                  <a:pt x="39" y="2"/>
                  <a:pt x="43" y="4"/>
                </a:cubicBezTo>
                <a:cubicBezTo>
                  <a:pt x="39" y="16"/>
                  <a:pt x="39" y="16"/>
                  <a:pt x="39" y="16"/>
                </a:cubicBezTo>
                <a:cubicBezTo>
                  <a:pt x="37" y="15"/>
                  <a:pt x="32" y="13"/>
                  <a:pt x="25" y="13"/>
                </a:cubicBezTo>
                <a:cubicBezTo>
                  <a:pt x="19" y="13"/>
                  <a:pt x="16" y="16"/>
                  <a:pt x="16" y="19"/>
                </a:cubicBezTo>
                <a:cubicBezTo>
                  <a:pt x="16" y="23"/>
                  <a:pt x="19" y="25"/>
                  <a:pt x="28" y="29"/>
                </a:cubicBezTo>
                <a:cubicBezTo>
                  <a:pt x="40" y="33"/>
                  <a:pt x="46" y="39"/>
                  <a:pt x="46" y="48"/>
                </a:cubicBezTo>
                <a:cubicBezTo>
                  <a:pt x="46" y="60"/>
                  <a:pt x="37" y="69"/>
                  <a:pt x="18" y="69"/>
                </a:cubicBezTo>
                <a:cubicBezTo>
                  <a:pt x="11" y="69"/>
                  <a:pt x="3" y="67"/>
                  <a:pt x="0" y="65"/>
                </a:cubicBezTo>
                <a:lnTo>
                  <a:pt x="3" y="53"/>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1" name="Freeform 16"/>
          <p:cNvSpPr>
            <a:spLocks/>
          </p:cNvSpPr>
          <p:nvPr/>
        </p:nvSpPr>
        <p:spPr bwMode="auto">
          <a:xfrm>
            <a:off x="5763419" y="4810170"/>
            <a:ext cx="192087" cy="250825"/>
          </a:xfrm>
          <a:custGeom>
            <a:avLst/>
            <a:gdLst>
              <a:gd name="T0" fmla="*/ 43 w 121"/>
              <a:gd name="T1" fmla="*/ 30 h 158"/>
              <a:gd name="T2" fmla="*/ 0 w 121"/>
              <a:gd name="T3" fmla="*/ 30 h 158"/>
              <a:gd name="T4" fmla="*/ 0 w 121"/>
              <a:gd name="T5" fmla="*/ 0 h 158"/>
              <a:gd name="T6" fmla="*/ 121 w 121"/>
              <a:gd name="T7" fmla="*/ 0 h 158"/>
              <a:gd name="T8" fmla="*/ 121 w 121"/>
              <a:gd name="T9" fmla="*/ 30 h 158"/>
              <a:gd name="T10" fmla="*/ 78 w 121"/>
              <a:gd name="T11" fmla="*/ 30 h 158"/>
              <a:gd name="T12" fmla="*/ 78 w 121"/>
              <a:gd name="T13" fmla="*/ 158 h 158"/>
              <a:gd name="T14" fmla="*/ 43 w 121"/>
              <a:gd name="T15" fmla="*/ 158 h 158"/>
              <a:gd name="T16" fmla="*/ 43 w 121"/>
              <a:gd name="T17" fmla="*/ 3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158">
                <a:moveTo>
                  <a:pt x="43" y="30"/>
                </a:moveTo>
                <a:lnTo>
                  <a:pt x="0" y="30"/>
                </a:lnTo>
                <a:lnTo>
                  <a:pt x="0" y="0"/>
                </a:lnTo>
                <a:lnTo>
                  <a:pt x="121" y="0"/>
                </a:lnTo>
                <a:lnTo>
                  <a:pt x="121" y="30"/>
                </a:lnTo>
                <a:lnTo>
                  <a:pt x="78" y="30"/>
                </a:lnTo>
                <a:lnTo>
                  <a:pt x="78" y="158"/>
                </a:lnTo>
                <a:lnTo>
                  <a:pt x="43" y="158"/>
                </a:lnTo>
                <a:lnTo>
                  <a:pt x="43" y="30"/>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2" name="Freeform 17"/>
          <p:cNvSpPr>
            <a:spLocks/>
          </p:cNvSpPr>
          <p:nvPr/>
        </p:nvSpPr>
        <p:spPr bwMode="auto">
          <a:xfrm>
            <a:off x="5985669" y="4810170"/>
            <a:ext cx="161925" cy="250825"/>
          </a:xfrm>
          <a:custGeom>
            <a:avLst/>
            <a:gdLst>
              <a:gd name="T0" fmla="*/ 95 w 102"/>
              <a:gd name="T1" fmla="*/ 92 h 158"/>
              <a:gd name="T2" fmla="*/ 35 w 102"/>
              <a:gd name="T3" fmla="*/ 92 h 158"/>
              <a:gd name="T4" fmla="*/ 35 w 102"/>
              <a:gd name="T5" fmla="*/ 130 h 158"/>
              <a:gd name="T6" fmla="*/ 102 w 102"/>
              <a:gd name="T7" fmla="*/ 130 h 158"/>
              <a:gd name="T8" fmla="*/ 102 w 102"/>
              <a:gd name="T9" fmla="*/ 158 h 158"/>
              <a:gd name="T10" fmla="*/ 0 w 102"/>
              <a:gd name="T11" fmla="*/ 158 h 158"/>
              <a:gd name="T12" fmla="*/ 0 w 102"/>
              <a:gd name="T13" fmla="*/ 0 h 158"/>
              <a:gd name="T14" fmla="*/ 97 w 102"/>
              <a:gd name="T15" fmla="*/ 0 h 158"/>
              <a:gd name="T16" fmla="*/ 97 w 102"/>
              <a:gd name="T17" fmla="*/ 30 h 158"/>
              <a:gd name="T18" fmla="*/ 35 w 102"/>
              <a:gd name="T19" fmla="*/ 30 h 158"/>
              <a:gd name="T20" fmla="*/ 35 w 102"/>
              <a:gd name="T21" fmla="*/ 63 h 158"/>
              <a:gd name="T22" fmla="*/ 95 w 102"/>
              <a:gd name="T23" fmla="*/ 63 h 158"/>
              <a:gd name="T24" fmla="*/ 95 w 102"/>
              <a:gd name="T25" fmla="*/ 92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2" h="158">
                <a:moveTo>
                  <a:pt x="95" y="92"/>
                </a:moveTo>
                <a:lnTo>
                  <a:pt x="35" y="92"/>
                </a:lnTo>
                <a:lnTo>
                  <a:pt x="35" y="130"/>
                </a:lnTo>
                <a:lnTo>
                  <a:pt x="102" y="130"/>
                </a:lnTo>
                <a:lnTo>
                  <a:pt x="102" y="158"/>
                </a:lnTo>
                <a:lnTo>
                  <a:pt x="0" y="158"/>
                </a:lnTo>
                <a:lnTo>
                  <a:pt x="0" y="0"/>
                </a:lnTo>
                <a:lnTo>
                  <a:pt x="97" y="0"/>
                </a:lnTo>
                <a:lnTo>
                  <a:pt x="97" y="30"/>
                </a:lnTo>
                <a:lnTo>
                  <a:pt x="35" y="30"/>
                </a:lnTo>
                <a:lnTo>
                  <a:pt x="35" y="63"/>
                </a:lnTo>
                <a:lnTo>
                  <a:pt x="95" y="63"/>
                </a:lnTo>
                <a:lnTo>
                  <a:pt x="95" y="92"/>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3" name="Freeform 18"/>
          <p:cNvSpPr>
            <a:spLocks noEditPoints="1"/>
          </p:cNvSpPr>
          <p:nvPr/>
        </p:nvSpPr>
        <p:spPr bwMode="auto">
          <a:xfrm>
            <a:off x="6184106" y="4810170"/>
            <a:ext cx="180975" cy="250825"/>
          </a:xfrm>
          <a:custGeom>
            <a:avLst/>
            <a:gdLst>
              <a:gd name="T0" fmla="*/ 0 w 48"/>
              <a:gd name="T1" fmla="*/ 1 h 67"/>
              <a:gd name="T2" fmla="*/ 21 w 48"/>
              <a:gd name="T3" fmla="*/ 0 h 67"/>
              <a:gd name="T4" fmla="*/ 41 w 48"/>
              <a:gd name="T5" fmla="*/ 5 h 67"/>
              <a:gd name="T6" fmla="*/ 48 w 48"/>
              <a:gd name="T7" fmla="*/ 21 h 67"/>
              <a:gd name="T8" fmla="*/ 42 w 48"/>
              <a:gd name="T9" fmla="*/ 37 h 67"/>
              <a:gd name="T10" fmla="*/ 20 w 48"/>
              <a:gd name="T11" fmla="*/ 44 h 67"/>
              <a:gd name="T12" fmla="*/ 15 w 48"/>
              <a:gd name="T13" fmla="*/ 43 h 67"/>
              <a:gd name="T14" fmla="*/ 15 w 48"/>
              <a:gd name="T15" fmla="*/ 67 h 67"/>
              <a:gd name="T16" fmla="*/ 0 w 48"/>
              <a:gd name="T17" fmla="*/ 67 h 67"/>
              <a:gd name="T18" fmla="*/ 0 w 48"/>
              <a:gd name="T19" fmla="*/ 1 h 67"/>
              <a:gd name="T20" fmla="*/ 15 w 48"/>
              <a:gd name="T21" fmla="*/ 32 h 67"/>
              <a:gd name="T22" fmla="*/ 20 w 48"/>
              <a:gd name="T23" fmla="*/ 32 h 67"/>
              <a:gd name="T24" fmla="*/ 33 w 48"/>
              <a:gd name="T25" fmla="*/ 21 h 67"/>
              <a:gd name="T26" fmla="*/ 21 w 48"/>
              <a:gd name="T27" fmla="*/ 11 h 67"/>
              <a:gd name="T28" fmla="*/ 15 w 48"/>
              <a:gd name="T29" fmla="*/ 12 h 67"/>
              <a:gd name="T30" fmla="*/ 15 w 48"/>
              <a:gd name="T31" fmla="*/ 32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8" h="67">
                <a:moveTo>
                  <a:pt x="0" y="1"/>
                </a:moveTo>
                <a:cubicBezTo>
                  <a:pt x="5" y="0"/>
                  <a:pt x="11" y="0"/>
                  <a:pt x="21" y="0"/>
                </a:cubicBezTo>
                <a:cubicBezTo>
                  <a:pt x="30" y="0"/>
                  <a:pt x="37" y="2"/>
                  <a:pt x="41" y="5"/>
                </a:cubicBezTo>
                <a:cubicBezTo>
                  <a:pt x="45" y="9"/>
                  <a:pt x="48" y="14"/>
                  <a:pt x="48" y="21"/>
                </a:cubicBezTo>
                <a:cubicBezTo>
                  <a:pt x="48" y="27"/>
                  <a:pt x="46" y="33"/>
                  <a:pt x="42" y="37"/>
                </a:cubicBezTo>
                <a:cubicBezTo>
                  <a:pt x="37" y="41"/>
                  <a:pt x="29" y="44"/>
                  <a:pt x="20" y="44"/>
                </a:cubicBezTo>
                <a:cubicBezTo>
                  <a:pt x="18" y="44"/>
                  <a:pt x="17" y="44"/>
                  <a:pt x="15" y="43"/>
                </a:cubicBezTo>
                <a:cubicBezTo>
                  <a:pt x="15" y="67"/>
                  <a:pt x="15" y="67"/>
                  <a:pt x="15" y="67"/>
                </a:cubicBezTo>
                <a:cubicBezTo>
                  <a:pt x="0" y="67"/>
                  <a:pt x="0" y="67"/>
                  <a:pt x="0" y="67"/>
                </a:cubicBezTo>
                <a:lnTo>
                  <a:pt x="0" y="1"/>
                </a:lnTo>
                <a:close/>
                <a:moveTo>
                  <a:pt x="15" y="32"/>
                </a:moveTo>
                <a:cubicBezTo>
                  <a:pt x="17" y="32"/>
                  <a:pt x="18" y="32"/>
                  <a:pt x="20" y="32"/>
                </a:cubicBezTo>
                <a:cubicBezTo>
                  <a:pt x="28" y="32"/>
                  <a:pt x="33" y="28"/>
                  <a:pt x="33" y="21"/>
                </a:cubicBezTo>
                <a:cubicBezTo>
                  <a:pt x="33" y="15"/>
                  <a:pt x="29" y="11"/>
                  <a:pt x="21" y="11"/>
                </a:cubicBezTo>
                <a:cubicBezTo>
                  <a:pt x="18" y="11"/>
                  <a:pt x="16" y="12"/>
                  <a:pt x="15" y="12"/>
                </a:cubicBezTo>
                <a:lnTo>
                  <a:pt x="15" y="32"/>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4" name="Freeform 19"/>
          <p:cNvSpPr>
            <a:spLocks/>
          </p:cNvSpPr>
          <p:nvPr/>
        </p:nvSpPr>
        <p:spPr bwMode="auto">
          <a:xfrm>
            <a:off x="6469856" y="4816520"/>
            <a:ext cx="169862" cy="244475"/>
          </a:xfrm>
          <a:custGeom>
            <a:avLst/>
            <a:gdLst>
              <a:gd name="T0" fmla="*/ 0 w 45"/>
              <a:gd name="T1" fmla="*/ 65 h 65"/>
              <a:gd name="T2" fmla="*/ 0 w 45"/>
              <a:gd name="T3" fmla="*/ 56 h 65"/>
              <a:gd name="T4" fmla="*/ 8 w 45"/>
              <a:gd name="T5" fmla="*/ 49 h 65"/>
              <a:gd name="T6" fmla="*/ 29 w 45"/>
              <a:gd name="T7" fmla="*/ 21 h 65"/>
              <a:gd name="T8" fmla="*/ 18 w 45"/>
              <a:gd name="T9" fmla="*/ 12 h 65"/>
              <a:gd name="T10" fmla="*/ 5 w 45"/>
              <a:gd name="T11" fmla="*/ 17 h 65"/>
              <a:gd name="T12" fmla="*/ 0 w 45"/>
              <a:gd name="T13" fmla="*/ 6 h 65"/>
              <a:gd name="T14" fmla="*/ 22 w 45"/>
              <a:gd name="T15" fmla="*/ 0 h 65"/>
              <a:gd name="T16" fmla="*/ 44 w 45"/>
              <a:gd name="T17" fmla="*/ 20 h 65"/>
              <a:gd name="T18" fmla="*/ 27 w 45"/>
              <a:gd name="T19" fmla="*/ 48 h 65"/>
              <a:gd name="T20" fmla="*/ 21 w 45"/>
              <a:gd name="T21" fmla="*/ 53 h 65"/>
              <a:gd name="T22" fmla="*/ 21 w 45"/>
              <a:gd name="T23" fmla="*/ 53 h 65"/>
              <a:gd name="T24" fmla="*/ 45 w 45"/>
              <a:gd name="T25" fmla="*/ 53 h 65"/>
              <a:gd name="T26" fmla="*/ 45 w 45"/>
              <a:gd name="T27" fmla="*/ 65 h 65"/>
              <a:gd name="T28" fmla="*/ 0 w 45"/>
              <a:gd name="T2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5" h="65">
                <a:moveTo>
                  <a:pt x="0" y="65"/>
                </a:moveTo>
                <a:cubicBezTo>
                  <a:pt x="0" y="56"/>
                  <a:pt x="0" y="56"/>
                  <a:pt x="0" y="56"/>
                </a:cubicBezTo>
                <a:cubicBezTo>
                  <a:pt x="8" y="49"/>
                  <a:pt x="8" y="49"/>
                  <a:pt x="8" y="49"/>
                </a:cubicBezTo>
                <a:cubicBezTo>
                  <a:pt x="22" y="36"/>
                  <a:pt x="29" y="29"/>
                  <a:pt x="29" y="21"/>
                </a:cubicBezTo>
                <a:cubicBezTo>
                  <a:pt x="29" y="16"/>
                  <a:pt x="26" y="12"/>
                  <a:pt x="18" y="12"/>
                </a:cubicBezTo>
                <a:cubicBezTo>
                  <a:pt x="13" y="12"/>
                  <a:pt x="8" y="14"/>
                  <a:pt x="5" y="17"/>
                </a:cubicBezTo>
                <a:cubicBezTo>
                  <a:pt x="0" y="6"/>
                  <a:pt x="0" y="6"/>
                  <a:pt x="0" y="6"/>
                </a:cubicBezTo>
                <a:cubicBezTo>
                  <a:pt x="5" y="3"/>
                  <a:pt x="13" y="0"/>
                  <a:pt x="22" y="0"/>
                </a:cubicBezTo>
                <a:cubicBezTo>
                  <a:pt x="36" y="0"/>
                  <a:pt x="44" y="8"/>
                  <a:pt x="44" y="20"/>
                </a:cubicBezTo>
                <a:cubicBezTo>
                  <a:pt x="44" y="31"/>
                  <a:pt x="36" y="39"/>
                  <a:pt x="27" y="48"/>
                </a:cubicBezTo>
                <a:cubicBezTo>
                  <a:pt x="21" y="53"/>
                  <a:pt x="21" y="53"/>
                  <a:pt x="21" y="53"/>
                </a:cubicBezTo>
                <a:cubicBezTo>
                  <a:pt x="21" y="53"/>
                  <a:pt x="21" y="53"/>
                  <a:pt x="21" y="53"/>
                </a:cubicBezTo>
                <a:cubicBezTo>
                  <a:pt x="45" y="53"/>
                  <a:pt x="45" y="53"/>
                  <a:pt x="45" y="53"/>
                </a:cubicBezTo>
                <a:cubicBezTo>
                  <a:pt x="45" y="65"/>
                  <a:pt x="45" y="65"/>
                  <a:pt x="45" y="65"/>
                </a:cubicBezTo>
                <a:lnTo>
                  <a:pt x="0" y="65"/>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5" name="Freeform 20"/>
          <p:cNvSpPr>
            <a:spLocks/>
          </p:cNvSpPr>
          <p:nvPr/>
        </p:nvSpPr>
        <p:spPr bwMode="auto">
          <a:xfrm>
            <a:off x="5571331" y="3802108"/>
            <a:ext cx="173037" cy="258762"/>
          </a:xfrm>
          <a:custGeom>
            <a:avLst/>
            <a:gdLst>
              <a:gd name="T0" fmla="*/ 3 w 46"/>
              <a:gd name="T1" fmla="*/ 52 h 69"/>
              <a:gd name="T2" fmla="*/ 19 w 46"/>
              <a:gd name="T3" fmla="*/ 56 h 69"/>
              <a:gd name="T4" fmla="*/ 30 w 46"/>
              <a:gd name="T5" fmla="*/ 49 h 69"/>
              <a:gd name="T6" fmla="*/ 19 w 46"/>
              <a:gd name="T7" fmla="*/ 40 h 69"/>
              <a:gd name="T8" fmla="*/ 0 w 46"/>
              <a:gd name="T9" fmla="*/ 20 h 69"/>
              <a:gd name="T10" fmla="*/ 26 w 46"/>
              <a:gd name="T11" fmla="*/ 0 h 69"/>
              <a:gd name="T12" fmla="*/ 43 w 46"/>
              <a:gd name="T13" fmla="*/ 3 h 69"/>
              <a:gd name="T14" fmla="*/ 39 w 46"/>
              <a:gd name="T15" fmla="*/ 15 h 69"/>
              <a:gd name="T16" fmla="*/ 25 w 46"/>
              <a:gd name="T17" fmla="*/ 12 h 69"/>
              <a:gd name="T18" fmla="*/ 16 w 46"/>
              <a:gd name="T19" fmla="*/ 19 h 69"/>
              <a:gd name="T20" fmla="*/ 28 w 46"/>
              <a:gd name="T21" fmla="*/ 28 h 69"/>
              <a:gd name="T22" fmla="*/ 46 w 46"/>
              <a:gd name="T23" fmla="*/ 48 h 69"/>
              <a:gd name="T24" fmla="*/ 18 w 46"/>
              <a:gd name="T25" fmla="*/ 69 h 69"/>
              <a:gd name="T26" fmla="*/ 0 w 46"/>
              <a:gd name="T27" fmla="*/ 65 h 69"/>
              <a:gd name="T28" fmla="*/ 3 w 46"/>
              <a:gd name="T29" fmla="*/ 5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 h="69">
                <a:moveTo>
                  <a:pt x="3" y="52"/>
                </a:moveTo>
                <a:cubicBezTo>
                  <a:pt x="7" y="54"/>
                  <a:pt x="13" y="56"/>
                  <a:pt x="19" y="56"/>
                </a:cubicBezTo>
                <a:cubicBezTo>
                  <a:pt x="26" y="56"/>
                  <a:pt x="30" y="54"/>
                  <a:pt x="30" y="49"/>
                </a:cubicBezTo>
                <a:cubicBezTo>
                  <a:pt x="30" y="45"/>
                  <a:pt x="27" y="43"/>
                  <a:pt x="19" y="40"/>
                </a:cubicBezTo>
                <a:cubicBezTo>
                  <a:pt x="8" y="36"/>
                  <a:pt x="0" y="30"/>
                  <a:pt x="0" y="20"/>
                </a:cubicBezTo>
                <a:cubicBezTo>
                  <a:pt x="0" y="9"/>
                  <a:pt x="10" y="0"/>
                  <a:pt x="26" y="0"/>
                </a:cubicBezTo>
                <a:cubicBezTo>
                  <a:pt x="33" y="0"/>
                  <a:pt x="39" y="1"/>
                  <a:pt x="43" y="3"/>
                </a:cubicBezTo>
                <a:cubicBezTo>
                  <a:pt x="39" y="15"/>
                  <a:pt x="39" y="15"/>
                  <a:pt x="39" y="15"/>
                </a:cubicBezTo>
                <a:cubicBezTo>
                  <a:pt x="37" y="14"/>
                  <a:pt x="32" y="12"/>
                  <a:pt x="25" y="12"/>
                </a:cubicBezTo>
                <a:cubicBezTo>
                  <a:pt x="19" y="12"/>
                  <a:pt x="16" y="15"/>
                  <a:pt x="16" y="19"/>
                </a:cubicBezTo>
                <a:cubicBezTo>
                  <a:pt x="16" y="23"/>
                  <a:pt x="19" y="25"/>
                  <a:pt x="28" y="28"/>
                </a:cubicBezTo>
                <a:cubicBezTo>
                  <a:pt x="40" y="33"/>
                  <a:pt x="46" y="39"/>
                  <a:pt x="46" y="48"/>
                </a:cubicBezTo>
                <a:cubicBezTo>
                  <a:pt x="46" y="59"/>
                  <a:pt x="37" y="69"/>
                  <a:pt x="18" y="69"/>
                </a:cubicBezTo>
                <a:cubicBezTo>
                  <a:pt x="11" y="69"/>
                  <a:pt x="3" y="67"/>
                  <a:pt x="0" y="65"/>
                </a:cubicBezTo>
                <a:lnTo>
                  <a:pt x="3" y="52"/>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6" name="Freeform 21"/>
          <p:cNvSpPr>
            <a:spLocks/>
          </p:cNvSpPr>
          <p:nvPr/>
        </p:nvSpPr>
        <p:spPr bwMode="auto">
          <a:xfrm>
            <a:off x="5763419" y="3805283"/>
            <a:ext cx="192087" cy="252412"/>
          </a:xfrm>
          <a:custGeom>
            <a:avLst/>
            <a:gdLst>
              <a:gd name="T0" fmla="*/ 43 w 121"/>
              <a:gd name="T1" fmla="*/ 31 h 159"/>
              <a:gd name="T2" fmla="*/ 0 w 121"/>
              <a:gd name="T3" fmla="*/ 31 h 159"/>
              <a:gd name="T4" fmla="*/ 0 w 121"/>
              <a:gd name="T5" fmla="*/ 0 h 159"/>
              <a:gd name="T6" fmla="*/ 121 w 121"/>
              <a:gd name="T7" fmla="*/ 0 h 159"/>
              <a:gd name="T8" fmla="*/ 121 w 121"/>
              <a:gd name="T9" fmla="*/ 31 h 159"/>
              <a:gd name="T10" fmla="*/ 78 w 121"/>
              <a:gd name="T11" fmla="*/ 31 h 159"/>
              <a:gd name="T12" fmla="*/ 78 w 121"/>
              <a:gd name="T13" fmla="*/ 159 h 159"/>
              <a:gd name="T14" fmla="*/ 43 w 121"/>
              <a:gd name="T15" fmla="*/ 159 h 159"/>
              <a:gd name="T16" fmla="*/ 43 w 121"/>
              <a:gd name="T17" fmla="*/ 3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159">
                <a:moveTo>
                  <a:pt x="43" y="31"/>
                </a:moveTo>
                <a:lnTo>
                  <a:pt x="0" y="31"/>
                </a:lnTo>
                <a:lnTo>
                  <a:pt x="0" y="0"/>
                </a:lnTo>
                <a:lnTo>
                  <a:pt x="121" y="0"/>
                </a:lnTo>
                <a:lnTo>
                  <a:pt x="121" y="31"/>
                </a:lnTo>
                <a:lnTo>
                  <a:pt x="78" y="31"/>
                </a:lnTo>
                <a:lnTo>
                  <a:pt x="78" y="159"/>
                </a:lnTo>
                <a:lnTo>
                  <a:pt x="43" y="159"/>
                </a:lnTo>
                <a:lnTo>
                  <a:pt x="43" y="31"/>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7" name="Freeform 22"/>
          <p:cNvSpPr>
            <a:spLocks/>
          </p:cNvSpPr>
          <p:nvPr/>
        </p:nvSpPr>
        <p:spPr bwMode="auto">
          <a:xfrm>
            <a:off x="5985669" y="3805283"/>
            <a:ext cx="161925" cy="252412"/>
          </a:xfrm>
          <a:custGeom>
            <a:avLst/>
            <a:gdLst>
              <a:gd name="T0" fmla="*/ 95 w 102"/>
              <a:gd name="T1" fmla="*/ 93 h 159"/>
              <a:gd name="T2" fmla="*/ 35 w 102"/>
              <a:gd name="T3" fmla="*/ 93 h 159"/>
              <a:gd name="T4" fmla="*/ 35 w 102"/>
              <a:gd name="T5" fmla="*/ 128 h 159"/>
              <a:gd name="T6" fmla="*/ 102 w 102"/>
              <a:gd name="T7" fmla="*/ 128 h 159"/>
              <a:gd name="T8" fmla="*/ 102 w 102"/>
              <a:gd name="T9" fmla="*/ 159 h 159"/>
              <a:gd name="T10" fmla="*/ 0 w 102"/>
              <a:gd name="T11" fmla="*/ 159 h 159"/>
              <a:gd name="T12" fmla="*/ 0 w 102"/>
              <a:gd name="T13" fmla="*/ 0 h 159"/>
              <a:gd name="T14" fmla="*/ 97 w 102"/>
              <a:gd name="T15" fmla="*/ 0 h 159"/>
              <a:gd name="T16" fmla="*/ 97 w 102"/>
              <a:gd name="T17" fmla="*/ 29 h 159"/>
              <a:gd name="T18" fmla="*/ 35 w 102"/>
              <a:gd name="T19" fmla="*/ 29 h 159"/>
              <a:gd name="T20" fmla="*/ 35 w 102"/>
              <a:gd name="T21" fmla="*/ 62 h 159"/>
              <a:gd name="T22" fmla="*/ 95 w 102"/>
              <a:gd name="T23" fmla="*/ 62 h 159"/>
              <a:gd name="T24" fmla="*/ 95 w 102"/>
              <a:gd name="T25" fmla="*/ 93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2" h="159">
                <a:moveTo>
                  <a:pt x="95" y="93"/>
                </a:moveTo>
                <a:lnTo>
                  <a:pt x="35" y="93"/>
                </a:lnTo>
                <a:lnTo>
                  <a:pt x="35" y="128"/>
                </a:lnTo>
                <a:lnTo>
                  <a:pt x="102" y="128"/>
                </a:lnTo>
                <a:lnTo>
                  <a:pt x="102" y="159"/>
                </a:lnTo>
                <a:lnTo>
                  <a:pt x="0" y="159"/>
                </a:lnTo>
                <a:lnTo>
                  <a:pt x="0" y="0"/>
                </a:lnTo>
                <a:lnTo>
                  <a:pt x="97" y="0"/>
                </a:lnTo>
                <a:lnTo>
                  <a:pt x="97" y="29"/>
                </a:lnTo>
                <a:lnTo>
                  <a:pt x="35" y="29"/>
                </a:lnTo>
                <a:lnTo>
                  <a:pt x="35" y="62"/>
                </a:lnTo>
                <a:lnTo>
                  <a:pt x="95" y="62"/>
                </a:lnTo>
                <a:lnTo>
                  <a:pt x="95" y="93"/>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8" name="Freeform 23"/>
          <p:cNvSpPr>
            <a:spLocks noEditPoints="1"/>
          </p:cNvSpPr>
          <p:nvPr/>
        </p:nvSpPr>
        <p:spPr bwMode="auto">
          <a:xfrm>
            <a:off x="6184106" y="3802108"/>
            <a:ext cx="180975" cy="255587"/>
          </a:xfrm>
          <a:custGeom>
            <a:avLst/>
            <a:gdLst>
              <a:gd name="T0" fmla="*/ 0 w 48"/>
              <a:gd name="T1" fmla="*/ 2 h 68"/>
              <a:gd name="T2" fmla="*/ 21 w 48"/>
              <a:gd name="T3" fmla="*/ 0 h 68"/>
              <a:gd name="T4" fmla="*/ 41 w 48"/>
              <a:gd name="T5" fmla="*/ 6 h 68"/>
              <a:gd name="T6" fmla="*/ 48 w 48"/>
              <a:gd name="T7" fmla="*/ 21 h 68"/>
              <a:gd name="T8" fmla="*/ 42 w 48"/>
              <a:gd name="T9" fmla="*/ 37 h 68"/>
              <a:gd name="T10" fmla="*/ 20 w 48"/>
              <a:gd name="T11" fmla="*/ 44 h 68"/>
              <a:gd name="T12" fmla="*/ 15 w 48"/>
              <a:gd name="T13" fmla="*/ 44 h 68"/>
              <a:gd name="T14" fmla="*/ 15 w 48"/>
              <a:gd name="T15" fmla="*/ 68 h 68"/>
              <a:gd name="T16" fmla="*/ 0 w 48"/>
              <a:gd name="T17" fmla="*/ 68 h 68"/>
              <a:gd name="T18" fmla="*/ 0 w 48"/>
              <a:gd name="T19" fmla="*/ 2 h 68"/>
              <a:gd name="T20" fmla="*/ 15 w 48"/>
              <a:gd name="T21" fmla="*/ 32 h 68"/>
              <a:gd name="T22" fmla="*/ 20 w 48"/>
              <a:gd name="T23" fmla="*/ 33 h 68"/>
              <a:gd name="T24" fmla="*/ 33 w 48"/>
              <a:gd name="T25" fmla="*/ 22 h 68"/>
              <a:gd name="T26" fmla="*/ 21 w 48"/>
              <a:gd name="T27" fmla="*/ 12 h 68"/>
              <a:gd name="T28" fmla="*/ 15 w 48"/>
              <a:gd name="T29" fmla="*/ 12 h 68"/>
              <a:gd name="T30" fmla="*/ 15 w 48"/>
              <a:gd name="T31" fmla="*/ 3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8" h="68">
                <a:moveTo>
                  <a:pt x="0" y="2"/>
                </a:moveTo>
                <a:cubicBezTo>
                  <a:pt x="5" y="1"/>
                  <a:pt x="11" y="0"/>
                  <a:pt x="21" y="0"/>
                </a:cubicBezTo>
                <a:cubicBezTo>
                  <a:pt x="30" y="0"/>
                  <a:pt x="37" y="2"/>
                  <a:pt x="41" y="6"/>
                </a:cubicBezTo>
                <a:cubicBezTo>
                  <a:pt x="45" y="9"/>
                  <a:pt x="48" y="15"/>
                  <a:pt x="48" y="21"/>
                </a:cubicBezTo>
                <a:cubicBezTo>
                  <a:pt x="48" y="28"/>
                  <a:pt x="46" y="33"/>
                  <a:pt x="42" y="37"/>
                </a:cubicBezTo>
                <a:cubicBezTo>
                  <a:pt x="37" y="42"/>
                  <a:pt x="29" y="44"/>
                  <a:pt x="20" y="44"/>
                </a:cubicBezTo>
                <a:cubicBezTo>
                  <a:pt x="18" y="44"/>
                  <a:pt x="17" y="44"/>
                  <a:pt x="15" y="44"/>
                </a:cubicBezTo>
                <a:cubicBezTo>
                  <a:pt x="15" y="68"/>
                  <a:pt x="15" y="68"/>
                  <a:pt x="15" y="68"/>
                </a:cubicBezTo>
                <a:cubicBezTo>
                  <a:pt x="0" y="68"/>
                  <a:pt x="0" y="68"/>
                  <a:pt x="0" y="68"/>
                </a:cubicBezTo>
                <a:lnTo>
                  <a:pt x="0" y="2"/>
                </a:lnTo>
                <a:close/>
                <a:moveTo>
                  <a:pt x="15" y="32"/>
                </a:moveTo>
                <a:cubicBezTo>
                  <a:pt x="17" y="33"/>
                  <a:pt x="18" y="33"/>
                  <a:pt x="20" y="33"/>
                </a:cubicBezTo>
                <a:cubicBezTo>
                  <a:pt x="28" y="33"/>
                  <a:pt x="33" y="29"/>
                  <a:pt x="33" y="22"/>
                </a:cubicBezTo>
                <a:cubicBezTo>
                  <a:pt x="33" y="16"/>
                  <a:pt x="29" y="12"/>
                  <a:pt x="21" y="12"/>
                </a:cubicBezTo>
                <a:cubicBezTo>
                  <a:pt x="18" y="12"/>
                  <a:pt x="16" y="12"/>
                  <a:pt x="15" y="12"/>
                </a:cubicBezTo>
                <a:lnTo>
                  <a:pt x="15" y="32"/>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9" name="Freeform 24"/>
          <p:cNvSpPr>
            <a:spLocks/>
          </p:cNvSpPr>
          <p:nvPr/>
        </p:nvSpPr>
        <p:spPr bwMode="auto">
          <a:xfrm>
            <a:off x="6466681" y="3810045"/>
            <a:ext cx="173037" cy="250825"/>
          </a:xfrm>
          <a:custGeom>
            <a:avLst/>
            <a:gdLst>
              <a:gd name="T0" fmla="*/ 3 w 46"/>
              <a:gd name="T1" fmla="*/ 51 h 67"/>
              <a:gd name="T2" fmla="*/ 18 w 46"/>
              <a:gd name="T3" fmla="*/ 55 h 67"/>
              <a:gd name="T4" fmla="*/ 30 w 46"/>
              <a:gd name="T5" fmla="*/ 46 h 67"/>
              <a:gd name="T6" fmla="*/ 17 w 46"/>
              <a:gd name="T7" fmla="*/ 37 h 67"/>
              <a:gd name="T8" fmla="*/ 11 w 46"/>
              <a:gd name="T9" fmla="*/ 37 h 67"/>
              <a:gd name="T10" fmla="*/ 11 w 46"/>
              <a:gd name="T11" fmla="*/ 26 h 67"/>
              <a:gd name="T12" fmla="*/ 17 w 46"/>
              <a:gd name="T13" fmla="*/ 26 h 67"/>
              <a:gd name="T14" fmla="*/ 28 w 46"/>
              <a:gd name="T15" fmla="*/ 19 h 67"/>
              <a:gd name="T16" fmla="*/ 19 w 46"/>
              <a:gd name="T17" fmla="*/ 12 h 67"/>
              <a:gd name="T18" fmla="*/ 5 w 46"/>
              <a:gd name="T19" fmla="*/ 16 h 67"/>
              <a:gd name="T20" fmla="*/ 2 w 46"/>
              <a:gd name="T21" fmla="*/ 5 h 67"/>
              <a:gd name="T22" fmla="*/ 22 w 46"/>
              <a:gd name="T23" fmla="*/ 0 h 67"/>
              <a:gd name="T24" fmla="*/ 44 w 46"/>
              <a:gd name="T25" fmla="*/ 16 h 67"/>
              <a:gd name="T26" fmla="*/ 32 w 46"/>
              <a:gd name="T27" fmla="*/ 31 h 67"/>
              <a:gd name="T28" fmla="*/ 32 w 46"/>
              <a:gd name="T29" fmla="*/ 31 h 67"/>
              <a:gd name="T30" fmla="*/ 46 w 46"/>
              <a:gd name="T31" fmla="*/ 47 h 67"/>
              <a:gd name="T32" fmla="*/ 19 w 46"/>
              <a:gd name="T33" fmla="*/ 67 h 67"/>
              <a:gd name="T34" fmla="*/ 0 w 46"/>
              <a:gd name="T35" fmla="*/ 62 h 67"/>
              <a:gd name="T36" fmla="*/ 3 w 46"/>
              <a:gd name="T37"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6" h="67">
                <a:moveTo>
                  <a:pt x="3" y="51"/>
                </a:moveTo>
                <a:cubicBezTo>
                  <a:pt x="6" y="52"/>
                  <a:pt x="12" y="55"/>
                  <a:pt x="18" y="55"/>
                </a:cubicBezTo>
                <a:cubicBezTo>
                  <a:pt x="26" y="55"/>
                  <a:pt x="30" y="51"/>
                  <a:pt x="30" y="46"/>
                </a:cubicBezTo>
                <a:cubicBezTo>
                  <a:pt x="30" y="40"/>
                  <a:pt x="24" y="37"/>
                  <a:pt x="17" y="37"/>
                </a:cubicBezTo>
                <a:cubicBezTo>
                  <a:pt x="11" y="37"/>
                  <a:pt x="11" y="37"/>
                  <a:pt x="11" y="37"/>
                </a:cubicBezTo>
                <a:cubicBezTo>
                  <a:pt x="11" y="26"/>
                  <a:pt x="11" y="26"/>
                  <a:pt x="11" y="26"/>
                </a:cubicBezTo>
                <a:cubicBezTo>
                  <a:pt x="17" y="26"/>
                  <a:pt x="17" y="26"/>
                  <a:pt x="17" y="26"/>
                </a:cubicBezTo>
                <a:cubicBezTo>
                  <a:pt x="22" y="26"/>
                  <a:pt x="28" y="24"/>
                  <a:pt x="28" y="19"/>
                </a:cubicBezTo>
                <a:cubicBezTo>
                  <a:pt x="28" y="15"/>
                  <a:pt x="25" y="12"/>
                  <a:pt x="19" y="12"/>
                </a:cubicBezTo>
                <a:cubicBezTo>
                  <a:pt x="14" y="12"/>
                  <a:pt x="8" y="14"/>
                  <a:pt x="5" y="16"/>
                </a:cubicBezTo>
                <a:cubicBezTo>
                  <a:pt x="2" y="5"/>
                  <a:pt x="2" y="5"/>
                  <a:pt x="2" y="5"/>
                </a:cubicBezTo>
                <a:cubicBezTo>
                  <a:pt x="6" y="3"/>
                  <a:pt x="14" y="0"/>
                  <a:pt x="22" y="0"/>
                </a:cubicBezTo>
                <a:cubicBezTo>
                  <a:pt x="36" y="0"/>
                  <a:pt x="44" y="7"/>
                  <a:pt x="44" y="16"/>
                </a:cubicBezTo>
                <a:cubicBezTo>
                  <a:pt x="44" y="23"/>
                  <a:pt x="40" y="29"/>
                  <a:pt x="32" y="31"/>
                </a:cubicBezTo>
                <a:cubicBezTo>
                  <a:pt x="32" y="31"/>
                  <a:pt x="32" y="31"/>
                  <a:pt x="32" y="31"/>
                </a:cubicBezTo>
                <a:cubicBezTo>
                  <a:pt x="40" y="33"/>
                  <a:pt x="46" y="39"/>
                  <a:pt x="46" y="47"/>
                </a:cubicBezTo>
                <a:cubicBezTo>
                  <a:pt x="46" y="59"/>
                  <a:pt x="36" y="67"/>
                  <a:pt x="19" y="67"/>
                </a:cubicBezTo>
                <a:cubicBezTo>
                  <a:pt x="11" y="67"/>
                  <a:pt x="4" y="65"/>
                  <a:pt x="0" y="62"/>
                </a:cubicBezTo>
                <a:lnTo>
                  <a:pt x="3" y="51"/>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40" name="Freeform 25"/>
          <p:cNvSpPr>
            <a:spLocks/>
          </p:cNvSpPr>
          <p:nvPr/>
        </p:nvSpPr>
        <p:spPr bwMode="auto">
          <a:xfrm>
            <a:off x="5571331" y="2663870"/>
            <a:ext cx="173037" cy="258762"/>
          </a:xfrm>
          <a:custGeom>
            <a:avLst/>
            <a:gdLst>
              <a:gd name="T0" fmla="*/ 3 w 46"/>
              <a:gd name="T1" fmla="*/ 53 h 69"/>
              <a:gd name="T2" fmla="*/ 19 w 46"/>
              <a:gd name="T3" fmla="*/ 57 h 69"/>
              <a:gd name="T4" fmla="*/ 30 w 46"/>
              <a:gd name="T5" fmla="*/ 50 h 69"/>
              <a:gd name="T6" fmla="*/ 19 w 46"/>
              <a:gd name="T7" fmla="*/ 40 h 69"/>
              <a:gd name="T8" fmla="*/ 0 w 46"/>
              <a:gd name="T9" fmla="*/ 20 h 69"/>
              <a:gd name="T10" fmla="*/ 26 w 46"/>
              <a:gd name="T11" fmla="*/ 0 h 69"/>
              <a:gd name="T12" fmla="*/ 43 w 46"/>
              <a:gd name="T13" fmla="*/ 4 h 69"/>
              <a:gd name="T14" fmla="*/ 39 w 46"/>
              <a:gd name="T15" fmla="*/ 16 h 69"/>
              <a:gd name="T16" fmla="*/ 25 w 46"/>
              <a:gd name="T17" fmla="*/ 13 h 69"/>
              <a:gd name="T18" fmla="*/ 16 w 46"/>
              <a:gd name="T19" fmla="*/ 19 h 69"/>
              <a:gd name="T20" fmla="*/ 28 w 46"/>
              <a:gd name="T21" fmla="*/ 28 h 69"/>
              <a:gd name="T22" fmla="*/ 46 w 46"/>
              <a:gd name="T23" fmla="*/ 48 h 69"/>
              <a:gd name="T24" fmla="*/ 18 w 46"/>
              <a:gd name="T25" fmla="*/ 69 h 69"/>
              <a:gd name="T26" fmla="*/ 0 w 46"/>
              <a:gd name="T27" fmla="*/ 65 h 69"/>
              <a:gd name="T28" fmla="*/ 3 w 46"/>
              <a:gd name="T29" fmla="*/ 5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 h="69">
                <a:moveTo>
                  <a:pt x="3" y="53"/>
                </a:moveTo>
                <a:cubicBezTo>
                  <a:pt x="7" y="55"/>
                  <a:pt x="13" y="57"/>
                  <a:pt x="19" y="57"/>
                </a:cubicBezTo>
                <a:cubicBezTo>
                  <a:pt x="26" y="57"/>
                  <a:pt x="30" y="54"/>
                  <a:pt x="30" y="50"/>
                </a:cubicBezTo>
                <a:cubicBezTo>
                  <a:pt x="30" y="45"/>
                  <a:pt x="27" y="43"/>
                  <a:pt x="19" y="40"/>
                </a:cubicBezTo>
                <a:cubicBezTo>
                  <a:pt x="8" y="36"/>
                  <a:pt x="0" y="30"/>
                  <a:pt x="0" y="20"/>
                </a:cubicBezTo>
                <a:cubicBezTo>
                  <a:pt x="0" y="9"/>
                  <a:pt x="10" y="0"/>
                  <a:pt x="26" y="0"/>
                </a:cubicBezTo>
                <a:cubicBezTo>
                  <a:pt x="33" y="0"/>
                  <a:pt x="39" y="2"/>
                  <a:pt x="43" y="4"/>
                </a:cubicBezTo>
                <a:cubicBezTo>
                  <a:pt x="39" y="16"/>
                  <a:pt x="39" y="16"/>
                  <a:pt x="39" y="16"/>
                </a:cubicBezTo>
                <a:cubicBezTo>
                  <a:pt x="37" y="14"/>
                  <a:pt x="32" y="13"/>
                  <a:pt x="25" y="13"/>
                </a:cubicBezTo>
                <a:cubicBezTo>
                  <a:pt x="19" y="13"/>
                  <a:pt x="16" y="16"/>
                  <a:pt x="16" y="19"/>
                </a:cubicBezTo>
                <a:cubicBezTo>
                  <a:pt x="16" y="23"/>
                  <a:pt x="19" y="25"/>
                  <a:pt x="28" y="28"/>
                </a:cubicBezTo>
                <a:cubicBezTo>
                  <a:pt x="40" y="33"/>
                  <a:pt x="46" y="39"/>
                  <a:pt x="46" y="48"/>
                </a:cubicBezTo>
                <a:cubicBezTo>
                  <a:pt x="46" y="60"/>
                  <a:pt x="37" y="69"/>
                  <a:pt x="18" y="69"/>
                </a:cubicBezTo>
                <a:cubicBezTo>
                  <a:pt x="11" y="69"/>
                  <a:pt x="3" y="67"/>
                  <a:pt x="0" y="65"/>
                </a:cubicBezTo>
                <a:lnTo>
                  <a:pt x="3" y="53"/>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41" name="Freeform 26"/>
          <p:cNvSpPr>
            <a:spLocks/>
          </p:cNvSpPr>
          <p:nvPr/>
        </p:nvSpPr>
        <p:spPr bwMode="auto">
          <a:xfrm>
            <a:off x="5763419" y="2667045"/>
            <a:ext cx="192087" cy="252412"/>
          </a:xfrm>
          <a:custGeom>
            <a:avLst/>
            <a:gdLst>
              <a:gd name="T0" fmla="*/ 43 w 121"/>
              <a:gd name="T1" fmla="*/ 31 h 159"/>
              <a:gd name="T2" fmla="*/ 0 w 121"/>
              <a:gd name="T3" fmla="*/ 31 h 159"/>
              <a:gd name="T4" fmla="*/ 0 w 121"/>
              <a:gd name="T5" fmla="*/ 0 h 159"/>
              <a:gd name="T6" fmla="*/ 121 w 121"/>
              <a:gd name="T7" fmla="*/ 0 h 159"/>
              <a:gd name="T8" fmla="*/ 121 w 121"/>
              <a:gd name="T9" fmla="*/ 31 h 159"/>
              <a:gd name="T10" fmla="*/ 78 w 121"/>
              <a:gd name="T11" fmla="*/ 31 h 159"/>
              <a:gd name="T12" fmla="*/ 78 w 121"/>
              <a:gd name="T13" fmla="*/ 159 h 159"/>
              <a:gd name="T14" fmla="*/ 43 w 121"/>
              <a:gd name="T15" fmla="*/ 159 h 159"/>
              <a:gd name="T16" fmla="*/ 43 w 121"/>
              <a:gd name="T17" fmla="*/ 3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159">
                <a:moveTo>
                  <a:pt x="43" y="31"/>
                </a:moveTo>
                <a:lnTo>
                  <a:pt x="0" y="31"/>
                </a:lnTo>
                <a:lnTo>
                  <a:pt x="0" y="0"/>
                </a:lnTo>
                <a:lnTo>
                  <a:pt x="121" y="0"/>
                </a:lnTo>
                <a:lnTo>
                  <a:pt x="121" y="31"/>
                </a:lnTo>
                <a:lnTo>
                  <a:pt x="78" y="31"/>
                </a:lnTo>
                <a:lnTo>
                  <a:pt x="78" y="159"/>
                </a:lnTo>
                <a:lnTo>
                  <a:pt x="43" y="159"/>
                </a:lnTo>
                <a:lnTo>
                  <a:pt x="43" y="31"/>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42" name="Freeform 27"/>
          <p:cNvSpPr>
            <a:spLocks/>
          </p:cNvSpPr>
          <p:nvPr/>
        </p:nvSpPr>
        <p:spPr bwMode="auto">
          <a:xfrm>
            <a:off x="5985669" y="2667045"/>
            <a:ext cx="161925" cy="252412"/>
          </a:xfrm>
          <a:custGeom>
            <a:avLst/>
            <a:gdLst>
              <a:gd name="T0" fmla="*/ 95 w 102"/>
              <a:gd name="T1" fmla="*/ 93 h 159"/>
              <a:gd name="T2" fmla="*/ 35 w 102"/>
              <a:gd name="T3" fmla="*/ 93 h 159"/>
              <a:gd name="T4" fmla="*/ 35 w 102"/>
              <a:gd name="T5" fmla="*/ 130 h 159"/>
              <a:gd name="T6" fmla="*/ 102 w 102"/>
              <a:gd name="T7" fmla="*/ 130 h 159"/>
              <a:gd name="T8" fmla="*/ 102 w 102"/>
              <a:gd name="T9" fmla="*/ 159 h 159"/>
              <a:gd name="T10" fmla="*/ 0 w 102"/>
              <a:gd name="T11" fmla="*/ 159 h 159"/>
              <a:gd name="T12" fmla="*/ 0 w 102"/>
              <a:gd name="T13" fmla="*/ 0 h 159"/>
              <a:gd name="T14" fmla="*/ 97 w 102"/>
              <a:gd name="T15" fmla="*/ 0 h 159"/>
              <a:gd name="T16" fmla="*/ 97 w 102"/>
              <a:gd name="T17" fmla="*/ 31 h 159"/>
              <a:gd name="T18" fmla="*/ 35 w 102"/>
              <a:gd name="T19" fmla="*/ 31 h 159"/>
              <a:gd name="T20" fmla="*/ 35 w 102"/>
              <a:gd name="T21" fmla="*/ 64 h 159"/>
              <a:gd name="T22" fmla="*/ 95 w 102"/>
              <a:gd name="T23" fmla="*/ 64 h 159"/>
              <a:gd name="T24" fmla="*/ 95 w 102"/>
              <a:gd name="T25" fmla="*/ 93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2" h="159">
                <a:moveTo>
                  <a:pt x="95" y="93"/>
                </a:moveTo>
                <a:lnTo>
                  <a:pt x="35" y="93"/>
                </a:lnTo>
                <a:lnTo>
                  <a:pt x="35" y="130"/>
                </a:lnTo>
                <a:lnTo>
                  <a:pt x="102" y="130"/>
                </a:lnTo>
                <a:lnTo>
                  <a:pt x="102" y="159"/>
                </a:lnTo>
                <a:lnTo>
                  <a:pt x="0" y="159"/>
                </a:lnTo>
                <a:lnTo>
                  <a:pt x="0" y="0"/>
                </a:lnTo>
                <a:lnTo>
                  <a:pt x="97" y="0"/>
                </a:lnTo>
                <a:lnTo>
                  <a:pt x="97" y="31"/>
                </a:lnTo>
                <a:lnTo>
                  <a:pt x="35" y="31"/>
                </a:lnTo>
                <a:lnTo>
                  <a:pt x="35" y="64"/>
                </a:lnTo>
                <a:lnTo>
                  <a:pt x="95" y="64"/>
                </a:lnTo>
                <a:lnTo>
                  <a:pt x="95" y="93"/>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43" name="Freeform 28"/>
          <p:cNvSpPr>
            <a:spLocks noEditPoints="1"/>
          </p:cNvSpPr>
          <p:nvPr/>
        </p:nvSpPr>
        <p:spPr bwMode="auto">
          <a:xfrm>
            <a:off x="6184106" y="2667045"/>
            <a:ext cx="180975" cy="252412"/>
          </a:xfrm>
          <a:custGeom>
            <a:avLst/>
            <a:gdLst>
              <a:gd name="T0" fmla="*/ 0 w 48"/>
              <a:gd name="T1" fmla="*/ 1 h 67"/>
              <a:gd name="T2" fmla="*/ 21 w 48"/>
              <a:gd name="T3" fmla="*/ 0 h 67"/>
              <a:gd name="T4" fmla="*/ 41 w 48"/>
              <a:gd name="T5" fmla="*/ 5 h 67"/>
              <a:gd name="T6" fmla="*/ 48 w 48"/>
              <a:gd name="T7" fmla="*/ 21 h 67"/>
              <a:gd name="T8" fmla="*/ 42 w 48"/>
              <a:gd name="T9" fmla="*/ 37 h 67"/>
              <a:gd name="T10" fmla="*/ 20 w 48"/>
              <a:gd name="T11" fmla="*/ 44 h 67"/>
              <a:gd name="T12" fmla="*/ 15 w 48"/>
              <a:gd name="T13" fmla="*/ 43 h 67"/>
              <a:gd name="T14" fmla="*/ 15 w 48"/>
              <a:gd name="T15" fmla="*/ 67 h 67"/>
              <a:gd name="T16" fmla="*/ 0 w 48"/>
              <a:gd name="T17" fmla="*/ 67 h 67"/>
              <a:gd name="T18" fmla="*/ 0 w 48"/>
              <a:gd name="T19" fmla="*/ 1 h 67"/>
              <a:gd name="T20" fmla="*/ 15 w 48"/>
              <a:gd name="T21" fmla="*/ 32 h 67"/>
              <a:gd name="T22" fmla="*/ 20 w 48"/>
              <a:gd name="T23" fmla="*/ 32 h 67"/>
              <a:gd name="T24" fmla="*/ 33 w 48"/>
              <a:gd name="T25" fmla="*/ 21 h 67"/>
              <a:gd name="T26" fmla="*/ 21 w 48"/>
              <a:gd name="T27" fmla="*/ 11 h 67"/>
              <a:gd name="T28" fmla="*/ 15 w 48"/>
              <a:gd name="T29" fmla="*/ 12 h 67"/>
              <a:gd name="T30" fmla="*/ 15 w 48"/>
              <a:gd name="T31" fmla="*/ 32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8" h="67">
                <a:moveTo>
                  <a:pt x="0" y="1"/>
                </a:moveTo>
                <a:cubicBezTo>
                  <a:pt x="5" y="0"/>
                  <a:pt x="11" y="0"/>
                  <a:pt x="21" y="0"/>
                </a:cubicBezTo>
                <a:cubicBezTo>
                  <a:pt x="30" y="0"/>
                  <a:pt x="37" y="2"/>
                  <a:pt x="41" y="5"/>
                </a:cubicBezTo>
                <a:cubicBezTo>
                  <a:pt x="45" y="9"/>
                  <a:pt x="48" y="14"/>
                  <a:pt x="48" y="21"/>
                </a:cubicBezTo>
                <a:cubicBezTo>
                  <a:pt x="48" y="27"/>
                  <a:pt x="46" y="33"/>
                  <a:pt x="42" y="37"/>
                </a:cubicBezTo>
                <a:cubicBezTo>
                  <a:pt x="37" y="41"/>
                  <a:pt x="29" y="44"/>
                  <a:pt x="20" y="44"/>
                </a:cubicBezTo>
                <a:cubicBezTo>
                  <a:pt x="18" y="44"/>
                  <a:pt x="17" y="43"/>
                  <a:pt x="15" y="43"/>
                </a:cubicBezTo>
                <a:cubicBezTo>
                  <a:pt x="15" y="67"/>
                  <a:pt x="15" y="67"/>
                  <a:pt x="15" y="67"/>
                </a:cubicBezTo>
                <a:cubicBezTo>
                  <a:pt x="0" y="67"/>
                  <a:pt x="0" y="67"/>
                  <a:pt x="0" y="67"/>
                </a:cubicBezTo>
                <a:lnTo>
                  <a:pt x="0" y="1"/>
                </a:lnTo>
                <a:close/>
                <a:moveTo>
                  <a:pt x="15" y="32"/>
                </a:moveTo>
                <a:cubicBezTo>
                  <a:pt x="17" y="32"/>
                  <a:pt x="18" y="32"/>
                  <a:pt x="20" y="32"/>
                </a:cubicBezTo>
                <a:cubicBezTo>
                  <a:pt x="28" y="32"/>
                  <a:pt x="33" y="28"/>
                  <a:pt x="33" y="21"/>
                </a:cubicBezTo>
                <a:cubicBezTo>
                  <a:pt x="33" y="15"/>
                  <a:pt x="29" y="11"/>
                  <a:pt x="21" y="11"/>
                </a:cubicBezTo>
                <a:cubicBezTo>
                  <a:pt x="18" y="11"/>
                  <a:pt x="16" y="12"/>
                  <a:pt x="15" y="12"/>
                </a:cubicBezTo>
                <a:lnTo>
                  <a:pt x="15" y="32"/>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44" name="Freeform 29"/>
          <p:cNvSpPr>
            <a:spLocks noEditPoints="1"/>
          </p:cNvSpPr>
          <p:nvPr/>
        </p:nvSpPr>
        <p:spPr bwMode="auto">
          <a:xfrm>
            <a:off x="6463506" y="2678158"/>
            <a:ext cx="187325" cy="241300"/>
          </a:xfrm>
          <a:custGeom>
            <a:avLst/>
            <a:gdLst>
              <a:gd name="T0" fmla="*/ 28 w 50"/>
              <a:gd name="T1" fmla="*/ 64 h 64"/>
              <a:gd name="T2" fmla="*/ 28 w 50"/>
              <a:gd name="T3" fmla="*/ 49 h 64"/>
              <a:gd name="T4" fmla="*/ 0 w 50"/>
              <a:gd name="T5" fmla="*/ 49 h 64"/>
              <a:gd name="T6" fmla="*/ 0 w 50"/>
              <a:gd name="T7" fmla="*/ 39 h 64"/>
              <a:gd name="T8" fmla="*/ 24 w 50"/>
              <a:gd name="T9" fmla="*/ 0 h 64"/>
              <a:gd name="T10" fmla="*/ 43 w 50"/>
              <a:gd name="T11" fmla="*/ 0 h 64"/>
              <a:gd name="T12" fmla="*/ 43 w 50"/>
              <a:gd name="T13" fmla="*/ 38 h 64"/>
              <a:gd name="T14" fmla="*/ 50 w 50"/>
              <a:gd name="T15" fmla="*/ 38 h 64"/>
              <a:gd name="T16" fmla="*/ 50 w 50"/>
              <a:gd name="T17" fmla="*/ 49 h 64"/>
              <a:gd name="T18" fmla="*/ 43 w 50"/>
              <a:gd name="T19" fmla="*/ 49 h 64"/>
              <a:gd name="T20" fmla="*/ 43 w 50"/>
              <a:gd name="T21" fmla="*/ 64 h 64"/>
              <a:gd name="T22" fmla="*/ 28 w 50"/>
              <a:gd name="T23" fmla="*/ 64 h 64"/>
              <a:gd name="T24" fmla="*/ 28 w 50"/>
              <a:gd name="T25" fmla="*/ 38 h 64"/>
              <a:gd name="T26" fmla="*/ 28 w 50"/>
              <a:gd name="T27" fmla="*/ 23 h 64"/>
              <a:gd name="T28" fmla="*/ 29 w 50"/>
              <a:gd name="T29" fmla="*/ 11 h 64"/>
              <a:gd name="T30" fmla="*/ 28 w 50"/>
              <a:gd name="T31" fmla="*/ 11 h 64"/>
              <a:gd name="T32" fmla="*/ 22 w 50"/>
              <a:gd name="T33" fmla="*/ 23 h 64"/>
              <a:gd name="T34" fmla="*/ 14 w 50"/>
              <a:gd name="T35" fmla="*/ 37 h 64"/>
              <a:gd name="T36" fmla="*/ 14 w 50"/>
              <a:gd name="T37" fmla="*/ 38 h 64"/>
              <a:gd name="T38" fmla="*/ 28 w 50"/>
              <a:gd name="T39" fmla="*/ 38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0" h="64">
                <a:moveTo>
                  <a:pt x="28" y="64"/>
                </a:moveTo>
                <a:cubicBezTo>
                  <a:pt x="28" y="49"/>
                  <a:pt x="28" y="49"/>
                  <a:pt x="28" y="49"/>
                </a:cubicBezTo>
                <a:cubicBezTo>
                  <a:pt x="0" y="49"/>
                  <a:pt x="0" y="49"/>
                  <a:pt x="0" y="49"/>
                </a:cubicBezTo>
                <a:cubicBezTo>
                  <a:pt x="0" y="39"/>
                  <a:pt x="0" y="39"/>
                  <a:pt x="0" y="39"/>
                </a:cubicBezTo>
                <a:cubicBezTo>
                  <a:pt x="24" y="0"/>
                  <a:pt x="24" y="0"/>
                  <a:pt x="24" y="0"/>
                </a:cubicBezTo>
                <a:cubicBezTo>
                  <a:pt x="43" y="0"/>
                  <a:pt x="43" y="0"/>
                  <a:pt x="43" y="0"/>
                </a:cubicBezTo>
                <a:cubicBezTo>
                  <a:pt x="43" y="38"/>
                  <a:pt x="43" y="38"/>
                  <a:pt x="43" y="38"/>
                </a:cubicBezTo>
                <a:cubicBezTo>
                  <a:pt x="50" y="38"/>
                  <a:pt x="50" y="38"/>
                  <a:pt x="50" y="38"/>
                </a:cubicBezTo>
                <a:cubicBezTo>
                  <a:pt x="50" y="49"/>
                  <a:pt x="50" y="49"/>
                  <a:pt x="50" y="49"/>
                </a:cubicBezTo>
                <a:cubicBezTo>
                  <a:pt x="43" y="49"/>
                  <a:pt x="43" y="49"/>
                  <a:pt x="43" y="49"/>
                </a:cubicBezTo>
                <a:cubicBezTo>
                  <a:pt x="43" y="64"/>
                  <a:pt x="43" y="64"/>
                  <a:pt x="43" y="64"/>
                </a:cubicBezTo>
                <a:lnTo>
                  <a:pt x="28" y="64"/>
                </a:lnTo>
                <a:close/>
                <a:moveTo>
                  <a:pt x="28" y="38"/>
                </a:moveTo>
                <a:cubicBezTo>
                  <a:pt x="28" y="23"/>
                  <a:pt x="28" y="23"/>
                  <a:pt x="28" y="23"/>
                </a:cubicBezTo>
                <a:cubicBezTo>
                  <a:pt x="28" y="19"/>
                  <a:pt x="29" y="15"/>
                  <a:pt x="29" y="11"/>
                </a:cubicBezTo>
                <a:cubicBezTo>
                  <a:pt x="28" y="11"/>
                  <a:pt x="28" y="11"/>
                  <a:pt x="28" y="11"/>
                </a:cubicBezTo>
                <a:cubicBezTo>
                  <a:pt x="26" y="15"/>
                  <a:pt x="25" y="19"/>
                  <a:pt x="22" y="23"/>
                </a:cubicBezTo>
                <a:cubicBezTo>
                  <a:pt x="14" y="37"/>
                  <a:pt x="14" y="37"/>
                  <a:pt x="14" y="37"/>
                </a:cubicBezTo>
                <a:cubicBezTo>
                  <a:pt x="14" y="38"/>
                  <a:pt x="14" y="38"/>
                  <a:pt x="14" y="38"/>
                </a:cubicBezTo>
                <a:lnTo>
                  <a:pt x="28" y="38"/>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78" name="文本框 77"/>
          <p:cNvSpPr txBox="1"/>
          <p:nvPr/>
        </p:nvSpPr>
        <p:spPr>
          <a:xfrm>
            <a:off x="710354" y="4656867"/>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79" name="文本框 78"/>
          <p:cNvSpPr txBox="1"/>
          <p:nvPr/>
        </p:nvSpPr>
        <p:spPr>
          <a:xfrm>
            <a:off x="710354" y="5661876"/>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84" name="文本框 83"/>
          <p:cNvSpPr txBox="1"/>
          <p:nvPr/>
        </p:nvSpPr>
        <p:spPr>
          <a:xfrm>
            <a:off x="8610770" y="4656867"/>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85" name="文本框 84"/>
          <p:cNvSpPr txBox="1"/>
          <p:nvPr/>
        </p:nvSpPr>
        <p:spPr>
          <a:xfrm>
            <a:off x="8610770" y="5661876"/>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76" name="椭圆 75"/>
          <p:cNvSpPr/>
          <p:nvPr/>
        </p:nvSpPr>
        <p:spPr>
          <a:xfrm>
            <a:off x="3656123" y="4723255"/>
            <a:ext cx="698220" cy="698220"/>
          </a:xfrm>
          <a:prstGeom prst="ellipse">
            <a:avLst/>
          </a:prstGeom>
          <a:solidFill>
            <a:srgbClr val="EA981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7" name="椭圆 76"/>
          <p:cNvSpPr/>
          <p:nvPr/>
        </p:nvSpPr>
        <p:spPr>
          <a:xfrm>
            <a:off x="3656123" y="5728264"/>
            <a:ext cx="698220" cy="698220"/>
          </a:xfrm>
          <a:prstGeom prst="ellipse">
            <a:avLst/>
          </a:prstGeom>
          <a:solidFill>
            <a:srgbClr val="2199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0" name="文本框 79"/>
          <p:cNvSpPr txBox="1"/>
          <p:nvPr/>
        </p:nvSpPr>
        <p:spPr>
          <a:xfrm>
            <a:off x="3737371" y="4760741"/>
            <a:ext cx="535724" cy="623248"/>
          </a:xfrm>
          <a:prstGeom prst="rect">
            <a:avLst/>
          </a:prstGeom>
          <a:noFill/>
        </p:spPr>
        <p:txBody>
          <a:bodyPr wrap="none" rtlCol="0">
            <a:spAutoFit/>
          </a:bodyPr>
          <a:lstStyle/>
          <a:p>
            <a:pPr algn="ctr"/>
            <a:r>
              <a:rPr lang="en-US" altLang="zh-CN" sz="1050"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STEP</a:t>
            </a:r>
          </a:p>
          <a:p>
            <a:pPr algn="ctr"/>
            <a:r>
              <a:rPr lang="en-US" altLang="zh-CN" sz="2400" dirty="0">
                <a:solidFill>
                  <a:schemeClr val="bg1"/>
                </a:solidFill>
                <a:latin typeface="Impact" panose="020B0806030902050204" pitchFamily="34" charset="0"/>
              </a:rPr>
              <a:t>01</a:t>
            </a:r>
            <a:endParaRPr lang="zh-CN" altLang="en-US" sz="2400" dirty="0">
              <a:solidFill>
                <a:schemeClr val="bg1"/>
              </a:solidFill>
              <a:latin typeface="Impact" panose="020B0806030902050204" pitchFamily="34" charset="0"/>
            </a:endParaRPr>
          </a:p>
        </p:txBody>
      </p:sp>
      <p:sp>
        <p:nvSpPr>
          <p:cNvPr id="81" name="文本框 80"/>
          <p:cNvSpPr txBox="1"/>
          <p:nvPr/>
        </p:nvSpPr>
        <p:spPr>
          <a:xfrm>
            <a:off x="3737371" y="5765750"/>
            <a:ext cx="535724" cy="623248"/>
          </a:xfrm>
          <a:prstGeom prst="rect">
            <a:avLst/>
          </a:prstGeom>
          <a:noFill/>
        </p:spPr>
        <p:txBody>
          <a:bodyPr wrap="none" rtlCol="0">
            <a:spAutoFit/>
          </a:bodyPr>
          <a:lstStyle/>
          <a:p>
            <a:pPr algn="ctr"/>
            <a:r>
              <a:rPr lang="en-US" altLang="zh-CN" sz="1050"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STEP</a:t>
            </a:r>
          </a:p>
          <a:p>
            <a:pPr algn="ctr"/>
            <a:r>
              <a:rPr lang="en-US" altLang="zh-CN" sz="2400" dirty="0">
                <a:solidFill>
                  <a:schemeClr val="bg1"/>
                </a:solidFill>
                <a:latin typeface="Impact" panose="020B0806030902050204" pitchFamily="34" charset="0"/>
              </a:rPr>
              <a:t>02</a:t>
            </a:r>
            <a:endParaRPr lang="zh-CN" altLang="en-US" sz="2400" dirty="0">
              <a:solidFill>
                <a:schemeClr val="bg1"/>
              </a:solidFill>
              <a:latin typeface="Impact" panose="020B0806030902050204" pitchFamily="34" charset="0"/>
            </a:endParaRPr>
          </a:p>
        </p:txBody>
      </p:sp>
      <p:sp>
        <p:nvSpPr>
          <p:cNvPr id="82" name="椭圆 81"/>
          <p:cNvSpPr/>
          <p:nvPr/>
        </p:nvSpPr>
        <p:spPr>
          <a:xfrm>
            <a:off x="7837658" y="4723255"/>
            <a:ext cx="698220" cy="698220"/>
          </a:xfrm>
          <a:prstGeom prst="ellipse">
            <a:avLst/>
          </a:prstGeom>
          <a:solidFill>
            <a:srgbClr val="29414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3" name="椭圆 82"/>
          <p:cNvSpPr/>
          <p:nvPr/>
        </p:nvSpPr>
        <p:spPr>
          <a:xfrm>
            <a:off x="7837658" y="5728264"/>
            <a:ext cx="698220" cy="698220"/>
          </a:xfrm>
          <a:prstGeom prst="ellipse">
            <a:avLst/>
          </a:prstGeom>
          <a:solidFill>
            <a:srgbClr val="3A8FC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6" name="文本框 85"/>
          <p:cNvSpPr txBox="1"/>
          <p:nvPr/>
        </p:nvSpPr>
        <p:spPr>
          <a:xfrm>
            <a:off x="7918906" y="4760741"/>
            <a:ext cx="535723" cy="623248"/>
          </a:xfrm>
          <a:prstGeom prst="rect">
            <a:avLst/>
          </a:prstGeom>
          <a:noFill/>
        </p:spPr>
        <p:txBody>
          <a:bodyPr wrap="none" rtlCol="0">
            <a:spAutoFit/>
          </a:bodyPr>
          <a:lstStyle/>
          <a:p>
            <a:pPr algn="ctr"/>
            <a:r>
              <a:rPr lang="en-US" altLang="zh-CN" sz="1050"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STEP</a:t>
            </a:r>
            <a:endParaRPr lang="en-US" altLang="zh-CN" sz="1050" dirty="0">
              <a:solidFill>
                <a:schemeClr val="bg1"/>
              </a:solidFill>
              <a:latin typeface="Agency FB" panose="020B0503020202020204" pitchFamily="34" charset="0"/>
            </a:endParaRPr>
          </a:p>
          <a:p>
            <a:pPr algn="ctr"/>
            <a:r>
              <a:rPr lang="en-US" altLang="zh-CN" sz="2400" dirty="0">
                <a:solidFill>
                  <a:schemeClr val="bg1"/>
                </a:solidFill>
                <a:latin typeface="Impact" panose="020B0806030902050204" pitchFamily="34" charset="0"/>
              </a:rPr>
              <a:t>03</a:t>
            </a:r>
            <a:endParaRPr lang="zh-CN" altLang="en-US" sz="2400" dirty="0">
              <a:solidFill>
                <a:schemeClr val="bg1"/>
              </a:solidFill>
              <a:latin typeface="Impact" panose="020B0806030902050204" pitchFamily="34" charset="0"/>
            </a:endParaRPr>
          </a:p>
        </p:txBody>
      </p:sp>
      <p:sp>
        <p:nvSpPr>
          <p:cNvPr id="87" name="文本框 86"/>
          <p:cNvSpPr txBox="1"/>
          <p:nvPr/>
        </p:nvSpPr>
        <p:spPr>
          <a:xfrm>
            <a:off x="7918906" y="5765750"/>
            <a:ext cx="535723" cy="623248"/>
          </a:xfrm>
          <a:prstGeom prst="rect">
            <a:avLst/>
          </a:prstGeom>
          <a:noFill/>
        </p:spPr>
        <p:txBody>
          <a:bodyPr wrap="none" rtlCol="0">
            <a:spAutoFit/>
          </a:bodyPr>
          <a:lstStyle/>
          <a:p>
            <a:pPr algn="ctr"/>
            <a:r>
              <a:rPr lang="en-US" altLang="zh-CN" sz="1050"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STEP</a:t>
            </a:r>
          </a:p>
          <a:p>
            <a:pPr algn="ctr"/>
            <a:r>
              <a:rPr lang="en-US" altLang="zh-CN" sz="2400" dirty="0">
                <a:solidFill>
                  <a:schemeClr val="bg1"/>
                </a:solidFill>
                <a:latin typeface="Impact" panose="020B0806030902050204" pitchFamily="34" charset="0"/>
              </a:rPr>
              <a:t>04</a:t>
            </a:r>
            <a:endParaRPr lang="zh-CN" altLang="en-US" sz="2400" dirty="0">
              <a:solidFill>
                <a:schemeClr val="bg1"/>
              </a:solidFill>
              <a:latin typeface="Impact" panose="020B0806030902050204" pitchFamily="34" charset="0"/>
            </a:endParaRPr>
          </a:p>
        </p:txBody>
      </p:sp>
      <p:sp>
        <p:nvSpPr>
          <p:cNvPr id="88" name="矩形 87"/>
          <p:cNvSpPr/>
          <p:nvPr/>
        </p:nvSpPr>
        <p:spPr>
          <a:xfrm>
            <a:off x="1311299" y="2608064"/>
            <a:ext cx="2262752" cy="732508"/>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a:t>
            </a:r>
          </a:p>
        </p:txBody>
      </p:sp>
      <p:sp>
        <p:nvSpPr>
          <p:cNvPr id="89" name="矩形 88"/>
          <p:cNvSpPr/>
          <p:nvPr/>
        </p:nvSpPr>
        <p:spPr>
          <a:xfrm>
            <a:off x="1378051" y="2177642"/>
            <a:ext cx="2196000" cy="332148"/>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latin typeface="Impact" panose="020B0806030902050204" pitchFamily="34" charset="0"/>
              </a:rPr>
              <a:t>单击添加标题</a:t>
            </a:r>
          </a:p>
        </p:txBody>
      </p:sp>
      <p:sp>
        <p:nvSpPr>
          <p:cNvPr id="90" name="矩形 89"/>
          <p:cNvSpPr/>
          <p:nvPr/>
        </p:nvSpPr>
        <p:spPr>
          <a:xfrm>
            <a:off x="8617949" y="2608064"/>
            <a:ext cx="2262752" cy="732508"/>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a:t>
            </a:r>
          </a:p>
        </p:txBody>
      </p:sp>
      <p:sp>
        <p:nvSpPr>
          <p:cNvPr id="91" name="矩形 90"/>
          <p:cNvSpPr/>
          <p:nvPr/>
        </p:nvSpPr>
        <p:spPr>
          <a:xfrm>
            <a:off x="8617949" y="2177642"/>
            <a:ext cx="2196000" cy="332148"/>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latin typeface="Impact" panose="020B0806030902050204" pitchFamily="34" charset="0"/>
              </a:rPr>
              <a:t>单击添加标题</a:t>
            </a:r>
          </a:p>
        </p:txBody>
      </p:sp>
      <p:sp>
        <p:nvSpPr>
          <p:cNvPr id="96" name="矩形 39"/>
          <p:cNvSpPr/>
          <p:nvPr/>
        </p:nvSpPr>
        <p:spPr>
          <a:xfrm>
            <a:off x="0" y="203088"/>
            <a:ext cx="2492990" cy="523220"/>
          </a:xfrm>
          <a:prstGeom prst="rect">
            <a:avLst/>
          </a:prstGeom>
          <a:noFill/>
        </p:spPr>
        <p:txBody>
          <a:bodyPr wrap="none" rtlCol="0">
            <a:spAutoFit/>
          </a:bodyPr>
          <a:lstStyle/>
          <a:p>
            <a:r>
              <a:rPr lang="zh-CN" altLang="en-US" sz="2800" b="1" dirty="0">
                <a:solidFill>
                  <a:schemeClr val="tx1">
                    <a:lumMod val="65000"/>
                    <a:lumOff val="35000"/>
                  </a:schemeClr>
                </a:solidFill>
              </a:rPr>
              <a:t>四项层级</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递进</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523106776"/>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utoShape 3"/>
          <p:cNvSpPr>
            <a:spLocks noChangeAspect="1" noChangeArrowheads="1" noTextEdit="1"/>
          </p:cNvSpPr>
          <p:nvPr/>
        </p:nvSpPr>
        <p:spPr bwMode="auto">
          <a:xfrm>
            <a:off x="2001337" y="2274468"/>
            <a:ext cx="8192984" cy="43169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Rectangle 25"/>
          <p:cNvSpPr>
            <a:spLocks noChangeArrowheads="1"/>
          </p:cNvSpPr>
          <p:nvPr/>
        </p:nvSpPr>
        <p:spPr bwMode="auto">
          <a:xfrm>
            <a:off x="2083651" y="2923834"/>
            <a:ext cx="1787128" cy="1790786"/>
          </a:xfrm>
          <a:prstGeom prst="rect">
            <a:avLst/>
          </a:pr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Rectangle 26"/>
          <p:cNvSpPr>
            <a:spLocks noChangeArrowheads="1"/>
          </p:cNvSpPr>
          <p:nvPr/>
        </p:nvSpPr>
        <p:spPr bwMode="auto">
          <a:xfrm>
            <a:off x="2083651" y="2923834"/>
            <a:ext cx="1787128" cy="17907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27"/>
          <p:cNvSpPr>
            <a:spLocks/>
          </p:cNvSpPr>
          <p:nvPr/>
        </p:nvSpPr>
        <p:spPr bwMode="auto">
          <a:xfrm>
            <a:off x="2083651" y="2923834"/>
            <a:ext cx="1787128" cy="1790786"/>
          </a:xfrm>
          <a:custGeom>
            <a:avLst/>
            <a:gdLst>
              <a:gd name="T0" fmla="*/ 977 w 977"/>
              <a:gd name="T1" fmla="*/ 0 h 979"/>
              <a:gd name="T2" fmla="*/ 977 w 977"/>
              <a:gd name="T3" fmla="*/ 0 h 979"/>
              <a:gd name="T4" fmla="*/ 0 w 977"/>
              <a:gd name="T5" fmla="*/ 979 h 979"/>
              <a:gd name="T6" fmla="*/ 977 w 977"/>
              <a:gd name="T7" fmla="*/ 979 h 979"/>
              <a:gd name="T8" fmla="*/ 977 w 977"/>
              <a:gd name="T9" fmla="*/ 0 h 979"/>
            </a:gdLst>
            <a:ahLst/>
            <a:cxnLst>
              <a:cxn ang="0">
                <a:pos x="T0" y="T1"/>
              </a:cxn>
              <a:cxn ang="0">
                <a:pos x="T2" y="T3"/>
              </a:cxn>
              <a:cxn ang="0">
                <a:pos x="T4" y="T5"/>
              </a:cxn>
              <a:cxn ang="0">
                <a:pos x="T6" y="T7"/>
              </a:cxn>
              <a:cxn ang="0">
                <a:pos x="T8" y="T9"/>
              </a:cxn>
            </a:cxnLst>
            <a:rect l="0" t="0" r="r" b="b"/>
            <a:pathLst>
              <a:path w="977" h="979">
                <a:moveTo>
                  <a:pt x="977" y="0"/>
                </a:moveTo>
                <a:lnTo>
                  <a:pt x="977" y="0"/>
                </a:lnTo>
                <a:lnTo>
                  <a:pt x="0" y="979"/>
                </a:lnTo>
                <a:lnTo>
                  <a:pt x="977" y="979"/>
                </a:lnTo>
                <a:lnTo>
                  <a:pt x="977" y="0"/>
                </a:lnTo>
                <a:close/>
              </a:path>
            </a:pathLst>
          </a:custGeom>
          <a:solidFill>
            <a:srgbClr val="0D0D0D">
              <a:alpha val="20000"/>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8" name="Freeform 28"/>
          <p:cNvSpPr>
            <a:spLocks/>
          </p:cNvSpPr>
          <p:nvPr/>
        </p:nvSpPr>
        <p:spPr bwMode="auto">
          <a:xfrm>
            <a:off x="2083651" y="2923834"/>
            <a:ext cx="1787128" cy="1790786"/>
          </a:xfrm>
          <a:custGeom>
            <a:avLst/>
            <a:gdLst>
              <a:gd name="T0" fmla="*/ 977 w 977"/>
              <a:gd name="T1" fmla="*/ 0 h 979"/>
              <a:gd name="T2" fmla="*/ 977 w 977"/>
              <a:gd name="T3" fmla="*/ 0 h 979"/>
              <a:gd name="T4" fmla="*/ 0 w 977"/>
              <a:gd name="T5" fmla="*/ 979 h 979"/>
              <a:gd name="T6" fmla="*/ 977 w 977"/>
              <a:gd name="T7" fmla="*/ 979 h 979"/>
              <a:gd name="T8" fmla="*/ 977 w 977"/>
              <a:gd name="T9" fmla="*/ 0 h 979"/>
            </a:gdLst>
            <a:ahLst/>
            <a:cxnLst>
              <a:cxn ang="0">
                <a:pos x="T0" y="T1"/>
              </a:cxn>
              <a:cxn ang="0">
                <a:pos x="T2" y="T3"/>
              </a:cxn>
              <a:cxn ang="0">
                <a:pos x="T4" y="T5"/>
              </a:cxn>
              <a:cxn ang="0">
                <a:pos x="T6" y="T7"/>
              </a:cxn>
              <a:cxn ang="0">
                <a:pos x="T8" y="T9"/>
              </a:cxn>
            </a:cxnLst>
            <a:rect l="0" t="0" r="r" b="b"/>
            <a:pathLst>
              <a:path w="977" h="979">
                <a:moveTo>
                  <a:pt x="977" y="0"/>
                </a:moveTo>
                <a:lnTo>
                  <a:pt x="977" y="0"/>
                </a:lnTo>
                <a:lnTo>
                  <a:pt x="0" y="979"/>
                </a:lnTo>
                <a:lnTo>
                  <a:pt x="977" y="979"/>
                </a:lnTo>
                <a:lnTo>
                  <a:pt x="97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Rectangle 29"/>
          <p:cNvSpPr>
            <a:spLocks noChangeArrowheads="1"/>
          </p:cNvSpPr>
          <p:nvPr/>
        </p:nvSpPr>
        <p:spPr bwMode="auto">
          <a:xfrm>
            <a:off x="4146988" y="2923834"/>
            <a:ext cx="1792615" cy="1790786"/>
          </a:xfrm>
          <a:prstGeom prst="rect">
            <a:avLst/>
          </a:pr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Rectangle 30"/>
          <p:cNvSpPr>
            <a:spLocks noChangeArrowheads="1"/>
          </p:cNvSpPr>
          <p:nvPr/>
        </p:nvSpPr>
        <p:spPr bwMode="auto">
          <a:xfrm>
            <a:off x="4146988" y="2923834"/>
            <a:ext cx="1792615" cy="17907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31"/>
          <p:cNvSpPr>
            <a:spLocks/>
          </p:cNvSpPr>
          <p:nvPr/>
        </p:nvSpPr>
        <p:spPr bwMode="auto">
          <a:xfrm>
            <a:off x="4146988" y="2923834"/>
            <a:ext cx="1792615" cy="1790786"/>
          </a:xfrm>
          <a:custGeom>
            <a:avLst/>
            <a:gdLst>
              <a:gd name="T0" fmla="*/ 980 w 980"/>
              <a:gd name="T1" fmla="*/ 0 h 979"/>
              <a:gd name="T2" fmla="*/ 980 w 980"/>
              <a:gd name="T3" fmla="*/ 0 h 979"/>
              <a:gd name="T4" fmla="*/ 0 w 980"/>
              <a:gd name="T5" fmla="*/ 979 h 979"/>
              <a:gd name="T6" fmla="*/ 980 w 980"/>
              <a:gd name="T7" fmla="*/ 979 h 979"/>
              <a:gd name="T8" fmla="*/ 980 w 980"/>
              <a:gd name="T9" fmla="*/ 0 h 979"/>
            </a:gdLst>
            <a:ahLst/>
            <a:cxnLst>
              <a:cxn ang="0">
                <a:pos x="T0" y="T1"/>
              </a:cxn>
              <a:cxn ang="0">
                <a:pos x="T2" y="T3"/>
              </a:cxn>
              <a:cxn ang="0">
                <a:pos x="T4" y="T5"/>
              </a:cxn>
              <a:cxn ang="0">
                <a:pos x="T6" y="T7"/>
              </a:cxn>
              <a:cxn ang="0">
                <a:pos x="T8" y="T9"/>
              </a:cxn>
            </a:cxnLst>
            <a:rect l="0" t="0" r="r" b="b"/>
            <a:pathLst>
              <a:path w="980" h="979">
                <a:moveTo>
                  <a:pt x="980" y="0"/>
                </a:moveTo>
                <a:lnTo>
                  <a:pt x="980" y="0"/>
                </a:lnTo>
                <a:lnTo>
                  <a:pt x="0" y="979"/>
                </a:lnTo>
                <a:lnTo>
                  <a:pt x="980" y="979"/>
                </a:lnTo>
                <a:lnTo>
                  <a:pt x="980" y="0"/>
                </a:lnTo>
                <a:close/>
              </a:path>
            </a:pathLst>
          </a:custGeom>
          <a:solidFill>
            <a:srgbClr val="0D0D0D">
              <a:alpha val="20000"/>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2" name="Freeform 32"/>
          <p:cNvSpPr>
            <a:spLocks/>
          </p:cNvSpPr>
          <p:nvPr/>
        </p:nvSpPr>
        <p:spPr bwMode="auto">
          <a:xfrm>
            <a:off x="4146988" y="2923834"/>
            <a:ext cx="1792615" cy="1790786"/>
          </a:xfrm>
          <a:custGeom>
            <a:avLst/>
            <a:gdLst>
              <a:gd name="T0" fmla="*/ 980 w 980"/>
              <a:gd name="T1" fmla="*/ 0 h 979"/>
              <a:gd name="T2" fmla="*/ 980 w 980"/>
              <a:gd name="T3" fmla="*/ 0 h 979"/>
              <a:gd name="T4" fmla="*/ 0 w 980"/>
              <a:gd name="T5" fmla="*/ 979 h 979"/>
              <a:gd name="T6" fmla="*/ 980 w 980"/>
              <a:gd name="T7" fmla="*/ 979 h 979"/>
              <a:gd name="T8" fmla="*/ 980 w 980"/>
              <a:gd name="T9" fmla="*/ 0 h 979"/>
            </a:gdLst>
            <a:ahLst/>
            <a:cxnLst>
              <a:cxn ang="0">
                <a:pos x="T0" y="T1"/>
              </a:cxn>
              <a:cxn ang="0">
                <a:pos x="T2" y="T3"/>
              </a:cxn>
              <a:cxn ang="0">
                <a:pos x="T4" y="T5"/>
              </a:cxn>
              <a:cxn ang="0">
                <a:pos x="T6" y="T7"/>
              </a:cxn>
              <a:cxn ang="0">
                <a:pos x="T8" y="T9"/>
              </a:cxn>
            </a:cxnLst>
            <a:rect l="0" t="0" r="r" b="b"/>
            <a:pathLst>
              <a:path w="980" h="979">
                <a:moveTo>
                  <a:pt x="980" y="0"/>
                </a:moveTo>
                <a:lnTo>
                  <a:pt x="980" y="0"/>
                </a:lnTo>
                <a:lnTo>
                  <a:pt x="0" y="979"/>
                </a:lnTo>
                <a:lnTo>
                  <a:pt x="980" y="979"/>
                </a:lnTo>
                <a:lnTo>
                  <a:pt x="98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Rectangle 33"/>
          <p:cNvSpPr>
            <a:spLocks noChangeArrowheads="1"/>
          </p:cNvSpPr>
          <p:nvPr/>
        </p:nvSpPr>
        <p:spPr bwMode="auto">
          <a:xfrm>
            <a:off x="6212154" y="2923834"/>
            <a:ext cx="1792615" cy="1790786"/>
          </a:xfrm>
          <a:prstGeom prst="rect">
            <a:avLst/>
          </a:prstGeom>
          <a:solidFill>
            <a:srgbClr val="F26D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Rectangle 34"/>
          <p:cNvSpPr>
            <a:spLocks noChangeArrowheads="1"/>
          </p:cNvSpPr>
          <p:nvPr/>
        </p:nvSpPr>
        <p:spPr bwMode="auto">
          <a:xfrm>
            <a:off x="6212154" y="2923834"/>
            <a:ext cx="1792615" cy="17907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35"/>
          <p:cNvSpPr>
            <a:spLocks/>
          </p:cNvSpPr>
          <p:nvPr/>
        </p:nvSpPr>
        <p:spPr bwMode="auto">
          <a:xfrm>
            <a:off x="6212154" y="2923834"/>
            <a:ext cx="1792615" cy="1790786"/>
          </a:xfrm>
          <a:custGeom>
            <a:avLst/>
            <a:gdLst>
              <a:gd name="T0" fmla="*/ 980 w 980"/>
              <a:gd name="T1" fmla="*/ 0 h 979"/>
              <a:gd name="T2" fmla="*/ 980 w 980"/>
              <a:gd name="T3" fmla="*/ 0 h 979"/>
              <a:gd name="T4" fmla="*/ 0 w 980"/>
              <a:gd name="T5" fmla="*/ 979 h 979"/>
              <a:gd name="T6" fmla="*/ 980 w 980"/>
              <a:gd name="T7" fmla="*/ 979 h 979"/>
              <a:gd name="T8" fmla="*/ 980 w 980"/>
              <a:gd name="T9" fmla="*/ 0 h 979"/>
            </a:gdLst>
            <a:ahLst/>
            <a:cxnLst>
              <a:cxn ang="0">
                <a:pos x="T0" y="T1"/>
              </a:cxn>
              <a:cxn ang="0">
                <a:pos x="T2" y="T3"/>
              </a:cxn>
              <a:cxn ang="0">
                <a:pos x="T4" y="T5"/>
              </a:cxn>
              <a:cxn ang="0">
                <a:pos x="T6" y="T7"/>
              </a:cxn>
              <a:cxn ang="0">
                <a:pos x="T8" y="T9"/>
              </a:cxn>
            </a:cxnLst>
            <a:rect l="0" t="0" r="r" b="b"/>
            <a:pathLst>
              <a:path w="980" h="979">
                <a:moveTo>
                  <a:pt x="980" y="0"/>
                </a:moveTo>
                <a:lnTo>
                  <a:pt x="980" y="0"/>
                </a:lnTo>
                <a:lnTo>
                  <a:pt x="0" y="979"/>
                </a:lnTo>
                <a:lnTo>
                  <a:pt x="980" y="979"/>
                </a:lnTo>
                <a:lnTo>
                  <a:pt x="980" y="0"/>
                </a:lnTo>
                <a:close/>
              </a:path>
            </a:pathLst>
          </a:custGeom>
          <a:solidFill>
            <a:srgbClr val="0D0D0D">
              <a:alpha val="20000"/>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6" name="Freeform 36"/>
          <p:cNvSpPr>
            <a:spLocks/>
          </p:cNvSpPr>
          <p:nvPr/>
        </p:nvSpPr>
        <p:spPr bwMode="auto">
          <a:xfrm>
            <a:off x="6212154" y="2923834"/>
            <a:ext cx="1792615" cy="1790786"/>
          </a:xfrm>
          <a:custGeom>
            <a:avLst/>
            <a:gdLst>
              <a:gd name="T0" fmla="*/ 980 w 980"/>
              <a:gd name="T1" fmla="*/ 0 h 979"/>
              <a:gd name="T2" fmla="*/ 980 w 980"/>
              <a:gd name="T3" fmla="*/ 0 h 979"/>
              <a:gd name="T4" fmla="*/ 0 w 980"/>
              <a:gd name="T5" fmla="*/ 979 h 979"/>
              <a:gd name="T6" fmla="*/ 980 w 980"/>
              <a:gd name="T7" fmla="*/ 979 h 979"/>
              <a:gd name="T8" fmla="*/ 980 w 980"/>
              <a:gd name="T9" fmla="*/ 0 h 979"/>
            </a:gdLst>
            <a:ahLst/>
            <a:cxnLst>
              <a:cxn ang="0">
                <a:pos x="T0" y="T1"/>
              </a:cxn>
              <a:cxn ang="0">
                <a:pos x="T2" y="T3"/>
              </a:cxn>
              <a:cxn ang="0">
                <a:pos x="T4" y="T5"/>
              </a:cxn>
              <a:cxn ang="0">
                <a:pos x="T6" y="T7"/>
              </a:cxn>
              <a:cxn ang="0">
                <a:pos x="T8" y="T9"/>
              </a:cxn>
            </a:cxnLst>
            <a:rect l="0" t="0" r="r" b="b"/>
            <a:pathLst>
              <a:path w="980" h="979">
                <a:moveTo>
                  <a:pt x="980" y="0"/>
                </a:moveTo>
                <a:lnTo>
                  <a:pt x="980" y="0"/>
                </a:lnTo>
                <a:lnTo>
                  <a:pt x="0" y="979"/>
                </a:lnTo>
                <a:lnTo>
                  <a:pt x="980" y="979"/>
                </a:lnTo>
                <a:lnTo>
                  <a:pt x="98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Rectangle 37"/>
          <p:cNvSpPr>
            <a:spLocks noChangeArrowheads="1"/>
          </p:cNvSpPr>
          <p:nvPr/>
        </p:nvSpPr>
        <p:spPr bwMode="auto">
          <a:xfrm>
            <a:off x="8280979" y="2923834"/>
            <a:ext cx="1787128" cy="1790786"/>
          </a:xfrm>
          <a:prstGeom prst="rect">
            <a:avLst/>
          </a:pr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Rectangle 38"/>
          <p:cNvSpPr>
            <a:spLocks noChangeArrowheads="1"/>
          </p:cNvSpPr>
          <p:nvPr/>
        </p:nvSpPr>
        <p:spPr bwMode="auto">
          <a:xfrm>
            <a:off x="8280979" y="2923834"/>
            <a:ext cx="1787128" cy="17907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39"/>
          <p:cNvSpPr>
            <a:spLocks/>
          </p:cNvSpPr>
          <p:nvPr/>
        </p:nvSpPr>
        <p:spPr bwMode="auto">
          <a:xfrm>
            <a:off x="8280979" y="2923834"/>
            <a:ext cx="1787128" cy="1790786"/>
          </a:xfrm>
          <a:custGeom>
            <a:avLst/>
            <a:gdLst>
              <a:gd name="T0" fmla="*/ 977 w 977"/>
              <a:gd name="T1" fmla="*/ 0 h 979"/>
              <a:gd name="T2" fmla="*/ 977 w 977"/>
              <a:gd name="T3" fmla="*/ 0 h 979"/>
              <a:gd name="T4" fmla="*/ 0 w 977"/>
              <a:gd name="T5" fmla="*/ 979 h 979"/>
              <a:gd name="T6" fmla="*/ 977 w 977"/>
              <a:gd name="T7" fmla="*/ 979 h 979"/>
              <a:gd name="T8" fmla="*/ 977 w 977"/>
              <a:gd name="T9" fmla="*/ 0 h 979"/>
            </a:gdLst>
            <a:ahLst/>
            <a:cxnLst>
              <a:cxn ang="0">
                <a:pos x="T0" y="T1"/>
              </a:cxn>
              <a:cxn ang="0">
                <a:pos x="T2" y="T3"/>
              </a:cxn>
              <a:cxn ang="0">
                <a:pos x="T4" y="T5"/>
              </a:cxn>
              <a:cxn ang="0">
                <a:pos x="T6" y="T7"/>
              </a:cxn>
              <a:cxn ang="0">
                <a:pos x="T8" y="T9"/>
              </a:cxn>
            </a:cxnLst>
            <a:rect l="0" t="0" r="r" b="b"/>
            <a:pathLst>
              <a:path w="977" h="979">
                <a:moveTo>
                  <a:pt x="977" y="0"/>
                </a:moveTo>
                <a:lnTo>
                  <a:pt x="977" y="0"/>
                </a:lnTo>
                <a:lnTo>
                  <a:pt x="0" y="979"/>
                </a:lnTo>
                <a:lnTo>
                  <a:pt x="977" y="979"/>
                </a:lnTo>
                <a:lnTo>
                  <a:pt x="977" y="0"/>
                </a:lnTo>
                <a:close/>
              </a:path>
            </a:pathLst>
          </a:custGeom>
          <a:solidFill>
            <a:srgbClr val="0D0D0D">
              <a:alpha val="20000"/>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0" name="Freeform 40"/>
          <p:cNvSpPr>
            <a:spLocks/>
          </p:cNvSpPr>
          <p:nvPr/>
        </p:nvSpPr>
        <p:spPr bwMode="auto">
          <a:xfrm>
            <a:off x="8280979" y="2923834"/>
            <a:ext cx="1787128" cy="1790786"/>
          </a:xfrm>
          <a:custGeom>
            <a:avLst/>
            <a:gdLst>
              <a:gd name="T0" fmla="*/ 977 w 977"/>
              <a:gd name="T1" fmla="*/ 0 h 979"/>
              <a:gd name="T2" fmla="*/ 977 w 977"/>
              <a:gd name="T3" fmla="*/ 0 h 979"/>
              <a:gd name="T4" fmla="*/ 0 w 977"/>
              <a:gd name="T5" fmla="*/ 979 h 979"/>
              <a:gd name="T6" fmla="*/ 977 w 977"/>
              <a:gd name="T7" fmla="*/ 979 h 979"/>
              <a:gd name="T8" fmla="*/ 977 w 977"/>
              <a:gd name="T9" fmla="*/ 0 h 979"/>
            </a:gdLst>
            <a:ahLst/>
            <a:cxnLst>
              <a:cxn ang="0">
                <a:pos x="T0" y="T1"/>
              </a:cxn>
              <a:cxn ang="0">
                <a:pos x="T2" y="T3"/>
              </a:cxn>
              <a:cxn ang="0">
                <a:pos x="T4" y="T5"/>
              </a:cxn>
              <a:cxn ang="0">
                <a:pos x="T6" y="T7"/>
              </a:cxn>
              <a:cxn ang="0">
                <a:pos x="T8" y="T9"/>
              </a:cxn>
            </a:cxnLst>
            <a:rect l="0" t="0" r="r" b="b"/>
            <a:pathLst>
              <a:path w="977" h="979">
                <a:moveTo>
                  <a:pt x="977" y="0"/>
                </a:moveTo>
                <a:lnTo>
                  <a:pt x="977" y="0"/>
                </a:lnTo>
                <a:lnTo>
                  <a:pt x="0" y="979"/>
                </a:lnTo>
                <a:lnTo>
                  <a:pt x="977" y="979"/>
                </a:lnTo>
                <a:lnTo>
                  <a:pt x="97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41"/>
          <p:cNvSpPr>
            <a:spLocks/>
          </p:cNvSpPr>
          <p:nvPr/>
        </p:nvSpPr>
        <p:spPr bwMode="auto">
          <a:xfrm>
            <a:off x="5423769" y="4895710"/>
            <a:ext cx="1304219" cy="473763"/>
          </a:xfrm>
          <a:custGeom>
            <a:avLst/>
            <a:gdLst>
              <a:gd name="T0" fmla="*/ 292 w 301"/>
              <a:gd name="T1" fmla="*/ 0 h 109"/>
              <a:gd name="T2" fmla="*/ 270 w 301"/>
              <a:gd name="T3" fmla="*/ 21 h 109"/>
              <a:gd name="T4" fmla="*/ 262 w 301"/>
              <a:gd name="T5" fmla="*/ 34 h 109"/>
              <a:gd name="T6" fmla="*/ 248 w 301"/>
              <a:gd name="T7" fmla="*/ 51 h 109"/>
              <a:gd name="T8" fmla="*/ 217 w 301"/>
              <a:gd name="T9" fmla="*/ 77 h 109"/>
              <a:gd name="T10" fmla="*/ 204 w 301"/>
              <a:gd name="T11" fmla="*/ 84 h 109"/>
              <a:gd name="T12" fmla="*/ 190 w 301"/>
              <a:gd name="T13" fmla="*/ 90 h 109"/>
              <a:gd name="T14" fmla="*/ 183 w 301"/>
              <a:gd name="T15" fmla="*/ 92 h 109"/>
              <a:gd name="T16" fmla="*/ 167 w 301"/>
              <a:gd name="T17" fmla="*/ 96 h 109"/>
              <a:gd name="T18" fmla="*/ 159 w 301"/>
              <a:gd name="T19" fmla="*/ 97 h 109"/>
              <a:gd name="T20" fmla="*/ 151 w 301"/>
              <a:gd name="T21" fmla="*/ 98 h 109"/>
              <a:gd name="T22" fmla="*/ 135 w 301"/>
              <a:gd name="T23" fmla="*/ 99 h 109"/>
              <a:gd name="T24" fmla="*/ 127 w 301"/>
              <a:gd name="T25" fmla="*/ 98 h 109"/>
              <a:gd name="T26" fmla="*/ 118 w 301"/>
              <a:gd name="T27" fmla="*/ 97 h 109"/>
              <a:gd name="T28" fmla="*/ 103 w 301"/>
              <a:gd name="T29" fmla="*/ 94 h 109"/>
              <a:gd name="T30" fmla="*/ 95 w 301"/>
              <a:gd name="T31" fmla="*/ 92 h 109"/>
              <a:gd name="T32" fmla="*/ 80 w 301"/>
              <a:gd name="T33" fmla="*/ 87 h 109"/>
              <a:gd name="T34" fmla="*/ 66 w 301"/>
              <a:gd name="T35" fmla="*/ 80 h 109"/>
              <a:gd name="T36" fmla="*/ 33 w 301"/>
              <a:gd name="T37" fmla="*/ 56 h 109"/>
              <a:gd name="T38" fmla="*/ 18 w 301"/>
              <a:gd name="T39" fmla="*/ 39 h 109"/>
              <a:gd name="T40" fmla="*/ 8 w 301"/>
              <a:gd name="T41" fmla="*/ 24 h 109"/>
              <a:gd name="T42" fmla="*/ 0 w 301"/>
              <a:gd name="T43" fmla="*/ 11 h 109"/>
              <a:gd name="T44" fmla="*/ 7 w 301"/>
              <a:gd name="T45" fmla="*/ 25 h 109"/>
              <a:gd name="T46" fmla="*/ 16 w 301"/>
              <a:gd name="T47" fmla="*/ 40 h 109"/>
              <a:gd name="T48" fmla="*/ 31 w 301"/>
              <a:gd name="T49" fmla="*/ 58 h 109"/>
              <a:gd name="T50" fmla="*/ 64 w 301"/>
              <a:gd name="T51" fmla="*/ 85 h 109"/>
              <a:gd name="T52" fmla="*/ 77 w 301"/>
              <a:gd name="T53" fmla="*/ 93 h 109"/>
              <a:gd name="T54" fmla="*/ 93 w 301"/>
              <a:gd name="T55" fmla="*/ 99 h 109"/>
              <a:gd name="T56" fmla="*/ 101 w 301"/>
              <a:gd name="T57" fmla="*/ 102 h 109"/>
              <a:gd name="T58" fmla="*/ 117 w 301"/>
              <a:gd name="T59" fmla="*/ 106 h 109"/>
              <a:gd name="T60" fmla="*/ 126 w 301"/>
              <a:gd name="T61" fmla="*/ 107 h 109"/>
              <a:gd name="T62" fmla="*/ 134 w 301"/>
              <a:gd name="T63" fmla="*/ 108 h 109"/>
              <a:gd name="T64" fmla="*/ 152 w 301"/>
              <a:gd name="T65" fmla="*/ 109 h 109"/>
              <a:gd name="T66" fmla="*/ 160 w 301"/>
              <a:gd name="T67" fmla="*/ 108 h 109"/>
              <a:gd name="T68" fmla="*/ 169 w 301"/>
              <a:gd name="T69" fmla="*/ 107 h 109"/>
              <a:gd name="T70" fmla="*/ 186 w 301"/>
              <a:gd name="T71" fmla="*/ 104 h 109"/>
              <a:gd name="T72" fmla="*/ 194 w 301"/>
              <a:gd name="T73" fmla="*/ 102 h 109"/>
              <a:gd name="T74" fmla="*/ 210 w 301"/>
              <a:gd name="T75" fmla="*/ 96 h 109"/>
              <a:gd name="T76" fmla="*/ 225 w 301"/>
              <a:gd name="T77" fmla="*/ 89 h 109"/>
              <a:gd name="T78" fmla="*/ 260 w 301"/>
              <a:gd name="T79" fmla="*/ 63 h 109"/>
              <a:gd name="T80" fmla="*/ 276 w 301"/>
              <a:gd name="T81" fmla="*/ 45 h 109"/>
              <a:gd name="T82" fmla="*/ 287 w 301"/>
              <a:gd name="T83" fmla="*/ 29 h 109"/>
              <a:gd name="T84" fmla="*/ 301 w 301"/>
              <a:gd name="T85" fmla="*/ 35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01" h="109">
                <a:moveTo>
                  <a:pt x="301" y="35"/>
                </a:moveTo>
                <a:cubicBezTo>
                  <a:pt x="292" y="0"/>
                  <a:pt x="292" y="0"/>
                  <a:pt x="292" y="0"/>
                </a:cubicBezTo>
                <a:cubicBezTo>
                  <a:pt x="256" y="15"/>
                  <a:pt x="256" y="15"/>
                  <a:pt x="256" y="15"/>
                </a:cubicBezTo>
                <a:cubicBezTo>
                  <a:pt x="270" y="21"/>
                  <a:pt x="270" y="21"/>
                  <a:pt x="270" y="21"/>
                </a:cubicBezTo>
                <a:cubicBezTo>
                  <a:pt x="269" y="23"/>
                  <a:pt x="268" y="25"/>
                  <a:pt x="267" y="27"/>
                </a:cubicBezTo>
                <a:cubicBezTo>
                  <a:pt x="265" y="29"/>
                  <a:pt x="263" y="31"/>
                  <a:pt x="262" y="34"/>
                </a:cubicBezTo>
                <a:cubicBezTo>
                  <a:pt x="260" y="37"/>
                  <a:pt x="258" y="40"/>
                  <a:pt x="256" y="42"/>
                </a:cubicBezTo>
                <a:cubicBezTo>
                  <a:pt x="253" y="45"/>
                  <a:pt x="251" y="48"/>
                  <a:pt x="248" y="51"/>
                </a:cubicBezTo>
                <a:cubicBezTo>
                  <a:pt x="243" y="57"/>
                  <a:pt x="236" y="63"/>
                  <a:pt x="229" y="68"/>
                </a:cubicBezTo>
                <a:cubicBezTo>
                  <a:pt x="225" y="71"/>
                  <a:pt x="221" y="74"/>
                  <a:pt x="217" y="77"/>
                </a:cubicBezTo>
                <a:cubicBezTo>
                  <a:pt x="215" y="78"/>
                  <a:pt x="213" y="79"/>
                  <a:pt x="211" y="80"/>
                </a:cubicBezTo>
                <a:cubicBezTo>
                  <a:pt x="209" y="81"/>
                  <a:pt x="207" y="83"/>
                  <a:pt x="204" y="84"/>
                </a:cubicBezTo>
                <a:cubicBezTo>
                  <a:pt x="202" y="85"/>
                  <a:pt x="200" y="86"/>
                  <a:pt x="197" y="87"/>
                </a:cubicBezTo>
                <a:cubicBezTo>
                  <a:pt x="195" y="88"/>
                  <a:pt x="193" y="89"/>
                  <a:pt x="190" y="90"/>
                </a:cubicBezTo>
                <a:cubicBezTo>
                  <a:pt x="189" y="90"/>
                  <a:pt x="188" y="91"/>
                  <a:pt x="186" y="91"/>
                </a:cubicBezTo>
                <a:cubicBezTo>
                  <a:pt x="185" y="91"/>
                  <a:pt x="184" y="92"/>
                  <a:pt x="183" y="92"/>
                </a:cubicBezTo>
                <a:cubicBezTo>
                  <a:pt x="180" y="93"/>
                  <a:pt x="178" y="94"/>
                  <a:pt x="175" y="94"/>
                </a:cubicBezTo>
                <a:cubicBezTo>
                  <a:pt x="172" y="95"/>
                  <a:pt x="170" y="96"/>
                  <a:pt x="167" y="96"/>
                </a:cubicBezTo>
                <a:cubicBezTo>
                  <a:pt x="166" y="96"/>
                  <a:pt x="165" y="97"/>
                  <a:pt x="163" y="97"/>
                </a:cubicBezTo>
                <a:cubicBezTo>
                  <a:pt x="159" y="97"/>
                  <a:pt x="159" y="97"/>
                  <a:pt x="159" y="97"/>
                </a:cubicBezTo>
                <a:cubicBezTo>
                  <a:pt x="155" y="98"/>
                  <a:pt x="155" y="98"/>
                  <a:pt x="155" y="98"/>
                </a:cubicBezTo>
                <a:cubicBezTo>
                  <a:pt x="154" y="98"/>
                  <a:pt x="153" y="98"/>
                  <a:pt x="151" y="98"/>
                </a:cubicBezTo>
                <a:cubicBezTo>
                  <a:pt x="143" y="99"/>
                  <a:pt x="143" y="99"/>
                  <a:pt x="143" y="99"/>
                </a:cubicBezTo>
                <a:cubicBezTo>
                  <a:pt x="135" y="99"/>
                  <a:pt x="135" y="99"/>
                  <a:pt x="135" y="99"/>
                </a:cubicBezTo>
                <a:cubicBezTo>
                  <a:pt x="133" y="99"/>
                  <a:pt x="132" y="99"/>
                  <a:pt x="131" y="99"/>
                </a:cubicBezTo>
                <a:cubicBezTo>
                  <a:pt x="127" y="98"/>
                  <a:pt x="127" y="98"/>
                  <a:pt x="127" y="98"/>
                </a:cubicBezTo>
                <a:cubicBezTo>
                  <a:pt x="122" y="98"/>
                  <a:pt x="122" y="98"/>
                  <a:pt x="122" y="98"/>
                </a:cubicBezTo>
                <a:cubicBezTo>
                  <a:pt x="121" y="98"/>
                  <a:pt x="120" y="98"/>
                  <a:pt x="118" y="97"/>
                </a:cubicBezTo>
                <a:cubicBezTo>
                  <a:pt x="116" y="97"/>
                  <a:pt x="113" y="97"/>
                  <a:pt x="110" y="96"/>
                </a:cubicBezTo>
                <a:cubicBezTo>
                  <a:pt x="108" y="96"/>
                  <a:pt x="105" y="95"/>
                  <a:pt x="103" y="94"/>
                </a:cubicBezTo>
                <a:cubicBezTo>
                  <a:pt x="101" y="94"/>
                  <a:pt x="100" y="94"/>
                  <a:pt x="99" y="94"/>
                </a:cubicBezTo>
                <a:cubicBezTo>
                  <a:pt x="97" y="93"/>
                  <a:pt x="96" y="93"/>
                  <a:pt x="95" y="92"/>
                </a:cubicBezTo>
                <a:cubicBezTo>
                  <a:pt x="92" y="92"/>
                  <a:pt x="90" y="91"/>
                  <a:pt x="87" y="90"/>
                </a:cubicBezTo>
                <a:cubicBezTo>
                  <a:pt x="85" y="89"/>
                  <a:pt x="82" y="88"/>
                  <a:pt x="80" y="87"/>
                </a:cubicBezTo>
                <a:cubicBezTo>
                  <a:pt x="78" y="86"/>
                  <a:pt x="75" y="85"/>
                  <a:pt x="73" y="84"/>
                </a:cubicBezTo>
                <a:cubicBezTo>
                  <a:pt x="71" y="83"/>
                  <a:pt x="68" y="82"/>
                  <a:pt x="66" y="80"/>
                </a:cubicBezTo>
                <a:cubicBezTo>
                  <a:pt x="62" y="78"/>
                  <a:pt x="58" y="76"/>
                  <a:pt x="54" y="73"/>
                </a:cubicBezTo>
                <a:cubicBezTo>
                  <a:pt x="46" y="68"/>
                  <a:pt x="39" y="62"/>
                  <a:pt x="33" y="56"/>
                </a:cubicBezTo>
                <a:cubicBezTo>
                  <a:pt x="30" y="53"/>
                  <a:pt x="27" y="50"/>
                  <a:pt x="24" y="47"/>
                </a:cubicBezTo>
                <a:cubicBezTo>
                  <a:pt x="22" y="44"/>
                  <a:pt x="20" y="42"/>
                  <a:pt x="18" y="39"/>
                </a:cubicBezTo>
                <a:cubicBezTo>
                  <a:pt x="16" y="36"/>
                  <a:pt x="14" y="34"/>
                  <a:pt x="12" y="31"/>
                </a:cubicBezTo>
                <a:cubicBezTo>
                  <a:pt x="10" y="29"/>
                  <a:pt x="9" y="26"/>
                  <a:pt x="8" y="24"/>
                </a:cubicBezTo>
                <a:cubicBezTo>
                  <a:pt x="5" y="20"/>
                  <a:pt x="3" y="17"/>
                  <a:pt x="2" y="14"/>
                </a:cubicBezTo>
                <a:cubicBezTo>
                  <a:pt x="1" y="12"/>
                  <a:pt x="0" y="11"/>
                  <a:pt x="0" y="11"/>
                </a:cubicBezTo>
                <a:cubicBezTo>
                  <a:pt x="0" y="11"/>
                  <a:pt x="1" y="12"/>
                  <a:pt x="2" y="14"/>
                </a:cubicBezTo>
                <a:cubicBezTo>
                  <a:pt x="3" y="17"/>
                  <a:pt x="4" y="20"/>
                  <a:pt x="7" y="25"/>
                </a:cubicBezTo>
                <a:cubicBezTo>
                  <a:pt x="8" y="27"/>
                  <a:pt x="9" y="29"/>
                  <a:pt x="11" y="32"/>
                </a:cubicBezTo>
                <a:cubicBezTo>
                  <a:pt x="12" y="34"/>
                  <a:pt x="14" y="37"/>
                  <a:pt x="16" y="40"/>
                </a:cubicBezTo>
                <a:cubicBezTo>
                  <a:pt x="18" y="43"/>
                  <a:pt x="20" y="46"/>
                  <a:pt x="23" y="49"/>
                </a:cubicBezTo>
                <a:cubicBezTo>
                  <a:pt x="25" y="52"/>
                  <a:pt x="28" y="55"/>
                  <a:pt x="31" y="58"/>
                </a:cubicBezTo>
                <a:cubicBezTo>
                  <a:pt x="36" y="64"/>
                  <a:pt x="43" y="71"/>
                  <a:pt x="51" y="77"/>
                </a:cubicBezTo>
                <a:cubicBezTo>
                  <a:pt x="55" y="80"/>
                  <a:pt x="59" y="82"/>
                  <a:pt x="64" y="85"/>
                </a:cubicBezTo>
                <a:cubicBezTo>
                  <a:pt x="66" y="87"/>
                  <a:pt x="68" y="88"/>
                  <a:pt x="70" y="89"/>
                </a:cubicBezTo>
                <a:cubicBezTo>
                  <a:pt x="73" y="90"/>
                  <a:pt x="75" y="92"/>
                  <a:pt x="77" y="93"/>
                </a:cubicBezTo>
                <a:cubicBezTo>
                  <a:pt x="80" y="94"/>
                  <a:pt x="82" y="95"/>
                  <a:pt x="85" y="96"/>
                </a:cubicBezTo>
                <a:cubicBezTo>
                  <a:pt x="87" y="97"/>
                  <a:pt x="90" y="98"/>
                  <a:pt x="93" y="99"/>
                </a:cubicBezTo>
                <a:cubicBezTo>
                  <a:pt x="94" y="100"/>
                  <a:pt x="95" y="100"/>
                  <a:pt x="96" y="101"/>
                </a:cubicBezTo>
                <a:cubicBezTo>
                  <a:pt x="98" y="101"/>
                  <a:pt x="99" y="101"/>
                  <a:pt x="101" y="102"/>
                </a:cubicBezTo>
                <a:cubicBezTo>
                  <a:pt x="103" y="103"/>
                  <a:pt x="106" y="104"/>
                  <a:pt x="109" y="104"/>
                </a:cubicBezTo>
                <a:cubicBezTo>
                  <a:pt x="111" y="105"/>
                  <a:pt x="114" y="105"/>
                  <a:pt x="117" y="106"/>
                </a:cubicBezTo>
                <a:cubicBezTo>
                  <a:pt x="118" y="106"/>
                  <a:pt x="120" y="106"/>
                  <a:pt x="121" y="107"/>
                </a:cubicBezTo>
                <a:cubicBezTo>
                  <a:pt x="126" y="107"/>
                  <a:pt x="126" y="107"/>
                  <a:pt x="126" y="107"/>
                </a:cubicBezTo>
                <a:cubicBezTo>
                  <a:pt x="130" y="108"/>
                  <a:pt x="130" y="108"/>
                  <a:pt x="130" y="108"/>
                </a:cubicBezTo>
                <a:cubicBezTo>
                  <a:pt x="131" y="108"/>
                  <a:pt x="133" y="108"/>
                  <a:pt x="134" y="108"/>
                </a:cubicBezTo>
                <a:cubicBezTo>
                  <a:pt x="143" y="109"/>
                  <a:pt x="143" y="109"/>
                  <a:pt x="143" y="109"/>
                </a:cubicBezTo>
                <a:cubicBezTo>
                  <a:pt x="152" y="109"/>
                  <a:pt x="152" y="109"/>
                  <a:pt x="152" y="109"/>
                </a:cubicBezTo>
                <a:cubicBezTo>
                  <a:pt x="153" y="109"/>
                  <a:pt x="154" y="109"/>
                  <a:pt x="156" y="109"/>
                </a:cubicBezTo>
                <a:cubicBezTo>
                  <a:pt x="160" y="108"/>
                  <a:pt x="160" y="108"/>
                  <a:pt x="160" y="108"/>
                </a:cubicBezTo>
                <a:cubicBezTo>
                  <a:pt x="165" y="108"/>
                  <a:pt x="165" y="108"/>
                  <a:pt x="165" y="108"/>
                </a:cubicBezTo>
                <a:cubicBezTo>
                  <a:pt x="166" y="108"/>
                  <a:pt x="168" y="108"/>
                  <a:pt x="169" y="107"/>
                </a:cubicBezTo>
                <a:cubicBezTo>
                  <a:pt x="172" y="107"/>
                  <a:pt x="175" y="106"/>
                  <a:pt x="178" y="106"/>
                </a:cubicBezTo>
                <a:cubicBezTo>
                  <a:pt x="180" y="105"/>
                  <a:pt x="183" y="105"/>
                  <a:pt x="186" y="104"/>
                </a:cubicBezTo>
                <a:cubicBezTo>
                  <a:pt x="187" y="104"/>
                  <a:pt x="189" y="103"/>
                  <a:pt x="190" y="103"/>
                </a:cubicBezTo>
                <a:cubicBezTo>
                  <a:pt x="191" y="103"/>
                  <a:pt x="193" y="102"/>
                  <a:pt x="194" y="102"/>
                </a:cubicBezTo>
                <a:cubicBezTo>
                  <a:pt x="197" y="101"/>
                  <a:pt x="200" y="100"/>
                  <a:pt x="202" y="99"/>
                </a:cubicBezTo>
                <a:cubicBezTo>
                  <a:pt x="205" y="98"/>
                  <a:pt x="207" y="97"/>
                  <a:pt x="210" y="96"/>
                </a:cubicBezTo>
                <a:cubicBezTo>
                  <a:pt x="213" y="95"/>
                  <a:pt x="215" y="94"/>
                  <a:pt x="217" y="93"/>
                </a:cubicBezTo>
                <a:cubicBezTo>
                  <a:pt x="220" y="92"/>
                  <a:pt x="222" y="90"/>
                  <a:pt x="225" y="89"/>
                </a:cubicBezTo>
                <a:cubicBezTo>
                  <a:pt x="229" y="86"/>
                  <a:pt x="234" y="84"/>
                  <a:pt x="238" y="81"/>
                </a:cubicBezTo>
                <a:cubicBezTo>
                  <a:pt x="246" y="75"/>
                  <a:pt x="254" y="69"/>
                  <a:pt x="260" y="63"/>
                </a:cubicBezTo>
                <a:cubicBezTo>
                  <a:pt x="263" y="60"/>
                  <a:pt x="266" y="57"/>
                  <a:pt x="269" y="54"/>
                </a:cubicBezTo>
                <a:cubicBezTo>
                  <a:pt x="272" y="51"/>
                  <a:pt x="274" y="48"/>
                  <a:pt x="276" y="45"/>
                </a:cubicBezTo>
                <a:cubicBezTo>
                  <a:pt x="278" y="42"/>
                  <a:pt x="280" y="39"/>
                  <a:pt x="282" y="37"/>
                </a:cubicBezTo>
                <a:cubicBezTo>
                  <a:pt x="284" y="34"/>
                  <a:pt x="286" y="31"/>
                  <a:pt x="287" y="29"/>
                </a:cubicBezTo>
                <a:cubicBezTo>
                  <a:pt x="287" y="29"/>
                  <a:pt x="287" y="29"/>
                  <a:pt x="287" y="29"/>
                </a:cubicBezTo>
                <a:lnTo>
                  <a:pt x="301" y="35"/>
                </a:ln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42"/>
          <p:cNvSpPr>
            <a:spLocks/>
          </p:cNvSpPr>
          <p:nvPr/>
        </p:nvSpPr>
        <p:spPr bwMode="auto">
          <a:xfrm>
            <a:off x="3376895" y="2274468"/>
            <a:ext cx="1304219" cy="468275"/>
          </a:xfrm>
          <a:custGeom>
            <a:avLst/>
            <a:gdLst>
              <a:gd name="T0" fmla="*/ 292 w 301"/>
              <a:gd name="T1" fmla="*/ 108 h 108"/>
              <a:gd name="T2" fmla="*/ 270 w 301"/>
              <a:gd name="T3" fmla="*/ 87 h 108"/>
              <a:gd name="T4" fmla="*/ 262 w 301"/>
              <a:gd name="T5" fmla="*/ 74 h 108"/>
              <a:gd name="T6" fmla="*/ 248 w 301"/>
              <a:gd name="T7" fmla="*/ 57 h 108"/>
              <a:gd name="T8" fmla="*/ 217 w 301"/>
              <a:gd name="T9" fmla="*/ 32 h 108"/>
              <a:gd name="T10" fmla="*/ 204 w 301"/>
              <a:gd name="T11" fmla="*/ 25 h 108"/>
              <a:gd name="T12" fmla="*/ 190 w 301"/>
              <a:gd name="T13" fmla="*/ 19 h 108"/>
              <a:gd name="T14" fmla="*/ 183 w 301"/>
              <a:gd name="T15" fmla="*/ 16 h 108"/>
              <a:gd name="T16" fmla="*/ 167 w 301"/>
              <a:gd name="T17" fmla="*/ 12 h 108"/>
              <a:gd name="T18" fmla="*/ 159 w 301"/>
              <a:gd name="T19" fmla="*/ 11 h 108"/>
              <a:gd name="T20" fmla="*/ 151 w 301"/>
              <a:gd name="T21" fmla="*/ 10 h 108"/>
              <a:gd name="T22" fmla="*/ 135 w 301"/>
              <a:gd name="T23" fmla="*/ 10 h 108"/>
              <a:gd name="T24" fmla="*/ 126 w 301"/>
              <a:gd name="T25" fmla="*/ 10 h 108"/>
              <a:gd name="T26" fmla="*/ 118 w 301"/>
              <a:gd name="T27" fmla="*/ 11 h 108"/>
              <a:gd name="T28" fmla="*/ 102 w 301"/>
              <a:gd name="T29" fmla="*/ 14 h 108"/>
              <a:gd name="T30" fmla="*/ 95 w 301"/>
              <a:gd name="T31" fmla="*/ 16 h 108"/>
              <a:gd name="T32" fmla="*/ 80 w 301"/>
              <a:gd name="T33" fmla="*/ 21 h 108"/>
              <a:gd name="T34" fmla="*/ 66 w 301"/>
              <a:gd name="T35" fmla="*/ 28 h 108"/>
              <a:gd name="T36" fmla="*/ 33 w 301"/>
              <a:gd name="T37" fmla="*/ 52 h 108"/>
              <a:gd name="T38" fmla="*/ 17 w 301"/>
              <a:gd name="T39" fmla="*/ 69 h 108"/>
              <a:gd name="T40" fmla="*/ 7 w 301"/>
              <a:gd name="T41" fmla="*/ 84 h 108"/>
              <a:gd name="T42" fmla="*/ 0 w 301"/>
              <a:gd name="T43" fmla="*/ 98 h 108"/>
              <a:gd name="T44" fmla="*/ 7 w 301"/>
              <a:gd name="T45" fmla="*/ 84 h 108"/>
              <a:gd name="T46" fmla="*/ 16 w 301"/>
              <a:gd name="T47" fmla="*/ 68 h 108"/>
              <a:gd name="T48" fmla="*/ 30 w 301"/>
              <a:gd name="T49" fmla="*/ 50 h 108"/>
              <a:gd name="T50" fmla="*/ 63 w 301"/>
              <a:gd name="T51" fmla="*/ 23 h 108"/>
              <a:gd name="T52" fmla="*/ 77 w 301"/>
              <a:gd name="T53" fmla="*/ 16 h 108"/>
              <a:gd name="T54" fmla="*/ 92 w 301"/>
              <a:gd name="T55" fmla="*/ 9 h 108"/>
              <a:gd name="T56" fmla="*/ 100 w 301"/>
              <a:gd name="T57" fmla="*/ 7 h 108"/>
              <a:gd name="T58" fmla="*/ 117 w 301"/>
              <a:gd name="T59" fmla="*/ 2 h 108"/>
              <a:gd name="T60" fmla="*/ 125 w 301"/>
              <a:gd name="T61" fmla="*/ 1 h 108"/>
              <a:gd name="T62" fmla="*/ 134 w 301"/>
              <a:gd name="T63" fmla="*/ 0 h 108"/>
              <a:gd name="T64" fmla="*/ 151 w 301"/>
              <a:gd name="T65" fmla="*/ 0 h 108"/>
              <a:gd name="T66" fmla="*/ 160 w 301"/>
              <a:gd name="T67" fmla="*/ 0 h 108"/>
              <a:gd name="T68" fmla="*/ 169 w 301"/>
              <a:gd name="T69" fmla="*/ 1 h 108"/>
              <a:gd name="T70" fmla="*/ 186 w 301"/>
              <a:gd name="T71" fmla="*/ 4 h 108"/>
              <a:gd name="T72" fmla="*/ 194 w 301"/>
              <a:gd name="T73" fmla="*/ 7 h 108"/>
              <a:gd name="T74" fmla="*/ 210 w 301"/>
              <a:gd name="T75" fmla="*/ 12 h 108"/>
              <a:gd name="T76" fmla="*/ 224 w 301"/>
              <a:gd name="T77" fmla="*/ 19 h 108"/>
              <a:gd name="T78" fmla="*/ 260 w 301"/>
              <a:gd name="T79" fmla="*/ 45 h 108"/>
              <a:gd name="T80" fmla="*/ 276 w 301"/>
              <a:gd name="T81" fmla="*/ 64 h 108"/>
              <a:gd name="T82" fmla="*/ 287 w 301"/>
              <a:gd name="T83" fmla="*/ 79 h 108"/>
              <a:gd name="T84" fmla="*/ 301 w 301"/>
              <a:gd name="T85" fmla="*/ 73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01" h="108">
                <a:moveTo>
                  <a:pt x="301" y="73"/>
                </a:moveTo>
                <a:cubicBezTo>
                  <a:pt x="292" y="108"/>
                  <a:pt x="292" y="108"/>
                  <a:pt x="292" y="108"/>
                </a:cubicBezTo>
                <a:cubicBezTo>
                  <a:pt x="256" y="94"/>
                  <a:pt x="256" y="94"/>
                  <a:pt x="256" y="94"/>
                </a:cubicBezTo>
                <a:cubicBezTo>
                  <a:pt x="270" y="87"/>
                  <a:pt x="270" y="87"/>
                  <a:pt x="270" y="87"/>
                </a:cubicBezTo>
                <a:cubicBezTo>
                  <a:pt x="269" y="86"/>
                  <a:pt x="268" y="84"/>
                  <a:pt x="266" y="82"/>
                </a:cubicBezTo>
                <a:cubicBezTo>
                  <a:pt x="265" y="80"/>
                  <a:pt x="263" y="77"/>
                  <a:pt x="262" y="74"/>
                </a:cubicBezTo>
                <a:cubicBezTo>
                  <a:pt x="260" y="72"/>
                  <a:pt x="258" y="69"/>
                  <a:pt x="255" y="66"/>
                </a:cubicBezTo>
                <a:cubicBezTo>
                  <a:pt x="253" y="63"/>
                  <a:pt x="251" y="60"/>
                  <a:pt x="248" y="57"/>
                </a:cubicBezTo>
                <a:cubicBezTo>
                  <a:pt x="242" y="52"/>
                  <a:pt x="236" y="45"/>
                  <a:pt x="229" y="40"/>
                </a:cubicBezTo>
                <a:cubicBezTo>
                  <a:pt x="225" y="37"/>
                  <a:pt x="221" y="35"/>
                  <a:pt x="217" y="32"/>
                </a:cubicBezTo>
                <a:cubicBezTo>
                  <a:pt x="215" y="30"/>
                  <a:pt x="213" y="29"/>
                  <a:pt x="211" y="28"/>
                </a:cubicBezTo>
                <a:cubicBezTo>
                  <a:pt x="209" y="27"/>
                  <a:pt x="206" y="26"/>
                  <a:pt x="204" y="25"/>
                </a:cubicBezTo>
                <a:cubicBezTo>
                  <a:pt x="202" y="24"/>
                  <a:pt x="200" y="23"/>
                  <a:pt x="197" y="21"/>
                </a:cubicBezTo>
                <a:cubicBezTo>
                  <a:pt x="195" y="20"/>
                  <a:pt x="192" y="20"/>
                  <a:pt x="190" y="19"/>
                </a:cubicBezTo>
                <a:cubicBezTo>
                  <a:pt x="189" y="18"/>
                  <a:pt x="188" y="18"/>
                  <a:pt x="186" y="17"/>
                </a:cubicBezTo>
                <a:cubicBezTo>
                  <a:pt x="185" y="17"/>
                  <a:pt x="184" y="17"/>
                  <a:pt x="183" y="16"/>
                </a:cubicBezTo>
                <a:cubicBezTo>
                  <a:pt x="180" y="15"/>
                  <a:pt x="177" y="15"/>
                  <a:pt x="175" y="14"/>
                </a:cubicBezTo>
                <a:cubicBezTo>
                  <a:pt x="172" y="13"/>
                  <a:pt x="170" y="13"/>
                  <a:pt x="167" y="12"/>
                </a:cubicBezTo>
                <a:cubicBezTo>
                  <a:pt x="166" y="12"/>
                  <a:pt x="164" y="12"/>
                  <a:pt x="163" y="12"/>
                </a:cubicBezTo>
                <a:cubicBezTo>
                  <a:pt x="159" y="11"/>
                  <a:pt x="159" y="11"/>
                  <a:pt x="159" y="11"/>
                </a:cubicBezTo>
                <a:cubicBezTo>
                  <a:pt x="155" y="10"/>
                  <a:pt x="155" y="10"/>
                  <a:pt x="155" y="10"/>
                </a:cubicBezTo>
                <a:cubicBezTo>
                  <a:pt x="154" y="10"/>
                  <a:pt x="152" y="10"/>
                  <a:pt x="151" y="10"/>
                </a:cubicBezTo>
                <a:cubicBezTo>
                  <a:pt x="143" y="10"/>
                  <a:pt x="143" y="10"/>
                  <a:pt x="143" y="10"/>
                </a:cubicBezTo>
                <a:cubicBezTo>
                  <a:pt x="135" y="10"/>
                  <a:pt x="135" y="10"/>
                  <a:pt x="135" y="10"/>
                </a:cubicBezTo>
                <a:cubicBezTo>
                  <a:pt x="133" y="10"/>
                  <a:pt x="132" y="10"/>
                  <a:pt x="130" y="10"/>
                </a:cubicBezTo>
                <a:cubicBezTo>
                  <a:pt x="126" y="10"/>
                  <a:pt x="126" y="10"/>
                  <a:pt x="126" y="10"/>
                </a:cubicBezTo>
                <a:cubicBezTo>
                  <a:pt x="122" y="10"/>
                  <a:pt x="122" y="10"/>
                  <a:pt x="122" y="10"/>
                </a:cubicBezTo>
                <a:cubicBezTo>
                  <a:pt x="121" y="11"/>
                  <a:pt x="120" y="11"/>
                  <a:pt x="118" y="11"/>
                </a:cubicBezTo>
                <a:cubicBezTo>
                  <a:pt x="116" y="11"/>
                  <a:pt x="113" y="12"/>
                  <a:pt x="110" y="12"/>
                </a:cubicBezTo>
                <a:cubicBezTo>
                  <a:pt x="108" y="13"/>
                  <a:pt x="105" y="13"/>
                  <a:pt x="102" y="14"/>
                </a:cubicBezTo>
                <a:cubicBezTo>
                  <a:pt x="101" y="14"/>
                  <a:pt x="100" y="15"/>
                  <a:pt x="98" y="15"/>
                </a:cubicBezTo>
                <a:cubicBezTo>
                  <a:pt x="97" y="15"/>
                  <a:pt x="96" y="16"/>
                  <a:pt x="95" y="16"/>
                </a:cubicBezTo>
                <a:cubicBezTo>
                  <a:pt x="92" y="17"/>
                  <a:pt x="90" y="18"/>
                  <a:pt x="87" y="18"/>
                </a:cubicBezTo>
                <a:cubicBezTo>
                  <a:pt x="85" y="19"/>
                  <a:pt x="82" y="20"/>
                  <a:pt x="80" y="21"/>
                </a:cubicBezTo>
                <a:cubicBezTo>
                  <a:pt x="77" y="22"/>
                  <a:pt x="75" y="23"/>
                  <a:pt x="73" y="25"/>
                </a:cubicBezTo>
                <a:cubicBezTo>
                  <a:pt x="71" y="26"/>
                  <a:pt x="68" y="27"/>
                  <a:pt x="66" y="28"/>
                </a:cubicBezTo>
                <a:cubicBezTo>
                  <a:pt x="62" y="30"/>
                  <a:pt x="57" y="33"/>
                  <a:pt x="54" y="36"/>
                </a:cubicBezTo>
                <a:cubicBezTo>
                  <a:pt x="46" y="41"/>
                  <a:pt x="39" y="47"/>
                  <a:pt x="33" y="52"/>
                </a:cubicBezTo>
                <a:cubicBezTo>
                  <a:pt x="30" y="55"/>
                  <a:pt x="27" y="58"/>
                  <a:pt x="24" y="61"/>
                </a:cubicBezTo>
                <a:cubicBezTo>
                  <a:pt x="22" y="64"/>
                  <a:pt x="20" y="67"/>
                  <a:pt x="17" y="69"/>
                </a:cubicBezTo>
                <a:cubicBezTo>
                  <a:pt x="15" y="72"/>
                  <a:pt x="14" y="75"/>
                  <a:pt x="12" y="77"/>
                </a:cubicBezTo>
                <a:cubicBezTo>
                  <a:pt x="10" y="80"/>
                  <a:pt x="9" y="82"/>
                  <a:pt x="7" y="84"/>
                </a:cubicBezTo>
                <a:cubicBezTo>
                  <a:pt x="5" y="88"/>
                  <a:pt x="3" y="92"/>
                  <a:pt x="2" y="94"/>
                </a:cubicBezTo>
                <a:cubicBezTo>
                  <a:pt x="1" y="96"/>
                  <a:pt x="0" y="98"/>
                  <a:pt x="0" y="98"/>
                </a:cubicBezTo>
                <a:cubicBezTo>
                  <a:pt x="0" y="98"/>
                  <a:pt x="1" y="96"/>
                  <a:pt x="2" y="94"/>
                </a:cubicBezTo>
                <a:cubicBezTo>
                  <a:pt x="3" y="92"/>
                  <a:pt x="4" y="88"/>
                  <a:pt x="7" y="84"/>
                </a:cubicBezTo>
                <a:cubicBezTo>
                  <a:pt x="8" y="82"/>
                  <a:pt x="9" y="79"/>
                  <a:pt x="11" y="77"/>
                </a:cubicBezTo>
                <a:cubicBezTo>
                  <a:pt x="12" y="74"/>
                  <a:pt x="14" y="71"/>
                  <a:pt x="16" y="68"/>
                </a:cubicBezTo>
                <a:cubicBezTo>
                  <a:pt x="18" y="66"/>
                  <a:pt x="20" y="63"/>
                  <a:pt x="22" y="60"/>
                </a:cubicBezTo>
                <a:cubicBezTo>
                  <a:pt x="25" y="57"/>
                  <a:pt x="28" y="53"/>
                  <a:pt x="30" y="50"/>
                </a:cubicBezTo>
                <a:cubicBezTo>
                  <a:pt x="36" y="44"/>
                  <a:pt x="43" y="38"/>
                  <a:pt x="51" y="32"/>
                </a:cubicBezTo>
                <a:cubicBezTo>
                  <a:pt x="55" y="29"/>
                  <a:pt x="59" y="26"/>
                  <a:pt x="63" y="23"/>
                </a:cubicBezTo>
                <a:cubicBezTo>
                  <a:pt x="66" y="22"/>
                  <a:pt x="68" y="21"/>
                  <a:pt x="70" y="19"/>
                </a:cubicBezTo>
                <a:cubicBezTo>
                  <a:pt x="72" y="18"/>
                  <a:pt x="75" y="17"/>
                  <a:pt x="77" y="16"/>
                </a:cubicBezTo>
                <a:cubicBezTo>
                  <a:pt x="80" y="14"/>
                  <a:pt x="82" y="13"/>
                  <a:pt x="85" y="12"/>
                </a:cubicBezTo>
                <a:cubicBezTo>
                  <a:pt x="87" y="11"/>
                  <a:pt x="90" y="10"/>
                  <a:pt x="92" y="9"/>
                </a:cubicBezTo>
                <a:cubicBezTo>
                  <a:pt x="94" y="9"/>
                  <a:pt x="95" y="8"/>
                  <a:pt x="96" y="8"/>
                </a:cubicBezTo>
                <a:cubicBezTo>
                  <a:pt x="98" y="7"/>
                  <a:pt x="99" y="7"/>
                  <a:pt x="100" y="7"/>
                </a:cubicBezTo>
                <a:cubicBezTo>
                  <a:pt x="103" y="6"/>
                  <a:pt x="106" y="5"/>
                  <a:pt x="109" y="4"/>
                </a:cubicBezTo>
                <a:cubicBezTo>
                  <a:pt x="111" y="4"/>
                  <a:pt x="114" y="3"/>
                  <a:pt x="117" y="2"/>
                </a:cubicBezTo>
                <a:cubicBezTo>
                  <a:pt x="118" y="2"/>
                  <a:pt x="120" y="2"/>
                  <a:pt x="121" y="2"/>
                </a:cubicBezTo>
                <a:cubicBezTo>
                  <a:pt x="125" y="1"/>
                  <a:pt x="125" y="1"/>
                  <a:pt x="125" y="1"/>
                </a:cubicBezTo>
                <a:cubicBezTo>
                  <a:pt x="130" y="1"/>
                  <a:pt x="130" y="1"/>
                  <a:pt x="130" y="1"/>
                </a:cubicBezTo>
                <a:cubicBezTo>
                  <a:pt x="131" y="0"/>
                  <a:pt x="133" y="0"/>
                  <a:pt x="134" y="0"/>
                </a:cubicBezTo>
                <a:cubicBezTo>
                  <a:pt x="143" y="0"/>
                  <a:pt x="143" y="0"/>
                  <a:pt x="143" y="0"/>
                </a:cubicBezTo>
                <a:cubicBezTo>
                  <a:pt x="151" y="0"/>
                  <a:pt x="151" y="0"/>
                  <a:pt x="151" y="0"/>
                </a:cubicBezTo>
                <a:cubicBezTo>
                  <a:pt x="153" y="0"/>
                  <a:pt x="154" y="0"/>
                  <a:pt x="156" y="0"/>
                </a:cubicBezTo>
                <a:cubicBezTo>
                  <a:pt x="160" y="0"/>
                  <a:pt x="160" y="0"/>
                  <a:pt x="160" y="0"/>
                </a:cubicBezTo>
                <a:cubicBezTo>
                  <a:pt x="164" y="1"/>
                  <a:pt x="164" y="1"/>
                  <a:pt x="164" y="1"/>
                </a:cubicBezTo>
                <a:cubicBezTo>
                  <a:pt x="166" y="1"/>
                  <a:pt x="167" y="1"/>
                  <a:pt x="169" y="1"/>
                </a:cubicBezTo>
                <a:cubicBezTo>
                  <a:pt x="172" y="2"/>
                  <a:pt x="175" y="2"/>
                  <a:pt x="177" y="2"/>
                </a:cubicBezTo>
                <a:cubicBezTo>
                  <a:pt x="180" y="3"/>
                  <a:pt x="183" y="4"/>
                  <a:pt x="186" y="4"/>
                </a:cubicBezTo>
                <a:cubicBezTo>
                  <a:pt x="187" y="5"/>
                  <a:pt x="189" y="5"/>
                  <a:pt x="190" y="5"/>
                </a:cubicBezTo>
                <a:cubicBezTo>
                  <a:pt x="191" y="6"/>
                  <a:pt x="193" y="6"/>
                  <a:pt x="194" y="7"/>
                </a:cubicBezTo>
                <a:cubicBezTo>
                  <a:pt x="197" y="7"/>
                  <a:pt x="199" y="8"/>
                  <a:pt x="202" y="9"/>
                </a:cubicBezTo>
                <a:cubicBezTo>
                  <a:pt x="205" y="10"/>
                  <a:pt x="207" y="11"/>
                  <a:pt x="210" y="12"/>
                </a:cubicBezTo>
                <a:cubicBezTo>
                  <a:pt x="212" y="13"/>
                  <a:pt x="215" y="14"/>
                  <a:pt x="217" y="16"/>
                </a:cubicBezTo>
                <a:cubicBezTo>
                  <a:pt x="220" y="17"/>
                  <a:pt x="222" y="18"/>
                  <a:pt x="224" y="19"/>
                </a:cubicBezTo>
                <a:cubicBezTo>
                  <a:pt x="229" y="22"/>
                  <a:pt x="234" y="24"/>
                  <a:pt x="238" y="27"/>
                </a:cubicBezTo>
                <a:cubicBezTo>
                  <a:pt x="246" y="33"/>
                  <a:pt x="254" y="39"/>
                  <a:pt x="260" y="45"/>
                </a:cubicBezTo>
                <a:cubicBezTo>
                  <a:pt x="263" y="49"/>
                  <a:pt x="266" y="52"/>
                  <a:pt x="269" y="55"/>
                </a:cubicBezTo>
                <a:cubicBezTo>
                  <a:pt x="271" y="58"/>
                  <a:pt x="274" y="61"/>
                  <a:pt x="276" y="64"/>
                </a:cubicBezTo>
                <a:cubicBezTo>
                  <a:pt x="278" y="67"/>
                  <a:pt x="280" y="69"/>
                  <a:pt x="282" y="72"/>
                </a:cubicBezTo>
                <a:cubicBezTo>
                  <a:pt x="284" y="74"/>
                  <a:pt x="285" y="77"/>
                  <a:pt x="287" y="79"/>
                </a:cubicBezTo>
                <a:cubicBezTo>
                  <a:pt x="287" y="79"/>
                  <a:pt x="287" y="79"/>
                  <a:pt x="287" y="79"/>
                </a:cubicBezTo>
                <a:lnTo>
                  <a:pt x="301" y="73"/>
                </a:ln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43"/>
          <p:cNvSpPr>
            <a:spLocks/>
          </p:cNvSpPr>
          <p:nvPr/>
        </p:nvSpPr>
        <p:spPr bwMode="auto">
          <a:xfrm>
            <a:off x="7479789" y="2274468"/>
            <a:ext cx="1304219" cy="468275"/>
          </a:xfrm>
          <a:custGeom>
            <a:avLst/>
            <a:gdLst>
              <a:gd name="T0" fmla="*/ 292 w 301"/>
              <a:gd name="T1" fmla="*/ 108 h 108"/>
              <a:gd name="T2" fmla="*/ 270 w 301"/>
              <a:gd name="T3" fmla="*/ 87 h 108"/>
              <a:gd name="T4" fmla="*/ 262 w 301"/>
              <a:gd name="T5" fmla="*/ 74 h 108"/>
              <a:gd name="T6" fmla="*/ 248 w 301"/>
              <a:gd name="T7" fmla="*/ 57 h 108"/>
              <a:gd name="T8" fmla="*/ 218 w 301"/>
              <a:gd name="T9" fmla="*/ 32 h 108"/>
              <a:gd name="T10" fmla="*/ 205 w 301"/>
              <a:gd name="T11" fmla="*/ 25 h 108"/>
              <a:gd name="T12" fmla="*/ 190 w 301"/>
              <a:gd name="T13" fmla="*/ 19 h 108"/>
              <a:gd name="T14" fmla="*/ 183 w 301"/>
              <a:gd name="T15" fmla="*/ 16 h 108"/>
              <a:gd name="T16" fmla="*/ 167 w 301"/>
              <a:gd name="T17" fmla="*/ 12 h 108"/>
              <a:gd name="T18" fmla="*/ 159 w 301"/>
              <a:gd name="T19" fmla="*/ 11 h 108"/>
              <a:gd name="T20" fmla="*/ 151 w 301"/>
              <a:gd name="T21" fmla="*/ 10 h 108"/>
              <a:gd name="T22" fmla="*/ 135 w 301"/>
              <a:gd name="T23" fmla="*/ 10 h 108"/>
              <a:gd name="T24" fmla="*/ 127 w 301"/>
              <a:gd name="T25" fmla="*/ 10 h 108"/>
              <a:gd name="T26" fmla="*/ 119 w 301"/>
              <a:gd name="T27" fmla="*/ 11 h 108"/>
              <a:gd name="T28" fmla="*/ 103 w 301"/>
              <a:gd name="T29" fmla="*/ 14 h 108"/>
              <a:gd name="T30" fmla="*/ 95 w 301"/>
              <a:gd name="T31" fmla="*/ 16 h 108"/>
              <a:gd name="T32" fmla="*/ 80 w 301"/>
              <a:gd name="T33" fmla="*/ 21 h 108"/>
              <a:gd name="T34" fmla="*/ 66 w 301"/>
              <a:gd name="T35" fmla="*/ 28 h 108"/>
              <a:gd name="T36" fmla="*/ 33 w 301"/>
              <a:gd name="T37" fmla="*/ 52 h 108"/>
              <a:gd name="T38" fmla="*/ 18 w 301"/>
              <a:gd name="T39" fmla="*/ 69 h 108"/>
              <a:gd name="T40" fmla="*/ 8 w 301"/>
              <a:gd name="T41" fmla="*/ 84 h 108"/>
              <a:gd name="T42" fmla="*/ 0 w 301"/>
              <a:gd name="T43" fmla="*/ 98 h 108"/>
              <a:gd name="T44" fmla="*/ 7 w 301"/>
              <a:gd name="T45" fmla="*/ 84 h 108"/>
              <a:gd name="T46" fmla="*/ 16 w 301"/>
              <a:gd name="T47" fmla="*/ 68 h 108"/>
              <a:gd name="T48" fmla="*/ 31 w 301"/>
              <a:gd name="T49" fmla="*/ 50 h 108"/>
              <a:gd name="T50" fmla="*/ 64 w 301"/>
              <a:gd name="T51" fmla="*/ 23 h 108"/>
              <a:gd name="T52" fmla="*/ 78 w 301"/>
              <a:gd name="T53" fmla="*/ 16 h 108"/>
              <a:gd name="T54" fmla="*/ 93 w 301"/>
              <a:gd name="T55" fmla="*/ 9 h 108"/>
              <a:gd name="T56" fmla="*/ 101 w 301"/>
              <a:gd name="T57" fmla="*/ 7 h 108"/>
              <a:gd name="T58" fmla="*/ 117 w 301"/>
              <a:gd name="T59" fmla="*/ 2 h 108"/>
              <a:gd name="T60" fmla="*/ 126 w 301"/>
              <a:gd name="T61" fmla="*/ 1 h 108"/>
              <a:gd name="T62" fmla="*/ 134 w 301"/>
              <a:gd name="T63" fmla="*/ 0 h 108"/>
              <a:gd name="T64" fmla="*/ 152 w 301"/>
              <a:gd name="T65" fmla="*/ 0 h 108"/>
              <a:gd name="T66" fmla="*/ 160 w 301"/>
              <a:gd name="T67" fmla="*/ 0 h 108"/>
              <a:gd name="T68" fmla="*/ 169 w 301"/>
              <a:gd name="T69" fmla="*/ 1 h 108"/>
              <a:gd name="T70" fmla="*/ 186 w 301"/>
              <a:gd name="T71" fmla="*/ 4 h 108"/>
              <a:gd name="T72" fmla="*/ 194 w 301"/>
              <a:gd name="T73" fmla="*/ 7 h 108"/>
              <a:gd name="T74" fmla="*/ 210 w 301"/>
              <a:gd name="T75" fmla="*/ 12 h 108"/>
              <a:gd name="T76" fmla="*/ 225 w 301"/>
              <a:gd name="T77" fmla="*/ 19 h 108"/>
              <a:gd name="T78" fmla="*/ 260 w 301"/>
              <a:gd name="T79" fmla="*/ 45 h 108"/>
              <a:gd name="T80" fmla="*/ 277 w 301"/>
              <a:gd name="T81" fmla="*/ 64 h 108"/>
              <a:gd name="T82" fmla="*/ 287 w 301"/>
              <a:gd name="T83" fmla="*/ 79 h 108"/>
              <a:gd name="T84" fmla="*/ 301 w 301"/>
              <a:gd name="T85" fmla="*/ 73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01" h="108">
                <a:moveTo>
                  <a:pt x="301" y="73"/>
                </a:moveTo>
                <a:cubicBezTo>
                  <a:pt x="292" y="108"/>
                  <a:pt x="292" y="108"/>
                  <a:pt x="292" y="108"/>
                </a:cubicBezTo>
                <a:cubicBezTo>
                  <a:pt x="257" y="94"/>
                  <a:pt x="257" y="94"/>
                  <a:pt x="257" y="94"/>
                </a:cubicBezTo>
                <a:cubicBezTo>
                  <a:pt x="270" y="87"/>
                  <a:pt x="270" y="87"/>
                  <a:pt x="270" y="87"/>
                </a:cubicBezTo>
                <a:cubicBezTo>
                  <a:pt x="269" y="86"/>
                  <a:pt x="268" y="84"/>
                  <a:pt x="267" y="82"/>
                </a:cubicBezTo>
                <a:cubicBezTo>
                  <a:pt x="265" y="80"/>
                  <a:pt x="264" y="77"/>
                  <a:pt x="262" y="74"/>
                </a:cubicBezTo>
                <a:cubicBezTo>
                  <a:pt x="260" y="72"/>
                  <a:pt x="258" y="69"/>
                  <a:pt x="256" y="66"/>
                </a:cubicBezTo>
                <a:cubicBezTo>
                  <a:pt x="253" y="63"/>
                  <a:pt x="251" y="60"/>
                  <a:pt x="248" y="57"/>
                </a:cubicBezTo>
                <a:cubicBezTo>
                  <a:pt x="243" y="52"/>
                  <a:pt x="237" y="45"/>
                  <a:pt x="229" y="40"/>
                </a:cubicBezTo>
                <a:cubicBezTo>
                  <a:pt x="226" y="37"/>
                  <a:pt x="222" y="35"/>
                  <a:pt x="218" y="32"/>
                </a:cubicBezTo>
                <a:cubicBezTo>
                  <a:pt x="216" y="30"/>
                  <a:pt x="213" y="29"/>
                  <a:pt x="211" y="28"/>
                </a:cubicBezTo>
                <a:cubicBezTo>
                  <a:pt x="209" y="27"/>
                  <a:pt x="207" y="26"/>
                  <a:pt x="205" y="25"/>
                </a:cubicBezTo>
                <a:cubicBezTo>
                  <a:pt x="202" y="24"/>
                  <a:pt x="200" y="23"/>
                  <a:pt x="198" y="21"/>
                </a:cubicBezTo>
                <a:cubicBezTo>
                  <a:pt x="195" y="20"/>
                  <a:pt x="193" y="20"/>
                  <a:pt x="190" y="19"/>
                </a:cubicBezTo>
                <a:cubicBezTo>
                  <a:pt x="189" y="18"/>
                  <a:pt x="188" y="18"/>
                  <a:pt x="187" y="17"/>
                </a:cubicBezTo>
                <a:cubicBezTo>
                  <a:pt x="185" y="17"/>
                  <a:pt x="184" y="17"/>
                  <a:pt x="183" y="16"/>
                </a:cubicBezTo>
                <a:cubicBezTo>
                  <a:pt x="180" y="15"/>
                  <a:pt x="178" y="15"/>
                  <a:pt x="175" y="14"/>
                </a:cubicBezTo>
                <a:cubicBezTo>
                  <a:pt x="173" y="13"/>
                  <a:pt x="170" y="13"/>
                  <a:pt x="167" y="12"/>
                </a:cubicBezTo>
                <a:cubicBezTo>
                  <a:pt x="166" y="12"/>
                  <a:pt x="165" y="12"/>
                  <a:pt x="163" y="12"/>
                </a:cubicBezTo>
                <a:cubicBezTo>
                  <a:pt x="159" y="11"/>
                  <a:pt x="159" y="11"/>
                  <a:pt x="159" y="11"/>
                </a:cubicBezTo>
                <a:cubicBezTo>
                  <a:pt x="156" y="10"/>
                  <a:pt x="156" y="10"/>
                  <a:pt x="156" y="10"/>
                </a:cubicBezTo>
                <a:cubicBezTo>
                  <a:pt x="154" y="10"/>
                  <a:pt x="153" y="10"/>
                  <a:pt x="151" y="10"/>
                </a:cubicBezTo>
                <a:cubicBezTo>
                  <a:pt x="143" y="10"/>
                  <a:pt x="143" y="10"/>
                  <a:pt x="143" y="10"/>
                </a:cubicBezTo>
                <a:cubicBezTo>
                  <a:pt x="135" y="10"/>
                  <a:pt x="135" y="10"/>
                  <a:pt x="135" y="10"/>
                </a:cubicBezTo>
                <a:cubicBezTo>
                  <a:pt x="134" y="10"/>
                  <a:pt x="132" y="10"/>
                  <a:pt x="131" y="10"/>
                </a:cubicBezTo>
                <a:cubicBezTo>
                  <a:pt x="127" y="10"/>
                  <a:pt x="127" y="10"/>
                  <a:pt x="127" y="10"/>
                </a:cubicBezTo>
                <a:cubicBezTo>
                  <a:pt x="123" y="10"/>
                  <a:pt x="123" y="10"/>
                  <a:pt x="123" y="10"/>
                </a:cubicBezTo>
                <a:cubicBezTo>
                  <a:pt x="121" y="11"/>
                  <a:pt x="120" y="11"/>
                  <a:pt x="119" y="11"/>
                </a:cubicBezTo>
                <a:cubicBezTo>
                  <a:pt x="116" y="11"/>
                  <a:pt x="113" y="12"/>
                  <a:pt x="111" y="12"/>
                </a:cubicBezTo>
                <a:cubicBezTo>
                  <a:pt x="108" y="13"/>
                  <a:pt x="105" y="13"/>
                  <a:pt x="103" y="14"/>
                </a:cubicBezTo>
                <a:cubicBezTo>
                  <a:pt x="101" y="14"/>
                  <a:pt x="100" y="15"/>
                  <a:pt x="99" y="15"/>
                </a:cubicBezTo>
                <a:cubicBezTo>
                  <a:pt x="98" y="15"/>
                  <a:pt x="96" y="16"/>
                  <a:pt x="95" y="16"/>
                </a:cubicBezTo>
                <a:cubicBezTo>
                  <a:pt x="93" y="17"/>
                  <a:pt x="90" y="18"/>
                  <a:pt x="87" y="18"/>
                </a:cubicBezTo>
                <a:cubicBezTo>
                  <a:pt x="85" y="19"/>
                  <a:pt x="83" y="20"/>
                  <a:pt x="80" y="21"/>
                </a:cubicBezTo>
                <a:cubicBezTo>
                  <a:pt x="78" y="22"/>
                  <a:pt x="76" y="23"/>
                  <a:pt x="73" y="25"/>
                </a:cubicBezTo>
                <a:cubicBezTo>
                  <a:pt x="71" y="26"/>
                  <a:pt x="69" y="27"/>
                  <a:pt x="66" y="28"/>
                </a:cubicBezTo>
                <a:cubicBezTo>
                  <a:pt x="62" y="30"/>
                  <a:pt x="58" y="33"/>
                  <a:pt x="54" y="36"/>
                </a:cubicBezTo>
                <a:cubicBezTo>
                  <a:pt x="46" y="41"/>
                  <a:pt x="39" y="47"/>
                  <a:pt x="33" y="52"/>
                </a:cubicBezTo>
                <a:cubicBezTo>
                  <a:pt x="30" y="55"/>
                  <a:pt x="27" y="58"/>
                  <a:pt x="25" y="61"/>
                </a:cubicBezTo>
                <a:cubicBezTo>
                  <a:pt x="22" y="64"/>
                  <a:pt x="20" y="67"/>
                  <a:pt x="18" y="69"/>
                </a:cubicBezTo>
                <a:cubicBezTo>
                  <a:pt x="16" y="72"/>
                  <a:pt x="14" y="75"/>
                  <a:pt x="12" y="77"/>
                </a:cubicBezTo>
                <a:cubicBezTo>
                  <a:pt x="10" y="80"/>
                  <a:pt x="9" y="82"/>
                  <a:pt x="8" y="84"/>
                </a:cubicBezTo>
                <a:cubicBezTo>
                  <a:pt x="5" y="88"/>
                  <a:pt x="4" y="92"/>
                  <a:pt x="2" y="94"/>
                </a:cubicBezTo>
                <a:cubicBezTo>
                  <a:pt x="1" y="96"/>
                  <a:pt x="0" y="98"/>
                  <a:pt x="0" y="98"/>
                </a:cubicBezTo>
                <a:cubicBezTo>
                  <a:pt x="0" y="98"/>
                  <a:pt x="1" y="96"/>
                  <a:pt x="2" y="94"/>
                </a:cubicBezTo>
                <a:cubicBezTo>
                  <a:pt x="3" y="92"/>
                  <a:pt x="5" y="88"/>
                  <a:pt x="7" y="84"/>
                </a:cubicBezTo>
                <a:cubicBezTo>
                  <a:pt x="8" y="82"/>
                  <a:pt x="9" y="79"/>
                  <a:pt x="11" y="77"/>
                </a:cubicBezTo>
                <a:cubicBezTo>
                  <a:pt x="13" y="74"/>
                  <a:pt x="14" y="71"/>
                  <a:pt x="16" y="68"/>
                </a:cubicBezTo>
                <a:cubicBezTo>
                  <a:pt x="18" y="66"/>
                  <a:pt x="20" y="63"/>
                  <a:pt x="23" y="60"/>
                </a:cubicBezTo>
                <a:cubicBezTo>
                  <a:pt x="25" y="57"/>
                  <a:pt x="28" y="53"/>
                  <a:pt x="31" y="50"/>
                </a:cubicBezTo>
                <a:cubicBezTo>
                  <a:pt x="37" y="44"/>
                  <a:pt x="43" y="38"/>
                  <a:pt x="51" y="32"/>
                </a:cubicBezTo>
                <a:cubicBezTo>
                  <a:pt x="55" y="29"/>
                  <a:pt x="59" y="26"/>
                  <a:pt x="64" y="23"/>
                </a:cubicBezTo>
                <a:cubicBezTo>
                  <a:pt x="66" y="22"/>
                  <a:pt x="68" y="21"/>
                  <a:pt x="71" y="19"/>
                </a:cubicBezTo>
                <a:cubicBezTo>
                  <a:pt x="73" y="18"/>
                  <a:pt x="75" y="17"/>
                  <a:pt x="78" y="16"/>
                </a:cubicBezTo>
                <a:cubicBezTo>
                  <a:pt x="80" y="14"/>
                  <a:pt x="83" y="13"/>
                  <a:pt x="85" y="12"/>
                </a:cubicBezTo>
                <a:cubicBezTo>
                  <a:pt x="88" y="11"/>
                  <a:pt x="90" y="10"/>
                  <a:pt x="93" y="9"/>
                </a:cubicBezTo>
                <a:cubicBezTo>
                  <a:pt x="94" y="9"/>
                  <a:pt x="95" y="8"/>
                  <a:pt x="97" y="8"/>
                </a:cubicBezTo>
                <a:cubicBezTo>
                  <a:pt x="98" y="7"/>
                  <a:pt x="99" y="7"/>
                  <a:pt x="101" y="7"/>
                </a:cubicBezTo>
                <a:cubicBezTo>
                  <a:pt x="103" y="6"/>
                  <a:pt x="106" y="5"/>
                  <a:pt x="109" y="4"/>
                </a:cubicBezTo>
                <a:cubicBezTo>
                  <a:pt x="112" y="4"/>
                  <a:pt x="114" y="3"/>
                  <a:pt x="117" y="2"/>
                </a:cubicBezTo>
                <a:cubicBezTo>
                  <a:pt x="119" y="2"/>
                  <a:pt x="120" y="2"/>
                  <a:pt x="122" y="2"/>
                </a:cubicBezTo>
                <a:cubicBezTo>
                  <a:pt x="126" y="1"/>
                  <a:pt x="126" y="1"/>
                  <a:pt x="126" y="1"/>
                </a:cubicBezTo>
                <a:cubicBezTo>
                  <a:pt x="130" y="1"/>
                  <a:pt x="130" y="1"/>
                  <a:pt x="130" y="1"/>
                </a:cubicBezTo>
                <a:cubicBezTo>
                  <a:pt x="132" y="0"/>
                  <a:pt x="133" y="0"/>
                  <a:pt x="134" y="0"/>
                </a:cubicBezTo>
                <a:cubicBezTo>
                  <a:pt x="143" y="0"/>
                  <a:pt x="143" y="0"/>
                  <a:pt x="143" y="0"/>
                </a:cubicBezTo>
                <a:cubicBezTo>
                  <a:pt x="152" y="0"/>
                  <a:pt x="152" y="0"/>
                  <a:pt x="152" y="0"/>
                </a:cubicBezTo>
                <a:cubicBezTo>
                  <a:pt x="153" y="0"/>
                  <a:pt x="155" y="0"/>
                  <a:pt x="156" y="0"/>
                </a:cubicBezTo>
                <a:cubicBezTo>
                  <a:pt x="160" y="0"/>
                  <a:pt x="160" y="0"/>
                  <a:pt x="160" y="0"/>
                </a:cubicBezTo>
                <a:cubicBezTo>
                  <a:pt x="165" y="1"/>
                  <a:pt x="165" y="1"/>
                  <a:pt x="165" y="1"/>
                </a:cubicBezTo>
                <a:cubicBezTo>
                  <a:pt x="166" y="1"/>
                  <a:pt x="168" y="1"/>
                  <a:pt x="169" y="1"/>
                </a:cubicBezTo>
                <a:cubicBezTo>
                  <a:pt x="172" y="2"/>
                  <a:pt x="175" y="2"/>
                  <a:pt x="178" y="2"/>
                </a:cubicBezTo>
                <a:cubicBezTo>
                  <a:pt x="181" y="3"/>
                  <a:pt x="183" y="4"/>
                  <a:pt x="186" y="4"/>
                </a:cubicBezTo>
                <a:cubicBezTo>
                  <a:pt x="188" y="5"/>
                  <a:pt x="189" y="5"/>
                  <a:pt x="190" y="5"/>
                </a:cubicBezTo>
                <a:cubicBezTo>
                  <a:pt x="192" y="6"/>
                  <a:pt x="193" y="6"/>
                  <a:pt x="194" y="7"/>
                </a:cubicBezTo>
                <a:cubicBezTo>
                  <a:pt x="197" y="7"/>
                  <a:pt x="200" y="8"/>
                  <a:pt x="202" y="9"/>
                </a:cubicBezTo>
                <a:cubicBezTo>
                  <a:pt x="205" y="10"/>
                  <a:pt x="208" y="11"/>
                  <a:pt x="210" y="12"/>
                </a:cubicBezTo>
                <a:cubicBezTo>
                  <a:pt x="213" y="13"/>
                  <a:pt x="215" y="14"/>
                  <a:pt x="218" y="16"/>
                </a:cubicBezTo>
                <a:cubicBezTo>
                  <a:pt x="220" y="17"/>
                  <a:pt x="223" y="18"/>
                  <a:pt x="225" y="19"/>
                </a:cubicBezTo>
                <a:cubicBezTo>
                  <a:pt x="229" y="22"/>
                  <a:pt x="234" y="24"/>
                  <a:pt x="238" y="27"/>
                </a:cubicBezTo>
                <a:cubicBezTo>
                  <a:pt x="247" y="33"/>
                  <a:pt x="254" y="39"/>
                  <a:pt x="260" y="45"/>
                </a:cubicBezTo>
                <a:cubicBezTo>
                  <a:pt x="264" y="49"/>
                  <a:pt x="266" y="52"/>
                  <a:pt x="269" y="55"/>
                </a:cubicBezTo>
                <a:cubicBezTo>
                  <a:pt x="272" y="58"/>
                  <a:pt x="274" y="61"/>
                  <a:pt x="277" y="64"/>
                </a:cubicBezTo>
                <a:cubicBezTo>
                  <a:pt x="279" y="67"/>
                  <a:pt x="281" y="69"/>
                  <a:pt x="283" y="72"/>
                </a:cubicBezTo>
                <a:cubicBezTo>
                  <a:pt x="284" y="74"/>
                  <a:pt x="286" y="77"/>
                  <a:pt x="287" y="79"/>
                </a:cubicBezTo>
                <a:cubicBezTo>
                  <a:pt x="287" y="79"/>
                  <a:pt x="287" y="79"/>
                  <a:pt x="287" y="79"/>
                </a:cubicBezTo>
                <a:lnTo>
                  <a:pt x="301" y="73"/>
                </a:ln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44"/>
          <p:cNvSpPr>
            <a:spLocks noEditPoints="1"/>
          </p:cNvSpPr>
          <p:nvPr/>
        </p:nvSpPr>
        <p:spPr bwMode="auto">
          <a:xfrm>
            <a:off x="8462069" y="3059194"/>
            <a:ext cx="338402" cy="407911"/>
          </a:xfrm>
          <a:custGeom>
            <a:avLst/>
            <a:gdLst>
              <a:gd name="T0" fmla="*/ 0 w 78"/>
              <a:gd name="T1" fmla="*/ 94 h 94"/>
              <a:gd name="T2" fmla="*/ 0 w 78"/>
              <a:gd name="T3" fmla="*/ 0 h 94"/>
              <a:gd name="T4" fmla="*/ 32 w 78"/>
              <a:gd name="T5" fmla="*/ 0 h 94"/>
              <a:gd name="T6" fmla="*/ 49 w 78"/>
              <a:gd name="T7" fmla="*/ 2 h 94"/>
              <a:gd name="T8" fmla="*/ 63 w 78"/>
              <a:gd name="T9" fmla="*/ 8 h 94"/>
              <a:gd name="T10" fmla="*/ 73 w 78"/>
              <a:gd name="T11" fmla="*/ 23 h 94"/>
              <a:gd name="T12" fmla="*/ 78 w 78"/>
              <a:gd name="T13" fmla="*/ 47 h 94"/>
              <a:gd name="T14" fmla="*/ 68 w 78"/>
              <a:gd name="T15" fmla="*/ 81 h 94"/>
              <a:gd name="T16" fmla="*/ 34 w 78"/>
              <a:gd name="T17" fmla="*/ 94 h 94"/>
              <a:gd name="T18" fmla="*/ 0 w 78"/>
              <a:gd name="T19" fmla="*/ 94 h 94"/>
              <a:gd name="T20" fmla="*/ 12 w 78"/>
              <a:gd name="T21" fmla="*/ 83 h 94"/>
              <a:gd name="T22" fmla="*/ 32 w 78"/>
              <a:gd name="T23" fmla="*/ 83 h 94"/>
              <a:gd name="T24" fmla="*/ 51 w 78"/>
              <a:gd name="T25" fmla="*/ 80 h 94"/>
              <a:gd name="T26" fmla="*/ 61 w 78"/>
              <a:gd name="T27" fmla="*/ 68 h 94"/>
              <a:gd name="T28" fmla="*/ 65 w 78"/>
              <a:gd name="T29" fmla="*/ 47 h 94"/>
              <a:gd name="T30" fmla="*/ 63 w 78"/>
              <a:gd name="T31" fmla="*/ 32 h 94"/>
              <a:gd name="T32" fmla="*/ 58 w 78"/>
              <a:gd name="T33" fmla="*/ 21 h 94"/>
              <a:gd name="T34" fmla="*/ 49 w 78"/>
              <a:gd name="T35" fmla="*/ 14 h 94"/>
              <a:gd name="T36" fmla="*/ 32 w 78"/>
              <a:gd name="T37" fmla="*/ 12 h 94"/>
              <a:gd name="T38" fmla="*/ 12 w 78"/>
              <a:gd name="T39" fmla="*/ 12 h 94"/>
              <a:gd name="T40" fmla="*/ 12 w 78"/>
              <a:gd name="T41" fmla="*/ 83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 h="94">
                <a:moveTo>
                  <a:pt x="0" y="94"/>
                </a:moveTo>
                <a:cubicBezTo>
                  <a:pt x="0" y="0"/>
                  <a:pt x="0" y="0"/>
                  <a:pt x="0" y="0"/>
                </a:cubicBezTo>
                <a:cubicBezTo>
                  <a:pt x="32" y="0"/>
                  <a:pt x="32" y="0"/>
                  <a:pt x="32" y="0"/>
                </a:cubicBezTo>
                <a:cubicBezTo>
                  <a:pt x="38" y="0"/>
                  <a:pt x="44" y="1"/>
                  <a:pt x="49" y="2"/>
                </a:cubicBezTo>
                <a:cubicBezTo>
                  <a:pt x="54" y="3"/>
                  <a:pt x="58" y="5"/>
                  <a:pt x="63" y="8"/>
                </a:cubicBezTo>
                <a:cubicBezTo>
                  <a:pt x="67" y="12"/>
                  <a:pt x="71" y="17"/>
                  <a:pt x="73" y="23"/>
                </a:cubicBezTo>
                <a:cubicBezTo>
                  <a:pt x="76" y="30"/>
                  <a:pt x="78" y="38"/>
                  <a:pt x="78" y="47"/>
                </a:cubicBezTo>
                <a:cubicBezTo>
                  <a:pt x="78" y="61"/>
                  <a:pt x="74" y="73"/>
                  <a:pt x="68" y="81"/>
                </a:cubicBezTo>
                <a:cubicBezTo>
                  <a:pt x="61" y="90"/>
                  <a:pt x="50" y="94"/>
                  <a:pt x="34" y="94"/>
                </a:cubicBezTo>
                <a:lnTo>
                  <a:pt x="0" y="94"/>
                </a:lnTo>
                <a:close/>
                <a:moveTo>
                  <a:pt x="12" y="83"/>
                </a:moveTo>
                <a:cubicBezTo>
                  <a:pt x="32" y="83"/>
                  <a:pt x="32" y="83"/>
                  <a:pt x="32" y="83"/>
                </a:cubicBezTo>
                <a:cubicBezTo>
                  <a:pt x="41" y="83"/>
                  <a:pt x="47" y="82"/>
                  <a:pt x="51" y="80"/>
                </a:cubicBezTo>
                <a:cubicBezTo>
                  <a:pt x="56" y="77"/>
                  <a:pt x="59" y="73"/>
                  <a:pt x="61" y="68"/>
                </a:cubicBezTo>
                <a:cubicBezTo>
                  <a:pt x="64" y="62"/>
                  <a:pt x="65" y="55"/>
                  <a:pt x="65" y="47"/>
                </a:cubicBezTo>
                <a:cubicBezTo>
                  <a:pt x="65" y="41"/>
                  <a:pt x="64" y="36"/>
                  <a:pt x="63" y="32"/>
                </a:cubicBezTo>
                <a:cubicBezTo>
                  <a:pt x="62" y="27"/>
                  <a:pt x="60" y="24"/>
                  <a:pt x="58" y="21"/>
                </a:cubicBezTo>
                <a:cubicBezTo>
                  <a:pt x="56" y="18"/>
                  <a:pt x="53" y="15"/>
                  <a:pt x="49" y="14"/>
                </a:cubicBezTo>
                <a:cubicBezTo>
                  <a:pt x="46" y="12"/>
                  <a:pt x="40" y="12"/>
                  <a:pt x="32" y="12"/>
                </a:cubicBezTo>
                <a:cubicBezTo>
                  <a:pt x="12" y="12"/>
                  <a:pt x="12" y="12"/>
                  <a:pt x="12" y="12"/>
                </a:cubicBezTo>
                <a:lnTo>
                  <a:pt x="12" y="8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45"/>
          <p:cNvSpPr>
            <a:spLocks/>
          </p:cNvSpPr>
          <p:nvPr/>
        </p:nvSpPr>
        <p:spPr bwMode="auto">
          <a:xfrm>
            <a:off x="6373124" y="3053707"/>
            <a:ext cx="358523" cy="420716"/>
          </a:xfrm>
          <a:custGeom>
            <a:avLst/>
            <a:gdLst>
              <a:gd name="T0" fmla="*/ 71 w 83"/>
              <a:gd name="T1" fmla="*/ 62 h 97"/>
              <a:gd name="T2" fmla="*/ 83 w 83"/>
              <a:gd name="T3" fmla="*/ 66 h 97"/>
              <a:gd name="T4" fmla="*/ 44 w 83"/>
              <a:gd name="T5" fmla="*/ 97 h 97"/>
              <a:gd name="T6" fmla="*/ 11 w 83"/>
              <a:gd name="T7" fmla="*/ 83 h 97"/>
              <a:gd name="T8" fmla="*/ 0 w 83"/>
              <a:gd name="T9" fmla="*/ 48 h 97"/>
              <a:gd name="T10" fmla="*/ 13 w 83"/>
              <a:gd name="T11" fmla="*/ 12 h 97"/>
              <a:gd name="T12" fmla="*/ 45 w 83"/>
              <a:gd name="T13" fmla="*/ 0 h 97"/>
              <a:gd name="T14" fmla="*/ 82 w 83"/>
              <a:gd name="T15" fmla="*/ 27 h 97"/>
              <a:gd name="T16" fmla="*/ 70 w 83"/>
              <a:gd name="T17" fmla="*/ 30 h 97"/>
              <a:gd name="T18" fmla="*/ 44 w 83"/>
              <a:gd name="T19" fmla="*/ 10 h 97"/>
              <a:gd name="T20" fmla="*/ 21 w 83"/>
              <a:gd name="T21" fmla="*/ 20 h 97"/>
              <a:gd name="T22" fmla="*/ 13 w 83"/>
              <a:gd name="T23" fmla="*/ 48 h 97"/>
              <a:gd name="T24" fmla="*/ 22 w 83"/>
              <a:gd name="T25" fmla="*/ 77 h 97"/>
              <a:gd name="T26" fmla="*/ 43 w 83"/>
              <a:gd name="T27" fmla="*/ 86 h 97"/>
              <a:gd name="T28" fmla="*/ 71 w 83"/>
              <a:gd name="T29" fmla="*/ 6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3" h="97">
                <a:moveTo>
                  <a:pt x="71" y="62"/>
                </a:moveTo>
                <a:cubicBezTo>
                  <a:pt x="83" y="66"/>
                  <a:pt x="83" y="66"/>
                  <a:pt x="83" y="66"/>
                </a:cubicBezTo>
                <a:cubicBezTo>
                  <a:pt x="78" y="87"/>
                  <a:pt x="65" y="97"/>
                  <a:pt x="44" y="97"/>
                </a:cubicBezTo>
                <a:cubicBezTo>
                  <a:pt x="29" y="97"/>
                  <a:pt x="18" y="92"/>
                  <a:pt x="11" y="83"/>
                </a:cubicBezTo>
                <a:cubicBezTo>
                  <a:pt x="4" y="73"/>
                  <a:pt x="0" y="62"/>
                  <a:pt x="0" y="48"/>
                </a:cubicBezTo>
                <a:cubicBezTo>
                  <a:pt x="0" y="32"/>
                  <a:pt x="5" y="20"/>
                  <a:pt x="13" y="12"/>
                </a:cubicBezTo>
                <a:cubicBezTo>
                  <a:pt x="22" y="4"/>
                  <a:pt x="32" y="0"/>
                  <a:pt x="45" y="0"/>
                </a:cubicBezTo>
                <a:cubicBezTo>
                  <a:pt x="64" y="0"/>
                  <a:pt x="76" y="9"/>
                  <a:pt x="82" y="27"/>
                </a:cubicBezTo>
                <a:cubicBezTo>
                  <a:pt x="70" y="30"/>
                  <a:pt x="70" y="30"/>
                  <a:pt x="70" y="30"/>
                </a:cubicBezTo>
                <a:cubicBezTo>
                  <a:pt x="65" y="17"/>
                  <a:pt x="57" y="10"/>
                  <a:pt x="44" y="10"/>
                </a:cubicBezTo>
                <a:cubicBezTo>
                  <a:pt x="34" y="10"/>
                  <a:pt x="27" y="14"/>
                  <a:pt x="21" y="20"/>
                </a:cubicBezTo>
                <a:cubicBezTo>
                  <a:pt x="16" y="27"/>
                  <a:pt x="13" y="36"/>
                  <a:pt x="13" y="48"/>
                </a:cubicBezTo>
                <a:cubicBezTo>
                  <a:pt x="13" y="61"/>
                  <a:pt x="16" y="71"/>
                  <a:pt x="22" y="77"/>
                </a:cubicBezTo>
                <a:cubicBezTo>
                  <a:pt x="28" y="83"/>
                  <a:pt x="35" y="86"/>
                  <a:pt x="43" y="86"/>
                </a:cubicBezTo>
                <a:cubicBezTo>
                  <a:pt x="58" y="86"/>
                  <a:pt x="68" y="78"/>
                  <a:pt x="71" y="6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46"/>
          <p:cNvSpPr>
            <a:spLocks noEditPoints="1"/>
          </p:cNvSpPr>
          <p:nvPr/>
        </p:nvSpPr>
        <p:spPr bwMode="auto">
          <a:xfrm>
            <a:off x="4320762" y="3062853"/>
            <a:ext cx="307305" cy="407911"/>
          </a:xfrm>
          <a:custGeom>
            <a:avLst/>
            <a:gdLst>
              <a:gd name="T0" fmla="*/ 0 w 71"/>
              <a:gd name="T1" fmla="*/ 94 h 94"/>
              <a:gd name="T2" fmla="*/ 0 w 71"/>
              <a:gd name="T3" fmla="*/ 0 h 94"/>
              <a:gd name="T4" fmla="*/ 35 w 71"/>
              <a:gd name="T5" fmla="*/ 0 h 94"/>
              <a:gd name="T6" fmla="*/ 59 w 71"/>
              <a:gd name="T7" fmla="*/ 7 h 94"/>
              <a:gd name="T8" fmla="*/ 66 w 71"/>
              <a:gd name="T9" fmla="*/ 24 h 94"/>
              <a:gd name="T10" fmla="*/ 53 w 71"/>
              <a:gd name="T11" fmla="*/ 44 h 94"/>
              <a:gd name="T12" fmla="*/ 71 w 71"/>
              <a:gd name="T13" fmla="*/ 66 h 94"/>
              <a:gd name="T14" fmla="*/ 36 w 71"/>
              <a:gd name="T15" fmla="*/ 94 h 94"/>
              <a:gd name="T16" fmla="*/ 0 w 71"/>
              <a:gd name="T17" fmla="*/ 94 h 94"/>
              <a:gd name="T18" fmla="*/ 12 w 71"/>
              <a:gd name="T19" fmla="*/ 39 h 94"/>
              <a:gd name="T20" fmla="*/ 33 w 71"/>
              <a:gd name="T21" fmla="*/ 39 h 94"/>
              <a:gd name="T22" fmla="*/ 44 w 71"/>
              <a:gd name="T23" fmla="*/ 38 h 94"/>
              <a:gd name="T24" fmla="*/ 51 w 71"/>
              <a:gd name="T25" fmla="*/ 34 h 94"/>
              <a:gd name="T26" fmla="*/ 54 w 71"/>
              <a:gd name="T27" fmla="*/ 25 h 94"/>
              <a:gd name="T28" fmla="*/ 52 w 71"/>
              <a:gd name="T29" fmla="*/ 16 h 94"/>
              <a:gd name="T30" fmla="*/ 44 w 71"/>
              <a:gd name="T31" fmla="*/ 12 h 94"/>
              <a:gd name="T32" fmla="*/ 31 w 71"/>
              <a:gd name="T33" fmla="*/ 11 h 94"/>
              <a:gd name="T34" fmla="*/ 12 w 71"/>
              <a:gd name="T35" fmla="*/ 11 h 94"/>
              <a:gd name="T36" fmla="*/ 12 w 71"/>
              <a:gd name="T37" fmla="*/ 39 h 94"/>
              <a:gd name="T38" fmla="*/ 12 w 71"/>
              <a:gd name="T39" fmla="*/ 83 h 94"/>
              <a:gd name="T40" fmla="*/ 36 w 71"/>
              <a:gd name="T41" fmla="*/ 83 h 94"/>
              <a:gd name="T42" fmla="*/ 44 w 71"/>
              <a:gd name="T43" fmla="*/ 82 h 94"/>
              <a:gd name="T44" fmla="*/ 51 w 71"/>
              <a:gd name="T45" fmla="*/ 80 h 94"/>
              <a:gd name="T46" fmla="*/ 56 w 71"/>
              <a:gd name="T47" fmla="*/ 75 h 94"/>
              <a:gd name="T48" fmla="*/ 58 w 71"/>
              <a:gd name="T49" fmla="*/ 66 h 94"/>
              <a:gd name="T50" fmla="*/ 53 w 71"/>
              <a:gd name="T51" fmla="*/ 55 h 94"/>
              <a:gd name="T52" fmla="*/ 34 w 71"/>
              <a:gd name="T53" fmla="*/ 50 h 94"/>
              <a:gd name="T54" fmla="*/ 12 w 71"/>
              <a:gd name="T55" fmla="*/ 50 h 94"/>
              <a:gd name="T56" fmla="*/ 12 w 71"/>
              <a:gd name="T57" fmla="*/ 83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1" h="94">
                <a:moveTo>
                  <a:pt x="0" y="94"/>
                </a:moveTo>
                <a:cubicBezTo>
                  <a:pt x="0" y="0"/>
                  <a:pt x="0" y="0"/>
                  <a:pt x="0" y="0"/>
                </a:cubicBezTo>
                <a:cubicBezTo>
                  <a:pt x="35" y="0"/>
                  <a:pt x="35" y="0"/>
                  <a:pt x="35" y="0"/>
                </a:cubicBezTo>
                <a:cubicBezTo>
                  <a:pt x="46" y="0"/>
                  <a:pt x="54" y="2"/>
                  <a:pt x="59" y="7"/>
                </a:cubicBezTo>
                <a:cubicBezTo>
                  <a:pt x="64" y="12"/>
                  <a:pt x="66" y="17"/>
                  <a:pt x="66" y="24"/>
                </a:cubicBezTo>
                <a:cubicBezTo>
                  <a:pt x="66" y="33"/>
                  <a:pt x="62" y="39"/>
                  <a:pt x="53" y="44"/>
                </a:cubicBezTo>
                <a:cubicBezTo>
                  <a:pt x="65" y="47"/>
                  <a:pt x="71" y="55"/>
                  <a:pt x="71" y="66"/>
                </a:cubicBezTo>
                <a:cubicBezTo>
                  <a:pt x="71" y="85"/>
                  <a:pt x="59" y="94"/>
                  <a:pt x="36" y="94"/>
                </a:cubicBezTo>
                <a:lnTo>
                  <a:pt x="0" y="94"/>
                </a:lnTo>
                <a:close/>
                <a:moveTo>
                  <a:pt x="12" y="39"/>
                </a:moveTo>
                <a:cubicBezTo>
                  <a:pt x="33" y="39"/>
                  <a:pt x="33" y="39"/>
                  <a:pt x="33" y="39"/>
                </a:cubicBezTo>
                <a:cubicBezTo>
                  <a:pt x="37" y="39"/>
                  <a:pt x="41" y="39"/>
                  <a:pt x="44" y="38"/>
                </a:cubicBezTo>
                <a:cubicBezTo>
                  <a:pt x="47" y="38"/>
                  <a:pt x="49" y="36"/>
                  <a:pt x="51" y="34"/>
                </a:cubicBezTo>
                <a:cubicBezTo>
                  <a:pt x="53" y="32"/>
                  <a:pt x="54" y="29"/>
                  <a:pt x="54" y="25"/>
                </a:cubicBezTo>
                <a:cubicBezTo>
                  <a:pt x="54" y="21"/>
                  <a:pt x="53" y="18"/>
                  <a:pt x="52" y="16"/>
                </a:cubicBezTo>
                <a:cubicBezTo>
                  <a:pt x="50" y="14"/>
                  <a:pt x="47" y="12"/>
                  <a:pt x="44" y="12"/>
                </a:cubicBezTo>
                <a:cubicBezTo>
                  <a:pt x="41" y="11"/>
                  <a:pt x="37" y="11"/>
                  <a:pt x="31" y="11"/>
                </a:cubicBezTo>
                <a:cubicBezTo>
                  <a:pt x="12" y="11"/>
                  <a:pt x="12" y="11"/>
                  <a:pt x="12" y="11"/>
                </a:cubicBezTo>
                <a:lnTo>
                  <a:pt x="12" y="39"/>
                </a:lnTo>
                <a:close/>
                <a:moveTo>
                  <a:pt x="12" y="83"/>
                </a:moveTo>
                <a:cubicBezTo>
                  <a:pt x="36" y="83"/>
                  <a:pt x="36" y="83"/>
                  <a:pt x="36" y="83"/>
                </a:cubicBezTo>
                <a:cubicBezTo>
                  <a:pt x="39" y="83"/>
                  <a:pt x="42" y="82"/>
                  <a:pt x="44" y="82"/>
                </a:cubicBezTo>
                <a:cubicBezTo>
                  <a:pt x="46" y="82"/>
                  <a:pt x="49" y="81"/>
                  <a:pt x="51" y="80"/>
                </a:cubicBezTo>
                <a:cubicBezTo>
                  <a:pt x="53" y="79"/>
                  <a:pt x="55" y="77"/>
                  <a:pt x="56" y="75"/>
                </a:cubicBezTo>
                <a:cubicBezTo>
                  <a:pt x="57" y="72"/>
                  <a:pt x="58" y="70"/>
                  <a:pt x="58" y="66"/>
                </a:cubicBezTo>
                <a:cubicBezTo>
                  <a:pt x="58" y="61"/>
                  <a:pt x="56" y="57"/>
                  <a:pt x="53" y="55"/>
                </a:cubicBezTo>
                <a:cubicBezTo>
                  <a:pt x="50" y="52"/>
                  <a:pt x="43" y="50"/>
                  <a:pt x="34" y="50"/>
                </a:cubicBezTo>
                <a:cubicBezTo>
                  <a:pt x="12" y="50"/>
                  <a:pt x="12" y="50"/>
                  <a:pt x="12" y="50"/>
                </a:cubicBezTo>
                <a:lnTo>
                  <a:pt x="12" y="8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47"/>
          <p:cNvSpPr>
            <a:spLocks noEditPoints="1"/>
          </p:cNvSpPr>
          <p:nvPr/>
        </p:nvSpPr>
        <p:spPr bwMode="auto">
          <a:xfrm>
            <a:off x="2217183" y="3062853"/>
            <a:ext cx="380473" cy="407911"/>
          </a:xfrm>
          <a:custGeom>
            <a:avLst/>
            <a:gdLst>
              <a:gd name="T0" fmla="*/ 0 w 88"/>
              <a:gd name="T1" fmla="*/ 94 h 94"/>
              <a:gd name="T2" fmla="*/ 36 w 88"/>
              <a:gd name="T3" fmla="*/ 0 h 94"/>
              <a:gd name="T4" fmla="*/ 49 w 88"/>
              <a:gd name="T5" fmla="*/ 0 h 94"/>
              <a:gd name="T6" fmla="*/ 88 w 88"/>
              <a:gd name="T7" fmla="*/ 94 h 94"/>
              <a:gd name="T8" fmla="*/ 74 w 88"/>
              <a:gd name="T9" fmla="*/ 94 h 94"/>
              <a:gd name="T10" fmla="*/ 63 w 88"/>
              <a:gd name="T11" fmla="*/ 65 h 94"/>
              <a:gd name="T12" fmla="*/ 24 w 88"/>
              <a:gd name="T13" fmla="*/ 65 h 94"/>
              <a:gd name="T14" fmla="*/ 13 w 88"/>
              <a:gd name="T15" fmla="*/ 94 h 94"/>
              <a:gd name="T16" fmla="*/ 0 w 88"/>
              <a:gd name="T17" fmla="*/ 94 h 94"/>
              <a:gd name="T18" fmla="*/ 27 w 88"/>
              <a:gd name="T19" fmla="*/ 55 h 94"/>
              <a:gd name="T20" fmla="*/ 59 w 88"/>
              <a:gd name="T21" fmla="*/ 55 h 94"/>
              <a:gd name="T22" fmla="*/ 49 w 88"/>
              <a:gd name="T23" fmla="*/ 29 h 94"/>
              <a:gd name="T24" fmla="*/ 43 w 88"/>
              <a:gd name="T25" fmla="*/ 10 h 94"/>
              <a:gd name="T26" fmla="*/ 37 w 88"/>
              <a:gd name="T27" fmla="*/ 27 h 94"/>
              <a:gd name="T28" fmla="*/ 27 w 88"/>
              <a:gd name="T29" fmla="*/ 55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94">
                <a:moveTo>
                  <a:pt x="0" y="94"/>
                </a:moveTo>
                <a:cubicBezTo>
                  <a:pt x="36" y="0"/>
                  <a:pt x="36" y="0"/>
                  <a:pt x="36" y="0"/>
                </a:cubicBezTo>
                <a:cubicBezTo>
                  <a:pt x="49" y="0"/>
                  <a:pt x="49" y="0"/>
                  <a:pt x="49" y="0"/>
                </a:cubicBezTo>
                <a:cubicBezTo>
                  <a:pt x="88" y="94"/>
                  <a:pt x="88" y="94"/>
                  <a:pt x="88" y="94"/>
                </a:cubicBezTo>
                <a:cubicBezTo>
                  <a:pt x="74" y="94"/>
                  <a:pt x="74" y="94"/>
                  <a:pt x="74" y="94"/>
                </a:cubicBezTo>
                <a:cubicBezTo>
                  <a:pt x="63" y="65"/>
                  <a:pt x="63" y="65"/>
                  <a:pt x="63" y="65"/>
                </a:cubicBezTo>
                <a:cubicBezTo>
                  <a:pt x="24" y="65"/>
                  <a:pt x="24" y="65"/>
                  <a:pt x="24" y="65"/>
                </a:cubicBezTo>
                <a:cubicBezTo>
                  <a:pt x="13" y="94"/>
                  <a:pt x="13" y="94"/>
                  <a:pt x="13" y="94"/>
                </a:cubicBezTo>
                <a:lnTo>
                  <a:pt x="0" y="94"/>
                </a:lnTo>
                <a:close/>
                <a:moveTo>
                  <a:pt x="27" y="55"/>
                </a:moveTo>
                <a:cubicBezTo>
                  <a:pt x="59" y="55"/>
                  <a:pt x="59" y="55"/>
                  <a:pt x="59" y="55"/>
                </a:cubicBezTo>
                <a:cubicBezTo>
                  <a:pt x="49" y="29"/>
                  <a:pt x="49" y="29"/>
                  <a:pt x="49" y="29"/>
                </a:cubicBezTo>
                <a:cubicBezTo>
                  <a:pt x="46" y="20"/>
                  <a:pt x="44" y="14"/>
                  <a:pt x="43" y="10"/>
                </a:cubicBezTo>
                <a:cubicBezTo>
                  <a:pt x="41" y="16"/>
                  <a:pt x="40" y="22"/>
                  <a:pt x="37" y="27"/>
                </a:cubicBezTo>
                <a:lnTo>
                  <a:pt x="27" y="5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文本框 76"/>
          <p:cNvSpPr txBox="1"/>
          <p:nvPr/>
        </p:nvSpPr>
        <p:spPr>
          <a:xfrm>
            <a:off x="2034778" y="3655513"/>
            <a:ext cx="1836000" cy="830997"/>
          </a:xfrm>
          <a:prstGeom prst="rect">
            <a:avLst/>
          </a:prstGeom>
          <a:noFill/>
        </p:spPr>
        <p:txBody>
          <a:bodyPr wrap="square" rtlCol="0">
            <a:spAutoFit/>
          </a:bodyPr>
          <a:lstStyle/>
          <a:p>
            <a:pPr algn="ctr">
              <a:lnSpc>
                <a:spcPct val="120000"/>
              </a:lnSpc>
            </a:pPr>
            <a:r>
              <a:rPr lang="zh-CN" altLang="en-US" sz="2400" b="1" dirty="0">
                <a:solidFill>
                  <a:schemeClr val="bg1"/>
                </a:solidFill>
              </a:rPr>
              <a:t>添加标题</a:t>
            </a:r>
            <a:endParaRPr lang="en-US" altLang="zh-CN" sz="2400" b="1" dirty="0">
              <a:solidFill>
                <a:schemeClr val="bg1"/>
              </a:solidFill>
            </a:endParaRPr>
          </a:p>
          <a:p>
            <a:pPr algn="ctr">
              <a:lnSpc>
                <a:spcPct val="120000"/>
              </a:lnSpc>
            </a:pPr>
            <a:r>
              <a:rPr lang="zh-CN" altLang="en-US" sz="1600" dirty="0">
                <a:solidFill>
                  <a:schemeClr val="bg1"/>
                </a:solidFill>
              </a:rPr>
              <a:t>添加内容</a:t>
            </a:r>
          </a:p>
        </p:txBody>
      </p:sp>
      <p:sp>
        <p:nvSpPr>
          <p:cNvPr id="78" name="文本框 77"/>
          <p:cNvSpPr txBox="1"/>
          <p:nvPr/>
        </p:nvSpPr>
        <p:spPr>
          <a:xfrm>
            <a:off x="4099944" y="3655513"/>
            <a:ext cx="1836000" cy="830997"/>
          </a:xfrm>
          <a:prstGeom prst="rect">
            <a:avLst/>
          </a:prstGeom>
          <a:noFill/>
        </p:spPr>
        <p:txBody>
          <a:bodyPr wrap="square" rtlCol="0">
            <a:spAutoFit/>
          </a:bodyPr>
          <a:lstStyle/>
          <a:p>
            <a:pPr algn="ctr">
              <a:lnSpc>
                <a:spcPct val="120000"/>
              </a:lnSpc>
            </a:pPr>
            <a:r>
              <a:rPr lang="zh-CN" altLang="en-US" sz="2400" b="1" dirty="0">
                <a:solidFill>
                  <a:schemeClr val="bg1"/>
                </a:solidFill>
              </a:rPr>
              <a:t>添加标题</a:t>
            </a:r>
            <a:endParaRPr lang="en-US" altLang="zh-CN" sz="2400" b="1" dirty="0">
              <a:solidFill>
                <a:schemeClr val="bg1"/>
              </a:solidFill>
            </a:endParaRPr>
          </a:p>
          <a:p>
            <a:pPr algn="ctr">
              <a:lnSpc>
                <a:spcPct val="120000"/>
              </a:lnSpc>
            </a:pPr>
            <a:r>
              <a:rPr lang="zh-CN" altLang="en-US" sz="1600" dirty="0">
                <a:solidFill>
                  <a:schemeClr val="bg1"/>
                </a:solidFill>
              </a:rPr>
              <a:t>添加内容</a:t>
            </a:r>
          </a:p>
        </p:txBody>
      </p:sp>
      <p:sp>
        <p:nvSpPr>
          <p:cNvPr id="79" name="文本框 78"/>
          <p:cNvSpPr txBox="1"/>
          <p:nvPr/>
        </p:nvSpPr>
        <p:spPr>
          <a:xfrm>
            <a:off x="6190461" y="3655513"/>
            <a:ext cx="1836000" cy="830997"/>
          </a:xfrm>
          <a:prstGeom prst="rect">
            <a:avLst/>
          </a:prstGeom>
          <a:noFill/>
        </p:spPr>
        <p:txBody>
          <a:bodyPr wrap="square" rtlCol="0">
            <a:spAutoFit/>
          </a:bodyPr>
          <a:lstStyle/>
          <a:p>
            <a:pPr algn="ctr">
              <a:lnSpc>
                <a:spcPct val="120000"/>
              </a:lnSpc>
            </a:pPr>
            <a:r>
              <a:rPr lang="zh-CN" altLang="en-US" sz="2400" b="1" dirty="0">
                <a:solidFill>
                  <a:schemeClr val="bg1"/>
                </a:solidFill>
              </a:rPr>
              <a:t>添加标题</a:t>
            </a:r>
            <a:endParaRPr lang="en-US" altLang="zh-CN" sz="2400" b="1" dirty="0">
              <a:solidFill>
                <a:schemeClr val="bg1"/>
              </a:solidFill>
            </a:endParaRPr>
          </a:p>
          <a:p>
            <a:pPr algn="ctr">
              <a:lnSpc>
                <a:spcPct val="120000"/>
              </a:lnSpc>
            </a:pPr>
            <a:r>
              <a:rPr lang="zh-CN" altLang="en-US" sz="1600" dirty="0">
                <a:solidFill>
                  <a:schemeClr val="bg1"/>
                </a:solidFill>
              </a:rPr>
              <a:t>添加内容</a:t>
            </a:r>
          </a:p>
        </p:txBody>
      </p:sp>
      <p:sp>
        <p:nvSpPr>
          <p:cNvPr id="80" name="文本框 79"/>
          <p:cNvSpPr txBox="1"/>
          <p:nvPr/>
        </p:nvSpPr>
        <p:spPr>
          <a:xfrm>
            <a:off x="8232107" y="3655513"/>
            <a:ext cx="1836000" cy="830997"/>
          </a:xfrm>
          <a:prstGeom prst="rect">
            <a:avLst/>
          </a:prstGeom>
          <a:noFill/>
        </p:spPr>
        <p:txBody>
          <a:bodyPr wrap="square" rtlCol="0">
            <a:spAutoFit/>
          </a:bodyPr>
          <a:lstStyle/>
          <a:p>
            <a:pPr algn="ctr">
              <a:lnSpc>
                <a:spcPct val="120000"/>
              </a:lnSpc>
            </a:pPr>
            <a:r>
              <a:rPr lang="zh-CN" altLang="en-US" sz="2400" b="1" dirty="0">
                <a:solidFill>
                  <a:schemeClr val="bg1"/>
                </a:solidFill>
              </a:rPr>
              <a:t>添加标题</a:t>
            </a:r>
            <a:endParaRPr lang="en-US" altLang="zh-CN" sz="2400" b="1" dirty="0">
              <a:solidFill>
                <a:schemeClr val="bg1"/>
              </a:solidFill>
            </a:endParaRPr>
          </a:p>
          <a:p>
            <a:pPr algn="ctr">
              <a:lnSpc>
                <a:spcPct val="120000"/>
              </a:lnSpc>
            </a:pPr>
            <a:r>
              <a:rPr lang="zh-CN" altLang="en-US" sz="1600" dirty="0">
                <a:solidFill>
                  <a:schemeClr val="bg1"/>
                </a:solidFill>
              </a:rPr>
              <a:t>添加内容</a:t>
            </a:r>
          </a:p>
        </p:txBody>
      </p:sp>
      <p:sp>
        <p:nvSpPr>
          <p:cNvPr id="85" name="矩形 84"/>
          <p:cNvSpPr/>
          <p:nvPr/>
        </p:nvSpPr>
        <p:spPr>
          <a:xfrm>
            <a:off x="1120462" y="5697216"/>
            <a:ext cx="9982915" cy="412421"/>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添加内容添加内容添加内容添加内容添加内容添加内容添加内容添加内容添加内容添加内容添加内容</a:t>
            </a:r>
          </a:p>
        </p:txBody>
      </p:sp>
      <p:sp>
        <p:nvSpPr>
          <p:cNvPr id="86" name="文本框 85"/>
          <p:cNvSpPr txBox="1"/>
          <p:nvPr/>
        </p:nvSpPr>
        <p:spPr>
          <a:xfrm>
            <a:off x="4139317" y="1058393"/>
            <a:ext cx="3913366"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87" name="Rectangle 58"/>
          <p:cNvSpPr/>
          <p:nvPr/>
        </p:nvSpPr>
        <p:spPr>
          <a:xfrm>
            <a:off x="3614043" y="1478661"/>
            <a:ext cx="4963915"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单击此处添加副标题</a:t>
            </a:r>
          </a:p>
        </p:txBody>
      </p:sp>
      <p:sp>
        <p:nvSpPr>
          <p:cNvPr id="48"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四项递进</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706823424"/>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4928644" y="5165013"/>
            <a:ext cx="346103" cy="977151"/>
            <a:chOff x="4928644" y="5165013"/>
            <a:chExt cx="346103" cy="977151"/>
          </a:xfrm>
        </p:grpSpPr>
        <p:sp>
          <p:nvSpPr>
            <p:cNvPr id="3" name="Oval 27"/>
            <p:cNvSpPr>
              <a:spLocks noChangeArrowheads="1"/>
            </p:cNvSpPr>
            <p:nvPr/>
          </p:nvSpPr>
          <p:spPr bwMode="auto">
            <a:xfrm>
              <a:off x="5031502" y="5165013"/>
              <a:ext cx="140387" cy="154287"/>
            </a:xfrm>
            <a:prstGeom prst="ellipse">
              <a:avLst/>
            </a:prstGeom>
            <a:solidFill>
              <a:srgbClr val="EA981E"/>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4" name="Freeform 28"/>
            <p:cNvSpPr>
              <a:spLocks/>
            </p:cNvSpPr>
            <p:nvPr/>
          </p:nvSpPr>
          <p:spPr bwMode="auto">
            <a:xfrm>
              <a:off x="4928644" y="5349879"/>
              <a:ext cx="346103" cy="792285"/>
            </a:xfrm>
            <a:custGeom>
              <a:avLst/>
              <a:gdLst>
                <a:gd name="T0" fmla="*/ 105 w 105"/>
                <a:gd name="T1" fmla="*/ 30 h 241"/>
                <a:gd name="T2" fmla="*/ 52 w 105"/>
                <a:gd name="T3" fmla="*/ 0 h 241"/>
                <a:gd name="T4" fmla="*/ 0 w 105"/>
                <a:gd name="T5" fmla="*/ 30 h 241"/>
                <a:gd name="T6" fmla="*/ 0 w 105"/>
                <a:gd name="T7" fmla="*/ 30 h 241"/>
                <a:gd name="T8" fmla="*/ 0 w 105"/>
                <a:gd name="T9" fmla="*/ 124 h 241"/>
                <a:gd name="T10" fmla="*/ 9 w 105"/>
                <a:gd name="T11" fmla="*/ 134 h 241"/>
                <a:gd name="T12" fmla="*/ 19 w 105"/>
                <a:gd name="T13" fmla="*/ 124 h 241"/>
                <a:gd name="T14" fmla="*/ 19 w 105"/>
                <a:gd name="T15" fmla="*/ 41 h 241"/>
                <a:gd name="T16" fmla="*/ 25 w 105"/>
                <a:gd name="T17" fmla="*/ 41 h 241"/>
                <a:gd name="T18" fmla="*/ 25 w 105"/>
                <a:gd name="T19" fmla="*/ 228 h 241"/>
                <a:gd name="T20" fmla="*/ 25 w 105"/>
                <a:gd name="T21" fmla="*/ 228 h 241"/>
                <a:gd name="T22" fmla="*/ 25 w 105"/>
                <a:gd name="T23" fmla="*/ 229 h 241"/>
                <a:gd name="T24" fmla="*/ 36 w 105"/>
                <a:gd name="T25" fmla="*/ 241 h 241"/>
                <a:gd name="T26" fmla="*/ 47 w 105"/>
                <a:gd name="T27" fmla="*/ 230 h 241"/>
                <a:gd name="T28" fmla="*/ 47 w 105"/>
                <a:gd name="T29" fmla="*/ 229 h 241"/>
                <a:gd name="T30" fmla="*/ 47 w 105"/>
                <a:gd name="T31" fmla="*/ 125 h 241"/>
                <a:gd name="T32" fmla="*/ 52 w 105"/>
                <a:gd name="T33" fmla="*/ 116 h 241"/>
                <a:gd name="T34" fmla="*/ 58 w 105"/>
                <a:gd name="T35" fmla="*/ 125 h 241"/>
                <a:gd name="T36" fmla="*/ 58 w 105"/>
                <a:gd name="T37" fmla="*/ 229 h 241"/>
                <a:gd name="T38" fmla="*/ 58 w 105"/>
                <a:gd name="T39" fmla="*/ 230 h 241"/>
                <a:gd name="T40" fmla="*/ 69 w 105"/>
                <a:gd name="T41" fmla="*/ 241 h 241"/>
                <a:gd name="T42" fmla="*/ 80 w 105"/>
                <a:gd name="T43" fmla="*/ 229 h 241"/>
                <a:gd name="T44" fmla="*/ 80 w 105"/>
                <a:gd name="T45" fmla="*/ 228 h 241"/>
                <a:gd name="T46" fmla="*/ 80 w 105"/>
                <a:gd name="T47" fmla="*/ 228 h 241"/>
                <a:gd name="T48" fmla="*/ 80 w 105"/>
                <a:gd name="T49" fmla="*/ 41 h 241"/>
                <a:gd name="T50" fmla="*/ 86 w 105"/>
                <a:gd name="T51" fmla="*/ 41 h 241"/>
                <a:gd name="T52" fmla="*/ 86 w 105"/>
                <a:gd name="T53" fmla="*/ 124 h 241"/>
                <a:gd name="T54" fmla="*/ 96 w 105"/>
                <a:gd name="T55" fmla="*/ 134 h 241"/>
                <a:gd name="T56" fmla="*/ 105 w 105"/>
                <a:gd name="T57" fmla="*/ 124 h 241"/>
                <a:gd name="T58" fmla="*/ 105 w 105"/>
                <a:gd name="T59" fmla="*/ 30 h 241"/>
                <a:gd name="T60" fmla="*/ 105 w 105"/>
                <a:gd name="T61" fmla="*/ 3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5" h="241">
                  <a:moveTo>
                    <a:pt x="105" y="30"/>
                  </a:moveTo>
                  <a:cubicBezTo>
                    <a:pt x="104" y="2"/>
                    <a:pt x="79" y="0"/>
                    <a:pt x="52" y="0"/>
                  </a:cubicBezTo>
                  <a:cubicBezTo>
                    <a:pt x="26" y="0"/>
                    <a:pt x="0" y="2"/>
                    <a:pt x="0" y="30"/>
                  </a:cubicBezTo>
                  <a:cubicBezTo>
                    <a:pt x="0" y="30"/>
                    <a:pt x="0" y="30"/>
                    <a:pt x="0" y="30"/>
                  </a:cubicBezTo>
                  <a:cubicBezTo>
                    <a:pt x="0" y="124"/>
                    <a:pt x="0" y="124"/>
                    <a:pt x="0" y="124"/>
                  </a:cubicBezTo>
                  <a:cubicBezTo>
                    <a:pt x="0" y="130"/>
                    <a:pt x="4" y="134"/>
                    <a:pt x="9" y="134"/>
                  </a:cubicBezTo>
                  <a:cubicBezTo>
                    <a:pt x="14" y="134"/>
                    <a:pt x="19" y="130"/>
                    <a:pt x="19" y="124"/>
                  </a:cubicBezTo>
                  <a:cubicBezTo>
                    <a:pt x="19" y="41"/>
                    <a:pt x="19" y="41"/>
                    <a:pt x="19" y="41"/>
                  </a:cubicBezTo>
                  <a:cubicBezTo>
                    <a:pt x="25" y="41"/>
                    <a:pt x="25" y="41"/>
                    <a:pt x="25" y="41"/>
                  </a:cubicBezTo>
                  <a:cubicBezTo>
                    <a:pt x="25" y="228"/>
                    <a:pt x="25" y="228"/>
                    <a:pt x="25" y="228"/>
                  </a:cubicBezTo>
                  <a:cubicBezTo>
                    <a:pt x="25" y="228"/>
                    <a:pt x="25" y="228"/>
                    <a:pt x="25" y="228"/>
                  </a:cubicBezTo>
                  <a:cubicBezTo>
                    <a:pt x="25" y="228"/>
                    <a:pt x="25" y="229"/>
                    <a:pt x="25" y="229"/>
                  </a:cubicBezTo>
                  <a:cubicBezTo>
                    <a:pt x="25" y="235"/>
                    <a:pt x="30" y="241"/>
                    <a:pt x="36" y="241"/>
                  </a:cubicBezTo>
                  <a:cubicBezTo>
                    <a:pt x="41" y="241"/>
                    <a:pt x="46" y="236"/>
                    <a:pt x="47" y="230"/>
                  </a:cubicBezTo>
                  <a:cubicBezTo>
                    <a:pt x="47" y="230"/>
                    <a:pt x="47" y="230"/>
                    <a:pt x="47" y="229"/>
                  </a:cubicBezTo>
                  <a:cubicBezTo>
                    <a:pt x="47" y="125"/>
                    <a:pt x="47" y="125"/>
                    <a:pt x="47" y="125"/>
                  </a:cubicBezTo>
                  <a:cubicBezTo>
                    <a:pt x="47" y="120"/>
                    <a:pt x="48" y="116"/>
                    <a:pt x="52" y="116"/>
                  </a:cubicBezTo>
                  <a:cubicBezTo>
                    <a:pt x="57" y="116"/>
                    <a:pt x="58" y="120"/>
                    <a:pt x="58" y="125"/>
                  </a:cubicBezTo>
                  <a:cubicBezTo>
                    <a:pt x="58" y="229"/>
                    <a:pt x="58" y="229"/>
                    <a:pt x="58" y="229"/>
                  </a:cubicBezTo>
                  <a:cubicBezTo>
                    <a:pt x="58" y="230"/>
                    <a:pt x="58" y="230"/>
                    <a:pt x="58" y="230"/>
                  </a:cubicBezTo>
                  <a:cubicBezTo>
                    <a:pt x="59" y="236"/>
                    <a:pt x="63" y="241"/>
                    <a:pt x="69" y="241"/>
                  </a:cubicBezTo>
                  <a:cubicBezTo>
                    <a:pt x="75" y="241"/>
                    <a:pt x="80" y="235"/>
                    <a:pt x="80" y="229"/>
                  </a:cubicBezTo>
                  <a:cubicBezTo>
                    <a:pt x="80" y="228"/>
                    <a:pt x="80" y="228"/>
                    <a:pt x="80" y="228"/>
                  </a:cubicBezTo>
                  <a:cubicBezTo>
                    <a:pt x="80" y="228"/>
                    <a:pt x="80" y="228"/>
                    <a:pt x="80" y="228"/>
                  </a:cubicBezTo>
                  <a:cubicBezTo>
                    <a:pt x="80" y="41"/>
                    <a:pt x="80" y="41"/>
                    <a:pt x="80" y="41"/>
                  </a:cubicBezTo>
                  <a:cubicBezTo>
                    <a:pt x="86" y="41"/>
                    <a:pt x="86" y="41"/>
                    <a:pt x="86" y="41"/>
                  </a:cubicBezTo>
                  <a:cubicBezTo>
                    <a:pt x="86" y="124"/>
                    <a:pt x="86" y="124"/>
                    <a:pt x="86" y="124"/>
                  </a:cubicBezTo>
                  <a:cubicBezTo>
                    <a:pt x="86" y="130"/>
                    <a:pt x="91" y="134"/>
                    <a:pt x="96" y="134"/>
                  </a:cubicBezTo>
                  <a:cubicBezTo>
                    <a:pt x="101" y="134"/>
                    <a:pt x="105" y="130"/>
                    <a:pt x="105" y="124"/>
                  </a:cubicBezTo>
                  <a:cubicBezTo>
                    <a:pt x="105" y="30"/>
                    <a:pt x="105" y="30"/>
                    <a:pt x="105" y="30"/>
                  </a:cubicBezTo>
                  <a:cubicBezTo>
                    <a:pt x="105" y="30"/>
                    <a:pt x="105" y="30"/>
                    <a:pt x="105" y="30"/>
                  </a:cubicBezTo>
                  <a:close/>
                </a:path>
              </a:pathLst>
            </a:custGeom>
            <a:solidFill>
              <a:srgbClr val="EA981E"/>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28" name="组合 27"/>
          <p:cNvGrpSpPr/>
          <p:nvPr/>
        </p:nvGrpSpPr>
        <p:grpSpPr>
          <a:xfrm>
            <a:off x="7569592" y="2475415"/>
            <a:ext cx="467031" cy="977151"/>
            <a:chOff x="7569592" y="2475415"/>
            <a:chExt cx="467031" cy="977151"/>
          </a:xfrm>
        </p:grpSpPr>
        <p:sp>
          <p:nvSpPr>
            <p:cNvPr id="5" name="Oval 29"/>
            <p:cNvSpPr>
              <a:spLocks noChangeArrowheads="1"/>
            </p:cNvSpPr>
            <p:nvPr/>
          </p:nvSpPr>
          <p:spPr bwMode="auto">
            <a:xfrm>
              <a:off x="7665500" y="2475415"/>
              <a:ext cx="144557" cy="155677"/>
            </a:xfrm>
            <a:prstGeom prst="ellipse">
              <a:avLst/>
            </a:prstGeom>
            <a:solidFill>
              <a:srgbClr val="29414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6" name="Freeform 30"/>
            <p:cNvSpPr>
              <a:spLocks/>
            </p:cNvSpPr>
            <p:nvPr/>
          </p:nvSpPr>
          <p:spPr bwMode="auto">
            <a:xfrm>
              <a:off x="7569592" y="2660281"/>
              <a:ext cx="467031" cy="792285"/>
            </a:xfrm>
            <a:custGeom>
              <a:avLst/>
              <a:gdLst>
                <a:gd name="T0" fmla="*/ 139 w 142"/>
                <a:gd name="T1" fmla="*/ 31 h 241"/>
                <a:gd name="T2" fmla="*/ 125 w 142"/>
                <a:gd name="T3" fmla="*/ 32 h 241"/>
                <a:gd name="T4" fmla="*/ 106 w 142"/>
                <a:gd name="T5" fmla="*/ 50 h 241"/>
                <a:gd name="T6" fmla="*/ 106 w 142"/>
                <a:gd name="T7" fmla="*/ 30 h 241"/>
                <a:gd name="T8" fmla="*/ 106 w 142"/>
                <a:gd name="T9" fmla="*/ 30 h 241"/>
                <a:gd name="T10" fmla="*/ 53 w 142"/>
                <a:gd name="T11" fmla="*/ 0 h 241"/>
                <a:gd name="T12" fmla="*/ 0 w 142"/>
                <a:gd name="T13" fmla="*/ 30 h 241"/>
                <a:gd name="T14" fmla="*/ 0 w 142"/>
                <a:gd name="T15" fmla="*/ 30 h 241"/>
                <a:gd name="T16" fmla="*/ 0 w 142"/>
                <a:gd name="T17" fmla="*/ 124 h 241"/>
                <a:gd name="T18" fmla="*/ 10 w 142"/>
                <a:gd name="T19" fmla="*/ 134 h 241"/>
                <a:gd name="T20" fmla="*/ 19 w 142"/>
                <a:gd name="T21" fmla="*/ 124 h 241"/>
                <a:gd name="T22" fmla="*/ 19 w 142"/>
                <a:gd name="T23" fmla="*/ 41 h 241"/>
                <a:gd name="T24" fmla="*/ 25 w 142"/>
                <a:gd name="T25" fmla="*/ 41 h 241"/>
                <a:gd name="T26" fmla="*/ 25 w 142"/>
                <a:gd name="T27" fmla="*/ 228 h 241"/>
                <a:gd name="T28" fmla="*/ 25 w 142"/>
                <a:gd name="T29" fmla="*/ 228 h 241"/>
                <a:gd name="T30" fmla="*/ 25 w 142"/>
                <a:gd name="T31" fmla="*/ 229 h 241"/>
                <a:gd name="T32" fmla="*/ 36 w 142"/>
                <a:gd name="T33" fmla="*/ 241 h 241"/>
                <a:gd name="T34" fmla="*/ 47 w 142"/>
                <a:gd name="T35" fmla="*/ 230 h 241"/>
                <a:gd name="T36" fmla="*/ 47 w 142"/>
                <a:gd name="T37" fmla="*/ 229 h 241"/>
                <a:gd name="T38" fmla="*/ 47 w 142"/>
                <a:gd name="T39" fmla="*/ 125 h 241"/>
                <a:gd name="T40" fmla="*/ 53 w 142"/>
                <a:gd name="T41" fmla="*/ 116 h 241"/>
                <a:gd name="T42" fmla="*/ 58 w 142"/>
                <a:gd name="T43" fmla="*/ 125 h 241"/>
                <a:gd name="T44" fmla="*/ 58 w 142"/>
                <a:gd name="T45" fmla="*/ 229 h 241"/>
                <a:gd name="T46" fmla="*/ 58 w 142"/>
                <a:gd name="T47" fmla="*/ 230 h 241"/>
                <a:gd name="T48" fmla="*/ 69 w 142"/>
                <a:gd name="T49" fmla="*/ 241 h 241"/>
                <a:gd name="T50" fmla="*/ 81 w 142"/>
                <a:gd name="T51" fmla="*/ 229 h 241"/>
                <a:gd name="T52" fmla="*/ 81 w 142"/>
                <a:gd name="T53" fmla="*/ 228 h 241"/>
                <a:gd name="T54" fmla="*/ 81 w 142"/>
                <a:gd name="T55" fmla="*/ 41 h 241"/>
                <a:gd name="T56" fmla="*/ 87 w 142"/>
                <a:gd name="T57" fmla="*/ 41 h 241"/>
                <a:gd name="T58" fmla="*/ 87 w 142"/>
                <a:gd name="T59" fmla="*/ 69 h 241"/>
                <a:gd name="T60" fmla="*/ 87 w 142"/>
                <a:gd name="T61" fmla="*/ 78 h 241"/>
                <a:gd name="T62" fmla="*/ 87 w 142"/>
                <a:gd name="T63" fmla="*/ 96 h 241"/>
                <a:gd name="T64" fmla="*/ 138 w 142"/>
                <a:gd name="T65" fmla="*/ 45 h 241"/>
                <a:gd name="T66" fmla="*/ 139 w 142"/>
                <a:gd name="T67" fmla="*/ 3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2" h="241">
                  <a:moveTo>
                    <a:pt x="139" y="31"/>
                  </a:moveTo>
                  <a:cubicBezTo>
                    <a:pt x="135" y="27"/>
                    <a:pt x="129" y="28"/>
                    <a:pt x="125" y="32"/>
                  </a:cubicBezTo>
                  <a:cubicBezTo>
                    <a:pt x="106" y="50"/>
                    <a:pt x="106" y="50"/>
                    <a:pt x="106" y="50"/>
                  </a:cubicBezTo>
                  <a:cubicBezTo>
                    <a:pt x="106" y="30"/>
                    <a:pt x="106" y="30"/>
                    <a:pt x="106" y="30"/>
                  </a:cubicBezTo>
                  <a:cubicBezTo>
                    <a:pt x="106" y="30"/>
                    <a:pt x="106" y="30"/>
                    <a:pt x="106" y="30"/>
                  </a:cubicBezTo>
                  <a:cubicBezTo>
                    <a:pt x="105" y="2"/>
                    <a:pt x="79" y="0"/>
                    <a:pt x="53" y="0"/>
                  </a:cubicBezTo>
                  <a:cubicBezTo>
                    <a:pt x="26" y="0"/>
                    <a:pt x="1" y="2"/>
                    <a:pt x="0" y="30"/>
                  </a:cubicBezTo>
                  <a:cubicBezTo>
                    <a:pt x="0" y="30"/>
                    <a:pt x="0" y="30"/>
                    <a:pt x="0" y="30"/>
                  </a:cubicBezTo>
                  <a:cubicBezTo>
                    <a:pt x="0" y="124"/>
                    <a:pt x="0" y="124"/>
                    <a:pt x="0" y="124"/>
                  </a:cubicBezTo>
                  <a:cubicBezTo>
                    <a:pt x="0" y="130"/>
                    <a:pt x="4" y="134"/>
                    <a:pt x="10" y="134"/>
                  </a:cubicBezTo>
                  <a:cubicBezTo>
                    <a:pt x="15" y="134"/>
                    <a:pt x="19" y="130"/>
                    <a:pt x="19" y="124"/>
                  </a:cubicBezTo>
                  <a:cubicBezTo>
                    <a:pt x="19" y="41"/>
                    <a:pt x="19" y="41"/>
                    <a:pt x="19" y="41"/>
                  </a:cubicBezTo>
                  <a:cubicBezTo>
                    <a:pt x="25" y="41"/>
                    <a:pt x="25" y="41"/>
                    <a:pt x="25" y="41"/>
                  </a:cubicBezTo>
                  <a:cubicBezTo>
                    <a:pt x="25" y="228"/>
                    <a:pt x="25" y="228"/>
                    <a:pt x="25" y="228"/>
                  </a:cubicBezTo>
                  <a:cubicBezTo>
                    <a:pt x="25" y="228"/>
                    <a:pt x="25" y="228"/>
                    <a:pt x="25" y="228"/>
                  </a:cubicBezTo>
                  <a:cubicBezTo>
                    <a:pt x="25" y="228"/>
                    <a:pt x="25" y="228"/>
                    <a:pt x="25" y="229"/>
                  </a:cubicBezTo>
                  <a:cubicBezTo>
                    <a:pt x="25" y="235"/>
                    <a:pt x="30" y="241"/>
                    <a:pt x="36" y="241"/>
                  </a:cubicBezTo>
                  <a:cubicBezTo>
                    <a:pt x="42" y="241"/>
                    <a:pt x="47" y="236"/>
                    <a:pt x="47" y="230"/>
                  </a:cubicBezTo>
                  <a:cubicBezTo>
                    <a:pt x="47" y="230"/>
                    <a:pt x="47" y="230"/>
                    <a:pt x="47" y="229"/>
                  </a:cubicBezTo>
                  <a:cubicBezTo>
                    <a:pt x="47" y="125"/>
                    <a:pt x="47" y="125"/>
                    <a:pt x="47" y="125"/>
                  </a:cubicBezTo>
                  <a:cubicBezTo>
                    <a:pt x="47" y="120"/>
                    <a:pt x="48" y="116"/>
                    <a:pt x="53" y="116"/>
                  </a:cubicBezTo>
                  <a:cubicBezTo>
                    <a:pt x="58" y="116"/>
                    <a:pt x="58" y="120"/>
                    <a:pt x="58" y="125"/>
                  </a:cubicBezTo>
                  <a:cubicBezTo>
                    <a:pt x="58" y="229"/>
                    <a:pt x="58" y="229"/>
                    <a:pt x="58" y="229"/>
                  </a:cubicBezTo>
                  <a:cubicBezTo>
                    <a:pt x="58" y="230"/>
                    <a:pt x="58" y="230"/>
                    <a:pt x="58" y="230"/>
                  </a:cubicBezTo>
                  <a:cubicBezTo>
                    <a:pt x="59" y="236"/>
                    <a:pt x="64" y="241"/>
                    <a:pt x="69" y="241"/>
                  </a:cubicBezTo>
                  <a:cubicBezTo>
                    <a:pt x="76" y="241"/>
                    <a:pt x="81" y="235"/>
                    <a:pt x="81" y="229"/>
                  </a:cubicBezTo>
                  <a:cubicBezTo>
                    <a:pt x="81" y="228"/>
                    <a:pt x="81" y="228"/>
                    <a:pt x="81" y="228"/>
                  </a:cubicBezTo>
                  <a:cubicBezTo>
                    <a:pt x="81" y="41"/>
                    <a:pt x="81" y="41"/>
                    <a:pt x="81" y="41"/>
                  </a:cubicBezTo>
                  <a:cubicBezTo>
                    <a:pt x="87" y="41"/>
                    <a:pt x="87" y="41"/>
                    <a:pt x="87" y="41"/>
                  </a:cubicBezTo>
                  <a:cubicBezTo>
                    <a:pt x="87" y="69"/>
                    <a:pt x="87" y="69"/>
                    <a:pt x="87" y="69"/>
                  </a:cubicBezTo>
                  <a:cubicBezTo>
                    <a:pt x="87" y="78"/>
                    <a:pt x="87" y="78"/>
                    <a:pt x="87" y="78"/>
                  </a:cubicBezTo>
                  <a:cubicBezTo>
                    <a:pt x="87" y="96"/>
                    <a:pt x="87" y="96"/>
                    <a:pt x="87" y="96"/>
                  </a:cubicBezTo>
                  <a:cubicBezTo>
                    <a:pt x="138" y="45"/>
                    <a:pt x="138" y="45"/>
                    <a:pt x="138" y="45"/>
                  </a:cubicBezTo>
                  <a:cubicBezTo>
                    <a:pt x="142" y="41"/>
                    <a:pt x="142" y="35"/>
                    <a:pt x="139" y="31"/>
                  </a:cubicBezTo>
                  <a:close/>
                </a:path>
              </a:pathLst>
            </a:custGeom>
            <a:solidFill>
              <a:srgbClr val="29414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29" name="组合 28"/>
          <p:cNvGrpSpPr/>
          <p:nvPr/>
        </p:nvGrpSpPr>
        <p:grpSpPr>
          <a:xfrm>
            <a:off x="8467515" y="825516"/>
            <a:ext cx="589349" cy="977152"/>
            <a:chOff x="8467515" y="825516"/>
            <a:chExt cx="589349" cy="977152"/>
          </a:xfrm>
        </p:grpSpPr>
        <p:sp>
          <p:nvSpPr>
            <p:cNvPr id="7" name="Oval 31"/>
            <p:cNvSpPr>
              <a:spLocks noChangeArrowheads="1"/>
            </p:cNvSpPr>
            <p:nvPr/>
          </p:nvSpPr>
          <p:spPr bwMode="auto">
            <a:xfrm>
              <a:off x="8691300" y="825516"/>
              <a:ext cx="144557" cy="154287"/>
            </a:xfrm>
            <a:prstGeom prst="ellipse">
              <a:avLst/>
            </a:prstGeom>
            <a:solidFill>
              <a:srgbClr val="3A8FCB"/>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 name="Freeform 32"/>
            <p:cNvSpPr>
              <a:spLocks/>
            </p:cNvSpPr>
            <p:nvPr/>
          </p:nvSpPr>
          <p:spPr bwMode="auto">
            <a:xfrm>
              <a:off x="8467515" y="1010383"/>
              <a:ext cx="589349" cy="792285"/>
            </a:xfrm>
            <a:custGeom>
              <a:avLst/>
              <a:gdLst>
                <a:gd name="T0" fmla="*/ 177 w 179"/>
                <a:gd name="T1" fmla="*/ 45 h 241"/>
                <a:gd name="T2" fmla="*/ 164 w 179"/>
                <a:gd name="T3" fmla="*/ 41 h 241"/>
                <a:gd name="T4" fmla="*/ 143 w 179"/>
                <a:gd name="T5" fmla="*/ 51 h 241"/>
                <a:gd name="T6" fmla="*/ 143 w 179"/>
                <a:gd name="T7" fmla="*/ 30 h 241"/>
                <a:gd name="T8" fmla="*/ 143 w 179"/>
                <a:gd name="T9" fmla="*/ 30 h 241"/>
                <a:gd name="T10" fmla="*/ 90 w 179"/>
                <a:gd name="T11" fmla="*/ 0 h 241"/>
                <a:gd name="T12" fmla="*/ 37 w 179"/>
                <a:gd name="T13" fmla="*/ 30 h 241"/>
                <a:gd name="T14" fmla="*/ 37 w 179"/>
                <a:gd name="T15" fmla="*/ 30 h 241"/>
                <a:gd name="T16" fmla="*/ 37 w 179"/>
                <a:gd name="T17" fmla="*/ 51 h 241"/>
                <a:gd name="T18" fmla="*/ 16 w 179"/>
                <a:gd name="T19" fmla="*/ 41 h 241"/>
                <a:gd name="T20" fmla="*/ 3 w 179"/>
                <a:gd name="T21" fmla="*/ 45 h 241"/>
                <a:gd name="T22" fmla="*/ 8 w 179"/>
                <a:gd name="T23" fmla="*/ 58 h 241"/>
                <a:gd name="T24" fmla="*/ 56 w 179"/>
                <a:gd name="T25" fmla="*/ 82 h 241"/>
                <a:gd name="T26" fmla="*/ 56 w 179"/>
                <a:gd name="T27" fmla="*/ 40 h 241"/>
                <a:gd name="T28" fmla="*/ 62 w 179"/>
                <a:gd name="T29" fmla="*/ 40 h 241"/>
                <a:gd name="T30" fmla="*/ 62 w 179"/>
                <a:gd name="T31" fmla="*/ 228 h 241"/>
                <a:gd name="T32" fmla="*/ 62 w 179"/>
                <a:gd name="T33" fmla="*/ 228 h 241"/>
                <a:gd name="T34" fmla="*/ 62 w 179"/>
                <a:gd name="T35" fmla="*/ 229 h 241"/>
                <a:gd name="T36" fmla="*/ 73 w 179"/>
                <a:gd name="T37" fmla="*/ 241 h 241"/>
                <a:gd name="T38" fmla="*/ 84 w 179"/>
                <a:gd name="T39" fmla="*/ 230 h 241"/>
                <a:gd name="T40" fmla="*/ 84 w 179"/>
                <a:gd name="T41" fmla="*/ 229 h 241"/>
                <a:gd name="T42" fmla="*/ 84 w 179"/>
                <a:gd name="T43" fmla="*/ 125 h 241"/>
                <a:gd name="T44" fmla="*/ 90 w 179"/>
                <a:gd name="T45" fmla="*/ 116 h 241"/>
                <a:gd name="T46" fmla="*/ 95 w 179"/>
                <a:gd name="T47" fmla="*/ 125 h 241"/>
                <a:gd name="T48" fmla="*/ 95 w 179"/>
                <a:gd name="T49" fmla="*/ 229 h 241"/>
                <a:gd name="T50" fmla="*/ 96 w 179"/>
                <a:gd name="T51" fmla="*/ 230 h 241"/>
                <a:gd name="T52" fmla="*/ 106 w 179"/>
                <a:gd name="T53" fmla="*/ 241 h 241"/>
                <a:gd name="T54" fmla="*/ 118 w 179"/>
                <a:gd name="T55" fmla="*/ 229 h 241"/>
                <a:gd name="T56" fmla="*/ 118 w 179"/>
                <a:gd name="T57" fmla="*/ 228 h 241"/>
                <a:gd name="T58" fmla="*/ 118 w 179"/>
                <a:gd name="T59" fmla="*/ 40 h 241"/>
                <a:gd name="T60" fmla="*/ 124 w 179"/>
                <a:gd name="T61" fmla="*/ 40 h 241"/>
                <a:gd name="T62" fmla="*/ 124 w 179"/>
                <a:gd name="T63" fmla="*/ 82 h 241"/>
                <a:gd name="T64" fmla="*/ 172 w 179"/>
                <a:gd name="T65" fmla="*/ 58 h 241"/>
                <a:gd name="T66" fmla="*/ 177 w 179"/>
                <a:gd name="T67" fmla="*/ 45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9" h="241">
                  <a:moveTo>
                    <a:pt x="177" y="45"/>
                  </a:moveTo>
                  <a:cubicBezTo>
                    <a:pt x="175" y="41"/>
                    <a:pt x="169" y="39"/>
                    <a:pt x="164" y="41"/>
                  </a:cubicBezTo>
                  <a:cubicBezTo>
                    <a:pt x="143" y="51"/>
                    <a:pt x="143" y="51"/>
                    <a:pt x="143" y="51"/>
                  </a:cubicBezTo>
                  <a:cubicBezTo>
                    <a:pt x="143" y="30"/>
                    <a:pt x="143" y="30"/>
                    <a:pt x="143" y="30"/>
                  </a:cubicBezTo>
                  <a:cubicBezTo>
                    <a:pt x="143" y="30"/>
                    <a:pt x="143" y="30"/>
                    <a:pt x="143" y="30"/>
                  </a:cubicBezTo>
                  <a:cubicBezTo>
                    <a:pt x="142" y="2"/>
                    <a:pt x="116" y="0"/>
                    <a:pt x="90" y="0"/>
                  </a:cubicBezTo>
                  <a:cubicBezTo>
                    <a:pt x="63" y="0"/>
                    <a:pt x="38" y="2"/>
                    <a:pt x="37" y="30"/>
                  </a:cubicBezTo>
                  <a:cubicBezTo>
                    <a:pt x="37" y="30"/>
                    <a:pt x="37" y="30"/>
                    <a:pt x="37" y="30"/>
                  </a:cubicBezTo>
                  <a:cubicBezTo>
                    <a:pt x="37" y="51"/>
                    <a:pt x="37" y="51"/>
                    <a:pt x="37" y="51"/>
                  </a:cubicBezTo>
                  <a:cubicBezTo>
                    <a:pt x="16" y="41"/>
                    <a:pt x="16" y="41"/>
                    <a:pt x="16" y="41"/>
                  </a:cubicBezTo>
                  <a:cubicBezTo>
                    <a:pt x="11" y="39"/>
                    <a:pt x="5" y="41"/>
                    <a:pt x="3" y="45"/>
                  </a:cubicBezTo>
                  <a:cubicBezTo>
                    <a:pt x="0" y="50"/>
                    <a:pt x="3" y="56"/>
                    <a:pt x="8" y="58"/>
                  </a:cubicBezTo>
                  <a:cubicBezTo>
                    <a:pt x="56" y="82"/>
                    <a:pt x="56" y="82"/>
                    <a:pt x="56" y="82"/>
                  </a:cubicBezTo>
                  <a:cubicBezTo>
                    <a:pt x="56" y="40"/>
                    <a:pt x="56" y="40"/>
                    <a:pt x="56" y="40"/>
                  </a:cubicBezTo>
                  <a:cubicBezTo>
                    <a:pt x="62" y="40"/>
                    <a:pt x="62" y="40"/>
                    <a:pt x="62" y="40"/>
                  </a:cubicBezTo>
                  <a:cubicBezTo>
                    <a:pt x="62" y="228"/>
                    <a:pt x="62" y="228"/>
                    <a:pt x="62" y="228"/>
                  </a:cubicBezTo>
                  <a:cubicBezTo>
                    <a:pt x="62" y="228"/>
                    <a:pt x="62" y="228"/>
                    <a:pt x="62" y="228"/>
                  </a:cubicBezTo>
                  <a:cubicBezTo>
                    <a:pt x="62" y="228"/>
                    <a:pt x="62" y="228"/>
                    <a:pt x="62" y="229"/>
                  </a:cubicBezTo>
                  <a:cubicBezTo>
                    <a:pt x="62" y="235"/>
                    <a:pt x="67" y="241"/>
                    <a:pt x="73" y="241"/>
                  </a:cubicBezTo>
                  <a:cubicBezTo>
                    <a:pt x="79" y="241"/>
                    <a:pt x="84" y="236"/>
                    <a:pt x="84" y="230"/>
                  </a:cubicBezTo>
                  <a:cubicBezTo>
                    <a:pt x="84" y="230"/>
                    <a:pt x="84" y="230"/>
                    <a:pt x="84" y="229"/>
                  </a:cubicBezTo>
                  <a:cubicBezTo>
                    <a:pt x="84" y="125"/>
                    <a:pt x="84" y="125"/>
                    <a:pt x="84" y="125"/>
                  </a:cubicBezTo>
                  <a:cubicBezTo>
                    <a:pt x="84" y="120"/>
                    <a:pt x="85" y="116"/>
                    <a:pt x="90" y="116"/>
                  </a:cubicBezTo>
                  <a:cubicBezTo>
                    <a:pt x="95" y="116"/>
                    <a:pt x="95" y="120"/>
                    <a:pt x="95" y="125"/>
                  </a:cubicBezTo>
                  <a:cubicBezTo>
                    <a:pt x="95" y="229"/>
                    <a:pt x="95" y="229"/>
                    <a:pt x="95" y="229"/>
                  </a:cubicBezTo>
                  <a:cubicBezTo>
                    <a:pt x="95" y="230"/>
                    <a:pt x="95" y="230"/>
                    <a:pt x="96" y="230"/>
                  </a:cubicBezTo>
                  <a:cubicBezTo>
                    <a:pt x="96" y="236"/>
                    <a:pt x="101" y="241"/>
                    <a:pt x="106" y="241"/>
                  </a:cubicBezTo>
                  <a:cubicBezTo>
                    <a:pt x="113" y="241"/>
                    <a:pt x="118" y="235"/>
                    <a:pt x="118" y="229"/>
                  </a:cubicBezTo>
                  <a:cubicBezTo>
                    <a:pt x="118" y="228"/>
                    <a:pt x="118" y="228"/>
                    <a:pt x="118" y="228"/>
                  </a:cubicBezTo>
                  <a:cubicBezTo>
                    <a:pt x="118" y="40"/>
                    <a:pt x="118" y="40"/>
                    <a:pt x="118" y="40"/>
                  </a:cubicBezTo>
                  <a:cubicBezTo>
                    <a:pt x="124" y="40"/>
                    <a:pt x="124" y="40"/>
                    <a:pt x="124" y="40"/>
                  </a:cubicBezTo>
                  <a:cubicBezTo>
                    <a:pt x="124" y="82"/>
                    <a:pt x="124" y="82"/>
                    <a:pt x="124" y="82"/>
                  </a:cubicBezTo>
                  <a:cubicBezTo>
                    <a:pt x="172" y="58"/>
                    <a:pt x="172" y="58"/>
                    <a:pt x="172" y="58"/>
                  </a:cubicBezTo>
                  <a:cubicBezTo>
                    <a:pt x="177" y="56"/>
                    <a:pt x="179" y="50"/>
                    <a:pt x="177" y="45"/>
                  </a:cubicBezTo>
                  <a:close/>
                </a:path>
              </a:pathLst>
            </a:custGeom>
            <a:solidFill>
              <a:srgbClr val="3A8FCB"/>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27" name="组合 26"/>
          <p:cNvGrpSpPr/>
          <p:nvPr/>
        </p:nvGrpSpPr>
        <p:grpSpPr>
          <a:xfrm>
            <a:off x="6276918" y="4540915"/>
            <a:ext cx="451741" cy="975761"/>
            <a:chOff x="6276918" y="4540915"/>
            <a:chExt cx="451741" cy="975761"/>
          </a:xfrm>
        </p:grpSpPr>
        <p:sp>
          <p:nvSpPr>
            <p:cNvPr id="9" name="Freeform 33"/>
            <p:cNvSpPr>
              <a:spLocks/>
            </p:cNvSpPr>
            <p:nvPr/>
          </p:nvSpPr>
          <p:spPr bwMode="auto">
            <a:xfrm>
              <a:off x="6468734" y="4540915"/>
              <a:ext cx="140387" cy="151507"/>
            </a:xfrm>
            <a:custGeom>
              <a:avLst/>
              <a:gdLst>
                <a:gd name="T0" fmla="*/ 0 w 43"/>
                <a:gd name="T1" fmla="*/ 23 h 46"/>
                <a:gd name="T2" fmla="*/ 21 w 43"/>
                <a:gd name="T3" fmla="*/ 46 h 46"/>
                <a:gd name="T4" fmla="*/ 43 w 43"/>
                <a:gd name="T5" fmla="*/ 23 h 46"/>
                <a:gd name="T6" fmla="*/ 22 w 43"/>
                <a:gd name="T7" fmla="*/ 0 h 46"/>
                <a:gd name="T8" fmla="*/ 0 w 43"/>
                <a:gd name="T9" fmla="*/ 23 h 46"/>
              </a:gdLst>
              <a:ahLst/>
              <a:cxnLst>
                <a:cxn ang="0">
                  <a:pos x="T0" y="T1"/>
                </a:cxn>
                <a:cxn ang="0">
                  <a:pos x="T2" y="T3"/>
                </a:cxn>
                <a:cxn ang="0">
                  <a:pos x="T4" y="T5"/>
                </a:cxn>
                <a:cxn ang="0">
                  <a:pos x="T6" y="T7"/>
                </a:cxn>
                <a:cxn ang="0">
                  <a:pos x="T8" y="T9"/>
                </a:cxn>
              </a:cxnLst>
              <a:rect l="0" t="0" r="r" b="b"/>
              <a:pathLst>
                <a:path w="43" h="46">
                  <a:moveTo>
                    <a:pt x="0" y="23"/>
                  </a:moveTo>
                  <a:cubicBezTo>
                    <a:pt x="0" y="35"/>
                    <a:pt x="10" y="46"/>
                    <a:pt x="21" y="46"/>
                  </a:cubicBezTo>
                  <a:cubicBezTo>
                    <a:pt x="33" y="46"/>
                    <a:pt x="43" y="36"/>
                    <a:pt x="43" y="23"/>
                  </a:cubicBezTo>
                  <a:cubicBezTo>
                    <a:pt x="43" y="10"/>
                    <a:pt x="33" y="0"/>
                    <a:pt x="22" y="0"/>
                  </a:cubicBezTo>
                  <a:cubicBezTo>
                    <a:pt x="10" y="0"/>
                    <a:pt x="0" y="10"/>
                    <a:pt x="0" y="23"/>
                  </a:cubicBezTo>
                  <a:close/>
                </a:path>
              </a:pathLst>
            </a:custGeom>
            <a:solidFill>
              <a:srgbClr val="219980"/>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0" name="Freeform 34"/>
            <p:cNvSpPr>
              <a:spLocks/>
            </p:cNvSpPr>
            <p:nvPr/>
          </p:nvSpPr>
          <p:spPr bwMode="auto">
            <a:xfrm>
              <a:off x="6276918" y="4704931"/>
              <a:ext cx="442011" cy="654678"/>
            </a:xfrm>
            <a:custGeom>
              <a:avLst/>
              <a:gdLst>
                <a:gd name="T0" fmla="*/ 1 w 134"/>
                <a:gd name="T1" fmla="*/ 84 h 199"/>
                <a:gd name="T2" fmla="*/ 10 w 134"/>
                <a:gd name="T3" fmla="*/ 36 h 199"/>
                <a:gd name="T4" fmla="*/ 15 w 134"/>
                <a:gd name="T5" fmla="*/ 29 h 199"/>
                <a:gd name="T6" fmla="*/ 61 w 134"/>
                <a:gd name="T7" fmla="*/ 2 h 199"/>
                <a:gd name="T8" fmla="*/ 62 w 134"/>
                <a:gd name="T9" fmla="*/ 2 h 199"/>
                <a:gd name="T10" fmla="*/ 62 w 134"/>
                <a:gd name="T11" fmla="*/ 1 h 199"/>
                <a:gd name="T12" fmla="*/ 63 w 134"/>
                <a:gd name="T13" fmla="*/ 1 h 199"/>
                <a:gd name="T14" fmla="*/ 63 w 134"/>
                <a:gd name="T15" fmla="*/ 1 h 199"/>
                <a:gd name="T16" fmla="*/ 64 w 134"/>
                <a:gd name="T17" fmla="*/ 1 h 199"/>
                <a:gd name="T18" fmla="*/ 64 w 134"/>
                <a:gd name="T19" fmla="*/ 1 h 199"/>
                <a:gd name="T20" fmla="*/ 65 w 134"/>
                <a:gd name="T21" fmla="*/ 1 h 199"/>
                <a:gd name="T22" fmla="*/ 65 w 134"/>
                <a:gd name="T23" fmla="*/ 0 h 199"/>
                <a:gd name="T24" fmla="*/ 66 w 134"/>
                <a:gd name="T25" fmla="*/ 0 h 199"/>
                <a:gd name="T26" fmla="*/ 66 w 134"/>
                <a:gd name="T27" fmla="*/ 0 h 199"/>
                <a:gd name="T28" fmla="*/ 67 w 134"/>
                <a:gd name="T29" fmla="*/ 0 h 199"/>
                <a:gd name="T30" fmla="*/ 67 w 134"/>
                <a:gd name="T31" fmla="*/ 0 h 199"/>
                <a:gd name="T32" fmla="*/ 68 w 134"/>
                <a:gd name="T33" fmla="*/ 0 h 199"/>
                <a:gd name="T34" fmla="*/ 68 w 134"/>
                <a:gd name="T35" fmla="*/ 0 h 199"/>
                <a:gd name="T36" fmla="*/ 69 w 134"/>
                <a:gd name="T37" fmla="*/ 0 h 199"/>
                <a:gd name="T38" fmla="*/ 69 w 134"/>
                <a:gd name="T39" fmla="*/ 1 h 199"/>
                <a:gd name="T40" fmla="*/ 70 w 134"/>
                <a:gd name="T41" fmla="*/ 1 h 199"/>
                <a:gd name="T42" fmla="*/ 70 w 134"/>
                <a:gd name="T43" fmla="*/ 1 h 199"/>
                <a:gd name="T44" fmla="*/ 92 w 134"/>
                <a:gd name="T45" fmla="*/ 9 h 199"/>
                <a:gd name="T46" fmla="*/ 99 w 134"/>
                <a:gd name="T47" fmla="*/ 21 h 199"/>
                <a:gd name="T48" fmla="*/ 92 w 134"/>
                <a:gd name="T49" fmla="*/ 89 h 199"/>
                <a:gd name="T50" fmla="*/ 92 w 134"/>
                <a:gd name="T51" fmla="*/ 90 h 199"/>
                <a:gd name="T52" fmla="*/ 129 w 134"/>
                <a:gd name="T53" fmla="*/ 113 h 199"/>
                <a:gd name="T54" fmla="*/ 134 w 134"/>
                <a:gd name="T55" fmla="*/ 123 h 199"/>
                <a:gd name="T56" fmla="*/ 127 w 134"/>
                <a:gd name="T57" fmla="*/ 188 h 199"/>
                <a:gd name="T58" fmla="*/ 116 w 134"/>
                <a:gd name="T59" fmla="*/ 199 h 199"/>
                <a:gd name="T60" fmla="*/ 105 w 134"/>
                <a:gd name="T61" fmla="*/ 187 h 199"/>
                <a:gd name="T62" fmla="*/ 112 w 134"/>
                <a:gd name="T63" fmla="*/ 130 h 199"/>
                <a:gd name="T64" fmla="*/ 56 w 134"/>
                <a:gd name="T65" fmla="*/ 96 h 199"/>
                <a:gd name="T66" fmla="*/ 55 w 134"/>
                <a:gd name="T67" fmla="*/ 95 h 199"/>
                <a:gd name="T68" fmla="*/ 55 w 134"/>
                <a:gd name="T69" fmla="*/ 95 h 199"/>
                <a:gd name="T70" fmla="*/ 54 w 134"/>
                <a:gd name="T71" fmla="*/ 95 h 199"/>
                <a:gd name="T72" fmla="*/ 54 w 134"/>
                <a:gd name="T73" fmla="*/ 95 h 199"/>
                <a:gd name="T74" fmla="*/ 53 w 134"/>
                <a:gd name="T75" fmla="*/ 94 h 199"/>
                <a:gd name="T76" fmla="*/ 53 w 134"/>
                <a:gd name="T77" fmla="*/ 94 h 199"/>
                <a:gd name="T78" fmla="*/ 52 w 134"/>
                <a:gd name="T79" fmla="*/ 93 h 199"/>
                <a:gd name="T80" fmla="*/ 52 w 134"/>
                <a:gd name="T81" fmla="*/ 93 h 199"/>
                <a:gd name="T82" fmla="*/ 52 w 134"/>
                <a:gd name="T83" fmla="*/ 93 h 199"/>
                <a:gd name="T84" fmla="*/ 51 w 134"/>
                <a:gd name="T85" fmla="*/ 90 h 199"/>
                <a:gd name="T86" fmla="*/ 51 w 134"/>
                <a:gd name="T87" fmla="*/ 90 h 199"/>
                <a:gd name="T88" fmla="*/ 50 w 134"/>
                <a:gd name="T89" fmla="*/ 89 h 199"/>
                <a:gd name="T90" fmla="*/ 50 w 134"/>
                <a:gd name="T91" fmla="*/ 89 h 199"/>
                <a:gd name="T92" fmla="*/ 50 w 134"/>
                <a:gd name="T93" fmla="*/ 88 h 199"/>
                <a:gd name="T94" fmla="*/ 50 w 134"/>
                <a:gd name="T95" fmla="*/ 87 h 199"/>
                <a:gd name="T96" fmla="*/ 50 w 134"/>
                <a:gd name="T97" fmla="*/ 87 h 199"/>
                <a:gd name="T98" fmla="*/ 50 w 134"/>
                <a:gd name="T99" fmla="*/ 86 h 199"/>
                <a:gd name="T100" fmla="*/ 50 w 134"/>
                <a:gd name="T101" fmla="*/ 85 h 199"/>
                <a:gd name="T102" fmla="*/ 50 w 134"/>
                <a:gd name="T103" fmla="*/ 85 h 199"/>
                <a:gd name="T104" fmla="*/ 50 w 134"/>
                <a:gd name="T105" fmla="*/ 84 h 199"/>
                <a:gd name="T106" fmla="*/ 50 w 134"/>
                <a:gd name="T107" fmla="*/ 84 h 199"/>
                <a:gd name="T108" fmla="*/ 56 w 134"/>
                <a:gd name="T109" fmla="*/ 33 h 199"/>
                <a:gd name="T110" fmla="*/ 31 w 134"/>
                <a:gd name="T111" fmla="*/ 46 h 199"/>
                <a:gd name="T112" fmla="*/ 23 w 134"/>
                <a:gd name="T113" fmla="*/ 89 h 199"/>
                <a:gd name="T114" fmla="*/ 10 w 134"/>
                <a:gd name="T115" fmla="*/ 98 h 199"/>
                <a:gd name="T116" fmla="*/ 1 w 134"/>
                <a:gd name="T117" fmla="*/ 8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4" h="199">
                  <a:moveTo>
                    <a:pt x="1" y="84"/>
                  </a:moveTo>
                  <a:cubicBezTo>
                    <a:pt x="10" y="36"/>
                    <a:pt x="10" y="36"/>
                    <a:pt x="10" y="36"/>
                  </a:cubicBezTo>
                  <a:cubicBezTo>
                    <a:pt x="11" y="33"/>
                    <a:pt x="13" y="30"/>
                    <a:pt x="15" y="29"/>
                  </a:cubicBezTo>
                  <a:cubicBezTo>
                    <a:pt x="61" y="2"/>
                    <a:pt x="61" y="2"/>
                    <a:pt x="61" y="2"/>
                  </a:cubicBezTo>
                  <a:cubicBezTo>
                    <a:pt x="61" y="2"/>
                    <a:pt x="62" y="2"/>
                    <a:pt x="62" y="2"/>
                  </a:cubicBezTo>
                  <a:cubicBezTo>
                    <a:pt x="62" y="2"/>
                    <a:pt x="62" y="2"/>
                    <a:pt x="62" y="1"/>
                  </a:cubicBezTo>
                  <a:cubicBezTo>
                    <a:pt x="62" y="1"/>
                    <a:pt x="63" y="1"/>
                    <a:pt x="63" y="1"/>
                  </a:cubicBezTo>
                  <a:cubicBezTo>
                    <a:pt x="63" y="1"/>
                    <a:pt x="63" y="1"/>
                    <a:pt x="63" y="1"/>
                  </a:cubicBezTo>
                  <a:cubicBezTo>
                    <a:pt x="63" y="1"/>
                    <a:pt x="64" y="1"/>
                    <a:pt x="64" y="1"/>
                  </a:cubicBezTo>
                  <a:cubicBezTo>
                    <a:pt x="64" y="1"/>
                    <a:pt x="64" y="1"/>
                    <a:pt x="64" y="1"/>
                  </a:cubicBezTo>
                  <a:cubicBezTo>
                    <a:pt x="64" y="1"/>
                    <a:pt x="65" y="1"/>
                    <a:pt x="65" y="1"/>
                  </a:cubicBezTo>
                  <a:cubicBezTo>
                    <a:pt x="65" y="0"/>
                    <a:pt x="65" y="0"/>
                    <a:pt x="65" y="0"/>
                  </a:cubicBezTo>
                  <a:cubicBezTo>
                    <a:pt x="65" y="0"/>
                    <a:pt x="66" y="0"/>
                    <a:pt x="66" y="0"/>
                  </a:cubicBezTo>
                  <a:cubicBezTo>
                    <a:pt x="66" y="0"/>
                    <a:pt x="66" y="0"/>
                    <a:pt x="66" y="0"/>
                  </a:cubicBezTo>
                  <a:cubicBezTo>
                    <a:pt x="66" y="0"/>
                    <a:pt x="67" y="0"/>
                    <a:pt x="67" y="0"/>
                  </a:cubicBezTo>
                  <a:cubicBezTo>
                    <a:pt x="67" y="0"/>
                    <a:pt x="67" y="0"/>
                    <a:pt x="67" y="0"/>
                  </a:cubicBezTo>
                  <a:cubicBezTo>
                    <a:pt x="67" y="0"/>
                    <a:pt x="68" y="0"/>
                    <a:pt x="68" y="0"/>
                  </a:cubicBezTo>
                  <a:cubicBezTo>
                    <a:pt x="68" y="0"/>
                    <a:pt x="68" y="0"/>
                    <a:pt x="68" y="0"/>
                  </a:cubicBezTo>
                  <a:cubicBezTo>
                    <a:pt x="69" y="0"/>
                    <a:pt x="69" y="0"/>
                    <a:pt x="69" y="0"/>
                  </a:cubicBezTo>
                  <a:cubicBezTo>
                    <a:pt x="69" y="1"/>
                    <a:pt x="69" y="1"/>
                    <a:pt x="69" y="1"/>
                  </a:cubicBezTo>
                  <a:cubicBezTo>
                    <a:pt x="70" y="1"/>
                    <a:pt x="70" y="1"/>
                    <a:pt x="70" y="1"/>
                  </a:cubicBezTo>
                  <a:cubicBezTo>
                    <a:pt x="70" y="1"/>
                    <a:pt x="70" y="1"/>
                    <a:pt x="70" y="1"/>
                  </a:cubicBezTo>
                  <a:cubicBezTo>
                    <a:pt x="92" y="9"/>
                    <a:pt x="92" y="9"/>
                    <a:pt x="92" y="9"/>
                  </a:cubicBezTo>
                  <a:cubicBezTo>
                    <a:pt x="97" y="10"/>
                    <a:pt x="100" y="16"/>
                    <a:pt x="99" y="21"/>
                  </a:cubicBezTo>
                  <a:cubicBezTo>
                    <a:pt x="92" y="89"/>
                    <a:pt x="92" y="89"/>
                    <a:pt x="92" y="89"/>
                  </a:cubicBezTo>
                  <a:cubicBezTo>
                    <a:pt x="92" y="89"/>
                    <a:pt x="92" y="90"/>
                    <a:pt x="92" y="90"/>
                  </a:cubicBezTo>
                  <a:cubicBezTo>
                    <a:pt x="129" y="113"/>
                    <a:pt x="129" y="113"/>
                    <a:pt x="129" y="113"/>
                  </a:cubicBezTo>
                  <a:cubicBezTo>
                    <a:pt x="132" y="115"/>
                    <a:pt x="134" y="119"/>
                    <a:pt x="134" y="123"/>
                  </a:cubicBezTo>
                  <a:cubicBezTo>
                    <a:pt x="127" y="188"/>
                    <a:pt x="127" y="188"/>
                    <a:pt x="127" y="188"/>
                  </a:cubicBezTo>
                  <a:cubicBezTo>
                    <a:pt x="127" y="194"/>
                    <a:pt x="122" y="199"/>
                    <a:pt x="116" y="199"/>
                  </a:cubicBezTo>
                  <a:cubicBezTo>
                    <a:pt x="110" y="199"/>
                    <a:pt x="105" y="194"/>
                    <a:pt x="105" y="187"/>
                  </a:cubicBezTo>
                  <a:cubicBezTo>
                    <a:pt x="112" y="130"/>
                    <a:pt x="112" y="130"/>
                    <a:pt x="112" y="130"/>
                  </a:cubicBezTo>
                  <a:cubicBezTo>
                    <a:pt x="56" y="96"/>
                    <a:pt x="56" y="96"/>
                    <a:pt x="56" y="96"/>
                  </a:cubicBezTo>
                  <a:cubicBezTo>
                    <a:pt x="55" y="96"/>
                    <a:pt x="55" y="95"/>
                    <a:pt x="55" y="95"/>
                  </a:cubicBezTo>
                  <a:cubicBezTo>
                    <a:pt x="55" y="95"/>
                    <a:pt x="55" y="95"/>
                    <a:pt x="55" y="95"/>
                  </a:cubicBezTo>
                  <a:cubicBezTo>
                    <a:pt x="54" y="95"/>
                    <a:pt x="54" y="95"/>
                    <a:pt x="54" y="95"/>
                  </a:cubicBezTo>
                  <a:cubicBezTo>
                    <a:pt x="54" y="95"/>
                    <a:pt x="54" y="95"/>
                    <a:pt x="54" y="95"/>
                  </a:cubicBezTo>
                  <a:cubicBezTo>
                    <a:pt x="54" y="94"/>
                    <a:pt x="53" y="94"/>
                    <a:pt x="53" y="94"/>
                  </a:cubicBezTo>
                  <a:cubicBezTo>
                    <a:pt x="53" y="94"/>
                    <a:pt x="53" y="94"/>
                    <a:pt x="53" y="94"/>
                  </a:cubicBezTo>
                  <a:cubicBezTo>
                    <a:pt x="53" y="93"/>
                    <a:pt x="53" y="93"/>
                    <a:pt x="52" y="93"/>
                  </a:cubicBezTo>
                  <a:cubicBezTo>
                    <a:pt x="52" y="93"/>
                    <a:pt x="52" y="93"/>
                    <a:pt x="52" y="93"/>
                  </a:cubicBezTo>
                  <a:cubicBezTo>
                    <a:pt x="52" y="93"/>
                    <a:pt x="52" y="93"/>
                    <a:pt x="52" y="93"/>
                  </a:cubicBezTo>
                  <a:cubicBezTo>
                    <a:pt x="52" y="92"/>
                    <a:pt x="51" y="91"/>
                    <a:pt x="51" y="90"/>
                  </a:cubicBezTo>
                  <a:cubicBezTo>
                    <a:pt x="51" y="90"/>
                    <a:pt x="51" y="90"/>
                    <a:pt x="51" y="90"/>
                  </a:cubicBezTo>
                  <a:cubicBezTo>
                    <a:pt x="51" y="89"/>
                    <a:pt x="50" y="89"/>
                    <a:pt x="50" y="89"/>
                  </a:cubicBezTo>
                  <a:cubicBezTo>
                    <a:pt x="50" y="89"/>
                    <a:pt x="50" y="89"/>
                    <a:pt x="50" y="89"/>
                  </a:cubicBezTo>
                  <a:cubicBezTo>
                    <a:pt x="50" y="88"/>
                    <a:pt x="50" y="88"/>
                    <a:pt x="50" y="88"/>
                  </a:cubicBezTo>
                  <a:cubicBezTo>
                    <a:pt x="50" y="88"/>
                    <a:pt x="50" y="88"/>
                    <a:pt x="50" y="87"/>
                  </a:cubicBezTo>
                  <a:cubicBezTo>
                    <a:pt x="50" y="87"/>
                    <a:pt x="50" y="87"/>
                    <a:pt x="50" y="87"/>
                  </a:cubicBezTo>
                  <a:cubicBezTo>
                    <a:pt x="50" y="86"/>
                    <a:pt x="50" y="86"/>
                    <a:pt x="50" y="86"/>
                  </a:cubicBezTo>
                  <a:cubicBezTo>
                    <a:pt x="50" y="86"/>
                    <a:pt x="50" y="86"/>
                    <a:pt x="50" y="85"/>
                  </a:cubicBezTo>
                  <a:cubicBezTo>
                    <a:pt x="50" y="85"/>
                    <a:pt x="50" y="85"/>
                    <a:pt x="50" y="85"/>
                  </a:cubicBezTo>
                  <a:cubicBezTo>
                    <a:pt x="50" y="85"/>
                    <a:pt x="50" y="85"/>
                    <a:pt x="50" y="84"/>
                  </a:cubicBezTo>
                  <a:cubicBezTo>
                    <a:pt x="50" y="84"/>
                    <a:pt x="50" y="84"/>
                    <a:pt x="50" y="84"/>
                  </a:cubicBezTo>
                  <a:cubicBezTo>
                    <a:pt x="56" y="33"/>
                    <a:pt x="56" y="33"/>
                    <a:pt x="56" y="33"/>
                  </a:cubicBezTo>
                  <a:cubicBezTo>
                    <a:pt x="31" y="46"/>
                    <a:pt x="31" y="46"/>
                    <a:pt x="31" y="46"/>
                  </a:cubicBezTo>
                  <a:cubicBezTo>
                    <a:pt x="23" y="89"/>
                    <a:pt x="23" y="89"/>
                    <a:pt x="23" y="89"/>
                  </a:cubicBezTo>
                  <a:cubicBezTo>
                    <a:pt x="21" y="95"/>
                    <a:pt x="15" y="99"/>
                    <a:pt x="10" y="98"/>
                  </a:cubicBezTo>
                  <a:cubicBezTo>
                    <a:pt x="4" y="96"/>
                    <a:pt x="0" y="90"/>
                    <a:pt x="1" y="84"/>
                  </a:cubicBezTo>
                  <a:close/>
                </a:path>
              </a:pathLst>
            </a:custGeom>
            <a:solidFill>
              <a:srgbClr val="219980"/>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1" name="Freeform 35"/>
            <p:cNvSpPr>
              <a:spLocks/>
            </p:cNvSpPr>
            <p:nvPr/>
          </p:nvSpPr>
          <p:spPr bwMode="auto">
            <a:xfrm>
              <a:off x="6389505" y="5039915"/>
              <a:ext cx="132047" cy="476761"/>
            </a:xfrm>
            <a:custGeom>
              <a:avLst/>
              <a:gdLst>
                <a:gd name="T0" fmla="*/ 1 w 40"/>
                <a:gd name="T1" fmla="*/ 131 h 145"/>
                <a:gd name="T2" fmla="*/ 19 w 40"/>
                <a:gd name="T3" fmla="*/ 1 h 145"/>
                <a:gd name="T4" fmla="*/ 20 w 40"/>
                <a:gd name="T5" fmla="*/ 0 h 145"/>
                <a:gd name="T6" fmla="*/ 40 w 40"/>
                <a:gd name="T7" fmla="*/ 12 h 145"/>
                <a:gd name="T8" fmla="*/ 23 w 40"/>
                <a:gd name="T9" fmla="*/ 135 h 145"/>
                <a:gd name="T10" fmla="*/ 10 w 40"/>
                <a:gd name="T11" fmla="*/ 144 h 145"/>
                <a:gd name="T12" fmla="*/ 1 w 40"/>
                <a:gd name="T13" fmla="*/ 131 h 145"/>
              </a:gdLst>
              <a:ahLst/>
              <a:cxnLst>
                <a:cxn ang="0">
                  <a:pos x="T0" y="T1"/>
                </a:cxn>
                <a:cxn ang="0">
                  <a:pos x="T2" y="T3"/>
                </a:cxn>
                <a:cxn ang="0">
                  <a:pos x="T4" y="T5"/>
                </a:cxn>
                <a:cxn ang="0">
                  <a:pos x="T6" y="T7"/>
                </a:cxn>
                <a:cxn ang="0">
                  <a:pos x="T8" y="T9"/>
                </a:cxn>
                <a:cxn ang="0">
                  <a:pos x="T10" y="T11"/>
                </a:cxn>
                <a:cxn ang="0">
                  <a:pos x="T12" y="T13"/>
                </a:cxn>
              </a:cxnLst>
              <a:rect l="0" t="0" r="r" b="b"/>
              <a:pathLst>
                <a:path w="40" h="145">
                  <a:moveTo>
                    <a:pt x="1" y="131"/>
                  </a:moveTo>
                  <a:cubicBezTo>
                    <a:pt x="19" y="1"/>
                    <a:pt x="19" y="1"/>
                    <a:pt x="19" y="1"/>
                  </a:cubicBezTo>
                  <a:cubicBezTo>
                    <a:pt x="19" y="0"/>
                    <a:pt x="20" y="0"/>
                    <a:pt x="20" y="0"/>
                  </a:cubicBezTo>
                  <a:cubicBezTo>
                    <a:pt x="40" y="12"/>
                    <a:pt x="40" y="12"/>
                    <a:pt x="40" y="12"/>
                  </a:cubicBezTo>
                  <a:cubicBezTo>
                    <a:pt x="23" y="135"/>
                    <a:pt x="23" y="135"/>
                    <a:pt x="23" y="135"/>
                  </a:cubicBezTo>
                  <a:cubicBezTo>
                    <a:pt x="22" y="141"/>
                    <a:pt x="16" y="145"/>
                    <a:pt x="10" y="144"/>
                  </a:cubicBezTo>
                  <a:cubicBezTo>
                    <a:pt x="4" y="143"/>
                    <a:pt x="0" y="137"/>
                    <a:pt x="1" y="131"/>
                  </a:cubicBezTo>
                  <a:close/>
                </a:path>
              </a:pathLst>
            </a:custGeom>
            <a:solidFill>
              <a:srgbClr val="219980"/>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2" name="Freeform 36"/>
            <p:cNvSpPr>
              <a:spLocks/>
            </p:cNvSpPr>
            <p:nvPr/>
          </p:nvSpPr>
          <p:spPr bwMode="auto">
            <a:xfrm>
              <a:off x="6603561" y="4849489"/>
              <a:ext cx="125098" cy="141777"/>
            </a:xfrm>
            <a:custGeom>
              <a:avLst/>
              <a:gdLst>
                <a:gd name="T0" fmla="*/ 3 w 38"/>
                <a:gd name="T1" fmla="*/ 0 h 43"/>
                <a:gd name="T2" fmla="*/ 32 w 38"/>
                <a:gd name="T3" fmla="*/ 20 h 43"/>
                <a:gd name="T4" fmla="*/ 35 w 38"/>
                <a:gd name="T5" fmla="*/ 36 h 43"/>
                <a:gd name="T6" fmla="*/ 20 w 38"/>
                <a:gd name="T7" fmla="*/ 39 h 43"/>
                <a:gd name="T8" fmla="*/ 0 w 38"/>
                <a:gd name="T9" fmla="*/ 25 h 43"/>
                <a:gd name="T10" fmla="*/ 3 w 38"/>
                <a:gd name="T11" fmla="*/ 0 h 43"/>
              </a:gdLst>
              <a:ahLst/>
              <a:cxnLst>
                <a:cxn ang="0">
                  <a:pos x="T0" y="T1"/>
                </a:cxn>
                <a:cxn ang="0">
                  <a:pos x="T2" y="T3"/>
                </a:cxn>
                <a:cxn ang="0">
                  <a:pos x="T4" y="T5"/>
                </a:cxn>
                <a:cxn ang="0">
                  <a:pos x="T6" y="T7"/>
                </a:cxn>
                <a:cxn ang="0">
                  <a:pos x="T8" y="T9"/>
                </a:cxn>
                <a:cxn ang="0">
                  <a:pos x="T10" y="T11"/>
                </a:cxn>
              </a:cxnLst>
              <a:rect l="0" t="0" r="r" b="b"/>
              <a:pathLst>
                <a:path w="38" h="43">
                  <a:moveTo>
                    <a:pt x="3" y="0"/>
                  </a:moveTo>
                  <a:cubicBezTo>
                    <a:pt x="32" y="20"/>
                    <a:pt x="32" y="20"/>
                    <a:pt x="32" y="20"/>
                  </a:cubicBezTo>
                  <a:cubicBezTo>
                    <a:pt x="37" y="23"/>
                    <a:pt x="38" y="30"/>
                    <a:pt x="35" y="36"/>
                  </a:cubicBezTo>
                  <a:cubicBezTo>
                    <a:pt x="32" y="41"/>
                    <a:pt x="25" y="43"/>
                    <a:pt x="20" y="39"/>
                  </a:cubicBezTo>
                  <a:cubicBezTo>
                    <a:pt x="0" y="25"/>
                    <a:pt x="0" y="25"/>
                    <a:pt x="0" y="25"/>
                  </a:cubicBezTo>
                  <a:lnTo>
                    <a:pt x="3" y="0"/>
                  </a:lnTo>
                  <a:close/>
                </a:path>
              </a:pathLst>
            </a:custGeom>
            <a:solidFill>
              <a:srgbClr val="219980"/>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sp>
        <p:nvSpPr>
          <p:cNvPr id="13" name="Freeform 37"/>
          <p:cNvSpPr>
            <a:spLocks/>
          </p:cNvSpPr>
          <p:nvPr/>
        </p:nvSpPr>
        <p:spPr bwMode="auto">
          <a:xfrm>
            <a:off x="6199079" y="1815177"/>
            <a:ext cx="2015461" cy="2136389"/>
          </a:xfrm>
          <a:custGeom>
            <a:avLst/>
            <a:gdLst>
              <a:gd name="T0" fmla="*/ 148 w 613"/>
              <a:gd name="T1" fmla="*/ 648 h 650"/>
              <a:gd name="T2" fmla="*/ 108 w 613"/>
              <a:gd name="T3" fmla="*/ 594 h 650"/>
              <a:gd name="T4" fmla="*/ 233 w 613"/>
              <a:gd name="T5" fmla="*/ 80 h 650"/>
              <a:gd name="T6" fmla="*/ 366 w 613"/>
              <a:gd name="T7" fmla="*/ 30 h 650"/>
              <a:gd name="T8" fmla="*/ 534 w 613"/>
              <a:gd name="T9" fmla="*/ 41 h 650"/>
              <a:gd name="T10" fmla="*/ 550 w 613"/>
              <a:gd name="T11" fmla="*/ 0 h 650"/>
              <a:gd name="T12" fmla="*/ 613 w 613"/>
              <a:gd name="T13" fmla="*/ 81 h 650"/>
              <a:gd name="T14" fmla="*/ 512 w 613"/>
              <a:gd name="T15" fmla="*/ 95 h 650"/>
              <a:gd name="T16" fmla="*/ 529 w 613"/>
              <a:gd name="T17" fmla="*/ 51 h 650"/>
              <a:gd name="T18" fmla="*/ 368 w 613"/>
              <a:gd name="T19" fmla="*/ 42 h 650"/>
              <a:gd name="T20" fmla="*/ 239 w 613"/>
              <a:gd name="T21" fmla="*/ 90 h 650"/>
              <a:gd name="T22" fmla="*/ 75 w 613"/>
              <a:gd name="T23" fmla="*/ 314 h 650"/>
              <a:gd name="T24" fmla="*/ 118 w 613"/>
              <a:gd name="T25" fmla="*/ 588 h 650"/>
              <a:gd name="T26" fmla="*/ 156 w 613"/>
              <a:gd name="T27" fmla="*/ 641 h 650"/>
              <a:gd name="T28" fmla="*/ 158 w 613"/>
              <a:gd name="T29" fmla="*/ 642 h 650"/>
              <a:gd name="T30" fmla="*/ 149 w 613"/>
              <a:gd name="T31" fmla="*/ 650 h 650"/>
              <a:gd name="T32" fmla="*/ 148 w 613"/>
              <a:gd name="T33" fmla="*/ 648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13" h="650">
                <a:moveTo>
                  <a:pt x="148" y="648"/>
                </a:moveTo>
                <a:cubicBezTo>
                  <a:pt x="133" y="631"/>
                  <a:pt x="119" y="613"/>
                  <a:pt x="108" y="594"/>
                </a:cubicBezTo>
                <a:cubicBezTo>
                  <a:pt x="0" y="418"/>
                  <a:pt x="56" y="187"/>
                  <a:pt x="233" y="80"/>
                </a:cubicBezTo>
                <a:cubicBezTo>
                  <a:pt x="274" y="55"/>
                  <a:pt x="319" y="38"/>
                  <a:pt x="366" y="30"/>
                </a:cubicBezTo>
                <a:cubicBezTo>
                  <a:pt x="422" y="21"/>
                  <a:pt x="479" y="25"/>
                  <a:pt x="534" y="41"/>
                </a:cubicBezTo>
                <a:cubicBezTo>
                  <a:pt x="550" y="0"/>
                  <a:pt x="550" y="0"/>
                  <a:pt x="550" y="0"/>
                </a:cubicBezTo>
                <a:cubicBezTo>
                  <a:pt x="613" y="81"/>
                  <a:pt x="613" y="81"/>
                  <a:pt x="613" y="81"/>
                </a:cubicBezTo>
                <a:cubicBezTo>
                  <a:pt x="512" y="95"/>
                  <a:pt x="512" y="95"/>
                  <a:pt x="512" y="95"/>
                </a:cubicBezTo>
                <a:cubicBezTo>
                  <a:pt x="529" y="51"/>
                  <a:pt x="529" y="51"/>
                  <a:pt x="529" y="51"/>
                </a:cubicBezTo>
                <a:cubicBezTo>
                  <a:pt x="477" y="36"/>
                  <a:pt x="421" y="33"/>
                  <a:pt x="368" y="42"/>
                </a:cubicBezTo>
                <a:cubicBezTo>
                  <a:pt x="322" y="49"/>
                  <a:pt x="279" y="65"/>
                  <a:pt x="239" y="90"/>
                </a:cubicBezTo>
                <a:cubicBezTo>
                  <a:pt x="156" y="140"/>
                  <a:pt x="98" y="220"/>
                  <a:pt x="75" y="314"/>
                </a:cubicBezTo>
                <a:cubicBezTo>
                  <a:pt x="52" y="408"/>
                  <a:pt x="67" y="505"/>
                  <a:pt x="118" y="588"/>
                </a:cubicBezTo>
                <a:cubicBezTo>
                  <a:pt x="129" y="607"/>
                  <a:pt x="142" y="624"/>
                  <a:pt x="156" y="641"/>
                </a:cubicBezTo>
                <a:cubicBezTo>
                  <a:pt x="158" y="642"/>
                  <a:pt x="158" y="642"/>
                  <a:pt x="158" y="642"/>
                </a:cubicBezTo>
                <a:cubicBezTo>
                  <a:pt x="149" y="650"/>
                  <a:pt x="149" y="650"/>
                  <a:pt x="149" y="650"/>
                </a:cubicBezTo>
                <a:lnTo>
                  <a:pt x="148" y="648"/>
                </a:lnTo>
                <a:close/>
              </a:path>
            </a:pathLst>
          </a:custGeom>
          <a:solidFill>
            <a:srgbClr val="219980"/>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4" name="Freeform 38"/>
          <p:cNvSpPr>
            <a:spLocks/>
          </p:cNvSpPr>
          <p:nvPr/>
        </p:nvSpPr>
        <p:spPr bwMode="auto">
          <a:xfrm>
            <a:off x="4218367" y="6194982"/>
            <a:ext cx="1605418" cy="663018"/>
          </a:xfrm>
          <a:custGeom>
            <a:avLst/>
            <a:gdLst>
              <a:gd name="T0" fmla="*/ 485 w 488"/>
              <a:gd name="T1" fmla="*/ 0 h 202"/>
              <a:gd name="T2" fmla="*/ 249 w 488"/>
              <a:gd name="T3" fmla="*/ 6 h 202"/>
              <a:gd name="T4" fmla="*/ 0 w 488"/>
              <a:gd name="T5" fmla="*/ 183 h 202"/>
              <a:gd name="T6" fmla="*/ 9 w 488"/>
              <a:gd name="T7" fmla="*/ 202 h 202"/>
              <a:gd name="T8" fmla="*/ 254 w 488"/>
              <a:gd name="T9" fmla="*/ 28 h 202"/>
              <a:gd name="T10" fmla="*/ 488 w 488"/>
              <a:gd name="T11" fmla="*/ 21 h 202"/>
              <a:gd name="T12" fmla="*/ 485 w 488"/>
              <a:gd name="T13" fmla="*/ 0 h 202"/>
            </a:gdLst>
            <a:ahLst/>
            <a:cxnLst>
              <a:cxn ang="0">
                <a:pos x="T0" y="T1"/>
              </a:cxn>
              <a:cxn ang="0">
                <a:pos x="T2" y="T3"/>
              </a:cxn>
              <a:cxn ang="0">
                <a:pos x="T4" y="T5"/>
              </a:cxn>
              <a:cxn ang="0">
                <a:pos x="T6" y="T7"/>
              </a:cxn>
              <a:cxn ang="0">
                <a:pos x="T8" y="T9"/>
              </a:cxn>
              <a:cxn ang="0">
                <a:pos x="T10" y="T11"/>
              </a:cxn>
              <a:cxn ang="0">
                <a:pos x="T12" y="T13"/>
              </a:cxn>
            </a:cxnLst>
            <a:rect l="0" t="0" r="r" b="b"/>
            <a:pathLst>
              <a:path w="488" h="202">
                <a:moveTo>
                  <a:pt x="485" y="0"/>
                </a:moveTo>
                <a:cubicBezTo>
                  <a:pt x="249" y="6"/>
                  <a:pt x="249" y="6"/>
                  <a:pt x="249" y="6"/>
                </a:cubicBezTo>
                <a:cubicBezTo>
                  <a:pt x="0" y="183"/>
                  <a:pt x="0" y="183"/>
                  <a:pt x="0" y="183"/>
                </a:cubicBezTo>
                <a:cubicBezTo>
                  <a:pt x="9" y="202"/>
                  <a:pt x="9" y="202"/>
                  <a:pt x="9" y="202"/>
                </a:cubicBezTo>
                <a:cubicBezTo>
                  <a:pt x="254" y="28"/>
                  <a:pt x="254" y="28"/>
                  <a:pt x="254" y="28"/>
                </a:cubicBezTo>
                <a:cubicBezTo>
                  <a:pt x="488" y="21"/>
                  <a:pt x="488" y="21"/>
                  <a:pt x="488" y="21"/>
                </a:cubicBezTo>
                <a:cubicBezTo>
                  <a:pt x="487" y="14"/>
                  <a:pt x="486" y="7"/>
                  <a:pt x="485" y="0"/>
                </a:cubicBezTo>
                <a:close/>
              </a:path>
            </a:pathLst>
          </a:custGeom>
          <a:solidFill>
            <a:srgbClr val="EA981E"/>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5" name="Freeform 39"/>
          <p:cNvSpPr>
            <a:spLocks/>
          </p:cNvSpPr>
          <p:nvPr/>
        </p:nvSpPr>
        <p:spPr bwMode="auto">
          <a:xfrm>
            <a:off x="6199079" y="4392188"/>
            <a:ext cx="1078619" cy="1598469"/>
          </a:xfrm>
          <a:custGeom>
            <a:avLst/>
            <a:gdLst>
              <a:gd name="T0" fmla="*/ 244 w 328"/>
              <a:gd name="T1" fmla="*/ 6 h 486"/>
              <a:gd name="T2" fmla="*/ 303 w 328"/>
              <a:gd name="T3" fmla="*/ 218 h 486"/>
              <a:gd name="T4" fmla="*/ 48 w 328"/>
              <a:gd name="T5" fmla="*/ 373 h 486"/>
              <a:gd name="T6" fmla="*/ 0 w 328"/>
              <a:gd name="T7" fmla="*/ 472 h 486"/>
              <a:gd name="T8" fmla="*/ 17 w 328"/>
              <a:gd name="T9" fmla="*/ 486 h 486"/>
              <a:gd name="T10" fmla="*/ 65 w 328"/>
              <a:gd name="T11" fmla="*/ 388 h 486"/>
              <a:gd name="T12" fmla="*/ 328 w 328"/>
              <a:gd name="T13" fmla="*/ 228 h 486"/>
              <a:gd name="T14" fmla="*/ 264 w 328"/>
              <a:gd name="T15" fmla="*/ 0 h 486"/>
              <a:gd name="T16" fmla="*/ 244 w 328"/>
              <a:gd name="T17" fmla="*/ 6 h 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8" h="486">
                <a:moveTo>
                  <a:pt x="244" y="6"/>
                </a:moveTo>
                <a:cubicBezTo>
                  <a:pt x="303" y="218"/>
                  <a:pt x="303" y="218"/>
                  <a:pt x="303" y="218"/>
                </a:cubicBezTo>
                <a:cubicBezTo>
                  <a:pt x="48" y="373"/>
                  <a:pt x="48" y="373"/>
                  <a:pt x="48" y="373"/>
                </a:cubicBezTo>
                <a:cubicBezTo>
                  <a:pt x="0" y="472"/>
                  <a:pt x="0" y="472"/>
                  <a:pt x="0" y="472"/>
                </a:cubicBezTo>
                <a:cubicBezTo>
                  <a:pt x="6" y="476"/>
                  <a:pt x="12" y="480"/>
                  <a:pt x="17" y="486"/>
                </a:cubicBezTo>
                <a:cubicBezTo>
                  <a:pt x="65" y="388"/>
                  <a:pt x="65" y="388"/>
                  <a:pt x="65" y="388"/>
                </a:cubicBezTo>
                <a:cubicBezTo>
                  <a:pt x="328" y="228"/>
                  <a:pt x="328" y="228"/>
                  <a:pt x="328" y="228"/>
                </a:cubicBezTo>
                <a:cubicBezTo>
                  <a:pt x="264" y="0"/>
                  <a:pt x="264" y="0"/>
                  <a:pt x="264" y="0"/>
                </a:cubicBezTo>
                <a:cubicBezTo>
                  <a:pt x="258" y="3"/>
                  <a:pt x="251" y="5"/>
                  <a:pt x="244" y="6"/>
                </a:cubicBezTo>
                <a:close/>
              </a:path>
            </a:pathLst>
          </a:custGeom>
          <a:solidFill>
            <a:srgbClr val="219980"/>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6" name="Freeform 40"/>
          <p:cNvSpPr>
            <a:spLocks/>
          </p:cNvSpPr>
          <p:nvPr/>
        </p:nvSpPr>
        <p:spPr bwMode="auto">
          <a:xfrm>
            <a:off x="7135921" y="2528234"/>
            <a:ext cx="1367733" cy="1490051"/>
          </a:xfrm>
          <a:custGeom>
            <a:avLst/>
            <a:gdLst>
              <a:gd name="T0" fmla="*/ 403 w 416"/>
              <a:gd name="T1" fmla="*/ 1 h 453"/>
              <a:gd name="T2" fmla="*/ 395 w 416"/>
              <a:gd name="T3" fmla="*/ 1 h 453"/>
              <a:gd name="T4" fmla="*/ 395 w 416"/>
              <a:gd name="T5" fmla="*/ 187 h 453"/>
              <a:gd name="T6" fmla="*/ 0 w 416"/>
              <a:gd name="T7" fmla="*/ 435 h 453"/>
              <a:gd name="T8" fmla="*/ 12 w 416"/>
              <a:gd name="T9" fmla="*/ 453 h 453"/>
              <a:gd name="T10" fmla="*/ 416 w 416"/>
              <a:gd name="T11" fmla="*/ 199 h 453"/>
              <a:gd name="T12" fmla="*/ 416 w 416"/>
              <a:gd name="T13" fmla="*/ 0 h 453"/>
              <a:gd name="T14" fmla="*/ 403 w 416"/>
              <a:gd name="T15" fmla="*/ 1 h 4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6" h="453">
                <a:moveTo>
                  <a:pt x="403" y="1"/>
                </a:moveTo>
                <a:cubicBezTo>
                  <a:pt x="400" y="1"/>
                  <a:pt x="397" y="1"/>
                  <a:pt x="395" y="1"/>
                </a:cubicBezTo>
                <a:cubicBezTo>
                  <a:pt x="395" y="187"/>
                  <a:pt x="395" y="187"/>
                  <a:pt x="395" y="187"/>
                </a:cubicBezTo>
                <a:cubicBezTo>
                  <a:pt x="0" y="435"/>
                  <a:pt x="0" y="435"/>
                  <a:pt x="0" y="435"/>
                </a:cubicBezTo>
                <a:cubicBezTo>
                  <a:pt x="5" y="440"/>
                  <a:pt x="9" y="446"/>
                  <a:pt x="12" y="453"/>
                </a:cubicBezTo>
                <a:cubicBezTo>
                  <a:pt x="416" y="199"/>
                  <a:pt x="416" y="199"/>
                  <a:pt x="416" y="199"/>
                </a:cubicBezTo>
                <a:cubicBezTo>
                  <a:pt x="416" y="0"/>
                  <a:pt x="416" y="0"/>
                  <a:pt x="416" y="0"/>
                </a:cubicBezTo>
                <a:cubicBezTo>
                  <a:pt x="412" y="1"/>
                  <a:pt x="407" y="1"/>
                  <a:pt x="403" y="1"/>
                </a:cubicBezTo>
                <a:close/>
              </a:path>
            </a:pathLst>
          </a:custGeom>
          <a:solidFill>
            <a:srgbClr val="29414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7" name="Freeform 41"/>
          <p:cNvSpPr>
            <a:spLocks/>
          </p:cNvSpPr>
          <p:nvPr/>
        </p:nvSpPr>
        <p:spPr bwMode="auto">
          <a:xfrm>
            <a:off x="8632921" y="450224"/>
            <a:ext cx="581009" cy="1667968"/>
          </a:xfrm>
          <a:custGeom>
            <a:avLst/>
            <a:gdLst>
              <a:gd name="T0" fmla="*/ 156 w 177"/>
              <a:gd name="T1" fmla="*/ 0 h 507"/>
              <a:gd name="T2" fmla="*/ 156 w 177"/>
              <a:gd name="T3" fmla="*/ 364 h 507"/>
              <a:gd name="T4" fmla="*/ 0 w 177"/>
              <a:gd name="T5" fmla="*/ 490 h 507"/>
              <a:gd name="T6" fmla="*/ 13 w 177"/>
              <a:gd name="T7" fmla="*/ 507 h 507"/>
              <a:gd name="T8" fmla="*/ 177 w 177"/>
              <a:gd name="T9" fmla="*/ 374 h 507"/>
              <a:gd name="T10" fmla="*/ 177 w 177"/>
              <a:gd name="T11" fmla="*/ 0 h 507"/>
              <a:gd name="T12" fmla="*/ 156 w 177"/>
              <a:gd name="T13" fmla="*/ 0 h 507"/>
            </a:gdLst>
            <a:ahLst/>
            <a:cxnLst>
              <a:cxn ang="0">
                <a:pos x="T0" y="T1"/>
              </a:cxn>
              <a:cxn ang="0">
                <a:pos x="T2" y="T3"/>
              </a:cxn>
              <a:cxn ang="0">
                <a:pos x="T4" y="T5"/>
              </a:cxn>
              <a:cxn ang="0">
                <a:pos x="T6" y="T7"/>
              </a:cxn>
              <a:cxn ang="0">
                <a:pos x="T8" y="T9"/>
              </a:cxn>
              <a:cxn ang="0">
                <a:pos x="T10" y="T11"/>
              </a:cxn>
              <a:cxn ang="0">
                <a:pos x="T12" y="T13"/>
              </a:cxn>
            </a:cxnLst>
            <a:rect l="0" t="0" r="r" b="b"/>
            <a:pathLst>
              <a:path w="177" h="507">
                <a:moveTo>
                  <a:pt x="156" y="0"/>
                </a:moveTo>
                <a:cubicBezTo>
                  <a:pt x="156" y="364"/>
                  <a:pt x="156" y="364"/>
                  <a:pt x="156" y="364"/>
                </a:cubicBezTo>
                <a:cubicBezTo>
                  <a:pt x="0" y="490"/>
                  <a:pt x="0" y="490"/>
                  <a:pt x="0" y="490"/>
                </a:cubicBezTo>
                <a:cubicBezTo>
                  <a:pt x="5" y="495"/>
                  <a:pt x="10" y="501"/>
                  <a:pt x="13" y="507"/>
                </a:cubicBezTo>
                <a:cubicBezTo>
                  <a:pt x="177" y="374"/>
                  <a:pt x="177" y="374"/>
                  <a:pt x="177" y="374"/>
                </a:cubicBezTo>
                <a:cubicBezTo>
                  <a:pt x="177" y="0"/>
                  <a:pt x="177" y="0"/>
                  <a:pt x="177" y="0"/>
                </a:cubicBezTo>
                <a:lnTo>
                  <a:pt x="156" y="0"/>
                </a:lnTo>
                <a:close/>
              </a:path>
            </a:pathLst>
          </a:custGeom>
          <a:solidFill>
            <a:srgbClr val="3A8FCB"/>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8" name="Freeform 42"/>
          <p:cNvSpPr>
            <a:spLocks noEditPoints="1"/>
          </p:cNvSpPr>
          <p:nvPr/>
        </p:nvSpPr>
        <p:spPr bwMode="auto">
          <a:xfrm>
            <a:off x="6731438" y="3939057"/>
            <a:ext cx="437841" cy="437842"/>
          </a:xfrm>
          <a:custGeom>
            <a:avLst/>
            <a:gdLst>
              <a:gd name="T0" fmla="*/ 66 w 133"/>
              <a:gd name="T1" fmla="*/ 0 h 133"/>
              <a:gd name="T2" fmla="*/ 0 w 133"/>
              <a:gd name="T3" fmla="*/ 66 h 133"/>
              <a:gd name="T4" fmla="*/ 66 w 133"/>
              <a:gd name="T5" fmla="*/ 133 h 133"/>
              <a:gd name="T6" fmla="*/ 133 w 133"/>
              <a:gd name="T7" fmla="*/ 66 h 133"/>
              <a:gd name="T8" fmla="*/ 66 w 133"/>
              <a:gd name="T9" fmla="*/ 0 h 133"/>
              <a:gd name="T10" fmla="*/ 110 w 133"/>
              <a:gd name="T11" fmla="*/ 76 h 133"/>
              <a:gd name="T12" fmla="*/ 76 w 133"/>
              <a:gd name="T13" fmla="*/ 76 h 133"/>
              <a:gd name="T14" fmla="*/ 76 w 133"/>
              <a:gd name="T15" fmla="*/ 111 h 133"/>
              <a:gd name="T16" fmla="*/ 57 w 133"/>
              <a:gd name="T17" fmla="*/ 111 h 133"/>
              <a:gd name="T18" fmla="*/ 57 w 133"/>
              <a:gd name="T19" fmla="*/ 76 h 133"/>
              <a:gd name="T20" fmla="*/ 22 w 133"/>
              <a:gd name="T21" fmla="*/ 76 h 133"/>
              <a:gd name="T22" fmla="*/ 22 w 133"/>
              <a:gd name="T23" fmla="*/ 57 h 133"/>
              <a:gd name="T24" fmla="*/ 57 w 133"/>
              <a:gd name="T25" fmla="*/ 57 h 133"/>
              <a:gd name="T26" fmla="*/ 57 w 133"/>
              <a:gd name="T27" fmla="*/ 22 h 133"/>
              <a:gd name="T28" fmla="*/ 76 w 133"/>
              <a:gd name="T29" fmla="*/ 22 h 133"/>
              <a:gd name="T30" fmla="*/ 76 w 133"/>
              <a:gd name="T31" fmla="*/ 57 h 133"/>
              <a:gd name="T32" fmla="*/ 110 w 133"/>
              <a:gd name="T33" fmla="*/ 57 h 133"/>
              <a:gd name="T34" fmla="*/ 110 w 133"/>
              <a:gd name="T35" fmla="*/ 76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3" h="133">
                <a:moveTo>
                  <a:pt x="66" y="0"/>
                </a:moveTo>
                <a:cubicBezTo>
                  <a:pt x="29" y="0"/>
                  <a:pt x="0" y="30"/>
                  <a:pt x="0" y="66"/>
                </a:cubicBezTo>
                <a:cubicBezTo>
                  <a:pt x="0" y="103"/>
                  <a:pt x="29" y="133"/>
                  <a:pt x="66" y="133"/>
                </a:cubicBezTo>
                <a:cubicBezTo>
                  <a:pt x="103" y="133"/>
                  <a:pt x="133" y="103"/>
                  <a:pt x="133" y="66"/>
                </a:cubicBezTo>
                <a:cubicBezTo>
                  <a:pt x="133" y="30"/>
                  <a:pt x="103" y="0"/>
                  <a:pt x="66" y="0"/>
                </a:cubicBezTo>
                <a:close/>
                <a:moveTo>
                  <a:pt x="110" y="76"/>
                </a:moveTo>
                <a:cubicBezTo>
                  <a:pt x="76" y="76"/>
                  <a:pt x="76" y="76"/>
                  <a:pt x="76" y="76"/>
                </a:cubicBezTo>
                <a:cubicBezTo>
                  <a:pt x="76" y="111"/>
                  <a:pt x="76" y="111"/>
                  <a:pt x="76" y="111"/>
                </a:cubicBezTo>
                <a:cubicBezTo>
                  <a:pt x="57" y="111"/>
                  <a:pt x="57" y="111"/>
                  <a:pt x="57" y="111"/>
                </a:cubicBezTo>
                <a:cubicBezTo>
                  <a:pt x="57" y="76"/>
                  <a:pt x="57" y="76"/>
                  <a:pt x="57" y="76"/>
                </a:cubicBezTo>
                <a:cubicBezTo>
                  <a:pt x="22" y="76"/>
                  <a:pt x="22" y="76"/>
                  <a:pt x="22" y="76"/>
                </a:cubicBezTo>
                <a:cubicBezTo>
                  <a:pt x="22" y="57"/>
                  <a:pt x="22" y="57"/>
                  <a:pt x="22" y="57"/>
                </a:cubicBezTo>
                <a:cubicBezTo>
                  <a:pt x="57" y="57"/>
                  <a:pt x="57" y="57"/>
                  <a:pt x="57" y="57"/>
                </a:cubicBezTo>
                <a:cubicBezTo>
                  <a:pt x="57" y="22"/>
                  <a:pt x="57" y="22"/>
                  <a:pt x="57" y="22"/>
                </a:cubicBezTo>
                <a:cubicBezTo>
                  <a:pt x="76" y="22"/>
                  <a:pt x="76" y="22"/>
                  <a:pt x="76" y="22"/>
                </a:cubicBezTo>
                <a:cubicBezTo>
                  <a:pt x="76" y="57"/>
                  <a:pt x="76" y="57"/>
                  <a:pt x="76" y="57"/>
                </a:cubicBezTo>
                <a:cubicBezTo>
                  <a:pt x="110" y="57"/>
                  <a:pt x="110" y="57"/>
                  <a:pt x="110" y="57"/>
                </a:cubicBezTo>
                <a:lnTo>
                  <a:pt x="110" y="76"/>
                </a:lnTo>
                <a:close/>
              </a:path>
            </a:pathLst>
          </a:custGeom>
          <a:solidFill>
            <a:srgbClr val="219980"/>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9" name="Freeform 43"/>
          <p:cNvSpPr>
            <a:spLocks noEditPoints="1"/>
          </p:cNvSpPr>
          <p:nvPr/>
        </p:nvSpPr>
        <p:spPr bwMode="auto">
          <a:xfrm>
            <a:off x="5852975" y="5957298"/>
            <a:ext cx="435061" cy="437842"/>
          </a:xfrm>
          <a:custGeom>
            <a:avLst/>
            <a:gdLst>
              <a:gd name="T0" fmla="*/ 66 w 132"/>
              <a:gd name="T1" fmla="*/ 0 h 133"/>
              <a:gd name="T2" fmla="*/ 0 w 132"/>
              <a:gd name="T3" fmla="*/ 66 h 133"/>
              <a:gd name="T4" fmla="*/ 66 w 132"/>
              <a:gd name="T5" fmla="*/ 133 h 133"/>
              <a:gd name="T6" fmla="*/ 132 w 132"/>
              <a:gd name="T7" fmla="*/ 66 h 133"/>
              <a:gd name="T8" fmla="*/ 66 w 132"/>
              <a:gd name="T9" fmla="*/ 0 h 133"/>
              <a:gd name="T10" fmla="*/ 110 w 132"/>
              <a:gd name="T11" fmla="*/ 76 h 133"/>
              <a:gd name="T12" fmla="*/ 76 w 132"/>
              <a:gd name="T13" fmla="*/ 76 h 133"/>
              <a:gd name="T14" fmla="*/ 76 w 132"/>
              <a:gd name="T15" fmla="*/ 111 h 133"/>
              <a:gd name="T16" fmla="*/ 56 w 132"/>
              <a:gd name="T17" fmla="*/ 111 h 133"/>
              <a:gd name="T18" fmla="*/ 56 w 132"/>
              <a:gd name="T19" fmla="*/ 76 h 133"/>
              <a:gd name="T20" fmla="*/ 22 w 132"/>
              <a:gd name="T21" fmla="*/ 76 h 133"/>
              <a:gd name="T22" fmla="*/ 22 w 132"/>
              <a:gd name="T23" fmla="*/ 57 h 133"/>
              <a:gd name="T24" fmla="*/ 56 w 132"/>
              <a:gd name="T25" fmla="*/ 57 h 133"/>
              <a:gd name="T26" fmla="*/ 56 w 132"/>
              <a:gd name="T27" fmla="*/ 22 h 133"/>
              <a:gd name="T28" fmla="*/ 76 w 132"/>
              <a:gd name="T29" fmla="*/ 22 h 133"/>
              <a:gd name="T30" fmla="*/ 76 w 132"/>
              <a:gd name="T31" fmla="*/ 57 h 133"/>
              <a:gd name="T32" fmla="*/ 110 w 132"/>
              <a:gd name="T33" fmla="*/ 57 h 133"/>
              <a:gd name="T34" fmla="*/ 110 w 132"/>
              <a:gd name="T35" fmla="*/ 76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2" h="133">
                <a:moveTo>
                  <a:pt x="66" y="0"/>
                </a:moveTo>
                <a:cubicBezTo>
                  <a:pt x="29" y="0"/>
                  <a:pt x="0" y="30"/>
                  <a:pt x="0" y="66"/>
                </a:cubicBezTo>
                <a:cubicBezTo>
                  <a:pt x="0" y="103"/>
                  <a:pt x="29" y="133"/>
                  <a:pt x="66" y="133"/>
                </a:cubicBezTo>
                <a:cubicBezTo>
                  <a:pt x="103" y="133"/>
                  <a:pt x="132" y="103"/>
                  <a:pt x="132" y="66"/>
                </a:cubicBezTo>
                <a:cubicBezTo>
                  <a:pt x="132" y="30"/>
                  <a:pt x="103" y="0"/>
                  <a:pt x="66" y="0"/>
                </a:cubicBezTo>
                <a:close/>
                <a:moveTo>
                  <a:pt x="110" y="76"/>
                </a:moveTo>
                <a:cubicBezTo>
                  <a:pt x="76" y="76"/>
                  <a:pt x="76" y="76"/>
                  <a:pt x="76" y="76"/>
                </a:cubicBezTo>
                <a:cubicBezTo>
                  <a:pt x="76" y="111"/>
                  <a:pt x="76" y="111"/>
                  <a:pt x="76" y="111"/>
                </a:cubicBezTo>
                <a:cubicBezTo>
                  <a:pt x="56" y="111"/>
                  <a:pt x="56" y="111"/>
                  <a:pt x="56" y="111"/>
                </a:cubicBezTo>
                <a:cubicBezTo>
                  <a:pt x="56" y="76"/>
                  <a:pt x="56" y="76"/>
                  <a:pt x="56" y="76"/>
                </a:cubicBezTo>
                <a:cubicBezTo>
                  <a:pt x="22" y="76"/>
                  <a:pt x="22" y="76"/>
                  <a:pt x="22" y="76"/>
                </a:cubicBezTo>
                <a:cubicBezTo>
                  <a:pt x="22" y="57"/>
                  <a:pt x="22" y="57"/>
                  <a:pt x="22" y="57"/>
                </a:cubicBezTo>
                <a:cubicBezTo>
                  <a:pt x="56" y="57"/>
                  <a:pt x="56" y="57"/>
                  <a:pt x="56" y="57"/>
                </a:cubicBezTo>
                <a:cubicBezTo>
                  <a:pt x="56" y="22"/>
                  <a:pt x="56" y="22"/>
                  <a:pt x="56" y="22"/>
                </a:cubicBezTo>
                <a:cubicBezTo>
                  <a:pt x="76" y="22"/>
                  <a:pt x="76" y="22"/>
                  <a:pt x="76" y="22"/>
                </a:cubicBezTo>
                <a:cubicBezTo>
                  <a:pt x="76" y="57"/>
                  <a:pt x="76" y="57"/>
                  <a:pt x="76" y="57"/>
                </a:cubicBezTo>
                <a:cubicBezTo>
                  <a:pt x="110" y="57"/>
                  <a:pt x="110" y="57"/>
                  <a:pt x="110" y="57"/>
                </a:cubicBezTo>
                <a:lnTo>
                  <a:pt x="110" y="76"/>
                </a:lnTo>
                <a:close/>
              </a:path>
            </a:pathLst>
          </a:custGeom>
          <a:solidFill>
            <a:srgbClr val="EA981E"/>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0" name="Freeform 44"/>
          <p:cNvSpPr>
            <a:spLocks noEditPoints="1"/>
          </p:cNvSpPr>
          <p:nvPr/>
        </p:nvSpPr>
        <p:spPr bwMode="auto">
          <a:xfrm>
            <a:off x="8250679" y="2055643"/>
            <a:ext cx="437841" cy="433672"/>
          </a:xfrm>
          <a:custGeom>
            <a:avLst/>
            <a:gdLst>
              <a:gd name="T0" fmla="*/ 66 w 133"/>
              <a:gd name="T1" fmla="*/ 0 h 132"/>
              <a:gd name="T2" fmla="*/ 0 w 133"/>
              <a:gd name="T3" fmla="*/ 66 h 132"/>
              <a:gd name="T4" fmla="*/ 66 w 133"/>
              <a:gd name="T5" fmla="*/ 132 h 132"/>
              <a:gd name="T6" fmla="*/ 133 w 133"/>
              <a:gd name="T7" fmla="*/ 66 h 132"/>
              <a:gd name="T8" fmla="*/ 66 w 133"/>
              <a:gd name="T9" fmla="*/ 0 h 132"/>
              <a:gd name="T10" fmla="*/ 111 w 133"/>
              <a:gd name="T11" fmla="*/ 75 h 132"/>
              <a:gd name="T12" fmla="*/ 76 w 133"/>
              <a:gd name="T13" fmla="*/ 75 h 132"/>
              <a:gd name="T14" fmla="*/ 76 w 133"/>
              <a:gd name="T15" fmla="*/ 110 h 132"/>
              <a:gd name="T16" fmla="*/ 57 w 133"/>
              <a:gd name="T17" fmla="*/ 110 h 132"/>
              <a:gd name="T18" fmla="*/ 57 w 133"/>
              <a:gd name="T19" fmla="*/ 75 h 132"/>
              <a:gd name="T20" fmla="*/ 22 w 133"/>
              <a:gd name="T21" fmla="*/ 75 h 132"/>
              <a:gd name="T22" fmla="*/ 22 w 133"/>
              <a:gd name="T23" fmla="*/ 56 h 132"/>
              <a:gd name="T24" fmla="*/ 57 w 133"/>
              <a:gd name="T25" fmla="*/ 56 h 132"/>
              <a:gd name="T26" fmla="*/ 57 w 133"/>
              <a:gd name="T27" fmla="*/ 22 h 132"/>
              <a:gd name="T28" fmla="*/ 76 w 133"/>
              <a:gd name="T29" fmla="*/ 22 h 132"/>
              <a:gd name="T30" fmla="*/ 76 w 133"/>
              <a:gd name="T31" fmla="*/ 56 h 132"/>
              <a:gd name="T32" fmla="*/ 111 w 133"/>
              <a:gd name="T33" fmla="*/ 56 h 132"/>
              <a:gd name="T34" fmla="*/ 111 w 133"/>
              <a:gd name="T35" fmla="*/ 75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3" h="132">
                <a:moveTo>
                  <a:pt x="66" y="0"/>
                </a:moveTo>
                <a:cubicBezTo>
                  <a:pt x="30" y="0"/>
                  <a:pt x="0" y="29"/>
                  <a:pt x="0" y="66"/>
                </a:cubicBezTo>
                <a:cubicBezTo>
                  <a:pt x="0" y="103"/>
                  <a:pt x="30" y="132"/>
                  <a:pt x="66" y="132"/>
                </a:cubicBezTo>
                <a:cubicBezTo>
                  <a:pt x="103" y="132"/>
                  <a:pt x="133" y="103"/>
                  <a:pt x="133" y="66"/>
                </a:cubicBezTo>
                <a:cubicBezTo>
                  <a:pt x="133" y="29"/>
                  <a:pt x="103" y="0"/>
                  <a:pt x="66" y="0"/>
                </a:cubicBezTo>
                <a:close/>
                <a:moveTo>
                  <a:pt x="111" y="75"/>
                </a:moveTo>
                <a:cubicBezTo>
                  <a:pt x="76" y="75"/>
                  <a:pt x="76" y="75"/>
                  <a:pt x="76" y="75"/>
                </a:cubicBezTo>
                <a:cubicBezTo>
                  <a:pt x="76" y="110"/>
                  <a:pt x="76" y="110"/>
                  <a:pt x="76" y="110"/>
                </a:cubicBezTo>
                <a:cubicBezTo>
                  <a:pt x="57" y="110"/>
                  <a:pt x="57" y="110"/>
                  <a:pt x="57" y="110"/>
                </a:cubicBezTo>
                <a:cubicBezTo>
                  <a:pt x="57" y="75"/>
                  <a:pt x="57" y="75"/>
                  <a:pt x="57" y="75"/>
                </a:cubicBezTo>
                <a:cubicBezTo>
                  <a:pt x="22" y="75"/>
                  <a:pt x="22" y="75"/>
                  <a:pt x="22" y="75"/>
                </a:cubicBezTo>
                <a:cubicBezTo>
                  <a:pt x="22" y="56"/>
                  <a:pt x="22" y="56"/>
                  <a:pt x="22" y="56"/>
                </a:cubicBezTo>
                <a:cubicBezTo>
                  <a:pt x="57" y="56"/>
                  <a:pt x="57" y="56"/>
                  <a:pt x="57" y="56"/>
                </a:cubicBezTo>
                <a:cubicBezTo>
                  <a:pt x="57" y="22"/>
                  <a:pt x="57" y="22"/>
                  <a:pt x="57" y="22"/>
                </a:cubicBezTo>
                <a:cubicBezTo>
                  <a:pt x="76" y="22"/>
                  <a:pt x="76" y="22"/>
                  <a:pt x="76" y="22"/>
                </a:cubicBezTo>
                <a:cubicBezTo>
                  <a:pt x="76" y="56"/>
                  <a:pt x="76" y="56"/>
                  <a:pt x="76" y="56"/>
                </a:cubicBezTo>
                <a:cubicBezTo>
                  <a:pt x="111" y="56"/>
                  <a:pt x="111" y="56"/>
                  <a:pt x="111" y="56"/>
                </a:cubicBezTo>
                <a:lnTo>
                  <a:pt x="111" y="75"/>
                </a:lnTo>
                <a:close/>
              </a:path>
            </a:pathLst>
          </a:custGeom>
          <a:solidFill>
            <a:srgbClr val="29414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1" name="Freeform 45"/>
          <p:cNvSpPr>
            <a:spLocks/>
          </p:cNvSpPr>
          <p:nvPr/>
        </p:nvSpPr>
        <p:spPr bwMode="auto">
          <a:xfrm>
            <a:off x="8951226" y="95781"/>
            <a:ext cx="450351" cy="512900"/>
          </a:xfrm>
          <a:custGeom>
            <a:avLst/>
            <a:gdLst>
              <a:gd name="T0" fmla="*/ 0 w 324"/>
              <a:gd name="T1" fmla="*/ 369 h 369"/>
              <a:gd name="T2" fmla="*/ 163 w 324"/>
              <a:gd name="T3" fmla="*/ 0 h 369"/>
              <a:gd name="T4" fmla="*/ 324 w 324"/>
              <a:gd name="T5" fmla="*/ 364 h 369"/>
              <a:gd name="T6" fmla="*/ 0 w 324"/>
              <a:gd name="T7" fmla="*/ 369 h 369"/>
            </a:gdLst>
            <a:ahLst/>
            <a:cxnLst>
              <a:cxn ang="0">
                <a:pos x="T0" y="T1"/>
              </a:cxn>
              <a:cxn ang="0">
                <a:pos x="T2" y="T3"/>
              </a:cxn>
              <a:cxn ang="0">
                <a:pos x="T4" y="T5"/>
              </a:cxn>
              <a:cxn ang="0">
                <a:pos x="T6" y="T7"/>
              </a:cxn>
            </a:cxnLst>
            <a:rect l="0" t="0" r="r" b="b"/>
            <a:pathLst>
              <a:path w="324" h="369">
                <a:moveTo>
                  <a:pt x="0" y="369"/>
                </a:moveTo>
                <a:lnTo>
                  <a:pt x="163" y="0"/>
                </a:lnTo>
                <a:lnTo>
                  <a:pt x="324" y="364"/>
                </a:lnTo>
                <a:lnTo>
                  <a:pt x="0" y="369"/>
                </a:lnTo>
                <a:close/>
              </a:path>
            </a:pathLst>
          </a:custGeom>
          <a:solidFill>
            <a:srgbClr val="3A8FCB"/>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2" name="文本框 31"/>
          <p:cNvSpPr txBox="1"/>
          <p:nvPr/>
        </p:nvSpPr>
        <p:spPr>
          <a:xfrm>
            <a:off x="9272309" y="947938"/>
            <a:ext cx="2856518" cy="830997"/>
          </a:xfrm>
          <a:prstGeom prst="rect">
            <a:avLst/>
          </a:prstGeom>
          <a:noFill/>
        </p:spPr>
        <p:txBody>
          <a:bodyPr wrap="square" rtlCol="0">
            <a:spAutoFit/>
          </a:bodyPr>
          <a:lstStyle/>
          <a:p>
            <a:pPr>
              <a:lnSpc>
                <a:spcPct val="120000"/>
              </a:lnSpc>
            </a:pPr>
            <a:r>
              <a:rPr lang="zh-CN" altLang="en-US" sz="2400" b="1" dirty="0">
                <a:solidFill>
                  <a:srgbClr val="3A8FCB"/>
                </a:solidFill>
              </a:rPr>
              <a:t>添加标题</a:t>
            </a:r>
            <a:endParaRPr lang="en-US" altLang="zh-CN" sz="2400" b="1" dirty="0">
              <a:solidFill>
                <a:srgbClr val="3A8FCB"/>
              </a:solidFill>
            </a:endParaRPr>
          </a:p>
          <a:p>
            <a:pPr>
              <a:lnSpc>
                <a:spcPct val="120000"/>
              </a:lnSpc>
            </a:pPr>
            <a:r>
              <a:rPr lang="zh-CN" altLang="en-US" sz="1600" dirty="0">
                <a:solidFill>
                  <a:schemeClr val="tx1">
                    <a:lumMod val="65000"/>
                    <a:lumOff val="35000"/>
                  </a:schemeClr>
                </a:solidFill>
              </a:rPr>
              <a:t>添加内容添加内容</a:t>
            </a:r>
          </a:p>
        </p:txBody>
      </p:sp>
      <p:sp>
        <p:nvSpPr>
          <p:cNvPr id="33" name="文本框 32"/>
          <p:cNvSpPr txBox="1"/>
          <p:nvPr/>
        </p:nvSpPr>
        <p:spPr>
          <a:xfrm>
            <a:off x="8688520" y="1947328"/>
            <a:ext cx="2856518" cy="830997"/>
          </a:xfrm>
          <a:prstGeom prst="rect">
            <a:avLst/>
          </a:prstGeom>
          <a:noFill/>
        </p:spPr>
        <p:txBody>
          <a:bodyPr wrap="square" rtlCol="0">
            <a:spAutoFit/>
          </a:bodyPr>
          <a:lstStyle/>
          <a:p>
            <a:pPr>
              <a:lnSpc>
                <a:spcPct val="120000"/>
              </a:lnSpc>
            </a:pPr>
            <a:r>
              <a:rPr lang="zh-CN" altLang="en-US" sz="2400" b="1" dirty="0">
                <a:solidFill>
                  <a:srgbClr val="29414F"/>
                </a:solidFill>
              </a:rPr>
              <a:t>添加标题</a:t>
            </a:r>
            <a:endParaRPr lang="en-US" altLang="zh-CN" sz="2400" b="1" dirty="0">
              <a:solidFill>
                <a:srgbClr val="29414F"/>
              </a:solidFill>
            </a:endParaRPr>
          </a:p>
          <a:p>
            <a:pPr>
              <a:lnSpc>
                <a:spcPct val="120000"/>
              </a:lnSpc>
            </a:pPr>
            <a:r>
              <a:rPr lang="zh-CN" altLang="en-US" sz="1600" dirty="0">
                <a:solidFill>
                  <a:schemeClr val="tx1">
                    <a:lumMod val="65000"/>
                    <a:lumOff val="35000"/>
                  </a:schemeClr>
                </a:solidFill>
              </a:rPr>
              <a:t>添加内容添加内容</a:t>
            </a:r>
          </a:p>
        </p:txBody>
      </p:sp>
      <p:sp>
        <p:nvSpPr>
          <p:cNvPr id="34" name="文本框 33"/>
          <p:cNvSpPr txBox="1"/>
          <p:nvPr/>
        </p:nvSpPr>
        <p:spPr>
          <a:xfrm>
            <a:off x="7453469" y="3780807"/>
            <a:ext cx="2856518" cy="830997"/>
          </a:xfrm>
          <a:prstGeom prst="rect">
            <a:avLst/>
          </a:prstGeom>
          <a:noFill/>
        </p:spPr>
        <p:txBody>
          <a:bodyPr wrap="square" rtlCol="0">
            <a:spAutoFit/>
          </a:bodyPr>
          <a:lstStyle/>
          <a:p>
            <a:pPr>
              <a:lnSpc>
                <a:spcPct val="120000"/>
              </a:lnSpc>
            </a:pPr>
            <a:r>
              <a:rPr lang="zh-CN" altLang="en-US" sz="2400" b="1" dirty="0">
                <a:solidFill>
                  <a:srgbClr val="219980"/>
                </a:solidFill>
              </a:rPr>
              <a:t>添加标题</a:t>
            </a:r>
            <a:endParaRPr lang="en-US" altLang="zh-CN" sz="2400" b="1" dirty="0">
              <a:solidFill>
                <a:srgbClr val="219980"/>
              </a:solidFill>
            </a:endParaRPr>
          </a:p>
          <a:p>
            <a:pPr>
              <a:lnSpc>
                <a:spcPct val="120000"/>
              </a:lnSpc>
            </a:pPr>
            <a:r>
              <a:rPr lang="zh-CN" altLang="en-US" sz="1600" dirty="0">
                <a:solidFill>
                  <a:schemeClr val="tx1">
                    <a:lumMod val="65000"/>
                    <a:lumOff val="35000"/>
                  </a:schemeClr>
                </a:solidFill>
              </a:rPr>
              <a:t>添加内容添加内容</a:t>
            </a:r>
          </a:p>
        </p:txBody>
      </p:sp>
      <p:sp>
        <p:nvSpPr>
          <p:cNvPr id="35" name="文本框 34"/>
          <p:cNvSpPr txBox="1"/>
          <p:nvPr/>
        </p:nvSpPr>
        <p:spPr>
          <a:xfrm>
            <a:off x="6444485" y="5659355"/>
            <a:ext cx="2856518" cy="830997"/>
          </a:xfrm>
          <a:prstGeom prst="rect">
            <a:avLst/>
          </a:prstGeom>
          <a:noFill/>
        </p:spPr>
        <p:txBody>
          <a:bodyPr wrap="square" rtlCol="0">
            <a:spAutoFit/>
          </a:bodyPr>
          <a:lstStyle/>
          <a:p>
            <a:pPr>
              <a:lnSpc>
                <a:spcPct val="120000"/>
              </a:lnSpc>
            </a:pPr>
            <a:r>
              <a:rPr lang="zh-CN" altLang="en-US" sz="2400" b="1" dirty="0">
                <a:solidFill>
                  <a:srgbClr val="EA981E"/>
                </a:solidFill>
              </a:rPr>
              <a:t>添加标题</a:t>
            </a:r>
            <a:endParaRPr lang="en-US" altLang="zh-CN" sz="2400" b="1" dirty="0">
              <a:solidFill>
                <a:srgbClr val="EA981E"/>
              </a:solidFill>
            </a:endParaRPr>
          </a:p>
          <a:p>
            <a:pPr>
              <a:lnSpc>
                <a:spcPct val="120000"/>
              </a:lnSpc>
            </a:pPr>
            <a:r>
              <a:rPr lang="zh-CN" altLang="en-US" sz="1600" dirty="0">
                <a:solidFill>
                  <a:schemeClr val="tx1">
                    <a:lumMod val="65000"/>
                    <a:lumOff val="35000"/>
                  </a:schemeClr>
                </a:solidFill>
              </a:rPr>
              <a:t>添加内容添加内容</a:t>
            </a:r>
          </a:p>
        </p:txBody>
      </p:sp>
      <p:sp>
        <p:nvSpPr>
          <p:cNvPr id="36" name="矩形 39"/>
          <p:cNvSpPr/>
          <p:nvPr/>
        </p:nvSpPr>
        <p:spPr>
          <a:xfrm>
            <a:off x="0" y="203088"/>
            <a:ext cx="2492990" cy="523220"/>
          </a:xfrm>
          <a:prstGeom prst="rect">
            <a:avLst/>
          </a:prstGeom>
          <a:noFill/>
        </p:spPr>
        <p:txBody>
          <a:bodyPr wrap="none" rtlCol="0">
            <a:spAutoFit/>
          </a:bodyPr>
          <a:lstStyle/>
          <a:p>
            <a:r>
              <a:rPr lang="zh-CN" altLang="en-US" sz="2800" b="1" dirty="0">
                <a:solidFill>
                  <a:schemeClr val="tx1">
                    <a:lumMod val="65000"/>
                    <a:lumOff val="35000"/>
                  </a:schemeClr>
                </a:solidFill>
              </a:rPr>
              <a:t>四项层级</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递进</a:t>
            </a:r>
            <a:endParaRPr lang="zh-CN" altLang="zh-CN" sz="2800" b="1" dirty="0">
              <a:solidFill>
                <a:schemeClr val="tx1">
                  <a:lumMod val="65000"/>
                  <a:lumOff val="35000"/>
                </a:schemeClr>
              </a:solidFill>
            </a:endParaRPr>
          </a:p>
        </p:txBody>
      </p:sp>
      <p:sp>
        <p:nvSpPr>
          <p:cNvPr id="38" name="矩形 37"/>
          <p:cNvSpPr/>
          <p:nvPr/>
        </p:nvSpPr>
        <p:spPr>
          <a:xfrm>
            <a:off x="434078" y="5047022"/>
            <a:ext cx="3650999" cy="1052596"/>
          </a:xfrm>
          <a:prstGeom prst="rect">
            <a:avLst/>
          </a:prstGeom>
          <a:noFill/>
        </p:spPr>
        <p:txBody>
          <a:bodyPr wrap="square">
            <a:spAutoFit/>
          </a:bodyPr>
          <a:lstStyle/>
          <a:p>
            <a:pPr>
              <a:lnSpc>
                <a:spcPct val="130000"/>
              </a:lnSpc>
            </a:pPr>
            <a:r>
              <a:rPr lang="zh-CN" altLang="en-US" sz="1600" dirty="0">
                <a:solidFill>
                  <a:schemeClr val="tx1">
                    <a:lumMod val="65000"/>
                    <a:lumOff val="35000"/>
                  </a:schemeClr>
                </a:solidFill>
              </a:rPr>
              <a:t>添加内容添加内容添加内容添加内容添加内容添加内容添加内容添加内容添加内容添加内容添加内容</a:t>
            </a:r>
          </a:p>
        </p:txBody>
      </p:sp>
      <p:sp>
        <p:nvSpPr>
          <p:cNvPr id="39" name="文本框 38"/>
          <p:cNvSpPr txBox="1"/>
          <p:nvPr/>
        </p:nvSpPr>
        <p:spPr>
          <a:xfrm>
            <a:off x="434078" y="4091509"/>
            <a:ext cx="3913366" cy="535531"/>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40" name="Rectangle 58"/>
          <p:cNvSpPr/>
          <p:nvPr/>
        </p:nvSpPr>
        <p:spPr>
          <a:xfrm>
            <a:off x="434078" y="4511777"/>
            <a:ext cx="4963915" cy="368371"/>
          </a:xfrm>
          <a:prstGeom prst="rect">
            <a:avLst/>
          </a:prstGeom>
        </p:spPr>
        <p:txBody>
          <a:bodyPr wrap="square">
            <a:spAutoFit/>
          </a:bodyPr>
          <a:lstStyle/>
          <a:p>
            <a:pPr>
              <a:lnSpc>
                <a:spcPct val="123000"/>
              </a:lnSpc>
              <a:spcBef>
                <a:spcPts val="600"/>
              </a:spcBef>
            </a:pPr>
            <a:r>
              <a:rPr lang="zh-CN" altLang="en-US" sz="1600" dirty="0">
                <a:solidFill>
                  <a:schemeClr val="tx1">
                    <a:lumMod val="65000"/>
                    <a:lumOff val="35000"/>
                  </a:schemeClr>
                </a:solidFill>
                <a:latin typeface="+mn-ea"/>
              </a:rPr>
              <a:t>单击此处添加副标题</a:t>
            </a:r>
          </a:p>
        </p:txBody>
      </p:sp>
    </p:spTree>
    <p:extLst>
      <p:ext uri="{BB962C8B-B14F-4D97-AF65-F5344CB8AC3E}">
        <p14:creationId xmlns:p14="http://schemas.microsoft.com/office/powerpoint/2010/main" val="1728718887"/>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4741121" y="1542148"/>
            <a:ext cx="2309241" cy="5111649"/>
            <a:chOff x="1129849" y="437108"/>
            <a:chExt cx="2954892" cy="6540838"/>
          </a:xfrm>
        </p:grpSpPr>
        <p:sp>
          <p:nvSpPr>
            <p:cNvPr id="284" name="Freeform 5"/>
            <p:cNvSpPr>
              <a:spLocks/>
            </p:cNvSpPr>
            <p:nvPr/>
          </p:nvSpPr>
          <p:spPr bwMode="auto">
            <a:xfrm>
              <a:off x="1129849" y="5153908"/>
              <a:ext cx="2792413" cy="1824038"/>
            </a:xfrm>
            <a:custGeom>
              <a:avLst/>
              <a:gdLst>
                <a:gd name="T0" fmla="*/ 859 w 1759"/>
                <a:gd name="T1" fmla="*/ 1143 h 1149"/>
                <a:gd name="T2" fmla="*/ 608 w 1759"/>
                <a:gd name="T3" fmla="*/ 1149 h 1149"/>
                <a:gd name="T4" fmla="*/ 0 w 1759"/>
                <a:gd name="T5" fmla="*/ 768 h 1149"/>
                <a:gd name="T6" fmla="*/ 303 w 1759"/>
                <a:gd name="T7" fmla="*/ 594 h 1149"/>
                <a:gd name="T8" fmla="*/ 30 w 1759"/>
                <a:gd name="T9" fmla="*/ 410 h 1149"/>
                <a:gd name="T10" fmla="*/ 744 w 1759"/>
                <a:gd name="T11" fmla="*/ 0 h 1149"/>
                <a:gd name="T12" fmla="*/ 1759 w 1759"/>
                <a:gd name="T13" fmla="*/ 756 h 1149"/>
                <a:gd name="T14" fmla="*/ 859 w 1759"/>
                <a:gd name="T15" fmla="*/ 1143 h 1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59" h="1149">
                  <a:moveTo>
                    <a:pt x="859" y="1143"/>
                  </a:moveTo>
                  <a:lnTo>
                    <a:pt x="608" y="1149"/>
                  </a:lnTo>
                  <a:lnTo>
                    <a:pt x="0" y="768"/>
                  </a:lnTo>
                  <a:lnTo>
                    <a:pt x="303" y="594"/>
                  </a:lnTo>
                  <a:lnTo>
                    <a:pt x="30" y="410"/>
                  </a:lnTo>
                  <a:lnTo>
                    <a:pt x="744" y="0"/>
                  </a:lnTo>
                  <a:lnTo>
                    <a:pt x="1759" y="756"/>
                  </a:lnTo>
                  <a:lnTo>
                    <a:pt x="859" y="1143"/>
                  </a:lnTo>
                  <a:close/>
                </a:path>
              </a:pathLst>
            </a:custGeom>
            <a:gradFill flip="none" rotWithShape="1">
              <a:gsLst>
                <a:gs pos="18000">
                  <a:srgbClr val="0D0D0D">
                    <a:alpha val="0"/>
                  </a:srgbClr>
                </a:gs>
                <a:gs pos="0">
                  <a:srgbClr val="0D0D0D">
                    <a:alpha val="0"/>
                  </a:srgbClr>
                </a:gs>
                <a:gs pos="86000">
                  <a:srgbClr val="0D0D0D">
                    <a:alpha val="70000"/>
                  </a:srgbClr>
                </a:gs>
              </a:gsLst>
              <a:lin ang="19800000" scaled="0"/>
              <a:tileRect/>
            </a:gradFill>
            <a:ln>
              <a:noFill/>
            </a:ln>
            <a:effectLst>
              <a:softEdge rad="63500"/>
            </a:effectLst>
          </p:spPr>
          <p:txBody>
            <a:bodyPr vert="horz" wrap="square" lIns="91440" tIns="45720" rIns="91440" bIns="45720" numCol="1" anchor="t" anchorCtr="0" compatLnSpc="1">
              <a:prstTxWarp prst="textNoShape">
                <a:avLst/>
              </a:prstTxWarp>
            </a:bodyPr>
            <a:lstStyle/>
            <a:p>
              <a:endParaRPr lang="zh-CN" altLang="en-US"/>
            </a:p>
          </p:txBody>
        </p:sp>
        <p:grpSp>
          <p:nvGrpSpPr>
            <p:cNvPr id="46" name="组合 45"/>
            <p:cNvGrpSpPr/>
            <p:nvPr/>
          </p:nvGrpSpPr>
          <p:grpSpPr>
            <a:xfrm>
              <a:off x="2058433" y="4655445"/>
              <a:ext cx="2026308" cy="2066148"/>
              <a:chOff x="1741488" y="437108"/>
              <a:chExt cx="2026308" cy="2066148"/>
            </a:xfrm>
          </p:grpSpPr>
          <p:grpSp>
            <p:nvGrpSpPr>
              <p:cNvPr id="47" name="组合 46"/>
              <p:cNvGrpSpPr>
                <a:grpSpLocks noChangeAspect="1"/>
              </p:cNvGrpSpPr>
              <p:nvPr/>
            </p:nvGrpSpPr>
            <p:grpSpPr>
              <a:xfrm>
                <a:off x="1748196" y="437108"/>
                <a:ext cx="2019600" cy="2066148"/>
                <a:chOff x="0" y="199505"/>
                <a:chExt cx="6710541" cy="6865206"/>
              </a:xfrm>
            </p:grpSpPr>
            <p:sp>
              <p:nvSpPr>
                <p:cNvPr id="50" name="平行四边形 49"/>
                <p:cNvSpPr/>
                <p:nvPr/>
              </p:nvSpPr>
              <p:spPr>
                <a:xfrm rot="5400000" flipV="1">
                  <a:off x="2570320" y="2924489"/>
                  <a:ext cx="4925174" cy="3355269"/>
                </a:xfrm>
                <a:prstGeom prst="parallelogram">
                  <a:avLst>
                    <a:gd name="adj" fmla="val 57770"/>
                  </a:avLst>
                </a:prstGeom>
                <a:solidFill>
                  <a:srgbClr val="00629E"/>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latin typeface="Impact" panose="020B0806030902050204" pitchFamily="34" charset="0"/>
                  </a:endParaRPr>
                </a:p>
              </p:txBody>
            </p:sp>
            <p:sp>
              <p:nvSpPr>
                <p:cNvPr id="51" name="平行四边形 50"/>
                <p:cNvSpPr/>
                <p:nvPr/>
              </p:nvSpPr>
              <p:spPr>
                <a:xfrm rot="16200000">
                  <a:off x="-784950" y="2924481"/>
                  <a:ext cx="4925174" cy="3355271"/>
                </a:xfrm>
                <a:prstGeom prst="parallelogram">
                  <a:avLst>
                    <a:gd name="adj" fmla="val 57770"/>
                  </a:avLst>
                </a:prstGeom>
                <a:solidFill>
                  <a:srgbClr val="007BC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latin typeface="Impact" panose="020B0806030902050204" pitchFamily="34" charset="0"/>
                  </a:endParaRPr>
                </a:p>
              </p:txBody>
            </p:sp>
            <p:sp>
              <p:nvSpPr>
                <p:cNvPr id="52" name="菱形 51"/>
                <p:cNvSpPr/>
                <p:nvPr/>
              </p:nvSpPr>
              <p:spPr>
                <a:xfrm>
                  <a:off x="0" y="199505"/>
                  <a:ext cx="6710541" cy="3879056"/>
                </a:xfrm>
                <a:prstGeom prst="diamond">
                  <a:avLst/>
                </a:prstGeom>
                <a:solidFill>
                  <a:srgbClr val="009BF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latin typeface="Impact" panose="020B0806030902050204" pitchFamily="34" charset="0"/>
                  </a:endParaRPr>
                </a:p>
              </p:txBody>
            </p:sp>
          </p:grpSp>
          <p:sp>
            <p:nvSpPr>
              <p:cNvPr id="48" name="Freeform 132"/>
              <p:cNvSpPr>
                <a:spLocks/>
              </p:cNvSpPr>
              <p:nvPr/>
            </p:nvSpPr>
            <p:spPr bwMode="auto">
              <a:xfrm>
                <a:off x="1741488" y="1011238"/>
                <a:ext cx="1008063" cy="1476375"/>
              </a:xfrm>
              <a:custGeom>
                <a:avLst/>
                <a:gdLst>
                  <a:gd name="T0" fmla="*/ 635 w 635"/>
                  <a:gd name="T1" fmla="*/ 930 h 930"/>
                  <a:gd name="T2" fmla="*/ 635 w 635"/>
                  <a:gd name="T3" fmla="*/ 369 h 930"/>
                  <a:gd name="T4" fmla="*/ 0 w 635"/>
                  <a:gd name="T5" fmla="*/ 0 h 930"/>
                </a:gdLst>
                <a:ahLst/>
                <a:cxnLst>
                  <a:cxn ang="0">
                    <a:pos x="T0" y="T1"/>
                  </a:cxn>
                  <a:cxn ang="0">
                    <a:pos x="T2" y="T3"/>
                  </a:cxn>
                  <a:cxn ang="0">
                    <a:pos x="T4" y="T5"/>
                  </a:cxn>
                </a:cxnLst>
                <a:rect l="0" t="0" r="r" b="b"/>
                <a:pathLst>
                  <a:path w="635" h="930">
                    <a:moveTo>
                      <a:pt x="635" y="930"/>
                    </a:moveTo>
                    <a:lnTo>
                      <a:pt x="635" y="369"/>
                    </a:lnTo>
                    <a:lnTo>
                      <a:pt x="0" y="0"/>
                    </a:lnTo>
                  </a:path>
                </a:pathLst>
              </a:custGeom>
              <a:noFill/>
              <a:ln w="9525" cap="flat">
                <a:solidFill>
                  <a:srgbClr val="FFFFFF">
                    <a:alpha val="20000"/>
                  </a:srgb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137"/>
              <p:cNvSpPr>
                <a:spLocks/>
              </p:cNvSpPr>
              <p:nvPr/>
            </p:nvSpPr>
            <p:spPr bwMode="auto">
              <a:xfrm>
                <a:off x="2749550" y="1011238"/>
                <a:ext cx="1009650" cy="1476375"/>
              </a:xfrm>
              <a:custGeom>
                <a:avLst/>
                <a:gdLst>
                  <a:gd name="T0" fmla="*/ 0 w 636"/>
                  <a:gd name="T1" fmla="*/ 930 h 930"/>
                  <a:gd name="T2" fmla="*/ 0 w 636"/>
                  <a:gd name="T3" fmla="*/ 369 h 930"/>
                  <a:gd name="T4" fmla="*/ 636 w 636"/>
                  <a:gd name="T5" fmla="*/ 0 h 930"/>
                </a:gdLst>
                <a:ahLst/>
                <a:cxnLst>
                  <a:cxn ang="0">
                    <a:pos x="T0" y="T1"/>
                  </a:cxn>
                  <a:cxn ang="0">
                    <a:pos x="T2" y="T3"/>
                  </a:cxn>
                  <a:cxn ang="0">
                    <a:pos x="T4" y="T5"/>
                  </a:cxn>
                </a:cxnLst>
                <a:rect l="0" t="0" r="r" b="b"/>
                <a:pathLst>
                  <a:path w="636" h="930">
                    <a:moveTo>
                      <a:pt x="0" y="930"/>
                    </a:moveTo>
                    <a:lnTo>
                      <a:pt x="0" y="369"/>
                    </a:lnTo>
                    <a:lnTo>
                      <a:pt x="636" y="0"/>
                    </a:lnTo>
                  </a:path>
                </a:pathLst>
              </a:custGeom>
              <a:noFill/>
              <a:ln w="9525" cap="flat">
                <a:solidFill>
                  <a:srgbClr val="FFFFFF">
                    <a:alpha val="20000"/>
                  </a:srgb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9" name="组合 38"/>
            <p:cNvGrpSpPr/>
            <p:nvPr/>
          </p:nvGrpSpPr>
          <p:grpSpPr>
            <a:xfrm>
              <a:off x="1744909" y="3271890"/>
              <a:ext cx="2026308" cy="2066148"/>
              <a:chOff x="1741488" y="437108"/>
              <a:chExt cx="2026308" cy="2066148"/>
            </a:xfrm>
          </p:grpSpPr>
          <p:grpSp>
            <p:nvGrpSpPr>
              <p:cNvPr id="40" name="组合 39"/>
              <p:cNvGrpSpPr>
                <a:grpSpLocks noChangeAspect="1"/>
              </p:cNvGrpSpPr>
              <p:nvPr/>
            </p:nvGrpSpPr>
            <p:grpSpPr>
              <a:xfrm>
                <a:off x="1748196" y="437108"/>
                <a:ext cx="2019600" cy="2066148"/>
                <a:chOff x="0" y="199505"/>
                <a:chExt cx="6710541" cy="6865206"/>
              </a:xfrm>
            </p:grpSpPr>
            <p:sp>
              <p:nvSpPr>
                <p:cNvPr id="43" name="平行四边形 42"/>
                <p:cNvSpPr/>
                <p:nvPr/>
              </p:nvSpPr>
              <p:spPr>
                <a:xfrm rot="5400000" flipV="1">
                  <a:off x="2570320" y="2924489"/>
                  <a:ext cx="4925174" cy="3355269"/>
                </a:xfrm>
                <a:prstGeom prst="parallelogram">
                  <a:avLst>
                    <a:gd name="adj" fmla="val 57770"/>
                  </a:avLst>
                </a:prstGeom>
                <a:solidFill>
                  <a:srgbClr val="5B4E8C"/>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latin typeface="Impact" panose="020B0806030902050204" pitchFamily="34" charset="0"/>
                  </a:endParaRPr>
                </a:p>
              </p:txBody>
            </p:sp>
            <p:sp>
              <p:nvSpPr>
                <p:cNvPr id="44" name="平行四边形 43"/>
                <p:cNvSpPr/>
                <p:nvPr/>
              </p:nvSpPr>
              <p:spPr>
                <a:xfrm rot="16200000">
                  <a:off x="-784950" y="2924481"/>
                  <a:ext cx="4925174" cy="3355271"/>
                </a:xfrm>
                <a:prstGeom prst="parallelogram">
                  <a:avLst>
                    <a:gd name="adj" fmla="val 57770"/>
                  </a:avLst>
                </a:prstGeom>
                <a:solidFill>
                  <a:srgbClr val="6D5DA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latin typeface="Impact" panose="020B0806030902050204" pitchFamily="34" charset="0"/>
                  </a:endParaRPr>
                </a:p>
              </p:txBody>
            </p:sp>
            <p:sp>
              <p:nvSpPr>
                <p:cNvPr id="45" name="菱形 44"/>
                <p:cNvSpPr/>
                <p:nvPr/>
              </p:nvSpPr>
              <p:spPr>
                <a:xfrm>
                  <a:off x="0" y="199505"/>
                  <a:ext cx="6710541" cy="3879056"/>
                </a:xfrm>
                <a:prstGeom prst="diamond">
                  <a:avLst/>
                </a:prstGeom>
                <a:solidFill>
                  <a:srgbClr val="7F72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latin typeface="Impact" panose="020B0806030902050204" pitchFamily="34" charset="0"/>
                  </a:endParaRPr>
                </a:p>
              </p:txBody>
            </p:sp>
          </p:grpSp>
          <p:sp>
            <p:nvSpPr>
              <p:cNvPr id="41" name="Freeform 132"/>
              <p:cNvSpPr>
                <a:spLocks/>
              </p:cNvSpPr>
              <p:nvPr/>
            </p:nvSpPr>
            <p:spPr bwMode="auto">
              <a:xfrm>
                <a:off x="1741488" y="1011238"/>
                <a:ext cx="1008063" cy="1476375"/>
              </a:xfrm>
              <a:custGeom>
                <a:avLst/>
                <a:gdLst>
                  <a:gd name="T0" fmla="*/ 635 w 635"/>
                  <a:gd name="T1" fmla="*/ 930 h 930"/>
                  <a:gd name="T2" fmla="*/ 635 w 635"/>
                  <a:gd name="T3" fmla="*/ 369 h 930"/>
                  <a:gd name="T4" fmla="*/ 0 w 635"/>
                  <a:gd name="T5" fmla="*/ 0 h 930"/>
                </a:gdLst>
                <a:ahLst/>
                <a:cxnLst>
                  <a:cxn ang="0">
                    <a:pos x="T0" y="T1"/>
                  </a:cxn>
                  <a:cxn ang="0">
                    <a:pos x="T2" y="T3"/>
                  </a:cxn>
                  <a:cxn ang="0">
                    <a:pos x="T4" y="T5"/>
                  </a:cxn>
                </a:cxnLst>
                <a:rect l="0" t="0" r="r" b="b"/>
                <a:pathLst>
                  <a:path w="635" h="930">
                    <a:moveTo>
                      <a:pt x="635" y="930"/>
                    </a:moveTo>
                    <a:lnTo>
                      <a:pt x="635" y="369"/>
                    </a:lnTo>
                    <a:lnTo>
                      <a:pt x="0" y="0"/>
                    </a:lnTo>
                  </a:path>
                </a:pathLst>
              </a:custGeom>
              <a:noFill/>
              <a:ln w="9525" cap="flat">
                <a:solidFill>
                  <a:srgbClr val="FFFFFF">
                    <a:alpha val="20000"/>
                  </a:srgb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137"/>
              <p:cNvSpPr>
                <a:spLocks/>
              </p:cNvSpPr>
              <p:nvPr/>
            </p:nvSpPr>
            <p:spPr bwMode="auto">
              <a:xfrm>
                <a:off x="2749550" y="1011238"/>
                <a:ext cx="1009650" cy="1476375"/>
              </a:xfrm>
              <a:custGeom>
                <a:avLst/>
                <a:gdLst>
                  <a:gd name="T0" fmla="*/ 0 w 636"/>
                  <a:gd name="T1" fmla="*/ 930 h 930"/>
                  <a:gd name="T2" fmla="*/ 0 w 636"/>
                  <a:gd name="T3" fmla="*/ 369 h 930"/>
                  <a:gd name="T4" fmla="*/ 636 w 636"/>
                  <a:gd name="T5" fmla="*/ 0 h 930"/>
                </a:gdLst>
                <a:ahLst/>
                <a:cxnLst>
                  <a:cxn ang="0">
                    <a:pos x="T0" y="T1"/>
                  </a:cxn>
                  <a:cxn ang="0">
                    <a:pos x="T2" y="T3"/>
                  </a:cxn>
                  <a:cxn ang="0">
                    <a:pos x="T4" y="T5"/>
                  </a:cxn>
                </a:cxnLst>
                <a:rect l="0" t="0" r="r" b="b"/>
                <a:pathLst>
                  <a:path w="636" h="930">
                    <a:moveTo>
                      <a:pt x="0" y="930"/>
                    </a:moveTo>
                    <a:lnTo>
                      <a:pt x="0" y="369"/>
                    </a:lnTo>
                    <a:lnTo>
                      <a:pt x="636" y="0"/>
                    </a:lnTo>
                  </a:path>
                </a:pathLst>
              </a:custGeom>
              <a:noFill/>
              <a:ln w="9525" cap="flat">
                <a:solidFill>
                  <a:srgbClr val="FFFFFF">
                    <a:alpha val="20000"/>
                  </a:srgb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3" name="组合 52"/>
            <p:cNvGrpSpPr/>
            <p:nvPr/>
          </p:nvGrpSpPr>
          <p:grpSpPr>
            <a:xfrm>
              <a:off x="2054138" y="1847360"/>
              <a:ext cx="2026308" cy="2066148"/>
              <a:chOff x="1741488" y="437108"/>
              <a:chExt cx="2026308" cy="2066148"/>
            </a:xfrm>
          </p:grpSpPr>
          <p:grpSp>
            <p:nvGrpSpPr>
              <p:cNvPr id="54" name="组合 53"/>
              <p:cNvGrpSpPr>
                <a:grpSpLocks noChangeAspect="1"/>
              </p:cNvGrpSpPr>
              <p:nvPr/>
            </p:nvGrpSpPr>
            <p:grpSpPr>
              <a:xfrm>
                <a:off x="1748196" y="437108"/>
                <a:ext cx="2019600" cy="2066148"/>
                <a:chOff x="0" y="199505"/>
                <a:chExt cx="6710541" cy="6865206"/>
              </a:xfrm>
            </p:grpSpPr>
            <p:sp>
              <p:nvSpPr>
                <p:cNvPr id="57" name="平行四边形 56"/>
                <p:cNvSpPr/>
                <p:nvPr/>
              </p:nvSpPr>
              <p:spPr>
                <a:xfrm rot="5400000" flipV="1">
                  <a:off x="2570320" y="2924489"/>
                  <a:ext cx="4925174" cy="3355269"/>
                </a:xfrm>
                <a:prstGeom prst="parallelogram">
                  <a:avLst>
                    <a:gd name="adj" fmla="val 57770"/>
                  </a:avLst>
                </a:prstGeom>
                <a:solidFill>
                  <a:srgbClr val="A9B72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latin typeface="Impact" panose="020B0806030902050204" pitchFamily="34" charset="0"/>
                  </a:endParaRPr>
                </a:p>
              </p:txBody>
            </p:sp>
            <p:sp>
              <p:nvSpPr>
                <p:cNvPr id="58" name="平行四边形 57"/>
                <p:cNvSpPr/>
                <p:nvPr/>
              </p:nvSpPr>
              <p:spPr>
                <a:xfrm rot="16200000">
                  <a:off x="-784950" y="2924481"/>
                  <a:ext cx="4925174" cy="3355271"/>
                </a:xfrm>
                <a:prstGeom prst="parallelogram">
                  <a:avLst>
                    <a:gd name="adj" fmla="val 57770"/>
                  </a:avLst>
                </a:prstGeom>
                <a:solidFill>
                  <a:srgbClr val="D3D00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latin typeface="Impact" panose="020B0806030902050204" pitchFamily="34" charset="0"/>
                  </a:endParaRPr>
                </a:p>
              </p:txBody>
            </p:sp>
            <p:sp>
              <p:nvSpPr>
                <p:cNvPr id="59" name="菱形 58"/>
                <p:cNvSpPr/>
                <p:nvPr/>
              </p:nvSpPr>
              <p:spPr>
                <a:xfrm>
                  <a:off x="0" y="199505"/>
                  <a:ext cx="6710541" cy="3879056"/>
                </a:xfrm>
                <a:prstGeom prst="diamond">
                  <a:avLst/>
                </a:prstGeom>
                <a:solidFill>
                  <a:srgbClr val="E8E10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latin typeface="Impact" panose="020B0806030902050204" pitchFamily="34" charset="0"/>
                  </a:endParaRPr>
                </a:p>
              </p:txBody>
            </p:sp>
          </p:grpSp>
          <p:sp>
            <p:nvSpPr>
              <p:cNvPr id="55" name="Freeform 132"/>
              <p:cNvSpPr>
                <a:spLocks/>
              </p:cNvSpPr>
              <p:nvPr/>
            </p:nvSpPr>
            <p:spPr bwMode="auto">
              <a:xfrm>
                <a:off x="1741488" y="1011238"/>
                <a:ext cx="1008063" cy="1476375"/>
              </a:xfrm>
              <a:custGeom>
                <a:avLst/>
                <a:gdLst>
                  <a:gd name="T0" fmla="*/ 635 w 635"/>
                  <a:gd name="T1" fmla="*/ 930 h 930"/>
                  <a:gd name="T2" fmla="*/ 635 w 635"/>
                  <a:gd name="T3" fmla="*/ 369 h 930"/>
                  <a:gd name="T4" fmla="*/ 0 w 635"/>
                  <a:gd name="T5" fmla="*/ 0 h 930"/>
                </a:gdLst>
                <a:ahLst/>
                <a:cxnLst>
                  <a:cxn ang="0">
                    <a:pos x="T0" y="T1"/>
                  </a:cxn>
                  <a:cxn ang="0">
                    <a:pos x="T2" y="T3"/>
                  </a:cxn>
                  <a:cxn ang="0">
                    <a:pos x="T4" y="T5"/>
                  </a:cxn>
                </a:cxnLst>
                <a:rect l="0" t="0" r="r" b="b"/>
                <a:pathLst>
                  <a:path w="635" h="930">
                    <a:moveTo>
                      <a:pt x="635" y="930"/>
                    </a:moveTo>
                    <a:lnTo>
                      <a:pt x="635" y="369"/>
                    </a:lnTo>
                    <a:lnTo>
                      <a:pt x="0" y="0"/>
                    </a:lnTo>
                  </a:path>
                </a:pathLst>
              </a:custGeom>
              <a:noFill/>
              <a:ln w="9525" cap="flat">
                <a:solidFill>
                  <a:srgbClr val="FFFFFF">
                    <a:alpha val="20000"/>
                  </a:srgb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137"/>
              <p:cNvSpPr>
                <a:spLocks/>
              </p:cNvSpPr>
              <p:nvPr/>
            </p:nvSpPr>
            <p:spPr bwMode="auto">
              <a:xfrm>
                <a:off x="2749550" y="1011238"/>
                <a:ext cx="1009650" cy="1476375"/>
              </a:xfrm>
              <a:custGeom>
                <a:avLst/>
                <a:gdLst>
                  <a:gd name="T0" fmla="*/ 0 w 636"/>
                  <a:gd name="T1" fmla="*/ 930 h 930"/>
                  <a:gd name="T2" fmla="*/ 0 w 636"/>
                  <a:gd name="T3" fmla="*/ 369 h 930"/>
                  <a:gd name="T4" fmla="*/ 636 w 636"/>
                  <a:gd name="T5" fmla="*/ 0 h 930"/>
                </a:gdLst>
                <a:ahLst/>
                <a:cxnLst>
                  <a:cxn ang="0">
                    <a:pos x="T0" y="T1"/>
                  </a:cxn>
                  <a:cxn ang="0">
                    <a:pos x="T2" y="T3"/>
                  </a:cxn>
                  <a:cxn ang="0">
                    <a:pos x="T4" y="T5"/>
                  </a:cxn>
                </a:cxnLst>
                <a:rect l="0" t="0" r="r" b="b"/>
                <a:pathLst>
                  <a:path w="636" h="930">
                    <a:moveTo>
                      <a:pt x="0" y="930"/>
                    </a:moveTo>
                    <a:lnTo>
                      <a:pt x="0" y="369"/>
                    </a:lnTo>
                    <a:lnTo>
                      <a:pt x="636" y="0"/>
                    </a:lnTo>
                  </a:path>
                </a:pathLst>
              </a:custGeom>
              <a:noFill/>
              <a:ln w="9525" cap="flat">
                <a:solidFill>
                  <a:srgbClr val="FFFFFF">
                    <a:alpha val="20000"/>
                  </a:srgb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55" name="组合 154"/>
            <p:cNvGrpSpPr/>
            <p:nvPr/>
          </p:nvGrpSpPr>
          <p:grpSpPr>
            <a:xfrm>
              <a:off x="2762765" y="4354855"/>
              <a:ext cx="836647" cy="1100513"/>
              <a:chOff x="3124507" y="1423794"/>
              <a:chExt cx="836647" cy="1100513"/>
            </a:xfrm>
          </p:grpSpPr>
          <p:sp>
            <p:nvSpPr>
              <p:cNvPr id="156" name="任意多边形 155"/>
              <p:cNvSpPr>
                <a:spLocks/>
              </p:cNvSpPr>
              <p:nvPr/>
            </p:nvSpPr>
            <p:spPr bwMode="auto">
              <a:xfrm>
                <a:off x="3124526" y="1423794"/>
                <a:ext cx="836608" cy="1100512"/>
              </a:xfrm>
              <a:custGeom>
                <a:avLst/>
                <a:gdLst>
                  <a:gd name="connsiteX0" fmla="*/ 422871 w 836608"/>
                  <a:gd name="connsiteY0" fmla="*/ 164267 h 1100512"/>
                  <a:gd name="connsiteX1" fmla="*/ 169721 w 836608"/>
                  <a:gd name="connsiteY1" fmla="*/ 310068 h 1100512"/>
                  <a:gd name="connsiteX2" fmla="*/ 170537 w 836608"/>
                  <a:gd name="connsiteY2" fmla="*/ 310523 h 1100512"/>
                  <a:gd name="connsiteX3" fmla="*/ 254212 w 836608"/>
                  <a:gd name="connsiteY3" fmla="*/ 0 h 1100512"/>
                  <a:gd name="connsiteX4" fmla="*/ 363616 w 836608"/>
                  <a:gd name="connsiteY4" fmla="*/ 62746 h 1100512"/>
                  <a:gd name="connsiteX5" fmla="*/ 363618 w 836608"/>
                  <a:gd name="connsiteY5" fmla="*/ 62745 h 1100512"/>
                  <a:gd name="connsiteX6" fmla="*/ 363618 w 836608"/>
                  <a:gd name="connsiteY6" fmla="*/ 62748 h 1100512"/>
                  <a:gd name="connsiteX7" fmla="*/ 363620 w 836608"/>
                  <a:gd name="connsiteY7" fmla="*/ 62749 h 1100512"/>
                  <a:gd name="connsiteX8" fmla="*/ 363618 w 836608"/>
                  <a:gd name="connsiteY8" fmla="*/ 62750 h 1100512"/>
                  <a:gd name="connsiteX9" fmla="*/ 366831 w 836608"/>
                  <a:gd name="connsiteY9" fmla="*/ 131814 h 1100512"/>
                  <a:gd name="connsiteX10" fmla="*/ 423143 w 836608"/>
                  <a:gd name="connsiteY10" fmla="*/ 164110 h 1100512"/>
                  <a:gd name="connsiteX11" fmla="*/ 423140 w 836608"/>
                  <a:gd name="connsiteY11" fmla="*/ 164112 h 1100512"/>
                  <a:gd name="connsiteX12" fmla="*/ 423140 w 836608"/>
                  <a:gd name="connsiteY12" fmla="*/ 233868 h 1100512"/>
                  <a:gd name="connsiteX13" fmla="*/ 481055 w 836608"/>
                  <a:gd name="connsiteY13" fmla="*/ 267084 h 1100512"/>
                  <a:gd name="connsiteX14" fmla="*/ 228451 w 836608"/>
                  <a:gd name="connsiteY14" fmla="*/ 411889 h 1100512"/>
                  <a:gd name="connsiteX15" fmla="*/ 228450 w 836608"/>
                  <a:gd name="connsiteY15" fmla="*/ 411889 h 1100512"/>
                  <a:gd name="connsiteX16" fmla="*/ 228450 w 836608"/>
                  <a:gd name="connsiteY16" fmla="*/ 422056 h 1100512"/>
                  <a:gd name="connsiteX17" fmla="*/ 228456 w 836608"/>
                  <a:gd name="connsiteY17" fmla="*/ 422052 h 1100512"/>
                  <a:gd name="connsiteX18" fmla="*/ 228456 w 836608"/>
                  <a:gd name="connsiteY18" fmla="*/ 411887 h 1100512"/>
                  <a:gd name="connsiteX19" fmla="*/ 481059 w 836608"/>
                  <a:gd name="connsiteY19" fmla="*/ 267082 h 1100512"/>
                  <a:gd name="connsiteX20" fmla="*/ 484272 w 836608"/>
                  <a:gd name="connsiteY20" fmla="*/ 337760 h 1100512"/>
                  <a:gd name="connsiteX21" fmla="*/ 540581 w 836608"/>
                  <a:gd name="connsiteY21" fmla="*/ 370055 h 1100512"/>
                  <a:gd name="connsiteX22" fmla="*/ 287165 w 836608"/>
                  <a:gd name="connsiteY22" fmla="*/ 514406 h 1100512"/>
                  <a:gd name="connsiteX23" fmla="*/ 287978 w 836608"/>
                  <a:gd name="connsiteY23" fmla="*/ 514859 h 1100512"/>
                  <a:gd name="connsiteX24" fmla="*/ 287978 w 836608"/>
                  <a:gd name="connsiteY24" fmla="*/ 525566 h 1100512"/>
                  <a:gd name="connsiteX25" fmla="*/ 287981 w 836608"/>
                  <a:gd name="connsiteY25" fmla="*/ 525564 h 1100512"/>
                  <a:gd name="connsiteX26" fmla="*/ 287981 w 836608"/>
                  <a:gd name="connsiteY26" fmla="*/ 514861 h 1100512"/>
                  <a:gd name="connsiteX27" fmla="*/ 540586 w 836608"/>
                  <a:gd name="connsiteY27" fmla="*/ 370056 h 1100512"/>
                  <a:gd name="connsiteX28" fmla="*/ 540586 w 836608"/>
                  <a:gd name="connsiteY28" fmla="*/ 439241 h 1100512"/>
                  <a:gd name="connsiteX29" fmla="*/ 540094 w 836608"/>
                  <a:gd name="connsiteY29" fmla="*/ 439529 h 1100512"/>
                  <a:gd name="connsiteX30" fmla="*/ 598500 w 836608"/>
                  <a:gd name="connsiteY30" fmla="*/ 473027 h 1100512"/>
                  <a:gd name="connsiteX31" fmla="*/ 345896 w 836608"/>
                  <a:gd name="connsiteY31" fmla="*/ 617832 h 1100512"/>
                  <a:gd name="connsiteX32" fmla="*/ 345895 w 836608"/>
                  <a:gd name="connsiteY32" fmla="*/ 617832 h 1100512"/>
                  <a:gd name="connsiteX33" fmla="*/ 345895 w 836608"/>
                  <a:gd name="connsiteY33" fmla="*/ 627665 h 1100512"/>
                  <a:gd name="connsiteX34" fmla="*/ 345899 w 836608"/>
                  <a:gd name="connsiteY34" fmla="*/ 627663 h 1100512"/>
                  <a:gd name="connsiteX35" fmla="*/ 345899 w 836608"/>
                  <a:gd name="connsiteY35" fmla="*/ 617832 h 1100512"/>
                  <a:gd name="connsiteX36" fmla="*/ 598502 w 836608"/>
                  <a:gd name="connsiteY36" fmla="*/ 473027 h 1100512"/>
                  <a:gd name="connsiteX37" fmla="*/ 601715 w 836608"/>
                  <a:gd name="connsiteY37" fmla="*/ 542093 h 1100512"/>
                  <a:gd name="connsiteX38" fmla="*/ 658027 w 836608"/>
                  <a:gd name="connsiteY38" fmla="*/ 574389 h 1100512"/>
                  <a:gd name="connsiteX39" fmla="*/ 404606 w 836608"/>
                  <a:gd name="connsiteY39" fmla="*/ 720347 h 1100512"/>
                  <a:gd name="connsiteX40" fmla="*/ 405424 w 836608"/>
                  <a:gd name="connsiteY40" fmla="*/ 720803 h 1100512"/>
                  <a:gd name="connsiteX41" fmla="*/ 405424 w 836608"/>
                  <a:gd name="connsiteY41" fmla="*/ 729902 h 1100512"/>
                  <a:gd name="connsiteX42" fmla="*/ 405427 w 836608"/>
                  <a:gd name="connsiteY42" fmla="*/ 729900 h 1100512"/>
                  <a:gd name="connsiteX43" fmla="*/ 405427 w 836608"/>
                  <a:gd name="connsiteY43" fmla="*/ 720802 h 1100512"/>
                  <a:gd name="connsiteX44" fmla="*/ 658031 w 836608"/>
                  <a:gd name="connsiteY44" fmla="*/ 574389 h 1100512"/>
                  <a:gd name="connsiteX45" fmla="*/ 658031 w 836608"/>
                  <a:gd name="connsiteY45" fmla="*/ 644146 h 1100512"/>
                  <a:gd name="connsiteX46" fmla="*/ 715946 w 836608"/>
                  <a:gd name="connsiteY46" fmla="*/ 677362 h 1100512"/>
                  <a:gd name="connsiteX47" fmla="*/ 463342 w 836608"/>
                  <a:gd name="connsiteY47" fmla="*/ 822167 h 1100512"/>
                  <a:gd name="connsiteX48" fmla="*/ 463342 w 836608"/>
                  <a:gd name="connsiteY48" fmla="*/ 833059 h 1100512"/>
                  <a:gd name="connsiteX49" fmla="*/ 463345 w 836608"/>
                  <a:gd name="connsiteY49" fmla="*/ 833057 h 1100512"/>
                  <a:gd name="connsiteX50" fmla="*/ 463345 w 836608"/>
                  <a:gd name="connsiteY50" fmla="*/ 822166 h 1100512"/>
                  <a:gd name="connsiteX51" fmla="*/ 715948 w 836608"/>
                  <a:gd name="connsiteY51" fmla="*/ 677361 h 1100512"/>
                  <a:gd name="connsiteX52" fmla="*/ 719140 w 836608"/>
                  <a:gd name="connsiteY52" fmla="*/ 747586 h 1100512"/>
                  <a:gd name="connsiteX53" fmla="*/ 777078 w 836608"/>
                  <a:gd name="connsiteY53" fmla="*/ 780334 h 1100512"/>
                  <a:gd name="connsiteX54" fmla="*/ 522061 w 836608"/>
                  <a:gd name="connsiteY54" fmla="*/ 924684 h 1100512"/>
                  <a:gd name="connsiteX55" fmla="*/ 522866 w 836608"/>
                  <a:gd name="connsiteY55" fmla="*/ 925139 h 1100512"/>
                  <a:gd name="connsiteX56" fmla="*/ 522866 w 836608"/>
                  <a:gd name="connsiteY56" fmla="*/ 935850 h 1100512"/>
                  <a:gd name="connsiteX57" fmla="*/ 522871 w 836608"/>
                  <a:gd name="connsiteY57" fmla="*/ 935847 h 1100512"/>
                  <a:gd name="connsiteX58" fmla="*/ 522871 w 836608"/>
                  <a:gd name="connsiteY58" fmla="*/ 925138 h 1100512"/>
                  <a:gd name="connsiteX59" fmla="*/ 777083 w 836608"/>
                  <a:gd name="connsiteY59" fmla="*/ 780333 h 1100512"/>
                  <a:gd name="connsiteX60" fmla="*/ 777083 w 836608"/>
                  <a:gd name="connsiteY60" fmla="*/ 849518 h 1100512"/>
                  <a:gd name="connsiteX61" fmla="*/ 775793 w 836608"/>
                  <a:gd name="connsiteY61" fmla="*/ 850269 h 1100512"/>
                  <a:gd name="connsiteX62" fmla="*/ 833395 w 836608"/>
                  <a:gd name="connsiteY62" fmla="*/ 883306 h 1100512"/>
                  <a:gd name="connsiteX63" fmla="*/ 833390 w 836608"/>
                  <a:gd name="connsiteY63" fmla="*/ 883309 h 1100512"/>
                  <a:gd name="connsiteX64" fmla="*/ 836608 w 836608"/>
                  <a:gd name="connsiteY64" fmla="*/ 952490 h 1100512"/>
                  <a:gd name="connsiteX65" fmla="*/ 580787 w 836608"/>
                  <a:gd name="connsiteY65" fmla="*/ 1100512 h 1100512"/>
                  <a:gd name="connsiteX66" fmla="*/ 580787 w 836608"/>
                  <a:gd name="connsiteY66" fmla="*/ 1097293 h 1100512"/>
                  <a:gd name="connsiteX67" fmla="*/ 471383 w 836608"/>
                  <a:gd name="connsiteY67" fmla="*/ 1037764 h 1100512"/>
                  <a:gd name="connsiteX68" fmla="*/ 471383 w 836608"/>
                  <a:gd name="connsiteY68" fmla="*/ 967580 h 1100512"/>
                  <a:gd name="connsiteX69" fmla="*/ 411849 w 836608"/>
                  <a:gd name="connsiteY69" fmla="*/ 934793 h 1100512"/>
                  <a:gd name="connsiteX70" fmla="*/ 411849 w 836608"/>
                  <a:gd name="connsiteY70" fmla="*/ 864942 h 1100512"/>
                  <a:gd name="connsiteX71" fmla="*/ 353934 w 836608"/>
                  <a:gd name="connsiteY71" fmla="*/ 833429 h 1100512"/>
                  <a:gd name="connsiteX72" fmla="*/ 353934 w 836608"/>
                  <a:gd name="connsiteY72" fmla="*/ 762771 h 1100512"/>
                  <a:gd name="connsiteX73" fmla="*/ 292798 w 836608"/>
                  <a:gd name="connsiteY73" fmla="*/ 730456 h 1100512"/>
                  <a:gd name="connsiteX74" fmla="*/ 292798 w 836608"/>
                  <a:gd name="connsiteY74" fmla="*/ 658124 h 1100512"/>
                  <a:gd name="connsiteX75" fmla="*/ 236487 w 836608"/>
                  <a:gd name="connsiteY75" fmla="*/ 627484 h 1100512"/>
                  <a:gd name="connsiteX76" fmla="*/ 236487 w 836608"/>
                  <a:gd name="connsiteY76" fmla="*/ 557701 h 1100512"/>
                  <a:gd name="connsiteX77" fmla="*/ 175352 w 836608"/>
                  <a:gd name="connsiteY77" fmla="*/ 524513 h 1100512"/>
                  <a:gd name="connsiteX78" fmla="*/ 175352 w 836608"/>
                  <a:gd name="connsiteY78" fmla="*/ 453009 h 1100512"/>
                  <a:gd name="connsiteX79" fmla="*/ 119042 w 836608"/>
                  <a:gd name="connsiteY79" fmla="*/ 421542 h 1100512"/>
                  <a:gd name="connsiteX80" fmla="*/ 119042 w 836608"/>
                  <a:gd name="connsiteY80" fmla="*/ 352488 h 1100512"/>
                  <a:gd name="connsiteX81" fmla="*/ 57913 w 836608"/>
                  <a:gd name="connsiteY81" fmla="*/ 320177 h 1100512"/>
                  <a:gd name="connsiteX82" fmla="*/ 57913 w 836608"/>
                  <a:gd name="connsiteY82" fmla="*/ 248258 h 1100512"/>
                  <a:gd name="connsiteX83" fmla="*/ 6 w 836608"/>
                  <a:gd name="connsiteY83" fmla="*/ 217206 h 1100512"/>
                  <a:gd name="connsiteX84" fmla="*/ 6 w 836608"/>
                  <a:gd name="connsiteY84" fmla="*/ 144809 h 1100512"/>
                  <a:gd name="connsiteX85" fmla="*/ 0 w 836608"/>
                  <a:gd name="connsiteY85" fmla="*/ 144805 h 1100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836608" h="1100512">
                    <a:moveTo>
                      <a:pt x="422871" y="164267"/>
                    </a:moveTo>
                    <a:lnTo>
                      <a:pt x="169721" y="310068"/>
                    </a:lnTo>
                    <a:lnTo>
                      <a:pt x="170537" y="310523"/>
                    </a:lnTo>
                    <a:close/>
                    <a:moveTo>
                      <a:pt x="254212" y="0"/>
                    </a:moveTo>
                    <a:lnTo>
                      <a:pt x="363616" y="62746"/>
                    </a:lnTo>
                    <a:lnTo>
                      <a:pt x="363618" y="62745"/>
                    </a:lnTo>
                    <a:lnTo>
                      <a:pt x="363618" y="62748"/>
                    </a:lnTo>
                    <a:lnTo>
                      <a:pt x="363620" y="62749"/>
                    </a:lnTo>
                    <a:lnTo>
                      <a:pt x="363618" y="62750"/>
                    </a:lnTo>
                    <a:lnTo>
                      <a:pt x="366831" y="131814"/>
                    </a:lnTo>
                    <a:lnTo>
                      <a:pt x="423143" y="164110"/>
                    </a:lnTo>
                    <a:lnTo>
                      <a:pt x="423140" y="164112"/>
                    </a:lnTo>
                    <a:lnTo>
                      <a:pt x="423140" y="233868"/>
                    </a:lnTo>
                    <a:lnTo>
                      <a:pt x="481055" y="267084"/>
                    </a:lnTo>
                    <a:lnTo>
                      <a:pt x="228451" y="411889"/>
                    </a:lnTo>
                    <a:lnTo>
                      <a:pt x="228450" y="411889"/>
                    </a:lnTo>
                    <a:lnTo>
                      <a:pt x="228450" y="422056"/>
                    </a:lnTo>
                    <a:lnTo>
                      <a:pt x="228456" y="422052"/>
                    </a:lnTo>
                    <a:lnTo>
                      <a:pt x="228456" y="411887"/>
                    </a:lnTo>
                    <a:lnTo>
                      <a:pt x="481059" y="267082"/>
                    </a:lnTo>
                    <a:lnTo>
                      <a:pt x="484272" y="337760"/>
                    </a:lnTo>
                    <a:lnTo>
                      <a:pt x="540581" y="370055"/>
                    </a:lnTo>
                    <a:lnTo>
                      <a:pt x="287165" y="514406"/>
                    </a:lnTo>
                    <a:lnTo>
                      <a:pt x="287978" y="514859"/>
                    </a:lnTo>
                    <a:lnTo>
                      <a:pt x="287978" y="525566"/>
                    </a:lnTo>
                    <a:lnTo>
                      <a:pt x="287981" y="525564"/>
                    </a:lnTo>
                    <a:lnTo>
                      <a:pt x="287981" y="514861"/>
                    </a:lnTo>
                    <a:lnTo>
                      <a:pt x="540586" y="370056"/>
                    </a:lnTo>
                    <a:lnTo>
                      <a:pt x="540586" y="439241"/>
                    </a:lnTo>
                    <a:lnTo>
                      <a:pt x="540094" y="439529"/>
                    </a:lnTo>
                    <a:lnTo>
                      <a:pt x="598500" y="473027"/>
                    </a:lnTo>
                    <a:lnTo>
                      <a:pt x="345896" y="617832"/>
                    </a:lnTo>
                    <a:lnTo>
                      <a:pt x="345895" y="617832"/>
                    </a:lnTo>
                    <a:lnTo>
                      <a:pt x="345895" y="627665"/>
                    </a:lnTo>
                    <a:lnTo>
                      <a:pt x="345899" y="627663"/>
                    </a:lnTo>
                    <a:lnTo>
                      <a:pt x="345899" y="617832"/>
                    </a:lnTo>
                    <a:lnTo>
                      <a:pt x="598502" y="473027"/>
                    </a:lnTo>
                    <a:lnTo>
                      <a:pt x="601715" y="542093"/>
                    </a:lnTo>
                    <a:lnTo>
                      <a:pt x="658027" y="574389"/>
                    </a:lnTo>
                    <a:lnTo>
                      <a:pt x="404606" y="720347"/>
                    </a:lnTo>
                    <a:lnTo>
                      <a:pt x="405424" y="720803"/>
                    </a:lnTo>
                    <a:lnTo>
                      <a:pt x="405424" y="729902"/>
                    </a:lnTo>
                    <a:lnTo>
                      <a:pt x="405427" y="729900"/>
                    </a:lnTo>
                    <a:lnTo>
                      <a:pt x="405427" y="720802"/>
                    </a:lnTo>
                    <a:lnTo>
                      <a:pt x="658031" y="574389"/>
                    </a:lnTo>
                    <a:lnTo>
                      <a:pt x="658031" y="644146"/>
                    </a:lnTo>
                    <a:lnTo>
                      <a:pt x="715946" y="677362"/>
                    </a:lnTo>
                    <a:lnTo>
                      <a:pt x="463342" y="822167"/>
                    </a:lnTo>
                    <a:lnTo>
                      <a:pt x="463342" y="833059"/>
                    </a:lnTo>
                    <a:lnTo>
                      <a:pt x="463345" y="833057"/>
                    </a:lnTo>
                    <a:lnTo>
                      <a:pt x="463345" y="822166"/>
                    </a:lnTo>
                    <a:lnTo>
                      <a:pt x="715948" y="677361"/>
                    </a:lnTo>
                    <a:lnTo>
                      <a:pt x="719140" y="747586"/>
                    </a:lnTo>
                    <a:lnTo>
                      <a:pt x="777078" y="780334"/>
                    </a:lnTo>
                    <a:lnTo>
                      <a:pt x="522061" y="924684"/>
                    </a:lnTo>
                    <a:lnTo>
                      <a:pt x="522866" y="925139"/>
                    </a:lnTo>
                    <a:lnTo>
                      <a:pt x="522866" y="935850"/>
                    </a:lnTo>
                    <a:lnTo>
                      <a:pt x="522871" y="935847"/>
                    </a:lnTo>
                    <a:lnTo>
                      <a:pt x="522871" y="925138"/>
                    </a:lnTo>
                    <a:lnTo>
                      <a:pt x="777083" y="780333"/>
                    </a:lnTo>
                    <a:lnTo>
                      <a:pt x="777083" y="849518"/>
                    </a:lnTo>
                    <a:lnTo>
                      <a:pt x="775793" y="850269"/>
                    </a:lnTo>
                    <a:lnTo>
                      <a:pt x="833395" y="883306"/>
                    </a:lnTo>
                    <a:lnTo>
                      <a:pt x="833390" y="883309"/>
                    </a:lnTo>
                    <a:lnTo>
                      <a:pt x="836608" y="952490"/>
                    </a:lnTo>
                    <a:lnTo>
                      <a:pt x="580787" y="1100512"/>
                    </a:lnTo>
                    <a:lnTo>
                      <a:pt x="580787" y="1097293"/>
                    </a:lnTo>
                    <a:lnTo>
                      <a:pt x="471383" y="1037764"/>
                    </a:lnTo>
                    <a:lnTo>
                      <a:pt x="471383" y="967580"/>
                    </a:lnTo>
                    <a:lnTo>
                      <a:pt x="411849" y="934793"/>
                    </a:lnTo>
                    <a:lnTo>
                      <a:pt x="411849" y="864942"/>
                    </a:lnTo>
                    <a:lnTo>
                      <a:pt x="353934" y="833429"/>
                    </a:lnTo>
                    <a:lnTo>
                      <a:pt x="353934" y="762771"/>
                    </a:lnTo>
                    <a:lnTo>
                      <a:pt x="292798" y="730456"/>
                    </a:lnTo>
                    <a:lnTo>
                      <a:pt x="292798" y="658124"/>
                    </a:lnTo>
                    <a:lnTo>
                      <a:pt x="236487" y="627484"/>
                    </a:lnTo>
                    <a:lnTo>
                      <a:pt x="236487" y="557701"/>
                    </a:lnTo>
                    <a:lnTo>
                      <a:pt x="175352" y="524513"/>
                    </a:lnTo>
                    <a:lnTo>
                      <a:pt x="175352" y="453009"/>
                    </a:lnTo>
                    <a:lnTo>
                      <a:pt x="119042" y="421542"/>
                    </a:lnTo>
                    <a:lnTo>
                      <a:pt x="119042" y="352488"/>
                    </a:lnTo>
                    <a:lnTo>
                      <a:pt x="57913" y="320177"/>
                    </a:lnTo>
                    <a:lnTo>
                      <a:pt x="57913" y="248258"/>
                    </a:lnTo>
                    <a:lnTo>
                      <a:pt x="6" y="217206"/>
                    </a:lnTo>
                    <a:lnTo>
                      <a:pt x="6" y="144809"/>
                    </a:lnTo>
                    <a:lnTo>
                      <a:pt x="0" y="144805"/>
                    </a:lnTo>
                    <a:close/>
                  </a:path>
                </a:pathLst>
              </a:custGeom>
              <a:solidFill>
                <a:srgbClr val="EDEEF0"/>
              </a:solidFill>
              <a:ln w="9525" cap="flat">
                <a:noFill/>
                <a:prstDash val="solid"/>
                <a:miter lim="800000"/>
                <a:headEnd/>
                <a:tailEnd/>
              </a:ln>
            </p:spPr>
            <p:txBody>
              <a:bodyPr vert="horz" wrap="square" lIns="91440" tIns="45720" rIns="91440" bIns="45720" numCol="1" anchor="t" anchorCtr="0" compatLnSpc="1">
                <a:prstTxWarp prst="textNoShape">
                  <a:avLst/>
                </a:prstTxWarp>
                <a:noAutofit/>
              </a:bodyPr>
              <a:lstStyle/>
              <a:p>
                <a:endParaRPr lang="zh-CN" altLang="en-US"/>
              </a:p>
            </p:txBody>
          </p:sp>
          <p:grpSp>
            <p:nvGrpSpPr>
              <p:cNvPr id="157" name="组合 156"/>
              <p:cNvGrpSpPr/>
              <p:nvPr/>
            </p:nvGrpSpPr>
            <p:grpSpPr>
              <a:xfrm>
                <a:off x="3124507" y="1423794"/>
                <a:ext cx="836647" cy="1100513"/>
                <a:chOff x="10621844" y="1341436"/>
                <a:chExt cx="901329" cy="1185595"/>
              </a:xfrm>
            </p:grpSpPr>
            <p:sp>
              <p:nvSpPr>
                <p:cNvPr id="158" name="Freeform 140"/>
                <p:cNvSpPr>
                  <a:spLocks/>
                </p:cNvSpPr>
                <p:nvPr/>
              </p:nvSpPr>
              <p:spPr bwMode="auto">
                <a:xfrm>
                  <a:off x="11129708" y="2225432"/>
                  <a:ext cx="389999" cy="223600"/>
                </a:xfrm>
                <a:custGeom>
                  <a:avLst/>
                  <a:gdLst>
                    <a:gd name="T0" fmla="*/ 0 w 225"/>
                    <a:gd name="T1" fmla="*/ 90 h 129"/>
                    <a:gd name="T2" fmla="*/ 157 w 225"/>
                    <a:gd name="T3" fmla="*/ 0 h 129"/>
                    <a:gd name="T4" fmla="*/ 225 w 225"/>
                    <a:gd name="T5" fmla="*/ 39 h 129"/>
                    <a:gd name="T6" fmla="*/ 68 w 225"/>
                    <a:gd name="T7" fmla="*/ 129 h 129"/>
                    <a:gd name="T8" fmla="*/ 0 w 225"/>
                    <a:gd name="T9" fmla="*/ 90 h 129"/>
                  </a:gdLst>
                  <a:ahLst/>
                  <a:cxnLst>
                    <a:cxn ang="0">
                      <a:pos x="T0" y="T1"/>
                    </a:cxn>
                    <a:cxn ang="0">
                      <a:pos x="T2" y="T3"/>
                    </a:cxn>
                    <a:cxn ang="0">
                      <a:pos x="T4" y="T5"/>
                    </a:cxn>
                    <a:cxn ang="0">
                      <a:pos x="T6" y="T7"/>
                    </a:cxn>
                    <a:cxn ang="0">
                      <a:pos x="T8" y="T9"/>
                    </a:cxn>
                  </a:cxnLst>
                  <a:rect l="0" t="0" r="r" b="b"/>
                  <a:pathLst>
                    <a:path w="225" h="129">
                      <a:moveTo>
                        <a:pt x="0" y="90"/>
                      </a:moveTo>
                      <a:lnTo>
                        <a:pt x="157" y="0"/>
                      </a:lnTo>
                      <a:lnTo>
                        <a:pt x="225" y="39"/>
                      </a:lnTo>
                      <a:lnTo>
                        <a:pt x="68" y="129"/>
                      </a:lnTo>
                      <a:lnTo>
                        <a:pt x="0" y="90"/>
                      </a:lnTo>
                      <a:close/>
                    </a:path>
                  </a:pathLst>
                </a:custGeom>
                <a:solidFill>
                  <a:srgbClr val="CFD1D6"/>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59" name="Freeform 141"/>
                <p:cNvSpPr>
                  <a:spLocks/>
                </p:cNvSpPr>
                <p:nvPr/>
              </p:nvSpPr>
              <p:spPr bwMode="auto">
                <a:xfrm>
                  <a:off x="11129708" y="2381432"/>
                  <a:ext cx="117866" cy="142133"/>
                </a:xfrm>
                <a:custGeom>
                  <a:avLst/>
                  <a:gdLst>
                    <a:gd name="T0" fmla="*/ 0 w 68"/>
                    <a:gd name="T1" fmla="*/ 0 h 82"/>
                    <a:gd name="T2" fmla="*/ 0 w 68"/>
                    <a:gd name="T3" fmla="*/ 45 h 82"/>
                    <a:gd name="T4" fmla="*/ 68 w 68"/>
                    <a:gd name="T5" fmla="*/ 82 h 82"/>
                    <a:gd name="T6" fmla="*/ 68 w 68"/>
                    <a:gd name="T7" fmla="*/ 39 h 82"/>
                    <a:gd name="T8" fmla="*/ 0 w 68"/>
                    <a:gd name="T9" fmla="*/ 0 h 82"/>
                  </a:gdLst>
                  <a:ahLst/>
                  <a:cxnLst>
                    <a:cxn ang="0">
                      <a:pos x="T0" y="T1"/>
                    </a:cxn>
                    <a:cxn ang="0">
                      <a:pos x="T2" y="T3"/>
                    </a:cxn>
                    <a:cxn ang="0">
                      <a:pos x="T4" y="T5"/>
                    </a:cxn>
                    <a:cxn ang="0">
                      <a:pos x="T6" y="T7"/>
                    </a:cxn>
                    <a:cxn ang="0">
                      <a:pos x="T8" y="T9"/>
                    </a:cxn>
                  </a:cxnLst>
                  <a:rect l="0" t="0" r="r" b="b"/>
                  <a:pathLst>
                    <a:path w="68" h="82">
                      <a:moveTo>
                        <a:pt x="0" y="0"/>
                      </a:moveTo>
                      <a:lnTo>
                        <a:pt x="0" y="45"/>
                      </a:lnTo>
                      <a:lnTo>
                        <a:pt x="68" y="82"/>
                      </a:lnTo>
                      <a:lnTo>
                        <a:pt x="68" y="39"/>
                      </a:lnTo>
                      <a:lnTo>
                        <a:pt x="0" y="0"/>
                      </a:lnTo>
                      <a:close/>
                    </a:path>
                  </a:pathLst>
                </a:custGeom>
                <a:solidFill>
                  <a:srgbClr val="D9DADE"/>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60" name="Freeform 142"/>
                <p:cNvSpPr>
                  <a:spLocks/>
                </p:cNvSpPr>
                <p:nvPr/>
              </p:nvSpPr>
              <p:spPr bwMode="auto">
                <a:xfrm>
                  <a:off x="11247574" y="2293031"/>
                  <a:ext cx="275599" cy="234000"/>
                </a:xfrm>
                <a:custGeom>
                  <a:avLst/>
                  <a:gdLst>
                    <a:gd name="T0" fmla="*/ 0 w 159"/>
                    <a:gd name="T1" fmla="*/ 90 h 135"/>
                    <a:gd name="T2" fmla="*/ 0 w 159"/>
                    <a:gd name="T3" fmla="*/ 135 h 135"/>
                    <a:gd name="T4" fmla="*/ 159 w 159"/>
                    <a:gd name="T5" fmla="*/ 43 h 135"/>
                    <a:gd name="T6" fmla="*/ 157 w 159"/>
                    <a:gd name="T7" fmla="*/ 0 h 135"/>
                    <a:gd name="T8" fmla="*/ 0 w 159"/>
                    <a:gd name="T9" fmla="*/ 90 h 135"/>
                  </a:gdLst>
                  <a:ahLst/>
                  <a:cxnLst>
                    <a:cxn ang="0">
                      <a:pos x="T0" y="T1"/>
                    </a:cxn>
                    <a:cxn ang="0">
                      <a:pos x="T2" y="T3"/>
                    </a:cxn>
                    <a:cxn ang="0">
                      <a:pos x="T4" y="T5"/>
                    </a:cxn>
                    <a:cxn ang="0">
                      <a:pos x="T6" y="T7"/>
                    </a:cxn>
                    <a:cxn ang="0">
                      <a:pos x="T8" y="T9"/>
                    </a:cxn>
                  </a:cxnLst>
                  <a:rect l="0" t="0" r="r" b="b"/>
                  <a:pathLst>
                    <a:path w="159" h="135">
                      <a:moveTo>
                        <a:pt x="0" y="90"/>
                      </a:moveTo>
                      <a:lnTo>
                        <a:pt x="0" y="135"/>
                      </a:lnTo>
                      <a:lnTo>
                        <a:pt x="159" y="43"/>
                      </a:lnTo>
                      <a:lnTo>
                        <a:pt x="157" y="0"/>
                      </a:lnTo>
                      <a:lnTo>
                        <a:pt x="0" y="90"/>
                      </a:lnTo>
                      <a:close/>
                    </a:path>
                  </a:pathLst>
                </a:custGeom>
                <a:solidFill>
                  <a:srgbClr val="EDEEF0"/>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61" name="Freeform 143"/>
                <p:cNvSpPr>
                  <a:spLocks/>
                </p:cNvSpPr>
                <p:nvPr/>
              </p:nvSpPr>
              <p:spPr bwMode="auto">
                <a:xfrm>
                  <a:off x="11065575" y="2114499"/>
                  <a:ext cx="393465" cy="223600"/>
                </a:xfrm>
                <a:custGeom>
                  <a:avLst/>
                  <a:gdLst>
                    <a:gd name="T0" fmla="*/ 0 w 227"/>
                    <a:gd name="T1" fmla="*/ 90 h 129"/>
                    <a:gd name="T2" fmla="*/ 158 w 227"/>
                    <a:gd name="T3" fmla="*/ 0 h 129"/>
                    <a:gd name="T4" fmla="*/ 227 w 227"/>
                    <a:gd name="T5" fmla="*/ 39 h 129"/>
                    <a:gd name="T6" fmla="*/ 68 w 227"/>
                    <a:gd name="T7" fmla="*/ 129 h 129"/>
                    <a:gd name="T8" fmla="*/ 0 w 227"/>
                    <a:gd name="T9" fmla="*/ 90 h 129"/>
                  </a:gdLst>
                  <a:ahLst/>
                  <a:cxnLst>
                    <a:cxn ang="0">
                      <a:pos x="T0" y="T1"/>
                    </a:cxn>
                    <a:cxn ang="0">
                      <a:pos x="T2" y="T3"/>
                    </a:cxn>
                    <a:cxn ang="0">
                      <a:pos x="T4" y="T5"/>
                    </a:cxn>
                    <a:cxn ang="0">
                      <a:pos x="T6" y="T7"/>
                    </a:cxn>
                    <a:cxn ang="0">
                      <a:pos x="T8" y="T9"/>
                    </a:cxn>
                  </a:cxnLst>
                  <a:rect l="0" t="0" r="r" b="b"/>
                  <a:pathLst>
                    <a:path w="227" h="129">
                      <a:moveTo>
                        <a:pt x="0" y="90"/>
                      </a:moveTo>
                      <a:lnTo>
                        <a:pt x="158" y="0"/>
                      </a:lnTo>
                      <a:lnTo>
                        <a:pt x="227" y="39"/>
                      </a:lnTo>
                      <a:lnTo>
                        <a:pt x="68" y="129"/>
                      </a:lnTo>
                      <a:lnTo>
                        <a:pt x="0" y="90"/>
                      </a:lnTo>
                      <a:close/>
                    </a:path>
                  </a:pathLst>
                </a:custGeom>
                <a:solidFill>
                  <a:srgbClr val="CFD1D6"/>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62" name="Freeform 144"/>
                <p:cNvSpPr>
                  <a:spLocks/>
                </p:cNvSpPr>
                <p:nvPr/>
              </p:nvSpPr>
              <p:spPr bwMode="auto">
                <a:xfrm>
                  <a:off x="11065575" y="2270499"/>
                  <a:ext cx="119600" cy="143867"/>
                </a:xfrm>
                <a:custGeom>
                  <a:avLst/>
                  <a:gdLst>
                    <a:gd name="T0" fmla="*/ 0 w 69"/>
                    <a:gd name="T1" fmla="*/ 0 h 83"/>
                    <a:gd name="T2" fmla="*/ 0 w 69"/>
                    <a:gd name="T3" fmla="*/ 45 h 83"/>
                    <a:gd name="T4" fmla="*/ 69 w 69"/>
                    <a:gd name="T5" fmla="*/ 83 h 83"/>
                    <a:gd name="T6" fmla="*/ 69 w 69"/>
                    <a:gd name="T7" fmla="*/ 39 h 83"/>
                    <a:gd name="T8" fmla="*/ 0 w 69"/>
                    <a:gd name="T9" fmla="*/ 0 h 83"/>
                  </a:gdLst>
                  <a:ahLst/>
                  <a:cxnLst>
                    <a:cxn ang="0">
                      <a:pos x="T0" y="T1"/>
                    </a:cxn>
                    <a:cxn ang="0">
                      <a:pos x="T2" y="T3"/>
                    </a:cxn>
                    <a:cxn ang="0">
                      <a:pos x="T4" y="T5"/>
                    </a:cxn>
                    <a:cxn ang="0">
                      <a:pos x="T6" y="T7"/>
                    </a:cxn>
                    <a:cxn ang="0">
                      <a:pos x="T8" y="T9"/>
                    </a:cxn>
                  </a:cxnLst>
                  <a:rect l="0" t="0" r="r" b="b"/>
                  <a:pathLst>
                    <a:path w="69" h="83">
                      <a:moveTo>
                        <a:pt x="0" y="0"/>
                      </a:moveTo>
                      <a:lnTo>
                        <a:pt x="0" y="45"/>
                      </a:lnTo>
                      <a:lnTo>
                        <a:pt x="69" y="83"/>
                      </a:lnTo>
                      <a:lnTo>
                        <a:pt x="69" y="39"/>
                      </a:lnTo>
                      <a:lnTo>
                        <a:pt x="0" y="0"/>
                      </a:lnTo>
                      <a:close/>
                    </a:path>
                  </a:pathLst>
                </a:custGeom>
                <a:solidFill>
                  <a:srgbClr val="D9DADE"/>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63" name="Freeform 145"/>
                <p:cNvSpPr>
                  <a:spLocks/>
                </p:cNvSpPr>
                <p:nvPr/>
              </p:nvSpPr>
              <p:spPr bwMode="auto">
                <a:xfrm>
                  <a:off x="11185174" y="2182099"/>
                  <a:ext cx="273865" cy="234000"/>
                </a:xfrm>
                <a:custGeom>
                  <a:avLst/>
                  <a:gdLst>
                    <a:gd name="T0" fmla="*/ 0 w 158"/>
                    <a:gd name="T1" fmla="*/ 90 h 135"/>
                    <a:gd name="T2" fmla="*/ 0 w 158"/>
                    <a:gd name="T3" fmla="*/ 135 h 135"/>
                    <a:gd name="T4" fmla="*/ 158 w 158"/>
                    <a:gd name="T5" fmla="*/ 43 h 135"/>
                    <a:gd name="T6" fmla="*/ 158 w 158"/>
                    <a:gd name="T7" fmla="*/ 0 h 135"/>
                    <a:gd name="T8" fmla="*/ 0 w 158"/>
                    <a:gd name="T9" fmla="*/ 90 h 135"/>
                  </a:gdLst>
                  <a:ahLst/>
                  <a:cxnLst>
                    <a:cxn ang="0">
                      <a:pos x="T0" y="T1"/>
                    </a:cxn>
                    <a:cxn ang="0">
                      <a:pos x="T2" y="T3"/>
                    </a:cxn>
                    <a:cxn ang="0">
                      <a:pos x="T4" y="T5"/>
                    </a:cxn>
                    <a:cxn ang="0">
                      <a:pos x="T6" y="T7"/>
                    </a:cxn>
                    <a:cxn ang="0">
                      <a:pos x="T8" y="T9"/>
                    </a:cxn>
                  </a:cxnLst>
                  <a:rect l="0" t="0" r="r" b="b"/>
                  <a:pathLst>
                    <a:path w="158" h="135">
                      <a:moveTo>
                        <a:pt x="0" y="90"/>
                      </a:moveTo>
                      <a:lnTo>
                        <a:pt x="0" y="135"/>
                      </a:lnTo>
                      <a:lnTo>
                        <a:pt x="158" y="43"/>
                      </a:lnTo>
                      <a:lnTo>
                        <a:pt x="158" y="0"/>
                      </a:lnTo>
                      <a:lnTo>
                        <a:pt x="0" y="90"/>
                      </a:lnTo>
                      <a:close/>
                    </a:path>
                  </a:pathLst>
                </a:custGeom>
                <a:solidFill>
                  <a:srgbClr val="EDEEF0"/>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64" name="Freeform 146"/>
                <p:cNvSpPr>
                  <a:spLocks/>
                </p:cNvSpPr>
                <p:nvPr/>
              </p:nvSpPr>
              <p:spPr bwMode="auto">
                <a:xfrm>
                  <a:off x="11003176" y="2003567"/>
                  <a:ext cx="389999" cy="223600"/>
                </a:xfrm>
                <a:custGeom>
                  <a:avLst/>
                  <a:gdLst>
                    <a:gd name="T0" fmla="*/ 0 w 225"/>
                    <a:gd name="T1" fmla="*/ 90 h 129"/>
                    <a:gd name="T2" fmla="*/ 157 w 225"/>
                    <a:gd name="T3" fmla="*/ 0 h 129"/>
                    <a:gd name="T4" fmla="*/ 225 w 225"/>
                    <a:gd name="T5" fmla="*/ 39 h 129"/>
                    <a:gd name="T6" fmla="*/ 68 w 225"/>
                    <a:gd name="T7" fmla="*/ 129 h 129"/>
                    <a:gd name="T8" fmla="*/ 0 w 225"/>
                    <a:gd name="T9" fmla="*/ 90 h 129"/>
                  </a:gdLst>
                  <a:ahLst/>
                  <a:cxnLst>
                    <a:cxn ang="0">
                      <a:pos x="T0" y="T1"/>
                    </a:cxn>
                    <a:cxn ang="0">
                      <a:pos x="T2" y="T3"/>
                    </a:cxn>
                    <a:cxn ang="0">
                      <a:pos x="T4" y="T5"/>
                    </a:cxn>
                    <a:cxn ang="0">
                      <a:pos x="T6" y="T7"/>
                    </a:cxn>
                    <a:cxn ang="0">
                      <a:pos x="T8" y="T9"/>
                    </a:cxn>
                  </a:cxnLst>
                  <a:rect l="0" t="0" r="r" b="b"/>
                  <a:pathLst>
                    <a:path w="225" h="129">
                      <a:moveTo>
                        <a:pt x="0" y="90"/>
                      </a:moveTo>
                      <a:lnTo>
                        <a:pt x="157" y="0"/>
                      </a:lnTo>
                      <a:lnTo>
                        <a:pt x="225" y="39"/>
                      </a:lnTo>
                      <a:lnTo>
                        <a:pt x="68" y="129"/>
                      </a:lnTo>
                      <a:lnTo>
                        <a:pt x="0" y="90"/>
                      </a:lnTo>
                      <a:close/>
                    </a:path>
                  </a:pathLst>
                </a:custGeom>
                <a:solidFill>
                  <a:srgbClr val="CFD1D6"/>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65" name="Freeform 147"/>
                <p:cNvSpPr>
                  <a:spLocks/>
                </p:cNvSpPr>
                <p:nvPr/>
              </p:nvSpPr>
              <p:spPr bwMode="auto">
                <a:xfrm>
                  <a:off x="11003176" y="2159566"/>
                  <a:ext cx="117866" cy="143867"/>
                </a:xfrm>
                <a:custGeom>
                  <a:avLst/>
                  <a:gdLst>
                    <a:gd name="T0" fmla="*/ 0 w 68"/>
                    <a:gd name="T1" fmla="*/ 0 h 83"/>
                    <a:gd name="T2" fmla="*/ 0 w 68"/>
                    <a:gd name="T3" fmla="*/ 46 h 83"/>
                    <a:gd name="T4" fmla="*/ 68 w 68"/>
                    <a:gd name="T5" fmla="*/ 83 h 83"/>
                    <a:gd name="T6" fmla="*/ 68 w 68"/>
                    <a:gd name="T7" fmla="*/ 39 h 83"/>
                    <a:gd name="T8" fmla="*/ 0 w 68"/>
                    <a:gd name="T9" fmla="*/ 0 h 83"/>
                  </a:gdLst>
                  <a:ahLst/>
                  <a:cxnLst>
                    <a:cxn ang="0">
                      <a:pos x="T0" y="T1"/>
                    </a:cxn>
                    <a:cxn ang="0">
                      <a:pos x="T2" y="T3"/>
                    </a:cxn>
                    <a:cxn ang="0">
                      <a:pos x="T4" y="T5"/>
                    </a:cxn>
                    <a:cxn ang="0">
                      <a:pos x="T6" y="T7"/>
                    </a:cxn>
                    <a:cxn ang="0">
                      <a:pos x="T8" y="T9"/>
                    </a:cxn>
                  </a:cxnLst>
                  <a:rect l="0" t="0" r="r" b="b"/>
                  <a:pathLst>
                    <a:path w="68" h="83">
                      <a:moveTo>
                        <a:pt x="0" y="0"/>
                      </a:moveTo>
                      <a:lnTo>
                        <a:pt x="0" y="46"/>
                      </a:lnTo>
                      <a:lnTo>
                        <a:pt x="68" y="83"/>
                      </a:lnTo>
                      <a:lnTo>
                        <a:pt x="68" y="39"/>
                      </a:lnTo>
                      <a:lnTo>
                        <a:pt x="0" y="0"/>
                      </a:lnTo>
                      <a:close/>
                    </a:path>
                  </a:pathLst>
                </a:custGeom>
                <a:solidFill>
                  <a:srgbClr val="D9DADE"/>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66" name="Freeform 148"/>
                <p:cNvSpPr>
                  <a:spLocks/>
                </p:cNvSpPr>
                <p:nvPr/>
              </p:nvSpPr>
              <p:spPr bwMode="auto">
                <a:xfrm>
                  <a:off x="11121042" y="2071166"/>
                  <a:ext cx="275599" cy="234000"/>
                </a:xfrm>
                <a:custGeom>
                  <a:avLst/>
                  <a:gdLst>
                    <a:gd name="T0" fmla="*/ 0 w 159"/>
                    <a:gd name="T1" fmla="*/ 90 h 135"/>
                    <a:gd name="T2" fmla="*/ 0 w 159"/>
                    <a:gd name="T3" fmla="*/ 135 h 135"/>
                    <a:gd name="T4" fmla="*/ 159 w 159"/>
                    <a:gd name="T5" fmla="*/ 44 h 135"/>
                    <a:gd name="T6" fmla="*/ 157 w 159"/>
                    <a:gd name="T7" fmla="*/ 0 h 135"/>
                    <a:gd name="T8" fmla="*/ 0 w 159"/>
                    <a:gd name="T9" fmla="*/ 90 h 135"/>
                  </a:gdLst>
                  <a:ahLst/>
                  <a:cxnLst>
                    <a:cxn ang="0">
                      <a:pos x="T0" y="T1"/>
                    </a:cxn>
                    <a:cxn ang="0">
                      <a:pos x="T2" y="T3"/>
                    </a:cxn>
                    <a:cxn ang="0">
                      <a:pos x="T4" y="T5"/>
                    </a:cxn>
                    <a:cxn ang="0">
                      <a:pos x="T6" y="T7"/>
                    </a:cxn>
                    <a:cxn ang="0">
                      <a:pos x="T8" y="T9"/>
                    </a:cxn>
                  </a:cxnLst>
                  <a:rect l="0" t="0" r="r" b="b"/>
                  <a:pathLst>
                    <a:path w="159" h="135">
                      <a:moveTo>
                        <a:pt x="0" y="90"/>
                      </a:moveTo>
                      <a:lnTo>
                        <a:pt x="0" y="135"/>
                      </a:lnTo>
                      <a:lnTo>
                        <a:pt x="159" y="44"/>
                      </a:lnTo>
                      <a:lnTo>
                        <a:pt x="157" y="0"/>
                      </a:lnTo>
                      <a:lnTo>
                        <a:pt x="0" y="90"/>
                      </a:lnTo>
                      <a:close/>
                    </a:path>
                  </a:pathLst>
                </a:custGeom>
                <a:solidFill>
                  <a:srgbClr val="EDEEF0"/>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67" name="Freeform 149"/>
                <p:cNvSpPr>
                  <a:spLocks/>
                </p:cNvSpPr>
                <p:nvPr/>
              </p:nvSpPr>
              <p:spPr bwMode="auto">
                <a:xfrm>
                  <a:off x="10937309" y="1892634"/>
                  <a:ext cx="393465" cy="225332"/>
                </a:xfrm>
                <a:custGeom>
                  <a:avLst/>
                  <a:gdLst>
                    <a:gd name="T0" fmla="*/ 0 w 227"/>
                    <a:gd name="T1" fmla="*/ 91 h 130"/>
                    <a:gd name="T2" fmla="*/ 159 w 227"/>
                    <a:gd name="T3" fmla="*/ 0 h 130"/>
                    <a:gd name="T4" fmla="*/ 227 w 227"/>
                    <a:gd name="T5" fmla="*/ 39 h 130"/>
                    <a:gd name="T6" fmla="*/ 69 w 227"/>
                    <a:gd name="T7" fmla="*/ 130 h 130"/>
                    <a:gd name="T8" fmla="*/ 0 w 227"/>
                    <a:gd name="T9" fmla="*/ 91 h 130"/>
                  </a:gdLst>
                  <a:ahLst/>
                  <a:cxnLst>
                    <a:cxn ang="0">
                      <a:pos x="T0" y="T1"/>
                    </a:cxn>
                    <a:cxn ang="0">
                      <a:pos x="T2" y="T3"/>
                    </a:cxn>
                    <a:cxn ang="0">
                      <a:pos x="T4" y="T5"/>
                    </a:cxn>
                    <a:cxn ang="0">
                      <a:pos x="T6" y="T7"/>
                    </a:cxn>
                    <a:cxn ang="0">
                      <a:pos x="T8" y="T9"/>
                    </a:cxn>
                  </a:cxnLst>
                  <a:rect l="0" t="0" r="r" b="b"/>
                  <a:pathLst>
                    <a:path w="227" h="130">
                      <a:moveTo>
                        <a:pt x="0" y="91"/>
                      </a:moveTo>
                      <a:lnTo>
                        <a:pt x="159" y="0"/>
                      </a:lnTo>
                      <a:lnTo>
                        <a:pt x="227" y="39"/>
                      </a:lnTo>
                      <a:lnTo>
                        <a:pt x="69" y="130"/>
                      </a:lnTo>
                      <a:lnTo>
                        <a:pt x="0" y="91"/>
                      </a:lnTo>
                      <a:close/>
                    </a:path>
                  </a:pathLst>
                </a:custGeom>
                <a:solidFill>
                  <a:srgbClr val="CFD1D6"/>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68" name="Freeform 150"/>
                <p:cNvSpPr>
                  <a:spLocks/>
                </p:cNvSpPr>
                <p:nvPr/>
              </p:nvSpPr>
              <p:spPr bwMode="auto">
                <a:xfrm>
                  <a:off x="10937309" y="2050366"/>
                  <a:ext cx="121333" cy="142133"/>
                </a:xfrm>
                <a:custGeom>
                  <a:avLst/>
                  <a:gdLst>
                    <a:gd name="T0" fmla="*/ 0 w 70"/>
                    <a:gd name="T1" fmla="*/ 0 h 82"/>
                    <a:gd name="T2" fmla="*/ 0 w 70"/>
                    <a:gd name="T3" fmla="*/ 45 h 82"/>
                    <a:gd name="T4" fmla="*/ 70 w 70"/>
                    <a:gd name="T5" fmla="*/ 82 h 82"/>
                    <a:gd name="T6" fmla="*/ 70 w 70"/>
                    <a:gd name="T7" fmla="*/ 39 h 82"/>
                    <a:gd name="T8" fmla="*/ 0 w 70"/>
                    <a:gd name="T9" fmla="*/ 0 h 82"/>
                  </a:gdLst>
                  <a:ahLst/>
                  <a:cxnLst>
                    <a:cxn ang="0">
                      <a:pos x="T0" y="T1"/>
                    </a:cxn>
                    <a:cxn ang="0">
                      <a:pos x="T2" y="T3"/>
                    </a:cxn>
                    <a:cxn ang="0">
                      <a:pos x="T4" y="T5"/>
                    </a:cxn>
                    <a:cxn ang="0">
                      <a:pos x="T6" y="T7"/>
                    </a:cxn>
                    <a:cxn ang="0">
                      <a:pos x="T8" y="T9"/>
                    </a:cxn>
                  </a:cxnLst>
                  <a:rect l="0" t="0" r="r" b="b"/>
                  <a:pathLst>
                    <a:path w="70" h="82">
                      <a:moveTo>
                        <a:pt x="0" y="0"/>
                      </a:moveTo>
                      <a:lnTo>
                        <a:pt x="0" y="45"/>
                      </a:lnTo>
                      <a:lnTo>
                        <a:pt x="70" y="82"/>
                      </a:lnTo>
                      <a:lnTo>
                        <a:pt x="70" y="39"/>
                      </a:lnTo>
                      <a:lnTo>
                        <a:pt x="0" y="0"/>
                      </a:lnTo>
                      <a:close/>
                    </a:path>
                  </a:pathLst>
                </a:custGeom>
                <a:solidFill>
                  <a:srgbClr val="D9DADE"/>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69" name="Freeform 151"/>
                <p:cNvSpPr>
                  <a:spLocks/>
                </p:cNvSpPr>
                <p:nvPr/>
              </p:nvSpPr>
              <p:spPr bwMode="auto">
                <a:xfrm>
                  <a:off x="11058642" y="1960233"/>
                  <a:ext cx="272133" cy="235732"/>
                </a:xfrm>
                <a:custGeom>
                  <a:avLst/>
                  <a:gdLst>
                    <a:gd name="T0" fmla="*/ 0 w 157"/>
                    <a:gd name="T1" fmla="*/ 91 h 136"/>
                    <a:gd name="T2" fmla="*/ 0 w 157"/>
                    <a:gd name="T3" fmla="*/ 136 h 136"/>
                    <a:gd name="T4" fmla="*/ 157 w 157"/>
                    <a:gd name="T5" fmla="*/ 44 h 136"/>
                    <a:gd name="T6" fmla="*/ 157 w 157"/>
                    <a:gd name="T7" fmla="*/ 0 h 136"/>
                    <a:gd name="T8" fmla="*/ 0 w 157"/>
                    <a:gd name="T9" fmla="*/ 91 h 136"/>
                  </a:gdLst>
                  <a:ahLst/>
                  <a:cxnLst>
                    <a:cxn ang="0">
                      <a:pos x="T0" y="T1"/>
                    </a:cxn>
                    <a:cxn ang="0">
                      <a:pos x="T2" y="T3"/>
                    </a:cxn>
                    <a:cxn ang="0">
                      <a:pos x="T4" y="T5"/>
                    </a:cxn>
                    <a:cxn ang="0">
                      <a:pos x="T6" y="T7"/>
                    </a:cxn>
                    <a:cxn ang="0">
                      <a:pos x="T8" y="T9"/>
                    </a:cxn>
                  </a:cxnLst>
                  <a:rect l="0" t="0" r="r" b="b"/>
                  <a:pathLst>
                    <a:path w="157" h="136">
                      <a:moveTo>
                        <a:pt x="0" y="91"/>
                      </a:moveTo>
                      <a:lnTo>
                        <a:pt x="0" y="136"/>
                      </a:lnTo>
                      <a:lnTo>
                        <a:pt x="157" y="44"/>
                      </a:lnTo>
                      <a:lnTo>
                        <a:pt x="157" y="0"/>
                      </a:lnTo>
                      <a:lnTo>
                        <a:pt x="0" y="91"/>
                      </a:lnTo>
                      <a:close/>
                    </a:path>
                  </a:pathLst>
                </a:custGeom>
                <a:solidFill>
                  <a:srgbClr val="EDEEF0"/>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70" name="Freeform 152"/>
                <p:cNvSpPr>
                  <a:spLocks/>
                </p:cNvSpPr>
                <p:nvPr/>
              </p:nvSpPr>
              <p:spPr bwMode="auto">
                <a:xfrm>
                  <a:off x="10876642" y="1783434"/>
                  <a:ext cx="389999" cy="223600"/>
                </a:xfrm>
                <a:custGeom>
                  <a:avLst/>
                  <a:gdLst>
                    <a:gd name="T0" fmla="*/ 0 w 225"/>
                    <a:gd name="T1" fmla="*/ 90 h 129"/>
                    <a:gd name="T2" fmla="*/ 157 w 225"/>
                    <a:gd name="T3" fmla="*/ 0 h 129"/>
                    <a:gd name="T4" fmla="*/ 225 w 225"/>
                    <a:gd name="T5" fmla="*/ 39 h 129"/>
                    <a:gd name="T6" fmla="*/ 68 w 225"/>
                    <a:gd name="T7" fmla="*/ 129 h 129"/>
                    <a:gd name="T8" fmla="*/ 0 w 225"/>
                    <a:gd name="T9" fmla="*/ 90 h 129"/>
                  </a:gdLst>
                  <a:ahLst/>
                  <a:cxnLst>
                    <a:cxn ang="0">
                      <a:pos x="T0" y="T1"/>
                    </a:cxn>
                    <a:cxn ang="0">
                      <a:pos x="T2" y="T3"/>
                    </a:cxn>
                    <a:cxn ang="0">
                      <a:pos x="T4" y="T5"/>
                    </a:cxn>
                    <a:cxn ang="0">
                      <a:pos x="T6" y="T7"/>
                    </a:cxn>
                    <a:cxn ang="0">
                      <a:pos x="T8" y="T9"/>
                    </a:cxn>
                  </a:cxnLst>
                  <a:rect l="0" t="0" r="r" b="b"/>
                  <a:pathLst>
                    <a:path w="225" h="129">
                      <a:moveTo>
                        <a:pt x="0" y="90"/>
                      </a:moveTo>
                      <a:lnTo>
                        <a:pt x="157" y="0"/>
                      </a:lnTo>
                      <a:lnTo>
                        <a:pt x="225" y="39"/>
                      </a:lnTo>
                      <a:lnTo>
                        <a:pt x="68" y="129"/>
                      </a:lnTo>
                      <a:lnTo>
                        <a:pt x="0" y="90"/>
                      </a:lnTo>
                      <a:close/>
                    </a:path>
                  </a:pathLst>
                </a:custGeom>
                <a:solidFill>
                  <a:srgbClr val="CFD1D6"/>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71" name="Freeform 153"/>
                <p:cNvSpPr>
                  <a:spLocks/>
                </p:cNvSpPr>
                <p:nvPr/>
              </p:nvSpPr>
              <p:spPr bwMode="auto">
                <a:xfrm>
                  <a:off x="10876642" y="1939433"/>
                  <a:ext cx="117866" cy="142133"/>
                </a:xfrm>
                <a:custGeom>
                  <a:avLst/>
                  <a:gdLst>
                    <a:gd name="T0" fmla="*/ 0 w 68"/>
                    <a:gd name="T1" fmla="*/ 0 h 82"/>
                    <a:gd name="T2" fmla="*/ 0 w 68"/>
                    <a:gd name="T3" fmla="*/ 45 h 82"/>
                    <a:gd name="T4" fmla="*/ 68 w 68"/>
                    <a:gd name="T5" fmla="*/ 82 h 82"/>
                    <a:gd name="T6" fmla="*/ 68 w 68"/>
                    <a:gd name="T7" fmla="*/ 39 h 82"/>
                    <a:gd name="T8" fmla="*/ 0 w 68"/>
                    <a:gd name="T9" fmla="*/ 0 h 82"/>
                  </a:gdLst>
                  <a:ahLst/>
                  <a:cxnLst>
                    <a:cxn ang="0">
                      <a:pos x="T0" y="T1"/>
                    </a:cxn>
                    <a:cxn ang="0">
                      <a:pos x="T2" y="T3"/>
                    </a:cxn>
                    <a:cxn ang="0">
                      <a:pos x="T4" y="T5"/>
                    </a:cxn>
                    <a:cxn ang="0">
                      <a:pos x="T6" y="T7"/>
                    </a:cxn>
                    <a:cxn ang="0">
                      <a:pos x="T8" y="T9"/>
                    </a:cxn>
                  </a:cxnLst>
                  <a:rect l="0" t="0" r="r" b="b"/>
                  <a:pathLst>
                    <a:path w="68" h="82">
                      <a:moveTo>
                        <a:pt x="0" y="0"/>
                      </a:moveTo>
                      <a:lnTo>
                        <a:pt x="0" y="45"/>
                      </a:lnTo>
                      <a:lnTo>
                        <a:pt x="68" y="82"/>
                      </a:lnTo>
                      <a:lnTo>
                        <a:pt x="68" y="39"/>
                      </a:lnTo>
                      <a:lnTo>
                        <a:pt x="0" y="0"/>
                      </a:lnTo>
                      <a:close/>
                    </a:path>
                  </a:pathLst>
                </a:custGeom>
                <a:solidFill>
                  <a:srgbClr val="D9DADE"/>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72" name="Freeform 154"/>
                <p:cNvSpPr>
                  <a:spLocks/>
                </p:cNvSpPr>
                <p:nvPr/>
              </p:nvSpPr>
              <p:spPr bwMode="auto">
                <a:xfrm>
                  <a:off x="10994508" y="1851034"/>
                  <a:ext cx="275599" cy="234000"/>
                </a:xfrm>
                <a:custGeom>
                  <a:avLst/>
                  <a:gdLst>
                    <a:gd name="T0" fmla="*/ 0 w 159"/>
                    <a:gd name="T1" fmla="*/ 90 h 135"/>
                    <a:gd name="T2" fmla="*/ 0 w 159"/>
                    <a:gd name="T3" fmla="*/ 135 h 135"/>
                    <a:gd name="T4" fmla="*/ 159 w 159"/>
                    <a:gd name="T5" fmla="*/ 43 h 135"/>
                    <a:gd name="T6" fmla="*/ 157 w 159"/>
                    <a:gd name="T7" fmla="*/ 0 h 135"/>
                    <a:gd name="T8" fmla="*/ 0 w 159"/>
                    <a:gd name="T9" fmla="*/ 90 h 135"/>
                  </a:gdLst>
                  <a:ahLst/>
                  <a:cxnLst>
                    <a:cxn ang="0">
                      <a:pos x="T0" y="T1"/>
                    </a:cxn>
                    <a:cxn ang="0">
                      <a:pos x="T2" y="T3"/>
                    </a:cxn>
                    <a:cxn ang="0">
                      <a:pos x="T4" y="T5"/>
                    </a:cxn>
                    <a:cxn ang="0">
                      <a:pos x="T6" y="T7"/>
                    </a:cxn>
                    <a:cxn ang="0">
                      <a:pos x="T8" y="T9"/>
                    </a:cxn>
                  </a:cxnLst>
                  <a:rect l="0" t="0" r="r" b="b"/>
                  <a:pathLst>
                    <a:path w="159" h="135">
                      <a:moveTo>
                        <a:pt x="0" y="90"/>
                      </a:moveTo>
                      <a:lnTo>
                        <a:pt x="0" y="135"/>
                      </a:lnTo>
                      <a:lnTo>
                        <a:pt x="159" y="43"/>
                      </a:lnTo>
                      <a:lnTo>
                        <a:pt x="157" y="0"/>
                      </a:lnTo>
                      <a:lnTo>
                        <a:pt x="0" y="90"/>
                      </a:lnTo>
                      <a:close/>
                    </a:path>
                  </a:pathLst>
                </a:custGeom>
                <a:solidFill>
                  <a:srgbClr val="EDEEF0"/>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73" name="Freeform 155"/>
                <p:cNvSpPr>
                  <a:spLocks/>
                </p:cNvSpPr>
                <p:nvPr/>
              </p:nvSpPr>
              <p:spPr bwMode="auto">
                <a:xfrm>
                  <a:off x="10810776" y="1672501"/>
                  <a:ext cx="393465" cy="223600"/>
                </a:xfrm>
                <a:custGeom>
                  <a:avLst/>
                  <a:gdLst>
                    <a:gd name="T0" fmla="*/ 0 w 227"/>
                    <a:gd name="T1" fmla="*/ 90 h 129"/>
                    <a:gd name="T2" fmla="*/ 159 w 227"/>
                    <a:gd name="T3" fmla="*/ 0 h 129"/>
                    <a:gd name="T4" fmla="*/ 227 w 227"/>
                    <a:gd name="T5" fmla="*/ 39 h 129"/>
                    <a:gd name="T6" fmla="*/ 69 w 227"/>
                    <a:gd name="T7" fmla="*/ 129 h 129"/>
                    <a:gd name="T8" fmla="*/ 0 w 227"/>
                    <a:gd name="T9" fmla="*/ 90 h 129"/>
                  </a:gdLst>
                  <a:ahLst/>
                  <a:cxnLst>
                    <a:cxn ang="0">
                      <a:pos x="T0" y="T1"/>
                    </a:cxn>
                    <a:cxn ang="0">
                      <a:pos x="T2" y="T3"/>
                    </a:cxn>
                    <a:cxn ang="0">
                      <a:pos x="T4" y="T5"/>
                    </a:cxn>
                    <a:cxn ang="0">
                      <a:pos x="T6" y="T7"/>
                    </a:cxn>
                    <a:cxn ang="0">
                      <a:pos x="T8" y="T9"/>
                    </a:cxn>
                  </a:cxnLst>
                  <a:rect l="0" t="0" r="r" b="b"/>
                  <a:pathLst>
                    <a:path w="227" h="129">
                      <a:moveTo>
                        <a:pt x="0" y="90"/>
                      </a:moveTo>
                      <a:lnTo>
                        <a:pt x="159" y="0"/>
                      </a:lnTo>
                      <a:lnTo>
                        <a:pt x="227" y="39"/>
                      </a:lnTo>
                      <a:lnTo>
                        <a:pt x="69" y="129"/>
                      </a:lnTo>
                      <a:lnTo>
                        <a:pt x="0" y="90"/>
                      </a:lnTo>
                      <a:close/>
                    </a:path>
                  </a:pathLst>
                </a:custGeom>
                <a:solidFill>
                  <a:srgbClr val="CFD1D6"/>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74" name="Freeform 156"/>
                <p:cNvSpPr>
                  <a:spLocks/>
                </p:cNvSpPr>
                <p:nvPr/>
              </p:nvSpPr>
              <p:spPr bwMode="auto">
                <a:xfrm>
                  <a:off x="10810776" y="1828500"/>
                  <a:ext cx="121333" cy="143867"/>
                </a:xfrm>
                <a:custGeom>
                  <a:avLst/>
                  <a:gdLst>
                    <a:gd name="T0" fmla="*/ 0 w 70"/>
                    <a:gd name="T1" fmla="*/ 0 h 83"/>
                    <a:gd name="T2" fmla="*/ 0 w 70"/>
                    <a:gd name="T3" fmla="*/ 45 h 83"/>
                    <a:gd name="T4" fmla="*/ 70 w 70"/>
                    <a:gd name="T5" fmla="*/ 83 h 83"/>
                    <a:gd name="T6" fmla="*/ 70 w 70"/>
                    <a:gd name="T7" fmla="*/ 39 h 83"/>
                    <a:gd name="T8" fmla="*/ 0 w 70"/>
                    <a:gd name="T9" fmla="*/ 0 h 83"/>
                  </a:gdLst>
                  <a:ahLst/>
                  <a:cxnLst>
                    <a:cxn ang="0">
                      <a:pos x="T0" y="T1"/>
                    </a:cxn>
                    <a:cxn ang="0">
                      <a:pos x="T2" y="T3"/>
                    </a:cxn>
                    <a:cxn ang="0">
                      <a:pos x="T4" y="T5"/>
                    </a:cxn>
                    <a:cxn ang="0">
                      <a:pos x="T6" y="T7"/>
                    </a:cxn>
                    <a:cxn ang="0">
                      <a:pos x="T8" y="T9"/>
                    </a:cxn>
                  </a:cxnLst>
                  <a:rect l="0" t="0" r="r" b="b"/>
                  <a:pathLst>
                    <a:path w="70" h="83">
                      <a:moveTo>
                        <a:pt x="0" y="0"/>
                      </a:moveTo>
                      <a:lnTo>
                        <a:pt x="0" y="45"/>
                      </a:lnTo>
                      <a:lnTo>
                        <a:pt x="70" y="83"/>
                      </a:lnTo>
                      <a:lnTo>
                        <a:pt x="70" y="39"/>
                      </a:lnTo>
                      <a:lnTo>
                        <a:pt x="0" y="0"/>
                      </a:lnTo>
                      <a:close/>
                    </a:path>
                  </a:pathLst>
                </a:custGeom>
                <a:solidFill>
                  <a:srgbClr val="D9DADE"/>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75" name="Freeform 157"/>
                <p:cNvSpPr>
                  <a:spLocks/>
                </p:cNvSpPr>
                <p:nvPr/>
              </p:nvSpPr>
              <p:spPr bwMode="auto">
                <a:xfrm>
                  <a:off x="10932109" y="1740101"/>
                  <a:ext cx="272133" cy="234000"/>
                </a:xfrm>
                <a:custGeom>
                  <a:avLst/>
                  <a:gdLst>
                    <a:gd name="T0" fmla="*/ 0 w 157"/>
                    <a:gd name="T1" fmla="*/ 90 h 135"/>
                    <a:gd name="T2" fmla="*/ 0 w 157"/>
                    <a:gd name="T3" fmla="*/ 135 h 135"/>
                    <a:gd name="T4" fmla="*/ 157 w 157"/>
                    <a:gd name="T5" fmla="*/ 43 h 135"/>
                    <a:gd name="T6" fmla="*/ 157 w 157"/>
                    <a:gd name="T7" fmla="*/ 0 h 135"/>
                    <a:gd name="T8" fmla="*/ 0 w 157"/>
                    <a:gd name="T9" fmla="*/ 90 h 135"/>
                  </a:gdLst>
                  <a:ahLst/>
                  <a:cxnLst>
                    <a:cxn ang="0">
                      <a:pos x="T0" y="T1"/>
                    </a:cxn>
                    <a:cxn ang="0">
                      <a:pos x="T2" y="T3"/>
                    </a:cxn>
                    <a:cxn ang="0">
                      <a:pos x="T4" y="T5"/>
                    </a:cxn>
                    <a:cxn ang="0">
                      <a:pos x="T6" y="T7"/>
                    </a:cxn>
                    <a:cxn ang="0">
                      <a:pos x="T8" y="T9"/>
                    </a:cxn>
                  </a:cxnLst>
                  <a:rect l="0" t="0" r="r" b="b"/>
                  <a:pathLst>
                    <a:path w="157" h="135">
                      <a:moveTo>
                        <a:pt x="0" y="90"/>
                      </a:moveTo>
                      <a:lnTo>
                        <a:pt x="0" y="135"/>
                      </a:lnTo>
                      <a:lnTo>
                        <a:pt x="157" y="43"/>
                      </a:lnTo>
                      <a:lnTo>
                        <a:pt x="157" y="0"/>
                      </a:lnTo>
                      <a:lnTo>
                        <a:pt x="0" y="90"/>
                      </a:lnTo>
                      <a:close/>
                    </a:path>
                  </a:pathLst>
                </a:custGeom>
                <a:solidFill>
                  <a:srgbClr val="EDEEF0"/>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76" name="Freeform 158"/>
                <p:cNvSpPr>
                  <a:spLocks/>
                </p:cNvSpPr>
                <p:nvPr/>
              </p:nvSpPr>
              <p:spPr bwMode="auto">
                <a:xfrm>
                  <a:off x="10750110" y="1561568"/>
                  <a:ext cx="389999" cy="223600"/>
                </a:xfrm>
                <a:custGeom>
                  <a:avLst/>
                  <a:gdLst>
                    <a:gd name="T0" fmla="*/ 0 w 225"/>
                    <a:gd name="T1" fmla="*/ 90 h 129"/>
                    <a:gd name="T2" fmla="*/ 157 w 225"/>
                    <a:gd name="T3" fmla="*/ 0 h 129"/>
                    <a:gd name="T4" fmla="*/ 225 w 225"/>
                    <a:gd name="T5" fmla="*/ 39 h 129"/>
                    <a:gd name="T6" fmla="*/ 68 w 225"/>
                    <a:gd name="T7" fmla="*/ 129 h 129"/>
                    <a:gd name="T8" fmla="*/ 0 w 225"/>
                    <a:gd name="T9" fmla="*/ 90 h 129"/>
                  </a:gdLst>
                  <a:ahLst/>
                  <a:cxnLst>
                    <a:cxn ang="0">
                      <a:pos x="T0" y="T1"/>
                    </a:cxn>
                    <a:cxn ang="0">
                      <a:pos x="T2" y="T3"/>
                    </a:cxn>
                    <a:cxn ang="0">
                      <a:pos x="T4" y="T5"/>
                    </a:cxn>
                    <a:cxn ang="0">
                      <a:pos x="T6" y="T7"/>
                    </a:cxn>
                    <a:cxn ang="0">
                      <a:pos x="T8" y="T9"/>
                    </a:cxn>
                  </a:cxnLst>
                  <a:rect l="0" t="0" r="r" b="b"/>
                  <a:pathLst>
                    <a:path w="225" h="129">
                      <a:moveTo>
                        <a:pt x="0" y="90"/>
                      </a:moveTo>
                      <a:lnTo>
                        <a:pt x="157" y="0"/>
                      </a:lnTo>
                      <a:lnTo>
                        <a:pt x="225" y="39"/>
                      </a:lnTo>
                      <a:lnTo>
                        <a:pt x="68" y="129"/>
                      </a:lnTo>
                      <a:lnTo>
                        <a:pt x="0" y="90"/>
                      </a:lnTo>
                      <a:close/>
                    </a:path>
                  </a:pathLst>
                </a:custGeom>
                <a:solidFill>
                  <a:srgbClr val="CFD1D6"/>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77" name="Freeform 159"/>
                <p:cNvSpPr>
                  <a:spLocks/>
                </p:cNvSpPr>
                <p:nvPr/>
              </p:nvSpPr>
              <p:spPr bwMode="auto">
                <a:xfrm>
                  <a:off x="10750110" y="1717567"/>
                  <a:ext cx="117866" cy="143867"/>
                </a:xfrm>
                <a:custGeom>
                  <a:avLst/>
                  <a:gdLst>
                    <a:gd name="T0" fmla="*/ 0 w 68"/>
                    <a:gd name="T1" fmla="*/ 0 h 83"/>
                    <a:gd name="T2" fmla="*/ 0 w 68"/>
                    <a:gd name="T3" fmla="*/ 45 h 83"/>
                    <a:gd name="T4" fmla="*/ 68 w 68"/>
                    <a:gd name="T5" fmla="*/ 83 h 83"/>
                    <a:gd name="T6" fmla="*/ 68 w 68"/>
                    <a:gd name="T7" fmla="*/ 39 h 83"/>
                    <a:gd name="T8" fmla="*/ 0 w 68"/>
                    <a:gd name="T9" fmla="*/ 0 h 83"/>
                  </a:gdLst>
                  <a:ahLst/>
                  <a:cxnLst>
                    <a:cxn ang="0">
                      <a:pos x="T0" y="T1"/>
                    </a:cxn>
                    <a:cxn ang="0">
                      <a:pos x="T2" y="T3"/>
                    </a:cxn>
                    <a:cxn ang="0">
                      <a:pos x="T4" y="T5"/>
                    </a:cxn>
                    <a:cxn ang="0">
                      <a:pos x="T6" y="T7"/>
                    </a:cxn>
                    <a:cxn ang="0">
                      <a:pos x="T8" y="T9"/>
                    </a:cxn>
                  </a:cxnLst>
                  <a:rect l="0" t="0" r="r" b="b"/>
                  <a:pathLst>
                    <a:path w="68" h="83">
                      <a:moveTo>
                        <a:pt x="0" y="0"/>
                      </a:moveTo>
                      <a:lnTo>
                        <a:pt x="0" y="45"/>
                      </a:lnTo>
                      <a:lnTo>
                        <a:pt x="68" y="83"/>
                      </a:lnTo>
                      <a:lnTo>
                        <a:pt x="68" y="39"/>
                      </a:lnTo>
                      <a:lnTo>
                        <a:pt x="0" y="0"/>
                      </a:lnTo>
                      <a:close/>
                    </a:path>
                  </a:pathLst>
                </a:custGeom>
                <a:solidFill>
                  <a:srgbClr val="D9DADE"/>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78" name="Freeform 160"/>
                <p:cNvSpPr>
                  <a:spLocks/>
                </p:cNvSpPr>
                <p:nvPr/>
              </p:nvSpPr>
              <p:spPr bwMode="auto">
                <a:xfrm>
                  <a:off x="10867976" y="1629168"/>
                  <a:ext cx="275599" cy="234000"/>
                </a:xfrm>
                <a:custGeom>
                  <a:avLst/>
                  <a:gdLst>
                    <a:gd name="T0" fmla="*/ 0 w 159"/>
                    <a:gd name="T1" fmla="*/ 90 h 135"/>
                    <a:gd name="T2" fmla="*/ 0 w 159"/>
                    <a:gd name="T3" fmla="*/ 135 h 135"/>
                    <a:gd name="T4" fmla="*/ 159 w 159"/>
                    <a:gd name="T5" fmla="*/ 44 h 135"/>
                    <a:gd name="T6" fmla="*/ 157 w 159"/>
                    <a:gd name="T7" fmla="*/ 0 h 135"/>
                    <a:gd name="T8" fmla="*/ 0 w 159"/>
                    <a:gd name="T9" fmla="*/ 90 h 135"/>
                  </a:gdLst>
                  <a:ahLst/>
                  <a:cxnLst>
                    <a:cxn ang="0">
                      <a:pos x="T0" y="T1"/>
                    </a:cxn>
                    <a:cxn ang="0">
                      <a:pos x="T2" y="T3"/>
                    </a:cxn>
                    <a:cxn ang="0">
                      <a:pos x="T4" y="T5"/>
                    </a:cxn>
                    <a:cxn ang="0">
                      <a:pos x="T6" y="T7"/>
                    </a:cxn>
                    <a:cxn ang="0">
                      <a:pos x="T8" y="T9"/>
                    </a:cxn>
                  </a:cxnLst>
                  <a:rect l="0" t="0" r="r" b="b"/>
                  <a:pathLst>
                    <a:path w="159" h="135">
                      <a:moveTo>
                        <a:pt x="0" y="90"/>
                      </a:moveTo>
                      <a:lnTo>
                        <a:pt x="0" y="135"/>
                      </a:lnTo>
                      <a:lnTo>
                        <a:pt x="159" y="44"/>
                      </a:lnTo>
                      <a:lnTo>
                        <a:pt x="157" y="0"/>
                      </a:lnTo>
                      <a:lnTo>
                        <a:pt x="0" y="90"/>
                      </a:lnTo>
                      <a:close/>
                    </a:path>
                  </a:pathLst>
                </a:custGeom>
                <a:solidFill>
                  <a:srgbClr val="EDEEF0"/>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79" name="Freeform 161"/>
                <p:cNvSpPr>
                  <a:spLocks/>
                </p:cNvSpPr>
                <p:nvPr/>
              </p:nvSpPr>
              <p:spPr bwMode="auto">
                <a:xfrm>
                  <a:off x="10684244" y="1450635"/>
                  <a:ext cx="393465" cy="225332"/>
                </a:xfrm>
                <a:custGeom>
                  <a:avLst/>
                  <a:gdLst>
                    <a:gd name="T0" fmla="*/ 0 w 227"/>
                    <a:gd name="T1" fmla="*/ 91 h 130"/>
                    <a:gd name="T2" fmla="*/ 159 w 227"/>
                    <a:gd name="T3" fmla="*/ 0 h 130"/>
                    <a:gd name="T4" fmla="*/ 227 w 227"/>
                    <a:gd name="T5" fmla="*/ 39 h 130"/>
                    <a:gd name="T6" fmla="*/ 69 w 227"/>
                    <a:gd name="T7" fmla="*/ 130 h 130"/>
                    <a:gd name="T8" fmla="*/ 0 w 227"/>
                    <a:gd name="T9" fmla="*/ 91 h 130"/>
                  </a:gdLst>
                  <a:ahLst/>
                  <a:cxnLst>
                    <a:cxn ang="0">
                      <a:pos x="T0" y="T1"/>
                    </a:cxn>
                    <a:cxn ang="0">
                      <a:pos x="T2" y="T3"/>
                    </a:cxn>
                    <a:cxn ang="0">
                      <a:pos x="T4" y="T5"/>
                    </a:cxn>
                    <a:cxn ang="0">
                      <a:pos x="T6" y="T7"/>
                    </a:cxn>
                    <a:cxn ang="0">
                      <a:pos x="T8" y="T9"/>
                    </a:cxn>
                  </a:cxnLst>
                  <a:rect l="0" t="0" r="r" b="b"/>
                  <a:pathLst>
                    <a:path w="227" h="130">
                      <a:moveTo>
                        <a:pt x="0" y="91"/>
                      </a:moveTo>
                      <a:lnTo>
                        <a:pt x="159" y="0"/>
                      </a:lnTo>
                      <a:lnTo>
                        <a:pt x="227" y="39"/>
                      </a:lnTo>
                      <a:lnTo>
                        <a:pt x="69" y="130"/>
                      </a:lnTo>
                      <a:lnTo>
                        <a:pt x="0" y="91"/>
                      </a:lnTo>
                      <a:close/>
                    </a:path>
                  </a:pathLst>
                </a:custGeom>
                <a:solidFill>
                  <a:srgbClr val="CFD1D6"/>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80" name="Freeform 162"/>
                <p:cNvSpPr>
                  <a:spLocks/>
                </p:cNvSpPr>
                <p:nvPr/>
              </p:nvSpPr>
              <p:spPr bwMode="auto">
                <a:xfrm>
                  <a:off x="10684244" y="1608368"/>
                  <a:ext cx="121333" cy="142133"/>
                </a:xfrm>
                <a:custGeom>
                  <a:avLst/>
                  <a:gdLst>
                    <a:gd name="T0" fmla="*/ 0 w 70"/>
                    <a:gd name="T1" fmla="*/ 0 h 82"/>
                    <a:gd name="T2" fmla="*/ 0 w 70"/>
                    <a:gd name="T3" fmla="*/ 45 h 82"/>
                    <a:gd name="T4" fmla="*/ 70 w 70"/>
                    <a:gd name="T5" fmla="*/ 82 h 82"/>
                    <a:gd name="T6" fmla="*/ 70 w 70"/>
                    <a:gd name="T7" fmla="*/ 39 h 82"/>
                    <a:gd name="T8" fmla="*/ 0 w 70"/>
                    <a:gd name="T9" fmla="*/ 0 h 82"/>
                  </a:gdLst>
                  <a:ahLst/>
                  <a:cxnLst>
                    <a:cxn ang="0">
                      <a:pos x="T0" y="T1"/>
                    </a:cxn>
                    <a:cxn ang="0">
                      <a:pos x="T2" y="T3"/>
                    </a:cxn>
                    <a:cxn ang="0">
                      <a:pos x="T4" y="T5"/>
                    </a:cxn>
                    <a:cxn ang="0">
                      <a:pos x="T6" y="T7"/>
                    </a:cxn>
                    <a:cxn ang="0">
                      <a:pos x="T8" y="T9"/>
                    </a:cxn>
                  </a:cxnLst>
                  <a:rect l="0" t="0" r="r" b="b"/>
                  <a:pathLst>
                    <a:path w="70" h="82">
                      <a:moveTo>
                        <a:pt x="0" y="0"/>
                      </a:moveTo>
                      <a:lnTo>
                        <a:pt x="0" y="45"/>
                      </a:lnTo>
                      <a:lnTo>
                        <a:pt x="70" y="82"/>
                      </a:lnTo>
                      <a:lnTo>
                        <a:pt x="70" y="39"/>
                      </a:lnTo>
                      <a:lnTo>
                        <a:pt x="0" y="0"/>
                      </a:lnTo>
                      <a:close/>
                    </a:path>
                  </a:pathLst>
                </a:custGeom>
                <a:solidFill>
                  <a:srgbClr val="D9DADE"/>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81" name="Freeform 163"/>
                <p:cNvSpPr>
                  <a:spLocks/>
                </p:cNvSpPr>
                <p:nvPr/>
              </p:nvSpPr>
              <p:spPr bwMode="auto">
                <a:xfrm>
                  <a:off x="10805576" y="1518235"/>
                  <a:ext cx="272133" cy="235732"/>
                </a:xfrm>
                <a:custGeom>
                  <a:avLst/>
                  <a:gdLst>
                    <a:gd name="T0" fmla="*/ 0 w 157"/>
                    <a:gd name="T1" fmla="*/ 91 h 136"/>
                    <a:gd name="T2" fmla="*/ 0 w 157"/>
                    <a:gd name="T3" fmla="*/ 136 h 136"/>
                    <a:gd name="T4" fmla="*/ 157 w 157"/>
                    <a:gd name="T5" fmla="*/ 44 h 136"/>
                    <a:gd name="T6" fmla="*/ 157 w 157"/>
                    <a:gd name="T7" fmla="*/ 0 h 136"/>
                    <a:gd name="T8" fmla="*/ 0 w 157"/>
                    <a:gd name="T9" fmla="*/ 91 h 136"/>
                  </a:gdLst>
                  <a:ahLst/>
                  <a:cxnLst>
                    <a:cxn ang="0">
                      <a:pos x="T0" y="T1"/>
                    </a:cxn>
                    <a:cxn ang="0">
                      <a:pos x="T2" y="T3"/>
                    </a:cxn>
                    <a:cxn ang="0">
                      <a:pos x="T4" y="T5"/>
                    </a:cxn>
                    <a:cxn ang="0">
                      <a:pos x="T6" y="T7"/>
                    </a:cxn>
                    <a:cxn ang="0">
                      <a:pos x="T8" y="T9"/>
                    </a:cxn>
                  </a:cxnLst>
                  <a:rect l="0" t="0" r="r" b="b"/>
                  <a:pathLst>
                    <a:path w="157" h="136">
                      <a:moveTo>
                        <a:pt x="0" y="91"/>
                      </a:moveTo>
                      <a:lnTo>
                        <a:pt x="0" y="136"/>
                      </a:lnTo>
                      <a:lnTo>
                        <a:pt x="157" y="44"/>
                      </a:lnTo>
                      <a:lnTo>
                        <a:pt x="157" y="0"/>
                      </a:lnTo>
                      <a:lnTo>
                        <a:pt x="0" y="91"/>
                      </a:lnTo>
                      <a:close/>
                    </a:path>
                  </a:pathLst>
                </a:custGeom>
                <a:solidFill>
                  <a:srgbClr val="EDEEF0"/>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82" name="Freeform 164"/>
                <p:cNvSpPr>
                  <a:spLocks/>
                </p:cNvSpPr>
                <p:nvPr/>
              </p:nvSpPr>
              <p:spPr bwMode="auto">
                <a:xfrm>
                  <a:off x="10621844" y="1341436"/>
                  <a:ext cx="391731" cy="223600"/>
                </a:xfrm>
                <a:custGeom>
                  <a:avLst/>
                  <a:gdLst>
                    <a:gd name="T0" fmla="*/ 0 w 226"/>
                    <a:gd name="T1" fmla="*/ 90 h 129"/>
                    <a:gd name="T2" fmla="*/ 158 w 226"/>
                    <a:gd name="T3" fmla="*/ 0 h 129"/>
                    <a:gd name="T4" fmla="*/ 226 w 226"/>
                    <a:gd name="T5" fmla="*/ 39 h 129"/>
                    <a:gd name="T6" fmla="*/ 69 w 226"/>
                    <a:gd name="T7" fmla="*/ 129 h 129"/>
                    <a:gd name="T8" fmla="*/ 0 w 226"/>
                    <a:gd name="T9" fmla="*/ 90 h 129"/>
                  </a:gdLst>
                  <a:ahLst/>
                  <a:cxnLst>
                    <a:cxn ang="0">
                      <a:pos x="T0" y="T1"/>
                    </a:cxn>
                    <a:cxn ang="0">
                      <a:pos x="T2" y="T3"/>
                    </a:cxn>
                    <a:cxn ang="0">
                      <a:pos x="T4" y="T5"/>
                    </a:cxn>
                    <a:cxn ang="0">
                      <a:pos x="T6" y="T7"/>
                    </a:cxn>
                    <a:cxn ang="0">
                      <a:pos x="T8" y="T9"/>
                    </a:cxn>
                  </a:cxnLst>
                  <a:rect l="0" t="0" r="r" b="b"/>
                  <a:pathLst>
                    <a:path w="226" h="129">
                      <a:moveTo>
                        <a:pt x="0" y="90"/>
                      </a:moveTo>
                      <a:lnTo>
                        <a:pt x="158" y="0"/>
                      </a:lnTo>
                      <a:lnTo>
                        <a:pt x="226" y="39"/>
                      </a:lnTo>
                      <a:lnTo>
                        <a:pt x="69" y="129"/>
                      </a:lnTo>
                      <a:lnTo>
                        <a:pt x="0" y="90"/>
                      </a:lnTo>
                      <a:close/>
                    </a:path>
                  </a:pathLst>
                </a:custGeom>
                <a:solidFill>
                  <a:srgbClr val="CFD1D6"/>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83" name="Freeform 165"/>
                <p:cNvSpPr>
                  <a:spLocks/>
                </p:cNvSpPr>
                <p:nvPr/>
              </p:nvSpPr>
              <p:spPr bwMode="auto">
                <a:xfrm>
                  <a:off x="10621844" y="1497435"/>
                  <a:ext cx="119600" cy="142133"/>
                </a:xfrm>
                <a:custGeom>
                  <a:avLst/>
                  <a:gdLst>
                    <a:gd name="T0" fmla="*/ 0 w 69"/>
                    <a:gd name="T1" fmla="*/ 0 h 82"/>
                    <a:gd name="T2" fmla="*/ 0 w 69"/>
                    <a:gd name="T3" fmla="*/ 45 h 82"/>
                    <a:gd name="T4" fmla="*/ 69 w 69"/>
                    <a:gd name="T5" fmla="*/ 82 h 82"/>
                    <a:gd name="T6" fmla="*/ 69 w 69"/>
                    <a:gd name="T7" fmla="*/ 39 h 82"/>
                    <a:gd name="T8" fmla="*/ 0 w 69"/>
                    <a:gd name="T9" fmla="*/ 0 h 82"/>
                  </a:gdLst>
                  <a:ahLst/>
                  <a:cxnLst>
                    <a:cxn ang="0">
                      <a:pos x="T0" y="T1"/>
                    </a:cxn>
                    <a:cxn ang="0">
                      <a:pos x="T2" y="T3"/>
                    </a:cxn>
                    <a:cxn ang="0">
                      <a:pos x="T4" y="T5"/>
                    </a:cxn>
                    <a:cxn ang="0">
                      <a:pos x="T6" y="T7"/>
                    </a:cxn>
                    <a:cxn ang="0">
                      <a:pos x="T8" y="T9"/>
                    </a:cxn>
                  </a:cxnLst>
                  <a:rect l="0" t="0" r="r" b="b"/>
                  <a:pathLst>
                    <a:path w="69" h="82">
                      <a:moveTo>
                        <a:pt x="0" y="0"/>
                      </a:moveTo>
                      <a:lnTo>
                        <a:pt x="0" y="45"/>
                      </a:lnTo>
                      <a:lnTo>
                        <a:pt x="69" y="82"/>
                      </a:lnTo>
                      <a:lnTo>
                        <a:pt x="69" y="39"/>
                      </a:lnTo>
                      <a:lnTo>
                        <a:pt x="0" y="0"/>
                      </a:lnTo>
                      <a:close/>
                    </a:path>
                  </a:pathLst>
                </a:custGeom>
                <a:solidFill>
                  <a:srgbClr val="D9DADE"/>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84" name="Freeform 166"/>
                <p:cNvSpPr>
                  <a:spLocks/>
                </p:cNvSpPr>
                <p:nvPr/>
              </p:nvSpPr>
              <p:spPr bwMode="auto">
                <a:xfrm>
                  <a:off x="10741443" y="1409035"/>
                  <a:ext cx="275599" cy="234000"/>
                </a:xfrm>
                <a:custGeom>
                  <a:avLst/>
                  <a:gdLst>
                    <a:gd name="T0" fmla="*/ 0 w 159"/>
                    <a:gd name="T1" fmla="*/ 90 h 135"/>
                    <a:gd name="T2" fmla="*/ 0 w 159"/>
                    <a:gd name="T3" fmla="*/ 135 h 135"/>
                    <a:gd name="T4" fmla="*/ 159 w 159"/>
                    <a:gd name="T5" fmla="*/ 43 h 135"/>
                    <a:gd name="T6" fmla="*/ 157 w 159"/>
                    <a:gd name="T7" fmla="*/ 0 h 135"/>
                    <a:gd name="T8" fmla="*/ 0 w 159"/>
                    <a:gd name="T9" fmla="*/ 90 h 135"/>
                  </a:gdLst>
                  <a:ahLst/>
                  <a:cxnLst>
                    <a:cxn ang="0">
                      <a:pos x="T0" y="T1"/>
                    </a:cxn>
                    <a:cxn ang="0">
                      <a:pos x="T2" y="T3"/>
                    </a:cxn>
                    <a:cxn ang="0">
                      <a:pos x="T4" y="T5"/>
                    </a:cxn>
                    <a:cxn ang="0">
                      <a:pos x="T6" y="T7"/>
                    </a:cxn>
                    <a:cxn ang="0">
                      <a:pos x="T8" y="T9"/>
                    </a:cxn>
                  </a:cxnLst>
                  <a:rect l="0" t="0" r="r" b="b"/>
                  <a:pathLst>
                    <a:path w="159" h="135">
                      <a:moveTo>
                        <a:pt x="0" y="90"/>
                      </a:moveTo>
                      <a:lnTo>
                        <a:pt x="0" y="135"/>
                      </a:lnTo>
                      <a:lnTo>
                        <a:pt x="159" y="43"/>
                      </a:lnTo>
                      <a:lnTo>
                        <a:pt x="157" y="0"/>
                      </a:lnTo>
                      <a:lnTo>
                        <a:pt x="0" y="90"/>
                      </a:lnTo>
                      <a:close/>
                    </a:path>
                  </a:pathLst>
                </a:custGeom>
                <a:solidFill>
                  <a:srgbClr val="EDEEF0"/>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185" name="组合 184"/>
            <p:cNvGrpSpPr/>
            <p:nvPr/>
          </p:nvGrpSpPr>
          <p:grpSpPr>
            <a:xfrm>
              <a:off x="2216040" y="2937126"/>
              <a:ext cx="847620" cy="1118727"/>
              <a:chOff x="4182025" y="3037568"/>
              <a:chExt cx="1018111" cy="1343750"/>
            </a:xfrm>
          </p:grpSpPr>
          <p:sp>
            <p:nvSpPr>
              <p:cNvPr id="186" name="任意多边形 185"/>
              <p:cNvSpPr>
                <a:spLocks/>
              </p:cNvSpPr>
              <p:nvPr/>
            </p:nvSpPr>
            <p:spPr bwMode="auto">
              <a:xfrm>
                <a:off x="4182025" y="3037568"/>
                <a:ext cx="1018111" cy="1343750"/>
              </a:xfrm>
              <a:custGeom>
                <a:avLst/>
                <a:gdLst>
                  <a:gd name="connsiteX0" fmla="*/ 448890 w 1018111"/>
                  <a:gd name="connsiteY0" fmla="*/ 1091309 h 1343750"/>
                  <a:gd name="connsiteX1" fmla="*/ 380565 w 1018111"/>
                  <a:gd name="connsiteY1" fmla="*/ 1129928 h 1343750"/>
                  <a:gd name="connsiteX2" fmla="*/ 380565 w 1018111"/>
                  <a:gd name="connsiteY2" fmla="*/ 1129928 h 1343750"/>
                  <a:gd name="connsiteX3" fmla="*/ 448890 w 1018111"/>
                  <a:gd name="connsiteY3" fmla="*/ 1091310 h 1343750"/>
                  <a:gd name="connsiteX4" fmla="*/ 143272 w 1018111"/>
                  <a:gd name="connsiteY4" fmla="*/ 827868 h 1343750"/>
                  <a:gd name="connsiteX5" fmla="*/ 451186 w 1018111"/>
                  <a:gd name="connsiteY5" fmla="*/ 1004379 h 1343750"/>
                  <a:gd name="connsiteX6" fmla="*/ 451186 w 1018111"/>
                  <a:gd name="connsiteY6" fmla="*/ 1004380 h 1343750"/>
                  <a:gd name="connsiteX7" fmla="*/ 453163 w 1018111"/>
                  <a:gd name="connsiteY7" fmla="*/ 1003279 h 1343750"/>
                  <a:gd name="connsiteX8" fmla="*/ 735293 w 1018111"/>
                  <a:gd name="connsiteY8" fmla="*/ 591081 h 1343750"/>
                  <a:gd name="connsiteX9" fmla="*/ 666970 w 1018111"/>
                  <a:gd name="connsiteY9" fmla="*/ 629698 h 1343750"/>
                  <a:gd name="connsiteX10" fmla="*/ 666970 w 1018111"/>
                  <a:gd name="connsiteY10" fmla="*/ 629699 h 1343750"/>
                  <a:gd name="connsiteX11" fmla="*/ 735293 w 1018111"/>
                  <a:gd name="connsiteY11" fmla="*/ 591081 h 1343750"/>
                  <a:gd name="connsiteX12" fmla="*/ 286475 w 1018111"/>
                  <a:gd name="connsiteY12" fmla="*/ 576773 h 1343750"/>
                  <a:gd name="connsiteX13" fmla="*/ 594389 w 1018111"/>
                  <a:gd name="connsiteY13" fmla="*/ 753284 h 1343750"/>
                  <a:gd name="connsiteX14" fmla="*/ 594389 w 1018111"/>
                  <a:gd name="connsiteY14" fmla="*/ 753284 h 1343750"/>
                  <a:gd name="connsiteX15" fmla="*/ 596391 w 1018111"/>
                  <a:gd name="connsiteY15" fmla="*/ 752198 h 1343750"/>
                  <a:gd name="connsiteX16" fmla="*/ 772479 w 1018111"/>
                  <a:gd name="connsiteY16" fmla="*/ 570063 h 1343750"/>
                  <a:gd name="connsiteX17" fmla="*/ 772476 w 1018111"/>
                  <a:gd name="connsiteY17" fmla="*/ 570065 h 1343750"/>
                  <a:gd name="connsiteX18" fmla="*/ 737591 w 1018111"/>
                  <a:gd name="connsiteY18" fmla="*/ 589782 h 1343750"/>
                  <a:gd name="connsiteX19" fmla="*/ 737591 w 1018111"/>
                  <a:gd name="connsiteY19" fmla="*/ 589782 h 1343750"/>
                  <a:gd name="connsiteX20" fmla="*/ 708166 w 1018111"/>
                  <a:gd name="connsiteY20" fmla="*/ 0 h 1343750"/>
                  <a:gd name="connsiteX21" fmla="*/ 1018111 w 1018111"/>
                  <a:gd name="connsiteY21" fmla="*/ 176551 h 1343750"/>
                  <a:gd name="connsiteX22" fmla="*/ 1018109 w 1018111"/>
                  <a:gd name="connsiteY22" fmla="*/ 176553 h 1343750"/>
                  <a:gd name="connsiteX23" fmla="*/ 1018109 w 1018111"/>
                  <a:gd name="connsiteY23" fmla="*/ 266788 h 1343750"/>
                  <a:gd name="connsiteX24" fmla="*/ 945528 w 1018111"/>
                  <a:gd name="connsiteY24" fmla="*/ 305153 h 1343750"/>
                  <a:gd name="connsiteX25" fmla="*/ 945528 w 1018111"/>
                  <a:gd name="connsiteY25" fmla="*/ 390374 h 1343750"/>
                  <a:gd name="connsiteX26" fmla="*/ 874908 w 1018111"/>
                  <a:gd name="connsiteY26" fmla="*/ 429838 h 1343750"/>
                  <a:gd name="connsiteX27" fmla="*/ 874908 w 1018111"/>
                  <a:gd name="connsiteY27" fmla="*/ 515922 h 1343750"/>
                  <a:gd name="connsiteX28" fmla="*/ 802326 w 1018111"/>
                  <a:gd name="connsiteY28" fmla="*/ 554287 h 1343750"/>
                  <a:gd name="connsiteX29" fmla="*/ 802326 w 1018111"/>
                  <a:gd name="connsiteY29" fmla="*/ 641469 h 1343750"/>
                  <a:gd name="connsiteX30" fmla="*/ 731705 w 1018111"/>
                  <a:gd name="connsiteY30" fmla="*/ 679338 h 1343750"/>
                  <a:gd name="connsiteX31" fmla="*/ 731705 w 1018111"/>
                  <a:gd name="connsiteY31" fmla="*/ 767017 h 1343750"/>
                  <a:gd name="connsiteX32" fmla="*/ 659123 w 1018111"/>
                  <a:gd name="connsiteY32" fmla="*/ 805382 h 1343750"/>
                  <a:gd name="connsiteX33" fmla="*/ 659123 w 1018111"/>
                  <a:gd name="connsiteY33" fmla="*/ 890603 h 1343750"/>
                  <a:gd name="connsiteX34" fmla="*/ 588503 w 1018111"/>
                  <a:gd name="connsiteY34" fmla="*/ 929495 h 1343750"/>
                  <a:gd name="connsiteX35" fmla="*/ 588503 w 1018111"/>
                  <a:gd name="connsiteY35" fmla="*/ 1016150 h 1343750"/>
                  <a:gd name="connsiteX36" fmla="*/ 515921 w 1018111"/>
                  <a:gd name="connsiteY36" fmla="*/ 1055552 h 1343750"/>
                  <a:gd name="connsiteX37" fmla="*/ 515921 w 1018111"/>
                  <a:gd name="connsiteY37" fmla="*/ 1141698 h 1343750"/>
                  <a:gd name="connsiteX38" fmla="*/ 445300 w 1018111"/>
                  <a:gd name="connsiteY38" fmla="*/ 1179567 h 1343750"/>
                  <a:gd name="connsiteX39" fmla="*/ 445300 w 1018111"/>
                  <a:gd name="connsiteY39" fmla="*/ 1267245 h 1343750"/>
                  <a:gd name="connsiteX40" fmla="*/ 307984 w 1018111"/>
                  <a:gd name="connsiteY40" fmla="*/ 1339827 h 1343750"/>
                  <a:gd name="connsiteX41" fmla="*/ 307984 w 1018111"/>
                  <a:gd name="connsiteY41" fmla="*/ 1343750 h 1343750"/>
                  <a:gd name="connsiteX42" fmla="*/ 0 w 1018111"/>
                  <a:gd name="connsiteY42" fmla="*/ 1163276 h 1343750"/>
                  <a:gd name="connsiteX43" fmla="*/ 0 w 1018111"/>
                  <a:gd name="connsiteY43" fmla="*/ 1076962 h 1343750"/>
                  <a:gd name="connsiteX44" fmla="*/ 307984 w 1018111"/>
                  <a:gd name="connsiteY44" fmla="*/ 1255474 h 1343750"/>
                  <a:gd name="connsiteX45" fmla="*/ 309972 w 1018111"/>
                  <a:gd name="connsiteY45" fmla="*/ 1254367 h 1343750"/>
                  <a:gd name="connsiteX46" fmla="*/ 0 w 1018111"/>
                  <a:gd name="connsiteY46" fmla="*/ 1076962 h 1343750"/>
                  <a:gd name="connsiteX47" fmla="*/ 70650 w 1018111"/>
                  <a:gd name="connsiteY47" fmla="*/ 1036442 h 1343750"/>
                  <a:gd name="connsiteX48" fmla="*/ 72582 w 1018111"/>
                  <a:gd name="connsiteY48" fmla="*/ 953377 h 1343750"/>
                  <a:gd name="connsiteX49" fmla="*/ 72581 w 1018111"/>
                  <a:gd name="connsiteY49" fmla="*/ 953376 h 1343750"/>
                  <a:gd name="connsiteX50" fmla="*/ 72582 w 1018111"/>
                  <a:gd name="connsiteY50" fmla="*/ 953376 h 1343750"/>
                  <a:gd name="connsiteX51" fmla="*/ 72582 w 1018111"/>
                  <a:gd name="connsiteY51" fmla="*/ 953375 h 1343750"/>
                  <a:gd name="connsiteX52" fmla="*/ 72583 w 1018111"/>
                  <a:gd name="connsiteY52" fmla="*/ 953375 h 1343750"/>
                  <a:gd name="connsiteX53" fmla="*/ 144314 w 1018111"/>
                  <a:gd name="connsiteY53" fmla="*/ 912832 h 1343750"/>
                  <a:gd name="connsiteX54" fmla="*/ 143202 w 1018111"/>
                  <a:gd name="connsiteY54" fmla="*/ 912180 h 1343750"/>
                  <a:gd name="connsiteX55" fmla="*/ 143202 w 1018111"/>
                  <a:gd name="connsiteY55" fmla="*/ 827828 h 1343750"/>
                  <a:gd name="connsiteX56" fmla="*/ 143202 w 1018111"/>
                  <a:gd name="connsiteY56" fmla="*/ 827828 h 1343750"/>
                  <a:gd name="connsiteX57" fmla="*/ 143203 w 1018111"/>
                  <a:gd name="connsiteY57" fmla="*/ 827828 h 1343750"/>
                  <a:gd name="connsiteX58" fmla="*/ 213851 w 1018111"/>
                  <a:gd name="connsiteY58" fmla="*/ 787309 h 1343750"/>
                  <a:gd name="connsiteX59" fmla="*/ 215784 w 1018111"/>
                  <a:gd name="connsiteY59" fmla="*/ 702281 h 1343750"/>
                  <a:gd name="connsiteX60" fmla="*/ 215784 w 1018111"/>
                  <a:gd name="connsiteY60" fmla="*/ 702281 h 1343750"/>
                  <a:gd name="connsiteX61" fmla="*/ 286405 w 1018111"/>
                  <a:gd name="connsiteY61" fmla="*/ 662365 h 1343750"/>
                  <a:gd name="connsiteX62" fmla="*/ 286405 w 1018111"/>
                  <a:gd name="connsiteY62" fmla="*/ 576733 h 1343750"/>
                  <a:gd name="connsiteX63" fmla="*/ 286405 w 1018111"/>
                  <a:gd name="connsiteY63" fmla="*/ 576733 h 1343750"/>
                  <a:gd name="connsiteX64" fmla="*/ 286406 w 1018111"/>
                  <a:gd name="connsiteY64" fmla="*/ 576733 h 1343750"/>
                  <a:gd name="connsiteX65" fmla="*/ 357054 w 1018111"/>
                  <a:gd name="connsiteY65" fmla="*/ 536214 h 1343750"/>
                  <a:gd name="connsiteX66" fmla="*/ 358987 w 1018111"/>
                  <a:gd name="connsiteY66" fmla="*/ 451186 h 1343750"/>
                  <a:gd name="connsiteX67" fmla="*/ 358986 w 1018111"/>
                  <a:gd name="connsiteY67" fmla="*/ 451186 h 1343750"/>
                  <a:gd name="connsiteX68" fmla="*/ 429906 w 1018111"/>
                  <a:gd name="connsiteY68" fmla="*/ 412128 h 1343750"/>
                  <a:gd name="connsiteX69" fmla="*/ 429607 w 1018111"/>
                  <a:gd name="connsiteY69" fmla="*/ 411953 h 1343750"/>
                  <a:gd name="connsiteX70" fmla="*/ 429607 w 1018111"/>
                  <a:gd name="connsiteY70" fmla="*/ 327601 h 1343750"/>
                  <a:gd name="connsiteX71" fmla="*/ 737591 w 1018111"/>
                  <a:gd name="connsiteY71" fmla="*/ 504152 h 1343750"/>
                  <a:gd name="connsiteX72" fmla="*/ 737591 w 1018111"/>
                  <a:gd name="connsiteY72" fmla="*/ 504152 h 1343750"/>
                  <a:gd name="connsiteX73" fmla="*/ 739568 w 1018111"/>
                  <a:gd name="connsiteY73" fmla="*/ 503050 h 1343750"/>
                  <a:gd name="connsiteX74" fmla="*/ 429607 w 1018111"/>
                  <a:gd name="connsiteY74" fmla="*/ 327600 h 1343750"/>
                  <a:gd name="connsiteX75" fmla="*/ 501346 w 1018111"/>
                  <a:gd name="connsiteY75" fmla="*/ 287052 h 1343750"/>
                  <a:gd name="connsiteX76" fmla="*/ 500227 w 1018111"/>
                  <a:gd name="connsiteY76" fmla="*/ 286405 h 1343750"/>
                  <a:gd name="connsiteX77" fmla="*/ 502189 w 1018111"/>
                  <a:gd name="connsiteY77" fmla="*/ 202053 h 1343750"/>
                  <a:gd name="connsiteX78" fmla="*/ 812134 w 1018111"/>
                  <a:gd name="connsiteY78" fmla="*/ 378604 h 1343750"/>
                  <a:gd name="connsiteX79" fmla="*/ 812134 w 1018111"/>
                  <a:gd name="connsiteY79" fmla="*/ 378604 h 1343750"/>
                  <a:gd name="connsiteX80" fmla="*/ 502189 w 1018111"/>
                  <a:gd name="connsiteY80" fmla="*/ 202052 h 1343750"/>
                  <a:gd name="connsiteX81" fmla="*/ 572810 w 1018111"/>
                  <a:gd name="connsiteY81" fmla="*/ 162136 h 1343750"/>
                  <a:gd name="connsiteX82" fmla="*/ 572810 w 1018111"/>
                  <a:gd name="connsiteY82" fmla="*/ 76506 h 1343750"/>
                  <a:gd name="connsiteX83" fmla="*/ 880793 w 1018111"/>
                  <a:gd name="connsiteY83" fmla="*/ 253056 h 1343750"/>
                  <a:gd name="connsiteX84" fmla="*/ 882770 w 1018111"/>
                  <a:gd name="connsiteY84" fmla="*/ 251955 h 1343750"/>
                  <a:gd name="connsiteX85" fmla="*/ 572810 w 1018111"/>
                  <a:gd name="connsiteY85" fmla="*/ 76505 h 1343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018111" h="1343750">
                    <a:moveTo>
                      <a:pt x="448890" y="1091309"/>
                    </a:moveTo>
                    <a:lnTo>
                      <a:pt x="380565" y="1129928"/>
                    </a:lnTo>
                    <a:lnTo>
                      <a:pt x="380565" y="1129928"/>
                    </a:lnTo>
                    <a:lnTo>
                      <a:pt x="448890" y="1091310"/>
                    </a:lnTo>
                    <a:close/>
                    <a:moveTo>
                      <a:pt x="143272" y="827868"/>
                    </a:moveTo>
                    <a:lnTo>
                      <a:pt x="451186" y="1004379"/>
                    </a:lnTo>
                    <a:lnTo>
                      <a:pt x="451186" y="1004380"/>
                    </a:lnTo>
                    <a:lnTo>
                      <a:pt x="453163" y="1003279"/>
                    </a:lnTo>
                    <a:close/>
                    <a:moveTo>
                      <a:pt x="735293" y="591081"/>
                    </a:moveTo>
                    <a:lnTo>
                      <a:pt x="666970" y="629698"/>
                    </a:lnTo>
                    <a:lnTo>
                      <a:pt x="666970" y="629699"/>
                    </a:lnTo>
                    <a:lnTo>
                      <a:pt x="735293" y="591081"/>
                    </a:lnTo>
                    <a:close/>
                    <a:moveTo>
                      <a:pt x="286475" y="576773"/>
                    </a:moveTo>
                    <a:lnTo>
                      <a:pt x="594389" y="753284"/>
                    </a:lnTo>
                    <a:lnTo>
                      <a:pt x="594389" y="753284"/>
                    </a:lnTo>
                    <a:lnTo>
                      <a:pt x="596391" y="752198"/>
                    </a:lnTo>
                    <a:close/>
                    <a:moveTo>
                      <a:pt x="772479" y="570063"/>
                    </a:moveTo>
                    <a:lnTo>
                      <a:pt x="772476" y="570065"/>
                    </a:lnTo>
                    <a:lnTo>
                      <a:pt x="737591" y="589782"/>
                    </a:lnTo>
                    <a:lnTo>
                      <a:pt x="737591" y="589782"/>
                    </a:lnTo>
                    <a:close/>
                    <a:moveTo>
                      <a:pt x="708166" y="0"/>
                    </a:moveTo>
                    <a:lnTo>
                      <a:pt x="1018111" y="176551"/>
                    </a:lnTo>
                    <a:lnTo>
                      <a:pt x="1018109" y="176553"/>
                    </a:lnTo>
                    <a:lnTo>
                      <a:pt x="1018109" y="266788"/>
                    </a:lnTo>
                    <a:lnTo>
                      <a:pt x="945528" y="305153"/>
                    </a:lnTo>
                    <a:lnTo>
                      <a:pt x="945528" y="390374"/>
                    </a:lnTo>
                    <a:lnTo>
                      <a:pt x="874908" y="429838"/>
                    </a:lnTo>
                    <a:lnTo>
                      <a:pt x="874908" y="515922"/>
                    </a:lnTo>
                    <a:lnTo>
                      <a:pt x="802326" y="554287"/>
                    </a:lnTo>
                    <a:lnTo>
                      <a:pt x="802326" y="641469"/>
                    </a:lnTo>
                    <a:lnTo>
                      <a:pt x="731705" y="679338"/>
                    </a:lnTo>
                    <a:lnTo>
                      <a:pt x="731705" y="767017"/>
                    </a:lnTo>
                    <a:lnTo>
                      <a:pt x="659123" y="805382"/>
                    </a:lnTo>
                    <a:lnTo>
                      <a:pt x="659123" y="890603"/>
                    </a:lnTo>
                    <a:lnTo>
                      <a:pt x="588503" y="929495"/>
                    </a:lnTo>
                    <a:lnTo>
                      <a:pt x="588503" y="1016150"/>
                    </a:lnTo>
                    <a:lnTo>
                      <a:pt x="515921" y="1055552"/>
                    </a:lnTo>
                    <a:lnTo>
                      <a:pt x="515921" y="1141698"/>
                    </a:lnTo>
                    <a:lnTo>
                      <a:pt x="445300" y="1179567"/>
                    </a:lnTo>
                    <a:lnTo>
                      <a:pt x="445300" y="1267245"/>
                    </a:lnTo>
                    <a:lnTo>
                      <a:pt x="307984" y="1339827"/>
                    </a:lnTo>
                    <a:lnTo>
                      <a:pt x="307984" y="1343750"/>
                    </a:lnTo>
                    <a:lnTo>
                      <a:pt x="0" y="1163276"/>
                    </a:lnTo>
                    <a:lnTo>
                      <a:pt x="0" y="1076962"/>
                    </a:lnTo>
                    <a:lnTo>
                      <a:pt x="307984" y="1255474"/>
                    </a:lnTo>
                    <a:lnTo>
                      <a:pt x="309972" y="1254367"/>
                    </a:lnTo>
                    <a:lnTo>
                      <a:pt x="0" y="1076962"/>
                    </a:lnTo>
                    <a:lnTo>
                      <a:pt x="70650" y="1036442"/>
                    </a:lnTo>
                    <a:lnTo>
                      <a:pt x="72582" y="953377"/>
                    </a:lnTo>
                    <a:lnTo>
                      <a:pt x="72581" y="953376"/>
                    </a:lnTo>
                    <a:lnTo>
                      <a:pt x="72582" y="953376"/>
                    </a:lnTo>
                    <a:lnTo>
                      <a:pt x="72582" y="953375"/>
                    </a:lnTo>
                    <a:lnTo>
                      <a:pt x="72583" y="953375"/>
                    </a:lnTo>
                    <a:lnTo>
                      <a:pt x="144314" y="912832"/>
                    </a:lnTo>
                    <a:lnTo>
                      <a:pt x="143202" y="912180"/>
                    </a:lnTo>
                    <a:lnTo>
                      <a:pt x="143202" y="827828"/>
                    </a:lnTo>
                    <a:lnTo>
                      <a:pt x="143202" y="827828"/>
                    </a:lnTo>
                    <a:lnTo>
                      <a:pt x="143203" y="827828"/>
                    </a:lnTo>
                    <a:lnTo>
                      <a:pt x="213851" y="787309"/>
                    </a:lnTo>
                    <a:lnTo>
                      <a:pt x="215784" y="702281"/>
                    </a:lnTo>
                    <a:lnTo>
                      <a:pt x="215784" y="702281"/>
                    </a:lnTo>
                    <a:lnTo>
                      <a:pt x="286405" y="662365"/>
                    </a:lnTo>
                    <a:lnTo>
                      <a:pt x="286405" y="576733"/>
                    </a:lnTo>
                    <a:lnTo>
                      <a:pt x="286405" y="576733"/>
                    </a:lnTo>
                    <a:lnTo>
                      <a:pt x="286406" y="576733"/>
                    </a:lnTo>
                    <a:lnTo>
                      <a:pt x="357054" y="536214"/>
                    </a:lnTo>
                    <a:lnTo>
                      <a:pt x="358987" y="451186"/>
                    </a:lnTo>
                    <a:lnTo>
                      <a:pt x="358986" y="451186"/>
                    </a:lnTo>
                    <a:lnTo>
                      <a:pt x="429906" y="412128"/>
                    </a:lnTo>
                    <a:lnTo>
                      <a:pt x="429607" y="411953"/>
                    </a:lnTo>
                    <a:lnTo>
                      <a:pt x="429607" y="327601"/>
                    </a:lnTo>
                    <a:lnTo>
                      <a:pt x="737591" y="504152"/>
                    </a:lnTo>
                    <a:lnTo>
                      <a:pt x="737591" y="504152"/>
                    </a:lnTo>
                    <a:lnTo>
                      <a:pt x="739568" y="503050"/>
                    </a:lnTo>
                    <a:lnTo>
                      <a:pt x="429607" y="327600"/>
                    </a:lnTo>
                    <a:lnTo>
                      <a:pt x="501346" y="287052"/>
                    </a:lnTo>
                    <a:lnTo>
                      <a:pt x="500227" y="286405"/>
                    </a:lnTo>
                    <a:lnTo>
                      <a:pt x="502189" y="202053"/>
                    </a:lnTo>
                    <a:lnTo>
                      <a:pt x="812134" y="378604"/>
                    </a:lnTo>
                    <a:lnTo>
                      <a:pt x="812134" y="378604"/>
                    </a:lnTo>
                    <a:lnTo>
                      <a:pt x="502189" y="202052"/>
                    </a:lnTo>
                    <a:lnTo>
                      <a:pt x="572810" y="162136"/>
                    </a:lnTo>
                    <a:lnTo>
                      <a:pt x="572810" y="76506"/>
                    </a:lnTo>
                    <a:lnTo>
                      <a:pt x="880793" y="253056"/>
                    </a:lnTo>
                    <a:lnTo>
                      <a:pt x="882770" y="251955"/>
                    </a:lnTo>
                    <a:lnTo>
                      <a:pt x="572810" y="76505"/>
                    </a:lnTo>
                    <a:close/>
                  </a:path>
                </a:pathLst>
              </a:custGeom>
              <a:solidFill>
                <a:srgbClr val="E4E4E4"/>
              </a:solidFill>
              <a:ln w="9525" cap="flat">
                <a:noFill/>
                <a:prstDash val="solid"/>
                <a:miter lim="800000"/>
                <a:headEnd/>
                <a:tailEnd/>
              </a:ln>
            </p:spPr>
            <p:txBody>
              <a:bodyPr vert="horz" wrap="square" lIns="91440" tIns="45720" rIns="91440" bIns="45720" numCol="1" anchor="t" anchorCtr="0" compatLnSpc="1">
                <a:prstTxWarp prst="textNoShape">
                  <a:avLst/>
                </a:prstTxWarp>
                <a:noAutofit/>
              </a:bodyPr>
              <a:lstStyle/>
              <a:p>
                <a:endParaRPr lang="zh-CN" altLang="en-US"/>
              </a:p>
            </p:txBody>
          </p:sp>
          <p:grpSp>
            <p:nvGrpSpPr>
              <p:cNvPr id="187" name="组合 186"/>
              <p:cNvGrpSpPr/>
              <p:nvPr/>
            </p:nvGrpSpPr>
            <p:grpSpPr>
              <a:xfrm>
                <a:off x="4182025" y="3037568"/>
                <a:ext cx="1018111" cy="1343750"/>
                <a:chOff x="2233613" y="2941638"/>
                <a:chExt cx="823913" cy="1087438"/>
              </a:xfrm>
            </p:grpSpPr>
            <p:sp>
              <p:nvSpPr>
                <p:cNvPr id="188" name="Freeform 94"/>
                <p:cNvSpPr>
                  <a:spLocks/>
                </p:cNvSpPr>
                <p:nvPr/>
              </p:nvSpPr>
              <p:spPr bwMode="auto">
                <a:xfrm>
                  <a:off x="2233613" y="3751263"/>
                  <a:ext cx="360363" cy="206375"/>
                </a:xfrm>
                <a:custGeom>
                  <a:avLst/>
                  <a:gdLst>
                    <a:gd name="T0" fmla="*/ 227 w 227"/>
                    <a:gd name="T1" fmla="*/ 91 h 130"/>
                    <a:gd name="T2" fmla="*/ 68 w 227"/>
                    <a:gd name="T3" fmla="*/ 0 h 130"/>
                    <a:gd name="T4" fmla="*/ 0 w 227"/>
                    <a:gd name="T5" fmla="*/ 39 h 130"/>
                    <a:gd name="T6" fmla="*/ 159 w 227"/>
                    <a:gd name="T7" fmla="*/ 130 h 130"/>
                    <a:gd name="T8" fmla="*/ 227 w 227"/>
                    <a:gd name="T9" fmla="*/ 91 h 130"/>
                  </a:gdLst>
                  <a:ahLst/>
                  <a:cxnLst>
                    <a:cxn ang="0">
                      <a:pos x="T0" y="T1"/>
                    </a:cxn>
                    <a:cxn ang="0">
                      <a:pos x="T2" y="T3"/>
                    </a:cxn>
                    <a:cxn ang="0">
                      <a:pos x="T4" y="T5"/>
                    </a:cxn>
                    <a:cxn ang="0">
                      <a:pos x="T6" y="T7"/>
                    </a:cxn>
                    <a:cxn ang="0">
                      <a:pos x="T8" y="T9"/>
                    </a:cxn>
                  </a:cxnLst>
                  <a:rect l="0" t="0" r="r" b="b"/>
                  <a:pathLst>
                    <a:path w="227" h="130">
                      <a:moveTo>
                        <a:pt x="227" y="91"/>
                      </a:moveTo>
                      <a:lnTo>
                        <a:pt x="68" y="0"/>
                      </a:lnTo>
                      <a:lnTo>
                        <a:pt x="0" y="39"/>
                      </a:lnTo>
                      <a:lnTo>
                        <a:pt x="159" y="130"/>
                      </a:lnTo>
                      <a:lnTo>
                        <a:pt x="227" y="91"/>
                      </a:lnTo>
                      <a:close/>
                    </a:path>
                  </a:pathLst>
                </a:custGeom>
                <a:solidFill>
                  <a:srgbClr val="E4E4E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89" name="Freeform 95"/>
                <p:cNvSpPr>
                  <a:spLocks/>
                </p:cNvSpPr>
                <p:nvPr/>
              </p:nvSpPr>
              <p:spPr bwMode="auto">
                <a:xfrm>
                  <a:off x="2482850" y="3895726"/>
                  <a:ext cx="111125" cy="130175"/>
                </a:xfrm>
                <a:custGeom>
                  <a:avLst/>
                  <a:gdLst>
                    <a:gd name="T0" fmla="*/ 70 w 70"/>
                    <a:gd name="T1" fmla="*/ 0 h 82"/>
                    <a:gd name="T2" fmla="*/ 70 w 70"/>
                    <a:gd name="T3" fmla="*/ 45 h 82"/>
                    <a:gd name="T4" fmla="*/ 0 w 70"/>
                    <a:gd name="T5" fmla="*/ 82 h 82"/>
                    <a:gd name="T6" fmla="*/ 0 w 70"/>
                    <a:gd name="T7" fmla="*/ 39 h 82"/>
                    <a:gd name="T8" fmla="*/ 70 w 70"/>
                    <a:gd name="T9" fmla="*/ 0 h 82"/>
                  </a:gdLst>
                  <a:ahLst/>
                  <a:cxnLst>
                    <a:cxn ang="0">
                      <a:pos x="T0" y="T1"/>
                    </a:cxn>
                    <a:cxn ang="0">
                      <a:pos x="T2" y="T3"/>
                    </a:cxn>
                    <a:cxn ang="0">
                      <a:pos x="T4" y="T5"/>
                    </a:cxn>
                    <a:cxn ang="0">
                      <a:pos x="T6" y="T7"/>
                    </a:cxn>
                    <a:cxn ang="0">
                      <a:pos x="T8" y="T9"/>
                    </a:cxn>
                  </a:cxnLst>
                  <a:rect l="0" t="0" r="r" b="b"/>
                  <a:pathLst>
                    <a:path w="70" h="82">
                      <a:moveTo>
                        <a:pt x="70" y="0"/>
                      </a:moveTo>
                      <a:lnTo>
                        <a:pt x="70" y="45"/>
                      </a:lnTo>
                      <a:lnTo>
                        <a:pt x="0" y="82"/>
                      </a:lnTo>
                      <a:lnTo>
                        <a:pt x="0" y="39"/>
                      </a:lnTo>
                      <a:lnTo>
                        <a:pt x="70" y="0"/>
                      </a:lnTo>
                      <a:close/>
                    </a:path>
                  </a:pathLst>
                </a:custGeom>
                <a:solidFill>
                  <a:schemeClr val="bg1">
                    <a:lumMod val="95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90" name="Freeform 96"/>
                <p:cNvSpPr>
                  <a:spLocks/>
                </p:cNvSpPr>
                <p:nvPr/>
              </p:nvSpPr>
              <p:spPr bwMode="auto">
                <a:xfrm>
                  <a:off x="2233613" y="3813176"/>
                  <a:ext cx="249238" cy="215900"/>
                </a:xfrm>
                <a:custGeom>
                  <a:avLst/>
                  <a:gdLst>
                    <a:gd name="T0" fmla="*/ 157 w 157"/>
                    <a:gd name="T1" fmla="*/ 91 h 136"/>
                    <a:gd name="T2" fmla="*/ 157 w 157"/>
                    <a:gd name="T3" fmla="*/ 136 h 136"/>
                    <a:gd name="T4" fmla="*/ 0 w 157"/>
                    <a:gd name="T5" fmla="*/ 44 h 136"/>
                    <a:gd name="T6" fmla="*/ 0 w 157"/>
                    <a:gd name="T7" fmla="*/ 0 h 136"/>
                    <a:gd name="T8" fmla="*/ 157 w 157"/>
                    <a:gd name="T9" fmla="*/ 91 h 136"/>
                  </a:gdLst>
                  <a:ahLst/>
                  <a:cxnLst>
                    <a:cxn ang="0">
                      <a:pos x="T0" y="T1"/>
                    </a:cxn>
                    <a:cxn ang="0">
                      <a:pos x="T2" y="T3"/>
                    </a:cxn>
                    <a:cxn ang="0">
                      <a:pos x="T4" y="T5"/>
                    </a:cxn>
                    <a:cxn ang="0">
                      <a:pos x="T6" y="T7"/>
                    </a:cxn>
                    <a:cxn ang="0">
                      <a:pos x="T8" y="T9"/>
                    </a:cxn>
                  </a:cxnLst>
                  <a:rect l="0" t="0" r="r" b="b"/>
                  <a:pathLst>
                    <a:path w="157" h="136">
                      <a:moveTo>
                        <a:pt x="157" y="91"/>
                      </a:moveTo>
                      <a:lnTo>
                        <a:pt x="157" y="136"/>
                      </a:lnTo>
                      <a:lnTo>
                        <a:pt x="0" y="44"/>
                      </a:lnTo>
                      <a:lnTo>
                        <a:pt x="0" y="0"/>
                      </a:lnTo>
                      <a:lnTo>
                        <a:pt x="157" y="91"/>
                      </a:lnTo>
                      <a:close/>
                    </a:path>
                  </a:pathLst>
                </a:custGeom>
                <a:solidFill>
                  <a:srgbClr val="AFAEB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91" name="Freeform 97"/>
                <p:cNvSpPr>
                  <a:spLocks/>
                </p:cNvSpPr>
                <p:nvPr/>
              </p:nvSpPr>
              <p:spPr bwMode="auto">
                <a:xfrm>
                  <a:off x="2292350" y="3651251"/>
                  <a:ext cx="358775" cy="204788"/>
                </a:xfrm>
                <a:custGeom>
                  <a:avLst/>
                  <a:gdLst>
                    <a:gd name="T0" fmla="*/ 226 w 226"/>
                    <a:gd name="T1" fmla="*/ 90 h 129"/>
                    <a:gd name="T2" fmla="*/ 69 w 226"/>
                    <a:gd name="T3" fmla="*/ 0 h 129"/>
                    <a:gd name="T4" fmla="*/ 0 w 226"/>
                    <a:gd name="T5" fmla="*/ 39 h 129"/>
                    <a:gd name="T6" fmla="*/ 157 w 226"/>
                    <a:gd name="T7" fmla="*/ 129 h 129"/>
                    <a:gd name="T8" fmla="*/ 226 w 226"/>
                    <a:gd name="T9" fmla="*/ 90 h 129"/>
                  </a:gdLst>
                  <a:ahLst/>
                  <a:cxnLst>
                    <a:cxn ang="0">
                      <a:pos x="T0" y="T1"/>
                    </a:cxn>
                    <a:cxn ang="0">
                      <a:pos x="T2" y="T3"/>
                    </a:cxn>
                    <a:cxn ang="0">
                      <a:pos x="T4" y="T5"/>
                    </a:cxn>
                    <a:cxn ang="0">
                      <a:pos x="T6" y="T7"/>
                    </a:cxn>
                    <a:cxn ang="0">
                      <a:pos x="T8" y="T9"/>
                    </a:cxn>
                  </a:cxnLst>
                  <a:rect l="0" t="0" r="r" b="b"/>
                  <a:pathLst>
                    <a:path w="226" h="129">
                      <a:moveTo>
                        <a:pt x="226" y="90"/>
                      </a:moveTo>
                      <a:lnTo>
                        <a:pt x="69" y="0"/>
                      </a:lnTo>
                      <a:lnTo>
                        <a:pt x="0" y="39"/>
                      </a:lnTo>
                      <a:lnTo>
                        <a:pt x="157" y="129"/>
                      </a:lnTo>
                      <a:lnTo>
                        <a:pt x="226" y="90"/>
                      </a:lnTo>
                      <a:close/>
                    </a:path>
                  </a:pathLst>
                </a:custGeom>
                <a:solidFill>
                  <a:srgbClr val="E4E4E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92" name="Freeform 98"/>
                <p:cNvSpPr>
                  <a:spLocks/>
                </p:cNvSpPr>
                <p:nvPr/>
              </p:nvSpPr>
              <p:spPr bwMode="auto">
                <a:xfrm>
                  <a:off x="2541588" y="3794126"/>
                  <a:ext cx="109538" cy="130175"/>
                </a:xfrm>
                <a:custGeom>
                  <a:avLst/>
                  <a:gdLst>
                    <a:gd name="T0" fmla="*/ 69 w 69"/>
                    <a:gd name="T1" fmla="*/ 0 h 82"/>
                    <a:gd name="T2" fmla="*/ 69 w 69"/>
                    <a:gd name="T3" fmla="*/ 45 h 82"/>
                    <a:gd name="T4" fmla="*/ 0 w 69"/>
                    <a:gd name="T5" fmla="*/ 82 h 82"/>
                    <a:gd name="T6" fmla="*/ 0 w 69"/>
                    <a:gd name="T7" fmla="*/ 39 h 82"/>
                    <a:gd name="T8" fmla="*/ 69 w 69"/>
                    <a:gd name="T9" fmla="*/ 0 h 82"/>
                  </a:gdLst>
                  <a:ahLst/>
                  <a:cxnLst>
                    <a:cxn ang="0">
                      <a:pos x="T0" y="T1"/>
                    </a:cxn>
                    <a:cxn ang="0">
                      <a:pos x="T2" y="T3"/>
                    </a:cxn>
                    <a:cxn ang="0">
                      <a:pos x="T4" y="T5"/>
                    </a:cxn>
                    <a:cxn ang="0">
                      <a:pos x="T6" y="T7"/>
                    </a:cxn>
                    <a:cxn ang="0">
                      <a:pos x="T8" y="T9"/>
                    </a:cxn>
                  </a:cxnLst>
                  <a:rect l="0" t="0" r="r" b="b"/>
                  <a:pathLst>
                    <a:path w="69" h="82">
                      <a:moveTo>
                        <a:pt x="69" y="0"/>
                      </a:moveTo>
                      <a:lnTo>
                        <a:pt x="69" y="45"/>
                      </a:lnTo>
                      <a:lnTo>
                        <a:pt x="0" y="82"/>
                      </a:lnTo>
                      <a:lnTo>
                        <a:pt x="0" y="39"/>
                      </a:lnTo>
                      <a:lnTo>
                        <a:pt x="69" y="0"/>
                      </a:lnTo>
                      <a:close/>
                    </a:path>
                  </a:pathLst>
                </a:custGeom>
                <a:solidFill>
                  <a:schemeClr val="bg1">
                    <a:lumMod val="95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93" name="Freeform 99"/>
                <p:cNvSpPr>
                  <a:spLocks/>
                </p:cNvSpPr>
                <p:nvPr/>
              </p:nvSpPr>
              <p:spPr bwMode="auto">
                <a:xfrm>
                  <a:off x="2290763" y="3713163"/>
                  <a:ext cx="250825" cy="214313"/>
                </a:xfrm>
                <a:custGeom>
                  <a:avLst/>
                  <a:gdLst>
                    <a:gd name="T0" fmla="*/ 158 w 158"/>
                    <a:gd name="T1" fmla="*/ 90 h 135"/>
                    <a:gd name="T2" fmla="*/ 158 w 158"/>
                    <a:gd name="T3" fmla="*/ 135 h 135"/>
                    <a:gd name="T4" fmla="*/ 0 w 158"/>
                    <a:gd name="T5" fmla="*/ 43 h 135"/>
                    <a:gd name="T6" fmla="*/ 1 w 158"/>
                    <a:gd name="T7" fmla="*/ 0 h 135"/>
                    <a:gd name="T8" fmla="*/ 158 w 158"/>
                    <a:gd name="T9" fmla="*/ 90 h 135"/>
                  </a:gdLst>
                  <a:ahLst/>
                  <a:cxnLst>
                    <a:cxn ang="0">
                      <a:pos x="T0" y="T1"/>
                    </a:cxn>
                    <a:cxn ang="0">
                      <a:pos x="T2" y="T3"/>
                    </a:cxn>
                    <a:cxn ang="0">
                      <a:pos x="T4" y="T5"/>
                    </a:cxn>
                    <a:cxn ang="0">
                      <a:pos x="T6" y="T7"/>
                    </a:cxn>
                    <a:cxn ang="0">
                      <a:pos x="T8" y="T9"/>
                    </a:cxn>
                  </a:cxnLst>
                  <a:rect l="0" t="0" r="r" b="b"/>
                  <a:pathLst>
                    <a:path w="158" h="135">
                      <a:moveTo>
                        <a:pt x="158" y="90"/>
                      </a:moveTo>
                      <a:lnTo>
                        <a:pt x="158" y="135"/>
                      </a:lnTo>
                      <a:lnTo>
                        <a:pt x="0" y="43"/>
                      </a:lnTo>
                      <a:lnTo>
                        <a:pt x="1" y="0"/>
                      </a:lnTo>
                      <a:lnTo>
                        <a:pt x="158" y="90"/>
                      </a:lnTo>
                      <a:close/>
                    </a:path>
                  </a:pathLst>
                </a:custGeom>
                <a:solidFill>
                  <a:srgbClr val="AFAEB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94" name="Freeform 100"/>
                <p:cNvSpPr>
                  <a:spLocks/>
                </p:cNvSpPr>
                <p:nvPr/>
              </p:nvSpPr>
              <p:spPr bwMode="auto">
                <a:xfrm>
                  <a:off x="2349500" y="3549651"/>
                  <a:ext cx="360363" cy="204788"/>
                </a:xfrm>
                <a:custGeom>
                  <a:avLst/>
                  <a:gdLst>
                    <a:gd name="T0" fmla="*/ 227 w 227"/>
                    <a:gd name="T1" fmla="*/ 90 h 129"/>
                    <a:gd name="T2" fmla="*/ 68 w 227"/>
                    <a:gd name="T3" fmla="*/ 0 h 129"/>
                    <a:gd name="T4" fmla="*/ 0 w 227"/>
                    <a:gd name="T5" fmla="*/ 39 h 129"/>
                    <a:gd name="T6" fmla="*/ 159 w 227"/>
                    <a:gd name="T7" fmla="*/ 129 h 129"/>
                    <a:gd name="T8" fmla="*/ 227 w 227"/>
                    <a:gd name="T9" fmla="*/ 90 h 129"/>
                  </a:gdLst>
                  <a:ahLst/>
                  <a:cxnLst>
                    <a:cxn ang="0">
                      <a:pos x="T0" y="T1"/>
                    </a:cxn>
                    <a:cxn ang="0">
                      <a:pos x="T2" y="T3"/>
                    </a:cxn>
                    <a:cxn ang="0">
                      <a:pos x="T4" y="T5"/>
                    </a:cxn>
                    <a:cxn ang="0">
                      <a:pos x="T6" y="T7"/>
                    </a:cxn>
                    <a:cxn ang="0">
                      <a:pos x="T8" y="T9"/>
                    </a:cxn>
                  </a:cxnLst>
                  <a:rect l="0" t="0" r="r" b="b"/>
                  <a:pathLst>
                    <a:path w="227" h="129">
                      <a:moveTo>
                        <a:pt x="227" y="90"/>
                      </a:moveTo>
                      <a:lnTo>
                        <a:pt x="68" y="0"/>
                      </a:lnTo>
                      <a:lnTo>
                        <a:pt x="0" y="39"/>
                      </a:lnTo>
                      <a:lnTo>
                        <a:pt x="159" y="129"/>
                      </a:lnTo>
                      <a:lnTo>
                        <a:pt x="227" y="90"/>
                      </a:lnTo>
                      <a:close/>
                    </a:path>
                  </a:pathLst>
                </a:custGeom>
                <a:solidFill>
                  <a:srgbClr val="E4E4E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95" name="Freeform 101"/>
                <p:cNvSpPr>
                  <a:spLocks/>
                </p:cNvSpPr>
                <p:nvPr/>
              </p:nvSpPr>
              <p:spPr bwMode="auto">
                <a:xfrm>
                  <a:off x="2598738" y="3692526"/>
                  <a:ext cx="111125" cy="131763"/>
                </a:xfrm>
                <a:custGeom>
                  <a:avLst/>
                  <a:gdLst>
                    <a:gd name="T0" fmla="*/ 70 w 70"/>
                    <a:gd name="T1" fmla="*/ 0 h 83"/>
                    <a:gd name="T2" fmla="*/ 70 w 70"/>
                    <a:gd name="T3" fmla="*/ 45 h 83"/>
                    <a:gd name="T4" fmla="*/ 0 w 70"/>
                    <a:gd name="T5" fmla="*/ 83 h 83"/>
                    <a:gd name="T6" fmla="*/ 0 w 70"/>
                    <a:gd name="T7" fmla="*/ 39 h 83"/>
                    <a:gd name="T8" fmla="*/ 70 w 70"/>
                    <a:gd name="T9" fmla="*/ 0 h 83"/>
                  </a:gdLst>
                  <a:ahLst/>
                  <a:cxnLst>
                    <a:cxn ang="0">
                      <a:pos x="T0" y="T1"/>
                    </a:cxn>
                    <a:cxn ang="0">
                      <a:pos x="T2" y="T3"/>
                    </a:cxn>
                    <a:cxn ang="0">
                      <a:pos x="T4" y="T5"/>
                    </a:cxn>
                    <a:cxn ang="0">
                      <a:pos x="T6" y="T7"/>
                    </a:cxn>
                    <a:cxn ang="0">
                      <a:pos x="T8" y="T9"/>
                    </a:cxn>
                  </a:cxnLst>
                  <a:rect l="0" t="0" r="r" b="b"/>
                  <a:pathLst>
                    <a:path w="70" h="83">
                      <a:moveTo>
                        <a:pt x="70" y="0"/>
                      </a:moveTo>
                      <a:lnTo>
                        <a:pt x="70" y="45"/>
                      </a:lnTo>
                      <a:lnTo>
                        <a:pt x="0" y="83"/>
                      </a:lnTo>
                      <a:lnTo>
                        <a:pt x="0" y="39"/>
                      </a:lnTo>
                      <a:lnTo>
                        <a:pt x="70" y="0"/>
                      </a:lnTo>
                      <a:close/>
                    </a:path>
                  </a:pathLst>
                </a:custGeom>
                <a:solidFill>
                  <a:schemeClr val="bg1">
                    <a:lumMod val="95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96" name="Freeform 102"/>
                <p:cNvSpPr>
                  <a:spLocks/>
                </p:cNvSpPr>
                <p:nvPr/>
              </p:nvSpPr>
              <p:spPr bwMode="auto">
                <a:xfrm>
                  <a:off x="2349500" y="3611563"/>
                  <a:ext cx="249238" cy="214313"/>
                </a:xfrm>
                <a:custGeom>
                  <a:avLst/>
                  <a:gdLst>
                    <a:gd name="T0" fmla="*/ 157 w 157"/>
                    <a:gd name="T1" fmla="*/ 90 h 135"/>
                    <a:gd name="T2" fmla="*/ 157 w 157"/>
                    <a:gd name="T3" fmla="*/ 135 h 135"/>
                    <a:gd name="T4" fmla="*/ 0 w 157"/>
                    <a:gd name="T5" fmla="*/ 43 h 135"/>
                    <a:gd name="T6" fmla="*/ 0 w 157"/>
                    <a:gd name="T7" fmla="*/ 0 h 135"/>
                    <a:gd name="T8" fmla="*/ 157 w 157"/>
                    <a:gd name="T9" fmla="*/ 90 h 135"/>
                  </a:gdLst>
                  <a:ahLst/>
                  <a:cxnLst>
                    <a:cxn ang="0">
                      <a:pos x="T0" y="T1"/>
                    </a:cxn>
                    <a:cxn ang="0">
                      <a:pos x="T2" y="T3"/>
                    </a:cxn>
                    <a:cxn ang="0">
                      <a:pos x="T4" y="T5"/>
                    </a:cxn>
                    <a:cxn ang="0">
                      <a:pos x="T6" y="T7"/>
                    </a:cxn>
                    <a:cxn ang="0">
                      <a:pos x="T8" y="T9"/>
                    </a:cxn>
                  </a:cxnLst>
                  <a:rect l="0" t="0" r="r" b="b"/>
                  <a:pathLst>
                    <a:path w="157" h="135">
                      <a:moveTo>
                        <a:pt x="157" y="90"/>
                      </a:moveTo>
                      <a:lnTo>
                        <a:pt x="157" y="135"/>
                      </a:lnTo>
                      <a:lnTo>
                        <a:pt x="0" y="43"/>
                      </a:lnTo>
                      <a:lnTo>
                        <a:pt x="0" y="0"/>
                      </a:lnTo>
                      <a:lnTo>
                        <a:pt x="157" y="90"/>
                      </a:lnTo>
                      <a:close/>
                    </a:path>
                  </a:pathLst>
                </a:custGeom>
                <a:solidFill>
                  <a:srgbClr val="AFAEB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97" name="Freeform 103"/>
                <p:cNvSpPr>
                  <a:spLocks/>
                </p:cNvSpPr>
                <p:nvPr/>
              </p:nvSpPr>
              <p:spPr bwMode="auto">
                <a:xfrm>
                  <a:off x="2408238" y="3448051"/>
                  <a:ext cx="358775" cy="204788"/>
                </a:xfrm>
                <a:custGeom>
                  <a:avLst/>
                  <a:gdLst>
                    <a:gd name="T0" fmla="*/ 226 w 226"/>
                    <a:gd name="T1" fmla="*/ 90 h 129"/>
                    <a:gd name="T2" fmla="*/ 69 w 226"/>
                    <a:gd name="T3" fmla="*/ 0 h 129"/>
                    <a:gd name="T4" fmla="*/ 0 w 226"/>
                    <a:gd name="T5" fmla="*/ 39 h 129"/>
                    <a:gd name="T6" fmla="*/ 157 w 226"/>
                    <a:gd name="T7" fmla="*/ 129 h 129"/>
                    <a:gd name="T8" fmla="*/ 226 w 226"/>
                    <a:gd name="T9" fmla="*/ 90 h 129"/>
                  </a:gdLst>
                  <a:ahLst/>
                  <a:cxnLst>
                    <a:cxn ang="0">
                      <a:pos x="T0" y="T1"/>
                    </a:cxn>
                    <a:cxn ang="0">
                      <a:pos x="T2" y="T3"/>
                    </a:cxn>
                    <a:cxn ang="0">
                      <a:pos x="T4" y="T5"/>
                    </a:cxn>
                    <a:cxn ang="0">
                      <a:pos x="T6" y="T7"/>
                    </a:cxn>
                    <a:cxn ang="0">
                      <a:pos x="T8" y="T9"/>
                    </a:cxn>
                  </a:cxnLst>
                  <a:rect l="0" t="0" r="r" b="b"/>
                  <a:pathLst>
                    <a:path w="226" h="129">
                      <a:moveTo>
                        <a:pt x="226" y="90"/>
                      </a:moveTo>
                      <a:lnTo>
                        <a:pt x="69" y="0"/>
                      </a:lnTo>
                      <a:lnTo>
                        <a:pt x="0" y="39"/>
                      </a:lnTo>
                      <a:lnTo>
                        <a:pt x="157" y="129"/>
                      </a:lnTo>
                      <a:lnTo>
                        <a:pt x="226" y="90"/>
                      </a:lnTo>
                      <a:close/>
                    </a:path>
                  </a:pathLst>
                </a:custGeom>
                <a:solidFill>
                  <a:srgbClr val="E4E4E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98" name="Freeform 104"/>
                <p:cNvSpPr>
                  <a:spLocks/>
                </p:cNvSpPr>
                <p:nvPr/>
              </p:nvSpPr>
              <p:spPr bwMode="auto">
                <a:xfrm>
                  <a:off x="2657475" y="3590926"/>
                  <a:ext cx="109538" cy="131763"/>
                </a:xfrm>
                <a:custGeom>
                  <a:avLst/>
                  <a:gdLst>
                    <a:gd name="T0" fmla="*/ 69 w 69"/>
                    <a:gd name="T1" fmla="*/ 0 h 83"/>
                    <a:gd name="T2" fmla="*/ 69 w 69"/>
                    <a:gd name="T3" fmla="*/ 45 h 83"/>
                    <a:gd name="T4" fmla="*/ 0 w 69"/>
                    <a:gd name="T5" fmla="*/ 83 h 83"/>
                    <a:gd name="T6" fmla="*/ 0 w 69"/>
                    <a:gd name="T7" fmla="*/ 39 h 83"/>
                    <a:gd name="T8" fmla="*/ 69 w 69"/>
                    <a:gd name="T9" fmla="*/ 0 h 83"/>
                  </a:gdLst>
                  <a:ahLst/>
                  <a:cxnLst>
                    <a:cxn ang="0">
                      <a:pos x="T0" y="T1"/>
                    </a:cxn>
                    <a:cxn ang="0">
                      <a:pos x="T2" y="T3"/>
                    </a:cxn>
                    <a:cxn ang="0">
                      <a:pos x="T4" y="T5"/>
                    </a:cxn>
                    <a:cxn ang="0">
                      <a:pos x="T6" y="T7"/>
                    </a:cxn>
                    <a:cxn ang="0">
                      <a:pos x="T8" y="T9"/>
                    </a:cxn>
                  </a:cxnLst>
                  <a:rect l="0" t="0" r="r" b="b"/>
                  <a:pathLst>
                    <a:path w="69" h="83">
                      <a:moveTo>
                        <a:pt x="69" y="0"/>
                      </a:moveTo>
                      <a:lnTo>
                        <a:pt x="69" y="45"/>
                      </a:lnTo>
                      <a:lnTo>
                        <a:pt x="0" y="83"/>
                      </a:lnTo>
                      <a:lnTo>
                        <a:pt x="0" y="39"/>
                      </a:lnTo>
                      <a:lnTo>
                        <a:pt x="69" y="0"/>
                      </a:lnTo>
                      <a:close/>
                    </a:path>
                  </a:pathLst>
                </a:custGeom>
                <a:solidFill>
                  <a:schemeClr val="bg1">
                    <a:lumMod val="95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99" name="Freeform 105"/>
                <p:cNvSpPr>
                  <a:spLocks/>
                </p:cNvSpPr>
                <p:nvPr/>
              </p:nvSpPr>
              <p:spPr bwMode="auto">
                <a:xfrm>
                  <a:off x="2406650" y="3509963"/>
                  <a:ext cx="250825" cy="214313"/>
                </a:xfrm>
                <a:custGeom>
                  <a:avLst/>
                  <a:gdLst>
                    <a:gd name="T0" fmla="*/ 158 w 158"/>
                    <a:gd name="T1" fmla="*/ 90 h 135"/>
                    <a:gd name="T2" fmla="*/ 158 w 158"/>
                    <a:gd name="T3" fmla="*/ 135 h 135"/>
                    <a:gd name="T4" fmla="*/ 0 w 158"/>
                    <a:gd name="T5" fmla="*/ 44 h 135"/>
                    <a:gd name="T6" fmla="*/ 1 w 158"/>
                    <a:gd name="T7" fmla="*/ 0 h 135"/>
                    <a:gd name="T8" fmla="*/ 158 w 158"/>
                    <a:gd name="T9" fmla="*/ 90 h 135"/>
                  </a:gdLst>
                  <a:ahLst/>
                  <a:cxnLst>
                    <a:cxn ang="0">
                      <a:pos x="T0" y="T1"/>
                    </a:cxn>
                    <a:cxn ang="0">
                      <a:pos x="T2" y="T3"/>
                    </a:cxn>
                    <a:cxn ang="0">
                      <a:pos x="T4" y="T5"/>
                    </a:cxn>
                    <a:cxn ang="0">
                      <a:pos x="T6" y="T7"/>
                    </a:cxn>
                    <a:cxn ang="0">
                      <a:pos x="T8" y="T9"/>
                    </a:cxn>
                  </a:cxnLst>
                  <a:rect l="0" t="0" r="r" b="b"/>
                  <a:pathLst>
                    <a:path w="158" h="135">
                      <a:moveTo>
                        <a:pt x="158" y="90"/>
                      </a:moveTo>
                      <a:lnTo>
                        <a:pt x="158" y="135"/>
                      </a:lnTo>
                      <a:lnTo>
                        <a:pt x="0" y="44"/>
                      </a:lnTo>
                      <a:lnTo>
                        <a:pt x="1" y="0"/>
                      </a:lnTo>
                      <a:lnTo>
                        <a:pt x="158" y="90"/>
                      </a:lnTo>
                      <a:close/>
                    </a:path>
                  </a:pathLst>
                </a:custGeom>
                <a:solidFill>
                  <a:srgbClr val="AFAEB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00" name="Freeform 106"/>
                <p:cNvSpPr>
                  <a:spLocks/>
                </p:cNvSpPr>
                <p:nvPr/>
              </p:nvSpPr>
              <p:spPr bwMode="auto">
                <a:xfrm>
                  <a:off x="2465388" y="3346451"/>
                  <a:ext cx="360363" cy="204788"/>
                </a:xfrm>
                <a:custGeom>
                  <a:avLst/>
                  <a:gdLst>
                    <a:gd name="T0" fmla="*/ 227 w 227"/>
                    <a:gd name="T1" fmla="*/ 91 h 129"/>
                    <a:gd name="T2" fmla="*/ 68 w 227"/>
                    <a:gd name="T3" fmla="*/ 0 h 129"/>
                    <a:gd name="T4" fmla="*/ 0 w 227"/>
                    <a:gd name="T5" fmla="*/ 39 h 129"/>
                    <a:gd name="T6" fmla="*/ 159 w 227"/>
                    <a:gd name="T7" fmla="*/ 129 h 129"/>
                    <a:gd name="T8" fmla="*/ 227 w 227"/>
                    <a:gd name="T9" fmla="*/ 91 h 129"/>
                  </a:gdLst>
                  <a:ahLst/>
                  <a:cxnLst>
                    <a:cxn ang="0">
                      <a:pos x="T0" y="T1"/>
                    </a:cxn>
                    <a:cxn ang="0">
                      <a:pos x="T2" y="T3"/>
                    </a:cxn>
                    <a:cxn ang="0">
                      <a:pos x="T4" y="T5"/>
                    </a:cxn>
                    <a:cxn ang="0">
                      <a:pos x="T6" y="T7"/>
                    </a:cxn>
                    <a:cxn ang="0">
                      <a:pos x="T8" y="T9"/>
                    </a:cxn>
                  </a:cxnLst>
                  <a:rect l="0" t="0" r="r" b="b"/>
                  <a:pathLst>
                    <a:path w="227" h="129">
                      <a:moveTo>
                        <a:pt x="227" y="91"/>
                      </a:moveTo>
                      <a:lnTo>
                        <a:pt x="68" y="0"/>
                      </a:lnTo>
                      <a:lnTo>
                        <a:pt x="0" y="39"/>
                      </a:lnTo>
                      <a:lnTo>
                        <a:pt x="159" y="129"/>
                      </a:lnTo>
                      <a:lnTo>
                        <a:pt x="227" y="91"/>
                      </a:lnTo>
                      <a:close/>
                    </a:path>
                  </a:pathLst>
                </a:custGeom>
                <a:solidFill>
                  <a:srgbClr val="E4E4E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01" name="Freeform 107"/>
                <p:cNvSpPr>
                  <a:spLocks/>
                </p:cNvSpPr>
                <p:nvPr/>
              </p:nvSpPr>
              <p:spPr bwMode="auto">
                <a:xfrm>
                  <a:off x="2714625" y="3490913"/>
                  <a:ext cx="111125" cy="130175"/>
                </a:xfrm>
                <a:custGeom>
                  <a:avLst/>
                  <a:gdLst>
                    <a:gd name="T0" fmla="*/ 70 w 70"/>
                    <a:gd name="T1" fmla="*/ 0 h 82"/>
                    <a:gd name="T2" fmla="*/ 70 w 70"/>
                    <a:gd name="T3" fmla="*/ 45 h 82"/>
                    <a:gd name="T4" fmla="*/ 0 w 70"/>
                    <a:gd name="T5" fmla="*/ 82 h 82"/>
                    <a:gd name="T6" fmla="*/ 0 w 70"/>
                    <a:gd name="T7" fmla="*/ 38 h 82"/>
                    <a:gd name="T8" fmla="*/ 70 w 70"/>
                    <a:gd name="T9" fmla="*/ 0 h 82"/>
                  </a:gdLst>
                  <a:ahLst/>
                  <a:cxnLst>
                    <a:cxn ang="0">
                      <a:pos x="T0" y="T1"/>
                    </a:cxn>
                    <a:cxn ang="0">
                      <a:pos x="T2" y="T3"/>
                    </a:cxn>
                    <a:cxn ang="0">
                      <a:pos x="T4" y="T5"/>
                    </a:cxn>
                    <a:cxn ang="0">
                      <a:pos x="T6" y="T7"/>
                    </a:cxn>
                    <a:cxn ang="0">
                      <a:pos x="T8" y="T9"/>
                    </a:cxn>
                  </a:cxnLst>
                  <a:rect l="0" t="0" r="r" b="b"/>
                  <a:pathLst>
                    <a:path w="70" h="82">
                      <a:moveTo>
                        <a:pt x="70" y="0"/>
                      </a:moveTo>
                      <a:lnTo>
                        <a:pt x="70" y="45"/>
                      </a:lnTo>
                      <a:lnTo>
                        <a:pt x="0" y="82"/>
                      </a:lnTo>
                      <a:lnTo>
                        <a:pt x="0" y="38"/>
                      </a:lnTo>
                      <a:lnTo>
                        <a:pt x="70" y="0"/>
                      </a:lnTo>
                      <a:close/>
                    </a:path>
                  </a:pathLst>
                </a:custGeom>
                <a:solidFill>
                  <a:schemeClr val="bg1">
                    <a:lumMod val="95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02" name="Freeform 108"/>
                <p:cNvSpPr>
                  <a:spLocks/>
                </p:cNvSpPr>
                <p:nvPr/>
              </p:nvSpPr>
              <p:spPr bwMode="auto">
                <a:xfrm>
                  <a:off x="2465388" y="3408363"/>
                  <a:ext cx="249238" cy="215900"/>
                </a:xfrm>
                <a:custGeom>
                  <a:avLst/>
                  <a:gdLst>
                    <a:gd name="T0" fmla="*/ 157 w 157"/>
                    <a:gd name="T1" fmla="*/ 90 h 136"/>
                    <a:gd name="T2" fmla="*/ 157 w 157"/>
                    <a:gd name="T3" fmla="*/ 136 h 136"/>
                    <a:gd name="T4" fmla="*/ 0 w 157"/>
                    <a:gd name="T5" fmla="*/ 44 h 136"/>
                    <a:gd name="T6" fmla="*/ 0 w 157"/>
                    <a:gd name="T7" fmla="*/ 0 h 136"/>
                    <a:gd name="T8" fmla="*/ 157 w 157"/>
                    <a:gd name="T9" fmla="*/ 90 h 136"/>
                  </a:gdLst>
                  <a:ahLst/>
                  <a:cxnLst>
                    <a:cxn ang="0">
                      <a:pos x="T0" y="T1"/>
                    </a:cxn>
                    <a:cxn ang="0">
                      <a:pos x="T2" y="T3"/>
                    </a:cxn>
                    <a:cxn ang="0">
                      <a:pos x="T4" y="T5"/>
                    </a:cxn>
                    <a:cxn ang="0">
                      <a:pos x="T6" y="T7"/>
                    </a:cxn>
                    <a:cxn ang="0">
                      <a:pos x="T8" y="T9"/>
                    </a:cxn>
                  </a:cxnLst>
                  <a:rect l="0" t="0" r="r" b="b"/>
                  <a:pathLst>
                    <a:path w="157" h="136">
                      <a:moveTo>
                        <a:pt x="157" y="90"/>
                      </a:moveTo>
                      <a:lnTo>
                        <a:pt x="157" y="136"/>
                      </a:lnTo>
                      <a:lnTo>
                        <a:pt x="0" y="44"/>
                      </a:lnTo>
                      <a:lnTo>
                        <a:pt x="0" y="0"/>
                      </a:lnTo>
                      <a:lnTo>
                        <a:pt x="157" y="90"/>
                      </a:lnTo>
                      <a:close/>
                    </a:path>
                  </a:pathLst>
                </a:custGeom>
                <a:solidFill>
                  <a:srgbClr val="AFAEB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03" name="Freeform 109"/>
                <p:cNvSpPr>
                  <a:spLocks/>
                </p:cNvSpPr>
                <p:nvPr/>
              </p:nvSpPr>
              <p:spPr bwMode="auto">
                <a:xfrm>
                  <a:off x="2524125" y="3246438"/>
                  <a:ext cx="358775" cy="204788"/>
                </a:xfrm>
                <a:custGeom>
                  <a:avLst/>
                  <a:gdLst>
                    <a:gd name="T0" fmla="*/ 226 w 226"/>
                    <a:gd name="T1" fmla="*/ 90 h 129"/>
                    <a:gd name="T2" fmla="*/ 69 w 226"/>
                    <a:gd name="T3" fmla="*/ 0 h 129"/>
                    <a:gd name="T4" fmla="*/ 0 w 226"/>
                    <a:gd name="T5" fmla="*/ 38 h 129"/>
                    <a:gd name="T6" fmla="*/ 157 w 226"/>
                    <a:gd name="T7" fmla="*/ 129 h 129"/>
                    <a:gd name="T8" fmla="*/ 226 w 226"/>
                    <a:gd name="T9" fmla="*/ 90 h 129"/>
                  </a:gdLst>
                  <a:ahLst/>
                  <a:cxnLst>
                    <a:cxn ang="0">
                      <a:pos x="T0" y="T1"/>
                    </a:cxn>
                    <a:cxn ang="0">
                      <a:pos x="T2" y="T3"/>
                    </a:cxn>
                    <a:cxn ang="0">
                      <a:pos x="T4" y="T5"/>
                    </a:cxn>
                    <a:cxn ang="0">
                      <a:pos x="T6" y="T7"/>
                    </a:cxn>
                    <a:cxn ang="0">
                      <a:pos x="T8" y="T9"/>
                    </a:cxn>
                  </a:cxnLst>
                  <a:rect l="0" t="0" r="r" b="b"/>
                  <a:pathLst>
                    <a:path w="226" h="129">
                      <a:moveTo>
                        <a:pt x="226" y="90"/>
                      </a:moveTo>
                      <a:lnTo>
                        <a:pt x="69" y="0"/>
                      </a:lnTo>
                      <a:lnTo>
                        <a:pt x="0" y="38"/>
                      </a:lnTo>
                      <a:lnTo>
                        <a:pt x="157" y="129"/>
                      </a:lnTo>
                      <a:lnTo>
                        <a:pt x="226" y="90"/>
                      </a:lnTo>
                      <a:close/>
                    </a:path>
                  </a:pathLst>
                </a:custGeom>
                <a:solidFill>
                  <a:srgbClr val="E4E4E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04" name="Freeform 110"/>
                <p:cNvSpPr>
                  <a:spLocks/>
                </p:cNvSpPr>
                <p:nvPr/>
              </p:nvSpPr>
              <p:spPr bwMode="auto">
                <a:xfrm>
                  <a:off x="2773363" y="3389313"/>
                  <a:ext cx="109538" cy="130175"/>
                </a:xfrm>
                <a:custGeom>
                  <a:avLst/>
                  <a:gdLst>
                    <a:gd name="T0" fmla="*/ 69 w 69"/>
                    <a:gd name="T1" fmla="*/ 0 h 82"/>
                    <a:gd name="T2" fmla="*/ 69 w 69"/>
                    <a:gd name="T3" fmla="*/ 45 h 82"/>
                    <a:gd name="T4" fmla="*/ 0 w 69"/>
                    <a:gd name="T5" fmla="*/ 82 h 82"/>
                    <a:gd name="T6" fmla="*/ 0 w 69"/>
                    <a:gd name="T7" fmla="*/ 39 h 82"/>
                    <a:gd name="T8" fmla="*/ 69 w 69"/>
                    <a:gd name="T9" fmla="*/ 0 h 82"/>
                  </a:gdLst>
                  <a:ahLst/>
                  <a:cxnLst>
                    <a:cxn ang="0">
                      <a:pos x="T0" y="T1"/>
                    </a:cxn>
                    <a:cxn ang="0">
                      <a:pos x="T2" y="T3"/>
                    </a:cxn>
                    <a:cxn ang="0">
                      <a:pos x="T4" y="T5"/>
                    </a:cxn>
                    <a:cxn ang="0">
                      <a:pos x="T6" y="T7"/>
                    </a:cxn>
                    <a:cxn ang="0">
                      <a:pos x="T8" y="T9"/>
                    </a:cxn>
                  </a:cxnLst>
                  <a:rect l="0" t="0" r="r" b="b"/>
                  <a:pathLst>
                    <a:path w="69" h="82">
                      <a:moveTo>
                        <a:pt x="69" y="0"/>
                      </a:moveTo>
                      <a:lnTo>
                        <a:pt x="69" y="45"/>
                      </a:lnTo>
                      <a:lnTo>
                        <a:pt x="0" y="82"/>
                      </a:lnTo>
                      <a:lnTo>
                        <a:pt x="0" y="39"/>
                      </a:lnTo>
                      <a:lnTo>
                        <a:pt x="69" y="0"/>
                      </a:lnTo>
                      <a:close/>
                    </a:path>
                  </a:pathLst>
                </a:custGeom>
                <a:solidFill>
                  <a:schemeClr val="bg1">
                    <a:lumMod val="95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05" name="Freeform 111"/>
                <p:cNvSpPr>
                  <a:spLocks/>
                </p:cNvSpPr>
                <p:nvPr/>
              </p:nvSpPr>
              <p:spPr bwMode="auto">
                <a:xfrm>
                  <a:off x="2522538" y="3306763"/>
                  <a:ext cx="250825" cy="215900"/>
                </a:xfrm>
                <a:custGeom>
                  <a:avLst/>
                  <a:gdLst>
                    <a:gd name="T0" fmla="*/ 158 w 158"/>
                    <a:gd name="T1" fmla="*/ 91 h 136"/>
                    <a:gd name="T2" fmla="*/ 158 w 158"/>
                    <a:gd name="T3" fmla="*/ 136 h 136"/>
                    <a:gd name="T4" fmla="*/ 0 w 158"/>
                    <a:gd name="T5" fmla="*/ 44 h 136"/>
                    <a:gd name="T6" fmla="*/ 1 w 158"/>
                    <a:gd name="T7" fmla="*/ 0 h 136"/>
                    <a:gd name="T8" fmla="*/ 158 w 158"/>
                    <a:gd name="T9" fmla="*/ 91 h 136"/>
                  </a:gdLst>
                  <a:ahLst/>
                  <a:cxnLst>
                    <a:cxn ang="0">
                      <a:pos x="T0" y="T1"/>
                    </a:cxn>
                    <a:cxn ang="0">
                      <a:pos x="T2" y="T3"/>
                    </a:cxn>
                    <a:cxn ang="0">
                      <a:pos x="T4" y="T5"/>
                    </a:cxn>
                    <a:cxn ang="0">
                      <a:pos x="T6" y="T7"/>
                    </a:cxn>
                    <a:cxn ang="0">
                      <a:pos x="T8" y="T9"/>
                    </a:cxn>
                  </a:cxnLst>
                  <a:rect l="0" t="0" r="r" b="b"/>
                  <a:pathLst>
                    <a:path w="158" h="136">
                      <a:moveTo>
                        <a:pt x="158" y="91"/>
                      </a:moveTo>
                      <a:lnTo>
                        <a:pt x="158" y="136"/>
                      </a:lnTo>
                      <a:lnTo>
                        <a:pt x="0" y="44"/>
                      </a:lnTo>
                      <a:lnTo>
                        <a:pt x="1" y="0"/>
                      </a:lnTo>
                      <a:lnTo>
                        <a:pt x="158" y="91"/>
                      </a:lnTo>
                      <a:close/>
                    </a:path>
                  </a:pathLst>
                </a:custGeom>
                <a:solidFill>
                  <a:srgbClr val="AFAEB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06" name="Freeform 112"/>
                <p:cNvSpPr>
                  <a:spLocks/>
                </p:cNvSpPr>
                <p:nvPr/>
              </p:nvSpPr>
              <p:spPr bwMode="auto">
                <a:xfrm>
                  <a:off x="2581275" y="3144838"/>
                  <a:ext cx="360363" cy="204788"/>
                </a:xfrm>
                <a:custGeom>
                  <a:avLst/>
                  <a:gdLst>
                    <a:gd name="T0" fmla="*/ 227 w 227"/>
                    <a:gd name="T1" fmla="*/ 90 h 129"/>
                    <a:gd name="T2" fmla="*/ 69 w 227"/>
                    <a:gd name="T3" fmla="*/ 0 h 129"/>
                    <a:gd name="T4" fmla="*/ 0 w 227"/>
                    <a:gd name="T5" fmla="*/ 39 h 129"/>
                    <a:gd name="T6" fmla="*/ 159 w 227"/>
                    <a:gd name="T7" fmla="*/ 129 h 129"/>
                    <a:gd name="T8" fmla="*/ 227 w 227"/>
                    <a:gd name="T9" fmla="*/ 90 h 129"/>
                  </a:gdLst>
                  <a:ahLst/>
                  <a:cxnLst>
                    <a:cxn ang="0">
                      <a:pos x="T0" y="T1"/>
                    </a:cxn>
                    <a:cxn ang="0">
                      <a:pos x="T2" y="T3"/>
                    </a:cxn>
                    <a:cxn ang="0">
                      <a:pos x="T4" y="T5"/>
                    </a:cxn>
                    <a:cxn ang="0">
                      <a:pos x="T6" y="T7"/>
                    </a:cxn>
                    <a:cxn ang="0">
                      <a:pos x="T8" y="T9"/>
                    </a:cxn>
                  </a:cxnLst>
                  <a:rect l="0" t="0" r="r" b="b"/>
                  <a:pathLst>
                    <a:path w="227" h="129">
                      <a:moveTo>
                        <a:pt x="227" y="90"/>
                      </a:moveTo>
                      <a:lnTo>
                        <a:pt x="69" y="0"/>
                      </a:lnTo>
                      <a:lnTo>
                        <a:pt x="0" y="39"/>
                      </a:lnTo>
                      <a:lnTo>
                        <a:pt x="159" y="129"/>
                      </a:lnTo>
                      <a:lnTo>
                        <a:pt x="227" y="90"/>
                      </a:lnTo>
                      <a:close/>
                    </a:path>
                  </a:pathLst>
                </a:custGeom>
                <a:solidFill>
                  <a:srgbClr val="E4E4E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07" name="Freeform 113"/>
                <p:cNvSpPr>
                  <a:spLocks/>
                </p:cNvSpPr>
                <p:nvPr/>
              </p:nvSpPr>
              <p:spPr bwMode="auto">
                <a:xfrm>
                  <a:off x="2830513" y="3287713"/>
                  <a:ext cx="111125" cy="130175"/>
                </a:xfrm>
                <a:custGeom>
                  <a:avLst/>
                  <a:gdLst>
                    <a:gd name="T0" fmla="*/ 70 w 70"/>
                    <a:gd name="T1" fmla="*/ 0 h 82"/>
                    <a:gd name="T2" fmla="*/ 70 w 70"/>
                    <a:gd name="T3" fmla="*/ 45 h 82"/>
                    <a:gd name="T4" fmla="*/ 0 w 70"/>
                    <a:gd name="T5" fmla="*/ 82 h 82"/>
                    <a:gd name="T6" fmla="*/ 0 w 70"/>
                    <a:gd name="T7" fmla="*/ 39 h 82"/>
                    <a:gd name="T8" fmla="*/ 70 w 70"/>
                    <a:gd name="T9" fmla="*/ 0 h 82"/>
                  </a:gdLst>
                  <a:ahLst/>
                  <a:cxnLst>
                    <a:cxn ang="0">
                      <a:pos x="T0" y="T1"/>
                    </a:cxn>
                    <a:cxn ang="0">
                      <a:pos x="T2" y="T3"/>
                    </a:cxn>
                    <a:cxn ang="0">
                      <a:pos x="T4" y="T5"/>
                    </a:cxn>
                    <a:cxn ang="0">
                      <a:pos x="T6" y="T7"/>
                    </a:cxn>
                    <a:cxn ang="0">
                      <a:pos x="T8" y="T9"/>
                    </a:cxn>
                  </a:cxnLst>
                  <a:rect l="0" t="0" r="r" b="b"/>
                  <a:pathLst>
                    <a:path w="70" h="82">
                      <a:moveTo>
                        <a:pt x="70" y="0"/>
                      </a:moveTo>
                      <a:lnTo>
                        <a:pt x="70" y="45"/>
                      </a:lnTo>
                      <a:lnTo>
                        <a:pt x="0" y="82"/>
                      </a:lnTo>
                      <a:lnTo>
                        <a:pt x="0" y="39"/>
                      </a:lnTo>
                      <a:lnTo>
                        <a:pt x="70" y="0"/>
                      </a:lnTo>
                      <a:close/>
                    </a:path>
                  </a:pathLst>
                </a:custGeom>
                <a:solidFill>
                  <a:schemeClr val="bg1">
                    <a:lumMod val="95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08" name="Freeform 114"/>
                <p:cNvSpPr>
                  <a:spLocks/>
                </p:cNvSpPr>
                <p:nvPr/>
              </p:nvSpPr>
              <p:spPr bwMode="auto">
                <a:xfrm>
                  <a:off x="2581275" y="3206751"/>
                  <a:ext cx="249238" cy="214313"/>
                </a:xfrm>
                <a:custGeom>
                  <a:avLst/>
                  <a:gdLst>
                    <a:gd name="T0" fmla="*/ 157 w 157"/>
                    <a:gd name="T1" fmla="*/ 90 h 135"/>
                    <a:gd name="T2" fmla="*/ 157 w 157"/>
                    <a:gd name="T3" fmla="*/ 135 h 135"/>
                    <a:gd name="T4" fmla="*/ 0 w 157"/>
                    <a:gd name="T5" fmla="*/ 43 h 135"/>
                    <a:gd name="T6" fmla="*/ 0 w 157"/>
                    <a:gd name="T7" fmla="*/ 0 h 135"/>
                    <a:gd name="T8" fmla="*/ 157 w 157"/>
                    <a:gd name="T9" fmla="*/ 90 h 135"/>
                  </a:gdLst>
                  <a:ahLst/>
                  <a:cxnLst>
                    <a:cxn ang="0">
                      <a:pos x="T0" y="T1"/>
                    </a:cxn>
                    <a:cxn ang="0">
                      <a:pos x="T2" y="T3"/>
                    </a:cxn>
                    <a:cxn ang="0">
                      <a:pos x="T4" y="T5"/>
                    </a:cxn>
                    <a:cxn ang="0">
                      <a:pos x="T6" y="T7"/>
                    </a:cxn>
                    <a:cxn ang="0">
                      <a:pos x="T8" y="T9"/>
                    </a:cxn>
                  </a:cxnLst>
                  <a:rect l="0" t="0" r="r" b="b"/>
                  <a:pathLst>
                    <a:path w="157" h="135">
                      <a:moveTo>
                        <a:pt x="157" y="90"/>
                      </a:moveTo>
                      <a:lnTo>
                        <a:pt x="157" y="135"/>
                      </a:lnTo>
                      <a:lnTo>
                        <a:pt x="0" y="43"/>
                      </a:lnTo>
                      <a:lnTo>
                        <a:pt x="0" y="0"/>
                      </a:lnTo>
                      <a:lnTo>
                        <a:pt x="157" y="90"/>
                      </a:lnTo>
                      <a:close/>
                    </a:path>
                  </a:pathLst>
                </a:custGeom>
                <a:solidFill>
                  <a:srgbClr val="AFAEB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09" name="Freeform 115"/>
                <p:cNvSpPr>
                  <a:spLocks/>
                </p:cNvSpPr>
                <p:nvPr/>
              </p:nvSpPr>
              <p:spPr bwMode="auto">
                <a:xfrm>
                  <a:off x="2640013" y="3043238"/>
                  <a:ext cx="358775" cy="204788"/>
                </a:xfrm>
                <a:custGeom>
                  <a:avLst/>
                  <a:gdLst>
                    <a:gd name="T0" fmla="*/ 226 w 226"/>
                    <a:gd name="T1" fmla="*/ 90 h 129"/>
                    <a:gd name="T2" fmla="*/ 69 w 226"/>
                    <a:gd name="T3" fmla="*/ 0 h 129"/>
                    <a:gd name="T4" fmla="*/ 0 w 226"/>
                    <a:gd name="T5" fmla="*/ 39 h 129"/>
                    <a:gd name="T6" fmla="*/ 158 w 226"/>
                    <a:gd name="T7" fmla="*/ 129 h 129"/>
                    <a:gd name="T8" fmla="*/ 226 w 226"/>
                    <a:gd name="T9" fmla="*/ 90 h 129"/>
                  </a:gdLst>
                  <a:ahLst/>
                  <a:cxnLst>
                    <a:cxn ang="0">
                      <a:pos x="T0" y="T1"/>
                    </a:cxn>
                    <a:cxn ang="0">
                      <a:pos x="T2" y="T3"/>
                    </a:cxn>
                    <a:cxn ang="0">
                      <a:pos x="T4" y="T5"/>
                    </a:cxn>
                    <a:cxn ang="0">
                      <a:pos x="T6" y="T7"/>
                    </a:cxn>
                    <a:cxn ang="0">
                      <a:pos x="T8" y="T9"/>
                    </a:cxn>
                  </a:cxnLst>
                  <a:rect l="0" t="0" r="r" b="b"/>
                  <a:pathLst>
                    <a:path w="226" h="129">
                      <a:moveTo>
                        <a:pt x="226" y="90"/>
                      </a:moveTo>
                      <a:lnTo>
                        <a:pt x="69" y="0"/>
                      </a:lnTo>
                      <a:lnTo>
                        <a:pt x="0" y="39"/>
                      </a:lnTo>
                      <a:lnTo>
                        <a:pt x="158" y="129"/>
                      </a:lnTo>
                      <a:lnTo>
                        <a:pt x="226" y="90"/>
                      </a:lnTo>
                      <a:close/>
                    </a:path>
                  </a:pathLst>
                </a:custGeom>
                <a:solidFill>
                  <a:srgbClr val="E4E4E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10" name="Freeform 116"/>
                <p:cNvSpPr>
                  <a:spLocks/>
                </p:cNvSpPr>
                <p:nvPr/>
              </p:nvSpPr>
              <p:spPr bwMode="auto">
                <a:xfrm>
                  <a:off x="2890838" y="3186113"/>
                  <a:ext cx="107950" cy="131763"/>
                </a:xfrm>
                <a:custGeom>
                  <a:avLst/>
                  <a:gdLst>
                    <a:gd name="T0" fmla="*/ 68 w 68"/>
                    <a:gd name="T1" fmla="*/ 0 h 83"/>
                    <a:gd name="T2" fmla="*/ 68 w 68"/>
                    <a:gd name="T3" fmla="*/ 45 h 83"/>
                    <a:gd name="T4" fmla="*/ 0 w 68"/>
                    <a:gd name="T5" fmla="*/ 83 h 83"/>
                    <a:gd name="T6" fmla="*/ 0 w 68"/>
                    <a:gd name="T7" fmla="*/ 39 h 83"/>
                    <a:gd name="T8" fmla="*/ 68 w 68"/>
                    <a:gd name="T9" fmla="*/ 0 h 83"/>
                  </a:gdLst>
                  <a:ahLst/>
                  <a:cxnLst>
                    <a:cxn ang="0">
                      <a:pos x="T0" y="T1"/>
                    </a:cxn>
                    <a:cxn ang="0">
                      <a:pos x="T2" y="T3"/>
                    </a:cxn>
                    <a:cxn ang="0">
                      <a:pos x="T4" y="T5"/>
                    </a:cxn>
                    <a:cxn ang="0">
                      <a:pos x="T6" y="T7"/>
                    </a:cxn>
                    <a:cxn ang="0">
                      <a:pos x="T8" y="T9"/>
                    </a:cxn>
                  </a:cxnLst>
                  <a:rect l="0" t="0" r="r" b="b"/>
                  <a:pathLst>
                    <a:path w="68" h="83">
                      <a:moveTo>
                        <a:pt x="68" y="0"/>
                      </a:moveTo>
                      <a:lnTo>
                        <a:pt x="68" y="45"/>
                      </a:lnTo>
                      <a:lnTo>
                        <a:pt x="0" y="83"/>
                      </a:lnTo>
                      <a:lnTo>
                        <a:pt x="0" y="39"/>
                      </a:lnTo>
                      <a:lnTo>
                        <a:pt x="68" y="0"/>
                      </a:lnTo>
                      <a:close/>
                    </a:path>
                  </a:pathLst>
                </a:custGeom>
                <a:solidFill>
                  <a:schemeClr val="bg1">
                    <a:lumMod val="95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11" name="Freeform 117"/>
                <p:cNvSpPr>
                  <a:spLocks/>
                </p:cNvSpPr>
                <p:nvPr/>
              </p:nvSpPr>
              <p:spPr bwMode="auto">
                <a:xfrm>
                  <a:off x="2638425" y="3105151"/>
                  <a:ext cx="252413" cy="214313"/>
                </a:xfrm>
                <a:custGeom>
                  <a:avLst/>
                  <a:gdLst>
                    <a:gd name="T0" fmla="*/ 159 w 159"/>
                    <a:gd name="T1" fmla="*/ 90 h 135"/>
                    <a:gd name="T2" fmla="*/ 159 w 159"/>
                    <a:gd name="T3" fmla="*/ 135 h 135"/>
                    <a:gd name="T4" fmla="*/ 0 w 159"/>
                    <a:gd name="T5" fmla="*/ 43 h 135"/>
                    <a:gd name="T6" fmla="*/ 1 w 159"/>
                    <a:gd name="T7" fmla="*/ 0 h 135"/>
                    <a:gd name="T8" fmla="*/ 159 w 159"/>
                    <a:gd name="T9" fmla="*/ 90 h 135"/>
                  </a:gdLst>
                  <a:ahLst/>
                  <a:cxnLst>
                    <a:cxn ang="0">
                      <a:pos x="T0" y="T1"/>
                    </a:cxn>
                    <a:cxn ang="0">
                      <a:pos x="T2" y="T3"/>
                    </a:cxn>
                    <a:cxn ang="0">
                      <a:pos x="T4" y="T5"/>
                    </a:cxn>
                    <a:cxn ang="0">
                      <a:pos x="T6" y="T7"/>
                    </a:cxn>
                    <a:cxn ang="0">
                      <a:pos x="T8" y="T9"/>
                    </a:cxn>
                  </a:cxnLst>
                  <a:rect l="0" t="0" r="r" b="b"/>
                  <a:pathLst>
                    <a:path w="159" h="135">
                      <a:moveTo>
                        <a:pt x="159" y="90"/>
                      </a:moveTo>
                      <a:lnTo>
                        <a:pt x="159" y="135"/>
                      </a:lnTo>
                      <a:lnTo>
                        <a:pt x="0" y="43"/>
                      </a:lnTo>
                      <a:lnTo>
                        <a:pt x="1" y="0"/>
                      </a:lnTo>
                      <a:lnTo>
                        <a:pt x="159" y="90"/>
                      </a:lnTo>
                      <a:close/>
                    </a:path>
                  </a:pathLst>
                </a:custGeom>
                <a:solidFill>
                  <a:srgbClr val="AFAEB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12" name="Freeform 118"/>
                <p:cNvSpPr>
                  <a:spLocks/>
                </p:cNvSpPr>
                <p:nvPr/>
              </p:nvSpPr>
              <p:spPr bwMode="auto">
                <a:xfrm>
                  <a:off x="2697163" y="2941638"/>
                  <a:ext cx="360363" cy="204788"/>
                </a:xfrm>
                <a:custGeom>
                  <a:avLst/>
                  <a:gdLst>
                    <a:gd name="T0" fmla="*/ 227 w 227"/>
                    <a:gd name="T1" fmla="*/ 90 h 129"/>
                    <a:gd name="T2" fmla="*/ 69 w 227"/>
                    <a:gd name="T3" fmla="*/ 0 h 129"/>
                    <a:gd name="T4" fmla="*/ 0 w 227"/>
                    <a:gd name="T5" fmla="*/ 39 h 129"/>
                    <a:gd name="T6" fmla="*/ 159 w 227"/>
                    <a:gd name="T7" fmla="*/ 129 h 129"/>
                    <a:gd name="T8" fmla="*/ 227 w 227"/>
                    <a:gd name="T9" fmla="*/ 90 h 129"/>
                  </a:gdLst>
                  <a:ahLst/>
                  <a:cxnLst>
                    <a:cxn ang="0">
                      <a:pos x="T0" y="T1"/>
                    </a:cxn>
                    <a:cxn ang="0">
                      <a:pos x="T2" y="T3"/>
                    </a:cxn>
                    <a:cxn ang="0">
                      <a:pos x="T4" y="T5"/>
                    </a:cxn>
                    <a:cxn ang="0">
                      <a:pos x="T6" y="T7"/>
                    </a:cxn>
                    <a:cxn ang="0">
                      <a:pos x="T8" y="T9"/>
                    </a:cxn>
                  </a:cxnLst>
                  <a:rect l="0" t="0" r="r" b="b"/>
                  <a:pathLst>
                    <a:path w="227" h="129">
                      <a:moveTo>
                        <a:pt x="227" y="90"/>
                      </a:moveTo>
                      <a:lnTo>
                        <a:pt x="69" y="0"/>
                      </a:lnTo>
                      <a:lnTo>
                        <a:pt x="0" y="39"/>
                      </a:lnTo>
                      <a:lnTo>
                        <a:pt x="159" y="129"/>
                      </a:lnTo>
                      <a:lnTo>
                        <a:pt x="227" y="90"/>
                      </a:lnTo>
                      <a:close/>
                    </a:path>
                  </a:pathLst>
                </a:custGeom>
                <a:solidFill>
                  <a:srgbClr val="E4E4E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13" name="Freeform 119"/>
                <p:cNvSpPr>
                  <a:spLocks/>
                </p:cNvSpPr>
                <p:nvPr/>
              </p:nvSpPr>
              <p:spPr bwMode="auto">
                <a:xfrm>
                  <a:off x="2946400" y="3084513"/>
                  <a:ext cx="111125" cy="131763"/>
                </a:xfrm>
                <a:custGeom>
                  <a:avLst/>
                  <a:gdLst>
                    <a:gd name="T0" fmla="*/ 70 w 70"/>
                    <a:gd name="T1" fmla="*/ 0 h 83"/>
                    <a:gd name="T2" fmla="*/ 70 w 70"/>
                    <a:gd name="T3" fmla="*/ 46 h 83"/>
                    <a:gd name="T4" fmla="*/ 0 w 70"/>
                    <a:gd name="T5" fmla="*/ 83 h 83"/>
                    <a:gd name="T6" fmla="*/ 0 w 70"/>
                    <a:gd name="T7" fmla="*/ 39 h 83"/>
                    <a:gd name="T8" fmla="*/ 70 w 70"/>
                    <a:gd name="T9" fmla="*/ 0 h 83"/>
                  </a:gdLst>
                  <a:ahLst/>
                  <a:cxnLst>
                    <a:cxn ang="0">
                      <a:pos x="T0" y="T1"/>
                    </a:cxn>
                    <a:cxn ang="0">
                      <a:pos x="T2" y="T3"/>
                    </a:cxn>
                    <a:cxn ang="0">
                      <a:pos x="T4" y="T5"/>
                    </a:cxn>
                    <a:cxn ang="0">
                      <a:pos x="T6" y="T7"/>
                    </a:cxn>
                    <a:cxn ang="0">
                      <a:pos x="T8" y="T9"/>
                    </a:cxn>
                  </a:cxnLst>
                  <a:rect l="0" t="0" r="r" b="b"/>
                  <a:pathLst>
                    <a:path w="70" h="83">
                      <a:moveTo>
                        <a:pt x="70" y="0"/>
                      </a:moveTo>
                      <a:lnTo>
                        <a:pt x="70" y="46"/>
                      </a:lnTo>
                      <a:lnTo>
                        <a:pt x="0" y="83"/>
                      </a:lnTo>
                      <a:lnTo>
                        <a:pt x="0" y="39"/>
                      </a:lnTo>
                      <a:lnTo>
                        <a:pt x="70" y="0"/>
                      </a:lnTo>
                      <a:close/>
                    </a:path>
                  </a:pathLst>
                </a:custGeom>
                <a:solidFill>
                  <a:schemeClr val="bg1">
                    <a:lumMod val="95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14" name="Freeform 120"/>
                <p:cNvSpPr>
                  <a:spLocks/>
                </p:cNvSpPr>
                <p:nvPr/>
              </p:nvSpPr>
              <p:spPr bwMode="auto">
                <a:xfrm>
                  <a:off x="2697163" y="3003551"/>
                  <a:ext cx="249238" cy="214313"/>
                </a:xfrm>
                <a:custGeom>
                  <a:avLst/>
                  <a:gdLst>
                    <a:gd name="T0" fmla="*/ 157 w 157"/>
                    <a:gd name="T1" fmla="*/ 90 h 135"/>
                    <a:gd name="T2" fmla="*/ 157 w 157"/>
                    <a:gd name="T3" fmla="*/ 135 h 135"/>
                    <a:gd name="T4" fmla="*/ 0 w 157"/>
                    <a:gd name="T5" fmla="*/ 44 h 135"/>
                    <a:gd name="T6" fmla="*/ 0 w 157"/>
                    <a:gd name="T7" fmla="*/ 0 h 135"/>
                    <a:gd name="T8" fmla="*/ 157 w 157"/>
                    <a:gd name="T9" fmla="*/ 90 h 135"/>
                  </a:gdLst>
                  <a:ahLst/>
                  <a:cxnLst>
                    <a:cxn ang="0">
                      <a:pos x="T0" y="T1"/>
                    </a:cxn>
                    <a:cxn ang="0">
                      <a:pos x="T2" y="T3"/>
                    </a:cxn>
                    <a:cxn ang="0">
                      <a:pos x="T4" y="T5"/>
                    </a:cxn>
                    <a:cxn ang="0">
                      <a:pos x="T6" y="T7"/>
                    </a:cxn>
                    <a:cxn ang="0">
                      <a:pos x="T8" y="T9"/>
                    </a:cxn>
                  </a:cxnLst>
                  <a:rect l="0" t="0" r="r" b="b"/>
                  <a:pathLst>
                    <a:path w="157" h="135">
                      <a:moveTo>
                        <a:pt x="157" y="90"/>
                      </a:moveTo>
                      <a:lnTo>
                        <a:pt x="157" y="135"/>
                      </a:lnTo>
                      <a:lnTo>
                        <a:pt x="0" y="44"/>
                      </a:lnTo>
                      <a:lnTo>
                        <a:pt x="0" y="0"/>
                      </a:lnTo>
                      <a:lnTo>
                        <a:pt x="157" y="90"/>
                      </a:lnTo>
                      <a:close/>
                    </a:path>
                  </a:pathLst>
                </a:custGeom>
                <a:solidFill>
                  <a:srgbClr val="AFAEB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215" name="组合 214"/>
            <p:cNvGrpSpPr/>
            <p:nvPr/>
          </p:nvGrpSpPr>
          <p:grpSpPr>
            <a:xfrm>
              <a:off x="2216040" y="5757081"/>
              <a:ext cx="847620" cy="1118727"/>
              <a:chOff x="4182025" y="3037568"/>
              <a:chExt cx="1018111" cy="1343750"/>
            </a:xfrm>
          </p:grpSpPr>
          <p:sp>
            <p:nvSpPr>
              <p:cNvPr id="216" name="任意多边形 215"/>
              <p:cNvSpPr>
                <a:spLocks/>
              </p:cNvSpPr>
              <p:nvPr/>
            </p:nvSpPr>
            <p:spPr bwMode="auto">
              <a:xfrm>
                <a:off x="4182025" y="3037568"/>
                <a:ext cx="1018111" cy="1343750"/>
              </a:xfrm>
              <a:custGeom>
                <a:avLst/>
                <a:gdLst>
                  <a:gd name="connsiteX0" fmla="*/ 448890 w 1018111"/>
                  <a:gd name="connsiteY0" fmla="*/ 1091309 h 1343750"/>
                  <a:gd name="connsiteX1" fmla="*/ 380565 w 1018111"/>
                  <a:gd name="connsiteY1" fmla="*/ 1129928 h 1343750"/>
                  <a:gd name="connsiteX2" fmla="*/ 380565 w 1018111"/>
                  <a:gd name="connsiteY2" fmla="*/ 1129928 h 1343750"/>
                  <a:gd name="connsiteX3" fmla="*/ 448890 w 1018111"/>
                  <a:gd name="connsiteY3" fmla="*/ 1091310 h 1343750"/>
                  <a:gd name="connsiteX4" fmla="*/ 143272 w 1018111"/>
                  <a:gd name="connsiteY4" fmla="*/ 827868 h 1343750"/>
                  <a:gd name="connsiteX5" fmla="*/ 451186 w 1018111"/>
                  <a:gd name="connsiteY5" fmla="*/ 1004379 h 1343750"/>
                  <a:gd name="connsiteX6" fmla="*/ 451186 w 1018111"/>
                  <a:gd name="connsiteY6" fmla="*/ 1004380 h 1343750"/>
                  <a:gd name="connsiteX7" fmla="*/ 453163 w 1018111"/>
                  <a:gd name="connsiteY7" fmla="*/ 1003279 h 1343750"/>
                  <a:gd name="connsiteX8" fmla="*/ 735293 w 1018111"/>
                  <a:gd name="connsiteY8" fmla="*/ 591081 h 1343750"/>
                  <a:gd name="connsiteX9" fmla="*/ 666970 w 1018111"/>
                  <a:gd name="connsiteY9" fmla="*/ 629698 h 1343750"/>
                  <a:gd name="connsiteX10" fmla="*/ 666970 w 1018111"/>
                  <a:gd name="connsiteY10" fmla="*/ 629699 h 1343750"/>
                  <a:gd name="connsiteX11" fmla="*/ 735293 w 1018111"/>
                  <a:gd name="connsiteY11" fmla="*/ 591081 h 1343750"/>
                  <a:gd name="connsiteX12" fmla="*/ 286475 w 1018111"/>
                  <a:gd name="connsiteY12" fmla="*/ 576773 h 1343750"/>
                  <a:gd name="connsiteX13" fmla="*/ 594389 w 1018111"/>
                  <a:gd name="connsiteY13" fmla="*/ 753284 h 1343750"/>
                  <a:gd name="connsiteX14" fmla="*/ 594389 w 1018111"/>
                  <a:gd name="connsiteY14" fmla="*/ 753284 h 1343750"/>
                  <a:gd name="connsiteX15" fmla="*/ 596391 w 1018111"/>
                  <a:gd name="connsiteY15" fmla="*/ 752198 h 1343750"/>
                  <a:gd name="connsiteX16" fmla="*/ 772479 w 1018111"/>
                  <a:gd name="connsiteY16" fmla="*/ 570063 h 1343750"/>
                  <a:gd name="connsiteX17" fmla="*/ 772476 w 1018111"/>
                  <a:gd name="connsiteY17" fmla="*/ 570065 h 1343750"/>
                  <a:gd name="connsiteX18" fmla="*/ 737591 w 1018111"/>
                  <a:gd name="connsiteY18" fmla="*/ 589782 h 1343750"/>
                  <a:gd name="connsiteX19" fmla="*/ 737591 w 1018111"/>
                  <a:gd name="connsiteY19" fmla="*/ 589782 h 1343750"/>
                  <a:gd name="connsiteX20" fmla="*/ 708166 w 1018111"/>
                  <a:gd name="connsiteY20" fmla="*/ 0 h 1343750"/>
                  <a:gd name="connsiteX21" fmla="*/ 1018111 w 1018111"/>
                  <a:gd name="connsiteY21" fmla="*/ 176551 h 1343750"/>
                  <a:gd name="connsiteX22" fmla="*/ 1018109 w 1018111"/>
                  <a:gd name="connsiteY22" fmla="*/ 176553 h 1343750"/>
                  <a:gd name="connsiteX23" fmla="*/ 1018109 w 1018111"/>
                  <a:gd name="connsiteY23" fmla="*/ 266788 h 1343750"/>
                  <a:gd name="connsiteX24" fmla="*/ 945528 w 1018111"/>
                  <a:gd name="connsiteY24" fmla="*/ 305153 h 1343750"/>
                  <a:gd name="connsiteX25" fmla="*/ 945528 w 1018111"/>
                  <a:gd name="connsiteY25" fmla="*/ 390374 h 1343750"/>
                  <a:gd name="connsiteX26" fmla="*/ 874908 w 1018111"/>
                  <a:gd name="connsiteY26" fmla="*/ 429838 h 1343750"/>
                  <a:gd name="connsiteX27" fmla="*/ 874908 w 1018111"/>
                  <a:gd name="connsiteY27" fmla="*/ 515922 h 1343750"/>
                  <a:gd name="connsiteX28" fmla="*/ 802326 w 1018111"/>
                  <a:gd name="connsiteY28" fmla="*/ 554287 h 1343750"/>
                  <a:gd name="connsiteX29" fmla="*/ 802326 w 1018111"/>
                  <a:gd name="connsiteY29" fmla="*/ 641469 h 1343750"/>
                  <a:gd name="connsiteX30" fmla="*/ 731705 w 1018111"/>
                  <a:gd name="connsiteY30" fmla="*/ 679338 h 1343750"/>
                  <a:gd name="connsiteX31" fmla="*/ 731705 w 1018111"/>
                  <a:gd name="connsiteY31" fmla="*/ 767017 h 1343750"/>
                  <a:gd name="connsiteX32" fmla="*/ 659123 w 1018111"/>
                  <a:gd name="connsiteY32" fmla="*/ 805382 h 1343750"/>
                  <a:gd name="connsiteX33" fmla="*/ 659123 w 1018111"/>
                  <a:gd name="connsiteY33" fmla="*/ 890603 h 1343750"/>
                  <a:gd name="connsiteX34" fmla="*/ 588503 w 1018111"/>
                  <a:gd name="connsiteY34" fmla="*/ 929495 h 1343750"/>
                  <a:gd name="connsiteX35" fmla="*/ 588503 w 1018111"/>
                  <a:gd name="connsiteY35" fmla="*/ 1016150 h 1343750"/>
                  <a:gd name="connsiteX36" fmla="*/ 515921 w 1018111"/>
                  <a:gd name="connsiteY36" fmla="*/ 1055552 h 1343750"/>
                  <a:gd name="connsiteX37" fmla="*/ 515921 w 1018111"/>
                  <a:gd name="connsiteY37" fmla="*/ 1141698 h 1343750"/>
                  <a:gd name="connsiteX38" fmla="*/ 445300 w 1018111"/>
                  <a:gd name="connsiteY38" fmla="*/ 1179567 h 1343750"/>
                  <a:gd name="connsiteX39" fmla="*/ 445300 w 1018111"/>
                  <a:gd name="connsiteY39" fmla="*/ 1267245 h 1343750"/>
                  <a:gd name="connsiteX40" fmla="*/ 307984 w 1018111"/>
                  <a:gd name="connsiteY40" fmla="*/ 1339827 h 1343750"/>
                  <a:gd name="connsiteX41" fmla="*/ 307984 w 1018111"/>
                  <a:gd name="connsiteY41" fmla="*/ 1343750 h 1343750"/>
                  <a:gd name="connsiteX42" fmla="*/ 0 w 1018111"/>
                  <a:gd name="connsiteY42" fmla="*/ 1163276 h 1343750"/>
                  <a:gd name="connsiteX43" fmla="*/ 0 w 1018111"/>
                  <a:gd name="connsiteY43" fmla="*/ 1076962 h 1343750"/>
                  <a:gd name="connsiteX44" fmla="*/ 307984 w 1018111"/>
                  <a:gd name="connsiteY44" fmla="*/ 1255474 h 1343750"/>
                  <a:gd name="connsiteX45" fmla="*/ 309972 w 1018111"/>
                  <a:gd name="connsiteY45" fmla="*/ 1254367 h 1343750"/>
                  <a:gd name="connsiteX46" fmla="*/ 0 w 1018111"/>
                  <a:gd name="connsiteY46" fmla="*/ 1076962 h 1343750"/>
                  <a:gd name="connsiteX47" fmla="*/ 70650 w 1018111"/>
                  <a:gd name="connsiteY47" fmla="*/ 1036442 h 1343750"/>
                  <a:gd name="connsiteX48" fmla="*/ 72582 w 1018111"/>
                  <a:gd name="connsiteY48" fmla="*/ 953377 h 1343750"/>
                  <a:gd name="connsiteX49" fmla="*/ 72581 w 1018111"/>
                  <a:gd name="connsiteY49" fmla="*/ 953376 h 1343750"/>
                  <a:gd name="connsiteX50" fmla="*/ 72582 w 1018111"/>
                  <a:gd name="connsiteY50" fmla="*/ 953376 h 1343750"/>
                  <a:gd name="connsiteX51" fmla="*/ 72582 w 1018111"/>
                  <a:gd name="connsiteY51" fmla="*/ 953375 h 1343750"/>
                  <a:gd name="connsiteX52" fmla="*/ 72583 w 1018111"/>
                  <a:gd name="connsiteY52" fmla="*/ 953375 h 1343750"/>
                  <a:gd name="connsiteX53" fmla="*/ 144314 w 1018111"/>
                  <a:gd name="connsiteY53" fmla="*/ 912832 h 1343750"/>
                  <a:gd name="connsiteX54" fmla="*/ 143202 w 1018111"/>
                  <a:gd name="connsiteY54" fmla="*/ 912180 h 1343750"/>
                  <a:gd name="connsiteX55" fmla="*/ 143202 w 1018111"/>
                  <a:gd name="connsiteY55" fmla="*/ 827828 h 1343750"/>
                  <a:gd name="connsiteX56" fmla="*/ 143202 w 1018111"/>
                  <a:gd name="connsiteY56" fmla="*/ 827828 h 1343750"/>
                  <a:gd name="connsiteX57" fmla="*/ 143203 w 1018111"/>
                  <a:gd name="connsiteY57" fmla="*/ 827828 h 1343750"/>
                  <a:gd name="connsiteX58" fmla="*/ 213851 w 1018111"/>
                  <a:gd name="connsiteY58" fmla="*/ 787309 h 1343750"/>
                  <a:gd name="connsiteX59" fmla="*/ 215784 w 1018111"/>
                  <a:gd name="connsiteY59" fmla="*/ 702281 h 1343750"/>
                  <a:gd name="connsiteX60" fmla="*/ 215784 w 1018111"/>
                  <a:gd name="connsiteY60" fmla="*/ 702281 h 1343750"/>
                  <a:gd name="connsiteX61" fmla="*/ 286405 w 1018111"/>
                  <a:gd name="connsiteY61" fmla="*/ 662365 h 1343750"/>
                  <a:gd name="connsiteX62" fmla="*/ 286405 w 1018111"/>
                  <a:gd name="connsiteY62" fmla="*/ 576733 h 1343750"/>
                  <a:gd name="connsiteX63" fmla="*/ 286405 w 1018111"/>
                  <a:gd name="connsiteY63" fmla="*/ 576733 h 1343750"/>
                  <a:gd name="connsiteX64" fmla="*/ 286406 w 1018111"/>
                  <a:gd name="connsiteY64" fmla="*/ 576733 h 1343750"/>
                  <a:gd name="connsiteX65" fmla="*/ 357054 w 1018111"/>
                  <a:gd name="connsiteY65" fmla="*/ 536214 h 1343750"/>
                  <a:gd name="connsiteX66" fmla="*/ 358987 w 1018111"/>
                  <a:gd name="connsiteY66" fmla="*/ 451186 h 1343750"/>
                  <a:gd name="connsiteX67" fmla="*/ 358986 w 1018111"/>
                  <a:gd name="connsiteY67" fmla="*/ 451186 h 1343750"/>
                  <a:gd name="connsiteX68" fmla="*/ 429906 w 1018111"/>
                  <a:gd name="connsiteY68" fmla="*/ 412128 h 1343750"/>
                  <a:gd name="connsiteX69" fmla="*/ 429607 w 1018111"/>
                  <a:gd name="connsiteY69" fmla="*/ 411953 h 1343750"/>
                  <a:gd name="connsiteX70" fmla="*/ 429607 w 1018111"/>
                  <a:gd name="connsiteY70" fmla="*/ 327601 h 1343750"/>
                  <a:gd name="connsiteX71" fmla="*/ 737591 w 1018111"/>
                  <a:gd name="connsiteY71" fmla="*/ 504152 h 1343750"/>
                  <a:gd name="connsiteX72" fmla="*/ 737591 w 1018111"/>
                  <a:gd name="connsiteY72" fmla="*/ 504152 h 1343750"/>
                  <a:gd name="connsiteX73" fmla="*/ 739568 w 1018111"/>
                  <a:gd name="connsiteY73" fmla="*/ 503050 h 1343750"/>
                  <a:gd name="connsiteX74" fmla="*/ 429607 w 1018111"/>
                  <a:gd name="connsiteY74" fmla="*/ 327600 h 1343750"/>
                  <a:gd name="connsiteX75" fmla="*/ 501346 w 1018111"/>
                  <a:gd name="connsiteY75" fmla="*/ 287052 h 1343750"/>
                  <a:gd name="connsiteX76" fmla="*/ 500227 w 1018111"/>
                  <a:gd name="connsiteY76" fmla="*/ 286405 h 1343750"/>
                  <a:gd name="connsiteX77" fmla="*/ 502189 w 1018111"/>
                  <a:gd name="connsiteY77" fmla="*/ 202053 h 1343750"/>
                  <a:gd name="connsiteX78" fmla="*/ 812134 w 1018111"/>
                  <a:gd name="connsiteY78" fmla="*/ 378604 h 1343750"/>
                  <a:gd name="connsiteX79" fmla="*/ 812134 w 1018111"/>
                  <a:gd name="connsiteY79" fmla="*/ 378604 h 1343750"/>
                  <a:gd name="connsiteX80" fmla="*/ 502189 w 1018111"/>
                  <a:gd name="connsiteY80" fmla="*/ 202052 h 1343750"/>
                  <a:gd name="connsiteX81" fmla="*/ 572810 w 1018111"/>
                  <a:gd name="connsiteY81" fmla="*/ 162136 h 1343750"/>
                  <a:gd name="connsiteX82" fmla="*/ 572810 w 1018111"/>
                  <a:gd name="connsiteY82" fmla="*/ 76506 h 1343750"/>
                  <a:gd name="connsiteX83" fmla="*/ 880793 w 1018111"/>
                  <a:gd name="connsiteY83" fmla="*/ 253056 h 1343750"/>
                  <a:gd name="connsiteX84" fmla="*/ 882770 w 1018111"/>
                  <a:gd name="connsiteY84" fmla="*/ 251955 h 1343750"/>
                  <a:gd name="connsiteX85" fmla="*/ 572810 w 1018111"/>
                  <a:gd name="connsiteY85" fmla="*/ 76505 h 1343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018111" h="1343750">
                    <a:moveTo>
                      <a:pt x="448890" y="1091309"/>
                    </a:moveTo>
                    <a:lnTo>
                      <a:pt x="380565" y="1129928"/>
                    </a:lnTo>
                    <a:lnTo>
                      <a:pt x="380565" y="1129928"/>
                    </a:lnTo>
                    <a:lnTo>
                      <a:pt x="448890" y="1091310"/>
                    </a:lnTo>
                    <a:close/>
                    <a:moveTo>
                      <a:pt x="143272" y="827868"/>
                    </a:moveTo>
                    <a:lnTo>
                      <a:pt x="451186" y="1004379"/>
                    </a:lnTo>
                    <a:lnTo>
                      <a:pt x="451186" y="1004380"/>
                    </a:lnTo>
                    <a:lnTo>
                      <a:pt x="453163" y="1003279"/>
                    </a:lnTo>
                    <a:close/>
                    <a:moveTo>
                      <a:pt x="735293" y="591081"/>
                    </a:moveTo>
                    <a:lnTo>
                      <a:pt x="666970" y="629698"/>
                    </a:lnTo>
                    <a:lnTo>
                      <a:pt x="666970" y="629699"/>
                    </a:lnTo>
                    <a:lnTo>
                      <a:pt x="735293" y="591081"/>
                    </a:lnTo>
                    <a:close/>
                    <a:moveTo>
                      <a:pt x="286475" y="576773"/>
                    </a:moveTo>
                    <a:lnTo>
                      <a:pt x="594389" y="753284"/>
                    </a:lnTo>
                    <a:lnTo>
                      <a:pt x="594389" y="753284"/>
                    </a:lnTo>
                    <a:lnTo>
                      <a:pt x="596391" y="752198"/>
                    </a:lnTo>
                    <a:close/>
                    <a:moveTo>
                      <a:pt x="772479" y="570063"/>
                    </a:moveTo>
                    <a:lnTo>
                      <a:pt x="772476" y="570065"/>
                    </a:lnTo>
                    <a:lnTo>
                      <a:pt x="737591" y="589782"/>
                    </a:lnTo>
                    <a:lnTo>
                      <a:pt x="737591" y="589782"/>
                    </a:lnTo>
                    <a:close/>
                    <a:moveTo>
                      <a:pt x="708166" y="0"/>
                    </a:moveTo>
                    <a:lnTo>
                      <a:pt x="1018111" y="176551"/>
                    </a:lnTo>
                    <a:lnTo>
                      <a:pt x="1018109" y="176553"/>
                    </a:lnTo>
                    <a:lnTo>
                      <a:pt x="1018109" y="266788"/>
                    </a:lnTo>
                    <a:lnTo>
                      <a:pt x="945528" y="305153"/>
                    </a:lnTo>
                    <a:lnTo>
                      <a:pt x="945528" y="390374"/>
                    </a:lnTo>
                    <a:lnTo>
                      <a:pt x="874908" y="429838"/>
                    </a:lnTo>
                    <a:lnTo>
                      <a:pt x="874908" y="515922"/>
                    </a:lnTo>
                    <a:lnTo>
                      <a:pt x="802326" y="554287"/>
                    </a:lnTo>
                    <a:lnTo>
                      <a:pt x="802326" y="641469"/>
                    </a:lnTo>
                    <a:lnTo>
                      <a:pt x="731705" y="679338"/>
                    </a:lnTo>
                    <a:lnTo>
                      <a:pt x="731705" y="767017"/>
                    </a:lnTo>
                    <a:lnTo>
                      <a:pt x="659123" y="805382"/>
                    </a:lnTo>
                    <a:lnTo>
                      <a:pt x="659123" y="890603"/>
                    </a:lnTo>
                    <a:lnTo>
                      <a:pt x="588503" y="929495"/>
                    </a:lnTo>
                    <a:lnTo>
                      <a:pt x="588503" y="1016150"/>
                    </a:lnTo>
                    <a:lnTo>
                      <a:pt x="515921" y="1055552"/>
                    </a:lnTo>
                    <a:lnTo>
                      <a:pt x="515921" y="1141698"/>
                    </a:lnTo>
                    <a:lnTo>
                      <a:pt x="445300" y="1179567"/>
                    </a:lnTo>
                    <a:lnTo>
                      <a:pt x="445300" y="1267245"/>
                    </a:lnTo>
                    <a:lnTo>
                      <a:pt x="307984" y="1339827"/>
                    </a:lnTo>
                    <a:lnTo>
                      <a:pt x="307984" y="1343750"/>
                    </a:lnTo>
                    <a:lnTo>
                      <a:pt x="0" y="1163276"/>
                    </a:lnTo>
                    <a:lnTo>
                      <a:pt x="0" y="1076962"/>
                    </a:lnTo>
                    <a:lnTo>
                      <a:pt x="307984" y="1255474"/>
                    </a:lnTo>
                    <a:lnTo>
                      <a:pt x="309972" y="1254367"/>
                    </a:lnTo>
                    <a:lnTo>
                      <a:pt x="0" y="1076962"/>
                    </a:lnTo>
                    <a:lnTo>
                      <a:pt x="70650" y="1036442"/>
                    </a:lnTo>
                    <a:lnTo>
                      <a:pt x="72582" y="953377"/>
                    </a:lnTo>
                    <a:lnTo>
                      <a:pt x="72581" y="953376"/>
                    </a:lnTo>
                    <a:lnTo>
                      <a:pt x="72582" y="953376"/>
                    </a:lnTo>
                    <a:lnTo>
                      <a:pt x="72582" y="953375"/>
                    </a:lnTo>
                    <a:lnTo>
                      <a:pt x="72583" y="953375"/>
                    </a:lnTo>
                    <a:lnTo>
                      <a:pt x="144314" y="912832"/>
                    </a:lnTo>
                    <a:lnTo>
                      <a:pt x="143202" y="912180"/>
                    </a:lnTo>
                    <a:lnTo>
                      <a:pt x="143202" y="827828"/>
                    </a:lnTo>
                    <a:lnTo>
                      <a:pt x="143202" y="827828"/>
                    </a:lnTo>
                    <a:lnTo>
                      <a:pt x="143203" y="827828"/>
                    </a:lnTo>
                    <a:lnTo>
                      <a:pt x="213851" y="787309"/>
                    </a:lnTo>
                    <a:lnTo>
                      <a:pt x="215784" y="702281"/>
                    </a:lnTo>
                    <a:lnTo>
                      <a:pt x="215784" y="702281"/>
                    </a:lnTo>
                    <a:lnTo>
                      <a:pt x="286405" y="662365"/>
                    </a:lnTo>
                    <a:lnTo>
                      <a:pt x="286405" y="576733"/>
                    </a:lnTo>
                    <a:lnTo>
                      <a:pt x="286405" y="576733"/>
                    </a:lnTo>
                    <a:lnTo>
                      <a:pt x="286406" y="576733"/>
                    </a:lnTo>
                    <a:lnTo>
                      <a:pt x="357054" y="536214"/>
                    </a:lnTo>
                    <a:lnTo>
                      <a:pt x="358987" y="451186"/>
                    </a:lnTo>
                    <a:lnTo>
                      <a:pt x="358986" y="451186"/>
                    </a:lnTo>
                    <a:lnTo>
                      <a:pt x="429906" y="412128"/>
                    </a:lnTo>
                    <a:lnTo>
                      <a:pt x="429607" y="411953"/>
                    </a:lnTo>
                    <a:lnTo>
                      <a:pt x="429607" y="327601"/>
                    </a:lnTo>
                    <a:lnTo>
                      <a:pt x="737591" y="504152"/>
                    </a:lnTo>
                    <a:lnTo>
                      <a:pt x="737591" y="504152"/>
                    </a:lnTo>
                    <a:lnTo>
                      <a:pt x="739568" y="503050"/>
                    </a:lnTo>
                    <a:lnTo>
                      <a:pt x="429607" y="327600"/>
                    </a:lnTo>
                    <a:lnTo>
                      <a:pt x="501346" y="287052"/>
                    </a:lnTo>
                    <a:lnTo>
                      <a:pt x="500227" y="286405"/>
                    </a:lnTo>
                    <a:lnTo>
                      <a:pt x="502189" y="202053"/>
                    </a:lnTo>
                    <a:lnTo>
                      <a:pt x="812134" y="378604"/>
                    </a:lnTo>
                    <a:lnTo>
                      <a:pt x="812134" y="378604"/>
                    </a:lnTo>
                    <a:lnTo>
                      <a:pt x="502189" y="202052"/>
                    </a:lnTo>
                    <a:lnTo>
                      <a:pt x="572810" y="162136"/>
                    </a:lnTo>
                    <a:lnTo>
                      <a:pt x="572810" y="76506"/>
                    </a:lnTo>
                    <a:lnTo>
                      <a:pt x="880793" y="253056"/>
                    </a:lnTo>
                    <a:lnTo>
                      <a:pt x="882770" y="251955"/>
                    </a:lnTo>
                    <a:lnTo>
                      <a:pt x="572810" y="76505"/>
                    </a:lnTo>
                    <a:close/>
                  </a:path>
                </a:pathLst>
              </a:custGeom>
              <a:solidFill>
                <a:srgbClr val="E4E4E4"/>
              </a:solidFill>
              <a:ln w="9525" cap="flat">
                <a:noFill/>
                <a:prstDash val="solid"/>
                <a:miter lim="800000"/>
                <a:headEnd/>
                <a:tailEnd/>
              </a:ln>
            </p:spPr>
            <p:txBody>
              <a:bodyPr vert="horz" wrap="square" lIns="91440" tIns="45720" rIns="91440" bIns="45720" numCol="1" anchor="t" anchorCtr="0" compatLnSpc="1">
                <a:prstTxWarp prst="textNoShape">
                  <a:avLst/>
                </a:prstTxWarp>
                <a:noAutofit/>
              </a:bodyPr>
              <a:lstStyle/>
              <a:p>
                <a:endParaRPr lang="zh-CN" altLang="en-US"/>
              </a:p>
            </p:txBody>
          </p:sp>
          <p:grpSp>
            <p:nvGrpSpPr>
              <p:cNvPr id="217" name="组合 216"/>
              <p:cNvGrpSpPr/>
              <p:nvPr/>
            </p:nvGrpSpPr>
            <p:grpSpPr>
              <a:xfrm>
                <a:off x="4182025" y="3037568"/>
                <a:ext cx="1018111" cy="1343750"/>
                <a:chOff x="2233613" y="2941638"/>
                <a:chExt cx="823913" cy="1087438"/>
              </a:xfrm>
            </p:grpSpPr>
            <p:sp>
              <p:nvSpPr>
                <p:cNvPr id="218" name="Freeform 94"/>
                <p:cNvSpPr>
                  <a:spLocks/>
                </p:cNvSpPr>
                <p:nvPr/>
              </p:nvSpPr>
              <p:spPr bwMode="auto">
                <a:xfrm>
                  <a:off x="2233613" y="3751263"/>
                  <a:ext cx="360363" cy="206375"/>
                </a:xfrm>
                <a:custGeom>
                  <a:avLst/>
                  <a:gdLst>
                    <a:gd name="T0" fmla="*/ 227 w 227"/>
                    <a:gd name="T1" fmla="*/ 91 h 130"/>
                    <a:gd name="T2" fmla="*/ 68 w 227"/>
                    <a:gd name="T3" fmla="*/ 0 h 130"/>
                    <a:gd name="T4" fmla="*/ 0 w 227"/>
                    <a:gd name="T5" fmla="*/ 39 h 130"/>
                    <a:gd name="T6" fmla="*/ 159 w 227"/>
                    <a:gd name="T7" fmla="*/ 130 h 130"/>
                    <a:gd name="T8" fmla="*/ 227 w 227"/>
                    <a:gd name="T9" fmla="*/ 91 h 130"/>
                  </a:gdLst>
                  <a:ahLst/>
                  <a:cxnLst>
                    <a:cxn ang="0">
                      <a:pos x="T0" y="T1"/>
                    </a:cxn>
                    <a:cxn ang="0">
                      <a:pos x="T2" y="T3"/>
                    </a:cxn>
                    <a:cxn ang="0">
                      <a:pos x="T4" y="T5"/>
                    </a:cxn>
                    <a:cxn ang="0">
                      <a:pos x="T6" y="T7"/>
                    </a:cxn>
                    <a:cxn ang="0">
                      <a:pos x="T8" y="T9"/>
                    </a:cxn>
                  </a:cxnLst>
                  <a:rect l="0" t="0" r="r" b="b"/>
                  <a:pathLst>
                    <a:path w="227" h="130">
                      <a:moveTo>
                        <a:pt x="227" y="91"/>
                      </a:moveTo>
                      <a:lnTo>
                        <a:pt x="68" y="0"/>
                      </a:lnTo>
                      <a:lnTo>
                        <a:pt x="0" y="39"/>
                      </a:lnTo>
                      <a:lnTo>
                        <a:pt x="159" y="130"/>
                      </a:lnTo>
                      <a:lnTo>
                        <a:pt x="227" y="91"/>
                      </a:lnTo>
                      <a:close/>
                    </a:path>
                  </a:pathLst>
                </a:custGeom>
                <a:solidFill>
                  <a:srgbClr val="E4E4E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19" name="Freeform 95"/>
                <p:cNvSpPr>
                  <a:spLocks/>
                </p:cNvSpPr>
                <p:nvPr/>
              </p:nvSpPr>
              <p:spPr bwMode="auto">
                <a:xfrm>
                  <a:off x="2482850" y="3895726"/>
                  <a:ext cx="111125" cy="130175"/>
                </a:xfrm>
                <a:custGeom>
                  <a:avLst/>
                  <a:gdLst>
                    <a:gd name="T0" fmla="*/ 70 w 70"/>
                    <a:gd name="T1" fmla="*/ 0 h 82"/>
                    <a:gd name="T2" fmla="*/ 70 w 70"/>
                    <a:gd name="T3" fmla="*/ 45 h 82"/>
                    <a:gd name="T4" fmla="*/ 0 w 70"/>
                    <a:gd name="T5" fmla="*/ 82 h 82"/>
                    <a:gd name="T6" fmla="*/ 0 w 70"/>
                    <a:gd name="T7" fmla="*/ 39 h 82"/>
                    <a:gd name="T8" fmla="*/ 70 w 70"/>
                    <a:gd name="T9" fmla="*/ 0 h 82"/>
                  </a:gdLst>
                  <a:ahLst/>
                  <a:cxnLst>
                    <a:cxn ang="0">
                      <a:pos x="T0" y="T1"/>
                    </a:cxn>
                    <a:cxn ang="0">
                      <a:pos x="T2" y="T3"/>
                    </a:cxn>
                    <a:cxn ang="0">
                      <a:pos x="T4" y="T5"/>
                    </a:cxn>
                    <a:cxn ang="0">
                      <a:pos x="T6" y="T7"/>
                    </a:cxn>
                    <a:cxn ang="0">
                      <a:pos x="T8" y="T9"/>
                    </a:cxn>
                  </a:cxnLst>
                  <a:rect l="0" t="0" r="r" b="b"/>
                  <a:pathLst>
                    <a:path w="70" h="82">
                      <a:moveTo>
                        <a:pt x="70" y="0"/>
                      </a:moveTo>
                      <a:lnTo>
                        <a:pt x="70" y="45"/>
                      </a:lnTo>
                      <a:lnTo>
                        <a:pt x="0" y="82"/>
                      </a:lnTo>
                      <a:lnTo>
                        <a:pt x="0" y="39"/>
                      </a:lnTo>
                      <a:lnTo>
                        <a:pt x="70" y="0"/>
                      </a:lnTo>
                      <a:close/>
                    </a:path>
                  </a:pathLst>
                </a:custGeom>
                <a:solidFill>
                  <a:schemeClr val="bg1">
                    <a:lumMod val="95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20" name="Freeform 96"/>
                <p:cNvSpPr>
                  <a:spLocks/>
                </p:cNvSpPr>
                <p:nvPr/>
              </p:nvSpPr>
              <p:spPr bwMode="auto">
                <a:xfrm>
                  <a:off x="2233613" y="3813176"/>
                  <a:ext cx="249238" cy="215900"/>
                </a:xfrm>
                <a:custGeom>
                  <a:avLst/>
                  <a:gdLst>
                    <a:gd name="T0" fmla="*/ 157 w 157"/>
                    <a:gd name="T1" fmla="*/ 91 h 136"/>
                    <a:gd name="T2" fmla="*/ 157 w 157"/>
                    <a:gd name="T3" fmla="*/ 136 h 136"/>
                    <a:gd name="T4" fmla="*/ 0 w 157"/>
                    <a:gd name="T5" fmla="*/ 44 h 136"/>
                    <a:gd name="T6" fmla="*/ 0 w 157"/>
                    <a:gd name="T7" fmla="*/ 0 h 136"/>
                    <a:gd name="T8" fmla="*/ 157 w 157"/>
                    <a:gd name="T9" fmla="*/ 91 h 136"/>
                  </a:gdLst>
                  <a:ahLst/>
                  <a:cxnLst>
                    <a:cxn ang="0">
                      <a:pos x="T0" y="T1"/>
                    </a:cxn>
                    <a:cxn ang="0">
                      <a:pos x="T2" y="T3"/>
                    </a:cxn>
                    <a:cxn ang="0">
                      <a:pos x="T4" y="T5"/>
                    </a:cxn>
                    <a:cxn ang="0">
                      <a:pos x="T6" y="T7"/>
                    </a:cxn>
                    <a:cxn ang="0">
                      <a:pos x="T8" y="T9"/>
                    </a:cxn>
                  </a:cxnLst>
                  <a:rect l="0" t="0" r="r" b="b"/>
                  <a:pathLst>
                    <a:path w="157" h="136">
                      <a:moveTo>
                        <a:pt x="157" y="91"/>
                      </a:moveTo>
                      <a:lnTo>
                        <a:pt x="157" y="136"/>
                      </a:lnTo>
                      <a:lnTo>
                        <a:pt x="0" y="44"/>
                      </a:lnTo>
                      <a:lnTo>
                        <a:pt x="0" y="0"/>
                      </a:lnTo>
                      <a:lnTo>
                        <a:pt x="157" y="91"/>
                      </a:lnTo>
                      <a:close/>
                    </a:path>
                  </a:pathLst>
                </a:custGeom>
                <a:solidFill>
                  <a:srgbClr val="AFAEB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21" name="Freeform 97"/>
                <p:cNvSpPr>
                  <a:spLocks/>
                </p:cNvSpPr>
                <p:nvPr/>
              </p:nvSpPr>
              <p:spPr bwMode="auto">
                <a:xfrm>
                  <a:off x="2292350" y="3651251"/>
                  <a:ext cx="358775" cy="204788"/>
                </a:xfrm>
                <a:custGeom>
                  <a:avLst/>
                  <a:gdLst>
                    <a:gd name="T0" fmla="*/ 226 w 226"/>
                    <a:gd name="T1" fmla="*/ 90 h 129"/>
                    <a:gd name="T2" fmla="*/ 69 w 226"/>
                    <a:gd name="T3" fmla="*/ 0 h 129"/>
                    <a:gd name="T4" fmla="*/ 0 w 226"/>
                    <a:gd name="T5" fmla="*/ 39 h 129"/>
                    <a:gd name="T6" fmla="*/ 157 w 226"/>
                    <a:gd name="T7" fmla="*/ 129 h 129"/>
                    <a:gd name="T8" fmla="*/ 226 w 226"/>
                    <a:gd name="T9" fmla="*/ 90 h 129"/>
                  </a:gdLst>
                  <a:ahLst/>
                  <a:cxnLst>
                    <a:cxn ang="0">
                      <a:pos x="T0" y="T1"/>
                    </a:cxn>
                    <a:cxn ang="0">
                      <a:pos x="T2" y="T3"/>
                    </a:cxn>
                    <a:cxn ang="0">
                      <a:pos x="T4" y="T5"/>
                    </a:cxn>
                    <a:cxn ang="0">
                      <a:pos x="T6" y="T7"/>
                    </a:cxn>
                    <a:cxn ang="0">
                      <a:pos x="T8" y="T9"/>
                    </a:cxn>
                  </a:cxnLst>
                  <a:rect l="0" t="0" r="r" b="b"/>
                  <a:pathLst>
                    <a:path w="226" h="129">
                      <a:moveTo>
                        <a:pt x="226" y="90"/>
                      </a:moveTo>
                      <a:lnTo>
                        <a:pt x="69" y="0"/>
                      </a:lnTo>
                      <a:lnTo>
                        <a:pt x="0" y="39"/>
                      </a:lnTo>
                      <a:lnTo>
                        <a:pt x="157" y="129"/>
                      </a:lnTo>
                      <a:lnTo>
                        <a:pt x="226" y="90"/>
                      </a:lnTo>
                      <a:close/>
                    </a:path>
                  </a:pathLst>
                </a:custGeom>
                <a:solidFill>
                  <a:srgbClr val="E4E4E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22" name="Freeform 98"/>
                <p:cNvSpPr>
                  <a:spLocks/>
                </p:cNvSpPr>
                <p:nvPr/>
              </p:nvSpPr>
              <p:spPr bwMode="auto">
                <a:xfrm>
                  <a:off x="2541588" y="3794126"/>
                  <a:ext cx="109538" cy="130175"/>
                </a:xfrm>
                <a:custGeom>
                  <a:avLst/>
                  <a:gdLst>
                    <a:gd name="T0" fmla="*/ 69 w 69"/>
                    <a:gd name="T1" fmla="*/ 0 h 82"/>
                    <a:gd name="T2" fmla="*/ 69 w 69"/>
                    <a:gd name="T3" fmla="*/ 45 h 82"/>
                    <a:gd name="T4" fmla="*/ 0 w 69"/>
                    <a:gd name="T5" fmla="*/ 82 h 82"/>
                    <a:gd name="T6" fmla="*/ 0 w 69"/>
                    <a:gd name="T7" fmla="*/ 39 h 82"/>
                    <a:gd name="T8" fmla="*/ 69 w 69"/>
                    <a:gd name="T9" fmla="*/ 0 h 82"/>
                  </a:gdLst>
                  <a:ahLst/>
                  <a:cxnLst>
                    <a:cxn ang="0">
                      <a:pos x="T0" y="T1"/>
                    </a:cxn>
                    <a:cxn ang="0">
                      <a:pos x="T2" y="T3"/>
                    </a:cxn>
                    <a:cxn ang="0">
                      <a:pos x="T4" y="T5"/>
                    </a:cxn>
                    <a:cxn ang="0">
                      <a:pos x="T6" y="T7"/>
                    </a:cxn>
                    <a:cxn ang="0">
                      <a:pos x="T8" y="T9"/>
                    </a:cxn>
                  </a:cxnLst>
                  <a:rect l="0" t="0" r="r" b="b"/>
                  <a:pathLst>
                    <a:path w="69" h="82">
                      <a:moveTo>
                        <a:pt x="69" y="0"/>
                      </a:moveTo>
                      <a:lnTo>
                        <a:pt x="69" y="45"/>
                      </a:lnTo>
                      <a:lnTo>
                        <a:pt x="0" y="82"/>
                      </a:lnTo>
                      <a:lnTo>
                        <a:pt x="0" y="39"/>
                      </a:lnTo>
                      <a:lnTo>
                        <a:pt x="69" y="0"/>
                      </a:lnTo>
                      <a:close/>
                    </a:path>
                  </a:pathLst>
                </a:custGeom>
                <a:solidFill>
                  <a:schemeClr val="bg1">
                    <a:lumMod val="95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23" name="Freeform 99"/>
                <p:cNvSpPr>
                  <a:spLocks/>
                </p:cNvSpPr>
                <p:nvPr/>
              </p:nvSpPr>
              <p:spPr bwMode="auto">
                <a:xfrm>
                  <a:off x="2290763" y="3713163"/>
                  <a:ext cx="250825" cy="214313"/>
                </a:xfrm>
                <a:custGeom>
                  <a:avLst/>
                  <a:gdLst>
                    <a:gd name="T0" fmla="*/ 158 w 158"/>
                    <a:gd name="T1" fmla="*/ 90 h 135"/>
                    <a:gd name="T2" fmla="*/ 158 w 158"/>
                    <a:gd name="T3" fmla="*/ 135 h 135"/>
                    <a:gd name="T4" fmla="*/ 0 w 158"/>
                    <a:gd name="T5" fmla="*/ 43 h 135"/>
                    <a:gd name="T6" fmla="*/ 1 w 158"/>
                    <a:gd name="T7" fmla="*/ 0 h 135"/>
                    <a:gd name="T8" fmla="*/ 158 w 158"/>
                    <a:gd name="T9" fmla="*/ 90 h 135"/>
                  </a:gdLst>
                  <a:ahLst/>
                  <a:cxnLst>
                    <a:cxn ang="0">
                      <a:pos x="T0" y="T1"/>
                    </a:cxn>
                    <a:cxn ang="0">
                      <a:pos x="T2" y="T3"/>
                    </a:cxn>
                    <a:cxn ang="0">
                      <a:pos x="T4" y="T5"/>
                    </a:cxn>
                    <a:cxn ang="0">
                      <a:pos x="T6" y="T7"/>
                    </a:cxn>
                    <a:cxn ang="0">
                      <a:pos x="T8" y="T9"/>
                    </a:cxn>
                  </a:cxnLst>
                  <a:rect l="0" t="0" r="r" b="b"/>
                  <a:pathLst>
                    <a:path w="158" h="135">
                      <a:moveTo>
                        <a:pt x="158" y="90"/>
                      </a:moveTo>
                      <a:lnTo>
                        <a:pt x="158" y="135"/>
                      </a:lnTo>
                      <a:lnTo>
                        <a:pt x="0" y="43"/>
                      </a:lnTo>
                      <a:lnTo>
                        <a:pt x="1" y="0"/>
                      </a:lnTo>
                      <a:lnTo>
                        <a:pt x="158" y="90"/>
                      </a:lnTo>
                      <a:close/>
                    </a:path>
                  </a:pathLst>
                </a:custGeom>
                <a:solidFill>
                  <a:srgbClr val="AFAEB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24" name="Freeform 100"/>
                <p:cNvSpPr>
                  <a:spLocks/>
                </p:cNvSpPr>
                <p:nvPr/>
              </p:nvSpPr>
              <p:spPr bwMode="auto">
                <a:xfrm>
                  <a:off x="2349500" y="3549651"/>
                  <a:ext cx="360363" cy="204788"/>
                </a:xfrm>
                <a:custGeom>
                  <a:avLst/>
                  <a:gdLst>
                    <a:gd name="T0" fmla="*/ 227 w 227"/>
                    <a:gd name="T1" fmla="*/ 90 h 129"/>
                    <a:gd name="T2" fmla="*/ 68 w 227"/>
                    <a:gd name="T3" fmla="*/ 0 h 129"/>
                    <a:gd name="T4" fmla="*/ 0 w 227"/>
                    <a:gd name="T5" fmla="*/ 39 h 129"/>
                    <a:gd name="T6" fmla="*/ 159 w 227"/>
                    <a:gd name="T7" fmla="*/ 129 h 129"/>
                    <a:gd name="T8" fmla="*/ 227 w 227"/>
                    <a:gd name="T9" fmla="*/ 90 h 129"/>
                  </a:gdLst>
                  <a:ahLst/>
                  <a:cxnLst>
                    <a:cxn ang="0">
                      <a:pos x="T0" y="T1"/>
                    </a:cxn>
                    <a:cxn ang="0">
                      <a:pos x="T2" y="T3"/>
                    </a:cxn>
                    <a:cxn ang="0">
                      <a:pos x="T4" y="T5"/>
                    </a:cxn>
                    <a:cxn ang="0">
                      <a:pos x="T6" y="T7"/>
                    </a:cxn>
                    <a:cxn ang="0">
                      <a:pos x="T8" y="T9"/>
                    </a:cxn>
                  </a:cxnLst>
                  <a:rect l="0" t="0" r="r" b="b"/>
                  <a:pathLst>
                    <a:path w="227" h="129">
                      <a:moveTo>
                        <a:pt x="227" y="90"/>
                      </a:moveTo>
                      <a:lnTo>
                        <a:pt x="68" y="0"/>
                      </a:lnTo>
                      <a:lnTo>
                        <a:pt x="0" y="39"/>
                      </a:lnTo>
                      <a:lnTo>
                        <a:pt x="159" y="129"/>
                      </a:lnTo>
                      <a:lnTo>
                        <a:pt x="227" y="90"/>
                      </a:lnTo>
                      <a:close/>
                    </a:path>
                  </a:pathLst>
                </a:custGeom>
                <a:solidFill>
                  <a:srgbClr val="E4E4E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25" name="Freeform 101"/>
                <p:cNvSpPr>
                  <a:spLocks/>
                </p:cNvSpPr>
                <p:nvPr/>
              </p:nvSpPr>
              <p:spPr bwMode="auto">
                <a:xfrm>
                  <a:off x="2598738" y="3692526"/>
                  <a:ext cx="111125" cy="131763"/>
                </a:xfrm>
                <a:custGeom>
                  <a:avLst/>
                  <a:gdLst>
                    <a:gd name="T0" fmla="*/ 70 w 70"/>
                    <a:gd name="T1" fmla="*/ 0 h 83"/>
                    <a:gd name="T2" fmla="*/ 70 w 70"/>
                    <a:gd name="T3" fmla="*/ 45 h 83"/>
                    <a:gd name="T4" fmla="*/ 0 w 70"/>
                    <a:gd name="T5" fmla="*/ 83 h 83"/>
                    <a:gd name="T6" fmla="*/ 0 w 70"/>
                    <a:gd name="T7" fmla="*/ 39 h 83"/>
                    <a:gd name="T8" fmla="*/ 70 w 70"/>
                    <a:gd name="T9" fmla="*/ 0 h 83"/>
                  </a:gdLst>
                  <a:ahLst/>
                  <a:cxnLst>
                    <a:cxn ang="0">
                      <a:pos x="T0" y="T1"/>
                    </a:cxn>
                    <a:cxn ang="0">
                      <a:pos x="T2" y="T3"/>
                    </a:cxn>
                    <a:cxn ang="0">
                      <a:pos x="T4" y="T5"/>
                    </a:cxn>
                    <a:cxn ang="0">
                      <a:pos x="T6" y="T7"/>
                    </a:cxn>
                    <a:cxn ang="0">
                      <a:pos x="T8" y="T9"/>
                    </a:cxn>
                  </a:cxnLst>
                  <a:rect l="0" t="0" r="r" b="b"/>
                  <a:pathLst>
                    <a:path w="70" h="83">
                      <a:moveTo>
                        <a:pt x="70" y="0"/>
                      </a:moveTo>
                      <a:lnTo>
                        <a:pt x="70" y="45"/>
                      </a:lnTo>
                      <a:lnTo>
                        <a:pt x="0" y="83"/>
                      </a:lnTo>
                      <a:lnTo>
                        <a:pt x="0" y="39"/>
                      </a:lnTo>
                      <a:lnTo>
                        <a:pt x="70" y="0"/>
                      </a:lnTo>
                      <a:close/>
                    </a:path>
                  </a:pathLst>
                </a:custGeom>
                <a:solidFill>
                  <a:schemeClr val="bg1">
                    <a:lumMod val="95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26" name="Freeform 102"/>
                <p:cNvSpPr>
                  <a:spLocks/>
                </p:cNvSpPr>
                <p:nvPr/>
              </p:nvSpPr>
              <p:spPr bwMode="auto">
                <a:xfrm>
                  <a:off x="2349500" y="3611563"/>
                  <a:ext cx="249238" cy="214313"/>
                </a:xfrm>
                <a:custGeom>
                  <a:avLst/>
                  <a:gdLst>
                    <a:gd name="T0" fmla="*/ 157 w 157"/>
                    <a:gd name="T1" fmla="*/ 90 h 135"/>
                    <a:gd name="T2" fmla="*/ 157 w 157"/>
                    <a:gd name="T3" fmla="*/ 135 h 135"/>
                    <a:gd name="T4" fmla="*/ 0 w 157"/>
                    <a:gd name="T5" fmla="*/ 43 h 135"/>
                    <a:gd name="T6" fmla="*/ 0 w 157"/>
                    <a:gd name="T7" fmla="*/ 0 h 135"/>
                    <a:gd name="T8" fmla="*/ 157 w 157"/>
                    <a:gd name="T9" fmla="*/ 90 h 135"/>
                  </a:gdLst>
                  <a:ahLst/>
                  <a:cxnLst>
                    <a:cxn ang="0">
                      <a:pos x="T0" y="T1"/>
                    </a:cxn>
                    <a:cxn ang="0">
                      <a:pos x="T2" y="T3"/>
                    </a:cxn>
                    <a:cxn ang="0">
                      <a:pos x="T4" y="T5"/>
                    </a:cxn>
                    <a:cxn ang="0">
                      <a:pos x="T6" y="T7"/>
                    </a:cxn>
                    <a:cxn ang="0">
                      <a:pos x="T8" y="T9"/>
                    </a:cxn>
                  </a:cxnLst>
                  <a:rect l="0" t="0" r="r" b="b"/>
                  <a:pathLst>
                    <a:path w="157" h="135">
                      <a:moveTo>
                        <a:pt x="157" y="90"/>
                      </a:moveTo>
                      <a:lnTo>
                        <a:pt x="157" y="135"/>
                      </a:lnTo>
                      <a:lnTo>
                        <a:pt x="0" y="43"/>
                      </a:lnTo>
                      <a:lnTo>
                        <a:pt x="0" y="0"/>
                      </a:lnTo>
                      <a:lnTo>
                        <a:pt x="157" y="90"/>
                      </a:lnTo>
                      <a:close/>
                    </a:path>
                  </a:pathLst>
                </a:custGeom>
                <a:solidFill>
                  <a:srgbClr val="AFAEB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27" name="Freeform 103"/>
                <p:cNvSpPr>
                  <a:spLocks/>
                </p:cNvSpPr>
                <p:nvPr/>
              </p:nvSpPr>
              <p:spPr bwMode="auto">
                <a:xfrm>
                  <a:off x="2408238" y="3448051"/>
                  <a:ext cx="358775" cy="204788"/>
                </a:xfrm>
                <a:custGeom>
                  <a:avLst/>
                  <a:gdLst>
                    <a:gd name="T0" fmla="*/ 226 w 226"/>
                    <a:gd name="T1" fmla="*/ 90 h 129"/>
                    <a:gd name="T2" fmla="*/ 69 w 226"/>
                    <a:gd name="T3" fmla="*/ 0 h 129"/>
                    <a:gd name="T4" fmla="*/ 0 w 226"/>
                    <a:gd name="T5" fmla="*/ 39 h 129"/>
                    <a:gd name="T6" fmla="*/ 157 w 226"/>
                    <a:gd name="T7" fmla="*/ 129 h 129"/>
                    <a:gd name="T8" fmla="*/ 226 w 226"/>
                    <a:gd name="T9" fmla="*/ 90 h 129"/>
                  </a:gdLst>
                  <a:ahLst/>
                  <a:cxnLst>
                    <a:cxn ang="0">
                      <a:pos x="T0" y="T1"/>
                    </a:cxn>
                    <a:cxn ang="0">
                      <a:pos x="T2" y="T3"/>
                    </a:cxn>
                    <a:cxn ang="0">
                      <a:pos x="T4" y="T5"/>
                    </a:cxn>
                    <a:cxn ang="0">
                      <a:pos x="T6" y="T7"/>
                    </a:cxn>
                    <a:cxn ang="0">
                      <a:pos x="T8" y="T9"/>
                    </a:cxn>
                  </a:cxnLst>
                  <a:rect l="0" t="0" r="r" b="b"/>
                  <a:pathLst>
                    <a:path w="226" h="129">
                      <a:moveTo>
                        <a:pt x="226" y="90"/>
                      </a:moveTo>
                      <a:lnTo>
                        <a:pt x="69" y="0"/>
                      </a:lnTo>
                      <a:lnTo>
                        <a:pt x="0" y="39"/>
                      </a:lnTo>
                      <a:lnTo>
                        <a:pt x="157" y="129"/>
                      </a:lnTo>
                      <a:lnTo>
                        <a:pt x="226" y="90"/>
                      </a:lnTo>
                      <a:close/>
                    </a:path>
                  </a:pathLst>
                </a:custGeom>
                <a:solidFill>
                  <a:srgbClr val="E4E4E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28" name="Freeform 104"/>
                <p:cNvSpPr>
                  <a:spLocks/>
                </p:cNvSpPr>
                <p:nvPr/>
              </p:nvSpPr>
              <p:spPr bwMode="auto">
                <a:xfrm>
                  <a:off x="2657475" y="3590926"/>
                  <a:ext cx="109538" cy="131763"/>
                </a:xfrm>
                <a:custGeom>
                  <a:avLst/>
                  <a:gdLst>
                    <a:gd name="T0" fmla="*/ 69 w 69"/>
                    <a:gd name="T1" fmla="*/ 0 h 83"/>
                    <a:gd name="T2" fmla="*/ 69 w 69"/>
                    <a:gd name="T3" fmla="*/ 45 h 83"/>
                    <a:gd name="T4" fmla="*/ 0 w 69"/>
                    <a:gd name="T5" fmla="*/ 83 h 83"/>
                    <a:gd name="T6" fmla="*/ 0 w 69"/>
                    <a:gd name="T7" fmla="*/ 39 h 83"/>
                    <a:gd name="T8" fmla="*/ 69 w 69"/>
                    <a:gd name="T9" fmla="*/ 0 h 83"/>
                  </a:gdLst>
                  <a:ahLst/>
                  <a:cxnLst>
                    <a:cxn ang="0">
                      <a:pos x="T0" y="T1"/>
                    </a:cxn>
                    <a:cxn ang="0">
                      <a:pos x="T2" y="T3"/>
                    </a:cxn>
                    <a:cxn ang="0">
                      <a:pos x="T4" y="T5"/>
                    </a:cxn>
                    <a:cxn ang="0">
                      <a:pos x="T6" y="T7"/>
                    </a:cxn>
                    <a:cxn ang="0">
                      <a:pos x="T8" y="T9"/>
                    </a:cxn>
                  </a:cxnLst>
                  <a:rect l="0" t="0" r="r" b="b"/>
                  <a:pathLst>
                    <a:path w="69" h="83">
                      <a:moveTo>
                        <a:pt x="69" y="0"/>
                      </a:moveTo>
                      <a:lnTo>
                        <a:pt x="69" y="45"/>
                      </a:lnTo>
                      <a:lnTo>
                        <a:pt x="0" y="83"/>
                      </a:lnTo>
                      <a:lnTo>
                        <a:pt x="0" y="39"/>
                      </a:lnTo>
                      <a:lnTo>
                        <a:pt x="69" y="0"/>
                      </a:lnTo>
                      <a:close/>
                    </a:path>
                  </a:pathLst>
                </a:custGeom>
                <a:solidFill>
                  <a:schemeClr val="bg1">
                    <a:lumMod val="95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29" name="Freeform 105"/>
                <p:cNvSpPr>
                  <a:spLocks/>
                </p:cNvSpPr>
                <p:nvPr/>
              </p:nvSpPr>
              <p:spPr bwMode="auto">
                <a:xfrm>
                  <a:off x="2406650" y="3509963"/>
                  <a:ext cx="250825" cy="214313"/>
                </a:xfrm>
                <a:custGeom>
                  <a:avLst/>
                  <a:gdLst>
                    <a:gd name="T0" fmla="*/ 158 w 158"/>
                    <a:gd name="T1" fmla="*/ 90 h 135"/>
                    <a:gd name="T2" fmla="*/ 158 w 158"/>
                    <a:gd name="T3" fmla="*/ 135 h 135"/>
                    <a:gd name="T4" fmla="*/ 0 w 158"/>
                    <a:gd name="T5" fmla="*/ 44 h 135"/>
                    <a:gd name="T6" fmla="*/ 1 w 158"/>
                    <a:gd name="T7" fmla="*/ 0 h 135"/>
                    <a:gd name="T8" fmla="*/ 158 w 158"/>
                    <a:gd name="T9" fmla="*/ 90 h 135"/>
                  </a:gdLst>
                  <a:ahLst/>
                  <a:cxnLst>
                    <a:cxn ang="0">
                      <a:pos x="T0" y="T1"/>
                    </a:cxn>
                    <a:cxn ang="0">
                      <a:pos x="T2" y="T3"/>
                    </a:cxn>
                    <a:cxn ang="0">
                      <a:pos x="T4" y="T5"/>
                    </a:cxn>
                    <a:cxn ang="0">
                      <a:pos x="T6" y="T7"/>
                    </a:cxn>
                    <a:cxn ang="0">
                      <a:pos x="T8" y="T9"/>
                    </a:cxn>
                  </a:cxnLst>
                  <a:rect l="0" t="0" r="r" b="b"/>
                  <a:pathLst>
                    <a:path w="158" h="135">
                      <a:moveTo>
                        <a:pt x="158" y="90"/>
                      </a:moveTo>
                      <a:lnTo>
                        <a:pt x="158" y="135"/>
                      </a:lnTo>
                      <a:lnTo>
                        <a:pt x="0" y="44"/>
                      </a:lnTo>
                      <a:lnTo>
                        <a:pt x="1" y="0"/>
                      </a:lnTo>
                      <a:lnTo>
                        <a:pt x="158" y="90"/>
                      </a:lnTo>
                      <a:close/>
                    </a:path>
                  </a:pathLst>
                </a:custGeom>
                <a:solidFill>
                  <a:srgbClr val="AFAEB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30" name="Freeform 106"/>
                <p:cNvSpPr>
                  <a:spLocks/>
                </p:cNvSpPr>
                <p:nvPr/>
              </p:nvSpPr>
              <p:spPr bwMode="auto">
                <a:xfrm>
                  <a:off x="2465388" y="3346451"/>
                  <a:ext cx="360363" cy="204788"/>
                </a:xfrm>
                <a:custGeom>
                  <a:avLst/>
                  <a:gdLst>
                    <a:gd name="T0" fmla="*/ 227 w 227"/>
                    <a:gd name="T1" fmla="*/ 91 h 129"/>
                    <a:gd name="T2" fmla="*/ 68 w 227"/>
                    <a:gd name="T3" fmla="*/ 0 h 129"/>
                    <a:gd name="T4" fmla="*/ 0 w 227"/>
                    <a:gd name="T5" fmla="*/ 39 h 129"/>
                    <a:gd name="T6" fmla="*/ 159 w 227"/>
                    <a:gd name="T7" fmla="*/ 129 h 129"/>
                    <a:gd name="T8" fmla="*/ 227 w 227"/>
                    <a:gd name="T9" fmla="*/ 91 h 129"/>
                  </a:gdLst>
                  <a:ahLst/>
                  <a:cxnLst>
                    <a:cxn ang="0">
                      <a:pos x="T0" y="T1"/>
                    </a:cxn>
                    <a:cxn ang="0">
                      <a:pos x="T2" y="T3"/>
                    </a:cxn>
                    <a:cxn ang="0">
                      <a:pos x="T4" y="T5"/>
                    </a:cxn>
                    <a:cxn ang="0">
                      <a:pos x="T6" y="T7"/>
                    </a:cxn>
                    <a:cxn ang="0">
                      <a:pos x="T8" y="T9"/>
                    </a:cxn>
                  </a:cxnLst>
                  <a:rect l="0" t="0" r="r" b="b"/>
                  <a:pathLst>
                    <a:path w="227" h="129">
                      <a:moveTo>
                        <a:pt x="227" y="91"/>
                      </a:moveTo>
                      <a:lnTo>
                        <a:pt x="68" y="0"/>
                      </a:lnTo>
                      <a:lnTo>
                        <a:pt x="0" y="39"/>
                      </a:lnTo>
                      <a:lnTo>
                        <a:pt x="159" y="129"/>
                      </a:lnTo>
                      <a:lnTo>
                        <a:pt x="227" y="91"/>
                      </a:lnTo>
                      <a:close/>
                    </a:path>
                  </a:pathLst>
                </a:custGeom>
                <a:solidFill>
                  <a:srgbClr val="E4E4E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31" name="Freeform 107"/>
                <p:cNvSpPr>
                  <a:spLocks/>
                </p:cNvSpPr>
                <p:nvPr/>
              </p:nvSpPr>
              <p:spPr bwMode="auto">
                <a:xfrm>
                  <a:off x="2714625" y="3490913"/>
                  <a:ext cx="111125" cy="130175"/>
                </a:xfrm>
                <a:custGeom>
                  <a:avLst/>
                  <a:gdLst>
                    <a:gd name="T0" fmla="*/ 70 w 70"/>
                    <a:gd name="T1" fmla="*/ 0 h 82"/>
                    <a:gd name="T2" fmla="*/ 70 w 70"/>
                    <a:gd name="T3" fmla="*/ 45 h 82"/>
                    <a:gd name="T4" fmla="*/ 0 w 70"/>
                    <a:gd name="T5" fmla="*/ 82 h 82"/>
                    <a:gd name="T6" fmla="*/ 0 w 70"/>
                    <a:gd name="T7" fmla="*/ 38 h 82"/>
                    <a:gd name="T8" fmla="*/ 70 w 70"/>
                    <a:gd name="T9" fmla="*/ 0 h 82"/>
                  </a:gdLst>
                  <a:ahLst/>
                  <a:cxnLst>
                    <a:cxn ang="0">
                      <a:pos x="T0" y="T1"/>
                    </a:cxn>
                    <a:cxn ang="0">
                      <a:pos x="T2" y="T3"/>
                    </a:cxn>
                    <a:cxn ang="0">
                      <a:pos x="T4" y="T5"/>
                    </a:cxn>
                    <a:cxn ang="0">
                      <a:pos x="T6" y="T7"/>
                    </a:cxn>
                    <a:cxn ang="0">
                      <a:pos x="T8" y="T9"/>
                    </a:cxn>
                  </a:cxnLst>
                  <a:rect l="0" t="0" r="r" b="b"/>
                  <a:pathLst>
                    <a:path w="70" h="82">
                      <a:moveTo>
                        <a:pt x="70" y="0"/>
                      </a:moveTo>
                      <a:lnTo>
                        <a:pt x="70" y="45"/>
                      </a:lnTo>
                      <a:lnTo>
                        <a:pt x="0" y="82"/>
                      </a:lnTo>
                      <a:lnTo>
                        <a:pt x="0" y="38"/>
                      </a:lnTo>
                      <a:lnTo>
                        <a:pt x="70" y="0"/>
                      </a:lnTo>
                      <a:close/>
                    </a:path>
                  </a:pathLst>
                </a:custGeom>
                <a:solidFill>
                  <a:schemeClr val="bg1">
                    <a:lumMod val="95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32" name="Freeform 108"/>
                <p:cNvSpPr>
                  <a:spLocks/>
                </p:cNvSpPr>
                <p:nvPr/>
              </p:nvSpPr>
              <p:spPr bwMode="auto">
                <a:xfrm>
                  <a:off x="2465388" y="3408363"/>
                  <a:ext cx="249238" cy="215900"/>
                </a:xfrm>
                <a:custGeom>
                  <a:avLst/>
                  <a:gdLst>
                    <a:gd name="T0" fmla="*/ 157 w 157"/>
                    <a:gd name="T1" fmla="*/ 90 h 136"/>
                    <a:gd name="T2" fmla="*/ 157 w 157"/>
                    <a:gd name="T3" fmla="*/ 136 h 136"/>
                    <a:gd name="T4" fmla="*/ 0 w 157"/>
                    <a:gd name="T5" fmla="*/ 44 h 136"/>
                    <a:gd name="T6" fmla="*/ 0 w 157"/>
                    <a:gd name="T7" fmla="*/ 0 h 136"/>
                    <a:gd name="T8" fmla="*/ 157 w 157"/>
                    <a:gd name="T9" fmla="*/ 90 h 136"/>
                  </a:gdLst>
                  <a:ahLst/>
                  <a:cxnLst>
                    <a:cxn ang="0">
                      <a:pos x="T0" y="T1"/>
                    </a:cxn>
                    <a:cxn ang="0">
                      <a:pos x="T2" y="T3"/>
                    </a:cxn>
                    <a:cxn ang="0">
                      <a:pos x="T4" y="T5"/>
                    </a:cxn>
                    <a:cxn ang="0">
                      <a:pos x="T6" y="T7"/>
                    </a:cxn>
                    <a:cxn ang="0">
                      <a:pos x="T8" y="T9"/>
                    </a:cxn>
                  </a:cxnLst>
                  <a:rect l="0" t="0" r="r" b="b"/>
                  <a:pathLst>
                    <a:path w="157" h="136">
                      <a:moveTo>
                        <a:pt x="157" y="90"/>
                      </a:moveTo>
                      <a:lnTo>
                        <a:pt x="157" y="136"/>
                      </a:lnTo>
                      <a:lnTo>
                        <a:pt x="0" y="44"/>
                      </a:lnTo>
                      <a:lnTo>
                        <a:pt x="0" y="0"/>
                      </a:lnTo>
                      <a:lnTo>
                        <a:pt x="157" y="90"/>
                      </a:lnTo>
                      <a:close/>
                    </a:path>
                  </a:pathLst>
                </a:custGeom>
                <a:solidFill>
                  <a:srgbClr val="AFAEB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33" name="Freeform 109"/>
                <p:cNvSpPr>
                  <a:spLocks/>
                </p:cNvSpPr>
                <p:nvPr/>
              </p:nvSpPr>
              <p:spPr bwMode="auto">
                <a:xfrm>
                  <a:off x="2524125" y="3246438"/>
                  <a:ext cx="358775" cy="204788"/>
                </a:xfrm>
                <a:custGeom>
                  <a:avLst/>
                  <a:gdLst>
                    <a:gd name="T0" fmla="*/ 226 w 226"/>
                    <a:gd name="T1" fmla="*/ 90 h 129"/>
                    <a:gd name="T2" fmla="*/ 69 w 226"/>
                    <a:gd name="T3" fmla="*/ 0 h 129"/>
                    <a:gd name="T4" fmla="*/ 0 w 226"/>
                    <a:gd name="T5" fmla="*/ 38 h 129"/>
                    <a:gd name="T6" fmla="*/ 157 w 226"/>
                    <a:gd name="T7" fmla="*/ 129 h 129"/>
                    <a:gd name="T8" fmla="*/ 226 w 226"/>
                    <a:gd name="T9" fmla="*/ 90 h 129"/>
                  </a:gdLst>
                  <a:ahLst/>
                  <a:cxnLst>
                    <a:cxn ang="0">
                      <a:pos x="T0" y="T1"/>
                    </a:cxn>
                    <a:cxn ang="0">
                      <a:pos x="T2" y="T3"/>
                    </a:cxn>
                    <a:cxn ang="0">
                      <a:pos x="T4" y="T5"/>
                    </a:cxn>
                    <a:cxn ang="0">
                      <a:pos x="T6" y="T7"/>
                    </a:cxn>
                    <a:cxn ang="0">
                      <a:pos x="T8" y="T9"/>
                    </a:cxn>
                  </a:cxnLst>
                  <a:rect l="0" t="0" r="r" b="b"/>
                  <a:pathLst>
                    <a:path w="226" h="129">
                      <a:moveTo>
                        <a:pt x="226" y="90"/>
                      </a:moveTo>
                      <a:lnTo>
                        <a:pt x="69" y="0"/>
                      </a:lnTo>
                      <a:lnTo>
                        <a:pt x="0" y="38"/>
                      </a:lnTo>
                      <a:lnTo>
                        <a:pt x="157" y="129"/>
                      </a:lnTo>
                      <a:lnTo>
                        <a:pt x="226" y="90"/>
                      </a:lnTo>
                      <a:close/>
                    </a:path>
                  </a:pathLst>
                </a:custGeom>
                <a:solidFill>
                  <a:srgbClr val="E4E4E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34" name="Freeform 110"/>
                <p:cNvSpPr>
                  <a:spLocks/>
                </p:cNvSpPr>
                <p:nvPr/>
              </p:nvSpPr>
              <p:spPr bwMode="auto">
                <a:xfrm>
                  <a:off x="2773363" y="3389313"/>
                  <a:ext cx="109538" cy="130175"/>
                </a:xfrm>
                <a:custGeom>
                  <a:avLst/>
                  <a:gdLst>
                    <a:gd name="T0" fmla="*/ 69 w 69"/>
                    <a:gd name="T1" fmla="*/ 0 h 82"/>
                    <a:gd name="T2" fmla="*/ 69 w 69"/>
                    <a:gd name="T3" fmla="*/ 45 h 82"/>
                    <a:gd name="T4" fmla="*/ 0 w 69"/>
                    <a:gd name="T5" fmla="*/ 82 h 82"/>
                    <a:gd name="T6" fmla="*/ 0 w 69"/>
                    <a:gd name="T7" fmla="*/ 39 h 82"/>
                    <a:gd name="T8" fmla="*/ 69 w 69"/>
                    <a:gd name="T9" fmla="*/ 0 h 82"/>
                  </a:gdLst>
                  <a:ahLst/>
                  <a:cxnLst>
                    <a:cxn ang="0">
                      <a:pos x="T0" y="T1"/>
                    </a:cxn>
                    <a:cxn ang="0">
                      <a:pos x="T2" y="T3"/>
                    </a:cxn>
                    <a:cxn ang="0">
                      <a:pos x="T4" y="T5"/>
                    </a:cxn>
                    <a:cxn ang="0">
                      <a:pos x="T6" y="T7"/>
                    </a:cxn>
                    <a:cxn ang="0">
                      <a:pos x="T8" y="T9"/>
                    </a:cxn>
                  </a:cxnLst>
                  <a:rect l="0" t="0" r="r" b="b"/>
                  <a:pathLst>
                    <a:path w="69" h="82">
                      <a:moveTo>
                        <a:pt x="69" y="0"/>
                      </a:moveTo>
                      <a:lnTo>
                        <a:pt x="69" y="45"/>
                      </a:lnTo>
                      <a:lnTo>
                        <a:pt x="0" y="82"/>
                      </a:lnTo>
                      <a:lnTo>
                        <a:pt x="0" y="39"/>
                      </a:lnTo>
                      <a:lnTo>
                        <a:pt x="69" y="0"/>
                      </a:lnTo>
                      <a:close/>
                    </a:path>
                  </a:pathLst>
                </a:custGeom>
                <a:solidFill>
                  <a:schemeClr val="bg1">
                    <a:lumMod val="95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35" name="Freeform 111"/>
                <p:cNvSpPr>
                  <a:spLocks/>
                </p:cNvSpPr>
                <p:nvPr/>
              </p:nvSpPr>
              <p:spPr bwMode="auto">
                <a:xfrm>
                  <a:off x="2522538" y="3306763"/>
                  <a:ext cx="250825" cy="215900"/>
                </a:xfrm>
                <a:custGeom>
                  <a:avLst/>
                  <a:gdLst>
                    <a:gd name="T0" fmla="*/ 158 w 158"/>
                    <a:gd name="T1" fmla="*/ 91 h 136"/>
                    <a:gd name="T2" fmla="*/ 158 w 158"/>
                    <a:gd name="T3" fmla="*/ 136 h 136"/>
                    <a:gd name="T4" fmla="*/ 0 w 158"/>
                    <a:gd name="T5" fmla="*/ 44 h 136"/>
                    <a:gd name="T6" fmla="*/ 1 w 158"/>
                    <a:gd name="T7" fmla="*/ 0 h 136"/>
                    <a:gd name="T8" fmla="*/ 158 w 158"/>
                    <a:gd name="T9" fmla="*/ 91 h 136"/>
                  </a:gdLst>
                  <a:ahLst/>
                  <a:cxnLst>
                    <a:cxn ang="0">
                      <a:pos x="T0" y="T1"/>
                    </a:cxn>
                    <a:cxn ang="0">
                      <a:pos x="T2" y="T3"/>
                    </a:cxn>
                    <a:cxn ang="0">
                      <a:pos x="T4" y="T5"/>
                    </a:cxn>
                    <a:cxn ang="0">
                      <a:pos x="T6" y="T7"/>
                    </a:cxn>
                    <a:cxn ang="0">
                      <a:pos x="T8" y="T9"/>
                    </a:cxn>
                  </a:cxnLst>
                  <a:rect l="0" t="0" r="r" b="b"/>
                  <a:pathLst>
                    <a:path w="158" h="136">
                      <a:moveTo>
                        <a:pt x="158" y="91"/>
                      </a:moveTo>
                      <a:lnTo>
                        <a:pt x="158" y="136"/>
                      </a:lnTo>
                      <a:lnTo>
                        <a:pt x="0" y="44"/>
                      </a:lnTo>
                      <a:lnTo>
                        <a:pt x="1" y="0"/>
                      </a:lnTo>
                      <a:lnTo>
                        <a:pt x="158" y="91"/>
                      </a:lnTo>
                      <a:close/>
                    </a:path>
                  </a:pathLst>
                </a:custGeom>
                <a:solidFill>
                  <a:srgbClr val="AFAEB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36" name="Freeform 112"/>
                <p:cNvSpPr>
                  <a:spLocks/>
                </p:cNvSpPr>
                <p:nvPr/>
              </p:nvSpPr>
              <p:spPr bwMode="auto">
                <a:xfrm>
                  <a:off x="2581275" y="3144838"/>
                  <a:ext cx="360363" cy="204788"/>
                </a:xfrm>
                <a:custGeom>
                  <a:avLst/>
                  <a:gdLst>
                    <a:gd name="T0" fmla="*/ 227 w 227"/>
                    <a:gd name="T1" fmla="*/ 90 h 129"/>
                    <a:gd name="T2" fmla="*/ 69 w 227"/>
                    <a:gd name="T3" fmla="*/ 0 h 129"/>
                    <a:gd name="T4" fmla="*/ 0 w 227"/>
                    <a:gd name="T5" fmla="*/ 39 h 129"/>
                    <a:gd name="T6" fmla="*/ 159 w 227"/>
                    <a:gd name="T7" fmla="*/ 129 h 129"/>
                    <a:gd name="T8" fmla="*/ 227 w 227"/>
                    <a:gd name="T9" fmla="*/ 90 h 129"/>
                  </a:gdLst>
                  <a:ahLst/>
                  <a:cxnLst>
                    <a:cxn ang="0">
                      <a:pos x="T0" y="T1"/>
                    </a:cxn>
                    <a:cxn ang="0">
                      <a:pos x="T2" y="T3"/>
                    </a:cxn>
                    <a:cxn ang="0">
                      <a:pos x="T4" y="T5"/>
                    </a:cxn>
                    <a:cxn ang="0">
                      <a:pos x="T6" y="T7"/>
                    </a:cxn>
                    <a:cxn ang="0">
                      <a:pos x="T8" y="T9"/>
                    </a:cxn>
                  </a:cxnLst>
                  <a:rect l="0" t="0" r="r" b="b"/>
                  <a:pathLst>
                    <a:path w="227" h="129">
                      <a:moveTo>
                        <a:pt x="227" y="90"/>
                      </a:moveTo>
                      <a:lnTo>
                        <a:pt x="69" y="0"/>
                      </a:lnTo>
                      <a:lnTo>
                        <a:pt x="0" y="39"/>
                      </a:lnTo>
                      <a:lnTo>
                        <a:pt x="159" y="129"/>
                      </a:lnTo>
                      <a:lnTo>
                        <a:pt x="227" y="90"/>
                      </a:lnTo>
                      <a:close/>
                    </a:path>
                  </a:pathLst>
                </a:custGeom>
                <a:solidFill>
                  <a:srgbClr val="E4E4E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37" name="Freeform 113"/>
                <p:cNvSpPr>
                  <a:spLocks/>
                </p:cNvSpPr>
                <p:nvPr/>
              </p:nvSpPr>
              <p:spPr bwMode="auto">
                <a:xfrm>
                  <a:off x="2830513" y="3287713"/>
                  <a:ext cx="111125" cy="130175"/>
                </a:xfrm>
                <a:custGeom>
                  <a:avLst/>
                  <a:gdLst>
                    <a:gd name="T0" fmla="*/ 70 w 70"/>
                    <a:gd name="T1" fmla="*/ 0 h 82"/>
                    <a:gd name="T2" fmla="*/ 70 w 70"/>
                    <a:gd name="T3" fmla="*/ 45 h 82"/>
                    <a:gd name="T4" fmla="*/ 0 w 70"/>
                    <a:gd name="T5" fmla="*/ 82 h 82"/>
                    <a:gd name="T6" fmla="*/ 0 w 70"/>
                    <a:gd name="T7" fmla="*/ 39 h 82"/>
                    <a:gd name="T8" fmla="*/ 70 w 70"/>
                    <a:gd name="T9" fmla="*/ 0 h 82"/>
                  </a:gdLst>
                  <a:ahLst/>
                  <a:cxnLst>
                    <a:cxn ang="0">
                      <a:pos x="T0" y="T1"/>
                    </a:cxn>
                    <a:cxn ang="0">
                      <a:pos x="T2" y="T3"/>
                    </a:cxn>
                    <a:cxn ang="0">
                      <a:pos x="T4" y="T5"/>
                    </a:cxn>
                    <a:cxn ang="0">
                      <a:pos x="T6" y="T7"/>
                    </a:cxn>
                    <a:cxn ang="0">
                      <a:pos x="T8" y="T9"/>
                    </a:cxn>
                  </a:cxnLst>
                  <a:rect l="0" t="0" r="r" b="b"/>
                  <a:pathLst>
                    <a:path w="70" h="82">
                      <a:moveTo>
                        <a:pt x="70" y="0"/>
                      </a:moveTo>
                      <a:lnTo>
                        <a:pt x="70" y="45"/>
                      </a:lnTo>
                      <a:lnTo>
                        <a:pt x="0" y="82"/>
                      </a:lnTo>
                      <a:lnTo>
                        <a:pt x="0" y="39"/>
                      </a:lnTo>
                      <a:lnTo>
                        <a:pt x="70" y="0"/>
                      </a:lnTo>
                      <a:close/>
                    </a:path>
                  </a:pathLst>
                </a:custGeom>
                <a:solidFill>
                  <a:schemeClr val="bg1">
                    <a:lumMod val="95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38" name="Freeform 114"/>
                <p:cNvSpPr>
                  <a:spLocks/>
                </p:cNvSpPr>
                <p:nvPr/>
              </p:nvSpPr>
              <p:spPr bwMode="auto">
                <a:xfrm>
                  <a:off x="2581275" y="3206751"/>
                  <a:ext cx="249238" cy="214313"/>
                </a:xfrm>
                <a:custGeom>
                  <a:avLst/>
                  <a:gdLst>
                    <a:gd name="T0" fmla="*/ 157 w 157"/>
                    <a:gd name="T1" fmla="*/ 90 h 135"/>
                    <a:gd name="T2" fmla="*/ 157 w 157"/>
                    <a:gd name="T3" fmla="*/ 135 h 135"/>
                    <a:gd name="T4" fmla="*/ 0 w 157"/>
                    <a:gd name="T5" fmla="*/ 43 h 135"/>
                    <a:gd name="T6" fmla="*/ 0 w 157"/>
                    <a:gd name="T7" fmla="*/ 0 h 135"/>
                    <a:gd name="T8" fmla="*/ 157 w 157"/>
                    <a:gd name="T9" fmla="*/ 90 h 135"/>
                  </a:gdLst>
                  <a:ahLst/>
                  <a:cxnLst>
                    <a:cxn ang="0">
                      <a:pos x="T0" y="T1"/>
                    </a:cxn>
                    <a:cxn ang="0">
                      <a:pos x="T2" y="T3"/>
                    </a:cxn>
                    <a:cxn ang="0">
                      <a:pos x="T4" y="T5"/>
                    </a:cxn>
                    <a:cxn ang="0">
                      <a:pos x="T6" y="T7"/>
                    </a:cxn>
                    <a:cxn ang="0">
                      <a:pos x="T8" y="T9"/>
                    </a:cxn>
                  </a:cxnLst>
                  <a:rect l="0" t="0" r="r" b="b"/>
                  <a:pathLst>
                    <a:path w="157" h="135">
                      <a:moveTo>
                        <a:pt x="157" y="90"/>
                      </a:moveTo>
                      <a:lnTo>
                        <a:pt x="157" y="135"/>
                      </a:lnTo>
                      <a:lnTo>
                        <a:pt x="0" y="43"/>
                      </a:lnTo>
                      <a:lnTo>
                        <a:pt x="0" y="0"/>
                      </a:lnTo>
                      <a:lnTo>
                        <a:pt x="157" y="90"/>
                      </a:lnTo>
                      <a:close/>
                    </a:path>
                  </a:pathLst>
                </a:custGeom>
                <a:solidFill>
                  <a:srgbClr val="AFAEB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39" name="Freeform 115"/>
                <p:cNvSpPr>
                  <a:spLocks/>
                </p:cNvSpPr>
                <p:nvPr/>
              </p:nvSpPr>
              <p:spPr bwMode="auto">
                <a:xfrm>
                  <a:off x="2640013" y="3043238"/>
                  <a:ext cx="358775" cy="204788"/>
                </a:xfrm>
                <a:custGeom>
                  <a:avLst/>
                  <a:gdLst>
                    <a:gd name="T0" fmla="*/ 226 w 226"/>
                    <a:gd name="T1" fmla="*/ 90 h 129"/>
                    <a:gd name="T2" fmla="*/ 69 w 226"/>
                    <a:gd name="T3" fmla="*/ 0 h 129"/>
                    <a:gd name="T4" fmla="*/ 0 w 226"/>
                    <a:gd name="T5" fmla="*/ 39 h 129"/>
                    <a:gd name="T6" fmla="*/ 158 w 226"/>
                    <a:gd name="T7" fmla="*/ 129 h 129"/>
                    <a:gd name="T8" fmla="*/ 226 w 226"/>
                    <a:gd name="T9" fmla="*/ 90 h 129"/>
                  </a:gdLst>
                  <a:ahLst/>
                  <a:cxnLst>
                    <a:cxn ang="0">
                      <a:pos x="T0" y="T1"/>
                    </a:cxn>
                    <a:cxn ang="0">
                      <a:pos x="T2" y="T3"/>
                    </a:cxn>
                    <a:cxn ang="0">
                      <a:pos x="T4" y="T5"/>
                    </a:cxn>
                    <a:cxn ang="0">
                      <a:pos x="T6" y="T7"/>
                    </a:cxn>
                    <a:cxn ang="0">
                      <a:pos x="T8" y="T9"/>
                    </a:cxn>
                  </a:cxnLst>
                  <a:rect l="0" t="0" r="r" b="b"/>
                  <a:pathLst>
                    <a:path w="226" h="129">
                      <a:moveTo>
                        <a:pt x="226" y="90"/>
                      </a:moveTo>
                      <a:lnTo>
                        <a:pt x="69" y="0"/>
                      </a:lnTo>
                      <a:lnTo>
                        <a:pt x="0" y="39"/>
                      </a:lnTo>
                      <a:lnTo>
                        <a:pt x="158" y="129"/>
                      </a:lnTo>
                      <a:lnTo>
                        <a:pt x="226" y="90"/>
                      </a:lnTo>
                      <a:close/>
                    </a:path>
                  </a:pathLst>
                </a:custGeom>
                <a:solidFill>
                  <a:srgbClr val="E4E4E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40" name="Freeform 116"/>
                <p:cNvSpPr>
                  <a:spLocks/>
                </p:cNvSpPr>
                <p:nvPr/>
              </p:nvSpPr>
              <p:spPr bwMode="auto">
                <a:xfrm>
                  <a:off x="2890838" y="3186113"/>
                  <a:ext cx="107950" cy="131763"/>
                </a:xfrm>
                <a:custGeom>
                  <a:avLst/>
                  <a:gdLst>
                    <a:gd name="T0" fmla="*/ 68 w 68"/>
                    <a:gd name="T1" fmla="*/ 0 h 83"/>
                    <a:gd name="T2" fmla="*/ 68 w 68"/>
                    <a:gd name="T3" fmla="*/ 45 h 83"/>
                    <a:gd name="T4" fmla="*/ 0 w 68"/>
                    <a:gd name="T5" fmla="*/ 83 h 83"/>
                    <a:gd name="T6" fmla="*/ 0 w 68"/>
                    <a:gd name="T7" fmla="*/ 39 h 83"/>
                    <a:gd name="T8" fmla="*/ 68 w 68"/>
                    <a:gd name="T9" fmla="*/ 0 h 83"/>
                  </a:gdLst>
                  <a:ahLst/>
                  <a:cxnLst>
                    <a:cxn ang="0">
                      <a:pos x="T0" y="T1"/>
                    </a:cxn>
                    <a:cxn ang="0">
                      <a:pos x="T2" y="T3"/>
                    </a:cxn>
                    <a:cxn ang="0">
                      <a:pos x="T4" y="T5"/>
                    </a:cxn>
                    <a:cxn ang="0">
                      <a:pos x="T6" y="T7"/>
                    </a:cxn>
                    <a:cxn ang="0">
                      <a:pos x="T8" y="T9"/>
                    </a:cxn>
                  </a:cxnLst>
                  <a:rect l="0" t="0" r="r" b="b"/>
                  <a:pathLst>
                    <a:path w="68" h="83">
                      <a:moveTo>
                        <a:pt x="68" y="0"/>
                      </a:moveTo>
                      <a:lnTo>
                        <a:pt x="68" y="45"/>
                      </a:lnTo>
                      <a:lnTo>
                        <a:pt x="0" y="83"/>
                      </a:lnTo>
                      <a:lnTo>
                        <a:pt x="0" y="39"/>
                      </a:lnTo>
                      <a:lnTo>
                        <a:pt x="68" y="0"/>
                      </a:lnTo>
                      <a:close/>
                    </a:path>
                  </a:pathLst>
                </a:custGeom>
                <a:solidFill>
                  <a:schemeClr val="bg1">
                    <a:lumMod val="95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41" name="Freeform 117"/>
                <p:cNvSpPr>
                  <a:spLocks/>
                </p:cNvSpPr>
                <p:nvPr/>
              </p:nvSpPr>
              <p:spPr bwMode="auto">
                <a:xfrm>
                  <a:off x="2638425" y="3105151"/>
                  <a:ext cx="252413" cy="214313"/>
                </a:xfrm>
                <a:custGeom>
                  <a:avLst/>
                  <a:gdLst>
                    <a:gd name="T0" fmla="*/ 159 w 159"/>
                    <a:gd name="T1" fmla="*/ 90 h 135"/>
                    <a:gd name="T2" fmla="*/ 159 w 159"/>
                    <a:gd name="T3" fmla="*/ 135 h 135"/>
                    <a:gd name="T4" fmla="*/ 0 w 159"/>
                    <a:gd name="T5" fmla="*/ 43 h 135"/>
                    <a:gd name="T6" fmla="*/ 1 w 159"/>
                    <a:gd name="T7" fmla="*/ 0 h 135"/>
                    <a:gd name="T8" fmla="*/ 159 w 159"/>
                    <a:gd name="T9" fmla="*/ 90 h 135"/>
                  </a:gdLst>
                  <a:ahLst/>
                  <a:cxnLst>
                    <a:cxn ang="0">
                      <a:pos x="T0" y="T1"/>
                    </a:cxn>
                    <a:cxn ang="0">
                      <a:pos x="T2" y="T3"/>
                    </a:cxn>
                    <a:cxn ang="0">
                      <a:pos x="T4" y="T5"/>
                    </a:cxn>
                    <a:cxn ang="0">
                      <a:pos x="T6" y="T7"/>
                    </a:cxn>
                    <a:cxn ang="0">
                      <a:pos x="T8" y="T9"/>
                    </a:cxn>
                  </a:cxnLst>
                  <a:rect l="0" t="0" r="r" b="b"/>
                  <a:pathLst>
                    <a:path w="159" h="135">
                      <a:moveTo>
                        <a:pt x="159" y="90"/>
                      </a:moveTo>
                      <a:lnTo>
                        <a:pt x="159" y="135"/>
                      </a:lnTo>
                      <a:lnTo>
                        <a:pt x="0" y="43"/>
                      </a:lnTo>
                      <a:lnTo>
                        <a:pt x="1" y="0"/>
                      </a:lnTo>
                      <a:lnTo>
                        <a:pt x="159" y="90"/>
                      </a:lnTo>
                      <a:close/>
                    </a:path>
                  </a:pathLst>
                </a:custGeom>
                <a:solidFill>
                  <a:srgbClr val="AFAEB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42" name="Freeform 118"/>
                <p:cNvSpPr>
                  <a:spLocks/>
                </p:cNvSpPr>
                <p:nvPr/>
              </p:nvSpPr>
              <p:spPr bwMode="auto">
                <a:xfrm>
                  <a:off x="2697163" y="2941638"/>
                  <a:ext cx="360363" cy="204788"/>
                </a:xfrm>
                <a:custGeom>
                  <a:avLst/>
                  <a:gdLst>
                    <a:gd name="T0" fmla="*/ 227 w 227"/>
                    <a:gd name="T1" fmla="*/ 90 h 129"/>
                    <a:gd name="T2" fmla="*/ 69 w 227"/>
                    <a:gd name="T3" fmla="*/ 0 h 129"/>
                    <a:gd name="T4" fmla="*/ 0 w 227"/>
                    <a:gd name="T5" fmla="*/ 39 h 129"/>
                    <a:gd name="T6" fmla="*/ 159 w 227"/>
                    <a:gd name="T7" fmla="*/ 129 h 129"/>
                    <a:gd name="T8" fmla="*/ 227 w 227"/>
                    <a:gd name="T9" fmla="*/ 90 h 129"/>
                  </a:gdLst>
                  <a:ahLst/>
                  <a:cxnLst>
                    <a:cxn ang="0">
                      <a:pos x="T0" y="T1"/>
                    </a:cxn>
                    <a:cxn ang="0">
                      <a:pos x="T2" y="T3"/>
                    </a:cxn>
                    <a:cxn ang="0">
                      <a:pos x="T4" y="T5"/>
                    </a:cxn>
                    <a:cxn ang="0">
                      <a:pos x="T6" y="T7"/>
                    </a:cxn>
                    <a:cxn ang="0">
                      <a:pos x="T8" y="T9"/>
                    </a:cxn>
                  </a:cxnLst>
                  <a:rect l="0" t="0" r="r" b="b"/>
                  <a:pathLst>
                    <a:path w="227" h="129">
                      <a:moveTo>
                        <a:pt x="227" y="90"/>
                      </a:moveTo>
                      <a:lnTo>
                        <a:pt x="69" y="0"/>
                      </a:lnTo>
                      <a:lnTo>
                        <a:pt x="0" y="39"/>
                      </a:lnTo>
                      <a:lnTo>
                        <a:pt x="159" y="129"/>
                      </a:lnTo>
                      <a:lnTo>
                        <a:pt x="227" y="90"/>
                      </a:lnTo>
                      <a:close/>
                    </a:path>
                  </a:pathLst>
                </a:custGeom>
                <a:solidFill>
                  <a:srgbClr val="E4E4E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43" name="Freeform 119"/>
                <p:cNvSpPr>
                  <a:spLocks/>
                </p:cNvSpPr>
                <p:nvPr/>
              </p:nvSpPr>
              <p:spPr bwMode="auto">
                <a:xfrm>
                  <a:off x="2946400" y="3084513"/>
                  <a:ext cx="111125" cy="131763"/>
                </a:xfrm>
                <a:custGeom>
                  <a:avLst/>
                  <a:gdLst>
                    <a:gd name="T0" fmla="*/ 70 w 70"/>
                    <a:gd name="T1" fmla="*/ 0 h 83"/>
                    <a:gd name="T2" fmla="*/ 70 w 70"/>
                    <a:gd name="T3" fmla="*/ 46 h 83"/>
                    <a:gd name="T4" fmla="*/ 0 w 70"/>
                    <a:gd name="T5" fmla="*/ 83 h 83"/>
                    <a:gd name="T6" fmla="*/ 0 w 70"/>
                    <a:gd name="T7" fmla="*/ 39 h 83"/>
                    <a:gd name="T8" fmla="*/ 70 w 70"/>
                    <a:gd name="T9" fmla="*/ 0 h 83"/>
                  </a:gdLst>
                  <a:ahLst/>
                  <a:cxnLst>
                    <a:cxn ang="0">
                      <a:pos x="T0" y="T1"/>
                    </a:cxn>
                    <a:cxn ang="0">
                      <a:pos x="T2" y="T3"/>
                    </a:cxn>
                    <a:cxn ang="0">
                      <a:pos x="T4" y="T5"/>
                    </a:cxn>
                    <a:cxn ang="0">
                      <a:pos x="T6" y="T7"/>
                    </a:cxn>
                    <a:cxn ang="0">
                      <a:pos x="T8" y="T9"/>
                    </a:cxn>
                  </a:cxnLst>
                  <a:rect l="0" t="0" r="r" b="b"/>
                  <a:pathLst>
                    <a:path w="70" h="83">
                      <a:moveTo>
                        <a:pt x="70" y="0"/>
                      </a:moveTo>
                      <a:lnTo>
                        <a:pt x="70" y="46"/>
                      </a:lnTo>
                      <a:lnTo>
                        <a:pt x="0" y="83"/>
                      </a:lnTo>
                      <a:lnTo>
                        <a:pt x="0" y="39"/>
                      </a:lnTo>
                      <a:lnTo>
                        <a:pt x="70" y="0"/>
                      </a:lnTo>
                      <a:close/>
                    </a:path>
                  </a:pathLst>
                </a:custGeom>
                <a:solidFill>
                  <a:schemeClr val="bg1">
                    <a:lumMod val="95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44" name="Freeform 120"/>
                <p:cNvSpPr>
                  <a:spLocks/>
                </p:cNvSpPr>
                <p:nvPr/>
              </p:nvSpPr>
              <p:spPr bwMode="auto">
                <a:xfrm>
                  <a:off x="2697163" y="3003551"/>
                  <a:ext cx="249238" cy="214313"/>
                </a:xfrm>
                <a:custGeom>
                  <a:avLst/>
                  <a:gdLst>
                    <a:gd name="T0" fmla="*/ 157 w 157"/>
                    <a:gd name="T1" fmla="*/ 90 h 135"/>
                    <a:gd name="T2" fmla="*/ 157 w 157"/>
                    <a:gd name="T3" fmla="*/ 135 h 135"/>
                    <a:gd name="T4" fmla="*/ 0 w 157"/>
                    <a:gd name="T5" fmla="*/ 44 h 135"/>
                    <a:gd name="T6" fmla="*/ 0 w 157"/>
                    <a:gd name="T7" fmla="*/ 0 h 135"/>
                    <a:gd name="T8" fmla="*/ 157 w 157"/>
                    <a:gd name="T9" fmla="*/ 90 h 135"/>
                  </a:gdLst>
                  <a:ahLst/>
                  <a:cxnLst>
                    <a:cxn ang="0">
                      <a:pos x="T0" y="T1"/>
                    </a:cxn>
                    <a:cxn ang="0">
                      <a:pos x="T2" y="T3"/>
                    </a:cxn>
                    <a:cxn ang="0">
                      <a:pos x="T4" y="T5"/>
                    </a:cxn>
                    <a:cxn ang="0">
                      <a:pos x="T6" y="T7"/>
                    </a:cxn>
                    <a:cxn ang="0">
                      <a:pos x="T8" y="T9"/>
                    </a:cxn>
                  </a:cxnLst>
                  <a:rect l="0" t="0" r="r" b="b"/>
                  <a:pathLst>
                    <a:path w="157" h="135">
                      <a:moveTo>
                        <a:pt x="157" y="90"/>
                      </a:moveTo>
                      <a:lnTo>
                        <a:pt x="157" y="135"/>
                      </a:lnTo>
                      <a:lnTo>
                        <a:pt x="0" y="44"/>
                      </a:lnTo>
                      <a:lnTo>
                        <a:pt x="0" y="0"/>
                      </a:lnTo>
                      <a:lnTo>
                        <a:pt x="157" y="90"/>
                      </a:lnTo>
                      <a:close/>
                    </a:path>
                  </a:pathLst>
                </a:custGeom>
                <a:solidFill>
                  <a:srgbClr val="AFAEB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247" name="组合 246"/>
            <p:cNvGrpSpPr/>
            <p:nvPr/>
          </p:nvGrpSpPr>
          <p:grpSpPr>
            <a:xfrm>
              <a:off x="1741488" y="437108"/>
              <a:ext cx="2026308" cy="2066148"/>
              <a:chOff x="1741488" y="437108"/>
              <a:chExt cx="2026308" cy="2066148"/>
            </a:xfrm>
          </p:grpSpPr>
          <p:grpSp>
            <p:nvGrpSpPr>
              <p:cNvPr id="248" name="组合 247"/>
              <p:cNvGrpSpPr>
                <a:grpSpLocks noChangeAspect="1"/>
              </p:cNvGrpSpPr>
              <p:nvPr/>
            </p:nvGrpSpPr>
            <p:grpSpPr>
              <a:xfrm>
                <a:off x="1748196" y="437108"/>
                <a:ext cx="2019600" cy="2066148"/>
                <a:chOff x="0" y="199505"/>
                <a:chExt cx="6710541" cy="6865206"/>
              </a:xfrm>
            </p:grpSpPr>
            <p:sp>
              <p:nvSpPr>
                <p:cNvPr id="251" name="平行四边形 250"/>
                <p:cNvSpPr/>
                <p:nvPr/>
              </p:nvSpPr>
              <p:spPr>
                <a:xfrm rot="5400000" flipV="1">
                  <a:off x="2570320" y="2924489"/>
                  <a:ext cx="4925174" cy="3355269"/>
                </a:xfrm>
                <a:prstGeom prst="parallelogram">
                  <a:avLst>
                    <a:gd name="adj" fmla="val 57770"/>
                  </a:avLst>
                </a:prstGeom>
                <a:solidFill>
                  <a:srgbClr val="D8760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latin typeface="Impact" panose="020B0806030902050204" pitchFamily="34" charset="0"/>
                  </a:endParaRPr>
                </a:p>
              </p:txBody>
            </p:sp>
            <p:sp>
              <p:nvSpPr>
                <p:cNvPr id="252" name="平行四边形 251"/>
                <p:cNvSpPr/>
                <p:nvPr/>
              </p:nvSpPr>
              <p:spPr>
                <a:xfrm rot="16200000">
                  <a:off x="-784950" y="2924481"/>
                  <a:ext cx="4925174" cy="3355271"/>
                </a:xfrm>
                <a:prstGeom prst="parallelogram">
                  <a:avLst>
                    <a:gd name="adj" fmla="val 57770"/>
                  </a:avLst>
                </a:prstGeom>
                <a:solidFill>
                  <a:srgbClr val="FF890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latin typeface="Impact" panose="020B0806030902050204" pitchFamily="34" charset="0"/>
                  </a:endParaRPr>
                </a:p>
              </p:txBody>
            </p:sp>
            <p:sp>
              <p:nvSpPr>
                <p:cNvPr id="253" name="菱形 252"/>
                <p:cNvSpPr/>
                <p:nvPr/>
              </p:nvSpPr>
              <p:spPr>
                <a:xfrm>
                  <a:off x="0" y="199505"/>
                  <a:ext cx="6710541" cy="3879056"/>
                </a:xfrm>
                <a:prstGeom prst="diamond">
                  <a:avLst/>
                </a:prstGeom>
                <a:solidFill>
                  <a:srgbClr val="FF9B2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latin typeface="Impact" panose="020B0806030902050204" pitchFamily="34" charset="0"/>
                  </a:endParaRPr>
                </a:p>
              </p:txBody>
            </p:sp>
          </p:grpSp>
          <p:sp>
            <p:nvSpPr>
              <p:cNvPr id="249" name="Freeform 132"/>
              <p:cNvSpPr>
                <a:spLocks/>
              </p:cNvSpPr>
              <p:nvPr/>
            </p:nvSpPr>
            <p:spPr bwMode="auto">
              <a:xfrm>
                <a:off x="1741488" y="1011238"/>
                <a:ext cx="1008063" cy="1476375"/>
              </a:xfrm>
              <a:custGeom>
                <a:avLst/>
                <a:gdLst>
                  <a:gd name="T0" fmla="*/ 635 w 635"/>
                  <a:gd name="T1" fmla="*/ 930 h 930"/>
                  <a:gd name="T2" fmla="*/ 635 w 635"/>
                  <a:gd name="T3" fmla="*/ 369 h 930"/>
                  <a:gd name="T4" fmla="*/ 0 w 635"/>
                  <a:gd name="T5" fmla="*/ 0 h 930"/>
                </a:gdLst>
                <a:ahLst/>
                <a:cxnLst>
                  <a:cxn ang="0">
                    <a:pos x="T0" y="T1"/>
                  </a:cxn>
                  <a:cxn ang="0">
                    <a:pos x="T2" y="T3"/>
                  </a:cxn>
                  <a:cxn ang="0">
                    <a:pos x="T4" y="T5"/>
                  </a:cxn>
                </a:cxnLst>
                <a:rect l="0" t="0" r="r" b="b"/>
                <a:pathLst>
                  <a:path w="635" h="930">
                    <a:moveTo>
                      <a:pt x="635" y="930"/>
                    </a:moveTo>
                    <a:lnTo>
                      <a:pt x="635" y="369"/>
                    </a:lnTo>
                    <a:lnTo>
                      <a:pt x="0" y="0"/>
                    </a:lnTo>
                  </a:path>
                </a:pathLst>
              </a:custGeom>
              <a:noFill/>
              <a:ln w="9525" cap="flat">
                <a:solidFill>
                  <a:srgbClr val="FFFFFF">
                    <a:alpha val="20000"/>
                  </a:srgb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Freeform 137"/>
              <p:cNvSpPr>
                <a:spLocks/>
              </p:cNvSpPr>
              <p:nvPr/>
            </p:nvSpPr>
            <p:spPr bwMode="auto">
              <a:xfrm>
                <a:off x="2749550" y="1011238"/>
                <a:ext cx="1009650" cy="1476375"/>
              </a:xfrm>
              <a:custGeom>
                <a:avLst/>
                <a:gdLst>
                  <a:gd name="T0" fmla="*/ 0 w 636"/>
                  <a:gd name="T1" fmla="*/ 930 h 930"/>
                  <a:gd name="T2" fmla="*/ 0 w 636"/>
                  <a:gd name="T3" fmla="*/ 369 h 930"/>
                  <a:gd name="T4" fmla="*/ 636 w 636"/>
                  <a:gd name="T5" fmla="*/ 0 h 930"/>
                </a:gdLst>
                <a:ahLst/>
                <a:cxnLst>
                  <a:cxn ang="0">
                    <a:pos x="T0" y="T1"/>
                  </a:cxn>
                  <a:cxn ang="0">
                    <a:pos x="T2" y="T3"/>
                  </a:cxn>
                  <a:cxn ang="0">
                    <a:pos x="T4" y="T5"/>
                  </a:cxn>
                </a:cxnLst>
                <a:rect l="0" t="0" r="r" b="b"/>
                <a:pathLst>
                  <a:path w="636" h="930">
                    <a:moveTo>
                      <a:pt x="0" y="930"/>
                    </a:moveTo>
                    <a:lnTo>
                      <a:pt x="0" y="369"/>
                    </a:lnTo>
                    <a:lnTo>
                      <a:pt x="636" y="0"/>
                    </a:lnTo>
                  </a:path>
                </a:pathLst>
              </a:custGeom>
              <a:noFill/>
              <a:ln w="9525" cap="flat">
                <a:solidFill>
                  <a:srgbClr val="FFFFFF">
                    <a:alpha val="20000"/>
                  </a:srgb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54" name="组合 253"/>
            <p:cNvGrpSpPr/>
            <p:nvPr/>
          </p:nvGrpSpPr>
          <p:grpSpPr>
            <a:xfrm>
              <a:off x="2749466" y="1524353"/>
              <a:ext cx="836647" cy="1100513"/>
              <a:chOff x="3124507" y="1423794"/>
              <a:chExt cx="836647" cy="1100513"/>
            </a:xfrm>
          </p:grpSpPr>
          <p:sp>
            <p:nvSpPr>
              <p:cNvPr id="255" name="任意多边形 254"/>
              <p:cNvSpPr>
                <a:spLocks/>
              </p:cNvSpPr>
              <p:nvPr/>
            </p:nvSpPr>
            <p:spPr bwMode="auto">
              <a:xfrm>
                <a:off x="3124526" y="1423794"/>
                <a:ext cx="836608" cy="1100512"/>
              </a:xfrm>
              <a:custGeom>
                <a:avLst/>
                <a:gdLst>
                  <a:gd name="connsiteX0" fmla="*/ 422871 w 836608"/>
                  <a:gd name="connsiteY0" fmla="*/ 164267 h 1100512"/>
                  <a:gd name="connsiteX1" fmla="*/ 169721 w 836608"/>
                  <a:gd name="connsiteY1" fmla="*/ 310068 h 1100512"/>
                  <a:gd name="connsiteX2" fmla="*/ 170537 w 836608"/>
                  <a:gd name="connsiteY2" fmla="*/ 310523 h 1100512"/>
                  <a:gd name="connsiteX3" fmla="*/ 254212 w 836608"/>
                  <a:gd name="connsiteY3" fmla="*/ 0 h 1100512"/>
                  <a:gd name="connsiteX4" fmla="*/ 363616 w 836608"/>
                  <a:gd name="connsiteY4" fmla="*/ 62746 h 1100512"/>
                  <a:gd name="connsiteX5" fmla="*/ 363618 w 836608"/>
                  <a:gd name="connsiteY5" fmla="*/ 62745 h 1100512"/>
                  <a:gd name="connsiteX6" fmla="*/ 363618 w 836608"/>
                  <a:gd name="connsiteY6" fmla="*/ 62748 h 1100512"/>
                  <a:gd name="connsiteX7" fmla="*/ 363620 w 836608"/>
                  <a:gd name="connsiteY7" fmla="*/ 62749 h 1100512"/>
                  <a:gd name="connsiteX8" fmla="*/ 363618 w 836608"/>
                  <a:gd name="connsiteY8" fmla="*/ 62750 h 1100512"/>
                  <a:gd name="connsiteX9" fmla="*/ 366831 w 836608"/>
                  <a:gd name="connsiteY9" fmla="*/ 131814 h 1100512"/>
                  <a:gd name="connsiteX10" fmla="*/ 423143 w 836608"/>
                  <a:gd name="connsiteY10" fmla="*/ 164110 h 1100512"/>
                  <a:gd name="connsiteX11" fmla="*/ 423140 w 836608"/>
                  <a:gd name="connsiteY11" fmla="*/ 164112 h 1100512"/>
                  <a:gd name="connsiteX12" fmla="*/ 423140 w 836608"/>
                  <a:gd name="connsiteY12" fmla="*/ 233868 h 1100512"/>
                  <a:gd name="connsiteX13" fmla="*/ 481055 w 836608"/>
                  <a:gd name="connsiteY13" fmla="*/ 267084 h 1100512"/>
                  <a:gd name="connsiteX14" fmla="*/ 228451 w 836608"/>
                  <a:gd name="connsiteY14" fmla="*/ 411889 h 1100512"/>
                  <a:gd name="connsiteX15" fmla="*/ 228450 w 836608"/>
                  <a:gd name="connsiteY15" fmla="*/ 411889 h 1100512"/>
                  <a:gd name="connsiteX16" fmla="*/ 228450 w 836608"/>
                  <a:gd name="connsiteY16" fmla="*/ 422056 h 1100512"/>
                  <a:gd name="connsiteX17" fmla="*/ 228456 w 836608"/>
                  <a:gd name="connsiteY17" fmla="*/ 422052 h 1100512"/>
                  <a:gd name="connsiteX18" fmla="*/ 228456 w 836608"/>
                  <a:gd name="connsiteY18" fmla="*/ 411887 h 1100512"/>
                  <a:gd name="connsiteX19" fmla="*/ 481059 w 836608"/>
                  <a:gd name="connsiteY19" fmla="*/ 267082 h 1100512"/>
                  <a:gd name="connsiteX20" fmla="*/ 484272 w 836608"/>
                  <a:gd name="connsiteY20" fmla="*/ 337760 h 1100512"/>
                  <a:gd name="connsiteX21" fmla="*/ 540581 w 836608"/>
                  <a:gd name="connsiteY21" fmla="*/ 370055 h 1100512"/>
                  <a:gd name="connsiteX22" fmla="*/ 287165 w 836608"/>
                  <a:gd name="connsiteY22" fmla="*/ 514406 h 1100512"/>
                  <a:gd name="connsiteX23" fmla="*/ 287978 w 836608"/>
                  <a:gd name="connsiteY23" fmla="*/ 514859 h 1100512"/>
                  <a:gd name="connsiteX24" fmla="*/ 287978 w 836608"/>
                  <a:gd name="connsiteY24" fmla="*/ 525566 h 1100512"/>
                  <a:gd name="connsiteX25" fmla="*/ 287981 w 836608"/>
                  <a:gd name="connsiteY25" fmla="*/ 525564 h 1100512"/>
                  <a:gd name="connsiteX26" fmla="*/ 287981 w 836608"/>
                  <a:gd name="connsiteY26" fmla="*/ 514861 h 1100512"/>
                  <a:gd name="connsiteX27" fmla="*/ 540586 w 836608"/>
                  <a:gd name="connsiteY27" fmla="*/ 370056 h 1100512"/>
                  <a:gd name="connsiteX28" fmla="*/ 540586 w 836608"/>
                  <a:gd name="connsiteY28" fmla="*/ 439241 h 1100512"/>
                  <a:gd name="connsiteX29" fmla="*/ 540094 w 836608"/>
                  <a:gd name="connsiteY29" fmla="*/ 439529 h 1100512"/>
                  <a:gd name="connsiteX30" fmla="*/ 598500 w 836608"/>
                  <a:gd name="connsiteY30" fmla="*/ 473027 h 1100512"/>
                  <a:gd name="connsiteX31" fmla="*/ 345896 w 836608"/>
                  <a:gd name="connsiteY31" fmla="*/ 617832 h 1100512"/>
                  <a:gd name="connsiteX32" fmla="*/ 345895 w 836608"/>
                  <a:gd name="connsiteY32" fmla="*/ 617832 h 1100512"/>
                  <a:gd name="connsiteX33" fmla="*/ 345895 w 836608"/>
                  <a:gd name="connsiteY33" fmla="*/ 627665 h 1100512"/>
                  <a:gd name="connsiteX34" fmla="*/ 345899 w 836608"/>
                  <a:gd name="connsiteY34" fmla="*/ 627663 h 1100512"/>
                  <a:gd name="connsiteX35" fmla="*/ 345899 w 836608"/>
                  <a:gd name="connsiteY35" fmla="*/ 617832 h 1100512"/>
                  <a:gd name="connsiteX36" fmla="*/ 598502 w 836608"/>
                  <a:gd name="connsiteY36" fmla="*/ 473027 h 1100512"/>
                  <a:gd name="connsiteX37" fmla="*/ 601715 w 836608"/>
                  <a:gd name="connsiteY37" fmla="*/ 542093 h 1100512"/>
                  <a:gd name="connsiteX38" fmla="*/ 658027 w 836608"/>
                  <a:gd name="connsiteY38" fmla="*/ 574389 h 1100512"/>
                  <a:gd name="connsiteX39" fmla="*/ 404606 w 836608"/>
                  <a:gd name="connsiteY39" fmla="*/ 720347 h 1100512"/>
                  <a:gd name="connsiteX40" fmla="*/ 405424 w 836608"/>
                  <a:gd name="connsiteY40" fmla="*/ 720803 h 1100512"/>
                  <a:gd name="connsiteX41" fmla="*/ 405424 w 836608"/>
                  <a:gd name="connsiteY41" fmla="*/ 729902 h 1100512"/>
                  <a:gd name="connsiteX42" fmla="*/ 405427 w 836608"/>
                  <a:gd name="connsiteY42" fmla="*/ 729900 h 1100512"/>
                  <a:gd name="connsiteX43" fmla="*/ 405427 w 836608"/>
                  <a:gd name="connsiteY43" fmla="*/ 720802 h 1100512"/>
                  <a:gd name="connsiteX44" fmla="*/ 658031 w 836608"/>
                  <a:gd name="connsiteY44" fmla="*/ 574389 h 1100512"/>
                  <a:gd name="connsiteX45" fmla="*/ 658031 w 836608"/>
                  <a:gd name="connsiteY45" fmla="*/ 644146 h 1100512"/>
                  <a:gd name="connsiteX46" fmla="*/ 715946 w 836608"/>
                  <a:gd name="connsiteY46" fmla="*/ 677362 h 1100512"/>
                  <a:gd name="connsiteX47" fmla="*/ 463342 w 836608"/>
                  <a:gd name="connsiteY47" fmla="*/ 822167 h 1100512"/>
                  <a:gd name="connsiteX48" fmla="*/ 463342 w 836608"/>
                  <a:gd name="connsiteY48" fmla="*/ 833059 h 1100512"/>
                  <a:gd name="connsiteX49" fmla="*/ 463345 w 836608"/>
                  <a:gd name="connsiteY49" fmla="*/ 833057 h 1100512"/>
                  <a:gd name="connsiteX50" fmla="*/ 463345 w 836608"/>
                  <a:gd name="connsiteY50" fmla="*/ 822166 h 1100512"/>
                  <a:gd name="connsiteX51" fmla="*/ 715948 w 836608"/>
                  <a:gd name="connsiteY51" fmla="*/ 677361 h 1100512"/>
                  <a:gd name="connsiteX52" fmla="*/ 719140 w 836608"/>
                  <a:gd name="connsiteY52" fmla="*/ 747586 h 1100512"/>
                  <a:gd name="connsiteX53" fmla="*/ 777078 w 836608"/>
                  <a:gd name="connsiteY53" fmla="*/ 780334 h 1100512"/>
                  <a:gd name="connsiteX54" fmla="*/ 522061 w 836608"/>
                  <a:gd name="connsiteY54" fmla="*/ 924684 h 1100512"/>
                  <a:gd name="connsiteX55" fmla="*/ 522866 w 836608"/>
                  <a:gd name="connsiteY55" fmla="*/ 925139 h 1100512"/>
                  <a:gd name="connsiteX56" fmla="*/ 522866 w 836608"/>
                  <a:gd name="connsiteY56" fmla="*/ 935850 h 1100512"/>
                  <a:gd name="connsiteX57" fmla="*/ 522871 w 836608"/>
                  <a:gd name="connsiteY57" fmla="*/ 935847 h 1100512"/>
                  <a:gd name="connsiteX58" fmla="*/ 522871 w 836608"/>
                  <a:gd name="connsiteY58" fmla="*/ 925138 h 1100512"/>
                  <a:gd name="connsiteX59" fmla="*/ 777083 w 836608"/>
                  <a:gd name="connsiteY59" fmla="*/ 780333 h 1100512"/>
                  <a:gd name="connsiteX60" fmla="*/ 777083 w 836608"/>
                  <a:gd name="connsiteY60" fmla="*/ 849518 h 1100512"/>
                  <a:gd name="connsiteX61" fmla="*/ 775793 w 836608"/>
                  <a:gd name="connsiteY61" fmla="*/ 850269 h 1100512"/>
                  <a:gd name="connsiteX62" fmla="*/ 833395 w 836608"/>
                  <a:gd name="connsiteY62" fmla="*/ 883306 h 1100512"/>
                  <a:gd name="connsiteX63" fmla="*/ 833390 w 836608"/>
                  <a:gd name="connsiteY63" fmla="*/ 883309 h 1100512"/>
                  <a:gd name="connsiteX64" fmla="*/ 836608 w 836608"/>
                  <a:gd name="connsiteY64" fmla="*/ 952490 h 1100512"/>
                  <a:gd name="connsiteX65" fmla="*/ 580787 w 836608"/>
                  <a:gd name="connsiteY65" fmla="*/ 1100512 h 1100512"/>
                  <a:gd name="connsiteX66" fmla="*/ 580787 w 836608"/>
                  <a:gd name="connsiteY66" fmla="*/ 1097293 h 1100512"/>
                  <a:gd name="connsiteX67" fmla="*/ 471383 w 836608"/>
                  <a:gd name="connsiteY67" fmla="*/ 1037764 h 1100512"/>
                  <a:gd name="connsiteX68" fmla="*/ 471383 w 836608"/>
                  <a:gd name="connsiteY68" fmla="*/ 967580 h 1100512"/>
                  <a:gd name="connsiteX69" fmla="*/ 411849 w 836608"/>
                  <a:gd name="connsiteY69" fmla="*/ 934793 h 1100512"/>
                  <a:gd name="connsiteX70" fmla="*/ 411849 w 836608"/>
                  <a:gd name="connsiteY70" fmla="*/ 864942 h 1100512"/>
                  <a:gd name="connsiteX71" fmla="*/ 353934 w 836608"/>
                  <a:gd name="connsiteY71" fmla="*/ 833429 h 1100512"/>
                  <a:gd name="connsiteX72" fmla="*/ 353934 w 836608"/>
                  <a:gd name="connsiteY72" fmla="*/ 762771 h 1100512"/>
                  <a:gd name="connsiteX73" fmla="*/ 292798 w 836608"/>
                  <a:gd name="connsiteY73" fmla="*/ 730456 h 1100512"/>
                  <a:gd name="connsiteX74" fmla="*/ 292798 w 836608"/>
                  <a:gd name="connsiteY74" fmla="*/ 658124 h 1100512"/>
                  <a:gd name="connsiteX75" fmla="*/ 236487 w 836608"/>
                  <a:gd name="connsiteY75" fmla="*/ 627484 h 1100512"/>
                  <a:gd name="connsiteX76" fmla="*/ 236487 w 836608"/>
                  <a:gd name="connsiteY76" fmla="*/ 557701 h 1100512"/>
                  <a:gd name="connsiteX77" fmla="*/ 175352 w 836608"/>
                  <a:gd name="connsiteY77" fmla="*/ 524513 h 1100512"/>
                  <a:gd name="connsiteX78" fmla="*/ 175352 w 836608"/>
                  <a:gd name="connsiteY78" fmla="*/ 453009 h 1100512"/>
                  <a:gd name="connsiteX79" fmla="*/ 119042 w 836608"/>
                  <a:gd name="connsiteY79" fmla="*/ 421542 h 1100512"/>
                  <a:gd name="connsiteX80" fmla="*/ 119042 w 836608"/>
                  <a:gd name="connsiteY80" fmla="*/ 352488 h 1100512"/>
                  <a:gd name="connsiteX81" fmla="*/ 57913 w 836608"/>
                  <a:gd name="connsiteY81" fmla="*/ 320177 h 1100512"/>
                  <a:gd name="connsiteX82" fmla="*/ 57913 w 836608"/>
                  <a:gd name="connsiteY82" fmla="*/ 248258 h 1100512"/>
                  <a:gd name="connsiteX83" fmla="*/ 6 w 836608"/>
                  <a:gd name="connsiteY83" fmla="*/ 217206 h 1100512"/>
                  <a:gd name="connsiteX84" fmla="*/ 6 w 836608"/>
                  <a:gd name="connsiteY84" fmla="*/ 144809 h 1100512"/>
                  <a:gd name="connsiteX85" fmla="*/ 0 w 836608"/>
                  <a:gd name="connsiteY85" fmla="*/ 144805 h 1100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836608" h="1100512">
                    <a:moveTo>
                      <a:pt x="422871" y="164267"/>
                    </a:moveTo>
                    <a:lnTo>
                      <a:pt x="169721" y="310068"/>
                    </a:lnTo>
                    <a:lnTo>
                      <a:pt x="170537" y="310523"/>
                    </a:lnTo>
                    <a:close/>
                    <a:moveTo>
                      <a:pt x="254212" y="0"/>
                    </a:moveTo>
                    <a:lnTo>
                      <a:pt x="363616" y="62746"/>
                    </a:lnTo>
                    <a:lnTo>
                      <a:pt x="363618" y="62745"/>
                    </a:lnTo>
                    <a:lnTo>
                      <a:pt x="363618" y="62748"/>
                    </a:lnTo>
                    <a:lnTo>
                      <a:pt x="363620" y="62749"/>
                    </a:lnTo>
                    <a:lnTo>
                      <a:pt x="363618" y="62750"/>
                    </a:lnTo>
                    <a:lnTo>
                      <a:pt x="366831" y="131814"/>
                    </a:lnTo>
                    <a:lnTo>
                      <a:pt x="423143" y="164110"/>
                    </a:lnTo>
                    <a:lnTo>
                      <a:pt x="423140" y="164112"/>
                    </a:lnTo>
                    <a:lnTo>
                      <a:pt x="423140" y="233868"/>
                    </a:lnTo>
                    <a:lnTo>
                      <a:pt x="481055" y="267084"/>
                    </a:lnTo>
                    <a:lnTo>
                      <a:pt x="228451" y="411889"/>
                    </a:lnTo>
                    <a:lnTo>
                      <a:pt x="228450" y="411889"/>
                    </a:lnTo>
                    <a:lnTo>
                      <a:pt x="228450" y="422056"/>
                    </a:lnTo>
                    <a:lnTo>
                      <a:pt x="228456" y="422052"/>
                    </a:lnTo>
                    <a:lnTo>
                      <a:pt x="228456" y="411887"/>
                    </a:lnTo>
                    <a:lnTo>
                      <a:pt x="481059" y="267082"/>
                    </a:lnTo>
                    <a:lnTo>
                      <a:pt x="484272" y="337760"/>
                    </a:lnTo>
                    <a:lnTo>
                      <a:pt x="540581" y="370055"/>
                    </a:lnTo>
                    <a:lnTo>
                      <a:pt x="287165" y="514406"/>
                    </a:lnTo>
                    <a:lnTo>
                      <a:pt x="287978" y="514859"/>
                    </a:lnTo>
                    <a:lnTo>
                      <a:pt x="287978" y="525566"/>
                    </a:lnTo>
                    <a:lnTo>
                      <a:pt x="287981" y="525564"/>
                    </a:lnTo>
                    <a:lnTo>
                      <a:pt x="287981" y="514861"/>
                    </a:lnTo>
                    <a:lnTo>
                      <a:pt x="540586" y="370056"/>
                    </a:lnTo>
                    <a:lnTo>
                      <a:pt x="540586" y="439241"/>
                    </a:lnTo>
                    <a:lnTo>
                      <a:pt x="540094" y="439529"/>
                    </a:lnTo>
                    <a:lnTo>
                      <a:pt x="598500" y="473027"/>
                    </a:lnTo>
                    <a:lnTo>
                      <a:pt x="345896" y="617832"/>
                    </a:lnTo>
                    <a:lnTo>
                      <a:pt x="345895" y="617832"/>
                    </a:lnTo>
                    <a:lnTo>
                      <a:pt x="345895" y="627665"/>
                    </a:lnTo>
                    <a:lnTo>
                      <a:pt x="345899" y="627663"/>
                    </a:lnTo>
                    <a:lnTo>
                      <a:pt x="345899" y="617832"/>
                    </a:lnTo>
                    <a:lnTo>
                      <a:pt x="598502" y="473027"/>
                    </a:lnTo>
                    <a:lnTo>
                      <a:pt x="601715" y="542093"/>
                    </a:lnTo>
                    <a:lnTo>
                      <a:pt x="658027" y="574389"/>
                    </a:lnTo>
                    <a:lnTo>
                      <a:pt x="404606" y="720347"/>
                    </a:lnTo>
                    <a:lnTo>
                      <a:pt x="405424" y="720803"/>
                    </a:lnTo>
                    <a:lnTo>
                      <a:pt x="405424" y="729902"/>
                    </a:lnTo>
                    <a:lnTo>
                      <a:pt x="405427" y="729900"/>
                    </a:lnTo>
                    <a:lnTo>
                      <a:pt x="405427" y="720802"/>
                    </a:lnTo>
                    <a:lnTo>
                      <a:pt x="658031" y="574389"/>
                    </a:lnTo>
                    <a:lnTo>
                      <a:pt x="658031" y="644146"/>
                    </a:lnTo>
                    <a:lnTo>
                      <a:pt x="715946" y="677362"/>
                    </a:lnTo>
                    <a:lnTo>
                      <a:pt x="463342" y="822167"/>
                    </a:lnTo>
                    <a:lnTo>
                      <a:pt x="463342" y="833059"/>
                    </a:lnTo>
                    <a:lnTo>
                      <a:pt x="463345" y="833057"/>
                    </a:lnTo>
                    <a:lnTo>
                      <a:pt x="463345" y="822166"/>
                    </a:lnTo>
                    <a:lnTo>
                      <a:pt x="715948" y="677361"/>
                    </a:lnTo>
                    <a:lnTo>
                      <a:pt x="719140" y="747586"/>
                    </a:lnTo>
                    <a:lnTo>
                      <a:pt x="777078" y="780334"/>
                    </a:lnTo>
                    <a:lnTo>
                      <a:pt x="522061" y="924684"/>
                    </a:lnTo>
                    <a:lnTo>
                      <a:pt x="522866" y="925139"/>
                    </a:lnTo>
                    <a:lnTo>
                      <a:pt x="522866" y="935850"/>
                    </a:lnTo>
                    <a:lnTo>
                      <a:pt x="522871" y="935847"/>
                    </a:lnTo>
                    <a:lnTo>
                      <a:pt x="522871" y="925138"/>
                    </a:lnTo>
                    <a:lnTo>
                      <a:pt x="777083" y="780333"/>
                    </a:lnTo>
                    <a:lnTo>
                      <a:pt x="777083" y="849518"/>
                    </a:lnTo>
                    <a:lnTo>
                      <a:pt x="775793" y="850269"/>
                    </a:lnTo>
                    <a:lnTo>
                      <a:pt x="833395" y="883306"/>
                    </a:lnTo>
                    <a:lnTo>
                      <a:pt x="833390" y="883309"/>
                    </a:lnTo>
                    <a:lnTo>
                      <a:pt x="836608" y="952490"/>
                    </a:lnTo>
                    <a:lnTo>
                      <a:pt x="580787" y="1100512"/>
                    </a:lnTo>
                    <a:lnTo>
                      <a:pt x="580787" y="1097293"/>
                    </a:lnTo>
                    <a:lnTo>
                      <a:pt x="471383" y="1037764"/>
                    </a:lnTo>
                    <a:lnTo>
                      <a:pt x="471383" y="967580"/>
                    </a:lnTo>
                    <a:lnTo>
                      <a:pt x="411849" y="934793"/>
                    </a:lnTo>
                    <a:lnTo>
                      <a:pt x="411849" y="864942"/>
                    </a:lnTo>
                    <a:lnTo>
                      <a:pt x="353934" y="833429"/>
                    </a:lnTo>
                    <a:lnTo>
                      <a:pt x="353934" y="762771"/>
                    </a:lnTo>
                    <a:lnTo>
                      <a:pt x="292798" y="730456"/>
                    </a:lnTo>
                    <a:lnTo>
                      <a:pt x="292798" y="658124"/>
                    </a:lnTo>
                    <a:lnTo>
                      <a:pt x="236487" y="627484"/>
                    </a:lnTo>
                    <a:lnTo>
                      <a:pt x="236487" y="557701"/>
                    </a:lnTo>
                    <a:lnTo>
                      <a:pt x="175352" y="524513"/>
                    </a:lnTo>
                    <a:lnTo>
                      <a:pt x="175352" y="453009"/>
                    </a:lnTo>
                    <a:lnTo>
                      <a:pt x="119042" y="421542"/>
                    </a:lnTo>
                    <a:lnTo>
                      <a:pt x="119042" y="352488"/>
                    </a:lnTo>
                    <a:lnTo>
                      <a:pt x="57913" y="320177"/>
                    </a:lnTo>
                    <a:lnTo>
                      <a:pt x="57913" y="248258"/>
                    </a:lnTo>
                    <a:lnTo>
                      <a:pt x="6" y="217206"/>
                    </a:lnTo>
                    <a:lnTo>
                      <a:pt x="6" y="144809"/>
                    </a:lnTo>
                    <a:lnTo>
                      <a:pt x="0" y="144805"/>
                    </a:lnTo>
                    <a:close/>
                  </a:path>
                </a:pathLst>
              </a:custGeom>
              <a:solidFill>
                <a:srgbClr val="EDEEF0"/>
              </a:solidFill>
              <a:ln w="9525" cap="flat">
                <a:noFill/>
                <a:prstDash val="solid"/>
                <a:miter lim="800000"/>
                <a:headEnd/>
                <a:tailEnd/>
              </a:ln>
            </p:spPr>
            <p:txBody>
              <a:bodyPr vert="horz" wrap="square" lIns="91440" tIns="45720" rIns="91440" bIns="45720" numCol="1" anchor="t" anchorCtr="0" compatLnSpc="1">
                <a:prstTxWarp prst="textNoShape">
                  <a:avLst/>
                </a:prstTxWarp>
                <a:noAutofit/>
              </a:bodyPr>
              <a:lstStyle/>
              <a:p>
                <a:endParaRPr lang="zh-CN" altLang="en-US"/>
              </a:p>
            </p:txBody>
          </p:sp>
          <p:grpSp>
            <p:nvGrpSpPr>
              <p:cNvPr id="256" name="组合 255"/>
              <p:cNvGrpSpPr/>
              <p:nvPr/>
            </p:nvGrpSpPr>
            <p:grpSpPr>
              <a:xfrm>
                <a:off x="3124507" y="1423794"/>
                <a:ext cx="836647" cy="1100513"/>
                <a:chOff x="10621844" y="1341436"/>
                <a:chExt cx="901329" cy="1185595"/>
              </a:xfrm>
            </p:grpSpPr>
            <p:sp>
              <p:nvSpPr>
                <p:cNvPr id="257" name="Freeform 140"/>
                <p:cNvSpPr>
                  <a:spLocks/>
                </p:cNvSpPr>
                <p:nvPr/>
              </p:nvSpPr>
              <p:spPr bwMode="auto">
                <a:xfrm>
                  <a:off x="11129708" y="2225432"/>
                  <a:ext cx="389999" cy="223600"/>
                </a:xfrm>
                <a:custGeom>
                  <a:avLst/>
                  <a:gdLst>
                    <a:gd name="T0" fmla="*/ 0 w 225"/>
                    <a:gd name="T1" fmla="*/ 90 h 129"/>
                    <a:gd name="T2" fmla="*/ 157 w 225"/>
                    <a:gd name="T3" fmla="*/ 0 h 129"/>
                    <a:gd name="T4" fmla="*/ 225 w 225"/>
                    <a:gd name="T5" fmla="*/ 39 h 129"/>
                    <a:gd name="T6" fmla="*/ 68 w 225"/>
                    <a:gd name="T7" fmla="*/ 129 h 129"/>
                    <a:gd name="T8" fmla="*/ 0 w 225"/>
                    <a:gd name="T9" fmla="*/ 90 h 129"/>
                  </a:gdLst>
                  <a:ahLst/>
                  <a:cxnLst>
                    <a:cxn ang="0">
                      <a:pos x="T0" y="T1"/>
                    </a:cxn>
                    <a:cxn ang="0">
                      <a:pos x="T2" y="T3"/>
                    </a:cxn>
                    <a:cxn ang="0">
                      <a:pos x="T4" y="T5"/>
                    </a:cxn>
                    <a:cxn ang="0">
                      <a:pos x="T6" y="T7"/>
                    </a:cxn>
                    <a:cxn ang="0">
                      <a:pos x="T8" y="T9"/>
                    </a:cxn>
                  </a:cxnLst>
                  <a:rect l="0" t="0" r="r" b="b"/>
                  <a:pathLst>
                    <a:path w="225" h="129">
                      <a:moveTo>
                        <a:pt x="0" y="90"/>
                      </a:moveTo>
                      <a:lnTo>
                        <a:pt x="157" y="0"/>
                      </a:lnTo>
                      <a:lnTo>
                        <a:pt x="225" y="39"/>
                      </a:lnTo>
                      <a:lnTo>
                        <a:pt x="68" y="129"/>
                      </a:lnTo>
                      <a:lnTo>
                        <a:pt x="0" y="90"/>
                      </a:lnTo>
                      <a:close/>
                    </a:path>
                  </a:pathLst>
                </a:custGeom>
                <a:solidFill>
                  <a:srgbClr val="CFD1D6"/>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58" name="Freeform 141"/>
                <p:cNvSpPr>
                  <a:spLocks/>
                </p:cNvSpPr>
                <p:nvPr/>
              </p:nvSpPr>
              <p:spPr bwMode="auto">
                <a:xfrm>
                  <a:off x="11129708" y="2381432"/>
                  <a:ext cx="117866" cy="142133"/>
                </a:xfrm>
                <a:custGeom>
                  <a:avLst/>
                  <a:gdLst>
                    <a:gd name="T0" fmla="*/ 0 w 68"/>
                    <a:gd name="T1" fmla="*/ 0 h 82"/>
                    <a:gd name="T2" fmla="*/ 0 w 68"/>
                    <a:gd name="T3" fmla="*/ 45 h 82"/>
                    <a:gd name="T4" fmla="*/ 68 w 68"/>
                    <a:gd name="T5" fmla="*/ 82 h 82"/>
                    <a:gd name="T6" fmla="*/ 68 w 68"/>
                    <a:gd name="T7" fmla="*/ 39 h 82"/>
                    <a:gd name="T8" fmla="*/ 0 w 68"/>
                    <a:gd name="T9" fmla="*/ 0 h 82"/>
                  </a:gdLst>
                  <a:ahLst/>
                  <a:cxnLst>
                    <a:cxn ang="0">
                      <a:pos x="T0" y="T1"/>
                    </a:cxn>
                    <a:cxn ang="0">
                      <a:pos x="T2" y="T3"/>
                    </a:cxn>
                    <a:cxn ang="0">
                      <a:pos x="T4" y="T5"/>
                    </a:cxn>
                    <a:cxn ang="0">
                      <a:pos x="T6" y="T7"/>
                    </a:cxn>
                    <a:cxn ang="0">
                      <a:pos x="T8" y="T9"/>
                    </a:cxn>
                  </a:cxnLst>
                  <a:rect l="0" t="0" r="r" b="b"/>
                  <a:pathLst>
                    <a:path w="68" h="82">
                      <a:moveTo>
                        <a:pt x="0" y="0"/>
                      </a:moveTo>
                      <a:lnTo>
                        <a:pt x="0" y="45"/>
                      </a:lnTo>
                      <a:lnTo>
                        <a:pt x="68" y="82"/>
                      </a:lnTo>
                      <a:lnTo>
                        <a:pt x="68" y="39"/>
                      </a:lnTo>
                      <a:lnTo>
                        <a:pt x="0" y="0"/>
                      </a:lnTo>
                      <a:close/>
                    </a:path>
                  </a:pathLst>
                </a:custGeom>
                <a:solidFill>
                  <a:srgbClr val="D9DADE"/>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59" name="Freeform 142"/>
                <p:cNvSpPr>
                  <a:spLocks/>
                </p:cNvSpPr>
                <p:nvPr/>
              </p:nvSpPr>
              <p:spPr bwMode="auto">
                <a:xfrm>
                  <a:off x="11247574" y="2293031"/>
                  <a:ext cx="275599" cy="234000"/>
                </a:xfrm>
                <a:custGeom>
                  <a:avLst/>
                  <a:gdLst>
                    <a:gd name="T0" fmla="*/ 0 w 159"/>
                    <a:gd name="T1" fmla="*/ 90 h 135"/>
                    <a:gd name="T2" fmla="*/ 0 w 159"/>
                    <a:gd name="T3" fmla="*/ 135 h 135"/>
                    <a:gd name="T4" fmla="*/ 159 w 159"/>
                    <a:gd name="T5" fmla="*/ 43 h 135"/>
                    <a:gd name="T6" fmla="*/ 157 w 159"/>
                    <a:gd name="T7" fmla="*/ 0 h 135"/>
                    <a:gd name="T8" fmla="*/ 0 w 159"/>
                    <a:gd name="T9" fmla="*/ 90 h 135"/>
                  </a:gdLst>
                  <a:ahLst/>
                  <a:cxnLst>
                    <a:cxn ang="0">
                      <a:pos x="T0" y="T1"/>
                    </a:cxn>
                    <a:cxn ang="0">
                      <a:pos x="T2" y="T3"/>
                    </a:cxn>
                    <a:cxn ang="0">
                      <a:pos x="T4" y="T5"/>
                    </a:cxn>
                    <a:cxn ang="0">
                      <a:pos x="T6" y="T7"/>
                    </a:cxn>
                    <a:cxn ang="0">
                      <a:pos x="T8" y="T9"/>
                    </a:cxn>
                  </a:cxnLst>
                  <a:rect l="0" t="0" r="r" b="b"/>
                  <a:pathLst>
                    <a:path w="159" h="135">
                      <a:moveTo>
                        <a:pt x="0" y="90"/>
                      </a:moveTo>
                      <a:lnTo>
                        <a:pt x="0" y="135"/>
                      </a:lnTo>
                      <a:lnTo>
                        <a:pt x="159" y="43"/>
                      </a:lnTo>
                      <a:lnTo>
                        <a:pt x="157" y="0"/>
                      </a:lnTo>
                      <a:lnTo>
                        <a:pt x="0" y="90"/>
                      </a:lnTo>
                      <a:close/>
                    </a:path>
                  </a:pathLst>
                </a:custGeom>
                <a:solidFill>
                  <a:srgbClr val="EDEEF0"/>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60" name="Freeform 143"/>
                <p:cNvSpPr>
                  <a:spLocks/>
                </p:cNvSpPr>
                <p:nvPr/>
              </p:nvSpPr>
              <p:spPr bwMode="auto">
                <a:xfrm>
                  <a:off x="11065575" y="2114499"/>
                  <a:ext cx="393465" cy="223600"/>
                </a:xfrm>
                <a:custGeom>
                  <a:avLst/>
                  <a:gdLst>
                    <a:gd name="T0" fmla="*/ 0 w 227"/>
                    <a:gd name="T1" fmla="*/ 90 h 129"/>
                    <a:gd name="T2" fmla="*/ 158 w 227"/>
                    <a:gd name="T3" fmla="*/ 0 h 129"/>
                    <a:gd name="T4" fmla="*/ 227 w 227"/>
                    <a:gd name="T5" fmla="*/ 39 h 129"/>
                    <a:gd name="T6" fmla="*/ 68 w 227"/>
                    <a:gd name="T7" fmla="*/ 129 h 129"/>
                    <a:gd name="T8" fmla="*/ 0 w 227"/>
                    <a:gd name="T9" fmla="*/ 90 h 129"/>
                  </a:gdLst>
                  <a:ahLst/>
                  <a:cxnLst>
                    <a:cxn ang="0">
                      <a:pos x="T0" y="T1"/>
                    </a:cxn>
                    <a:cxn ang="0">
                      <a:pos x="T2" y="T3"/>
                    </a:cxn>
                    <a:cxn ang="0">
                      <a:pos x="T4" y="T5"/>
                    </a:cxn>
                    <a:cxn ang="0">
                      <a:pos x="T6" y="T7"/>
                    </a:cxn>
                    <a:cxn ang="0">
                      <a:pos x="T8" y="T9"/>
                    </a:cxn>
                  </a:cxnLst>
                  <a:rect l="0" t="0" r="r" b="b"/>
                  <a:pathLst>
                    <a:path w="227" h="129">
                      <a:moveTo>
                        <a:pt x="0" y="90"/>
                      </a:moveTo>
                      <a:lnTo>
                        <a:pt x="158" y="0"/>
                      </a:lnTo>
                      <a:lnTo>
                        <a:pt x="227" y="39"/>
                      </a:lnTo>
                      <a:lnTo>
                        <a:pt x="68" y="129"/>
                      </a:lnTo>
                      <a:lnTo>
                        <a:pt x="0" y="90"/>
                      </a:lnTo>
                      <a:close/>
                    </a:path>
                  </a:pathLst>
                </a:custGeom>
                <a:solidFill>
                  <a:srgbClr val="CFD1D6"/>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61" name="Freeform 144"/>
                <p:cNvSpPr>
                  <a:spLocks/>
                </p:cNvSpPr>
                <p:nvPr/>
              </p:nvSpPr>
              <p:spPr bwMode="auto">
                <a:xfrm>
                  <a:off x="11065575" y="2270499"/>
                  <a:ext cx="119600" cy="143867"/>
                </a:xfrm>
                <a:custGeom>
                  <a:avLst/>
                  <a:gdLst>
                    <a:gd name="T0" fmla="*/ 0 w 69"/>
                    <a:gd name="T1" fmla="*/ 0 h 83"/>
                    <a:gd name="T2" fmla="*/ 0 w 69"/>
                    <a:gd name="T3" fmla="*/ 45 h 83"/>
                    <a:gd name="T4" fmla="*/ 69 w 69"/>
                    <a:gd name="T5" fmla="*/ 83 h 83"/>
                    <a:gd name="T6" fmla="*/ 69 w 69"/>
                    <a:gd name="T7" fmla="*/ 39 h 83"/>
                    <a:gd name="T8" fmla="*/ 0 w 69"/>
                    <a:gd name="T9" fmla="*/ 0 h 83"/>
                  </a:gdLst>
                  <a:ahLst/>
                  <a:cxnLst>
                    <a:cxn ang="0">
                      <a:pos x="T0" y="T1"/>
                    </a:cxn>
                    <a:cxn ang="0">
                      <a:pos x="T2" y="T3"/>
                    </a:cxn>
                    <a:cxn ang="0">
                      <a:pos x="T4" y="T5"/>
                    </a:cxn>
                    <a:cxn ang="0">
                      <a:pos x="T6" y="T7"/>
                    </a:cxn>
                    <a:cxn ang="0">
                      <a:pos x="T8" y="T9"/>
                    </a:cxn>
                  </a:cxnLst>
                  <a:rect l="0" t="0" r="r" b="b"/>
                  <a:pathLst>
                    <a:path w="69" h="83">
                      <a:moveTo>
                        <a:pt x="0" y="0"/>
                      </a:moveTo>
                      <a:lnTo>
                        <a:pt x="0" y="45"/>
                      </a:lnTo>
                      <a:lnTo>
                        <a:pt x="69" y="83"/>
                      </a:lnTo>
                      <a:lnTo>
                        <a:pt x="69" y="39"/>
                      </a:lnTo>
                      <a:lnTo>
                        <a:pt x="0" y="0"/>
                      </a:lnTo>
                      <a:close/>
                    </a:path>
                  </a:pathLst>
                </a:custGeom>
                <a:solidFill>
                  <a:srgbClr val="D9DADE"/>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62" name="Freeform 145"/>
                <p:cNvSpPr>
                  <a:spLocks/>
                </p:cNvSpPr>
                <p:nvPr/>
              </p:nvSpPr>
              <p:spPr bwMode="auto">
                <a:xfrm>
                  <a:off x="11185174" y="2182099"/>
                  <a:ext cx="273865" cy="234000"/>
                </a:xfrm>
                <a:custGeom>
                  <a:avLst/>
                  <a:gdLst>
                    <a:gd name="T0" fmla="*/ 0 w 158"/>
                    <a:gd name="T1" fmla="*/ 90 h 135"/>
                    <a:gd name="T2" fmla="*/ 0 w 158"/>
                    <a:gd name="T3" fmla="*/ 135 h 135"/>
                    <a:gd name="T4" fmla="*/ 158 w 158"/>
                    <a:gd name="T5" fmla="*/ 43 h 135"/>
                    <a:gd name="T6" fmla="*/ 158 w 158"/>
                    <a:gd name="T7" fmla="*/ 0 h 135"/>
                    <a:gd name="T8" fmla="*/ 0 w 158"/>
                    <a:gd name="T9" fmla="*/ 90 h 135"/>
                  </a:gdLst>
                  <a:ahLst/>
                  <a:cxnLst>
                    <a:cxn ang="0">
                      <a:pos x="T0" y="T1"/>
                    </a:cxn>
                    <a:cxn ang="0">
                      <a:pos x="T2" y="T3"/>
                    </a:cxn>
                    <a:cxn ang="0">
                      <a:pos x="T4" y="T5"/>
                    </a:cxn>
                    <a:cxn ang="0">
                      <a:pos x="T6" y="T7"/>
                    </a:cxn>
                    <a:cxn ang="0">
                      <a:pos x="T8" y="T9"/>
                    </a:cxn>
                  </a:cxnLst>
                  <a:rect l="0" t="0" r="r" b="b"/>
                  <a:pathLst>
                    <a:path w="158" h="135">
                      <a:moveTo>
                        <a:pt x="0" y="90"/>
                      </a:moveTo>
                      <a:lnTo>
                        <a:pt x="0" y="135"/>
                      </a:lnTo>
                      <a:lnTo>
                        <a:pt x="158" y="43"/>
                      </a:lnTo>
                      <a:lnTo>
                        <a:pt x="158" y="0"/>
                      </a:lnTo>
                      <a:lnTo>
                        <a:pt x="0" y="90"/>
                      </a:lnTo>
                      <a:close/>
                    </a:path>
                  </a:pathLst>
                </a:custGeom>
                <a:solidFill>
                  <a:srgbClr val="EDEEF0"/>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63" name="Freeform 146"/>
                <p:cNvSpPr>
                  <a:spLocks/>
                </p:cNvSpPr>
                <p:nvPr/>
              </p:nvSpPr>
              <p:spPr bwMode="auto">
                <a:xfrm>
                  <a:off x="11003176" y="2003567"/>
                  <a:ext cx="389999" cy="223600"/>
                </a:xfrm>
                <a:custGeom>
                  <a:avLst/>
                  <a:gdLst>
                    <a:gd name="T0" fmla="*/ 0 w 225"/>
                    <a:gd name="T1" fmla="*/ 90 h 129"/>
                    <a:gd name="T2" fmla="*/ 157 w 225"/>
                    <a:gd name="T3" fmla="*/ 0 h 129"/>
                    <a:gd name="T4" fmla="*/ 225 w 225"/>
                    <a:gd name="T5" fmla="*/ 39 h 129"/>
                    <a:gd name="T6" fmla="*/ 68 w 225"/>
                    <a:gd name="T7" fmla="*/ 129 h 129"/>
                    <a:gd name="T8" fmla="*/ 0 w 225"/>
                    <a:gd name="T9" fmla="*/ 90 h 129"/>
                  </a:gdLst>
                  <a:ahLst/>
                  <a:cxnLst>
                    <a:cxn ang="0">
                      <a:pos x="T0" y="T1"/>
                    </a:cxn>
                    <a:cxn ang="0">
                      <a:pos x="T2" y="T3"/>
                    </a:cxn>
                    <a:cxn ang="0">
                      <a:pos x="T4" y="T5"/>
                    </a:cxn>
                    <a:cxn ang="0">
                      <a:pos x="T6" y="T7"/>
                    </a:cxn>
                    <a:cxn ang="0">
                      <a:pos x="T8" y="T9"/>
                    </a:cxn>
                  </a:cxnLst>
                  <a:rect l="0" t="0" r="r" b="b"/>
                  <a:pathLst>
                    <a:path w="225" h="129">
                      <a:moveTo>
                        <a:pt x="0" y="90"/>
                      </a:moveTo>
                      <a:lnTo>
                        <a:pt x="157" y="0"/>
                      </a:lnTo>
                      <a:lnTo>
                        <a:pt x="225" y="39"/>
                      </a:lnTo>
                      <a:lnTo>
                        <a:pt x="68" y="129"/>
                      </a:lnTo>
                      <a:lnTo>
                        <a:pt x="0" y="90"/>
                      </a:lnTo>
                      <a:close/>
                    </a:path>
                  </a:pathLst>
                </a:custGeom>
                <a:solidFill>
                  <a:srgbClr val="CFD1D6"/>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64" name="Freeform 147"/>
                <p:cNvSpPr>
                  <a:spLocks/>
                </p:cNvSpPr>
                <p:nvPr/>
              </p:nvSpPr>
              <p:spPr bwMode="auto">
                <a:xfrm>
                  <a:off x="11003176" y="2159566"/>
                  <a:ext cx="117866" cy="143867"/>
                </a:xfrm>
                <a:custGeom>
                  <a:avLst/>
                  <a:gdLst>
                    <a:gd name="T0" fmla="*/ 0 w 68"/>
                    <a:gd name="T1" fmla="*/ 0 h 83"/>
                    <a:gd name="T2" fmla="*/ 0 w 68"/>
                    <a:gd name="T3" fmla="*/ 46 h 83"/>
                    <a:gd name="T4" fmla="*/ 68 w 68"/>
                    <a:gd name="T5" fmla="*/ 83 h 83"/>
                    <a:gd name="T6" fmla="*/ 68 w 68"/>
                    <a:gd name="T7" fmla="*/ 39 h 83"/>
                    <a:gd name="T8" fmla="*/ 0 w 68"/>
                    <a:gd name="T9" fmla="*/ 0 h 83"/>
                  </a:gdLst>
                  <a:ahLst/>
                  <a:cxnLst>
                    <a:cxn ang="0">
                      <a:pos x="T0" y="T1"/>
                    </a:cxn>
                    <a:cxn ang="0">
                      <a:pos x="T2" y="T3"/>
                    </a:cxn>
                    <a:cxn ang="0">
                      <a:pos x="T4" y="T5"/>
                    </a:cxn>
                    <a:cxn ang="0">
                      <a:pos x="T6" y="T7"/>
                    </a:cxn>
                    <a:cxn ang="0">
                      <a:pos x="T8" y="T9"/>
                    </a:cxn>
                  </a:cxnLst>
                  <a:rect l="0" t="0" r="r" b="b"/>
                  <a:pathLst>
                    <a:path w="68" h="83">
                      <a:moveTo>
                        <a:pt x="0" y="0"/>
                      </a:moveTo>
                      <a:lnTo>
                        <a:pt x="0" y="46"/>
                      </a:lnTo>
                      <a:lnTo>
                        <a:pt x="68" y="83"/>
                      </a:lnTo>
                      <a:lnTo>
                        <a:pt x="68" y="39"/>
                      </a:lnTo>
                      <a:lnTo>
                        <a:pt x="0" y="0"/>
                      </a:lnTo>
                      <a:close/>
                    </a:path>
                  </a:pathLst>
                </a:custGeom>
                <a:solidFill>
                  <a:srgbClr val="D9DADE"/>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65" name="Freeform 148"/>
                <p:cNvSpPr>
                  <a:spLocks/>
                </p:cNvSpPr>
                <p:nvPr/>
              </p:nvSpPr>
              <p:spPr bwMode="auto">
                <a:xfrm>
                  <a:off x="11121042" y="2071166"/>
                  <a:ext cx="275599" cy="234000"/>
                </a:xfrm>
                <a:custGeom>
                  <a:avLst/>
                  <a:gdLst>
                    <a:gd name="T0" fmla="*/ 0 w 159"/>
                    <a:gd name="T1" fmla="*/ 90 h 135"/>
                    <a:gd name="T2" fmla="*/ 0 w 159"/>
                    <a:gd name="T3" fmla="*/ 135 h 135"/>
                    <a:gd name="T4" fmla="*/ 159 w 159"/>
                    <a:gd name="T5" fmla="*/ 44 h 135"/>
                    <a:gd name="T6" fmla="*/ 157 w 159"/>
                    <a:gd name="T7" fmla="*/ 0 h 135"/>
                    <a:gd name="T8" fmla="*/ 0 w 159"/>
                    <a:gd name="T9" fmla="*/ 90 h 135"/>
                  </a:gdLst>
                  <a:ahLst/>
                  <a:cxnLst>
                    <a:cxn ang="0">
                      <a:pos x="T0" y="T1"/>
                    </a:cxn>
                    <a:cxn ang="0">
                      <a:pos x="T2" y="T3"/>
                    </a:cxn>
                    <a:cxn ang="0">
                      <a:pos x="T4" y="T5"/>
                    </a:cxn>
                    <a:cxn ang="0">
                      <a:pos x="T6" y="T7"/>
                    </a:cxn>
                    <a:cxn ang="0">
                      <a:pos x="T8" y="T9"/>
                    </a:cxn>
                  </a:cxnLst>
                  <a:rect l="0" t="0" r="r" b="b"/>
                  <a:pathLst>
                    <a:path w="159" h="135">
                      <a:moveTo>
                        <a:pt x="0" y="90"/>
                      </a:moveTo>
                      <a:lnTo>
                        <a:pt x="0" y="135"/>
                      </a:lnTo>
                      <a:lnTo>
                        <a:pt x="159" y="44"/>
                      </a:lnTo>
                      <a:lnTo>
                        <a:pt x="157" y="0"/>
                      </a:lnTo>
                      <a:lnTo>
                        <a:pt x="0" y="90"/>
                      </a:lnTo>
                      <a:close/>
                    </a:path>
                  </a:pathLst>
                </a:custGeom>
                <a:solidFill>
                  <a:srgbClr val="EDEEF0"/>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66" name="Freeform 149"/>
                <p:cNvSpPr>
                  <a:spLocks/>
                </p:cNvSpPr>
                <p:nvPr/>
              </p:nvSpPr>
              <p:spPr bwMode="auto">
                <a:xfrm>
                  <a:off x="10937309" y="1892634"/>
                  <a:ext cx="393465" cy="225332"/>
                </a:xfrm>
                <a:custGeom>
                  <a:avLst/>
                  <a:gdLst>
                    <a:gd name="T0" fmla="*/ 0 w 227"/>
                    <a:gd name="T1" fmla="*/ 91 h 130"/>
                    <a:gd name="T2" fmla="*/ 159 w 227"/>
                    <a:gd name="T3" fmla="*/ 0 h 130"/>
                    <a:gd name="T4" fmla="*/ 227 w 227"/>
                    <a:gd name="T5" fmla="*/ 39 h 130"/>
                    <a:gd name="T6" fmla="*/ 69 w 227"/>
                    <a:gd name="T7" fmla="*/ 130 h 130"/>
                    <a:gd name="T8" fmla="*/ 0 w 227"/>
                    <a:gd name="T9" fmla="*/ 91 h 130"/>
                  </a:gdLst>
                  <a:ahLst/>
                  <a:cxnLst>
                    <a:cxn ang="0">
                      <a:pos x="T0" y="T1"/>
                    </a:cxn>
                    <a:cxn ang="0">
                      <a:pos x="T2" y="T3"/>
                    </a:cxn>
                    <a:cxn ang="0">
                      <a:pos x="T4" y="T5"/>
                    </a:cxn>
                    <a:cxn ang="0">
                      <a:pos x="T6" y="T7"/>
                    </a:cxn>
                    <a:cxn ang="0">
                      <a:pos x="T8" y="T9"/>
                    </a:cxn>
                  </a:cxnLst>
                  <a:rect l="0" t="0" r="r" b="b"/>
                  <a:pathLst>
                    <a:path w="227" h="130">
                      <a:moveTo>
                        <a:pt x="0" y="91"/>
                      </a:moveTo>
                      <a:lnTo>
                        <a:pt x="159" y="0"/>
                      </a:lnTo>
                      <a:lnTo>
                        <a:pt x="227" y="39"/>
                      </a:lnTo>
                      <a:lnTo>
                        <a:pt x="69" y="130"/>
                      </a:lnTo>
                      <a:lnTo>
                        <a:pt x="0" y="91"/>
                      </a:lnTo>
                      <a:close/>
                    </a:path>
                  </a:pathLst>
                </a:custGeom>
                <a:solidFill>
                  <a:srgbClr val="CFD1D6"/>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67" name="Freeform 150"/>
                <p:cNvSpPr>
                  <a:spLocks/>
                </p:cNvSpPr>
                <p:nvPr/>
              </p:nvSpPr>
              <p:spPr bwMode="auto">
                <a:xfrm>
                  <a:off x="10937309" y="2050366"/>
                  <a:ext cx="121333" cy="142133"/>
                </a:xfrm>
                <a:custGeom>
                  <a:avLst/>
                  <a:gdLst>
                    <a:gd name="T0" fmla="*/ 0 w 70"/>
                    <a:gd name="T1" fmla="*/ 0 h 82"/>
                    <a:gd name="T2" fmla="*/ 0 w 70"/>
                    <a:gd name="T3" fmla="*/ 45 h 82"/>
                    <a:gd name="T4" fmla="*/ 70 w 70"/>
                    <a:gd name="T5" fmla="*/ 82 h 82"/>
                    <a:gd name="T6" fmla="*/ 70 w 70"/>
                    <a:gd name="T7" fmla="*/ 39 h 82"/>
                    <a:gd name="T8" fmla="*/ 0 w 70"/>
                    <a:gd name="T9" fmla="*/ 0 h 82"/>
                  </a:gdLst>
                  <a:ahLst/>
                  <a:cxnLst>
                    <a:cxn ang="0">
                      <a:pos x="T0" y="T1"/>
                    </a:cxn>
                    <a:cxn ang="0">
                      <a:pos x="T2" y="T3"/>
                    </a:cxn>
                    <a:cxn ang="0">
                      <a:pos x="T4" y="T5"/>
                    </a:cxn>
                    <a:cxn ang="0">
                      <a:pos x="T6" y="T7"/>
                    </a:cxn>
                    <a:cxn ang="0">
                      <a:pos x="T8" y="T9"/>
                    </a:cxn>
                  </a:cxnLst>
                  <a:rect l="0" t="0" r="r" b="b"/>
                  <a:pathLst>
                    <a:path w="70" h="82">
                      <a:moveTo>
                        <a:pt x="0" y="0"/>
                      </a:moveTo>
                      <a:lnTo>
                        <a:pt x="0" y="45"/>
                      </a:lnTo>
                      <a:lnTo>
                        <a:pt x="70" y="82"/>
                      </a:lnTo>
                      <a:lnTo>
                        <a:pt x="70" y="39"/>
                      </a:lnTo>
                      <a:lnTo>
                        <a:pt x="0" y="0"/>
                      </a:lnTo>
                      <a:close/>
                    </a:path>
                  </a:pathLst>
                </a:custGeom>
                <a:solidFill>
                  <a:srgbClr val="D9DADE"/>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68" name="Freeform 151"/>
                <p:cNvSpPr>
                  <a:spLocks/>
                </p:cNvSpPr>
                <p:nvPr/>
              </p:nvSpPr>
              <p:spPr bwMode="auto">
                <a:xfrm>
                  <a:off x="11058642" y="1960233"/>
                  <a:ext cx="272133" cy="235732"/>
                </a:xfrm>
                <a:custGeom>
                  <a:avLst/>
                  <a:gdLst>
                    <a:gd name="T0" fmla="*/ 0 w 157"/>
                    <a:gd name="T1" fmla="*/ 91 h 136"/>
                    <a:gd name="T2" fmla="*/ 0 w 157"/>
                    <a:gd name="T3" fmla="*/ 136 h 136"/>
                    <a:gd name="T4" fmla="*/ 157 w 157"/>
                    <a:gd name="T5" fmla="*/ 44 h 136"/>
                    <a:gd name="T6" fmla="*/ 157 w 157"/>
                    <a:gd name="T7" fmla="*/ 0 h 136"/>
                    <a:gd name="T8" fmla="*/ 0 w 157"/>
                    <a:gd name="T9" fmla="*/ 91 h 136"/>
                  </a:gdLst>
                  <a:ahLst/>
                  <a:cxnLst>
                    <a:cxn ang="0">
                      <a:pos x="T0" y="T1"/>
                    </a:cxn>
                    <a:cxn ang="0">
                      <a:pos x="T2" y="T3"/>
                    </a:cxn>
                    <a:cxn ang="0">
                      <a:pos x="T4" y="T5"/>
                    </a:cxn>
                    <a:cxn ang="0">
                      <a:pos x="T6" y="T7"/>
                    </a:cxn>
                    <a:cxn ang="0">
                      <a:pos x="T8" y="T9"/>
                    </a:cxn>
                  </a:cxnLst>
                  <a:rect l="0" t="0" r="r" b="b"/>
                  <a:pathLst>
                    <a:path w="157" h="136">
                      <a:moveTo>
                        <a:pt x="0" y="91"/>
                      </a:moveTo>
                      <a:lnTo>
                        <a:pt x="0" y="136"/>
                      </a:lnTo>
                      <a:lnTo>
                        <a:pt x="157" y="44"/>
                      </a:lnTo>
                      <a:lnTo>
                        <a:pt x="157" y="0"/>
                      </a:lnTo>
                      <a:lnTo>
                        <a:pt x="0" y="91"/>
                      </a:lnTo>
                      <a:close/>
                    </a:path>
                  </a:pathLst>
                </a:custGeom>
                <a:solidFill>
                  <a:srgbClr val="EDEEF0"/>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69" name="Freeform 152"/>
                <p:cNvSpPr>
                  <a:spLocks/>
                </p:cNvSpPr>
                <p:nvPr/>
              </p:nvSpPr>
              <p:spPr bwMode="auto">
                <a:xfrm>
                  <a:off x="10876642" y="1783434"/>
                  <a:ext cx="389999" cy="223600"/>
                </a:xfrm>
                <a:custGeom>
                  <a:avLst/>
                  <a:gdLst>
                    <a:gd name="T0" fmla="*/ 0 w 225"/>
                    <a:gd name="T1" fmla="*/ 90 h 129"/>
                    <a:gd name="T2" fmla="*/ 157 w 225"/>
                    <a:gd name="T3" fmla="*/ 0 h 129"/>
                    <a:gd name="T4" fmla="*/ 225 w 225"/>
                    <a:gd name="T5" fmla="*/ 39 h 129"/>
                    <a:gd name="T6" fmla="*/ 68 w 225"/>
                    <a:gd name="T7" fmla="*/ 129 h 129"/>
                    <a:gd name="T8" fmla="*/ 0 w 225"/>
                    <a:gd name="T9" fmla="*/ 90 h 129"/>
                  </a:gdLst>
                  <a:ahLst/>
                  <a:cxnLst>
                    <a:cxn ang="0">
                      <a:pos x="T0" y="T1"/>
                    </a:cxn>
                    <a:cxn ang="0">
                      <a:pos x="T2" y="T3"/>
                    </a:cxn>
                    <a:cxn ang="0">
                      <a:pos x="T4" y="T5"/>
                    </a:cxn>
                    <a:cxn ang="0">
                      <a:pos x="T6" y="T7"/>
                    </a:cxn>
                    <a:cxn ang="0">
                      <a:pos x="T8" y="T9"/>
                    </a:cxn>
                  </a:cxnLst>
                  <a:rect l="0" t="0" r="r" b="b"/>
                  <a:pathLst>
                    <a:path w="225" h="129">
                      <a:moveTo>
                        <a:pt x="0" y="90"/>
                      </a:moveTo>
                      <a:lnTo>
                        <a:pt x="157" y="0"/>
                      </a:lnTo>
                      <a:lnTo>
                        <a:pt x="225" y="39"/>
                      </a:lnTo>
                      <a:lnTo>
                        <a:pt x="68" y="129"/>
                      </a:lnTo>
                      <a:lnTo>
                        <a:pt x="0" y="90"/>
                      </a:lnTo>
                      <a:close/>
                    </a:path>
                  </a:pathLst>
                </a:custGeom>
                <a:solidFill>
                  <a:srgbClr val="CFD1D6"/>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70" name="Freeform 153"/>
                <p:cNvSpPr>
                  <a:spLocks/>
                </p:cNvSpPr>
                <p:nvPr/>
              </p:nvSpPr>
              <p:spPr bwMode="auto">
                <a:xfrm>
                  <a:off x="10876642" y="1939433"/>
                  <a:ext cx="117866" cy="142133"/>
                </a:xfrm>
                <a:custGeom>
                  <a:avLst/>
                  <a:gdLst>
                    <a:gd name="T0" fmla="*/ 0 w 68"/>
                    <a:gd name="T1" fmla="*/ 0 h 82"/>
                    <a:gd name="T2" fmla="*/ 0 w 68"/>
                    <a:gd name="T3" fmla="*/ 45 h 82"/>
                    <a:gd name="T4" fmla="*/ 68 w 68"/>
                    <a:gd name="T5" fmla="*/ 82 h 82"/>
                    <a:gd name="T6" fmla="*/ 68 w 68"/>
                    <a:gd name="T7" fmla="*/ 39 h 82"/>
                    <a:gd name="T8" fmla="*/ 0 w 68"/>
                    <a:gd name="T9" fmla="*/ 0 h 82"/>
                  </a:gdLst>
                  <a:ahLst/>
                  <a:cxnLst>
                    <a:cxn ang="0">
                      <a:pos x="T0" y="T1"/>
                    </a:cxn>
                    <a:cxn ang="0">
                      <a:pos x="T2" y="T3"/>
                    </a:cxn>
                    <a:cxn ang="0">
                      <a:pos x="T4" y="T5"/>
                    </a:cxn>
                    <a:cxn ang="0">
                      <a:pos x="T6" y="T7"/>
                    </a:cxn>
                    <a:cxn ang="0">
                      <a:pos x="T8" y="T9"/>
                    </a:cxn>
                  </a:cxnLst>
                  <a:rect l="0" t="0" r="r" b="b"/>
                  <a:pathLst>
                    <a:path w="68" h="82">
                      <a:moveTo>
                        <a:pt x="0" y="0"/>
                      </a:moveTo>
                      <a:lnTo>
                        <a:pt x="0" y="45"/>
                      </a:lnTo>
                      <a:lnTo>
                        <a:pt x="68" y="82"/>
                      </a:lnTo>
                      <a:lnTo>
                        <a:pt x="68" y="39"/>
                      </a:lnTo>
                      <a:lnTo>
                        <a:pt x="0" y="0"/>
                      </a:lnTo>
                      <a:close/>
                    </a:path>
                  </a:pathLst>
                </a:custGeom>
                <a:solidFill>
                  <a:srgbClr val="D9DADE"/>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71" name="Freeform 154"/>
                <p:cNvSpPr>
                  <a:spLocks/>
                </p:cNvSpPr>
                <p:nvPr/>
              </p:nvSpPr>
              <p:spPr bwMode="auto">
                <a:xfrm>
                  <a:off x="10994508" y="1851034"/>
                  <a:ext cx="275599" cy="234000"/>
                </a:xfrm>
                <a:custGeom>
                  <a:avLst/>
                  <a:gdLst>
                    <a:gd name="T0" fmla="*/ 0 w 159"/>
                    <a:gd name="T1" fmla="*/ 90 h 135"/>
                    <a:gd name="T2" fmla="*/ 0 w 159"/>
                    <a:gd name="T3" fmla="*/ 135 h 135"/>
                    <a:gd name="T4" fmla="*/ 159 w 159"/>
                    <a:gd name="T5" fmla="*/ 43 h 135"/>
                    <a:gd name="T6" fmla="*/ 157 w 159"/>
                    <a:gd name="T7" fmla="*/ 0 h 135"/>
                    <a:gd name="T8" fmla="*/ 0 w 159"/>
                    <a:gd name="T9" fmla="*/ 90 h 135"/>
                  </a:gdLst>
                  <a:ahLst/>
                  <a:cxnLst>
                    <a:cxn ang="0">
                      <a:pos x="T0" y="T1"/>
                    </a:cxn>
                    <a:cxn ang="0">
                      <a:pos x="T2" y="T3"/>
                    </a:cxn>
                    <a:cxn ang="0">
                      <a:pos x="T4" y="T5"/>
                    </a:cxn>
                    <a:cxn ang="0">
                      <a:pos x="T6" y="T7"/>
                    </a:cxn>
                    <a:cxn ang="0">
                      <a:pos x="T8" y="T9"/>
                    </a:cxn>
                  </a:cxnLst>
                  <a:rect l="0" t="0" r="r" b="b"/>
                  <a:pathLst>
                    <a:path w="159" h="135">
                      <a:moveTo>
                        <a:pt x="0" y="90"/>
                      </a:moveTo>
                      <a:lnTo>
                        <a:pt x="0" y="135"/>
                      </a:lnTo>
                      <a:lnTo>
                        <a:pt x="159" y="43"/>
                      </a:lnTo>
                      <a:lnTo>
                        <a:pt x="157" y="0"/>
                      </a:lnTo>
                      <a:lnTo>
                        <a:pt x="0" y="90"/>
                      </a:lnTo>
                      <a:close/>
                    </a:path>
                  </a:pathLst>
                </a:custGeom>
                <a:solidFill>
                  <a:srgbClr val="EDEEF0"/>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72" name="Freeform 155"/>
                <p:cNvSpPr>
                  <a:spLocks/>
                </p:cNvSpPr>
                <p:nvPr/>
              </p:nvSpPr>
              <p:spPr bwMode="auto">
                <a:xfrm>
                  <a:off x="10810776" y="1672501"/>
                  <a:ext cx="393465" cy="223600"/>
                </a:xfrm>
                <a:custGeom>
                  <a:avLst/>
                  <a:gdLst>
                    <a:gd name="T0" fmla="*/ 0 w 227"/>
                    <a:gd name="T1" fmla="*/ 90 h 129"/>
                    <a:gd name="T2" fmla="*/ 159 w 227"/>
                    <a:gd name="T3" fmla="*/ 0 h 129"/>
                    <a:gd name="T4" fmla="*/ 227 w 227"/>
                    <a:gd name="T5" fmla="*/ 39 h 129"/>
                    <a:gd name="T6" fmla="*/ 69 w 227"/>
                    <a:gd name="T7" fmla="*/ 129 h 129"/>
                    <a:gd name="T8" fmla="*/ 0 w 227"/>
                    <a:gd name="T9" fmla="*/ 90 h 129"/>
                  </a:gdLst>
                  <a:ahLst/>
                  <a:cxnLst>
                    <a:cxn ang="0">
                      <a:pos x="T0" y="T1"/>
                    </a:cxn>
                    <a:cxn ang="0">
                      <a:pos x="T2" y="T3"/>
                    </a:cxn>
                    <a:cxn ang="0">
                      <a:pos x="T4" y="T5"/>
                    </a:cxn>
                    <a:cxn ang="0">
                      <a:pos x="T6" y="T7"/>
                    </a:cxn>
                    <a:cxn ang="0">
                      <a:pos x="T8" y="T9"/>
                    </a:cxn>
                  </a:cxnLst>
                  <a:rect l="0" t="0" r="r" b="b"/>
                  <a:pathLst>
                    <a:path w="227" h="129">
                      <a:moveTo>
                        <a:pt x="0" y="90"/>
                      </a:moveTo>
                      <a:lnTo>
                        <a:pt x="159" y="0"/>
                      </a:lnTo>
                      <a:lnTo>
                        <a:pt x="227" y="39"/>
                      </a:lnTo>
                      <a:lnTo>
                        <a:pt x="69" y="129"/>
                      </a:lnTo>
                      <a:lnTo>
                        <a:pt x="0" y="90"/>
                      </a:lnTo>
                      <a:close/>
                    </a:path>
                  </a:pathLst>
                </a:custGeom>
                <a:solidFill>
                  <a:srgbClr val="CFD1D6"/>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73" name="Freeform 156"/>
                <p:cNvSpPr>
                  <a:spLocks/>
                </p:cNvSpPr>
                <p:nvPr/>
              </p:nvSpPr>
              <p:spPr bwMode="auto">
                <a:xfrm>
                  <a:off x="10810776" y="1828500"/>
                  <a:ext cx="121333" cy="143867"/>
                </a:xfrm>
                <a:custGeom>
                  <a:avLst/>
                  <a:gdLst>
                    <a:gd name="T0" fmla="*/ 0 w 70"/>
                    <a:gd name="T1" fmla="*/ 0 h 83"/>
                    <a:gd name="T2" fmla="*/ 0 w 70"/>
                    <a:gd name="T3" fmla="*/ 45 h 83"/>
                    <a:gd name="T4" fmla="*/ 70 w 70"/>
                    <a:gd name="T5" fmla="*/ 83 h 83"/>
                    <a:gd name="T6" fmla="*/ 70 w 70"/>
                    <a:gd name="T7" fmla="*/ 39 h 83"/>
                    <a:gd name="T8" fmla="*/ 0 w 70"/>
                    <a:gd name="T9" fmla="*/ 0 h 83"/>
                  </a:gdLst>
                  <a:ahLst/>
                  <a:cxnLst>
                    <a:cxn ang="0">
                      <a:pos x="T0" y="T1"/>
                    </a:cxn>
                    <a:cxn ang="0">
                      <a:pos x="T2" y="T3"/>
                    </a:cxn>
                    <a:cxn ang="0">
                      <a:pos x="T4" y="T5"/>
                    </a:cxn>
                    <a:cxn ang="0">
                      <a:pos x="T6" y="T7"/>
                    </a:cxn>
                    <a:cxn ang="0">
                      <a:pos x="T8" y="T9"/>
                    </a:cxn>
                  </a:cxnLst>
                  <a:rect l="0" t="0" r="r" b="b"/>
                  <a:pathLst>
                    <a:path w="70" h="83">
                      <a:moveTo>
                        <a:pt x="0" y="0"/>
                      </a:moveTo>
                      <a:lnTo>
                        <a:pt x="0" y="45"/>
                      </a:lnTo>
                      <a:lnTo>
                        <a:pt x="70" y="83"/>
                      </a:lnTo>
                      <a:lnTo>
                        <a:pt x="70" y="39"/>
                      </a:lnTo>
                      <a:lnTo>
                        <a:pt x="0" y="0"/>
                      </a:lnTo>
                      <a:close/>
                    </a:path>
                  </a:pathLst>
                </a:custGeom>
                <a:solidFill>
                  <a:srgbClr val="D9DADE"/>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74" name="Freeform 157"/>
                <p:cNvSpPr>
                  <a:spLocks/>
                </p:cNvSpPr>
                <p:nvPr/>
              </p:nvSpPr>
              <p:spPr bwMode="auto">
                <a:xfrm>
                  <a:off x="10932109" y="1740101"/>
                  <a:ext cx="272133" cy="234000"/>
                </a:xfrm>
                <a:custGeom>
                  <a:avLst/>
                  <a:gdLst>
                    <a:gd name="T0" fmla="*/ 0 w 157"/>
                    <a:gd name="T1" fmla="*/ 90 h 135"/>
                    <a:gd name="T2" fmla="*/ 0 w 157"/>
                    <a:gd name="T3" fmla="*/ 135 h 135"/>
                    <a:gd name="T4" fmla="*/ 157 w 157"/>
                    <a:gd name="T5" fmla="*/ 43 h 135"/>
                    <a:gd name="T6" fmla="*/ 157 w 157"/>
                    <a:gd name="T7" fmla="*/ 0 h 135"/>
                    <a:gd name="T8" fmla="*/ 0 w 157"/>
                    <a:gd name="T9" fmla="*/ 90 h 135"/>
                  </a:gdLst>
                  <a:ahLst/>
                  <a:cxnLst>
                    <a:cxn ang="0">
                      <a:pos x="T0" y="T1"/>
                    </a:cxn>
                    <a:cxn ang="0">
                      <a:pos x="T2" y="T3"/>
                    </a:cxn>
                    <a:cxn ang="0">
                      <a:pos x="T4" y="T5"/>
                    </a:cxn>
                    <a:cxn ang="0">
                      <a:pos x="T6" y="T7"/>
                    </a:cxn>
                    <a:cxn ang="0">
                      <a:pos x="T8" y="T9"/>
                    </a:cxn>
                  </a:cxnLst>
                  <a:rect l="0" t="0" r="r" b="b"/>
                  <a:pathLst>
                    <a:path w="157" h="135">
                      <a:moveTo>
                        <a:pt x="0" y="90"/>
                      </a:moveTo>
                      <a:lnTo>
                        <a:pt x="0" y="135"/>
                      </a:lnTo>
                      <a:lnTo>
                        <a:pt x="157" y="43"/>
                      </a:lnTo>
                      <a:lnTo>
                        <a:pt x="157" y="0"/>
                      </a:lnTo>
                      <a:lnTo>
                        <a:pt x="0" y="90"/>
                      </a:lnTo>
                      <a:close/>
                    </a:path>
                  </a:pathLst>
                </a:custGeom>
                <a:solidFill>
                  <a:srgbClr val="EDEEF0"/>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75" name="Freeform 158"/>
                <p:cNvSpPr>
                  <a:spLocks/>
                </p:cNvSpPr>
                <p:nvPr/>
              </p:nvSpPr>
              <p:spPr bwMode="auto">
                <a:xfrm>
                  <a:off x="10750110" y="1561568"/>
                  <a:ext cx="389999" cy="223600"/>
                </a:xfrm>
                <a:custGeom>
                  <a:avLst/>
                  <a:gdLst>
                    <a:gd name="T0" fmla="*/ 0 w 225"/>
                    <a:gd name="T1" fmla="*/ 90 h 129"/>
                    <a:gd name="T2" fmla="*/ 157 w 225"/>
                    <a:gd name="T3" fmla="*/ 0 h 129"/>
                    <a:gd name="T4" fmla="*/ 225 w 225"/>
                    <a:gd name="T5" fmla="*/ 39 h 129"/>
                    <a:gd name="T6" fmla="*/ 68 w 225"/>
                    <a:gd name="T7" fmla="*/ 129 h 129"/>
                    <a:gd name="T8" fmla="*/ 0 w 225"/>
                    <a:gd name="T9" fmla="*/ 90 h 129"/>
                  </a:gdLst>
                  <a:ahLst/>
                  <a:cxnLst>
                    <a:cxn ang="0">
                      <a:pos x="T0" y="T1"/>
                    </a:cxn>
                    <a:cxn ang="0">
                      <a:pos x="T2" y="T3"/>
                    </a:cxn>
                    <a:cxn ang="0">
                      <a:pos x="T4" y="T5"/>
                    </a:cxn>
                    <a:cxn ang="0">
                      <a:pos x="T6" y="T7"/>
                    </a:cxn>
                    <a:cxn ang="0">
                      <a:pos x="T8" y="T9"/>
                    </a:cxn>
                  </a:cxnLst>
                  <a:rect l="0" t="0" r="r" b="b"/>
                  <a:pathLst>
                    <a:path w="225" h="129">
                      <a:moveTo>
                        <a:pt x="0" y="90"/>
                      </a:moveTo>
                      <a:lnTo>
                        <a:pt x="157" y="0"/>
                      </a:lnTo>
                      <a:lnTo>
                        <a:pt x="225" y="39"/>
                      </a:lnTo>
                      <a:lnTo>
                        <a:pt x="68" y="129"/>
                      </a:lnTo>
                      <a:lnTo>
                        <a:pt x="0" y="90"/>
                      </a:lnTo>
                      <a:close/>
                    </a:path>
                  </a:pathLst>
                </a:custGeom>
                <a:solidFill>
                  <a:srgbClr val="CFD1D6"/>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76" name="Freeform 159"/>
                <p:cNvSpPr>
                  <a:spLocks/>
                </p:cNvSpPr>
                <p:nvPr/>
              </p:nvSpPr>
              <p:spPr bwMode="auto">
                <a:xfrm>
                  <a:off x="10750110" y="1717567"/>
                  <a:ext cx="117866" cy="143867"/>
                </a:xfrm>
                <a:custGeom>
                  <a:avLst/>
                  <a:gdLst>
                    <a:gd name="T0" fmla="*/ 0 w 68"/>
                    <a:gd name="T1" fmla="*/ 0 h 83"/>
                    <a:gd name="T2" fmla="*/ 0 w 68"/>
                    <a:gd name="T3" fmla="*/ 45 h 83"/>
                    <a:gd name="T4" fmla="*/ 68 w 68"/>
                    <a:gd name="T5" fmla="*/ 83 h 83"/>
                    <a:gd name="T6" fmla="*/ 68 w 68"/>
                    <a:gd name="T7" fmla="*/ 39 h 83"/>
                    <a:gd name="T8" fmla="*/ 0 w 68"/>
                    <a:gd name="T9" fmla="*/ 0 h 83"/>
                  </a:gdLst>
                  <a:ahLst/>
                  <a:cxnLst>
                    <a:cxn ang="0">
                      <a:pos x="T0" y="T1"/>
                    </a:cxn>
                    <a:cxn ang="0">
                      <a:pos x="T2" y="T3"/>
                    </a:cxn>
                    <a:cxn ang="0">
                      <a:pos x="T4" y="T5"/>
                    </a:cxn>
                    <a:cxn ang="0">
                      <a:pos x="T6" y="T7"/>
                    </a:cxn>
                    <a:cxn ang="0">
                      <a:pos x="T8" y="T9"/>
                    </a:cxn>
                  </a:cxnLst>
                  <a:rect l="0" t="0" r="r" b="b"/>
                  <a:pathLst>
                    <a:path w="68" h="83">
                      <a:moveTo>
                        <a:pt x="0" y="0"/>
                      </a:moveTo>
                      <a:lnTo>
                        <a:pt x="0" y="45"/>
                      </a:lnTo>
                      <a:lnTo>
                        <a:pt x="68" y="83"/>
                      </a:lnTo>
                      <a:lnTo>
                        <a:pt x="68" y="39"/>
                      </a:lnTo>
                      <a:lnTo>
                        <a:pt x="0" y="0"/>
                      </a:lnTo>
                      <a:close/>
                    </a:path>
                  </a:pathLst>
                </a:custGeom>
                <a:solidFill>
                  <a:srgbClr val="D9DADE"/>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77" name="Freeform 160"/>
                <p:cNvSpPr>
                  <a:spLocks/>
                </p:cNvSpPr>
                <p:nvPr/>
              </p:nvSpPr>
              <p:spPr bwMode="auto">
                <a:xfrm>
                  <a:off x="10867976" y="1629168"/>
                  <a:ext cx="275599" cy="234000"/>
                </a:xfrm>
                <a:custGeom>
                  <a:avLst/>
                  <a:gdLst>
                    <a:gd name="T0" fmla="*/ 0 w 159"/>
                    <a:gd name="T1" fmla="*/ 90 h 135"/>
                    <a:gd name="T2" fmla="*/ 0 w 159"/>
                    <a:gd name="T3" fmla="*/ 135 h 135"/>
                    <a:gd name="T4" fmla="*/ 159 w 159"/>
                    <a:gd name="T5" fmla="*/ 44 h 135"/>
                    <a:gd name="T6" fmla="*/ 157 w 159"/>
                    <a:gd name="T7" fmla="*/ 0 h 135"/>
                    <a:gd name="T8" fmla="*/ 0 w 159"/>
                    <a:gd name="T9" fmla="*/ 90 h 135"/>
                  </a:gdLst>
                  <a:ahLst/>
                  <a:cxnLst>
                    <a:cxn ang="0">
                      <a:pos x="T0" y="T1"/>
                    </a:cxn>
                    <a:cxn ang="0">
                      <a:pos x="T2" y="T3"/>
                    </a:cxn>
                    <a:cxn ang="0">
                      <a:pos x="T4" y="T5"/>
                    </a:cxn>
                    <a:cxn ang="0">
                      <a:pos x="T6" y="T7"/>
                    </a:cxn>
                    <a:cxn ang="0">
                      <a:pos x="T8" y="T9"/>
                    </a:cxn>
                  </a:cxnLst>
                  <a:rect l="0" t="0" r="r" b="b"/>
                  <a:pathLst>
                    <a:path w="159" h="135">
                      <a:moveTo>
                        <a:pt x="0" y="90"/>
                      </a:moveTo>
                      <a:lnTo>
                        <a:pt x="0" y="135"/>
                      </a:lnTo>
                      <a:lnTo>
                        <a:pt x="159" y="44"/>
                      </a:lnTo>
                      <a:lnTo>
                        <a:pt x="157" y="0"/>
                      </a:lnTo>
                      <a:lnTo>
                        <a:pt x="0" y="90"/>
                      </a:lnTo>
                      <a:close/>
                    </a:path>
                  </a:pathLst>
                </a:custGeom>
                <a:solidFill>
                  <a:srgbClr val="EDEEF0"/>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78" name="Freeform 161"/>
                <p:cNvSpPr>
                  <a:spLocks/>
                </p:cNvSpPr>
                <p:nvPr/>
              </p:nvSpPr>
              <p:spPr bwMode="auto">
                <a:xfrm>
                  <a:off x="10684244" y="1450635"/>
                  <a:ext cx="393465" cy="225332"/>
                </a:xfrm>
                <a:custGeom>
                  <a:avLst/>
                  <a:gdLst>
                    <a:gd name="T0" fmla="*/ 0 w 227"/>
                    <a:gd name="T1" fmla="*/ 91 h 130"/>
                    <a:gd name="T2" fmla="*/ 159 w 227"/>
                    <a:gd name="T3" fmla="*/ 0 h 130"/>
                    <a:gd name="T4" fmla="*/ 227 w 227"/>
                    <a:gd name="T5" fmla="*/ 39 h 130"/>
                    <a:gd name="T6" fmla="*/ 69 w 227"/>
                    <a:gd name="T7" fmla="*/ 130 h 130"/>
                    <a:gd name="T8" fmla="*/ 0 w 227"/>
                    <a:gd name="T9" fmla="*/ 91 h 130"/>
                  </a:gdLst>
                  <a:ahLst/>
                  <a:cxnLst>
                    <a:cxn ang="0">
                      <a:pos x="T0" y="T1"/>
                    </a:cxn>
                    <a:cxn ang="0">
                      <a:pos x="T2" y="T3"/>
                    </a:cxn>
                    <a:cxn ang="0">
                      <a:pos x="T4" y="T5"/>
                    </a:cxn>
                    <a:cxn ang="0">
                      <a:pos x="T6" y="T7"/>
                    </a:cxn>
                    <a:cxn ang="0">
                      <a:pos x="T8" y="T9"/>
                    </a:cxn>
                  </a:cxnLst>
                  <a:rect l="0" t="0" r="r" b="b"/>
                  <a:pathLst>
                    <a:path w="227" h="130">
                      <a:moveTo>
                        <a:pt x="0" y="91"/>
                      </a:moveTo>
                      <a:lnTo>
                        <a:pt x="159" y="0"/>
                      </a:lnTo>
                      <a:lnTo>
                        <a:pt x="227" y="39"/>
                      </a:lnTo>
                      <a:lnTo>
                        <a:pt x="69" y="130"/>
                      </a:lnTo>
                      <a:lnTo>
                        <a:pt x="0" y="91"/>
                      </a:lnTo>
                      <a:close/>
                    </a:path>
                  </a:pathLst>
                </a:custGeom>
                <a:solidFill>
                  <a:srgbClr val="CFD1D6"/>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79" name="Freeform 162"/>
                <p:cNvSpPr>
                  <a:spLocks/>
                </p:cNvSpPr>
                <p:nvPr/>
              </p:nvSpPr>
              <p:spPr bwMode="auto">
                <a:xfrm>
                  <a:off x="10684244" y="1608368"/>
                  <a:ext cx="121333" cy="142133"/>
                </a:xfrm>
                <a:custGeom>
                  <a:avLst/>
                  <a:gdLst>
                    <a:gd name="T0" fmla="*/ 0 w 70"/>
                    <a:gd name="T1" fmla="*/ 0 h 82"/>
                    <a:gd name="T2" fmla="*/ 0 w 70"/>
                    <a:gd name="T3" fmla="*/ 45 h 82"/>
                    <a:gd name="T4" fmla="*/ 70 w 70"/>
                    <a:gd name="T5" fmla="*/ 82 h 82"/>
                    <a:gd name="T6" fmla="*/ 70 w 70"/>
                    <a:gd name="T7" fmla="*/ 39 h 82"/>
                    <a:gd name="T8" fmla="*/ 0 w 70"/>
                    <a:gd name="T9" fmla="*/ 0 h 82"/>
                  </a:gdLst>
                  <a:ahLst/>
                  <a:cxnLst>
                    <a:cxn ang="0">
                      <a:pos x="T0" y="T1"/>
                    </a:cxn>
                    <a:cxn ang="0">
                      <a:pos x="T2" y="T3"/>
                    </a:cxn>
                    <a:cxn ang="0">
                      <a:pos x="T4" y="T5"/>
                    </a:cxn>
                    <a:cxn ang="0">
                      <a:pos x="T6" y="T7"/>
                    </a:cxn>
                    <a:cxn ang="0">
                      <a:pos x="T8" y="T9"/>
                    </a:cxn>
                  </a:cxnLst>
                  <a:rect l="0" t="0" r="r" b="b"/>
                  <a:pathLst>
                    <a:path w="70" h="82">
                      <a:moveTo>
                        <a:pt x="0" y="0"/>
                      </a:moveTo>
                      <a:lnTo>
                        <a:pt x="0" y="45"/>
                      </a:lnTo>
                      <a:lnTo>
                        <a:pt x="70" y="82"/>
                      </a:lnTo>
                      <a:lnTo>
                        <a:pt x="70" y="39"/>
                      </a:lnTo>
                      <a:lnTo>
                        <a:pt x="0" y="0"/>
                      </a:lnTo>
                      <a:close/>
                    </a:path>
                  </a:pathLst>
                </a:custGeom>
                <a:solidFill>
                  <a:srgbClr val="D9DADE"/>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80" name="Freeform 163"/>
                <p:cNvSpPr>
                  <a:spLocks/>
                </p:cNvSpPr>
                <p:nvPr/>
              </p:nvSpPr>
              <p:spPr bwMode="auto">
                <a:xfrm>
                  <a:off x="10805576" y="1518235"/>
                  <a:ext cx="272133" cy="235732"/>
                </a:xfrm>
                <a:custGeom>
                  <a:avLst/>
                  <a:gdLst>
                    <a:gd name="T0" fmla="*/ 0 w 157"/>
                    <a:gd name="T1" fmla="*/ 91 h 136"/>
                    <a:gd name="T2" fmla="*/ 0 w 157"/>
                    <a:gd name="T3" fmla="*/ 136 h 136"/>
                    <a:gd name="T4" fmla="*/ 157 w 157"/>
                    <a:gd name="T5" fmla="*/ 44 h 136"/>
                    <a:gd name="T6" fmla="*/ 157 w 157"/>
                    <a:gd name="T7" fmla="*/ 0 h 136"/>
                    <a:gd name="T8" fmla="*/ 0 w 157"/>
                    <a:gd name="T9" fmla="*/ 91 h 136"/>
                  </a:gdLst>
                  <a:ahLst/>
                  <a:cxnLst>
                    <a:cxn ang="0">
                      <a:pos x="T0" y="T1"/>
                    </a:cxn>
                    <a:cxn ang="0">
                      <a:pos x="T2" y="T3"/>
                    </a:cxn>
                    <a:cxn ang="0">
                      <a:pos x="T4" y="T5"/>
                    </a:cxn>
                    <a:cxn ang="0">
                      <a:pos x="T6" y="T7"/>
                    </a:cxn>
                    <a:cxn ang="0">
                      <a:pos x="T8" y="T9"/>
                    </a:cxn>
                  </a:cxnLst>
                  <a:rect l="0" t="0" r="r" b="b"/>
                  <a:pathLst>
                    <a:path w="157" h="136">
                      <a:moveTo>
                        <a:pt x="0" y="91"/>
                      </a:moveTo>
                      <a:lnTo>
                        <a:pt x="0" y="136"/>
                      </a:lnTo>
                      <a:lnTo>
                        <a:pt x="157" y="44"/>
                      </a:lnTo>
                      <a:lnTo>
                        <a:pt x="157" y="0"/>
                      </a:lnTo>
                      <a:lnTo>
                        <a:pt x="0" y="91"/>
                      </a:lnTo>
                      <a:close/>
                    </a:path>
                  </a:pathLst>
                </a:custGeom>
                <a:solidFill>
                  <a:srgbClr val="EDEEF0"/>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81" name="Freeform 164"/>
                <p:cNvSpPr>
                  <a:spLocks/>
                </p:cNvSpPr>
                <p:nvPr/>
              </p:nvSpPr>
              <p:spPr bwMode="auto">
                <a:xfrm>
                  <a:off x="10621844" y="1341436"/>
                  <a:ext cx="391731" cy="223600"/>
                </a:xfrm>
                <a:custGeom>
                  <a:avLst/>
                  <a:gdLst>
                    <a:gd name="T0" fmla="*/ 0 w 226"/>
                    <a:gd name="T1" fmla="*/ 90 h 129"/>
                    <a:gd name="T2" fmla="*/ 158 w 226"/>
                    <a:gd name="T3" fmla="*/ 0 h 129"/>
                    <a:gd name="T4" fmla="*/ 226 w 226"/>
                    <a:gd name="T5" fmla="*/ 39 h 129"/>
                    <a:gd name="T6" fmla="*/ 69 w 226"/>
                    <a:gd name="T7" fmla="*/ 129 h 129"/>
                    <a:gd name="T8" fmla="*/ 0 w 226"/>
                    <a:gd name="T9" fmla="*/ 90 h 129"/>
                  </a:gdLst>
                  <a:ahLst/>
                  <a:cxnLst>
                    <a:cxn ang="0">
                      <a:pos x="T0" y="T1"/>
                    </a:cxn>
                    <a:cxn ang="0">
                      <a:pos x="T2" y="T3"/>
                    </a:cxn>
                    <a:cxn ang="0">
                      <a:pos x="T4" y="T5"/>
                    </a:cxn>
                    <a:cxn ang="0">
                      <a:pos x="T6" y="T7"/>
                    </a:cxn>
                    <a:cxn ang="0">
                      <a:pos x="T8" y="T9"/>
                    </a:cxn>
                  </a:cxnLst>
                  <a:rect l="0" t="0" r="r" b="b"/>
                  <a:pathLst>
                    <a:path w="226" h="129">
                      <a:moveTo>
                        <a:pt x="0" y="90"/>
                      </a:moveTo>
                      <a:lnTo>
                        <a:pt x="158" y="0"/>
                      </a:lnTo>
                      <a:lnTo>
                        <a:pt x="226" y="39"/>
                      </a:lnTo>
                      <a:lnTo>
                        <a:pt x="69" y="129"/>
                      </a:lnTo>
                      <a:lnTo>
                        <a:pt x="0" y="90"/>
                      </a:lnTo>
                      <a:close/>
                    </a:path>
                  </a:pathLst>
                </a:custGeom>
                <a:solidFill>
                  <a:srgbClr val="CFD1D6"/>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82" name="Freeform 165"/>
                <p:cNvSpPr>
                  <a:spLocks/>
                </p:cNvSpPr>
                <p:nvPr/>
              </p:nvSpPr>
              <p:spPr bwMode="auto">
                <a:xfrm>
                  <a:off x="10621844" y="1497435"/>
                  <a:ext cx="119600" cy="142133"/>
                </a:xfrm>
                <a:custGeom>
                  <a:avLst/>
                  <a:gdLst>
                    <a:gd name="T0" fmla="*/ 0 w 69"/>
                    <a:gd name="T1" fmla="*/ 0 h 82"/>
                    <a:gd name="T2" fmla="*/ 0 w 69"/>
                    <a:gd name="T3" fmla="*/ 45 h 82"/>
                    <a:gd name="T4" fmla="*/ 69 w 69"/>
                    <a:gd name="T5" fmla="*/ 82 h 82"/>
                    <a:gd name="T6" fmla="*/ 69 w 69"/>
                    <a:gd name="T7" fmla="*/ 39 h 82"/>
                    <a:gd name="T8" fmla="*/ 0 w 69"/>
                    <a:gd name="T9" fmla="*/ 0 h 82"/>
                  </a:gdLst>
                  <a:ahLst/>
                  <a:cxnLst>
                    <a:cxn ang="0">
                      <a:pos x="T0" y="T1"/>
                    </a:cxn>
                    <a:cxn ang="0">
                      <a:pos x="T2" y="T3"/>
                    </a:cxn>
                    <a:cxn ang="0">
                      <a:pos x="T4" y="T5"/>
                    </a:cxn>
                    <a:cxn ang="0">
                      <a:pos x="T6" y="T7"/>
                    </a:cxn>
                    <a:cxn ang="0">
                      <a:pos x="T8" y="T9"/>
                    </a:cxn>
                  </a:cxnLst>
                  <a:rect l="0" t="0" r="r" b="b"/>
                  <a:pathLst>
                    <a:path w="69" h="82">
                      <a:moveTo>
                        <a:pt x="0" y="0"/>
                      </a:moveTo>
                      <a:lnTo>
                        <a:pt x="0" y="45"/>
                      </a:lnTo>
                      <a:lnTo>
                        <a:pt x="69" y="82"/>
                      </a:lnTo>
                      <a:lnTo>
                        <a:pt x="69" y="39"/>
                      </a:lnTo>
                      <a:lnTo>
                        <a:pt x="0" y="0"/>
                      </a:lnTo>
                      <a:close/>
                    </a:path>
                  </a:pathLst>
                </a:custGeom>
                <a:solidFill>
                  <a:srgbClr val="D9DADE"/>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83" name="Freeform 166"/>
                <p:cNvSpPr>
                  <a:spLocks/>
                </p:cNvSpPr>
                <p:nvPr/>
              </p:nvSpPr>
              <p:spPr bwMode="auto">
                <a:xfrm>
                  <a:off x="10741443" y="1409035"/>
                  <a:ext cx="275599" cy="234000"/>
                </a:xfrm>
                <a:custGeom>
                  <a:avLst/>
                  <a:gdLst>
                    <a:gd name="T0" fmla="*/ 0 w 159"/>
                    <a:gd name="T1" fmla="*/ 90 h 135"/>
                    <a:gd name="T2" fmla="*/ 0 w 159"/>
                    <a:gd name="T3" fmla="*/ 135 h 135"/>
                    <a:gd name="T4" fmla="*/ 159 w 159"/>
                    <a:gd name="T5" fmla="*/ 43 h 135"/>
                    <a:gd name="T6" fmla="*/ 157 w 159"/>
                    <a:gd name="T7" fmla="*/ 0 h 135"/>
                    <a:gd name="T8" fmla="*/ 0 w 159"/>
                    <a:gd name="T9" fmla="*/ 90 h 135"/>
                  </a:gdLst>
                  <a:ahLst/>
                  <a:cxnLst>
                    <a:cxn ang="0">
                      <a:pos x="T0" y="T1"/>
                    </a:cxn>
                    <a:cxn ang="0">
                      <a:pos x="T2" y="T3"/>
                    </a:cxn>
                    <a:cxn ang="0">
                      <a:pos x="T4" y="T5"/>
                    </a:cxn>
                    <a:cxn ang="0">
                      <a:pos x="T6" y="T7"/>
                    </a:cxn>
                    <a:cxn ang="0">
                      <a:pos x="T8" y="T9"/>
                    </a:cxn>
                  </a:cxnLst>
                  <a:rect l="0" t="0" r="r" b="b"/>
                  <a:pathLst>
                    <a:path w="159" h="135">
                      <a:moveTo>
                        <a:pt x="0" y="90"/>
                      </a:moveTo>
                      <a:lnTo>
                        <a:pt x="0" y="135"/>
                      </a:lnTo>
                      <a:lnTo>
                        <a:pt x="159" y="43"/>
                      </a:lnTo>
                      <a:lnTo>
                        <a:pt x="157" y="0"/>
                      </a:lnTo>
                      <a:lnTo>
                        <a:pt x="0" y="90"/>
                      </a:lnTo>
                      <a:close/>
                    </a:path>
                  </a:pathLst>
                </a:custGeom>
                <a:solidFill>
                  <a:srgbClr val="EDEEF0"/>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sp>
          <p:nvSpPr>
            <p:cNvPr id="285" name="Freeform 194"/>
            <p:cNvSpPr>
              <a:spLocks/>
            </p:cNvSpPr>
            <p:nvPr/>
          </p:nvSpPr>
          <p:spPr bwMode="auto">
            <a:xfrm>
              <a:off x="3813175" y="5427663"/>
              <a:ext cx="177800" cy="682625"/>
            </a:xfrm>
            <a:custGeom>
              <a:avLst/>
              <a:gdLst>
                <a:gd name="T0" fmla="*/ 0 w 72"/>
                <a:gd name="T1" fmla="*/ 61 h 276"/>
                <a:gd name="T2" fmla="*/ 45 w 72"/>
                <a:gd name="T3" fmla="*/ 11 h 276"/>
                <a:gd name="T4" fmla="*/ 72 w 72"/>
                <a:gd name="T5" fmla="*/ 0 h 276"/>
                <a:gd name="T6" fmla="*/ 72 w 72"/>
                <a:gd name="T7" fmla="*/ 259 h 276"/>
                <a:gd name="T8" fmla="*/ 31 w 72"/>
                <a:gd name="T9" fmla="*/ 276 h 276"/>
                <a:gd name="T10" fmla="*/ 31 w 72"/>
                <a:gd name="T11" fmla="*/ 78 h 276"/>
                <a:gd name="T12" fmla="*/ 0 w 72"/>
                <a:gd name="T13" fmla="*/ 90 h 276"/>
                <a:gd name="T14" fmla="*/ 0 w 72"/>
                <a:gd name="T15" fmla="*/ 61 h 2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2" h="276">
                  <a:moveTo>
                    <a:pt x="0" y="61"/>
                  </a:moveTo>
                  <a:cubicBezTo>
                    <a:pt x="31" y="49"/>
                    <a:pt x="38" y="31"/>
                    <a:pt x="45" y="11"/>
                  </a:cubicBezTo>
                  <a:cubicBezTo>
                    <a:pt x="72" y="0"/>
                    <a:pt x="72" y="0"/>
                    <a:pt x="72" y="0"/>
                  </a:cubicBezTo>
                  <a:cubicBezTo>
                    <a:pt x="72" y="259"/>
                    <a:pt x="72" y="259"/>
                    <a:pt x="72" y="259"/>
                  </a:cubicBezTo>
                  <a:cubicBezTo>
                    <a:pt x="31" y="276"/>
                    <a:pt x="31" y="276"/>
                    <a:pt x="31" y="276"/>
                  </a:cubicBezTo>
                  <a:cubicBezTo>
                    <a:pt x="31" y="78"/>
                    <a:pt x="31" y="78"/>
                    <a:pt x="31" y="78"/>
                  </a:cubicBezTo>
                  <a:cubicBezTo>
                    <a:pt x="0" y="90"/>
                    <a:pt x="0" y="90"/>
                    <a:pt x="0" y="90"/>
                  </a:cubicBezTo>
                  <a:lnTo>
                    <a:pt x="0" y="61"/>
                  </a:lnTo>
                  <a:close/>
                </a:path>
              </a:pathLst>
            </a:custGeom>
            <a:solidFill>
              <a:srgbClr val="FFFFFF"/>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86" name="Freeform 195"/>
            <p:cNvSpPr>
              <a:spLocks/>
            </p:cNvSpPr>
            <p:nvPr/>
          </p:nvSpPr>
          <p:spPr bwMode="auto">
            <a:xfrm>
              <a:off x="1860550" y="4144963"/>
              <a:ext cx="258763" cy="658813"/>
            </a:xfrm>
            <a:custGeom>
              <a:avLst/>
              <a:gdLst>
                <a:gd name="T0" fmla="*/ 52 w 105"/>
                <a:gd name="T1" fmla="*/ 50 h 267"/>
                <a:gd name="T2" fmla="*/ 33 w 105"/>
                <a:gd name="T3" fmla="*/ 61 h 267"/>
                <a:gd name="T4" fmla="*/ 33 w 105"/>
                <a:gd name="T5" fmla="*/ 85 h 267"/>
                <a:gd name="T6" fmla="*/ 0 w 105"/>
                <a:gd name="T7" fmla="*/ 67 h 267"/>
                <a:gd name="T8" fmla="*/ 0 w 105"/>
                <a:gd name="T9" fmla="*/ 46 h 267"/>
                <a:gd name="T10" fmla="*/ 52 w 105"/>
                <a:gd name="T11" fmla="*/ 19 h 267"/>
                <a:gd name="T12" fmla="*/ 105 w 105"/>
                <a:gd name="T13" fmla="*/ 103 h 267"/>
                <a:gd name="T14" fmla="*/ 35 w 105"/>
                <a:gd name="T15" fmla="*/ 196 h 267"/>
                <a:gd name="T16" fmla="*/ 35 w 105"/>
                <a:gd name="T17" fmla="*/ 201 h 267"/>
                <a:gd name="T18" fmla="*/ 101 w 105"/>
                <a:gd name="T19" fmla="*/ 236 h 267"/>
                <a:gd name="T20" fmla="*/ 101 w 105"/>
                <a:gd name="T21" fmla="*/ 267 h 267"/>
                <a:gd name="T22" fmla="*/ 0 w 105"/>
                <a:gd name="T23" fmla="*/ 215 h 267"/>
                <a:gd name="T24" fmla="*/ 0 w 105"/>
                <a:gd name="T25" fmla="*/ 187 h 267"/>
                <a:gd name="T26" fmla="*/ 70 w 105"/>
                <a:gd name="T27" fmla="*/ 85 h 267"/>
                <a:gd name="T28" fmla="*/ 52 w 105"/>
                <a:gd name="T29" fmla="*/ 50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5" h="267">
                  <a:moveTo>
                    <a:pt x="52" y="50"/>
                  </a:moveTo>
                  <a:cubicBezTo>
                    <a:pt x="40" y="43"/>
                    <a:pt x="33" y="46"/>
                    <a:pt x="33" y="61"/>
                  </a:cubicBezTo>
                  <a:cubicBezTo>
                    <a:pt x="33" y="85"/>
                    <a:pt x="33" y="85"/>
                    <a:pt x="33" y="85"/>
                  </a:cubicBezTo>
                  <a:cubicBezTo>
                    <a:pt x="0" y="67"/>
                    <a:pt x="0" y="67"/>
                    <a:pt x="0" y="67"/>
                  </a:cubicBezTo>
                  <a:cubicBezTo>
                    <a:pt x="0" y="46"/>
                    <a:pt x="0" y="46"/>
                    <a:pt x="0" y="46"/>
                  </a:cubicBezTo>
                  <a:cubicBezTo>
                    <a:pt x="0" y="10"/>
                    <a:pt x="18" y="0"/>
                    <a:pt x="52" y="19"/>
                  </a:cubicBezTo>
                  <a:cubicBezTo>
                    <a:pt x="87" y="38"/>
                    <a:pt x="105" y="68"/>
                    <a:pt x="105" y="103"/>
                  </a:cubicBezTo>
                  <a:cubicBezTo>
                    <a:pt x="105" y="171"/>
                    <a:pt x="35" y="160"/>
                    <a:pt x="35" y="196"/>
                  </a:cubicBezTo>
                  <a:cubicBezTo>
                    <a:pt x="35" y="198"/>
                    <a:pt x="35" y="199"/>
                    <a:pt x="35" y="201"/>
                  </a:cubicBezTo>
                  <a:cubicBezTo>
                    <a:pt x="101" y="236"/>
                    <a:pt x="101" y="236"/>
                    <a:pt x="101" y="236"/>
                  </a:cubicBezTo>
                  <a:cubicBezTo>
                    <a:pt x="101" y="267"/>
                    <a:pt x="101" y="267"/>
                    <a:pt x="101" y="267"/>
                  </a:cubicBezTo>
                  <a:cubicBezTo>
                    <a:pt x="0" y="215"/>
                    <a:pt x="0" y="215"/>
                    <a:pt x="0" y="215"/>
                  </a:cubicBezTo>
                  <a:cubicBezTo>
                    <a:pt x="0" y="187"/>
                    <a:pt x="0" y="187"/>
                    <a:pt x="0" y="187"/>
                  </a:cubicBezTo>
                  <a:cubicBezTo>
                    <a:pt x="0" y="122"/>
                    <a:pt x="70" y="148"/>
                    <a:pt x="70" y="85"/>
                  </a:cubicBezTo>
                  <a:cubicBezTo>
                    <a:pt x="70" y="65"/>
                    <a:pt x="63" y="56"/>
                    <a:pt x="52" y="50"/>
                  </a:cubicBezTo>
                  <a:close/>
                </a:path>
              </a:pathLst>
            </a:custGeom>
            <a:solidFill>
              <a:srgbClr val="FFFFFF"/>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87" name="Freeform 196"/>
            <p:cNvSpPr>
              <a:spLocks/>
            </p:cNvSpPr>
            <p:nvPr/>
          </p:nvSpPr>
          <p:spPr bwMode="auto">
            <a:xfrm>
              <a:off x="3733800" y="2708276"/>
              <a:ext cx="257175" cy="649288"/>
            </a:xfrm>
            <a:custGeom>
              <a:avLst/>
              <a:gdLst>
                <a:gd name="T0" fmla="*/ 69 w 104"/>
                <a:gd name="T1" fmla="*/ 65 h 263"/>
                <a:gd name="T2" fmla="*/ 51 w 104"/>
                <a:gd name="T3" fmla="*/ 47 h 263"/>
                <a:gd name="T4" fmla="*/ 33 w 104"/>
                <a:gd name="T5" fmla="*/ 78 h 263"/>
                <a:gd name="T6" fmla="*/ 33 w 104"/>
                <a:gd name="T7" fmla="*/ 92 h 263"/>
                <a:gd name="T8" fmla="*/ 0 w 104"/>
                <a:gd name="T9" fmla="*/ 107 h 263"/>
                <a:gd name="T10" fmla="*/ 0 w 104"/>
                <a:gd name="T11" fmla="*/ 95 h 263"/>
                <a:gd name="T12" fmla="*/ 52 w 104"/>
                <a:gd name="T13" fmla="*/ 15 h 263"/>
                <a:gd name="T14" fmla="*/ 104 w 104"/>
                <a:gd name="T15" fmla="*/ 48 h 263"/>
                <a:gd name="T16" fmla="*/ 104 w 104"/>
                <a:gd name="T17" fmla="*/ 54 h 263"/>
                <a:gd name="T18" fmla="*/ 80 w 104"/>
                <a:gd name="T19" fmla="*/ 111 h 263"/>
                <a:gd name="T20" fmla="*/ 104 w 104"/>
                <a:gd name="T21" fmla="*/ 146 h 263"/>
                <a:gd name="T22" fmla="*/ 104 w 104"/>
                <a:gd name="T23" fmla="*/ 164 h 263"/>
                <a:gd name="T24" fmla="*/ 52 w 104"/>
                <a:gd name="T25" fmla="*/ 245 h 263"/>
                <a:gd name="T26" fmla="*/ 0 w 104"/>
                <a:gd name="T27" fmla="*/ 214 h 263"/>
                <a:gd name="T28" fmla="*/ 0 w 104"/>
                <a:gd name="T29" fmla="*/ 195 h 263"/>
                <a:gd name="T30" fmla="*/ 33 w 104"/>
                <a:gd name="T31" fmla="*/ 179 h 263"/>
                <a:gd name="T32" fmla="*/ 33 w 104"/>
                <a:gd name="T33" fmla="*/ 200 h 263"/>
                <a:gd name="T34" fmla="*/ 51 w 104"/>
                <a:gd name="T35" fmla="*/ 214 h 263"/>
                <a:gd name="T36" fmla="*/ 69 w 104"/>
                <a:gd name="T37" fmla="*/ 179 h 263"/>
                <a:gd name="T38" fmla="*/ 69 w 104"/>
                <a:gd name="T39" fmla="*/ 162 h 263"/>
                <a:gd name="T40" fmla="*/ 47 w 104"/>
                <a:gd name="T41" fmla="*/ 144 h 263"/>
                <a:gd name="T42" fmla="*/ 35 w 104"/>
                <a:gd name="T43" fmla="*/ 150 h 263"/>
                <a:gd name="T44" fmla="*/ 35 w 104"/>
                <a:gd name="T45" fmla="*/ 117 h 263"/>
                <a:gd name="T46" fmla="*/ 48 w 104"/>
                <a:gd name="T47" fmla="*/ 111 h 263"/>
                <a:gd name="T48" fmla="*/ 69 w 104"/>
                <a:gd name="T49" fmla="*/ 78 h 263"/>
                <a:gd name="T50" fmla="*/ 69 w 104"/>
                <a:gd name="T51" fmla="*/ 65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4" h="263">
                  <a:moveTo>
                    <a:pt x="69" y="65"/>
                  </a:moveTo>
                  <a:cubicBezTo>
                    <a:pt x="69" y="45"/>
                    <a:pt x="62" y="42"/>
                    <a:pt x="51" y="47"/>
                  </a:cubicBezTo>
                  <a:cubicBezTo>
                    <a:pt x="40" y="52"/>
                    <a:pt x="33" y="62"/>
                    <a:pt x="33" y="78"/>
                  </a:cubicBezTo>
                  <a:cubicBezTo>
                    <a:pt x="33" y="92"/>
                    <a:pt x="33" y="92"/>
                    <a:pt x="33" y="92"/>
                  </a:cubicBezTo>
                  <a:cubicBezTo>
                    <a:pt x="0" y="107"/>
                    <a:pt x="0" y="107"/>
                    <a:pt x="0" y="107"/>
                  </a:cubicBezTo>
                  <a:cubicBezTo>
                    <a:pt x="0" y="95"/>
                    <a:pt x="0" y="95"/>
                    <a:pt x="0" y="95"/>
                  </a:cubicBezTo>
                  <a:cubicBezTo>
                    <a:pt x="0" y="58"/>
                    <a:pt x="18" y="30"/>
                    <a:pt x="52" y="15"/>
                  </a:cubicBezTo>
                  <a:cubicBezTo>
                    <a:pt x="87" y="0"/>
                    <a:pt x="104" y="12"/>
                    <a:pt x="104" y="48"/>
                  </a:cubicBezTo>
                  <a:cubicBezTo>
                    <a:pt x="104" y="54"/>
                    <a:pt x="104" y="54"/>
                    <a:pt x="104" y="54"/>
                  </a:cubicBezTo>
                  <a:cubicBezTo>
                    <a:pt x="104" y="77"/>
                    <a:pt x="97" y="96"/>
                    <a:pt x="80" y="111"/>
                  </a:cubicBezTo>
                  <a:cubicBezTo>
                    <a:pt x="97" y="110"/>
                    <a:pt x="104" y="124"/>
                    <a:pt x="104" y="146"/>
                  </a:cubicBezTo>
                  <a:cubicBezTo>
                    <a:pt x="104" y="164"/>
                    <a:pt x="104" y="164"/>
                    <a:pt x="104" y="164"/>
                  </a:cubicBezTo>
                  <a:cubicBezTo>
                    <a:pt x="104" y="199"/>
                    <a:pt x="87" y="228"/>
                    <a:pt x="52" y="245"/>
                  </a:cubicBezTo>
                  <a:cubicBezTo>
                    <a:pt x="18" y="263"/>
                    <a:pt x="0" y="251"/>
                    <a:pt x="0" y="214"/>
                  </a:cubicBezTo>
                  <a:cubicBezTo>
                    <a:pt x="0" y="195"/>
                    <a:pt x="0" y="195"/>
                    <a:pt x="0" y="195"/>
                  </a:cubicBezTo>
                  <a:cubicBezTo>
                    <a:pt x="33" y="179"/>
                    <a:pt x="33" y="179"/>
                    <a:pt x="33" y="179"/>
                  </a:cubicBezTo>
                  <a:cubicBezTo>
                    <a:pt x="33" y="200"/>
                    <a:pt x="33" y="200"/>
                    <a:pt x="33" y="200"/>
                  </a:cubicBezTo>
                  <a:cubicBezTo>
                    <a:pt x="33" y="216"/>
                    <a:pt x="40" y="219"/>
                    <a:pt x="51" y="214"/>
                  </a:cubicBezTo>
                  <a:cubicBezTo>
                    <a:pt x="62" y="208"/>
                    <a:pt x="69" y="199"/>
                    <a:pt x="69" y="179"/>
                  </a:cubicBezTo>
                  <a:cubicBezTo>
                    <a:pt x="69" y="162"/>
                    <a:pt x="69" y="162"/>
                    <a:pt x="69" y="162"/>
                  </a:cubicBezTo>
                  <a:cubicBezTo>
                    <a:pt x="69" y="141"/>
                    <a:pt x="62" y="137"/>
                    <a:pt x="47" y="144"/>
                  </a:cubicBezTo>
                  <a:cubicBezTo>
                    <a:pt x="35" y="150"/>
                    <a:pt x="35" y="150"/>
                    <a:pt x="35" y="150"/>
                  </a:cubicBezTo>
                  <a:cubicBezTo>
                    <a:pt x="35" y="117"/>
                    <a:pt x="35" y="117"/>
                    <a:pt x="35" y="117"/>
                  </a:cubicBezTo>
                  <a:cubicBezTo>
                    <a:pt x="48" y="111"/>
                    <a:pt x="48" y="111"/>
                    <a:pt x="48" y="111"/>
                  </a:cubicBezTo>
                  <a:cubicBezTo>
                    <a:pt x="61" y="105"/>
                    <a:pt x="69" y="95"/>
                    <a:pt x="69" y="78"/>
                  </a:cubicBezTo>
                  <a:lnTo>
                    <a:pt x="69" y="65"/>
                  </a:lnTo>
                  <a:close/>
                </a:path>
              </a:pathLst>
            </a:custGeom>
            <a:solidFill>
              <a:srgbClr val="FFFFFF"/>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88" name="Freeform 197"/>
            <p:cNvSpPr>
              <a:spLocks noEditPoints="1"/>
            </p:cNvSpPr>
            <p:nvPr/>
          </p:nvSpPr>
          <p:spPr bwMode="auto">
            <a:xfrm>
              <a:off x="1838325" y="1325563"/>
              <a:ext cx="328613" cy="658813"/>
            </a:xfrm>
            <a:custGeom>
              <a:avLst/>
              <a:gdLst>
                <a:gd name="T0" fmla="*/ 0 w 207"/>
                <a:gd name="T1" fmla="*/ 210 h 415"/>
                <a:gd name="T2" fmla="*/ 112 w 207"/>
                <a:gd name="T3" fmla="*/ 0 h 415"/>
                <a:gd name="T4" fmla="*/ 177 w 207"/>
                <a:gd name="T5" fmla="*/ 31 h 415"/>
                <a:gd name="T6" fmla="*/ 177 w 207"/>
                <a:gd name="T7" fmla="*/ 290 h 415"/>
                <a:gd name="T8" fmla="*/ 207 w 207"/>
                <a:gd name="T9" fmla="*/ 303 h 415"/>
                <a:gd name="T10" fmla="*/ 207 w 207"/>
                <a:gd name="T11" fmla="*/ 359 h 415"/>
                <a:gd name="T12" fmla="*/ 177 w 207"/>
                <a:gd name="T13" fmla="*/ 345 h 415"/>
                <a:gd name="T14" fmla="*/ 177 w 207"/>
                <a:gd name="T15" fmla="*/ 415 h 415"/>
                <a:gd name="T16" fmla="*/ 118 w 207"/>
                <a:gd name="T17" fmla="*/ 388 h 415"/>
                <a:gd name="T18" fmla="*/ 118 w 207"/>
                <a:gd name="T19" fmla="*/ 318 h 415"/>
                <a:gd name="T20" fmla="*/ 0 w 207"/>
                <a:gd name="T21" fmla="*/ 266 h 415"/>
                <a:gd name="T22" fmla="*/ 0 w 207"/>
                <a:gd name="T23" fmla="*/ 210 h 415"/>
                <a:gd name="T24" fmla="*/ 118 w 207"/>
                <a:gd name="T25" fmla="*/ 264 h 415"/>
                <a:gd name="T26" fmla="*/ 118 w 207"/>
                <a:gd name="T27" fmla="*/ 118 h 415"/>
                <a:gd name="T28" fmla="*/ 56 w 207"/>
                <a:gd name="T29" fmla="*/ 236 h 415"/>
                <a:gd name="T30" fmla="*/ 118 w 207"/>
                <a:gd name="T31" fmla="*/ 264 h 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7" h="415">
                  <a:moveTo>
                    <a:pt x="0" y="210"/>
                  </a:moveTo>
                  <a:lnTo>
                    <a:pt x="112" y="0"/>
                  </a:lnTo>
                  <a:lnTo>
                    <a:pt x="177" y="31"/>
                  </a:lnTo>
                  <a:lnTo>
                    <a:pt x="177" y="290"/>
                  </a:lnTo>
                  <a:lnTo>
                    <a:pt x="207" y="303"/>
                  </a:lnTo>
                  <a:lnTo>
                    <a:pt x="207" y="359"/>
                  </a:lnTo>
                  <a:lnTo>
                    <a:pt x="177" y="345"/>
                  </a:lnTo>
                  <a:lnTo>
                    <a:pt x="177" y="415"/>
                  </a:lnTo>
                  <a:lnTo>
                    <a:pt x="118" y="388"/>
                  </a:lnTo>
                  <a:lnTo>
                    <a:pt x="118" y="318"/>
                  </a:lnTo>
                  <a:lnTo>
                    <a:pt x="0" y="266"/>
                  </a:lnTo>
                  <a:lnTo>
                    <a:pt x="0" y="210"/>
                  </a:lnTo>
                  <a:close/>
                  <a:moveTo>
                    <a:pt x="118" y="264"/>
                  </a:moveTo>
                  <a:lnTo>
                    <a:pt x="118" y="118"/>
                  </a:lnTo>
                  <a:lnTo>
                    <a:pt x="56" y="236"/>
                  </a:lnTo>
                  <a:lnTo>
                    <a:pt x="118" y="264"/>
                  </a:lnTo>
                  <a:close/>
                </a:path>
              </a:pathLst>
            </a:custGeom>
            <a:solidFill>
              <a:srgbClr val="FFFFFF"/>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sp>
        <p:nvSpPr>
          <p:cNvPr id="289" name="矩形 39"/>
          <p:cNvSpPr/>
          <p:nvPr/>
        </p:nvSpPr>
        <p:spPr>
          <a:xfrm>
            <a:off x="0" y="203088"/>
            <a:ext cx="2492990" cy="523220"/>
          </a:xfrm>
          <a:prstGeom prst="rect">
            <a:avLst/>
          </a:prstGeom>
          <a:noFill/>
        </p:spPr>
        <p:txBody>
          <a:bodyPr wrap="none" rtlCol="0">
            <a:spAutoFit/>
          </a:bodyPr>
          <a:lstStyle/>
          <a:p>
            <a:r>
              <a:rPr lang="zh-CN" altLang="en-US" sz="2800" b="1" dirty="0">
                <a:solidFill>
                  <a:schemeClr val="tx1">
                    <a:lumMod val="65000"/>
                    <a:lumOff val="35000"/>
                  </a:schemeClr>
                </a:solidFill>
              </a:rPr>
              <a:t>四项层级</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递进</a:t>
            </a:r>
            <a:endParaRPr lang="zh-CN" altLang="zh-CN" sz="2800" b="1" dirty="0">
              <a:solidFill>
                <a:schemeClr val="tx1">
                  <a:lumMod val="65000"/>
                  <a:lumOff val="35000"/>
                </a:schemeClr>
              </a:solidFill>
            </a:endParaRPr>
          </a:p>
        </p:txBody>
      </p:sp>
      <p:sp>
        <p:nvSpPr>
          <p:cNvPr id="291" name="文本框 290"/>
          <p:cNvSpPr txBox="1"/>
          <p:nvPr/>
        </p:nvSpPr>
        <p:spPr>
          <a:xfrm>
            <a:off x="7124493" y="3033739"/>
            <a:ext cx="2856518" cy="830997"/>
          </a:xfrm>
          <a:prstGeom prst="rect">
            <a:avLst/>
          </a:prstGeom>
          <a:noFill/>
        </p:spPr>
        <p:txBody>
          <a:bodyPr wrap="square" rtlCol="0">
            <a:spAutoFit/>
          </a:bodyPr>
          <a:lstStyle/>
          <a:p>
            <a:pPr>
              <a:lnSpc>
                <a:spcPct val="120000"/>
              </a:lnSpc>
            </a:pPr>
            <a:r>
              <a:rPr lang="zh-CN" altLang="en-US" sz="2400" b="1" dirty="0">
                <a:solidFill>
                  <a:srgbClr val="A9B723"/>
                </a:solidFill>
              </a:rPr>
              <a:t>添加标题</a:t>
            </a:r>
            <a:endParaRPr lang="en-US" altLang="zh-CN" sz="2400" b="1" dirty="0">
              <a:solidFill>
                <a:srgbClr val="A9B723"/>
              </a:solidFill>
            </a:endParaRPr>
          </a:p>
          <a:p>
            <a:pPr>
              <a:lnSpc>
                <a:spcPct val="120000"/>
              </a:lnSpc>
            </a:pPr>
            <a:r>
              <a:rPr lang="zh-CN" altLang="en-US" sz="1600" dirty="0">
                <a:solidFill>
                  <a:schemeClr val="tx1">
                    <a:lumMod val="65000"/>
                    <a:lumOff val="35000"/>
                  </a:schemeClr>
                </a:solidFill>
              </a:rPr>
              <a:t>添加内容添加内容</a:t>
            </a:r>
          </a:p>
        </p:txBody>
      </p:sp>
      <p:sp>
        <p:nvSpPr>
          <p:cNvPr id="292" name="文本框 291"/>
          <p:cNvSpPr txBox="1"/>
          <p:nvPr/>
        </p:nvSpPr>
        <p:spPr>
          <a:xfrm>
            <a:off x="2345207" y="1899526"/>
            <a:ext cx="2856518" cy="830997"/>
          </a:xfrm>
          <a:prstGeom prst="rect">
            <a:avLst/>
          </a:prstGeom>
          <a:noFill/>
        </p:spPr>
        <p:txBody>
          <a:bodyPr wrap="square" rtlCol="0">
            <a:spAutoFit/>
          </a:bodyPr>
          <a:lstStyle/>
          <a:p>
            <a:pPr algn="r">
              <a:lnSpc>
                <a:spcPct val="120000"/>
              </a:lnSpc>
            </a:pPr>
            <a:r>
              <a:rPr lang="zh-CN" altLang="en-US" sz="2400" b="1" dirty="0">
                <a:solidFill>
                  <a:srgbClr val="FF8900"/>
                </a:solidFill>
              </a:rPr>
              <a:t>添加标题</a:t>
            </a:r>
            <a:endParaRPr lang="en-US" altLang="zh-CN" sz="2400" b="1" dirty="0">
              <a:solidFill>
                <a:srgbClr val="FF8900"/>
              </a:solidFill>
            </a:endParaRPr>
          </a:p>
          <a:p>
            <a:pPr algn="r">
              <a:lnSpc>
                <a:spcPct val="120000"/>
              </a:lnSpc>
            </a:pPr>
            <a:r>
              <a:rPr lang="zh-CN" altLang="en-US" sz="1600" dirty="0">
                <a:solidFill>
                  <a:schemeClr val="tx1">
                    <a:lumMod val="65000"/>
                    <a:lumOff val="35000"/>
                  </a:schemeClr>
                </a:solidFill>
              </a:rPr>
              <a:t>添加内容添加内容</a:t>
            </a:r>
          </a:p>
        </p:txBody>
      </p:sp>
      <p:sp>
        <p:nvSpPr>
          <p:cNvPr id="293" name="文本框 292"/>
          <p:cNvSpPr txBox="1"/>
          <p:nvPr/>
        </p:nvSpPr>
        <p:spPr>
          <a:xfrm>
            <a:off x="2275928" y="4150734"/>
            <a:ext cx="2856518" cy="830997"/>
          </a:xfrm>
          <a:prstGeom prst="rect">
            <a:avLst/>
          </a:prstGeom>
          <a:noFill/>
        </p:spPr>
        <p:txBody>
          <a:bodyPr wrap="square" rtlCol="0">
            <a:spAutoFit/>
          </a:bodyPr>
          <a:lstStyle/>
          <a:p>
            <a:pPr algn="r">
              <a:lnSpc>
                <a:spcPct val="120000"/>
              </a:lnSpc>
            </a:pPr>
            <a:r>
              <a:rPr lang="zh-CN" altLang="en-US" sz="2400" b="1" dirty="0">
                <a:solidFill>
                  <a:srgbClr val="6D5DA5"/>
                </a:solidFill>
              </a:rPr>
              <a:t>添加标题</a:t>
            </a:r>
            <a:endParaRPr lang="en-US" altLang="zh-CN" sz="2400" b="1" dirty="0">
              <a:solidFill>
                <a:srgbClr val="6D5DA5"/>
              </a:solidFill>
            </a:endParaRPr>
          </a:p>
          <a:p>
            <a:pPr algn="r">
              <a:lnSpc>
                <a:spcPct val="120000"/>
              </a:lnSpc>
            </a:pPr>
            <a:r>
              <a:rPr lang="zh-CN" altLang="en-US" sz="1600" dirty="0">
                <a:solidFill>
                  <a:schemeClr val="tx1">
                    <a:lumMod val="65000"/>
                    <a:lumOff val="35000"/>
                  </a:schemeClr>
                </a:solidFill>
              </a:rPr>
              <a:t>添加内容添加内容</a:t>
            </a:r>
          </a:p>
        </p:txBody>
      </p:sp>
      <p:sp>
        <p:nvSpPr>
          <p:cNvPr id="295" name="文本框 294"/>
          <p:cNvSpPr txBox="1"/>
          <p:nvPr/>
        </p:nvSpPr>
        <p:spPr>
          <a:xfrm>
            <a:off x="7075235" y="5243936"/>
            <a:ext cx="2856518" cy="830997"/>
          </a:xfrm>
          <a:prstGeom prst="rect">
            <a:avLst/>
          </a:prstGeom>
          <a:noFill/>
        </p:spPr>
        <p:txBody>
          <a:bodyPr wrap="square" rtlCol="0">
            <a:spAutoFit/>
          </a:bodyPr>
          <a:lstStyle/>
          <a:p>
            <a:pPr>
              <a:lnSpc>
                <a:spcPct val="120000"/>
              </a:lnSpc>
            </a:pPr>
            <a:r>
              <a:rPr lang="zh-CN" altLang="en-US" sz="2400" b="1" dirty="0">
                <a:solidFill>
                  <a:srgbClr val="007BC6"/>
                </a:solidFill>
              </a:rPr>
              <a:t>添加标题</a:t>
            </a:r>
            <a:endParaRPr lang="en-US" altLang="zh-CN" sz="2400" b="1" dirty="0">
              <a:solidFill>
                <a:srgbClr val="007BC6"/>
              </a:solidFill>
            </a:endParaRPr>
          </a:p>
          <a:p>
            <a:pPr>
              <a:lnSpc>
                <a:spcPct val="120000"/>
              </a:lnSpc>
            </a:pPr>
            <a:r>
              <a:rPr lang="zh-CN" altLang="en-US" sz="1600" dirty="0">
                <a:solidFill>
                  <a:schemeClr val="tx1">
                    <a:lumMod val="65000"/>
                    <a:lumOff val="35000"/>
                  </a:schemeClr>
                </a:solidFill>
              </a:rPr>
              <a:t>添加内容添加内容</a:t>
            </a:r>
          </a:p>
        </p:txBody>
      </p:sp>
    </p:spTree>
    <p:extLst>
      <p:ext uri="{BB962C8B-B14F-4D97-AF65-F5344CB8AC3E}">
        <p14:creationId xmlns:p14="http://schemas.microsoft.com/office/powerpoint/2010/main" val="137806589"/>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 name="Freeform 5"/>
          <p:cNvSpPr>
            <a:spLocks/>
          </p:cNvSpPr>
          <p:nvPr/>
        </p:nvSpPr>
        <p:spPr bwMode="auto">
          <a:xfrm>
            <a:off x="3905250" y="5417339"/>
            <a:ext cx="2625781" cy="1425481"/>
          </a:xfrm>
          <a:custGeom>
            <a:avLst/>
            <a:gdLst>
              <a:gd name="T0" fmla="*/ 859 w 1759"/>
              <a:gd name="T1" fmla="*/ 1143 h 1149"/>
              <a:gd name="T2" fmla="*/ 608 w 1759"/>
              <a:gd name="T3" fmla="*/ 1149 h 1149"/>
              <a:gd name="T4" fmla="*/ 0 w 1759"/>
              <a:gd name="T5" fmla="*/ 768 h 1149"/>
              <a:gd name="T6" fmla="*/ 303 w 1759"/>
              <a:gd name="T7" fmla="*/ 594 h 1149"/>
              <a:gd name="T8" fmla="*/ 30 w 1759"/>
              <a:gd name="T9" fmla="*/ 410 h 1149"/>
              <a:gd name="T10" fmla="*/ 744 w 1759"/>
              <a:gd name="T11" fmla="*/ 0 h 1149"/>
              <a:gd name="T12" fmla="*/ 1759 w 1759"/>
              <a:gd name="T13" fmla="*/ 756 h 1149"/>
              <a:gd name="T14" fmla="*/ 859 w 1759"/>
              <a:gd name="T15" fmla="*/ 1143 h 1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59" h="1149">
                <a:moveTo>
                  <a:pt x="859" y="1143"/>
                </a:moveTo>
                <a:lnTo>
                  <a:pt x="608" y="1149"/>
                </a:lnTo>
                <a:lnTo>
                  <a:pt x="0" y="768"/>
                </a:lnTo>
                <a:lnTo>
                  <a:pt x="303" y="594"/>
                </a:lnTo>
                <a:lnTo>
                  <a:pt x="30" y="410"/>
                </a:lnTo>
                <a:lnTo>
                  <a:pt x="744" y="0"/>
                </a:lnTo>
                <a:lnTo>
                  <a:pt x="1759" y="756"/>
                </a:lnTo>
                <a:lnTo>
                  <a:pt x="859" y="1143"/>
                </a:lnTo>
                <a:close/>
              </a:path>
            </a:pathLst>
          </a:custGeom>
          <a:gradFill flip="none" rotWithShape="1">
            <a:gsLst>
              <a:gs pos="18000">
                <a:srgbClr val="0D0D0D">
                  <a:alpha val="0"/>
                </a:srgbClr>
              </a:gs>
              <a:gs pos="0">
                <a:srgbClr val="0D0D0D">
                  <a:alpha val="0"/>
                </a:srgbClr>
              </a:gs>
              <a:gs pos="86000">
                <a:srgbClr val="0D0D0D">
                  <a:alpha val="70000"/>
                </a:srgbClr>
              </a:gs>
            </a:gsLst>
            <a:lin ang="19800000" scaled="0"/>
            <a:tileRect/>
          </a:gradFill>
          <a:ln>
            <a:noFill/>
          </a:ln>
          <a:effectLst>
            <a:softEdge rad="63500"/>
          </a:effectLst>
        </p:spPr>
        <p:txBody>
          <a:bodyPr vert="horz" wrap="square" lIns="91440" tIns="45720" rIns="91440" bIns="45720" numCol="1" anchor="t" anchorCtr="0" compatLnSpc="1">
            <a:prstTxWarp prst="textNoShape">
              <a:avLst/>
            </a:prstTxWarp>
          </a:bodyPr>
          <a:lstStyle/>
          <a:p>
            <a:endParaRPr lang="zh-CN" altLang="en-US"/>
          </a:p>
        </p:txBody>
      </p:sp>
      <p:sp>
        <p:nvSpPr>
          <p:cNvPr id="3" name="Freeform 30"/>
          <p:cNvSpPr>
            <a:spLocks/>
          </p:cNvSpPr>
          <p:nvPr/>
        </p:nvSpPr>
        <p:spPr bwMode="auto">
          <a:xfrm>
            <a:off x="3063081" y="5646739"/>
            <a:ext cx="3359150" cy="901700"/>
          </a:xfrm>
          <a:custGeom>
            <a:avLst/>
            <a:gdLst>
              <a:gd name="T0" fmla="*/ 2102 w 2116"/>
              <a:gd name="T1" fmla="*/ 305 h 568"/>
              <a:gd name="T2" fmla="*/ 2100 w 2116"/>
              <a:gd name="T3" fmla="*/ 303 h 568"/>
              <a:gd name="T4" fmla="*/ 1513 w 2116"/>
              <a:gd name="T5" fmla="*/ 559 h 568"/>
              <a:gd name="T6" fmla="*/ 33 w 2116"/>
              <a:gd name="T7" fmla="*/ 381 h 568"/>
              <a:gd name="T8" fmla="*/ 793 w 2116"/>
              <a:gd name="T9" fmla="*/ 10 h 568"/>
              <a:gd name="T10" fmla="*/ 2102 w 2116"/>
              <a:gd name="T11" fmla="*/ 310 h 568"/>
              <a:gd name="T12" fmla="*/ 2102 w 2116"/>
              <a:gd name="T13" fmla="*/ 305 h 568"/>
              <a:gd name="T14" fmla="*/ 2100 w 2116"/>
              <a:gd name="T15" fmla="*/ 303 h 568"/>
              <a:gd name="T16" fmla="*/ 2102 w 2116"/>
              <a:gd name="T17" fmla="*/ 305 h 568"/>
              <a:gd name="T18" fmla="*/ 2102 w 2116"/>
              <a:gd name="T19" fmla="*/ 301 h 568"/>
              <a:gd name="T20" fmla="*/ 793 w 2116"/>
              <a:gd name="T21" fmla="*/ 0 h 568"/>
              <a:gd name="T22" fmla="*/ 0 w 2116"/>
              <a:gd name="T23" fmla="*/ 388 h 568"/>
              <a:gd name="T24" fmla="*/ 1513 w 2116"/>
              <a:gd name="T25" fmla="*/ 568 h 568"/>
              <a:gd name="T26" fmla="*/ 2116 w 2116"/>
              <a:gd name="T27" fmla="*/ 305 h 568"/>
              <a:gd name="T28" fmla="*/ 2102 w 2116"/>
              <a:gd name="T29" fmla="*/ 301 h 568"/>
              <a:gd name="T30" fmla="*/ 2102 w 2116"/>
              <a:gd name="T31" fmla="*/ 305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16" h="568">
                <a:moveTo>
                  <a:pt x="2102" y="305"/>
                </a:moveTo>
                <a:lnTo>
                  <a:pt x="2100" y="303"/>
                </a:lnTo>
                <a:lnTo>
                  <a:pt x="1513" y="559"/>
                </a:lnTo>
                <a:lnTo>
                  <a:pt x="33" y="381"/>
                </a:lnTo>
                <a:lnTo>
                  <a:pt x="793" y="10"/>
                </a:lnTo>
                <a:lnTo>
                  <a:pt x="2102" y="310"/>
                </a:lnTo>
                <a:lnTo>
                  <a:pt x="2102" y="305"/>
                </a:lnTo>
                <a:lnTo>
                  <a:pt x="2100" y="303"/>
                </a:lnTo>
                <a:lnTo>
                  <a:pt x="2102" y="305"/>
                </a:lnTo>
                <a:lnTo>
                  <a:pt x="2102" y="301"/>
                </a:lnTo>
                <a:lnTo>
                  <a:pt x="793" y="0"/>
                </a:lnTo>
                <a:lnTo>
                  <a:pt x="0" y="388"/>
                </a:lnTo>
                <a:lnTo>
                  <a:pt x="1513" y="568"/>
                </a:lnTo>
                <a:lnTo>
                  <a:pt x="2116" y="305"/>
                </a:lnTo>
                <a:lnTo>
                  <a:pt x="2102" y="301"/>
                </a:lnTo>
                <a:lnTo>
                  <a:pt x="2102" y="305"/>
                </a:lnTo>
                <a:close/>
              </a:path>
            </a:pathLst>
          </a:custGeom>
          <a:gradFill flip="none" rotWithShape="1">
            <a:gsLst>
              <a:gs pos="18000">
                <a:srgbClr val="0D0D0D">
                  <a:alpha val="0"/>
                </a:srgbClr>
              </a:gs>
              <a:gs pos="0">
                <a:srgbClr val="0D0D0D">
                  <a:alpha val="0"/>
                </a:srgbClr>
              </a:gs>
              <a:gs pos="86000">
                <a:srgbClr val="0D0D0D">
                  <a:alpha val="70000"/>
                </a:srgbClr>
              </a:gs>
            </a:gsLst>
            <a:lin ang="19800000" scaled="0"/>
            <a:tileRect/>
          </a:gradFill>
          <a:ln>
            <a:noFill/>
          </a:ln>
          <a:effectLst>
            <a:softEdge rad="63500"/>
          </a:effectLst>
        </p:spPr>
        <p:txBody>
          <a:bodyPr vert="horz" wrap="square" lIns="91440" tIns="45720" rIns="91440" bIns="45720" numCol="1" anchor="t" anchorCtr="0" compatLnSpc="1">
            <a:prstTxWarp prst="textNoShape">
              <a:avLst/>
            </a:prstTxWarp>
          </a:bodyPr>
          <a:lstStyle/>
          <a:p>
            <a:endParaRPr lang="zh-CN" altLang="en-US"/>
          </a:p>
        </p:txBody>
      </p:sp>
      <p:sp>
        <p:nvSpPr>
          <p:cNvPr id="4" name="Freeform 31"/>
          <p:cNvSpPr>
            <a:spLocks/>
          </p:cNvSpPr>
          <p:nvPr/>
        </p:nvSpPr>
        <p:spPr bwMode="auto">
          <a:xfrm>
            <a:off x="3063081" y="5646739"/>
            <a:ext cx="3359150" cy="901700"/>
          </a:xfrm>
          <a:custGeom>
            <a:avLst/>
            <a:gdLst>
              <a:gd name="T0" fmla="*/ 2102 w 2116"/>
              <a:gd name="T1" fmla="*/ 305 h 568"/>
              <a:gd name="T2" fmla="*/ 2100 w 2116"/>
              <a:gd name="T3" fmla="*/ 303 h 568"/>
              <a:gd name="T4" fmla="*/ 1513 w 2116"/>
              <a:gd name="T5" fmla="*/ 559 h 568"/>
              <a:gd name="T6" fmla="*/ 33 w 2116"/>
              <a:gd name="T7" fmla="*/ 381 h 568"/>
              <a:gd name="T8" fmla="*/ 793 w 2116"/>
              <a:gd name="T9" fmla="*/ 10 h 568"/>
              <a:gd name="T10" fmla="*/ 2102 w 2116"/>
              <a:gd name="T11" fmla="*/ 310 h 568"/>
              <a:gd name="T12" fmla="*/ 2102 w 2116"/>
              <a:gd name="T13" fmla="*/ 305 h 568"/>
              <a:gd name="T14" fmla="*/ 2100 w 2116"/>
              <a:gd name="T15" fmla="*/ 303 h 568"/>
              <a:gd name="T16" fmla="*/ 2102 w 2116"/>
              <a:gd name="T17" fmla="*/ 305 h 568"/>
              <a:gd name="T18" fmla="*/ 2102 w 2116"/>
              <a:gd name="T19" fmla="*/ 301 h 568"/>
              <a:gd name="T20" fmla="*/ 793 w 2116"/>
              <a:gd name="T21" fmla="*/ 0 h 568"/>
              <a:gd name="T22" fmla="*/ 0 w 2116"/>
              <a:gd name="T23" fmla="*/ 388 h 568"/>
              <a:gd name="T24" fmla="*/ 1513 w 2116"/>
              <a:gd name="T25" fmla="*/ 568 h 568"/>
              <a:gd name="T26" fmla="*/ 2116 w 2116"/>
              <a:gd name="T27" fmla="*/ 305 h 568"/>
              <a:gd name="T28" fmla="*/ 2102 w 2116"/>
              <a:gd name="T29" fmla="*/ 301 h 568"/>
              <a:gd name="T30" fmla="*/ 2102 w 2116"/>
              <a:gd name="T31" fmla="*/ 305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16" h="568">
                <a:moveTo>
                  <a:pt x="2102" y="305"/>
                </a:moveTo>
                <a:lnTo>
                  <a:pt x="2100" y="303"/>
                </a:lnTo>
                <a:lnTo>
                  <a:pt x="1513" y="559"/>
                </a:lnTo>
                <a:lnTo>
                  <a:pt x="33" y="381"/>
                </a:lnTo>
                <a:lnTo>
                  <a:pt x="793" y="10"/>
                </a:lnTo>
                <a:lnTo>
                  <a:pt x="2102" y="310"/>
                </a:lnTo>
                <a:lnTo>
                  <a:pt x="2102" y="305"/>
                </a:lnTo>
                <a:lnTo>
                  <a:pt x="2100" y="303"/>
                </a:lnTo>
                <a:lnTo>
                  <a:pt x="2102" y="305"/>
                </a:lnTo>
                <a:lnTo>
                  <a:pt x="2102" y="301"/>
                </a:lnTo>
                <a:lnTo>
                  <a:pt x="793" y="0"/>
                </a:lnTo>
                <a:lnTo>
                  <a:pt x="0" y="388"/>
                </a:lnTo>
                <a:lnTo>
                  <a:pt x="1513" y="568"/>
                </a:lnTo>
                <a:lnTo>
                  <a:pt x="2116" y="305"/>
                </a:lnTo>
                <a:lnTo>
                  <a:pt x="2102" y="301"/>
                </a:lnTo>
                <a:lnTo>
                  <a:pt x="2102" y="30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Freeform 33"/>
          <p:cNvSpPr>
            <a:spLocks/>
          </p:cNvSpPr>
          <p:nvPr/>
        </p:nvSpPr>
        <p:spPr bwMode="auto">
          <a:xfrm>
            <a:off x="4923631" y="5380039"/>
            <a:ext cx="544512" cy="1162050"/>
          </a:xfrm>
          <a:custGeom>
            <a:avLst/>
            <a:gdLst>
              <a:gd name="T0" fmla="*/ 338 w 343"/>
              <a:gd name="T1" fmla="*/ 732 h 732"/>
              <a:gd name="T2" fmla="*/ 0 w 343"/>
              <a:gd name="T3" fmla="*/ 552 h 732"/>
              <a:gd name="T4" fmla="*/ 4 w 343"/>
              <a:gd name="T5" fmla="*/ 0 h 732"/>
              <a:gd name="T6" fmla="*/ 343 w 343"/>
              <a:gd name="T7" fmla="*/ 182 h 732"/>
              <a:gd name="T8" fmla="*/ 338 w 343"/>
              <a:gd name="T9" fmla="*/ 732 h 732"/>
            </a:gdLst>
            <a:ahLst/>
            <a:cxnLst>
              <a:cxn ang="0">
                <a:pos x="T0" y="T1"/>
              </a:cxn>
              <a:cxn ang="0">
                <a:pos x="T2" y="T3"/>
              </a:cxn>
              <a:cxn ang="0">
                <a:pos x="T4" y="T5"/>
              </a:cxn>
              <a:cxn ang="0">
                <a:pos x="T6" y="T7"/>
              </a:cxn>
              <a:cxn ang="0">
                <a:pos x="T8" y="T9"/>
              </a:cxn>
            </a:cxnLst>
            <a:rect l="0" t="0" r="r" b="b"/>
            <a:pathLst>
              <a:path w="343" h="732">
                <a:moveTo>
                  <a:pt x="338" y="732"/>
                </a:moveTo>
                <a:lnTo>
                  <a:pt x="0" y="552"/>
                </a:lnTo>
                <a:lnTo>
                  <a:pt x="4" y="0"/>
                </a:lnTo>
                <a:lnTo>
                  <a:pt x="343" y="182"/>
                </a:lnTo>
                <a:lnTo>
                  <a:pt x="338" y="73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35"/>
          <p:cNvSpPr>
            <a:spLocks/>
          </p:cNvSpPr>
          <p:nvPr/>
        </p:nvSpPr>
        <p:spPr bwMode="auto">
          <a:xfrm>
            <a:off x="4915693" y="5368926"/>
            <a:ext cx="560387" cy="1187450"/>
          </a:xfrm>
          <a:custGeom>
            <a:avLst/>
            <a:gdLst>
              <a:gd name="T0" fmla="*/ 343 w 353"/>
              <a:gd name="T1" fmla="*/ 739 h 748"/>
              <a:gd name="T2" fmla="*/ 346 w 353"/>
              <a:gd name="T3" fmla="*/ 736 h 748"/>
              <a:gd name="T4" fmla="*/ 9 w 353"/>
              <a:gd name="T5" fmla="*/ 556 h 748"/>
              <a:gd name="T6" fmla="*/ 14 w 353"/>
              <a:gd name="T7" fmla="*/ 17 h 748"/>
              <a:gd name="T8" fmla="*/ 343 w 353"/>
              <a:gd name="T9" fmla="*/ 192 h 748"/>
              <a:gd name="T10" fmla="*/ 339 w 353"/>
              <a:gd name="T11" fmla="*/ 739 h 748"/>
              <a:gd name="T12" fmla="*/ 343 w 353"/>
              <a:gd name="T13" fmla="*/ 739 h 748"/>
              <a:gd name="T14" fmla="*/ 346 w 353"/>
              <a:gd name="T15" fmla="*/ 736 h 748"/>
              <a:gd name="T16" fmla="*/ 343 w 353"/>
              <a:gd name="T17" fmla="*/ 739 h 748"/>
              <a:gd name="T18" fmla="*/ 348 w 353"/>
              <a:gd name="T19" fmla="*/ 739 h 748"/>
              <a:gd name="T20" fmla="*/ 353 w 353"/>
              <a:gd name="T21" fmla="*/ 185 h 748"/>
              <a:gd name="T22" fmla="*/ 5 w 353"/>
              <a:gd name="T23" fmla="*/ 0 h 748"/>
              <a:gd name="T24" fmla="*/ 0 w 353"/>
              <a:gd name="T25" fmla="*/ 561 h 748"/>
              <a:gd name="T26" fmla="*/ 348 w 353"/>
              <a:gd name="T27" fmla="*/ 748 h 748"/>
              <a:gd name="T28" fmla="*/ 348 w 353"/>
              <a:gd name="T29" fmla="*/ 739 h 748"/>
              <a:gd name="T30" fmla="*/ 343 w 353"/>
              <a:gd name="T31" fmla="*/ 739 h 7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53" h="748">
                <a:moveTo>
                  <a:pt x="343" y="739"/>
                </a:moveTo>
                <a:lnTo>
                  <a:pt x="346" y="736"/>
                </a:lnTo>
                <a:lnTo>
                  <a:pt x="9" y="556"/>
                </a:lnTo>
                <a:lnTo>
                  <a:pt x="14" y="17"/>
                </a:lnTo>
                <a:lnTo>
                  <a:pt x="343" y="192"/>
                </a:lnTo>
                <a:lnTo>
                  <a:pt x="339" y="739"/>
                </a:lnTo>
                <a:lnTo>
                  <a:pt x="343" y="739"/>
                </a:lnTo>
                <a:lnTo>
                  <a:pt x="346" y="736"/>
                </a:lnTo>
                <a:lnTo>
                  <a:pt x="343" y="739"/>
                </a:lnTo>
                <a:lnTo>
                  <a:pt x="348" y="739"/>
                </a:lnTo>
                <a:lnTo>
                  <a:pt x="353" y="185"/>
                </a:lnTo>
                <a:lnTo>
                  <a:pt x="5" y="0"/>
                </a:lnTo>
                <a:lnTo>
                  <a:pt x="0" y="561"/>
                </a:lnTo>
                <a:lnTo>
                  <a:pt x="348" y="748"/>
                </a:lnTo>
                <a:lnTo>
                  <a:pt x="348" y="739"/>
                </a:lnTo>
                <a:lnTo>
                  <a:pt x="343" y="73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46"/>
          <p:cNvSpPr>
            <a:spLocks noEditPoints="1"/>
          </p:cNvSpPr>
          <p:nvPr/>
        </p:nvSpPr>
        <p:spPr bwMode="auto">
          <a:xfrm>
            <a:off x="5468143" y="5534026"/>
            <a:ext cx="973137" cy="128587"/>
          </a:xfrm>
          <a:custGeom>
            <a:avLst/>
            <a:gdLst>
              <a:gd name="T0" fmla="*/ 0 w 259"/>
              <a:gd name="T1" fmla="*/ 34 h 34"/>
              <a:gd name="T2" fmla="*/ 0 w 259"/>
              <a:gd name="T3" fmla="*/ 34 h 34"/>
              <a:gd name="T4" fmla="*/ 0 w 259"/>
              <a:gd name="T5" fmla="*/ 34 h 34"/>
              <a:gd name="T6" fmla="*/ 0 w 259"/>
              <a:gd name="T7" fmla="*/ 34 h 34"/>
              <a:gd name="T8" fmla="*/ 257 w 259"/>
              <a:gd name="T9" fmla="*/ 2 h 34"/>
              <a:gd name="T10" fmla="*/ 257 w 259"/>
              <a:gd name="T11" fmla="*/ 5 h 34"/>
              <a:gd name="T12" fmla="*/ 259 w 259"/>
              <a:gd name="T13" fmla="*/ 5 h 34"/>
              <a:gd name="T14" fmla="*/ 258 w 259"/>
              <a:gd name="T15" fmla="*/ 5 h 34"/>
              <a:gd name="T16" fmla="*/ 258 w 259"/>
              <a:gd name="T17" fmla="*/ 4 h 34"/>
              <a:gd name="T18" fmla="*/ 258 w 259"/>
              <a:gd name="T19" fmla="*/ 3 h 34"/>
              <a:gd name="T20" fmla="*/ 257 w 259"/>
              <a:gd name="T21" fmla="*/ 2 h 34"/>
              <a:gd name="T22" fmla="*/ 252 w 259"/>
              <a:gd name="T23" fmla="*/ 0 h 34"/>
              <a:gd name="T24" fmla="*/ 252 w 259"/>
              <a:gd name="T25" fmla="*/ 1 h 34"/>
              <a:gd name="T26" fmla="*/ 247 w 259"/>
              <a:gd name="T27" fmla="*/ 2 h 34"/>
              <a:gd name="T28" fmla="*/ 249 w 259"/>
              <a:gd name="T29" fmla="*/ 2 h 34"/>
              <a:gd name="T30" fmla="*/ 255 w 259"/>
              <a:gd name="T31" fmla="*/ 2 h 34"/>
              <a:gd name="T32" fmla="*/ 256 w 259"/>
              <a:gd name="T33" fmla="*/ 2 h 34"/>
              <a:gd name="T34" fmla="*/ 254 w 259"/>
              <a:gd name="T35" fmla="*/ 1 h 34"/>
              <a:gd name="T36" fmla="*/ 254 w 259"/>
              <a:gd name="T37" fmla="*/ 1 h 34"/>
              <a:gd name="T38" fmla="*/ 253 w 259"/>
              <a:gd name="T39" fmla="*/ 0 h 34"/>
              <a:gd name="T40" fmla="*/ 252 w 259"/>
              <a:gd name="T41"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9" h="34">
                <a:moveTo>
                  <a:pt x="0" y="34"/>
                </a:moveTo>
                <a:cubicBezTo>
                  <a:pt x="0" y="34"/>
                  <a:pt x="0" y="34"/>
                  <a:pt x="0" y="34"/>
                </a:cubicBezTo>
                <a:cubicBezTo>
                  <a:pt x="0" y="34"/>
                  <a:pt x="0" y="34"/>
                  <a:pt x="0" y="34"/>
                </a:cubicBezTo>
                <a:cubicBezTo>
                  <a:pt x="0" y="34"/>
                  <a:pt x="0" y="34"/>
                  <a:pt x="0" y="34"/>
                </a:cubicBezTo>
                <a:moveTo>
                  <a:pt x="257" y="2"/>
                </a:moveTo>
                <a:cubicBezTo>
                  <a:pt x="257" y="5"/>
                  <a:pt x="257" y="5"/>
                  <a:pt x="257" y="5"/>
                </a:cubicBezTo>
                <a:cubicBezTo>
                  <a:pt x="259" y="5"/>
                  <a:pt x="259" y="5"/>
                  <a:pt x="259" y="5"/>
                </a:cubicBezTo>
                <a:cubicBezTo>
                  <a:pt x="258" y="5"/>
                  <a:pt x="258" y="5"/>
                  <a:pt x="258" y="5"/>
                </a:cubicBezTo>
                <a:cubicBezTo>
                  <a:pt x="258" y="4"/>
                  <a:pt x="258" y="4"/>
                  <a:pt x="258" y="4"/>
                </a:cubicBezTo>
                <a:cubicBezTo>
                  <a:pt x="258" y="3"/>
                  <a:pt x="258" y="3"/>
                  <a:pt x="258" y="3"/>
                </a:cubicBezTo>
                <a:cubicBezTo>
                  <a:pt x="257" y="2"/>
                  <a:pt x="257" y="2"/>
                  <a:pt x="257" y="2"/>
                </a:cubicBezTo>
                <a:moveTo>
                  <a:pt x="252" y="0"/>
                </a:moveTo>
                <a:cubicBezTo>
                  <a:pt x="252" y="1"/>
                  <a:pt x="252" y="1"/>
                  <a:pt x="252" y="1"/>
                </a:cubicBezTo>
                <a:cubicBezTo>
                  <a:pt x="247" y="2"/>
                  <a:pt x="247" y="2"/>
                  <a:pt x="247" y="2"/>
                </a:cubicBezTo>
                <a:cubicBezTo>
                  <a:pt x="249" y="2"/>
                  <a:pt x="249" y="2"/>
                  <a:pt x="249" y="2"/>
                </a:cubicBezTo>
                <a:cubicBezTo>
                  <a:pt x="255" y="2"/>
                  <a:pt x="255" y="2"/>
                  <a:pt x="255" y="2"/>
                </a:cubicBezTo>
                <a:cubicBezTo>
                  <a:pt x="256" y="2"/>
                  <a:pt x="256" y="2"/>
                  <a:pt x="256" y="2"/>
                </a:cubicBezTo>
                <a:cubicBezTo>
                  <a:pt x="254" y="1"/>
                  <a:pt x="254" y="1"/>
                  <a:pt x="254" y="1"/>
                </a:cubicBezTo>
                <a:cubicBezTo>
                  <a:pt x="254" y="1"/>
                  <a:pt x="254" y="1"/>
                  <a:pt x="254" y="1"/>
                </a:cubicBezTo>
                <a:cubicBezTo>
                  <a:pt x="253" y="0"/>
                  <a:pt x="253" y="0"/>
                  <a:pt x="253" y="0"/>
                </a:cubicBezTo>
                <a:cubicBezTo>
                  <a:pt x="252" y="0"/>
                  <a:pt x="252" y="0"/>
                  <a:pt x="252"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59"/>
          <p:cNvSpPr>
            <a:spLocks/>
          </p:cNvSpPr>
          <p:nvPr/>
        </p:nvSpPr>
        <p:spPr bwMode="auto">
          <a:xfrm>
            <a:off x="5369718" y="3227389"/>
            <a:ext cx="546100" cy="1160462"/>
          </a:xfrm>
          <a:custGeom>
            <a:avLst/>
            <a:gdLst>
              <a:gd name="T0" fmla="*/ 339 w 344"/>
              <a:gd name="T1" fmla="*/ 731 h 731"/>
              <a:gd name="T2" fmla="*/ 0 w 344"/>
              <a:gd name="T3" fmla="*/ 549 h 731"/>
              <a:gd name="T4" fmla="*/ 5 w 344"/>
              <a:gd name="T5" fmla="*/ 0 h 731"/>
              <a:gd name="T6" fmla="*/ 344 w 344"/>
              <a:gd name="T7" fmla="*/ 180 h 731"/>
              <a:gd name="T8" fmla="*/ 339 w 344"/>
              <a:gd name="T9" fmla="*/ 731 h 731"/>
            </a:gdLst>
            <a:ahLst/>
            <a:cxnLst>
              <a:cxn ang="0">
                <a:pos x="T0" y="T1"/>
              </a:cxn>
              <a:cxn ang="0">
                <a:pos x="T2" y="T3"/>
              </a:cxn>
              <a:cxn ang="0">
                <a:pos x="T4" y="T5"/>
              </a:cxn>
              <a:cxn ang="0">
                <a:pos x="T6" y="T7"/>
              </a:cxn>
              <a:cxn ang="0">
                <a:pos x="T8" y="T9"/>
              </a:cxn>
            </a:cxnLst>
            <a:rect l="0" t="0" r="r" b="b"/>
            <a:pathLst>
              <a:path w="344" h="731">
                <a:moveTo>
                  <a:pt x="339" y="731"/>
                </a:moveTo>
                <a:lnTo>
                  <a:pt x="0" y="549"/>
                </a:lnTo>
                <a:lnTo>
                  <a:pt x="5" y="0"/>
                </a:lnTo>
                <a:lnTo>
                  <a:pt x="344" y="180"/>
                </a:lnTo>
                <a:lnTo>
                  <a:pt x="339" y="731"/>
                </a:lnTo>
                <a:close/>
              </a:path>
            </a:pathLst>
          </a:custGeom>
          <a:solidFill>
            <a:srgbClr val="D3D00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schemeClr val="lt1"/>
              </a:solidFill>
              <a:latin typeface="Impact" panose="020B0806030902050204" pitchFamily="34" charset="0"/>
            </a:endParaRPr>
          </a:p>
        </p:txBody>
      </p:sp>
      <p:sp>
        <p:nvSpPr>
          <p:cNvPr id="33" name="Freeform 61"/>
          <p:cNvSpPr>
            <a:spLocks/>
          </p:cNvSpPr>
          <p:nvPr/>
        </p:nvSpPr>
        <p:spPr bwMode="auto">
          <a:xfrm>
            <a:off x="5377656" y="3106739"/>
            <a:ext cx="1497012" cy="406400"/>
          </a:xfrm>
          <a:custGeom>
            <a:avLst/>
            <a:gdLst>
              <a:gd name="T0" fmla="*/ 339 w 943"/>
              <a:gd name="T1" fmla="*/ 256 h 256"/>
              <a:gd name="T2" fmla="*/ 0 w 943"/>
              <a:gd name="T3" fmla="*/ 76 h 256"/>
              <a:gd name="T4" fmla="*/ 604 w 943"/>
              <a:gd name="T5" fmla="*/ 0 h 256"/>
              <a:gd name="T6" fmla="*/ 943 w 943"/>
              <a:gd name="T7" fmla="*/ 180 h 256"/>
              <a:gd name="T8" fmla="*/ 339 w 943"/>
              <a:gd name="T9" fmla="*/ 256 h 256"/>
            </a:gdLst>
            <a:ahLst/>
            <a:cxnLst>
              <a:cxn ang="0">
                <a:pos x="T0" y="T1"/>
              </a:cxn>
              <a:cxn ang="0">
                <a:pos x="T2" y="T3"/>
              </a:cxn>
              <a:cxn ang="0">
                <a:pos x="T4" y="T5"/>
              </a:cxn>
              <a:cxn ang="0">
                <a:pos x="T6" y="T7"/>
              </a:cxn>
              <a:cxn ang="0">
                <a:pos x="T8" y="T9"/>
              </a:cxn>
            </a:cxnLst>
            <a:rect l="0" t="0" r="r" b="b"/>
            <a:pathLst>
              <a:path w="943" h="256">
                <a:moveTo>
                  <a:pt x="339" y="256"/>
                </a:moveTo>
                <a:lnTo>
                  <a:pt x="0" y="76"/>
                </a:lnTo>
                <a:lnTo>
                  <a:pt x="604" y="0"/>
                </a:lnTo>
                <a:lnTo>
                  <a:pt x="943" y="180"/>
                </a:lnTo>
                <a:lnTo>
                  <a:pt x="339" y="256"/>
                </a:lnTo>
                <a:close/>
              </a:path>
            </a:pathLst>
          </a:custGeom>
          <a:solidFill>
            <a:srgbClr val="E8E10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schemeClr val="lt1"/>
              </a:solidFill>
              <a:latin typeface="Impact" panose="020B0806030902050204" pitchFamily="34" charset="0"/>
            </a:endParaRPr>
          </a:p>
        </p:txBody>
      </p:sp>
      <p:sp>
        <p:nvSpPr>
          <p:cNvPr id="35" name="Freeform 63"/>
          <p:cNvSpPr>
            <a:spLocks/>
          </p:cNvSpPr>
          <p:nvPr/>
        </p:nvSpPr>
        <p:spPr bwMode="auto">
          <a:xfrm>
            <a:off x="5907881" y="3392489"/>
            <a:ext cx="966787" cy="995362"/>
          </a:xfrm>
          <a:custGeom>
            <a:avLst/>
            <a:gdLst>
              <a:gd name="T0" fmla="*/ 609 w 609"/>
              <a:gd name="T1" fmla="*/ 0 h 627"/>
              <a:gd name="T2" fmla="*/ 604 w 609"/>
              <a:gd name="T3" fmla="*/ 551 h 627"/>
              <a:gd name="T4" fmla="*/ 0 w 609"/>
              <a:gd name="T5" fmla="*/ 627 h 627"/>
              <a:gd name="T6" fmla="*/ 5 w 609"/>
              <a:gd name="T7" fmla="*/ 76 h 627"/>
              <a:gd name="T8" fmla="*/ 609 w 609"/>
              <a:gd name="T9" fmla="*/ 0 h 627"/>
            </a:gdLst>
            <a:ahLst/>
            <a:cxnLst>
              <a:cxn ang="0">
                <a:pos x="T0" y="T1"/>
              </a:cxn>
              <a:cxn ang="0">
                <a:pos x="T2" y="T3"/>
              </a:cxn>
              <a:cxn ang="0">
                <a:pos x="T4" y="T5"/>
              </a:cxn>
              <a:cxn ang="0">
                <a:pos x="T6" y="T7"/>
              </a:cxn>
              <a:cxn ang="0">
                <a:pos x="T8" y="T9"/>
              </a:cxn>
            </a:cxnLst>
            <a:rect l="0" t="0" r="r" b="b"/>
            <a:pathLst>
              <a:path w="609" h="627">
                <a:moveTo>
                  <a:pt x="609" y="0"/>
                </a:moveTo>
                <a:lnTo>
                  <a:pt x="604" y="551"/>
                </a:lnTo>
                <a:lnTo>
                  <a:pt x="0" y="627"/>
                </a:lnTo>
                <a:lnTo>
                  <a:pt x="5" y="76"/>
                </a:lnTo>
                <a:lnTo>
                  <a:pt x="609" y="0"/>
                </a:lnTo>
                <a:close/>
              </a:path>
            </a:pathLst>
          </a:custGeom>
          <a:solidFill>
            <a:srgbClr val="A9B72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schemeClr val="lt1"/>
              </a:solidFill>
              <a:latin typeface="Impact" panose="020B0806030902050204" pitchFamily="34" charset="0"/>
            </a:endParaRPr>
          </a:p>
        </p:txBody>
      </p:sp>
      <p:sp>
        <p:nvSpPr>
          <p:cNvPr id="39" name="Freeform 69"/>
          <p:cNvSpPr>
            <a:spLocks/>
          </p:cNvSpPr>
          <p:nvPr/>
        </p:nvSpPr>
        <p:spPr bwMode="auto">
          <a:xfrm>
            <a:off x="6339681" y="2433639"/>
            <a:ext cx="541337" cy="958850"/>
          </a:xfrm>
          <a:custGeom>
            <a:avLst/>
            <a:gdLst>
              <a:gd name="T0" fmla="*/ 337 w 341"/>
              <a:gd name="T1" fmla="*/ 604 h 604"/>
              <a:gd name="T2" fmla="*/ 0 w 341"/>
              <a:gd name="T3" fmla="*/ 424 h 604"/>
              <a:gd name="T4" fmla="*/ 3 w 341"/>
              <a:gd name="T5" fmla="*/ 0 h 604"/>
              <a:gd name="T6" fmla="*/ 341 w 341"/>
              <a:gd name="T7" fmla="*/ 178 h 604"/>
              <a:gd name="T8" fmla="*/ 337 w 341"/>
              <a:gd name="T9" fmla="*/ 604 h 604"/>
            </a:gdLst>
            <a:ahLst/>
            <a:cxnLst>
              <a:cxn ang="0">
                <a:pos x="T0" y="T1"/>
              </a:cxn>
              <a:cxn ang="0">
                <a:pos x="T2" y="T3"/>
              </a:cxn>
              <a:cxn ang="0">
                <a:pos x="T4" y="T5"/>
              </a:cxn>
              <a:cxn ang="0">
                <a:pos x="T6" y="T7"/>
              </a:cxn>
              <a:cxn ang="0">
                <a:pos x="T8" y="T9"/>
              </a:cxn>
            </a:cxnLst>
            <a:rect l="0" t="0" r="r" b="b"/>
            <a:pathLst>
              <a:path w="341" h="604">
                <a:moveTo>
                  <a:pt x="337" y="604"/>
                </a:moveTo>
                <a:lnTo>
                  <a:pt x="0" y="424"/>
                </a:lnTo>
                <a:lnTo>
                  <a:pt x="3" y="0"/>
                </a:lnTo>
                <a:lnTo>
                  <a:pt x="341" y="178"/>
                </a:lnTo>
                <a:lnTo>
                  <a:pt x="337" y="604"/>
                </a:lnTo>
                <a:close/>
              </a:path>
            </a:pathLst>
          </a:custGeom>
          <a:solidFill>
            <a:srgbClr val="FF890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schemeClr val="lt1"/>
              </a:solidFill>
              <a:latin typeface="Impact" panose="020B0806030902050204" pitchFamily="34" charset="0"/>
            </a:endParaRPr>
          </a:p>
        </p:txBody>
      </p:sp>
      <p:sp>
        <p:nvSpPr>
          <p:cNvPr id="41" name="Freeform 71"/>
          <p:cNvSpPr>
            <a:spLocks/>
          </p:cNvSpPr>
          <p:nvPr/>
        </p:nvSpPr>
        <p:spPr bwMode="auto">
          <a:xfrm>
            <a:off x="6047581" y="1257301"/>
            <a:ext cx="1289050" cy="1500187"/>
          </a:xfrm>
          <a:custGeom>
            <a:avLst/>
            <a:gdLst>
              <a:gd name="T0" fmla="*/ 336 w 812"/>
              <a:gd name="T1" fmla="*/ 945 h 945"/>
              <a:gd name="T2" fmla="*/ 0 w 812"/>
              <a:gd name="T3" fmla="*/ 765 h 945"/>
              <a:gd name="T4" fmla="*/ 476 w 812"/>
              <a:gd name="T5" fmla="*/ 0 h 945"/>
              <a:gd name="T6" fmla="*/ 812 w 812"/>
              <a:gd name="T7" fmla="*/ 182 h 945"/>
              <a:gd name="T8" fmla="*/ 336 w 812"/>
              <a:gd name="T9" fmla="*/ 945 h 945"/>
            </a:gdLst>
            <a:ahLst/>
            <a:cxnLst>
              <a:cxn ang="0">
                <a:pos x="T0" y="T1"/>
              </a:cxn>
              <a:cxn ang="0">
                <a:pos x="T2" y="T3"/>
              </a:cxn>
              <a:cxn ang="0">
                <a:pos x="T4" y="T5"/>
              </a:cxn>
              <a:cxn ang="0">
                <a:pos x="T6" y="T7"/>
              </a:cxn>
              <a:cxn ang="0">
                <a:pos x="T8" y="T9"/>
              </a:cxn>
            </a:cxnLst>
            <a:rect l="0" t="0" r="r" b="b"/>
            <a:pathLst>
              <a:path w="812" h="945">
                <a:moveTo>
                  <a:pt x="336" y="945"/>
                </a:moveTo>
                <a:lnTo>
                  <a:pt x="0" y="765"/>
                </a:lnTo>
                <a:lnTo>
                  <a:pt x="476" y="0"/>
                </a:lnTo>
                <a:lnTo>
                  <a:pt x="812" y="182"/>
                </a:lnTo>
                <a:lnTo>
                  <a:pt x="336" y="945"/>
                </a:lnTo>
                <a:close/>
              </a:path>
            </a:pathLst>
          </a:custGeom>
          <a:solidFill>
            <a:srgbClr val="FF9B2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schemeClr val="lt1"/>
              </a:solidFill>
              <a:latin typeface="Impact" panose="020B0806030902050204" pitchFamily="34" charset="0"/>
            </a:endParaRPr>
          </a:p>
        </p:txBody>
      </p:sp>
      <p:sp>
        <p:nvSpPr>
          <p:cNvPr id="43" name="Freeform 73"/>
          <p:cNvSpPr>
            <a:spLocks/>
          </p:cNvSpPr>
          <p:nvPr/>
        </p:nvSpPr>
        <p:spPr bwMode="auto">
          <a:xfrm>
            <a:off x="6580981" y="1543051"/>
            <a:ext cx="1489075" cy="1849437"/>
          </a:xfrm>
          <a:custGeom>
            <a:avLst/>
            <a:gdLst>
              <a:gd name="T0" fmla="*/ 476 w 938"/>
              <a:gd name="T1" fmla="*/ 0 h 1165"/>
              <a:gd name="T2" fmla="*/ 938 w 938"/>
              <a:gd name="T3" fmla="*/ 646 h 1165"/>
              <a:gd name="T4" fmla="*/ 750 w 938"/>
              <a:gd name="T5" fmla="*/ 670 h 1165"/>
              <a:gd name="T6" fmla="*/ 746 w 938"/>
              <a:gd name="T7" fmla="*/ 1094 h 1165"/>
              <a:gd name="T8" fmla="*/ 182 w 938"/>
              <a:gd name="T9" fmla="*/ 1165 h 1165"/>
              <a:gd name="T10" fmla="*/ 187 w 938"/>
              <a:gd name="T11" fmla="*/ 739 h 1165"/>
              <a:gd name="T12" fmla="*/ 0 w 938"/>
              <a:gd name="T13" fmla="*/ 762 h 1165"/>
              <a:gd name="T14" fmla="*/ 476 w 938"/>
              <a:gd name="T15" fmla="*/ 0 h 11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8" h="1165">
                <a:moveTo>
                  <a:pt x="476" y="0"/>
                </a:moveTo>
                <a:lnTo>
                  <a:pt x="938" y="646"/>
                </a:lnTo>
                <a:lnTo>
                  <a:pt x="750" y="670"/>
                </a:lnTo>
                <a:lnTo>
                  <a:pt x="746" y="1094"/>
                </a:lnTo>
                <a:lnTo>
                  <a:pt x="182" y="1165"/>
                </a:lnTo>
                <a:lnTo>
                  <a:pt x="187" y="739"/>
                </a:lnTo>
                <a:lnTo>
                  <a:pt x="0" y="762"/>
                </a:lnTo>
                <a:lnTo>
                  <a:pt x="476" y="0"/>
                </a:lnTo>
                <a:close/>
              </a:path>
            </a:pathLst>
          </a:custGeom>
          <a:solidFill>
            <a:srgbClr val="D8760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schemeClr val="lt1"/>
              </a:solidFill>
              <a:latin typeface="Impact" panose="020B0806030902050204" pitchFamily="34" charset="0"/>
            </a:endParaRPr>
          </a:p>
        </p:txBody>
      </p:sp>
      <p:sp>
        <p:nvSpPr>
          <p:cNvPr id="77" name="Freeform 32"/>
          <p:cNvSpPr>
            <a:spLocks/>
          </p:cNvSpPr>
          <p:nvPr/>
        </p:nvSpPr>
        <p:spPr bwMode="auto">
          <a:xfrm>
            <a:off x="4923631" y="5380039"/>
            <a:ext cx="544512" cy="1162050"/>
          </a:xfrm>
          <a:custGeom>
            <a:avLst/>
            <a:gdLst>
              <a:gd name="T0" fmla="*/ 338 w 343"/>
              <a:gd name="T1" fmla="*/ 732 h 732"/>
              <a:gd name="T2" fmla="*/ 0 w 343"/>
              <a:gd name="T3" fmla="*/ 552 h 732"/>
              <a:gd name="T4" fmla="*/ 4 w 343"/>
              <a:gd name="T5" fmla="*/ 0 h 732"/>
              <a:gd name="T6" fmla="*/ 343 w 343"/>
              <a:gd name="T7" fmla="*/ 182 h 732"/>
              <a:gd name="T8" fmla="*/ 338 w 343"/>
              <a:gd name="T9" fmla="*/ 732 h 732"/>
            </a:gdLst>
            <a:ahLst/>
            <a:cxnLst>
              <a:cxn ang="0">
                <a:pos x="T0" y="T1"/>
              </a:cxn>
              <a:cxn ang="0">
                <a:pos x="T2" y="T3"/>
              </a:cxn>
              <a:cxn ang="0">
                <a:pos x="T4" y="T5"/>
              </a:cxn>
              <a:cxn ang="0">
                <a:pos x="T6" y="T7"/>
              </a:cxn>
              <a:cxn ang="0">
                <a:pos x="T8" y="T9"/>
              </a:cxn>
            </a:cxnLst>
            <a:rect l="0" t="0" r="r" b="b"/>
            <a:pathLst>
              <a:path w="343" h="732">
                <a:moveTo>
                  <a:pt x="338" y="732"/>
                </a:moveTo>
                <a:lnTo>
                  <a:pt x="0" y="552"/>
                </a:lnTo>
                <a:lnTo>
                  <a:pt x="4" y="0"/>
                </a:lnTo>
                <a:lnTo>
                  <a:pt x="343" y="182"/>
                </a:lnTo>
                <a:lnTo>
                  <a:pt x="338" y="732"/>
                </a:lnTo>
                <a:close/>
              </a:path>
            </a:pathLst>
          </a:custGeom>
          <a:solidFill>
            <a:srgbClr val="007BC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schemeClr val="lt1"/>
              </a:solidFill>
              <a:latin typeface="Impact" panose="020B0806030902050204" pitchFamily="34" charset="0"/>
            </a:endParaRPr>
          </a:p>
        </p:txBody>
      </p:sp>
      <p:sp>
        <p:nvSpPr>
          <p:cNvPr id="78" name="Freeform 36"/>
          <p:cNvSpPr>
            <a:spLocks/>
          </p:cNvSpPr>
          <p:nvPr/>
        </p:nvSpPr>
        <p:spPr bwMode="auto">
          <a:xfrm>
            <a:off x="4929981" y="5259389"/>
            <a:ext cx="1497012" cy="409575"/>
          </a:xfrm>
          <a:custGeom>
            <a:avLst/>
            <a:gdLst>
              <a:gd name="T0" fmla="*/ 339 w 943"/>
              <a:gd name="T1" fmla="*/ 258 h 258"/>
              <a:gd name="T2" fmla="*/ 0 w 943"/>
              <a:gd name="T3" fmla="*/ 76 h 258"/>
              <a:gd name="T4" fmla="*/ 607 w 943"/>
              <a:gd name="T5" fmla="*/ 0 h 258"/>
              <a:gd name="T6" fmla="*/ 943 w 943"/>
              <a:gd name="T7" fmla="*/ 183 h 258"/>
              <a:gd name="T8" fmla="*/ 339 w 943"/>
              <a:gd name="T9" fmla="*/ 258 h 258"/>
            </a:gdLst>
            <a:ahLst/>
            <a:cxnLst>
              <a:cxn ang="0">
                <a:pos x="T0" y="T1"/>
              </a:cxn>
              <a:cxn ang="0">
                <a:pos x="T2" y="T3"/>
              </a:cxn>
              <a:cxn ang="0">
                <a:pos x="T4" y="T5"/>
              </a:cxn>
              <a:cxn ang="0">
                <a:pos x="T6" y="T7"/>
              </a:cxn>
              <a:cxn ang="0">
                <a:pos x="T8" y="T9"/>
              </a:cxn>
            </a:cxnLst>
            <a:rect l="0" t="0" r="r" b="b"/>
            <a:pathLst>
              <a:path w="943" h="258">
                <a:moveTo>
                  <a:pt x="339" y="258"/>
                </a:moveTo>
                <a:lnTo>
                  <a:pt x="0" y="76"/>
                </a:lnTo>
                <a:lnTo>
                  <a:pt x="607" y="0"/>
                </a:lnTo>
                <a:lnTo>
                  <a:pt x="943" y="183"/>
                </a:lnTo>
                <a:lnTo>
                  <a:pt x="339" y="258"/>
                </a:lnTo>
                <a:close/>
              </a:path>
            </a:pathLst>
          </a:custGeom>
          <a:solidFill>
            <a:srgbClr val="009BF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schemeClr val="lt1"/>
              </a:solidFill>
              <a:latin typeface="Impact" panose="020B0806030902050204" pitchFamily="34" charset="0"/>
            </a:endParaRPr>
          </a:p>
        </p:txBody>
      </p:sp>
      <p:sp>
        <p:nvSpPr>
          <p:cNvPr id="79" name="Freeform 40"/>
          <p:cNvSpPr>
            <a:spLocks/>
          </p:cNvSpPr>
          <p:nvPr/>
        </p:nvSpPr>
        <p:spPr bwMode="auto">
          <a:xfrm>
            <a:off x="5460206" y="5549901"/>
            <a:ext cx="966787" cy="992187"/>
          </a:xfrm>
          <a:custGeom>
            <a:avLst/>
            <a:gdLst>
              <a:gd name="T0" fmla="*/ 609 w 609"/>
              <a:gd name="T1" fmla="*/ 0 h 625"/>
              <a:gd name="T2" fmla="*/ 604 w 609"/>
              <a:gd name="T3" fmla="*/ 549 h 625"/>
              <a:gd name="T4" fmla="*/ 0 w 609"/>
              <a:gd name="T5" fmla="*/ 625 h 625"/>
              <a:gd name="T6" fmla="*/ 5 w 609"/>
              <a:gd name="T7" fmla="*/ 75 h 625"/>
              <a:gd name="T8" fmla="*/ 609 w 609"/>
              <a:gd name="T9" fmla="*/ 0 h 625"/>
            </a:gdLst>
            <a:ahLst/>
            <a:cxnLst>
              <a:cxn ang="0">
                <a:pos x="T0" y="T1"/>
              </a:cxn>
              <a:cxn ang="0">
                <a:pos x="T2" y="T3"/>
              </a:cxn>
              <a:cxn ang="0">
                <a:pos x="T4" y="T5"/>
              </a:cxn>
              <a:cxn ang="0">
                <a:pos x="T6" y="T7"/>
              </a:cxn>
              <a:cxn ang="0">
                <a:pos x="T8" y="T9"/>
              </a:cxn>
            </a:cxnLst>
            <a:rect l="0" t="0" r="r" b="b"/>
            <a:pathLst>
              <a:path w="609" h="625">
                <a:moveTo>
                  <a:pt x="609" y="0"/>
                </a:moveTo>
                <a:lnTo>
                  <a:pt x="604" y="549"/>
                </a:lnTo>
                <a:lnTo>
                  <a:pt x="0" y="625"/>
                </a:lnTo>
                <a:lnTo>
                  <a:pt x="5" y="75"/>
                </a:lnTo>
                <a:lnTo>
                  <a:pt x="609" y="0"/>
                </a:lnTo>
                <a:close/>
              </a:path>
            </a:pathLst>
          </a:custGeom>
          <a:solidFill>
            <a:srgbClr val="00629E"/>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schemeClr val="lt1"/>
              </a:solidFill>
              <a:latin typeface="Impact" panose="020B0806030902050204" pitchFamily="34" charset="0"/>
            </a:endParaRPr>
          </a:p>
        </p:txBody>
      </p:sp>
      <p:sp>
        <p:nvSpPr>
          <p:cNvPr id="80" name="Freeform 49"/>
          <p:cNvSpPr>
            <a:spLocks/>
          </p:cNvSpPr>
          <p:nvPr/>
        </p:nvSpPr>
        <p:spPr bwMode="auto">
          <a:xfrm>
            <a:off x="4401343" y="4219576"/>
            <a:ext cx="544512" cy="1160462"/>
          </a:xfrm>
          <a:custGeom>
            <a:avLst/>
            <a:gdLst>
              <a:gd name="T0" fmla="*/ 338 w 343"/>
              <a:gd name="T1" fmla="*/ 731 h 731"/>
              <a:gd name="T2" fmla="*/ 0 w 343"/>
              <a:gd name="T3" fmla="*/ 551 h 731"/>
              <a:gd name="T4" fmla="*/ 4 w 343"/>
              <a:gd name="T5" fmla="*/ 0 h 731"/>
              <a:gd name="T6" fmla="*/ 343 w 343"/>
              <a:gd name="T7" fmla="*/ 182 h 731"/>
              <a:gd name="T8" fmla="*/ 338 w 343"/>
              <a:gd name="T9" fmla="*/ 731 h 731"/>
            </a:gdLst>
            <a:ahLst/>
            <a:cxnLst>
              <a:cxn ang="0">
                <a:pos x="T0" y="T1"/>
              </a:cxn>
              <a:cxn ang="0">
                <a:pos x="T2" y="T3"/>
              </a:cxn>
              <a:cxn ang="0">
                <a:pos x="T4" y="T5"/>
              </a:cxn>
              <a:cxn ang="0">
                <a:pos x="T6" y="T7"/>
              </a:cxn>
              <a:cxn ang="0">
                <a:pos x="T8" y="T9"/>
              </a:cxn>
            </a:cxnLst>
            <a:rect l="0" t="0" r="r" b="b"/>
            <a:pathLst>
              <a:path w="343" h="731">
                <a:moveTo>
                  <a:pt x="338" y="731"/>
                </a:moveTo>
                <a:lnTo>
                  <a:pt x="0" y="551"/>
                </a:lnTo>
                <a:lnTo>
                  <a:pt x="4" y="0"/>
                </a:lnTo>
                <a:lnTo>
                  <a:pt x="343" y="182"/>
                </a:lnTo>
                <a:lnTo>
                  <a:pt x="338" y="731"/>
                </a:lnTo>
                <a:close/>
              </a:path>
            </a:pathLst>
          </a:custGeom>
          <a:solidFill>
            <a:srgbClr val="6D5DA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schemeClr val="lt1"/>
              </a:solidFill>
              <a:latin typeface="Impact" panose="020B0806030902050204" pitchFamily="34" charset="0"/>
            </a:endParaRPr>
          </a:p>
        </p:txBody>
      </p:sp>
      <p:sp>
        <p:nvSpPr>
          <p:cNvPr id="81" name="Freeform 51"/>
          <p:cNvSpPr>
            <a:spLocks/>
          </p:cNvSpPr>
          <p:nvPr/>
        </p:nvSpPr>
        <p:spPr bwMode="auto">
          <a:xfrm>
            <a:off x="4407693" y="4098926"/>
            <a:ext cx="1497012" cy="409575"/>
          </a:xfrm>
          <a:custGeom>
            <a:avLst/>
            <a:gdLst>
              <a:gd name="T0" fmla="*/ 339 w 943"/>
              <a:gd name="T1" fmla="*/ 258 h 258"/>
              <a:gd name="T2" fmla="*/ 0 w 943"/>
              <a:gd name="T3" fmla="*/ 76 h 258"/>
              <a:gd name="T4" fmla="*/ 606 w 943"/>
              <a:gd name="T5" fmla="*/ 0 h 258"/>
              <a:gd name="T6" fmla="*/ 943 w 943"/>
              <a:gd name="T7" fmla="*/ 182 h 258"/>
              <a:gd name="T8" fmla="*/ 339 w 943"/>
              <a:gd name="T9" fmla="*/ 258 h 258"/>
            </a:gdLst>
            <a:ahLst/>
            <a:cxnLst>
              <a:cxn ang="0">
                <a:pos x="T0" y="T1"/>
              </a:cxn>
              <a:cxn ang="0">
                <a:pos x="T2" y="T3"/>
              </a:cxn>
              <a:cxn ang="0">
                <a:pos x="T4" y="T5"/>
              </a:cxn>
              <a:cxn ang="0">
                <a:pos x="T6" y="T7"/>
              </a:cxn>
              <a:cxn ang="0">
                <a:pos x="T8" y="T9"/>
              </a:cxn>
            </a:cxnLst>
            <a:rect l="0" t="0" r="r" b="b"/>
            <a:pathLst>
              <a:path w="943" h="258">
                <a:moveTo>
                  <a:pt x="339" y="258"/>
                </a:moveTo>
                <a:lnTo>
                  <a:pt x="0" y="76"/>
                </a:lnTo>
                <a:lnTo>
                  <a:pt x="606" y="0"/>
                </a:lnTo>
                <a:lnTo>
                  <a:pt x="943" y="182"/>
                </a:lnTo>
                <a:lnTo>
                  <a:pt x="339" y="258"/>
                </a:lnTo>
                <a:close/>
              </a:path>
            </a:pathLst>
          </a:custGeom>
          <a:solidFill>
            <a:srgbClr val="7F72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schemeClr val="lt1"/>
              </a:solidFill>
              <a:latin typeface="Impact" panose="020B0806030902050204" pitchFamily="34" charset="0"/>
            </a:endParaRPr>
          </a:p>
        </p:txBody>
      </p:sp>
      <p:sp>
        <p:nvSpPr>
          <p:cNvPr id="82" name="Freeform 53"/>
          <p:cNvSpPr>
            <a:spLocks/>
          </p:cNvSpPr>
          <p:nvPr/>
        </p:nvSpPr>
        <p:spPr bwMode="auto">
          <a:xfrm>
            <a:off x="4937918" y="4387851"/>
            <a:ext cx="966787" cy="992187"/>
          </a:xfrm>
          <a:custGeom>
            <a:avLst/>
            <a:gdLst>
              <a:gd name="T0" fmla="*/ 609 w 609"/>
              <a:gd name="T1" fmla="*/ 0 h 625"/>
              <a:gd name="T2" fmla="*/ 604 w 609"/>
              <a:gd name="T3" fmla="*/ 549 h 625"/>
              <a:gd name="T4" fmla="*/ 0 w 609"/>
              <a:gd name="T5" fmla="*/ 625 h 625"/>
              <a:gd name="T6" fmla="*/ 5 w 609"/>
              <a:gd name="T7" fmla="*/ 76 h 625"/>
              <a:gd name="T8" fmla="*/ 609 w 609"/>
              <a:gd name="T9" fmla="*/ 0 h 625"/>
            </a:gdLst>
            <a:ahLst/>
            <a:cxnLst>
              <a:cxn ang="0">
                <a:pos x="T0" y="T1"/>
              </a:cxn>
              <a:cxn ang="0">
                <a:pos x="T2" y="T3"/>
              </a:cxn>
              <a:cxn ang="0">
                <a:pos x="T4" y="T5"/>
              </a:cxn>
              <a:cxn ang="0">
                <a:pos x="T6" y="T7"/>
              </a:cxn>
              <a:cxn ang="0">
                <a:pos x="T8" y="T9"/>
              </a:cxn>
            </a:cxnLst>
            <a:rect l="0" t="0" r="r" b="b"/>
            <a:pathLst>
              <a:path w="609" h="625">
                <a:moveTo>
                  <a:pt x="609" y="0"/>
                </a:moveTo>
                <a:lnTo>
                  <a:pt x="604" y="549"/>
                </a:lnTo>
                <a:lnTo>
                  <a:pt x="0" y="625"/>
                </a:lnTo>
                <a:lnTo>
                  <a:pt x="5" y="76"/>
                </a:lnTo>
                <a:lnTo>
                  <a:pt x="609" y="0"/>
                </a:lnTo>
                <a:close/>
              </a:path>
            </a:pathLst>
          </a:custGeom>
          <a:solidFill>
            <a:srgbClr val="5B4E8C"/>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schemeClr val="lt1"/>
              </a:solidFill>
              <a:latin typeface="Impact" panose="020B0806030902050204" pitchFamily="34" charset="0"/>
            </a:endParaRPr>
          </a:p>
        </p:txBody>
      </p:sp>
      <p:grpSp>
        <p:nvGrpSpPr>
          <p:cNvPr id="83" name="组合 82"/>
          <p:cNvGrpSpPr/>
          <p:nvPr/>
        </p:nvGrpSpPr>
        <p:grpSpPr>
          <a:xfrm rot="1141145">
            <a:off x="5283466" y="4704101"/>
            <a:ext cx="653838" cy="860048"/>
            <a:chOff x="3124507" y="1423794"/>
            <a:chExt cx="836647" cy="1100513"/>
          </a:xfrm>
        </p:grpSpPr>
        <p:sp>
          <p:nvSpPr>
            <p:cNvPr id="84" name="任意多边形 83"/>
            <p:cNvSpPr>
              <a:spLocks/>
            </p:cNvSpPr>
            <p:nvPr/>
          </p:nvSpPr>
          <p:spPr bwMode="auto">
            <a:xfrm>
              <a:off x="3124526" y="1423794"/>
              <a:ext cx="836608" cy="1100512"/>
            </a:xfrm>
            <a:custGeom>
              <a:avLst/>
              <a:gdLst>
                <a:gd name="connsiteX0" fmla="*/ 422871 w 836608"/>
                <a:gd name="connsiteY0" fmla="*/ 164267 h 1100512"/>
                <a:gd name="connsiteX1" fmla="*/ 169721 w 836608"/>
                <a:gd name="connsiteY1" fmla="*/ 310068 h 1100512"/>
                <a:gd name="connsiteX2" fmla="*/ 170537 w 836608"/>
                <a:gd name="connsiteY2" fmla="*/ 310523 h 1100512"/>
                <a:gd name="connsiteX3" fmla="*/ 254212 w 836608"/>
                <a:gd name="connsiteY3" fmla="*/ 0 h 1100512"/>
                <a:gd name="connsiteX4" fmla="*/ 363616 w 836608"/>
                <a:gd name="connsiteY4" fmla="*/ 62746 h 1100512"/>
                <a:gd name="connsiteX5" fmla="*/ 363618 w 836608"/>
                <a:gd name="connsiteY5" fmla="*/ 62745 h 1100512"/>
                <a:gd name="connsiteX6" fmla="*/ 363618 w 836608"/>
                <a:gd name="connsiteY6" fmla="*/ 62748 h 1100512"/>
                <a:gd name="connsiteX7" fmla="*/ 363620 w 836608"/>
                <a:gd name="connsiteY7" fmla="*/ 62749 h 1100512"/>
                <a:gd name="connsiteX8" fmla="*/ 363618 w 836608"/>
                <a:gd name="connsiteY8" fmla="*/ 62750 h 1100512"/>
                <a:gd name="connsiteX9" fmla="*/ 366831 w 836608"/>
                <a:gd name="connsiteY9" fmla="*/ 131814 h 1100512"/>
                <a:gd name="connsiteX10" fmla="*/ 423143 w 836608"/>
                <a:gd name="connsiteY10" fmla="*/ 164110 h 1100512"/>
                <a:gd name="connsiteX11" fmla="*/ 423140 w 836608"/>
                <a:gd name="connsiteY11" fmla="*/ 164112 h 1100512"/>
                <a:gd name="connsiteX12" fmla="*/ 423140 w 836608"/>
                <a:gd name="connsiteY12" fmla="*/ 233868 h 1100512"/>
                <a:gd name="connsiteX13" fmla="*/ 481055 w 836608"/>
                <a:gd name="connsiteY13" fmla="*/ 267084 h 1100512"/>
                <a:gd name="connsiteX14" fmla="*/ 228451 w 836608"/>
                <a:gd name="connsiteY14" fmla="*/ 411889 h 1100512"/>
                <a:gd name="connsiteX15" fmla="*/ 228450 w 836608"/>
                <a:gd name="connsiteY15" fmla="*/ 411889 h 1100512"/>
                <a:gd name="connsiteX16" fmla="*/ 228450 w 836608"/>
                <a:gd name="connsiteY16" fmla="*/ 422056 h 1100512"/>
                <a:gd name="connsiteX17" fmla="*/ 228456 w 836608"/>
                <a:gd name="connsiteY17" fmla="*/ 422052 h 1100512"/>
                <a:gd name="connsiteX18" fmla="*/ 228456 w 836608"/>
                <a:gd name="connsiteY18" fmla="*/ 411887 h 1100512"/>
                <a:gd name="connsiteX19" fmla="*/ 481059 w 836608"/>
                <a:gd name="connsiteY19" fmla="*/ 267082 h 1100512"/>
                <a:gd name="connsiteX20" fmla="*/ 484272 w 836608"/>
                <a:gd name="connsiteY20" fmla="*/ 337760 h 1100512"/>
                <a:gd name="connsiteX21" fmla="*/ 540581 w 836608"/>
                <a:gd name="connsiteY21" fmla="*/ 370055 h 1100512"/>
                <a:gd name="connsiteX22" fmla="*/ 287165 w 836608"/>
                <a:gd name="connsiteY22" fmla="*/ 514406 h 1100512"/>
                <a:gd name="connsiteX23" fmla="*/ 287978 w 836608"/>
                <a:gd name="connsiteY23" fmla="*/ 514859 h 1100512"/>
                <a:gd name="connsiteX24" fmla="*/ 287978 w 836608"/>
                <a:gd name="connsiteY24" fmla="*/ 525566 h 1100512"/>
                <a:gd name="connsiteX25" fmla="*/ 287981 w 836608"/>
                <a:gd name="connsiteY25" fmla="*/ 525564 h 1100512"/>
                <a:gd name="connsiteX26" fmla="*/ 287981 w 836608"/>
                <a:gd name="connsiteY26" fmla="*/ 514861 h 1100512"/>
                <a:gd name="connsiteX27" fmla="*/ 540586 w 836608"/>
                <a:gd name="connsiteY27" fmla="*/ 370056 h 1100512"/>
                <a:gd name="connsiteX28" fmla="*/ 540586 w 836608"/>
                <a:gd name="connsiteY28" fmla="*/ 439241 h 1100512"/>
                <a:gd name="connsiteX29" fmla="*/ 540094 w 836608"/>
                <a:gd name="connsiteY29" fmla="*/ 439529 h 1100512"/>
                <a:gd name="connsiteX30" fmla="*/ 598500 w 836608"/>
                <a:gd name="connsiteY30" fmla="*/ 473027 h 1100512"/>
                <a:gd name="connsiteX31" fmla="*/ 345896 w 836608"/>
                <a:gd name="connsiteY31" fmla="*/ 617832 h 1100512"/>
                <a:gd name="connsiteX32" fmla="*/ 345895 w 836608"/>
                <a:gd name="connsiteY32" fmla="*/ 617832 h 1100512"/>
                <a:gd name="connsiteX33" fmla="*/ 345895 w 836608"/>
                <a:gd name="connsiteY33" fmla="*/ 627665 h 1100512"/>
                <a:gd name="connsiteX34" fmla="*/ 345899 w 836608"/>
                <a:gd name="connsiteY34" fmla="*/ 627663 h 1100512"/>
                <a:gd name="connsiteX35" fmla="*/ 345899 w 836608"/>
                <a:gd name="connsiteY35" fmla="*/ 617832 h 1100512"/>
                <a:gd name="connsiteX36" fmla="*/ 598502 w 836608"/>
                <a:gd name="connsiteY36" fmla="*/ 473027 h 1100512"/>
                <a:gd name="connsiteX37" fmla="*/ 601715 w 836608"/>
                <a:gd name="connsiteY37" fmla="*/ 542093 h 1100512"/>
                <a:gd name="connsiteX38" fmla="*/ 658027 w 836608"/>
                <a:gd name="connsiteY38" fmla="*/ 574389 h 1100512"/>
                <a:gd name="connsiteX39" fmla="*/ 404606 w 836608"/>
                <a:gd name="connsiteY39" fmla="*/ 720347 h 1100512"/>
                <a:gd name="connsiteX40" fmla="*/ 405424 w 836608"/>
                <a:gd name="connsiteY40" fmla="*/ 720803 h 1100512"/>
                <a:gd name="connsiteX41" fmla="*/ 405424 w 836608"/>
                <a:gd name="connsiteY41" fmla="*/ 729902 h 1100512"/>
                <a:gd name="connsiteX42" fmla="*/ 405427 w 836608"/>
                <a:gd name="connsiteY42" fmla="*/ 729900 h 1100512"/>
                <a:gd name="connsiteX43" fmla="*/ 405427 w 836608"/>
                <a:gd name="connsiteY43" fmla="*/ 720802 h 1100512"/>
                <a:gd name="connsiteX44" fmla="*/ 658031 w 836608"/>
                <a:gd name="connsiteY44" fmla="*/ 574389 h 1100512"/>
                <a:gd name="connsiteX45" fmla="*/ 658031 w 836608"/>
                <a:gd name="connsiteY45" fmla="*/ 644146 h 1100512"/>
                <a:gd name="connsiteX46" fmla="*/ 715946 w 836608"/>
                <a:gd name="connsiteY46" fmla="*/ 677362 h 1100512"/>
                <a:gd name="connsiteX47" fmla="*/ 463342 w 836608"/>
                <a:gd name="connsiteY47" fmla="*/ 822167 h 1100512"/>
                <a:gd name="connsiteX48" fmla="*/ 463342 w 836608"/>
                <a:gd name="connsiteY48" fmla="*/ 833059 h 1100512"/>
                <a:gd name="connsiteX49" fmla="*/ 463345 w 836608"/>
                <a:gd name="connsiteY49" fmla="*/ 833057 h 1100512"/>
                <a:gd name="connsiteX50" fmla="*/ 463345 w 836608"/>
                <a:gd name="connsiteY50" fmla="*/ 822166 h 1100512"/>
                <a:gd name="connsiteX51" fmla="*/ 715948 w 836608"/>
                <a:gd name="connsiteY51" fmla="*/ 677361 h 1100512"/>
                <a:gd name="connsiteX52" fmla="*/ 719140 w 836608"/>
                <a:gd name="connsiteY52" fmla="*/ 747586 h 1100512"/>
                <a:gd name="connsiteX53" fmla="*/ 777078 w 836608"/>
                <a:gd name="connsiteY53" fmla="*/ 780334 h 1100512"/>
                <a:gd name="connsiteX54" fmla="*/ 522061 w 836608"/>
                <a:gd name="connsiteY54" fmla="*/ 924684 h 1100512"/>
                <a:gd name="connsiteX55" fmla="*/ 522866 w 836608"/>
                <a:gd name="connsiteY55" fmla="*/ 925139 h 1100512"/>
                <a:gd name="connsiteX56" fmla="*/ 522866 w 836608"/>
                <a:gd name="connsiteY56" fmla="*/ 935850 h 1100512"/>
                <a:gd name="connsiteX57" fmla="*/ 522871 w 836608"/>
                <a:gd name="connsiteY57" fmla="*/ 935847 h 1100512"/>
                <a:gd name="connsiteX58" fmla="*/ 522871 w 836608"/>
                <a:gd name="connsiteY58" fmla="*/ 925138 h 1100512"/>
                <a:gd name="connsiteX59" fmla="*/ 777083 w 836608"/>
                <a:gd name="connsiteY59" fmla="*/ 780333 h 1100512"/>
                <a:gd name="connsiteX60" fmla="*/ 777083 w 836608"/>
                <a:gd name="connsiteY60" fmla="*/ 849518 h 1100512"/>
                <a:gd name="connsiteX61" fmla="*/ 775793 w 836608"/>
                <a:gd name="connsiteY61" fmla="*/ 850269 h 1100512"/>
                <a:gd name="connsiteX62" fmla="*/ 833395 w 836608"/>
                <a:gd name="connsiteY62" fmla="*/ 883306 h 1100512"/>
                <a:gd name="connsiteX63" fmla="*/ 833390 w 836608"/>
                <a:gd name="connsiteY63" fmla="*/ 883309 h 1100512"/>
                <a:gd name="connsiteX64" fmla="*/ 836608 w 836608"/>
                <a:gd name="connsiteY64" fmla="*/ 952490 h 1100512"/>
                <a:gd name="connsiteX65" fmla="*/ 580787 w 836608"/>
                <a:gd name="connsiteY65" fmla="*/ 1100512 h 1100512"/>
                <a:gd name="connsiteX66" fmla="*/ 580787 w 836608"/>
                <a:gd name="connsiteY66" fmla="*/ 1097293 h 1100512"/>
                <a:gd name="connsiteX67" fmla="*/ 471383 w 836608"/>
                <a:gd name="connsiteY67" fmla="*/ 1037764 h 1100512"/>
                <a:gd name="connsiteX68" fmla="*/ 471383 w 836608"/>
                <a:gd name="connsiteY68" fmla="*/ 967580 h 1100512"/>
                <a:gd name="connsiteX69" fmla="*/ 411849 w 836608"/>
                <a:gd name="connsiteY69" fmla="*/ 934793 h 1100512"/>
                <a:gd name="connsiteX70" fmla="*/ 411849 w 836608"/>
                <a:gd name="connsiteY70" fmla="*/ 864942 h 1100512"/>
                <a:gd name="connsiteX71" fmla="*/ 353934 w 836608"/>
                <a:gd name="connsiteY71" fmla="*/ 833429 h 1100512"/>
                <a:gd name="connsiteX72" fmla="*/ 353934 w 836608"/>
                <a:gd name="connsiteY72" fmla="*/ 762771 h 1100512"/>
                <a:gd name="connsiteX73" fmla="*/ 292798 w 836608"/>
                <a:gd name="connsiteY73" fmla="*/ 730456 h 1100512"/>
                <a:gd name="connsiteX74" fmla="*/ 292798 w 836608"/>
                <a:gd name="connsiteY74" fmla="*/ 658124 h 1100512"/>
                <a:gd name="connsiteX75" fmla="*/ 236487 w 836608"/>
                <a:gd name="connsiteY75" fmla="*/ 627484 h 1100512"/>
                <a:gd name="connsiteX76" fmla="*/ 236487 w 836608"/>
                <a:gd name="connsiteY76" fmla="*/ 557701 h 1100512"/>
                <a:gd name="connsiteX77" fmla="*/ 175352 w 836608"/>
                <a:gd name="connsiteY77" fmla="*/ 524513 h 1100512"/>
                <a:gd name="connsiteX78" fmla="*/ 175352 w 836608"/>
                <a:gd name="connsiteY78" fmla="*/ 453009 h 1100512"/>
                <a:gd name="connsiteX79" fmla="*/ 119042 w 836608"/>
                <a:gd name="connsiteY79" fmla="*/ 421542 h 1100512"/>
                <a:gd name="connsiteX80" fmla="*/ 119042 w 836608"/>
                <a:gd name="connsiteY80" fmla="*/ 352488 h 1100512"/>
                <a:gd name="connsiteX81" fmla="*/ 57913 w 836608"/>
                <a:gd name="connsiteY81" fmla="*/ 320177 h 1100512"/>
                <a:gd name="connsiteX82" fmla="*/ 57913 w 836608"/>
                <a:gd name="connsiteY82" fmla="*/ 248258 h 1100512"/>
                <a:gd name="connsiteX83" fmla="*/ 6 w 836608"/>
                <a:gd name="connsiteY83" fmla="*/ 217206 h 1100512"/>
                <a:gd name="connsiteX84" fmla="*/ 6 w 836608"/>
                <a:gd name="connsiteY84" fmla="*/ 144809 h 1100512"/>
                <a:gd name="connsiteX85" fmla="*/ 0 w 836608"/>
                <a:gd name="connsiteY85" fmla="*/ 144805 h 1100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836608" h="1100512">
                  <a:moveTo>
                    <a:pt x="422871" y="164267"/>
                  </a:moveTo>
                  <a:lnTo>
                    <a:pt x="169721" y="310068"/>
                  </a:lnTo>
                  <a:lnTo>
                    <a:pt x="170537" y="310523"/>
                  </a:lnTo>
                  <a:close/>
                  <a:moveTo>
                    <a:pt x="254212" y="0"/>
                  </a:moveTo>
                  <a:lnTo>
                    <a:pt x="363616" y="62746"/>
                  </a:lnTo>
                  <a:lnTo>
                    <a:pt x="363618" y="62745"/>
                  </a:lnTo>
                  <a:lnTo>
                    <a:pt x="363618" y="62748"/>
                  </a:lnTo>
                  <a:lnTo>
                    <a:pt x="363620" y="62749"/>
                  </a:lnTo>
                  <a:lnTo>
                    <a:pt x="363618" y="62750"/>
                  </a:lnTo>
                  <a:lnTo>
                    <a:pt x="366831" y="131814"/>
                  </a:lnTo>
                  <a:lnTo>
                    <a:pt x="423143" y="164110"/>
                  </a:lnTo>
                  <a:lnTo>
                    <a:pt x="423140" y="164112"/>
                  </a:lnTo>
                  <a:lnTo>
                    <a:pt x="423140" y="233868"/>
                  </a:lnTo>
                  <a:lnTo>
                    <a:pt x="481055" y="267084"/>
                  </a:lnTo>
                  <a:lnTo>
                    <a:pt x="228451" y="411889"/>
                  </a:lnTo>
                  <a:lnTo>
                    <a:pt x="228450" y="411889"/>
                  </a:lnTo>
                  <a:lnTo>
                    <a:pt x="228450" y="422056"/>
                  </a:lnTo>
                  <a:lnTo>
                    <a:pt x="228456" y="422052"/>
                  </a:lnTo>
                  <a:lnTo>
                    <a:pt x="228456" y="411887"/>
                  </a:lnTo>
                  <a:lnTo>
                    <a:pt x="481059" y="267082"/>
                  </a:lnTo>
                  <a:lnTo>
                    <a:pt x="484272" y="337760"/>
                  </a:lnTo>
                  <a:lnTo>
                    <a:pt x="540581" y="370055"/>
                  </a:lnTo>
                  <a:lnTo>
                    <a:pt x="287165" y="514406"/>
                  </a:lnTo>
                  <a:lnTo>
                    <a:pt x="287978" y="514859"/>
                  </a:lnTo>
                  <a:lnTo>
                    <a:pt x="287978" y="525566"/>
                  </a:lnTo>
                  <a:lnTo>
                    <a:pt x="287981" y="525564"/>
                  </a:lnTo>
                  <a:lnTo>
                    <a:pt x="287981" y="514861"/>
                  </a:lnTo>
                  <a:lnTo>
                    <a:pt x="540586" y="370056"/>
                  </a:lnTo>
                  <a:lnTo>
                    <a:pt x="540586" y="439241"/>
                  </a:lnTo>
                  <a:lnTo>
                    <a:pt x="540094" y="439529"/>
                  </a:lnTo>
                  <a:lnTo>
                    <a:pt x="598500" y="473027"/>
                  </a:lnTo>
                  <a:lnTo>
                    <a:pt x="345896" y="617832"/>
                  </a:lnTo>
                  <a:lnTo>
                    <a:pt x="345895" y="617832"/>
                  </a:lnTo>
                  <a:lnTo>
                    <a:pt x="345895" y="627665"/>
                  </a:lnTo>
                  <a:lnTo>
                    <a:pt x="345899" y="627663"/>
                  </a:lnTo>
                  <a:lnTo>
                    <a:pt x="345899" y="617832"/>
                  </a:lnTo>
                  <a:lnTo>
                    <a:pt x="598502" y="473027"/>
                  </a:lnTo>
                  <a:lnTo>
                    <a:pt x="601715" y="542093"/>
                  </a:lnTo>
                  <a:lnTo>
                    <a:pt x="658027" y="574389"/>
                  </a:lnTo>
                  <a:lnTo>
                    <a:pt x="404606" y="720347"/>
                  </a:lnTo>
                  <a:lnTo>
                    <a:pt x="405424" y="720803"/>
                  </a:lnTo>
                  <a:lnTo>
                    <a:pt x="405424" y="729902"/>
                  </a:lnTo>
                  <a:lnTo>
                    <a:pt x="405427" y="729900"/>
                  </a:lnTo>
                  <a:lnTo>
                    <a:pt x="405427" y="720802"/>
                  </a:lnTo>
                  <a:lnTo>
                    <a:pt x="658031" y="574389"/>
                  </a:lnTo>
                  <a:lnTo>
                    <a:pt x="658031" y="644146"/>
                  </a:lnTo>
                  <a:lnTo>
                    <a:pt x="715946" y="677362"/>
                  </a:lnTo>
                  <a:lnTo>
                    <a:pt x="463342" y="822167"/>
                  </a:lnTo>
                  <a:lnTo>
                    <a:pt x="463342" y="833059"/>
                  </a:lnTo>
                  <a:lnTo>
                    <a:pt x="463345" y="833057"/>
                  </a:lnTo>
                  <a:lnTo>
                    <a:pt x="463345" y="822166"/>
                  </a:lnTo>
                  <a:lnTo>
                    <a:pt x="715948" y="677361"/>
                  </a:lnTo>
                  <a:lnTo>
                    <a:pt x="719140" y="747586"/>
                  </a:lnTo>
                  <a:lnTo>
                    <a:pt x="777078" y="780334"/>
                  </a:lnTo>
                  <a:lnTo>
                    <a:pt x="522061" y="924684"/>
                  </a:lnTo>
                  <a:lnTo>
                    <a:pt x="522866" y="925139"/>
                  </a:lnTo>
                  <a:lnTo>
                    <a:pt x="522866" y="935850"/>
                  </a:lnTo>
                  <a:lnTo>
                    <a:pt x="522871" y="935847"/>
                  </a:lnTo>
                  <a:lnTo>
                    <a:pt x="522871" y="925138"/>
                  </a:lnTo>
                  <a:lnTo>
                    <a:pt x="777083" y="780333"/>
                  </a:lnTo>
                  <a:lnTo>
                    <a:pt x="777083" y="849518"/>
                  </a:lnTo>
                  <a:lnTo>
                    <a:pt x="775793" y="850269"/>
                  </a:lnTo>
                  <a:lnTo>
                    <a:pt x="833395" y="883306"/>
                  </a:lnTo>
                  <a:lnTo>
                    <a:pt x="833390" y="883309"/>
                  </a:lnTo>
                  <a:lnTo>
                    <a:pt x="836608" y="952490"/>
                  </a:lnTo>
                  <a:lnTo>
                    <a:pt x="580787" y="1100512"/>
                  </a:lnTo>
                  <a:lnTo>
                    <a:pt x="580787" y="1097293"/>
                  </a:lnTo>
                  <a:lnTo>
                    <a:pt x="471383" y="1037764"/>
                  </a:lnTo>
                  <a:lnTo>
                    <a:pt x="471383" y="967580"/>
                  </a:lnTo>
                  <a:lnTo>
                    <a:pt x="411849" y="934793"/>
                  </a:lnTo>
                  <a:lnTo>
                    <a:pt x="411849" y="864942"/>
                  </a:lnTo>
                  <a:lnTo>
                    <a:pt x="353934" y="833429"/>
                  </a:lnTo>
                  <a:lnTo>
                    <a:pt x="353934" y="762771"/>
                  </a:lnTo>
                  <a:lnTo>
                    <a:pt x="292798" y="730456"/>
                  </a:lnTo>
                  <a:lnTo>
                    <a:pt x="292798" y="658124"/>
                  </a:lnTo>
                  <a:lnTo>
                    <a:pt x="236487" y="627484"/>
                  </a:lnTo>
                  <a:lnTo>
                    <a:pt x="236487" y="557701"/>
                  </a:lnTo>
                  <a:lnTo>
                    <a:pt x="175352" y="524513"/>
                  </a:lnTo>
                  <a:lnTo>
                    <a:pt x="175352" y="453009"/>
                  </a:lnTo>
                  <a:lnTo>
                    <a:pt x="119042" y="421542"/>
                  </a:lnTo>
                  <a:lnTo>
                    <a:pt x="119042" y="352488"/>
                  </a:lnTo>
                  <a:lnTo>
                    <a:pt x="57913" y="320177"/>
                  </a:lnTo>
                  <a:lnTo>
                    <a:pt x="57913" y="248258"/>
                  </a:lnTo>
                  <a:lnTo>
                    <a:pt x="6" y="217206"/>
                  </a:lnTo>
                  <a:lnTo>
                    <a:pt x="6" y="144809"/>
                  </a:lnTo>
                  <a:lnTo>
                    <a:pt x="0" y="144805"/>
                  </a:lnTo>
                  <a:close/>
                </a:path>
              </a:pathLst>
            </a:custGeom>
            <a:solidFill>
              <a:srgbClr val="EDEEF0"/>
            </a:solidFill>
            <a:ln w="9525" cap="flat">
              <a:noFill/>
              <a:prstDash val="solid"/>
              <a:miter lim="800000"/>
              <a:headEnd/>
              <a:tailEnd/>
            </a:ln>
          </p:spPr>
          <p:txBody>
            <a:bodyPr vert="horz" wrap="square" lIns="91440" tIns="45720" rIns="91440" bIns="45720" numCol="1" anchor="t" anchorCtr="0" compatLnSpc="1">
              <a:prstTxWarp prst="textNoShape">
                <a:avLst/>
              </a:prstTxWarp>
              <a:noAutofit/>
            </a:bodyPr>
            <a:lstStyle/>
            <a:p>
              <a:endParaRPr lang="zh-CN" altLang="en-US"/>
            </a:p>
          </p:txBody>
        </p:sp>
        <p:grpSp>
          <p:nvGrpSpPr>
            <p:cNvPr id="85" name="组合 84"/>
            <p:cNvGrpSpPr/>
            <p:nvPr/>
          </p:nvGrpSpPr>
          <p:grpSpPr>
            <a:xfrm>
              <a:off x="3124507" y="1423794"/>
              <a:ext cx="836647" cy="1100513"/>
              <a:chOff x="10621844" y="1341436"/>
              <a:chExt cx="901329" cy="1185595"/>
            </a:xfrm>
          </p:grpSpPr>
          <p:sp>
            <p:nvSpPr>
              <p:cNvPr id="86" name="Freeform 140"/>
              <p:cNvSpPr>
                <a:spLocks/>
              </p:cNvSpPr>
              <p:nvPr/>
            </p:nvSpPr>
            <p:spPr bwMode="auto">
              <a:xfrm>
                <a:off x="11129708" y="2225432"/>
                <a:ext cx="389999" cy="223600"/>
              </a:xfrm>
              <a:custGeom>
                <a:avLst/>
                <a:gdLst>
                  <a:gd name="T0" fmla="*/ 0 w 225"/>
                  <a:gd name="T1" fmla="*/ 90 h 129"/>
                  <a:gd name="T2" fmla="*/ 157 w 225"/>
                  <a:gd name="T3" fmla="*/ 0 h 129"/>
                  <a:gd name="T4" fmla="*/ 225 w 225"/>
                  <a:gd name="T5" fmla="*/ 39 h 129"/>
                  <a:gd name="T6" fmla="*/ 68 w 225"/>
                  <a:gd name="T7" fmla="*/ 129 h 129"/>
                  <a:gd name="T8" fmla="*/ 0 w 225"/>
                  <a:gd name="T9" fmla="*/ 90 h 129"/>
                </a:gdLst>
                <a:ahLst/>
                <a:cxnLst>
                  <a:cxn ang="0">
                    <a:pos x="T0" y="T1"/>
                  </a:cxn>
                  <a:cxn ang="0">
                    <a:pos x="T2" y="T3"/>
                  </a:cxn>
                  <a:cxn ang="0">
                    <a:pos x="T4" y="T5"/>
                  </a:cxn>
                  <a:cxn ang="0">
                    <a:pos x="T6" y="T7"/>
                  </a:cxn>
                  <a:cxn ang="0">
                    <a:pos x="T8" y="T9"/>
                  </a:cxn>
                </a:cxnLst>
                <a:rect l="0" t="0" r="r" b="b"/>
                <a:pathLst>
                  <a:path w="225" h="129">
                    <a:moveTo>
                      <a:pt x="0" y="90"/>
                    </a:moveTo>
                    <a:lnTo>
                      <a:pt x="157" y="0"/>
                    </a:lnTo>
                    <a:lnTo>
                      <a:pt x="225" y="39"/>
                    </a:lnTo>
                    <a:lnTo>
                      <a:pt x="68" y="129"/>
                    </a:lnTo>
                    <a:lnTo>
                      <a:pt x="0" y="90"/>
                    </a:lnTo>
                    <a:close/>
                  </a:path>
                </a:pathLst>
              </a:custGeom>
              <a:solidFill>
                <a:srgbClr val="CFD1D6"/>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7" name="Freeform 141"/>
              <p:cNvSpPr>
                <a:spLocks/>
              </p:cNvSpPr>
              <p:nvPr/>
            </p:nvSpPr>
            <p:spPr bwMode="auto">
              <a:xfrm>
                <a:off x="11129708" y="2381432"/>
                <a:ext cx="117866" cy="142133"/>
              </a:xfrm>
              <a:custGeom>
                <a:avLst/>
                <a:gdLst>
                  <a:gd name="T0" fmla="*/ 0 w 68"/>
                  <a:gd name="T1" fmla="*/ 0 h 82"/>
                  <a:gd name="T2" fmla="*/ 0 w 68"/>
                  <a:gd name="T3" fmla="*/ 45 h 82"/>
                  <a:gd name="T4" fmla="*/ 68 w 68"/>
                  <a:gd name="T5" fmla="*/ 82 h 82"/>
                  <a:gd name="T6" fmla="*/ 68 w 68"/>
                  <a:gd name="T7" fmla="*/ 39 h 82"/>
                  <a:gd name="T8" fmla="*/ 0 w 68"/>
                  <a:gd name="T9" fmla="*/ 0 h 82"/>
                </a:gdLst>
                <a:ahLst/>
                <a:cxnLst>
                  <a:cxn ang="0">
                    <a:pos x="T0" y="T1"/>
                  </a:cxn>
                  <a:cxn ang="0">
                    <a:pos x="T2" y="T3"/>
                  </a:cxn>
                  <a:cxn ang="0">
                    <a:pos x="T4" y="T5"/>
                  </a:cxn>
                  <a:cxn ang="0">
                    <a:pos x="T6" y="T7"/>
                  </a:cxn>
                  <a:cxn ang="0">
                    <a:pos x="T8" y="T9"/>
                  </a:cxn>
                </a:cxnLst>
                <a:rect l="0" t="0" r="r" b="b"/>
                <a:pathLst>
                  <a:path w="68" h="82">
                    <a:moveTo>
                      <a:pt x="0" y="0"/>
                    </a:moveTo>
                    <a:lnTo>
                      <a:pt x="0" y="45"/>
                    </a:lnTo>
                    <a:lnTo>
                      <a:pt x="68" y="82"/>
                    </a:lnTo>
                    <a:lnTo>
                      <a:pt x="68" y="39"/>
                    </a:lnTo>
                    <a:lnTo>
                      <a:pt x="0" y="0"/>
                    </a:lnTo>
                    <a:close/>
                  </a:path>
                </a:pathLst>
              </a:custGeom>
              <a:solidFill>
                <a:srgbClr val="D9DADE"/>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8" name="Freeform 142"/>
              <p:cNvSpPr>
                <a:spLocks/>
              </p:cNvSpPr>
              <p:nvPr/>
            </p:nvSpPr>
            <p:spPr bwMode="auto">
              <a:xfrm>
                <a:off x="11247574" y="2293031"/>
                <a:ext cx="275599" cy="234000"/>
              </a:xfrm>
              <a:custGeom>
                <a:avLst/>
                <a:gdLst>
                  <a:gd name="T0" fmla="*/ 0 w 159"/>
                  <a:gd name="T1" fmla="*/ 90 h 135"/>
                  <a:gd name="T2" fmla="*/ 0 w 159"/>
                  <a:gd name="T3" fmla="*/ 135 h 135"/>
                  <a:gd name="T4" fmla="*/ 159 w 159"/>
                  <a:gd name="T5" fmla="*/ 43 h 135"/>
                  <a:gd name="T6" fmla="*/ 157 w 159"/>
                  <a:gd name="T7" fmla="*/ 0 h 135"/>
                  <a:gd name="T8" fmla="*/ 0 w 159"/>
                  <a:gd name="T9" fmla="*/ 90 h 135"/>
                </a:gdLst>
                <a:ahLst/>
                <a:cxnLst>
                  <a:cxn ang="0">
                    <a:pos x="T0" y="T1"/>
                  </a:cxn>
                  <a:cxn ang="0">
                    <a:pos x="T2" y="T3"/>
                  </a:cxn>
                  <a:cxn ang="0">
                    <a:pos x="T4" y="T5"/>
                  </a:cxn>
                  <a:cxn ang="0">
                    <a:pos x="T6" y="T7"/>
                  </a:cxn>
                  <a:cxn ang="0">
                    <a:pos x="T8" y="T9"/>
                  </a:cxn>
                </a:cxnLst>
                <a:rect l="0" t="0" r="r" b="b"/>
                <a:pathLst>
                  <a:path w="159" h="135">
                    <a:moveTo>
                      <a:pt x="0" y="90"/>
                    </a:moveTo>
                    <a:lnTo>
                      <a:pt x="0" y="135"/>
                    </a:lnTo>
                    <a:lnTo>
                      <a:pt x="159" y="43"/>
                    </a:lnTo>
                    <a:lnTo>
                      <a:pt x="157" y="0"/>
                    </a:lnTo>
                    <a:lnTo>
                      <a:pt x="0" y="90"/>
                    </a:lnTo>
                    <a:close/>
                  </a:path>
                </a:pathLst>
              </a:custGeom>
              <a:solidFill>
                <a:srgbClr val="EDEEF0"/>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9" name="Freeform 143"/>
              <p:cNvSpPr>
                <a:spLocks/>
              </p:cNvSpPr>
              <p:nvPr/>
            </p:nvSpPr>
            <p:spPr bwMode="auto">
              <a:xfrm>
                <a:off x="11065575" y="2114499"/>
                <a:ext cx="393465" cy="223600"/>
              </a:xfrm>
              <a:custGeom>
                <a:avLst/>
                <a:gdLst>
                  <a:gd name="T0" fmla="*/ 0 w 227"/>
                  <a:gd name="T1" fmla="*/ 90 h 129"/>
                  <a:gd name="T2" fmla="*/ 158 w 227"/>
                  <a:gd name="T3" fmla="*/ 0 h 129"/>
                  <a:gd name="T4" fmla="*/ 227 w 227"/>
                  <a:gd name="T5" fmla="*/ 39 h 129"/>
                  <a:gd name="T6" fmla="*/ 68 w 227"/>
                  <a:gd name="T7" fmla="*/ 129 h 129"/>
                  <a:gd name="T8" fmla="*/ 0 w 227"/>
                  <a:gd name="T9" fmla="*/ 90 h 129"/>
                </a:gdLst>
                <a:ahLst/>
                <a:cxnLst>
                  <a:cxn ang="0">
                    <a:pos x="T0" y="T1"/>
                  </a:cxn>
                  <a:cxn ang="0">
                    <a:pos x="T2" y="T3"/>
                  </a:cxn>
                  <a:cxn ang="0">
                    <a:pos x="T4" y="T5"/>
                  </a:cxn>
                  <a:cxn ang="0">
                    <a:pos x="T6" y="T7"/>
                  </a:cxn>
                  <a:cxn ang="0">
                    <a:pos x="T8" y="T9"/>
                  </a:cxn>
                </a:cxnLst>
                <a:rect l="0" t="0" r="r" b="b"/>
                <a:pathLst>
                  <a:path w="227" h="129">
                    <a:moveTo>
                      <a:pt x="0" y="90"/>
                    </a:moveTo>
                    <a:lnTo>
                      <a:pt x="158" y="0"/>
                    </a:lnTo>
                    <a:lnTo>
                      <a:pt x="227" y="39"/>
                    </a:lnTo>
                    <a:lnTo>
                      <a:pt x="68" y="129"/>
                    </a:lnTo>
                    <a:lnTo>
                      <a:pt x="0" y="90"/>
                    </a:lnTo>
                    <a:close/>
                  </a:path>
                </a:pathLst>
              </a:custGeom>
              <a:solidFill>
                <a:srgbClr val="CFD1D6"/>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0" name="Freeform 144"/>
              <p:cNvSpPr>
                <a:spLocks/>
              </p:cNvSpPr>
              <p:nvPr/>
            </p:nvSpPr>
            <p:spPr bwMode="auto">
              <a:xfrm>
                <a:off x="11065575" y="2270499"/>
                <a:ext cx="119600" cy="143867"/>
              </a:xfrm>
              <a:custGeom>
                <a:avLst/>
                <a:gdLst>
                  <a:gd name="T0" fmla="*/ 0 w 69"/>
                  <a:gd name="T1" fmla="*/ 0 h 83"/>
                  <a:gd name="T2" fmla="*/ 0 w 69"/>
                  <a:gd name="T3" fmla="*/ 45 h 83"/>
                  <a:gd name="T4" fmla="*/ 69 w 69"/>
                  <a:gd name="T5" fmla="*/ 83 h 83"/>
                  <a:gd name="T6" fmla="*/ 69 w 69"/>
                  <a:gd name="T7" fmla="*/ 39 h 83"/>
                  <a:gd name="T8" fmla="*/ 0 w 69"/>
                  <a:gd name="T9" fmla="*/ 0 h 83"/>
                </a:gdLst>
                <a:ahLst/>
                <a:cxnLst>
                  <a:cxn ang="0">
                    <a:pos x="T0" y="T1"/>
                  </a:cxn>
                  <a:cxn ang="0">
                    <a:pos x="T2" y="T3"/>
                  </a:cxn>
                  <a:cxn ang="0">
                    <a:pos x="T4" y="T5"/>
                  </a:cxn>
                  <a:cxn ang="0">
                    <a:pos x="T6" y="T7"/>
                  </a:cxn>
                  <a:cxn ang="0">
                    <a:pos x="T8" y="T9"/>
                  </a:cxn>
                </a:cxnLst>
                <a:rect l="0" t="0" r="r" b="b"/>
                <a:pathLst>
                  <a:path w="69" h="83">
                    <a:moveTo>
                      <a:pt x="0" y="0"/>
                    </a:moveTo>
                    <a:lnTo>
                      <a:pt x="0" y="45"/>
                    </a:lnTo>
                    <a:lnTo>
                      <a:pt x="69" y="83"/>
                    </a:lnTo>
                    <a:lnTo>
                      <a:pt x="69" y="39"/>
                    </a:lnTo>
                    <a:lnTo>
                      <a:pt x="0" y="0"/>
                    </a:lnTo>
                    <a:close/>
                  </a:path>
                </a:pathLst>
              </a:custGeom>
              <a:solidFill>
                <a:srgbClr val="D9DADE"/>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1" name="Freeform 145"/>
              <p:cNvSpPr>
                <a:spLocks/>
              </p:cNvSpPr>
              <p:nvPr/>
            </p:nvSpPr>
            <p:spPr bwMode="auto">
              <a:xfrm>
                <a:off x="11185174" y="2182099"/>
                <a:ext cx="273865" cy="234000"/>
              </a:xfrm>
              <a:custGeom>
                <a:avLst/>
                <a:gdLst>
                  <a:gd name="T0" fmla="*/ 0 w 158"/>
                  <a:gd name="T1" fmla="*/ 90 h 135"/>
                  <a:gd name="T2" fmla="*/ 0 w 158"/>
                  <a:gd name="T3" fmla="*/ 135 h 135"/>
                  <a:gd name="T4" fmla="*/ 158 w 158"/>
                  <a:gd name="T5" fmla="*/ 43 h 135"/>
                  <a:gd name="T6" fmla="*/ 158 w 158"/>
                  <a:gd name="T7" fmla="*/ 0 h 135"/>
                  <a:gd name="T8" fmla="*/ 0 w 158"/>
                  <a:gd name="T9" fmla="*/ 90 h 135"/>
                </a:gdLst>
                <a:ahLst/>
                <a:cxnLst>
                  <a:cxn ang="0">
                    <a:pos x="T0" y="T1"/>
                  </a:cxn>
                  <a:cxn ang="0">
                    <a:pos x="T2" y="T3"/>
                  </a:cxn>
                  <a:cxn ang="0">
                    <a:pos x="T4" y="T5"/>
                  </a:cxn>
                  <a:cxn ang="0">
                    <a:pos x="T6" y="T7"/>
                  </a:cxn>
                  <a:cxn ang="0">
                    <a:pos x="T8" y="T9"/>
                  </a:cxn>
                </a:cxnLst>
                <a:rect l="0" t="0" r="r" b="b"/>
                <a:pathLst>
                  <a:path w="158" h="135">
                    <a:moveTo>
                      <a:pt x="0" y="90"/>
                    </a:moveTo>
                    <a:lnTo>
                      <a:pt x="0" y="135"/>
                    </a:lnTo>
                    <a:lnTo>
                      <a:pt x="158" y="43"/>
                    </a:lnTo>
                    <a:lnTo>
                      <a:pt x="158" y="0"/>
                    </a:lnTo>
                    <a:lnTo>
                      <a:pt x="0" y="90"/>
                    </a:lnTo>
                    <a:close/>
                  </a:path>
                </a:pathLst>
              </a:custGeom>
              <a:solidFill>
                <a:srgbClr val="EDEEF0"/>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2" name="Freeform 146"/>
              <p:cNvSpPr>
                <a:spLocks/>
              </p:cNvSpPr>
              <p:nvPr/>
            </p:nvSpPr>
            <p:spPr bwMode="auto">
              <a:xfrm>
                <a:off x="11003176" y="2003567"/>
                <a:ext cx="389999" cy="223600"/>
              </a:xfrm>
              <a:custGeom>
                <a:avLst/>
                <a:gdLst>
                  <a:gd name="T0" fmla="*/ 0 w 225"/>
                  <a:gd name="T1" fmla="*/ 90 h 129"/>
                  <a:gd name="T2" fmla="*/ 157 w 225"/>
                  <a:gd name="T3" fmla="*/ 0 h 129"/>
                  <a:gd name="T4" fmla="*/ 225 w 225"/>
                  <a:gd name="T5" fmla="*/ 39 h 129"/>
                  <a:gd name="T6" fmla="*/ 68 w 225"/>
                  <a:gd name="T7" fmla="*/ 129 h 129"/>
                  <a:gd name="T8" fmla="*/ 0 w 225"/>
                  <a:gd name="T9" fmla="*/ 90 h 129"/>
                </a:gdLst>
                <a:ahLst/>
                <a:cxnLst>
                  <a:cxn ang="0">
                    <a:pos x="T0" y="T1"/>
                  </a:cxn>
                  <a:cxn ang="0">
                    <a:pos x="T2" y="T3"/>
                  </a:cxn>
                  <a:cxn ang="0">
                    <a:pos x="T4" y="T5"/>
                  </a:cxn>
                  <a:cxn ang="0">
                    <a:pos x="T6" y="T7"/>
                  </a:cxn>
                  <a:cxn ang="0">
                    <a:pos x="T8" y="T9"/>
                  </a:cxn>
                </a:cxnLst>
                <a:rect l="0" t="0" r="r" b="b"/>
                <a:pathLst>
                  <a:path w="225" h="129">
                    <a:moveTo>
                      <a:pt x="0" y="90"/>
                    </a:moveTo>
                    <a:lnTo>
                      <a:pt x="157" y="0"/>
                    </a:lnTo>
                    <a:lnTo>
                      <a:pt x="225" y="39"/>
                    </a:lnTo>
                    <a:lnTo>
                      <a:pt x="68" y="129"/>
                    </a:lnTo>
                    <a:lnTo>
                      <a:pt x="0" y="90"/>
                    </a:lnTo>
                    <a:close/>
                  </a:path>
                </a:pathLst>
              </a:custGeom>
              <a:solidFill>
                <a:srgbClr val="CFD1D6"/>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3" name="Freeform 147"/>
              <p:cNvSpPr>
                <a:spLocks/>
              </p:cNvSpPr>
              <p:nvPr/>
            </p:nvSpPr>
            <p:spPr bwMode="auto">
              <a:xfrm>
                <a:off x="11003176" y="2159566"/>
                <a:ext cx="117866" cy="143867"/>
              </a:xfrm>
              <a:custGeom>
                <a:avLst/>
                <a:gdLst>
                  <a:gd name="T0" fmla="*/ 0 w 68"/>
                  <a:gd name="T1" fmla="*/ 0 h 83"/>
                  <a:gd name="T2" fmla="*/ 0 w 68"/>
                  <a:gd name="T3" fmla="*/ 46 h 83"/>
                  <a:gd name="T4" fmla="*/ 68 w 68"/>
                  <a:gd name="T5" fmla="*/ 83 h 83"/>
                  <a:gd name="T6" fmla="*/ 68 w 68"/>
                  <a:gd name="T7" fmla="*/ 39 h 83"/>
                  <a:gd name="T8" fmla="*/ 0 w 68"/>
                  <a:gd name="T9" fmla="*/ 0 h 83"/>
                </a:gdLst>
                <a:ahLst/>
                <a:cxnLst>
                  <a:cxn ang="0">
                    <a:pos x="T0" y="T1"/>
                  </a:cxn>
                  <a:cxn ang="0">
                    <a:pos x="T2" y="T3"/>
                  </a:cxn>
                  <a:cxn ang="0">
                    <a:pos x="T4" y="T5"/>
                  </a:cxn>
                  <a:cxn ang="0">
                    <a:pos x="T6" y="T7"/>
                  </a:cxn>
                  <a:cxn ang="0">
                    <a:pos x="T8" y="T9"/>
                  </a:cxn>
                </a:cxnLst>
                <a:rect l="0" t="0" r="r" b="b"/>
                <a:pathLst>
                  <a:path w="68" h="83">
                    <a:moveTo>
                      <a:pt x="0" y="0"/>
                    </a:moveTo>
                    <a:lnTo>
                      <a:pt x="0" y="46"/>
                    </a:lnTo>
                    <a:lnTo>
                      <a:pt x="68" y="83"/>
                    </a:lnTo>
                    <a:lnTo>
                      <a:pt x="68" y="39"/>
                    </a:lnTo>
                    <a:lnTo>
                      <a:pt x="0" y="0"/>
                    </a:lnTo>
                    <a:close/>
                  </a:path>
                </a:pathLst>
              </a:custGeom>
              <a:solidFill>
                <a:srgbClr val="D9DADE"/>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4" name="Freeform 148"/>
              <p:cNvSpPr>
                <a:spLocks/>
              </p:cNvSpPr>
              <p:nvPr/>
            </p:nvSpPr>
            <p:spPr bwMode="auto">
              <a:xfrm>
                <a:off x="11121042" y="2071166"/>
                <a:ext cx="275599" cy="234000"/>
              </a:xfrm>
              <a:custGeom>
                <a:avLst/>
                <a:gdLst>
                  <a:gd name="T0" fmla="*/ 0 w 159"/>
                  <a:gd name="T1" fmla="*/ 90 h 135"/>
                  <a:gd name="T2" fmla="*/ 0 w 159"/>
                  <a:gd name="T3" fmla="*/ 135 h 135"/>
                  <a:gd name="T4" fmla="*/ 159 w 159"/>
                  <a:gd name="T5" fmla="*/ 44 h 135"/>
                  <a:gd name="T6" fmla="*/ 157 w 159"/>
                  <a:gd name="T7" fmla="*/ 0 h 135"/>
                  <a:gd name="T8" fmla="*/ 0 w 159"/>
                  <a:gd name="T9" fmla="*/ 90 h 135"/>
                </a:gdLst>
                <a:ahLst/>
                <a:cxnLst>
                  <a:cxn ang="0">
                    <a:pos x="T0" y="T1"/>
                  </a:cxn>
                  <a:cxn ang="0">
                    <a:pos x="T2" y="T3"/>
                  </a:cxn>
                  <a:cxn ang="0">
                    <a:pos x="T4" y="T5"/>
                  </a:cxn>
                  <a:cxn ang="0">
                    <a:pos x="T6" y="T7"/>
                  </a:cxn>
                  <a:cxn ang="0">
                    <a:pos x="T8" y="T9"/>
                  </a:cxn>
                </a:cxnLst>
                <a:rect l="0" t="0" r="r" b="b"/>
                <a:pathLst>
                  <a:path w="159" h="135">
                    <a:moveTo>
                      <a:pt x="0" y="90"/>
                    </a:moveTo>
                    <a:lnTo>
                      <a:pt x="0" y="135"/>
                    </a:lnTo>
                    <a:lnTo>
                      <a:pt x="159" y="44"/>
                    </a:lnTo>
                    <a:lnTo>
                      <a:pt x="157" y="0"/>
                    </a:lnTo>
                    <a:lnTo>
                      <a:pt x="0" y="90"/>
                    </a:lnTo>
                    <a:close/>
                  </a:path>
                </a:pathLst>
              </a:custGeom>
              <a:solidFill>
                <a:srgbClr val="EDEEF0"/>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5" name="Freeform 149"/>
              <p:cNvSpPr>
                <a:spLocks/>
              </p:cNvSpPr>
              <p:nvPr/>
            </p:nvSpPr>
            <p:spPr bwMode="auto">
              <a:xfrm>
                <a:off x="10937309" y="1892634"/>
                <a:ext cx="393465" cy="225332"/>
              </a:xfrm>
              <a:custGeom>
                <a:avLst/>
                <a:gdLst>
                  <a:gd name="T0" fmla="*/ 0 w 227"/>
                  <a:gd name="T1" fmla="*/ 91 h 130"/>
                  <a:gd name="T2" fmla="*/ 159 w 227"/>
                  <a:gd name="T3" fmla="*/ 0 h 130"/>
                  <a:gd name="T4" fmla="*/ 227 w 227"/>
                  <a:gd name="T5" fmla="*/ 39 h 130"/>
                  <a:gd name="T6" fmla="*/ 69 w 227"/>
                  <a:gd name="T7" fmla="*/ 130 h 130"/>
                  <a:gd name="T8" fmla="*/ 0 w 227"/>
                  <a:gd name="T9" fmla="*/ 91 h 130"/>
                </a:gdLst>
                <a:ahLst/>
                <a:cxnLst>
                  <a:cxn ang="0">
                    <a:pos x="T0" y="T1"/>
                  </a:cxn>
                  <a:cxn ang="0">
                    <a:pos x="T2" y="T3"/>
                  </a:cxn>
                  <a:cxn ang="0">
                    <a:pos x="T4" y="T5"/>
                  </a:cxn>
                  <a:cxn ang="0">
                    <a:pos x="T6" y="T7"/>
                  </a:cxn>
                  <a:cxn ang="0">
                    <a:pos x="T8" y="T9"/>
                  </a:cxn>
                </a:cxnLst>
                <a:rect l="0" t="0" r="r" b="b"/>
                <a:pathLst>
                  <a:path w="227" h="130">
                    <a:moveTo>
                      <a:pt x="0" y="91"/>
                    </a:moveTo>
                    <a:lnTo>
                      <a:pt x="159" y="0"/>
                    </a:lnTo>
                    <a:lnTo>
                      <a:pt x="227" y="39"/>
                    </a:lnTo>
                    <a:lnTo>
                      <a:pt x="69" y="130"/>
                    </a:lnTo>
                    <a:lnTo>
                      <a:pt x="0" y="91"/>
                    </a:lnTo>
                    <a:close/>
                  </a:path>
                </a:pathLst>
              </a:custGeom>
              <a:solidFill>
                <a:srgbClr val="CFD1D6"/>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6" name="Freeform 150"/>
              <p:cNvSpPr>
                <a:spLocks/>
              </p:cNvSpPr>
              <p:nvPr/>
            </p:nvSpPr>
            <p:spPr bwMode="auto">
              <a:xfrm>
                <a:off x="10937309" y="2050366"/>
                <a:ext cx="121333" cy="142133"/>
              </a:xfrm>
              <a:custGeom>
                <a:avLst/>
                <a:gdLst>
                  <a:gd name="T0" fmla="*/ 0 w 70"/>
                  <a:gd name="T1" fmla="*/ 0 h 82"/>
                  <a:gd name="T2" fmla="*/ 0 w 70"/>
                  <a:gd name="T3" fmla="*/ 45 h 82"/>
                  <a:gd name="T4" fmla="*/ 70 w 70"/>
                  <a:gd name="T5" fmla="*/ 82 h 82"/>
                  <a:gd name="T6" fmla="*/ 70 w 70"/>
                  <a:gd name="T7" fmla="*/ 39 h 82"/>
                  <a:gd name="T8" fmla="*/ 0 w 70"/>
                  <a:gd name="T9" fmla="*/ 0 h 82"/>
                </a:gdLst>
                <a:ahLst/>
                <a:cxnLst>
                  <a:cxn ang="0">
                    <a:pos x="T0" y="T1"/>
                  </a:cxn>
                  <a:cxn ang="0">
                    <a:pos x="T2" y="T3"/>
                  </a:cxn>
                  <a:cxn ang="0">
                    <a:pos x="T4" y="T5"/>
                  </a:cxn>
                  <a:cxn ang="0">
                    <a:pos x="T6" y="T7"/>
                  </a:cxn>
                  <a:cxn ang="0">
                    <a:pos x="T8" y="T9"/>
                  </a:cxn>
                </a:cxnLst>
                <a:rect l="0" t="0" r="r" b="b"/>
                <a:pathLst>
                  <a:path w="70" h="82">
                    <a:moveTo>
                      <a:pt x="0" y="0"/>
                    </a:moveTo>
                    <a:lnTo>
                      <a:pt x="0" y="45"/>
                    </a:lnTo>
                    <a:lnTo>
                      <a:pt x="70" y="82"/>
                    </a:lnTo>
                    <a:lnTo>
                      <a:pt x="70" y="39"/>
                    </a:lnTo>
                    <a:lnTo>
                      <a:pt x="0" y="0"/>
                    </a:lnTo>
                    <a:close/>
                  </a:path>
                </a:pathLst>
              </a:custGeom>
              <a:solidFill>
                <a:srgbClr val="D9DADE"/>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7" name="Freeform 151"/>
              <p:cNvSpPr>
                <a:spLocks/>
              </p:cNvSpPr>
              <p:nvPr/>
            </p:nvSpPr>
            <p:spPr bwMode="auto">
              <a:xfrm>
                <a:off x="11058642" y="1960233"/>
                <a:ext cx="272133" cy="235732"/>
              </a:xfrm>
              <a:custGeom>
                <a:avLst/>
                <a:gdLst>
                  <a:gd name="T0" fmla="*/ 0 w 157"/>
                  <a:gd name="T1" fmla="*/ 91 h 136"/>
                  <a:gd name="T2" fmla="*/ 0 w 157"/>
                  <a:gd name="T3" fmla="*/ 136 h 136"/>
                  <a:gd name="T4" fmla="*/ 157 w 157"/>
                  <a:gd name="T5" fmla="*/ 44 h 136"/>
                  <a:gd name="T6" fmla="*/ 157 w 157"/>
                  <a:gd name="T7" fmla="*/ 0 h 136"/>
                  <a:gd name="T8" fmla="*/ 0 w 157"/>
                  <a:gd name="T9" fmla="*/ 91 h 136"/>
                </a:gdLst>
                <a:ahLst/>
                <a:cxnLst>
                  <a:cxn ang="0">
                    <a:pos x="T0" y="T1"/>
                  </a:cxn>
                  <a:cxn ang="0">
                    <a:pos x="T2" y="T3"/>
                  </a:cxn>
                  <a:cxn ang="0">
                    <a:pos x="T4" y="T5"/>
                  </a:cxn>
                  <a:cxn ang="0">
                    <a:pos x="T6" y="T7"/>
                  </a:cxn>
                  <a:cxn ang="0">
                    <a:pos x="T8" y="T9"/>
                  </a:cxn>
                </a:cxnLst>
                <a:rect l="0" t="0" r="r" b="b"/>
                <a:pathLst>
                  <a:path w="157" h="136">
                    <a:moveTo>
                      <a:pt x="0" y="91"/>
                    </a:moveTo>
                    <a:lnTo>
                      <a:pt x="0" y="136"/>
                    </a:lnTo>
                    <a:lnTo>
                      <a:pt x="157" y="44"/>
                    </a:lnTo>
                    <a:lnTo>
                      <a:pt x="157" y="0"/>
                    </a:lnTo>
                    <a:lnTo>
                      <a:pt x="0" y="91"/>
                    </a:lnTo>
                    <a:close/>
                  </a:path>
                </a:pathLst>
              </a:custGeom>
              <a:solidFill>
                <a:srgbClr val="EDEEF0"/>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8" name="Freeform 152"/>
              <p:cNvSpPr>
                <a:spLocks/>
              </p:cNvSpPr>
              <p:nvPr/>
            </p:nvSpPr>
            <p:spPr bwMode="auto">
              <a:xfrm>
                <a:off x="10876642" y="1783434"/>
                <a:ext cx="389999" cy="223600"/>
              </a:xfrm>
              <a:custGeom>
                <a:avLst/>
                <a:gdLst>
                  <a:gd name="T0" fmla="*/ 0 w 225"/>
                  <a:gd name="T1" fmla="*/ 90 h 129"/>
                  <a:gd name="T2" fmla="*/ 157 w 225"/>
                  <a:gd name="T3" fmla="*/ 0 h 129"/>
                  <a:gd name="T4" fmla="*/ 225 w 225"/>
                  <a:gd name="T5" fmla="*/ 39 h 129"/>
                  <a:gd name="T6" fmla="*/ 68 w 225"/>
                  <a:gd name="T7" fmla="*/ 129 h 129"/>
                  <a:gd name="T8" fmla="*/ 0 w 225"/>
                  <a:gd name="T9" fmla="*/ 90 h 129"/>
                </a:gdLst>
                <a:ahLst/>
                <a:cxnLst>
                  <a:cxn ang="0">
                    <a:pos x="T0" y="T1"/>
                  </a:cxn>
                  <a:cxn ang="0">
                    <a:pos x="T2" y="T3"/>
                  </a:cxn>
                  <a:cxn ang="0">
                    <a:pos x="T4" y="T5"/>
                  </a:cxn>
                  <a:cxn ang="0">
                    <a:pos x="T6" y="T7"/>
                  </a:cxn>
                  <a:cxn ang="0">
                    <a:pos x="T8" y="T9"/>
                  </a:cxn>
                </a:cxnLst>
                <a:rect l="0" t="0" r="r" b="b"/>
                <a:pathLst>
                  <a:path w="225" h="129">
                    <a:moveTo>
                      <a:pt x="0" y="90"/>
                    </a:moveTo>
                    <a:lnTo>
                      <a:pt x="157" y="0"/>
                    </a:lnTo>
                    <a:lnTo>
                      <a:pt x="225" y="39"/>
                    </a:lnTo>
                    <a:lnTo>
                      <a:pt x="68" y="129"/>
                    </a:lnTo>
                    <a:lnTo>
                      <a:pt x="0" y="90"/>
                    </a:lnTo>
                    <a:close/>
                  </a:path>
                </a:pathLst>
              </a:custGeom>
              <a:solidFill>
                <a:srgbClr val="CFD1D6"/>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9" name="Freeform 153"/>
              <p:cNvSpPr>
                <a:spLocks/>
              </p:cNvSpPr>
              <p:nvPr/>
            </p:nvSpPr>
            <p:spPr bwMode="auto">
              <a:xfrm>
                <a:off x="10876642" y="1939433"/>
                <a:ext cx="117866" cy="142133"/>
              </a:xfrm>
              <a:custGeom>
                <a:avLst/>
                <a:gdLst>
                  <a:gd name="T0" fmla="*/ 0 w 68"/>
                  <a:gd name="T1" fmla="*/ 0 h 82"/>
                  <a:gd name="T2" fmla="*/ 0 w 68"/>
                  <a:gd name="T3" fmla="*/ 45 h 82"/>
                  <a:gd name="T4" fmla="*/ 68 w 68"/>
                  <a:gd name="T5" fmla="*/ 82 h 82"/>
                  <a:gd name="T6" fmla="*/ 68 w 68"/>
                  <a:gd name="T7" fmla="*/ 39 h 82"/>
                  <a:gd name="T8" fmla="*/ 0 w 68"/>
                  <a:gd name="T9" fmla="*/ 0 h 82"/>
                </a:gdLst>
                <a:ahLst/>
                <a:cxnLst>
                  <a:cxn ang="0">
                    <a:pos x="T0" y="T1"/>
                  </a:cxn>
                  <a:cxn ang="0">
                    <a:pos x="T2" y="T3"/>
                  </a:cxn>
                  <a:cxn ang="0">
                    <a:pos x="T4" y="T5"/>
                  </a:cxn>
                  <a:cxn ang="0">
                    <a:pos x="T6" y="T7"/>
                  </a:cxn>
                  <a:cxn ang="0">
                    <a:pos x="T8" y="T9"/>
                  </a:cxn>
                </a:cxnLst>
                <a:rect l="0" t="0" r="r" b="b"/>
                <a:pathLst>
                  <a:path w="68" h="82">
                    <a:moveTo>
                      <a:pt x="0" y="0"/>
                    </a:moveTo>
                    <a:lnTo>
                      <a:pt x="0" y="45"/>
                    </a:lnTo>
                    <a:lnTo>
                      <a:pt x="68" y="82"/>
                    </a:lnTo>
                    <a:lnTo>
                      <a:pt x="68" y="39"/>
                    </a:lnTo>
                    <a:lnTo>
                      <a:pt x="0" y="0"/>
                    </a:lnTo>
                    <a:close/>
                  </a:path>
                </a:pathLst>
              </a:custGeom>
              <a:solidFill>
                <a:srgbClr val="D9DADE"/>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00" name="Freeform 154"/>
              <p:cNvSpPr>
                <a:spLocks/>
              </p:cNvSpPr>
              <p:nvPr/>
            </p:nvSpPr>
            <p:spPr bwMode="auto">
              <a:xfrm>
                <a:off x="10994508" y="1851034"/>
                <a:ext cx="275599" cy="234000"/>
              </a:xfrm>
              <a:custGeom>
                <a:avLst/>
                <a:gdLst>
                  <a:gd name="T0" fmla="*/ 0 w 159"/>
                  <a:gd name="T1" fmla="*/ 90 h 135"/>
                  <a:gd name="T2" fmla="*/ 0 w 159"/>
                  <a:gd name="T3" fmla="*/ 135 h 135"/>
                  <a:gd name="T4" fmla="*/ 159 w 159"/>
                  <a:gd name="T5" fmla="*/ 43 h 135"/>
                  <a:gd name="T6" fmla="*/ 157 w 159"/>
                  <a:gd name="T7" fmla="*/ 0 h 135"/>
                  <a:gd name="T8" fmla="*/ 0 w 159"/>
                  <a:gd name="T9" fmla="*/ 90 h 135"/>
                </a:gdLst>
                <a:ahLst/>
                <a:cxnLst>
                  <a:cxn ang="0">
                    <a:pos x="T0" y="T1"/>
                  </a:cxn>
                  <a:cxn ang="0">
                    <a:pos x="T2" y="T3"/>
                  </a:cxn>
                  <a:cxn ang="0">
                    <a:pos x="T4" y="T5"/>
                  </a:cxn>
                  <a:cxn ang="0">
                    <a:pos x="T6" y="T7"/>
                  </a:cxn>
                  <a:cxn ang="0">
                    <a:pos x="T8" y="T9"/>
                  </a:cxn>
                </a:cxnLst>
                <a:rect l="0" t="0" r="r" b="b"/>
                <a:pathLst>
                  <a:path w="159" h="135">
                    <a:moveTo>
                      <a:pt x="0" y="90"/>
                    </a:moveTo>
                    <a:lnTo>
                      <a:pt x="0" y="135"/>
                    </a:lnTo>
                    <a:lnTo>
                      <a:pt x="159" y="43"/>
                    </a:lnTo>
                    <a:lnTo>
                      <a:pt x="157" y="0"/>
                    </a:lnTo>
                    <a:lnTo>
                      <a:pt x="0" y="90"/>
                    </a:lnTo>
                    <a:close/>
                  </a:path>
                </a:pathLst>
              </a:custGeom>
              <a:solidFill>
                <a:srgbClr val="EDEEF0"/>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01" name="Freeform 155"/>
              <p:cNvSpPr>
                <a:spLocks/>
              </p:cNvSpPr>
              <p:nvPr/>
            </p:nvSpPr>
            <p:spPr bwMode="auto">
              <a:xfrm>
                <a:off x="10810776" y="1672501"/>
                <a:ext cx="393465" cy="223600"/>
              </a:xfrm>
              <a:custGeom>
                <a:avLst/>
                <a:gdLst>
                  <a:gd name="T0" fmla="*/ 0 w 227"/>
                  <a:gd name="T1" fmla="*/ 90 h 129"/>
                  <a:gd name="T2" fmla="*/ 159 w 227"/>
                  <a:gd name="T3" fmla="*/ 0 h 129"/>
                  <a:gd name="T4" fmla="*/ 227 w 227"/>
                  <a:gd name="T5" fmla="*/ 39 h 129"/>
                  <a:gd name="T6" fmla="*/ 69 w 227"/>
                  <a:gd name="T7" fmla="*/ 129 h 129"/>
                  <a:gd name="T8" fmla="*/ 0 w 227"/>
                  <a:gd name="T9" fmla="*/ 90 h 129"/>
                </a:gdLst>
                <a:ahLst/>
                <a:cxnLst>
                  <a:cxn ang="0">
                    <a:pos x="T0" y="T1"/>
                  </a:cxn>
                  <a:cxn ang="0">
                    <a:pos x="T2" y="T3"/>
                  </a:cxn>
                  <a:cxn ang="0">
                    <a:pos x="T4" y="T5"/>
                  </a:cxn>
                  <a:cxn ang="0">
                    <a:pos x="T6" y="T7"/>
                  </a:cxn>
                  <a:cxn ang="0">
                    <a:pos x="T8" y="T9"/>
                  </a:cxn>
                </a:cxnLst>
                <a:rect l="0" t="0" r="r" b="b"/>
                <a:pathLst>
                  <a:path w="227" h="129">
                    <a:moveTo>
                      <a:pt x="0" y="90"/>
                    </a:moveTo>
                    <a:lnTo>
                      <a:pt x="159" y="0"/>
                    </a:lnTo>
                    <a:lnTo>
                      <a:pt x="227" y="39"/>
                    </a:lnTo>
                    <a:lnTo>
                      <a:pt x="69" y="129"/>
                    </a:lnTo>
                    <a:lnTo>
                      <a:pt x="0" y="90"/>
                    </a:lnTo>
                    <a:close/>
                  </a:path>
                </a:pathLst>
              </a:custGeom>
              <a:solidFill>
                <a:srgbClr val="CFD1D6"/>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02" name="Freeform 156"/>
              <p:cNvSpPr>
                <a:spLocks/>
              </p:cNvSpPr>
              <p:nvPr/>
            </p:nvSpPr>
            <p:spPr bwMode="auto">
              <a:xfrm>
                <a:off x="10810776" y="1828500"/>
                <a:ext cx="121333" cy="143867"/>
              </a:xfrm>
              <a:custGeom>
                <a:avLst/>
                <a:gdLst>
                  <a:gd name="T0" fmla="*/ 0 w 70"/>
                  <a:gd name="T1" fmla="*/ 0 h 83"/>
                  <a:gd name="T2" fmla="*/ 0 w 70"/>
                  <a:gd name="T3" fmla="*/ 45 h 83"/>
                  <a:gd name="T4" fmla="*/ 70 w 70"/>
                  <a:gd name="T5" fmla="*/ 83 h 83"/>
                  <a:gd name="T6" fmla="*/ 70 w 70"/>
                  <a:gd name="T7" fmla="*/ 39 h 83"/>
                  <a:gd name="T8" fmla="*/ 0 w 70"/>
                  <a:gd name="T9" fmla="*/ 0 h 83"/>
                </a:gdLst>
                <a:ahLst/>
                <a:cxnLst>
                  <a:cxn ang="0">
                    <a:pos x="T0" y="T1"/>
                  </a:cxn>
                  <a:cxn ang="0">
                    <a:pos x="T2" y="T3"/>
                  </a:cxn>
                  <a:cxn ang="0">
                    <a:pos x="T4" y="T5"/>
                  </a:cxn>
                  <a:cxn ang="0">
                    <a:pos x="T6" y="T7"/>
                  </a:cxn>
                  <a:cxn ang="0">
                    <a:pos x="T8" y="T9"/>
                  </a:cxn>
                </a:cxnLst>
                <a:rect l="0" t="0" r="r" b="b"/>
                <a:pathLst>
                  <a:path w="70" h="83">
                    <a:moveTo>
                      <a:pt x="0" y="0"/>
                    </a:moveTo>
                    <a:lnTo>
                      <a:pt x="0" y="45"/>
                    </a:lnTo>
                    <a:lnTo>
                      <a:pt x="70" y="83"/>
                    </a:lnTo>
                    <a:lnTo>
                      <a:pt x="70" y="39"/>
                    </a:lnTo>
                    <a:lnTo>
                      <a:pt x="0" y="0"/>
                    </a:lnTo>
                    <a:close/>
                  </a:path>
                </a:pathLst>
              </a:custGeom>
              <a:solidFill>
                <a:srgbClr val="D9DADE"/>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03" name="Freeform 157"/>
              <p:cNvSpPr>
                <a:spLocks/>
              </p:cNvSpPr>
              <p:nvPr/>
            </p:nvSpPr>
            <p:spPr bwMode="auto">
              <a:xfrm>
                <a:off x="10932109" y="1740101"/>
                <a:ext cx="272133" cy="234000"/>
              </a:xfrm>
              <a:custGeom>
                <a:avLst/>
                <a:gdLst>
                  <a:gd name="T0" fmla="*/ 0 w 157"/>
                  <a:gd name="T1" fmla="*/ 90 h 135"/>
                  <a:gd name="T2" fmla="*/ 0 w 157"/>
                  <a:gd name="T3" fmla="*/ 135 h 135"/>
                  <a:gd name="T4" fmla="*/ 157 w 157"/>
                  <a:gd name="T5" fmla="*/ 43 h 135"/>
                  <a:gd name="T6" fmla="*/ 157 w 157"/>
                  <a:gd name="T7" fmla="*/ 0 h 135"/>
                  <a:gd name="T8" fmla="*/ 0 w 157"/>
                  <a:gd name="T9" fmla="*/ 90 h 135"/>
                </a:gdLst>
                <a:ahLst/>
                <a:cxnLst>
                  <a:cxn ang="0">
                    <a:pos x="T0" y="T1"/>
                  </a:cxn>
                  <a:cxn ang="0">
                    <a:pos x="T2" y="T3"/>
                  </a:cxn>
                  <a:cxn ang="0">
                    <a:pos x="T4" y="T5"/>
                  </a:cxn>
                  <a:cxn ang="0">
                    <a:pos x="T6" y="T7"/>
                  </a:cxn>
                  <a:cxn ang="0">
                    <a:pos x="T8" y="T9"/>
                  </a:cxn>
                </a:cxnLst>
                <a:rect l="0" t="0" r="r" b="b"/>
                <a:pathLst>
                  <a:path w="157" h="135">
                    <a:moveTo>
                      <a:pt x="0" y="90"/>
                    </a:moveTo>
                    <a:lnTo>
                      <a:pt x="0" y="135"/>
                    </a:lnTo>
                    <a:lnTo>
                      <a:pt x="157" y="43"/>
                    </a:lnTo>
                    <a:lnTo>
                      <a:pt x="157" y="0"/>
                    </a:lnTo>
                    <a:lnTo>
                      <a:pt x="0" y="90"/>
                    </a:lnTo>
                    <a:close/>
                  </a:path>
                </a:pathLst>
              </a:custGeom>
              <a:solidFill>
                <a:srgbClr val="EDEEF0"/>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04" name="Freeform 158"/>
              <p:cNvSpPr>
                <a:spLocks/>
              </p:cNvSpPr>
              <p:nvPr/>
            </p:nvSpPr>
            <p:spPr bwMode="auto">
              <a:xfrm>
                <a:off x="10750110" y="1561568"/>
                <a:ext cx="389999" cy="223600"/>
              </a:xfrm>
              <a:custGeom>
                <a:avLst/>
                <a:gdLst>
                  <a:gd name="T0" fmla="*/ 0 w 225"/>
                  <a:gd name="T1" fmla="*/ 90 h 129"/>
                  <a:gd name="T2" fmla="*/ 157 w 225"/>
                  <a:gd name="T3" fmla="*/ 0 h 129"/>
                  <a:gd name="T4" fmla="*/ 225 w 225"/>
                  <a:gd name="T5" fmla="*/ 39 h 129"/>
                  <a:gd name="T6" fmla="*/ 68 w 225"/>
                  <a:gd name="T7" fmla="*/ 129 h 129"/>
                  <a:gd name="T8" fmla="*/ 0 w 225"/>
                  <a:gd name="T9" fmla="*/ 90 h 129"/>
                </a:gdLst>
                <a:ahLst/>
                <a:cxnLst>
                  <a:cxn ang="0">
                    <a:pos x="T0" y="T1"/>
                  </a:cxn>
                  <a:cxn ang="0">
                    <a:pos x="T2" y="T3"/>
                  </a:cxn>
                  <a:cxn ang="0">
                    <a:pos x="T4" y="T5"/>
                  </a:cxn>
                  <a:cxn ang="0">
                    <a:pos x="T6" y="T7"/>
                  </a:cxn>
                  <a:cxn ang="0">
                    <a:pos x="T8" y="T9"/>
                  </a:cxn>
                </a:cxnLst>
                <a:rect l="0" t="0" r="r" b="b"/>
                <a:pathLst>
                  <a:path w="225" h="129">
                    <a:moveTo>
                      <a:pt x="0" y="90"/>
                    </a:moveTo>
                    <a:lnTo>
                      <a:pt x="157" y="0"/>
                    </a:lnTo>
                    <a:lnTo>
                      <a:pt x="225" y="39"/>
                    </a:lnTo>
                    <a:lnTo>
                      <a:pt x="68" y="129"/>
                    </a:lnTo>
                    <a:lnTo>
                      <a:pt x="0" y="90"/>
                    </a:lnTo>
                    <a:close/>
                  </a:path>
                </a:pathLst>
              </a:custGeom>
              <a:solidFill>
                <a:srgbClr val="CFD1D6"/>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05" name="Freeform 159"/>
              <p:cNvSpPr>
                <a:spLocks/>
              </p:cNvSpPr>
              <p:nvPr/>
            </p:nvSpPr>
            <p:spPr bwMode="auto">
              <a:xfrm>
                <a:off x="10750110" y="1717567"/>
                <a:ext cx="117866" cy="143867"/>
              </a:xfrm>
              <a:custGeom>
                <a:avLst/>
                <a:gdLst>
                  <a:gd name="T0" fmla="*/ 0 w 68"/>
                  <a:gd name="T1" fmla="*/ 0 h 83"/>
                  <a:gd name="T2" fmla="*/ 0 w 68"/>
                  <a:gd name="T3" fmla="*/ 45 h 83"/>
                  <a:gd name="T4" fmla="*/ 68 w 68"/>
                  <a:gd name="T5" fmla="*/ 83 h 83"/>
                  <a:gd name="T6" fmla="*/ 68 w 68"/>
                  <a:gd name="T7" fmla="*/ 39 h 83"/>
                  <a:gd name="T8" fmla="*/ 0 w 68"/>
                  <a:gd name="T9" fmla="*/ 0 h 83"/>
                </a:gdLst>
                <a:ahLst/>
                <a:cxnLst>
                  <a:cxn ang="0">
                    <a:pos x="T0" y="T1"/>
                  </a:cxn>
                  <a:cxn ang="0">
                    <a:pos x="T2" y="T3"/>
                  </a:cxn>
                  <a:cxn ang="0">
                    <a:pos x="T4" y="T5"/>
                  </a:cxn>
                  <a:cxn ang="0">
                    <a:pos x="T6" y="T7"/>
                  </a:cxn>
                  <a:cxn ang="0">
                    <a:pos x="T8" y="T9"/>
                  </a:cxn>
                </a:cxnLst>
                <a:rect l="0" t="0" r="r" b="b"/>
                <a:pathLst>
                  <a:path w="68" h="83">
                    <a:moveTo>
                      <a:pt x="0" y="0"/>
                    </a:moveTo>
                    <a:lnTo>
                      <a:pt x="0" y="45"/>
                    </a:lnTo>
                    <a:lnTo>
                      <a:pt x="68" y="83"/>
                    </a:lnTo>
                    <a:lnTo>
                      <a:pt x="68" y="39"/>
                    </a:lnTo>
                    <a:lnTo>
                      <a:pt x="0" y="0"/>
                    </a:lnTo>
                    <a:close/>
                  </a:path>
                </a:pathLst>
              </a:custGeom>
              <a:solidFill>
                <a:srgbClr val="D9DADE"/>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06" name="Freeform 160"/>
              <p:cNvSpPr>
                <a:spLocks/>
              </p:cNvSpPr>
              <p:nvPr/>
            </p:nvSpPr>
            <p:spPr bwMode="auto">
              <a:xfrm>
                <a:off x="10867976" y="1629168"/>
                <a:ext cx="275599" cy="234000"/>
              </a:xfrm>
              <a:custGeom>
                <a:avLst/>
                <a:gdLst>
                  <a:gd name="T0" fmla="*/ 0 w 159"/>
                  <a:gd name="T1" fmla="*/ 90 h 135"/>
                  <a:gd name="T2" fmla="*/ 0 w 159"/>
                  <a:gd name="T3" fmla="*/ 135 h 135"/>
                  <a:gd name="T4" fmla="*/ 159 w 159"/>
                  <a:gd name="T5" fmla="*/ 44 h 135"/>
                  <a:gd name="T6" fmla="*/ 157 w 159"/>
                  <a:gd name="T7" fmla="*/ 0 h 135"/>
                  <a:gd name="T8" fmla="*/ 0 w 159"/>
                  <a:gd name="T9" fmla="*/ 90 h 135"/>
                </a:gdLst>
                <a:ahLst/>
                <a:cxnLst>
                  <a:cxn ang="0">
                    <a:pos x="T0" y="T1"/>
                  </a:cxn>
                  <a:cxn ang="0">
                    <a:pos x="T2" y="T3"/>
                  </a:cxn>
                  <a:cxn ang="0">
                    <a:pos x="T4" y="T5"/>
                  </a:cxn>
                  <a:cxn ang="0">
                    <a:pos x="T6" y="T7"/>
                  </a:cxn>
                  <a:cxn ang="0">
                    <a:pos x="T8" y="T9"/>
                  </a:cxn>
                </a:cxnLst>
                <a:rect l="0" t="0" r="r" b="b"/>
                <a:pathLst>
                  <a:path w="159" h="135">
                    <a:moveTo>
                      <a:pt x="0" y="90"/>
                    </a:moveTo>
                    <a:lnTo>
                      <a:pt x="0" y="135"/>
                    </a:lnTo>
                    <a:lnTo>
                      <a:pt x="159" y="44"/>
                    </a:lnTo>
                    <a:lnTo>
                      <a:pt x="157" y="0"/>
                    </a:lnTo>
                    <a:lnTo>
                      <a:pt x="0" y="90"/>
                    </a:lnTo>
                    <a:close/>
                  </a:path>
                </a:pathLst>
              </a:custGeom>
              <a:solidFill>
                <a:srgbClr val="EDEEF0"/>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07" name="Freeform 161"/>
              <p:cNvSpPr>
                <a:spLocks/>
              </p:cNvSpPr>
              <p:nvPr/>
            </p:nvSpPr>
            <p:spPr bwMode="auto">
              <a:xfrm>
                <a:off x="10684244" y="1450635"/>
                <a:ext cx="393465" cy="225332"/>
              </a:xfrm>
              <a:custGeom>
                <a:avLst/>
                <a:gdLst>
                  <a:gd name="T0" fmla="*/ 0 w 227"/>
                  <a:gd name="T1" fmla="*/ 91 h 130"/>
                  <a:gd name="T2" fmla="*/ 159 w 227"/>
                  <a:gd name="T3" fmla="*/ 0 h 130"/>
                  <a:gd name="T4" fmla="*/ 227 w 227"/>
                  <a:gd name="T5" fmla="*/ 39 h 130"/>
                  <a:gd name="T6" fmla="*/ 69 w 227"/>
                  <a:gd name="T7" fmla="*/ 130 h 130"/>
                  <a:gd name="T8" fmla="*/ 0 w 227"/>
                  <a:gd name="T9" fmla="*/ 91 h 130"/>
                </a:gdLst>
                <a:ahLst/>
                <a:cxnLst>
                  <a:cxn ang="0">
                    <a:pos x="T0" y="T1"/>
                  </a:cxn>
                  <a:cxn ang="0">
                    <a:pos x="T2" y="T3"/>
                  </a:cxn>
                  <a:cxn ang="0">
                    <a:pos x="T4" y="T5"/>
                  </a:cxn>
                  <a:cxn ang="0">
                    <a:pos x="T6" y="T7"/>
                  </a:cxn>
                  <a:cxn ang="0">
                    <a:pos x="T8" y="T9"/>
                  </a:cxn>
                </a:cxnLst>
                <a:rect l="0" t="0" r="r" b="b"/>
                <a:pathLst>
                  <a:path w="227" h="130">
                    <a:moveTo>
                      <a:pt x="0" y="91"/>
                    </a:moveTo>
                    <a:lnTo>
                      <a:pt x="159" y="0"/>
                    </a:lnTo>
                    <a:lnTo>
                      <a:pt x="227" y="39"/>
                    </a:lnTo>
                    <a:lnTo>
                      <a:pt x="69" y="130"/>
                    </a:lnTo>
                    <a:lnTo>
                      <a:pt x="0" y="91"/>
                    </a:lnTo>
                    <a:close/>
                  </a:path>
                </a:pathLst>
              </a:custGeom>
              <a:solidFill>
                <a:srgbClr val="CFD1D6"/>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08" name="Freeform 162"/>
              <p:cNvSpPr>
                <a:spLocks/>
              </p:cNvSpPr>
              <p:nvPr/>
            </p:nvSpPr>
            <p:spPr bwMode="auto">
              <a:xfrm>
                <a:off x="10684244" y="1608368"/>
                <a:ext cx="121333" cy="142133"/>
              </a:xfrm>
              <a:custGeom>
                <a:avLst/>
                <a:gdLst>
                  <a:gd name="T0" fmla="*/ 0 w 70"/>
                  <a:gd name="T1" fmla="*/ 0 h 82"/>
                  <a:gd name="T2" fmla="*/ 0 w 70"/>
                  <a:gd name="T3" fmla="*/ 45 h 82"/>
                  <a:gd name="T4" fmla="*/ 70 w 70"/>
                  <a:gd name="T5" fmla="*/ 82 h 82"/>
                  <a:gd name="T6" fmla="*/ 70 w 70"/>
                  <a:gd name="T7" fmla="*/ 39 h 82"/>
                  <a:gd name="T8" fmla="*/ 0 w 70"/>
                  <a:gd name="T9" fmla="*/ 0 h 82"/>
                </a:gdLst>
                <a:ahLst/>
                <a:cxnLst>
                  <a:cxn ang="0">
                    <a:pos x="T0" y="T1"/>
                  </a:cxn>
                  <a:cxn ang="0">
                    <a:pos x="T2" y="T3"/>
                  </a:cxn>
                  <a:cxn ang="0">
                    <a:pos x="T4" y="T5"/>
                  </a:cxn>
                  <a:cxn ang="0">
                    <a:pos x="T6" y="T7"/>
                  </a:cxn>
                  <a:cxn ang="0">
                    <a:pos x="T8" y="T9"/>
                  </a:cxn>
                </a:cxnLst>
                <a:rect l="0" t="0" r="r" b="b"/>
                <a:pathLst>
                  <a:path w="70" h="82">
                    <a:moveTo>
                      <a:pt x="0" y="0"/>
                    </a:moveTo>
                    <a:lnTo>
                      <a:pt x="0" y="45"/>
                    </a:lnTo>
                    <a:lnTo>
                      <a:pt x="70" y="82"/>
                    </a:lnTo>
                    <a:lnTo>
                      <a:pt x="70" y="39"/>
                    </a:lnTo>
                    <a:lnTo>
                      <a:pt x="0" y="0"/>
                    </a:lnTo>
                    <a:close/>
                  </a:path>
                </a:pathLst>
              </a:custGeom>
              <a:solidFill>
                <a:srgbClr val="D9DADE"/>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09" name="Freeform 163"/>
              <p:cNvSpPr>
                <a:spLocks/>
              </p:cNvSpPr>
              <p:nvPr/>
            </p:nvSpPr>
            <p:spPr bwMode="auto">
              <a:xfrm>
                <a:off x="10805576" y="1518235"/>
                <a:ext cx="272133" cy="235732"/>
              </a:xfrm>
              <a:custGeom>
                <a:avLst/>
                <a:gdLst>
                  <a:gd name="T0" fmla="*/ 0 w 157"/>
                  <a:gd name="T1" fmla="*/ 91 h 136"/>
                  <a:gd name="T2" fmla="*/ 0 w 157"/>
                  <a:gd name="T3" fmla="*/ 136 h 136"/>
                  <a:gd name="T4" fmla="*/ 157 w 157"/>
                  <a:gd name="T5" fmla="*/ 44 h 136"/>
                  <a:gd name="T6" fmla="*/ 157 w 157"/>
                  <a:gd name="T7" fmla="*/ 0 h 136"/>
                  <a:gd name="T8" fmla="*/ 0 w 157"/>
                  <a:gd name="T9" fmla="*/ 91 h 136"/>
                </a:gdLst>
                <a:ahLst/>
                <a:cxnLst>
                  <a:cxn ang="0">
                    <a:pos x="T0" y="T1"/>
                  </a:cxn>
                  <a:cxn ang="0">
                    <a:pos x="T2" y="T3"/>
                  </a:cxn>
                  <a:cxn ang="0">
                    <a:pos x="T4" y="T5"/>
                  </a:cxn>
                  <a:cxn ang="0">
                    <a:pos x="T6" y="T7"/>
                  </a:cxn>
                  <a:cxn ang="0">
                    <a:pos x="T8" y="T9"/>
                  </a:cxn>
                </a:cxnLst>
                <a:rect l="0" t="0" r="r" b="b"/>
                <a:pathLst>
                  <a:path w="157" h="136">
                    <a:moveTo>
                      <a:pt x="0" y="91"/>
                    </a:moveTo>
                    <a:lnTo>
                      <a:pt x="0" y="136"/>
                    </a:lnTo>
                    <a:lnTo>
                      <a:pt x="157" y="44"/>
                    </a:lnTo>
                    <a:lnTo>
                      <a:pt x="157" y="0"/>
                    </a:lnTo>
                    <a:lnTo>
                      <a:pt x="0" y="91"/>
                    </a:lnTo>
                    <a:close/>
                  </a:path>
                </a:pathLst>
              </a:custGeom>
              <a:solidFill>
                <a:srgbClr val="EDEEF0"/>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10" name="Freeform 164"/>
              <p:cNvSpPr>
                <a:spLocks/>
              </p:cNvSpPr>
              <p:nvPr/>
            </p:nvSpPr>
            <p:spPr bwMode="auto">
              <a:xfrm>
                <a:off x="10621844" y="1341436"/>
                <a:ext cx="391731" cy="223600"/>
              </a:xfrm>
              <a:custGeom>
                <a:avLst/>
                <a:gdLst>
                  <a:gd name="T0" fmla="*/ 0 w 226"/>
                  <a:gd name="T1" fmla="*/ 90 h 129"/>
                  <a:gd name="T2" fmla="*/ 158 w 226"/>
                  <a:gd name="T3" fmla="*/ 0 h 129"/>
                  <a:gd name="T4" fmla="*/ 226 w 226"/>
                  <a:gd name="T5" fmla="*/ 39 h 129"/>
                  <a:gd name="T6" fmla="*/ 69 w 226"/>
                  <a:gd name="T7" fmla="*/ 129 h 129"/>
                  <a:gd name="T8" fmla="*/ 0 w 226"/>
                  <a:gd name="T9" fmla="*/ 90 h 129"/>
                </a:gdLst>
                <a:ahLst/>
                <a:cxnLst>
                  <a:cxn ang="0">
                    <a:pos x="T0" y="T1"/>
                  </a:cxn>
                  <a:cxn ang="0">
                    <a:pos x="T2" y="T3"/>
                  </a:cxn>
                  <a:cxn ang="0">
                    <a:pos x="T4" y="T5"/>
                  </a:cxn>
                  <a:cxn ang="0">
                    <a:pos x="T6" y="T7"/>
                  </a:cxn>
                  <a:cxn ang="0">
                    <a:pos x="T8" y="T9"/>
                  </a:cxn>
                </a:cxnLst>
                <a:rect l="0" t="0" r="r" b="b"/>
                <a:pathLst>
                  <a:path w="226" h="129">
                    <a:moveTo>
                      <a:pt x="0" y="90"/>
                    </a:moveTo>
                    <a:lnTo>
                      <a:pt x="158" y="0"/>
                    </a:lnTo>
                    <a:lnTo>
                      <a:pt x="226" y="39"/>
                    </a:lnTo>
                    <a:lnTo>
                      <a:pt x="69" y="129"/>
                    </a:lnTo>
                    <a:lnTo>
                      <a:pt x="0" y="90"/>
                    </a:lnTo>
                    <a:close/>
                  </a:path>
                </a:pathLst>
              </a:custGeom>
              <a:solidFill>
                <a:srgbClr val="CFD1D6"/>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11" name="Freeform 165"/>
              <p:cNvSpPr>
                <a:spLocks/>
              </p:cNvSpPr>
              <p:nvPr/>
            </p:nvSpPr>
            <p:spPr bwMode="auto">
              <a:xfrm>
                <a:off x="10621844" y="1497435"/>
                <a:ext cx="119600" cy="142133"/>
              </a:xfrm>
              <a:custGeom>
                <a:avLst/>
                <a:gdLst>
                  <a:gd name="T0" fmla="*/ 0 w 69"/>
                  <a:gd name="T1" fmla="*/ 0 h 82"/>
                  <a:gd name="T2" fmla="*/ 0 w 69"/>
                  <a:gd name="T3" fmla="*/ 45 h 82"/>
                  <a:gd name="T4" fmla="*/ 69 w 69"/>
                  <a:gd name="T5" fmla="*/ 82 h 82"/>
                  <a:gd name="T6" fmla="*/ 69 w 69"/>
                  <a:gd name="T7" fmla="*/ 39 h 82"/>
                  <a:gd name="T8" fmla="*/ 0 w 69"/>
                  <a:gd name="T9" fmla="*/ 0 h 82"/>
                </a:gdLst>
                <a:ahLst/>
                <a:cxnLst>
                  <a:cxn ang="0">
                    <a:pos x="T0" y="T1"/>
                  </a:cxn>
                  <a:cxn ang="0">
                    <a:pos x="T2" y="T3"/>
                  </a:cxn>
                  <a:cxn ang="0">
                    <a:pos x="T4" y="T5"/>
                  </a:cxn>
                  <a:cxn ang="0">
                    <a:pos x="T6" y="T7"/>
                  </a:cxn>
                  <a:cxn ang="0">
                    <a:pos x="T8" y="T9"/>
                  </a:cxn>
                </a:cxnLst>
                <a:rect l="0" t="0" r="r" b="b"/>
                <a:pathLst>
                  <a:path w="69" h="82">
                    <a:moveTo>
                      <a:pt x="0" y="0"/>
                    </a:moveTo>
                    <a:lnTo>
                      <a:pt x="0" y="45"/>
                    </a:lnTo>
                    <a:lnTo>
                      <a:pt x="69" y="82"/>
                    </a:lnTo>
                    <a:lnTo>
                      <a:pt x="69" y="39"/>
                    </a:lnTo>
                    <a:lnTo>
                      <a:pt x="0" y="0"/>
                    </a:lnTo>
                    <a:close/>
                  </a:path>
                </a:pathLst>
              </a:custGeom>
              <a:solidFill>
                <a:srgbClr val="D9DADE"/>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12" name="Freeform 166"/>
              <p:cNvSpPr>
                <a:spLocks/>
              </p:cNvSpPr>
              <p:nvPr/>
            </p:nvSpPr>
            <p:spPr bwMode="auto">
              <a:xfrm>
                <a:off x="10741443" y="1409035"/>
                <a:ext cx="275599" cy="234000"/>
              </a:xfrm>
              <a:custGeom>
                <a:avLst/>
                <a:gdLst>
                  <a:gd name="T0" fmla="*/ 0 w 159"/>
                  <a:gd name="T1" fmla="*/ 90 h 135"/>
                  <a:gd name="T2" fmla="*/ 0 w 159"/>
                  <a:gd name="T3" fmla="*/ 135 h 135"/>
                  <a:gd name="T4" fmla="*/ 159 w 159"/>
                  <a:gd name="T5" fmla="*/ 43 h 135"/>
                  <a:gd name="T6" fmla="*/ 157 w 159"/>
                  <a:gd name="T7" fmla="*/ 0 h 135"/>
                  <a:gd name="T8" fmla="*/ 0 w 159"/>
                  <a:gd name="T9" fmla="*/ 90 h 135"/>
                </a:gdLst>
                <a:ahLst/>
                <a:cxnLst>
                  <a:cxn ang="0">
                    <a:pos x="T0" y="T1"/>
                  </a:cxn>
                  <a:cxn ang="0">
                    <a:pos x="T2" y="T3"/>
                  </a:cxn>
                  <a:cxn ang="0">
                    <a:pos x="T4" y="T5"/>
                  </a:cxn>
                  <a:cxn ang="0">
                    <a:pos x="T6" y="T7"/>
                  </a:cxn>
                  <a:cxn ang="0">
                    <a:pos x="T8" y="T9"/>
                  </a:cxn>
                </a:cxnLst>
                <a:rect l="0" t="0" r="r" b="b"/>
                <a:pathLst>
                  <a:path w="159" h="135">
                    <a:moveTo>
                      <a:pt x="0" y="90"/>
                    </a:moveTo>
                    <a:lnTo>
                      <a:pt x="0" y="135"/>
                    </a:lnTo>
                    <a:lnTo>
                      <a:pt x="159" y="43"/>
                    </a:lnTo>
                    <a:lnTo>
                      <a:pt x="157" y="0"/>
                    </a:lnTo>
                    <a:lnTo>
                      <a:pt x="0" y="90"/>
                    </a:lnTo>
                    <a:close/>
                  </a:path>
                </a:pathLst>
              </a:custGeom>
              <a:solidFill>
                <a:srgbClr val="EDEEF0"/>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113" name="组合 112"/>
          <p:cNvGrpSpPr/>
          <p:nvPr/>
        </p:nvGrpSpPr>
        <p:grpSpPr>
          <a:xfrm>
            <a:off x="5090104" y="3505632"/>
            <a:ext cx="662413" cy="874282"/>
            <a:chOff x="4182025" y="3037568"/>
            <a:chExt cx="1018111" cy="1343750"/>
          </a:xfrm>
        </p:grpSpPr>
        <p:sp>
          <p:nvSpPr>
            <p:cNvPr id="114" name="任意多边形 113"/>
            <p:cNvSpPr>
              <a:spLocks/>
            </p:cNvSpPr>
            <p:nvPr/>
          </p:nvSpPr>
          <p:spPr bwMode="auto">
            <a:xfrm>
              <a:off x="4182025" y="3037568"/>
              <a:ext cx="1018111" cy="1343750"/>
            </a:xfrm>
            <a:custGeom>
              <a:avLst/>
              <a:gdLst>
                <a:gd name="connsiteX0" fmla="*/ 448890 w 1018111"/>
                <a:gd name="connsiteY0" fmla="*/ 1091309 h 1343750"/>
                <a:gd name="connsiteX1" fmla="*/ 380565 w 1018111"/>
                <a:gd name="connsiteY1" fmla="*/ 1129928 h 1343750"/>
                <a:gd name="connsiteX2" fmla="*/ 380565 w 1018111"/>
                <a:gd name="connsiteY2" fmla="*/ 1129928 h 1343750"/>
                <a:gd name="connsiteX3" fmla="*/ 448890 w 1018111"/>
                <a:gd name="connsiteY3" fmla="*/ 1091310 h 1343750"/>
                <a:gd name="connsiteX4" fmla="*/ 143272 w 1018111"/>
                <a:gd name="connsiteY4" fmla="*/ 827868 h 1343750"/>
                <a:gd name="connsiteX5" fmla="*/ 451186 w 1018111"/>
                <a:gd name="connsiteY5" fmla="*/ 1004379 h 1343750"/>
                <a:gd name="connsiteX6" fmla="*/ 451186 w 1018111"/>
                <a:gd name="connsiteY6" fmla="*/ 1004380 h 1343750"/>
                <a:gd name="connsiteX7" fmla="*/ 453163 w 1018111"/>
                <a:gd name="connsiteY7" fmla="*/ 1003279 h 1343750"/>
                <a:gd name="connsiteX8" fmla="*/ 735293 w 1018111"/>
                <a:gd name="connsiteY8" fmla="*/ 591081 h 1343750"/>
                <a:gd name="connsiteX9" fmla="*/ 666970 w 1018111"/>
                <a:gd name="connsiteY9" fmla="*/ 629698 h 1343750"/>
                <a:gd name="connsiteX10" fmla="*/ 666970 w 1018111"/>
                <a:gd name="connsiteY10" fmla="*/ 629699 h 1343750"/>
                <a:gd name="connsiteX11" fmla="*/ 735293 w 1018111"/>
                <a:gd name="connsiteY11" fmla="*/ 591081 h 1343750"/>
                <a:gd name="connsiteX12" fmla="*/ 286475 w 1018111"/>
                <a:gd name="connsiteY12" fmla="*/ 576773 h 1343750"/>
                <a:gd name="connsiteX13" fmla="*/ 594389 w 1018111"/>
                <a:gd name="connsiteY13" fmla="*/ 753284 h 1343750"/>
                <a:gd name="connsiteX14" fmla="*/ 594389 w 1018111"/>
                <a:gd name="connsiteY14" fmla="*/ 753284 h 1343750"/>
                <a:gd name="connsiteX15" fmla="*/ 596391 w 1018111"/>
                <a:gd name="connsiteY15" fmla="*/ 752198 h 1343750"/>
                <a:gd name="connsiteX16" fmla="*/ 772479 w 1018111"/>
                <a:gd name="connsiteY16" fmla="*/ 570063 h 1343750"/>
                <a:gd name="connsiteX17" fmla="*/ 772476 w 1018111"/>
                <a:gd name="connsiteY17" fmla="*/ 570065 h 1343750"/>
                <a:gd name="connsiteX18" fmla="*/ 737591 w 1018111"/>
                <a:gd name="connsiteY18" fmla="*/ 589782 h 1343750"/>
                <a:gd name="connsiteX19" fmla="*/ 737591 w 1018111"/>
                <a:gd name="connsiteY19" fmla="*/ 589782 h 1343750"/>
                <a:gd name="connsiteX20" fmla="*/ 708166 w 1018111"/>
                <a:gd name="connsiteY20" fmla="*/ 0 h 1343750"/>
                <a:gd name="connsiteX21" fmla="*/ 1018111 w 1018111"/>
                <a:gd name="connsiteY21" fmla="*/ 176551 h 1343750"/>
                <a:gd name="connsiteX22" fmla="*/ 1018109 w 1018111"/>
                <a:gd name="connsiteY22" fmla="*/ 176553 h 1343750"/>
                <a:gd name="connsiteX23" fmla="*/ 1018109 w 1018111"/>
                <a:gd name="connsiteY23" fmla="*/ 266788 h 1343750"/>
                <a:gd name="connsiteX24" fmla="*/ 945528 w 1018111"/>
                <a:gd name="connsiteY24" fmla="*/ 305153 h 1343750"/>
                <a:gd name="connsiteX25" fmla="*/ 945528 w 1018111"/>
                <a:gd name="connsiteY25" fmla="*/ 390374 h 1343750"/>
                <a:gd name="connsiteX26" fmla="*/ 874908 w 1018111"/>
                <a:gd name="connsiteY26" fmla="*/ 429838 h 1343750"/>
                <a:gd name="connsiteX27" fmla="*/ 874908 w 1018111"/>
                <a:gd name="connsiteY27" fmla="*/ 515922 h 1343750"/>
                <a:gd name="connsiteX28" fmla="*/ 802326 w 1018111"/>
                <a:gd name="connsiteY28" fmla="*/ 554287 h 1343750"/>
                <a:gd name="connsiteX29" fmla="*/ 802326 w 1018111"/>
                <a:gd name="connsiteY29" fmla="*/ 641469 h 1343750"/>
                <a:gd name="connsiteX30" fmla="*/ 731705 w 1018111"/>
                <a:gd name="connsiteY30" fmla="*/ 679338 h 1343750"/>
                <a:gd name="connsiteX31" fmla="*/ 731705 w 1018111"/>
                <a:gd name="connsiteY31" fmla="*/ 767017 h 1343750"/>
                <a:gd name="connsiteX32" fmla="*/ 659123 w 1018111"/>
                <a:gd name="connsiteY32" fmla="*/ 805382 h 1343750"/>
                <a:gd name="connsiteX33" fmla="*/ 659123 w 1018111"/>
                <a:gd name="connsiteY33" fmla="*/ 890603 h 1343750"/>
                <a:gd name="connsiteX34" fmla="*/ 588503 w 1018111"/>
                <a:gd name="connsiteY34" fmla="*/ 929495 h 1343750"/>
                <a:gd name="connsiteX35" fmla="*/ 588503 w 1018111"/>
                <a:gd name="connsiteY35" fmla="*/ 1016150 h 1343750"/>
                <a:gd name="connsiteX36" fmla="*/ 515921 w 1018111"/>
                <a:gd name="connsiteY36" fmla="*/ 1055552 h 1343750"/>
                <a:gd name="connsiteX37" fmla="*/ 515921 w 1018111"/>
                <a:gd name="connsiteY37" fmla="*/ 1141698 h 1343750"/>
                <a:gd name="connsiteX38" fmla="*/ 445300 w 1018111"/>
                <a:gd name="connsiteY38" fmla="*/ 1179567 h 1343750"/>
                <a:gd name="connsiteX39" fmla="*/ 445300 w 1018111"/>
                <a:gd name="connsiteY39" fmla="*/ 1267245 h 1343750"/>
                <a:gd name="connsiteX40" fmla="*/ 307984 w 1018111"/>
                <a:gd name="connsiteY40" fmla="*/ 1339827 h 1343750"/>
                <a:gd name="connsiteX41" fmla="*/ 307984 w 1018111"/>
                <a:gd name="connsiteY41" fmla="*/ 1343750 h 1343750"/>
                <a:gd name="connsiteX42" fmla="*/ 0 w 1018111"/>
                <a:gd name="connsiteY42" fmla="*/ 1163276 h 1343750"/>
                <a:gd name="connsiteX43" fmla="*/ 0 w 1018111"/>
                <a:gd name="connsiteY43" fmla="*/ 1076962 h 1343750"/>
                <a:gd name="connsiteX44" fmla="*/ 307984 w 1018111"/>
                <a:gd name="connsiteY44" fmla="*/ 1255474 h 1343750"/>
                <a:gd name="connsiteX45" fmla="*/ 309972 w 1018111"/>
                <a:gd name="connsiteY45" fmla="*/ 1254367 h 1343750"/>
                <a:gd name="connsiteX46" fmla="*/ 0 w 1018111"/>
                <a:gd name="connsiteY46" fmla="*/ 1076962 h 1343750"/>
                <a:gd name="connsiteX47" fmla="*/ 70650 w 1018111"/>
                <a:gd name="connsiteY47" fmla="*/ 1036442 h 1343750"/>
                <a:gd name="connsiteX48" fmla="*/ 72582 w 1018111"/>
                <a:gd name="connsiteY48" fmla="*/ 953377 h 1343750"/>
                <a:gd name="connsiteX49" fmla="*/ 72581 w 1018111"/>
                <a:gd name="connsiteY49" fmla="*/ 953376 h 1343750"/>
                <a:gd name="connsiteX50" fmla="*/ 72582 w 1018111"/>
                <a:gd name="connsiteY50" fmla="*/ 953376 h 1343750"/>
                <a:gd name="connsiteX51" fmla="*/ 72582 w 1018111"/>
                <a:gd name="connsiteY51" fmla="*/ 953375 h 1343750"/>
                <a:gd name="connsiteX52" fmla="*/ 72583 w 1018111"/>
                <a:gd name="connsiteY52" fmla="*/ 953375 h 1343750"/>
                <a:gd name="connsiteX53" fmla="*/ 144314 w 1018111"/>
                <a:gd name="connsiteY53" fmla="*/ 912832 h 1343750"/>
                <a:gd name="connsiteX54" fmla="*/ 143202 w 1018111"/>
                <a:gd name="connsiteY54" fmla="*/ 912180 h 1343750"/>
                <a:gd name="connsiteX55" fmla="*/ 143202 w 1018111"/>
                <a:gd name="connsiteY55" fmla="*/ 827828 h 1343750"/>
                <a:gd name="connsiteX56" fmla="*/ 143202 w 1018111"/>
                <a:gd name="connsiteY56" fmla="*/ 827828 h 1343750"/>
                <a:gd name="connsiteX57" fmla="*/ 143203 w 1018111"/>
                <a:gd name="connsiteY57" fmla="*/ 827828 h 1343750"/>
                <a:gd name="connsiteX58" fmla="*/ 213851 w 1018111"/>
                <a:gd name="connsiteY58" fmla="*/ 787309 h 1343750"/>
                <a:gd name="connsiteX59" fmla="*/ 215784 w 1018111"/>
                <a:gd name="connsiteY59" fmla="*/ 702281 h 1343750"/>
                <a:gd name="connsiteX60" fmla="*/ 215784 w 1018111"/>
                <a:gd name="connsiteY60" fmla="*/ 702281 h 1343750"/>
                <a:gd name="connsiteX61" fmla="*/ 286405 w 1018111"/>
                <a:gd name="connsiteY61" fmla="*/ 662365 h 1343750"/>
                <a:gd name="connsiteX62" fmla="*/ 286405 w 1018111"/>
                <a:gd name="connsiteY62" fmla="*/ 576733 h 1343750"/>
                <a:gd name="connsiteX63" fmla="*/ 286405 w 1018111"/>
                <a:gd name="connsiteY63" fmla="*/ 576733 h 1343750"/>
                <a:gd name="connsiteX64" fmla="*/ 286406 w 1018111"/>
                <a:gd name="connsiteY64" fmla="*/ 576733 h 1343750"/>
                <a:gd name="connsiteX65" fmla="*/ 357054 w 1018111"/>
                <a:gd name="connsiteY65" fmla="*/ 536214 h 1343750"/>
                <a:gd name="connsiteX66" fmla="*/ 358987 w 1018111"/>
                <a:gd name="connsiteY66" fmla="*/ 451186 h 1343750"/>
                <a:gd name="connsiteX67" fmla="*/ 358986 w 1018111"/>
                <a:gd name="connsiteY67" fmla="*/ 451186 h 1343750"/>
                <a:gd name="connsiteX68" fmla="*/ 429906 w 1018111"/>
                <a:gd name="connsiteY68" fmla="*/ 412128 h 1343750"/>
                <a:gd name="connsiteX69" fmla="*/ 429607 w 1018111"/>
                <a:gd name="connsiteY69" fmla="*/ 411953 h 1343750"/>
                <a:gd name="connsiteX70" fmla="*/ 429607 w 1018111"/>
                <a:gd name="connsiteY70" fmla="*/ 327601 h 1343750"/>
                <a:gd name="connsiteX71" fmla="*/ 737591 w 1018111"/>
                <a:gd name="connsiteY71" fmla="*/ 504152 h 1343750"/>
                <a:gd name="connsiteX72" fmla="*/ 737591 w 1018111"/>
                <a:gd name="connsiteY72" fmla="*/ 504152 h 1343750"/>
                <a:gd name="connsiteX73" fmla="*/ 739568 w 1018111"/>
                <a:gd name="connsiteY73" fmla="*/ 503050 h 1343750"/>
                <a:gd name="connsiteX74" fmla="*/ 429607 w 1018111"/>
                <a:gd name="connsiteY74" fmla="*/ 327600 h 1343750"/>
                <a:gd name="connsiteX75" fmla="*/ 501346 w 1018111"/>
                <a:gd name="connsiteY75" fmla="*/ 287052 h 1343750"/>
                <a:gd name="connsiteX76" fmla="*/ 500227 w 1018111"/>
                <a:gd name="connsiteY76" fmla="*/ 286405 h 1343750"/>
                <a:gd name="connsiteX77" fmla="*/ 502189 w 1018111"/>
                <a:gd name="connsiteY77" fmla="*/ 202053 h 1343750"/>
                <a:gd name="connsiteX78" fmla="*/ 812134 w 1018111"/>
                <a:gd name="connsiteY78" fmla="*/ 378604 h 1343750"/>
                <a:gd name="connsiteX79" fmla="*/ 812134 w 1018111"/>
                <a:gd name="connsiteY79" fmla="*/ 378604 h 1343750"/>
                <a:gd name="connsiteX80" fmla="*/ 502189 w 1018111"/>
                <a:gd name="connsiteY80" fmla="*/ 202052 h 1343750"/>
                <a:gd name="connsiteX81" fmla="*/ 572810 w 1018111"/>
                <a:gd name="connsiteY81" fmla="*/ 162136 h 1343750"/>
                <a:gd name="connsiteX82" fmla="*/ 572810 w 1018111"/>
                <a:gd name="connsiteY82" fmla="*/ 76506 h 1343750"/>
                <a:gd name="connsiteX83" fmla="*/ 880793 w 1018111"/>
                <a:gd name="connsiteY83" fmla="*/ 253056 h 1343750"/>
                <a:gd name="connsiteX84" fmla="*/ 882770 w 1018111"/>
                <a:gd name="connsiteY84" fmla="*/ 251955 h 1343750"/>
                <a:gd name="connsiteX85" fmla="*/ 572810 w 1018111"/>
                <a:gd name="connsiteY85" fmla="*/ 76505 h 1343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018111" h="1343750">
                  <a:moveTo>
                    <a:pt x="448890" y="1091309"/>
                  </a:moveTo>
                  <a:lnTo>
                    <a:pt x="380565" y="1129928"/>
                  </a:lnTo>
                  <a:lnTo>
                    <a:pt x="380565" y="1129928"/>
                  </a:lnTo>
                  <a:lnTo>
                    <a:pt x="448890" y="1091310"/>
                  </a:lnTo>
                  <a:close/>
                  <a:moveTo>
                    <a:pt x="143272" y="827868"/>
                  </a:moveTo>
                  <a:lnTo>
                    <a:pt x="451186" y="1004379"/>
                  </a:lnTo>
                  <a:lnTo>
                    <a:pt x="451186" y="1004380"/>
                  </a:lnTo>
                  <a:lnTo>
                    <a:pt x="453163" y="1003279"/>
                  </a:lnTo>
                  <a:close/>
                  <a:moveTo>
                    <a:pt x="735293" y="591081"/>
                  </a:moveTo>
                  <a:lnTo>
                    <a:pt x="666970" y="629698"/>
                  </a:lnTo>
                  <a:lnTo>
                    <a:pt x="666970" y="629699"/>
                  </a:lnTo>
                  <a:lnTo>
                    <a:pt x="735293" y="591081"/>
                  </a:lnTo>
                  <a:close/>
                  <a:moveTo>
                    <a:pt x="286475" y="576773"/>
                  </a:moveTo>
                  <a:lnTo>
                    <a:pt x="594389" y="753284"/>
                  </a:lnTo>
                  <a:lnTo>
                    <a:pt x="594389" y="753284"/>
                  </a:lnTo>
                  <a:lnTo>
                    <a:pt x="596391" y="752198"/>
                  </a:lnTo>
                  <a:close/>
                  <a:moveTo>
                    <a:pt x="772479" y="570063"/>
                  </a:moveTo>
                  <a:lnTo>
                    <a:pt x="772476" y="570065"/>
                  </a:lnTo>
                  <a:lnTo>
                    <a:pt x="737591" y="589782"/>
                  </a:lnTo>
                  <a:lnTo>
                    <a:pt x="737591" y="589782"/>
                  </a:lnTo>
                  <a:close/>
                  <a:moveTo>
                    <a:pt x="708166" y="0"/>
                  </a:moveTo>
                  <a:lnTo>
                    <a:pt x="1018111" y="176551"/>
                  </a:lnTo>
                  <a:lnTo>
                    <a:pt x="1018109" y="176553"/>
                  </a:lnTo>
                  <a:lnTo>
                    <a:pt x="1018109" y="266788"/>
                  </a:lnTo>
                  <a:lnTo>
                    <a:pt x="945528" y="305153"/>
                  </a:lnTo>
                  <a:lnTo>
                    <a:pt x="945528" y="390374"/>
                  </a:lnTo>
                  <a:lnTo>
                    <a:pt x="874908" y="429838"/>
                  </a:lnTo>
                  <a:lnTo>
                    <a:pt x="874908" y="515922"/>
                  </a:lnTo>
                  <a:lnTo>
                    <a:pt x="802326" y="554287"/>
                  </a:lnTo>
                  <a:lnTo>
                    <a:pt x="802326" y="641469"/>
                  </a:lnTo>
                  <a:lnTo>
                    <a:pt x="731705" y="679338"/>
                  </a:lnTo>
                  <a:lnTo>
                    <a:pt x="731705" y="767017"/>
                  </a:lnTo>
                  <a:lnTo>
                    <a:pt x="659123" y="805382"/>
                  </a:lnTo>
                  <a:lnTo>
                    <a:pt x="659123" y="890603"/>
                  </a:lnTo>
                  <a:lnTo>
                    <a:pt x="588503" y="929495"/>
                  </a:lnTo>
                  <a:lnTo>
                    <a:pt x="588503" y="1016150"/>
                  </a:lnTo>
                  <a:lnTo>
                    <a:pt x="515921" y="1055552"/>
                  </a:lnTo>
                  <a:lnTo>
                    <a:pt x="515921" y="1141698"/>
                  </a:lnTo>
                  <a:lnTo>
                    <a:pt x="445300" y="1179567"/>
                  </a:lnTo>
                  <a:lnTo>
                    <a:pt x="445300" y="1267245"/>
                  </a:lnTo>
                  <a:lnTo>
                    <a:pt x="307984" y="1339827"/>
                  </a:lnTo>
                  <a:lnTo>
                    <a:pt x="307984" y="1343750"/>
                  </a:lnTo>
                  <a:lnTo>
                    <a:pt x="0" y="1163276"/>
                  </a:lnTo>
                  <a:lnTo>
                    <a:pt x="0" y="1076962"/>
                  </a:lnTo>
                  <a:lnTo>
                    <a:pt x="307984" y="1255474"/>
                  </a:lnTo>
                  <a:lnTo>
                    <a:pt x="309972" y="1254367"/>
                  </a:lnTo>
                  <a:lnTo>
                    <a:pt x="0" y="1076962"/>
                  </a:lnTo>
                  <a:lnTo>
                    <a:pt x="70650" y="1036442"/>
                  </a:lnTo>
                  <a:lnTo>
                    <a:pt x="72582" y="953377"/>
                  </a:lnTo>
                  <a:lnTo>
                    <a:pt x="72581" y="953376"/>
                  </a:lnTo>
                  <a:lnTo>
                    <a:pt x="72582" y="953376"/>
                  </a:lnTo>
                  <a:lnTo>
                    <a:pt x="72582" y="953375"/>
                  </a:lnTo>
                  <a:lnTo>
                    <a:pt x="72583" y="953375"/>
                  </a:lnTo>
                  <a:lnTo>
                    <a:pt x="144314" y="912832"/>
                  </a:lnTo>
                  <a:lnTo>
                    <a:pt x="143202" y="912180"/>
                  </a:lnTo>
                  <a:lnTo>
                    <a:pt x="143202" y="827828"/>
                  </a:lnTo>
                  <a:lnTo>
                    <a:pt x="143202" y="827828"/>
                  </a:lnTo>
                  <a:lnTo>
                    <a:pt x="143203" y="827828"/>
                  </a:lnTo>
                  <a:lnTo>
                    <a:pt x="213851" y="787309"/>
                  </a:lnTo>
                  <a:lnTo>
                    <a:pt x="215784" y="702281"/>
                  </a:lnTo>
                  <a:lnTo>
                    <a:pt x="215784" y="702281"/>
                  </a:lnTo>
                  <a:lnTo>
                    <a:pt x="286405" y="662365"/>
                  </a:lnTo>
                  <a:lnTo>
                    <a:pt x="286405" y="576733"/>
                  </a:lnTo>
                  <a:lnTo>
                    <a:pt x="286405" y="576733"/>
                  </a:lnTo>
                  <a:lnTo>
                    <a:pt x="286406" y="576733"/>
                  </a:lnTo>
                  <a:lnTo>
                    <a:pt x="357054" y="536214"/>
                  </a:lnTo>
                  <a:lnTo>
                    <a:pt x="358987" y="451186"/>
                  </a:lnTo>
                  <a:lnTo>
                    <a:pt x="358986" y="451186"/>
                  </a:lnTo>
                  <a:lnTo>
                    <a:pt x="429906" y="412128"/>
                  </a:lnTo>
                  <a:lnTo>
                    <a:pt x="429607" y="411953"/>
                  </a:lnTo>
                  <a:lnTo>
                    <a:pt x="429607" y="327601"/>
                  </a:lnTo>
                  <a:lnTo>
                    <a:pt x="737591" y="504152"/>
                  </a:lnTo>
                  <a:lnTo>
                    <a:pt x="737591" y="504152"/>
                  </a:lnTo>
                  <a:lnTo>
                    <a:pt x="739568" y="503050"/>
                  </a:lnTo>
                  <a:lnTo>
                    <a:pt x="429607" y="327600"/>
                  </a:lnTo>
                  <a:lnTo>
                    <a:pt x="501346" y="287052"/>
                  </a:lnTo>
                  <a:lnTo>
                    <a:pt x="500227" y="286405"/>
                  </a:lnTo>
                  <a:lnTo>
                    <a:pt x="502189" y="202053"/>
                  </a:lnTo>
                  <a:lnTo>
                    <a:pt x="812134" y="378604"/>
                  </a:lnTo>
                  <a:lnTo>
                    <a:pt x="812134" y="378604"/>
                  </a:lnTo>
                  <a:lnTo>
                    <a:pt x="502189" y="202052"/>
                  </a:lnTo>
                  <a:lnTo>
                    <a:pt x="572810" y="162136"/>
                  </a:lnTo>
                  <a:lnTo>
                    <a:pt x="572810" y="76506"/>
                  </a:lnTo>
                  <a:lnTo>
                    <a:pt x="880793" y="253056"/>
                  </a:lnTo>
                  <a:lnTo>
                    <a:pt x="882770" y="251955"/>
                  </a:lnTo>
                  <a:lnTo>
                    <a:pt x="572810" y="76505"/>
                  </a:lnTo>
                  <a:close/>
                </a:path>
              </a:pathLst>
            </a:custGeom>
            <a:solidFill>
              <a:srgbClr val="E4E4E4"/>
            </a:solidFill>
            <a:ln w="9525" cap="flat">
              <a:noFill/>
              <a:prstDash val="solid"/>
              <a:miter lim="800000"/>
              <a:headEnd/>
              <a:tailEnd/>
            </a:ln>
          </p:spPr>
          <p:txBody>
            <a:bodyPr vert="horz" wrap="square" lIns="91440" tIns="45720" rIns="91440" bIns="45720" numCol="1" anchor="t" anchorCtr="0" compatLnSpc="1">
              <a:prstTxWarp prst="textNoShape">
                <a:avLst/>
              </a:prstTxWarp>
              <a:noAutofit/>
            </a:bodyPr>
            <a:lstStyle/>
            <a:p>
              <a:endParaRPr lang="zh-CN" altLang="en-US"/>
            </a:p>
          </p:txBody>
        </p:sp>
        <p:grpSp>
          <p:nvGrpSpPr>
            <p:cNvPr id="115" name="组合 114"/>
            <p:cNvGrpSpPr/>
            <p:nvPr/>
          </p:nvGrpSpPr>
          <p:grpSpPr>
            <a:xfrm>
              <a:off x="4182025" y="3037568"/>
              <a:ext cx="1018111" cy="1343750"/>
              <a:chOff x="2233613" y="2941638"/>
              <a:chExt cx="823913" cy="1087438"/>
            </a:xfrm>
          </p:grpSpPr>
          <p:sp>
            <p:nvSpPr>
              <p:cNvPr id="116" name="Freeform 94"/>
              <p:cNvSpPr>
                <a:spLocks/>
              </p:cNvSpPr>
              <p:nvPr/>
            </p:nvSpPr>
            <p:spPr bwMode="auto">
              <a:xfrm>
                <a:off x="2233613" y="3751263"/>
                <a:ext cx="360363" cy="206375"/>
              </a:xfrm>
              <a:custGeom>
                <a:avLst/>
                <a:gdLst>
                  <a:gd name="T0" fmla="*/ 227 w 227"/>
                  <a:gd name="T1" fmla="*/ 91 h 130"/>
                  <a:gd name="T2" fmla="*/ 68 w 227"/>
                  <a:gd name="T3" fmla="*/ 0 h 130"/>
                  <a:gd name="T4" fmla="*/ 0 w 227"/>
                  <a:gd name="T5" fmla="*/ 39 h 130"/>
                  <a:gd name="T6" fmla="*/ 159 w 227"/>
                  <a:gd name="T7" fmla="*/ 130 h 130"/>
                  <a:gd name="T8" fmla="*/ 227 w 227"/>
                  <a:gd name="T9" fmla="*/ 91 h 130"/>
                </a:gdLst>
                <a:ahLst/>
                <a:cxnLst>
                  <a:cxn ang="0">
                    <a:pos x="T0" y="T1"/>
                  </a:cxn>
                  <a:cxn ang="0">
                    <a:pos x="T2" y="T3"/>
                  </a:cxn>
                  <a:cxn ang="0">
                    <a:pos x="T4" y="T5"/>
                  </a:cxn>
                  <a:cxn ang="0">
                    <a:pos x="T6" y="T7"/>
                  </a:cxn>
                  <a:cxn ang="0">
                    <a:pos x="T8" y="T9"/>
                  </a:cxn>
                </a:cxnLst>
                <a:rect l="0" t="0" r="r" b="b"/>
                <a:pathLst>
                  <a:path w="227" h="130">
                    <a:moveTo>
                      <a:pt x="227" y="91"/>
                    </a:moveTo>
                    <a:lnTo>
                      <a:pt x="68" y="0"/>
                    </a:lnTo>
                    <a:lnTo>
                      <a:pt x="0" y="39"/>
                    </a:lnTo>
                    <a:lnTo>
                      <a:pt x="159" y="130"/>
                    </a:lnTo>
                    <a:lnTo>
                      <a:pt x="227" y="91"/>
                    </a:lnTo>
                    <a:close/>
                  </a:path>
                </a:pathLst>
              </a:custGeom>
              <a:solidFill>
                <a:srgbClr val="E4E4E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17" name="Freeform 95"/>
              <p:cNvSpPr>
                <a:spLocks/>
              </p:cNvSpPr>
              <p:nvPr/>
            </p:nvSpPr>
            <p:spPr bwMode="auto">
              <a:xfrm>
                <a:off x="2482850" y="3895726"/>
                <a:ext cx="111125" cy="130175"/>
              </a:xfrm>
              <a:custGeom>
                <a:avLst/>
                <a:gdLst>
                  <a:gd name="T0" fmla="*/ 70 w 70"/>
                  <a:gd name="T1" fmla="*/ 0 h 82"/>
                  <a:gd name="T2" fmla="*/ 70 w 70"/>
                  <a:gd name="T3" fmla="*/ 45 h 82"/>
                  <a:gd name="T4" fmla="*/ 0 w 70"/>
                  <a:gd name="T5" fmla="*/ 82 h 82"/>
                  <a:gd name="T6" fmla="*/ 0 w 70"/>
                  <a:gd name="T7" fmla="*/ 39 h 82"/>
                  <a:gd name="T8" fmla="*/ 70 w 70"/>
                  <a:gd name="T9" fmla="*/ 0 h 82"/>
                </a:gdLst>
                <a:ahLst/>
                <a:cxnLst>
                  <a:cxn ang="0">
                    <a:pos x="T0" y="T1"/>
                  </a:cxn>
                  <a:cxn ang="0">
                    <a:pos x="T2" y="T3"/>
                  </a:cxn>
                  <a:cxn ang="0">
                    <a:pos x="T4" y="T5"/>
                  </a:cxn>
                  <a:cxn ang="0">
                    <a:pos x="T6" y="T7"/>
                  </a:cxn>
                  <a:cxn ang="0">
                    <a:pos x="T8" y="T9"/>
                  </a:cxn>
                </a:cxnLst>
                <a:rect l="0" t="0" r="r" b="b"/>
                <a:pathLst>
                  <a:path w="70" h="82">
                    <a:moveTo>
                      <a:pt x="70" y="0"/>
                    </a:moveTo>
                    <a:lnTo>
                      <a:pt x="70" y="45"/>
                    </a:lnTo>
                    <a:lnTo>
                      <a:pt x="0" y="82"/>
                    </a:lnTo>
                    <a:lnTo>
                      <a:pt x="0" y="39"/>
                    </a:lnTo>
                    <a:lnTo>
                      <a:pt x="70" y="0"/>
                    </a:lnTo>
                    <a:close/>
                  </a:path>
                </a:pathLst>
              </a:custGeom>
              <a:solidFill>
                <a:schemeClr val="bg1">
                  <a:lumMod val="95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18" name="Freeform 96"/>
              <p:cNvSpPr>
                <a:spLocks/>
              </p:cNvSpPr>
              <p:nvPr/>
            </p:nvSpPr>
            <p:spPr bwMode="auto">
              <a:xfrm>
                <a:off x="2233613" y="3813176"/>
                <a:ext cx="249238" cy="215900"/>
              </a:xfrm>
              <a:custGeom>
                <a:avLst/>
                <a:gdLst>
                  <a:gd name="T0" fmla="*/ 157 w 157"/>
                  <a:gd name="T1" fmla="*/ 91 h 136"/>
                  <a:gd name="T2" fmla="*/ 157 w 157"/>
                  <a:gd name="T3" fmla="*/ 136 h 136"/>
                  <a:gd name="T4" fmla="*/ 0 w 157"/>
                  <a:gd name="T5" fmla="*/ 44 h 136"/>
                  <a:gd name="T6" fmla="*/ 0 w 157"/>
                  <a:gd name="T7" fmla="*/ 0 h 136"/>
                  <a:gd name="T8" fmla="*/ 157 w 157"/>
                  <a:gd name="T9" fmla="*/ 91 h 136"/>
                </a:gdLst>
                <a:ahLst/>
                <a:cxnLst>
                  <a:cxn ang="0">
                    <a:pos x="T0" y="T1"/>
                  </a:cxn>
                  <a:cxn ang="0">
                    <a:pos x="T2" y="T3"/>
                  </a:cxn>
                  <a:cxn ang="0">
                    <a:pos x="T4" y="T5"/>
                  </a:cxn>
                  <a:cxn ang="0">
                    <a:pos x="T6" y="T7"/>
                  </a:cxn>
                  <a:cxn ang="0">
                    <a:pos x="T8" y="T9"/>
                  </a:cxn>
                </a:cxnLst>
                <a:rect l="0" t="0" r="r" b="b"/>
                <a:pathLst>
                  <a:path w="157" h="136">
                    <a:moveTo>
                      <a:pt x="157" y="91"/>
                    </a:moveTo>
                    <a:lnTo>
                      <a:pt x="157" y="136"/>
                    </a:lnTo>
                    <a:lnTo>
                      <a:pt x="0" y="44"/>
                    </a:lnTo>
                    <a:lnTo>
                      <a:pt x="0" y="0"/>
                    </a:lnTo>
                    <a:lnTo>
                      <a:pt x="157" y="91"/>
                    </a:lnTo>
                    <a:close/>
                  </a:path>
                </a:pathLst>
              </a:custGeom>
              <a:solidFill>
                <a:srgbClr val="AFAEB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19" name="Freeform 97"/>
              <p:cNvSpPr>
                <a:spLocks/>
              </p:cNvSpPr>
              <p:nvPr/>
            </p:nvSpPr>
            <p:spPr bwMode="auto">
              <a:xfrm>
                <a:off x="2292350" y="3651251"/>
                <a:ext cx="358775" cy="204788"/>
              </a:xfrm>
              <a:custGeom>
                <a:avLst/>
                <a:gdLst>
                  <a:gd name="T0" fmla="*/ 226 w 226"/>
                  <a:gd name="T1" fmla="*/ 90 h 129"/>
                  <a:gd name="T2" fmla="*/ 69 w 226"/>
                  <a:gd name="T3" fmla="*/ 0 h 129"/>
                  <a:gd name="T4" fmla="*/ 0 w 226"/>
                  <a:gd name="T5" fmla="*/ 39 h 129"/>
                  <a:gd name="T6" fmla="*/ 157 w 226"/>
                  <a:gd name="T7" fmla="*/ 129 h 129"/>
                  <a:gd name="T8" fmla="*/ 226 w 226"/>
                  <a:gd name="T9" fmla="*/ 90 h 129"/>
                </a:gdLst>
                <a:ahLst/>
                <a:cxnLst>
                  <a:cxn ang="0">
                    <a:pos x="T0" y="T1"/>
                  </a:cxn>
                  <a:cxn ang="0">
                    <a:pos x="T2" y="T3"/>
                  </a:cxn>
                  <a:cxn ang="0">
                    <a:pos x="T4" y="T5"/>
                  </a:cxn>
                  <a:cxn ang="0">
                    <a:pos x="T6" y="T7"/>
                  </a:cxn>
                  <a:cxn ang="0">
                    <a:pos x="T8" y="T9"/>
                  </a:cxn>
                </a:cxnLst>
                <a:rect l="0" t="0" r="r" b="b"/>
                <a:pathLst>
                  <a:path w="226" h="129">
                    <a:moveTo>
                      <a:pt x="226" y="90"/>
                    </a:moveTo>
                    <a:lnTo>
                      <a:pt x="69" y="0"/>
                    </a:lnTo>
                    <a:lnTo>
                      <a:pt x="0" y="39"/>
                    </a:lnTo>
                    <a:lnTo>
                      <a:pt x="157" y="129"/>
                    </a:lnTo>
                    <a:lnTo>
                      <a:pt x="226" y="90"/>
                    </a:lnTo>
                    <a:close/>
                  </a:path>
                </a:pathLst>
              </a:custGeom>
              <a:solidFill>
                <a:srgbClr val="E4E4E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20" name="Freeform 98"/>
              <p:cNvSpPr>
                <a:spLocks/>
              </p:cNvSpPr>
              <p:nvPr/>
            </p:nvSpPr>
            <p:spPr bwMode="auto">
              <a:xfrm>
                <a:off x="2541588" y="3794126"/>
                <a:ext cx="109538" cy="130175"/>
              </a:xfrm>
              <a:custGeom>
                <a:avLst/>
                <a:gdLst>
                  <a:gd name="T0" fmla="*/ 69 w 69"/>
                  <a:gd name="T1" fmla="*/ 0 h 82"/>
                  <a:gd name="T2" fmla="*/ 69 w 69"/>
                  <a:gd name="T3" fmla="*/ 45 h 82"/>
                  <a:gd name="T4" fmla="*/ 0 w 69"/>
                  <a:gd name="T5" fmla="*/ 82 h 82"/>
                  <a:gd name="T6" fmla="*/ 0 w 69"/>
                  <a:gd name="T7" fmla="*/ 39 h 82"/>
                  <a:gd name="T8" fmla="*/ 69 w 69"/>
                  <a:gd name="T9" fmla="*/ 0 h 82"/>
                </a:gdLst>
                <a:ahLst/>
                <a:cxnLst>
                  <a:cxn ang="0">
                    <a:pos x="T0" y="T1"/>
                  </a:cxn>
                  <a:cxn ang="0">
                    <a:pos x="T2" y="T3"/>
                  </a:cxn>
                  <a:cxn ang="0">
                    <a:pos x="T4" y="T5"/>
                  </a:cxn>
                  <a:cxn ang="0">
                    <a:pos x="T6" y="T7"/>
                  </a:cxn>
                  <a:cxn ang="0">
                    <a:pos x="T8" y="T9"/>
                  </a:cxn>
                </a:cxnLst>
                <a:rect l="0" t="0" r="r" b="b"/>
                <a:pathLst>
                  <a:path w="69" h="82">
                    <a:moveTo>
                      <a:pt x="69" y="0"/>
                    </a:moveTo>
                    <a:lnTo>
                      <a:pt x="69" y="45"/>
                    </a:lnTo>
                    <a:lnTo>
                      <a:pt x="0" y="82"/>
                    </a:lnTo>
                    <a:lnTo>
                      <a:pt x="0" y="39"/>
                    </a:lnTo>
                    <a:lnTo>
                      <a:pt x="69" y="0"/>
                    </a:lnTo>
                    <a:close/>
                  </a:path>
                </a:pathLst>
              </a:custGeom>
              <a:solidFill>
                <a:schemeClr val="bg1">
                  <a:lumMod val="95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21" name="Freeform 99"/>
              <p:cNvSpPr>
                <a:spLocks/>
              </p:cNvSpPr>
              <p:nvPr/>
            </p:nvSpPr>
            <p:spPr bwMode="auto">
              <a:xfrm>
                <a:off x="2290763" y="3713163"/>
                <a:ext cx="250825" cy="214313"/>
              </a:xfrm>
              <a:custGeom>
                <a:avLst/>
                <a:gdLst>
                  <a:gd name="T0" fmla="*/ 158 w 158"/>
                  <a:gd name="T1" fmla="*/ 90 h 135"/>
                  <a:gd name="T2" fmla="*/ 158 w 158"/>
                  <a:gd name="T3" fmla="*/ 135 h 135"/>
                  <a:gd name="T4" fmla="*/ 0 w 158"/>
                  <a:gd name="T5" fmla="*/ 43 h 135"/>
                  <a:gd name="T6" fmla="*/ 1 w 158"/>
                  <a:gd name="T7" fmla="*/ 0 h 135"/>
                  <a:gd name="T8" fmla="*/ 158 w 158"/>
                  <a:gd name="T9" fmla="*/ 90 h 135"/>
                </a:gdLst>
                <a:ahLst/>
                <a:cxnLst>
                  <a:cxn ang="0">
                    <a:pos x="T0" y="T1"/>
                  </a:cxn>
                  <a:cxn ang="0">
                    <a:pos x="T2" y="T3"/>
                  </a:cxn>
                  <a:cxn ang="0">
                    <a:pos x="T4" y="T5"/>
                  </a:cxn>
                  <a:cxn ang="0">
                    <a:pos x="T6" y="T7"/>
                  </a:cxn>
                  <a:cxn ang="0">
                    <a:pos x="T8" y="T9"/>
                  </a:cxn>
                </a:cxnLst>
                <a:rect l="0" t="0" r="r" b="b"/>
                <a:pathLst>
                  <a:path w="158" h="135">
                    <a:moveTo>
                      <a:pt x="158" y="90"/>
                    </a:moveTo>
                    <a:lnTo>
                      <a:pt x="158" y="135"/>
                    </a:lnTo>
                    <a:lnTo>
                      <a:pt x="0" y="43"/>
                    </a:lnTo>
                    <a:lnTo>
                      <a:pt x="1" y="0"/>
                    </a:lnTo>
                    <a:lnTo>
                      <a:pt x="158" y="90"/>
                    </a:lnTo>
                    <a:close/>
                  </a:path>
                </a:pathLst>
              </a:custGeom>
              <a:solidFill>
                <a:srgbClr val="AFAEB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22" name="Freeform 100"/>
              <p:cNvSpPr>
                <a:spLocks/>
              </p:cNvSpPr>
              <p:nvPr/>
            </p:nvSpPr>
            <p:spPr bwMode="auto">
              <a:xfrm>
                <a:off x="2349500" y="3549651"/>
                <a:ext cx="360363" cy="204788"/>
              </a:xfrm>
              <a:custGeom>
                <a:avLst/>
                <a:gdLst>
                  <a:gd name="T0" fmla="*/ 227 w 227"/>
                  <a:gd name="T1" fmla="*/ 90 h 129"/>
                  <a:gd name="T2" fmla="*/ 68 w 227"/>
                  <a:gd name="T3" fmla="*/ 0 h 129"/>
                  <a:gd name="T4" fmla="*/ 0 w 227"/>
                  <a:gd name="T5" fmla="*/ 39 h 129"/>
                  <a:gd name="T6" fmla="*/ 159 w 227"/>
                  <a:gd name="T7" fmla="*/ 129 h 129"/>
                  <a:gd name="T8" fmla="*/ 227 w 227"/>
                  <a:gd name="T9" fmla="*/ 90 h 129"/>
                </a:gdLst>
                <a:ahLst/>
                <a:cxnLst>
                  <a:cxn ang="0">
                    <a:pos x="T0" y="T1"/>
                  </a:cxn>
                  <a:cxn ang="0">
                    <a:pos x="T2" y="T3"/>
                  </a:cxn>
                  <a:cxn ang="0">
                    <a:pos x="T4" y="T5"/>
                  </a:cxn>
                  <a:cxn ang="0">
                    <a:pos x="T6" y="T7"/>
                  </a:cxn>
                  <a:cxn ang="0">
                    <a:pos x="T8" y="T9"/>
                  </a:cxn>
                </a:cxnLst>
                <a:rect l="0" t="0" r="r" b="b"/>
                <a:pathLst>
                  <a:path w="227" h="129">
                    <a:moveTo>
                      <a:pt x="227" y="90"/>
                    </a:moveTo>
                    <a:lnTo>
                      <a:pt x="68" y="0"/>
                    </a:lnTo>
                    <a:lnTo>
                      <a:pt x="0" y="39"/>
                    </a:lnTo>
                    <a:lnTo>
                      <a:pt x="159" y="129"/>
                    </a:lnTo>
                    <a:lnTo>
                      <a:pt x="227" y="90"/>
                    </a:lnTo>
                    <a:close/>
                  </a:path>
                </a:pathLst>
              </a:custGeom>
              <a:solidFill>
                <a:srgbClr val="E4E4E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23" name="Freeform 101"/>
              <p:cNvSpPr>
                <a:spLocks/>
              </p:cNvSpPr>
              <p:nvPr/>
            </p:nvSpPr>
            <p:spPr bwMode="auto">
              <a:xfrm>
                <a:off x="2598738" y="3692526"/>
                <a:ext cx="111125" cy="131763"/>
              </a:xfrm>
              <a:custGeom>
                <a:avLst/>
                <a:gdLst>
                  <a:gd name="T0" fmla="*/ 70 w 70"/>
                  <a:gd name="T1" fmla="*/ 0 h 83"/>
                  <a:gd name="T2" fmla="*/ 70 w 70"/>
                  <a:gd name="T3" fmla="*/ 45 h 83"/>
                  <a:gd name="T4" fmla="*/ 0 w 70"/>
                  <a:gd name="T5" fmla="*/ 83 h 83"/>
                  <a:gd name="T6" fmla="*/ 0 w 70"/>
                  <a:gd name="T7" fmla="*/ 39 h 83"/>
                  <a:gd name="T8" fmla="*/ 70 w 70"/>
                  <a:gd name="T9" fmla="*/ 0 h 83"/>
                </a:gdLst>
                <a:ahLst/>
                <a:cxnLst>
                  <a:cxn ang="0">
                    <a:pos x="T0" y="T1"/>
                  </a:cxn>
                  <a:cxn ang="0">
                    <a:pos x="T2" y="T3"/>
                  </a:cxn>
                  <a:cxn ang="0">
                    <a:pos x="T4" y="T5"/>
                  </a:cxn>
                  <a:cxn ang="0">
                    <a:pos x="T6" y="T7"/>
                  </a:cxn>
                  <a:cxn ang="0">
                    <a:pos x="T8" y="T9"/>
                  </a:cxn>
                </a:cxnLst>
                <a:rect l="0" t="0" r="r" b="b"/>
                <a:pathLst>
                  <a:path w="70" h="83">
                    <a:moveTo>
                      <a:pt x="70" y="0"/>
                    </a:moveTo>
                    <a:lnTo>
                      <a:pt x="70" y="45"/>
                    </a:lnTo>
                    <a:lnTo>
                      <a:pt x="0" y="83"/>
                    </a:lnTo>
                    <a:lnTo>
                      <a:pt x="0" y="39"/>
                    </a:lnTo>
                    <a:lnTo>
                      <a:pt x="70" y="0"/>
                    </a:lnTo>
                    <a:close/>
                  </a:path>
                </a:pathLst>
              </a:custGeom>
              <a:solidFill>
                <a:schemeClr val="bg1">
                  <a:lumMod val="95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24" name="Freeform 102"/>
              <p:cNvSpPr>
                <a:spLocks/>
              </p:cNvSpPr>
              <p:nvPr/>
            </p:nvSpPr>
            <p:spPr bwMode="auto">
              <a:xfrm>
                <a:off x="2349500" y="3611563"/>
                <a:ext cx="249238" cy="214313"/>
              </a:xfrm>
              <a:custGeom>
                <a:avLst/>
                <a:gdLst>
                  <a:gd name="T0" fmla="*/ 157 w 157"/>
                  <a:gd name="T1" fmla="*/ 90 h 135"/>
                  <a:gd name="T2" fmla="*/ 157 w 157"/>
                  <a:gd name="T3" fmla="*/ 135 h 135"/>
                  <a:gd name="T4" fmla="*/ 0 w 157"/>
                  <a:gd name="T5" fmla="*/ 43 h 135"/>
                  <a:gd name="T6" fmla="*/ 0 w 157"/>
                  <a:gd name="T7" fmla="*/ 0 h 135"/>
                  <a:gd name="T8" fmla="*/ 157 w 157"/>
                  <a:gd name="T9" fmla="*/ 90 h 135"/>
                </a:gdLst>
                <a:ahLst/>
                <a:cxnLst>
                  <a:cxn ang="0">
                    <a:pos x="T0" y="T1"/>
                  </a:cxn>
                  <a:cxn ang="0">
                    <a:pos x="T2" y="T3"/>
                  </a:cxn>
                  <a:cxn ang="0">
                    <a:pos x="T4" y="T5"/>
                  </a:cxn>
                  <a:cxn ang="0">
                    <a:pos x="T6" y="T7"/>
                  </a:cxn>
                  <a:cxn ang="0">
                    <a:pos x="T8" y="T9"/>
                  </a:cxn>
                </a:cxnLst>
                <a:rect l="0" t="0" r="r" b="b"/>
                <a:pathLst>
                  <a:path w="157" h="135">
                    <a:moveTo>
                      <a:pt x="157" y="90"/>
                    </a:moveTo>
                    <a:lnTo>
                      <a:pt x="157" y="135"/>
                    </a:lnTo>
                    <a:lnTo>
                      <a:pt x="0" y="43"/>
                    </a:lnTo>
                    <a:lnTo>
                      <a:pt x="0" y="0"/>
                    </a:lnTo>
                    <a:lnTo>
                      <a:pt x="157" y="90"/>
                    </a:lnTo>
                    <a:close/>
                  </a:path>
                </a:pathLst>
              </a:custGeom>
              <a:solidFill>
                <a:srgbClr val="AFAEB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25" name="Freeform 103"/>
              <p:cNvSpPr>
                <a:spLocks/>
              </p:cNvSpPr>
              <p:nvPr/>
            </p:nvSpPr>
            <p:spPr bwMode="auto">
              <a:xfrm>
                <a:off x="2408238" y="3448051"/>
                <a:ext cx="358775" cy="204788"/>
              </a:xfrm>
              <a:custGeom>
                <a:avLst/>
                <a:gdLst>
                  <a:gd name="T0" fmla="*/ 226 w 226"/>
                  <a:gd name="T1" fmla="*/ 90 h 129"/>
                  <a:gd name="T2" fmla="*/ 69 w 226"/>
                  <a:gd name="T3" fmla="*/ 0 h 129"/>
                  <a:gd name="T4" fmla="*/ 0 w 226"/>
                  <a:gd name="T5" fmla="*/ 39 h 129"/>
                  <a:gd name="T6" fmla="*/ 157 w 226"/>
                  <a:gd name="T7" fmla="*/ 129 h 129"/>
                  <a:gd name="T8" fmla="*/ 226 w 226"/>
                  <a:gd name="T9" fmla="*/ 90 h 129"/>
                </a:gdLst>
                <a:ahLst/>
                <a:cxnLst>
                  <a:cxn ang="0">
                    <a:pos x="T0" y="T1"/>
                  </a:cxn>
                  <a:cxn ang="0">
                    <a:pos x="T2" y="T3"/>
                  </a:cxn>
                  <a:cxn ang="0">
                    <a:pos x="T4" y="T5"/>
                  </a:cxn>
                  <a:cxn ang="0">
                    <a:pos x="T6" y="T7"/>
                  </a:cxn>
                  <a:cxn ang="0">
                    <a:pos x="T8" y="T9"/>
                  </a:cxn>
                </a:cxnLst>
                <a:rect l="0" t="0" r="r" b="b"/>
                <a:pathLst>
                  <a:path w="226" h="129">
                    <a:moveTo>
                      <a:pt x="226" y="90"/>
                    </a:moveTo>
                    <a:lnTo>
                      <a:pt x="69" y="0"/>
                    </a:lnTo>
                    <a:lnTo>
                      <a:pt x="0" y="39"/>
                    </a:lnTo>
                    <a:lnTo>
                      <a:pt x="157" y="129"/>
                    </a:lnTo>
                    <a:lnTo>
                      <a:pt x="226" y="90"/>
                    </a:lnTo>
                    <a:close/>
                  </a:path>
                </a:pathLst>
              </a:custGeom>
              <a:solidFill>
                <a:srgbClr val="E4E4E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26" name="Freeform 104"/>
              <p:cNvSpPr>
                <a:spLocks/>
              </p:cNvSpPr>
              <p:nvPr/>
            </p:nvSpPr>
            <p:spPr bwMode="auto">
              <a:xfrm>
                <a:off x="2657475" y="3590926"/>
                <a:ext cx="109538" cy="131763"/>
              </a:xfrm>
              <a:custGeom>
                <a:avLst/>
                <a:gdLst>
                  <a:gd name="T0" fmla="*/ 69 w 69"/>
                  <a:gd name="T1" fmla="*/ 0 h 83"/>
                  <a:gd name="T2" fmla="*/ 69 w 69"/>
                  <a:gd name="T3" fmla="*/ 45 h 83"/>
                  <a:gd name="T4" fmla="*/ 0 w 69"/>
                  <a:gd name="T5" fmla="*/ 83 h 83"/>
                  <a:gd name="T6" fmla="*/ 0 w 69"/>
                  <a:gd name="T7" fmla="*/ 39 h 83"/>
                  <a:gd name="T8" fmla="*/ 69 w 69"/>
                  <a:gd name="T9" fmla="*/ 0 h 83"/>
                </a:gdLst>
                <a:ahLst/>
                <a:cxnLst>
                  <a:cxn ang="0">
                    <a:pos x="T0" y="T1"/>
                  </a:cxn>
                  <a:cxn ang="0">
                    <a:pos x="T2" y="T3"/>
                  </a:cxn>
                  <a:cxn ang="0">
                    <a:pos x="T4" y="T5"/>
                  </a:cxn>
                  <a:cxn ang="0">
                    <a:pos x="T6" y="T7"/>
                  </a:cxn>
                  <a:cxn ang="0">
                    <a:pos x="T8" y="T9"/>
                  </a:cxn>
                </a:cxnLst>
                <a:rect l="0" t="0" r="r" b="b"/>
                <a:pathLst>
                  <a:path w="69" h="83">
                    <a:moveTo>
                      <a:pt x="69" y="0"/>
                    </a:moveTo>
                    <a:lnTo>
                      <a:pt x="69" y="45"/>
                    </a:lnTo>
                    <a:lnTo>
                      <a:pt x="0" y="83"/>
                    </a:lnTo>
                    <a:lnTo>
                      <a:pt x="0" y="39"/>
                    </a:lnTo>
                    <a:lnTo>
                      <a:pt x="69" y="0"/>
                    </a:lnTo>
                    <a:close/>
                  </a:path>
                </a:pathLst>
              </a:custGeom>
              <a:solidFill>
                <a:schemeClr val="bg1">
                  <a:lumMod val="95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27" name="Freeform 105"/>
              <p:cNvSpPr>
                <a:spLocks/>
              </p:cNvSpPr>
              <p:nvPr/>
            </p:nvSpPr>
            <p:spPr bwMode="auto">
              <a:xfrm>
                <a:off x="2406650" y="3509963"/>
                <a:ext cx="250825" cy="214313"/>
              </a:xfrm>
              <a:custGeom>
                <a:avLst/>
                <a:gdLst>
                  <a:gd name="T0" fmla="*/ 158 w 158"/>
                  <a:gd name="T1" fmla="*/ 90 h 135"/>
                  <a:gd name="T2" fmla="*/ 158 w 158"/>
                  <a:gd name="T3" fmla="*/ 135 h 135"/>
                  <a:gd name="T4" fmla="*/ 0 w 158"/>
                  <a:gd name="T5" fmla="*/ 44 h 135"/>
                  <a:gd name="T6" fmla="*/ 1 w 158"/>
                  <a:gd name="T7" fmla="*/ 0 h 135"/>
                  <a:gd name="T8" fmla="*/ 158 w 158"/>
                  <a:gd name="T9" fmla="*/ 90 h 135"/>
                </a:gdLst>
                <a:ahLst/>
                <a:cxnLst>
                  <a:cxn ang="0">
                    <a:pos x="T0" y="T1"/>
                  </a:cxn>
                  <a:cxn ang="0">
                    <a:pos x="T2" y="T3"/>
                  </a:cxn>
                  <a:cxn ang="0">
                    <a:pos x="T4" y="T5"/>
                  </a:cxn>
                  <a:cxn ang="0">
                    <a:pos x="T6" y="T7"/>
                  </a:cxn>
                  <a:cxn ang="0">
                    <a:pos x="T8" y="T9"/>
                  </a:cxn>
                </a:cxnLst>
                <a:rect l="0" t="0" r="r" b="b"/>
                <a:pathLst>
                  <a:path w="158" h="135">
                    <a:moveTo>
                      <a:pt x="158" y="90"/>
                    </a:moveTo>
                    <a:lnTo>
                      <a:pt x="158" y="135"/>
                    </a:lnTo>
                    <a:lnTo>
                      <a:pt x="0" y="44"/>
                    </a:lnTo>
                    <a:lnTo>
                      <a:pt x="1" y="0"/>
                    </a:lnTo>
                    <a:lnTo>
                      <a:pt x="158" y="90"/>
                    </a:lnTo>
                    <a:close/>
                  </a:path>
                </a:pathLst>
              </a:custGeom>
              <a:solidFill>
                <a:srgbClr val="AFAEB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28" name="Freeform 106"/>
              <p:cNvSpPr>
                <a:spLocks/>
              </p:cNvSpPr>
              <p:nvPr/>
            </p:nvSpPr>
            <p:spPr bwMode="auto">
              <a:xfrm>
                <a:off x="2465388" y="3346451"/>
                <a:ext cx="360363" cy="204788"/>
              </a:xfrm>
              <a:custGeom>
                <a:avLst/>
                <a:gdLst>
                  <a:gd name="T0" fmla="*/ 227 w 227"/>
                  <a:gd name="T1" fmla="*/ 91 h 129"/>
                  <a:gd name="T2" fmla="*/ 68 w 227"/>
                  <a:gd name="T3" fmla="*/ 0 h 129"/>
                  <a:gd name="T4" fmla="*/ 0 w 227"/>
                  <a:gd name="T5" fmla="*/ 39 h 129"/>
                  <a:gd name="T6" fmla="*/ 159 w 227"/>
                  <a:gd name="T7" fmla="*/ 129 h 129"/>
                  <a:gd name="T8" fmla="*/ 227 w 227"/>
                  <a:gd name="T9" fmla="*/ 91 h 129"/>
                </a:gdLst>
                <a:ahLst/>
                <a:cxnLst>
                  <a:cxn ang="0">
                    <a:pos x="T0" y="T1"/>
                  </a:cxn>
                  <a:cxn ang="0">
                    <a:pos x="T2" y="T3"/>
                  </a:cxn>
                  <a:cxn ang="0">
                    <a:pos x="T4" y="T5"/>
                  </a:cxn>
                  <a:cxn ang="0">
                    <a:pos x="T6" y="T7"/>
                  </a:cxn>
                  <a:cxn ang="0">
                    <a:pos x="T8" y="T9"/>
                  </a:cxn>
                </a:cxnLst>
                <a:rect l="0" t="0" r="r" b="b"/>
                <a:pathLst>
                  <a:path w="227" h="129">
                    <a:moveTo>
                      <a:pt x="227" y="91"/>
                    </a:moveTo>
                    <a:lnTo>
                      <a:pt x="68" y="0"/>
                    </a:lnTo>
                    <a:lnTo>
                      <a:pt x="0" y="39"/>
                    </a:lnTo>
                    <a:lnTo>
                      <a:pt x="159" y="129"/>
                    </a:lnTo>
                    <a:lnTo>
                      <a:pt x="227" y="91"/>
                    </a:lnTo>
                    <a:close/>
                  </a:path>
                </a:pathLst>
              </a:custGeom>
              <a:solidFill>
                <a:srgbClr val="E4E4E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29" name="Freeform 107"/>
              <p:cNvSpPr>
                <a:spLocks/>
              </p:cNvSpPr>
              <p:nvPr/>
            </p:nvSpPr>
            <p:spPr bwMode="auto">
              <a:xfrm>
                <a:off x="2714625" y="3490913"/>
                <a:ext cx="111125" cy="130175"/>
              </a:xfrm>
              <a:custGeom>
                <a:avLst/>
                <a:gdLst>
                  <a:gd name="T0" fmla="*/ 70 w 70"/>
                  <a:gd name="T1" fmla="*/ 0 h 82"/>
                  <a:gd name="T2" fmla="*/ 70 w 70"/>
                  <a:gd name="T3" fmla="*/ 45 h 82"/>
                  <a:gd name="T4" fmla="*/ 0 w 70"/>
                  <a:gd name="T5" fmla="*/ 82 h 82"/>
                  <a:gd name="T6" fmla="*/ 0 w 70"/>
                  <a:gd name="T7" fmla="*/ 38 h 82"/>
                  <a:gd name="T8" fmla="*/ 70 w 70"/>
                  <a:gd name="T9" fmla="*/ 0 h 82"/>
                </a:gdLst>
                <a:ahLst/>
                <a:cxnLst>
                  <a:cxn ang="0">
                    <a:pos x="T0" y="T1"/>
                  </a:cxn>
                  <a:cxn ang="0">
                    <a:pos x="T2" y="T3"/>
                  </a:cxn>
                  <a:cxn ang="0">
                    <a:pos x="T4" y="T5"/>
                  </a:cxn>
                  <a:cxn ang="0">
                    <a:pos x="T6" y="T7"/>
                  </a:cxn>
                  <a:cxn ang="0">
                    <a:pos x="T8" y="T9"/>
                  </a:cxn>
                </a:cxnLst>
                <a:rect l="0" t="0" r="r" b="b"/>
                <a:pathLst>
                  <a:path w="70" h="82">
                    <a:moveTo>
                      <a:pt x="70" y="0"/>
                    </a:moveTo>
                    <a:lnTo>
                      <a:pt x="70" y="45"/>
                    </a:lnTo>
                    <a:lnTo>
                      <a:pt x="0" y="82"/>
                    </a:lnTo>
                    <a:lnTo>
                      <a:pt x="0" y="38"/>
                    </a:lnTo>
                    <a:lnTo>
                      <a:pt x="70" y="0"/>
                    </a:lnTo>
                    <a:close/>
                  </a:path>
                </a:pathLst>
              </a:custGeom>
              <a:solidFill>
                <a:schemeClr val="bg1">
                  <a:lumMod val="95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30" name="Freeform 108"/>
              <p:cNvSpPr>
                <a:spLocks/>
              </p:cNvSpPr>
              <p:nvPr/>
            </p:nvSpPr>
            <p:spPr bwMode="auto">
              <a:xfrm>
                <a:off x="2465388" y="3408363"/>
                <a:ext cx="249238" cy="215900"/>
              </a:xfrm>
              <a:custGeom>
                <a:avLst/>
                <a:gdLst>
                  <a:gd name="T0" fmla="*/ 157 w 157"/>
                  <a:gd name="T1" fmla="*/ 90 h 136"/>
                  <a:gd name="T2" fmla="*/ 157 w 157"/>
                  <a:gd name="T3" fmla="*/ 136 h 136"/>
                  <a:gd name="T4" fmla="*/ 0 w 157"/>
                  <a:gd name="T5" fmla="*/ 44 h 136"/>
                  <a:gd name="T6" fmla="*/ 0 w 157"/>
                  <a:gd name="T7" fmla="*/ 0 h 136"/>
                  <a:gd name="T8" fmla="*/ 157 w 157"/>
                  <a:gd name="T9" fmla="*/ 90 h 136"/>
                </a:gdLst>
                <a:ahLst/>
                <a:cxnLst>
                  <a:cxn ang="0">
                    <a:pos x="T0" y="T1"/>
                  </a:cxn>
                  <a:cxn ang="0">
                    <a:pos x="T2" y="T3"/>
                  </a:cxn>
                  <a:cxn ang="0">
                    <a:pos x="T4" y="T5"/>
                  </a:cxn>
                  <a:cxn ang="0">
                    <a:pos x="T6" y="T7"/>
                  </a:cxn>
                  <a:cxn ang="0">
                    <a:pos x="T8" y="T9"/>
                  </a:cxn>
                </a:cxnLst>
                <a:rect l="0" t="0" r="r" b="b"/>
                <a:pathLst>
                  <a:path w="157" h="136">
                    <a:moveTo>
                      <a:pt x="157" y="90"/>
                    </a:moveTo>
                    <a:lnTo>
                      <a:pt x="157" y="136"/>
                    </a:lnTo>
                    <a:lnTo>
                      <a:pt x="0" y="44"/>
                    </a:lnTo>
                    <a:lnTo>
                      <a:pt x="0" y="0"/>
                    </a:lnTo>
                    <a:lnTo>
                      <a:pt x="157" y="90"/>
                    </a:lnTo>
                    <a:close/>
                  </a:path>
                </a:pathLst>
              </a:custGeom>
              <a:solidFill>
                <a:srgbClr val="AFAEB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31" name="Freeform 109"/>
              <p:cNvSpPr>
                <a:spLocks/>
              </p:cNvSpPr>
              <p:nvPr/>
            </p:nvSpPr>
            <p:spPr bwMode="auto">
              <a:xfrm>
                <a:off x="2524125" y="3246438"/>
                <a:ext cx="358775" cy="204788"/>
              </a:xfrm>
              <a:custGeom>
                <a:avLst/>
                <a:gdLst>
                  <a:gd name="T0" fmla="*/ 226 w 226"/>
                  <a:gd name="T1" fmla="*/ 90 h 129"/>
                  <a:gd name="T2" fmla="*/ 69 w 226"/>
                  <a:gd name="T3" fmla="*/ 0 h 129"/>
                  <a:gd name="T4" fmla="*/ 0 w 226"/>
                  <a:gd name="T5" fmla="*/ 38 h 129"/>
                  <a:gd name="T6" fmla="*/ 157 w 226"/>
                  <a:gd name="T7" fmla="*/ 129 h 129"/>
                  <a:gd name="T8" fmla="*/ 226 w 226"/>
                  <a:gd name="T9" fmla="*/ 90 h 129"/>
                </a:gdLst>
                <a:ahLst/>
                <a:cxnLst>
                  <a:cxn ang="0">
                    <a:pos x="T0" y="T1"/>
                  </a:cxn>
                  <a:cxn ang="0">
                    <a:pos x="T2" y="T3"/>
                  </a:cxn>
                  <a:cxn ang="0">
                    <a:pos x="T4" y="T5"/>
                  </a:cxn>
                  <a:cxn ang="0">
                    <a:pos x="T6" y="T7"/>
                  </a:cxn>
                  <a:cxn ang="0">
                    <a:pos x="T8" y="T9"/>
                  </a:cxn>
                </a:cxnLst>
                <a:rect l="0" t="0" r="r" b="b"/>
                <a:pathLst>
                  <a:path w="226" h="129">
                    <a:moveTo>
                      <a:pt x="226" y="90"/>
                    </a:moveTo>
                    <a:lnTo>
                      <a:pt x="69" y="0"/>
                    </a:lnTo>
                    <a:lnTo>
                      <a:pt x="0" y="38"/>
                    </a:lnTo>
                    <a:lnTo>
                      <a:pt x="157" y="129"/>
                    </a:lnTo>
                    <a:lnTo>
                      <a:pt x="226" y="90"/>
                    </a:lnTo>
                    <a:close/>
                  </a:path>
                </a:pathLst>
              </a:custGeom>
              <a:solidFill>
                <a:srgbClr val="E4E4E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32" name="Freeform 110"/>
              <p:cNvSpPr>
                <a:spLocks/>
              </p:cNvSpPr>
              <p:nvPr/>
            </p:nvSpPr>
            <p:spPr bwMode="auto">
              <a:xfrm>
                <a:off x="2773363" y="3389313"/>
                <a:ext cx="109538" cy="130175"/>
              </a:xfrm>
              <a:custGeom>
                <a:avLst/>
                <a:gdLst>
                  <a:gd name="T0" fmla="*/ 69 w 69"/>
                  <a:gd name="T1" fmla="*/ 0 h 82"/>
                  <a:gd name="T2" fmla="*/ 69 w 69"/>
                  <a:gd name="T3" fmla="*/ 45 h 82"/>
                  <a:gd name="T4" fmla="*/ 0 w 69"/>
                  <a:gd name="T5" fmla="*/ 82 h 82"/>
                  <a:gd name="T6" fmla="*/ 0 w 69"/>
                  <a:gd name="T7" fmla="*/ 39 h 82"/>
                  <a:gd name="T8" fmla="*/ 69 w 69"/>
                  <a:gd name="T9" fmla="*/ 0 h 82"/>
                </a:gdLst>
                <a:ahLst/>
                <a:cxnLst>
                  <a:cxn ang="0">
                    <a:pos x="T0" y="T1"/>
                  </a:cxn>
                  <a:cxn ang="0">
                    <a:pos x="T2" y="T3"/>
                  </a:cxn>
                  <a:cxn ang="0">
                    <a:pos x="T4" y="T5"/>
                  </a:cxn>
                  <a:cxn ang="0">
                    <a:pos x="T6" y="T7"/>
                  </a:cxn>
                  <a:cxn ang="0">
                    <a:pos x="T8" y="T9"/>
                  </a:cxn>
                </a:cxnLst>
                <a:rect l="0" t="0" r="r" b="b"/>
                <a:pathLst>
                  <a:path w="69" h="82">
                    <a:moveTo>
                      <a:pt x="69" y="0"/>
                    </a:moveTo>
                    <a:lnTo>
                      <a:pt x="69" y="45"/>
                    </a:lnTo>
                    <a:lnTo>
                      <a:pt x="0" y="82"/>
                    </a:lnTo>
                    <a:lnTo>
                      <a:pt x="0" y="39"/>
                    </a:lnTo>
                    <a:lnTo>
                      <a:pt x="69" y="0"/>
                    </a:lnTo>
                    <a:close/>
                  </a:path>
                </a:pathLst>
              </a:custGeom>
              <a:solidFill>
                <a:schemeClr val="bg1">
                  <a:lumMod val="95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33" name="Freeform 111"/>
              <p:cNvSpPr>
                <a:spLocks/>
              </p:cNvSpPr>
              <p:nvPr/>
            </p:nvSpPr>
            <p:spPr bwMode="auto">
              <a:xfrm>
                <a:off x="2522538" y="3306763"/>
                <a:ext cx="250825" cy="215900"/>
              </a:xfrm>
              <a:custGeom>
                <a:avLst/>
                <a:gdLst>
                  <a:gd name="T0" fmla="*/ 158 w 158"/>
                  <a:gd name="T1" fmla="*/ 91 h 136"/>
                  <a:gd name="T2" fmla="*/ 158 w 158"/>
                  <a:gd name="T3" fmla="*/ 136 h 136"/>
                  <a:gd name="T4" fmla="*/ 0 w 158"/>
                  <a:gd name="T5" fmla="*/ 44 h 136"/>
                  <a:gd name="T6" fmla="*/ 1 w 158"/>
                  <a:gd name="T7" fmla="*/ 0 h 136"/>
                  <a:gd name="T8" fmla="*/ 158 w 158"/>
                  <a:gd name="T9" fmla="*/ 91 h 136"/>
                </a:gdLst>
                <a:ahLst/>
                <a:cxnLst>
                  <a:cxn ang="0">
                    <a:pos x="T0" y="T1"/>
                  </a:cxn>
                  <a:cxn ang="0">
                    <a:pos x="T2" y="T3"/>
                  </a:cxn>
                  <a:cxn ang="0">
                    <a:pos x="T4" y="T5"/>
                  </a:cxn>
                  <a:cxn ang="0">
                    <a:pos x="T6" y="T7"/>
                  </a:cxn>
                  <a:cxn ang="0">
                    <a:pos x="T8" y="T9"/>
                  </a:cxn>
                </a:cxnLst>
                <a:rect l="0" t="0" r="r" b="b"/>
                <a:pathLst>
                  <a:path w="158" h="136">
                    <a:moveTo>
                      <a:pt x="158" y="91"/>
                    </a:moveTo>
                    <a:lnTo>
                      <a:pt x="158" y="136"/>
                    </a:lnTo>
                    <a:lnTo>
                      <a:pt x="0" y="44"/>
                    </a:lnTo>
                    <a:lnTo>
                      <a:pt x="1" y="0"/>
                    </a:lnTo>
                    <a:lnTo>
                      <a:pt x="158" y="91"/>
                    </a:lnTo>
                    <a:close/>
                  </a:path>
                </a:pathLst>
              </a:custGeom>
              <a:solidFill>
                <a:srgbClr val="AFAEB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34" name="Freeform 112"/>
              <p:cNvSpPr>
                <a:spLocks/>
              </p:cNvSpPr>
              <p:nvPr/>
            </p:nvSpPr>
            <p:spPr bwMode="auto">
              <a:xfrm>
                <a:off x="2581275" y="3144838"/>
                <a:ext cx="360363" cy="204788"/>
              </a:xfrm>
              <a:custGeom>
                <a:avLst/>
                <a:gdLst>
                  <a:gd name="T0" fmla="*/ 227 w 227"/>
                  <a:gd name="T1" fmla="*/ 90 h 129"/>
                  <a:gd name="T2" fmla="*/ 69 w 227"/>
                  <a:gd name="T3" fmla="*/ 0 h 129"/>
                  <a:gd name="T4" fmla="*/ 0 w 227"/>
                  <a:gd name="T5" fmla="*/ 39 h 129"/>
                  <a:gd name="T6" fmla="*/ 159 w 227"/>
                  <a:gd name="T7" fmla="*/ 129 h 129"/>
                  <a:gd name="T8" fmla="*/ 227 w 227"/>
                  <a:gd name="T9" fmla="*/ 90 h 129"/>
                </a:gdLst>
                <a:ahLst/>
                <a:cxnLst>
                  <a:cxn ang="0">
                    <a:pos x="T0" y="T1"/>
                  </a:cxn>
                  <a:cxn ang="0">
                    <a:pos x="T2" y="T3"/>
                  </a:cxn>
                  <a:cxn ang="0">
                    <a:pos x="T4" y="T5"/>
                  </a:cxn>
                  <a:cxn ang="0">
                    <a:pos x="T6" y="T7"/>
                  </a:cxn>
                  <a:cxn ang="0">
                    <a:pos x="T8" y="T9"/>
                  </a:cxn>
                </a:cxnLst>
                <a:rect l="0" t="0" r="r" b="b"/>
                <a:pathLst>
                  <a:path w="227" h="129">
                    <a:moveTo>
                      <a:pt x="227" y="90"/>
                    </a:moveTo>
                    <a:lnTo>
                      <a:pt x="69" y="0"/>
                    </a:lnTo>
                    <a:lnTo>
                      <a:pt x="0" y="39"/>
                    </a:lnTo>
                    <a:lnTo>
                      <a:pt x="159" y="129"/>
                    </a:lnTo>
                    <a:lnTo>
                      <a:pt x="227" y="90"/>
                    </a:lnTo>
                    <a:close/>
                  </a:path>
                </a:pathLst>
              </a:custGeom>
              <a:solidFill>
                <a:srgbClr val="E4E4E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35" name="Freeform 113"/>
              <p:cNvSpPr>
                <a:spLocks/>
              </p:cNvSpPr>
              <p:nvPr/>
            </p:nvSpPr>
            <p:spPr bwMode="auto">
              <a:xfrm>
                <a:off x="2830513" y="3287713"/>
                <a:ext cx="111125" cy="130175"/>
              </a:xfrm>
              <a:custGeom>
                <a:avLst/>
                <a:gdLst>
                  <a:gd name="T0" fmla="*/ 70 w 70"/>
                  <a:gd name="T1" fmla="*/ 0 h 82"/>
                  <a:gd name="T2" fmla="*/ 70 w 70"/>
                  <a:gd name="T3" fmla="*/ 45 h 82"/>
                  <a:gd name="T4" fmla="*/ 0 w 70"/>
                  <a:gd name="T5" fmla="*/ 82 h 82"/>
                  <a:gd name="T6" fmla="*/ 0 w 70"/>
                  <a:gd name="T7" fmla="*/ 39 h 82"/>
                  <a:gd name="T8" fmla="*/ 70 w 70"/>
                  <a:gd name="T9" fmla="*/ 0 h 82"/>
                </a:gdLst>
                <a:ahLst/>
                <a:cxnLst>
                  <a:cxn ang="0">
                    <a:pos x="T0" y="T1"/>
                  </a:cxn>
                  <a:cxn ang="0">
                    <a:pos x="T2" y="T3"/>
                  </a:cxn>
                  <a:cxn ang="0">
                    <a:pos x="T4" y="T5"/>
                  </a:cxn>
                  <a:cxn ang="0">
                    <a:pos x="T6" y="T7"/>
                  </a:cxn>
                  <a:cxn ang="0">
                    <a:pos x="T8" y="T9"/>
                  </a:cxn>
                </a:cxnLst>
                <a:rect l="0" t="0" r="r" b="b"/>
                <a:pathLst>
                  <a:path w="70" h="82">
                    <a:moveTo>
                      <a:pt x="70" y="0"/>
                    </a:moveTo>
                    <a:lnTo>
                      <a:pt x="70" y="45"/>
                    </a:lnTo>
                    <a:lnTo>
                      <a:pt x="0" y="82"/>
                    </a:lnTo>
                    <a:lnTo>
                      <a:pt x="0" y="39"/>
                    </a:lnTo>
                    <a:lnTo>
                      <a:pt x="70" y="0"/>
                    </a:lnTo>
                    <a:close/>
                  </a:path>
                </a:pathLst>
              </a:custGeom>
              <a:solidFill>
                <a:schemeClr val="bg1">
                  <a:lumMod val="95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36" name="Freeform 114"/>
              <p:cNvSpPr>
                <a:spLocks/>
              </p:cNvSpPr>
              <p:nvPr/>
            </p:nvSpPr>
            <p:spPr bwMode="auto">
              <a:xfrm>
                <a:off x="2581275" y="3206751"/>
                <a:ext cx="249238" cy="214313"/>
              </a:xfrm>
              <a:custGeom>
                <a:avLst/>
                <a:gdLst>
                  <a:gd name="T0" fmla="*/ 157 w 157"/>
                  <a:gd name="T1" fmla="*/ 90 h 135"/>
                  <a:gd name="T2" fmla="*/ 157 w 157"/>
                  <a:gd name="T3" fmla="*/ 135 h 135"/>
                  <a:gd name="T4" fmla="*/ 0 w 157"/>
                  <a:gd name="T5" fmla="*/ 43 h 135"/>
                  <a:gd name="T6" fmla="*/ 0 w 157"/>
                  <a:gd name="T7" fmla="*/ 0 h 135"/>
                  <a:gd name="T8" fmla="*/ 157 w 157"/>
                  <a:gd name="T9" fmla="*/ 90 h 135"/>
                </a:gdLst>
                <a:ahLst/>
                <a:cxnLst>
                  <a:cxn ang="0">
                    <a:pos x="T0" y="T1"/>
                  </a:cxn>
                  <a:cxn ang="0">
                    <a:pos x="T2" y="T3"/>
                  </a:cxn>
                  <a:cxn ang="0">
                    <a:pos x="T4" y="T5"/>
                  </a:cxn>
                  <a:cxn ang="0">
                    <a:pos x="T6" y="T7"/>
                  </a:cxn>
                  <a:cxn ang="0">
                    <a:pos x="T8" y="T9"/>
                  </a:cxn>
                </a:cxnLst>
                <a:rect l="0" t="0" r="r" b="b"/>
                <a:pathLst>
                  <a:path w="157" h="135">
                    <a:moveTo>
                      <a:pt x="157" y="90"/>
                    </a:moveTo>
                    <a:lnTo>
                      <a:pt x="157" y="135"/>
                    </a:lnTo>
                    <a:lnTo>
                      <a:pt x="0" y="43"/>
                    </a:lnTo>
                    <a:lnTo>
                      <a:pt x="0" y="0"/>
                    </a:lnTo>
                    <a:lnTo>
                      <a:pt x="157" y="90"/>
                    </a:lnTo>
                    <a:close/>
                  </a:path>
                </a:pathLst>
              </a:custGeom>
              <a:solidFill>
                <a:srgbClr val="AFAEB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37" name="Freeform 115"/>
              <p:cNvSpPr>
                <a:spLocks/>
              </p:cNvSpPr>
              <p:nvPr/>
            </p:nvSpPr>
            <p:spPr bwMode="auto">
              <a:xfrm>
                <a:off x="2640013" y="3043238"/>
                <a:ext cx="358775" cy="204788"/>
              </a:xfrm>
              <a:custGeom>
                <a:avLst/>
                <a:gdLst>
                  <a:gd name="T0" fmla="*/ 226 w 226"/>
                  <a:gd name="T1" fmla="*/ 90 h 129"/>
                  <a:gd name="T2" fmla="*/ 69 w 226"/>
                  <a:gd name="T3" fmla="*/ 0 h 129"/>
                  <a:gd name="T4" fmla="*/ 0 w 226"/>
                  <a:gd name="T5" fmla="*/ 39 h 129"/>
                  <a:gd name="T6" fmla="*/ 158 w 226"/>
                  <a:gd name="T7" fmla="*/ 129 h 129"/>
                  <a:gd name="T8" fmla="*/ 226 w 226"/>
                  <a:gd name="T9" fmla="*/ 90 h 129"/>
                </a:gdLst>
                <a:ahLst/>
                <a:cxnLst>
                  <a:cxn ang="0">
                    <a:pos x="T0" y="T1"/>
                  </a:cxn>
                  <a:cxn ang="0">
                    <a:pos x="T2" y="T3"/>
                  </a:cxn>
                  <a:cxn ang="0">
                    <a:pos x="T4" y="T5"/>
                  </a:cxn>
                  <a:cxn ang="0">
                    <a:pos x="T6" y="T7"/>
                  </a:cxn>
                  <a:cxn ang="0">
                    <a:pos x="T8" y="T9"/>
                  </a:cxn>
                </a:cxnLst>
                <a:rect l="0" t="0" r="r" b="b"/>
                <a:pathLst>
                  <a:path w="226" h="129">
                    <a:moveTo>
                      <a:pt x="226" y="90"/>
                    </a:moveTo>
                    <a:lnTo>
                      <a:pt x="69" y="0"/>
                    </a:lnTo>
                    <a:lnTo>
                      <a:pt x="0" y="39"/>
                    </a:lnTo>
                    <a:lnTo>
                      <a:pt x="158" y="129"/>
                    </a:lnTo>
                    <a:lnTo>
                      <a:pt x="226" y="90"/>
                    </a:lnTo>
                    <a:close/>
                  </a:path>
                </a:pathLst>
              </a:custGeom>
              <a:solidFill>
                <a:srgbClr val="E4E4E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38" name="Freeform 116"/>
              <p:cNvSpPr>
                <a:spLocks/>
              </p:cNvSpPr>
              <p:nvPr/>
            </p:nvSpPr>
            <p:spPr bwMode="auto">
              <a:xfrm>
                <a:off x="2890838" y="3186113"/>
                <a:ext cx="107950" cy="131763"/>
              </a:xfrm>
              <a:custGeom>
                <a:avLst/>
                <a:gdLst>
                  <a:gd name="T0" fmla="*/ 68 w 68"/>
                  <a:gd name="T1" fmla="*/ 0 h 83"/>
                  <a:gd name="T2" fmla="*/ 68 w 68"/>
                  <a:gd name="T3" fmla="*/ 45 h 83"/>
                  <a:gd name="T4" fmla="*/ 0 w 68"/>
                  <a:gd name="T5" fmla="*/ 83 h 83"/>
                  <a:gd name="T6" fmla="*/ 0 w 68"/>
                  <a:gd name="T7" fmla="*/ 39 h 83"/>
                  <a:gd name="T8" fmla="*/ 68 w 68"/>
                  <a:gd name="T9" fmla="*/ 0 h 83"/>
                </a:gdLst>
                <a:ahLst/>
                <a:cxnLst>
                  <a:cxn ang="0">
                    <a:pos x="T0" y="T1"/>
                  </a:cxn>
                  <a:cxn ang="0">
                    <a:pos x="T2" y="T3"/>
                  </a:cxn>
                  <a:cxn ang="0">
                    <a:pos x="T4" y="T5"/>
                  </a:cxn>
                  <a:cxn ang="0">
                    <a:pos x="T6" y="T7"/>
                  </a:cxn>
                  <a:cxn ang="0">
                    <a:pos x="T8" y="T9"/>
                  </a:cxn>
                </a:cxnLst>
                <a:rect l="0" t="0" r="r" b="b"/>
                <a:pathLst>
                  <a:path w="68" h="83">
                    <a:moveTo>
                      <a:pt x="68" y="0"/>
                    </a:moveTo>
                    <a:lnTo>
                      <a:pt x="68" y="45"/>
                    </a:lnTo>
                    <a:lnTo>
                      <a:pt x="0" y="83"/>
                    </a:lnTo>
                    <a:lnTo>
                      <a:pt x="0" y="39"/>
                    </a:lnTo>
                    <a:lnTo>
                      <a:pt x="68" y="0"/>
                    </a:lnTo>
                    <a:close/>
                  </a:path>
                </a:pathLst>
              </a:custGeom>
              <a:solidFill>
                <a:schemeClr val="bg1">
                  <a:lumMod val="95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39" name="Freeform 117"/>
              <p:cNvSpPr>
                <a:spLocks/>
              </p:cNvSpPr>
              <p:nvPr/>
            </p:nvSpPr>
            <p:spPr bwMode="auto">
              <a:xfrm>
                <a:off x="2638425" y="3105151"/>
                <a:ext cx="252413" cy="214313"/>
              </a:xfrm>
              <a:custGeom>
                <a:avLst/>
                <a:gdLst>
                  <a:gd name="T0" fmla="*/ 159 w 159"/>
                  <a:gd name="T1" fmla="*/ 90 h 135"/>
                  <a:gd name="T2" fmla="*/ 159 w 159"/>
                  <a:gd name="T3" fmla="*/ 135 h 135"/>
                  <a:gd name="T4" fmla="*/ 0 w 159"/>
                  <a:gd name="T5" fmla="*/ 43 h 135"/>
                  <a:gd name="T6" fmla="*/ 1 w 159"/>
                  <a:gd name="T7" fmla="*/ 0 h 135"/>
                  <a:gd name="T8" fmla="*/ 159 w 159"/>
                  <a:gd name="T9" fmla="*/ 90 h 135"/>
                </a:gdLst>
                <a:ahLst/>
                <a:cxnLst>
                  <a:cxn ang="0">
                    <a:pos x="T0" y="T1"/>
                  </a:cxn>
                  <a:cxn ang="0">
                    <a:pos x="T2" y="T3"/>
                  </a:cxn>
                  <a:cxn ang="0">
                    <a:pos x="T4" y="T5"/>
                  </a:cxn>
                  <a:cxn ang="0">
                    <a:pos x="T6" y="T7"/>
                  </a:cxn>
                  <a:cxn ang="0">
                    <a:pos x="T8" y="T9"/>
                  </a:cxn>
                </a:cxnLst>
                <a:rect l="0" t="0" r="r" b="b"/>
                <a:pathLst>
                  <a:path w="159" h="135">
                    <a:moveTo>
                      <a:pt x="159" y="90"/>
                    </a:moveTo>
                    <a:lnTo>
                      <a:pt x="159" y="135"/>
                    </a:lnTo>
                    <a:lnTo>
                      <a:pt x="0" y="43"/>
                    </a:lnTo>
                    <a:lnTo>
                      <a:pt x="1" y="0"/>
                    </a:lnTo>
                    <a:lnTo>
                      <a:pt x="159" y="90"/>
                    </a:lnTo>
                    <a:close/>
                  </a:path>
                </a:pathLst>
              </a:custGeom>
              <a:solidFill>
                <a:srgbClr val="AFAEB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40" name="Freeform 118"/>
              <p:cNvSpPr>
                <a:spLocks/>
              </p:cNvSpPr>
              <p:nvPr/>
            </p:nvSpPr>
            <p:spPr bwMode="auto">
              <a:xfrm>
                <a:off x="2697163" y="2941638"/>
                <a:ext cx="360363" cy="204788"/>
              </a:xfrm>
              <a:custGeom>
                <a:avLst/>
                <a:gdLst>
                  <a:gd name="T0" fmla="*/ 227 w 227"/>
                  <a:gd name="T1" fmla="*/ 90 h 129"/>
                  <a:gd name="T2" fmla="*/ 69 w 227"/>
                  <a:gd name="T3" fmla="*/ 0 h 129"/>
                  <a:gd name="T4" fmla="*/ 0 w 227"/>
                  <a:gd name="T5" fmla="*/ 39 h 129"/>
                  <a:gd name="T6" fmla="*/ 159 w 227"/>
                  <a:gd name="T7" fmla="*/ 129 h 129"/>
                  <a:gd name="T8" fmla="*/ 227 w 227"/>
                  <a:gd name="T9" fmla="*/ 90 h 129"/>
                </a:gdLst>
                <a:ahLst/>
                <a:cxnLst>
                  <a:cxn ang="0">
                    <a:pos x="T0" y="T1"/>
                  </a:cxn>
                  <a:cxn ang="0">
                    <a:pos x="T2" y="T3"/>
                  </a:cxn>
                  <a:cxn ang="0">
                    <a:pos x="T4" y="T5"/>
                  </a:cxn>
                  <a:cxn ang="0">
                    <a:pos x="T6" y="T7"/>
                  </a:cxn>
                  <a:cxn ang="0">
                    <a:pos x="T8" y="T9"/>
                  </a:cxn>
                </a:cxnLst>
                <a:rect l="0" t="0" r="r" b="b"/>
                <a:pathLst>
                  <a:path w="227" h="129">
                    <a:moveTo>
                      <a:pt x="227" y="90"/>
                    </a:moveTo>
                    <a:lnTo>
                      <a:pt x="69" y="0"/>
                    </a:lnTo>
                    <a:lnTo>
                      <a:pt x="0" y="39"/>
                    </a:lnTo>
                    <a:lnTo>
                      <a:pt x="159" y="129"/>
                    </a:lnTo>
                    <a:lnTo>
                      <a:pt x="227" y="90"/>
                    </a:lnTo>
                    <a:close/>
                  </a:path>
                </a:pathLst>
              </a:custGeom>
              <a:solidFill>
                <a:srgbClr val="E4E4E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41" name="Freeform 119"/>
              <p:cNvSpPr>
                <a:spLocks/>
              </p:cNvSpPr>
              <p:nvPr/>
            </p:nvSpPr>
            <p:spPr bwMode="auto">
              <a:xfrm>
                <a:off x="2946400" y="3084513"/>
                <a:ext cx="111125" cy="131763"/>
              </a:xfrm>
              <a:custGeom>
                <a:avLst/>
                <a:gdLst>
                  <a:gd name="T0" fmla="*/ 70 w 70"/>
                  <a:gd name="T1" fmla="*/ 0 h 83"/>
                  <a:gd name="T2" fmla="*/ 70 w 70"/>
                  <a:gd name="T3" fmla="*/ 46 h 83"/>
                  <a:gd name="T4" fmla="*/ 0 w 70"/>
                  <a:gd name="T5" fmla="*/ 83 h 83"/>
                  <a:gd name="T6" fmla="*/ 0 w 70"/>
                  <a:gd name="T7" fmla="*/ 39 h 83"/>
                  <a:gd name="T8" fmla="*/ 70 w 70"/>
                  <a:gd name="T9" fmla="*/ 0 h 83"/>
                </a:gdLst>
                <a:ahLst/>
                <a:cxnLst>
                  <a:cxn ang="0">
                    <a:pos x="T0" y="T1"/>
                  </a:cxn>
                  <a:cxn ang="0">
                    <a:pos x="T2" y="T3"/>
                  </a:cxn>
                  <a:cxn ang="0">
                    <a:pos x="T4" y="T5"/>
                  </a:cxn>
                  <a:cxn ang="0">
                    <a:pos x="T6" y="T7"/>
                  </a:cxn>
                  <a:cxn ang="0">
                    <a:pos x="T8" y="T9"/>
                  </a:cxn>
                </a:cxnLst>
                <a:rect l="0" t="0" r="r" b="b"/>
                <a:pathLst>
                  <a:path w="70" h="83">
                    <a:moveTo>
                      <a:pt x="70" y="0"/>
                    </a:moveTo>
                    <a:lnTo>
                      <a:pt x="70" y="46"/>
                    </a:lnTo>
                    <a:lnTo>
                      <a:pt x="0" y="83"/>
                    </a:lnTo>
                    <a:lnTo>
                      <a:pt x="0" y="39"/>
                    </a:lnTo>
                    <a:lnTo>
                      <a:pt x="70" y="0"/>
                    </a:lnTo>
                    <a:close/>
                  </a:path>
                </a:pathLst>
              </a:custGeom>
              <a:solidFill>
                <a:schemeClr val="bg1">
                  <a:lumMod val="95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42" name="Freeform 120"/>
              <p:cNvSpPr>
                <a:spLocks/>
              </p:cNvSpPr>
              <p:nvPr/>
            </p:nvSpPr>
            <p:spPr bwMode="auto">
              <a:xfrm>
                <a:off x="2697163" y="3003551"/>
                <a:ext cx="249238" cy="214313"/>
              </a:xfrm>
              <a:custGeom>
                <a:avLst/>
                <a:gdLst>
                  <a:gd name="T0" fmla="*/ 157 w 157"/>
                  <a:gd name="T1" fmla="*/ 90 h 135"/>
                  <a:gd name="T2" fmla="*/ 157 w 157"/>
                  <a:gd name="T3" fmla="*/ 135 h 135"/>
                  <a:gd name="T4" fmla="*/ 0 w 157"/>
                  <a:gd name="T5" fmla="*/ 44 h 135"/>
                  <a:gd name="T6" fmla="*/ 0 w 157"/>
                  <a:gd name="T7" fmla="*/ 0 h 135"/>
                  <a:gd name="T8" fmla="*/ 157 w 157"/>
                  <a:gd name="T9" fmla="*/ 90 h 135"/>
                </a:gdLst>
                <a:ahLst/>
                <a:cxnLst>
                  <a:cxn ang="0">
                    <a:pos x="T0" y="T1"/>
                  </a:cxn>
                  <a:cxn ang="0">
                    <a:pos x="T2" y="T3"/>
                  </a:cxn>
                  <a:cxn ang="0">
                    <a:pos x="T4" y="T5"/>
                  </a:cxn>
                  <a:cxn ang="0">
                    <a:pos x="T6" y="T7"/>
                  </a:cxn>
                  <a:cxn ang="0">
                    <a:pos x="T8" y="T9"/>
                  </a:cxn>
                </a:cxnLst>
                <a:rect l="0" t="0" r="r" b="b"/>
                <a:pathLst>
                  <a:path w="157" h="135">
                    <a:moveTo>
                      <a:pt x="157" y="90"/>
                    </a:moveTo>
                    <a:lnTo>
                      <a:pt x="157" y="135"/>
                    </a:lnTo>
                    <a:lnTo>
                      <a:pt x="0" y="44"/>
                    </a:lnTo>
                    <a:lnTo>
                      <a:pt x="0" y="0"/>
                    </a:lnTo>
                    <a:lnTo>
                      <a:pt x="157" y="90"/>
                    </a:lnTo>
                    <a:close/>
                  </a:path>
                </a:pathLst>
              </a:custGeom>
              <a:solidFill>
                <a:srgbClr val="AFAEB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143" name="组合 142"/>
          <p:cNvGrpSpPr/>
          <p:nvPr/>
        </p:nvGrpSpPr>
        <p:grpSpPr>
          <a:xfrm>
            <a:off x="4683563" y="5681621"/>
            <a:ext cx="662413" cy="874282"/>
            <a:chOff x="4182025" y="3037568"/>
            <a:chExt cx="1018111" cy="1343750"/>
          </a:xfrm>
        </p:grpSpPr>
        <p:sp>
          <p:nvSpPr>
            <p:cNvPr id="144" name="任意多边形 143"/>
            <p:cNvSpPr>
              <a:spLocks/>
            </p:cNvSpPr>
            <p:nvPr/>
          </p:nvSpPr>
          <p:spPr bwMode="auto">
            <a:xfrm>
              <a:off x="4182025" y="3037568"/>
              <a:ext cx="1018111" cy="1343750"/>
            </a:xfrm>
            <a:custGeom>
              <a:avLst/>
              <a:gdLst>
                <a:gd name="connsiteX0" fmla="*/ 448890 w 1018111"/>
                <a:gd name="connsiteY0" fmla="*/ 1091309 h 1343750"/>
                <a:gd name="connsiteX1" fmla="*/ 380565 w 1018111"/>
                <a:gd name="connsiteY1" fmla="*/ 1129928 h 1343750"/>
                <a:gd name="connsiteX2" fmla="*/ 380565 w 1018111"/>
                <a:gd name="connsiteY2" fmla="*/ 1129928 h 1343750"/>
                <a:gd name="connsiteX3" fmla="*/ 448890 w 1018111"/>
                <a:gd name="connsiteY3" fmla="*/ 1091310 h 1343750"/>
                <a:gd name="connsiteX4" fmla="*/ 143272 w 1018111"/>
                <a:gd name="connsiteY4" fmla="*/ 827868 h 1343750"/>
                <a:gd name="connsiteX5" fmla="*/ 451186 w 1018111"/>
                <a:gd name="connsiteY5" fmla="*/ 1004379 h 1343750"/>
                <a:gd name="connsiteX6" fmla="*/ 451186 w 1018111"/>
                <a:gd name="connsiteY6" fmla="*/ 1004380 h 1343750"/>
                <a:gd name="connsiteX7" fmla="*/ 453163 w 1018111"/>
                <a:gd name="connsiteY7" fmla="*/ 1003279 h 1343750"/>
                <a:gd name="connsiteX8" fmla="*/ 735293 w 1018111"/>
                <a:gd name="connsiteY8" fmla="*/ 591081 h 1343750"/>
                <a:gd name="connsiteX9" fmla="*/ 666970 w 1018111"/>
                <a:gd name="connsiteY9" fmla="*/ 629698 h 1343750"/>
                <a:gd name="connsiteX10" fmla="*/ 666970 w 1018111"/>
                <a:gd name="connsiteY10" fmla="*/ 629699 h 1343750"/>
                <a:gd name="connsiteX11" fmla="*/ 735293 w 1018111"/>
                <a:gd name="connsiteY11" fmla="*/ 591081 h 1343750"/>
                <a:gd name="connsiteX12" fmla="*/ 286475 w 1018111"/>
                <a:gd name="connsiteY12" fmla="*/ 576773 h 1343750"/>
                <a:gd name="connsiteX13" fmla="*/ 594389 w 1018111"/>
                <a:gd name="connsiteY13" fmla="*/ 753284 h 1343750"/>
                <a:gd name="connsiteX14" fmla="*/ 594389 w 1018111"/>
                <a:gd name="connsiteY14" fmla="*/ 753284 h 1343750"/>
                <a:gd name="connsiteX15" fmla="*/ 596391 w 1018111"/>
                <a:gd name="connsiteY15" fmla="*/ 752198 h 1343750"/>
                <a:gd name="connsiteX16" fmla="*/ 772479 w 1018111"/>
                <a:gd name="connsiteY16" fmla="*/ 570063 h 1343750"/>
                <a:gd name="connsiteX17" fmla="*/ 772476 w 1018111"/>
                <a:gd name="connsiteY17" fmla="*/ 570065 h 1343750"/>
                <a:gd name="connsiteX18" fmla="*/ 737591 w 1018111"/>
                <a:gd name="connsiteY18" fmla="*/ 589782 h 1343750"/>
                <a:gd name="connsiteX19" fmla="*/ 737591 w 1018111"/>
                <a:gd name="connsiteY19" fmla="*/ 589782 h 1343750"/>
                <a:gd name="connsiteX20" fmla="*/ 708166 w 1018111"/>
                <a:gd name="connsiteY20" fmla="*/ 0 h 1343750"/>
                <a:gd name="connsiteX21" fmla="*/ 1018111 w 1018111"/>
                <a:gd name="connsiteY21" fmla="*/ 176551 h 1343750"/>
                <a:gd name="connsiteX22" fmla="*/ 1018109 w 1018111"/>
                <a:gd name="connsiteY22" fmla="*/ 176553 h 1343750"/>
                <a:gd name="connsiteX23" fmla="*/ 1018109 w 1018111"/>
                <a:gd name="connsiteY23" fmla="*/ 266788 h 1343750"/>
                <a:gd name="connsiteX24" fmla="*/ 945528 w 1018111"/>
                <a:gd name="connsiteY24" fmla="*/ 305153 h 1343750"/>
                <a:gd name="connsiteX25" fmla="*/ 945528 w 1018111"/>
                <a:gd name="connsiteY25" fmla="*/ 390374 h 1343750"/>
                <a:gd name="connsiteX26" fmla="*/ 874908 w 1018111"/>
                <a:gd name="connsiteY26" fmla="*/ 429838 h 1343750"/>
                <a:gd name="connsiteX27" fmla="*/ 874908 w 1018111"/>
                <a:gd name="connsiteY27" fmla="*/ 515922 h 1343750"/>
                <a:gd name="connsiteX28" fmla="*/ 802326 w 1018111"/>
                <a:gd name="connsiteY28" fmla="*/ 554287 h 1343750"/>
                <a:gd name="connsiteX29" fmla="*/ 802326 w 1018111"/>
                <a:gd name="connsiteY29" fmla="*/ 641469 h 1343750"/>
                <a:gd name="connsiteX30" fmla="*/ 731705 w 1018111"/>
                <a:gd name="connsiteY30" fmla="*/ 679338 h 1343750"/>
                <a:gd name="connsiteX31" fmla="*/ 731705 w 1018111"/>
                <a:gd name="connsiteY31" fmla="*/ 767017 h 1343750"/>
                <a:gd name="connsiteX32" fmla="*/ 659123 w 1018111"/>
                <a:gd name="connsiteY32" fmla="*/ 805382 h 1343750"/>
                <a:gd name="connsiteX33" fmla="*/ 659123 w 1018111"/>
                <a:gd name="connsiteY33" fmla="*/ 890603 h 1343750"/>
                <a:gd name="connsiteX34" fmla="*/ 588503 w 1018111"/>
                <a:gd name="connsiteY34" fmla="*/ 929495 h 1343750"/>
                <a:gd name="connsiteX35" fmla="*/ 588503 w 1018111"/>
                <a:gd name="connsiteY35" fmla="*/ 1016150 h 1343750"/>
                <a:gd name="connsiteX36" fmla="*/ 515921 w 1018111"/>
                <a:gd name="connsiteY36" fmla="*/ 1055552 h 1343750"/>
                <a:gd name="connsiteX37" fmla="*/ 515921 w 1018111"/>
                <a:gd name="connsiteY37" fmla="*/ 1141698 h 1343750"/>
                <a:gd name="connsiteX38" fmla="*/ 445300 w 1018111"/>
                <a:gd name="connsiteY38" fmla="*/ 1179567 h 1343750"/>
                <a:gd name="connsiteX39" fmla="*/ 445300 w 1018111"/>
                <a:gd name="connsiteY39" fmla="*/ 1267245 h 1343750"/>
                <a:gd name="connsiteX40" fmla="*/ 307984 w 1018111"/>
                <a:gd name="connsiteY40" fmla="*/ 1339827 h 1343750"/>
                <a:gd name="connsiteX41" fmla="*/ 307984 w 1018111"/>
                <a:gd name="connsiteY41" fmla="*/ 1343750 h 1343750"/>
                <a:gd name="connsiteX42" fmla="*/ 0 w 1018111"/>
                <a:gd name="connsiteY42" fmla="*/ 1163276 h 1343750"/>
                <a:gd name="connsiteX43" fmla="*/ 0 w 1018111"/>
                <a:gd name="connsiteY43" fmla="*/ 1076962 h 1343750"/>
                <a:gd name="connsiteX44" fmla="*/ 307984 w 1018111"/>
                <a:gd name="connsiteY44" fmla="*/ 1255474 h 1343750"/>
                <a:gd name="connsiteX45" fmla="*/ 309972 w 1018111"/>
                <a:gd name="connsiteY45" fmla="*/ 1254367 h 1343750"/>
                <a:gd name="connsiteX46" fmla="*/ 0 w 1018111"/>
                <a:gd name="connsiteY46" fmla="*/ 1076962 h 1343750"/>
                <a:gd name="connsiteX47" fmla="*/ 70650 w 1018111"/>
                <a:gd name="connsiteY47" fmla="*/ 1036442 h 1343750"/>
                <a:gd name="connsiteX48" fmla="*/ 72582 w 1018111"/>
                <a:gd name="connsiteY48" fmla="*/ 953377 h 1343750"/>
                <a:gd name="connsiteX49" fmla="*/ 72581 w 1018111"/>
                <a:gd name="connsiteY49" fmla="*/ 953376 h 1343750"/>
                <a:gd name="connsiteX50" fmla="*/ 72582 w 1018111"/>
                <a:gd name="connsiteY50" fmla="*/ 953376 h 1343750"/>
                <a:gd name="connsiteX51" fmla="*/ 72582 w 1018111"/>
                <a:gd name="connsiteY51" fmla="*/ 953375 h 1343750"/>
                <a:gd name="connsiteX52" fmla="*/ 72583 w 1018111"/>
                <a:gd name="connsiteY52" fmla="*/ 953375 h 1343750"/>
                <a:gd name="connsiteX53" fmla="*/ 144314 w 1018111"/>
                <a:gd name="connsiteY53" fmla="*/ 912832 h 1343750"/>
                <a:gd name="connsiteX54" fmla="*/ 143202 w 1018111"/>
                <a:gd name="connsiteY54" fmla="*/ 912180 h 1343750"/>
                <a:gd name="connsiteX55" fmla="*/ 143202 w 1018111"/>
                <a:gd name="connsiteY55" fmla="*/ 827828 h 1343750"/>
                <a:gd name="connsiteX56" fmla="*/ 143202 w 1018111"/>
                <a:gd name="connsiteY56" fmla="*/ 827828 h 1343750"/>
                <a:gd name="connsiteX57" fmla="*/ 143203 w 1018111"/>
                <a:gd name="connsiteY57" fmla="*/ 827828 h 1343750"/>
                <a:gd name="connsiteX58" fmla="*/ 213851 w 1018111"/>
                <a:gd name="connsiteY58" fmla="*/ 787309 h 1343750"/>
                <a:gd name="connsiteX59" fmla="*/ 215784 w 1018111"/>
                <a:gd name="connsiteY59" fmla="*/ 702281 h 1343750"/>
                <a:gd name="connsiteX60" fmla="*/ 215784 w 1018111"/>
                <a:gd name="connsiteY60" fmla="*/ 702281 h 1343750"/>
                <a:gd name="connsiteX61" fmla="*/ 286405 w 1018111"/>
                <a:gd name="connsiteY61" fmla="*/ 662365 h 1343750"/>
                <a:gd name="connsiteX62" fmla="*/ 286405 w 1018111"/>
                <a:gd name="connsiteY62" fmla="*/ 576733 h 1343750"/>
                <a:gd name="connsiteX63" fmla="*/ 286405 w 1018111"/>
                <a:gd name="connsiteY63" fmla="*/ 576733 h 1343750"/>
                <a:gd name="connsiteX64" fmla="*/ 286406 w 1018111"/>
                <a:gd name="connsiteY64" fmla="*/ 576733 h 1343750"/>
                <a:gd name="connsiteX65" fmla="*/ 357054 w 1018111"/>
                <a:gd name="connsiteY65" fmla="*/ 536214 h 1343750"/>
                <a:gd name="connsiteX66" fmla="*/ 358987 w 1018111"/>
                <a:gd name="connsiteY66" fmla="*/ 451186 h 1343750"/>
                <a:gd name="connsiteX67" fmla="*/ 358986 w 1018111"/>
                <a:gd name="connsiteY67" fmla="*/ 451186 h 1343750"/>
                <a:gd name="connsiteX68" fmla="*/ 429906 w 1018111"/>
                <a:gd name="connsiteY68" fmla="*/ 412128 h 1343750"/>
                <a:gd name="connsiteX69" fmla="*/ 429607 w 1018111"/>
                <a:gd name="connsiteY69" fmla="*/ 411953 h 1343750"/>
                <a:gd name="connsiteX70" fmla="*/ 429607 w 1018111"/>
                <a:gd name="connsiteY70" fmla="*/ 327601 h 1343750"/>
                <a:gd name="connsiteX71" fmla="*/ 737591 w 1018111"/>
                <a:gd name="connsiteY71" fmla="*/ 504152 h 1343750"/>
                <a:gd name="connsiteX72" fmla="*/ 737591 w 1018111"/>
                <a:gd name="connsiteY72" fmla="*/ 504152 h 1343750"/>
                <a:gd name="connsiteX73" fmla="*/ 739568 w 1018111"/>
                <a:gd name="connsiteY73" fmla="*/ 503050 h 1343750"/>
                <a:gd name="connsiteX74" fmla="*/ 429607 w 1018111"/>
                <a:gd name="connsiteY74" fmla="*/ 327600 h 1343750"/>
                <a:gd name="connsiteX75" fmla="*/ 501346 w 1018111"/>
                <a:gd name="connsiteY75" fmla="*/ 287052 h 1343750"/>
                <a:gd name="connsiteX76" fmla="*/ 500227 w 1018111"/>
                <a:gd name="connsiteY76" fmla="*/ 286405 h 1343750"/>
                <a:gd name="connsiteX77" fmla="*/ 502189 w 1018111"/>
                <a:gd name="connsiteY77" fmla="*/ 202053 h 1343750"/>
                <a:gd name="connsiteX78" fmla="*/ 812134 w 1018111"/>
                <a:gd name="connsiteY78" fmla="*/ 378604 h 1343750"/>
                <a:gd name="connsiteX79" fmla="*/ 812134 w 1018111"/>
                <a:gd name="connsiteY79" fmla="*/ 378604 h 1343750"/>
                <a:gd name="connsiteX80" fmla="*/ 502189 w 1018111"/>
                <a:gd name="connsiteY80" fmla="*/ 202052 h 1343750"/>
                <a:gd name="connsiteX81" fmla="*/ 572810 w 1018111"/>
                <a:gd name="connsiteY81" fmla="*/ 162136 h 1343750"/>
                <a:gd name="connsiteX82" fmla="*/ 572810 w 1018111"/>
                <a:gd name="connsiteY82" fmla="*/ 76506 h 1343750"/>
                <a:gd name="connsiteX83" fmla="*/ 880793 w 1018111"/>
                <a:gd name="connsiteY83" fmla="*/ 253056 h 1343750"/>
                <a:gd name="connsiteX84" fmla="*/ 882770 w 1018111"/>
                <a:gd name="connsiteY84" fmla="*/ 251955 h 1343750"/>
                <a:gd name="connsiteX85" fmla="*/ 572810 w 1018111"/>
                <a:gd name="connsiteY85" fmla="*/ 76505 h 1343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018111" h="1343750">
                  <a:moveTo>
                    <a:pt x="448890" y="1091309"/>
                  </a:moveTo>
                  <a:lnTo>
                    <a:pt x="380565" y="1129928"/>
                  </a:lnTo>
                  <a:lnTo>
                    <a:pt x="380565" y="1129928"/>
                  </a:lnTo>
                  <a:lnTo>
                    <a:pt x="448890" y="1091310"/>
                  </a:lnTo>
                  <a:close/>
                  <a:moveTo>
                    <a:pt x="143272" y="827868"/>
                  </a:moveTo>
                  <a:lnTo>
                    <a:pt x="451186" y="1004379"/>
                  </a:lnTo>
                  <a:lnTo>
                    <a:pt x="451186" y="1004380"/>
                  </a:lnTo>
                  <a:lnTo>
                    <a:pt x="453163" y="1003279"/>
                  </a:lnTo>
                  <a:close/>
                  <a:moveTo>
                    <a:pt x="735293" y="591081"/>
                  </a:moveTo>
                  <a:lnTo>
                    <a:pt x="666970" y="629698"/>
                  </a:lnTo>
                  <a:lnTo>
                    <a:pt x="666970" y="629699"/>
                  </a:lnTo>
                  <a:lnTo>
                    <a:pt x="735293" y="591081"/>
                  </a:lnTo>
                  <a:close/>
                  <a:moveTo>
                    <a:pt x="286475" y="576773"/>
                  </a:moveTo>
                  <a:lnTo>
                    <a:pt x="594389" y="753284"/>
                  </a:lnTo>
                  <a:lnTo>
                    <a:pt x="594389" y="753284"/>
                  </a:lnTo>
                  <a:lnTo>
                    <a:pt x="596391" y="752198"/>
                  </a:lnTo>
                  <a:close/>
                  <a:moveTo>
                    <a:pt x="772479" y="570063"/>
                  </a:moveTo>
                  <a:lnTo>
                    <a:pt x="772476" y="570065"/>
                  </a:lnTo>
                  <a:lnTo>
                    <a:pt x="737591" y="589782"/>
                  </a:lnTo>
                  <a:lnTo>
                    <a:pt x="737591" y="589782"/>
                  </a:lnTo>
                  <a:close/>
                  <a:moveTo>
                    <a:pt x="708166" y="0"/>
                  </a:moveTo>
                  <a:lnTo>
                    <a:pt x="1018111" y="176551"/>
                  </a:lnTo>
                  <a:lnTo>
                    <a:pt x="1018109" y="176553"/>
                  </a:lnTo>
                  <a:lnTo>
                    <a:pt x="1018109" y="266788"/>
                  </a:lnTo>
                  <a:lnTo>
                    <a:pt x="945528" y="305153"/>
                  </a:lnTo>
                  <a:lnTo>
                    <a:pt x="945528" y="390374"/>
                  </a:lnTo>
                  <a:lnTo>
                    <a:pt x="874908" y="429838"/>
                  </a:lnTo>
                  <a:lnTo>
                    <a:pt x="874908" y="515922"/>
                  </a:lnTo>
                  <a:lnTo>
                    <a:pt x="802326" y="554287"/>
                  </a:lnTo>
                  <a:lnTo>
                    <a:pt x="802326" y="641469"/>
                  </a:lnTo>
                  <a:lnTo>
                    <a:pt x="731705" y="679338"/>
                  </a:lnTo>
                  <a:lnTo>
                    <a:pt x="731705" y="767017"/>
                  </a:lnTo>
                  <a:lnTo>
                    <a:pt x="659123" y="805382"/>
                  </a:lnTo>
                  <a:lnTo>
                    <a:pt x="659123" y="890603"/>
                  </a:lnTo>
                  <a:lnTo>
                    <a:pt x="588503" y="929495"/>
                  </a:lnTo>
                  <a:lnTo>
                    <a:pt x="588503" y="1016150"/>
                  </a:lnTo>
                  <a:lnTo>
                    <a:pt x="515921" y="1055552"/>
                  </a:lnTo>
                  <a:lnTo>
                    <a:pt x="515921" y="1141698"/>
                  </a:lnTo>
                  <a:lnTo>
                    <a:pt x="445300" y="1179567"/>
                  </a:lnTo>
                  <a:lnTo>
                    <a:pt x="445300" y="1267245"/>
                  </a:lnTo>
                  <a:lnTo>
                    <a:pt x="307984" y="1339827"/>
                  </a:lnTo>
                  <a:lnTo>
                    <a:pt x="307984" y="1343750"/>
                  </a:lnTo>
                  <a:lnTo>
                    <a:pt x="0" y="1163276"/>
                  </a:lnTo>
                  <a:lnTo>
                    <a:pt x="0" y="1076962"/>
                  </a:lnTo>
                  <a:lnTo>
                    <a:pt x="307984" y="1255474"/>
                  </a:lnTo>
                  <a:lnTo>
                    <a:pt x="309972" y="1254367"/>
                  </a:lnTo>
                  <a:lnTo>
                    <a:pt x="0" y="1076962"/>
                  </a:lnTo>
                  <a:lnTo>
                    <a:pt x="70650" y="1036442"/>
                  </a:lnTo>
                  <a:lnTo>
                    <a:pt x="72582" y="953377"/>
                  </a:lnTo>
                  <a:lnTo>
                    <a:pt x="72581" y="953376"/>
                  </a:lnTo>
                  <a:lnTo>
                    <a:pt x="72582" y="953376"/>
                  </a:lnTo>
                  <a:lnTo>
                    <a:pt x="72582" y="953375"/>
                  </a:lnTo>
                  <a:lnTo>
                    <a:pt x="72583" y="953375"/>
                  </a:lnTo>
                  <a:lnTo>
                    <a:pt x="144314" y="912832"/>
                  </a:lnTo>
                  <a:lnTo>
                    <a:pt x="143202" y="912180"/>
                  </a:lnTo>
                  <a:lnTo>
                    <a:pt x="143202" y="827828"/>
                  </a:lnTo>
                  <a:lnTo>
                    <a:pt x="143202" y="827828"/>
                  </a:lnTo>
                  <a:lnTo>
                    <a:pt x="143203" y="827828"/>
                  </a:lnTo>
                  <a:lnTo>
                    <a:pt x="213851" y="787309"/>
                  </a:lnTo>
                  <a:lnTo>
                    <a:pt x="215784" y="702281"/>
                  </a:lnTo>
                  <a:lnTo>
                    <a:pt x="215784" y="702281"/>
                  </a:lnTo>
                  <a:lnTo>
                    <a:pt x="286405" y="662365"/>
                  </a:lnTo>
                  <a:lnTo>
                    <a:pt x="286405" y="576733"/>
                  </a:lnTo>
                  <a:lnTo>
                    <a:pt x="286405" y="576733"/>
                  </a:lnTo>
                  <a:lnTo>
                    <a:pt x="286406" y="576733"/>
                  </a:lnTo>
                  <a:lnTo>
                    <a:pt x="357054" y="536214"/>
                  </a:lnTo>
                  <a:lnTo>
                    <a:pt x="358987" y="451186"/>
                  </a:lnTo>
                  <a:lnTo>
                    <a:pt x="358986" y="451186"/>
                  </a:lnTo>
                  <a:lnTo>
                    <a:pt x="429906" y="412128"/>
                  </a:lnTo>
                  <a:lnTo>
                    <a:pt x="429607" y="411953"/>
                  </a:lnTo>
                  <a:lnTo>
                    <a:pt x="429607" y="327601"/>
                  </a:lnTo>
                  <a:lnTo>
                    <a:pt x="737591" y="504152"/>
                  </a:lnTo>
                  <a:lnTo>
                    <a:pt x="737591" y="504152"/>
                  </a:lnTo>
                  <a:lnTo>
                    <a:pt x="739568" y="503050"/>
                  </a:lnTo>
                  <a:lnTo>
                    <a:pt x="429607" y="327600"/>
                  </a:lnTo>
                  <a:lnTo>
                    <a:pt x="501346" y="287052"/>
                  </a:lnTo>
                  <a:lnTo>
                    <a:pt x="500227" y="286405"/>
                  </a:lnTo>
                  <a:lnTo>
                    <a:pt x="502189" y="202053"/>
                  </a:lnTo>
                  <a:lnTo>
                    <a:pt x="812134" y="378604"/>
                  </a:lnTo>
                  <a:lnTo>
                    <a:pt x="812134" y="378604"/>
                  </a:lnTo>
                  <a:lnTo>
                    <a:pt x="502189" y="202052"/>
                  </a:lnTo>
                  <a:lnTo>
                    <a:pt x="572810" y="162136"/>
                  </a:lnTo>
                  <a:lnTo>
                    <a:pt x="572810" y="76506"/>
                  </a:lnTo>
                  <a:lnTo>
                    <a:pt x="880793" y="253056"/>
                  </a:lnTo>
                  <a:lnTo>
                    <a:pt x="882770" y="251955"/>
                  </a:lnTo>
                  <a:lnTo>
                    <a:pt x="572810" y="76505"/>
                  </a:lnTo>
                  <a:close/>
                </a:path>
              </a:pathLst>
            </a:custGeom>
            <a:solidFill>
              <a:srgbClr val="E4E4E4"/>
            </a:solidFill>
            <a:ln w="9525" cap="flat">
              <a:noFill/>
              <a:prstDash val="solid"/>
              <a:miter lim="800000"/>
              <a:headEnd/>
              <a:tailEnd/>
            </a:ln>
          </p:spPr>
          <p:txBody>
            <a:bodyPr vert="horz" wrap="square" lIns="91440" tIns="45720" rIns="91440" bIns="45720" numCol="1" anchor="t" anchorCtr="0" compatLnSpc="1">
              <a:prstTxWarp prst="textNoShape">
                <a:avLst/>
              </a:prstTxWarp>
              <a:noAutofit/>
            </a:bodyPr>
            <a:lstStyle/>
            <a:p>
              <a:endParaRPr lang="zh-CN" altLang="en-US"/>
            </a:p>
          </p:txBody>
        </p:sp>
        <p:grpSp>
          <p:nvGrpSpPr>
            <p:cNvPr id="145" name="组合 144"/>
            <p:cNvGrpSpPr/>
            <p:nvPr/>
          </p:nvGrpSpPr>
          <p:grpSpPr>
            <a:xfrm>
              <a:off x="4182025" y="3037568"/>
              <a:ext cx="1018111" cy="1343750"/>
              <a:chOff x="2233613" y="2941638"/>
              <a:chExt cx="823913" cy="1087438"/>
            </a:xfrm>
          </p:grpSpPr>
          <p:sp>
            <p:nvSpPr>
              <p:cNvPr id="146" name="Freeform 94"/>
              <p:cNvSpPr>
                <a:spLocks/>
              </p:cNvSpPr>
              <p:nvPr/>
            </p:nvSpPr>
            <p:spPr bwMode="auto">
              <a:xfrm>
                <a:off x="2233613" y="3751263"/>
                <a:ext cx="360363" cy="206375"/>
              </a:xfrm>
              <a:custGeom>
                <a:avLst/>
                <a:gdLst>
                  <a:gd name="T0" fmla="*/ 227 w 227"/>
                  <a:gd name="T1" fmla="*/ 91 h 130"/>
                  <a:gd name="T2" fmla="*/ 68 w 227"/>
                  <a:gd name="T3" fmla="*/ 0 h 130"/>
                  <a:gd name="T4" fmla="*/ 0 w 227"/>
                  <a:gd name="T5" fmla="*/ 39 h 130"/>
                  <a:gd name="T6" fmla="*/ 159 w 227"/>
                  <a:gd name="T7" fmla="*/ 130 h 130"/>
                  <a:gd name="T8" fmla="*/ 227 w 227"/>
                  <a:gd name="T9" fmla="*/ 91 h 130"/>
                </a:gdLst>
                <a:ahLst/>
                <a:cxnLst>
                  <a:cxn ang="0">
                    <a:pos x="T0" y="T1"/>
                  </a:cxn>
                  <a:cxn ang="0">
                    <a:pos x="T2" y="T3"/>
                  </a:cxn>
                  <a:cxn ang="0">
                    <a:pos x="T4" y="T5"/>
                  </a:cxn>
                  <a:cxn ang="0">
                    <a:pos x="T6" y="T7"/>
                  </a:cxn>
                  <a:cxn ang="0">
                    <a:pos x="T8" y="T9"/>
                  </a:cxn>
                </a:cxnLst>
                <a:rect l="0" t="0" r="r" b="b"/>
                <a:pathLst>
                  <a:path w="227" h="130">
                    <a:moveTo>
                      <a:pt x="227" y="91"/>
                    </a:moveTo>
                    <a:lnTo>
                      <a:pt x="68" y="0"/>
                    </a:lnTo>
                    <a:lnTo>
                      <a:pt x="0" y="39"/>
                    </a:lnTo>
                    <a:lnTo>
                      <a:pt x="159" y="130"/>
                    </a:lnTo>
                    <a:lnTo>
                      <a:pt x="227" y="91"/>
                    </a:lnTo>
                    <a:close/>
                  </a:path>
                </a:pathLst>
              </a:custGeom>
              <a:solidFill>
                <a:srgbClr val="E4E4E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47" name="Freeform 95"/>
              <p:cNvSpPr>
                <a:spLocks/>
              </p:cNvSpPr>
              <p:nvPr/>
            </p:nvSpPr>
            <p:spPr bwMode="auto">
              <a:xfrm>
                <a:off x="2482850" y="3895726"/>
                <a:ext cx="111125" cy="130175"/>
              </a:xfrm>
              <a:custGeom>
                <a:avLst/>
                <a:gdLst>
                  <a:gd name="T0" fmla="*/ 70 w 70"/>
                  <a:gd name="T1" fmla="*/ 0 h 82"/>
                  <a:gd name="T2" fmla="*/ 70 w 70"/>
                  <a:gd name="T3" fmla="*/ 45 h 82"/>
                  <a:gd name="T4" fmla="*/ 0 w 70"/>
                  <a:gd name="T5" fmla="*/ 82 h 82"/>
                  <a:gd name="T6" fmla="*/ 0 w 70"/>
                  <a:gd name="T7" fmla="*/ 39 h 82"/>
                  <a:gd name="T8" fmla="*/ 70 w 70"/>
                  <a:gd name="T9" fmla="*/ 0 h 82"/>
                </a:gdLst>
                <a:ahLst/>
                <a:cxnLst>
                  <a:cxn ang="0">
                    <a:pos x="T0" y="T1"/>
                  </a:cxn>
                  <a:cxn ang="0">
                    <a:pos x="T2" y="T3"/>
                  </a:cxn>
                  <a:cxn ang="0">
                    <a:pos x="T4" y="T5"/>
                  </a:cxn>
                  <a:cxn ang="0">
                    <a:pos x="T6" y="T7"/>
                  </a:cxn>
                  <a:cxn ang="0">
                    <a:pos x="T8" y="T9"/>
                  </a:cxn>
                </a:cxnLst>
                <a:rect l="0" t="0" r="r" b="b"/>
                <a:pathLst>
                  <a:path w="70" h="82">
                    <a:moveTo>
                      <a:pt x="70" y="0"/>
                    </a:moveTo>
                    <a:lnTo>
                      <a:pt x="70" y="45"/>
                    </a:lnTo>
                    <a:lnTo>
                      <a:pt x="0" y="82"/>
                    </a:lnTo>
                    <a:lnTo>
                      <a:pt x="0" y="39"/>
                    </a:lnTo>
                    <a:lnTo>
                      <a:pt x="70" y="0"/>
                    </a:lnTo>
                    <a:close/>
                  </a:path>
                </a:pathLst>
              </a:custGeom>
              <a:solidFill>
                <a:schemeClr val="bg1">
                  <a:lumMod val="95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48" name="Freeform 96"/>
              <p:cNvSpPr>
                <a:spLocks/>
              </p:cNvSpPr>
              <p:nvPr/>
            </p:nvSpPr>
            <p:spPr bwMode="auto">
              <a:xfrm>
                <a:off x="2233613" y="3813176"/>
                <a:ext cx="249238" cy="215900"/>
              </a:xfrm>
              <a:custGeom>
                <a:avLst/>
                <a:gdLst>
                  <a:gd name="T0" fmla="*/ 157 w 157"/>
                  <a:gd name="T1" fmla="*/ 91 h 136"/>
                  <a:gd name="T2" fmla="*/ 157 w 157"/>
                  <a:gd name="T3" fmla="*/ 136 h 136"/>
                  <a:gd name="T4" fmla="*/ 0 w 157"/>
                  <a:gd name="T5" fmla="*/ 44 h 136"/>
                  <a:gd name="T6" fmla="*/ 0 w 157"/>
                  <a:gd name="T7" fmla="*/ 0 h 136"/>
                  <a:gd name="T8" fmla="*/ 157 w 157"/>
                  <a:gd name="T9" fmla="*/ 91 h 136"/>
                </a:gdLst>
                <a:ahLst/>
                <a:cxnLst>
                  <a:cxn ang="0">
                    <a:pos x="T0" y="T1"/>
                  </a:cxn>
                  <a:cxn ang="0">
                    <a:pos x="T2" y="T3"/>
                  </a:cxn>
                  <a:cxn ang="0">
                    <a:pos x="T4" y="T5"/>
                  </a:cxn>
                  <a:cxn ang="0">
                    <a:pos x="T6" y="T7"/>
                  </a:cxn>
                  <a:cxn ang="0">
                    <a:pos x="T8" y="T9"/>
                  </a:cxn>
                </a:cxnLst>
                <a:rect l="0" t="0" r="r" b="b"/>
                <a:pathLst>
                  <a:path w="157" h="136">
                    <a:moveTo>
                      <a:pt x="157" y="91"/>
                    </a:moveTo>
                    <a:lnTo>
                      <a:pt x="157" y="136"/>
                    </a:lnTo>
                    <a:lnTo>
                      <a:pt x="0" y="44"/>
                    </a:lnTo>
                    <a:lnTo>
                      <a:pt x="0" y="0"/>
                    </a:lnTo>
                    <a:lnTo>
                      <a:pt x="157" y="91"/>
                    </a:lnTo>
                    <a:close/>
                  </a:path>
                </a:pathLst>
              </a:custGeom>
              <a:solidFill>
                <a:srgbClr val="AFAEB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49" name="Freeform 97"/>
              <p:cNvSpPr>
                <a:spLocks/>
              </p:cNvSpPr>
              <p:nvPr/>
            </p:nvSpPr>
            <p:spPr bwMode="auto">
              <a:xfrm>
                <a:off x="2292350" y="3651251"/>
                <a:ext cx="358775" cy="204788"/>
              </a:xfrm>
              <a:custGeom>
                <a:avLst/>
                <a:gdLst>
                  <a:gd name="T0" fmla="*/ 226 w 226"/>
                  <a:gd name="T1" fmla="*/ 90 h 129"/>
                  <a:gd name="T2" fmla="*/ 69 w 226"/>
                  <a:gd name="T3" fmla="*/ 0 h 129"/>
                  <a:gd name="T4" fmla="*/ 0 w 226"/>
                  <a:gd name="T5" fmla="*/ 39 h 129"/>
                  <a:gd name="T6" fmla="*/ 157 w 226"/>
                  <a:gd name="T7" fmla="*/ 129 h 129"/>
                  <a:gd name="T8" fmla="*/ 226 w 226"/>
                  <a:gd name="T9" fmla="*/ 90 h 129"/>
                </a:gdLst>
                <a:ahLst/>
                <a:cxnLst>
                  <a:cxn ang="0">
                    <a:pos x="T0" y="T1"/>
                  </a:cxn>
                  <a:cxn ang="0">
                    <a:pos x="T2" y="T3"/>
                  </a:cxn>
                  <a:cxn ang="0">
                    <a:pos x="T4" y="T5"/>
                  </a:cxn>
                  <a:cxn ang="0">
                    <a:pos x="T6" y="T7"/>
                  </a:cxn>
                  <a:cxn ang="0">
                    <a:pos x="T8" y="T9"/>
                  </a:cxn>
                </a:cxnLst>
                <a:rect l="0" t="0" r="r" b="b"/>
                <a:pathLst>
                  <a:path w="226" h="129">
                    <a:moveTo>
                      <a:pt x="226" y="90"/>
                    </a:moveTo>
                    <a:lnTo>
                      <a:pt x="69" y="0"/>
                    </a:lnTo>
                    <a:lnTo>
                      <a:pt x="0" y="39"/>
                    </a:lnTo>
                    <a:lnTo>
                      <a:pt x="157" y="129"/>
                    </a:lnTo>
                    <a:lnTo>
                      <a:pt x="226" y="90"/>
                    </a:lnTo>
                    <a:close/>
                  </a:path>
                </a:pathLst>
              </a:custGeom>
              <a:solidFill>
                <a:srgbClr val="E4E4E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50" name="Freeform 98"/>
              <p:cNvSpPr>
                <a:spLocks/>
              </p:cNvSpPr>
              <p:nvPr/>
            </p:nvSpPr>
            <p:spPr bwMode="auto">
              <a:xfrm>
                <a:off x="2541588" y="3794126"/>
                <a:ext cx="109538" cy="130175"/>
              </a:xfrm>
              <a:custGeom>
                <a:avLst/>
                <a:gdLst>
                  <a:gd name="T0" fmla="*/ 69 w 69"/>
                  <a:gd name="T1" fmla="*/ 0 h 82"/>
                  <a:gd name="T2" fmla="*/ 69 w 69"/>
                  <a:gd name="T3" fmla="*/ 45 h 82"/>
                  <a:gd name="T4" fmla="*/ 0 w 69"/>
                  <a:gd name="T5" fmla="*/ 82 h 82"/>
                  <a:gd name="T6" fmla="*/ 0 w 69"/>
                  <a:gd name="T7" fmla="*/ 39 h 82"/>
                  <a:gd name="T8" fmla="*/ 69 w 69"/>
                  <a:gd name="T9" fmla="*/ 0 h 82"/>
                </a:gdLst>
                <a:ahLst/>
                <a:cxnLst>
                  <a:cxn ang="0">
                    <a:pos x="T0" y="T1"/>
                  </a:cxn>
                  <a:cxn ang="0">
                    <a:pos x="T2" y="T3"/>
                  </a:cxn>
                  <a:cxn ang="0">
                    <a:pos x="T4" y="T5"/>
                  </a:cxn>
                  <a:cxn ang="0">
                    <a:pos x="T6" y="T7"/>
                  </a:cxn>
                  <a:cxn ang="0">
                    <a:pos x="T8" y="T9"/>
                  </a:cxn>
                </a:cxnLst>
                <a:rect l="0" t="0" r="r" b="b"/>
                <a:pathLst>
                  <a:path w="69" h="82">
                    <a:moveTo>
                      <a:pt x="69" y="0"/>
                    </a:moveTo>
                    <a:lnTo>
                      <a:pt x="69" y="45"/>
                    </a:lnTo>
                    <a:lnTo>
                      <a:pt x="0" y="82"/>
                    </a:lnTo>
                    <a:lnTo>
                      <a:pt x="0" y="39"/>
                    </a:lnTo>
                    <a:lnTo>
                      <a:pt x="69" y="0"/>
                    </a:lnTo>
                    <a:close/>
                  </a:path>
                </a:pathLst>
              </a:custGeom>
              <a:solidFill>
                <a:schemeClr val="bg1">
                  <a:lumMod val="95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51" name="Freeform 99"/>
              <p:cNvSpPr>
                <a:spLocks/>
              </p:cNvSpPr>
              <p:nvPr/>
            </p:nvSpPr>
            <p:spPr bwMode="auto">
              <a:xfrm>
                <a:off x="2290763" y="3713163"/>
                <a:ext cx="250825" cy="214313"/>
              </a:xfrm>
              <a:custGeom>
                <a:avLst/>
                <a:gdLst>
                  <a:gd name="T0" fmla="*/ 158 w 158"/>
                  <a:gd name="T1" fmla="*/ 90 h 135"/>
                  <a:gd name="T2" fmla="*/ 158 w 158"/>
                  <a:gd name="T3" fmla="*/ 135 h 135"/>
                  <a:gd name="T4" fmla="*/ 0 w 158"/>
                  <a:gd name="T5" fmla="*/ 43 h 135"/>
                  <a:gd name="T6" fmla="*/ 1 w 158"/>
                  <a:gd name="T7" fmla="*/ 0 h 135"/>
                  <a:gd name="T8" fmla="*/ 158 w 158"/>
                  <a:gd name="T9" fmla="*/ 90 h 135"/>
                </a:gdLst>
                <a:ahLst/>
                <a:cxnLst>
                  <a:cxn ang="0">
                    <a:pos x="T0" y="T1"/>
                  </a:cxn>
                  <a:cxn ang="0">
                    <a:pos x="T2" y="T3"/>
                  </a:cxn>
                  <a:cxn ang="0">
                    <a:pos x="T4" y="T5"/>
                  </a:cxn>
                  <a:cxn ang="0">
                    <a:pos x="T6" y="T7"/>
                  </a:cxn>
                  <a:cxn ang="0">
                    <a:pos x="T8" y="T9"/>
                  </a:cxn>
                </a:cxnLst>
                <a:rect l="0" t="0" r="r" b="b"/>
                <a:pathLst>
                  <a:path w="158" h="135">
                    <a:moveTo>
                      <a:pt x="158" y="90"/>
                    </a:moveTo>
                    <a:lnTo>
                      <a:pt x="158" y="135"/>
                    </a:lnTo>
                    <a:lnTo>
                      <a:pt x="0" y="43"/>
                    </a:lnTo>
                    <a:lnTo>
                      <a:pt x="1" y="0"/>
                    </a:lnTo>
                    <a:lnTo>
                      <a:pt x="158" y="90"/>
                    </a:lnTo>
                    <a:close/>
                  </a:path>
                </a:pathLst>
              </a:custGeom>
              <a:solidFill>
                <a:srgbClr val="AFAEB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52" name="Freeform 100"/>
              <p:cNvSpPr>
                <a:spLocks/>
              </p:cNvSpPr>
              <p:nvPr/>
            </p:nvSpPr>
            <p:spPr bwMode="auto">
              <a:xfrm>
                <a:off x="2349500" y="3549651"/>
                <a:ext cx="360363" cy="204788"/>
              </a:xfrm>
              <a:custGeom>
                <a:avLst/>
                <a:gdLst>
                  <a:gd name="T0" fmla="*/ 227 w 227"/>
                  <a:gd name="T1" fmla="*/ 90 h 129"/>
                  <a:gd name="T2" fmla="*/ 68 w 227"/>
                  <a:gd name="T3" fmla="*/ 0 h 129"/>
                  <a:gd name="T4" fmla="*/ 0 w 227"/>
                  <a:gd name="T5" fmla="*/ 39 h 129"/>
                  <a:gd name="T6" fmla="*/ 159 w 227"/>
                  <a:gd name="T7" fmla="*/ 129 h 129"/>
                  <a:gd name="T8" fmla="*/ 227 w 227"/>
                  <a:gd name="T9" fmla="*/ 90 h 129"/>
                </a:gdLst>
                <a:ahLst/>
                <a:cxnLst>
                  <a:cxn ang="0">
                    <a:pos x="T0" y="T1"/>
                  </a:cxn>
                  <a:cxn ang="0">
                    <a:pos x="T2" y="T3"/>
                  </a:cxn>
                  <a:cxn ang="0">
                    <a:pos x="T4" y="T5"/>
                  </a:cxn>
                  <a:cxn ang="0">
                    <a:pos x="T6" y="T7"/>
                  </a:cxn>
                  <a:cxn ang="0">
                    <a:pos x="T8" y="T9"/>
                  </a:cxn>
                </a:cxnLst>
                <a:rect l="0" t="0" r="r" b="b"/>
                <a:pathLst>
                  <a:path w="227" h="129">
                    <a:moveTo>
                      <a:pt x="227" y="90"/>
                    </a:moveTo>
                    <a:lnTo>
                      <a:pt x="68" y="0"/>
                    </a:lnTo>
                    <a:lnTo>
                      <a:pt x="0" y="39"/>
                    </a:lnTo>
                    <a:lnTo>
                      <a:pt x="159" y="129"/>
                    </a:lnTo>
                    <a:lnTo>
                      <a:pt x="227" y="90"/>
                    </a:lnTo>
                    <a:close/>
                  </a:path>
                </a:pathLst>
              </a:custGeom>
              <a:solidFill>
                <a:srgbClr val="E4E4E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53" name="Freeform 101"/>
              <p:cNvSpPr>
                <a:spLocks/>
              </p:cNvSpPr>
              <p:nvPr/>
            </p:nvSpPr>
            <p:spPr bwMode="auto">
              <a:xfrm>
                <a:off x="2598738" y="3692526"/>
                <a:ext cx="111125" cy="131763"/>
              </a:xfrm>
              <a:custGeom>
                <a:avLst/>
                <a:gdLst>
                  <a:gd name="T0" fmla="*/ 70 w 70"/>
                  <a:gd name="T1" fmla="*/ 0 h 83"/>
                  <a:gd name="T2" fmla="*/ 70 w 70"/>
                  <a:gd name="T3" fmla="*/ 45 h 83"/>
                  <a:gd name="T4" fmla="*/ 0 w 70"/>
                  <a:gd name="T5" fmla="*/ 83 h 83"/>
                  <a:gd name="T6" fmla="*/ 0 w 70"/>
                  <a:gd name="T7" fmla="*/ 39 h 83"/>
                  <a:gd name="T8" fmla="*/ 70 w 70"/>
                  <a:gd name="T9" fmla="*/ 0 h 83"/>
                </a:gdLst>
                <a:ahLst/>
                <a:cxnLst>
                  <a:cxn ang="0">
                    <a:pos x="T0" y="T1"/>
                  </a:cxn>
                  <a:cxn ang="0">
                    <a:pos x="T2" y="T3"/>
                  </a:cxn>
                  <a:cxn ang="0">
                    <a:pos x="T4" y="T5"/>
                  </a:cxn>
                  <a:cxn ang="0">
                    <a:pos x="T6" y="T7"/>
                  </a:cxn>
                  <a:cxn ang="0">
                    <a:pos x="T8" y="T9"/>
                  </a:cxn>
                </a:cxnLst>
                <a:rect l="0" t="0" r="r" b="b"/>
                <a:pathLst>
                  <a:path w="70" h="83">
                    <a:moveTo>
                      <a:pt x="70" y="0"/>
                    </a:moveTo>
                    <a:lnTo>
                      <a:pt x="70" y="45"/>
                    </a:lnTo>
                    <a:lnTo>
                      <a:pt x="0" y="83"/>
                    </a:lnTo>
                    <a:lnTo>
                      <a:pt x="0" y="39"/>
                    </a:lnTo>
                    <a:lnTo>
                      <a:pt x="70" y="0"/>
                    </a:lnTo>
                    <a:close/>
                  </a:path>
                </a:pathLst>
              </a:custGeom>
              <a:solidFill>
                <a:schemeClr val="bg1">
                  <a:lumMod val="95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54" name="Freeform 102"/>
              <p:cNvSpPr>
                <a:spLocks/>
              </p:cNvSpPr>
              <p:nvPr/>
            </p:nvSpPr>
            <p:spPr bwMode="auto">
              <a:xfrm>
                <a:off x="2349500" y="3611563"/>
                <a:ext cx="249238" cy="214313"/>
              </a:xfrm>
              <a:custGeom>
                <a:avLst/>
                <a:gdLst>
                  <a:gd name="T0" fmla="*/ 157 w 157"/>
                  <a:gd name="T1" fmla="*/ 90 h 135"/>
                  <a:gd name="T2" fmla="*/ 157 w 157"/>
                  <a:gd name="T3" fmla="*/ 135 h 135"/>
                  <a:gd name="T4" fmla="*/ 0 w 157"/>
                  <a:gd name="T5" fmla="*/ 43 h 135"/>
                  <a:gd name="T6" fmla="*/ 0 w 157"/>
                  <a:gd name="T7" fmla="*/ 0 h 135"/>
                  <a:gd name="T8" fmla="*/ 157 w 157"/>
                  <a:gd name="T9" fmla="*/ 90 h 135"/>
                </a:gdLst>
                <a:ahLst/>
                <a:cxnLst>
                  <a:cxn ang="0">
                    <a:pos x="T0" y="T1"/>
                  </a:cxn>
                  <a:cxn ang="0">
                    <a:pos x="T2" y="T3"/>
                  </a:cxn>
                  <a:cxn ang="0">
                    <a:pos x="T4" y="T5"/>
                  </a:cxn>
                  <a:cxn ang="0">
                    <a:pos x="T6" y="T7"/>
                  </a:cxn>
                  <a:cxn ang="0">
                    <a:pos x="T8" y="T9"/>
                  </a:cxn>
                </a:cxnLst>
                <a:rect l="0" t="0" r="r" b="b"/>
                <a:pathLst>
                  <a:path w="157" h="135">
                    <a:moveTo>
                      <a:pt x="157" y="90"/>
                    </a:moveTo>
                    <a:lnTo>
                      <a:pt x="157" y="135"/>
                    </a:lnTo>
                    <a:lnTo>
                      <a:pt x="0" y="43"/>
                    </a:lnTo>
                    <a:lnTo>
                      <a:pt x="0" y="0"/>
                    </a:lnTo>
                    <a:lnTo>
                      <a:pt x="157" y="90"/>
                    </a:lnTo>
                    <a:close/>
                  </a:path>
                </a:pathLst>
              </a:custGeom>
              <a:solidFill>
                <a:srgbClr val="AFAEB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55" name="Freeform 103"/>
              <p:cNvSpPr>
                <a:spLocks/>
              </p:cNvSpPr>
              <p:nvPr/>
            </p:nvSpPr>
            <p:spPr bwMode="auto">
              <a:xfrm>
                <a:off x="2408238" y="3448051"/>
                <a:ext cx="358775" cy="204788"/>
              </a:xfrm>
              <a:custGeom>
                <a:avLst/>
                <a:gdLst>
                  <a:gd name="T0" fmla="*/ 226 w 226"/>
                  <a:gd name="T1" fmla="*/ 90 h 129"/>
                  <a:gd name="T2" fmla="*/ 69 w 226"/>
                  <a:gd name="T3" fmla="*/ 0 h 129"/>
                  <a:gd name="T4" fmla="*/ 0 w 226"/>
                  <a:gd name="T5" fmla="*/ 39 h 129"/>
                  <a:gd name="T6" fmla="*/ 157 w 226"/>
                  <a:gd name="T7" fmla="*/ 129 h 129"/>
                  <a:gd name="T8" fmla="*/ 226 w 226"/>
                  <a:gd name="T9" fmla="*/ 90 h 129"/>
                </a:gdLst>
                <a:ahLst/>
                <a:cxnLst>
                  <a:cxn ang="0">
                    <a:pos x="T0" y="T1"/>
                  </a:cxn>
                  <a:cxn ang="0">
                    <a:pos x="T2" y="T3"/>
                  </a:cxn>
                  <a:cxn ang="0">
                    <a:pos x="T4" y="T5"/>
                  </a:cxn>
                  <a:cxn ang="0">
                    <a:pos x="T6" y="T7"/>
                  </a:cxn>
                  <a:cxn ang="0">
                    <a:pos x="T8" y="T9"/>
                  </a:cxn>
                </a:cxnLst>
                <a:rect l="0" t="0" r="r" b="b"/>
                <a:pathLst>
                  <a:path w="226" h="129">
                    <a:moveTo>
                      <a:pt x="226" y="90"/>
                    </a:moveTo>
                    <a:lnTo>
                      <a:pt x="69" y="0"/>
                    </a:lnTo>
                    <a:lnTo>
                      <a:pt x="0" y="39"/>
                    </a:lnTo>
                    <a:lnTo>
                      <a:pt x="157" y="129"/>
                    </a:lnTo>
                    <a:lnTo>
                      <a:pt x="226" y="90"/>
                    </a:lnTo>
                    <a:close/>
                  </a:path>
                </a:pathLst>
              </a:custGeom>
              <a:solidFill>
                <a:srgbClr val="E4E4E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56" name="Freeform 104"/>
              <p:cNvSpPr>
                <a:spLocks/>
              </p:cNvSpPr>
              <p:nvPr/>
            </p:nvSpPr>
            <p:spPr bwMode="auto">
              <a:xfrm>
                <a:off x="2657475" y="3590926"/>
                <a:ext cx="109538" cy="131763"/>
              </a:xfrm>
              <a:custGeom>
                <a:avLst/>
                <a:gdLst>
                  <a:gd name="T0" fmla="*/ 69 w 69"/>
                  <a:gd name="T1" fmla="*/ 0 h 83"/>
                  <a:gd name="T2" fmla="*/ 69 w 69"/>
                  <a:gd name="T3" fmla="*/ 45 h 83"/>
                  <a:gd name="T4" fmla="*/ 0 w 69"/>
                  <a:gd name="T5" fmla="*/ 83 h 83"/>
                  <a:gd name="T6" fmla="*/ 0 w 69"/>
                  <a:gd name="T7" fmla="*/ 39 h 83"/>
                  <a:gd name="T8" fmla="*/ 69 w 69"/>
                  <a:gd name="T9" fmla="*/ 0 h 83"/>
                </a:gdLst>
                <a:ahLst/>
                <a:cxnLst>
                  <a:cxn ang="0">
                    <a:pos x="T0" y="T1"/>
                  </a:cxn>
                  <a:cxn ang="0">
                    <a:pos x="T2" y="T3"/>
                  </a:cxn>
                  <a:cxn ang="0">
                    <a:pos x="T4" y="T5"/>
                  </a:cxn>
                  <a:cxn ang="0">
                    <a:pos x="T6" y="T7"/>
                  </a:cxn>
                  <a:cxn ang="0">
                    <a:pos x="T8" y="T9"/>
                  </a:cxn>
                </a:cxnLst>
                <a:rect l="0" t="0" r="r" b="b"/>
                <a:pathLst>
                  <a:path w="69" h="83">
                    <a:moveTo>
                      <a:pt x="69" y="0"/>
                    </a:moveTo>
                    <a:lnTo>
                      <a:pt x="69" y="45"/>
                    </a:lnTo>
                    <a:lnTo>
                      <a:pt x="0" y="83"/>
                    </a:lnTo>
                    <a:lnTo>
                      <a:pt x="0" y="39"/>
                    </a:lnTo>
                    <a:lnTo>
                      <a:pt x="69" y="0"/>
                    </a:lnTo>
                    <a:close/>
                  </a:path>
                </a:pathLst>
              </a:custGeom>
              <a:solidFill>
                <a:schemeClr val="bg1">
                  <a:lumMod val="95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57" name="Freeform 105"/>
              <p:cNvSpPr>
                <a:spLocks/>
              </p:cNvSpPr>
              <p:nvPr/>
            </p:nvSpPr>
            <p:spPr bwMode="auto">
              <a:xfrm>
                <a:off x="2406650" y="3509963"/>
                <a:ext cx="250825" cy="214313"/>
              </a:xfrm>
              <a:custGeom>
                <a:avLst/>
                <a:gdLst>
                  <a:gd name="T0" fmla="*/ 158 w 158"/>
                  <a:gd name="T1" fmla="*/ 90 h 135"/>
                  <a:gd name="T2" fmla="*/ 158 w 158"/>
                  <a:gd name="T3" fmla="*/ 135 h 135"/>
                  <a:gd name="T4" fmla="*/ 0 w 158"/>
                  <a:gd name="T5" fmla="*/ 44 h 135"/>
                  <a:gd name="T6" fmla="*/ 1 w 158"/>
                  <a:gd name="T7" fmla="*/ 0 h 135"/>
                  <a:gd name="T8" fmla="*/ 158 w 158"/>
                  <a:gd name="T9" fmla="*/ 90 h 135"/>
                </a:gdLst>
                <a:ahLst/>
                <a:cxnLst>
                  <a:cxn ang="0">
                    <a:pos x="T0" y="T1"/>
                  </a:cxn>
                  <a:cxn ang="0">
                    <a:pos x="T2" y="T3"/>
                  </a:cxn>
                  <a:cxn ang="0">
                    <a:pos x="T4" y="T5"/>
                  </a:cxn>
                  <a:cxn ang="0">
                    <a:pos x="T6" y="T7"/>
                  </a:cxn>
                  <a:cxn ang="0">
                    <a:pos x="T8" y="T9"/>
                  </a:cxn>
                </a:cxnLst>
                <a:rect l="0" t="0" r="r" b="b"/>
                <a:pathLst>
                  <a:path w="158" h="135">
                    <a:moveTo>
                      <a:pt x="158" y="90"/>
                    </a:moveTo>
                    <a:lnTo>
                      <a:pt x="158" y="135"/>
                    </a:lnTo>
                    <a:lnTo>
                      <a:pt x="0" y="44"/>
                    </a:lnTo>
                    <a:lnTo>
                      <a:pt x="1" y="0"/>
                    </a:lnTo>
                    <a:lnTo>
                      <a:pt x="158" y="90"/>
                    </a:lnTo>
                    <a:close/>
                  </a:path>
                </a:pathLst>
              </a:custGeom>
              <a:solidFill>
                <a:srgbClr val="AFAEB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58" name="Freeform 106"/>
              <p:cNvSpPr>
                <a:spLocks/>
              </p:cNvSpPr>
              <p:nvPr/>
            </p:nvSpPr>
            <p:spPr bwMode="auto">
              <a:xfrm>
                <a:off x="2465388" y="3346451"/>
                <a:ext cx="360363" cy="204788"/>
              </a:xfrm>
              <a:custGeom>
                <a:avLst/>
                <a:gdLst>
                  <a:gd name="T0" fmla="*/ 227 w 227"/>
                  <a:gd name="T1" fmla="*/ 91 h 129"/>
                  <a:gd name="T2" fmla="*/ 68 w 227"/>
                  <a:gd name="T3" fmla="*/ 0 h 129"/>
                  <a:gd name="T4" fmla="*/ 0 w 227"/>
                  <a:gd name="T5" fmla="*/ 39 h 129"/>
                  <a:gd name="T6" fmla="*/ 159 w 227"/>
                  <a:gd name="T7" fmla="*/ 129 h 129"/>
                  <a:gd name="T8" fmla="*/ 227 w 227"/>
                  <a:gd name="T9" fmla="*/ 91 h 129"/>
                </a:gdLst>
                <a:ahLst/>
                <a:cxnLst>
                  <a:cxn ang="0">
                    <a:pos x="T0" y="T1"/>
                  </a:cxn>
                  <a:cxn ang="0">
                    <a:pos x="T2" y="T3"/>
                  </a:cxn>
                  <a:cxn ang="0">
                    <a:pos x="T4" y="T5"/>
                  </a:cxn>
                  <a:cxn ang="0">
                    <a:pos x="T6" y="T7"/>
                  </a:cxn>
                  <a:cxn ang="0">
                    <a:pos x="T8" y="T9"/>
                  </a:cxn>
                </a:cxnLst>
                <a:rect l="0" t="0" r="r" b="b"/>
                <a:pathLst>
                  <a:path w="227" h="129">
                    <a:moveTo>
                      <a:pt x="227" y="91"/>
                    </a:moveTo>
                    <a:lnTo>
                      <a:pt x="68" y="0"/>
                    </a:lnTo>
                    <a:lnTo>
                      <a:pt x="0" y="39"/>
                    </a:lnTo>
                    <a:lnTo>
                      <a:pt x="159" y="129"/>
                    </a:lnTo>
                    <a:lnTo>
                      <a:pt x="227" y="91"/>
                    </a:lnTo>
                    <a:close/>
                  </a:path>
                </a:pathLst>
              </a:custGeom>
              <a:solidFill>
                <a:srgbClr val="E4E4E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59" name="Freeform 107"/>
              <p:cNvSpPr>
                <a:spLocks/>
              </p:cNvSpPr>
              <p:nvPr/>
            </p:nvSpPr>
            <p:spPr bwMode="auto">
              <a:xfrm>
                <a:off x="2714625" y="3490913"/>
                <a:ext cx="111125" cy="130175"/>
              </a:xfrm>
              <a:custGeom>
                <a:avLst/>
                <a:gdLst>
                  <a:gd name="T0" fmla="*/ 70 w 70"/>
                  <a:gd name="T1" fmla="*/ 0 h 82"/>
                  <a:gd name="T2" fmla="*/ 70 w 70"/>
                  <a:gd name="T3" fmla="*/ 45 h 82"/>
                  <a:gd name="T4" fmla="*/ 0 w 70"/>
                  <a:gd name="T5" fmla="*/ 82 h 82"/>
                  <a:gd name="T6" fmla="*/ 0 w 70"/>
                  <a:gd name="T7" fmla="*/ 38 h 82"/>
                  <a:gd name="T8" fmla="*/ 70 w 70"/>
                  <a:gd name="T9" fmla="*/ 0 h 82"/>
                </a:gdLst>
                <a:ahLst/>
                <a:cxnLst>
                  <a:cxn ang="0">
                    <a:pos x="T0" y="T1"/>
                  </a:cxn>
                  <a:cxn ang="0">
                    <a:pos x="T2" y="T3"/>
                  </a:cxn>
                  <a:cxn ang="0">
                    <a:pos x="T4" y="T5"/>
                  </a:cxn>
                  <a:cxn ang="0">
                    <a:pos x="T6" y="T7"/>
                  </a:cxn>
                  <a:cxn ang="0">
                    <a:pos x="T8" y="T9"/>
                  </a:cxn>
                </a:cxnLst>
                <a:rect l="0" t="0" r="r" b="b"/>
                <a:pathLst>
                  <a:path w="70" h="82">
                    <a:moveTo>
                      <a:pt x="70" y="0"/>
                    </a:moveTo>
                    <a:lnTo>
                      <a:pt x="70" y="45"/>
                    </a:lnTo>
                    <a:lnTo>
                      <a:pt x="0" y="82"/>
                    </a:lnTo>
                    <a:lnTo>
                      <a:pt x="0" y="38"/>
                    </a:lnTo>
                    <a:lnTo>
                      <a:pt x="70" y="0"/>
                    </a:lnTo>
                    <a:close/>
                  </a:path>
                </a:pathLst>
              </a:custGeom>
              <a:solidFill>
                <a:schemeClr val="bg1">
                  <a:lumMod val="95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60" name="Freeform 108"/>
              <p:cNvSpPr>
                <a:spLocks/>
              </p:cNvSpPr>
              <p:nvPr/>
            </p:nvSpPr>
            <p:spPr bwMode="auto">
              <a:xfrm>
                <a:off x="2465388" y="3408363"/>
                <a:ext cx="249238" cy="215900"/>
              </a:xfrm>
              <a:custGeom>
                <a:avLst/>
                <a:gdLst>
                  <a:gd name="T0" fmla="*/ 157 w 157"/>
                  <a:gd name="T1" fmla="*/ 90 h 136"/>
                  <a:gd name="T2" fmla="*/ 157 w 157"/>
                  <a:gd name="T3" fmla="*/ 136 h 136"/>
                  <a:gd name="T4" fmla="*/ 0 w 157"/>
                  <a:gd name="T5" fmla="*/ 44 h 136"/>
                  <a:gd name="T6" fmla="*/ 0 w 157"/>
                  <a:gd name="T7" fmla="*/ 0 h 136"/>
                  <a:gd name="T8" fmla="*/ 157 w 157"/>
                  <a:gd name="T9" fmla="*/ 90 h 136"/>
                </a:gdLst>
                <a:ahLst/>
                <a:cxnLst>
                  <a:cxn ang="0">
                    <a:pos x="T0" y="T1"/>
                  </a:cxn>
                  <a:cxn ang="0">
                    <a:pos x="T2" y="T3"/>
                  </a:cxn>
                  <a:cxn ang="0">
                    <a:pos x="T4" y="T5"/>
                  </a:cxn>
                  <a:cxn ang="0">
                    <a:pos x="T6" y="T7"/>
                  </a:cxn>
                  <a:cxn ang="0">
                    <a:pos x="T8" y="T9"/>
                  </a:cxn>
                </a:cxnLst>
                <a:rect l="0" t="0" r="r" b="b"/>
                <a:pathLst>
                  <a:path w="157" h="136">
                    <a:moveTo>
                      <a:pt x="157" y="90"/>
                    </a:moveTo>
                    <a:lnTo>
                      <a:pt x="157" y="136"/>
                    </a:lnTo>
                    <a:lnTo>
                      <a:pt x="0" y="44"/>
                    </a:lnTo>
                    <a:lnTo>
                      <a:pt x="0" y="0"/>
                    </a:lnTo>
                    <a:lnTo>
                      <a:pt x="157" y="90"/>
                    </a:lnTo>
                    <a:close/>
                  </a:path>
                </a:pathLst>
              </a:custGeom>
              <a:solidFill>
                <a:srgbClr val="AFAEB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61" name="Freeform 109"/>
              <p:cNvSpPr>
                <a:spLocks/>
              </p:cNvSpPr>
              <p:nvPr/>
            </p:nvSpPr>
            <p:spPr bwMode="auto">
              <a:xfrm>
                <a:off x="2524125" y="3246438"/>
                <a:ext cx="358775" cy="204788"/>
              </a:xfrm>
              <a:custGeom>
                <a:avLst/>
                <a:gdLst>
                  <a:gd name="T0" fmla="*/ 226 w 226"/>
                  <a:gd name="T1" fmla="*/ 90 h 129"/>
                  <a:gd name="T2" fmla="*/ 69 w 226"/>
                  <a:gd name="T3" fmla="*/ 0 h 129"/>
                  <a:gd name="T4" fmla="*/ 0 w 226"/>
                  <a:gd name="T5" fmla="*/ 38 h 129"/>
                  <a:gd name="T6" fmla="*/ 157 w 226"/>
                  <a:gd name="T7" fmla="*/ 129 h 129"/>
                  <a:gd name="T8" fmla="*/ 226 w 226"/>
                  <a:gd name="T9" fmla="*/ 90 h 129"/>
                </a:gdLst>
                <a:ahLst/>
                <a:cxnLst>
                  <a:cxn ang="0">
                    <a:pos x="T0" y="T1"/>
                  </a:cxn>
                  <a:cxn ang="0">
                    <a:pos x="T2" y="T3"/>
                  </a:cxn>
                  <a:cxn ang="0">
                    <a:pos x="T4" y="T5"/>
                  </a:cxn>
                  <a:cxn ang="0">
                    <a:pos x="T6" y="T7"/>
                  </a:cxn>
                  <a:cxn ang="0">
                    <a:pos x="T8" y="T9"/>
                  </a:cxn>
                </a:cxnLst>
                <a:rect l="0" t="0" r="r" b="b"/>
                <a:pathLst>
                  <a:path w="226" h="129">
                    <a:moveTo>
                      <a:pt x="226" y="90"/>
                    </a:moveTo>
                    <a:lnTo>
                      <a:pt x="69" y="0"/>
                    </a:lnTo>
                    <a:lnTo>
                      <a:pt x="0" y="38"/>
                    </a:lnTo>
                    <a:lnTo>
                      <a:pt x="157" y="129"/>
                    </a:lnTo>
                    <a:lnTo>
                      <a:pt x="226" y="90"/>
                    </a:lnTo>
                    <a:close/>
                  </a:path>
                </a:pathLst>
              </a:custGeom>
              <a:solidFill>
                <a:srgbClr val="E4E4E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62" name="Freeform 110"/>
              <p:cNvSpPr>
                <a:spLocks/>
              </p:cNvSpPr>
              <p:nvPr/>
            </p:nvSpPr>
            <p:spPr bwMode="auto">
              <a:xfrm>
                <a:off x="2773363" y="3389313"/>
                <a:ext cx="109538" cy="130175"/>
              </a:xfrm>
              <a:custGeom>
                <a:avLst/>
                <a:gdLst>
                  <a:gd name="T0" fmla="*/ 69 w 69"/>
                  <a:gd name="T1" fmla="*/ 0 h 82"/>
                  <a:gd name="T2" fmla="*/ 69 w 69"/>
                  <a:gd name="T3" fmla="*/ 45 h 82"/>
                  <a:gd name="T4" fmla="*/ 0 w 69"/>
                  <a:gd name="T5" fmla="*/ 82 h 82"/>
                  <a:gd name="T6" fmla="*/ 0 w 69"/>
                  <a:gd name="T7" fmla="*/ 39 h 82"/>
                  <a:gd name="T8" fmla="*/ 69 w 69"/>
                  <a:gd name="T9" fmla="*/ 0 h 82"/>
                </a:gdLst>
                <a:ahLst/>
                <a:cxnLst>
                  <a:cxn ang="0">
                    <a:pos x="T0" y="T1"/>
                  </a:cxn>
                  <a:cxn ang="0">
                    <a:pos x="T2" y="T3"/>
                  </a:cxn>
                  <a:cxn ang="0">
                    <a:pos x="T4" y="T5"/>
                  </a:cxn>
                  <a:cxn ang="0">
                    <a:pos x="T6" y="T7"/>
                  </a:cxn>
                  <a:cxn ang="0">
                    <a:pos x="T8" y="T9"/>
                  </a:cxn>
                </a:cxnLst>
                <a:rect l="0" t="0" r="r" b="b"/>
                <a:pathLst>
                  <a:path w="69" h="82">
                    <a:moveTo>
                      <a:pt x="69" y="0"/>
                    </a:moveTo>
                    <a:lnTo>
                      <a:pt x="69" y="45"/>
                    </a:lnTo>
                    <a:lnTo>
                      <a:pt x="0" y="82"/>
                    </a:lnTo>
                    <a:lnTo>
                      <a:pt x="0" y="39"/>
                    </a:lnTo>
                    <a:lnTo>
                      <a:pt x="69" y="0"/>
                    </a:lnTo>
                    <a:close/>
                  </a:path>
                </a:pathLst>
              </a:custGeom>
              <a:solidFill>
                <a:schemeClr val="bg1">
                  <a:lumMod val="95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63" name="Freeform 111"/>
              <p:cNvSpPr>
                <a:spLocks/>
              </p:cNvSpPr>
              <p:nvPr/>
            </p:nvSpPr>
            <p:spPr bwMode="auto">
              <a:xfrm>
                <a:off x="2522538" y="3306763"/>
                <a:ext cx="250825" cy="215900"/>
              </a:xfrm>
              <a:custGeom>
                <a:avLst/>
                <a:gdLst>
                  <a:gd name="T0" fmla="*/ 158 w 158"/>
                  <a:gd name="T1" fmla="*/ 91 h 136"/>
                  <a:gd name="T2" fmla="*/ 158 w 158"/>
                  <a:gd name="T3" fmla="*/ 136 h 136"/>
                  <a:gd name="T4" fmla="*/ 0 w 158"/>
                  <a:gd name="T5" fmla="*/ 44 h 136"/>
                  <a:gd name="T6" fmla="*/ 1 w 158"/>
                  <a:gd name="T7" fmla="*/ 0 h 136"/>
                  <a:gd name="T8" fmla="*/ 158 w 158"/>
                  <a:gd name="T9" fmla="*/ 91 h 136"/>
                </a:gdLst>
                <a:ahLst/>
                <a:cxnLst>
                  <a:cxn ang="0">
                    <a:pos x="T0" y="T1"/>
                  </a:cxn>
                  <a:cxn ang="0">
                    <a:pos x="T2" y="T3"/>
                  </a:cxn>
                  <a:cxn ang="0">
                    <a:pos x="T4" y="T5"/>
                  </a:cxn>
                  <a:cxn ang="0">
                    <a:pos x="T6" y="T7"/>
                  </a:cxn>
                  <a:cxn ang="0">
                    <a:pos x="T8" y="T9"/>
                  </a:cxn>
                </a:cxnLst>
                <a:rect l="0" t="0" r="r" b="b"/>
                <a:pathLst>
                  <a:path w="158" h="136">
                    <a:moveTo>
                      <a:pt x="158" y="91"/>
                    </a:moveTo>
                    <a:lnTo>
                      <a:pt x="158" y="136"/>
                    </a:lnTo>
                    <a:lnTo>
                      <a:pt x="0" y="44"/>
                    </a:lnTo>
                    <a:lnTo>
                      <a:pt x="1" y="0"/>
                    </a:lnTo>
                    <a:lnTo>
                      <a:pt x="158" y="91"/>
                    </a:lnTo>
                    <a:close/>
                  </a:path>
                </a:pathLst>
              </a:custGeom>
              <a:solidFill>
                <a:srgbClr val="AFAEB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64" name="Freeform 112"/>
              <p:cNvSpPr>
                <a:spLocks/>
              </p:cNvSpPr>
              <p:nvPr/>
            </p:nvSpPr>
            <p:spPr bwMode="auto">
              <a:xfrm>
                <a:off x="2581275" y="3144838"/>
                <a:ext cx="360363" cy="204788"/>
              </a:xfrm>
              <a:custGeom>
                <a:avLst/>
                <a:gdLst>
                  <a:gd name="T0" fmla="*/ 227 w 227"/>
                  <a:gd name="T1" fmla="*/ 90 h 129"/>
                  <a:gd name="T2" fmla="*/ 69 w 227"/>
                  <a:gd name="T3" fmla="*/ 0 h 129"/>
                  <a:gd name="T4" fmla="*/ 0 w 227"/>
                  <a:gd name="T5" fmla="*/ 39 h 129"/>
                  <a:gd name="T6" fmla="*/ 159 w 227"/>
                  <a:gd name="T7" fmla="*/ 129 h 129"/>
                  <a:gd name="T8" fmla="*/ 227 w 227"/>
                  <a:gd name="T9" fmla="*/ 90 h 129"/>
                </a:gdLst>
                <a:ahLst/>
                <a:cxnLst>
                  <a:cxn ang="0">
                    <a:pos x="T0" y="T1"/>
                  </a:cxn>
                  <a:cxn ang="0">
                    <a:pos x="T2" y="T3"/>
                  </a:cxn>
                  <a:cxn ang="0">
                    <a:pos x="T4" y="T5"/>
                  </a:cxn>
                  <a:cxn ang="0">
                    <a:pos x="T6" y="T7"/>
                  </a:cxn>
                  <a:cxn ang="0">
                    <a:pos x="T8" y="T9"/>
                  </a:cxn>
                </a:cxnLst>
                <a:rect l="0" t="0" r="r" b="b"/>
                <a:pathLst>
                  <a:path w="227" h="129">
                    <a:moveTo>
                      <a:pt x="227" y="90"/>
                    </a:moveTo>
                    <a:lnTo>
                      <a:pt x="69" y="0"/>
                    </a:lnTo>
                    <a:lnTo>
                      <a:pt x="0" y="39"/>
                    </a:lnTo>
                    <a:lnTo>
                      <a:pt x="159" y="129"/>
                    </a:lnTo>
                    <a:lnTo>
                      <a:pt x="227" y="90"/>
                    </a:lnTo>
                    <a:close/>
                  </a:path>
                </a:pathLst>
              </a:custGeom>
              <a:solidFill>
                <a:srgbClr val="E4E4E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65" name="Freeform 113"/>
              <p:cNvSpPr>
                <a:spLocks/>
              </p:cNvSpPr>
              <p:nvPr/>
            </p:nvSpPr>
            <p:spPr bwMode="auto">
              <a:xfrm>
                <a:off x="2830513" y="3287713"/>
                <a:ext cx="111125" cy="130175"/>
              </a:xfrm>
              <a:custGeom>
                <a:avLst/>
                <a:gdLst>
                  <a:gd name="T0" fmla="*/ 70 w 70"/>
                  <a:gd name="T1" fmla="*/ 0 h 82"/>
                  <a:gd name="T2" fmla="*/ 70 w 70"/>
                  <a:gd name="T3" fmla="*/ 45 h 82"/>
                  <a:gd name="T4" fmla="*/ 0 w 70"/>
                  <a:gd name="T5" fmla="*/ 82 h 82"/>
                  <a:gd name="T6" fmla="*/ 0 w 70"/>
                  <a:gd name="T7" fmla="*/ 39 h 82"/>
                  <a:gd name="T8" fmla="*/ 70 w 70"/>
                  <a:gd name="T9" fmla="*/ 0 h 82"/>
                </a:gdLst>
                <a:ahLst/>
                <a:cxnLst>
                  <a:cxn ang="0">
                    <a:pos x="T0" y="T1"/>
                  </a:cxn>
                  <a:cxn ang="0">
                    <a:pos x="T2" y="T3"/>
                  </a:cxn>
                  <a:cxn ang="0">
                    <a:pos x="T4" y="T5"/>
                  </a:cxn>
                  <a:cxn ang="0">
                    <a:pos x="T6" y="T7"/>
                  </a:cxn>
                  <a:cxn ang="0">
                    <a:pos x="T8" y="T9"/>
                  </a:cxn>
                </a:cxnLst>
                <a:rect l="0" t="0" r="r" b="b"/>
                <a:pathLst>
                  <a:path w="70" h="82">
                    <a:moveTo>
                      <a:pt x="70" y="0"/>
                    </a:moveTo>
                    <a:lnTo>
                      <a:pt x="70" y="45"/>
                    </a:lnTo>
                    <a:lnTo>
                      <a:pt x="0" y="82"/>
                    </a:lnTo>
                    <a:lnTo>
                      <a:pt x="0" y="39"/>
                    </a:lnTo>
                    <a:lnTo>
                      <a:pt x="70" y="0"/>
                    </a:lnTo>
                    <a:close/>
                  </a:path>
                </a:pathLst>
              </a:custGeom>
              <a:solidFill>
                <a:schemeClr val="bg1">
                  <a:lumMod val="95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66" name="Freeform 114"/>
              <p:cNvSpPr>
                <a:spLocks/>
              </p:cNvSpPr>
              <p:nvPr/>
            </p:nvSpPr>
            <p:spPr bwMode="auto">
              <a:xfrm>
                <a:off x="2581275" y="3206751"/>
                <a:ext cx="249238" cy="214313"/>
              </a:xfrm>
              <a:custGeom>
                <a:avLst/>
                <a:gdLst>
                  <a:gd name="T0" fmla="*/ 157 w 157"/>
                  <a:gd name="T1" fmla="*/ 90 h 135"/>
                  <a:gd name="T2" fmla="*/ 157 w 157"/>
                  <a:gd name="T3" fmla="*/ 135 h 135"/>
                  <a:gd name="T4" fmla="*/ 0 w 157"/>
                  <a:gd name="T5" fmla="*/ 43 h 135"/>
                  <a:gd name="T6" fmla="*/ 0 w 157"/>
                  <a:gd name="T7" fmla="*/ 0 h 135"/>
                  <a:gd name="T8" fmla="*/ 157 w 157"/>
                  <a:gd name="T9" fmla="*/ 90 h 135"/>
                </a:gdLst>
                <a:ahLst/>
                <a:cxnLst>
                  <a:cxn ang="0">
                    <a:pos x="T0" y="T1"/>
                  </a:cxn>
                  <a:cxn ang="0">
                    <a:pos x="T2" y="T3"/>
                  </a:cxn>
                  <a:cxn ang="0">
                    <a:pos x="T4" y="T5"/>
                  </a:cxn>
                  <a:cxn ang="0">
                    <a:pos x="T6" y="T7"/>
                  </a:cxn>
                  <a:cxn ang="0">
                    <a:pos x="T8" y="T9"/>
                  </a:cxn>
                </a:cxnLst>
                <a:rect l="0" t="0" r="r" b="b"/>
                <a:pathLst>
                  <a:path w="157" h="135">
                    <a:moveTo>
                      <a:pt x="157" y="90"/>
                    </a:moveTo>
                    <a:lnTo>
                      <a:pt x="157" y="135"/>
                    </a:lnTo>
                    <a:lnTo>
                      <a:pt x="0" y="43"/>
                    </a:lnTo>
                    <a:lnTo>
                      <a:pt x="0" y="0"/>
                    </a:lnTo>
                    <a:lnTo>
                      <a:pt x="157" y="90"/>
                    </a:lnTo>
                    <a:close/>
                  </a:path>
                </a:pathLst>
              </a:custGeom>
              <a:solidFill>
                <a:srgbClr val="AFAEB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67" name="Freeform 115"/>
              <p:cNvSpPr>
                <a:spLocks/>
              </p:cNvSpPr>
              <p:nvPr/>
            </p:nvSpPr>
            <p:spPr bwMode="auto">
              <a:xfrm>
                <a:off x="2640013" y="3043238"/>
                <a:ext cx="358775" cy="204788"/>
              </a:xfrm>
              <a:custGeom>
                <a:avLst/>
                <a:gdLst>
                  <a:gd name="T0" fmla="*/ 226 w 226"/>
                  <a:gd name="T1" fmla="*/ 90 h 129"/>
                  <a:gd name="T2" fmla="*/ 69 w 226"/>
                  <a:gd name="T3" fmla="*/ 0 h 129"/>
                  <a:gd name="T4" fmla="*/ 0 w 226"/>
                  <a:gd name="T5" fmla="*/ 39 h 129"/>
                  <a:gd name="T6" fmla="*/ 158 w 226"/>
                  <a:gd name="T7" fmla="*/ 129 h 129"/>
                  <a:gd name="T8" fmla="*/ 226 w 226"/>
                  <a:gd name="T9" fmla="*/ 90 h 129"/>
                </a:gdLst>
                <a:ahLst/>
                <a:cxnLst>
                  <a:cxn ang="0">
                    <a:pos x="T0" y="T1"/>
                  </a:cxn>
                  <a:cxn ang="0">
                    <a:pos x="T2" y="T3"/>
                  </a:cxn>
                  <a:cxn ang="0">
                    <a:pos x="T4" y="T5"/>
                  </a:cxn>
                  <a:cxn ang="0">
                    <a:pos x="T6" y="T7"/>
                  </a:cxn>
                  <a:cxn ang="0">
                    <a:pos x="T8" y="T9"/>
                  </a:cxn>
                </a:cxnLst>
                <a:rect l="0" t="0" r="r" b="b"/>
                <a:pathLst>
                  <a:path w="226" h="129">
                    <a:moveTo>
                      <a:pt x="226" y="90"/>
                    </a:moveTo>
                    <a:lnTo>
                      <a:pt x="69" y="0"/>
                    </a:lnTo>
                    <a:lnTo>
                      <a:pt x="0" y="39"/>
                    </a:lnTo>
                    <a:lnTo>
                      <a:pt x="158" y="129"/>
                    </a:lnTo>
                    <a:lnTo>
                      <a:pt x="226" y="90"/>
                    </a:lnTo>
                    <a:close/>
                  </a:path>
                </a:pathLst>
              </a:custGeom>
              <a:solidFill>
                <a:srgbClr val="E4E4E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68" name="Freeform 116"/>
              <p:cNvSpPr>
                <a:spLocks/>
              </p:cNvSpPr>
              <p:nvPr/>
            </p:nvSpPr>
            <p:spPr bwMode="auto">
              <a:xfrm>
                <a:off x="2890838" y="3186113"/>
                <a:ext cx="107950" cy="131763"/>
              </a:xfrm>
              <a:custGeom>
                <a:avLst/>
                <a:gdLst>
                  <a:gd name="T0" fmla="*/ 68 w 68"/>
                  <a:gd name="T1" fmla="*/ 0 h 83"/>
                  <a:gd name="T2" fmla="*/ 68 w 68"/>
                  <a:gd name="T3" fmla="*/ 45 h 83"/>
                  <a:gd name="T4" fmla="*/ 0 w 68"/>
                  <a:gd name="T5" fmla="*/ 83 h 83"/>
                  <a:gd name="T6" fmla="*/ 0 w 68"/>
                  <a:gd name="T7" fmla="*/ 39 h 83"/>
                  <a:gd name="T8" fmla="*/ 68 w 68"/>
                  <a:gd name="T9" fmla="*/ 0 h 83"/>
                </a:gdLst>
                <a:ahLst/>
                <a:cxnLst>
                  <a:cxn ang="0">
                    <a:pos x="T0" y="T1"/>
                  </a:cxn>
                  <a:cxn ang="0">
                    <a:pos x="T2" y="T3"/>
                  </a:cxn>
                  <a:cxn ang="0">
                    <a:pos x="T4" y="T5"/>
                  </a:cxn>
                  <a:cxn ang="0">
                    <a:pos x="T6" y="T7"/>
                  </a:cxn>
                  <a:cxn ang="0">
                    <a:pos x="T8" y="T9"/>
                  </a:cxn>
                </a:cxnLst>
                <a:rect l="0" t="0" r="r" b="b"/>
                <a:pathLst>
                  <a:path w="68" h="83">
                    <a:moveTo>
                      <a:pt x="68" y="0"/>
                    </a:moveTo>
                    <a:lnTo>
                      <a:pt x="68" y="45"/>
                    </a:lnTo>
                    <a:lnTo>
                      <a:pt x="0" y="83"/>
                    </a:lnTo>
                    <a:lnTo>
                      <a:pt x="0" y="39"/>
                    </a:lnTo>
                    <a:lnTo>
                      <a:pt x="68" y="0"/>
                    </a:lnTo>
                    <a:close/>
                  </a:path>
                </a:pathLst>
              </a:custGeom>
              <a:solidFill>
                <a:schemeClr val="bg1">
                  <a:lumMod val="95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69" name="Freeform 117"/>
              <p:cNvSpPr>
                <a:spLocks/>
              </p:cNvSpPr>
              <p:nvPr/>
            </p:nvSpPr>
            <p:spPr bwMode="auto">
              <a:xfrm>
                <a:off x="2638425" y="3105151"/>
                <a:ext cx="252413" cy="214313"/>
              </a:xfrm>
              <a:custGeom>
                <a:avLst/>
                <a:gdLst>
                  <a:gd name="T0" fmla="*/ 159 w 159"/>
                  <a:gd name="T1" fmla="*/ 90 h 135"/>
                  <a:gd name="T2" fmla="*/ 159 w 159"/>
                  <a:gd name="T3" fmla="*/ 135 h 135"/>
                  <a:gd name="T4" fmla="*/ 0 w 159"/>
                  <a:gd name="T5" fmla="*/ 43 h 135"/>
                  <a:gd name="T6" fmla="*/ 1 w 159"/>
                  <a:gd name="T7" fmla="*/ 0 h 135"/>
                  <a:gd name="T8" fmla="*/ 159 w 159"/>
                  <a:gd name="T9" fmla="*/ 90 h 135"/>
                </a:gdLst>
                <a:ahLst/>
                <a:cxnLst>
                  <a:cxn ang="0">
                    <a:pos x="T0" y="T1"/>
                  </a:cxn>
                  <a:cxn ang="0">
                    <a:pos x="T2" y="T3"/>
                  </a:cxn>
                  <a:cxn ang="0">
                    <a:pos x="T4" y="T5"/>
                  </a:cxn>
                  <a:cxn ang="0">
                    <a:pos x="T6" y="T7"/>
                  </a:cxn>
                  <a:cxn ang="0">
                    <a:pos x="T8" y="T9"/>
                  </a:cxn>
                </a:cxnLst>
                <a:rect l="0" t="0" r="r" b="b"/>
                <a:pathLst>
                  <a:path w="159" h="135">
                    <a:moveTo>
                      <a:pt x="159" y="90"/>
                    </a:moveTo>
                    <a:lnTo>
                      <a:pt x="159" y="135"/>
                    </a:lnTo>
                    <a:lnTo>
                      <a:pt x="0" y="43"/>
                    </a:lnTo>
                    <a:lnTo>
                      <a:pt x="1" y="0"/>
                    </a:lnTo>
                    <a:lnTo>
                      <a:pt x="159" y="90"/>
                    </a:lnTo>
                    <a:close/>
                  </a:path>
                </a:pathLst>
              </a:custGeom>
              <a:solidFill>
                <a:srgbClr val="AFAEB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70" name="Freeform 118"/>
              <p:cNvSpPr>
                <a:spLocks/>
              </p:cNvSpPr>
              <p:nvPr/>
            </p:nvSpPr>
            <p:spPr bwMode="auto">
              <a:xfrm>
                <a:off x="2697163" y="2941638"/>
                <a:ext cx="360363" cy="204788"/>
              </a:xfrm>
              <a:custGeom>
                <a:avLst/>
                <a:gdLst>
                  <a:gd name="T0" fmla="*/ 227 w 227"/>
                  <a:gd name="T1" fmla="*/ 90 h 129"/>
                  <a:gd name="T2" fmla="*/ 69 w 227"/>
                  <a:gd name="T3" fmla="*/ 0 h 129"/>
                  <a:gd name="T4" fmla="*/ 0 w 227"/>
                  <a:gd name="T5" fmla="*/ 39 h 129"/>
                  <a:gd name="T6" fmla="*/ 159 w 227"/>
                  <a:gd name="T7" fmla="*/ 129 h 129"/>
                  <a:gd name="T8" fmla="*/ 227 w 227"/>
                  <a:gd name="T9" fmla="*/ 90 h 129"/>
                </a:gdLst>
                <a:ahLst/>
                <a:cxnLst>
                  <a:cxn ang="0">
                    <a:pos x="T0" y="T1"/>
                  </a:cxn>
                  <a:cxn ang="0">
                    <a:pos x="T2" y="T3"/>
                  </a:cxn>
                  <a:cxn ang="0">
                    <a:pos x="T4" y="T5"/>
                  </a:cxn>
                  <a:cxn ang="0">
                    <a:pos x="T6" y="T7"/>
                  </a:cxn>
                  <a:cxn ang="0">
                    <a:pos x="T8" y="T9"/>
                  </a:cxn>
                </a:cxnLst>
                <a:rect l="0" t="0" r="r" b="b"/>
                <a:pathLst>
                  <a:path w="227" h="129">
                    <a:moveTo>
                      <a:pt x="227" y="90"/>
                    </a:moveTo>
                    <a:lnTo>
                      <a:pt x="69" y="0"/>
                    </a:lnTo>
                    <a:lnTo>
                      <a:pt x="0" y="39"/>
                    </a:lnTo>
                    <a:lnTo>
                      <a:pt x="159" y="129"/>
                    </a:lnTo>
                    <a:lnTo>
                      <a:pt x="227" y="90"/>
                    </a:lnTo>
                    <a:close/>
                  </a:path>
                </a:pathLst>
              </a:custGeom>
              <a:solidFill>
                <a:srgbClr val="E4E4E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71" name="Freeform 119"/>
              <p:cNvSpPr>
                <a:spLocks/>
              </p:cNvSpPr>
              <p:nvPr/>
            </p:nvSpPr>
            <p:spPr bwMode="auto">
              <a:xfrm>
                <a:off x="2946400" y="3084513"/>
                <a:ext cx="111125" cy="131763"/>
              </a:xfrm>
              <a:custGeom>
                <a:avLst/>
                <a:gdLst>
                  <a:gd name="T0" fmla="*/ 70 w 70"/>
                  <a:gd name="T1" fmla="*/ 0 h 83"/>
                  <a:gd name="T2" fmla="*/ 70 w 70"/>
                  <a:gd name="T3" fmla="*/ 46 h 83"/>
                  <a:gd name="T4" fmla="*/ 0 w 70"/>
                  <a:gd name="T5" fmla="*/ 83 h 83"/>
                  <a:gd name="T6" fmla="*/ 0 w 70"/>
                  <a:gd name="T7" fmla="*/ 39 h 83"/>
                  <a:gd name="T8" fmla="*/ 70 w 70"/>
                  <a:gd name="T9" fmla="*/ 0 h 83"/>
                </a:gdLst>
                <a:ahLst/>
                <a:cxnLst>
                  <a:cxn ang="0">
                    <a:pos x="T0" y="T1"/>
                  </a:cxn>
                  <a:cxn ang="0">
                    <a:pos x="T2" y="T3"/>
                  </a:cxn>
                  <a:cxn ang="0">
                    <a:pos x="T4" y="T5"/>
                  </a:cxn>
                  <a:cxn ang="0">
                    <a:pos x="T6" y="T7"/>
                  </a:cxn>
                  <a:cxn ang="0">
                    <a:pos x="T8" y="T9"/>
                  </a:cxn>
                </a:cxnLst>
                <a:rect l="0" t="0" r="r" b="b"/>
                <a:pathLst>
                  <a:path w="70" h="83">
                    <a:moveTo>
                      <a:pt x="70" y="0"/>
                    </a:moveTo>
                    <a:lnTo>
                      <a:pt x="70" y="46"/>
                    </a:lnTo>
                    <a:lnTo>
                      <a:pt x="0" y="83"/>
                    </a:lnTo>
                    <a:lnTo>
                      <a:pt x="0" y="39"/>
                    </a:lnTo>
                    <a:lnTo>
                      <a:pt x="70" y="0"/>
                    </a:lnTo>
                    <a:close/>
                  </a:path>
                </a:pathLst>
              </a:custGeom>
              <a:solidFill>
                <a:schemeClr val="bg1">
                  <a:lumMod val="95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72" name="Freeform 120"/>
              <p:cNvSpPr>
                <a:spLocks/>
              </p:cNvSpPr>
              <p:nvPr/>
            </p:nvSpPr>
            <p:spPr bwMode="auto">
              <a:xfrm>
                <a:off x="2697163" y="3003551"/>
                <a:ext cx="249238" cy="214313"/>
              </a:xfrm>
              <a:custGeom>
                <a:avLst/>
                <a:gdLst>
                  <a:gd name="T0" fmla="*/ 157 w 157"/>
                  <a:gd name="T1" fmla="*/ 90 h 135"/>
                  <a:gd name="T2" fmla="*/ 157 w 157"/>
                  <a:gd name="T3" fmla="*/ 135 h 135"/>
                  <a:gd name="T4" fmla="*/ 0 w 157"/>
                  <a:gd name="T5" fmla="*/ 44 h 135"/>
                  <a:gd name="T6" fmla="*/ 0 w 157"/>
                  <a:gd name="T7" fmla="*/ 0 h 135"/>
                  <a:gd name="T8" fmla="*/ 157 w 157"/>
                  <a:gd name="T9" fmla="*/ 90 h 135"/>
                </a:gdLst>
                <a:ahLst/>
                <a:cxnLst>
                  <a:cxn ang="0">
                    <a:pos x="T0" y="T1"/>
                  </a:cxn>
                  <a:cxn ang="0">
                    <a:pos x="T2" y="T3"/>
                  </a:cxn>
                  <a:cxn ang="0">
                    <a:pos x="T4" y="T5"/>
                  </a:cxn>
                  <a:cxn ang="0">
                    <a:pos x="T6" y="T7"/>
                  </a:cxn>
                  <a:cxn ang="0">
                    <a:pos x="T8" y="T9"/>
                  </a:cxn>
                </a:cxnLst>
                <a:rect l="0" t="0" r="r" b="b"/>
                <a:pathLst>
                  <a:path w="157" h="135">
                    <a:moveTo>
                      <a:pt x="157" y="90"/>
                    </a:moveTo>
                    <a:lnTo>
                      <a:pt x="157" y="135"/>
                    </a:lnTo>
                    <a:lnTo>
                      <a:pt x="0" y="44"/>
                    </a:lnTo>
                    <a:lnTo>
                      <a:pt x="0" y="0"/>
                    </a:lnTo>
                    <a:lnTo>
                      <a:pt x="157" y="90"/>
                    </a:lnTo>
                    <a:close/>
                  </a:path>
                </a:pathLst>
              </a:custGeom>
              <a:solidFill>
                <a:srgbClr val="AFAEB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173" name="组合 172"/>
          <p:cNvGrpSpPr/>
          <p:nvPr/>
        </p:nvGrpSpPr>
        <p:grpSpPr>
          <a:xfrm>
            <a:off x="5961865" y="2450595"/>
            <a:ext cx="662413" cy="874282"/>
            <a:chOff x="4182025" y="3037568"/>
            <a:chExt cx="1018111" cy="1343750"/>
          </a:xfrm>
        </p:grpSpPr>
        <p:sp>
          <p:nvSpPr>
            <p:cNvPr id="174" name="任意多边形 173"/>
            <p:cNvSpPr>
              <a:spLocks/>
            </p:cNvSpPr>
            <p:nvPr/>
          </p:nvSpPr>
          <p:spPr bwMode="auto">
            <a:xfrm>
              <a:off x="4182025" y="3037568"/>
              <a:ext cx="1018111" cy="1343750"/>
            </a:xfrm>
            <a:custGeom>
              <a:avLst/>
              <a:gdLst>
                <a:gd name="connsiteX0" fmla="*/ 448890 w 1018111"/>
                <a:gd name="connsiteY0" fmla="*/ 1091309 h 1343750"/>
                <a:gd name="connsiteX1" fmla="*/ 380565 w 1018111"/>
                <a:gd name="connsiteY1" fmla="*/ 1129928 h 1343750"/>
                <a:gd name="connsiteX2" fmla="*/ 380565 w 1018111"/>
                <a:gd name="connsiteY2" fmla="*/ 1129928 h 1343750"/>
                <a:gd name="connsiteX3" fmla="*/ 448890 w 1018111"/>
                <a:gd name="connsiteY3" fmla="*/ 1091310 h 1343750"/>
                <a:gd name="connsiteX4" fmla="*/ 143272 w 1018111"/>
                <a:gd name="connsiteY4" fmla="*/ 827868 h 1343750"/>
                <a:gd name="connsiteX5" fmla="*/ 451186 w 1018111"/>
                <a:gd name="connsiteY5" fmla="*/ 1004379 h 1343750"/>
                <a:gd name="connsiteX6" fmla="*/ 451186 w 1018111"/>
                <a:gd name="connsiteY6" fmla="*/ 1004380 h 1343750"/>
                <a:gd name="connsiteX7" fmla="*/ 453163 w 1018111"/>
                <a:gd name="connsiteY7" fmla="*/ 1003279 h 1343750"/>
                <a:gd name="connsiteX8" fmla="*/ 735293 w 1018111"/>
                <a:gd name="connsiteY8" fmla="*/ 591081 h 1343750"/>
                <a:gd name="connsiteX9" fmla="*/ 666970 w 1018111"/>
                <a:gd name="connsiteY9" fmla="*/ 629698 h 1343750"/>
                <a:gd name="connsiteX10" fmla="*/ 666970 w 1018111"/>
                <a:gd name="connsiteY10" fmla="*/ 629699 h 1343750"/>
                <a:gd name="connsiteX11" fmla="*/ 735293 w 1018111"/>
                <a:gd name="connsiteY11" fmla="*/ 591081 h 1343750"/>
                <a:gd name="connsiteX12" fmla="*/ 286475 w 1018111"/>
                <a:gd name="connsiteY12" fmla="*/ 576773 h 1343750"/>
                <a:gd name="connsiteX13" fmla="*/ 594389 w 1018111"/>
                <a:gd name="connsiteY13" fmla="*/ 753284 h 1343750"/>
                <a:gd name="connsiteX14" fmla="*/ 594389 w 1018111"/>
                <a:gd name="connsiteY14" fmla="*/ 753284 h 1343750"/>
                <a:gd name="connsiteX15" fmla="*/ 596391 w 1018111"/>
                <a:gd name="connsiteY15" fmla="*/ 752198 h 1343750"/>
                <a:gd name="connsiteX16" fmla="*/ 772479 w 1018111"/>
                <a:gd name="connsiteY16" fmla="*/ 570063 h 1343750"/>
                <a:gd name="connsiteX17" fmla="*/ 772476 w 1018111"/>
                <a:gd name="connsiteY17" fmla="*/ 570065 h 1343750"/>
                <a:gd name="connsiteX18" fmla="*/ 737591 w 1018111"/>
                <a:gd name="connsiteY18" fmla="*/ 589782 h 1343750"/>
                <a:gd name="connsiteX19" fmla="*/ 737591 w 1018111"/>
                <a:gd name="connsiteY19" fmla="*/ 589782 h 1343750"/>
                <a:gd name="connsiteX20" fmla="*/ 708166 w 1018111"/>
                <a:gd name="connsiteY20" fmla="*/ 0 h 1343750"/>
                <a:gd name="connsiteX21" fmla="*/ 1018111 w 1018111"/>
                <a:gd name="connsiteY21" fmla="*/ 176551 h 1343750"/>
                <a:gd name="connsiteX22" fmla="*/ 1018109 w 1018111"/>
                <a:gd name="connsiteY22" fmla="*/ 176553 h 1343750"/>
                <a:gd name="connsiteX23" fmla="*/ 1018109 w 1018111"/>
                <a:gd name="connsiteY23" fmla="*/ 266788 h 1343750"/>
                <a:gd name="connsiteX24" fmla="*/ 945528 w 1018111"/>
                <a:gd name="connsiteY24" fmla="*/ 305153 h 1343750"/>
                <a:gd name="connsiteX25" fmla="*/ 945528 w 1018111"/>
                <a:gd name="connsiteY25" fmla="*/ 390374 h 1343750"/>
                <a:gd name="connsiteX26" fmla="*/ 874908 w 1018111"/>
                <a:gd name="connsiteY26" fmla="*/ 429838 h 1343750"/>
                <a:gd name="connsiteX27" fmla="*/ 874908 w 1018111"/>
                <a:gd name="connsiteY27" fmla="*/ 515922 h 1343750"/>
                <a:gd name="connsiteX28" fmla="*/ 802326 w 1018111"/>
                <a:gd name="connsiteY28" fmla="*/ 554287 h 1343750"/>
                <a:gd name="connsiteX29" fmla="*/ 802326 w 1018111"/>
                <a:gd name="connsiteY29" fmla="*/ 641469 h 1343750"/>
                <a:gd name="connsiteX30" fmla="*/ 731705 w 1018111"/>
                <a:gd name="connsiteY30" fmla="*/ 679338 h 1343750"/>
                <a:gd name="connsiteX31" fmla="*/ 731705 w 1018111"/>
                <a:gd name="connsiteY31" fmla="*/ 767017 h 1343750"/>
                <a:gd name="connsiteX32" fmla="*/ 659123 w 1018111"/>
                <a:gd name="connsiteY32" fmla="*/ 805382 h 1343750"/>
                <a:gd name="connsiteX33" fmla="*/ 659123 w 1018111"/>
                <a:gd name="connsiteY33" fmla="*/ 890603 h 1343750"/>
                <a:gd name="connsiteX34" fmla="*/ 588503 w 1018111"/>
                <a:gd name="connsiteY34" fmla="*/ 929495 h 1343750"/>
                <a:gd name="connsiteX35" fmla="*/ 588503 w 1018111"/>
                <a:gd name="connsiteY35" fmla="*/ 1016150 h 1343750"/>
                <a:gd name="connsiteX36" fmla="*/ 515921 w 1018111"/>
                <a:gd name="connsiteY36" fmla="*/ 1055552 h 1343750"/>
                <a:gd name="connsiteX37" fmla="*/ 515921 w 1018111"/>
                <a:gd name="connsiteY37" fmla="*/ 1141698 h 1343750"/>
                <a:gd name="connsiteX38" fmla="*/ 445300 w 1018111"/>
                <a:gd name="connsiteY38" fmla="*/ 1179567 h 1343750"/>
                <a:gd name="connsiteX39" fmla="*/ 445300 w 1018111"/>
                <a:gd name="connsiteY39" fmla="*/ 1267245 h 1343750"/>
                <a:gd name="connsiteX40" fmla="*/ 307984 w 1018111"/>
                <a:gd name="connsiteY40" fmla="*/ 1339827 h 1343750"/>
                <a:gd name="connsiteX41" fmla="*/ 307984 w 1018111"/>
                <a:gd name="connsiteY41" fmla="*/ 1343750 h 1343750"/>
                <a:gd name="connsiteX42" fmla="*/ 0 w 1018111"/>
                <a:gd name="connsiteY42" fmla="*/ 1163276 h 1343750"/>
                <a:gd name="connsiteX43" fmla="*/ 0 w 1018111"/>
                <a:gd name="connsiteY43" fmla="*/ 1076962 h 1343750"/>
                <a:gd name="connsiteX44" fmla="*/ 307984 w 1018111"/>
                <a:gd name="connsiteY44" fmla="*/ 1255474 h 1343750"/>
                <a:gd name="connsiteX45" fmla="*/ 309972 w 1018111"/>
                <a:gd name="connsiteY45" fmla="*/ 1254367 h 1343750"/>
                <a:gd name="connsiteX46" fmla="*/ 0 w 1018111"/>
                <a:gd name="connsiteY46" fmla="*/ 1076962 h 1343750"/>
                <a:gd name="connsiteX47" fmla="*/ 70650 w 1018111"/>
                <a:gd name="connsiteY47" fmla="*/ 1036442 h 1343750"/>
                <a:gd name="connsiteX48" fmla="*/ 72582 w 1018111"/>
                <a:gd name="connsiteY48" fmla="*/ 953377 h 1343750"/>
                <a:gd name="connsiteX49" fmla="*/ 72581 w 1018111"/>
                <a:gd name="connsiteY49" fmla="*/ 953376 h 1343750"/>
                <a:gd name="connsiteX50" fmla="*/ 72582 w 1018111"/>
                <a:gd name="connsiteY50" fmla="*/ 953376 h 1343750"/>
                <a:gd name="connsiteX51" fmla="*/ 72582 w 1018111"/>
                <a:gd name="connsiteY51" fmla="*/ 953375 h 1343750"/>
                <a:gd name="connsiteX52" fmla="*/ 72583 w 1018111"/>
                <a:gd name="connsiteY52" fmla="*/ 953375 h 1343750"/>
                <a:gd name="connsiteX53" fmla="*/ 144314 w 1018111"/>
                <a:gd name="connsiteY53" fmla="*/ 912832 h 1343750"/>
                <a:gd name="connsiteX54" fmla="*/ 143202 w 1018111"/>
                <a:gd name="connsiteY54" fmla="*/ 912180 h 1343750"/>
                <a:gd name="connsiteX55" fmla="*/ 143202 w 1018111"/>
                <a:gd name="connsiteY55" fmla="*/ 827828 h 1343750"/>
                <a:gd name="connsiteX56" fmla="*/ 143202 w 1018111"/>
                <a:gd name="connsiteY56" fmla="*/ 827828 h 1343750"/>
                <a:gd name="connsiteX57" fmla="*/ 143203 w 1018111"/>
                <a:gd name="connsiteY57" fmla="*/ 827828 h 1343750"/>
                <a:gd name="connsiteX58" fmla="*/ 213851 w 1018111"/>
                <a:gd name="connsiteY58" fmla="*/ 787309 h 1343750"/>
                <a:gd name="connsiteX59" fmla="*/ 215784 w 1018111"/>
                <a:gd name="connsiteY59" fmla="*/ 702281 h 1343750"/>
                <a:gd name="connsiteX60" fmla="*/ 215784 w 1018111"/>
                <a:gd name="connsiteY60" fmla="*/ 702281 h 1343750"/>
                <a:gd name="connsiteX61" fmla="*/ 286405 w 1018111"/>
                <a:gd name="connsiteY61" fmla="*/ 662365 h 1343750"/>
                <a:gd name="connsiteX62" fmla="*/ 286405 w 1018111"/>
                <a:gd name="connsiteY62" fmla="*/ 576733 h 1343750"/>
                <a:gd name="connsiteX63" fmla="*/ 286405 w 1018111"/>
                <a:gd name="connsiteY63" fmla="*/ 576733 h 1343750"/>
                <a:gd name="connsiteX64" fmla="*/ 286406 w 1018111"/>
                <a:gd name="connsiteY64" fmla="*/ 576733 h 1343750"/>
                <a:gd name="connsiteX65" fmla="*/ 357054 w 1018111"/>
                <a:gd name="connsiteY65" fmla="*/ 536214 h 1343750"/>
                <a:gd name="connsiteX66" fmla="*/ 358987 w 1018111"/>
                <a:gd name="connsiteY66" fmla="*/ 451186 h 1343750"/>
                <a:gd name="connsiteX67" fmla="*/ 358986 w 1018111"/>
                <a:gd name="connsiteY67" fmla="*/ 451186 h 1343750"/>
                <a:gd name="connsiteX68" fmla="*/ 429906 w 1018111"/>
                <a:gd name="connsiteY68" fmla="*/ 412128 h 1343750"/>
                <a:gd name="connsiteX69" fmla="*/ 429607 w 1018111"/>
                <a:gd name="connsiteY69" fmla="*/ 411953 h 1343750"/>
                <a:gd name="connsiteX70" fmla="*/ 429607 w 1018111"/>
                <a:gd name="connsiteY70" fmla="*/ 327601 h 1343750"/>
                <a:gd name="connsiteX71" fmla="*/ 737591 w 1018111"/>
                <a:gd name="connsiteY71" fmla="*/ 504152 h 1343750"/>
                <a:gd name="connsiteX72" fmla="*/ 737591 w 1018111"/>
                <a:gd name="connsiteY72" fmla="*/ 504152 h 1343750"/>
                <a:gd name="connsiteX73" fmla="*/ 739568 w 1018111"/>
                <a:gd name="connsiteY73" fmla="*/ 503050 h 1343750"/>
                <a:gd name="connsiteX74" fmla="*/ 429607 w 1018111"/>
                <a:gd name="connsiteY74" fmla="*/ 327600 h 1343750"/>
                <a:gd name="connsiteX75" fmla="*/ 501346 w 1018111"/>
                <a:gd name="connsiteY75" fmla="*/ 287052 h 1343750"/>
                <a:gd name="connsiteX76" fmla="*/ 500227 w 1018111"/>
                <a:gd name="connsiteY76" fmla="*/ 286405 h 1343750"/>
                <a:gd name="connsiteX77" fmla="*/ 502189 w 1018111"/>
                <a:gd name="connsiteY77" fmla="*/ 202053 h 1343750"/>
                <a:gd name="connsiteX78" fmla="*/ 812134 w 1018111"/>
                <a:gd name="connsiteY78" fmla="*/ 378604 h 1343750"/>
                <a:gd name="connsiteX79" fmla="*/ 812134 w 1018111"/>
                <a:gd name="connsiteY79" fmla="*/ 378604 h 1343750"/>
                <a:gd name="connsiteX80" fmla="*/ 502189 w 1018111"/>
                <a:gd name="connsiteY80" fmla="*/ 202052 h 1343750"/>
                <a:gd name="connsiteX81" fmla="*/ 572810 w 1018111"/>
                <a:gd name="connsiteY81" fmla="*/ 162136 h 1343750"/>
                <a:gd name="connsiteX82" fmla="*/ 572810 w 1018111"/>
                <a:gd name="connsiteY82" fmla="*/ 76506 h 1343750"/>
                <a:gd name="connsiteX83" fmla="*/ 880793 w 1018111"/>
                <a:gd name="connsiteY83" fmla="*/ 253056 h 1343750"/>
                <a:gd name="connsiteX84" fmla="*/ 882770 w 1018111"/>
                <a:gd name="connsiteY84" fmla="*/ 251955 h 1343750"/>
                <a:gd name="connsiteX85" fmla="*/ 572810 w 1018111"/>
                <a:gd name="connsiteY85" fmla="*/ 76505 h 1343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018111" h="1343750">
                  <a:moveTo>
                    <a:pt x="448890" y="1091309"/>
                  </a:moveTo>
                  <a:lnTo>
                    <a:pt x="380565" y="1129928"/>
                  </a:lnTo>
                  <a:lnTo>
                    <a:pt x="380565" y="1129928"/>
                  </a:lnTo>
                  <a:lnTo>
                    <a:pt x="448890" y="1091310"/>
                  </a:lnTo>
                  <a:close/>
                  <a:moveTo>
                    <a:pt x="143272" y="827868"/>
                  </a:moveTo>
                  <a:lnTo>
                    <a:pt x="451186" y="1004379"/>
                  </a:lnTo>
                  <a:lnTo>
                    <a:pt x="451186" y="1004380"/>
                  </a:lnTo>
                  <a:lnTo>
                    <a:pt x="453163" y="1003279"/>
                  </a:lnTo>
                  <a:close/>
                  <a:moveTo>
                    <a:pt x="735293" y="591081"/>
                  </a:moveTo>
                  <a:lnTo>
                    <a:pt x="666970" y="629698"/>
                  </a:lnTo>
                  <a:lnTo>
                    <a:pt x="666970" y="629699"/>
                  </a:lnTo>
                  <a:lnTo>
                    <a:pt x="735293" y="591081"/>
                  </a:lnTo>
                  <a:close/>
                  <a:moveTo>
                    <a:pt x="286475" y="576773"/>
                  </a:moveTo>
                  <a:lnTo>
                    <a:pt x="594389" y="753284"/>
                  </a:lnTo>
                  <a:lnTo>
                    <a:pt x="594389" y="753284"/>
                  </a:lnTo>
                  <a:lnTo>
                    <a:pt x="596391" y="752198"/>
                  </a:lnTo>
                  <a:close/>
                  <a:moveTo>
                    <a:pt x="772479" y="570063"/>
                  </a:moveTo>
                  <a:lnTo>
                    <a:pt x="772476" y="570065"/>
                  </a:lnTo>
                  <a:lnTo>
                    <a:pt x="737591" y="589782"/>
                  </a:lnTo>
                  <a:lnTo>
                    <a:pt x="737591" y="589782"/>
                  </a:lnTo>
                  <a:close/>
                  <a:moveTo>
                    <a:pt x="708166" y="0"/>
                  </a:moveTo>
                  <a:lnTo>
                    <a:pt x="1018111" y="176551"/>
                  </a:lnTo>
                  <a:lnTo>
                    <a:pt x="1018109" y="176553"/>
                  </a:lnTo>
                  <a:lnTo>
                    <a:pt x="1018109" y="266788"/>
                  </a:lnTo>
                  <a:lnTo>
                    <a:pt x="945528" y="305153"/>
                  </a:lnTo>
                  <a:lnTo>
                    <a:pt x="945528" y="390374"/>
                  </a:lnTo>
                  <a:lnTo>
                    <a:pt x="874908" y="429838"/>
                  </a:lnTo>
                  <a:lnTo>
                    <a:pt x="874908" y="515922"/>
                  </a:lnTo>
                  <a:lnTo>
                    <a:pt x="802326" y="554287"/>
                  </a:lnTo>
                  <a:lnTo>
                    <a:pt x="802326" y="641469"/>
                  </a:lnTo>
                  <a:lnTo>
                    <a:pt x="731705" y="679338"/>
                  </a:lnTo>
                  <a:lnTo>
                    <a:pt x="731705" y="767017"/>
                  </a:lnTo>
                  <a:lnTo>
                    <a:pt x="659123" y="805382"/>
                  </a:lnTo>
                  <a:lnTo>
                    <a:pt x="659123" y="890603"/>
                  </a:lnTo>
                  <a:lnTo>
                    <a:pt x="588503" y="929495"/>
                  </a:lnTo>
                  <a:lnTo>
                    <a:pt x="588503" y="1016150"/>
                  </a:lnTo>
                  <a:lnTo>
                    <a:pt x="515921" y="1055552"/>
                  </a:lnTo>
                  <a:lnTo>
                    <a:pt x="515921" y="1141698"/>
                  </a:lnTo>
                  <a:lnTo>
                    <a:pt x="445300" y="1179567"/>
                  </a:lnTo>
                  <a:lnTo>
                    <a:pt x="445300" y="1267245"/>
                  </a:lnTo>
                  <a:lnTo>
                    <a:pt x="307984" y="1339827"/>
                  </a:lnTo>
                  <a:lnTo>
                    <a:pt x="307984" y="1343750"/>
                  </a:lnTo>
                  <a:lnTo>
                    <a:pt x="0" y="1163276"/>
                  </a:lnTo>
                  <a:lnTo>
                    <a:pt x="0" y="1076962"/>
                  </a:lnTo>
                  <a:lnTo>
                    <a:pt x="307984" y="1255474"/>
                  </a:lnTo>
                  <a:lnTo>
                    <a:pt x="309972" y="1254367"/>
                  </a:lnTo>
                  <a:lnTo>
                    <a:pt x="0" y="1076962"/>
                  </a:lnTo>
                  <a:lnTo>
                    <a:pt x="70650" y="1036442"/>
                  </a:lnTo>
                  <a:lnTo>
                    <a:pt x="72582" y="953377"/>
                  </a:lnTo>
                  <a:lnTo>
                    <a:pt x="72581" y="953376"/>
                  </a:lnTo>
                  <a:lnTo>
                    <a:pt x="72582" y="953376"/>
                  </a:lnTo>
                  <a:lnTo>
                    <a:pt x="72582" y="953375"/>
                  </a:lnTo>
                  <a:lnTo>
                    <a:pt x="72583" y="953375"/>
                  </a:lnTo>
                  <a:lnTo>
                    <a:pt x="144314" y="912832"/>
                  </a:lnTo>
                  <a:lnTo>
                    <a:pt x="143202" y="912180"/>
                  </a:lnTo>
                  <a:lnTo>
                    <a:pt x="143202" y="827828"/>
                  </a:lnTo>
                  <a:lnTo>
                    <a:pt x="143202" y="827828"/>
                  </a:lnTo>
                  <a:lnTo>
                    <a:pt x="143203" y="827828"/>
                  </a:lnTo>
                  <a:lnTo>
                    <a:pt x="213851" y="787309"/>
                  </a:lnTo>
                  <a:lnTo>
                    <a:pt x="215784" y="702281"/>
                  </a:lnTo>
                  <a:lnTo>
                    <a:pt x="215784" y="702281"/>
                  </a:lnTo>
                  <a:lnTo>
                    <a:pt x="286405" y="662365"/>
                  </a:lnTo>
                  <a:lnTo>
                    <a:pt x="286405" y="576733"/>
                  </a:lnTo>
                  <a:lnTo>
                    <a:pt x="286405" y="576733"/>
                  </a:lnTo>
                  <a:lnTo>
                    <a:pt x="286406" y="576733"/>
                  </a:lnTo>
                  <a:lnTo>
                    <a:pt x="357054" y="536214"/>
                  </a:lnTo>
                  <a:lnTo>
                    <a:pt x="358987" y="451186"/>
                  </a:lnTo>
                  <a:lnTo>
                    <a:pt x="358986" y="451186"/>
                  </a:lnTo>
                  <a:lnTo>
                    <a:pt x="429906" y="412128"/>
                  </a:lnTo>
                  <a:lnTo>
                    <a:pt x="429607" y="411953"/>
                  </a:lnTo>
                  <a:lnTo>
                    <a:pt x="429607" y="327601"/>
                  </a:lnTo>
                  <a:lnTo>
                    <a:pt x="737591" y="504152"/>
                  </a:lnTo>
                  <a:lnTo>
                    <a:pt x="737591" y="504152"/>
                  </a:lnTo>
                  <a:lnTo>
                    <a:pt x="739568" y="503050"/>
                  </a:lnTo>
                  <a:lnTo>
                    <a:pt x="429607" y="327600"/>
                  </a:lnTo>
                  <a:lnTo>
                    <a:pt x="501346" y="287052"/>
                  </a:lnTo>
                  <a:lnTo>
                    <a:pt x="500227" y="286405"/>
                  </a:lnTo>
                  <a:lnTo>
                    <a:pt x="502189" y="202053"/>
                  </a:lnTo>
                  <a:lnTo>
                    <a:pt x="812134" y="378604"/>
                  </a:lnTo>
                  <a:lnTo>
                    <a:pt x="812134" y="378604"/>
                  </a:lnTo>
                  <a:lnTo>
                    <a:pt x="502189" y="202052"/>
                  </a:lnTo>
                  <a:lnTo>
                    <a:pt x="572810" y="162136"/>
                  </a:lnTo>
                  <a:lnTo>
                    <a:pt x="572810" y="76506"/>
                  </a:lnTo>
                  <a:lnTo>
                    <a:pt x="880793" y="253056"/>
                  </a:lnTo>
                  <a:lnTo>
                    <a:pt x="882770" y="251955"/>
                  </a:lnTo>
                  <a:lnTo>
                    <a:pt x="572810" y="76505"/>
                  </a:lnTo>
                  <a:close/>
                </a:path>
              </a:pathLst>
            </a:custGeom>
            <a:solidFill>
              <a:srgbClr val="E4E4E4"/>
            </a:solidFill>
            <a:ln w="9525" cap="flat">
              <a:noFill/>
              <a:prstDash val="solid"/>
              <a:miter lim="800000"/>
              <a:headEnd/>
              <a:tailEnd/>
            </a:ln>
          </p:spPr>
          <p:txBody>
            <a:bodyPr vert="horz" wrap="square" lIns="91440" tIns="45720" rIns="91440" bIns="45720" numCol="1" anchor="t" anchorCtr="0" compatLnSpc="1">
              <a:prstTxWarp prst="textNoShape">
                <a:avLst/>
              </a:prstTxWarp>
              <a:noAutofit/>
            </a:bodyPr>
            <a:lstStyle/>
            <a:p>
              <a:endParaRPr lang="zh-CN" altLang="en-US"/>
            </a:p>
          </p:txBody>
        </p:sp>
        <p:grpSp>
          <p:nvGrpSpPr>
            <p:cNvPr id="175" name="组合 174"/>
            <p:cNvGrpSpPr/>
            <p:nvPr/>
          </p:nvGrpSpPr>
          <p:grpSpPr>
            <a:xfrm>
              <a:off x="4182025" y="3037568"/>
              <a:ext cx="1018111" cy="1343750"/>
              <a:chOff x="2233613" y="2941638"/>
              <a:chExt cx="823913" cy="1087438"/>
            </a:xfrm>
          </p:grpSpPr>
          <p:sp>
            <p:nvSpPr>
              <p:cNvPr id="176" name="Freeform 94"/>
              <p:cNvSpPr>
                <a:spLocks/>
              </p:cNvSpPr>
              <p:nvPr/>
            </p:nvSpPr>
            <p:spPr bwMode="auto">
              <a:xfrm>
                <a:off x="2233613" y="3751263"/>
                <a:ext cx="360363" cy="206375"/>
              </a:xfrm>
              <a:custGeom>
                <a:avLst/>
                <a:gdLst>
                  <a:gd name="T0" fmla="*/ 227 w 227"/>
                  <a:gd name="T1" fmla="*/ 91 h 130"/>
                  <a:gd name="T2" fmla="*/ 68 w 227"/>
                  <a:gd name="T3" fmla="*/ 0 h 130"/>
                  <a:gd name="T4" fmla="*/ 0 w 227"/>
                  <a:gd name="T5" fmla="*/ 39 h 130"/>
                  <a:gd name="T6" fmla="*/ 159 w 227"/>
                  <a:gd name="T7" fmla="*/ 130 h 130"/>
                  <a:gd name="T8" fmla="*/ 227 w 227"/>
                  <a:gd name="T9" fmla="*/ 91 h 130"/>
                </a:gdLst>
                <a:ahLst/>
                <a:cxnLst>
                  <a:cxn ang="0">
                    <a:pos x="T0" y="T1"/>
                  </a:cxn>
                  <a:cxn ang="0">
                    <a:pos x="T2" y="T3"/>
                  </a:cxn>
                  <a:cxn ang="0">
                    <a:pos x="T4" y="T5"/>
                  </a:cxn>
                  <a:cxn ang="0">
                    <a:pos x="T6" y="T7"/>
                  </a:cxn>
                  <a:cxn ang="0">
                    <a:pos x="T8" y="T9"/>
                  </a:cxn>
                </a:cxnLst>
                <a:rect l="0" t="0" r="r" b="b"/>
                <a:pathLst>
                  <a:path w="227" h="130">
                    <a:moveTo>
                      <a:pt x="227" y="91"/>
                    </a:moveTo>
                    <a:lnTo>
                      <a:pt x="68" y="0"/>
                    </a:lnTo>
                    <a:lnTo>
                      <a:pt x="0" y="39"/>
                    </a:lnTo>
                    <a:lnTo>
                      <a:pt x="159" y="130"/>
                    </a:lnTo>
                    <a:lnTo>
                      <a:pt x="227" y="91"/>
                    </a:lnTo>
                    <a:close/>
                  </a:path>
                </a:pathLst>
              </a:custGeom>
              <a:solidFill>
                <a:srgbClr val="E4E4E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77" name="Freeform 95"/>
              <p:cNvSpPr>
                <a:spLocks/>
              </p:cNvSpPr>
              <p:nvPr/>
            </p:nvSpPr>
            <p:spPr bwMode="auto">
              <a:xfrm>
                <a:off x="2482850" y="3895726"/>
                <a:ext cx="111125" cy="130175"/>
              </a:xfrm>
              <a:custGeom>
                <a:avLst/>
                <a:gdLst>
                  <a:gd name="T0" fmla="*/ 70 w 70"/>
                  <a:gd name="T1" fmla="*/ 0 h 82"/>
                  <a:gd name="T2" fmla="*/ 70 w 70"/>
                  <a:gd name="T3" fmla="*/ 45 h 82"/>
                  <a:gd name="T4" fmla="*/ 0 w 70"/>
                  <a:gd name="T5" fmla="*/ 82 h 82"/>
                  <a:gd name="T6" fmla="*/ 0 w 70"/>
                  <a:gd name="T7" fmla="*/ 39 h 82"/>
                  <a:gd name="T8" fmla="*/ 70 w 70"/>
                  <a:gd name="T9" fmla="*/ 0 h 82"/>
                </a:gdLst>
                <a:ahLst/>
                <a:cxnLst>
                  <a:cxn ang="0">
                    <a:pos x="T0" y="T1"/>
                  </a:cxn>
                  <a:cxn ang="0">
                    <a:pos x="T2" y="T3"/>
                  </a:cxn>
                  <a:cxn ang="0">
                    <a:pos x="T4" y="T5"/>
                  </a:cxn>
                  <a:cxn ang="0">
                    <a:pos x="T6" y="T7"/>
                  </a:cxn>
                  <a:cxn ang="0">
                    <a:pos x="T8" y="T9"/>
                  </a:cxn>
                </a:cxnLst>
                <a:rect l="0" t="0" r="r" b="b"/>
                <a:pathLst>
                  <a:path w="70" h="82">
                    <a:moveTo>
                      <a:pt x="70" y="0"/>
                    </a:moveTo>
                    <a:lnTo>
                      <a:pt x="70" y="45"/>
                    </a:lnTo>
                    <a:lnTo>
                      <a:pt x="0" y="82"/>
                    </a:lnTo>
                    <a:lnTo>
                      <a:pt x="0" y="39"/>
                    </a:lnTo>
                    <a:lnTo>
                      <a:pt x="70" y="0"/>
                    </a:lnTo>
                    <a:close/>
                  </a:path>
                </a:pathLst>
              </a:custGeom>
              <a:solidFill>
                <a:schemeClr val="bg1">
                  <a:lumMod val="95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78" name="Freeform 96"/>
              <p:cNvSpPr>
                <a:spLocks/>
              </p:cNvSpPr>
              <p:nvPr/>
            </p:nvSpPr>
            <p:spPr bwMode="auto">
              <a:xfrm>
                <a:off x="2233613" y="3813176"/>
                <a:ext cx="249238" cy="215900"/>
              </a:xfrm>
              <a:custGeom>
                <a:avLst/>
                <a:gdLst>
                  <a:gd name="T0" fmla="*/ 157 w 157"/>
                  <a:gd name="T1" fmla="*/ 91 h 136"/>
                  <a:gd name="T2" fmla="*/ 157 w 157"/>
                  <a:gd name="T3" fmla="*/ 136 h 136"/>
                  <a:gd name="T4" fmla="*/ 0 w 157"/>
                  <a:gd name="T5" fmla="*/ 44 h 136"/>
                  <a:gd name="T6" fmla="*/ 0 w 157"/>
                  <a:gd name="T7" fmla="*/ 0 h 136"/>
                  <a:gd name="T8" fmla="*/ 157 w 157"/>
                  <a:gd name="T9" fmla="*/ 91 h 136"/>
                </a:gdLst>
                <a:ahLst/>
                <a:cxnLst>
                  <a:cxn ang="0">
                    <a:pos x="T0" y="T1"/>
                  </a:cxn>
                  <a:cxn ang="0">
                    <a:pos x="T2" y="T3"/>
                  </a:cxn>
                  <a:cxn ang="0">
                    <a:pos x="T4" y="T5"/>
                  </a:cxn>
                  <a:cxn ang="0">
                    <a:pos x="T6" y="T7"/>
                  </a:cxn>
                  <a:cxn ang="0">
                    <a:pos x="T8" y="T9"/>
                  </a:cxn>
                </a:cxnLst>
                <a:rect l="0" t="0" r="r" b="b"/>
                <a:pathLst>
                  <a:path w="157" h="136">
                    <a:moveTo>
                      <a:pt x="157" y="91"/>
                    </a:moveTo>
                    <a:lnTo>
                      <a:pt x="157" y="136"/>
                    </a:lnTo>
                    <a:lnTo>
                      <a:pt x="0" y="44"/>
                    </a:lnTo>
                    <a:lnTo>
                      <a:pt x="0" y="0"/>
                    </a:lnTo>
                    <a:lnTo>
                      <a:pt x="157" y="91"/>
                    </a:lnTo>
                    <a:close/>
                  </a:path>
                </a:pathLst>
              </a:custGeom>
              <a:solidFill>
                <a:srgbClr val="AFAEB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79" name="Freeform 97"/>
              <p:cNvSpPr>
                <a:spLocks/>
              </p:cNvSpPr>
              <p:nvPr/>
            </p:nvSpPr>
            <p:spPr bwMode="auto">
              <a:xfrm>
                <a:off x="2292350" y="3651251"/>
                <a:ext cx="358775" cy="204788"/>
              </a:xfrm>
              <a:custGeom>
                <a:avLst/>
                <a:gdLst>
                  <a:gd name="T0" fmla="*/ 226 w 226"/>
                  <a:gd name="T1" fmla="*/ 90 h 129"/>
                  <a:gd name="T2" fmla="*/ 69 w 226"/>
                  <a:gd name="T3" fmla="*/ 0 h 129"/>
                  <a:gd name="T4" fmla="*/ 0 w 226"/>
                  <a:gd name="T5" fmla="*/ 39 h 129"/>
                  <a:gd name="T6" fmla="*/ 157 w 226"/>
                  <a:gd name="T7" fmla="*/ 129 h 129"/>
                  <a:gd name="T8" fmla="*/ 226 w 226"/>
                  <a:gd name="T9" fmla="*/ 90 h 129"/>
                </a:gdLst>
                <a:ahLst/>
                <a:cxnLst>
                  <a:cxn ang="0">
                    <a:pos x="T0" y="T1"/>
                  </a:cxn>
                  <a:cxn ang="0">
                    <a:pos x="T2" y="T3"/>
                  </a:cxn>
                  <a:cxn ang="0">
                    <a:pos x="T4" y="T5"/>
                  </a:cxn>
                  <a:cxn ang="0">
                    <a:pos x="T6" y="T7"/>
                  </a:cxn>
                  <a:cxn ang="0">
                    <a:pos x="T8" y="T9"/>
                  </a:cxn>
                </a:cxnLst>
                <a:rect l="0" t="0" r="r" b="b"/>
                <a:pathLst>
                  <a:path w="226" h="129">
                    <a:moveTo>
                      <a:pt x="226" y="90"/>
                    </a:moveTo>
                    <a:lnTo>
                      <a:pt x="69" y="0"/>
                    </a:lnTo>
                    <a:lnTo>
                      <a:pt x="0" y="39"/>
                    </a:lnTo>
                    <a:lnTo>
                      <a:pt x="157" y="129"/>
                    </a:lnTo>
                    <a:lnTo>
                      <a:pt x="226" y="90"/>
                    </a:lnTo>
                    <a:close/>
                  </a:path>
                </a:pathLst>
              </a:custGeom>
              <a:solidFill>
                <a:srgbClr val="E4E4E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80" name="Freeform 98"/>
              <p:cNvSpPr>
                <a:spLocks/>
              </p:cNvSpPr>
              <p:nvPr/>
            </p:nvSpPr>
            <p:spPr bwMode="auto">
              <a:xfrm>
                <a:off x="2541588" y="3794126"/>
                <a:ext cx="109538" cy="130175"/>
              </a:xfrm>
              <a:custGeom>
                <a:avLst/>
                <a:gdLst>
                  <a:gd name="T0" fmla="*/ 69 w 69"/>
                  <a:gd name="T1" fmla="*/ 0 h 82"/>
                  <a:gd name="T2" fmla="*/ 69 w 69"/>
                  <a:gd name="T3" fmla="*/ 45 h 82"/>
                  <a:gd name="T4" fmla="*/ 0 w 69"/>
                  <a:gd name="T5" fmla="*/ 82 h 82"/>
                  <a:gd name="T6" fmla="*/ 0 w 69"/>
                  <a:gd name="T7" fmla="*/ 39 h 82"/>
                  <a:gd name="T8" fmla="*/ 69 w 69"/>
                  <a:gd name="T9" fmla="*/ 0 h 82"/>
                </a:gdLst>
                <a:ahLst/>
                <a:cxnLst>
                  <a:cxn ang="0">
                    <a:pos x="T0" y="T1"/>
                  </a:cxn>
                  <a:cxn ang="0">
                    <a:pos x="T2" y="T3"/>
                  </a:cxn>
                  <a:cxn ang="0">
                    <a:pos x="T4" y="T5"/>
                  </a:cxn>
                  <a:cxn ang="0">
                    <a:pos x="T6" y="T7"/>
                  </a:cxn>
                  <a:cxn ang="0">
                    <a:pos x="T8" y="T9"/>
                  </a:cxn>
                </a:cxnLst>
                <a:rect l="0" t="0" r="r" b="b"/>
                <a:pathLst>
                  <a:path w="69" h="82">
                    <a:moveTo>
                      <a:pt x="69" y="0"/>
                    </a:moveTo>
                    <a:lnTo>
                      <a:pt x="69" y="45"/>
                    </a:lnTo>
                    <a:lnTo>
                      <a:pt x="0" y="82"/>
                    </a:lnTo>
                    <a:lnTo>
                      <a:pt x="0" y="39"/>
                    </a:lnTo>
                    <a:lnTo>
                      <a:pt x="69" y="0"/>
                    </a:lnTo>
                    <a:close/>
                  </a:path>
                </a:pathLst>
              </a:custGeom>
              <a:solidFill>
                <a:schemeClr val="bg1">
                  <a:lumMod val="95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81" name="Freeform 99"/>
              <p:cNvSpPr>
                <a:spLocks/>
              </p:cNvSpPr>
              <p:nvPr/>
            </p:nvSpPr>
            <p:spPr bwMode="auto">
              <a:xfrm>
                <a:off x="2290763" y="3713163"/>
                <a:ext cx="250825" cy="214313"/>
              </a:xfrm>
              <a:custGeom>
                <a:avLst/>
                <a:gdLst>
                  <a:gd name="T0" fmla="*/ 158 w 158"/>
                  <a:gd name="T1" fmla="*/ 90 h 135"/>
                  <a:gd name="T2" fmla="*/ 158 w 158"/>
                  <a:gd name="T3" fmla="*/ 135 h 135"/>
                  <a:gd name="T4" fmla="*/ 0 w 158"/>
                  <a:gd name="T5" fmla="*/ 43 h 135"/>
                  <a:gd name="T6" fmla="*/ 1 w 158"/>
                  <a:gd name="T7" fmla="*/ 0 h 135"/>
                  <a:gd name="T8" fmla="*/ 158 w 158"/>
                  <a:gd name="T9" fmla="*/ 90 h 135"/>
                </a:gdLst>
                <a:ahLst/>
                <a:cxnLst>
                  <a:cxn ang="0">
                    <a:pos x="T0" y="T1"/>
                  </a:cxn>
                  <a:cxn ang="0">
                    <a:pos x="T2" y="T3"/>
                  </a:cxn>
                  <a:cxn ang="0">
                    <a:pos x="T4" y="T5"/>
                  </a:cxn>
                  <a:cxn ang="0">
                    <a:pos x="T6" y="T7"/>
                  </a:cxn>
                  <a:cxn ang="0">
                    <a:pos x="T8" y="T9"/>
                  </a:cxn>
                </a:cxnLst>
                <a:rect l="0" t="0" r="r" b="b"/>
                <a:pathLst>
                  <a:path w="158" h="135">
                    <a:moveTo>
                      <a:pt x="158" y="90"/>
                    </a:moveTo>
                    <a:lnTo>
                      <a:pt x="158" y="135"/>
                    </a:lnTo>
                    <a:lnTo>
                      <a:pt x="0" y="43"/>
                    </a:lnTo>
                    <a:lnTo>
                      <a:pt x="1" y="0"/>
                    </a:lnTo>
                    <a:lnTo>
                      <a:pt x="158" y="90"/>
                    </a:lnTo>
                    <a:close/>
                  </a:path>
                </a:pathLst>
              </a:custGeom>
              <a:solidFill>
                <a:srgbClr val="AFAEB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82" name="Freeform 100"/>
              <p:cNvSpPr>
                <a:spLocks/>
              </p:cNvSpPr>
              <p:nvPr/>
            </p:nvSpPr>
            <p:spPr bwMode="auto">
              <a:xfrm>
                <a:off x="2349500" y="3549651"/>
                <a:ext cx="360363" cy="204788"/>
              </a:xfrm>
              <a:custGeom>
                <a:avLst/>
                <a:gdLst>
                  <a:gd name="T0" fmla="*/ 227 w 227"/>
                  <a:gd name="T1" fmla="*/ 90 h 129"/>
                  <a:gd name="T2" fmla="*/ 68 w 227"/>
                  <a:gd name="T3" fmla="*/ 0 h 129"/>
                  <a:gd name="T4" fmla="*/ 0 w 227"/>
                  <a:gd name="T5" fmla="*/ 39 h 129"/>
                  <a:gd name="T6" fmla="*/ 159 w 227"/>
                  <a:gd name="T7" fmla="*/ 129 h 129"/>
                  <a:gd name="T8" fmla="*/ 227 w 227"/>
                  <a:gd name="T9" fmla="*/ 90 h 129"/>
                </a:gdLst>
                <a:ahLst/>
                <a:cxnLst>
                  <a:cxn ang="0">
                    <a:pos x="T0" y="T1"/>
                  </a:cxn>
                  <a:cxn ang="0">
                    <a:pos x="T2" y="T3"/>
                  </a:cxn>
                  <a:cxn ang="0">
                    <a:pos x="T4" y="T5"/>
                  </a:cxn>
                  <a:cxn ang="0">
                    <a:pos x="T6" y="T7"/>
                  </a:cxn>
                  <a:cxn ang="0">
                    <a:pos x="T8" y="T9"/>
                  </a:cxn>
                </a:cxnLst>
                <a:rect l="0" t="0" r="r" b="b"/>
                <a:pathLst>
                  <a:path w="227" h="129">
                    <a:moveTo>
                      <a:pt x="227" y="90"/>
                    </a:moveTo>
                    <a:lnTo>
                      <a:pt x="68" y="0"/>
                    </a:lnTo>
                    <a:lnTo>
                      <a:pt x="0" y="39"/>
                    </a:lnTo>
                    <a:lnTo>
                      <a:pt x="159" y="129"/>
                    </a:lnTo>
                    <a:lnTo>
                      <a:pt x="227" y="90"/>
                    </a:lnTo>
                    <a:close/>
                  </a:path>
                </a:pathLst>
              </a:custGeom>
              <a:solidFill>
                <a:srgbClr val="E4E4E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83" name="Freeform 101"/>
              <p:cNvSpPr>
                <a:spLocks/>
              </p:cNvSpPr>
              <p:nvPr/>
            </p:nvSpPr>
            <p:spPr bwMode="auto">
              <a:xfrm>
                <a:off x="2598738" y="3692526"/>
                <a:ext cx="111125" cy="131763"/>
              </a:xfrm>
              <a:custGeom>
                <a:avLst/>
                <a:gdLst>
                  <a:gd name="T0" fmla="*/ 70 w 70"/>
                  <a:gd name="T1" fmla="*/ 0 h 83"/>
                  <a:gd name="T2" fmla="*/ 70 w 70"/>
                  <a:gd name="T3" fmla="*/ 45 h 83"/>
                  <a:gd name="T4" fmla="*/ 0 w 70"/>
                  <a:gd name="T5" fmla="*/ 83 h 83"/>
                  <a:gd name="T6" fmla="*/ 0 w 70"/>
                  <a:gd name="T7" fmla="*/ 39 h 83"/>
                  <a:gd name="T8" fmla="*/ 70 w 70"/>
                  <a:gd name="T9" fmla="*/ 0 h 83"/>
                </a:gdLst>
                <a:ahLst/>
                <a:cxnLst>
                  <a:cxn ang="0">
                    <a:pos x="T0" y="T1"/>
                  </a:cxn>
                  <a:cxn ang="0">
                    <a:pos x="T2" y="T3"/>
                  </a:cxn>
                  <a:cxn ang="0">
                    <a:pos x="T4" y="T5"/>
                  </a:cxn>
                  <a:cxn ang="0">
                    <a:pos x="T6" y="T7"/>
                  </a:cxn>
                  <a:cxn ang="0">
                    <a:pos x="T8" y="T9"/>
                  </a:cxn>
                </a:cxnLst>
                <a:rect l="0" t="0" r="r" b="b"/>
                <a:pathLst>
                  <a:path w="70" h="83">
                    <a:moveTo>
                      <a:pt x="70" y="0"/>
                    </a:moveTo>
                    <a:lnTo>
                      <a:pt x="70" y="45"/>
                    </a:lnTo>
                    <a:lnTo>
                      <a:pt x="0" y="83"/>
                    </a:lnTo>
                    <a:lnTo>
                      <a:pt x="0" y="39"/>
                    </a:lnTo>
                    <a:lnTo>
                      <a:pt x="70" y="0"/>
                    </a:lnTo>
                    <a:close/>
                  </a:path>
                </a:pathLst>
              </a:custGeom>
              <a:solidFill>
                <a:schemeClr val="bg1">
                  <a:lumMod val="95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84" name="Freeform 102"/>
              <p:cNvSpPr>
                <a:spLocks/>
              </p:cNvSpPr>
              <p:nvPr/>
            </p:nvSpPr>
            <p:spPr bwMode="auto">
              <a:xfrm>
                <a:off x="2349500" y="3611563"/>
                <a:ext cx="249238" cy="214313"/>
              </a:xfrm>
              <a:custGeom>
                <a:avLst/>
                <a:gdLst>
                  <a:gd name="T0" fmla="*/ 157 w 157"/>
                  <a:gd name="T1" fmla="*/ 90 h 135"/>
                  <a:gd name="T2" fmla="*/ 157 w 157"/>
                  <a:gd name="T3" fmla="*/ 135 h 135"/>
                  <a:gd name="T4" fmla="*/ 0 w 157"/>
                  <a:gd name="T5" fmla="*/ 43 h 135"/>
                  <a:gd name="T6" fmla="*/ 0 w 157"/>
                  <a:gd name="T7" fmla="*/ 0 h 135"/>
                  <a:gd name="T8" fmla="*/ 157 w 157"/>
                  <a:gd name="T9" fmla="*/ 90 h 135"/>
                </a:gdLst>
                <a:ahLst/>
                <a:cxnLst>
                  <a:cxn ang="0">
                    <a:pos x="T0" y="T1"/>
                  </a:cxn>
                  <a:cxn ang="0">
                    <a:pos x="T2" y="T3"/>
                  </a:cxn>
                  <a:cxn ang="0">
                    <a:pos x="T4" y="T5"/>
                  </a:cxn>
                  <a:cxn ang="0">
                    <a:pos x="T6" y="T7"/>
                  </a:cxn>
                  <a:cxn ang="0">
                    <a:pos x="T8" y="T9"/>
                  </a:cxn>
                </a:cxnLst>
                <a:rect l="0" t="0" r="r" b="b"/>
                <a:pathLst>
                  <a:path w="157" h="135">
                    <a:moveTo>
                      <a:pt x="157" y="90"/>
                    </a:moveTo>
                    <a:lnTo>
                      <a:pt x="157" y="135"/>
                    </a:lnTo>
                    <a:lnTo>
                      <a:pt x="0" y="43"/>
                    </a:lnTo>
                    <a:lnTo>
                      <a:pt x="0" y="0"/>
                    </a:lnTo>
                    <a:lnTo>
                      <a:pt x="157" y="90"/>
                    </a:lnTo>
                    <a:close/>
                  </a:path>
                </a:pathLst>
              </a:custGeom>
              <a:solidFill>
                <a:srgbClr val="AFAEB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85" name="Freeform 103"/>
              <p:cNvSpPr>
                <a:spLocks/>
              </p:cNvSpPr>
              <p:nvPr/>
            </p:nvSpPr>
            <p:spPr bwMode="auto">
              <a:xfrm>
                <a:off x="2408238" y="3448051"/>
                <a:ext cx="358775" cy="204788"/>
              </a:xfrm>
              <a:custGeom>
                <a:avLst/>
                <a:gdLst>
                  <a:gd name="T0" fmla="*/ 226 w 226"/>
                  <a:gd name="T1" fmla="*/ 90 h 129"/>
                  <a:gd name="T2" fmla="*/ 69 w 226"/>
                  <a:gd name="T3" fmla="*/ 0 h 129"/>
                  <a:gd name="T4" fmla="*/ 0 w 226"/>
                  <a:gd name="T5" fmla="*/ 39 h 129"/>
                  <a:gd name="T6" fmla="*/ 157 w 226"/>
                  <a:gd name="T7" fmla="*/ 129 h 129"/>
                  <a:gd name="T8" fmla="*/ 226 w 226"/>
                  <a:gd name="T9" fmla="*/ 90 h 129"/>
                </a:gdLst>
                <a:ahLst/>
                <a:cxnLst>
                  <a:cxn ang="0">
                    <a:pos x="T0" y="T1"/>
                  </a:cxn>
                  <a:cxn ang="0">
                    <a:pos x="T2" y="T3"/>
                  </a:cxn>
                  <a:cxn ang="0">
                    <a:pos x="T4" y="T5"/>
                  </a:cxn>
                  <a:cxn ang="0">
                    <a:pos x="T6" y="T7"/>
                  </a:cxn>
                  <a:cxn ang="0">
                    <a:pos x="T8" y="T9"/>
                  </a:cxn>
                </a:cxnLst>
                <a:rect l="0" t="0" r="r" b="b"/>
                <a:pathLst>
                  <a:path w="226" h="129">
                    <a:moveTo>
                      <a:pt x="226" y="90"/>
                    </a:moveTo>
                    <a:lnTo>
                      <a:pt x="69" y="0"/>
                    </a:lnTo>
                    <a:lnTo>
                      <a:pt x="0" y="39"/>
                    </a:lnTo>
                    <a:lnTo>
                      <a:pt x="157" y="129"/>
                    </a:lnTo>
                    <a:lnTo>
                      <a:pt x="226" y="90"/>
                    </a:lnTo>
                    <a:close/>
                  </a:path>
                </a:pathLst>
              </a:custGeom>
              <a:solidFill>
                <a:srgbClr val="E4E4E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86" name="Freeform 104"/>
              <p:cNvSpPr>
                <a:spLocks/>
              </p:cNvSpPr>
              <p:nvPr/>
            </p:nvSpPr>
            <p:spPr bwMode="auto">
              <a:xfrm>
                <a:off x="2657475" y="3590926"/>
                <a:ext cx="109538" cy="131763"/>
              </a:xfrm>
              <a:custGeom>
                <a:avLst/>
                <a:gdLst>
                  <a:gd name="T0" fmla="*/ 69 w 69"/>
                  <a:gd name="T1" fmla="*/ 0 h 83"/>
                  <a:gd name="T2" fmla="*/ 69 w 69"/>
                  <a:gd name="T3" fmla="*/ 45 h 83"/>
                  <a:gd name="T4" fmla="*/ 0 w 69"/>
                  <a:gd name="T5" fmla="*/ 83 h 83"/>
                  <a:gd name="T6" fmla="*/ 0 w 69"/>
                  <a:gd name="T7" fmla="*/ 39 h 83"/>
                  <a:gd name="T8" fmla="*/ 69 w 69"/>
                  <a:gd name="T9" fmla="*/ 0 h 83"/>
                </a:gdLst>
                <a:ahLst/>
                <a:cxnLst>
                  <a:cxn ang="0">
                    <a:pos x="T0" y="T1"/>
                  </a:cxn>
                  <a:cxn ang="0">
                    <a:pos x="T2" y="T3"/>
                  </a:cxn>
                  <a:cxn ang="0">
                    <a:pos x="T4" y="T5"/>
                  </a:cxn>
                  <a:cxn ang="0">
                    <a:pos x="T6" y="T7"/>
                  </a:cxn>
                  <a:cxn ang="0">
                    <a:pos x="T8" y="T9"/>
                  </a:cxn>
                </a:cxnLst>
                <a:rect l="0" t="0" r="r" b="b"/>
                <a:pathLst>
                  <a:path w="69" h="83">
                    <a:moveTo>
                      <a:pt x="69" y="0"/>
                    </a:moveTo>
                    <a:lnTo>
                      <a:pt x="69" y="45"/>
                    </a:lnTo>
                    <a:lnTo>
                      <a:pt x="0" y="83"/>
                    </a:lnTo>
                    <a:lnTo>
                      <a:pt x="0" y="39"/>
                    </a:lnTo>
                    <a:lnTo>
                      <a:pt x="69" y="0"/>
                    </a:lnTo>
                    <a:close/>
                  </a:path>
                </a:pathLst>
              </a:custGeom>
              <a:solidFill>
                <a:schemeClr val="bg1">
                  <a:lumMod val="95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87" name="Freeform 105"/>
              <p:cNvSpPr>
                <a:spLocks/>
              </p:cNvSpPr>
              <p:nvPr/>
            </p:nvSpPr>
            <p:spPr bwMode="auto">
              <a:xfrm>
                <a:off x="2406650" y="3509963"/>
                <a:ext cx="250825" cy="214313"/>
              </a:xfrm>
              <a:custGeom>
                <a:avLst/>
                <a:gdLst>
                  <a:gd name="T0" fmla="*/ 158 w 158"/>
                  <a:gd name="T1" fmla="*/ 90 h 135"/>
                  <a:gd name="T2" fmla="*/ 158 w 158"/>
                  <a:gd name="T3" fmla="*/ 135 h 135"/>
                  <a:gd name="T4" fmla="*/ 0 w 158"/>
                  <a:gd name="T5" fmla="*/ 44 h 135"/>
                  <a:gd name="T6" fmla="*/ 1 w 158"/>
                  <a:gd name="T7" fmla="*/ 0 h 135"/>
                  <a:gd name="T8" fmla="*/ 158 w 158"/>
                  <a:gd name="T9" fmla="*/ 90 h 135"/>
                </a:gdLst>
                <a:ahLst/>
                <a:cxnLst>
                  <a:cxn ang="0">
                    <a:pos x="T0" y="T1"/>
                  </a:cxn>
                  <a:cxn ang="0">
                    <a:pos x="T2" y="T3"/>
                  </a:cxn>
                  <a:cxn ang="0">
                    <a:pos x="T4" y="T5"/>
                  </a:cxn>
                  <a:cxn ang="0">
                    <a:pos x="T6" y="T7"/>
                  </a:cxn>
                  <a:cxn ang="0">
                    <a:pos x="T8" y="T9"/>
                  </a:cxn>
                </a:cxnLst>
                <a:rect l="0" t="0" r="r" b="b"/>
                <a:pathLst>
                  <a:path w="158" h="135">
                    <a:moveTo>
                      <a:pt x="158" y="90"/>
                    </a:moveTo>
                    <a:lnTo>
                      <a:pt x="158" y="135"/>
                    </a:lnTo>
                    <a:lnTo>
                      <a:pt x="0" y="44"/>
                    </a:lnTo>
                    <a:lnTo>
                      <a:pt x="1" y="0"/>
                    </a:lnTo>
                    <a:lnTo>
                      <a:pt x="158" y="90"/>
                    </a:lnTo>
                    <a:close/>
                  </a:path>
                </a:pathLst>
              </a:custGeom>
              <a:solidFill>
                <a:srgbClr val="AFAEB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88" name="Freeform 106"/>
              <p:cNvSpPr>
                <a:spLocks/>
              </p:cNvSpPr>
              <p:nvPr/>
            </p:nvSpPr>
            <p:spPr bwMode="auto">
              <a:xfrm>
                <a:off x="2465388" y="3346451"/>
                <a:ext cx="360363" cy="204788"/>
              </a:xfrm>
              <a:custGeom>
                <a:avLst/>
                <a:gdLst>
                  <a:gd name="T0" fmla="*/ 227 w 227"/>
                  <a:gd name="T1" fmla="*/ 91 h 129"/>
                  <a:gd name="T2" fmla="*/ 68 w 227"/>
                  <a:gd name="T3" fmla="*/ 0 h 129"/>
                  <a:gd name="T4" fmla="*/ 0 w 227"/>
                  <a:gd name="T5" fmla="*/ 39 h 129"/>
                  <a:gd name="T6" fmla="*/ 159 w 227"/>
                  <a:gd name="T7" fmla="*/ 129 h 129"/>
                  <a:gd name="T8" fmla="*/ 227 w 227"/>
                  <a:gd name="T9" fmla="*/ 91 h 129"/>
                </a:gdLst>
                <a:ahLst/>
                <a:cxnLst>
                  <a:cxn ang="0">
                    <a:pos x="T0" y="T1"/>
                  </a:cxn>
                  <a:cxn ang="0">
                    <a:pos x="T2" y="T3"/>
                  </a:cxn>
                  <a:cxn ang="0">
                    <a:pos x="T4" y="T5"/>
                  </a:cxn>
                  <a:cxn ang="0">
                    <a:pos x="T6" y="T7"/>
                  </a:cxn>
                  <a:cxn ang="0">
                    <a:pos x="T8" y="T9"/>
                  </a:cxn>
                </a:cxnLst>
                <a:rect l="0" t="0" r="r" b="b"/>
                <a:pathLst>
                  <a:path w="227" h="129">
                    <a:moveTo>
                      <a:pt x="227" y="91"/>
                    </a:moveTo>
                    <a:lnTo>
                      <a:pt x="68" y="0"/>
                    </a:lnTo>
                    <a:lnTo>
                      <a:pt x="0" y="39"/>
                    </a:lnTo>
                    <a:lnTo>
                      <a:pt x="159" y="129"/>
                    </a:lnTo>
                    <a:lnTo>
                      <a:pt x="227" y="91"/>
                    </a:lnTo>
                    <a:close/>
                  </a:path>
                </a:pathLst>
              </a:custGeom>
              <a:solidFill>
                <a:srgbClr val="E4E4E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89" name="Freeform 107"/>
              <p:cNvSpPr>
                <a:spLocks/>
              </p:cNvSpPr>
              <p:nvPr/>
            </p:nvSpPr>
            <p:spPr bwMode="auto">
              <a:xfrm>
                <a:off x="2714625" y="3490913"/>
                <a:ext cx="111125" cy="130175"/>
              </a:xfrm>
              <a:custGeom>
                <a:avLst/>
                <a:gdLst>
                  <a:gd name="T0" fmla="*/ 70 w 70"/>
                  <a:gd name="T1" fmla="*/ 0 h 82"/>
                  <a:gd name="T2" fmla="*/ 70 w 70"/>
                  <a:gd name="T3" fmla="*/ 45 h 82"/>
                  <a:gd name="T4" fmla="*/ 0 w 70"/>
                  <a:gd name="T5" fmla="*/ 82 h 82"/>
                  <a:gd name="T6" fmla="*/ 0 w 70"/>
                  <a:gd name="T7" fmla="*/ 38 h 82"/>
                  <a:gd name="T8" fmla="*/ 70 w 70"/>
                  <a:gd name="T9" fmla="*/ 0 h 82"/>
                </a:gdLst>
                <a:ahLst/>
                <a:cxnLst>
                  <a:cxn ang="0">
                    <a:pos x="T0" y="T1"/>
                  </a:cxn>
                  <a:cxn ang="0">
                    <a:pos x="T2" y="T3"/>
                  </a:cxn>
                  <a:cxn ang="0">
                    <a:pos x="T4" y="T5"/>
                  </a:cxn>
                  <a:cxn ang="0">
                    <a:pos x="T6" y="T7"/>
                  </a:cxn>
                  <a:cxn ang="0">
                    <a:pos x="T8" y="T9"/>
                  </a:cxn>
                </a:cxnLst>
                <a:rect l="0" t="0" r="r" b="b"/>
                <a:pathLst>
                  <a:path w="70" h="82">
                    <a:moveTo>
                      <a:pt x="70" y="0"/>
                    </a:moveTo>
                    <a:lnTo>
                      <a:pt x="70" y="45"/>
                    </a:lnTo>
                    <a:lnTo>
                      <a:pt x="0" y="82"/>
                    </a:lnTo>
                    <a:lnTo>
                      <a:pt x="0" y="38"/>
                    </a:lnTo>
                    <a:lnTo>
                      <a:pt x="70" y="0"/>
                    </a:lnTo>
                    <a:close/>
                  </a:path>
                </a:pathLst>
              </a:custGeom>
              <a:solidFill>
                <a:schemeClr val="bg1">
                  <a:lumMod val="95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90" name="Freeform 108"/>
              <p:cNvSpPr>
                <a:spLocks/>
              </p:cNvSpPr>
              <p:nvPr/>
            </p:nvSpPr>
            <p:spPr bwMode="auto">
              <a:xfrm>
                <a:off x="2465388" y="3408363"/>
                <a:ext cx="249238" cy="215900"/>
              </a:xfrm>
              <a:custGeom>
                <a:avLst/>
                <a:gdLst>
                  <a:gd name="T0" fmla="*/ 157 w 157"/>
                  <a:gd name="T1" fmla="*/ 90 h 136"/>
                  <a:gd name="T2" fmla="*/ 157 w 157"/>
                  <a:gd name="T3" fmla="*/ 136 h 136"/>
                  <a:gd name="T4" fmla="*/ 0 w 157"/>
                  <a:gd name="T5" fmla="*/ 44 h 136"/>
                  <a:gd name="T6" fmla="*/ 0 w 157"/>
                  <a:gd name="T7" fmla="*/ 0 h 136"/>
                  <a:gd name="T8" fmla="*/ 157 w 157"/>
                  <a:gd name="T9" fmla="*/ 90 h 136"/>
                </a:gdLst>
                <a:ahLst/>
                <a:cxnLst>
                  <a:cxn ang="0">
                    <a:pos x="T0" y="T1"/>
                  </a:cxn>
                  <a:cxn ang="0">
                    <a:pos x="T2" y="T3"/>
                  </a:cxn>
                  <a:cxn ang="0">
                    <a:pos x="T4" y="T5"/>
                  </a:cxn>
                  <a:cxn ang="0">
                    <a:pos x="T6" y="T7"/>
                  </a:cxn>
                  <a:cxn ang="0">
                    <a:pos x="T8" y="T9"/>
                  </a:cxn>
                </a:cxnLst>
                <a:rect l="0" t="0" r="r" b="b"/>
                <a:pathLst>
                  <a:path w="157" h="136">
                    <a:moveTo>
                      <a:pt x="157" y="90"/>
                    </a:moveTo>
                    <a:lnTo>
                      <a:pt x="157" y="136"/>
                    </a:lnTo>
                    <a:lnTo>
                      <a:pt x="0" y="44"/>
                    </a:lnTo>
                    <a:lnTo>
                      <a:pt x="0" y="0"/>
                    </a:lnTo>
                    <a:lnTo>
                      <a:pt x="157" y="90"/>
                    </a:lnTo>
                    <a:close/>
                  </a:path>
                </a:pathLst>
              </a:custGeom>
              <a:solidFill>
                <a:srgbClr val="AFAEB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91" name="Freeform 109"/>
              <p:cNvSpPr>
                <a:spLocks/>
              </p:cNvSpPr>
              <p:nvPr/>
            </p:nvSpPr>
            <p:spPr bwMode="auto">
              <a:xfrm>
                <a:off x="2524125" y="3246438"/>
                <a:ext cx="358775" cy="204788"/>
              </a:xfrm>
              <a:custGeom>
                <a:avLst/>
                <a:gdLst>
                  <a:gd name="T0" fmla="*/ 226 w 226"/>
                  <a:gd name="T1" fmla="*/ 90 h 129"/>
                  <a:gd name="T2" fmla="*/ 69 w 226"/>
                  <a:gd name="T3" fmla="*/ 0 h 129"/>
                  <a:gd name="T4" fmla="*/ 0 w 226"/>
                  <a:gd name="T5" fmla="*/ 38 h 129"/>
                  <a:gd name="T6" fmla="*/ 157 w 226"/>
                  <a:gd name="T7" fmla="*/ 129 h 129"/>
                  <a:gd name="T8" fmla="*/ 226 w 226"/>
                  <a:gd name="T9" fmla="*/ 90 h 129"/>
                </a:gdLst>
                <a:ahLst/>
                <a:cxnLst>
                  <a:cxn ang="0">
                    <a:pos x="T0" y="T1"/>
                  </a:cxn>
                  <a:cxn ang="0">
                    <a:pos x="T2" y="T3"/>
                  </a:cxn>
                  <a:cxn ang="0">
                    <a:pos x="T4" y="T5"/>
                  </a:cxn>
                  <a:cxn ang="0">
                    <a:pos x="T6" y="T7"/>
                  </a:cxn>
                  <a:cxn ang="0">
                    <a:pos x="T8" y="T9"/>
                  </a:cxn>
                </a:cxnLst>
                <a:rect l="0" t="0" r="r" b="b"/>
                <a:pathLst>
                  <a:path w="226" h="129">
                    <a:moveTo>
                      <a:pt x="226" y="90"/>
                    </a:moveTo>
                    <a:lnTo>
                      <a:pt x="69" y="0"/>
                    </a:lnTo>
                    <a:lnTo>
                      <a:pt x="0" y="38"/>
                    </a:lnTo>
                    <a:lnTo>
                      <a:pt x="157" y="129"/>
                    </a:lnTo>
                    <a:lnTo>
                      <a:pt x="226" y="90"/>
                    </a:lnTo>
                    <a:close/>
                  </a:path>
                </a:pathLst>
              </a:custGeom>
              <a:solidFill>
                <a:srgbClr val="E4E4E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92" name="Freeform 110"/>
              <p:cNvSpPr>
                <a:spLocks/>
              </p:cNvSpPr>
              <p:nvPr/>
            </p:nvSpPr>
            <p:spPr bwMode="auto">
              <a:xfrm>
                <a:off x="2773363" y="3389313"/>
                <a:ext cx="109538" cy="130175"/>
              </a:xfrm>
              <a:custGeom>
                <a:avLst/>
                <a:gdLst>
                  <a:gd name="T0" fmla="*/ 69 w 69"/>
                  <a:gd name="T1" fmla="*/ 0 h 82"/>
                  <a:gd name="T2" fmla="*/ 69 w 69"/>
                  <a:gd name="T3" fmla="*/ 45 h 82"/>
                  <a:gd name="T4" fmla="*/ 0 w 69"/>
                  <a:gd name="T5" fmla="*/ 82 h 82"/>
                  <a:gd name="T6" fmla="*/ 0 w 69"/>
                  <a:gd name="T7" fmla="*/ 39 h 82"/>
                  <a:gd name="T8" fmla="*/ 69 w 69"/>
                  <a:gd name="T9" fmla="*/ 0 h 82"/>
                </a:gdLst>
                <a:ahLst/>
                <a:cxnLst>
                  <a:cxn ang="0">
                    <a:pos x="T0" y="T1"/>
                  </a:cxn>
                  <a:cxn ang="0">
                    <a:pos x="T2" y="T3"/>
                  </a:cxn>
                  <a:cxn ang="0">
                    <a:pos x="T4" y="T5"/>
                  </a:cxn>
                  <a:cxn ang="0">
                    <a:pos x="T6" y="T7"/>
                  </a:cxn>
                  <a:cxn ang="0">
                    <a:pos x="T8" y="T9"/>
                  </a:cxn>
                </a:cxnLst>
                <a:rect l="0" t="0" r="r" b="b"/>
                <a:pathLst>
                  <a:path w="69" h="82">
                    <a:moveTo>
                      <a:pt x="69" y="0"/>
                    </a:moveTo>
                    <a:lnTo>
                      <a:pt x="69" y="45"/>
                    </a:lnTo>
                    <a:lnTo>
                      <a:pt x="0" y="82"/>
                    </a:lnTo>
                    <a:lnTo>
                      <a:pt x="0" y="39"/>
                    </a:lnTo>
                    <a:lnTo>
                      <a:pt x="69" y="0"/>
                    </a:lnTo>
                    <a:close/>
                  </a:path>
                </a:pathLst>
              </a:custGeom>
              <a:solidFill>
                <a:schemeClr val="bg1">
                  <a:lumMod val="95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93" name="Freeform 111"/>
              <p:cNvSpPr>
                <a:spLocks/>
              </p:cNvSpPr>
              <p:nvPr/>
            </p:nvSpPr>
            <p:spPr bwMode="auto">
              <a:xfrm>
                <a:off x="2522538" y="3306763"/>
                <a:ext cx="250825" cy="215900"/>
              </a:xfrm>
              <a:custGeom>
                <a:avLst/>
                <a:gdLst>
                  <a:gd name="T0" fmla="*/ 158 w 158"/>
                  <a:gd name="T1" fmla="*/ 91 h 136"/>
                  <a:gd name="T2" fmla="*/ 158 w 158"/>
                  <a:gd name="T3" fmla="*/ 136 h 136"/>
                  <a:gd name="T4" fmla="*/ 0 w 158"/>
                  <a:gd name="T5" fmla="*/ 44 h 136"/>
                  <a:gd name="T6" fmla="*/ 1 w 158"/>
                  <a:gd name="T7" fmla="*/ 0 h 136"/>
                  <a:gd name="T8" fmla="*/ 158 w 158"/>
                  <a:gd name="T9" fmla="*/ 91 h 136"/>
                </a:gdLst>
                <a:ahLst/>
                <a:cxnLst>
                  <a:cxn ang="0">
                    <a:pos x="T0" y="T1"/>
                  </a:cxn>
                  <a:cxn ang="0">
                    <a:pos x="T2" y="T3"/>
                  </a:cxn>
                  <a:cxn ang="0">
                    <a:pos x="T4" y="T5"/>
                  </a:cxn>
                  <a:cxn ang="0">
                    <a:pos x="T6" y="T7"/>
                  </a:cxn>
                  <a:cxn ang="0">
                    <a:pos x="T8" y="T9"/>
                  </a:cxn>
                </a:cxnLst>
                <a:rect l="0" t="0" r="r" b="b"/>
                <a:pathLst>
                  <a:path w="158" h="136">
                    <a:moveTo>
                      <a:pt x="158" y="91"/>
                    </a:moveTo>
                    <a:lnTo>
                      <a:pt x="158" y="136"/>
                    </a:lnTo>
                    <a:lnTo>
                      <a:pt x="0" y="44"/>
                    </a:lnTo>
                    <a:lnTo>
                      <a:pt x="1" y="0"/>
                    </a:lnTo>
                    <a:lnTo>
                      <a:pt x="158" y="91"/>
                    </a:lnTo>
                    <a:close/>
                  </a:path>
                </a:pathLst>
              </a:custGeom>
              <a:solidFill>
                <a:srgbClr val="AFAEB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94" name="Freeform 112"/>
              <p:cNvSpPr>
                <a:spLocks/>
              </p:cNvSpPr>
              <p:nvPr/>
            </p:nvSpPr>
            <p:spPr bwMode="auto">
              <a:xfrm>
                <a:off x="2581275" y="3144838"/>
                <a:ext cx="360363" cy="204788"/>
              </a:xfrm>
              <a:custGeom>
                <a:avLst/>
                <a:gdLst>
                  <a:gd name="T0" fmla="*/ 227 w 227"/>
                  <a:gd name="T1" fmla="*/ 90 h 129"/>
                  <a:gd name="T2" fmla="*/ 69 w 227"/>
                  <a:gd name="T3" fmla="*/ 0 h 129"/>
                  <a:gd name="T4" fmla="*/ 0 w 227"/>
                  <a:gd name="T5" fmla="*/ 39 h 129"/>
                  <a:gd name="T6" fmla="*/ 159 w 227"/>
                  <a:gd name="T7" fmla="*/ 129 h 129"/>
                  <a:gd name="T8" fmla="*/ 227 w 227"/>
                  <a:gd name="T9" fmla="*/ 90 h 129"/>
                </a:gdLst>
                <a:ahLst/>
                <a:cxnLst>
                  <a:cxn ang="0">
                    <a:pos x="T0" y="T1"/>
                  </a:cxn>
                  <a:cxn ang="0">
                    <a:pos x="T2" y="T3"/>
                  </a:cxn>
                  <a:cxn ang="0">
                    <a:pos x="T4" y="T5"/>
                  </a:cxn>
                  <a:cxn ang="0">
                    <a:pos x="T6" y="T7"/>
                  </a:cxn>
                  <a:cxn ang="0">
                    <a:pos x="T8" y="T9"/>
                  </a:cxn>
                </a:cxnLst>
                <a:rect l="0" t="0" r="r" b="b"/>
                <a:pathLst>
                  <a:path w="227" h="129">
                    <a:moveTo>
                      <a:pt x="227" y="90"/>
                    </a:moveTo>
                    <a:lnTo>
                      <a:pt x="69" y="0"/>
                    </a:lnTo>
                    <a:lnTo>
                      <a:pt x="0" y="39"/>
                    </a:lnTo>
                    <a:lnTo>
                      <a:pt x="159" y="129"/>
                    </a:lnTo>
                    <a:lnTo>
                      <a:pt x="227" y="90"/>
                    </a:lnTo>
                    <a:close/>
                  </a:path>
                </a:pathLst>
              </a:custGeom>
              <a:solidFill>
                <a:srgbClr val="E4E4E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95" name="Freeform 113"/>
              <p:cNvSpPr>
                <a:spLocks/>
              </p:cNvSpPr>
              <p:nvPr/>
            </p:nvSpPr>
            <p:spPr bwMode="auto">
              <a:xfrm>
                <a:off x="2830513" y="3287713"/>
                <a:ext cx="111125" cy="130175"/>
              </a:xfrm>
              <a:custGeom>
                <a:avLst/>
                <a:gdLst>
                  <a:gd name="T0" fmla="*/ 70 w 70"/>
                  <a:gd name="T1" fmla="*/ 0 h 82"/>
                  <a:gd name="T2" fmla="*/ 70 w 70"/>
                  <a:gd name="T3" fmla="*/ 45 h 82"/>
                  <a:gd name="T4" fmla="*/ 0 w 70"/>
                  <a:gd name="T5" fmla="*/ 82 h 82"/>
                  <a:gd name="T6" fmla="*/ 0 w 70"/>
                  <a:gd name="T7" fmla="*/ 39 h 82"/>
                  <a:gd name="T8" fmla="*/ 70 w 70"/>
                  <a:gd name="T9" fmla="*/ 0 h 82"/>
                </a:gdLst>
                <a:ahLst/>
                <a:cxnLst>
                  <a:cxn ang="0">
                    <a:pos x="T0" y="T1"/>
                  </a:cxn>
                  <a:cxn ang="0">
                    <a:pos x="T2" y="T3"/>
                  </a:cxn>
                  <a:cxn ang="0">
                    <a:pos x="T4" y="T5"/>
                  </a:cxn>
                  <a:cxn ang="0">
                    <a:pos x="T6" y="T7"/>
                  </a:cxn>
                  <a:cxn ang="0">
                    <a:pos x="T8" y="T9"/>
                  </a:cxn>
                </a:cxnLst>
                <a:rect l="0" t="0" r="r" b="b"/>
                <a:pathLst>
                  <a:path w="70" h="82">
                    <a:moveTo>
                      <a:pt x="70" y="0"/>
                    </a:moveTo>
                    <a:lnTo>
                      <a:pt x="70" y="45"/>
                    </a:lnTo>
                    <a:lnTo>
                      <a:pt x="0" y="82"/>
                    </a:lnTo>
                    <a:lnTo>
                      <a:pt x="0" y="39"/>
                    </a:lnTo>
                    <a:lnTo>
                      <a:pt x="70" y="0"/>
                    </a:lnTo>
                    <a:close/>
                  </a:path>
                </a:pathLst>
              </a:custGeom>
              <a:solidFill>
                <a:schemeClr val="bg1">
                  <a:lumMod val="95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96" name="Freeform 114"/>
              <p:cNvSpPr>
                <a:spLocks/>
              </p:cNvSpPr>
              <p:nvPr/>
            </p:nvSpPr>
            <p:spPr bwMode="auto">
              <a:xfrm>
                <a:off x="2581275" y="3206751"/>
                <a:ext cx="249238" cy="214313"/>
              </a:xfrm>
              <a:custGeom>
                <a:avLst/>
                <a:gdLst>
                  <a:gd name="T0" fmla="*/ 157 w 157"/>
                  <a:gd name="T1" fmla="*/ 90 h 135"/>
                  <a:gd name="T2" fmla="*/ 157 w 157"/>
                  <a:gd name="T3" fmla="*/ 135 h 135"/>
                  <a:gd name="T4" fmla="*/ 0 w 157"/>
                  <a:gd name="T5" fmla="*/ 43 h 135"/>
                  <a:gd name="T6" fmla="*/ 0 w 157"/>
                  <a:gd name="T7" fmla="*/ 0 h 135"/>
                  <a:gd name="T8" fmla="*/ 157 w 157"/>
                  <a:gd name="T9" fmla="*/ 90 h 135"/>
                </a:gdLst>
                <a:ahLst/>
                <a:cxnLst>
                  <a:cxn ang="0">
                    <a:pos x="T0" y="T1"/>
                  </a:cxn>
                  <a:cxn ang="0">
                    <a:pos x="T2" y="T3"/>
                  </a:cxn>
                  <a:cxn ang="0">
                    <a:pos x="T4" y="T5"/>
                  </a:cxn>
                  <a:cxn ang="0">
                    <a:pos x="T6" y="T7"/>
                  </a:cxn>
                  <a:cxn ang="0">
                    <a:pos x="T8" y="T9"/>
                  </a:cxn>
                </a:cxnLst>
                <a:rect l="0" t="0" r="r" b="b"/>
                <a:pathLst>
                  <a:path w="157" h="135">
                    <a:moveTo>
                      <a:pt x="157" y="90"/>
                    </a:moveTo>
                    <a:lnTo>
                      <a:pt x="157" y="135"/>
                    </a:lnTo>
                    <a:lnTo>
                      <a:pt x="0" y="43"/>
                    </a:lnTo>
                    <a:lnTo>
                      <a:pt x="0" y="0"/>
                    </a:lnTo>
                    <a:lnTo>
                      <a:pt x="157" y="90"/>
                    </a:lnTo>
                    <a:close/>
                  </a:path>
                </a:pathLst>
              </a:custGeom>
              <a:solidFill>
                <a:srgbClr val="AFAEB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97" name="Freeform 115"/>
              <p:cNvSpPr>
                <a:spLocks/>
              </p:cNvSpPr>
              <p:nvPr/>
            </p:nvSpPr>
            <p:spPr bwMode="auto">
              <a:xfrm>
                <a:off x="2640013" y="3043238"/>
                <a:ext cx="358775" cy="204788"/>
              </a:xfrm>
              <a:custGeom>
                <a:avLst/>
                <a:gdLst>
                  <a:gd name="T0" fmla="*/ 226 w 226"/>
                  <a:gd name="T1" fmla="*/ 90 h 129"/>
                  <a:gd name="T2" fmla="*/ 69 w 226"/>
                  <a:gd name="T3" fmla="*/ 0 h 129"/>
                  <a:gd name="T4" fmla="*/ 0 w 226"/>
                  <a:gd name="T5" fmla="*/ 39 h 129"/>
                  <a:gd name="T6" fmla="*/ 158 w 226"/>
                  <a:gd name="T7" fmla="*/ 129 h 129"/>
                  <a:gd name="T8" fmla="*/ 226 w 226"/>
                  <a:gd name="T9" fmla="*/ 90 h 129"/>
                </a:gdLst>
                <a:ahLst/>
                <a:cxnLst>
                  <a:cxn ang="0">
                    <a:pos x="T0" y="T1"/>
                  </a:cxn>
                  <a:cxn ang="0">
                    <a:pos x="T2" y="T3"/>
                  </a:cxn>
                  <a:cxn ang="0">
                    <a:pos x="T4" y="T5"/>
                  </a:cxn>
                  <a:cxn ang="0">
                    <a:pos x="T6" y="T7"/>
                  </a:cxn>
                  <a:cxn ang="0">
                    <a:pos x="T8" y="T9"/>
                  </a:cxn>
                </a:cxnLst>
                <a:rect l="0" t="0" r="r" b="b"/>
                <a:pathLst>
                  <a:path w="226" h="129">
                    <a:moveTo>
                      <a:pt x="226" y="90"/>
                    </a:moveTo>
                    <a:lnTo>
                      <a:pt x="69" y="0"/>
                    </a:lnTo>
                    <a:lnTo>
                      <a:pt x="0" y="39"/>
                    </a:lnTo>
                    <a:lnTo>
                      <a:pt x="158" y="129"/>
                    </a:lnTo>
                    <a:lnTo>
                      <a:pt x="226" y="90"/>
                    </a:lnTo>
                    <a:close/>
                  </a:path>
                </a:pathLst>
              </a:custGeom>
              <a:solidFill>
                <a:srgbClr val="E4E4E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98" name="Freeform 116"/>
              <p:cNvSpPr>
                <a:spLocks/>
              </p:cNvSpPr>
              <p:nvPr/>
            </p:nvSpPr>
            <p:spPr bwMode="auto">
              <a:xfrm>
                <a:off x="2890838" y="3186113"/>
                <a:ext cx="107950" cy="131763"/>
              </a:xfrm>
              <a:custGeom>
                <a:avLst/>
                <a:gdLst>
                  <a:gd name="T0" fmla="*/ 68 w 68"/>
                  <a:gd name="T1" fmla="*/ 0 h 83"/>
                  <a:gd name="T2" fmla="*/ 68 w 68"/>
                  <a:gd name="T3" fmla="*/ 45 h 83"/>
                  <a:gd name="T4" fmla="*/ 0 w 68"/>
                  <a:gd name="T5" fmla="*/ 83 h 83"/>
                  <a:gd name="T6" fmla="*/ 0 w 68"/>
                  <a:gd name="T7" fmla="*/ 39 h 83"/>
                  <a:gd name="T8" fmla="*/ 68 w 68"/>
                  <a:gd name="T9" fmla="*/ 0 h 83"/>
                </a:gdLst>
                <a:ahLst/>
                <a:cxnLst>
                  <a:cxn ang="0">
                    <a:pos x="T0" y="T1"/>
                  </a:cxn>
                  <a:cxn ang="0">
                    <a:pos x="T2" y="T3"/>
                  </a:cxn>
                  <a:cxn ang="0">
                    <a:pos x="T4" y="T5"/>
                  </a:cxn>
                  <a:cxn ang="0">
                    <a:pos x="T6" y="T7"/>
                  </a:cxn>
                  <a:cxn ang="0">
                    <a:pos x="T8" y="T9"/>
                  </a:cxn>
                </a:cxnLst>
                <a:rect l="0" t="0" r="r" b="b"/>
                <a:pathLst>
                  <a:path w="68" h="83">
                    <a:moveTo>
                      <a:pt x="68" y="0"/>
                    </a:moveTo>
                    <a:lnTo>
                      <a:pt x="68" y="45"/>
                    </a:lnTo>
                    <a:lnTo>
                      <a:pt x="0" y="83"/>
                    </a:lnTo>
                    <a:lnTo>
                      <a:pt x="0" y="39"/>
                    </a:lnTo>
                    <a:lnTo>
                      <a:pt x="68" y="0"/>
                    </a:lnTo>
                    <a:close/>
                  </a:path>
                </a:pathLst>
              </a:custGeom>
              <a:solidFill>
                <a:schemeClr val="bg1">
                  <a:lumMod val="95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99" name="Freeform 117"/>
              <p:cNvSpPr>
                <a:spLocks/>
              </p:cNvSpPr>
              <p:nvPr/>
            </p:nvSpPr>
            <p:spPr bwMode="auto">
              <a:xfrm>
                <a:off x="2638425" y="3105151"/>
                <a:ext cx="252413" cy="214313"/>
              </a:xfrm>
              <a:custGeom>
                <a:avLst/>
                <a:gdLst>
                  <a:gd name="T0" fmla="*/ 159 w 159"/>
                  <a:gd name="T1" fmla="*/ 90 h 135"/>
                  <a:gd name="T2" fmla="*/ 159 w 159"/>
                  <a:gd name="T3" fmla="*/ 135 h 135"/>
                  <a:gd name="T4" fmla="*/ 0 w 159"/>
                  <a:gd name="T5" fmla="*/ 43 h 135"/>
                  <a:gd name="T6" fmla="*/ 1 w 159"/>
                  <a:gd name="T7" fmla="*/ 0 h 135"/>
                  <a:gd name="T8" fmla="*/ 159 w 159"/>
                  <a:gd name="T9" fmla="*/ 90 h 135"/>
                </a:gdLst>
                <a:ahLst/>
                <a:cxnLst>
                  <a:cxn ang="0">
                    <a:pos x="T0" y="T1"/>
                  </a:cxn>
                  <a:cxn ang="0">
                    <a:pos x="T2" y="T3"/>
                  </a:cxn>
                  <a:cxn ang="0">
                    <a:pos x="T4" y="T5"/>
                  </a:cxn>
                  <a:cxn ang="0">
                    <a:pos x="T6" y="T7"/>
                  </a:cxn>
                  <a:cxn ang="0">
                    <a:pos x="T8" y="T9"/>
                  </a:cxn>
                </a:cxnLst>
                <a:rect l="0" t="0" r="r" b="b"/>
                <a:pathLst>
                  <a:path w="159" h="135">
                    <a:moveTo>
                      <a:pt x="159" y="90"/>
                    </a:moveTo>
                    <a:lnTo>
                      <a:pt x="159" y="135"/>
                    </a:lnTo>
                    <a:lnTo>
                      <a:pt x="0" y="43"/>
                    </a:lnTo>
                    <a:lnTo>
                      <a:pt x="1" y="0"/>
                    </a:lnTo>
                    <a:lnTo>
                      <a:pt x="159" y="90"/>
                    </a:lnTo>
                    <a:close/>
                  </a:path>
                </a:pathLst>
              </a:custGeom>
              <a:solidFill>
                <a:srgbClr val="AFAEB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00" name="Freeform 118"/>
              <p:cNvSpPr>
                <a:spLocks/>
              </p:cNvSpPr>
              <p:nvPr/>
            </p:nvSpPr>
            <p:spPr bwMode="auto">
              <a:xfrm>
                <a:off x="2697163" y="2941638"/>
                <a:ext cx="360363" cy="204788"/>
              </a:xfrm>
              <a:custGeom>
                <a:avLst/>
                <a:gdLst>
                  <a:gd name="T0" fmla="*/ 227 w 227"/>
                  <a:gd name="T1" fmla="*/ 90 h 129"/>
                  <a:gd name="T2" fmla="*/ 69 w 227"/>
                  <a:gd name="T3" fmla="*/ 0 h 129"/>
                  <a:gd name="T4" fmla="*/ 0 w 227"/>
                  <a:gd name="T5" fmla="*/ 39 h 129"/>
                  <a:gd name="T6" fmla="*/ 159 w 227"/>
                  <a:gd name="T7" fmla="*/ 129 h 129"/>
                  <a:gd name="T8" fmla="*/ 227 w 227"/>
                  <a:gd name="T9" fmla="*/ 90 h 129"/>
                </a:gdLst>
                <a:ahLst/>
                <a:cxnLst>
                  <a:cxn ang="0">
                    <a:pos x="T0" y="T1"/>
                  </a:cxn>
                  <a:cxn ang="0">
                    <a:pos x="T2" y="T3"/>
                  </a:cxn>
                  <a:cxn ang="0">
                    <a:pos x="T4" y="T5"/>
                  </a:cxn>
                  <a:cxn ang="0">
                    <a:pos x="T6" y="T7"/>
                  </a:cxn>
                  <a:cxn ang="0">
                    <a:pos x="T8" y="T9"/>
                  </a:cxn>
                </a:cxnLst>
                <a:rect l="0" t="0" r="r" b="b"/>
                <a:pathLst>
                  <a:path w="227" h="129">
                    <a:moveTo>
                      <a:pt x="227" y="90"/>
                    </a:moveTo>
                    <a:lnTo>
                      <a:pt x="69" y="0"/>
                    </a:lnTo>
                    <a:lnTo>
                      <a:pt x="0" y="39"/>
                    </a:lnTo>
                    <a:lnTo>
                      <a:pt x="159" y="129"/>
                    </a:lnTo>
                    <a:lnTo>
                      <a:pt x="227" y="90"/>
                    </a:lnTo>
                    <a:close/>
                  </a:path>
                </a:pathLst>
              </a:custGeom>
              <a:solidFill>
                <a:srgbClr val="E4E4E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01" name="Freeform 119"/>
              <p:cNvSpPr>
                <a:spLocks/>
              </p:cNvSpPr>
              <p:nvPr/>
            </p:nvSpPr>
            <p:spPr bwMode="auto">
              <a:xfrm>
                <a:off x="2946400" y="3084513"/>
                <a:ext cx="111125" cy="131763"/>
              </a:xfrm>
              <a:custGeom>
                <a:avLst/>
                <a:gdLst>
                  <a:gd name="T0" fmla="*/ 70 w 70"/>
                  <a:gd name="T1" fmla="*/ 0 h 83"/>
                  <a:gd name="T2" fmla="*/ 70 w 70"/>
                  <a:gd name="T3" fmla="*/ 46 h 83"/>
                  <a:gd name="T4" fmla="*/ 0 w 70"/>
                  <a:gd name="T5" fmla="*/ 83 h 83"/>
                  <a:gd name="T6" fmla="*/ 0 w 70"/>
                  <a:gd name="T7" fmla="*/ 39 h 83"/>
                  <a:gd name="T8" fmla="*/ 70 w 70"/>
                  <a:gd name="T9" fmla="*/ 0 h 83"/>
                </a:gdLst>
                <a:ahLst/>
                <a:cxnLst>
                  <a:cxn ang="0">
                    <a:pos x="T0" y="T1"/>
                  </a:cxn>
                  <a:cxn ang="0">
                    <a:pos x="T2" y="T3"/>
                  </a:cxn>
                  <a:cxn ang="0">
                    <a:pos x="T4" y="T5"/>
                  </a:cxn>
                  <a:cxn ang="0">
                    <a:pos x="T6" y="T7"/>
                  </a:cxn>
                  <a:cxn ang="0">
                    <a:pos x="T8" y="T9"/>
                  </a:cxn>
                </a:cxnLst>
                <a:rect l="0" t="0" r="r" b="b"/>
                <a:pathLst>
                  <a:path w="70" h="83">
                    <a:moveTo>
                      <a:pt x="70" y="0"/>
                    </a:moveTo>
                    <a:lnTo>
                      <a:pt x="70" y="46"/>
                    </a:lnTo>
                    <a:lnTo>
                      <a:pt x="0" y="83"/>
                    </a:lnTo>
                    <a:lnTo>
                      <a:pt x="0" y="39"/>
                    </a:lnTo>
                    <a:lnTo>
                      <a:pt x="70" y="0"/>
                    </a:lnTo>
                    <a:close/>
                  </a:path>
                </a:pathLst>
              </a:custGeom>
              <a:solidFill>
                <a:schemeClr val="bg1">
                  <a:lumMod val="95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02" name="Freeform 120"/>
              <p:cNvSpPr>
                <a:spLocks/>
              </p:cNvSpPr>
              <p:nvPr/>
            </p:nvSpPr>
            <p:spPr bwMode="auto">
              <a:xfrm>
                <a:off x="2697163" y="3003551"/>
                <a:ext cx="249238" cy="214313"/>
              </a:xfrm>
              <a:custGeom>
                <a:avLst/>
                <a:gdLst>
                  <a:gd name="T0" fmla="*/ 157 w 157"/>
                  <a:gd name="T1" fmla="*/ 90 h 135"/>
                  <a:gd name="T2" fmla="*/ 157 w 157"/>
                  <a:gd name="T3" fmla="*/ 135 h 135"/>
                  <a:gd name="T4" fmla="*/ 0 w 157"/>
                  <a:gd name="T5" fmla="*/ 44 h 135"/>
                  <a:gd name="T6" fmla="*/ 0 w 157"/>
                  <a:gd name="T7" fmla="*/ 0 h 135"/>
                  <a:gd name="T8" fmla="*/ 157 w 157"/>
                  <a:gd name="T9" fmla="*/ 90 h 135"/>
                </a:gdLst>
                <a:ahLst/>
                <a:cxnLst>
                  <a:cxn ang="0">
                    <a:pos x="T0" y="T1"/>
                  </a:cxn>
                  <a:cxn ang="0">
                    <a:pos x="T2" y="T3"/>
                  </a:cxn>
                  <a:cxn ang="0">
                    <a:pos x="T4" y="T5"/>
                  </a:cxn>
                  <a:cxn ang="0">
                    <a:pos x="T6" y="T7"/>
                  </a:cxn>
                  <a:cxn ang="0">
                    <a:pos x="T8" y="T9"/>
                  </a:cxn>
                </a:cxnLst>
                <a:rect l="0" t="0" r="r" b="b"/>
                <a:pathLst>
                  <a:path w="157" h="135">
                    <a:moveTo>
                      <a:pt x="157" y="90"/>
                    </a:moveTo>
                    <a:lnTo>
                      <a:pt x="157" y="135"/>
                    </a:lnTo>
                    <a:lnTo>
                      <a:pt x="0" y="44"/>
                    </a:lnTo>
                    <a:lnTo>
                      <a:pt x="0" y="0"/>
                    </a:lnTo>
                    <a:lnTo>
                      <a:pt x="157" y="90"/>
                    </a:lnTo>
                    <a:close/>
                  </a:path>
                </a:pathLst>
              </a:custGeom>
              <a:solidFill>
                <a:srgbClr val="AFAEB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sp>
        <p:nvSpPr>
          <p:cNvPr id="204" name="文本框 203"/>
          <p:cNvSpPr txBox="1"/>
          <p:nvPr/>
        </p:nvSpPr>
        <p:spPr>
          <a:xfrm>
            <a:off x="7029004" y="3450056"/>
            <a:ext cx="2856518" cy="830997"/>
          </a:xfrm>
          <a:prstGeom prst="rect">
            <a:avLst/>
          </a:prstGeom>
          <a:noFill/>
        </p:spPr>
        <p:txBody>
          <a:bodyPr wrap="square" rtlCol="0">
            <a:spAutoFit/>
          </a:bodyPr>
          <a:lstStyle/>
          <a:p>
            <a:pPr>
              <a:lnSpc>
                <a:spcPct val="120000"/>
              </a:lnSpc>
            </a:pPr>
            <a:r>
              <a:rPr lang="zh-CN" altLang="en-US" sz="2400" b="1" dirty="0">
                <a:solidFill>
                  <a:srgbClr val="A9B723"/>
                </a:solidFill>
              </a:rPr>
              <a:t>添加标题</a:t>
            </a:r>
            <a:endParaRPr lang="en-US" altLang="zh-CN" sz="2400" b="1" dirty="0">
              <a:solidFill>
                <a:srgbClr val="A9B723"/>
              </a:solidFill>
            </a:endParaRPr>
          </a:p>
          <a:p>
            <a:pPr>
              <a:lnSpc>
                <a:spcPct val="120000"/>
              </a:lnSpc>
            </a:pPr>
            <a:r>
              <a:rPr lang="zh-CN" altLang="en-US" sz="1600" dirty="0">
                <a:solidFill>
                  <a:schemeClr val="tx1">
                    <a:lumMod val="65000"/>
                    <a:lumOff val="35000"/>
                  </a:schemeClr>
                </a:solidFill>
              </a:rPr>
              <a:t>添加内容添加内容</a:t>
            </a:r>
          </a:p>
        </p:txBody>
      </p:sp>
      <p:sp>
        <p:nvSpPr>
          <p:cNvPr id="205" name="文本框 204"/>
          <p:cNvSpPr txBox="1"/>
          <p:nvPr/>
        </p:nvSpPr>
        <p:spPr>
          <a:xfrm>
            <a:off x="3162996" y="2111096"/>
            <a:ext cx="2856518" cy="830997"/>
          </a:xfrm>
          <a:prstGeom prst="rect">
            <a:avLst/>
          </a:prstGeom>
          <a:noFill/>
        </p:spPr>
        <p:txBody>
          <a:bodyPr wrap="square" rtlCol="0">
            <a:spAutoFit/>
          </a:bodyPr>
          <a:lstStyle/>
          <a:p>
            <a:pPr algn="r">
              <a:lnSpc>
                <a:spcPct val="120000"/>
              </a:lnSpc>
            </a:pPr>
            <a:r>
              <a:rPr lang="zh-CN" altLang="en-US" sz="2400" b="1" dirty="0">
                <a:solidFill>
                  <a:srgbClr val="FF8900"/>
                </a:solidFill>
              </a:rPr>
              <a:t>添加标题</a:t>
            </a:r>
            <a:endParaRPr lang="en-US" altLang="zh-CN" sz="2400" b="1" dirty="0">
              <a:solidFill>
                <a:srgbClr val="FF8900"/>
              </a:solidFill>
            </a:endParaRPr>
          </a:p>
          <a:p>
            <a:pPr algn="r">
              <a:lnSpc>
                <a:spcPct val="120000"/>
              </a:lnSpc>
            </a:pPr>
            <a:r>
              <a:rPr lang="zh-CN" altLang="en-US" sz="1600" dirty="0">
                <a:solidFill>
                  <a:schemeClr val="tx1">
                    <a:lumMod val="65000"/>
                    <a:lumOff val="35000"/>
                  </a:schemeClr>
                </a:solidFill>
              </a:rPr>
              <a:t>添加内容添加内容</a:t>
            </a:r>
          </a:p>
        </p:txBody>
      </p:sp>
      <p:sp>
        <p:nvSpPr>
          <p:cNvPr id="206" name="文本框 205"/>
          <p:cNvSpPr txBox="1"/>
          <p:nvPr/>
        </p:nvSpPr>
        <p:spPr>
          <a:xfrm>
            <a:off x="1495491" y="4303127"/>
            <a:ext cx="2856518" cy="830997"/>
          </a:xfrm>
          <a:prstGeom prst="rect">
            <a:avLst/>
          </a:prstGeom>
          <a:noFill/>
        </p:spPr>
        <p:txBody>
          <a:bodyPr wrap="square" rtlCol="0">
            <a:spAutoFit/>
          </a:bodyPr>
          <a:lstStyle/>
          <a:p>
            <a:pPr algn="r">
              <a:lnSpc>
                <a:spcPct val="120000"/>
              </a:lnSpc>
            </a:pPr>
            <a:r>
              <a:rPr lang="zh-CN" altLang="en-US" sz="2400" b="1" dirty="0">
                <a:solidFill>
                  <a:srgbClr val="6D5DA5"/>
                </a:solidFill>
              </a:rPr>
              <a:t>添加标题</a:t>
            </a:r>
            <a:endParaRPr lang="en-US" altLang="zh-CN" sz="2400" b="1" dirty="0">
              <a:solidFill>
                <a:srgbClr val="6D5DA5"/>
              </a:solidFill>
            </a:endParaRPr>
          </a:p>
          <a:p>
            <a:pPr algn="r">
              <a:lnSpc>
                <a:spcPct val="120000"/>
              </a:lnSpc>
            </a:pPr>
            <a:r>
              <a:rPr lang="zh-CN" altLang="en-US" sz="1600" dirty="0">
                <a:solidFill>
                  <a:schemeClr val="tx1">
                    <a:lumMod val="65000"/>
                    <a:lumOff val="35000"/>
                  </a:schemeClr>
                </a:solidFill>
              </a:rPr>
              <a:t>添加内容添加内容</a:t>
            </a:r>
          </a:p>
        </p:txBody>
      </p:sp>
      <p:sp>
        <p:nvSpPr>
          <p:cNvPr id="207" name="文本框 206"/>
          <p:cNvSpPr txBox="1"/>
          <p:nvPr/>
        </p:nvSpPr>
        <p:spPr>
          <a:xfrm>
            <a:off x="6576666" y="5626045"/>
            <a:ext cx="2856518" cy="830997"/>
          </a:xfrm>
          <a:prstGeom prst="rect">
            <a:avLst/>
          </a:prstGeom>
          <a:noFill/>
        </p:spPr>
        <p:txBody>
          <a:bodyPr wrap="square" rtlCol="0">
            <a:spAutoFit/>
          </a:bodyPr>
          <a:lstStyle/>
          <a:p>
            <a:pPr>
              <a:lnSpc>
                <a:spcPct val="120000"/>
              </a:lnSpc>
            </a:pPr>
            <a:r>
              <a:rPr lang="zh-CN" altLang="en-US" sz="2400" b="1" dirty="0">
                <a:solidFill>
                  <a:srgbClr val="007BC6"/>
                </a:solidFill>
              </a:rPr>
              <a:t>添加标题</a:t>
            </a:r>
            <a:endParaRPr lang="en-US" altLang="zh-CN" sz="2400" b="1" dirty="0">
              <a:solidFill>
                <a:srgbClr val="007BC6"/>
              </a:solidFill>
            </a:endParaRPr>
          </a:p>
          <a:p>
            <a:pPr>
              <a:lnSpc>
                <a:spcPct val="120000"/>
              </a:lnSpc>
            </a:pPr>
            <a:r>
              <a:rPr lang="zh-CN" altLang="en-US" sz="1600" dirty="0">
                <a:solidFill>
                  <a:schemeClr val="tx1">
                    <a:lumMod val="65000"/>
                    <a:lumOff val="35000"/>
                  </a:schemeClr>
                </a:solidFill>
              </a:rPr>
              <a:t>添加内容添加内容</a:t>
            </a:r>
          </a:p>
        </p:txBody>
      </p:sp>
      <p:sp>
        <p:nvSpPr>
          <p:cNvPr id="208" name="矩形 39"/>
          <p:cNvSpPr/>
          <p:nvPr/>
        </p:nvSpPr>
        <p:spPr>
          <a:xfrm>
            <a:off x="0" y="203088"/>
            <a:ext cx="2492990" cy="523220"/>
          </a:xfrm>
          <a:prstGeom prst="rect">
            <a:avLst/>
          </a:prstGeom>
          <a:noFill/>
        </p:spPr>
        <p:txBody>
          <a:bodyPr wrap="none" rtlCol="0">
            <a:spAutoFit/>
          </a:bodyPr>
          <a:lstStyle/>
          <a:p>
            <a:r>
              <a:rPr lang="zh-CN" altLang="en-US" sz="2800" b="1" dirty="0">
                <a:solidFill>
                  <a:schemeClr val="tx1">
                    <a:lumMod val="65000"/>
                    <a:lumOff val="35000"/>
                  </a:schemeClr>
                </a:solidFill>
              </a:rPr>
              <a:t>四项层级</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递进</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127969857"/>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36" name="组合 1035"/>
          <p:cNvGrpSpPr>
            <a:grpSpLocks noChangeAspect="1"/>
          </p:cNvGrpSpPr>
          <p:nvPr/>
        </p:nvGrpSpPr>
        <p:grpSpPr>
          <a:xfrm>
            <a:off x="4734591" y="0"/>
            <a:ext cx="2722818" cy="6858000"/>
            <a:chOff x="4285621" y="11113"/>
            <a:chExt cx="2715255" cy="6838950"/>
          </a:xfrm>
        </p:grpSpPr>
        <p:sp>
          <p:nvSpPr>
            <p:cNvPr id="164" name="任意多边形 163"/>
            <p:cNvSpPr>
              <a:spLocks/>
            </p:cNvSpPr>
            <p:nvPr/>
          </p:nvSpPr>
          <p:spPr bwMode="auto">
            <a:xfrm>
              <a:off x="4285621" y="12700"/>
              <a:ext cx="2582536" cy="6837363"/>
            </a:xfrm>
            <a:custGeom>
              <a:avLst/>
              <a:gdLst>
                <a:gd name="connsiteX0" fmla="*/ 1278966 w 2582536"/>
                <a:gd name="connsiteY0" fmla="*/ 0 h 6837363"/>
                <a:gd name="connsiteX1" fmla="*/ 2359135 w 2582536"/>
                <a:gd name="connsiteY1" fmla="*/ 0 h 6837363"/>
                <a:gd name="connsiteX2" fmla="*/ 1754973 w 2582536"/>
                <a:gd name="connsiteY2" fmla="*/ 3657056 h 6837363"/>
                <a:gd name="connsiteX3" fmla="*/ 1852615 w 2582536"/>
                <a:gd name="connsiteY3" fmla="*/ 6634510 h 6837363"/>
                <a:gd name="connsiteX4" fmla="*/ 2029592 w 2582536"/>
                <a:gd name="connsiteY4" fmla="*/ 6832600 h 6837363"/>
                <a:gd name="connsiteX5" fmla="*/ 1867109 w 2582536"/>
                <a:gd name="connsiteY5" fmla="*/ 6832600 h 6837363"/>
                <a:gd name="connsiteX6" fmla="*/ 1843228 w 2582536"/>
                <a:gd name="connsiteY6" fmla="*/ 6832600 h 6837363"/>
                <a:gd name="connsiteX7" fmla="*/ 1847483 w 2582536"/>
                <a:gd name="connsiteY7" fmla="*/ 6837363 h 6837363"/>
                <a:gd name="connsiteX8" fmla="*/ 547619 w 2582536"/>
                <a:gd name="connsiteY8" fmla="*/ 6837363 h 6837363"/>
                <a:gd name="connsiteX9" fmla="*/ 1432 w 2582536"/>
                <a:gd name="connsiteY9" fmla="*/ 5344065 h 6837363"/>
                <a:gd name="connsiteX10" fmla="*/ 706288 w 2582536"/>
                <a:gd name="connsiteY10" fmla="*/ 3158974 h 6837363"/>
                <a:gd name="connsiteX11" fmla="*/ 1124319 w 2582536"/>
                <a:gd name="connsiteY11" fmla="*/ 68762 h 6837363"/>
                <a:gd name="connsiteX12" fmla="*/ 1096857 w 2582536"/>
                <a:gd name="connsiteY12" fmla="*/ 4763 h 6837363"/>
                <a:gd name="connsiteX13" fmla="*/ 1231878 w 2582536"/>
                <a:gd name="connsiteY13" fmla="*/ 4763 h 6837363"/>
                <a:gd name="connsiteX14" fmla="*/ 1281010 w 2582536"/>
                <a:gd name="connsiteY14" fmla="*/ 4763 h 683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82536" h="6837363">
                  <a:moveTo>
                    <a:pt x="1278966" y="0"/>
                  </a:moveTo>
                  <a:cubicBezTo>
                    <a:pt x="1278966" y="0"/>
                    <a:pt x="1278966" y="0"/>
                    <a:pt x="2359135" y="0"/>
                  </a:cubicBezTo>
                  <a:cubicBezTo>
                    <a:pt x="2786320" y="1185496"/>
                    <a:pt x="2609343" y="2185091"/>
                    <a:pt x="1754973" y="3657056"/>
                  </a:cubicBezTo>
                  <a:cubicBezTo>
                    <a:pt x="973834" y="5004072"/>
                    <a:pt x="995193" y="5671485"/>
                    <a:pt x="1852615" y="6634510"/>
                  </a:cubicBezTo>
                  <a:cubicBezTo>
                    <a:pt x="1852615" y="6634510"/>
                    <a:pt x="1852615" y="6634510"/>
                    <a:pt x="2029592" y="6832600"/>
                  </a:cubicBezTo>
                  <a:cubicBezTo>
                    <a:pt x="2029592" y="6832600"/>
                    <a:pt x="2029592" y="6832600"/>
                    <a:pt x="1867109" y="6832600"/>
                  </a:cubicBezTo>
                  <a:lnTo>
                    <a:pt x="1843228" y="6832600"/>
                  </a:lnTo>
                  <a:lnTo>
                    <a:pt x="1847483" y="6837363"/>
                  </a:lnTo>
                  <a:cubicBezTo>
                    <a:pt x="1847483" y="6837363"/>
                    <a:pt x="1847483" y="6837363"/>
                    <a:pt x="547619" y="6837363"/>
                  </a:cubicBezTo>
                  <a:cubicBezTo>
                    <a:pt x="196717" y="6334518"/>
                    <a:pt x="19740" y="5849958"/>
                    <a:pt x="1432" y="5344065"/>
                  </a:cubicBezTo>
                  <a:cubicBezTo>
                    <a:pt x="-19927" y="4710176"/>
                    <a:pt x="196717" y="4036668"/>
                    <a:pt x="706288" y="3158974"/>
                  </a:cubicBezTo>
                  <a:cubicBezTo>
                    <a:pt x="1563710" y="1680914"/>
                    <a:pt x="1524043" y="983026"/>
                    <a:pt x="1124319" y="68762"/>
                  </a:cubicBezTo>
                  <a:cubicBezTo>
                    <a:pt x="1124319" y="68762"/>
                    <a:pt x="1124319" y="68762"/>
                    <a:pt x="1096857" y="4763"/>
                  </a:cubicBezTo>
                  <a:cubicBezTo>
                    <a:pt x="1096857" y="4763"/>
                    <a:pt x="1096857" y="4763"/>
                    <a:pt x="1231878" y="4763"/>
                  </a:cubicBezTo>
                  <a:lnTo>
                    <a:pt x="1281010" y="4763"/>
                  </a:ln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zh-CN" altLang="en-US"/>
            </a:p>
          </p:txBody>
        </p:sp>
        <p:sp>
          <p:nvSpPr>
            <p:cNvPr id="7" name="Freeform 9"/>
            <p:cNvSpPr>
              <a:spLocks noEditPoints="1"/>
            </p:cNvSpPr>
            <p:nvPr/>
          </p:nvSpPr>
          <p:spPr bwMode="auto">
            <a:xfrm>
              <a:off x="5565776" y="11113"/>
              <a:ext cx="558800" cy="6835775"/>
            </a:xfrm>
            <a:custGeom>
              <a:avLst/>
              <a:gdLst>
                <a:gd name="T0" fmla="*/ 348 w 352"/>
                <a:gd name="T1" fmla="*/ 4302 h 4306"/>
                <a:gd name="T2" fmla="*/ 344 w 352"/>
                <a:gd name="T3" fmla="*/ 4302 h 4306"/>
                <a:gd name="T4" fmla="*/ 348 w 352"/>
                <a:gd name="T5" fmla="*/ 4306 h 4306"/>
                <a:gd name="T6" fmla="*/ 352 w 352"/>
                <a:gd name="T7" fmla="*/ 4306 h 4306"/>
                <a:gd name="T8" fmla="*/ 348 w 352"/>
                <a:gd name="T9" fmla="*/ 4302 h 4306"/>
                <a:gd name="T10" fmla="*/ 4 w 352"/>
                <a:gd name="T11" fmla="*/ 0 h 4306"/>
                <a:gd name="T12" fmla="*/ 0 w 352"/>
                <a:gd name="T13" fmla="*/ 0 h 4306"/>
                <a:gd name="T14" fmla="*/ 0 w 352"/>
                <a:gd name="T15" fmla="*/ 4 h 4306"/>
                <a:gd name="T16" fmla="*/ 6 w 352"/>
                <a:gd name="T17" fmla="*/ 4 h 4306"/>
                <a:gd name="T18" fmla="*/ 4 w 352"/>
                <a:gd name="T19" fmla="*/ 0 h 4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2" h="4306">
                  <a:moveTo>
                    <a:pt x="348" y="4302"/>
                  </a:moveTo>
                  <a:lnTo>
                    <a:pt x="344" y="4302"/>
                  </a:lnTo>
                  <a:lnTo>
                    <a:pt x="348" y="4306"/>
                  </a:lnTo>
                  <a:lnTo>
                    <a:pt x="352" y="4306"/>
                  </a:lnTo>
                  <a:lnTo>
                    <a:pt x="348" y="4302"/>
                  </a:lnTo>
                  <a:close/>
                  <a:moveTo>
                    <a:pt x="4" y="0"/>
                  </a:moveTo>
                  <a:lnTo>
                    <a:pt x="0" y="0"/>
                  </a:lnTo>
                  <a:lnTo>
                    <a:pt x="0" y="4"/>
                  </a:lnTo>
                  <a:lnTo>
                    <a:pt x="6" y="4"/>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10"/>
            <p:cNvSpPr>
              <a:spLocks noEditPoints="1"/>
            </p:cNvSpPr>
            <p:nvPr/>
          </p:nvSpPr>
          <p:spPr bwMode="auto">
            <a:xfrm>
              <a:off x="5565776" y="11113"/>
              <a:ext cx="558800" cy="6835775"/>
            </a:xfrm>
            <a:custGeom>
              <a:avLst/>
              <a:gdLst>
                <a:gd name="T0" fmla="*/ 348 w 352"/>
                <a:gd name="T1" fmla="*/ 4302 h 4306"/>
                <a:gd name="T2" fmla="*/ 344 w 352"/>
                <a:gd name="T3" fmla="*/ 4302 h 4306"/>
                <a:gd name="T4" fmla="*/ 348 w 352"/>
                <a:gd name="T5" fmla="*/ 4306 h 4306"/>
                <a:gd name="T6" fmla="*/ 352 w 352"/>
                <a:gd name="T7" fmla="*/ 4306 h 4306"/>
                <a:gd name="T8" fmla="*/ 348 w 352"/>
                <a:gd name="T9" fmla="*/ 4302 h 4306"/>
                <a:gd name="T10" fmla="*/ 4 w 352"/>
                <a:gd name="T11" fmla="*/ 0 h 4306"/>
                <a:gd name="T12" fmla="*/ 0 w 352"/>
                <a:gd name="T13" fmla="*/ 0 h 4306"/>
                <a:gd name="T14" fmla="*/ 0 w 352"/>
                <a:gd name="T15" fmla="*/ 4 h 4306"/>
                <a:gd name="T16" fmla="*/ 6 w 352"/>
                <a:gd name="T17" fmla="*/ 4 h 4306"/>
                <a:gd name="T18" fmla="*/ 4 w 352"/>
                <a:gd name="T19" fmla="*/ 0 h 4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2" h="4306">
                  <a:moveTo>
                    <a:pt x="348" y="4302"/>
                  </a:moveTo>
                  <a:lnTo>
                    <a:pt x="344" y="4302"/>
                  </a:lnTo>
                  <a:lnTo>
                    <a:pt x="348" y="4306"/>
                  </a:lnTo>
                  <a:lnTo>
                    <a:pt x="352" y="4306"/>
                  </a:lnTo>
                  <a:lnTo>
                    <a:pt x="348" y="4302"/>
                  </a:lnTo>
                  <a:moveTo>
                    <a:pt x="4" y="0"/>
                  </a:moveTo>
                  <a:lnTo>
                    <a:pt x="0" y="0"/>
                  </a:lnTo>
                  <a:lnTo>
                    <a:pt x="0" y="4"/>
                  </a:lnTo>
                  <a:lnTo>
                    <a:pt x="6" y="4"/>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21"/>
            <p:cNvSpPr>
              <a:spLocks/>
            </p:cNvSpPr>
            <p:nvPr/>
          </p:nvSpPr>
          <p:spPr bwMode="auto">
            <a:xfrm>
              <a:off x="5132388" y="17463"/>
              <a:ext cx="1868488" cy="6832600"/>
            </a:xfrm>
            <a:custGeom>
              <a:avLst/>
              <a:gdLst>
                <a:gd name="T0" fmla="*/ 345 w 612"/>
                <a:gd name="T1" fmla="*/ 2242 h 2242"/>
                <a:gd name="T2" fmla="*/ 367 w 612"/>
                <a:gd name="T3" fmla="*/ 2242 h 2242"/>
                <a:gd name="T4" fmla="*/ 304 w 612"/>
                <a:gd name="T5" fmla="*/ 2171 h 2242"/>
                <a:gd name="T6" fmla="*/ 273 w 612"/>
                <a:gd name="T7" fmla="*/ 1204 h 2242"/>
                <a:gd name="T8" fmla="*/ 473 w 612"/>
                <a:gd name="T9" fmla="*/ 0 h 2242"/>
                <a:gd name="T10" fmla="*/ 456 w 612"/>
                <a:gd name="T11" fmla="*/ 0 h 2242"/>
                <a:gd name="T12" fmla="*/ 259 w 612"/>
                <a:gd name="T13" fmla="*/ 1196 h 2242"/>
                <a:gd name="T14" fmla="*/ 291 w 612"/>
                <a:gd name="T15" fmla="*/ 2182 h 2242"/>
                <a:gd name="T16" fmla="*/ 345 w 612"/>
                <a:gd name="T17" fmla="*/ 2242 h 2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2" h="2242">
                  <a:moveTo>
                    <a:pt x="345" y="2242"/>
                  </a:moveTo>
                  <a:cubicBezTo>
                    <a:pt x="367" y="2242"/>
                    <a:pt x="367" y="2242"/>
                    <a:pt x="367" y="2242"/>
                  </a:cubicBezTo>
                  <a:cubicBezTo>
                    <a:pt x="304" y="2171"/>
                    <a:pt x="304" y="2171"/>
                    <a:pt x="304" y="2171"/>
                  </a:cubicBezTo>
                  <a:cubicBezTo>
                    <a:pt x="26" y="1859"/>
                    <a:pt x="19" y="1642"/>
                    <a:pt x="273" y="1204"/>
                  </a:cubicBezTo>
                  <a:cubicBezTo>
                    <a:pt x="554" y="720"/>
                    <a:pt x="612" y="391"/>
                    <a:pt x="473" y="0"/>
                  </a:cubicBezTo>
                  <a:cubicBezTo>
                    <a:pt x="456" y="0"/>
                    <a:pt x="456" y="0"/>
                    <a:pt x="456" y="0"/>
                  </a:cubicBezTo>
                  <a:cubicBezTo>
                    <a:pt x="595" y="388"/>
                    <a:pt x="538" y="715"/>
                    <a:pt x="259" y="1196"/>
                  </a:cubicBezTo>
                  <a:cubicBezTo>
                    <a:pt x="0" y="1642"/>
                    <a:pt x="8" y="1863"/>
                    <a:pt x="291" y="2182"/>
                  </a:cubicBezTo>
                  <a:lnTo>
                    <a:pt x="345" y="2242"/>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 name="Freeform 23"/>
            <p:cNvSpPr>
              <a:spLocks/>
            </p:cNvSpPr>
            <p:nvPr/>
          </p:nvSpPr>
          <p:spPr bwMode="auto">
            <a:xfrm>
              <a:off x="4324351" y="17463"/>
              <a:ext cx="1638300" cy="6832600"/>
            </a:xfrm>
            <a:custGeom>
              <a:avLst/>
              <a:gdLst>
                <a:gd name="T0" fmla="*/ 185 w 537"/>
                <a:gd name="T1" fmla="*/ 2242 h 2242"/>
                <a:gd name="T2" fmla="*/ 205 w 537"/>
                <a:gd name="T3" fmla="*/ 2242 h 2242"/>
                <a:gd name="T4" fmla="*/ 25 w 537"/>
                <a:gd name="T5" fmla="*/ 1752 h 2242"/>
                <a:gd name="T6" fmla="*/ 254 w 537"/>
                <a:gd name="T7" fmla="*/ 1039 h 2242"/>
                <a:gd name="T8" fmla="*/ 392 w 537"/>
                <a:gd name="T9" fmla="*/ 17 h 2242"/>
                <a:gd name="T10" fmla="*/ 384 w 537"/>
                <a:gd name="T11" fmla="*/ 0 h 2242"/>
                <a:gd name="T12" fmla="*/ 366 w 537"/>
                <a:gd name="T13" fmla="*/ 0 h 2242"/>
                <a:gd name="T14" fmla="*/ 377 w 537"/>
                <a:gd name="T15" fmla="*/ 24 h 2242"/>
                <a:gd name="T16" fmla="*/ 240 w 537"/>
                <a:gd name="T17" fmla="*/ 1031 h 2242"/>
                <a:gd name="T18" fmla="*/ 8 w 537"/>
                <a:gd name="T19" fmla="*/ 1752 h 2242"/>
                <a:gd name="T20" fmla="*/ 185 w 537"/>
                <a:gd name="T21" fmla="*/ 2242 h 2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37" h="2242">
                  <a:moveTo>
                    <a:pt x="185" y="2242"/>
                  </a:moveTo>
                  <a:cubicBezTo>
                    <a:pt x="205" y="2242"/>
                    <a:pt x="205" y="2242"/>
                    <a:pt x="205" y="2242"/>
                  </a:cubicBezTo>
                  <a:cubicBezTo>
                    <a:pt x="89" y="2077"/>
                    <a:pt x="31" y="1918"/>
                    <a:pt x="25" y="1752"/>
                  </a:cubicBezTo>
                  <a:cubicBezTo>
                    <a:pt x="17" y="1545"/>
                    <a:pt x="88" y="1326"/>
                    <a:pt x="254" y="1039"/>
                  </a:cubicBezTo>
                  <a:cubicBezTo>
                    <a:pt x="537" y="551"/>
                    <a:pt x="524" y="320"/>
                    <a:pt x="392" y="17"/>
                  </a:cubicBezTo>
                  <a:cubicBezTo>
                    <a:pt x="384" y="0"/>
                    <a:pt x="384" y="0"/>
                    <a:pt x="384" y="0"/>
                  </a:cubicBezTo>
                  <a:cubicBezTo>
                    <a:pt x="366" y="0"/>
                    <a:pt x="366" y="0"/>
                    <a:pt x="366" y="0"/>
                  </a:cubicBezTo>
                  <a:cubicBezTo>
                    <a:pt x="377" y="24"/>
                    <a:pt x="377" y="24"/>
                    <a:pt x="377" y="24"/>
                  </a:cubicBezTo>
                  <a:cubicBezTo>
                    <a:pt x="507" y="322"/>
                    <a:pt x="520" y="549"/>
                    <a:pt x="240" y="1031"/>
                  </a:cubicBezTo>
                  <a:cubicBezTo>
                    <a:pt x="72" y="1320"/>
                    <a:pt x="0" y="1543"/>
                    <a:pt x="8" y="1752"/>
                  </a:cubicBezTo>
                  <a:cubicBezTo>
                    <a:pt x="14" y="1919"/>
                    <a:pt x="71" y="2077"/>
                    <a:pt x="185" y="224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8" name="Freeform 25"/>
            <p:cNvSpPr>
              <a:spLocks/>
            </p:cNvSpPr>
            <p:nvPr/>
          </p:nvSpPr>
          <p:spPr bwMode="auto">
            <a:xfrm>
              <a:off x="5932488" y="17463"/>
              <a:ext cx="57150" cy="30163"/>
            </a:xfrm>
            <a:custGeom>
              <a:avLst/>
              <a:gdLst>
                <a:gd name="T0" fmla="*/ 0 w 19"/>
                <a:gd name="T1" fmla="*/ 0 h 10"/>
                <a:gd name="T2" fmla="*/ 4 w 19"/>
                <a:gd name="T3" fmla="*/ 10 h 10"/>
                <a:gd name="T4" fmla="*/ 19 w 19"/>
                <a:gd name="T5" fmla="*/ 4 h 10"/>
                <a:gd name="T6" fmla="*/ 18 w 19"/>
                <a:gd name="T7" fmla="*/ 0 h 10"/>
                <a:gd name="T8" fmla="*/ 0 w 19"/>
                <a:gd name="T9" fmla="*/ 0 h 10"/>
              </a:gdLst>
              <a:ahLst/>
              <a:cxnLst>
                <a:cxn ang="0">
                  <a:pos x="T0" y="T1"/>
                </a:cxn>
                <a:cxn ang="0">
                  <a:pos x="T2" y="T3"/>
                </a:cxn>
                <a:cxn ang="0">
                  <a:pos x="T4" y="T5"/>
                </a:cxn>
                <a:cxn ang="0">
                  <a:pos x="T6" y="T7"/>
                </a:cxn>
                <a:cxn ang="0">
                  <a:pos x="T8" y="T9"/>
                </a:cxn>
              </a:cxnLst>
              <a:rect l="0" t="0" r="r" b="b"/>
              <a:pathLst>
                <a:path w="19" h="10">
                  <a:moveTo>
                    <a:pt x="0" y="0"/>
                  </a:moveTo>
                  <a:cubicBezTo>
                    <a:pt x="1" y="3"/>
                    <a:pt x="3" y="7"/>
                    <a:pt x="4" y="10"/>
                  </a:cubicBezTo>
                  <a:cubicBezTo>
                    <a:pt x="19" y="4"/>
                    <a:pt x="19" y="4"/>
                    <a:pt x="19" y="4"/>
                  </a:cubicBezTo>
                  <a:cubicBezTo>
                    <a:pt x="19" y="3"/>
                    <a:pt x="18" y="1"/>
                    <a:pt x="18"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9" name="Freeform 26"/>
            <p:cNvSpPr>
              <a:spLocks/>
            </p:cNvSpPr>
            <p:nvPr/>
          </p:nvSpPr>
          <p:spPr bwMode="auto">
            <a:xfrm>
              <a:off x="5922963" y="11113"/>
              <a:ext cx="76200" cy="46038"/>
            </a:xfrm>
            <a:custGeom>
              <a:avLst/>
              <a:gdLst>
                <a:gd name="T0" fmla="*/ 3 w 25"/>
                <a:gd name="T1" fmla="*/ 2 h 15"/>
                <a:gd name="T2" fmla="*/ 1 w 25"/>
                <a:gd name="T3" fmla="*/ 3 h 15"/>
                <a:gd name="T4" fmla="*/ 5 w 25"/>
                <a:gd name="T5" fmla="*/ 13 h 15"/>
                <a:gd name="T6" fmla="*/ 6 w 25"/>
                <a:gd name="T7" fmla="*/ 15 h 15"/>
                <a:gd name="T8" fmla="*/ 25 w 25"/>
                <a:gd name="T9" fmla="*/ 7 h 15"/>
                <a:gd name="T10" fmla="*/ 24 w 25"/>
                <a:gd name="T11" fmla="*/ 5 h 15"/>
                <a:gd name="T12" fmla="*/ 22 w 25"/>
                <a:gd name="T13" fmla="*/ 1 h 15"/>
                <a:gd name="T14" fmla="*/ 22 w 25"/>
                <a:gd name="T15" fmla="*/ 0 h 15"/>
                <a:gd name="T16" fmla="*/ 0 w 25"/>
                <a:gd name="T17" fmla="*/ 0 h 15"/>
                <a:gd name="T18" fmla="*/ 1 w 25"/>
                <a:gd name="T19" fmla="*/ 3 h 15"/>
                <a:gd name="T20" fmla="*/ 3 w 25"/>
                <a:gd name="T21" fmla="*/ 2 h 15"/>
                <a:gd name="T22" fmla="*/ 3 w 25"/>
                <a:gd name="T23" fmla="*/ 4 h 15"/>
                <a:gd name="T24" fmla="*/ 21 w 25"/>
                <a:gd name="T25" fmla="*/ 4 h 15"/>
                <a:gd name="T26" fmla="*/ 21 w 25"/>
                <a:gd name="T27" fmla="*/ 2 h 15"/>
                <a:gd name="T28" fmla="*/ 19 w 25"/>
                <a:gd name="T29" fmla="*/ 3 h 15"/>
                <a:gd name="T30" fmla="*/ 20 w 25"/>
                <a:gd name="T31" fmla="*/ 7 h 15"/>
                <a:gd name="T32" fmla="*/ 22 w 25"/>
                <a:gd name="T33" fmla="*/ 6 h 15"/>
                <a:gd name="T34" fmla="*/ 21 w 25"/>
                <a:gd name="T35" fmla="*/ 4 h 15"/>
                <a:gd name="T36" fmla="*/ 6 w 25"/>
                <a:gd name="T37" fmla="*/ 10 h 15"/>
                <a:gd name="T38" fmla="*/ 7 w 25"/>
                <a:gd name="T39" fmla="*/ 12 h 15"/>
                <a:gd name="T40" fmla="*/ 9 w 25"/>
                <a:gd name="T41" fmla="*/ 11 h 15"/>
                <a:gd name="T42" fmla="*/ 5 w 25"/>
                <a:gd name="T43" fmla="*/ 1 h 15"/>
                <a:gd name="T44" fmla="*/ 3 w 25"/>
                <a:gd name="T45" fmla="*/ 2 h 15"/>
                <a:gd name="T46" fmla="*/ 3 w 25"/>
                <a:gd name="T47" fmla="*/ 4 h 15"/>
                <a:gd name="T48" fmla="*/ 3 w 25"/>
                <a:gd name="T49"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5" h="15">
                  <a:moveTo>
                    <a:pt x="3" y="2"/>
                  </a:moveTo>
                  <a:cubicBezTo>
                    <a:pt x="1" y="3"/>
                    <a:pt x="1" y="3"/>
                    <a:pt x="1" y="3"/>
                  </a:cubicBezTo>
                  <a:cubicBezTo>
                    <a:pt x="2" y="6"/>
                    <a:pt x="4" y="9"/>
                    <a:pt x="5" y="13"/>
                  </a:cubicBezTo>
                  <a:cubicBezTo>
                    <a:pt x="6" y="15"/>
                    <a:pt x="6" y="15"/>
                    <a:pt x="6" y="15"/>
                  </a:cubicBezTo>
                  <a:cubicBezTo>
                    <a:pt x="25" y="7"/>
                    <a:pt x="25" y="7"/>
                    <a:pt x="25" y="7"/>
                  </a:cubicBezTo>
                  <a:cubicBezTo>
                    <a:pt x="24" y="5"/>
                    <a:pt x="24" y="5"/>
                    <a:pt x="24" y="5"/>
                  </a:cubicBezTo>
                  <a:cubicBezTo>
                    <a:pt x="24" y="4"/>
                    <a:pt x="23" y="2"/>
                    <a:pt x="22" y="1"/>
                  </a:cubicBezTo>
                  <a:cubicBezTo>
                    <a:pt x="22" y="0"/>
                    <a:pt x="22" y="0"/>
                    <a:pt x="22" y="0"/>
                  </a:cubicBezTo>
                  <a:cubicBezTo>
                    <a:pt x="0" y="0"/>
                    <a:pt x="0" y="0"/>
                    <a:pt x="0" y="0"/>
                  </a:cubicBezTo>
                  <a:cubicBezTo>
                    <a:pt x="1" y="3"/>
                    <a:pt x="1" y="3"/>
                    <a:pt x="1" y="3"/>
                  </a:cubicBezTo>
                  <a:cubicBezTo>
                    <a:pt x="3" y="2"/>
                    <a:pt x="3" y="2"/>
                    <a:pt x="3" y="2"/>
                  </a:cubicBezTo>
                  <a:cubicBezTo>
                    <a:pt x="3" y="4"/>
                    <a:pt x="3" y="4"/>
                    <a:pt x="3" y="4"/>
                  </a:cubicBezTo>
                  <a:cubicBezTo>
                    <a:pt x="21" y="4"/>
                    <a:pt x="21" y="4"/>
                    <a:pt x="21" y="4"/>
                  </a:cubicBezTo>
                  <a:cubicBezTo>
                    <a:pt x="21" y="2"/>
                    <a:pt x="21" y="2"/>
                    <a:pt x="21" y="2"/>
                  </a:cubicBezTo>
                  <a:cubicBezTo>
                    <a:pt x="19" y="3"/>
                    <a:pt x="19" y="3"/>
                    <a:pt x="19" y="3"/>
                  </a:cubicBezTo>
                  <a:cubicBezTo>
                    <a:pt x="19" y="4"/>
                    <a:pt x="20" y="5"/>
                    <a:pt x="20" y="7"/>
                  </a:cubicBezTo>
                  <a:cubicBezTo>
                    <a:pt x="22" y="6"/>
                    <a:pt x="22" y="6"/>
                    <a:pt x="22" y="6"/>
                  </a:cubicBezTo>
                  <a:cubicBezTo>
                    <a:pt x="21" y="4"/>
                    <a:pt x="21" y="4"/>
                    <a:pt x="21" y="4"/>
                  </a:cubicBezTo>
                  <a:cubicBezTo>
                    <a:pt x="6" y="10"/>
                    <a:pt x="6" y="10"/>
                    <a:pt x="6" y="10"/>
                  </a:cubicBezTo>
                  <a:cubicBezTo>
                    <a:pt x="7" y="12"/>
                    <a:pt x="7" y="12"/>
                    <a:pt x="7" y="12"/>
                  </a:cubicBezTo>
                  <a:cubicBezTo>
                    <a:pt x="9" y="11"/>
                    <a:pt x="9" y="11"/>
                    <a:pt x="9" y="11"/>
                  </a:cubicBezTo>
                  <a:cubicBezTo>
                    <a:pt x="7" y="8"/>
                    <a:pt x="6" y="5"/>
                    <a:pt x="5" y="1"/>
                  </a:cubicBezTo>
                  <a:cubicBezTo>
                    <a:pt x="3" y="2"/>
                    <a:pt x="3" y="2"/>
                    <a:pt x="3" y="2"/>
                  </a:cubicBezTo>
                  <a:cubicBezTo>
                    <a:pt x="3" y="4"/>
                    <a:pt x="3" y="4"/>
                    <a:pt x="3" y="4"/>
                  </a:cubicBez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0" name="Freeform 27"/>
            <p:cNvSpPr>
              <a:spLocks/>
            </p:cNvSpPr>
            <p:nvPr/>
          </p:nvSpPr>
          <p:spPr bwMode="auto">
            <a:xfrm>
              <a:off x="4351338" y="17463"/>
              <a:ext cx="2624138" cy="6832600"/>
            </a:xfrm>
            <a:custGeom>
              <a:avLst/>
              <a:gdLst>
                <a:gd name="T0" fmla="*/ 186 w 860"/>
                <a:gd name="T1" fmla="*/ 2242 h 2242"/>
                <a:gd name="T2" fmla="*/ 612 w 860"/>
                <a:gd name="T3" fmla="*/ 2242 h 2242"/>
                <a:gd name="T4" fmla="*/ 554 w 860"/>
                <a:gd name="T5" fmla="*/ 2177 h 2242"/>
                <a:gd name="T6" fmla="*/ 522 w 860"/>
                <a:gd name="T7" fmla="*/ 1200 h 2242"/>
                <a:gd name="T8" fmla="*/ 720 w 860"/>
                <a:gd name="T9" fmla="*/ 0 h 2242"/>
                <a:gd name="T10" fmla="*/ 366 w 860"/>
                <a:gd name="T11" fmla="*/ 0 h 2242"/>
                <a:gd name="T12" fmla="*/ 375 w 860"/>
                <a:gd name="T13" fmla="*/ 21 h 2242"/>
                <a:gd name="T14" fmla="*/ 238 w 860"/>
                <a:gd name="T15" fmla="*/ 1035 h 2242"/>
                <a:gd name="T16" fmla="*/ 7 w 860"/>
                <a:gd name="T17" fmla="*/ 1752 h 2242"/>
                <a:gd name="T18" fmla="*/ 186 w 860"/>
                <a:gd name="T19" fmla="*/ 2242 h 2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60" h="2242">
                  <a:moveTo>
                    <a:pt x="186" y="2242"/>
                  </a:moveTo>
                  <a:cubicBezTo>
                    <a:pt x="612" y="2242"/>
                    <a:pt x="612" y="2242"/>
                    <a:pt x="612" y="2242"/>
                  </a:cubicBezTo>
                  <a:cubicBezTo>
                    <a:pt x="554" y="2177"/>
                    <a:pt x="554" y="2177"/>
                    <a:pt x="554" y="2177"/>
                  </a:cubicBezTo>
                  <a:cubicBezTo>
                    <a:pt x="273" y="1861"/>
                    <a:pt x="266" y="1642"/>
                    <a:pt x="522" y="1200"/>
                  </a:cubicBezTo>
                  <a:cubicBezTo>
                    <a:pt x="802" y="717"/>
                    <a:pt x="860" y="389"/>
                    <a:pt x="720" y="0"/>
                  </a:cubicBezTo>
                  <a:cubicBezTo>
                    <a:pt x="366" y="0"/>
                    <a:pt x="366" y="0"/>
                    <a:pt x="366" y="0"/>
                  </a:cubicBezTo>
                  <a:cubicBezTo>
                    <a:pt x="375" y="21"/>
                    <a:pt x="375" y="21"/>
                    <a:pt x="375" y="21"/>
                  </a:cubicBezTo>
                  <a:cubicBezTo>
                    <a:pt x="506" y="321"/>
                    <a:pt x="519" y="550"/>
                    <a:pt x="238" y="1035"/>
                  </a:cubicBezTo>
                  <a:cubicBezTo>
                    <a:pt x="71" y="1323"/>
                    <a:pt x="0" y="1544"/>
                    <a:pt x="7" y="1752"/>
                  </a:cubicBezTo>
                  <a:cubicBezTo>
                    <a:pt x="13" y="1918"/>
                    <a:pt x="71" y="2077"/>
                    <a:pt x="186" y="2242"/>
                  </a:cubicBezTo>
                  <a:close/>
                </a:path>
              </a:pathLst>
            </a:custGeom>
            <a:solidFill>
              <a:srgbClr val="565957"/>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52" name="Freeform 29"/>
            <p:cNvSpPr>
              <a:spLocks noEditPoints="1"/>
            </p:cNvSpPr>
            <p:nvPr/>
          </p:nvSpPr>
          <p:spPr bwMode="auto">
            <a:xfrm>
              <a:off x="4797426" y="309563"/>
              <a:ext cx="1449388" cy="6378575"/>
            </a:xfrm>
            <a:custGeom>
              <a:avLst/>
              <a:gdLst>
                <a:gd name="T0" fmla="*/ 173 w 475"/>
                <a:gd name="T1" fmla="*/ 2093 h 2093"/>
                <a:gd name="T2" fmla="*/ 118 w 475"/>
                <a:gd name="T3" fmla="*/ 2012 h 2093"/>
                <a:gd name="T4" fmla="*/ 132 w 475"/>
                <a:gd name="T5" fmla="*/ 2004 h 2093"/>
                <a:gd name="T6" fmla="*/ 186 w 475"/>
                <a:gd name="T7" fmla="*/ 2083 h 2093"/>
                <a:gd name="T8" fmla="*/ 173 w 475"/>
                <a:gd name="T9" fmla="*/ 2093 h 2093"/>
                <a:gd name="T10" fmla="*/ 71 w 475"/>
                <a:gd name="T11" fmla="*/ 1927 h 2093"/>
                <a:gd name="T12" fmla="*/ 34 w 475"/>
                <a:gd name="T13" fmla="*/ 1836 h 2093"/>
                <a:gd name="T14" fmla="*/ 50 w 475"/>
                <a:gd name="T15" fmla="*/ 1831 h 2093"/>
                <a:gd name="T16" fmla="*/ 86 w 475"/>
                <a:gd name="T17" fmla="*/ 1920 h 2093"/>
                <a:gd name="T18" fmla="*/ 71 w 475"/>
                <a:gd name="T19" fmla="*/ 1927 h 2093"/>
                <a:gd name="T20" fmla="*/ 10 w 475"/>
                <a:gd name="T21" fmla="*/ 1742 h 2093"/>
                <a:gd name="T22" fmla="*/ 0 w 475"/>
                <a:gd name="T23" fmla="*/ 1644 h 2093"/>
                <a:gd name="T24" fmla="*/ 17 w 475"/>
                <a:gd name="T25" fmla="*/ 1644 h 2093"/>
                <a:gd name="T26" fmla="*/ 26 w 475"/>
                <a:gd name="T27" fmla="*/ 1739 h 2093"/>
                <a:gd name="T28" fmla="*/ 10 w 475"/>
                <a:gd name="T29" fmla="*/ 1742 h 2093"/>
                <a:gd name="T30" fmla="*/ 21 w 475"/>
                <a:gd name="T31" fmla="*/ 1549 h 2093"/>
                <a:gd name="T32" fmla="*/ 5 w 475"/>
                <a:gd name="T33" fmla="*/ 1547 h 2093"/>
                <a:gd name="T34" fmla="*/ 22 w 475"/>
                <a:gd name="T35" fmla="*/ 1451 h 2093"/>
                <a:gd name="T36" fmla="*/ 38 w 475"/>
                <a:gd name="T37" fmla="*/ 1454 h 2093"/>
                <a:gd name="T38" fmla="*/ 21 w 475"/>
                <a:gd name="T39" fmla="*/ 1549 h 2093"/>
                <a:gd name="T40" fmla="*/ 64 w 475"/>
                <a:gd name="T41" fmla="*/ 1362 h 2093"/>
                <a:gd name="T42" fmla="*/ 48 w 475"/>
                <a:gd name="T43" fmla="*/ 1357 h 2093"/>
                <a:gd name="T44" fmla="*/ 83 w 475"/>
                <a:gd name="T45" fmla="*/ 1266 h 2093"/>
                <a:gd name="T46" fmla="*/ 98 w 475"/>
                <a:gd name="T47" fmla="*/ 1272 h 2093"/>
                <a:gd name="T48" fmla="*/ 64 w 475"/>
                <a:gd name="T49" fmla="*/ 1362 h 2093"/>
                <a:gd name="T50" fmla="*/ 137 w 475"/>
                <a:gd name="T51" fmla="*/ 1184 h 2093"/>
                <a:gd name="T52" fmla="*/ 123 w 475"/>
                <a:gd name="T53" fmla="*/ 1177 h 2093"/>
                <a:gd name="T54" fmla="*/ 167 w 475"/>
                <a:gd name="T55" fmla="*/ 1091 h 2093"/>
                <a:gd name="T56" fmla="*/ 181 w 475"/>
                <a:gd name="T57" fmla="*/ 1099 h 2093"/>
                <a:gd name="T58" fmla="*/ 137 w 475"/>
                <a:gd name="T59" fmla="*/ 1184 h 2093"/>
                <a:gd name="T60" fmla="*/ 228 w 475"/>
                <a:gd name="T61" fmla="*/ 1015 h 2093"/>
                <a:gd name="T62" fmla="*/ 214 w 475"/>
                <a:gd name="T63" fmla="*/ 1006 h 2093"/>
                <a:gd name="T64" fmla="*/ 261 w 475"/>
                <a:gd name="T65" fmla="*/ 922 h 2093"/>
                <a:gd name="T66" fmla="*/ 276 w 475"/>
                <a:gd name="T67" fmla="*/ 930 h 2093"/>
                <a:gd name="T68" fmla="*/ 228 w 475"/>
                <a:gd name="T69" fmla="*/ 1015 h 2093"/>
                <a:gd name="T70" fmla="*/ 321 w 475"/>
                <a:gd name="T71" fmla="*/ 844 h 2093"/>
                <a:gd name="T72" fmla="*/ 306 w 475"/>
                <a:gd name="T73" fmla="*/ 837 h 2093"/>
                <a:gd name="T74" fmla="*/ 348 w 475"/>
                <a:gd name="T75" fmla="*/ 750 h 2093"/>
                <a:gd name="T76" fmla="*/ 363 w 475"/>
                <a:gd name="T77" fmla="*/ 757 h 2093"/>
                <a:gd name="T78" fmla="*/ 321 w 475"/>
                <a:gd name="T79" fmla="*/ 844 h 2093"/>
                <a:gd name="T80" fmla="*/ 400 w 475"/>
                <a:gd name="T81" fmla="*/ 667 h 2093"/>
                <a:gd name="T82" fmla="*/ 385 w 475"/>
                <a:gd name="T83" fmla="*/ 661 h 2093"/>
                <a:gd name="T84" fmla="*/ 416 w 475"/>
                <a:gd name="T85" fmla="*/ 570 h 2093"/>
                <a:gd name="T86" fmla="*/ 432 w 475"/>
                <a:gd name="T87" fmla="*/ 575 h 2093"/>
                <a:gd name="T88" fmla="*/ 400 w 475"/>
                <a:gd name="T89" fmla="*/ 667 h 2093"/>
                <a:gd name="T90" fmla="*/ 456 w 475"/>
                <a:gd name="T91" fmla="*/ 481 h 2093"/>
                <a:gd name="T92" fmla="*/ 440 w 475"/>
                <a:gd name="T93" fmla="*/ 477 h 2093"/>
                <a:gd name="T94" fmla="*/ 454 w 475"/>
                <a:gd name="T95" fmla="*/ 383 h 2093"/>
                <a:gd name="T96" fmla="*/ 471 w 475"/>
                <a:gd name="T97" fmla="*/ 384 h 2093"/>
                <a:gd name="T98" fmla="*/ 456 w 475"/>
                <a:gd name="T99" fmla="*/ 481 h 2093"/>
                <a:gd name="T100" fmla="*/ 459 w 475"/>
                <a:gd name="T101" fmla="*/ 287 h 2093"/>
                <a:gd name="T102" fmla="*/ 452 w 475"/>
                <a:gd name="T103" fmla="*/ 192 h 2093"/>
                <a:gd name="T104" fmla="*/ 468 w 475"/>
                <a:gd name="T105" fmla="*/ 190 h 2093"/>
                <a:gd name="T106" fmla="*/ 475 w 475"/>
                <a:gd name="T107" fmla="*/ 287 h 2093"/>
                <a:gd name="T108" fmla="*/ 459 w 475"/>
                <a:gd name="T109" fmla="*/ 287 h 2093"/>
                <a:gd name="T110" fmla="*/ 435 w 475"/>
                <a:gd name="T111" fmla="*/ 97 h 2093"/>
                <a:gd name="T112" fmla="*/ 409 w 475"/>
                <a:gd name="T113" fmla="*/ 5 h 2093"/>
                <a:gd name="T114" fmla="*/ 425 w 475"/>
                <a:gd name="T115" fmla="*/ 0 h 2093"/>
                <a:gd name="T116" fmla="*/ 451 w 475"/>
                <a:gd name="T117" fmla="*/ 94 h 2093"/>
                <a:gd name="T118" fmla="*/ 435 w 475"/>
                <a:gd name="T119" fmla="*/ 97 h 20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75" h="2093">
                  <a:moveTo>
                    <a:pt x="173" y="2093"/>
                  </a:moveTo>
                  <a:cubicBezTo>
                    <a:pt x="153" y="2066"/>
                    <a:pt x="135" y="2038"/>
                    <a:pt x="118" y="2012"/>
                  </a:cubicBezTo>
                  <a:cubicBezTo>
                    <a:pt x="132" y="2004"/>
                    <a:pt x="132" y="2004"/>
                    <a:pt x="132" y="2004"/>
                  </a:cubicBezTo>
                  <a:cubicBezTo>
                    <a:pt x="148" y="2029"/>
                    <a:pt x="167" y="2056"/>
                    <a:pt x="186" y="2083"/>
                  </a:cubicBezTo>
                  <a:lnTo>
                    <a:pt x="173" y="2093"/>
                  </a:lnTo>
                  <a:close/>
                  <a:moveTo>
                    <a:pt x="71" y="1927"/>
                  </a:moveTo>
                  <a:cubicBezTo>
                    <a:pt x="57" y="1897"/>
                    <a:pt x="44" y="1866"/>
                    <a:pt x="34" y="1836"/>
                  </a:cubicBezTo>
                  <a:cubicBezTo>
                    <a:pt x="50" y="1831"/>
                    <a:pt x="50" y="1831"/>
                    <a:pt x="50" y="1831"/>
                  </a:cubicBezTo>
                  <a:cubicBezTo>
                    <a:pt x="60" y="1860"/>
                    <a:pt x="72" y="1890"/>
                    <a:pt x="86" y="1920"/>
                  </a:cubicBezTo>
                  <a:lnTo>
                    <a:pt x="71" y="1927"/>
                  </a:lnTo>
                  <a:close/>
                  <a:moveTo>
                    <a:pt x="10" y="1742"/>
                  </a:moveTo>
                  <a:cubicBezTo>
                    <a:pt x="4" y="1710"/>
                    <a:pt x="1" y="1677"/>
                    <a:pt x="0" y="1644"/>
                  </a:cubicBezTo>
                  <a:cubicBezTo>
                    <a:pt x="17" y="1644"/>
                    <a:pt x="17" y="1644"/>
                    <a:pt x="17" y="1644"/>
                  </a:cubicBezTo>
                  <a:cubicBezTo>
                    <a:pt x="18" y="1676"/>
                    <a:pt x="21" y="1708"/>
                    <a:pt x="26" y="1739"/>
                  </a:cubicBezTo>
                  <a:lnTo>
                    <a:pt x="10" y="1742"/>
                  </a:lnTo>
                  <a:close/>
                  <a:moveTo>
                    <a:pt x="21" y="1549"/>
                  </a:moveTo>
                  <a:cubicBezTo>
                    <a:pt x="5" y="1547"/>
                    <a:pt x="5" y="1547"/>
                    <a:pt x="5" y="1547"/>
                  </a:cubicBezTo>
                  <a:cubicBezTo>
                    <a:pt x="8" y="1516"/>
                    <a:pt x="14" y="1483"/>
                    <a:pt x="22" y="1451"/>
                  </a:cubicBezTo>
                  <a:cubicBezTo>
                    <a:pt x="38" y="1454"/>
                    <a:pt x="38" y="1454"/>
                    <a:pt x="38" y="1454"/>
                  </a:cubicBezTo>
                  <a:cubicBezTo>
                    <a:pt x="30" y="1486"/>
                    <a:pt x="25" y="1518"/>
                    <a:pt x="21" y="1549"/>
                  </a:cubicBezTo>
                  <a:close/>
                  <a:moveTo>
                    <a:pt x="64" y="1362"/>
                  </a:moveTo>
                  <a:cubicBezTo>
                    <a:pt x="48" y="1357"/>
                    <a:pt x="48" y="1357"/>
                    <a:pt x="48" y="1357"/>
                  </a:cubicBezTo>
                  <a:cubicBezTo>
                    <a:pt x="58" y="1328"/>
                    <a:pt x="70" y="1297"/>
                    <a:pt x="83" y="1266"/>
                  </a:cubicBezTo>
                  <a:cubicBezTo>
                    <a:pt x="98" y="1272"/>
                    <a:pt x="98" y="1272"/>
                    <a:pt x="98" y="1272"/>
                  </a:cubicBezTo>
                  <a:cubicBezTo>
                    <a:pt x="85" y="1303"/>
                    <a:pt x="74" y="1333"/>
                    <a:pt x="64" y="1362"/>
                  </a:cubicBezTo>
                  <a:close/>
                  <a:moveTo>
                    <a:pt x="137" y="1184"/>
                  </a:moveTo>
                  <a:cubicBezTo>
                    <a:pt x="123" y="1177"/>
                    <a:pt x="123" y="1177"/>
                    <a:pt x="123" y="1177"/>
                  </a:cubicBezTo>
                  <a:cubicBezTo>
                    <a:pt x="136" y="1150"/>
                    <a:pt x="151" y="1121"/>
                    <a:pt x="167" y="1091"/>
                  </a:cubicBezTo>
                  <a:cubicBezTo>
                    <a:pt x="181" y="1099"/>
                    <a:pt x="181" y="1099"/>
                    <a:pt x="181" y="1099"/>
                  </a:cubicBezTo>
                  <a:cubicBezTo>
                    <a:pt x="165" y="1128"/>
                    <a:pt x="151" y="1157"/>
                    <a:pt x="137" y="1184"/>
                  </a:cubicBezTo>
                  <a:close/>
                  <a:moveTo>
                    <a:pt x="228" y="1015"/>
                  </a:moveTo>
                  <a:cubicBezTo>
                    <a:pt x="214" y="1006"/>
                    <a:pt x="214" y="1006"/>
                    <a:pt x="214" y="1006"/>
                  </a:cubicBezTo>
                  <a:cubicBezTo>
                    <a:pt x="231" y="977"/>
                    <a:pt x="247" y="949"/>
                    <a:pt x="261" y="922"/>
                  </a:cubicBezTo>
                  <a:cubicBezTo>
                    <a:pt x="276" y="930"/>
                    <a:pt x="276" y="930"/>
                    <a:pt x="276" y="930"/>
                  </a:cubicBezTo>
                  <a:cubicBezTo>
                    <a:pt x="261" y="957"/>
                    <a:pt x="245" y="986"/>
                    <a:pt x="228" y="1015"/>
                  </a:cubicBezTo>
                  <a:close/>
                  <a:moveTo>
                    <a:pt x="321" y="844"/>
                  </a:moveTo>
                  <a:cubicBezTo>
                    <a:pt x="306" y="837"/>
                    <a:pt x="306" y="837"/>
                    <a:pt x="306" y="837"/>
                  </a:cubicBezTo>
                  <a:cubicBezTo>
                    <a:pt x="321" y="807"/>
                    <a:pt x="335" y="778"/>
                    <a:pt x="348" y="750"/>
                  </a:cubicBezTo>
                  <a:cubicBezTo>
                    <a:pt x="363" y="757"/>
                    <a:pt x="363" y="757"/>
                    <a:pt x="363" y="757"/>
                  </a:cubicBezTo>
                  <a:cubicBezTo>
                    <a:pt x="350" y="785"/>
                    <a:pt x="336" y="814"/>
                    <a:pt x="321" y="844"/>
                  </a:cubicBezTo>
                  <a:close/>
                  <a:moveTo>
                    <a:pt x="400" y="667"/>
                  </a:moveTo>
                  <a:cubicBezTo>
                    <a:pt x="385" y="661"/>
                    <a:pt x="385" y="661"/>
                    <a:pt x="385" y="661"/>
                  </a:cubicBezTo>
                  <a:cubicBezTo>
                    <a:pt x="396" y="630"/>
                    <a:pt x="407" y="600"/>
                    <a:pt x="416" y="570"/>
                  </a:cubicBezTo>
                  <a:cubicBezTo>
                    <a:pt x="432" y="575"/>
                    <a:pt x="432" y="575"/>
                    <a:pt x="432" y="575"/>
                  </a:cubicBezTo>
                  <a:cubicBezTo>
                    <a:pt x="423" y="605"/>
                    <a:pt x="412" y="636"/>
                    <a:pt x="400" y="667"/>
                  </a:cubicBezTo>
                  <a:close/>
                  <a:moveTo>
                    <a:pt x="456" y="481"/>
                  </a:moveTo>
                  <a:cubicBezTo>
                    <a:pt x="440" y="477"/>
                    <a:pt x="440" y="477"/>
                    <a:pt x="440" y="477"/>
                  </a:cubicBezTo>
                  <a:cubicBezTo>
                    <a:pt x="446" y="445"/>
                    <a:pt x="451" y="414"/>
                    <a:pt x="454" y="383"/>
                  </a:cubicBezTo>
                  <a:cubicBezTo>
                    <a:pt x="471" y="384"/>
                    <a:pt x="471" y="384"/>
                    <a:pt x="471" y="384"/>
                  </a:cubicBezTo>
                  <a:cubicBezTo>
                    <a:pt x="468" y="416"/>
                    <a:pt x="463" y="448"/>
                    <a:pt x="456" y="481"/>
                  </a:cubicBezTo>
                  <a:close/>
                  <a:moveTo>
                    <a:pt x="459" y="287"/>
                  </a:moveTo>
                  <a:cubicBezTo>
                    <a:pt x="458" y="256"/>
                    <a:pt x="456" y="223"/>
                    <a:pt x="452" y="192"/>
                  </a:cubicBezTo>
                  <a:cubicBezTo>
                    <a:pt x="468" y="190"/>
                    <a:pt x="468" y="190"/>
                    <a:pt x="468" y="190"/>
                  </a:cubicBezTo>
                  <a:cubicBezTo>
                    <a:pt x="473" y="222"/>
                    <a:pt x="475" y="255"/>
                    <a:pt x="475" y="287"/>
                  </a:cubicBezTo>
                  <a:lnTo>
                    <a:pt x="459" y="287"/>
                  </a:lnTo>
                  <a:close/>
                  <a:moveTo>
                    <a:pt x="435" y="97"/>
                  </a:moveTo>
                  <a:cubicBezTo>
                    <a:pt x="428" y="67"/>
                    <a:pt x="419" y="36"/>
                    <a:pt x="409" y="5"/>
                  </a:cubicBezTo>
                  <a:cubicBezTo>
                    <a:pt x="425" y="0"/>
                    <a:pt x="425" y="0"/>
                    <a:pt x="425" y="0"/>
                  </a:cubicBezTo>
                  <a:cubicBezTo>
                    <a:pt x="435" y="32"/>
                    <a:pt x="444" y="63"/>
                    <a:pt x="451" y="94"/>
                  </a:cubicBezTo>
                  <a:lnTo>
                    <a:pt x="435" y="97"/>
                  </a:lnTo>
                  <a:close/>
                </a:path>
              </a:pathLst>
            </a:custGeom>
            <a:solidFill>
              <a:srgbClr val="F3980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56" name="Freeform 31"/>
            <p:cNvSpPr>
              <a:spLocks/>
            </p:cNvSpPr>
            <p:nvPr/>
          </p:nvSpPr>
          <p:spPr bwMode="auto">
            <a:xfrm>
              <a:off x="4452938" y="17463"/>
              <a:ext cx="1506538" cy="6832600"/>
            </a:xfrm>
            <a:custGeom>
              <a:avLst/>
              <a:gdLst>
                <a:gd name="T0" fmla="*/ 193 w 494"/>
                <a:gd name="T1" fmla="*/ 2242 h 2242"/>
                <a:gd name="T2" fmla="*/ 214 w 494"/>
                <a:gd name="T3" fmla="*/ 2242 h 2242"/>
                <a:gd name="T4" fmla="*/ 24 w 494"/>
                <a:gd name="T5" fmla="*/ 1750 h 2242"/>
                <a:gd name="T6" fmla="*/ 247 w 494"/>
                <a:gd name="T7" fmla="*/ 1060 h 2242"/>
                <a:gd name="T8" fmla="*/ 476 w 494"/>
                <a:gd name="T9" fmla="*/ 480 h 2242"/>
                <a:gd name="T10" fmla="*/ 387 w 494"/>
                <a:gd name="T11" fmla="*/ 0 h 2242"/>
                <a:gd name="T12" fmla="*/ 369 w 494"/>
                <a:gd name="T13" fmla="*/ 0 h 2242"/>
                <a:gd name="T14" fmla="*/ 460 w 494"/>
                <a:gd name="T15" fmla="*/ 478 h 2242"/>
                <a:gd name="T16" fmla="*/ 233 w 494"/>
                <a:gd name="T17" fmla="*/ 1052 h 2242"/>
                <a:gd name="T18" fmla="*/ 7 w 494"/>
                <a:gd name="T19" fmla="*/ 1751 h 2242"/>
                <a:gd name="T20" fmla="*/ 193 w 494"/>
                <a:gd name="T21" fmla="*/ 2242 h 2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4" h="2242">
                  <a:moveTo>
                    <a:pt x="193" y="2242"/>
                  </a:moveTo>
                  <a:cubicBezTo>
                    <a:pt x="214" y="2242"/>
                    <a:pt x="214" y="2242"/>
                    <a:pt x="214" y="2242"/>
                  </a:cubicBezTo>
                  <a:cubicBezTo>
                    <a:pt x="91" y="2075"/>
                    <a:pt x="30" y="1916"/>
                    <a:pt x="24" y="1750"/>
                  </a:cubicBezTo>
                  <a:cubicBezTo>
                    <a:pt x="16" y="1552"/>
                    <a:pt x="85" y="1339"/>
                    <a:pt x="247" y="1060"/>
                  </a:cubicBezTo>
                  <a:cubicBezTo>
                    <a:pt x="386" y="820"/>
                    <a:pt x="457" y="641"/>
                    <a:pt x="476" y="480"/>
                  </a:cubicBezTo>
                  <a:cubicBezTo>
                    <a:pt x="494" y="327"/>
                    <a:pt x="467" y="183"/>
                    <a:pt x="387" y="0"/>
                  </a:cubicBezTo>
                  <a:cubicBezTo>
                    <a:pt x="369" y="0"/>
                    <a:pt x="369" y="0"/>
                    <a:pt x="369" y="0"/>
                  </a:cubicBezTo>
                  <a:cubicBezTo>
                    <a:pt x="448" y="180"/>
                    <a:pt x="477" y="328"/>
                    <a:pt x="460" y="478"/>
                  </a:cubicBezTo>
                  <a:cubicBezTo>
                    <a:pt x="441" y="637"/>
                    <a:pt x="371" y="814"/>
                    <a:pt x="233" y="1052"/>
                  </a:cubicBezTo>
                  <a:cubicBezTo>
                    <a:pt x="70" y="1334"/>
                    <a:pt x="0" y="1549"/>
                    <a:pt x="7" y="1751"/>
                  </a:cubicBezTo>
                  <a:cubicBezTo>
                    <a:pt x="13" y="1917"/>
                    <a:pt x="73" y="2076"/>
                    <a:pt x="193" y="2242"/>
                  </a:cubicBezTo>
                  <a:close/>
                </a:path>
              </a:pathLst>
            </a:custGeom>
            <a:solidFill>
              <a:srgbClr val="EEEFEF"/>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58" name="Freeform 33"/>
            <p:cNvSpPr>
              <a:spLocks/>
            </p:cNvSpPr>
            <p:nvPr/>
          </p:nvSpPr>
          <p:spPr bwMode="auto">
            <a:xfrm>
              <a:off x="4879976" y="17463"/>
              <a:ext cx="1506538" cy="6832600"/>
            </a:xfrm>
            <a:custGeom>
              <a:avLst/>
              <a:gdLst>
                <a:gd name="T0" fmla="*/ 230 w 494"/>
                <a:gd name="T1" fmla="*/ 2242 h 2242"/>
                <a:gd name="T2" fmla="*/ 252 w 494"/>
                <a:gd name="T3" fmla="*/ 2242 h 2242"/>
                <a:gd name="T4" fmla="*/ 23 w 494"/>
                <a:gd name="T5" fmla="*/ 1745 h 2242"/>
                <a:gd name="T6" fmla="*/ 228 w 494"/>
                <a:gd name="T7" fmla="*/ 1130 h 2242"/>
                <a:gd name="T8" fmla="*/ 475 w 494"/>
                <a:gd name="T9" fmla="*/ 496 h 2242"/>
                <a:gd name="T10" fmla="*/ 398 w 494"/>
                <a:gd name="T11" fmla="*/ 0 h 2242"/>
                <a:gd name="T12" fmla="*/ 380 w 494"/>
                <a:gd name="T13" fmla="*/ 0 h 2242"/>
                <a:gd name="T14" fmla="*/ 458 w 494"/>
                <a:gd name="T15" fmla="*/ 494 h 2242"/>
                <a:gd name="T16" fmla="*/ 214 w 494"/>
                <a:gd name="T17" fmla="*/ 1122 h 2242"/>
                <a:gd name="T18" fmla="*/ 7 w 494"/>
                <a:gd name="T19" fmla="*/ 1746 h 2242"/>
                <a:gd name="T20" fmla="*/ 230 w 494"/>
                <a:gd name="T21" fmla="*/ 2242 h 2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4" h="2242">
                  <a:moveTo>
                    <a:pt x="230" y="2242"/>
                  </a:moveTo>
                  <a:cubicBezTo>
                    <a:pt x="252" y="2242"/>
                    <a:pt x="252" y="2242"/>
                    <a:pt x="252" y="2242"/>
                  </a:cubicBezTo>
                  <a:cubicBezTo>
                    <a:pt x="100" y="2064"/>
                    <a:pt x="29" y="1910"/>
                    <a:pt x="23" y="1745"/>
                  </a:cubicBezTo>
                  <a:cubicBezTo>
                    <a:pt x="17" y="1575"/>
                    <a:pt x="80" y="1385"/>
                    <a:pt x="228" y="1130"/>
                  </a:cubicBezTo>
                  <a:cubicBezTo>
                    <a:pt x="377" y="873"/>
                    <a:pt x="453" y="678"/>
                    <a:pt x="475" y="496"/>
                  </a:cubicBezTo>
                  <a:cubicBezTo>
                    <a:pt x="494" y="336"/>
                    <a:pt x="470" y="181"/>
                    <a:pt x="398" y="0"/>
                  </a:cubicBezTo>
                  <a:cubicBezTo>
                    <a:pt x="380" y="0"/>
                    <a:pt x="380" y="0"/>
                    <a:pt x="380" y="0"/>
                  </a:cubicBezTo>
                  <a:cubicBezTo>
                    <a:pt x="453" y="181"/>
                    <a:pt x="477" y="335"/>
                    <a:pt x="458" y="494"/>
                  </a:cubicBezTo>
                  <a:cubicBezTo>
                    <a:pt x="437" y="673"/>
                    <a:pt x="362" y="867"/>
                    <a:pt x="214" y="1122"/>
                  </a:cubicBezTo>
                  <a:cubicBezTo>
                    <a:pt x="64" y="1380"/>
                    <a:pt x="0" y="1572"/>
                    <a:pt x="7" y="1746"/>
                  </a:cubicBezTo>
                  <a:cubicBezTo>
                    <a:pt x="13" y="1911"/>
                    <a:pt x="82" y="2066"/>
                    <a:pt x="230" y="2242"/>
                  </a:cubicBezTo>
                  <a:close/>
                </a:path>
              </a:pathLst>
            </a:custGeom>
            <a:solidFill>
              <a:srgbClr val="F3980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70" name="Freeform 35"/>
            <p:cNvSpPr>
              <a:spLocks/>
            </p:cNvSpPr>
            <p:nvPr/>
          </p:nvSpPr>
          <p:spPr bwMode="auto">
            <a:xfrm>
              <a:off x="5208588" y="17463"/>
              <a:ext cx="1501775" cy="6832600"/>
            </a:xfrm>
            <a:custGeom>
              <a:avLst/>
              <a:gdLst>
                <a:gd name="T0" fmla="*/ 387 w 492"/>
                <a:gd name="T1" fmla="*/ 0 h 2242"/>
                <a:gd name="T2" fmla="*/ 457 w 492"/>
                <a:gd name="T3" fmla="*/ 507 h 2242"/>
                <a:gd name="T4" fmla="*/ 199 w 492"/>
                <a:gd name="T5" fmla="*/ 1175 h 2242"/>
                <a:gd name="T6" fmla="*/ 6 w 492"/>
                <a:gd name="T7" fmla="*/ 1742 h 2242"/>
                <a:gd name="T8" fmla="*/ 264 w 492"/>
                <a:gd name="T9" fmla="*/ 2242 h 2242"/>
                <a:gd name="T10" fmla="*/ 288 w 492"/>
                <a:gd name="T11" fmla="*/ 2242 h 2242"/>
                <a:gd name="T12" fmla="*/ 22 w 492"/>
                <a:gd name="T13" fmla="*/ 1741 h 2242"/>
                <a:gd name="T14" fmla="*/ 213 w 492"/>
                <a:gd name="T15" fmla="*/ 1184 h 2242"/>
                <a:gd name="T16" fmla="*/ 473 w 492"/>
                <a:gd name="T17" fmla="*/ 509 h 2242"/>
                <a:gd name="T18" fmla="*/ 405 w 492"/>
                <a:gd name="T19" fmla="*/ 0 h 2242"/>
                <a:gd name="T20" fmla="*/ 387 w 492"/>
                <a:gd name="T21" fmla="*/ 0 h 2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2" h="2242">
                  <a:moveTo>
                    <a:pt x="387" y="0"/>
                  </a:moveTo>
                  <a:cubicBezTo>
                    <a:pt x="454" y="181"/>
                    <a:pt x="476" y="341"/>
                    <a:pt x="457" y="507"/>
                  </a:cubicBezTo>
                  <a:cubicBezTo>
                    <a:pt x="434" y="701"/>
                    <a:pt x="354" y="907"/>
                    <a:pt x="199" y="1175"/>
                  </a:cubicBezTo>
                  <a:cubicBezTo>
                    <a:pt x="60" y="1415"/>
                    <a:pt x="0" y="1590"/>
                    <a:pt x="6" y="1742"/>
                  </a:cubicBezTo>
                  <a:cubicBezTo>
                    <a:pt x="11" y="1892"/>
                    <a:pt x="103" y="2068"/>
                    <a:pt x="264" y="2242"/>
                  </a:cubicBezTo>
                  <a:cubicBezTo>
                    <a:pt x="288" y="2242"/>
                    <a:pt x="288" y="2242"/>
                    <a:pt x="288" y="2242"/>
                  </a:cubicBezTo>
                  <a:cubicBezTo>
                    <a:pt x="126" y="2071"/>
                    <a:pt x="27" y="1888"/>
                    <a:pt x="22" y="1741"/>
                  </a:cubicBezTo>
                  <a:cubicBezTo>
                    <a:pt x="17" y="1592"/>
                    <a:pt x="75" y="1420"/>
                    <a:pt x="213" y="1184"/>
                  </a:cubicBezTo>
                  <a:cubicBezTo>
                    <a:pt x="369" y="913"/>
                    <a:pt x="450" y="705"/>
                    <a:pt x="473" y="509"/>
                  </a:cubicBezTo>
                  <a:cubicBezTo>
                    <a:pt x="492" y="342"/>
                    <a:pt x="471" y="181"/>
                    <a:pt x="405" y="0"/>
                  </a:cubicBezTo>
                  <a:lnTo>
                    <a:pt x="387" y="0"/>
                  </a:lnTo>
                  <a:close/>
                </a:path>
              </a:pathLst>
            </a:custGeom>
            <a:solidFill>
              <a:srgbClr val="EEEFEF"/>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87" name="组合 186"/>
          <p:cNvGrpSpPr/>
          <p:nvPr/>
        </p:nvGrpSpPr>
        <p:grpSpPr>
          <a:xfrm>
            <a:off x="7431938" y="855663"/>
            <a:ext cx="649288" cy="911225"/>
            <a:chOff x="6878638" y="855663"/>
            <a:chExt cx="649288" cy="911225"/>
          </a:xfrm>
        </p:grpSpPr>
        <p:sp>
          <p:nvSpPr>
            <p:cNvPr id="188" name="Freeform 37"/>
            <p:cNvSpPr>
              <a:spLocks/>
            </p:cNvSpPr>
            <p:nvPr/>
          </p:nvSpPr>
          <p:spPr bwMode="auto">
            <a:xfrm>
              <a:off x="6878638" y="855663"/>
              <a:ext cx="649288" cy="911225"/>
            </a:xfrm>
            <a:custGeom>
              <a:avLst/>
              <a:gdLst>
                <a:gd name="T0" fmla="*/ 107 w 213"/>
                <a:gd name="T1" fmla="*/ 299 h 299"/>
                <a:gd name="T2" fmla="*/ 209 w 213"/>
                <a:gd name="T3" fmla="*/ 137 h 299"/>
                <a:gd name="T4" fmla="*/ 213 w 213"/>
                <a:gd name="T5" fmla="*/ 114 h 299"/>
                <a:gd name="T6" fmla="*/ 213 w 213"/>
                <a:gd name="T7" fmla="*/ 107 h 299"/>
                <a:gd name="T8" fmla="*/ 107 w 213"/>
                <a:gd name="T9" fmla="*/ 0 h 299"/>
                <a:gd name="T10" fmla="*/ 0 w 213"/>
                <a:gd name="T11" fmla="*/ 107 h 299"/>
                <a:gd name="T12" fmla="*/ 1 w 213"/>
                <a:gd name="T13" fmla="*/ 115 h 299"/>
                <a:gd name="T14" fmla="*/ 3 w 213"/>
                <a:gd name="T15" fmla="*/ 132 h 299"/>
                <a:gd name="T16" fmla="*/ 107 w 213"/>
                <a:gd name="T17" fmla="*/ 299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3" h="299">
                  <a:moveTo>
                    <a:pt x="107" y="299"/>
                  </a:moveTo>
                  <a:cubicBezTo>
                    <a:pt x="176" y="230"/>
                    <a:pt x="200" y="171"/>
                    <a:pt x="209" y="137"/>
                  </a:cubicBezTo>
                  <a:cubicBezTo>
                    <a:pt x="211" y="130"/>
                    <a:pt x="212" y="122"/>
                    <a:pt x="213" y="114"/>
                  </a:cubicBezTo>
                  <a:cubicBezTo>
                    <a:pt x="213" y="109"/>
                    <a:pt x="213" y="107"/>
                    <a:pt x="213" y="107"/>
                  </a:cubicBezTo>
                  <a:cubicBezTo>
                    <a:pt x="213" y="48"/>
                    <a:pt x="165" y="0"/>
                    <a:pt x="107" y="0"/>
                  </a:cubicBezTo>
                  <a:cubicBezTo>
                    <a:pt x="48" y="0"/>
                    <a:pt x="0" y="48"/>
                    <a:pt x="0" y="107"/>
                  </a:cubicBezTo>
                  <a:cubicBezTo>
                    <a:pt x="0" y="107"/>
                    <a:pt x="0" y="110"/>
                    <a:pt x="1" y="115"/>
                  </a:cubicBezTo>
                  <a:cubicBezTo>
                    <a:pt x="1" y="121"/>
                    <a:pt x="2" y="127"/>
                    <a:pt x="3" y="132"/>
                  </a:cubicBezTo>
                  <a:cubicBezTo>
                    <a:pt x="10" y="165"/>
                    <a:pt x="33" y="226"/>
                    <a:pt x="107" y="299"/>
                  </a:cubicBezTo>
                  <a:close/>
                </a:path>
              </a:pathLst>
            </a:custGeom>
            <a:gradFill>
              <a:gsLst>
                <a:gs pos="100000">
                  <a:srgbClr val="D7D7D7"/>
                </a:gs>
                <a:gs pos="0">
                  <a:srgbClr val="FBFBFB"/>
                </a:gs>
              </a:gsLst>
              <a:lin ang="5400000" scaled="1"/>
            </a:gradFill>
            <a:ln w="9525">
              <a:noFill/>
              <a:round/>
              <a:headEnd/>
              <a:tailEnd/>
            </a:ln>
            <a:effectLst>
              <a:outerShdw blurRad="279400" dist="152400" dir="5400000" sx="102000" sy="102000" algn="t"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9" name="Oval 39"/>
            <p:cNvSpPr>
              <a:spLocks noChangeArrowheads="1"/>
            </p:cNvSpPr>
            <p:nvPr/>
          </p:nvSpPr>
          <p:spPr bwMode="auto">
            <a:xfrm>
              <a:off x="6921501" y="900113"/>
              <a:ext cx="563563" cy="561975"/>
            </a:xfrm>
            <a:prstGeom prst="ellipse">
              <a:avLst/>
            </a:prstGeom>
            <a:gradFill>
              <a:gsLst>
                <a:gs pos="0">
                  <a:srgbClr val="B7B7B7"/>
                </a:gs>
                <a:gs pos="100000">
                  <a:schemeClr val="bg1"/>
                </a:gs>
              </a:gsLst>
              <a:lin ang="5400000" scaled="1"/>
            </a:gradFill>
            <a:ln w="9525">
              <a:noFill/>
              <a:round/>
              <a:headEnd/>
              <a:tailEnd/>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90" name="组合 189"/>
          <p:cNvGrpSpPr/>
          <p:nvPr/>
        </p:nvGrpSpPr>
        <p:grpSpPr>
          <a:xfrm>
            <a:off x="5058627" y="1857376"/>
            <a:ext cx="649288" cy="911225"/>
            <a:chOff x="6878638" y="855663"/>
            <a:chExt cx="649288" cy="911225"/>
          </a:xfrm>
        </p:grpSpPr>
        <p:sp>
          <p:nvSpPr>
            <p:cNvPr id="191" name="Freeform 37"/>
            <p:cNvSpPr>
              <a:spLocks/>
            </p:cNvSpPr>
            <p:nvPr/>
          </p:nvSpPr>
          <p:spPr bwMode="auto">
            <a:xfrm>
              <a:off x="6878638" y="855663"/>
              <a:ext cx="649288" cy="911225"/>
            </a:xfrm>
            <a:custGeom>
              <a:avLst/>
              <a:gdLst>
                <a:gd name="T0" fmla="*/ 107 w 213"/>
                <a:gd name="T1" fmla="*/ 299 h 299"/>
                <a:gd name="T2" fmla="*/ 209 w 213"/>
                <a:gd name="T3" fmla="*/ 137 h 299"/>
                <a:gd name="T4" fmla="*/ 213 w 213"/>
                <a:gd name="T5" fmla="*/ 114 h 299"/>
                <a:gd name="T6" fmla="*/ 213 w 213"/>
                <a:gd name="T7" fmla="*/ 107 h 299"/>
                <a:gd name="T8" fmla="*/ 107 w 213"/>
                <a:gd name="T9" fmla="*/ 0 h 299"/>
                <a:gd name="T10" fmla="*/ 0 w 213"/>
                <a:gd name="T11" fmla="*/ 107 h 299"/>
                <a:gd name="T12" fmla="*/ 1 w 213"/>
                <a:gd name="T13" fmla="*/ 115 h 299"/>
                <a:gd name="T14" fmla="*/ 3 w 213"/>
                <a:gd name="T15" fmla="*/ 132 h 299"/>
                <a:gd name="T16" fmla="*/ 107 w 213"/>
                <a:gd name="T17" fmla="*/ 299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3" h="299">
                  <a:moveTo>
                    <a:pt x="107" y="299"/>
                  </a:moveTo>
                  <a:cubicBezTo>
                    <a:pt x="176" y="230"/>
                    <a:pt x="200" y="171"/>
                    <a:pt x="209" y="137"/>
                  </a:cubicBezTo>
                  <a:cubicBezTo>
                    <a:pt x="211" y="130"/>
                    <a:pt x="212" y="122"/>
                    <a:pt x="213" y="114"/>
                  </a:cubicBezTo>
                  <a:cubicBezTo>
                    <a:pt x="213" y="109"/>
                    <a:pt x="213" y="107"/>
                    <a:pt x="213" y="107"/>
                  </a:cubicBezTo>
                  <a:cubicBezTo>
                    <a:pt x="213" y="48"/>
                    <a:pt x="165" y="0"/>
                    <a:pt x="107" y="0"/>
                  </a:cubicBezTo>
                  <a:cubicBezTo>
                    <a:pt x="48" y="0"/>
                    <a:pt x="0" y="48"/>
                    <a:pt x="0" y="107"/>
                  </a:cubicBezTo>
                  <a:cubicBezTo>
                    <a:pt x="0" y="107"/>
                    <a:pt x="0" y="110"/>
                    <a:pt x="1" y="115"/>
                  </a:cubicBezTo>
                  <a:cubicBezTo>
                    <a:pt x="1" y="121"/>
                    <a:pt x="2" y="127"/>
                    <a:pt x="3" y="132"/>
                  </a:cubicBezTo>
                  <a:cubicBezTo>
                    <a:pt x="10" y="165"/>
                    <a:pt x="33" y="226"/>
                    <a:pt x="107" y="299"/>
                  </a:cubicBezTo>
                  <a:close/>
                </a:path>
              </a:pathLst>
            </a:custGeom>
            <a:gradFill>
              <a:gsLst>
                <a:gs pos="100000">
                  <a:srgbClr val="D7D7D7"/>
                </a:gs>
                <a:gs pos="0">
                  <a:srgbClr val="FBFBFB"/>
                </a:gs>
              </a:gsLst>
              <a:lin ang="5400000" scaled="1"/>
            </a:gradFill>
            <a:ln w="9525">
              <a:noFill/>
              <a:round/>
              <a:headEnd/>
              <a:tailEnd/>
            </a:ln>
            <a:effectLst>
              <a:outerShdw blurRad="279400" dist="152400" dir="5400000" sx="102000" sy="102000" algn="t"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2" name="Oval 39"/>
            <p:cNvSpPr>
              <a:spLocks noChangeArrowheads="1"/>
            </p:cNvSpPr>
            <p:nvPr/>
          </p:nvSpPr>
          <p:spPr bwMode="auto">
            <a:xfrm>
              <a:off x="6921501" y="900113"/>
              <a:ext cx="563563" cy="561975"/>
            </a:xfrm>
            <a:prstGeom prst="ellipse">
              <a:avLst/>
            </a:prstGeom>
            <a:gradFill>
              <a:gsLst>
                <a:gs pos="0">
                  <a:srgbClr val="B7B7B7"/>
                </a:gs>
                <a:gs pos="100000">
                  <a:schemeClr val="bg1"/>
                </a:gs>
              </a:gsLst>
              <a:lin ang="5400000" scaled="1"/>
            </a:gradFill>
            <a:ln w="9525">
              <a:noFill/>
              <a:round/>
              <a:headEnd/>
              <a:tailEnd/>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93" name="组合 192"/>
          <p:cNvGrpSpPr/>
          <p:nvPr/>
        </p:nvGrpSpPr>
        <p:grpSpPr>
          <a:xfrm>
            <a:off x="6266714" y="3587751"/>
            <a:ext cx="649288" cy="911225"/>
            <a:chOff x="6878638" y="855663"/>
            <a:chExt cx="649288" cy="911225"/>
          </a:xfrm>
        </p:grpSpPr>
        <p:sp>
          <p:nvSpPr>
            <p:cNvPr id="194" name="Freeform 37"/>
            <p:cNvSpPr>
              <a:spLocks/>
            </p:cNvSpPr>
            <p:nvPr/>
          </p:nvSpPr>
          <p:spPr bwMode="auto">
            <a:xfrm>
              <a:off x="6878638" y="855663"/>
              <a:ext cx="649288" cy="911225"/>
            </a:xfrm>
            <a:custGeom>
              <a:avLst/>
              <a:gdLst>
                <a:gd name="T0" fmla="*/ 107 w 213"/>
                <a:gd name="T1" fmla="*/ 299 h 299"/>
                <a:gd name="T2" fmla="*/ 209 w 213"/>
                <a:gd name="T3" fmla="*/ 137 h 299"/>
                <a:gd name="T4" fmla="*/ 213 w 213"/>
                <a:gd name="T5" fmla="*/ 114 h 299"/>
                <a:gd name="T6" fmla="*/ 213 w 213"/>
                <a:gd name="T7" fmla="*/ 107 h 299"/>
                <a:gd name="T8" fmla="*/ 107 w 213"/>
                <a:gd name="T9" fmla="*/ 0 h 299"/>
                <a:gd name="T10" fmla="*/ 0 w 213"/>
                <a:gd name="T11" fmla="*/ 107 h 299"/>
                <a:gd name="T12" fmla="*/ 1 w 213"/>
                <a:gd name="T13" fmla="*/ 115 h 299"/>
                <a:gd name="T14" fmla="*/ 3 w 213"/>
                <a:gd name="T15" fmla="*/ 132 h 299"/>
                <a:gd name="T16" fmla="*/ 107 w 213"/>
                <a:gd name="T17" fmla="*/ 299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3" h="299">
                  <a:moveTo>
                    <a:pt x="107" y="299"/>
                  </a:moveTo>
                  <a:cubicBezTo>
                    <a:pt x="176" y="230"/>
                    <a:pt x="200" y="171"/>
                    <a:pt x="209" y="137"/>
                  </a:cubicBezTo>
                  <a:cubicBezTo>
                    <a:pt x="211" y="130"/>
                    <a:pt x="212" y="122"/>
                    <a:pt x="213" y="114"/>
                  </a:cubicBezTo>
                  <a:cubicBezTo>
                    <a:pt x="213" y="109"/>
                    <a:pt x="213" y="107"/>
                    <a:pt x="213" y="107"/>
                  </a:cubicBezTo>
                  <a:cubicBezTo>
                    <a:pt x="213" y="48"/>
                    <a:pt x="165" y="0"/>
                    <a:pt x="107" y="0"/>
                  </a:cubicBezTo>
                  <a:cubicBezTo>
                    <a:pt x="48" y="0"/>
                    <a:pt x="0" y="48"/>
                    <a:pt x="0" y="107"/>
                  </a:cubicBezTo>
                  <a:cubicBezTo>
                    <a:pt x="0" y="107"/>
                    <a:pt x="0" y="110"/>
                    <a:pt x="1" y="115"/>
                  </a:cubicBezTo>
                  <a:cubicBezTo>
                    <a:pt x="1" y="121"/>
                    <a:pt x="2" y="127"/>
                    <a:pt x="3" y="132"/>
                  </a:cubicBezTo>
                  <a:cubicBezTo>
                    <a:pt x="10" y="165"/>
                    <a:pt x="33" y="226"/>
                    <a:pt x="107" y="299"/>
                  </a:cubicBezTo>
                  <a:close/>
                </a:path>
              </a:pathLst>
            </a:custGeom>
            <a:gradFill>
              <a:gsLst>
                <a:gs pos="100000">
                  <a:srgbClr val="D7D7D7"/>
                </a:gs>
                <a:gs pos="0">
                  <a:srgbClr val="FBFBFB"/>
                </a:gs>
              </a:gsLst>
              <a:lin ang="5400000" scaled="1"/>
            </a:gradFill>
            <a:ln w="9525">
              <a:noFill/>
              <a:round/>
              <a:headEnd/>
              <a:tailEnd/>
            </a:ln>
            <a:effectLst>
              <a:outerShdw blurRad="279400" dist="152400" dir="5400000" sx="102000" sy="102000" algn="t"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5" name="Oval 39"/>
            <p:cNvSpPr>
              <a:spLocks noChangeArrowheads="1"/>
            </p:cNvSpPr>
            <p:nvPr/>
          </p:nvSpPr>
          <p:spPr bwMode="auto">
            <a:xfrm>
              <a:off x="6921501" y="900113"/>
              <a:ext cx="563563" cy="561975"/>
            </a:xfrm>
            <a:prstGeom prst="ellipse">
              <a:avLst/>
            </a:prstGeom>
            <a:gradFill>
              <a:gsLst>
                <a:gs pos="0">
                  <a:srgbClr val="B7B7B7"/>
                </a:gs>
                <a:gs pos="100000">
                  <a:schemeClr val="bg1"/>
                </a:gs>
              </a:gsLst>
              <a:lin ang="5400000" scaled="1"/>
            </a:gradFill>
            <a:ln w="9525">
              <a:noFill/>
              <a:round/>
              <a:headEnd/>
              <a:tailEnd/>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96" name="组合 195"/>
          <p:cNvGrpSpPr/>
          <p:nvPr/>
        </p:nvGrpSpPr>
        <p:grpSpPr>
          <a:xfrm>
            <a:off x="4371238" y="5319600"/>
            <a:ext cx="649288" cy="911225"/>
            <a:chOff x="6878638" y="855663"/>
            <a:chExt cx="649288" cy="911225"/>
          </a:xfrm>
        </p:grpSpPr>
        <p:sp>
          <p:nvSpPr>
            <p:cNvPr id="197" name="Freeform 37"/>
            <p:cNvSpPr>
              <a:spLocks/>
            </p:cNvSpPr>
            <p:nvPr/>
          </p:nvSpPr>
          <p:spPr bwMode="auto">
            <a:xfrm>
              <a:off x="6878638" y="855663"/>
              <a:ext cx="649288" cy="911225"/>
            </a:xfrm>
            <a:custGeom>
              <a:avLst/>
              <a:gdLst>
                <a:gd name="T0" fmla="*/ 107 w 213"/>
                <a:gd name="T1" fmla="*/ 299 h 299"/>
                <a:gd name="T2" fmla="*/ 209 w 213"/>
                <a:gd name="T3" fmla="*/ 137 h 299"/>
                <a:gd name="T4" fmla="*/ 213 w 213"/>
                <a:gd name="T5" fmla="*/ 114 h 299"/>
                <a:gd name="T6" fmla="*/ 213 w 213"/>
                <a:gd name="T7" fmla="*/ 107 h 299"/>
                <a:gd name="T8" fmla="*/ 107 w 213"/>
                <a:gd name="T9" fmla="*/ 0 h 299"/>
                <a:gd name="T10" fmla="*/ 0 w 213"/>
                <a:gd name="T11" fmla="*/ 107 h 299"/>
                <a:gd name="T12" fmla="*/ 1 w 213"/>
                <a:gd name="T13" fmla="*/ 115 h 299"/>
                <a:gd name="T14" fmla="*/ 3 w 213"/>
                <a:gd name="T15" fmla="*/ 132 h 299"/>
                <a:gd name="T16" fmla="*/ 107 w 213"/>
                <a:gd name="T17" fmla="*/ 299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3" h="299">
                  <a:moveTo>
                    <a:pt x="107" y="299"/>
                  </a:moveTo>
                  <a:cubicBezTo>
                    <a:pt x="176" y="230"/>
                    <a:pt x="200" y="171"/>
                    <a:pt x="209" y="137"/>
                  </a:cubicBezTo>
                  <a:cubicBezTo>
                    <a:pt x="211" y="130"/>
                    <a:pt x="212" y="122"/>
                    <a:pt x="213" y="114"/>
                  </a:cubicBezTo>
                  <a:cubicBezTo>
                    <a:pt x="213" y="109"/>
                    <a:pt x="213" y="107"/>
                    <a:pt x="213" y="107"/>
                  </a:cubicBezTo>
                  <a:cubicBezTo>
                    <a:pt x="213" y="48"/>
                    <a:pt x="165" y="0"/>
                    <a:pt x="107" y="0"/>
                  </a:cubicBezTo>
                  <a:cubicBezTo>
                    <a:pt x="48" y="0"/>
                    <a:pt x="0" y="48"/>
                    <a:pt x="0" y="107"/>
                  </a:cubicBezTo>
                  <a:cubicBezTo>
                    <a:pt x="0" y="107"/>
                    <a:pt x="0" y="110"/>
                    <a:pt x="1" y="115"/>
                  </a:cubicBezTo>
                  <a:cubicBezTo>
                    <a:pt x="1" y="121"/>
                    <a:pt x="2" y="127"/>
                    <a:pt x="3" y="132"/>
                  </a:cubicBezTo>
                  <a:cubicBezTo>
                    <a:pt x="10" y="165"/>
                    <a:pt x="33" y="226"/>
                    <a:pt x="107" y="299"/>
                  </a:cubicBezTo>
                  <a:close/>
                </a:path>
              </a:pathLst>
            </a:custGeom>
            <a:gradFill>
              <a:gsLst>
                <a:gs pos="100000">
                  <a:srgbClr val="D7D7D7"/>
                </a:gs>
                <a:gs pos="0">
                  <a:srgbClr val="FBFBFB"/>
                </a:gs>
              </a:gsLst>
              <a:lin ang="5400000" scaled="1"/>
            </a:gradFill>
            <a:ln w="9525">
              <a:noFill/>
              <a:round/>
              <a:headEnd/>
              <a:tailEnd/>
            </a:ln>
            <a:effectLst>
              <a:outerShdw blurRad="279400" dist="152400" dir="5400000" sx="102000" sy="102000" algn="t"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8" name="Oval 39"/>
            <p:cNvSpPr>
              <a:spLocks noChangeArrowheads="1"/>
            </p:cNvSpPr>
            <p:nvPr/>
          </p:nvSpPr>
          <p:spPr bwMode="auto">
            <a:xfrm>
              <a:off x="6921501" y="900113"/>
              <a:ext cx="563563" cy="561975"/>
            </a:xfrm>
            <a:prstGeom prst="ellipse">
              <a:avLst/>
            </a:prstGeom>
            <a:gradFill>
              <a:gsLst>
                <a:gs pos="0">
                  <a:srgbClr val="B7B7B7"/>
                </a:gs>
                <a:gs pos="100000">
                  <a:schemeClr val="bg1"/>
                </a:gs>
              </a:gsLst>
              <a:lin ang="5400000" scaled="1"/>
            </a:gradFill>
            <a:ln w="9525">
              <a:noFill/>
              <a:round/>
              <a:headEnd/>
              <a:tailEnd/>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200" name="Freeform 74"/>
          <p:cNvSpPr>
            <a:spLocks noEditPoints="1"/>
          </p:cNvSpPr>
          <p:nvPr/>
        </p:nvSpPr>
        <p:spPr bwMode="auto">
          <a:xfrm>
            <a:off x="7679747" y="1005335"/>
            <a:ext cx="158335" cy="351530"/>
          </a:xfrm>
          <a:custGeom>
            <a:avLst/>
            <a:gdLst>
              <a:gd name="T0" fmla="*/ 14 w 46"/>
              <a:gd name="T1" fmla="*/ 0 h 102"/>
              <a:gd name="T2" fmla="*/ 30 w 46"/>
              <a:gd name="T3" fmla="*/ 0 h 102"/>
              <a:gd name="T4" fmla="*/ 46 w 46"/>
              <a:gd name="T5" fmla="*/ 102 h 102"/>
              <a:gd name="T6" fmla="*/ 33 w 46"/>
              <a:gd name="T7" fmla="*/ 102 h 102"/>
              <a:gd name="T8" fmla="*/ 30 w 46"/>
              <a:gd name="T9" fmla="*/ 83 h 102"/>
              <a:gd name="T10" fmla="*/ 15 w 46"/>
              <a:gd name="T11" fmla="*/ 83 h 102"/>
              <a:gd name="T12" fmla="*/ 12 w 46"/>
              <a:gd name="T13" fmla="*/ 102 h 102"/>
              <a:gd name="T14" fmla="*/ 0 w 46"/>
              <a:gd name="T15" fmla="*/ 102 h 102"/>
              <a:gd name="T16" fmla="*/ 14 w 46"/>
              <a:gd name="T17" fmla="*/ 0 h 102"/>
              <a:gd name="T18" fmla="*/ 29 w 46"/>
              <a:gd name="T19" fmla="*/ 70 h 102"/>
              <a:gd name="T20" fmla="*/ 22 w 46"/>
              <a:gd name="T21" fmla="*/ 17 h 102"/>
              <a:gd name="T22" fmla="*/ 21 w 46"/>
              <a:gd name="T23" fmla="*/ 36 h 102"/>
              <a:gd name="T24" fmla="*/ 16 w 46"/>
              <a:gd name="T25" fmla="*/ 70 h 102"/>
              <a:gd name="T26" fmla="*/ 29 w 46"/>
              <a:gd name="T27" fmla="*/ 7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 h="102">
                <a:moveTo>
                  <a:pt x="14" y="0"/>
                </a:moveTo>
                <a:cubicBezTo>
                  <a:pt x="30" y="0"/>
                  <a:pt x="30" y="0"/>
                  <a:pt x="30" y="0"/>
                </a:cubicBezTo>
                <a:cubicBezTo>
                  <a:pt x="46" y="102"/>
                  <a:pt x="46" y="102"/>
                  <a:pt x="46" y="102"/>
                </a:cubicBezTo>
                <a:cubicBezTo>
                  <a:pt x="33" y="102"/>
                  <a:pt x="33" y="102"/>
                  <a:pt x="33" y="102"/>
                </a:cubicBezTo>
                <a:cubicBezTo>
                  <a:pt x="30" y="83"/>
                  <a:pt x="30" y="83"/>
                  <a:pt x="30" y="83"/>
                </a:cubicBezTo>
                <a:cubicBezTo>
                  <a:pt x="15" y="83"/>
                  <a:pt x="15" y="83"/>
                  <a:pt x="15" y="83"/>
                </a:cubicBezTo>
                <a:cubicBezTo>
                  <a:pt x="12" y="102"/>
                  <a:pt x="12" y="102"/>
                  <a:pt x="12" y="102"/>
                </a:cubicBezTo>
                <a:cubicBezTo>
                  <a:pt x="0" y="102"/>
                  <a:pt x="0" y="102"/>
                  <a:pt x="0" y="102"/>
                </a:cubicBezTo>
                <a:lnTo>
                  <a:pt x="14" y="0"/>
                </a:lnTo>
                <a:close/>
                <a:moveTo>
                  <a:pt x="29" y="70"/>
                </a:moveTo>
                <a:cubicBezTo>
                  <a:pt x="22" y="17"/>
                  <a:pt x="22" y="17"/>
                  <a:pt x="22" y="17"/>
                </a:cubicBezTo>
                <a:cubicBezTo>
                  <a:pt x="22" y="23"/>
                  <a:pt x="22" y="30"/>
                  <a:pt x="21" y="36"/>
                </a:cubicBezTo>
                <a:cubicBezTo>
                  <a:pt x="21" y="38"/>
                  <a:pt x="19" y="49"/>
                  <a:pt x="16" y="70"/>
                </a:cubicBezTo>
                <a:lnTo>
                  <a:pt x="29" y="70"/>
                </a:lnTo>
                <a:close/>
              </a:path>
            </a:pathLst>
          </a:custGeom>
          <a:solidFill>
            <a:srgbClr val="DC4F04"/>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01" name="Freeform 75"/>
          <p:cNvSpPr>
            <a:spLocks noEditPoints="1"/>
          </p:cNvSpPr>
          <p:nvPr/>
        </p:nvSpPr>
        <p:spPr bwMode="auto">
          <a:xfrm>
            <a:off x="5321049" y="2011742"/>
            <a:ext cx="140903" cy="354437"/>
          </a:xfrm>
          <a:custGeom>
            <a:avLst/>
            <a:gdLst>
              <a:gd name="T0" fmla="*/ 0 w 41"/>
              <a:gd name="T1" fmla="*/ 0 h 103"/>
              <a:gd name="T2" fmla="*/ 27 w 41"/>
              <a:gd name="T3" fmla="*/ 0 h 103"/>
              <a:gd name="T4" fmla="*/ 41 w 41"/>
              <a:gd name="T5" fmla="*/ 17 h 103"/>
              <a:gd name="T6" fmla="*/ 41 w 41"/>
              <a:gd name="T7" fmla="*/ 36 h 103"/>
              <a:gd name="T8" fmla="*/ 31 w 41"/>
              <a:gd name="T9" fmla="*/ 48 h 103"/>
              <a:gd name="T10" fmla="*/ 38 w 41"/>
              <a:gd name="T11" fmla="*/ 52 h 103"/>
              <a:gd name="T12" fmla="*/ 41 w 41"/>
              <a:gd name="T13" fmla="*/ 59 h 103"/>
              <a:gd name="T14" fmla="*/ 41 w 41"/>
              <a:gd name="T15" fmla="*/ 86 h 103"/>
              <a:gd name="T16" fmla="*/ 36 w 41"/>
              <a:gd name="T17" fmla="*/ 99 h 103"/>
              <a:gd name="T18" fmla="*/ 22 w 41"/>
              <a:gd name="T19" fmla="*/ 103 h 103"/>
              <a:gd name="T20" fmla="*/ 0 w 41"/>
              <a:gd name="T21" fmla="*/ 103 h 103"/>
              <a:gd name="T22" fmla="*/ 0 w 41"/>
              <a:gd name="T23" fmla="*/ 0 h 103"/>
              <a:gd name="T24" fmla="*/ 18 w 41"/>
              <a:gd name="T25" fmla="*/ 43 h 103"/>
              <a:gd name="T26" fmla="*/ 27 w 41"/>
              <a:gd name="T27" fmla="*/ 39 h 103"/>
              <a:gd name="T28" fmla="*/ 28 w 41"/>
              <a:gd name="T29" fmla="*/ 28 h 103"/>
              <a:gd name="T30" fmla="*/ 28 w 41"/>
              <a:gd name="T31" fmla="*/ 25 h 103"/>
              <a:gd name="T32" fmla="*/ 28 w 41"/>
              <a:gd name="T33" fmla="*/ 22 h 103"/>
              <a:gd name="T34" fmla="*/ 20 w 41"/>
              <a:gd name="T35" fmla="*/ 12 h 103"/>
              <a:gd name="T36" fmla="*/ 13 w 41"/>
              <a:gd name="T37" fmla="*/ 12 h 103"/>
              <a:gd name="T38" fmla="*/ 13 w 41"/>
              <a:gd name="T39" fmla="*/ 43 h 103"/>
              <a:gd name="T40" fmla="*/ 16 w 41"/>
              <a:gd name="T41" fmla="*/ 43 h 103"/>
              <a:gd name="T42" fmla="*/ 18 w 41"/>
              <a:gd name="T43" fmla="*/ 43 h 103"/>
              <a:gd name="T44" fmla="*/ 22 w 41"/>
              <a:gd name="T45" fmla="*/ 90 h 103"/>
              <a:gd name="T46" fmla="*/ 28 w 41"/>
              <a:gd name="T47" fmla="*/ 81 h 103"/>
              <a:gd name="T48" fmla="*/ 28 w 41"/>
              <a:gd name="T49" fmla="*/ 61 h 103"/>
              <a:gd name="T50" fmla="*/ 23 w 41"/>
              <a:gd name="T51" fmla="*/ 54 h 103"/>
              <a:gd name="T52" fmla="*/ 13 w 41"/>
              <a:gd name="T53" fmla="*/ 54 h 103"/>
              <a:gd name="T54" fmla="*/ 13 w 41"/>
              <a:gd name="T55" fmla="*/ 90 h 103"/>
              <a:gd name="T56" fmla="*/ 22 w 41"/>
              <a:gd name="T57" fmla="*/ 9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 h="103">
                <a:moveTo>
                  <a:pt x="0" y="0"/>
                </a:moveTo>
                <a:cubicBezTo>
                  <a:pt x="27" y="0"/>
                  <a:pt x="27" y="0"/>
                  <a:pt x="27" y="0"/>
                </a:cubicBezTo>
                <a:cubicBezTo>
                  <a:pt x="36" y="0"/>
                  <a:pt x="41" y="5"/>
                  <a:pt x="41" y="17"/>
                </a:cubicBezTo>
                <a:cubicBezTo>
                  <a:pt x="41" y="36"/>
                  <a:pt x="41" y="36"/>
                  <a:pt x="41" y="36"/>
                </a:cubicBezTo>
                <a:cubicBezTo>
                  <a:pt x="41" y="42"/>
                  <a:pt x="37" y="46"/>
                  <a:pt x="31" y="48"/>
                </a:cubicBezTo>
                <a:cubicBezTo>
                  <a:pt x="34" y="48"/>
                  <a:pt x="36" y="50"/>
                  <a:pt x="38" y="52"/>
                </a:cubicBezTo>
                <a:cubicBezTo>
                  <a:pt x="40" y="54"/>
                  <a:pt x="41" y="56"/>
                  <a:pt x="41" y="59"/>
                </a:cubicBezTo>
                <a:cubicBezTo>
                  <a:pt x="41" y="86"/>
                  <a:pt x="41" y="86"/>
                  <a:pt x="41" y="86"/>
                </a:cubicBezTo>
                <a:cubicBezTo>
                  <a:pt x="41" y="92"/>
                  <a:pt x="39" y="97"/>
                  <a:pt x="36" y="99"/>
                </a:cubicBezTo>
                <a:cubicBezTo>
                  <a:pt x="33" y="101"/>
                  <a:pt x="28" y="103"/>
                  <a:pt x="22" y="103"/>
                </a:cubicBezTo>
                <a:cubicBezTo>
                  <a:pt x="0" y="103"/>
                  <a:pt x="0" y="103"/>
                  <a:pt x="0" y="103"/>
                </a:cubicBezTo>
                <a:lnTo>
                  <a:pt x="0" y="0"/>
                </a:lnTo>
                <a:close/>
                <a:moveTo>
                  <a:pt x="18" y="43"/>
                </a:moveTo>
                <a:cubicBezTo>
                  <a:pt x="23" y="43"/>
                  <a:pt x="26" y="42"/>
                  <a:pt x="27" y="39"/>
                </a:cubicBezTo>
                <a:cubicBezTo>
                  <a:pt x="27" y="37"/>
                  <a:pt x="28" y="34"/>
                  <a:pt x="28" y="28"/>
                </a:cubicBezTo>
                <a:cubicBezTo>
                  <a:pt x="28" y="25"/>
                  <a:pt x="28" y="25"/>
                  <a:pt x="28" y="25"/>
                </a:cubicBezTo>
                <a:cubicBezTo>
                  <a:pt x="28" y="22"/>
                  <a:pt x="28" y="22"/>
                  <a:pt x="28" y="22"/>
                </a:cubicBezTo>
                <a:cubicBezTo>
                  <a:pt x="28" y="15"/>
                  <a:pt x="25" y="12"/>
                  <a:pt x="20" y="12"/>
                </a:cubicBezTo>
                <a:cubicBezTo>
                  <a:pt x="13" y="12"/>
                  <a:pt x="13" y="12"/>
                  <a:pt x="13" y="12"/>
                </a:cubicBezTo>
                <a:cubicBezTo>
                  <a:pt x="13" y="43"/>
                  <a:pt x="13" y="43"/>
                  <a:pt x="13" y="43"/>
                </a:cubicBezTo>
                <a:cubicBezTo>
                  <a:pt x="16" y="43"/>
                  <a:pt x="16" y="43"/>
                  <a:pt x="16" y="43"/>
                </a:cubicBezTo>
                <a:lnTo>
                  <a:pt x="18" y="43"/>
                </a:lnTo>
                <a:close/>
                <a:moveTo>
                  <a:pt x="22" y="90"/>
                </a:moveTo>
                <a:cubicBezTo>
                  <a:pt x="26" y="90"/>
                  <a:pt x="28" y="87"/>
                  <a:pt x="28" y="81"/>
                </a:cubicBezTo>
                <a:cubicBezTo>
                  <a:pt x="28" y="61"/>
                  <a:pt x="28" y="61"/>
                  <a:pt x="28" y="61"/>
                </a:cubicBezTo>
                <a:cubicBezTo>
                  <a:pt x="28" y="57"/>
                  <a:pt x="26" y="55"/>
                  <a:pt x="23" y="54"/>
                </a:cubicBezTo>
                <a:cubicBezTo>
                  <a:pt x="13" y="54"/>
                  <a:pt x="13" y="54"/>
                  <a:pt x="13" y="54"/>
                </a:cubicBezTo>
                <a:cubicBezTo>
                  <a:pt x="13" y="90"/>
                  <a:pt x="13" y="90"/>
                  <a:pt x="13" y="90"/>
                </a:cubicBezTo>
                <a:lnTo>
                  <a:pt x="22" y="90"/>
                </a:lnTo>
                <a:close/>
              </a:path>
            </a:pathLst>
          </a:custGeom>
          <a:solidFill>
            <a:srgbClr val="A5087D"/>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02" name="Freeform 76"/>
          <p:cNvSpPr>
            <a:spLocks/>
          </p:cNvSpPr>
          <p:nvPr/>
        </p:nvSpPr>
        <p:spPr bwMode="auto">
          <a:xfrm>
            <a:off x="6510377" y="3732338"/>
            <a:ext cx="151071" cy="361700"/>
          </a:xfrm>
          <a:custGeom>
            <a:avLst/>
            <a:gdLst>
              <a:gd name="T0" fmla="*/ 0 w 44"/>
              <a:gd name="T1" fmla="*/ 24 h 105"/>
              <a:gd name="T2" fmla="*/ 6 w 44"/>
              <a:gd name="T3" fmla="*/ 7 h 105"/>
              <a:gd name="T4" fmla="*/ 22 w 44"/>
              <a:gd name="T5" fmla="*/ 0 h 105"/>
              <a:gd name="T6" fmla="*/ 39 w 44"/>
              <a:gd name="T7" fmla="*/ 8 h 105"/>
              <a:gd name="T8" fmla="*/ 44 w 44"/>
              <a:gd name="T9" fmla="*/ 26 h 105"/>
              <a:gd name="T10" fmla="*/ 44 w 44"/>
              <a:gd name="T11" fmla="*/ 39 h 105"/>
              <a:gd name="T12" fmla="*/ 30 w 44"/>
              <a:gd name="T13" fmla="*/ 39 h 105"/>
              <a:gd name="T14" fmla="*/ 30 w 44"/>
              <a:gd name="T15" fmla="*/ 23 h 105"/>
              <a:gd name="T16" fmla="*/ 23 w 44"/>
              <a:gd name="T17" fmla="*/ 12 h 105"/>
              <a:gd name="T18" fmla="*/ 15 w 44"/>
              <a:gd name="T19" fmla="*/ 16 h 105"/>
              <a:gd name="T20" fmla="*/ 13 w 44"/>
              <a:gd name="T21" fmla="*/ 26 h 105"/>
              <a:gd name="T22" fmla="*/ 13 w 44"/>
              <a:gd name="T23" fmla="*/ 85 h 105"/>
              <a:gd name="T24" fmla="*/ 16 w 44"/>
              <a:gd name="T25" fmla="*/ 91 h 105"/>
              <a:gd name="T26" fmla="*/ 22 w 44"/>
              <a:gd name="T27" fmla="*/ 94 h 105"/>
              <a:gd name="T28" fmla="*/ 30 w 44"/>
              <a:gd name="T29" fmla="*/ 81 h 105"/>
              <a:gd name="T30" fmla="*/ 30 w 44"/>
              <a:gd name="T31" fmla="*/ 62 h 105"/>
              <a:gd name="T32" fmla="*/ 44 w 44"/>
              <a:gd name="T33" fmla="*/ 62 h 105"/>
              <a:gd name="T34" fmla="*/ 44 w 44"/>
              <a:gd name="T35" fmla="*/ 81 h 105"/>
              <a:gd name="T36" fmla="*/ 38 w 44"/>
              <a:gd name="T37" fmla="*/ 98 h 105"/>
              <a:gd name="T38" fmla="*/ 22 w 44"/>
              <a:gd name="T39" fmla="*/ 105 h 105"/>
              <a:gd name="T40" fmla="*/ 0 w 44"/>
              <a:gd name="T41" fmla="*/ 80 h 105"/>
              <a:gd name="T42" fmla="*/ 0 w 44"/>
              <a:gd name="T43" fmla="*/ 24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4" h="105">
                <a:moveTo>
                  <a:pt x="0" y="24"/>
                </a:moveTo>
                <a:cubicBezTo>
                  <a:pt x="0" y="17"/>
                  <a:pt x="2" y="12"/>
                  <a:pt x="6" y="7"/>
                </a:cubicBezTo>
                <a:cubicBezTo>
                  <a:pt x="10" y="3"/>
                  <a:pt x="15" y="0"/>
                  <a:pt x="22" y="0"/>
                </a:cubicBezTo>
                <a:cubicBezTo>
                  <a:pt x="30" y="0"/>
                  <a:pt x="36" y="3"/>
                  <a:pt x="39" y="8"/>
                </a:cubicBezTo>
                <a:cubicBezTo>
                  <a:pt x="42" y="12"/>
                  <a:pt x="44" y="18"/>
                  <a:pt x="44" y="26"/>
                </a:cubicBezTo>
                <a:cubicBezTo>
                  <a:pt x="44" y="39"/>
                  <a:pt x="44" y="39"/>
                  <a:pt x="44" y="39"/>
                </a:cubicBezTo>
                <a:cubicBezTo>
                  <a:pt x="30" y="39"/>
                  <a:pt x="30" y="39"/>
                  <a:pt x="30" y="39"/>
                </a:cubicBezTo>
                <a:cubicBezTo>
                  <a:pt x="30" y="23"/>
                  <a:pt x="30" y="23"/>
                  <a:pt x="30" y="23"/>
                </a:cubicBezTo>
                <a:cubicBezTo>
                  <a:pt x="30" y="16"/>
                  <a:pt x="28" y="12"/>
                  <a:pt x="23" y="12"/>
                </a:cubicBezTo>
                <a:cubicBezTo>
                  <a:pt x="19" y="12"/>
                  <a:pt x="16" y="14"/>
                  <a:pt x="15" y="16"/>
                </a:cubicBezTo>
                <a:cubicBezTo>
                  <a:pt x="14" y="18"/>
                  <a:pt x="13" y="22"/>
                  <a:pt x="13" y="26"/>
                </a:cubicBezTo>
                <a:cubicBezTo>
                  <a:pt x="13" y="85"/>
                  <a:pt x="13" y="85"/>
                  <a:pt x="13" y="85"/>
                </a:cubicBezTo>
                <a:cubicBezTo>
                  <a:pt x="13" y="88"/>
                  <a:pt x="14" y="90"/>
                  <a:pt x="16" y="91"/>
                </a:cubicBezTo>
                <a:cubicBezTo>
                  <a:pt x="18" y="93"/>
                  <a:pt x="20" y="94"/>
                  <a:pt x="22" y="94"/>
                </a:cubicBezTo>
                <a:cubicBezTo>
                  <a:pt x="28" y="94"/>
                  <a:pt x="30" y="89"/>
                  <a:pt x="30" y="81"/>
                </a:cubicBezTo>
                <a:cubicBezTo>
                  <a:pt x="30" y="62"/>
                  <a:pt x="30" y="62"/>
                  <a:pt x="30" y="62"/>
                </a:cubicBezTo>
                <a:cubicBezTo>
                  <a:pt x="44" y="62"/>
                  <a:pt x="44" y="62"/>
                  <a:pt x="44" y="62"/>
                </a:cubicBezTo>
                <a:cubicBezTo>
                  <a:pt x="44" y="81"/>
                  <a:pt x="44" y="81"/>
                  <a:pt x="44" y="81"/>
                </a:cubicBezTo>
                <a:cubicBezTo>
                  <a:pt x="44" y="88"/>
                  <a:pt x="42" y="94"/>
                  <a:pt x="38" y="98"/>
                </a:cubicBezTo>
                <a:cubicBezTo>
                  <a:pt x="34" y="103"/>
                  <a:pt x="29" y="105"/>
                  <a:pt x="22" y="105"/>
                </a:cubicBezTo>
                <a:cubicBezTo>
                  <a:pt x="7" y="105"/>
                  <a:pt x="0" y="97"/>
                  <a:pt x="0" y="80"/>
                </a:cubicBezTo>
                <a:lnTo>
                  <a:pt x="0" y="24"/>
                </a:lnTo>
                <a:close/>
              </a:path>
            </a:pathLst>
          </a:custGeom>
          <a:solidFill>
            <a:srgbClr val="097FBA"/>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03" name="Freeform 77"/>
          <p:cNvSpPr>
            <a:spLocks noEditPoints="1"/>
          </p:cNvSpPr>
          <p:nvPr/>
        </p:nvSpPr>
        <p:spPr bwMode="auto">
          <a:xfrm>
            <a:off x="4619088" y="5469997"/>
            <a:ext cx="140903" cy="350079"/>
          </a:xfrm>
          <a:custGeom>
            <a:avLst/>
            <a:gdLst>
              <a:gd name="T0" fmla="*/ 0 w 41"/>
              <a:gd name="T1" fmla="*/ 0 h 102"/>
              <a:gd name="T2" fmla="*/ 24 w 41"/>
              <a:gd name="T3" fmla="*/ 0 h 102"/>
              <a:gd name="T4" fmla="*/ 37 w 41"/>
              <a:gd name="T5" fmla="*/ 3 h 102"/>
              <a:gd name="T6" fmla="*/ 41 w 41"/>
              <a:gd name="T7" fmla="*/ 15 h 102"/>
              <a:gd name="T8" fmla="*/ 41 w 41"/>
              <a:gd name="T9" fmla="*/ 86 h 102"/>
              <a:gd name="T10" fmla="*/ 37 w 41"/>
              <a:gd name="T11" fmla="*/ 98 h 102"/>
              <a:gd name="T12" fmla="*/ 24 w 41"/>
              <a:gd name="T13" fmla="*/ 102 h 102"/>
              <a:gd name="T14" fmla="*/ 0 w 41"/>
              <a:gd name="T15" fmla="*/ 102 h 102"/>
              <a:gd name="T16" fmla="*/ 0 w 41"/>
              <a:gd name="T17" fmla="*/ 0 h 102"/>
              <a:gd name="T18" fmla="*/ 20 w 41"/>
              <a:gd name="T19" fmla="*/ 90 h 102"/>
              <a:gd name="T20" fmla="*/ 26 w 41"/>
              <a:gd name="T21" fmla="*/ 87 h 102"/>
              <a:gd name="T22" fmla="*/ 27 w 41"/>
              <a:gd name="T23" fmla="*/ 80 h 102"/>
              <a:gd name="T24" fmla="*/ 27 w 41"/>
              <a:gd name="T25" fmla="*/ 18 h 102"/>
              <a:gd name="T26" fmla="*/ 25 w 41"/>
              <a:gd name="T27" fmla="*/ 14 h 102"/>
              <a:gd name="T28" fmla="*/ 21 w 41"/>
              <a:gd name="T29" fmla="*/ 12 h 102"/>
              <a:gd name="T30" fmla="*/ 16 w 41"/>
              <a:gd name="T31" fmla="*/ 12 h 102"/>
              <a:gd name="T32" fmla="*/ 15 w 41"/>
              <a:gd name="T33" fmla="*/ 12 h 102"/>
              <a:gd name="T34" fmla="*/ 13 w 41"/>
              <a:gd name="T35" fmla="*/ 12 h 102"/>
              <a:gd name="T36" fmla="*/ 13 w 41"/>
              <a:gd name="T37" fmla="*/ 90 h 102"/>
              <a:gd name="T38" fmla="*/ 20 w 41"/>
              <a:gd name="T39" fmla="*/ 9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02">
                <a:moveTo>
                  <a:pt x="0" y="0"/>
                </a:moveTo>
                <a:cubicBezTo>
                  <a:pt x="24" y="0"/>
                  <a:pt x="24" y="0"/>
                  <a:pt x="24" y="0"/>
                </a:cubicBezTo>
                <a:cubicBezTo>
                  <a:pt x="29" y="0"/>
                  <a:pt x="34" y="1"/>
                  <a:pt x="37" y="3"/>
                </a:cubicBezTo>
                <a:cubicBezTo>
                  <a:pt x="39" y="6"/>
                  <a:pt x="41" y="10"/>
                  <a:pt x="41" y="15"/>
                </a:cubicBezTo>
                <a:cubicBezTo>
                  <a:pt x="41" y="86"/>
                  <a:pt x="41" y="86"/>
                  <a:pt x="41" y="86"/>
                </a:cubicBezTo>
                <a:cubicBezTo>
                  <a:pt x="41" y="92"/>
                  <a:pt x="39" y="96"/>
                  <a:pt x="37" y="98"/>
                </a:cubicBezTo>
                <a:cubicBezTo>
                  <a:pt x="34" y="101"/>
                  <a:pt x="30" y="102"/>
                  <a:pt x="24" y="102"/>
                </a:cubicBezTo>
                <a:cubicBezTo>
                  <a:pt x="0" y="102"/>
                  <a:pt x="0" y="102"/>
                  <a:pt x="0" y="102"/>
                </a:cubicBezTo>
                <a:lnTo>
                  <a:pt x="0" y="0"/>
                </a:lnTo>
                <a:close/>
                <a:moveTo>
                  <a:pt x="20" y="90"/>
                </a:moveTo>
                <a:cubicBezTo>
                  <a:pt x="23" y="90"/>
                  <a:pt x="25" y="89"/>
                  <a:pt x="26" y="87"/>
                </a:cubicBezTo>
                <a:cubicBezTo>
                  <a:pt x="27" y="86"/>
                  <a:pt x="27" y="83"/>
                  <a:pt x="27" y="80"/>
                </a:cubicBezTo>
                <a:cubicBezTo>
                  <a:pt x="27" y="18"/>
                  <a:pt x="27" y="18"/>
                  <a:pt x="27" y="18"/>
                </a:cubicBezTo>
                <a:cubicBezTo>
                  <a:pt x="27" y="16"/>
                  <a:pt x="27" y="15"/>
                  <a:pt x="25" y="14"/>
                </a:cubicBezTo>
                <a:cubicBezTo>
                  <a:pt x="24" y="12"/>
                  <a:pt x="23" y="12"/>
                  <a:pt x="21" y="12"/>
                </a:cubicBezTo>
                <a:cubicBezTo>
                  <a:pt x="16" y="12"/>
                  <a:pt x="16" y="12"/>
                  <a:pt x="16" y="12"/>
                </a:cubicBezTo>
                <a:cubicBezTo>
                  <a:pt x="15" y="12"/>
                  <a:pt x="15" y="12"/>
                  <a:pt x="15" y="12"/>
                </a:cubicBezTo>
                <a:cubicBezTo>
                  <a:pt x="13" y="12"/>
                  <a:pt x="13" y="12"/>
                  <a:pt x="13" y="12"/>
                </a:cubicBezTo>
                <a:cubicBezTo>
                  <a:pt x="13" y="90"/>
                  <a:pt x="13" y="90"/>
                  <a:pt x="13" y="90"/>
                </a:cubicBezTo>
                <a:lnTo>
                  <a:pt x="20" y="90"/>
                </a:lnTo>
                <a:close/>
              </a:path>
            </a:pathLst>
          </a:custGeom>
          <a:solidFill>
            <a:srgbClr val="9FC628"/>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05" name="文本框 204"/>
          <p:cNvSpPr txBox="1"/>
          <p:nvPr/>
        </p:nvSpPr>
        <p:spPr>
          <a:xfrm>
            <a:off x="8247248" y="855663"/>
            <a:ext cx="2856518" cy="830997"/>
          </a:xfrm>
          <a:prstGeom prst="rect">
            <a:avLst/>
          </a:prstGeom>
          <a:noFill/>
        </p:spPr>
        <p:txBody>
          <a:bodyPr wrap="square" rtlCol="0">
            <a:spAutoFit/>
          </a:bodyPr>
          <a:lstStyle/>
          <a:p>
            <a:pPr>
              <a:lnSpc>
                <a:spcPct val="120000"/>
              </a:lnSpc>
            </a:pPr>
            <a:r>
              <a:rPr lang="zh-CN" altLang="en-US" sz="2400" b="1" dirty="0">
                <a:solidFill>
                  <a:srgbClr val="DC4F04"/>
                </a:solidFill>
              </a:rPr>
              <a:t>添加标题</a:t>
            </a:r>
            <a:endParaRPr lang="en-US" altLang="zh-CN" sz="2400" b="1" dirty="0">
              <a:solidFill>
                <a:srgbClr val="DC4F04"/>
              </a:solidFill>
            </a:endParaRPr>
          </a:p>
          <a:p>
            <a:pPr>
              <a:lnSpc>
                <a:spcPct val="120000"/>
              </a:lnSpc>
            </a:pPr>
            <a:r>
              <a:rPr lang="zh-CN" altLang="en-US" sz="1600" dirty="0">
                <a:solidFill>
                  <a:schemeClr val="tx1">
                    <a:lumMod val="65000"/>
                    <a:lumOff val="35000"/>
                  </a:schemeClr>
                </a:solidFill>
              </a:rPr>
              <a:t>添加内容添加内容</a:t>
            </a:r>
          </a:p>
        </p:txBody>
      </p:sp>
      <p:sp>
        <p:nvSpPr>
          <p:cNvPr id="206" name="文本框 205"/>
          <p:cNvSpPr txBox="1"/>
          <p:nvPr/>
        </p:nvSpPr>
        <p:spPr>
          <a:xfrm>
            <a:off x="2100104" y="1829598"/>
            <a:ext cx="2856518" cy="830997"/>
          </a:xfrm>
          <a:prstGeom prst="rect">
            <a:avLst/>
          </a:prstGeom>
          <a:noFill/>
        </p:spPr>
        <p:txBody>
          <a:bodyPr wrap="square" rtlCol="0">
            <a:spAutoFit/>
          </a:bodyPr>
          <a:lstStyle/>
          <a:p>
            <a:pPr algn="r">
              <a:lnSpc>
                <a:spcPct val="120000"/>
              </a:lnSpc>
            </a:pPr>
            <a:r>
              <a:rPr lang="zh-CN" altLang="en-US" sz="2400" b="1" dirty="0">
                <a:solidFill>
                  <a:srgbClr val="A5087D"/>
                </a:solidFill>
              </a:rPr>
              <a:t>添加标题</a:t>
            </a:r>
            <a:endParaRPr lang="en-US" altLang="zh-CN" sz="2400" b="1" dirty="0">
              <a:solidFill>
                <a:srgbClr val="A5087D"/>
              </a:solidFill>
            </a:endParaRPr>
          </a:p>
          <a:p>
            <a:pPr algn="r">
              <a:lnSpc>
                <a:spcPct val="120000"/>
              </a:lnSpc>
            </a:pPr>
            <a:r>
              <a:rPr lang="zh-CN" altLang="en-US" sz="1600" dirty="0">
                <a:solidFill>
                  <a:schemeClr val="tx1">
                    <a:lumMod val="65000"/>
                    <a:lumOff val="35000"/>
                  </a:schemeClr>
                </a:solidFill>
              </a:rPr>
              <a:t>添加内容添加内容</a:t>
            </a:r>
          </a:p>
        </p:txBody>
      </p:sp>
      <p:sp>
        <p:nvSpPr>
          <p:cNvPr id="207" name="文本框 206"/>
          <p:cNvSpPr txBox="1"/>
          <p:nvPr/>
        </p:nvSpPr>
        <p:spPr>
          <a:xfrm>
            <a:off x="7011999" y="3564464"/>
            <a:ext cx="2856518" cy="830997"/>
          </a:xfrm>
          <a:prstGeom prst="rect">
            <a:avLst/>
          </a:prstGeom>
          <a:noFill/>
        </p:spPr>
        <p:txBody>
          <a:bodyPr wrap="square" rtlCol="0">
            <a:spAutoFit/>
          </a:bodyPr>
          <a:lstStyle/>
          <a:p>
            <a:pPr>
              <a:lnSpc>
                <a:spcPct val="120000"/>
              </a:lnSpc>
            </a:pPr>
            <a:r>
              <a:rPr lang="zh-CN" altLang="en-US" sz="2400" b="1" dirty="0">
                <a:solidFill>
                  <a:srgbClr val="097FBA"/>
                </a:solidFill>
              </a:rPr>
              <a:t>添加标题</a:t>
            </a:r>
            <a:endParaRPr lang="en-US" altLang="zh-CN" sz="2400" b="1" dirty="0">
              <a:solidFill>
                <a:srgbClr val="097FBA"/>
              </a:solidFill>
            </a:endParaRPr>
          </a:p>
          <a:p>
            <a:pPr>
              <a:lnSpc>
                <a:spcPct val="120000"/>
              </a:lnSpc>
            </a:pPr>
            <a:r>
              <a:rPr lang="zh-CN" altLang="en-US" sz="1600" dirty="0">
                <a:solidFill>
                  <a:schemeClr val="tx1">
                    <a:lumMod val="65000"/>
                    <a:lumOff val="35000"/>
                  </a:schemeClr>
                </a:solidFill>
              </a:rPr>
              <a:t>添加内容添加内容</a:t>
            </a:r>
          </a:p>
        </p:txBody>
      </p:sp>
      <p:sp>
        <p:nvSpPr>
          <p:cNvPr id="208" name="文本框 207"/>
          <p:cNvSpPr txBox="1"/>
          <p:nvPr/>
        </p:nvSpPr>
        <p:spPr>
          <a:xfrm>
            <a:off x="1287424" y="5229537"/>
            <a:ext cx="2856518" cy="830997"/>
          </a:xfrm>
          <a:prstGeom prst="rect">
            <a:avLst/>
          </a:prstGeom>
          <a:noFill/>
        </p:spPr>
        <p:txBody>
          <a:bodyPr wrap="square" rtlCol="0">
            <a:spAutoFit/>
          </a:bodyPr>
          <a:lstStyle/>
          <a:p>
            <a:pPr algn="r">
              <a:lnSpc>
                <a:spcPct val="120000"/>
              </a:lnSpc>
            </a:pPr>
            <a:r>
              <a:rPr lang="zh-CN" altLang="en-US" sz="2400" b="1" dirty="0">
                <a:solidFill>
                  <a:srgbClr val="9FC628"/>
                </a:solidFill>
              </a:rPr>
              <a:t>添加标题</a:t>
            </a:r>
            <a:endParaRPr lang="en-US" altLang="zh-CN" sz="2400" b="1" dirty="0">
              <a:solidFill>
                <a:srgbClr val="9FC628"/>
              </a:solidFill>
            </a:endParaRPr>
          </a:p>
          <a:p>
            <a:pPr algn="r">
              <a:lnSpc>
                <a:spcPct val="120000"/>
              </a:lnSpc>
            </a:pPr>
            <a:r>
              <a:rPr lang="zh-CN" altLang="en-US" sz="1600" dirty="0">
                <a:solidFill>
                  <a:schemeClr val="tx1">
                    <a:lumMod val="65000"/>
                    <a:lumOff val="35000"/>
                  </a:schemeClr>
                </a:solidFill>
              </a:rPr>
              <a:t>添加内容添加内容</a:t>
            </a:r>
          </a:p>
        </p:txBody>
      </p:sp>
      <p:sp>
        <p:nvSpPr>
          <p:cNvPr id="35" name="矩形 39"/>
          <p:cNvSpPr/>
          <p:nvPr/>
        </p:nvSpPr>
        <p:spPr>
          <a:xfrm>
            <a:off x="0" y="203088"/>
            <a:ext cx="3724096" cy="523220"/>
          </a:xfrm>
          <a:prstGeom prst="rect">
            <a:avLst/>
          </a:prstGeom>
          <a:noFill/>
        </p:spPr>
        <p:txBody>
          <a:bodyPr wrap="none" rtlCol="0">
            <a:spAutoFit/>
          </a:bodyPr>
          <a:lstStyle/>
          <a:p>
            <a:r>
              <a:rPr lang="zh-CN" altLang="en-US" sz="2800" b="1" dirty="0">
                <a:solidFill>
                  <a:schemeClr val="tx1">
                    <a:lumMod val="65000"/>
                    <a:lumOff val="35000"/>
                  </a:schemeClr>
                </a:solidFill>
              </a:rPr>
              <a:t>四项时间线</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递进</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284387562"/>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矩形 32"/>
          <p:cNvSpPr/>
          <p:nvPr/>
        </p:nvSpPr>
        <p:spPr>
          <a:xfrm>
            <a:off x="0" y="203088"/>
            <a:ext cx="2492990" cy="523220"/>
          </a:xfrm>
          <a:prstGeom prst="rect">
            <a:avLst/>
          </a:prstGeom>
          <a:noFill/>
        </p:spPr>
        <p:txBody>
          <a:bodyPr wrap="none" rtlCol="0">
            <a:spAutoFit/>
          </a:bodyPr>
          <a:lstStyle/>
          <a:p>
            <a:r>
              <a:rPr lang="zh-CN" altLang="en-US" sz="2800" b="1" dirty="0">
                <a:solidFill>
                  <a:schemeClr val="tx1">
                    <a:lumMod val="65000"/>
                    <a:lumOff val="35000"/>
                  </a:schemeClr>
                </a:solidFill>
              </a:rPr>
              <a:t>四项</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三项递进</a:t>
            </a:r>
            <a:endParaRPr lang="zh-CN" altLang="zh-CN" sz="2800" b="1" dirty="0">
              <a:solidFill>
                <a:schemeClr val="tx1">
                  <a:lumMod val="65000"/>
                  <a:lumOff val="35000"/>
                </a:schemeClr>
              </a:solidFill>
            </a:endParaRPr>
          </a:p>
        </p:txBody>
      </p:sp>
      <p:sp>
        <p:nvSpPr>
          <p:cNvPr id="34" name="椭圆 33"/>
          <p:cNvSpPr/>
          <p:nvPr/>
        </p:nvSpPr>
        <p:spPr>
          <a:xfrm>
            <a:off x="6297930" y="624840"/>
            <a:ext cx="1629295" cy="1629295"/>
          </a:xfrm>
          <a:prstGeom prst="ellipse">
            <a:avLst/>
          </a:prstGeom>
          <a:solidFill>
            <a:srgbClr val="8A8D9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latin typeface="Impact" panose="020B0806030902050204" pitchFamily="34" charset="0"/>
            </a:endParaRPr>
          </a:p>
        </p:txBody>
      </p:sp>
      <p:sp>
        <p:nvSpPr>
          <p:cNvPr id="35" name="椭圆 34"/>
          <p:cNvSpPr/>
          <p:nvPr/>
        </p:nvSpPr>
        <p:spPr>
          <a:xfrm>
            <a:off x="4852900" y="2087877"/>
            <a:ext cx="1629295" cy="1629295"/>
          </a:xfrm>
          <a:prstGeom prst="ellipse">
            <a:avLst/>
          </a:prstGeom>
          <a:solidFill>
            <a:srgbClr val="8A8D9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latin typeface="Impact" panose="020B0806030902050204" pitchFamily="34" charset="0"/>
            </a:endParaRPr>
          </a:p>
        </p:txBody>
      </p:sp>
      <p:sp>
        <p:nvSpPr>
          <p:cNvPr id="36" name="椭圆 35"/>
          <p:cNvSpPr/>
          <p:nvPr/>
        </p:nvSpPr>
        <p:spPr>
          <a:xfrm>
            <a:off x="3407870" y="3550914"/>
            <a:ext cx="1629295" cy="1629295"/>
          </a:xfrm>
          <a:prstGeom prst="ellipse">
            <a:avLst/>
          </a:prstGeom>
          <a:solidFill>
            <a:srgbClr val="8A8D9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latin typeface="Impact" panose="020B0806030902050204" pitchFamily="34" charset="0"/>
            </a:endParaRPr>
          </a:p>
        </p:txBody>
      </p:sp>
      <p:sp>
        <p:nvSpPr>
          <p:cNvPr id="37" name="椭圆 36"/>
          <p:cNvSpPr/>
          <p:nvPr/>
        </p:nvSpPr>
        <p:spPr>
          <a:xfrm>
            <a:off x="1962840" y="5013951"/>
            <a:ext cx="1629295" cy="1629295"/>
          </a:xfrm>
          <a:prstGeom prst="ellipse">
            <a:avLst/>
          </a:prstGeom>
          <a:solidFill>
            <a:srgbClr val="8A8D9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latin typeface="Impact" panose="020B0806030902050204" pitchFamily="34" charset="0"/>
            </a:endParaRPr>
          </a:p>
        </p:txBody>
      </p:sp>
      <p:sp>
        <p:nvSpPr>
          <p:cNvPr id="38" name="Freeform 5"/>
          <p:cNvSpPr>
            <a:spLocks/>
          </p:cNvSpPr>
          <p:nvPr/>
        </p:nvSpPr>
        <p:spPr bwMode="auto">
          <a:xfrm>
            <a:off x="5119202" y="2072727"/>
            <a:ext cx="1367034" cy="1365973"/>
          </a:xfrm>
          <a:custGeom>
            <a:avLst/>
            <a:gdLst>
              <a:gd name="T0" fmla="*/ 186 w 186"/>
              <a:gd name="T1" fmla="*/ 15 h 186"/>
              <a:gd name="T2" fmla="*/ 186 w 186"/>
              <a:gd name="T3" fmla="*/ 73 h 186"/>
              <a:gd name="T4" fmla="*/ 171 w 186"/>
              <a:gd name="T5" fmla="*/ 88 h 186"/>
              <a:gd name="T6" fmla="*/ 155 w 186"/>
              <a:gd name="T7" fmla="*/ 73 h 186"/>
              <a:gd name="T8" fmla="*/ 155 w 186"/>
              <a:gd name="T9" fmla="*/ 60 h 186"/>
              <a:gd name="T10" fmla="*/ 132 w 186"/>
              <a:gd name="T11" fmla="*/ 83 h 186"/>
              <a:gd name="T12" fmla="*/ 120 w 186"/>
              <a:gd name="T13" fmla="*/ 160 h 186"/>
              <a:gd name="T14" fmla="*/ 26 w 186"/>
              <a:gd name="T15" fmla="*/ 160 h 186"/>
              <a:gd name="T16" fmla="*/ 26 w 186"/>
              <a:gd name="T17" fmla="*/ 66 h 186"/>
              <a:gd name="T18" fmla="*/ 103 w 186"/>
              <a:gd name="T19" fmla="*/ 54 h 186"/>
              <a:gd name="T20" fmla="*/ 126 w 186"/>
              <a:gd name="T21" fmla="*/ 31 h 186"/>
              <a:gd name="T22" fmla="*/ 113 w 186"/>
              <a:gd name="T23" fmla="*/ 31 h 186"/>
              <a:gd name="T24" fmla="*/ 97 w 186"/>
              <a:gd name="T25" fmla="*/ 15 h 186"/>
              <a:gd name="T26" fmla="*/ 113 w 186"/>
              <a:gd name="T27" fmla="*/ 0 h 186"/>
              <a:gd name="T28" fmla="*/ 171 w 186"/>
              <a:gd name="T29" fmla="*/ 0 h 186"/>
              <a:gd name="T30" fmla="*/ 186 w 186"/>
              <a:gd name="T31" fmla="*/ 15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6" h="186">
                <a:moveTo>
                  <a:pt x="186" y="15"/>
                </a:moveTo>
                <a:cubicBezTo>
                  <a:pt x="186" y="73"/>
                  <a:pt x="186" y="73"/>
                  <a:pt x="186" y="73"/>
                </a:cubicBezTo>
                <a:cubicBezTo>
                  <a:pt x="186" y="81"/>
                  <a:pt x="179" y="88"/>
                  <a:pt x="171" y="88"/>
                </a:cubicBezTo>
                <a:cubicBezTo>
                  <a:pt x="162" y="88"/>
                  <a:pt x="155" y="81"/>
                  <a:pt x="155" y="73"/>
                </a:cubicBezTo>
                <a:cubicBezTo>
                  <a:pt x="155" y="60"/>
                  <a:pt x="155" y="60"/>
                  <a:pt x="155" y="60"/>
                </a:cubicBezTo>
                <a:cubicBezTo>
                  <a:pt x="132" y="83"/>
                  <a:pt x="132" y="83"/>
                  <a:pt x="132" y="83"/>
                </a:cubicBezTo>
                <a:cubicBezTo>
                  <a:pt x="145" y="108"/>
                  <a:pt x="141" y="139"/>
                  <a:pt x="120" y="160"/>
                </a:cubicBezTo>
                <a:cubicBezTo>
                  <a:pt x="94" y="186"/>
                  <a:pt x="52" y="186"/>
                  <a:pt x="26" y="160"/>
                </a:cubicBezTo>
                <a:cubicBezTo>
                  <a:pt x="0" y="134"/>
                  <a:pt x="0" y="92"/>
                  <a:pt x="26" y="66"/>
                </a:cubicBezTo>
                <a:cubicBezTo>
                  <a:pt x="47" y="45"/>
                  <a:pt x="78" y="41"/>
                  <a:pt x="103" y="54"/>
                </a:cubicBezTo>
                <a:cubicBezTo>
                  <a:pt x="126" y="31"/>
                  <a:pt x="126" y="31"/>
                  <a:pt x="126" y="31"/>
                </a:cubicBezTo>
                <a:cubicBezTo>
                  <a:pt x="113" y="31"/>
                  <a:pt x="113" y="31"/>
                  <a:pt x="113" y="31"/>
                </a:cubicBezTo>
                <a:cubicBezTo>
                  <a:pt x="104" y="31"/>
                  <a:pt x="97" y="24"/>
                  <a:pt x="97" y="15"/>
                </a:cubicBezTo>
                <a:cubicBezTo>
                  <a:pt x="97" y="7"/>
                  <a:pt x="104" y="0"/>
                  <a:pt x="113" y="0"/>
                </a:cubicBezTo>
                <a:cubicBezTo>
                  <a:pt x="171" y="0"/>
                  <a:pt x="171" y="0"/>
                  <a:pt x="171" y="0"/>
                </a:cubicBezTo>
                <a:cubicBezTo>
                  <a:pt x="179" y="0"/>
                  <a:pt x="186" y="7"/>
                  <a:pt x="186" y="15"/>
                </a:cubicBezTo>
                <a:close/>
              </a:path>
            </a:pathLst>
          </a:custGeom>
          <a:solidFill>
            <a:srgbClr val="FDFDFD"/>
          </a:solidFill>
          <a:ln>
            <a:noFill/>
          </a:ln>
          <a:effectLst>
            <a:outerShdw blurRad="279400" dist="76200" dir="2700000" algn="tl"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5"/>
          <p:cNvSpPr>
            <a:spLocks/>
          </p:cNvSpPr>
          <p:nvPr/>
        </p:nvSpPr>
        <p:spPr bwMode="auto">
          <a:xfrm>
            <a:off x="3685668" y="3521825"/>
            <a:ext cx="1367034" cy="1365973"/>
          </a:xfrm>
          <a:custGeom>
            <a:avLst/>
            <a:gdLst>
              <a:gd name="T0" fmla="*/ 186 w 186"/>
              <a:gd name="T1" fmla="*/ 15 h 186"/>
              <a:gd name="T2" fmla="*/ 186 w 186"/>
              <a:gd name="T3" fmla="*/ 73 h 186"/>
              <a:gd name="T4" fmla="*/ 171 w 186"/>
              <a:gd name="T5" fmla="*/ 88 h 186"/>
              <a:gd name="T6" fmla="*/ 155 w 186"/>
              <a:gd name="T7" fmla="*/ 73 h 186"/>
              <a:gd name="T8" fmla="*/ 155 w 186"/>
              <a:gd name="T9" fmla="*/ 60 h 186"/>
              <a:gd name="T10" fmla="*/ 132 w 186"/>
              <a:gd name="T11" fmla="*/ 83 h 186"/>
              <a:gd name="T12" fmla="*/ 120 w 186"/>
              <a:gd name="T13" fmla="*/ 160 h 186"/>
              <a:gd name="T14" fmla="*/ 26 w 186"/>
              <a:gd name="T15" fmla="*/ 160 h 186"/>
              <a:gd name="T16" fmla="*/ 26 w 186"/>
              <a:gd name="T17" fmla="*/ 66 h 186"/>
              <a:gd name="T18" fmla="*/ 103 w 186"/>
              <a:gd name="T19" fmla="*/ 54 h 186"/>
              <a:gd name="T20" fmla="*/ 126 w 186"/>
              <a:gd name="T21" fmla="*/ 31 h 186"/>
              <a:gd name="T22" fmla="*/ 113 w 186"/>
              <a:gd name="T23" fmla="*/ 31 h 186"/>
              <a:gd name="T24" fmla="*/ 97 w 186"/>
              <a:gd name="T25" fmla="*/ 15 h 186"/>
              <a:gd name="T26" fmla="*/ 113 w 186"/>
              <a:gd name="T27" fmla="*/ 0 h 186"/>
              <a:gd name="T28" fmla="*/ 171 w 186"/>
              <a:gd name="T29" fmla="*/ 0 h 186"/>
              <a:gd name="T30" fmla="*/ 186 w 186"/>
              <a:gd name="T31" fmla="*/ 15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6" h="186">
                <a:moveTo>
                  <a:pt x="186" y="15"/>
                </a:moveTo>
                <a:cubicBezTo>
                  <a:pt x="186" y="73"/>
                  <a:pt x="186" y="73"/>
                  <a:pt x="186" y="73"/>
                </a:cubicBezTo>
                <a:cubicBezTo>
                  <a:pt x="186" y="81"/>
                  <a:pt x="179" y="88"/>
                  <a:pt x="171" y="88"/>
                </a:cubicBezTo>
                <a:cubicBezTo>
                  <a:pt x="162" y="88"/>
                  <a:pt x="155" y="81"/>
                  <a:pt x="155" y="73"/>
                </a:cubicBezTo>
                <a:cubicBezTo>
                  <a:pt x="155" y="60"/>
                  <a:pt x="155" y="60"/>
                  <a:pt x="155" y="60"/>
                </a:cubicBezTo>
                <a:cubicBezTo>
                  <a:pt x="132" y="83"/>
                  <a:pt x="132" y="83"/>
                  <a:pt x="132" y="83"/>
                </a:cubicBezTo>
                <a:cubicBezTo>
                  <a:pt x="145" y="108"/>
                  <a:pt x="141" y="139"/>
                  <a:pt x="120" y="160"/>
                </a:cubicBezTo>
                <a:cubicBezTo>
                  <a:pt x="94" y="186"/>
                  <a:pt x="52" y="186"/>
                  <a:pt x="26" y="160"/>
                </a:cubicBezTo>
                <a:cubicBezTo>
                  <a:pt x="0" y="134"/>
                  <a:pt x="0" y="92"/>
                  <a:pt x="26" y="66"/>
                </a:cubicBezTo>
                <a:cubicBezTo>
                  <a:pt x="47" y="45"/>
                  <a:pt x="78" y="41"/>
                  <a:pt x="103" y="54"/>
                </a:cubicBezTo>
                <a:cubicBezTo>
                  <a:pt x="126" y="31"/>
                  <a:pt x="126" y="31"/>
                  <a:pt x="126" y="31"/>
                </a:cubicBezTo>
                <a:cubicBezTo>
                  <a:pt x="113" y="31"/>
                  <a:pt x="113" y="31"/>
                  <a:pt x="113" y="31"/>
                </a:cubicBezTo>
                <a:cubicBezTo>
                  <a:pt x="104" y="31"/>
                  <a:pt x="97" y="24"/>
                  <a:pt x="97" y="15"/>
                </a:cubicBezTo>
                <a:cubicBezTo>
                  <a:pt x="97" y="7"/>
                  <a:pt x="104" y="0"/>
                  <a:pt x="113" y="0"/>
                </a:cubicBezTo>
                <a:cubicBezTo>
                  <a:pt x="171" y="0"/>
                  <a:pt x="171" y="0"/>
                  <a:pt x="171" y="0"/>
                </a:cubicBezTo>
                <a:cubicBezTo>
                  <a:pt x="179" y="0"/>
                  <a:pt x="186" y="7"/>
                  <a:pt x="186" y="15"/>
                </a:cubicBezTo>
                <a:close/>
              </a:path>
            </a:pathLst>
          </a:custGeom>
          <a:solidFill>
            <a:srgbClr val="FDFDFD"/>
          </a:solidFill>
          <a:ln>
            <a:noFill/>
          </a:ln>
          <a:effectLst>
            <a:outerShdw blurRad="279400" dist="76200" dir="2700000" algn="tl"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5"/>
          <p:cNvSpPr>
            <a:spLocks/>
          </p:cNvSpPr>
          <p:nvPr/>
        </p:nvSpPr>
        <p:spPr bwMode="auto">
          <a:xfrm>
            <a:off x="2252134" y="4970923"/>
            <a:ext cx="1367034" cy="1365973"/>
          </a:xfrm>
          <a:custGeom>
            <a:avLst/>
            <a:gdLst>
              <a:gd name="T0" fmla="*/ 186 w 186"/>
              <a:gd name="T1" fmla="*/ 15 h 186"/>
              <a:gd name="T2" fmla="*/ 186 w 186"/>
              <a:gd name="T3" fmla="*/ 73 h 186"/>
              <a:gd name="T4" fmla="*/ 171 w 186"/>
              <a:gd name="T5" fmla="*/ 88 h 186"/>
              <a:gd name="T6" fmla="*/ 155 w 186"/>
              <a:gd name="T7" fmla="*/ 73 h 186"/>
              <a:gd name="T8" fmla="*/ 155 w 186"/>
              <a:gd name="T9" fmla="*/ 60 h 186"/>
              <a:gd name="T10" fmla="*/ 132 w 186"/>
              <a:gd name="T11" fmla="*/ 83 h 186"/>
              <a:gd name="T12" fmla="*/ 120 w 186"/>
              <a:gd name="T13" fmla="*/ 160 h 186"/>
              <a:gd name="T14" fmla="*/ 26 w 186"/>
              <a:gd name="T15" fmla="*/ 160 h 186"/>
              <a:gd name="T16" fmla="*/ 26 w 186"/>
              <a:gd name="T17" fmla="*/ 66 h 186"/>
              <a:gd name="T18" fmla="*/ 103 w 186"/>
              <a:gd name="T19" fmla="*/ 54 h 186"/>
              <a:gd name="T20" fmla="*/ 126 w 186"/>
              <a:gd name="T21" fmla="*/ 31 h 186"/>
              <a:gd name="T22" fmla="*/ 113 w 186"/>
              <a:gd name="T23" fmla="*/ 31 h 186"/>
              <a:gd name="T24" fmla="*/ 97 w 186"/>
              <a:gd name="T25" fmla="*/ 15 h 186"/>
              <a:gd name="T26" fmla="*/ 113 w 186"/>
              <a:gd name="T27" fmla="*/ 0 h 186"/>
              <a:gd name="T28" fmla="*/ 171 w 186"/>
              <a:gd name="T29" fmla="*/ 0 h 186"/>
              <a:gd name="T30" fmla="*/ 186 w 186"/>
              <a:gd name="T31" fmla="*/ 15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6" h="186">
                <a:moveTo>
                  <a:pt x="186" y="15"/>
                </a:moveTo>
                <a:cubicBezTo>
                  <a:pt x="186" y="73"/>
                  <a:pt x="186" y="73"/>
                  <a:pt x="186" y="73"/>
                </a:cubicBezTo>
                <a:cubicBezTo>
                  <a:pt x="186" y="81"/>
                  <a:pt x="179" y="88"/>
                  <a:pt x="171" y="88"/>
                </a:cubicBezTo>
                <a:cubicBezTo>
                  <a:pt x="162" y="88"/>
                  <a:pt x="155" y="81"/>
                  <a:pt x="155" y="73"/>
                </a:cubicBezTo>
                <a:cubicBezTo>
                  <a:pt x="155" y="60"/>
                  <a:pt x="155" y="60"/>
                  <a:pt x="155" y="60"/>
                </a:cubicBezTo>
                <a:cubicBezTo>
                  <a:pt x="132" y="83"/>
                  <a:pt x="132" y="83"/>
                  <a:pt x="132" y="83"/>
                </a:cubicBezTo>
                <a:cubicBezTo>
                  <a:pt x="145" y="108"/>
                  <a:pt x="141" y="139"/>
                  <a:pt x="120" y="160"/>
                </a:cubicBezTo>
                <a:cubicBezTo>
                  <a:pt x="94" y="186"/>
                  <a:pt x="52" y="186"/>
                  <a:pt x="26" y="160"/>
                </a:cubicBezTo>
                <a:cubicBezTo>
                  <a:pt x="0" y="134"/>
                  <a:pt x="0" y="92"/>
                  <a:pt x="26" y="66"/>
                </a:cubicBezTo>
                <a:cubicBezTo>
                  <a:pt x="47" y="45"/>
                  <a:pt x="78" y="41"/>
                  <a:pt x="103" y="54"/>
                </a:cubicBezTo>
                <a:cubicBezTo>
                  <a:pt x="126" y="31"/>
                  <a:pt x="126" y="31"/>
                  <a:pt x="126" y="31"/>
                </a:cubicBezTo>
                <a:cubicBezTo>
                  <a:pt x="113" y="31"/>
                  <a:pt x="113" y="31"/>
                  <a:pt x="113" y="31"/>
                </a:cubicBezTo>
                <a:cubicBezTo>
                  <a:pt x="104" y="31"/>
                  <a:pt x="97" y="24"/>
                  <a:pt x="97" y="15"/>
                </a:cubicBezTo>
                <a:cubicBezTo>
                  <a:pt x="97" y="7"/>
                  <a:pt x="104" y="0"/>
                  <a:pt x="113" y="0"/>
                </a:cubicBezTo>
                <a:cubicBezTo>
                  <a:pt x="171" y="0"/>
                  <a:pt x="171" y="0"/>
                  <a:pt x="171" y="0"/>
                </a:cubicBezTo>
                <a:cubicBezTo>
                  <a:pt x="179" y="0"/>
                  <a:pt x="186" y="7"/>
                  <a:pt x="186" y="15"/>
                </a:cubicBezTo>
                <a:close/>
              </a:path>
            </a:pathLst>
          </a:custGeom>
          <a:solidFill>
            <a:srgbClr val="FDFDFD"/>
          </a:solidFill>
          <a:ln>
            <a:noFill/>
          </a:ln>
          <a:effectLst>
            <a:outerShdw blurRad="279400" dist="76200" dir="2700000" algn="tl"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zh-CN" altLang="en-US"/>
          </a:p>
        </p:txBody>
      </p:sp>
      <p:sp>
        <p:nvSpPr>
          <p:cNvPr id="41" name="椭圆 40"/>
          <p:cNvSpPr/>
          <p:nvPr/>
        </p:nvSpPr>
        <p:spPr>
          <a:xfrm>
            <a:off x="2445019" y="5460415"/>
            <a:ext cx="698269" cy="698269"/>
          </a:xfrm>
          <a:prstGeom prst="ellipse">
            <a:avLst/>
          </a:prstGeom>
          <a:gradFill>
            <a:gsLst>
              <a:gs pos="100000">
                <a:srgbClr val="FFE141"/>
              </a:gs>
              <a:gs pos="0">
                <a:srgbClr val="F5A400"/>
              </a:gs>
            </a:gsLst>
            <a:lin ang="2700000" scaled="0"/>
          </a:gradFill>
          <a:ln w="28575" cap="flat">
            <a:gradFill>
              <a:gsLst>
                <a:gs pos="0">
                  <a:srgbClr val="FFE141"/>
                </a:gs>
                <a:gs pos="100000">
                  <a:srgbClr val="F5A400"/>
                </a:gs>
              </a:gsLst>
              <a:lin ang="2700000" scaled="0"/>
            </a:gradFill>
            <a:prstDash val="solid"/>
            <a:miter lim="800000"/>
            <a:headEnd/>
            <a:tailEnd/>
          </a:ln>
          <a:effectLst>
            <a:outerShdw blurRad="279400" dist="50800" dir="2700000" sx="101000" sy="101000" algn="ctr" rotWithShape="0">
              <a:srgbClr val="000000">
                <a:alpha val="28000"/>
              </a:srgbClr>
            </a:outerShdw>
          </a:effectLst>
        </p:spPr>
        <p:txBody>
          <a:bodyPr vert="horz" wrap="square" lIns="91440" tIns="45720" rIns="91440" bIns="45720" numCol="1" anchor="t" anchorCtr="0" compatLnSpc="1">
            <a:prstTxWarp prst="textNoShape">
              <a:avLst/>
            </a:prstTxWarp>
          </a:bodyPr>
          <a:lstStyle/>
          <a:p>
            <a:endParaRPr lang="zh-CN" altLang="en-US" dirty="0">
              <a:solidFill>
                <a:schemeClr val="tx1"/>
              </a:solidFill>
            </a:endParaRPr>
          </a:p>
        </p:txBody>
      </p:sp>
      <p:sp>
        <p:nvSpPr>
          <p:cNvPr id="42" name="椭圆 41"/>
          <p:cNvSpPr/>
          <p:nvPr/>
        </p:nvSpPr>
        <p:spPr>
          <a:xfrm>
            <a:off x="3873385" y="4002579"/>
            <a:ext cx="698269" cy="698269"/>
          </a:xfrm>
          <a:prstGeom prst="ellipse">
            <a:avLst/>
          </a:prstGeom>
          <a:gradFill>
            <a:gsLst>
              <a:gs pos="100000">
                <a:srgbClr val="E8609E"/>
              </a:gs>
              <a:gs pos="0">
                <a:srgbClr val="A80082"/>
              </a:gs>
            </a:gsLst>
            <a:lin ang="2700000" scaled="0"/>
          </a:gradFill>
          <a:ln w="28575" cap="flat">
            <a:gradFill>
              <a:gsLst>
                <a:gs pos="0">
                  <a:srgbClr val="E8609E"/>
                </a:gs>
                <a:gs pos="100000">
                  <a:srgbClr val="A80082"/>
                </a:gs>
              </a:gsLst>
              <a:lin ang="2700000" scaled="0"/>
            </a:gradFill>
            <a:prstDash val="solid"/>
            <a:miter lim="800000"/>
            <a:headEnd/>
            <a:tailEnd/>
          </a:ln>
          <a:effectLst>
            <a:outerShdw blurRad="279400" dist="50800" dir="2700000" sx="101000" sy="101000" algn="ctr" rotWithShape="0">
              <a:srgbClr val="000000">
                <a:alpha val="28000"/>
              </a:srgbClr>
            </a:outerShdw>
          </a:effectLst>
        </p:spPr>
        <p:txBody>
          <a:bodyPr vert="horz" wrap="square" lIns="91440" tIns="45720" rIns="91440" bIns="45720" numCol="1" anchor="t" anchorCtr="0" compatLnSpc="1">
            <a:prstTxWarp prst="textNoShape">
              <a:avLst/>
            </a:prstTxWarp>
          </a:bodyPr>
          <a:lstStyle/>
          <a:p>
            <a:endParaRPr lang="zh-CN" altLang="en-US" dirty="0">
              <a:solidFill>
                <a:schemeClr val="tx1"/>
              </a:solidFill>
            </a:endParaRPr>
          </a:p>
        </p:txBody>
      </p:sp>
      <p:sp>
        <p:nvSpPr>
          <p:cNvPr id="43" name="椭圆 42"/>
          <p:cNvSpPr/>
          <p:nvPr/>
        </p:nvSpPr>
        <p:spPr>
          <a:xfrm>
            <a:off x="5322571" y="2558936"/>
            <a:ext cx="698269" cy="698269"/>
          </a:xfrm>
          <a:prstGeom prst="ellipse">
            <a:avLst/>
          </a:prstGeom>
          <a:gradFill flip="none" rotWithShape="1">
            <a:gsLst>
              <a:gs pos="0">
                <a:srgbClr val="005DAD"/>
              </a:gs>
              <a:gs pos="100000">
                <a:srgbClr val="5796D0"/>
              </a:gs>
            </a:gsLst>
            <a:lin ang="2700000" scaled="0"/>
            <a:tileRect/>
          </a:gradFill>
          <a:ln w="28575">
            <a:gradFill flip="none" rotWithShape="1">
              <a:gsLst>
                <a:gs pos="0">
                  <a:srgbClr val="005DAD"/>
                </a:gs>
                <a:gs pos="100000">
                  <a:srgbClr val="5796D0"/>
                </a:gs>
              </a:gsLst>
              <a:lin ang="0" scaled="0"/>
              <a:tileRect/>
            </a:gradFill>
          </a:ln>
          <a:effectLst>
            <a:outerShdw blurRad="279400" dist="76200" dir="2700000" sx="101000" sy="101000" algn="tl"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44" name="椭圆 43"/>
          <p:cNvSpPr/>
          <p:nvPr/>
        </p:nvSpPr>
        <p:spPr>
          <a:xfrm>
            <a:off x="6601343" y="928253"/>
            <a:ext cx="1022467" cy="1022467"/>
          </a:xfrm>
          <a:prstGeom prst="ellipse">
            <a:avLst/>
          </a:prstGeom>
          <a:gradFill flip="none" rotWithShape="1">
            <a:gsLst>
              <a:gs pos="100000">
                <a:srgbClr val="A6CD47"/>
              </a:gs>
              <a:gs pos="0">
                <a:srgbClr val="009A5C"/>
              </a:gs>
            </a:gsLst>
            <a:lin ang="2700000" scaled="0"/>
            <a:tileRect/>
          </a:gradFill>
          <a:ln w="28575">
            <a:gradFill flip="none" rotWithShape="1">
              <a:gsLst>
                <a:gs pos="0">
                  <a:srgbClr val="A6CD47"/>
                </a:gs>
                <a:gs pos="100000">
                  <a:srgbClr val="009A5C"/>
                </a:gs>
              </a:gsLst>
              <a:lin ang="2700000" scaled="0"/>
              <a:tileRect/>
            </a:gradFill>
          </a:ln>
          <a:effectLst>
            <a:outerShdw blurRad="279400" dist="76200" dir="2700000" sx="101000" sy="101000" algn="tl"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45" name="组合 12"/>
          <p:cNvGrpSpPr>
            <a:grpSpLocks noChangeAspect="1"/>
          </p:cNvGrpSpPr>
          <p:nvPr/>
        </p:nvGrpSpPr>
        <p:grpSpPr>
          <a:xfrm>
            <a:off x="6699396" y="1295030"/>
            <a:ext cx="1129953" cy="706222"/>
            <a:chOff x="1593621" y="1481282"/>
            <a:chExt cx="1828800" cy="1143000"/>
          </a:xfrm>
        </p:grpSpPr>
        <p:sp>
          <p:nvSpPr>
            <p:cNvPr id="46" name="Freeform 24"/>
            <p:cNvSpPr>
              <a:spLocks/>
            </p:cNvSpPr>
            <p:nvPr/>
          </p:nvSpPr>
          <p:spPr bwMode="auto">
            <a:xfrm>
              <a:off x="1593621" y="1481282"/>
              <a:ext cx="1828800" cy="1143000"/>
            </a:xfrm>
            <a:custGeom>
              <a:avLst/>
              <a:gdLst>
                <a:gd name="T0" fmla="*/ 513 w 1152"/>
                <a:gd name="T1" fmla="*/ 720 h 720"/>
                <a:gd name="T2" fmla="*/ 2 w 1152"/>
                <a:gd name="T3" fmla="*/ 300 h 720"/>
                <a:gd name="T4" fmla="*/ 19 w 1152"/>
                <a:gd name="T5" fmla="*/ 202 h 720"/>
                <a:gd name="T6" fmla="*/ 64 w 1152"/>
                <a:gd name="T7" fmla="*/ 245 h 720"/>
                <a:gd name="T8" fmla="*/ 50 w 1152"/>
                <a:gd name="T9" fmla="*/ 155 h 720"/>
                <a:gd name="T10" fmla="*/ 0 w 1152"/>
                <a:gd name="T11" fmla="*/ 90 h 720"/>
                <a:gd name="T12" fmla="*/ 12 w 1152"/>
                <a:gd name="T13" fmla="*/ 14 h 720"/>
                <a:gd name="T14" fmla="*/ 67 w 1152"/>
                <a:gd name="T15" fmla="*/ 0 h 720"/>
                <a:gd name="T16" fmla="*/ 138 w 1152"/>
                <a:gd name="T17" fmla="*/ 69 h 720"/>
                <a:gd name="T18" fmla="*/ 147 w 1152"/>
                <a:gd name="T19" fmla="*/ 55 h 720"/>
                <a:gd name="T20" fmla="*/ 190 w 1152"/>
                <a:gd name="T21" fmla="*/ 95 h 720"/>
                <a:gd name="T22" fmla="*/ 216 w 1152"/>
                <a:gd name="T23" fmla="*/ 55 h 720"/>
                <a:gd name="T24" fmla="*/ 257 w 1152"/>
                <a:gd name="T25" fmla="*/ 95 h 720"/>
                <a:gd name="T26" fmla="*/ 314 w 1152"/>
                <a:gd name="T27" fmla="*/ 59 h 720"/>
                <a:gd name="T28" fmla="*/ 371 w 1152"/>
                <a:gd name="T29" fmla="*/ 102 h 720"/>
                <a:gd name="T30" fmla="*/ 437 w 1152"/>
                <a:gd name="T31" fmla="*/ 59 h 720"/>
                <a:gd name="T32" fmla="*/ 506 w 1152"/>
                <a:gd name="T33" fmla="*/ 105 h 720"/>
                <a:gd name="T34" fmla="*/ 554 w 1152"/>
                <a:gd name="T35" fmla="*/ 55 h 720"/>
                <a:gd name="T36" fmla="*/ 627 w 1152"/>
                <a:gd name="T37" fmla="*/ 100 h 720"/>
                <a:gd name="T38" fmla="*/ 677 w 1152"/>
                <a:gd name="T39" fmla="*/ 55 h 720"/>
                <a:gd name="T40" fmla="*/ 749 w 1152"/>
                <a:gd name="T41" fmla="*/ 97 h 720"/>
                <a:gd name="T42" fmla="*/ 803 w 1152"/>
                <a:gd name="T43" fmla="*/ 55 h 720"/>
                <a:gd name="T44" fmla="*/ 1152 w 1152"/>
                <a:gd name="T45" fmla="*/ 343 h 720"/>
                <a:gd name="T46" fmla="*/ 513 w 1152"/>
                <a:gd name="T47" fmla="*/ 720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52" h="720">
                  <a:moveTo>
                    <a:pt x="513" y="720"/>
                  </a:moveTo>
                  <a:lnTo>
                    <a:pt x="2" y="300"/>
                  </a:lnTo>
                  <a:lnTo>
                    <a:pt x="19" y="202"/>
                  </a:lnTo>
                  <a:lnTo>
                    <a:pt x="64" y="245"/>
                  </a:lnTo>
                  <a:lnTo>
                    <a:pt x="50" y="155"/>
                  </a:lnTo>
                  <a:lnTo>
                    <a:pt x="0" y="90"/>
                  </a:lnTo>
                  <a:lnTo>
                    <a:pt x="12" y="14"/>
                  </a:lnTo>
                  <a:lnTo>
                    <a:pt x="67" y="0"/>
                  </a:lnTo>
                  <a:lnTo>
                    <a:pt x="138" y="69"/>
                  </a:lnTo>
                  <a:lnTo>
                    <a:pt x="147" y="55"/>
                  </a:lnTo>
                  <a:lnTo>
                    <a:pt x="190" y="95"/>
                  </a:lnTo>
                  <a:lnTo>
                    <a:pt x="216" y="55"/>
                  </a:lnTo>
                  <a:lnTo>
                    <a:pt x="257" y="95"/>
                  </a:lnTo>
                  <a:lnTo>
                    <a:pt x="314" y="59"/>
                  </a:lnTo>
                  <a:lnTo>
                    <a:pt x="371" y="102"/>
                  </a:lnTo>
                  <a:lnTo>
                    <a:pt x="437" y="59"/>
                  </a:lnTo>
                  <a:lnTo>
                    <a:pt x="506" y="105"/>
                  </a:lnTo>
                  <a:lnTo>
                    <a:pt x="554" y="55"/>
                  </a:lnTo>
                  <a:lnTo>
                    <a:pt x="627" y="100"/>
                  </a:lnTo>
                  <a:lnTo>
                    <a:pt x="677" y="55"/>
                  </a:lnTo>
                  <a:lnTo>
                    <a:pt x="749" y="97"/>
                  </a:lnTo>
                  <a:lnTo>
                    <a:pt x="803" y="55"/>
                  </a:lnTo>
                  <a:lnTo>
                    <a:pt x="1152" y="343"/>
                  </a:lnTo>
                  <a:lnTo>
                    <a:pt x="513" y="720"/>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pic>
          <p:nvPicPr>
            <p:cNvPr id="47" name="图片 46"/>
            <p:cNvPicPr>
              <a:picLocks noChangeAspect="1"/>
            </p:cNvPicPr>
            <p:nvPr/>
          </p:nvPicPr>
          <p:blipFill>
            <a:blip r:embed="rId2"/>
            <a:stretch>
              <a:fillRect/>
            </a:stretch>
          </p:blipFill>
          <p:spPr>
            <a:xfrm>
              <a:off x="1596732" y="1491572"/>
              <a:ext cx="1361250" cy="528750"/>
            </a:xfrm>
            <a:prstGeom prst="rect">
              <a:avLst/>
            </a:prstGeom>
          </p:spPr>
        </p:pic>
      </p:grpSp>
      <p:grpSp>
        <p:nvGrpSpPr>
          <p:cNvPr id="48" name="组合 15"/>
          <p:cNvGrpSpPr/>
          <p:nvPr/>
        </p:nvGrpSpPr>
        <p:grpSpPr>
          <a:xfrm>
            <a:off x="2601436" y="5631678"/>
            <a:ext cx="610553" cy="562096"/>
            <a:chOff x="5722963" y="2742165"/>
            <a:chExt cx="500063" cy="460375"/>
          </a:xfrm>
        </p:grpSpPr>
        <p:sp>
          <p:nvSpPr>
            <p:cNvPr id="49" name="Freeform 55"/>
            <p:cNvSpPr>
              <a:spLocks/>
            </p:cNvSpPr>
            <p:nvPr/>
          </p:nvSpPr>
          <p:spPr bwMode="auto">
            <a:xfrm>
              <a:off x="5742013" y="2745340"/>
              <a:ext cx="481013" cy="457200"/>
            </a:xfrm>
            <a:custGeom>
              <a:avLst/>
              <a:gdLst>
                <a:gd name="T0" fmla="*/ 137 w 303"/>
                <a:gd name="T1" fmla="*/ 288 h 288"/>
                <a:gd name="T2" fmla="*/ 0 w 303"/>
                <a:gd name="T3" fmla="*/ 174 h 288"/>
                <a:gd name="T4" fmla="*/ 2 w 303"/>
                <a:gd name="T5" fmla="*/ 15 h 288"/>
                <a:gd name="T6" fmla="*/ 54 w 303"/>
                <a:gd name="T7" fmla="*/ 10 h 288"/>
                <a:gd name="T8" fmla="*/ 85 w 303"/>
                <a:gd name="T9" fmla="*/ 43 h 288"/>
                <a:gd name="T10" fmla="*/ 106 w 303"/>
                <a:gd name="T11" fmla="*/ 22 h 288"/>
                <a:gd name="T12" fmla="*/ 128 w 303"/>
                <a:gd name="T13" fmla="*/ 0 h 288"/>
                <a:gd name="T14" fmla="*/ 303 w 303"/>
                <a:gd name="T15" fmla="*/ 150 h 288"/>
                <a:gd name="T16" fmla="*/ 137 w 303"/>
                <a:gd name="T17" fmla="*/ 288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3" h="288">
                  <a:moveTo>
                    <a:pt x="137" y="288"/>
                  </a:moveTo>
                  <a:lnTo>
                    <a:pt x="0" y="174"/>
                  </a:lnTo>
                  <a:lnTo>
                    <a:pt x="2" y="15"/>
                  </a:lnTo>
                  <a:lnTo>
                    <a:pt x="54" y="10"/>
                  </a:lnTo>
                  <a:lnTo>
                    <a:pt x="85" y="43"/>
                  </a:lnTo>
                  <a:lnTo>
                    <a:pt x="106" y="22"/>
                  </a:lnTo>
                  <a:lnTo>
                    <a:pt x="128" y="0"/>
                  </a:lnTo>
                  <a:lnTo>
                    <a:pt x="303" y="150"/>
                  </a:lnTo>
                  <a:lnTo>
                    <a:pt x="137" y="288"/>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0" name="Freeform 56"/>
            <p:cNvSpPr>
              <a:spLocks noEditPoints="1"/>
            </p:cNvSpPr>
            <p:nvPr/>
          </p:nvSpPr>
          <p:spPr bwMode="auto">
            <a:xfrm>
              <a:off x="5722963" y="2742165"/>
              <a:ext cx="115888" cy="290513"/>
            </a:xfrm>
            <a:custGeom>
              <a:avLst/>
              <a:gdLst>
                <a:gd name="T0" fmla="*/ 17 w 31"/>
                <a:gd name="T1" fmla="*/ 0 h 77"/>
                <a:gd name="T2" fmla="*/ 28 w 31"/>
                <a:gd name="T3" fmla="*/ 5 h 77"/>
                <a:gd name="T4" fmla="*/ 31 w 31"/>
                <a:gd name="T5" fmla="*/ 18 h 77"/>
                <a:gd name="T6" fmla="*/ 31 w 31"/>
                <a:gd name="T7" fmla="*/ 63 h 77"/>
                <a:gd name="T8" fmla="*/ 27 w 31"/>
                <a:gd name="T9" fmla="*/ 74 h 77"/>
                <a:gd name="T10" fmla="*/ 16 w 31"/>
                <a:gd name="T11" fmla="*/ 77 h 77"/>
                <a:gd name="T12" fmla="*/ 2 w 31"/>
                <a:gd name="T13" fmla="*/ 72 h 77"/>
                <a:gd name="T14" fmla="*/ 0 w 31"/>
                <a:gd name="T15" fmla="*/ 57 h 77"/>
                <a:gd name="T16" fmla="*/ 0 w 31"/>
                <a:gd name="T17" fmla="*/ 21 h 77"/>
                <a:gd name="T18" fmla="*/ 3 w 31"/>
                <a:gd name="T19" fmla="*/ 6 h 77"/>
                <a:gd name="T20" fmla="*/ 17 w 31"/>
                <a:gd name="T21" fmla="*/ 0 h 77"/>
                <a:gd name="T22" fmla="*/ 16 w 31"/>
                <a:gd name="T23" fmla="*/ 70 h 77"/>
                <a:gd name="T24" fmla="*/ 22 w 31"/>
                <a:gd name="T25" fmla="*/ 59 h 77"/>
                <a:gd name="T26" fmla="*/ 22 w 31"/>
                <a:gd name="T27" fmla="*/ 17 h 77"/>
                <a:gd name="T28" fmla="*/ 16 w 31"/>
                <a:gd name="T29" fmla="*/ 7 h 77"/>
                <a:gd name="T30" fmla="*/ 9 w 31"/>
                <a:gd name="T31" fmla="*/ 17 h 77"/>
                <a:gd name="T32" fmla="*/ 9 w 31"/>
                <a:gd name="T33" fmla="*/ 20 h 77"/>
                <a:gd name="T34" fmla="*/ 9 w 31"/>
                <a:gd name="T35" fmla="*/ 23 h 77"/>
                <a:gd name="T36" fmla="*/ 9 w 31"/>
                <a:gd name="T37" fmla="*/ 35 h 77"/>
                <a:gd name="T38" fmla="*/ 9 w 31"/>
                <a:gd name="T39" fmla="*/ 48 h 77"/>
                <a:gd name="T40" fmla="*/ 9 w 31"/>
                <a:gd name="T41" fmla="*/ 59 h 77"/>
                <a:gd name="T42" fmla="*/ 16 w 31"/>
                <a:gd name="T43" fmla="*/ 7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77">
                  <a:moveTo>
                    <a:pt x="17" y="0"/>
                  </a:moveTo>
                  <a:cubicBezTo>
                    <a:pt x="22" y="0"/>
                    <a:pt x="26" y="2"/>
                    <a:pt x="28" y="5"/>
                  </a:cubicBezTo>
                  <a:cubicBezTo>
                    <a:pt x="30" y="8"/>
                    <a:pt x="31" y="12"/>
                    <a:pt x="31" y="18"/>
                  </a:cubicBezTo>
                  <a:cubicBezTo>
                    <a:pt x="31" y="63"/>
                    <a:pt x="31" y="63"/>
                    <a:pt x="31" y="63"/>
                  </a:cubicBezTo>
                  <a:cubicBezTo>
                    <a:pt x="31" y="67"/>
                    <a:pt x="30" y="71"/>
                    <a:pt x="27" y="74"/>
                  </a:cubicBezTo>
                  <a:cubicBezTo>
                    <a:pt x="24" y="76"/>
                    <a:pt x="21" y="77"/>
                    <a:pt x="16" y="77"/>
                  </a:cubicBezTo>
                  <a:cubicBezTo>
                    <a:pt x="9" y="77"/>
                    <a:pt x="5" y="76"/>
                    <a:pt x="2" y="72"/>
                  </a:cubicBezTo>
                  <a:cubicBezTo>
                    <a:pt x="1" y="69"/>
                    <a:pt x="0" y="64"/>
                    <a:pt x="0" y="57"/>
                  </a:cubicBezTo>
                  <a:cubicBezTo>
                    <a:pt x="0" y="21"/>
                    <a:pt x="0" y="21"/>
                    <a:pt x="0" y="21"/>
                  </a:cubicBezTo>
                  <a:cubicBezTo>
                    <a:pt x="0" y="14"/>
                    <a:pt x="1" y="8"/>
                    <a:pt x="3" y="6"/>
                  </a:cubicBezTo>
                  <a:cubicBezTo>
                    <a:pt x="5" y="2"/>
                    <a:pt x="10" y="0"/>
                    <a:pt x="17" y="0"/>
                  </a:cubicBezTo>
                  <a:close/>
                  <a:moveTo>
                    <a:pt x="16" y="70"/>
                  </a:moveTo>
                  <a:cubicBezTo>
                    <a:pt x="20" y="70"/>
                    <a:pt x="22" y="66"/>
                    <a:pt x="22" y="59"/>
                  </a:cubicBezTo>
                  <a:cubicBezTo>
                    <a:pt x="22" y="17"/>
                    <a:pt x="22" y="17"/>
                    <a:pt x="22" y="17"/>
                  </a:cubicBezTo>
                  <a:cubicBezTo>
                    <a:pt x="22" y="10"/>
                    <a:pt x="20" y="7"/>
                    <a:pt x="16" y="7"/>
                  </a:cubicBezTo>
                  <a:cubicBezTo>
                    <a:pt x="11" y="7"/>
                    <a:pt x="9" y="11"/>
                    <a:pt x="9" y="17"/>
                  </a:cubicBezTo>
                  <a:cubicBezTo>
                    <a:pt x="9" y="20"/>
                    <a:pt x="9" y="20"/>
                    <a:pt x="9" y="20"/>
                  </a:cubicBezTo>
                  <a:cubicBezTo>
                    <a:pt x="9" y="23"/>
                    <a:pt x="9" y="23"/>
                    <a:pt x="9" y="23"/>
                  </a:cubicBezTo>
                  <a:cubicBezTo>
                    <a:pt x="9" y="35"/>
                    <a:pt x="9" y="35"/>
                    <a:pt x="9" y="35"/>
                  </a:cubicBezTo>
                  <a:cubicBezTo>
                    <a:pt x="9" y="48"/>
                    <a:pt x="9" y="48"/>
                    <a:pt x="9" y="48"/>
                  </a:cubicBezTo>
                  <a:cubicBezTo>
                    <a:pt x="9" y="59"/>
                    <a:pt x="9" y="59"/>
                    <a:pt x="9" y="59"/>
                  </a:cubicBezTo>
                  <a:cubicBezTo>
                    <a:pt x="9" y="66"/>
                    <a:pt x="11" y="70"/>
                    <a:pt x="16" y="70"/>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51" name="Freeform 57"/>
            <p:cNvSpPr>
              <a:spLocks/>
            </p:cNvSpPr>
            <p:nvPr/>
          </p:nvSpPr>
          <p:spPr bwMode="auto">
            <a:xfrm>
              <a:off x="5876951" y="2745340"/>
              <a:ext cx="68263" cy="287338"/>
            </a:xfrm>
            <a:custGeom>
              <a:avLst/>
              <a:gdLst>
                <a:gd name="T0" fmla="*/ 0 w 18"/>
                <a:gd name="T1" fmla="*/ 11 h 76"/>
                <a:gd name="T2" fmla="*/ 11 w 18"/>
                <a:gd name="T3" fmla="*/ 0 h 76"/>
                <a:gd name="T4" fmla="*/ 18 w 18"/>
                <a:gd name="T5" fmla="*/ 0 h 76"/>
                <a:gd name="T6" fmla="*/ 18 w 18"/>
                <a:gd name="T7" fmla="*/ 76 h 76"/>
                <a:gd name="T8" fmla="*/ 8 w 18"/>
                <a:gd name="T9" fmla="*/ 76 h 76"/>
                <a:gd name="T10" fmla="*/ 8 w 18"/>
                <a:gd name="T11" fmla="*/ 19 h 76"/>
                <a:gd name="T12" fmla="*/ 0 w 18"/>
                <a:gd name="T13" fmla="*/ 19 h 76"/>
                <a:gd name="T14" fmla="*/ 0 w 18"/>
                <a:gd name="T15" fmla="*/ 11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76">
                  <a:moveTo>
                    <a:pt x="0" y="11"/>
                  </a:moveTo>
                  <a:cubicBezTo>
                    <a:pt x="7" y="10"/>
                    <a:pt x="10" y="7"/>
                    <a:pt x="11" y="0"/>
                  </a:cubicBezTo>
                  <a:cubicBezTo>
                    <a:pt x="18" y="0"/>
                    <a:pt x="18" y="0"/>
                    <a:pt x="18" y="0"/>
                  </a:cubicBezTo>
                  <a:cubicBezTo>
                    <a:pt x="18" y="76"/>
                    <a:pt x="18" y="76"/>
                    <a:pt x="18" y="76"/>
                  </a:cubicBezTo>
                  <a:cubicBezTo>
                    <a:pt x="8" y="76"/>
                    <a:pt x="8" y="76"/>
                    <a:pt x="8" y="76"/>
                  </a:cubicBezTo>
                  <a:cubicBezTo>
                    <a:pt x="8" y="19"/>
                    <a:pt x="8" y="19"/>
                    <a:pt x="8" y="19"/>
                  </a:cubicBezTo>
                  <a:cubicBezTo>
                    <a:pt x="0" y="19"/>
                    <a:pt x="0" y="19"/>
                    <a:pt x="0" y="19"/>
                  </a:cubicBezTo>
                  <a:lnTo>
                    <a:pt x="0" y="11"/>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52" name="组合 19"/>
          <p:cNvGrpSpPr/>
          <p:nvPr/>
        </p:nvGrpSpPr>
        <p:grpSpPr>
          <a:xfrm>
            <a:off x="4057124" y="4203998"/>
            <a:ext cx="624121" cy="562096"/>
            <a:chOff x="952501" y="6013451"/>
            <a:chExt cx="511175" cy="460375"/>
          </a:xfrm>
        </p:grpSpPr>
        <p:sp>
          <p:nvSpPr>
            <p:cNvPr id="53" name="Freeform 58"/>
            <p:cNvSpPr>
              <a:spLocks/>
            </p:cNvSpPr>
            <p:nvPr/>
          </p:nvSpPr>
          <p:spPr bwMode="auto">
            <a:xfrm>
              <a:off x="971551" y="6021388"/>
              <a:ext cx="492125" cy="452438"/>
            </a:xfrm>
            <a:custGeom>
              <a:avLst/>
              <a:gdLst>
                <a:gd name="T0" fmla="*/ 137 w 310"/>
                <a:gd name="T1" fmla="*/ 285 h 285"/>
                <a:gd name="T2" fmla="*/ 0 w 310"/>
                <a:gd name="T3" fmla="*/ 171 h 285"/>
                <a:gd name="T4" fmla="*/ 2 w 310"/>
                <a:gd name="T5" fmla="*/ 12 h 285"/>
                <a:gd name="T6" fmla="*/ 54 w 310"/>
                <a:gd name="T7" fmla="*/ 7 h 285"/>
                <a:gd name="T8" fmla="*/ 87 w 310"/>
                <a:gd name="T9" fmla="*/ 40 h 285"/>
                <a:gd name="T10" fmla="*/ 97 w 310"/>
                <a:gd name="T11" fmla="*/ 7 h 285"/>
                <a:gd name="T12" fmla="*/ 137 w 310"/>
                <a:gd name="T13" fmla="*/ 0 h 285"/>
                <a:gd name="T14" fmla="*/ 310 w 310"/>
                <a:gd name="T15" fmla="*/ 150 h 285"/>
                <a:gd name="T16" fmla="*/ 137 w 310"/>
                <a:gd name="T17" fmla="*/ 285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0" h="285">
                  <a:moveTo>
                    <a:pt x="137" y="285"/>
                  </a:moveTo>
                  <a:lnTo>
                    <a:pt x="0" y="171"/>
                  </a:lnTo>
                  <a:lnTo>
                    <a:pt x="2" y="12"/>
                  </a:lnTo>
                  <a:lnTo>
                    <a:pt x="54" y="7"/>
                  </a:lnTo>
                  <a:lnTo>
                    <a:pt x="87" y="40"/>
                  </a:lnTo>
                  <a:lnTo>
                    <a:pt x="97" y="7"/>
                  </a:lnTo>
                  <a:lnTo>
                    <a:pt x="137" y="0"/>
                  </a:lnTo>
                  <a:lnTo>
                    <a:pt x="310" y="150"/>
                  </a:lnTo>
                  <a:lnTo>
                    <a:pt x="137" y="285"/>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4" name="Freeform 59"/>
            <p:cNvSpPr>
              <a:spLocks noEditPoints="1"/>
            </p:cNvSpPr>
            <p:nvPr/>
          </p:nvSpPr>
          <p:spPr bwMode="auto">
            <a:xfrm>
              <a:off x="952501" y="6013451"/>
              <a:ext cx="115888" cy="290513"/>
            </a:xfrm>
            <a:custGeom>
              <a:avLst/>
              <a:gdLst>
                <a:gd name="T0" fmla="*/ 17 w 31"/>
                <a:gd name="T1" fmla="*/ 0 h 77"/>
                <a:gd name="T2" fmla="*/ 28 w 31"/>
                <a:gd name="T3" fmla="*/ 5 h 77"/>
                <a:gd name="T4" fmla="*/ 31 w 31"/>
                <a:gd name="T5" fmla="*/ 18 h 77"/>
                <a:gd name="T6" fmla="*/ 31 w 31"/>
                <a:gd name="T7" fmla="*/ 62 h 77"/>
                <a:gd name="T8" fmla="*/ 27 w 31"/>
                <a:gd name="T9" fmla="*/ 73 h 77"/>
                <a:gd name="T10" fmla="*/ 16 w 31"/>
                <a:gd name="T11" fmla="*/ 77 h 77"/>
                <a:gd name="T12" fmla="*/ 3 w 31"/>
                <a:gd name="T13" fmla="*/ 71 h 77"/>
                <a:gd name="T14" fmla="*/ 0 w 31"/>
                <a:gd name="T15" fmla="*/ 56 h 77"/>
                <a:gd name="T16" fmla="*/ 0 w 31"/>
                <a:gd name="T17" fmla="*/ 21 h 77"/>
                <a:gd name="T18" fmla="*/ 3 w 31"/>
                <a:gd name="T19" fmla="*/ 5 h 77"/>
                <a:gd name="T20" fmla="*/ 17 w 31"/>
                <a:gd name="T21" fmla="*/ 0 h 77"/>
                <a:gd name="T22" fmla="*/ 16 w 31"/>
                <a:gd name="T23" fmla="*/ 70 h 77"/>
                <a:gd name="T24" fmla="*/ 22 w 31"/>
                <a:gd name="T25" fmla="*/ 59 h 77"/>
                <a:gd name="T26" fmla="*/ 22 w 31"/>
                <a:gd name="T27" fmla="*/ 17 h 77"/>
                <a:gd name="T28" fmla="*/ 16 w 31"/>
                <a:gd name="T29" fmla="*/ 7 h 77"/>
                <a:gd name="T30" fmla="*/ 9 w 31"/>
                <a:gd name="T31" fmla="*/ 17 h 77"/>
                <a:gd name="T32" fmla="*/ 9 w 31"/>
                <a:gd name="T33" fmla="*/ 20 h 77"/>
                <a:gd name="T34" fmla="*/ 9 w 31"/>
                <a:gd name="T35" fmla="*/ 23 h 77"/>
                <a:gd name="T36" fmla="*/ 9 w 31"/>
                <a:gd name="T37" fmla="*/ 35 h 77"/>
                <a:gd name="T38" fmla="*/ 9 w 31"/>
                <a:gd name="T39" fmla="*/ 48 h 77"/>
                <a:gd name="T40" fmla="*/ 9 w 31"/>
                <a:gd name="T41" fmla="*/ 59 h 77"/>
                <a:gd name="T42" fmla="*/ 16 w 31"/>
                <a:gd name="T43" fmla="*/ 7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77">
                  <a:moveTo>
                    <a:pt x="17" y="0"/>
                  </a:moveTo>
                  <a:cubicBezTo>
                    <a:pt x="22" y="0"/>
                    <a:pt x="26" y="1"/>
                    <a:pt x="28" y="5"/>
                  </a:cubicBezTo>
                  <a:cubicBezTo>
                    <a:pt x="30" y="8"/>
                    <a:pt x="31" y="12"/>
                    <a:pt x="31" y="18"/>
                  </a:cubicBezTo>
                  <a:cubicBezTo>
                    <a:pt x="31" y="62"/>
                    <a:pt x="31" y="62"/>
                    <a:pt x="31" y="62"/>
                  </a:cubicBezTo>
                  <a:cubicBezTo>
                    <a:pt x="31" y="67"/>
                    <a:pt x="30" y="71"/>
                    <a:pt x="27" y="73"/>
                  </a:cubicBezTo>
                  <a:cubicBezTo>
                    <a:pt x="25" y="76"/>
                    <a:pt x="21" y="77"/>
                    <a:pt x="16" y="77"/>
                  </a:cubicBezTo>
                  <a:cubicBezTo>
                    <a:pt x="9" y="77"/>
                    <a:pt x="5" y="75"/>
                    <a:pt x="3" y="71"/>
                  </a:cubicBezTo>
                  <a:cubicBezTo>
                    <a:pt x="1" y="69"/>
                    <a:pt x="0" y="64"/>
                    <a:pt x="0" y="56"/>
                  </a:cubicBezTo>
                  <a:cubicBezTo>
                    <a:pt x="0" y="21"/>
                    <a:pt x="0" y="21"/>
                    <a:pt x="0" y="21"/>
                  </a:cubicBezTo>
                  <a:cubicBezTo>
                    <a:pt x="0" y="13"/>
                    <a:pt x="1" y="8"/>
                    <a:pt x="3" y="5"/>
                  </a:cubicBezTo>
                  <a:cubicBezTo>
                    <a:pt x="5" y="2"/>
                    <a:pt x="10" y="0"/>
                    <a:pt x="17" y="0"/>
                  </a:cubicBezTo>
                  <a:close/>
                  <a:moveTo>
                    <a:pt x="16" y="70"/>
                  </a:moveTo>
                  <a:cubicBezTo>
                    <a:pt x="20" y="70"/>
                    <a:pt x="22" y="66"/>
                    <a:pt x="22" y="59"/>
                  </a:cubicBezTo>
                  <a:cubicBezTo>
                    <a:pt x="22" y="17"/>
                    <a:pt x="22" y="17"/>
                    <a:pt x="22" y="17"/>
                  </a:cubicBezTo>
                  <a:cubicBezTo>
                    <a:pt x="22" y="10"/>
                    <a:pt x="20" y="7"/>
                    <a:pt x="16" y="7"/>
                  </a:cubicBezTo>
                  <a:cubicBezTo>
                    <a:pt x="11" y="7"/>
                    <a:pt x="9" y="10"/>
                    <a:pt x="9" y="17"/>
                  </a:cubicBezTo>
                  <a:cubicBezTo>
                    <a:pt x="9" y="20"/>
                    <a:pt x="9" y="20"/>
                    <a:pt x="9" y="20"/>
                  </a:cubicBezTo>
                  <a:cubicBezTo>
                    <a:pt x="9" y="23"/>
                    <a:pt x="9" y="23"/>
                    <a:pt x="9" y="23"/>
                  </a:cubicBezTo>
                  <a:cubicBezTo>
                    <a:pt x="9" y="35"/>
                    <a:pt x="9" y="35"/>
                    <a:pt x="9" y="35"/>
                  </a:cubicBezTo>
                  <a:cubicBezTo>
                    <a:pt x="9" y="48"/>
                    <a:pt x="9" y="48"/>
                    <a:pt x="9" y="48"/>
                  </a:cubicBezTo>
                  <a:cubicBezTo>
                    <a:pt x="9" y="59"/>
                    <a:pt x="9" y="59"/>
                    <a:pt x="9" y="59"/>
                  </a:cubicBezTo>
                  <a:cubicBezTo>
                    <a:pt x="9" y="66"/>
                    <a:pt x="11" y="70"/>
                    <a:pt x="16" y="70"/>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55" name="Freeform 60"/>
            <p:cNvSpPr>
              <a:spLocks/>
            </p:cNvSpPr>
            <p:nvPr/>
          </p:nvSpPr>
          <p:spPr bwMode="auto">
            <a:xfrm>
              <a:off x="1090613" y="6013451"/>
              <a:ext cx="117475" cy="290513"/>
            </a:xfrm>
            <a:custGeom>
              <a:avLst/>
              <a:gdLst>
                <a:gd name="T0" fmla="*/ 0 w 31"/>
                <a:gd name="T1" fmla="*/ 16 h 77"/>
                <a:gd name="T2" fmla="*/ 4 w 31"/>
                <a:gd name="T3" fmla="*/ 4 h 77"/>
                <a:gd name="T4" fmla="*/ 16 w 31"/>
                <a:gd name="T5" fmla="*/ 0 h 77"/>
                <a:gd name="T6" fmla="*/ 29 w 31"/>
                <a:gd name="T7" fmla="*/ 6 h 77"/>
                <a:gd name="T8" fmla="*/ 31 w 31"/>
                <a:gd name="T9" fmla="*/ 22 h 77"/>
                <a:gd name="T10" fmla="*/ 30 w 31"/>
                <a:gd name="T11" fmla="*/ 30 h 77"/>
                <a:gd name="T12" fmla="*/ 27 w 31"/>
                <a:gd name="T13" fmla="*/ 38 h 77"/>
                <a:gd name="T14" fmla="*/ 18 w 31"/>
                <a:gd name="T15" fmla="*/ 52 h 77"/>
                <a:gd name="T16" fmla="*/ 11 w 31"/>
                <a:gd name="T17" fmla="*/ 68 h 77"/>
                <a:gd name="T18" fmla="*/ 31 w 31"/>
                <a:gd name="T19" fmla="*/ 68 h 77"/>
                <a:gd name="T20" fmla="*/ 31 w 31"/>
                <a:gd name="T21" fmla="*/ 76 h 77"/>
                <a:gd name="T22" fmla="*/ 8 w 31"/>
                <a:gd name="T23" fmla="*/ 77 h 77"/>
                <a:gd name="T24" fmla="*/ 0 w 31"/>
                <a:gd name="T25" fmla="*/ 76 h 77"/>
                <a:gd name="T26" fmla="*/ 0 w 31"/>
                <a:gd name="T27" fmla="*/ 76 h 77"/>
                <a:gd name="T28" fmla="*/ 5 w 31"/>
                <a:gd name="T29" fmla="*/ 55 h 77"/>
                <a:gd name="T30" fmla="*/ 17 w 31"/>
                <a:gd name="T31" fmla="*/ 37 h 77"/>
                <a:gd name="T32" fmla="*/ 21 w 31"/>
                <a:gd name="T33" fmla="*/ 20 h 77"/>
                <a:gd name="T34" fmla="*/ 21 w 31"/>
                <a:gd name="T35" fmla="*/ 19 h 77"/>
                <a:gd name="T36" fmla="*/ 21 w 31"/>
                <a:gd name="T37" fmla="*/ 17 h 77"/>
                <a:gd name="T38" fmla="*/ 21 w 31"/>
                <a:gd name="T39" fmla="*/ 12 h 77"/>
                <a:gd name="T40" fmla="*/ 15 w 31"/>
                <a:gd name="T41" fmla="*/ 7 h 77"/>
                <a:gd name="T42" fmla="*/ 10 w 31"/>
                <a:gd name="T43" fmla="*/ 16 h 77"/>
                <a:gd name="T44" fmla="*/ 10 w 31"/>
                <a:gd name="T45" fmla="*/ 19 h 77"/>
                <a:gd name="T46" fmla="*/ 10 w 31"/>
                <a:gd name="T47" fmla="*/ 21 h 77"/>
                <a:gd name="T48" fmla="*/ 10 w 31"/>
                <a:gd name="T49" fmla="*/ 23 h 77"/>
                <a:gd name="T50" fmla="*/ 10 w 31"/>
                <a:gd name="T51" fmla="*/ 26 h 77"/>
                <a:gd name="T52" fmla="*/ 0 w 31"/>
                <a:gd name="T53" fmla="*/ 26 h 77"/>
                <a:gd name="T54" fmla="*/ 0 w 31"/>
                <a:gd name="T55" fmla="*/ 1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1" h="77">
                  <a:moveTo>
                    <a:pt x="0" y="16"/>
                  </a:moveTo>
                  <a:cubicBezTo>
                    <a:pt x="0" y="10"/>
                    <a:pt x="2" y="6"/>
                    <a:pt x="4" y="4"/>
                  </a:cubicBezTo>
                  <a:cubicBezTo>
                    <a:pt x="6" y="1"/>
                    <a:pt x="10" y="0"/>
                    <a:pt x="16" y="0"/>
                  </a:cubicBezTo>
                  <a:cubicBezTo>
                    <a:pt x="23" y="0"/>
                    <a:pt x="27" y="2"/>
                    <a:pt x="29" y="6"/>
                  </a:cubicBezTo>
                  <a:cubicBezTo>
                    <a:pt x="30" y="9"/>
                    <a:pt x="31" y="14"/>
                    <a:pt x="31" y="22"/>
                  </a:cubicBezTo>
                  <a:cubicBezTo>
                    <a:pt x="31" y="25"/>
                    <a:pt x="31" y="28"/>
                    <a:pt x="30" y="30"/>
                  </a:cubicBezTo>
                  <a:cubicBezTo>
                    <a:pt x="30" y="32"/>
                    <a:pt x="29" y="35"/>
                    <a:pt x="27" y="38"/>
                  </a:cubicBezTo>
                  <a:cubicBezTo>
                    <a:pt x="18" y="52"/>
                    <a:pt x="18" y="52"/>
                    <a:pt x="18" y="52"/>
                  </a:cubicBezTo>
                  <a:cubicBezTo>
                    <a:pt x="14" y="58"/>
                    <a:pt x="12" y="63"/>
                    <a:pt x="11" y="68"/>
                  </a:cubicBezTo>
                  <a:cubicBezTo>
                    <a:pt x="31" y="68"/>
                    <a:pt x="31" y="68"/>
                    <a:pt x="31" y="68"/>
                  </a:cubicBezTo>
                  <a:cubicBezTo>
                    <a:pt x="31" y="76"/>
                    <a:pt x="31" y="76"/>
                    <a:pt x="31" y="76"/>
                  </a:cubicBezTo>
                  <a:cubicBezTo>
                    <a:pt x="8" y="77"/>
                    <a:pt x="8" y="77"/>
                    <a:pt x="8" y="77"/>
                  </a:cubicBezTo>
                  <a:cubicBezTo>
                    <a:pt x="0" y="76"/>
                    <a:pt x="0" y="76"/>
                    <a:pt x="0" y="76"/>
                  </a:cubicBezTo>
                  <a:cubicBezTo>
                    <a:pt x="0" y="76"/>
                    <a:pt x="0" y="76"/>
                    <a:pt x="0" y="76"/>
                  </a:cubicBezTo>
                  <a:cubicBezTo>
                    <a:pt x="0" y="68"/>
                    <a:pt x="2" y="61"/>
                    <a:pt x="5" y="55"/>
                  </a:cubicBezTo>
                  <a:cubicBezTo>
                    <a:pt x="7" y="51"/>
                    <a:pt x="11" y="45"/>
                    <a:pt x="17" y="37"/>
                  </a:cubicBezTo>
                  <a:cubicBezTo>
                    <a:pt x="20" y="32"/>
                    <a:pt x="21" y="27"/>
                    <a:pt x="21" y="20"/>
                  </a:cubicBezTo>
                  <a:cubicBezTo>
                    <a:pt x="21" y="19"/>
                    <a:pt x="21" y="19"/>
                    <a:pt x="21" y="19"/>
                  </a:cubicBezTo>
                  <a:cubicBezTo>
                    <a:pt x="21" y="17"/>
                    <a:pt x="21" y="17"/>
                    <a:pt x="21" y="17"/>
                  </a:cubicBezTo>
                  <a:cubicBezTo>
                    <a:pt x="21" y="15"/>
                    <a:pt x="21" y="13"/>
                    <a:pt x="21" y="12"/>
                  </a:cubicBezTo>
                  <a:cubicBezTo>
                    <a:pt x="20" y="9"/>
                    <a:pt x="18" y="7"/>
                    <a:pt x="15" y="7"/>
                  </a:cubicBezTo>
                  <a:cubicBezTo>
                    <a:pt x="11" y="7"/>
                    <a:pt x="10" y="10"/>
                    <a:pt x="10" y="16"/>
                  </a:cubicBezTo>
                  <a:cubicBezTo>
                    <a:pt x="10" y="19"/>
                    <a:pt x="10" y="19"/>
                    <a:pt x="10" y="19"/>
                  </a:cubicBezTo>
                  <a:cubicBezTo>
                    <a:pt x="10" y="21"/>
                    <a:pt x="10" y="21"/>
                    <a:pt x="10" y="21"/>
                  </a:cubicBezTo>
                  <a:cubicBezTo>
                    <a:pt x="10" y="23"/>
                    <a:pt x="10" y="23"/>
                    <a:pt x="10" y="23"/>
                  </a:cubicBezTo>
                  <a:cubicBezTo>
                    <a:pt x="10" y="26"/>
                    <a:pt x="10" y="26"/>
                    <a:pt x="10" y="26"/>
                  </a:cubicBezTo>
                  <a:cubicBezTo>
                    <a:pt x="0" y="26"/>
                    <a:pt x="0" y="26"/>
                    <a:pt x="0" y="26"/>
                  </a:cubicBezTo>
                  <a:lnTo>
                    <a:pt x="0" y="16"/>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56" name="组合 23"/>
          <p:cNvGrpSpPr/>
          <p:nvPr/>
        </p:nvGrpSpPr>
        <p:grpSpPr>
          <a:xfrm>
            <a:off x="5514279" y="2749362"/>
            <a:ext cx="624121" cy="562096"/>
            <a:chOff x="5405438" y="6815138"/>
            <a:chExt cx="511175" cy="460375"/>
          </a:xfrm>
        </p:grpSpPr>
        <p:sp>
          <p:nvSpPr>
            <p:cNvPr id="57" name="Freeform 61"/>
            <p:cNvSpPr>
              <a:spLocks/>
            </p:cNvSpPr>
            <p:nvPr/>
          </p:nvSpPr>
          <p:spPr bwMode="auto">
            <a:xfrm>
              <a:off x="5424488" y="6821488"/>
              <a:ext cx="492125" cy="454025"/>
            </a:xfrm>
            <a:custGeom>
              <a:avLst/>
              <a:gdLst>
                <a:gd name="T0" fmla="*/ 140 w 310"/>
                <a:gd name="T1" fmla="*/ 286 h 286"/>
                <a:gd name="T2" fmla="*/ 0 w 310"/>
                <a:gd name="T3" fmla="*/ 172 h 286"/>
                <a:gd name="T4" fmla="*/ 2 w 310"/>
                <a:gd name="T5" fmla="*/ 12 h 286"/>
                <a:gd name="T6" fmla="*/ 57 w 310"/>
                <a:gd name="T7" fmla="*/ 7 h 286"/>
                <a:gd name="T8" fmla="*/ 88 w 310"/>
                <a:gd name="T9" fmla="*/ 41 h 286"/>
                <a:gd name="T10" fmla="*/ 97 w 310"/>
                <a:gd name="T11" fmla="*/ 7 h 286"/>
                <a:gd name="T12" fmla="*/ 135 w 310"/>
                <a:gd name="T13" fmla="*/ 0 h 286"/>
                <a:gd name="T14" fmla="*/ 310 w 310"/>
                <a:gd name="T15" fmla="*/ 150 h 286"/>
                <a:gd name="T16" fmla="*/ 140 w 310"/>
                <a:gd name="T17" fmla="*/ 286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0" h="286">
                  <a:moveTo>
                    <a:pt x="140" y="286"/>
                  </a:moveTo>
                  <a:lnTo>
                    <a:pt x="0" y="172"/>
                  </a:lnTo>
                  <a:lnTo>
                    <a:pt x="2" y="12"/>
                  </a:lnTo>
                  <a:lnTo>
                    <a:pt x="57" y="7"/>
                  </a:lnTo>
                  <a:lnTo>
                    <a:pt x="88" y="41"/>
                  </a:lnTo>
                  <a:lnTo>
                    <a:pt x="97" y="7"/>
                  </a:lnTo>
                  <a:lnTo>
                    <a:pt x="135" y="0"/>
                  </a:lnTo>
                  <a:lnTo>
                    <a:pt x="310" y="150"/>
                  </a:lnTo>
                  <a:lnTo>
                    <a:pt x="140" y="286"/>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8" name="Freeform 62"/>
            <p:cNvSpPr>
              <a:spLocks noEditPoints="1"/>
            </p:cNvSpPr>
            <p:nvPr/>
          </p:nvSpPr>
          <p:spPr bwMode="auto">
            <a:xfrm>
              <a:off x="5405438" y="6815138"/>
              <a:ext cx="117475" cy="290513"/>
            </a:xfrm>
            <a:custGeom>
              <a:avLst/>
              <a:gdLst>
                <a:gd name="T0" fmla="*/ 17 w 31"/>
                <a:gd name="T1" fmla="*/ 0 h 77"/>
                <a:gd name="T2" fmla="*/ 29 w 31"/>
                <a:gd name="T3" fmla="*/ 5 h 77"/>
                <a:gd name="T4" fmla="*/ 31 w 31"/>
                <a:gd name="T5" fmla="*/ 18 h 77"/>
                <a:gd name="T6" fmla="*/ 31 w 31"/>
                <a:gd name="T7" fmla="*/ 62 h 77"/>
                <a:gd name="T8" fmla="*/ 27 w 31"/>
                <a:gd name="T9" fmla="*/ 73 h 77"/>
                <a:gd name="T10" fmla="*/ 16 w 31"/>
                <a:gd name="T11" fmla="*/ 77 h 77"/>
                <a:gd name="T12" fmla="*/ 3 w 31"/>
                <a:gd name="T13" fmla="*/ 72 h 77"/>
                <a:gd name="T14" fmla="*/ 0 w 31"/>
                <a:gd name="T15" fmla="*/ 56 h 77"/>
                <a:gd name="T16" fmla="*/ 0 w 31"/>
                <a:gd name="T17" fmla="*/ 21 h 77"/>
                <a:gd name="T18" fmla="*/ 3 w 31"/>
                <a:gd name="T19" fmla="*/ 5 h 77"/>
                <a:gd name="T20" fmla="*/ 17 w 31"/>
                <a:gd name="T21" fmla="*/ 0 h 77"/>
                <a:gd name="T22" fmla="*/ 16 w 31"/>
                <a:gd name="T23" fmla="*/ 70 h 77"/>
                <a:gd name="T24" fmla="*/ 23 w 31"/>
                <a:gd name="T25" fmla="*/ 59 h 77"/>
                <a:gd name="T26" fmla="*/ 23 w 31"/>
                <a:gd name="T27" fmla="*/ 17 h 77"/>
                <a:gd name="T28" fmla="*/ 16 w 31"/>
                <a:gd name="T29" fmla="*/ 7 h 77"/>
                <a:gd name="T30" fmla="*/ 9 w 31"/>
                <a:gd name="T31" fmla="*/ 17 h 77"/>
                <a:gd name="T32" fmla="*/ 9 w 31"/>
                <a:gd name="T33" fmla="*/ 20 h 77"/>
                <a:gd name="T34" fmla="*/ 9 w 31"/>
                <a:gd name="T35" fmla="*/ 23 h 77"/>
                <a:gd name="T36" fmla="*/ 9 w 31"/>
                <a:gd name="T37" fmla="*/ 35 h 77"/>
                <a:gd name="T38" fmla="*/ 9 w 31"/>
                <a:gd name="T39" fmla="*/ 48 h 77"/>
                <a:gd name="T40" fmla="*/ 9 w 31"/>
                <a:gd name="T41" fmla="*/ 59 h 77"/>
                <a:gd name="T42" fmla="*/ 16 w 31"/>
                <a:gd name="T43" fmla="*/ 7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77">
                  <a:moveTo>
                    <a:pt x="17" y="0"/>
                  </a:moveTo>
                  <a:cubicBezTo>
                    <a:pt x="22" y="0"/>
                    <a:pt x="26" y="2"/>
                    <a:pt x="29" y="5"/>
                  </a:cubicBezTo>
                  <a:cubicBezTo>
                    <a:pt x="30" y="8"/>
                    <a:pt x="31" y="12"/>
                    <a:pt x="31" y="18"/>
                  </a:cubicBezTo>
                  <a:cubicBezTo>
                    <a:pt x="31" y="62"/>
                    <a:pt x="31" y="62"/>
                    <a:pt x="31" y="62"/>
                  </a:cubicBezTo>
                  <a:cubicBezTo>
                    <a:pt x="31" y="67"/>
                    <a:pt x="30" y="71"/>
                    <a:pt x="27" y="73"/>
                  </a:cubicBezTo>
                  <a:cubicBezTo>
                    <a:pt x="25" y="76"/>
                    <a:pt x="21" y="77"/>
                    <a:pt x="16" y="77"/>
                  </a:cubicBezTo>
                  <a:cubicBezTo>
                    <a:pt x="10" y="77"/>
                    <a:pt x="5" y="75"/>
                    <a:pt x="3" y="72"/>
                  </a:cubicBezTo>
                  <a:cubicBezTo>
                    <a:pt x="1" y="69"/>
                    <a:pt x="0" y="64"/>
                    <a:pt x="0" y="56"/>
                  </a:cubicBezTo>
                  <a:cubicBezTo>
                    <a:pt x="0" y="21"/>
                    <a:pt x="0" y="21"/>
                    <a:pt x="0" y="21"/>
                  </a:cubicBezTo>
                  <a:cubicBezTo>
                    <a:pt x="0" y="14"/>
                    <a:pt x="1" y="8"/>
                    <a:pt x="3" y="5"/>
                  </a:cubicBezTo>
                  <a:cubicBezTo>
                    <a:pt x="5" y="2"/>
                    <a:pt x="10" y="0"/>
                    <a:pt x="17" y="0"/>
                  </a:cubicBezTo>
                  <a:close/>
                  <a:moveTo>
                    <a:pt x="16" y="70"/>
                  </a:moveTo>
                  <a:cubicBezTo>
                    <a:pt x="20" y="70"/>
                    <a:pt x="23" y="66"/>
                    <a:pt x="23" y="59"/>
                  </a:cubicBezTo>
                  <a:cubicBezTo>
                    <a:pt x="23" y="17"/>
                    <a:pt x="23" y="17"/>
                    <a:pt x="23" y="17"/>
                  </a:cubicBezTo>
                  <a:cubicBezTo>
                    <a:pt x="23" y="10"/>
                    <a:pt x="20" y="7"/>
                    <a:pt x="16" y="7"/>
                  </a:cubicBezTo>
                  <a:cubicBezTo>
                    <a:pt x="12" y="7"/>
                    <a:pt x="9" y="10"/>
                    <a:pt x="9" y="17"/>
                  </a:cubicBezTo>
                  <a:cubicBezTo>
                    <a:pt x="9" y="20"/>
                    <a:pt x="9" y="20"/>
                    <a:pt x="9" y="20"/>
                  </a:cubicBezTo>
                  <a:cubicBezTo>
                    <a:pt x="9" y="23"/>
                    <a:pt x="9" y="23"/>
                    <a:pt x="9" y="23"/>
                  </a:cubicBezTo>
                  <a:cubicBezTo>
                    <a:pt x="9" y="35"/>
                    <a:pt x="9" y="35"/>
                    <a:pt x="9" y="35"/>
                  </a:cubicBezTo>
                  <a:cubicBezTo>
                    <a:pt x="9" y="48"/>
                    <a:pt x="9" y="48"/>
                    <a:pt x="9" y="48"/>
                  </a:cubicBezTo>
                  <a:cubicBezTo>
                    <a:pt x="9" y="59"/>
                    <a:pt x="9" y="59"/>
                    <a:pt x="9" y="59"/>
                  </a:cubicBezTo>
                  <a:cubicBezTo>
                    <a:pt x="9" y="66"/>
                    <a:pt x="12" y="70"/>
                    <a:pt x="16" y="70"/>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59" name="Freeform 63"/>
            <p:cNvSpPr>
              <a:spLocks/>
            </p:cNvSpPr>
            <p:nvPr/>
          </p:nvSpPr>
          <p:spPr bwMode="auto">
            <a:xfrm>
              <a:off x="5545138" y="6815138"/>
              <a:ext cx="112713" cy="290513"/>
            </a:xfrm>
            <a:custGeom>
              <a:avLst/>
              <a:gdLst>
                <a:gd name="T0" fmla="*/ 9 w 30"/>
                <a:gd name="T1" fmla="*/ 54 h 77"/>
                <a:gd name="T2" fmla="*/ 9 w 30"/>
                <a:gd name="T3" fmla="*/ 62 h 77"/>
                <a:gd name="T4" fmla="*/ 10 w 30"/>
                <a:gd name="T5" fmla="*/ 68 h 77"/>
                <a:gd name="T6" fmla="*/ 16 w 30"/>
                <a:gd name="T7" fmla="*/ 70 h 77"/>
                <a:gd name="T8" fmla="*/ 21 w 30"/>
                <a:gd name="T9" fmla="*/ 65 h 77"/>
                <a:gd name="T10" fmla="*/ 21 w 30"/>
                <a:gd name="T11" fmla="*/ 58 h 77"/>
                <a:gd name="T12" fmla="*/ 21 w 30"/>
                <a:gd name="T13" fmla="*/ 52 h 77"/>
                <a:gd name="T14" fmla="*/ 20 w 30"/>
                <a:gd name="T15" fmla="*/ 43 h 77"/>
                <a:gd name="T16" fmla="*/ 12 w 30"/>
                <a:gd name="T17" fmla="*/ 39 h 77"/>
                <a:gd name="T18" fmla="*/ 10 w 30"/>
                <a:gd name="T19" fmla="*/ 39 h 77"/>
                <a:gd name="T20" fmla="*/ 7 w 30"/>
                <a:gd name="T21" fmla="*/ 40 h 77"/>
                <a:gd name="T22" fmla="*/ 7 w 30"/>
                <a:gd name="T23" fmla="*/ 31 h 77"/>
                <a:gd name="T24" fmla="*/ 9 w 30"/>
                <a:gd name="T25" fmla="*/ 31 h 77"/>
                <a:gd name="T26" fmla="*/ 19 w 30"/>
                <a:gd name="T27" fmla="*/ 22 h 77"/>
                <a:gd name="T28" fmla="*/ 19 w 30"/>
                <a:gd name="T29" fmla="*/ 14 h 77"/>
                <a:gd name="T30" fmla="*/ 14 w 30"/>
                <a:gd name="T31" fmla="*/ 7 h 77"/>
                <a:gd name="T32" fmla="*/ 9 w 30"/>
                <a:gd name="T33" fmla="*/ 15 h 77"/>
                <a:gd name="T34" fmla="*/ 9 w 30"/>
                <a:gd name="T35" fmla="*/ 17 h 77"/>
                <a:gd name="T36" fmla="*/ 9 w 30"/>
                <a:gd name="T37" fmla="*/ 19 h 77"/>
                <a:gd name="T38" fmla="*/ 0 w 30"/>
                <a:gd name="T39" fmla="*/ 19 h 77"/>
                <a:gd name="T40" fmla="*/ 0 w 30"/>
                <a:gd name="T41" fmla="*/ 12 h 77"/>
                <a:gd name="T42" fmla="*/ 15 w 30"/>
                <a:gd name="T43" fmla="*/ 0 h 77"/>
                <a:gd name="T44" fmla="*/ 29 w 30"/>
                <a:gd name="T45" fmla="*/ 13 h 77"/>
                <a:gd name="T46" fmla="*/ 29 w 30"/>
                <a:gd name="T47" fmla="*/ 17 h 77"/>
                <a:gd name="T48" fmla="*/ 29 w 30"/>
                <a:gd name="T49" fmla="*/ 20 h 77"/>
                <a:gd name="T50" fmla="*/ 22 w 30"/>
                <a:gd name="T51" fmla="*/ 34 h 77"/>
                <a:gd name="T52" fmla="*/ 28 w 30"/>
                <a:gd name="T53" fmla="*/ 39 h 77"/>
                <a:gd name="T54" fmla="*/ 30 w 30"/>
                <a:gd name="T55" fmla="*/ 48 h 77"/>
                <a:gd name="T56" fmla="*/ 30 w 30"/>
                <a:gd name="T57" fmla="*/ 64 h 77"/>
                <a:gd name="T58" fmla="*/ 14 w 30"/>
                <a:gd name="T59" fmla="*/ 77 h 77"/>
                <a:gd name="T60" fmla="*/ 0 w 30"/>
                <a:gd name="T61" fmla="*/ 64 h 77"/>
                <a:gd name="T62" fmla="*/ 0 w 30"/>
                <a:gd name="T63" fmla="*/ 54 h 77"/>
                <a:gd name="T64" fmla="*/ 9 w 30"/>
                <a:gd name="T65" fmla="*/ 5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 h="77">
                  <a:moveTo>
                    <a:pt x="9" y="54"/>
                  </a:moveTo>
                  <a:cubicBezTo>
                    <a:pt x="9" y="62"/>
                    <a:pt x="9" y="62"/>
                    <a:pt x="9" y="62"/>
                  </a:cubicBezTo>
                  <a:cubicBezTo>
                    <a:pt x="9" y="65"/>
                    <a:pt x="9" y="67"/>
                    <a:pt x="10" y="68"/>
                  </a:cubicBezTo>
                  <a:cubicBezTo>
                    <a:pt x="11" y="69"/>
                    <a:pt x="13" y="70"/>
                    <a:pt x="16" y="70"/>
                  </a:cubicBezTo>
                  <a:cubicBezTo>
                    <a:pt x="18" y="70"/>
                    <a:pt x="20" y="68"/>
                    <a:pt x="21" y="65"/>
                  </a:cubicBezTo>
                  <a:cubicBezTo>
                    <a:pt x="21" y="64"/>
                    <a:pt x="21" y="62"/>
                    <a:pt x="21" y="58"/>
                  </a:cubicBezTo>
                  <a:cubicBezTo>
                    <a:pt x="21" y="52"/>
                    <a:pt x="21" y="52"/>
                    <a:pt x="21" y="52"/>
                  </a:cubicBezTo>
                  <a:cubicBezTo>
                    <a:pt x="21" y="48"/>
                    <a:pt x="21" y="45"/>
                    <a:pt x="20" y="43"/>
                  </a:cubicBezTo>
                  <a:cubicBezTo>
                    <a:pt x="18" y="41"/>
                    <a:pt x="16" y="39"/>
                    <a:pt x="12" y="39"/>
                  </a:cubicBezTo>
                  <a:cubicBezTo>
                    <a:pt x="11" y="39"/>
                    <a:pt x="11" y="39"/>
                    <a:pt x="10" y="39"/>
                  </a:cubicBezTo>
                  <a:cubicBezTo>
                    <a:pt x="9" y="39"/>
                    <a:pt x="8" y="40"/>
                    <a:pt x="7" y="40"/>
                  </a:cubicBezTo>
                  <a:cubicBezTo>
                    <a:pt x="7" y="31"/>
                    <a:pt x="7" y="31"/>
                    <a:pt x="7" y="31"/>
                  </a:cubicBezTo>
                  <a:cubicBezTo>
                    <a:pt x="9" y="31"/>
                    <a:pt x="9" y="31"/>
                    <a:pt x="9" y="31"/>
                  </a:cubicBezTo>
                  <a:cubicBezTo>
                    <a:pt x="16" y="31"/>
                    <a:pt x="19" y="28"/>
                    <a:pt x="19" y="22"/>
                  </a:cubicBezTo>
                  <a:cubicBezTo>
                    <a:pt x="19" y="14"/>
                    <a:pt x="19" y="14"/>
                    <a:pt x="19" y="14"/>
                  </a:cubicBezTo>
                  <a:cubicBezTo>
                    <a:pt x="19" y="9"/>
                    <a:pt x="18" y="7"/>
                    <a:pt x="14" y="7"/>
                  </a:cubicBezTo>
                  <a:cubicBezTo>
                    <a:pt x="11" y="7"/>
                    <a:pt x="9" y="10"/>
                    <a:pt x="9" y="15"/>
                  </a:cubicBezTo>
                  <a:cubicBezTo>
                    <a:pt x="9" y="17"/>
                    <a:pt x="9" y="17"/>
                    <a:pt x="9" y="17"/>
                  </a:cubicBezTo>
                  <a:cubicBezTo>
                    <a:pt x="9" y="19"/>
                    <a:pt x="9" y="19"/>
                    <a:pt x="9" y="19"/>
                  </a:cubicBezTo>
                  <a:cubicBezTo>
                    <a:pt x="0" y="19"/>
                    <a:pt x="0" y="19"/>
                    <a:pt x="0" y="19"/>
                  </a:cubicBezTo>
                  <a:cubicBezTo>
                    <a:pt x="0" y="12"/>
                    <a:pt x="0" y="12"/>
                    <a:pt x="0" y="12"/>
                  </a:cubicBezTo>
                  <a:cubicBezTo>
                    <a:pt x="0" y="4"/>
                    <a:pt x="5" y="0"/>
                    <a:pt x="15" y="0"/>
                  </a:cubicBezTo>
                  <a:cubicBezTo>
                    <a:pt x="24" y="0"/>
                    <a:pt x="29" y="4"/>
                    <a:pt x="29" y="13"/>
                  </a:cubicBezTo>
                  <a:cubicBezTo>
                    <a:pt x="29" y="17"/>
                    <a:pt x="29" y="17"/>
                    <a:pt x="29" y="17"/>
                  </a:cubicBezTo>
                  <a:cubicBezTo>
                    <a:pt x="29" y="20"/>
                    <a:pt x="29" y="20"/>
                    <a:pt x="29" y="20"/>
                  </a:cubicBezTo>
                  <a:cubicBezTo>
                    <a:pt x="29" y="27"/>
                    <a:pt x="26" y="31"/>
                    <a:pt x="22" y="34"/>
                  </a:cubicBezTo>
                  <a:cubicBezTo>
                    <a:pt x="25" y="35"/>
                    <a:pt x="27" y="36"/>
                    <a:pt x="28" y="39"/>
                  </a:cubicBezTo>
                  <a:cubicBezTo>
                    <a:pt x="29" y="41"/>
                    <a:pt x="30" y="44"/>
                    <a:pt x="30" y="48"/>
                  </a:cubicBezTo>
                  <a:cubicBezTo>
                    <a:pt x="30" y="64"/>
                    <a:pt x="30" y="64"/>
                    <a:pt x="30" y="64"/>
                  </a:cubicBezTo>
                  <a:cubicBezTo>
                    <a:pt x="30" y="73"/>
                    <a:pt x="25" y="77"/>
                    <a:pt x="14" y="77"/>
                  </a:cubicBezTo>
                  <a:cubicBezTo>
                    <a:pt x="5" y="77"/>
                    <a:pt x="0" y="73"/>
                    <a:pt x="0" y="64"/>
                  </a:cubicBezTo>
                  <a:cubicBezTo>
                    <a:pt x="0" y="54"/>
                    <a:pt x="0" y="54"/>
                    <a:pt x="0" y="54"/>
                  </a:cubicBezTo>
                  <a:lnTo>
                    <a:pt x="9" y="54"/>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sp>
        <p:nvSpPr>
          <p:cNvPr id="60" name="文本框 59"/>
          <p:cNvSpPr txBox="1"/>
          <p:nvPr/>
        </p:nvSpPr>
        <p:spPr>
          <a:xfrm>
            <a:off x="5075960" y="4074392"/>
            <a:ext cx="2856518" cy="830997"/>
          </a:xfrm>
          <a:prstGeom prst="rect">
            <a:avLst/>
          </a:prstGeom>
          <a:noFill/>
        </p:spPr>
        <p:txBody>
          <a:bodyPr wrap="square" rtlCol="0">
            <a:spAutoFit/>
          </a:bodyPr>
          <a:lstStyle/>
          <a:p>
            <a:pPr>
              <a:lnSpc>
                <a:spcPct val="120000"/>
              </a:lnSpc>
            </a:pPr>
            <a:r>
              <a:rPr lang="zh-CN" altLang="en-US" sz="2400" b="1" dirty="0">
                <a:solidFill>
                  <a:srgbClr val="B02385"/>
                </a:solidFill>
              </a:rPr>
              <a:t>添加标题</a:t>
            </a:r>
            <a:endParaRPr lang="en-US" altLang="zh-CN" sz="2400" b="1" dirty="0">
              <a:solidFill>
                <a:srgbClr val="B02385"/>
              </a:solidFill>
            </a:endParaRPr>
          </a:p>
          <a:p>
            <a:pPr>
              <a:lnSpc>
                <a:spcPct val="120000"/>
              </a:lnSpc>
            </a:pPr>
            <a:r>
              <a:rPr lang="zh-CN" altLang="en-US" sz="1600" dirty="0">
                <a:solidFill>
                  <a:schemeClr val="tx1">
                    <a:lumMod val="65000"/>
                    <a:lumOff val="35000"/>
                  </a:schemeClr>
                </a:solidFill>
              </a:rPr>
              <a:t>添加内容添加内容</a:t>
            </a:r>
          </a:p>
        </p:txBody>
      </p:sp>
      <p:sp>
        <p:nvSpPr>
          <p:cNvPr id="61" name="文本框 60"/>
          <p:cNvSpPr txBox="1"/>
          <p:nvPr/>
        </p:nvSpPr>
        <p:spPr>
          <a:xfrm>
            <a:off x="3681463" y="5485127"/>
            <a:ext cx="2856518" cy="830997"/>
          </a:xfrm>
          <a:prstGeom prst="rect">
            <a:avLst/>
          </a:prstGeom>
          <a:noFill/>
        </p:spPr>
        <p:txBody>
          <a:bodyPr wrap="square" rtlCol="0">
            <a:spAutoFit/>
          </a:bodyPr>
          <a:lstStyle/>
          <a:p>
            <a:pPr>
              <a:lnSpc>
                <a:spcPct val="120000"/>
              </a:lnSpc>
            </a:pPr>
            <a:r>
              <a:rPr lang="zh-CN" altLang="en-US" sz="2400" b="1" dirty="0">
                <a:solidFill>
                  <a:srgbClr val="F6AE1A"/>
                </a:solidFill>
              </a:rPr>
              <a:t>添加标题</a:t>
            </a:r>
            <a:endParaRPr lang="en-US" altLang="zh-CN" sz="2400" b="1" dirty="0">
              <a:solidFill>
                <a:srgbClr val="F6AE1A"/>
              </a:solidFill>
            </a:endParaRPr>
          </a:p>
          <a:p>
            <a:pPr>
              <a:lnSpc>
                <a:spcPct val="120000"/>
              </a:lnSpc>
            </a:pPr>
            <a:r>
              <a:rPr lang="zh-CN" altLang="en-US" sz="1600" dirty="0">
                <a:solidFill>
                  <a:schemeClr val="tx1">
                    <a:lumMod val="65000"/>
                    <a:lumOff val="35000"/>
                  </a:schemeClr>
                </a:solidFill>
              </a:rPr>
              <a:t>添加内容添加内容</a:t>
            </a:r>
          </a:p>
        </p:txBody>
      </p:sp>
      <p:sp>
        <p:nvSpPr>
          <p:cNvPr id="62" name="文本框 61"/>
          <p:cNvSpPr txBox="1"/>
          <p:nvPr/>
        </p:nvSpPr>
        <p:spPr>
          <a:xfrm>
            <a:off x="6513371" y="2557548"/>
            <a:ext cx="2856518" cy="830997"/>
          </a:xfrm>
          <a:prstGeom prst="rect">
            <a:avLst/>
          </a:prstGeom>
          <a:noFill/>
        </p:spPr>
        <p:txBody>
          <a:bodyPr wrap="square" rtlCol="0">
            <a:spAutoFit/>
          </a:bodyPr>
          <a:lstStyle/>
          <a:p>
            <a:pPr>
              <a:lnSpc>
                <a:spcPct val="120000"/>
              </a:lnSpc>
            </a:pPr>
            <a:r>
              <a:rPr lang="zh-CN" altLang="en-US" sz="2400" b="1" dirty="0">
                <a:solidFill>
                  <a:srgbClr val="097FBA"/>
                </a:solidFill>
              </a:rPr>
              <a:t>添加标题</a:t>
            </a:r>
            <a:endParaRPr lang="en-US" altLang="zh-CN" sz="2400" b="1" dirty="0">
              <a:solidFill>
                <a:srgbClr val="097FBA"/>
              </a:solidFill>
            </a:endParaRPr>
          </a:p>
          <a:p>
            <a:pPr>
              <a:lnSpc>
                <a:spcPct val="120000"/>
              </a:lnSpc>
            </a:pPr>
            <a:r>
              <a:rPr lang="zh-CN" altLang="en-US" sz="1600" dirty="0">
                <a:solidFill>
                  <a:schemeClr val="tx1">
                    <a:lumMod val="65000"/>
                    <a:lumOff val="35000"/>
                  </a:schemeClr>
                </a:solidFill>
              </a:rPr>
              <a:t>添加内容添加内容</a:t>
            </a:r>
          </a:p>
        </p:txBody>
      </p:sp>
      <p:sp>
        <p:nvSpPr>
          <p:cNvPr id="63" name="文本框 62"/>
          <p:cNvSpPr txBox="1"/>
          <p:nvPr/>
        </p:nvSpPr>
        <p:spPr>
          <a:xfrm>
            <a:off x="8025276" y="1119723"/>
            <a:ext cx="2856518" cy="830997"/>
          </a:xfrm>
          <a:prstGeom prst="rect">
            <a:avLst/>
          </a:prstGeom>
          <a:noFill/>
        </p:spPr>
        <p:txBody>
          <a:bodyPr wrap="square" rtlCol="0">
            <a:spAutoFit/>
          </a:bodyPr>
          <a:lstStyle/>
          <a:p>
            <a:pPr>
              <a:lnSpc>
                <a:spcPct val="120000"/>
              </a:lnSpc>
            </a:pPr>
            <a:r>
              <a:rPr lang="zh-CN" altLang="en-US" sz="2400" b="1" dirty="0">
                <a:solidFill>
                  <a:srgbClr val="9FC628"/>
                </a:solidFill>
              </a:rPr>
              <a:t>添加标题</a:t>
            </a:r>
            <a:endParaRPr lang="en-US" altLang="zh-CN" sz="2400" b="1" dirty="0">
              <a:solidFill>
                <a:srgbClr val="9FC628"/>
              </a:solidFill>
            </a:endParaRPr>
          </a:p>
          <a:p>
            <a:pPr>
              <a:lnSpc>
                <a:spcPct val="120000"/>
              </a:lnSpc>
            </a:pPr>
            <a:r>
              <a:rPr lang="zh-CN" altLang="en-US" sz="1600" dirty="0">
                <a:solidFill>
                  <a:schemeClr val="tx1">
                    <a:lumMod val="65000"/>
                    <a:lumOff val="35000"/>
                  </a:schemeClr>
                </a:solidFill>
              </a:rPr>
              <a:t>添加内容添加内容</a:t>
            </a:r>
          </a:p>
        </p:txBody>
      </p:sp>
    </p:spTree>
    <p:extLst>
      <p:ext uri="{BB962C8B-B14F-4D97-AF65-F5344CB8AC3E}">
        <p14:creationId xmlns:p14="http://schemas.microsoft.com/office/powerpoint/2010/main" val="1795638395"/>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 name="矩形 39"/>
          <p:cNvSpPr/>
          <p:nvPr/>
        </p:nvSpPr>
        <p:spPr>
          <a:xfrm>
            <a:off x="0" y="203088"/>
            <a:ext cx="2492990" cy="523220"/>
          </a:xfrm>
          <a:prstGeom prst="rect">
            <a:avLst/>
          </a:prstGeom>
          <a:noFill/>
        </p:spPr>
        <p:txBody>
          <a:bodyPr wrap="none" rtlCol="0">
            <a:spAutoFit/>
          </a:bodyPr>
          <a:lstStyle/>
          <a:p>
            <a:r>
              <a:rPr lang="zh-CN" altLang="en-US" sz="2800" b="1" dirty="0">
                <a:solidFill>
                  <a:schemeClr val="tx1">
                    <a:lumMod val="65000"/>
                    <a:lumOff val="35000"/>
                  </a:schemeClr>
                </a:solidFill>
              </a:rPr>
              <a:t>四项递进</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并列</a:t>
            </a:r>
            <a:endParaRPr lang="zh-CN" altLang="zh-CN" sz="2800" b="1" dirty="0">
              <a:solidFill>
                <a:schemeClr val="tx1">
                  <a:lumMod val="65000"/>
                  <a:lumOff val="35000"/>
                </a:schemeClr>
              </a:solidFill>
            </a:endParaRPr>
          </a:p>
        </p:txBody>
      </p:sp>
      <p:grpSp>
        <p:nvGrpSpPr>
          <p:cNvPr id="53" name="组合 5"/>
          <p:cNvGrpSpPr/>
          <p:nvPr/>
        </p:nvGrpSpPr>
        <p:grpSpPr>
          <a:xfrm>
            <a:off x="6949923" y="4604032"/>
            <a:ext cx="1638084" cy="1638084"/>
            <a:chOff x="6949923" y="4271531"/>
            <a:chExt cx="1638084" cy="1638084"/>
          </a:xfrm>
        </p:grpSpPr>
        <p:grpSp>
          <p:nvGrpSpPr>
            <p:cNvPr id="54" name="组合 6"/>
            <p:cNvGrpSpPr/>
            <p:nvPr/>
          </p:nvGrpSpPr>
          <p:grpSpPr>
            <a:xfrm>
              <a:off x="7138965" y="4460573"/>
              <a:ext cx="1260000" cy="1260000"/>
              <a:chOff x="3934779" y="5938966"/>
              <a:chExt cx="1260000" cy="1260000"/>
            </a:xfrm>
          </p:grpSpPr>
          <p:pic>
            <p:nvPicPr>
              <p:cNvPr id="60" name="图片 59"/>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934779" y="5938966"/>
                <a:ext cx="1260000" cy="1260000"/>
              </a:xfrm>
              <a:prstGeom prst="rect">
                <a:avLst/>
              </a:prstGeom>
              <a:effectLst>
                <a:outerShdw blurRad="279400" dist="152400" dir="2700000" sx="102000" sy="102000" algn="tl" rotWithShape="0">
                  <a:prstClr val="black">
                    <a:alpha val="28000"/>
                  </a:prstClr>
                </a:outerShdw>
              </a:effectLst>
            </p:spPr>
          </p:pic>
          <p:sp>
            <p:nvSpPr>
              <p:cNvPr id="61" name="椭圆 60"/>
              <p:cNvSpPr/>
              <p:nvPr/>
            </p:nvSpPr>
            <p:spPr>
              <a:xfrm>
                <a:off x="4064537" y="6068725"/>
                <a:ext cx="1000483" cy="1000482"/>
              </a:xfrm>
              <a:prstGeom prst="ellipse">
                <a:avLst/>
              </a:prstGeom>
              <a:gradFill>
                <a:gsLst>
                  <a:gs pos="0">
                    <a:srgbClr val="86C1A8"/>
                  </a:gs>
                  <a:gs pos="74000">
                    <a:srgbClr val="0080C8"/>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55" name="椭圆 54"/>
            <p:cNvSpPr/>
            <p:nvPr/>
          </p:nvSpPr>
          <p:spPr>
            <a:xfrm>
              <a:off x="6949923" y="4271531"/>
              <a:ext cx="1638084" cy="1638084"/>
            </a:xfrm>
            <a:prstGeom prst="ellipse">
              <a:avLst/>
            </a:prstGeom>
            <a:gradFill>
              <a:gsLst>
                <a:gs pos="22000">
                  <a:schemeClr val="bg1">
                    <a:alpha val="40000"/>
                  </a:schemeClr>
                </a:gs>
                <a:gs pos="50000">
                  <a:srgbClr val="FFFFFF">
                    <a:alpha val="10000"/>
                  </a:srgbClr>
                </a:gs>
                <a:gs pos="50000">
                  <a:schemeClr val="bg1">
                    <a:alpha val="20000"/>
                  </a:schemeClr>
                </a:gs>
                <a:gs pos="15000">
                  <a:schemeClr val="bg1">
                    <a:alpha val="87000"/>
                  </a:schemeClr>
                </a:gs>
              </a:gsLst>
              <a:lin ang="2700000" scaled="0"/>
            </a:gradFill>
            <a:ln>
              <a:gradFill>
                <a:gsLst>
                  <a:gs pos="75000">
                    <a:srgbClr val="F0F0F0"/>
                  </a:gs>
                  <a:gs pos="50000">
                    <a:srgbClr val="C8C8C8"/>
                  </a:gs>
                  <a:gs pos="25000">
                    <a:srgbClr val="F0F0F0"/>
                  </a:gs>
                  <a:gs pos="0">
                    <a:schemeClr val="bg1"/>
                  </a:gs>
                  <a:gs pos="100000">
                    <a:schemeClr val="bg1"/>
                  </a:gs>
                </a:gsLst>
                <a:lin ang="2700000" scaled="0"/>
              </a:gradFill>
            </a:ln>
            <a:effectLst>
              <a:outerShdw blurRad="228600" dist="88900" dir="2700000" algn="tl"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nvGrpSpPr>
            <p:cNvPr id="56" name="组合 8"/>
            <p:cNvGrpSpPr/>
            <p:nvPr/>
          </p:nvGrpSpPr>
          <p:grpSpPr>
            <a:xfrm>
              <a:off x="7493570" y="4805277"/>
              <a:ext cx="917945" cy="816889"/>
              <a:chOff x="7493570" y="4805277"/>
              <a:chExt cx="917945" cy="816889"/>
            </a:xfrm>
          </p:grpSpPr>
          <p:sp>
            <p:nvSpPr>
              <p:cNvPr id="57" name="Freeform 64"/>
              <p:cNvSpPr>
                <a:spLocks/>
              </p:cNvSpPr>
              <p:nvPr/>
            </p:nvSpPr>
            <p:spPr bwMode="auto">
              <a:xfrm>
                <a:off x="7527256" y="4813699"/>
                <a:ext cx="884259" cy="808467"/>
              </a:xfrm>
              <a:custGeom>
                <a:avLst/>
                <a:gdLst>
                  <a:gd name="T0" fmla="*/ 140 w 315"/>
                  <a:gd name="T1" fmla="*/ 288 h 288"/>
                  <a:gd name="T2" fmla="*/ 0 w 315"/>
                  <a:gd name="T3" fmla="*/ 176 h 288"/>
                  <a:gd name="T4" fmla="*/ 2 w 315"/>
                  <a:gd name="T5" fmla="*/ 14 h 288"/>
                  <a:gd name="T6" fmla="*/ 57 w 315"/>
                  <a:gd name="T7" fmla="*/ 9 h 288"/>
                  <a:gd name="T8" fmla="*/ 97 w 315"/>
                  <a:gd name="T9" fmla="*/ 57 h 288"/>
                  <a:gd name="T10" fmla="*/ 113 w 315"/>
                  <a:gd name="T11" fmla="*/ 9 h 288"/>
                  <a:gd name="T12" fmla="*/ 140 w 315"/>
                  <a:gd name="T13" fmla="*/ 0 h 288"/>
                  <a:gd name="T14" fmla="*/ 315 w 315"/>
                  <a:gd name="T15" fmla="*/ 150 h 288"/>
                  <a:gd name="T16" fmla="*/ 140 w 315"/>
                  <a:gd name="T17" fmla="*/ 288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5" h="288">
                    <a:moveTo>
                      <a:pt x="140" y="288"/>
                    </a:moveTo>
                    <a:lnTo>
                      <a:pt x="0" y="176"/>
                    </a:lnTo>
                    <a:lnTo>
                      <a:pt x="2" y="14"/>
                    </a:lnTo>
                    <a:lnTo>
                      <a:pt x="57" y="9"/>
                    </a:lnTo>
                    <a:lnTo>
                      <a:pt x="97" y="57"/>
                    </a:lnTo>
                    <a:lnTo>
                      <a:pt x="113" y="9"/>
                    </a:lnTo>
                    <a:lnTo>
                      <a:pt x="140" y="0"/>
                    </a:lnTo>
                    <a:lnTo>
                      <a:pt x="315" y="150"/>
                    </a:lnTo>
                    <a:lnTo>
                      <a:pt x="140" y="288"/>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8" name="Freeform 65"/>
              <p:cNvSpPr>
                <a:spLocks noEditPoints="1"/>
              </p:cNvSpPr>
              <p:nvPr/>
            </p:nvSpPr>
            <p:spPr bwMode="auto">
              <a:xfrm>
                <a:off x="7493570" y="4805277"/>
                <a:ext cx="204924" cy="522135"/>
              </a:xfrm>
              <a:custGeom>
                <a:avLst/>
                <a:gdLst>
                  <a:gd name="T0" fmla="*/ 17 w 31"/>
                  <a:gd name="T1" fmla="*/ 0 h 78"/>
                  <a:gd name="T2" fmla="*/ 29 w 31"/>
                  <a:gd name="T3" fmla="*/ 5 h 78"/>
                  <a:gd name="T4" fmla="*/ 31 w 31"/>
                  <a:gd name="T5" fmla="*/ 18 h 78"/>
                  <a:gd name="T6" fmla="*/ 31 w 31"/>
                  <a:gd name="T7" fmla="*/ 63 h 78"/>
                  <a:gd name="T8" fmla="*/ 27 w 31"/>
                  <a:gd name="T9" fmla="*/ 74 h 78"/>
                  <a:gd name="T10" fmla="*/ 16 w 31"/>
                  <a:gd name="T11" fmla="*/ 78 h 78"/>
                  <a:gd name="T12" fmla="*/ 3 w 31"/>
                  <a:gd name="T13" fmla="*/ 72 h 78"/>
                  <a:gd name="T14" fmla="*/ 0 w 31"/>
                  <a:gd name="T15" fmla="*/ 57 h 78"/>
                  <a:gd name="T16" fmla="*/ 0 w 31"/>
                  <a:gd name="T17" fmla="*/ 21 h 78"/>
                  <a:gd name="T18" fmla="*/ 3 w 31"/>
                  <a:gd name="T19" fmla="*/ 6 h 78"/>
                  <a:gd name="T20" fmla="*/ 17 w 31"/>
                  <a:gd name="T21" fmla="*/ 0 h 78"/>
                  <a:gd name="T22" fmla="*/ 16 w 31"/>
                  <a:gd name="T23" fmla="*/ 70 h 78"/>
                  <a:gd name="T24" fmla="*/ 23 w 31"/>
                  <a:gd name="T25" fmla="*/ 60 h 78"/>
                  <a:gd name="T26" fmla="*/ 23 w 31"/>
                  <a:gd name="T27" fmla="*/ 17 h 78"/>
                  <a:gd name="T28" fmla="*/ 16 w 31"/>
                  <a:gd name="T29" fmla="*/ 7 h 78"/>
                  <a:gd name="T30" fmla="*/ 9 w 31"/>
                  <a:gd name="T31" fmla="*/ 17 h 78"/>
                  <a:gd name="T32" fmla="*/ 9 w 31"/>
                  <a:gd name="T33" fmla="*/ 20 h 78"/>
                  <a:gd name="T34" fmla="*/ 9 w 31"/>
                  <a:gd name="T35" fmla="*/ 23 h 78"/>
                  <a:gd name="T36" fmla="*/ 9 w 31"/>
                  <a:gd name="T37" fmla="*/ 36 h 78"/>
                  <a:gd name="T38" fmla="*/ 9 w 31"/>
                  <a:gd name="T39" fmla="*/ 48 h 78"/>
                  <a:gd name="T40" fmla="*/ 9 w 31"/>
                  <a:gd name="T41" fmla="*/ 59 h 78"/>
                  <a:gd name="T42" fmla="*/ 16 w 31"/>
                  <a:gd name="T43" fmla="*/ 7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78">
                    <a:moveTo>
                      <a:pt x="17" y="0"/>
                    </a:moveTo>
                    <a:cubicBezTo>
                      <a:pt x="22" y="0"/>
                      <a:pt x="26" y="2"/>
                      <a:pt x="29" y="5"/>
                    </a:cubicBezTo>
                    <a:cubicBezTo>
                      <a:pt x="31" y="8"/>
                      <a:pt x="31" y="12"/>
                      <a:pt x="31" y="18"/>
                    </a:cubicBezTo>
                    <a:cubicBezTo>
                      <a:pt x="31" y="63"/>
                      <a:pt x="31" y="63"/>
                      <a:pt x="31" y="63"/>
                    </a:cubicBezTo>
                    <a:cubicBezTo>
                      <a:pt x="31" y="67"/>
                      <a:pt x="30" y="71"/>
                      <a:pt x="27" y="74"/>
                    </a:cubicBezTo>
                    <a:cubicBezTo>
                      <a:pt x="25" y="76"/>
                      <a:pt x="21" y="78"/>
                      <a:pt x="16" y="78"/>
                    </a:cubicBezTo>
                    <a:cubicBezTo>
                      <a:pt x="10" y="78"/>
                      <a:pt x="5" y="76"/>
                      <a:pt x="3" y="72"/>
                    </a:cubicBezTo>
                    <a:cubicBezTo>
                      <a:pt x="1" y="69"/>
                      <a:pt x="0" y="64"/>
                      <a:pt x="0" y="57"/>
                    </a:cubicBezTo>
                    <a:cubicBezTo>
                      <a:pt x="0" y="21"/>
                      <a:pt x="0" y="21"/>
                      <a:pt x="0" y="21"/>
                    </a:cubicBezTo>
                    <a:cubicBezTo>
                      <a:pt x="0" y="14"/>
                      <a:pt x="1" y="9"/>
                      <a:pt x="3" y="6"/>
                    </a:cubicBezTo>
                    <a:cubicBezTo>
                      <a:pt x="5" y="2"/>
                      <a:pt x="10" y="0"/>
                      <a:pt x="17" y="0"/>
                    </a:cubicBezTo>
                    <a:close/>
                    <a:moveTo>
                      <a:pt x="16" y="70"/>
                    </a:moveTo>
                    <a:cubicBezTo>
                      <a:pt x="20" y="70"/>
                      <a:pt x="23" y="67"/>
                      <a:pt x="23" y="60"/>
                    </a:cubicBezTo>
                    <a:cubicBezTo>
                      <a:pt x="23" y="17"/>
                      <a:pt x="23" y="17"/>
                      <a:pt x="23" y="17"/>
                    </a:cubicBezTo>
                    <a:cubicBezTo>
                      <a:pt x="23" y="11"/>
                      <a:pt x="20" y="7"/>
                      <a:pt x="16" y="7"/>
                    </a:cubicBezTo>
                    <a:cubicBezTo>
                      <a:pt x="12" y="7"/>
                      <a:pt x="9" y="11"/>
                      <a:pt x="9" y="17"/>
                    </a:cubicBezTo>
                    <a:cubicBezTo>
                      <a:pt x="9" y="20"/>
                      <a:pt x="9" y="20"/>
                      <a:pt x="9" y="20"/>
                    </a:cubicBezTo>
                    <a:cubicBezTo>
                      <a:pt x="9" y="23"/>
                      <a:pt x="9" y="23"/>
                      <a:pt x="9" y="23"/>
                    </a:cubicBezTo>
                    <a:cubicBezTo>
                      <a:pt x="9" y="36"/>
                      <a:pt x="9" y="36"/>
                      <a:pt x="9" y="36"/>
                    </a:cubicBezTo>
                    <a:cubicBezTo>
                      <a:pt x="9" y="48"/>
                      <a:pt x="9" y="48"/>
                      <a:pt x="9" y="48"/>
                    </a:cubicBezTo>
                    <a:cubicBezTo>
                      <a:pt x="9" y="59"/>
                      <a:pt x="9" y="59"/>
                      <a:pt x="9" y="59"/>
                    </a:cubicBezTo>
                    <a:cubicBezTo>
                      <a:pt x="9" y="67"/>
                      <a:pt x="12" y="70"/>
                      <a:pt x="16" y="70"/>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59" name="Freeform 66"/>
              <p:cNvSpPr>
                <a:spLocks noEditPoints="1"/>
              </p:cNvSpPr>
              <p:nvPr/>
            </p:nvSpPr>
            <p:spPr bwMode="auto">
              <a:xfrm>
                <a:off x="7720950" y="4813699"/>
                <a:ext cx="238610" cy="508100"/>
              </a:xfrm>
              <a:custGeom>
                <a:avLst/>
                <a:gdLst>
                  <a:gd name="T0" fmla="*/ 17 w 36"/>
                  <a:gd name="T1" fmla="*/ 0 h 76"/>
                  <a:gd name="T2" fmla="*/ 30 w 36"/>
                  <a:gd name="T3" fmla="*/ 0 h 76"/>
                  <a:gd name="T4" fmla="*/ 30 w 36"/>
                  <a:gd name="T5" fmla="*/ 51 h 76"/>
                  <a:gd name="T6" fmla="*/ 36 w 36"/>
                  <a:gd name="T7" fmla="*/ 51 h 76"/>
                  <a:gd name="T8" fmla="*/ 36 w 36"/>
                  <a:gd name="T9" fmla="*/ 58 h 76"/>
                  <a:gd name="T10" fmla="*/ 30 w 36"/>
                  <a:gd name="T11" fmla="*/ 58 h 76"/>
                  <a:gd name="T12" fmla="*/ 30 w 36"/>
                  <a:gd name="T13" fmla="*/ 76 h 76"/>
                  <a:gd name="T14" fmla="*/ 21 w 36"/>
                  <a:gd name="T15" fmla="*/ 76 h 76"/>
                  <a:gd name="T16" fmla="*/ 21 w 36"/>
                  <a:gd name="T17" fmla="*/ 58 h 76"/>
                  <a:gd name="T18" fmla="*/ 0 w 36"/>
                  <a:gd name="T19" fmla="*/ 58 h 76"/>
                  <a:gd name="T20" fmla="*/ 0 w 36"/>
                  <a:gd name="T21" fmla="*/ 51 h 76"/>
                  <a:gd name="T22" fmla="*/ 17 w 36"/>
                  <a:gd name="T23" fmla="*/ 0 h 76"/>
                  <a:gd name="T24" fmla="*/ 21 w 36"/>
                  <a:gd name="T25" fmla="*/ 51 h 76"/>
                  <a:gd name="T26" fmla="*/ 21 w 36"/>
                  <a:gd name="T27" fmla="*/ 11 h 76"/>
                  <a:gd name="T28" fmla="*/ 15 w 36"/>
                  <a:gd name="T29" fmla="*/ 31 h 76"/>
                  <a:gd name="T30" fmla="*/ 9 w 36"/>
                  <a:gd name="T31" fmla="*/ 51 h 76"/>
                  <a:gd name="T32" fmla="*/ 21 w 36"/>
                  <a:gd name="T33" fmla="*/ 5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6" h="76">
                    <a:moveTo>
                      <a:pt x="17" y="0"/>
                    </a:moveTo>
                    <a:cubicBezTo>
                      <a:pt x="30" y="0"/>
                      <a:pt x="30" y="0"/>
                      <a:pt x="30" y="0"/>
                    </a:cubicBezTo>
                    <a:cubicBezTo>
                      <a:pt x="30" y="51"/>
                      <a:pt x="30" y="51"/>
                      <a:pt x="30" y="51"/>
                    </a:cubicBezTo>
                    <a:cubicBezTo>
                      <a:pt x="36" y="51"/>
                      <a:pt x="36" y="51"/>
                      <a:pt x="36" y="51"/>
                    </a:cubicBezTo>
                    <a:cubicBezTo>
                      <a:pt x="36" y="58"/>
                      <a:pt x="36" y="58"/>
                      <a:pt x="36" y="58"/>
                    </a:cubicBezTo>
                    <a:cubicBezTo>
                      <a:pt x="30" y="58"/>
                      <a:pt x="30" y="58"/>
                      <a:pt x="30" y="58"/>
                    </a:cubicBezTo>
                    <a:cubicBezTo>
                      <a:pt x="30" y="76"/>
                      <a:pt x="30" y="76"/>
                      <a:pt x="30" y="76"/>
                    </a:cubicBezTo>
                    <a:cubicBezTo>
                      <a:pt x="21" y="76"/>
                      <a:pt x="21" y="76"/>
                      <a:pt x="21" y="76"/>
                    </a:cubicBezTo>
                    <a:cubicBezTo>
                      <a:pt x="21" y="58"/>
                      <a:pt x="21" y="58"/>
                      <a:pt x="21" y="58"/>
                    </a:cubicBezTo>
                    <a:cubicBezTo>
                      <a:pt x="0" y="58"/>
                      <a:pt x="0" y="58"/>
                      <a:pt x="0" y="58"/>
                    </a:cubicBezTo>
                    <a:cubicBezTo>
                      <a:pt x="0" y="51"/>
                      <a:pt x="0" y="51"/>
                      <a:pt x="0" y="51"/>
                    </a:cubicBezTo>
                    <a:lnTo>
                      <a:pt x="17" y="0"/>
                    </a:lnTo>
                    <a:close/>
                    <a:moveTo>
                      <a:pt x="21" y="51"/>
                    </a:moveTo>
                    <a:cubicBezTo>
                      <a:pt x="21" y="11"/>
                      <a:pt x="21" y="11"/>
                      <a:pt x="21" y="11"/>
                    </a:cubicBezTo>
                    <a:cubicBezTo>
                      <a:pt x="20" y="15"/>
                      <a:pt x="17" y="22"/>
                      <a:pt x="15" y="31"/>
                    </a:cubicBezTo>
                    <a:cubicBezTo>
                      <a:pt x="12" y="40"/>
                      <a:pt x="10" y="47"/>
                      <a:pt x="9" y="51"/>
                    </a:cubicBezTo>
                    <a:lnTo>
                      <a:pt x="21" y="51"/>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62" name="组合 38"/>
          <p:cNvGrpSpPr/>
          <p:nvPr/>
        </p:nvGrpSpPr>
        <p:grpSpPr>
          <a:xfrm>
            <a:off x="5826901" y="3470420"/>
            <a:ext cx="1638084" cy="1638084"/>
            <a:chOff x="5826901" y="3137919"/>
            <a:chExt cx="1638084" cy="1638084"/>
          </a:xfrm>
        </p:grpSpPr>
        <p:grpSp>
          <p:nvGrpSpPr>
            <p:cNvPr id="63" name="组合 30"/>
            <p:cNvGrpSpPr/>
            <p:nvPr/>
          </p:nvGrpSpPr>
          <p:grpSpPr>
            <a:xfrm>
              <a:off x="6015943" y="3326961"/>
              <a:ext cx="1260000" cy="1260000"/>
              <a:chOff x="3911311" y="4294153"/>
              <a:chExt cx="1260000" cy="1260000"/>
            </a:xfrm>
          </p:grpSpPr>
          <p:pic>
            <p:nvPicPr>
              <p:cNvPr id="69" name="图片 68"/>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911311" y="4294153"/>
                <a:ext cx="1260000" cy="1260000"/>
              </a:xfrm>
              <a:prstGeom prst="rect">
                <a:avLst/>
              </a:prstGeom>
              <a:effectLst>
                <a:outerShdw blurRad="279400" dist="152400" dir="2700000" sx="102000" sy="102000" algn="tl" rotWithShape="0">
                  <a:prstClr val="black">
                    <a:alpha val="28000"/>
                  </a:prstClr>
                </a:outerShdw>
              </a:effectLst>
            </p:spPr>
          </p:pic>
          <p:sp>
            <p:nvSpPr>
              <p:cNvPr id="70" name="椭圆 69"/>
              <p:cNvSpPr/>
              <p:nvPr/>
            </p:nvSpPr>
            <p:spPr>
              <a:xfrm>
                <a:off x="4041069" y="4423912"/>
                <a:ext cx="1000483" cy="1000482"/>
              </a:xfrm>
              <a:prstGeom prst="ellipse">
                <a:avLst/>
              </a:prstGeom>
              <a:gradFill>
                <a:gsLst>
                  <a:gs pos="0">
                    <a:srgbClr val="E0E200"/>
                  </a:gs>
                  <a:gs pos="84000">
                    <a:srgbClr val="94C11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64" name="椭圆 63"/>
            <p:cNvSpPr/>
            <p:nvPr/>
          </p:nvSpPr>
          <p:spPr>
            <a:xfrm>
              <a:off x="5826901" y="3137919"/>
              <a:ext cx="1638084" cy="1638084"/>
            </a:xfrm>
            <a:prstGeom prst="ellipse">
              <a:avLst/>
            </a:prstGeom>
            <a:gradFill>
              <a:gsLst>
                <a:gs pos="22000">
                  <a:schemeClr val="bg1">
                    <a:alpha val="40000"/>
                  </a:schemeClr>
                </a:gs>
                <a:gs pos="50000">
                  <a:srgbClr val="FFFFFF">
                    <a:alpha val="10000"/>
                  </a:srgbClr>
                </a:gs>
                <a:gs pos="50000">
                  <a:schemeClr val="bg1">
                    <a:alpha val="20000"/>
                  </a:schemeClr>
                </a:gs>
                <a:gs pos="15000">
                  <a:schemeClr val="bg1">
                    <a:alpha val="87000"/>
                  </a:schemeClr>
                </a:gs>
              </a:gsLst>
              <a:lin ang="2700000" scaled="0"/>
            </a:gradFill>
            <a:ln>
              <a:gradFill>
                <a:gsLst>
                  <a:gs pos="75000">
                    <a:srgbClr val="F0F0F0"/>
                  </a:gs>
                  <a:gs pos="50000">
                    <a:srgbClr val="C8C8C8"/>
                  </a:gs>
                  <a:gs pos="25000">
                    <a:srgbClr val="F0F0F0"/>
                  </a:gs>
                  <a:gs pos="0">
                    <a:schemeClr val="bg1"/>
                  </a:gs>
                  <a:gs pos="100000">
                    <a:schemeClr val="bg1"/>
                  </a:gs>
                </a:gsLst>
                <a:lin ang="2700000" scaled="0"/>
              </a:gradFill>
            </a:ln>
            <a:effectLst>
              <a:outerShdw blurRad="228600" dist="88900" dir="2700000" algn="tl"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nvGrpSpPr>
            <p:cNvPr id="65" name="组合 34"/>
            <p:cNvGrpSpPr/>
            <p:nvPr/>
          </p:nvGrpSpPr>
          <p:grpSpPr>
            <a:xfrm>
              <a:off x="6418598" y="3672624"/>
              <a:ext cx="903911" cy="814080"/>
              <a:chOff x="6418598" y="3672624"/>
              <a:chExt cx="903911" cy="814080"/>
            </a:xfrm>
          </p:grpSpPr>
          <p:sp>
            <p:nvSpPr>
              <p:cNvPr id="66" name="Freeform 61"/>
              <p:cNvSpPr>
                <a:spLocks/>
              </p:cNvSpPr>
              <p:nvPr/>
            </p:nvSpPr>
            <p:spPr bwMode="auto">
              <a:xfrm>
                <a:off x="6452284" y="3683853"/>
                <a:ext cx="870225" cy="802851"/>
              </a:xfrm>
              <a:custGeom>
                <a:avLst/>
                <a:gdLst>
                  <a:gd name="T0" fmla="*/ 140 w 310"/>
                  <a:gd name="T1" fmla="*/ 286 h 286"/>
                  <a:gd name="T2" fmla="*/ 0 w 310"/>
                  <a:gd name="T3" fmla="*/ 172 h 286"/>
                  <a:gd name="T4" fmla="*/ 2 w 310"/>
                  <a:gd name="T5" fmla="*/ 12 h 286"/>
                  <a:gd name="T6" fmla="*/ 57 w 310"/>
                  <a:gd name="T7" fmla="*/ 7 h 286"/>
                  <a:gd name="T8" fmla="*/ 88 w 310"/>
                  <a:gd name="T9" fmla="*/ 41 h 286"/>
                  <a:gd name="T10" fmla="*/ 97 w 310"/>
                  <a:gd name="T11" fmla="*/ 7 h 286"/>
                  <a:gd name="T12" fmla="*/ 135 w 310"/>
                  <a:gd name="T13" fmla="*/ 0 h 286"/>
                  <a:gd name="T14" fmla="*/ 310 w 310"/>
                  <a:gd name="T15" fmla="*/ 150 h 286"/>
                  <a:gd name="T16" fmla="*/ 140 w 310"/>
                  <a:gd name="T17" fmla="*/ 286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0" h="286">
                    <a:moveTo>
                      <a:pt x="140" y="286"/>
                    </a:moveTo>
                    <a:lnTo>
                      <a:pt x="0" y="172"/>
                    </a:lnTo>
                    <a:lnTo>
                      <a:pt x="2" y="12"/>
                    </a:lnTo>
                    <a:lnTo>
                      <a:pt x="57" y="7"/>
                    </a:lnTo>
                    <a:lnTo>
                      <a:pt x="88" y="41"/>
                    </a:lnTo>
                    <a:lnTo>
                      <a:pt x="97" y="7"/>
                    </a:lnTo>
                    <a:lnTo>
                      <a:pt x="135" y="0"/>
                    </a:lnTo>
                    <a:lnTo>
                      <a:pt x="310" y="150"/>
                    </a:lnTo>
                    <a:lnTo>
                      <a:pt x="140" y="286"/>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7" name="Freeform 62"/>
              <p:cNvSpPr>
                <a:spLocks noEditPoints="1"/>
              </p:cNvSpPr>
              <p:nvPr/>
            </p:nvSpPr>
            <p:spPr bwMode="auto">
              <a:xfrm>
                <a:off x="6418598" y="3672624"/>
                <a:ext cx="207731" cy="513713"/>
              </a:xfrm>
              <a:custGeom>
                <a:avLst/>
                <a:gdLst>
                  <a:gd name="T0" fmla="*/ 17 w 31"/>
                  <a:gd name="T1" fmla="*/ 0 h 77"/>
                  <a:gd name="T2" fmla="*/ 29 w 31"/>
                  <a:gd name="T3" fmla="*/ 5 h 77"/>
                  <a:gd name="T4" fmla="*/ 31 w 31"/>
                  <a:gd name="T5" fmla="*/ 18 h 77"/>
                  <a:gd name="T6" fmla="*/ 31 w 31"/>
                  <a:gd name="T7" fmla="*/ 62 h 77"/>
                  <a:gd name="T8" fmla="*/ 27 w 31"/>
                  <a:gd name="T9" fmla="*/ 73 h 77"/>
                  <a:gd name="T10" fmla="*/ 16 w 31"/>
                  <a:gd name="T11" fmla="*/ 77 h 77"/>
                  <a:gd name="T12" fmla="*/ 3 w 31"/>
                  <a:gd name="T13" fmla="*/ 72 h 77"/>
                  <a:gd name="T14" fmla="*/ 0 w 31"/>
                  <a:gd name="T15" fmla="*/ 56 h 77"/>
                  <a:gd name="T16" fmla="*/ 0 w 31"/>
                  <a:gd name="T17" fmla="*/ 21 h 77"/>
                  <a:gd name="T18" fmla="*/ 3 w 31"/>
                  <a:gd name="T19" fmla="*/ 5 h 77"/>
                  <a:gd name="T20" fmla="*/ 17 w 31"/>
                  <a:gd name="T21" fmla="*/ 0 h 77"/>
                  <a:gd name="T22" fmla="*/ 16 w 31"/>
                  <a:gd name="T23" fmla="*/ 70 h 77"/>
                  <a:gd name="T24" fmla="*/ 23 w 31"/>
                  <a:gd name="T25" fmla="*/ 59 h 77"/>
                  <a:gd name="T26" fmla="*/ 23 w 31"/>
                  <a:gd name="T27" fmla="*/ 17 h 77"/>
                  <a:gd name="T28" fmla="*/ 16 w 31"/>
                  <a:gd name="T29" fmla="*/ 7 h 77"/>
                  <a:gd name="T30" fmla="*/ 9 w 31"/>
                  <a:gd name="T31" fmla="*/ 17 h 77"/>
                  <a:gd name="T32" fmla="*/ 9 w 31"/>
                  <a:gd name="T33" fmla="*/ 20 h 77"/>
                  <a:gd name="T34" fmla="*/ 9 w 31"/>
                  <a:gd name="T35" fmla="*/ 23 h 77"/>
                  <a:gd name="T36" fmla="*/ 9 w 31"/>
                  <a:gd name="T37" fmla="*/ 35 h 77"/>
                  <a:gd name="T38" fmla="*/ 9 w 31"/>
                  <a:gd name="T39" fmla="*/ 48 h 77"/>
                  <a:gd name="T40" fmla="*/ 9 w 31"/>
                  <a:gd name="T41" fmla="*/ 59 h 77"/>
                  <a:gd name="T42" fmla="*/ 16 w 31"/>
                  <a:gd name="T43" fmla="*/ 7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77">
                    <a:moveTo>
                      <a:pt x="17" y="0"/>
                    </a:moveTo>
                    <a:cubicBezTo>
                      <a:pt x="22" y="0"/>
                      <a:pt x="26" y="2"/>
                      <a:pt x="29" y="5"/>
                    </a:cubicBezTo>
                    <a:cubicBezTo>
                      <a:pt x="30" y="8"/>
                      <a:pt x="31" y="12"/>
                      <a:pt x="31" y="18"/>
                    </a:cubicBezTo>
                    <a:cubicBezTo>
                      <a:pt x="31" y="62"/>
                      <a:pt x="31" y="62"/>
                      <a:pt x="31" y="62"/>
                    </a:cubicBezTo>
                    <a:cubicBezTo>
                      <a:pt x="31" y="67"/>
                      <a:pt x="30" y="71"/>
                      <a:pt x="27" y="73"/>
                    </a:cubicBezTo>
                    <a:cubicBezTo>
                      <a:pt x="25" y="76"/>
                      <a:pt x="21" y="77"/>
                      <a:pt x="16" y="77"/>
                    </a:cubicBezTo>
                    <a:cubicBezTo>
                      <a:pt x="10" y="77"/>
                      <a:pt x="5" y="75"/>
                      <a:pt x="3" y="72"/>
                    </a:cubicBezTo>
                    <a:cubicBezTo>
                      <a:pt x="1" y="69"/>
                      <a:pt x="0" y="64"/>
                      <a:pt x="0" y="56"/>
                    </a:cubicBezTo>
                    <a:cubicBezTo>
                      <a:pt x="0" y="21"/>
                      <a:pt x="0" y="21"/>
                      <a:pt x="0" y="21"/>
                    </a:cubicBezTo>
                    <a:cubicBezTo>
                      <a:pt x="0" y="14"/>
                      <a:pt x="1" y="8"/>
                      <a:pt x="3" y="5"/>
                    </a:cubicBezTo>
                    <a:cubicBezTo>
                      <a:pt x="5" y="2"/>
                      <a:pt x="10" y="0"/>
                      <a:pt x="17" y="0"/>
                    </a:cubicBezTo>
                    <a:close/>
                    <a:moveTo>
                      <a:pt x="16" y="70"/>
                    </a:moveTo>
                    <a:cubicBezTo>
                      <a:pt x="20" y="70"/>
                      <a:pt x="23" y="66"/>
                      <a:pt x="23" y="59"/>
                    </a:cubicBezTo>
                    <a:cubicBezTo>
                      <a:pt x="23" y="17"/>
                      <a:pt x="23" y="17"/>
                      <a:pt x="23" y="17"/>
                    </a:cubicBezTo>
                    <a:cubicBezTo>
                      <a:pt x="23" y="10"/>
                      <a:pt x="20" y="7"/>
                      <a:pt x="16" y="7"/>
                    </a:cubicBezTo>
                    <a:cubicBezTo>
                      <a:pt x="12" y="7"/>
                      <a:pt x="9" y="10"/>
                      <a:pt x="9" y="17"/>
                    </a:cubicBezTo>
                    <a:cubicBezTo>
                      <a:pt x="9" y="20"/>
                      <a:pt x="9" y="20"/>
                      <a:pt x="9" y="20"/>
                    </a:cubicBezTo>
                    <a:cubicBezTo>
                      <a:pt x="9" y="23"/>
                      <a:pt x="9" y="23"/>
                      <a:pt x="9" y="23"/>
                    </a:cubicBezTo>
                    <a:cubicBezTo>
                      <a:pt x="9" y="35"/>
                      <a:pt x="9" y="35"/>
                      <a:pt x="9" y="35"/>
                    </a:cubicBezTo>
                    <a:cubicBezTo>
                      <a:pt x="9" y="48"/>
                      <a:pt x="9" y="48"/>
                      <a:pt x="9" y="48"/>
                    </a:cubicBezTo>
                    <a:cubicBezTo>
                      <a:pt x="9" y="59"/>
                      <a:pt x="9" y="59"/>
                      <a:pt x="9" y="59"/>
                    </a:cubicBezTo>
                    <a:cubicBezTo>
                      <a:pt x="9" y="66"/>
                      <a:pt x="12" y="70"/>
                      <a:pt x="16" y="70"/>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68" name="Freeform 63"/>
              <p:cNvSpPr>
                <a:spLocks/>
              </p:cNvSpPr>
              <p:nvPr/>
            </p:nvSpPr>
            <p:spPr bwMode="auto">
              <a:xfrm>
                <a:off x="6665630" y="3672624"/>
                <a:ext cx="199310" cy="513713"/>
              </a:xfrm>
              <a:custGeom>
                <a:avLst/>
                <a:gdLst>
                  <a:gd name="T0" fmla="*/ 9 w 30"/>
                  <a:gd name="T1" fmla="*/ 54 h 77"/>
                  <a:gd name="T2" fmla="*/ 9 w 30"/>
                  <a:gd name="T3" fmla="*/ 62 h 77"/>
                  <a:gd name="T4" fmla="*/ 10 w 30"/>
                  <a:gd name="T5" fmla="*/ 68 h 77"/>
                  <a:gd name="T6" fmla="*/ 16 w 30"/>
                  <a:gd name="T7" fmla="*/ 70 h 77"/>
                  <a:gd name="T8" fmla="*/ 21 w 30"/>
                  <a:gd name="T9" fmla="*/ 65 h 77"/>
                  <a:gd name="T10" fmla="*/ 21 w 30"/>
                  <a:gd name="T11" fmla="*/ 58 h 77"/>
                  <a:gd name="T12" fmla="*/ 21 w 30"/>
                  <a:gd name="T13" fmla="*/ 52 h 77"/>
                  <a:gd name="T14" fmla="*/ 20 w 30"/>
                  <a:gd name="T15" fmla="*/ 43 h 77"/>
                  <a:gd name="T16" fmla="*/ 12 w 30"/>
                  <a:gd name="T17" fmla="*/ 39 h 77"/>
                  <a:gd name="T18" fmla="*/ 10 w 30"/>
                  <a:gd name="T19" fmla="*/ 39 h 77"/>
                  <a:gd name="T20" fmla="*/ 7 w 30"/>
                  <a:gd name="T21" fmla="*/ 40 h 77"/>
                  <a:gd name="T22" fmla="*/ 7 w 30"/>
                  <a:gd name="T23" fmla="*/ 31 h 77"/>
                  <a:gd name="T24" fmla="*/ 9 w 30"/>
                  <a:gd name="T25" fmla="*/ 31 h 77"/>
                  <a:gd name="T26" fmla="*/ 19 w 30"/>
                  <a:gd name="T27" fmla="*/ 22 h 77"/>
                  <a:gd name="T28" fmla="*/ 19 w 30"/>
                  <a:gd name="T29" fmla="*/ 14 h 77"/>
                  <a:gd name="T30" fmla="*/ 14 w 30"/>
                  <a:gd name="T31" fmla="*/ 7 h 77"/>
                  <a:gd name="T32" fmla="*/ 9 w 30"/>
                  <a:gd name="T33" fmla="*/ 15 h 77"/>
                  <a:gd name="T34" fmla="*/ 9 w 30"/>
                  <a:gd name="T35" fmla="*/ 17 h 77"/>
                  <a:gd name="T36" fmla="*/ 9 w 30"/>
                  <a:gd name="T37" fmla="*/ 19 h 77"/>
                  <a:gd name="T38" fmla="*/ 0 w 30"/>
                  <a:gd name="T39" fmla="*/ 19 h 77"/>
                  <a:gd name="T40" fmla="*/ 0 w 30"/>
                  <a:gd name="T41" fmla="*/ 12 h 77"/>
                  <a:gd name="T42" fmla="*/ 15 w 30"/>
                  <a:gd name="T43" fmla="*/ 0 h 77"/>
                  <a:gd name="T44" fmla="*/ 29 w 30"/>
                  <a:gd name="T45" fmla="*/ 13 h 77"/>
                  <a:gd name="T46" fmla="*/ 29 w 30"/>
                  <a:gd name="T47" fmla="*/ 17 h 77"/>
                  <a:gd name="T48" fmla="*/ 29 w 30"/>
                  <a:gd name="T49" fmla="*/ 20 h 77"/>
                  <a:gd name="T50" fmla="*/ 22 w 30"/>
                  <a:gd name="T51" fmla="*/ 34 h 77"/>
                  <a:gd name="T52" fmla="*/ 28 w 30"/>
                  <a:gd name="T53" fmla="*/ 39 h 77"/>
                  <a:gd name="T54" fmla="*/ 30 w 30"/>
                  <a:gd name="T55" fmla="*/ 48 h 77"/>
                  <a:gd name="T56" fmla="*/ 30 w 30"/>
                  <a:gd name="T57" fmla="*/ 64 h 77"/>
                  <a:gd name="T58" fmla="*/ 14 w 30"/>
                  <a:gd name="T59" fmla="*/ 77 h 77"/>
                  <a:gd name="T60" fmla="*/ 0 w 30"/>
                  <a:gd name="T61" fmla="*/ 64 h 77"/>
                  <a:gd name="T62" fmla="*/ 0 w 30"/>
                  <a:gd name="T63" fmla="*/ 54 h 77"/>
                  <a:gd name="T64" fmla="*/ 9 w 30"/>
                  <a:gd name="T65" fmla="*/ 5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 h="77">
                    <a:moveTo>
                      <a:pt x="9" y="54"/>
                    </a:moveTo>
                    <a:cubicBezTo>
                      <a:pt x="9" y="62"/>
                      <a:pt x="9" y="62"/>
                      <a:pt x="9" y="62"/>
                    </a:cubicBezTo>
                    <a:cubicBezTo>
                      <a:pt x="9" y="65"/>
                      <a:pt x="9" y="67"/>
                      <a:pt x="10" y="68"/>
                    </a:cubicBezTo>
                    <a:cubicBezTo>
                      <a:pt x="11" y="69"/>
                      <a:pt x="13" y="70"/>
                      <a:pt x="16" y="70"/>
                    </a:cubicBezTo>
                    <a:cubicBezTo>
                      <a:pt x="18" y="70"/>
                      <a:pt x="20" y="68"/>
                      <a:pt x="21" y="65"/>
                    </a:cubicBezTo>
                    <a:cubicBezTo>
                      <a:pt x="21" y="64"/>
                      <a:pt x="21" y="62"/>
                      <a:pt x="21" y="58"/>
                    </a:cubicBezTo>
                    <a:cubicBezTo>
                      <a:pt x="21" y="52"/>
                      <a:pt x="21" y="52"/>
                      <a:pt x="21" y="52"/>
                    </a:cubicBezTo>
                    <a:cubicBezTo>
                      <a:pt x="21" y="48"/>
                      <a:pt x="21" y="45"/>
                      <a:pt x="20" y="43"/>
                    </a:cubicBezTo>
                    <a:cubicBezTo>
                      <a:pt x="18" y="41"/>
                      <a:pt x="16" y="39"/>
                      <a:pt x="12" y="39"/>
                    </a:cubicBezTo>
                    <a:cubicBezTo>
                      <a:pt x="11" y="39"/>
                      <a:pt x="11" y="39"/>
                      <a:pt x="10" y="39"/>
                    </a:cubicBezTo>
                    <a:cubicBezTo>
                      <a:pt x="9" y="39"/>
                      <a:pt x="8" y="40"/>
                      <a:pt x="7" y="40"/>
                    </a:cubicBezTo>
                    <a:cubicBezTo>
                      <a:pt x="7" y="31"/>
                      <a:pt x="7" y="31"/>
                      <a:pt x="7" y="31"/>
                    </a:cubicBezTo>
                    <a:cubicBezTo>
                      <a:pt x="9" y="31"/>
                      <a:pt x="9" y="31"/>
                      <a:pt x="9" y="31"/>
                    </a:cubicBezTo>
                    <a:cubicBezTo>
                      <a:pt x="16" y="31"/>
                      <a:pt x="19" y="28"/>
                      <a:pt x="19" y="22"/>
                    </a:cubicBezTo>
                    <a:cubicBezTo>
                      <a:pt x="19" y="14"/>
                      <a:pt x="19" y="14"/>
                      <a:pt x="19" y="14"/>
                    </a:cubicBezTo>
                    <a:cubicBezTo>
                      <a:pt x="19" y="9"/>
                      <a:pt x="18" y="7"/>
                      <a:pt x="14" y="7"/>
                    </a:cubicBezTo>
                    <a:cubicBezTo>
                      <a:pt x="11" y="7"/>
                      <a:pt x="9" y="10"/>
                      <a:pt x="9" y="15"/>
                    </a:cubicBezTo>
                    <a:cubicBezTo>
                      <a:pt x="9" y="17"/>
                      <a:pt x="9" y="17"/>
                      <a:pt x="9" y="17"/>
                    </a:cubicBezTo>
                    <a:cubicBezTo>
                      <a:pt x="9" y="19"/>
                      <a:pt x="9" y="19"/>
                      <a:pt x="9" y="19"/>
                    </a:cubicBezTo>
                    <a:cubicBezTo>
                      <a:pt x="0" y="19"/>
                      <a:pt x="0" y="19"/>
                      <a:pt x="0" y="19"/>
                    </a:cubicBezTo>
                    <a:cubicBezTo>
                      <a:pt x="0" y="12"/>
                      <a:pt x="0" y="12"/>
                      <a:pt x="0" y="12"/>
                    </a:cubicBezTo>
                    <a:cubicBezTo>
                      <a:pt x="0" y="4"/>
                      <a:pt x="5" y="0"/>
                      <a:pt x="15" y="0"/>
                    </a:cubicBezTo>
                    <a:cubicBezTo>
                      <a:pt x="24" y="0"/>
                      <a:pt x="29" y="4"/>
                      <a:pt x="29" y="13"/>
                    </a:cubicBezTo>
                    <a:cubicBezTo>
                      <a:pt x="29" y="17"/>
                      <a:pt x="29" y="17"/>
                      <a:pt x="29" y="17"/>
                    </a:cubicBezTo>
                    <a:cubicBezTo>
                      <a:pt x="29" y="20"/>
                      <a:pt x="29" y="20"/>
                      <a:pt x="29" y="20"/>
                    </a:cubicBezTo>
                    <a:cubicBezTo>
                      <a:pt x="29" y="27"/>
                      <a:pt x="26" y="31"/>
                      <a:pt x="22" y="34"/>
                    </a:cubicBezTo>
                    <a:cubicBezTo>
                      <a:pt x="25" y="35"/>
                      <a:pt x="27" y="36"/>
                      <a:pt x="28" y="39"/>
                    </a:cubicBezTo>
                    <a:cubicBezTo>
                      <a:pt x="29" y="41"/>
                      <a:pt x="30" y="44"/>
                      <a:pt x="30" y="48"/>
                    </a:cubicBezTo>
                    <a:cubicBezTo>
                      <a:pt x="30" y="64"/>
                      <a:pt x="30" y="64"/>
                      <a:pt x="30" y="64"/>
                    </a:cubicBezTo>
                    <a:cubicBezTo>
                      <a:pt x="30" y="73"/>
                      <a:pt x="25" y="77"/>
                      <a:pt x="14" y="77"/>
                    </a:cubicBezTo>
                    <a:cubicBezTo>
                      <a:pt x="5" y="77"/>
                      <a:pt x="0" y="73"/>
                      <a:pt x="0" y="64"/>
                    </a:cubicBezTo>
                    <a:cubicBezTo>
                      <a:pt x="0" y="54"/>
                      <a:pt x="0" y="54"/>
                      <a:pt x="0" y="54"/>
                    </a:cubicBezTo>
                    <a:lnTo>
                      <a:pt x="9" y="54"/>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71" name="组合 22"/>
          <p:cNvGrpSpPr/>
          <p:nvPr/>
        </p:nvGrpSpPr>
        <p:grpSpPr>
          <a:xfrm>
            <a:off x="4723133" y="2356248"/>
            <a:ext cx="1638084" cy="1638084"/>
            <a:chOff x="4723133" y="2023747"/>
            <a:chExt cx="1638084" cy="1638084"/>
          </a:xfrm>
        </p:grpSpPr>
        <p:pic>
          <p:nvPicPr>
            <p:cNvPr id="72" name="图片 7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4912175" y="2212789"/>
              <a:ext cx="1260000" cy="1260000"/>
            </a:xfrm>
            <a:prstGeom prst="rect">
              <a:avLst/>
            </a:prstGeom>
            <a:effectLst>
              <a:outerShdw blurRad="279400" dist="152400" dir="2700000" sx="102000" sy="102000" algn="tl" rotWithShape="0">
                <a:prstClr val="black">
                  <a:alpha val="28000"/>
                </a:prstClr>
              </a:outerShdw>
            </a:effectLst>
          </p:spPr>
        </p:pic>
        <p:sp>
          <p:nvSpPr>
            <p:cNvPr id="73" name="椭圆 72"/>
            <p:cNvSpPr/>
            <p:nvPr/>
          </p:nvSpPr>
          <p:spPr>
            <a:xfrm>
              <a:off x="5041934" y="2342548"/>
              <a:ext cx="1000483" cy="1000482"/>
            </a:xfrm>
            <a:prstGeom prst="ellipse">
              <a:avLst/>
            </a:prstGeom>
            <a:gradFill>
              <a:gsLst>
                <a:gs pos="0">
                  <a:srgbClr val="9F73B0"/>
                </a:gs>
                <a:gs pos="100000">
                  <a:srgbClr val="253C9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74" name="组合 25"/>
            <p:cNvGrpSpPr/>
            <p:nvPr/>
          </p:nvGrpSpPr>
          <p:grpSpPr>
            <a:xfrm>
              <a:off x="5274353" y="2598082"/>
              <a:ext cx="903911" cy="814080"/>
              <a:chOff x="5274353" y="2598082"/>
              <a:chExt cx="903911" cy="814080"/>
            </a:xfrm>
          </p:grpSpPr>
          <p:sp>
            <p:nvSpPr>
              <p:cNvPr id="76" name="Freeform 58"/>
              <p:cNvSpPr>
                <a:spLocks/>
              </p:cNvSpPr>
              <p:nvPr/>
            </p:nvSpPr>
            <p:spPr bwMode="auto">
              <a:xfrm>
                <a:off x="5308039" y="2612117"/>
                <a:ext cx="870225" cy="800045"/>
              </a:xfrm>
              <a:custGeom>
                <a:avLst/>
                <a:gdLst>
                  <a:gd name="T0" fmla="*/ 137 w 310"/>
                  <a:gd name="T1" fmla="*/ 285 h 285"/>
                  <a:gd name="T2" fmla="*/ 0 w 310"/>
                  <a:gd name="T3" fmla="*/ 171 h 285"/>
                  <a:gd name="T4" fmla="*/ 2 w 310"/>
                  <a:gd name="T5" fmla="*/ 12 h 285"/>
                  <a:gd name="T6" fmla="*/ 54 w 310"/>
                  <a:gd name="T7" fmla="*/ 7 h 285"/>
                  <a:gd name="T8" fmla="*/ 87 w 310"/>
                  <a:gd name="T9" fmla="*/ 40 h 285"/>
                  <a:gd name="T10" fmla="*/ 97 w 310"/>
                  <a:gd name="T11" fmla="*/ 7 h 285"/>
                  <a:gd name="T12" fmla="*/ 137 w 310"/>
                  <a:gd name="T13" fmla="*/ 0 h 285"/>
                  <a:gd name="T14" fmla="*/ 310 w 310"/>
                  <a:gd name="T15" fmla="*/ 150 h 285"/>
                  <a:gd name="T16" fmla="*/ 137 w 310"/>
                  <a:gd name="T17" fmla="*/ 285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0" h="285">
                    <a:moveTo>
                      <a:pt x="137" y="285"/>
                    </a:moveTo>
                    <a:lnTo>
                      <a:pt x="0" y="171"/>
                    </a:lnTo>
                    <a:lnTo>
                      <a:pt x="2" y="12"/>
                    </a:lnTo>
                    <a:lnTo>
                      <a:pt x="54" y="7"/>
                    </a:lnTo>
                    <a:lnTo>
                      <a:pt x="87" y="40"/>
                    </a:lnTo>
                    <a:lnTo>
                      <a:pt x="97" y="7"/>
                    </a:lnTo>
                    <a:lnTo>
                      <a:pt x="137" y="0"/>
                    </a:lnTo>
                    <a:lnTo>
                      <a:pt x="310" y="150"/>
                    </a:lnTo>
                    <a:lnTo>
                      <a:pt x="137" y="285"/>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7" name="Freeform 59"/>
              <p:cNvSpPr>
                <a:spLocks noEditPoints="1"/>
              </p:cNvSpPr>
              <p:nvPr/>
            </p:nvSpPr>
            <p:spPr bwMode="auto">
              <a:xfrm>
                <a:off x="5274353" y="2598082"/>
                <a:ext cx="204925" cy="513713"/>
              </a:xfrm>
              <a:custGeom>
                <a:avLst/>
                <a:gdLst>
                  <a:gd name="T0" fmla="*/ 17 w 31"/>
                  <a:gd name="T1" fmla="*/ 0 h 77"/>
                  <a:gd name="T2" fmla="*/ 28 w 31"/>
                  <a:gd name="T3" fmla="*/ 5 h 77"/>
                  <a:gd name="T4" fmla="*/ 31 w 31"/>
                  <a:gd name="T5" fmla="*/ 18 h 77"/>
                  <a:gd name="T6" fmla="*/ 31 w 31"/>
                  <a:gd name="T7" fmla="*/ 62 h 77"/>
                  <a:gd name="T8" fmla="*/ 27 w 31"/>
                  <a:gd name="T9" fmla="*/ 73 h 77"/>
                  <a:gd name="T10" fmla="*/ 16 w 31"/>
                  <a:gd name="T11" fmla="*/ 77 h 77"/>
                  <a:gd name="T12" fmla="*/ 3 w 31"/>
                  <a:gd name="T13" fmla="*/ 71 h 77"/>
                  <a:gd name="T14" fmla="*/ 0 w 31"/>
                  <a:gd name="T15" fmla="*/ 56 h 77"/>
                  <a:gd name="T16" fmla="*/ 0 w 31"/>
                  <a:gd name="T17" fmla="*/ 21 h 77"/>
                  <a:gd name="T18" fmla="*/ 3 w 31"/>
                  <a:gd name="T19" fmla="*/ 5 h 77"/>
                  <a:gd name="T20" fmla="*/ 17 w 31"/>
                  <a:gd name="T21" fmla="*/ 0 h 77"/>
                  <a:gd name="T22" fmla="*/ 16 w 31"/>
                  <a:gd name="T23" fmla="*/ 70 h 77"/>
                  <a:gd name="T24" fmla="*/ 22 w 31"/>
                  <a:gd name="T25" fmla="*/ 59 h 77"/>
                  <a:gd name="T26" fmla="*/ 22 w 31"/>
                  <a:gd name="T27" fmla="*/ 17 h 77"/>
                  <a:gd name="T28" fmla="*/ 16 w 31"/>
                  <a:gd name="T29" fmla="*/ 7 h 77"/>
                  <a:gd name="T30" fmla="*/ 9 w 31"/>
                  <a:gd name="T31" fmla="*/ 17 h 77"/>
                  <a:gd name="T32" fmla="*/ 9 w 31"/>
                  <a:gd name="T33" fmla="*/ 20 h 77"/>
                  <a:gd name="T34" fmla="*/ 9 w 31"/>
                  <a:gd name="T35" fmla="*/ 23 h 77"/>
                  <a:gd name="T36" fmla="*/ 9 w 31"/>
                  <a:gd name="T37" fmla="*/ 35 h 77"/>
                  <a:gd name="T38" fmla="*/ 9 w 31"/>
                  <a:gd name="T39" fmla="*/ 48 h 77"/>
                  <a:gd name="T40" fmla="*/ 9 w 31"/>
                  <a:gd name="T41" fmla="*/ 59 h 77"/>
                  <a:gd name="T42" fmla="*/ 16 w 31"/>
                  <a:gd name="T43" fmla="*/ 7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77">
                    <a:moveTo>
                      <a:pt x="17" y="0"/>
                    </a:moveTo>
                    <a:cubicBezTo>
                      <a:pt x="22" y="0"/>
                      <a:pt x="26" y="1"/>
                      <a:pt x="28" y="5"/>
                    </a:cubicBezTo>
                    <a:cubicBezTo>
                      <a:pt x="30" y="8"/>
                      <a:pt x="31" y="12"/>
                      <a:pt x="31" y="18"/>
                    </a:cubicBezTo>
                    <a:cubicBezTo>
                      <a:pt x="31" y="62"/>
                      <a:pt x="31" y="62"/>
                      <a:pt x="31" y="62"/>
                    </a:cubicBezTo>
                    <a:cubicBezTo>
                      <a:pt x="31" y="67"/>
                      <a:pt x="30" y="71"/>
                      <a:pt x="27" y="73"/>
                    </a:cubicBezTo>
                    <a:cubicBezTo>
                      <a:pt x="25" y="76"/>
                      <a:pt x="21" y="77"/>
                      <a:pt x="16" y="77"/>
                    </a:cubicBezTo>
                    <a:cubicBezTo>
                      <a:pt x="9" y="77"/>
                      <a:pt x="5" y="75"/>
                      <a:pt x="3" y="71"/>
                    </a:cubicBezTo>
                    <a:cubicBezTo>
                      <a:pt x="1" y="69"/>
                      <a:pt x="0" y="64"/>
                      <a:pt x="0" y="56"/>
                    </a:cubicBezTo>
                    <a:cubicBezTo>
                      <a:pt x="0" y="21"/>
                      <a:pt x="0" y="21"/>
                      <a:pt x="0" y="21"/>
                    </a:cubicBezTo>
                    <a:cubicBezTo>
                      <a:pt x="0" y="13"/>
                      <a:pt x="1" y="8"/>
                      <a:pt x="3" y="5"/>
                    </a:cubicBezTo>
                    <a:cubicBezTo>
                      <a:pt x="5" y="2"/>
                      <a:pt x="10" y="0"/>
                      <a:pt x="17" y="0"/>
                    </a:cubicBezTo>
                    <a:close/>
                    <a:moveTo>
                      <a:pt x="16" y="70"/>
                    </a:moveTo>
                    <a:cubicBezTo>
                      <a:pt x="20" y="70"/>
                      <a:pt x="22" y="66"/>
                      <a:pt x="22" y="59"/>
                    </a:cubicBezTo>
                    <a:cubicBezTo>
                      <a:pt x="22" y="17"/>
                      <a:pt x="22" y="17"/>
                      <a:pt x="22" y="17"/>
                    </a:cubicBezTo>
                    <a:cubicBezTo>
                      <a:pt x="22" y="10"/>
                      <a:pt x="20" y="7"/>
                      <a:pt x="16" y="7"/>
                    </a:cubicBezTo>
                    <a:cubicBezTo>
                      <a:pt x="11" y="7"/>
                      <a:pt x="9" y="10"/>
                      <a:pt x="9" y="17"/>
                    </a:cubicBezTo>
                    <a:cubicBezTo>
                      <a:pt x="9" y="20"/>
                      <a:pt x="9" y="20"/>
                      <a:pt x="9" y="20"/>
                    </a:cubicBezTo>
                    <a:cubicBezTo>
                      <a:pt x="9" y="23"/>
                      <a:pt x="9" y="23"/>
                      <a:pt x="9" y="23"/>
                    </a:cubicBezTo>
                    <a:cubicBezTo>
                      <a:pt x="9" y="35"/>
                      <a:pt x="9" y="35"/>
                      <a:pt x="9" y="35"/>
                    </a:cubicBezTo>
                    <a:cubicBezTo>
                      <a:pt x="9" y="48"/>
                      <a:pt x="9" y="48"/>
                      <a:pt x="9" y="48"/>
                    </a:cubicBezTo>
                    <a:cubicBezTo>
                      <a:pt x="9" y="59"/>
                      <a:pt x="9" y="59"/>
                      <a:pt x="9" y="59"/>
                    </a:cubicBezTo>
                    <a:cubicBezTo>
                      <a:pt x="9" y="66"/>
                      <a:pt x="11" y="70"/>
                      <a:pt x="16" y="70"/>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78" name="Freeform 60"/>
              <p:cNvSpPr>
                <a:spLocks/>
              </p:cNvSpPr>
              <p:nvPr/>
            </p:nvSpPr>
            <p:spPr bwMode="auto">
              <a:xfrm>
                <a:off x="5518577" y="2598082"/>
                <a:ext cx="207731" cy="513713"/>
              </a:xfrm>
              <a:custGeom>
                <a:avLst/>
                <a:gdLst>
                  <a:gd name="T0" fmla="*/ 0 w 31"/>
                  <a:gd name="T1" fmla="*/ 16 h 77"/>
                  <a:gd name="T2" fmla="*/ 4 w 31"/>
                  <a:gd name="T3" fmla="*/ 4 h 77"/>
                  <a:gd name="T4" fmla="*/ 16 w 31"/>
                  <a:gd name="T5" fmla="*/ 0 h 77"/>
                  <a:gd name="T6" fmla="*/ 29 w 31"/>
                  <a:gd name="T7" fmla="*/ 6 h 77"/>
                  <a:gd name="T8" fmla="*/ 31 w 31"/>
                  <a:gd name="T9" fmla="*/ 22 h 77"/>
                  <a:gd name="T10" fmla="*/ 30 w 31"/>
                  <a:gd name="T11" fmla="*/ 30 h 77"/>
                  <a:gd name="T12" fmla="*/ 27 w 31"/>
                  <a:gd name="T13" fmla="*/ 38 h 77"/>
                  <a:gd name="T14" fmla="*/ 18 w 31"/>
                  <a:gd name="T15" fmla="*/ 52 h 77"/>
                  <a:gd name="T16" fmla="*/ 11 w 31"/>
                  <a:gd name="T17" fmla="*/ 68 h 77"/>
                  <a:gd name="T18" fmla="*/ 31 w 31"/>
                  <a:gd name="T19" fmla="*/ 68 h 77"/>
                  <a:gd name="T20" fmla="*/ 31 w 31"/>
                  <a:gd name="T21" fmla="*/ 76 h 77"/>
                  <a:gd name="T22" fmla="*/ 8 w 31"/>
                  <a:gd name="T23" fmla="*/ 77 h 77"/>
                  <a:gd name="T24" fmla="*/ 0 w 31"/>
                  <a:gd name="T25" fmla="*/ 76 h 77"/>
                  <a:gd name="T26" fmla="*/ 0 w 31"/>
                  <a:gd name="T27" fmla="*/ 76 h 77"/>
                  <a:gd name="T28" fmla="*/ 5 w 31"/>
                  <a:gd name="T29" fmla="*/ 55 h 77"/>
                  <a:gd name="T30" fmla="*/ 17 w 31"/>
                  <a:gd name="T31" fmla="*/ 37 h 77"/>
                  <a:gd name="T32" fmla="*/ 21 w 31"/>
                  <a:gd name="T33" fmla="*/ 20 h 77"/>
                  <a:gd name="T34" fmla="*/ 21 w 31"/>
                  <a:gd name="T35" fmla="*/ 19 h 77"/>
                  <a:gd name="T36" fmla="*/ 21 w 31"/>
                  <a:gd name="T37" fmla="*/ 17 h 77"/>
                  <a:gd name="T38" fmla="*/ 21 w 31"/>
                  <a:gd name="T39" fmla="*/ 12 h 77"/>
                  <a:gd name="T40" fmla="*/ 15 w 31"/>
                  <a:gd name="T41" fmla="*/ 7 h 77"/>
                  <a:gd name="T42" fmla="*/ 10 w 31"/>
                  <a:gd name="T43" fmla="*/ 16 h 77"/>
                  <a:gd name="T44" fmla="*/ 10 w 31"/>
                  <a:gd name="T45" fmla="*/ 19 h 77"/>
                  <a:gd name="T46" fmla="*/ 10 w 31"/>
                  <a:gd name="T47" fmla="*/ 21 h 77"/>
                  <a:gd name="T48" fmla="*/ 10 w 31"/>
                  <a:gd name="T49" fmla="*/ 23 h 77"/>
                  <a:gd name="T50" fmla="*/ 10 w 31"/>
                  <a:gd name="T51" fmla="*/ 26 h 77"/>
                  <a:gd name="T52" fmla="*/ 0 w 31"/>
                  <a:gd name="T53" fmla="*/ 26 h 77"/>
                  <a:gd name="T54" fmla="*/ 0 w 31"/>
                  <a:gd name="T55" fmla="*/ 1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1" h="77">
                    <a:moveTo>
                      <a:pt x="0" y="16"/>
                    </a:moveTo>
                    <a:cubicBezTo>
                      <a:pt x="0" y="10"/>
                      <a:pt x="2" y="6"/>
                      <a:pt x="4" y="4"/>
                    </a:cubicBezTo>
                    <a:cubicBezTo>
                      <a:pt x="6" y="1"/>
                      <a:pt x="10" y="0"/>
                      <a:pt x="16" y="0"/>
                    </a:cubicBezTo>
                    <a:cubicBezTo>
                      <a:pt x="23" y="0"/>
                      <a:pt x="27" y="2"/>
                      <a:pt x="29" y="6"/>
                    </a:cubicBezTo>
                    <a:cubicBezTo>
                      <a:pt x="30" y="9"/>
                      <a:pt x="31" y="14"/>
                      <a:pt x="31" y="22"/>
                    </a:cubicBezTo>
                    <a:cubicBezTo>
                      <a:pt x="31" y="25"/>
                      <a:pt x="31" y="28"/>
                      <a:pt x="30" y="30"/>
                    </a:cubicBezTo>
                    <a:cubicBezTo>
                      <a:pt x="30" y="32"/>
                      <a:pt x="29" y="35"/>
                      <a:pt x="27" y="38"/>
                    </a:cubicBezTo>
                    <a:cubicBezTo>
                      <a:pt x="18" y="52"/>
                      <a:pt x="18" y="52"/>
                      <a:pt x="18" y="52"/>
                    </a:cubicBezTo>
                    <a:cubicBezTo>
                      <a:pt x="14" y="58"/>
                      <a:pt x="12" y="63"/>
                      <a:pt x="11" y="68"/>
                    </a:cubicBezTo>
                    <a:cubicBezTo>
                      <a:pt x="31" y="68"/>
                      <a:pt x="31" y="68"/>
                      <a:pt x="31" y="68"/>
                    </a:cubicBezTo>
                    <a:cubicBezTo>
                      <a:pt x="31" y="76"/>
                      <a:pt x="31" y="76"/>
                      <a:pt x="31" y="76"/>
                    </a:cubicBezTo>
                    <a:cubicBezTo>
                      <a:pt x="8" y="77"/>
                      <a:pt x="8" y="77"/>
                      <a:pt x="8" y="77"/>
                    </a:cubicBezTo>
                    <a:cubicBezTo>
                      <a:pt x="0" y="76"/>
                      <a:pt x="0" y="76"/>
                      <a:pt x="0" y="76"/>
                    </a:cubicBezTo>
                    <a:cubicBezTo>
                      <a:pt x="0" y="76"/>
                      <a:pt x="0" y="76"/>
                      <a:pt x="0" y="76"/>
                    </a:cubicBezTo>
                    <a:cubicBezTo>
                      <a:pt x="0" y="68"/>
                      <a:pt x="2" y="61"/>
                      <a:pt x="5" y="55"/>
                    </a:cubicBezTo>
                    <a:cubicBezTo>
                      <a:pt x="7" y="51"/>
                      <a:pt x="11" y="45"/>
                      <a:pt x="17" y="37"/>
                    </a:cubicBezTo>
                    <a:cubicBezTo>
                      <a:pt x="20" y="32"/>
                      <a:pt x="21" y="27"/>
                      <a:pt x="21" y="20"/>
                    </a:cubicBezTo>
                    <a:cubicBezTo>
                      <a:pt x="21" y="19"/>
                      <a:pt x="21" y="19"/>
                      <a:pt x="21" y="19"/>
                    </a:cubicBezTo>
                    <a:cubicBezTo>
                      <a:pt x="21" y="17"/>
                      <a:pt x="21" y="17"/>
                      <a:pt x="21" y="17"/>
                    </a:cubicBezTo>
                    <a:cubicBezTo>
                      <a:pt x="21" y="15"/>
                      <a:pt x="21" y="13"/>
                      <a:pt x="21" y="12"/>
                    </a:cubicBezTo>
                    <a:cubicBezTo>
                      <a:pt x="20" y="9"/>
                      <a:pt x="18" y="7"/>
                      <a:pt x="15" y="7"/>
                    </a:cubicBezTo>
                    <a:cubicBezTo>
                      <a:pt x="11" y="7"/>
                      <a:pt x="10" y="10"/>
                      <a:pt x="10" y="16"/>
                    </a:cubicBezTo>
                    <a:cubicBezTo>
                      <a:pt x="10" y="19"/>
                      <a:pt x="10" y="19"/>
                      <a:pt x="10" y="19"/>
                    </a:cubicBezTo>
                    <a:cubicBezTo>
                      <a:pt x="10" y="21"/>
                      <a:pt x="10" y="21"/>
                      <a:pt x="10" y="21"/>
                    </a:cubicBezTo>
                    <a:cubicBezTo>
                      <a:pt x="10" y="23"/>
                      <a:pt x="10" y="23"/>
                      <a:pt x="10" y="23"/>
                    </a:cubicBezTo>
                    <a:cubicBezTo>
                      <a:pt x="10" y="26"/>
                      <a:pt x="10" y="26"/>
                      <a:pt x="10" y="26"/>
                    </a:cubicBezTo>
                    <a:cubicBezTo>
                      <a:pt x="0" y="26"/>
                      <a:pt x="0" y="26"/>
                      <a:pt x="0" y="26"/>
                    </a:cubicBezTo>
                    <a:lnTo>
                      <a:pt x="0" y="16"/>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sp>
          <p:nvSpPr>
            <p:cNvPr id="75" name="椭圆 74"/>
            <p:cNvSpPr/>
            <p:nvPr/>
          </p:nvSpPr>
          <p:spPr>
            <a:xfrm>
              <a:off x="4723133" y="2023747"/>
              <a:ext cx="1638084" cy="1638084"/>
            </a:xfrm>
            <a:prstGeom prst="ellipse">
              <a:avLst/>
            </a:prstGeom>
            <a:gradFill>
              <a:gsLst>
                <a:gs pos="22000">
                  <a:schemeClr val="bg1">
                    <a:alpha val="40000"/>
                  </a:schemeClr>
                </a:gs>
                <a:gs pos="50000">
                  <a:srgbClr val="FFFFFF">
                    <a:alpha val="10000"/>
                  </a:srgbClr>
                </a:gs>
                <a:gs pos="50000">
                  <a:schemeClr val="bg1">
                    <a:alpha val="20000"/>
                  </a:schemeClr>
                </a:gs>
                <a:gs pos="15000">
                  <a:schemeClr val="bg1">
                    <a:alpha val="87000"/>
                  </a:schemeClr>
                </a:gs>
              </a:gsLst>
              <a:lin ang="2700000" scaled="0"/>
            </a:gradFill>
            <a:ln>
              <a:gradFill>
                <a:gsLst>
                  <a:gs pos="75000">
                    <a:srgbClr val="F0F0F0"/>
                  </a:gs>
                  <a:gs pos="50000">
                    <a:srgbClr val="C8C8C8"/>
                  </a:gs>
                  <a:gs pos="25000">
                    <a:srgbClr val="F0F0F0"/>
                  </a:gs>
                  <a:gs pos="0">
                    <a:schemeClr val="bg1"/>
                  </a:gs>
                  <a:gs pos="100000">
                    <a:schemeClr val="bg1"/>
                  </a:gs>
                </a:gsLst>
                <a:lin ang="2700000" scaled="0"/>
              </a:gradFill>
            </a:ln>
            <a:effectLst>
              <a:outerShdw blurRad="228600" dist="88900" dir="2700000" algn="tl"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grpSp>
        <p:nvGrpSpPr>
          <p:cNvPr id="79" name="组合 14"/>
          <p:cNvGrpSpPr/>
          <p:nvPr/>
        </p:nvGrpSpPr>
        <p:grpSpPr>
          <a:xfrm>
            <a:off x="3653051" y="1279094"/>
            <a:ext cx="1638084" cy="1638084"/>
            <a:chOff x="9175310" y="216375"/>
            <a:chExt cx="1638084" cy="1638084"/>
          </a:xfrm>
        </p:grpSpPr>
        <p:grpSp>
          <p:nvGrpSpPr>
            <p:cNvPr id="80" name="组合 15"/>
            <p:cNvGrpSpPr/>
            <p:nvPr/>
          </p:nvGrpSpPr>
          <p:grpSpPr>
            <a:xfrm>
              <a:off x="9363592" y="405417"/>
              <a:ext cx="1260000" cy="1260000"/>
              <a:chOff x="4006193" y="973259"/>
              <a:chExt cx="1224129" cy="1224130"/>
            </a:xfrm>
          </p:grpSpPr>
          <p:pic>
            <p:nvPicPr>
              <p:cNvPr id="85" name="图片 8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4006193" y="973259"/>
                <a:ext cx="1224129" cy="1224130"/>
              </a:xfrm>
              <a:prstGeom prst="rect">
                <a:avLst/>
              </a:prstGeom>
              <a:effectLst>
                <a:outerShdw blurRad="279400" dist="152400" dir="2700000" sx="102000" sy="102000" algn="tl" rotWithShape="0">
                  <a:prstClr val="black">
                    <a:alpha val="28000"/>
                  </a:prstClr>
                </a:outerShdw>
              </a:effectLst>
            </p:spPr>
          </p:pic>
          <p:sp>
            <p:nvSpPr>
              <p:cNvPr id="86" name="椭圆 85"/>
              <p:cNvSpPr/>
              <p:nvPr/>
            </p:nvSpPr>
            <p:spPr>
              <a:xfrm>
                <a:off x="4132257" y="1099324"/>
                <a:ext cx="972000" cy="972000"/>
              </a:xfrm>
              <a:prstGeom prst="ellipse">
                <a:avLst/>
              </a:prstGeom>
              <a:gradFill>
                <a:gsLst>
                  <a:gs pos="0">
                    <a:srgbClr val="F28F00"/>
                  </a:gs>
                  <a:gs pos="98000">
                    <a:srgbClr val="E60C12"/>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81" name="Freeform 55"/>
            <p:cNvSpPr>
              <a:spLocks/>
            </p:cNvSpPr>
            <p:nvPr/>
          </p:nvSpPr>
          <p:spPr bwMode="auto">
            <a:xfrm>
              <a:off x="9758533" y="742138"/>
              <a:ext cx="850572" cy="808467"/>
            </a:xfrm>
            <a:custGeom>
              <a:avLst/>
              <a:gdLst>
                <a:gd name="T0" fmla="*/ 137 w 303"/>
                <a:gd name="T1" fmla="*/ 288 h 288"/>
                <a:gd name="T2" fmla="*/ 0 w 303"/>
                <a:gd name="T3" fmla="*/ 174 h 288"/>
                <a:gd name="T4" fmla="*/ 2 w 303"/>
                <a:gd name="T5" fmla="*/ 15 h 288"/>
                <a:gd name="T6" fmla="*/ 54 w 303"/>
                <a:gd name="T7" fmla="*/ 10 h 288"/>
                <a:gd name="T8" fmla="*/ 85 w 303"/>
                <a:gd name="T9" fmla="*/ 43 h 288"/>
                <a:gd name="T10" fmla="*/ 106 w 303"/>
                <a:gd name="T11" fmla="*/ 22 h 288"/>
                <a:gd name="T12" fmla="*/ 128 w 303"/>
                <a:gd name="T13" fmla="*/ 0 h 288"/>
                <a:gd name="T14" fmla="*/ 303 w 303"/>
                <a:gd name="T15" fmla="*/ 150 h 288"/>
                <a:gd name="T16" fmla="*/ 137 w 303"/>
                <a:gd name="T17" fmla="*/ 288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3" h="288">
                  <a:moveTo>
                    <a:pt x="137" y="288"/>
                  </a:moveTo>
                  <a:lnTo>
                    <a:pt x="0" y="174"/>
                  </a:lnTo>
                  <a:lnTo>
                    <a:pt x="2" y="15"/>
                  </a:lnTo>
                  <a:lnTo>
                    <a:pt x="54" y="10"/>
                  </a:lnTo>
                  <a:lnTo>
                    <a:pt x="85" y="43"/>
                  </a:lnTo>
                  <a:lnTo>
                    <a:pt x="106" y="22"/>
                  </a:lnTo>
                  <a:lnTo>
                    <a:pt x="128" y="0"/>
                  </a:lnTo>
                  <a:lnTo>
                    <a:pt x="303" y="150"/>
                  </a:lnTo>
                  <a:lnTo>
                    <a:pt x="137" y="288"/>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2" name="Freeform 56"/>
            <p:cNvSpPr>
              <a:spLocks noEditPoints="1"/>
            </p:cNvSpPr>
            <p:nvPr/>
          </p:nvSpPr>
          <p:spPr bwMode="auto">
            <a:xfrm>
              <a:off x="9724849" y="736520"/>
              <a:ext cx="204924" cy="513713"/>
            </a:xfrm>
            <a:custGeom>
              <a:avLst/>
              <a:gdLst>
                <a:gd name="T0" fmla="*/ 17 w 31"/>
                <a:gd name="T1" fmla="*/ 0 h 77"/>
                <a:gd name="T2" fmla="*/ 28 w 31"/>
                <a:gd name="T3" fmla="*/ 5 h 77"/>
                <a:gd name="T4" fmla="*/ 31 w 31"/>
                <a:gd name="T5" fmla="*/ 18 h 77"/>
                <a:gd name="T6" fmla="*/ 31 w 31"/>
                <a:gd name="T7" fmla="*/ 63 h 77"/>
                <a:gd name="T8" fmla="*/ 27 w 31"/>
                <a:gd name="T9" fmla="*/ 74 h 77"/>
                <a:gd name="T10" fmla="*/ 16 w 31"/>
                <a:gd name="T11" fmla="*/ 77 h 77"/>
                <a:gd name="T12" fmla="*/ 2 w 31"/>
                <a:gd name="T13" fmla="*/ 72 h 77"/>
                <a:gd name="T14" fmla="*/ 0 w 31"/>
                <a:gd name="T15" fmla="*/ 57 h 77"/>
                <a:gd name="T16" fmla="*/ 0 w 31"/>
                <a:gd name="T17" fmla="*/ 21 h 77"/>
                <a:gd name="T18" fmla="*/ 3 w 31"/>
                <a:gd name="T19" fmla="*/ 6 h 77"/>
                <a:gd name="T20" fmla="*/ 17 w 31"/>
                <a:gd name="T21" fmla="*/ 0 h 77"/>
                <a:gd name="T22" fmla="*/ 16 w 31"/>
                <a:gd name="T23" fmla="*/ 70 h 77"/>
                <a:gd name="T24" fmla="*/ 22 w 31"/>
                <a:gd name="T25" fmla="*/ 59 h 77"/>
                <a:gd name="T26" fmla="*/ 22 w 31"/>
                <a:gd name="T27" fmla="*/ 17 h 77"/>
                <a:gd name="T28" fmla="*/ 16 w 31"/>
                <a:gd name="T29" fmla="*/ 7 h 77"/>
                <a:gd name="T30" fmla="*/ 9 w 31"/>
                <a:gd name="T31" fmla="*/ 17 h 77"/>
                <a:gd name="T32" fmla="*/ 9 w 31"/>
                <a:gd name="T33" fmla="*/ 20 h 77"/>
                <a:gd name="T34" fmla="*/ 9 w 31"/>
                <a:gd name="T35" fmla="*/ 23 h 77"/>
                <a:gd name="T36" fmla="*/ 9 w 31"/>
                <a:gd name="T37" fmla="*/ 35 h 77"/>
                <a:gd name="T38" fmla="*/ 9 w 31"/>
                <a:gd name="T39" fmla="*/ 48 h 77"/>
                <a:gd name="T40" fmla="*/ 9 w 31"/>
                <a:gd name="T41" fmla="*/ 59 h 77"/>
                <a:gd name="T42" fmla="*/ 16 w 31"/>
                <a:gd name="T43" fmla="*/ 7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77">
                  <a:moveTo>
                    <a:pt x="17" y="0"/>
                  </a:moveTo>
                  <a:cubicBezTo>
                    <a:pt x="22" y="0"/>
                    <a:pt x="26" y="2"/>
                    <a:pt x="28" y="5"/>
                  </a:cubicBezTo>
                  <a:cubicBezTo>
                    <a:pt x="30" y="8"/>
                    <a:pt x="31" y="12"/>
                    <a:pt x="31" y="18"/>
                  </a:cubicBezTo>
                  <a:cubicBezTo>
                    <a:pt x="31" y="63"/>
                    <a:pt x="31" y="63"/>
                    <a:pt x="31" y="63"/>
                  </a:cubicBezTo>
                  <a:cubicBezTo>
                    <a:pt x="31" y="67"/>
                    <a:pt x="30" y="71"/>
                    <a:pt x="27" y="74"/>
                  </a:cubicBezTo>
                  <a:cubicBezTo>
                    <a:pt x="24" y="76"/>
                    <a:pt x="21" y="77"/>
                    <a:pt x="16" y="77"/>
                  </a:cubicBezTo>
                  <a:cubicBezTo>
                    <a:pt x="9" y="77"/>
                    <a:pt x="5" y="76"/>
                    <a:pt x="2" y="72"/>
                  </a:cubicBezTo>
                  <a:cubicBezTo>
                    <a:pt x="1" y="69"/>
                    <a:pt x="0" y="64"/>
                    <a:pt x="0" y="57"/>
                  </a:cubicBezTo>
                  <a:cubicBezTo>
                    <a:pt x="0" y="21"/>
                    <a:pt x="0" y="21"/>
                    <a:pt x="0" y="21"/>
                  </a:cubicBezTo>
                  <a:cubicBezTo>
                    <a:pt x="0" y="14"/>
                    <a:pt x="1" y="8"/>
                    <a:pt x="3" y="6"/>
                  </a:cubicBezTo>
                  <a:cubicBezTo>
                    <a:pt x="5" y="2"/>
                    <a:pt x="10" y="0"/>
                    <a:pt x="17" y="0"/>
                  </a:cubicBezTo>
                  <a:close/>
                  <a:moveTo>
                    <a:pt x="16" y="70"/>
                  </a:moveTo>
                  <a:cubicBezTo>
                    <a:pt x="20" y="70"/>
                    <a:pt x="22" y="66"/>
                    <a:pt x="22" y="59"/>
                  </a:cubicBezTo>
                  <a:cubicBezTo>
                    <a:pt x="22" y="17"/>
                    <a:pt x="22" y="17"/>
                    <a:pt x="22" y="17"/>
                  </a:cubicBezTo>
                  <a:cubicBezTo>
                    <a:pt x="22" y="10"/>
                    <a:pt x="20" y="7"/>
                    <a:pt x="16" y="7"/>
                  </a:cubicBezTo>
                  <a:cubicBezTo>
                    <a:pt x="11" y="7"/>
                    <a:pt x="9" y="11"/>
                    <a:pt x="9" y="17"/>
                  </a:cubicBezTo>
                  <a:cubicBezTo>
                    <a:pt x="9" y="20"/>
                    <a:pt x="9" y="20"/>
                    <a:pt x="9" y="20"/>
                  </a:cubicBezTo>
                  <a:cubicBezTo>
                    <a:pt x="9" y="23"/>
                    <a:pt x="9" y="23"/>
                    <a:pt x="9" y="23"/>
                  </a:cubicBezTo>
                  <a:cubicBezTo>
                    <a:pt x="9" y="35"/>
                    <a:pt x="9" y="35"/>
                    <a:pt x="9" y="35"/>
                  </a:cubicBezTo>
                  <a:cubicBezTo>
                    <a:pt x="9" y="48"/>
                    <a:pt x="9" y="48"/>
                    <a:pt x="9" y="48"/>
                  </a:cubicBezTo>
                  <a:cubicBezTo>
                    <a:pt x="9" y="59"/>
                    <a:pt x="9" y="59"/>
                    <a:pt x="9" y="59"/>
                  </a:cubicBezTo>
                  <a:cubicBezTo>
                    <a:pt x="9" y="66"/>
                    <a:pt x="11" y="70"/>
                    <a:pt x="16" y="70"/>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3" name="Freeform 57"/>
            <p:cNvSpPr>
              <a:spLocks/>
            </p:cNvSpPr>
            <p:nvPr/>
          </p:nvSpPr>
          <p:spPr bwMode="auto">
            <a:xfrm>
              <a:off x="9997145" y="742133"/>
              <a:ext cx="120709" cy="508099"/>
            </a:xfrm>
            <a:custGeom>
              <a:avLst/>
              <a:gdLst>
                <a:gd name="T0" fmla="*/ 0 w 18"/>
                <a:gd name="T1" fmla="*/ 11 h 76"/>
                <a:gd name="T2" fmla="*/ 11 w 18"/>
                <a:gd name="T3" fmla="*/ 0 h 76"/>
                <a:gd name="T4" fmla="*/ 18 w 18"/>
                <a:gd name="T5" fmla="*/ 0 h 76"/>
                <a:gd name="T6" fmla="*/ 18 w 18"/>
                <a:gd name="T7" fmla="*/ 76 h 76"/>
                <a:gd name="T8" fmla="*/ 8 w 18"/>
                <a:gd name="T9" fmla="*/ 76 h 76"/>
                <a:gd name="T10" fmla="*/ 8 w 18"/>
                <a:gd name="T11" fmla="*/ 19 h 76"/>
                <a:gd name="T12" fmla="*/ 0 w 18"/>
                <a:gd name="T13" fmla="*/ 19 h 76"/>
                <a:gd name="T14" fmla="*/ 0 w 18"/>
                <a:gd name="T15" fmla="*/ 11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76">
                  <a:moveTo>
                    <a:pt x="0" y="11"/>
                  </a:moveTo>
                  <a:cubicBezTo>
                    <a:pt x="7" y="10"/>
                    <a:pt x="10" y="7"/>
                    <a:pt x="11" y="0"/>
                  </a:cubicBezTo>
                  <a:cubicBezTo>
                    <a:pt x="18" y="0"/>
                    <a:pt x="18" y="0"/>
                    <a:pt x="18" y="0"/>
                  </a:cubicBezTo>
                  <a:cubicBezTo>
                    <a:pt x="18" y="76"/>
                    <a:pt x="18" y="76"/>
                    <a:pt x="18" y="76"/>
                  </a:cubicBezTo>
                  <a:cubicBezTo>
                    <a:pt x="8" y="76"/>
                    <a:pt x="8" y="76"/>
                    <a:pt x="8" y="76"/>
                  </a:cubicBezTo>
                  <a:cubicBezTo>
                    <a:pt x="8" y="19"/>
                    <a:pt x="8" y="19"/>
                    <a:pt x="8" y="19"/>
                  </a:cubicBezTo>
                  <a:cubicBezTo>
                    <a:pt x="0" y="19"/>
                    <a:pt x="0" y="19"/>
                    <a:pt x="0" y="19"/>
                  </a:cubicBezTo>
                  <a:lnTo>
                    <a:pt x="0" y="11"/>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4" name="椭圆 83"/>
            <p:cNvSpPr/>
            <p:nvPr/>
          </p:nvSpPr>
          <p:spPr>
            <a:xfrm>
              <a:off x="9175310" y="216375"/>
              <a:ext cx="1638084" cy="1638084"/>
            </a:xfrm>
            <a:prstGeom prst="ellipse">
              <a:avLst/>
            </a:prstGeom>
            <a:gradFill>
              <a:gsLst>
                <a:gs pos="22000">
                  <a:schemeClr val="bg1">
                    <a:alpha val="40000"/>
                  </a:schemeClr>
                </a:gs>
                <a:gs pos="50000">
                  <a:srgbClr val="FFFFFF">
                    <a:alpha val="10000"/>
                  </a:srgbClr>
                </a:gs>
                <a:gs pos="50000">
                  <a:schemeClr val="bg1">
                    <a:alpha val="20000"/>
                  </a:schemeClr>
                </a:gs>
                <a:gs pos="15000">
                  <a:schemeClr val="bg1">
                    <a:alpha val="87000"/>
                  </a:schemeClr>
                </a:gs>
              </a:gsLst>
              <a:lin ang="2700000" scaled="0"/>
            </a:gradFill>
            <a:ln>
              <a:gradFill>
                <a:gsLst>
                  <a:gs pos="75000">
                    <a:srgbClr val="F0F0F0"/>
                  </a:gs>
                  <a:gs pos="50000">
                    <a:srgbClr val="C8C8C8"/>
                  </a:gs>
                  <a:gs pos="25000">
                    <a:srgbClr val="F0F0F0"/>
                  </a:gs>
                  <a:gs pos="0">
                    <a:schemeClr val="bg1"/>
                  </a:gs>
                  <a:gs pos="100000">
                    <a:schemeClr val="bg1"/>
                  </a:gs>
                </a:gsLst>
                <a:lin ang="2700000" scaled="0"/>
              </a:gradFill>
            </a:ln>
            <a:effectLst>
              <a:outerShdw blurRad="228600" dist="88900" dir="2700000" algn="tl"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sp>
        <p:nvSpPr>
          <p:cNvPr id="87" name="任意多边形 39"/>
          <p:cNvSpPr/>
          <p:nvPr/>
        </p:nvSpPr>
        <p:spPr>
          <a:xfrm rot="16200000">
            <a:off x="6426918" y="251044"/>
            <a:ext cx="896470" cy="2995764"/>
          </a:xfrm>
          <a:custGeom>
            <a:avLst/>
            <a:gdLst>
              <a:gd name="connsiteX0" fmla="*/ 896470 w 896470"/>
              <a:gd name="connsiteY0" fmla="*/ 512819 h 2995764"/>
              <a:gd name="connsiteX1" fmla="*/ 896470 w 896470"/>
              <a:gd name="connsiteY1" fmla="*/ 2878945 h 2995764"/>
              <a:gd name="connsiteX2" fmla="*/ 779651 w 896470"/>
              <a:gd name="connsiteY2" fmla="*/ 2995764 h 2995764"/>
              <a:gd name="connsiteX3" fmla="*/ 116819 w 896470"/>
              <a:gd name="connsiteY3" fmla="*/ 2995764 h 2995764"/>
              <a:gd name="connsiteX4" fmla="*/ 0 w 896470"/>
              <a:gd name="connsiteY4" fmla="*/ 2878945 h 2995764"/>
              <a:gd name="connsiteX5" fmla="*/ 0 w 896470"/>
              <a:gd name="connsiteY5" fmla="*/ 512819 h 2995764"/>
              <a:gd name="connsiteX6" fmla="*/ 116819 w 896470"/>
              <a:gd name="connsiteY6" fmla="*/ 396000 h 2995764"/>
              <a:gd name="connsiteX7" fmla="*/ 286235 w 896470"/>
              <a:gd name="connsiteY7" fmla="*/ 396000 h 2995764"/>
              <a:gd name="connsiteX8" fmla="*/ 448235 w 896470"/>
              <a:gd name="connsiteY8" fmla="*/ 0 h 2995764"/>
              <a:gd name="connsiteX9" fmla="*/ 610235 w 896470"/>
              <a:gd name="connsiteY9" fmla="*/ 396000 h 2995764"/>
              <a:gd name="connsiteX10" fmla="*/ 779651 w 896470"/>
              <a:gd name="connsiteY10" fmla="*/ 396000 h 2995764"/>
              <a:gd name="connsiteX11" fmla="*/ 896470 w 896470"/>
              <a:gd name="connsiteY11" fmla="*/ 512819 h 2995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96470" h="2995764">
                <a:moveTo>
                  <a:pt x="896470" y="512819"/>
                </a:moveTo>
                <a:lnTo>
                  <a:pt x="896470" y="2878945"/>
                </a:lnTo>
                <a:cubicBezTo>
                  <a:pt x="896470" y="2943462"/>
                  <a:pt x="844168" y="2995764"/>
                  <a:pt x="779651" y="2995764"/>
                </a:cubicBezTo>
                <a:lnTo>
                  <a:pt x="116819" y="2995764"/>
                </a:lnTo>
                <a:cubicBezTo>
                  <a:pt x="52302" y="2995764"/>
                  <a:pt x="0" y="2943462"/>
                  <a:pt x="0" y="2878945"/>
                </a:cubicBezTo>
                <a:lnTo>
                  <a:pt x="0" y="512819"/>
                </a:lnTo>
                <a:cubicBezTo>
                  <a:pt x="0" y="448302"/>
                  <a:pt x="52302" y="396000"/>
                  <a:pt x="116819" y="396000"/>
                </a:cubicBezTo>
                <a:lnTo>
                  <a:pt x="286235" y="396000"/>
                </a:lnTo>
                <a:lnTo>
                  <a:pt x="448235" y="0"/>
                </a:lnTo>
                <a:lnTo>
                  <a:pt x="610235" y="396000"/>
                </a:lnTo>
                <a:lnTo>
                  <a:pt x="779651" y="396000"/>
                </a:lnTo>
                <a:cubicBezTo>
                  <a:pt x="844168" y="396000"/>
                  <a:pt x="896470" y="448302"/>
                  <a:pt x="896470" y="512819"/>
                </a:cubicBezTo>
                <a:close/>
              </a:path>
            </a:pathLst>
          </a:custGeom>
          <a:gradFill>
            <a:gsLst>
              <a:gs pos="0">
                <a:schemeClr val="bg1">
                  <a:alpha val="40000"/>
                </a:schemeClr>
              </a:gs>
              <a:gs pos="98000">
                <a:schemeClr val="bg1">
                  <a:alpha val="20000"/>
                </a:schemeClr>
              </a:gs>
            </a:gsLst>
            <a:lin ang="0" scaled="0"/>
          </a:gradFill>
          <a:ln>
            <a:gradFill>
              <a:gsLst>
                <a:gs pos="0">
                  <a:schemeClr val="bg1"/>
                </a:gs>
                <a:gs pos="100000">
                  <a:schemeClr val="bg1">
                    <a:lumMod val="85000"/>
                  </a:schemeClr>
                </a:gs>
              </a:gsLst>
              <a:lin ang="2700000" scaled="0"/>
            </a:gradFill>
          </a:ln>
          <a:effectLst>
            <a:outerShdw blurRad="228600" dist="88900" dir="2700000" algn="tl"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prstClr val="white"/>
              </a:solidFill>
            </a:endParaRPr>
          </a:p>
        </p:txBody>
      </p:sp>
      <p:sp>
        <p:nvSpPr>
          <p:cNvPr id="88" name="任意多边形 40"/>
          <p:cNvSpPr/>
          <p:nvPr/>
        </p:nvSpPr>
        <p:spPr>
          <a:xfrm rot="16200000">
            <a:off x="7507167" y="1317845"/>
            <a:ext cx="896470" cy="2995764"/>
          </a:xfrm>
          <a:custGeom>
            <a:avLst/>
            <a:gdLst>
              <a:gd name="connsiteX0" fmla="*/ 896470 w 896470"/>
              <a:gd name="connsiteY0" fmla="*/ 512819 h 2995764"/>
              <a:gd name="connsiteX1" fmla="*/ 896470 w 896470"/>
              <a:gd name="connsiteY1" fmla="*/ 2878945 h 2995764"/>
              <a:gd name="connsiteX2" fmla="*/ 779651 w 896470"/>
              <a:gd name="connsiteY2" fmla="*/ 2995764 h 2995764"/>
              <a:gd name="connsiteX3" fmla="*/ 116819 w 896470"/>
              <a:gd name="connsiteY3" fmla="*/ 2995764 h 2995764"/>
              <a:gd name="connsiteX4" fmla="*/ 0 w 896470"/>
              <a:gd name="connsiteY4" fmla="*/ 2878945 h 2995764"/>
              <a:gd name="connsiteX5" fmla="*/ 0 w 896470"/>
              <a:gd name="connsiteY5" fmla="*/ 512819 h 2995764"/>
              <a:gd name="connsiteX6" fmla="*/ 116819 w 896470"/>
              <a:gd name="connsiteY6" fmla="*/ 396000 h 2995764"/>
              <a:gd name="connsiteX7" fmla="*/ 286235 w 896470"/>
              <a:gd name="connsiteY7" fmla="*/ 396000 h 2995764"/>
              <a:gd name="connsiteX8" fmla="*/ 448235 w 896470"/>
              <a:gd name="connsiteY8" fmla="*/ 0 h 2995764"/>
              <a:gd name="connsiteX9" fmla="*/ 610235 w 896470"/>
              <a:gd name="connsiteY9" fmla="*/ 396000 h 2995764"/>
              <a:gd name="connsiteX10" fmla="*/ 779651 w 896470"/>
              <a:gd name="connsiteY10" fmla="*/ 396000 h 2995764"/>
              <a:gd name="connsiteX11" fmla="*/ 896470 w 896470"/>
              <a:gd name="connsiteY11" fmla="*/ 512819 h 2995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96470" h="2995764">
                <a:moveTo>
                  <a:pt x="896470" y="512819"/>
                </a:moveTo>
                <a:lnTo>
                  <a:pt x="896470" y="2878945"/>
                </a:lnTo>
                <a:cubicBezTo>
                  <a:pt x="896470" y="2943462"/>
                  <a:pt x="844168" y="2995764"/>
                  <a:pt x="779651" y="2995764"/>
                </a:cubicBezTo>
                <a:lnTo>
                  <a:pt x="116819" y="2995764"/>
                </a:lnTo>
                <a:cubicBezTo>
                  <a:pt x="52302" y="2995764"/>
                  <a:pt x="0" y="2943462"/>
                  <a:pt x="0" y="2878945"/>
                </a:cubicBezTo>
                <a:lnTo>
                  <a:pt x="0" y="512819"/>
                </a:lnTo>
                <a:cubicBezTo>
                  <a:pt x="0" y="448302"/>
                  <a:pt x="52302" y="396000"/>
                  <a:pt x="116819" y="396000"/>
                </a:cubicBezTo>
                <a:lnTo>
                  <a:pt x="286235" y="396000"/>
                </a:lnTo>
                <a:lnTo>
                  <a:pt x="448235" y="0"/>
                </a:lnTo>
                <a:lnTo>
                  <a:pt x="610235" y="396000"/>
                </a:lnTo>
                <a:lnTo>
                  <a:pt x="779651" y="396000"/>
                </a:lnTo>
                <a:cubicBezTo>
                  <a:pt x="844168" y="396000"/>
                  <a:pt x="896470" y="448302"/>
                  <a:pt x="896470" y="512819"/>
                </a:cubicBezTo>
                <a:close/>
              </a:path>
            </a:pathLst>
          </a:custGeom>
          <a:gradFill>
            <a:gsLst>
              <a:gs pos="0">
                <a:schemeClr val="bg1">
                  <a:alpha val="40000"/>
                </a:schemeClr>
              </a:gs>
              <a:gs pos="98000">
                <a:schemeClr val="bg1">
                  <a:alpha val="20000"/>
                </a:schemeClr>
              </a:gs>
            </a:gsLst>
            <a:lin ang="0" scaled="0"/>
          </a:gradFill>
          <a:ln>
            <a:gradFill>
              <a:gsLst>
                <a:gs pos="0">
                  <a:schemeClr val="bg1"/>
                </a:gs>
                <a:gs pos="100000">
                  <a:schemeClr val="bg1">
                    <a:lumMod val="85000"/>
                  </a:schemeClr>
                </a:gs>
              </a:gsLst>
              <a:lin ang="2700000" scaled="0"/>
            </a:gradFill>
          </a:ln>
          <a:effectLst>
            <a:outerShdw blurRad="228600" dist="88900" dir="2700000" algn="tl"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prstClr val="white"/>
              </a:solidFill>
            </a:endParaRPr>
          </a:p>
        </p:txBody>
      </p:sp>
      <p:sp>
        <p:nvSpPr>
          <p:cNvPr id="89" name="任意多边形 41"/>
          <p:cNvSpPr/>
          <p:nvPr/>
        </p:nvSpPr>
        <p:spPr>
          <a:xfrm rot="5400000" flipH="1">
            <a:off x="3895937" y="3370765"/>
            <a:ext cx="896470" cy="2995764"/>
          </a:xfrm>
          <a:custGeom>
            <a:avLst/>
            <a:gdLst>
              <a:gd name="connsiteX0" fmla="*/ 896470 w 896470"/>
              <a:gd name="connsiteY0" fmla="*/ 512819 h 2995764"/>
              <a:gd name="connsiteX1" fmla="*/ 896470 w 896470"/>
              <a:gd name="connsiteY1" fmla="*/ 2878945 h 2995764"/>
              <a:gd name="connsiteX2" fmla="*/ 779651 w 896470"/>
              <a:gd name="connsiteY2" fmla="*/ 2995764 h 2995764"/>
              <a:gd name="connsiteX3" fmla="*/ 116819 w 896470"/>
              <a:gd name="connsiteY3" fmla="*/ 2995764 h 2995764"/>
              <a:gd name="connsiteX4" fmla="*/ 0 w 896470"/>
              <a:gd name="connsiteY4" fmla="*/ 2878945 h 2995764"/>
              <a:gd name="connsiteX5" fmla="*/ 0 w 896470"/>
              <a:gd name="connsiteY5" fmla="*/ 512819 h 2995764"/>
              <a:gd name="connsiteX6" fmla="*/ 116819 w 896470"/>
              <a:gd name="connsiteY6" fmla="*/ 396000 h 2995764"/>
              <a:gd name="connsiteX7" fmla="*/ 286235 w 896470"/>
              <a:gd name="connsiteY7" fmla="*/ 396000 h 2995764"/>
              <a:gd name="connsiteX8" fmla="*/ 448235 w 896470"/>
              <a:gd name="connsiteY8" fmla="*/ 0 h 2995764"/>
              <a:gd name="connsiteX9" fmla="*/ 610235 w 896470"/>
              <a:gd name="connsiteY9" fmla="*/ 396000 h 2995764"/>
              <a:gd name="connsiteX10" fmla="*/ 779651 w 896470"/>
              <a:gd name="connsiteY10" fmla="*/ 396000 h 2995764"/>
              <a:gd name="connsiteX11" fmla="*/ 896470 w 896470"/>
              <a:gd name="connsiteY11" fmla="*/ 512819 h 2995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96470" h="2995764">
                <a:moveTo>
                  <a:pt x="896470" y="512819"/>
                </a:moveTo>
                <a:lnTo>
                  <a:pt x="896470" y="2878945"/>
                </a:lnTo>
                <a:cubicBezTo>
                  <a:pt x="896470" y="2943462"/>
                  <a:pt x="844168" y="2995764"/>
                  <a:pt x="779651" y="2995764"/>
                </a:cubicBezTo>
                <a:lnTo>
                  <a:pt x="116819" y="2995764"/>
                </a:lnTo>
                <a:cubicBezTo>
                  <a:pt x="52302" y="2995764"/>
                  <a:pt x="0" y="2943462"/>
                  <a:pt x="0" y="2878945"/>
                </a:cubicBezTo>
                <a:lnTo>
                  <a:pt x="0" y="512819"/>
                </a:lnTo>
                <a:cubicBezTo>
                  <a:pt x="0" y="448302"/>
                  <a:pt x="52302" y="396000"/>
                  <a:pt x="116819" y="396000"/>
                </a:cubicBezTo>
                <a:lnTo>
                  <a:pt x="286235" y="396000"/>
                </a:lnTo>
                <a:lnTo>
                  <a:pt x="448235" y="0"/>
                </a:lnTo>
                <a:lnTo>
                  <a:pt x="610235" y="396000"/>
                </a:lnTo>
                <a:lnTo>
                  <a:pt x="779651" y="396000"/>
                </a:lnTo>
                <a:cubicBezTo>
                  <a:pt x="844168" y="396000"/>
                  <a:pt x="896470" y="448302"/>
                  <a:pt x="896470" y="512819"/>
                </a:cubicBezTo>
                <a:close/>
              </a:path>
            </a:pathLst>
          </a:custGeom>
          <a:gradFill>
            <a:gsLst>
              <a:gs pos="0">
                <a:schemeClr val="bg1">
                  <a:alpha val="40000"/>
                </a:schemeClr>
              </a:gs>
              <a:gs pos="98000">
                <a:schemeClr val="bg1">
                  <a:alpha val="20000"/>
                </a:schemeClr>
              </a:gs>
            </a:gsLst>
            <a:lin ang="0" scaled="0"/>
          </a:gradFill>
          <a:ln>
            <a:gradFill>
              <a:gsLst>
                <a:gs pos="100000">
                  <a:schemeClr val="bg1"/>
                </a:gs>
                <a:gs pos="0">
                  <a:schemeClr val="bg1">
                    <a:lumMod val="85000"/>
                  </a:schemeClr>
                </a:gs>
              </a:gsLst>
              <a:lin ang="2700000" scaled="0"/>
            </a:gradFill>
          </a:ln>
          <a:effectLst>
            <a:outerShdw blurRad="228600" dist="88900" dir="2700000" algn="tl"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prstClr val="white"/>
              </a:solidFill>
            </a:endParaRPr>
          </a:p>
        </p:txBody>
      </p:sp>
      <p:sp>
        <p:nvSpPr>
          <p:cNvPr id="90" name="任意多边形 42"/>
          <p:cNvSpPr/>
          <p:nvPr/>
        </p:nvSpPr>
        <p:spPr>
          <a:xfrm rot="5400000" flipH="1">
            <a:off x="4976186" y="4437566"/>
            <a:ext cx="896470" cy="2995764"/>
          </a:xfrm>
          <a:custGeom>
            <a:avLst/>
            <a:gdLst>
              <a:gd name="connsiteX0" fmla="*/ 896470 w 896470"/>
              <a:gd name="connsiteY0" fmla="*/ 512819 h 2995764"/>
              <a:gd name="connsiteX1" fmla="*/ 896470 w 896470"/>
              <a:gd name="connsiteY1" fmla="*/ 2878945 h 2995764"/>
              <a:gd name="connsiteX2" fmla="*/ 779651 w 896470"/>
              <a:gd name="connsiteY2" fmla="*/ 2995764 h 2995764"/>
              <a:gd name="connsiteX3" fmla="*/ 116819 w 896470"/>
              <a:gd name="connsiteY3" fmla="*/ 2995764 h 2995764"/>
              <a:gd name="connsiteX4" fmla="*/ 0 w 896470"/>
              <a:gd name="connsiteY4" fmla="*/ 2878945 h 2995764"/>
              <a:gd name="connsiteX5" fmla="*/ 0 w 896470"/>
              <a:gd name="connsiteY5" fmla="*/ 512819 h 2995764"/>
              <a:gd name="connsiteX6" fmla="*/ 116819 w 896470"/>
              <a:gd name="connsiteY6" fmla="*/ 396000 h 2995764"/>
              <a:gd name="connsiteX7" fmla="*/ 286235 w 896470"/>
              <a:gd name="connsiteY7" fmla="*/ 396000 h 2995764"/>
              <a:gd name="connsiteX8" fmla="*/ 448235 w 896470"/>
              <a:gd name="connsiteY8" fmla="*/ 0 h 2995764"/>
              <a:gd name="connsiteX9" fmla="*/ 610235 w 896470"/>
              <a:gd name="connsiteY9" fmla="*/ 396000 h 2995764"/>
              <a:gd name="connsiteX10" fmla="*/ 779651 w 896470"/>
              <a:gd name="connsiteY10" fmla="*/ 396000 h 2995764"/>
              <a:gd name="connsiteX11" fmla="*/ 896470 w 896470"/>
              <a:gd name="connsiteY11" fmla="*/ 512819 h 2995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96470" h="2995764">
                <a:moveTo>
                  <a:pt x="896470" y="512819"/>
                </a:moveTo>
                <a:lnTo>
                  <a:pt x="896470" y="2878945"/>
                </a:lnTo>
                <a:cubicBezTo>
                  <a:pt x="896470" y="2943462"/>
                  <a:pt x="844168" y="2995764"/>
                  <a:pt x="779651" y="2995764"/>
                </a:cubicBezTo>
                <a:lnTo>
                  <a:pt x="116819" y="2995764"/>
                </a:lnTo>
                <a:cubicBezTo>
                  <a:pt x="52302" y="2995764"/>
                  <a:pt x="0" y="2943462"/>
                  <a:pt x="0" y="2878945"/>
                </a:cubicBezTo>
                <a:lnTo>
                  <a:pt x="0" y="512819"/>
                </a:lnTo>
                <a:cubicBezTo>
                  <a:pt x="0" y="448302"/>
                  <a:pt x="52302" y="396000"/>
                  <a:pt x="116819" y="396000"/>
                </a:cubicBezTo>
                <a:lnTo>
                  <a:pt x="286235" y="396000"/>
                </a:lnTo>
                <a:lnTo>
                  <a:pt x="448235" y="0"/>
                </a:lnTo>
                <a:lnTo>
                  <a:pt x="610235" y="396000"/>
                </a:lnTo>
                <a:lnTo>
                  <a:pt x="779651" y="396000"/>
                </a:lnTo>
                <a:cubicBezTo>
                  <a:pt x="844168" y="396000"/>
                  <a:pt x="896470" y="448302"/>
                  <a:pt x="896470" y="512819"/>
                </a:cubicBezTo>
                <a:close/>
              </a:path>
            </a:pathLst>
          </a:custGeom>
          <a:gradFill>
            <a:gsLst>
              <a:gs pos="0">
                <a:schemeClr val="bg1">
                  <a:alpha val="40000"/>
                </a:schemeClr>
              </a:gs>
              <a:gs pos="98000">
                <a:schemeClr val="bg1">
                  <a:alpha val="20000"/>
                </a:schemeClr>
              </a:gs>
            </a:gsLst>
            <a:lin ang="0" scaled="0"/>
          </a:gradFill>
          <a:ln>
            <a:gradFill>
              <a:gsLst>
                <a:gs pos="100000">
                  <a:schemeClr val="bg1"/>
                </a:gs>
                <a:gs pos="0">
                  <a:schemeClr val="bg1">
                    <a:lumMod val="85000"/>
                  </a:schemeClr>
                </a:gs>
              </a:gsLst>
              <a:lin ang="2700000" scaled="0"/>
            </a:gradFill>
          </a:ln>
          <a:effectLst>
            <a:outerShdw blurRad="228600" dist="88900" dir="2700000" algn="tl"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prstClr val="white"/>
              </a:solidFill>
            </a:endParaRPr>
          </a:p>
        </p:txBody>
      </p:sp>
      <p:sp>
        <p:nvSpPr>
          <p:cNvPr id="91" name="文本框 90"/>
          <p:cNvSpPr txBox="1"/>
          <p:nvPr/>
        </p:nvSpPr>
        <p:spPr>
          <a:xfrm>
            <a:off x="6665630" y="1367849"/>
            <a:ext cx="1837813"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a:t>
            </a:r>
          </a:p>
        </p:txBody>
      </p:sp>
      <p:sp>
        <p:nvSpPr>
          <p:cNvPr id="92" name="文本框 91"/>
          <p:cNvSpPr txBox="1"/>
          <p:nvPr/>
        </p:nvSpPr>
        <p:spPr>
          <a:xfrm>
            <a:off x="5954381" y="1346611"/>
            <a:ext cx="607859" cy="892552"/>
          </a:xfrm>
          <a:prstGeom prst="rect">
            <a:avLst/>
          </a:prstGeom>
          <a:noFill/>
        </p:spPr>
        <p:txBody>
          <a:bodyPr wrap="none" rtlCol="0">
            <a:spAutoFit/>
          </a:bodyPr>
          <a:lstStyle/>
          <a:p>
            <a:pPr algn="ctr"/>
            <a:r>
              <a:rPr lang="en-US" altLang="zh-CN" sz="1600" dirty="0">
                <a:solidFill>
                  <a:srgbClr val="EA6A3B"/>
                </a:solidFill>
              </a:rPr>
              <a:t>STEP</a:t>
            </a:r>
          </a:p>
          <a:p>
            <a:pPr algn="ctr"/>
            <a:r>
              <a:rPr lang="en-US" altLang="zh-CN" sz="3600" dirty="0">
                <a:solidFill>
                  <a:srgbClr val="EA6A3B"/>
                </a:solidFill>
                <a:latin typeface="Impact" panose="020B0806030902050204" pitchFamily="34" charset="0"/>
              </a:rPr>
              <a:t>01</a:t>
            </a:r>
            <a:endParaRPr lang="zh-CN" altLang="en-US" sz="3600" dirty="0">
              <a:solidFill>
                <a:srgbClr val="EA6A3B"/>
              </a:solidFill>
              <a:latin typeface="Impact" panose="020B0806030902050204" pitchFamily="34" charset="0"/>
            </a:endParaRPr>
          </a:p>
        </p:txBody>
      </p:sp>
      <p:sp>
        <p:nvSpPr>
          <p:cNvPr id="93" name="文本框 92"/>
          <p:cNvSpPr txBox="1"/>
          <p:nvPr/>
        </p:nvSpPr>
        <p:spPr>
          <a:xfrm>
            <a:off x="7034531" y="2388826"/>
            <a:ext cx="663963" cy="892552"/>
          </a:xfrm>
          <a:prstGeom prst="rect">
            <a:avLst/>
          </a:prstGeom>
          <a:noFill/>
        </p:spPr>
        <p:txBody>
          <a:bodyPr wrap="none" rtlCol="0">
            <a:spAutoFit/>
          </a:bodyPr>
          <a:lstStyle/>
          <a:p>
            <a:pPr algn="ctr"/>
            <a:r>
              <a:rPr lang="en-US" altLang="zh-CN" sz="1600" dirty="0">
                <a:solidFill>
                  <a:srgbClr val="8D76B0"/>
                </a:solidFill>
              </a:rPr>
              <a:t>STEP</a:t>
            </a:r>
          </a:p>
          <a:p>
            <a:pPr algn="ctr"/>
            <a:r>
              <a:rPr lang="en-US" altLang="zh-CN" sz="3600" dirty="0">
                <a:solidFill>
                  <a:srgbClr val="8D76B0"/>
                </a:solidFill>
                <a:latin typeface="Impact" panose="020B0806030902050204" pitchFamily="34" charset="0"/>
              </a:rPr>
              <a:t>02</a:t>
            </a:r>
            <a:endParaRPr lang="zh-CN" altLang="en-US" sz="3600" dirty="0">
              <a:solidFill>
                <a:srgbClr val="8D76B0"/>
              </a:solidFill>
              <a:latin typeface="Impact" panose="020B0806030902050204" pitchFamily="34" charset="0"/>
            </a:endParaRPr>
          </a:p>
        </p:txBody>
      </p:sp>
      <p:sp>
        <p:nvSpPr>
          <p:cNvPr id="94" name="文本框 93"/>
          <p:cNvSpPr txBox="1"/>
          <p:nvPr/>
        </p:nvSpPr>
        <p:spPr>
          <a:xfrm>
            <a:off x="5764819" y="5550433"/>
            <a:ext cx="662361" cy="892552"/>
          </a:xfrm>
          <a:prstGeom prst="rect">
            <a:avLst/>
          </a:prstGeom>
          <a:noFill/>
        </p:spPr>
        <p:txBody>
          <a:bodyPr wrap="none" rtlCol="0">
            <a:spAutoFit/>
          </a:bodyPr>
          <a:lstStyle/>
          <a:p>
            <a:pPr algn="ctr"/>
            <a:r>
              <a:rPr lang="en-US" altLang="zh-CN" sz="1600" dirty="0">
                <a:solidFill>
                  <a:srgbClr val="3C9BCC"/>
                </a:solidFill>
              </a:rPr>
              <a:t>STEP</a:t>
            </a:r>
          </a:p>
          <a:p>
            <a:pPr algn="ctr"/>
            <a:r>
              <a:rPr lang="en-US" altLang="zh-CN" sz="3600" dirty="0">
                <a:solidFill>
                  <a:srgbClr val="3C9BCC"/>
                </a:solidFill>
                <a:latin typeface="Impact" panose="020B0806030902050204" pitchFamily="34" charset="0"/>
              </a:rPr>
              <a:t>04</a:t>
            </a:r>
            <a:endParaRPr lang="zh-CN" altLang="en-US" sz="3600" dirty="0">
              <a:solidFill>
                <a:srgbClr val="3C9BCC"/>
              </a:solidFill>
              <a:latin typeface="Impact" panose="020B0806030902050204" pitchFamily="34" charset="0"/>
            </a:endParaRPr>
          </a:p>
        </p:txBody>
      </p:sp>
      <p:sp>
        <p:nvSpPr>
          <p:cNvPr id="95" name="文本框 94"/>
          <p:cNvSpPr txBox="1"/>
          <p:nvPr/>
        </p:nvSpPr>
        <p:spPr>
          <a:xfrm>
            <a:off x="4595595" y="4473186"/>
            <a:ext cx="676787" cy="892552"/>
          </a:xfrm>
          <a:prstGeom prst="rect">
            <a:avLst/>
          </a:prstGeom>
          <a:noFill/>
        </p:spPr>
        <p:txBody>
          <a:bodyPr wrap="none" rtlCol="0">
            <a:spAutoFit/>
          </a:bodyPr>
          <a:lstStyle/>
          <a:p>
            <a:pPr algn="ctr"/>
            <a:r>
              <a:rPr lang="en-US" altLang="zh-CN" sz="1600" dirty="0">
                <a:solidFill>
                  <a:srgbClr val="ADC630"/>
                </a:solidFill>
              </a:rPr>
              <a:t>STEP</a:t>
            </a:r>
          </a:p>
          <a:p>
            <a:pPr algn="ctr"/>
            <a:r>
              <a:rPr lang="en-US" altLang="zh-CN" sz="3600" dirty="0">
                <a:solidFill>
                  <a:srgbClr val="ADC630"/>
                </a:solidFill>
                <a:latin typeface="Impact" panose="020B0806030902050204" pitchFamily="34" charset="0"/>
              </a:rPr>
              <a:t>03</a:t>
            </a:r>
            <a:endParaRPr lang="zh-CN" altLang="en-US" sz="3600" dirty="0">
              <a:solidFill>
                <a:srgbClr val="ADC630"/>
              </a:solidFill>
              <a:latin typeface="Impact" panose="020B0806030902050204" pitchFamily="34" charset="0"/>
            </a:endParaRPr>
          </a:p>
        </p:txBody>
      </p:sp>
      <p:sp>
        <p:nvSpPr>
          <p:cNvPr id="96" name="文本框 95"/>
          <p:cNvSpPr txBox="1"/>
          <p:nvPr/>
        </p:nvSpPr>
        <p:spPr>
          <a:xfrm>
            <a:off x="7656983" y="2400228"/>
            <a:ext cx="1837813"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a:t>
            </a:r>
          </a:p>
        </p:txBody>
      </p:sp>
      <p:sp>
        <p:nvSpPr>
          <p:cNvPr id="97" name="文本框 96"/>
          <p:cNvSpPr txBox="1"/>
          <p:nvPr/>
        </p:nvSpPr>
        <p:spPr>
          <a:xfrm>
            <a:off x="3179856" y="4453148"/>
            <a:ext cx="1837813"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a:t>
            </a:r>
          </a:p>
        </p:txBody>
      </p:sp>
      <p:sp>
        <p:nvSpPr>
          <p:cNvPr id="98" name="文本框 97"/>
          <p:cNvSpPr txBox="1"/>
          <p:nvPr/>
        </p:nvSpPr>
        <p:spPr>
          <a:xfrm>
            <a:off x="4334362" y="5536825"/>
            <a:ext cx="1837813"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a:t>
            </a:r>
          </a:p>
        </p:txBody>
      </p:sp>
    </p:spTree>
    <p:extLst>
      <p:ext uri="{BB962C8B-B14F-4D97-AF65-F5344CB8AC3E}">
        <p14:creationId xmlns:p14="http://schemas.microsoft.com/office/powerpoint/2010/main" val="1682005961"/>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四项递进</a:t>
            </a:r>
            <a:endParaRPr lang="zh-CN" altLang="zh-CN" sz="2800" b="1" dirty="0">
              <a:solidFill>
                <a:schemeClr val="tx1">
                  <a:lumMod val="65000"/>
                  <a:lumOff val="35000"/>
                </a:schemeClr>
              </a:solidFill>
            </a:endParaRPr>
          </a:p>
        </p:txBody>
      </p:sp>
      <p:sp>
        <p:nvSpPr>
          <p:cNvPr id="46" name="Rectangle 15"/>
          <p:cNvSpPr/>
          <p:nvPr/>
        </p:nvSpPr>
        <p:spPr>
          <a:xfrm>
            <a:off x="2032200" y="3200215"/>
            <a:ext cx="2743470" cy="508050"/>
          </a:xfrm>
          <a:prstGeom prst="rect">
            <a:avLst/>
          </a:prstGeom>
          <a:gradFill>
            <a:gsLst>
              <a:gs pos="0">
                <a:srgbClr val="F28F00"/>
              </a:gs>
              <a:gs pos="98000">
                <a:srgbClr val="E60C12"/>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ectangle 16"/>
          <p:cNvSpPr/>
          <p:nvPr/>
        </p:nvSpPr>
        <p:spPr>
          <a:xfrm>
            <a:off x="4775670" y="3200215"/>
            <a:ext cx="2743470" cy="508050"/>
          </a:xfrm>
          <a:prstGeom prst="rect">
            <a:avLst/>
          </a:prstGeom>
          <a:gradFill>
            <a:gsLst>
              <a:gs pos="0">
                <a:srgbClr val="E0E200"/>
              </a:gs>
              <a:gs pos="84000">
                <a:srgbClr val="94C11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Rectangle 18"/>
          <p:cNvSpPr/>
          <p:nvPr/>
        </p:nvSpPr>
        <p:spPr>
          <a:xfrm>
            <a:off x="7519140" y="3200215"/>
            <a:ext cx="2743470" cy="508050"/>
          </a:xfrm>
          <a:prstGeom prst="rect">
            <a:avLst/>
          </a:prstGeom>
          <a:gradFill>
            <a:gsLst>
              <a:gs pos="0">
                <a:srgbClr val="9F73B0"/>
              </a:gs>
              <a:gs pos="100000">
                <a:srgbClr val="253C9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Rectangle 19"/>
          <p:cNvSpPr/>
          <p:nvPr/>
        </p:nvSpPr>
        <p:spPr>
          <a:xfrm>
            <a:off x="10262610" y="3200215"/>
            <a:ext cx="1930590" cy="508050"/>
          </a:xfrm>
          <a:prstGeom prst="rect">
            <a:avLst/>
          </a:prstGeom>
          <a:gradFill>
            <a:gsLst>
              <a:gs pos="0">
                <a:srgbClr val="86C1A8"/>
              </a:gs>
              <a:gs pos="74000">
                <a:srgbClr val="0080C8"/>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Rectangle 10"/>
          <p:cNvSpPr/>
          <p:nvPr/>
        </p:nvSpPr>
        <p:spPr>
          <a:xfrm>
            <a:off x="0" y="3200215"/>
            <a:ext cx="2032200" cy="508050"/>
          </a:xfrm>
          <a:prstGeom prst="rect">
            <a:avLst/>
          </a:prstGeom>
          <a:gradFill>
            <a:gsLst>
              <a:gs pos="0">
                <a:srgbClr val="D6009E"/>
              </a:gs>
              <a:gs pos="74000">
                <a:srgbClr val="C40091"/>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1" name="图片 50"/>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9269377" y="2540956"/>
            <a:ext cx="1796716" cy="1796716"/>
          </a:xfrm>
          <a:prstGeom prst="rect">
            <a:avLst/>
          </a:prstGeom>
          <a:effectLst>
            <a:outerShdw blurRad="279400" dist="152400" dir="2700000" sx="102000" sy="102000" algn="tl" rotWithShape="0">
              <a:prstClr val="black">
                <a:alpha val="28000"/>
              </a:prstClr>
            </a:outerShdw>
          </a:effectLst>
        </p:spPr>
      </p:pic>
      <p:sp>
        <p:nvSpPr>
          <p:cNvPr id="52" name="椭圆 51"/>
          <p:cNvSpPr/>
          <p:nvPr/>
        </p:nvSpPr>
        <p:spPr>
          <a:xfrm>
            <a:off x="9495409" y="2766988"/>
            <a:ext cx="1344652" cy="1344652"/>
          </a:xfrm>
          <a:prstGeom prst="ellipse">
            <a:avLst/>
          </a:prstGeom>
          <a:gradFill>
            <a:gsLst>
              <a:gs pos="0">
                <a:srgbClr val="9F73B0"/>
              </a:gs>
              <a:gs pos="100000">
                <a:srgbClr val="253C9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53" name="组合 70"/>
          <p:cNvGrpSpPr/>
          <p:nvPr/>
        </p:nvGrpSpPr>
        <p:grpSpPr>
          <a:xfrm>
            <a:off x="9959927" y="3226925"/>
            <a:ext cx="865018" cy="769787"/>
            <a:chOff x="688976" y="7240588"/>
            <a:chExt cx="519113" cy="461963"/>
          </a:xfrm>
        </p:grpSpPr>
        <p:sp>
          <p:nvSpPr>
            <p:cNvPr id="54" name="Freeform 64"/>
            <p:cNvSpPr>
              <a:spLocks/>
            </p:cNvSpPr>
            <p:nvPr/>
          </p:nvSpPr>
          <p:spPr bwMode="auto">
            <a:xfrm>
              <a:off x="708026" y="7245351"/>
              <a:ext cx="500063" cy="457200"/>
            </a:xfrm>
            <a:custGeom>
              <a:avLst/>
              <a:gdLst>
                <a:gd name="T0" fmla="*/ 140 w 315"/>
                <a:gd name="T1" fmla="*/ 288 h 288"/>
                <a:gd name="T2" fmla="*/ 0 w 315"/>
                <a:gd name="T3" fmla="*/ 176 h 288"/>
                <a:gd name="T4" fmla="*/ 2 w 315"/>
                <a:gd name="T5" fmla="*/ 14 h 288"/>
                <a:gd name="T6" fmla="*/ 57 w 315"/>
                <a:gd name="T7" fmla="*/ 9 h 288"/>
                <a:gd name="T8" fmla="*/ 97 w 315"/>
                <a:gd name="T9" fmla="*/ 57 h 288"/>
                <a:gd name="T10" fmla="*/ 113 w 315"/>
                <a:gd name="T11" fmla="*/ 9 h 288"/>
                <a:gd name="T12" fmla="*/ 140 w 315"/>
                <a:gd name="T13" fmla="*/ 0 h 288"/>
                <a:gd name="T14" fmla="*/ 315 w 315"/>
                <a:gd name="T15" fmla="*/ 150 h 288"/>
                <a:gd name="T16" fmla="*/ 140 w 315"/>
                <a:gd name="T17" fmla="*/ 288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5" h="288">
                  <a:moveTo>
                    <a:pt x="140" y="288"/>
                  </a:moveTo>
                  <a:lnTo>
                    <a:pt x="0" y="176"/>
                  </a:lnTo>
                  <a:lnTo>
                    <a:pt x="2" y="14"/>
                  </a:lnTo>
                  <a:lnTo>
                    <a:pt x="57" y="9"/>
                  </a:lnTo>
                  <a:lnTo>
                    <a:pt x="97" y="57"/>
                  </a:lnTo>
                  <a:lnTo>
                    <a:pt x="113" y="9"/>
                  </a:lnTo>
                  <a:lnTo>
                    <a:pt x="140" y="0"/>
                  </a:lnTo>
                  <a:lnTo>
                    <a:pt x="315" y="150"/>
                  </a:lnTo>
                  <a:lnTo>
                    <a:pt x="140" y="288"/>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5" name="Freeform 65"/>
            <p:cNvSpPr>
              <a:spLocks noEditPoints="1"/>
            </p:cNvSpPr>
            <p:nvPr/>
          </p:nvSpPr>
          <p:spPr bwMode="auto">
            <a:xfrm>
              <a:off x="688976" y="7240588"/>
              <a:ext cx="115888" cy="295275"/>
            </a:xfrm>
            <a:custGeom>
              <a:avLst/>
              <a:gdLst>
                <a:gd name="T0" fmla="*/ 17 w 31"/>
                <a:gd name="T1" fmla="*/ 0 h 78"/>
                <a:gd name="T2" fmla="*/ 29 w 31"/>
                <a:gd name="T3" fmla="*/ 5 h 78"/>
                <a:gd name="T4" fmla="*/ 31 w 31"/>
                <a:gd name="T5" fmla="*/ 18 h 78"/>
                <a:gd name="T6" fmla="*/ 31 w 31"/>
                <a:gd name="T7" fmla="*/ 63 h 78"/>
                <a:gd name="T8" fmla="*/ 27 w 31"/>
                <a:gd name="T9" fmla="*/ 74 h 78"/>
                <a:gd name="T10" fmla="*/ 16 w 31"/>
                <a:gd name="T11" fmla="*/ 78 h 78"/>
                <a:gd name="T12" fmla="*/ 3 w 31"/>
                <a:gd name="T13" fmla="*/ 72 h 78"/>
                <a:gd name="T14" fmla="*/ 0 w 31"/>
                <a:gd name="T15" fmla="*/ 57 h 78"/>
                <a:gd name="T16" fmla="*/ 0 w 31"/>
                <a:gd name="T17" fmla="*/ 21 h 78"/>
                <a:gd name="T18" fmla="*/ 3 w 31"/>
                <a:gd name="T19" fmla="*/ 6 h 78"/>
                <a:gd name="T20" fmla="*/ 17 w 31"/>
                <a:gd name="T21" fmla="*/ 0 h 78"/>
                <a:gd name="T22" fmla="*/ 16 w 31"/>
                <a:gd name="T23" fmla="*/ 70 h 78"/>
                <a:gd name="T24" fmla="*/ 23 w 31"/>
                <a:gd name="T25" fmla="*/ 60 h 78"/>
                <a:gd name="T26" fmla="*/ 23 w 31"/>
                <a:gd name="T27" fmla="*/ 17 h 78"/>
                <a:gd name="T28" fmla="*/ 16 w 31"/>
                <a:gd name="T29" fmla="*/ 7 h 78"/>
                <a:gd name="T30" fmla="*/ 9 w 31"/>
                <a:gd name="T31" fmla="*/ 17 h 78"/>
                <a:gd name="T32" fmla="*/ 9 w 31"/>
                <a:gd name="T33" fmla="*/ 20 h 78"/>
                <a:gd name="T34" fmla="*/ 9 w 31"/>
                <a:gd name="T35" fmla="*/ 23 h 78"/>
                <a:gd name="T36" fmla="*/ 9 w 31"/>
                <a:gd name="T37" fmla="*/ 36 h 78"/>
                <a:gd name="T38" fmla="*/ 9 w 31"/>
                <a:gd name="T39" fmla="*/ 48 h 78"/>
                <a:gd name="T40" fmla="*/ 9 w 31"/>
                <a:gd name="T41" fmla="*/ 59 h 78"/>
                <a:gd name="T42" fmla="*/ 16 w 31"/>
                <a:gd name="T43" fmla="*/ 7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78">
                  <a:moveTo>
                    <a:pt x="17" y="0"/>
                  </a:moveTo>
                  <a:cubicBezTo>
                    <a:pt x="22" y="0"/>
                    <a:pt x="26" y="2"/>
                    <a:pt x="29" y="5"/>
                  </a:cubicBezTo>
                  <a:cubicBezTo>
                    <a:pt x="31" y="8"/>
                    <a:pt x="31" y="12"/>
                    <a:pt x="31" y="18"/>
                  </a:cubicBezTo>
                  <a:cubicBezTo>
                    <a:pt x="31" y="63"/>
                    <a:pt x="31" y="63"/>
                    <a:pt x="31" y="63"/>
                  </a:cubicBezTo>
                  <a:cubicBezTo>
                    <a:pt x="31" y="67"/>
                    <a:pt x="30" y="71"/>
                    <a:pt x="27" y="74"/>
                  </a:cubicBezTo>
                  <a:cubicBezTo>
                    <a:pt x="25" y="76"/>
                    <a:pt x="21" y="78"/>
                    <a:pt x="16" y="78"/>
                  </a:cubicBezTo>
                  <a:cubicBezTo>
                    <a:pt x="10" y="78"/>
                    <a:pt x="5" y="76"/>
                    <a:pt x="3" y="72"/>
                  </a:cubicBezTo>
                  <a:cubicBezTo>
                    <a:pt x="1" y="69"/>
                    <a:pt x="0" y="64"/>
                    <a:pt x="0" y="57"/>
                  </a:cubicBezTo>
                  <a:cubicBezTo>
                    <a:pt x="0" y="21"/>
                    <a:pt x="0" y="21"/>
                    <a:pt x="0" y="21"/>
                  </a:cubicBezTo>
                  <a:cubicBezTo>
                    <a:pt x="0" y="14"/>
                    <a:pt x="1" y="9"/>
                    <a:pt x="3" y="6"/>
                  </a:cubicBezTo>
                  <a:cubicBezTo>
                    <a:pt x="5" y="2"/>
                    <a:pt x="10" y="0"/>
                    <a:pt x="17" y="0"/>
                  </a:cubicBezTo>
                  <a:close/>
                  <a:moveTo>
                    <a:pt x="16" y="70"/>
                  </a:moveTo>
                  <a:cubicBezTo>
                    <a:pt x="20" y="70"/>
                    <a:pt x="23" y="67"/>
                    <a:pt x="23" y="60"/>
                  </a:cubicBezTo>
                  <a:cubicBezTo>
                    <a:pt x="23" y="17"/>
                    <a:pt x="23" y="17"/>
                    <a:pt x="23" y="17"/>
                  </a:cubicBezTo>
                  <a:cubicBezTo>
                    <a:pt x="23" y="11"/>
                    <a:pt x="20" y="7"/>
                    <a:pt x="16" y="7"/>
                  </a:cubicBezTo>
                  <a:cubicBezTo>
                    <a:pt x="12" y="7"/>
                    <a:pt x="9" y="11"/>
                    <a:pt x="9" y="17"/>
                  </a:cubicBezTo>
                  <a:cubicBezTo>
                    <a:pt x="9" y="20"/>
                    <a:pt x="9" y="20"/>
                    <a:pt x="9" y="20"/>
                  </a:cubicBezTo>
                  <a:cubicBezTo>
                    <a:pt x="9" y="23"/>
                    <a:pt x="9" y="23"/>
                    <a:pt x="9" y="23"/>
                  </a:cubicBezTo>
                  <a:cubicBezTo>
                    <a:pt x="9" y="36"/>
                    <a:pt x="9" y="36"/>
                    <a:pt x="9" y="36"/>
                  </a:cubicBezTo>
                  <a:cubicBezTo>
                    <a:pt x="9" y="48"/>
                    <a:pt x="9" y="48"/>
                    <a:pt x="9" y="48"/>
                  </a:cubicBezTo>
                  <a:cubicBezTo>
                    <a:pt x="9" y="59"/>
                    <a:pt x="9" y="59"/>
                    <a:pt x="9" y="59"/>
                  </a:cubicBezTo>
                  <a:cubicBezTo>
                    <a:pt x="9" y="67"/>
                    <a:pt x="12" y="70"/>
                    <a:pt x="16" y="70"/>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56" name="Freeform 66"/>
            <p:cNvSpPr>
              <a:spLocks noEditPoints="1"/>
            </p:cNvSpPr>
            <p:nvPr/>
          </p:nvSpPr>
          <p:spPr bwMode="auto">
            <a:xfrm>
              <a:off x="817563" y="7245351"/>
              <a:ext cx="134938" cy="287338"/>
            </a:xfrm>
            <a:custGeom>
              <a:avLst/>
              <a:gdLst>
                <a:gd name="T0" fmla="*/ 17 w 36"/>
                <a:gd name="T1" fmla="*/ 0 h 76"/>
                <a:gd name="T2" fmla="*/ 30 w 36"/>
                <a:gd name="T3" fmla="*/ 0 h 76"/>
                <a:gd name="T4" fmla="*/ 30 w 36"/>
                <a:gd name="T5" fmla="*/ 51 h 76"/>
                <a:gd name="T6" fmla="*/ 36 w 36"/>
                <a:gd name="T7" fmla="*/ 51 h 76"/>
                <a:gd name="T8" fmla="*/ 36 w 36"/>
                <a:gd name="T9" fmla="*/ 58 h 76"/>
                <a:gd name="T10" fmla="*/ 30 w 36"/>
                <a:gd name="T11" fmla="*/ 58 h 76"/>
                <a:gd name="T12" fmla="*/ 30 w 36"/>
                <a:gd name="T13" fmla="*/ 76 h 76"/>
                <a:gd name="T14" fmla="*/ 21 w 36"/>
                <a:gd name="T15" fmla="*/ 76 h 76"/>
                <a:gd name="T16" fmla="*/ 21 w 36"/>
                <a:gd name="T17" fmla="*/ 58 h 76"/>
                <a:gd name="T18" fmla="*/ 0 w 36"/>
                <a:gd name="T19" fmla="*/ 58 h 76"/>
                <a:gd name="T20" fmla="*/ 0 w 36"/>
                <a:gd name="T21" fmla="*/ 51 h 76"/>
                <a:gd name="T22" fmla="*/ 17 w 36"/>
                <a:gd name="T23" fmla="*/ 0 h 76"/>
                <a:gd name="T24" fmla="*/ 21 w 36"/>
                <a:gd name="T25" fmla="*/ 51 h 76"/>
                <a:gd name="T26" fmla="*/ 21 w 36"/>
                <a:gd name="T27" fmla="*/ 11 h 76"/>
                <a:gd name="T28" fmla="*/ 15 w 36"/>
                <a:gd name="T29" fmla="*/ 31 h 76"/>
                <a:gd name="T30" fmla="*/ 9 w 36"/>
                <a:gd name="T31" fmla="*/ 51 h 76"/>
                <a:gd name="T32" fmla="*/ 21 w 36"/>
                <a:gd name="T33" fmla="*/ 5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6" h="76">
                  <a:moveTo>
                    <a:pt x="17" y="0"/>
                  </a:moveTo>
                  <a:cubicBezTo>
                    <a:pt x="30" y="0"/>
                    <a:pt x="30" y="0"/>
                    <a:pt x="30" y="0"/>
                  </a:cubicBezTo>
                  <a:cubicBezTo>
                    <a:pt x="30" y="51"/>
                    <a:pt x="30" y="51"/>
                    <a:pt x="30" y="51"/>
                  </a:cubicBezTo>
                  <a:cubicBezTo>
                    <a:pt x="36" y="51"/>
                    <a:pt x="36" y="51"/>
                    <a:pt x="36" y="51"/>
                  </a:cubicBezTo>
                  <a:cubicBezTo>
                    <a:pt x="36" y="58"/>
                    <a:pt x="36" y="58"/>
                    <a:pt x="36" y="58"/>
                  </a:cubicBezTo>
                  <a:cubicBezTo>
                    <a:pt x="30" y="58"/>
                    <a:pt x="30" y="58"/>
                    <a:pt x="30" y="58"/>
                  </a:cubicBezTo>
                  <a:cubicBezTo>
                    <a:pt x="30" y="76"/>
                    <a:pt x="30" y="76"/>
                    <a:pt x="30" y="76"/>
                  </a:cubicBezTo>
                  <a:cubicBezTo>
                    <a:pt x="21" y="76"/>
                    <a:pt x="21" y="76"/>
                    <a:pt x="21" y="76"/>
                  </a:cubicBezTo>
                  <a:cubicBezTo>
                    <a:pt x="21" y="58"/>
                    <a:pt x="21" y="58"/>
                    <a:pt x="21" y="58"/>
                  </a:cubicBezTo>
                  <a:cubicBezTo>
                    <a:pt x="0" y="58"/>
                    <a:pt x="0" y="58"/>
                    <a:pt x="0" y="58"/>
                  </a:cubicBezTo>
                  <a:cubicBezTo>
                    <a:pt x="0" y="51"/>
                    <a:pt x="0" y="51"/>
                    <a:pt x="0" y="51"/>
                  </a:cubicBezTo>
                  <a:lnTo>
                    <a:pt x="17" y="0"/>
                  </a:lnTo>
                  <a:close/>
                  <a:moveTo>
                    <a:pt x="21" y="51"/>
                  </a:moveTo>
                  <a:cubicBezTo>
                    <a:pt x="21" y="11"/>
                    <a:pt x="21" y="11"/>
                    <a:pt x="21" y="11"/>
                  </a:cubicBezTo>
                  <a:cubicBezTo>
                    <a:pt x="20" y="15"/>
                    <a:pt x="17" y="22"/>
                    <a:pt x="15" y="31"/>
                  </a:cubicBezTo>
                  <a:cubicBezTo>
                    <a:pt x="12" y="40"/>
                    <a:pt x="10" y="47"/>
                    <a:pt x="9" y="51"/>
                  </a:cubicBezTo>
                  <a:lnTo>
                    <a:pt x="21" y="51"/>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pic>
        <p:nvPicPr>
          <p:cNvPr id="57" name="图片 56"/>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306138" y="2540956"/>
            <a:ext cx="1796716" cy="1796716"/>
          </a:xfrm>
          <a:prstGeom prst="rect">
            <a:avLst/>
          </a:prstGeom>
          <a:effectLst>
            <a:outerShdw blurRad="279400" dist="152400" dir="2700000" sx="102000" sy="102000" algn="tl" rotWithShape="0">
              <a:prstClr val="black">
                <a:alpha val="28000"/>
              </a:prstClr>
            </a:outerShdw>
          </a:effectLst>
        </p:spPr>
      </p:pic>
      <p:sp>
        <p:nvSpPr>
          <p:cNvPr id="58" name="椭圆 57"/>
          <p:cNvSpPr/>
          <p:nvPr/>
        </p:nvSpPr>
        <p:spPr>
          <a:xfrm>
            <a:off x="1532170" y="2766988"/>
            <a:ext cx="1344652" cy="1344652"/>
          </a:xfrm>
          <a:prstGeom prst="ellipse">
            <a:avLst/>
          </a:prstGeom>
          <a:gradFill>
            <a:gsLst>
              <a:gs pos="0">
                <a:srgbClr val="D6009E"/>
              </a:gs>
              <a:gs pos="74000">
                <a:srgbClr val="C40091"/>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59" name="组合 79"/>
          <p:cNvGrpSpPr/>
          <p:nvPr/>
        </p:nvGrpSpPr>
        <p:grpSpPr>
          <a:xfrm>
            <a:off x="1957706" y="3206166"/>
            <a:ext cx="833273" cy="767141"/>
            <a:chOff x="5722963" y="2742165"/>
            <a:chExt cx="500063" cy="460375"/>
          </a:xfrm>
        </p:grpSpPr>
        <p:sp>
          <p:nvSpPr>
            <p:cNvPr id="60" name="Freeform 55"/>
            <p:cNvSpPr>
              <a:spLocks/>
            </p:cNvSpPr>
            <p:nvPr/>
          </p:nvSpPr>
          <p:spPr bwMode="auto">
            <a:xfrm>
              <a:off x="5742013" y="2745340"/>
              <a:ext cx="481013" cy="457200"/>
            </a:xfrm>
            <a:custGeom>
              <a:avLst/>
              <a:gdLst>
                <a:gd name="T0" fmla="*/ 137 w 303"/>
                <a:gd name="T1" fmla="*/ 288 h 288"/>
                <a:gd name="T2" fmla="*/ 0 w 303"/>
                <a:gd name="T3" fmla="*/ 174 h 288"/>
                <a:gd name="T4" fmla="*/ 2 w 303"/>
                <a:gd name="T5" fmla="*/ 15 h 288"/>
                <a:gd name="T6" fmla="*/ 54 w 303"/>
                <a:gd name="T7" fmla="*/ 10 h 288"/>
                <a:gd name="T8" fmla="*/ 85 w 303"/>
                <a:gd name="T9" fmla="*/ 43 h 288"/>
                <a:gd name="T10" fmla="*/ 106 w 303"/>
                <a:gd name="T11" fmla="*/ 22 h 288"/>
                <a:gd name="T12" fmla="*/ 128 w 303"/>
                <a:gd name="T13" fmla="*/ 0 h 288"/>
                <a:gd name="T14" fmla="*/ 303 w 303"/>
                <a:gd name="T15" fmla="*/ 150 h 288"/>
                <a:gd name="T16" fmla="*/ 137 w 303"/>
                <a:gd name="T17" fmla="*/ 288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3" h="288">
                  <a:moveTo>
                    <a:pt x="137" y="288"/>
                  </a:moveTo>
                  <a:lnTo>
                    <a:pt x="0" y="174"/>
                  </a:lnTo>
                  <a:lnTo>
                    <a:pt x="2" y="15"/>
                  </a:lnTo>
                  <a:lnTo>
                    <a:pt x="54" y="10"/>
                  </a:lnTo>
                  <a:lnTo>
                    <a:pt x="85" y="43"/>
                  </a:lnTo>
                  <a:lnTo>
                    <a:pt x="106" y="22"/>
                  </a:lnTo>
                  <a:lnTo>
                    <a:pt x="128" y="0"/>
                  </a:lnTo>
                  <a:lnTo>
                    <a:pt x="303" y="150"/>
                  </a:lnTo>
                  <a:lnTo>
                    <a:pt x="137" y="288"/>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1" name="Freeform 56"/>
            <p:cNvSpPr>
              <a:spLocks noEditPoints="1"/>
            </p:cNvSpPr>
            <p:nvPr/>
          </p:nvSpPr>
          <p:spPr bwMode="auto">
            <a:xfrm>
              <a:off x="5722963" y="2742165"/>
              <a:ext cx="115888" cy="290513"/>
            </a:xfrm>
            <a:custGeom>
              <a:avLst/>
              <a:gdLst>
                <a:gd name="T0" fmla="*/ 17 w 31"/>
                <a:gd name="T1" fmla="*/ 0 h 77"/>
                <a:gd name="T2" fmla="*/ 28 w 31"/>
                <a:gd name="T3" fmla="*/ 5 h 77"/>
                <a:gd name="T4" fmla="*/ 31 w 31"/>
                <a:gd name="T5" fmla="*/ 18 h 77"/>
                <a:gd name="T6" fmla="*/ 31 w 31"/>
                <a:gd name="T7" fmla="*/ 63 h 77"/>
                <a:gd name="T8" fmla="*/ 27 w 31"/>
                <a:gd name="T9" fmla="*/ 74 h 77"/>
                <a:gd name="T10" fmla="*/ 16 w 31"/>
                <a:gd name="T11" fmla="*/ 77 h 77"/>
                <a:gd name="T12" fmla="*/ 2 w 31"/>
                <a:gd name="T13" fmla="*/ 72 h 77"/>
                <a:gd name="T14" fmla="*/ 0 w 31"/>
                <a:gd name="T15" fmla="*/ 57 h 77"/>
                <a:gd name="T16" fmla="*/ 0 w 31"/>
                <a:gd name="T17" fmla="*/ 21 h 77"/>
                <a:gd name="T18" fmla="*/ 3 w 31"/>
                <a:gd name="T19" fmla="*/ 6 h 77"/>
                <a:gd name="T20" fmla="*/ 17 w 31"/>
                <a:gd name="T21" fmla="*/ 0 h 77"/>
                <a:gd name="T22" fmla="*/ 16 w 31"/>
                <a:gd name="T23" fmla="*/ 70 h 77"/>
                <a:gd name="T24" fmla="*/ 22 w 31"/>
                <a:gd name="T25" fmla="*/ 59 h 77"/>
                <a:gd name="T26" fmla="*/ 22 w 31"/>
                <a:gd name="T27" fmla="*/ 17 h 77"/>
                <a:gd name="T28" fmla="*/ 16 w 31"/>
                <a:gd name="T29" fmla="*/ 7 h 77"/>
                <a:gd name="T30" fmla="*/ 9 w 31"/>
                <a:gd name="T31" fmla="*/ 17 h 77"/>
                <a:gd name="T32" fmla="*/ 9 w 31"/>
                <a:gd name="T33" fmla="*/ 20 h 77"/>
                <a:gd name="T34" fmla="*/ 9 w 31"/>
                <a:gd name="T35" fmla="*/ 23 h 77"/>
                <a:gd name="T36" fmla="*/ 9 w 31"/>
                <a:gd name="T37" fmla="*/ 35 h 77"/>
                <a:gd name="T38" fmla="*/ 9 w 31"/>
                <a:gd name="T39" fmla="*/ 48 h 77"/>
                <a:gd name="T40" fmla="*/ 9 w 31"/>
                <a:gd name="T41" fmla="*/ 59 h 77"/>
                <a:gd name="T42" fmla="*/ 16 w 31"/>
                <a:gd name="T43" fmla="*/ 7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77">
                  <a:moveTo>
                    <a:pt x="17" y="0"/>
                  </a:moveTo>
                  <a:cubicBezTo>
                    <a:pt x="22" y="0"/>
                    <a:pt x="26" y="2"/>
                    <a:pt x="28" y="5"/>
                  </a:cubicBezTo>
                  <a:cubicBezTo>
                    <a:pt x="30" y="8"/>
                    <a:pt x="31" y="12"/>
                    <a:pt x="31" y="18"/>
                  </a:cubicBezTo>
                  <a:cubicBezTo>
                    <a:pt x="31" y="63"/>
                    <a:pt x="31" y="63"/>
                    <a:pt x="31" y="63"/>
                  </a:cubicBezTo>
                  <a:cubicBezTo>
                    <a:pt x="31" y="67"/>
                    <a:pt x="30" y="71"/>
                    <a:pt x="27" y="74"/>
                  </a:cubicBezTo>
                  <a:cubicBezTo>
                    <a:pt x="24" y="76"/>
                    <a:pt x="21" y="77"/>
                    <a:pt x="16" y="77"/>
                  </a:cubicBezTo>
                  <a:cubicBezTo>
                    <a:pt x="9" y="77"/>
                    <a:pt x="5" y="76"/>
                    <a:pt x="2" y="72"/>
                  </a:cubicBezTo>
                  <a:cubicBezTo>
                    <a:pt x="1" y="69"/>
                    <a:pt x="0" y="64"/>
                    <a:pt x="0" y="57"/>
                  </a:cubicBezTo>
                  <a:cubicBezTo>
                    <a:pt x="0" y="21"/>
                    <a:pt x="0" y="21"/>
                    <a:pt x="0" y="21"/>
                  </a:cubicBezTo>
                  <a:cubicBezTo>
                    <a:pt x="0" y="14"/>
                    <a:pt x="1" y="8"/>
                    <a:pt x="3" y="6"/>
                  </a:cubicBezTo>
                  <a:cubicBezTo>
                    <a:pt x="5" y="2"/>
                    <a:pt x="10" y="0"/>
                    <a:pt x="17" y="0"/>
                  </a:cubicBezTo>
                  <a:close/>
                  <a:moveTo>
                    <a:pt x="16" y="70"/>
                  </a:moveTo>
                  <a:cubicBezTo>
                    <a:pt x="20" y="70"/>
                    <a:pt x="22" y="66"/>
                    <a:pt x="22" y="59"/>
                  </a:cubicBezTo>
                  <a:cubicBezTo>
                    <a:pt x="22" y="17"/>
                    <a:pt x="22" y="17"/>
                    <a:pt x="22" y="17"/>
                  </a:cubicBezTo>
                  <a:cubicBezTo>
                    <a:pt x="22" y="10"/>
                    <a:pt x="20" y="7"/>
                    <a:pt x="16" y="7"/>
                  </a:cubicBezTo>
                  <a:cubicBezTo>
                    <a:pt x="11" y="7"/>
                    <a:pt x="9" y="11"/>
                    <a:pt x="9" y="17"/>
                  </a:cubicBezTo>
                  <a:cubicBezTo>
                    <a:pt x="9" y="20"/>
                    <a:pt x="9" y="20"/>
                    <a:pt x="9" y="20"/>
                  </a:cubicBezTo>
                  <a:cubicBezTo>
                    <a:pt x="9" y="23"/>
                    <a:pt x="9" y="23"/>
                    <a:pt x="9" y="23"/>
                  </a:cubicBezTo>
                  <a:cubicBezTo>
                    <a:pt x="9" y="35"/>
                    <a:pt x="9" y="35"/>
                    <a:pt x="9" y="35"/>
                  </a:cubicBezTo>
                  <a:cubicBezTo>
                    <a:pt x="9" y="48"/>
                    <a:pt x="9" y="48"/>
                    <a:pt x="9" y="48"/>
                  </a:cubicBezTo>
                  <a:cubicBezTo>
                    <a:pt x="9" y="59"/>
                    <a:pt x="9" y="59"/>
                    <a:pt x="9" y="59"/>
                  </a:cubicBezTo>
                  <a:cubicBezTo>
                    <a:pt x="9" y="66"/>
                    <a:pt x="11" y="70"/>
                    <a:pt x="16" y="70"/>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62" name="Freeform 57"/>
            <p:cNvSpPr>
              <a:spLocks/>
            </p:cNvSpPr>
            <p:nvPr/>
          </p:nvSpPr>
          <p:spPr bwMode="auto">
            <a:xfrm>
              <a:off x="5876951" y="2745340"/>
              <a:ext cx="68263" cy="287338"/>
            </a:xfrm>
            <a:custGeom>
              <a:avLst/>
              <a:gdLst>
                <a:gd name="T0" fmla="*/ 0 w 18"/>
                <a:gd name="T1" fmla="*/ 11 h 76"/>
                <a:gd name="T2" fmla="*/ 11 w 18"/>
                <a:gd name="T3" fmla="*/ 0 h 76"/>
                <a:gd name="T4" fmla="*/ 18 w 18"/>
                <a:gd name="T5" fmla="*/ 0 h 76"/>
                <a:gd name="T6" fmla="*/ 18 w 18"/>
                <a:gd name="T7" fmla="*/ 76 h 76"/>
                <a:gd name="T8" fmla="*/ 8 w 18"/>
                <a:gd name="T9" fmla="*/ 76 h 76"/>
                <a:gd name="T10" fmla="*/ 8 w 18"/>
                <a:gd name="T11" fmla="*/ 19 h 76"/>
                <a:gd name="T12" fmla="*/ 0 w 18"/>
                <a:gd name="T13" fmla="*/ 19 h 76"/>
                <a:gd name="T14" fmla="*/ 0 w 18"/>
                <a:gd name="T15" fmla="*/ 11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76">
                  <a:moveTo>
                    <a:pt x="0" y="11"/>
                  </a:moveTo>
                  <a:cubicBezTo>
                    <a:pt x="7" y="10"/>
                    <a:pt x="10" y="7"/>
                    <a:pt x="11" y="0"/>
                  </a:cubicBezTo>
                  <a:cubicBezTo>
                    <a:pt x="18" y="0"/>
                    <a:pt x="18" y="0"/>
                    <a:pt x="18" y="0"/>
                  </a:cubicBezTo>
                  <a:cubicBezTo>
                    <a:pt x="18" y="76"/>
                    <a:pt x="18" y="76"/>
                    <a:pt x="18" y="76"/>
                  </a:cubicBezTo>
                  <a:cubicBezTo>
                    <a:pt x="8" y="76"/>
                    <a:pt x="8" y="76"/>
                    <a:pt x="8" y="76"/>
                  </a:cubicBezTo>
                  <a:cubicBezTo>
                    <a:pt x="8" y="19"/>
                    <a:pt x="8" y="19"/>
                    <a:pt x="8" y="19"/>
                  </a:cubicBezTo>
                  <a:cubicBezTo>
                    <a:pt x="0" y="19"/>
                    <a:pt x="0" y="19"/>
                    <a:pt x="0" y="19"/>
                  </a:cubicBezTo>
                  <a:lnTo>
                    <a:pt x="0" y="11"/>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pic>
        <p:nvPicPr>
          <p:cNvPr id="63" name="图片 62"/>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960551" y="2540956"/>
            <a:ext cx="1796716" cy="1796716"/>
          </a:xfrm>
          <a:prstGeom prst="rect">
            <a:avLst/>
          </a:prstGeom>
          <a:effectLst>
            <a:outerShdw blurRad="279400" dist="152400" dir="2700000" sx="102000" sy="102000" algn="tl" rotWithShape="0">
              <a:prstClr val="black">
                <a:alpha val="28000"/>
              </a:prstClr>
            </a:outerShdw>
          </a:effectLst>
        </p:spPr>
      </p:pic>
      <p:sp>
        <p:nvSpPr>
          <p:cNvPr id="64" name="椭圆 63"/>
          <p:cNvSpPr/>
          <p:nvPr/>
        </p:nvSpPr>
        <p:spPr>
          <a:xfrm>
            <a:off x="4186583" y="2766988"/>
            <a:ext cx="1344652" cy="1344652"/>
          </a:xfrm>
          <a:prstGeom prst="ellipse">
            <a:avLst/>
          </a:prstGeom>
          <a:gradFill>
            <a:gsLst>
              <a:gs pos="0">
                <a:srgbClr val="F28F00"/>
              </a:gs>
              <a:gs pos="98000">
                <a:srgbClr val="E60C12"/>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5" name="组合 88"/>
          <p:cNvGrpSpPr/>
          <p:nvPr/>
        </p:nvGrpSpPr>
        <p:grpSpPr>
          <a:xfrm>
            <a:off x="4658639" y="3215875"/>
            <a:ext cx="851791" cy="767141"/>
            <a:chOff x="952501" y="6013451"/>
            <a:chExt cx="511175" cy="460375"/>
          </a:xfrm>
        </p:grpSpPr>
        <p:sp>
          <p:nvSpPr>
            <p:cNvPr id="66" name="Freeform 58"/>
            <p:cNvSpPr>
              <a:spLocks/>
            </p:cNvSpPr>
            <p:nvPr/>
          </p:nvSpPr>
          <p:spPr bwMode="auto">
            <a:xfrm>
              <a:off x="971551" y="6021388"/>
              <a:ext cx="492125" cy="452438"/>
            </a:xfrm>
            <a:custGeom>
              <a:avLst/>
              <a:gdLst>
                <a:gd name="T0" fmla="*/ 137 w 310"/>
                <a:gd name="T1" fmla="*/ 285 h 285"/>
                <a:gd name="T2" fmla="*/ 0 w 310"/>
                <a:gd name="T3" fmla="*/ 171 h 285"/>
                <a:gd name="T4" fmla="*/ 2 w 310"/>
                <a:gd name="T5" fmla="*/ 12 h 285"/>
                <a:gd name="T6" fmla="*/ 54 w 310"/>
                <a:gd name="T7" fmla="*/ 7 h 285"/>
                <a:gd name="T8" fmla="*/ 87 w 310"/>
                <a:gd name="T9" fmla="*/ 40 h 285"/>
                <a:gd name="T10" fmla="*/ 97 w 310"/>
                <a:gd name="T11" fmla="*/ 7 h 285"/>
                <a:gd name="T12" fmla="*/ 137 w 310"/>
                <a:gd name="T13" fmla="*/ 0 h 285"/>
                <a:gd name="T14" fmla="*/ 310 w 310"/>
                <a:gd name="T15" fmla="*/ 150 h 285"/>
                <a:gd name="T16" fmla="*/ 137 w 310"/>
                <a:gd name="T17" fmla="*/ 285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0" h="285">
                  <a:moveTo>
                    <a:pt x="137" y="285"/>
                  </a:moveTo>
                  <a:lnTo>
                    <a:pt x="0" y="171"/>
                  </a:lnTo>
                  <a:lnTo>
                    <a:pt x="2" y="12"/>
                  </a:lnTo>
                  <a:lnTo>
                    <a:pt x="54" y="7"/>
                  </a:lnTo>
                  <a:lnTo>
                    <a:pt x="87" y="40"/>
                  </a:lnTo>
                  <a:lnTo>
                    <a:pt x="97" y="7"/>
                  </a:lnTo>
                  <a:lnTo>
                    <a:pt x="137" y="0"/>
                  </a:lnTo>
                  <a:lnTo>
                    <a:pt x="310" y="150"/>
                  </a:lnTo>
                  <a:lnTo>
                    <a:pt x="137" y="285"/>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7" name="Freeform 59"/>
            <p:cNvSpPr>
              <a:spLocks noEditPoints="1"/>
            </p:cNvSpPr>
            <p:nvPr/>
          </p:nvSpPr>
          <p:spPr bwMode="auto">
            <a:xfrm>
              <a:off x="952501" y="6013451"/>
              <a:ext cx="115888" cy="290513"/>
            </a:xfrm>
            <a:custGeom>
              <a:avLst/>
              <a:gdLst>
                <a:gd name="T0" fmla="*/ 17 w 31"/>
                <a:gd name="T1" fmla="*/ 0 h 77"/>
                <a:gd name="T2" fmla="*/ 28 w 31"/>
                <a:gd name="T3" fmla="*/ 5 h 77"/>
                <a:gd name="T4" fmla="*/ 31 w 31"/>
                <a:gd name="T5" fmla="*/ 18 h 77"/>
                <a:gd name="T6" fmla="*/ 31 w 31"/>
                <a:gd name="T7" fmla="*/ 62 h 77"/>
                <a:gd name="T8" fmla="*/ 27 w 31"/>
                <a:gd name="T9" fmla="*/ 73 h 77"/>
                <a:gd name="T10" fmla="*/ 16 w 31"/>
                <a:gd name="T11" fmla="*/ 77 h 77"/>
                <a:gd name="T12" fmla="*/ 3 w 31"/>
                <a:gd name="T13" fmla="*/ 71 h 77"/>
                <a:gd name="T14" fmla="*/ 0 w 31"/>
                <a:gd name="T15" fmla="*/ 56 h 77"/>
                <a:gd name="T16" fmla="*/ 0 w 31"/>
                <a:gd name="T17" fmla="*/ 21 h 77"/>
                <a:gd name="T18" fmla="*/ 3 w 31"/>
                <a:gd name="T19" fmla="*/ 5 h 77"/>
                <a:gd name="T20" fmla="*/ 17 w 31"/>
                <a:gd name="T21" fmla="*/ 0 h 77"/>
                <a:gd name="T22" fmla="*/ 16 w 31"/>
                <a:gd name="T23" fmla="*/ 70 h 77"/>
                <a:gd name="T24" fmla="*/ 22 w 31"/>
                <a:gd name="T25" fmla="*/ 59 h 77"/>
                <a:gd name="T26" fmla="*/ 22 w 31"/>
                <a:gd name="T27" fmla="*/ 17 h 77"/>
                <a:gd name="T28" fmla="*/ 16 w 31"/>
                <a:gd name="T29" fmla="*/ 7 h 77"/>
                <a:gd name="T30" fmla="*/ 9 w 31"/>
                <a:gd name="T31" fmla="*/ 17 h 77"/>
                <a:gd name="T32" fmla="*/ 9 w 31"/>
                <a:gd name="T33" fmla="*/ 20 h 77"/>
                <a:gd name="T34" fmla="*/ 9 w 31"/>
                <a:gd name="T35" fmla="*/ 23 h 77"/>
                <a:gd name="T36" fmla="*/ 9 w 31"/>
                <a:gd name="T37" fmla="*/ 35 h 77"/>
                <a:gd name="T38" fmla="*/ 9 w 31"/>
                <a:gd name="T39" fmla="*/ 48 h 77"/>
                <a:gd name="T40" fmla="*/ 9 w 31"/>
                <a:gd name="T41" fmla="*/ 59 h 77"/>
                <a:gd name="T42" fmla="*/ 16 w 31"/>
                <a:gd name="T43" fmla="*/ 7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77">
                  <a:moveTo>
                    <a:pt x="17" y="0"/>
                  </a:moveTo>
                  <a:cubicBezTo>
                    <a:pt x="22" y="0"/>
                    <a:pt x="26" y="1"/>
                    <a:pt x="28" y="5"/>
                  </a:cubicBezTo>
                  <a:cubicBezTo>
                    <a:pt x="30" y="8"/>
                    <a:pt x="31" y="12"/>
                    <a:pt x="31" y="18"/>
                  </a:cubicBezTo>
                  <a:cubicBezTo>
                    <a:pt x="31" y="62"/>
                    <a:pt x="31" y="62"/>
                    <a:pt x="31" y="62"/>
                  </a:cubicBezTo>
                  <a:cubicBezTo>
                    <a:pt x="31" y="67"/>
                    <a:pt x="30" y="71"/>
                    <a:pt x="27" y="73"/>
                  </a:cubicBezTo>
                  <a:cubicBezTo>
                    <a:pt x="25" y="76"/>
                    <a:pt x="21" y="77"/>
                    <a:pt x="16" y="77"/>
                  </a:cubicBezTo>
                  <a:cubicBezTo>
                    <a:pt x="9" y="77"/>
                    <a:pt x="5" y="75"/>
                    <a:pt x="3" y="71"/>
                  </a:cubicBezTo>
                  <a:cubicBezTo>
                    <a:pt x="1" y="69"/>
                    <a:pt x="0" y="64"/>
                    <a:pt x="0" y="56"/>
                  </a:cubicBezTo>
                  <a:cubicBezTo>
                    <a:pt x="0" y="21"/>
                    <a:pt x="0" y="21"/>
                    <a:pt x="0" y="21"/>
                  </a:cubicBezTo>
                  <a:cubicBezTo>
                    <a:pt x="0" y="13"/>
                    <a:pt x="1" y="8"/>
                    <a:pt x="3" y="5"/>
                  </a:cubicBezTo>
                  <a:cubicBezTo>
                    <a:pt x="5" y="2"/>
                    <a:pt x="10" y="0"/>
                    <a:pt x="17" y="0"/>
                  </a:cubicBezTo>
                  <a:close/>
                  <a:moveTo>
                    <a:pt x="16" y="70"/>
                  </a:moveTo>
                  <a:cubicBezTo>
                    <a:pt x="20" y="70"/>
                    <a:pt x="22" y="66"/>
                    <a:pt x="22" y="59"/>
                  </a:cubicBezTo>
                  <a:cubicBezTo>
                    <a:pt x="22" y="17"/>
                    <a:pt x="22" y="17"/>
                    <a:pt x="22" y="17"/>
                  </a:cubicBezTo>
                  <a:cubicBezTo>
                    <a:pt x="22" y="10"/>
                    <a:pt x="20" y="7"/>
                    <a:pt x="16" y="7"/>
                  </a:cubicBezTo>
                  <a:cubicBezTo>
                    <a:pt x="11" y="7"/>
                    <a:pt x="9" y="10"/>
                    <a:pt x="9" y="17"/>
                  </a:cubicBezTo>
                  <a:cubicBezTo>
                    <a:pt x="9" y="20"/>
                    <a:pt x="9" y="20"/>
                    <a:pt x="9" y="20"/>
                  </a:cubicBezTo>
                  <a:cubicBezTo>
                    <a:pt x="9" y="23"/>
                    <a:pt x="9" y="23"/>
                    <a:pt x="9" y="23"/>
                  </a:cubicBezTo>
                  <a:cubicBezTo>
                    <a:pt x="9" y="35"/>
                    <a:pt x="9" y="35"/>
                    <a:pt x="9" y="35"/>
                  </a:cubicBezTo>
                  <a:cubicBezTo>
                    <a:pt x="9" y="48"/>
                    <a:pt x="9" y="48"/>
                    <a:pt x="9" y="48"/>
                  </a:cubicBezTo>
                  <a:cubicBezTo>
                    <a:pt x="9" y="59"/>
                    <a:pt x="9" y="59"/>
                    <a:pt x="9" y="59"/>
                  </a:cubicBezTo>
                  <a:cubicBezTo>
                    <a:pt x="9" y="66"/>
                    <a:pt x="11" y="70"/>
                    <a:pt x="16" y="70"/>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68" name="Freeform 60"/>
            <p:cNvSpPr>
              <a:spLocks/>
            </p:cNvSpPr>
            <p:nvPr/>
          </p:nvSpPr>
          <p:spPr bwMode="auto">
            <a:xfrm>
              <a:off x="1090613" y="6013451"/>
              <a:ext cx="117475" cy="290513"/>
            </a:xfrm>
            <a:custGeom>
              <a:avLst/>
              <a:gdLst>
                <a:gd name="T0" fmla="*/ 0 w 31"/>
                <a:gd name="T1" fmla="*/ 16 h 77"/>
                <a:gd name="T2" fmla="*/ 4 w 31"/>
                <a:gd name="T3" fmla="*/ 4 h 77"/>
                <a:gd name="T4" fmla="*/ 16 w 31"/>
                <a:gd name="T5" fmla="*/ 0 h 77"/>
                <a:gd name="T6" fmla="*/ 29 w 31"/>
                <a:gd name="T7" fmla="*/ 6 h 77"/>
                <a:gd name="T8" fmla="*/ 31 w 31"/>
                <a:gd name="T9" fmla="*/ 22 h 77"/>
                <a:gd name="T10" fmla="*/ 30 w 31"/>
                <a:gd name="T11" fmla="*/ 30 h 77"/>
                <a:gd name="T12" fmla="*/ 27 w 31"/>
                <a:gd name="T13" fmla="*/ 38 h 77"/>
                <a:gd name="T14" fmla="*/ 18 w 31"/>
                <a:gd name="T15" fmla="*/ 52 h 77"/>
                <a:gd name="T16" fmla="*/ 11 w 31"/>
                <a:gd name="T17" fmla="*/ 68 h 77"/>
                <a:gd name="T18" fmla="*/ 31 w 31"/>
                <a:gd name="T19" fmla="*/ 68 h 77"/>
                <a:gd name="T20" fmla="*/ 31 w 31"/>
                <a:gd name="T21" fmla="*/ 76 h 77"/>
                <a:gd name="T22" fmla="*/ 8 w 31"/>
                <a:gd name="T23" fmla="*/ 77 h 77"/>
                <a:gd name="T24" fmla="*/ 0 w 31"/>
                <a:gd name="T25" fmla="*/ 76 h 77"/>
                <a:gd name="T26" fmla="*/ 0 w 31"/>
                <a:gd name="T27" fmla="*/ 76 h 77"/>
                <a:gd name="T28" fmla="*/ 5 w 31"/>
                <a:gd name="T29" fmla="*/ 55 h 77"/>
                <a:gd name="T30" fmla="*/ 17 w 31"/>
                <a:gd name="T31" fmla="*/ 37 h 77"/>
                <a:gd name="T32" fmla="*/ 21 w 31"/>
                <a:gd name="T33" fmla="*/ 20 h 77"/>
                <a:gd name="T34" fmla="*/ 21 w 31"/>
                <a:gd name="T35" fmla="*/ 19 h 77"/>
                <a:gd name="T36" fmla="*/ 21 w 31"/>
                <a:gd name="T37" fmla="*/ 17 h 77"/>
                <a:gd name="T38" fmla="*/ 21 w 31"/>
                <a:gd name="T39" fmla="*/ 12 h 77"/>
                <a:gd name="T40" fmla="*/ 15 w 31"/>
                <a:gd name="T41" fmla="*/ 7 h 77"/>
                <a:gd name="T42" fmla="*/ 10 w 31"/>
                <a:gd name="T43" fmla="*/ 16 h 77"/>
                <a:gd name="T44" fmla="*/ 10 w 31"/>
                <a:gd name="T45" fmla="*/ 19 h 77"/>
                <a:gd name="T46" fmla="*/ 10 w 31"/>
                <a:gd name="T47" fmla="*/ 21 h 77"/>
                <a:gd name="T48" fmla="*/ 10 w 31"/>
                <a:gd name="T49" fmla="*/ 23 h 77"/>
                <a:gd name="T50" fmla="*/ 10 w 31"/>
                <a:gd name="T51" fmla="*/ 26 h 77"/>
                <a:gd name="T52" fmla="*/ 0 w 31"/>
                <a:gd name="T53" fmla="*/ 26 h 77"/>
                <a:gd name="T54" fmla="*/ 0 w 31"/>
                <a:gd name="T55" fmla="*/ 1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1" h="77">
                  <a:moveTo>
                    <a:pt x="0" y="16"/>
                  </a:moveTo>
                  <a:cubicBezTo>
                    <a:pt x="0" y="10"/>
                    <a:pt x="2" y="6"/>
                    <a:pt x="4" y="4"/>
                  </a:cubicBezTo>
                  <a:cubicBezTo>
                    <a:pt x="6" y="1"/>
                    <a:pt x="10" y="0"/>
                    <a:pt x="16" y="0"/>
                  </a:cubicBezTo>
                  <a:cubicBezTo>
                    <a:pt x="23" y="0"/>
                    <a:pt x="27" y="2"/>
                    <a:pt x="29" y="6"/>
                  </a:cubicBezTo>
                  <a:cubicBezTo>
                    <a:pt x="30" y="9"/>
                    <a:pt x="31" y="14"/>
                    <a:pt x="31" y="22"/>
                  </a:cubicBezTo>
                  <a:cubicBezTo>
                    <a:pt x="31" y="25"/>
                    <a:pt x="31" y="28"/>
                    <a:pt x="30" y="30"/>
                  </a:cubicBezTo>
                  <a:cubicBezTo>
                    <a:pt x="30" y="32"/>
                    <a:pt x="29" y="35"/>
                    <a:pt x="27" y="38"/>
                  </a:cubicBezTo>
                  <a:cubicBezTo>
                    <a:pt x="18" y="52"/>
                    <a:pt x="18" y="52"/>
                    <a:pt x="18" y="52"/>
                  </a:cubicBezTo>
                  <a:cubicBezTo>
                    <a:pt x="14" y="58"/>
                    <a:pt x="12" y="63"/>
                    <a:pt x="11" y="68"/>
                  </a:cubicBezTo>
                  <a:cubicBezTo>
                    <a:pt x="31" y="68"/>
                    <a:pt x="31" y="68"/>
                    <a:pt x="31" y="68"/>
                  </a:cubicBezTo>
                  <a:cubicBezTo>
                    <a:pt x="31" y="76"/>
                    <a:pt x="31" y="76"/>
                    <a:pt x="31" y="76"/>
                  </a:cubicBezTo>
                  <a:cubicBezTo>
                    <a:pt x="8" y="77"/>
                    <a:pt x="8" y="77"/>
                    <a:pt x="8" y="77"/>
                  </a:cubicBezTo>
                  <a:cubicBezTo>
                    <a:pt x="0" y="76"/>
                    <a:pt x="0" y="76"/>
                    <a:pt x="0" y="76"/>
                  </a:cubicBezTo>
                  <a:cubicBezTo>
                    <a:pt x="0" y="76"/>
                    <a:pt x="0" y="76"/>
                    <a:pt x="0" y="76"/>
                  </a:cubicBezTo>
                  <a:cubicBezTo>
                    <a:pt x="0" y="68"/>
                    <a:pt x="2" y="61"/>
                    <a:pt x="5" y="55"/>
                  </a:cubicBezTo>
                  <a:cubicBezTo>
                    <a:pt x="7" y="51"/>
                    <a:pt x="11" y="45"/>
                    <a:pt x="17" y="37"/>
                  </a:cubicBezTo>
                  <a:cubicBezTo>
                    <a:pt x="20" y="32"/>
                    <a:pt x="21" y="27"/>
                    <a:pt x="21" y="20"/>
                  </a:cubicBezTo>
                  <a:cubicBezTo>
                    <a:pt x="21" y="19"/>
                    <a:pt x="21" y="19"/>
                    <a:pt x="21" y="19"/>
                  </a:cubicBezTo>
                  <a:cubicBezTo>
                    <a:pt x="21" y="17"/>
                    <a:pt x="21" y="17"/>
                    <a:pt x="21" y="17"/>
                  </a:cubicBezTo>
                  <a:cubicBezTo>
                    <a:pt x="21" y="15"/>
                    <a:pt x="21" y="13"/>
                    <a:pt x="21" y="12"/>
                  </a:cubicBezTo>
                  <a:cubicBezTo>
                    <a:pt x="20" y="9"/>
                    <a:pt x="18" y="7"/>
                    <a:pt x="15" y="7"/>
                  </a:cubicBezTo>
                  <a:cubicBezTo>
                    <a:pt x="11" y="7"/>
                    <a:pt x="10" y="10"/>
                    <a:pt x="10" y="16"/>
                  </a:cubicBezTo>
                  <a:cubicBezTo>
                    <a:pt x="10" y="19"/>
                    <a:pt x="10" y="19"/>
                    <a:pt x="10" y="19"/>
                  </a:cubicBezTo>
                  <a:cubicBezTo>
                    <a:pt x="10" y="21"/>
                    <a:pt x="10" y="21"/>
                    <a:pt x="10" y="21"/>
                  </a:cubicBezTo>
                  <a:cubicBezTo>
                    <a:pt x="10" y="23"/>
                    <a:pt x="10" y="23"/>
                    <a:pt x="10" y="23"/>
                  </a:cubicBezTo>
                  <a:cubicBezTo>
                    <a:pt x="10" y="26"/>
                    <a:pt x="10" y="26"/>
                    <a:pt x="10" y="26"/>
                  </a:cubicBezTo>
                  <a:cubicBezTo>
                    <a:pt x="0" y="26"/>
                    <a:pt x="0" y="26"/>
                    <a:pt x="0" y="26"/>
                  </a:cubicBezTo>
                  <a:lnTo>
                    <a:pt x="0" y="16"/>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pic>
        <p:nvPicPr>
          <p:cNvPr id="69" name="图片 68"/>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6614964" y="2540956"/>
            <a:ext cx="1796716" cy="1796716"/>
          </a:xfrm>
          <a:prstGeom prst="rect">
            <a:avLst/>
          </a:prstGeom>
          <a:effectLst>
            <a:outerShdw blurRad="279400" dist="152400" dir="2700000" sx="102000" sy="102000" algn="tl" rotWithShape="0">
              <a:prstClr val="black">
                <a:alpha val="28000"/>
              </a:prstClr>
            </a:outerShdw>
          </a:effectLst>
        </p:spPr>
      </p:pic>
      <p:sp>
        <p:nvSpPr>
          <p:cNvPr id="70" name="椭圆 69"/>
          <p:cNvSpPr/>
          <p:nvPr/>
        </p:nvSpPr>
        <p:spPr>
          <a:xfrm>
            <a:off x="6840996" y="2766988"/>
            <a:ext cx="1344652" cy="1344652"/>
          </a:xfrm>
          <a:prstGeom prst="ellipse">
            <a:avLst/>
          </a:prstGeom>
          <a:gradFill>
            <a:gsLst>
              <a:gs pos="0">
                <a:srgbClr val="E0E200"/>
              </a:gs>
              <a:gs pos="84000">
                <a:srgbClr val="94C11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75" name="组合 99"/>
          <p:cNvGrpSpPr/>
          <p:nvPr/>
        </p:nvGrpSpPr>
        <p:grpSpPr>
          <a:xfrm>
            <a:off x="7262076" y="3210911"/>
            <a:ext cx="851791" cy="767141"/>
            <a:chOff x="5405438" y="6815138"/>
            <a:chExt cx="511175" cy="460375"/>
          </a:xfrm>
        </p:grpSpPr>
        <p:sp>
          <p:nvSpPr>
            <p:cNvPr id="78" name="Freeform 61"/>
            <p:cNvSpPr>
              <a:spLocks/>
            </p:cNvSpPr>
            <p:nvPr/>
          </p:nvSpPr>
          <p:spPr bwMode="auto">
            <a:xfrm>
              <a:off x="5424488" y="6821488"/>
              <a:ext cx="492125" cy="454025"/>
            </a:xfrm>
            <a:custGeom>
              <a:avLst/>
              <a:gdLst>
                <a:gd name="T0" fmla="*/ 140 w 310"/>
                <a:gd name="T1" fmla="*/ 286 h 286"/>
                <a:gd name="T2" fmla="*/ 0 w 310"/>
                <a:gd name="T3" fmla="*/ 172 h 286"/>
                <a:gd name="T4" fmla="*/ 2 w 310"/>
                <a:gd name="T5" fmla="*/ 12 h 286"/>
                <a:gd name="T6" fmla="*/ 57 w 310"/>
                <a:gd name="T7" fmla="*/ 7 h 286"/>
                <a:gd name="T8" fmla="*/ 88 w 310"/>
                <a:gd name="T9" fmla="*/ 41 h 286"/>
                <a:gd name="T10" fmla="*/ 97 w 310"/>
                <a:gd name="T11" fmla="*/ 7 h 286"/>
                <a:gd name="T12" fmla="*/ 135 w 310"/>
                <a:gd name="T13" fmla="*/ 0 h 286"/>
                <a:gd name="T14" fmla="*/ 310 w 310"/>
                <a:gd name="T15" fmla="*/ 150 h 286"/>
                <a:gd name="T16" fmla="*/ 140 w 310"/>
                <a:gd name="T17" fmla="*/ 286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0" h="286">
                  <a:moveTo>
                    <a:pt x="140" y="286"/>
                  </a:moveTo>
                  <a:lnTo>
                    <a:pt x="0" y="172"/>
                  </a:lnTo>
                  <a:lnTo>
                    <a:pt x="2" y="12"/>
                  </a:lnTo>
                  <a:lnTo>
                    <a:pt x="57" y="7"/>
                  </a:lnTo>
                  <a:lnTo>
                    <a:pt x="88" y="41"/>
                  </a:lnTo>
                  <a:lnTo>
                    <a:pt x="97" y="7"/>
                  </a:lnTo>
                  <a:lnTo>
                    <a:pt x="135" y="0"/>
                  </a:lnTo>
                  <a:lnTo>
                    <a:pt x="310" y="150"/>
                  </a:lnTo>
                  <a:lnTo>
                    <a:pt x="140" y="286"/>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9" name="Freeform 62"/>
            <p:cNvSpPr>
              <a:spLocks noEditPoints="1"/>
            </p:cNvSpPr>
            <p:nvPr/>
          </p:nvSpPr>
          <p:spPr bwMode="auto">
            <a:xfrm>
              <a:off x="5405438" y="6815138"/>
              <a:ext cx="117475" cy="290513"/>
            </a:xfrm>
            <a:custGeom>
              <a:avLst/>
              <a:gdLst>
                <a:gd name="T0" fmla="*/ 17 w 31"/>
                <a:gd name="T1" fmla="*/ 0 h 77"/>
                <a:gd name="T2" fmla="*/ 29 w 31"/>
                <a:gd name="T3" fmla="*/ 5 h 77"/>
                <a:gd name="T4" fmla="*/ 31 w 31"/>
                <a:gd name="T5" fmla="*/ 18 h 77"/>
                <a:gd name="T6" fmla="*/ 31 w 31"/>
                <a:gd name="T7" fmla="*/ 62 h 77"/>
                <a:gd name="T8" fmla="*/ 27 w 31"/>
                <a:gd name="T9" fmla="*/ 73 h 77"/>
                <a:gd name="T10" fmla="*/ 16 w 31"/>
                <a:gd name="T11" fmla="*/ 77 h 77"/>
                <a:gd name="T12" fmla="*/ 3 w 31"/>
                <a:gd name="T13" fmla="*/ 72 h 77"/>
                <a:gd name="T14" fmla="*/ 0 w 31"/>
                <a:gd name="T15" fmla="*/ 56 h 77"/>
                <a:gd name="T16" fmla="*/ 0 w 31"/>
                <a:gd name="T17" fmla="*/ 21 h 77"/>
                <a:gd name="T18" fmla="*/ 3 w 31"/>
                <a:gd name="T19" fmla="*/ 5 h 77"/>
                <a:gd name="T20" fmla="*/ 17 w 31"/>
                <a:gd name="T21" fmla="*/ 0 h 77"/>
                <a:gd name="T22" fmla="*/ 16 w 31"/>
                <a:gd name="T23" fmla="*/ 70 h 77"/>
                <a:gd name="T24" fmla="*/ 23 w 31"/>
                <a:gd name="T25" fmla="*/ 59 h 77"/>
                <a:gd name="T26" fmla="*/ 23 w 31"/>
                <a:gd name="T27" fmla="*/ 17 h 77"/>
                <a:gd name="T28" fmla="*/ 16 w 31"/>
                <a:gd name="T29" fmla="*/ 7 h 77"/>
                <a:gd name="T30" fmla="*/ 9 w 31"/>
                <a:gd name="T31" fmla="*/ 17 h 77"/>
                <a:gd name="T32" fmla="*/ 9 w 31"/>
                <a:gd name="T33" fmla="*/ 20 h 77"/>
                <a:gd name="T34" fmla="*/ 9 w 31"/>
                <a:gd name="T35" fmla="*/ 23 h 77"/>
                <a:gd name="T36" fmla="*/ 9 w 31"/>
                <a:gd name="T37" fmla="*/ 35 h 77"/>
                <a:gd name="T38" fmla="*/ 9 w 31"/>
                <a:gd name="T39" fmla="*/ 48 h 77"/>
                <a:gd name="T40" fmla="*/ 9 w 31"/>
                <a:gd name="T41" fmla="*/ 59 h 77"/>
                <a:gd name="T42" fmla="*/ 16 w 31"/>
                <a:gd name="T43" fmla="*/ 7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77">
                  <a:moveTo>
                    <a:pt x="17" y="0"/>
                  </a:moveTo>
                  <a:cubicBezTo>
                    <a:pt x="22" y="0"/>
                    <a:pt x="26" y="2"/>
                    <a:pt x="29" y="5"/>
                  </a:cubicBezTo>
                  <a:cubicBezTo>
                    <a:pt x="30" y="8"/>
                    <a:pt x="31" y="12"/>
                    <a:pt x="31" y="18"/>
                  </a:cubicBezTo>
                  <a:cubicBezTo>
                    <a:pt x="31" y="62"/>
                    <a:pt x="31" y="62"/>
                    <a:pt x="31" y="62"/>
                  </a:cubicBezTo>
                  <a:cubicBezTo>
                    <a:pt x="31" y="67"/>
                    <a:pt x="30" y="71"/>
                    <a:pt x="27" y="73"/>
                  </a:cubicBezTo>
                  <a:cubicBezTo>
                    <a:pt x="25" y="76"/>
                    <a:pt x="21" y="77"/>
                    <a:pt x="16" y="77"/>
                  </a:cubicBezTo>
                  <a:cubicBezTo>
                    <a:pt x="10" y="77"/>
                    <a:pt x="5" y="75"/>
                    <a:pt x="3" y="72"/>
                  </a:cubicBezTo>
                  <a:cubicBezTo>
                    <a:pt x="1" y="69"/>
                    <a:pt x="0" y="64"/>
                    <a:pt x="0" y="56"/>
                  </a:cubicBezTo>
                  <a:cubicBezTo>
                    <a:pt x="0" y="21"/>
                    <a:pt x="0" y="21"/>
                    <a:pt x="0" y="21"/>
                  </a:cubicBezTo>
                  <a:cubicBezTo>
                    <a:pt x="0" y="14"/>
                    <a:pt x="1" y="8"/>
                    <a:pt x="3" y="5"/>
                  </a:cubicBezTo>
                  <a:cubicBezTo>
                    <a:pt x="5" y="2"/>
                    <a:pt x="10" y="0"/>
                    <a:pt x="17" y="0"/>
                  </a:cubicBezTo>
                  <a:close/>
                  <a:moveTo>
                    <a:pt x="16" y="70"/>
                  </a:moveTo>
                  <a:cubicBezTo>
                    <a:pt x="20" y="70"/>
                    <a:pt x="23" y="66"/>
                    <a:pt x="23" y="59"/>
                  </a:cubicBezTo>
                  <a:cubicBezTo>
                    <a:pt x="23" y="17"/>
                    <a:pt x="23" y="17"/>
                    <a:pt x="23" y="17"/>
                  </a:cubicBezTo>
                  <a:cubicBezTo>
                    <a:pt x="23" y="10"/>
                    <a:pt x="20" y="7"/>
                    <a:pt x="16" y="7"/>
                  </a:cubicBezTo>
                  <a:cubicBezTo>
                    <a:pt x="12" y="7"/>
                    <a:pt x="9" y="10"/>
                    <a:pt x="9" y="17"/>
                  </a:cubicBezTo>
                  <a:cubicBezTo>
                    <a:pt x="9" y="20"/>
                    <a:pt x="9" y="20"/>
                    <a:pt x="9" y="20"/>
                  </a:cubicBezTo>
                  <a:cubicBezTo>
                    <a:pt x="9" y="23"/>
                    <a:pt x="9" y="23"/>
                    <a:pt x="9" y="23"/>
                  </a:cubicBezTo>
                  <a:cubicBezTo>
                    <a:pt x="9" y="35"/>
                    <a:pt x="9" y="35"/>
                    <a:pt x="9" y="35"/>
                  </a:cubicBezTo>
                  <a:cubicBezTo>
                    <a:pt x="9" y="48"/>
                    <a:pt x="9" y="48"/>
                    <a:pt x="9" y="48"/>
                  </a:cubicBezTo>
                  <a:cubicBezTo>
                    <a:pt x="9" y="59"/>
                    <a:pt x="9" y="59"/>
                    <a:pt x="9" y="59"/>
                  </a:cubicBezTo>
                  <a:cubicBezTo>
                    <a:pt x="9" y="66"/>
                    <a:pt x="12" y="70"/>
                    <a:pt x="16" y="70"/>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4" name="Freeform 63"/>
            <p:cNvSpPr>
              <a:spLocks/>
            </p:cNvSpPr>
            <p:nvPr/>
          </p:nvSpPr>
          <p:spPr bwMode="auto">
            <a:xfrm>
              <a:off x="5545138" y="6815138"/>
              <a:ext cx="112713" cy="290513"/>
            </a:xfrm>
            <a:custGeom>
              <a:avLst/>
              <a:gdLst>
                <a:gd name="T0" fmla="*/ 9 w 30"/>
                <a:gd name="T1" fmla="*/ 54 h 77"/>
                <a:gd name="T2" fmla="*/ 9 w 30"/>
                <a:gd name="T3" fmla="*/ 62 h 77"/>
                <a:gd name="T4" fmla="*/ 10 w 30"/>
                <a:gd name="T5" fmla="*/ 68 h 77"/>
                <a:gd name="T6" fmla="*/ 16 w 30"/>
                <a:gd name="T7" fmla="*/ 70 h 77"/>
                <a:gd name="T8" fmla="*/ 21 w 30"/>
                <a:gd name="T9" fmla="*/ 65 h 77"/>
                <a:gd name="T10" fmla="*/ 21 w 30"/>
                <a:gd name="T11" fmla="*/ 58 h 77"/>
                <a:gd name="T12" fmla="*/ 21 w 30"/>
                <a:gd name="T13" fmla="*/ 52 h 77"/>
                <a:gd name="T14" fmla="*/ 20 w 30"/>
                <a:gd name="T15" fmla="*/ 43 h 77"/>
                <a:gd name="T16" fmla="*/ 12 w 30"/>
                <a:gd name="T17" fmla="*/ 39 h 77"/>
                <a:gd name="T18" fmla="*/ 10 w 30"/>
                <a:gd name="T19" fmla="*/ 39 h 77"/>
                <a:gd name="T20" fmla="*/ 7 w 30"/>
                <a:gd name="T21" fmla="*/ 40 h 77"/>
                <a:gd name="T22" fmla="*/ 7 w 30"/>
                <a:gd name="T23" fmla="*/ 31 h 77"/>
                <a:gd name="T24" fmla="*/ 9 w 30"/>
                <a:gd name="T25" fmla="*/ 31 h 77"/>
                <a:gd name="T26" fmla="*/ 19 w 30"/>
                <a:gd name="T27" fmla="*/ 22 h 77"/>
                <a:gd name="T28" fmla="*/ 19 w 30"/>
                <a:gd name="T29" fmla="*/ 14 h 77"/>
                <a:gd name="T30" fmla="*/ 14 w 30"/>
                <a:gd name="T31" fmla="*/ 7 h 77"/>
                <a:gd name="T32" fmla="*/ 9 w 30"/>
                <a:gd name="T33" fmla="*/ 15 h 77"/>
                <a:gd name="T34" fmla="*/ 9 w 30"/>
                <a:gd name="T35" fmla="*/ 17 h 77"/>
                <a:gd name="T36" fmla="*/ 9 w 30"/>
                <a:gd name="T37" fmla="*/ 19 h 77"/>
                <a:gd name="T38" fmla="*/ 0 w 30"/>
                <a:gd name="T39" fmla="*/ 19 h 77"/>
                <a:gd name="T40" fmla="*/ 0 w 30"/>
                <a:gd name="T41" fmla="*/ 12 h 77"/>
                <a:gd name="T42" fmla="*/ 15 w 30"/>
                <a:gd name="T43" fmla="*/ 0 h 77"/>
                <a:gd name="T44" fmla="*/ 29 w 30"/>
                <a:gd name="T45" fmla="*/ 13 h 77"/>
                <a:gd name="T46" fmla="*/ 29 w 30"/>
                <a:gd name="T47" fmla="*/ 17 h 77"/>
                <a:gd name="T48" fmla="*/ 29 w 30"/>
                <a:gd name="T49" fmla="*/ 20 h 77"/>
                <a:gd name="T50" fmla="*/ 22 w 30"/>
                <a:gd name="T51" fmla="*/ 34 h 77"/>
                <a:gd name="T52" fmla="*/ 28 w 30"/>
                <a:gd name="T53" fmla="*/ 39 h 77"/>
                <a:gd name="T54" fmla="*/ 30 w 30"/>
                <a:gd name="T55" fmla="*/ 48 h 77"/>
                <a:gd name="T56" fmla="*/ 30 w 30"/>
                <a:gd name="T57" fmla="*/ 64 h 77"/>
                <a:gd name="T58" fmla="*/ 14 w 30"/>
                <a:gd name="T59" fmla="*/ 77 h 77"/>
                <a:gd name="T60" fmla="*/ 0 w 30"/>
                <a:gd name="T61" fmla="*/ 64 h 77"/>
                <a:gd name="T62" fmla="*/ 0 w 30"/>
                <a:gd name="T63" fmla="*/ 54 h 77"/>
                <a:gd name="T64" fmla="*/ 9 w 30"/>
                <a:gd name="T65" fmla="*/ 5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 h="77">
                  <a:moveTo>
                    <a:pt x="9" y="54"/>
                  </a:moveTo>
                  <a:cubicBezTo>
                    <a:pt x="9" y="62"/>
                    <a:pt x="9" y="62"/>
                    <a:pt x="9" y="62"/>
                  </a:cubicBezTo>
                  <a:cubicBezTo>
                    <a:pt x="9" y="65"/>
                    <a:pt x="9" y="67"/>
                    <a:pt x="10" y="68"/>
                  </a:cubicBezTo>
                  <a:cubicBezTo>
                    <a:pt x="11" y="69"/>
                    <a:pt x="13" y="70"/>
                    <a:pt x="16" y="70"/>
                  </a:cubicBezTo>
                  <a:cubicBezTo>
                    <a:pt x="18" y="70"/>
                    <a:pt x="20" y="68"/>
                    <a:pt x="21" y="65"/>
                  </a:cubicBezTo>
                  <a:cubicBezTo>
                    <a:pt x="21" y="64"/>
                    <a:pt x="21" y="62"/>
                    <a:pt x="21" y="58"/>
                  </a:cubicBezTo>
                  <a:cubicBezTo>
                    <a:pt x="21" y="52"/>
                    <a:pt x="21" y="52"/>
                    <a:pt x="21" y="52"/>
                  </a:cubicBezTo>
                  <a:cubicBezTo>
                    <a:pt x="21" y="48"/>
                    <a:pt x="21" y="45"/>
                    <a:pt x="20" y="43"/>
                  </a:cubicBezTo>
                  <a:cubicBezTo>
                    <a:pt x="18" y="41"/>
                    <a:pt x="16" y="39"/>
                    <a:pt x="12" y="39"/>
                  </a:cubicBezTo>
                  <a:cubicBezTo>
                    <a:pt x="11" y="39"/>
                    <a:pt x="11" y="39"/>
                    <a:pt x="10" y="39"/>
                  </a:cubicBezTo>
                  <a:cubicBezTo>
                    <a:pt x="9" y="39"/>
                    <a:pt x="8" y="40"/>
                    <a:pt x="7" y="40"/>
                  </a:cubicBezTo>
                  <a:cubicBezTo>
                    <a:pt x="7" y="31"/>
                    <a:pt x="7" y="31"/>
                    <a:pt x="7" y="31"/>
                  </a:cubicBezTo>
                  <a:cubicBezTo>
                    <a:pt x="9" y="31"/>
                    <a:pt x="9" y="31"/>
                    <a:pt x="9" y="31"/>
                  </a:cubicBezTo>
                  <a:cubicBezTo>
                    <a:pt x="16" y="31"/>
                    <a:pt x="19" y="28"/>
                    <a:pt x="19" y="22"/>
                  </a:cubicBezTo>
                  <a:cubicBezTo>
                    <a:pt x="19" y="14"/>
                    <a:pt x="19" y="14"/>
                    <a:pt x="19" y="14"/>
                  </a:cubicBezTo>
                  <a:cubicBezTo>
                    <a:pt x="19" y="9"/>
                    <a:pt x="18" y="7"/>
                    <a:pt x="14" y="7"/>
                  </a:cubicBezTo>
                  <a:cubicBezTo>
                    <a:pt x="11" y="7"/>
                    <a:pt x="9" y="10"/>
                    <a:pt x="9" y="15"/>
                  </a:cubicBezTo>
                  <a:cubicBezTo>
                    <a:pt x="9" y="17"/>
                    <a:pt x="9" y="17"/>
                    <a:pt x="9" y="17"/>
                  </a:cubicBezTo>
                  <a:cubicBezTo>
                    <a:pt x="9" y="19"/>
                    <a:pt x="9" y="19"/>
                    <a:pt x="9" y="19"/>
                  </a:cubicBezTo>
                  <a:cubicBezTo>
                    <a:pt x="0" y="19"/>
                    <a:pt x="0" y="19"/>
                    <a:pt x="0" y="19"/>
                  </a:cubicBezTo>
                  <a:cubicBezTo>
                    <a:pt x="0" y="12"/>
                    <a:pt x="0" y="12"/>
                    <a:pt x="0" y="12"/>
                  </a:cubicBezTo>
                  <a:cubicBezTo>
                    <a:pt x="0" y="4"/>
                    <a:pt x="5" y="0"/>
                    <a:pt x="15" y="0"/>
                  </a:cubicBezTo>
                  <a:cubicBezTo>
                    <a:pt x="24" y="0"/>
                    <a:pt x="29" y="4"/>
                    <a:pt x="29" y="13"/>
                  </a:cubicBezTo>
                  <a:cubicBezTo>
                    <a:pt x="29" y="17"/>
                    <a:pt x="29" y="17"/>
                    <a:pt x="29" y="17"/>
                  </a:cubicBezTo>
                  <a:cubicBezTo>
                    <a:pt x="29" y="20"/>
                    <a:pt x="29" y="20"/>
                    <a:pt x="29" y="20"/>
                  </a:cubicBezTo>
                  <a:cubicBezTo>
                    <a:pt x="29" y="27"/>
                    <a:pt x="26" y="31"/>
                    <a:pt x="22" y="34"/>
                  </a:cubicBezTo>
                  <a:cubicBezTo>
                    <a:pt x="25" y="35"/>
                    <a:pt x="27" y="36"/>
                    <a:pt x="28" y="39"/>
                  </a:cubicBezTo>
                  <a:cubicBezTo>
                    <a:pt x="29" y="41"/>
                    <a:pt x="30" y="44"/>
                    <a:pt x="30" y="48"/>
                  </a:cubicBezTo>
                  <a:cubicBezTo>
                    <a:pt x="30" y="64"/>
                    <a:pt x="30" y="64"/>
                    <a:pt x="30" y="64"/>
                  </a:cubicBezTo>
                  <a:cubicBezTo>
                    <a:pt x="30" y="73"/>
                    <a:pt x="25" y="77"/>
                    <a:pt x="14" y="77"/>
                  </a:cubicBezTo>
                  <a:cubicBezTo>
                    <a:pt x="5" y="77"/>
                    <a:pt x="0" y="73"/>
                    <a:pt x="0" y="64"/>
                  </a:cubicBezTo>
                  <a:cubicBezTo>
                    <a:pt x="0" y="54"/>
                    <a:pt x="0" y="54"/>
                    <a:pt x="0" y="54"/>
                  </a:cubicBezTo>
                  <a:lnTo>
                    <a:pt x="9" y="54"/>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sp>
        <p:nvSpPr>
          <p:cNvPr id="87" name="椭圆 86"/>
          <p:cNvSpPr/>
          <p:nvPr/>
        </p:nvSpPr>
        <p:spPr>
          <a:xfrm>
            <a:off x="9059829" y="2331408"/>
            <a:ext cx="2215813" cy="2215813"/>
          </a:xfrm>
          <a:prstGeom prst="ellipse">
            <a:avLst/>
          </a:prstGeom>
          <a:gradFill>
            <a:gsLst>
              <a:gs pos="0">
                <a:srgbClr val="FFFFFF">
                  <a:alpha val="15000"/>
                </a:srgbClr>
              </a:gs>
              <a:gs pos="100000">
                <a:srgbClr val="B8BBBC">
                  <a:alpha val="15000"/>
                </a:srgbClr>
              </a:gs>
            </a:gsLst>
            <a:lin ang="2700000" scaled="0"/>
          </a:gradFill>
          <a:ln w="22225">
            <a:gradFill>
              <a:gsLst>
                <a:gs pos="0">
                  <a:schemeClr val="bg1"/>
                </a:gs>
                <a:gs pos="100000">
                  <a:srgbClr val="DFE2E3"/>
                </a:gs>
              </a:gsLst>
              <a:lin ang="2700000" scaled="0"/>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8" name="椭圆 87"/>
          <p:cNvSpPr/>
          <p:nvPr/>
        </p:nvSpPr>
        <p:spPr>
          <a:xfrm>
            <a:off x="1096590" y="2331408"/>
            <a:ext cx="2215813" cy="2215813"/>
          </a:xfrm>
          <a:prstGeom prst="ellipse">
            <a:avLst/>
          </a:prstGeom>
          <a:gradFill>
            <a:gsLst>
              <a:gs pos="0">
                <a:srgbClr val="FFFFFF">
                  <a:alpha val="15000"/>
                </a:srgbClr>
              </a:gs>
              <a:gs pos="100000">
                <a:srgbClr val="B8BBBC">
                  <a:alpha val="15000"/>
                </a:srgbClr>
              </a:gs>
            </a:gsLst>
            <a:lin ang="2700000" scaled="0"/>
          </a:gradFill>
          <a:ln w="22225">
            <a:gradFill>
              <a:gsLst>
                <a:gs pos="0">
                  <a:schemeClr val="bg1"/>
                </a:gs>
                <a:gs pos="100000">
                  <a:srgbClr val="DFE2E3"/>
                </a:gs>
              </a:gsLst>
              <a:lin ang="2700000" scaled="0"/>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 name="椭圆 92"/>
          <p:cNvSpPr/>
          <p:nvPr/>
        </p:nvSpPr>
        <p:spPr>
          <a:xfrm>
            <a:off x="3751003" y="2331408"/>
            <a:ext cx="2215813" cy="2215813"/>
          </a:xfrm>
          <a:prstGeom prst="ellipse">
            <a:avLst/>
          </a:prstGeom>
          <a:gradFill>
            <a:gsLst>
              <a:gs pos="0">
                <a:srgbClr val="FFFFFF">
                  <a:alpha val="15000"/>
                </a:srgbClr>
              </a:gs>
              <a:gs pos="100000">
                <a:srgbClr val="B8BBBC">
                  <a:alpha val="15000"/>
                </a:srgbClr>
              </a:gs>
            </a:gsLst>
            <a:lin ang="2700000" scaled="0"/>
          </a:gradFill>
          <a:ln w="22225">
            <a:gradFill>
              <a:gsLst>
                <a:gs pos="0">
                  <a:schemeClr val="bg1"/>
                </a:gs>
                <a:gs pos="100000">
                  <a:srgbClr val="DFE2E3"/>
                </a:gs>
              </a:gsLst>
              <a:lin ang="2700000" scaled="0"/>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6" name="椭圆 95"/>
          <p:cNvSpPr/>
          <p:nvPr/>
        </p:nvSpPr>
        <p:spPr>
          <a:xfrm>
            <a:off x="6405416" y="2331408"/>
            <a:ext cx="2215813" cy="2215813"/>
          </a:xfrm>
          <a:prstGeom prst="ellipse">
            <a:avLst/>
          </a:prstGeom>
          <a:gradFill>
            <a:gsLst>
              <a:gs pos="0">
                <a:srgbClr val="FFFFFF">
                  <a:alpha val="15000"/>
                </a:srgbClr>
              </a:gs>
              <a:gs pos="100000">
                <a:srgbClr val="B8BBBC">
                  <a:alpha val="15000"/>
                </a:srgbClr>
              </a:gs>
            </a:gsLst>
            <a:lin ang="2700000" scaled="0"/>
          </a:gradFill>
          <a:ln w="22225">
            <a:gradFill>
              <a:gsLst>
                <a:gs pos="0">
                  <a:schemeClr val="bg1"/>
                </a:gs>
                <a:gs pos="100000">
                  <a:srgbClr val="DFE2E3"/>
                </a:gs>
              </a:gsLst>
              <a:lin ang="2700000" scaled="0"/>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7" name="矩形 96"/>
          <p:cNvSpPr/>
          <p:nvPr/>
        </p:nvSpPr>
        <p:spPr>
          <a:xfrm>
            <a:off x="1864654" y="2856232"/>
            <a:ext cx="631904" cy="369332"/>
          </a:xfrm>
          <a:prstGeom prst="rect">
            <a:avLst/>
          </a:prstGeom>
        </p:spPr>
        <p:txBody>
          <a:bodyPr wrap="none">
            <a:spAutoFit/>
          </a:bodyPr>
          <a:lstStyle/>
          <a:p>
            <a:pPr algn="ctr"/>
            <a:r>
              <a:rPr lang="en-US" altLang="zh-CN" dirty="0">
                <a:solidFill>
                  <a:schemeClr val="bg1"/>
                </a:solidFill>
              </a:rPr>
              <a:t>STEP</a:t>
            </a:r>
          </a:p>
        </p:txBody>
      </p:sp>
      <p:sp>
        <p:nvSpPr>
          <p:cNvPr id="104" name="矩形 103"/>
          <p:cNvSpPr/>
          <p:nvPr/>
        </p:nvSpPr>
        <p:spPr>
          <a:xfrm>
            <a:off x="4595467" y="2856232"/>
            <a:ext cx="631904" cy="369332"/>
          </a:xfrm>
          <a:prstGeom prst="rect">
            <a:avLst/>
          </a:prstGeom>
        </p:spPr>
        <p:txBody>
          <a:bodyPr wrap="none">
            <a:spAutoFit/>
          </a:bodyPr>
          <a:lstStyle/>
          <a:p>
            <a:pPr algn="ctr"/>
            <a:r>
              <a:rPr lang="en-US" altLang="zh-CN" dirty="0">
                <a:solidFill>
                  <a:schemeClr val="bg1"/>
                </a:solidFill>
              </a:rPr>
              <a:t>STEP</a:t>
            </a:r>
          </a:p>
        </p:txBody>
      </p:sp>
      <p:sp>
        <p:nvSpPr>
          <p:cNvPr id="105" name="矩形 104"/>
          <p:cNvSpPr/>
          <p:nvPr/>
        </p:nvSpPr>
        <p:spPr>
          <a:xfrm>
            <a:off x="7141877" y="2856232"/>
            <a:ext cx="631904" cy="369332"/>
          </a:xfrm>
          <a:prstGeom prst="rect">
            <a:avLst/>
          </a:prstGeom>
        </p:spPr>
        <p:txBody>
          <a:bodyPr wrap="none">
            <a:spAutoFit/>
          </a:bodyPr>
          <a:lstStyle/>
          <a:p>
            <a:pPr algn="ctr"/>
            <a:r>
              <a:rPr lang="en-US" altLang="zh-CN" dirty="0">
                <a:solidFill>
                  <a:schemeClr val="bg1"/>
                </a:solidFill>
              </a:rPr>
              <a:t>STEP</a:t>
            </a:r>
          </a:p>
        </p:txBody>
      </p:sp>
      <p:sp>
        <p:nvSpPr>
          <p:cNvPr id="106" name="矩形 105"/>
          <p:cNvSpPr/>
          <p:nvPr/>
        </p:nvSpPr>
        <p:spPr>
          <a:xfrm>
            <a:off x="9859605" y="2856232"/>
            <a:ext cx="631904" cy="369332"/>
          </a:xfrm>
          <a:prstGeom prst="rect">
            <a:avLst/>
          </a:prstGeom>
        </p:spPr>
        <p:txBody>
          <a:bodyPr wrap="none">
            <a:spAutoFit/>
          </a:bodyPr>
          <a:lstStyle/>
          <a:p>
            <a:pPr algn="ctr"/>
            <a:r>
              <a:rPr lang="en-US" altLang="zh-CN" dirty="0">
                <a:solidFill>
                  <a:schemeClr val="bg1"/>
                </a:solidFill>
              </a:rPr>
              <a:t>STEP</a:t>
            </a:r>
          </a:p>
        </p:txBody>
      </p:sp>
      <p:sp>
        <p:nvSpPr>
          <p:cNvPr id="107" name="文本框 106"/>
          <p:cNvSpPr txBox="1"/>
          <p:nvPr/>
        </p:nvSpPr>
        <p:spPr>
          <a:xfrm>
            <a:off x="1104033" y="4604534"/>
            <a:ext cx="2856518" cy="830997"/>
          </a:xfrm>
          <a:prstGeom prst="rect">
            <a:avLst/>
          </a:prstGeom>
          <a:noFill/>
        </p:spPr>
        <p:txBody>
          <a:bodyPr wrap="square" rtlCol="0">
            <a:spAutoFit/>
          </a:bodyPr>
          <a:lstStyle/>
          <a:p>
            <a:pPr>
              <a:lnSpc>
                <a:spcPct val="120000"/>
              </a:lnSpc>
            </a:pPr>
            <a:r>
              <a:rPr lang="zh-CN" altLang="en-US" sz="2400" b="1" dirty="0">
                <a:solidFill>
                  <a:srgbClr val="B02385"/>
                </a:solidFill>
              </a:rPr>
              <a:t>添加标题</a:t>
            </a:r>
            <a:endParaRPr lang="en-US" altLang="zh-CN" sz="2400" b="1" dirty="0">
              <a:solidFill>
                <a:srgbClr val="B02385"/>
              </a:solidFill>
            </a:endParaRPr>
          </a:p>
          <a:p>
            <a:pPr>
              <a:lnSpc>
                <a:spcPct val="120000"/>
              </a:lnSpc>
            </a:pPr>
            <a:r>
              <a:rPr lang="zh-CN" altLang="en-US" sz="1600" dirty="0">
                <a:solidFill>
                  <a:schemeClr val="tx1">
                    <a:lumMod val="65000"/>
                    <a:lumOff val="35000"/>
                  </a:schemeClr>
                </a:solidFill>
              </a:rPr>
              <a:t>添加内容添加内容</a:t>
            </a:r>
          </a:p>
        </p:txBody>
      </p:sp>
      <p:sp>
        <p:nvSpPr>
          <p:cNvPr id="108" name="文本框 107"/>
          <p:cNvSpPr txBox="1"/>
          <p:nvPr/>
        </p:nvSpPr>
        <p:spPr>
          <a:xfrm>
            <a:off x="3829090" y="1471754"/>
            <a:ext cx="2856518" cy="830997"/>
          </a:xfrm>
          <a:prstGeom prst="rect">
            <a:avLst/>
          </a:prstGeom>
          <a:noFill/>
        </p:spPr>
        <p:txBody>
          <a:bodyPr wrap="square" rtlCol="0">
            <a:spAutoFit/>
          </a:bodyPr>
          <a:lstStyle/>
          <a:p>
            <a:pPr>
              <a:lnSpc>
                <a:spcPct val="120000"/>
              </a:lnSpc>
            </a:pPr>
            <a:r>
              <a:rPr lang="zh-CN" altLang="en-US" sz="2400" b="1" dirty="0">
                <a:solidFill>
                  <a:srgbClr val="EB460A"/>
                </a:solidFill>
              </a:rPr>
              <a:t>添加标题</a:t>
            </a:r>
            <a:endParaRPr lang="en-US" altLang="zh-CN" sz="2400" b="1" dirty="0">
              <a:solidFill>
                <a:srgbClr val="EB460A"/>
              </a:solidFill>
            </a:endParaRPr>
          </a:p>
          <a:p>
            <a:pPr>
              <a:lnSpc>
                <a:spcPct val="120000"/>
              </a:lnSpc>
            </a:pPr>
            <a:r>
              <a:rPr lang="zh-CN" altLang="en-US" sz="1600" dirty="0">
                <a:solidFill>
                  <a:schemeClr val="tx1">
                    <a:lumMod val="65000"/>
                    <a:lumOff val="35000"/>
                  </a:schemeClr>
                </a:solidFill>
              </a:rPr>
              <a:t>添加内容添加内容</a:t>
            </a:r>
          </a:p>
        </p:txBody>
      </p:sp>
      <p:sp>
        <p:nvSpPr>
          <p:cNvPr id="109" name="文本框 108"/>
          <p:cNvSpPr txBox="1"/>
          <p:nvPr/>
        </p:nvSpPr>
        <p:spPr>
          <a:xfrm>
            <a:off x="6474439" y="4604534"/>
            <a:ext cx="2856518" cy="830997"/>
          </a:xfrm>
          <a:prstGeom prst="rect">
            <a:avLst/>
          </a:prstGeom>
          <a:noFill/>
        </p:spPr>
        <p:txBody>
          <a:bodyPr wrap="square" rtlCol="0">
            <a:spAutoFit/>
          </a:bodyPr>
          <a:lstStyle/>
          <a:p>
            <a:pPr>
              <a:lnSpc>
                <a:spcPct val="120000"/>
              </a:lnSpc>
            </a:pPr>
            <a:r>
              <a:rPr lang="zh-CN" altLang="en-US" sz="2400" b="1" dirty="0">
                <a:solidFill>
                  <a:srgbClr val="B0CD0D"/>
                </a:solidFill>
              </a:rPr>
              <a:t>添加标题</a:t>
            </a:r>
            <a:endParaRPr lang="en-US" altLang="zh-CN" sz="2400" b="1" dirty="0">
              <a:solidFill>
                <a:srgbClr val="B0CD0D"/>
              </a:solidFill>
            </a:endParaRPr>
          </a:p>
          <a:p>
            <a:pPr>
              <a:lnSpc>
                <a:spcPct val="120000"/>
              </a:lnSpc>
            </a:pPr>
            <a:r>
              <a:rPr lang="zh-CN" altLang="en-US" sz="1600" dirty="0">
                <a:solidFill>
                  <a:schemeClr val="tx1">
                    <a:lumMod val="65000"/>
                    <a:lumOff val="35000"/>
                  </a:schemeClr>
                </a:solidFill>
              </a:rPr>
              <a:t>添加内容添加内容</a:t>
            </a:r>
          </a:p>
        </p:txBody>
      </p:sp>
      <p:sp>
        <p:nvSpPr>
          <p:cNvPr id="110" name="文本框 109"/>
          <p:cNvSpPr txBox="1"/>
          <p:nvPr/>
        </p:nvSpPr>
        <p:spPr>
          <a:xfrm>
            <a:off x="9199496" y="1471754"/>
            <a:ext cx="2856518" cy="830997"/>
          </a:xfrm>
          <a:prstGeom prst="rect">
            <a:avLst/>
          </a:prstGeom>
          <a:noFill/>
        </p:spPr>
        <p:txBody>
          <a:bodyPr wrap="square" rtlCol="0">
            <a:spAutoFit/>
          </a:bodyPr>
          <a:lstStyle/>
          <a:p>
            <a:pPr>
              <a:lnSpc>
                <a:spcPct val="120000"/>
              </a:lnSpc>
            </a:pPr>
            <a:r>
              <a:rPr lang="zh-CN" altLang="en-US" sz="2400" b="1" dirty="0">
                <a:solidFill>
                  <a:srgbClr val="A283B9"/>
                </a:solidFill>
              </a:rPr>
              <a:t>添加标题</a:t>
            </a:r>
            <a:endParaRPr lang="en-US" altLang="zh-CN" sz="2400" b="1" dirty="0">
              <a:solidFill>
                <a:srgbClr val="A283B9"/>
              </a:solidFill>
            </a:endParaRPr>
          </a:p>
          <a:p>
            <a:pPr>
              <a:lnSpc>
                <a:spcPct val="120000"/>
              </a:lnSpc>
            </a:pPr>
            <a:r>
              <a:rPr lang="zh-CN" altLang="en-US" sz="1600" dirty="0">
                <a:solidFill>
                  <a:schemeClr val="tx1">
                    <a:lumMod val="65000"/>
                    <a:lumOff val="35000"/>
                  </a:schemeClr>
                </a:solidFill>
              </a:rPr>
              <a:t>添加内容添加内容</a:t>
            </a:r>
          </a:p>
        </p:txBody>
      </p:sp>
      <p:sp>
        <p:nvSpPr>
          <p:cNvPr id="111" name="矩形 110"/>
          <p:cNvSpPr/>
          <p:nvPr/>
        </p:nvSpPr>
        <p:spPr>
          <a:xfrm>
            <a:off x="1120462" y="5951740"/>
            <a:ext cx="9982915" cy="412421"/>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添加内容添加内容添加内容添加内容添加内容添加内容添加内容</a:t>
            </a:r>
          </a:p>
        </p:txBody>
      </p:sp>
    </p:spTree>
    <p:extLst>
      <p:ext uri="{BB962C8B-B14F-4D97-AF65-F5344CB8AC3E}">
        <p14:creationId xmlns:p14="http://schemas.microsoft.com/office/powerpoint/2010/main" val="1330489960"/>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 name="Freeform 60"/>
          <p:cNvSpPr>
            <a:spLocks/>
          </p:cNvSpPr>
          <p:nvPr/>
        </p:nvSpPr>
        <p:spPr bwMode="auto">
          <a:xfrm>
            <a:off x="1007063" y="3889553"/>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 name="文本框 86"/>
          <p:cNvSpPr txBox="1"/>
          <p:nvPr/>
        </p:nvSpPr>
        <p:spPr>
          <a:xfrm>
            <a:off x="940215" y="4689154"/>
            <a:ext cx="3555585" cy="1421928"/>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网络</a:t>
            </a:r>
            <a:r>
              <a:rPr lang="en-US" altLang="zh-CN" dirty="0">
                <a:solidFill>
                  <a:prstClr val="black">
                    <a:lumMod val="65000"/>
                    <a:lumOff val="35000"/>
                  </a:prstClr>
                </a:solidFill>
                <a:latin typeface="微软雅黑" panose="020B0503020204020204" pitchFamily="34" charset="-122"/>
              </a:rPr>
              <a:t>EPS</a:t>
            </a:r>
            <a:r>
              <a:rPr lang="zh-CN" altLang="en-US" dirty="0">
                <a:solidFill>
                  <a:prstClr val="black">
                    <a:lumMod val="65000"/>
                    <a:lumOff val="35000"/>
                  </a:prstClr>
                </a:solidFill>
                <a:latin typeface="微软雅黑" panose="020B0503020204020204" pitchFamily="34" charset="-122"/>
              </a:rPr>
              <a:t>素材改编；</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文字、颜色可随意更改；</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注意线条交接处颜色匹配；</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亦可作为并列关系使用。</a:t>
            </a:r>
            <a:endParaRPr lang="en-US" altLang="zh-CN" dirty="0">
              <a:solidFill>
                <a:prstClr val="black">
                  <a:lumMod val="65000"/>
                  <a:lumOff val="35000"/>
                </a:prstClr>
              </a:solidFill>
              <a:latin typeface="微软雅黑" panose="020B0503020204020204" pitchFamily="34" charset="-122"/>
            </a:endParaRPr>
          </a:p>
        </p:txBody>
      </p:sp>
      <p:sp>
        <p:nvSpPr>
          <p:cNvPr id="88" name="圆角矩形 87"/>
          <p:cNvSpPr/>
          <p:nvPr/>
        </p:nvSpPr>
        <p:spPr>
          <a:xfrm>
            <a:off x="1674755" y="4048838"/>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89" name="等腰三角形 88"/>
          <p:cNvSpPr/>
          <p:nvPr/>
        </p:nvSpPr>
        <p:spPr>
          <a:xfrm rot="16200000">
            <a:off x="1600123" y="4116382"/>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5" name="Rectangle 5"/>
          <p:cNvSpPr>
            <a:spLocks noChangeArrowheads="1"/>
          </p:cNvSpPr>
          <p:nvPr/>
        </p:nvSpPr>
        <p:spPr bwMode="auto">
          <a:xfrm>
            <a:off x="6098971" y="0"/>
            <a:ext cx="6096204" cy="6858000"/>
          </a:xfrm>
          <a:prstGeom prst="rect">
            <a:avLst/>
          </a:prstGeom>
          <a:solidFill>
            <a:srgbClr val="D7DDD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 name="Freeform 7"/>
          <p:cNvSpPr>
            <a:spLocks/>
          </p:cNvSpPr>
          <p:nvPr/>
        </p:nvSpPr>
        <p:spPr bwMode="auto">
          <a:xfrm>
            <a:off x="8180285" y="269875"/>
            <a:ext cx="1933575" cy="1684338"/>
          </a:xfrm>
          <a:custGeom>
            <a:avLst/>
            <a:gdLst>
              <a:gd name="T0" fmla="*/ 469 w 560"/>
              <a:gd name="T1" fmla="*/ 488 h 488"/>
              <a:gd name="T2" fmla="*/ 560 w 560"/>
              <a:gd name="T3" fmla="*/ 280 h 488"/>
              <a:gd name="T4" fmla="*/ 280 w 560"/>
              <a:gd name="T5" fmla="*/ 0 h 488"/>
              <a:gd name="T6" fmla="*/ 0 w 560"/>
              <a:gd name="T7" fmla="*/ 280 h 488"/>
              <a:gd name="T8" fmla="*/ 92 w 560"/>
              <a:gd name="T9" fmla="*/ 488 h 488"/>
              <a:gd name="T10" fmla="*/ 280 w 560"/>
              <a:gd name="T11" fmla="*/ 415 h 488"/>
              <a:gd name="T12" fmla="*/ 469 w 560"/>
              <a:gd name="T13" fmla="*/ 488 h 488"/>
            </a:gdLst>
            <a:ahLst/>
            <a:cxnLst>
              <a:cxn ang="0">
                <a:pos x="T0" y="T1"/>
              </a:cxn>
              <a:cxn ang="0">
                <a:pos x="T2" y="T3"/>
              </a:cxn>
              <a:cxn ang="0">
                <a:pos x="T4" y="T5"/>
              </a:cxn>
              <a:cxn ang="0">
                <a:pos x="T6" y="T7"/>
              </a:cxn>
              <a:cxn ang="0">
                <a:pos x="T8" y="T9"/>
              </a:cxn>
              <a:cxn ang="0">
                <a:pos x="T10" y="T11"/>
              </a:cxn>
              <a:cxn ang="0">
                <a:pos x="T12" y="T13"/>
              </a:cxn>
            </a:cxnLst>
            <a:rect l="0" t="0" r="r" b="b"/>
            <a:pathLst>
              <a:path w="560" h="488">
                <a:moveTo>
                  <a:pt x="469" y="488"/>
                </a:moveTo>
                <a:cubicBezTo>
                  <a:pt x="525" y="436"/>
                  <a:pt x="560" y="363"/>
                  <a:pt x="560" y="280"/>
                </a:cubicBezTo>
                <a:cubicBezTo>
                  <a:pt x="560" y="126"/>
                  <a:pt x="435" y="0"/>
                  <a:pt x="280" y="0"/>
                </a:cubicBezTo>
                <a:cubicBezTo>
                  <a:pt x="126" y="0"/>
                  <a:pt x="0" y="126"/>
                  <a:pt x="0" y="280"/>
                </a:cubicBezTo>
                <a:cubicBezTo>
                  <a:pt x="0" y="363"/>
                  <a:pt x="36" y="436"/>
                  <a:pt x="92" y="488"/>
                </a:cubicBezTo>
                <a:cubicBezTo>
                  <a:pt x="142" y="443"/>
                  <a:pt x="208" y="415"/>
                  <a:pt x="280" y="415"/>
                </a:cubicBezTo>
                <a:cubicBezTo>
                  <a:pt x="353" y="415"/>
                  <a:pt x="419" y="443"/>
                  <a:pt x="469" y="488"/>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 name="Freeform 8"/>
          <p:cNvSpPr>
            <a:spLocks/>
          </p:cNvSpPr>
          <p:nvPr/>
        </p:nvSpPr>
        <p:spPr bwMode="auto">
          <a:xfrm>
            <a:off x="8180285" y="1954213"/>
            <a:ext cx="1933575" cy="1430338"/>
          </a:xfrm>
          <a:custGeom>
            <a:avLst/>
            <a:gdLst>
              <a:gd name="T0" fmla="*/ 560 w 560"/>
              <a:gd name="T1" fmla="*/ 207 h 414"/>
              <a:gd name="T2" fmla="*/ 469 w 560"/>
              <a:gd name="T3" fmla="*/ 0 h 414"/>
              <a:gd name="T4" fmla="*/ 280 w 560"/>
              <a:gd name="T5" fmla="*/ 72 h 414"/>
              <a:gd name="T6" fmla="*/ 92 w 560"/>
              <a:gd name="T7" fmla="*/ 0 h 414"/>
              <a:gd name="T8" fmla="*/ 0 w 560"/>
              <a:gd name="T9" fmla="*/ 207 h 414"/>
              <a:gd name="T10" fmla="*/ 92 w 560"/>
              <a:gd name="T11" fmla="*/ 414 h 414"/>
              <a:gd name="T12" fmla="*/ 280 w 560"/>
              <a:gd name="T13" fmla="*/ 341 h 414"/>
              <a:gd name="T14" fmla="*/ 469 w 560"/>
              <a:gd name="T15" fmla="*/ 414 h 414"/>
              <a:gd name="T16" fmla="*/ 560 w 560"/>
              <a:gd name="T17" fmla="*/ 207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0" h="414">
                <a:moveTo>
                  <a:pt x="560" y="207"/>
                </a:moveTo>
                <a:cubicBezTo>
                  <a:pt x="560" y="125"/>
                  <a:pt x="525" y="51"/>
                  <a:pt x="469" y="0"/>
                </a:cubicBezTo>
                <a:cubicBezTo>
                  <a:pt x="419" y="45"/>
                  <a:pt x="353" y="72"/>
                  <a:pt x="280" y="72"/>
                </a:cubicBezTo>
                <a:cubicBezTo>
                  <a:pt x="208" y="72"/>
                  <a:pt x="142" y="45"/>
                  <a:pt x="92" y="0"/>
                </a:cubicBezTo>
                <a:cubicBezTo>
                  <a:pt x="36" y="51"/>
                  <a:pt x="0" y="125"/>
                  <a:pt x="0" y="207"/>
                </a:cubicBezTo>
                <a:cubicBezTo>
                  <a:pt x="0" y="289"/>
                  <a:pt x="36" y="363"/>
                  <a:pt x="92" y="414"/>
                </a:cubicBezTo>
                <a:cubicBezTo>
                  <a:pt x="142" y="369"/>
                  <a:pt x="208" y="341"/>
                  <a:pt x="280" y="341"/>
                </a:cubicBezTo>
                <a:cubicBezTo>
                  <a:pt x="353" y="341"/>
                  <a:pt x="419" y="369"/>
                  <a:pt x="469" y="414"/>
                </a:cubicBezTo>
                <a:cubicBezTo>
                  <a:pt x="525" y="363"/>
                  <a:pt x="560" y="289"/>
                  <a:pt x="560" y="207"/>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 name="Freeform 9"/>
          <p:cNvSpPr>
            <a:spLocks/>
          </p:cNvSpPr>
          <p:nvPr/>
        </p:nvSpPr>
        <p:spPr bwMode="auto">
          <a:xfrm>
            <a:off x="8497785" y="1701800"/>
            <a:ext cx="1301750" cy="501650"/>
          </a:xfrm>
          <a:custGeom>
            <a:avLst/>
            <a:gdLst>
              <a:gd name="T0" fmla="*/ 377 w 377"/>
              <a:gd name="T1" fmla="*/ 73 h 145"/>
              <a:gd name="T2" fmla="*/ 188 w 377"/>
              <a:gd name="T3" fmla="*/ 0 h 145"/>
              <a:gd name="T4" fmla="*/ 0 w 377"/>
              <a:gd name="T5" fmla="*/ 73 h 145"/>
              <a:gd name="T6" fmla="*/ 188 w 377"/>
              <a:gd name="T7" fmla="*/ 145 h 145"/>
              <a:gd name="T8" fmla="*/ 377 w 377"/>
              <a:gd name="T9" fmla="*/ 73 h 145"/>
            </a:gdLst>
            <a:ahLst/>
            <a:cxnLst>
              <a:cxn ang="0">
                <a:pos x="T0" y="T1"/>
              </a:cxn>
              <a:cxn ang="0">
                <a:pos x="T2" y="T3"/>
              </a:cxn>
              <a:cxn ang="0">
                <a:pos x="T4" y="T5"/>
              </a:cxn>
              <a:cxn ang="0">
                <a:pos x="T6" y="T7"/>
              </a:cxn>
              <a:cxn ang="0">
                <a:pos x="T8" y="T9"/>
              </a:cxn>
            </a:cxnLst>
            <a:rect l="0" t="0" r="r" b="b"/>
            <a:pathLst>
              <a:path w="377" h="145">
                <a:moveTo>
                  <a:pt x="377" y="73"/>
                </a:moveTo>
                <a:cubicBezTo>
                  <a:pt x="327" y="28"/>
                  <a:pt x="261" y="0"/>
                  <a:pt x="188" y="0"/>
                </a:cubicBezTo>
                <a:cubicBezTo>
                  <a:pt x="116" y="0"/>
                  <a:pt x="50" y="28"/>
                  <a:pt x="0" y="73"/>
                </a:cubicBezTo>
                <a:cubicBezTo>
                  <a:pt x="50" y="118"/>
                  <a:pt x="116" y="145"/>
                  <a:pt x="188" y="145"/>
                </a:cubicBezTo>
                <a:cubicBezTo>
                  <a:pt x="261" y="145"/>
                  <a:pt x="327" y="118"/>
                  <a:pt x="377" y="73"/>
                </a:cubicBezTo>
              </a:path>
            </a:pathLst>
          </a:custGeom>
          <a:solidFill>
            <a:srgbClr val="F49C1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 name="Freeform 10"/>
          <p:cNvSpPr>
            <a:spLocks/>
          </p:cNvSpPr>
          <p:nvPr/>
        </p:nvSpPr>
        <p:spPr bwMode="auto">
          <a:xfrm>
            <a:off x="8180285" y="3384550"/>
            <a:ext cx="1933575" cy="1431925"/>
          </a:xfrm>
          <a:custGeom>
            <a:avLst/>
            <a:gdLst>
              <a:gd name="T0" fmla="*/ 92 w 560"/>
              <a:gd name="T1" fmla="*/ 0 h 415"/>
              <a:gd name="T2" fmla="*/ 0 w 560"/>
              <a:gd name="T3" fmla="*/ 207 h 415"/>
              <a:gd name="T4" fmla="*/ 92 w 560"/>
              <a:gd name="T5" fmla="*/ 415 h 415"/>
              <a:gd name="T6" fmla="*/ 280 w 560"/>
              <a:gd name="T7" fmla="*/ 342 h 415"/>
              <a:gd name="T8" fmla="*/ 469 w 560"/>
              <a:gd name="T9" fmla="*/ 415 h 415"/>
              <a:gd name="T10" fmla="*/ 560 w 560"/>
              <a:gd name="T11" fmla="*/ 207 h 415"/>
              <a:gd name="T12" fmla="*/ 469 w 560"/>
              <a:gd name="T13" fmla="*/ 0 h 415"/>
              <a:gd name="T14" fmla="*/ 280 w 560"/>
              <a:gd name="T15" fmla="*/ 73 h 415"/>
              <a:gd name="T16" fmla="*/ 92 w 560"/>
              <a:gd name="T17" fmla="*/ 0 h 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0" h="415">
                <a:moveTo>
                  <a:pt x="92" y="0"/>
                </a:moveTo>
                <a:cubicBezTo>
                  <a:pt x="36" y="51"/>
                  <a:pt x="0" y="125"/>
                  <a:pt x="0" y="207"/>
                </a:cubicBezTo>
                <a:cubicBezTo>
                  <a:pt x="0" y="290"/>
                  <a:pt x="36" y="364"/>
                  <a:pt x="92" y="415"/>
                </a:cubicBezTo>
                <a:cubicBezTo>
                  <a:pt x="142" y="370"/>
                  <a:pt x="208" y="342"/>
                  <a:pt x="280" y="342"/>
                </a:cubicBezTo>
                <a:cubicBezTo>
                  <a:pt x="353" y="342"/>
                  <a:pt x="419" y="370"/>
                  <a:pt x="469" y="415"/>
                </a:cubicBezTo>
                <a:cubicBezTo>
                  <a:pt x="525" y="364"/>
                  <a:pt x="560" y="290"/>
                  <a:pt x="560" y="207"/>
                </a:cubicBezTo>
                <a:cubicBezTo>
                  <a:pt x="560" y="125"/>
                  <a:pt x="525" y="51"/>
                  <a:pt x="469" y="0"/>
                </a:cubicBezTo>
                <a:cubicBezTo>
                  <a:pt x="419" y="45"/>
                  <a:pt x="353" y="73"/>
                  <a:pt x="280" y="73"/>
                </a:cubicBezTo>
                <a:cubicBezTo>
                  <a:pt x="208" y="73"/>
                  <a:pt x="142" y="45"/>
                  <a:pt x="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 name="Freeform 11"/>
          <p:cNvSpPr>
            <a:spLocks/>
          </p:cNvSpPr>
          <p:nvPr/>
        </p:nvSpPr>
        <p:spPr bwMode="auto">
          <a:xfrm>
            <a:off x="8497785" y="3132138"/>
            <a:ext cx="1301750" cy="503238"/>
          </a:xfrm>
          <a:custGeom>
            <a:avLst/>
            <a:gdLst>
              <a:gd name="T0" fmla="*/ 0 w 377"/>
              <a:gd name="T1" fmla="*/ 73 h 146"/>
              <a:gd name="T2" fmla="*/ 188 w 377"/>
              <a:gd name="T3" fmla="*/ 146 h 146"/>
              <a:gd name="T4" fmla="*/ 377 w 377"/>
              <a:gd name="T5" fmla="*/ 73 h 146"/>
              <a:gd name="T6" fmla="*/ 188 w 377"/>
              <a:gd name="T7" fmla="*/ 0 h 146"/>
              <a:gd name="T8" fmla="*/ 0 w 377"/>
              <a:gd name="T9" fmla="*/ 73 h 146"/>
            </a:gdLst>
            <a:ahLst/>
            <a:cxnLst>
              <a:cxn ang="0">
                <a:pos x="T0" y="T1"/>
              </a:cxn>
              <a:cxn ang="0">
                <a:pos x="T2" y="T3"/>
              </a:cxn>
              <a:cxn ang="0">
                <a:pos x="T4" y="T5"/>
              </a:cxn>
              <a:cxn ang="0">
                <a:pos x="T6" y="T7"/>
              </a:cxn>
              <a:cxn ang="0">
                <a:pos x="T8" y="T9"/>
              </a:cxn>
            </a:cxnLst>
            <a:rect l="0" t="0" r="r" b="b"/>
            <a:pathLst>
              <a:path w="377" h="146">
                <a:moveTo>
                  <a:pt x="0" y="73"/>
                </a:moveTo>
                <a:cubicBezTo>
                  <a:pt x="50" y="118"/>
                  <a:pt x="116" y="146"/>
                  <a:pt x="188" y="146"/>
                </a:cubicBezTo>
                <a:cubicBezTo>
                  <a:pt x="261" y="146"/>
                  <a:pt x="327" y="118"/>
                  <a:pt x="377" y="73"/>
                </a:cubicBezTo>
                <a:cubicBezTo>
                  <a:pt x="327" y="28"/>
                  <a:pt x="261" y="0"/>
                  <a:pt x="188" y="0"/>
                </a:cubicBezTo>
                <a:cubicBezTo>
                  <a:pt x="116" y="0"/>
                  <a:pt x="50" y="28"/>
                  <a:pt x="0" y="73"/>
                </a:cubicBezTo>
              </a:path>
            </a:pathLst>
          </a:custGeom>
          <a:solidFill>
            <a:srgbClr val="C493C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 name="Freeform 12"/>
          <p:cNvSpPr>
            <a:spLocks/>
          </p:cNvSpPr>
          <p:nvPr/>
        </p:nvSpPr>
        <p:spPr bwMode="auto">
          <a:xfrm>
            <a:off x="8180285" y="4816475"/>
            <a:ext cx="1933575" cy="1682750"/>
          </a:xfrm>
          <a:custGeom>
            <a:avLst/>
            <a:gdLst>
              <a:gd name="T0" fmla="*/ 92 w 560"/>
              <a:gd name="T1" fmla="*/ 0 h 487"/>
              <a:gd name="T2" fmla="*/ 0 w 560"/>
              <a:gd name="T3" fmla="*/ 207 h 487"/>
              <a:gd name="T4" fmla="*/ 280 w 560"/>
              <a:gd name="T5" fmla="*/ 487 h 487"/>
              <a:gd name="T6" fmla="*/ 560 w 560"/>
              <a:gd name="T7" fmla="*/ 207 h 487"/>
              <a:gd name="T8" fmla="*/ 469 w 560"/>
              <a:gd name="T9" fmla="*/ 0 h 487"/>
              <a:gd name="T10" fmla="*/ 280 w 560"/>
              <a:gd name="T11" fmla="*/ 72 h 487"/>
              <a:gd name="T12" fmla="*/ 92 w 560"/>
              <a:gd name="T13" fmla="*/ 0 h 487"/>
            </a:gdLst>
            <a:ahLst/>
            <a:cxnLst>
              <a:cxn ang="0">
                <a:pos x="T0" y="T1"/>
              </a:cxn>
              <a:cxn ang="0">
                <a:pos x="T2" y="T3"/>
              </a:cxn>
              <a:cxn ang="0">
                <a:pos x="T4" y="T5"/>
              </a:cxn>
              <a:cxn ang="0">
                <a:pos x="T6" y="T7"/>
              </a:cxn>
              <a:cxn ang="0">
                <a:pos x="T8" y="T9"/>
              </a:cxn>
              <a:cxn ang="0">
                <a:pos x="T10" y="T11"/>
              </a:cxn>
              <a:cxn ang="0">
                <a:pos x="T12" y="T13"/>
              </a:cxn>
            </a:cxnLst>
            <a:rect l="0" t="0" r="r" b="b"/>
            <a:pathLst>
              <a:path w="560" h="487">
                <a:moveTo>
                  <a:pt x="92" y="0"/>
                </a:moveTo>
                <a:cubicBezTo>
                  <a:pt x="36" y="51"/>
                  <a:pt x="0" y="125"/>
                  <a:pt x="0" y="207"/>
                </a:cubicBezTo>
                <a:cubicBezTo>
                  <a:pt x="0" y="362"/>
                  <a:pt x="126" y="487"/>
                  <a:pt x="280" y="487"/>
                </a:cubicBezTo>
                <a:cubicBezTo>
                  <a:pt x="435" y="487"/>
                  <a:pt x="560" y="362"/>
                  <a:pt x="560" y="207"/>
                </a:cubicBezTo>
                <a:cubicBezTo>
                  <a:pt x="560" y="125"/>
                  <a:pt x="525" y="51"/>
                  <a:pt x="469" y="0"/>
                </a:cubicBezTo>
                <a:cubicBezTo>
                  <a:pt x="419" y="45"/>
                  <a:pt x="353" y="72"/>
                  <a:pt x="280" y="72"/>
                </a:cubicBezTo>
                <a:cubicBezTo>
                  <a:pt x="208" y="72"/>
                  <a:pt x="142" y="45"/>
                  <a:pt x="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 name="Freeform 13"/>
          <p:cNvSpPr>
            <a:spLocks/>
          </p:cNvSpPr>
          <p:nvPr/>
        </p:nvSpPr>
        <p:spPr bwMode="auto">
          <a:xfrm>
            <a:off x="8497785" y="4565650"/>
            <a:ext cx="1301750" cy="500063"/>
          </a:xfrm>
          <a:custGeom>
            <a:avLst/>
            <a:gdLst>
              <a:gd name="T0" fmla="*/ 0 w 377"/>
              <a:gd name="T1" fmla="*/ 73 h 145"/>
              <a:gd name="T2" fmla="*/ 188 w 377"/>
              <a:gd name="T3" fmla="*/ 145 h 145"/>
              <a:gd name="T4" fmla="*/ 377 w 377"/>
              <a:gd name="T5" fmla="*/ 73 h 145"/>
              <a:gd name="T6" fmla="*/ 188 w 377"/>
              <a:gd name="T7" fmla="*/ 0 h 145"/>
              <a:gd name="T8" fmla="*/ 0 w 377"/>
              <a:gd name="T9" fmla="*/ 73 h 145"/>
            </a:gdLst>
            <a:ahLst/>
            <a:cxnLst>
              <a:cxn ang="0">
                <a:pos x="T0" y="T1"/>
              </a:cxn>
              <a:cxn ang="0">
                <a:pos x="T2" y="T3"/>
              </a:cxn>
              <a:cxn ang="0">
                <a:pos x="T4" y="T5"/>
              </a:cxn>
              <a:cxn ang="0">
                <a:pos x="T6" y="T7"/>
              </a:cxn>
              <a:cxn ang="0">
                <a:pos x="T8" y="T9"/>
              </a:cxn>
            </a:cxnLst>
            <a:rect l="0" t="0" r="r" b="b"/>
            <a:pathLst>
              <a:path w="377" h="145">
                <a:moveTo>
                  <a:pt x="0" y="73"/>
                </a:moveTo>
                <a:cubicBezTo>
                  <a:pt x="50" y="118"/>
                  <a:pt x="116" y="145"/>
                  <a:pt x="188" y="145"/>
                </a:cubicBezTo>
                <a:cubicBezTo>
                  <a:pt x="261" y="145"/>
                  <a:pt x="327" y="118"/>
                  <a:pt x="377" y="73"/>
                </a:cubicBezTo>
                <a:cubicBezTo>
                  <a:pt x="327" y="28"/>
                  <a:pt x="261" y="0"/>
                  <a:pt x="188" y="0"/>
                </a:cubicBezTo>
                <a:cubicBezTo>
                  <a:pt x="116" y="0"/>
                  <a:pt x="50" y="28"/>
                  <a:pt x="0" y="73"/>
                </a:cubicBezTo>
              </a:path>
            </a:pathLst>
          </a:custGeom>
          <a:solidFill>
            <a:srgbClr val="4BAEE2"/>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 name="Freeform 14"/>
          <p:cNvSpPr>
            <a:spLocks noEditPoints="1"/>
          </p:cNvSpPr>
          <p:nvPr/>
        </p:nvSpPr>
        <p:spPr bwMode="auto">
          <a:xfrm>
            <a:off x="8497785" y="1954213"/>
            <a:ext cx="1301750" cy="14288"/>
          </a:xfrm>
          <a:custGeom>
            <a:avLst/>
            <a:gdLst>
              <a:gd name="T0" fmla="*/ 4 w 377"/>
              <a:gd name="T1" fmla="*/ 3 h 4"/>
              <a:gd name="T2" fmla="*/ 4 w 377"/>
              <a:gd name="T3" fmla="*/ 4 h 4"/>
              <a:gd name="T4" fmla="*/ 4 w 377"/>
              <a:gd name="T5" fmla="*/ 3 h 4"/>
              <a:gd name="T6" fmla="*/ 4 w 377"/>
              <a:gd name="T7" fmla="*/ 3 h 4"/>
              <a:gd name="T8" fmla="*/ 4 w 377"/>
              <a:gd name="T9" fmla="*/ 3 h 4"/>
              <a:gd name="T10" fmla="*/ 4 w 377"/>
              <a:gd name="T11" fmla="*/ 3 h 4"/>
              <a:gd name="T12" fmla="*/ 0 w 377"/>
              <a:gd name="T13" fmla="*/ 0 h 4"/>
              <a:gd name="T14" fmla="*/ 4 w 377"/>
              <a:gd name="T15" fmla="*/ 3 h 4"/>
              <a:gd name="T16" fmla="*/ 0 w 377"/>
              <a:gd name="T17" fmla="*/ 0 h 4"/>
              <a:gd name="T18" fmla="*/ 0 w 377"/>
              <a:gd name="T19" fmla="*/ 0 h 4"/>
              <a:gd name="T20" fmla="*/ 0 w 377"/>
              <a:gd name="T21" fmla="*/ 0 h 4"/>
              <a:gd name="T22" fmla="*/ 0 w 377"/>
              <a:gd name="T23" fmla="*/ 0 h 4"/>
              <a:gd name="T24" fmla="*/ 377 w 377"/>
              <a:gd name="T25" fmla="*/ 0 h 4"/>
              <a:gd name="T26" fmla="*/ 376 w 377"/>
              <a:gd name="T27" fmla="*/ 0 h 4"/>
              <a:gd name="T28" fmla="*/ 377 w 377"/>
              <a:gd name="T2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77" h="4">
                <a:moveTo>
                  <a:pt x="4" y="3"/>
                </a:moveTo>
                <a:cubicBezTo>
                  <a:pt x="4" y="3"/>
                  <a:pt x="4" y="4"/>
                  <a:pt x="4" y="4"/>
                </a:cubicBezTo>
                <a:cubicBezTo>
                  <a:pt x="4" y="4"/>
                  <a:pt x="4" y="3"/>
                  <a:pt x="4" y="3"/>
                </a:cubicBezTo>
                <a:moveTo>
                  <a:pt x="4" y="3"/>
                </a:moveTo>
                <a:cubicBezTo>
                  <a:pt x="4" y="3"/>
                  <a:pt x="4" y="3"/>
                  <a:pt x="4" y="3"/>
                </a:cubicBezTo>
                <a:cubicBezTo>
                  <a:pt x="4" y="3"/>
                  <a:pt x="4" y="3"/>
                  <a:pt x="4" y="3"/>
                </a:cubicBezTo>
                <a:moveTo>
                  <a:pt x="0" y="0"/>
                </a:moveTo>
                <a:cubicBezTo>
                  <a:pt x="2" y="1"/>
                  <a:pt x="3" y="2"/>
                  <a:pt x="4" y="3"/>
                </a:cubicBezTo>
                <a:cubicBezTo>
                  <a:pt x="3" y="2"/>
                  <a:pt x="2" y="1"/>
                  <a:pt x="0" y="0"/>
                </a:cubicBezTo>
                <a:moveTo>
                  <a:pt x="0" y="0"/>
                </a:moveTo>
                <a:cubicBezTo>
                  <a:pt x="0" y="0"/>
                  <a:pt x="0" y="0"/>
                  <a:pt x="0" y="0"/>
                </a:cubicBezTo>
                <a:cubicBezTo>
                  <a:pt x="0" y="0"/>
                  <a:pt x="0" y="0"/>
                  <a:pt x="0" y="0"/>
                </a:cubicBezTo>
                <a:moveTo>
                  <a:pt x="377" y="0"/>
                </a:moveTo>
                <a:cubicBezTo>
                  <a:pt x="376" y="0"/>
                  <a:pt x="376" y="0"/>
                  <a:pt x="376" y="0"/>
                </a:cubicBezTo>
                <a:cubicBezTo>
                  <a:pt x="376" y="0"/>
                  <a:pt x="376" y="0"/>
                  <a:pt x="377"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 name="Freeform 15"/>
          <p:cNvSpPr>
            <a:spLocks/>
          </p:cNvSpPr>
          <p:nvPr/>
        </p:nvSpPr>
        <p:spPr bwMode="auto">
          <a:xfrm>
            <a:off x="8497785" y="1701800"/>
            <a:ext cx="1301750" cy="331788"/>
          </a:xfrm>
          <a:custGeom>
            <a:avLst/>
            <a:gdLst>
              <a:gd name="T0" fmla="*/ 188 w 377"/>
              <a:gd name="T1" fmla="*/ 0 h 96"/>
              <a:gd name="T2" fmla="*/ 0 w 377"/>
              <a:gd name="T3" fmla="*/ 73 h 96"/>
              <a:gd name="T4" fmla="*/ 0 w 377"/>
              <a:gd name="T5" fmla="*/ 73 h 96"/>
              <a:gd name="T6" fmla="*/ 0 w 377"/>
              <a:gd name="T7" fmla="*/ 73 h 96"/>
              <a:gd name="T8" fmla="*/ 0 w 377"/>
              <a:gd name="T9" fmla="*/ 73 h 96"/>
              <a:gd name="T10" fmla="*/ 4 w 377"/>
              <a:gd name="T11" fmla="*/ 76 h 96"/>
              <a:gd name="T12" fmla="*/ 4 w 377"/>
              <a:gd name="T13" fmla="*/ 76 h 96"/>
              <a:gd name="T14" fmla="*/ 4 w 377"/>
              <a:gd name="T15" fmla="*/ 76 h 96"/>
              <a:gd name="T16" fmla="*/ 4 w 377"/>
              <a:gd name="T17" fmla="*/ 76 h 96"/>
              <a:gd name="T18" fmla="*/ 4 w 377"/>
              <a:gd name="T19" fmla="*/ 77 h 96"/>
              <a:gd name="T20" fmla="*/ 29 w 377"/>
              <a:gd name="T21" fmla="*/ 96 h 96"/>
              <a:gd name="T22" fmla="*/ 214 w 377"/>
              <a:gd name="T23" fmla="*/ 26 h 96"/>
              <a:gd name="T24" fmla="*/ 373 w 377"/>
              <a:gd name="T25" fmla="*/ 75 h 96"/>
              <a:gd name="T26" fmla="*/ 376 w 377"/>
              <a:gd name="T27" fmla="*/ 73 h 96"/>
              <a:gd name="T28" fmla="*/ 377 w 377"/>
              <a:gd name="T29" fmla="*/ 73 h 96"/>
              <a:gd name="T30" fmla="*/ 377 w 377"/>
              <a:gd name="T31" fmla="*/ 73 h 96"/>
              <a:gd name="T32" fmla="*/ 188 w 377"/>
              <a:gd name="T33"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7" h="96">
                <a:moveTo>
                  <a:pt x="188" y="0"/>
                </a:moveTo>
                <a:cubicBezTo>
                  <a:pt x="116" y="0"/>
                  <a:pt x="50" y="28"/>
                  <a:pt x="0" y="73"/>
                </a:cubicBezTo>
                <a:cubicBezTo>
                  <a:pt x="0" y="73"/>
                  <a:pt x="0" y="73"/>
                  <a:pt x="0" y="73"/>
                </a:cubicBezTo>
                <a:cubicBezTo>
                  <a:pt x="0" y="73"/>
                  <a:pt x="0" y="73"/>
                  <a:pt x="0" y="73"/>
                </a:cubicBezTo>
                <a:cubicBezTo>
                  <a:pt x="0" y="73"/>
                  <a:pt x="0" y="73"/>
                  <a:pt x="0" y="73"/>
                </a:cubicBezTo>
                <a:cubicBezTo>
                  <a:pt x="2" y="74"/>
                  <a:pt x="3" y="75"/>
                  <a:pt x="4" y="76"/>
                </a:cubicBezTo>
                <a:cubicBezTo>
                  <a:pt x="4" y="76"/>
                  <a:pt x="4" y="76"/>
                  <a:pt x="4" y="76"/>
                </a:cubicBezTo>
                <a:cubicBezTo>
                  <a:pt x="4" y="76"/>
                  <a:pt x="4" y="76"/>
                  <a:pt x="4" y="76"/>
                </a:cubicBezTo>
                <a:cubicBezTo>
                  <a:pt x="4" y="76"/>
                  <a:pt x="4" y="76"/>
                  <a:pt x="4" y="76"/>
                </a:cubicBezTo>
                <a:cubicBezTo>
                  <a:pt x="4" y="76"/>
                  <a:pt x="4" y="77"/>
                  <a:pt x="4" y="77"/>
                </a:cubicBezTo>
                <a:cubicBezTo>
                  <a:pt x="12" y="83"/>
                  <a:pt x="21" y="90"/>
                  <a:pt x="29" y="96"/>
                </a:cubicBezTo>
                <a:cubicBezTo>
                  <a:pt x="78" y="52"/>
                  <a:pt x="143" y="26"/>
                  <a:pt x="214" y="26"/>
                </a:cubicBezTo>
                <a:cubicBezTo>
                  <a:pt x="273" y="26"/>
                  <a:pt x="328" y="44"/>
                  <a:pt x="373" y="75"/>
                </a:cubicBezTo>
                <a:cubicBezTo>
                  <a:pt x="374" y="75"/>
                  <a:pt x="375" y="74"/>
                  <a:pt x="376" y="73"/>
                </a:cubicBezTo>
                <a:cubicBezTo>
                  <a:pt x="376" y="73"/>
                  <a:pt x="376" y="73"/>
                  <a:pt x="377" y="73"/>
                </a:cubicBezTo>
                <a:cubicBezTo>
                  <a:pt x="377" y="73"/>
                  <a:pt x="377" y="73"/>
                  <a:pt x="377" y="73"/>
                </a:cubicBezTo>
                <a:cubicBezTo>
                  <a:pt x="327" y="28"/>
                  <a:pt x="261" y="0"/>
                  <a:pt x="188" y="0"/>
                </a:cubicBezTo>
              </a:path>
            </a:pathLst>
          </a:custGeom>
          <a:solidFill>
            <a:srgbClr val="DC870A"/>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 name="Freeform 16"/>
          <p:cNvSpPr>
            <a:spLocks noEditPoints="1"/>
          </p:cNvSpPr>
          <p:nvPr/>
        </p:nvSpPr>
        <p:spPr bwMode="auto">
          <a:xfrm>
            <a:off x="8497785" y="3384550"/>
            <a:ext cx="1301750" cy="3175"/>
          </a:xfrm>
          <a:custGeom>
            <a:avLst/>
            <a:gdLst>
              <a:gd name="T0" fmla="*/ 1 w 377"/>
              <a:gd name="T1" fmla="*/ 1 h 1"/>
              <a:gd name="T2" fmla="*/ 1 w 377"/>
              <a:gd name="T3" fmla="*/ 1 h 1"/>
              <a:gd name="T4" fmla="*/ 1 w 377"/>
              <a:gd name="T5" fmla="*/ 1 h 1"/>
              <a:gd name="T6" fmla="*/ 1 w 377"/>
              <a:gd name="T7" fmla="*/ 1 h 1"/>
              <a:gd name="T8" fmla="*/ 1 w 377"/>
              <a:gd name="T9" fmla="*/ 1 h 1"/>
              <a:gd name="T10" fmla="*/ 1 w 377"/>
              <a:gd name="T11" fmla="*/ 1 h 1"/>
              <a:gd name="T12" fmla="*/ 0 w 377"/>
              <a:gd name="T13" fmla="*/ 0 h 1"/>
              <a:gd name="T14" fmla="*/ 0 w 377"/>
              <a:gd name="T15" fmla="*/ 0 h 1"/>
              <a:gd name="T16" fmla="*/ 0 w 377"/>
              <a:gd name="T17" fmla="*/ 0 h 1"/>
              <a:gd name="T18" fmla="*/ 377 w 377"/>
              <a:gd name="T19" fmla="*/ 0 h 1"/>
              <a:gd name="T20" fmla="*/ 376 w 377"/>
              <a:gd name="T21" fmla="*/ 1 h 1"/>
              <a:gd name="T22" fmla="*/ 377 w 377"/>
              <a:gd name="T2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7" h="1">
                <a:moveTo>
                  <a:pt x="1" y="1"/>
                </a:moveTo>
                <a:cubicBezTo>
                  <a:pt x="1" y="1"/>
                  <a:pt x="1" y="1"/>
                  <a:pt x="1" y="1"/>
                </a:cubicBezTo>
                <a:cubicBezTo>
                  <a:pt x="1" y="1"/>
                  <a:pt x="1" y="1"/>
                  <a:pt x="1" y="1"/>
                </a:cubicBezTo>
                <a:moveTo>
                  <a:pt x="1" y="1"/>
                </a:moveTo>
                <a:cubicBezTo>
                  <a:pt x="1" y="1"/>
                  <a:pt x="1" y="1"/>
                  <a:pt x="1" y="1"/>
                </a:cubicBezTo>
                <a:cubicBezTo>
                  <a:pt x="1" y="1"/>
                  <a:pt x="1" y="1"/>
                  <a:pt x="1" y="1"/>
                </a:cubicBezTo>
                <a:moveTo>
                  <a:pt x="0" y="0"/>
                </a:moveTo>
                <a:cubicBezTo>
                  <a:pt x="0" y="0"/>
                  <a:pt x="0" y="0"/>
                  <a:pt x="0" y="0"/>
                </a:cubicBezTo>
                <a:cubicBezTo>
                  <a:pt x="0" y="0"/>
                  <a:pt x="0" y="0"/>
                  <a:pt x="0" y="0"/>
                </a:cubicBezTo>
                <a:moveTo>
                  <a:pt x="377" y="0"/>
                </a:moveTo>
                <a:cubicBezTo>
                  <a:pt x="376" y="0"/>
                  <a:pt x="376" y="1"/>
                  <a:pt x="376" y="1"/>
                </a:cubicBezTo>
                <a:cubicBezTo>
                  <a:pt x="376" y="1"/>
                  <a:pt x="376" y="0"/>
                  <a:pt x="377"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 name="Freeform 17"/>
          <p:cNvSpPr>
            <a:spLocks/>
          </p:cNvSpPr>
          <p:nvPr/>
        </p:nvSpPr>
        <p:spPr bwMode="auto">
          <a:xfrm>
            <a:off x="8497785" y="3132138"/>
            <a:ext cx="1301750" cy="331788"/>
          </a:xfrm>
          <a:custGeom>
            <a:avLst/>
            <a:gdLst>
              <a:gd name="T0" fmla="*/ 188 w 377"/>
              <a:gd name="T1" fmla="*/ 0 h 96"/>
              <a:gd name="T2" fmla="*/ 0 w 377"/>
              <a:gd name="T3" fmla="*/ 73 h 96"/>
              <a:gd name="T4" fmla="*/ 0 w 377"/>
              <a:gd name="T5" fmla="*/ 73 h 96"/>
              <a:gd name="T6" fmla="*/ 0 w 377"/>
              <a:gd name="T7" fmla="*/ 73 h 96"/>
              <a:gd name="T8" fmla="*/ 1 w 377"/>
              <a:gd name="T9" fmla="*/ 74 h 96"/>
              <a:gd name="T10" fmla="*/ 1 w 377"/>
              <a:gd name="T11" fmla="*/ 74 h 96"/>
              <a:gd name="T12" fmla="*/ 1 w 377"/>
              <a:gd name="T13" fmla="*/ 74 h 96"/>
              <a:gd name="T14" fmla="*/ 1 w 377"/>
              <a:gd name="T15" fmla="*/ 74 h 96"/>
              <a:gd name="T16" fmla="*/ 29 w 377"/>
              <a:gd name="T17" fmla="*/ 96 h 96"/>
              <a:gd name="T18" fmla="*/ 214 w 377"/>
              <a:gd name="T19" fmla="*/ 26 h 96"/>
              <a:gd name="T20" fmla="*/ 373 w 377"/>
              <a:gd name="T21" fmla="*/ 76 h 96"/>
              <a:gd name="T22" fmla="*/ 376 w 377"/>
              <a:gd name="T23" fmla="*/ 74 h 96"/>
              <a:gd name="T24" fmla="*/ 377 w 377"/>
              <a:gd name="T25" fmla="*/ 73 h 96"/>
              <a:gd name="T26" fmla="*/ 377 w 377"/>
              <a:gd name="T27" fmla="*/ 73 h 96"/>
              <a:gd name="T28" fmla="*/ 188 w 377"/>
              <a:gd name="T29"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77" h="96">
                <a:moveTo>
                  <a:pt x="188" y="0"/>
                </a:moveTo>
                <a:cubicBezTo>
                  <a:pt x="116" y="0"/>
                  <a:pt x="50" y="28"/>
                  <a:pt x="0" y="73"/>
                </a:cubicBezTo>
                <a:cubicBezTo>
                  <a:pt x="0" y="73"/>
                  <a:pt x="0" y="73"/>
                  <a:pt x="0" y="73"/>
                </a:cubicBezTo>
                <a:cubicBezTo>
                  <a:pt x="0" y="73"/>
                  <a:pt x="0" y="73"/>
                  <a:pt x="0" y="73"/>
                </a:cubicBezTo>
                <a:cubicBezTo>
                  <a:pt x="0" y="73"/>
                  <a:pt x="0" y="74"/>
                  <a:pt x="1" y="74"/>
                </a:cubicBezTo>
                <a:cubicBezTo>
                  <a:pt x="1" y="74"/>
                  <a:pt x="1" y="74"/>
                  <a:pt x="1" y="74"/>
                </a:cubicBezTo>
                <a:cubicBezTo>
                  <a:pt x="1" y="74"/>
                  <a:pt x="1" y="74"/>
                  <a:pt x="1" y="74"/>
                </a:cubicBezTo>
                <a:cubicBezTo>
                  <a:pt x="1" y="74"/>
                  <a:pt x="1" y="74"/>
                  <a:pt x="1" y="74"/>
                </a:cubicBezTo>
                <a:cubicBezTo>
                  <a:pt x="10" y="82"/>
                  <a:pt x="19" y="89"/>
                  <a:pt x="29" y="96"/>
                </a:cubicBezTo>
                <a:cubicBezTo>
                  <a:pt x="78" y="53"/>
                  <a:pt x="143" y="26"/>
                  <a:pt x="214" y="26"/>
                </a:cubicBezTo>
                <a:cubicBezTo>
                  <a:pt x="273" y="26"/>
                  <a:pt x="328" y="45"/>
                  <a:pt x="373" y="76"/>
                </a:cubicBezTo>
                <a:cubicBezTo>
                  <a:pt x="374" y="75"/>
                  <a:pt x="375" y="75"/>
                  <a:pt x="376" y="74"/>
                </a:cubicBezTo>
                <a:cubicBezTo>
                  <a:pt x="376" y="74"/>
                  <a:pt x="376" y="73"/>
                  <a:pt x="377" y="73"/>
                </a:cubicBezTo>
                <a:cubicBezTo>
                  <a:pt x="377" y="73"/>
                  <a:pt x="377" y="73"/>
                  <a:pt x="377" y="73"/>
                </a:cubicBezTo>
                <a:cubicBezTo>
                  <a:pt x="327" y="28"/>
                  <a:pt x="261" y="0"/>
                  <a:pt x="188" y="0"/>
                </a:cubicBezTo>
              </a:path>
            </a:pathLst>
          </a:custGeom>
          <a:solidFill>
            <a:srgbClr val="B67AB2"/>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 name="Freeform 18"/>
          <p:cNvSpPr>
            <a:spLocks/>
          </p:cNvSpPr>
          <p:nvPr/>
        </p:nvSpPr>
        <p:spPr bwMode="auto">
          <a:xfrm>
            <a:off x="9799535" y="481647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 name="Freeform 19"/>
          <p:cNvSpPr>
            <a:spLocks/>
          </p:cNvSpPr>
          <p:nvPr/>
        </p:nvSpPr>
        <p:spPr bwMode="auto">
          <a:xfrm>
            <a:off x="8497785" y="481647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 name="Freeform 20"/>
          <p:cNvSpPr>
            <a:spLocks/>
          </p:cNvSpPr>
          <p:nvPr/>
        </p:nvSpPr>
        <p:spPr bwMode="auto">
          <a:xfrm>
            <a:off x="8497785" y="4816475"/>
            <a:ext cx="14288" cy="11113"/>
          </a:xfrm>
          <a:custGeom>
            <a:avLst/>
            <a:gdLst>
              <a:gd name="T0" fmla="*/ 0 w 4"/>
              <a:gd name="T1" fmla="*/ 0 h 3"/>
              <a:gd name="T2" fmla="*/ 4 w 4"/>
              <a:gd name="T3" fmla="*/ 3 h 3"/>
              <a:gd name="T4" fmla="*/ 0 w 4"/>
              <a:gd name="T5" fmla="*/ 0 h 3"/>
            </a:gdLst>
            <a:ahLst/>
            <a:cxnLst>
              <a:cxn ang="0">
                <a:pos x="T0" y="T1"/>
              </a:cxn>
              <a:cxn ang="0">
                <a:pos x="T2" y="T3"/>
              </a:cxn>
              <a:cxn ang="0">
                <a:pos x="T4" y="T5"/>
              </a:cxn>
            </a:cxnLst>
            <a:rect l="0" t="0" r="r" b="b"/>
            <a:pathLst>
              <a:path w="4" h="3">
                <a:moveTo>
                  <a:pt x="0" y="0"/>
                </a:moveTo>
                <a:cubicBezTo>
                  <a:pt x="2" y="1"/>
                  <a:pt x="3" y="2"/>
                  <a:pt x="4" y="3"/>
                </a:cubicBezTo>
                <a:cubicBezTo>
                  <a:pt x="3" y="2"/>
                  <a:pt x="2" y="1"/>
                  <a:pt x="0"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 name="Freeform 21"/>
          <p:cNvSpPr>
            <a:spLocks/>
          </p:cNvSpPr>
          <p:nvPr/>
        </p:nvSpPr>
        <p:spPr bwMode="auto">
          <a:xfrm>
            <a:off x="8512072" y="48275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 name="Freeform 22"/>
          <p:cNvSpPr>
            <a:spLocks/>
          </p:cNvSpPr>
          <p:nvPr/>
        </p:nvSpPr>
        <p:spPr bwMode="auto">
          <a:xfrm>
            <a:off x="8512072" y="48307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 name="Freeform 23"/>
          <p:cNvSpPr>
            <a:spLocks/>
          </p:cNvSpPr>
          <p:nvPr/>
        </p:nvSpPr>
        <p:spPr bwMode="auto">
          <a:xfrm>
            <a:off x="8497785" y="4565650"/>
            <a:ext cx="1301750" cy="330200"/>
          </a:xfrm>
          <a:custGeom>
            <a:avLst/>
            <a:gdLst>
              <a:gd name="T0" fmla="*/ 188 w 377"/>
              <a:gd name="T1" fmla="*/ 0 h 96"/>
              <a:gd name="T2" fmla="*/ 0 w 377"/>
              <a:gd name="T3" fmla="*/ 73 h 96"/>
              <a:gd name="T4" fmla="*/ 0 w 377"/>
              <a:gd name="T5" fmla="*/ 73 h 96"/>
              <a:gd name="T6" fmla="*/ 0 w 377"/>
              <a:gd name="T7" fmla="*/ 73 h 96"/>
              <a:gd name="T8" fmla="*/ 0 w 377"/>
              <a:gd name="T9" fmla="*/ 73 h 96"/>
              <a:gd name="T10" fmla="*/ 4 w 377"/>
              <a:gd name="T11" fmla="*/ 76 h 96"/>
              <a:gd name="T12" fmla="*/ 4 w 377"/>
              <a:gd name="T13" fmla="*/ 76 h 96"/>
              <a:gd name="T14" fmla="*/ 4 w 377"/>
              <a:gd name="T15" fmla="*/ 76 h 96"/>
              <a:gd name="T16" fmla="*/ 4 w 377"/>
              <a:gd name="T17" fmla="*/ 77 h 96"/>
              <a:gd name="T18" fmla="*/ 4 w 377"/>
              <a:gd name="T19" fmla="*/ 77 h 96"/>
              <a:gd name="T20" fmla="*/ 29 w 377"/>
              <a:gd name="T21" fmla="*/ 96 h 96"/>
              <a:gd name="T22" fmla="*/ 214 w 377"/>
              <a:gd name="T23" fmla="*/ 26 h 96"/>
              <a:gd name="T24" fmla="*/ 373 w 377"/>
              <a:gd name="T25" fmla="*/ 76 h 96"/>
              <a:gd name="T26" fmla="*/ 377 w 377"/>
              <a:gd name="T27" fmla="*/ 73 h 96"/>
              <a:gd name="T28" fmla="*/ 377 w 377"/>
              <a:gd name="T29" fmla="*/ 73 h 96"/>
              <a:gd name="T30" fmla="*/ 377 w 377"/>
              <a:gd name="T31" fmla="*/ 73 h 96"/>
              <a:gd name="T32" fmla="*/ 188 w 377"/>
              <a:gd name="T33"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7" h="96">
                <a:moveTo>
                  <a:pt x="188" y="0"/>
                </a:moveTo>
                <a:cubicBezTo>
                  <a:pt x="116" y="0"/>
                  <a:pt x="50" y="28"/>
                  <a:pt x="0" y="73"/>
                </a:cubicBezTo>
                <a:cubicBezTo>
                  <a:pt x="0" y="73"/>
                  <a:pt x="0" y="73"/>
                  <a:pt x="0" y="73"/>
                </a:cubicBezTo>
                <a:cubicBezTo>
                  <a:pt x="0" y="73"/>
                  <a:pt x="0" y="73"/>
                  <a:pt x="0" y="73"/>
                </a:cubicBezTo>
                <a:cubicBezTo>
                  <a:pt x="0" y="73"/>
                  <a:pt x="0" y="73"/>
                  <a:pt x="0" y="73"/>
                </a:cubicBezTo>
                <a:cubicBezTo>
                  <a:pt x="2" y="74"/>
                  <a:pt x="3" y="75"/>
                  <a:pt x="4" y="76"/>
                </a:cubicBezTo>
                <a:cubicBezTo>
                  <a:pt x="4" y="76"/>
                  <a:pt x="4" y="76"/>
                  <a:pt x="4" y="76"/>
                </a:cubicBezTo>
                <a:cubicBezTo>
                  <a:pt x="4" y="76"/>
                  <a:pt x="4" y="76"/>
                  <a:pt x="4" y="76"/>
                </a:cubicBezTo>
                <a:cubicBezTo>
                  <a:pt x="4" y="76"/>
                  <a:pt x="4" y="76"/>
                  <a:pt x="4" y="77"/>
                </a:cubicBezTo>
                <a:cubicBezTo>
                  <a:pt x="4" y="77"/>
                  <a:pt x="4" y="77"/>
                  <a:pt x="4" y="77"/>
                </a:cubicBezTo>
                <a:cubicBezTo>
                  <a:pt x="12" y="83"/>
                  <a:pt x="21" y="90"/>
                  <a:pt x="29" y="96"/>
                </a:cubicBezTo>
                <a:cubicBezTo>
                  <a:pt x="78" y="52"/>
                  <a:pt x="143" y="26"/>
                  <a:pt x="214" y="26"/>
                </a:cubicBezTo>
                <a:cubicBezTo>
                  <a:pt x="273" y="26"/>
                  <a:pt x="328" y="44"/>
                  <a:pt x="373" y="76"/>
                </a:cubicBezTo>
                <a:cubicBezTo>
                  <a:pt x="374" y="75"/>
                  <a:pt x="376" y="74"/>
                  <a:pt x="377" y="73"/>
                </a:cubicBezTo>
                <a:cubicBezTo>
                  <a:pt x="377" y="73"/>
                  <a:pt x="377" y="73"/>
                  <a:pt x="377" y="73"/>
                </a:cubicBezTo>
                <a:cubicBezTo>
                  <a:pt x="377" y="73"/>
                  <a:pt x="377" y="73"/>
                  <a:pt x="377" y="73"/>
                </a:cubicBezTo>
                <a:cubicBezTo>
                  <a:pt x="327" y="28"/>
                  <a:pt x="261" y="0"/>
                  <a:pt x="188" y="0"/>
                </a:cubicBezTo>
              </a:path>
            </a:pathLst>
          </a:custGeom>
          <a:solidFill>
            <a:srgbClr val="2AA1DC"/>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 name="Freeform 24"/>
          <p:cNvSpPr>
            <a:spLocks/>
          </p:cNvSpPr>
          <p:nvPr/>
        </p:nvSpPr>
        <p:spPr bwMode="auto">
          <a:xfrm>
            <a:off x="9799535" y="646113"/>
            <a:ext cx="490538" cy="1481138"/>
          </a:xfrm>
          <a:custGeom>
            <a:avLst/>
            <a:gdLst>
              <a:gd name="T0" fmla="*/ 33 w 142"/>
              <a:gd name="T1" fmla="*/ 0 h 429"/>
              <a:gd name="T2" fmla="*/ 91 w 142"/>
              <a:gd name="T3" fmla="*/ 166 h 429"/>
              <a:gd name="T4" fmla="*/ 91 w 142"/>
              <a:gd name="T5" fmla="*/ 166 h 429"/>
              <a:gd name="T6" fmla="*/ 91 w 142"/>
              <a:gd name="T7" fmla="*/ 167 h 429"/>
              <a:gd name="T8" fmla="*/ 91 w 142"/>
              <a:gd name="T9" fmla="*/ 167 h 429"/>
              <a:gd name="T10" fmla="*/ 91 w 142"/>
              <a:gd name="T11" fmla="*/ 167 h 429"/>
              <a:gd name="T12" fmla="*/ 91 w 142"/>
              <a:gd name="T13" fmla="*/ 167 h 429"/>
              <a:gd name="T14" fmla="*/ 91 w 142"/>
              <a:gd name="T15" fmla="*/ 168 h 429"/>
              <a:gd name="T16" fmla="*/ 91 w 142"/>
              <a:gd name="T17" fmla="*/ 168 h 429"/>
              <a:gd name="T18" fmla="*/ 91 w 142"/>
              <a:gd name="T19" fmla="*/ 168 h 429"/>
              <a:gd name="T20" fmla="*/ 91 w 142"/>
              <a:gd name="T21" fmla="*/ 168 h 429"/>
              <a:gd name="T22" fmla="*/ 91 w 142"/>
              <a:gd name="T23" fmla="*/ 169 h 429"/>
              <a:gd name="T24" fmla="*/ 91 w 142"/>
              <a:gd name="T25" fmla="*/ 169 h 429"/>
              <a:gd name="T26" fmla="*/ 91 w 142"/>
              <a:gd name="T27" fmla="*/ 170 h 429"/>
              <a:gd name="T28" fmla="*/ 91 w 142"/>
              <a:gd name="T29" fmla="*/ 170 h 429"/>
              <a:gd name="T30" fmla="*/ 91 w 142"/>
              <a:gd name="T31" fmla="*/ 170 h 429"/>
              <a:gd name="T32" fmla="*/ 91 w 142"/>
              <a:gd name="T33" fmla="*/ 170 h 429"/>
              <a:gd name="T34" fmla="*/ 91 w 142"/>
              <a:gd name="T35" fmla="*/ 171 h 429"/>
              <a:gd name="T36" fmla="*/ 91 w 142"/>
              <a:gd name="T37" fmla="*/ 171 h 429"/>
              <a:gd name="T38" fmla="*/ 91 w 142"/>
              <a:gd name="T39" fmla="*/ 171 h 429"/>
              <a:gd name="T40" fmla="*/ 91 w 142"/>
              <a:gd name="T41" fmla="*/ 171 h 429"/>
              <a:gd name="T42" fmla="*/ 91 w 142"/>
              <a:gd name="T43" fmla="*/ 171 h 429"/>
              <a:gd name="T44" fmla="*/ 91 w 142"/>
              <a:gd name="T45" fmla="*/ 171 h 429"/>
              <a:gd name="T46" fmla="*/ 91 w 142"/>
              <a:gd name="T47" fmla="*/ 171 h 429"/>
              <a:gd name="T48" fmla="*/ 91 w 142"/>
              <a:gd name="T49" fmla="*/ 171 h 429"/>
              <a:gd name="T50" fmla="*/ 0 w 142"/>
              <a:gd name="T51" fmla="*/ 379 h 429"/>
              <a:gd name="T52" fmla="*/ 0 w 142"/>
              <a:gd name="T53" fmla="*/ 379 h 429"/>
              <a:gd name="T54" fmla="*/ 33 w 142"/>
              <a:gd name="T55" fmla="*/ 415 h 429"/>
              <a:gd name="T56" fmla="*/ 50 w 142"/>
              <a:gd name="T57" fmla="*/ 429 h 429"/>
              <a:gd name="T58" fmla="*/ 142 w 142"/>
              <a:gd name="T59" fmla="*/ 222 h 429"/>
              <a:gd name="T60" fmla="*/ 33 w 142"/>
              <a:gd name="T61" fmla="*/ 0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2" h="429">
                <a:moveTo>
                  <a:pt x="33" y="0"/>
                </a:moveTo>
                <a:cubicBezTo>
                  <a:pt x="69" y="46"/>
                  <a:pt x="90" y="104"/>
                  <a:pt x="91" y="166"/>
                </a:cubicBezTo>
                <a:cubicBezTo>
                  <a:pt x="91" y="166"/>
                  <a:pt x="91" y="166"/>
                  <a:pt x="91" y="166"/>
                </a:cubicBezTo>
                <a:cubicBezTo>
                  <a:pt x="91" y="166"/>
                  <a:pt x="91" y="166"/>
                  <a:pt x="91" y="167"/>
                </a:cubicBezTo>
                <a:cubicBezTo>
                  <a:pt x="91" y="167"/>
                  <a:pt x="91" y="167"/>
                  <a:pt x="91" y="167"/>
                </a:cubicBezTo>
                <a:cubicBezTo>
                  <a:pt x="91" y="167"/>
                  <a:pt x="91" y="167"/>
                  <a:pt x="91" y="167"/>
                </a:cubicBezTo>
                <a:cubicBezTo>
                  <a:pt x="91" y="167"/>
                  <a:pt x="91" y="167"/>
                  <a:pt x="91" y="167"/>
                </a:cubicBezTo>
                <a:cubicBezTo>
                  <a:pt x="91" y="167"/>
                  <a:pt x="91" y="168"/>
                  <a:pt x="91" y="168"/>
                </a:cubicBezTo>
                <a:cubicBezTo>
                  <a:pt x="91" y="168"/>
                  <a:pt x="91" y="168"/>
                  <a:pt x="91" y="168"/>
                </a:cubicBezTo>
                <a:cubicBezTo>
                  <a:pt x="91" y="168"/>
                  <a:pt x="91" y="168"/>
                  <a:pt x="91" y="168"/>
                </a:cubicBezTo>
                <a:cubicBezTo>
                  <a:pt x="91" y="168"/>
                  <a:pt x="91" y="168"/>
                  <a:pt x="91" y="168"/>
                </a:cubicBezTo>
                <a:cubicBezTo>
                  <a:pt x="91" y="169"/>
                  <a:pt x="91" y="169"/>
                  <a:pt x="91" y="169"/>
                </a:cubicBezTo>
                <a:cubicBezTo>
                  <a:pt x="91" y="169"/>
                  <a:pt x="91" y="169"/>
                  <a:pt x="91" y="169"/>
                </a:cubicBezTo>
                <a:cubicBezTo>
                  <a:pt x="91" y="169"/>
                  <a:pt x="91" y="169"/>
                  <a:pt x="91" y="170"/>
                </a:cubicBezTo>
                <a:cubicBezTo>
                  <a:pt x="91" y="170"/>
                  <a:pt x="91" y="170"/>
                  <a:pt x="91" y="170"/>
                </a:cubicBezTo>
                <a:cubicBezTo>
                  <a:pt x="91" y="170"/>
                  <a:pt x="91" y="170"/>
                  <a:pt x="91" y="170"/>
                </a:cubicBezTo>
                <a:cubicBezTo>
                  <a:pt x="91" y="170"/>
                  <a:pt x="91" y="170"/>
                  <a:pt x="91" y="170"/>
                </a:cubicBezTo>
                <a:cubicBezTo>
                  <a:pt x="91" y="170"/>
                  <a:pt x="91" y="170"/>
                  <a:pt x="91" y="171"/>
                </a:cubicBezTo>
                <a:cubicBezTo>
                  <a:pt x="91" y="171"/>
                  <a:pt x="91" y="171"/>
                  <a:pt x="91" y="171"/>
                </a:cubicBezTo>
                <a:cubicBezTo>
                  <a:pt x="91" y="171"/>
                  <a:pt x="91" y="171"/>
                  <a:pt x="91" y="171"/>
                </a:cubicBezTo>
                <a:cubicBezTo>
                  <a:pt x="91" y="171"/>
                  <a:pt x="91" y="171"/>
                  <a:pt x="91" y="171"/>
                </a:cubicBezTo>
                <a:cubicBezTo>
                  <a:pt x="91" y="171"/>
                  <a:pt x="91" y="171"/>
                  <a:pt x="91" y="171"/>
                </a:cubicBezTo>
                <a:cubicBezTo>
                  <a:pt x="91" y="171"/>
                  <a:pt x="91" y="171"/>
                  <a:pt x="91" y="171"/>
                </a:cubicBezTo>
                <a:cubicBezTo>
                  <a:pt x="91" y="171"/>
                  <a:pt x="91" y="171"/>
                  <a:pt x="91" y="171"/>
                </a:cubicBezTo>
                <a:cubicBezTo>
                  <a:pt x="91" y="171"/>
                  <a:pt x="91" y="171"/>
                  <a:pt x="91" y="171"/>
                </a:cubicBezTo>
                <a:cubicBezTo>
                  <a:pt x="91" y="254"/>
                  <a:pt x="56" y="327"/>
                  <a:pt x="0" y="379"/>
                </a:cubicBezTo>
                <a:cubicBezTo>
                  <a:pt x="0" y="379"/>
                  <a:pt x="0" y="379"/>
                  <a:pt x="0" y="379"/>
                </a:cubicBezTo>
                <a:cubicBezTo>
                  <a:pt x="12" y="390"/>
                  <a:pt x="23" y="402"/>
                  <a:pt x="33" y="415"/>
                </a:cubicBezTo>
                <a:cubicBezTo>
                  <a:pt x="39" y="420"/>
                  <a:pt x="45" y="424"/>
                  <a:pt x="50" y="429"/>
                </a:cubicBezTo>
                <a:cubicBezTo>
                  <a:pt x="107" y="378"/>
                  <a:pt x="142" y="304"/>
                  <a:pt x="142" y="222"/>
                </a:cubicBezTo>
                <a:cubicBezTo>
                  <a:pt x="142" y="132"/>
                  <a:pt x="99" y="52"/>
                  <a:pt x="33" y="0"/>
                </a:cubicBezTo>
              </a:path>
            </a:pathLst>
          </a:custGeom>
          <a:solidFill>
            <a:srgbClr val="A5B2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 name="Freeform 25"/>
          <p:cNvSpPr>
            <a:spLocks noEditPoints="1"/>
          </p:cNvSpPr>
          <p:nvPr/>
        </p:nvSpPr>
        <p:spPr bwMode="auto">
          <a:xfrm>
            <a:off x="9799535" y="646113"/>
            <a:ext cx="314325" cy="1308100"/>
          </a:xfrm>
          <a:custGeom>
            <a:avLst/>
            <a:gdLst>
              <a:gd name="T0" fmla="*/ 91 w 91"/>
              <a:gd name="T1" fmla="*/ 171 h 379"/>
              <a:gd name="T2" fmla="*/ 0 w 91"/>
              <a:gd name="T3" fmla="*/ 379 h 379"/>
              <a:gd name="T4" fmla="*/ 0 w 91"/>
              <a:gd name="T5" fmla="*/ 379 h 379"/>
              <a:gd name="T6" fmla="*/ 91 w 91"/>
              <a:gd name="T7" fmla="*/ 171 h 379"/>
              <a:gd name="T8" fmla="*/ 91 w 91"/>
              <a:gd name="T9" fmla="*/ 171 h 379"/>
              <a:gd name="T10" fmla="*/ 91 w 91"/>
              <a:gd name="T11" fmla="*/ 171 h 379"/>
              <a:gd name="T12" fmla="*/ 91 w 91"/>
              <a:gd name="T13" fmla="*/ 171 h 379"/>
              <a:gd name="T14" fmla="*/ 91 w 91"/>
              <a:gd name="T15" fmla="*/ 171 h 379"/>
              <a:gd name="T16" fmla="*/ 91 w 91"/>
              <a:gd name="T17" fmla="*/ 171 h 379"/>
              <a:gd name="T18" fmla="*/ 91 w 91"/>
              <a:gd name="T19" fmla="*/ 171 h 379"/>
              <a:gd name="T20" fmla="*/ 91 w 91"/>
              <a:gd name="T21" fmla="*/ 171 h 379"/>
              <a:gd name="T22" fmla="*/ 91 w 91"/>
              <a:gd name="T23" fmla="*/ 170 h 379"/>
              <a:gd name="T24" fmla="*/ 91 w 91"/>
              <a:gd name="T25" fmla="*/ 171 h 379"/>
              <a:gd name="T26" fmla="*/ 91 w 91"/>
              <a:gd name="T27" fmla="*/ 170 h 379"/>
              <a:gd name="T28" fmla="*/ 91 w 91"/>
              <a:gd name="T29" fmla="*/ 170 h 379"/>
              <a:gd name="T30" fmla="*/ 91 w 91"/>
              <a:gd name="T31" fmla="*/ 170 h 379"/>
              <a:gd name="T32" fmla="*/ 91 w 91"/>
              <a:gd name="T33" fmla="*/ 170 h 379"/>
              <a:gd name="T34" fmla="*/ 91 w 91"/>
              <a:gd name="T35" fmla="*/ 169 h 379"/>
              <a:gd name="T36" fmla="*/ 91 w 91"/>
              <a:gd name="T37" fmla="*/ 170 h 379"/>
              <a:gd name="T38" fmla="*/ 91 w 91"/>
              <a:gd name="T39" fmla="*/ 169 h 379"/>
              <a:gd name="T40" fmla="*/ 91 w 91"/>
              <a:gd name="T41" fmla="*/ 168 h 379"/>
              <a:gd name="T42" fmla="*/ 91 w 91"/>
              <a:gd name="T43" fmla="*/ 169 h 379"/>
              <a:gd name="T44" fmla="*/ 91 w 91"/>
              <a:gd name="T45" fmla="*/ 168 h 379"/>
              <a:gd name="T46" fmla="*/ 91 w 91"/>
              <a:gd name="T47" fmla="*/ 168 h 379"/>
              <a:gd name="T48" fmla="*/ 91 w 91"/>
              <a:gd name="T49" fmla="*/ 168 h 379"/>
              <a:gd name="T50" fmla="*/ 91 w 91"/>
              <a:gd name="T51" fmla="*/ 168 h 379"/>
              <a:gd name="T52" fmla="*/ 91 w 91"/>
              <a:gd name="T53" fmla="*/ 167 h 379"/>
              <a:gd name="T54" fmla="*/ 91 w 91"/>
              <a:gd name="T55" fmla="*/ 168 h 379"/>
              <a:gd name="T56" fmla="*/ 91 w 91"/>
              <a:gd name="T57" fmla="*/ 167 h 379"/>
              <a:gd name="T58" fmla="*/ 91 w 91"/>
              <a:gd name="T59" fmla="*/ 167 h 379"/>
              <a:gd name="T60" fmla="*/ 91 w 91"/>
              <a:gd name="T61" fmla="*/ 167 h 379"/>
              <a:gd name="T62" fmla="*/ 91 w 91"/>
              <a:gd name="T63" fmla="*/ 167 h 379"/>
              <a:gd name="T64" fmla="*/ 91 w 91"/>
              <a:gd name="T65" fmla="*/ 166 h 379"/>
              <a:gd name="T66" fmla="*/ 91 w 91"/>
              <a:gd name="T67" fmla="*/ 167 h 379"/>
              <a:gd name="T68" fmla="*/ 91 w 91"/>
              <a:gd name="T69" fmla="*/ 166 h 379"/>
              <a:gd name="T70" fmla="*/ 33 w 91"/>
              <a:gd name="T71" fmla="*/ 0 h 379"/>
              <a:gd name="T72" fmla="*/ 91 w 91"/>
              <a:gd name="T73" fmla="*/ 166 h 379"/>
              <a:gd name="T74" fmla="*/ 33 w 91"/>
              <a:gd name="T75" fmla="*/ 0 h 379"/>
              <a:gd name="T76" fmla="*/ 33 w 91"/>
              <a:gd name="T77" fmla="*/ 0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1" h="379">
                <a:moveTo>
                  <a:pt x="91" y="171"/>
                </a:moveTo>
                <a:cubicBezTo>
                  <a:pt x="91" y="254"/>
                  <a:pt x="56" y="327"/>
                  <a:pt x="0" y="379"/>
                </a:cubicBezTo>
                <a:cubicBezTo>
                  <a:pt x="0" y="379"/>
                  <a:pt x="0" y="379"/>
                  <a:pt x="0" y="379"/>
                </a:cubicBezTo>
                <a:cubicBezTo>
                  <a:pt x="56" y="327"/>
                  <a:pt x="91" y="254"/>
                  <a:pt x="91" y="171"/>
                </a:cubicBezTo>
                <a:cubicBezTo>
                  <a:pt x="91" y="171"/>
                  <a:pt x="91" y="171"/>
                  <a:pt x="91" y="171"/>
                </a:cubicBezTo>
                <a:moveTo>
                  <a:pt x="91" y="171"/>
                </a:moveTo>
                <a:cubicBezTo>
                  <a:pt x="91" y="171"/>
                  <a:pt x="91" y="171"/>
                  <a:pt x="91" y="171"/>
                </a:cubicBezTo>
                <a:cubicBezTo>
                  <a:pt x="91" y="171"/>
                  <a:pt x="91" y="171"/>
                  <a:pt x="91" y="171"/>
                </a:cubicBezTo>
                <a:moveTo>
                  <a:pt x="91" y="171"/>
                </a:moveTo>
                <a:cubicBezTo>
                  <a:pt x="91" y="171"/>
                  <a:pt x="91" y="171"/>
                  <a:pt x="91" y="171"/>
                </a:cubicBezTo>
                <a:cubicBezTo>
                  <a:pt x="91" y="171"/>
                  <a:pt x="91" y="171"/>
                  <a:pt x="91" y="171"/>
                </a:cubicBezTo>
                <a:moveTo>
                  <a:pt x="91" y="170"/>
                </a:moveTo>
                <a:cubicBezTo>
                  <a:pt x="91" y="170"/>
                  <a:pt x="91" y="170"/>
                  <a:pt x="91" y="171"/>
                </a:cubicBezTo>
                <a:cubicBezTo>
                  <a:pt x="91" y="170"/>
                  <a:pt x="91" y="170"/>
                  <a:pt x="91" y="170"/>
                </a:cubicBezTo>
                <a:moveTo>
                  <a:pt x="91" y="170"/>
                </a:moveTo>
                <a:cubicBezTo>
                  <a:pt x="91" y="170"/>
                  <a:pt x="91" y="170"/>
                  <a:pt x="91" y="170"/>
                </a:cubicBezTo>
                <a:cubicBezTo>
                  <a:pt x="91" y="170"/>
                  <a:pt x="91" y="170"/>
                  <a:pt x="91" y="170"/>
                </a:cubicBezTo>
                <a:moveTo>
                  <a:pt x="91" y="169"/>
                </a:moveTo>
                <a:cubicBezTo>
                  <a:pt x="91" y="169"/>
                  <a:pt x="91" y="169"/>
                  <a:pt x="91" y="170"/>
                </a:cubicBezTo>
                <a:cubicBezTo>
                  <a:pt x="91" y="169"/>
                  <a:pt x="91" y="169"/>
                  <a:pt x="91" y="169"/>
                </a:cubicBezTo>
                <a:moveTo>
                  <a:pt x="91" y="168"/>
                </a:moveTo>
                <a:cubicBezTo>
                  <a:pt x="91" y="169"/>
                  <a:pt x="91" y="169"/>
                  <a:pt x="91" y="169"/>
                </a:cubicBezTo>
                <a:cubicBezTo>
                  <a:pt x="91" y="169"/>
                  <a:pt x="91" y="169"/>
                  <a:pt x="91" y="168"/>
                </a:cubicBezTo>
                <a:moveTo>
                  <a:pt x="91" y="168"/>
                </a:moveTo>
                <a:cubicBezTo>
                  <a:pt x="91" y="168"/>
                  <a:pt x="91" y="168"/>
                  <a:pt x="91" y="168"/>
                </a:cubicBezTo>
                <a:cubicBezTo>
                  <a:pt x="91" y="168"/>
                  <a:pt x="91" y="168"/>
                  <a:pt x="91" y="168"/>
                </a:cubicBezTo>
                <a:moveTo>
                  <a:pt x="91" y="167"/>
                </a:moveTo>
                <a:cubicBezTo>
                  <a:pt x="91" y="167"/>
                  <a:pt x="91" y="168"/>
                  <a:pt x="91" y="168"/>
                </a:cubicBezTo>
                <a:cubicBezTo>
                  <a:pt x="91" y="168"/>
                  <a:pt x="91" y="167"/>
                  <a:pt x="91" y="167"/>
                </a:cubicBezTo>
                <a:moveTo>
                  <a:pt x="91" y="167"/>
                </a:moveTo>
                <a:cubicBezTo>
                  <a:pt x="91" y="167"/>
                  <a:pt x="91" y="167"/>
                  <a:pt x="91" y="167"/>
                </a:cubicBezTo>
                <a:cubicBezTo>
                  <a:pt x="91" y="167"/>
                  <a:pt x="91" y="167"/>
                  <a:pt x="91" y="167"/>
                </a:cubicBezTo>
                <a:moveTo>
                  <a:pt x="91" y="166"/>
                </a:moveTo>
                <a:cubicBezTo>
                  <a:pt x="91" y="166"/>
                  <a:pt x="91" y="166"/>
                  <a:pt x="91" y="167"/>
                </a:cubicBezTo>
                <a:cubicBezTo>
                  <a:pt x="91" y="166"/>
                  <a:pt x="91" y="166"/>
                  <a:pt x="91" y="166"/>
                </a:cubicBezTo>
                <a:moveTo>
                  <a:pt x="33" y="0"/>
                </a:moveTo>
                <a:cubicBezTo>
                  <a:pt x="69" y="46"/>
                  <a:pt x="90" y="104"/>
                  <a:pt x="91" y="166"/>
                </a:cubicBezTo>
                <a:cubicBezTo>
                  <a:pt x="90" y="104"/>
                  <a:pt x="69" y="46"/>
                  <a:pt x="33" y="0"/>
                </a:cubicBezTo>
                <a:cubicBezTo>
                  <a:pt x="33" y="0"/>
                  <a:pt x="33" y="0"/>
                  <a:pt x="33"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 name="Freeform 26"/>
          <p:cNvSpPr>
            <a:spLocks/>
          </p:cNvSpPr>
          <p:nvPr/>
        </p:nvSpPr>
        <p:spPr bwMode="auto">
          <a:xfrm>
            <a:off x="9799535" y="1954213"/>
            <a:ext cx="114300" cy="123825"/>
          </a:xfrm>
          <a:custGeom>
            <a:avLst/>
            <a:gdLst>
              <a:gd name="T0" fmla="*/ 0 w 33"/>
              <a:gd name="T1" fmla="*/ 0 h 36"/>
              <a:gd name="T2" fmla="*/ 33 w 33"/>
              <a:gd name="T3" fmla="*/ 36 h 36"/>
              <a:gd name="T4" fmla="*/ 33 w 33"/>
              <a:gd name="T5" fmla="*/ 36 h 36"/>
              <a:gd name="T6" fmla="*/ 0 w 33"/>
              <a:gd name="T7" fmla="*/ 0 h 36"/>
            </a:gdLst>
            <a:ahLst/>
            <a:cxnLst>
              <a:cxn ang="0">
                <a:pos x="T0" y="T1"/>
              </a:cxn>
              <a:cxn ang="0">
                <a:pos x="T2" y="T3"/>
              </a:cxn>
              <a:cxn ang="0">
                <a:pos x="T4" y="T5"/>
              </a:cxn>
              <a:cxn ang="0">
                <a:pos x="T6" y="T7"/>
              </a:cxn>
            </a:cxnLst>
            <a:rect l="0" t="0" r="r" b="b"/>
            <a:pathLst>
              <a:path w="33" h="36">
                <a:moveTo>
                  <a:pt x="0" y="0"/>
                </a:moveTo>
                <a:cubicBezTo>
                  <a:pt x="12" y="11"/>
                  <a:pt x="23" y="23"/>
                  <a:pt x="33" y="36"/>
                </a:cubicBezTo>
                <a:cubicBezTo>
                  <a:pt x="33" y="36"/>
                  <a:pt x="33" y="36"/>
                  <a:pt x="33" y="36"/>
                </a:cubicBezTo>
                <a:cubicBezTo>
                  <a:pt x="23" y="23"/>
                  <a:pt x="12" y="11"/>
                  <a:pt x="0"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 name="Freeform 27"/>
          <p:cNvSpPr>
            <a:spLocks/>
          </p:cNvSpPr>
          <p:nvPr/>
        </p:nvSpPr>
        <p:spPr bwMode="auto">
          <a:xfrm>
            <a:off x="8556522" y="2127250"/>
            <a:ext cx="1733550" cy="4548188"/>
          </a:xfrm>
          <a:custGeom>
            <a:avLst/>
            <a:gdLst>
              <a:gd name="T0" fmla="*/ 451 w 502"/>
              <a:gd name="T1" fmla="*/ 150 h 1317"/>
              <a:gd name="T2" fmla="*/ 451 w 502"/>
              <a:gd name="T3" fmla="*/ 151 h 1317"/>
              <a:gd name="T4" fmla="*/ 451 w 502"/>
              <a:gd name="T5" fmla="*/ 152 h 1317"/>
              <a:gd name="T6" fmla="*/ 451 w 502"/>
              <a:gd name="T7" fmla="*/ 152 h 1317"/>
              <a:gd name="T8" fmla="*/ 451 w 502"/>
              <a:gd name="T9" fmla="*/ 153 h 1317"/>
              <a:gd name="T10" fmla="*/ 451 w 502"/>
              <a:gd name="T11" fmla="*/ 153 h 1317"/>
              <a:gd name="T12" fmla="*/ 451 w 502"/>
              <a:gd name="T13" fmla="*/ 154 h 1317"/>
              <a:gd name="T14" fmla="*/ 451 w 502"/>
              <a:gd name="T15" fmla="*/ 154 h 1317"/>
              <a:gd name="T16" fmla="*/ 451 w 502"/>
              <a:gd name="T17" fmla="*/ 155 h 1317"/>
              <a:gd name="T18" fmla="*/ 451 w 502"/>
              <a:gd name="T19" fmla="*/ 155 h 1317"/>
              <a:gd name="T20" fmla="*/ 451 w 502"/>
              <a:gd name="T21" fmla="*/ 156 h 1317"/>
              <a:gd name="T22" fmla="*/ 451 w 502"/>
              <a:gd name="T23" fmla="*/ 156 h 1317"/>
              <a:gd name="T24" fmla="*/ 451 w 502"/>
              <a:gd name="T25" fmla="*/ 157 h 1317"/>
              <a:gd name="T26" fmla="*/ 451 w 502"/>
              <a:gd name="T27" fmla="*/ 157 h 1317"/>
              <a:gd name="T28" fmla="*/ 393 w 502"/>
              <a:gd name="T29" fmla="*/ 401 h 1317"/>
              <a:gd name="T30" fmla="*/ 451 w 502"/>
              <a:gd name="T31" fmla="*/ 564 h 1317"/>
              <a:gd name="T32" fmla="*/ 451 w 502"/>
              <a:gd name="T33" fmla="*/ 565 h 1317"/>
              <a:gd name="T34" fmla="*/ 451 w 502"/>
              <a:gd name="T35" fmla="*/ 566 h 1317"/>
              <a:gd name="T36" fmla="*/ 451 w 502"/>
              <a:gd name="T37" fmla="*/ 567 h 1317"/>
              <a:gd name="T38" fmla="*/ 451 w 502"/>
              <a:gd name="T39" fmla="*/ 567 h 1317"/>
              <a:gd name="T40" fmla="*/ 451 w 502"/>
              <a:gd name="T41" fmla="*/ 568 h 1317"/>
              <a:gd name="T42" fmla="*/ 451 w 502"/>
              <a:gd name="T43" fmla="*/ 568 h 1317"/>
              <a:gd name="T44" fmla="*/ 451 w 502"/>
              <a:gd name="T45" fmla="*/ 569 h 1317"/>
              <a:gd name="T46" fmla="*/ 451 w 502"/>
              <a:gd name="T47" fmla="*/ 569 h 1317"/>
              <a:gd name="T48" fmla="*/ 451 w 502"/>
              <a:gd name="T49" fmla="*/ 570 h 1317"/>
              <a:gd name="T50" fmla="*/ 451 w 502"/>
              <a:gd name="T51" fmla="*/ 570 h 1317"/>
              <a:gd name="T52" fmla="*/ 451 w 502"/>
              <a:gd name="T53" fmla="*/ 570 h 1317"/>
              <a:gd name="T54" fmla="*/ 451 w 502"/>
              <a:gd name="T55" fmla="*/ 571 h 1317"/>
              <a:gd name="T56" fmla="*/ 451 w 502"/>
              <a:gd name="T57" fmla="*/ 571 h 1317"/>
              <a:gd name="T58" fmla="*/ 360 w 502"/>
              <a:gd name="T59" fmla="*/ 779 h 1317"/>
              <a:gd name="T60" fmla="*/ 360 w 502"/>
              <a:gd name="T61" fmla="*/ 779 h 1317"/>
              <a:gd name="T62" fmla="*/ 406 w 502"/>
              <a:gd name="T63" fmla="*/ 833 h 1317"/>
              <a:gd name="T64" fmla="*/ 451 w 502"/>
              <a:gd name="T65" fmla="*/ 980 h 1317"/>
              <a:gd name="T66" fmla="*/ 451 w 502"/>
              <a:gd name="T67" fmla="*/ 981 h 1317"/>
              <a:gd name="T68" fmla="*/ 451 w 502"/>
              <a:gd name="T69" fmla="*/ 982 h 1317"/>
              <a:gd name="T70" fmla="*/ 451 w 502"/>
              <a:gd name="T71" fmla="*/ 982 h 1317"/>
              <a:gd name="T72" fmla="*/ 451 w 502"/>
              <a:gd name="T73" fmla="*/ 983 h 1317"/>
              <a:gd name="T74" fmla="*/ 451 w 502"/>
              <a:gd name="T75" fmla="*/ 983 h 1317"/>
              <a:gd name="T76" fmla="*/ 451 w 502"/>
              <a:gd name="T77" fmla="*/ 984 h 1317"/>
              <a:gd name="T78" fmla="*/ 451 w 502"/>
              <a:gd name="T79" fmla="*/ 984 h 1317"/>
              <a:gd name="T80" fmla="*/ 451 w 502"/>
              <a:gd name="T81" fmla="*/ 985 h 1317"/>
              <a:gd name="T82" fmla="*/ 451 w 502"/>
              <a:gd name="T83" fmla="*/ 985 h 1317"/>
              <a:gd name="T84" fmla="*/ 451 w 502"/>
              <a:gd name="T85" fmla="*/ 986 h 1317"/>
              <a:gd name="T86" fmla="*/ 451 w 502"/>
              <a:gd name="T87" fmla="*/ 986 h 1317"/>
              <a:gd name="T88" fmla="*/ 171 w 502"/>
              <a:gd name="T89" fmla="*/ 1266 h 1317"/>
              <a:gd name="T90" fmla="*/ 171 w 502"/>
              <a:gd name="T91" fmla="*/ 1266 h 1317"/>
              <a:gd name="T92" fmla="*/ 170 w 502"/>
              <a:gd name="T93" fmla="*/ 1266 h 1317"/>
              <a:gd name="T94" fmla="*/ 169 w 502"/>
              <a:gd name="T95" fmla="*/ 1266 h 1317"/>
              <a:gd name="T96" fmla="*/ 168 w 502"/>
              <a:gd name="T97" fmla="*/ 1266 h 1317"/>
              <a:gd name="T98" fmla="*/ 167 w 502"/>
              <a:gd name="T99" fmla="*/ 1266 h 1317"/>
              <a:gd name="T100" fmla="*/ 222 w 502"/>
              <a:gd name="T101" fmla="*/ 1317 h 1317"/>
              <a:gd name="T102" fmla="*/ 502 w 502"/>
              <a:gd name="T103" fmla="*/ 622 h 1317"/>
              <a:gd name="T104" fmla="*/ 410 w 502"/>
              <a:gd name="T105" fmla="*/ 0 h 1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02" h="1317">
                <a:moveTo>
                  <a:pt x="410" y="0"/>
                </a:moveTo>
                <a:cubicBezTo>
                  <a:pt x="409" y="2"/>
                  <a:pt x="407" y="3"/>
                  <a:pt x="406" y="4"/>
                </a:cubicBezTo>
                <a:cubicBezTo>
                  <a:pt x="434" y="46"/>
                  <a:pt x="450" y="96"/>
                  <a:pt x="451" y="150"/>
                </a:cubicBezTo>
                <a:cubicBezTo>
                  <a:pt x="451" y="150"/>
                  <a:pt x="451" y="150"/>
                  <a:pt x="451" y="150"/>
                </a:cubicBezTo>
                <a:cubicBezTo>
                  <a:pt x="451" y="151"/>
                  <a:pt x="451" y="151"/>
                  <a:pt x="451" y="151"/>
                </a:cubicBezTo>
                <a:cubicBezTo>
                  <a:pt x="451" y="151"/>
                  <a:pt x="451" y="151"/>
                  <a:pt x="451" y="151"/>
                </a:cubicBezTo>
                <a:cubicBezTo>
                  <a:pt x="451" y="151"/>
                  <a:pt x="451" y="151"/>
                  <a:pt x="451" y="151"/>
                </a:cubicBezTo>
                <a:cubicBezTo>
                  <a:pt x="451" y="151"/>
                  <a:pt x="451" y="151"/>
                  <a:pt x="451" y="151"/>
                </a:cubicBezTo>
                <a:cubicBezTo>
                  <a:pt x="451" y="152"/>
                  <a:pt x="451" y="152"/>
                  <a:pt x="451" y="152"/>
                </a:cubicBezTo>
                <a:cubicBezTo>
                  <a:pt x="451" y="152"/>
                  <a:pt x="451" y="152"/>
                  <a:pt x="451" y="152"/>
                </a:cubicBezTo>
                <a:cubicBezTo>
                  <a:pt x="451" y="152"/>
                  <a:pt x="451" y="152"/>
                  <a:pt x="451" y="152"/>
                </a:cubicBezTo>
                <a:cubicBezTo>
                  <a:pt x="451" y="152"/>
                  <a:pt x="451" y="152"/>
                  <a:pt x="451" y="152"/>
                </a:cubicBezTo>
                <a:cubicBezTo>
                  <a:pt x="451" y="152"/>
                  <a:pt x="451" y="153"/>
                  <a:pt x="451" y="153"/>
                </a:cubicBezTo>
                <a:cubicBezTo>
                  <a:pt x="451" y="153"/>
                  <a:pt x="451" y="153"/>
                  <a:pt x="451" y="153"/>
                </a:cubicBezTo>
                <a:cubicBezTo>
                  <a:pt x="451" y="153"/>
                  <a:pt x="451" y="153"/>
                  <a:pt x="451" y="153"/>
                </a:cubicBezTo>
                <a:cubicBezTo>
                  <a:pt x="451" y="153"/>
                  <a:pt x="451" y="153"/>
                  <a:pt x="451" y="153"/>
                </a:cubicBezTo>
                <a:cubicBezTo>
                  <a:pt x="451" y="153"/>
                  <a:pt x="451" y="153"/>
                  <a:pt x="451" y="153"/>
                </a:cubicBezTo>
                <a:cubicBezTo>
                  <a:pt x="451" y="153"/>
                  <a:pt x="451" y="153"/>
                  <a:pt x="451" y="153"/>
                </a:cubicBezTo>
                <a:cubicBezTo>
                  <a:pt x="451" y="153"/>
                  <a:pt x="451" y="154"/>
                  <a:pt x="451" y="154"/>
                </a:cubicBezTo>
                <a:cubicBezTo>
                  <a:pt x="451" y="154"/>
                  <a:pt x="451" y="154"/>
                  <a:pt x="451" y="154"/>
                </a:cubicBezTo>
                <a:cubicBezTo>
                  <a:pt x="451" y="154"/>
                  <a:pt x="451" y="154"/>
                  <a:pt x="451" y="154"/>
                </a:cubicBezTo>
                <a:cubicBezTo>
                  <a:pt x="451" y="154"/>
                  <a:pt x="451" y="154"/>
                  <a:pt x="451" y="154"/>
                </a:cubicBezTo>
                <a:cubicBezTo>
                  <a:pt x="451" y="154"/>
                  <a:pt x="451" y="154"/>
                  <a:pt x="451" y="154"/>
                </a:cubicBezTo>
                <a:cubicBezTo>
                  <a:pt x="451" y="154"/>
                  <a:pt x="451" y="154"/>
                  <a:pt x="451" y="154"/>
                </a:cubicBezTo>
                <a:cubicBezTo>
                  <a:pt x="451" y="154"/>
                  <a:pt x="451" y="155"/>
                  <a:pt x="451" y="155"/>
                </a:cubicBezTo>
                <a:cubicBezTo>
                  <a:pt x="451" y="155"/>
                  <a:pt x="451" y="155"/>
                  <a:pt x="451" y="155"/>
                </a:cubicBezTo>
                <a:cubicBezTo>
                  <a:pt x="451" y="155"/>
                  <a:pt x="451" y="155"/>
                  <a:pt x="451" y="155"/>
                </a:cubicBezTo>
                <a:cubicBezTo>
                  <a:pt x="451" y="155"/>
                  <a:pt x="451" y="155"/>
                  <a:pt x="451" y="155"/>
                </a:cubicBezTo>
                <a:cubicBezTo>
                  <a:pt x="451" y="155"/>
                  <a:pt x="451" y="155"/>
                  <a:pt x="451" y="155"/>
                </a:cubicBezTo>
                <a:cubicBezTo>
                  <a:pt x="451" y="155"/>
                  <a:pt x="451" y="155"/>
                  <a:pt x="451" y="155"/>
                </a:cubicBezTo>
                <a:cubicBezTo>
                  <a:pt x="451" y="155"/>
                  <a:pt x="451" y="156"/>
                  <a:pt x="451" y="156"/>
                </a:cubicBezTo>
                <a:cubicBezTo>
                  <a:pt x="451" y="156"/>
                  <a:pt x="451" y="156"/>
                  <a:pt x="451" y="156"/>
                </a:cubicBezTo>
                <a:cubicBezTo>
                  <a:pt x="451" y="156"/>
                  <a:pt x="451" y="156"/>
                  <a:pt x="451" y="156"/>
                </a:cubicBezTo>
                <a:cubicBezTo>
                  <a:pt x="451" y="156"/>
                  <a:pt x="451" y="156"/>
                  <a:pt x="451" y="156"/>
                </a:cubicBezTo>
                <a:cubicBezTo>
                  <a:pt x="451" y="156"/>
                  <a:pt x="451" y="156"/>
                  <a:pt x="451" y="156"/>
                </a:cubicBezTo>
                <a:cubicBezTo>
                  <a:pt x="451" y="156"/>
                  <a:pt x="451" y="156"/>
                  <a:pt x="451" y="156"/>
                </a:cubicBezTo>
                <a:cubicBezTo>
                  <a:pt x="451" y="156"/>
                  <a:pt x="451" y="156"/>
                  <a:pt x="451" y="157"/>
                </a:cubicBezTo>
                <a:cubicBezTo>
                  <a:pt x="451" y="157"/>
                  <a:pt x="451" y="157"/>
                  <a:pt x="451" y="157"/>
                </a:cubicBezTo>
                <a:cubicBezTo>
                  <a:pt x="451" y="157"/>
                  <a:pt x="451" y="157"/>
                  <a:pt x="451" y="157"/>
                </a:cubicBezTo>
                <a:cubicBezTo>
                  <a:pt x="451" y="157"/>
                  <a:pt x="451" y="157"/>
                  <a:pt x="451" y="157"/>
                </a:cubicBezTo>
                <a:cubicBezTo>
                  <a:pt x="451" y="157"/>
                  <a:pt x="451" y="157"/>
                  <a:pt x="451" y="157"/>
                </a:cubicBezTo>
                <a:cubicBezTo>
                  <a:pt x="451" y="157"/>
                  <a:pt x="451" y="157"/>
                  <a:pt x="451" y="157"/>
                </a:cubicBezTo>
                <a:cubicBezTo>
                  <a:pt x="451" y="239"/>
                  <a:pt x="416" y="313"/>
                  <a:pt x="360" y="364"/>
                </a:cubicBezTo>
                <a:cubicBezTo>
                  <a:pt x="360" y="364"/>
                  <a:pt x="360" y="364"/>
                  <a:pt x="360" y="364"/>
                </a:cubicBezTo>
                <a:cubicBezTo>
                  <a:pt x="372" y="375"/>
                  <a:pt x="383" y="387"/>
                  <a:pt x="393" y="401"/>
                </a:cubicBezTo>
                <a:cubicBezTo>
                  <a:pt x="399" y="405"/>
                  <a:pt x="405" y="410"/>
                  <a:pt x="410" y="415"/>
                </a:cubicBezTo>
                <a:cubicBezTo>
                  <a:pt x="409" y="416"/>
                  <a:pt x="407" y="417"/>
                  <a:pt x="406" y="419"/>
                </a:cubicBezTo>
                <a:cubicBezTo>
                  <a:pt x="433" y="461"/>
                  <a:pt x="450" y="510"/>
                  <a:pt x="451" y="564"/>
                </a:cubicBezTo>
                <a:cubicBezTo>
                  <a:pt x="451" y="564"/>
                  <a:pt x="451" y="564"/>
                  <a:pt x="451" y="564"/>
                </a:cubicBezTo>
                <a:cubicBezTo>
                  <a:pt x="451" y="564"/>
                  <a:pt x="451" y="565"/>
                  <a:pt x="451" y="565"/>
                </a:cubicBezTo>
                <a:cubicBezTo>
                  <a:pt x="451" y="565"/>
                  <a:pt x="451" y="565"/>
                  <a:pt x="451" y="565"/>
                </a:cubicBezTo>
                <a:cubicBezTo>
                  <a:pt x="451" y="565"/>
                  <a:pt x="451" y="565"/>
                  <a:pt x="451" y="566"/>
                </a:cubicBezTo>
                <a:cubicBezTo>
                  <a:pt x="451" y="566"/>
                  <a:pt x="451" y="566"/>
                  <a:pt x="451" y="566"/>
                </a:cubicBezTo>
                <a:cubicBezTo>
                  <a:pt x="451" y="566"/>
                  <a:pt x="451" y="566"/>
                  <a:pt x="451" y="566"/>
                </a:cubicBezTo>
                <a:cubicBezTo>
                  <a:pt x="451" y="566"/>
                  <a:pt x="451" y="566"/>
                  <a:pt x="451" y="566"/>
                </a:cubicBezTo>
                <a:cubicBezTo>
                  <a:pt x="451" y="566"/>
                  <a:pt x="451" y="566"/>
                  <a:pt x="451" y="566"/>
                </a:cubicBezTo>
                <a:cubicBezTo>
                  <a:pt x="451" y="567"/>
                  <a:pt x="451" y="567"/>
                  <a:pt x="451" y="567"/>
                </a:cubicBezTo>
                <a:cubicBezTo>
                  <a:pt x="451" y="567"/>
                  <a:pt x="451" y="567"/>
                  <a:pt x="451" y="567"/>
                </a:cubicBezTo>
                <a:cubicBezTo>
                  <a:pt x="451" y="567"/>
                  <a:pt x="451" y="567"/>
                  <a:pt x="451" y="567"/>
                </a:cubicBezTo>
                <a:cubicBezTo>
                  <a:pt x="451" y="567"/>
                  <a:pt x="451" y="567"/>
                  <a:pt x="451" y="567"/>
                </a:cubicBezTo>
                <a:cubicBezTo>
                  <a:pt x="451" y="567"/>
                  <a:pt x="451" y="567"/>
                  <a:pt x="451" y="567"/>
                </a:cubicBezTo>
                <a:cubicBezTo>
                  <a:pt x="451" y="567"/>
                  <a:pt x="451" y="567"/>
                  <a:pt x="451" y="567"/>
                </a:cubicBezTo>
                <a:cubicBezTo>
                  <a:pt x="451" y="567"/>
                  <a:pt x="451" y="568"/>
                  <a:pt x="451" y="568"/>
                </a:cubicBezTo>
                <a:cubicBezTo>
                  <a:pt x="451" y="568"/>
                  <a:pt x="451" y="568"/>
                  <a:pt x="451" y="568"/>
                </a:cubicBezTo>
                <a:cubicBezTo>
                  <a:pt x="451" y="568"/>
                  <a:pt x="451" y="568"/>
                  <a:pt x="451" y="568"/>
                </a:cubicBezTo>
                <a:cubicBezTo>
                  <a:pt x="451" y="568"/>
                  <a:pt x="451" y="568"/>
                  <a:pt x="451" y="568"/>
                </a:cubicBezTo>
                <a:cubicBezTo>
                  <a:pt x="451" y="568"/>
                  <a:pt x="451" y="568"/>
                  <a:pt x="451" y="568"/>
                </a:cubicBezTo>
                <a:cubicBezTo>
                  <a:pt x="451" y="568"/>
                  <a:pt x="451" y="568"/>
                  <a:pt x="451" y="568"/>
                </a:cubicBezTo>
                <a:cubicBezTo>
                  <a:pt x="451" y="568"/>
                  <a:pt x="451" y="569"/>
                  <a:pt x="451" y="569"/>
                </a:cubicBezTo>
                <a:cubicBezTo>
                  <a:pt x="451" y="569"/>
                  <a:pt x="451" y="569"/>
                  <a:pt x="451" y="569"/>
                </a:cubicBezTo>
                <a:cubicBezTo>
                  <a:pt x="451" y="569"/>
                  <a:pt x="451" y="569"/>
                  <a:pt x="451" y="569"/>
                </a:cubicBezTo>
                <a:cubicBezTo>
                  <a:pt x="451" y="569"/>
                  <a:pt x="451" y="569"/>
                  <a:pt x="451" y="569"/>
                </a:cubicBezTo>
                <a:cubicBezTo>
                  <a:pt x="451" y="569"/>
                  <a:pt x="451" y="569"/>
                  <a:pt x="451" y="569"/>
                </a:cubicBezTo>
                <a:cubicBezTo>
                  <a:pt x="451" y="569"/>
                  <a:pt x="451" y="569"/>
                  <a:pt x="451" y="569"/>
                </a:cubicBezTo>
                <a:cubicBezTo>
                  <a:pt x="451" y="569"/>
                  <a:pt x="451" y="569"/>
                  <a:pt x="451" y="570"/>
                </a:cubicBezTo>
                <a:cubicBezTo>
                  <a:pt x="451" y="570"/>
                  <a:pt x="451" y="570"/>
                  <a:pt x="451" y="570"/>
                </a:cubicBezTo>
                <a:cubicBezTo>
                  <a:pt x="451" y="570"/>
                  <a:pt x="451" y="570"/>
                  <a:pt x="451" y="570"/>
                </a:cubicBezTo>
                <a:cubicBezTo>
                  <a:pt x="451" y="570"/>
                  <a:pt x="451" y="570"/>
                  <a:pt x="451" y="570"/>
                </a:cubicBezTo>
                <a:cubicBezTo>
                  <a:pt x="451" y="570"/>
                  <a:pt x="451" y="570"/>
                  <a:pt x="451" y="570"/>
                </a:cubicBezTo>
                <a:cubicBezTo>
                  <a:pt x="451" y="570"/>
                  <a:pt x="451" y="570"/>
                  <a:pt x="451" y="570"/>
                </a:cubicBezTo>
                <a:cubicBezTo>
                  <a:pt x="451" y="570"/>
                  <a:pt x="451" y="570"/>
                  <a:pt x="451" y="570"/>
                </a:cubicBezTo>
                <a:cubicBezTo>
                  <a:pt x="451" y="571"/>
                  <a:pt x="451" y="571"/>
                  <a:pt x="451" y="571"/>
                </a:cubicBezTo>
                <a:cubicBezTo>
                  <a:pt x="451" y="571"/>
                  <a:pt x="451" y="571"/>
                  <a:pt x="451" y="571"/>
                </a:cubicBezTo>
                <a:cubicBezTo>
                  <a:pt x="451" y="571"/>
                  <a:pt x="451" y="571"/>
                  <a:pt x="451" y="571"/>
                </a:cubicBezTo>
                <a:cubicBezTo>
                  <a:pt x="451" y="571"/>
                  <a:pt x="451" y="571"/>
                  <a:pt x="451" y="571"/>
                </a:cubicBezTo>
                <a:cubicBezTo>
                  <a:pt x="451" y="571"/>
                  <a:pt x="451" y="571"/>
                  <a:pt x="451" y="571"/>
                </a:cubicBezTo>
                <a:cubicBezTo>
                  <a:pt x="451" y="571"/>
                  <a:pt x="451" y="571"/>
                  <a:pt x="451" y="571"/>
                </a:cubicBezTo>
                <a:cubicBezTo>
                  <a:pt x="451" y="571"/>
                  <a:pt x="451" y="571"/>
                  <a:pt x="451" y="571"/>
                </a:cubicBezTo>
                <a:cubicBezTo>
                  <a:pt x="451" y="571"/>
                  <a:pt x="451" y="571"/>
                  <a:pt x="451" y="571"/>
                </a:cubicBezTo>
                <a:cubicBezTo>
                  <a:pt x="451" y="654"/>
                  <a:pt x="416" y="728"/>
                  <a:pt x="360" y="779"/>
                </a:cubicBezTo>
                <a:cubicBezTo>
                  <a:pt x="360" y="779"/>
                  <a:pt x="360" y="779"/>
                  <a:pt x="360" y="779"/>
                </a:cubicBezTo>
                <a:cubicBezTo>
                  <a:pt x="360" y="779"/>
                  <a:pt x="360" y="779"/>
                  <a:pt x="360" y="779"/>
                </a:cubicBezTo>
                <a:cubicBezTo>
                  <a:pt x="360" y="779"/>
                  <a:pt x="360" y="779"/>
                  <a:pt x="360" y="779"/>
                </a:cubicBezTo>
                <a:cubicBezTo>
                  <a:pt x="372" y="790"/>
                  <a:pt x="383" y="802"/>
                  <a:pt x="393" y="815"/>
                </a:cubicBezTo>
                <a:cubicBezTo>
                  <a:pt x="399" y="820"/>
                  <a:pt x="405" y="824"/>
                  <a:pt x="410" y="829"/>
                </a:cubicBezTo>
                <a:cubicBezTo>
                  <a:pt x="409" y="831"/>
                  <a:pt x="407" y="832"/>
                  <a:pt x="406" y="833"/>
                </a:cubicBezTo>
                <a:cubicBezTo>
                  <a:pt x="434" y="876"/>
                  <a:pt x="450" y="926"/>
                  <a:pt x="451" y="980"/>
                </a:cubicBezTo>
                <a:cubicBezTo>
                  <a:pt x="451" y="980"/>
                  <a:pt x="451" y="980"/>
                  <a:pt x="451" y="980"/>
                </a:cubicBezTo>
                <a:cubicBezTo>
                  <a:pt x="451" y="980"/>
                  <a:pt x="451" y="980"/>
                  <a:pt x="451" y="980"/>
                </a:cubicBezTo>
                <a:cubicBezTo>
                  <a:pt x="451" y="980"/>
                  <a:pt x="451" y="980"/>
                  <a:pt x="451" y="980"/>
                </a:cubicBezTo>
                <a:cubicBezTo>
                  <a:pt x="451" y="981"/>
                  <a:pt x="451" y="981"/>
                  <a:pt x="451" y="981"/>
                </a:cubicBezTo>
                <a:cubicBezTo>
                  <a:pt x="451" y="981"/>
                  <a:pt x="451" y="981"/>
                  <a:pt x="451" y="981"/>
                </a:cubicBezTo>
                <a:cubicBezTo>
                  <a:pt x="451" y="981"/>
                  <a:pt x="451" y="981"/>
                  <a:pt x="451" y="981"/>
                </a:cubicBezTo>
                <a:cubicBezTo>
                  <a:pt x="451" y="981"/>
                  <a:pt x="451" y="981"/>
                  <a:pt x="451" y="981"/>
                </a:cubicBezTo>
                <a:cubicBezTo>
                  <a:pt x="451" y="982"/>
                  <a:pt x="451" y="982"/>
                  <a:pt x="451" y="982"/>
                </a:cubicBezTo>
                <a:cubicBezTo>
                  <a:pt x="451" y="982"/>
                  <a:pt x="451" y="982"/>
                  <a:pt x="451" y="982"/>
                </a:cubicBezTo>
                <a:cubicBezTo>
                  <a:pt x="451" y="982"/>
                  <a:pt x="451" y="982"/>
                  <a:pt x="451" y="982"/>
                </a:cubicBezTo>
                <a:cubicBezTo>
                  <a:pt x="451" y="982"/>
                  <a:pt x="451" y="982"/>
                  <a:pt x="451" y="982"/>
                </a:cubicBezTo>
                <a:cubicBezTo>
                  <a:pt x="451" y="982"/>
                  <a:pt x="451" y="982"/>
                  <a:pt x="451" y="982"/>
                </a:cubicBezTo>
                <a:cubicBezTo>
                  <a:pt x="451" y="982"/>
                  <a:pt x="451" y="982"/>
                  <a:pt x="451" y="982"/>
                </a:cubicBezTo>
                <a:cubicBezTo>
                  <a:pt x="451" y="982"/>
                  <a:pt x="451" y="983"/>
                  <a:pt x="451" y="983"/>
                </a:cubicBezTo>
                <a:cubicBezTo>
                  <a:pt x="451" y="983"/>
                  <a:pt x="451" y="983"/>
                  <a:pt x="451" y="983"/>
                </a:cubicBezTo>
                <a:cubicBezTo>
                  <a:pt x="451" y="983"/>
                  <a:pt x="451" y="983"/>
                  <a:pt x="451" y="983"/>
                </a:cubicBezTo>
                <a:cubicBezTo>
                  <a:pt x="451" y="983"/>
                  <a:pt x="451" y="983"/>
                  <a:pt x="451" y="983"/>
                </a:cubicBezTo>
                <a:cubicBezTo>
                  <a:pt x="451" y="983"/>
                  <a:pt x="451" y="983"/>
                  <a:pt x="451" y="983"/>
                </a:cubicBezTo>
                <a:cubicBezTo>
                  <a:pt x="451" y="983"/>
                  <a:pt x="451" y="983"/>
                  <a:pt x="451" y="983"/>
                </a:cubicBezTo>
                <a:cubicBezTo>
                  <a:pt x="451" y="983"/>
                  <a:pt x="451" y="984"/>
                  <a:pt x="451" y="984"/>
                </a:cubicBezTo>
                <a:cubicBezTo>
                  <a:pt x="451" y="984"/>
                  <a:pt x="451" y="984"/>
                  <a:pt x="451" y="984"/>
                </a:cubicBezTo>
                <a:cubicBezTo>
                  <a:pt x="451" y="984"/>
                  <a:pt x="451" y="984"/>
                  <a:pt x="451" y="984"/>
                </a:cubicBezTo>
                <a:cubicBezTo>
                  <a:pt x="451" y="984"/>
                  <a:pt x="451" y="984"/>
                  <a:pt x="451" y="984"/>
                </a:cubicBezTo>
                <a:cubicBezTo>
                  <a:pt x="451" y="984"/>
                  <a:pt x="451" y="984"/>
                  <a:pt x="451" y="984"/>
                </a:cubicBezTo>
                <a:cubicBezTo>
                  <a:pt x="451" y="984"/>
                  <a:pt x="451" y="984"/>
                  <a:pt x="451" y="984"/>
                </a:cubicBezTo>
                <a:cubicBezTo>
                  <a:pt x="451" y="984"/>
                  <a:pt x="451" y="985"/>
                  <a:pt x="451" y="985"/>
                </a:cubicBezTo>
                <a:cubicBezTo>
                  <a:pt x="451" y="985"/>
                  <a:pt x="451" y="985"/>
                  <a:pt x="451" y="985"/>
                </a:cubicBezTo>
                <a:cubicBezTo>
                  <a:pt x="451" y="985"/>
                  <a:pt x="451" y="985"/>
                  <a:pt x="451" y="985"/>
                </a:cubicBezTo>
                <a:cubicBezTo>
                  <a:pt x="451" y="985"/>
                  <a:pt x="451" y="985"/>
                  <a:pt x="451" y="985"/>
                </a:cubicBezTo>
                <a:cubicBezTo>
                  <a:pt x="451" y="985"/>
                  <a:pt x="451" y="985"/>
                  <a:pt x="451" y="985"/>
                </a:cubicBezTo>
                <a:cubicBezTo>
                  <a:pt x="451" y="985"/>
                  <a:pt x="451" y="985"/>
                  <a:pt x="451" y="985"/>
                </a:cubicBezTo>
                <a:cubicBezTo>
                  <a:pt x="451" y="985"/>
                  <a:pt x="451" y="986"/>
                  <a:pt x="451" y="986"/>
                </a:cubicBezTo>
                <a:cubicBezTo>
                  <a:pt x="451" y="986"/>
                  <a:pt x="451" y="986"/>
                  <a:pt x="451" y="986"/>
                </a:cubicBezTo>
                <a:cubicBezTo>
                  <a:pt x="451" y="986"/>
                  <a:pt x="451" y="986"/>
                  <a:pt x="451" y="986"/>
                </a:cubicBezTo>
                <a:cubicBezTo>
                  <a:pt x="451" y="986"/>
                  <a:pt x="451" y="986"/>
                  <a:pt x="451" y="986"/>
                </a:cubicBezTo>
                <a:cubicBezTo>
                  <a:pt x="451" y="986"/>
                  <a:pt x="451" y="986"/>
                  <a:pt x="451" y="986"/>
                </a:cubicBezTo>
                <a:cubicBezTo>
                  <a:pt x="451" y="986"/>
                  <a:pt x="451" y="986"/>
                  <a:pt x="451" y="986"/>
                </a:cubicBezTo>
                <a:cubicBezTo>
                  <a:pt x="451" y="1141"/>
                  <a:pt x="326" y="1266"/>
                  <a:pt x="171" y="1266"/>
                </a:cubicBezTo>
                <a:cubicBezTo>
                  <a:pt x="171" y="1266"/>
                  <a:pt x="171" y="1266"/>
                  <a:pt x="171" y="1266"/>
                </a:cubicBezTo>
                <a:cubicBezTo>
                  <a:pt x="171" y="1266"/>
                  <a:pt x="171" y="1266"/>
                  <a:pt x="171" y="1266"/>
                </a:cubicBezTo>
                <a:cubicBezTo>
                  <a:pt x="171" y="1266"/>
                  <a:pt x="171" y="1266"/>
                  <a:pt x="171" y="1266"/>
                </a:cubicBezTo>
                <a:cubicBezTo>
                  <a:pt x="171" y="1266"/>
                  <a:pt x="171" y="1266"/>
                  <a:pt x="171" y="1266"/>
                </a:cubicBezTo>
                <a:cubicBezTo>
                  <a:pt x="170" y="1266"/>
                  <a:pt x="170" y="1266"/>
                  <a:pt x="170" y="1266"/>
                </a:cubicBezTo>
                <a:cubicBezTo>
                  <a:pt x="170" y="1266"/>
                  <a:pt x="170" y="1266"/>
                  <a:pt x="170" y="1266"/>
                </a:cubicBezTo>
                <a:cubicBezTo>
                  <a:pt x="170" y="1266"/>
                  <a:pt x="170" y="1266"/>
                  <a:pt x="170" y="1266"/>
                </a:cubicBezTo>
                <a:cubicBezTo>
                  <a:pt x="169" y="1266"/>
                  <a:pt x="169" y="1266"/>
                  <a:pt x="169" y="1266"/>
                </a:cubicBezTo>
                <a:cubicBezTo>
                  <a:pt x="169" y="1266"/>
                  <a:pt x="169" y="1266"/>
                  <a:pt x="169" y="1266"/>
                </a:cubicBezTo>
                <a:cubicBezTo>
                  <a:pt x="169" y="1266"/>
                  <a:pt x="169" y="1266"/>
                  <a:pt x="169" y="1266"/>
                </a:cubicBezTo>
                <a:cubicBezTo>
                  <a:pt x="169" y="1266"/>
                  <a:pt x="169" y="1266"/>
                  <a:pt x="168" y="1266"/>
                </a:cubicBezTo>
                <a:cubicBezTo>
                  <a:pt x="168" y="1266"/>
                  <a:pt x="168" y="1266"/>
                  <a:pt x="168" y="1266"/>
                </a:cubicBezTo>
                <a:cubicBezTo>
                  <a:pt x="168" y="1266"/>
                  <a:pt x="168" y="1266"/>
                  <a:pt x="168" y="1266"/>
                </a:cubicBezTo>
                <a:cubicBezTo>
                  <a:pt x="168" y="1266"/>
                  <a:pt x="168" y="1266"/>
                  <a:pt x="168" y="1266"/>
                </a:cubicBezTo>
                <a:cubicBezTo>
                  <a:pt x="167" y="1266"/>
                  <a:pt x="167" y="1266"/>
                  <a:pt x="167" y="1266"/>
                </a:cubicBezTo>
                <a:cubicBezTo>
                  <a:pt x="167" y="1266"/>
                  <a:pt x="167" y="1266"/>
                  <a:pt x="167" y="1266"/>
                </a:cubicBezTo>
                <a:cubicBezTo>
                  <a:pt x="104" y="1265"/>
                  <a:pt x="47" y="1243"/>
                  <a:pt x="0" y="1208"/>
                </a:cubicBezTo>
                <a:cubicBezTo>
                  <a:pt x="52" y="1274"/>
                  <a:pt x="132" y="1317"/>
                  <a:pt x="222" y="1317"/>
                </a:cubicBezTo>
                <a:cubicBezTo>
                  <a:pt x="377" y="1317"/>
                  <a:pt x="502" y="1191"/>
                  <a:pt x="502" y="1037"/>
                </a:cubicBezTo>
                <a:cubicBezTo>
                  <a:pt x="502" y="955"/>
                  <a:pt x="467" y="881"/>
                  <a:pt x="410" y="829"/>
                </a:cubicBezTo>
                <a:cubicBezTo>
                  <a:pt x="467" y="778"/>
                  <a:pt x="502" y="704"/>
                  <a:pt x="502" y="622"/>
                </a:cubicBezTo>
                <a:cubicBezTo>
                  <a:pt x="502" y="540"/>
                  <a:pt x="467" y="466"/>
                  <a:pt x="410" y="415"/>
                </a:cubicBezTo>
                <a:cubicBezTo>
                  <a:pt x="467" y="364"/>
                  <a:pt x="502" y="290"/>
                  <a:pt x="502" y="208"/>
                </a:cubicBezTo>
                <a:cubicBezTo>
                  <a:pt x="502" y="125"/>
                  <a:pt x="467" y="52"/>
                  <a:pt x="410" y="0"/>
                </a:cubicBezTo>
              </a:path>
            </a:pathLst>
          </a:custGeom>
          <a:solidFill>
            <a:srgbClr val="A5B2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 name="Freeform 28"/>
          <p:cNvSpPr>
            <a:spLocks noEditPoints="1"/>
          </p:cNvSpPr>
          <p:nvPr/>
        </p:nvSpPr>
        <p:spPr bwMode="auto">
          <a:xfrm>
            <a:off x="9799535" y="2141538"/>
            <a:ext cx="314325" cy="1243013"/>
          </a:xfrm>
          <a:custGeom>
            <a:avLst/>
            <a:gdLst>
              <a:gd name="T0" fmla="*/ 91 w 91"/>
              <a:gd name="T1" fmla="*/ 153 h 360"/>
              <a:gd name="T2" fmla="*/ 0 w 91"/>
              <a:gd name="T3" fmla="*/ 360 h 360"/>
              <a:gd name="T4" fmla="*/ 0 w 91"/>
              <a:gd name="T5" fmla="*/ 360 h 360"/>
              <a:gd name="T6" fmla="*/ 91 w 91"/>
              <a:gd name="T7" fmla="*/ 153 h 360"/>
              <a:gd name="T8" fmla="*/ 91 w 91"/>
              <a:gd name="T9" fmla="*/ 153 h 360"/>
              <a:gd name="T10" fmla="*/ 91 w 91"/>
              <a:gd name="T11" fmla="*/ 153 h 360"/>
              <a:gd name="T12" fmla="*/ 91 w 91"/>
              <a:gd name="T13" fmla="*/ 153 h 360"/>
              <a:gd name="T14" fmla="*/ 91 w 91"/>
              <a:gd name="T15" fmla="*/ 153 h 360"/>
              <a:gd name="T16" fmla="*/ 91 w 91"/>
              <a:gd name="T17" fmla="*/ 152 h 360"/>
              <a:gd name="T18" fmla="*/ 91 w 91"/>
              <a:gd name="T19" fmla="*/ 153 h 360"/>
              <a:gd name="T20" fmla="*/ 91 w 91"/>
              <a:gd name="T21" fmla="*/ 152 h 360"/>
              <a:gd name="T22" fmla="*/ 91 w 91"/>
              <a:gd name="T23" fmla="*/ 152 h 360"/>
              <a:gd name="T24" fmla="*/ 91 w 91"/>
              <a:gd name="T25" fmla="*/ 152 h 360"/>
              <a:gd name="T26" fmla="*/ 91 w 91"/>
              <a:gd name="T27" fmla="*/ 152 h 360"/>
              <a:gd name="T28" fmla="*/ 91 w 91"/>
              <a:gd name="T29" fmla="*/ 152 h 360"/>
              <a:gd name="T30" fmla="*/ 91 w 91"/>
              <a:gd name="T31" fmla="*/ 152 h 360"/>
              <a:gd name="T32" fmla="*/ 91 w 91"/>
              <a:gd name="T33" fmla="*/ 152 h 360"/>
              <a:gd name="T34" fmla="*/ 91 w 91"/>
              <a:gd name="T35" fmla="*/ 151 h 360"/>
              <a:gd name="T36" fmla="*/ 91 w 91"/>
              <a:gd name="T37" fmla="*/ 152 h 360"/>
              <a:gd name="T38" fmla="*/ 91 w 91"/>
              <a:gd name="T39" fmla="*/ 151 h 360"/>
              <a:gd name="T40" fmla="*/ 91 w 91"/>
              <a:gd name="T41" fmla="*/ 151 h 360"/>
              <a:gd name="T42" fmla="*/ 91 w 91"/>
              <a:gd name="T43" fmla="*/ 151 h 360"/>
              <a:gd name="T44" fmla="*/ 91 w 91"/>
              <a:gd name="T45" fmla="*/ 151 h 360"/>
              <a:gd name="T46" fmla="*/ 91 w 91"/>
              <a:gd name="T47" fmla="*/ 151 h 360"/>
              <a:gd name="T48" fmla="*/ 91 w 91"/>
              <a:gd name="T49" fmla="*/ 151 h 360"/>
              <a:gd name="T50" fmla="*/ 91 w 91"/>
              <a:gd name="T51" fmla="*/ 151 h 360"/>
              <a:gd name="T52" fmla="*/ 91 w 91"/>
              <a:gd name="T53" fmla="*/ 150 h 360"/>
              <a:gd name="T54" fmla="*/ 91 w 91"/>
              <a:gd name="T55" fmla="*/ 151 h 360"/>
              <a:gd name="T56" fmla="*/ 91 w 91"/>
              <a:gd name="T57" fmla="*/ 150 h 360"/>
              <a:gd name="T58" fmla="*/ 91 w 91"/>
              <a:gd name="T59" fmla="*/ 150 h 360"/>
              <a:gd name="T60" fmla="*/ 91 w 91"/>
              <a:gd name="T61" fmla="*/ 150 h 360"/>
              <a:gd name="T62" fmla="*/ 91 w 91"/>
              <a:gd name="T63" fmla="*/ 150 h 360"/>
              <a:gd name="T64" fmla="*/ 91 w 91"/>
              <a:gd name="T65" fmla="*/ 150 h 360"/>
              <a:gd name="T66" fmla="*/ 91 w 91"/>
              <a:gd name="T67" fmla="*/ 150 h 360"/>
              <a:gd name="T68" fmla="*/ 91 w 91"/>
              <a:gd name="T69" fmla="*/ 150 h 360"/>
              <a:gd name="T70" fmla="*/ 91 w 91"/>
              <a:gd name="T71" fmla="*/ 149 h 360"/>
              <a:gd name="T72" fmla="*/ 91 w 91"/>
              <a:gd name="T73" fmla="*/ 150 h 360"/>
              <a:gd name="T74" fmla="*/ 91 w 91"/>
              <a:gd name="T75" fmla="*/ 149 h 360"/>
              <a:gd name="T76" fmla="*/ 91 w 91"/>
              <a:gd name="T77" fmla="*/ 149 h 360"/>
              <a:gd name="T78" fmla="*/ 91 w 91"/>
              <a:gd name="T79" fmla="*/ 149 h 360"/>
              <a:gd name="T80" fmla="*/ 91 w 91"/>
              <a:gd name="T81" fmla="*/ 149 h 360"/>
              <a:gd name="T82" fmla="*/ 91 w 91"/>
              <a:gd name="T83" fmla="*/ 149 h 360"/>
              <a:gd name="T84" fmla="*/ 91 w 91"/>
              <a:gd name="T85" fmla="*/ 149 h 360"/>
              <a:gd name="T86" fmla="*/ 91 w 91"/>
              <a:gd name="T87" fmla="*/ 149 h 360"/>
              <a:gd name="T88" fmla="*/ 91 w 91"/>
              <a:gd name="T89" fmla="*/ 148 h 360"/>
              <a:gd name="T90" fmla="*/ 91 w 91"/>
              <a:gd name="T91" fmla="*/ 149 h 360"/>
              <a:gd name="T92" fmla="*/ 91 w 91"/>
              <a:gd name="T93" fmla="*/ 148 h 360"/>
              <a:gd name="T94" fmla="*/ 91 w 91"/>
              <a:gd name="T95" fmla="*/ 148 h 360"/>
              <a:gd name="T96" fmla="*/ 91 w 91"/>
              <a:gd name="T97" fmla="*/ 148 h 360"/>
              <a:gd name="T98" fmla="*/ 91 w 91"/>
              <a:gd name="T99" fmla="*/ 148 h 360"/>
              <a:gd name="T100" fmla="*/ 91 w 91"/>
              <a:gd name="T101" fmla="*/ 147 h 360"/>
              <a:gd name="T102" fmla="*/ 91 w 91"/>
              <a:gd name="T103" fmla="*/ 148 h 360"/>
              <a:gd name="T104" fmla="*/ 91 w 91"/>
              <a:gd name="T105" fmla="*/ 147 h 360"/>
              <a:gd name="T106" fmla="*/ 91 w 91"/>
              <a:gd name="T107" fmla="*/ 147 h 360"/>
              <a:gd name="T108" fmla="*/ 91 w 91"/>
              <a:gd name="T109" fmla="*/ 147 h 360"/>
              <a:gd name="T110" fmla="*/ 91 w 91"/>
              <a:gd name="T111" fmla="*/ 147 h 360"/>
              <a:gd name="T112" fmla="*/ 91 w 91"/>
              <a:gd name="T113" fmla="*/ 146 h 360"/>
              <a:gd name="T114" fmla="*/ 91 w 91"/>
              <a:gd name="T115" fmla="*/ 147 h 360"/>
              <a:gd name="T116" fmla="*/ 91 w 91"/>
              <a:gd name="T117" fmla="*/ 146 h 360"/>
              <a:gd name="T118" fmla="*/ 46 w 91"/>
              <a:gd name="T119" fmla="*/ 0 h 360"/>
              <a:gd name="T120" fmla="*/ 46 w 91"/>
              <a:gd name="T121" fmla="*/ 0 h 360"/>
              <a:gd name="T122" fmla="*/ 91 w 91"/>
              <a:gd name="T123" fmla="*/ 146 h 360"/>
              <a:gd name="T124" fmla="*/ 46 w 91"/>
              <a:gd name="T125" fmla="*/ 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1" h="360">
                <a:moveTo>
                  <a:pt x="91" y="153"/>
                </a:moveTo>
                <a:cubicBezTo>
                  <a:pt x="91" y="235"/>
                  <a:pt x="56" y="309"/>
                  <a:pt x="0" y="360"/>
                </a:cubicBezTo>
                <a:cubicBezTo>
                  <a:pt x="0" y="360"/>
                  <a:pt x="0" y="360"/>
                  <a:pt x="0" y="360"/>
                </a:cubicBezTo>
                <a:cubicBezTo>
                  <a:pt x="56" y="309"/>
                  <a:pt x="91" y="235"/>
                  <a:pt x="91" y="153"/>
                </a:cubicBezTo>
                <a:cubicBezTo>
                  <a:pt x="91" y="153"/>
                  <a:pt x="91" y="153"/>
                  <a:pt x="91" y="153"/>
                </a:cubicBezTo>
                <a:moveTo>
                  <a:pt x="91" y="153"/>
                </a:moveTo>
                <a:cubicBezTo>
                  <a:pt x="91" y="153"/>
                  <a:pt x="91" y="153"/>
                  <a:pt x="91" y="153"/>
                </a:cubicBezTo>
                <a:cubicBezTo>
                  <a:pt x="91" y="153"/>
                  <a:pt x="91" y="153"/>
                  <a:pt x="91" y="153"/>
                </a:cubicBezTo>
                <a:moveTo>
                  <a:pt x="91" y="152"/>
                </a:moveTo>
                <a:cubicBezTo>
                  <a:pt x="91" y="152"/>
                  <a:pt x="91" y="152"/>
                  <a:pt x="91" y="153"/>
                </a:cubicBezTo>
                <a:cubicBezTo>
                  <a:pt x="91" y="152"/>
                  <a:pt x="91" y="152"/>
                  <a:pt x="91" y="152"/>
                </a:cubicBezTo>
                <a:moveTo>
                  <a:pt x="91" y="152"/>
                </a:moveTo>
                <a:cubicBezTo>
                  <a:pt x="91" y="152"/>
                  <a:pt x="91" y="152"/>
                  <a:pt x="91" y="152"/>
                </a:cubicBezTo>
                <a:cubicBezTo>
                  <a:pt x="91" y="152"/>
                  <a:pt x="91" y="152"/>
                  <a:pt x="91" y="152"/>
                </a:cubicBezTo>
                <a:moveTo>
                  <a:pt x="91" y="152"/>
                </a:moveTo>
                <a:cubicBezTo>
                  <a:pt x="91" y="152"/>
                  <a:pt x="91" y="152"/>
                  <a:pt x="91" y="152"/>
                </a:cubicBezTo>
                <a:cubicBezTo>
                  <a:pt x="91" y="152"/>
                  <a:pt x="91" y="152"/>
                  <a:pt x="91" y="152"/>
                </a:cubicBezTo>
                <a:moveTo>
                  <a:pt x="91" y="151"/>
                </a:moveTo>
                <a:cubicBezTo>
                  <a:pt x="91" y="151"/>
                  <a:pt x="91" y="152"/>
                  <a:pt x="91" y="152"/>
                </a:cubicBezTo>
                <a:cubicBezTo>
                  <a:pt x="91" y="152"/>
                  <a:pt x="91" y="151"/>
                  <a:pt x="91" y="151"/>
                </a:cubicBezTo>
                <a:moveTo>
                  <a:pt x="91" y="151"/>
                </a:moveTo>
                <a:cubicBezTo>
                  <a:pt x="91" y="151"/>
                  <a:pt x="91" y="151"/>
                  <a:pt x="91" y="151"/>
                </a:cubicBezTo>
                <a:cubicBezTo>
                  <a:pt x="91" y="151"/>
                  <a:pt x="91" y="151"/>
                  <a:pt x="91" y="151"/>
                </a:cubicBezTo>
                <a:moveTo>
                  <a:pt x="91" y="151"/>
                </a:moveTo>
                <a:cubicBezTo>
                  <a:pt x="91" y="151"/>
                  <a:pt x="91" y="151"/>
                  <a:pt x="91" y="151"/>
                </a:cubicBezTo>
                <a:cubicBezTo>
                  <a:pt x="91" y="151"/>
                  <a:pt x="91" y="151"/>
                  <a:pt x="91" y="151"/>
                </a:cubicBezTo>
                <a:moveTo>
                  <a:pt x="91" y="150"/>
                </a:moveTo>
                <a:cubicBezTo>
                  <a:pt x="91" y="150"/>
                  <a:pt x="91" y="151"/>
                  <a:pt x="91" y="151"/>
                </a:cubicBezTo>
                <a:cubicBezTo>
                  <a:pt x="91" y="151"/>
                  <a:pt x="91" y="150"/>
                  <a:pt x="91" y="150"/>
                </a:cubicBezTo>
                <a:moveTo>
                  <a:pt x="91" y="150"/>
                </a:moveTo>
                <a:cubicBezTo>
                  <a:pt x="91" y="150"/>
                  <a:pt x="91" y="150"/>
                  <a:pt x="91" y="150"/>
                </a:cubicBezTo>
                <a:cubicBezTo>
                  <a:pt x="91" y="150"/>
                  <a:pt x="91" y="150"/>
                  <a:pt x="91" y="150"/>
                </a:cubicBezTo>
                <a:moveTo>
                  <a:pt x="91" y="150"/>
                </a:moveTo>
                <a:cubicBezTo>
                  <a:pt x="91" y="150"/>
                  <a:pt x="91" y="150"/>
                  <a:pt x="91" y="150"/>
                </a:cubicBezTo>
                <a:cubicBezTo>
                  <a:pt x="91" y="150"/>
                  <a:pt x="91" y="150"/>
                  <a:pt x="91" y="150"/>
                </a:cubicBezTo>
                <a:moveTo>
                  <a:pt x="91" y="149"/>
                </a:moveTo>
                <a:cubicBezTo>
                  <a:pt x="91" y="149"/>
                  <a:pt x="91" y="150"/>
                  <a:pt x="91" y="150"/>
                </a:cubicBezTo>
                <a:cubicBezTo>
                  <a:pt x="91" y="150"/>
                  <a:pt x="91" y="149"/>
                  <a:pt x="91" y="149"/>
                </a:cubicBezTo>
                <a:moveTo>
                  <a:pt x="91" y="149"/>
                </a:moveTo>
                <a:cubicBezTo>
                  <a:pt x="91" y="149"/>
                  <a:pt x="91" y="149"/>
                  <a:pt x="91" y="149"/>
                </a:cubicBezTo>
                <a:cubicBezTo>
                  <a:pt x="91" y="149"/>
                  <a:pt x="91" y="149"/>
                  <a:pt x="91" y="149"/>
                </a:cubicBezTo>
                <a:moveTo>
                  <a:pt x="91" y="149"/>
                </a:moveTo>
                <a:cubicBezTo>
                  <a:pt x="91" y="149"/>
                  <a:pt x="91" y="149"/>
                  <a:pt x="91" y="149"/>
                </a:cubicBezTo>
                <a:cubicBezTo>
                  <a:pt x="91" y="149"/>
                  <a:pt x="91" y="149"/>
                  <a:pt x="91" y="149"/>
                </a:cubicBezTo>
                <a:moveTo>
                  <a:pt x="91" y="148"/>
                </a:moveTo>
                <a:cubicBezTo>
                  <a:pt x="91" y="148"/>
                  <a:pt x="91" y="149"/>
                  <a:pt x="91" y="149"/>
                </a:cubicBezTo>
                <a:cubicBezTo>
                  <a:pt x="91" y="149"/>
                  <a:pt x="91" y="148"/>
                  <a:pt x="91" y="148"/>
                </a:cubicBezTo>
                <a:moveTo>
                  <a:pt x="91" y="148"/>
                </a:moveTo>
                <a:cubicBezTo>
                  <a:pt x="91" y="148"/>
                  <a:pt x="91" y="148"/>
                  <a:pt x="91" y="148"/>
                </a:cubicBezTo>
                <a:cubicBezTo>
                  <a:pt x="91" y="148"/>
                  <a:pt x="91" y="148"/>
                  <a:pt x="91" y="148"/>
                </a:cubicBezTo>
                <a:moveTo>
                  <a:pt x="91" y="147"/>
                </a:moveTo>
                <a:cubicBezTo>
                  <a:pt x="91" y="148"/>
                  <a:pt x="91" y="148"/>
                  <a:pt x="91" y="148"/>
                </a:cubicBezTo>
                <a:cubicBezTo>
                  <a:pt x="91" y="148"/>
                  <a:pt x="91" y="148"/>
                  <a:pt x="91" y="147"/>
                </a:cubicBezTo>
                <a:moveTo>
                  <a:pt x="91" y="147"/>
                </a:moveTo>
                <a:cubicBezTo>
                  <a:pt x="91" y="147"/>
                  <a:pt x="91" y="147"/>
                  <a:pt x="91" y="147"/>
                </a:cubicBezTo>
                <a:cubicBezTo>
                  <a:pt x="91" y="147"/>
                  <a:pt x="91" y="147"/>
                  <a:pt x="91" y="147"/>
                </a:cubicBezTo>
                <a:moveTo>
                  <a:pt x="91" y="146"/>
                </a:moveTo>
                <a:cubicBezTo>
                  <a:pt x="91" y="147"/>
                  <a:pt x="91" y="147"/>
                  <a:pt x="91" y="147"/>
                </a:cubicBezTo>
                <a:cubicBezTo>
                  <a:pt x="91" y="147"/>
                  <a:pt x="91" y="147"/>
                  <a:pt x="91" y="146"/>
                </a:cubicBezTo>
                <a:moveTo>
                  <a:pt x="46" y="0"/>
                </a:moveTo>
                <a:cubicBezTo>
                  <a:pt x="46" y="0"/>
                  <a:pt x="46" y="0"/>
                  <a:pt x="46" y="0"/>
                </a:cubicBezTo>
                <a:cubicBezTo>
                  <a:pt x="74" y="42"/>
                  <a:pt x="90" y="92"/>
                  <a:pt x="91" y="146"/>
                </a:cubicBezTo>
                <a:cubicBezTo>
                  <a:pt x="90" y="92"/>
                  <a:pt x="74" y="42"/>
                  <a:pt x="46"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 name="Freeform 29"/>
          <p:cNvSpPr>
            <a:spLocks noEditPoints="1"/>
          </p:cNvSpPr>
          <p:nvPr/>
        </p:nvSpPr>
        <p:spPr bwMode="auto">
          <a:xfrm>
            <a:off x="9799535" y="3384550"/>
            <a:ext cx="314325" cy="1431925"/>
          </a:xfrm>
          <a:custGeom>
            <a:avLst/>
            <a:gdLst>
              <a:gd name="T0" fmla="*/ 0 w 91"/>
              <a:gd name="T1" fmla="*/ 415 h 415"/>
              <a:gd name="T2" fmla="*/ 91 w 91"/>
              <a:gd name="T3" fmla="*/ 207 h 415"/>
              <a:gd name="T4" fmla="*/ 91 w 91"/>
              <a:gd name="T5" fmla="*/ 207 h 415"/>
              <a:gd name="T6" fmla="*/ 91 w 91"/>
              <a:gd name="T7" fmla="*/ 207 h 415"/>
              <a:gd name="T8" fmla="*/ 91 w 91"/>
              <a:gd name="T9" fmla="*/ 207 h 415"/>
              <a:gd name="T10" fmla="*/ 91 w 91"/>
              <a:gd name="T11" fmla="*/ 206 h 415"/>
              <a:gd name="T12" fmla="*/ 91 w 91"/>
              <a:gd name="T13" fmla="*/ 206 h 415"/>
              <a:gd name="T14" fmla="*/ 91 w 91"/>
              <a:gd name="T15" fmla="*/ 206 h 415"/>
              <a:gd name="T16" fmla="*/ 91 w 91"/>
              <a:gd name="T17" fmla="*/ 206 h 415"/>
              <a:gd name="T18" fmla="*/ 91 w 91"/>
              <a:gd name="T19" fmla="*/ 206 h 415"/>
              <a:gd name="T20" fmla="*/ 91 w 91"/>
              <a:gd name="T21" fmla="*/ 206 h 415"/>
              <a:gd name="T22" fmla="*/ 91 w 91"/>
              <a:gd name="T23" fmla="*/ 205 h 415"/>
              <a:gd name="T24" fmla="*/ 91 w 91"/>
              <a:gd name="T25" fmla="*/ 205 h 415"/>
              <a:gd name="T26" fmla="*/ 91 w 91"/>
              <a:gd name="T27" fmla="*/ 205 h 415"/>
              <a:gd name="T28" fmla="*/ 91 w 91"/>
              <a:gd name="T29" fmla="*/ 205 h 415"/>
              <a:gd name="T30" fmla="*/ 91 w 91"/>
              <a:gd name="T31" fmla="*/ 205 h 415"/>
              <a:gd name="T32" fmla="*/ 91 w 91"/>
              <a:gd name="T33" fmla="*/ 204 h 415"/>
              <a:gd name="T34" fmla="*/ 91 w 91"/>
              <a:gd name="T35" fmla="*/ 204 h 415"/>
              <a:gd name="T36" fmla="*/ 91 w 91"/>
              <a:gd name="T37" fmla="*/ 204 h 415"/>
              <a:gd name="T38" fmla="*/ 91 w 91"/>
              <a:gd name="T39" fmla="*/ 204 h 415"/>
              <a:gd name="T40" fmla="*/ 91 w 91"/>
              <a:gd name="T41" fmla="*/ 203 h 415"/>
              <a:gd name="T42" fmla="*/ 91 w 91"/>
              <a:gd name="T43" fmla="*/ 203 h 415"/>
              <a:gd name="T44" fmla="*/ 91 w 91"/>
              <a:gd name="T45" fmla="*/ 203 h 415"/>
              <a:gd name="T46" fmla="*/ 91 w 91"/>
              <a:gd name="T47" fmla="*/ 203 h 415"/>
              <a:gd name="T48" fmla="*/ 91 w 91"/>
              <a:gd name="T49" fmla="*/ 203 h 415"/>
              <a:gd name="T50" fmla="*/ 91 w 91"/>
              <a:gd name="T51" fmla="*/ 202 h 415"/>
              <a:gd name="T52" fmla="*/ 91 w 91"/>
              <a:gd name="T53" fmla="*/ 202 h 415"/>
              <a:gd name="T54" fmla="*/ 91 w 91"/>
              <a:gd name="T55" fmla="*/ 202 h 415"/>
              <a:gd name="T56" fmla="*/ 91 w 91"/>
              <a:gd name="T57" fmla="*/ 202 h 415"/>
              <a:gd name="T58" fmla="*/ 91 w 91"/>
              <a:gd name="T59" fmla="*/ 200 h 415"/>
              <a:gd name="T60" fmla="*/ 91 w 91"/>
              <a:gd name="T61" fmla="*/ 200 h 415"/>
              <a:gd name="T62" fmla="*/ 46 w 91"/>
              <a:gd name="T63" fmla="*/ 55 h 415"/>
              <a:gd name="T64" fmla="*/ 46 w 91"/>
              <a:gd name="T65" fmla="*/ 55 h 415"/>
              <a:gd name="T66" fmla="*/ 33 w 91"/>
              <a:gd name="T67" fmla="*/ 37 h 415"/>
              <a:gd name="T68" fmla="*/ 0 w 91"/>
              <a:gd name="T69" fmla="*/ 0 h 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1" h="415">
                <a:moveTo>
                  <a:pt x="91" y="207"/>
                </a:moveTo>
                <a:cubicBezTo>
                  <a:pt x="91" y="290"/>
                  <a:pt x="56" y="364"/>
                  <a:pt x="0" y="415"/>
                </a:cubicBezTo>
                <a:cubicBezTo>
                  <a:pt x="0" y="415"/>
                  <a:pt x="0" y="415"/>
                  <a:pt x="0" y="415"/>
                </a:cubicBezTo>
                <a:cubicBezTo>
                  <a:pt x="56" y="364"/>
                  <a:pt x="91" y="290"/>
                  <a:pt x="91" y="207"/>
                </a:cubicBezTo>
                <a:cubicBezTo>
                  <a:pt x="91" y="207"/>
                  <a:pt x="91" y="207"/>
                  <a:pt x="91" y="207"/>
                </a:cubicBezTo>
                <a:moveTo>
                  <a:pt x="91" y="207"/>
                </a:moveTo>
                <a:cubicBezTo>
                  <a:pt x="91" y="207"/>
                  <a:pt x="91" y="207"/>
                  <a:pt x="91" y="207"/>
                </a:cubicBezTo>
                <a:cubicBezTo>
                  <a:pt x="91" y="207"/>
                  <a:pt x="91" y="207"/>
                  <a:pt x="91" y="207"/>
                </a:cubicBezTo>
                <a:moveTo>
                  <a:pt x="91" y="207"/>
                </a:moveTo>
                <a:cubicBezTo>
                  <a:pt x="91" y="207"/>
                  <a:pt x="91" y="207"/>
                  <a:pt x="91" y="207"/>
                </a:cubicBezTo>
                <a:cubicBezTo>
                  <a:pt x="91" y="207"/>
                  <a:pt x="91" y="207"/>
                  <a:pt x="91" y="207"/>
                </a:cubicBezTo>
                <a:moveTo>
                  <a:pt x="91" y="206"/>
                </a:moveTo>
                <a:cubicBezTo>
                  <a:pt x="91" y="207"/>
                  <a:pt x="91" y="207"/>
                  <a:pt x="91" y="207"/>
                </a:cubicBezTo>
                <a:cubicBezTo>
                  <a:pt x="91" y="207"/>
                  <a:pt x="91" y="207"/>
                  <a:pt x="91" y="206"/>
                </a:cubicBezTo>
                <a:moveTo>
                  <a:pt x="91" y="206"/>
                </a:moveTo>
                <a:cubicBezTo>
                  <a:pt x="91" y="206"/>
                  <a:pt x="91" y="206"/>
                  <a:pt x="91" y="206"/>
                </a:cubicBezTo>
                <a:cubicBezTo>
                  <a:pt x="91" y="206"/>
                  <a:pt x="91" y="206"/>
                  <a:pt x="91" y="206"/>
                </a:cubicBezTo>
                <a:moveTo>
                  <a:pt x="91" y="206"/>
                </a:moveTo>
                <a:cubicBezTo>
                  <a:pt x="91" y="206"/>
                  <a:pt x="91" y="206"/>
                  <a:pt x="91" y="206"/>
                </a:cubicBezTo>
                <a:cubicBezTo>
                  <a:pt x="91" y="206"/>
                  <a:pt x="91" y="206"/>
                  <a:pt x="91" y="206"/>
                </a:cubicBezTo>
                <a:moveTo>
                  <a:pt x="91" y="206"/>
                </a:moveTo>
                <a:cubicBezTo>
                  <a:pt x="91" y="206"/>
                  <a:pt x="91" y="206"/>
                  <a:pt x="91" y="206"/>
                </a:cubicBezTo>
                <a:cubicBezTo>
                  <a:pt x="91" y="206"/>
                  <a:pt x="91" y="206"/>
                  <a:pt x="91" y="206"/>
                </a:cubicBezTo>
                <a:moveTo>
                  <a:pt x="91" y="205"/>
                </a:moveTo>
                <a:cubicBezTo>
                  <a:pt x="91" y="205"/>
                  <a:pt x="91" y="205"/>
                  <a:pt x="91" y="205"/>
                </a:cubicBezTo>
                <a:cubicBezTo>
                  <a:pt x="91" y="205"/>
                  <a:pt x="91" y="205"/>
                  <a:pt x="91" y="205"/>
                </a:cubicBezTo>
                <a:moveTo>
                  <a:pt x="91" y="205"/>
                </a:moveTo>
                <a:cubicBezTo>
                  <a:pt x="91" y="205"/>
                  <a:pt x="91" y="205"/>
                  <a:pt x="91" y="205"/>
                </a:cubicBezTo>
                <a:cubicBezTo>
                  <a:pt x="91" y="205"/>
                  <a:pt x="91" y="205"/>
                  <a:pt x="91" y="205"/>
                </a:cubicBezTo>
                <a:moveTo>
                  <a:pt x="91" y="205"/>
                </a:moveTo>
                <a:cubicBezTo>
                  <a:pt x="91" y="205"/>
                  <a:pt x="91" y="205"/>
                  <a:pt x="91" y="205"/>
                </a:cubicBezTo>
                <a:cubicBezTo>
                  <a:pt x="91" y="205"/>
                  <a:pt x="91" y="205"/>
                  <a:pt x="91" y="205"/>
                </a:cubicBezTo>
                <a:moveTo>
                  <a:pt x="91" y="204"/>
                </a:moveTo>
                <a:cubicBezTo>
                  <a:pt x="91" y="204"/>
                  <a:pt x="91" y="204"/>
                  <a:pt x="91" y="204"/>
                </a:cubicBezTo>
                <a:cubicBezTo>
                  <a:pt x="91" y="204"/>
                  <a:pt x="91" y="204"/>
                  <a:pt x="91" y="204"/>
                </a:cubicBezTo>
                <a:moveTo>
                  <a:pt x="91" y="204"/>
                </a:moveTo>
                <a:cubicBezTo>
                  <a:pt x="91" y="204"/>
                  <a:pt x="91" y="204"/>
                  <a:pt x="91" y="204"/>
                </a:cubicBezTo>
                <a:cubicBezTo>
                  <a:pt x="91" y="204"/>
                  <a:pt x="91" y="204"/>
                  <a:pt x="91" y="204"/>
                </a:cubicBezTo>
                <a:moveTo>
                  <a:pt x="91" y="204"/>
                </a:moveTo>
                <a:cubicBezTo>
                  <a:pt x="91" y="204"/>
                  <a:pt x="91" y="204"/>
                  <a:pt x="91" y="204"/>
                </a:cubicBezTo>
                <a:cubicBezTo>
                  <a:pt x="91" y="204"/>
                  <a:pt x="91" y="204"/>
                  <a:pt x="91" y="204"/>
                </a:cubicBezTo>
                <a:moveTo>
                  <a:pt x="91" y="203"/>
                </a:moveTo>
                <a:cubicBezTo>
                  <a:pt x="91" y="203"/>
                  <a:pt x="91" y="203"/>
                  <a:pt x="91" y="203"/>
                </a:cubicBezTo>
                <a:cubicBezTo>
                  <a:pt x="91" y="203"/>
                  <a:pt x="91" y="203"/>
                  <a:pt x="91" y="203"/>
                </a:cubicBezTo>
                <a:moveTo>
                  <a:pt x="91" y="203"/>
                </a:moveTo>
                <a:cubicBezTo>
                  <a:pt x="91" y="203"/>
                  <a:pt x="91" y="203"/>
                  <a:pt x="91" y="203"/>
                </a:cubicBezTo>
                <a:cubicBezTo>
                  <a:pt x="91" y="203"/>
                  <a:pt x="91" y="203"/>
                  <a:pt x="91" y="203"/>
                </a:cubicBezTo>
                <a:moveTo>
                  <a:pt x="91" y="203"/>
                </a:moveTo>
                <a:cubicBezTo>
                  <a:pt x="91" y="203"/>
                  <a:pt x="91" y="203"/>
                  <a:pt x="91" y="203"/>
                </a:cubicBezTo>
                <a:cubicBezTo>
                  <a:pt x="91" y="203"/>
                  <a:pt x="91" y="203"/>
                  <a:pt x="91" y="203"/>
                </a:cubicBezTo>
                <a:moveTo>
                  <a:pt x="91" y="202"/>
                </a:moveTo>
                <a:cubicBezTo>
                  <a:pt x="91" y="202"/>
                  <a:pt x="91" y="202"/>
                  <a:pt x="91" y="202"/>
                </a:cubicBezTo>
                <a:cubicBezTo>
                  <a:pt x="91" y="202"/>
                  <a:pt x="91" y="202"/>
                  <a:pt x="91" y="202"/>
                </a:cubicBezTo>
                <a:moveTo>
                  <a:pt x="91" y="202"/>
                </a:moveTo>
                <a:cubicBezTo>
                  <a:pt x="91" y="202"/>
                  <a:pt x="91" y="202"/>
                  <a:pt x="91" y="202"/>
                </a:cubicBezTo>
                <a:cubicBezTo>
                  <a:pt x="91" y="202"/>
                  <a:pt x="91" y="202"/>
                  <a:pt x="91" y="202"/>
                </a:cubicBezTo>
                <a:moveTo>
                  <a:pt x="91" y="201"/>
                </a:moveTo>
                <a:cubicBezTo>
                  <a:pt x="91" y="201"/>
                  <a:pt x="91" y="201"/>
                  <a:pt x="91" y="202"/>
                </a:cubicBezTo>
                <a:cubicBezTo>
                  <a:pt x="91" y="201"/>
                  <a:pt x="91" y="201"/>
                  <a:pt x="91" y="201"/>
                </a:cubicBezTo>
                <a:moveTo>
                  <a:pt x="91" y="200"/>
                </a:moveTo>
                <a:cubicBezTo>
                  <a:pt x="91" y="200"/>
                  <a:pt x="91" y="201"/>
                  <a:pt x="91" y="201"/>
                </a:cubicBezTo>
                <a:cubicBezTo>
                  <a:pt x="91" y="201"/>
                  <a:pt x="91" y="200"/>
                  <a:pt x="91" y="200"/>
                </a:cubicBezTo>
                <a:moveTo>
                  <a:pt x="46" y="55"/>
                </a:moveTo>
                <a:cubicBezTo>
                  <a:pt x="46" y="55"/>
                  <a:pt x="46" y="55"/>
                  <a:pt x="46" y="55"/>
                </a:cubicBezTo>
                <a:cubicBezTo>
                  <a:pt x="73" y="97"/>
                  <a:pt x="90" y="146"/>
                  <a:pt x="91" y="200"/>
                </a:cubicBezTo>
                <a:cubicBezTo>
                  <a:pt x="90" y="146"/>
                  <a:pt x="73" y="97"/>
                  <a:pt x="46" y="55"/>
                </a:cubicBezTo>
                <a:moveTo>
                  <a:pt x="0" y="0"/>
                </a:moveTo>
                <a:cubicBezTo>
                  <a:pt x="12" y="11"/>
                  <a:pt x="23" y="23"/>
                  <a:pt x="33" y="37"/>
                </a:cubicBezTo>
                <a:cubicBezTo>
                  <a:pt x="33" y="37"/>
                  <a:pt x="33" y="37"/>
                  <a:pt x="33" y="37"/>
                </a:cubicBezTo>
                <a:cubicBezTo>
                  <a:pt x="23" y="23"/>
                  <a:pt x="12" y="11"/>
                  <a:pt x="0"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 name="Freeform 30"/>
          <p:cNvSpPr>
            <a:spLocks noEditPoints="1"/>
          </p:cNvSpPr>
          <p:nvPr/>
        </p:nvSpPr>
        <p:spPr bwMode="auto">
          <a:xfrm>
            <a:off x="8556522" y="4816475"/>
            <a:ext cx="1557338" cy="1682750"/>
          </a:xfrm>
          <a:custGeom>
            <a:avLst/>
            <a:gdLst>
              <a:gd name="T0" fmla="*/ 171 w 451"/>
              <a:gd name="T1" fmla="*/ 487 h 487"/>
              <a:gd name="T2" fmla="*/ 170 w 451"/>
              <a:gd name="T3" fmla="*/ 487 h 487"/>
              <a:gd name="T4" fmla="*/ 170 w 451"/>
              <a:gd name="T5" fmla="*/ 487 h 487"/>
              <a:gd name="T6" fmla="*/ 170 w 451"/>
              <a:gd name="T7" fmla="*/ 487 h 487"/>
              <a:gd name="T8" fmla="*/ 169 w 451"/>
              <a:gd name="T9" fmla="*/ 487 h 487"/>
              <a:gd name="T10" fmla="*/ 169 w 451"/>
              <a:gd name="T11" fmla="*/ 487 h 487"/>
              <a:gd name="T12" fmla="*/ 169 w 451"/>
              <a:gd name="T13" fmla="*/ 487 h 487"/>
              <a:gd name="T14" fmla="*/ 168 w 451"/>
              <a:gd name="T15" fmla="*/ 487 h 487"/>
              <a:gd name="T16" fmla="*/ 168 w 451"/>
              <a:gd name="T17" fmla="*/ 487 h 487"/>
              <a:gd name="T18" fmla="*/ 168 w 451"/>
              <a:gd name="T19" fmla="*/ 487 h 487"/>
              <a:gd name="T20" fmla="*/ 0 w 451"/>
              <a:gd name="T21" fmla="*/ 429 h 487"/>
              <a:gd name="T22" fmla="*/ 167 w 451"/>
              <a:gd name="T23" fmla="*/ 487 h 487"/>
              <a:gd name="T24" fmla="*/ 451 w 451"/>
              <a:gd name="T25" fmla="*/ 207 h 487"/>
              <a:gd name="T26" fmla="*/ 171 w 451"/>
              <a:gd name="T27" fmla="*/ 487 h 487"/>
              <a:gd name="T28" fmla="*/ 451 w 451"/>
              <a:gd name="T29" fmla="*/ 207 h 487"/>
              <a:gd name="T30" fmla="*/ 451 w 451"/>
              <a:gd name="T31" fmla="*/ 207 h 487"/>
              <a:gd name="T32" fmla="*/ 451 w 451"/>
              <a:gd name="T33" fmla="*/ 207 h 487"/>
              <a:gd name="T34" fmla="*/ 451 w 451"/>
              <a:gd name="T35" fmla="*/ 207 h 487"/>
              <a:gd name="T36" fmla="*/ 451 w 451"/>
              <a:gd name="T37" fmla="*/ 206 h 487"/>
              <a:gd name="T38" fmla="*/ 451 w 451"/>
              <a:gd name="T39" fmla="*/ 206 h 487"/>
              <a:gd name="T40" fmla="*/ 451 w 451"/>
              <a:gd name="T41" fmla="*/ 206 h 487"/>
              <a:gd name="T42" fmla="*/ 451 w 451"/>
              <a:gd name="T43" fmla="*/ 205 h 487"/>
              <a:gd name="T44" fmla="*/ 451 w 451"/>
              <a:gd name="T45" fmla="*/ 205 h 487"/>
              <a:gd name="T46" fmla="*/ 451 w 451"/>
              <a:gd name="T47" fmla="*/ 205 h 487"/>
              <a:gd name="T48" fmla="*/ 451 w 451"/>
              <a:gd name="T49" fmla="*/ 205 h 487"/>
              <a:gd name="T50" fmla="*/ 451 w 451"/>
              <a:gd name="T51" fmla="*/ 205 h 487"/>
              <a:gd name="T52" fmla="*/ 451 w 451"/>
              <a:gd name="T53" fmla="*/ 205 h 487"/>
              <a:gd name="T54" fmla="*/ 451 w 451"/>
              <a:gd name="T55" fmla="*/ 204 h 487"/>
              <a:gd name="T56" fmla="*/ 451 w 451"/>
              <a:gd name="T57" fmla="*/ 204 h 487"/>
              <a:gd name="T58" fmla="*/ 451 w 451"/>
              <a:gd name="T59" fmla="*/ 204 h 487"/>
              <a:gd name="T60" fmla="*/ 451 w 451"/>
              <a:gd name="T61" fmla="*/ 203 h 487"/>
              <a:gd name="T62" fmla="*/ 451 w 451"/>
              <a:gd name="T63" fmla="*/ 203 h 487"/>
              <a:gd name="T64" fmla="*/ 451 w 451"/>
              <a:gd name="T65" fmla="*/ 203 h 487"/>
              <a:gd name="T66" fmla="*/ 451 w 451"/>
              <a:gd name="T67" fmla="*/ 203 h 487"/>
              <a:gd name="T68" fmla="*/ 451 w 451"/>
              <a:gd name="T69" fmla="*/ 203 h 487"/>
              <a:gd name="T70" fmla="*/ 451 w 451"/>
              <a:gd name="T71" fmla="*/ 203 h 487"/>
              <a:gd name="T72" fmla="*/ 451 w 451"/>
              <a:gd name="T73" fmla="*/ 202 h 487"/>
              <a:gd name="T74" fmla="*/ 451 w 451"/>
              <a:gd name="T75" fmla="*/ 202 h 487"/>
              <a:gd name="T76" fmla="*/ 451 w 451"/>
              <a:gd name="T77" fmla="*/ 202 h 487"/>
              <a:gd name="T78" fmla="*/ 451 w 451"/>
              <a:gd name="T79" fmla="*/ 201 h 487"/>
              <a:gd name="T80" fmla="*/ 451 w 451"/>
              <a:gd name="T81" fmla="*/ 201 h 487"/>
              <a:gd name="T82" fmla="*/ 406 w 451"/>
              <a:gd name="T83" fmla="*/ 54 h 487"/>
              <a:gd name="T84" fmla="*/ 406 w 451"/>
              <a:gd name="T85" fmla="*/ 54 h 487"/>
              <a:gd name="T86" fmla="*/ 393 w 451"/>
              <a:gd name="T87" fmla="*/ 36 h 487"/>
              <a:gd name="T88" fmla="*/ 360 w 451"/>
              <a:gd name="T89" fmla="*/ 0 h 487"/>
              <a:gd name="T90" fmla="*/ 360 w 451"/>
              <a:gd name="T91" fmla="*/ 0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51" h="487">
                <a:moveTo>
                  <a:pt x="171" y="487"/>
                </a:moveTo>
                <a:cubicBezTo>
                  <a:pt x="171" y="487"/>
                  <a:pt x="171" y="487"/>
                  <a:pt x="171" y="487"/>
                </a:cubicBezTo>
                <a:cubicBezTo>
                  <a:pt x="171" y="487"/>
                  <a:pt x="171" y="487"/>
                  <a:pt x="171" y="487"/>
                </a:cubicBezTo>
                <a:moveTo>
                  <a:pt x="170" y="487"/>
                </a:moveTo>
                <a:cubicBezTo>
                  <a:pt x="170" y="487"/>
                  <a:pt x="170" y="487"/>
                  <a:pt x="171" y="487"/>
                </a:cubicBezTo>
                <a:cubicBezTo>
                  <a:pt x="170" y="487"/>
                  <a:pt x="170" y="487"/>
                  <a:pt x="170" y="487"/>
                </a:cubicBezTo>
                <a:moveTo>
                  <a:pt x="170" y="487"/>
                </a:moveTo>
                <a:cubicBezTo>
                  <a:pt x="170" y="487"/>
                  <a:pt x="170" y="487"/>
                  <a:pt x="170" y="487"/>
                </a:cubicBezTo>
                <a:cubicBezTo>
                  <a:pt x="170" y="487"/>
                  <a:pt x="170" y="487"/>
                  <a:pt x="170" y="487"/>
                </a:cubicBezTo>
                <a:moveTo>
                  <a:pt x="169" y="487"/>
                </a:moveTo>
                <a:cubicBezTo>
                  <a:pt x="169" y="487"/>
                  <a:pt x="169" y="487"/>
                  <a:pt x="169" y="487"/>
                </a:cubicBezTo>
                <a:cubicBezTo>
                  <a:pt x="169" y="487"/>
                  <a:pt x="169" y="487"/>
                  <a:pt x="169" y="487"/>
                </a:cubicBezTo>
                <a:moveTo>
                  <a:pt x="168" y="487"/>
                </a:moveTo>
                <a:cubicBezTo>
                  <a:pt x="169" y="487"/>
                  <a:pt x="169" y="487"/>
                  <a:pt x="169" y="487"/>
                </a:cubicBezTo>
                <a:cubicBezTo>
                  <a:pt x="169" y="487"/>
                  <a:pt x="168" y="487"/>
                  <a:pt x="168" y="487"/>
                </a:cubicBezTo>
                <a:moveTo>
                  <a:pt x="168" y="487"/>
                </a:moveTo>
                <a:cubicBezTo>
                  <a:pt x="168" y="487"/>
                  <a:pt x="168" y="487"/>
                  <a:pt x="168" y="487"/>
                </a:cubicBezTo>
                <a:cubicBezTo>
                  <a:pt x="168" y="487"/>
                  <a:pt x="168" y="487"/>
                  <a:pt x="168" y="487"/>
                </a:cubicBezTo>
                <a:moveTo>
                  <a:pt x="167" y="487"/>
                </a:moveTo>
                <a:cubicBezTo>
                  <a:pt x="167" y="487"/>
                  <a:pt x="167" y="487"/>
                  <a:pt x="168" y="487"/>
                </a:cubicBezTo>
                <a:cubicBezTo>
                  <a:pt x="167" y="487"/>
                  <a:pt x="167" y="487"/>
                  <a:pt x="167" y="487"/>
                </a:cubicBezTo>
                <a:moveTo>
                  <a:pt x="0" y="429"/>
                </a:moveTo>
                <a:cubicBezTo>
                  <a:pt x="0" y="429"/>
                  <a:pt x="0" y="429"/>
                  <a:pt x="0" y="429"/>
                </a:cubicBezTo>
                <a:cubicBezTo>
                  <a:pt x="47" y="464"/>
                  <a:pt x="104" y="486"/>
                  <a:pt x="167" y="487"/>
                </a:cubicBezTo>
                <a:cubicBezTo>
                  <a:pt x="104" y="486"/>
                  <a:pt x="47" y="464"/>
                  <a:pt x="0" y="429"/>
                </a:cubicBezTo>
                <a:moveTo>
                  <a:pt x="451" y="207"/>
                </a:moveTo>
                <a:cubicBezTo>
                  <a:pt x="451" y="362"/>
                  <a:pt x="326" y="487"/>
                  <a:pt x="171" y="487"/>
                </a:cubicBezTo>
                <a:cubicBezTo>
                  <a:pt x="171" y="487"/>
                  <a:pt x="171" y="487"/>
                  <a:pt x="171" y="487"/>
                </a:cubicBezTo>
                <a:cubicBezTo>
                  <a:pt x="171" y="487"/>
                  <a:pt x="171" y="487"/>
                  <a:pt x="171" y="487"/>
                </a:cubicBezTo>
                <a:cubicBezTo>
                  <a:pt x="326" y="487"/>
                  <a:pt x="451" y="362"/>
                  <a:pt x="451" y="207"/>
                </a:cubicBezTo>
                <a:cubicBezTo>
                  <a:pt x="451" y="207"/>
                  <a:pt x="451" y="207"/>
                  <a:pt x="451" y="207"/>
                </a:cubicBezTo>
                <a:moveTo>
                  <a:pt x="451" y="207"/>
                </a:moveTo>
                <a:cubicBezTo>
                  <a:pt x="451" y="207"/>
                  <a:pt x="451" y="207"/>
                  <a:pt x="451" y="207"/>
                </a:cubicBezTo>
                <a:cubicBezTo>
                  <a:pt x="451" y="207"/>
                  <a:pt x="451" y="207"/>
                  <a:pt x="451" y="207"/>
                </a:cubicBezTo>
                <a:moveTo>
                  <a:pt x="451" y="206"/>
                </a:moveTo>
                <a:cubicBezTo>
                  <a:pt x="451" y="206"/>
                  <a:pt x="451" y="207"/>
                  <a:pt x="451" y="207"/>
                </a:cubicBezTo>
                <a:cubicBezTo>
                  <a:pt x="451" y="207"/>
                  <a:pt x="451" y="206"/>
                  <a:pt x="451" y="206"/>
                </a:cubicBezTo>
                <a:moveTo>
                  <a:pt x="451" y="206"/>
                </a:moveTo>
                <a:cubicBezTo>
                  <a:pt x="451" y="206"/>
                  <a:pt x="451" y="206"/>
                  <a:pt x="451" y="206"/>
                </a:cubicBezTo>
                <a:cubicBezTo>
                  <a:pt x="451" y="206"/>
                  <a:pt x="451" y="206"/>
                  <a:pt x="451" y="206"/>
                </a:cubicBezTo>
                <a:moveTo>
                  <a:pt x="451" y="206"/>
                </a:moveTo>
                <a:cubicBezTo>
                  <a:pt x="451" y="206"/>
                  <a:pt x="451" y="206"/>
                  <a:pt x="451" y="206"/>
                </a:cubicBezTo>
                <a:cubicBezTo>
                  <a:pt x="451" y="206"/>
                  <a:pt x="451" y="206"/>
                  <a:pt x="451" y="206"/>
                </a:cubicBezTo>
                <a:moveTo>
                  <a:pt x="451" y="205"/>
                </a:moveTo>
                <a:cubicBezTo>
                  <a:pt x="451" y="205"/>
                  <a:pt x="451" y="206"/>
                  <a:pt x="451" y="206"/>
                </a:cubicBezTo>
                <a:cubicBezTo>
                  <a:pt x="451" y="206"/>
                  <a:pt x="451" y="205"/>
                  <a:pt x="451" y="205"/>
                </a:cubicBezTo>
                <a:moveTo>
                  <a:pt x="451" y="205"/>
                </a:moveTo>
                <a:cubicBezTo>
                  <a:pt x="451" y="205"/>
                  <a:pt x="451" y="205"/>
                  <a:pt x="451" y="205"/>
                </a:cubicBezTo>
                <a:cubicBezTo>
                  <a:pt x="451" y="205"/>
                  <a:pt x="451" y="205"/>
                  <a:pt x="451" y="205"/>
                </a:cubicBezTo>
                <a:moveTo>
                  <a:pt x="451" y="205"/>
                </a:moveTo>
                <a:cubicBezTo>
                  <a:pt x="451" y="205"/>
                  <a:pt x="451" y="205"/>
                  <a:pt x="451" y="205"/>
                </a:cubicBezTo>
                <a:cubicBezTo>
                  <a:pt x="451" y="205"/>
                  <a:pt x="451" y="205"/>
                  <a:pt x="451" y="205"/>
                </a:cubicBezTo>
                <a:moveTo>
                  <a:pt x="451" y="204"/>
                </a:moveTo>
                <a:cubicBezTo>
                  <a:pt x="451" y="204"/>
                  <a:pt x="451" y="205"/>
                  <a:pt x="451" y="205"/>
                </a:cubicBezTo>
                <a:cubicBezTo>
                  <a:pt x="451" y="205"/>
                  <a:pt x="451" y="204"/>
                  <a:pt x="451" y="204"/>
                </a:cubicBezTo>
                <a:moveTo>
                  <a:pt x="451" y="204"/>
                </a:moveTo>
                <a:cubicBezTo>
                  <a:pt x="451" y="204"/>
                  <a:pt x="451" y="204"/>
                  <a:pt x="451" y="204"/>
                </a:cubicBezTo>
                <a:cubicBezTo>
                  <a:pt x="451" y="204"/>
                  <a:pt x="451" y="204"/>
                  <a:pt x="451" y="204"/>
                </a:cubicBezTo>
                <a:moveTo>
                  <a:pt x="451" y="204"/>
                </a:moveTo>
                <a:cubicBezTo>
                  <a:pt x="451" y="204"/>
                  <a:pt x="451" y="204"/>
                  <a:pt x="451" y="204"/>
                </a:cubicBezTo>
                <a:cubicBezTo>
                  <a:pt x="451" y="204"/>
                  <a:pt x="451" y="204"/>
                  <a:pt x="451" y="204"/>
                </a:cubicBezTo>
                <a:moveTo>
                  <a:pt x="451" y="203"/>
                </a:moveTo>
                <a:cubicBezTo>
                  <a:pt x="451" y="203"/>
                  <a:pt x="451" y="204"/>
                  <a:pt x="451" y="204"/>
                </a:cubicBezTo>
                <a:cubicBezTo>
                  <a:pt x="451" y="204"/>
                  <a:pt x="451" y="203"/>
                  <a:pt x="451" y="203"/>
                </a:cubicBezTo>
                <a:moveTo>
                  <a:pt x="451" y="203"/>
                </a:moveTo>
                <a:cubicBezTo>
                  <a:pt x="451" y="203"/>
                  <a:pt x="451" y="203"/>
                  <a:pt x="451" y="203"/>
                </a:cubicBezTo>
                <a:cubicBezTo>
                  <a:pt x="451" y="203"/>
                  <a:pt x="451" y="203"/>
                  <a:pt x="451" y="203"/>
                </a:cubicBezTo>
                <a:moveTo>
                  <a:pt x="451" y="203"/>
                </a:moveTo>
                <a:cubicBezTo>
                  <a:pt x="451" y="203"/>
                  <a:pt x="451" y="203"/>
                  <a:pt x="451" y="203"/>
                </a:cubicBezTo>
                <a:cubicBezTo>
                  <a:pt x="451" y="203"/>
                  <a:pt x="451" y="203"/>
                  <a:pt x="451" y="203"/>
                </a:cubicBezTo>
                <a:moveTo>
                  <a:pt x="451" y="202"/>
                </a:moveTo>
                <a:cubicBezTo>
                  <a:pt x="451" y="202"/>
                  <a:pt x="451" y="203"/>
                  <a:pt x="451" y="203"/>
                </a:cubicBezTo>
                <a:cubicBezTo>
                  <a:pt x="451" y="203"/>
                  <a:pt x="451" y="203"/>
                  <a:pt x="451" y="202"/>
                </a:cubicBezTo>
                <a:moveTo>
                  <a:pt x="451" y="202"/>
                </a:moveTo>
                <a:cubicBezTo>
                  <a:pt x="451" y="202"/>
                  <a:pt x="451" y="202"/>
                  <a:pt x="451" y="202"/>
                </a:cubicBezTo>
                <a:cubicBezTo>
                  <a:pt x="451" y="202"/>
                  <a:pt x="451" y="202"/>
                  <a:pt x="451" y="202"/>
                </a:cubicBezTo>
                <a:moveTo>
                  <a:pt x="451" y="201"/>
                </a:moveTo>
                <a:cubicBezTo>
                  <a:pt x="451" y="202"/>
                  <a:pt x="451" y="202"/>
                  <a:pt x="451" y="202"/>
                </a:cubicBezTo>
                <a:cubicBezTo>
                  <a:pt x="451" y="202"/>
                  <a:pt x="451" y="202"/>
                  <a:pt x="451" y="201"/>
                </a:cubicBezTo>
                <a:moveTo>
                  <a:pt x="451" y="201"/>
                </a:moveTo>
                <a:cubicBezTo>
                  <a:pt x="451" y="201"/>
                  <a:pt x="451" y="201"/>
                  <a:pt x="451" y="201"/>
                </a:cubicBezTo>
                <a:cubicBezTo>
                  <a:pt x="451" y="201"/>
                  <a:pt x="451" y="201"/>
                  <a:pt x="451" y="201"/>
                </a:cubicBezTo>
                <a:moveTo>
                  <a:pt x="406" y="54"/>
                </a:moveTo>
                <a:cubicBezTo>
                  <a:pt x="406" y="54"/>
                  <a:pt x="406" y="54"/>
                  <a:pt x="406" y="54"/>
                </a:cubicBezTo>
                <a:cubicBezTo>
                  <a:pt x="434" y="97"/>
                  <a:pt x="450" y="147"/>
                  <a:pt x="451" y="201"/>
                </a:cubicBezTo>
                <a:cubicBezTo>
                  <a:pt x="450" y="147"/>
                  <a:pt x="434" y="97"/>
                  <a:pt x="406" y="54"/>
                </a:cubicBezTo>
                <a:moveTo>
                  <a:pt x="360" y="0"/>
                </a:moveTo>
                <a:cubicBezTo>
                  <a:pt x="372" y="11"/>
                  <a:pt x="383" y="23"/>
                  <a:pt x="393" y="36"/>
                </a:cubicBezTo>
                <a:cubicBezTo>
                  <a:pt x="393" y="36"/>
                  <a:pt x="393" y="36"/>
                  <a:pt x="393" y="36"/>
                </a:cubicBezTo>
                <a:cubicBezTo>
                  <a:pt x="383" y="23"/>
                  <a:pt x="372" y="11"/>
                  <a:pt x="360" y="0"/>
                </a:cubicBezTo>
                <a:moveTo>
                  <a:pt x="360" y="0"/>
                </a:moveTo>
                <a:cubicBezTo>
                  <a:pt x="360" y="0"/>
                  <a:pt x="360" y="0"/>
                  <a:pt x="360" y="0"/>
                </a:cubicBezTo>
                <a:cubicBezTo>
                  <a:pt x="360" y="0"/>
                  <a:pt x="360" y="0"/>
                  <a:pt x="360"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 name="Oval 31"/>
          <p:cNvSpPr>
            <a:spLocks noChangeArrowheads="1"/>
          </p:cNvSpPr>
          <p:nvPr/>
        </p:nvSpPr>
        <p:spPr bwMode="auto">
          <a:xfrm>
            <a:off x="7927872" y="1131888"/>
            <a:ext cx="207963" cy="211138"/>
          </a:xfrm>
          <a:prstGeom prst="ellipse">
            <a:avLst/>
          </a:prstGeom>
          <a:solidFill>
            <a:srgbClr val="EAA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 name="Freeform 32"/>
          <p:cNvSpPr>
            <a:spLocks noEditPoints="1"/>
          </p:cNvSpPr>
          <p:nvPr/>
        </p:nvSpPr>
        <p:spPr bwMode="auto">
          <a:xfrm>
            <a:off x="7616722" y="669925"/>
            <a:ext cx="590550" cy="1136650"/>
          </a:xfrm>
          <a:custGeom>
            <a:avLst/>
            <a:gdLst>
              <a:gd name="T0" fmla="*/ 131 w 171"/>
              <a:gd name="T1" fmla="*/ 193 h 329"/>
              <a:gd name="T2" fmla="*/ 120 w 171"/>
              <a:gd name="T3" fmla="*/ 195 h 329"/>
              <a:gd name="T4" fmla="*/ 111 w 171"/>
              <a:gd name="T5" fmla="*/ 193 h 329"/>
              <a:gd name="T6" fmla="*/ 153 w 171"/>
              <a:gd name="T7" fmla="*/ 329 h 329"/>
              <a:gd name="T8" fmla="*/ 171 w 171"/>
              <a:gd name="T9" fmla="*/ 319 h 329"/>
              <a:gd name="T10" fmla="*/ 131 w 171"/>
              <a:gd name="T11" fmla="*/ 193 h 329"/>
              <a:gd name="T12" fmla="*/ 91 w 171"/>
              <a:gd name="T13" fmla="*/ 154 h 329"/>
              <a:gd name="T14" fmla="*/ 0 w 171"/>
              <a:gd name="T15" fmla="*/ 154 h 329"/>
              <a:gd name="T16" fmla="*/ 0 w 171"/>
              <a:gd name="T17" fmla="*/ 174 h 329"/>
              <a:gd name="T18" fmla="*/ 91 w 171"/>
              <a:gd name="T19" fmla="*/ 174 h 329"/>
              <a:gd name="T20" fmla="*/ 90 w 171"/>
              <a:gd name="T21" fmla="*/ 164 h 329"/>
              <a:gd name="T22" fmla="*/ 91 w 171"/>
              <a:gd name="T23" fmla="*/ 154 h 329"/>
              <a:gd name="T24" fmla="*/ 153 w 171"/>
              <a:gd name="T25" fmla="*/ 0 h 329"/>
              <a:gd name="T26" fmla="*/ 111 w 171"/>
              <a:gd name="T27" fmla="*/ 135 h 329"/>
              <a:gd name="T28" fmla="*/ 120 w 171"/>
              <a:gd name="T29" fmla="*/ 134 h 329"/>
              <a:gd name="T30" fmla="*/ 131 w 171"/>
              <a:gd name="T31" fmla="*/ 136 h 329"/>
              <a:gd name="T32" fmla="*/ 171 w 171"/>
              <a:gd name="T33" fmla="*/ 10 h 329"/>
              <a:gd name="T34" fmla="*/ 153 w 171"/>
              <a:gd name="T35" fmla="*/ 0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1" h="329">
                <a:moveTo>
                  <a:pt x="131" y="193"/>
                </a:moveTo>
                <a:cubicBezTo>
                  <a:pt x="128" y="194"/>
                  <a:pt x="124" y="195"/>
                  <a:pt x="120" y="195"/>
                </a:cubicBezTo>
                <a:cubicBezTo>
                  <a:pt x="117" y="195"/>
                  <a:pt x="114" y="194"/>
                  <a:pt x="111" y="193"/>
                </a:cubicBezTo>
                <a:cubicBezTo>
                  <a:pt x="115" y="241"/>
                  <a:pt x="130" y="287"/>
                  <a:pt x="153" y="329"/>
                </a:cubicBezTo>
                <a:cubicBezTo>
                  <a:pt x="171" y="319"/>
                  <a:pt x="171" y="319"/>
                  <a:pt x="171" y="319"/>
                </a:cubicBezTo>
                <a:cubicBezTo>
                  <a:pt x="149" y="280"/>
                  <a:pt x="135" y="237"/>
                  <a:pt x="131" y="193"/>
                </a:cubicBezTo>
                <a:moveTo>
                  <a:pt x="91" y="154"/>
                </a:moveTo>
                <a:cubicBezTo>
                  <a:pt x="0" y="154"/>
                  <a:pt x="0" y="154"/>
                  <a:pt x="0" y="154"/>
                </a:cubicBezTo>
                <a:cubicBezTo>
                  <a:pt x="0" y="174"/>
                  <a:pt x="0" y="174"/>
                  <a:pt x="0" y="174"/>
                </a:cubicBezTo>
                <a:cubicBezTo>
                  <a:pt x="91" y="174"/>
                  <a:pt x="91" y="174"/>
                  <a:pt x="91" y="174"/>
                </a:cubicBezTo>
                <a:cubicBezTo>
                  <a:pt x="90" y="171"/>
                  <a:pt x="90" y="168"/>
                  <a:pt x="90" y="164"/>
                </a:cubicBezTo>
                <a:cubicBezTo>
                  <a:pt x="90" y="161"/>
                  <a:pt x="90" y="158"/>
                  <a:pt x="91" y="154"/>
                </a:cubicBezTo>
                <a:moveTo>
                  <a:pt x="153" y="0"/>
                </a:moveTo>
                <a:cubicBezTo>
                  <a:pt x="130" y="42"/>
                  <a:pt x="115" y="88"/>
                  <a:pt x="111" y="135"/>
                </a:cubicBezTo>
                <a:cubicBezTo>
                  <a:pt x="114" y="135"/>
                  <a:pt x="117" y="134"/>
                  <a:pt x="120" y="134"/>
                </a:cubicBezTo>
                <a:cubicBezTo>
                  <a:pt x="124" y="134"/>
                  <a:pt x="128" y="135"/>
                  <a:pt x="131" y="136"/>
                </a:cubicBezTo>
                <a:cubicBezTo>
                  <a:pt x="135" y="92"/>
                  <a:pt x="149" y="49"/>
                  <a:pt x="171" y="10"/>
                </a:cubicBezTo>
                <a:cubicBezTo>
                  <a:pt x="153" y="0"/>
                  <a:pt x="153" y="0"/>
                  <a:pt x="153" y="0"/>
                </a:cubicBezTo>
              </a:path>
            </a:pathLst>
          </a:custGeom>
          <a:solidFill>
            <a:srgbClr val="A5B2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 name="Freeform 33"/>
          <p:cNvSpPr>
            <a:spLocks/>
          </p:cNvSpPr>
          <p:nvPr/>
        </p:nvSpPr>
        <p:spPr bwMode="auto">
          <a:xfrm>
            <a:off x="7927872" y="1131888"/>
            <a:ext cx="141288" cy="211138"/>
          </a:xfrm>
          <a:custGeom>
            <a:avLst/>
            <a:gdLst>
              <a:gd name="T0" fmla="*/ 30 w 41"/>
              <a:gd name="T1" fmla="*/ 0 h 61"/>
              <a:gd name="T2" fmla="*/ 21 w 41"/>
              <a:gd name="T3" fmla="*/ 1 h 61"/>
              <a:gd name="T4" fmla="*/ 20 w 41"/>
              <a:gd name="T5" fmla="*/ 20 h 61"/>
              <a:gd name="T6" fmla="*/ 1 w 41"/>
              <a:gd name="T7" fmla="*/ 20 h 61"/>
              <a:gd name="T8" fmla="*/ 0 w 41"/>
              <a:gd name="T9" fmla="*/ 30 h 61"/>
              <a:gd name="T10" fmla="*/ 1 w 41"/>
              <a:gd name="T11" fmla="*/ 40 h 61"/>
              <a:gd name="T12" fmla="*/ 20 w 41"/>
              <a:gd name="T13" fmla="*/ 40 h 61"/>
              <a:gd name="T14" fmla="*/ 21 w 41"/>
              <a:gd name="T15" fmla="*/ 59 h 61"/>
              <a:gd name="T16" fmla="*/ 30 w 41"/>
              <a:gd name="T17" fmla="*/ 61 h 61"/>
              <a:gd name="T18" fmla="*/ 41 w 41"/>
              <a:gd name="T19" fmla="*/ 59 h 61"/>
              <a:gd name="T20" fmla="*/ 40 w 41"/>
              <a:gd name="T21" fmla="*/ 30 h 61"/>
              <a:gd name="T22" fmla="*/ 41 w 41"/>
              <a:gd name="T23" fmla="*/ 2 h 61"/>
              <a:gd name="T24" fmla="*/ 30 w 41"/>
              <a:gd name="T25"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1" h="61">
                <a:moveTo>
                  <a:pt x="30" y="0"/>
                </a:moveTo>
                <a:cubicBezTo>
                  <a:pt x="27" y="0"/>
                  <a:pt x="24" y="1"/>
                  <a:pt x="21" y="1"/>
                </a:cubicBezTo>
                <a:cubicBezTo>
                  <a:pt x="21" y="8"/>
                  <a:pt x="20" y="14"/>
                  <a:pt x="20" y="20"/>
                </a:cubicBezTo>
                <a:cubicBezTo>
                  <a:pt x="1" y="20"/>
                  <a:pt x="1" y="20"/>
                  <a:pt x="1" y="20"/>
                </a:cubicBezTo>
                <a:cubicBezTo>
                  <a:pt x="0" y="24"/>
                  <a:pt x="0" y="27"/>
                  <a:pt x="0" y="30"/>
                </a:cubicBezTo>
                <a:cubicBezTo>
                  <a:pt x="0" y="34"/>
                  <a:pt x="0" y="37"/>
                  <a:pt x="1" y="40"/>
                </a:cubicBezTo>
                <a:cubicBezTo>
                  <a:pt x="20" y="40"/>
                  <a:pt x="20" y="40"/>
                  <a:pt x="20" y="40"/>
                </a:cubicBezTo>
                <a:cubicBezTo>
                  <a:pt x="20" y="47"/>
                  <a:pt x="21" y="53"/>
                  <a:pt x="21" y="59"/>
                </a:cubicBezTo>
                <a:cubicBezTo>
                  <a:pt x="24" y="60"/>
                  <a:pt x="27" y="61"/>
                  <a:pt x="30" y="61"/>
                </a:cubicBezTo>
                <a:cubicBezTo>
                  <a:pt x="34" y="61"/>
                  <a:pt x="38" y="60"/>
                  <a:pt x="41" y="59"/>
                </a:cubicBezTo>
                <a:cubicBezTo>
                  <a:pt x="40" y="49"/>
                  <a:pt x="40" y="40"/>
                  <a:pt x="40" y="30"/>
                </a:cubicBezTo>
                <a:cubicBezTo>
                  <a:pt x="40" y="21"/>
                  <a:pt x="40" y="12"/>
                  <a:pt x="41" y="2"/>
                </a:cubicBezTo>
                <a:cubicBezTo>
                  <a:pt x="38" y="1"/>
                  <a:pt x="34" y="0"/>
                  <a:pt x="30" y="0"/>
                </a:cubicBezTo>
              </a:path>
            </a:pathLst>
          </a:custGeom>
          <a:solidFill>
            <a:srgbClr val="BA89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 name="Oval 34"/>
          <p:cNvSpPr>
            <a:spLocks noChangeArrowheads="1"/>
          </p:cNvSpPr>
          <p:nvPr/>
        </p:nvSpPr>
        <p:spPr bwMode="auto">
          <a:xfrm>
            <a:off x="8131072" y="642938"/>
            <a:ext cx="90488" cy="88900"/>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 name="Oval 35"/>
          <p:cNvSpPr>
            <a:spLocks noChangeArrowheads="1"/>
          </p:cNvSpPr>
          <p:nvPr/>
        </p:nvSpPr>
        <p:spPr bwMode="auto">
          <a:xfrm>
            <a:off x="7572272" y="1195388"/>
            <a:ext cx="90488" cy="85725"/>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 name="Oval 36"/>
          <p:cNvSpPr>
            <a:spLocks noChangeArrowheads="1"/>
          </p:cNvSpPr>
          <p:nvPr/>
        </p:nvSpPr>
        <p:spPr bwMode="auto">
          <a:xfrm>
            <a:off x="8131072" y="1743075"/>
            <a:ext cx="90488" cy="90488"/>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 name="Oval 37"/>
          <p:cNvSpPr>
            <a:spLocks noChangeArrowheads="1"/>
          </p:cNvSpPr>
          <p:nvPr/>
        </p:nvSpPr>
        <p:spPr bwMode="auto">
          <a:xfrm>
            <a:off x="7986610" y="1190625"/>
            <a:ext cx="93663" cy="93663"/>
          </a:xfrm>
          <a:prstGeom prst="ellipse">
            <a:avLst/>
          </a:prstGeom>
          <a:solidFill>
            <a:srgbClr val="E6EA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 name="Oval 38"/>
          <p:cNvSpPr>
            <a:spLocks noChangeArrowheads="1"/>
          </p:cNvSpPr>
          <p:nvPr/>
        </p:nvSpPr>
        <p:spPr bwMode="auto">
          <a:xfrm>
            <a:off x="10307535" y="5583238"/>
            <a:ext cx="211138" cy="207963"/>
          </a:xfrm>
          <a:prstGeom prst="ellipse">
            <a:avLst/>
          </a:prstGeom>
          <a:solidFill>
            <a:srgbClr val="4F9D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 name="Freeform 39"/>
          <p:cNvSpPr>
            <a:spLocks noEditPoints="1"/>
          </p:cNvSpPr>
          <p:nvPr/>
        </p:nvSpPr>
        <p:spPr bwMode="auto">
          <a:xfrm>
            <a:off x="10237685" y="5121275"/>
            <a:ext cx="590550" cy="1131888"/>
          </a:xfrm>
          <a:custGeom>
            <a:avLst/>
            <a:gdLst>
              <a:gd name="T0" fmla="*/ 39 w 171"/>
              <a:gd name="T1" fmla="*/ 192 h 328"/>
              <a:gd name="T2" fmla="*/ 0 w 171"/>
              <a:gd name="T3" fmla="*/ 318 h 328"/>
              <a:gd name="T4" fmla="*/ 17 w 171"/>
              <a:gd name="T5" fmla="*/ 328 h 328"/>
              <a:gd name="T6" fmla="*/ 59 w 171"/>
              <a:gd name="T7" fmla="*/ 193 h 328"/>
              <a:gd name="T8" fmla="*/ 51 w 171"/>
              <a:gd name="T9" fmla="*/ 194 h 328"/>
              <a:gd name="T10" fmla="*/ 39 w 171"/>
              <a:gd name="T11" fmla="*/ 192 h 328"/>
              <a:gd name="T12" fmla="*/ 171 w 171"/>
              <a:gd name="T13" fmla="*/ 154 h 328"/>
              <a:gd name="T14" fmla="*/ 79 w 171"/>
              <a:gd name="T15" fmla="*/ 154 h 328"/>
              <a:gd name="T16" fmla="*/ 81 w 171"/>
              <a:gd name="T17" fmla="*/ 164 h 328"/>
              <a:gd name="T18" fmla="*/ 79 w 171"/>
              <a:gd name="T19" fmla="*/ 174 h 328"/>
              <a:gd name="T20" fmla="*/ 171 w 171"/>
              <a:gd name="T21" fmla="*/ 174 h 328"/>
              <a:gd name="T22" fmla="*/ 171 w 171"/>
              <a:gd name="T23" fmla="*/ 154 h 328"/>
              <a:gd name="T24" fmla="*/ 17 w 171"/>
              <a:gd name="T25" fmla="*/ 0 h 328"/>
              <a:gd name="T26" fmla="*/ 0 w 171"/>
              <a:gd name="T27" fmla="*/ 10 h 328"/>
              <a:gd name="T28" fmla="*/ 39 w 171"/>
              <a:gd name="T29" fmla="*/ 136 h 328"/>
              <a:gd name="T30" fmla="*/ 51 w 171"/>
              <a:gd name="T31" fmla="*/ 134 h 328"/>
              <a:gd name="T32" fmla="*/ 59 w 171"/>
              <a:gd name="T33" fmla="*/ 135 h 328"/>
              <a:gd name="T34" fmla="*/ 17 w 171"/>
              <a:gd name="T35" fmla="*/ 0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1" h="328">
                <a:moveTo>
                  <a:pt x="39" y="192"/>
                </a:moveTo>
                <a:cubicBezTo>
                  <a:pt x="35" y="237"/>
                  <a:pt x="22" y="280"/>
                  <a:pt x="0" y="318"/>
                </a:cubicBezTo>
                <a:cubicBezTo>
                  <a:pt x="17" y="328"/>
                  <a:pt x="17" y="328"/>
                  <a:pt x="17" y="328"/>
                </a:cubicBezTo>
                <a:cubicBezTo>
                  <a:pt x="41" y="287"/>
                  <a:pt x="55" y="241"/>
                  <a:pt x="59" y="193"/>
                </a:cubicBezTo>
                <a:cubicBezTo>
                  <a:pt x="57" y="194"/>
                  <a:pt x="54" y="194"/>
                  <a:pt x="51" y="194"/>
                </a:cubicBezTo>
                <a:cubicBezTo>
                  <a:pt x="47" y="194"/>
                  <a:pt x="43" y="194"/>
                  <a:pt x="39" y="192"/>
                </a:cubicBezTo>
                <a:moveTo>
                  <a:pt x="171" y="154"/>
                </a:moveTo>
                <a:cubicBezTo>
                  <a:pt x="79" y="154"/>
                  <a:pt x="79" y="154"/>
                  <a:pt x="79" y="154"/>
                </a:cubicBezTo>
                <a:cubicBezTo>
                  <a:pt x="80" y="157"/>
                  <a:pt x="81" y="161"/>
                  <a:pt x="81" y="164"/>
                </a:cubicBezTo>
                <a:cubicBezTo>
                  <a:pt x="81" y="168"/>
                  <a:pt x="80" y="171"/>
                  <a:pt x="79" y="174"/>
                </a:cubicBezTo>
                <a:cubicBezTo>
                  <a:pt x="171" y="174"/>
                  <a:pt x="171" y="174"/>
                  <a:pt x="171" y="174"/>
                </a:cubicBezTo>
                <a:cubicBezTo>
                  <a:pt x="171" y="154"/>
                  <a:pt x="171" y="154"/>
                  <a:pt x="171" y="154"/>
                </a:cubicBezTo>
                <a:moveTo>
                  <a:pt x="17" y="0"/>
                </a:moveTo>
                <a:cubicBezTo>
                  <a:pt x="0" y="10"/>
                  <a:pt x="0" y="10"/>
                  <a:pt x="0" y="10"/>
                </a:cubicBezTo>
                <a:cubicBezTo>
                  <a:pt x="22" y="48"/>
                  <a:pt x="35" y="92"/>
                  <a:pt x="39" y="136"/>
                </a:cubicBezTo>
                <a:cubicBezTo>
                  <a:pt x="43" y="135"/>
                  <a:pt x="47" y="134"/>
                  <a:pt x="51" y="134"/>
                </a:cubicBezTo>
                <a:cubicBezTo>
                  <a:pt x="54" y="134"/>
                  <a:pt x="57" y="134"/>
                  <a:pt x="59" y="135"/>
                </a:cubicBezTo>
                <a:cubicBezTo>
                  <a:pt x="55" y="88"/>
                  <a:pt x="41" y="41"/>
                  <a:pt x="17" y="0"/>
                </a:cubicBezTo>
              </a:path>
            </a:pathLst>
          </a:custGeom>
          <a:solidFill>
            <a:srgbClr val="A5B2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 name="Freeform 40"/>
          <p:cNvSpPr>
            <a:spLocks/>
          </p:cNvSpPr>
          <p:nvPr/>
        </p:nvSpPr>
        <p:spPr bwMode="auto">
          <a:xfrm>
            <a:off x="10372622" y="5583238"/>
            <a:ext cx="146050" cy="207963"/>
          </a:xfrm>
          <a:custGeom>
            <a:avLst/>
            <a:gdLst>
              <a:gd name="T0" fmla="*/ 12 w 42"/>
              <a:gd name="T1" fmla="*/ 0 h 60"/>
              <a:gd name="T2" fmla="*/ 0 w 42"/>
              <a:gd name="T3" fmla="*/ 2 h 60"/>
              <a:gd name="T4" fmla="*/ 2 w 42"/>
              <a:gd name="T5" fmla="*/ 30 h 60"/>
              <a:gd name="T6" fmla="*/ 0 w 42"/>
              <a:gd name="T7" fmla="*/ 58 h 60"/>
              <a:gd name="T8" fmla="*/ 12 w 42"/>
              <a:gd name="T9" fmla="*/ 60 h 60"/>
              <a:gd name="T10" fmla="*/ 20 w 42"/>
              <a:gd name="T11" fmla="*/ 59 h 60"/>
              <a:gd name="T12" fmla="*/ 21 w 42"/>
              <a:gd name="T13" fmla="*/ 40 h 60"/>
              <a:gd name="T14" fmla="*/ 40 w 42"/>
              <a:gd name="T15" fmla="*/ 40 h 60"/>
              <a:gd name="T16" fmla="*/ 42 w 42"/>
              <a:gd name="T17" fmla="*/ 30 h 60"/>
              <a:gd name="T18" fmla="*/ 40 w 42"/>
              <a:gd name="T19" fmla="*/ 20 h 60"/>
              <a:gd name="T20" fmla="*/ 21 w 42"/>
              <a:gd name="T21" fmla="*/ 20 h 60"/>
              <a:gd name="T22" fmla="*/ 20 w 42"/>
              <a:gd name="T23" fmla="*/ 1 h 60"/>
              <a:gd name="T24" fmla="*/ 12 w 42"/>
              <a:gd name="T25"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 h="60">
                <a:moveTo>
                  <a:pt x="12" y="0"/>
                </a:moveTo>
                <a:cubicBezTo>
                  <a:pt x="8" y="0"/>
                  <a:pt x="4" y="1"/>
                  <a:pt x="0" y="2"/>
                </a:cubicBezTo>
                <a:cubicBezTo>
                  <a:pt x="1" y="11"/>
                  <a:pt x="2" y="21"/>
                  <a:pt x="2" y="30"/>
                </a:cubicBezTo>
                <a:cubicBezTo>
                  <a:pt x="2" y="39"/>
                  <a:pt x="1" y="49"/>
                  <a:pt x="0" y="58"/>
                </a:cubicBezTo>
                <a:cubicBezTo>
                  <a:pt x="4" y="60"/>
                  <a:pt x="8" y="60"/>
                  <a:pt x="12" y="60"/>
                </a:cubicBezTo>
                <a:cubicBezTo>
                  <a:pt x="15" y="60"/>
                  <a:pt x="18" y="60"/>
                  <a:pt x="20" y="59"/>
                </a:cubicBezTo>
                <a:cubicBezTo>
                  <a:pt x="21" y="53"/>
                  <a:pt x="21" y="46"/>
                  <a:pt x="21" y="40"/>
                </a:cubicBezTo>
                <a:cubicBezTo>
                  <a:pt x="40" y="40"/>
                  <a:pt x="40" y="40"/>
                  <a:pt x="40" y="40"/>
                </a:cubicBezTo>
                <a:cubicBezTo>
                  <a:pt x="41" y="37"/>
                  <a:pt x="42" y="34"/>
                  <a:pt x="42" y="30"/>
                </a:cubicBezTo>
                <a:cubicBezTo>
                  <a:pt x="42" y="27"/>
                  <a:pt x="41" y="23"/>
                  <a:pt x="40" y="20"/>
                </a:cubicBezTo>
                <a:cubicBezTo>
                  <a:pt x="21" y="20"/>
                  <a:pt x="21" y="20"/>
                  <a:pt x="21" y="20"/>
                </a:cubicBezTo>
                <a:cubicBezTo>
                  <a:pt x="21" y="14"/>
                  <a:pt x="21" y="7"/>
                  <a:pt x="20" y="1"/>
                </a:cubicBezTo>
                <a:cubicBezTo>
                  <a:pt x="18" y="0"/>
                  <a:pt x="15" y="0"/>
                  <a:pt x="12" y="0"/>
                </a:cubicBezTo>
              </a:path>
            </a:pathLst>
          </a:custGeom>
          <a:solidFill>
            <a:srgbClr val="3786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 name="Oval 41"/>
          <p:cNvSpPr>
            <a:spLocks noChangeArrowheads="1"/>
          </p:cNvSpPr>
          <p:nvPr/>
        </p:nvSpPr>
        <p:spPr bwMode="auto">
          <a:xfrm>
            <a:off x="10783785" y="5641975"/>
            <a:ext cx="85725" cy="90488"/>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 name="Oval 42"/>
          <p:cNvSpPr>
            <a:spLocks noChangeArrowheads="1"/>
          </p:cNvSpPr>
          <p:nvPr/>
        </p:nvSpPr>
        <p:spPr bwMode="auto">
          <a:xfrm>
            <a:off x="10366272" y="5641975"/>
            <a:ext cx="93663" cy="93663"/>
          </a:xfrm>
          <a:prstGeom prst="ellipse">
            <a:avLst/>
          </a:prstGeom>
          <a:solidFill>
            <a:srgbClr val="E6EA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 name="Oval 43"/>
          <p:cNvSpPr>
            <a:spLocks noChangeArrowheads="1"/>
          </p:cNvSpPr>
          <p:nvPr/>
        </p:nvSpPr>
        <p:spPr bwMode="auto">
          <a:xfrm>
            <a:off x="10224985" y="6194425"/>
            <a:ext cx="88900" cy="87313"/>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 name="Oval 44"/>
          <p:cNvSpPr>
            <a:spLocks noChangeArrowheads="1"/>
          </p:cNvSpPr>
          <p:nvPr/>
        </p:nvSpPr>
        <p:spPr bwMode="auto">
          <a:xfrm>
            <a:off x="10224985" y="5092700"/>
            <a:ext cx="88900" cy="90488"/>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 name="Oval 45"/>
          <p:cNvSpPr>
            <a:spLocks noChangeArrowheads="1"/>
          </p:cNvSpPr>
          <p:nvPr/>
        </p:nvSpPr>
        <p:spPr bwMode="auto">
          <a:xfrm>
            <a:off x="10307535" y="2720975"/>
            <a:ext cx="211138" cy="207963"/>
          </a:xfrm>
          <a:prstGeom prst="ellipse">
            <a:avLst/>
          </a:prstGeom>
          <a:solidFill>
            <a:srgbClr val="D167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 name="Freeform 46"/>
          <p:cNvSpPr>
            <a:spLocks noEditPoints="1"/>
          </p:cNvSpPr>
          <p:nvPr/>
        </p:nvSpPr>
        <p:spPr bwMode="auto">
          <a:xfrm>
            <a:off x="10237685" y="2259013"/>
            <a:ext cx="590550" cy="1131888"/>
          </a:xfrm>
          <a:custGeom>
            <a:avLst/>
            <a:gdLst>
              <a:gd name="T0" fmla="*/ 39 w 171"/>
              <a:gd name="T1" fmla="*/ 192 h 328"/>
              <a:gd name="T2" fmla="*/ 0 w 171"/>
              <a:gd name="T3" fmla="*/ 318 h 328"/>
              <a:gd name="T4" fmla="*/ 17 w 171"/>
              <a:gd name="T5" fmla="*/ 328 h 328"/>
              <a:gd name="T6" fmla="*/ 59 w 171"/>
              <a:gd name="T7" fmla="*/ 193 h 328"/>
              <a:gd name="T8" fmla="*/ 51 w 171"/>
              <a:gd name="T9" fmla="*/ 194 h 328"/>
              <a:gd name="T10" fmla="*/ 39 w 171"/>
              <a:gd name="T11" fmla="*/ 192 h 328"/>
              <a:gd name="T12" fmla="*/ 171 w 171"/>
              <a:gd name="T13" fmla="*/ 154 h 328"/>
              <a:gd name="T14" fmla="*/ 79 w 171"/>
              <a:gd name="T15" fmla="*/ 154 h 328"/>
              <a:gd name="T16" fmla="*/ 81 w 171"/>
              <a:gd name="T17" fmla="*/ 164 h 328"/>
              <a:gd name="T18" fmla="*/ 79 w 171"/>
              <a:gd name="T19" fmla="*/ 174 h 328"/>
              <a:gd name="T20" fmla="*/ 171 w 171"/>
              <a:gd name="T21" fmla="*/ 174 h 328"/>
              <a:gd name="T22" fmla="*/ 171 w 171"/>
              <a:gd name="T23" fmla="*/ 154 h 328"/>
              <a:gd name="T24" fmla="*/ 17 w 171"/>
              <a:gd name="T25" fmla="*/ 0 h 328"/>
              <a:gd name="T26" fmla="*/ 0 w 171"/>
              <a:gd name="T27" fmla="*/ 10 h 328"/>
              <a:gd name="T28" fmla="*/ 39 w 171"/>
              <a:gd name="T29" fmla="*/ 136 h 328"/>
              <a:gd name="T30" fmla="*/ 51 w 171"/>
              <a:gd name="T31" fmla="*/ 134 h 328"/>
              <a:gd name="T32" fmla="*/ 59 w 171"/>
              <a:gd name="T33" fmla="*/ 135 h 328"/>
              <a:gd name="T34" fmla="*/ 17 w 171"/>
              <a:gd name="T35" fmla="*/ 0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1" h="328">
                <a:moveTo>
                  <a:pt x="39" y="192"/>
                </a:moveTo>
                <a:cubicBezTo>
                  <a:pt x="35" y="237"/>
                  <a:pt x="22" y="280"/>
                  <a:pt x="0" y="318"/>
                </a:cubicBezTo>
                <a:cubicBezTo>
                  <a:pt x="17" y="328"/>
                  <a:pt x="17" y="328"/>
                  <a:pt x="17" y="328"/>
                </a:cubicBezTo>
                <a:cubicBezTo>
                  <a:pt x="41" y="287"/>
                  <a:pt x="55" y="241"/>
                  <a:pt x="59" y="193"/>
                </a:cubicBezTo>
                <a:cubicBezTo>
                  <a:pt x="57" y="194"/>
                  <a:pt x="54" y="194"/>
                  <a:pt x="51" y="194"/>
                </a:cubicBezTo>
                <a:cubicBezTo>
                  <a:pt x="47" y="194"/>
                  <a:pt x="43" y="193"/>
                  <a:pt x="39" y="192"/>
                </a:cubicBezTo>
                <a:moveTo>
                  <a:pt x="171" y="154"/>
                </a:moveTo>
                <a:cubicBezTo>
                  <a:pt x="79" y="154"/>
                  <a:pt x="79" y="154"/>
                  <a:pt x="79" y="154"/>
                </a:cubicBezTo>
                <a:cubicBezTo>
                  <a:pt x="80" y="157"/>
                  <a:pt x="81" y="161"/>
                  <a:pt x="81" y="164"/>
                </a:cubicBezTo>
                <a:cubicBezTo>
                  <a:pt x="81" y="168"/>
                  <a:pt x="80" y="171"/>
                  <a:pt x="79" y="174"/>
                </a:cubicBezTo>
                <a:cubicBezTo>
                  <a:pt x="171" y="174"/>
                  <a:pt x="171" y="174"/>
                  <a:pt x="171" y="174"/>
                </a:cubicBezTo>
                <a:cubicBezTo>
                  <a:pt x="171" y="154"/>
                  <a:pt x="171" y="154"/>
                  <a:pt x="171" y="154"/>
                </a:cubicBezTo>
                <a:moveTo>
                  <a:pt x="17" y="0"/>
                </a:moveTo>
                <a:cubicBezTo>
                  <a:pt x="0" y="10"/>
                  <a:pt x="0" y="10"/>
                  <a:pt x="0" y="10"/>
                </a:cubicBezTo>
                <a:cubicBezTo>
                  <a:pt x="22" y="48"/>
                  <a:pt x="35" y="92"/>
                  <a:pt x="39" y="136"/>
                </a:cubicBezTo>
                <a:cubicBezTo>
                  <a:pt x="43" y="135"/>
                  <a:pt x="47" y="134"/>
                  <a:pt x="51" y="134"/>
                </a:cubicBezTo>
                <a:cubicBezTo>
                  <a:pt x="54" y="134"/>
                  <a:pt x="57" y="134"/>
                  <a:pt x="59" y="135"/>
                </a:cubicBezTo>
                <a:cubicBezTo>
                  <a:pt x="55" y="87"/>
                  <a:pt x="41" y="41"/>
                  <a:pt x="17" y="0"/>
                </a:cubicBezTo>
              </a:path>
            </a:pathLst>
          </a:custGeom>
          <a:solidFill>
            <a:srgbClr val="A5B2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 name="Freeform 47"/>
          <p:cNvSpPr>
            <a:spLocks/>
          </p:cNvSpPr>
          <p:nvPr/>
        </p:nvSpPr>
        <p:spPr bwMode="auto">
          <a:xfrm>
            <a:off x="10372622" y="2720975"/>
            <a:ext cx="146050" cy="207963"/>
          </a:xfrm>
          <a:custGeom>
            <a:avLst/>
            <a:gdLst>
              <a:gd name="T0" fmla="*/ 12 w 42"/>
              <a:gd name="T1" fmla="*/ 0 h 60"/>
              <a:gd name="T2" fmla="*/ 0 w 42"/>
              <a:gd name="T3" fmla="*/ 2 h 60"/>
              <a:gd name="T4" fmla="*/ 2 w 42"/>
              <a:gd name="T5" fmla="*/ 30 h 60"/>
              <a:gd name="T6" fmla="*/ 0 w 42"/>
              <a:gd name="T7" fmla="*/ 58 h 60"/>
              <a:gd name="T8" fmla="*/ 12 w 42"/>
              <a:gd name="T9" fmla="*/ 60 h 60"/>
              <a:gd name="T10" fmla="*/ 20 w 42"/>
              <a:gd name="T11" fmla="*/ 59 h 60"/>
              <a:gd name="T12" fmla="*/ 21 w 42"/>
              <a:gd name="T13" fmla="*/ 40 h 60"/>
              <a:gd name="T14" fmla="*/ 40 w 42"/>
              <a:gd name="T15" fmla="*/ 40 h 60"/>
              <a:gd name="T16" fmla="*/ 42 w 42"/>
              <a:gd name="T17" fmla="*/ 30 h 60"/>
              <a:gd name="T18" fmla="*/ 40 w 42"/>
              <a:gd name="T19" fmla="*/ 20 h 60"/>
              <a:gd name="T20" fmla="*/ 21 w 42"/>
              <a:gd name="T21" fmla="*/ 20 h 60"/>
              <a:gd name="T22" fmla="*/ 20 w 42"/>
              <a:gd name="T23" fmla="*/ 1 h 60"/>
              <a:gd name="T24" fmla="*/ 12 w 42"/>
              <a:gd name="T25"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 h="60">
                <a:moveTo>
                  <a:pt x="12" y="0"/>
                </a:moveTo>
                <a:cubicBezTo>
                  <a:pt x="8" y="0"/>
                  <a:pt x="4" y="1"/>
                  <a:pt x="0" y="2"/>
                </a:cubicBezTo>
                <a:cubicBezTo>
                  <a:pt x="1" y="11"/>
                  <a:pt x="2" y="21"/>
                  <a:pt x="2" y="30"/>
                </a:cubicBezTo>
                <a:cubicBezTo>
                  <a:pt x="2" y="39"/>
                  <a:pt x="1" y="49"/>
                  <a:pt x="0" y="58"/>
                </a:cubicBezTo>
                <a:cubicBezTo>
                  <a:pt x="4" y="59"/>
                  <a:pt x="8" y="60"/>
                  <a:pt x="12" y="60"/>
                </a:cubicBezTo>
                <a:cubicBezTo>
                  <a:pt x="15" y="60"/>
                  <a:pt x="18" y="60"/>
                  <a:pt x="20" y="59"/>
                </a:cubicBezTo>
                <a:cubicBezTo>
                  <a:pt x="21" y="53"/>
                  <a:pt x="21" y="46"/>
                  <a:pt x="21" y="40"/>
                </a:cubicBezTo>
                <a:cubicBezTo>
                  <a:pt x="40" y="40"/>
                  <a:pt x="40" y="40"/>
                  <a:pt x="40" y="40"/>
                </a:cubicBezTo>
                <a:cubicBezTo>
                  <a:pt x="41" y="37"/>
                  <a:pt x="42" y="34"/>
                  <a:pt x="42" y="30"/>
                </a:cubicBezTo>
                <a:cubicBezTo>
                  <a:pt x="42" y="27"/>
                  <a:pt x="41" y="23"/>
                  <a:pt x="40" y="20"/>
                </a:cubicBezTo>
                <a:cubicBezTo>
                  <a:pt x="21" y="20"/>
                  <a:pt x="21" y="20"/>
                  <a:pt x="21" y="20"/>
                </a:cubicBezTo>
                <a:cubicBezTo>
                  <a:pt x="21" y="14"/>
                  <a:pt x="21" y="7"/>
                  <a:pt x="20" y="1"/>
                </a:cubicBezTo>
                <a:cubicBezTo>
                  <a:pt x="18" y="0"/>
                  <a:pt x="15" y="0"/>
                  <a:pt x="12" y="0"/>
                </a:cubicBezTo>
              </a:path>
            </a:pathLst>
          </a:custGeom>
          <a:solidFill>
            <a:srgbClr val="A958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 name="Oval 48"/>
          <p:cNvSpPr>
            <a:spLocks noChangeArrowheads="1"/>
          </p:cNvSpPr>
          <p:nvPr/>
        </p:nvSpPr>
        <p:spPr bwMode="auto">
          <a:xfrm>
            <a:off x="10783785" y="2779713"/>
            <a:ext cx="85725" cy="90488"/>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 name="Oval 49"/>
          <p:cNvSpPr>
            <a:spLocks noChangeArrowheads="1"/>
          </p:cNvSpPr>
          <p:nvPr/>
        </p:nvSpPr>
        <p:spPr bwMode="auto">
          <a:xfrm>
            <a:off x="10366272" y="2779713"/>
            <a:ext cx="93663" cy="93663"/>
          </a:xfrm>
          <a:prstGeom prst="ellipse">
            <a:avLst/>
          </a:prstGeom>
          <a:solidFill>
            <a:srgbClr val="E6EA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 name="Oval 50"/>
          <p:cNvSpPr>
            <a:spLocks noChangeArrowheads="1"/>
          </p:cNvSpPr>
          <p:nvPr/>
        </p:nvSpPr>
        <p:spPr bwMode="auto">
          <a:xfrm>
            <a:off x="10224985" y="3332163"/>
            <a:ext cx="88900" cy="85725"/>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 name="Oval 51"/>
          <p:cNvSpPr>
            <a:spLocks noChangeArrowheads="1"/>
          </p:cNvSpPr>
          <p:nvPr/>
        </p:nvSpPr>
        <p:spPr bwMode="auto">
          <a:xfrm>
            <a:off x="10224985" y="2230438"/>
            <a:ext cx="88900" cy="90488"/>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 name="Oval 52"/>
          <p:cNvSpPr>
            <a:spLocks noChangeArrowheads="1"/>
          </p:cNvSpPr>
          <p:nvPr/>
        </p:nvSpPr>
        <p:spPr bwMode="auto">
          <a:xfrm>
            <a:off x="7927872" y="3995738"/>
            <a:ext cx="207963" cy="209550"/>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 name="Freeform 53"/>
          <p:cNvSpPr>
            <a:spLocks noEditPoints="1"/>
          </p:cNvSpPr>
          <p:nvPr/>
        </p:nvSpPr>
        <p:spPr bwMode="auto">
          <a:xfrm>
            <a:off x="7616722" y="3532188"/>
            <a:ext cx="590550" cy="1136650"/>
          </a:xfrm>
          <a:custGeom>
            <a:avLst/>
            <a:gdLst>
              <a:gd name="T0" fmla="*/ 131 w 171"/>
              <a:gd name="T1" fmla="*/ 193 h 329"/>
              <a:gd name="T2" fmla="*/ 120 w 171"/>
              <a:gd name="T3" fmla="*/ 195 h 329"/>
              <a:gd name="T4" fmla="*/ 111 w 171"/>
              <a:gd name="T5" fmla="*/ 193 h 329"/>
              <a:gd name="T6" fmla="*/ 153 w 171"/>
              <a:gd name="T7" fmla="*/ 329 h 329"/>
              <a:gd name="T8" fmla="*/ 171 w 171"/>
              <a:gd name="T9" fmla="*/ 319 h 329"/>
              <a:gd name="T10" fmla="*/ 131 w 171"/>
              <a:gd name="T11" fmla="*/ 193 h 329"/>
              <a:gd name="T12" fmla="*/ 91 w 171"/>
              <a:gd name="T13" fmla="*/ 155 h 329"/>
              <a:gd name="T14" fmla="*/ 0 w 171"/>
              <a:gd name="T15" fmla="*/ 155 h 329"/>
              <a:gd name="T16" fmla="*/ 0 w 171"/>
              <a:gd name="T17" fmla="*/ 174 h 329"/>
              <a:gd name="T18" fmla="*/ 91 w 171"/>
              <a:gd name="T19" fmla="*/ 174 h 329"/>
              <a:gd name="T20" fmla="*/ 90 w 171"/>
              <a:gd name="T21" fmla="*/ 164 h 329"/>
              <a:gd name="T22" fmla="*/ 91 w 171"/>
              <a:gd name="T23" fmla="*/ 155 h 329"/>
              <a:gd name="T24" fmla="*/ 153 w 171"/>
              <a:gd name="T25" fmla="*/ 0 h 329"/>
              <a:gd name="T26" fmla="*/ 111 w 171"/>
              <a:gd name="T27" fmla="*/ 136 h 329"/>
              <a:gd name="T28" fmla="*/ 120 w 171"/>
              <a:gd name="T29" fmla="*/ 134 h 329"/>
              <a:gd name="T30" fmla="*/ 131 w 171"/>
              <a:gd name="T31" fmla="*/ 136 h 329"/>
              <a:gd name="T32" fmla="*/ 171 w 171"/>
              <a:gd name="T33" fmla="*/ 10 h 329"/>
              <a:gd name="T34" fmla="*/ 153 w 171"/>
              <a:gd name="T35" fmla="*/ 0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1" h="329">
                <a:moveTo>
                  <a:pt x="131" y="193"/>
                </a:moveTo>
                <a:cubicBezTo>
                  <a:pt x="128" y="194"/>
                  <a:pt x="124" y="195"/>
                  <a:pt x="120" y="195"/>
                </a:cubicBezTo>
                <a:cubicBezTo>
                  <a:pt x="117" y="195"/>
                  <a:pt x="114" y="194"/>
                  <a:pt x="111" y="193"/>
                </a:cubicBezTo>
                <a:cubicBezTo>
                  <a:pt x="115" y="241"/>
                  <a:pt x="130" y="287"/>
                  <a:pt x="153" y="329"/>
                </a:cubicBezTo>
                <a:cubicBezTo>
                  <a:pt x="171" y="319"/>
                  <a:pt x="171" y="319"/>
                  <a:pt x="171" y="319"/>
                </a:cubicBezTo>
                <a:cubicBezTo>
                  <a:pt x="149" y="280"/>
                  <a:pt x="135" y="237"/>
                  <a:pt x="131" y="193"/>
                </a:cubicBezTo>
                <a:moveTo>
                  <a:pt x="91" y="155"/>
                </a:moveTo>
                <a:cubicBezTo>
                  <a:pt x="0" y="155"/>
                  <a:pt x="0" y="155"/>
                  <a:pt x="0" y="155"/>
                </a:cubicBezTo>
                <a:cubicBezTo>
                  <a:pt x="0" y="174"/>
                  <a:pt x="0" y="174"/>
                  <a:pt x="0" y="174"/>
                </a:cubicBezTo>
                <a:cubicBezTo>
                  <a:pt x="91" y="174"/>
                  <a:pt x="91" y="174"/>
                  <a:pt x="91" y="174"/>
                </a:cubicBezTo>
                <a:cubicBezTo>
                  <a:pt x="90" y="171"/>
                  <a:pt x="90" y="168"/>
                  <a:pt x="90" y="164"/>
                </a:cubicBezTo>
                <a:cubicBezTo>
                  <a:pt x="90" y="161"/>
                  <a:pt x="90" y="158"/>
                  <a:pt x="91" y="155"/>
                </a:cubicBezTo>
                <a:moveTo>
                  <a:pt x="153" y="0"/>
                </a:moveTo>
                <a:cubicBezTo>
                  <a:pt x="130" y="42"/>
                  <a:pt x="115" y="88"/>
                  <a:pt x="111" y="136"/>
                </a:cubicBezTo>
                <a:cubicBezTo>
                  <a:pt x="114" y="135"/>
                  <a:pt x="117" y="134"/>
                  <a:pt x="120" y="134"/>
                </a:cubicBezTo>
                <a:cubicBezTo>
                  <a:pt x="124" y="134"/>
                  <a:pt x="128" y="135"/>
                  <a:pt x="131" y="136"/>
                </a:cubicBezTo>
                <a:cubicBezTo>
                  <a:pt x="135" y="92"/>
                  <a:pt x="149" y="49"/>
                  <a:pt x="171" y="10"/>
                </a:cubicBezTo>
                <a:cubicBezTo>
                  <a:pt x="153" y="0"/>
                  <a:pt x="153" y="0"/>
                  <a:pt x="153" y="0"/>
                </a:cubicBezTo>
              </a:path>
            </a:pathLst>
          </a:custGeom>
          <a:solidFill>
            <a:srgbClr val="A5B2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 name="Freeform 54"/>
          <p:cNvSpPr>
            <a:spLocks/>
          </p:cNvSpPr>
          <p:nvPr/>
        </p:nvSpPr>
        <p:spPr bwMode="auto">
          <a:xfrm>
            <a:off x="7927872" y="3995738"/>
            <a:ext cx="141288" cy="209550"/>
          </a:xfrm>
          <a:custGeom>
            <a:avLst/>
            <a:gdLst>
              <a:gd name="T0" fmla="*/ 30 w 41"/>
              <a:gd name="T1" fmla="*/ 0 h 61"/>
              <a:gd name="T2" fmla="*/ 21 w 41"/>
              <a:gd name="T3" fmla="*/ 2 h 61"/>
              <a:gd name="T4" fmla="*/ 20 w 41"/>
              <a:gd name="T5" fmla="*/ 21 h 61"/>
              <a:gd name="T6" fmla="*/ 1 w 41"/>
              <a:gd name="T7" fmla="*/ 21 h 61"/>
              <a:gd name="T8" fmla="*/ 0 w 41"/>
              <a:gd name="T9" fmla="*/ 30 h 61"/>
              <a:gd name="T10" fmla="*/ 1 w 41"/>
              <a:gd name="T11" fmla="*/ 40 h 61"/>
              <a:gd name="T12" fmla="*/ 20 w 41"/>
              <a:gd name="T13" fmla="*/ 40 h 61"/>
              <a:gd name="T14" fmla="*/ 21 w 41"/>
              <a:gd name="T15" fmla="*/ 59 h 61"/>
              <a:gd name="T16" fmla="*/ 30 w 41"/>
              <a:gd name="T17" fmla="*/ 61 h 61"/>
              <a:gd name="T18" fmla="*/ 41 w 41"/>
              <a:gd name="T19" fmla="*/ 59 h 61"/>
              <a:gd name="T20" fmla="*/ 40 w 41"/>
              <a:gd name="T21" fmla="*/ 30 h 61"/>
              <a:gd name="T22" fmla="*/ 41 w 41"/>
              <a:gd name="T23" fmla="*/ 2 h 61"/>
              <a:gd name="T24" fmla="*/ 30 w 41"/>
              <a:gd name="T25"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1" h="61">
                <a:moveTo>
                  <a:pt x="30" y="0"/>
                </a:moveTo>
                <a:cubicBezTo>
                  <a:pt x="27" y="0"/>
                  <a:pt x="24" y="1"/>
                  <a:pt x="21" y="2"/>
                </a:cubicBezTo>
                <a:cubicBezTo>
                  <a:pt x="21" y="8"/>
                  <a:pt x="20" y="14"/>
                  <a:pt x="20" y="21"/>
                </a:cubicBezTo>
                <a:cubicBezTo>
                  <a:pt x="1" y="21"/>
                  <a:pt x="1" y="21"/>
                  <a:pt x="1" y="21"/>
                </a:cubicBezTo>
                <a:cubicBezTo>
                  <a:pt x="0" y="24"/>
                  <a:pt x="0" y="27"/>
                  <a:pt x="0" y="30"/>
                </a:cubicBezTo>
                <a:cubicBezTo>
                  <a:pt x="0" y="34"/>
                  <a:pt x="0" y="37"/>
                  <a:pt x="1" y="40"/>
                </a:cubicBezTo>
                <a:cubicBezTo>
                  <a:pt x="20" y="40"/>
                  <a:pt x="20" y="40"/>
                  <a:pt x="20" y="40"/>
                </a:cubicBezTo>
                <a:cubicBezTo>
                  <a:pt x="20" y="47"/>
                  <a:pt x="21" y="53"/>
                  <a:pt x="21" y="59"/>
                </a:cubicBezTo>
                <a:cubicBezTo>
                  <a:pt x="24" y="60"/>
                  <a:pt x="27" y="61"/>
                  <a:pt x="30" y="61"/>
                </a:cubicBezTo>
                <a:cubicBezTo>
                  <a:pt x="34" y="61"/>
                  <a:pt x="38" y="60"/>
                  <a:pt x="41" y="59"/>
                </a:cubicBezTo>
                <a:cubicBezTo>
                  <a:pt x="40" y="49"/>
                  <a:pt x="40" y="40"/>
                  <a:pt x="40" y="30"/>
                </a:cubicBezTo>
                <a:cubicBezTo>
                  <a:pt x="40" y="21"/>
                  <a:pt x="40" y="12"/>
                  <a:pt x="41" y="2"/>
                </a:cubicBezTo>
                <a:cubicBezTo>
                  <a:pt x="38" y="1"/>
                  <a:pt x="34" y="0"/>
                  <a:pt x="30" y="0"/>
                </a:cubicBezTo>
              </a:path>
            </a:pathLst>
          </a:custGeom>
          <a:solidFill>
            <a:srgbClr val="37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 name="Oval 55"/>
          <p:cNvSpPr>
            <a:spLocks noChangeArrowheads="1"/>
          </p:cNvSpPr>
          <p:nvPr/>
        </p:nvSpPr>
        <p:spPr bwMode="auto">
          <a:xfrm>
            <a:off x="7572272" y="4057650"/>
            <a:ext cx="90488" cy="85725"/>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 name="Oval 56"/>
          <p:cNvSpPr>
            <a:spLocks noChangeArrowheads="1"/>
          </p:cNvSpPr>
          <p:nvPr/>
        </p:nvSpPr>
        <p:spPr bwMode="auto">
          <a:xfrm>
            <a:off x="8131072" y="3505200"/>
            <a:ext cx="90488" cy="88900"/>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 name="Oval 57"/>
          <p:cNvSpPr>
            <a:spLocks noChangeArrowheads="1"/>
          </p:cNvSpPr>
          <p:nvPr/>
        </p:nvSpPr>
        <p:spPr bwMode="auto">
          <a:xfrm>
            <a:off x="8131072" y="4606925"/>
            <a:ext cx="90488" cy="88900"/>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 name="Oval 58"/>
          <p:cNvSpPr>
            <a:spLocks noChangeArrowheads="1"/>
          </p:cNvSpPr>
          <p:nvPr/>
        </p:nvSpPr>
        <p:spPr bwMode="auto">
          <a:xfrm>
            <a:off x="7986610" y="4054475"/>
            <a:ext cx="93663" cy="92075"/>
          </a:xfrm>
          <a:prstGeom prst="ellipse">
            <a:avLst/>
          </a:prstGeom>
          <a:solidFill>
            <a:srgbClr val="E6EA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 name="Freeform 59"/>
          <p:cNvSpPr>
            <a:spLocks noEditPoints="1"/>
          </p:cNvSpPr>
          <p:nvPr/>
        </p:nvSpPr>
        <p:spPr bwMode="auto">
          <a:xfrm>
            <a:off x="8800997" y="817563"/>
            <a:ext cx="819150" cy="725488"/>
          </a:xfrm>
          <a:custGeom>
            <a:avLst/>
            <a:gdLst>
              <a:gd name="T0" fmla="*/ 94 w 237"/>
              <a:gd name="T1" fmla="*/ 127 h 210"/>
              <a:gd name="T2" fmla="*/ 0 w 237"/>
              <a:gd name="T3" fmla="*/ 127 h 210"/>
              <a:gd name="T4" fmla="*/ 0 w 237"/>
              <a:gd name="T5" fmla="*/ 210 h 210"/>
              <a:gd name="T6" fmla="*/ 10 w 237"/>
              <a:gd name="T7" fmla="*/ 210 h 210"/>
              <a:gd name="T8" fmla="*/ 10 w 237"/>
              <a:gd name="T9" fmla="*/ 137 h 210"/>
              <a:gd name="T10" fmla="*/ 83 w 237"/>
              <a:gd name="T11" fmla="*/ 137 h 210"/>
              <a:gd name="T12" fmla="*/ 83 w 237"/>
              <a:gd name="T13" fmla="*/ 210 h 210"/>
              <a:gd name="T14" fmla="*/ 94 w 237"/>
              <a:gd name="T15" fmla="*/ 210 h 210"/>
              <a:gd name="T16" fmla="*/ 94 w 237"/>
              <a:gd name="T17" fmla="*/ 127 h 210"/>
              <a:gd name="T18" fmla="*/ 61 w 237"/>
              <a:gd name="T19" fmla="*/ 33 h 210"/>
              <a:gd name="T20" fmla="*/ 26 w 237"/>
              <a:gd name="T21" fmla="*/ 68 h 210"/>
              <a:gd name="T22" fmla="*/ 43 w 237"/>
              <a:gd name="T23" fmla="*/ 98 h 210"/>
              <a:gd name="T24" fmla="*/ 17 w 237"/>
              <a:gd name="T25" fmla="*/ 121 h 210"/>
              <a:gd name="T26" fmla="*/ 99 w 237"/>
              <a:gd name="T27" fmla="*/ 121 h 210"/>
              <a:gd name="T28" fmla="*/ 99 w 237"/>
              <a:gd name="T29" fmla="*/ 193 h 210"/>
              <a:gd name="T30" fmla="*/ 159 w 237"/>
              <a:gd name="T31" fmla="*/ 139 h 210"/>
              <a:gd name="T32" fmla="*/ 158 w 237"/>
              <a:gd name="T33" fmla="*/ 120 h 210"/>
              <a:gd name="T34" fmla="*/ 149 w 237"/>
              <a:gd name="T35" fmla="*/ 117 h 210"/>
              <a:gd name="T36" fmla="*/ 140 w 237"/>
              <a:gd name="T37" fmla="*/ 121 h 210"/>
              <a:gd name="T38" fmla="*/ 111 w 237"/>
              <a:gd name="T39" fmla="*/ 141 h 210"/>
              <a:gd name="T40" fmla="*/ 80 w 237"/>
              <a:gd name="T41" fmla="*/ 98 h 210"/>
              <a:gd name="T42" fmla="*/ 97 w 237"/>
              <a:gd name="T43" fmla="*/ 68 h 210"/>
              <a:gd name="T44" fmla="*/ 61 w 237"/>
              <a:gd name="T45" fmla="*/ 33 h 210"/>
              <a:gd name="T46" fmla="*/ 211 w 237"/>
              <a:gd name="T47" fmla="*/ 18 h 210"/>
              <a:gd name="T48" fmla="*/ 172 w 237"/>
              <a:gd name="T49" fmla="*/ 56 h 210"/>
              <a:gd name="T50" fmla="*/ 143 w 237"/>
              <a:gd name="T51" fmla="*/ 38 h 210"/>
              <a:gd name="T52" fmla="*/ 141 w 237"/>
              <a:gd name="T53" fmla="*/ 37 h 210"/>
              <a:gd name="T54" fmla="*/ 140 w 237"/>
              <a:gd name="T55" fmla="*/ 38 h 210"/>
              <a:gd name="T56" fmla="*/ 112 w 237"/>
              <a:gd name="T57" fmla="*/ 65 h 210"/>
              <a:gd name="T58" fmla="*/ 116 w 237"/>
              <a:gd name="T59" fmla="*/ 69 h 210"/>
              <a:gd name="T60" fmla="*/ 142 w 237"/>
              <a:gd name="T61" fmla="*/ 43 h 210"/>
              <a:gd name="T62" fmla="*/ 170 w 237"/>
              <a:gd name="T63" fmla="*/ 62 h 210"/>
              <a:gd name="T64" fmla="*/ 172 w 237"/>
              <a:gd name="T65" fmla="*/ 63 h 210"/>
              <a:gd name="T66" fmla="*/ 174 w 237"/>
              <a:gd name="T67" fmla="*/ 62 h 210"/>
              <a:gd name="T68" fmla="*/ 215 w 237"/>
              <a:gd name="T69" fmla="*/ 22 h 210"/>
              <a:gd name="T70" fmla="*/ 211 w 237"/>
              <a:gd name="T71" fmla="*/ 18 h 210"/>
              <a:gd name="T72" fmla="*/ 237 w 237"/>
              <a:gd name="T73" fmla="*/ 0 h 210"/>
              <a:gd name="T74" fmla="*/ 90 w 237"/>
              <a:gd name="T75" fmla="*/ 0 h 210"/>
              <a:gd name="T76" fmla="*/ 90 w 237"/>
              <a:gd name="T77" fmla="*/ 32 h 210"/>
              <a:gd name="T78" fmla="*/ 101 w 237"/>
              <a:gd name="T79" fmla="*/ 45 h 210"/>
              <a:gd name="T80" fmla="*/ 101 w 237"/>
              <a:gd name="T81" fmla="*/ 11 h 210"/>
              <a:gd name="T82" fmla="*/ 226 w 237"/>
              <a:gd name="T83" fmla="*/ 11 h 210"/>
              <a:gd name="T84" fmla="*/ 226 w 237"/>
              <a:gd name="T85" fmla="*/ 74 h 210"/>
              <a:gd name="T86" fmla="*/ 107 w 237"/>
              <a:gd name="T87" fmla="*/ 74 h 210"/>
              <a:gd name="T88" fmla="*/ 104 w 237"/>
              <a:gd name="T89" fmla="*/ 84 h 210"/>
              <a:gd name="T90" fmla="*/ 160 w 237"/>
              <a:gd name="T91" fmla="*/ 84 h 210"/>
              <a:gd name="T92" fmla="*/ 160 w 237"/>
              <a:gd name="T93" fmla="*/ 91 h 210"/>
              <a:gd name="T94" fmla="*/ 144 w 237"/>
              <a:gd name="T95" fmla="*/ 91 h 210"/>
              <a:gd name="T96" fmla="*/ 144 w 237"/>
              <a:gd name="T97" fmla="*/ 102 h 210"/>
              <a:gd name="T98" fmla="*/ 186 w 237"/>
              <a:gd name="T99" fmla="*/ 102 h 210"/>
              <a:gd name="T100" fmla="*/ 186 w 237"/>
              <a:gd name="T101" fmla="*/ 91 h 210"/>
              <a:gd name="T102" fmla="*/ 170 w 237"/>
              <a:gd name="T103" fmla="*/ 91 h 210"/>
              <a:gd name="T104" fmla="*/ 170 w 237"/>
              <a:gd name="T105" fmla="*/ 84 h 210"/>
              <a:gd name="T106" fmla="*/ 237 w 237"/>
              <a:gd name="T107" fmla="*/ 84 h 210"/>
              <a:gd name="T108" fmla="*/ 237 w 237"/>
              <a:gd name="T109"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7" h="210">
                <a:moveTo>
                  <a:pt x="94" y="127"/>
                </a:moveTo>
                <a:cubicBezTo>
                  <a:pt x="0" y="127"/>
                  <a:pt x="0" y="127"/>
                  <a:pt x="0" y="127"/>
                </a:cubicBezTo>
                <a:cubicBezTo>
                  <a:pt x="0" y="210"/>
                  <a:pt x="0" y="210"/>
                  <a:pt x="0" y="210"/>
                </a:cubicBezTo>
                <a:cubicBezTo>
                  <a:pt x="10" y="210"/>
                  <a:pt x="10" y="210"/>
                  <a:pt x="10" y="210"/>
                </a:cubicBezTo>
                <a:cubicBezTo>
                  <a:pt x="10" y="137"/>
                  <a:pt x="10" y="137"/>
                  <a:pt x="10" y="137"/>
                </a:cubicBezTo>
                <a:cubicBezTo>
                  <a:pt x="83" y="137"/>
                  <a:pt x="83" y="137"/>
                  <a:pt x="83" y="137"/>
                </a:cubicBezTo>
                <a:cubicBezTo>
                  <a:pt x="83" y="210"/>
                  <a:pt x="83" y="210"/>
                  <a:pt x="83" y="210"/>
                </a:cubicBezTo>
                <a:cubicBezTo>
                  <a:pt x="94" y="210"/>
                  <a:pt x="94" y="210"/>
                  <a:pt x="94" y="210"/>
                </a:cubicBezTo>
                <a:cubicBezTo>
                  <a:pt x="94" y="127"/>
                  <a:pt x="94" y="127"/>
                  <a:pt x="94" y="127"/>
                </a:cubicBezTo>
                <a:moveTo>
                  <a:pt x="61" y="33"/>
                </a:moveTo>
                <a:cubicBezTo>
                  <a:pt x="42" y="33"/>
                  <a:pt x="26" y="49"/>
                  <a:pt x="26" y="68"/>
                </a:cubicBezTo>
                <a:cubicBezTo>
                  <a:pt x="26" y="81"/>
                  <a:pt x="33" y="92"/>
                  <a:pt x="43" y="98"/>
                </a:cubicBezTo>
                <a:cubicBezTo>
                  <a:pt x="33" y="103"/>
                  <a:pt x="24" y="112"/>
                  <a:pt x="17" y="121"/>
                </a:cubicBezTo>
                <a:cubicBezTo>
                  <a:pt x="99" y="121"/>
                  <a:pt x="99" y="121"/>
                  <a:pt x="99" y="121"/>
                </a:cubicBezTo>
                <a:cubicBezTo>
                  <a:pt x="99" y="193"/>
                  <a:pt x="99" y="193"/>
                  <a:pt x="99" y="193"/>
                </a:cubicBezTo>
                <a:cubicBezTo>
                  <a:pt x="159" y="139"/>
                  <a:pt x="159" y="139"/>
                  <a:pt x="159" y="139"/>
                </a:cubicBezTo>
                <a:cubicBezTo>
                  <a:pt x="164" y="134"/>
                  <a:pt x="164" y="125"/>
                  <a:pt x="158" y="120"/>
                </a:cubicBezTo>
                <a:cubicBezTo>
                  <a:pt x="156" y="118"/>
                  <a:pt x="153" y="117"/>
                  <a:pt x="149" y="117"/>
                </a:cubicBezTo>
                <a:cubicBezTo>
                  <a:pt x="146" y="117"/>
                  <a:pt x="142" y="118"/>
                  <a:pt x="140" y="121"/>
                </a:cubicBezTo>
                <a:cubicBezTo>
                  <a:pt x="111" y="141"/>
                  <a:pt x="111" y="141"/>
                  <a:pt x="111" y="141"/>
                </a:cubicBezTo>
                <a:cubicBezTo>
                  <a:pt x="108" y="125"/>
                  <a:pt x="99" y="109"/>
                  <a:pt x="80" y="98"/>
                </a:cubicBezTo>
                <a:cubicBezTo>
                  <a:pt x="90" y="92"/>
                  <a:pt x="97" y="81"/>
                  <a:pt x="97" y="68"/>
                </a:cubicBezTo>
                <a:cubicBezTo>
                  <a:pt x="97" y="49"/>
                  <a:pt x="81" y="33"/>
                  <a:pt x="61" y="33"/>
                </a:cubicBezTo>
                <a:moveTo>
                  <a:pt x="211" y="18"/>
                </a:moveTo>
                <a:cubicBezTo>
                  <a:pt x="172" y="56"/>
                  <a:pt x="172" y="56"/>
                  <a:pt x="172" y="56"/>
                </a:cubicBezTo>
                <a:cubicBezTo>
                  <a:pt x="143" y="38"/>
                  <a:pt x="143" y="38"/>
                  <a:pt x="143" y="38"/>
                </a:cubicBezTo>
                <a:cubicBezTo>
                  <a:pt x="141" y="37"/>
                  <a:pt x="141" y="37"/>
                  <a:pt x="141" y="37"/>
                </a:cubicBezTo>
                <a:cubicBezTo>
                  <a:pt x="140" y="38"/>
                  <a:pt x="140" y="38"/>
                  <a:pt x="140" y="38"/>
                </a:cubicBezTo>
                <a:cubicBezTo>
                  <a:pt x="112" y="65"/>
                  <a:pt x="112" y="65"/>
                  <a:pt x="112" y="65"/>
                </a:cubicBezTo>
                <a:cubicBezTo>
                  <a:pt x="116" y="69"/>
                  <a:pt x="116" y="69"/>
                  <a:pt x="116" y="69"/>
                </a:cubicBezTo>
                <a:cubicBezTo>
                  <a:pt x="142" y="43"/>
                  <a:pt x="142" y="43"/>
                  <a:pt x="142" y="43"/>
                </a:cubicBezTo>
                <a:cubicBezTo>
                  <a:pt x="170" y="62"/>
                  <a:pt x="170" y="62"/>
                  <a:pt x="170" y="62"/>
                </a:cubicBezTo>
                <a:cubicBezTo>
                  <a:pt x="172" y="63"/>
                  <a:pt x="172" y="63"/>
                  <a:pt x="172" y="63"/>
                </a:cubicBezTo>
                <a:cubicBezTo>
                  <a:pt x="174" y="62"/>
                  <a:pt x="174" y="62"/>
                  <a:pt x="174" y="62"/>
                </a:cubicBezTo>
                <a:cubicBezTo>
                  <a:pt x="215" y="22"/>
                  <a:pt x="215" y="22"/>
                  <a:pt x="215" y="22"/>
                </a:cubicBezTo>
                <a:cubicBezTo>
                  <a:pt x="211" y="18"/>
                  <a:pt x="211" y="18"/>
                  <a:pt x="211" y="18"/>
                </a:cubicBezTo>
                <a:moveTo>
                  <a:pt x="237" y="0"/>
                </a:moveTo>
                <a:cubicBezTo>
                  <a:pt x="90" y="0"/>
                  <a:pt x="90" y="0"/>
                  <a:pt x="90" y="0"/>
                </a:cubicBezTo>
                <a:cubicBezTo>
                  <a:pt x="90" y="32"/>
                  <a:pt x="90" y="32"/>
                  <a:pt x="90" y="32"/>
                </a:cubicBezTo>
                <a:cubicBezTo>
                  <a:pt x="94" y="36"/>
                  <a:pt x="98" y="40"/>
                  <a:pt x="101" y="45"/>
                </a:cubicBezTo>
                <a:cubicBezTo>
                  <a:pt x="101" y="11"/>
                  <a:pt x="101" y="11"/>
                  <a:pt x="101" y="11"/>
                </a:cubicBezTo>
                <a:cubicBezTo>
                  <a:pt x="226" y="11"/>
                  <a:pt x="226" y="11"/>
                  <a:pt x="226" y="11"/>
                </a:cubicBezTo>
                <a:cubicBezTo>
                  <a:pt x="226" y="74"/>
                  <a:pt x="226" y="74"/>
                  <a:pt x="226" y="74"/>
                </a:cubicBezTo>
                <a:cubicBezTo>
                  <a:pt x="107" y="74"/>
                  <a:pt x="107" y="74"/>
                  <a:pt x="107" y="74"/>
                </a:cubicBezTo>
                <a:cubicBezTo>
                  <a:pt x="106" y="77"/>
                  <a:pt x="106" y="81"/>
                  <a:pt x="104" y="84"/>
                </a:cubicBezTo>
                <a:cubicBezTo>
                  <a:pt x="160" y="84"/>
                  <a:pt x="160" y="84"/>
                  <a:pt x="160" y="84"/>
                </a:cubicBezTo>
                <a:cubicBezTo>
                  <a:pt x="160" y="91"/>
                  <a:pt x="160" y="91"/>
                  <a:pt x="160" y="91"/>
                </a:cubicBezTo>
                <a:cubicBezTo>
                  <a:pt x="144" y="91"/>
                  <a:pt x="144" y="91"/>
                  <a:pt x="144" y="91"/>
                </a:cubicBezTo>
                <a:cubicBezTo>
                  <a:pt x="144" y="102"/>
                  <a:pt x="144" y="102"/>
                  <a:pt x="144" y="102"/>
                </a:cubicBezTo>
                <a:cubicBezTo>
                  <a:pt x="186" y="102"/>
                  <a:pt x="186" y="102"/>
                  <a:pt x="186" y="102"/>
                </a:cubicBezTo>
                <a:cubicBezTo>
                  <a:pt x="186" y="91"/>
                  <a:pt x="186" y="91"/>
                  <a:pt x="186" y="91"/>
                </a:cubicBezTo>
                <a:cubicBezTo>
                  <a:pt x="170" y="91"/>
                  <a:pt x="170" y="91"/>
                  <a:pt x="170" y="91"/>
                </a:cubicBezTo>
                <a:cubicBezTo>
                  <a:pt x="170" y="84"/>
                  <a:pt x="170" y="84"/>
                  <a:pt x="170" y="84"/>
                </a:cubicBezTo>
                <a:cubicBezTo>
                  <a:pt x="237" y="84"/>
                  <a:pt x="237" y="84"/>
                  <a:pt x="237" y="84"/>
                </a:cubicBezTo>
                <a:cubicBezTo>
                  <a:pt x="237" y="0"/>
                  <a:pt x="237" y="0"/>
                  <a:pt x="237" y="0"/>
                </a:cubicBezTo>
              </a:path>
            </a:pathLst>
          </a:custGeom>
          <a:solidFill>
            <a:srgbClr val="8592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 name="Freeform 60"/>
          <p:cNvSpPr>
            <a:spLocks noEditPoints="1"/>
          </p:cNvSpPr>
          <p:nvPr/>
        </p:nvSpPr>
        <p:spPr bwMode="auto">
          <a:xfrm>
            <a:off x="8823222" y="2271713"/>
            <a:ext cx="711200" cy="742950"/>
          </a:xfrm>
          <a:custGeom>
            <a:avLst/>
            <a:gdLst>
              <a:gd name="T0" fmla="*/ 173 w 206"/>
              <a:gd name="T1" fmla="*/ 109 h 215"/>
              <a:gd name="T2" fmla="*/ 115 w 206"/>
              <a:gd name="T3" fmla="*/ 124 h 215"/>
              <a:gd name="T4" fmla="*/ 129 w 206"/>
              <a:gd name="T5" fmla="*/ 138 h 215"/>
              <a:gd name="T6" fmla="*/ 67 w 206"/>
              <a:gd name="T7" fmla="*/ 200 h 215"/>
              <a:gd name="T8" fmla="*/ 82 w 206"/>
              <a:gd name="T9" fmla="*/ 215 h 215"/>
              <a:gd name="T10" fmla="*/ 144 w 206"/>
              <a:gd name="T11" fmla="*/ 153 h 215"/>
              <a:gd name="T12" fmla="*/ 153 w 206"/>
              <a:gd name="T13" fmla="*/ 161 h 215"/>
              <a:gd name="T14" fmla="*/ 157 w 206"/>
              <a:gd name="T15" fmla="*/ 166 h 215"/>
              <a:gd name="T16" fmla="*/ 173 w 206"/>
              <a:gd name="T17" fmla="*/ 109 h 215"/>
              <a:gd name="T18" fmla="*/ 68 w 206"/>
              <a:gd name="T19" fmla="*/ 99 h 215"/>
              <a:gd name="T20" fmla="*/ 20 w 206"/>
              <a:gd name="T21" fmla="*/ 111 h 215"/>
              <a:gd name="T22" fmla="*/ 32 w 206"/>
              <a:gd name="T23" fmla="*/ 123 h 215"/>
              <a:gd name="T24" fmla="*/ 1 w 206"/>
              <a:gd name="T25" fmla="*/ 154 h 215"/>
              <a:gd name="T26" fmla="*/ 13 w 206"/>
              <a:gd name="T27" fmla="*/ 166 h 215"/>
              <a:gd name="T28" fmla="*/ 44 w 206"/>
              <a:gd name="T29" fmla="*/ 135 h 215"/>
              <a:gd name="T30" fmla="*/ 51 w 206"/>
              <a:gd name="T31" fmla="*/ 142 h 215"/>
              <a:gd name="T32" fmla="*/ 55 w 206"/>
              <a:gd name="T33" fmla="*/ 146 h 215"/>
              <a:gd name="T34" fmla="*/ 68 w 206"/>
              <a:gd name="T35" fmla="*/ 99 h 215"/>
              <a:gd name="T36" fmla="*/ 106 w 206"/>
              <a:gd name="T37" fmla="*/ 26 h 215"/>
              <a:gd name="T38" fmla="*/ 48 w 206"/>
              <a:gd name="T39" fmla="*/ 41 h 215"/>
              <a:gd name="T40" fmla="*/ 62 w 206"/>
              <a:gd name="T41" fmla="*/ 56 h 215"/>
              <a:gd name="T42" fmla="*/ 0 w 206"/>
              <a:gd name="T43" fmla="*/ 118 h 215"/>
              <a:gd name="T44" fmla="*/ 15 w 206"/>
              <a:gd name="T45" fmla="*/ 132 h 215"/>
              <a:gd name="T46" fmla="*/ 25 w 206"/>
              <a:gd name="T47" fmla="*/ 123 h 215"/>
              <a:gd name="T48" fmla="*/ 10 w 206"/>
              <a:gd name="T49" fmla="*/ 109 h 215"/>
              <a:gd name="T50" fmla="*/ 49 w 206"/>
              <a:gd name="T51" fmla="*/ 99 h 215"/>
              <a:gd name="T52" fmla="*/ 77 w 206"/>
              <a:gd name="T53" fmla="*/ 70 h 215"/>
              <a:gd name="T54" fmla="*/ 86 w 206"/>
              <a:gd name="T55" fmla="*/ 79 h 215"/>
              <a:gd name="T56" fmla="*/ 91 w 206"/>
              <a:gd name="T57" fmla="*/ 84 h 215"/>
              <a:gd name="T58" fmla="*/ 106 w 206"/>
              <a:gd name="T59" fmla="*/ 26 h 215"/>
              <a:gd name="T60" fmla="*/ 206 w 206"/>
              <a:gd name="T61" fmla="*/ 0 h 215"/>
              <a:gd name="T62" fmla="*/ 125 w 206"/>
              <a:gd name="T63" fmla="*/ 21 h 215"/>
              <a:gd name="T64" fmla="*/ 144 w 206"/>
              <a:gd name="T65" fmla="*/ 41 h 215"/>
              <a:gd name="T66" fmla="*/ 68 w 206"/>
              <a:gd name="T67" fmla="*/ 118 h 215"/>
              <a:gd name="T68" fmla="*/ 64 w 206"/>
              <a:gd name="T69" fmla="*/ 134 h 215"/>
              <a:gd name="T70" fmla="*/ 78 w 206"/>
              <a:gd name="T71" fmla="*/ 149 h 215"/>
              <a:gd name="T72" fmla="*/ 165 w 206"/>
              <a:gd name="T73" fmla="*/ 62 h 215"/>
              <a:gd name="T74" fmla="*/ 177 w 206"/>
              <a:gd name="T75" fmla="*/ 74 h 215"/>
              <a:gd name="T76" fmla="*/ 184 w 206"/>
              <a:gd name="T77" fmla="*/ 81 h 215"/>
              <a:gd name="T78" fmla="*/ 206 w 206"/>
              <a:gd name="T79" fmla="*/ 0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6" h="215">
                <a:moveTo>
                  <a:pt x="173" y="109"/>
                </a:moveTo>
                <a:cubicBezTo>
                  <a:pt x="115" y="124"/>
                  <a:pt x="115" y="124"/>
                  <a:pt x="115" y="124"/>
                </a:cubicBezTo>
                <a:cubicBezTo>
                  <a:pt x="129" y="138"/>
                  <a:pt x="129" y="138"/>
                  <a:pt x="129" y="138"/>
                </a:cubicBezTo>
                <a:cubicBezTo>
                  <a:pt x="67" y="200"/>
                  <a:pt x="67" y="200"/>
                  <a:pt x="67" y="200"/>
                </a:cubicBezTo>
                <a:cubicBezTo>
                  <a:pt x="82" y="215"/>
                  <a:pt x="82" y="215"/>
                  <a:pt x="82" y="215"/>
                </a:cubicBezTo>
                <a:cubicBezTo>
                  <a:pt x="144" y="153"/>
                  <a:pt x="144" y="153"/>
                  <a:pt x="144" y="153"/>
                </a:cubicBezTo>
                <a:cubicBezTo>
                  <a:pt x="153" y="161"/>
                  <a:pt x="153" y="161"/>
                  <a:pt x="153" y="161"/>
                </a:cubicBezTo>
                <a:cubicBezTo>
                  <a:pt x="157" y="166"/>
                  <a:pt x="157" y="166"/>
                  <a:pt x="157" y="166"/>
                </a:cubicBezTo>
                <a:cubicBezTo>
                  <a:pt x="173" y="109"/>
                  <a:pt x="173" y="109"/>
                  <a:pt x="173" y="109"/>
                </a:cubicBezTo>
                <a:moveTo>
                  <a:pt x="68" y="99"/>
                </a:moveTo>
                <a:cubicBezTo>
                  <a:pt x="20" y="111"/>
                  <a:pt x="20" y="111"/>
                  <a:pt x="20" y="111"/>
                </a:cubicBezTo>
                <a:cubicBezTo>
                  <a:pt x="32" y="123"/>
                  <a:pt x="32" y="123"/>
                  <a:pt x="32" y="123"/>
                </a:cubicBezTo>
                <a:cubicBezTo>
                  <a:pt x="1" y="154"/>
                  <a:pt x="1" y="154"/>
                  <a:pt x="1" y="154"/>
                </a:cubicBezTo>
                <a:cubicBezTo>
                  <a:pt x="13" y="166"/>
                  <a:pt x="13" y="166"/>
                  <a:pt x="13" y="166"/>
                </a:cubicBezTo>
                <a:cubicBezTo>
                  <a:pt x="44" y="135"/>
                  <a:pt x="44" y="135"/>
                  <a:pt x="44" y="135"/>
                </a:cubicBezTo>
                <a:cubicBezTo>
                  <a:pt x="51" y="142"/>
                  <a:pt x="51" y="142"/>
                  <a:pt x="51" y="142"/>
                </a:cubicBezTo>
                <a:cubicBezTo>
                  <a:pt x="55" y="146"/>
                  <a:pt x="55" y="146"/>
                  <a:pt x="55" y="146"/>
                </a:cubicBezTo>
                <a:cubicBezTo>
                  <a:pt x="68" y="99"/>
                  <a:pt x="68" y="99"/>
                  <a:pt x="68" y="99"/>
                </a:cubicBezTo>
                <a:moveTo>
                  <a:pt x="106" y="26"/>
                </a:moveTo>
                <a:cubicBezTo>
                  <a:pt x="48" y="41"/>
                  <a:pt x="48" y="41"/>
                  <a:pt x="48" y="41"/>
                </a:cubicBezTo>
                <a:cubicBezTo>
                  <a:pt x="62" y="56"/>
                  <a:pt x="62" y="56"/>
                  <a:pt x="62" y="56"/>
                </a:cubicBezTo>
                <a:cubicBezTo>
                  <a:pt x="0" y="118"/>
                  <a:pt x="0" y="118"/>
                  <a:pt x="0" y="118"/>
                </a:cubicBezTo>
                <a:cubicBezTo>
                  <a:pt x="15" y="132"/>
                  <a:pt x="15" y="132"/>
                  <a:pt x="15" y="132"/>
                </a:cubicBezTo>
                <a:cubicBezTo>
                  <a:pt x="25" y="123"/>
                  <a:pt x="25" y="123"/>
                  <a:pt x="25" y="123"/>
                </a:cubicBezTo>
                <a:cubicBezTo>
                  <a:pt x="21" y="119"/>
                  <a:pt x="10" y="109"/>
                  <a:pt x="10" y="109"/>
                </a:cubicBezTo>
                <a:cubicBezTo>
                  <a:pt x="49" y="99"/>
                  <a:pt x="49" y="99"/>
                  <a:pt x="49" y="99"/>
                </a:cubicBezTo>
                <a:cubicBezTo>
                  <a:pt x="77" y="70"/>
                  <a:pt x="77" y="70"/>
                  <a:pt x="77" y="70"/>
                </a:cubicBezTo>
                <a:cubicBezTo>
                  <a:pt x="86" y="79"/>
                  <a:pt x="86" y="79"/>
                  <a:pt x="86" y="79"/>
                </a:cubicBezTo>
                <a:cubicBezTo>
                  <a:pt x="91" y="84"/>
                  <a:pt x="91" y="84"/>
                  <a:pt x="91" y="84"/>
                </a:cubicBezTo>
                <a:cubicBezTo>
                  <a:pt x="106" y="26"/>
                  <a:pt x="106" y="26"/>
                  <a:pt x="106" y="26"/>
                </a:cubicBezTo>
                <a:moveTo>
                  <a:pt x="206" y="0"/>
                </a:moveTo>
                <a:cubicBezTo>
                  <a:pt x="125" y="21"/>
                  <a:pt x="125" y="21"/>
                  <a:pt x="125" y="21"/>
                </a:cubicBezTo>
                <a:cubicBezTo>
                  <a:pt x="144" y="41"/>
                  <a:pt x="144" y="41"/>
                  <a:pt x="144" y="41"/>
                </a:cubicBezTo>
                <a:cubicBezTo>
                  <a:pt x="68" y="118"/>
                  <a:pt x="68" y="118"/>
                  <a:pt x="68" y="118"/>
                </a:cubicBezTo>
                <a:cubicBezTo>
                  <a:pt x="64" y="134"/>
                  <a:pt x="64" y="134"/>
                  <a:pt x="64" y="134"/>
                </a:cubicBezTo>
                <a:cubicBezTo>
                  <a:pt x="78" y="149"/>
                  <a:pt x="78" y="149"/>
                  <a:pt x="78" y="149"/>
                </a:cubicBezTo>
                <a:cubicBezTo>
                  <a:pt x="165" y="62"/>
                  <a:pt x="165" y="62"/>
                  <a:pt x="165" y="62"/>
                </a:cubicBezTo>
                <a:cubicBezTo>
                  <a:pt x="177" y="74"/>
                  <a:pt x="177" y="74"/>
                  <a:pt x="177" y="74"/>
                </a:cubicBezTo>
                <a:cubicBezTo>
                  <a:pt x="184" y="81"/>
                  <a:pt x="184" y="81"/>
                  <a:pt x="184" y="81"/>
                </a:cubicBezTo>
                <a:cubicBezTo>
                  <a:pt x="206" y="0"/>
                  <a:pt x="206" y="0"/>
                  <a:pt x="206" y="0"/>
                </a:cubicBezTo>
              </a:path>
            </a:pathLst>
          </a:custGeom>
          <a:solidFill>
            <a:srgbClr val="8592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 name="Freeform 61"/>
          <p:cNvSpPr>
            <a:spLocks noEditPoints="1"/>
          </p:cNvSpPr>
          <p:nvPr/>
        </p:nvSpPr>
        <p:spPr bwMode="auto">
          <a:xfrm>
            <a:off x="8742260" y="3719513"/>
            <a:ext cx="877888" cy="731838"/>
          </a:xfrm>
          <a:custGeom>
            <a:avLst/>
            <a:gdLst>
              <a:gd name="T0" fmla="*/ 82 w 254"/>
              <a:gd name="T1" fmla="*/ 182 h 212"/>
              <a:gd name="T2" fmla="*/ 83 w 254"/>
              <a:gd name="T3" fmla="*/ 77 h 212"/>
              <a:gd name="T4" fmla="*/ 135 w 254"/>
              <a:gd name="T5" fmla="*/ 131 h 212"/>
              <a:gd name="T6" fmla="*/ 72 w 254"/>
              <a:gd name="T7" fmla="*/ 47 h 212"/>
              <a:gd name="T8" fmla="*/ 46 w 254"/>
              <a:gd name="T9" fmla="*/ 72 h 212"/>
              <a:gd name="T10" fmla="*/ 16 w 254"/>
              <a:gd name="T11" fmla="*/ 79 h 212"/>
              <a:gd name="T12" fmla="*/ 16 w 254"/>
              <a:gd name="T13" fmla="*/ 115 h 212"/>
              <a:gd name="T14" fmla="*/ 0 w 254"/>
              <a:gd name="T15" fmla="*/ 141 h 212"/>
              <a:gd name="T16" fmla="*/ 26 w 254"/>
              <a:gd name="T17" fmla="*/ 167 h 212"/>
              <a:gd name="T18" fmla="*/ 32 w 254"/>
              <a:gd name="T19" fmla="*/ 196 h 212"/>
              <a:gd name="T20" fmla="*/ 69 w 254"/>
              <a:gd name="T21" fmla="*/ 197 h 212"/>
              <a:gd name="T22" fmla="*/ 94 w 254"/>
              <a:gd name="T23" fmla="*/ 212 h 212"/>
              <a:gd name="T24" fmla="*/ 120 w 254"/>
              <a:gd name="T25" fmla="*/ 187 h 212"/>
              <a:gd name="T26" fmla="*/ 150 w 254"/>
              <a:gd name="T27" fmla="*/ 180 h 212"/>
              <a:gd name="T28" fmla="*/ 150 w 254"/>
              <a:gd name="T29" fmla="*/ 144 h 212"/>
              <a:gd name="T30" fmla="*/ 166 w 254"/>
              <a:gd name="T31" fmla="*/ 118 h 212"/>
              <a:gd name="T32" fmla="*/ 140 w 254"/>
              <a:gd name="T33" fmla="*/ 92 h 212"/>
              <a:gd name="T34" fmla="*/ 134 w 254"/>
              <a:gd name="T35" fmla="*/ 63 h 212"/>
              <a:gd name="T36" fmla="*/ 97 w 254"/>
              <a:gd name="T37" fmla="*/ 63 h 212"/>
              <a:gd name="T38" fmla="*/ 72 w 254"/>
              <a:gd name="T39" fmla="*/ 47 h 212"/>
              <a:gd name="T40" fmla="*/ 197 w 254"/>
              <a:gd name="T41" fmla="*/ 92 h 212"/>
              <a:gd name="T42" fmla="*/ 198 w 254"/>
              <a:gd name="T43" fmla="*/ 21 h 212"/>
              <a:gd name="T44" fmla="*/ 233 w 254"/>
              <a:gd name="T45" fmla="*/ 57 h 212"/>
              <a:gd name="T46" fmla="*/ 190 w 254"/>
              <a:gd name="T47" fmla="*/ 0 h 212"/>
              <a:gd name="T48" fmla="*/ 173 w 254"/>
              <a:gd name="T49" fmla="*/ 18 h 212"/>
              <a:gd name="T50" fmla="*/ 153 w 254"/>
              <a:gd name="T51" fmla="*/ 22 h 212"/>
              <a:gd name="T52" fmla="*/ 152 w 254"/>
              <a:gd name="T53" fmla="*/ 47 h 212"/>
              <a:gd name="T54" fmla="*/ 142 w 254"/>
              <a:gd name="T55" fmla="*/ 64 h 212"/>
              <a:gd name="T56" fmla="*/ 159 w 254"/>
              <a:gd name="T57" fmla="*/ 82 h 212"/>
              <a:gd name="T58" fmla="*/ 164 w 254"/>
              <a:gd name="T59" fmla="*/ 102 h 212"/>
              <a:gd name="T60" fmla="*/ 188 w 254"/>
              <a:gd name="T61" fmla="*/ 102 h 212"/>
              <a:gd name="T62" fmla="*/ 206 w 254"/>
              <a:gd name="T63" fmla="*/ 113 h 212"/>
              <a:gd name="T64" fmla="*/ 223 w 254"/>
              <a:gd name="T65" fmla="*/ 96 h 212"/>
              <a:gd name="T66" fmla="*/ 243 w 254"/>
              <a:gd name="T67" fmla="*/ 91 h 212"/>
              <a:gd name="T68" fmla="*/ 243 w 254"/>
              <a:gd name="T69" fmla="*/ 66 h 212"/>
              <a:gd name="T70" fmla="*/ 254 w 254"/>
              <a:gd name="T71" fmla="*/ 49 h 212"/>
              <a:gd name="T72" fmla="*/ 237 w 254"/>
              <a:gd name="T73" fmla="*/ 31 h 212"/>
              <a:gd name="T74" fmla="*/ 232 w 254"/>
              <a:gd name="T75" fmla="*/ 11 h 212"/>
              <a:gd name="T76" fmla="*/ 208 w 254"/>
              <a:gd name="T77" fmla="*/ 11 h 212"/>
              <a:gd name="T78" fmla="*/ 190 w 254"/>
              <a:gd name="T79" fmla="*/ 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12">
                <a:moveTo>
                  <a:pt x="83" y="182"/>
                </a:moveTo>
                <a:cubicBezTo>
                  <a:pt x="83" y="182"/>
                  <a:pt x="82" y="182"/>
                  <a:pt x="82" y="182"/>
                </a:cubicBezTo>
                <a:cubicBezTo>
                  <a:pt x="53" y="181"/>
                  <a:pt x="30" y="157"/>
                  <a:pt x="31" y="129"/>
                </a:cubicBezTo>
                <a:cubicBezTo>
                  <a:pt x="31" y="100"/>
                  <a:pt x="55" y="77"/>
                  <a:pt x="83" y="77"/>
                </a:cubicBezTo>
                <a:cubicBezTo>
                  <a:pt x="83" y="77"/>
                  <a:pt x="84" y="77"/>
                  <a:pt x="84" y="77"/>
                </a:cubicBezTo>
                <a:cubicBezTo>
                  <a:pt x="113" y="78"/>
                  <a:pt x="136" y="102"/>
                  <a:pt x="135" y="131"/>
                </a:cubicBezTo>
                <a:cubicBezTo>
                  <a:pt x="135" y="159"/>
                  <a:pt x="111" y="182"/>
                  <a:pt x="83" y="182"/>
                </a:cubicBezTo>
                <a:moveTo>
                  <a:pt x="72" y="47"/>
                </a:moveTo>
                <a:cubicBezTo>
                  <a:pt x="71" y="62"/>
                  <a:pt x="71" y="62"/>
                  <a:pt x="71" y="62"/>
                </a:cubicBezTo>
                <a:cubicBezTo>
                  <a:pt x="62" y="64"/>
                  <a:pt x="53" y="67"/>
                  <a:pt x="46" y="72"/>
                </a:cubicBezTo>
                <a:cubicBezTo>
                  <a:pt x="35" y="61"/>
                  <a:pt x="35" y="61"/>
                  <a:pt x="35" y="61"/>
                </a:cubicBezTo>
                <a:cubicBezTo>
                  <a:pt x="16" y="79"/>
                  <a:pt x="16" y="79"/>
                  <a:pt x="16" y="79"/>
                </a:cubicBezTo>
                <a:cubicBezTo>
                  <a:pt x="27" y="90"/>
                  <a:pt x="27" y="90"/>
                  <a:pt x="27" y="90"/>
                </a:cubicBezTo>
                <a:cubicBezTo>
                  <a:pt x="22" y="98"/>
                  <a:pt x="18" y="106"/>
                  <a:pt x="16" y="115"/>
                </a:cubicBezTo>
                <a:cubicBezTo>
                  <a:pt x="1" y="115"/>
                  <a:pt x="1" y="115"/>
                  <a:pt x="1" y="115"/>
                </a:cubicBezTo>
                <a:cubicBezTo>
                  <a:pt x="0" y="141"/>
                  <a:pt x="0" y="141"/>
                  <a:pt x="0" y="141"/>
                </a:cubicBezTo>
                <a:cubicBezTo>
                  <a:pt x="15" y="141"/>
                  <a:pt x="15" y="141"/>
                  <a:pt x="15" y="141"/>
                </a:cubicBezTo>
                <a:cubicBezTo>
                  <a:pt x="17" y="151"/>
                  <a:pt x="21" y="159"/>
                  <a:pt x="26" y="167"/>
                </a:cubicBezTo>
                <a:cubicBezTo>
                  <a:pt x="15" y="178"/>
                  <a:pt x="15" y="178"/>
                  <a:pt x="15" y="178"/>
                </a:cubicBezTo>
                <a:cubicBezTo>
                  <a:pt x="32" y="196"/>
                  <a:pt x="32" y="196"/>
                  <a:pt x="32" y="196"/>
                </a:cubicBezTo>
                <a:cubicBezTo>
                  <a:pt x="43" y="186"/>
                  <a:pt x="43" y="186"/>
                  <a:pt x="43" y="186"/>
                </a:cubicBezTo>
                <a:cubicBezTo>
                  <a:pt x="51" y="191"/>
                  <a:pt x="60" y="195"/>
                  <a:pt x="69" y="197"/>
                </a:cubicBezTo>
                <a:cubicBezTo>
                  <a:pt x="69" y="212"/>
                  <a:pt x="69" y="212"/>
                  <a:pt x="69" y="212"/>
                </a:cubicBezTo>
                <a:cubicBezTo>
                  <a:pt x="94" y="212"/>
                  <a:pt x="94" y="212"/>
                  <a:pt x="94" y="212"/>
                </a:cubicBezTo>
                <a:cubicBezTo>
                  <a:pt x="95" y="197"/>
                  <a:pt x="95" y="197"/>
                  <a:pt x="95" y="197"/>
                </a:cubicBezTo>
                <a:cubicBezTo>
                  <a:pt x="104" y="196"/>
                  <a:pt x="113" y="192"/>
                  <a:pt x="120" y="187"/>
                </a:cubicBezTo>
                <a:cubicBezTo>
                  <a:pt x="131" y="198"/>
                  <a:pt x="131" y="198"/>
                  <a:pt x="131" y="198"/>
                </a:cubicBezTo>
                <a:cubicBezTo>
                  <a:pt x="150" y="180"/>
                  <a:pt x="150" y="180"/>
                  <a:pt x="150" y="180"/>
                </a:cubicBezTo>
                <a:cubicBezTo>
                  <a:pt x="139" y="169"/>
                  <a:pt x="139" y="169"/>
                  <a:pt x="139" y="169"/>
                </a:cubicBezTo>
                <a:cubicBezTo>
                  <a:pt x="144" y="162"/>
                  <a:pt x="148" y="153"/>
                  <a:pt x="150" y="144"/>
                </a:cubicBezTo>
                <a:cubicBezTo>
                  <a:pt x="165" y="144"/>
                  <a:pt x="165" y="144"/>
                  <a:pt x="165" y="144"/>
                </a:cubicBezTo>
                <a:cubicBezTo>
                  <a:pt x="166" y="118"/>
                  <a:pt x="166" y="118"/>
                  <a:pt x="166" y="118"/>
                </a:cubicBezTo>
                <a:cubicBezTo>
                  <a:pt x="151" y="118"/>
                  <a:pt x="151" y="118"/>
                  <a:pt x="151" y="118"/>
                </a:cubicBezTo>
                <a:cubicBezTo>
                  <a:pt x="149" y="109"/>
                  <a:pt x="145" y="100"/>
                  <a:pt x="140" y="92"/>
                </a:cubicBezTo>
                <a:cubicBezTo>
                  <a:pt x="151" y="82"/>
                  <a:pt x="151" y="82"/>
                  <a:pt x="151" y="82"/>
                </a:cubicBezTo>
                <a:cubicBezTo>
                  <a:pt x="134" y="63"/>
                  <a:pt x="134" y="63"/>
                  <a:pt x="134" y="63"/>
                </a:cubicBezTo>
                <a:cubicBezTo>
                  <a:pt x="123" y="74"/>
                  <a:pt x="123" y="74"/>
                  <a:pt x="123" y="74"/>
                </a:cubicBezTo>
                <a:cubicBezTo>
                  <a:pt x="115" y="68"/>
                  <a:pt x="106" y="65"/>
                  <a:pt x="97" y="63"/>
                </a:cubicBezTo>
                <a:cubicBezTo>
                  <a:pt x="97" y="47"/>
                  <a:pt x="97" y="47"/>
                  <a:pt x="97" y="47"/>
                </a:cubicBezTo>
                <a:cubicBezTo>
                  <a:pt x="72" y="47"/>
                  <a:pt x="72" y="47"/>
                  <a:pt x="72" y="47"/>
                </a:cubicBezTo>
                <a:moveTo>
                  <a:pt x="198" y="92"/>
                </a:moveTo>
                <a:cubicBezTo>
                  <a:pt x="198" y="92"/>
                  <a:pt x="197" y="92"/>
                  <a:pt x="197" y="92"/>
                </a:cubicBezTo>
                <a:cubicBezTo>
                  <a:pt x="178" y="92"/>
                  <a:pt x="162" y="75"/>
                  <a:pt x="162" y="56"/>
                </a:cubicBezTo>
                <a:cubicBezTo>
                  <a:pt x="163" y="37"/>
                  <a:pt x="179" y="21"/>
                  <a:pt x="198" y="21"/>
                </a:cubicBezTo>
                <a:cubicBezTo>
                  <a:pt x="198" y="21"/>
                  <a:pt x="198" y="21"/>
                  <a:pt x="199" y="21"/>
                </a:cubicBezTo>
                <a:cubicBezTo>
                  <a:pt x="218" y="21"/>
                  <a:pt x="234" y="38"/>
                  <a:pt x="233" y="57"/>
                </a:cubicBezTo>
                <a:cubicBezTo>
                  <a:pt x="233" y="77"/>
                  <a:pt x="217" y="92"/>
                  <a:pt x="198" y="92"/>
                </a:cubicBezTo>
                <a:moveTo>
                  <a:pt x="190" y="0"/>
                </a:moveTo>
                <a:cubicBezTo>
                  <a:pt x="190" y="11"/>
                  <a:pt x="190" y="11"/>
                  <a:pt x="190" y="11"/>
                </a:cubicBezTo>
                <a:cubicBezTo>
                  <a:pt x="184" y="12"/>
                  <a:pt x="178" y="14"/>
                  <a:pt x="173" y="18"/>
                </a:cubicBezTo>
                <a:cubicBezTo>
                  <a:pt x="165" y="10"/>
                  <a:pt x="165" y="10"/>
                  <a:pt x="165" y="10"/>
                </a:cubicBezTo>
                <a:cubicBezTo>
                  <a:pt x="153" y="22"/>
                  <a:pt x="153" y="22"/>
                  <a:pt x="153" y="22"/>
                </a:cubicBezTo>
                <a:cubicBezTo>
                  <a:pt x="160" y="30"/>
                  <a:pt x="160" y="30"/>
                  <a:pt x="160" y="30"/>
                </a:cubicBezTo>
                <a:cubicBezTo>
                  <a:pt x="156" y="35"/>
                  <a:pt x="154" y="41"/>
                  <a:pt x="152" y="47"/>
                </a:cubicBezTo>
                <a:cubicBezTo>
                  <a:pt x="142" y="47"/>
                  <a:pt x="142" y="47"/>
                  <a:pt x="142" y="47"/>
                </a:cubicBezTo>
                <a:cubicBezTo>
                  <a:pt x="142" y="64"/>
                  <a:pt x="142" y="64"/>
                  <a:pt x="142" y="64"/>
                </a:cubicBezTo>
                <a:cubicBezTo>
                  <a:pt x="152" y="64"/>
                  <a:pt x="152" y="64"/>
                  <a:pt x="152" y="64"/>
                </a:cubicBezTo>
                <a:cubicBezTo>
                  <a:pt x="153" y="71"/>
                  <a:pt x="156" y="77"/>
                  <a:pt x="159" y="82"/>
                </a:cubicBezTo>
                <a:cubicBezTo>
                  <a:pt x="151" y="89"/>
                  <a:pt x="151" y="89"/>
                  <a:pt x="151" y="89"/>
                </a:cubicBezTo>
                <a:cubicBezTo>
                  <a:pt x="164" y="102"/>
                  <a:pt x="164" y="102"/>
                  <a:pt x="164" y="102"/>
                </a:cubicBezTo>
                <a:cubicBezTo>
                  <a:pt x="171" y="95"/>
                  <a:pt x="171" y="95"/>
                  <a:pt x="171" y="95"/>
                </a:cubicBezTo>
                <a:cubicBezTo>
                  <a:pt x="176" y="98"/>
                  <a:pt x="182" y="101"/>
                  <a:pt x="188" y="102"/>
                </a:cubicBezTo>
                <a:cubicBezTo>
                  <a:pt x="188" y="112"/>
                  <a:pt x="188" y="112"/>
                  <a:pt x="188" y="112"/>
                </a:cubicBezTo>
                <a:cubicBezTo>
                  <a:pt x="206" y="113"/>
                  <a:pt x="206" y="113"/>
                  <a:pt x="206" y="113"/>
                </a:cubicBezTo>
                <a:cubicBezTo>
                  <a:pt x="206" y="102"/>
                  <a:pt x="206" y="102"/>
                  <a:pt x="206" y="102"/>
                </a:cubicBezTo>
                <a:cubicBezTo>
                  <a:pt x="212" y="101"/>
                  <a:pt x="218" y="99"/>
                  <a:pt x="223" y="96"/>
                </a:cubicBezTo>
                <a:cubicBezTo>
                  <a:pt x="231" y="103"/>
                  <a:pt x="231" y="103"/>
                  <a:pt x="231" y="103"/>
                </a:cubicBezTo>
                <a:cubicBezTo>
                  <a:pt x="243" y="91"/>
                  <a:pt x="243" y="91"/>
                  <a:pt x="243" y="91"/>
                </a:cubicBezTo>
                <a:cubicBezTo>
                  <a:pt x="236" y="83"/>
                  <a:pt x="236" y="83"/>
                  <a:pt x="236" y="83"/>
                </a:cubicBezTo>
                <a:cubicBezTo>
                  <a:pt x="240" y="78"/>
                  <a:pt x="242" y="72"/>
                  <a:pt x="243" y="66"/>
                </a:cubicBezTo>
                <a:cubicBezTo>
                  <a:pt x="254" y="66"/>
                  <a:pt x="254" y="66"/>
                  <a:pt x="254" y="66"/>
                </a:cubicBezTo>
                <a:cubicBezTo>
                  <a:pt x="254" y="49"/>
                  <a:pt x="254" y="49"/>
                  <a:pt x="254" y="49"/>
                </a:cubicBezTo>
                <a:cubicBezTo>
                  <a:pt x="244" y="49"/>
                  <a:pt x="244" y="49"/>
                  <a:pt x="244" y="49"/>
                </a:cubicBezTo>
                <a:cubicBezTo>
                  <a:pt x="243" y="42"/>
                  <a:pt x="240" y="36"/>
                  <a:pt x="237" y="31"/>
                </a:cubicBezTo>
                <a:cubicBezTo>
                  <a:pt x="244" y="24"/>
                  <a:pt x="244" y="24"/>
                  <a:pt x="244" y="24"/>
                </a:cubicBezTo>
                <a:cubicBezTo>
                  <a:pt x="232" y="11"/>
                  <a:pt x="232" y="11"/>
                  <a:pt x="232" y="11"/>
                </a:cubicBezTo>
                <a:cubicBezTo>
                  <a:pt x="225" y="19"/>
                  <a:pt x="225" y="19"/>
                  <a:pt x="225" y="19"/>
                </a:cubicBezTo>
                <a:cubicBezTo>
                  <a:pt x="220" y="15"/>
                  <a:pt x="214" y="12"/>
                  <a:pt x="208" y="11"/>
                </a:cubicBezTo>
                <a:cubicBezTo>
                  <a:pt x="208" y="1"/>
                  <a:pt x="208" y="1"/>
                  <a:pt x="208" y="1"/>
                </a:cubicBezTo>
                <a:cubicBezTo>
                  <a:pt x="190" y="0"/>
                  <a:pt x="190" y="0"/>
                  <a:pt x="190" y="0"/>
                </a:cubicBezTo>
              </a:path>
            </a:pathLst>
          </a:custGeom>
          <a:solidFill>
            <a:srgbClr val="8592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 name="Freeform 62"/>
          <p:cNvSpPr>
            <a:spLocks noEditPoints="1"/>
          </p:cNvSpPr>
          <p:nvPr/>
        </p:nvSpPr>
        <p:spPr bwMode="auto">
          <a:xfrm>
            <a:off x="8785122" y="5268913"/>
            <a:ext cx="779463" cy="711200"/>
          </a:xfrm>
          <a:custGeom>
            <a:avLst/>
            <a:gdLst>
              <a:gd name="T0" fmla="*/ 113 w 226"/>
              <a:gd name="T1" fmla="*/ 48 h 206"/>
              <a:gd name="T2" fmla="*/ 109 w 226"/>
              <a:gd name="T3" fmla="*/ 53 h 206"/>
              <a:gd name="T4" fmla="*/ 109 w 226"/>
              <a:gd name="T5" fmla="*/ 107 h 206"/>
              <a:gd name="T6" fmla="*/ 102 w 226"/>
              <a:gd name="T7" fmla="*/ 109 h 206"/>
              <a:gd name="T8" fmla="*/ 99 w 226"/>
              <a:gd name="T9" fmla="*/ 115 h 206"/>
              <a:gd name="T10" fmla="*/ 103 w 226"/>
              <a:gd name="T11" fmla="*/ 118 h 206"/>
              <a:gd name="T12" fmla="*/ 105 w 226"/>
              <a:gd name="T13" fmla="*/ 118 h 206"/>
              <a:gd name="T14" fmla="*/ 109 w 226"/>
              <a:gd name="T15" fmla="*/ 117 h 206"/>
              <a:gd name="T16" fmla="*/ 109 w 226"/>
              <a:gd name="T17" fmla="*/ 129 h 206"/>
              <a:gd name="T18" fmla="*/ 113 w 226"/>
              <a:gd name="T19" fmla="*/ 134 h 206"/>
              <a:gd name="T20" fmla="*/ 118 w 226"/>
              <a:gd name="T21" fmla="*/ 129 h 206"/>
              <a:gd name="T22" fmla="*/ 118 w 226"/>
              <a:gd name="T23" fmla="*/ 114 h 206"/>
              <a:gd name="T24" fmla="*/ 161 w 226"/>
              <a:gd name="T25" fmla="*/ 100 h 206"/>
              <a:gd name="T26" fmla="*/ 164 w 226"/>
              <a:gd name="T27" fmla="*/ 94 h 206"/>
              <a:gd name="T28" fmla="*/ 160 w 226"/>
              <a:gd name="T29" fmla="*/ 90 h 206"/>
              <a:gd name="T30" fmla="*/ 158 w 226"/>
              <a:gd name="T31" fmla="*/ 91 h 206"/>
              <a:gd name="T32" fmla="*/ 118 w 226"/>
              <a:gd name="T33" fmla="*/ 104 h 206"/>
              <a:gd name="T34" fmla="*/ 118 w 226"/>
              <a:gd name="T35" fmla="*/ 53 h 206"/>
              <a:gd name="T36" fmla="*/ 113 w 226"/>
              <a:gd name="T37" fmla="*/ 48 h 206"/>
              <a:gd name="T38" fmla="*/ 113 w 226"/>
              <a:gd name="T39" fmla="*/ 184 h 206"/>
              <a:gd name="T40" fmla="*/ 62 w 226"/>
              <a:gd name="T41" fmla="*/ 163 h 206"/>
              <a:gd name="T42" fmla="*/ 40 w 226"/>
              <a:gd name="T43" fmla="*/ 111 h 206"/>
              <a:gd name="T44" fmla="*/ 113 w 226"/>
              <a:gd name="T45" fmla="*/ 38 h 206"/>
              <a:gd name="T46" fmla="*/ 186 w 226"/>
              <a:gd name="T47" fmla="*/ 111 h 206"/>
              <a:gd name="T48" fmla="*/ 165 w 226"/>
              <a:gd name="T49" fmla="*/ 163 h 206"/>
              <a:gd name="T50" fmla="*/ 113 w 226"/>
              <a:gd name="T51" fmla="*/ 184 h 206"/>
              <a:gd name="T52" fmla="*/ 182 w 226"/>
              <a:gd name="T53" fmla="*/ 0 h 206"/>
              <a:gd name="T54" fmla="*/ 153 w 226"/>
              <a:gd name="T55" fmla="*/ 12 h 206"/>
              <a:gd name="T56" fmla="*/ 174 w 226"/>
              <a:gd name="T57" fmla="*/ 32 h 206"/>
              <a:gd name="T58" fmla="*/ 168 w 226"/>
              <a:gd name="T59" fmla="*/ 38 h 206"/>
              <a:gd name="T60" fmla="*/ 113 w 226"/>
              <a:gd name="T61" fmla="*/ 20 h 206"/>
              <a:gd name="T62" fmla="*/ 59 w 226"/>
              <a:gd name="T63" fmla="*/ 38 h 206"/>
              <a:gd name="T64" fmla="*/ 53 w 226"/>
              <a:gd name="T65" fmla="*/ 32 h 206"/>
              <a:gd name="T66" fmla="*/ 73 w 226"/>
              <a:gd name="T67" fmla="*/ 12 h 206"/>
              <a:gd name="T68" fmla="*/ 45 w 226"/>
              <a:gd name="T69" fmla="*/ 0 h 206"/>
              <a:gd name="T70" fmla="*/ 16 w 226"/>
              <a:gd name="T71" fmla="*/ 12 h 206"/>
              <a:gd name="T72" fmla="*/ 16 w 226"/>
              <a:gd name="T73" fmla="*/ 69 h 206"/>
              <a:gd name="T74" fmla="*/ 36 w 226"/>
              <a:gd name="T75" fmla="*/ 49 h 206"/>
              <a:gd name="T76" fmla="*/ 42 w 226"/>
              <a:gd name="T77" fmla="*/ 54 h 206"/>
              <a:gd name="T78" fmla="*/ 22 w 226"/>
              <a:gd name="T79" fmla="*/ 111 h 206"/>
              <a:gd name="T80" fmla="*/ 49 w 226"/>
              <a:gd name="T81" fmla="*/ 176 h 206"/>
              <a:gd name="T82" fmla="*/ 51 w 226"/>
              <a:gd name="T83" fmla="*/ 179 h 206"/>
              <a:gd name="T84" fmla="*/ 44 w 226"/>
              <a:gd name="T85" fmla="*/ 186 h 206"/>
              <a:gd name="T86" fmla="*/ 44 w 226"/>
              <a:gd name="T87" fmla="*/ 202 h 206"/>
              <a:gd name="T88" fmla="*/ 52 w 226"/>
              <a:gd name="T89" fmla="*/ 206 h 206"/>
              <a:gd name="T90" fmla="*/ 61 w 226"/>
              <a:gd name="T91" fmla="*/ 202 h 206"/>
              <a:gd name="T92" fmla="*/ 70 w 226"/>
              <a:gd name="T93" fmla="*/ 193 h 206"/>
              <a:gd name="T94" fmla="*/ 71 w 226"/>
              <a:gd name="T95" fmla="*/ 192 h 206"/>
              <a:gd name="T96" fmla="*/ 113 w 226"/>
              <a:gd name="T97" fmla="*/ 203 h 206"/>
              <a:gd name="T98" fmla="*/ 159 w 226"/>
              <a:gd name="T99" fmla="*/ 191 h 206"/>
              <a:gd name="T100" fmla="*/ 161 w 226"/>
              <a:gd name="T101" fmla="*/ 193 h 206"/>
              <a:gd name="T102" fmla="*/ 170 w 226"/>
              <a:gd name="T103" fmla="*/ 202 h 206"/>
              <a:gd name="T104" fmla="*/ 179 w 226"/>
              <a:gd name="T105" fmla="*/ 206 h 206"/>
              <a:gd name="T106" fmla="*/ 187 w 226"/>
              <a:gd name="T107" fmla="*/ 202 h 206"/>
              <a:gd name="T108" fmla="*/ 187 w 226"/>
              <a:gd name="T109" fmla="*/ 186 h 206"/>
              <a:gd name="T110" fmla="*/ 178 w 226"/>
              <a:gd name="T111" fmla="*/ 177 h 206"/>
              <a:gd name="T112" fmla="*/ 178 w 226"/>
              <a:gd name="T113" fmla="*/ 176 h 206"/>
              <a:gd name="T114" fmla="*/ 205 w 226"/>
              <a:gd name="T115" fmla="*/ 111 h 206"/>
              <a:gd name="T116" fmla="*/ 185 w 226"/>
              <a:gd name="T117" fmla="*/ 54 h 206"/>
              <a:gd name="T118" fmla="*/ 190 w 226"/>
              <a:gd name="T119" fmla="*/ 49 h 206"/>
              <a:gd name="T120" fmla="*/ 211 w 226"/>
              <a:gd name="T121" fmla="*/ 69 h 206"/>
              <a:gd name="T122" fmla="*/ 211 w 226"/>
              <a:gd name="T123" fmla="*/ 12 h 206"/>
              <a:gd name="T124" fmla="*/ 182 w 226"/>
              <a:gd name="T125" fmla="*/ 0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6" h="206">
                <a:moveTo>
                  <a:pt x="113" y="48"/>
                </a:moveTo>
                <a:cubicBezTo>
                  <a:pt x="111" y="48"/>
                  <a:pt x="109" y="51"/>
                  <a:pt x="109" y="53"/>
                </a:cubicBezTo>
                <a:cubicBezTo>
                  <a:pt x="109" y="107"/>
                  <a:pt x="109" y="107"/>
                  <a:pt x="109" y="107"/>
                </a:cubicBezTo>
                <a:cubicBezTo>
                  <a:pt x="102" y="109"/>
                  <a:pt x="102" y="109"/>
                  <a:pt x="102" y="109"/>
                </a:cubicBezTo>
                <a:cubicBezTo>
                  <a:pt x="99" y="110"/>
                  <a:pt x="98" y="113"/>
                  <a:pt x="99" y="115"/>
                </a:cubicBezTo>
                <a:cubicBezTo>
                  <a:pt x="99" y="117"/>
                  <a:pt x="101" y="118"/>
                  <a:pt x="103" y="118"/>
                </a:cubicBezTo>
                <a:cubicBezTo>
                  <a:pt x="104" y="118"/>
                  <a:pt x="104" y="118"/>
                  <a:pt x="105" y="118"/>
                </a:cubicBezTo>
                <a:cubicBezTo>
                  <a:pt x="109" y="117"/>
                  <a:pt x="109" y="117"/>
                  <a:pt x="109" y="117"/>
                </a:cubicBezTo>
                <a:cubicBezTo>
                  <a:pt x="109" y="129"/>
                  <a:pt x="109" y="129"/>
                  <a:pt x="109" y="129"/>
                </a:cubicBezTo>
                <a:cubicBezTo>
                  <a:pt x="109" y="132"/>
                  <a:pt x="111" y="134"/>
                  <a:pt x="113" y="134"/>
                </a:cubicBezTo>
                <a:cubicBezTo>
                  <a:pt x="116" y="134"/>
                  <a:pt x="118" y="132"/>
                  <a:pt x="118" y="129"/>
                </a:cubicBezTo>
                <a:cubicBezTo>
                  <a:pt x="118" y="114"/>
                  <a:pt x="118" y="114"/>
                  <a:pt x="118" y="114"/>
                </a:cubicBezTo>
                <a:cubicBezTo>
                  <a:pt x="161" y="100"/>
                  <a:pt x="161" y="100"/>
                  <a:pt x="161" y="100"/>
                </a:cubicBezTo>
                <a:cubicBezTo>
                  <a:pt x="164" y="99"/>
                  <a:pt x="165" y="96"/>
                  <a:pt x="164" y="94"/>
                </a:cubicBezTo>
                <a:cubicBezTo>
                  <a:pt x="163" y="92"/>
                  <a:pt x="162" y="90"/>
                  <a:pt x="160" y="90"/>
                </a:cubicBezTo>
                <a:cubicBezTo>
                  <a:pt x="159" y="90"/>
                  <a:pt x="159" y="91"/>
                  <a:pt x="158" y="91"/>
                </a:cubicBezTo>
                <a:cubicBezTo>
                  <a:pt x="118" y="104"/>
                  <a:pt x="118" y="104"/>
                  <a:pt x="118" y="104"/>
                </a:cubicBezTo>
                <a:cubicBezTo>
                  <a:pt x="118" y="53"/>
                  <a:pt x="118" y="53"/>
                  <a:pt x="118" y="53"/>
                </a:cubicBezTo>
                <a:cubicBezTo>
                  <a:pt x="118" y="51"/>
                  <a:pt x="116" y="48"/>
                  <a:pt x="113" y="48"/>
                </a:cubicBezTo>
                <a:moveTo>
                  <a:pt x="113" y="184"/>
                </a:moveTo>
                <a:cubicBezTo>
                  <a:pt x="94" y="184"/>
                  <a:pt x="76" y="177"/>
                  <a:pt x="62" y="163"/>
                </a:cubicBezTo>
                <a:cubicBezTo>
                  <a:pt x="48" y="149"/>
                  <a:pt x="40" y="131"/>
                  <a:pt x="40" y="111"/>
                </a:cubicBezTo>
                <a:cubicBezTo>
                  <a:pt x="40" y="71"/>
                  <a:pt x="73" y="38"/>
                  <a:pt x="113" y="38"/>
                </a:cubicBezTo>
                <a:cubicBezTo>
                  <a:pt x="154" y="38"/>
                  <a:pt x="186" y="71"/>
                  <a:pt x="186" y="111"/>
                </a:cubicBezTo>
                <a:cubicBezTo>
                  <a:pt x="186" y="131"/>
                  <a:pt x="179" y="149"/>
                  <a:pt x="165" y="163"/>
                </a:cubicBezTo>
                <a:cubicBezTo>
                  <a:pt x="151" y="177"/>
                  <a:pt x="133" y="184"/>
                  <a:pt x="113" y="184"/>
                </a:cubicBezTo>
                <a:moveTo>
                  <a:pt x="182" y="0"/>
                </a:moveTo>
                <a:cubicBezTo>
                  <a:pt x="171" y="0"/>
                  <a:pt x="161" y="4"/>
                  <a:pt x="153" y="12"/>
                </a:cubicBezTo>
                <a:cubicBezTo>
                  <a:pt x="174" y="32"/>
                  <a:pt x="174" y="32"/>
                  <a:pt x="174" y="32"/>
                </a:cubicBezTo>
                <a:cubicBezTo>
                  <a:pt x="168" y="38"/>
                  <a:pt x="168" y="38"/>
                  <a:pt x="168" y="38"/>
                </a:cubicBezTo>
                <a:cubicBezTo>
                  <a:pt x="153" y="26"/>
                  <a:pt x="134" y="20"/>
                  <a:pt x="113" y="20"/>
                </a:cubicBezTo>
                <a:cubicBezTo>
                  <a:pt x="93" y="20"/>
                  <a:pt x="74" y="27"/>
                  <a:pt x="59" y="38"/>
                </a:cubicBezTo>
                <a:cubicBezTo>
                  <a:pt x="53" y="32"/>
                  <a:pt x="53" y="32"/>
                  <a:pt x="53" y="32"/>
                </a:cubicBezTo>
                <a:cubicBezTo>
                  <a:pt x="73" y="12"/>
                  <a:pt x="73" y="12"/>
                  <a:pt x="73" y="12"/>
                </a:cubicBezTo>
                <a:cubicBezTo>
                  <a:pt x="66" y="4"/>
                  <a:pt x="55" y="0"/>
                  <a:pt x="45" y="0"/>
                </a:cubicBezTo>
                <a:cubicBezTo>
                  <a:pt x="34" y="0"/>
                  <a:pt x="24" y="4"/>
                  <a:pt x="16" y="12"/>
                </a:cubicBezTo>
                <a:cubicBezTo>
                  <a:pt x="0" y="28"/>
                  <a:pt x="0" y="53"/>
                  <a:pt x="16" y="69"/>
                </a:cubicBezTo>
                <a:cubicBezTo>
                  <a:pt x="36" y="49"/>
                  <a:pt x="36" y="49"/>
                  <a:pt x="36" y="49"/>
                </a:cubicBezTo>
                <a:cubicBezTo>
                  <a:pt x="42" y="54"/>
                  <a:pt x="42" y="54"/>
                  <a:pt x="42" y="54"/>
                </a:cubicBezTo>
                <a:cubicBezTo>
                  <a:pt x="29" y="70"/>
                  <a:pt x="22" y="90"/>
                  <a:pt x="22" y="111"/>
                </a:cubicBezTo>
                <a:cubicBezTo>
                  <a:pt x="22" y="136"/>
                  <a:pt x="31" y="159"/>
                  <a:pt x="49" y="176"/>
                </a:cubicBezTo>
                <a:cubicBezTo>
                  <a:pt x="50" y="177"/>
                  <a:pt x="50" y="178"/>
                  <a:pt x="51" y="179"/>
                </a:cubicBezTo>
                <a:cubicBezTo>
                  <a:pt x="44" y="186"/>
                  <a:pt x="44" y="186"/>
                  <a:pt x="44" y="186"/>
                </a:cubicBezTo>
                <a:cubicBezTo>
                  <a:pt x="40" y="190"/>
                  <a:pt x="40" y="198"/>
                  <a:pt x="44" y="202"/>
                </a:cubicBezTo>
                <a:cubicBezTo>
                  <a:pt x="47" y="205"/>
                  <a:pt x="49" y="206"/>
                  <a:pt x="52" y="206"/>
                </a:cubicBezTo>
                <a:cubicBezTo>
                  <a:pt x="55" y="206"/>
                  <a:pt x="58" y="205"/>
                  <a:pt x="61" y="202"/>
                </a:cubicBezTo>
                <a:cubicBezTo>
                  <a:pt x="70" y="193"/>
                  <a:pt x="70" y="193"/>
                  <a:pt x="70" y="193"/>
                </a:cubicBezTo>
                <a:cubicBezTo>
                  <a:pt x="71" y="192"/>
                  <a:pt x="71" y="192"/>
                  <a:pt x="71" y="192"/>
                </a:cubicBezTo>
                <a:cubicBezTo>
                  <a:pt x="84" y="199"/>
                  <a:pt x="98" y="203"/>
                  <a:pt x="113" y="203"/>
                </a:cubicBezTo>
                <a:cubicBezTo>
                  <a:pt x="130" y="203"/>
                  <a:pt x="145" y="199"/>
                  <a:pt x="159" y="191"/>
                </a:cubicBezTo>
                <a:cubicBezTo>
                  <a:pt x="160" y="191"/>
                  <a:pt x="160" y="192"/>
                  <a:pt x="161" y="193"/>
                </a:cubicBezTo>
                <a:cubicBezTo>
                  <a:pt x="170" y="202"/>
                  <a:pt x="170" y="202"/>
                  <a:pt x="170" y="202"/>
                </a:cubicBezTo>
                <a:cubicBezTo>
                  <a:pt x="173" y="205"/>
                  <a:pt x="176" y="206"/>
                  <a:pt x="179" y="206"/>
                </a:cubicBezTo>
                <a:cubicBezTo>
                  <a:pt x="182" y="206"/>
                  <a:pt x="185" y="205"/>
                  <a:pt x="187" y="202"/>
                </a:cubicBezTo>
                <a:cubicBezTo>
                  <a:pt x="191" y="198"/>
                  <a:pt x="191" y="190"/>
                  <a:pt x="187" y="186"/>
                </a:cubicBezTo>
                <a:cubicBezTo>
                  <a:pt x="178" y="177"/>
                  <a:pt x="178" y="177"/>
                  <a:pt x="178" y="177"/>
                </a:cubicBezTo>
                <a:cubicBezTo>
                  <a:pt x="178" y="176"/>
                  <a:pt x="178" y="176"/>
                  <a:pt x="178" y="176"/>
                </a:cubicBezTo>
                <a:cubicBezTo>
                  <a:pt x="196" y="159"/>
                  <a:pt x="205" y="136"/>
                  <a:pt x="205" y="111"/>
                </a:cubicBezTo>
                <a:cubicBezTo>
                  <a:pt x="205" y="90"/>
                  <a:pt x="198" y="70"/>
                  <a:pt x="185" y="54"/>
                </a:cubicBezTo>
                <a:cubicBezTo>
                  <a:pt x="190" y="49"/>
                  <a:pt x="190" y="49"/>
                  <a:pt x="190" y="49"/>
                </a:cubicBezTo>
                <a:cubicBezTo>
                  <a:pt x="211" y="69"/>
                  <a:pt x="211" y="69"/>
                  <a:pt x="211" y="69"/>
                </a:cubicBezTo>
                <a:cubicBezTo>
                  <a:pt x="226" y="53"/>
                  <a:pt x="226" y="28"/>
                  <a:pt x="211" y="12"/>
                </a:cubicBezTo>
                <a:cubicBezTo>
                  <a:pt x="203" y="4"/>
                  <a:pt x="192" y="0"/>
                  <a:pt x="182" y="0"/>
                </a:cubicBezTo>
              </a:path>
            </a:pathLst>
          </a:custGeom>
          <a:solidFill>
            <a:srgbClr val="8592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 name="文本框 121"/>
          <p:cNvSpPr txBox="1"/>
          <p:nvPr/>
        </p:nvSpPr>
        <p:spPr>
          <a:xfrm>
            <a:off x="7322351" y="569379"/>
            <a:ext cx="655949" cy="707886"/>
          </a:xfrm>
          <a:prstGeom prst="rect">
            <a:avLst/>
          </a:prstGeom>
          <a:noFill/>
        </p:spPr>
        <p:txBody>
          <a:bodyPr wrap="none" rtlCol="0">
            <a:spAutoFit/>
          </a:bodyPr>
          <a:lstStyle/>
          <a:p>
            <a:r>
              <a:rPr lang="en-US" altLang="zh-CN" sz="4000" dirty="0">
                <a:solidFill>
                  <a:srgbClr val="605E5E"/>
                </a:solidFill>
                <a:latin typeface="Impact" panose="020B0806030902050204" pitchFamily="34" charset="0"/>
                <a:cs typeface="Aharoni" panose="02010803020104030203" pitchFamily="2" charset="-79"/>
              </a:rPr>
              <a:t>01</a:t>
            </a:r>
            <a:endParaRPr lang="zh-CN" altLang="en-US" sz="4000" dirty="0">
              <a:solidFill>
                <a:srgbClr val="605E5E"/>
              </a:solidFill>
              <a:latin typeface="Impact" panose="020B0806030902050204" pitchFamily="34" charset="0"/>
              <a:cs typeface="Aharoni" panose="02010803020104030203" pitchFamily="2" charset="-79"/>
            </a:endParaRPr>
          </a:p>
        </p:txBody>
      </p:sp>
      <p:sp>
        <p:nvSpPr>
          <p:cNvPr id="123" name="文本框 122"/>
          <p:cNvSpPr txBox="1"/>
          <p:nvPr/>
        </p:nvSpPr>
        <p:spPr>
          <a:xfrm>
            <a:off x="10441797" y="2136051"/>
            <a:ext cx="718466" cy="707886"/>
          </a:xfrm>
          <a:prstGeom prst="rect">
            <a:avLst/>
          </a:prstGeom>
          <a:noFill/>
        </p:spPr>
        <p:txBody>
          <a:bodyPr wrap="none" rtlCol="0">
            <a:spAutoFit/>
          </a:bodyPr>
          <a:lstStyle/>
          <a:p>
            <a:r>
              <a:rPr lang="en-US" altLang="zh-CN" sz="4000" dirty="0">
                <a:solidFill>
                  <a:srgbClr val="605E5E"/>
                </a:solidFill>
                <a:latin typeface="Impact" panose="020B0806030902050204" pitchFamily="34" charset="0"/>
                <a:cs typeface="Aharoni" panose="02010803020104030203" pitchFamily="2" charset="-79"/>
              </a:rPr>
              <a:t>02</a:t>
            </a:r>
            <a:endParaRPr lang="zh-CN" altLang="en-US" sz="4000" dirty="0">
              <a:solidFill>
                <a:srgbClr val="605E5E"/>
              </a:solidFill>
              <a:latin typeface="Impact" panose="020B0806030902050204" pitchFamily="34" charset="0"/>
              <a:cs typeface="Aharoni" panose="02010803020104030203" pitchFamily="2" charset="-79"/>
            </a:endParaRPr>
          </a:p>
        </p:txBody>
      </p:sp>
      <p:sp>
        <p:nvSpPr>
          <p:cNvPr id="124" name="文本框 123"/>
          <p:cNvSpPr txBox="1"/>
          <p:nvPr/>
        </p:nvSpPr>
        <p:spPr>
          <a:xfrm>
            <a:off x="7322351" y="3445423"/>
            <a:ext cx="732893" cy="707886"/>
          </a:xfrm>
          <a:prstGeom prst="rect">
            <a:avLst/>
          </a:prstGeom>
          <a:noFill/>
        </p:spPr>
        <p:txBody>
          <a:bodyPr wrap="none" rtlCol="0">
            <a:spAutoFit/>
          </a:bodyPr>
          <a:lstStyle/>
          <a:p>
            <a:r>
              <a:rPr lang="en-US" altLang="zh-CN" sz="4000" dirty="0">
                <a:solidFill>
                  <a:srgbClr val="605E5E"/>
                </a:solidFill>
                <a:latin typeface="Impact" panose="020B0806030902050204" pitchFamily="34" charset="0"/>
                <a:cs typeface="Aharoni" panose="02010803020104030203" pitchFamily="2" charset="-79"/>
              </a:rPr>
              <a:t>03</a:t>
            </a:r>
            <a:endParaRPr lang="zh-CN" altLang="en-US" sz="4000" dirty="0">
              <a:solidFill>
                <a:srgbClr val="605E5E"/>
              </a:solidFill>
              <a:latin typeface="Impact" panose="020B0806030902050204" pitchFamily="34" charset="0"/>
              <a:cs typeface="Aharoni" panose="02010803020104030203" pitchFamily="2" charset="-79"/>
            </a:endParaRPr>
          </a:p>
        </p:txBody>
      </p:sp>
      <p:sp>
        <p:nvSpPr>
          <p:cNvPr id="125" name="文本框 124"/>
          <p:cNvSpPr txBox="1"/>
          <p:nvPr/>
        </p:nvSpPr>
        <p:spPr>
          <a:xfrm>
            <a:off x="10391224" y="4985865"/>
            <a:ext cx="716863" cy="707886"/>
          </a:xfrm>
          <a:prstGeom prst="rect">
            <a:avLst/>
          </a:prstGeom>
          <a:noFill/>
        </p:spPr>
        <p:txBody>
          <a:bodyPr wrap="none" rtlCol="0">
            <a:spAutoFit/>
          </a:bodyPr>
          <a:lstStyle/>
          <a:p>
            <a:r>
              <a:rPr lang="en-US" altLang="zh-CN" sz="4000" dirty="0">
                <a:solidFill>
                  <a:srgbClr val="605E5E"/>
                </a:solidFill>
                <a:latin typeface="Impact" panose="020B0806030902050204" pitchFamily="34" charset="0"/>
                <a:cs typeface="Aharoni" panose="02010803020104030203" pitchFamily="2" charset="-79"/>
              </a:rPr>
              <a:t>04</a:t>
            </a:r>
            <a:endParaRPr lang="zh-CN" altLang="en-US" sz="4000" dirty="0">
              <a:solidFill>
                <a:srgbClr val="605E5E"/>
              </a:solidFill>
              <a:latin typeface="Impact" panose="020B0806030902050204" pitchFamily="34" charset="0"/>
              <a:cs typeface="Aharoni" panose="02010803020104030203" pitchFamily="2" charset="-79"/>
            </a:endParaRPr>
          </a:p>
        </p:txBody>
      </p:sp>
      <p:sp>
        <p:nvSpPr>
          <p:cNvPr id="126" name="文本框 125"/>
          <p:cNvSpPr txBox="1"/>
          <p:nvPr/>
        </p:nvSpPr>
        <p:spPr>
          <a:xfrm>
            <a:off x="6528466" y="1346439"/>
            <a:ext cx="1498039" cy="369332"/>
          </a:xfrm>
          <a:prstGeom prst="rect">
            <a:avLst/>
          </a:prstGeom>
          <a:noFill/>
        </p:spPr>
        <p:txBody>
          <a:bodyPr wrap="none" rtlCol="0">
            <a:spAutoFit/>
          </a:bodyPr>
          <a:lstStyle/>
          <a:p>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Sample Text</a:t>
            </a:r>
            <a:r>
              <a:rPr lang="en-US" altLang="zh-CN" dirty="0">
                <a:solidFill>
                  <a:srgbClr val="859291"/>
                </a:solidFill>
                <a:latin typeface="Tahoma" panose="020B0604030504040204" pitchFamily="34" charset="0"/>
                <a:ea typeface="Tahoma" panose="020B0604030504040204" pitchFamily="34" charset="0"/>
                <a:cs typeface="Tahoma" panose="020B0604030504040204" pitchFamily="34" charset="0"/>
              </a:rPr>
              <a:t>.</a:t>
            </a:r>
            <a:endParaRPr lang="zh-CN" altLang="en-US" dirty="0">
              <a:solidFill>
                <a:srgbClr val="859291"/>
              </a:solidFill>
              <a:latin typeface="Tahoma" panose="020B0604030504040204" pitchFamily="34" charset="0"/>
              <a:cs typeface="Tahoma" panose="020B0604030504040204" pitchFamily="34" charset="0"/>
            </a:endParaRPr>
          </a:p>
        </p:txBody>
      </p:sp>
      <p:sp>
        <p:nvSpPr>
          <p:cNvPr id="127" name="文本框 126"/>
          <p:cNvSpPr txBox="1"/>
          <p:nvPr/>
        </p:nvSpPr>
        <p:spPr>
          <a:xfrm>
            <a:off x="6621454" y="4166547"/>
            <a:ext cx="1498039" cy="369332"/>
          </a:xfrm>
          <a:prstGeom prst="rect">
            <a:avLst/>
          </a:prstGeom>
          <a:noFill/>
        </p:spPr>
        <p:txBody>
          <a:bodyPr wrap="none" rtlCol="0">
            <a:spAutoFit/>
          </a:bodyPr>
          <a:lstStyle/>
          <a:p>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Sample</a:t>
            </a:r>
            <a:r>
              <a:rPr lang="en-US" altLang="zh-CN" dirty="0">
                <a:solidFill>
                  <a:srgbClr val="859291"/>
                </a:solidFill>
                <a:latin typeface="Tahoma" panose="020B0604030504040204" pitchFamily="34" charset="0"/>
                <a:ea typeface="Tahoma" panose="020B0604030504040204" pitchFamily="34" charset="0"/>
                <a:cs typeface="Tahoma" panose="020B0604030504040204" pitchFamily="34" charset="0"/>
              </a:rPr>
              <a:t> </a:t>
            </a:r>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Text</a:t>
            </a:r>
            <a:r>
              <a:rPr lang="en-US" altLang="zh-CN" dirty="0">
                <a:solidFill>
                  <a:srgbClr val="859291"/>
                </a:solidFill>
                <a:latin typeface="Tahoma" panose="020B0604030504040204" pitchFamily="34" charset="0"/>
                <a:ea typeface="Tahoma" panose="020B0604030504040204" pitchFamily="34" charset="0"/>
                <a:cs typeface="Tahoma" panose="020B0604030504040204" pitchFamily="34" charset="0"/>
              </a:rPr>
              <a:t>.</a:t>
            </a:r>
            <a:endParaRPr lang="zh-CN" altLang="en-US" dirty="0">
              <a:solidFill>
                <a:srgbClr val="859291"/>
              </a:solidFill>
              <a:latin typeface="Tahoma" panose="020B0604030504040204" pitchFamily="34" charset="0"/>
              <a:cs typeface="Tahoma" panose="020B0604030504040204" pitchFamily="34" charset="0"/>
            </a:endParaRPr>
          </a:p>
        </p:txBody>
      </p:sp>
      <p:sp>
        <p:nvSpPr>
          <p:cNvPr id="128" name="文本框 127"/>
          <p:cNvSpPr txBox="1"/>
          <p:nvPr/>
        </p:nvSpPr>
        <p:spPr>
          <a:xfrm>
            <a:off x="10462820" y="2914557"/>
            <a:ext cx="1498039" cy="369332"/>
          </a:xfrm>
          <a:prstGeom prst="rect">
            <a:avLst/>
          </a:prstGeom>
          <a:noFill/>
        </p:spPr>
        <p:txBody>
          <a:bodyPr wrap="none" rtlCol="0">
            <a:spAutoFit/>
          </a:bodyPr>
          <a:lstStyle/>
          <a:p>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Sample Text.</a:t>
            </a:r>
            <a:endParaRPr lang="zh-CN" altLang="en-US" dirty="0">
              <a:solidFill>
                <a:srgbClr val="605E5E"/>
              </a:solidFill>
              <a:latin typeface="Tahoma" panose="020B0604030504040204" pitchFamily="34" charset="0"/>
              <a:ea typeface="Tahoma" panose="020B0604030504040204" pitchFamily="34" charset="0"/>
              <a:cs typeface="Tahoma" panose="020B0604030504040204" pitchFamily="34" charset="0"/>
            </a:endParaRPr>
          </a:p>
        </p:txBody>
      </p:sp>
      <p:sp>
        <p:nvSpPr>
          <p:cNvPr id="129" name="文本框 128"/>
          <p:cNvSpPr txBox="1"/>
          <p:nvPr/>
        </p:nvSpPr>
        <p:spPr>
          <a:xfrm>
            <a:off x="10462820" y="5750928"/>
            <a:ext cx="1498039" cy="369332"/>
          </a:xfrm>
          <a:prstGeom prst="rect">
            <a:avLst/>
          </a:prstGeom>
          <a:noFill/>
        </p:spPr>
        <p:txBody>
          <a:bodyPr wrap="none" rtlCol="0">
            <a:spAutoFit/>
          </a:bodyPr>
          <a:lstStyle/>
          <a:p>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Sample</a:t>
            </a:r>
            <a:r>
              <a:rPr lang="en-US" altLang="zh-CN" dirty="0">
                <a:solidFill>
                  <a:srgbClr val="859291"/>
                </a:solidFill>
                <a:latin typeface="Tahoma" panose="020B0604030504040204" pitchFamily="34" charset="0"/>
                <a:ea typeface="Tahoma" panose="020B0604030504040204" pitchFamily="34" charset="0"/>
                <a:cs typeface="Tahoma" panose="020B0604030504040204" pitchFamily="34" charset="0"/>
              </a:rPr>
              <a:t> </a:t>
            </a:r>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Text</a:t>
            </a:r>
            <a:r>
              <a:rPr lang="en-US" altLang="zh-CN" dirty="0">
                <a:solidFill>
                  <a:srgbClr val="859291"/>
                </a:solidFill>
                <a:latin typeface="Tahoma" panose="020B0604030504040204" pitchFamily="34" charset="0"/>
                <a:ea typeface="Tahoma" panose="020B0604030504040204" pitchFamily="34" charset="0"/>
                <a:cs typeface="Tahoma" panose="020B0604030504040204" pitchFamily="34" charset="0"/>
              </a:rPr>
              <a:t>.</a:t>
            </a:r>
            <a:endParaRPr lang="zh-CN" altLang="en-US" dirty="0">
              <a:solidFill>
                <a:srgbClr val="859291"/>
              </a:solidFill>
              <a:latin typeface="Tahoma" panose="020B0604030504040204" pitchFamily="34" charset="0"/>
              <a:cs typeface="Tahoma" panose="020B0604030504040204" pitchFamily="34" charset="0"/>
            </a:endParaRPr>
          </a:p>
        </p:txBody>
      </p:sp>
      <p:sp>
        <p:nvSpPr>
          <p:cNvPr id="73"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四项递进</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444706997"/>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 name="Freeform 60"/>
          <p:cNvSpPr>
            <a:spLocks/>
          </p:cNvSpPr>
          <p:nvPr/>
        </p:nvSpPr>
        <p:spPr bwMode="auto">
          <a:xfrm>
            <a:off x="1007063" y="3889553"/>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 name="文本框 86"/>
          <p:cNvSpPr txBox="1"/>
          <p:nvPr/>
        </p:nvSpPr>
        <p:spPr>
          <a:xfrm>
            <a:off x="940215" y="4689154"/>
            <a:ext cx="3555585" cy="1421928"/>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网络</a:t>
            </a:r>
            <a:r>
              <a:rPr lang="en-US" altLang="zh-CN" dirty="0">
                <a:solidFill>
                  <a:prstClr val="black">
                    <a:lumMod val="65000"/>
                    <a:lumOff val="35000"/>
                  </a:prstClr>
                </a:solidFill>
                <a:latin typeface="微软雅黑" panose="020B0503020204020204" pitchFamily="34" charset="-122"/>
              </a:rPr>
              <a:t>EPS</a:t>
            </a:r>
            <a:r>
              <a:rPr lang="zh-CN" altLang="en-US" dirty="0">
                <a:solidFill>
                  <a:prstClr val="black">
                    <a:lumMod val="65000"/>
                    <a:lumOff val="35000"/>
                  </a:prstClr>
                </a:solidFill>
                <a:latin typeface="微软雅黑" panose="020B0503020204020204" pitchFamily="34" charset="-122"/>
              </a:rPr>
              <a:t>素材改编；</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文字、颜色可随意更改；</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注意线条交接处颜色匹配；</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矢量图标可替换。</a:t>
            </a:r>
            <a:endParaRPr lang="en-US" altLang="zh-CN" dirty="0">
              <a:solidFill>
                <a:prstClr val="black">
                  <a:lumMod val="65000"/>
                  <a:lumOff val="35000"/>
                </a:prstClr>
              </a:solidFill>
              <a:latin typeface="微软雅黑" panose="020B0503020204020204" pitchFamily="34" charset="-122"/>
            </a:endParaRPr>
          </a:p>
        </p:txBody>
      </p:sp>
      <p:sp>
        <p:nvSpPr>
          <p:cNvPr id="88" name="圆角矩形 87"/>
          <p:cNvSpPr/>
          <p:nvPr/>
        </p:nvSpPr>
        <p:spPr>
          <a:xfrm>
            <a:off x="1674755" y="4048838"/>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89" name="等腰三角形 88"/>
          <p:cNvSpPr/>
          <p:nvPr/>
        </p:nvSpPr>
        <p:spPr>
          <a:xfrm rot="16200000">
            <a:off x="1600123" y="4116382"/>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5" name="Rectangle 5"/>
          <p:cNvSpPr>
            <a:spLocks noChangeArrowheads="1"/>
          </p:cNvSpPr>
          <p:nvPr/>
        </p:nvSpPr>
        <p:spPr bwMode="auto">
          <a:xfrm>
            <a:off x="6098971" y="0"/>
            <a:ext cx="6096204" cy="6858000"/>
          </a:xfrm>
          <a:prstGeom prst="rect">
            <a:avLst/>
          </a:prstGeom>
          <a:solidFill>
            <a:srgbClr val="D7DDD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 name="Freeform 5"/>
          <p:cNvSpPr>
            <a:spLocks/>
          </p:cNvSpPr>
          <p:nvPr/>
        </p:nvSpPr>
        <p:spPr bwMode="auto">
          <a:xfrm>
            <a:off x="6515100" y="2243138"/>
            <a:ext cx="5151438" cy="2751138"/>
          </a:xfrm>
          <a:custGeom>
            <a:avLst/>
            <a:gdLst>
              <a:gd name="T0" fmla="*/ 2488 w 3245"/>
              <a:gd name="T1" fmla="*/ 757 h 1733"/>
              <a:gd name="T2" fmla="*/ 2488 w 3245"/>
              <a:gd name="T3" fmla="*/ 0 h 1733"/>
              <a:gd name="T4" fmla="*/ 1516 w 3245"/>
              <a:gd name="T5" fmla="*/ 0 h 1733"/>
              <a:gd name="T6" fmla="*/ 1516 w 3245"/>
              <a:gd name="T7" fmla="*/ 757 h 1733"/>
              <a:gd name="T8" fmla="*/ 975 w 3245"/>
              <a:gd name="T9" fmla="*/ 757 h 1733"/>
              <a:gd name="T10" fmla="*/ 975 w 3245"/>
              <a:gd name="T11" fmla="*/ 0 h 1733"/>
              <a:gd name="T12" fmla="*/ 0 w 3245"/>
              <a:gd name="T13" fmla="*/ 0 h 1733"/>
              <a:gd name="T14" fmla="*/ 0 w 3245"/>
              <a:gd name="T15" fmla="*/ 976 h 1733"/>
              <a:gd name="T16" fmla="*/ 759 w 3245"/>
              <a:gd name="T17" fmla="*/ 976 h 1733"/>
              <a:gd name="T18" fmla="*/ 759 w 3245"/>
              <a:gd name="T19" fmla="*/ 1733 h 1733"/>
              <a:gd name="T20" fmla="*/ 1731 w 3245"/>
              <a:gd name="T21" fmla="*/ 1733 h 1733"/>
              <a:gd name="T22" fmla="*/ 1731 w 3245"/>
              <a:gd name="T23" fmla="*/ 976 h 1733"/>
              <a:gd name="T24" fmla="*/ 2272 w 3245"/>
              <a:gd name="T25" fmla="*/ 976 h 1733"/>
              <a:gd name="T26" fmla="*/ 2272 w 3245"/>
              <a:gd name="T27" fmla="*/ 1733 h 1733"/>
              <a:gd name="T28" fmla="*/ 3245 w 3245"/>
              <a:gd name="T29" fmla="*/ 1733 h 1733"/>
              <a:gd name="T30" fmla="*/ 3245 w 3245"/>
              <a:gd name="T31" fmla="*/ 757 h 1733"/>
              <a:gd name="T32" fmla="*/ 2488 w 3245"/>
              <a:gd name="T33" fmla="*/ 757 h 17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45" h="1733">
                <a:moveTo>
                  <a:pt x="2488" y="757"/>
                </a:moveTo>
                <a:lnTo>
                  <a:pt x="2488" y="0"/>
                </a:lnTo>
                <a:lnTo>
                  <a:pt x="1516" y="0"/>
                </a:lnTo>
                <a:lnTo>
                  <a:pt x="1516" y="757"/>
                </a:lnTo>
                <a:lnTo>
                  <a:pt x="975" y="757"/>
                </a:lnTo>
                <a:lnTo>
                  <a:pt x="975" y="0"/>
                </a:lnTo>
                <a:lnTo>
                  <a:pt x="0" y="0"/>
                </a:lnTo>
                <a:lnTo>
                  <a:pt x="0" y="976"/>
                </a:lnTo>
                <a:lnTo>
                  <a:pt x="759" y="976"/>
                </a:lnTo>
                <a:lnTo>
                  <a:pt x="759" y="1733"/>
                </a:lnTo>
                <a:lnTo>
                  <a:pt x="1731" y="1733"/>
                </a:lnTo>
                <a:lnTo>
                  <a:pt x="1731" y="976"/>
                </a:lnTo>
                <a:lnTo>
                  <a:pt x="2272" y="976"/>
                </a:lnTo>
                <a:lnTo>
                  <a:pt x="2272" y="1733"/>
                </a:lnTo>
                <a:lnTo>
                  <a:pt x="3245" y="1733"/>
                </a:lnTo>
                <a:lnTo>
                  <a:pt x="3245" y="757"/>
                </a:lnTo>
                <a:lnTo>
                  <a:pt x="2488" y="75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 name="Freeform 6"/>
          <p:cNvSpPr>
            <a:spLocks/>
          </p:cNvSpPr>
          <p:nvPr/>
        </p:nvSpPr>
        <p:spPr bwMode="auto">
          <a:xfrm>
            <a:off x="6515100" y="2243138"/>
            <a:ext cx="5151438" cy="2751138"/>
          </a:xfrm>
          <a:custGeom>
            <a:avLst/>
            <a:gdLst>
              <a:gd name="T0" fmla="*/ 2488 w 3245"/>
              <a:gd name="T1" fmla="*/ 757 h 1733"/>
              <a:gd name="T2" fmla="*/ 2488 w 3245"/>
              <a:gd name="T3" fmla="*/ 0 h 1733"/>
              <a:gd name="T4" fmla="*/ 1516 w 3245"/>
              <a:gd name="T5" fmla="*/ 0 h 1733"/>
              <a:gd name="T6" fmla="*/ 1516 w 3245"/>
              <a:gd name="T7" fmla="*/ 757 h 1733"/>
              <a:gd name="T8" fmla="*/ 975 w 3245"/>
              <a:gd name="T9" fmla="*/ 757 h 1733"/>
              <a:gd name="T10" fmla="*/ 975 w 3245"/>
              <a:gd name="T11" fmla="*/ 0 h 1733"/>
              <a:gd name="T12" fmla="*/ 0 w 3245"/>
              <a:gd name="T13" fmla="*/ 0 h 1733"/>
              <a:gd name="T14" fmla="*/ 0 w 3245"/>
              <a:gd name="T15" fmla="*/ 976 h 1733"/>
              <a:gd name="T16" fmla="*/ 759 w 3245"/>
              <a:gd name="T17" fmla="*/ 976 h 1733"/>
              <a:gd name="T18" fmla="*/ 759 w 3245"/>
              <a:gd name="T19" fmla="*/ 1733 h 1733"/>
              <a:gd name="T20" fmla="*/ 1731 w 3245"/>
              <a:gd name="T21" fmla="*/ 1733 h 1733"/>
              <a:gd name="T22" fmla="*/ 1731 w 3245"/>
              <a:gd name="T23" fmla="*/ 976 h 1733"/>
              <a:gd name="T24" fmla="*/ 2272 w 3245"/>
              <a:gd name="T25" fmla="*/ 976 h 1733"/>
              <a:gd name="T26" fmla="*/ 2272 w 3245"/>
              <a:gd name="T27" fmla="*/ 1733 h 1733"/>
              <a:gd name="T28" fmla="*/ 3245 w 3245"/>
              <a:gd name="T29" fmla="*/ 1733 h 1733"/>
              <a:gd name="T30" fmla="*/ 3245 w 3245"/>
              <a:gd name="T31" fmla="*/ 757 h 1733"/>
              <a:gd name="T32" fmla="*/ 2488 w 3245"/>
              <a:gd name="T33" fmla="*/ 757 h 17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45" h="1733">
                <a:moveTo>
                  <a:pt x="2488" y="757"/>
                </a:moveTo>
                <a:lnTo>
                  <a:pt x="2488" y="0"/>
                </a:lnTo>
                <a:lnTo>
                  <a:pt x="1516" y="0"/>
                </a:lnTo>
                <a:lnTo>
                  <a:pt x="1516" y="757"/>
                </a:lnTo>
                <a:lnTo>
                  <a:pt x="975" y="757"/>
                </a:lnTo>
                <a:lnTo>
                  <a:pt x="975" y="0"/>
                </a:lnTo>
                <a:lnTo>
                  <a:pt x="0" y="0"/>
                </a:lnTo>
                <a:lnTo>
                  <a:pt x="0" y="976"/>
                </a:lnTo>
                <a:lnTo>
                  <a:pt x="759" y="976"/>
                </a:lnTo>
                <a:lnTo>
                  <a:pt x="759" y="1733"/>
                </a:lnTo>
                <a:lnTo>
                  <a:pt x="1731" y="1733"/>
                </a:lnTo>
                <a:lnTo>
                  <a:pt x="1731" y="976"/>
                </a:lnTo>
                <a:lnTo>
                  <a:pt x="2272" y="976"/>
                </a:lnTo>
                <a:lnTo>
                  <a:pt x="2272" y="1733"/>
                </a:lnTo>
                <a:lnTo>
                  <a:pt x="3245" y="1733"/>
                </a:lnTo>
                <a:lnTo>
                  <a:pt x="3245" y="757"/>
                </a:lnTo>
                <a:lnTo>
                  <a:pt x="2488" y="75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 name="Freeform 7"/>
          <p:cNvSpPr>
            <a:spLocks/>
          </p:cNvSpPr>
          <p:nvPr/>
        </p:nvSpPr>
        <p:spPr bwMode="auto">
          <a:xfrm>
            <a:off x="6515100" y="2243138"/>
            <a:ext cx="1547813" cy="1549400"/>
          </a:xfrm>
          <a:custGeom>
            <a:avLst/>
            <a:gdLst>
              <a:gd name="T0" fmla="*/ 759 w 975"/>
              <a:gd name="T1" fmla="*/ 976 h 976"/>
              <a:gd name="T2" fmla="*/ 0 w 975"/>
              <a:gd name="T3" fmla="*/ 976 h 976"/>
              <a:gd name="T4" fmla="*/ 975 w 975"/>
              <a:gd name="T5" fmla="*/ 0 h 976"/>
              <a:gd name="T6" fmla="*/ 975 w 975"/>
              <a:gd name="T7" fmla="*/ 757 h 976"/>
              <a:gd name="T8" fmla="*/ 759 w 975"/>
              <a:gd name="T9" fmla="*/ 976 h 976"/>
            </a:gdLst>
            <a:ahLst/>
            <a:cxnLst>
              <a:cxn ang="0">
                <a:pos x="T0" y="T1"/>
              </a:cxn>
              <a:cxn ang="0">
                <a:pos x="T2" y="T3"/>
              </a:cxn>
              <a:cxn ang="0">
                <a:pos x="T4" y="T5"/>
              </a:cxn>
              <a:cxn ang="0">
                <a:pos x="T6" y="T7"/>
              </a:cxn>
              <a:cxn ang="0">
                <a:pos x="T8" y="T9"/>
              </a:cxn>
            </a:cxnLst>
            <a:rect l="0" t="0" r="r" b="b"/>
            <a:pathLst>
              <a:path w="975" h="976">
                <a:moveTo>
                  <a:pt x="759" y="976"/>
                </a:moveTo>
                <a:lnTo>
                  <a:pt x="0" y="976"/>
                </a:lnTo>
                <a:lnTo>
                  <a:pt x="975" y="0"/>
                </a:lnTo>
                <a:lnTo>
                  <a:pt x="975" y="757"/>
                </a:lnTo>
                <a:lnTo>
                  <a:pt x="759" y="976"/>
                </a:lnTo>
                <a:close/>
              </a:path>
            </a:pathLst>
          </a:custGeom>
          <a:solidFill>
            <a:srgbClr val="E5E8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 name="Freeform 8"/>
          <p:cNvSpPr>
            <a:spLocks/>
          </p:cNvSpPr>
          <p:nvPr/>
        </p:nvSpPr>
        <p:spPr bwMode="auto">
          <a:xfrm>
            <a:off x="6515100" y="2243138"/>
            <a:ext cx="1547813" cy="1549400"/>
          </a:xfrm>
          <a:custGeom>
            <a:avLst/>
            <a:gdLst>
              <a:gd name="T0" fmla="*/ 759 w 975"/>
              <a:gd name="T1" fmla="*/ 976 h 976"/>
              <a:gd name="T2" fmla="*/ 0 w 975"/>
              <a:gd name="T3" fmla="*/ 976 h 976"/>
              <a:gd name="T4" fmla="*/ 975 w 975"/>
              <a:gd name="T5" fmla="*/ 0 h 976"/>
              <a:gd name="T6" fmla="*/ 975 w 975"/>
              <a:gd name="T7" fmla="*/ 757 h 976"/>
              <a:gd name="T8" fmla="*/ 759 w 975"/>
              <a:gd name="T9" fmla="*/ 976 h 976"/>
            </a:gdLst>
            <a:ahLst/>
            <a:cxnLst>
              <a:cxn ang="0">
                <a:pos x="T0" y="T1"/>
              </a:cxn>
              <a:cxn ang="0">
                <a:pos x="T2" y="T3"/>
              </a:cxn>
              <a:cxn ang="0">
                <a:pos x="T4" y="T5"/>
              </a:cxn>
              <a:cxn ang="0">
                <a:pos x="T6" y="T7"/>
              </a:cxn>
              <a:cxn ang="0">
                <a:pos x="T8" y="T9"/>
              </a:cxn>
            </a:cxnLst>
            <a:rect l="0" t="0" r="r" b="b"/>
            <a:pathLst>
              <a:path w="975" h="976">
                <a:moveTo>
                  <a:pt x="759" y="976"/>
                </a:moveTo>
                <a:lnTo>
                  <a:pt x="0" y="976"/>
                </a:lnTo>
                <a:lnTo>
                  <a:pt x="975" y="0"/>
                </a:lnTo>
                <a:lnTo>
                  <a:pt x="975" y="757"/>
                </a:lnTo>
                <a:lnTo>
                  <a:pt x="759" y="97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 name="Freeform 9"/>
          <p:cNvSpPr>
            <a:spLocks/>
          </p:cNvSpPr>
          <p:nvPr/>
        </p:nvSpPr>
        <p:spPr bwMode="auto">
          <a:xfrm>
            <a:off x="10121900" y="3444876"/>
            <a:ext cx="1544638" cy="1549400"/>
          </a:xfrm>
          <a:custGeom>
            <a:avLst/>
            <a:gdLst>
              <a:gd name="T0" fmla="*/ 0 w 973"/>
              <a:gd name="T1" fmla="*/ 976 h 976"/>
              <a:gd name="T2" fmla="*/ 973 w 973"/>
              <a:gd name="T3" fmla="*/ 0 h 976"/>
              <a:gd name="T4" fmla="*/ 973 w 973"/>
              <a:gd name="T5" fmla="*/ 976 h 976"/>
              <a:gd name="T6" fmla="*/ 0 w 973"/>
              <a:gd name="T7" fmla="*/ 976 h 976"/>
            </a:gdLst>
            <a:ahLst/>
            <a:cxnLst>
              <a:cxn ang="0">
                <a:pos x="T0" y="T1"/>
              </a:cxn>
              <a:cxn ang="0">
                <a:pos x="T2" y="T3"/>
              </a:cxn>
              <a:cxn ang="0">
                <a:pos x="T4" y="T5"/>
              </a:cxn>
              <a:cxn ang="0">
                <a:pos x="T6" y="T7"/>
              </a:cxn>
            </a:cxnLst>
            <a:rect l="0" t="0" r="r" b="b"/>
            <a:pathLst>
              <a:path w="973" h="976">
                <a:moveTo>
                  <a:pt x="0" y="976"/>
                </a:moveTo>
                <a:lnTo>
                  <a:pt x="973" y="0"/>
                </a:lnTo>
                <a:lnTo>
                  <a:pt x="973" y="976"/>
                </a:lnTo>
                <a:lnTo>
                  <a:pt x="0" y="976"/>
                </a:lnTo>
                <a:close/>
              </a:path>
            </a:pathLst>
          </a:custGeom>
          <a:solidFill>
            <a:srgbClr val="E5E8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 name="Freeform 10"/>
          <p:cNvSpPr>
            <a:spLocks/>
          </p:cNvSpPr>
          <p:nvPr/>
        </p:nvSpPr>
        <p:spPr bwMode="auto">
          <a:xfrm>
            <a:off x="10121900" y="3444876"/>
            <a:ext cx="1544638" cy="1549400"/>
          </a:xfrm>
          <a:custGeom>
            <a:avLst/>
            <a:gdLst>
              <a:gd name="T0" fmla="*/ 0 w 973"/>
              <a:gd name="T1" fmla="*/ 976 h 976"/>
              <a:gd name="T2" fmla="*/ 973 w 973"/>
              <a:gd name="T3" fmla="*/ 0 h 976"/>
              <a:gd name="T4" fmla="*/ 973 w 973"/>
              <a:gd name="T5" fmla="*/ 976 h 976"/>
              <a:gd name="T6" fmla="*/ 0 w 973"/>
              <a:gd name="T7" fmla="*/ 976 h 976"/>
            </a:gdLst>
            <a:ahLst/>
            <a:cxnLst>
              <a:cxn ang="0">
                <a:pos x="T0" y="T1"/>
              </a:cxn>
              <a:cxn ang="0">
                <a:pos x="T2" y="T3"/>
              </a:cxn>
              <a:cxn ang="0">
                <a:pos x="T4" y="T5"/>
              </a:cxn>
              <a:cxn ang="0">
                <a:pos x="T6" y="T7"/>
              </a:cxn>
            </a:cxnLst>
            <a:rect l="0" t="0" r="r" b="b"/>
            <a:pathLst>
              <a:path w="973" h="976">
                <a:moveTo>
                  <a:pt x="0" y="976"/>
                </a:moveTo>
                <a:lnTo>
                  <a:pt x="973" y="0"/>
                </a:lnTo>
                <a:lnTo>
                  <a:pt x="973" y="976"/>
                </a:lnTo>
                <a:lnTo>
                  <a:pt x="0" y="97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 name="Freeform 11"/>
          <p:cNvSpPr>
            <a:spLocks/>
          </p:cNvSpPr>
          <p:nvPr/>
        </p:nvSpPr>
        <p:spPr bwMode="auto">
          <a:xfrm>
            <a:off x="7720013" y="2243138"/>
            <a:ext cx="2744788" cy="2751138"/>
          </a:xfrm>
          <a:custGeom>
            <a:avLst/>
            <a:gdLst>
              <a:gd name="T0" fmla="*/ 757 w 1729"/>
              <a:gd name="T1" fmla="*/ 976 h 1733"/>
              <a:gd name="T2" fmla="*/ 0 w 1729"/>
              <a:gd name="T3" fmla="*/ 1733 h 1733"/>
              <a:gd name="T4" fmla="*/ 972 w 1729"/>
              <a:gd name="T5" fmla="*/ 1733 h 1733"/>
              <a:gd name="T6" fmla="*/ 972 w 1729"/>
              <a:gd name="T7" fmla="*/ 976 h 1733"/>
              <a:gd name="T8" fmla="*/ 1513 w 1729"/>
              <a:gd name="T9" fmla="*/ 976 h 1733"/>
              <a:gd name="T10" fmla="*/ 1729 w 1729"/>
              <a:gd name="T11" fmla="*/ 757 h 1733"/>
              <a:gd name="T12" fmla="*/ 1729 w 1729"/>
              <a:gd name="T13" fmla="*/ 0 h 1733"/>
              <a:gd name="T14" fmla="*/ 757 w 1729"/>
              <a:gd name="T15" fmla="*/ 976 h 17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29" h="1733">
                <a:moveTo>
                  <a:pt x="757" y="976"/>
                </a:moveTo>
                <a:lnTo>
                  <a:pt x="0" y="1733"/>
                </a:lnTo>
                <a:lnTo>
                  <a:pt x="972" y="1733"/>
                </a:lnTo>
                <a:lnTo>
                  <a:pt x="972" y="976"/>
                </a:lnTo>
                <a:lnTo>
                  <a:pt x="1513" y="976"/>
                </a:lnTo>
                <a:lnTo>
                  <a:pt x="1729" y="757"/>
                </a:lnTo>
                <a:lnTo>
                  <a:pt x="1729" y="0"/>
                </a:lnTo>
                <a:lnTo>
                  <a:pt x="757" y="976"/>
                </a:lnTo>
                <a:close/>
              </a:path>
            </a:pathLst>
          </a:custGeom>
          <a:solidFill>
            <a:srgbClr val="E5E8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 name="Freeform 12"/>
          <p:cNvSpPr>
            <a:spLocks/>
          </p:cNvSpPr>
          <p:nvPr/>
        </p:nvSpPr>
        <p:spPr bwMode="auto">
          <a:xfrm>
            <a:off x="7720013" y="2243138"/>
            <a:ext cx="2744788" cy="2751138"/>
          </a:xfrm>
          <a:custGeom>
            <a:avLst/>
            <a:gdLst>
              <a:gd name="T0" fmla="*/ 757 w 1729"/>
              <a:gd name="T1" fmla="*/ 976 h 1733"/>
              <a:gd name="T2" fmla="*/ 0 w 1729"/>
              <a:gd name="T3" fmla="*/ 1733 h 1733"/>
              <a:gd name="T4" fmla="*/ 972 w 1729"/>
              <a:gd name="T5" fmla="*/ 1733 h 1733"/>
              <a:gd name="T6" fmla="*/ 972 w 1729"/>
              <a:gd name="T7" fmla="*/ 976 h 1733"/>
              <a:gd name="T8" fmla="*/ 1513 w 1729"/>
              <a:gd name="T9" fmla="*/ 976 h 1733"/>
              <a:gd name="T10" fmla="*/ 1729 w 1729"/>
              <a:gd name="T11" fmla="*/ 757 h 1733"/>
              <a:gd name="T12" fmla="*/ 1729 w 1729"/>
              <a:gd name="T13" fmla="*/ 0 h 1733"/>
              <a:gd name="T14" fmla="*/ 757 w 1729"/>
              <a:gd name="T15" fmla="*/ 976 h 17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29" h="1733">
                <a:moveTo>
                  <a:pt x="757" y="976"/>
                </a:moveTo>
                <a:lnTo>
                  <a:pt x="0" y="1733"/>
                </a:lnTo>
                <a:lnTo>
                  <a:pt x="972" y="1733"/>
                </a:lnTo>
                <a:lnTo>
                  <a:pt x="972" y="976"/>
                </a:lnTo>
                <a:lnTo>
                  <a:pt x="1513" y="976"/>
                </a:lnTo>
                <a:lnTo>
                  <a:pt x="1729" y="757"/>
                </a:lnTo>
                <a:lnTo>
                  <a:pt x="1729" y="0"/>
                </a:lnTo>
                <a:lnTo>
                  <a:pt x="757" y="97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 name="Oval 13"/>
          <p:cNvSpPr>
            <a:spLocks noChangeArrowheads="1"/>
          </p:cNvSpPr>
          <p:nvPr/>
        </p:nvSpPr>
        <p:spPr bwMode="auto">
          <a:xfrm>
            <a:off x="6632575" y="2360613"/>
            <a:ext cx="1312863" cy="1309688"/>
          </a:xfrm>
          <a:prstGeom prst="ellipse">
            <a:avLst/>
          </a:prstGeom>
          <a:solidFill>
            <a:srgbClr val="E5E8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 name="Freeform 14"/>
          <p:cNvSpPr>
            <a:spLocks/>
          </p:cNvSpPr>
          <p:nvPr/>
        </p:nvSpPr>
        <p:spPr bwMode="auto">
          <a:xfrm>
            <a:off x="6826250" y="2555876"/>
            <a:ext cx="1119188" cy="1114425"/>
          </a:xfrm>
          <a:custGeom>
            <a:avLst/>
            <a:gdLst>
              <a:gd name="T0" fmla="*/ 107 w 258"/>
              <a:gd name="T1" fmla="*/ 257 h 257"/>
              <a:gd name="T2" fmla="*/ 258 w 258"/>
              <a:gd name="T3" fmla="*/ 106 h 257"/>
              <a:gd name="T4" fmla="*/ 213 w 258"/>
              <a:gd name="T5" fmla="*/ 0 h 257"/>
              <a:gd name="T6" fmla="*/ 0 w 258"/>
              <a:gd name="T7" fmla="*/ 213 h 257"/>
              <a:gd name="T8" fmla="*/ 107 w 258"/>
              <a:gd name="T9" fmla="*/ 257 h 257"/>
            </a:gdLst>
            <a:ahLst/>
            <a:cxnLst>
              <a:cxn ang="0">
                <a:pos x="T0" y="T1"/>
              </a:cxn>
              <a:cxn ang="0">
                <a:pos x="T2" y="T3"/>
              </a:cxn>
              <a:cxn ang="0">
                <a:pos x="T4" y="T5"/>
              </a:cxn>
              <a:cxn ang="0">
                <a:pos x="T6" y="T7"/>
              </a:cxn>
              <a:cxn ang="0">
                <a:pos x="T8" y="T9"/>
              </a:cxn>
            </a:cxnLst>
            <a:rect l="0" t="0" r="r" b="b"/>
            <a:pathLst>
              <a:path w="258" h="257">
                <a:moveTo>
                  <a:pt x="107" y="257"/>
                </a:moveTo>
                <a:cubicBezTo>
                  <a:pt x="190" y="257"/>
                  <a:pt x="258" y="190"/>
                  <a:pt x="258" y="106"/>
                </a:cubicBezTo>
                <a:cubicBezTo>
                  <a:pt x="258" y="65"/>
                  <a:pt x="241" y="27"/>
                  <a:pt x="213" y="0"/>
                </a:cubicBezTo>
                <a:cubicBezTo>
                  <a:pt x="0" y="213"/>
                  <a:pt x="0" y="213"/>
                  <a:pt x="0" y="213"/>
                </a:cubicBezTo>
                <a:cubicBezTo>
                  <a:pt x="27" y="241"/>
                  <a:pt x="65" y="257"/>
                  <a:pt x="107" y="257"/>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 name="Oval 15"/>
          <p:cNvSpPr>
            <a:spLocks noChangeArrowheads="1"/>
          </p:cNvSpPr>
          <p:nvPr/>
        </p:nvSpPr>
        <p:spPr bwMode="auto">
          <a:xfrm>
            <a:off x="6683375" y="2408238"/>
            <a:ext cx="1214438" cy="1214438"/>
          </a:xfrm>
          <a:prstGeom prst="ellipse">
            <a:avLst/>
          </a:prstGeom>
          <a:solidFill>
            <a:srgbClr val="F6AC40"/>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 name="Oval 16"/>
          <p:cNvSpPr>
            <a:spLocks noChangeArrowheads="1"/>
          </p:cNvSpPr>
          <p:nvPr/>
        </p:nvSpPr>
        <p:spPr bwMode="auto">
          <a:xfrm>
            <a:off x="7837488" y="3567113"/>
            <a:ext cx="1309688" cy="1309688"/>
          </a:xfrm>
          <a:prstGeom prst="ellipse">
            <a:avLst/>
          </a:prstGeom>
          <a:solidFill>
            <a:srgbClr val="E5E8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 name="Freeform 17"/>
          <p:cNvSpPr>
            <a:spLocks/>
          </p:cNvSpPr>
          <p:nvPr/>
        </p:nvSpPr>
        <p:spPr bwMode="auto">
          <a:xfrm>
            <a:off x="8027988" y="3757613"/>
            <a:ext cx="1119188" cy="1119188"/>
          </a:xfrm>
          <a:custGeom>
            <a:avLst/>
            <a:gdLst>
              <a:gd name="T0" fmla="*/ 107 w 258"/>
              <a:gd name="T1" fmla="*/ 258 h 258"/>
              <a:gd name="T2" fmla="*/ 258 w 258"/>
              <a:gd name="T3" fmla="*/ 107 h 258"/>
              <a:gd name="T4" fmla="*/ 214 w 258"/>
              <a:gd name="T5" fmla="*/ 0 h 258"/>
              <a:gd name="T6" fmla="*/ 0 w 258"/>
              <a:gd name="T7" fmla="*/ 213 h 258"/>
              <a:gd name="T8" fmla="*/ 107 w 258"/>
              <a:gd name="T9" fmla="*/ 258 h 258"/>
            </a:gdLst>
            <a:ahLst/>
            <a:cxnLst>
              <a:cxn ang="0">
                <a:pos x="T0" y="T1"/>
              </a:cxn>
              <a:cxn ang="0">
                <a:pos x="T2" y="T3"/>
              </a:cxn>
              <a:cxn ang="0">
                <a:pos x="T4" y="T5"/>
              </a:cxn>
              <a:cxn ang="0">
                <a:pos x="T6" y="T7"/>
              </a:cxn>
              <a:cxn ang="0">
                <a:pos x="T8" y="T9"/>
              </a:cxn>
            </a:cxnLst>
            <a:rect l="0" t="0" r="r" b="b"/>
            <a:pathLst>
              <a:path w="258" h="258">
                <a:moveTo>
                  <a:pt x="107" y="258"/>
                </a:moveTo>
                <a:cubicBezTo>
                  <a:pt x="190" y="258"/>
                  <a:pt x="258" y="190"/>
                  <a:pt x="258" y="107"/>
                </a:cubicBezTo>
                <a:cubicBezTo>
                  <a:pt x="258" y="65"/>
                  <a:pt x="241" y="27"/>
                  <a:pt x="214" y="0"/>
                </a:cubicBezTo>
                <a:cubicBezTo>
                  <a:pt x="0" y="213"/>
                  <a:pt x="0" y="213"/>
                  <a:pt x="0" y="213"/>
                </a:cubicBezTo>
                <a:cubicBezTo>
                  <a:pt x="27" y="241"/>
                  <a:pt x="65" y="258"/>
                  <a:pt x="107" y="258"/>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 name="Oval 18"/>
          <p:cNvSpPr>
            <a:spLocks noChangeArrowheads="1"/>
          </p:cNvSpPr>
          <p:nvPr/>
        </p:nvSpPr>
        <p:spPr bwMode="auto">
          <a:xfrm>
            <a:off x="7885113" y="3614738"/>
            <a:ext cx="1214438" cy="1214438"/>
          </a:xfrm>
          <a:prstGeom prst="ellipse">
            <a:avLst/>
          </a:prstGeom>
          <a:solidFill>
            <a:srgbClr val="F3698A"/>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 name="Oval 19"/>
          <p:cNvSpPr>
            <a:spLocks noChangeArrowheads="1"/>
          </p:cNvSpPr>
          <p:nvPr/>
        </p:nvSpPr>
        <p:spPr bwMode="auto">
          <a:xfrm>
            <a:off x="9037638" y="2360613"/>
            <a:ext cx="1309688" cy="1309688"/>
          </a:xfrm>
          <a:prstGeom prst="ellipse">
            <a:avLst/>
          </a:prstGeom>
          <a:solidFill>
            <a:srgbClr val="E5E8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 name="Freeform 20"/>
          <p:cNvSpPr>
            <a:spLocks/>
          </p:cNvSpPr>
          <p:nvPr/>
        </p:nvSpPr>
        <p:spPr bwMode="auto">
          <a:xfrm>
            <a:off x="9229725" y="2555876"/>
            <a:ext cx="1117600" cy="1114425"/>
          </a:xfrm>
          <a:custGeom>
            <a:avLst/>
            <a:gdLst>
              <a:gd name="T0" fmla="*/ 107 w 258"/>
              <a:gd name="T1" fmla="*/ 257 h 257"/>
              <a:gd name="T2" fmla="*/ 258 w 258"/>
              <a:gd name="T3" fmla="*/ 106 h 257"/>
              <a:gd name="T4" fmla="*/ 214 w 258"/>
              <a:gd name="T5" fmla="*/ 0 h 257"/>
              <a:gd name="T6" fmla="*/ 0 w 258"/>
              <a:gd name="T7" fmla="*/ 213 h 257"/>
              <a:gd name="T8" fmla="*/ 107 w 258"/>
              <a:gd name="T9" fmla="*/ 257 h 257"/>
            </a:gdLst>
            <a:ahLst/>
            <a:cxnLst>
              <a:cxn ang="0">
                <a:pos x="T0" y="T1"/>
              </a:cxn>
              <a:cxn ang="0">
                <a:pos x="T2" y="T3"/>
              </a:cxn>
              <a:cxn ang="0">
                <a:pos x="T4" y="T5"/>
              </a:cxn>
              <a:cxn ang="0">
                <a:pos x="T6" y="T7"/>
              </a:cxn>
              <a:cxn ang="0">
                <a:pos x="T8" y="T9"/>
              </a:cxn>
            </a:cxnLst>
            <a:rect l="0" t="0" r="r" b="b"/>
            <a:pathLst>
              <a:path w="258" h="257">
                <a:moveTo>
                  <a:pt x="107" y="257"/>
                </a:moveTo>
                <a:cubicBezTo>
                  <a:pt x="190" y="257"/>
                  <a:pt x="258" y="190"/>
                  <a:pt x="258" y="106"/>
                </a:cubicBezTo>
                <a:cubicBezTo>
                  <a:pt x="258" y="65"/>
                  <a:pt x="241" y="27"/>
                  <a:pt x="214" y="0"/>
                </a:cubicBezTo>
                <a:cubicBezTo>
                  <a:pt x="0" y="213"/>
                  <a:pt x="0" y="213"/>
                  <a:pt x="0" y="213"/>
                </a:cubicBezTo>
                <a:cubicBezTo>
                  <a:pt x="27" y="241"/>
                  <a:pt x="65" y="257"/>
                  <a:pt x="107" y="257"/>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 name="Oval 21"/>
          <p:cNvSpPr>
            <a:spLocks noChangeArrowheads="1"/>
          </p:cNvSpPr>
          <p:nvPr/>
        </p:nvSpPr>
        <p:spPr bwMode="auto">
          <a:xfrm>
            <a:off x="9085263" y="2408238"/>
            <a:ext cx="1214438" cy="1214438"/>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 name="Oval 22"/>
          <p:cNvSpPr>
            <a:spLocks noChangeArrowheads="1"/>
          </p:cNvSpPr>
          <p:nvPr/>
        </p:nvSpPr>
        <p:spPr bwMode="auto">
          <a:xfrm>
            <a:off x="10239375" y="3567113"/>
            <a:ext cx="1309688" cy="1309688"/>
          </a:xfrm>
          <a:prstGeom prst="ellipse">
            <a:avLst/>
          </a:prstGeom>
          <a:solidFill>
            <a:srgbClr val="E5E8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 name="Freeform 23"/>
          <p:cNvSpPr>
            <a:spLocks/>
          </p:cNvSpPr>
          <p:nvPr/>
        </p:nvSpPr>
        <p:spPr bwMode="auto">
          <a:xfrm>
            <a:off x="10429875" y="3757613"/>
            <a:ext cx="1119188" cy="1119188"/>
          </a:xfrm>
          <a:custGeom>
            <a:avLst/>
            <a:gdLst>
              <a:gd name="T0" fmla="*/ 107 w 258"/>
              <a:gd name="T1" fmla="*/ 258 h 258"/>
              <a:gd name="T2" fmla="*/ 258 w 258"/>
              <a:gd name="T3" fmla="*/ 107 h 258"/>
              <a:gd name="T4" fmla="*/ 214 w 258"/>
              <a:gd name="T5" fmla="*/ 0 h 258"/>
              <a:gd name="T6" fmla="*/ 0 w 258"/>
              <a:gd name="T7" fmla="*/ 213 h 258"/>
              <a:gd name="T8" fmla="*/ 107 w 258"/>
              <a:gd name="T9" fmla="*/ 258 h 258"/>
            </a:gdLst>
            <a:ahLst/>
            <a:cxnLst>
              <a:cxn ang="0">
                <a:pos x="T0" y="T1"/>
              </a:cxn>
              <a:cxn ang="0">
                <a:pos x="T2" y="T3"/>
              </a:cxn>
              <a:cxn ang="0">
                <a:pos x="T4" y="T5"/>
              </a:cxn>
              <a:cxn ang="0">
                <a:pos x="T6" y="T7"/>
              </a:cxn>
              <a:cxn ang="0">
                <a:pos x="T8" y="T9"/>
              </a:cxn>
            </a:cxnLst>
            <a:rect l="0" t="0" r="r" b="b"/>
            <a:pathLst>
              <a:path w="258" h="258">
                <a:moveTo>
                  <a:pt x="107" y="258"/>
                </a:moveTo>
                <a:cubicBezTo>
                  <a:pt x="190" y="258"/>
                  <a:pt x="258" y="190"/>
                  <a:pt x="258" y="107"/>
                </a:cubicBezTo>
                <a:cubicBezTo>
                  <a:pt x="258" y="65"/>
                  <a:pt x="241" y="27"/>
                  <a:pt x="214" y="0"/>
                </a:cubicBezTo>
                <a:cubicBezTo>
                  <a:pt x="0" y="213"/>
                  <a:pt x="0" y="213"/>
                  <a:pt x="0" y="213"/>
                </a:cubicBezTo>
                <a:cubicBezTo>
                  <a:pt x="28" y="241"/>
                  <a:pt x="65" y="258"/>
                  <a:pt x="107" y="258"/>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 name="Oval 24"/>
          <p:cNvSpPr>
            <a:spLocks noChangeArrowheads="1"/>
          </p:cNvSpPr>
          <p:nvPr/>
        </p:nvSpPr>
        <p:spPr bwMode="auto">
          <a:xfrm>
            <a:off x="10287000" y="3614738"/>
            <a:ext cx="1214438" cy="1214438"/>
          </a:xfrm>
          <a:prstGeom prst="ellipse">
            <a:avLst/>
          </a:prstGeom>
          <a:solidFill>
            <a:srgbClr val="4BAEE2"/>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 name="Freeform 25"/>
          <p:cNvSpPr>
            <a:spLocks noEditPoints="1"/>
          </p:cNvSpPr>
          <p:nvPr/>
        </p:nvSpPr>
        <p:spPr bwMode="auto">
          <a:xfrm>
            <a:off x="6683375" y="2408238"/>
            <a:ext cx="655638" cy="646113"/>
          </a:xfrm>
          <a:custGeom>
            <a:avLst/>
            <a:gdLst>
              <a:gd name="T0" fmla="*/ 0 w 151"/>
              <a:gd name="T1" fmla="*/ 149 h 149"/>
              <a:gd name="T2" fmla="*/ 0 w 151"/>
              <a:gd name="T3" fmla="*/ 148 h 149"/>
              <a:gd name="T4" fmla="*/ 0 w 151"/>
              <a:gd name="T5" fmla="*/ 148 h 149"/>
              <a:gd name="T6" fmla="*/ 0 w 151"/>
              <a:gd name="T7" fmla="*/ 147 h 149"/>
              <a:gd name="T8" fmla="*/ 0 w 151"/>
              <a:gd name="T9" fmla="*/ 147 h 149"/>
              <a:gd name="T10" fmla="*/ 0 w 151"/>
              <a:gd name="T11" fmla="*/ 146 h 149"/>
              <a:gd name="T12" fmla="*/ 0 w 151"/>
              <a:gd name="T13" fmla="*/ 146 h 149"/>
              <a:gd name="T14" fmla="*/ 0 w 151"/>
              <a:gd name="T15" fmla="*/ 146 h 149"/>
              <a:gd name="T16" fmla="*/ 0 w 151"/>
              <a:gd name="T17" fmla="*/ 146 h 149"/>
              <a:gd name="T18" fmla="*/ 0 w 151"/>
              <a:gd name="T19" fmla="*/ 145 h 149"/>
              <a:gd name="T20" fmla="*/ 0 w 151"/>
              <a:gd name="T21" fmla="*/ 145 h 149"/>
              <a:gd name="T22" fmla="*/ 0 w 151"/>
              <a:gd name="T23" fmla="*/ 145 h 149"/>
              <a:gd name="T24" fmla="*/ 0 w 151"/>
              <a:gd name="T25" fmla="*/ 144 h 149"/>
              <a:gd name="T26" fmla="*/ 0 w 151"/>
              <a:gd name="T27" fmla="*/ 144 h 149"/>
              <a:gd name="T28" fmla="*/ 0 w 151"/>
              <a:gd name="T29" fmla="*/ 144 h 149"/>
              <a:gd name="T30" fmla="*/ 0 w 151"/>
              <a:gd name="T31" fmla="*/ 143 h 149"/>
              <a:gd name="T32" fmla="*/ 0 w 151"/>
              <a:gd name="T33" fmla="*/ 143 h 149"/>
              <a:gd name="T34" fmla="*/ 0 w 151"/>
              <a:gd name="T35" fmla="*/ 143 h 149"/>
              <a:gd name="T36" fmla="*/ 0 w 151"/>
              <a:gd name="T37" fmla="*/ 142 h 149"/>
              <a:gd name="T38" fmla="*/ 0 w 151"/>
              <a:gd name="T39" fmla="*/ 142 h 149"/>
              <a:gd name="T40" fmla="*/ 0 w 151"/>
              <a:gd name="T41" fmla="*/ 142 h 149"/>
              <a:gd name="T42" fmla="*/ 0 w 151"/>
              <a:gd name="T43" fmla="*/ 141 h 149"/>
              <a:gd name="T44" fmla="*/ 0 w 151"/>
              <a:gd name="T45" fmla="*/ 141 h 149"/>
              <a:gd name="T46" fmla="*/ 0 w 151"/>
              <a:gd name="T47" fmla="*/ 141 h 149"/>
              <a:gd name="T48" fmla="*/ 0 w 151"/>
              <a:gd name="T49" fmla="*/ 141 h 149"/>
              <a:gd name="T50" fmla="*/ 151 w 151"/>
              <a:gd name="T51" fmla="*/ 1 h 149"/>
              <a:gd name="T52" fmla="*/ 150 w 151"/>
              <a:gd name="T53" fmla="*/ 1 h 149"/>
              <a:gd name="T54" fmla="*/ 150 w 151"/>
              <a:gd name="T55" fmla="*/ 1 h 149"/>
              <a:gd name="T56" fmla="*/ 149 w 151"/>
              <a:gd name="T57" fmla="*/ 1 h 149"/>
              <a:gd name="T58" fmla="*/ 149 w 151"/>
              <a:gd name="T59" fmla="*/ 1 h 149"/>
              <a:gd name="T60" fmla="*/ 149 w 151"/>
              <a:gd name="T61" fmla="*/ 1 h 149"/>
              <a:gd name="T62" fmla="*/ 148 w 151"/>
              <a:gd name="T63" fmla="*/ 1 h 149"/>
              <a:gd name="T64" fmla="*/ 148 w 151"/>
              <a:gd name="T65" fmla="*/ 1 h 149"/>
              <a:gd name="T66" fmla="*/ 147 w 151"/>
              <a:gd name="T67" fmla="*/ 1 h 149"/>
              <a:gd name="T68" fmla="*/ 147 w 151"/>
              <a:gd name="T69" fmla="*/ 1 h 149"/>
              <a:gd name="T70" fmla="*/ 147 w 151"/>
              <a:gd name="T71" fmla="*/ 1 h 149"/>
              <a:gd name="T72" fmla="*/ 146 w 151"/>
              <a:gd name="T73" fmla="*/ 1 h 149"/>
              <a:gd name="T74" fmla="*/ 146 w 151"/>
              <a:gd name="T75" fmla="*/ 1 h 149"/>
              <a:gd name="T76" fmla="*/ 146 w 151"/>
              <a:gd name="T77" fmla="*/ 1 h 149"/>
              <a:gd name="T78" fmla="*/ 145 w 151"/>
              <a:gd name="T79" fmla="*/ 1 h 149"/>
              <a:gd name="T80" fmla="*/ 145 w 151"/>
              <a:gd name="T81" fmla="*/ 1 h 149"/>
              <a:gd name="T82" fmla="*/ 145 w 151"/>
              <a:gd name="T83" fmla="*/ 1 h 149"/>
              <a:gd name="T84" fmla="*/ 144 w 151"/>
              <a:gd name="T85" fmla="*/ 0 h 149"/>
              <a:gd name="T86" fmla="*/ 144 w 151"/>
              <a:gd name="T87" fmla="*/ 0 h 149"/>
              <a:gd name="T88" fmla="*/ 144 w 151"/>
              <a:gd name="T89" fmla="*/ 0 h 149"/>
              <a:gd name="T90" fmla="*/ 143 w 151"/>
              <a:gd name="T91" fmla="*/ 0 h 149"/>
              <a:gd name="T92" fmla="*/ 143 w 151"/>
              <a:gd name="T93" fmla="*/ 0 h 149"/>
              <a:gd name="T94" fmla="*/ 143 w 151"/>
              <a:gd name="T95" fmla="*/ 0 h 149"/>
              <a:gd name="T96" fmla="*/ 143 w 151"/>
              <a:gd name="T97" fmla="*/ 0 h 149"/>
              <a:gd name="T98" fmla="*/ 142 w 151"/>
              <a:gd name="T99" fmla="*/ 0 h 149"/>
              <a:gd name="T100" fmla="*/ 142 w 151"/>
              <a:gd name="T101" fmla="*/ 0 h 149"/>
              <a:gd name="T102" fmla="*/ 141 w 151"/>
              <a:gd name="T103" fmla="*/ 0 h 149"/>
              <a:gd name="T104" fmla="*/ 141 w 151"/>
              <a:gd name="T105" fmla="*/ 0 h 149"/>
              <a:gd name="T106" fmla="*/ 141 w 151"/>
              <a:gd name="T107" fmla="*/ 0 h 149"/>
              <a:gd name="T108" fmla="*/ 141 w 151"/>
              <a:gd name="T109" fmla="*/ 0 h 149"/>
              <a:gd name="T110" fmla="*/ 140 w 151"/>
              <a:gd name="T111" fmla="*/ 0 h 149"/>
              <a:gd name="T112" fmla="*/ 140 w 151"/>
              <a:gd name="T113" fmla="*/ 0 h 149"/>
              <a:gd name="T114" fmla="*/ 140 w 151"/>
              <a:gd name="T115"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1" h="149">
                <a:moveTo>
                  <a:pt x="0" y="149"/>
                </a:moveTo>
                <a:cubicBezTo>
                  <a:pt x="0" y="149"/>
                  <a:pt x="0" y="149"/>
                  <a:pt x="0" y="149"/>
                </a:cubicBezTo>
                <a:cubicBezTo>
                  <a:pt x="0" y="149"/>
                  <a:pt x="0" y="149"/>
                  <a:pt x="0" y="149"/>
                </a:cubicBezTo>
                <a:moveTo>
                  <a:pt x="0" y="148"/>
                </a:moveTo>
                <a:cubicBezTo>
                  <a:pt x="0" y="148"/>
                  <a:pt x="0" y="148"/>
                  <a:pt x="0" y="148"/>
                </a:cubicBezTo>
                <a:cubicBezTo>
                  <a:pt x="0" y="148"/>
                  <a:pt x="0" y="148"/>
                  <a:pt x="0" y="148"/>
                </a:cubicBezTo>
                <a:moveTo>
                  <a:pt x="0" y="148"/>
                </a:moveTo>
                <a:cubicBezTo>
                  <a:pt x="0" y="148"/>
                  <a:pt x="0" y="148"/>
                  <a:pt x="0" y="148"/>
                </a:cubicBezTo>
                <a:cubicBezTo>
                  <a:pt x="0" y="148"/>
                  <a:pt x="0" y="148"/>
                  <a:pt x="0" y="148"/>
                </a:cubicBezTo>
                <a:moveTo>
                  <a:pt x="0" y="147"/>
                </a:moveTo>
                <a:cubicBezTo>
                  <a:pt x="0" y="147"/>
                  <a:pt x="0" y="147"/>
                  <a:pt x="0" y="147"/>
                </a:cubicBezTo>
                <a:cubicBezTo>
                  <a:pt x="0" y="147"/>
                  <a:pt x="0" y="147"/>
                  <a:pt x="0" y="147"/>
                </a:cubicBezTo>
                <a:moveTo>
                  <a:pt x="0" y="147"/>
                </a:moveTo>
                <a:cubicBezTo>
                  <a:pt x="0" y="147"/>
                  <a:pt x="0" y="147"/>
                  <a:pt x="0" y="147"/>
                </a:cubicBezTo>
                <a:cubicBezTo>
                  <a:pt x="0" y="147"/>
                  <a:pt x="0" y="147"/>
                  <a:pt x="0" y="147"/>
                </a:cubicBezTo>
                <a:moveTo>
                  <a:pt x="0" y="146"/>
                </a:moveTo>
                <a:cubicBezTo>
                  <a:pt x="0" y="146"/>
                  <a:pt x="0" y="146"/>
                  <a:pt x="0" y="146"/>
                </a:cubicBezTo>
                <a:cubicBezTo>
                  <a:pt x="0" y="146"/>
                  <a:pt x="0" y="146"/>
                  <a:pt x="0" y="146"/>
                </a:cubicBezTo>
                <a:moveTo>
                  <a:pt x="0" y="146"/>
                </a:moveTo>
                <a:cubicBezTo>
                  <a:pt x="0" y="146"/>
                  <a:pt x="0" y="146"/>
                  <a:pt x="0" y="146"/>
                </a:cubicBezTo>
                <a:cubicBezTo>
                  <a:pt x="0" y="146"/>
                  <a:pt x="0" y="146"/>
                  <a:pt x="0" y="146"/>
                </a:cubicBezTo>
                <a:moveTo>
                  <a:pt x="0" y="146"/>
                </a:moveTo>
                <a:cubicBezTo>
                  <a:pt x="0" y="146"/>
                  <a:pt x="0" y="146"/>
                  <a:pt x="0" y="146"/>
                </a:cubicBezTo>
                <a:cubicBezTo>
                  <a:pt x="0" y="146"/>
                  <a:pt x="0" y="146"/>
                  <a:pt x="0" y="146"/>
                </a:cubicBezTo>
                <a:moveTo>
                  <a:pt x="0" y="146"/>
                </a:moveTo>
                <a:cubicBezTo>
                  <a:pt x="0" y="146"/>
                  <a:pt x="0" y="146"/>
                  <a:pt x="0" y="146"/>
                </a:cubicBezTo>
                <a:cubicBezTo>
                  <a:pt x="0" y="146"/>
                  <a:pt x="0" y="146"/>
                  <a:pt x="0" y="146"/>
                </a:cubicBezTo>
                <a:moveTo>
                  <a:pt x="0" y="145"/>
                </a:moveTo>
                <a:cubicBezTo>
                  <a:pt x="0" y="145"/>
                  <a:pt x="0" y="145"/>
                  <a:pt x="0" y="145"/>
                </a:cubicBezTo>
                <a:cubicBezTo>
                  <a:pt x="0" y="145"/>
                  <a:pt x="0" y="145"/>
                  <a:pt x="0" y="145"/>
                </a:cubicBezTo>
                <a:moveTo>
                  <a:pt x="0" y="145"/>
                </a:moveTo>
                <a:cubicBezTo>
                  <a:pt x="0" y="145"/>
                  <a:pt x="0" y="145"/>
                  <a:pt x="0" y="145"/>
                </a:cubicBezTo>
                <a:cubicBezTo>
                  <a:pt x="0" y="145"/>
                  <a:pt x="0" y="145"/>
                  <a:pt x="0" y="145"/>
                </a:cubicBezTo>
                <a:moveTo>
                  <a:pt x="0" y="145"/>
                </a:moveTo>
                <a:cubicBezTo>
                  <a:pt x="0" y="145"/>
                  <a:pt x="0" y="145"/>
                  <a:pt x="0" y="145"/>
                </a:cubicBezTo>
                <a:cubicBezTo>
                  <a:pt x="0" y="145"/>
                  <a:pt x="0" y="145"/>
                  <a:pt x="0" y="145"/>
                </a:cubicBezTo>
                <a:moveTo>
                  <a:pt x="0" y="144"/>
                </a:moveTo>
                <a:cubicBezTo>
                  <a:pt x="0" y="144"/>
                  <a:pt x="0" y="144"/>
                  <a:pt x="0" y="144"/>
                </a:cubicBezTo>
                <a:cubicBezTo>
                  <a:pt x="0" y="144"/>
                  <a:pt x="0" y="144"/>
                  <a:pt x="0" y="144"/>
                </a:cubicBezTo>
                <a:moveTo>
                  <a:pt x="0" y="144"/>
                </a:moveTo>
                <a:cubicBezTo>
                  <a:pt x="0" y="144"/>
                  <a:pt x="0" y="144"/>
                  <a:pt x="0" y="144"/>
                </a:cubicBezTo>
                <a:cubicBezTo>
                  <a:pt x="0" y="144"/>
                  <a:pt x="0" y="144"/>
                  <a:pt x="0" y="144"/>
                </a:cubicBezTo>
                <a:moveTo>
                  <a:pt x="0" y="144"/>
                </a:moveTo>
                <a:cubicBezTo>
                  <a:pt x="0" y="144"/>
                  <a:pt x="0" y="144"/>
                  <a:pt x="0" y="144"/>
                </a:cubicBezTo>
                <a:cubicBezTo>
                  <a:pt x="0" y="144"/>
                  <a:pt x="0" y="144"/>
                  <a:pt x="0" y="144"/>
                </a:cubicBezTo>
                <a:moveTo>
                  <a:pt x="0" y="143"/>
                </a:moveTo>
                <a:cubicBezTo>
                  <a:pt x="0" y="143"/>
                  <a:pt x="0" y="143"/>
                  <a:pt x="0" y="143"/>
                </a:cubicBezTo>
                <a:cubicBezTo>
                  <a:pt x="0" y="143"/>
                  <a:pt x="0" y="143"/>
                  <a:pt x="0" y="143"/>
                </a:cubicBezTo>
                <a:moveTo>
                  <a:pt x="0" y="143"/>
                </a:moveTo>
                <a:cubicBezTo>
                  <a:pt x="0" y="143"/>
                  <a:pt x="0" y="143"/>
                  <a:pt x="0" y="143"/>
                </a:cubicBezTo>
                <a:cubicBezTo>
                  <a:pt x="0" y="143"/>
                  <a:pt x="0" y="143"/>
                  <a:pt x="0" y="143"/>
                </a:cubicBezTo>
                <a:moveTo>
                  <a:pt x="0" y="143"/>
                </a:moveTo>
                <a:cubicBezTo>
                  <a:pt x="0" y="143"/>
                  <a:pt x="0" y="143"/>
                  <a:pt x="0" y="143"/>
                </a:cubicBezTo>
                <a:cubicBezTo>
                  <a:pt x="0" y="143"/>
                  <a:pt x="0" y="143"/>
                  <a:pt x="0" y="143"/>
                </a:cubicBezTo>
                <a:moveTo>
                  <a:pt x="0" y="142"/>
                </a:moveTo>
                <a:cubicBezTo>
                  <a:pt x="0" y="142"/>
                  <a:pt x="0" y="142"/>
                  <a:pt x="0" y="142"/>
                </a:cubicBezTo>
                <a:cubicBezTo>
                  <a:pt x="0" y="142"/>
                  <a:pt x="0" y="142"/>
                  <a:pt x="0" y="142"/>
                </a:cubicBezTo>
                <a:moveTo>
                  <a:pt x="0" y="142"/>
                </a:moveTo>
                <a:cubicBezTo>
                  <a:pt x="0" y="142"/>
                  <a:pt x="0" y="142"/>
                  <a:pt x="0" y="142"/>
                </a:cubicBezTo>
                <a:cubicBezTo>
                  <a:pt x="0" y="142"/>
                  <a:pt x="0" y="142"/>
                  <a:pt x="0" y="142"/>
                </a:cubicBezTo>
                <a:moveTo>
                  <a:pt x="0" y="142"/>
                </a:moveTo>
                <a:cubicBezTo>
                  <a:pt x="0" y="142"/>
                  <a:pt x="0" y="142"/>
                  <a:pt x="0" y="142"/>
                </a:cubicBezTo>
                <a:cubicBezTo>
                  <a:pt x="0" y="142"/>
                  <a:pt x="0" y="142"/>
                  <a:pt x="0" y="142"/>
                </a:cubicBezTo>
                <a:moveTo>
                  <a:pt x="0" y="141"/>
                </a:moveTo>
                <a:cubicBezTo>
                  <a:pt x="0" y="141"/>
                  <a:pt x="0" y="142"/>
                  <a:pt x="0" y="142"/>
                </a:cubicBezTo>
                <a:cubicBezTo>
                  <a:pt x="0" y="142"/>
                  <a:pt x="0" y="141"/>
                  <a:pt x="0" y="141"/>
                </a:cubicBezTo>
                <a:moveTo>
                  <a:pt x="0" y="141"/>
                </a:moveTo>
                <a:cubicBezTo>
                  <a:pt x="0" y="141"/>
                  <a:pt x="0" y="141"/>
                  <a:pt x="0" y="141"/>
                </a:cubicBezTo>
                <a:cubicBezTo>
                  <a:pt x="0" y="141"/>
                  <a:pt x="0" y="141"/>
                  <a:pt x="0" y="141"/>
                </a:cubicBezTo>
                <a:moveTo>
                  <a:pt x="0" y="141"/>
                </a:moveTo>
                <a:cubicBezTo>
                  <a:pt x="0" y="141"/>
                  <a:pt x="0" y="141"/>
                  <a:pt x="0" y="141"/>
                </a:cubicBezTo>
                <a:cubicBezTo>
                  <a:pt x="0" y="141"/>
                  <a:pt x="0" y="141"/>
                  <a:pt x="0" y="141"/>
                </a:cubicBezTo>
                <a:moveTo>
                  <a:pt x="0" y="141"/>
                </a:moveTo>
                <a:cubicBezTo>
                  <a:pt x="0" y="141"/>
                  <a:pt x="0" y="141"/>
                  <a:pt x="0" y="141"/>
                </a:cubicBezTo>
                <a:cubicBezTo>
                  <a:pt x="0" y="141"/>
                  <a:pt x="0" y="141"/>
                  <a:pt x="0" y="141"/>
                </a:cubicBezTo>
                <a:moveTo>
                  <a:pt x="151" y="1"/>
                </a:moveTo>
                <a:cubicBezTo>
                  <a:pt x="151" y="1"/>
                  <a:pt x="151" y="1"/>
                  <a:pt x="151" y="1"/>
                </a:cubicBezTo>
                <a:cubicBezTo>
                  <a:pt x="151" y="1"/>
                  <a:pt x="151" y="1"/>
                  <a:pt x="151" y="1"/>
                </a:cubicBezTo>
                <a:moveTo>
                  <a:pt x="150" y="1"/>
                </a:moveTo>
                <a:cubicBezTo>
                  <a:pt x="150" y="1"/>
                  <a:pt x="150" y="1"/>
                  <a:pt x="150" y="1"/>
                </a:cubicBezTo>
                <a:cubicBezTo>
                  <a:pt x="150" y="1"/>
                  <a:pt x="150" y="1"/>
                  <a:pt x="150" y="1"/>
                </a:cubicBezTo>
                <a:moveTo>
                  <a:pt x="150" y="1"/>
                </a:moveTo>
                <a:cubicBezTo>
                  <a:pt x="150" y="1"/>
                  <a:pt x="150" y="1"/>
                  <a:pt x="150" y="1"/>
                </a:cubicBezTo>
                <a:cubicBezTo>
                  <a:pt x="150" y="1"/>
                  <a:pt x="150" y="1"/>
                  <a:pt x="150" y="1"/>
                </a:cubicBezTo>
                <a:moveTo>
                  <a:pt x="149" y="1"/>
                </a:moveTo>
                <a:cubicBezTo>
                  <a:pt x="149" y="1"/>
                  <a:pt x="149" y="1"/>
                  <a:pt x="149" y="1"/>
                </a:cubicBezTo>
                <a:cubicBezTo>
                  <a:pt x="149" y="1"/>
                  <a:pt x="149" y="1"/>
                  <a:pt x="149" y="1"/>
                </a:cubicBezTo>
                <a:moveTo>
                  <a:pt x="149" y="1"/>
                </a:moveTo>
                <a:cubicBezTo>
                  <a:pt x="149" y="1"/>
                  <a:pt x="149" y="1"/>
                  <a:pt x="149" y="1"/>
                </a:cubicBezTo>
                <a:cubicBezTo>
                  <a:pt x="149" y="1"/>
                  <a:pt x="149" y="1"/>
                  <a:pt x="149" y="1"/>
                </a:cubicBezTo>
                <a:moveTo>
                  <a:pt x="149" y="1"/>
                </a:moveTo>
                <a:cubicBezTo>
                  <a:pt x="149" y="1"/>
                  <a:pt x="149" y="1"/>
                  <a:pt x="149" y="1"/>
                </a:cubicBezTo>
                <a:cubicBezTo>
                  <a:pt x="149" y="1"/>
                  <a:pt x="149" y="1"/>
                  <a:pt x="149" y="1"/>
                </a:cubicBezTo>
                <a:moveTo>
                  <a:pt x="148" y="1"/>
                </a:moveTo>
                <a:cubicBezTo>
                  <a:pt x="148" y="1"/>
                  <a:pt x="148" y="1"/>
                  <a:pt x="148" y="1"/>
                </a:cubicBezTo>
                <a:cubicBezTo>
                  <a:pt x="148" y="1"/>
                  <a:pt x="148" y="1"/>
                  <a:pt x="148" y="1"/>
                </a:cubicBezTo>
                <a:moveTo>
                  <a:pt x="148" y="1"/>
                </a:moveTo>
                <a:cubicBezTo>
                  <a:pt x="148" y="1"/>
                  <a:pt x="148" y="1"/>
                  <a:pt x="148" y="1"/>
                </a:cubicBezTo>
                <a:cubicBezTo>
                  <a:pt x="148" y="1"/>
                  <a:pt x="148" y="1"/>
                  <a:pt x="148" y="1"/>
                </a:cubicBezTo>
                <a:moveTo>
                  <a:pt x="147" y="1"/>
                </a:moveTo>
                <a:cubicBezTo>
                  <a:pt x="147" y="1"/>
                  <a:pt x="148" y="1"/>
                  <a:pt x="148" y="1"/>
                </a:cubicBezTo>
                <a:cubicBezTo>
                  <a:pt x="148" y="1"/>
                  <a:pt x="147" y="1"/>
                  <a:pt x="147" y="1"/>
                </a:cubicBezTo>
                <a:moveTo>
                  <a:pt x="147" y="1"/>
                </a:moveTo>
                <a:cubicBezTo>
                  <a:pt x="147" y="1"/>
                  <a:pt x="147" y="1"/>
                  <a:pt x="147" y="1"/>
                </a:cubicBezTo>
                <a:cubicBezTo>
                  <a:pt x="147" y="1"/>
                  <a:pt x="147" y="1"/>
                  <a:pt x="147" y="1"/>
                </a:cubicBezTo>
                <a:moveTo>
                  <a:pt x="147" y="1"/>
                </a:moveTo>
                <a:cubicBezTo>
                  <a:pt x="147" y="1"/>
                  <a:pt x="147" y="1"/>
                  <a:pt x="147" y="1"/>
                </a:cubicBezTo>
                <a:cubicBezTo>
                  <a:pt x="147" y="1"/>
                  <a:pt x="147" y="1"/>
                  <a:pt x="147" y="1"/>
                </a:cubicBezTo>
                <a:moveTo>
                  <a:pt x="146" y="1"/>
                </a:moveTo>
                <a:cubicBezTo>
                  <a:pt x="146" y="1"/>
                  <a:pt x="146" y="1"/>
                  <a:pt x="146" y="1"/>
                </a:cubicBezTo>
                <a:cubicBezTo>
                  <a:pt x="146" y="1"/>
                  <a:pt x="146" y="1"/>
                  <a:pt x="146" y="1"/>
                </a:cubicBezTo>
                <a:moveTo>
                  <a:pt x="146" y="1"/>
                </a:moveTo>
                <a:cubicBezTo>
                  <a:pt x="146" y="1"/>
                  <a:pt x="146" y="1"/>
                  <a:pt x="146" y="1"/>
                </a:cubicBezTo>
                <a:cubicBezTo>
                  <a:pt x="146" y="1"/>
                  <a:pt x="146" y="1"/>
                  <a:pt x="146" y="1"/>
                </a:cubicBezTo>
                <a:moveTo>
                  <a:pt x="146" y="1"/>
                </a:moveTo>
                <a:cubicBezTo>
                  <a:pt x="146" y="1"/>
                  <a:pt x="146" y="1"/>
                  <a:pt x="146" y="1"/>
                </a:cubicBezTo>
                <a:cubicBezTo>
                  <a:pt x="146" y="1"/>
                  <a:pt x="146" y="1"/>
                  <a:pt x="146" y="1"/>
                </a:cubicBezTo>
                <a:moveTo>
                  <a:pt x="145" y="1"/>
                </a:moveTo>
                <a:cubicBezTo>
                  <a:pt x="145" y="1"/>
                  <a:pt x="145" y="1"/>
                  <a:pt x="145" y="1"/>
                </a:cubicBezTo>
                <a:cubicBezTo>
                  <a:pt x="145" y="1"/>
                  <a:pt x="145" y="1"/>
                  <a:pt x="145" y="1"/>
                </a:cubicBezTo>
                <a:moveTo>
                  <a:pt x="145" y="1"/>
                </a:moveTo>
                <a:cubicBezTo>
                  <a:pt x="145" y="1"/>
                  <a:pt x="145" y="1"/>
                  <a:pt x="145" y="1"/>
                </a:cubicBezTo>
                <a:cubicBezTo>
                  <a:pt x="145" y="1"/>
                  <a:pt x="145" y="1"/>
                  <a:pt x="145" y="1"/>
                </a:cubicBezTo>
                <a:moveTo>
                  <a:pt x="145" y="1"/>
                </a:moveTo>
                <a:cubicBezTo>
                  <a:pt x="145" y="1"/>
                  <a:pt x="145" y="1"/>
                  <a:pt x="145" y="1"/>
                </a:cubicBezTo>
                <a:cubicBezTo>
                  <a:pt x="145" y="1"/>
                  <a:pt x="145" y="1"/>
                  <a:pt x="145" y="1"/>
                </a:cubicBezTo>
                <a:moveTo>
                  <a:pt x="144" y="0"/>
                </a:moveTo>
                <a:cubicBezTo>
                  <a:pt x="144" y="0"/>
                  <a:pt x="144" y="0"/>
                  <a:pt x="144" y="0"/>
                </a:cubicBezTo>
                <a:cubicBezTo>
                  <a:pt x="144" y="0"/>
                  <a:pt x="144" y="0"/>
                  <a:pt x="144" y="0"/>
                </a:cubicBezTo>
                <a:moveTo>
                  <a:pt x="144" y="0"/>
                </a:moveTo>
                <a:cubicBezTo>
                  <a:pt x="144" y="0"/>
                  <a:pt x="144" y="0"/>
                  <a:pt x="144" y="0"/>
                </a:cubicBezTo>
                <a:cubicBezTo>
                  <a:pt x="144" y="0"/>
                  <a:pt x="144" y="0"/>
                  <a:pt x="144" y="0"/>
                </a:cubicBezTo>
                <a:moveTo>
                  <a:pt x="144" y="0"/>
                </a:moveTo>
                <a:cubicBezTo>
                  <a:pt x="144" y="0"/>
                  <a:pt x="144" y="0"/>
                  <a:pt x="144" y="0"/>
                </a:cubicBezTo>
                <a:cubicBezTo>
                  <a:pt x="144" y="0"/>
                  <a:pt x="144" y="0"/>
                  <a:pt x="144" y="0"/>
                </a:cubicBezTo>
                <a:moveTo>
                  <a:pt x="143" y="0"/>
                </a:moveTo>
                <a:cubicBezTo>
                  <a:pt x="143" y="0"/>
                  <a:pt x="143" y="0"/>
                  <a:pt x="143" y="0"/>
                </a:cubicBezTo>
                <a:cubicBezTo>
                  <a:pt x="143" y="0"/>
                  <a:pt x="143" y="0"/>
                  <a:pt x="143" y="0"/>
                </a:cubicBezTo>
                <a:moveTo>
                  <a:pt x="143" y="0"/>
                </a:moveTo>
                <a:cubicBezTo>
                  <a:pt x="143" y="0"/>
                  <a:pt x="143" y="0"/>
                  <a:pt x="143" y="0"/>
                </a:cubicBezTo>
                <a:cubicBezTo>
                  <a:pt x="143" y="0"/>
                  <a:pt x="143" y="0"/>
                  <a:pt x="143" y="0"/>
                </a:cubicBezTo>
                <a:moveTo>
                  <a:pt x="143" y="0"/>
                </a:moveTo>
                <a:cubicBezTo>
                  <a:pt x="143" y="0"/>
                  <a:pt x="143" y="0"/>
                  <a:pt x="143" y="0"/>
                </a:cubicBezTo>
                <a:cubicBezTo>
                  <a:pt x="143" y="0"/>
                  <a:pt x="143" y="0"/>
                  <a:pt x="143" y="0"/>
                </a:cubicBezTo>
                <a:moveTo>
                  <a:pt x="143" y="0"/>
                </a:moveTo>
                <a:cubicBezTo>
                  <a:pt x="143" y="0"/>
                  <a:pt x="143" y="0"/>
                  <a:pt x="143" y="0"/>
                </a:cubicBezTo>
                <a:cubicBezTo>
                  <a:pt x="143" y="0"/>
                  <a:pt x="143" y="0"/>
                  <a:pt x="143" y="0"/>
                </a:cubicBezTo>
                <a:moveTo>
                  <a:pt x="142" y="0"/>
                </a:moveTo>
                <a:cubicBezTo>
                  <a:pt x="142" y="0"/>
                  <a:pt x="142" y="0"/>
                  <a:pt x="142" y="0"/>
                </a:cubicBezTo>
                <a:cubicBezTo>
                  <a:pt x="142" y="0"/>
                  <a:pt x="142" y="0"/>
                  <a:pt x="142" y="0"/>
                </a:cubicBezTo>
                <a:moveTo>
                  <a:pt x="142" y="0"/>
                </a:moveTo>
                <a:cubicBezTo>
                  <a:pt x="142" y="0"/>
                  <a:pt x="142" y="0"/>
                  <a:pt x="142" y="0"/>
                </a:cubicBezTo>
                <a:cubicBezTo>
                  <a:pt x="142" y="0"/>
                  <a:pt x="142" y="0"/>
                  <a:pt x="142" y="0"/>
                </a:cubicBezTo>
                <a:moveTo>
                  <a:pt x="141" y="0"/>
                </a:moveTo>
                <a:cubicBezTo>
                  <a:pt x="141" y="0"/>
                  <a:pt x="141" y="0"/>
                  <a:pt x="142" y="0"/>
                </a:cubicBezTo>
                <a:cubicBezTo>
                  <a:pt x="141" y="0"/>
                  <a:pt x="141" y="0"/>
                  <a:pt x="141" y="0"/>
                </a:cubicBezTo>
                <a:moveTo>
                  <a:pt x="141" y="0"/>
                </a:moveTo>
                <a:cubicBezTo>
                  <a:pt x="141" y="0"/>
                  <a:pt x="141" y="0"/>
                  <a:pt x="141" y="0"/>
                </a:cubicBezTo>
                <a:cubicBezTo>
                  <a:pt x="141" y="0"/>
                  <a:pt x="141" y="0"/>
                  <a:pt x="141" y="0"/>
                </a:cubicBezTo>
                <a:moveTo>
                  <a:pt x="141" y="0"/>
                </a:moveTo>
                <a:cubicBezTo>
                  <a:pt x="141" y="0"/>
                  <a:pt x="141" y="0"/>
                  <a:pt x="141" y="0"/>
                </a:cubicBezTo>
                <a:cubicBezTo>
                  <a:pt x="141" y="0"/>
                  <a:pt x="141" y="0"/>
                  <a:pt x="141" y="0"/>
                </a:cubicBezTo>
                <a:moveTo>
                  <a:pt x="141" y="0"/>
                </a:moveTo>
                <a:cubicBezTo>
                  <a:pt x="141" y="0"/>
                  <a:pt x="141" y="0"/>
                  <a:pt x="141" y="0"/>
                </a:cubicBezTo>
                <a:cubicBezTo>
                  <a:pt x="141" y="0"/>
                  <a:pt x="141" y="0"/>
                  <a:pt x="141" y="0"/>
                </a:cubicBezTo>
                <a:moveTo>
                  <a:pt x="140" y="0"/>
                </a:moveTo>
                <a:cubicBezTo>
                  <a:pt x="140" y="0"/>
                  <a:pt x="140" y="0"/>
                  <a:pt x="140" y="0"/>
                </a:cubicBezTo>
                <a:cubicBezTo>
                  <a:pt x="140" y="0"/>
                  <a:pt x="140" y="0"/>
                  <a:pt x="140" y="0"/>
                </a:cubicBezTo>
                <a:moveTo>
                  <a:pt x="140" y="0"/>
                </a:moveTo>
                <a:cubicBezTo>
                  <a:pt x="140" y="0"/>
                  <a:pt x="140" y="0"/>
                  <a:pt x="140" y="0"/>
                </a:cubicBezTo>
                <a:cubicBezTo>
                  <a:pt x="140" y="0"/>
                  <a:pt x="140" y="0"/>
                  <a:pt x="140" y="0"/>
                </a:cubicBezTo>
                <a:moveTo>
                  <a:pt x="140" y="0"/>
                </a:moveTo>
                <a:cubicBezTo>
                  <a:pt x="140" y="0"/>
                  <a:pt x="140" y="0"/>
                  <a:pt x="140" y="0"/>
                </a:cubicBezTo>
                <a:cubicBezTo>
                  <a:pt x="140" y="0"/>
                  <a:pt x="140" y="0"/>
                  <a:pt x="140" y="0"/>
                </a:cubicBezTo>
              </a:path>
            </a:pathLst>
          </a:custGeom>
          <a:solidFill>
            <a:srgbClr val="B0BB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 name="Freeform 26"/>
          <p:cNvSpPr>
            <a:spLocks/>
          </p:cNvSpPr>
          <p:nvPr/>
        </p:nvSpPr>
        <p:spPr bwMode="auto">
          <a:xfrm>
            <a:off x="6683375" y="2408238"/>
            <a:ext cx="1101725" cy="1106488"/>
          </a:xfrm>
          <a:custGeom>
            <a:avLst/>
            <a:gdLst>
              <a:gd name="T0" fmla="*/ 0 w 254"/>
              <a:gd name="T1" fmla="*/ 140 h 255"/>
              <a:gd name="T2" fmla="*/ 0 w 254"/>
              <a:gd name="T3" fmla="*/ 141 h 255"/>
              <a:gd name="T4" fmla="*/ 0 w 254"/>
              <a:gd name="T5" fmla="*/ 141 h 255"/>
              <a:gd name="T6" fmla="*/ 0 w 254"/>
              <a:gd name="T7" fmla="*/ 141 h 255"/>
              <a:gd name="T8" fmla="*/ 0 w 254"/>
              <a:gd name="T9" fmla="*/ 142 h 255"/>
              <a:gd name="T10" fmla="*/ 0 w 254"/>
              <a:gd name="T11" fmla="*/ 142 h 255"/>
              <a:gd name="T12" fmla="*/ 0 w 254"/>
              <a:gd name="T13" fmla="*/ 142 h 255"/>
              <a:gd name="T14" fmla="*/ 0 w 254"/>
              <a:gd name="T15" fmla="*/ 142 h 255"/>
              <a:gd name="T16" fmla="*/ 0 w 254"/>
              <a:gd name="T17" fmla="*/ 143 h 255"/>
              <a:gd name="T18" fmla="*/ 0 w 254"/>
              <a:gd name="T19" fmla="*/ 143 h 255"/>
              <a:gd name="T20" fmla="*/ 0 w 254"/>
              <a:gd name="T21" fmla="*/ 143 h 255"/>
              <a:gd name="T22" fmla="*/ 0 w 254"/>
              <a:gd name="T23" fmla="*/ 144 h 255"/>
              <a:gd name="T24" fmla="*/ 0 w 254"/>
              <a:gd name="T25" fmla="*/ 144 h 255"/>
              <a:gd name="T26" fmla="*/ 0 w 254"/>
              <a:gd name="T27" fmla="*/ 144 h 255"/>
              <a:gd name="T28" fmla="*/ 0 w 254"/>
              <a:gd name="T29" fmla="*/ 145 h 255"/>
              <a:gd name="T30" fmla="*/ 0 w 254"/>
              <a:gd name="T31" fmla="*/ 145 h 255"/>
              <a:gd name="T32" fmla="*/ 0 w 254"/>
              <a:gd name="T33" fmla="*/ 145 h 255"/>
              <a:gd name="T34" fmla="*/ 0 w 254"/>
              <a:gd name="T35" fmla="*/ 146 h 255"/>
              <a:gd name="T36" fmla="*/ 0 w 254"/>
              <a:gd name="T37" fmla="*/ 146 h 255"/>
              <a:gd name="T38" fmla="*/ 0 w 254"/>
              <a:gd name="T39" fmla="*/ 146 h 255"/>
              <a:gd name="T40" fmla="*/ 0 w 254"/>
              <a:gd name="T41" fmla="*/ 146 h 255"/>
              <a:gd name="T42" fmla="*/ 0 w 254"/>
              <a:gd name="T43" fmla="*/ 147 h 255"/>
              <a:gd name="T44" fmla="*/ 0 w 254"/>
              <a:gd name="T45" fmla="*/ 147 h 255"/>
              <a:gd name="T46" fmla="*/ 0 w 254"/>
              <a:gd name="T47" fmla="*/ 148 h 255"/>
              <a:gd name="T48" fmla="*/ 0 w 254"/>
              <a:gd name="T49" fmla="*/ 148 h 255"/>
              <a:gd name="T50" fmla="*/ 0 w 254"/>
              <a:gd name="T51" fmla="*/ 149 h 255"/>
              <a:gd name="T52" fmla="*/ 33 w 254"/>
              <a:gd name="T53" fmla="*/ 174 h 255"/>
              <a:gd name="T54" fmla="*/ 254 w 254"/>
              <a:gd name="T55" fmla="*/ 59 h 255"/>
              <a:gd name="T56" fmla="*/ 151 w 254"/>
              <a:gd name="T57" fmla="*/ 1 h 255"/>
              <a:gd name="T58" fmla="*/ 150 w 254"/>
              <a:gd name="T59" fmla="*/ 1 h 255"/>
              <a:gd name="T60" fmla="*/ 150 w 254"/>
              <a:gd name="T61" fmla="*/ 1 h 255"/>
              <a:gd name="T62" fmla="*/ 149 w 254"/>
              <a:gd name="T63" fmla="*/ 1 h 255"/>
              <a:gd name="T64" fmla="*/ 149 w 254"/>
              <a:gd name="T65" fmla="*/ 1 h 255"/>
              <a:gd name="T66" fmla="*/ 149 w 254"/>
              <a:gd name="T67" fmla="*/ 1 h 255"/>
              <a:gd name="T68" fmla="*/ 148 w 254"/>
              <a:gd name="T69" fmla="*/ 1 h 255"/>
              <a:gd name="T70" fmla="*/ 148 w 254"/>
              <a:gd name="T71" fmla="*/ 1 h 255"/>
              <a:gd name="T72" fmla="*/ 147 w 254"/>
              <a:gd name="T73" fmla="*/ 1 h 255"/>
              <a:gd name="T74" fmla="*/ 147 w 254"/>
              <a:gd name="T75" fmla="*/ 1 h 255"/>
              <a:gd name="T76" fmla="*/ 147 w 254"/>
              <a:gd name="T77" fmla="*/ 1 h 255"/>
              <a:gd name="T78" fmla="*/ 146 w 254"/>
              <a:gd name="T79" fmla="*/ 1 h 255"/>
              <a:gd name="T80" fmla="*/ 146 w 254"/>
              <a:gd name="T81" fmla="*/ 1 h 255"/>
              <a:gd name="T82" fmla="*/ 146 w 254"/>
              <a:gd name="T83" fmla="*/ 1 h 255"/>
              <a:gd name="T84" fmla="*/ 145 w 254"/>
              <a:gd name="T85" fmla="*/ 1 h 255"/>
              <a:gd name="T86" fmla="*/ 145 w 254"/>
              <a:gd name="T87" fmla="*/ 1 h 255"/>
              <a:gd name="T88" fmla="*/ 145 w 254"/>
              <a:gd name="T89" fmla="*/ 1 h 255"/>
              <a:gd name="T90" fmla="*/ 144 w 254"/>
              <a:gd name="T91" fmla="*/ 0 h 255"/>
              <a:gd name="T92" fmla="*/ 144 w 254"/>
              <a:gd name="T93" fmla="*/ 0 h 255"/>
              <a:gd name="T94" fmla="*/ 144 w 254"/>
              <a:gd name="T95" fmla="*/ 0 h 255"/>
              <a:gd name="T96" fmla="*/ 143 w 254"/>
              <a:gd name="T97" fmla="*/ 0 h 255"/>
              <a:gd name="T98" fmla="*/ 143 w 254"/>
              <a:gd name="T99" fmla="*/ 0 h 255"/>
              <a:gd name="T100" fmla="*/ 143 w 254"/>
              <a:gd name="T101" fmla="*/ 0 h 255"/>
              <a:gd name="T102" fmla="*/ 143 w 254"/>
              <a:gd name="T103" fmla="*/ 0 h 255"/>
              <a:gd name="T104" fmla="*/ 142 w 254"/>
              <a:gd name="T105" fmla="*/ 0 h 255"/>
              <a:gd name="T106" fmla="*/ 142 w 254"/>
              <a:gd name="T107" fmla="*/ 0 h 255"/>
              <a:gd name="T108" fmla="*/ 141 w 254"/>
              <a:gd name="T109" fmla="*/ 0 h 255"/>
              <a:gd name="T110" fmla="*/ 141 w 254"/>
              <a:gd name="T111" fmla="*/ 0 h 255"/>
              <a:gd name="T112" fmla="*/ 141 w 254"/>
              <a:gd name="T113" fmla="*/ 0 h 255"/>
              <a:gd name="T114" fmla="*/ 141 w 254"/>
              <a:gd name="T115" fmla="*/ 0 h 255"/>
              <a:gd name="T116" fmla="*/ 140 w 254"/>
              <a:gd name="T117" fmla="*/ 0 h 255"/>
              <a:gd name="T118" fmla="*/ 140 w 254"/>
              <a:gd name="T119" fmla="*/ 0 h 255"/>
              <a:gd name="T120" fmla="*/ 140 w 254"/>
              <a:gd name="T121" fmla="*/ 0 h 255"/>
              <a:gd name="T122" fmla="*/ 140 w 254"/>
              <a:gd name="T123" fmla="*/ 0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4" h="255">
                <a:moveTo>
                  <a:pt x="140" y="0"/>
                </a:moveTo>
                <a:cubicBezTo>
                  <a:pt x="62" y="0"/>
                  <a:pt x="0" y="63"/>
                  <a:pt x="0" y="140"/>
                </a:cubicBezTo>
                <a:cubicBezTo>
                  <a:pt x="0" y="140"/>
                  <a:pt x="0" y="141"/>
                  <a:pt x="0" y="141"/>
                </a:cubicBezTo>
                <a:cubicBezTo>
                  <a:pt x="0" y="141"/>
                  <a:pt x="0" y="141"/>
                  <a:pt x="0" y="141"/>
                </a:cubicBezTo>
                <a:cubicBezTo>
                  <a:pt x="0" y="141"/>
                  <a:pt x="0" y="141"/>
                  <a:pt x="0" y="141"/>
                </a:cubicBezTo>
                <a:cubicBezTo>
                  <a:pt x="0" y="141"/>
                  <a:pt x="0" y="141"/>
                  <a:pt x="0" y="141"/>
                </a:cubicBezTo>
                <a:cubicBezTo>
                  <a:pt x="0" y="141"/>
                  <a:pt x="0" y="141"/>
                  <a:pt x="0" y="141"/>
                </a:cubicBezTo>
                <a:cubicBezTo>
                  <a:pt x="0" y="141"/>
                  <a:pt x="0" y="141"/>
                  <a:pt x="0" y="141"/>
                </a:cubicBezTo>
                <a:cubicBezTo>
                  <a:pt x="0" y="141"/>
                  <a:pt x="0" y="141"/>
                  <a:pt x="0" y="141"/>
                </a:cubicBezTo>
                <a:cubicBezTo>
                  <a:pt x="0" y="141"/>
                  <a:pt x="0" y="142"/>
                  <a:pt x="0" y="142"/>
                </a:cubicBezTo>
                <a:cubicBezTo>
                  <a:pt x="0" y="142"/>
                  <a:pt x="0" y="142"/>
                  <a:pt x="0" y="142"/>
                </a:cubicBezTo>
                <a:cubicBezTo>
                  <a:pt x="0" y="142"/>
                  <a:pt x="0" y="142"/>
                  <a:pt x="0" y="142"/>
                </a:cubicBezTo>
                <a:cubicBezTo>
                  <a:pt x="0" y="142"/>
                  <a:pt x="0" y="142"/>
                  <a:pt x="0" y="142"/>
                </a:cubicBezTo>
                <a:cubicBezTo>
                  <a:pt x="0" y="142"/>
                  <a:pt x="0" y="142"/>
                  <a:pt x="0" y="142"/>
                </a:cubicBezTo>
                <a:cubicBezTo>
                  <a:pt x="0" y="142"/>
                  <a:pt x="0" y="142"/>
                  <a:pt x="0" y="142"/>
                </a:cubicBezTo>
                <a:cubicBezTo>
                  <a:pt x="0" y="142"/>
                  <a:pt x="0" y="142"/>
                  <a:pt x="0" y="142"/>
                </a:cubicBezTo>
                <a:cubicBezTo>
                  <a:pt x="0" y="142"/>
                  <a:pt x="0" y="143"/>
                  <a:pt x="0" y="143"/>
                </a:cubicBezTo>
                <a:cubicBezTo>
                  <a:pt x="0" y="143"/>
                  <a:pt x="0" y="143"/>
                  <a:pt x="0" y="143"/>
                </a:cubicBezTo>
                <a:cubicBezTo>
                  <a:pt x="0" y="143"/>
                  <a:pt x="0" y="143"/>
                  <a:pt x="0" y="143"/>
                </a:cubicBezTo>
                <a:cubicBezTo>
                  <a:pt x="0" y="143"/>
                  <a:pt x="0" y="143"/>
                  <a:pt x="0" y="143"/>
                </a:cubicBezTo>
                <a:cubicBezTo>
                  <a:pt x="0" y="143"/>
                  <a:pt x="0" y="143"/>
                  <a:pt x="0" y="143"/>
                </a:cubicBezTo>
                <a:cubicBezTo>
                  <a:pt x="0" y="143"/>
                  <a:pt x="0" y="143"/>
                  <a:pt x="0" y="143"/>
                </a:cubicBezTo>
                <a:cubicBezTo>
                  <a:pt x="0" y="144"/>
                  <a:pt x="0" y="144"/>
                  <a:pt x="0" y="144"/>
                </a:cubicBezTo>
                <a:cubicBezTo>
                  <a:pt x="0" y="144"/>
                  <a:pt x="0" y="144"/>
                  <a:pt x="0" y="144"/>
                </a:cubicBezTo>
                <a:cubicBezTo>
                  <a:pt x="0" y="144"/>
                  <a:pt x="0" y="144"/>
                  <a:pt x="0" y="144"/>
                </a:cubicBezTo>
                <a:cubicBezTo>
                  <a:pt x="0" y="144"/>
                  <a:pt x="0" y="144"/>
                  <a:pt x="0" y="144"/>
                </a:cubicBezTo>
                <a:cubicBezTo>
                  <a:pt x="0" y="144"/>
                  <a:pt x="0" y="144"/>
                  <a:pt x="0" y="144"/>
                </a:cubicBezTo>
                <a:cubicBezTo>
                  <a:pt x="0" y="144"/>
                  <a:pt x="0" y="144"/>
                  <a:pt x="0" y="144"/>
                </a:cubicBezTo>
                <a:cubicBezTo>
                  <a:pt x="0" y="144"/>
                  <a:pt x="0" y="144"/>
                  <a:pt x="0" y="145"/>
                </a:cubicBezTo>
                <a:cubicBezTo>
                  <a:pt x="0" y="145"/>
                  <a:pt x="0" y="145"/>
                  <a:pt x="0" y="145"/>
                </a:cubicBezTo>
                <a:cubicBezTo>
                  <a:pt x="0" y="145"/>
                  <a:pt x="0" y="145"/>
                  <a:pt x="0" y="145"/>
                </a:cubicBezTo>
                <a:cubicBezTo>
                  <a:pt x="0" y="145"/>
                  <a:pt x="0" y="145"/>
                  <a:pt x="0" y="145"/>
                </a:cubicBezTo>
                <a:cubicBezTo>
                  <a:pt x="0" y="145"/>
                  <a:pt x="0" y="145"/>
                  <a:pt x="0" y="145"/>
                </a:cubicBezTo>
                <a:cubicBezTo>
                  <a:pt x="0" y="145"/>
                  <a:pt x="0" y="145"/>
                  <a:pt x="0" y="145"/>
                </a:cubicBezTo>
                <a:cubicBezTo>
                  <a:pt x="0" y="145"/>
                  <a:pt x="0" y="145"/>
                  <a:pt x="0" y="146"/>
                </a:cubicBezTo>
                <a:cubicBezTo>
                  <a:pt x="0" y="146"/>
                  <a:pt x="0" y="146"/>
                  <a:pt x="0" y="146"/>
                </a:cubicBezTo>
                <a:cubicBezTo>
                  <a:pt x="0" y="146"/>
                  <a:pt x="0" y="146"/>
                  <a:pt x="0" y="146"/>
                </a:cubicBezTo>
                <a:cubicBezTo>
                  <a:pt x="0" y="146"/>
                  <a:pt x="0" y="146"/>
                  <a:pt x="0" y="146"/>
                </a:cubicBezTo>
                <a:cubicBezTo>
                  <a:pt x="0" y="146"/>
                  <a:pt x="0" y="146"/>
                  <a:pt x="0" y="146"/>
                </a:cubicBezTo>
                <a:cubicBezTo>
                  <a:pt x="0" y="146"/>
                  <a:pt x="0" y="146"/>
                  <a:pt x="0" y="146"/>
                </a:cubicBezTo>
                <a:cubicBezTo>
                  <a:pt x="0" y="146"/>
                  <a:pt x="0" y="146"/>
                  <a:pt x="0" y="146"/>
                </a:cubicBezTo>
                <a:cubicBezTo>
                  <a:pt x="0" y="146"/>
                  <a:pt x="0" y="146"/>
                  <a:pt x="0" y="146"/>
                </a:cubicBezTo>
                <a:cubicBezTo>
                  <a:pt x="0" y="147"/>
                  <a:pt x="0" y="147"/>
                  <a:pt x="0" y="147"/>
                </a:cubicBezTo>
                <a:cubicBezTo>
                  <a:pt x="0" y="147"/>
                  <a:pt x="0" y="147"/>
                  <a:pt x="0" y="147"/>
                </a:cubicBezTo>
                <a:cubicBezTo>
                  <a:pt x="0" y="147"/>
                  <a:pt x="0" y="147"/>
                  <a:pt x="0" y="147"/>
                </a:cubicBezTo>
                <a:cubicBezTo>
                  <a:pt x="0" y="147"/>
                  <a:pt x="0" y="147"/>
                  <a:pt x="0" y="147"/>
                </a:cubicBezTo>
                <a:cubicBezTo>
                  <a:pt x="0" y="147"/>
                  <a:pt x="0" y="147"/>
                  <a:pt x="0" y="148"/>
                </a:cubicBezTo>
                <a:cubicBezTo>
                  <a:pt x="0" y="148"/>
                  <a:pt x="0" y="148"/>
                  <a:pt x="0" y="148"/>
                </a:cubicBezTo>
                <a:cubicBezTo>
                  <a:pt x="0" y="148"/>
                  <a:pt x="0" y="148"/>
                  <a:pt x="0" y="148"/>
                </a:cubicBezTo>
                <a:cubicBezTo>
                  <a:pt x="0" y="148"/>
                  <a:pt x="0" y="148"/>
                  <a:pt x="0" y="148"/>
                </a:cubicBezTo>
                <a:cubicBezTo>
                  <a:pt x="0" y="148"/>
                  <a:pt x="0" y="149"/>
                  <a:pt x="0" y="149"/>
                </a:cubicBezTo>
                <a:cubicBezTo>
                  <a:pt x="0" y="149"/>
                  <a:pt x="0" y="149"/>
                  <a:pt x="0" y="149"/>
                </a:cubicBezTo>
                <a:cubicBezTo>
                  <a:pt x="2" y="192"/>
                  <a:pt x="25" y="231"/>
                  <a:pt x="59" y="255"/>
                </a:cubicBezTo>
                <a:cubicBezTo>
                  <a:pt x="42" y="232"/>
                  <a:pt x="33" y="204"/>
                  <a:pt x="33" y="174"/>
                </a:cubicBezTo>
                <a:cubicBezTo>
                  <a:pt x="33" y="96"/>
                  <a:pt x="96" y="34"/>
                  <a:pt x="173" y="34"/>
                </a:cubicBezTo>
                <a:cubicBezTo>
                  <a:pt x="203" y="34"/>
                  <a:pt x="231" y="43"/>
                  <a:pt x="254" y="59"/>
                </a:cubicBezTo>
                <a:cubicBezTo>
                  <a:pt x="231" y="27"/>
                  <a:pt x="194" y="4"/>
                  <a:pt x="151" y="1"/>
                </a:cubicBezTo>
                <a:cubicBezTo>
                  <a:pt x="151" y="1"/>
                  <a:pt x="151" y="1"/>
                  <a:pt x="151" y="1"/>
                </a:cubicBezTo>
                <a:cubicBezTo>
                  <a:pt x="151" y="1"/>
                  <a:pt x="151" y="1"/>
                  <a:pt x="150" y="1"/>
                </a:cubicBezTo>
                <a:cubicBezTo>
                  <a:pt x="150" y="1"/>
                  <a:pt x="150" y="1"/>
                  <a:pt x="150" y="1"/>
                </a:cubicBezTo>
                <a:cubicBezTo>
                  <a:pt x="150" y="1"/>
                  <a:pt x="150" y="1"/>
                  <a:pt x="150" y="1"/>
                </a:cubicBezTo>
                <a:cubicBezTo>
                  <a:pt x="150" y="1"/>
                  <a:pt x="150" y="1"/>
                  <a:pt x="150" y="1"/>
                </a:cubicBezTo>
                <a:cubicBezTo>
                  <a:pt x="150" y="1"/>
                  <a:pt x="149" y="1"/>
                  <a:pt x="149" y="1"/>
                </a:cubicBezTo>
                <a:cubicBezTo>
                  <a:pt x="149" y="1"/>
                  <a:pt x="149" y="1"/>
                  <a:pt x="149" y="1"/>
                </a:cubicBezTo>
                <a:cubicBezTo>
                  <a:pt x="149" y="1"/>
                  <a:pt x="149" y="1"/>
                  <a:pt x="149" y="1"/>
                </a:cubicBezTo>
                <a:cubicBezTo>
                  <a:pt x="149" y="1"/>
                  <a:pt x="149" y="1"/>
                  <a:pt x="149" y="1"/>
                </a:cubicBezTo>
                <a:cubicBezTo>
                  <a:pt x="149" y="1"/>
                  <a:pt x="149" y="1"/>
                  <a:pt x="149" y="1"/>
                </a:cubicBezTo>
                <a:cubicBezTo>
                  <a:pt x="149" y="1"/>
                  <a:pt x="149" y="1"/>
                  <a:pt x="149" y="1"/>
                </a:cubicBezTo>
                <a:cubicBezTo>
                  <a:pt x="148" y="1"/>
                  <a:pt x="148" y="1"/>
                  <a:pt x="148" y="1"/>
                </a:cubicBezTo>
                <a:cubicBezTo>
                  <a:pt x="148" y="1"/>
                  <a:pt x="148" y="1"/>
                  <a:pt x="148" y="1"/>
                </a:cubicBezTo>
                <a:cubicBezTo>
                  <a:pt x="148" y="1"/>
                  <a:pt x="148" y="1"/>
                  <a:pt x="148" y="1"/>
                </a:cubicBezTo>
                <a:cubicBezTo>
                  <a:pt x="148" y="1"/>
                  <a:pt x="148" y="1"/>
                  <a:pt x="148" y="1"/>
                </a:cubicBezTo>
                <a:cubicBezTo>
                  <a:pt x="148" y="1"/>
                  <a:pt x="148" y="1"/>
                  <a:pt x="148" y="1"/>
                </a:cubicBezTo>
                <a:cubicBezTo>
                  <a:pt x="148" y="1"/>
                  <a:pt x="147" y="1"/>
                  <a:pt x="147" y="1"/>
                </a:cubicBezTo>
                <a:cubicBezTo>
                  <a:pt x="147" y="1"/>
                  <a:pt x="147" y="1"/>
                  <a:pt x="147" y="1"/>
                </a:cubicBezTo>
                <a:cubicBezTo>
                  <a:pt x="147" y="1"/>
                  <a:pt x="147" y="1"/>
                  <a:pt x="147" y="1"/>
                </a:cubicBezTo>
                <a:cubicBezTo>
                  <a:pt x="147" y="1"/>
                  <a:pt x="147" y="1"/>
                  <a:pt x="147" y="1"/>
                </a:cubicBezTo>
                <a:cubicBezTo>
                  <a:pt x="147" y="1"/>
                  <a:pt x="147" y="1"/>
                  <a:pt x="147" y="1"/>
                </a:cubicBezTo>
                <a:cubicBezTo>
                  <a:pt x="147" y="1"/>
                  <a:pt x="147" y="1"/>
                  <a:pt x="146" y="1"/>
                </a:cubicBezTo>
                <a:cubicBezTo>
                  <a:pt x="146" y="1"/>
                  <a:pt x="146" y="1"/>
                  <a:pt x="146" y="1"/>
                </a:cubicBezTo>
                <a:cubicBezTo>
                  <a:pt x="146" y="1"/>
                  <a:pt x="146" y="1"/>
                  <a:pt x="146" y="1"/>
                </a:cubicBezTo>
                <a:cubicBezTo>
                  <a:pt x="146" y="1"/>
                  <a:pt x="146" y="1"/>
                  <a:pt x="146" y="1"/>
                </a:cubicBezTo>
                <a:cubicBezTo>
                  <a:pt x="146" y="1"/>
                  <a:pt x="146" y="1"/>
                  <a:pt x="146" y="1"/>
                </a:cubicBezTo>
                <a:cubicBezTo>
                  <a:pt x="146" y="1"/>
                  <a:pt x="146" y="1"/>
                  <a:pt x="146" y="1"/>
                </a:cubicBezTo>
                <a:cubicBezTo>
                  <a:pt x="145" y="1"/>
                  <a:pt x="145" y="1"/>
                  <a:pt x="145" y="1"/>
                </a:cubicBezTo>
                <a:cubicBezTo>
                  <a:pt x="145" y="1"/>
                  <a:pt x="145" y="1"/>
                  <a:pt x="145" y="1"/>
                </a:cubicBezTo>
                <a:cubicBezTo>
                  <a:pt x="145" y="1"/>
                  <a:pt x="145" y="1"/>
                  <a:pt x="145" y="1"/>
                </a:cubicBezTo>
                <a:cubicBezTo>
                  <a:pt x="145" y="1"/>
                  <a:pt x="145" y="1"/>
                  <a:pt x="145" y="1"/>
                </a:cubicBezTo>
                <a:cubicBezTo>
                  <a:pt x="145" y="1"/>
                  <a:pt x="145" y="1"/>
                  <a:pt x="145" y="1"/>
                </a:cubicBezTo>
                <a:cubicBezTo>
                  <a:pt x="145" y="1"/>
                  <a:pt x="145" y="1"/>
                  <a:pt x="145" y="1"/>
                </a:cubicBezTo>
                <a:cubicBezTo>
                  <a:pt x="145" y="0"/>
                  <a:pt x="144" y="0"/>
                  <a:pt x="144" y="0"/>
                </a:cubicBezTo>
                <a:cubicBezTo>
                  <a:pt x="144" y="0"/>
                  <a:pt x="144" y="0"/>
                  <a:pt x="144" y="0"/>
                </a:cubicBezTo>
                <a:cubicBezTo>
                  <a:pt x="144" y="0"/>
                  <a:pt x="144" y="0"/>
                  <a:pt x="144" y="0"/>
                </a:cubicBezTo>
                <a:cubicBezTo>
                  <a:pt x="144" y="0"/>
                  <a:pt x="144" y="0"/>
                  <a:pt x="144" y="0"/>
                </a:cubicBezTo>
                <a:cubicBezTo>
                  <a:pt x="144" y="0"/>
                  <a:pt x="144" y="0"/>
                  <a:pt x="144" y="0"/>
                </a:cubicBezTo>
                <a:cubicBezTo>
                  <a:pt x="144" y="0"/>
                  <a:pt x="144" y="0"/>
                  <a:pt x="144" y="0"/>
                </a:cubicBezTo>
                <a:cubicBezTo>
                  <a:pt x="144" y="0"/>
                  <a:pt x="143" y="0"/>
                  <a:pt x="143" y="0"/>
                </a:cubicBezTo>
                <a:cubicBezTo>
                  <a:pt x="143" y="0"/>
                  <a:pt x="143" y="0"/>
                  <a:pt x="143" y="0"/>
                </a:cubicBezTo>
                <a:cubicBezTo>
                  <a:pt x="143" y="0"/>
                  <a:pt x="143" y="0"/>
                  <a:pt x="143" y="0"/>
                </a:cubicBezTo>
                <a:cubicBezTo>
                  <a:pt x="143" y="0"/>
                  <a:pt x="143" y="0"/>
                  <a:pt x="143" y="0"/>
                </a:cubicBezTo>
                <a:cubicBezTo>
                  <a:pt x="143" y="0"/>
                  <a:pt x="143" y="0"/>
                  <a:pt x="143" y="0"/>
                </a:cubicBezTo>
                <a:cubicBezTo>
                  <a:pt x="143" y="0"/>
                  <a:pt x="143" y="0"/>
                  <a:pt x="143" y="0"/>
                </a:cubicBezTo>
                <a:cubicBezTo>
                  <a:pt x="143" y="0"/>
                  <a:pt x="143" y="0"/>
                  <a:pt x="143" y="0"/>
                </a:cubicBezTo>
                <a:cubicBezTo>
                  <a:pt x="143" y="0"/>
                  <a:pt x="143" y="0"/>
                  <a:pt x="143" y="0"/>
                </a:cubicBezTo>
                <a:cubicBezTo>
                  <a:pt x="142" y="0"/>
                  <a:pt x="142" y="0"/>
                  <a:pt x="142" y="0"/>
                </a:cubicBezTo>
                <a:cubicBezTo>
                  <a:pt x="142" y="0"/>
                  <a:pt x="142" y="0"/>
                  <a:pt x="142" y="0"/>
                </a:cubicBezTo>
                <a:cubicBezTo>
                  <a:pt x="142" y="0"/>
                  <a:pt x="142" y="0"/>
                  <a:pt x="142" y="0"/>
                </a:cubicBezTo>
                <a:cubicBezTo>
                  <a:pt x="142" y="0"/>
                  <a:pt x="142" y="0"/>
                  <a:pt x="142" y="0"/>
                </a:cubicBezTo>
                <a:cubicBezTo>
                  <a:pt x="142" y="0"/>
                  <a:pt x="142" y="0"/>
                  <a:pt x="142" y="0"/>
                </a:cubicBezTo>
                <a:cubicBezTo>
                  <a:pt x="141" y="0"/>
                  <a:pt x="141" y="0"/>
                  <a:pt x="141" y="0"/>
                </a:cubicBezTo>
                <a:cubicBezTo>
                  <a:pt x="141" y="0"/>
                  <a:pt x="141" y="0"/>
                  <a:pt x="141" y="0"/>
                </a:cubicBezTo>
                <a:cubicBezTo>
                  <a:pt x="141" y="0"/>
                  <a:pt x="141" y="0"/>
                  <a:pt x="141" y="0"/>
                </a:cubicBezTo>
                <a:cubicBezTo>
                  <a:pt x="141" y="0"/>
                  <a:pt x="141" y="0"/>
                  <a:pt x="141" y="0"/>
                </a:cubicBezTo>
                <a:cubicBezTo>
                  <a:pt x="141" y="0"/>
                  <a:pt x="141" y="0"/>
                  <a:pt x="141" y="0"/>
                </a:cubicBezTo>
                <a:cubicBezTo>
                  <a:pt x="141" y="0"/>
                  <a:pt x="141" y="0"/>
                  <a:pt x="141" y="0"/>
                </a:cubicBezTo>
                <a:cubicBezTo>
                  <a:pt x="141" y="0"/>
                  <a:pt x="141" y="0"/>
                  <a:pt x="141" y="0"/>
                </a:cubicBezTo>
                <a:cubicBezTo>
                  <a:pt x="141" y="0"/>
                  <a:pt x="140" y="0"/>
                  <a:pt x="140" y="0"/>
                </a:cubicBezTo>
                <a:cubicBezTo>
                  <a:pt x="140" y="0"/>
                  <a:pt x="140" y="0"/>
                  <a:pt x="140" y="0"/>
                </a:cubicBezTo>
                <a:cubicBezTo>
                  <a:pt x="140" y="0"/>
                  <a:pt x="140" y="0"/>
                  <a:pt x="140" y="0"/>
                </a:cubicBezTo>
                <a:cubicBezTo>
                  <a:pt x="140" y="0"/>
                  <a:pt x="140" y="0"/>
                  <a:pt x="140" y="0"/>
                </a:cubicBezTo>
                <a:cubicBezTo>
                  <a:pt x="140" y="0"/>
                  <a:pt x="140" y="0"/>
                  <a:pt x="140" y="0"/>
                </a:cubicBezTo>
                <a:cubicBezTo>
                  <a:pt x="140" y="0"/>
                  <a:pt x="140" y="0"/>
                  <a:pt x="140" y="0"/>
                </a:cubicBezTo>
                <a:cubicBezTo>
                  <a:pt x="140" y="0"/>
                  <a:pt x="140" y="0"/>
                  <a:pt x="140" y="0"/>
                </a:cubicBezTo>
                <a:cubicBezTo>
                  <a:pt x="140" y="0"/>
                  <a:pt x="140" y="0"/>
                  <a:pt x="140" y="0"/>
                </a:cubicBezTo>
              </a:path>
            </a:pathLst>
          </a:custGeom>
          <a:solidFill>
            <a:srgbClr val="F49C1A"/>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 name="Freeform 27"/>
          <p:cNvSpPr>
            <a:spLocks noEditPoints="1"/>
          </p:cNvSpPr>
          <p:nvPr/>
        </p:nvSpPr>
        <p:spPr bwMode="auto">
          <a:xfrm>
            <a:off x="7885113" y="3614738"/>
            <a:ext cx="823913" cy="676275"/>
          </a:xfrm>
          <a:custGeom>
            <a:avLst/>
            <a:gdLst>
              <a:gd name="T0" fmla="*/ 0 w 190"/>
              <a:gd name="T1" fmla="*/ 154 h 156"/>
              <a:gd name="T2" fmla="*/ 0 w 190"/>
              <a:gd name="T3" fmla="*/ 153 h 156"/>
              <a:gd name="T4" fmla="*/ 0 w 190"/>
              <a:gd name="T5" fmla="*/ 152 h 156"/>
              <a:gd name="T6" fmla="*/ 0 w 190"/>
              <a:gd name="T7" fmla="*/ 150 h 156"/>
              <a:gd name="T8" fmla="*/ 0 w 190"/>
              <a:gd name="T9" fmla="*/ 150 h 156"/>
              <a:gd name="T10" fmla="*/ 0 w 190"/>
              <a:gd name="T11" fmla="*/ 149 h 156"/>
              <a:gd name="T12" fmla="*/ 0 w 190"/>
              <a:gd name="T13" fmla="*/ 147 h 156"/>
              <a:gd name="T14" fmla="*/ 0 w 190"/>
              <a:gd name="T15" fmla="*/ 147 h 156"/>
              <a:gd name="T16" fmla="*/ 0 w 190"/>
              <a:gd name="T17" fmla="*/ 146 h 156"/>
              <a:gd name="T18" fmla="*/ 0 w 190"/>
              <a:gd name="T19" fmla="*/ 145 h 156"/>
              <a:gd name="T20" fmla="*/ 0 w 190"/>
              <a:gd name="T21" fmla="*/ 144 h 156"/>
              <a:gd name="T22" fmla="*/ 0 w 190"/>
              <a:gd name="T23" fmla="*/ 143 h 156"/>
              <a:gd name="T24" fmla="*/ 0 w 190"/>
              <a:gd name="T25" fmla="*/ 142 h 156"/>
              <a:gd name="T26" fmla="*/ 0 w 190"/>
              <a:gd name="T27" fmla="*/ 141 h 156"/>
              <a:gd name="T28" fmla="*/ 0 w 190"/>
              <a:gd name="T29" fmla="*/ 140 h 156"/>
              <a:gd name="T30" fmla="*/ 189 w 190"/>
              <a:gd name="T31" fmla="*/ 8 h 156"/>
              <a:gd name="T32" fmla="*/ 188 w 190"/>
              <a:gd name="T33" fmla="*/ 8 h 156"/>
              <a:gd name="T34" fmla="*/ 187 w 190"/>
              <a:gd name="T35" fmla="*/ 8 h 156"/>
              <a:gd name="T36" fmla="*/ 185 w 190"/>
              <a:gd name="T37" fmla="*/ 7 h 156"/>
              <a:gd name="T38" fmla="*/ 185 w 190"/>
              <a:gd name="T39" fmla="*/ 7 h 156"/>
              <a:gd name="T40" fmla="*/ 184 w 190"/>
              <a:gd name="T41" fmla="*/ 7 h 156"/>
              <a:gd name="T42" fmla="*/ 183 w 190"/>
              <a:gd name="T43" fmla="*/ 6 h 156"/>
              <a:gd name="T44" fmla="*/ 182 w 190"/>
              <a:gd name="T45" fmla="*/ 6 h 156"/>
              <a:gd name="T46" fmla="*/ 181 w 190"/>
              <a:gd name="T47" fmla="*/ 6 h 156"/>
              <a:gd name="T48" fmla="*/ 180 w 190"/>
              <a:gd name="T49" fmla="*/ 5 h 156"/>
              <a:gd name="T50" fmla="*/ 180 w 190"/>
              <a:gd name="T51" fmla="*/ 5 h 156"/>
              <a:gd name="T52" fmla="*/ 179 w 190"/>
              <a:gd name="T53" fmla="*/ 5 h 156"/>
              <a:gd name="T54" fmla="*/ 177 w 190"/>
              <a:gd name="T55" fmla="*/ 5 h 156"/>
              <a:gd name="T56" fmla="*/ 177 w 190"/>
              <a:gd name="T57" fmla="*/ 4 h 156"/>
              <a:gd name="T58" fmla="*/ 175 w 190"/>
              <a:gd name="T59" fmla="*/ 4 h 156"/>
              <a:gd name="T60" fmla="*/ 174 w 190"/>
              <a:gd name="T61" fmla="*/ 4 h 156"/>
              <a:gd name="T62" fmla="*/ 173 w 190"/>
              <a:gd name="T63" fmla="*/ 4 h 156"/>
              <a:gd name="T64" fmla="*/ 172 w 190"/>
              <a:gd name="T65" fmla="*/ 3 h 156"/>
              <a:gd name="T66" fmla="*/ 170 w 190"/>
              <a:gd name="T67" fmla="*/ 3 h 156"/>
              <a:gd name="T68" fmla="*/ 169 w 190"/>
              <a:gd name="T69" fmla="*/ 3 h 156"/>
              <a:gd name="T70" fmla="*/ 167 w 190"/>
              <a:gd name="T71" fmla="*/ 2 h 156"/>
              <a:gd name="T72" fmla="*/ 166 w 190"/>
              <a:gd name="T73" fmla="*/ 2 h 156"/>
              <a:gd name="T74" fmla="*/ 165 w 190"/>
              <a:gd name="T75" fmla="*/ 2 h 156"/>
              <a:gd name="T76" fmla="*/ 164 w 190"/>
              <a:gd name="T77" fmla="*/ 2 h 156"/>
              <a:gd name="T78" fmla="*/ 162 w 190"/>
              <a:gd name="T79" fmla="*/ 1 h 156"/>
              <a:gd name="T80" fmla="*/ 161 w 190"/>
              <a:gd name="T81" fmla="*/ 1 h 156"/>
              <a:gd name="T82" fmla="*/ 160 w 190"/>
              <a:gd name="T83" fmla="*/ 1 h 156"/>
              <a:gd name="T84" fmla="*/ 159 w 190"/>
              <a:gd name="T85" fmla="*/ 1 h 156"/>
              <a:gd name="T86" fmla="*/ 158 w 190"/>
              <a:gd name="T87" fmla="*/ 1 h 156"/>
              <a:gd name="T88" fmla="*/ 157 w 190"/>
              <a:gd name="T89" fmla="*/ 1 h 156"/>
              <a:gd name="T90" fmla="*/ 156 w 190"/>
              <a:gd name="T91" fmla="*/ 1 h 156"/>
              <a:gd name="T92" fmla="*/ 156 w 190"/>
              <a:gd name="T93" fmla="*/ 0 h 156"/>
              <a:gd name="T94" fmla="*/ 154 w 190"/>
              <a:gd name="T95" fmla="*/ 0 h 156"/>
              <a:gd name="T96" fmla="*/ 153 w 190"/>
              <a:gd name="T97" fmla="*/ 0 h 156"/>
              <a:gd name="T98" fmla="*/ 153 w 190"/>
              <a:gd name="T99" fmla="*/ 0 h 156"/>
              <a:gd name="T100" fmla="*/ 152 w 190"/>
              <a:gd name="T101" fmla="*/ 0 h 156"/>
              <a:gd name="T102" fmla="*/ 151 w 190"/>
              <a:gd name="T103" fmla="*/ 0 h 156"/>
              <a:gd name="T104" fmla="*/ 150 w 190"/>
              <a:gd name="T105" fmla="*/ 0 h 156"/>
              <a:gd name="T106" fmla="*/ 149 w 190"/>
              <a:gd name="T107" fmla="*/ 0 h 156"/>
              <a:gd name="T108" fmla="*/ 148 w 190"/>
              <a:gd name="T109" fmla="*/ 0 h 156"/>
              <a:gd name="T110" fmla="*/ 147 w 190"/>
              <a:gd name="T111" fmla="*/ 0 h 156"/>
              <a:gd name="T112" fmla="*/ 146 w 190"/>
              <a:gd name="T113" fmla="*/ 0 h 156"/>
              <a:gd name="T114" fmla="*/ 145 w 190"/>
              <a:gd name="T115" fmla="*/ 0 h 156"/>
              <a:gd name="T116" fmla="*/ 144 w 190"/>
              <a:gd name="T117" fmla="*/ 0 h 156"/>
              <a:gd name="T118" fmla="*/ 144 w 190"/>
              <a:gd name="T119" fmla="*/ 0 h 156"/>
              <a:gd name="T120" fmla="*/ 142 w 190"/>
              <a:gd name="T121" fmla="*/ 0 h 156"/>
              <a:gd name="T122" fmla="*/ 142 w 190"/>
              <a:gd name="T123" fmla="*/ 0 h 156"/>
              <a:gd name="T124" fmla="*/ 141 w 190"/>
              <a:gd name="T12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0" h="156">
                <a:moveTo>
                  <a:pt x="1" y="156"/>
                </a:moveTo>
                <a:cubicBezTo>
                  <a:pt x="1" y="156"/>
                  <a:pt x="1" y="156"/>
                  <a:pt x="1" y="156"/>
                </a:cubicBezTo>
                <a:cubicBezTo>
                  <a:pt x="1" y="156"/>
                  <a:pt x="1" y="156"/>
                  <a:pt x="1" y="156"/>
                </a:cubicBezTo>
                <a:moveTo>
                  <a:pt x="1" y="155"/>
                </a:moveTo>
                <a:cubicBezTo>
                  <a:pt x="1" y="155"/>
                  <a:pt x="1" y="155"/>
                  <a:pt x="1" y="155"/>
                </a:cubicBezTo>
                <a:cubicBezTo>
                  <a:pt x="1" y="155"/>
                  <a:pt x="1" y="155"/>
                  <a:pt x="1" y="155"/>
                </a:cubicBezTo>
                <a:moveTo>
                  <a:pt x="1" y="155"/>
                </a:moveTo>
                <a:cubicBezTo>
                  <a:pt x="1" y="155"/>
                  <a:pt x="1" y="155"/>
                  <a:pt x="1" y="155"/>
                </a:cubicBezTo>
                <a:cubicBezTo>
                  <a:pt x="1" y="155"/>
                  <a:pt x="1" y="155"/>
                  <a:pt x="1" y="155"/>
                </a:cubicBezTo>
                <a:moveTo>
                  <a:pt x="0" y="154"/>
                </a:moveTo>
                <a:cubicBezTo>
                  <a:pt x="0" y="154"/>
                  <a:pt x="0" y="154"/>
                  <a:pt x="0" y="154"/>
                </a:cubicBezTo>
                <a:cubicBezTo>
                  <a:pt x="0" y="154"/>
                  <a:pt x="0" y="154"/>
                  <a:pt x="0" y="154"/>
                </a:cubicBezTo>
                <a:moveTo>
                  <a:pt x="0" y="154"/>
                </a:moveTo>
                <a:cubicBezTo>
                  <a:pt x="0" y="154"/>
                  <a:pt x="0" y="154"/>
                  <a:pt x="0" y="154"/>
                </a:cubicBezTo>
                <a:cubicBezTo>
                  <a:pt x="0" y="154"/>
                  <a:pt x="0" y="154"/>
                  <a:pt x="0" y="154"/>
                </a:cubicBezTo>
                <a:moveTo>
                  <a:pt x="0" y="153"/>
                </a:moveTo>
                <a:cubicBezTo>
                  <a:pt x="0" y="153"/>
                  <a:pt x="0" y="153"/>
                  <a:pt x="0" y="154"/>
                </a:cubicBezTo>
                <a:cubicBezTo>
                  <a:pt x="0" y="153"/>
                  <a:pt x="0" y="153"/>
                  <a:pt x="0" y="153"/>
                </a:cubicBezTo>
                <a:moveTo>
                  <a:pt x="0" y="153"/>
                </a:moveTo>
                <a:cubicBezTo>
                  <a:pt x="0" y="153"/>
                  <a:pt x="0" y="153"/>
                  <a:pt x="0" y="153"/>
                </a:cubicBezTo>
                <a:cubicBezTo>
                  <a:pt x="0" y="153"/>
                  <a:pt x="0" y="153"/>
                  <a:pt x="0" y="153"/>
                </a:cubicBezTo>
                <a:moveTo>
                  <a:pt x="0" y="153"/>
                </a:moveTo>
                <a:cubicBezTo>
                  <a:pt x="0" y="153"/>
                  <a:pt x="0" y="153"/>
                  <a:pt x="0" y="153"/>
                </a:cubicBezTo>
                <a:cubicBezTo>
                  <a:pt x="0" y="153"/>
                  <a:pt x="0" y="153"/>
                  <a:pt x="0" y="153"/>
                </a:cubicBezTo>
                <a:moveTo>
                  <a:pt x="0" y="152"/>
                </a:moveTo>
                <a:cubicBezTo>
                  <a:pt x="0" y="152"/>
                  <a:pt x="0" y="152"/>
                  <a:pt x="0" y="152"/>
                </a:cubicBezTo>
                <a:cubicBezTo>
                  <a:pt x="0" y="152"/>
                  <a:pt x="0" y="152"/>
                  <a:pt x="0" y="152"/>
                </a:cubicBezTo>
                <a:moveTo>
                  <a:pt x="0" y="152"/>
                </a:moveTo>
                <a:cubicBezTo>
                  <a:pt x="0" y="152"/>
                  <a:pt x="0" y="152"/>
                  <a:pt x="0" y="152"/>
                </a:cubicBezTo>
                <a:cubicBezTo>
                  <a:pt x="0" y="152"/>
                  <a:pt x="0" y="152"/>
                  <a:pt x="0" y="152"/>
                </a:cubicBezTo>
                <a:moveTo>
                  <a:pt x="0" y="152"/>
                </a:moveTo>
                <a:cubicBezTo>
                  <a:pt x="0" y="152"/>
                  <a:pt x="0" y="152"/>
                  <a:pt x="0" y="152"/>
                </a:cubicBezTo>
                <a:cubicBezTo>
                  <a:pt x="0" y="152"/>
                  <a:pt x="0" y="152"/>
                  <a:pt x="0" y="152"/>
                </a:cubicBezTo>
                <a:moveTo>
                  <a:pt x="0" y="151"/>
                </a:moveTo>
                <a:cubicBezTo>
                  <a:pt x="0" y="151"/>
                  <a:pt x="0" y="151"/>
                  <a:pt x="0" y="151"/>
                </a:cubicBezTo>
                <a:cubicBezTo>
                  <a:pt x="0" y="151"/>
                  <a:pt x="0" y="151"/>
                  <a:pt x="0" y="151"/>
                </a:cubicBezTo>
                <a:moveTo>
                  <a:pt x="0" y="151"/>
                </a:moveTo>
                <a:cubicBezTo>
                  <a:pt x="0" y="151"/>
                  <a:pt x="0" y="151"/>
                  <a:pt x="0" y="151"/>
                </a:cubicBezTo>
                <a:cubicBezTo>
                  <a:pt x="0" y="151"/>
                  <a:pt x="0" y="151"/>
                  <a:pt x="0" y="151"/>
                </a:cubicBezTo>
                <a:moveTo>
                  <a:pt x="0" y="150"/>
                </a:moveTo>
                <a:cubicBezTo>
                  <a:pt x="0" y="150"/>
                  <a:pt x="0" y="151"/>
                  <a:pt x="0" y="151"/>
                </a:cubicBezTo>
                <a:cubicBezTo>
                  <a:pt x="0" y="151"/>
                  <a:pt x="0" y="150"/>
                  <a:pt x="0" y="150"/>
                </a:cubicBezTo>
                <a:moveTo>
                  <a:pt x="0" y="150"/>
                </a:moveTo>
                <a:cubicBezTo>
                  <a:pt x="0" y="150"/>
                  <a:pt x="0" y="150"/>
                  <a:pt x="0" y="150"/>
                </a:cubicBezTo>
                <a:cubicBezTo>
                  <a:pt x="0" y="150"/>
                  <a:pt x="0" y="150"/>
                  <a:pt x="0" y="150"/>
                </a:cubicBezTo>
                <a:moveTo>
                  <a:pt x="0" y="150"/>
                </a:moveTo>
                <a:cubicBezTo>
                  <a:pt x="0" y="150"/>
                  <a:pt x="0" y="150"/>
                  <a:pt x="0" y="150"/>
                </a:cubicBezTo>
                <a:cubicBezTo>
                  <a:pt x="0" y="150"/>
                  <a:pt x="0" y="150"/>
                  <a:pt x="0" y="150"/>
                </a:cubicBezTo>
                <a:moveTo>
                  <a:pt x="0" y="150"/>
                </a:moveTo>
                <a:cubicBezTo>
                  <a:pt x="0" y="150"/>
                  <a:pt x="0" y="150"/>
                  <a:pt x="0" y="150"/>
                </a:cubicBezTo>
                <a:cubicBezTo>
                  <a:pt x="0" y="150"/>
                  <a:pt x="0" y="150"/>
                  <a:pt x="0" y="150"/>
                </a:cubicBezTo>
                <a:moveTo>
                  <a:pt x="0" y="149"/>
                </a:moveTo>
                <a:cubicBezTo>
                  <a:pt x="0" y="149"/>
                  <a:pt x="0" y="149"/>
                  <a:pt x="0" y="149"/>
                </a:cubicBezTo>
                <a:cubicBezTo>
                  <a:pt x="0" y="149"/>
                  <a:pt x="0" y="149"/>
                  <a:pt x="0" y="149"/>
                </a:cubicBezTo>
                <a:moveTo>
                  <a:pt x="0" y="149"/>
                </a:moveTo>
                <a:cubicBezTo>
                  <a:pt x="0" y="149"/>
                  <a:pt x="0" y="149"/>
                  <a:pt x="0" y="149"/>
                </a:cubicBezTo>
                <a:cubicBezTo>
                  <a:pt x="0" y="149"/>
                  <a:pt x="0" y="149"/>
                  <a:pt x="0" y="149"/>
                </a:cubicBezTo>
                <a:moveTo>
                  <a:pt x="0" y="149"/>
                </a:moveTo>
                <a:cubicBezTo>
                  <a:pt x="0" y="149"/>
                  <a:pt x="0" y="149"/>
                  <a:pt x="0" y="149"/>
                </a:cubicBezTo>
                <a:cubicBezTo>
                  <a:pt x="0" y="149"/>
                  <a:pt x="0" y="149"/>
                  <a:pt x="0" y="149"/>
                </a:cubicBezTo>
                <a:moveTo>
                  <a:pt x="0" y="149"/>
                </a:moveTo>
                <a:cubicBezTo>
                  <a:pt x="0" y="149"/>
                  <a:pt x="0" y="149"/>
                  <a:pt x="0" y="149"/>
                </a:cubicBezTo>
                <a:cubicBezTo>
                  <a:pt x="0" y="149"/>
                  <a:pt x="0" y="149"/>
                  <a:pt x="0" y="149"/>
                </a:cubicBezTo>
                <a:moveTo>
                  <a:pt x="0" y="148"/>
                </a:moveTo>
                <a:cubicBezTo>
                  <a:pt x="0" y="148"/>
                  <a:pt x="0" y="148"/>
                  <a:pt x="0" y="148"/>
                </a:cubicBezTo>
                <a:cubicBezTo>
                  <a:pt x="0" y="148"/>
                  <a:pt x="0" y="148"/>
                  <a:pt x="0" y="148"/>
                </a:cubicBezTo>
                <a:moveTo>
                  <a:pt x="0" y="148"/>
                </a:moveTo>
                <a:cubicBezTo>
                  <a:pt x="0" y="148"/>
                  <a:pt x="0" y="148"/>
                  <a:pt x="0" y="148"/>
                </a:cubicBezTo>
                <a:cubicBezTo>
                  <a:pt x="0" y="148"/>
                  <a:pt x="0" y="148"/>
                  <a:pt x="0" y="148"/>
                </a:cubicBezTo>
                <a:moveTo>
                  <a:pt x="0" y="147"/>
                </a:moveTo>
                <a:cubicBezTo>
                  <a:pt x="0" y="148"/>
                  <a:pt x="0" y="148"/>
                  <a:pt x="0" y="148"/>
                </a:cubicBezTo>
                <a:cubicBezTo>
                  <a:pt x="0" y="148"/>
                  <a:pt x="0" y="148"/>
                  <a:pt x="0" y="147"/>
                </a:cubicBezTo>
                <a:moveTo>
                  <a:pt x="0" y="147"/>
                </a:moveTo>
                <a:cubicBezTo>
                  <a:pt x="0" y="147"/>
                  <a:pt x="0" y="147"/>
                  <a:pt x="0" y="147"/>
                </a:cubicBezTo>
                <a:cubicBezTo>
                  <a:pt x="0" y="147"/>
                  <a:pt x="0" y="147"/>
                  <a:pt x="0" y="147"/>
                </a:cubicBezTo>
                <a:moveTo>
                  <a:pt x="0" y="147"/>
                </a:moveTo>
                <a:cubicBezTo>
                  <a:pt x="0" y="147"/>
                  <a:pt x="0" y="147"/>
                  <a:pt x="0" y="147"/>
                </a:cubicBezTo>
                <a:cubicBezTo>
                  <a:pt x="0" y="147"/>
                  <a:pt x="0" y="147"/>
                  <a:pt x="0" y="147"/>
                </a:cubicBezTo>
                <a:moveTo>
                  <a:pt x="0" y="147"/>
                </a:moveTo>
                <a:cubicBezTo>
                  <a:pt x="0" y="147"/>
                  <a:pt x="0" y="147"/>
                  <a:pt x="0" y="147"/>
                </a:cubicBezTo>
                <a:cubicBezTo>
                  <a:pt x="0" y="147"/>
                  <a:pt x="0" y="147"/>
                  <a:pt x="0" y="147"/>
                </a:cubicBezTo>
                <a:moveTo>
                  <a:pt x="0" y="146"/>
                </a:moveTo>
                <a:cubicBezTo>
                  <a:pt x="0" y="146"/>
                  <a:pt x="0" y="146"/>
                  <a:pt x="0" y="146"/>
                </a:cubicBezTo>
                <a:cubicBezTo>
                  <a:pt x="0" y="146"/>
                  <a:pt x="0" y="146"/>
                  <a:pt x="0" y="146"/>
                </a:cubicBezTo>
                <a:moveTo>
                  <a:pt x="0" y="146"/>
                </a:moveTo>
                <a:cubicBezTo>
                  <a:pt x="0" y="146"/>
                  <a:pt x="0" y="146"/>
                  <a:pt x="0" y="146"/>
                </a:cubicBezTo>
                <a:cubicBezTo>
                  <a:pt x="0" y="146"/>
                  <a:pt x="0" y="146"/>
                  <a:pt x="0" y="146"/>
                </a:cubicBezTo>
                <a:moveTo>
                  <a:pt x="0" y="146"/>
                </a:moveTo>
                <a:cubicBezTo>
                  <a:pt x="0" y="146"/>
                  <a:pt x="0" y="146"/>
                  <a:pt x="0" y="146"/>
                </a:cubicBezTo>
                <a:cubicBezTo>
                  <a:pt x="0" y="146"/>
                  <a:pt x="0" y="146"/>
                  <a:pt x="0" y="146"/>
                </a:cubicBezTo>
                <a:moveTo>
                  <a:pt x="0" y="146"/>
                </a:moveTo>
                <a:cubicBezTo>
                  <a:pt x="0" y="146"/>
                  <a:pt x="0" y="146"/>
                  <a:pt x="0" y="146"/>
                </a:cubicBezTo>
                <a:cubicBezTo>
                  <a:pt x="0" y="146"/>
                  <a:pt x="0" y="146"/>
                  <a:pt x="0" y="146"/>
                </a:cubicBezTo>
                <a:moveTo>
                  <a:pt x="0" y="145"/>
                </a:moveTo>
                <a:cubicBezTo>
                  <a:pt x="0" y="145"/>
                  <a:pt x="0" y="145"/>
                  <a:pt x="0" y="145"/>
                </a:cubicBezTo>
                <a:cubicBezTo>
                  <a:pt x="0" y="145"/>
                  <a:pt x="0" y="145"/>
                  <a:pt x="0" y="145"/>
                </a:cubicBezTo>
                <a:moveTo>
                  <a:pt x="0" y="145"/>
                </a:moveTo>
                <a:cubicBezTo>
                  <a:pt x="0" y="145"/>
                  <a:pt x="0" y="145"/>
                  <a:pt x="0" y="145"/>
                </a:cubicBezTo>
                <a:cubicBezTo>
                  <a:pt x="0" y="145"/>
                  <a:pt x="0" y="145"/>
                  <a:pt x="0" y="145"/>
                </a:cubicBezTo>
                <a:moveTo>
                  <a:pt x="0" y="145"/>
                </a:moveTo>
                <a:cubicBezTo>
                  <a:pt x="0" y="145"/>
                  <a:pt x="0" y="145"/>
                  <a:pt x="0" y="145"/>
                </a:cubicBezTo>
                <a:cubicBezTo>
                  <a:pt x="0" y="145"/>
                  <a:pt x="0" y="145"/>
                  <a:pt x="0" y="145"/>
                </a:cubicBezTo>
                <a:moveTo>
                  <a:pt x="0" y="145"/>
                </a:moveTo>
                <a:cubicBezTo>
                  <a:pt x="0" y="145"/>
                  <a:pt x="0" y="145"/>
                  <a:pt x="0" y="145"/>
                </a:cubicBezTo>
                <a:cubicBezTo>
                  <a:pt x="0" y="145"/>
                  <a:pt x="0" y="145"/>
                  <a:pt x="0" y="145"/>
                </a:cubicBezTo>
                <a:moveTo>
                  <a:pt x="0" y="144"/>
                </a:moveTo>
                <a:cubicBezTo>
                  <a:pt x="0" y="144"/>
                  <a:pt x="0" y="144"/>
                  <a:pt x="0" y="144"/>
                </a:cubicBezTo>
                <a:cubicBezTo>
                  <a:pt x="0" y="144"/>
                  <a:pt x="0" y="144"/>
                  <a:pt x="0" y="144"/>
                </a:cubicBezTo>
                <a:moveTo>
                  <a:pt x="0" y="144"/>
                </a:moveTo>
                <a:cubicBezTo>
                  <a:pt x="0" y="144"/>
                  <a:pt x="0" y="144"/>
                  <a:pt x="0" y="144"/>
                </a:cubicBezTo>
                <a:cubicBezTo>
                  <a:pt x="0" y="144"/>
                  <a:pt x="0" y="144"/>
                  <a:pt x="0" y="144"/>
                </a:cubicBezTo>
                <a:moveTo>
                  <a:pt x="0" y="144"/>
                </a:moveTo>
                <a:cubicBezTo>
                  <a:pt x="0" y="144"/>
                  <a:pt x="0" y="144"/>
                  <a:pt x="0" y="144"/>
                </a:cubicBezTo>
                <a:cubicBezTo>
                  <a:pt x="0" y="144"/>
                  <a:pt x="0" y="144"/>
                  <a:pt x="0" y="144"/>
                </a:cubicBezTo>
                <a:moveTo>
                  <a:pt x="0" y="143"/>
                </a:moveTo>
                <a:cubicBezTo>
                  <a:pt x="0" y="143"/>
                  <a:pt x="0" y="143"/>
                  <a:pt x="0" y="143"/>
                </a:cubicBezTo>
                <a:cubicBezTo>
                  <a:pt x="0" y="143"/>
                  <a:pt x="0" y="143"/>
                  <a:pt x="0" y="143"/>
                </a:cubicBezTo>
                <a:moveTo>
                  <a:pt x="0" y="143"/>
                </a:moveTo>
                <a:cubicBezTo>
                  <a:pt x="0" y="143"/>
                  <a:pt x="0" y="143"/>
                  <a:pt x="0" y="143"/>
                </a:cubicBezTo>
                <a:cubicBezTo>
                  <a:pt x="0" y="143"/>
                  <a:pt x="0" y="143"/>
                  <a:pt x="0" y="143"/>
                </a:cubicBezTo>
                <a:moveTo>
                  <a:pt x="0" y="143"/>
                </a:moveTo>
                <a:cubicBezTo>
                  <a:pt x="0" y="143"/>
                  <a:pt x="0" y="143"/>
                  <a:pt x="0" y="143"/>
                </a:cubicBezTo>
                <a:cubicBezTo>
                  <a:pt x="0" y="143"/>
                  <a:pt x="0" y="143"/>
                  <a:pt x="0" y="143"/>
                </a:cubicBezTo>
                <a:moveTo>
                  <a:pt x="0" y="143"/>
                </a:moveTo>
                <a:cubicBezTo>
                  <a:pt x="0" y="143"/>
                  <a:pt x="0" y="143"/>
                  <a:pt x="0" y="143"/>
                </a:cubicBezTo>
                <a:cubicBezTo>
                  <a:pt x="0" y="143"/>
                  <a:pt x="0" y="143"/>
                  <a:pt x="0" y="143"/>
                </a:cubicBezTo>
                <a:moveTo>
                  <a:pt x="0" y="142"/>
                </a:moveTo>
                <a:cubicBezTo>
                  <a:pt x="0" y="142"/>
                  <a:pt x="0" y="142"/>
                  <a:pt x="0" y="142"/>
                </a:cubicBezTo>
                <a:cubicBezTo>
                  <a:pt x="0" y="142"/>
                  <a:pt x="0" y="142"/>
                  <a:pt x="0" y="142"/>
                </a:cubicBezTo>
                <a:moveTo>
                  <a:pt x="0" y="142"/>
                </a:moveTo>
                <a:cubicBezTo>
                  <a:pt x="0" y="142"/>
                  <a:pt x="0" y="142"/>
                  <a:pt x="0" y="142"/>
                </a:cubicBezTo>
                <a:cubicBezTo>
                  <a:pt x="0" y="142"/>
                  <a:pt x="0" y="142"/>
                  <a:pt x="0" y="142"/>
                </a:cubicBezTo>
                <a:moveTo>
                  <a:pt x="0" y="141"/>
                </a:moveTo>
                <a:cubicBezTo>
                  <a:pt x="0" y="141"/>
                  <a:pt x="0" y="142"/>
                  <a:pt x="0" y="142"/>
                </a:cubicBezTo>
                <a:cubicBezTo>
                  <a:pt x="0" y="142"/>
                  <a:pt x="0" y="141"/>
                  <a:pt x="0" y="141"/>
                </a:cubicBezTo>
                <a:moveTo>
                  <a:pt x="0" y="141"/>
                </a:moveTo>
                <a:cubicBezTo>
                  <a:pt x="0" y="141"/>
                  <a:pt x="0" y="141"/>
                  <a:pt x="0" y="141"/>
                </a:cubicBezTo>
                <a:cubicBezTo>
                  <a:pt x="0" y="141"/>
                  <a:pt x="0" y="141"/>
                  <a:pt x="0" y="141"/>
                </a:cubicBezTo>
                <a:moveTo>
                  <a:pt x="0" y="141"/>
                </a:moveTo>
                <a:cubicBezTo>
                  <a:pt x="0" y="141"/>
                  <a:pt x="0" y="141"/>
                  <a:pt x="0" y="141"/>
                </a:cubicBezTo>
                <a:cubicBezTo>
                  <a:pt x="0" y="141"/>
                  <a:pt x="0" y="141"/>
                  <a:pt x="0" y="141"/>
                </a:cubicBezTo>
                <a:moveTo>
                  <a:pt x="0" y="141"/>
                </a:moveTo>
                <a:cubicBezTo>
                  <a:pt x="0" y="141"/>
                  <a:pt x="0" y="141"/>
                  <a:pt x="0" y="141"/>
                </a:cubicBezTo>
                <a:cubicBezTo>
                  <a:pt x="0" y="141"/>
                  <a:pt x="0" y="141"/>
                  <a:pt x="0" y="141"/>
                </a:cubicBezTo>
                <a:moveTo>
                  <a:pt x="0" y="140"/>
                </a:moveTo>
                <a:cubicBezTo>
                  <a:pt x="0" y="140"/>
                  <a:pt x="0" y="140"/>
                  <a:pt x="0" y="140"/>
                </a:cubicBezTo>
                <a:cubicBezTo>
                  <a:pt x="0" y="140"/>
                  <a:pt x="0" y="140"/>
                  <a:pt x="0" y="140"/>
                </a:cubicBezTo>
                <a:moveTo>
                  <a:pt x="0" y="140"/>
                </a:moveTo>
                <a:cubicBezTo>
                  <a:pt x="0" y="140"/>
                  <a:pt x="0" y="140"/>
                  <a:pt x="0" y="140"/>
                </a:cubicBezTo>
                <a:cubicBezTo>
                  <a:pt x="0" y="140"/>
                  <a:pt x="0" y="140"/>
                  <a:pt x="0" y="140"/>
                </a:cubicBezTo>
                <a:moveTo>
                  <a:pt x="0" y="140"/>
                </a:moveTo>
                <a:cubicBezTo>
                  <a:pt x="0" y="140"/>
                  <a:pt x="0" y="140"/>
                  <a:pt x="0" y="140"/>
                </a:cubicBezTo>
                <a:cubicBezTo>
                  <a:pt x="0" y="140"/>
                  <a:pt x="0" y="140"/>
                  <a:pt x="0" y="140"/>
                </a:cubicBezTo>
                <a:moveTo>
                  <a:pt x="190" y="9"/>
                </a:moveTo>
                <a:cubicBezTo>
                  <a:pt x="190" y="9"/>
                  <a:pt x="190" y="9"/>
                  <a:pt x="190" y="9"/>
                </a:cubicBezTo>
                <a:cubicBezTo>
                  <a:pt x="190" y="9"/>
                  <a:pt x="190" y="9"/>
                  <a:pt x="190" y="9"/>
                </a:cubicBezTo>
                <a:moveTo>
                  <a:pt x="189" y="9"/>
                </a:moveTo>
                <a:cubicBezTo>
                  <a:pt x="189" y="9"/>
                  <a:pt x="189" y="9"/>
                  <a:pt x="189" y="9"/>
                </a:cubicBezTo>
                <a:cubicBezTo>
                  <a:pt x="189" y="9"/>
                  <a:pt x="189" y="9"/>
                  <a:pt x="189" y="9"/>
                </a:cubicBezTo>
                <a:moveTo>
                  <a:pt x="189" y="8"/>
                </a:moveTo>
                <a:cubicBezTo>
                  <a:pt x="189" y="8"/>
                  <a:pt x="189" y="8"/>
                  <a:pt x="189" y="8"/>
                </a:cubicBezTo>
                <a:cubicBezTo>
                  <a:pt x="189" y="8"/>
                  <a:pt x="189" y="8"/>
                  <a:pt x="189" y="8"/>
                </a:cubicBezTo>
                <a:moveTo>
                  <a:pt x="188" y="8"/>
                </a:moveTo>
                <a:cubicBezTo>
                  <a:pt x="188" y="8"/>
                  <a:pt x="188" y="8"/>
                  <a:pt x="188" y="8"/>
                </a:cubicBezTo>
                <a:cubicBezTo>
                  <a:pt x="188" y="8"/>
                  <a:pt x="188" y="8"/>
                  <a:pt x="188" y="8"/>
                </a:cubicBezTo>
                <a:moveTo>
                  <a:pt x="188" y="8"/>
                </a:moveTo>
                <a:cubicBezTo>
                  <a:pt x="188" y="8"/>
                  <a:pt x="188" y="8"/>
                  <a:pt x="188" y="8"/>
                </a:cubicBezTo>
                <a:cubicBezTo>
                  <a:pt x="188" y="8"/>
                  <a:pt x="188" y="8"/>
                  <a:pt x="188" y="8"/>
                </a:cubicBezTo>
                <a:moveTo>
                  <a:pt x="188" y="8"/>
                </a:moveTo>
                <a:cubicBezTo>
                  <a:pt x="188" y="8"/>
                  <a:pt x="188" y="8"/>
                  <a:pt x="188" y="8"/>
                </a:cubicBezTo>
                <a:cubicBezTo>
                  <a:pt x="188" y="8"/>
                  <a:pt x="188" y="8"/>
                  <a:pt x="188" y="8"/>
                </a:cubicBezTo>
                <a:moveTo>
                  <a:pt x="187" y="8"/>
                </a:moveTo>
                <a:cubicBezTo>
                  <a:pt x="187" y="8"/>
                  <a:pt x="187" y="8"/>
                  <a:pt x="187" y="8"/>
                </a:cubicBezTo>
                <a:cubicBezTo>
                  <a:pt x="187" y="8"/>
                  <a:pt x="187" y="8"/>
                  <a:pt x="187" y="8"/>
                </a:cubicBezTo>
                <a:moveTo>
                  <a:pt x="187" y="8"/>
                </a:moveTo>
                <a:cubicBezTo>
                  <a:pt x="187" y="8"/>
                  <a:pt x="187" y="8"/>
                  <a:pt x="187" y="8"/>
                </a:cubicBezTo>
                <a:cubicBezTo>
                  <a:pt x="187" y="8"/>
                  <a:pt x="187" y="8"/>
                  <a:pt x="187" y="8"/>
                </a:cubicBezTo>
                <a:moveTo>
                  <a:pt x="187" y="8"/>
                </a:moveTo>
                <a:cubicBezTo>
                  <a:pt x="187" y="8"/>
                  <a:pt x="187" y="8"/>
                  <a:pt x="187" y="8"/>
                </a:cubicBezTo>
                <a:cubicBezTo>
                  <a:pt x="187" y="8"/>
                  <a:pt x="187" y="8"/>
                  <a:pt x="187" y="8"/>
                </a:cubicBezTo>
                <a:moveTo>
                  <a:pt x="186" y="8"/>
                </a:moveTo>
                <a:cubicBezTo>
                  <a:pt x="186" y="8"/>
                  <a:pt x="186" y="8"/>
                  <a:pt x="186" y="8"/>
                </a:cubicBezTo>
                <a:cubicBezTo>
                  <a:pt x="186" y="8"/>
                  <a:pt x="186" y="8"/>
                  <a:pt x="186" y="8"/>
                </a:cubicBezTo>
                <a:moveTo>
                  <a:pt x="186" y="7"/>
                </a:moveTo>
                <a:cubicBezTo>
                  <a:pt x="186" y="7"/>
                  <a:pt x="186" y="7"/>
                  <a:pt x="186" y="7"/>
                </a:cubicBezTo>
                <a:cubicBezTo>
                  <a:pt x="186" y="7"/>
                  <a:pt x="186" y="7"/>
                  <a:pt x="186" y="7"/>
                </a:cubicBezTo>
                <a:moveTo>
                  <a:pt x="186" y="7"/>
                </a:moveTo>
                <a:cubicBezTo>
                  <a:pt x="186" y="7"/>
                  <a:pt x="186" y="7"/>
                  <a:pt x="186" y="7"/>
                </a:cubicBezTo>
                <a:cubicBezTo>
                  <a:pt x="186" y="7"/>
                  <a:pt x="186" y="7"/>
                  <a:pt x="186" y="7"/>
                </a:cubicBezTo>
                <a:moveTo>
                  <a:pt x="185" y="7"/>
                </a:moveTo>
                <a:cubicBezTo>
                  <a:pt x="185" y="7"/>
                  <a:pt x="185" y="7"/>
                  <a:pt x="186" y="7"/>
                </a:cubicBezTo>
                <a:cubicBezTo>
                  <a:pt x="185" y="7"/>
                  <a:pt x="185" y="7"/>
                  <a:pt x="185" y="7"/>
                </a:cubicBezTo>
                <a:moveTo>
                  <a:pt x="185" y="7"/>
                </a:moveTo>
                <a:cubicBezTo>
                  <a:pt x="185" y="7"/>
                  <a:pt x="185" y="7"/>
                  <a:pt x="185" y="7"/>
                </a:cubicBezTo>
                <a:cubicBezTo>
                  <a:pt x="185" y="7"/>
                  <a:pt x="185" y="7"/>
                  <a:pt x="185" y="7"/>
                </a:cubicBezTo>
                <a:moveTo>
                  <a:pt x="185" y="7"/>
                </a:moveTo>
                <a:cubicBezTo>
                  <a:pt x="185" y="7"/>
                  <a:pt x="185" y="7"/>
                  <a:pt x="185" y="7"/>
                </a:cubicBezTo>
                <a:cubicBezTo>
                  <a:pt x="185" y="7"/>
                  <a:pt x="185" y="7"/>
                  <a:pt x="185" y="7"/>
                </a:cubicBezTo>
                <a:moveTo>
                  <a:pt x="185" y="7"/>
                </a:moveTo>
                <a:cubicBezTo>
                  <a:pt x="185" y="7"/>
                  <a:pt x="185" y="7"/>
                  <a:pt x="185" y="7"/>
                </a:cubicBezTo>
                <a:cubicBezTo>
                  <a:pt x="185" y="7"/>
                  <a:pt x="185" y="7"/>
                  <a:pt x="185" y="7"/>
                </a:cubicBezTo>
                <a:moveTo>
                  <a:pt x="184" y="7"/>
                </a:moveTo>
                <a:cubicBezTo>
                  <a:pt x="184" y="7"/>
                  <a:pt x="185" y="7"/>
                  <a:pt x="185" y="7"/>
                </a:cubicBezTo>
                <a:cubicBezTo>
                  <a:pt x="185" y="7"/>
                  <a:pt x="184" y="7"/>
                  <a:pt x="184" y="7"/>
                </a:cubicBezTo>
                <a:moveTo>
                  <a:pt x="184" y="7"/>
                </a:moveTo>
                <a:cubicBezTo>
                  <a:pt x="184" y="7"/>
                  <a:pt x="184" y="7"/>
                  <a:pt x="184" y="7"/>
                </a:cubicBezTo>
                <a:cubicBezTo>
                  <a:pt x="184" y="7"/>
                  <a:pt x="184" y="7"/>
                  <a:pt x="184" y="7"/>
                </a:cubicBezTo>
                <a:moveTo>
                  <a:pt x="184" y="7"/>
                </a:moveTo>
                <a:cubicBezTo>
                  <a:pt x="184" y="7"/>
                  <a:pt x="184" y="7"/>
                  <a:pt x="184" y="7"/>
                </a:cubicBezTo>
                <a:cubicBezTo>
                  <a:pt x="184" y="7"/>
                  <a:pt x="184" y="7"/>
                  <a:pt x="184" y="7"/>
                </a:cubicBezTo>
                <a:moveTo>
                  <a:pt x="184" y="7"/>
                </a:moveTo>
                <a:cubicBezTo>
                  <a:pt x="184" y="7"/>
                  <a:pt x="184" y="7"/>
                  <a:pt x="184" y="7"/>
                </a:cubicBezTo>
                <a:cubicBezTo>
                  <a:pt x="184" y="7"/>
                  <a:pt x="184" y="7"/>
                  <a:pt x="184" y="7"/>
                </a:cubicBezTo>
                <a:moveTo>
                  <a:pt x="183" y="7"/>
                </a:moveTo>
                <a:cubicBezTo>
                  <a:pt x="183" y="7"/>
                  <a:pt x="183" y="7"/>
                  <a:pt x="184" y="7"/>
                </a:cubicBezTo>
                <a:cubicBezTo>
                  <a:pt x="184" y="7"/>
                  <a:pt x="183" y="7"/>
                  <a:pt x="183" y="7"/>
                </a:cubicBezTo>
                <a:moveTo>
                  <a:pt x="183" y="6"/>
                </a:moveTo>
                <a:cubicBezTo>
                  <a:pt x="183" y="6"/>
                  <a:pt x="183" y="6"/>
                  <a:pt x="183" y="6"/>
                </a:cubicBezTo>
                <a:cubicBezTo>
                  <a:pt x="183" y="6"/>
                  <a:pt x="183" y="6"/>
                  <a:pt x="183" y="6"/>
                </a:cubicBezTo>
                <a:moveTo>
                  <a:pt x="183" y="6"/>
                </a:moveTo>
                <a:cubicBezTo>
                  <a:pt x="183" y="6"/>
                  <a:pt x="183" y="6"/>
                  <a:pt x="183" y="6"/>
                </a:cubicBezTo>
                <a:cubicBezTo>
                  <a:pt x="183" y="6"/>
                  <a:pt x="183" y="6"/>
                  <a:pt x="183" y="6"/>
                </a:cubicBezTo>
                <a:moveTo>
                  <a:pt x="183" y="6"/>
                </a:moveTo>
                <a:cubicBezTo>
                  <a:pt x="183" y="6"/>
                  <a:pt x="183" y="6"/>
                  <a:pt x="183" y="6"/>
                </a:cubicBezTo>
                <a:cubicBezTo>
                  <a:pt x="183" y="6"/>
                  <a:pt x="183" y="6"/>
                  <a:pt x="183" y="6"/>
                </a:cubicBezTo>
                <a:moveTo>
                  <a:pt x="182" y="6"/>
                </a:moveTo>
                <a:cubicBezTo>
                  <a:pt x="182" y="6"/>
                  <a:pt x="182" y="6"/>
                  <a:pt x="183" y="6"/>
                </a:cubicBezTo>
                <a:cubicBezTo>
                  <a:pt x="182" y="6"/>
                  <a:pt x="182" y="6"/>
                  <a:pt x="182" y="6"/>
                </a:cubicBezTo>
                <a:moveTo>
                  <a:pt x="182" y="6"/>
                </a:moveTo>
                <a:cubicBezTo>
                  <a:pt x="182" y="6"/>
                  <a:pt x="182" y="6"/>
                  <a:pt x="182" y="6"/>
                </a:cubicBezTo>
                <a:cubicBezTo>
                  <a:pt x="182" y="6"/>
                  <a:pt x="182" y="6"/>
                  <a:pt x="182" y="6"/>
                </a:cubicBezTo>
                <a:moveTo>
                  <a:pt x="182" y="6"/>
                </a:moveTo>
                <a:cubicBezTo>
                  <a:pt x="182" y="6"/>
                  <a:pt x="182" y="6"/>
                  <a:pt x="182" y="6"/>
                </a:cubicBezTo>
                <a:cubicBezTo>
                  <a:pt x="182" y="6"/>
                  <a:pt x="182" y="6"/>
                  <a:pt x="182" y="6"/>
                </a:cubicBezTo>
                <a:moveTo>
                  <a:pt x="182" y="6"/>
                </a:moveTo>
                <a:cubicBezTo>
                  <a:pt x="182" y="6"/>
                  <a:pt x="182" y="6"/>
                  <a:pt x="182" y="6"/>
                </a:cubicBezTo>
                <a:cubicBezTo>
                  <a:pt x="182" y="6"/>
                  <a:pt x="182" y="6"/>
                  <a:pt x="182" y="6"/>
                </a:cubicBezTo>
                <a:moveTo>
                  <a:pt x="181" y="6"/>
                </a:moveTo>
                <a:cubicBezTo>
                  <a:pt x="181" y="6"/>
                  <a:pt x="181" y="6"/>
                  <a:pt x="182" y="6"/>
                </a:cubicBezTo>
                <a:cubicBezTo>
                  <a:pt x="181" y="6"/>
                  <a:pt x="181" y="6"/>
                  <a:pt x="181" y="6"/>
                </a:cubicBezTo>
                <a:moveTo>
                  <a:pt x="181" y="6"/>
                </a:moveTo>
                <a:cubicBezTo>
                  <a:pt x="181" y="6"/>
                  <a:pt x="181" y="6"/>
                  <a:pt x="181" y="6"/>
                </a:cubicBezTo>
                <a:cubicBezTo>
                  <a:pt x="181" y="6"/>
                  <a:pt x="181" y="6"/>
                  <a:pt x="181" y="6"/>
                </a:cubicBezTo>
                <a:moveTo>
                  <a:pt x="181" y="6"/>
                </a:moveTo>
                <a:cubicBezTo>
                  <a:pt x="181" y="6"/>
                  <a:pt x="181" y="6"/>
                  <a:pt x="181" y="6"/>
                </a:cubicBezTo>
                <a:cubicBezTo>
                  <a:pt x="181" y="6"/>
                  <a:pt x="181" y="6"/>
                  <a:pt x="181" y="6"/>
                </a:cubicBezTo>
                <a:moveTo>
                  <a:pt x="180" y="6"/>
                </a:moveTo>
                <a:cubicBezTo>
                  <a:pt x="181" y="6"/>
                  <a:pt x="181" y="6"/>
                  <a:pt x="181" y="6"/>
                </a:cubicBezTo>
                <a:cubicBezTo>
                  <a:pt x="181" y="6"/>
                  <a:pt x="181" y="6"/>
                  <a:pt x="180" y="6"/>
                </a:cubicBezTo>
                <a:moveTo>
                  <a:pt x="180" y="5"/>
                </a:moveTo>
                <a:cubicBezTo>
                  <a:pt x="180" y="6"/>
                  <a:pt x="180" y="6"/>
                  <a:pt x="180" y="6"/>
                </a:cubicBezTo>
                <a:cubicBezTo>
                  <a:pt x="180" y="6"/>
                  <a:pt x="180" y="6"/>
                  <a:pt x="180" y="5"/>
                </a:cubicBezTo>
                <a:moveTo>
                  <a:pt x="180" y="5"/>
                </a:moveTo>
                <a:cubicBezTo>
                  <a:pt x="180" y="5"/>
                  <a:pt x="180" y="5"/>
                  <a:pt x="180" y="5"/>
                </a:cubicBezTo>
                <a:cubicBezTo>
                  <a:pt x="180" y="5"/>
                  <a:pt x="180" y="5"/>
                  <a:pt x="180" y="5"/>
                </a:cubicBezTo>
                <a:moveTo>
                  <a:pt x="180" y="5"/>
                </a:moveTo>
                <a:cubicBezTo>
                  <a:pt x="180" y="5"/>
                  <a:pt x="180" y="5"/>
                  <a:pt x="180" y="5"/>
                </a:cubicBezTo>
                <a:cubicBezTo>
                  <a:pt x="180" y="5"/>
                  <a:pt x="180" y="5"/>
                  <a:pt x="180" y="5"/>
                </a:cubicBezTo>
                <a:moveTo>
                  <a:pt x="179" y="5"/>
                </a:moveTo>
                <a:cubicBezTo>
                  <a:pt x="179" y="5"/>
                  <a:pt x="180" y="5"/>
                  <a:pt x="180" y="5"/>
                </a:cubicBezTo>
                <a:cubicBezTo>
                  <a:pt x="180" y="5"/>
                  <a:pt x="179" y="5"/>
                  <a:pt x="179" y="5"/>
                </a:cubicBezTo>
                <a:moveTo>
                  <a:pt x="179" y="5"/>
                </a:moveTo>
                <a:cubicBezTo>
                  <a:pt x="179" y="5"/>
                  <a:pt x="179" y="5"/>
                  <a:pt x="179" y="5"/>
                </a:cubicBezTo>
                <a:cubicBezTo>
                  <a:pt x="179" y="5"/>
                  <a:pt x="179" y="5"/>
                  <a:pt x="179" y="5"/>
                </a:cubicBezTo>
                <a:moveTo>
                  <a:pt x="179" y="5"/>
                </a:moveTo>
                <a:cubicBezTo>
                  <a:pt x="179" y="5"/>
                  <a:pt x="179" y="5"/>
                  <a:pt x="179" y="5"/>
                </a:cubicBezTo>
                <a:cubicBezTo>
                  <a:pt x="179" y="5"/>
                  <a:pt x="179" y="5"/>
                  <a:pt x="179" y="5"/>
                </a:cubicBezTo>
                <a:moveTo>
                  <a:pt x="179" y="5"/>
                </a:moveTo>
                <a:cubicBezTo>
                  <a:pt x="179" y="5"/>
                  <a:pt x="179" y="5"/>
                  <a:pt x="179" y="5"/>
                </a:cubicBezTo>
                <a:cubicBezTo>
                  <a:pt x="179" y="5"/>
                  <a:pt x="179" y="5"/>
                  <a:pt x="179" y="5"/>
                </a:cubicBezTo>
                <a:moveTo>
                  <a:pt x="178" y="5"/>
                </a:moveTo>
                <a:cubicBezTo>
                  <a:pt x="178" y="5"/>
                  <a:pt x="178" y="5"/>
                  <a:pt x="179" y="5"/>
                </a:cubicBezTo>
                <a:cubicBezTo>
                  <a:pt x="178" y="5"/>
                  <a:pt x="178" y="5"/>
                  <a:pt x="178" y="5"/>
                </a:cubicBezTo>
                <a:moveTo>
                  <a:pt x="178" y="5"/>
                </a:moveTo>
                <a:cubicBezTo>
                  <a:pt x="178" y="5"/>
                  <a:pt x="178" y="5"/>
                  <a:pt x="178" y="5"/>
                </a:cubicBezTo>
                <a:cubicBezTo>
                  <a:pt x="178" y="5"/>
                  <a:pt x="178" y="5"/>
                  <a:pt x="178" y="5"/>
                </a:cubicBezTo>
                <a:moveTo>
                  <a:pt x="178" y="5"/>
                </a:moveTo>
                <a:cubicBezTo>
                  <a:pt x="178" y="5"/>
                  <a:pt x="178" y="5"/>
                  <a:pt x="178" y="5"/>
                </a:cubicBezTo>
                <a:cubicBezTo>
                  <a:pt x="178" y="5"/>
                  <a:pt x="178" y="5"/>
                  <a:pt x="178" y="5"/>
                </a:cubicBezTo>
                <a:moveTo>
                  <a:pt x="177" y="5"/>
                </a:moveTo>
                <a:cubicBezTo>
                  <a:pt x="177" y="5"/>
                  <a:pt x="178" y="5"/>
                  <a:pt x="178" y="5"/>
                </a:cubicBezTo>
                <a:cubicBezTo>
                  <a:pt x="178" y="5"/>
                  <a:pt x="177" y="5"/>
                  <a:pt x="177" y="5"/>
                </a:cubicBezTo>
                <a:moveTo>
                  <a:pt x="177" y="5"/>
                </a:moveTo>
                <a:cubicBezTo>
                  <a:pt x="177" y="5"/>
                  <a:pt x="177" y="5"/>
                  <a:pt x="177" y="5"/>
                </a:cubicBezTo>
                <a:cubicBezTo>
                  <a:pt x="177" y="5"/>
                  <a:pt x="177" y="5"/>
                  <a:pt x="177" y="5"/>
                </a:cubicBezTo>
                <a:moveTo>
                  <a:pt x="177" y="4"/>
                </a:moveTo>
                <a:cubicBezTo>
                  <a:pt x="177" y="4"/>
                  <a:pt x="177" y="5"/>
                  <a:pt x="177" y="5"/>
                </a:cubicBezTo>
                <a:cubicBezTo>
                  <a:pt x="177" y="5"/>
                  <a:pt x="177" y="4"/>
                  <a:pt x="177" y="4"/>
                </a:cubicBezTo>
                <a:moveTo>
                  <a:pt x="176" y="4"/>
                </a:moveTo>
                <a:cubicBezTo>
                  <a:pt x="176" y="4"/>
                  <a:pt x="176" y="4"/>
                  <a:pt x="177" y="4"/>
                </a:cubicBezTo>
                <a:cubicBezTo>
                  <a:pt x="176" y="4"/>
                  <a:pt x="176" y="4"/>
                  <a:pt x="176" y="4"/>
                </a:cubicBezTo>
                <a:moveTo>
                  <a:pt x="176" y="4"/>
                </a:moveTo>
                <a:cubicBezTo>
                  <a:pt x="176" y="4"/>
                  <a:pt x="176" y="4"/>
                  <a:pt x="176" y="4"/>
                </a:cubicBezTo>
                <a:cubicBezTo>
                  <a:pt x="176" y="4"/>
                  <a:pt x="176" y="4"/>
                  <a:pt x="176" y="4"/>
                </a:cubicBezTo>
                <a:moveTo>
                  <a:pt x="176" y="4"/>
                </a:moveTo>
                <a:cubicBezTo>
                  <a:pt x="176" y="4"/>
                  <a:pt x="176" y="4"/>
                  <a:pt x="176" y="4"/>
                </a:cubicBezTo>
                <a:cubicBezTo>
                  <a:pt x="176" y="4"/>
                  <a:pt x="176" y="4"/>
                  <a:pt x="176" y="4"/>
                </a:cubicBezTo>
                <a:moveTo>
                  <a:pt x="175" y="4"/>
                </a:moveTo>
                <a:cubicBezTo>
                  <a:pt x="175" y="4"/>
                  <a:pt x="175" y="4"/>
                  <a:pt x="175" y="4"/>
                </a:cubicBezTo>
                <a:cubicBezTo>
                  <a:pt x="175" y="4"/>
                  <a:pt x="175" y="4"/>
                  <a:pt x="175" y="4"/>
                </a:cubicBezTo>
                <a:moveTo>
                  <a:pt x="175" y="4"/>
                </a:moveTo>
                <a:cubicBezTo>
                  <a:pt x="175" y="4"/>
                  <a:pt x="175" y="4"/>
                  <a:pt x="175" y="4"/>
                </a:cubicBezTo>
                <a:cubicBezTo>
                  <a:pt x="175" y="4"/>
                  <a:pt x="175" y="4"/>
                  <a:pt x="175" y="4"/>
                </a:cubicBezTo>
                <a:moveTo>
                  <a:pt x="175" y="4"/>
                </a:moveTo>
                <a:cubicBezTo>
                  <a:pt x="175" y="4"/>
                  <a:pt x="175" y="4"/>
                  <a:pt x="175" y="4"/>
                </a:cubicBezTo>
                <a:cubicBezTo>
                  <a:pt x="175" y="4"/>
                  <a:pt x="175" y="4"/>
                  <a:pt x="175" y="4"/>
                </a:cubicBezTo>
                <a:moveTo>
                  <a:pt x="174" y="4"/>
                </a:moveTo>
                <a:cubicBezTo>
                  <a:pt x="174" y="4"/>
                  <a:pt x="174" y="4"/>
                  <a:pt x="174" y="4"/>
                </a:cubicBezTo>
                <a:cubicBezTo>
                  <a:pt x="174" y="4"/>
                  <a:pt x="174" y="4"/>
                  <a:pt x="174" y="4"/>
                </a:cubicBezTo>
                <a:moveTo>
                  <a:pt x="174" y="4"/>
                </a:moveTo>
                <a:cubicBezTo>
                  <a:pt x="174" y="4"/>
                  <a:pt x="174" y="4"/>
                  <a:pt x="174" y="4"/>
                </a:cubicBezTo>
                <a:cubicBezTo>
                  <a:pt x="174" y="4"/>
                  <a:pt x="174" y="4"/>
                  <a:pt x="174" y="4"/>
                </a:cubicBezTo>
                <a:moveTo>
                  <a:pt x="173" y="4"/>
                </a:moveTo>
                <a:cubicBezTo>
                  <a:pt x="173" y="4"/>
                  <a:pt x="174" y="4"/>
                  <a:pt x="174" y="4"/>
                </a:cubicBezTo>
                <a:cubicBezTo>
                  <a:pt x="174" y="4"/>
                  <a:pt x="173" y="4"/>
                  <a:pt x="173" y="4"/>
                </a:cubicBezTo>
                <a:moveTo>
                  <a:pt x="173" y="4"/>
                </a:moveTo>
                <a:cubicBezTo>
                  <a:pt x="173" y="4"/>
                  <a:pt x="173" y="4"/>
                  <a:pt x="173" y="4"/>
                </a:cubicBezTo>
                <a:cubicBezTo>
                  <a:pt x="173" y="4"/>
                  <a:pt x="173" y="4"/>
                  <a:pt x="173" y="4"/>
                </a:cubicBezTo>
                <a:moveTo>
                  <a:pt x="173" y="3"/>
                </a:moveTo>
                <a:cubicBezTo>
                  <a:pt x="173" y="4"/>
                  <a:pt x="173" y="4"/>
                  <a:pt x="173" y="4"/>
                </a:cubicBezTo>
                <a:cubicBezTo>
                  <a:pt x="173" y="4"/>
                  <a:pt x="173" y="4"/>
                  <a:pt x="173" y="3"/>
                </a:cubicBezTo>
                <a:moveTo>
                  <a:pt x="172" y="3"/>
                </a:moveTo>
                <a:cubicBezTo>
                  <a:pt x="172" y="3"/>
                  <a:pt x="173" y="3"/>
                  <a:pt x="173" y="3"/>
                </a:cubicBezTo>
                <a:cubicBezTo>
                  <a:pt x="173" y="3"/>
                  <a:pt x="172" y="3"/>
                  <a:pt x="172" y="3"/>
                </a:cubicBezTo>
                <a:moveTo>
                  <a:pt x="172" y="3"/>
                </a:moveTo>
                <a:cubicBezTo>
                  <a:pt x="172" y="3"/>
                  <a:pt x="172" y="3"/>
                  <a:pt x="172" y="3"/>
                </a:cubicBezTo>
                <a:cubicBezTo>
                  <a:pt x="172" y="3"/>
                  <a:pt x="172" y="3"/>
                  <a:pt x="172" y="3"/>
                </a:cubicBezTo>
                <a:moveTo>
                  <a:pt x="172" y="3"/>
                </a:moveTo>
                <a:cubicBezTo>
                  <a:pt x="172" y="3"/>
                  <a:pt x="172" y="3"/>
                  <a:pt x="172" y="3"/>
                </a:cubicBezTo>
                <a:cubicBezTo>
                  <a:pt x="172" y="3"/>
                  <a:pt x="172" y="3"/>
                  <a:pt x="172" y="3"/>
                </a:cubicBezTo>
                <a:moveTo>
                  <a:pt x="171" y="3"/>
                </a:moveTo>
                <a:cubicBezTo>
                  <a:pt x="171" y="3"/>
                  <a:pt x="171" y="3"/>
                  <a:pt x="172" y="3"/>
                </a:cubicBezTo>
                <a:cubicBezTo>
                  <a:pt x="171" y="3"/>
                  <a:pt x="171" y="3"/>
                  <a:pt x="171" y="3"/>
                </a:cubicBezTo>
                <a:moveTo>
                  <a:pt x="171" y="3"/>
                </a:moveTo>
                <a:cubicBezTo>
                  <a:pt x="171" y="3"/>
                  <a:pt x="171" y="3"/>
                  <a:pt x="171" y="3"/>
                </a:cubicBezTo>
                <a:cubicBezTo>
                  <a:pt x="171" y="3"/>
                  <a:pt x="171" y="3"/>
                  <a:pt x="171" y="3"/>
                </a:cubicBezTo>
                <a:moveTo>
                  <a:pt x="170" y="3"/>
                </a:moveTo>
                <a:cubicBezTo>
                  <a:pt x="171" y="3"/>
                  <a:pt x="171" y="3"/>
                  <a:pt x="171" y="3"/>
                </a:cubicBezTo>
                <a:cubicBezTo>
                  <a:pt x="171" y="3"/>
                  <a:pt x="171" y="3"/>
                  <a:pt x="170" y="3"/>
                </a:cubicBezTo>
                <a:moveTo>
                  <a:pt x="170" y="3"/>
                </a:moveTo>
                <a:cubicBezTo>
                  <a:pt x="170" y="3"/>
                  <a:pt x="170" y="3"/>
                  <a:pt x="170" y="3"/>
                </a:cubicBezTo>
                <a:cubicBezTo>
                  <a:pt x="170" y="3"/>
                  <a:pt x="170" y="3"/>
                  <a:pt x="170" y="3"/>
                </a:cubicBezTo>
                <a:moveTo>
                  <a:pt x="170" y="3"/>
                </a:moveTo>
                <a:cubicBezTo>
                  <a:pt x="170" y="3"/>
                  <a:pt x="170" y="3"/>
                  <a:pt x="170" y="3"/>
                </a:cubicBezTo>
                <a:cubicBezTo>
                  <a:pt x="170" y="3"/>
                  <a:pt x="170" y="3"/>
                  <a:pt x="170" y="3"/>
                </a:cubicBezTo>
                <a:moveTo>
                  <a:pt x="169" y="3"/>
                </a:moveTo>
                <a:cubicBezTo>
                  <a:pt x="169" y="3"/>
                  <a:pt x="170" y="3"/>
                  <a:pt x="170" y="3"/>
                </a:cubicBezTo>
                <a:cubicBezTo>
                  <a:pt x="170" y="3"/>
                  <a:pt x="169" y="3"/>
                  <a:pt x="169" y="3"/>
                </a:cubicBezTo>
                <a:moveTo>
                  <a:pt x="169" y="3"/>
                </a:moveTo>
                <a:cubicBezTo>
                  <a:pt x="169" y="3"/>
                  <a:pt x="169" y="3"/>
                  <a:pt x="169" y="3"/>
                </a:cubicBezTo>
                <a:cubicBezTo>
                  <a:pt x="169" y="3"/>
                  <a:pt x="169" y="3"/>
                  <a:pt x="169" y="3"/>
                </a:cubicBezTo>
                <a:moveTo>
                  <a:pt x="168" y="3"/>
                </a:moveTo>
                <a:cubicBezTo>
                  <a:pt x="168" y="3"/>
                  <a:pt x="168" y="3"/>
                  <a:pt x="169" y="3"/>
                </a:cubicBezTo>
                <a:cubicBezTo>
                  <a:pt x="168" y="3"/>
                  <a:pt x="168" y="3"/>
                  <a:pt x="168" y="3"/>
                </a:cubicBezTo>
                <a:moveTo>
                  <a:pt x="168" y="2"/>
                </a:moveTo>
                <a:cubicBezTo>
                  <a:pt x="168" y="2"/>
                  <a:pt x="168" y="2"/>
                  <a:pt x="168" y="2"/>
                </a:cubicBezTo>
                <a:cubicBezTo>
                  <a:pt x="168" y="2"/>
                  <a:pt x="168" y="2"/>
                  <a:pt x="168" y="2"/>
                </a:cubicBezTo>
                <a:moveTo>
                  <a:pt x="167" y="2"/>
                </a:moveTo>
                <a:cubicBezTo>
                  <a:pt x="168" y="2"/>
                  <a:pt x="168" y="2"/>
                  <a:pt x="168" y="2"/>
                </a:cubicBezTo>
                <a:cubicBezTo>
                  <a:pt x="168" y="2"/>
                  <a:pt x="168" y="2"/>
                  <a:pt x="167" y="2"/>
                </a:cubicBezTo>
                <a:moveTo>
                  <a:pt x="167" y="2"/>
                </a:moveTo>
                <a:cubicBezTo>
                  <a:pt x="167" y="2"/>
                  <a:pt x="167" y="2"/>
                  <a:pt x="167" y="2"/>
                </a:cubicBezTo>
                <a:cubicBezTo>
                  <a:pt x="167" y="2"/>
                  <a:pt x="167" y="2"/>
                  <a:pt x="167" y="2"/>
                </a:cubicBezTo>
                <a:moveTo>
                  <a:pt x="167" y="2"/>
                </a:moveTo>
                <a:cubicBezTo>
                  <a:pt x="167" y="2"/>
                  <a:pt x="167" y="2"/>
                  <a:pt x="167" y="2"/>
                </a:cubicBezTo>
                <a:cubicBezTo>
                  <a:pt x="167" y="2"/>
                  <a:pt x="167" y="2"/>
                  <a:pt x="167" y="2"/>
                </a:cubicBezTo>
                <a:moveTo>
                  <a:pt x="166" y="2"/>
                </a:moveTo>
                <a:cubicBezTo>
                  <a:pt x="166" y="2"/>
                  <a:pt x="167" y="2"/>
                  <a:pt x="167" y="2"/>
                </a:cubicBezTo>
                <a:cubicBezTo>
                  <a:pt x="167" y="2"/>
                  <a:pt x="166" y="2"/>
                  <a:pt x="166" y="2"/>
                </a:cubicBezTo>
                <a:moveTo>
                  <a:pt x="166" y="2"/>
                </a:moveTo>
                <a:cubicBezTo>
                  <a:pt x="166" y="2"/>
                  <a:pt x="166" y="2"/>
                  <a:pt x="166" y="2"/>
                </a:cubicBezTo>
                <a:cubicBezTo>
                  <a:pt x="166" y="2"/>
                  <a:pt x="166" y="2"/>
                  <a:pt x="166" y="2"/>
                </a:cubicBezTo>
                <a:moveTo>
                  <a:pt x="166" y="2"/>
                </a:moveTo>
                <a:cubicBezTo>
                  <a:pt x="166" y="2"/>
                  <a:pt x="166" y="2"/>
                  <a:pt x="166" y="2"/>
                </a:cubicBezTo>
                <a:cubicBezTo>
                  <a:pt x="166" y="2"/>
                  <a:pt x="166" y="2"/>
                  <a:pt x="166" y="2"/>
                </a:cubicBezTo>
                <a:moveTo>
                  <a:pt x="165" y="2"/>
                </a:moveTo>
                <a:cubicBezTo>
                  <a:pt x="165" y="2"/>
                  <a:pt x="166" y="2"/>
                  <a:pt x="166" y="2"/>
                </a:cubicBezTo>
                <a:cubicBezTo>
                  <a:pt x="166" y="2"/>
                  <a:pt x="165" y="2"/>
                  <a:pt x="165" y="2"/>
                </a:cubicBezTo>
                <a:moveTo>
                  <a:pt x="165" y="2"/>
                </a:moveTo>
                <a:cubicBezTo>
                  <a:pt x="165" y="2"/>
                  <a:pt x="165" y="2"/>
                  <a:pt x="165" y="2"/>
                </a:cubicBezTo>
                <a:cubicBezTo>
                  <a:pt x="165" y="2"/>
                  <a:pt x="165" y="2"/>
                  <a:pt x="165" y="2"/>
                </a:cubicBezTo>
                <a:moveTo>
                  <a:pt x="165" y="2"/>
                </a:moveTo>
                <a:cubicBezTo>
                  <a:pt x="165" y="2"/>
                  <a:pt x="165" y="2"/>
                  <a:pt x="165" y="2"/>
                </a:cubicBezTo>
                <a:cubicBezTo>
                  <a:pt x="165" y="2"/>
                  <a:pt x="165" y="2"/>
                  <a:pt x="165" y="2"/>
                </a:cubicBezTo>
                <a:moveTo>
                  <a:pt x="164" y="2"/>
                </a:moveTo>
                <a:cubicBezTo>
                  <a:pt x="164" y="2"/>
                  <a:pt x="164" y="2"/>
                  <a:pt x="165" y="2"/>
                </a:cubicBezTo>
                <a:cubicBezTo>
                  <a:pt x="164" y="2"/>
                  <a:pt x="164" y="2"/>
                  <a:pt x="164" y="2"/>
                </a:cubicBezTo>
                <a:moveTo>
                  <a:pt x="164" y="2"/>
                </a:moveTo>
                <a:cubicBezTo>
                  <a:pt x="164" y="2"/>
                  <a:pt x="164" y="2"/>
                  <a:pt x="164" y="2"/>
                </a:cubicBezTo>
                <a:cubicBezTo>
                  <a:pt x="164" y="2"/>
                  <a:pt x="164" y="2"/>
                  <a:pt x="164" y="2"/>
                </a:cubicBezTo>
                <a:moveTo>
                  <a:pt x="163" y="2"/>
                </a:moveTo>
                <a:cubicBezTo>
                  <a:pt x="163" y="2"/>
                  <a:pt x="164" y="2"/>
                  <a:pt x="164" y="2"/>
                </a:cubicBezTo>
                <a:cubicBezTo>
                  <a:pt x="164" y="2"/>
                  <a:pt x="163" y="2"/>
                  <a:pt x="163" y="2"/>
                </a:cubicBezTo>
                <a:moveTo>
                  <a:pt x="163" y="1"/>
                </a:moveTo>
                <a:cubicBezTo>
                  <a:pt x="163" y="1"/>
                  <a:pt x="163" y="2"/>
                  <a:pt x="163" y="2"/>
                </a:cubicBezTo>
                <a:cubicBezTo>
                  <a:pt x="163" y="2"/>
                  <a:pt x="163" y="1"/>
                  <a:pt x="163" y="1"/>
                </a:cubicBezTo>
                <a:moveTo>
                  <a:pt x="163" y="1"/>
                </a:moveTo>
                <a:cubicBezTo>
                  <a:pt x="163" y="1"/>
                  <a:pt x="163" y="1"/>
                  <a:pt x="163" y="1"/>
                </a:cubicBezTo>
                <a:cubicBezTo>
                  <a:pt x="163" y="1"/>
                  <a:pt x="163" y="1"/>
                  <a:pt x="163" y="1"/>
                </a:cubicBezTo>
                <a:moveTo>
                  <a:pt x="162" y="1"/>
                </a:moveTo>
                <a:cubicBezTo>
                  <a:pt x="162" y="1"/>
                  <a:pt x="162" y="1"/>
                  <a:pt x="163" y="1"/>
                </a:cubicBezTo>
                <a:cubicBezTo>
                  <a:pt x="162" y="1"/>
                  <a:pt x="162" y="1"/>
                  <a:pt x="162" y="1"/>
                </a:cubicBezTo>
                <a:moveTo>
                  <a:pt x="162" y="1"/>
                </a:moveTo>
                <a:cubicBezTo>
                  <a:pt x="162" y="1"/>
                  <a:pt x="162" y="1"/>
                  <a:pt x="162" y="1"/>
                </a:cubicBezTo>
                <a:cubicBezTo>
                  <a:pt x="162" y="1"/>
                  <a:pt x="162" y="1"/>
                  <a:pt x="162" y="1"/>
                </a:cubicBezTo>
                <a:moveTo>
                  <a:pt x="161" y="1"/>
                </a:moveTo>
                <a:cubicBezTo>
                  <a:pt x="162" y="1"/>
                  <a:pt x="162" y="1"/>
                  <a:pt x="162" y="1"/>
                </a:cubicBezTo>
                <a:cubicBezTo>
                  <a:pt x="162" y="1"/>
                  <a:pt x="162" y="1"/>
                  <a:pt x="161" y="1"/>
                </a:cubicBezTo>
                <a:moveTo>
                  <a:pt x="161" y="1"/>
                </a:moveTo>
                <a:cubicBezTo>
                  <a:pt x="161" y="1"/>
                  <a:pt x="161" y="1"/>
                  <a:pt x="161" y="1"/>
                </a:cubicBezTo>
                <a:cubicBezTo>
                  <a:pt x="161" y="1"/>
                  <a:pt x="161" y="1"/>
                  <a:pt x="161" y="1"/>
                </a:cubicBezTo>
                <a:moveTo>
                  <a:pt x="161" y="1"/>
                </a:moveTo>
                <a:cubicBezTo>
                  <a:pt x="161" y="1"/>
                  <a:pt x="161" y="1"/>
                  <a:pt x="161" y="1"/>
                </a:cubicBezTo>
                <a:cubicBezTo>
                  <a:pt x="161" y="1"/>
                  <a:pt x="161" y="1"/>
                  <a:pt x="161" y="1"/>
                </a:cubicBezTo>
                <a:moveTo>
                  <a:pt x="160" y="1"/>
                </a:moveTo>
                <a:cubicBezTo>
                  <a:pt x="161" y="1"/>
                  <a:pt x="161" y="1"/>
                  <a:pt x="161" y="1"/>
                </a:cubicBezTo>
                <a:cubicBezTo>
                  <a:pt x="161" y="1"/>
                  <a:pt x="161" y="1"/>
                  <a:pt x="160" y="1"/>
                </a:cubicBezTo>
                <a:moveTo>
                  <a:pt x="160" y="1"/>
                </a:moveTo>
                <a:cubicBezTo>
                  <a:pt x="160" y="1"/>
                  <a:pt x="160" y="1"/>
                  <a:pt x="160" y="1"/>
                </a:cubicBezTo>
                <a:cubicBezTo>
                  <a:pt x="160" y="1"/>
                  <a:pt x="160" y="1"/>
                  <a:pt x="160" y="1"/>
                </a:cubicBezTo>
                <a:moveTo>
                  <a:pt x="160" y="1"/>
                </a:moveTo>
                <a:cubicBezTo>
                  <a:pt x="160" y="1"/>
                  <a:pt x="160" y="1"/>
                  <a:pt x="160" y="1"/>
                </a:cubicBezTo>
                <a:cubicBezTo>
                  <a:pt x="160" y="1"/>
                  <a:pt x="160" y="1"/>
                  <a:pt x="160" y="1"/>
                </a:cubicBezTo>
                <a:moveTo>
                  <a:pt x="160" y="1"/>
                </a:moveTo>
                <a:cubicBezTo>
                  <a:pt x="160" y="1"/>
                  <a:pt x="160" y="1"/>
                  <a:pt x="160" y="1"/>
                </a:cubicBezTo>
                <a:cubicBezTo>
                  <a:pt x="160" y="1"/>
                  <a:pt x="160" y="1"/>
                  <a:pt x="160" y="1"/>
                </a:cubicBezTo>
                <a:moveTo>
                  <a:pt x="159" y="1"/>
                </a:moveTo>
                <a:cubicBezTo>
                  <a:pt x="159" y="1"/>
                  <a:pt x="159" y="1"/>
                  <a:pt x="160" y="1"/>
                </a:cubicBezTo>
                <a:cubicBezTo>
                  <a:pt x="159" y="1"/>
                  <a:pt x="159" y="1"/>
                  <a:pt x="159" y="1"/>
                </a:cubicBezTo>
                <a:moveTo>
                  <a:pt x="159" y="1"/>
                </a:moveTo>
                <a:cubicBezTo>
                  <a:pt x="159" y="1"/>
                  <a:pt x="159" y="1"/>
                  <a:pt x="159" y="1"/>
                </a:cubicBezTo>
                <a:cubicBezTo>
                  <a:pt x="159" y="1"/>
                  <a:pt x="159" y="1"/>
                  <a:pt x="159" y="1"/>
                </a:cubicBezTo>
                <a:moveTo>
                  <a:pt x="159" y="1"/>
                </a:moveTo>
                <a:cubicBezTo>
                  <a:pt x="159" y="1"/>
                  <a:pt x="159" y="1"/>
                  <a:pt x="159" y="1"/>
                </a:cubicBezTo>
                <a:cubicBezTo>
                  <a:pt x="159" y="1"/>
                  <a:pt x="159" y="1"/>
                  <a:pt x="159" y="1"/>
                </a:cubicBezTo>
                <a:moveTo>
                  <a:pt x="158" y="1"/>
                </a:moveTo>
                <a:cubicBezTo>
                  <a:pt x="158" y="1"/>
                  <a:pt x="159" y="1"/>
                  <a:pt x="159" y="1"/>
                </a:cubicBezTo>
                <a:cubicBezTo>
                  <a:pt x="159" y="1"/>
                  <a:pt x="158" y="1"/>
                  <a:pt x="158" y="1"/>
                </a:cubicBezTo>
                <a:moveTo>
                  <a:pt x="158" y="1"/>
                </a:moveTo>
                <a:cubicBezTo>
                  <a:pt x="158" y="1"/>
                  <a:pt x="158" y="1"/>
                  <a:pt x="158" y="1"/>
                </a:cubicBezTo>
                <a:cubicBezTo>
                  <a:pt x="158" y="1"/>
                  <a:pt x="158" y="1"/>
                  <a:pt x="158" y="1"/>
                </a:cubicBezTo>
                <a:moveTo>
                  <a:pt x="158" y="1"/>
                </a:moveTo>
                <a:cubicBezTo>
                  <a:pt x="158" y="1"/>
                  <a:pt x="158" y="1"/>
                  <a:pt x="158" y="1"/>
                </a:cubicBezTo>
                <a:cubicBezTo>
                  <a:pt x="158" y="1"/>
                  <a:pt x="158" y="1"/>
                  <a:pt x="158" y="1"/>
                </a:cubicBezTo>
                <a:moveTo>
                  <a:pt x="158" y="1"/>
                </a:moveTo>
                <a:cubicBezTo>
                  <a:pt x="158" y="1"/>
                  <a:pt x="158" y="1"/>
                  <a:pt x="158" y="1"/>
                </a:cubicBezTo>
                <a:cubicBezTo>
                  <a:pt x="158" y="1"/>
                  <a:pt x="158" y="1"/>
                  <a:pt x="158" y="1"/>
                </a:cubicBezTo>
                <a:moveTo>
                  <a:pt x="157" y="1"/>
                </a:moveTo>
                <a:cubicBezTo>
                  <a:pt x="157" y="1"/>
                  <a:pt x="157" y="1"/>
                  <a:pt x="157" y="1"/>
                </a:cubicBezTo>
                <a:cubicBezTo>
                  <a:pt x="157" y="1"/>
                  <a:pt x="157" y="1"/>
                  <a:pt x="157" y="1"/>
                </a:cubicBezTo>
                <a:moveTo>
                  <a:pt x="157" y="1"/>
                </a:moveTo>
                <a:cubicBezTo>
                  <a:pt x="157" y="1"/>
                  <a:pt x="157" y="1"/>
                  <a:pt x="157" y="1"/>
                </a:cubicBezTo>
                <a:cubicBezTo>
                  <a:pt x="157" y="1"/>
                  <a:pt x="157" y="1"/>
                  <a:pt x="157" y="1"/>
                </a:cubicBezTo>
                <a:moveTo>
                  <a:pt x="157" y="1"/>
                </a:moveTo>
                <a:cubicBezTo>
                  <a:pt x="157" y="1"/>
                  <a:pt x="157" y="1"/>
                  <a:pt x="157" y="1"/>
                </a:cubicBezTo>
                <a:cubicBezTo>
                  <a:pt x="157" y="1"/>
                  <a:pt x="157" y="1"/>
                  <a:pt x="157" y="1"/>
                </a:cubicBezTo>
                <a:moveTo>
                  <a:pt x="156" y="1"/>
                </a:moveTo>
                <a:cubicBezTo>
                  <a:pt x="157" y="1"/>
                  <a:pt x="157" y="1"/>
                  <a:pt x="157" y="1"/>
                </a:cubicBezTo>
                <a:cubicBezTo>
                  <a:pt x="157" y="1"/>
                  <a:pt x="157" y="1"/>
                  <a:pt x="156" y="1"/>
                </a:cubicBezTo>
                <a:moveTo>
                  <a:pt x="156" y="1"/>
                </a:moveTo>
                <a:cubicBezTo>
                  <a:pt x="156" y="1"/>
                  <a:pt x="156" y="1"/>
                  <a:pt x="156" y="1"/>
                </a:cubicBezTo>
                <a:cubicBezTo>
                  <a:pt x="156" y="1"/>
                  <a:pt x="156" y="1"/>
                  <a:pt x="156" y="1"/>
                </a:cubicBezTo>
                <a:moveTo>
                  <a:pt x="156" y="1"/>
                </a:moveTo>
                <a:cubicBezTo>
                  <a:pt x="156" y="1"/>
                  <a:pt x="156" y="1"/>
                  <a:pt x="156" y="1"/>
                </a:cubicBezTo>
                <a:cubicBezTo>
                  <a:pt x="156" y="1"/>
                  <a:pt x="156" y="1"/>
                  <a:pt x="156" y="1"/>
                </a:cubicBezTo>
                <a:moveTo>
                  <a:pt x="156" y="0"/>
                </a:moveTo>
                <a:cubicBezTo>
                  <a:pt x="156" y="0"/>
                  <a:pt x="156" y="0"/>
                  <a:pt x="156" y="0"/>
                </a:cubicBezTo>
                <a:cubicBezTo>
                  <a:pt x="156" y="0"/>
                  <a:pt x="156" y="0"/>
                  <a:pt x="156" y="0"/>
                </a:cubicBezTo>
                <a:moveTo>
                  <a:pt x="155" y="0"/>
                </a:moveTo>
                <a:cubicBezTo>
                  <a:pt x="155" y="0"/>
                  <a:pt x="155" y="0"/>
                  <a:pt x="156" y="0"/>
                </a:cubicBezTo>
                <a:cubicBezTo>
                  <a:pt x="155" y="0"/>
                  <a:pt x="155" y="0"/>
                  <a:pt x="155" y="0"/>
                </a:cubicBezTo>
                <a:moveTo>
                  <a:pt x="155" y="0"/>
                </a:moveTo>
                <a:cubicBezTo>
                  <a:pt x="155" y="0"/>
                  <a:pt x="155" y="0"/>
                  <a:pt x="155" y="0"/>
                </a:cubicBezTo>
                <a:cubicBezTo>
                  <a:pt x="155" y="0"/>
                  <a:pt x="155" y="0"/>
                  <a:pt x="155" y="0"/>
                </a:cubicBezTo>
                <a:moveTo>
                  <a:pt x="155" y="0"/>
                </a:moveTo>
                <a:cubicBezTo>
                  <a:pt x="155" y="0"/>
                  <a:pt x="155" y="0"/>
                  <a:pt x="155" y="0"/>
                </a:cubicBezTo>
                <a:cubicBezTo>
                  <a:pt x="155" y="0"/>
                  <a:pt x="155" y="0"/>
                  <a:pt x="155" y="0"/>
                </a:cubicBezTo>
                <a:moveTo>
                  <a:pt x="154" y="0"/>
                </a:moveTo>
                <a:cubicBezTo>
                  <a:pt x="154" y="0"/>
                  <a:pt x="155" y="0"/>
                  <a:pt x="155" y="0"/>
                </a:cubicBezTo>
                <a:cubicBezTo>
                  <a:pt x="155" y="0"/>
                  <a:pt x="154" y="0"/>
                  <a:pt x="154" y="0"/>
                </a:cubicBezTo>
                <a:moveTo>
                  <a:pt x="154" y="0"/>
                </a:moveTo>
                <a:cubicBezTo>
                  <a:pt x="154" y="0"/>
                  <a:pt x="154" y="0"/>
                  <a:pt x="154" y="0"/>
                </a:cubicBezTo>
                <a:cubicBezTo>
                  <a:pt x="154" y="0"/>
                  <a:pt x="154" y="0"/>
                  <a:pt x="154" y="0"/>
                </a:cubicBezTo>
                <a:moveTo>
                  <a:pt x="154" y="0"/>
                </a:moveTo>
                <a:cubicBezTo>
                  <a:pt x="154" y="0"/>
                  <a:pt x="154" y="0"/>
                  <a:pt x="154" y="0"/>
                </a:cubicBezTo>
                <a:cubicBezTo>
                  <a:pt x="154" y="0"/>
                  <a:pt x="154" y="0"/>
                  <a:pt x="154" y="0"/>
                </a:cubicBezTo>
                <a:moveTo>
                  <a:pt x="154" y="0"/>
                </a:moveTo>
                <a:cubicBezTo>
                  <a:pt x="154" y="0"/>
                  <a:pt x="154" y="0"/>
                  <a:pt x="154" y="0"/>
                </a:cubicBezTo>
                <a:cubicBezTo>
                  <a:pt x="154" y="0"/>
                  <a:pt x="154" y="0"/>
                  <a:pt x="154" y="0"/>
                </a:cubicBezTo>
                <a:moveTo>
                  <a:pt x="153" y="0"/>
                </a:moveTo>
                <a:cubicBezTo>
                  <a:pt x="153" y="0"/>
                  <a:pt x="153" y="0"/>
                  <a:pt x="153" y="0"/>
                </a:cubicBezTo>
                <a:cubicBezTo>
                  <a:pt x="153" y="0"/>
                  <a:pt x="153" y="0"/>
                  <a:pt x="153" y="0"/>
                </a:cubicBezTo>
                <a:moveTo>
                  <a:pt x="153" y="0"/>
                </a:moveTo>
                <a:cubicBezTo>
                  <a:pt x="153" y="0"/>
                  <a:pt x="153" y="0"/>
                  <a:pt x="153" y="0"/>
                </a:cubicBezTo>
                <a:cubicBezTo>
                  <a:pt x="153" y="0"/>
                  <a:pt x="153" y="0"/>
                  <a:pt x="153" y="0"/>
                </a:cubicBezTo>
                <a:moveTo>
                  <a:pt x="153" y="0"/>
                </a:moveTo>
                <a:cubicBezTo>
                  <a:pt x="153" y="0"/>
                  <a:pt x="153" y="0"/>
                  <a:pt x="153" y="0"/>
                </a:cubicBezTo>
                <a:cubicBezTo>
                  <a:pt x="153" y="0"/>
                  <a:pt x="153" y="0"/>
                  <a:pt x="153" y="0"/>
                </a:cubicBezTo>
                <a:moveTo>
                  <a:pt x="152" y="0"/>
                </a:moveTo>
                <a:cubicBezTo>
                  <a:pt x="153" y="0"/>
                  <a:pt x="153" y="0"/>
                  <a:pt x="153" y="0"/>
                </a:cubicBezTo>
                <a:cubicBezTo>
                  <a:pt x="153" y="0"/>
                  <a:pt x="153" y="0"/>
                  <a:pt x="152" y="0"/>
                </a:cubicBezTo>
                <a:moveTo>
                  <a:pt x="152" y="0"/>
                </a:moveTo>
                <a:cubicBezTo>
                  <a:pt x="152" y="0"/>
                  <a:pt x="152" y="0"/>
                  <a:pt x="152" y="0"/>
                </a:cubicBezTo>
                <a:cubicBezTo>
                  <a:pt x="152" y="0"/>
                  <a:pt x="152" y="0"/>
                  <a:pt x="152" y="0"/>
                </a:cubicBezTo>
                <a:moveTo>
                  <a:pt x="152" y="0"/>
                </a:moveTo>
                <a:cubicBezTo>
                  <a:pt x="152" y="0"/>
                  <a:pt x="152" y="0"/>
                  <a:pt x="152" y="0"/>
                </a:cubicBezTo>
                <a:cubicBezTo>
                  <a:pt x="152" y="0"/>
                  <a:pt x="152" y="0"/>
                  <a:pt x="152" y="0"/>
                </a:cubicBezTo>
                <a:moveTo>
                  <a:pt x="152" y="0"/>
                </a:moveTo>
                <a:cubicBezTo>
                  <a:pt x="152" y="0"/>
                  <a:pt x="152" y="0"/>
                  <a:pt x="152" y="0"/>
                </a:cubicBezTo>
                <a:cubicBezTo>
                  <a:pt x="152" y="0"/>
                  <a:pt x="152" y="0"/>
                  <a:pt x="152" y="0"/>
                </a:cubicBezTo>
                <a:moveTo>
                  <a:pt x="151" y="0"/>
                </a:moveTo>
                <a:cubicBezTo>
                  <a:pt x="151" y="0"/>
                  <a:pt x="151" y="0"/>
                  <a:pt x="152" y="0"/>
                </a:cubicBezTo>
                <a:cubicBezTo>
                  <a:pt x="151" y="0"/>
                  <a:pt x="151" y="0"/>
                  <a:pt x="151" y="0"/>
                </a:cubicBezTo>
                <a:moveTo>
                  <a:pt x="151" y="0"/>
                </a:moveTo>
                <a:cubicBezTo>
                  <a:pt x="151" y="0"/>
                  <a:pt x="151" y="0"/>
                  <a:pt x="151" y="0"/>
                </a:cubicBezTo>
                <a:cubicBezTo>
                  <a:pt x="151" y="0"/>
                  <a:pt x="151" y="0"/>
                  <a:pt x="151" y="0"/>
                </a:cubicBezTo>
                <a:moveTo>
                  <a:pt x="151" y="0"/>
                </a:moveTo>
                <a:cubicBezTo>
                  <a:pt x="151" y="0"/>
                  <a:pt x="151" y="0"/>
                  <a:pt x="151" y="0"/>
                </a:cubicBezTo>
                <a:cubicBezTo>
                  <a:pt x="151" y="0"/>
                  <a:pt x="151" y="0"/>
                  <a:pt x="151" y="0"/>
                </a:cubicBezTo>
                <a:moveTo>
                  <a:pt x="151" y="0"/>
                </a:moveTo>
                <a:cubicBezTo>
                  <a:pt x="151" y="0"/>
                  <a:pt x="151" y="0"/>
                  <a:pt x="151" y="0"/>
                </a:cubicBezTo>
                <a:cubicBezTo>
                  <a:pt x="151" y="0"/>
                  <a:pt x="151" y="0"/>
                  <a:pt x="151" y="0"/>
                </a:cubicBezTo>
                <a:moveTo>
                  <a:pt x="150" y="0"/>
                </a:moveTo>
                <a:cubicBezTo>
                  <a:pt x="150" y="0"/>
                  <a:pt x="150" y="0"/>
                  <a:pt x="150" y="0"/>
                </a:cubicBezTo>
                <a:cubicBezTo>
                  <a:pt x="150" y="0"/>
                  <a:pt x="150" y="0"/>
                  <a:pt x="150" y="0"/>
                </a:cubicBezTo>
                <a:moveTo>
                  <a:pt x="150" y="0"/>
                </a:moveTo>
                <a:cubicBezTo>
                  <a:pt x="150" y="0"/>
                  <a:pt x="150" y="0"/>
                  <a:pt x="150" y="0"/>
                </a:cubicBezTo>
                <a:cubicBezTo>
                  <a:pt x="150" y="0"/>
                  <a:pt x="150" y="0"/>
                  <a:pt x="150" y="0"/>
                </a:cubicBezTo>
                <a:moveTo>
                  <a:pt x="150" y="0"/>
                </a:moveTo>
                <a:cubicBezTo>
                  <a:pt x="150" y="0"/>
                  <a:pt x="150" y="0"/>
                  <a:pt x="150" y="0"/>
                </a:cubicBezTo>
                <a:cubicBezTo>
                  <a:pt x="150" y="0"/>
                  <a:pt x="150" y="0"/>
                  <a:pt x="150" y="0"/>
                </a:cubicBezTo>
                <a:moveTo>
                  <a:pt x="149" y="0"/>
                </a:moveTo>
                <a:cubicBezTo>
                  <a:pt x="150" y="0"/>
                  <a:pt x="150" y="0"/>
                  <a:pt x="150" y="0"/>
                </a:cubicBezTo>
                <a:cubicBezTo>
                  <a:pt x="150" y="0"/>
                  <a:pt x="150" y="0"/>
                  <a:pt x="149" y="0"/>
                </a:cubicBezTo>
                <a:moveTo>
                  <a:pt x="149" y="0"/>
                </a:moveTo>
                <a:cubicBezTo>
                  <a:pt x="149" y="0"/>
                  <a:pt x="149" y="0"/>
                  <a:pt x="149" y="0"/>
                </a:cubicBezTo>
                <a:cubicBezTo>
                  <a:pt x="149" y="0"/>
                  <a:pt x="149" y="0"/>
                  <a:pt x="149" y="0"/>
                </a:cubicBezTo>
                <a:moveTo>
                  <a:pt x="149" y="0"/>
                </a:moveTo>
                <a:cubicBezTo>
                  <a:pt x="149" y="0"/>
                  <a:pt x="149" y="0"/>
                  <a:pt x="149" y="0"/>
                </a:cubicBezTo>
                <a:cubicBezTo>
                  <a:pt x="149" y="0"/>
                  <a:pt x="149" y="0"/>
                  <a:pt x="149" y="0"/>
                </a:cubicBezTo>
                <a:moveTo>
                  <a:pt x="149" y="0"/>
                </a:moveTo>
                <a:cubicBezTo>
                  <a:pt x="149" y="0"/>
                  <a:pt x="149" y="0"/>
                  <a:pt x="149" y="0"/>
                </a:cubicBezTo>
                <a:cubicBezTo>
                  <a:pt x="149" y="0"/>
                  <a:pt x="149" y="0"/>
                  <a:pt x="149" y="0"/>
                </a:cubicBezTo>
                <a:moveTo>
                  <a:pt x="148" y="0"/>
                </a:moveTo>
                <a:cubicBezTo>
                  <a:pt x="148" y="0"/>
                  <a:pt x="149" y="0"/>
                  <a:pt x="149" y="0"/>
                </a:cubicBezTo>
                <a:cubicBezTo>
                  <a:pt x="149" y="0"/>
                  <a:pt x="148" y="0"/>
                  <a:pt x="148" y="0"/>
                </a:cubicBezTo>
                <a:moveTo>
                  <a:pt x="148" y="0"/>
                </a:moveTo>
                <a:cubicBezTo>
                  <a:pt x="148" y="0"/>
                  <a:pt x="148" y="0"/>
                  <a:pt x="148" y="0"/>
                </a:cubicBezTo>
                <a:cubicBezTo>
                  <a:pt x="148" y="0"/>
                  <a:pt x="148" y="0"/>
                  <a:pt x="148" y="0"/>
                </a:cubicBezTo>
                <a:moveTo>
                  <a:pt x="148" y="0"/>
                </a:moveTo>
                <a:cubicBezTo>
                  <a:pt x="148" y="0"/>
                  <a:pt x="148" y="0"/>
                  <a:pt x="148" y="0"/>
                </a:cubicBezTo>
                <a:cubicBezTo>
                  <a:pt x="148" y="0"/>
                  <a:pt x="148" y="0"/>
                  <a:pt x="148" y="0"/>
                </a:cubicBezTo>
                <a:moveTo>
                  <a:pt x="148" y="0"/>
                </a:moveTo>
                <a:cubicBezTo>
                  <a:pt x="148" y="0"/>
                  <a:pt x="148" y="0"/>
                  <a:pt x="148" y="0"/>
                </a:cubicBezTo>
                <a:cubicBezTo>
                  <a:pt x="148" y="0"/>
                  <a:pt x="148" y="0"/>
                  <a:pt x="148" y="0"/>
                </a:cubicBezTo>
                <a:moveTo>
                  <a:pt x="147" y="0"/>
                </a:moveTo>
                <a:cubicBezTo>
                  <a:pt x="147" y="0"/>
                  <a:pt x="147" y="0"/>
                  <a:pt x="147" y="0"/>
                </a:cubicBezTo>
                <a:cubicBezTo>
                  <a:pt x="147" y="0"/>
                  <a:pt x="147" y="0"/>
                  <a:pt x="147" y="0"/>
                </a:cubicBezTo>
                <a:moveTo>
                  <a:pt x="147" y="0"/>
                </a:moveTo>
                <a:cubicBezTo>
                  <a:pt x="147" y="0"/>
                  <a:pt x="147" y="0"/>
                  <a:pt x="147" y="0"/>
                </a:cubicBezTo>
                <a:cubicBezTo>
                  <a:pt x="147" y="0"/>
                  <a:pt x="147" y="0"/>
                  <a:pt x="147" y="0"/>
                </a:cubicBezTo>
                <a:moveTo>
                  <a:pt x="147" y="0"/>
                </a:moveTo>
                <a:cubicBezTo>
                  <a:pt x="147" y="0"/>
                  <a:pt x="147" y="0"/>
                  <a:pt x="147" y="0"/>
                </a:cubicBezTo>
                <a:cubicBezTo>
                  <a:pt x="147" y="0"/>
                  <a:pt x="147" y="0"/>
                  <a:pt x="147" y="0"/>
                </a:cubicBezTo>
                <a:moveTo>
                  <a:pt x="147" y="0"/>
                </a:moveTo>
                <a:cubicBezTo>
                  <a:pt x="147" y="0"/>
                  <a:pt x="147" y="0"/>
                  <a:pt x="147" y="0"/>
                </a:cubicBezTo>
                <a:cubicBezTo>
                  <a:pt x="147" y="0"/>
                  <a:pt x="147" y="0"/>
                  <a:pt x="147" y="0"/>
                </a:cubicBezTo>
                <a:moveTo>
                  <a:pt x="146" y="0"/>
                </a:moveTo>
                <a:cubicBezTo>
                  <a:pt x="146" y="0"/>
                  <a:pt x="146" y="0"/>
                  <a:pt x="146" y="0"/>
                </a:cubicBezTo>
                <a:cubicBezTo>
                  <a:pt x="146" y="0"/>
                  <a:pt x="146" y="0"/>
                  <a:pt x="146" y="0"/>
                </a:cubicBezTo>
                <a:moveTo>
                  <a:pt x="146" y="0"/>
                </a:moveTo>
                <a:cubicBezTo>
                  <a:pt x="146" y="0"/>
                  <a:pt x="146" y="0"/>
                  <a:pt x="146" y="0"/>
                </a:cubicBezTo>
                <a:cubicBezTo>
                  <a:pt x="146" y="0"/>
                  <a:pt x="146" y="0"/>
                  <a:pt x="146" y="0"/>
                </a:cubicBezTo>
                <a:moveTo>
                  <a:pt x="146" y="0"/>
                </a:moveTo>
                <a:cubicBezTo>
                  <a:pt x="146" y="0"/>
                  <a:pt x="146" y="0"/>
                  <a:pt x="146" y="0"/>
                </a:cubicBezTo>
                <a:cubicBezTo>
                  <a:pt x="146" y="0"/>
                  <a:pt x="146" y="0"/>
                  <a:pt x="146" y="0"/>
                </a:cubicBezTo>
                <a:moveTo>
                  <a:pt x="145" y="0"/>
                </a:moveTo>
                <a:cubicBezTo>
                  <a:pt x="145" y="0"/>
                  <a:pt x="145" y="0"/>
                  <a:pt x="146" y="0"/>
                </a:cubicBezTo>
                <a:cubicBezTo>
                  <a:pt x="145" y="0"/>
                  <a:pt x="145" y="0"/>
                  <a:pt x="145" y="0"/>
                </a:cubicBezTo>
                <a:moveTo>
                  <a:pt x="145" y="0"/>
                </a:moveTo>
                <a:cubicBezTo>
                  <a:pt x="145" y="0"/>
                  <a:pt x="145" y="0"/>
                  <a:pt x="145" y="0"/>
                </a:cubicBezTo>
                <a:cubicBezTo>
                  <a:pt x="145" y="0"/>
                  <a:pt x="145" y="0"/>
                  <a:pt x="145" y="0"/>
                </a:cubicBezTo>
                <a:moveTo>
                  <a:pt x="145" y="0"/>
                </a:moveTo>
                <a:cubicBezTo>
                  <a:pt x="145" y="0"/>
                  <a:pt x="145" y="0"/>
                  <a:pt x="145" y="0"/>
                </a:cubicBezTo>
                <a:cubicBezTo>
                  <a:pt x="145" y="0"/>
                  <a:pt x="145" y="0"/>
                  <a:pt x="145" y="0"/>
                </a:cubicBezTo>
                <a:moveTo>
                  <a:pt x="145" y="0"/>
                </a:moveTo>
                <a:cubicBezTo>
                  <a:pt x="145" y="0"/>
                  <a:pt x="145" y="0"/>
                  <a:pt x="145" y="0"/>
                </a:cubicBezTo>
                <a:cubicBezTo>
                  <a:pt x="145" y="0"/>
                  <a:pt x="145" y="0"/>
                  <a:pt x="145" y="0"/>
                </a:cubicBezTo>
                <a:moveTo>
                  <a:pt x="144" y="0"/>
                </a:moveTo>
                <a:cubicBezTo>
                  <a:pt x="144" y="0"/>
                  <a:pt x="144" y="0"/>
                  <a:pt x="144" y="0"/>
                </a:cubicBezTo>
                <a:cubicBezTo>
                  <a:pt x="144" y="0"/>
                  <a:pt x="144" y="0"/>
                  <a:pt x="144" y="0"/>
                </a:cubicBezTo>
                <a:moveTo>
                  <a:pt x="144" y="0"/>
                </a:moveTo>
                <a:cubicBezTo>
                  <a:pt x="144" y="0"/>
                  <a:pt x="144" y="0"/>
                  <a:pt x="144" y="0"/>
                </a:cubicBezTo>
                <a:cubicBezTo>
                  <a:pt x="144" y="0"/>
                  <a:pt x="144" y="0"/>
                  <a:pt x="144" y="0"/>
                </a:cubicBezTo>
                <a:moveTo>
                  <a:pt x="144" y="0"/>
                </a:moveTo>
                <a:cubicBezTo>
                  <a:pt x="144" y="0"/>
                  <a:pt x="144" y="0"/>
                  <a:pt x="144" y="0"/>
                </a:cubicBezTo>
                <a:cubicBezTo>
                  <a:pt x="144" y="0"/>
                  <a:pt x="144" y="0"/>
                  <a:pt x="144" y="0"/>
                </a:cubicBezTo>
                <a:moveTo>
                  <a:pt x="144" y="0"/>
                </a:moveTo>
                <a:cubicBezTo>
                  <a:pt x="144" y="0"/>
                  <a:pt x="144" y="0"/>
                  <a:pt x="144" y="0"/>
                </a:cubicBezTo>
                <a:cubicBezTo>
                  <a:pt x="144" y="0"/>
                  <a:pt x="144" y="0"/>
                  <a:pt x="144" y="0"/>
                </a:cubicBezTo>
                <a:moveTo>
                  <a:pt x="143" y="0"/>
                </a:moveTo>
                <a:cubicBezTo>
                  <a:pt x="143" y="0"/>
                  <a:pt x="143" y="0"/>
                  <a:pt x="143" y="0"/>
                </a:cubicBezTo>
                <a:cubicBezTo>
                  <a:pt x="143" y="0"/>
                  <a:pt x="143" y="0"/>
                  <a:pt x="143" y="0"/>
                </a:cubicBezTo>
                <a:moveTo>
                  <a:pt x="143" y="0"/>
                </a:moveTo>
                <a:cubicBezTo>
                  <a:pt x="143" y="0"/>
                  <a:pt x="143" y="0"/>
                  <a:pt x="143" y="0"/>
                </a:cubicBezTo>
                <a:cubicBezTo>
                  <a:pt x="143" y="0"/>
                  <a:pt x="143" y="0"/>
                  <a:pt x="143" y="0"/>
                </a:cubicBezTo>
                <a:moveTo>
                  <a:pt x="143" y="0"/>
                </a:moveTo>
                <a:cubicBezTo>
                  <a:pt x="143" y="0"/>
                  <a:pt x="143" y="0"/>
                  <a:pt x="143" y="0"/>
                </a:cubicBezTo>
                <a:cubicBezTo>
                  <a:pt x="143" y="0"/>
                  <a:pt x="143" y="0"/>
                  <a:pt x="143" y="0"/>
                </a:cubicBezTo>
                <a:moveTo>
                  <a:pt x="142" y="0"/>
                </a:moveTo>
                <a:cubicBezTo>
                  <a:pt x="142" y="0"/>
                  <a:pt x="142" y="0"/>
                  <a:pt x="143" y="0"/>
                </a:cubicBezTo>
                <a:cubicBezTo>
                  <a:pt x="142" y="0"/>
                  <a:pt x="142" y="0"/>
                  <a:pt x="142" y="0"/>
                </a:cubicBezTo>
                <a:moveTo>
                  <a:pt x="142" y="0"/>
                </a:moveTo>
                <a:cubicBezTo>
                  <a:pt x="142" y="0"/>
                  <a:pt x="142" y="0"/>
                  <a:pt x="142" y="0"/>
                </a:cubicBezTo>
                <a:cubicBezTo>
                  <a:pt x="142" y="0"/>
                  <a:pt x="142" y="0"/>
                  <a:pt x="142" y="0"/>
                </a:cubicBezTo>
                <a:moveTo>
                  <a:pt x="142" y="0"/>
                </a:moveTo>
                <a:cubicBezTo>
                  <a:pt x="142" y="0"/>
                  <a:pt x="142" y="0"/>
                  <a:pt x="142" y="0"/>
                </a:cubicBezTo>
                <a:cubicBezTo>
                  <a:pt x="142" y="0"/>
                  <a:pt x="142" y="0"/>
                  <a:pt x="142" y="0"/>
                </a:cubicBezTo>
                <a:moveTo>
                  <a:pt x="142" y="0"/>
                </a:moveTo>
                <a:cubicBezTo>
                  <a:pt x="142" y="0"/>
                  <a:pt x="142" y="0"/>
                  <a:pt x="142" y="0"/>
                </a:cubicBezTo>
                <a:cubicBezTo>
                  <a:pt x="142" y="0"/>
                  <a:pt x="142" y="0"/>
                  <a:pt x="142" y="0"/>
                </a:cubicBezTo>
                <a:moveTo>
                  <a:pt x="141" y="0"/>
                </a:moveTo>
                <a:cubicBezTo>
                  <a:pt x="141" y="0"/>
                  <a:pt x="141" y="0"/>
                  <a:pt x="141" y="0"/>
                </a:cubicBezTo>
                <a:cubicBezTo>
                  <a:pt x="141" y="0"/>
                  <a:pt x="141" y="0"/>
                  <a:pt x="141" y="0"/>
                </a:cubicBezTo>
                <a:moveTo>
                  <a:pt x="141" y="0"/>
                </a:moveTo>
                <a:cubicBezTo>
                  <a:pt x="141" y="0"/>
                  <a:pt x="141" y="0"/>
                  <a:pt x="141" y="0"/>
                </a:cubicBezTo>
                <a:cubicBezTo>
                  <a:pt x="141" y="0"/>
                  <a:pt x="141" y="0"/>
                  <a:pt x="141" y="0"/>
                </a:cubicBezTo>
                <a:moveTo>
                  <a:pt x="141" y="0"/>
                </a:moveTo>
                <a:cubicBezTo>
                  <a:pt x="141" y="0"/>
                  <a:pt x="141" y="0"/>
                  <a:pt x="141" y="0"/>
                </a:cubicBezTo>
                <a:cubicBezTo>
                  <a:pt x="141" y="0"/>
                  <a:pt x="141" y="0"/>
                  <a:pt x="141" y="0"/>
                </a:cubicBezTo>
                <a:moveTo>
                  <a:pt x="140" y="0"/>
                </a:moveTo>
                <a:cubicBezTo>
                  <a:pt x="140" y="0"/>
                  <a:pt x="141" y="0"/>
                  <a:pt x="141" y="0"/>
                </a:cubicBezTo>
                <a:cubicBezTo>
                  <a:pt x="141" y="0"/>
                  <a:pt x="140" y="0"/>
                  <a:pt x="140" y="0"/>
                </a:cubicBezTo>
                <a:moveTo>
                  <a:pt x="140" y="0"/>
                </a:moveTo>
                <a:cubicBezTo>
                  <a:pt x="140" y="0"/>
                  <a:pt x="140" y="0"/>
                  <a:pt x="140" y="0"/>
                </a:cubicBezTo>
                <a:cubicBezTo>
                  <a:pt x="140" y="0"/>
                  <a:pt x="140" y="0"/>
                  <a:pt x="140" y="0"/>
                </a:cubicBezTo>
                <a:moveTo>
                  <a:pt x="140" y="0"/>
                </a:moveTo>
                <a:cubicBezTo>
                  <a:pt x="140" y="0"/>
                  <a:pt x="140" y="0"/>
                  <a:pt x="140" y="0"/>
                </a:cubicBezTo>
                <a:cubicBezTo>
                  <a:pt x="140" y="0"/>
                  <a:pt x="140" y="0"/>
                  <a:pt x="140" y="0"/>
                </a:cubicBezTo>
              </a:path>
            </a:pathLst>
          </a:custGeom>
          <a:solidFill>
            <a:srgbClr val="B0BB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 name="Freeform 28"/>
          <p:cNvSpPr>
            <a:spLocks/>
          </p:cNvSpPr>
          <p:nvPr/>
        </p:nvSpPr>
        <p:spPr bwMode="auto">
          <a:xfrm>
            <a:off x="7885113" y="3614738"/>
            <a:ext cx="1101725" cy="1101725"/>
          </a:xfrm>
          <a:custGeom>
            <a:avLst/>
            <a:gdLst>
              <a:gd name="T0" fmla="*/ 0 w 254"/>
              <a:gd name="T1" fmla="*/ 140 h 254"/>
              <a:gd name="T2" fmla="*/ 0 w 254"/>
              <a:gd name="T3" fmla="*/ 141 h 254"/>
              <a:gd name="T4" fmla="*/ 0 w 254"/>
              <a:gd name="T5" fmla="*/ 143 h 254"/>
              <a:gd name="T6" fmla="*/ 0 w 254"/>
              <a:gd name="T7" fmla="*/ 143 h 254"/>
              <a:gd name="T8" fmla="*/ 0 w 254"/>
              <a:gd name="T9" fmla="*/ 145 h 254"/>
              <a:gd name="T10" fmla="*/ 0 w 254"/>
              <a:gd name="T11" fmla="*/ 145 h 254"/>
              <a:gd name="T12" fmla="*/ 0 w 254"/>
              <a:gd name="T13" fmla="*/ 146 h 254"/>
              <a:gd name="T14" fmla="*/ 0 w 254"/>
              <a:gd name="T15" fmla="*/ 147 h 254"/>
              <a:gd name="T16" fmla="*/ 0 w 254"/>
              <a:gd name="T17" fmla="*/ 149 h 254"/>
              <a:gd name="T18" fmla="*/ 0 w 254"/>
              <a:gd name="T19" fmla="*/ 149 h 254"/>
              <a:gd name="T20" fmla="*/ 0 w 254"/>
              <a:gd name="T21" fmla="*/ 150 h 254"/>
              <a:gd name="T22" fmla="*/ 0 w 254"/>
              <a:gd name="T23" fmla="*/ 152 h 254"/>
              <a:gd name="T24" fmla="*/ 0 w 254"/>
              <a:gd name="T25" fmla="*/ 153 h 254"/>
              <a:gd name="T26" fmla="*/ 0 w 254"/>
              <a:gd name="T27" fmla="*/ 154 h 254"/>
              <a:gd name="T28" fmla="*/ 59 w 254"/>
              <a:gd name="T29" fmla="*/ 254 h 254"/>
              <a:gd name="T30" fmla="*/ 189 w 254"/>
              <a:gd name="T31" fmla="*/ 9 h 254"/>
              <a:gd name="T32" fmla="*/ 188 w 254"/>
              <a:gd name="T33" fmla="*/ 8 h 254"/>
              <a:gd name="T34" fmla="*/ 187 w 254"/>
              <a:gd name="T35" fmla="*/ 8 h 254"/>
              <a:gd name="T36" fmla="*/ 186 w 254"/>
              <a:gd name="T37" fmla="*/ 7 h 254"/>
              <a:gd name="T38" fmla="*/ 185 w 254"/>
              <a:gd name="T39" fmla="*/ 7 h 254"/>
              <a:gd name="T40" fmla="*/ 184 w 254"/>
              <a:gd name="T41" fmla="*/ 7 h 254"/>
              <a:gd name="T42" fmla="*/ 183 w 254"/>
              <a:gd name="T43" fmla="*/ 6 h 254"/>
              <a:gd name="T44" fmla="*/ 182 w 254"/>
              <a:gd name="T45" fmla="*/ 6 h 254"/>
              <a:gd name="T46" fmla="*/ 181 w 254"/>
              <a:gd name="T47" fmla="*/ 6 h 254"/>
              <a:gd name="T48" fmla="*/ 180 w 254"/>
              <a:gd name="T49" fmla="*/ 5 h 254"/>
              <a:gd name="T50" fmla="*/ 179 w 254"/>
              <a:gd name="T51" fmla="*/ 5 h 254"/>
              <a:gd name="T52" fmla="*/ 178 w 254"/>
              <a:gd name="T53" fmla="*/ 5 h 254"/>
              <a:gd name="T54" fmla="*/ 177 w 254"/>
              <a:gd name="T55" fmla="*/ 5 h 254"/>
              <a:gd name="T56" fmla="*/ 176 w 254"/>
              <a:gd name="T57" fmla="*/ 4 h 254"/>
              <a:gd name="T58" fmla="*/ 175 w 254"/>
              <a:gd name="T59" fmla="*/ 4 h 254"/>
              <a:gd name="T60" fmla="*/ 173 w 254"/>
              <a:gd name="T61" fmla="*/ 4 h 254"/>
              <a:gd name="T62" fmla="*/ 172 w 254"/>
              <a:gd name="T63" fmla="*/ 3 h 254"/>
              <a:gd name="T64" fmla="*/ 171 w 254"/>
              <a:gd name="T65" fmla="*/ 3 h 254"/>
              <a:gd name="T66" fmla="*/ 169 w 254"/>
              <a:gd name="T67" fmla="*/ 3 h 254"/>
              <a:gd name="T68" fmla="*/ 168 w 254"/>
              <a:gd name="T69" fmla="*/ 2 h 254"/>
              <a:gd name="T70" fmla="*/ 166 w 254"/>
              <a:gd name="T71" fmla="*/ 2 h 254"/>
              <a:gd name="T72" fmla="*/ 165 w 254"/>
              <a:gd name="T73" fmla="*/ 2 h 254"/>
              <a:gd name="T74" fmla="*/ 164 w 254"/>
              <a:gd name="T75" fmla="*/ 2 h 254"/>
              <a:gd name="T76" fmla="*/ 163 w 254"/>
              <a:gd name="T77" fmla="*/ 1 h 254"/>
              <a:gd name="T78" fmla="*/ 161 w 254"/>
              <a:gd name="T79" fmla="*/ 1 h 254"/>
              <a:gd name="T80" fmla="*/ 160 w 254"/>
              <a:gd name="T81" fmla="*/ 1 h 254"/>
              <a:gd name="T82" fmla="*/ 159 w 254"/>
              <a:gd name="T83" fmla="*/ 1 h 254"/>
              <a:gd name="T84" fmla="*/ 158 w 254"/>
              <a:gd name="T85" fmla="*/ 1 h 254"/>
              <a:gd name="T86" fmla="*/ 157 w 254"/>
              <a:gd name="T87" fmla="*/ 1 h 254"/>
              <a:gd name="T88" fmla="*/ 156 w 254"/>
              <a:gd name="T89" fmla="*/ 1 h 254"/>
              <a:gd name="T90" fmla="*/ 155 w 254"/>
              <a:gd name="T91" fmla="*/ 0 h 254"/>
              <a:gd name="T92" fmla="*/ 154 w 254"/>
              <a:gd name="T93" fmla="*/ 0 h 254"/>
              <a:gd name="T94" fmla="*/ 153 w 254"/>
              <a:gd name="T95" fmla="*/ 0 h 254"/>
              <a:gd name="T96" fmla="*/ 152 w 254"/>
              <a:gd name="T97" fmla="*/ 0 h 254"/>
              <a:gd name="T98" fmla="*/ 151 w 254"/>
              <a:gd name="T99" fmla="*/ 0 h 254"/>
              <a:gd name="T100" fmla="*/ 150 w 254"/>
              <a:gd name="T101" fmla="*/ 0 h 254"/>
              <a:gd name="T102" fmla="*/ 149 w 254"/>
              <a:gd name="T103" fmla="*/ 0 h 254"/>
              <a:gd name="T104" fmla="*/ 148 w 254"/>
              <a:gd name="T105" fmla="*/ 0 h 254"/>
              <a:gd name="T106" fmla="*/ 147 w 254"/>
              <a:gd name="T107" fmla="*/ 0 h 254"/>
              <a:gd name="T108" fmla="*/ 146 w 254"/>
              <a:gd name="T109" fmla="*/ 0 h 254"/>
              <a:gd name="T110" fmla="*/ 145 w 254"/>
              <a:gd name="T111" fmla="*/ 0 h 254"/>
              <a:gd name="T112" fmla="*/ 144 w 254"/>
              <a:gd name="T113" fmla="*/ 0 h 254"/>
              <a:gd name="T114" fmla="*/ 144 w 254"/>
              <a:gd name="T115" fmla="*/ 0 h 254"/>
              <a:gd name="T116" fmla="*/ 143 w 254"/>
              <a:gd name="T117" fmla="*/ 0 h 254"/>
              <a:gd name="T118" fmla="*/ 142 w 254"/>
              <a:gd name="T119" fmla="*/ 0 h 254"/>
              <a:gd name="T120" fmla="*/ 141 w 254"/>
              <a:gd name="T121" fmla="*/ 0 h 254"/>
              <a:gd name="T122" fmla="*/ 140 w 254"/>
              <a:gd name="T123" fmla="*/ 0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4" h="254">
                <a:moveTo>
                  <a:pt x="140" y="0"/>
                </a:moveTo>
                <a:cubicBezTo>
                  <a:pt x="62" y="0"/>
                  <a:pt x="0" y="62"/>
                  <a:pt x="0" y="140"/>
                </a:cubicBezTo>
                <a:cubicBezTo>
                  <a:pt x="0" y="140"/>
                  <a:pt x="0" y="140"/>
                  <a:pt x="0" y="140"/>
                </a:cubicBezTo>
                <a:cubicBezTo>
                  <a:pt x="0" y="140"/>
                  <a:pt x="0" y="140"/>
                  <a:pt x="0" y="140"/>
                </a:cubicBezTo>
                <a:cubicBezTo>
                  <a:pt x="0" y="140"/>
                  <a:pt x="0" y="140"/>
                  <a:pt x="0" y="140"/>
                </a:cubicBezTo>
                <a:cubicBezTo>
                  <a:pt x="0" y="140"/>
                  <a:pt x="0" y="140"/>
                  <a:pt x="0" y="140"/>
                </a:cubicBezTo>
                <a:cubicBezTo>
                  <a:pt x="0" y="140"/>
                  <a:pt x="0" y="140"/>
                  <a:pt x="0" y="140"/>
                </a:cubicBezTo>
                <a:cubicBezTo>
                  <a:pt x="0" y="140"/>
                  <a:pt x="0" y="140"/>
                  <a:pt x="0" y="140"/>
                </a:cubicBezTo>
                <a:cubicBezTo>
                  <a:pt x="0" y="140"/>
                  <a:pt x="0" y="141"/>
                  <a:pt x="0" y="141"/>
                </a:cubicBezTo>
                <a:cubicBezTo>
                  <a:pt x="0" y="141"/>
                  <a:pt x="0" y="141"/>
                  <a:pt x="0" y="141"/>
                </a:cubicBezTo>
                <a:cubicBezTo>
                  <a:pt x="0" y="141"/>
                  <a:pt x="0" y="141"/>
                  <a:pt x="0" y="141"/>
                </a:cubicBezTo>
                <a:cubicBezTo>
                  <a:pt x="0" y="141"/>
                  <a:pt x="0" y="141"/>
                  <a:pt x="0" y="141"/>
                </a:cubicBezTo>
                <a:cubicBezTo>
                  <a:pt x="0" y="141"/>
                  <a:pt x="0" y="141"/>
                  <a:pt x="0" y="141"/>
                </a:cubicBezTo>
                <a:cubicBezTo>
                  <a:pt x="0" y="141"/>
                  <a:pt x="0" y="141"/>
                  <a:pt x="0" y="141"/>
                </a:cubicBezTo>
                <a:cubicBezTo>
                  <a:pt x="0" y="141"/>
                  <a:pt x="0" y="141"/>
                  <a:pt x="0" y="141"/>
                </a:cubicBezTo>
                <a:cubicBezTo>
                  <a:pt x="0" y="141"/>
                  <a:pt x="0" y="142"/>
                  <a:pt x="0" y="142"/>
                </a:cubicBezTo>
                <a:cubicBezTo>
                  <a:pt x="0" y="142"/>
                  <a:pt x="0" y="142"/>
                  <a:pt x="0" y="142"/>
                </a:cubicBezTo>
                <a:cubicBezTo>
                  <a:pt x="0" y="142"/>
                  <a:pt x="0" y="142"/>
                  <a:pt x="0" y="142"/>
                </a:cubicBezTo>
                <a:cubicBezTo>
                  <a:pt x="0" y="142"/>
                  <a:pt x="0" y="142"/>
                  <a:pt x="0" y="142"/>
                </a:cubicBezTo>
                <a:cubicBezTo>
                  <a:pt x="0" y="142"/>
                  <a:pt x="0" y="142"/>
                  <a:pt x="0" y="142"/>
                </a:cubicBezTo>
                <a:cubicBezTo>
                  <a:pt x="0" y="142"/>
                  <a:pt x="0" y="142"/>
                  <a:pt x="0" y="143"/>
                </a:cubicBezTo>
                <a:cubicBezTo>
                  <a:pt x="0" y="143"/>
                  <a:pt x="0" y="143"/>
                  <a:pt x="0" y="143"/>
                </a:cubicBezTo>
                <a:cubicBezTo>
                  <a:pt x="0" y="143"/>
                  <a:pt x="0" y="143"/>
                  <a:pt x="0" y="143"/>
                </a:cubicBezTo>
                <a:cubicBezTo>
                  <a:pt x="0" y="143"/>
                  <a:pt x="0" y="143"/>
                  <a:pt x="0" y="143"/>
                </a:cubicBezTo>
                <a:cubicBezTo>
                  <a:pt x="0" y="143"/>
                  <a:pt x="0" y="143"/>
                  <a:pt x="0" y="143"/>
                </a:cubicBezTo>
                <a:cubicBezTo>
                  <a:pt x="0" y="143"/>
                  <a:pt x="0" y="143"/>
                  <a:pt x="0" y="143"/>
                </a:cubicBezTo>
                <a:cubicBezTo>
                  <a:pt x="0" y="143"/>
                  <a:pt x="0" y="143"/>
                  <a:pt x="0" y="143"/>
                </a:cubicBezTo>
                <a:cubicBezTo>
                  <a:pt x="0" y="143"/>
                  <a:pt x="0" y="143"/>
                  <a:pt x="0" y="143"/>
                </a:cubicBezTo>
                <a:cubicBezTo>
                  <a:pt x="0" y="144"/>
                  <a:pt x="0" y="144"/>
                  <a:pt x="0" y="144"/>
                </a:cubicBezTo>
                <a:cubicBezTo>
                  <a:pt x="0" y="144"/>
                  <a:pt x="0" y="144"/>
                  <a:pt x="0" y="144"/>
                </a:cubicBezTo>
                <a:cubicBezTo>
                  <a:pt x="0" y="144"/>
                  <a:pt x="0" y="144"/>
                  <a:pt x="0" y="144"/>
                </a:cubicBezTo>
                <a:cubicBezTo>
                  <a:pt x="0" y="144"/>
                  <a:pt x="0" y="144"/>
                  <a:pt x="0" y="144"/>
                </a:cubicBezTo>
                <a:cubicBezTo>
                  <a:pt x="0" y="144"/>
                  <a:pt x="0" y="144"/>
                  <a:pt x="0" y="144"/>
                </a:cubicBezTo>
                <a:cubicBezTo>
                  <a:pt x="0" y="144"/>
                  <a:pt x="0" y="144"/>
                  <a:pt x="0" y="144"/>
                </a:cubicBezTo>
                <a:cubicBezTo>
                  <a:pt x="0" y="144"/>
                  <a:pt x="0" y="144"/>
                  <a:pt x="0" y="145"/>
                </a:cubicBezTo>
                <a:cubicBezTo>
                  <a:pt x="0" y="145"/>
                  <a:pt x="0" y="145"/>
                  <a:pt x="0" y="145"/>
                </a:cubicBezTo>
                <a:cubicBezTo>
                  <a:pt x="0" y="145"/>
                  <a:pt x="0" y="145"/>
                  <a:pt x="0" y="145"/>
                </a:cubicBezTo>
                <a:cubicBezTo>
                  <a:pt x="0" y="145"/>
                  <a:pt x="0" y="145"/>
                  <a:pt x="0" y="145"/>
                </a:cubicBezTo>
                <a:cubicBezTo>
                  <a:pt x="0" y="145"/>
                  <a:pt x="0" y="145"/>
                  <a:pt x="0" y="145"/>
                </a:cubicBezTo>
                <a:cubicBezTo>
                  <a:pt x="0" y="145"/>
                  <a:pt x="0" y="145"/>
                  <a:pt x="0" y="145"/>
                </a:cubicBezTo>
                <a:cubicBezTo>
                  <a:pt x="0" y="145"/>
                  <a:pt x="0" y="145"/>
                  <a:pt x="0" y="145"/>
                </a:cubicBezTo>
                <a:cubicBezTo>
                  <a:pt x="0" y="145"/>
                  <a:pt x="0" y="145"/>
                  <a:pt x="0" y="145"/>
                </a:cubicBezTo>
                <a:cubicBezTo>
                  <a:pt x="0" y="145"/>
                  <a:pt x="0" y="146"/>
                  <a:pt x="0" y="146"/>
                </a:cubicBezTo>
                <a:cubicBezTo>
                  <a:pt x="0" y="146"/>
                  <a:pt x="0" y="146"/>
                  <a:pt x="0" y="146"/>
                </a:cubicBezTo>
                <a:cubicBezTo>
                  <a:pt x="0" y="146"/>
                  <a:pt x="0" y="146"/>
                  <a:pt x="0" y="146"/>
                </a:cubicBezTo>
                <a:cubicBezTo>
                  <a:pt x="0" y="146"/>
                  <a:pt x="0" y="146"/>
                  <a:pt x="0" y="146"/>
                </a:cubicBezTo>
                <a:cubicBezTo>
                  <a:pt x="0" y="146"/>
                  <a:pt x="0" y="146"/>
                  <a:pt x="0" y="146"/>
                </a:cubicBezTo>
                <a:cubicBezTo>
                  <a:pt x="0" y="146"/>
                  <a:pt x="0" y="146"/>
                  <a:pt x="0" y="146"/>
                </a:cubicBezTo>
                <a:cubicBezTo>
                  <a:pt x="0" y="146"/>
                  <a:pt x="0" y="146"/>
                  <a:pt x="0" y="146"/>
                </a:cubicBezTo>
                <a:cubicBezTo>
                  <a:pt x="0" y="146"/>
                  <a:pt x="0" y="146"/>
                  <a:pt x="0" y="146"/>
                </a:cubicBezTo>
                <a:cubicBezTo>
                  <a:pt x="0" y="147"/>
                  <a:pt x="0" y="147"/>
                  <a:pt x="0" y="147"/>
                </a:cubicBezTo>
                <a:cubicBezTo>
                  <a:pt x="0" y="147"/>
                  <a:pt x="0" y="147"/>
                  <a:pt x="0" y="147"/>
                </a:cubicBezTo>
                <a:cubicBezTo>
                  <a:pt x="0" y="147"/>
                  <a:pt x="0" y="147"/>
                  <a:pt x="0" y="147"/>
                </a:cubicBezTo>
                <a:cubicBezTo>
                  <a:pt x="0" y="147"/>
                  <a:pt x="0" y="147"/>
                  <a:pt x="0" y="147"/>
                </a:cubicBezTo>
                <a:cubicBezTo>
                  <a:pt x="0" y="147"/>
                  <a:pt x="0" y="147"/>
                  <a:pt x="0" y="147"/>
                </a:cubicBezTo>
                <a:cubicBezTo>
                  <a:pt x="0" y="147"/>
                  <a:pt x="0" y="147"/>
                  <a:pt x="0" y="147"/>
                </a:cubicBezTo>
                <a:cubicBezTo>
                  <a:pt x="0" y="147"/>
                  <a:pt x="0" y="147"/>
                  <a:pt x="0" y="147"/>
                </a:cubicBezTo>
                <a:cubicBezTo>
                  <a:pt x="0" y="148"/>
                  <a:pt x="0" y="148"/>
                  <a:pt x="0" y="148"/>
                </a:cubicBezTo>
                <a:cubicBezTo>
                  <a:pt x="0" y="148"/>
                  <a:pt x="0" y="148"/>
                  <a:pt x="0" y="148"/>
                </a:cubicBezTo>
                <a:cubicBezTo>
                  <a:pt x="0" y="148"/>
                  <a:pt x="0" y="148"/>
                  <a:pt x="0" y="148"/>
                </a:cubicBezTo>
                <a:cubicBezTo>
                  <a:pt x="0" y="148"/>
                  <a:pt x="0" y="148"/>
                  <a:pt x="0" y="148"/>
                </a:cubicBezTo>
                <a:cubicBezTo>
                  <a:pt x="0" y="148"/>
                  <a:pt x="0" y="148"/>
                  <a:pt x="0" y="148"/>
                </a:cubicBezTo>
                <a:cubicBezTo>
                  <a:pt x="0" y="148"/>
                  <a:pt x="0" y="148"/>
                  <a:pt x="0" y="149"/>
                </a:cubicBezTo>
                <a:cubicBezTo>
                  <a:pt x="0" y="149"/>
                  <a:pt x="0" y="149"/>
                  <a:pt x="0" y="149"/>
                </a:cubicBezTo>
                <a:cubicBezTo>
                  <a:pt x="0" y="149"/>
                  <a:pt x="0" y="149"/>
                  <a:pt x="0" y="149"/>
                </a:cubicBezTo>
                <a:cubicBezTo>
                  <a:pt x="0" y="149"/>
                  <a:pt x="0" y="149"/>
                  <a:pt x="0" y="149"/>
                </a:cubicBezTo>
                <a:cubicBezTo>
                  <a:pt x="0" y="149"/>
                  <a:pt x="0" y="149"/>
                  <a:pt x="0" y="149"/>
                </a:cubicBezTo>
                <a:cubicBezTo>
                  <a:pt x="0" y="149"/>
                  <a:pt x="0" y="149"/>
                  <a:pt x="0" y="149"/>
                </a:cubicBezTo>
                <a:cubicBezTo>
                  <a:pt x="0" y="149"/>
                  <a:pt x="0" y="149"/>
                  <a:pt x="0" y="149"/>
                </a:cubicBezTo>
                <a:cubicBezTo>
                  <a:pt x="0" y="149"/>
                  <a:pt x="0" y="149"/>
                  <a:pt x="0" y="149"/>
                </a:cubicBezTo>
                <a:cubicBezTo>
                  <a:pt x="0" y="150"/>
                  <a:pt x="0" y="150"/>
                  <a:pt x="0" y="150"/>
                </a:cubicBezTo>
                <a:cubicBezTo>
                  <a:pt x="0" y="150"/>
                  <a:pt x="0" y="150"/>
                  <a:pt x="0" y="150"/>
                </a:cubicBezTo>
                <a:cubicBezTo>
                  <a:pt x="0" y="150"/>
                  <a:pt x="0" y="150"/>
                  <a:pt x="0" y="150"/>
                </a:cubicBezTo>
                <a:cubicBezTo>
                  <a:pt x="0" y="150"/>
                  <a:pt x="0" y="150"/>
                  <a:pt x="0" y="150"/>
                </a:cubicBezTo>
                <a:cubicBezTo>
                  <a:pt x="0" y="150"/>
                  <a:pt x="0" y="150"/>
                  <a:pt x="0" y="150"/>
                </a:cubicBezTo>
                <a:cubicBezTo>
                  <a:pt x="0" y="150"/>
                  <a:pt x="0" y="150"/>
                  <a:pt x="0" y="150"/>
                </a:cubicBezTo>
                <a:cubicBezTo>
                  <a:pt x="0" y="150"/>
                  <a:pt x="0" y="150"/>
                  <a:pt x="0" y="150"/>
                </a:cubicBezTo>
                <a:cubicBezTo>
                  <a:pt x="0" y="150"/>
                  <a:pt x="0" y="151"/>
                  <a:pt x="0" y="151"/>
                </a:cubicBezTo>
                <a:cubicBezTo>
                  <a:pt x="0" y="151"/>
                  <a:pt x="0" y="151"/>
                  <a:pt x="0" y="151"/>
                </a:cubicBezTo>
                <a:cubicBezTo>
                  <a:pt x="0" y="151"/>
                  <a:pt x="0" y="151"/>
                  <a:pt x="0" y="151"/>
                </a:cubicBezTo>
                <a:cubicBezTo>
                  <a:pt x="0" y="151"/>
                  <a:pt x="0" y="151"/>
                  <a:pt x="0" y="151"/>
                </a:cubicBezTo>
                <a:cubicBezTo>
                  <a:pt x="0" y="151"/>
                  <a:pt x="0" y="151"/>
                  <a:pt x="0" y="151"/>
                </a:cubicBezTo>
                <a:cubicBezTo>
                  <a:pt x="0" y="151"/>
                  <a:pt x="0" y="151"/>
                  <a:pt x="0" y="152"/>
                </a:cubicBezTo>
                <a:cubicBezTo>
                  <a:pt x="0" y="152"/>
                  <a:pt x="0" y="152"/>
                  <a:pt x="0" y="152"/>
                </a:cubicBezTo>
                <a:cubicBezTo>
                  <a:pt x="0" y="152"/>
                  <a:pt x="0" y="152"/>
                  <a:pt x="0" y="152"/>
                </a:cubicBezTo>
                <a:cubicBezTo>
                  <a:pt x="0" y="152"/>
                  <a:pt x="0" y="152"/>
                  <a:pt x="0" y="152"/>
                </a:cubicBezTo>
                <a:cubicBezTo>
                  <a:pt x="0" y="152"/>
                  <a:pt x="0" y="152"/>
                  <a:pt x="0" y="152"/>
                </a:cubicBezTo>
                <a:cubicBezTo>
                  <a:pt x="0" y="152"/>
                  <a:pt x="0" y="152"/>
                  <a:pt x="0" y="152"/>
                </a:cubicBezTo>
                <a:cubicBezTo>
                  <a:pt x="0" y="153"/>
                  <a:pt x="0" y="153"/>
                  <a:pt x="0" y="153"/>
                </a:cubicBezTo>
                <a:cubicBezTo>
                  <a:pt x="0" y="153"/>
                  <a:pt x="0" y="153"/>
                  <a:pt x="0" y="153"/>
                </a:cubicBezTo>
                <a:cubicBezTo>
                  <a:pt x="0" y="153"/>
                  <a:pt x="0" y="153"/>
                  <a:pt x="0" y="153"/>
                </a:cubicBezTo>
                <a:cubicBezTo>
                  <a:pt x="0" y="153"/>
                  <a:pt x="0" y="153"/>
                  <a:pt x="0" y="153"/>
                </a:cubicBezTo>
                <a:cubicBezTo>
                  <a:pt x="0" y="153"/>
                  <a:pt x="0" y="153"/>
                  <a:pt x="0" y="153"/>
                </a:cubicBezTo>
                <a:cubicBezTo>
                  <a:pt x="0" y="153"/>
                  <a:pt x="0" y="153"/>
                  <a:pt x="0" y="154"/>
                </a:cubicBezTo>
                <a:cubicBezTo>
                  <a:pt x="0" y="154"/>
                  <a:pt x="0" y="154"/>
                  <a:pt x="0" y="154"/>
                </a:cubicBezTo>
                <a:cubicBezTo>
                  <a:pt x="0" y="154"/>
                  <a:pt x="0" y="154"/>
                  <a:pt x="0" y="154"/>
                </a:cubicBezTo>
                <a:cubicBezTo>
                  <a:pt x="0" y="154"/>
                  <a:pt x="0" y="154"/>
                  <a:pt x="0" y="154"/>
                </a:cubicBezTo>
                <a:cubicBezTo>
                  <a:pt x="0" y="154"/>
                  <a:pt x="0" y="154"/>
                  <a:pt x="0" y="154"/>
                </a:cubicBezTo>
                <a:cubicBezTo>
                  <a:pt x="0" y="154"/>
                  <a:pt x="0" y="155"/>
                  <a:pt x="1" y="155"/>
                </a:cubicBezTo>
                <a:cubicBezTo>
                  <a:pt x="1" y="155"/>
                  <a:pt x="1" y="155"/>
                  <a:pt x="1" y="155"/>
                </a:cubicBezTo>
                <a:cubicBezTo>
                  <a:pt x="1" y="155"/>
                  <a:pt x="1" y="155"/>
                  <a:pt x="1" y="155"/>
                </a:cubicBezTo>
                <a:cubicBezTo>
                  <a:pt x="1" y="155"/>
                  <a:pt x="1" y="155"/>
                  <a:pt x="1" y="155"/>
                </a:cubicBezTo>
                <a:cubicBezTo>
                  <a:pt x="1" y="155"/>
                  <a:pt x="1" y="156"/>
                  <a:pt x="1" y="156"/>
                </a:cubicBezTo>
                <a:cubicBezTo>
                  <a:pt x="1" y="156"/>
                  <a:pt x="1" y="156"/>
                  <a:pt x="1" y="156"/>
                </a:cubicBezTo>
                <a:cubicBezTo>
                  <a:pt x="5" y="196"/>
                  <a:pt x="27" y="231"/>
                  <a:pt x="59" y="254"/>
                </a:cubicBezTo>
                <a:cubicBezTo>
                  <a:pt x="43" y="231"/>
                  <a:pt x="33" y="203"/>
                  <a:pt x="33" y="173"/>
                </a:cubicBezTo>
                <a:cubicBezTo>
                  <a:pt x="33" y="96"/>
                  <a:pt x="96" y="33"/>
                  <a:pt x="173" y="33"/>
                </a:cubicBezTo>
                <a:cubicBezTo>
                  <a:pt x="203" y="33"/>
                  <a:pt x="231" y="42"/>
                  <a:pt x="254" y="59"/>
                </a:cubicBezTo>
                <a:cubicBezTo>
                  <a:pt x="238" y="36"/>
                  <a:pt x="216" y="19"/>
                  <a:pt x="190" y="9"/>
                </a:cubicBezTo>
                <a:cubicBezTo>
                  <a:pt x="190" y="9"/>
                  <a:pt x="190" y="9"/>
                  <a:pt x="190" y="9"/>
                </a:cubicBezTo>
                <a:cubicBezTo>
                  <a:pt x="190" y="9"/>
                  <a:pt x="189" y="9"/>
                  <a:pt x="189" y="9"/>
                </a:cubicBezTo>
                <a:cubicBezTo>
                  <a:pt x="189" y="9"/>
                  <a:pt x="189" y="9"/>
                  <a:pt x="189" y="9"/>
                </a:cubicBezTo>
                <a:cubicBezTo>
                  <a:pt x="189" y="9"/>
                  <a:pt x="189" y="8"/>
                  <a:pt x="189" y="8"/>
                </a:cubicBezTo>
                <a:cubicBezTo>
                  <a:pt x="189" y="8"/>
                  <a:pt x="189" y="8"/>
                  <a:pt x="189" y="8"/>
                </a:cubicBezTo>
                <a:cubicBezTo>
                  <a:pt x="189" y="8"/>
                  <a:pt x="188" y="8"/>
                  <a:pt x="188" y="8"/>
                </a:cubicBezTo>
                <a:cubicBezTo>
                  <a:pt x="188" y="8"/>
                  <a:pt x="188" y="8"/>
                  <a:pt x="188" y="8"/>
                </a:cubicBezTo>
                <a:cubicBezTo>
                  <a:pt x="188" y="8"/>
                  <a:pt x="188" y="8"/>
                  <a:pt x="188" y="8"/>
                </a:cubicBezTo>
                <a:cubicBezTo>
                  <a:pt x="188" y="8"/>
                  <a:pt x="188" y="8"/>
                  <a:pt x="188" y="8"/>
                </a:cubicBezTo>
                <a:cubicBezTo>
                  <a:pt x="188" y="8"/>
                  <a:pt x="188" y="8"/>
                  <a:pt x="188" y="8"/>
                </a:cubicBezTo>
                <a:cubicBezTo>
                  <a:pt x="188" y="8"/>
                  <a:pt x="188" y="8"/>
                  <a:pt x="188" y="8"/>
                </a:cubicBezTo>
                <a:cubicBezTo>
                  <a:pt x="188" y="8"/>
                  <a:pt x="187" y="8"/>
                  <a:pt x="187" y="8"/>
                </a:cubicBezTo>
                <a:cubicBezTo>
                  <a:pt x="187" y="8"/>
                  <a:pt x="187" y="8"/>
                  <a:pt x="187" y="8"/>
                </a:cubicBezTo>
                <a:cubicBezTo>
                  <a:pt x="187" y="8"/>
                  <a:pt x="187" y="8"/>
                  <a:pt x="187" y="8"/>
                </a:cubicBezTo>
                <a:cubicBezTo>
                  <a:pt x="187" y="8"/>
                  <a:pt x="187" y="8"/>
                  <a:pt x="187" y="8"/>
                </a:cubicBezTo>
                <a:cubicBezTo>
                  <a:pt x="187" y="8"/>
                  <a:pt x="187" y="8"/>
                  <a:pt x="187" y="8"/>
                </a:cubicBezTo>
                <a:cubicBezTo>
                  <a:pt x="187" y="8"/>
                  <a:pt x="187" y="8"/>
                  <a:pt x="187" y="8"/>
                </a:cubicBezTo>
                <a:cubicBezTo>
                  <a:pt x="187" y="8"/>
                  <a:pt x="187" y="8"/>
                  <a:pt x="186" y="8"/>
                </a:cubicBezTo>
                <a:cubicBezTo>
                  <a:pt x="186" y="8"/>
                  <a:pt x="186" y="8"/>
                  <a:pt x="186" y="8"/>
                </a:cubicBezTo>
                <a:cubicBezTo>
                  <a:pt x="186" y="8"/>
                  <a:pt x="186" y="7"/>
                  <a:pt x="186" y="7"/>
                </a:cubicBezTo>
                <a:cubicBezTo>
                  <a:pt x="186" y="7"/>
                  <a:pt x="186" y="7"/>
                  <a:pt x="186" y="7"/>
                </a:cubicBezTo>
                <a:cubicBezTo>
                  <a:pt x="186" y="7"/>
                  <a:pt x="186" y="7"/>
                  <a:pt x="186" y="7"/>
                </a:cubicBezTo>
                <a:cubicBezTo>
                  <a:pt x="186" y="7"/>
                  <a:pt x="186" y="7"/>
                  <a:pt x="186" y="7"/>
                </a:cubicBezTo>
                <a:cubicBezTo>
                  <a:pt x="186" y="7"/>
                  <a:pt x="186" y="7"/>
                  <a:pt x="186" y="7"/>
                </a:cubicBezTo>
                <a:cubicBezTo>
                  <a:pt x="185" y="7"/>
                  <a:pt x="185" y="7"/>
                  <a:pt x="185" y="7"/>
                </a:cubicBezTo>
                <a:cubicBezTo>
                  <a:pt x="185" y="7"/>
                  <a:pt x="185" y="7"/>
                  <a:pt x="185" y="7"/>
                </a:cubicBezTo>
                <a:cubicBezTo>
                  <a:pt x="185" y="7"/>
                  <a:pt x="185" y="7"/>
                  <a:pt x="185" y="7"/>
                </a:cubicBezTo>
                <a:cubicBezTo>
                  <a:pt x="185" y="7"/>
                  <a:pt x="185" y="7"/>
                  <a:pt x="185" y="7"/>
                </a:cubicBezTo>
                <a:cubicBezTo>
                  <a:pt x="185" y="7"/>
                  <a:pt x="185" y="7"/>
                  <a:pt x="185" y="7"/>
                </a:cubicBezTo>
                <a:cubicBezTo>
                  <a:pt x="185" y="7"/>
                  <a:pt x="185" y="7"/>
                  <a:pt x="185" y="7"/>
                </a:cubicBezTo>
                <a:cubicBezTo>
                  <a:pt x="185" y="7"/>
                  <a:pt x="185" y="7"/>
                  <a:pt x="185" y="7"/>
                </a:cubicBezTo>
                <a:cubicBezTo>
                  <a:pt x="185" y="7"/>
                  <a:pt x="185" y="7"/>
                  <a:pt x="185" y="7"/>
                </a:cubicBezTo>
                <a:cubicBezTo>
                  <a:pt x="185" y="7"/>
                  <a:pt x="184" y="7"/>
                  <a:pt x="184" y="7"/>
                </a:cubicBezTo>
                <a:cubicBezTo>
                  <a:pt x="184" y="7"/>
                  <a:pt x="184" y="7"/>
                  <a:pt x="184" y="7"/>
                </a:cubicBezTo>
                <a:cubicBezTo>
                  <a:pt x="184" y="7"/>
                  <a:pt x="184" y="7"/>
                  <a:pt x="184" y="7"/>
                </a:cubicBezTo>
                <a:cubicBezTo>
                  <a:pt x="184" y="7"/>
                  <a:pt x="184" y="7"/>
                  <a:pt x="184" y="7"/>
                </a:cubicBezTo>
                <a:cubicBezTo>
                  <a:pt x="184" y="7"/>
                  <a:pt x="184" y="7"/>
                  <a:pt x="184" y="7"/>
                </a:cubicBezTo>
                <a:cubicBezTo>
                  <a:pt x="184" y="7"/>
                  <a:pt x="184" y="7"/>
                  <a:pt x="184" y="7"/>
                </a:cubicBezTo>
                <a:cubicBezTo>
                  <a:pt x="184" y="7"/>
                  <a:pt x="184" y="7"/>
                  <a:pt x="184" y="7"/>
                </a:cubicBezTo>
                <a:cubicBezTo>
                  <a:pt x="184" y="7"/>
                  <a:pt x="184" y="7"/>
                  <a:pt x="184" y="7"/>
                </a:cubicBezTo>
                <a:cubicBezTo>
                  <a:pt x="183" y="7"/>
                  <a:pt x="183" y="7"/>
                  <a:pt x="183" y="7"/>
                </a:cubicBezTo>
                <a:cubicBezTo>
                  <a:pt x="183" y="7"/>
                  <a:pt x="183" y="7"/>
                  <a:pt x="183" y="6"/>
                </a:cubicBezTo>
                <a:cubicBezTo>
                  <a:pt x="183" y="6"/>
                  <a:pt x="183" y="6"/>
                  <a:pt x="183" y="6"/>
                </a:cubicBezTo>
                <a:cubicBezTo>
                  <a:pt x="183" y="6"/>
                  <a:pt x="183" y="6"/>
                  <a:pt x="183" y="6"/>
                </a:cubicBezTo>
                <a:cubicBezTo>
                  <a:pt x="183" y="6"/>
                  <a:pt x="183" y="6"/>
                  <a:pt x="183" y="6"/>
                </a:cubicBezTo>
                <a:cubicBezTo>
                  <a:pt x="183" y="6"/>
                  <a:pt x="183" y="6"/>
                  <a:pt x="183" y="6"/>
                </a:cubicBezTo>
                <a:cubicBezTo>
                  <a:pt x="183" y="6"/>
                  <a:pt x="183" y="6"/>
                  <a:pt x="183" y="6"/>
                </a:cubicBezTo>
                <a:cubicBezTo>
                  <a:pt x="183" y="6"/>
                  <a:pt x="183" y="6"/>
                  <a:pt x="183" y="6"/>
                </a:cubicBezTo>
                <a:cubicBezTo>
                  <a:pt x="182" y="6"/>
                  <a:pt x="182" y="6"/>
                  <a:pt x="182" y="6"/>
                </a:cubicBezTo>
                <a:cubicBezTo>
                  <a:pt x="182" y="6"/>
                  <a:pt x="182" y="6"/>
                  <a:pt x="182" y="6"/>
                </a:cubicBezTo>
                <a:cubicBezTo>
                  <a:pt x="182" y="6"/>
                  <a:pt x="182" y="6"/>
                  <a:pt x="182" y="6"/>
                </a:cubicBezTo>
                <a:cubicBezTo>
                  <a:pt x="182" y="6"/>
                  <a:pt x="182" y="6"/>
                  <a:pt x="182" y="6"/>
                </a:cubicBezTo>
                <a:cubicBezTo>
                  <a:pt x="182" y="6"/>
                  <a:pt x="182" y="6"/>
                  <a:pt x="182" y="6"/>
                </a:cubicBezTo>
                <a:cubicBezTo>
                  <a:pt x="182" y="6"/>
                  <a:pt x="182" y="6"/>
                  <a:pt x="182" y="6"/>
                </a:cubicBezTo>
                <a:cubicBezTo>
                  <a:pt x="182" y="6"/>
                  <a:pt x="182" y="6"/>
                  <a:pt x="182" y="6"/>
                </a:cubicBezTo>
                <a:cubicBezTo>
                  <a:pt x="182" y="6"/>
                  <a:pt x="182" y="6"/>
                  <a:pt x="182" y="6"/>
                </a:cubicBezTo>
                <a:cubicBezTo>
                  <a:pt x="181" y="6"/>
                  <a:pt x="181" y="6"/>
                  <a:pt x="181" y="6"/>
                </a:cubicBezTo>
                <a:cubicBezTo>
                  <a:pt x="181" y="6"/>
                  <a:pt x="181" y="6"/>
                  <a:pt x="181" y="6"/>
                </a:cubicBezTo>
                <a:cubicBezTo>
                  <a:pt x="181" y="6"/>
                  <a:pt x="181" y="6"/>
                  <a:pt x="181" y="6"/>
                </a:cubicBezTo>
                <a:cubicBezTo>
                  <a:pt x="181" y="6"/>
                  <a:pt x="181" y="6"/>
                  <a:pt x="181" y="6"/>
                </a:cubicBezTo>
                <a:cubicBezTo>
                  <a:pt x="181" y="6"/>
                  <a:pt x="181" y="6"/>
                  <a:pt x="181" y="6"/>
                </a:cubicBezTo>
                <a:cubicBezTo>
                  <a:pt x="181" y="6"/>
                  <a:pt x="181" y="6"/>
                  <a:pt x="181" y="6"/>
                </a:cubicBezTo>
                <a:cubicBezTo>
                  <a:pt x="181" y="6"/>
                  <a:pt x="181" y="6"/>
                  <a:pt x="180" y="6"/>
                </a:cubicBezTo>
                <a:cubicBezTo>
                  <a:pt x="180" y="6"/>
                  <a:pt x="180" y="6"/>
                  <a:pt x="180" y="6"/>
                </a:cubicBezTo>
                <a:cubicBezTo>
                  <a:pt x="180" y="6"/>
                  <a:pt x="180" y="6"/>
                  <a:pt x="180" y="5"/>
                </a:cubicBezTo>
                <a:cubicBezTo>
                  <a:pt x="180" y="5"/>
                  <a:pt x="180" y="5"/>
                  <a:pt x="180" y="5"/>
                </a:cubicBezTo>
                <a:cubicBezTo>
                  <a:pt x="180" y="5"/>
                  <a:pt x="180" y="5"/>
                  <a:pt x="180" y="5"/>
                </a:cubicBezTo>
                <a:cubicBezTo>
                  <a:pt x="180" y="5"/>
                  <a:pt x="180" y="5"/>
                  <a:pt x="180" y="5"/>
                </a:cubicBezTo>
                <a:cubicBezTo>
                  <a:pt x="180" y="5"/>
                  <a:pt x="180" y="5"/>
                  <a:pt x="180" y="5"/>
                </a:cubicBezTo>
                <a:cubicBezTo>
                  <a:pt x="180" y="5"/>
                  <a:pt x="180" y="5"/>
                  <a:pt x="180" y="5"/>
                </a:cubicBezTo>
                <a:cubicBezTo>
                  <a:pt x="180" y="5"/>
                  <a:pt x="179" y="5"/>
                  <a:pt x="179" y="5"/>
                </a:cubicBezTo>
                <a:cubicBezTo>
                  <a:pt x="179" y="5"/>
                  <a:pt x="179" y="5"/>
                  <a:pt x="179" y="5"/>
                </a:cubicBezTo>
                <a:cubicBezTo>
                  <a:pt x="179" y="5"/>
                  <a:pt x="179" y="5"/>
                  <a:pt x="179" y="5"/>
                </a:cubicBezTo>
                <a:cubicBezTo>
                  <a:pt x="179" y="5"/>
                  <a:pt x="179" y="5"/>
                  <a:pt x="179" y="5"/>
                </a:cubicBezTo>
                <a:cubicBezTo>
                  <a:pt x="179" y="5"/>
                  <a:pt x="179" y="5"/>
                  <a:pt x="179" y="5"/>
                </a:cubicBezTo>
                <a:cubicBezTo>
                  <a:pt x="179" y="5"/>
                  <a:pt x="179" y="5"/>
                  <a:pt x="179" y="5"/>
                </a:cubicBezTo>
                <a:cubicBezTo>
                  <a:pt x="179" y="5"/>
                  <a:pt x="179" y="5"/>
                  <a:pt x="179" y="5"/>
                </a:cubicBezTo>
                <a:cubicBezTo>
                  <a:pt x="179" y="5"/>
                  <a:pt x="179" y="5"/>
                  <a:pt x="179" y="5"/>
                </a:cubicBezTo>
                <a:cubicBezTo>
                  <a:pt x="178" y="5"/>
                  <a:pt x="178" y="5"/>
                  <a:pt x="178" y="5"/>
                </a:cubicBezTo>
                <a:cubicBezTo>
                  <a:pt x="178" y="5"/>
                  <a:pt x="178" y="5"/>
                  <a:pt x="178" y="5"/>
                </a:cubicBezTo>
                <a:cubicBezTo>
                  <a:pt x="178" y="5"/>
                  <a:pt x="178" y="5"/>
                  <a:pt x="178" y="5"/>
                </a:cubicBezTo>
                <a:cubicBezTo>
                  <a:pt x="178" y="5"/>
                  <a:pt x="178" y="5"/>
                  <a:pt x="178" y="5"/>
                </a:cubicBezTo>
                <a:cubicBezTo>
                  <a:pt x="178" y="5"/>
                  <a:pt x="178" y="5"/>
                  <a:pt x="178" y="5"/>
                </a:cubicBezTo>
                <a:cubicBezTo>
                  <a:pt x="178" y="5"/>
                  <a:pt x="178" y="5"/>
                  <a:pt x="178" y="5"/>
                </a:cubicBezTo>
                <a:cubicBezTo>
                  <a:pt x="178" y="5"/>
                  <a:pt x="177" y="5"/>
                  <a:pt x="177" y="5"/>
                </a:cubicBezTo>
                <a:cubicBezTo>
                  <a:pt x="177" y="5"/>
                  <a:pt x="177" y="5"/>
                  <a:pt x="177" y="5"/>
                </a:cubicBezTo>
                <a:cubicBezTo>
                  <a:pt x="177" y="5"/>
                  <a:pt x="177" y="5"/>
                  <a:pt x="177" y="5"/>
                </a:cubicBezTo>
                <a:cubicBezTo>
                  <a:pt x="177" y="5"/>
                  <a:pt x="177" y="5"/>
                  <a:pt x="177" y="5"/>
                </a:cubicBezTo>
                <a:cubicBezTo>
                  <a:pt x="177" y="5"/>
                  <a:pt x="177" y="4"/>
                  <a:pt x="177" y="4"/>
                </a:cubicBezTo>
                <a:cubicBezTo>
                  <a:pt x="177" y="4"/>
                  <a:pt x="177" y="4"/>
                  <a:pt x="177" y="4"/>
                </a:cubicBezTo>
                <a:cubicBezTo>
                  <a:pt x="176" y="4"/>
                  <a:pt x="176" y="4"/>
                  <a:pt x="176" y="4"/>
                </a:cubicBezTo>
                <a:cubicBezTo>
                  <a:pt x="176" y="4"/>
                  <a:pt x="176" y="4"/>
                  <a:pt x="176" y="4"/>
                </a:cubicBezTo>
                <a:cubicBezTo>
                  <a:pt x="176" y="4"/>
                  <a:pt x="176" y="4"/>
                  <a:pt x="176" y="4"/>
                </a:cubicBezTo>
                <a:cubicBezTo>
                  <a:pt x="176" y="4"/>
                  <a:pt x="176" y="4"/>
                  <a:pt x="176" y="4"/>
                </a:cubicBezTo>
                <a:cubicBezTo>
                  <a:pt x="176" y="4"/>
                  <a:pt x="176" y="4"/>
                  <a:pt x="176" y="4"/>
                </a:cubicBezTo>
                <a:cubicBezTo>
                  <a:pt x="176" y="4"/>
                  <a:pt x="176" y="4"/>
                  <a:pt x="175" y="4"/>
                </a:cubicBezTo>
                <a:cubicBezTo>
                  <a:pt x="175" y="4"/>
                  <a:pt x="175" y="4"/>
                  <a:pt x="175" y="4"/>
                </a:cubicBezTo>
                <a:cubicBezTo>
                  <a:pt x="175" y="4"/>
                  <a:pt x="175" y="4"/>
                  <a:pt x="175" y="4"/>
                </a:cubicBezTo>
                <a:cubicBezTo>
                  <a:pt x="175" y="4"/>
                  <a:pt x="175" y="4"/>
                  <a:pt x="175" y="4"/>
                </a:cubicBezTo>
                <a:cubicBezTo>
                  <a:pt x="175" y="4"/>
                  <a:pt x="175" y="4"/>
                  <a:pt x="175" y="4"/>
                </a:cubicBezTo>
                <a:cubicBezTo>
                  <a:pt x="175" y="4"/>
                  <a:pt x="175" y="4"/>
                  <a:pt x="175" y="4"/>
                </a:cubicBezTo>
                <a:cubicBezTo>
                  <a:pt x="174" y="4"/>
                  <a:pt x="174" y="4"/>
                  <a:pt x="174" y="4"/>
                </a:cubicBezTo>
                <a:cubicBezTo>
                  <a:pt x="174" y="4"/>
                  <a:pt x="174" y="4"/>
                  <a:pt x="174" y="4"/>
                </a:cubicBezTo>
                <a:cubicBezTo>
                  <a:pt x="174" y="4"/>
                  <a:pt x="174" y="4"/>
                  <a:pt x="174" y="4"/>
                </a:cubicBezTo>
                <a:cubicBezTo>
                  <a:pt x="174" y="4"/>
                  <a:pt x="174" y="4"/>
                  <a:pt x="174" y="4"/>
                </a:cubicBezTo>
                <a:cubicBezTo>
                  <a:pt x="174" y="4"/>
                  <a:pt x="174" y="4"/>
                  <a:pt x="174" y="4"/>
                </a:cubicBezTo>
                <a:cubicBezTo>
                  <a:pt x="174" y="4"/>
                  <a:pt x="173" y="4"/>
                  <a:pt x="173" y="4"/>
                </a:cubicBezTo>
                <a:cubicBezTo>
                  <a:pt x="173" y="4"/>
                  <a:pt x="173" y="4"/>
                  <a:pt x="173" y="4"/>
                </a:cubicBezTo>
                <a:cubicBezTo>
                  <a:pt x="173" y="4"/>
                  <a:pt x="173" y="4"/>
                  <a:pt x="173" y="4"/>
                </a:cubicBezTo>
                <a:cubicBezTo>
                  <a:pt x="173" y="4"/>
                  <a:pt x="173" y="4"/>
                  <a:pt x="173" y="4"/>
                </a:cubicBezTo>
                <a:cubicBezTo>
                  <a:pt x="173" y="4"/>
                  <a:pt x="173" y="4"/>
                  <a:pt x="173" y="3"/>
                </a:cubicBezTo>
                <a:cubicBezTo>
                  <a:pt x="173" y="3"/>
                  <a:pt x="173" y="3"/>
                  <a:pt x="173" y="3"/>
                </a:cubicBezTo>
                <a:cubicBezTo>
                  <a:pt x="173" y="3"/>
                  <a:pt x="172" y="3"/>
                  <a:pt x="172" y="3"/>
                </a:cubicBezTo>
                <a:cubicBezTo>
                  <a:pt x="172" y="3"/>
                  <a:pt x="172" y="3"/>
                  <a:pt x="172" y="3"/>
                </a:cubicBezTo>
                <a:cubicBezTo>
                  <a:pt x="172" y="3"/>
                  <a:pt x="172" y="3"/>
                  <a:pt x="172" y="3"/>
                </a:cubicBezTo>
                <a:cubicBezTo>
                  <a:pt x="172" y="3"/>
                  <a:pt x="172" y="3"/>
                  <a:pt x="172" y="3"/>
                </a:cubicBezTo>
                <a:cubicBezTo>
                  <a:pt x="172" y="3"/>
                  <a:pt x="172" y="3"/>
                  <a:pt x="172" y="3"/>
                </a:cubicBezTo>
                <a:cubicBezTo>
                  <a:pt x="172" y="3"/>
                  <a:pt x="172" y="3"/>
                  <a:pt x="172" y="3"/>
                </a:cubicBezTo>
                <a:cubicBezTo>
                  <a:pt x="171" y="3"/>
                  <a:pt x="171" y="3"/>
                  <a:pt x="171" y="3"/>
                </a:cubicBezTo>
                <a:cubicBezTo>
                  <a:pt x="171" y="3"/>
                  <a:pt x="171" y="3"/>
                  <a:pt x="171" y="3"/>
                </a:cubicBezTo>
                <a:cubicBezTo>
                  <a:pt x="171" y="3"/>
                  <a:pt x="171" y="3"/>
                  <a:pt x="171" y="3"/>
                </a:cubicBezTo>
                <a:cubicBezTo>
                  <a:pt x="171" y="3"/>
                  <a:pt x="171" y="3"/>
                  <a:pt x="171" y="3"/>
                </a:cubicBezTo>
                <a:cubicBezTo>
                  <a:pt x="171" y="3"/>
                  <a:pt x="171" y="3"/>
                  <a:pt x="170" y="3"/>
                </a:cubicBezTo>
                <a:cubicBezTo>
                  <a:pt x="170" y="3"/>
                  <a:pt x="170" y="3"/>
                  <a:pt x="170" y="3"/>
                </a:cubicBezTo>
                <a:cubicBezTo>
                  <a:pt x="170" y="3"/>
                  <a:pt x="170" y="3"/>
                  <a:pt x="170" y="3"/>
                </a:cubicBezTo>
                <a:cubicBezTo>
                  <a:pt x="170" y="3"/>
                  <a:pt x="170" y="3"/>
                  <a:pt x="170" y="3"/>
                </a:cubicBezTo>
                <a:cubicBezTo>
                  <a:pt x="170" y="3"/>
                  <a:pt x="170" y="3"/>
                  <a:pt x="170" y="3"/>
                </a:cubicBezTo>
                <a:cubicBezTo>
                  <a:pt x="170" y="3"/>
                  <a:pt x="170" y="3"/>
                  <a:pt x="170" y="3"/>
                </a:cubicBezTo>
                <a:cubicBezTo>
                  <a:pt x="170" y="3"/>
                  <a:pt x="169" y="3"/>
                  <a:pt x="169" y="3"/>
                </a:cubicBezTo>
                <a:cubicBezTo>
                  <a:pt x="169" y="3"/>
                  <a:pt x="169" y="3"/>
                  <a:pt x="169" y="3"/>
                </a:cubicBezTo>
                <a:cubicBezTo>
                  <a:pt x="169" y="3"/>
                  <a:pt x="169" y="3"/>
                  <a:pt x="169" y="3"/>
                </a:cubicBezTo>
                <a:cubicBezTo>
                  <a:pt x="169" y="3"/>
                  <a:pt x="169" y="3"/>
                  <a:pt x="169" y="3"/>
                </a:cubicBezTo>
                <a:cubicBezTo>
                  <a:pt x="168" y="3"/>
                  <a:pt x="168" y="3"/>
                  <a:pt x="168" y="3"/>
                </a:cubicBezTo>
                <a:cubicBezTo>
                  <a:pt x="168" y="2"/>
                  <a:pt x="168" y="2"/>
                  <a:pt x="168" y="2"/>
                </a:cubicBezTo>
                <a:cubicBezTo>
                  <a:pt x="168" y="2"/>
                  <a:pt x="168" y="2"/>
                  <a:pt x="168" y="2"/>
                </a:cubicBezTo>
                <a:cubicBezTo>
                  <a:pt x="168" y="2"/>
                  <a:pt x="168" y="2"/>
                  <a:pt x="168" y="2"/>
                </a:cubicBezTo>
                <a:cubicBezTo>
                  <a:pt x="168" y="2"/>
                  <a:pt x="168" y="2"/>
                  <a:pt x="167" y="2"/>
                </a:cubicBezTo>
                <a:cubicBezTo>
                  <a:pt x="167" y="2"/>
                  <a:pt x="167" y="2"/>
                  <a:pt x="167" y="2"/>
                </a:cubicBezTo>
                <a:cubicBezTo>
                  <a:pt x="167" y="2"/>
                  <a:pt x="167" y="2"/>
                  <a:pt x="167" y="2"/>
                </a:cubicBezTo>
                <a:cubicBezTo>
                  <a:pt x="167" y="2"/>
                  <a:pt x="167" y="2"/>
                  <a:pt x="167" y="2"/>
                </a:cubicBezTo>
                <a:cubicBezTo>
                  <a:pt x="167" y="2"/>
                  <a:pt x="167" y="2"/>
                  <a:pt x="167" y="2"/>
                </a:cubicBezTo>
                <a:cubicBezTo>
                  <a:pt x="167" y="2"/>
                  <a:pt x="167" y="2"/>
                  <a:pt x="167" y="2"/>
                </a:cubicBezTo>
                <a:cubicBezTo>
                  <a:pt x="167" y="2"/>
                  <a:pt x="166" y="2"/>
                  <a:pt x="166" y="2"/>
                </a:cubicBezTo>
                <a:cubicBezTo>
                  <a:pt x="166" y="2"/>
                  <a:pt x="166" y="2"/>
                  <a:pt x="166" y="2"/>
                </a:cubicBezTo>
                <a:cubicBezTo>
                  <a:pt x="166" y="2"/>
                  <a:pt x="166" y="2"/>
                  <a:pt x="166" y="2"/>
                </a:cubicBezTo>
                <a:cubicBezTo>
                  <a:pt x="166" y="2"/>
                  <a:pt x="166" y="2"/>
                  <a:pt x="166" y="2"/>
                </a:cubicBezTo>
                <a:cubicBezTo>
                  <a:pt x="166" y="2"/>
                  <a:pt x="166" y="2"/>
                  <a:pt x="166" y="2"/>
                </a:cubicBezTo>
                <a:cubicBezTo>
                  <a:pt x="166" y="2"/>
                  <a:pt x="166" y="2"/>
                  <a:pt x="166" y="2"/>
                </a:cubicBezTo>
                <a:cubicBezTo>
                  <a:pt x="166" y="2"/>
                  <a:pt x="165" y="2"/>
                  <a:pt x="165" y="2"/>
                </a:cubicBezTo>
                <a:cubicBezTo>
                  <a:pt x="165" y="2"/>
                  <a:pt x="165" y="2"/>
                  <a:pt x="165" y="2"/>
                </a:cubicBezTo>
                <a:cubicBezTo>
                  <a:pt x="165" y="2"/>
                  <a:pt x="165" y="2"/>
                  <a:pt x="165" y="2"/>
                </a:cubicBezTo>
                <a:cubicBezTo>
                  <a:pt x="165" y="2"/>
                  <a:pt x="165" y="2"/>
                  <a:pt x="165" y="2"/>
                </a:cubicBezTo>
                <a:cubicBezTo>
                  <a:pt x="165" y="2"/>
                  <a:pt x="165" y="2"/>
                  <a:pt x="165" y="2"/>
                </a:cubicBezTo>
                <a:cubicBezTo>
                  <a:pt x="165" y="2"/>
                  <a:pt x="165" y="2"/>
                  <a:pt x="165" y="2"/>
                </a:cubicBezTo>
                <a:cubicBezTo>
                  <a:pt x="164" y="2"/>
                  <a:pt x="164" y="2"/>
                  <a:pt x="164" y="2"/>
                </a:cubicBezTo>
                <a:cubicBezTo>
                  <a:pt x="164" y="2"/>
                  <a:pt x="164" y="2"/>
                  <a:pt x="164" y="2"/>
                </a:cubicBezTo>
                <a:cubicBezTo>
                  <a:pt x="164" y="2"/>
                  <a:pt x="164" y="2"/>
                  <a:pt x="164" y="2"/>
                </a:cubicBezTo>
                <a:cubicBezTo>
                  <a:pt x="164" y="2"/>
                  <a:pt x="164" y="2"/>
                  <a:pt x="164" y="2"/>
                </a:cubicBezTo>
                <a:cubicBezTo>
                  <a:pt x="164" y="2"/>
                  <a:pt x="163" y="2"/>
                  <a:pt x="163" y="2"/>
                </a:cubicBezTo>
                <a:cubicBezTo>
                  <a:pt x="163" y="2"/>
                  <a:pt x="163" y="2"/>
                  <a:pt x="163" y="2"/>
                </a:cubicBezTo>
                <a:cubicBezTo>
                  <a:pt x="163" y="2"/>
                  <a:pt x="163" y="1"/>
                  <a:pt x="163" y="1"/>
                </a:cubicBezTo>
                <a:cubicBezTo>
                  <a:pt x="163" y="1"/>
                  <a:pt x="163" y="1"/>
                  <a:pt x="163" y="1"/>
                </a:cubicBezTo>
                <a:cubicBezTo>
                  <a:pt x="163" y="1"/>
                  <a:pt x="163" y="1"/>
                  <a:pt x="163" y="1"/>
                </a:cubicBezTo>
                <a:cubicBezTo>
                  <a:pt x="163" y="1"/>
                  <a:pt x="163" y="1"/>
                  <a:pt x="163" y="1"/>
                </a:cubicBezTo>
                <a:cubicBezTo>
                  <a:pt x="162" y="1"/>
                  <a:pt x="162" y="1"/>
                  <a:pt x="162" y="1"/>
                </a:cubicBezTo>
                <a:cubicBezTo>
                  <a:pt x="162" y="1"/>
                  <a:pt x="162" y="1"/>
                  <a:pt x="162" y="1"/>
                </a:cubicBezTo>
                <a:cubicBezTo>
                  <a:pt x="162" y="1"/>
                  <a:pt x="162" y="1"/>
                  <a:pt x="162" y="1"/>
                </a:cubicBezTo>
                <a:cubicBezTo>
                  <a:pt x="162" y="1"/>
                  <a:pt x="162" y="1"/>
                  <a:pt x="162" y="1"/>
                </a:cubicBezTo>
                <a:cubicBezTo>
                  <a:pt x="162" y="1"/>
                  <a:pt x="162" y="1"/>
                  <a:pt x="161" y="1"/>
                </a:cubicBezTo>
                <a:cubicBezTo>
                  <a:pt x="161" y="1"/>
                  <a:pt x="161" y="1"/>
                  <a:pt x="161" y="1"/>
                </a:cubicBezTo>
                <a:cubicBezTo>
                  <a:pt x="161" y="1"/>
                  <a:pt x="161" y="1"/>
                  <a:pt x="161" y="1"/>
                </a:cubicBezTo>
                <a:cubicBezTo>
                  <a:pt x="161" y="1"/>
                  <a:pt x="161" y="1"/>
                  <a:pt x="161" y="1"/>
                </a:cubicBezTo>
                <a:cubicBezTo>
                  <a:pt x="161" y="1"/>
                  <a:pt x="161" y="1"/>
                  <a:pt x="161" y="1"/>
                </a:cubicBezTo>
                <a:cubicBezTo>
                  <a:pt x="161" y="1"/>
                  <a:pt x="161" y="1"/>
                  <a:pt x="161" y="1"/>
                </a:cubicBezTo>
                <a:cubicBezTo>
                  <a:pt x="161" y="1"/>
                  <a:pt x="161" y="1"/>
                  <a:pt x="160" y="1"/>
                </a:cubicBezTo>
                <a:cubicBezTo>
                  <a:pt x="160" y="1"/>
                  <a:pt x="160" y="1"/>
                  <a:pt x="160" y="1"/>
                </a:cubicBezTo>
                <a:cubicBezTo>
                  <a:pt x="160" y="1"/>
                  <a:pt x="160" y="1"/>
                  <a:pt x="160" y="1"/>
                </a:cubicBezTo>
                <a:cubicBezTo>
                  <a:pt x="160" y="1"/>
                  <a:pt x="160" y="1"/>
                  <a:pt x="160" y="1"/>
                </a:cubicBezTo>
                <a:cubicBezTo>
                  <a:pt x="160" y="1"/>
                  <a:pt x="160" y="1"/>
                  <a:pt x="160" y="1"/>
                </a:cubicBezTo>
                <a:cubicBezTo>
                  <a:pt x="160" y="1"/>
                  <a:pt x="160" y="1"/>
                  <a:pt x="160" y="1"/>
                </a:cubicBezTo>
                <a:cubicBezTo>
                  <a:pt x="160" y="1"/>
                  <a:pt x="160" y="1"/>
                  <a:pt x="160" y="1"/>
                </a:cubicBezTo>
                <a:cubicBezTo>
                  <a:pt x="160" y="1"/>
                  <a:pt x="160" y="1"/>
                  <a:pt x="160" y="1"/>
                </a:cubicBezTo>
                <a:cubicBezTo>
                  <a:pt x="159" y="1"/>
                  <a:pt x="159" y="1"/>
                  <a:pt x="159" y="1"/>
                </a:cubicBezTo>
                <a:cubicBezTo>
                  <a:pt x="159" y="1"/>
                  <a:pt x="159" y="1"/>
                  <a:pt x="159" y="1"/>
                </a:cubicBezTo>
                <a:cubicBezTo>
                  <a:pt x="159" y="1"/>
                  <a:pt x="159" y="1"/>
                  <a:pt x="159" y="1"/>
                </a:cubicBezTo>
                <a:cubicBezTo>
                  <a:pt x="159" y="1"/>
                  <a:pt x="159" y="1"/>
                  <a:pt x="159" y="1"/>
                </a:cubicBezTo>
                <a:cubicBezTo>
                  <a:pt x="159" y="1"/>
                  <a:pt x="159" y="1"/>
                  <a:pt x="159" y="1"/>
                </a:cubicBezTo>
                <a:cubicBezTo>
                  <a:pt x="159" y="1"/>
                  <a:pt x="159" y="1"/>
                  <a:pt x="159" y="1"/>
                </a:cubicBezTo>
                <a:cubicBezTo>
                  <a:pt x="159" y="1"/>
                  <a:pt x="158" y="1"/>
                  <a:pt x="158" y="1"/>
                </a:cubicBezTo>
                <a:cubicBezTo>
                  <a:pt x="158" y="1"/>
                  <a:pt x="158" y="1"/>
                  <a:pt x="158" y="1"/>
                </a:cubicBezTo>
                <a:cubicBezTo>
                  <a:pt x="158" y="1"/>
                  <a:pt x="158" y="1"/>
                  <a:pt x="158" y="1"/>
                </a:cubicBezTo>
                <a:cubicBezTo>
                  <a:pt x="158" y="1"/>
                  <a:pt x="158" y="1"/>
                  <a:pt x="158" y="1"/>
                </a:cubicBezTo>
                <a:cubicBezTo>
                  <a:pt x="158" y="1"/>
                  <a:pt x="158" y="1"/>
                  <a:pt x="158" y="1"/>
                </a:cubicBezTo>
                <a:cubicBezTo>
                  <a:pt x="158" y="1"/>
                  <a:pt x="158" y="1"/>
                  <a:pt x="158" y="1"/>
                </a:cubicBezTo>
                <a:cubicBezTo>
                  <a:pt x="158" y="1"/>
                  <a:pt x="158" y="1"/>
                  <a:pt x="158" y="1"/>
                </a:cubicBezTo>
                <a:cubicBezTo>
                  <a:pt x="158" y="1"/>
                  <a:pt x="158" y="1"/>
                  <a:pt x="157" y="1"/>
                </a:cubicBezTo>
                <a:cubicBezTo>
                  <a:pt x="157" y="1"/>
                  <a:pt x="157" y="1"/>
                  <a:pt x="157" y="1"/>
                </a:cubicBezTo>
                <a:cubicBezTo>
                  <a:pt x="157" y="1"/>
                  <a:pt x="157" y="1"/>
                  <a:pt x="157" y="1"/>
                </a:cubicBezTo>
                <a:cubicBezTo>
                  <a:pt x="157" y="1"/>
                  <a:pt x="157" y="1"/>
                  <a:pt x="157" y="1"/>
                </a:cubicBezTo>
                <a:cubicBezTo>
                  <a:pt x="157" y="1"/>
                  <a:pt x="157" y="1"/>
                  <a:pt x="157" y="1"/>
                </a:cubicBezTo>
                <a:cubicBezTo>
                  <a:pt x="157" y="1"/>
                  <a:pt x="157" y="1"/>
                  <a:pt x="157" y="1"/>
                </a:cubicBezTo>
                <a:cubicBezTo>
                  <a:pt x="157" y="1"/>
                  <a:pt x="157" y="1"/>
                  <a:pt x="157" y="1"/>
                </a:cubicBezTo>
                <a:cubicBezTo>
                  <a:pt x="157" y="1"/>
                  <a:pt x="157" y="1"/>
                  <a:pt x="156" y="1"/>
                </a:cubicBezTo>
                <a:cubicBezTo>
                  <a:pt x="156" y="1"/>
                  <a:pt x="156" y="1"/>
                  <a:pt x="156" y="1"/>
                </a:cubicBezTo>
                <a:cubicBezTo>
                  <a:pt x="156" y="1"/>
                  <a:pt x="156" y="1"/>
                  <a:pt x="156" y="1"/>
                </a:cubicBezTo>
                <a:cubicBezTo>
                  <a:pt x="156" y="1"/>
                  <a:pt x="156" y="1"/>
                  <a:pt x="156" y="1"/>
                </a:cubicBezTo>
                <a:cubicBezTo>
                  <a:pt x="156" y="1"/>
                  <a:pt x="156" y="1"/>
                  <a:pt x="156" y="1"/>
                </a:cubicBezTo>
                <a:cubicBezTo>
                  <a:pt x="156" y="1"/>
                  <a:pt x="156" y="0"/>
                  <a:pt x="156" y="0"/>
                </a:cubicBezTo>
                <a:cubicBezTo>
                  <a:pt x="156" y="0"/>
                  <a:pt x="156" y="0"/>
                  <a:pt x="156" y="0"/>
                </a:cubicBezTo>
                <a:cubicBezTo>
                  <a:pt x="156" y="0"/>
                  <a:pt x="156" y="0"/>
                  <a:pt x="156" y="0"/>
                </a:cubicBezTo>
                <a:cubicBezTo>
                  <a:pt x="155" y="0"/>
                  <a:pt x="155" y="0"/>
                  <a:pt x="155" y="0"/>
                </a:cubicBezTo>
                <a:cubicBezTo>
                  <a:pt x="155" y="0"/>
                  <a:pt x="155" y="0"/>
                  <a:pt x="155" y="0"/>
                </a:cubicBezTo>
                <a:cubicBezTo>
                  <a:pt x="155" y="0"/>
                  <a:pt x="155" y="0"/>
                  <a:pt x="155" y="0"/>
                </a:cubicBezTo>
                <a:cubicBezTo>
                  <a:pt x="155" y="0"/>
                  <a:pt x="155" y="0"/>
                  <a:pt x="155" y="0"/>
                </a:cubicBezTo>
                <a:cubicBezTo>
                  <a:pt x="155" y="0"/>
                  <a:pt x="155" y="0"/>
                  <a:pt x="155" y="0"/>
                </a:cubicBezTo>
                <a:cubicBezTo>
                  <a:pt x="155" y="0"/>
                  <a:pt x="155" y="0"/>
                  <a:pt x="155" y="0"/>
                </a:cubicBezTo>
                <a:cubicBezTo>
                  <a:pt x="155" y="0"/>
                  <a:pt x="154" y="0"/>
                  <a:pt x="154" y="0"/>
                </a:cubicBezTo>
                <a:cubicBezTo>
                  <a:pt x="154" y="0"/>
                  <a:pt x="154" y="0"/>
                  <a:pt x="154" y="0"/>
                </a:cubicBezTo>
                <a:cubicBezTo>
                  <a:pt x="154" y="0"/>
                  <a:pt x="154" y="0"/>
                  <a:pt x="154" y="0"/>
                </a:cubicBezTo>
                <a:cubicBezTo>
                  <a:pt x="154" y="0"/>
                  <a:pt x="154" y="0"/>
                  <a:pt x="154" y="0"/>
                </a:cubicBezTo>
                <a:cubicBezTo>
                  <a:pt x="154" y="0"/>
                  <a:pt x="154" y="0"/>
                  <a:pt x="154" y="0"/>
                </a:cubicBezTo>
                <a:cubicBezTo>
                  <a:pt x="154" y="0"/>
                  <a:pt x="154" y="0"/>
                  <a:pt x="154" y="0"/>
                </a:cubicBezTo>
                <a:cubicBezTo>
                  <a:pt x="154" y="0"/>
                  <a:pt x="154" y="0"/>
                  <a:pt x="154" y="0"/>
                </a:cubicBezTo>
                <a:cubicBezTo>
                  <a:pt x="154" y="0"/>
                  <a:pt x="154" y="0"/>
                  <a:pt x="153" y="0"/>
                </a:cubicBezTo>
                <a:cubicBezTo>
                  <a:pt x="153" y="0"/>
                  <a:pt x="153" y="0"/>
                  <a:pt x="153" y="0"/>
                </a:cubicBezTo>
                <a:cubicBezTo>
                  <a:pt x="153" y="0"/>
                  <a:pt x="153" y="0"/>
                  <a:pt x="153" y="0"/>
                </a:cubicBezTo>
                <a:cubicBezTo>
                  <a:pt x="153" y="0"/>
                  <a:pt x="153" y="0"/>
                  <a:pt x="153" y="0"/>
                </a:cubicBezTo>
                <a:cubicBezTo>
                  <a:pt x="153" y="0"/>
                  <a:pt x="153" y="0"/>
                  <a:pt x="153" y="0"/>
                </a:cubicBezTo>
                <a:cubicBezTo>
                  <a:pt x="153" y="0"/>
                  <a:pt x="153" y="0"/>
                  <a:pt x="153" y="0"/>
                </a:cubicBezTo>
                <a:cubicBezTo>
                  <a:pt x="153" y="0"/>
                  <a:pt x="153" y="0"/>
                  <a:pt x="153" y="0"/>
                </a:cubicBezTo>
                <a:cubicBezTo>
                  <a:pt x="153" y="0"/>
                  <a:pt x="153" y="0"/>
                  <a:pt x="152" y="0"/>
                </a:cubicBezTo>
                <a:cubicBezTo>
                  <a:pt x="152" y="0"/>
                  <a:pt x="152" y="0"/>
                  <a:pt x="152" y="0"/>
                </a:cubicBezTo>
                <a:cubicBezTo>
                  <a:pt x="152" y="0"/>
                  <a:pt x="152" y="0"/>
                  <a:pt x="152" y="0"/>
                </a:cubicBezTo>
                <a:cubicBezTo>
                  <a:pt x="152" y="0"/>
                  <a:pt x="152" y="0"/>
                  <a:pt x="152" y="0"/>
                </a:cubicBezTo>
                <a:cubicBezTo>
                  <a:pt x="152" y="0"/>
                  <a:pt x="152" y="0"/>
                  <a:pt x="152" y="0"/>
                </a:cubicBezTo>
                <a:cubicBezTo>
                  <a:pt x="152" y="0"/>
                  <a:pt x="152" y="0"/>
                  <a:pt x="152" y="0"/>
                </a:cubicBezTo>
                <a:cubicBezTo>
                  <a:pt x="152" y="0"/>
                  <a:pt x="152" y="0"/>
                  <a:pt x="152" y="0"/>
                </a:cubicBezTo>
                <a:cubicBezTo>
                  <a:pt x="152" y="0"/>
                  <a:pt x="152" y="0"/>
                  <a:pt x="152" y="0"/>
                </a:cubicBezTo>
                <a:cubicBezTo>
                  <a:pt x="151" y="0"/>
                  <a:pt x="151" y="0"/>
                  <a:pt x="151" y="0"/>
                </a:cubicBezTo>
                <a:cubicBezTo>
                  <a:pt x="151" y="0"/>
                  <a:pt x="151" y="0"/>
                  <a:pt x="151" y="0"/>
                </a:cubicBezTo>
                <a:cubicBezTo>
                  <a:pt x="151" y="0"/>
                  <a:pt x="151" y="0"/>
                  <a:pt x="151" y="0"/>
                </a:cubicBezTo>
                <a:cubicBezTo>
                  <a:pt x="151" y="0"/>
                  <a:pt x="151" y="0"/>
                  <a:pt x="151" y="0"/>
                </a:cubicBezTo>
                <a:cubicBezTo>
                  <a:pt x="151" y="0"/>
                  <a:pt x="151" y="0"/>
                  <a:pt x="151" y="0"/>
                </a:cubicBezTo>
                <a:cubicBezTo>
                  <a:pt x="151" y="0"/>
                  <a:pt x="151" y="0"/>
                  <a:pt x="151" y="0"/>
                </a:cubicBezTo>
                <a:cubicBezTo>
                  <a:pt x="151" y="0"/>
                  <a:pt x="151" y="0"/>
                  <a:pt x="151" y="0"/>
                </a:cubicBezTo>
                <a:cubicBezTo>
                  <a:pt x="151" y="0"/>
                  <a:pt x="150" y="0"/>
                  <a:pt x="150" y="0"/>
                </a:cubicBezTo>
                <a:cubicBezTo>
                  <a:pt x="150" y="0"/>
                  <a:pt x="150" y="0"/>
                  <a:pt x="150" y="0"/>
                </a:cubicBezTo>
                <a:cubicBezTo>
                  <a:pt x="150" y="0"/>
                  <a:pt x="150" y="0"/>
                  <a:pt x="150" y="0"/>
                </a:cubicBezTo>
                <a:cubicBezTo>
                  <a:pt x="150" y="0"/>
                  <a:pt x="150" y="0"/>
                  <a:pt x="150" y="0"/>
                </a:cubicBezTo>
                <a:cubicBezTo>
                  <a:pt x="150" y="0"/>
                  <a:pt x="150" y="0"/>
                  <a:pt x="150" y="0"/>
                </a:cubicBezTo>
                <a:cubicBezTo>
                  <a:pt x="150" y="0"/>
                  <a:pt x="150" y="0"/>
                  <a:pt x="150" y="0"/>
                </a:cubicBezTo>
                <a:cubicBezTo>
                  <a:pt x="150" y="0"/>
                  <a:pt x="150" y="0"/>
                  <a:pt x="150" y="0"/>
                </a:cubicBezTo>
                <a:cubicBezTo>
                  <a:pt x="150" y="0"/>
                  <a:pt x="150" y="0"/>
                  <a:pt x="149" y="0"/>
                </a:cubicBezTo>
                <a:cubicBezTo>
                  <a:pt x="149" y="0"/>
                  <a:pt x="149" y="0"/>
                  <a:pt x="149" y="0"/>
                </a:cubicBezTo>
                <a:cubicBezTo>
                  <a:pt x="149" y="0"/>
                  <a:pt x="149" y="0"/>
                  <a:pt x="149" y="0"/>
                </a:cubicBezTo>
                <a:cubicBezTo>
                  <a:pt x="149" y="0"/>
                  <a:pt x="149" y="0"/>
                  <a:pt x="149" y="0"/>
                </a:cubicBezTo>
                <a:cubicBezTo>
                  <a:pt x="149" y="0"/>
                  <a:pt x="149" y="0"/>
                  <a:pt x="149" y="0"/>
                </a:cubicBezTo>
                <a:cubicBezTo>
                  <a:pt x="149" y="0"/>
                  <a:pt x="149" y="0"/>
                  <a:pt x="149" y="0"/>
                </a:cubicBezTo>
                <a:cubicBezTo>
                  <a:pt x="149" y="0"/>
                  <a:pt x="149" y="0"/>
                  <a:pt x="149" y="0"/>
                </a:cubicBezTo>
                <a:cubicBezTo>
                  <a:pt x="149" y="0"/>
                  <a:pt x="149" y="0"/>
                  <a:pt x="149" y="0"/>
                </a:cubicBezTo>
                <a:cubicBezTo>
                  <a:pt x="149" y="0"/>
                  <a:pt x="148" y="0"/>
                  <a:pt x="148" y="0"/>
                </a:cubicBezTo>
                <a:cubicBezTo>
                  <a:pt x="148" y="0"/>
                  <a:pt x="148" y="0"/>
                  <a:pt x="148" y="0"/>
                </a:cubicBezTo>
                <a:cubicBezTo>
                  <a:pt x="148" y="0"/>
                  <a:pt x="148" y="0"/>
                  <a:pt x="148" y="0"/>
                </a:cubicBezTo>
                <a:cubicBezTo>
                  <a:pt x="148" y="0"/>
                  <a:pt x="148" y="0"/>
                  <a:pt x="148" y="0"/>
                </a:cubicBezTo>
                <a:cubicBezTo>
                  <a:pt x="148" y="0"/>
                  <a:pt x="148" y="0"/>
                  <a:pt x="148" y="0"/>
                </a:cubicBezTo>
                <a:cubicBezTo>
                  <a:pt x="148" y="0"/>
                  <a:pt x="148" y="0"/>
                  <a:pt x="148" y="0"/>
                </a:cubicBezTo>
                <a:cubicBezTo>
                  <a:pt x="148" y="0"/>
                  <a:pt x="148" y="0"/>
                  <a:pt x="148" y="0"/>
                </a:cubicBezTo>
                <a:cubicBezTo>
                  <a:pt x="148" y="0"/>
                  <a:pt x="148" y="0"/>
                  <a:pt x="147" y="0"/>
                </a:cubicBezTo>
                <a:cubicBezTo>
                  <a:pt x="147" y="0"/>
                  <a:pt x="147" y="0"/>
                  <a:pt x="147" y="0"/>
                </a:cubicBezTo>
                <a:cubicBezTo>
                  <a:pt x="147" y="0"/>
                  <a:pt x="147" y="0"/>
                  <a:pt x="147" y="0"/>
                </a:cubicBezTo>
                <a:cubicBezTo>
                  <a:pt x="147" y="0"/>
                  <a:pt x="147" y="0"/>
                  <a:pt x="147" y="0"/>
                </a:cubicBezTo>
                <a:cubicBezTo>
                  <a:pt x="147" y="0"/>
                  <a:pt x="147" y="0"/>
                  <a:pt x="147" y="0"/>
                </a:cubicBezTo>
                <a:cubicBezTo>
                  <a:pt x="147" y="0"/>
                  <a:pt x="147" y="0"/>
                  <a:pt x="147" y="0"/>
                </a:cubicBezTo>
                <a:cubicBezTo>
                  <a:pt x="147" y="0"/>
                  <a:pt x="147" y="0"/>
                  <a:pt x="147" y="0"/>
                </a:cubicBezTo>
                <a:cubicBezTo>
                  <a:pt x="147" y="0"/>
                  <a:pt x="147" y="0"/>
                  <a:pt x="147" y="0"/>
                </a:cubicBezTo>
                <a:cubicBezTo>
                  <a:pt x="146" y="0"/>
                  <a:pt x="146" y="0"/>
                  <a:pt x="146" y="0"/>
                </a:cubicBezTo>
                <a:cubicBezTo>
                  <a:pt x="146" y="0"/>
                  <a:pt x="146" y="0"/>
                  <a:pt x="146" y="0"/>
                </a:cubicBezTo>
                <a:cubicBezTo>
                  <a:pt x="146" y="0"/>
                  <a:pt x="146" y="0"/>
                  <a:pt x="146" y="0"/>
                </a:cubicBezTo>
                <a:cubicBezTo>
                  <a:pt x="146" y="0"/>
                  <a:pt x="146" y="0"/>
                  <a:pt x="146" y="0"/>
                </a:cubicBezTo>
                <a:cubicBezTo>
                  <a:pt x="146" y="0"/>
                  <a:pt x="146" y="0"/>
                  <a:pt x="146" y="0"/>
                </a:cubicBezTo>
                <a:cubicBezTo>
                  <a:pt x="146" y="0"/>
                  <a:pt x="146" y="0"/>
                  <a:pt x="146" y="0"/>
                </a:cubicBezTo>
                <a:cubicBezTo>
                  <a:pt x="146" y="0"/>
                  <a:pt x="146" y="0"/>
                  <a:pt x="146" y="0"/>
                </a:cubicBezTo>
                <a:cubicBezTo>
                  <a:pt x="145" y="0"/>
                  <a:pt x="145" y="0"/>
                  <a:pt x="145" y="0"/>
                </a:cubicBezTo>
                <a:cubicBezTo>
                  <a:pt x="145" y="0"/>
                  <a:pt x="145" y="0"/>
                  <a:pt x="145" y="0"/>
                </a:cubicBezTo>
                <a:cubicBezTo>
                  <a:pt x="145" y="0"/>
                  <a:pt x="145" y="0"/>
                  <a:pt x="145" y="0"/>
                </a:cubicBezTo>
                <a:cubicBezTo>
                  <a:pt x="145" y="0"/>
                  <a:pt x="145" y="0"/>
                  <a:pt x="145" y="0"/>
                </a:cubicBezTo>
                <a:cubicBezTo>
                  <a:pt x="145" y="0"/>
                  <a:pt x="145" y="0"/>
                  <a:pt x="145" y="0"/>
                </a:cubicBezTo>
                <a:cubicBezTo>
                  <a:pt x="145" y="0"/>
                  <a:pt x="145" y="0"/>
                  <a:pt x="145" y="0"/>
                </a:cubicBezTo>
                <a:cubicBezTo>
                  <a:pt x="145" y="0"/>
                  <a:pt x="145" y="0"/>
                  <a:pt x="145" y="0"/>
                </a:cubicBezTo>
                <a:cubicBezTo>
                  <a:pt x="145" y="0"/>
                  <a:pt x="144" y="0"/>
                  <a:pt x="144" y="0"/>
                </a:cubicBezTo>
                <a:cubicBezTo>
                  <a:pt x="144" y="0"/>
                  <a:pt x="144" y="0"/>
                  <a:pt x="144" y="0"/>
                </a:cubicBezTo>
                <a:cubicBezTo>
                  <a:pt x="144" y="0"/>
                  <a:pt x="144" y="0"/>
                  <a:pt x="144" y="0"/>
                </a:cubicBezTo>
                <a:cubicBezTo>
                  <a:pt x="144" y="0"/>
                  <a:pt x="144" y="0"/>
                  <a:pt x="144" y="0"/>
                </a:cubicBezTo>
                <a:cubicBezTo>
                  <a:pt x="144" y="0"/>
                  <a:pt x="144" y="0"/>
                  <a:pt x="144" y="0"/>
                </a:cubicBezTo>
                <a:cubicBezTo>
                  <a:pt x="144" y="0"/>
                  <a:pt x="144" y="0"/>
                  <a:pt x="144" y="0"/>
                </a:cubicBezTo>
                <a:cubicBezTo>
                  <a:pt x="144" y="0"/>
                  <a:pt x="144" y="0"/>
                  <a:pt x="144" y="0"/>
                </a:cubicBezTo>
                <a:cubicBezTo>
                  <a:pt x="144" y="0"/>
                  <a:pt x="144" y="0"/>
                  <a:pt x="144" y="0"/>
                </a:cubicBezTo>
                <a:cubicBezTo>
                  <a:pt x="143" y="0"/>
                  <a:pt x="143" y="0"/>
                  <a:pt x="143" y="0"/>
                </a:cubicBezTo>
                <a:cubicBezTo>
                  <a:pt x="143" y="0"/>
                  <a:pt x="143" y="0"/>
                  <a:pt x="143" y="0"/>
                </a:cubicBezTo>
                <a:cubicBezTo>
                  <a:pt x="143" y="0"/>
                  <a:pt x="143" y="0"/>
                  <a:pt x="143" y="0"/>
                </a:cubicBezTo>
                <a:cubicBezTo>
                  <a:pt x="143" y="0"/>
                  <a:pt x="143" y="0"/>
                  <a:pt x="143" y="0"/>
                </a:cubicBezTo>
                <a:cubicBezTo>
                  <a:pt x="143" y="0"/>
                  <a:pt x="143" y="0"/>
                  <a:pt x="143" y="0"/>
                </a:cubicBezTo>
                <a:cubicBezTo>
                  <a:pt x="143" y="0"/>
                  <a:pt x="143" y="0"/>
                  <a:pt x="143" y="0"/>
                </a:cubicBezTo>
                <a:cubicBezTo>
                  <a:pt x="143" y="0"/>
                  <a:pt x="143" y="0"/>
                  <a:pt x="143" y="0"/>
                </a:cubicBezTo>
                <a:cubicBezTo>
                  <a:pt x="142" y="0"/>
                  <a:pt x="142" y="0"/>
                  <a:pt x="142" y="0"/>
                </a:cubicBezTo>
                <a:cubicBezTo>
                  <a:pt x="142" y="0"/>
                  <a:pt x="142" y="0"/>
                  <a:pt x="142" y="0"/>
                </a:cubicBezTo>
                <a:cubicBezTo>
                  <a:pt x="142" y="0"/>
                  <a:pt x="142" y="0"/>
                  <a:pt x="142" y="0"/>
                </a:cubicBezTo>
                <a:cubicBezTo>
                  <a:pt x="142" y="0"/>
                  <a:pt x="142" y="0"/>
                  <a:pt x="142" y="0"/>
                </a:cubicBezTo>
                <a:cubicBezTo>
                  <a:pt x="142" y="0"/>
                  <a:pt x="142" y="0"/>
                  <a:pt x="142" y="0"/>
                </a:cubicBezTo>
                <a:cubicBezTo>
                  <a:pt x="142" y="0"/>
                  <a:pt x="142" y="0"/>
                  <a:pt x="142" y="0"/>
                </a:cubicBezTo>
                <a:cubicBezTo>
                  <a:pt x="142" y="0"/>
                  <a:pt x="142" y="0"/>
                  <a:pt x="142" y="0"/>
                </a:cubicBezTo>
                <a:cubicBezTo>
                  <a:pt x="142" y="0"/>
                  <a:pt x="141" y="0"/>
                  <a:pt x="141" y="0"/>
                </a:cubicBezTo>
                <a:cubicBezTo>
                  <a:pt x="141" y="0"/>
                  <a:pt x="141" y="0"/>
                  <a:pt x="141" y="0"/>
                </a:cubicBezTo>
                <a:cubicBezTo>
                  <a:pt x="141" y="0"/>
                  <a:pt x="141" y="0"/>
                  <a:pt x="141" y="0"/>
                </a:cubicBezTo>
                <a:cubicBezTo>
                  <a:pt x="141" y="0"/>
                  <a:pt x="141" y="0"/>
                  <a:pt x="141" y="0"/>
                </a:cubicBezTo>
                <a:cubicBezTo>
                  <a:pt x="141" y="0"/>
                  <a:pt x="141" y="0"/>
                  <a:pt x="141" y="0"/>
                </a:cubicBezTo>
                <a:cubicBezTo>
                  <a:pt x="141" y="0"/>
                  <a:pt x="141" y="0"/>
                  <a:pt x="141" y="0"/>
                </a:cubicBezTo>
                <a:cubicBezTo>
                  <a:pt x="141" y="0"/>
                  <a:pt x="141" y="0"/>
                  <a:pt x="141" y="0"/>
                </a:cubicBezTo>
                <a:cubicBezTo>
                  <a:pt x="141" y="0"/>
                  <a:pt x="140" y="0"/>
                  <a:pt x="140" y="0"/>
                </a:cubicBezTo>
                <a:cubicBezTo>
                  <a:pt x="140" y="0"/>
                  <a:pt x="140" y="0"/>
                  <a:pt x="140" y="0"/>
                </a:cubicBezTo>
                <a:cubicBezTo>
                  <a:pt x="140" y="0"/>
                  <a:pt x="140" y="0"/>
                  <a:pt x="140" y="0"/>
                </a:cubicBezTo>
                <a:cubicBezTo>
                  <a:pt x="140" y="0"/>
                  <a:pt x="140" y="0"/>
                  <a:pt x="140" y="0"/>
                </a:cubicBezTo>
                <a:cubicBezTo>
                  <a:pt x="140" y="0"/>
                  <a:pt x="140" y="0"/>
                  <a:pt x="140" y="0"/>
                </a:cubicBezTo>
                <a:cubicBezTo>
                  <a:pt x="140" y="0"/>
                  <a:pt x="140" y="0"/>
                  <a:pt x="140" y="0"/>
                </a:cubicBezTo>
                <a:cubicBezTo>
                  <a:pt x="140" y="0"/>
                  <a:pt x="140" y="0"/>
                  <a:pt x="140" y="0"/>
                </a:cubicBezTo>
              </a:path>
            </a:pathLst>
          </a:custGeom>
          <a:solidFill>
            <a:srgbClr val="F0466E"/>
          </a:solidFill>
          <a:ln>
            <a:noFill/>
          </a:ln>
        </p:spPr>
        <p:txBody>
          <a:bodyPr vert="horz" wrap="square" lIns="91440" tIns="45720" rIns="91440" bIns="45720" numCol="1" anchor="t" anchorCtr="0" compatLnSpc="1">
            <a:prstTxWarp prst="textNoShape">
              <a:avLst/>
            </a:prstTxWarp>
          </a:bodyPr>
          <a:lstStyle/>
          <a:p>
            <a:endParaRPr lang="zh-CN" altLang="en-US">
              <a:solidFill>
                <a:srgbClr val="F0466E"/>
              </a:solidFill>
            </a:endParaRPr>
          </a:p>
        </p:txBody>
      </p:sp>
      <p:sp>
        <p:nvSpPr>
          <p:cNvPr id="90" name="Freeform 29"/>
          <p:cNvSpPr>
            <a:spLocks noEditPoints="1"/>
          </p:cNvSpPr>
          <p:nvPr/>
        </p:nvSpPr>
        <p:spPr bwMode="auto">
          <a:xfrm>
            <a:off x="9085263" y="2408238"/>
            <a:ext cx="708025" cy="673100"/>
          </a:xfrm>
          <a:custGeom>
            <a:avLst/>
            <a:gdLst>
              <a:gd name="T0" fmla="*/ 0 w 163"/>
              <a:gd name="T1" fmla="*/ 154 h 155"/>
              <a:gd name="T2" fmla="*/ 0 w 163"/>
              <a:gd name="T3" fmla="*/ 152 h 155"/>
              <a:gd name="T4" fmla="*/ 0 w 163"/>
              <a:gd name="T5" fmla="*/ 152 h 155"/>
              <a:gd name="T6" fmla="*/ 0 w 163"/>
              <a:gd name="T7" fmla="*/ 151 h 155"/>
              <a:gd name="T8" fmla="*/ 0 w 163"/>
              <a:gd name="T9" fmla="*/ 151 h 155"/>
              <a:gd name="T10" fmla="*/ 0 w 163"/>
              <a:gd name="T11" fmla="*/ 150 h 155"/>
              <a:gd name="T12" fmla="*/ 0 w 163"/>
              <a:gd name="T13" fmla="*/ 149 h 155"/>
              <a:gd name="T14" fmla="*/ 0 w 163"/>
              <a:gd name="T15" fmla="*/ 148 h 155"/>
              <a:gd name="T16" fmla="*/ 0 w 163"/>
              <a:gd name="T17" fmla="*/ 148 h 155"/>
              <a:gd name="T18" fmla="*/ 0 w 163"/>
              <a:gd name="T19" fmla="*/ 147 h 155"/>
              <a:gd name="T20" fmla="*/ 0 w 163"/>
              <a:gd name="T21" fmla="*/ 147 h 155"/>
              <a:gd name="T22" fmla="*/ 0 w 163"/>
              <a:gd name="T23" fmla="*/ 146 h 155"/>
              <a:gd name="T24" fmla="*/ 0 w 163"/>
              <a:gd name="T25" fmla="*/ 146 h 155"/>
              <a:gd name="T26" fmla="*/ 0 w 163"/>
              <a:gd name="T27" fmla="*/ 145 h 155"/>
              <a:gd name="T28" fmla="*/ 0 w 163"/>
              <a:gd name="T29" fmla="*/ 145 h 155"/>
              <a:gd name="T30" fmla="*/ 0 w 163"/>
              <a:gd name="T31" fmla="*/ 144 h 155"/>
              <a:gd name="T32" fmla="*/ 0 w 163"/>
              <a:gd name="T33" fmla="*/ 143 h 155"/>
              <a:gd name="T34" fmla="*/ 0 w 163"/>
              <a:gd name="T35" fmla="*/ 143 h 155"/>
              <a:gd name="T36" fmla="*/ 0 w 163"/>
              <a:gd name="T37" fmla="*/ 142 h 155"/>
              <a:gd name="T38" fmla="*/ 0 w 163"/>
              <a:gd name="T39" fmla="*/ 142 h 155"/>
              <a:gd name="T40" fmla="*/ 0 w 163"/>
              <a:gd name="T41" fmla="*/ 141 h 155"/>
              <a:gd name="T42" fmla="*/ 0 w 163"/>
              <a:gd name="T43" fmla="*/ 141 h 155"/>
              <a:gd name="T44" fmla="*/ 162 w 163"/>
              <a:gd name="T45" fmla="*/ 2 h 155"/>
              <a:gd name="T46" fmla="*/ 160 w 163"/>
              <a:gd name="T47" fmla="*/ 2 h 155"/>
              <a:gd name="T48" fmla="*/ 160 w 163"/>
              <a:gd name="T49" fmla="*/ 2 h 155"/>
              <a:gd name="T50" fmla="*/ 159 w 163"/>
              <a:gd name="T51" fmla="*/ 2 h 155"/>
              <a:gd name="T52" fmla="*/ 158 w 163"/>
              <a:gd name="T53" fmla="*/ 2 h 155"/>
              <a:gd name="T54" fmla="*/ 158 w 163"/>
              <a:gd name="T55" fmla="*/ 2 h 155"/>
              <a:gd name="T56" fmla="*/ 156 w 163"/>
              <a:gd name="T57" fmla="*/ 1 h 155"/>
              <a:gd name="T58" fmla="*/ 156 w 163"/>
              <a:gd name="T59" fmla="*/ 1 h 155"/>
              <a:gd name="T60" fmla="*/ 155 w 163"/>
              <a:gd name="T61" fmla="*/ 1 h 155"/>
              <a:gd name="T62" fmla="*/ 155 w 163"/>
              <a:gd name="T63" fmla="*/ 1 h 155"/>
              <a:gd name="T64" fmla="*/ 154 w 163"/>
              <a:gd name="T65" fmla="*/ 1 h 155"/>
              <a:gd name="T66" fmla="*/ 153 w 163"/>
              <a:gd name="T67" fmla="*/ 1 h 155"/>
              <a:gd name="T68" fmla="*/ 153 w 163"/>
              <a:gd name="T69" fmla="*/ 1 h 155"/>
              <a:gd name="T70" fmla="*/ 152 w 163"/>
              <a:gd name="T71" fmla="*/ 1 h 155"/>
              <a:gd name="T72" fmla="*/ 152 w 163"/>
              <a:gd name="T73" fmla="*/ 1 h 155"/>
              <a:gd name="T74" fmla="*/ 151 w 163"/>
              <a:gd name="T75" fmla="*/ 1 h 155"/>
              <a:gd name="T76" fmla="*/ 150 w 163"/>
              <a:gd name="T77" fmla="*/ 1 h 155"/>
              <a:gd name="T78" fmla="*/ 150 w 163"/>
              <a:gd name="T79" fmla="*/ 1 h 155"/>
              <a:gd name="T80" fmla="*/ 149 w 163"/>
              <a:gd name="T81" fmla="*/ 1 h 155"/>
              <a:gd name="T82" fmla="*/ 148 w 163"/>
              <a:gd name="T83" fmla="*/ 1 h 155"/>
              <a:gd name="T84" fmla="*/ 148 w 163"/>
              <a:gd name="T85" fmla="*/ 1 h 155"/>
              <a:gd name="T86" fmla="*/ 147 w 163"/>
              <a:gd name="T87" fmla="*/ 1 h 155"/>
              <a:gd name="T88" fmla="*/ 147 w 163"/>
              <a:gd name="T89" fmla="*/ 1 h 155"/>
              <a:gd name="T90" fmla="*/ 146 w 163"/>
              <a:gd name="T91" fmla="*/ 1 h 155"/>
              <a:gd name="T92" fmla="*/ 146 w 163"/>
              <a:gd name="T93" fmla="*/ 1 h 155"/>
              <a:gd name="T94" fmla="*/ 145 w 163"/>
              <a:gd name="T95" fmla="*/ 1 h 155"/>
              <a:gd name="T96" fmla="*/ 144 w 163"/>
              <a:gd name="T97" fmla="*/ 0 h 155"/>
              <a:gd name="T98" fmla="*/ 144 w 163"/>
              <a:gd name="T99" fmla="*/ 0 h 155"/>
              <a:gd name="T100" fmla="*/ 143 w 163"/>
              <a:gd name="T101" fmla="*/ 0 h 155"/>
              <a:gd name="T102" fmla="*/ 143 w 163"/>
              <a:gd name="T103" fmla="*/ 0 h 155"/>
              <a:gd name="T104" fmla="*/ 142 w 163"/>
              <a:gd name="T105" fmla="*/ 0 h 155"/>
              <a:gd name="T106" fmla="*/ 142 w 163"/>
              <a:gd name="T107" fmla="*/ 0 h 155"/>
              <a:gd name="T108" fmla="*/ 141 w 163"/>
              <a:gd name="T109" fmla="*/ 0 h 155"/>
              <a:gd name="T110" fmla="*/ 141 w 163"/>
              <a:gd name="T111" fmla="*/ 0 h 155"/>
              <a:gd name="T112" fmla="*/ 140 w 163"/>
              <a:gd name="T113"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3" h="155">
                <a:moveTo>
                  <a:pt x="1" y="155"/>
                </a:moveTo>
                <a:cubicBezTo>
                  <a:pt x="1" y="155"/>
                  <a:pt x="1" y="155"/>
                  <a:pt x="1" y="155"/>
                </a:cubicBezTo>
                <a:cubicBezTo>
                  <a:pt x="1" y="155"/>
                  <a:pt x="1" y="155"/>
                  <a:pt x="1" y="155"/>
                </a:cubicBezTo>
                <a:moveTo>
                  <a:pt x="0" y="154"/>
                </a:moveTo>
                <a:cubicBezTo>
                  <a:pt x="0" y="154"/>
                  <a:pt x="0" y="154"/>
                  <a:pt x="0" y="154"/>
                </a:cubicBezTo>
                <a:cubicBezTo>
                  <a:pt x="0" y="154"/>
                  <a:pt x="0" y="154"/>
                  <a:pt x="0" y="154"/>
                </a:cubicBezTo>
                <a:moveTo>
                  <a:pt x="0" y="153"/>
                </a:moveTo>
                <a:cubicBezTo>
                  <a:pt x="0" y="153"/>
                  <a:pt x="0" y="153"/>
                  <a:pt x="0" y="153"/>
                </a:cubicBezTo>
                <a:cubicBezTo>
                  <a:pt x="0" y="153"/>
                  <a:pt x="0" y="153"/>
                  <a:pt x="0" y="153"/>
                </a:cubicBezTo>
                <a:moveTo>
                  <a:pt x="0" y="152"/>
                </a:moveTo>
                <a:cubicBezTo>
                  <a:pt x="0" y="152"/>
                  <a:pt x="0" y="152"/>
                  <a:pt x="0" y="152"/>
                </a:cubicBezTo>
                <a:cubicBezTo>
                  <a:pt x="0" y="152"/>
                  <a:pt x="0" y="152"/>
                  <a:pt x="0" y="152"/>
                </a:cubicBezTo>
                <a:moveTo>
                  <a:pt x="0" y="152"/>
                </a:moveTo>
                <a:cubicBezTo>
                  <a:pt x="0" y="152"/>
                  <a:pt x="0" y="152"/>
                  <a:pt x="0" y="152"/>
                </a:cubicBezTo>
                <a:cubicBezTo>
                  <a:pt x="0" y="152"/>
                  <a:pt x="0" y="152"/>
                  <a:pt x="0" y="152"/>
                </a:cubicBezTo>
                <a:moveTo>
                  <a:pt x="0" y="152"/>
                </a:moveTo>
                <a:cubicBezTo>
                  <a:pt x="0" y="152"/>
                  <a:pt x="0" y="152"/>
                  <a:pt x="0" y="152"/>
                </a:cubicBezTo>
                <a:cubicBezTo>
                  <a:pt x="0" y="152"/>
                  <a:pt x="0" y="152"/>
                  <a:pt x="0" y="152"/>
                </a:cubicBezTo>
                <a:moveTo>
                  <a:pt x="0" y="151"/>
                </a:moveTo>
                <a:cubicBezTo>
                  <a:pt x="0" y="151"/>
                  <a:pt x="0" y="151"/>
                  <a:pt x="0" y="151"/>
                </a:cubicBezTo>
                <a:cubicBezTo>
                  <a:pt x="0" y="151"/>
                  <a:pt x="0" y="151"/>
                  <a:pt x="0" y="151"/>
                </a:cubicBezTo>
                <a:moveTo>
                  <a:pt x="0" y="151"/>
                </a:moveTo>
                <a:cubicBezTo>
                  <a:pt x="0" y="151"/>
                  <a:pt x="0" y="151"/>
                  <a:pt x="0" y="151"/>
                </a:cubicBezTo>
                <a:cubicBezTo>
                  <a:pt x="0" y="151"/>
                  <a:pt x="0" y="151"/>
                  <a:pt x="0" y="151"/>
                </a:cubicBezTo>
                <a:moveTo>
                  <a:pt x="0" y="151"/>
                </a:moveTo>
                <a:cubicBezTo>
                  <a:pt x="0" y="151"/>
                  <a:pt x="0" y="151"/>
                  <a:pt x="0" y="151"/>
                </a:cubicBezTo>
                <a:cubicBezTo>
                  <a:pt x="0" y="151"/>
                  <a:pt x="0" y="151"/>
                  <a:pt x="0" y="151"/>
                </a:cubicBezTo>
                <a:moveTo>
                  <a:pt x="0" y="151"/>
                </a:moveTo>
                <a:cubicBezTo>
                  <a:pt x="0" y="151"/>
                  <a:pt x="0" y="151"/>
                  <a:pt x="0" y="151"/>
                </a:cubicBezTo>
                <a:cubicBezTo>
                  <a:pt x="0" y="151"/>
                  <a:pt x="0" y="151"/>
                  <a:pt x="0" y="151"/>
                </a:cubicBezTo>
                <a:moveTo>
                  <a:pt x="0" y="150"/>
                </a:moveTo>
                <a:cubicBezTo>
                  <a:pt x="0" y="150"/>
                  <a:pt x="0" y="150"/>
                  <a:pt x="0" y="150"/>
                </a:cubicBezTo>
                <a:cubicBezTo>
                  <a:pt x="0" y="150"/>
                  <a:pt x="0" y="150"/>
                  <a:pt x="0" y="150"/>
                </a:cubicBezTo>
                <a:moveTo>
                  <a:pt x="0" y="150"/>
                </a:moveTo>
                <a:cubicBezTo>
                  <a:pt x="0" y="150"/>
                  <a:pt x="0" y="150"/>
                  <a:pt x="0" y="150"/>
                </a:cubicBezTo>
                <a:cubicBezTo>
                  <a:pt x="0" y="150"/>
                  <a:pt x="0" y="150"/>
                  <a:pt x="0" y="150"/>
                </a:cubicBezTo>
                <a:moveTo>
                  <a:pt x="0" y="149"/>
                </a:moveTo>
                <a:cubicBezTo>
                  <a:pt x="0" y="149"/>
                  <a:pt x="0" y="149"/>
                  <a:pt x="0" y="149"/>
                </a:cubicBezTo>
                <a:cubicBezTo>
                  <a:pt x="0" y="149"/>
                  <a:pt x="0" y="149"/>
                  <a:pt x="0" y="149"/>
                </a:cubicBezTo>
                <a:moveTo>
                  <a:pt x="0" y="149"/>
                </a:moveTo>
                <a:cubicBezTo>
                  <a:pt x="0" y="149"/>
                  <a:pt x="0" y="149"/>
                  <a:pt x="0" y="149"/>
                </a:cubicBezTo>
                <a:cubicBezTo>
                  <a:pt x="0" y="149"/>
                  <a:pt x="0" y="149"/>
                  <a:pt x="0" y="149"/>
                </a:cubicBezTo>
                <a:moveTo>
                  <a:pt x="0" y="149"/>
                </a:moveTo>
                <a:cubicBezTo>
                  <a:pt x="0" y="149"/>
                  <a:pt x="0" y="149"/>
                  <a:pt x="0" y="149"/>
                </a:cubicBezTo>
                <a:cubicBezTo>
                  <a:pt x="0" y="149"/>
                  <a:pt x="0" y="149"/>
                  <a:pt x="0" y="149"/>
                </a:cubicBezTo>
                <a:moveTo>
                  <a:pt x="0" y="148"/>
                </a:moveTo>
                <a:cubicBezTo>
                  <a:pt x="0" y="148"/>
                  <a:pt x="0" y="148"/>
                  <a:pt x="0" y="148"/>
                </a:cubicBezTo>
                <a:cubicBezTo>
                  <a:pt x="0" y="148"/>
                  <a:pt x="0" y="148"/>
                  <a:pt x="0" y="148"/>
                </a:cubicBezTo>
                <a:moveTo>
                  <a:pt x="0" y="148"/>
                </a:moveTo>
                <a:cubicBezTo>
                  <a:pt x="0" y="148"/>
                  <a:pt x="0" y="148"/>
                  <a:pt x="0" y="148"/>
                </a:cubicBezTo>
                <a:cubicBezTo>
                  <a:pt x="0" y="148"/>
                  <a:pt x="0" y="148"/>
                  <a:pt x="0" y="148"/>
                </a:cubicBezTo>
                <a:moveTo>
                  <a:pt x="0" y="148"/>
                </a:moveTo>
                <a:cubicBezTo>
                  <a:pt x="0" y="148"/>
                  <a:pt x="0" y="148"/>
                  <a:pt x="0" y="148"/>
                </a:cubicBezTo>
                <a:cubicBezTo>
                  <a:pt x="0" y="148"/>
                  <a:pt x="0" y="148"/>
                  <a:pt x="0" y="148"/>
                </a:cubicBezTo>
                <a:moveTo>
                  <a:pt x="0" y="148"/>
                </a:moveTo>
                <a:cubicBezTo>
                  <a:pt x="0" y="148"/>
                  <a:pt x="0" y="148"/>
                  <a:pt x="0" y="148"/>
                </a:cubicBezTo>
                <a:cubicBezTo>
                  <a:pt x="0" y="148"/>
                  <a:pt x="0" y="148"/>
                  <a:pt x="0" y="148"/>
                </a:cubicBezTo>
                <a:moveTo>
                  <a:pt x="0" y="147"/>
                </a:moveTo>
                <a:cubicBezTo>
                  <a:pt x="0" y="147"/>
                  <a:pt x="0" y="147"/>
                  <a:pt x="0" y="147"/>
                </a:cubicBezTo>
                <a:cubicBezTo>
                  <a:pt x="0" y="147"/>
                  <a:pt x="0" y="147"/>
                  <a:pt x="0" y="147"/>
                </a:cubicBezTo>
                <a:moveTo>
                  <a:pt x="0" y="147"/>
                </a:moveTo>
                <a:cubicBezTo>
                  <a:pt x="0" y="147"/>
                  <a:pt x="0" y="147"/>
                  <a:pt x="0" y="147"/>
                </a:cubicBezTo>
                <a:cubicBezTo>
                  <a:pt x="0" y="147"/>
                  <a:pt x="0" y="147"/>
                  <a:pt x="0" y="147"/>
                </a:cubicBezTo>
                <a:moveTo>
                  <a:pt x="0" y="147"/>
                </a:moveTo>
                <a:cubicBezTo>
                  <a:pt x="0" y="147"/>
                  <a:pt x="0" y="147"/>
                  <a:pt x="0" y="147"/>
                </a:cubicBezTo>
                <a:cubicBezTo>
                  <a:pt x="0" y="147"/>
                  <a:pt x="0" y="147"/>
                  <a:pt x="0" y="147"/>
                </a:cubicBezTo>
                <a:moveTo>
                  <a:pt x="0" y="146"/>
                </a:moveTo>
                <a:cubicBezTo>
                  <a:pt x="0" y="146"/>
                  <a:pt x="0" y="146"/>
                  <a:pt x="0" y="146"/>
                </a:cubicBezTo>
                <a:cubicBezTo>
                  <a:pt x="0" y="146"/>
                  <a:pt x="0" y="146"/>
                  <a:pt x="0" y="146"/>
                </a:cubicBezTo>
                <a:moveTo>
                  <a:pt x="0" y="146"/>
                </a:moveTo>
                <a:cubicBezTo>
                  <a:pt x="0" y="146"/>
                  <a:pt x="0" y="146"/>
                  <a:pt x="0" y="146"/>
                </a:cubicBezTo>
                <a:cubicBezTo>
                  <a:pt x="0" y="146"/>
                  <a:pt x="0" y="146"/>
                  <a:pt x="0" y="146"/>
                </a:cubicBezTo>
                <a:moveTo>
                  <a:pt x="0" y="146"/>
                </a:moveTo>
                <a:cubicBezTo>
                  <a:pt x="0" y="146"/>
                  <a:pt x="0" y="146"/>
                  <a:pt x="0" y="146"/>
                </a:cubicBezTo>
                <a:cubicBezTo>
                  <a:pt x="0" y="146"/>
                  <a:pt x="0" y="146"/>
                  <a:pt x="0" y="146"/>
                </a:cubicBezTo>
                <a:moveTo>
                  <a:pt x="0" y="146"/>
                </a:moveTo>
                <a:cubicBezTo>
                  <a:pt x="0" y="146"/>
                  <a:pt x="0" y="146"/>
                  <a:pt x="0" y="146"/>
                </a:cubicBezTo>
                <a:cubicBezTo>
                  <a:pt x="0" y="146"/>
                  <a:pt x="0" y="146"/>
                  <a:pt x="0" y="146"/>
                </a:cubicBezTo>
                <a:moveTo>
                  <a:pt x="0" y="145"/>
                </a:moveTo>
                <a:cubicBezTo>
                  <a:pt x="0" y="145"/>
                  <a:pt x="0" y="145"/>
                  <a:pt x="0" y="145"/>
                </a:cubicBezTo>
                <a:cubicBezTo>
                  <a:pt x="0" y="145"/>
                  <a:pt x="0" y="145"/>
                  <a:pt x="0" y="145"/>
                </a:cubicBezTo>
                <a:moveTo>
                  <a:pt x="0" y="145"/>
                </a:moveTo>
                <a:cubicBezTo>
                  <a:pt x="0" y="145"/>
                  <a:pt x="0" y="145"/>
                  <a:pt x="0" y="145"/>
                </a:cubicBezTo>
                <a:cubicBezTo>
                  <a:pt x="0" y="145"/>
                  <a:pt x="0" y="145"/>
                  <a:pt x="0" y="145"/>
                </a:cubicBezTo>
                <a:moveTo>
                  <a:pt x="0" y="145"/>
                </a:moveTo>
                <a:cubicBezTo>
                  <a:pt x="0" y="145"/>
                  <a:pt x="0" y="145"/>
                  <a:pt x="0" y="145"/>
                </a:cubicBezTo>
                <a:cubicBezTo>
                  <a:pt x="0" y="145"/>
                  <a:pt x="0" y="145"/>
                  <a:pt x="0" y="145"/>
                </a:cubicBezTo>
                <a:moveTo>
                  <a:pt x="0" y="145"/>
                </a:moveTo>
                <a:cubicBezTo>
                  <a:pt x="0" y="145"/>
                  <a:pt x="0" y="145"/>
                  <a:pt x="0" y="145"/>
                </a:cubicBezTo>
                <a:cubicBezTo>
                  <a:pt x="0" y="145"/>
                  <a:pt x="0" y="145"/>
                  <a:pt x="0" y="145"/>
                </a:cubicBezTo>
                <a:moveTo>
                  <a:pt x="0" y="144"/>
                </a:moveTo>
                <a:cubicBezTo>
                  <a:pt x="0" y="144"/>
                  <a:pt x="0" y="144"/>
                  <a:pt x="0" y="144"/>
                </a:cubicBezTo>
                <a:cubicBezTo>
                  <a:pt x="0" y="144"/>
                  <a:pt x="0" y="144"/>
                  <a:pt x="0" y="144"/>
                </a:cubicBezTo>
                <a:moveTo>
                  <a:pt x="0" y="144"/>
                </a:moveTo>
                <a:cubicBezTo>
                  <a:pt x="0" y="144"/>
                  <a:pt x="0" y="144"/>
                  <a:pt x="0" y="144"/>
                </a:cubicBezTo>
                <a:cubicBezTo>
                  <a:pt x="0" y="144"/>
                  <a:pt x="0" y="144"/>
                  <a:pt x="0" y="144"/>
                </a:cubicBezTo>
                <a:moveTo>
                  <a:pt x="0" y="144"/>
                </a:moveTo>
                <a:cubicBezTo>
                  <a:pt x="0" y="144"/>
                  <a:pt x="0" y="144"/>
                  <a:pt x="0" y="144"/>
                </a:cubicBezTo>
                <a:cubicBezTo>
                  <a:pt x="0" y="144"/>
                  <a:pt x="0" y="144"/>
                  <a:pt x="0" y="144"/>
                </a:cubicBezTo>
                <a:moveTo>
                  <a:pt x="0" y="143"/>
                </a:moveTo>
                <a:cubicBezTo>
                  <a:pt x="0" y="143"/>
                  <a:pt x="0" y="143"/>
                  <a:pt x="0" y="143"/>
                </a:cubicBezTo>
                <a:cubicBezTo>
                  <a:pt x="0" y="143"/>
                  <a:pt x="0" y="143"/>
                  <a:pt x="0" y="143"/>
                </a:cubicBezTo>
                <a:moveTo>
                  <a:pt x="0" y="143"/>
                </a:moveTo>
                <a:cubicBezTo>
                  <a:pt x="0" y="143"/>
                  <a:pt x="0" y="143"/>
                  <a:pt x="0" y="143"/>
                </a:cubicBezTo>
                <a:cubicBezTo>
                  <a:pt x="0" y="143"/>
                  <a:pt x="0" y="143"/>
                  <a:pt x="0" y="143"/>
                </a:cubicBezTo>
                <a:moveTo>
                  <a:pt x="0" y="143"/>
                </a:moveTo>
                <a:cubicBezTo>
                  <a:pt x="0" y="143"/>
                  <a:pt x="0" y="143"/>
                  <a:pt x="0" y="143"/>
                </a:cubicBezTo>
                <a:cubicBezTo>
                  <a:pt x="0" y="143"/>
                  <a:pt x="0" y="143"/>
                  <a:pt x="0" y="143"/>
                </a:cubicBezTo>
                <a:moveTo>
                  <a:pt x="0" y="143"/>
                </a:moveTo>
                <a:cubicBezTo>
                  <a:pt x="0" y="143"/>
                  <a:pt x="0" y="143"/>
                  <a:pt x="0" y="143"/>
                </a:cubicBezTo>
                <a:cubicBezTo>
                  <a:pt x="0" y="143"/>
                  <a:pt x="0" y="143"/>
                  <a:pt x="0" y="143"/>
                </a:cubicBezTo>
                <a:moveTo>
                  <a:pt x="0" y="142"/>
                </a:moveTo>
                <a:cubicBezTo>
                  <a:pt x="0" y="142"/>
                  <a:pt x="0" y="142"/>
                  <a:pt x="0" y="142"/>
                </a:cubicBezTo>
                <a:cubicBezTo>
                  <a:pt x="0" y="142"/>
                  <a:pt x="0" y="142"/>
                  <a:pt x="0" y="142"/>
                </a:cubicBezTo>
                <a:moveTo>
                  <a:pt x="0" y="142"/>
                </a:moveTo>
                <a:cubicBezTo>
                  <a:pt x="0" y="142"/>
                  <a:pt x="0" y="142"/>
                  <a:pt x="0" y="142"/>
                </a:cubicBezTo>
                <a:cubicBezTo>
                  <a:pt x="0" y="142"/>
                  <a:pt x="0" y="142"/>
                  <a:pt x="0" y="142"/>
                </a:cubicBezTo>
                <a:moveTo>
                  <a:pt x="0" y="142"/>
                </a:moveTo>
                <a:cubicBezTo>
                  <a:pt x="0" y="142"/>
                  <a:pt x="0" y="142"/>
                  <a:pt x="0" y="142"/>
                </a:cubicBezTo>
                <a:cubicBezTo>
                  <a:pt x="0" y="142"/>
                  <a:pt x="0" y="142"/>
                  <a:pt x="0" y="142"/>
                </a:cubicBezTo>
                <a:moveTo>
                  <a:pt x="0" y="141"/>
                </a:moveTo>
                <a:cubicBezTo>
                  <a:pt x="0" y="141"/>
                  <a:pt x="0" y="142"/>
                  <a:pt x="0" y="142"/>
                </a:cubicBezTo>
                <a:cubicBezTo>
                  <a:pt x="0" y="141"/>
                  <a:pt x="0" y="141"/>
                  <a:pt x="0" y="141"/>
                </a:cubicBezTo>
                <a:moveTo>
                  <a:pt x="0" y="141"/>
                </a:moveTo>
                <a:cubicBezTo>
                  <a:pt x="0" y="141"/>
                  <a:pt x="0" y="141"/>
                  <a:pt x="0" y="141"/>
                </a:cubicBezTo>
                <a:cubicBezTo>
                  <a:pt x="0" y="141"/>
                  <a:pt x="0" y="141"/>
                  <a:pt x="0" y="141"/>
                </a:cubicBezTo>
                <a:moveTo>
                  <a:pt x="0" y="141"/>
                </a:moveTo>
                <a:cubicBezTo>
                  <a:pt x="0" y="141"/>
                  <a:pt x="0" y="141"/>
                  <a:pt x="0" y="141"/>
                </a:cubicBezTo>
                <a:cubicBezTo>
                  <a:pt x="0" y="141"/>
                  <a:pt x="0" y="141"/>
                  <a:pt x="0" y="141"/>
                </a:cubicBezTo>
                <a:moveTo>
                  <a:pt x="0" y="141"/>
                </a:moveTo>
                <a:cubicBezTo>
                  <a:pt x="0" y="141"/>
                  <a:pt x="0" y="141"/>
                  <a:pt x="0" y="141"/>
                </a:cubicBezTo>
                <a:cubicBezTo>
                  <a:pt x="0" y="141"/>
                  <a:pt x="0" y="141"/>
                  <a:pt x="0" y="141"/>
                </a:cubicBezTo>
                <a:moveTo>
                  <a:pt x="163" y="2"/>
                </a:moveTo>
                <a:cubicBezTo>
                  <a:pt x="163" y="2"/>
                  <a:pt x="163" y="2"/>
                  <a:pt x="163" y="2"/>
                </a:cubicBezTo>
                <a:cubicBezTo>
                  <a:pt x="163" y="2"/>
                  <a:pt x="163" y="2"/>
                  <a:pt x="163" y="2"/>
                </a:cubicBezTo>
                <a:moveTo>
                  <a:pt x="162" y="2"/>
                </a:moveTo>
                <a:cubicBezTo>
                  <a:pt x="162" y="2"/>
                  <a:pt x="162" y="2"/>
                  <a:pt x="162" y="2"/>
                </a:cubicBezTo>
                <a:cubicBezTo>
                  <a:pt x="162" y="2"/>
                  <a:pt x="162" y="2"/>
                  <a:pt x="162" y="2"/>
                </a:cubicBezTo>
                <a:moveTo>
                  <a:pt x="161" y="2"/>
                </a:moveTo>
                <a:cubicBezTo>
                  <a:pt x="161" y="2"/>
                  <a:pt x="161" y="2"/>
                  <a:pt x="161" y="2"/>
                </a:cubicBezTo>
                <a:cubicBezTo>
                  <a:pt x="161" y="2"/>
                  <a:pt x="161" y="2"/>
                  <a:pt x="161" y="2"/>
                </a:cubicBezTo>
                <a:moveTo>
                  <a:pt x="160" y="2"/>
                </a:moveTo>
                <a:cubicBezTo>
                  <a:pt x="160" y="2"/>
                  <a:pt x="160" y="2"/>
                  <a:pt x="160" y="2"/>
                </a:cubicBezTo>
                <a:cubicBezTo>
                  <a:pt x="160" y="2"/>
                  <a:pt x="160" y="2"/>
                  <a:pt x="160" y="2"/>
                </a:cubicBezTo>
                <a:moveTo>
                  <a:pt x="160" y="2"/>
                </a:moveTo>
                <a:cubicBezTo>
                  <a:pt x="160" y="2"/>
                  <a:pt x="160" y="2"/>
                  <a:pt x="160" y="2"/>
                </a:cubicBezTo>
                <a:cubicBezTo>
                  <a:pt x="160" y="2"/>
                  <a:pt x="160" y="2"/>
                  <a:pt x="160" y="2"/>
                </a:cubicBezTo>
                <a:moveTo>
                  <a:pt x="160" y="2"/>
                </a:moveTo>
                <a:cubicBezTo>
                  <a:pt x="160" y="2"/>
                  <a:pt x="160" y="2"/>
                  <a:pt x="160" y="2"/>
                </a:cubicBezTo>
                <a:cubicBezTo>
                  <a:pt x="160" y="2"/>
                  <a:pt x="160" y="2"/>
                  <a:pt x="160" y="2"/>
                </a:cubicBezTo>
                <a:moveTo>
                  <a:pt x="159" y="2"/>
                </a:moveTo>
                <a:cubicBezTo>
                  <a:pt x="159" y="2"/>
                  <a:pt x="159" y="2"/>
                  <a:pt x="159" y="2"/>
                </a:cubicBezTo>
                <a:cubicBezTo>
                  <a:pt x="159" y="2"/>
                  <a:pt x="159" y="2"/>
                  <a:pt x="159" y="2"/>
                </a:cubicBezTo>
                <a:moveTo>
                  <a:pt x="159" y="2"/>
                </a:moveTo>
                <a:cubicBezTo>
                  <a:pt x="159" y="2"/>
                  <a:pt x="159" y="2"/>
                  <a:pt x="159" y="2"/>
                </a:cubicBezTo>
                <a:cubicBezTo>
                  <a:pt x="159" y="2"/>
                  <a:pt x="159" y="2"/>
                  <a:pt x="159" y="2"/>
                </a:cubicBezTo>
                <a:moveTo>
                  <a:pt x="159" y="2"/>
                </a:moveTo>
                <a:cubicBezTo>
                  <a:pt x="159" y="2"/>
                  <a:pt x="159" y="2"/>
                  <a:pt x="159" y="2"/>
                </a:cubicBezTo>
                <a:cubicBezTo>
                  <a:pt x="159" y="2"/>
                  <a:pt x="159" y="2"/>
                  <a:pt x="159" y="2"/>
                </a:cubicBezTo>
                <a:moveTo>
                  <a:pt x="158" y="2"/>
                </a:moveTo>
                <a:cubicBezTo>
                  <a:pt x="158" y="2"/>
                  <a:pt x="158" y="2"/>
                  <a:pt x="158" y="2"/>
                </a:cubicBezTo>
                <a:cubicBezTo>
                  <a:pt x="158" y="2"/>
                  <a:pt x="158" y="2"/>
                  <a:pt x="158" y="2"/>
                </a:cubicBezTo>
                <a:moveTo>
                  <a:pt x="158" y="2"/>
                </a:moveTo>
                <a:cubicBezTo>
                  <a:pt x="158" y="2"/>
                  <a:pt x="158" y="2"/>
                  <a:pt x="158" y="2"/>
                </a:cubicBezTo>
                <a:cubicBezTo>
                  <a:pt x="158" y="2"/>
                  <a:pt x="158" y="2"/>
                  <a:pt x="158" y="2"/>
                </a:cubicBezTo>
                <a:moveTo>
                  <a:pt x="158" y="2"/>
                </a:moveTo>
                <a:cubicBezTo>
                  <a:pt x="158" y="2"/>
                  <a:pt x="158" y="2"/>
                  <a:pt x="158" y="2"/>
                </a:cubicBezTo>
                <a:cubicBezTo>
                  <a:pt x="158" y="2"/>
                  <a:pt x="158" y="2"/>
                  <a:pt x="158" y="2"/>
                </a:cubicBezTo>
                <a:moveTo>
                  <a:pt x="157" y="1"/>
                </a:moveTo>
                <a:cubicBezTo>
                  <a:pt x="157" y="1"/>
                  <a:pt x="157" y="1"/>
                  <a:pt x="157" y="1"/>
                </a:cubicBezTo>
                <a:cubicBezTo>
                  <a:pt x="157" y="1"/>
                  <a:pt x="157" y="1"/>
                  <a:pt x="157" y="1"/>
                </a:cubicBezTo>
                <a:moveTo>
                  <a:pt x="156" y="1"/>
                </a:moveTo>
                <a:cubicBezTo>
                  <a:pt x="156" y="1"/>
                  <a:pt x="156" y="1"/>
                  <a:pt x="156" y="1"/>
                </a:cubicBezTo>
                <a:cubicBezTo>
                  <a:pt x="156" y="1"/>
                  <a:pt x="156" y="1"/>
                  <a:pt x="156" y="1"/>
                </a:cubicBezTo>
                <a:moveTo>
                  <a:pt x="156" y="1"/>
                </a:moveTo>
                <a:cubicBezTo>
                  <a:pt x="156" y="1"/>
                  <a:pt x="156" y="1"/>
                  <a:pt x="156" y="1"/>
                </a:cubicBezTo>
                <a:cubicBezTo>
                  <a:pt x="156" y="1"/>
                  <a:pt x="156" y="1"/>
                  <a:pt x="156" y="1"/>
                </a:cubicBezTo>
                <a:moveTo>
                  <a:pt x="156" y="1"/>
                </a:moveTo>
                <a:cubicBezTo>
                  <a:pt x="156" y="1"/>
                  <a:pt x="156" y="1"/>
                  <a:pt x="156" y="1"/>
                </a:cubicBezTo>
                <a:cubicBezTo>
                  <a:pt x="156" y="1"/>
                  <a:pt x="156" y="1"/>
                  <a:pt x="156" y="1"/>
                </a:cubicBezTo>
                <a:moveTo>
                  <a:pt x="155" y="1"/>
                </a:moveTo>
                <a:cubicBezTo>
                  <a:pt x="155" y="1"/>
                  <a:pt x="155" y="1"/>
                  <a:pt x="155" y="1"/>
                </a:cubicBezTo>
                <a:cubicBezTo>
                  <a:pt x="155" y="1"/>
                  <a:pt x="155" y="1"/>
                  <a:pt x="155" y="1"/>
                </a:cubicBezTo>
                <a:moveTo>
                  <a:pt x="155" y="1"/>
                </a:moveTo>
                <a:cubicBezTo>
                  <a:pt x="155" y="1"/>
                  <a:pt x="155" y="1"/>
                  <a:pt x="155" y="1"/>
                </a:cubicBezTo>
                <a:cubicBezTo>
                  <a:pt x="155" y="1"/>
                  <a:pt x="155" y="1"/>
                  <a:pt x="155" y="1"/>
                </a:cubicBezTo>
                <a:moveTo>
                  <a:pt x="155" y="1"/>
                </a:moveTo>
                <a:cubicBezTo>
                  <a:pt x="155" y="1"/>
                  <a:pt x="155" y="1"/>
                  <a:pt x="155" y="1"/>
                </a:cubicBezTo>
                <a:cubicBezTo>
                  <a:pt x="155" y="1"/>
                  <a:pt x="155" y="1"/>
                  <a:pt x="155" y="1"/>
                </a:cubicBezTo>
                <a:moveTo>
                  <a:pt x="155" y="1"/>
                </a:moveTo>
                <a:cubicBezTo>
                  <a:pt x="155" y="1"/>
                  <a:pt x="155" y="1"/>
                  <a:pt x="155" y="1"/>
                </a:cubicBezTo>
                <a:cubicBezTo>
                  <a:pt x="155" y="1"/>
                  <a:pt x="155" y="1"/>
                  <a:pt x="155" y="1"/>
                </a:cubicBezTo>
                <a:moveTo>
                  <a:pt x="154" y="1"/>
                </a:moveTo>
                <a:cubicBezTo>
                  <a:pt x="154" y="1"/>
                  <a:pt x="154" y="1"/>
                  <a:pt x="154" y="1"/>
                </a:cubicBezTo>
                <a:cubicBezTo>
                  <a:pt x="154" y="1"/>
                  <a:pt x="154" y="1"/>
                  <a:pt x="154" y="1"/>
                </a:cubicBezTo>
                <a:moveTo>
                  <a:pt x="154" y="1"/>
                </a:moveTo>
                <a:cubicBezTo>
                  <a:pt x="154" y="1"/>
                  <a:pt x="154" y="1"/>
                  <a:pt x="154" y="1"/>
                </a:cubicBezTo>
                <a:cubicBezTo>
                  <a:pt x="154" y="1"/>
                  <a:pt x="154" y="1"/>
                  <a:pt x="154" y="1"/>
                </a:cubicBezTo>
                <a:moveTo>
                  <a:pt x="154" y="1"/>
                </a:moveTo>
                <a:cubicBezTo>
                  <a:pt x="154" y="1"/>
                  <a:pt x="154" y="1"/>
                  <a:pt x="154" y="1"/>
                </a:cubicBezTo>
                <a:cubicBezTo>
                  <a:pt x="154" y="1"/>
                  <a:pt x="154" y="1"/>
                  <a:pt x="154" y="1"/>
                </a:cubicBezTo>
                <a:moveTo>
                  <a:pt x="153" y="1"/>
                </a:moveTo>
                <a:cubicBezTo>
                  <a:pt x="153" y="1"/>
                  <a:pt x="153" y="1"/>
                  <a:pt x="153" y="1"/>
                </a:cubicBezTo>
                <a:cubicBezTo>
                  <a:pt x="153" y="1"/>
                  <a:pt x="153" y="1"/>
                  <a:pt x="153" y="1"/>
                </a:cubicBezTo>
                <a:moveTo>
                  <a:pt x="153" y="1"/>
                </a:moveTo>
                <a:cubicBezTo>
                  <a:pt x="153" y="1"/>
                  <a:pt x="153" y="1"/>
                  <a:pt x="153" y="1"/>
                </a:cubicBezTo>
                <a:cubicBezTo>
                  <a:pt x="153" y="1"/>
                  <a:pt x="153" y="1"/>
                  <a:pt x="153" y="1"/>
                </a:cubicBezTo>
                <a:moveTo>
                  <a:pt x="153" y="1"/>
                </a:moveTo>
                <a:cubicBezTo>
                  <a:pt x="153" y="1"/>
                  <a:pt x="153" y="1"/>
                  <a:pt x="153" y="1"/>
                </a:cubicBezTo>
                <a:cubicBezTo>
                  <a:pt x="153" y="1"/>
                  <a:pt x="153" y="1"/>
                  <a:pt x="153" y="1"/>
                </a:cubicBezTo>
                <a:moveTo>
                  <a:pt x="152" y="1"/>
                </a:moveTo>
                <a:cubicBezTo>
                  <a:pt x="152" y="1"/>
                  <a:pt x="152" y="1"/>
                  <a:pt x="152" y="1"/>
                </a:cubicBezTo>
                <a:cubicBezTo>
                  <a:pt x="152" y="1"/>
                  <a:pt x="152" y="1"/>
                  <a:pt x="152" y="1"/>
                </a:cubicBezTo>
                <a:moveTo>
                  <a:pt x="152" y="1"/>
                </a:moveTo>
                <a:cubicBezTo>
                  <a:pt x="152" y="1"/>
                  <a:pt x="152" y="1"/>
                  <a:pt x="152" y="1"/>
                </a:cubicBezTo>
                <a:cubicBezTo>
                  <a:pt x="152" y="1"/>
                  <a:pt x="152" y="1"/>
                  <a:pt x="152" y="1"/>
                </a:cubicBezTo>
                <a:moveTo>
                  <a:pt x="152" y="1"/>
                </a:moveTo>
                <a:cubicBezTo>
                  <a:pt x="152" y="1"/>
                  <a:pt x="152" y="1"/>
                  <a:pt x="152" y="1"/>
                </a:cubicBezTo>
                <a:cubicBezTo>
                  <a:pt x="152" y="1"/>
                  <a:pt x="152" y="1"/>
                  <a:pt x="152" y="1"/>
                </a:cubicBezTo>
                <a:moveTo>
                  <a:pt x="152" y="1"/>
                </a:moveTo>
                <a:cubicBezTo>
                  <a:pt x="152" y="1"/>
                  <a:pt x="152" y="1"/>
                  <a:pt x="152" y="1"/>
                </a:cubicBezTo>
                <a:cubicBezTo>
                  <a:pt x="152" y="1"/>
                  <a:pt x="152" y="1"/>
                  <a:pt x="152" y="1"/>
                </a:cubicBezTo>
                <a:moveTo>
                  <a:pt x="151" y="1"/>
                </a:moveTo>
                <a:cubicBezTo>
                  <a:pt x="151" y="1"/>
                  <a:pt x="151" y="1"/>
                  <a:pt x="151" y="1"/>
                </a:cubicBezTo>
                <a:cubicBezTo>
                  <a:pt x="151" y="1"/>
                  <a:pt x="151" y="1"/>
                  <a:pt x="151" y="1"/>
                </a:cubicBezTo>
                <a:moveTo>
                  <a:pt x="151" y="1"/>
                </a:moveTo>
                <a:cubicBezTo>
                  <a:pt x="151" y="1"/>
                  <a:pt x="151" y="1"/>
                  <a:pt x="151" y="1"/>
                </a:cubicBezTo>
                <a:cubicBezTo>
                  <a:pt x="151" y="1"/>
                  <a:pt x="151" y="1"/>
                  <a:pt x="151" y="1"/>
                </a:cubicBezTo>
                <a:moveTo>
                  <a:pt x="150" y="1"/>
                </a:moveTo>
                <a:cubicBezTo>
                  <a:pt x="151" y="1"/>
                  <a:pt x="151" y="1"/>
                  <a:pt x="151" y="1"/>
                </a:cubicBezTo>
                <a:cubicBezTo>
                  <a:pt x="151" y="1"/>
                  <a:pt x="151" y="1"/>
                  <a:pt x="150" y="1"/>
                </a:cubicBezTo>
                <a:moveTo>
                  <a:pt x="150" y="1"/>
                </a:moveTo>
                <a:cubicBezTo>
                  <a:pt x="150" y="1"/>
                  <a:pt x="150" y="1"/>
                  <a:pt x="150" y="1"/>
                </a:cubicBezTo>
                <a:cubicBezTo>
                  <a:pt x="150" y="1"/>
                  <a:pt x="150" y="1"/>
                  <a:pt x="150" y="1"/>
                </a:cubicBezTo>
                <a:moveTo>
                  <a:pt x="150" y="1"/>
                </a:moveTo>
                <a:cubicBezTo>
                  <a:pt x="150" y="1"/>
                  <a:pt x="150" y="1"/>
                  <a:pt x="150" y="1"/>
                </a:cubicBezTo>
                <a:cubicBezTo>
                  <a:pt x="150" y="1"/>
                  <a:pt x="150" y="1"/>
                  <a:pt x="150" y="1"/>
                </a:cubicBezTo>
                <a:moveTo>
                  <a:pt x="150" y="1"/>
                </a:moveTo>
                <a:cubicBezTo>
                  <a:pt x="150" y="1"/>
                  <a:pt x="150" y="1"/>
                  <a:pt x="150" y="1"/>
                </a:cubicBezTo>
                <a:cubicBezTo>
                  <a:pt x="150" y="1"/>
                  <a:pt x="150" y="1"/>
                  <a:pt x="150" y="1"/>
                </a:cubicBezTo>
                <a:moveTo>
                  <a:pt x="149" y="1"/>
                </a:moveTo>
                <a:cubicBezTo>
                  <a:pt x="149" y="1"/>
                  <a:pt x="149" y="1"/>
                  <a:pt x="149" y="1"/>
                </a:cubicBezTo>
                <a:cubicBezTo>
                  <a:pt x="149" y="1"/>
                  <a:pt x="149" y="1"/>
                  <a:pt x="149" y="1"/>
                </a:cubicBezTo>
                <a:moveTo>
                  <a:pt x="149" y="1"/>
                </a:moveTo>
                <a:cubicBezTo>
                  <a:pt x="149" y="1"/>
                  <a:pt x="149" y="1"/>
                  <a:pt x="149" y="1"/>
                </a:cubicBezTo>
                <a:cubicBezTo>
                  <a:pt x="149" y="1"/>
                  <a:pt x="149" y="1"/>
                  <a:pt x="149" y="1"/>
                </a:cubicBezTo>
                <a:moveTo>
                  <a:pt x="149" y="1"/>
                </a:moveTo>
                <a:cubicBezTo>
                  <a:pt x="149" y="1"/>
                  <a:pt x="149" y="1"/>
                  <a:pt x="149" y="1"/>
                </a:cubicBezTo>
                <a:cubicBezTo>
                  <a:pt x="149" y="1"/>
                  <a:pt x="149" y="1"/>
                  <a:pt x="149" y="1"/>
                </a:cubicBezTo>
                <a:moveTo>
                  <a:pt x="148" y="1"/>
                </a:moveTo>
                <a:cubicBezTo>
                  <a:pt x="148" y="1"/>
                  <a:pt x="148" y="1"/>
                  <a:pt x="148" y="1"/>
                </a:cubicBezTo>
                <a:cubicBezTo>
                  <a:pt x="148" y="1"/>
                  <a:pt x="148" y="1"/>
                  <a:pt x="148" y="1"/>
                </a:cubicBezTo>
                <a:moveTo>
                  <a:pt x="148" y="1"/>
                </a:moveTo>
                <a:cubicBezTo>
                  <a:pt x="148" y="1"/>
                  <a:pt x="148" y="1"/>
                  <a:pt x="148" y="1"/>
                </a:cubicBezTo>
                <a:cubicBezTo>
                  <a:pt x="148" y="1"/>
                  <a:pt x="148" y="1"/>
                  <a:pt x="148" y="1"/>
                </a:cubicBezTo>
                <a:moveTo>
                  <a:pt x="148" y="1"/>
                </a:moveTo>
                <a:cubicBezTo>
                  <a:pt x="148" y="1"/>
                  <a:pt x="148" y="1"/>
                  <a:pt x="148" y="1"/>
                </a:cubicBezTo>
                <a:cubicBezTo>
                  <a:pt x="148" y="1"/>
                  <a:pt x="148" y="1"/>
                  <a:pt x="148" y="1"/>
                </a:cubicBezTo>
                <a:moveTo>
                  <a:pt x="148" y="1"/>
                </a:moveTo>
                <a:cubicBezTo>
                  <a:pt x="148" y="1"/>
                  <a:pt x="148" y="1"/>
                  <a:pt x="148" y="1"/>
                </a:cubicBezTo>
                <a:cubicBezTo>
                  <a:pt x="148" y="1"/>
                  <a:pt x="148" y="1"/>
                  <a:pt x="148" y="1"/>
                </a:cubicBezTo>
                <a:moveTo>
                  <a:pt x="147" y="1"/>
                </a:moveTo>
                <a:cubicBezTo>
                  <a:pt x="147" y="1"/>
                  <a:pt x="147" y="1"/>
                  <a:pt x="147" y="1"/>
                </a:cubicBezTo>
                <a:cubicBezTo>
                  <a:pt x="147" y="1"/>
                  <a:pt x="147" y="1"/>
                  <a:pt x="147" y="1"/>
                </a:cubicBezTo>
                <a:moveTo>
                  <a:pt x="147" y="1"/>
                </a:moveTo>
                <a:cubicBezTo>
                  <a:pt x="147" y="1"/>
                  <a:pt x="147" y="1"/>
                  <a:pt x="147" y="1"/>
                </a:cubicBezTo>
                <a:cubicBezTo>
                  <a:pt x="147" y="1"/>
                  <a:pt x="147" y="1"/>
                  <a:pt x="147" y="1"/>
                </a:cubicBezTo>
                <a:moveTo>
                  <a:pt x="147" y="1"/>
                </a:moveTo>
                <a:cubicBezTo>
                  <a:pt x="147" y="1"/>
                  <a:pt x="147" y="1"/>
                  <a:pt x="147" y="1"/>
                </a:cubicBezTo>
                <a:cubicBezTo>
                  <a:pt x="147" y="1"/>
                  <a:pt x="147" y="1"/>
                  <a:pt x="147" y="1"/>
                </a:cubicBezTo>
                <a:moveTo>
                  <a:pt x="146" y="1"/>
                </a:moveTo>
                <a:cubicBezTo>
                  <a:pt x="146" y="1"/>
                  <a:pt x="146" y="1"/>
                  <a:pt x="147" y="1"/>
                </a:cubicBezTo>
                <a:cubicBezTo>
                  <a:pt x="146" y="1"/>
                  <a:pt x="146" y="1"/>
                  <a:pt x="146" y="1"/>
                </a:cubicBezTo>
                <a:moveTo>
                  <a:pt x="146" y="1"/>
                </a:moveTo>
                <a:cubicBezTo>
                  <a:pt x="146" y="1"/>
                  <a:pt x="146" y="1"/>
                  <a:pt x="146" y="1"/>
                </a:cubicBezTo>
                <a:cubicBezTo>
                  <a:pt x="146" y="1"/>
                  <a:pt x="146" y="1"/>
                  <a:pt x="146" y="1"/>
                </a:cubicBezTo>
                <a:moveTo>
                  <a:pt x="146" y="1"/>
                </a:moveTo>
                <a:cubicBezTo>
                  <a:pt x="146" y="1"/>
                  <a:pt x="146" y="1"/>
                  <a:pt x="146" y="1"/>
                </a:cubicBezTo>
                <a:cubicBezTo>
                  <a:pt x="146" y="1"/>
                  <a:pt x="146" y="1"/>
                  <a:pt x="146" y="1"/>
                </a:cubicBezTo>
                <a:moveTo>
                  <a:pt x="146" y="1"/>
                </a:moveTo>
                <a:cubicBezTo>
                  <a:pt x="146" y="1"/>
                  <a:pt x="146" y="1"/>
                  <a:pt x="146" y="1"/>
                </a:cubicBezTo>
                <a:cubicBezTo>
                  <a:pt x="146" y="1"/>
                  <a:pt x="146" y="1"/>
                  <a:pt x="146" y="1"/>
                </a:cubicBezTo>
                <a:moveTo>
                  <a:pt x="145" y="1"/>
                </a:moveTo>
                <a:cubicBezTo>
                  <a:pt x="145" y="1"/>
                  <a:pt x="145" y="1"/>
                  <a:pt x="145" y="1"/>
                </a:cubicBezTo>
                <a:cubicBezTo>
                  <a:pt x="145" y="1"/>
                  <a:pt x="145" y="1"/>
                  <a:pt x="145" y="1"/>
                </a:cubicBezTo>
                <a:moveTo>
                  <a:pt x="145" y="1"/>
                </a:moveTo>
                <a:cubicBezTo>
                  <a:pt x="145" y="1"/>
                  <a:pt x="145" y="1"/>
                  <a:pt x="145" y="1"/>
                </a:cubicBezTo>
                <a:cubicBezTo>
                  <a:pt x="145" y="1"/>
                  <a:pt x="145" y="1"/>
                  <a:pt x="145" y="1"/>
                </a:cubicBezTo>
                <a:moveTo>
                  <a:pt x="145" y="0"/>
                </a:moveTo>
                <a:cubicBezTo>
                  <a:pt x="145" y="0"/>
                  <a:pt x="145" y="0"/>
                  <a:pt x="145" y="0"/>
                </a:cubicBezTo>
                <a:cubicBezTo>
                  <a:pt x="145" y="0"/>
                  <a:pt x="145" y="0"/>
                  <a:pt x="145" y="0"/>
                </a:cubicBezTo>
                <a:moveTo>
                  <a:pt x="144" y="0"/>
                </a:moveTo>
                <a:cubicBezTo>
                  <a:pt x="145" y="0"/>
                  <a:pt x="145" y="0"/>
                  <a:pt x="145" y="0"/>
                </a:cubicBezTo>
                <a:cubicBezTo>
                  <a:pt x="145" y="0"/>
                  <a:pt x="145" y="0"/>
                  <a:pt x="144" y="0"/>
                </a:cubicBezTo>
                <a:moveTo>
                  <a:pt x="144" y="0"/>
                </a:moveTo>
                <a:cubicBezTo>
                  <a:pt x="144" y="0"/>
                  <a:pt x="144" y="0"/>
                  <a:pt x="144" y="0"/>
                </a:cubicBezTo>
                <a:cubicBezTo>
                  <a:pt x="144" y="0"/>
                  <a:pt x="144" y="0"/>
                  <a:pt x="144" y="0"/>
                </a:cubicBezTo>
                <a:moveTo>
                  <a:pt x="144" y="0"/>
                </a:moveTo>
                <a:cubicBezTo>
                  <a:pt x="144" y="0"/>
                  <a:pt x="144" y="0"/>
                  <a:pt x="144" y="0"/>
                </a:cubicBezTo>
                <a:cubicBezTo>
                  <a:pt x="144" y="0"/>
                  <a:pt x="144" y="0"/>
                  <a:pt x="144" y="0"/>
                </a:cubicBezTo>
                <a:moveTo>
                  <a:pt x="144" y="0"/>
                </a:moveTo>
                <a:cubicBezTo>
                  <a:pt x="144" y="0"/>
                  <a:pt x="144" y="0"/>
                  <a:pt x="144" y="0"/>
                </a:cubicBezTo>
                <a:cubicBezTo>
                  <a:pt x="144" y="0"/>
                  <a:pt x="144" y="0"/>
                  <a:pt x="144" y="0"/>
                </a:cubicBezTo>
                <a:moveTo>
                  <a:pt x="143" y="0"/>
                </a:moveTo>
                <a:cubicBezTo>
                  <a:pt x="143" y="0"/>
                  <a:pt x="143" y="0"/>
                  <a:pt x="143" y="0"/>
                </a:cubicBezTo>
                <a:cubicBezTo>
                  <a:pt x="143" y="0"/>
                  <a:pt x="143" y="0"/>
                  <a:pt x="143" y="0"/>
                </a:cubicBezTo>
                <a:moveTo>
                  <a:pt x="143" y="0"/>
                </a:moveTo>
                <a:cubicBezTo>
                  <a:pt x="143" y="0"/>
                  <a:pt x="143" y="0"/>
                  <a:pt x="143" y="0"/>
                </a:cubicBezTo>
                <a:cubicBezTo>
                  <a:pt x="143" y="0"/>
                  <a:pt x="143" y="0"/>
                  <a:pt x="143" y="0"/>
                </a:cubicBezTo>
                <a:moveTo>
                  <a:pt x="143" y="0"/>
                </a:moveTo>
                <a:cubicBezTo>
                  <a:pt x="143" y="0"/>
                  <a:pt x="143" y="0"/>
                  <a:pt x="143" y="0"/>
                </a:cubicBezTo>
                <a:cubicBezTo>
                  <a:pt x="143" y="0"/>
                  <a:pt x="143" y="0"/>
                  <a:pt x="143" y="0"/>
                </a:cubicBezTo>
                <a:moveTo>
                  <a:pt x="143" y="0"/>
                </a:moveTo>
                <a:cubicBezTo>
                  <a:pt x="143" y="0"/>
                  <a:pt x="143" y="0"/>
                  <a:pt x="143" y="0"/>
                </a:cubicBezTo>
                <a:cubicBezTo>
                  <a:pt x="143" y="0"/>
                  <a:pt x="143" y="0"/>
                  <a:pt x="143" y="0"/>
                </a:cubicBezTo>
                <a:moveTo>
                  <a:pt x="142" y="0"/>
                </a:moveTo>
                <a:cubicBezTo>
                  <a:pt x="142" y="0"/>
                  <a:pt x="142" y="0"/>
                  <a:pt x="142" y="0"/>
                </a:cubicBezTo>
                <a:cubicBezTo>
                  <a:pt x="142" y="0"/>
                  <a:pt x="142" y="0"/>
                  <a:pt x="142" y="0"/>
                </a:cubicBezTo>
                <a:moveTo>
                  <a:pt x="142" y="0"/>
                </a:moveTo>
                <a:cubicBezTo>
                  <a:pt x="142" y="0"/>
                  <a:pt x="142" y="0"/>
                  <a:pt x="142" y="0"/>
                </a:cubicBezTo>
                <a:cubicBezTo>
                  <a:pt x="142" y="0"/>
                  <a:pt x="142" y="0"/>
                  <a:pt x="142" y="0"/>
                </a:cubicBezTo>
                <a:moveTo>
                  <a:pt x="142" y="0"/>
                </a:moveTo>
                <a:cubicBezTo>
                  <a:pt x="142" y="0"/>
                  <a:pt x="142" y="0"/>
                  <a:pt x="142" y="0"/>
                </a:cubicBezTo>
                <a:cubicBezTo>
                  <a:pt x="142" y="0"/>
                  <a:pt x="142" y="0"/>
                  <a:pt x="142" y="0"/>
                </a:cubicBezTo>
                <a:moveTo>
                  <a:pt x="141" y="0"/>
                </a:moveTo>
                <a:cubicBezTo>
                  <a:pt x="142" y="0"/>
                  <a:pt x="142" y="0"/>
                  <a:pt x="142" y="0"/>
                </a:cubicBezTo>
                <a:cubicBezTo>
                  <a:pt x="142" y="0"/>
                  <a:pt x="142" y="0"/>
                  <a:pt x="141" y="0"/>
                </a:cubicBezTo>
                <a:moveTo>
                  <a:pt x="141" y="0"/>
                </a:moveTo>
                <a:cubicBezTo>
                  <a:pt x="141" y="0"/>
                  <a:pt x="141" y="0"/>
                  <a:pt x="141" y="0"/>
                </a:cubicBezTo>
                <a:cubicBezTo>
                  <a:pt x="141" y="0"/>
                  <a:pt x="141" y="0"/>
                  <a:pt x="141" y="0"/>
                </a:cubicBezTo>
                <a:moveTo>
                  <a:pt x="141" y="0"/>
                </a:moveTo>
                <a:cubicBezTo>
                  <a:pt x="141" y="0"/>
                  <a:pt x="141" y="0"/>
                  <a:pt x="141" y="0"/>
                </a:cubicBezTo>
                <a:cubicBezTo>
                  <a:pt x="141" y="0"/>
                  <a:pt x="141" y="0"/>
                  <a:pt x="141" y="0"/>
                </a:cubicBezTo>
                <a:moveTo>
                  <a:pt x="141" y="0"/>
                </a:moveTo>
                <a:cubicBezTo>
                  <a:pt x="141" y="0"/>
                  <a:pt x="141" y="0"/>
                  <a:pt x="141" y="0"/>
                </a:cubicBezTo>
                <a:cubicBezTo>
                  <a:pt x="141" y="0"/>
                  <a:pt x="141" y="0"/>
                  <a:pt x="141" y="0"/>
                </a:cubicBezTo>
                <a:moveTo>
                  <a:pt x="140" y="0"/>
                </a:moveTo>
                <a:cubicBezTo>
                  <a:pt x="140" y="0"/>
                  <a:pt x="140" y="0"/>
                  <a:pt x="140" y="0"/>
                </a:cubicBezTo>
                <a:cubicBezTo>
                  <a:pt x="140" y="0"/>
                  <a:pt x="140" y="0"/>
                  <a:pt x="140" y="0"/>
                </a:cubicBezTo>
                <a:moveTo>
                  <a:pt x="140" y="0"/>
                </a:moveTo>
                <a:cubicBezTo>
                  <a:pt x="140" y="0"/>
                  <a:pt x="140" y="0"/>
                  <a:pt x="140" y="0"/>
                </a:cubicBezTo>
                <a:cubicBezTo>
                  <a:pt x="140" y="0"/>
                  <a:pt x="140" y="0"/>
                  <a:pt x="140" y="0"/>
                </a:cubicBezTo>
              </a:path>
            </a:pathLst>
          </a:custGeom>
          <a:solidFill>
            <a:srgbClr val="B0BB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 name="Freeform 30"/>
          <p:cNvSpPr>
            <a:spLocks noEditPoints="1"/>
          </p:cNvSpPr>
          <p:nvPr/>
        </p:nvSpPr>
        <p:spPr bwMode="auto">
          <a:xfrm>
            <a:off x="10169525" y="2646363"/>
            <a:ext cx="17463" cy="17463"/>
          </a:xfrm>
          <a:custGeom>
            <a:avLst/>
            <a:gdLst>
              <a:gd name="T0" fmla="*/ 1 w 4"/>
              <a:gd name="T1" fmla="*/ 1 h 4"/>
              <a:gd name="T2" fmla="*/ 4 w 4"/>
              <a:gd name="T3" fmla="*/ 4 h 4"/>
              <a:gd name="T4" fmla="*/ 4 w 4"/>
              <a:gd name="T5" fmla="*/ 4 h 4"/>
              <a:gd name="T6" fmla="*/ 1 w 4"/>
              <a:gd name="T7" fmla="*/ 1 h 4"/>
              <a:gd name="T8" fmla="*/ 1 w 4"/>
              <a:gd name="T9" fmla="*/ 0 h 4"/>
              <a:gd name="T10" fmla="*/ 1 w 4"/>
              <a:gd name="T11" fmla="*/ 1 h 4"/>
              <a:gd name="T12" fmla="*/ 1 w 4"/>
              <a:gd name="T13" fmla="*/ 0 h 4"/>
              <a:gd name="T14" fmla="*/ 1 w 4"/>
              <a:gd name="T15" fmla="*/ 0 h 4"/>
              <a:gd name="T16" fmla="*/ 1 w 4"/>
              <a:gd name="T17" fmla="*/ 0 h 4"/>
              <a:gd name="T18" fmla="*/ 1 w 4"/>
              <a:gd name="T19" fmla="*/ 0 h 4"/>
              <a:gd name="T20" fmla="*/ 1 w 4"/>
              <a:gd name="T21" fmla="*/ 0 h 4"/>
              <a:gd name="T22" fmla="*/ 1 w 4"/>
              <a:gd name="T23" fmla="*/ 0 h 4"/>
              <a:gd name="T24" fmla="*/ 1 w 4"/>
              <a:gd name="T25" fmla="*/ 0 h 4"/>
              <a:gd name="T26" fmla="*/ 1 w 4"/>
              <a:gd name="T27" fmla="*/ 0 h 4"/>
              <a:gd name="T28" fmla="*/ 1 w 4"/>
              <a:gd name="T29" fmla="*/ 0 h 4"/>
              <a:gd name="T30" fmla="*/ 1 w 4"/>
              <a:gd name="T31" fmla="*/ 0 h 4"/>
              <a:gd name="T32" fmla="*/ 1 w 4"/>
              <a:gd name="T33" fmla="*/ 0 h 4"/>
              <a:gd name="T34" fmla="*/ 1 w 4"/>
              <a:gd name="T35" fmla="*/ 0 h 4"/>
              <a:gd name="T36" fmla="*/ 1 w 4"/>
              <a:gd name="T37" fmla="*/ 0 h 4"/>
              <a:gd name="T38" fmla="*/ 0 w 4"/>
              <a:gd name="T39" fmla="*/ 0 h 4"/>
              <a:gd name="T40" fmla="*/ 0 w 4"/>
              <a:gd name="T41" fmla="*/ 0 h 4"/>
              <a:gd name="T42" fmla="*/ 0 w 4"/>
              <a:gd name="T4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4">
                <a:moveTo>
                  <a:pt x="1" y="1"/>
                </a:moveTo>
                <a:cubicBezTo>
                  <a:pt x="2" y="2"/>
                  <a:pt x="3" y="3"/>
                  <a:pt x="4" y="4"/>
                </a:cubicBezTo>
                <a:cubicBezTo>
                  <a:pt x="4" y="4"/>
                  <a:pt x="4" y="4"/>
                  <a:pt x="4" y="4"/>
                </a:cubicBezTo>
                <a:cubicBezTo>
                  <a:pt x="3" y="3"/>
                  <a:pt x="2" y="2"/>
                  <a:pt x="1" y="1"/>
                </a:cubicBezTo>
                <a:moveTo>
                  <a:pt x="1" y="0"/>
                </a:moveTo>
                <a:cubicBezTo>
                  <a:pt x="1" y="1"/>
                  <a:pt x="1" y="1"/>
                  <a:pt x="1" y="1"/>
                </a:cubicBezTo>
                <a:cubicBezTo>
                  <a:pt x="1" y="1"/>
                  <a:pt x="1" y="1"/>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0" y="0"/>
                </a:moveTo>
                <a:cubicBezTo>
                  <a:pt x="0" y="0"/>
                  <a:pt x="0" y="0"/>
                  <a:pt x="0" y="0"/>
                </a:cubicBezTo>
                <a:cubicBezTo>
                  <a:pt x="0" y="0"/>
                  <a:pt x="0" y="0"/>
                  <a:pt x="0"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 name="Freeform 31"/>
          <p:cNvSpPr>
            <a:spLocks/>
          </p:cNvSpPr>
          <p:nvPr/>
        </p:nvSpPr>
        <p:spPr bwMode="auto">
          <a:xfrm>
            <a:off x="9085263" y="2408238"/>
            <a:ext cx="1101725" cy="1106488"/>
          </a:xfrm>
          <a:custGeom>
            <a:avLst/>
            <a:gdLst>
              <a:gd name="T0" fmla="*/ 0 w 254"/>
              <a:gd name="T1" fmla="*/ 141 h 255"/>
              <a:gd name="T2" fmla="*/ 0 w 254"/>
              <a:gd name="T3" fmla="*/ 141 h 255"/>
              <a:gd name="T4" fmla="*/ 0 w 254"/>
              <a:gd name="T5" fmla="*/ 142 h 255"/>
              <a:gd name="T6" fmla="*/ 0 w 254"/>
              <a:gd name="T7" fmla="*/ 142 h 255"/>
              <a:gd name="T8" fmla="*/ 0 w 254"/>
              <a:gd name="T9" fmla="*/ 143 h 255"/>
              <a:gd name="T10" fmla="*/ 0 w 254"/>
              <a:gd name="T11" fmla="*/ 143 h 255"/>
              <a:gd name="T12" fmla="*/ 0 w 254"/>
              <a:gd name="T13" fmla="*/ 144 h 255"/>
              <a:gd name="T14" fmla="*/ 0 w 254"/>
              <a:gd name="T15" fmla="*/ 145 h 255"/>
              <a:gd name="T16" fmla="*/ 0 w 254"/>
              <a:gd name="T17" fmla="*/ 145 h 255"/>
              <a:gd name="T18" fmla="*/ 0 w 254"/>
              <a:gd name="T19" fmla="*/ 146 h 255"/>
              <a:gd name="T20" fmla="*/ 0 w 254"/>
              <a:gd name="T21" fmla="*/ 146 h 255"/>
              <a:gd name="T22" fmla="*/ 0 w 254"/>
              <a:gd name="T23" fmla="*/ 147 h 255"/>
              <a:gd name="T24" fmla="*/ 0 w 254"/>
              <a:gd name="T25" fmla="*/ 147 h 255"/>
              <a:gd name="T26" fmla="*/ 0 w 254"/>
              <a:gd name="T27" fmla="*/ 148 h 255"/>
              <a:gd name="T28" fmla="*/ 0 w 254"/>
              <a:gd name="T29" fmla="*/ 148 h 255"/>
              <a:gd name="T30" fmla="*/ 0 w 254"/>
              <a:gd name="T31" fmla="*/ 149 h 255"/>
              <a:gd name="T32" fmla="*/ 0 w 254"/>
              <a:gd name="T33" fmla="*/ 150 h 255"/>
              <a:gd name="T34" fmla="*/ 0 w 254"/>
              <a:gd name="T35" fmla="*/ 151 h 255"/>
              <a:gd name="T36" fmla="*/ 0 w 254"/>
              <a:gd name="T37" fmla="*/ 151 h 255"/>
              <a:gd name="T38" fmla="*/ 0 w 254"/>
              <a:gd name="T39" fmla="*/ 152 h 255"/>
              <a:gd name="T40" fmla="*/ 0 w 254"/>
              <a:gd name="T41" fmla="*/ 152 h 255"/>
              <a:gd name="T42" fmla="*/ 0 w 254"/>
              <a:gd name="T43" fmla="*/ 154 h 255"/>
              <a:gd name="T44" fmla="*/ 33 w 254"/>
              <a:gd name="T45" fmla="*/ 174 h 255"/>
              <a:gd name="T46" fmla="*/ 251 w 254"/>
              <a:gd name="T47" fmla="*/ 56 h 255"/>
              <a:gd name="T48" fmla="*/ 251 w 254"/>
              <a:gd name="T49" fmla="*/ 55 h 255"/>
              <a:gd name="T50" fmla="*/ 251 w 254"/>
              <a:gd name="T51" fmla="*/ 55 h 255"/>
              <a:gd name="T52" fmla="*/ 163 w 254"/>
              <a:gd name="T53" fmla="*/ 2 h 255"/>
              <a:gd name="T54" fmla="*/ 161 w 254"/>
              <a:gd name="T55" fmla="*/ 2 h 255"/>
              <a:gd name="T56" fmla="*/ 160 w 254"/>
              <a:gd name="T57" fmla="*/ 2 h 255"/>
              <a:gd name="T58" fmla="*/ 159 w 254"/>
              <a:gd name="T59" fmla="*/ 2 h 255"/>
              <a:gd name="T60" fmla="*/ 159 w 254"/>
              <a:gd name="T61" fmla="*/ 2 h 255"/>
              <a:gd name="T62" fmla="*/ 158 w 254"/>
              <a:gd name="T63" fmla="*/ 2 h 255"/>
              <a:gd name="T64" fmla="*/ 157 w 254"/>
              <a:gd name="T65" fmla="*/ 1 h 255"/>
              <a:gd name="T66" fmla="*/ 156 w 254"/>
              <a:gd name="T67" fmla="*/ 1 h 255"/>
              <a:gd name="T68" fmla="*/ 155 w 254"/>
              <a:gd name="T69" fmla="*/ 1 h 255"/>
              <a:gd name="T70" fmla="*/ 155 w 254"/>
              <a:gd name="T71" fmla="*/ 1 h 255"/>
              <a:gd name="T72" fmla="*/ 154 w 254"/>
              <a:gd name="T73" fmla="*/ 1 h 255"/>
              <a:gd name="T74" fmla="*/ 154 w 254"/>
              <a:gd name="T75" fmla="*/ 1 h 255"/>
              <a:gd name="T76" fmla="*/ 153 w 254"/>
              <a:gd name="T77" fmla="*/ 1 h 255"/>
              <a:gd name="T78" fmla="*/ 152 w 254"/>
              <a:gd name="T79" fmla="*/ 1 h 255"/>
              <a:gd name="T80" fmla="*/ 152 w 254"/>
              <a:gd name="T81" fmla="*/ 1 h 255"/>
              <a:gd name="T82" fmla="*/ 151 w 254"/>
              <a:gd name="T83" fmla="*/ 1 h 255"/>
              <a:gd name="T84" fmla="*/ 151 w 254"/>
              <a:gd name="T85" fmla="*/ 1 h 255"/>
              <a:gd name="T86" fmla="*/ 150 w 254"/>
              <a:gd name="T87" fmla="*/ 1 h 255"/>
              <a:gd name="T88" fmla="*/ 149 w 254"/>
              <a:gd name="T89" fmla="*/ 1 h 255"/>
              <a:gd name="T90" fmla="*/ 149 w 254"/>
              <a:gd name="T91" fmla="*/ 1 h 255"/>
              <a:gd name="T92" fmla="*/ 148 w 254"/>
              <a:gd name="T93" fmla="*/ 1 h 255"/>
              <a:gd name="T94" fmla="*/ 148 w 254"/>
              <a:gd name="T95" fmla="*/ 1 h 255"/>
              <a:gd name="T96" fmla="*/ 147 w 254"/>
              <a:gd name="T97" fmla="*/ 1 h 255"/>
              <a:gd name="T98" fmla="*/ 147 w 254"/>
              <a:gd name="T99" fmla="*/ 1 h 255"/>
              <a:gd name="T100" fmla="*/ 146 w 254"/>
              <a:gd name="T101" fmla="*/ 1 h 255"/>
              <a:gd name="T102" fmla="*/ 145 w 254"/>
              <a:gd name="T103" fmla="*/ 1 h 255"/>
              <a:gd name="T104" fmla="*/ 145 w 254"/>
              <a:gd name="T105" fmla="*/ 0 h 255"/>
              <a:gd name="T106" fmla="*/ 144 w 254"/>
              <a:gd name="T107" fmla="*/ 0 h 255"/>
              <a:gd name="T108" fmla="*/ 144 w 254"/>
              <a:gd name="T109" fmla="*/ 0 h 255"/>
              <a:gd name="T110" fmla="*/ 143 w 254"/>
              <a:gd name="T111" fmla="*/ 0 h 255"/>
              <a:gd name="T112" fmla="*/ 143 w 254"/>
              <a:gd name="T113" fmla="*/ 0 h 255"/>
              <a:gd name="T114" fmla="*/ 142 w 254"/>
              <a:gd name="T115" fmla="*/ 0 h 255"/>
              <a:gd name="T116" fmla="*/ 142 w 254"/>
              <a:gd name="T117" fmla="*/ 0 h 255"/>
              <a:gd name="T118" fmla="*/ 141 w 254"/>
              <a:gd name="T119" fmla="*/ 0 h 255"/>
              <a:gd name="T120" fmla="*/ 140 w 254"/>
              <a:gd name="T121" fmla="*/ 0 h 255"/>
              <a:gd name="T122" fmla="*/ 140 w 254"/>
              <a:gd name="T123" fmla="*/ 0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4" h="255">
                <a:moveTo>
                  <a:pt x="140" y="0"/>
                </a:moveTo>
                <a:cubicBezTo>
                  <a:pt x="63" y="0"/>
                  <a:pt x="0" y="63"/>
                  <a:pt x="0" y="140"/>
                </a:cubicBezTo>
                <a:cubicBezTo>
                  <a:pt x="0" y="140"/>
                  <a:pt x="0" y="141"/>
                  <a:pt x="0" y="141"/>
                </a:cubicBezTo>
                <a:cubicBezTo>
                  <a:pt x="0" y="141"/>
                  <a:pt x="0" y="141"/>
                  <a:pt x="0" y="141"/>
                </a:cubicBezTo>
                <a:cubicBezTo>
                  <a:pt x="0" y="141"/>
                  <a:pt x="0" y="141"/>
                  <a:pt x="0" y="141"/>
                </a:cubicBezTo>
                <a:cubicBezTo>
                  <a:pt x="0" y="141"/>
                  <a:pt x="0" y="141"/>
                  <a:pt x="0" y="141"/>
                </a:cubicBezTo>
                <a:cubicBezTo>
                  <a:pt x="0" y="141"/>
                  <a:pt x="0" y="141"/>
                  <a:pt x="0" y="141"/>
                </a:cubicBezTo>
                <a:cubicBezTo>
                  <a:pt x="0" y="141"/>
                  <a:pt x="0" y="141"/>
                  <a:pt x="0" y="141"/>
                </a:cubicBezTo>
                <a:cubicBezTo>
                  <a:pt x="0" y="141"/>
                  <a:pt x="0" y="141"/>
                  <a:pt x="0" y="141"/>
                </a:cubicBezTo>
                <a:cubicBezTo>
                  <a:pt x="0" y="141"/>
                  <a:pt x="0" y="141"/>
                  <a:pt x="0" y="142"/>
                </a:cubicBezTo>
                <a:cubicBezTo>
                  <a:pt x="0" y="142"/>
                  <a:pt x="0" y="142"/>
                  <a:pt x="0" y="142"/>
                </a:cubicBezTo>
                <a:cubicBezTo>
                  <a:pt x="0" y="142"/>
                  <a:pt x="0" y="142"/>
                  <a:pt x="0" y="142"/>
                </a:cubicBezTo>
                <a:cubicBezTo>
                  <a:pt x="0" y="142"/>
                  <a:pt x="0" y="142"/>
                  <a:pt x="0" y="142"/>
                </a:cubicBezTo>
                <a:cubicBezTo>
                  <a:pt x="0" y="142"/>
                  <a:pt x="0" y="142"/>
                  <a:pt x="0" y="142"/>
                </a:cubicBezTo>
                <a:cubicBezTo>
                  <a:pt x="0" y="142"/>
                  <a:pt x="0" y="142"/>
                  <a:pt x="0" y="142"/>
                </a:cubicBezTo>
                <a:cubicBezTo>
                  <a:pt x="0" y="142"/>
                  <a:pt x="0" y="142"/>
                  <a:pt x="0" y="142"/>
                </a:cubicBezTo>
                <a:cubicBezTo>
                  <a:pt x="0" y="142"/>
                  <a:pt x="0" y="142"/>
                  <a:pt x="0" y="143"/>
                </a:cubicBezTo>
                <a:cubicBezTo>
                  <a:pt x="0" y="143"/>
                  <a:pt x="0" y="143"/>
                  <a:pt x="0" y="143"/>
                </a:cubicBezTo>
                <a:cubicBezTo>
                  <a:pt x="0" y="143"/>
                  <a:pt x="0" y="143"/>
                  <a:pt x="0" y="143"/>
                </a:cubicBezTo>
                <a:cubicBezTo>
                  <a:pt x="0" y="143"/>
                  <a:pt x="0" y="143"/>
                  <a:pt x="0" y="143"/>
                </a:cubicBezTo>
                <a:cubicBezTo>
                  <a:pt x="0" y="143"/>
                  <a:pt x="0" y="143"/>
                  <a:pt x="0" y="143"/>
                </a:cubicBezTo>
                <a:cubicBezTo>
                  <a:pt x="0" y="143"/>
                  <a:pt x="0" y="143"/>
                  <a:pt x="0" y="143"/>
                </a:cubicBezTo>
                <a:cubicBezTo>
                  <a:pt x="0" y="143"/>
                  <a:pt x="0" y="143"/>
                  <a:pt x="0" y="143"/>
                </a:cubicBezTo>
                <a:cubicBezTo>
                  <a:pt x="0" y="143"/>
                  <a:pt x="0" y="143"/>
                  <a:pt x="0" y="143"/>
                </a:cubicBezTo>
                <a:cubicBezTo>
                  <a:pt x="0" y="144"/>
                  <a:pt x="0" y="144"/>
                  <a:pt x="0" y="144"/>
                </a:cubicBezTo>
                <a:cubicBezTo>
                  <a:pt x="0" y="144"/>
                  <a:pt x="0" y="144"/>
                  <a:pt x="0" y="144"/>
                </a:cubicBezTo>
                <a:cubicBezTo>
                  <a:pt x="0" y="144"/>
                  <a:pt x="0" y="144"/>
                  <a:pt x="0" y="144"/>
                </a:cubicBezTo>
                <a:cubicBezTo>
                  <a:pt x="0" y="144"/>
                  <a:pt x="0" y="144"/>
                  <a:pt x="0" y="144"/>
                </a:cubicBezTo>
                <a:cubicBezTo>
                  <a:pt x="0" y="144"/>
                  <a:pt x="0" y="144"/>
                  <a:pt x="0" y="144"/>
                </a:cubicBezTo>
                <a:cubicBezTo>
                  <a:pt x="0" y="144"/>
                  <a:pt x="0" y="144"/>
                  <a:pt x="0" y="144"/>
                </a:cubicBezTo>
                <a:cubicBezTo>
                  <a:pt x="0" y="144"/>
                  <a:pt x="0" y="144"/>
                  <a:pt x="0" y="145"/>
                </a:cubicBezTo>
                <a:cubicBezTo>
                  <a:pt x="0" y="145"/>
                  <a:pt x="0" y="145"/>
                  <a:pt x="0" y="145"/>
                </a:cubicBezTo>
                <a:cubicBezTo>
                  <a:pt x="0" y="145"/>
                  <a:pt x="0" y="145"/>
                  <a:pt x="0" y="145"/>
                </a:cubicBezTo>
                <a:cubicBezTo>
                  <a:pt x="0" y="145"/>
                  <a:pt x="0" y="145"/>
                  <a:pt x="0" y="145"/>
                </a:cubicBezTo>
                <a:cubicBezTo>
                  <a:pt x="0" y="145"/>
                  <a:pt x="0" y="145"/>
                  <a:pt x="0" y="145"/>
                </a:cubicBezTo>
                <a:cubicBezTo>
                  <a:pt x="0" y="145"/>
                  <a:pt x="0" y="145"/>
                  <a:pt x="0" y="145"/>
                </a:cubicBezTo>
                <a:cubicBezTo>
                  <a:pt x="0" y="145"/>
                  <a:pt x="0" y="145"/>
                  <a:pt x="0" y="145"/>
                </a:cubicBezTo>
                <a:cubicBezTo>
                  <a:pt x="0" y="145"/>
                  <a:pt x="0" y="145"/>
                  <a:pt x="0" y="145"/>
                </a:cubicBezTo>
                <a:cubicBezTo>
                  <a:pt x="0" y="145"/>
                  <a:pt x="0" y="146"/>
                  <a:pt x="0" y="146"/>
                </a:cubicBezTo>
                <a:cubicBezTo>
                  <a:pt x="0" y="146"/>
                  <a:pt x="0" y="146"/>
                  <a:pt x="0" y="146"/>
                </a:cubicBezTo>
                <a:cubicBezTo>
                  <a:pt x="0" y="146"/>
                  <a:pt x="0" y="146"/>
                  <a:pt x="0" y="146"/>
                </a:cubicBezTo>
                <a:cubicBezTo>
                  <a:pt x="0" y="146"/>
                  <a:pt x="0" y="146"/>
                  <a:pt x="0" y="146"/>
                </a:cubicBezTo>
                <a:cubicBezTo>
                  <a:pt x="0" y="146"/>
                  <a:pt x="0" y="146"/>
                  <a:pt x="0" y="146"/>
                </a:cubicBezTo>
                <a:cubicBezTo>
                  <a:pt x="0" y="146"/>
                  <a:pt x="0" y="146"/>
                  <a:pt x="0" y="146"/>
                </a:cubicBezTo>
                <a:cubicBezTo>
                  <a:pt x="0" y="146"/>
                  <a:pt x="0" y="146"/>
                  <a:pt x="0" y="146"/>
                </a:cubicBezTo>
                <a:cubicBezTo>
                  <a:pt x="0" y="146"/>
                  <a:pt x="0" y="146"/>
                  <a:pt x="0" y="146"/>
                </a:cubicBezTo>
                <a:cubicBezTo>
                  <a:pt x="0" y="147"/>
                  <a:pt x="0" y="147"/>
                  <a:pt x="0" y="147"/>
                </a:cubicBezTo>
                <a:cubicBezTo>
                  <a:pt x="0" y="147"/>
                  <a:pt x="0" y="147"/>
                  <a:pt x="0" y="147"/>
                </a:cubicBezTo>
                <a:cubicBezTo>
                  <a:pt x="0" y="147"/>
                  <a:pt x="0" y="147"/>
                  <a:pt x="0" y="147"/>
                </a:cubicBezTo>
                <a:cubicBezTo>
                  <a:pt x="0" y="147"/>
                  <a:pt x="0" y="147"/>
                  <a:pt x="0" y="147"/>
                </a:cubicBezTo>
                <a:cubicBezTo>
                  <a:pt x="0" y="147"/>
                  <a:pt x="0" y="147"/>
                  <a:pt x="0" y="147"/>
                </a:cubicBezTo>
                <a:cubicBezTo>
                  <a:pt x="0" y="147"/>
                  <a:pt x="0" y="147"/>
                  <a:pt x="0" y="147"/>
                </a:cubicBezTo>
                <a:cubicBezTo>
                  <a:pt x="0" y="147"/>
                  <a:pt x="0" y="147"/>
                  <a:pt x="0" y="148"/>
                </a:cubicBezTo>
                <a:cubicBezTo>
                  <a:pt x="0" y="148"/>
                  <a:pt x="0" y="148"/>
                  <a:pt x="0" y="148"/>
                </a:cubicBezTo>
                <a:cubicBezTo>
                  <a:pt x="0" y="148"/>
                  <a:pt x="0" y="148"/>
                  <a:pt x="0" y="148"/>
                </a:cubicBezTo>
                <a:cubicBezTo>
                  <a:pt x="0" y="148"/>
                  <a:pt x="0" y="148"/>
                  <a:pt x="0" y="148"/>
                </a:cubicBezTo>
                <a:cubicBezTo>
                  <a:pt x="0" y="148"/>
                  <a:pt x="0" y="148"/>
                  <a:pt x="0" y="148"/>
                </a:cubicBezTo>
                <a:cubicBezTo>
                  <a:pt x="0" y="148"/>
                  <a:pt x="0" y="148"/>
                  <a:pt x="0" y="148"/>
                </a:cubicBezTo>
                <a:cubicBezTo>
                  <a:pt x="0" y="148"/>
                  <a:pt x="0" y="148"/>
                  <a:pt x="0" y="148"/>
                </a:cubicBezTo>
                <a:cubicBezTo>
                  <a:pt x="0" y="148"/>
                  <a:pt x="0" y="148"/>
                  <a:pt x="0" y="148"/>
                </a:cubicBezTo>
                <a:cubicBezTo>
                  <a:pt x="0" y="148"/>
                  <a:pt x="0" y="149"/>
                  <a:pt x="0" y="149"/>
                </a:cubicBezTo>
                <a:cubicBezTo>
                  <a:pt x="0" y="149"/>
                  <a:pt x="0" y="149"/>
                  <a:pt x="0" y="149"/>
                </a:cubicBezTo>
                <a:cubicBezTo>
                  <a:pt x="0" y="149"/>
                  <a:pt x="0" y="149"/>
                  <a:pt x="0" y="149"/>
                </a:cubicBezTo>
                <a:cubicBezTo>
                  <a:pt x="0" y="149"/>
                  <a:pt x="0" y="149"/>
                  <a:pt x="0" y="149"/>
                </a:cubicBezTo>
                <a:cubicBezTo>
                  <a:pt x="0" y="149"/>
                  <a:pt x="0" y="149"/>
                  <a:pt x="0" y="149"/>
                </a:cubicBezTo>
                <a:cubicBezTo>
                  <a:pt x="0" y="149"/>
                  <a:pt x="0" y="149"/>
                  <a:pt x="0" y="149"/>
                </a:cubicBezTo>
                <a:cubicBezTo>
                  <a:pt x="0" y="150"/>
                  <a:pt x="0" y="150"/>
                  <a:pt x="0" y="150"/>
                </a:cubicBezTo>
                <a:cubicBezTo>
                  <a:pt x="0" y="150"/>
                  <a:pt x="0" y="150"/>
                  <a:pt x="0" y="150"/>
                </a:cubicBezTo>
                <a:cubicBezTo>
                  <a:pt x="0" y="150"/>
                  <a:pt x="0" y="150"/>
                  <a:pt x="0" y="150"/>
                </a:cubicBezTo>
                <a:cubicBezTo>
                  <a:pt x="0" y="150"/>
                  <a:pt x="0" y="150"/>
                  <a:pt x="0" y="150"/>
                </a:cubicBezTo>
                <a:cubicBezTo>
                  <a:pt x="0" y="150"/>
                  <a:pt x="0" y="150"/>
                  <a:pt x="0" y="151"/>
                </a:cubicBezTo>
                <a:cubicBezTo>
                  <a:pt x="0" y="151"/>
                  <a:pt x="0" y="151"/>
                  <a:pt x="0" y="151"/>
                </a:cubicBezTo>
                <a:cubicBezTo>
                  <a:pt x="0" y="151"/>
                  <a:pt x="0" y="151"/>
                  <a:pt x="0" y="151"/>
                </a:cubicBezTo>
                <a:cubicBezTo>
                  <a:pt x="0" y="151"/>
                  <a:pt x="0" y="151"/>
                  <a:pt x="0" y="151"/>
                </a:cubicBezTo>
                <a:cubicBezTo>
                  <a:pt x="0" y="151"/>
                  <a:pt x="0" y="151"/>
                  <a:pt x="0" y="151"/>
                </a:cubicBezTo>
                <a:cubicBezTo>
                  <a:pt x="0" y="151"/>
                  <a:pt x="0" y="151"/>
                  <a:pt x="0" y="151"/>
                </a:cubicBezTo>
                <a:cubicBezTo>
                  <a:pt x="0" y="151"/>
                  <a:pt x="0" y="151"/>
                  <a:pt x="0" y="151"/>
                </a:cubicBezTo>
                <a:cubicBezTo>
                  <a:pt x="0" y="151"/>
                  <a:pt x="0" y="151"/>
                  <a:pt x="0" y="151"/>
                </a:cubicBezTo>
                <a:cubicBezTo>
                  <a:pt x="0" y="152"/>
                  <a:pt x="0" y="152"/>
                  <a:pt x="0" y="152"/>
                </a:cubicBezTo>
                <a:cubicBezTo>
                  <a:pt x="0" y="152"/>
                  <a:pt x="0" y="152"/>
                  <a:pt x="0" y="152"/>
                </a:cubicBezTo>
                <a:cubicBezTo>
                  <a:pt x="0" y="152"/>
                  <a:pt x="0" y="152"/>
                  <a:pt x="0" y="152"/>
                </a:cubicBezTo>
                <a:cubicBezTo>
                  <a:pt x="0" y="152"/>
                  <a:pt x="0" y="152"/>
                  <a:pt x="0" y="152"/>
                </a:cubicBezTo>
                <a:cubicBezTo>
                  <a:pt x="0" y="152"/>
                  <a:pt x="0" y="152"/>
                  <a:pt x="0" y="152"/>
                </a:cubicBezTo>
                <a:cubicBezTo>
                  <a:pt x="0" y="152"/>
                  <a:pt x="0" y="152"/>
                  <a:pt x="0" y="152"/>
                </a:cubicBezTo>
                <a:cubicBezTo>
                  <a:pt x="0" y="153"/>
                  <a:pt x="0" y="153"/>
                  <a:pt x="0" y="153"/>
                </a:cubicBezTo>
                <a:cubicBezTo>
                  <a:pt x="0" y="153"/>
                  <a:pt x="0" y="153"/>
                  <a:pt x="0" y="153"/>
                </a:cubicBezTo>
                <a:cubicBezTo>
                  <a:pt x="0" y="153"/>
                  <a:pt x="0" y="153"/>
                  <a:pt x="0" y="154"/>
                </a:cubicBezTo>
                <a:cubicBezTo>
                  <a:pt x="0" y="154"/>
                  <a:pt x="0" y="154"/>
                  <a:pt x="0" y="154"/>
                </a:cubicBezTo>
                <a:cubicBezTo>
                  <a:pt x="0" y="154"/>
                  <a:pt x="1" y="154"/>
                  <a:pt x="1" y="155"/>
                </a:cubicBezTo>
                <a:cubicBezTo>
                  <a:pt x="1" y="155"/>
                  <a:pt x="1" y="155"/>
                  <a:pt x="1" y="155"/>
                </a:cubicBezTo>
                <a:cubicBezTo>
                  <a:pt x="5" y="196"/>
                  <a:pt x="27" y="232"/>
                  <a:pt x="59" y="255"/>
                </a:cubicBezTo>
                <a:cubicBezTo>
                  <a:pt x="43" y="232"/>
                  <a:pt x="33" y="204"/>
                  <a:pt x="33" y="174"/>
                </a:cubicBezTo>
                <a:cubicBezTo>
                  <a:pt x="33" y="96"/>
                  <a:pt x="96" y="34"/>
                  <a:pt x="173" y="34"/>
                </a:cubicBezTo>
                <a:cubicBezTo>
                  <a:pt x="203" y="34"/>
                  <a:pt x="231" y="43"/>
                  <a:pt x="254" y="59"/>
                </a:cubicBezTo>
                <a:cubicBezTo>
                  <a:pt x="253" y="58"/>
                  <a:pt x="252" y="57"/>
                  <a:pt x="251" y="56"/>
                </a:cubicBezTo>
                <a:cubicBezTo>
                  <a:pt x="251" y="56"/>
                  <a:pt x="251" y="56"/>
                  <a:pt x="251" y="56"/>
                </a:cubicBezTo>
                <a:cubicBezTo>
                  <a:pt x="251" y="56"/>
                  <a:pt x="251" y="56"/>
                  <a:pt x="251" y="55"/>
                </a:cubicBezTo>
                <a:cubicBezTo>
                  <a:pt x="251" y="55"/>
                  <a:pt x="251" y="55"/>
                  <a:pt x="251" y="55"/>
                </a:cubicBezTo>
                <a:cubicBezTo>
                  <a:pt x="251" y="55"/>
                  <a:pt x="251" y="55"/>
                  <a:pt x="251" y="55"/>
                </a:cubicBezTo>
                <a:cubicBezTo>
                  <a:pt x="251" y="55"/>
                  <a:pt x="251" y="55"/>
                  <a:pt x="251" y="55"/>
                </a:cubicBezTo>
                <a:cubicBezTo>
                  <a:pt x="251" y="55"/>
                  <a:pt x="251" y="55"/>
                  <a:pt x="251" y="55"/>
                </a:cubicBezTo>
                <a:cubicBezTo>
                  <a:pt x="251" y="55"/>
                  <a:pt x="251" y="55"/>
                  <a:pt x="251" y="55"/>
                </a:cubicBezTo>
                <a:cubicBezTo>
                  <a:pt x="251" y="55"/>
                  <a:pt x="251" y="55"/>
                  <a:pt x="251" y="55"/>
                </a:cubicBezTo>
                <a:cubicBezTo>
                  <a:pt x="251" y="55"/>
                  <a:pt x="251" y="55"/>
                  <a:pt x="251" y="55"/>
                </a:cubicBezTo>
                <a:cubicBezTo>
                  <a:pt x="251" y="55"/>
                  <a:pt x="251" y="55"/>
                  <a:pt x="251" y="55"/>
                </a:cubicBezTo>
                <a:cubicBezTo>
                  <a:pt x="251" y="55"/>
                  <a:pt x="250" y="55"/>
                  <a:pt x="250" y="55"/>
                </a:cubicBezTo>
                <a:cubicBezTo>
                  <a:pt x="250" y="55"/>
                  <a:pt x="250" y="55"/>
                  <a:pt x="250" y="55"/>
                </a:cubicBezTo>
                <a:cubicBezTo>
                  <a:pt x="229" y="27"/>
                  <a:pt x="198" y="8"/>
                  <a:pt x="163" y="2"/>
                </a:cubicBezTo>
                <a:cubicBezTo>
                  <a:pt x="163" y="2"/>
                  <a:pt x="163" y="2"/>
                  <a:pt x="163" y="2"/>
                </a:cubicBezTo>
                <a:cubicBezTo>
                  <a:pt x="162" y="2"/>
                  <a:pt x="162" y="2"/>
                  <a:pt x="162" y="2"/>
                </a:cubicBezTo>
                <a:cubicBezTo>
                  <a:pt x="162" y="2"/>
                  <a:pt x="162" y="2"/>
                  <a:pt x="162" y="2"/>
                </a:cubicBezTo>
                <a:cubicBezTo>
                  <a:pt x="161" y="2"/>
                  <a:pt x="161" y="2"/>
                  <a:pt x="161" y="2"/>
                </a:cubicBezTo>
                <a:cubicBezTo>
                  <a:pt x="161" y="2"/>
                  <a:pt x="161" y="2"/>
                  <a:pt x="161" y="2"/>
                </a:cubicBezTo>
                <a:cubicBezTo>
                  <a:pt x="161" y="2"/>
                  <a:pt x="161" y="2"/>
                  <a:pt x="160" y="2"/>
                </a:cubicBezTo>
                <a:cubicBezTo>
                  <a:pt x="160" y="2"/>
                  <a:pt x="160" y="2"/>
                  <a:pt x="160" y="2"/>
                </a:cubicBezTo>
                <a:cubicBezTo>
                  <a:pt x="160" y="2"/>
                  <a:pt x="160" y="2"/>
                  <a:pt x="160" y="2"/>
                </a:cubicBezTo>
                <a:cubicBezTo>
                  <a:pt x="160" y="2"/>
                  <a:pt x="160" y="2"/>
                  <a:pt x="160" y="2"/>
                </a:cubicBezTo>
                <a:cubicBezTo>
                  <a:pt x="160" y="2"/>
                  <a:pt x="160" y="2"/>
                  <a:pt x="160" y="2"/>
                </a:cubicBezTo>
                <a:cubicBezTo>
                  <a:pt x="160" y="2"/>
                  <a:pt x="160" y="2"/>
                  <a:pt x="160" y="2"/>
                </a:cubicBezTo>
                <a:cubicBezTo>
                  <a:pt x="160" y="2"/>
                  <a:pt x="159" y="2"/>
                  <a:pt x="159" y="2"/>
                </a:cubicBezTo>
                <a:cubicBezTo>
                  <a:pt x="159" y="2"/>
                  <a:pt x="159" y="2"/>
                  <a:pt x="159" y="2"/>
                </a:cubicBezTo>
                <a:cubicBezTo>
                  <a:pt x="159" y="2"/>
                  <a:pt x="159" y="2"/>
                  <a:pt x="159" y="2"/>
                </a:cubicBezTo>
                <a:cubicBezTo>
                  <a:pt x="159" y="2"/>
                  <a:pt x="159" y="2"/>
                  <a:pt x="159" y="2"/>
                </a:cubicBezTo>
                <a:cubicBezTo>
                  <a:pt x="159" y="2"/>
                  <a:pt x="159" y="2"/>
                  <a:pt x="159" y="2"/>
                </a:cubicBezTo>
                <a:cubicBezTo>
                  <a:pt x="159" y="2"/>
                  <a:pt x="159" y="2"/>
                  <a:pt x="159" y="2"/>
                </a:cubicBezTo>
                <a:cubicBezTo>
                  <a:pt x="158" y="2"/>
                  <a:pt x="158" y="2"/>
                  <a:pt x="158" y="2"/>
                </a:cubicBezTo>
                <a:cubicBezTo>
                  <a:pt x="158" y="2"/>
                  <a:pt x="158" y="2"/>
                  <a:pt x="158" y="2"/>
                </a:cubicBezTo>
                <a:cubicBezTo>
                  <a:pt x="158" y="2"/>
                  <a:pt x="158" y="2"/>
                  <a:pt x="158" y="2"/>
                </a:cubicBezTo>
                <a:cubicBezTo>
                  <a:pt x="158" y="2"/>
                  <a:pt x="158" y="2"/>
                  <a:pt x="158" y="2"/>
                </a:cubicBezTo>
                <a:cubicBezTo>
                  <a:pt x="158" y="2"/>
                  <a:pt x="158" y="2"/>
                  <a:pt x="158" y="2"/>
                </a:cubicBezTo>
                <a:cubicBezTo>
                  <a:pt x="158" y="2"/>
                  <a:pt x="158" y="2"/>
                  <a:pt x="158" y="2"/>
                </a:cubicBezTo>
                <a:cubicBezTo>
                  <a:pt x="157" y="1"/>
                  <a:pt x="157" y="1"/>
                  <a:pt x="157" y="1"/>
                </a:cubicBezTo>
                <a:cubicBezTo>
                  <a:pt x="157" y="1"/>
                  <a:pt x="157" y="1"/>
                  <a:pt x="157" y="1"/>
                </a:cubicBezTo>
                <a:cubicBezTo>
                  <a:pt x="157" y="1"/>
                  <a:pt x="157" y="1"/>
                  <a:pt x="156" y="1"/>
                </a:cubicBezTo>
                <a:cubicBezTo>
                  <a:pt x="156" y="1"/>
                  <a:pt x="156" y="1"/>
                  <a:pt x="156" y="1"/>
                </a:cubicBezTo>
                <a:cubicBezTo>
                  <a:pt x="156" y="1"/>
                  <a:pt x="156" y="1"/>
                  <a:pt x="156" y="1"/>
                </a:cubicBezTo>
                <a:cubicBezTo>
                  <a:pt x="156" y="1"/>
                  <a:pt x="156" y="1"/>
                  <a:pt x="156" y="1"/>
                </a:cubicBezTo>
                <a:cubicBezTo>
                  <a:pt x="156" y="1"/>
                  <a:pt x="156" y="1"/>
                  <a:pt x="156" y="1"/>
                </a:cubicBezTo>
                <a:cubicBezTo>
                  <a:pt x="156" y="1"/>
                  <a:pt x="156" y="1"/>
                  <a:pt x="156" y="1"/>
                </a:cubicBezTo>
                <a:cubicBezTo>
                  <a:pt x="156" y="1"/>
                  <a:pt x="155" y="1"/>
                  <a:pt x="155" y="1"/>
                </a:cubicBezTo>
                <a:cubicBezTo>
                  <a:pt x="155" y="1"/>
                  <a:pt x="155" y="1"/>
                  <a:pt x="155" y="1"/>
                </a:cubicBezTo>
                <a:cubicBezTo>
                  <a:pt x="155" y="1"/>
                  <a:pt x="155" y="1"/>
                  <a:pt x="155" y="1"/>
                </a:cubicBezTo>
                <a:cubicBezTo>
                  <a:pt x="155" y="1"/>
                  <a:pt x="155" y="1"/>
                  <a:pt x="155" y="1"/>
                </a:cubicBezTo>
                <a:cubicBezTo>
                  <a:pt x="155" y="1"/>
                  <a:pt x="155" y="1"/>
                  <a:pt x="155" y="1"/>
                </a:cubicBezTo>
                <a:cubicBezTo>
                  <a:pt x="155" y="1"/>
                  <a:pt x="155" y="1"/>
                  <a:pt x="155" y="1"/>
                </a:cubicBezTo>
                <a:cubicBezTo>
                  <a:pt x="155" y="1"/>
                  <a:pt x="155" y="1"/>
                  <a:pt x="155" y="1"/>
                </a:cubicBezTo>
                <a:cubicBezTo>
                  <a:pt x="155" y="1"/>
                  <a:pt x="155" y="1"/>
                  <a:pt x="155" y="1"/>
                </a:cubicBezTo>
                <a:cubicBezTo>
                  <a:pt x="154" y="1"/>
                  <a:pt x="154" y="1"/>
                  <a:pt x="154" y="1"/>
                </a:cubicBezTo>
                <a:cubicBezTo>
                  <a:pt x="154" y="1"/>
                  <a:pt x="154" y="1"/>
                  <a:pt x="154" y="1"/>
                </a:cubicBezTo>
                <a:cubicBezTo>
                  <a:pt x="154" y="1"/>
                  <a:pt x="154" y="1"/>
                  <a:pt x="154" y="1"/>
                </a:cubicBezTo>
                <a:cubicBezTo>
                  <a:pt x="154" y="1"/>
                  <a:pt x="154" y="1"/>
                  <a:pt x="154" y="1"/>
                </a:cubicBezTo>
                <a:cubicBezTo>
                  <a:pt x="154" y="1"/>
                  <a:pt x="154" y="1"/>
                  <a:pt x="154" y="1"/>
                </a:cubicBezTo>
                <a:cubicBezTo>
                  <a:pt x="154" y="1"/>
                  <a:pt x="154" y="1"/>
                  <a:pt x="154" y="1"/>
                </a:cubicBezTo>
                <a:cubicBezTo>
                  <a:pt x="154" y="1"/>
                  <a:pt x="153" y="1"/>
                  <a:pt x="153" y="1"/>
                </a:cubicBezTo>
                <a:cubicBezTo>
                  <a:pt x="153" y="1"/>
                  <a:pt x="153" y="1"/>
                  <a:pt x="153" y="1"/>
                </a:cubicBezTo>
                <a:cubicBezTo>
                  <a:pt x="153" y="1"/>
                  <a:pt x="153" y="1"/>
                  <a:pt x="153" y="1"/>
                </a:cubicBezTo>
                <a:cubicBezTo>
                  <a:pt x="153" y="1"/>
                  <a:pt x="153" y="1"/>
                  <a:pt x="153" y="1"/>
                </a:cubicBezTo>
                <a:cubicBezTo>
                  <a:pt x="153" y="1"/>
                  <a:pt x="153" y="1"/>
                  <a:pt x="153" y="1"/>
                </a:cubicBezTo>
                <a:cubicBezTo>
                  <a:pt x="153" y="1"/>
                  <a:pt x="153" y="1"/>
                  <a:pt x="153" y="1"/>
                </a:cubicBezTo>
                <a:cubicBezTo>
                  <a:pt x="153" y="1"/>
                  <a:pt x="153" y="1"/>
                  <a:pt x="152" y="1"/>
                </a:cubicBezTo>
                <a:cubicBezTo>
                  <a:pt x="152" y="1"/>
                  <a:pt x="152" y="1"/>
                  <a:pt x="152" y="1"/>
                </a:cubicBezTo>
                <a:cubicBezTo>
                  <a:pt x="152" y="1"/>
                  <a:pt x="152" y="1"/>
                  <a:pt x="152" y="1"/>
                </a:cubicBezTo>
                <a:cubicBezTo>
                  <a:pt x="152" y="1"/>
                  <a:pt x="152" y="1"/>
                  <a:pt x="152" y="1"/>
                </a:cubicBezTo>
                <a:cubicBezTo>
                  <a:pt x="152" y="1"/>
                  <a:pt x="152" y="1"/>
                  <a:pt x="152" y="1"/>
                </a:cubicBezTo>
                <a:cubicBezTo>
                  <a:pt x="152" y="1"/>
                  <a:pt x="152" y="1"/>
                  <a:pt x="152" y="1"/>
                </a:cubicBezTo>
                <a:cubicBezTo>
                  <a:pt x="152" y="1"/>
                  <a:pt x="152" y="1"/>
                  <a:pt x="152" y="1"/>
                </a:cubicBezTo>
                <a:cubicBezTo>
                  <a:pt x="152" y="1"/>
                  <a:pt x="152" y="1"/>
                  <a:pt x="152" y="1"/>
                </a:cubicBezTo>
                <a:cubicBezTo>
                  <a:pt x="152" y="1"/>
                  <a:pt x="151" y="1"/>
                  <a:pt x="151" y="1"/>
                </a:cubicBezTo>
                <a:cubicBezTo>
                  <a:pt x="151" y="1"/>
                  <a:pt x="151" y="1"/>
                  <a:pt x="151" y="1"/>
                </a:cubicBezTo>
                <a:cubicBezTo>
                  <a:pt x="151" y="1"/>
                  <a:pt x="151" y="1"/>
                  <a:pt x="151" y="1"/>
                </a:cubicBezTo>
                <a:cubicBezTo>
                  <a:pt x="151" y="1"/>
                  <a:pt x="151" y="1"/>
                  <a:pt x="151" y="1"/>
                </a:cubicBezTo>
                <a:cubicBezTo>
                  <a:pt x="151" y="1"/>
                  <a:pt x="151" y="1"/>
                  <a:pt x="151" y="1"/>
                </a:cubicBezTo>
                <a:cubicBezTo>
                  <a:pt x="151" y="1"/>
                  <a:pt x="151" y="1"/>
                  <a:pt x="150" y="1"/>
                </a:cubicBezTo>
                <a:cubicBezTo>
                  <a:pt x="150" y="1"/>
                  <a:pt x="150" y="1"/>
                  <a:pt x="150" y="1"/>
                </a:cubicBezTo>
                <a:cubicBezTo>
                  <a:pt x="150" y="1"/>
                  <a:pt x="150" y="1"/>
                  <a:pt x="150" y="1"/>
                </a:cubicBezTo>
                <a:cubicBezTo>
                  <a:pt x="150" y="1"/>
                  <a:pt x="150" y="1"/>
                  <a:pt x="150" y="1"/>
                </a:cubicBezTo>
                <a:cubicBezTo>
                  <a:pt x="150" y="1"/>
                  <a:pt x="150" y="1"/>
                  <a:pt x="150" y="1"/>
                </a:cubicBezTo>
                <a:cubicBezTo>
                  <a:pt x="150" y="1"/>
                  <a:pt x="150" y="1"/>
                  <a:pt x="150" y="1"/>
                </a:cubicBezTo>
                <a:cubicBezTo>
                  <a:pt x="150" y="1"/>
                  <a:pt x="150" y="1"/>
                  <a:pt x="150" y="1"/>
                </a:cubicBezTo>
                <a:cubicBezTo>
                  <a:pt x="150" y="1"/>
                  <a:pt x="150" y="1"/>
                  <a:pt x="149" y="1"/>
                </a:cubicBezTo>
                <a:cubicBezTo>
                  <a:pt x="149" y="1"/>
                  <a:pt x="149" y="1"/>
                  <a:pt x="149" y="1"/>
                </a:cubicBezTo>
                <a:cubicBezTo>
                  <a:pt x="149" y="1"/>
                  <a:pt x="149" y="1"/>
                  <a:pt x="149" y="1"/>
                </a:cubicBezTo>
                <a:cubicBezTo>
                  <a:pt x="149" y="1"/>
                  <a:pt x="149" y="1"/>
                  <a:pt x="149" y="1"/>
                </a:cubicBezTo>
                <a:cubicBezTo>
                  <a:pt x="149" y="1"/>
                  <a:pt x="149" y="1"/>
                  <a:pt x="149" y="1"/>
                </a:cubicBezTo>
                <a:cubicBezTo>
                  <a:pt x="149" y="1"/>
                  <a:pt x="149" y="1"/>
                  <a:pt x="149" y="1"/>
                </a:cubicBezTo>
                <a:cubicBezTo>
                  <a:pt x="149" y="1"/>
                  <a:pt x="149" y="1"/>
                  <a:pt x="148" y="1"/>
                </a:cubicBezTo>
                <a:cubicBezTo>
                  <a:pt x="148" y="1"/>
                  <a:pt x="148" y="1"/>
                  <a:pt x="148" y="1"/>
                </a:cubicBezTo>
                <a:cubicBezTo>
                  <a:pt x="148" y="1"/>
                  <a:pt x="148" y="1"/>
                  <a:pt x="148" y="1"/>
                </a:cubicBezTo>
                <a:cubicBezTo>
                  <a:pt x="148" y="1"/>
                  <a:pt x="148" y="1"/>
                  <a:pt x="148" y="1"/>
                </a:cubicBezTo>
                <a:cubicBezTo>
                  <a:pt x="148" y="1"/>
                  <a:pt x="148" y="1"/>
                  <a:pt x="148" y="1"/>
                </a:cubicBezTo>
                <a:cubicBezTo>
                  <a:pt x="148" y="1"/>
                  <a:pt x="148" y="1"/>
                  <a:pt x="148" y="1"/>
                </a:cubicBezTo>
                <a:cubicBezTo>
                  <a:pt x="148" y="1"/>
                  <a:pt x="148" y="1"/>
                  <a:pt x="148" y="1"/>
                </a:cubicBezTo>
                <a:cubicBezTo>
                  <a:pt x="148" y="1"/>
                  <a:pt x="148" y="1"/>
                  <a:pt x="148" y="1"/>
                </a:cubicBezTo>
                <a:cubicBezTo>
                  <a:pt x="147" y="1"/>
                  <a:pt x="147" y="1"/>
                  <a:pt x="147" y="1"/>
                </a:cubicBezTo>
                <a:cubicBezTo>
                  <a:pt x="147" y="1"/>
                  <a:pt x="147" y="1"/>
                  <a:pt x="147" y="1"/>
                </a:cubicBezTo>
                <a:cubicBezTo>
                  <a:pt x="147" y="1"/>
                  <a:pt x="147" y="1"/>
                  <a:pt x="147" y="1"/>
                </a:cubicBezTo>
                <a:cubicBezTo>
                  <a:pt x="147" y="1"/>
                  <a:pt x="147" y="1"/>
                  <a:pt x="147" y="1"/>
                </a:cubicBezTo>
                <a:cubicBezTo>
                  <a:pt x="147" y="1"/>
                  <a:pt x="147" y="1"/>
                  <a:pt x="147" y="1"/>
                </a:cubicBezTo>
                <a:cubicBezTo>
                  <a:pt x="147" y="1"/>
                  <a:pt x="147" y="1"/>
                  <a:pt x="147" y="1"/>
                </a:cubicBezTo>
                <a:cubicBezTo>
                  <a:pt x="147" y="1"/>
                  <a:pt x="147" y="1"/>
                  <a:pt x="147" y="1"/>
                </a:cubicBezTo>
                <a:cubicBezTo>
                  <a:pt x="146" y="1"/>
                  <a:pt x="146" y="1"/>
                  <a:pt x="146" y="1"/>
                </a:cubicBezTo>
                <a:cubicBezTo>
                  <a:pt x="146" y="1"/>
                  <a:pt x="146" y="1"/>
                  <a:pt x="146" y="1"/>
                </a:cubicBezTo>
                <a:cubicBezTo>
                  <a:pt x="146" y="1"/>
                  <a:pt x="146" y="1"/>
                  <a:pt x="146" y="1"/>
                </a:cubicBezTo>
                <a:cubicBezTo>
                  <a:pt x="146" y="1"/>
                  <a:pt x="146" y="1"/>
                  <a:pt x="146" y="1"/>
                </a:cubicBezTo>
                <a:cubicBezTo>
                  <a:pt x="146" y="1"/>
                  <a:pt x="146" y="1"/>
                  <a:pt x="146" y="1"/>
                </a:cubicBezTo>
                <a:cubicBezTo>
                  <a:pt x="146" y="1"/>
                  <a:pt x="146" y="1"/>
                  <a:pt x="146" y="1"/>
                </a:cubicBezTo>
                <a:cubicBezTo>
                  <a:pt x="146" y="1"/>
                  <a:pt x="146" y="1"/>
                  <a:pt x="146" y="1"/>
                </a:cubicBezTo>
                <a:cubicBezTo>
                  <a:pt x="146" y="1"/>
                  <a:pt x="145" y="1"/>
                  <a:pt x="145" y="1"/>
                </a:cubicBezTo>
                <a:cubicBezTo>
                  <a:pt x="145" y="1"/>
                  <a:pt x="145" y="1"/>
                  <a:pt x="145" y="1"/>
                </a:cubicBezTo>
                <a:cubicBezTo>
                  <a:pt x="145" y="1"/>
                  <a:pt x="145" y="1"/>
                  <a:pt x="145" y="1"/>
                </a:cubicBezTo>
                <a:cubicBezTo>
                  <a:pt x="145" y="1"/>
                  <a:pt x="145" y="1"/>
                  <a:pt x="145" y="1"/>
                </a:cubicBezTo>
                <a:cubicBezTo>
                  <a:pt x="145" y="0"/>
                  <a:pt x="145" y="0"/>
                  <a:pt x="145" y="0"/>
                </a:cubicBezTo>
                <a:cubicBezTo>
                  <a:pt x="145" y="0"/>
                  <a:pt x="145" y="0"/>
                  <a:pt x="145" y="0"/>
                </a:cubicBezTo>
                <a:cubicBezTo>
                  <a:pt x="145" y="0"/>
                  <a:pt x="145" y="0"/>
                  <a:pt x="145" y="0"/>
                </a:cubicBezTo>
                <a:cubicBezTo>
                  <a:pt x="145" y="0"/>
                  <a:pt x="145" y="0"/>
                  <a:pt x="144" y="0"/>
                </a:cubicBezTo>
                <a:cubicBezTo>
                  <a:pt x="144" y="0"/>
                  <a:pt x="144" y="0"/>
                  <a:pt x="144" y="0"/>
                </a:cubicBezTo>
                <a:cubicBezTo>
                  <a:pt x="144" y="0"/>
                  <a:pt x="144" y="0"/>
                  <a:pt x="144" y="0"/>
                </a:cubicBezTo>
                <a:cubicBezTo>
                  <a:pt x="144" y="0"/>
                  <a:pt x="144" y="0"/>
                  <a:pt x="144" y="0"/>
                </a:cubicBezTo>
                <a:cubicBezTo>
                  <a:pt x="144" y="0"/>
                  <a:pt x="144" y="0"/>
                  <a:pt x="144" y="0"/>
                </a:cubicBezTo>
                <a:cubicBezTo>
                  <a:pt x="144" y="0"/>
                  <a:pt x="144" y="0"/>
                  <a:pt x="144" y="0"/>
                </a:cubicBezTo>
                <a:cubicBezTo>
                  <a:pt x="144" y="0"/>
                  <a:pt x="144" y="0"/>
                  <a:pt x="144" y="0"/>
                </a:cubicBezTo>
                <a:cubicBezTo>
                  <a:pt x="144" y="0"/>
                  <a:pt x="144" y="0"/>
                  <a:pt x="143" y="0"/>
                </a:cubicBezTo>
                <a:cubicBezTo>
                  <a:pt x="143" y="0"/>
                  <a:pt x="143" y="0"/>
                  <a:pt x="143" y="0"/>
                </a:cubicBezTo>
                <a:cubicBezTo>
                  <a:pt x="143" y="0"/>
                  <a:pt x="143" y="0"/>
                  <a:pt x="143" y="0"/>
                </a:cubicBezTo>
                <a:cubicBezTo>
                  <a:pt x="143" y="0"/>
                  <a:pt x="143" y="0"/>
                  <a:pt x="143" y="0"/>
                </a:cubicBezTo>
                <a:cubicBezTo>
                  <a:pt x="143" y="0"/>
                  <a:pt x="143" y="0"/>
                  <a:pt x="143" y="0"/>
                </a:cubicBezTo>
                <a:cubicBezTo>
                  <a:pt x="143" y="0"/>
                  <a:pt x="143" y="0"/>
                  <a:pt x="143" y="0"/>
                </a:cubicBezTo>
                <a:cubicBezTo>
                  <a:pt x="143" y="0"/>
                  <a:pt x="143" y="0"/>
                  <a:pt x="143" y="0"/>
                </a:cubicBezTo>
                <a:cubicBezTo>
                  <a:pt x="143" y="0"/>
                  <a:pt x="143" y="0"/>
                  <a:pt x="143" y="0"/>
                </a:cubicBezTo>
                <a:cubicBezTo>
                  <a:pt x="143" y="0"/>
                  <a:pt x="142" y="0"/>
                  <a:pt x="142" y="0"/>
                </a:cubicBezTo>
                <a:cubicBezTo>
                  <a:pt x="142" y="0"/>
                  <a:pt x="142" y="0"/>
                  <a:pt x="142" y="0"/>
                </a:cubicBezTo>
                <a:cubicBezTo>
                  <a:pt x="142" y="0"/>
                  <a:pt x="142" y="0"/>
                  <a:pt x="142" y="0"/>
                </a:cubicBezTo>
                <a:cubicBezTo>
                  <a:pt x="142" y="0"/>
                  <a:pt x="142" y="0"/>
                  <a:pt x="142" y="0"/>
                </a:cubicBezTo>
                <a:cubicBezTo>
                  <a:pt x="142" y="0"/>
                  <a:pt x="142" y="0"/>
                  <a:pt x="142" y="0"/>
                </a:cubicBezTo>
                <a:cubicBezTo>
                  <a:pt x="142" y="0"/>
                  <a:pt x="142" y="0"/>
                  <a:pt x="142" y="0"/>
                </a:cubicBezTo>
                <a:cubicBezTo>
                  <a:pt x="142" y="0"/>
                  <a:pt x="142" y="0"/>
                  <a:pt x="142" y="0"/>
                </a:cubicBezTo>
                <a:cubicBezTo>
                  <a:pt x="142" y="0"/>
                  <a:pt x="142" y="0"/>
                  <a:pt x="141" y="0"/>
                </a:cubicBezTo>
                <a:cubicBezTo>
                  <a:pt x="141" y="0"/>
                  <a:pt x="141" y="0"/>
                  <a:pt x="141" y="0"/>
                </a:cubicBezTo>
                <a:cubicBezTo>
                  <a:pt x="141" y="0"/>
                  <a:pt x="141" y="0"/>
                  <a:pt x="141" y="0"/>
                </a:cubicBezTo>
                <a:cubicBezTo>
                  <a:pt x="141" y="0"/>
                  <a:pt x="141" y="0"/>
                  <a:pt x="141" y="0"/>
                </a:cubicBezTo>
                <a:cubicBezTo>
                  <a:pt x="141" y="0"/>
                  <a:pt x="141" y="0"/>
                  <a:pt x="141" y="0"/>
                </a:cubicBezTo>
                <a:cubicBezTo>
                  <a:pt x="141" y="0"/>
                  <a:pt x="141" y="0"/>
                  <a:pt x="141" y="0"/>
                </a:cubicBezTo>
                <a:cubicBezTo>
                  <a:pt x="141" y="0"/>
                  <a:pt x="141" y="0"/>
                  <a:pt x="141" y="0"/>
                </a:cubicBezTo>
                <a:cubicBezTo>
                  <a:pt x="141" y="0"/>
                  <a:pt x="141" y="0"/>
                  <a:pt x="140" y="0"/>
                </a:cubicBezTo>
                <a:cubicBezTo>
                  <a:pt x="140" y="0"/>
                  <a:pt x="140" y="0"/>
                  <a:pt x="140" y="0"/>
                </a:cubicBezTo>
                <a:cubicBezTo>
                  <a:pt x="140" y="0"/>
                  <a:pt x="140" y="0"/>
                  <a:pt x="140" y="0"/>
                </a:cubicBezTo>
                <a:cubicBezTo>
                  <a:pt x="140" y="0"/>
                  <a:pt x="140" y="0"/>
                  <a:pt x="140" y="0"/>
                </a:cubicBezTo>
                <a:cubicBezTo>
                  <a:pt x="140" y="0"/>
                  <a:pt x="140" y="0"/>
                  <a:pt x="140" y="0"/>
                </a:cubicBezTo>
                <a:cubicBezTo>
                  <a:pt x="140" y="0"/>
                  <a:pt x="140" y="0"/>
                  <a:pt x="140" y="0"/>
                </a:cubicBezTo>
              </a:path>
            </a:pathLst>
          </a:custGeom>
          <a:solidFill>
            <a:srgbClr val="37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 name="Freeform 32"/>
          <p:cNvSpPr>
            <a:spLocks noEditPoints="1"/>
          </p:cNvSpPr>
          <p:nvPr/>
        </p:nvSpPr>
        <p:spPr bwMode="auto">
          <a:xfrm>
            <a:off x="10287000" y="3614738"/>
            <a:ext cx="650875" cy="850900"/>
          </a:xfrm>
          <a:custGeom>
            <a:avLst/>
            <a:gdLst>
              <a:gd name="T0" fmla="*/ 12 w 150"/>
              <a:gd name="T1" fmla="*/ 195 h 196"/>
              <a:gd name="T2" fmla="*/ 11 w 150"/>
              <a:gd name="T3" fmla="*/ 194 h 196"/>
              <a:gd name="T4" fmla="*/ 11 w 150"/>
              <a:gd name="T5" fmla="*/ 194 h 196"/>
              <a:gd name="T6" fmla="*/ 11 w 150"/>
              <a:gd name="T7" fmla="*/ 193 h 196"/>
              <a:gd name="T8" fmla="*/ 10 w 150"/>
              <a:gd name="T9" fmla="*/ 192 h 196"/>
              <a:gd name="T10" fmla="*/ 10 w 150"/>
              <a:gd name="T11" fmla="*/ 192 h 196"/>
              <a:gd name="T12" fmla="*/ 10 w 150"/>
              <a:gd name="T13" fmla="*/ 191 h 196"/>
              <a:gd name="T14" fmla="*/ 10 w 150"/>
              <a:gd name="T15" fmla="*/ 191 h 196"/>
              <a:gd name="T16" fmla="*/ 9 w 150"/>
              <a:gd name="T17" fmla="*/ 190 h 196"/>
              <a:gd name="T18" fmla="*/ 9 w 150"/>
              <a:gd name="T19" fmla="*/ 189 h 196"/>
              <a:gd name="T20" fmla="*/ 9 w 150"/>
              <a:gd name="T21" fmla="*/ 189 h 196"/>
              <a:gd name="T22" fmla="*/ 9 w 150"/>
              <a:gd name="T23" fmla="*/ 188 h 196"/>
              <a:gd name="T24" fmla="*/ 8 w 150"/>
              <a:gd name="T25" fmla="*/ 188 h 196"/>
              <a:gd name="T26" fmla="*/ 8 w 150"/>
              <a:gd name="T27" fmla="*/ 187 h 196"/>
              <a:gd name="T28" fmla="*/ 8 w 150"/>
              <a:gd name="T29" fmla="*/ 186 h 196"/>
              <a:gd name="T30" fmla="*/ 7 w 150"/>
              <a:gd name="T31" fmla="*/ 184 h 196"/>
              <a:gd name="T32" fmla="*/ 7 w 150"/>
              <a:gd name="T33" fmla="*/ 183 h 196"/>
              <a:gd name="T34" fmla="*/ 2 w 150"/>
              <a:gd name="T35" fmla="*/ 162 h 196"/>
              <a:gd name="T36" fmla="*/ 2 w 150"/>
              <a:gd name="T37" fmla="*/ 161 h 196"/>
              <a:gd name="T38" fmla="*/ 1 w 150"/>
              <a:gd name="T39" fmla="*/ 160 h 196"/>
              <a:gd name="T40" fmla="*/ 1 w 150"/>
              <a:gd name="T41" fmla="*/ 159 h 196"/>
              <a:gd name="T42" fmla="*/ 1 w 150"/>
              <a:gd name="T43" fmla="*/ 157 h 196"/>
              <a:gd name="T44" fmla="*/ 1 w 150"/>
              <a:gd name="T45" fmla="*/ 157 h 196"/>
              <a:gd name="T46" fmla="*/ 1 w 150"/>
              <a:gd name="T47" fmla="*/ 156 h 196"/>
              <a:gd name="T48" fmla="*/ 1 w 150"/>
              <a:gd name="T49" fmla="*/ 155 h 196"/>
              <a:gd name="T50" fmla="*/ 1 w 150"/>
              <a:gd name="T51" fmla="*/ 155 h 196"/>
              <a:gd name="T52" fmla="*/ 1 w 150"/>
              <a:gd name="T53" fmla="*/ 154 h 196"/>
              <a:gd name="T54" fmla="*/ 1 w 150"/>
              <a:gd name="T55" fmla="*/ 153 h 196"/>
              <a:gd name="T56" fmla="*/ 1 w 150"/>
              <a:gd name="T57" fmla="*/ 153 h 196"/>
              <a:gd name="T58" fmla="*/ 1 w 150"/>
              <a:gd name="T59" fmla="*/ 152 h 196"/>
              <a:gd name="T60" fmla="*/ 0 w 150"/>
              <a:gd name="T61" fmla="*/ 151 h 196"/>
              <a:gd name="T62" fmla="*/ 0 w 150"/>
              <a:gd name="T63" fmla="*/ 151 h 196"/>
              <a:gd name="T64" fmla="*/ 0 w 150"/>
              <a:gd name="T65" fmla="*/ 150 h 196"/>
              <a:gd name="T66" fmla="*/ 0 w 150"/>
              <a:gd name="T67" fmla="*/ 149 h 196"/>
              <a:gd name="T68" fmla="*/ 0 w 150"/>
              <a:gd name="T69" fmla="*/ 149 h 196"/>
              <a:gd name="T70" fmla="*/ 0 w 150"/>
              <a:gd name="T71" fmla="*/ 148 h 196"/>
              <a:gd name="T72" fmla="*/ 0 w 150"/>
              <a:gd name="T73" fmla="*/ 147 h 196"/>
              <a:gd name="T74" fmla="*/ 0 w 150"/>
              <a:gd name="T75" fmla="*/ 147 h 196"/>
              <a:gd name="T76" fmla="*/ 0 w 150"/>
              <a:gd name="T77" fmla="*/ 146 h 196"/>
              <a:gd name="T78" fmla="*/ 0 w 150"/>
              <a:gd name="T79" fmla="*/ 145 h 196"/>
              <a:gd name="T80" fmla="*/ 0 w 150"/>
              <a:gd name="T81" fmla="*/ 145 h 196"/>
              <a:gd name="T82" fmla="*/ 0 w 150"/>
              <a:gd name="T83" fmla="*/ 144 h 196"/>
              <a:gd name="T84" fmla="*/ 0 w 150"/>
              <a:gd name="T85" fmla="*/ 143 h 196"/>
              <a:gd name="T86" fmla="*/ 0 w 150"/>
              <a:gd name="T87" fmla="*/ 143 h 196"/>
              <a:gd name="T88" fmla="*/ 0 w 150"/>
              <a:gd name="T89" fmla="*/ 142 h 196"/>
              <a:gd name="T90" fmla="*/ 0 w 150"/>
              <a:gd name="T91" fmla="*/ 141 h 196"/>
              <a:gd name="T92" fmla="*/ 0 w 150"/>
              <a:gd name="T93" fmla="*/ 141 h 196"/>
              <a:gd name="T94" fmla="*/ 0 w 150"/>
              <a:gd name="T95" fmla="*/ 140 h 196"/>
              <a:gd name="T96" fmla="*/ 150 w 150"/>
              <a:gd name="T97" fmla="*/ 0 h 196"/>
              <a:gd name="T98" fmla="*/ 149 w 150"/>
              <a:gd name="T99" fmla="*/ 0 h 196"/>
              <a:gd name="T100" fmla="*/ 148 w 150"/>
              <a:gd name="T101" fmla="*/ 0 h 196"/>
              <a:gd name="T102" fmla="*/ 147 w 150"/>
              <a:gd name="T103" fmla="*/ 0 h 196"/>
              <a:gd name="T104" fmla="*/ 146 w 150"/>
              <a:gd name="T105" fmla="*/ 0 h 196"/>
              <a:gd name="T106" fmla="*/ 145 w 150"/>
              <a:gd name="T107" fmla="*/ 0 h 196"/>
              <a:gd name="T108" fmla="*/ 144 w 150"/>
              <a:gd name="T109" fmla="*/ 0 h 196"/>
              <a:gd name="T110" fmla="*/ 144 w 150"/>
              <a:gd name="T111" fmla="*/ 0 h 196"/>
              <a:gd name="T112" fmla="*/ 143 w 150"/>
              <a:gd name="T113" fmla="*/ 0 h 196"/>
              <a:gd name="T114" fmla="*/ 142 w 150"/>
              <a:gd name="T115" fmla="*/ 0 h 196"/>
              <a:gd name="T116" fmla="*/ 142 w 150"/>
              <a:gd name="T117" fmla="*/ 0 h 196"/>
              <a:gd name="T118" fmla="*/ 141 w 150"/>
              <a:gd name="T119" fmla="*/ 0 h 196"/>
              <a:gd name="T120" fmla="*/ 140 w 150"/>
              <a:gd name="T121" fmla="*/ 0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0" h="196">
                <a:moveTo>
                  <a:pt x="12" y="196"/>
                </a:moveTo>
                <a:cubicBezTo>
                  <a:pt x="12" y="196"/>
                  <a:pt x="12" y="196"/>
                  <a:pt x="12" y="196"/>
                </a:cubicBezTo>
                <a:cubicBezTo>
                  <a:pt x="12" y="196"/>
                  <a:pt x="12" y="196"/>
                  <a:pt x="12" y="196"/>
                </a:cubicBezTo>
                <a:moveTo>
                  <a:pt x="12" y="196"/>
                </a:moveTo>
                <a:cubicBezTo>
                  <a:pt x="12" y="196"/>
                  <a:pt x="12" y="196"/>
                  <a:pt x="12" y="196"/>
                </a:cubicBezTo>
                <a:cubicBezTo>
                  <a:pt x="12" y="196"/>
                  <a:pt x="12" y="196"/>
                  <a:pt x="12" y="196"/>
                </a:cubicBezTo>
                <a:moveTo>
                  <a:pt x="12" y="195"/>
                </a:moveTo>
                <a:cubicBezTo>
                  <a:pt x="12" y="195"/>
                  <a:pt x="12" y="195"/>
                  <a:pt x="12" y="195"/>
                </a:cubicBezTo>
                <a:cubicBezTo>
                  <a:pt x="12" y="195"/>
                  <a:pt x="12" y="195"/>
                  <a:pt x="12" y="195"/>
                </a:cubicBezTo>
                <a:moveTo>
                  <a:pt x="11" y="195"/>
                </a:moveTo>
                <a:cubicBezTo>
                  <a:pt x="11" y="195"/>
                  <a:pt x="11" y="195"/>
                  <a:pt x="11" y="195"/>
                </a:cubicBezTo>
                <a:cubicBezTo>
                  <a:pt x="11" y="195"/>
                  <a:pt x="11" y="195"/>
                  <a:pt x="11" y="195"/>
                </a:cubicBezTo>
                <a:moveTo>
                  <a:pt x="11" y="194"/>
                </a:moveTo>
                <a:cubicBezTo>
                  <a:pt x="11" y="194"/>
                  <a:pt x="11" y="194"/>
                  <a:pt x="11" y="194"/>
                </a:cubicBezTo>
                <a:cubicBezTo>
                  <a:pt x="11" y="194"/>
                  <a:pt x="11" y="194"/>
                  <a:pt x="11" y="194"/>
                </a:cubicBezTo>
                <a:moveTo>
                  <a:pt x="11" y="194"/>
                </a:moveTo>
                <a:cubicBezTo>
                  <a:pt x="11" y="194"/>
                  <a:pt x="11" y="194"/>
                  <a:pt x="11" y="194"/>
                </a:cubicBezTo>
                <a:cubicBezTo>
                  <a:pt x="11" y="194"/>
                  <a:pt x="11" y="194"/>
                  <a:pt x="11" y="194"/>
                </a:cubicBezTo>
                <a:moveTo>
                  <a:pt x="11" y="194"/>
                </a:moveTo>
                <a:cubicBezTo>
                  <a:pt x="11" y="194"/>
                  <a:pt x="11" y="194"/>
                  <a:pt x="11" y="194"/>
                </a:cubicBezTo>
                <a:cubicBezTo>
                  <a:pt x="11" y="194"/>
                  <a:pt x="11" y="194"/>
                  <a:pt x="11" y="194"/>
                </a:cubicBezTo>
                <a:moveTo>
                  <a:pt x="11" y="193"/>
                </a:moveTo>
                <a:cubicBezTo>
                  <a:pt x="11" y="193"/>
                  <a:pt x="11" y="193"/>
                  <a:pt x="11" y="193"/>
                </a:cubicBezTo>
                <a:cubicBezTo>
                  <a:pt x="11" y="193"/>
                  <a:pt x="11" y="193"/>
                  <a:pt x="11" y="193"/>
                </a:cubicBezTo>
                <a:moveTo>
                  <a:pt x="11" y="193"/>
                </a:moveTo>
                <a:cubicBezTo>
                  <a:pt x="11" y="193"/>
                  <a:pt x="11" y="193"/>
                  <a:pt x="11" y="193"/>
                </a:cubicBezTo>
                <a:cubicBezTo>
                  <a:pt x="11" y="193"/>
                  <a:pt x="11" y="193"/>
                  <a:pt x="11" y="193"/>
                </a:cubicBezTo>
                <a:moveTo>
                  <a:pt x="11" y="193"/>
                </a:moveTo>
                <a:cubicBezTo>
                  <a:pt x="11" y="193"/>
                  <a:pt x="11" y="193"/>
                  <a:pt x="11" y="193"/>
                </a:cubicBezTo>
                <a:cubicBezTo>
                  <a:pt x="11" y="193"/>
                  <a:pt x="11" y="193"/>
                  <a:pt x="11" y="193"/>
                </a:cubicBezTo>
                <a:moveTo>
                  <a:pt x="10" y="193"/>
                </a:moveTo>
                <a:cubicBezTo>
                  <a:pt x="10" y="193"/>
                  <a:pt x="10" y="193"/>
                  <a:pt x="10" y="193"/>
                </a:cubicBezTo>
                <a:cubicBezTo>
                  <a:pt x="10" y="193"/>
                  <a:pt x="10" y="193"/>
                  <a:pt x="10" y="193"/>
                </a:cubicBezTo>
                <a:moveTo>
                  <a:pt x="10" y="192"/>
                </a:moveTo>
                <a:cubicBezTo>
                  <a:pt x="10" y="192"/>
                  <a:pt x="10" y="192"/>
                  <a:pt x="10" y="192"/>
                </a:cubicBezTo>
                <a:cubicBezTo>
                  <a:pt x="10" y="192"/>
                  <a:pt x="10" y="192"/>
                  <a:pt x="10" y="192"/>
                </a:cubicBezTo>
                <a:moveTo>
                  <a:pt x="10" y="192"/>
                </a:moveTo>
                <a:cubicBezTo>
                  <a:pt x="10" y="192"/>
                  <a:pt x="10" y="192"/>
                  <a:pt x="10" y="192"/>
                </a:cubicBezTo>
                <a:cubicBezTo>
                  <a:pt x="10" y="192"/>
                  <a:pt x="10" y="192"/>
                  <a:pt x="10" y="192"/>
                </a:cubicBezTo>
                <a:moveTo>
                  <a:pt x="10" y="192"/>
                </a:moveTo>
                <a:cubicBezTo>
                  <a:pt x="10" y="192"/>
                  <a:pt x="10" y="192"/>
                  <a:pt x="10" y="192"/>
                </a:cubicBezTo>
                <a:cubicBezTo>
                  <a:pt x="10" y="192"/>
                  <a:pt x="10" y="192"/>
                  <a:pt x="10" y="192"/>
                </a:cubicBezTo>
                <a:moveTo>
                  <a:pt x="10" y="192"/>
                </a:moveTo>
                <a:cubicBezTo>
                  <a:pt x="10" y="192"/>
                  <a:pt x="10" y="192"/>
                  <a:pt x="10" y="192"/>
                </a:cubicBezTo>
                <a:cubicBezTo>
                  <a:pt x="10" y="192"/>
                  <a:pt x="10" y="192"/>
                  <a:pt x="10" y="192"/>
                </a:cubicBezTo>
                <a:moveTo>
                  <a:pt x="10" y="191"/>
                </a:moveTo>
                <a:cubicBezTo>
                  <a:pt x="10" y="191"/>
                  <a:pt x="10" y="191"/>
                  <a:pt x="10" y="191"/>
                </a:cubicBezTo>
                <a:cubicBezTo>
                  <a:pt x="10" y="191"/>
                  <a:pt x="10" y="191"/>
                  <a:pt x="10" y="191"/>
                </a:cubicBezTo>
                <a:moveTo>
                  <a:pt x="10" y="191"/>
                </a:moveTo>
                <a:cubicBezTo>
                  <a:pt x="10" y="191"/>
                  <a:pt x="10" y="191"/>
                  <a:pt x="10" y="191"/>
                </a:cubicBezTo>
                <a:cubicBezTo>
                  <a:pt x="10" y="191"/>
                  <a:pt x="10" y="191"/>
                  <a:pt x="10" y="191"/>
                </a:cubicBezTo>
                <a:moveTo>
                  <a:pt x="10" y="191"/>
                </a:moveTo>
                <a:cubicBezTo>
                  <a:pt x="10" y="191"/>
                  <a:pt x="10" y="191"/>
                  <a:pt x="10" y="191"/>
                </a:cubicBezTo>
                <a:cubicBezTo>
                  <a:pt x="10" y="191"/>
                  <a:pt x="10" y="191"/>
                  <a:pt x="10" y="191"/>
                </a:cubicBezTo>
                <a:moveTo>
                  <a:pt x="10" y="191"/>
                </a:moveTo>
                <a:cubicBezTo>
                  <a:pt x="10" y="191"/>
                  <a:pt x="10" y="191"/>
                  <a:pt x="10" y="191"/>
                </a:cubicBezTo>
                <a:cubicBezTo>
                  <a:pt x="10" y="191"/>
                  <a:pt x="10" y="191"/>
                  <a:pt x="10" y="191"/>
                </a:cubicBezTo>
                <a:moveTo>
                  <a:pt x="10" y="190"/>
                </a:moveTo>
                <a:cubicBezTo>
                  <a:pt x="10" y="190"/>
                  <a:pt x="10" y="191"/>
                  <a:pt x="10" y="191"/>
                </a:cubicBezTo>
                <a:cubicBezTo>
                  <a:pt x="10" y="191"/>
                  <a:pt x="10" y="190"/>
                  <a:pt x="10" y="190"/>
                </a:cubicBezTo>
                <a:moveTo>
                  <a:pt x="9" y="190"/>
                </a:moveTo>
                <a:cubicBezTo>
                  <a:pt x="9" y="190"/>
                  <a:pt x="9" y="190"/>
                  <a:pt x="9" y="190"/>
                </a:cubicBezTo>
                <a:cubicBezTo>
                  <a:pt x="9" y="190"/>
                  <a:pt x="9" y="190"/>
                  <a:pt x="9" y="190"/>
                </a:cubicBezTo>
                <a:moveTo>
                  <a:pt x="9" y="190"/>
                </a:moveTo>
                <a:cubicBezTo>
                  <a:pt x="9" y="190"/>
                  <a:pt x="9" y="190"/>
                  <a:pt x="9" y="190"/>
                </a:cubicBezTo>
                <a:cubicBezTo>
                  <a:pt x="9" y="190"/>
                  <a:pt x="9" y="190"/>
                  <a:pt x="9" y="190"/>
                </a:cubicBezTo>
                <a:moveTo>
                  <a:pt x="9" y="190"/>
                </a:moveTo>
                <a:cubicBezTo>
                  <a:pt x="9" y="190"/>
                  <a:pt x="9" y="190"/>
                  <a:pt x="9" y="190"/>
                </a:cubicBezTo>
                <a:cubicBezTo>
                  <a:pt x="9" y="190"/>
                  <a:pt x="9" y="190"/>
                  <a:pt x="9" y="190"/>
                </a:cubicBezTo>
                <a:moveTo>
                  <a:pt x="9" y="189"/>
                </a:moveTo>
                <a:cubicBezTo>
                  <a:pt x="9" y="189"/>
                  <a:pt x="9" y="190"/>
                  <a:pt x="9" y="190"/>
                </a:cubicBezTo>
                <a:cubicBezTo>
                  <a:pt x="9" y="190"/>
                  <a:pt x="9" y="189"/>
                  <a:pt x="9" y="189"/>
                </a:cubicBezTo>
                <a:moveTo>
                  <a:pt x="9" y="189"/>
                </a:moveTo>
                <a:cubicBezTo>
                  <a:pt x="9" y="189"/>
                  <a:pt x="9" y="189"/>
                  <a:pt x="9" y="189"/>
                </a:cubicBezTo>
                <a:cubicBezTo>
                  <a:pt x="9" y="189"/>
                  <a:pt x="9" y="189"/>
                  <a:pt x="9" y="189"/>
                </a:cubicBezTo>
                <a:moveTo>
                  <a:pt x="9" y="189"/>
                </a:moveTo>
                <a:cubicBezTo>
                  <a:pt x="9" y="189"/>
                  <a:pt x="9" y="189"/>
                  <a:pt x="9" y="189"/>
                </a:cubicBezTo>
                <a:cubicBezTo>
                  <a:pt x="9" y="189"/>
                  <a:pt x="9" y="189"/>
                  <a:pt x="9" y="189"/>
                </a:cubicBezTo>
                <a:moveTo>
                  <a:pt x="9" y="189"/>
                </a:moveTo>
                <a:cubicBezTo>
                  <a:pt x="9" y="189"/>
                  <a:pt x="9" y="189"/>
                  <a:pt x="9" y="189"/>
                </a:cubicBezTo>
                <a:cubicBezTo>
                  <a:pt x="9" y="189"/>
                  <a:pt x="9" y="189"/>
                  <a:pt x="9" y="189"/>
                </a:cubicBezTo>
                <a:moveTo>
                  <a:pt x="9" y="188"/>
                </a:moveTo>
                <a:cubicBezTo>
                  <a:pt x="9" y="188"/>
                  <a:pt x="9" y="188"/>
                  <a:pt x="9" y="189"/>
                </a:cubicBezTo>
                <a:cubicBezTo>
                  <a:pt x="9" y="188"/>
                  <a:pt x="9" y="188"/>
                  <a:pt x="9" y="188"/>
                </a:cubicBezTo>
                <a:moveTo>
                  <a:pt x="9" y="188"/>
                </a:moveTo>
                <a:cubicBezTo>
                  <a:pt x="9" y="188"/>
                  <a:pt x="9" y="188"/>
                  <a:pt x="9" y="188"/>
                </a:cubicBezTo>
                <a:cubicBezTo>
                  <a:pt x="9" y="188"/>
                  <a:pt x="9" y="188"/>
                  <a:pt x="9" y="188"/>
                </a:cubicBezTo>
                <a:moveTo>
                  <a:pt x="9" y="188"/>
                </a:moveTo>
                <a:cubicBezTo>
                  <a:pt x="9" y="188"/>
                  <a:pt x="9" y="188"/>
                  <a:pt x="9" y="188"/>
                </a:cubicBezTo>
                <a:cubicBezTo>
                  <a:pt x="9" y="188"/>
                  <a:pt x="9" y="188"/>
                  <a:pt x="9" y="188"/>
                </a:cubicBezTo>
                <a:moveTo>
                  <a:pt x="8" y="188"/>
                </a:moveTo>
                <a:cubicBezTo>
                  <a:pt x="8" y="188"/>
                  <a:pt x="8" y="188"/>
                  <a:pt x="8" y="188"/>
                </a:cubicBezTo>
                <a:cubicBezTo>
                  <a:pt x="8" y="188"/>
                  <a:pt x="8" y="188"/>
                  <a:pt x="8" y="188"/>
                </a:cubicBezTo>
                <a:moveTo>
                  <a:pt x="8" y="187"/>
                </a:moveTo>
                <a:cubicBezTo>
                  <a:pt x="8" y="187"/>
                  <a:pt x="8" y="187"/>
                  <a:pt x="8" y="187"/>
                </a:cubicBezTo>
                <a:cubicBezTo>
                  <a:pt x="8" y="187"/>
                  <a:pt x="8" y="187"/>
                  <a:pt x="8" y="187"/>
                </a:cubicBezTo>
                <a:moveTo>
                  <a:pt x="8" y="187"/>
                </a:moveTo>
                <a:cubicBezTo>
                  <a:pt x="8" y="187"/>
                  <a:pt x="8" y="187"/>
                  <a:pt x="8" y="187"/>
                </a:cubicBezTo>
                <a:cubicBezTo>
                  <a:pt x="8" y="187"/>
                  <a:pt x="8" y="187"/>
                  <a:pt x="8" y="187"/>
                </a:cubicBezTo>
                <a:moveTo>
                  <a:pt x="8" y="186"/>
                </a:moveTo>
                <a:cubicBezTo>
                  <a:pt x="8" y="187"/>
                  <a:pt x="8" y="187"/>
                  <a:pt x="8" y="187"/>
                </a:cubicBezTo>
                <a:cubicBezTo>
                  <a:pt x="8" y="187"/>
                  <a:pt x="8" y="187"/>
                  <a:pt x="8" y="186"/>
                </a:cubicBezTo>
                <a:moveTo>
                  <a:pt x="8" y="186"/>
                </a:moveTo>
                <a:cubicBezTo>
                  <a:pt x="8" y="186"/>
                  <a:pt x="8" y="186"/>
                  <a:pt x="8" y="186"/>
                </a:cubicBezTo>
                <a:cubicBezTo>
                  <a:pt x="8" y="186"/>
                  <a:pt x="8" y="186"/>
                  <a:pt x="8" y="186"/>
                </a:cubicBezTo>
                <a:moveTo>
                  <a:pt x="8" y="185"/>
                </a:moveTo>
                <a:cubicBezTo>
                  <a:pt x="8" y="186"/>
                  <a:pt x="8" y="186"/>
                  <a:pt x="8" y="186"/>
                </a:cubicBezTo>
                <a:cubicBezTo>
                  <a:pt x="8" y="186"/>
                  <a:pt x="8" y="186"/>
                  <a:pt x="8" y="185"/>
                </a:cubicBezTo>
                <a:moveTo>
                  <a:pt x="7" y="184"/>
                </a:moveTo>
                <a:cubicBezTo>
                  <a:pt x="7" y="185"/>
                  <a:pt x="8" y="185"/>
                  <a:pt x="8" y="185"/>
                </a:cubicBezTo>
                <a:cubicBezTo>
                  <a:pt x="8" y="185"/>
                  <a:pt x="7" y="185"/>
                  <a:pt x="7" y="184"/>
                </a:cubicBezTo>
                <a:moveTo>
                  <a:pt x="7" y="184"/>
                </a:moveTo>
                <a:cubicBezTo>
                  <a:pt x="7" y="184"/>
                  <a:pt x="7" y="184"/>
                  <a:pt x="7" y="184"/>
                </a:cubicBezTo>
                <a:cubicBezTo>
                  <a:pt x="7" y="184"/>
                  <a:pt x="7" y="184"/>
                  <a:pt x="7" y="184"/>
                </a:cubicBezTo>
                <a:moveTo>
                  <a:pt x="7" y="183"/>
                </a:moveTo>
                <a:cubicBezTo>
                  <a:pt x="7" y="184"/>
                  <a:pt x="7" y="184"/>
                  <a:pt x="7" y="184"/>
                </a:cubicBezTo>
                <a:cubicBezTo>
                  <a:pt x="7" y="184"/>
                  <a:pt x="7" y="184"/>
                  <a:pt x="7" y="183"/>
                </a:cubicBezTo>
                <a:moveTo>
                  <a:pt x="7" y="183"/>
                </a:moveTo>
                <a:cubicBezTo>
                  <a:pt x="7" y="183"/>
                  <a:pt x="7" y="183"/>
                  <a:pt x="7" y="183"/>
                </a:cubicBezTo>
                <a:cubicBezTo>
                  <a:pt x="7" y="183"/>
                  <a:pt x="7" y="183"/>
                  <a:pt x="7" y="183"/>
                </a:cubicBezTo>
                <a:moveTo>
                  <a:pt x="2" y="163"/>
                </a:moveTo>
                <a:cubicBezTo>
                  <a:pt x="3" y="170"/>
                  <a:pt x="5" y="177"/>
                  <a:pt x="7" y="183"/>
                </a:cubicBezTo>
                <a:cubicBezTo>
                  <a:pt x="5" y="177"/>
                  <a:pt x="3" y="170"/>
                  <a:pt x="2" y="163"/>
                </a:cubicBezTo>
                <a:moveTo>
                  <a:pt x="2" y="162"/>
                </a:moveTo>
                <a:cubicBezTo>
                  <a:pt x="2" y="163"/>
                  <a:pt x="2" y="163"/>
                  <a:pt x="2" y="163"/>
                </a:cubicBezTo>
                <a:cubicBezTo>
                  <a:pt x="2" y="163"/>
                  <a:pt x="2" y="163"/>
                  <a:pt x="2" y="162"/>
                </a:cubicBezTo>
                <a:moveTo>
                  <a:pt x="2" y="162"/>
                </a:moveTo>
                <a:cubicBezTo>
                  <a:pt x="2" y="162"/>
                  <a:pt x="2" y="162"/>
                  <a:pt x="2" y="162"/>
                </a:cubicBezTo>
                <a:cubicBezTo>
                  <a:pt x="2" y="162"/>
                  <a:pt x="2" y="162"/>
                  <a:pt x="2" y="162"/>
                </a:cubicBezTo>
                <a:moveTo>
                  <a:pt x="2" y="161"/>
                </a:moveTo>
                <a:cubicBezTo>
                  <a:pt x="2" y="162"/>
                  <a:pt x="2" y="162"/>
                  <a:pt x="2" y="162"/>
                </a:cubicBezTo>
                <a:cubicBezTo>
                  <a:pt x="2" y="162"/>
                  <a:pt x="2" y="162"/>
                  <a:pt x="2" y="161"/>
                </a:cubicBezTo>
                <a:moveTo>
                  <a:pt x="2" y="161"/>
                </a:moveTo>
                <a:cubicBezTo>
                  <a:pt x="2" y="161"/>
                  <a:pt x="2" y="161"/>
                  <a:pt x="2" y="161"/>
                </a:cubicBezTo>
                <a:cubicBezTo>
                  <a:pt x="2" y="161"/>
                  <a:pt x="2" y="161"/>
                  <a:pt x="2" y="161"/>
                </a:cubicBezTo>
                <a:moveTo>
                  <a:pt x="1" y="160"/>
                </a:moveTo>
                <a:cubicBezTo>
                  <a:pt x="2" y="160"/>
                  <a:pt x="2" y="161"/>
                  <a:pt x="2" y="161"/>
                </a:cubicBezTo>
                <a:cubicBezTo>
                  <a:pt x="2" y="161"/>
                  <a:pt x="2" y="160"/>
                  <a:pt x="1" y="160"/>
                </a:cubicBezTo>
                <a:moveTo>
                  <a:pt x="1" y="160"/>
                </a:moveTo>
                <a:cubicBezTo>
                  <a:pt x="1" y="160"/>
                  <a:pt x="1" y="160"/>
                  <a:pt x="1" y="160"/>
                </a:cubicBezTo>
                <a:cubicBezTo>
                  <a:pt x="1" y="160"/>
                  <a:pt x="1" y="160"/>
                  <a:pt x="1" y="160"/>
                </a:cubicBezTo>
                <a:moveTo>
                  <a:pt x="1" y="159"/>
                </a:moveTo>
                <a:cubicBezTo>
                  <a:pt x="1" y="159"/>
                  <a:pt x="1" y="160"/>
                  <a:pt x="1" y="160"/>
                </a:cubicBezTo>
                <a:cubicBezTo>
                  <a:pt x="1" y="159"/>
                  <a:pt x="1" y="159"/>
                  <a:pt x="1" y="159"/>
                </a:cubicBezTo>
                <a:moveTo>
                  <a:pt x="1" y="159"/>
                </a:moveTo>
                <a:cubicBezTo>
                  <a:pt x="1" y="159"/>
                  <a:pt x="1" y="159"/>
                  <a:pt x="1" y="159"/>
                </a:cubicBezTo>
                <a:cubicBezTo>
                  <a:pt x="1" y="159"/>
                  <a:pt x="1" y="159"/>
                  <a:pt x="1" y="159"/>
                </a:cubicBezTo>
                <a:moveTo>
                  <a:pt x="1" y="158"/>
                </a:moveTo>
                <a:cubicBezTo>
                  <a:pt x="1" y="159"/>
                  <a:pt x="1" y="159"/>
                  <a:pt x="1" y="159"/>
                </a:cubicBezTo>
                <a:cubicBezTo>
                  <a:pt x="1" y="159"/>
                  <a:pt x="1" y="159"/>
                  <a:pt x="1" y="158"/>
                </a:cubicBezTo>
                <a:moveTo>
                  <a:pt x="1" y="158"/>
                </a:moveTo>
                <a:cubicBezTo>
                  <a:pt x="1" y="158"/>
                  <a:pt x="1" y="158"/>
                  <a:pt x="1" y="158"/>
                </a:cubicBezTo>
                <a:cubicBezTo>
                  <a:pt x="1" y="158"/>
                  <a:pt x="1" y="158"/>
                  <a:pt x="1" y="158"/>
                </a:cubicBezTo>
                <a:moveTo>
                  <a:pt x="1" y="157"/>
                </a:moveTo>
                <a:cubicBezTo>
                  <a:pt x="1" y="157"/>
                  <a:pt x="1" y="158"/>
                  <a:pt x="1" y="158"/>
                </a:cubicBezTo>
                <a:cubicBezTo>
                  <a:pt x="1" y="158"/>
                  <a:pt x="1" y="157"/>
                  <a:pt x="1" y="157"/>
                </a:cubicBezTo>
                <a:moveTo>
                  <a:pt x="1" y="157"/>
                </a:moveTo>
                <a:cubicBezTo>
                  <a:pt x="1" y="157"/>
                  <a:pt x="1" y="157"/>
                  <a:pt x="1" y="157"/>
                </a:cubicBezTo>
                <a:cubicBezTo>
                  <a:pt x="1" y="157"/>
                  <a:pt x="1" y="157"/>
                  <a:pt x="1" y="157"/>
                </a:cubicBezTo>
                <a:moveTo>
                  <a:pt x="1" y="157"/>
                </a:moveTo>
                <a:cubicBezTo>
                  <a:pt x="1" y="157"/>
                  <a:pt x="1" y="157"/>
                  <a:pt x="1" y="157"/>
                </a:cubicBezTo>
                <a:cubicBezTo>
                  <a:pt x="1" y="157"/>
                  <a:pt x="1" y="157"/>
                  <a:pt x="1" y="157"/>
                </a:cubicBezTo>
                <a:moveTo>
                  <a:pt x="1" y="156"/>
                </a:moveTo>
                <a:cubicBezTo>
                  <a:pt x="1" y="156"/>
                  <a:pt x="1" y="156"/>
                  <a:pt x="1" y="157"/>
                </a:cubicBezTo>
                <a:cubicBezTo>
                  <a:pt x="1" y="156"/>
                  <a:pt x="1" y="156"/>
                  <a:pt x="1" y="156"/>
                </a:cubicBezTo>
                <a:moveTo>
                  <a:pt x="1" y="156"/>
                </a:moveTo>
                <a:cubicBezTo>
                  <a:pt x="1" y="156"/>
                  <a:pt x="1" y="156"/>
                  <a:pt x="1" y="156"/>
                </a:cubicBezTo>
                <a:cubicBezTo>
                  <a:pt x="1" y="156"/>
                  <a:pt x="1" y="156"/>
                  <a:pt x="1" y="156"/>
                </a:cubicBezTo>
                <a:moveTo>
                  <a:pt x="1" y="156"/>
                </a:moveTo>
                <a:cubicBezTo>
                  <a:pt x="1" y="156"/>
                  <a:pt x="1" y="156"/>
                  <a:pt x="1" y="156"/>
                </a:cubicBezTo>
                <a:cubicBezTo>
                  <a:pt x="1" y="156"/>
                  <a:pt x="1" y="156"/>
                  <a:pt x="1" y="156"/>
                </a:cubicBezTo>
                <a:moveTo>
                  <a:pt x="1" y="155"/>
                </a:moveTo>
                <a:cubicBezTo>
                  <a:pt x="1" y="156"/>
                  <a:pt x="1" y="156"/>
                  <a:pt x="1" y="156"/>
                </a:cubicBezTo>
                <a:cubicBezTo>
                  <a:pt x="1" y="156"/>
                  <a:pt x="1" y="156"/>
                  <a:pt x="1" y="155"/>
                </a:cubicBezTo>
                <a:moveTo>
                  <a:pt x="1" y="155"/>
                </a:moveTo>
                <a:cubicBezTo>
                  <a:pt x="1" y="155"/>
                  <a:pt x="1" y="155"/>
                  <a:pt x="1" y="155"/>
                </a:cubicBezTo>
                <a:cubicBezTo>
                  <a:pt x="1" y="155"/>
                  <a:pt x="1" y="155"/>
                  <a:pt x="1" y="155"/>
                </a:cubicBezTo>
                <a:moveTo>
                  <a:pt x="1" y="155"/>
                </a:moveTo>
                <a:cubicBezTo>
                  <a:pt x="1" y="155"/>
                  <a:pt x="1" y="155"/>
                  <a:pt x="1" y="155"/>
                </a:cubicBezTo>
                <a:cubicBezTo>
                  <a:pt x="1" y="155"/>
                  <a:pt x="1" y="155"/>
                  <a:pt x="1" y="155"/>
                </a:cubicBezTo>
                <a:moveTo>
                  <a:pt x="1" y="155"/>
                </a:moveTo>
                <a:cubicBezTo>
                  <a:pt x="1" y="155"/>
                  <a:pt x="1" y="155"/>
                  <a:pt x="1" y="155"/>
                </a:cubicBezTo>
                <a:cubicBezTo>
                  <a:pt x="1" y="155"/>
                  <a:pt x="1" y="155"/>
                  <a:pt x="1" y="155"/>
                </a:cubicBezTo>
                <a:moveTo>
                  <a:pt x="1" y="154"/>
                </a:moveTo>
                <a:cubicBezTo>
                  <a:pt x="1" y="154"/>
                  <a:pt x="1" y="155"/>
                  <a:pt x="1" y="155"/>
                </a:cubicBezTo>
                <a:cubicBezTo>
                  <a:pt x="1" y="155"/>
                  <a:pt x="1" y="154"/>
                  <a:pt x="1" y="154"/>
                </a:cubicBezTo>
                <a:moveTo>
                  <a:pt x="1" y="154"/>
                </a:moveTo>
                <a:cubicBezTo>
                  <a:pt x="1" y="154"/>
                  <a:pt x="1" y="154"/>
                  <a:pt x="1" y="154"/>
                </a:cubicBezTo>
                <a:cubicBezTo>
                  <a:pt x="1" y="154"/>
                  <a:pt x="1" y="154"/>
                  <a:pt x="1" y="154"/>
                </a:cubicBezTo>
                <a:moveTo>
                  <a:pt x="1" y="154"/>
                </a:moveTo>
                <a:cubicBezTo>
                  <a:pt x="1" y="154"/>
                  <a:pt x="1" y="154"/>
                  <a:pt x="1" y="154"/>
                </a:cubicBezTo>
                <a:cubicBezTo>
                  <a:pt x="1" y="154"/>
                  <a:pt x="1" y="154"/>
                  <a:pt x="1" y="154"/>
                </a:cubicBezTo>
                <a:moveTo>
                  <a:pt x="1" y="153"/>
                </a:moveTo>
                <a:cubicBezTo>
                  <a:pt x="1" y="153"/>
                  <a:pt x="1" y="154"/>
                  <a:pt x="1" y="154"/>
                </a:cubicBezTo>
                <a:cubicBezTo>
                  <a:pt x="1" y="154"/>
                  <a:pt x="1" y="153"/>
                  <a:pt x="1" y="153"/>
                </a:cubicBezTo>
                <a:moveTo>
                  <a:pt x="1" y="153"/>
                </a:moveTo>
                <a:cubicBezTo>
                  <a:pt x="1" y="153"/>
                  <a:pt x="1" y="153"/>
                  <a:pt x="1" y="153"/>
                </a:cubicBezTo>
                <a:cubicBezTo>
                  <a:pt x="1" y="153"/>
                  <a:pt x="1" y="153"/>
                  <a:pt x="1" y="153"/>
                </a:cubicBezTo>
                <a:moveTo>
                  <a:pt x="1" y="153"/>
                </a:moveTo>
                <a:cubicBezTo>
                  <a:pt x="1" y="153"/>
                  <a:pt x="1" y="153"/>
                  <a:pt x="1" y="153"/>
                </a:cubicBezTo>
                <a:cubicBezTo>
                  <a:pt x="1" y="153"/>
                  <a:pt x="1" y="153"/>
                  <a:pt x="1" y="153"/>
                </a:cubicBezTo>
                <a:moveTo>
                  <a:pt x="1" y="153"/>
                </a:moveTo>
                <a:cubicBezTo>
                  <a:pt x="1" y="153"/>
                  <a:pt x="1" y="153"/>
                  <a:pt x="1" y="153"/>
                </a:cubicBezTo>
                <a:cubicBezTo>
                  <a:pt x="1" y="153"/>
                  <a:pt x="1" y="153"/>
                  <a:pt x="1" y="153"/>
                </a:cubicBezTo>
                <a:moveTo>
                  <a:pt x="1" y="152"/>
                </a:moveTo>
                <a:cubicBezTo>
                  <a:pt x="1" y="152"/>
                  <a:pt x="1" y="152"/>
                  <a:pt x="1" y="152"/>
                </a:cubicBezTo>
                <a:cubicBezTo>
                  <a:pt x="1" y="152"/>
                  <a:pt x="1" y="152"/>
                  <a:pt x="1" y="152"/>
                </a:cubicBezTo>
                <a:moveTo>
                  <a:pt x="1" y="152"/>
                </a:moveTo>
                <a:cubicBezTo>
                  <a:pt x="1" y="152"/>
                  <a:pt x="1" y="152"/>
                  <a:pt x="1" y="152"/>
                </a:cubicBezTo>
                <a:cubicBezTo>
                  <a:pt x="1" y="152"/>
                  <a:pt x="1" y="152"/>
                  <a:pt x="1" y="152"/>
                </a:cubicBezTo>
                <a:moveTo>
                  <a:pt x="1" y="152"/>
                </a:moveTo>
                <a:cubicBezTo>
                  <a:pt x="1" y="152"/>
                  <a:pt x="1" y="152"/>
                  <a:pt x="1" y="152"/>
                </a:cubicBezTo>
                <a:cubicBezTo>
                  <a:pt x="1" y="152"/>
                  <a:pt x="1" y="152"/>
                  <a:pt x="1" y="152"/>
                </a:cubicBezTo>
                <a:moveTo>
                  <a:pt x="0" y="151"/>
                </a:moveTo>
                <a:cubicBezTo>
                  <a:pt x="0" y="151"/>
                  <a:pt x="1" y="151"/>
                  <a:pt x="1" y="151"/>
                </a:cubicBezTo>
                <a:cubicBezTo>
                  <a:pt x="1" y="151"/>
                  <a:pt x="0" y="151"/>
                  <a:pt x="0" y="151"/>
                </a:cubicBezTo>
                <a:moveTo>
                  <a:pt x="0" y="151"/>
                </a:moveTo>
                <a:cubicBezTo>
                  <a:pt x="0" y="151"/>
                  <a:pt x="0" y="151"/>
                  <a:pt x="0" y="151"/>
                </a:cubicBezTo>
                <a:cubicBezTo>
                  <a:pt x="0" y="151"/>
                  <a:pt x="0" y="151"/>
                  <a:pt x="0" y="151"/>
                </a:cubicBezTo>
                <a:moveTo>
                  <a:pt x="0" y="151"/>
                </a:moveTo>
                <a:cubicBezTo>
                  <a:pt x="0" y="151"/>
                  <a:pt x="0" y="151"/>
                  <a:pt x="0" y="151"/>
                </a:cubicBezTo>
                <a:cubicBezTo>
                  <a:pt x="0" y="151"/>
                  <a:pt x="0" y="151"/>
                  <a:pt x="0" y="151"/>
                </a:cubicBezTo>
                <a:moveTo>
                  <a:pt x="0" y="150"/>
                </a:moveTo>
                <a:cubicBezTo>
                  <a:pt x="0" y="150"/>
                  <a:pt x="0" y="151"/>
                  <a:pt x="0" y="151"/>
                </a:cubicBezTo>
                <a:cubicBezTo>
                  <a:pt x="0" y="151"/>
                  <a:pt x="0" y="150"/>
                  <a:pt x="0" y="150"/>
                </a:cubicBezTo>
                <a:moveTo>
                  <a:pt x="0" y="150"/>
                </a:moveTo>
                <a:cubicBezTo>
                  <a:pt x="0" y="150"/>
                  <a:pt x="0" y="150"/>
                  <a:pt x="0" y="150"/>
                </a:cubicBezTo>
                <a:cubicBezTo>
                  <a:pt x="0" y="150"/>
                  <a:pt x="0" y="150"/>
                  <a:pt x="0" y="150"/>
                </a:cubicBezTo>
                <a:moveTo>
                  <a:pt x="0" y="150"/>
                </a:moveTo>
                <a:cubicBezTo>
                  <a:pt x="0" y="150"/>
                  <a:pt x="0" y="150"/>
                  <a:pt x="0" y="150"/>
                </a:cubicBezTo>
                <a:cubicBezTo>
                  <a:pt x="0" y="150"/>
                  <a:pt x="0" y="150"/>
                  <a:pt x="0" y="150"/>
                </a:cubicBezTo>
                <a:moveTo>
                  <a:pt x="0" y="150"/>
                </a:moveTo>
                <a:cubicBezTo>
                  <a:pt x="0" y="150"/>
                  <a:pt x="0" y="150"/>
                  <a:pt x="0" y="150"/>
                </a:cubicBezTo>
                <a:cubicBezTo>
                  <a:pt x="0" y="150"/>
                  <a:pt x="0" y="150"/>
                  <a:pt x="0" y="150"/>
                </a:cubicBezTo>
                <a:moveTo>
                  <a:pt x="0" y="149"/>
                </a:moveTo>
                <a:cubicBezTo>
                  <a:pt x="0" y="149"/>
                  <a:pt x="0" y="149"/>
                  <a:pt x="0" y="149"/>
                </a:cubicBezTo>
                <a:cubicBezTo>
                  <a:pt x="0" y="149"/>
                  <a:pt x="0" y="149"/>
                  <a:pt x="0" y="149"/>
                </a:cubicBezTo>
                <a:moveTo>
                  <a:pt x="0" y="149"/>
                </a:moveTo>
                <a:cubicBezTo>
                  <a:pt x="0" y="149"/>
                  <a:pt x="0" y="149"/>
                  <a:pt x="0" y="149"/>
                </a:cubicBezTo>
                <a:cubicBezTo>
                  <a:pt x="0" y="149"/>
                  <a:pt x="0" y="149"/>
                  <a:pt x="0" y="149"/>
                </a:cubicBezTo>
                <a:moveTo>
                  <a:pt x="0" y="149"/>
                </a:moveTo>
                <a:cubicBezTo>
                  <a:pt x="0" y="149"/>
                  <a:pt x="0" y="149"/>
                  <a:pt x="0" y="149"/>
                </a:cubicBezTo>
                <a:cubicBezTo>
                  <a:pt x="0" y="149"/>
                  <a:pt x="0" y="149"/>
                  <a:pt x="0" y="149"/>
                </a:cubicBezTo>
                <a:moveTo>
                  <a:pt x="0" y="149"/>
                </a:moveTo>
                <a:cubicBezTo>
                  <a:pt x="0" y="149"/>
                  <a:pt x="0" y="149"/>
                  <a:pt x="0" y="149"/>
                </a:cubicBezTo>
                <a:cubicBezTo>
                  <a:pt x="0" y="149"/>
                  <a:pt x="0" y="149"/>
                  <a:pt x="0" y="149"/>
                </a:cubicBezTo>
                <a:moveTo>
                  <a:pt x="0" y="148"/>
                </a:moveTo>
                <a:cubicBezTo>
                  <a:pt x="0" y="148"/>
                  <a:pt x="0" y="148"/>
                  <a:pt x="0" y="148"/>
                </a:cubicBezTo>
                <a:cubicBezTo>
                  <a:pt x="0" y="148"/>
                  <a:pt x="0" y="148"/>
                  <a:pt x="0" y="148"/>
                </a:cubicBezTo>
                <a:moveTo>
                  <a:pt x="0" y="148"/>
                </a:moveTo>
                <a:cubicBezTo>
                  <a:pt x="0" y="148"/>
                  <a:pt x="0" y="148"/>
                  <a:pt x="0" y="148"/>
                </a:cubicBezTo>
                <a:cubicBezTo>
                  <a:pt x="0" y="148"/>
                  <a:pt x="0" y="148"/>
                  <a:pt x="0" y="148"/>
                </a:cubicBezTo>
                <a:moveTo>
                  <a:pt x="0" y="148"/>
                </a:moveTo>
                <a:cubicBezTo>
                  <a:pt x="0" y="148"/>
                  <a:pt x="0" y="148"/>
                  <a:pt x="0" y="148"/>
                </a:cubicBezTo>
                <a:cubicBezTo>
                  <a:pt x="0" y="148"/>
                  <a:pt x="0" y="148"/>
                  <a:pt x="0" y="148"/>
                </a:cubicBezTo>
                <a:moveTo>
                  <a:pt x="0" y="147"/>
                </a:moveTo>
                <a:cubicBezTo>
                  <a:pt x="0" y="148"/>
                  <a:pt x="0" y="148"/>
                  <a:pt x="0" y="148"/>
                </a:cubicBezTo>
                <a:cubicBezTo>
                  <a:pt x="0" y="148"/>
                  <a:pt x="0" y="148"/>
                  <a:pt x="0" y="147"/>
                </a:cubicBezTo>
                <a:moveTo>
                  <a:pt x="0" y="147"/>
                </a:moveTo>
                <a:cubicBezTo>
                  <a:pt x="0" y="147"/>
                  <a:pt x="0" y="147"/>
                  <a:pt x="0" y="147"/>
                </a:cubicBezTo>
                <a:cubicBezTo>
                  <a:pt x="0" y="147"/>
                  <a:pt x="0" y="147"/>
                  <a:pt x="0" y="147"/>
                </a:cubicBezTo>
                <a:moveTo>
                  <a:pt x="0" y="147"/>
                </a:moveTo>
                <a:cubicBezTo>
                  <a:pt x="0" y="147"/>
                  <a:pt x="0" y="147"/>
                  <a:pt x="0" y="147"/>
                </a:cubicBezTo>
                <a:cubicBezTo>
                  <a:pt x="0" y="147"/>
                  <a:pt x="0" y="147"/>
                  <a:pt x="0" y="147"/>
                </a:cubicBezTo>
                <a:moveTo>
                  <a:pt x="0" y="147"/>
                </a:moveTo>
                <a:cubicBezTo>
                  <a:pt x="0" y="147"/>
                  <a:pt x="0" y="147"/>
                  <a:pt x="0" y="147"/>
                </a:cubicBezTo>
                <a:cubicBezTo>
                  <a:pt x="0" y="147"/>
                  <a:pt x="0" y="147"/>
                  <a:pt x="0" y="147"/>
                </a:cubicBezTo>
                <a:moveTo>
                  <a:pt x="0" y="146"/>
                </a:moveTo>
                <a:cubicBezTo>
                  <a:pt x="0" y="146"/>
                  <a:pt x="0" y="146"/>
                  <a:pt x="0" y="146"/>
                </a:cubicBezTo>
                <a:cubicBezTo>
                  <a:pt x="0" y="146"/>
                  <a:pt x="0" y="146"/>
                  <a:pt x="0" y="146"/>
                </a:cubicBezTo>
                <a:moveTo>
                  <a:pt x="0" y="146"/>
                </a:moveTo>
                <a:cubicBezTo>
                  <a:pt x="0" y="146"/>
                  <a:pt x="0" y="146"/>
                  <a:pt x="0" y="146"/>
                </a:cubicBezTo>
                <a:cubicBezTo>
                  <a:pt x="0" y="146"/>
                  <a:pt x="0" y="146"/>
                  <a:pt x="0" y="146"/>
                </a:cubicBezTo>
                <a:moveTo>
                  <a:pt x="0" y="146"/>
                </a:moveTo>
                <a:cubicBezTo>
                  <a:pt x="0" y="146"/>
                  <a:pt x="0" y="146"/>
                  <a:pt x="0" y="146"/>
                </a:cubicBezTo>
                <a:cubicBezTo>
                  <a:pt x="0" y="146"/>
                  <a:pt x="0" y="146"/>
                  <a:pt x="0" y="146"/>
                </a:cubicBezTo>
                <a:moveTo>
                  <a:pt x="0" y="146"/>
                </a:moveTo>
                <a:cubicBezTo>
                  <a:pt x="0" y="146"/>
                  <a:pt x="0" y="146"/>
                  <a:pt x="0" y="146"/>
                </a:cubicBezTo>
                <a:cubicBezTo>
                  <a:pt x="0" y="146"/>
                  <a:pt x="0" y="146"/>
                  <a:pt x="0" y="146"/>
                </a:cubicBezTo>
                <a:moveTo>
                  <a:pt x="0" y="145"/>
                </a:moveTo>
                <a:cubicBezTo>
                  <a:pt x="0" y="145"/>
                  <a:pt x="0" y="145"/>
                  <a:pt x="0" y="145"/>
                </a:cubicBezTo>
                <a:cubicBezTo>
                  <a:pt x="0" y="145"/>
                  <a:pt x="0" y="145"/>
                  <a:pt x="0" y="145"/>
                </a:cubicBezTo>
                <a:moveTo>
                  <a:pt x="0" y="145"/>
                </a:moveTo>
                <a:cubicBezTo>
                  <a:pt x="0" y="145"/>
                  <a:pt x="0" y="145"/>
                  <a:pt x="0" y="145"/>
                </a:cubicBezTo>
                <a:cubicBezTo>
                  <a:pt x="0" y="145"/>
                  <a:pt x="0" y="145"/>
                  <a:pt x="0" y="145"/>
                </a:cubicBezTo>
                <a:moveTo>
                  <a:pt x="0" y="145"/>
                </a:moveTo>
                <a:cubicBezTo>
                  <a:pt x="0" y="145"/>
                  <a:pt x="0" y="145"/>
                  <a:pt x="0" y="145"/>
                </a:cubicBezTo>
                <a:cubicBezTo>
                  <a:pt x="0" y="145"/>
                  <a:pt x="0" y="145"/>
                  <a:pt x="0" y="145"/>
                </a:cubicBezTo>
                <a:moveTo>
                  <a:pt x="0" y="144"/>
                </a:moveTo>
                <a:cubicBezTo>
                  <a:pt x="0" y="144"/>
                  <a:pt x="0" y="145"/>
                  <a:pt x="0" y="145"/>
                </a:cubicBezTo>
                <a:cubicBezTo>
                  <a:pt x="0" y="145"/>
                  <a:pt x="0" y="144"/>
                  <a:pt x="0" y="144"/>
                </a:cubicBezTo>
                <a:moveTo>
                  <a:pt x="0" y="144"/>
                </a:moveTo>
                <a:cubicBezTo>
                  <a:pt x="0" y="144"/>
                  <a:pt x="0" y="144"/>
                  <a:pt x="0" y="144"/>
                </a:cubicBezTo>
                <a:cubicBezTo>
                  <a:pt x="0" y="144"/>
                  <a:pt x="0" y="144"/>
                  <a:pt x="0" y="144"/>
                </a:cubicBezTo>
                <a:moveTo>
                  <a:pt x="0" y="144"/>
                </a:moveTo>
                <a:cubicBezTo>
                  <a:pt x="0" y="144"/>
                  <a:pt x="0" y="144"/>
                  <a:pt x="0" y="144"/>
                </a:cubicBezTo>
                <a:cubicBezTo>
                  <a:pt x="0" y="144"/>
                  <a:pt x="0" y="144"/>
                  <a:pt x="0" y="144"/>
                </a:cubicBezTo>
                <a:moveTo>
                  <a:pt x="0" y="144"/>
                </a:moveTo>
                <a:cubicBezTo>
                  <a:pt x="0" y="144"/>
                  <a:pt x="0" y="144"/>
                  <a:pt x="0" y="144"/>
                </a:cubicBezTo>
                <a:cubicBezTo>
                  <a:pt x="0" y="144"/>
                  <a:pt x="0" y="144"/>
                  <a:pt x="0" y="144"/>
                </a:cubicBezTo>
                <a:moveTo>
                  <a:pt x="0" y="143"/>
                </a:moveTo>
                <a:cubicBezTo>
                  <a:pt x="0" y="143"/>
                  <a:pt x="0" y="143"/>
                  <a:pt x="0" y="143"/>
                </a:cubicBezTo>
                <a:cubicBezTo>
                  <a:pt x="0" y="143"/>
                  <a:pt x="0" y="143"/>
                  <a:pt x="0" y="143"/>
                </a:cubicBezTo>
                <a:moveTo>
                  <a:pt x="0" y="143"/>
                </a:moveTo>
                <a:cubicBezTo>
                  <a:pt x="0" y="143"/>
                  <a:pt x="0" y="143"/>
                  <a:pt x="0" y="143"/>
                </a:cubicBezTo>
                <a:cubicBezTo>
                  <a:pt x="0" y="143"/>
                  <a:pt x="0" y="143"/>
                  <a:pt x="0" y="143"/>
                </a:cubicBezTo>
                <a:moveTo>
                  <a:pt x="0" y="143"/>
                </a:moveTo>
                <a:cubicBezTo>
                  <a:pt x="0" y="143"/>
                  <a:pt x="0" y="143"/>
                  <a:pt x="0" y="143"/>
                </a:cubicBezTo>
                <a:cubicBezTo>
                  <a:pt x="0" y="143"/>
                  <a:pt x="0" y="143"/>
                  <a:pt x="0" y="143"/>
                </a:cubicBezTo>
                <a:moveTo>
                  <a:pt x="0" y="143"/>
                </a:moveTo>
                <a:cubicBezTo>
                  <a:pt x="0" y="143"/>
                  <a:pt x="0" y="143"/>
                  <a:pt x="0" y="143"/>
                </a:cubicBezTo>
                <a:cubicBezTo>
                  <a:pt x="0" y="143"/>
                  <a:pt x="0" y="143"/>
                  <a:pt x="0" y="143"/>
                </a:cubicBezTo>
                <a:moveTo>
                  <a:pt x="0" y="142"/>
                </a:moveTo>
                <a:cubicBezTo>
                  <a:pt x="0" y="142"/>
                  <a:pt x="0" y="142"/>
                  <a:pt x="0" y="142"/>
                </a:cubicBezTo>
                <a:cubicBezTo>
                  <a:pt x="0" y="142"/>
                  <a:pt x="0" y="142"/>
                  <a:pt x="0" y="142"/>
                </a:cubicBezTo>
                <a:moveTo>
                  <a:pt x="0" y="142"/>
                </a:moveTo>
                <a:cubicBezTo>
                  <a:pt x="0" y="142"/>
                  <a:pt x="0" y="142"/>
                  <a:pt x="0" y="142"/>
                </a:cubicBezTo>
                <a:cubicBezTo>
                  <a:pt x="0" y="142"/>
                  <a:pt x="0" y="142"/>
                  <a:pt x="0" y="142"/>
                </a:cubicBezTo>
                <a:moveTo>
                  <a:pt x="0" y="142"/>
                </a:moveTo>
                <a:cubicBezTo>
                  <a:pt x="0" y="142"/>
                  <a:pt x="0" y="142"/>
                  <a:pt x="0" y="142"/>
                </a:cubicBezTo>
                <a:cubicBezTo>
                  <a:pt x="0" y="142"/>
                  <a:pt x="0" y="142"/>
                  <a:pt x="0" y="142"/>
                </a:cubicBezTo>
                <a:moveTo>
                  <a:pt x="0" y="141"/>
                </a:moveTo>
                <a:cubicBezTo>
                  <a:pt x="0" y="141"/>
                  <a:pt x="0" y="142"/>
                  <a:pt x="0" y="142"/>
                </a:cubicBezTo>
                <a:cubicBezTo>
                  <a:pt x="0" y="142"/>
                  <a:pt x="0" y="141"/>
                  <a:pt x="0" y="141"/>
                </a:cubicBezTo>
                <a:moveTo>
                  <a:pt x="0" y="141"/>
                </a:moveTo>
                <a:cubicBezTo>
                  <a:pt x="0" y="141"/>
                  <a:pt x="0" y="141"/>
                  <a:pt x="0" y="141"/>
                </a:cubicBezTo>
                <a:cubicBezTo>
                  <a:pt x="0" y="141"/>
                  <a:pt x="0" y="141"/>
                  <a:pt x="0" y="141"/>
                </a:cubicBezTo>
                <a:moveTo>
                  <a:pt x="0" y="141"/>
                </a:moveTo>
                <a:cubicBezTo>
                  <a:pt x="0" y="141"/>
                  <a:pt x="0" y="141"/>
                  <a:pt x="0" y="141"/>
                </a:cubicBezTo>
                <a:cubicBezTo>
                  <a:pt x="0" y="141"/>
                  <a:pt x="0" y="141"/>
                  <a:pt x="0" y="141"/>
                </a:cubicBezTo>
                <a:moveTo>
                  <a:pt x="0" y="141"/>
                </a:moveTo>
                <a:cubicBezTo>
                  <a:pt x="0" y="141"/>
                  <a:pt x="0" y="141"/>
                  <a:pt x="0" y="141"/>
                </a:cubicBezTo>
                <a:cubicBezTo>
                  <a:pt x="0" y="141"/>
                  <a:pt x="0" y="141"/>
                  <a:pt x="0" y="141"/>
                </a:cubicBezTo>
                <a:moveTo>
                  <a:pt x="0" y="140"/>
                </a:moveTo>
                <a:cubicBezTo>
                  <a:pt x="0" y="140"/>
                  <a:pt x="0" y="140"/>
                  <a:pt x="0" y="140"/>
                </a:cubicBezTo>
                <a:cubicBezTo>
                  <a:pt x="0" y="140"/>
                  <a:pt x="0" y="140"/>
                  <a:pt x="0" y="140"/>
                </a:cubicBezTo>
                <a:moveTo>
                  <a:pt x="0" y="140"/>
                </a:moveTo>
                <a:cubicBezTo>
                  <a:pt x="0" y="140"/>
                  <a:pt x="0" y="140"/>
                  <a:pt x="0" y="140"/>
                </a:cubicBezTo>
                <a:cubicBezTo>
                  <a:pt x="0" y="140"/>
                  <a:pt x="0" y="140"/>
                  <a:pt x="0" y="140"/>
                </a:cubicBezTo>
                <a:moveTo>
                  <a:pt x="0" y="140"/>
                </a:moveTo>
                <a:cubicBezTo>
                  <a:pt x="0" y="140"/>
                  <a:pt x="0" y="140"/>
                  <a:pt x="0" y="140"/>
                </a:cubicBezTo>
                <a:cubicBezTo>
                  <a:pt x="0" y="140"/>
                  <a:pt x="0" y="140"/>
                  <a:pt x="0" y="140"/>
                </a:cubicBezTo>
                <a:moveTo>
                  <a:pt x="150" y="0"/>
                </a:moveTo>
                <a:cubicBezTo>
                  <a:pt x="150" y="0"/>
                  <a:pt x="150" y="0"/>
                  <a:pt x="150" y="0"/>
                </a:cubicBezTo>
                <a:cubicBezTo>
                  <a:pt x="150" y="0"/>
                  <a:pt x="150" y="0"/>
                  <a:pt x="150" y="0"/>
                </a:cubicBezTo>
                <a:moveTo>
                  <a:pt x="149" y="0"/>
                </a:moveTo>
                <a:cubicBezTo>
                  <a:pt x="149" y="0"/>
                  <a:pt x="149" y="0"/>
                  <a:pt x="149" y="0"/>
                </a:cubicBezTo>
                <a:cubicBezTo>
                  <a:pt x="149" y="0"/>
                  <a:pt x="149" y="0"/>
                  <a:pt x="149" y="0"/>
                </a:cubicBezTo>
                <a:moveTo>
                  <a:pt x="149" y="0"/>
                </a:moveTo>
                <a:cubicBezTo>
                  <a:pt x="149" y="0"/>
                  <a:pt x="149" y="0"/>
                  <a:pt x="149" y="0"/>
                </a:cubicBezTo>
                <a:cubicBezTo>
                  <a:pt x="149" y="0"/>
                  <a:pt x="149" y="0"/>
                  <a:pt x="149" y="0"/>
                </a:cubicBezTo>
                <a:moveTo>
                  <a:pt x="148" y="0"/>
                </a:moveTo>
                <a:cubicBezTo>
                  <a:pt x="148" y="0"/>
                  <a:pt x="148" y="0"/>
                  <a:pt x="148" y="0"/>
                </a:cubicBezTo>
                <a:cubicBezTo>
                  <a:pt x="148" y="0"/>
                  <a:pt x="148" y="0"/>
                  <a:pt x="148" y="0"/>
                </a:cubicBezTo>
                <a:moveTo>
                  <a:pt x="148" y="0"/>
                </a:moveTo>
                <a:cubicBezTo>
                  <a:pt x="148" y="0"/>
                  <a:pt x="148" y="0"/>
                  <a:pt x="148" y="0"/>
                </a:cubicBezTo>
                <a:cubicBezTo>
                  <a:pt x="148" y="0"/>
                  <a:pt x="148" y="0"/>
                  <a:pt x="148" y="0"/>
                </a:cubicBezTo>
                <a:moveTo>
                  <a:pt x="148" y="0"/>
                </a:moveTo>
                <a:cubicBezTo>
                  <a:pt x="148" y="0"/>
                  <a:pt x="148" y="0"/>
                  <a:pt x="148" y="0"/>
                </a:cubicBezTo>
                <a:cubicBezTo>
                  <a:pt x="148" y="0"/>
                  <a:pt x="148" y="0"/>
                  <a:pt x="148" y="0"/>
                </a:cubicBezTo>
                <a:moveTo>
                  <a:pt x="147" y="0"/>
                </a:moveTo>
                <a:cubicBezTo>
                  <a:pt x="147" y="0"/>
                  <a:pt x="147" y="0"/>
                  <a:pt x="147" y="0"/>
                </a:cubicBezTo>
                <a:cubicBezTo>
                  <a:pt x="147" y="0"/>
                  <a:pt x="147" y="0"/>
                  <a:pt x="147" y="0"/>
                </a:cubicBezTo>
                <a:moveTo>
                  <a:pt x="147" y="0"/>
                </a:moveTo>
                <a:cubicBezTo>
                  <a:pt x="147" y="0"/>
                  <a:pt x="147" y="0"/>
                  <a:pt x="147" y="0"/>
                </a:cubicBezTo>
                <a:cubicBezTo>
                  <a:pt x="147" y="0"/>
                  <a:pt x="147" y="0"/>
                  <a:pt x="147" y="0"/>
                </a:cubicBezTo>
                <a:moveTo>
                  <a:pt x="147" y="0"/>
                </a:moveTo>
                <a:cubicBezTo>
                  <a:pt x="147" y="0"/>
                  <a:pt x="147" y="0"/>
                  <a:pt x="147" y="0"/>
                </a:cubicBezTo>
                <a:cubicBezTo>
                  <a:pt x="147" y="0"/>
                  <a:pt x="147" y="0"/>
                  <a:pt x="147" y="0"/>
                </a:cubicBezTo>
                <a:moveTo>
                  <a:pt x="146" y="0"/>
                </a:moveTo>
                <a:cubicBezTo>
                  <a:pt x="146" y="0"/>
                  <a:pt x="146" y="0"/>
                  <a:pt x="146" y="0"/>
                </a:cubicBezTo>
                <a:cubicBezTo>
                  <a:pt x="146" y="0"/>
                  <a:pt x="146" y="0"/>
                  <a:pt x="146" y="0"/>
                </a:cubicBezTo>
                <a:moveTo>
                  <a:pt x="146" y="0"/>
                </a:moveTo>
                <a:cubicBezTo>
                  <a:pt x="146" y="0"/>
                  <a:pt x="146" y="0"/>
                  <a:pt x="146" y="0"/>
                </a:cubicBezTo>
                <a:cubicBezTo>
                  <a:pt x="146" y="0"/>
                  <a:pt x="146" y="0"/>
                  <a:pt x="146" y="0"/>
                </a:cubicBezTo>
                <a:moveTo>
                  <a:pt x="145" y="0"/>
                </a:moveTo>
                <a:cubicBezTo>
                  <a:pt x="146" y="0"/>
                  <a:pt x="146" y="0"/>
                  <a:pt x="146" y="0"/>
                </a:cubicBezTo>
                <a:cubicBezTo>
                  <a:pt x="146" y="0"/>
                  <a:pt x="146" y="0"/>
                  <a:pt x="145" y="0"/>
                </a:cubicBezTo>
                <a:moveTo>
                  <a:pt x="145" y="0"/>
                </a:moveTo>
                <a:cubicBezTo>
                  <a:pt x="145" y="0"/>
                  <a:pt x="145" y="0"/>
                  <a:pt x="145" y="0"/>
                </a:cubicBezTo>
                <a:cubicBezTo>
                  <a:pt x="145" y="0"/>
                  <a:pt x="145" y="0"/>
                  <a:pt x="145" y="0"/>
                </a:cubicBezTo>
                <a:moveTo>
                  <a:pt x="145" y="0"/>
                </a:moveTo>
                <a:cubicBezTo>
                  <a:pt x="145" y="0"/>
                  <a:pt x="145" y="0"/>
                  <a:pt x="145" y="0"/>
                </a:cubicBezTo>
                <a:cubicBezTo>
                  <a:pt x="145" y="0"/>
                  <a:pt x="145" y="0"/>
                  <a:pt x="145" y="0"/>
                </a:cubicBezTo>
                <a:moveTo>
                  <a:pt x="144" y="0"/>
                </a:moveTo>
                <a:cubicBezTo>
                  <a:pt x="144" y="0"/>
                  <a:pt x="144" y="0"/>
                  <a:pt x="144" y="0"/>
                </a:cubicBezTo>
                <a:cubicBezTo>
                  <a:pt x="144" y="0"/>
                  <a:pt x="144" y="0"/>
                  <a:pt x="144" y="0"/>
                </a:cubicBezTo>
                <a:moveTo>
                  <a:pt x="144" y="0"/>
                </a:moveTo>
                <a:cubicBezTo>
                  <a:pt x="144" y="0"/>
                  <a:pt x="144" y="0"/>
                  <a:pt x="144" y="0"/>
                </a:cubicBezTo>
                <a:cubicBezTo>
                  <a:pt x="144" y="0"/>
                  <a:pt x="144" y="0"/>
                  <a:pt x="144" y="0"/>
                </a:cubicBezTo>
                <a:moveTo>
                  <a:pt x="144" y="0"/>
                </a:moveTo>
                <a:cubicBezTo>
                  <a:pt x="144" y="0"/>
                  <a:pt x="144" y="0"/>
                  <a:pt x="144" y="0"/>
                </a:cubicBezTo>
                <a:cubicBezTo>
                  <a:pt x="144" y="0"/>
                  <a:pt x="144" y="0"/>
                  <a:pt x="144" y="0"/>
                </a:cubicBezTo>
                <a:moveTo>
                  <a:pt x="144" y="0"/>
                </a:moveTo>
                <a:cubicBezTo>
                  <a:pt x="144" y="0"/>
                  <a:pt x="144" y="0"/>
                  <a:pt x="144" y="0"/>
                </a:cubicBezTo>
                <a:cubicBezTo>
                  <a:pt x="144" y="0"/>
                  <a:pt x="144" y="0"/>
                  <a:pt x="144" y="0"/>
                </a:cubicBezTo>
                <a:moveTo>
                  <a:pt x="143" y="0"/>
                </a:moveTo>
                <a:cubicBezTo>
                  <a:pt x="143" y="0"/>
                  <a:pt x="143" y="0"/>
                  <a:pt x="143" y="0"/>
                </a:cubicBezTo>
                <a:cubicBezTo>
                  <a:pt x="143" y="0"/>
                  <a:pt x="143" y="0"/>
                  <a:pt x="143" y="0"/>
                </a:cubicBezTo>
                <a:moveTo>
                  <a:pt x="143" y="0"/>
                </a:moveTo>
                <a:cubicBezTo>
                  <a:pt x="143" y="0"/>
                  <a:pt x="143" y="0"/>
                  <a:pt x="143" y="0"/>
                </a:cubicBezTo>
                <a:cubicBezTo>
                  <a:pt x="143" y="0"/>
                  <a:pt x="143" y="0"/>
                  <a:pt x="143" y="0"/>
                </a:cubicBezTo>
                <a:moveTo>
                  <a:pt x="143" y="0"/>
                </a:moveTo>
                <a:cubicBezTo>
                  <a:pt x="143" y="0"/>
                  <a:pt x="143" y="0"/>
                  <a:pt x="143" y="0"/>
                </a:cubicBezTo>
                <a:cubicBezTo>
                  <a:pt x="143" y="0"/>
                  <a:pt x="143" y="0"/>
                  <a:pt x="143" y="0"/>
                </a:cubicBezTo>
                <a:moveTo>
                  <a:pt x="142" y="0"/>
                </a:moveTo>
                <a:cubicBezTo>
                  <a:pt x="142" y="0"/>
                  <a:pt x="142" y="0"/>
                  <a:pt x="142" y="0"/>
                </a:cubicBezTo>
                <a:cubicBezTo>
                  <a:pt x="142" y="0"/>
                  <a:pt x="142" y="0"/>
                  <a:pt x="142" y="0"/>
                </a:cubicBezTo>
                <a:moveTo>
                  <a:pt x="142" y="0"/>
                </a:moveTo>
                <a:cubicBezTo>
                  <a:pt x="142" y="0"/>
                  <a:pt x="142" y="0"/>
                  <a:pt x="142" y="0"/>
                </a:cubicBezTo>
                <a:cubicBezTo>
                  <a:pt x="142" y="0"/>
                  <a:pt x="142" y="0"/>
                  <a:pt x="142" y="0"/>
                </a:cubicBezTo>
                <a:moveTo>
                  <a:pt x="142" y="0"/>
                </a:moveTo>
                <a:cubicBezTo>
                  <a:pt x="142" y="0"/>
                  <a:pt x="142" y="0"/>
                  <a:pt x="142" y="0"/>
                </a:cubicBezTo>
                <a:cubicBezTo>
                  <a:pt x="142" y="0"/>
                  <a:pt x="142" y="0"/>
                  <a:pt x="142" y="0"/>
                </a:cubicBezTo>
                <a:moveTo>
                  <a:pt x="141" y="0"/>
                </a:moveTo>
                <a:cubicBezTo>
                  <a:pt x="141" y="0"/>
                  <a:pt x="141" y="0"/>
                  <a:pt x="141" y="0"/>
                </a:cubicBezTo>
                <a:cubicBezTo>
                  <a:pt x="141" y="0"/>
                  <a:pt x="141" y="0"/>
                  <a:pt x="141" y="0"/>
                </a:cubicBezTo>
                <a:moveTo>
                  <a:pt x="141" y="0"/>
                </a:moveTo>
                <a:cubicBezTo>
                  <a:pt x="141" y="0"/>
                  <a:pt x="141" y="0"/>
                  <a:pt x="141" y="0"/>
                </a:cubicBezTo>
                <a:cubicBezTo>
                  <a:pt x="141" y="0"/>
                  <a:pt x="141" y="0"/>
                  <a:pt x="141" y="0"/>
                </a:cubicBezTo>
                <a:moveTo>
                  <a:pt x="141" y="0"/>
                </a:moveTo>
                <a:cubicBezTo>
                  <a:pt x="141" y="0"/>
                  <a:pt x="141" y="0"/>
                  <a:pt x="141" y="0"/>
                </a:cubicBezTo>
                <a:cubicBezTo>
                  <a:pt x="141" y="0"/>
                  <a:pt x="141" y="0"/>
                  <a:pt x="141" y="0"/>
                </a:cubicBezTo>
                <a:moveTo>
                  <a:pt x="141" y="0"/>
                </a:moveTo>
                <a:cubicBezTo>
                  <a:pt x="141" y="0"/>
                  <a:pt x="141" y="0"/>
                  <a:pt x="141" y="0"/>
                </a:cubicBezTo>
                <a:cubicBezTo>
                  <a:pt x="141" y="0"/>
                  <a:pt x="141" y="0"/>
                  <a:pt x="141" y="0"/>
                </a:cubicBezTo>
                <a:moveTo>
                  <a:pt x="140" y="0"/>
                </a:moveTo>
                <a:cubicBezTo>
                  <a:pt x="140" y="0"/>
                  <a:pt x="140" y="0"/>
                  <a:pt x="140" y="0"/>
                </a:cubicBezTo>
                <a:cubicBezTo>
                  <a:pt x="140" y="0"/>
                  <a:pt x="140" y="0"/>
                  <a:pt x="140" y="0"/>
                </a:cubicBezTo>
              </a:path>
            </a:pathLst>
          </a:custGeom>
          <a:solidFill>
            <a:srgbClr val="B0BB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 name="Freeform 33"/>
          <p:cNvSpPr>
            <a:spLocks/>
          </p:cNvSpPr>
          <p:nvPr/>
        </p:nvSpPr>
        <p:spPr bwMode="auto">
          <a:xfrm>
            <a:off x="10287000" y="3614738"/>
            <a:ext cx="1101725" cy="1101725"/>
          </a:xfrm>
          <a:custGeom>
            <a:avLst/>
            <a:gdLst>
              <a:gd name="T0" fmla="*/ 0 w 254"/>
              <a:gd name="T1" fmla="*/ 140 h 254"/>
              <a:gd name="T2" fmla="*/ 0 w 254"/>
              <a:gd name="T3" fmla="*/ 141 h 254"/>
              <a:gd name="T4" fmla="*/ 0 w 254"/>
              <a:gd name="T5" fmla="*/ 141 h 254"/>
              <a:gd name="T6" fmla="*/ 0 w 254"/>
              <a:gd name="T7" fmla="*/ 142 h 254"/>
              <a:gd name="T8" fmla="*/ 0 w 254"/>
              <a:gd name="T9" fmla="*/ 143 h 254"/>
              <a:gd name="T10" fmla="*/ 0 w 254"/>
              <a:gd name="T11" fmla="*/ 143 h 254"/>
              <a:gd name="T12" fmla="*/ 0 w 254"/>
              <a:gd name="T13" fmla="*/ 144 h 254"/>
              <a:gd name="T14" fmla="*/ 0 w 254"/>
              <a:gd name="T15" fmla="*/ 145 h 254"/>
              <a:gd name="T16" fmla="*/ 0 w 254"/>
              <a:gd name="T17" fmla="*/ 146 h 254"/>
              <a:gd name="T18" fmla="*/ 0 w 254"/>
              <a:gd name="T19" fmla="*/ 146 h 254"/>
              <a:gd name="T20" fmla="*/ 0 w 254"/>
              <a:gd name="T21" fmla="*/ 147 h 254"/>
              <a:gd name="T22" fmla="*/ 0 w 254"/>
              <a:gd name="T23" fmla="*/ 148 h 254"/>
              <a:gd name="T24" fmla="*/ 0 w 254"/>
              <a:gd name="T25" fmla="*/ 148 h 254"/>
              <a:gd name="T26" fmla="*/ 0 w 254"/>
              <a:gd name="T27" fmla="*/ 149 h 254"/>
              <a:gd name="T28" fmla="*/ 0 w 254"/>
              <a:gd name="T29" fmla="*/ 150 h 254"/>
              <a:gd name="T30" fmla="*/ 0 w 254"/>
              <a:gd name="T31" fmla="*/ 150 h 254"/>
              <a:gd name="T32" fmla="*/ 0 w 254"/>
              <a:gd name="T33" fmla="*/ 151 h 254"/>
              <a:gd name="T34" fmla="*/ 1 w 254"/>
              <a:gd name="T35" fmla="*/ 152 h 254"/>
              <a:gd name="T36" fmla="*/ 1 w 254"/>
              <a:gd name="T37" fmla="*/ 153 h 254"/>
              <a:gd name="T38" fmla="*/ 1 w 254"/>
              <a:gd name="T39" fmla="*/ 153 h 254"/>
              <a:gd name="T40" fmla="*/ 1 w 254"/>
              <a:gd name="T41" fmla="*/ 154 h 254"/>
              <a:gd name="T42" fmla="*/ 1 w 254"/>
              <a:gd name="T43" fmla="*/ 155 h 254"/>
              <a:gd name="T44" fmla="*/ 1 w 254"/>
              <a:gd name="T45" fmla="*/ 155 h 254"/>
              <a:gd name="T46" fmla="*/ 1 w 254"/>
              <a:gd name="T47" fmla="*/ 156 h 254"/>
              <a:gd name="T48" fmla="*/ 1 w 254"/>
              <a:gd name="T49" fmla="*/ 157 h 254"/>
              <a:gd name="T50" fmla="*/ 1 w 254"/>
              <a:gd name="T51" fmla="*/ 158 h 254"/>
              <a:gd name="T52" fmla="*/ 1 w 254"/>
              <a:gd name="T53" fmla="*/ 159 h 254"/>
              <a:gd name="T54" fmla="*/ 2 w 254"/>
              <a:gd name="T55" fmla="*/ 161 h 254"/>
              <a:gd name="T56" fmla="*/ 2 w 254"/>
              <a:gd name="T57" fmla="*/ 162 h 254"/>
              <a:gd name="T58" fmla="*/ 7 w 254"/>
              <a:gd name="T59" fmla="*/ 183 h 254"/>
              <a:gd name="T60" fmla="*/ 7 w 254"/>
              <a:gd name="T61" fmla="*/ 184 h 254"/>
              <a:gd name="T62" fmla="*/ 8 w 254"/>
              <a:gd name="T63" fmla="*/ 186 h 254"/>
              <a:gd name="T64" fmla="*/ 8 w 254"/>
              <a:gd name="T65" fmla="*/ 187 h 254"/>
              <a:gd name="T66" fmla="*/ 8 w 254"/>
              <a:gd name="T67" fmla="*/ 188 h 254"/>
              <a:gd name="T68" fmla="*/ 9 w 254"/>
              <a:gd name="T69" fmla="*/ 188 h 254"/>
              <a:gd name="T70" fmla="*/ 9 w 254"/>
              <a:gd name="T71" fmla="*/ 189 h 254"/>
              <a:gd name="T72" fmla="*/ 9 w 254"/>
              <a:gd name="T73" fmla="*/ 190 h 254"/>
              <a:gd name="T74" fmla="*/ 9 w 254"/>
              <a:gd name="T75" fmla="*/ 190 h 254"/>
              <a:gd name="T76" fmla="*/ 10 w 254"/>
              <a:gd name="T77" fmla="*/ 191 h 254"/>
              <a:gd name="T78" fmla="*/ 10 w 254"/>
              <a:gd name="T79" fmla="*/ 191 h 254"/>
              <a:gd name="T80" fmla="*/ 10 w 254"/>
              <a:gd name="T81" fmla="*/ 192 h 254"/>
              <a:gd name="T82" fmla="*/ 10 w 254"/>
              <a:gd name="T83" fmla="*/ 193 h 254"/>
              <a:gd name="T84" fmla="*/ 11 w 254"/>
              <a:gd name="T85" fmla="*/ 193 h 254"/>
              <a:gd name="T86" fmla="*/ 11 w 254"/>
              <a:gd name="T87" fmla="*/ 194 h 254"/>
              <a:gd name="T88" fmla="*/ 12 w 254"/>
              <a:gd name="T89" fmla="*/ 195 h 254"/>
              <a:gd name="T90" fmla="*/ 12 w 254"/>
              <a:gd name="T91" fmla="*/ 196 h 254"/>
              <a:gd name="T92" fmla="*/ 150 w 254"/>
              <a:gd name="T93" fmla="*/ 0 h 254"/>
              <a:gd name="T94" fmla="*/ 149 w 254"/>
              <a:gd name="T95" fmla="*/ 0 h 254"/>
              <a:gd name="T96" fmla="*/ 148 w 254"/>
              <a:gd name="T97" fmla="*/ 0 h 254"/>
              <a:gd name="T98" fmla="*/ 147 w 254"/>
              <a:gd name="T99" fmla="*/ 0 h 254"/>
              <a:gd name="T100" fmla="*/ 146 w 254"/>
              <a:gd name="T101" fmla="*/ 0 h 254"/>
              <a:gd name="T102" fmla="*/ 145 w 254"/>
              <a:gd name="T103" fmla="*/ 0 h 254"/>
              <a:gd name="T104" fmla="*/ 144 w 254"/>
              <a:gd name="T105" fmla="*/ 0 h 254"/>
              <a:gd name="T106" fmla="*/ 144 w 254"/>
              <a:gd name="T107" fmla="*/ 0 h 254"/>
              <a:gd name="T108" fmla="*/ 143 w 254"/>
              <a:gd name="T109" fmla="*/ 0 h 254"/>
              <a:gd name="T110" fmla="*/ 142 w 254"/>
              <a:gd name="T111" fmla="*/ 0 h 254"/>
              <a:gd name="T112" fmla="*/ 141 w 254"/>
              <a:gd name="T113" fmla="*/ 0 h 254"/>
              <a:gd name="T114" fmla="*/ 141 w 254"/>
              <a:gd name="T115" fmla="*/ 0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54" h="254">
                <a:moveTo>
                  <a:pt x="140" y="0"/>
                </a:moveTo>
                <a:cubicBezTo>
                  <a:pt x="63" y="0"/>
                  <a:pt x="0" y="62"/>
                  <a:pt x="0" y="140"/>
                </a:cubicBezTo>
                <a:cubicBezTo>
                  <a:pt x="0" y="140"/>
                  <a:pt x="0" y="140"/>
                  <a:pt x="0" y="140"/>
                </a:cubicBezTo>
                <a:cubicBezTo>
                  <a:pt x="0" y="140"/>
                  <a:pt x="0" y="140"/>
                  <a:pt x="0" y="140"/>
                </a:cubicBezTo>
                <a:cubicBezTo>
                  <a:pt x="0" y="140"/>
                  <a:pt x="0" y="140"/>
                  <a:pt x="0" y="140"/>
                </a:cubicBezTo>
                <a:cubicBezTo>
                  <a:pt x="0" y="140"/>
                  <a:pt x="0" y="140"/>
                  <a:pt x="0" y="140"/>
                </a:cubicBezTo>
                <a:cubicBezTo>
                  <a:pt x="0" y="140"/>
                  <a:pt x="0" y="140"/>
                  <a:pt x="0" y="140"/>
                </a:cubicBezTo>
                <a:cubicBezTo>
                  <a:pt x="0" y="140"/>
                  <a:pt x="0" y="140"/>
                  <a:pt x="0" y="140"/>
                </a:cubicBezTo>
                <a:cubicBezTo>
                  <a:pt x="0" y="140"/>
                  <a:pt x="0" y="141"/>
                  <a:pt x="0" y="141"/>
                </a:cubicBezTo>
                <a:cubicBezTo>
                  <a:pt x="0" y="141"/>
                  <a:pt x="0" y="141"/>
                  <a:pt x="0" y="141"/>
                </a:cubicBezTo>
                <a:cubicBezTo>
                  <a:pt x="0" y="141"/>
                  <a:pt x="0" y="141"/>
                  <a:pt x="0" y="141"/>
                </a:cubicBezTo>
                <a:cubicBezTo>
                  <a:pt x="0" y="141"/>
                  <a:pt x="0" y="141"/>
                  <a:pt x="0" y="141"/>
                </a:cubicBezTo>
                <a:cubicBezTo>
                  <a:pt x="0" y="141"/>
                  <a:pt x="0" y="141"/>
                  <a:pt x="0" y="141"/>
                </a:cubicBezTo>
                <a:cubicBezTo>
                  <a:pt x="0" y="141"/>
                  <a:pt x="0" y="141"/>
                  <a:pt x="0" y="141"/>
                </a:cubicBezTo>
                <a:cubicBezTo>
                  <a:pt x="0" y="141"/>
                  <a:pt x="0" y="141"/>
                  <a:pt x="0" y="141"/>
                </a:cubicBezTo>
                <a:cubicBezTo>
                  <a:pt x="0" y="141"/>
                  <a:pt x="0" y="142"/>
                  <a:pt x="0" y="142"/>
                </a:cubicBezTo>
                <a:cubicBezTo>
                  <a:pt x="0" y="142"/>
                  <a:pt x="0" y="142"/>
                  <a:pt x="0" y="142"/>
                </a:cubicBezTo>
                <a:cubicBezTo>
                  <a:pt x="0" y="142"/>
                  <a:pt x="0" y="142"/>
                  <a:pt x="0" y="142"/>
                </a:cubicBezTo>
                <a:cubicBezTo>
                  <a:pt x="0" y="142"/>
                  <a:pt x="0" y="142"/>
                  <a:pt x="0" y="142"/>
                </a:cubicBezTo>
                <a:cubicBezTo>
                  <a:pt x="0" y="142"/>
                  <a:pt x="0" y="142"/>
                  <a:pt x="0" y="142"/>
                </a:cubicBezTo>
                <a:cubicBezTo>
                  <a:pt x="0" y="142"/>
                  <a:pt x="0" y="142"/>
                  <a:pt x="0" y="142"/>
                </a:cubicBezTo>
                <a:cubicBezTo>
                  <a:pt x="0" y="142"/>
                  <a:pt x="0" y="142"/>
                  <a:pt x="0" y="142"/>
                </a:cubicBezTo>
                <a:cubicBezTo>
                  <a:pt x="0" y="142"/>
                  <a:pt x="0" y="142"/>
                  <a:pt x="0" y="143"/>
                </a:cubicBezTo>
                <a:cubicBezTo>
                  <a:pt x="0" y="143"/>
                  <a:pt x="0" y="143"/>
                  <a:pt x="0" y="143"/>
                </a:cubicBezTo>
                <a:cubicBezTo>
                  <a:pt x="0" y="143"/>
                  <a:pt x="0" y="143"/>
                  <a:pt x="0" y="143"/>
                </a:cubicBezTo>
                <a:cubicBezTo>
                  <a:pt x="0" y="143"/>
                  <a:pt x="0" y="143"/>
                  <a:pt x="0" y="143"/>
                </a:cubicBezTo>
                <a:cubicBezTo>
                  <a:pt x="0" y="143"/>
                  <a:pt x="0" y="143"/>
                  <a:pt x="0" y="143"/>
                </a:cubicBezTo>
                <a:cubicBezTo>
                  <a:pt x="0" y="143"/>
                  <a:pt x="0" y="143"/>
                  <a:pt x="0" y="143"/>
                </a:cubicBezTo>
                <a:cubicBezTo>
                  <a:pt x="0" y="143"/>
                  <a:pt x="0" y="143"/>
                  <a:pt x="0" y="143"/>
                </a:cubicBezTo>
                <a:cubicBezTo>
                  <a:pt x="0" y="143"/>
                  <a:pt x="0" y="143"/>
                  <a:pt x="0" y="143"/>
                </a:cubicBezTo>
                <a:cubicBezTo>
                  <a:pt x="0" y="144"/>
                  <a:pt x="0" y="144"/>
                  <a:pt x="0" y="144"/>
                </a:cubicBezTo>
                <a:cubicBezTo>
                  <a:pt x="0" y="144"/>
                  <a:pt x="0" y="144"/>
                  <a:pt x="0" y="144"/>
                </a:cubicBezTo>
                <a:cubicBezTo>
                  <a:pt x="0" y="144"/>
                  <a:pt x="0" y="144"/>
                  <a:pt x="0" y="144"/>
                </a:cubicBezTo>
                <a:cubicBezTo>
                  <a:pt x="0" y="144"/>
                  <a:pt x="0" y="144"/>
                  <a:pt x="0" y="144"/>
                </a:cubicBezTo>
                <a:cubicBezTo>
                  <a:pt x="0" y="144"/>
                  <a:pt x="0" y="144"/>
                  <a:pt x="0" y="144"/>
                </a:cubicBezTo>
                <a:cubicBezTo>
                  <a:pt x="0" y="144"/>
                  <a:pt x="0" y="144"/>
                  <a:pt x="0" y="144"/>
                </a:cubicBezTo>
                <a:cubicBezTo>
                  <a:pt x="0" y="144"/>
                  <a:pt x="0" y="144"/>
                  <a:pt x="0" y="144"/>
                </a:cubicBezTo>
                <a:cubicBezTo>
                  <a:pt x="0" y="144"/>
                  <a:pt x="0" y="145"/>
                  <a:pt x="0" y="145"/>
                </a:cubicBezTo>
                <a:cubicBezTo>
                  <a:pt x="0" y="145"/>
                  <a:pt x="0" y="145"/>
                  <a:pt x="0" y="145"/>
                </a:cubicBezTo>
                <a:cubicBezTo>
                  <a:pt x="0" y="145"/>
                  <a:pt x="0" y="145"/>
                  <a:pt x="0" y="145"/>
                </a:cubicBezTo>
                <a:cubicBezTo>
                  <a:pt x="0" y="145"/>
                  <a:pt x="0" y="145"/>
                  <a:pt x="0" y="145"/>
                </a:cubicBezTo>
                <a:cubicBezTo>
                  <a:pt x="0" y="145"/>
                  <a:pt x="0" y="145"/>
                  <a:pt x="0" y="145"/>
                </a:cubicBezTo>
                <a:cubicBezTo>
                  <a:pt x="0" y="145"/>
                  <a:pt x="0" y="145"/>
                  <a:pt x="0" y="145"/>
                </a:cubicBezTo>
                <a:cubicBezTo>
                  <a:pt x="0" y="145"/>
                  <a:pt x="0" y="145"/>
                  <a:pt x="0" y="145"/>
                </a:cubicBezTo>
                <a:cubicBezTo>
                  <a:pt x="0" y="145"/>
                  <a:pt x="0" y="145"/>
                  <a:pt x="0" y="146"/>
                </a:cubicBezTo>
                <a:cubicBezTo>
                  <a:pt x="0" y="146"/>
                  <a:pt x="0" y="146"/>
                  <a:pt x="0" y="146"/>
                </a:cubicBezTo>
                <a:cubicBezTo>
                  <a:pt x="0" y="146"/>
                  <a:pt x="0" y="146"/>
                  <a:pt x="0" y="146"/>
                </a:cubicBezTo>
                <a:cubicBezTo>
                  <a:pt x="0" y="146"/>
                  <a:pt x="0" y="146"/>
                  <a:pt x="0" y="146"/>
                </a:cubicBezTo>
                <a:cubicBezTo>
                  <a:pt x="0" y="146"/>
                  <a:pt x="0" y="146"/>
                  <a:pt x="0" y="146"/>
                </a:cubicBezTo>
                <a:cubicBezTo>
                  <a:pt x="0" y="146"/>
                  <a:pt x="0" y="146"/>
                  <a:pt x="0" y="146"/>
                </a:cubicBezTo>
                <a:cubicBezTo>
                  <a:pt x="0" y="146"/>
                  <a:pt x="0" y="146"/>
                  <a:pt x="0" y="146"/>
                </a:cubicBezTo>
                <a:cubicBezTo>
                  <a:pt x="0" y="146"/>
                  <a:pt x="0" y="146"/>
                  <a:pt x="0" y="146"/>
                </a:cubicBezTo>
                <a:cubicBezTo>
                  <a:pt x="0" y="147"/>
                  <a:pt x="0" y="147"/>
                  <a:pt x="0" y="147"/>
                </a:cubicBezTo>
                <a:cubicBezTo>
                  <a:pt x="0" y="147"/>
                  <a:pt x="0" y="147"/>
                  <a:pt x="0" y="147"/>
                </a:cubicBezTo>
                <a:cubicBezTo>
                  <a:pt x="0" y="147"/>
                  <a:pt x="0" y="147"/>
                  <a:pt x="0" y="147"/>
                </a:cubicBezTo>
                <a:cubicBezTo>
                  <a:pt x="0" y="147"/>
                  <a:pt x="0" y="147"/>
                  <a:pt x="0" y="147"/>
                </a:cubicBezTo>
                <a:cubicBezTo>
                  <a:pt x="0" y="147"/>
                  <a:pt x="0" y="147"/>
                  <a:pt x="0" y="147"/>
                </a:cubicBezTo>
                <a:cubicBezTo>
                  <a:pt x="0" y="147"/>
                  <a:pt x="0" y="147"/>
                  <a:pt x="0" y="147"/>
                </a:cubicBezTo>
                <a:cubicBezTo>
                  <a:pt x="0" y="147"/>
                  <a:pt x="0" y="147"/>
                  <a:pt x="0" y="147"/>
                </a:cubicBezTo>
                <a:cubicBezTo>
                  <a:pt x="0" y="148"/>
                  <a:pt x="0" y="148"/>
                  <a:pt x="0" y="148"/>
                </a:cubicBezTo>
                <a:cubicBezTo>
                  <a:pt x="0" y="148"/>
                  <a:pt x="0" y="148"/>
                  <a:pt x="0" y="148"/>
                </a:cubicBezTo>
                <a:cubicBezTo>
                  <a:pt x="0" y="148"/>
                  <a:pt x="0" y="148"/>
                  <a:pt x="0" y="148"/>
                </a:cubicBezTo>
                <a:cubicBezTo>
                  <a:pt x="0" y="148"/>
                  <a:pt x="0" y="148"/>
                  <a:pt x="0" y="148"/>
                </a:cubicBezTo>
                <a:cubicBezTo>
                  <a:pt x="0" y="148"/>
                  <a:pt x="0" y="148"/>
                  <a:pt x="0" y="148"/>
                </a:cubicBezTo>
                <a:cubicBezTo>
                  <a:pt x="0" y="148"/>
                  <a:pt x="0" y="148"/>
                  <a:pt x="0" y="148"/>
                </a:cubicBezTo>
                <a:cubicBezTo>
                  <a:pt x="0" y="148"/>
                  <a:pt x="0" y="148"/>
                  <a:pt x="0" y="148"/>
                </a:cubicBezTo>
                <a:cubicBezTo>
                  <a:pt x="0" y="148"/>
                  <a:pt x="0" y="149"/>
                  <a:pt x="0" y="149"/>
                </a:cubicBezTo>
                <a:cubicBezTo>
                  <a:pt x="0" y="149"/>
                  <a:pt x="0" y="149"/>
                  <a:pt x="0" y="149"/>
                </a:cubicBezTo>
                <a:cubicBezTo>
                  <a:pt x="0" y="149"/>
                  <a:pt x="0" y="149"/>
                  <a:pt x="0" y="149"/>
                </a:cubicBezTo>
                <a:cubicBezTo>
                  <a:pt x="0" y="149"/>
                  <a:pt x="0" y="149"/>
                  <a:pt x="0" y="149"/>
                </a:cubicBezTo>
                <a:cubicBezTo>
                  <a:pt x="0" y="149"/>
                  <a:pt x="0" y="149"/>
                  <a:pt x="0" y="149"/>
                </a:cubicBezTo>
                <a:cubicBezTo>
                  <a:pt x="0" y="149"/>
                  <a:pt x="0" y="149"/>
                  <a:pt x="0" y="149"/>
                </a:cubicBezTo>
                <a:cubicBezTo>
                  <a:pt x="0" y="149"/>
                  <a:pt x="0" y="149"/>
                  <a:pt x="0" y="149"/>
                </a:cubicBezTo>
                <a:cubicBezTo>
                  <a:pt x="0" y="149"/>
                  <a:pt x="0" y="149"/>
                  <a:pt x="0" y="149"/>
                </a:cubicBezTo>
                <a:cubicBezTo>
                  <a:pt x="0" y="150"/>
                  <a:pt x="0" y="150"/>
                  <a:pt x="0" y="150"/>
                </a:cubicBezTo>
                <a:cubicBezTo>
                  <a:pt x="0" y="150"/>
                  <a:pt x="0" y="150"/>
                  <a:pt x="0" y="150"/>
                </a:cubicBezTo>
                <a:cubicBezTo>
                  <a:pt x="0" y="150"/>
                  <a:pt x="0" y="150"/>
                  <a:pt x="0" y="150"/>
                </a:cubicBezTo>
                <a:cubicBezTo>
                  <a:pt x="0" y="150"/>
                  <a:pt x="0" y="150"/>
                  <a:pt x="0" y="150"/>
                </a:cubicBezTo>
                <a:cubicBezTo>
                  <a:pt x="0" y="150"/>
                  <a:pt x="0" y="150"/>
                  <a:pt x="0" y="150"/>
                </a:cubicBezTo>
                <a:cubicBezTo>
                  <a:pt x="0" y="150"/>
                  <a:pt x="0" y="150"/>
                  <a:pt x="0" y="150"/>
                </a:cubicBezTo>
                <a:cubicBezTo>
                  <a:pt x="0" y="150"/>
                  <a:pt x="0" y="150"/>
                  <a:pt x="0" y="150"/>
                </a:cubicBezTo>
                <a:cubicBezTo>
                  <a:pt x="0" y="150"/>
                  <a:pt x="0" y="151"/>
                  <a:pt x="0" y="151"/>
                </a:cubicBezTo>
                <a:cubicBezTo>
                  <a:pt x="0" y="151"/>
                  <a:pt x="0" y="151"/>
                  <a:pt x="0" y="151"/>
                </a:cubicBezTo>
                <a:cubicBezTo>
                  <a:pt x="0" y="151"/>
                  <a:pt x="0" y="151"/>
                  <a:pt x="0" y="151"/>
                </a:cubicBezTo>
                <a:cubicBezTo>
                  <a:pt x="0" y="151"/>
                  <a:pt x="0" y="151"/>
                  <a:pt x="0" y="151"/>
                </a:cubicBezTo>
                <a:cubicBezTo>
                  <a:pt x="0" y="151"/>
                  <a:pt x="0" y="151"/>
                  <a:pt x="0" y="151"/>
                </a:cubicBezTo>
                <a:cubicBezTo>
                  <a:pt x="0" y="151"/>
                  <a:pt x="0" y="151"/>
                  <a:pt x="0" y="151"/>
                </a:cubicBezTo>
                <a:cubicBezTo>
                  <a:pt x="0" y="151"/>
                  <a:pt x="1" y="151"/>
                  <a:pt x="1" y="151"/>
                </a:cubicBezTo>
                <a:cubicBezTo>
                  <a:pt x="1" y="151"/>
                  <a:pt x="1" y="151"/>
                  <a:pt x="1" y="152"/>
                </a:cubicBezTo>
                <a:cubicBezTo>
                  <a:pt x="1" y="152"/>
                  <a:pt x="1" y="152"/>
                  <a:pt x="1" y="152"/>
                </a:cubicBezTo>
                <a:cubicBezTo>
                  <a:pt x="1" y="152"/>
                  <a:pt x="1" y="152"/>
                  <a:pt x="1" y="152"/>
                </a:cubicBezTo>
                <a:cubicBezTo>
                  <a:pt x="1" y="152"/>
                  <a:pt x="1" y="152"/>
                  <a:pt x="1" y="152"/>
                </a:cubicBezTo>
                <a:cubicBezTo>
                  <a:pt x="1" y="152"/>
                  <a:pt x="1" y="152"/>
                  <a:pt x="1" y="152"/>
                </a:cubicBezTo>
                <a:cubicBezTo>
                  <a:pt x="1" y="152"/>
                  <a:pt x="1" y="152"/>
                  <a:pt x="1" y="152"/>
                </a:cubicBezTo>
                <a:cubicBezTo>
                  <a:pt x="1" y="153"/>
                  <a:pt x="1" y="153"/>
                  <a:pt x="1" y="153"/>
                </a:cubicBezTo>
                <a:cubicBezTo>
                  <a:pt x="1" y="153"/>
                  <a:pt x="1" y="153"/>
                  <a:pt x="1" y="153"/>
                </a:cubicBezTo>
                <a:cubicBezTo>
                  <a:pt x="1" y="153"/>
                  <a:pt x="1" y="153"/>
                  <a:pt x="1" y="153"/>
                </a:cubicBezTo>
                <a:cubicBezTo>
                  <a:pt x="1" y="153"/>
                  <a:pt x="1" y="153"/>
                  <a:pt x="1" y="153"/>
                </a:cubicBezTo>
                <a:cubicBezTo>
                  <a:pt x="1" y="153"/>
                  <a:pt x="1" y="153"/>
                  <a:pt x="1" y="153"/>
                </a:cubicBezTo>
                <a:cubicBezTo>
                  <a:pt x="1" y="153"/>
                  <a:pt x="1" y="153"/>
                  <a:pt x="1" y="153"/>
                </a:cubicBezTo>
                <a:cubicBezTo>
                  <a:pt x="1" y="153"/>
                  <a:pt x="1" y="153"/>
                  <a:pt x="1" y="153"/>
                </a:cubicBezTo>
                <a:cubicBezTo>
                  <a:pt x="1" y="153"/>
                  <a:pt x="1" y="154"/>
                  <a:pt x="1" y="154"/>
                </a:cubicBezTo>
                <a:cubicBezTo>
                  <a:pt x="1" y="154"/>
                  <a:pt x="1" y="154"/>
                  <a:pt x="1" y="154"/>
                </a:cubicBezTo>
                <a:cubicBezTo>
                  <a:pt x="1" y="154"/>
                  <a:pt x="1" y="154"/>
                  <a:pt x="1" y="154"/>
                </a:cubicBezTo>
                <a:cubicBezTo>
                  <a:pt x="1" y="154"/>
                  <a:pt x="1" y="154"/>
                  <a:pt x="1" y="154"/>
                </a:cubicBezTo>
                <a:cubicBezTo>
                  <a:pt x="1" y="154"/>
                  <a:pt x="1" y="154"/>
                  <a:pt x="1" y="154"/>
                </a:cubicBezTo>
                <a:cubicBezTo>
                  <a:pt x="1" y="154"/>
                  <a:pt x="1" y="154"/>
                  <a:pt x="1" y="154"/>
                </a:cubicBezTo>
                <a:cubicBezTo>
                  <a:pt x="1" y="154"/>
                  <a:pt x="1" y="155"/>
                  <a:pt x="1" y="155"/>
                </a:cubicBezTo>
                <a:cubicBezTo>
                  <a:pt x="1" y="155"/>
                  <a:pt x="1" y="155"/>
                  <a:pt x="1" y="155"/>
                </a:cubicBezTo>
                <a:cubicBezTo>
                  <a:pt x="1" y="155"/>
                  <a:pt x="1" y="155"/>
                  <a:pt x="1" y="155"/>
                </a:cubicBezTo>
                <a:cubicBezTo>
                  <a:pt x="1" y="155"/>
                  <a:pt x="1" y="155"/>
                  <a:pt x="1" y="155"/>
                </a:cubicBezTo>
                <a:cubicBezTo>
                  <a:pt x="1" y="155"/>
                  <a:pt x="1" y="155"/>
                  <a:pt x="1" y="155"/>
                </a:cubicBezTo>
                <a:cubicBezTo>
                  <a:pt x="1" y="155"/>
                  <a:pt x="1" y="155"/>
                  <a:pt x="1" y="155"/>
                </a:cubicBezTo>
                <a:cubicBezTo>
                  <a:pt x="1" y="155"/>
                  <a:pt x="1" y="155"/>
                  <a:pt x="1" y="155"/>
                </a:cubicBezTo>
                <a:cubicBezTo>
                  <a:pt x="1" y="155"/>
                  <a:pt x="1" y="155"/>
                  <a:pt x="1" y="155"/>
                </a:cubicBezTo>
                <a:cubicBezTo>
                  <a:pt x="1" y="156"/>
                  <a:pt x="1" y="156"/>
                  <a:pt x="1" y="156"/>
                </a:cubicBezTo>
                <a:cubicBezTo>
                  <a:pt x="1" y="156"/>
                  <a:pt x="1" y="156"/>
                  <a:pt x="1" y="156"/>
                </a:cubicBezTo>
                <a:cubicBezTo>
                  <a:pt x="1" y="156"/>
                  <a:pt x="1" y="156"/>
                  <a:pt x="1" y="156"/>
                </a:cubicBezTo>
                <a:cubicBezTo>
                  <a:pt x="1" y="156"/>
                  <a:pt x="1" y="156"/>
                  <a:pt x="1" y="156"/>
                </a:cubicBezTo>
                <a:cubicBezTo>
                  <a:pt x="1" y="156"/>
                  <a:pt x="1" y="156"/>
                  <a:pt x="1" y="156"/>
                </a:cubicBezTo>
                <a:cubicBezTo>
                  <a:pt x="1" y="156"/>
                  <a:pt x="1" y="156"/>
                  <a:pt x="1" y="156"/>
                </a:cubicBezTo>
                <a:cubicBezTo>
                  <a:pt x="1" y="156"/>
                  <a:pt x="1" y="156"/>
                  <a:pt x="1" y="157"/>
                </a:cubicBezTo>
                <a:cubicBezTo>
                  <a:pt x="1" y="157"/>
                  <a:pt x="1" y="157"/>
                  <a:pt x="1" y="157"/>
                </a:cubicBezTo>
                <a:cubicBezTo>
                  <a:pt x="1" y="157"/>
                  <a:pt x="1" y="157"/>
                  <a:pt x="1" y="157"/>
                </a:cubicBezTo>
                <a:cubicBezTo>
                  <a:pt x="1" y="157"/>
                  <a:pt x="1" y="157"/>
                  <a:pt x="1" y="157"/>
                </a:cubicBezTo>
                <a:cubicBezTo>
                  <a:pt x="1" y="157"/>
                  <a:pt x="1" y="157"/>
                  <a:pt x="1" y="157"/>
                </a:cubicBezTo>
                <a:cubicBezTo>
                  <a:pt x="1" y="157"/>
                  <a:pt x="1" y="157"/>
                  <a:pt x="1" y="157"/>
                </a:cubicBezTo>
                <a:cubicBezTo>
                  <a:pt x="1" y="157"/>
                  <a:pt x="1" y="158"/>
                  <a:pt x="1" y="158"/>
                </a:cubicBezTo>
                <a:cubicBezTo>
                  <a:pt x="1" y="158"/>
                  <a:pt x="1" y="158"/>
                  <a:pt x="1" y="158"/>
                </a:cubicBezTo>
                <a:cubicBezTo>
                  <a:pt x="1" y="158"/>
                  <a:pt x="1" y="158"/>
                  <a:pt x="1" y="158"/>
                </a:cubicBezTo>
                <a:cubicBezTo>
                  <a:pt x="1" y="158"/>
                  <a:pt x="1" y="158"/>
                  <a:pt x="1" y="158"/>
                </a:cubicBezTo>
                <a:cubicBezTo>
                  <a:pt x="1" y="159"/>
                  <a:pt x="1" y="159"/>
                  <a:pt x="1" y="159"/>
                </a:cubicBezTo>
                <a:cubicBezTo>
                  <a:pt x="1" y="159"/>
                  <a:pt x="1" y="159"/>
                  <a:pt x="1" y="159"/>
                </a:cubicBezTo>
                <a:cubicBezTo>
                  <a:pt x="1" y="159"/>
                  <a:pt x="1" y="159"/>
                  <a:pt x="1" y="159"/>
                </a:cubicBezTo>
                <a:cubicBezTo>
                  <a:pt x="1" y="159"/>
                  <a:pt x="1" y="159"/>
                  <a:pt x="1" y="159"/>
                </a:cubicBezTo>
                <a:cubicBezTo>
                  <a:pt x="1" y="159"/>
                  <a:pt x="1" y="159"/>
                  <a:pt x="1" y="160"/>
                </a:cubicBezTo>
                <a:cubicBezTo>
                  <a:pt x="1" y="160"/>
                  <a:pt x="1" y="160"/>
                  <a:pt x="1" y="160"/>
                </a:cubicBezTo>
                <a:cubicBezTo>
                  <a:pt x="1" y="160"/>
                  <a:pt x="1" y="160"/>
                  <a:pt x="1" y="160"/>
                </a:cubicBezTo>
                <a:cubicBezTo>
                  <a:pt x="1" y="160"/>
                  <a:pt x="1" y="160"/>
                  <a:pt x="1" y="160"/>
                </a:cubicBezTo>
                <a:cubicBezTo>
                  <a:pt x="2" y="160"/>
                  <a:pt x="2" y="161"/>
                  <a:pt x="2" y="161"/>
                </a:cubicBezTo>
                <a:cubicBezTo>
                  <a:pt x="2" y="161"/>
                  <a:pt x="2" y="161"/>
                  <a:pt x="2" y="161"/>
                </a:cubicBezTo>
                <a:cubicBezTo>
                  <a:pt x="2" y="161"/>
                  <a:pt x="2" y="161"/>
                  <a:pt x="2" y="161"/>
                </a:cubicBezTo>
                <a:cubicBezTo>
                  <a:pt x="2" y="161"/>
                  <a:pt x="2" y="161"/>
                  <a:pt x="2" y="161"/>
                </a:cubicBezTo>
                <a:cubicBezTo>
                  <a:pt x="2" y="162"/>
                  <a:pt x="2" y="162"/>
                  <a:pt x="2" y="162"/>
                </a:cubicBezTo>
                <a:cubicBezTo>
                  <a:pt x="2" y="162"/>
                  <a:pt x="2" y="162"/>
                  <a:pt x="2" y="162"/>
                </a:cubicBezTo>
                <a:cubicBezTo>
                  <a:pt x="2" y="162"/>
                  <a:pt x="2" y="162"/>
                  <a:pt x="2" y="162"/>
                </a:cubicBezTo>
                <a:cubicBezTo>
                  <a:pt x="2" y="162"/>
                  <a:pt x="2" y="162"/>
                  <a:pt x="2" y="162"/>
                </a:cubicBezTo>
                <a:cubicBezTo>
                  <a:pt x="2" y="163"/>
                  <a:pt x="2" y="163"/>
                  <a:pt x="2" y="163"/>
                </a:cubicBezTo>
                <a:cubicBezTo>
                  <a:pt x="2" y="163"/>
                  <a:pt x="2" y="163"/>
                  <a:pt x="2" y="163"/>
                </a:cubicBezTo>
                <a:cubicBezTo>
                  <a:pt x="3" y="170"/>
                  <a:pt x="5" y="177"/>
                  <a:pt x="7" y="183"/>
                </a:cubicBezTo>
                <a:cubicBezTo>
                  <a:pt x="7" y="183"/>
                  <a:pt x="7" y="183"/>
                  <a:pt x="7" y="183"/>
                </a:cubicBezTo>
                <a:cubicBezTo>
                  <a:pt x="7" y="183"/>
                  <a:pt x="7" y="183"/>
                  <a:pt x="7" y="183"/>
                </a:cubicBezTo>
                <a:cubicBezTo>
                  <a:pt x="7" y="183"/>
                  <a:pt x="7" y="183"/>
                  <a:pt x="7" y="183"/>
                </a:cubicBezTo>
                <a:cubicBezTo>
                  <a:pt x="7" y="184"/>
                  <a:pt x="7" y="184"/>
                  <a:pt x="7" y="184"/>
                </a:cubicBezTo>
                <a:cubicBezTo>
                  <a:pt x="7" y="184"/>
                  <a:pt x="7" y="184"/>
                  <a:pt x="7" y="184"/>
                </a:cubicBezTo>
                <a:cubicBezTo>
                  <a:pt x="7" y="184"/>
                  <a:pt x="7" y="184"/>
                  <a:pt x="7" y="184"/>
                </a:cubicBezTo>
                <a:cubicBezTo>
                  <a:pt x="7" y="184"/>
                  <a:pt x="7" y="184"/>
                  <a:pt x="7" y="184"/>
                </a:cubicBezTo>
                <a:cubicBezTo>
                  <a:pt x="7" y="185"/>
                  <a:pt x="8" y="185"/>
                  <a:pt x="8" y="185"/>
                </a:cubicBezTo>
                <a:cubicBezTo>
                  <a:pt x="8" y="185"/>
                  <a:pt x="8" y="185"/>
                  <a:pt x="8" y="185"/>
                </a:cubicBezTo>
                <a:cubicBezTo>
                  <a:pt x="8" y="186"/>
                  <a:pt x="8" y="186"/>
                  <a:pt x="8" y="186"/>
                </a:cubicBezTo>
                <a:cubicBezTo>
                  <a:pt x="8" y="186"/>
                  <a:pt x="8" y="186"/>
                  <a:pt x="8" y="186"/>
                </a:cubicBezTo>
                <a:cubicBezTo>
                  <a:pt x="8" y="186"/>
                  <a:pt x="8" y="186"/>
                  <a:pt x="8" y="186"/>
                </a:cubicBezTo>
                <a:cubicBezTo>
                  <a:pt x="8" y="186"/>
                  <a:pt x="8" y="186"/>
                  <a:pt x="8" y="186"/>
                </a:cubicBezTo>
                <a:cubicBezTo>
                  <a:pt x="8" y="187"/>
                  <a:pt x="8" y="187"/>
                  <a:pt x="8" y="187"/>
                </a:cubicBezTo>
                <a:cubicBezTo>
                  <a:pt x="8" y="187"/>
                  <a:pt x="8" y="187"/>
                  <a:pt x="8" y="187"/>
                </a:cubicBezTo>
                <a:cubicBezTo>
                  <a:pt x="8" y="187"/>
                  <a:pt x="8" y="187"/>
                  <a:pt x="8" y="187"/>
                </a:cubicBezTo>
                <a:cubicBezTo>
                  <a:pt x="8" y="187"/>
                  <a:pt x="8" y="187"/>
                  <a:pt x="8" y="187"/>
                </a:cubicBezTo>
                <a:cubicBezTo>
                  <a:pt x="8" y="187"/>
                  <a:pt x="8" y="187"/>
                  <a:pt x="8" y="187"/>
                </a:cubicBezTo>
                <a:cubicBezTo>
                  <a:pt x="8" y="187"/>
                  <a:pt x="8" y="187"/>
                  <a:pt x="8" y="188"/>
                </a:cubicBezTo>
                <a:cubicBezTo>
                  <a:pt x="8" y="188"/>
                  <a:pt x="8" y="188"/>
                  <a:pt x="8" y="188"/>
                </a:cubicBezTo>
                <a:cubicBezTo>
                  <a:pt x="9" y="188"/>
                  <a:pt x="9" y="188"/>
                  <a:pt x="9" y="188"/>
                </a:cubicBezTo>
                <a:cubicBezTo>
                  <a:pt x="9" y="188"/>
                  <a:pt x="9" y="188"/>
                  <a:pt x="9" y="188"/>
                </a:cubicBezTo>
                <a:cubicBezTo>
                  <a:pt x="9" y="188"/>
                  <a:pt x="9" y="188"/>
                  <a:pt x="9" y="188"/>
                </a:cubicBezTo>
                <a:cubicBezTo>
                  <a:pt x="9" y="188"/>
                  <a:pt x="9" y="188"/>
                  <a:pt x="9" y="188"/>
                </a:cubicBezTo>
                <a:cubicBezTo>
                  <a:pt x="9" y="188"/>
                  <a:pt x="9" y="188"/>
                  <a:pt x="9" y="188"/>
                </a:cubicBezTo>
                <a:cubicBezTo>
                  <a:pt x="9" y="188"/>
                  <a:pt x="9" y="188"/>
                  <a:pt x="9" y="189"/>
                </a:cubicBezTo>
                <a:cubicBezTo>
                  <a:pt x="9" y="189"/>
                  <a:pt x="9" y="189"/>
                  <a:pt x="9" y="189"/>
                </a:cubicBezTo>
                <a:cubicBezTo>
                  <a:pt x="9" y="189"/>
                  <a:pt x="9" y="189"/>
                  <a:pt x="9" y="189"/>
                </a:cubicBezTo>
                <a:cubicBezTo>
                  <a:pt x="9" y="189"/>
                  <a:pt x="9" y="189"/>
                  <a:pt x="9" y="189"/>
                </a:cubicBezTo>
                <a:cubicBezTo>
                  <a:pt x="9" y="189"/>
                  <a:pt x="9" y="189"/>
                  <a:pt x="9" y="189"/>
                </a:cubicBezTo>
                <a:cubicBezTo>
                  <a:pt x="9" y="189"/>
                  <a:pt x="9" y="189"/>
                  <a:pt x="9" y="189"/>
                </a:cubicBezTo>
                <a:cubicBezTo>
                  <a:pt x="9" y="189"/>
                  <a:pt x="9" y="189"/>
                  <a:pt x="9" y="189"/>
                </a:cubicBezTo>
                <a:cubicBezTo>
                  <a:pt x="9" y="189"/>
                  <a:pt x="9" y="189"/>
                  <a:pt x="9" y="189"/>
                </a:cubicBezTo>
                <a:cubicBezTo>
                  <a:pt x="9" y="189"/>
                  <a:pt x="9" y="190"/>
                  <a:pt x="9" y="190"/>
                </a:cubicBezTo>
                <a:cubicBezTo>
                  <a:pt x="9" y="190"/>
                  <a:pt x="9" y="190"/>
                  <a:pt x="9" y="190"/>
                </a:cubicBezTo>
                <a:cubicBezTo>
                  <a:pt x="9" y="190"/>
                  <a:pt x="9" y="190"/>
                  <a:pt x="9" y="190"/>
                </a:cubicBezTo>
                <a:cubicBezTo>
                  <a:pt x="9" y="190"/>
                  <a:pt x="9" y="190"/>
                  <a:pt x="9" y="190"/>
                </a:cubicBezTo>
                <a:cubicBezTo>
                  <a:pt x="9" y="190"/>
                  <a:pt x="9" y="190"/>
                  <a:pt x="9" y="190"/>
                </a:cubicBezTo>
                <a:cubicBezTo>
                  <a:pt x="9" y="190"/>
                  <a:pt x="9" y="190"/>
                  <a:pt x="9" y="190"/>
                </a:cubicBezTo>
                <a:cubicBezTo>
                  <a:pt x="9" y="190"/>
                  <a:pt x="9" y="190"/>
                  <a:pt x="9" y="190"/>
                </a:cubicBezTo>
                <a:cubicBezTo>
                  <a:pt x="9" y="190"/>
                  <a:pt x="10" y="190"/>
                  <a:pt x="10" y="190"/>
                </a:cubicBezTo>
                <a:cubicBezTo>
                  <a:pt x="10" y="190"/>
                  <a:pt x="10" y="191"/>
                  <a:pt x="10" y="191"/>
                </a:cubicBezTo>
                <a:cubicBezTo>
                  <a:pt x="10" y="191"/>
                  <a:pt x="10" y="191"/>
                  <a:pt x="10" y="191"/>
                </a:cubicBezTo>
                <a:cubicBezTo>
                  <a:pt x="10" y="191"/>
                  <a:pt x="10" y="191"/>
                  <a:pt x="10" y="191"/>
                </a:cubicBezTo>
                <a:cubicBezTo>
                  <a:pt x="10" y="191"/>
                  <a:pt x="10" y="191"/>
                  <a:pt x="10" y="191"/>
                </a:cubicBezTo>
                <a:cubicBezTo>
                  <a:pt x="10" y="191"/>
                  <a:pt x="10" y="191"/>
                  <a:pt x="10" y="191"/>
                </a:cubicBezTo>
                <a:cubicBezTo>
                  <a:pt x="10" y="191"/>
                  <a:pt x="10" y="191"/>
                  <a:pt x="10" y="191"/>
                </a:cubicBezTo>
                <a:cubicBezTo>
                  <a:pt x="10" y="191"/>
                  <a:pt x="10" y="191"/>
                  <a:pt x="10" y="191"/>
                </a:cubicBezTo>
                <a:cubicBezTo>
                  <a:pt x="10" y="191"/>
                  <a:pt x="10" y="191"/>
                  <a:pt x="10" y="191"/>
                </a:cubicBezTo>
                <a:cubicBezTo>
                  <a:pt x="10" y="191"/>
                  <a:pt x="10" y="191"/>
                  <a:pt x="10" y="191"/>
                </a:cubicBezTo>
                <a:cubicBezTo>
                  <a:pt x="10" y="192"/>
                  <a:pt x="10" y="192"/>
                  <a:pt x="10" y="192"/>
                </a:cubicBezTo>
                <a:cubicBezTo>
                  <a:pt x="10" y="192"/>
                  <a:pt x="10" y="192"/>
                  <a:pt x="10" y="192"/>
                </a:cubicBezTo>
                <a:cubicBezTo>
                  <a:pt x="10" y="192"/>
                  <a:pt x="10" y="192"/>
                  <a:pt x="10" y="192"/>
                </a:cubicBezTo>
                <a:cubicBezTo>
                  <a:pt x="10" y="192"/>
                  <a:pt x="10" y="192"/>
                  <a:pt x="10" y="192"/>
                </a:cubicBezTo>
                <a:cubicBezTo>
                  <a:pt x="10" y="192"/>
                  <a:pt x="10" y="192"/>
                  <a:pt x="10" y="192"/>
                </a:cubicBezTo>
                <a:cubicBezTo>
                  <a:pt x="10" y="192"/>
                  <a:pt x="10" y="192"/>
                  <a:pt x="10" y="192"/>
                </a:cubicBezTo>
                <a:cubicBezTo>
                  <a:pt x="10" y="192"/>
                  <a:pt x="10" y="192"/>
                  <a:pt x="10" y="192"/>
                </a:cubicBezTo>
                <a:cubicBezTo>
                  <a:pt x="10" y="192"/>
                  <a:pt x="10" y="192"/>
                  <a:pt x="10" y="192"/>
                </a:cubicBezTo>
                <a:cubicBezTo>
                  <a:pt x="10" y="193"/>
                  <a:pt x="10" y="193"/>
                  <a:pt x="10" y="193"/>
                </a:cubicBezTo>
                <a:cubicBezTo>
                  <a:pt x="10" y="193"/>
                  <a:pt x="10" y="193"/>
                  <a:pt x="10" y="193"/>
                </a:cubicBezTo>
                <a:cubicBezTo>
                  <a:pt x="10" y="193"/>
                  <a:pt x="10" y="193"/>
                  <a:pt x="11" y="193"/>
                </a:cubicBezTo>
                <a:cubicBezTo>
                  <a:pt x="11" y="193"/>
                  <a:pt x="11" y="193"/>
                  <a:pt x="11" y="193"/>
                </a:cubicBezTo>
                <a:cubicBezTo>
                  <a:pt x="11" y="193"/>
                  <a:pt x="11" y="193"/>
                  <a:pt x="11" y="193"/>
                </a:cubicBezTo>
                <a:cubicBezTo>
                  <a:pt x="11" y="193"/>
                  <a:pt x="11" y="193"/>
                  <a:pt x="11" y="193"/>
                </a:cubicBezTo>
                <a:cubicBezTo>
                  <a:pt x="11" y="193"/>
                  <a:pt x="11" y="193"/>
                  <a:pt x="11" y="193"/>
                </a:cubicBezTo>
                <a:cubicBezTo>
                  <a:pt x="11" y="193"/>
                  <a:pt x="11" y="193"/>
                  <a:pt x="11" y="193"/>
                </a:cubicBezTo>
                <a:cubicBezTo>
                  <a:pt x="11" y="193"/>
                  <a:pt x="11" y="194"/>
                  <a:pt x="11" y="194"/>
                </a:cubicBezTo>
                <a:cubicBezTo>
                  <a:pt x="11" y="194"/>
                  <a:pt x="11" y="194"/>
                  <a:pt x="11" y="194"/>
                </a:cubicBezTo>
                <a:cubicBezTo>
                  <a:pt x="11" y="194"/>
                  <a:pt x="11" y="194"/>
                  <a:pt x="11" y="194"/>
                </a:cubicBezTo>
                <a:cubicBezTo>
                  <a:pt x="11" y="194"/>
                  <a:pt x="11" y="194"/>
                  <a:pt x="11" y="194"/>
                </a:cubicBezTo>
                <a:cubicBezTo>
                  <a:pt x="11" y="194"/>
                  <a:pt x="11" y="194"/>
                  <a:pt x="11" y="194"/>
                </a:cubicBezTo>
                <a:cubicBezTo>
                  <a:pt x="11" y="194"/>
                  <a:pt x="11" y="194"/>
                  <a:pt x="11" y="194"/>
                </a:cubicBezTo>
                <a:cubicBezTo>
                  <a:pt x="11" y="194"/>
                  <a:pt x="11" y="194"/>
                  <a:pt x="11" y="195"/>
                </a:cubicBezTo>
                <a:cubicBezTo>
                  <a:pt x="11" y="195"/>
                  <a:pt x="11" y="195"/>
                  <a:pt x="11" y="195"/>
                </a:cubicBezTo>
                <a:cubicBezTo>
                  <a:pt x="11" y="195"/>
                  <a:pt x="11" y="195"/>
                  <a:pt x="12" y="195"/>
                </a:cubicBezTo>
                <a:cubicBezTo>
                  <a:pt x="12" y="195"/>
                  <a:pt x="12" y="195"/>
                  <a:pt x="12" y="195"/>
                </a:cubicBezTo>
                <a:cubicBezTo>
                  <a:pt x="12" y="195"/>
                  <a:pt x="12" y="195"/>
                  <a:pt x="12" y="196"/>
                </a:cubicBezTo>
                <a:cubicBezTo>
                  <a:pt x="12" y="196"/>
                  <a:pt x="12" y="196"/>
                  <a:pt x="12" y="196"/>
                </a:cubicBezTo>
                <a:cubicBezTo>
                  <a:pt x="12" y="196"/>
                  <a:pt x="12" y="196"/>
                  <a:pt x="12" y="196"/>
                </a:cubicBezTo>
                <a:cubicBezTo>
                  <a:pt x="12" y="196"/>
                  <a:pt x="12" y="196"/>
                  <a:pt x="12" y="196"/>
                </a:cubicBezTo>
                <a:cubicBezTo>
                  <a:pt x="22" y="220"/>
                  <a:pt x="39" y="239"/>
                  <a:pt x="59" y="254"/>
                </a:cubicBezTo>
                <a:cubicBezTo>
                  <a:pt x="43" y="231"/>
                  <a:pt x="33" y="203"/>
                  <a:pt x="33" y="173"/>
                </a:cubicBezTo>
                <a:cubicBezTo>
                  <a:pt x="33" y="96"/>
                  <a:pt x="96" y="33"/>
                  <a:pt x="173" y="33"/>
                </a:cubicBezTo>
                <a:cubicBezTo>
                  <a:pt x="203" y="33"/>
                  <a:pt x="231" y="42"/>
                  <a:pt x="254" y="59"/>
                </a:cubicBezTo>
                <a:cubicBezTo>
                  <a:pt x="231" y="25"/>
                  <a:pt x="193" y="3"/>
                  <a:pt x="150" y="0"/>
                </a:cubicBezTo>
                <a:cubicBezTo>
                  <a:pt x="150" y="0"/>
                  <a:pt x="150" y="0"/>
                  <a:pt x="150" y="0"/>
                </a:cubicBezTo>
                <a:cubicBezTo>
                  <a:pt x="150" y="0"/>
                  <a:pt x="149" y="0"/>
                  <a:pt x="149" y="0"/>
                </a:cubicBezTo>
                <a:cubicBezTo>
                  <a:pt x="149" y="0"/>
                  <a:pt x="149" y="0"/>
                  <a:pt x="149" y="0"/>
                </a:cubicBezTo>
                <a:cubicBezTo>
                  <a:pt x="149" y="0"/>
                  <a:pt x="149" y="0"/>
                  <a:pt x="149" y="0"/>
                </a:cubicBezTo>
                <a:cubicBezTo>
                  <a:pt x="149" y="0"/>
                  <a:pt x="149" y="0"/>
                  <a:pt x="149" y="0"/>
                </a:cubicBezTo>
                <a:cubicBezTo>
                  <a:pt x="149" y="0"/>
                  <a:pt x="149" y="0"/>
                  <a:pt x="148" y="0"/>
                </a:cubicBezTo>
                <a:cubicBezTo>
                  <a:pt x="148" y="0"/>
                  <a:pt x="148" y="0"/>
                  <a:pt x="148" y="0"/>
                </a:cubicBezTo>
                <a:cubicBezTo>
                  <a:pt x="148" y="0"/>
                  <a:pt x="148" y="0"/>
                  <a:pt x="148" y="0"/>
                </a:cubicBezTo>
                <a:cubicBezTo>
                  <a:pt x="148" y="0"/>
                  <a:pt x="148" y="0"/>
                  <a:pt x="148" y="0"/>
                </a:cubicBezTo>
                <a:cubicBezTo>
                  <a:pt x="148" y="0"/>
                  <a:pt x="148" y="0"/>
                  <a:pt x="148" y="0"/>
                </a:cubicBezTo>
                <a:cubicBezTo>
                  <a:pt x="148" y="0"/>
                  <a:pt x="148" y="0"/>
                  <a:pt x="148" y="0"/>
                </a:cubicBezTo>
                <a:cubicBezTo>
                  <a:pt x="148" y="0"/>
                  <a:pt x="147" y="0"/>
                  <a:pt x="147" y="0"/>
                </a:cubicBezTo>
                <a:cubicBezTo>
                  <a:pt x="147" y="0"/>
                  <a:pt x="147" y="0"/>
                  <a:pt x="147" y="0"/>
                </a:cubicBezTo>
                <a:cubicBezTo>
                  <a:pt x="147" y="0"/>
                  <a:pt x="147" y="0"/>
                  <a:pt x="147" y="0"/>
                </a:cubicBezTo>
                <a:cubicBezTo>
                  <a:pt x="147" y="0"/>
                  <a:pt x="147" y="0"/>
                  <a:pt x="147" y="0"/>
                </a:cubicBezTo>
                <a:cubicBezTo>
                  <a:pt x="147" y="0"/>
                  <a:pt x="147" y="0"/>
                  <a:pt x="147" y="0"/>
                </a:cubicBezTo>
                <a:cubicBezTo>
                  <a:pt x="147" y="0"/>
                  <a:pt x="147" y="0"/>
                  <a:pt x="147" y="0"/>
                </a:cubicBezTo>
                <a:cubicBezTo>
                  <a:pt x="146" y="0"/>
                  <a:pt x="146" y="0"/>
                  <a:pt x="146" y="0"/>
                </a:cubicBezTo>
                <a:cubicBezTo>
                  <a:pt x="146" y="0"/>
                  <a:pt x="146" y="0"/>
                  <a:pt x="146" y="0"/>
                </a:cubicBezTo>
                <a:cubicBezTo>
                  <a:pt x="146" y="0"/>
                  <a:pt x="146" y="0"/>
                  <a:pt x="146" y="0"/>
                </a:cubicBezTo>
                <a:cubicBezTo>
                  <a:pt x="146" y="0"/>
                  <a:pt x="146" y="0"/>
                  <a:pt x="146" y="0"/>
                </a:cubicBezTo>
                <a:cubicBezTo>
                  <a:pt x="146" y="0"/>
                  <a:pt x="146" y="0"/>
                  <a:pt x="146" y="0"/>
                </a:cubicBezTo>
                <a:cubicBezTo>
                  <a:pt x="146" y="0"/>
                  <a:pt x="146" y="0"/>
                  <a:pt x="145" y="0"/>
                </a:cubicBezTo>
                <a:cubicBezTo>
                  <a:pt x="145" y="0"/>
                  <a:pt x="145" y="0"/>
                  <a:pt x="145" y="0"/>
                </a:cubicBezTo>
                <a:cubicBezTo>
                  <a:pt x="145" y="0"/>
                  <a:pt x="145" y="0"/>
                  <a:pt x="145" y="0"/>
                </a:cubicBezTo>
                <a:cubicBezTo>
                  <a:pt x="145" y="0"/>
                  <a:pt x="145" y="0"/>
                  <a:pt x="145" y="0"/>
                </a:cubicBezTo>
                <a:cubicBezTo>
                  <a:pt x="145" y="0"/>
                  <a:pt x="145" y="0"/>
                  <a:pt x="145" y="0"/>
                </a:cubicBezTo>
                <a:cubicBezTo>
                  <a:pt x="145" y="0"/>
                  <a:pt x="145" y="0"/>
                  <a:pt x="144" y="0"/>
                </a:cubicBezTo>
                <a:cubicBezTo>
                  <a:pt x="144" y="0"/>
                  <a:pt x="144" y="0"/>
                  <a:pt x="144" y="0"/>
                </a:cubicBezTo>
                <a:cubicBezTo>
                  <a:pt x="144" y="0"/>
                  <a:pt x="144" y="0"/>
                  <a:pt x="144" y="0"/>
                </a:cubicBezTo>
                <a:cubicBezTo>
                  <a:pt x="144" y="0"/>
                  <a:pt x="144" y="0"/>
                  <a:pt x="144" y="0"/>
                </a:cubicBezTo>
                <a:cubicBezTo>
                  <a:pt x="144" y="0"/>
                  <a:pt x="144" y="0"/>
                  <a:pt x="144" y="0"/>
                </a:cubicBezTo>
                <a:cubicBezTo>
                  <a:pt x="144" y="0"/>
                  <a:pt x="144" y="0"/>
                  <a:pt x="144" y="0"/>
                </a:cubicBezTo>
                <a:cubicBezTo>
                  <a:pt x="144" y="0"/>
                  <a:pt x="144" y="0"/>
                  <a:pt x="144" y="0"/>
                </a:cubicBezTo>
                <a:cubicBezTo>
                  <a:pt x="144" y="0"/>
                  <a:pt x="144" y="0"/>
                  <a:pt x="144" y="0"/>
                </a:cubicBezTo>
                <a:cubicBezTo>
                  <a:pt x="143" y="0"/>
                  <a:pt x="143" y="0"/>
                  <a:pt x="143" y="0"/>
                </a:cubicBezTo>
                <a:cubicBezTo>
                  <a:pt x="143" y="0"/>
                  <a:pt x="143" y="0"/>
                  <a:pt x="143" y="0"/>
                </a:cubicBezTo>
                <a:cubicBezTo>
                  <a:pt x="143" y="0"/>
                  <a:pt x="143" y="0"/>
                  <a:pt x="143" y="0"/>
                </a:cubicBezTo>
                <a:cubicBezTo>
                  <a:pt x="143" y="0"/>
                  <a:pt x="143" y="0"/>
                  <a:pt x="143" y="0"/>
                </a:cubicBezTo>
                <a:cubicBezTo>
                  <a:pt x="143" y="0"/>
                  <a:pt x="143" y="0"/>
                  <a:pt x="143" y="0"/>
                </a:cubicBezTo>
                <a:cubicBezTo>
                  <a:pt x="143" y="0"/>
                  <a:pt x="143" y="0"/>
                  <a:pt x="143" y="0"/>
                </a:cubicBezTo>
                <a:cubicBezTo>
                  <a:pt x="143" y="0"/>
                  <a:pt x="142" y="0"/>
                  <a:pt x="142" y="0"/>
                </a:cubicBezTo>
                <a:cubicBezTo>
                  <a:pt x="142" y="0"/>
                  <a:pt x="142" y="0"/>
                  <a:pt x="142" y="0"/>
                </a:cubicBezTo>
                <a:cubicBezTo>
                  <a:pt x="142" y="0"/>
                  <a:pt x="142" y="0"/>
                  <a:pt x="142" y="0"/>
                </a:cubicBezTo>
                <a:cubicBezTo>
                  <a:pt x="142" y="0"/>
                  <a:pt x="142" y="0"/>
                  <a:pt x="142" y="0"/>
                </a:cubicBezTo>
                <a:cubicBezTo>
                  <a:pt x="142" y="0"/>
                  <a:pt x="142" y="0"/>
                  <a:pt x="142" y="0"/>
                </a:cubicBezTo>
                <a:cubicBezTo>
                  <a:pt x="142" y="0"/>
                  <a:pt x="142" y="0"/>
                  <a:pt x="142" y="0"/>
                </a:cubicBezTo>
                <a:cubicBezTo>
                  <a:pt x="142" y="0"/>
                  <a:pt x="142" y="0"/>
                  <a:pt x="141" y="0"/>
                </a:cubicBezTo>
                <a:cubicBezTo>
                  <a:pt x="141" y="0"/>
                  <a:pt x="141" y="0"/>
                  <a:pt x="141" y="0"/>
                </a:cubicBezTo>
                <a:cubicBezTo>
                  <a:pt x="141" y="0"/>
                  <a:pt x="141" y="0"/>
                  <a:pt x="141" y="0"/>
                </a:cubicBezTo>
                <a:cubicBezTo>
                  <a:pt x="141" y="0"/>
                  <a:pt x="141" y="0"/>
                  <a:pt x="141" y="0"/>
                </a:cubicBezTo>
                <a:cubicBezTo>
                  <a:pt x="141" y="0"/>
                  <a:pt x="141" y="0"/>
                  <a:pt x="141" y="0"/>
                </a:cubicBezTo>
                <a:cubicBezTo>
                  <a:pt x="141" y="0"/>
                  <a:pt x="141" y="0"/>
                  <a:pt x="141" y="0"/>
                </a:cubicBezTo>
                <a:cubicBezTo>
                  <a:pt x="141" y="0"/>
                  <a:pt x="141" y="0"/>
                  <a:pt x="141" y="0"/>
                </a:cubicBezTo>
                <a:cubicBezTo>
                  <a:pt x="141" y="0"/>
                  <a:pt x="141" y="0"/>
                  <a:pt x="141" y="0"/>
                </a:cubicBezTo>
                <a:cubicBezTo>
                  <a:pt x="140" y="0"/>
                  <a:pt x="140" y="0"/>
                  <a:pt x="140" y="0"/>
                </a:cubicBezTo>
                <a:cubicBezTo>
                  <a:pt x="140" y="0"/>
                  <a:pt x="140" y="0"/>
                  <a:pt x="140" y="0"/>
                </a:cubicBezTo>
                <a:cubicBezTo>
                  <a:pt x="140" y="0"/>
                  <a:pt x="140" y="0"/>
                  <a:pt x="140" y="0"/>
                </a:cubicBezTo>
                <a:cubicBezTo>
                  <a:pt x="140" y="0"/>
                  <a:pt x="140" y="0"/>
                  <a:pt x="140" y="0"/>
                </a:cubicBezTo>
              </a:path>
            </a:pathLst>
          </a:custGeom>
          <a:solidFill>
            <a:srgbClr val="2AA1DC"/>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 name="Freeform 34"/>
          <p:cNvSpPr>
            <a:spLocks noEditPoints="1"/>
          </p:cNvSpPr>
          <p:nvPr/>
        </p:nvSpPr>
        <p:spPr bwMode="auto">
          <a:xfrm>
            <a:off x="8062913" y="2468563"/>
            <a:ext cx="3829050" cy="2751138"/>
          </a:xfrm>
          <a:custGeom>
            <a:avLst/>
            <a:gdLst>
              <a:gd name="T0" fmla="*/ 2412 w 2412"/>
              <a:gd name="T1" fmla="*/ 757 h 1733"/>
              <a:gd name="T2" fmla="*/ 2270 w 2412"/>
              <a:gd name="T3" fmla="*/ 757 h 1733"/>
              <a:gd name="T4" fmla="*/ 2270 w 2412"/>
              <a:gd name="T5" fmla="*/ 1591 h 1733"/>
              <a:gd name="T6" fmla="*/ 1439 w 2412"/>
              <a:gd name="T7" fmla="*/ 1591 h 1733"/>
              <a:gd name="T8" fmla="*/ 1439 w 2412"/>
              <a:gd name="T9" fmla="*/ 1733 h 1733"/>
              <a:gd name="T10" fmla="*/ 2412 w 2412"/>
              <a:gd name="T11" fmla="*/ 1733 h 1733"/>
              <a:gd name="T12" fmla="*/ 2412 w 2412"/>
              <a:gd name="T13" fmla="*/ 757 h 1733"/>
              <a:gd name="T14" fmla="*/ 142 w 2412"/>
              <a:gd name="T15" fmla="*/ 0 h 1733"/>
              <a:gd name="T16" fmla="*/ 0 w 2412"/>
              <a:gd name="T17" fmla="*/ 0 h 1733"/>
              <a:gd name="T18" fmla="*/ 0 w 2412"/>
              <a:gd name="T19" fmla="*/ 615 h 1733"/>
              <a:gd name="T20" fmla="*/ 142 w 2412"/>
              <a:gd name="T21" fmla="*/ 615 h 1733"/>
              <a:gd name="T22" fmla="*/ 142 w 2412"/>
              <a:gd name="T23" fmla="*/ 0 h 1733"/>
              <a:gd name="T24" fmla="*/ 1655 w 2412"/>
              <a:gd name="T25" fmla="*/ 0 h 1733"/>
              <a:gd name="T26" fmla="*/ 1513 w 2412"/>
              <a:gd name="T27" fmla="*/ 0 h 1733"/>
              <a:gd name="T28" fmla="*/ 1513 w 2412"/>
              <a:gd name="T29" fmla="*/ 615 h 1733"/>
              <a:gd name="T30" fmla="*/ 1655 w 2412"/>
              <a:gd name="T31" fmla="*/ 615 h 1733"/>
              <a:gd name="T32" fmla="*/ 1655 w 2412"/>
              <a:gd name="T33" fmla="*/ 0 h 17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12" h="1733">
                <a:moveTo>
                  <a:pt x="2412" y="757"/>
                </a:moveTo>
                <a:lnTo>
                  <a:pt x="2270" y="757"/>
                </a:lnTo>
                <a:lnTo>
                  <a:pt x="2270" y="1591"/>
                </a:lnTo>
                <a:lnTo>
                  <a:pt x="1439" y="1591"/>
                </a:lnTo>
                <a:lnTo>
                  <a:pt x="1439" y="1733"/>
                </a:lnTo>
                <a:lnTo>
                  <a:pt x="2412" y="1733"/>
                </a:lnTo>
                <a:lnTo>
                  <a:pt x="2412" y="757"/>
                </a:lnTo>
                <a:close/>
                <a:moveTo>
                  <a:pt x="142" y="0"/>
                </a:moveTo>
                <a:lnTo>
                  <a:pt x="0" y="0"/>
                </a:lnTo>
                <a:lnTo>
                  <a:pt x="0" y="615"/>
                </a:lnTo>
                <a:lnTo>
                  <a:pt x="142" y="615"/>
                </a:lnTo>
                <a:lnTo>
                  <a:pt x="142" y="0"/>
                </a:lnTo>
                <a:close/>
                <a:moveTo>
                  <a:pt x="1655" y="0"/>
                </a:moveTo>
                <a:lnTo>
                  <a:pt x="1513" y="0"/>
                </a:lnTo>
                <a:lnTo>
                  <a:pt x="1513" y="615"/>
                </a:lnTo>
                <a:lnTo>
                  <a:pt x="1655" y="615"/>
                </a:lnTo>
                <a:lnTo>
                  <a:pt x="1655" y="0"/>
                </a:lnTo>
                <a:close/>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 name="Freeform 35"/>
          <p:cNvSpPr>
            <a:spLocks noEditPoints="1"/>
          </p:cNvSpPr>
          <p:nvPr/>
        </p:nvSpPr>
        <p:spPr bwMode="auto">
          <a:xfrm>
            <a:off x="8062913" y="2468563"/>
            <a:ext cx="3829050" cy="2751138"/>
          </a:xfrm>
          <a:custGeom>
            <a:avLst/>
            <a:gdLst>
              <a:gd name="T0" fmla="*/ 2412 w 2412"/>
              <a:gd name="T1" fmla="*/ 757 h 1733"/>
              <a:gd name="T2" fmla="*/ 2270 w 2412"/>
              <a:gd name="T3" fmla="*/ 757 h 1733"/>
              <a:gd name="T4" fmla="*/ 2270 w 2412"/>
              <a:gd name="T5" fmla="*/ 1591 h 1733"/>
              <a:gd name="T6" fmla="*/ 1439 w 2412"/>
              <a:gd name="T7" fmla="*/ 1591 h 1733"/>
              <a:gd name="T8" fmla="*/ 1439 w 2412"/>
              <a:gd name="T9" fmla="*/ 1733 h 1733"/>
              <a:gd name="T10" fmla="*/ 2412 w 2412"/>
              <a:gd name="T11" fmla="*/ 1733 h 1733"/>
              <a:gd name="T12" fmla="*/ 2412 w 2412"/>
              <a:gd name="T13" fmla="*/ 757 h 1733"/>
              <a:gd name="T14" fmla="*/ 142 w 2412"/>
              <a:gd name="T15" fmla="*/ 0 h 1733"/>
              <a:gd name="T16" fmla="*/ 0 w 2412"/>
              <a:gd name="T17" fmla="*/ 0 h 1733"/>
              <a:gd name="T18" fmla="*/ 0 w 2412"/>
              <a:gd name="T19" fmla="*/ 615 h 1733"/>
              <a:gd name="T20" fmla="*/ 142 w 2412"/>
              <a:gd name="T21" fmla="*/ 615 h 1733"/>
              <a:gd name="T22" fmla="*/ 142 w 2412"/>
              <a:gd name="T23" fmla="*/ 0 h 1733"/>
              <a:gd name="T24" fmla="*/ 1655 w 2412"/>
              <a:gd name="T25" fmla="*/ 0 h 1733"/>
              <a:gd name="T26" fmla="*/ 1513 w 2412"/>
              <a:gd name="T27" fmla="*/ 0 h 1733"/>
              <a:gd name="T28" fmla="*/ 1513 w 2412"/>
              <a:gd name="T29" fmla="*/ 615 h 1733"/>
              <a:gd name="T30" fmla="*/ 1655 w 2412"/>
              <a:gd name="T31" fmla="*/ 615 h 1733"/>
              <a:gd name="T32" fmla="*/ 1655 w 2412"/>
              <a:gd name="T33" fmla="*/ 0 h 17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12" h="1733">
                <a:moveTo>
                  <a:pt x="2412" y="757"/>
                </a:moveTo>
                <a:lnTo>
                  <a:pt x="2270" y="757"/>
                </a:lnTo>
                <a:lnTo>
                  <a:pt x="2270" y="1591"/>
                </a:lnTo>
                <a:lnTo>
                  <a:pt x="1439" y="1591"/>
                </a:lnTo>
                <a:lnTo>
                  <a:pt x="1439" y="1733"/>
                </a:lnTo>
                <a:lnTo>
                  <a:pt x="2412" y="1733"/>
                </a:lnTo>
                <a:lnTo>
                  <a:pt x="2412" y="757"/>
                </a:lnTo>
                <a:moveTo>
                  <a:pt x="142" y="0"/>
                </a:moveTo>
                <a:lnTo>
                  <a:pt x="0" y="0"/>
                </a:lnTo>
                <a:lnTo>
                  <a:pt x="0" y="615"/>
                </a:lnTo>
                <a:lnTo>
                  <a:pt x="142" y="615"/>
                </a:lnTo>
                <a:lnTo>
                  <a:pt x="142" y="0"/>
                </a:lnTo>
                <a:moveTo>
                  <a:pt x="1655" y="0"/>
                </a:moveTo>
                <a:lnTo>
                  <a:pt x="1513" y="0"/>
                </a:lnTo>
                <a:lnTo>
                  <a:pt x="1513" y="615"/>
                </a:lnTo>
                <a:lnTo>
                  <a:pt x="1655" y="615"/>
                </a:lnTo>
                <a:lnTo>
                  <a:pt x="165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 name="Freeform 36"/>
          <p:cNvSpPr>
            <a:spLocks/>
          </p:cNvSpPr>
          <p:nvPr/>
        </p:nvSpPr>
        <p:spPr bwMode="auto">
          <a:xfrm>
            <a:off x="7945438" y="3792538"/>
            <a:ext cx="2176463" cy="1427163"/>
          </a:xfrm>
          <a:custGeom>
            <a:avLst/>
            <a:gdLst>
              <a:gd name="T0" fmla="*/ 1371 w 1371"/>
              <a:gd name="T1" fmla="*/ 0 h 899"/>
              <a:gd name="T2" fmla="*/ 830 w 1371"/>
              <a:gd name="T3" fmla="*/ 0 h 899"/>
              <a:gd name="T4" fmla="*/ 830 w 1371"/>
              <a:gd name="T5" fmla="*/ 757 h 899"/>
              <a:gd name="T6" fmla="*/ 0 w 1371"/>
              <a:gd name="T7" fmla="*/ 757 h 899"/>
              <a:gd name="T8" fmla="*/ 0 w 1371"/>
              <a:gd name="T9" fmla="*/ 899 h 899"/>
              <a:gd name="T10" fmla="*/ 973 w 1371"/>
              <a:gd name="T11" fmla="*/ 899 h 899"/>
              <a:gd name="T12" fmla="*/ 973 w 1371"/>
              <a:gd name="T13" fmla="*/ 142 h 899"/>
              <a:gd name="T14" fmla="*/ 1371 w 1371"/>
              <a:gd name="T15" fmla="*/ 142 h 899"/>
              <a:gd name="T16" fmla="*/ 1371 w 1371"/>
              <a:gd name="T17" fmla="*/ 0 h 8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71" h="899">
                <a:moveTo>
                  <a:pt x="1371" y="0"/>
                </a:moveTo>
                <a:lnTo>
                  <a:pt x="830" y="0"/>
                </a:lnTo>
                <a:lnTo>
                  <a:pt x="830" y="757"/>
                </a:lnTo>
                <a:lnTo>
                  <a:pt x="0" y="757"/>
                </a:lnTo>
                <a:lnTo>
                  <a:pt x="0" y="899"/>
                </a:lnTo>
                <a:lnTo>
                  <a:pt x="973" y="899"/>
                </a:lnTo>
                <a:lnTo>
                  <a:pt x="973" y="142"/>
                </a:lnTo>
                <a:lnTo>
                  <a:pt x="1371" y="142"/>
                </a:lnTo>
                <a:lnTo>
                  <a:pt x="1371" y="0"/>
                </a:lnTo>
                <a:close/>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 name="Freeform 37"/>
          <p:cNvSpPr>
            <a:spLocks/>
          </p:cNvSpPr>
          <p:nvPr/>
        </p:nvSpPr>
        <p:spPr bwMode="auto">
          <a:xfrm>
            <a:off x="7945438" y="3792538"/>
            <a:ext cx="2176463" cy="1427163"/>
          </a:xfrm>
          <a:custGeom>
            <a:avLst/>
            <a:gdLst>
              <a:gd name="T0" fmla="*/ 1371 w 1371"/>
              <a:gd name="T1" fmla="*/ 0 h 899"/>
              <a:gd name="T2" fmla="*/ 830 w 1371"/>
              <a:gd name="T3" fmla="*/ 0 h 899"/>
              <a:gd name="T4" fmla="*/ 830 w 1371"/>
              <a:gd name="T5" fmla="*/ 757 h 899"/>
              <a:gd name="T6" fmla="*/ 0 w 1371"/>
              <a:gd name="T7" fmla="*/ 757 h 899"/>
              <a:gd name="T8" fmla="*/ 0 w 1371"/>
              <a:gd name="T9" fmla="*/ 899 h 899"/>
              <a:gd name="T10" fmla="*/ 973 w 1371"/>
              <a:gd name="T11" fmla="*/ 899 h 899"/>
              <a:gd name="T12" fmla="*/ 973 w 1371"/>
              <a:gd name="T13" fmla="*/ 142 h 899"/>
              <a:gd name="T14" fmla="*/ 1371 w 1371"/>
              <a:gd name="T15" fmla="*/ 142 h 899"/>
              <a:gd name="T16" fmla="*/ 1371 w 1371"/>
              <a:gd name="T17" fmla="*/ 0 h 8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71" h="899">
                <a:moveTo>
                  <a:pt x="1371" y="0"/>
                </a:moveTo>
                <a:lnTo>
                  <a:pt x="830" y="0"/>
                </a:lnTo>
                <a:lnTo>
                  <a:pt x="830" y="757"/>
                </a:lnTo>
                <a:lnTo>
                  <a:pt x="0" y="757"/>
                </a:lnTo>
                <a:lnTo>
                  <a:pt x="0" y="899"/>
                </a:lnTo>
                <a:lnTo>
                  <a:pt x="973" y="899"/>
                </a:lnTo>
                <a:lnTo>
                  <a:pt x="973" y="142"/>
                </a:lnTo>
                <a:lnTo>
                  <a:pt x="1371" y="142"/>
                </a:lnTo>
                <a:lnTo>
                  <a:pt x="13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 name="Freeform 38"/>
          <p:cNvSpPr>
            <a:spLocks noEditPoints="1"/>
          </p:cNvSpPr>
          <p:nvPr/>
        </p:nvSpPr>
        <p:spPr bwMode="auto">
          <a:xfrm>
            <a:off x="7945438" y="3792538"/>
            <a:ext cx="2176463" cy="1201738"/>
          </a:xfrm>
          <a:custGeom>
            <a:avLst/>
            <a:gdLst>
              <a:gd name="T0" fmla="*/ 830 w 1371"/>
              <a:gd name="T1" fmla="*/ 757 h 757"/>
              <a:gd name="T2" fmla="*/ 830 w 1371"/>
              <a:gd name="T3" fmla="*/ 757 h 757"/>
              <a:gd name="T4" fmla="*/ 830 w 1371"/>
              <a:gd name="T5" fmla="*/ 757 h 757"/>
              <a:gd name="T6" fmla="*/ 0 w 1371"/>
              <a:gd name="T7" fmla="*/ 757 h 757"/>
              <a:gd name="T8" fmla="*/ 830 w 1371"/>
              <a:gd name="T9" fmla="*/ 757 h 757"/>
              <a:gd name="T10" fmla="*/ 1371 w 1371"/>
              <a:gd name="T11" fmla="*/ 0 h 757"/>
              <a:gd name="T12" fmla="*/ 1371 w 1371"/>
              <a:gd name="T13" fmla="*/ 0 h 757"/>
              <a:gd name="T14" fmla="*/ 830 w 1371"/>
              <a:gd name="T15" fmla="*/ 0 h 757"/>
              <a:gd name="T16" fmla="*/ 830 w 1371"/>
              <a:gd name="T17" fmla="*/ 0 h 757"/>
              <a:gd name="T18" fmla="*/ 1371 w 1371"/>
              <a:gd name="T19" fmla="*/ 0 h 757"/>
              <a:gd name="T20" fmla="*/ 1371 w 1371"/>
              <a:gd name="T21" fmla="*/ 142 h 757"/>
              <a:gd name="T22" fmla="*/ 1371 w 1371"/>
              <a:gd name="T23" fmla="*/ 0 h 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71" h="757">
                <a:moveTo>
                  <a:pt x="830" y="757"/>
                </a:moveTo>
                <a:lnTo>
                  <a:pt x="830" y="757"/>
                </a:lnTo>
                <a:lnTo>
                  <a:pt x="830" y="757"/>
                </a:lnTo>
                <a:lnTo>
                  <a:pt x="0" y="757"/>
                </a:lnTo>
                <a:lnTo>
                  <a:pt x="830" y="757"/>
                </a:lnTo>
                <a:close/>
                <a:moveTo>
                  <a:pt x="1371" y="0"/>
                </a:moveTo>
                <a:lnTo>
                  <a:pt x="1371" y="0"/>
                </a:lnTo>
                <a:lnTo>
                  <a:pt x="830" y="0"/>
                </a:lnTo>
                <a:lnTo>
                  <a:pt x="830" y="0"/>
                </a:lnTo>
                <a:lnTo>
                  <a:pt x="1371" y="0"/>
                </a:lnTo>
                <a:lnTo>
                  <a:pt x="1371" y="142"/>
                </a:lnTo>
                <a:lnTo>
                  <a:pt x="1371" y="0"/>
                </a:lnTo>
                <a:close/>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 name="Freeform 39"/>
          <p:cNvSpPr>
            <a:spLocks noEditPoints="1"/>
          </p:cNvSpPr>
          <p:nvPr/>
        </p:nvSpPr>
        <p:spPr bwMode="auto">
          <a:xfrm>
            <a:off x="7945438" y="3792538"/>
            <a:ext cx="2176463" cy="1201738"/>
          </a:xfrm>
          <a:custGeom>
            <a:avLst/>
            <a:gdLst>
              <a:gd name="T0" fmla="*/ 830 w 1371"/>
              <a:gd name="T1" fmla="*/ 757 h 757"/>
              <a:gd name="T2" fmla="*/ 830 w 1371"/>
              <a:gd name="T3" fmla="*/ 757 h 757"/>
              <a:gd name="T4" fmla="*/ 830 w 1371"/>
              <a:gd name="T5" fmla="*/ 757 h 757"/>
              <a:gd name="T6" fmla="*/ 0 w 1371"/>
              <a:gd name="T7" fmla="*/ 757 h 757"/>
              <a:gd name="T8" fmla="*/ 830 w 1371"/>
              <a:gd name="T9" fmla="*/ 757 h 757"/>
              <a:gd name="T10" fmla="*/ 1371 w 1371"/>
              <a:gd name="T11" fmla="*/ 0 h 757"/>
              <a:gd name="T12" fmla="*/ 1371 w 1371"/>
              <a:gd name="T13" fmla="*/ 0 h 757"/>
              <a:gd name="T14" fmla="*/ 830 w 1371"/>
              <a:gd name="T15" fmla="*/ 0 h 757"/>
              <a:gd name="T16" fmla="*/ 830 w 1371"/>
              <a:gd name="T17" fmla="*/ 0 h 757"/>
              <a:gd name="T18" fmla="*/ 1371 w 1371"/>
              <a:gd name="T19" fmla="*/ 0 h 757"/>
              <a:gd name="T20" fmla="*/ 1371 w 1371"/>
              <a:gd name="T21" fmla="*/ 142 h 757"/>
              <a:gd name="T22" fmla="*/ 1371 w 1371"/>
              <a:gd name="T23" fmla="*/ 0 h 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71" h="757">
                <a:moveTo>
                  <a:pt x="830" y="757"/>
                </a:moveTo>
                <a:lnTo>
                  <a:pt x="830" y="757"/>
                </a:lnTo>
                <a:lnTo>
                  <a:pt x="830" y="757"/>
                </a:lnTo>
                <a:lnTo>
                  <a:pt x="0" y="757"/>
                </a:lnTo>
                <a:lnTo>
                  <a:pt x="830" y="757"/>
                </a:lnTo>
                <a:moveTo>
                  <a:pt x="1371" y="0"/>
                </a:moveTo>
                <a:lnTo>
                  <a:pt x="1371" y="0"/>
                </a:lnTo>
                <a:lnTo>
                  <a:pt x="830" y="0"/>
                </a:lnTo>
                <a:lnTo>
                  <a:pt x="830" y="0"/>
                </a:lnTo>
                <a:lnTo>
                  <a:pt x="1371" y="0"/>
                </a:lnTo>
                <a:lnTo>
                  <a:pt x="1371" y="142"/>
                </a:lnTo>
                <a:lnTo>
                  <a:pt x="13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 name="Freeform 40"/>
          <p:cNvSpPr>
            <a:spLocks noEditPoints="1"/>
          </p:cNvSpPr>
          <p:nvPr/>
        </p:nvSpPr>
        <p:spPr bwMode="auto">
          <a:xfrm>
            <a:off x="7945438" y="3792538"/>
            <a:ext cx="2176463" cy="1201738"/>
          </a:xfrm>
          <a:custGeom>
            <a:avLst/>
            <a:gdLst>
              <a:gd name="T0" fmla="*/ 830 w 1371"/>
              <a:gd name="T1" fmla="*/ 757 h 757"/>
              <a:gd name="T2" fmla="*/ 0 w 1371"/>
              <a:gd name="T3" fmla="*/ 757 h 757"/>
              <a:gd name="T4" fmla="*/ 830 w 1371"/>
              <a:gd name="T5" fmla="*/ 757 h 757"/>
              <a:gd name="T6" fmla="*/ 1371 w 1371"/>
              <a:gd name="T7" fmla="*/ 0 h 757"/>
              <a:gd name="T8" fmla="*/ 830 w 1371"/>
              <a:gd name="T9" fmla="*/ 0 h 757"/>
              <a:gd name="T10" fmla="*/ 1371 w 1371"/>
              <a:gd name="T11" fmla="*/ 0 h 757"/>
            </a:gdLst>
            <a:ahLst/>
            <a:cxnLst>
              <a:cxn ang="0">
                <a:pos x="T0" y="T1"/>
              </a:cxn>
              <a:cxn ang="0">
                <a:pos x="T2" y="T3"/>
              </a:cxn>
              <a:cxn ang="0">
                <a:pos x="T4" y="T5"/>
              </a:cxn>
              <a:cxn ang="0">
                <a:pos x="T6" y="T7"/>
              </a:cxn>
              <a:cxn ang="0">
                <a:pos x="T8" y="T9"/>
              </a:cxn>
              <a:cxn ang="0">
                <a:pos x="T10" y="T11"/>
              </a:cxn>
            </a:cxnLst>
            <a:rect l="0" t="0" r="r" b="b"/>
            <a:pathLst>
              <a:path w="1371" h="757">
                <a:moveTo>
                  <a:pt x="830" y="757"/>
                </a:moveTo>
                <a:lnTo>
                  <a:pt x="0" y="757"/>
                </a:lnTo>
                <a:lnTo>
                  <a:pt x="830" y="757"/>
                </a:lnTo>
                <a:close/>
                <a:moveTo>
                  <a:pt x="1371" y="0"/>
                </a:moveTo>
                <a:lnTo>
                  <a:pt x="830" y="0"/>
                </a:lnTo>
                <a:lnTo>
                  <a:pt x="1371" y="0"/>
                </a:lnTo>
                <a:close/>
              </a:path>
            </a:pathLst>
          </a:custGeom>
          <a:solidFill>
            <a:srgbClr val="B0BB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 name="Freeform 41"/>
          <p:cNvSpPr>
            <a:spLocks noEditPoints="1"/>
          </p:cNvSpPr>
          <p:nvPr/>
        </p:nvSpPr>
        <p:spPr bwMode="auto">
          <a:xfrm>
            <a:off x="7945438" y="3792538"/>
            <a:ext cx="2176463" cy="1201738"/>
          </a:xfrm>
          <a:custGeom>
            <a:avLst/>
            <a:gdLst>
              <a:gd name="T0" fmla="*/ 830 w 1371"/>
              <a:gd name="T1" fmla="*/ 757 h 757"/>
              <a:gd name="T2" fmla="*/ 0 w 1371"/>
              <a:gd name="T3" fmla="*/ 757 h 757"/>
              <a:gd name="T4" fmla="*/ 830 w 1371"/>
              <a:gd name="T5" fmla="*/ 757 h 757"/>
              <a:gd name="T6" fmla="*/ 1371 w 1371"/>
              <a:gd name="T7" fmla="*/ 0 h 757"/>
              <a:gd name="T8" fmla="*/ 830 w 1371"/>
              <a:gd name="T9" fmla="*/ 0 h 757"/>
              <a:gd name="T10" fmla="*/ 1371 w 1371"/>
              <a:gd name="T11" fmla="*/ 0 h 757"/>
            </a:gdLst>
            <a:ahLst/>
            <a:cxnLst>
              <a:cxn ang="0">
                <a:pos x="T0" y="T1"/>
              </a:cxn>
              <a:cxn ang="0">
                <a:pos x="T2" y="T3"/>
              </a:cxn>
              <a:cxn ang="0">
                <a:pos x="T4" y="T5"/>
              </a:cxn>
              <a:cxn ang="0">
                <a:pos x="T6" y="T7"/>
              </a:cxn>
              <a:cxn ang="0">
                <a:pos x="T8" y="T9"/>
              </a:cxn>
              <a:cxn ang="0">
                <a:pos x="T10" y="T11"/>
              </a:cxn>
            </a:cxnLst>
            <a:rect l="0" t="0" r="r" b="b"/>
            <a:pathLst>
              <a:path w="1371" h="757">
                <a:moveTo>
                  <a:pt x="830" y="757"/>
                </a:moveTo>
                <a:lnTo>
                  <a:pt x="0" y="757"/>
                </a:lnTo>
                <a:lnTo>
                  <a:pt x="830" y="757"/>
                </a:lnTo>
                <a:moveTo>
                  <a:pt x="1371" y="0"/>
                </a:moveTo>
                <a:lnTo>
                  <a:pt x="830" y="0"/>
                </a:lnTo>
                <a:lnTo>
                  <a:pt x="13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4" name="Rectangle 42"/>
          <p:cNvSpPr>
            <a:spLocks noChangeArrowheads="1"/>
          </p:cNvSpPr>
          <p:nvPr/>
        </p:nvSpPr>
        <p:spPr bwMode="auto">
          <a:xfrm>
            <a:off x="6740525" y="3792538"/>
            <a:ext cx="979488" cy="225425"/>
          </a:xfrm>
          <a:prstGeom prst="rect">
            <a:avLst/>
          </a:prstGeom>
          <a:solidFill>
            <a:srgbClr val="C5CDC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5" name="Rectangle 43"/>
          <p:cNvSpPr>
            <a:spLocks noChangeArrowheads="1"/>
          </p:cNvSpPr>
          <p:nvPr/>
        </p:nvSpPr>
        <p:spPr bwMode="auto">
          <a:xfrm>
            <a:off x="6740525" y="3792538"/>
            <a:ext cx="979488" cy="225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6" name="Oval 44"/>
          <p:cNvSpPr>
            <a:spLocks noChangeArrowheads="1"/>
          </p:cNvSpPr>
          <p:nvPr/>
        </p:nvSpPr>
        <p:spPr bwMode="auto">
          <a:xfrm>
            <a:off x="7199313" y="1947863"/>
            <a:ext cx="177800" cy="177800"/>
          </a:xfrm>
          <a:prstGeom prst="ellipse">
            <a:avLst/>
          </a:prstGeom>
          <a:solidFill>
            <a:srgbClr val="EAA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7" name="Freeform 45"/>
          <p:cNvSpPr>
            <a:spLocks noEditPoints="1"/>
          </p:cNvSpPr>
          <p:nvPr/>
        </p:nvSpPr>
        <p:spPr bwMode="auto">
          <a:xfrm>
            <a:off x="6762750" y="1757363"/>
            <a:ext cx="1052513" cy="307975"/>
          </a:xfrm>
          <a:custGeom>
            <a:avLst/>
            <a:gdLst>
              <a:gd name="T0" fmla="*/ 102 w 243"/>
              <a:gd name="T1" fmla="*/ 58 h 71"/>
              <a:gd name="T2" fmla="*/ 0 w 243"/>
              <a:gd name="T3" fmla="*/ 58 h 71"/>
              <a:gd name="T4" fmla="*/ 0 w 243"/>
              <a:gd name="T5" fmla="*/ 71 h 71"/>
              <a:gd name="T6" fmla="*/ 102 w 243"/>
              <a:gd name="T7" fmla="*/ 71 h 71"/>
              <a:gd name="T8" fmla="*/ 101 w 243"/>
              <a:gd name="T9" fmla="*/ 65 h 71"/>
              <a:gd name="T10" fmla="*/ 102 w 243"/>
              <a:gd name="T11" fmla="*/ 58 h 71"/>
              <a:gd name="T12" fmla="*/ 243 w 243"/>
              <a:gd name="T13" fmla="*/ 58 h 71"/>
              <a:gd name="T14" fmla="*/ 141 w 243"/>
              <a:gd name="T15" fmla="*/ 58 h 71"/>
              <a:gd name="T16" fmla="*/ 142 w 243"/>
              <a:gd name="T17" fmla="*/ 65 h 71"/>
              <a:gd name="T18" fmla="*/ 141 w 243"/>
              <a:gd name="T19" fmla="*/ 71 h 71"/>
              <a:gd name="T20" fmla="*/ 243 w 243"/>
              <a:gd name="T21" fmla="*/ 71 h 71"/>
              <a:gd name="T22" fmla="*/ 243 w 243"/>
              <a:gd name="T23" fmla="*/ 58 h 71"/>
              <a:gd name="T24" fmla="*/ 128 w 243"/>
              <a:gd name="T25" fmla="*/ 0 h 71"/>
              <a:gd name="T26" fmla="*/ 115 w 243"/>
              <a:gd name="T27" fmla="*/ 0 h 71"/>
              <a:gd name="T28" fmla="*/ 115 w 243"/>
              <a:gd name="T29" fmla="*/ 45 h 71"/>
              <a:gd name="T30" fmla="*/ 122 w 243"/>
              <a:gd name="T31" fmla="*/ 44 h 71"/>
              <a:gd name="T32" fmla="*/ 128 w 243"/>
              <a:gd name="T33" fmla="*/ 45 h 71"/>
              <a:gd name="T34" fmla="*/ 128 w 243"/>
              <a:gd name="T35"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3" h="71">
                <a:moveTo>
                  <a:pt x="102" y="58"/>
                </a:moveTo>
                <a:cubicBezTo>
                  <a:pt x="0" y="58"/>
                  <a:pt x="0" y="58"/>
                  <a:pt x="0" y="58"/>
                </a:cubicBezTo>
                <a:cubicBezTo>
                  <a:pt x="0" y="71"/>
                  <a:pt x="0" y="71"/>
                  <a:pt x="0" y="71"/>
                </a:cubicBezTo>
                <a:cubicBezTo>
                  <a:pt x="102" y="71"/>
                  <a:pt x="102" y="71"/>
                  <a:pt x="102" y="71"/>
                </a:cubicBezTo>
                <a:cubicBezTo>
                  <a:pt x="101" y="69"/>
                  <a:pt x="101" y="67"/>
                  <a:pt x="101" y="65"/>
                </a:cubicBezTo>
                <a:cubicBezTo>
                  <a:pt x="101" y="62"/>
                  <a:pt x="101" y="60"/>
                  <a:pt x="102" y="58"/>
                </a:cubicBezTo>
                <a:moveTo>
                  <a:pt x="243" y="58"/>
                </a:moveTo>
                <a:cubicBezTo>
                  <a:pt x="141" y="58"/>
                  <a:pt x="141" y="58"/>
                  <a:pt x="141" y="58"/>
                </a:cubicBezTo>
                <a:cubicBezTo>
                  <a:pt x="142" y="60"/>
                  <a:pt x="142" y="62"/>
                  <a:pt x="142" y="65"/>
                </a:cubicBezTo>
                <a:cubicBezTo>
                  <a:pt x="142" y="67"/>
                  <a:pt x="142" y="69"/>
                  <a:pt x="141" y="71"/>
                </a:cubicBezTo>
                <a:cubicBezTo>
                  <a:pt x="243" y="71"/>
                  <a:pt x="243" y="71"/>
                  <a:pt x="243" y="71"/>
                </a:cubicBezTo>
                <a:cubicBezTo>
                  <a:pt x="243" y="58"/>
                  <a:pt x="243" y="58"/>
                  <a:pt x="243" y="58"/>
                </a:cubicBezTo>
                <a:moveTo>
                  <a:pt x="128" y="0"/>
                </a:moveTo>
                <a:cubicBezTo>
                  <a:pt x="115" y="0"/>
                  <a:pt x="115" y="0"/>
                  <a:pt x="115" y="0"/>
                </a:cubicBezTo>
                <a:cubicBezTo>
                  <a:pt x="115" y="45"/>
                  <a:pt x="115" y="45"/>
                  <a:pt x="115" y="45"/>
                </a:cubicBezTo>
                <a:cubicBezTo>
                  <a:pt x="117" y="44"/>
                  <a:pt x="119" y="44"/>
                  <a:pt x="122" y="44"/>
                </a:cubicBezTo>
                <a:cubicBezTo>
                  <a:pt x="124" y="44"/>
                  <a:pt x="126" y="44"/>
                  <a:pt x="128" y="45"/>
                </a:cubicBezTo>
                <a:cubicBezTo>
                  <a:pt x="128" y="0"/>
                  <a:pt x="128" y="0"/>
                  <a:pt x="128"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 name="Freeform 46"/>
          <p:cNvSpPr>
            <a:spLocks/>
          </p:cNvSpPr>
          <p:nvPr/>
        </p:nvSpPr>
        <p:spPr bwMode="auto">
          <a:xfrm>
            <a:off x="7199313" y="1947863"/>
            <a:ext cx="177800" cy="117475"/>
          </a:xfrm>
          <a:custGeom>
            <a:avLst/>
            <a:gdLst>
              <a:gd name="T0" fmla="*/ 21 w 41"/>
              <a:gd name="T1" fmla="*/ 0 h 27"/>
              <a:gd name="T2" fmla="*/ 14 w 41"/>
              <a:gd name="T3" fmla="*/ 1 h 27"/>
              <a:gd name="T4" fmla="*/ 14 w 41"/>
              <a:gd name="T5" fmla="*/ 14 h 27"/>
              <a:gd name="T6" fmla="*/ 1 w 41"/>
              <a:gd name="T7" fmla="*/ 14 h 27"/>
              <a:gd name="T8" fmla="*/ 0 w 41"/>
              <a:gd name="T9" fmla="*/ 21 h 27"/>
              <a:gd name="T10" fmla="*/ 1 w 41"/>
              <a:gd name="T11" fmla="*/ 27 h 27"/>
              <a:gd name="T12" fmla="*/ 40 w 41"/>
              <a:gd name="T13" fmla="*/ 27 h 27"/>
              <a:gd name="T14" fmla="*/ 41 w 41"/>
              <a:gd name="T15" fmla="*/ 21 h 27"/>
              <a:gd name="T16" fmla="*/ 40 w 41"/>
              <a:gd name="T17" fmla="*/ 14 h 27"/>
              <a:gd name="T18" fmla="*/ 27 w 41"/>
              <a:gd name="T19" fmla="*/ 14 h 27"/>
              <a:gd name="T20" fmla="*/ 27 w 41"/>
              <a:gd name="T21" fmla="*/ 1 h 27"/>
              <a:gd name="T22" fmla="*/ 21 w 41"/>
              <a:gd name="T2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27">
                <a:moveTo>
                  <a:pt x="21" y="0"/>
                </a:moveTo>
                <a:cubicBezTo>
                  <a:pt x="18" y="0"/>
                  <a:pt x="16" y="0"/>
                  <a:pt x="14" y="1"/>
                </a:cubicBezTo>
                <a:cubicBezTo>
                  <a:pt x="14" y="14"/>
                  <a:pt x="14" y="14"/>
                  <a:pt x="14" y="14"/>
                </a:cubicBezTo>
                <a:cubicBezTo>
                  <a:pt x="1" y="14"/>
                  <a:pt x="1" y="14"/>
                  <a:pt x="1" y="14"/>
                </a:cubicBezTo>
                <a:cubicBezTo>
                  <a:pt x="0" y="16"/>
                  <a:pt x="0" y="18"/>
                  <a:pt x="0" y="21"/>
                </a:cubicBezTo>
                <a:cubicBezTo>
                  <a:pt x="0" y="23"/>
                  <a:pt x="0" y="25"/>
                  <a:pt x="1" y="27"/>
                </a:cubicBezTo>
                <a:cubicBezTo>
                  <a:pt x="40" y="27"/>
                  <a:pt x="40" y="27"/>
                  <a:pt x="40" y="27"/>
                </a:cubicBezTo>
                <a:cubicBezTo>
                  <a:pt x="41" y="25"/>
                  <a:pt x="41" y="23"/>
                  <a:pt x="41" y="21"/>
                </a:cubicBezTo>
                <a:cubicBezTo>
                  <a:pt x="41" y="18"/>
                  <a:pt x="41" y="16"/>
                  <a:pt x="40" y="14"/>
                </a:cubicBezTo>
                <a:cubicBezTo>
                  <a:pt x="27" y="14"/>
                  <a:pt x="27" y="14"/>
                  <a:pt x="27" y="14"/>
                </a:cubicBezTo>
                <a:cubicBezTo>
                  <a:pt x="27" y="1"/>
                  <a:pt x="27" y="1"/>
                  <a:pt x="27" y="1"/>
                </a:cubicBezTo>
                <a:cubicBezTo>
                  <a:pt x="25" y="0"/>
                  <a:pt x="23" y="0"/>
                  <a:pt x="21" y="0"/>
                </a:cubicBezTo>
              </a:path>
            </a:pathLst>
          </a:custGeom>
          <a:solidFill>
            <a:srgbClr val="BA89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 name="Oval 47"/>
          <p:cNvSpPr>
            <a:spLocks noChangeArrowheads="1"/>
          </p:cNvSpPr>
          <p:nvPr/>
        </p:nvSpPr>
        <p:spPr bwMode="auto">
          <a:xfrm>
            <a:off x="7246938" y="2000251"/>
            <a:ext cx="82550" cy="77788"/>
          </a:xfrm>
          <a:prstGeom prst="ellipse">
            <a:avLst/>
          </a:prstGeom>
          <a:solidFill>
            <a:srgbClr val="E6EA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0" name="Oval 48"/>
          <p:cNvSpPr>
            <a:spLocks noChangeArrowheads="1"/>
          </p:cNvSpPr>
          <p:nvPr/>
        </p:nvSpPr>
        <p:spPr bwMode="auto">
          <a:xfrm>
            <a:off x="6723063" y="2000251"/>
            <a:ext cx="73025" cy="77788"/>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1" name="Oval 49"/>
          <p:cNvSpPr>
            <a:spLocks noChangeArrowheads="1"/>
          </p:cNvSpPr>
          <p:nvPr/>
        </p:nvSpPr>
        <p:spPr bwMode="auto">
          <a:xfrm>
            <a:off x="7251700" y="1722438"/>
            <a:ext cx="74613" cy="73025"/>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2" name="Oval 50"/>
          <p:cNvSpPr>
            <a:spLocks noChangeArrowheads="1"/>
          </p:cNvSpPr>
          <p:nvPr/>
        </p:nvSpPr>
        <p:spPr bwMode="auto">
          <a:xfrm>
            <a:off x="7780338" y="2000251"/>
            <a:ext cx="74613" cy="77788"/>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3" name="Oval 51"/>
          <p:cNvSpPr>
            <a:spLocks noChangeArrowheads="1"/>
          </p:cNvSpPr>
          <p:nvPr/>
        </p:nvSpPr>
        <p:spPr bwMode="auto">
          <a:xfrm>
            <a:off x="9602788" y="1947863"/>
            <a:ext cx="180975" cy="177800"/>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4" name="Freeform 52"/>
          <p:cNvSpPr>
            <a:spLocks noEditPoints="1"/>
          </p:cNvSpPr>
          <p:nvPr/>
        </p:nvSpPr>
        <p:spPr bwMode="auto">
          <a:xfrm>
            <a:off x="9164638" y="1757363"/>
            <a:ext cx="1057275" cy="307975"/>
          </a:xfrm>
          <a:custGeom>
            <a:avLst/>
            <a:gdLst>
              <a:gd name="T0" fmla="*/ 102 w 244"/>
              <a:gd name="T1" fmla="*/ 58 h 71"/>
              <a:gd name="T2" fmla="*/ 0 w 244"/>
              <a:gd name="T3" fmla="*/ 58 h 71"/>
              <a:gd name="T4" fmla="*/ 0 w 244"/>
              <a:gd name="T5" fmla="*/ 71 h 71"/>
              <a:gd name="T6" fmla="*/ 102 w 244"/>
              <a:gd name="T7" fmla="*/ 71 h 71"/>
              <a:gd name="T8" fmla="*/ 101 w 244"/>
              <a:gd name="T9" fmla="*/ 65 h 71"/>
              <a:gd name="T10" fmla="*/ 102 w 244"/>
              <a:gd name="T11" fmla="*/ 58 h 71"/>
              <a:gd name="T12" fmla="*/ 244 w 244"/>
              <a:gd name="T13" fmla="*/ 58 h 71"/>
              <a:gd name="T14" fmla="*/ 141 w 244"/>
              <a:gd name="T15" fmla="*/ 58 h 71"/>
              <a:gd name="T16" fmla="*/ 143 w 244"/>
              <a:gd name="T17" fmla="*/ 65 h 71"/>
              <a:gd name="T18" fmla="*/ 141 w 244"/>
              <a:gd name="T19" fmla="*/ 71 h 71"/>
              <a:gd name="T20" fmla="*/ 244 w 244"/>
              <a:gd name="T21" fmla="*/ 71 h 71"/>
              <a:gd name="T22" fmla="*/ 244 w 244"/>
              <a:gd name="T23" fmla="*/ 58 h 71"/>
              <a:gd name="T24" fmla="*/ 129 w 244"/>
              <a:gd name="T25" fmla="*/ 0 h 71"/>
              <a:gd name="T26" fmla="*/ 115 w 244"/>
              <a:gd name="T27" fmla="*/ 0 h 71"/>
              <a:gd name="T28" fmla="*/ 115 w 244"/>
              <a:gd name="T29" fmla="*/ 45 h 71"/>
              <a:gd name="T30" fmla="*/ 122 w 244"/>
              <a:gd name="T31" fmla="*/ 44 h 71"/>
              <a:gd name="T32" fmla="*/ 129 w 244"/>
              <a:gd name="T33" fmla="*/ 45 h 71"/>
              <a:gd name="T34" fmla="*/ 129 w 244"/>
              <a:gd name="T35"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4" h="71">
                <a:moveTo>
                  <a:pt x="102" y="58"/>
                </a:moveTo>
                <a:cubicBezTo>
                  <a:pt x="0" y="58"/>
                  <a:pt x="0" y="58"/>
                  <a:pt x="0" y="58"/>
                </a:cubicBezTo>
                <a:cubicBezTo>
                  <a:pt x="0" y="71"/>
                  <a:pt x="0" y="71"/>
                  <a:pt x="0" y="71"/>
                </a:cubicBezTo>
                <a:cubicBezTo>
                  <a:pt x="102" y="71"/>
                  <a:pt x="102" y="71"/>
                  <a:pt x="102" y="71"/>
                </a:cubicBezTo>
                <a:cubicBezTo>
                  <a:pt x="102" y="69"/>
                  <a:pt x="101" y="67"/>
                  <a:pt x="101" y="65"/>
                </a:cubicBezTo>
                <a:cubicBezTo>
                  <a:pt x="101" y="62"/>
                  <a:pt x="102" y="60"/>
                  <a:pt x="102" y="58"/>
                </a:cubicBezTo>
                <a:moveTo>
                  <a:pt x="244" y="58"/>
                </a:moveTo>
                <a:cubicBezTo>
                  <a:pt x="141" y="58"/>
                  <a:pt x="141" y="58"/>
                  <a:pt x="141" y="58"/>
                </a:cubicBezTo>
                <a:cubicBezTo>
                  <a:pt x="142" y="60"/>
                  <a:pt x="143" y="62"/>
                  <a:pt x="143" y="65"/>
                </a:cubicBezTo>
                <a:cubicBezTo>
                  <a:pt x="143" y="67"/>
                  <a:pt x="142" y="69"/>
                  <a:pt x="141" y="71"/>
                </a:cubicBezTo>
                <a:cubicBezTo>
                  <a:pt x="244" y="71"/>
                  <a:pt x="244" y="71"/>
                  <a:pt x="244" y="71"/>
                </a:cubicBezTo>
                <a:cubicBezTo>
                  <a:pt x="244" y="58"/>
                  <a:pt x="244" y="58"/>
                  <a:pt x="244" y="58"/>
                </a:cubicBezTo>
                <a:moveTo>
                  <a:pt x="129" y="0"/>
                </a:moveTo>
                <a:cubicBezTo>
                  <a:pt x="115" y="0"/>
                  <a:pt x="115" y="0"/>
                  <a:pt x="115" y="0"/>
                </a:cubicBezTo>
                <a:cubicBezTo>
                  <a:pt x="115" y="45"/>
                  <a:pt x="115" y="45"/>
                  <a:pt x="115" y="45"/>
                </a:cubicBezTo>
                <a:cubicBezTo>
                  <a:pt x="117" y="44"/>
                  <a:pt x="120" y="44"/>
                  <a:pt x="122" y="44"/>
                </a:cubicBezTo>
                <a:cubicBezTo>
                  <a:pt x="124" y="44"/>
                  <a:pt x="126" y="44"/>
                  <a:pt x="129" y="45"/>
                </a:cubicBezTo>
                <a:cubicBezTo>
                  <a:pt x="129" y="0"/>
                  <a:pt x="129" y="0"/>
                  <a:pt x="129"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5" name="Freeform 53"/>
          <p:cNvSpPr>
            <a:spLocks/>
          </p:cNvSpPr>
          <p:nvPr/>
        </p:nvSpPr>
        <p:spPr bwMode="auto">
          <a:xfrm>
            <a:off x="9602788" y="1947863"/>
            <a:ext cx="180975" cy="117475"/>
          </a:xfrm>
          <a:custGeom>
            <a:avLst/>
            <a:gdLst>
              <a:gd name="T0" fmla="*/ 21 w 42"/>
              <a:gd name="T1" fmla="*/ 0 h 27"/>
              <a:gd name="T2" fmla="*/ 14 w 42"/>
              <a:gd name="T3" fmla="*/ 1 h 27"/>
              <a:gd name="T4" fmla="*/ 14 w 42"/>
              <a:gd name="T5" fmla="*/ 14 h 27"/>
              <a:gd name="T6" fmla="*/ 1 w 42"/>
              <a:gd name="T7" fmla="*/ 14 h 27"/>
              <a:gd name="T8" fmla="*/ 0 w 42"/>
              <a:gd name="T9" fmla="*/ 21 h 27"/>
              <a:gd name="T10" fmla="*/ 1 w 42"/>
              <a:gd name="T11" fmla="*/ 27 h 27"/>
              <a:gd name="T12" fmla="*/ 40 w 42"/>
              <a:gd name="T13" fmla="*/ 27 h 27"/>
              <a:gd name="T14" fmla="*/ 42 w 42"/>
              <a:gd name="T15" fmla="*/ 21 h 27"/>
              <a:gd name="T16" fmla="*/ 40 w 42"/>
              <a:gd name="T17" fmla="*/ 14 h 27"/>
              <a:gd name="T18" fmla="*/ 28 w 42"/>
              <a:gd name="T19" fmla="*/ 14 h 27"/>
              <a:gd name="T20" fmla="*/ 28 w 42"/>
              <a:gd name="T21" fmla="*/ 1 h 27"/>
              <a:gd name="T22" fmla="*/ 21 w 42"/>
              <a:gd name="T2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27">
                <a:moveTo>
                  <a:pt x="21" y="0"/>
                </a:moveTo>
                <a:cubicBezTo>
                  <a:pt x="19" y="0"/>
                  <a:pt x="16" y="0"/>
                  <a:pt x="14" y="1"/>
                </a:cubicBezTo>
                <a:cubicBezTo>
                  <a:pt x="14" y="14"/>
                  <a:pt x="14" y="14"/>
                  <a:pt x="14" y="14"/>
                </a:cubicBezTo>
                <a:cubicBezTo>
                  <a:pt x="1" y="14"/>
                  <a:pt x="1" y="14"/>
                  <a:pt x="1" y="14"/>
                </a:cubicBezTo>
                <a:cubicBezTo>
                  <a:pt x="1" y="16"/>
                  <a:pt x="0" y="18"/>
                  <a:pt x="0" y="21"/>
                </a:cubicBezTo>
                <a:cubicBezTo>
                  <a:pt x="0" y="23"/>
                  <a:pt x="1" y="25"/>
                  <a:pt x="1" y="27"/>
                </a:cubicBezTo>
                <a:cubicBezTo>
                  <a:pt x="40" y="27"/>
                  <a:pt x="40" y="27"/>
                  <a:pt x="40" y="27"/>
                </a:cubicBezTo>
                <a:cubicBezTo>
                  <a:pt x="41" y="25"/>
                  <a:pt x="42" y="23"/>
                  <a:pt x="42" y="21"/>
                </a:cubicBezTo>
                <a:cubicBezTo>
                  <a:pt x="42" y="18"/>
                  <a:pt x="41" y="16"/>
                  <a:pt x="40" y="14"/>
                </a:cubicBezTo>
                <a:cubicBezTo>
                  <a:pt x="28" y="14"/>
                  <a:pt x="28" y="14"/>
                  <a:pt x="28" y="14"/>
                </a:cubicBezTo>
                <a:cubicBezTo>
                  <a:pt x="28" y="1"/>
                  <a:pt x="28" y="1"/>
                  <a:pt x="28" y="1"/>
                </a:cubicBezTo>
                <a:cubicBezTo>
                  <a:pt x="25" y="0"/>
                  <a:pt x="23" y="0"/>
                  <a:pt x="21" y="0"/>
                </a:cubicBezTo>
              </a:path>
            </a:pathLst>
          </a:custGeom>
          <a:solidFill>
            <a:srgbClr val="37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6" name="Oval 54"/>
          <p:cNvSpPr>
            <a:spLocks noChangeArrowheads="1"/>
          </p:cNvSpPr>
          <p:nvPr/>
        </p:nvSpPr>
        <p:spPr bwMode="auto">
          <a:xfrm>
            <a:off x="9653588" y="2000251"/>
            <a:ext cx="77788" cy="77788"/>
          </a:xfrm>
          <a:prstGeom prst="ellipse">
            <a:avLst/>
          </a:prstGeom>
          <a:solidFill>
            <a:srgbClr val="E6EA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7" name="Oval 55"/>
          <p:cNvSpPr>
            <a:spLocks noChangeArrowheads="1"/>
          </p:cNvSpPr>
          <p:nvPr/>
        </p:nvSpPr>
        <p:spPr bwMode="auto">
          <a:xfrm>
            <a:off x="9124950" y="2000251"/>
            <a:ext cx="77788" cy="77788"/>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8" name="Oval 56"/>
          <p:cNvSpPr>
            <a:spLocks noChangeArrowheads="1"/>
          </p:cNvSpPr>
          <p:nvPr/>
        </p:nvSpPr>
        <p:spPr bwMode="auto">
          <a:xfrm>
            <a:off x="9653588" y="1722438"/>
            <a:ext cx="77788" cy="73025"/>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9" name="Oval 57"/>
          <p:cNvSpPr>
            <a:spLocks noChangeArrowheads="1"/>
          </p:cNvSpPr>
          <p:nvPr/>
        </p:nvSpPr>
        <p:spPr bwMode="auto">
          <a:xfrm>
            <a:off x="10183813" y="2000251"/>
            <a:ext cx="73025" cy="77788"/>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 name="Oval 58"/>
          <p:cNvSpPr>
            <a:spLocks noChangeArrowheads="1"/>
          </p:cNvSpPr>
          <p:nvPr/>
        </p:nvSpPr>
        <p:spPr bwMode="auto">
          <a:xfrm>
            <a:off x="8401050" y="5311776"/>
            <a:ext cx="177800" cy="177800"/>
          </a:xfrm>
          <a:prstGeom prst="ellipse">
            <a:avLst/>
          </a:prstGeom>
          <a:solidFill>
            <a:srgbClr val="D167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1" name="Freeform 59"/>
          <p:cNvSpPr>
            <a:spLocks noEditPoints="1"/>
          </p:cNvSpPr>
          <p:nvPr/>
        </p:nvSpPr>
        <p:spPr bwMode="auto">
          <a:xfrm>
            <a:off x="7962900" y="5372101"/>
            <a:ext cx="1058863" cy="307975"/>
          </a:xfrm>
          <a:custGeom>
            <a:avLst/>
            <a:gdLst>
              <a:gd name="T0" fmla="*/ 115 w 244"/>
              <a:gd name="T1" fmla="*/ 26 h 71"/>
              <a:gd name="T2" fmla="*/ 115 w 244"/>
              <a:gd name="T3" fmla="*/ 71 h 71"/>
              <a:gd name="T4" fmla="*/ 128 w 244"/>
              <a:gd name="T5" fmla="*/ 71 h 71"/>
              <a:gd name="T6" fmla="*/ 128 w 244"/>
              <a:gd name="T7" fmla="*/ 26 h 71"/>
              <a:gd name="T8" fmla="*/ 122 w 244"/>
              <a:gd name="T9" fmla="*/ 27 h 71"/>
              <a:gd name="T10" fmla="*/ 115 w 244"/>
              <a:gd name="T11" fmla="*/ 26 h 71"/>
              <a:gd name="T12" fmla="*/ 102 w 244"/>
              <a:gd name="T13" fmla="*/ 0 h 71"/>
              <a:gd name="T14" fmla="*/ 0 w 244"/>
              <a:gd name="T15" fmla="*/ 0 h 71"/>
              <a:gd name="T16" fmla="*/ 0 w 244"/>
              <a:gd name="T17" fmla="*/ 13 h 71"/>
              <a:gd name="T18" fmla="*/ 102 w 244"/>
              <a:gd name="T19" fmla="*/ 13 h 71"/>
              <a:gd name="T20" fmla="*/ 101 w 244"/>
              <a:gd name="T21" fmla="*/ 7 h 71"/>
              <a:gd name="T22" fmla="*/ 102 w 244"/>
              <a:gd name="T23" fmla="*/ 0 h 71"/>
              <a:gd name="T24" fmla="*/ 244 w 244"/>
              <a:gd name="T25" fmla="*/ 0 h 71"/>
              <a:gd name="T26" fmla="*/ 141 w 244"/>
              <a:gd name="T27" fmla="*/ 0 h 71"/>
              <a:gd name="T28" fmla="*/ 142 w 244"/>
              <a:gd name="T29" fmla="*/ 7 h 71"/>
              <a:gd name="T30" fmla="*/ 141 w 244"/>
              <a:gd name="T31" fmla="*/ 13 h 71"/>
              <a:gd name="T32" fmla="*/ 244 w 244"/>
              <a:gd name="T33" fmla="*/ 13 h 71"/>
              <a:gd name="T34" fmla="*/ 244 w 244"/>
              <a:gd name="T35"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4" h="71">
                <a:moveTo>
                  <a:pt x="115" y="26"/>
                </a:moveTo>
                <a:cubicBezTo>
                  <a:pt x="115" y="71"/>
                  <a:pt x="115" y="71"/>
                  <a:pt x="115" y="71"/>
                </a:cubicBezTo>
                <a:cubicBezTo>
                  <a:pt x="128" y="71"/>
                  <a:pt x="128" y="71"/>
                  <a:pt x="128" y="71"/>
                </a:cubicBezTo>
                <a:cubicBezTo>
                  <a:pt x="128" y="26"/>
                  <a:pt x="128" y="26"/>
                  <a:pt x="128" y="26"/>
                </a:cubicBezTo>
                <a:cubicBezTo>
                  <a:pt x="126" y="27"/>
                  <a:pt x="124" y="27"/>
                  <a:pt x="122" y="27"/>
                </a:cubicBezTo>
                <a:cubicBezTo>
                  <a:pt x="119" y="27"/>
                  <a:pt x="117" y="27"/>
                  <a:pt x="115" y="26"/>
                </a:cubicBezTo>
                <a:moveTo>
                  <a:pt x="102" y="0"/>
                </a:moveTo>
                <a:cubicBezTo>
                  <a:pt x="0" y="0"/>
                  <a:pt x="0" y="0"/>
                  <a:pt x="0" y="0"/>
                </a:cubicBezTo>
                <a:cubicBezTo>
                  <a:pt x="0" y="13"/>
                  <a:pt x="0" y="13"/>
                  <a:pt x="0" y="13"/>
                </a:cubicBezTo>
                <a:cubicBezTo>
                  <a:pt x="102" y="13"/>
                  <a:pt x="102" y="13"/>
                  <a:pt x="102" y="13"/>
                </a:cubicBezTo>
                <a:cubicBezTo>
                  <a:pt x="101" y="11"/>
                  <a:pt x="101" y="9"/>
                  <a:pt x="101" y="7"/>
                </a:cubicBezTo>
                <a:cubicBezTo>
                  <a:pt x="101" y="4"/>
                  <a:pt x="101" y="2"/>
                  <a:pt x="102" y="0"/>
                </a:cubicBezTo>
                <a:moveTo>
                  <a:pt x="244" y="0"/>
                </a:moveTo>
                <a:cubicBezTo>
                  <a:pt x="141" y="0"/>
                  <a:pt x="141" y="0"/>
                  <a:pt x="141" y="0"/>
                </a:cubicBezTo>
                <a:cubicBezTo>
                  <a:pt x="142" y="2"/>
                  <a:pt x="142" y="4"/>
                  <a:pt x="142" y="7"/>
                </a:cubicBezTo>
                <a:cubicBezTo>
                  <a:pt x="142" y="9"/>
                  <a:pt x="142" y="11"/>
                  <a:pt x="141" y="13"/>
                </a:cubicBezTo>
                <a:cubicBezTo>
                  <a:pt x="244" y="13"/>
                  <a:pt x="244" y="13"/>
                  <a:pt x="244" y="13"/>
                </a:cubicBezTo>
                <a:cubicBezTo>
                  <a:pt x="244" y="0"/>
                  <a:pt x="244" y="0"/>
                  <a:pt x="244"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0" name="Freeform 60"/>
          <p:cNvSpPr>
            <a:spLocks/>
          </p:cNvSpPr>
          <p:nvPr/>
        </p:nvSpPr>
        <p:spPr bwMode="auto">
          <a:xfrm>
            <a:off x="8401050" y="5372101"/>
            <a:ext cx="177800" cy="117475"/>
          </a:xfrm>
          <a:custGeom>
            <a:avLst/>
            <a:gdLst>
              <a:gd name="T0" fmla="*/ 40 w 41"/>
              <a:gd name="T1" fmla="*/ 0 h 27"/>
              <a:gd name="T2" fmla="*/ 1 w 41"/>
              <a:gd name="T3" fmla="*/ 0 h 27"/>
              <a:gd name="T4" fmla="*/ 0 w 41"/>
              <a:gd name="T5" fmla="*/ 7 h 27"/>
              <a:gd name="T6" fmla="*/ 1 w 41"/>
              <a:gd name="T7" fmla="*/ 13 h 27"/>
              <a:gd name="T8" fmla="*/ 14 w 41"/>
              <a:gd name="T9" fmla="*/ 13 h 27"/>
              <a:gd name="T10" fmla="*/ 14 w 41"/>
              <a:gd name="T11" fmla="*/ 26 h 27"/>
              <a:gd name="T12" fmla="*/ 21 w 41"/>
              <a:gd name="T13" fmla="*/ 27 h 27"/>
              <a:gd name="T14" fmla="*/ 27 w 41"/>
              <a:gd name="T15" fmla="*/ 26 h 27"/>
              <a:gd name="T16" fmla="*/ 27 w 41"/>
              <a:gd name="T17" fmla="*/ 13 h 27"/>
              <a:gd name="T18" fmla="*/ 40 w 41"/>
              <a:gd name="T19" fmla="*/ 13 h 27"/>
              <a:gd name="T20" fmla="*/ 41 w 41"/>
              <a:gd name="T21" fmla="*/ 7 h 27"/>
              <a:gd name="T22" fmla="*/ 40 w 41"/>
              <a:gd name="T2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27">
                <a:moveTo>
                  <a:pt x="40" y="0"/>
                </a:moveTo>
                <a:cubicBezTo>
                  <a:pt x="1" y="0"/>
                  <a:pt x="1" y="0"/>
                  <a:pt x="1" y="0"/>
                </a:cubicBezTo>
                <a:cubicBezTo>
                  <a:pt x="0" y="2"/>
                  <a:pt x="0" y="4"/>
                  <a:pt x="0" y="7"/>
                </a:cubicBezTo>
                <a:cubicBezTo>
                  <a:pt x="0" y="9"/>
                  <a:pt x="0" y="11"/>
                  <a:pt x="1" y="13"/>
                </a:cubicBezTo>
                <a:cubicBezTo>
                  <a:pt x="14" y="13"/>
                  <a:pt x="14" y="13"/>
                  <a:pt x="14" y="13"/>
                </a:cubicBezTo>
                <a:cubicBezTo>
                  <a:pt x="14" y="26"/>
                  <a:pt x="14" y="26"/>
                  <a:pt x="14" y="26"/>
                </a:cubicBezTo>
                <a:cubicBezTo>
                  <a:pt x="16" y="27"/>
                  <a:pt x="18" y="27"/>
                  <a:pt x="21" y="27"/>
                </a:cubicBezTo>
                <a:cubicBezTo>
                  <a:pt x="23" y="27"/>
                  <a:pt x="25" y="27"/>
                  <a:pt x="27" y="26"/>
                </a:cubicBezTo>
                <a:cubicBezTo>
                  <a:pt x="27" y="13"/>
                  <a:pt x="27" y="13"/>
                  <a:pt x="27" y="13"/>
                </a:cubicBezTo>
                <a:cubicBezTo>
                  <a:pt x="40" y="13"/>
                  <a:pt x="40" y="13"/>
                  <a:pt x="40" y="13"/>
                </a:cubicBezTo>
                <a:cubicBezTo>
                  <a:pt x="41" y="11"/>
                  <a:pt x="41" y="9"/>
                  <a:pt x="41" y="7"/>
                </a:cubicBezTo>
                <a:cubicBezTo>
                  <a:pt x="41" y="4"/>
                  <a:pt x="41" y="2"/>
                  <a:pt x="40" y="0"/>
                </a:cubicBezTo>
              </a:path>
            </a:pathLst>
          </a:custGeom>
          <a:solidFill>
            <a:srgbClr val="A958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1" name="Oval 61"/>
          <p:cNvSpPr>
            <a:spLocks noChangeArrowheads="1"/>
          </p:cNvSpPr>
          <p:nvPr/>
        </p:nvSpPr>
        <p:spPr bwMode="auto">
          <a:xfrm>
            <a:off x="8448675" y="5359401"/>
            <a:ext cx="82550" cy="82550"/>
          </a:xfrm>
          <a:prstGeom prst="ellipse">
            <a:avLst/>
          </a:prstGeom>
          <a:solidFill>
            <a:srgbClr val="E6EA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 name="Oval 62"/>
          <p:cNvSpPr>
            <a:spLocks noChangeArrowheads="1"/>
          </p:cNvSpPr>
          <p:nvPr/>
        </p:nvSpPr>
        <p:spPr bwMode="auto">
          <a:xfrm>
            <a:off x="8982075" y="5364163"/>
            <a:ext cx="73025" cy="73025"/>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 name="Oval 63"/>
          <p:cNvSpPr>
            <a:spLocks noChangeArrowheads="1"/>
          </p:cNvSpPr>
          <p:nvPr/>
        </p:nvSpPr>
        <p:spPr bwMode="auto">
          <a:xfrm>
            <a:off x="8453438" y="5641976"/>
            <a:ext cx="73025" cy="77788"/>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 name="Oval 64"/>
          <p:cNvSpPr>
            <a:spLocks noChangeArrowheads="1"/>
          </p:cNvSpPr>
          <p:nvPr/>
        </p:nvSpPr>
        <p:spPr bwMode="auto">
          <a:xfrm>
            <a:off x="7924800" y="5364163"/>
            <a:ext cx="77788" cy="73025"/>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 name="Oval 65"/>
          <p:cNvSpPr>
            <a:spLocks noChangeArrowheads="1"/>
          </p:cNvSpPr>
          <p:nvPr/>
        </p:nvSpPr>
        <p:spPr bwMode="auto">
          <a:xfrm>
            <a:off x="10802938" y="5311776"/>
            <a:ext cx="182563" cy="177800"/>
          </a:xfrm>
          <a:prstGeom prst="ellipse">
            <a:avLst/>
          </a:prstGeom>
          <a:solidFill>
            <a:srgbClr val="4F9D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 name="Freeform 66"/>
          <p:cNvSpPr>
            <a:spLocks noEditPoints="1"/>
          </p:cNvSpPr>
          <p:nvPr/>
        </p:nvSpPr>
        <p:spPr bwMode="auto">
          <a:xfrm>
            <a:off x="10364788" y="5372101"/>
            <a:ext cx="1058863" cy="307975"/>
          </a:xfrm>
          <a:custGeom>
            <a:avLst/>
            <a:gdLst>
              <a:gd name="T0" fmla="*/ 129 w 244"/>
              <a:gd name="T1" fmla="*/ 26 h 71"/>
              <a:gd name="T2" fmla="*/ 122 w 244"/>
              <a:gd name="T3" fmla="*/ 27 h 71"/>
              <a:gd name="T4" fmla="*/ 115 w 244"/>
              <a:gd name="T5" fmla="*/ 26 h 71"/>
              <a:gd name="T6" fmla="*/ 115 w 244"/>
              <a:gd name="T7" fmla="*/ 71 h 71"/>
              <a:gd name="T8" fmla="*/ 129 w 244"/>
              <a:gd name="T9" fmla="*/ 71 h 71"/>
              <a:gd name="T10" fmla="*/ 129 w 244"/>
              <a:gd name="T11" fmla="*/ 26 h 71"/>
              <a:gd name="T12" fmla="*/ 102 w 244"/>
              <a:gd name="T13" fmla="*/ 0 h 71"/>
              <a:gd name="T14" fmla="*/ 0 w 244"/>
              <a:gd name="T15" fmla="*/ 0 h 71"/>
              <a:gd name="T16" fmla="*/ 0 w 244"/>
              <a:gd name="T17" fmla="*/ 13 h 71"/>
              <a:gd name="T18" fmla="*/ 102 w 244"/>
              <a:gd name="T19" fmla="*/ 13 h 71"/>
              <a:gd name="T20" fmla="*/ 101 w 244"/>
              <a:gd name="T21" fmla="*/ 7 h 71"/>
              <a:gd name="T22" fmla="*/ 102 w 244"/>
              <a:gd name="T23" fmla="*/ 0 h 71"/>
              <a:gd name="T24" fmla="*/ 244 w 244"/>
              <a:gd name="T25" fmla="*/ 0 h 71"/>
              <a:gd name="T26" fmla="*/ 142 w 244"/>
              <a:gd name="T27" fmla="*/ 0 h 71"/>
              <a:gd name="T28" fmla="*/ 143 w 244"/>
              <a:gd name="T29" fmla="*/ 7 h 71"/>
              <a:gd name="T30" fmla="*/ 142 w 244"/>
              <a:gd name="T31" fmla="*/ 13 h 71"/>
              <a:gd name="T32" fmla="*/ 244 w 244"/>
              <a:gd name="T33" fmla="*/ 13 h 71"/>
              <a:gd name="T34" fmla="*/ 244 w 244"/>
              <a:gd name="T35"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4" h="71">
                <a:moveTo>
                  <a:pt x="129" y="26"/>
                </a:moveTo>
                <a:cubicBezTo>
                  <a:pt x="127" y="27"/>
                  <a:pt x="124" y="27"/>
                  <a:pt x="122" y="27"/>
                </a:cubicBezTo>
                <a:cubicBezTo>
                  <a:pt x="120" y="27"/>
                  <a:pt x="117" y="27"/>
                  <a:pt x="115" y="26"/>
                </a:cubicBezTo>
                <a:cubicBezTo>
                  <a:pt x="115" y="71"/>
                  <a:pt x="115" y="71"/>
                  <a:pt x="115" y="71"/>
                </a:cubicBezTo>
                <a:cubicBezTo>
                  <a:pt x="129" y="71"/>
                  <a:pt x="129" y="71"/>
                  <a:pt x="129" y="71"/>
                </a:cubicBezTo>
                <a:cubicBezTo>
                  <a:pt x="129" y="26"/>
                  <a:pt x="129" y="26"/>
                  <a:pt x="129" y="26"/>
                </a:cubicBezTo>
                <a:moveTo>
                  <a:pt x="102" y="0"/>
                </a:moveTo>
                <a:cubicBezTo>
                  <a:pt x="0" y="0"/>
                  <a:pt x="0" y="0"/>
                  <a:pt x="0" y="0"/>
                </a:cubicBezTo>
                <a:cubicBezTo>
                  <a:pt x="0" y="13"/>
                  <a:pt x="0" y="13"/>
                  <a:pt x="0" y="13"/>
                </a:cubicBezTo>
                <a:cubicBezTo>
                  <a:pt x="102" y="13"/>
                  <a:pt x="102" y="13"/>
                  <a:pt x="102" y="13"/>
                </a:cubicBezTo>
                <a:cubicBezTo>
                  <a:pt x="102" y="11"/>
                  <a:pt x="101" y="9"/>
                  <a:pt x="101" y="7"/>
                </a:cubicBezTo>
                <a:cubicBezTo>
                  <a:pt x="101" y="4"/>
                  <a:pt x="102" y="2"/>
                  <a:pt x="102" y="0"/>
                </a:cubicBezTo>
                <a:moveTo>
                  <a:pt x="244" y="0"/>
                </a:moveTo>
                <a:cubicBezTo>
                  <a:pt x="142" y="0"/>
                  <a:pt x="142" y="0"/>
                  <a:pt x="142" y="0"/>
                </a:cubicBezTo>
                <a:cubicBezTo>
                  <a:pt x="142" y="2"/>
                  <a:pt x="143" y="4"/>
                  <a:pt x="143" y="7"/>
                </a:cubicBezTo>
                <a:cubicBezTo>
                  <a:pt x="143" y="9"/>
                  <a:pt x="142" y="11"/>
                  <a:pt x="142" y="13"/>
                </a:cubicBezTo>
                <a:cubicBezTo>
                  <a:pt x="244" y="13"/>
                  <a:pt x="244" y="13"/>
                  <a:pt x="244" y="13"/>
                </a:cubicBezTo>
                <a:cubicBezTo>
                  <a:pt x="244" y="0"/>
                  <a:pt x="244" y="0"/>
                  <a:pt x="244"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 name="Freeform 67"/>
          <p:cNvSpPr>
            <a:spLocks/>
          </p:cNvSpPr>
          <p:nvPr/>
        </p:nvSpPr>
        <p:spPr bwMode="auto">
          <a:xfrm>
            <a:off x="10802938" y="5372101"/>
            <a:ext cx="182563" cy="117475"/>
          </a:xfrm>
          <a:custGeom>
            <a:avLst/>
            <a:gdLst>
              <a:gd name="T0" fmla="*/ 41 w 42"/>
              <a:gd name="T1" fmla="*/ 0 h 27"/>
              <a:gd name="T2" fmla="*/ 1 w 42"/>
              <a:gd name="T3" fmla="*/ 0 h 27"/>
              <a:gd name="T4" fmla="*/ 0 w 42"/>
              <a:gd name="T5" fmla="*/ 7 h 27"/>
              <a:gd name="T6" fmla="*/ 1 w 42"/>
              <a:gd name="T7" fmla="*/ 13 h 27"/>
              <a:gd name="T8" fmla="*/ 14 w 42"/>
              <a:gd name="T9" fmla="*/ 13 h 27"/>
              <a:gd name="T10" fmla="*/ 14 w 42"/>
              <a:gd name="T11" fmla="*/ 26 h 27"/>
              <a:gd name="T12" fmla="*/ 21 w 42"/>
              <a:gd name="T13" fmla="*/ 27 h 27"/>
              <a:gd name="T14" fmla="*/ 28 w 42"/>
              <a:gd name="T15" fmla="*/ 26 h 27"/>
              <a:gd name="T16" fmla="*/ 28 w 42"/>
              <a:gd name="T17" fmla="*/ 13 h 27"/>
              <a:gd name="T18" fmla="*/ 41 w 42"/>
              <a:gd name="T19" fmla="*/ 13 h 27"/>
              <a:gd name="T20" fmla="*/ 42 w 42"/>
              <a:gd name="T21" fmla="*/ 7 h 27"/>
              <a:gd name="T22" fmla="*/ 41 w 42"/>
              <a:gd name="T2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27">
                <a:moveTo>
                  <a:pt x="41" y="0"/>
                </a:moveTo>
                <a:cubicBezTo>
                  <a:pt x="1" y="0"/>
                  <a:pt x="1" y="0"/>
                  <a:pt x="1" y="0"/>
                </a:cubicBezTo>
                <a:cubicBezTo>
                  <a:pt x="1" y="2"/>
                  <a:pt x="0" y="4"/>
                  <a:pt x="0" y="7"/>
                </a:cubicBezTo>
                <a:cubicBezTo>
                  <a:pt x="0" y="9"/>
                  <a:pt x="1" y="11"/>
                  <a:pt x="1" y="13"/>
                </a:cubicBezTo>
                <a:cubicBezTo>
                  <a:pt x="14" y="13"/>
                  <a:pt x="14" y="13"/>
                  <a:pt x="14" y="13"/>
                </a:cubicBezTo>
                <a:cubicBezTo>
                  <a:pt x="14" y="26"/>
                  <a:pt x="14" y="26"/>
                  <a:pt x="14" y="26"/>
                </a:cubicBezTo>
                <a:cubicBezTo>
                  <a:pt x="16" y="27"/>
                  <a:pt x="19" y="27"/>
                  <a:pt x="21" y="27"/>
                </a:cubicBezTo>
                <a:cubicBezTo>
                  <a:pt x="23" y="27"/>
                  <a:pt x="26" y="27"/>
                  <a:pt x="28" y="26"/>
                </a:cubicBezTo>
                <a:cubicBezTo>
                  <a:pt x="28" y="13"/>
                  <a:pt x="28" y="13"/>
                  <a:pt x="28" y="13"/>
                </a:cubicBezTo>
                <a:cubicBezTo>
                  <a:pt x="41" y="13"/>
                  <a:pt x="41" y="13"/>
                  <a:pt x="41" y="13"/>
                </a:cubicBezTo>
                <a:cubicBezTo>
                  <a:pt x="41" y="11"/>
                  <a:pt x="42" y="9"/>
                  <a:pt x="42" y="7"/>
                </a:cubicBezTo>
                <a:cubicBezTo>
                  <a:pt x="42" y="4"/>
                  <a:pt x="41" y="2"/>
                  <a:pt x="41" y="0"/>
                </a:cubicBezTo>
              </a:path>
            </a:pathLst>
          </a:custGeom>
          <a:solidFill>
            <a:srgbClr val="3786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 name="Oval 68"/>
          <p:cNvSpPr>
            <a:spLocks noChangeArrowheads="1"/>
          </p:cNvSpPr>
          <p:nvPr/>
        </p:nvSpPr>
        <p:spPr bwMode="auto">
          <a:xfrm>
            <a:off x="10855325" y="5359401"/>
            <a:ext cx="77788" cy="82550"/>
          </a:xfrm>
          <a:prstGeom prst="ellipse">
            <a:avLst/>
          </a:prstGeom>
          <a:solidFill>
            <a:srgbClr val="E6EA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 name="Oval 69"/>
          <p:cNvSpPr>
            <a:spLocks noChangeArrowheads="1"/>
          </p:cNvSpPr>
          <p:nvPr/>
        </p:nvSpPr>
        <p:spPr bwMode="auto">
          <a:xfrm>
            <a:off x="11383963" y="5364163"/>
            <a:ext cx="77788" cy="73025"/>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0" name="Oval 70"/>
          <p:cNvSpPr>
            <a:spLocks noChangeArrowheads="1"/>
          </p:cNvSpPr>
          <p:nvPr/>
        </p:nvSpPr>
        <p:spPr bwMode="auto">
          <a:xfrm>
            <a:off x="10855325" y="5641976"/>
            <a:ext cx="77788" cy="77788"/>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 name="Oval 71"/>
          <p:cNvSpPr>
            <a:spLocks noChangeArrowheads="1"/>
          </p:cNvSpPr>
          <p:nvPr/>
        </p:nvSpPr>
        <p:spPr bwMode="auto">
          <a:xfrm>
            <a:off x="10326688" y="5364163"/>
            <a:ext cx="77788" cy="73025"/>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2" name="Freeform 72"/>
          <p:cNvSpPr>
            <a:spLocks noEditPoints="1"/>
          </p:cNvSpPr>
          <p:nvPr/>
        </p:nvSpPr>
        <p:spPr bwMode="auto">
          <a:xfrm>
            <a:off x="7048500" y="2755901"/>
            <a:ext cx="476250" cy="533400"/>
          </a:xfrm>
          <a:custGeom>
            <a:avLst/>
            <a:gdLst>
              <a:gd name="T0" fmla="*/ 88 w 110"/>
              <a:gd name="T1" fmla="*/ 17 h 123"/>
              <a:gd name="T2" fmla="*/ 77 w 110"/>
              <a:gd name="T3" fmla="*/ 31 h 123"/>
              <a:gd name="T4" fmla="*/ 93 w 110"/>
              <a:gd name="T5" fmla="*/ 62 h 123"/>
              <a:gd name="T6" fmla="*/ 57 w 110"/>
              <a:gd name="T7" fmla="*/ 100 h 123"/>
              <a:gd name="T8" fmla="*/ 57 w 110"/>
              <a:gd name="T9" fmla="*/ 94 h 123"/>
              <a:gd name="T10" fmla="*/ 32 w 110"/>
              <a:gd name="T11" fmla="*/ 108 h 123"/>
              <a:gd name="T12" fmla="*/ 57 w 110"/>
              <a:gd name="T13" fmla="*/ 123 h 123"/>
              <a:gd name="T14" fmla="*/ 57 w 110"/>
              <a:gd name="T15" fmla="*/ 117 h 123"/>
              <a:gd name="T16" fmla="*/ 110 w 110"/>
              <a:gd name="T17" fmla="*/ 62 h 123"/>
              <a:gd name="T18" fmla="*/ 88 w 110"/>
              <a:gd name="T19" fmla="*/ 17 h 123"/>
              <a:gd name="T20" fmla="*/ 50 w 110"/>
              <a:gd name="T21" fmla="*/ 0 h 123"/>
              <a:gd name="T22" fmla="*/ 50 w 110"/>
              <a:gd name="T23" fmla="*/ 7 h 123"/>
              <a:gd name="T24" fmla="*/ 0 w 110"/>
              <a:gd name="T25" fmla="*/ 62 h 123"/>
              <a:gd name="T26" fmla="*/ 19 w 110"/>
              <a:gd name="T27" fmla="*/ 103 h 123"/>
              <a:gd name="T28" fmla="*/ 30 w 110"/>
              <a:gd name="T29" fmla="*/ 90 h 123"/>
              <a:gd name="T30" fmla="*/ 17 w 110"/>
              <a:gd name="T31" fmla="*/ 62 h 123"/>
              <a:gd name="T32" fmla="*/ 50 w 110"/>
              <a:gd name="T33" fmla="*/ 24 h 123"/>
              <a:gd name="T34" fmla="*/ 50 w 110"/>
              <a:gd name="T35" fmla="*/ 30 h 123"/>
              <a:gd name="T36" fmla="*/ 75 w 110"/>
              <a:gd name="T37" fmla="*/ 15 h 123"/>
              <a:gd name="T38" fmla="*/ 50 w 110"/>
              <a:gd name="T39"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0" h="123">
                <a:moveTo>
                  <a:pt x="88" y="17"/>
                </a:moveTo>
                <a:cubicBezTo>
                  <a:pt x="77" y="31"/>
                  <a:pt x="77" y="31"/>
                  <a:pt x="77" y="31"/>
                </a:cubicBezTo>
                <a:cubicBezTo>
                  <a:pt x="87" y="38"/>
                  <a:pt x="93" y="49"/>
                  <a:pt x="93" y="62"/>
                </a:cubicBezTo>
                <a:cubicBezTo>
                  <a:pt x="93" y="82"/>
                  <a:pt x="77" y="98"/>
                  <a:pt x="57" y="100"/>
                </a:cubicBezTo>
                <a:cubicBezTo>
                  <a:pt x="57" y="94"/>
                  <a:pt x="57" y="94"/>
                  <a:pt x="57" y="94"/>
                </a:cubicBezTo>
                <a:cubicBezTo>
                  <a:pt x="32" y="108"/>
                  <a:pt x="32" y="108"/>
                  <a:pt x="32" y="108"/>
                </a:cubicBezTo>
                <a:cubicBezTo>
                  <a:pt x="57" y="123"/>
                  <a:pt x="57" y="123"/>
                  <a:pt x="57" y="123"/>
                </a:cubicBezTo>
                <a:cubicBezTo>
                  <a:pt x="57" y="117"/>
                  <a:pt x="57" y="117"/>
                  <a:pt x="57" y="117"/>
                </a:cubicBezTo>
                <a:cubicBezTo>
                  <a:pt x="86" y="116"/>
                  <a:pt x="110" y="91"/>
                  <a:pt x="110" y="62"/>
                </a:cubicBezTo>
                <a:cubicBezTo>
                  <a:pt x="110" y="44"/>
                  <a:pt x="102" y="28"/>
                  <a:pt x="88" y="17"/>
                </a:cubicBezTo>
                <a:moveTo>
                  <a:pt x="50" y="0"/>
                </a:moveTo>
                <a:cubicBezTo>
                  <a:pt x="50" y="7"/>
                  <a:pt x="50" y="7"/>
                  <a:pt x="50" y="7"/>
                </a:cubicBezTo>
                <a:cubicBezTo>
                  <a:pt x="22" y="9"/>
                  <a:pt x="0" y="33"/>
                  <a:pt x="0" y="62"/>
                </a:cubicBezTo>
                <a:cubicBezTo>
                  <a:pt x="0" y="78"/>
                  <a:pt x="7" y="93"/>
                  <a:pt x="19" y="103"/>
                </a:cubicBezTo>
                <a:cubicBezTo>
                  <a:pt x="30" y="90"/>
                  <a:pt x="30" y="90"/>
                  <a:pt x="30" y="90"/>
                </a:cubicBezTo>
                <a:cubicBezTo>
                  <a:pt x="22" y="83"/>
                  <a:pt x="17" y="73"/>
                  <a:pt x="17" y="62"/>
                </a:cubicBezTo>
                <a:cubicBezTo>
                  <a:pt x="17" y="42"/>
                  <a:pt x="31" y="26"/>
                  <a:pt x="50" y="24"/>
                </a:cubicBezTo>
                <a:cubicBezTo>
                  <a:pt x="50" y="30"/>
                  <a:pt x="50" y="30"/>
                  <a:pt x="50" y="30"/>
                </a:cubicBezTo>
                <a:cubicBezTo>
                  <a:pt x="75" y="15"/>
                  <a:pt x="75" y="15"/>
                  <a:pt x="75" y="15"/>
                </a:cubicBezTo>
                <a:cubicBezTo>
                  <a:pt x="50" y="0"/>
                  <a:pt x="50" y="0"/>
                  <a:pt x="50"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3" name="Freeform 73"/>
          <p:cNvSpPr>
            <a:spLocks noEditPoints="1"/>
          </p:cNvSpPr>
          <p:nvPr/>
        </p:nvSpPr>
        <p:spPr bwMode="auto">
          <a:xfrm>
            <a:off x="8210550" y="3987801"/>
            <a:ext cx="623888" cy="512763"/>
          </a:xfrm>
          <a:custGeom>
            <a:avLst/>
            <a:gdLst>
              <a:gd name="T0" fmla="*/ 19 w 144"/>
              <a:gd name="T1" fmla="*/ 67 h 118"/>
              <a:gd name="T2" fmla="*/ 85 w 144"/>
              <a:gd name="T3" fmla="*/ 67 h 118"/>
              <a:gd name="T4" fmla="*/ 60 w 144"/>
              <a:gd name="T5" fmla="*/ 15 h 118"/>
              <a:gd name="T6" fmla="*/ 44 w 144"/>
              <a:gd name="T7" fmla="*/ 24 h 118"/>
              <a:gd name="T8" fmla="*/ 21 w 144"/>
              <a:gd name="T9" fmla="*/ 24 h 118"/>
              <a:gd name="T10" fmla="*/ 16 w 144"/>
              <a:gd name="T11" fmla="*/ 42 h 118"/>
              <a:gd name="T12" fmla="*/ 0 w 144"/>
              <a:gd name="T13" fmla="*/ 58 h 118"/>
              <a:gd name="T14" fmla="*/ 10 w 144"/>
              <a:gd name="T15" fmla="*/ 75 h 118"/>
              <a:gd name="T16" fmla="*/ 10 w 144"/>
              <a:gd name="T17" fmla="*/ 98 h 118"/>
              <a:gd name="T18" fmla="*/ 28 w 144"/>
              <a:gd name="T19" fmla="*/ 102 h 118"/>
              <a:gd name="T20" fmla="*/ 44 w 144"/>
              <a:gd name="T21" fmla="*/ 118 h 118"/>
              <a:gd name="T22" fmla="*/ 60 w 144"/>
              <a:gd name="T23" fmla="*/ 109 h 118"/>
              <a:gd name="T24" fmla="*/ 83 w 144"/>
              <a:gd name="T25" fmla="*/ 109 h 118"/>
              <a:gd name="T26" fmla="*/ 88 w 144"/>
              <a:gd name="T27" fmla="*/ 91 h 118"/>
              <a:gd name="T28" fmla="*/ 104 w 144"/>
              <a:gd name="T29" fmla="*/ 75 h 118"/>
              <a:gd name="T30" fmla="*/ 94 w 144"/>
              <a:gd name="T31" fmla="*/ 58 h 118"/>
              <a:gd name="T32" fmla="*/ 95 w 144"/>
              <a:gd name="T33" fmla="*/ 36 h 118"/>
              <a:gd name="T34" fmla="*/ 76 w 144"/>
              <a:gd name="T35" fmla="*/ 31 h 118"/>
              <a:gd name="T36" fmla="*/ 60 w 144"/>
              <a:gd name="T37" fmla="*/ 15 h 118"/>
              <a:gd name="T38" fmla="*/ 106 w 144"/>
              <a:gd name="T39" fmla="*/ 25 h 118"/>
              <a:gd name="T40" fmla="*/ 132 w 144"/>
              <a:gd name="T41" fmla="*/ 25 h 118"/>
              <a:gd name="T42" fmla="*/ 123 w 144"/>
              <a:gd name="T43" fmla="*/ 0 h 118"/>
              <a:gd name="T44" fmla="*/ 115 w 144"/>
              <a:gd name="T45" fmla="*/ 4 h 118"/>
              <a:gd name="T46" fmla="*/ 104 w 144"/>
              <a:gd name="T47" fmla="*/ 4 h 118"/>
              <a:gd name="T48" fmla="*/ 102 w 144"/>
              <a:gd name="T49" fmla="*/ 13 h 118"/>
              <a:gd name="T50" fmla="*/ 94 w 144"/>
              <a:gd name="T51" fmla="*/ 21 h 118"/>
              <a:gd name="T52" fmla="*/ 99 w 144"/>
              <a:gd name="T53" fmla="*/ 29 h 118"/>
              <a:gd name="T54" fmla="*/ 99 w 144"/>
              <a:gd name="T55" fmla="*/ 40 h 118"/>
              <a:gd name="T56" fmla="*/ 107 w 144"/>
              <a:gd name="T57" fmla="*/ 42 h 118"/>
              <a:gd name="T58" fmla="*/ 115 w 144"/>
              <a:gd name="T59" fmla="*/ 50 h 118"/>
              <a:gd name="T60" fmla="*/ 123 w 144"/>
              <a:gd name="T61" fmla="*/ 45 h 118"/>
              <a:gd name="T62" fmla="*/ 134 w 144"/>
              <a:gd name="T63" fmla="*/ 45 h 118"/>
              <a:gd name="T64" fmla="*/ 136 w 144"/>
              <a:gd name="T65" fmla="*/ 36 h 118"/>
              <a:gd name="T66" fmla="*/ 144 w 144"/>
              <a:gd name="T67" fmla="*/ 29 h 118"/>
              <a:gd name="T68" fmla="*/ 139 w 144"/>
              <a:gd name="T69" fmla="*/ 21 h 118"/>
              <a:gd name="T70" fmla="*/ 139 w 144"/>
              <a:gd name="T71" fmla="*/ 10 h 118"/>
              <a:gd name="T72" fmla="*/ 131 w 144"/>
              <a:gd name="T73" fmla="*/ 8 h 118"/>
              <a:gd name="T74" fmla="*/ 123 w 144"/>
              <a:gd name="T75"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4" h="118">
                <a:moveTo>
                  <a:pt x="52" y="99"/>
                </a:moveTo>
                <a:cubicBezTo>
                  <a:pt x="34" y="99"/>
                  <a:pt x="19" y="85"/>
                  <a:pt x="19" y="67"/>
                </a:cubicBezTo>
                <a:cubicBezTo>
                  <a:pt x="19" y="48"/>
                  <a:pt x="34" y="34"/>
                  <a:pt x="52" y="34"/>
                </a:cubicBezTo>
                <a:cubicBezTo>
                  <a:pt x="70" y="34"/>
                  <a:pt x="85" y="48"/>
                  <a:pt x="85" y="67"/>
                </a:cubicBezTo>
                <a:cubicBezTo>
                  <a:pt x="85" y="85"/>
                  <a:pt x="70" y="99"/>
                  <a:pt x="52" y="99"/>
                </a:cubicBezTo>
                <a:moveTo>
                  <a:pt x="60" y="15"/>
                </a:moveTo>
                <a:cubicBezTo>
                  <a:pt x="44" y="15"/>
                  <a:pt x="44" y="15"/>
                  <a:pt x="44" y="15"/>
                </a:cubicBezTo>
                <a:cubicBezTo>
                  <a:pt x="44" y="24"/>
                  <a:pt x="44" y="24"/>
                  <a:pt x="44" y="24"/>
                </a:cubicBezTo>
                <a:cubicBezTo>
                  <a:pt x="38" y="25"/>
                  <a:pt x="33" y="28"/>
                  <a:pt x="28" y="31"/>
                </a:cubicBezTo>
                <a:cubicBezTo>
                  <a:pt x="21" y="24"/>
                  <a:pt x="21" y="24"/>
                  <a:pt x="21" y="24"/>
                </a:cubicBezTo>
                <a:cubicBezTo>
                  <a:pt x="10" y="36"/>
                  <a:pt x="10" y="36"/>
                  <a:pt x="10" y="36"/>
                </a:cubicBezTo>
                <a:cubicBezTo>
                  <a:pt x="16" y="42"/>
                  <a:pt x="16" y="42"/>
                  <a:pt x="16" y="42"/>
                </a:cubicBezTo>
                <a:cubicBezTo>
                  <a:pt x="13" y="47"/>
                  <a:pt x="11" y="53"/>
                  <a:pt x="10" y="58"/>
                </a:cubicBezTo>
                <a:cubicBezTo>
                  <a:pt x="0" y="58"/>
                  <a:pt x="0" y="58"/>
                  <a:pt x="0" y="58"/>
                </a:cubicBezTo>
                <a:cubicBezTo>
                  <a:pt x="0" y="75"/>
                  <a:pt x="0" y="75"/>
                  <a:pt x="0" y="75"/>
                </a:cubicBezTo>
                <a:cubicBezTo>
                  <a:pt x="10" y="75"/>
                  <a:pt x="10" y="75"/>
                  <a:pt x="10" y="75"/>
                </a:cubicBezTo>
                <a:cubicBezTo>
                  <a:pt x="11" y="81"/>
                  <a:pt x="13" y="86"/>
                  <a:pt x="16" y="91"/>
                </a:cubicBezTo>
                <a:cubicBezTo>
                  <a:pt x="10" y="98"/>
                  <a:pt x="10" y="98"/>
                  <a:pt x="10" y="98"/>
                </a:cubicBezTo>
                <a:cubicBezTo>
                  <a:pt x="21" y="109"/>
                  <a:pt x="21" y="109"/>
                  <a:pt x="21" y="109"/>
                </a:cubicBezTo>
                <a:cubicBezTo>
                  <a:pt x="28" y="102"/>
                  <a:pt x="28" y="102"/>
                  <a:pt x="28" y="102"/>
                </a:cubicBezTo>
                <a:cubicBezTo>
                  <a:pt x="33" y="105"/>
                  <a:pt x="38" y="108"/>
                  <a:pt x="44" y="109"/>
                </a:cubicBezTo>
                <a:cubicBezTo>
                  <a:pt x="44" y="118"/>
                  <a:pt x="44" y="118"/>
                  <a:pt x="44" y="118"/>
                </a:cubicBezTo>
                <a:cubicBezTo>
                  <a:pt x="60" y="118"/>
                  <a:pt x="60" y="118"/>
                  <a:pt x="60" y="118"/>
                </a:cubicBezTo>
                <a:cubicBezTo>
                  <a:pt x="60" y="109"/>
                  <a:pt x="60" y="109"/>
                  <a:pt x="60" y="109"/>
                </a:cubicBezTo>
                <a:cubicBezTo>
                  <a:pt x="66" y="108"/>
                  <a:pt x="72" y="105"/>
                  <a:pt x="76" y="102"/>
                </a:cubicBezTo>
                <a:cubicBezTo>
                  <a:pt x="83" y="109"/>
                  <a:pt x="83" y="109"/>
                  <a:pt x="83" y="109"/>
                </a:cubicBezTo>
                <a:cubicBezTo>
                  <a:pt x="95" y="98"/>
                  <a:pt x="95" y="98"/>
                  <a:pt x="95" y="98"/>
                </a:cubicBezTo>
                <a:cubicBezTo>
                  <a:pt x="88" y="91"/>
                  <a:pt x="88" y="91"/>
                  <a:pt x="88" y="91"/>
                </a:cubicBezTo>
                <a:cubicBezTo>
                  <a:pt x="91" y="86"/>
                  <a:pt x="93" y="81"/>
                  <a:pt x="94" y="75"/>
                </a:cubicBezTo>
                <a:cubicBezTo>
                  <a:pt x="104" y="75"/>
                  <a:pt x="104" y="75"/>
                  <a:pt x="104" y="75"/>
                </a:cubicBezTo>
                <a:cubicBezTo>
                  <a:pt x="104" y="58"/>
                  <a:pt x="104" y="58"/>
                  <a:pt x="104" y="58"/>
                </a:cubicBezTo>
                <a:cubicBezTo>
                  <a:pt x="94" y="58"/>
                  <a:pt x="94" y="58"/>
                  <a:pt x="94" y="58"/>
                </a:cubicBezTo>
                <a:cubicBezTo>
                  <a:pt x="93" y="53"/>
                  <a:pt x="91" y="47"/>
                  <a:pt x="88" y="42"/>
                </a:cubicBezTo>
                <a:cubicBezTo>
                  <a:pt x="95" y="36"/>
                  <a:pt x="95" y="36"/>
                  <a:pt x="95" y="36"/>
                </a:cubicBezTo>
                <a:cubicBezTo>
                  <a:pt x="83" y="24"/>
                  <a:pt x="83" y="24"/>
                  <a:pt x="83" y="24"/>
                </a:cubicBezTo>
                <a:cubicBezTo>
                  <a:pt x="76" y="31"/>
                  <a:pt x="76" y="31"/>
                  <a:pt x="76" y="31"/>
                </a:cubicBezTo>
                <a:cubicBezTo>
                  <a:pt x="72" y="28"/>
                  <a:pt x="66" y="25"/>
                  <a:pt x="60" y="24"/>
                </a:cubicBezTo>
                <a:cubicBezTo>
                  <a:pt x="60" y="15"/>
                  <a:pt x="60" y="15"/>
                  <a:pt x="60" y="15"/>
                </a:cubicBezTo>
                <a:moveTo>
                  <a:pt x="119" y="38"/>
                </a:moveTo>
                <a:cubicBezTo>
                  <a:pt x="112" y="38"/>
                  <a:pt x="106" y="32"/>
                  <a:pt x="106" y="25"/>
                </a:cubicBezTo>
                <a:cubicBezTo>
                  <a:pt x="106" y="18"/>
                  <a:pt x="112" y="12"/>
                  <a:pt x="119" y="12"/>
                </a:cubicBezTo>
                <a:cubicBezTo>
                  <a:pt x="126" y="12"/>
                  <a:pt x="132" y="18"/>
                  <a:pt x="132" y="25"/>
                </a:cubicBezTo>
                <a:cubicBezTo>
                  <a:pt x="132" y="32"/>
                  <a:pt x="126" y="38"/>
                  <a:pt x="119" y="38"/>
                </a:cubicBezTo>
                <a:moveTo>
                  <a:pt x="123" y="0"/>
                </a:moveTo>
                <a:cubicBezTo>
                  <a:pt x="115" y="0"/>
                  <a:pt x="115" y="0"/>
                  <a:pt x="115" y="0"/>
                </a:cubicBezTo>
                <a:cubicBezTo>
                  <a:pt x="115" y="4"/>
                  <a:pt x="115" y="4"/>
                  <a:pt x="115" y="4"/>
                </a:cubicBezTo>
                <a:cubicBezTo>
                  <a:pt x="112" y="5"/>
                  <a:pt x="110" y="6"/>
                  <a:pt x="107" y="8"/>
                </a:cubicBezTo>
                <a:cubicBezTo>
                  <a:pt x="104" y="4"/>
                  <a:pt x="104" y="4"/>
                  <a:pt x="104" y="4"/>
                </a:cubicBezTo>
                <a:cubicBezTo>
                  <a:pt x="99" y="10"/>
                  <a:pt x="99" y="10"/>
                  <a:pt x="99" y="10"/>
                </a:cubicBezTo>
                <a:cubicBezTo>
                  <a:pt x="102" y="13"/>
                  <a:pt x="102" y="13"/>
                  <a:pt x="102" y="13"/>
                </a:cubicBezTo>
                <a:cubicBezTo>
                  <a:pt x="100" y="15"/>
                  <a:pt x="99" y="18"/>
                  <a:pt x="99" y="21"/>
                </a:cubicBezTo>
                <a:cubicBezTo>
                  <a:pt x="94" y="21"/>
                  <a:pt x="94" y="21"/>
                  <a:pt x="94" y="21"/>
                </a:cubicBezTo>
                <a:cubicBezTo>
                  <a:pt x="94" y="29"/>
                  <a:pt x="94" y="29"/>
                  <a:pt x="94" y="29"/>
                </a:cubicBezTo>
                <a:cubicBezTo>
                  <a:pt x="99" y="29"/>
                  <a:pt x="99" y="29"/>
                  <a:pt x="99" y="29"/>
                </a:cubicBezTo>
                <a:cubicBezTo>
                  <a:pt x="99" y="32"/>
                  <a:pt x="100" y="34"/>
                  <a:pt x="102" y="36"/>
                </a:cubicBezTo>
                <a:cubicBezTo>
                  <a:pt x="99" y="40"/>
                  <a:pt x="99" y="40"/>
                  <a:pt x="99" y="40"/>
                </a:cubicBezTo>
                <a:cubicBezTo>
                  <a:pt x="104" y="45"/>
                  <a:pt x="104" y="45"/>
                  <a:pt x="104" y="45"/>
                </a:cubicBezTo>
                <a:cubicBezTo>
                  <a:pt x="107" y="42"/>
                  <a:pt x="107" y="42"/>
                  <a:pt x="107" y="42"/>
                </a:cubicBezTo>
                <a:cubicBezTo>
                  <a:pt x="110" y="43"/>
                  <a:pt x="112" y="45"/>
                  <a:pt x="115" y="45"/>
                </a:cubicBezTo>
                <a:cubicBezTo>
                  <a:pt x="115" y="50"/>
                  <a:pt x="115" y="50"/>
                  <a:pt x="115" y="50"/>
                </a:cubicBezTo>
                <a:cubicBezTo>
                  <a:pt x="123" y="50"/>
                  <a:pt x="123" y="50"/>
                  <a:pt x="123" y="50"/>
                </a:cubicBezTo>
                <a:cubicBezTo>
                  <a:pt x="123" y="45"/>
                  <a:pt x="123" y="45"/>
                  <a:pt x="123" y="45"/>
                </a:cubicBezTo>
                <a:cubicBezTo>
                  <a:pt x="126" y="45"/>
                  <a:pt x="128" y="43"/>
                  <a:pt x="131" y="42"/>
                </a:cubicBezTo>
                <a:cubicBezTo>
                  <a:pt x="134" y="45"/>
                  <a:pt x="134" y="45"/>
                  <a:pt x="134" y="45"/>
                </a:cubicBezTo>
                <a:cubicBezTo>
                  <a:pt x="139" y="40"/>
                  <a:pt x="139" y="40"/>
                  <a:pt x="139" y="40"/>
                </a:cubicBezTo>
                <a:cubicBezTo>
                  <a:pt x="136" y="36"/>
                  <a:pt x="136" y="36"/>
                  <a:pt x="136" y="36"/>
                </a:cubicBezTo>
                <a:cubicBezTo>
                  <a:pt x="138" y="34"/>
                  <a:pt x="139" y="32"/>
                  <a:pt x="139" y="29"/>
                </a:cubicBezTo>
                <a:cubicBezTo>
                  <a:pt x="144" y="29"/>
                  <a:pt x="144" y="29"/>
                  <a:pt x="144" y="29"/>
                </a:cubicBezTo>
                <a:cubicBezTo>
                  <a:pt x="144" y="21"/>
                  <a:pt x="144" y="21"/>
                  <a:pt x="144" y="21"/>
                </a:cubicBezTo>
                <a:cubicBezTo>
                  <a:pt x="139" y="21"/>
                  <a:pt x="139" y="21"/>
                  <a:pt x="139" y="21"/>
                </a:cubicBezTo>
                <a:cubicBezTo>
                  <a:pt x="139" y="18"/>
                  <a:pt x="138" y="15"/>
                  <a:pt x="136" y="13"/>
                </a:cubicBezTo>
                <a:cubicBezTo>
                  <a:pt x="139" y="10"/>
                  <a:pt x="139" y="10"/>
                  <a:pt x="139" y="10"/>
                </a:cubicBezTo>
                <a:cubicBezTo>
                  <a:pt x="134" y="4"/>
                  <a:pt x="134" y="4"/>
                  <a:pt x="134" y="4"/>
                </a:cubicBezTo>
                <a:cubicBezTo>
                  <a:pt x="131" y="8"/>
                  <a:pt x="131" y="8"/>
                  <a:pt x="131" y="8"/>
                </a:cubicBezTo>
                <a:cubicBezTo>
                  <a:pt x="128" y="6"/>
                  <a:pt x="126" y="5"/>
                  <a:pt x="123" y="4"/>
                </a:cubicBezTo>
                <a:cubicBezTo>
                  <a:pt x="123" y="0"/>
                  <a:pt x="123" y="0"/>
                  <a:pt x="123"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4" name="Freeform 74"/>
          <p:cNvSpPr>
            <a:spLocks noEditPoints="1"/>
          </p:cNvSpPr>
          <p:nvPr/>
        </p:nvSpPr>
        <p:spPr bwMode="auto">
          <a:xfrm>
            <a:off x="9437688" y="2794001"/>
            <a:ext cx="503238" cy="452438"/>
          </a:xfrm>
          <a:custGeom>
            <a:avLst/>
            <a:gdLst>
              <a:gd name="T0" fmla="*/ 25 w 116"/>
              <a:gd name="T1" fmla="*/ 43 h 104"/>
              <a:gd name="T2" fmla="*/ 37 w 116"/>
              <a:gd name="T3" fmla="*/ 59 h 104"/>
              <a:gd name="T4" fmla="*/ 53 w 116"/>
              <a:gd name="T5" fmla="*/ 47 h 104"/>
              <a:gd name="T6" fmla="*/ 41 w 116"/>
              <a:gd name="T7" fmla="*/ 32 h 104"/>
              <a:gd name="T8" fmla="*/ 53 w 116"/>
              <a:gd name="T9" fmla="*/ 24 h 104"/>
              <a:gd name="T10" fmla="*/ 8 w 116"/>
              <a:gd name="T11" fmla="*/ 0 h 104"/>
              <a:gd name="T12" fmla="*/ 12 w 116"/>
              <a:gd name="T13" fmla="*/ 51 h 104"/>
              <a:gd name="T14" fmla="*/ 25 w 116"/>
              <a:gd name="T15" fmla="*/ 43 h 104"/>
              <a:gd name="T16" fmla="*/ 94 w 116"/>
              <a:gd name="T17" fmla="*/ 44 h 104"/>
              <a:gd name="T18" fmla="*/ 106 w 116"/>
              <a:gd name="T19" fmla="*/ 53 h 104"/>
              <a:gd name="T20" fmla="*/ 112 w 116"/>
              <a:gd name="T21" fmla="*/ 2 h 104"/>
              <a:gd name="T22" fmla="*/ 66 w 116"/>
              <a:gd name="T23" fmla="*/ 24 h 104"/>
              <a:gd name="T24" fmla="*/ 78 w 116"/>
              <a:gd name="T25" fmla="*/ 33 h 104"/>
              <a:gd name="T26" fmla="*/ 0 w 116"/>
              <a:gd name="T27" fmla="*/ 83 h 104"/>
              <a:gd name="T28" fmla="*/ 4 w 116"/>
              <a:gd name="T29" fmla="*/ 102 h 104"/>
              <a:gd name="T30" fmla="*/ 94 w 116"/>
              <a:gd name="T31" fmla="*/ 44 h 104"/>
              <a:gd name="T32" fmla="*/ 82 w 116"/>
              <a:gd name="T33" fmla="*/ 70 h 104"/>
              <a:gd name="T34" fmla="*/ 66 w 116"/>
              <a:gd name="T35" fmla="*/ 83 h 104"/>
              <a:gd name="T36" fmla="*/ 112 w 116"/>
              <a:gd name="T37" fmla="*/ 104 h 104"/>
              <a:gd name="T38" fmla="*/ 116 w 116"/>
              <a:gd name="T39" fmla="*/ 85 h 104"/>
              <a:gd name="T40" fmla="*/ 82 w 116"/>
              <a:gd name="T41" fmla="*/ 7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6" h="104">
                <a:moveTo>
                  <a:pt x="25" y="43"/>
                </a:moveTo>
                <a:cubicBezTo>
                  <a:pt x="28" y="48"/>
                  <a:pt x="32" y="54"/>
                  <a:pt x="37" y="59"/>
                </a:cubicBezTo>
                <a:cubicBezTo>
                  <a:pt x="42" y="55"/>
                  <a:pt x="48" y="52"/>
                  <a:pt x="53" y="47"/>
                </a:cubicBezTo>
                <a:cubicBezTo>
                  <a:pt x="49" y="42"/>
                  <a:pt x="45" y="37"/>
                  <a:pt x="41" y="32"/>
                </a:cubicBezTo>
                <a:cubicBezTo>
                  <a:pt x="53" y="24"/>
                  <a:pt x="53" y="24"/>
                  <a:pt x="53" y="24"/>
                </a:cubicBezTo>
                <a:cubicBezTo>
                  <a:pt x="8" y="0"/>
                  <a:pt x="8" y="0"/>
                  <a:pt x="8" y="0"/>
                </a:cubicBezTo>
                <a:cubicBezTo>
                  <a:pt x="12" y="51"/>
                  <a:pt x="12" y="51"/>
                  <a:pt x="12" y="51"/>
                </a:cubicBezTo>
                <a:lnTo>
                  <a:pt x="25" y="43"/>
                </a:lnTo>
                <a:close/>
                <a:moveTo>
                  <a:pt x="94" y="44"/>
                </a:moveTo>
                <a:cubicBezTo>
                  <a:pt x="106" y="53"/>
                  <a:pt x="106" y="53"/>
                  <a:pt x="106" y="53"/>
                </a:cubicBezTo>
                <a:cubicBezTo>
                  <a:pt x="112" y="2"/>
                  <a:pt x="112" y="2"/>
                  <a:pt x="112" y="2"/>
                </a:cubicBezTo>
                <a:cubicBezTo>
                  <a:pt x="66" y="24"/>
                  <a:pt x="66" y="24"/>
                  <a:pt x="66" y="24"/>
                </a:cubicBezTo>
                <a:cubicBezTo>
                  <a:pt x="78" y="33"/>
                  <a:pt x="78" y="33"/>
                  <a:pt x="78" y="33"/>
                </a:cubicBezTo>
                <a:cubicBezTo>
                  <a:pt x="49" y="73"/>
                  <a:pt x="1" y="83"/>
                  <a:pt x="0" y="83"/>
                </a:cubicBezTo>
                <a:cubicBezTo>
                  <a:pt x="4" y="102"/>
                  <a:pt x="4" y="102"/>
                  <a:pt x="4" y="102"/>
                </a:cubicBezTo>
                <a:cubicBezTo>
                  <a:pt x="6" y="102"/>
                  <a:pt x="61" y="91"/>
                  <a:pt x="94" y="44"/>
                </a:cubicBezTo>
                <a:close/>
                <a:moveTo>
                  <a:pt x="82" y="70"/>
                </a:moveTo>
                <a:cubicBezTo>
                  <a:pt x="77" y="75"/>
                  <a:pt x="71" y="80"/>
                  <a:pt x="66" y="83"/>
                </a:cubicBezTo>
                <a:cubicBezTo>
                  <a:pt x="89" y="99"/>
                  <a:pt x="110" y="104"/>
                  <a:pt x="112" y="104"/>
                </a:cubicBezTo>
                <a:cubicBezTo>
                  <a:pt x="116" y="85"/>
                  <a:pt x="116" y="85"/>
                  <a:pt x="116" y="85"/>
                </a:cubicBezTo>
                <a:cubicBezTo>
                  <a:pt x="116" y="85"/>
                  <a:pt x="100" y="81"/>
                  <a:pt x="82" y="7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5" name="Freeform 75"/>
          <p:cNvSpPr>
            <a:spLocks noEditPoints="1"/>
          </p:cNvSpPr>
          <p:nvPr/>
        </p:nvSpPr>
        <p:spPr bwMode="auto">
          <a:xfrm>
            <a:off x="10477500" y="3987801"/>
            <a:ext cx="815975" cy="415925"/>
          </a:xfrm>
          <a:custGeom>
            <a:avLst/>
            <a:gdLst>
              <a:gd name="T0" fmla="*/ 26 w 188"/>
              <a:gd name="T1" fmla="*/ 37 h 96"/>
              <a:gd name="T2" fmla="*/ 17 w 188"/>
              <a:gd name="T3" fmla="*/ 46 h 96"/>
              <a:gd name="T4" fmla="*/ 20 w 188"/>
              <a:gd name="T5" fmla="*/ 53 h 96"/>
              <a:gd name="T6" fmla="*/ 4 w 188"/>
              <a:gd name="T7" fmla="*/ 78 h 96"/>
              <a:gd name="T8" fmla="*/ 6 w 188"/>
              <a:gd name="T9" fmla="*/ 79 h 96"/>
              <a:gd name="T10" fmla="*/ 16 w 188"/>
              <a:gd name="T11" fmla="*/ 70 h 96"/>
              <a:gd name="T12" fmla="*/ 11 w 188"/>
              <a:gd name="T13" fmla="*/ 96 h 96"/>
              <a:gd name="T14" fmla="*/ 20 w 188"/>
              <a:gd name="T15" fmla="*/ 96 h 96"/>
              <a:gd name="T16" fmla="*/ 26 w 188"/>
              <a:gd name="T17" fmla="*/ 85 h 96"/>
              <a:gd name="T18" fmla="*/ 32 w 188"/>
              <a:gd name="T19" fmla="*/ 96 h 96"/>
              <a:gd name="T20" fmla="*/ 40 w 188"/>
              <a:gd name="T21" fmla="*/ 96 h 96"/>
              <a:gd name="T22" fmla="*/ 36 w 188"/>
              <a:gd name="T23" fmla="*/ 70 h 96"/>
              <a:gd name="T24" fmla="*/ 46 w 188"/>
              <a:gd name="T25" fmla="*/ 79 h 96"/>
              <a:gd name="T26" fmla="*/ 48 w 188"/>
              <a:gd name="T27" fmla="*/ 78 h 96"/>
              <a:gd name="T28" fmla="*/ 31 w 188"/>
              <a:gd name="T29" fmla="*/ 53 h 96"/>
              <a:gd name="T30" fmla="*/ 35 w 188"/>
              <a:gd name="T31" fmla="*/ 46 h 96"/>
              <a:gd name="T32" fmla="*/ 26 w 188"/>
              <a:gd name="T33" fmla="*/ 37 h 96"/>
              <a:gd name="T34" fmla="*/ 163 w 188"/>
              <a:gd name="T35" fmla="*/ 37 h 96"/>
              <a:gd name="T36" fmla="*/ 154 w 188"/>
              <a:gd name="T37" fmla="*/ 46 h 96"/>
              <a:gd name="T38" fmla="*/ 157 w 188"/>
              <a:gd name="T39" fmla="*/ 53 h 96"/>
              <a:gd name="T40" fmla="*/ 141 w 188"/>
              <a:gd name="T41" fmla="*/ 78 h 96"/>
              <a:gd name="T42" fmla="*/ 143 w 188"/>
              <a:gd name="T43" fmla="*/ 79 h 96"/>
              <a:gd name="T44" fmla="*/ 153 w 188"/>
              <a:gd name="T45" fmla="*/ 70 h 96"/>
              <a:gd name="T46" fmla="*/ 148 w 188"/>
              <a:gd name="T47" fmla="*/ 96 h 96"/>
              <a:gd name="T48" fmla="*/ 157 w 188"/>
              <a:gd name="T49" fmla="*/ 96 h 96"/>
              <a:gd name="T50" fmla="*/ 163 w 188"/>
              <a:gd name="T51" fmla="*/ 85 h 96"/>
              <a:gd name="T52" fmla="*/ 169 w 188"/>
              <a:gd name="T53" fmla="*/ 96 h 96"/>
              <a:gd name="T54" fmla="*/ 177 w 188"/>
              <a:gd name="T55" fmla="*/ 96 h 96"/>
              <a:gd name="T56" fmla="*/ 173 w 188"/>
              <a:gd name="T57" fmla="*/ 70 h 96"/>
              <a:gd name="T58" fmla="*/ 183 w 188"/>
              <a:gd name="T59" fmla="*/ 79 h 96"/>
              <a:gd name="T60" fmla="*/ 185 w 188"/>
              <a:gd name="T61" fmla="*/ 78 h 96"/>
              <a:gd name="T62" fmla="*/ 169 w 188"/>
              <a:gd name="T63" fmla="*/ 53 h 96"/>
              <a:gd name="T64" fmla="*/ 172 w 188"/>
              <a:gd name="T65" fmla="*/ 46 h 96"/>
              <a:gd name="T66" fmla="*/ 163 w 188"/>
              <a:gd name="T67" fmla="*/ 37 h 96"/>
              <a:gd name="T68" fmla="*/ 96 w 188"/>
              <a:gd name="T69" fmla="*/ 0 h 96"/>
              <a:gd name="T70" fmla="*/ 81 w 188"/>
              <a:gd name="T71" fmla="*/ 15 h 96"/>
              <a:gd name="T72" fmla="*/ 87 w 188"/>
              <a:gd name="T73" fmla="*/ 26 h 96"/>
              <a:gd name="T74" fmla="*/ 60 w 188"/>
              <a:gd name="T75" fmla="*/ 67 h 96"/>
              <a:gd name="T76" fmla="*/ 63 w 188"/>
              <a:gd name="T77" fmla="*/ 68 h 96"/>
              <a:gd name="T78" fmla="*/ 80 w 188"/>
              <a:gd name="T79" fmla="*/ 53 h 96"/>
              <a:gd name="T80" fmla="*/ 72 w 188"/>
              <a:gd name="T81" fmla="*/ 96 h 96"/>
              <a:gd name="T82" fmla="*/ 86 w 188"/>
              <a:gd name="T83" fmla="*/ 96 h 96"/>
              <a:gd name="T84" fmla="*/ 96 w 188"/>
              <a:gd name="T85" fmla="*/ 78 h 96"/>
              <a:gd name="T86" fmla="*/ 106 w 188"/>
              <a:gd name="T87" fmla="*/ 96 h 96"/>
              <a:gd name="T88" fmla="*/ 120 w 188"/>
              <a:gd name="T89" fmla="*/ 96 h 96"/>
              <a:gd name="T90" fmla="*/ 112 w 188"/>
              <a:gd name="T91" fmla="*/ 53 h 96"/>
              <a:gd name="T92" fmla="*/ 129 w 188"/>
              <a:gd name="T93" fmla="*/ 68 h 96"/>
              <a:gd name="T94" fmla="*/ 132 w 188"/>
              <a:gd name="T95" fmla="*/ 67 h 96"/>
              <a:gd name="T96" fmla="*/ 105 w 188"/>
              <a:gd name="T97" fmla="*/ 26 h 96"/>
              <a:gd name="T98" fmla="*/ 111 w 188"/>
              <a:gd name="T99" fmla="*/ 15 h 96"/>
              <a:gd name="T100" fmla="*/ 96 w 188"/>
              <a:gd name="T101"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8" h="96">
                <a:moveTo>
                  <a:pt x="26" y="37"/>
                </a:moveTo>
                <a:cubicBezTo>
                  <a:pt x="21" y="37"/>
                  <a:pt x="17" y="41"/>
                  <a:pt x="17" y="46"/>
                </a:cubicBezTo>
                <a:cubicBezTo>
                  <a:pt x="17" y="49"/>
                  <a:pt x="18" y="51"/>
                  <a:pt x="20" y="53"/>
                </a:cubicBezTo>
                <a:cubicBezTo>
                  <a:pt x="11" y="56"/>
                  <a:pt x="0" y="75"/>
                  <a:pt x="4" y="78"/>
                </a:cubicBezTo>
                <a:cubicBezTo>
                  <a:pt x="4" y="79"/>
                  <a:pt x="5" y="79"/>
                  <a:pt x="6" y="79"/>
                </a:cubicBezTo>
                <a:cubicBezTo>
                  <a:pt x="9" y="79"/>
                  <a:pt x="13" y="74"/>
                  <a:pt x="16" y="70"/>
                </a:cubicBezTo>
                <a:cubicBezTo>
                  <a:pt x="14" y="78"/>
                  <a:pt x="12" y="88"/>
                  <a:pt x="11" y="96"/>
                </a:cubicBezTo>
                <a:cubicBezTo>
                  <a:pt x="20" y="96"/>
                  <a:pt x="20" y="96"/>
                  <a:pt x="20" y="96"/>
                </a:cubicBezTo>
                <a:cubicBezTo>
                  <a:pt x="20" y="91"/>
                  <a:pt x="23" y="85"/>
                  <a:pt x="26" y="85"/>
                </a:cubicBezTo>
                <a:cubicBezTo>
                  <a:pt x="29" y="85"/>
                  <a:pt x="32" y="91"/>
                  <a:pt x="32" y="96"/>
                </a:cubicBezTo>
                <a:cubicBezTo>
                  <a:pt x="40" y="96"/>
                  <a:pt x="40" y="96"/>
                  <a:pt x="40" y="96"/>
                </a:cubicBezTo>
                <a:cubicBezTo>
                  <a:pt x="39" y="88"/>
                  <a:pt x="38" y="78"/>
                  <a:pt x="36" y="70"/>
                </a:cubicBezTo>
                <a:cubicBezTo>
                  <a:pt x="39" y="74"/>
                  <a:pt x="43" y="79"/>
                  <a:pt x="46" y="79"/>
                </a:cubicBezTo>
                <a:cubicBezTo>
                  <a:pt x="46" y="79"/>
                  <a:pt x="47" y="79"/>
                  <a:pt x="48" y="78"/>
                </a:cubicBezTo>
                <a:cubicBezTo>
                  <a:pt x="51" y="75"/>
                  <a:pt x="41" y="56"/>
                  <a:pt x="31" y="53"/>
                </a:cubicBezTo>
                <a:cubicBezTo>
                  <a:pt x="33" y="51"/>
                  <a:pt x="35" y="49"/>
                  <a:pt x="35" y="46"/>
                </a:cubicBezTo>
                <a:cubicBezTo>
                  <a:pt x="35" y="41"/>
                  <a:pt x="31" y="37"/>
                  <a:pt x="26" y="37"/>
                </a:cubicBezTo>
                <a:moveTo>
                  <a:pt x="163" y="37"/>
                </a:moveTo>
                <a:cubicBezTo>
                  <a:pt x="158" y="37"/>
                  <a:pt x="154" y="41"/>
                  <a:pt x="154" y="46"/>
                </a:cubicBezTo>
                <a:cubicBezTo>
                  <a:pt x="154" y="49"/>
                  <a:pt x="155" y="51"/>
                  <a:pt x="157" y="53"/>
                </a:cubicBezTo>
                <a:cubicBezTo>
                  <a:pt x="148" y="56"/>
                  <a:pt x="138" y="75"/>
                  <a:pt x="141" y="78"/>
                </a:cubicBezTo>
                <a:cubicBezTo>
                  <a:pt x="142" y="79"/>
                  <a:pt x="142" y="79"/>
                  <a:pt x="143" y="79"/>
                </a:cubicBezTo>
                <a:cubicBezTo>
                  <a:pt x="146" y="79"/>
                  <a:pt x="150" y="74"/>
                  <a:pt x="153" y="70"/>
                </a:cubicBezTo>
                <a:cubicBezTo>
                  <a:pt x="151" y="78"/>
                  <a:pt x="149" y="88"/>
                  <a:pt x="148" y="96"/>
                </a:cubicBezTo>
                <a:cubicBezTo>
                  <a:pt x="157" y="96"/>
                  <a:pt x="157" y="96"/>
                  <a:pt x="157" y="96"/>
                </a:cubicBezTo>
                <a:cubicBezTo>
                  <a:pt x="157" y="91"/>
                  <a:pt x="160" y="85"/>
                  <a:pt x="163" y="85"/>
                </a:cubicBezTo>
                <a:cubicBezTo>
                  <a:pt x="166" y="85"/>
                  <a:pt x="169" y="91"/>
                  <a:pt x="169" y="96"/>
                </a:cubicBezTo>
                <a:cubicBezTo>
                  <a:pt x="177" y="96"/>
                  <a:pt x="177" y="96"/>
                  <a:pt x="177" y="96"/>
                </a:cubicBezTo>
                <a:cubicBezTo>
                  <a:pt x="177" y="88"/>
                  <a:pt x="175" y="78"/>
                  <a:pt x="173" y="70"/>
                </a:cubicBezTo>
                <a:cubicBezTo>
                  <a:pt x="176" y="74"/>
                  <a:pt x="180" y="79"/>
                  <a:pt x="183" y="79"/>
                </a:cubicBezTo>
                <a:cubicBezTo>
                  <a:pt x="184" y="79"/>
                  <a:pt x="184" y="79"/>
                  <a:pt x="185" y="78"/>
                </a:cubicBezTo>
                <a:cubicBezTo>
                  <a:pt x="188" y="75"/>
                  <a:pt x="178" y="56"/>
                  <a:pt x="169" y="53"/>
                </a:cubicBezTo>
                <a:cubicBezTo>
                  <a:pt x="171" y="51"/>
                  <a:pt x="172" y="49"/>
                  <a:pt x="172" y="46"/>
                </a:cubicBezTo>
                <a:cubicBezTo>
                  <a:pt x="172" y="41"/>
                  <a:pt x="168" y="37"/>
                  <a:pt x="163" y="37"/>
                </a:cubicBezTo>
                <a:moveTo>
                  <a:pt x="96" y="0"/>
                </a:moveTo>
                <a:cubicBezTo>
                  <a:pt x="88" y="0"/>
                  <a:pt x="81" y="7"/>
                  <a:pt x="81" y="15"/>
                </a:cubicBezTo>
                <a:cubicBezTo>
                  <a:pt x="81" y="19"/>
                  <a:pt x="83" y="24"/>
                  <a:pt x="87" y="26"/>
                </a:cubicBezTo>
                <a:cubicBezTo>
                  <a:pt x="72" y="32"/>
                  <a:pt x="55" y="62"/>
                  <a:pt x="60" y="67"/>
                </a:cubicBezTo>
                <a:cubicBezTo>
                  <a:pt x="61" y="68"/>
                  <a:pt x="62" y="68"/>
                  <a:pt x="63" y="68"/>
                </a:cubicBezTo>
                <a:cubicBezTo>
                  <a:pt x="68" y="68"/>
                  <a:pt x="75" y="61"/>
                  <a:pt x="80" y="53"/>
                </a:cubicBezTo>
                <a:cubicBezTo>
                  <a:pt x="77" y="67"/>
                  <a:pt x="74" y="83"/>
                  <a:pt x="72" y="96"/>
                </a:cubicBezTo>
                <a:cubicBezTo>
                  <a:pt x="86" y="96"/>
                  <a:pt x="86" y="96"/>
                  <a:pt x="86" y="96"/>
                </a:cubicBezTo>
                <a:cubicBezTo>
                  <a:pt x="86" y="88"/>
                  <a:pt x="91" y="78"/>
                  <a:pt x="96" y="78"/>
                </a:cubicBezTo>
                <a:cubicBezTo>
                  <a:pt x="101" y="78"/>
                  <a:pt x="106" y="88"/>
                  <a:pt x="106" y="96"/>
                </a:cubicBezTo>
                <a:cubicBezTo>
                  <a:pt x="120" y="96"/>
                  <a:pt x="120" y="96"/>
                  <a:pt x="120" y="96"/>
                </a:cubicBezTo>
                <a:cubicBezTo>
                  <a:pt x="118" y="83"/>
                  <a:pt x="115" y="67"/>
                  <a:pt x="112" y="53"/>
                </a:cubicBezTo>
                <a:cubicBezTo>
                  <a:pt x="117" y="61"/>
                  <a:pt x="124" y="68"/>
                  <a:pt x="129" y="68"/>
                </a:cubicBezTo>
                <a:cubicBezTo>
                  <a:pt x="130" y="68"/>
                  <a:pt x="131" y="68"/>
                  <a:pt x="132" y="67"/>
                </a:cubicBezTo>
                <a:cubicBezTo>
                  <a:pt x="137" y="62"/>
                  <a:pt x="120" y="32"/>
                  <a:pt x="105" y="26"/>
                </a:cubicBezTo>
                <a:cubicBezTo>
                  <a:pt x="109" y="24"/>
                  <a:pt x="111" y="19"/>
                  <a:pt x="111" y="15"/>
                </a:cubicBezTo>
                <a:cubicBezTo>
                  <a:pt x="111" y="7"/>
                  <a:pt x="104" y="0"/>
                  <a:pt x="96"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6" name="文本框 145"/>
          <p:cNvSpPr txBox="1"/>
          <p:nvPr/>
        </p:nvSpPr>
        <p:spPr>
          <a:xfrm>
            <a:off x="6947765" y="725043"/>
            <a:ext cx="655949" cy="707886"/>
          </a:xfrm>
          <a:prstGeom prst="rect">
            <a:avLst/>
          </a:prstGeom>
          <a:noFill/>
        </p:spPr>
        <p:txBody>
          <a:bodyPr wrap="none" rtlCol="0">
            <a:spAutoFit/>
          </a:bodyPr>
          <a:lstStyle/>
          <a:p>
            <a:r>
              <a:rPr lang="en-US" altLang="zh-CN" sz="4000" dirty="0">
                <a:solidFill>
                  <a:srgbClr val="605E5E"/>
                </a:solidFill>
                <a:latin typeface="Impact" panose="020B0806030902050204" pitchFamily="34" charset="0"/>
                <a:cs typeface="Aharoni" panose="02010803020104030203" pitchFamily="2" charset="-79"/>
              </a:rPr>
              <a:t>01</a:t>
            </a:r>
            <a:endParaRPr lang="zh-CN" altLang="en-US" sz="4000" dirty="0">
              <a:solidFill>
                <a:srgbClr val="605E5E"/>
              </a:solidFill>
              <a:latin typeface="Impact" panose="020B0806030902050204" pitchFamily="34" charset="0"/>
              <a:cs typeface="Aharoni" panose="02010803020104030203" pitchFamily="2" charset="-79"/>
            </a:endParaRPr>
          </a:p>
        </p:txBody>
      </p:sp>
      <p:sp>
        <p:nvSpPr>
          <p:cNvPr id="147" name="文本框 146"/>
          <p:cNvSpPr txBox="1"/>
          <p:nvPr/>
        </p:nvSpPr>
        <p:spPr>
          <a:xfrm>
            <a:off x="6526720" y="1302023"/>
            <a:ext cx="1498039" cy="369332"/>
          </a:xfrm>
          <a:prstGeom prst="rect">
            <a:avLst/>
          </a:prstGeom>
          <a:noFill/>
        </p:spPr>
        <p:txBody>
          <a:bodyPr wrap="none" rtlCol="0">
            <a:spAutoFit/>
          </a:bodyPr>
          <a:lstStyle/>
          <a:p>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Sample Text</a:t>
            </a:r>
            <a:r>
              <a:rPr lang="en-US" altLang="zh-CN" dirty="0">
                <a:solidFill>
                  <a:srgbClr val="859291"/>
                </a:solidFill>
                <a:latin typeface="Tahoma" panose="020B0604030504040204" pitchFamily="34" charset="0"/>
                <a:ea typeface="Tahoma" panose="020B0604030504040204" pitchFamily="34" charset="0"/>
                <a:cs typeface="Tahoma" panose="020B0604030504040204" pitchFamily="34" charset="0"/>
              </a:rPr>
              <a:t>.</a:t>
            </a:r>
            <a:endParaRPr lang="zh-CN" altLang="en-US" dirty="0">
              <a:solidFill>
                <a:srgbClr val="859291"/>
              </a:solidFill>
              <a:latin typeface="Tahoma" panose="020B0604030504040204" pitchFamily="34" charset="0"/>
              <a:cs typeface="Tahoma" panose="020B0604030504040204" pitchFamily="34" charset="0"/>
            </a:endParaRPr>
          </a:p>
        </p:txBody>
      </p:sp>
      <p:sp>
        <p:nvSpPr>
          <p:cNvPr id="148" name="文本框 147"/>
          <p:cNvSpPr txBox="1"/>
          <p:nvPr/>
        </p:nvSpPr>
        <p:spPr>
          <a:xfrm>
            <a:off x="9299955" y="725043"/>
            <a:ext cx="732893" cy="707886"/>
          </a:xfrm>
          <a:prstGeom prst="rect">
            <a:avLst/>
          </a:prstGeom>
          <a:noFill/>
        </p:spPr>
        <p:txBody>
          <a:bodyPr wrap="none" rtlCol="0">
            <a:spAutoFit/>
          </a:bodyPr>
          <a:lstStyle/>
          <a:p>
            <a:r>
              <a:rPr lang="en-US" altLang="zh-CN" sz="4000" dirty="0">
                <a:solidFill>
                  <a:srgbClr val="605E5E"/>
                </a:solidFill>
                <a:latin typeface="Impact" panose="020B0806030902050204" pitchFamily="34" charset="0"/>
                <a:cs typeface="Aharoni" panose="02010803020104030203" pitchFamily="2" charset="-79"/>
              </a:rPr>
              <a:t>03</a:t>
            </a:r>
            <a:endParaRPr lang="zh-CN" altLang="en-US" sz="4000" dirty="0">
              <a:solidFill>
                <a:srgbClr val="605E5E"/>
              </a:solidFill>
              <a:latin typeface="Impact" panose="020B0806030902050204" pitchFamily="34" charset="0"/>
              <a:cs typeface="Aharoni" panose="02010803020104030203" pitchFamily="2" charset="-79"/>
            </a:endParaRPr>
          </a:p>
        </p:txBody>
      </p:sp>
      <p:sp>
        <p:nvSpPr>
          <p:cNvPr id="149" name="文本框 148"/>
          <p:cNvSpPr txBox="1"/>
          <p:nvPr/>
        </p:nvSpPr>
        <p:spPr>
          <a:xfrm>
            <a:off x="8878910" y="1302023"/>
            <a:ext cx="1498039" cy="369332"/>
          </a:xfrm>
          <a:prstGeom prst="rect">
            <a:avLst/>
          </a:prstGeom>
          <a:noFill/>
        </p:spPr>
        <p:txBody>
          <a:bodyPr wrap="none" rtlCol="0">
            <a:spAutoFit/>
          </a:bodyPr>
          <a:lstStyle/>
          <a:p>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Sample Text</a:t>
            </a:r>
            <a:r>
              <a:rPr lang="en-US" altLang="zh-CN" dirty="0">
                <a:solidFill>
                  <a:srgbClr val="859291"/>
                </a:solidFill>
                <a:latin typeface="Tahoma" panose="020B0604030504040204" pitchFamily="34" charset="0"/>
                <a:ea typeface="Tahoma" panose="020B0604030504040204" pitchFamily="34" charset="0"/>
                <a:cs typeface="Tahoma" panose="020B0604030504040204" pitchFamily="34" charset="0"/>
              </a:rPr>
              <a:t>.</a:t>
            </a:r>
            <a:endParaRPr lang="zh-CN" altLang="en-US" dirty="0">
              <a:solidFill>
                <a:srgbClr val="859291"/>
              </a:solidFill>
              <a:latin typeface="Tahoma" panose="020B0604030504040204" pitchFamily="34" charset="0"/>
              <a:cs typeface="Tahoma" panose="020B0604030504040204" pitchFamily="34" charset="0"/>
            </a:endParaRPr>
          </a:p>
        </p:txBody>
      </p:sp>
      <p:sp>
        <p:nvSpPr>
          <p:cNvPr id="152" name="文本框 151"/>
          <p:cNvSpPr txBox="1"/>
          <p:nvPr/>
        </p:nvSpPr>
        <p:spPr>
          <a:xfrm>
            <a:off x="8136688" y="5589588"/>
            <a:ext cx="718466" cy="707886"/>
          </a:xfrm>
          <a:prstGeom prst="rect">
            <a:avLst/>
          </a:prstGeom>
          <a:noFill/>
        </p:spPr>
        <p:txBody>
          <a:bodyPr wrap="none" rtlCol="0">
            <a:spAutoFit/>
          </a:bodyPr>
          <a:lstStyle/>
          <a:p>
            <a:r>
              <a:rPr lang="en-US" altLang="zh-CN" sz="4000" dirty="0">
                <a:solidFill>
                  <a:srgbClr val="605E5E"/>
                </a:solidFill>
                <a:latin typeface="Impact" panose="020B0806030902050204" pitchFamily="34" charset="0"/>
                <a:cs typeface="Aharoni" panose="02010803020104030203" pitchFamily="2" charset="-79"/>
              </a:rPr>
              <a:t>02</a:t>
            </a:r>
            <a:endParaRPr lang="zh-CN" altLang="en-US" sz="4000" dirty="0">
              <a:solidFill>
                <a:srgbClr val="605E5E"/>
              </a:solidFill>
              <a:latin typeface="Impact" panose="020B0806030902050204" pitchFamily="34" charset="0"/>
              <a:cs typeface="Aharoni" panose="02010803020104030203" pitchFamily="2" charset="-79"/>
            </a:endParaRPr>
          </a:p>
        </p:txBody>
      </p:sp>
      <p:sp>
        <p:nvSpPr>
          <p:cNvPr id="153" name="文本框 152"/>
          <p:cNvSpPr txBox="1"/>
          <p:nvPr/>
        </p:nvSpPr>
        <p:spPr>
          <a:xfrm>
            <a:off x="7715643" y="6166568"/>
            <a:ext cx="1498039" cy="369332"/>
          </a:xfrm>
          <a:prstGeom prst="rect">
            <a:avLst/>
          </a:prstGeom>
          <a:noFill/>
        </p:spPr>
        <p:txBody>
          <a:bodyPr wrap="none" rtlCol="0">
            <a:spAutoFit/>
          </a:bodyPr>
          <a:lstStyle/>
          <a:p>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Sample Text</a:t>
            </a:r>
            <a:r>
              <a:rPr lang="en-US" altLang="zh-CN" dirty="0">
                <a:solidFill>
                  <a:srgbClr val="859291"/>
                </a:solidFill>
                <a:latin typeface="Tahoma" panose="020B0604030504040204" pitchFamily="34" charset="0"/>
                <a:ea typeface="Tahoma" panose="020B0604030504040204" pitchFamily="34" charset="0"/>
                <a:cs typeface="Tahoma" panose="020B0604030504040204" pitchFamily="34" charset="0"/>
              </a:rPr>
              <a:t>.</a:t>
            </a:r>
            <a:endParaRPr lang="zh-CN" altLang="en-US" dirty="0">
              <a:solidFill>
                <a:srgbClr val="859291"/>
              </a:solidFill>
              <a:latin typeface="Tahoma" panose="020B0604030504040204" pitchFamily="34" charset="0"/>
              <a:cs typeface="Tahoma" panose="020B0604030504040204" pitchFamily="34" charset="0"/>
            </a:endParaRPr>
          </a:p>
        </p:txBody>
      </p:sp>
      <p:sp>
        <p:nvSpPr>
          <p:cNvPr id="154" name="文本框 153"/>
          <p:cNvSpPr txBox="1"/>
          <p:nvPr/>
        </p:nvSpPr>
        <p:spPr>
          <a:xfrm>
            <a:off x="10488878" y="5589588"/>
            <a:ext cx="716863" cy="707886"/>
          </a:xfrm>
          <a:prstGeom prst="rect">
            <a:avLst/>
          </a:prstGeom>
          <a:noFill/>
        </p:spPr>
        <p:txBody>
          <a:bodyPr wrap="none" rtlCol="0">
            <a:spAutoFit/>
          </a:bodyPr>
          <a:lstStyle/>
          <a:p>
            <a:r>
              <a:rPr lang="en-US" altLang="zh-CN" sz="4000" dirty="0">
                <a:solidFill>
                  <a:srgbClr val="605E5E"/>
                </a:solidFill>
                <a:latin typeface="Impact" panose="020B0806030902050204" pitchFamily="34" charset="0"/>
                <a:cs typeface="Aharoni" panose="02010803020104030203" pitchFamily="2" charset="-79"/>
              </a:rPr>
              <a:t>04</a:t>
            </a:r>
            <a:endParaRPr lang="zh-CN" altLang="en-US" sz="4000" dirty="0">
              <a:solidFill>
                <a:srgbClr val="605E5E"/>
              </a:solidFill>
              <a:latin typeface="Impact" panose="020B0806030902050204" pitchFamily="34" charset="0"/>
              <a:cs typeface="Aharoni" panose="02010803020104030203" pitchFamily="2" charset="-79"/>
            </a:endParaRPr>
          </a:p>
        </p:txBody>
      </p:sp>
      <p:sp>
        <p:nvSpPr>
          <p:cNvPr id="155" name="文本框 154"/>
          <p:cNvSpPr txBox="1"/>
          <p:nvPr/>
        </p:nvSpPr>
        <p:spPr>
          <a:xfrm>
            <a:off x="10067833" y="6166568"/>
            <a:ext cx="1498039" cy="369332"/>
          </a:xfrm>
          <a:prstGeom prst="rect">
            <a:avLst/>
          </a:prstGeom>
          <a:noFill/>
        </p:spPr>
        <p:txBody>
          <a:bodyPr wrap="none" rtlCol="0">
            <a:spAutoFit/>
          </a:bodyPr>
          <a:lstStyle/>
          <a:p>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Sample Text</a:t>
            </a:r>
            <a:r>
              <a:rPr lang="en-US" altLang="zh-CN" dirty="0">
                <a:solidFill>
                  <a:srgbClr val="859291"/>
                </a:solidFill>
                <a:latin typeface="Tahoma" panose="020B0604030504040204" pitchFamily="34" charset="0"/>
                <a:ea typeface="Tahoma" panose="020B0604030504040204" pitchFamily="34" charset="0"/>
                <a:cs typeface="Tahoma" panose="020B0604030504040204" pitchFamily="34" charset="0"/>
              </a:rPr>
              <a:t>.</a:t>
            </a:r>
            <a:endParaRPr lang="zh-CN" altLang="en-US" dirty="0">
              <a:solidFill>
                <a:srgbClr val="859291"/>
              </a:solidFill>
              <a:latin typeface="Tahoma" panose="020B0604030504040204" pitchFamily="34" charset="0"/>
              <a:cs typeface="Tahoma" panose="020B0604030504040204" pitchFamily="34" charset="0"/>
            </a:endParaRPr>
          </a:p>
        </p:txBody>
      </p:sp>
      <p:sp>
        <p:nvSpPr>
          <p:cNvPr id="122"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四项递进</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947407019"/>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 name="Freeform 60"/>
          <p:cNvSpPr>
            <a:spLocks/>
          </p:cNvSpPr>
          <p:nvPr/>
        </p:nvSpPr>
        <p:spPr bwMode="auto">
          <a:xfrm>
            <a:off x="1007063" y="3889553"/>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 name="文本框 86"/>
          <p:cNvSpPr txBox="1"/>
          <p:nvPr/>
        </p:nvSpPr>
        <p:spPr>
          <a:xfrm>
            <a:off x="940215" y="4689154"/>
            <a:ext cx="3555585" cy="1421928"/>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网络</a:t>
            </a:r>
            <a:r>
              <a:rPr lang="en-US" altLang="zh-CN" dirty="0">
                <a:solidFill>
                  <a:prstClr val="black">
                    <a:lumMod val="65000"/>
                    <a:lumOff val="35000"/>
                  </a:prstClr>
                </a:solidFill>
                <a:latin typeface="微软雅黑" panose="020B0503020204020204" pitchFamily="34" charset="-122"/>
              </a:rPr>
              <a:t>EPS</a:t>
            </a:r>
            <a:r>
              <a:rPr lang="zh-CN" altLang="en-US" dirty="0">
                <a:solidFill>
                  <a:prstClr val="black">
                    <a:lumMod val="65000"/>
                    <a:lumOff val="35000"/>
                  </a:prstClr>
                </a:solidFill>
                <a:latin typeface="微软雅黑" panose="020B0503020204020204" pitchFamily="34" charset="-122"/>
              </a:rPr>
              <a:t>素材改编；</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文字、颜色可随意更改；</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注意线条交接处颜色匹配；</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矢量图标可替换。</a:t>
            </a:r>
            <a:endParaRPr lang="en-US" altLang="zh-CN" dirty="0">
              <a:solidFill>
                <a:prstClr val="black">
                  <a:lumMod val="65000"/>
                  <a:lumOff val="35000"/>
                </a:prstClr>
              </a:solidFill>
              <a:latin typeface="微软雅黑" panose="020B0503020204020204" pitchFamily="34" charset="-122"/>
            </a:endParaRPr>
          </a:p>
        </p:txBody>
      </p:sp>
      <p:sp>
        <p:nvSpPr>
          <p:cNvPr id="88" name="圆角矩形 87"/>
          <p:cNvSpPr/>
          <p:nvPr/>
        </p:nvSpPr>
        <p:spPr>
          <a:xfrm>
            <a:off x="1674755" y="4048838"/>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89" name="等腰三角形 88"/>
          <p:cNvSpPr/>
          <p:nvPr/>
        </p:nvSpPr>
        <p:spPr>
          <a:xfrm rot="16200000">
            <a:off x="1600123" y="4116382"/>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5" name="Rectangle 5"/>
          <p:cNvSpPr>
            <a:spLocks noChangeArrowheads="1"/>
          </p:cNvSpPr>
          <p:nvPr/>
        </p:nvSpPr>
        <p:spPr bwMode="auto">
          <a:xfrm>
            <a:off x="6098971" y="0"/>
            <a:ext cx="6096204" cy="6858000"/>
          </a:xfrm>
          <a:prstGeom prst="rect">
            <a:avLst/>
          </a:prstGeom>
          <a:solidFill>
            <a:srgbClr val="D7DDD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 name="Oval 5"/>
          <p:cNvSpPr>
            <a:spLocks noChangeArrowheads="1"/>
          </p:cNvSpPr>
          <p:nvPr/>
        </p:nvSpPr>
        <p:spPr bwMode="auto">
          <a:xfrm>
            <a:off x="8807451" y="1189038"/>
            <a:ext cx="204788" cy="200025"/>
          </a:xfrm>
          <a:prstGeom prst="ellipse">
            <a:avLst/>
          </a:prstGeom>
          <a:solidFill>
            <a:srgbClr val="EAA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 name="Freeform 6"/>
          <p:cNvSpPr>
            <a:spLocks noEditPoints="1"/>
          </p:cNvSpPr>
          <p:nvPr/>
        </p:nvSpPr>
        <p:spPr bwMode="auto">
          <a:xfrm>
            <a:off x="8343901" y="739776"/>
            <a:ext cx="1322388" cy="1273175"/>
          </a:xfrm>
          <a:custGeom>
            <a:avLst/>
            <a:gdLst>
              <a:gd name="T0" fmla="*/ 131 w 271"/>
              <a:gd name="T1" fmla="*/ 127 h 261"/>
              <a:gd name="T2" fmla="*/ 119 w 271"/>
              <a:gd name="T3" fmla="*/ 133 h 261"/>
              <a:gd name="T4" fmla="*/ 149 w 271"/>
              <a:gd name="T5" fmla="*/ 261 h 261"/>
              <a:gd name="T6" fmla="*/ 163 w 271"/>
              <a:gd name="T7" fmla="*/ 261 h 261"/>
              <a:gd name="T8" fmla="*/ 131 w 271"/>
              <a:gd name="T9" fmla="*/ 127 h 261"/>
              <a:gd name="T10" fmla="*/ 271 w 271"/>
              <a:gd name="T11" fmla="*/ 105 h 261"/>
              <a:gd name="T12" fmla="*/ 135 w 271"/>
              <a:gd name="T13" fmla="*/ 105 h 261"/>
              <a:gd name="T14" fmla="*/ 137 w 271"/>
              <a:gd name="T15" fmla="*/ 113 h 261"/>
              <a:gd name="T16" fmla="*/ 136 w 271"/>
              <a:gd name="T17" fmla="*/ 118 h 261"/>
              <a:gd name="T18" fmla="*/ 271 w 271"/>
              <a:gd name="T19" fmla="*/ 118 h 261"/>
              <a:gd name="T20" fmla="*/ 271 w 271"/>
              <a:gd name="T21" fmla="*/ 105 h 261"/>
              <a:gd name="T22" fmla="*/ 7 w 271"/>
              <a:gd name="T23" fmla="*/ 0 h 261"/>
              <a:gd name="T24" fmla="*/ 0 w 271"/>
              <a:gd name="T25" fmla="*/ 12 h 261"/>
              <a:gd name="T26" fmla="*/ 99 w 271"/>
              <a:gd name="T27" fmla="*/ 101 h 261"/>
              <a:gd name="T28" fmla="*/ 110 w 271"/>
              <a:gd name="T29" fmla="*/ 93 h 261"/>
              <a:gd name="T30" fmla="*/ 7 w 271"/>
              <a:gd name="T31" fmla="*/ 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1" h="261">
                <a:moveTo>
                  <a:pt x="131" y="127"/>
                </a:moveTo>
                <a:cubicBezTo>
                  <a:pt x="128" y="130"/>
                  <a:pt x="123" y="133"/>
                  <a:pt x="119" y="133"/>
                </a:cubicBezTo>
                <a:cubicBezTo>
                  <a:pt x="138" y="172"/>
                  <a:pt x="149" y="216"/>
                  <a:pt x="149" y="261"/>
                </a:cubicBezTo>
                <a:cubicBezTo>
                  <a:pt x="163" y="261"/>
                  <a:pt x="163" y="261"/>
                  <a:pt x="163" y="261"/>
                </a:cubicBezTo>
                <a:cubicBezTo>
                  <a:pt x="163" y="214"/>
                  <a:pt x="151" y="168"/>
                  <a:pt x="131" y="127"/>
                </a:cubicBezTo>
                <a:moveTo>
                  <a:pt x="271" y="105"/>
                </a:moveTo>
                <a:cubicBezTo>
                  <a:pt x="135" y="105"/>
                  <a:pt x="135" y="105"/>
                  <a:pt x="135" y="105"/>
                </a:cubicBezTo>
                <a:cubicBezTo>
                  <a:pt x="136" y="107"/>
                  <a:pt x="137" y="110"/>
                  <a:pt x="137" y="113"/>
                </a:cubicBezTo>
                <a:cubicBezTo>
                  <a:pt x="137" y="115"/>
                  <a:pt x="136" y="117"/>
                  <a:pt x="136" y="118"/>
                </a:cubicBezTo>
                <a:cubicBezTo>
                  <a:pt x="271" y="118"/>
                  <a:pt x="271" y="118"/>
                  <a:pt x="271" y="118"/>
                </a:cubicBezTo>
                <a:cubicBezTo>
                  <a:pt x="271" y="105"/>
                  <a:pt x="271" y="105"/>
                  <a:pt x="271" y="105"/>
                </a:cubicBezTo>
                <a:moveTo>
                  <a:pt x="7" y="0"/>
                </a:moveTo>
                <a:cubicBezTo>
                  <a:pt x="0" y="12"/>
                  <a:pt x="0" y="12"/>
                  <a:pt x="0" y="12"/>
                </a:cubicBezTo>
                <a:cubicBezTo>
                  <a:pt x="41" y="34"/>
                  <a:pt x="74" y="64"/>
                  <a:pt x="99" y="101"/>
                </a:cubicBezTo>
                <a:cubicBezTo>
                  <a:pt x="102" y="97"/>
                  <a:pt x="106" y="94"/>
                  <a:pt x="110" y="93"/>
                </a:cubicBezTo>
                <a:cubicBezTo>
                  <a:pt x="84" y="55"/>
                  <a:pt x="49" y="23"/>
                  <a:pt x="7"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 name="Freeform 7"/>
          <p:cNvSpPr>
            <a:spLocks/>
          </p:cNvSpPr>
          <p:nvPr/>
        </p:nvSpPr>
        <p:spPr bwMode="auto">
          <a:xfrm>
            <a:off x="8826501" y="1193801"/>
            <a:ext cx="185738" cy="195263"/>
          </a:xfrm>
          <a:custGeom>
            <a:avLst/>
            <a:gdLst>
              <a:gd name="T0" fmla="*/ 11 w 38"/>
              <a:gd name="T1" fmla="*/ 0 h 40"/>
              <a:gd name="T2" fmla="*/ 0 w 38"/>
              <a:gd name="T3" fmla="*/ 8 h 40"/>
              <a:gd name="T4" fmla="*/ 20 w 38"/>
              <a:gd name="T5" fmla="*/ 40 h 40"/>
              <a:gd name="T6" fmla="*/ 32 w 38"/>
              <a:gd name="T7" fmla="*/ 34 h 40"/>
              <a:gd name="T8" fmla="*/ 27 w 38"/>
              <a:gd name="T9" fmla="*/ 25 h 40"/>
              <a:gd name="T10" fmla="*/ 37 w 38"/>
              <a:gd name="T11" fmla="*/ 25 h 40"/>
              <a:gd name="T12" fmla="*/ 38 w 38"/>
              <a:gd name="T13" fmla="*/ 20 h 40"/>
              <a:gd name="T14" fmla="*/ 36 w 38"/>
              <a:gd name="T15" fmla="*/ 12 h 40"/>
              <a:gd name="T16" fmla="*/ 19 w 38"/>
              <a:gd name="T17" fmla="*/ 12 h 40"/>
              <a:gd name="T18" fmla="*/ 11 w 38"/>
              <a:gd name="T1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40">
                <a:moveTo>
                  <a:pt x="11" y="0"/>
                </a:moveTo>
                <a:cubicBezTo>
                  <a:pt x="7" y="1"/>
                  <a:pt x="3" y="4"/>
                  <a:pt x="0" y="8"/>
                </a:cubicBezTo>
                <a:cubicBezTo>
                  <a:pt x="8" y="18"/>
                  <a:pt x="14" y="29"/>
                  <a:pt x="20" y="40"/>
                </a:cubicBezTo>
                <a:cubicBezTo>
                  <a:pt x="24" y="40"/>
                  <a:pt x="29" y="37"/>
                  <a:pt x="32" y="34"/>
                </a:cubicBezTo>
                <a:cubicBezTo>
                  <a:pt x="30" y="31"/>
                  <a:pt x="29" y="28"/>
                  <a:pt x="27" y="25"/>
                </a:cubicBezTo>
                <a:cubicBezTo>
                  <a:pt x="37" y="25"/>
                  <a:pt x="37" y="25"/>
                  <a:pt x="37" y="25"/>
                </a:cubicBezTo>
                <a:cubicBezTo>
                  <a:pt x="37" y="24"/>
                  <a:pt x="38" y="22"/>
                  <a:pt x="38" y="20"/>
                </a:cubicBezTo>
                <a:cubicBezTo>
                  <a:pt x="38" y="17"/>
                  <a:pt x="37" y="14"/>
                  <a:pt x="36" y="12"/>
                </a:cubicBezTo>
                <a:cubicBezTo>
                  <a:pt x="19" y="12"/>
                  <a:pt x="19" y="12"/>
                  <a:pt x="19" y="12"/>
                </a:cubicBezTo>
                <a:cubicBezTo>
                  <a:pt x="17" y="8"/>
                  <a:pt x="14" y="4"/>
                  <a:pt x="11" y="0"/>
                </a:cubicBezTo>
              </a:path>
            </a:pathLst>
          </a:custGeom>
          <a:solidFill>
            <a:srgbClr val="BA89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 name="Oval 8"/>
          <p:cNvSpPr>
            <a:spLocks noChangeArrowheads="1"/>
          </p:cNvSpPr>
          <p:nvPr/>
        </p:nvSpPr>
        <p:spPr bwMode="auto">
          <a:xfrm>
            <a:off x="8318501" y="730251"/>
            <a:ext cx="84138" cy="82550"/>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 name="Oval 9"/>
          <p:cNvSpPr>
            <a:spLocks noChangeArrowheads="1"/>
          </p:cNvSpPr>
          <p:nvPr/>
        </p:nvSpPr>
        <p:spPr bwMode="auto">
          <a:xfrm>
            <a:off x="9621838" y="1243013"/>
            <a:ext cx="87313" cy="82550"/>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 name="Oval 10"/>
          <p:cNvSpPr>
            <a:spLocks noChangeArrowheads="1"/>
          </p:cNvSpPr>
          <p:nvPr/>
        </p:nvSpPr>
        <p:spPr bwMode="auto">
          <a:xfrm>
            <a:off x="9061451" y="1974851"/>
            <a:ext cx="87313" cy="82550"/>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 name="Oval 11"/>
          <p:cNvSpPr>
            <a:spLocks noChangeArrowheads="1"/>
          </p:cNvSpPr>
          <p:nvPr/>
        </p:nvSpPr>
        <p:spPr bwMode="auto">
          <a:xfrm>
            <a:off x="8866188" y="1247776"/>
            <a:ext cx="87313" cy="87313"/>
          </a:xfrm>
          <a:prstGeom prst="ellipse">
            <a:avLst/>
          </a:prstGeom>
          <a:solidFill>
            <a:srgbClr val="E6EA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 name="Oval 12"/>
          <p:cNvSpPr>
            <a:spLocks noChangeArrowheads="1"/>
          </p:cNvSpPr>
          <p:nvPr/>
        </p:nvSpPr>
        <p:spPr bwMode="auto">
          <a:xfrm>
            <a:off x="9920288" y="2697163"/>
            <a:ext cx="200025" cy="204788"/>
          </a:xfrm>
          <a:prstGeom prst="ellipse">
            <a:avLst/>
          </a:prstGeom>
          <a:solidFill>
            <a:srgbClr val="D167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 name="Freeform 13"/>
          <p:cNvSpPr>
            <a:spLocks noEditPoints="1"/>
          </p:cNvSpPr>
          <p:nvPr/>
        </p:nvSpPr>
        <p:spPr bwMode="auto">
          <a:xfrm>
            <a:off x="9475788" y="2281238"/>
            <a:ext cx="1296988" cy="1065213"/>
          </a:xfrm>
          <a:custGeom>
            <a:avLst/>
            <a:gdLst>
              <a:gd name="T0" fmla="*/ 125 w 266"/>
              <a:gd name="T1" fmla="*/ 121 h 218"/>
              <a:gd name="T2" fmla="*/ 113 w 266"/>
              <a:gd name="T3" fmla="*/ 127 h 218"/>
              <a:gd name="T4" fmla="*/ 133 w 266"/>
              <a:gd name="T5" fmla="*/ 218 h 218"/>
              <a:gd name="T6" fmla="*/ 146 w 266"/>
              <a:gd name="T7" fmla="*/ 218 h 218"/>
              <a:gd name="T8" fmla="*/ 125 w 266"/>
              <a:gd name="T9" fmla="*/ 121 h 218"/>
              <a:gd name="T10" fmla="*/ 266 w 266"/>
              <a:gd name="T11" fmla="*/ 98 h 218"/>
              <a:gd name="T12" fmla="*/ 131 w 266"/>
              <a:gd name="T13" fmla="*/ 98 h 218"/>
              <a:gd name="T14" fmla="*/ 132 w 266"/>
              <a:gd name="T15" fmla="*/ 106 h 218"/>
              <a:gd name="T16" fmla="*/ 132 w 266"/>
              <a:gd name="T17" fmla="*/ 111 h 218"/>
              <a:gd name="T18" fmla="*/ 266 w 266"/>
              <a:gd name="T19" fmla="*/ 111 h 218"/>
              <a:gd name="T20" fmla="*/ 266 w 266"/>
              <a:gd name="T21" fmla="*/ 98 h 218"/>
              <a:gd name="T22" fmla="*/ 6 w 266"/>
              <a:gd name="T23" fmla="*/ 0 h 218"/>
              <a:gd name="T24" fmla="*/ 0 w 266"/>
              <a:gd name="T25" fmla="*/ 12 h 218"/>
              <a:gd name="T26" fmla="*/ 95 w 266"/>
              <a:gd name="T27" fmla="*/ 94 h 218"/>
              <a:gd name="T28" fmla="*/ 106 w 266"/>
              <a:gd name="T29" fmla="*/ 86 h 218"/>
              <a:gd name="T30" fmla="*/ 6 w 266"/>
              <a:gd name="T31"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6" h="218">
                <a:moveTo>
                  <a:pt x="125" y="121"/>
                </a:moveTo>
                <a:cubicBezTo>
                  <a:pt x="122" y="124"/>
                  <a:pt x="118" y="126"/>
                  <a:pt x="113" y="127"/>
                </a:cubicBezTo>
                <a:cubicBezTo>
                  <a:pt x="126" y="155"/>
                  <a:pt x="133" y="186"/>
                  <a:pt x="133" y="218"/>
                </a:cubicBezTo>
                <a:cubicBezTo>
                  <a:pt x="146" y="218"/>
                  <a:pt x="146" y="218"/>
                  <a:pt x="146" y="218"/>
                </a:cubicBezTo>
                <a:cubicBezTo>
                  <a:pt x="146" y="184"/>
                  <a:pt x="139" y="151"/>
                  <a:pt x="125" y="121"/>
                </a:cubicBezTo>
                <a:moveTo>
                  <a:pt x="266" y="98"/>
                </a:moveTo>
                <a:cubicBezTo>
                  <a:pt x="131" y="98"/>
                  <a:pt x="131" y="98"/>
                  <a:pt x="131" y="98"/>
                </a:cubicBezTo>
                <a:cubicBezTo>
                  <a:pt x="132" y="100"/>
                  <a:pt x="132" y="103"/>
                  <a:pt x="132" y="106"/>
                </a:cubicBezTo>
                <a:cubicBezTo>
                  <a:pt x="132" y="108"/>
                  <a:pt x="132" y="110"/>
                  <a:pt x="132" y="111"/>
                </a:cubicBezTo>
                <a:cubicBezTo>
                  <a:pt x="266" y="111"/>
                  <a:pt x="266" y="111"/>
                  <a:pt x="266" y="111"/>
                </a:cubicBezTo>
                <a:cubicBezTo>
                  <a:pt x="266" y="98"/>
                  <a:pt x="266" y="98"/>
                  <a:pt x="266" y="98"/>
                </a:cubicBezTo>
                <a:moveTo>
                  <a:pt x="6" y="0"/>
                </a:moveTo>
                <a:cubicBezTo>
                  <a:pt x="0" y="12"/>
                  <a:pt x="0" y="12"/>
                  <a:pt x="0" y="12"/>
                </a:cubicBezTo>
                <a:cubicBezTo>
                  <a:pt x="39" y="30"/>
                  <a:pt x="72" y="59"/>
                  <a:pt x="95" y="94"/>
                </a:cubicBezTo>
                <a:cubicBezTo>
                  <a:pt x="98" y="90"/>
                  <a:pt x="102" y="87"/>
                  <a:pt x="106" y="86"/>
                </a:cubicBezTo>
                <a:cubicBezTo>
                  <a:pt x="82" y="49"/>
                  <a:pt x="47" y="19"/>
                  <a:pt x="6"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 name="Freeform 14"/>
          <p:cNvSpPr>
            <a:spLocks/>
          </p:cNvSpPr>
          <p:nvPr/>
        </p:nvSpPr>
        <p:spPr bwMode="auto">
          <a:xfrm>
            <a:off x="9939338" y="2701926"/>
            <a:ext cx="180975" cy="200025"/>
          </a:xfrm>
          <a:custGeom>
            <a:avLst/>
            <a:gdLst>
              <a:gd name="T0" fmla="*/ 11 w 37"/>
              <a:gd name="T1" fmla="*/ 0 h 41"/>
              <a:gd name="T2" fmla="*/ 0 w 37"/>
              <a:gd name="T3" fmla="*/ 8 h 41"/>
              <a:gd name="T4" fmla="*/ 18 w 37"/>
              <a:gd name="T5" fmla="*/ 41 h 41"/>
              <a:gd name="T6" fmla="*/ 30 w 37"/>
              <a:gd name="T7" fmla="*/ 35 h 41"/>
              <a:gd name="T8" fmla="*/ 26 w 37"/>
              <a:gd name="T9" fmla="*/ 25 h 41"/>
              <a:gd name="T10" fmla="*/ 37 w 37"/>
              <a:gd name="T11" fmla="*/ 25 h 41"/>
              <a:gd name="T12" fmla="*/ 37 w 37"/>
              <a:gd name="T13" fmla="*/ 20 h 41"/>
              <a:gd name="T14" fmla="*/ 36 w 37"/>
              <a:gd name="T15" fmla="*/ 12 h 41"/>
              <a:gd name="T16" fmla="*/ 18 w 37"/>
              <a:gd name="T17" fmla="*/ 12 h 41"/>
              <a:gd name="T18" fmla="*/ 11 w 37"/>
              <a:gd name="T1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41">
                <a:moveTo>
                  <a:pt x="11" y="0"/>
                </a:moveTo>
                <a:cubicBezTo>
                  <a:pt x="7" y="1"/>
                  <a:pt x="3" y="4"/>
                  <a:pt x="0" y="8"/>
                </a:cubicBezTo>
                <a:cubicBezTo>
                  <a:pt x="7" y="18"/>
                  <a:pt x="13" y="29"/>
                  <a:pt x="18" y="41"/>
                </a:cubicBezTo>
                <a:cubicBezTo>
                  <a:pt x="23" y="40"/>
                  <a:pt x="27" y="38"/>
                  <a:pt x="30" y="35"/>
                </a:cubicBezTo>
                <a:cubicBezTo>
                  <a:pt x="29" y="32"/>
                  <a:pt x="27" y="29"/>
                  <a:pt x="26" y="25"/>
                </a:cubicBezTo>
                <a:cubicBezTo>
                  <a:pt x="37" y="25"/>
                  <a:pt x="37" y="25"/>
                  <a:pt x="37" y="25"/>
                </a:cubicBezTo>
                <a:cubicBezTo>
                  <a:pt x="37" y="24"/>
                  <a:pt x="37" y="22"/>
                  <a:pt x="37" y="20"/>
                </a:cubicBezTo>
                <a:cubicBezTo>
                  <a:pt x="37" y="17"/>
                  <a:pt x="37" y="14"/>
                  <a:pt x="36" y="12"/>
                </a:cubicBezTo>
                <a:cubicBezTo>
                  <a:pt x="18" y="12"/>
                  <a:pt x="18" y="12"/>
                  <a:pt x="18" y="12"/>
                </a:cubicBezTo>
                <a:cubicBezTo>
                  <a:pt x="16" y="8"/>
                  <a:pt x="14" y="4"/>
                  <a:pt x="11" y="0"/>
                </a:cubicBezTo>
              </a:path>
            </a:pathLst>
          </a:custGeom>
          <a:solidFill>
            <a:srgbClr val="A958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 name="Oval 15"/>
          <p:cNvSpPr>
            <a:spLocks noChangeArrowheads="1"/>
          </p:cNvSpPr>
          <p:nvPr/>
        </p:nvSpPr>
        <p:spPr bwMode="auto">
          <a:xfrm>
            <a:off x="9445626" y="2266951"/>
            <a:ext cx="84138" cy="87313"/>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 name="Oval 16"/>
          <p:cNvSpPr>
            <a:spLocks noChangeArrowheads="1"/>
          </p:cNvSpPr>
          <p:nvPr/>
        </p:nvSpPr>
        <p:spPr bwMode="auto">
          <a:xfrm>
            <a:off x="10729913" y="2744788"/>
            <a:ext cx="87313" cy="88900"/>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 name="Oval 17"/>
          <p:cNvSpPr>
            <a:spLocks noChangeArrowheads="1"/>
          </p:cNvSpPr>
          <p:nvPr/>
        </p:nvSpPr>
        <p:spPr bwMode="auto">
          <a:xfrm>
            <a:off x="10109201" y="3306763"/>
            <a:ext cx="84138" cy="82550"/>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 name="Oval 18"/>
          <p:cNvSpPr>
            <a:spLocks noChangeArrowheads="1"/>
          </p:cNvSpPr>
          <p:nvPr/>
        </p:nvSpPr>
        <p:spPr bwMode="auto">
          <a:xfrm>
            <a:off x="9972676" y="2755901"/>
            <a:ext cx="93663" cy="87313"/>
          </a:xfrm>
          <a:prstGeom prst="ellipse">
            <a:avLst/>
          </a:prstGeom>
          <a:solidFill>
            <a:srgbClr val="E6EA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 name="Oval 19"/>
          <p:cNvSpPr>
            <a:spLocks noChangeArrowheads="1"/>
          </p:cNvSpPr>
          <p:nvPr/>
        </p:nvSpPr>
        <p:spPr bwMode="auto">
          <a:xfrm>
            <a:off x="10002838" y="5761038"/>
            <a:ext cx="204788" cy="204788"/>
          </a:xfrm>
          <a:prstGeom prst="ellipse">
            <a:avLst/>
          </a:prstGeom>
          <a:solidFill>
            <a:srgbClr val="4F9D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 name="Freeform 20"/>
          <p:cNvSpPr>
            <a:spLocks noEditPoints="1"/>
          </p:cNvSpPr>
          <p:nvPr/>
        </p:nvSpPr>
        <p:spPr bwMode="auto">
          <a:xfrm>
            <a:off x="9363076" y="5522913"/>
            <a:ext cx="1098550" cy="595313"/>
          </a:xfrm>
          <a:custGeom>
            <a:avLst/>
            <a:gdLst>
              <a:gd name="T0" fmla="*/ 171 w 225"/>
              <a:gd name="T1" fmla="*/ 78 h 122"/>
              <a:gd name="T2" fmla="*/ 162 w 225"/>
              <a:gd name="T3" fmla="*/ 88 h 122"/>
              <a:gd name="T4" fmla="*/ 220 w 225"/>
              <a:gd name="T5" fmla="*/ 122 h 122"/>
              <a:gd name="T6" fmla="*/ 225 w 225"/>
              <a:gd name="T7" fmla="*/ 110 h 122"/>
              <a:gd name="T8" fmla="*/ 171 w 225"/>
              <a:gd name="T9" fmla="*/ 78 h 122"/>
              <a:gd name="T10" fmla="*/ 132 w 225"/>
              <a:gd name="T11" fmla="*/ 66 h 122"/>
              <a:gd name="T12" fmla="*/ 0 w 225"/>
              <a:gd name="T13" fmla="*/ 66 h 122"/>
              <a:gd name="T14" fmla="*/ 0 w 225"/>
              <a:gd name="T15" fmla="*/ 79 h 122"/>
              <a:gd name="T16" fmla="*/ 134 w 225"/>
              <a:gd name="T17" fmla="*/ 79 h 122"/>
              <a:gd name="T18" fmla="*/ 131 w 225"/>
              <a:gd name="T19" fmla="*/ 70 h 122"/>
              <a:gd name="T20" fmla="*/ 132 w 225"/>
              <a:gd name="T21" fmla="*/ 66 h 122"/>
              <a:gd name="T22" fmla="*/ 124 w 225"/>
              <a:gd name="T23" fmla="*/ 0 h 122"/>
              <a:gd name="T24" fmla="*/ 111 w 225"/>
              <a:gd name="T25" fmla="*/ 3 h 122"/>
              <a:gd name="T26" fmla="*/ 136 w 225"/>
              <a:gd name="T27" fmla="*/ 57 h 122"/>
              <a:gd name="T28" fmla="*/ 147 w 225"/>
              <a:gd name="T29" fmla="*/ 50 h 122"/>
              <a:gd name="T30" fmla="*/ 124 w 225"/>
              <a:gd name="T31"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5" h="122">
                <a:moveTo>
                  <a:pt x="171" y="78"/>
                </a:moveTo>
                <a:cubicBezTo>
                  <a:pt x="169" y="82"/>
                  <a:pt x="166" y="86"/>
                  <a:pt x="162" y="88"/>
                </a:cubicBezTo>
                <a:cubicBezTo>
                  <a:pt x="179" y="103"/>
                  <a:pt x="199" y="115"/>
                  <a:pt x="220" y="122"/>
                </a:cubicBezTo>
                <a:cubicBezTo>
                  <a:pt x="225" y="110"/>
                  <a:pt x="225" y="110"/>
                  <a:pt x="225" y="110"/>
                </a:cubicBezTo>
                <a:cubicBezTo>
                  <a:pt x="205" y="103"/>
                  <a:pt x="186" y="92"/>
                  <a:pt x="171" y="78"/>
                </a:cubicBezTo>
                <a:moveTo>
                  <a:pt x="132" y="66"/>
                </a:moveTo>
                <a:cubicBezTo>
                  <a:pt x="0" y="66"/>
                  <a:pt x="0" y="66"/>
                  <a:pt x="0" y="66"/>
                </a:cubicBezTo>
                <a:cubicBezTo>
                  <a:pt x="0" y="79"/>
                  <a:pt x="0" y="79"/>
                  <a:pt x="0" y="79"/>
                </a:cubicBezTo>
                <a:cubicBezTo>
                  <a:pt x="134" y="79"/>
                  <a:pt x="134" y="79"/>
                  <a:pt x="134" y="79"/>
                </a:cubicBezTo>
                <a:cubicBezTo>
                  <a:pt x="132" y="76"/>
                  <a:pt x="131" y="73"/>
                  <a:pt x="131" y="70"/>
                </a:cubicBezTo>
                <a:cubicBezTo>
                  <a:pt x="131" y="68"/>
                  <a:pt x="132" y="67"/>
                  <a:pt x="132" y="66"/>
                </a:cubicBezTo>
                <a:moveTo>
                  <a:pt x="124" y="0"/>
                </a:moveTo>
                <a:cubicBezTo>
                  <a:pt x="111" y="3"/>
                  <a:pt x="111" y="3"/>
                  <a:pt x="111" y="3"/>
                </a:cubicBezTo>
                <a:cubicBezTo>
                  <a:pt x="116" y="23"/>
                  <a:pt x="125" y="41"/>
                  <a:pt x="136" y="57"/>
                </a:cubicBezTo>
                <a:cubicBezTo>
                  <a:pt x="139" y="54"/>
                  <a:pt x="142" y="51"/>
                  <a:pt x="147" y="50"/>
                </a:cubicBezTo>
                <a:cubicBezTo>
                  <a:pt x="137" y="35"/>
                  <a:pt x="129" y="18"/>
                  <a:pt x="124"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 name="Freeform 21"/>
          <p:cNvSpPr>
            <a:spLocks/>
          </p:cNvSpPr>
          <p:nvPr/>
        </p:nvSpPr>
        <p:spPr bwMode="auto">
          <a:xfrm>
            <a:off x="10002838" y="5765801"/>
            <a:ext cx="195263" cy="185738"/>
          </a:xfrm>
          <a:custGeom>
            <a:avLst/>
            <a:gdLst>
              <a:gd name="T0" fmla="*/ 16 w 40"/>
              <a:gd name="T1" fmla="*/ 0 h 38"/>
              <a:gd name="T2" fmla="*/ 5 w 40"/>
              <a:gd name="T3" fmla="*/ 7 h 38"/>
              <a:gd name="T4" fmla="*/ 11 w 40"/>
              <a:gd name="T5" fmla="*/ 16 h 38"/>
              <a:gd name="T6" fmla="*/ 1 w 40"/>
              <a:gd name="T7" fmla="*/ 16 h 38"/>
              <a:gd name="T8" fmla="*/ 0 w 40"/>
              <a:gd name="T9" fmla="*/ 20 h 38"/>
              <a:gd name="T10" fmla="*/ 3 w 40"/>
              <a:gd name="T11" fmla="*/ 29 h 38"/>
              <a:gd name="T12" fmla="*/ 22 w 40"/>
              <a:gd name="T13" fmla="*/ 29 h 38"/>
              <a:gd name="T14" fmla="*/ 31 w 40"/>
              <a:gd name="T15" fmla="*/ 38 h 38"/>
              <a:gd name="T16" fmla="*/ 40 w 40"/>
              <a:gd name="T17" fmla="*/ 28 h 38"/>
              <a:gd name="T18" fmla="*/ 16 w 40"/>
              <a:gd name="T19"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38">
                <a:moveTo>
                  <a:pt x="16" y="0"/>
                </a:moveTo>
                <a:cubicBezTo>
                  <a:pt x="11" y="1"/>
                  <a:pt x="8" y="4"/>
                  <a:pt x="5" y="7"/>
                </a:cubicBezTo>
                <a:cubicBezTo>
                  <a:pt x="7" y="10"/>
                  <a:pt x="9" y="13"/>
                  <a:pt x="11" y="16"/>
                </a:cubicBezTo>
                <a:cubicBezTo>
                  <a:pt x="1" y="16"/>
                  <a:pt x="1" y="16"/>
                  <a:pt x="1" y="16"/>
                </a:cubicBezTo>
                <a:cubicBezTo>
                  <a:pt x="1" y="17"/>
                  <a:pt x="0" y="18"/>
                  <a:pt x="0" y="20"/>
                </a:cubicBezTo>
                <a:cubicBezTo>
                  <a:pt x="0" y="23"/>
                  <a:pt x="1" y="26"/>
                  <a:pt x="3" y="29"/>
                </a:cubicBezTo>
                <a:cubicBezTo>
                  <a:pt x="22" y="29"/>
                  <a:pt x="22" y="29"/>
                  <a:pt x="22" y="29"/>
                </a:cubicBezTo>
                <a:cubicBezTo>
                  <a:pt x="25" y="32"/>
                  <a:pt x="28" y="35"/>
                  <a:pt x="31" y="38"/>
                </a:cubicBezTo>
                <a:cubicBezTo>
                  <a:pt x="35" y="36"/>
                  <a:pt x="38" y="32"/>
                  <a:pt x="40" y="28"/>
                </a:cubicBezTo>
                <a:cubicBezTo>
                  <a:pt x="31" y="19"/>
                  <a:pt x="23" y="10"/>
                  <a:pt x="16" y="0"/>
                </a:cubicBezTo>
              </a:path>
            </a:pathLst>
          </a:custGeom>
          <a:solidFill>
            <a:srgbClr val="3786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 name="Oval 22"/>
          <p:cNvSpPr>
            <a:spLocks noChangeArrowheads="1"/>
          </p:cNvSpPr>
          <p:nvPr/>
        </p:nvSpPr>
        <p:spPr bwMode="auto">
          <a:xfrm>
            <a:off x="10061576" y="5819776"/>
            <a:ext cx="87313" cy="88900"/>
          </a:xfrm>
          <a:prstGeom prst="ellipse">
            <a:avLst/>
          </a:prstGeom>
          <a:solidFill>
            <a:srgbClr val="E6EA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 name="Oval 23"/>
          <p:cNvSpPr>
            <a:spLocks noChangeArrowheads="1"/>
          </p:cNvSpPr>
          <p:nvPr/>
        </p:nvSpPr>
        <p:spPr bwMode="auto">
          <a:xfrm>
            <a:off x="9890126" y="5487988"/>
            <a:ext cx="87313" cy="82550"/>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 name="Oval 24"/>
          <p:cNvSpPr>
            <a:spLocks noChangeArrowheads="1"/>
          </p:cNvSpPr>
          <p:nvPr/>
        </p:nvSpPr>
        <p:spPr bwMode="auto">
          <a:xfrm>
            <a:off x="9320213" y="5824538"/>
            <a:ext cx="87313" cy="88900"/>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 name="Oval 25"/>
          <p:cNvSpPr>
            <a:spLocks noChangeArrowheads="1"/>
          </p:cNvSpPr>
          <p:nvPr/>
        </p:nvSpPr>
        <p:spPr bwMode="auto">
          <a:xfrm>
            <a:off x="10407651" y="6045201"/>
            <a:ext cx="82550" cy="82550"/>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 name="Oval 26"/>
          <p:cNvSpPr>
            <a:spLocks noChangeArrowheads="1"/>
          </p:cNvSpPr>
          <p:nvPr/>
        </p:nvSpPr>
        <p:spPr bwMode="auto">
          <a:xfrm>
            <a:off x="8997951" y="4916488"/>
            <a:ext cx="200025" cy="206375"/>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 name="Freeform 27"/>
          <p:cNvSpPr>
            <a:spLocks noEditPoints="1"/>
          </p:cNvSpPr>
          <p:nvPr/>
        </p:nvSpPr>
        <p:spPr bwMode="auto">
          <a:xfrm>
            <a:off x="8353426" y="4551363"/>
            <a:ext cx="1181100" cy="809625"/>
          </a:xfrm>
          <a:custGeom>
            <a:avLst/>
            <a:gdLst>
              <a:gd name="T0" fmla="*/ 171 w 242"/>
              <a:gd name="T1" fmla="*/ 105 h 166"/>
              <a:gd name="T2" fmla="*/ 162 w 242"/>
              <a:gd name="T3" fmla="*/ 114 h 166"/>
              <a:gd name="T4" fmla="*/ 237 w 242"/>
              <a:gd name="T5" fmla="*/ 166 h 166"/>
              <a:gd name="T6" fmla="*/ 242 w 242"/>
              <a:gd name="T7" fmla="*/ 153 h 166"/>
              <a:gd name="T8" fmla="*/ 171 w 242"/>
              <a:gd name="T9" fmla="*/ 105 h 166"/>
              <a:gd name="T10" fmla="*/ 133 w 242"/>
              <a:gd name="T11" fmla="*/ 89 h 166"/>
              <a:gd name="T12" fmla="*/ 0 w 242"/>
              <a:gd name="T13" fmla="*/ 89 h 166"/>
              <a:gd name="T14" fmla="*/ 0 w 242"/>
              <a:gd name="T15" fmla="*/ 103 h 166"/>
              <a:gd name="T16" fmla="*/ 133 w 242"/>
              <a:gd name="T17" fmla="*/ 103 h 166"/>
              <a:gd name="T18" fmla="*/ 132 w 242"/>
              <a:gd name="T19" fmla="*/ 96 h 166"/>
              <a:gd name="T20" fmla="*/ 133 w 242"/>
              <a:gd name="T21" fmla="*/ 89 h 166"/>
              <a:gd name="T22" fmla="*/ 124 w 242"/>
              <a:gd name="T23" fmla="*/ 0 h 166"/>
              <a:gd name="T24" fmla="*/ 111 w 242"/>
              <a:gd name="T25" fmla="*/ 1 h 166"/>
              <a:gd name="T26" fmla="*/ 138 w 242"/>
              <a:gd name="T27" fmla="*/ 82 h 166"/>
              <a:gd name="T28" fmla="*/ 150 w 242"/>
              <a:gd name="T29" fmla="*/ 76 h 166"/>
              <a:gd name="T30" fmla="*/ 124 w 242"/>
              <a:gd name="T31"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2" h="166">
                <a:moveTo>
                  <a:pt x="171" y="105"/>
                </a:moveTo>
                <a:cubicBezTo>
                  <a:pt x="169" y="109"/>
                  <a:pt x="166" y="112"/>
                  <a:pt x="162" y="114"/>
                </a:cubicBezTo>
                <a:cubicBezTo>
                  <a:pt x="182" y="136"/>
                  <a:pt x="208" y="154"/>
                  <a:pt x="237" y="166"/>
                </a:cubicBezTo>
                <a:cubicBezTo>
                  <a:pt x="242" y="153"/>
                  <a:pt x="242" y="153"/>
                  <a:pt x="242" y="153"/>
                </a:cubicBezTo>
                <a:cubicBezTo>
                  <a:pt x="214" y="142"/>
                  <a:pt x="190" y="126"/>
                  <a:pt x="171" y="105"/>
                </a:cubicBezTo>
                <a:moveTo>
                  <a:pt x="133" y="89"/>
                </a:moveTo>
                <a:cubicBezTo>
                  <a:pt x="0" y="89"/>
                  <a:pt x="0" y="89"/>
                  <a:pt x="0" y="89"/>
                </a:cubicBezTo>
                <a:cubicBezTo>
                  <a:pt x="0" y="103"/>
                  <a:pt x="0" y="103"/>
                  <a:pt x="0" y="103"/>
                </a:cubicBezTo>
                <a:cubicBezTo>
                  <a:pt x="133" y="103"/>
                  <a:pt x="133" y="103"/>
                  <a:pt x="133" y="103"/>
                </a:cubicBezTo>
                <a:cubicBezTo>
                  <a:pt x="132" y="101"/>
                  <a:pt x="132" y="98"/>
                  <a:pt x="132" y="96"/>
                </a:cubicBezTo>
                <a:cubicBezTo>
                  <a:pt x="132" y="94"/>
                  <a:pt x="132" y="91"/>
                  <a:pt x="133" y="89"/>
                </a:cubicBezTo>
                <a:moveTo>
                  <a:pt x="124" y="0"/>
                </a:moveTo>
                <a:cubicBezTo>
                  <a:pt x="111" y="1"/>
                  <a:pt x="111" y="1"/>
                  <a:pt x="111" y="1"/>
                </a:cubicBezTo>
                <a:cubicBezTo>
                  <a:pt x="114" y="30"/>
                  <a:pt x="123" y="57"/>
                  <a:pt x="138" y="82"/>
                </a:cubicBezTo>
                <a:cubicBezTo>
                  <a:pt x="141" y="78"/>
                  <a:pt x="145" y="76"/>
                  <a:pt x="150" y="76"/>
                </a:cubicBezTo>
                <a:cubicBezTo>
                  <a:pt x="136" y="53"/>
                  <a:pt x="127" y="27"/>
                  <a:pt x="124"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 name="Freeform 28"/>
          <p:cNvSpPr>
            <a:spLocks/>
          </p:cNvSpPr>
          <p:nvPr/>
        </p:nvSpPr>
        <p:spPr bwMode="auto">
          <a:xfrm>
            <a:off x="8997951" y="4922838"/>
            <a:ext cx="190500" cy="184150"/>
          </a:xfrm>
          <a:custGeom>
            <a:avLst/>
            <a:gdLst>
              <a:gd name="T0" fmla="*/ 18 w 39"/>
              <a:gd name="T1" fmla="*/ 0 h 38"/>
              <a:gd name="T2" fmla="*/ 6 w 39"/>
              <a:gd name="T3" fmla="*/ 6 h 38"/>
              <a:gd name="T4" fmla="*/ 11 w 39"/>
              <a:gd name="T5" fmla="*/ 13 h 38"/>
              <a:gd name="T6" fmla="*/ 1 w 39"/>
              <a:gd name="T7" fmla="*/ 13 h 38"/>
              <a:gd name="T8" fmla="*/ 0 w 39"/>
              <a:gd name="T9" fmla="*/ 20 h 38"/>
              <a:gd name="T10" fmla="*/ 1 w 39"/>
              <a:gd name="T11" fmla="*/ 27 h 38"/>
              <a:gd name="T12" fmla="*/ 20 w 39"/>
              <a:gd name="T13" fmla="*/ 27 h 38"/>
              <a:gd name="T14" fmla="*/ 30 w 39"/>
              <a:gd name="T15" fmla="*/ 38 h 38"/>
              <a:gd name="T16" fmla="*/ 39 w 39"/>
              <a:gd name="T17" fmla="*/ 29 h 38"/>
              <a:gd name="T18" fmla="*/ 18 w 39"/>
              <a:gd name="T19"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38">
                <a:moveTo>
                  <a:pt x="18" y="0"/>
                </a:moveTo>
                <a:cubicBezTo>
                  <a:pt x="13" y="0"/>
                  <a:pt x="9" y="2"/>
                  <a:pt x="6" y="6"/>
                </a:cubicBezTo>
                <a:cubicBezTo>
                  <a:pt x="7" y="8"/>
                  <a:pt x="9" y="11"/>
                  <a:pt x="11" y="13"/>
                </a:cubicBezTo>
                <a:cubicBezTo>
                  <a:pt x="1" y="13"/>
                  <a:pt x="1" y="13"/>
                  <a:pt x="1" y="13"/>
                </a:cubicBezTo>
                <a:cubicBezTo>
                  <a:pt x="0" y="15"/>
                  <a:pt x="0" y="18"/>
                  <a:pt x="0" y="20"/>
                </a:cubicBezTo>
                <a:cubicBezTo>
                  <a:pt x="0" y="22"/>
                  <a:pt x="0" y="25"/>
                  <a:pt x="1" y="27"/>
                </a:cubicBezTo>
                <a:cubicBezTo>
                  <a:pt x="20" y="27"/>
                  <a:pt x="20" y="27"/>
                  <a:pt x="20" y="27"/>
                </a:cubicBezTo>
                <a:cubicBezTo>
                  <a:pt x="23" y="31"/>
                  <a:pt x="27" y="35"/>
                  <a:pt x="30" y="38"/>
                </a:cubicBezTo>
                <a:cubicBezTo>
                  <a:pt x="34" y="36"/>
                  <a:pt x="37" y="33"/>
                  <a:pt x="39" y="29"/>
                </a:cubicBezTo>
                <a:cubicBezTo>
                  <a:pt x="31" y="20"/>
                  <a:pt x="24" y="10"/>
                  <a:pt x="18" y="0"/>
                </a:cubicBezTo>
              </a:path>
            </a:pathLst>
          </a:custGeom>
          <a:solidFill>
            <a:srgbClr val="37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 name="Oval 29"/>
          <p:cNvSpPr>
            <a:spLocks noChangeArrowheads="1"/>
          </p:cNvSpPr>
          <p:nvPr/>
        </p:nvSpPr>
        <p:spPr bwMode="auto">
          <a:xfrm>
            <a:off x="9051926" y="4975226"/>
            <a:ext cx="92075" cy="88900"/>
          </a:xfrm>
          <a:prstGeom prst="ellipse">
            <a:avLst/>
          </a:prstGeom>
          <a:solidFill>
            <a:srgbClr val="E6EA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 name="Oval 30"/>
          <p:cNvSpPr>
            <a:spLocks noChangeArrowheads="1"/>
          </p:cNvSpPr>
          <p:nvPr/>
        </p:nvSpPr>
        <p:spPr bwMode="auto">
          <a:xfrm>
            <a:off x="8308976" y="4975226"/>
            <a:ext cx="88900" cy="88900"/>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 name="Oval 31"/>
          <p:cNvSpPr>
            <a:spLocks noChangeArrowheads="1"/>
          </p:cNvSpPr>
          <p:nvPr/>
        </p:nvSpPr>
        <p:spPr bwMode="auto">
          <a:xfrm>
            <a:off x="8885238" y="4506913"/>
            <a:ext cx="87313" cy="88900"/>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 name="Oval 32"/>
          <p:cNvSpPr>
            <a:spLocks noChangeArrowheads="1"/>
          </p:cNvSpPr>
          <p:nvPr/>
        </p:nvSpPr>
        <p:spPr bwMode="auto">
          <a:xfrm>
            <a:off x="9475788" y="5287963"/>
            <a:ext cx="87313" cy="82550"/>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 name="Freeform 33"/>
          <p:cNvSpPr>
            <a:spLocks noEditPoints="1"/>
          </p:cNvSpPr>
          <p:nvPr/>
        </p:nvSpPr>
        <p:spPr bwMode="auto">
          <a:xfrm>
            <a:off x="6811963" y="1257301"/>
            <a:ext cx="4849813" cy="4851400"/>
          </a:xfrm>
          <a:custGeom>
            <a:avLst/>
            <a:gdLst>
              <a:gd name="T0" fmla="*/ 706 w 994"/>
              <a:gd name="T1" fmla="*/ 832 h 994"/>
              <a:gd name="T2" fmla="*/ 706 w 994"/>
              <a:gd name="T3" fmla="*/ 831 h 994"/>
              <a:gd name="T4" fmla="*/ 656 w 994"/>
              <a:gd name="T5" fmla="*/ 812 h 994"/>
              <a:gd name="T6" fmla="*/ 655 w 994"/>
              <a:gd name="T7" fmla="*/ 812 h 994"/>
              <a:gd name="T8" fmla="*/ 653 w 994"/>
              <a:gd name="T9" fmla="*/ 812 h 994"/>
              <a:gd name="T10" fmla="*/ 652 w 994"/>
              <a:gd name="T11" fmla="*/ 812 h 994"/>
              <a:gd name="T12" fmla="*/ 651 w 994"/>
              <a:gd name="T13" fmla="*/ 812 h 994"/>
              <a:gd name="T14" fmla="*/ 958 w 994"/>
              <a:gd name="T15" fmla="*/ 826 h 994"/>
              <a:gd name="T16" fmla="*/ 958 w 994"/>
              <a:gd name="T17" fmla="*/ 827 h 994"/>
              <a:gd name="T18" fmla="*/ 958 w 994"/>
              <a:gd name="T19" fmla="*/ 828 h 994"/>
              <a:gd name="T20" fmla="*/ 958 w 994"/>
              <a:gd name="T21" fmla="*/ 829 h 994"/>
              <a:gd name="T22" fmla="*/ 958 w 994"/>
              <a:gd name="T23" fmla="*/ 829 h 994"/>
              <a:gd name="T24" fmla="*/ 958 w 994"/>
              <a:gd name="T25" fmla="*/ 830 h 994"/>
              <a:gd name="T26" fmla="*/ 958 w 994"/>
              <a:gd name="T27" fmla="*/ 831 h 994"/>
              <a:gd name="T28" fmla="*/ 832 w 994"/>
              <a:gd name="T29" fmla="*/ 958 h 994"/>
              <a:gd name="T30" fmla="*/ 831 w 994"/>
              <a:gd name="T31" fmla="*/ 958 h 994"/>
              <a:gd name="T32" fmla="*/ 830 w 994"/>
              <a:gd name="T33" fmla="*/ 958 h 994"/>
              <a:gd name="T34" fmla="*/ 937 w 994"/>
              <a:gd name="T35" fmla="*/ 762 h 994"/>
              <a:gd name="T36" fmla="*/ 497 w 994"/>
              <a:gd name="T37" fmla="*/ 654 h 994"/>
              <a:gd name="T38" fmla="*/ 497 w 994"/>
              <a:gd name="T39" fmla="*/ 653 h 994"/>
              <a:gd name="T40" fmla="*/ 497 w 994"/>
              <a:gd name="T41" fmla="*/ 652 h 994"/>
              <a:gd name="T42" fmla="*/ 433 w 994"/>
              <a:gd name="T43" fmla="*/ 628 h 994"/>
              <a:gd name="T44" fmla="*/ 431 w 994"/>
              <a:gd name="T45" fmla="*/ 628 h 994"/>
              <a:gd name="T46" fmla="*/ 430 w 994"/>
              <a:gd name="T47" fmla="*/ 628 h 994"/>
              <a:gd name="T48" fmla="*/ 428 w 994"/>
              <a:gd name="T49" fmla="*/ 628 h 994"/>
              <a:gd name="T50" fmla="*/ 426 w 994"/>
              <a:gd name="T51" fmla="*/ 628 h 994"/>
              <a:gd name="T52" fmla="*/ 812 w 994"/>
              <a:gd name="T53" fmla="*/ 650 h 994"/>
              <a:gd name="T54" fmla="*/ 812 w 994"/>
              <a:gd name="T55" fmla="*/ 651 h 994"/>
              <a:gd name="T56" fmla="*/ 812 w 994"/>
              <a:gd name="T57" fmla="*/ 652 h 994"/>
              <a:gd name="T58" fmla="*/ 812 w 994"/>
              <a:gd name="T59" fmla="*/ 653 h 994"/>
              <a:gd name="T60" fmla="*/ 812 w 994"/>
              <a:gd name="T61" fmla="*/ 654 h 994"/>
              <a:gd name="T62" fmla="*/ 812 w 994"/>
              <a:gd name="T63" fmla="*/ 655 h 994"/>
              <a:gd name="T64" fmla="*/ 831 w 994"/>
              <a:gd name="T65" fmla="*/ 706 h 994"/>
              <a:gd name="T66" fmla="*/ 832 w 994"/>
              <a:gd name="T67" fmla="*/ 706 h 994"/>
              <a:gd name="T68" fmla="*/ 234 w 994"/>
              <a:gd name="T69" fmla="*/ 431 h 994"/>
              <a:gd name="T70" fmla="*/ 234 w 994"/>
              <a:gd name="T71" fmla="*/ 430 h 994"/>
              <a:gd name="T72" fmla="*/ 234 w 994"/>
              <a:gd name="T73" fmla="*/ 429 h 994"/>
              <a:gd name="T74" fmla="*/ 157 w 994"/>
              <a:gd name="T75" fmla="*/ 402 h 994"/>
              <a:gd name="T76" fmla="*/ 156 w 994"/>
              <a:gd name="T77" fmla="*/ 402 h 994"/>
              <a:gd name="T78" fmla="*/ 154 w 994"/>
              <a:gd name="T79" fmla="*/ 402 h 994"/>
              <a:gd name="T80" fmla="*/ 153 w 994"/>
              <a:gd name="T81" fmla="*/ 402 h 994"/>
              <a:gd name="T82" fmla="*/ 628 w 994"/>
              <a:gd name="T83" fmla="*/ 426 h 994"/>
              <a:gd name="T84" fmla="*/ 628 w 994"/>
              <a:gd name="T85" fmla="*/ 427 h 994"/>
              <a:gd name="T86" fmla="*/ 628 w 994"/>
              <a:gd name="T87" fmla="*/ 429 h 994"/>
              <a:gd name="T88" fmla="*/ 628 w 994"/>
              <a:gd name="T89" fmla="*/ 430 h 994"/>
              <a:gd name="T90" fmla="*/ 628 w 994"/>
              <a:gd name="T91" fmla="*/ 431 h 994"/>
              <a:gd name="T92" fmla="*/ 628 w 994"/>
              <a:gd name="T93" fmla="*/ 433 h 994"/>
              <a:gd name="T94" fmla="*/ 621 w 994"/>
              <a:gd name="T95" fmla="*/ 500 h 994"/>
              <a:gd name="T96" fmla="*/ 649 w 994"/>
              <a:gd name="T97" fmla="*/ 497 h 994"/>
              <a:gd name="T98" fmla="*/ 651 w 994"/>
              <a:gd name="T99" fmla="*/ 497 h 994"/>
              <a:gd name="T100" fmla="*/ 652 w 994"/>
              <a:gd name="T101" fmla="*/ 497 h 994"/>
              <a:gd name="T102" fmla="*/ 653 w 994"/>
              <a:gd name="T103" fmla="*/ 497 h 994"/>
              <a:gd name="T104" fmla="*/ 654 w 994"/>
              <a:gd name="T105" fmla="*/ 497 h 994"/>
              <a:gd name="T106" fmla="*/ 347 w 994"/>
              <a:gd name="T107" fmla="*/ 0 h 994"/>
              <a:gd name="T108" fmla="*/ 402 w 994"/>
              <a:gd name="T109" fmla="*/ 154 h 994"/>
              <a:gd name="T110" fmla="*/ 402 w 994"/>
              <a:gd name="T111" fmla="*/ 155 h 994"/>
              <a:gd name="T112" fmla="*/ 402 w 994"/>
              <a:gd name="T113" fmla="*/ 156 h 994"/>
              <a:gd name="T114" fmla="*/ 429 w 994"/>
              <a:gd name="T115" fmla="*/ 234 h 994"/>
              <a:gd name="T116" fmla="*/ 431 w 994"/>
              <a:gd name="T117" fmla="*/ 234 h 9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94" h="994">
                <a:moveTo>
                  <a:pt x="562" y="782"/>
                </a:moveTo>
                <a:cubicBezTo>
                  <a:pt x="591" y="822"/>
                  <a:pt x="638" y="848"/>
                  <a:pt x="690" y="848"/>
                </a:cubicBezTo>
                <a:cubicBezTo>
                  <a:pt x="696" y="848"/>
                  <a:pt x="701" y="847"/>
                  <a:pt x="707" y="847"/>
                </a:cubicBezTo>
                <a:cubicBezTo>
                  <a:pt x="706" y="842"/>
                  <a:pt x="706" y="837"/>
                  <a:pt x="706" y="832"/>
                </a:cubicBezTo>
                <a:cubicBezTo>
                  <a:pt x="706" y="832"/>
                  <a:pt x="706" y="832"/>
                  <a:pt x="706" y="832"/>
                </a:cubicBezTo>
                <a:cubicBezTo>
                  <a:pt x="706" y="832"/>
                  <a:pt x="706" y="832"/>
                  <a:pt x="706" y="832"/>
                </a:cubicBezTo>
                <a:cubicBezTo>
                  <a:pt x="706" y="832"/>
                  <a:pt x="706" y="832"/>
                  <a:pt x="706" y="832"/>
                </a:cubicBezTo>
                <a:cubicBezTo>
                  <a:pt x="706" y="832"/>
                  <a:pt x="706" y="832"/>
                  <a:pt x="706" y="832"/>
                </a:cubicBezTo>
                <a:cubicBezTo>
                  <a:pt x="706" y="832"/>
                  <a:pt x="706" y="832"/>
                  <a:pt x="706" y="832"/>
                </a:cubicBezTo>
                <a:cubicBezTo>
                  <a:pt x="706" y="832"/>
                  <a:pt x="706" y="832"/>
                  <a:pt x="706" y="832"/>
                </a:cubicBezTo>
                <a:cubicBezTo>
                  <a:pt x="706" y="832"/>
                  <a:pt x="706" y="832"/>
                  <a:pt x="706" y="832"/>
                </a:cubicBezTo>
                <a:cubicBezTo>
                  <a:pt x="706" y="832"/>
                  <a:pt x="706" y="832"/>
                  <a:pt x="706" y="832"/>
                </a:cubicBezTo>
                <a:cubicBezTo>
                  <a:pt x="706" y="832"/>
                  <a:pt x="706" y="832"/>
                  <a:pt x="706" y="832"/>
                </a:cubicBezTo>
                <a:cubicBezTo>
                  <a:pt x="706" y="832"/>
                  <a:pt x="706" y="832"/>
                  <a:pt x="706" y="831"/>
                </a:cubicBezTo>
                <a:cubicBezTo>
                  <a:pt x="706" y="831"/>
                  <a:pt x="706" y="831"/>
                  <a:pt x="706" y="831"/>
                </a:cubicBezTo>
                <a:cubicBezTo>
                  <a:pt x="706" y="831"/>
                  <a:pt x="706" y="831"/>
                  <a:pt x="706" y="831"/>
                </a:cubicBezTo>
                <a:cubicBezTo>
                  <a:pt x="706" y="831"/>
                  <a:pt x="706" y="831"/>
                  <a:pt x="706" y="831"/>
                </a:cubicBezTo>
                <a:cubicBezTo>
                  <a:pt x="706" y="831"/>
                  <a:pt x="706" y="831"/>
                  <a:pt x="706" y="831"/>
                </a:cubicBezTo>
                <a:cubicBezTo>
                  <a:pt x="706" y="831"/>
                  <a:pt x="706" y="831"/>
                  <a:pt x="706" y="831"/>
                </a:cubicBezTo>
                <a:cubicBezTo>
                  <a:pt x="706" y="831"/>
                  <a:pt x="706" y="831"/>
                  <a:pt x="706" y="831"/>
                </a:cubicBezTo>
                <a:cubicBezTo>
                  <a:pt x="706" y="831"/>
                  <a:pt x="706" y="831"/>
                  <a:pt x="706" y="831"/>
                </a:cubicBezTo>
                <a:cubicBezTo>
                  <a:pt x="706" y="821"/>
                  <a:pt x="707" y="811"/>
                  <a:pt x="709" y="802"/>
                </a:cubicBezTo>
                <a:cubicBezTo>
                  <a:pt x="693" y="808"/>
                  <a:pt x="675" y="812"/>
                  <a:pt x="656" y="812"/>
                </a:cubicBezTo>
                <a:cubicBezTo>
                  <a:pt x="656" y="812"/>
                  <a:pt x="656" y="812"/>
                  <a:pt x="656" y="812"/>
                </a:cubicBezTo>
                <a:cubicBezTo>
                  <a:pt x="656" y="812"/>
                  <a:pt x="656" y="812"/>
                  <a:pt x="656" y="812"/>
                </a:cubicBezTo>
                <a:cubicBezTo>
                  <a:pt x="656" y="812"/>
                  <a:pt x="656" y="812"/>
                  <a:pt x="656" y="812"/>
                </a:cubicBezTo>
                <a:cubicBezTo>
                  <a:pt x="656" y="812"/>
                  <a:pt x="656" y="812"/>
                  <a:pt x="656" y="812"/>
                </a:cubicBezTo>
                <a:cubicBezTo>
                  <a:pt x="656" y="812"/>
                  <a:pt x="656" y="812"/>
                  <a:pt x="656" y="812"/>
                </a:cubicBezTo>
                <a:cubicBezTo>
                  <a:pt x="656" y="812"/>
                  <a:pt x="656" y="812"/>
                  <a:pt x="656" y="812"/>
                </a:cubicBezTo>
                <a:cubicBezTo>
                  <a:pt x="655" y="812"/>
                  <a:pt x="655" y="812"/>
                  <a:pt x="655" y="812"/>
                </a:cubicBezTo>
                <a:cubicBezTo>
                  <a:pt x="655" y="812"/>
                  <a:pt x="655" y="812"/>
                  <a:pt x="655" y="812"/>
                </a:cubicBezTo>
                <a:cubicBezTo>
                  <a:pt x="655" y="812"/>
                  <a:pt x="655" y="812"/>
                  <a:pt x="655" y="812"/>
                </a:cubicBezTo>
                <a:cubicBezTo>
                  <a:pt x="655" y="812"/>
                  <a:pt x="655" y="812"/>
                  <a:pt x="655" y="812"/>
                </a:cubicBezTo>
                <a:cubicBezTo>
                  <a:pt x="655" y="812"/>
                  <a:pt x="655" y="812"/>
                  <a:pt x="655" y="812"/>
                </a:cubicBezTo>
                <a:cubicBezTo>
                  <a:pt x="655" y="812"/>
                  <a:pt x="655" y="812"/>
                  <a:pt x="655" y="812"/>
                </a:cubicBezTo>
                <a:cubicBezTo>
                  <a:pt x="655" y="812"/>
                  <a:pt x="655" y="812"/>
                  <a:pt x="655" y="812"/>
                </a:cubicBezTo>
                <a:cubicBezTo>
                  <a:pt x="654" y="812"/>
                  <a:pt x="654" y="812"/>
                  <a:pt x="654" y="812"/>
                </a:cubicBezTo>
                <a:cubicBezTo>
                  <a:pt x="654" y="812"/>
                  <a:pt x="654" y="812"/>
                  <a:pt x="654" y="812"/>
                </a:cubicBezTo>
                <a:cubicBezTo>
                  <a:pt x="654" y="812"/>
                  <a:pt x="654" y="812"/>
                  <a:pt x="654" y="812"/>
                </a:cubicBezTo>
                <a:cubicBezTo>
                  <a:pt x="654" y="812"/>
                  <a:pt x="654" y="812"/>
                  <a:pt x="654" y="812"/>
                </a:cubicBezTo>
                <a:cubicBezTo>
                  <a:pt x="654" y="812"/>
                  <a:pt x="654" y="812"/>
                  <a:pt x="654" y="812"/>
                </a:cubicBezTo>
                <a:cubicBezTo>
                  <a:pt x="654" y="812"/>
                  <a:pt x="654" y="812"/>
                  <a:pt x="654" y="812"/>
                </a:cubicBezTo>
                <a:cubicBezTo>
                  <a:pt x="654" y="812"/>
                  <a:pt x="654" y="812"/>
                  <a:pt x="654" y="812"/>
                </a:cubicBezTo>
                <a:cubicBezTo>
                  <a:pt x="654" y="812"/>
                  <a:pt x="654" y="812"/>
                  <a:pt x="654" y="812"/>
                </a:cubicBezTo>
                <a:cubicBezTo>
                  <a:pt x="653" y="812"/>
                  <a:pt x="653" y="812"/>
                  <a:pt x="653" y="812"/>
                </a:cubicBezTo>
                <a:cubicBezTo>
                  <a:pt x="653" y="812"/>
                  <a:pt x="653" y="812"/>
                  <a:pt x="653" y="812"/>
                </a:cubicBezTo>
                <a:cubicBezTo>
                  <a:pt x="653" y="812"/>
                  <a:pt x="653" y="812"/>
                  <a:pt x="653" y="812"/>
                </a:cubicBezTo>
                <a:cubicBezTo>
                  <a:pt x="653" y="812"/>
                  <a:pt x="653" y="812"/>
                  <a:pt x="653" y="812"/>
                </a:cubicBezTo>
                <a:cubicBezTo>
                  <a:pt x="653" y="812"/>
                  <a:pt x="653" y="812"/>
                  <a:pt x="653" y="812"/>
                </a:cubicBezTo>
                <a:cubicBezTo>
                  <a:pt x="653" y="812"/>
                  <a:pt x="653" y="812"/>
                  <a:pt x="653" y="812"/>
                </a:cubicBezTo>
                <a:cubicBezTo>
                  <a:pt x="653" y="812"/>
                  <a:pt x="653" y="812"/>
                  <a:pt x="653" y="812"/>
                </a:cubicBezTo>
                <a:cubicBezTo>
                  <a:pt x="653" y="812"/>
                  <a:pt x="652" y="812"/>
                  <a:pt x="652" y="812"/>
                </a:cubicBezTo>
                <a:cubicBezTo>
                  <a:pt x="652" y="812"/>
                  <a:pt x="652" y="812"/>
                  <a:pt x="652" y="812"/>
                </a:cubicBezTo>
                <a:cubicBezTo>
                  <a:pt x="652" y="812"/>
                  <a:pt x="652" y="812"/>
                  <a:pt x="652" y="812"/>
                </a:cubicBezTo>
                <a:cubicBezTo>
                  <a:pt x="652" y="812"/>
                  <a:pt x="652" y="812"/>
                  <a:pt x="652" y="812"/>
                </a:cubicBezTo>
                <a:cubicBezTo>
                  <a:pt x="652" y="812"/>
                  <a:pt x="652" y="812"/>
                  <a:pt x="652" y="812"/>
                </a:cubicBezTo>
                <a:cubicBezTo>
                  <a:pt x="652" y="812"/>
                  <a:pt x="652" y="812"/>
                  <a:pt x="652" y="812"/>
                </a:cubicBezTo>
                <a:cubicBezTo>
                  <a:pt x="652" y="812"/>
                  <a:pt x="652" y="812"/>
                  <a:pt x="652" y="812"/>
                </a:cubicBezTo>
                <a:cubicBezTo>
                  <a:pt x="652" y="812"/>
                  <a:pt x="652" y="812"/>
                  <a:pt x="652" y="812"/>
                </a:cubicBezTo>
                <a:cubicBezTo>
                  <a:pt x="652" y="812"/>
                  <a:pt x="651" y="812"/>
                  <a:pt x="651" y="812"/>
                </a:cubicBezTo>
                <a:cubicBezTo>
                  <a:pt x="651" y="812"/>
                  <a:pt x="651" y="812"/>
                  <a:pt x="651" y="812"/>
                </a:cubicBezTo>
                <a:cubicBezTo>
                  <a:pt x="651" y="812"/>
                  <a:pt x="651" y="812"/>
                  <a:pt x="651" y="812"/>
                </a:cubicBezTo>
                <a:cubicBezTo>
                  <a:pt x="651" y="812"/>
                  <a:pt x="651" y="812"/>
                  <a:pt x="651" y="812"/>
                </a:cubicBezTo>
                <a:cubicBezTo>
                  <a:pt x="651" y="812"/>
                  <a:pt x="651" y="812"/>
                  <a:pt x="651" y="812"/>
                </a:cubicBezTo>
                <a:cubicBezTo>
                  <a:pt x="651" y="812"/>
                  <a:pt x="651" y="812"/>
                  <a:pt x="651" y="812"/>
                </a:cubicBezTo>
                <a:cubicBezTo>
                  <a:pt x="651" y="812"/>
                  <a:pt x="651" y="812"/>
                  <a:pt x="650" y="812"/>
                </a:cubicBezTo>
                <a:cubicBezTo>
                  <a:pt x="650" y="812"/>
                  <a:pt x="650" y="812"/>
                  <a:pt x="650" y="812"/>
                </a:cubicBezTo>
                <a:cubicBezTo>
                  <a:pt x="650" y="812"/>
                  <a:pt x="650" y="812"/>
                  <a:pt x="650" y="812"/>
                </a:cubicBezTo>
                <a:cubicBezTo>
                  <a:pt x="650" y="812"/>
                  <a:pt x="650" y="812"/>
                  <a:pt x="650" y="812"/>
                </a:cubicBezTo>
                <a:cubicBezTo>
                  <a:pt x="617" y="811"/>
                  <a:pt x="587" y="800"/>
                  <a:pt x="562" y="782"/>
                </a:cubicBezTo>
                <a:moveTo>
                  <a:pt x="937" y="762"/>
                </a:moveTo>
                <a:cubicBezTo>
                  <a:pt x="949" y="781"/>
                  <a:pt x="957" y="802"/>
                  <a:pt x="958" y="826"/>
                </a:cubicBezTo>
                <a:cubicBezTo>
                  <a:pt x="958" y="826"/>
                  <a:pt x="958" y="826"/>
                  <a:pt x="958" y="826"/>
                </a:cubicBezTo>
                <a:cubicBezTo>
                  <a:pt x="958" y="826"/>
                  <a:pt x="958" y="826"/>
                  <a:pt x="958" y="826"/>
                </a:cubicBezTo>
                <a:cubicBezTo>
                  <a:pt x="958" y="826"/>
                  <a:pt x="958" y="826"/>
                  <a:pt x="958" y="826"/>
                </a:cubicBezTo>
                <a:cubicBezTo>
                  <a:pt x="958" y="826"/>
                  <a:pt x="958" y="826"/>
                  <a:pt x="958" y="826"/>
                </a:cubicBezTo>
                <a:cubicBezTo>
                  <a:pt x="958" y="826"/>
                  <a:pt x="958" y="826"/>
                  <a:pt x="958" y="826"/>
                </a:cubicBezTo>
                <a:cubicBezTo>
                  <a:pt x="958" y="826"/>
                  <a:pt x="958" y="826"/>
                  <a:pt x="958" y="826"/>
                </a:cubicBezTo>
                <a:cubicBezTo>
                  <a:pt x="958" y="826"/>
                  <a:pt x="958" y="826"/>
                  <a:pt x="958" y="826"/>
                </a:cubicBezTo>
                <a:cubicBezTo>
                  <a:pt x="958" y="827"/>
                  <a:pt x="958" y="827"/>
                  <a:pt x="958" y="827"/>
                </a:cubicBezTo>
                <a:cubicBezTo>
                  <a:pt x="958" y="827"/>
                  <a:pt x="958" y="827"/>
                  <a:pt x="958" y="827"/>
                </a:cubicBezTo>
                <a:cubicBezTo>
                  <a:pt x="958" y="827"/>
                  <a:pt x="958" y="827"/>
                  <a:pt x="958" y="827"/>
                </a:cubicBezTo>
                <a:cubicBezTo>
                  <a:pt x="958" y="827"/>
                  <a:pt x="958" y="827"/>
                  <a:pt x="958" y="827"/>
                </a:cubicBezTo>
                <a:cubicBezTo>
                  <a:pt x="958" y="827"/>
                  <a:pt x="958" y="827"/>
                  <a:pt x="958" y="827"/>
                </a:cubicBezTo>
                <a:cubicBezTo>
                  <a:pt x="958" y="827"/>
                  <a:pt x="958" y="827"/>
                  <a:pt x="958" y="827"/>
                </a:cubicBezTo>
                <a:cubicBezTo>
                  <a:pt x="958" y="827"/>
                  <a:pt x="958" y="827"/>
                  <a:pt x="958" y="827"/>
                </a:cubicBezTo>
                <a:cubicBezTo>
                  <a:pt x="958" y="827"/>
                  <a:pt x="958" y="827"/>
                  <a:pt x="958" y="827"/>
                </a:cubicBezTo>
                <a:cubicBezTo>
                  <a:pt x="958" y="827"/>
                  <a:pt x="958" y="827"/>
                  <a:pt x="958" y="827"/>
                </a:cubicBezTo>
                <a:cubicBezTo>
                  <a:pt x="958" y="827"/>
                  <a:pt x="958" y="828"/>
                  <a:pt x="958" y="828"/>
                </a:cubicBezTo>
                <a:cubicBezTo>
                  <a:pt x="958" y="828"/>
                  <a:pt x="958" y="828"/>
                  <a:pt x="958" y="828"/>
                </a:cubicBezTo>
                <a:cubicBezTo>
                  <a:pt x="958" y="828"/>
                  <a:pt x="958" y="828"/>
                  <a:pt x="958" y="828"/>
                </a:cubicBezTo>
                <a:cubicBezTo>
                  <a:pt x="958" y="828"/>
                  <a:pt x="958" y="828"/>
                  <a:pt x="958" y="828"/>
                </a:cubicBezTo>
                <a:cubicBezTo>
                  <a:pt x="958" y="828"/>
                  <a:pt x="958" y="828"/>
                  <a:pt x="958" y="828"/>
                </a:cubicBezTo>
                <a:cubicBezTo>
                  <a:pt x="958" y="828"/>
                  <a:pt x="958" y="828"/>
                  <a:pt x="958" y="828"/>
                </a:cubicBezTo>
                <a:cubicBezTo>
                  <a:pt x="958" y="828"/>
                  <a:pt x="958" y="828"/>
                  <a:pt x="958" y="828"/>
                </a:cubicBezTo>
                <a:cubicBezTo>
                  <a:pt x="958" y="828"/>
                  <a:pt x="958" y="828"/>
                  <a:pt x="958" y="828"/>
                </a:cubicBezTo>
                <a:cubicBezTo>
                  <a:pt x="958" y="828"/>
                  <a:pt x="958" y="828"/>
                  <a:pt x="958" y="828"/>
                </a:cubicBezTo>
                <a:cubicBezTo>
                  <a:pt x="958" y="828"/>
                  <a:pt x="958" y="828"/>
                  <a:pt x="958" y="828"/>
                </a:cubicBezTo>
                <a:cubicBezTo>
                  <a:pt x="958" y="829"/>
                  <a:pt x="958" y="829"/>
                  <a:pt x="958" y="829"/>
                </a:cubicBezTo>
                <a:cubicBezTo>
                  <a:pt x="958" y="829"/>
                  <a:pt x="958" y="829"/>
                  <a:pt x="958" y="829"/>
                </a:cubicBezTo>
                <a:cubicBezTo>
                  <a:pt x="958" y="829"/>
                  <a:pt x="958" y="829"/>
                  <a:pt x="958" y="829"/>
                </a:cubicBezTo>
                <a:cubicBezTo>
                  <a:pt x="958" y="829"/>
                  <a:pt x="958" y="829"/>
                  <a:pt x="958" y="829"/>
                </a:cubicBezTo>
                <a:cubicBezTo>
                  <a:pt x="958" y="829"/>
                  <a:pt x="958" y="829"/>
                  <a:pt x="958" y="829"/>
                </a:cubicBezTo>
                <a:cubicBezTo>
                  <a:pt x="958" y="829"/>
                  <a:pt x="958" y="829"/>
                  <a:pt x="958" y="829"/>
                </a:cubicBezTo>
                <a:cubicBezTo>
                  <a:pt x="958" y="829"/>
                  <a:pt x="958" y="829"/>
                  <a:pt x="958" y="829"/>
                </a:cubicBezTo>
                <a:cubicBezTo>
                  <a:pt x="958" y="829"/>
                  <a:pt x="958" y="829"/>
                  <a:pt x="958" y="829"/>
                </a:cubicBezTo>
                <a:cubicBezTo>
                  <a:pt x="958" y="829"/>
                  <a:pt x="958" y="829"/>
                  <a:pt x="958" y="829"/>
                </a:cubicBezTo>
                <a:cubicBezTo>
                  <a:pt x="958" y="829"/>
                  <a:pt x="958" y="829"/>
                  <a:pt x="958" y="829"/>
                </a:cubicBezTo>
                <a:cubicBezTo>
                  <a:pt x="958" y="830"/>
                  <a:pt x="958" y="830"/>
                  <a:pt x="958" y="830"/>
                </a:cubicBezTo>
                <a:cubicBezTo>
                  <a:pt x="958" y="830"/>
                  <a:pt x="958" y="830"/>
                  <a:pt x="958" y="830"/>
                </a:cubicBezTo>
                <a:cubicBezTo>
                  <a:pt x="958" y="830"/>
                  <a:pt x="958" y="830"/>
                  <a:pt x="958" y="830"/>
                </a:cubicBezTo>
                <a:cubicBezTo>
                  <a:pt x="958" y="830"/>
                  <a:pt x="958" y="830"/>
                  <a:pt x="958" y="830"/>
                </a:cubicBezTo>
                <a:cubicBezTo>
                  <a:pt x="958" y="830"/>
                  <a:pt x="958" y="830"/>
                  <a:pt x="958" y="830"/>
                </a:cubicBezTo>
                <a:cubicBezTo>
                  <a:pt x="958" y="830"/>
                  <a:pt x="958" y="830"/>
                  <a:pt x="958" y="830"/>
                </a:cubicBezTo>
                <a:cubicBezTo>
                  <a:pt x="958" y="830"/>
                  <a:pt x="958" y="830"/>
                  <a:pt x="958" y="830"/>
                </a:cubicBezTo>
                <a:cubicBezTo>
                  <a:pt x="958" y="830"/>
                  <a:pt x="958" y="830"/>
                  <a:pt x="958" y="830"/>
                </a:cubicBezTo>
                <a:cubicBezTo>
                  <a:pt x="958" y="830"/>
                  <a:pt x="958" y="830"/>
                  <a:pt x="958" y="830"/>
                </a:cubicBezTo>
                <a:cubicBezTo>
                  <a:pt x="958" y="830"/>
                  <a:pt x="958" y="830"/>
                  <a:pt x="958" y="830"/>
                </a:cubicBezTo>
                <a:cubicBezTo>
                  <a:pt x="958" y="831"/>
                  <a:pt x="958" y="831"/>
                  <a:pt x="958" y="831"/>
                </a:cubicBezTo>
                <a:cubicBezTo>
                  <a:pt x="958" y="831"/>
                  <a:pt x="958" y="831"/>
                  <a:pt x="958" y="831"/>
                </a:cubicBezTo>
                <a:cubicBezTo>
                  <a:pt x="958" y="831"/>
                  <a:pt x="958" y="831"/>
                  <a:pt x="958" y="831"/>
                </a:cubicBezTo>
                <a:cubicBezTo>
                  <a:pt x="958" y="831"/>
                  <a:pt x="958" y="831"/>
                  <a:pt x="958" y="831"/>
                </a:cubicBezTo>
                <a:cubicBezTo>
                  <a:pt x="958" y="831"/>
                  <a:pt x="958" y="831"/>
                  <a:pt x="958" y="831"/>
                </a:cubicBezTo>
                <a:cubicBezTo>
                  <a:pt x="958" y="831"/>
                  <a:pt x="958" y="831"/>
                  <a:pt x="958" y="831"/>
                </a:cubicBezTo>
                <a:cubicBezTo>
                  <a:pt x="958" y="831"/>
                  <a:pt x="958" y="831"/>
                  <a:pt x="958" y="831"/>
                </a:cubicBezTo>
                <a:cubicBezTo>
                  <a:pt x="958" y="831"/>
                  <a:pt x="958" y="831"/>
                  <a:pt x="958" y="831"/>
                </a:cubicBezTo>
                <a:cubicBezTo>
                  <a:pt x="958" y="831"/>
                  <a:pt x="958" y="831"/>
                  <a:pt x="958" y="831"/>
                </a:cubicBezTo>
                <a:cubicBezTo>
                  <a:pt x="958" y="831"/>
                  <a:pt x="958" y="831"/>
                  <a:pt x="958" y="831"/>
                </a:cubicBezTo>
                <a:cubicBezTo>
                  <a:pt x="958" y="832"/>
                  <a:pt x="958" y="832"/>
                  <a:pt x="958" y="832"/>
                </a:cubicBezTo>
                <a:cubicBezTo>
                  <a:pt x="958" y="832"/>
                  <a:pt x="958" y="832"/>
                  <a:pt x="958" y="832"/>
                </a:cubicBezTo>
                <a:cubicBezTo>
                  <a:pt x="958" y="832"/>
                  <a:pt x="958" y="832"/>
                  <a:pt x="958" y="832"/>
                </a:cubicBezTo>
                <a:cubicBezTo>
                  <a:pt x="958" y="832"/>
                  <a:pt x="958" y="832"/>
                  <a:pt x="958" y="832"/>
                </a:cubicBezTo>
                <a:cubicBezTo>
                  <a:pt x="958" y="901"/>
                  <a:pt x="902" y="958"/>
                  <a:pt x="832" y="958"/>
                </a:cubicBezTo>
                <a:cubicBezTo>
                  <a:pt x="832" y="958"/>
                  <a:pt x="832" y="958"/>
                  <a:pt x="832" y="958"/>
                </a:cubicBezTo>
                <a:cubicBezTo>
                  <a:pt x="832" y="958"/>
                  <a:pt x="832" y="958"/>
                  <a:pt x="832" y="958"/>
                </a:cubicBezTo>
                <a:cubicBezTo>
                  <a:pt x="832" y="958"/>
                  <a:pt x="832" y="958"/>
                  <a:pt x="832" y="958"/>
                </a:cubicBezTo>
                <a:cubicBezTo>
                  <a:pt x="832" y="958"/>
                  <a:pt x="832" y="958"/>
                  <a:pt x="832" y="958"/>
                </a:cubicBezTo>
                <a:cubicBezTo>
                  <a:pt x="832" y="958"/>
                  <a:pt x="831" y="958"/>
                  <a:pt x="831" y="958"/>
                </a:cubicBezTo>
                <a:cubicBezTo>
                  <a:pt x="831" y="958"/>
                  <a:pt x="831" y="958"/>
                  <a:pt x="831" y="958"/>
                </a:cubicBezTo>
                <a:cubicBezTo>
                  <a:pt x="831" y="958"/>
                  <a:pt x="831" y="958"/>
                  <a:pt x="831" y="958"/>
                </a:cubicBezTo>
                <a:cubicBezTo>
                  <a:pt x="831" y="958"/>
                  <a:pt x="831" y="958"/>
                  <a:pt x="831" y="958"/>
                </a:cubicBezTo>
                <a:cubicBezTo>
                  <a:pt x="831" y="958"/>
                  <a:pt x="831" y="958"/>
                  <a:pt x="831" y="958"/>
                </a:cubicBezTo>
                <a:cubicBezTo>
                  <a:pt x="831" y="958"/>
                  <a:pt x="831" y="958"/>
                  <a:pt x="831" y="958"/>
                </a:cubicBezTo>
                <a:cubicBezTo>
                  <a:pt x="831" y="958"/>
                  <a:pt x="831" y="958"/>
                  <a:pt x="831" y="958"/>
                </a:cubicBezTo>
                <a:cubicBezTo>
                  <a:pt x="831" y="958"/>
                  <a:pt x="831" y="958"/>
                  <a:pt x="831" y="958"/>
                </a:cubicBezTo>
                <a:cubicBezTo>
                  <a:pt x="831" y="958"/>
                  <a:pt x="831" y="958"/>
                  <a:pt x="831" y="958"/>
                </a:cubicBezTo>
                <a:cubicBezTo>
                  <a:pt x="831" y="958"/>
                  <a:pt x="831" y="958"/>
                  <a:pt x="831" y="958"/>
                </a:cubicBezTo>
                <a:cubicBezTo>
                  <a:pt x="831" y="958"/>
                  <a:pt x="830" y="958"/>
                  <a:pt x="830" y="958"/>
                </a:cubicBezTo>
                <a:cubicBezTo>
                  <a:pt x="830" y="958"/>
                  <a:pt x="830" y="958"/>
                  <a:pt x="830" y="958"/>
                </a:cubicBezTo>
                <a:cubicBezTo>
                  <a:pt x="830" y="958"/>
                  <a:pt x="830" y="958"/>
                  <a:pt x="830" y="958"/>
                </a:cubicBezTo>
                <a:cubicBezTo>
                  <a:pt x="830" y="958"/>
                  <a:pt x="830" y="958"/>
                  <a:pt x="830" y="958"/>
                </a:cubicBezTo>
                <a:cubicBezTo>
                  <a:pt x="830" y="958"/>
                  <a:pt x="830" y="958"/>
                  <a:pt x="830" y="958"/>
                </a:cubicBezTo>
                <a:cubicBezTo>
                  <a:pt x="830" y="958"/>
                  <a:pt x="830" y="958"/>
                  <a:pt x="830" y="958"/>
                </a:cubicBezTo>
                <a:cubicBezTo>
                  <a:pt x="830" y="958"/>
                  <a:pt x="830" y="958"/>
                  <a:pt x="830" y="958"/>
                </a:cubicBezTo>
                <a:cubicBezTo>
                  <a:pt x="830" y="958"/>
                  <a:pt x="830" y="958"/>
                  <a:pt x="830" y="958"/>
                </a:cubicBezTo>
                <a:cubicBezTo>
                  <a:pt x="830" y="958"/>
                  <a:pt x="830" y="958"/>
                  <a:pt x="830" y="958"/>
                </a:cubicBezTo>
                <a:cubicBezTo>
                  <a:pt x="830" y="958"/>
                  <a:pt x="830" y="958"/>
                  <a:pt x="829" y="958"/>
                </a:cubicBezTo>
                <a:cubicBezTo>
                  <a:pt x="829" y="958"/>
                  <a:pt x="829" y="958"/>
                  <a:pt x="829" y="958"/>
                </a:cubicBezTo>
                <a:cubicBezTo>
                  <a:pt x="805" y="957"/>
                  <a:pt x="782" y="950"/>
                  <a:pt x="763" y="937"/>
                </a:cubicBezTo>
                <a:cubicBezTo>
                  <a:pt x="785" y="971"/>
                  <a:pt x="824" y="994"/>
                  <a:pt x="868" y="994"/>
                </a:cubicBezTo>
                <a:cubicBezTo>
                  <a:pt x="937" y="994"/>
                  <a:pt x="994" y="937"/>
                  <a:pt x="994" y="868"/>
                </a:cubicBezTo>
                <a:cubicBezTo>
                  <a:pt x="994" y="824"/>
                  <a:pt x="971" y="785"/>
                  <a:pt x="937" y="762"/>
                </a:cubicBezTo>
                <a:moveTo>
                  <a:pt x="311" y="587"/>
                </a:moveTo>
                <a:cubicBezTo>
                  <a:pt x="347" y="634"/>
                  <a:pt x="404" y="664"/>
                  <a:pt x="467" y="664"/>
                </a:cubicBezTo>
                <a:cubicBezTo>
                  <a:pt x="477" y="664"/>
                  <a:pt x="487" y="663"/>
                  <a:pt x="497" y="662"/>
                </a:cubicBezTo>
                <a:cubicBezTo>
                  <a:pt x="497" y="659"/>
                  <a:pt x="497" y="657"/>
                  <a:pt x="497" y="654"/>
                </a:cubicBezTo>
                <a:cubicBezTo>
                  <a:pt x="497" y="654"/>
                  <a:pt x="497" y="654"/>
                  <a:pt x="497" y="654"/>
                </a:cubicBezTo>
                <a:cubicBezTo>
                  <a:pt x="497" y="654"/>
                  <a:pt x="497" y="654"/>
                  <a:pt x="497" y="654"/>
                </a:cubicBezTo>
                <a:cubicBezTo>
                  <a:pt x="497" y="654"/>
                  <a:pt x="497" y="654"/>
                  <a:pt x="497" y="654"/>
                </a:cubicBezTo>
                <a:cubicBezTo>
                  <a:pt x="497" y="654"/>
                  <a:pt x="497" y="654"/>
                  <a:pt x="497" y="654"/>
                </a:cubicBezTo>
                <a:cubicBezTo>
                  <a:pt x="497" y="654"/>
                  <a:pt x="497" y="654"/>
                  <a:pt x="497" y="654"/>
                </a:cubicBezTo>
                <a:cubicBezTo>
                  <a:pt x="497" y="654"/>
                  <a:pt x="497" y="654"/>
                  <a:pt x="497" y="654"/>
                </a:cubicBezTo>
                <a:cubicBezTo>
                  <a:pt x="497" y="654"/>
                  <a:pt x="497" y="654"/>
                  <a:pt x="497" y="654"/>
                </a:cubicBezTo>
                <a:cubicBezTo>
                  <a:pt x="497" y="654"/>
                  <a:pt x="497" y="654"/>
                  <a:pt x="497" y="654"/>
                </a:cubicBezTo>
                <a:cubicBezTo>
                  <a:pt x="497" y="654"/>
                  <a:pt x="497" y="654"/>
                  <a:pt x="497" y="653"/>
                </a:cubicBezTo>
                <a:cubicBezTo>
                  <a:pt x="497" y="653"/>
                  <a:pt x="497" y="653"/>
                  <a:pt x="497" y="653"/>
                </a:cubicBezTo>
                <a:cubicBezTo>
                  <a:pt x="497" y="653"/>
                  <a:pt x="497" y="653"/>
                  <a:pt x="497" y="653"/>
                </a:cubicBezTo>
                <a:cubicBezTo>
                  <a:pt x="497" y="653"/>
                  <a:pt x="497" y="653"/>
                  <a:pt x="497" y="653"/>
                </a:cubicBezTo>
                <a:cubicBezTo>
                  <a:pt x="497" y="653"/>
                  <a:pt x="497" y="653"/>
                  <a:pt x="497" y="653"/>
                </a:cubicBezTo>
                <a:cubicBezTo>
                  <a:pt x="497" y="653"/>
                  <a:pt x="497" y="653"/>
                  <a:pt x="497" y="653"/>
                </a:cubicBezTo>
                <a:cubicBezTo>
                  <a:pt x="497" y="653"/>
                  <a:pt x="497" y="653"/>
                  <a:pt x="497" y="653"/>
                </a:cubicBezTo>
                <a:cubicBezTo>
                  <a:pt x="497" y="653"/>
                  <a:pt x="497" y="653"/>
                  <a:pt x="497" y="653"/>
                </a:cubicBezTo>
                <a:cubicBezTo>
                  <a:pt x="497" y="653"/>
                  <a:pt x="497" y="653"/>
                  <a:pt x="497" y="652"/>
                </a:cubicBezTo>
                <a:cubicBezTo>
                  <a:pt x="497" y="652"/>
                  <a:pt x="497" y="652"/>
                  <a:pt x="497" y="652"/>
                </a:cubicBezTo>
                <a:cubicBezTo>
                  <a:pt x="497" y="652"/>
                  <a:pt x="497" y="652"/>
                  <a:pt x="497" y="652"/>
                </a:cubicBezTo>
                <a:cubicBezTo>
                  <a:pt x="497" y="652"/>
                  <a:pt x="497" y="652"/>
                  <a:pt x="497" y="652"/>
                </a:cubicBezTo>
                <a:cubicBezTo>
                  <a:pt x="497" y="652"/>
                  <a:pt x="497" y="652"/>
                  <a:pt x="497" y="652"/>
                </a:cubicBezTo>
                <a:cubicBezTo>
                  <a:pt x="497" y="652"/>
                  <a:pt x="497" y="652"/>
                  <a:pt x="497" y="652"/>
                </a:cubicBezTo>
                <a:cubicBezTo>
                  <a:pt x="497" y="652"/>
                  <a:pt x="497" y="652"/>
                  <a:pt x="497" y="652"/>
                </a:cubicBezTo>
                <a:cubicBezTo>
                  <a:pt x="497" y="639"/>
                  <a:pt x="499" y="627"/>
                  <a:pt x="502" y="615"/>
                </a:cubicBezTo>
                <a:cubicBezTo>
                  <a:pt x="481" y="623"/>
                  <a:pt x="458" y="628"/>
                  <a:pt x="434" y="628"/>
                </a:cubicBezTo>
                <a:cubicBezTo>
                  <a:pt x="434" y="628"/>
                  <a:pt x="434" y="628"/>
                  <a:pt x="434" y="628"/>
                </a:cubicBezTo>
                <a:cubicBezTo>
                  <a:pt x="434" y="628"/>
                  <a:pt x="434" y="628"/>
                  <a:pt x="433" y="628"/>
                </a:cubicBezTo>
                <a:cubicBezTo>
                  <a:pt x="433" y="628"/>
                  <a:pt x="433" y="628"/>
                  <a:pt x="433" y="628"/>
                </a:cubicBezTo>
                <a:cubicBezTo>
                  <a:pt x="433" y="628"/>
                  <a:pt x="433" y="628"/>
                  <a:pt x="433" y="628"/>
                </a:cubicBezTo>
                <a:cubicBezTo>
                  <a:pt x="433" y="628"/>
                  <a:pt x="433" y="628"/>
                  <a:pt x="433" y="628"/>
                </a:cubicBezTo>
                <a:cubicBezTo>
                  <a:pt x="433" y="628"/>
                  <a:pt x="433" y="628"/>
                  <a:pt x="433" y="628"/>
                </a:cubicBezTo>
                <a:cubicBezTo>
                  <a:pt x="433" y="628"/>
                  <a:pt x="433" y="628"/>
                  <a:pt x="433" y="628"/>
                </a:cubicBezTo>
                <a:cubicBezTo>
                  <a:pt x="433" y="628"/>
                  <a:pt x="433" y="628"/>
                  <a:pt x="433" y="628"/>
                </a:cubicBezTo>
                <a:cubicBezTo>
                  <a:pt x="433" y="628"/>
                  <a:pt x="432" y="628"/>
                  <a:pt x="432" y="628"/>
                </a:cubicBezTo>
                <a:cubicBezTo>
                  <a:pt x="432" y="628"/>
                  <a:pt x="432" y="628"/>
                  <a:pt x="432" y="628"/>
                </a:cubicBezTo>
                <a:cubicBezTo>
                  <a:pt x="432" y="628"/>
                  <a:pt x="432" y="628"/>
                  <a:pt x="432" y="628"/>
                </a:cubicBezTo>
                <a:cubicBezTo>
                  <a:pt x="432" y="628"/>
                  <a:pt x="432" y="628"/>
                  <a:pt x="432" y="628"/>
                </a:cubicBezTo>
                <a:cubicBezTo>
                  <a:pt x="432" y="628"/>
                  <a:pt x="432" y="628"/>
                  <a:pt x="432" y="628"/>
                </a:cubicBezTo>
                <a:cubicBezTo>
                  <a:pt x="432" y="628"/>
                  <a:pt x="432" y="628"/>
                  <a:pt x="432" y="628"/>
                </a:cubicBezTo>
                <a:cubicBezTo>
                  <a:pt x="432" y="628"/>
                  <a:pt x="431" y="628"/>
                  <a:pt x="431" y="628"/>
                </a:cubicBezTo>
                <a:cubicBezTo>
                  <a:pt x="431" y="628"/>
                  <a:pt x="431" y="628"/>
                  <a:pt x="431" y="628"/>
                </a:cubicBezTo>
                <a:cubicBezTo>
                  <a:pt x="431" y="628"/>
                  <a:pt x="431" y="628"/>
                  <a:pt x="431" y="628"/>
                </a:cubicBezTo>
                <a:cubicBezTo>
                  <a:pt x="431" y="628"/>
                  <a:pt x="431" y="628"/>
                  <a:pt x="431" y="628"/>
                </a:cubicBezTo>
                <a:cubicBezTo>
                  <a:pt x="431" y="628"/>
                  <a:pt x="431" y="628"/>
                  <a:pt x="431" y="628"/>
                </a:cubicBezTo>
                <a:cubicBezTo>
                  <a:pt x="431" y="628"/>
                  <a:pt x="431" y="628"/>
                  <a:pt x="430" y="628"/>
                </a:cubicBezTo>
                <a:cubicBezTo>
                  <a:pt x="430" y="628"/>
                  <a:pt x="430" y="628"/>
                  <a:pt x="430" y="628"/>
                </a:cubicBezTo>
                <a:cubicBezTo>
                  <a:pt x="430" y="628"/>
                  <a:pt x="430" y="628"/>
                  <a:pt x="430" y="628"/>
                </a:cubicBezTo>
                <a:cubicBezTo>
                  <a:pt x="430" y="628"/>
                  <a:pt x="430" y="628"/>
                  <a:pt x="430" y="628"/>
                </a:cubicBezTo>
                <a:cubicBezTo>
                  <a:pt x="430" y="628"/>
                  <a:pt x="430" y="628"/>
                  <a:pt x="430" y="628"/>
                </a:cubicBezTo>
                <a:cubicBezTo>
                  <a:pt x="430" y="628"/>
                  <a:pt x="430" y="628"/>
                  <a:pt x="430" y="628"/>
                </a:cubicBezTo>
                <a:cubicBezTo>
                  <a:pt x="430" y="628"/>
                  <a:pt x="430" y="628"/>
                  <a:pt x="429" y="628"/>
                </a:cubicBezTo>
                <a:cubicBezTo>
                  <a:pt x="429" y="628"/>
                  <a:pt x="429" y="628"/>
                  <a:pt x="429" y="628"/>
                </a:cubicBezTo>
                <a:cubicBezTo>
                  <a:pt x="429" y="628"/>
                  <a:pt x="429" y="628"/>
                  <a:pt x="429" y="628"/>
                </a:cubicBezTo>
                <a:cubicBezTo>
                  <a:pt x="429" y="628"/>
                  <a:pt x="429" y="628"/>
                  <a:pt x="429" y="628"/>
                </a:cubicBezTo>
                <a:cubicBezTo>
                  <a:pt x="429" y="628"/>
                  <a:pt x="429" y="628"/>
                  <a:pt x="429" y="628"/>
                </a:cubicBezTo>
                <a:cubicBezTo>
                  <a:pt x="429" y="628"/>
                  <a:pt x="429" y="628"/>
                  <a:pt x="429" y="628"/>
                </a:cubicBezTo>
                <a:cubicBezTo>
                  <a:pt x="429" y="628"/>
                  <a:pt x="429" y="628"/>
                  <a:pt x="429" y="628"/>
                </a:cubicBezTo>
                <a:cubicBezTo>
                  <a:pt x="429" y="628"/>
                  <a:pt x="429" y="628"/>
                  <a:pt x="428" y="628"/>
                </a:cubicBezTo>
                <a:cubicBezTo>
                  <a:pt x="428" y="628"/>
                  <a:pt x="428" y="628"/>
                  <a:pt x="428" y="628"/>
                </a:cubicBezTo>
                <a:cubicBezTo>
                  <a:pt x="428" y="628"/>
                  <a:pt x="428" y="628"/>
                  <a:pt x="428" y="628"/>
                </a:cubicBezTo>
                <a:cubicBezTo>
                  <a:pt x="428" y="628"/>
                  <a:pt x="428" y="628"/>
                  <a:pt x="428" y="628"/>
                </a:cubicBezTo>
                <a:cubicBezTo>
                  <a:pt x="428" y="628"/>
                  <a:pt x="428" y="628"/>
                  <a:pt x="428" y="628"/>
                </a:cubicBezTo>
                <a:cubicBezTo>
                  <a:pt x="428" y="628"/>
                  <a:pt x="428" y="628"/>
                  <a:pt x="428" y="628"/>
                </a:cubicBezTo>
                <a:cubicBezTo>
                  <a:pt x="428" y="628"/>
                  <a:pt x="428" y="628"/>
                  <a:pt x="427" y="628"/>
                </a:cubicBezTo>
                <a:cubicBezTo>
                  <a:pt x="427" y="628"/>
                  <a:pt x="427" y="628"/>
                  <a:pt x="427" y="628"/>
                </a:cubicBezTo>
                <a:cubicBezTo>
                  <a:pt x="427" y="628"/>
                  <a:pt x="427" y="628"/>
                  <a:pt x="427" y="628"/>
                </a:cubicBezTo>
                <a:cubicBezTo>
                  <a:pt x="427" y="628"/>
                  <a:pt x="427" y="628"/>
                  <a:pt x="427" y="628"/>
                </a:cubicBezTo>
                <a:cubicBezTo>
                  <a:pt x="427" y="628"/>
                  <a:pt x="426" y="628"/>
                  <a:pt x="426" y="628"/>
                </a:cubicBezTo>
                <a:cubicBezTo>
                  <a:pt x="426" y="628"/>
                  <a:pt x="426" y="628"/>
                  <a:pt x="426" y="628"/>
                </a:cubicBezTo>
                <a:cubicBezTo>
                  <a:pt x="426" y="628"/>
                  <a:pt x="426" y="628"/>
                  <a:pt x="426" y="628"/>
                </a:cubicBezTo>
                <a:cubicBezTo>
                  <a:pt x="426" y="628"/>
                  <a:pt x="426" y="628"/>
                  <a:pt x="426" y="628"/>
                </a:cubicBezTo>
                <a:cubicBezTo>
                  <a:pt x="383" y="627"/>
                  <a:pt x="343" y="612"/>
                  <a:pt x="311" y="587"/>
                </a:cubicBezTo>
                <a:moveTo>
                  <a:pt x="783" y="562"/>
                </a:moveTo>
                <a:cubicBezTo>
                  <a:pt x="800" y="587"/>
                  <a:pt x="811" y="617"/>
                  <a:pt x="812" y="649"/>
                </a:cubicBezTo>
                <a:cubicBezTo>
                  <a:pt x="812" y="649"/>
                  <a:pt x="812" y="649"/>
                  <a:pt x="812" y="649"/>
                </a:cubicBezTo>
                <a:cubicBezTo>
                  <a:pt x="812" y="649"/>
                  <a:pt x="812" y="650"/>
                  <a:pt x="812" y="650"/>
                </a:cubicBezTo>
                <a:cubicBezTo>
                  <a:pt x="812" y="650"/>
                  <a:pt x="812" y="650"/>
                  <a:pt x="812" y="650"/>
                </a:cubicBezTo>
                <a:cubicBezTo>
                  <a:pt x="812" y="650"/>
                  <a:pt x="812" y="650"/>
                  <a:pt x="812" y="650"/>
                </a:cubicBezTo>
                <a:cubicBezTo>
                  <a:pt x="812" y="650"/>
                  <a:pt x="812" y="650"/>
                  <a:pt x="812" y="650"/>
                </a:cubicBezTo>
                <a:cubicBezTo>
                  <a:pt x="812" y="650"/>
                  <a:pt x="812" y="650"/>
                  <a:pt x="812" y="650"/>
                </a:cubicBezTo>
                <a:cubicBezTo>
                  <a:pt x="812" y="650"/>
                  <a:pt x="812" y="650"/>
                  <a:pt x="812" y="650"/>
                </a:cubicBezTo>
                <a:cubicBezTo>
                  <a:pt x="812" y="650"/>
                  <a:pt x="812" y="650"/>
                  <a:pt x="812" y="651"/>
                </a:cubicBezTo>
                <a:cubicBezTo>
                  <a:pt x="812" y="651"/>
                  <a:pt x="812" y="651"/>
                  <a:pt x="812" y="651"/>
                </a:cubicBezTo>
                <a:cubicBezTo>
                  <a:pt x="812" y="651"/>
                  <a:pt x="812" y="651"/>
                  <a:pt x="812" y="651"/>
                </a:cubicBezTo>
                <a:cubicBezTo>
                  <a:pt x="812" y="651"/>
                  <a:pt x="812" y="651"/>
                  <a:pt x="812" y="651"/>
                </a:cubicBezTo>
                <a:cubicBezTo>
                  <a:pt x="812" y="651"/>
                  <a:pt x="812" y="651"/>
                  <a:pt x="812" y="651"/>
                </a:cubicBezTo>
                <a:cubicBezTo>
                  <a:pt x="812" y="651"/>
                  <a:pt x="812" y="651"/>
                  <a:pt x="812" y="651"/>
                </a:cubicBezTo>
                <a:cubicBezTo>
                  <a:pt x="812" y="651"/>
                  <a:pt x="812" y="651"/>
                  <a:pt x="812" y="651"/>
                </a:cubicBezTo>
                <a:cubicBezTo>
                  <a:pt x="812" y="651"/>
                  <a:pt x="812" y="651"/>
                  <a:pt x="812" y="651"/>
                </a:cubicBezTo>
                <a:cubicBezTo>
                  <a:pt x="812" y="651"/>
                  <a:pt x="812" y="651"/>
                  <a:pt x="812" y="652"/>
                </a:cubicBezTo>
                <a:cubicBezTo>
                  <a:pt x="812" y="652"/>
                  <a:pt x="812" y="652"/>
                  <a:pt x="812" y="652"/>
                </a:cubicBezTo>
                <a:cubicBezTo>
                  <a:pt x="812" y="652"/>
                  <a:pt x="812" y="652"/>
                  <a:pt x="812" y="652"/>
                </a:cubicBezTo>
                <a:cubicBezTo>
                  <a:pt x="812" y="652"/>
                  <a:pt x="812" y="652"/>
                  <a:pt x="812" y="652"/>
                </a:cubicBezTo>
                <a:cubicBezTo>
                  <a:pt x="812" y="652"/>
                  <a:pt x="812" y="652"/>
                  <a:pt x="812" y="652"/>
                </a:cubicBezTo>
                <a:cubicBezTo>
                  <a:pt x="812" y="652"/>
                  <a:pt x="812" y="652"/>
                  <a:pt x="812" y="652"/>
                </a:cubicBezTo>
                <a:cubicBezTo>
                  <a:pt x="812" y="652"/>
                  <a:pt x="812" y="652"/>
                  <a:pt x="812" y="652"/>
                </a:cubicBezTo>
                <a:cubicBezTo>
                  <a:pt x="812" y="652"/>
                  <a:pt x="812" y="652"/>
                  <a:pt x="812" y="652"/>
                </a:cubicBezTo>
                <a:cubicBezTo>
                  <a:pt x="812" y="652"/>
                  <a:pt x="812" y="652"/>
                  <a:pt x="812" y="653"/>
                </a:cubicBezTo>
                <a:cubicBezTo>
                  <a:pt x="812" y="653"/>
                  <a:pt x="812" y="653"/>
                  <a:pt x="812" y="653"/>
                </a:cubicBezTo>
                <a:cubicBezTo>
                  <a:pt x="812" y="653"/>
                  <a:pt x="812" y="653"/>
                  <a:pt x="812" y="653"/>
                </a:cubicBezTo>
                <a:cubicBezTo>
                  <a:pt x="812" y="653"/>
                  <a:pt x="812" y="653"/>
                  <a:pt x="812" y="653"/>
                </a:cubicBezTo>
                <a:cubicBezTo>
                  <a:pt x="812" y="653"/>
                  <a:pt x="812" y="653"/>
                  <a:pt x="812" y="653"/>
                </a:cubicBezTo>
                <a:cubicBezTo>
                  <a:pt x="812" y="653"/>
                  <a:pt x="812" y="653"/>
                  <a:pt x="812" y="653"/>
                </a:cubicBezTo>
                <a:cubicBezTo>
                  <a:pt x="812" y="653"/>
                  <a:pt x="812" y="653"/>
                  <a:pt x="812" y="653"/>
                </a:cubicBezTo>
                <a:cubicBezTo>
                  <a:pt x="812" y="653"/>
                  <a:pt x="812" y="653"/>
                  <a:pt x="812" y="653"/>
                </a:cubicBezTo>
                <a:cubicBezTo>
                  <a:pt x="812" y="653"/>
                  <a:pt x="812" y="653"/>
                  <a:pt x="812" y="654"/>
                </a:cubicBezTo>
                <a:cubicBezTo>
                  <a:pt x="812" y="654"/>
                  <a:pt x="812" y="654"/>
                  <a:pt x="812" y="654"/>
                </a:cubicBezTo>
                <a:cubicBezTo>
                  <a:pt x="812" y="654"/>
                  <a:pt x="812" y="654"/>
                  <a:pt x="812" y="654"/>
                </a:cubicBezTo>
                <a:cubicBezTo>
                  <a:pt x="812" y="654"/>
                  <a:pt x="812" y="654"/>
                  <a:pt x="812" y="654"/>
                </a:cubicBezTo>
                <a:cubicBezTo>
                  <a:pt x="812" y="654"/>
                  <a:pt x="812" y="654"/>
                  <a:pt x="812" y="654"/>
                </a:cubicBezTo>
                <a:cubicBezTo>
                  <a:pt x="812" y="654"/>
                  <a:pt x="812" y="654"/>
                  <a:pt x="812" y="654"/>
                </a:cubicBezTo>
                <a:cubicBezTo>
                  <a:pt x="812" y="654"/>
                  <a:pt x="812" y="654"/>
                  <a:pt x="812" y="654"/>
                </a:cubicBezTo>
                <a:cubicBezTo>
                  <a:pt x="812" y="654"/>
                  <a:pt x="812" y="654"/>
                  <a:pt x="812" y="654"/>
                </a:cubicBezTo>
                <a:cubicBezTo>
                  <a:pt x="812" y="654"/>
                  <a:pt x="812" y="654"/>
                  <a:pt x="812" y="654"/>
                </a:cubicBezTo>
                <a:cubicBezTo>
                  <a:pt x="812" y="654"/>
                  <a:pt x="812" y="654"/>
                  <a:pt x="812" y="654"/>
                </a:cubicBezTo>
                <a:cubicBezTo>
                  <a:pt x="812" y="655"/>
                  <a:pt x="812" y="655"/>
                  <a:pt x="812" y="655"/>
                </a:cubicBezTo>
                <a:cubicBezTo>
                  <a:pt x="812" y="655"/>
                  <a:pt x="812" y="655"/>
                  <a:pt x="812" y="655"/>
                </a:cubicBezTo>
                <a:cubicBezTo>
                  <a:pt x="812" y="655"/>
                  <a:pt x="812" y="655"/>
                  <a:pt x="812" y="655"/>
                </a:cubicBezTo>
                <a:cubicBezTo>
                  <a:pt x="812" y="655"/>
                  <a:pt x="812" y="655"/>
                  <a:pt x="812" y="655"/>
                </a:cubicBezTo>
                <a:cubicBezTo>
                  <a:pt x="812" y="655"/>
                  <a:pt x="812" y="655"/>
                  <a:pt x="812" y="655"/>
                </a:cubicBezTo>
                <a:cubicBezTo>
                  <a:pt x="812" y="655"/>
                  <a:pt x="812" y="655"/>
                  <a:pt x="812" y="655"/>
                </a:cubicBezTo>
                <a:cubicBezTo>
                  <a:pt x="812" y="655"/>
                  <a:pt x="812" y="655"/>
                  <a:pt x="812" y="655"/>
                </a:cubicBezTo>
                <a:cubicBezTo>
                  <a:pt x="812" y="655"/>
                  <a:pt x="812" y="655"/>
                  <a:pt x="812" y="655"/>
                </a:cubicBezTo>
                <a:cubicBezTo>
                  <a:pt x="812" y="655"/>
                  <a:pt x="812" y="656"/>
                  <a:pt x="812" y="656"/>
                </a:cubicBezTo>
                <a:cubicBezTo>
                  <a:pt x="812" y="656"/>
                  <a:pt x="812" y="656"/>
                  <a:pt x="812" y="656"/>
                </a:cubicBezTo>
                <a:cubicBezTo>
                  <a:pt x="812" y="656"/>
                  <a:pt x="812" y="656"/>
                  <a:pt x="812" y="656"/>
                </a:cubicBezTo>
                <a:cubicBezTo>
                  <a:pt x="812" y="656"/>
                  <a:pt x="812" y="656"/>
                  <a:pt x="812" y="656"/>
                </a:cubicBezTo>
                <a:cubicBezTo>
                  <a:pt x="812" y="675"/>
                  <a:pt x="809" y="692"/>
                  <a:pt x="802" y="709"/>
                </a:cubicBezTo>
                <a:cubicBezTo>
                  <a:pt x="812" y="707"/>
                  <a:pt x="821" y="706"/>
                  <a:pt x="831" y="706"/>
                </a:cubicBezTo>
                <a:cubicBezTo>
                  <a:pt x="831" y="706"/>
                  <a:pt x="831" y="706"/>
                  <a:pt x="831" y="706"/>
                </a:cubicBezTo>
                <a:cubicBezTo>
                  <a:pt x="831" y="706"/>
                  <a:pt x="831" y="706"/>
                  <a:pt x="831" y="706"/>
                </a:cubicBezTo>
                <a:cubicBezTo>
                  <a:pt x="831" y="706"/>
                  <a:pt x="831" y="706"/>
                  <a:pt x="831" y="706"/>
                </a:cubicBezTo>
                <a:cubicBezTo>
                  <a:pt x="831" y="706"/>
                  <a:pt x="831" y="706"/>
                  <a:pt x="831" y="706"/>
                </a:cubicBezTo>
                <a:cubicBezTo>
                  <a:pt x="832" y="706"/>
                  <a:pt x="832" y="706"/>
                  <a:pt x="832" y="706"/>
                </a:cubicBezTo>
                <a:cubicBezTo>
                  <a:pt x="832" y="706"/>
                  <a:pt x="832" y="706"/>
                  <a:pt x="832" y="706"/>
                </a:cubicBezTo>
                <a:cubicBezTo>
                  <a:pt x="832" y="706"/>
                  <a:pt x="832" y="706"/>
                  <a:pt x="832" y="706"/>
                </a:cubicBezTo>
                <a:cubicBezTo>
                  <a:pt x="832" y="706"/>
                  <a:pt x="832" y="706"/>
                  <a:pt x="832" y="706"/>
                </a:cubicBezTo>
                <a:cubicBezTo>
                  <a:pt x="832" y="706"/>
                  <a:pt x="832" y="706"/>
                  <a:pt x="832" y="706"/>
                </a:cubicBezTo>
                <a:cubicBezTo>
                  <a:pt x="832" y="706"/>
                  <a:pt x="832" y="706"/>
                  <a:pt x="832" y="706"/>
                </a:cubicBezTo>
                <a:cubicBezTo>
                  <a:pt x="832" y="706"/>
                  <a:pt x="832" y="706"/>
                  <a:pt x="832" y="706"/>
                </a:cubicBezTo>
                <a:cubicBezTo>
                  <a:pt x="832" y="706"/>
                  <a:pt x="832" y="706"/>
                  <a:pt x="832" y="706"/>
                </a:cubicBezTo>
                <a:cubicBezTo>
                  <a:pt x="837" y="706"/>
                  <a:pt x="842" y="706"/>
                  <a:pt x="847" y="706"/>
                </a:cubicBezTo>
                <a:cubicBezTo>
                  <a:pt x="848" y="701"/>
                  <a:pt x="848" y="696"/>
                  <a:pt x="848" y="690"/>
                </a:cubicBezTo>
                <a:cubicBezTo>
                  <a:pt x="848" y="637"/>
                  <a:pt x="822" y="591"/>
                  <a:pt x="783" y="562"/>
                </a:cubicBezTo>
                <a:moveTo>
                  <a:pt x="0" y="346"/>
                </a:moveTo>
                <a:cubicBezTo>
                  <a:pt x="46" y="402"/>
                  <a:pt x="114" y="437"/>
                  <a:pt x="191" y="437"/>
                </a:cubicBezTo>
                <a:cubicBezTo>
                  <a:pt x="206" y="437"/>
                  <a:pt x="220" y="436"/>
                  <a:pt x="234" y="434"/>
                </a:cubicBezTo>
                <a:cubicBezTo>
                  <a:pt x="234" y="433"/>
                  <a:pt x="234" y="432"/>
                  <a:pt x="234" y="431"/>
                </a:cubicBezTo>
                <a:cubicBezTo>
                  <a:pt x="234" y="431"/>
                  <a:pt x="234" y="431"/>
                  <a:pt x="234" y="431"/>
                </a:cubicBezTo>
                <a:cubicBezTo>
                  <a:pt x="234" y="431"/>
                  <a:pt x="234" y="431"/>
                  <a:pt x="234" y="431"/>
                </a:cubicBezTo>
                <a:cubicBezTo>
                  <a:pt x="234" y="431"/>
                  <a:pt x="234" y="431"/>
                  <a:pt x="234" y="431"/>
                </a:cubicBezTo>
                <a:cubicBezTo>
                  <a:pt x="234" y="431"/>
                  <a:pt x="234" y="431"/>
                  <a:pt x="234" y="431"/>
                </a:cubicBezTo>
                <a:cubicBezTo>
                  <a:pt x="234" y="431"/>
                  <a:pt x="234" y="431"/>
                  <a:pt x="234" y="431"/>
                </a:cubicBezTo>
                <a:cubicBezTo>
                  <a:pt x="234" y="431"/>
                  <a:pt x="234" y="431"/>
                  <a:pt x="234" y="431"/>
                </a:cubicBezTo>
                <a:cubicBezTo>
                  <a:pt x="234" y="431"/>
                  <a:pt x="234" y="431"/>
                  <a:pt x="234" y="430"/>
                </a:cubicBezTo>
                <a:cubicBezTo>
                  <a:pt x="234" y="430"/>
                  <a:pt x="234" y="430"/>
                  <a:pt x="234" y="430"/>
                </a:cubicBezTo>
                <a:cubicBezTo>
                  <a:pt x="234" y="430"/>
                  <a:pt x="234" y="430"/>
                  <a:pt x="234" y="430"/>
                </a:cubicBezTo>
                <a:cubicBezTo>
                  <a:pt x="234" y="430"/>
                  <a:pt x="234" y="430"/>
                  <a:pt x="234" y="430"/>
                </a:cubicBezTo>
                <a:cubicBezTo>
                  <a:pt x="234" y="430"/>
                  <a:pt x="234" y="430"/>
                  <a:pt x="234" y="430"/>
                </a:cubicBezTo>
                <a:cubicBezTo>
                  <a:pt x="234" y="430"/>
                  <a:pt x="234" y="430"/>
                  <a:pt x="234" y="430"/>
                </a:cubicBezTo>
                <a:cubicBezTo>
                  <a:pt x="234" y="430"/>
                  <a:pt x="234" y="430"/>
                  <a:pt x="234" y="429"/>
                </a:cubicBezTo>
                <a:cubicBezTo>
                  <a:pt x="234" y="429"/>
                  <a:pt x="234" y="429"/>
                  <a:pt x="234" y="429"/>
                </a:cubicBezTo>
                <a:cubicBezTo>
                  <a:pt x="234" y="429"/>
                  <a:pt x="234" y="429"/>
                  <a:pt x="234" y="429"/>
                </a:cubicBezTo>
                <a:cubicBezTo>
                  <a:pt x="234" y="429"/>
                  <a:pt x="234" y="429"/>
                  <a:pt x="234" y="429"/>
                </a:cubicBezTo>
                <a:cubicBezTo>
                  <a:pt x="234" y="429"/>
                  <a:pt x="234" y="429"/>
                  <a:pt x="234" y="429"/>
                </a:cubicBezTo>
                <a:cubicBezTo>
                  <a:pt x="234" y="429"/>
                  <a:pt x="234" y="429"/>
                  <a:pt x="234" y="429"/>
                </a:cubicBezTo>
                <a:cubicBezTo>
                  <a:pt x="234" y="429"/>
                  <a:pt x="234" y="429"/>
                  <a:pt x="234" y="429"/>
                </a:cubicBezTo>
                <a:cubicBezTo>
                  <a:pt x="234" y="429"/>
                  <a:pt x="234" y="428"/>
                  <a:pt x="234" y="428"/>
                </a:cubicBezTo>
                <a:cubicBezTo>
                  <a:pt x="234" y="428"/>
                  <a:pt x="234" y="428"/>
                  <a:pt x="234" y="428"/>
                </a:cubicBezTo>
                <a:cubicBezTo>
                  <a:pt x="234" y="428"/>
                  <a:pt x="234" y="428"/>
                  <a:pt x="234" y="428"/>
                </a:cubicBezTo>
                <a:cubicBezTo>
                  <a:pt x="234" y="428"/>
                  <a:pt x="234" y="428"/>
                  <a:pt x="234" y="428"/>
                </a:cubicBezTo>
                <a:cubicBezTo>
                  <a:pt x="234" y="428"/>
                  <a:pt x="234" y="428"/>
                  <a:pt x="234" y="428"/>
                </a:cubicBezTo>
                <a:cubicBezTo>
                  <a:pt x="234" y="428"/>
                  <a:pt x="234" y="428"/>
                  <a:pt x="234" y="428"/>
                </a:cubicBezTo>
                <a:cubicBezTo>
                  <a:pt x="235" y="414"/>
                  <a:pt x="236" y="400"/>
                  <a:pt x="239" y="387"/>
                </a:cubicBezTo>
                <a:cubicBezTo>
                  <a:pt x="214" y="396"/>
                  <a:pt x="186" y="401"/>
                  <a:pt x="157" y="402"/>
                </a:cubicBezTo>
                <a:cubicBezTo>
                  <a:pt x="157" y="402"/>
                  <a:pt x="157" y="402"/>
                  <a:pt x="157" y="402"/>
                </a:cubicBezTo>
                <a:cubicBezTo>
                  <a:pt x="157" y="402"/>
                  <a:pt x="157" y="402"/>
                  <a:pt x="157" y="402"/>
                </a:cubicBezTo>
                <a:cubicBezTo>
                  <a:pt x="157" y="402"/>
                  <a:pt x="157" y="402"/>
                  <a:pt x="157" y="402"/>
                </a:cubicBezTo>
                <a:cubicBezTo>
                  <a:pt x="157" y="402"/>
                  <a:pt x="157" y="402"/>
                  <a:pt x="157" y="402"/>
                </a:cubicBezTo>
                <a:cubicBezTo>
                  <a:pt x="157" y="402"/>
                  <a:pt x="157" y="402"/>
                  <a:pt x="157" y="402"/>
                </a:cubicBezTo>
                <a:cubicBezTo>
                  <a:pt x="157" y="402"/>
                  <a:pt x="156" y="402"/>
                  <a:pt x="156" y="402"/>
                </a:cubicBezTo>
                <a:cubicBezTo>
                  <a:pt x="156" y="402"/>
                  <a:pt x="156" y="402"/>
                  <a:pt x="156" y="402"/>
                </a:cubicBezTo>
                <a:cubicBezTo>
                  <a:pt x="156" y="402"/>
                  <a:pt x="156" y="402"/>
                  <a:pt x="156" y="402"/>
                </a:cubicBezTo>
                <a:cubicBezTo>
                  <a:pt x="156" y="402"/>
                  <a:pt x="156" y="402"/>
                  <a:pt x="156" y="402"/>
                </a:cubicBezTo>
                <a:cubicBezTo>
                  <a:pt x="156" y="402"/>
                  <a:pt x="156" y="402"/>
                  <a:pt x="156" y="402"/>
                </a:cubicBezTo>
                <a:cubicBezTo>
                  <a:pt x="156" y="402"/>
                  <a:pt x="156" y="402"/>
                  <a:pt x="156" y="402"/>
                </a:cubicBezTo>
                <a:cubicBezTo>
                  <a:pt x="156" y="402"/>
                  <a:pt x="156" y="402"/>
                  <a:pt x="156" y="402"/>
                </a:cubicBezTo>
                <a:cubicBezTo>
                  <a:pt x="156" y="402"/>
                  <a:pt x="155" y="402"/>
                  <a:pt x="155" y="402"/>
                </a:cubicBezTo>
                <a:cubicBezTo>
                  <a:pt x="155" y="402"/>
                  <a:pt x="155" y="402"/>
                  <a:pt x="155" y="402"/>
                </a:cubicBezTo>
                <a:cubicBezTo>
                  <a:pt x="155" y="402"/>
                  <a:pt x="155" y="402"/>
                  <a:pt x="155" y="402"/>
                </a:cubicBezTo>
                <a:cubicBezTo>
                  <a:pt x="155" y="402"/>
                  <a:pt x="155" y="402"/>
                  <a:pt x="155" y="402"/>
                </a:cubicBezTo>
                <a:cubicBezTo>
                  <a:pt x="155" y="402"/>
                  <a:pt x="155" y="402"/>
                  <a:pt x="155" y="402"/>
                </a:cubicBezTo>
                <a:cubicBezTo>
                  <a:pt x="155" y="402"/>
                  <a:pt x="155" y="402"/>
                  <a:pt x="155" y="402"/>
                </a:cubicBezTo>
                <a:cubicBezTo>
                  <a:pt x="154" y="402"/>
                  <a:pt x="154" y="402"/>
                  <a:pt x="154" y="402"/>
                </a:cubicBezTo>
                <a:cubicBezTo>
                  <a:pt x="154" y="402"/>
                  <a:pt x="154" y="402"/>
                  <a:pt x="154" y="402"/>
                </a:cubicBezTo>
                <a:cubicBezTo>
                  <a:pt x="154" y="402"/>
                  <a:pt x="154" y="402"/>
                  <a:pt x="154" y="402"/>
                </a:cubicBezTo>
                <a:cubicBezTo>
                  <a:pt x="154" y="402"/>
                  <a:pt x="154" y="402"/>
                  <a:pt x="154" y="402"/>
                </a:cubicBezTo>
                <a:cubicBezTo>
                  <a:pt x="154" y="402"/>
                  <a:pt x="154" y="402"/>
                  <a:pt x="154" y="402"/>
                </a:cubicBezTo>
                <a:cubicBezTo>
                  <a:pt x="154" y="402"/>
                  <a:pt x="154" y="402"/>
                  <a:pt x="154" y="402"/>
                </a:cubicBezTo>
                <a:cubicBezTo>
                  <a:pt x="153" y="402"/>
                  <a:pt x="153" y="402"/>
                  <a:pt x="153" y="402"/>
                </a:cubicBezTo>
                <a:cubicBezTo>
                  <a:pt x="153" y="402"/>
                  <a:pt x="153" y="402"/>
                  <a:pt x="153" y="402"/>
                </a:cubicBezTo>
                <a:cubicBezTo>
                  <a:pt x="153" y="402"/>
                  <a:pt x="153" y="402"/>
                  <a:pt x="153" y="402"/>
                </a:cubicBezTo>
                <a:cubicBezTo>
                  <a:pt x="153" y="402"/>
                  <a:pt x="153" y="402"/>
                  <a:pt x="153" y="402"/>
                </a:cubicBezTo>
                <a:cubicBezTo>
                  <a:pt x="152" y="402"/>
                  <a:pt x="152" y="402"/>
                  <a:pt x="152" y="402"/>
                </a:cubicBezTo>
                <a:cubicBezTo>
                  <a:pt x="152" y="402"/>
                  <a:pt x="152" y="402"/>
                  <a:pt x="152" y="402"/>
                </a:cubicBezTo>
                <a:cubicBezTo>
                  <a:pt x="95" y="401"/>
                  <a:pt x="42" y="380"/>
                  <a:pt x="0" y="346"/>
                </a:cubicBezTo>
                <a:moveTo>
                  <a:pt x="587" y="311"/>
                </a:moveTo>
                <a:cubicBezTo>
                  <a:pt x="612" y="343"/>
                  <a:pt x="627" y="382"/>
                  <a:pt x="628" y="425"/>
                </a:cubicBezTo>
                <a:cubicBezTo>
                  <a:pt x="628" y="425"/>
                  <a:pt x="628" y="425"/>
                  <a:pt x="628" y="425"/>
                </a:cubicBezTo>
                <a:cubicBezTo>
                  <a:pt x="628" y="425"/>
                  <a:pt x="628" y="425"/>
                  <a:pt x="628" y="425"/>
                </a:cubicBezTo>
                <a:cubicBezTo>
                  <a:pt x="628" y="425"/>
                  <a:pt x="628" y="425"/>
                  <a:pt x="628" y="426"/>
                </a:cubicBezTo>
                <a:cubicBezTo>
                  <a:pt x="628" y="426"/>
                  <a:pt x="628" y="426"/>
                  <a:pt x="628" y="426"/>
                </a:cubicBezTo>
                <a:cubicBezTo>
                  <a:pt x="628" y="426"/>
                  <a:pt x="628" y="426"/>
                  <a:pt x="628" y="426"/>
                </a:cubicBezTo>
                <a:cubicBezTo>
                  <a:pt x="628" y="426"/>
                  <a:pt x="628" y="426"/>
                  <a:pt x="628" y="427"/>
                </a:cubicBezTo>
                <a:cubicBezTo>
                  <a:pt x="628" y="427"/>
                  <a:pt x="628" y="427"/>
                  <a:pt x="628" y="427"/>
                </a:cubicBezTo>
                <a:cubicBezTo>
                  <a:pt x="628" y="427"/>
                  <a:pt x="628" y="427"/>
                  <a:pt x="628" y="427"/>
                </a:cubicBezTo>
                <a:cubicBezTo>
                  <a:pt x="628" y="427"/>
                  <a:pt x="628" y="427"/>
                  <a:pt x="628" y="427"/>
                </a:cubicBezTo>
                <a:cubicBezTo>
                  <a:pt x="628" y="427"/>
                  <a:pt x="628" y="427"/>
                  <a:pt x="628" y="427"/>
                </a:cubicBezTo>
                <a:cubicBezTo>
                  <a:pt x="628" y="427"/>
                  <a:pt x="628" y="427"/>
                  <a:pt x="628" y="427"/>
                </a:cubicBezTo>
                <a:cubicBezTo>
                  <a:pt x="628" y="427"/>
                  <a:pt x="628" y="427"/>
                  <a:pt x="628" y="427"/>
                </a:cubicBezTo>
                <a:cubicBezTo>
                  <a:pt x="628" y="427"/>
                  <a:pt x="628" y="427"/>
                  <a:pt x="628" y="427"/>
                </a:cubicBezTo>
                <a:cubicBezTo>
                  <a:pt x="628" y="427"/>
                  <a:pt x="628" y="428"/>
                  <a:pt x="628" y="428"/>
                </a:cubicBezTo>
                <a:cubicBezTo>
                  <a:pt x="628" y="428"/>
                  <a:pt x="628" y="428"/>
                  <a:pt x="628" y="428"/>
                </a:cubicBezTo>
                <a:cubicBezTo>
                  <a:pt x="628" y="428"/>
                  <a:pt x="628" y="428"/>
                  <a:pt x="628" y="428"/>
                </a:cubicBezTo>
                <a:cubicBezTo>
                  <a:pt x="628" y="428"/>
                  <a:pt x="628" y="428"/>
                  <a:pt x="628" y="428"/>
                </a:cubicBezTo>
                <a:cubicBezTo>
                  <a:pt x="628" y="428"/>
                  <a:pt x="628" y="428"/>
                  <a:pt x="628" y="428"/>
                </a:cubicBezTo>
                <a:cubicBezTo>
                  <a:pt x="628" y="428"/>
                  <a:pt x="628" y="428"/>
                  <a:pt x="628" y="428"/>
                </a:cubicBezTo>
                <a:cubicBezTo>
                  <a:pt x="628" y="428"/>
                  <a:pt x="628" y="429"/>
                  <a:pt x="628" y="429"/>
                </a:cubicBezTo>
                <a:cubicBezTo>
                  <a:pt x="628" y="429"/>
                  <a:pt x="628" y="429"/>
                  <a:pt x="628" y="429"/>
                </a:cubicBezTo>
                <a:cubicBezTo>
                  <a:pt x="628" y="429"/>
                  <a:pt x="628" y="429"/>
                  <a:pt x="628" y="429"/>
                </a:cubicBezTo>
                <a:cubicBezTo>
                  <a:pt x="628" y="429"/>
                  <a:pt x="628" y="429"/>
                  <a:pt x="628" y="429"/>
                </a:cubicBezTo>
                <a:cubicBezTo>
                  <a:pt x="628" y="429"/>
                  <a:pt x="628" y="429"/>
                  <a:pt x="628" y="429"/>
                </a:cubicBezTo>
                <a:cubicBezTo>
                  <a:pt x="628" y="429"/>
                  <a:pt x="628" y="429"/>
                  <a:pt x="628" y="429"/>
                </a:cubicBezTo>
                <a:cubicBezTo>
                  <a:pt x="628" y="429"/>
                  <a:pt x="628" y="429"/>
                  <a:pt x="628" y="429"/>
                </a:cubicBezTo>
                <a:cubicBezTo>
                  <a:pt x="628" y="430"/>
                  <a:pt x="628" y="430"/>
                  <a:pt x="628" y="430"/>
                </a:cubicBezTo>
                <a:cubicBezTo>
                  <a:pt x="628" y="430"/>
                  <a:pt x="628" y="430"/>
                  <a:pt x="628" y="430"/>
                </a:cubicBezTo>
                <a:cubicBezTo>
                  <a:pt x="628" y="430"/>
                  <a:pt x="628" y="430"/>
                  <a:pt x="628" y="430"/>
                </a:cubicBezTo>
                <a:cubicBezTo>
                  <a:pt x="628" y="430"/>
                  <a:pt x="628" y="430"/>
                  <a:pt x="628" y="430"/>
                </a:cubicBezTo>
                <a:cubicBezTo>
                  <a:pt x="628" y="430"/>
                  <a:pt x="628" y="430"/>
                  <a:pt x="628" y="430"/>
                </a:cubicBezTo>
                <a:cubicBezTo>
                  <a:pt x="628" y="430"/>
                  <a:pt x="628" y="430"/>
                  <a:pt x="628" y="430"/>
                </a:cubicBezTo>
                <a:cubicBezTo>
                  <a:pt x="628" y="431"/>
                  <a:pt x="628" y="431"/>
                  <a:pt x="628" y="431"/>
                </a:cubicBezTo>
                <a:cubicBezTo>
                  <a:pt x="628" y="431"/>
                  <a:pt x="628" y="431"/>
                  <a:pt x="628" y="431"/>
                </a:cubicBezTo>
                <a:cubicBezTo>
                  <a:pt x="628" y="431"/>
                  <a:pt x="628" y="431"/>
                  <a:pt x="628" y="431"/>
                </a:cubicBezTo>
                <a:cubicBezTo>
                  <a:pt x="628" y="431"/>
                  <a:pt x="628" y="431"/>
                  <a:pt x="628" y="431"/>
                </a:cubicBezTo>
                <a:cubicBezTo>
                  <a:pt x="628" y="431"/>
                  <a:pt x="628" y="431"/>
                  <a:pt x="628" y="431"/>
                </a:cubicBezTo>
                <a:cubicBezTo>
                  <a:pt x="628" y="431"/>
                  <a:pt x="628" y="431"/>
                  <a:pt x="628" y="431"/>
                </a:cubicBezTo>
                <a:cubicBezTo>
                  <a:pt x="628" y="431"/>
                  <a:pt x="628" y="431"/>
                  <a:pt x="628" y="431"/>
                </a:cubicBezTo>
                <a:cubicBezTo>
                  <a:pt x="628" y="431"/>
                  <a:pt x="628" y="431"/>
                  <a:pt x="628" y="431"/>
                </a:cubicBezTo>
                <a:cubicBezTo>
                  <a:pt x="628" y="432"/>
                  <a:pt x="628" y="432"/>
                  <a:pt x="628" y="432"/>
                </a:cubicBezTo>
                <a:cubicBezTo>
                  <a:pt x="628" y="432"/>
                  <a:pt x="628" y="432"/>
                  <a:pt x="628" y="432"/>
                </a:cubicBezTo>
                <a:cubicBezTo>
                  <a:pt x="628" y="432"/>
                  <a:pt x="628" y="432"/>
                  <a:pt x="628" y="432"/>
                </a:cubicBezTo>
                <a:cubicBezTo>
                  <a:pt x="628" y="432"/>
                  <a:pt x="628" y="432"/>
                  <a:pt x="628" y="432"/>
                </a:cubicBezTo>
                <a:cubicBezTo>
                  <a:pt x="628" y="432"/>
                  <a:pt x="628" y="432"/>
                  <a:pt x="628" y="432"/>
                </a:cubicBezTo>
                <a:cubicBezTo>
                  <a:pt x="628" y="432"/>
                  <a:pt x="628" y="432"/>
                  <a:pt x="628" y="432"/>
                </a:cubicBezTo>
                <a:cubicBezTo>
                  <a:pt x="628" y="432"/>
                  <a:pt x="628" y="433"/>
                  <a:pt x="628" y="433"/>
                </a:cubicBezTo>
                <a:cubicBezTo>
                  <a:pt x="628" y="433"/>
                  <a:pt x="628" y="433"/>
                  <a:pt x="628" y="433"/>
                </a:cubicBezTo>
                <a:cubicBezTo>
                  <a:pt x="628" y="433"/>
                  <a:pt x="628" y="433"/>
                  <a:pt x="628" y="433"/>
                </a:cubicBezTo>
                <a:cubicBezTo>
                  <a:pt x="628" y="433"/>
                  <a:pt x="628" y="433"/>
                  <a:pt x="628" y="433"/>
                </a:cubicBezTo>
                <a:cubicBezTo>
                  <a:pt x="628" y="433"/>
                  <a:pt x="628" y="433"/>
                  <a:pt x="628" y="433"/>
                </a:cubicBezTo>
                <a:cubicBezTo>
                  <a:pt x="628" y="433"/>
                  <a:pt x="628" y="433"/>
                  <a:pt x="628" y="433"/>
                </a:cubicBezTo>
                <a:cubicBezTo>
                  <a:pt x="628" y="433"/>
                  <a:pt x="628" y="433"/>
                  <a:pt x="628" y="433"/>
                </a:cubicBezTo>
                <a:cubicBezTo>
                  <a:pt x="628" y="457"/>
                  <a:pt x="624" y="480"/>
                  <a:pt x="615" y="502"/>
                </a:cubicBezTo>
                <a:cubicBezTo>
                  <a:pt x="617" y="501"/>
                  <a:pt x="619" y="501"/>
                  <a:pt x="621" y="500"/>
                </a:cubicBezTo>
                <a:cubicBezTo>
                  <a:pt x="621" y="500"/>
                  <a:pt x="621" y="500"/>
                  <a:pt x="621" y="500"/>
                </a:cubicBezTo>
                <a:cubicBezTo>
                  <a:pt x="621" y="500"/>
                  <a:pt x="621" y="500"/>
                  <a:pt x="621" y="500"/>
                </a:cubicBezTo>
                <a:cubicBezTo>
                  <a:pt x="621" y="500"/>
                  <a:pt x="621" y="500"/>
                  <a:pt x="621" y="500"/>
                </a:cubicBezTo>
                <a:cubicBezTo>
                  <a:pt x="621" y="500"/>
                  <a:pt x="621" y="500"/>
                  <a:pt x="621" y="500"/>
                </a:cubicBezTo>
                <a:cubicBezTo>
                  <a:pt x="621" y="500"/>
                  <a:pt x="622" y="500"/>
                  <a:pt x="622" y="500"/>
                </a:cubicBezTo>
                <a:cubicBezTo>
                  <a:pt x="622" y="500"/>
                  <a:pt x="622" y="500"/>
                  <a:pt x="622" y="500"/>
                </a:cubicBezTo>
                <a:cubicBezTo>
                  <a:pt x="630" y="498"/>
                  <a:pt x="638" y="497"/>
                  <a:pt x="646" y="497"/>
                </a:cubicBezTo>
                <a:cubicBezTo>
                  <a:pt x="646" y="497"/>
                  <a:pt x="646" y="497"/>
                  <a:pt x="646" y="497"/>
                </a:cubicBezTo>
                <a:cubicBezTo>
                  <a:pt x="646" y="497"/>
                  <a:pt x="646" y="497"/>
                  <a:pt x="646" y="497"/>
                </a:cubicBezTo>
                <a:cubicBezTo>
                  <a:pt x="646" y="497"/>
                  <a:pt x="646" y="497"/>
                  <a:pt x="646" y="497"/>
                </a:cubicBezTo>
                <a:cubicBezTo>
                  <a:pt x="647" y="497"/>
                  <a:pt x="648" y="497"/>
                  <a:pt x="649" y="497"/>
                </a:cubicBezTo>
                <a:cubicBezTo>
                  <a:pt x="649" y="497"/>
                  <a:pt x="649" y="497"/>
                  <a:pt x="649" y="497"/>
                </a:cubicBezTo>
                <a:cubicBezTo>
                  <a:pt x="649" y="497"/>
                  <a:pt x="650" y="497"/>
                  <a:pt x="650" y="497"/>
                </a:cubicBezTo>
                <a:cubicBezTo>
                  <a:pt x="650" y="497"/>
                  <a:pt x="650" y="497"/>
                  <a:pt x="650" y="497"/>
                </a:cubicBezTo>
                <a:cubicBezTo>
                  <a:pt x="650" y="497"/>
                  <a:pt x="650" y="497"/>
                  <a:pt x="650" y="497"/>
                </a:cubicBezTo>
                <a:cubicBezTo>
                  <a:pt x="650" y="497"/>
                  <a:pt x="650" y="497"/>
                  <a:pt x="650" y="497"/>
                </a:cubicBezTo>
                <a:cubicBezTo>
                  <a:pt x="650" y="497"/>
                  <a:pt x="650" y="497"/>
                  <a:pt x="650" y="497"/>
                </a:cubicBezTo>
                <a:cubicBezTo>
                  <a:pt x="650" y="497"/>
                  <a:pt x="650" y="497"/>
                  <a:pt x="650" y="497"/>
                </a:cubicBezTo>
                <a:cubicBezTo>
                  <a:pt x="650" y="497"/>
                  <a:pt x="650" y="497"/>
                  <a:pt x="650" y="497"/>
                </a:cubicBezTo>
                <a:cubicBezTo>
                  <a:pt x="650" y="497"/>
                  <a:pt x="650" y="497"/>
                  <a:pt x="650" y="497"/>
                </a:cubicBezTo>
                <a:cubicBezTo>
                  <a:pt x="650" y="497"/>
                  <a:pt x="651" y="497"/>
                  <a:pt x="651" y="497"/>
                </a:cubicBezTo>
                <a:cubicBezTo>
                  <a:pt x="651" y="497"/>
                  <a:pt x="651" y="497"/>
                  <a:pt x="651" y="497"/>
                </a:cubicBezTo>
                <a:cubicBezTo>
                  <a:pt x="651" y="497"/>
                  <a:pt x="651" y="497"/>
                  <a:pt x="651" y="497"/>
                </a:cubicBezTo>
                <a:cubicBezTo>
                  <a:pt x="651" y="497"/>
                  <a:pt x="651" y="497"/>
                  <a:pt x="651" y="497"/>
                </a:cubicBezTo>
                <a:cubicBezTo>
                  <a:pt x="651" y="497"/>
                  <a:pt x="651" y="497"/>
                  <a:pt x="651" y="497"/>
                </a:cubicBezTo>
                <a:cubicBezTo>
                  <a:pt x="651" y="497"/>
                  <a:pt x="651" y="497"/>
                  <a:pt x="651" y="497"/>
                </a:cubicBezTo>
                <a:cubicBezTo>
                  <a:pt x="651" y="497"/>
                  <a:pt x="651" y="497"/>
                  <a:pt x="651" y="497"/>
                </a:cubicBezTo>
                <a:cubicBezTo>
                  <a:pt x="651" y="497"/>
                  <a:pt x="651" y="497"/>
                  <a:pt x="651" y="497"/>
                </a:cubicBezTo>
                <a:cubicBezTo>
                  <a:pt x="651" y="497"/>
                  <a:pt x="652" y="497"/>
                  <a:pt x="652" y="497"/>
                </a:cubicBezTo>
                <a:cubicBezTo>
                  <a:pt x="652" y="497"/>
                  <a:pt x="652" y="497"/>
                  <a:pt x="652" y="497"/>
                </a:cubicBezTo>
                <a:cubicBezTo>
                  <a:pt x="652" y="497"/>
                  <a:pt x="652" y="497"/>
                  <a:pt x="652" y="497"/>
                </a:cubicBezTo>
                <a:cubicBezTo>
                  <a:pt x="652" y="497"/>
                  <a:pt x="652" y="497"/>
                  <a:pt x="652" y="497"/>
                </a:cubicBezTo>
                <a:cubicBezTo>
                  <a:pt x="652" y="497"/>
                  <a:pt x="652" y="497"/>
                  <a:pt x="652" y="497"/>
                </a:cubicBezTo>
                <a:cubicBezTo>
                  <a:pt x="652" y="497"/>
                  <a:pt x="652" y="497"/>
                  <a:pt x="652" y="497"/>
                </a:cubicBezTo>
                <a:cubicBezTo>
                  <a:pt x="652" y="497"/>
                  <a:pt x="652" y="497"/>
                  <a:pt x="652" y="497"/>
                </a:cubicBezTo>
                <a:cubicBezTo>
                  <a:pt x="652" y="497"/>
                  <a:pt x="652" y="497"/>
                  <a:pt x="653" y="497"/>
                </a:cubicBezTo>
                <a:cubicBezTo>
                  <a:pt x="653" y="497"/>
                  <a:pt x="653" y="497"/>
                  <a:pt x="653" y="497"/>
                </a:cubicBezTo>
                <a:cubicBezTo>
                  <a:pt x="653" y="497"/>
                  <a:pt x="653" y="497"/>
                  <a:pt x="653" y="497"/>
                </a:cubicBezTo>
                <a:cubicBezTo>
                  <a:pt x="653" y="497"/>
                  <a:pt x="653" y="497"/>
                  <a:pt x="653" y="497"/>
                </a:cubicBezTo>
                <a:cubicBezTo>
                  <a:pt x="653" y="497"/>
                  <a:pt x="653" y="497"/>
                  <a:pt x="653" y="497"/>
                </a:cubicBezTo>
                <a:cubicBezTo>
                  <a:pt x="653" y="497"/>
                  <a:pt x="653" y="497"/>
                  <a:pt x="653" y="497"/>
                </a:cubicBezTo>
                <a:cubicBezTo>
                  <a:pt x="653" y="497"/>
                  <a:pt x="653" y="497"/>
                  <a:pt x="653" y="497"/>
                </a:cubicBezTo>
                <a:cubicBezTo>
                  <a:pt x="653" y="497"/>
                  <a:pt x="653" y="497"/>
                  <a:pt x="653" y="497"/>
                </a:cubicBezTo>
                <a:cubicBezTo>
                  <a:pt x="653" y="497"/>
                  <a:pt x="653" y="497"/>
                  <a:pt x="654" y="497"/>
                </a:cubicBezTo>
                <a:cubicBezTo>
                  <a:pt x="654" y="497"/>
                  <a:pt x="654" y="497"/>
                  <a:pt x="654" y="497"/>
                </a:cubicBezTo>
                <a:cubicBezTo>
                  <a:pt x="654" y="497"/>
                  <a:pt x="654" y="497"/>
                  <a:pt x="654" y="497"/>
                </a:cubicBezTo>
                <a:cubicBezTo>
                  <a:pt x="654" y="497"/>
                  <a:pt x="654" y="497"/>
                  <a:pt x="654" y="497"/>
                </a:cubicBezTo>
                <a:cubicBezTo>
                  <a:pt x="654" y="497"/>
                  <a:pt x="654" y="497"/>
                  <a:pt x="654" y="497"/>
                </a:cubicBezTo>
                <a:cubicBezTo>
                  <a:pt x="654" y="497"/>
                  <a:pt x="654" y="497"/>
                  <a:pt x="654" y="497"/>
                </a:cubicBezTo>
                <a:cubicBezTo>
                  <a:pt x="654" y="497"/>
                  <a:pt x="654" y="497"/>
                  <a:pt x="654" y="497"/>
                </a:cubicBezTo>
                <a:cubicBezTo>
                  <a:pt x="654" y="497"/>
                  <a:pt x="654" y="497"/>
                  <a:pt x="654" y="497"/>
                </a:cubicBezTo>
                <a:cubicBezTo>
                  <a:pt x="654" y="497"/>
                  <a:pt x="654" y="497"/>
                  <a:pt x="655" y="497"/>
                </a:cubicBezTo>
                <a:cubicBezTo>
                  <a:pt x="655" y="497"/>
                  <a:pt x="655" y="497"/>
                  <a:pt x="655" y="497"/>
                </a:cubicBezTo>
                <a:cubicBezTo>
                  <a:pt x="657" y="497"/>
                  <a:pt x="660" y="497"/>
                  <a:pt x="662" y="497"/>
                </a:cubicBezTo>
                <a:cubicBezTo>
                  <a:pt x="663" y="487"/>
                  <a:pt x="664" y="477"/>
                  <a:pt x="664" y="467"/>
                </a:cubicBezTo>
                <a:cubicBezTo>
                  <a:pt x="664" y="403"/>
                  <a:pt x="634" y="347"/>
                  <a:pt x="587" y="311"/>
                </a:cubicBezTo>
                <a:moveTo>
                  <a:pt x="347" y="0"/>
                </a:moveTo>
                <a:cubicBezTo>
                  <a:pt x="381" y="42"/>
                  <a:pt x="401" y="94"/>
                  <a:pt x="402" y="152"/>
                </a:cubicBezTo>
                <a:cubicBezTo>
                  <a:pt x="402" y="152"/>
                  <a:pt x="402" y="152"/>
                  <a:pt x="402" y="152"/>
                </a:cubicBezTo>
                <a:cubicBezTo>
                  <a:pt x="402" y="152"/>
                  <a:pt x="402" y="152"/>
                  <a:pt x="402" y="152"/>
                </a:cubicBezTo>
                <a:cubicBezTo>
                  <a:pt x="402" y="152"/>
                  <a:pt x="402" y="152"/>
                  <a:pt x="402" y="152"/>
                </a:cubicBezTo>
                <a:cubicBezTo>
                  <a:pt x="402" y="152"/>
                  <a:pt x="402" y="152"/>
                  <a:pt x="402" y="153"/>
                </a:cubicBezTo>
                <a:cubicBezTo>
                  <a:pt x="402" y="153"/>
                  <a:pt x="402" y="153"/>
                  <a:pt x="402" y="153"/>
                </a:cubicBezTo>
                <a:cubicBezTo>
                  <a:pt x="402" y="153"/>
                  <a:pt x="402" y="153"/>
                  <a:pt x="402" y="153"/>
                </a:cubicBezTo>
                <a:cubicBezTo>
                  <a:pt x="402" y="153"/>
                  <a:pt x="402" y="153"/>
                  <a:pt x="402" y="153"/>
                </a:cubicBezTo>
                <a:cubicBezTo>
                  <a:pt x="402" y="153"/>
                  <a:pt x="402" y="153"/>
                  <a:pt x="402" y="154"/>
                </a:cubicBezTo>
                <a:cubicBezTo>
                  <a:pt x="402" y="154"/>
                  <a:pt x="402" y="154"/>
                  <a:pt x="402" y="154"/>
                </a:cubicBezTo>
                <a:cubicBezTo>
                  <a:pt x="402" y="154"/>
                  <a:pt x="402" y="154"/>
                  <a:pt x="402" y="154"/>
                </a:cubicBezTo>
                <a:cubicBezTo>
                  <a:pt x="402" y="154"/>
                  <a:pt x="402" y="154"/>
                  <a:pt x="402" y="154"/>
                </a:cubicBezTo>
                <a:cubicBezTo>
                  <a:pt x="402" y="154"/>
                  <a:pt x="402" y="154"/>
                  <a:pt x="402" y="154"/>
                </a:cubicBezTo>
                <a:cubicBezTo>
                  <a:pt x="402" y="154"/>
                  <a:pt x="402" y="154"/>
                  <a:pt x="402" y="154"/>
                </a:cubicBezTo>
                <a:cubicBezTo>
                  <a:pt x="402" y="154"/>
                  <a:pt x="402" y="154"/>
                  <a:pt x="402" y="155"/>
                </a:cubicBezTo>
                <a:cubicBezTo>
                  <a:pt x="402" y="155"/>
                  <a:pt x="402" y="155"/>
                  <a:pt x="402" y="155"/>
                </a:cubicBezTo>
                <a:cubicBezTo>
                  <a:pt x="402" y="155"/>
                  <a:pt x="402" y="155"/>
                  <a:pt x="402" y="155"/>
                </a:cubicBezTo>
                <a:cubicBezTo>
                  <a:pt x="402" y="155"/>
                  <a:pt x="402" y="155"/>
                  <a:pt x="402" y="155"/>
                </a:cubicBezTo>
                <a:cubicBezTo>
                  <a:pt x="402" y="155"/>
                  <a:pt x="402" y="155"/>
                  <a:pt x="402" y="155"/>
                </a:cubicBezTo>
                <a:cubicBezTo>
                  <a:pt x="402" y="155"/>
                  <a:pt x="402" y="155"/>
                  <a:pt x="402" y="155"/>
                </a:cubicBezTo>
                <a:cubicBezTo>
                  <a:pt x="402" y="155"/>
                  <a:pt x="402" y="155"/>
                  <a:pt x="402" y="155"/>
                </a:cubicBezTo>
                <a:cubicBezTo>
                  <a:pt x="402" y="155"/>
                  <a:pt x="402" y="155"/>
                  <a:pt x="402" y="155"/>
                </a:cubicBezTo>
                <a:cubicBezTo>
                  <a:pt x="402" y="155"/>
                  <a:pt x="402" y="156"/>
                  <a:pt x="402" y="156"/>
                </a:cubicBezTo>
                <a:cubicBezTo>
                  <a:pt x="402" y="156"/>
                  <a:pt x="402" y="156"/>
                  <a:pt x="402" y="156"/>
                </a:cubicBezTo>
                <a:cubicBezTo>
                  <a:pt x="402" y="156"/>
                  <a:pt x="402" y="156"/>
                  <a:pt x="402" y="156"/>
                </a:cubicBezTo>
                <a:cubicBezTo>
                  <a:pt x="402" y="156"/>
                  <a:pt x="402" y="156"/>
                  <a:pt x="402" y="156"/>
                </a:cubicBezTo>
                <a:cubicBezTo>
                  <a:pt x="402" y="156"/>
                  <a:pt x="402" y="156"/>
                  <a:pt x="402" y="156"/>
                </a:cubicBezTo>
                <a:cubicBezTo>
                  <a:pt x="402" y="156"/>
                  <a:pt x="402" y="156"/>
                  <a:pt x="402" y="156"/>
                </a:cubicBezTo>
                <a:cubicBezTo>
                  <a:pt x="402" y="156"/>
                  <a:pt x="402" y="157"/>
                  <a:pt x="402" y="157"/>
                </a:cubicBezTo>
                <a:cubicBezTo>
                  <a:pt x="402" y="157"/>
                  <a:pt x="402" y="157"/>
                  <a:pt x="402" y="157"/>
                </a:cubicBezTo>
                <a:cubicBezTo>
                  <a:pt x="402" y="157"/>
                  <a:pt x="402" y="157"/>
                  <a:pt x="402" y="157"/>
                </a:cubicBezTo>
                <a:cubicBezTo>
                  <a:pt x="402" y="157"/>
                  <a:pt x="402" y="157"/>
                  <a:pt x="402" y="157"/>
                </a:cubicBezTo>
                <a:cubicBezTo>
                  <a:pt x="402" y="157"/>
                  <a:pt x="402" y="157"/>
                  <a:pt x="402" y="157"/>
                </a:cubicBezTo>
                <a:cubicBezTo>
                  <a:pt x="402" y="157"/>
                  <a:pt x="402" y="157"/>
                  <a:pt x="402" y="157"/>
                </a:cubicBezTo>
                <a:cubicBezTo>
                  <a:pt x="402" y="186"/>
                  <a:pt x="397" y="213"/>
                  <a:pt x="387" y="239"/>
                </a:cubicBezTo>
                <a:cubicBezTo>
                  <a:pt x="401" y="236"/>
                  <a:pt x="415" y="234"/>
                  <a:pt x="429" y="234"/>
                </a:cubicBezTo>
                <a:cubicBezTo>
                  <a:pt x="429" y="234"/>
                  <a:pt x="429" y="234"/>
                  <a:pt x="429" y="234"/>
                </a:cubicBezTo>
                <a:cubicBezTo>
                  <a:pt x="429" y="234"/>
                  <a:pt x="429" y="234"/>
                  <a:pt x="430" y="234"/>
                </a:cubicBezTo>
                <a:cubicBezTo>
                  <a:pt x="430" y="234"/>
                  <a:pt x="430" y="234"/>
                  <a:pt x="430" y="234"/>
                </a:cubicBezTo>
                <a:cubicBezTo>
                  <a:pt x="430" y="234"/>
                  <a:pt x="430" y="234"/>
                  <a:pt x="430" y="234"/>
                </a:cubicBezTo>
                <a:cubicBezTo>
                  <a:pt x="430" y="234"/>
                  <a:pt x="430" y="234"/>
                  <a:pt x="430" y="234"/>
                </a:cubicBezTo>
                <a:cubicBezTo>
                  <a:pt x="430" y="234"/>
                  <a:pt x="430" y="234"/>
                  <a:pt x="430" y="234"/>
                </a:cubicBezTo>
                <a:cubicBezTo>
                  <a:pt x="430" y="234"/>
                  <a:pt x="430" y="234"/>
                  <a:pt x="430" y="234"/>
                </a:cubicBezTo>
                <a:cubicBezTo>
                  <a:pt x="430" y="234"/>
                  <a:pt x="430" y="234"/>
                  <a:pt x="430" y="234"/>
                </a:cubicBezTo>
                <a:cubicBezTo>
                  <a:pt x="431" y="234"/>
                  <a:pt x="431" y="234"/>
                  <a:pt x="431" y="234"/>
                </a:cubicBezTo>
                <a:cubicBezTo>
                  <a:pt x="431" y="234"/>
                  <a:pt x="431" y="234"/>
                  <a:pt x="431" y="234"/>
                </a:cubicBezTo>
                <a:cubicBezTo>
                  <a:pt x="431" y="234"/>
                  <a:pt x="431" y="234"/>
                  <a:pt x="431" y="234"/>
                </a:cubicBezTo>
                <a:cubicBezTo>
                  <a:pt x="431" y="234"/>
                  <a:pt x="431" y="234"/>
                  <a:pt x="431" y="234"/>
                </a:cubicBezTo>
                <a:cubicBezTo>
                  <a:pt x="431" y="234"/>
                  <a:pt x="431" y="234"/>
                  <a:pt x="431" y="234"/>
                </a:cubicBezTo>
                <a:cubicBezTo>
                  <a:pt x="431" y="234"/>
                  <a:pt x="431" y="234"/>
                  <a:pt x="431" y="234"/>
                </a:cubicBezTo>
                <a:cubicBezTo>
                  <a:pt x="432" y="234"/>
                  <a:pt x="433" y="234"/>
                  <a:pt x="434" y="234"/>
                </a:cubicBezTo>
                <a:cubicBezTo>
                  <a:pt x="436" y="220"/>
                  <a:pt x="438" y="206"/>
                  <a:pt x="438" y="191"/>
                </a:cubicBezTo>
                <a:cubicBezTo>
                  <a:pt x="438" y="114"/>
                  <a:pt x="402" y="45"/>
                  <a:pt x="347"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 name="Oval 34"/>
          <p:cNvSpPr>
            <a:spLocks noChangeArrowheads="1"/>
          </p:cNvSpPr>
          <p:nvPr/>
        </p:nvSpPr>
        <p:spPr bwMode="auto">
          <a:xfrm>
            <a:off x="10256838" y="4702176"/>
            <a:ext cx="1228725" cy="123031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 name="Oval 35"/>
          <p:cNvSpPr>
            <a:spLocks noChangeArrowheads="1"/>
          </p:cNvSpPr>
          <p:nvPr/>
        </p:nvSpPr>
        <p:spPr bwMode="auto">
          <a:xfrm>
            <a:off x="10334626" y="4779963"/>
            <a:ext cx="1073150" cy="1074738"/>
          </a:xfrm>
          <a:prstGeom prst="ellipse">
            <a:avLst/>
          </a:prstGeom>
          <a:solidFill>
            <a:srgbClr val="E5E8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 name="Oval 36"/>
          <p:cNvSpPr>
            <a:spLocks noChangeArrowheads="1"/>
          </p:cNvSpPr>
          <p:nvPr/>
        </p:nvSpPr>
        <p:spPr bwMode="auto">
          <a:xfrm>
            <a:off x="10407651" y="4854576"/>
            <a:ext cx="927100" cy="922338"/>
          </a:xfrm>
          <a:prstGeom prst="ellipse">
            <a:avLst/>
          </a:prstGeom>
          <a:solidFill>
            <a:srgbClr val="4BAEE2"/>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 name="Oval 37"/>
          <p:cNvSpPr>
            <a:spLocks noChangeArrowheads="1"/>
          </p:cNvSpPr>
          <p:nvPr/>
        </p:nvSpPr>
        <p:spPr bwMode="auto">
          <a:xfrm>
            <a:off x="9236076" y="3683001"/>
            <a:ext cx="1536700" cy="153670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 name="Oval 38"/>
          <p:cNvSpPr>
            <a:spLocks noChangeArrowheads="1"/>
          </p:cNvSpPr>
          <p:nvPr/>
        </p:nvSpPr>
        <p:spPr bwMode="auto">
          <a:xfrm>
            <a:off x="9334501" y="3779838"/>
            <a:ext cx="1341438" cy="1343025"/>
          </a:xfrm>
          <a:prstGeom prst="ellipse">
            <a:avLst/>
          </a:prstGeom>
          <a:solidFill>
            <a:srgbClr val="E5E8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 name="Oval 39"/>
          <p:cNvSpPr>
            <a:spLocks noChangeArrowheads="1"/>
          </p:cNvSpPr>
          <p:nvPr/>
        </p:nvSpPr>
        <p:spPr bwMode="auto">
          <a:xfrm>
            <a:off x="9426576" y="3873501"/>
            <a:ext cx="1157288" cy="1150938"/>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 name="Oval 40"/>
          <p:cNvSpPr>
            <a:spLocks noChangeArrowheads="1"/>
          </p:cNvSpPr>
          <p:nvPr/>
        </p:nvSpPr>
        <p:spPr bwMode="auto">
          <a:xfrm>
            <a:off x="7953376" y="2398713"/>
            <a:ext cx="1922463" cy="192246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 name="Oval 41"/>
          <p:cNvSpPr>
            <a:spLocks noChangeArrowheads="1"/>
          </p:cNvSpPr>
          <p:nvPr/>
        </p:nvSpPr>
        <p:spPr bwMode="auto">
          <a:xfrm>
            <a:off x="8080376" y="2520951"/>
            <a:ext cx="1673225" cy="1679575"/>
          </a:xfrm>
          <a:prstGeom prst="ellipse">
            <a:avLst/>
          </a:prstGeom>
          <a:solidFill>
            <a:srgbClr val="E5E8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 name="Oval 42"/>
          <p:cNvSpPr>
            <a:spLocks noChangeArrowheads="1"/>
          </p:cNvSpPr>
          <p:nvPr/>
        </p:nvSpPr>
        <p:spPr bwMode="auto">
          <a:xfrm>
            <a:off x="8197851" y="2638426"/>
            <a:ext cx="1438275" cy="1444625"/>
          </a:xfrm>
          <a:prstGeom prst="ellipse">
            <a:avLst/>
          </a:prstGeom>
          <a:solidFill>
            <a:srgbClr val="F3698A"/>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 name="Oval 43"/>
          <p:cNvSpPr>
            <a:spLocks noChangeArrowheads="1"/>
          </p:cNvSpPr>
          <p:nvPr/>
        </p:nvSpPr>
        <p:spPr bwMode="auto">
          <a:xfrm>
            <a:off x="6367463" y="812801"/>
            <a:ext cx="2405063" cy="24066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 name="Oval 44"/>
          <p:cNvSpPr>
            <a:spLocks noChangeArrowheads="1"/>
          </p:cNvSpPr>
          <p:nvPr/>
        </p:nvSpPr>
        <p:spPr bwMode="auto">
          <a:xfrm>
            <a:off x="6523038" y="968376"/>
            <a:ext cx="2093913" cy="2093913"/>
          </a:xfrm>
          <a:prstGeom prst="ellipse">
            <a:avLst/>
          </a:prstGeom>
          <a:solidFill>
            <a:srgbClr val="E5E8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 name="Oval 45"/>
          <p:cNvSpPr>
            <a:spLocks noChangeArrowheads="1"/>
          </p:cNvSpPr>
          <p:nvPr/>
        </p:nvSpPr>
        <p:spPr bwMode="auto">
          <a:xfrm>
            <a:off x="6670676" y="1116013"/>
            <a:ext cx="1800225" cy="1800225"/>
          </a:xfrm>
          <a:prstGeom prst="ellipse">
            <a:avLst/>
          </a:prstGeom>
          <a:solidFill>
            <a:srgbClr val="F6AC40"/>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 name="Freeform 46"/>
          <p:cNvSpPr>
            <a:spLocks noEditPoints="1"/>
          </p:cNvSpPr>
          <p:nvPr/>
        </p:nvSpPr>
        <p:spPr bwMode="auto">
          <a:xfrm>
            <a:off x="6670676" y="1116013"/>
            <a:ext cx="946150" cy="941388"/>
          </a:xfrm>
          <a:custGeom>
            <a:avLst/>
            <a:gdLst>
              <a:gd name="T0" fmla="*/ 0 w 194"/>
              <a:gd name="T1" fmla="*/ 193 h 193"/>
              <a:gd name="T2" fmla="*/ 0 w 194"/>
              <a:gd name="T3" fmla="*/ 193 h 193"/>
              <a:gd name="T4" fmla="*/ 0 w 194"/>
              <a:gd name="T5" fmla="*/ 192 h 193"/>
              <a:gd name="T6" fmla="*/ 0 w 194"/>
              <a:gd name="T7" fmla="*/ 192 h 193"/>
              <a:gd name="T8" fmla="*/ 0 w 194"/>
              <a:gd name="T9" fmla="*/ 192 h 193"/>
              <a:gd name="T10" fmla="*/ 0 w 194"/>
              <a:gd name="T11" fmla="*/ 192 h 193"/>
              <a:gd name="T12" fmla="*/ 0 w 194"/>
              <a:gd name="T13" fmla="*/ 191 h 193"/>
              <a:gd name="T14" fmla="*/ 0 w 194"/>
              <a:gd name="T15" fmla="*/ 191 h 193"/>
              <a:gd name="T16" fmla="*/ 0 w 194"/>
              <a:gd name="T17" fmla="*/ 191 h 193"/>
              <a:gd name="T18" fmla="*/ 0 w 194"/>
              <a:gd name="T19" fmla="*/ 190 h 193"/>
              <a:gd name="T20" fmla="*/ 0 w 194"/>
              <a:gd name="T21" fmla="*/ 190 h 193"/>
              <a:gd name="T22" fmla="*/ 0 w 194"/>
              <a:gd name="T23" fmla="*/ 190 h 193"/>
              <a:gd name="T24" fmla="*/ 0 w 194"/>
              <a:gd name="T25" fmla="*/ 189 h 193"/>
              <a:gd name="T26" fmla="*/ 0 w 194"/>
              <a:gd name="T27" fmla="*/ 189 h 193"/>
              <a:gd name="T28" fmla="*/ 0 w 194"/>
              <a:gd name="T29" fmla="*/ 189 h 193"/>
              <a:gd name="T30" fmla="*/ 0 w 194"/>
              <a:gd name="T31" fmla="*/ 189 h 193"/>
              <a:gd name="T32" fmla="*/ 0 w 194"/>
              <a:gd name="T33" fmla="*/ 188 h 193"/>
              <a:gd name="T34" fmla="*/ 0 w 194"/>
              <a:gd name="T35" fmla="*/ 188 h 193"/>
              <a:gd name="T36" fmla="*/ 0 w 194"/>
              <a:gd name="T37" fmla="*/ 188 h 193"/>
              <a:gd name="T38" fmla="*/ 0 w 194"/>
              <a:gd name="T39" fmla="*/ 187 h 193"/>
              <a:gd name="T40" fmla="*/ 0 w 194"/>
              <a:gd name="T41" fmla="*/ 187 h 193"/>
              <a:gd name="T42" fmla="*/ 0 w 194"/>
              <a:gd name="T43" fmla="*/ 187 h 193"/>
              <a:gd name="T44" fmla="*/ 0 w 194"/>
              <a:gd name="T45" fmla="*/ 186 h 193"/>
              <a:gd name="T46" fmla="*/ 0 w 194"/>
              <a:gd name="T47" fmla="*/ 186 h 193"/>
              <a:gd name="T48" fmla="*/ 0 w 194"/>
              <a:gd name="T49" fmla="*/ 186 h 193"/>
              <a:gd name="T50" fmla="*/ 0 w 194"/>
              <a:gd name="T51" fmla="*/ 186 h 193"/>
              <a:gd name="T52" fmla="*/ 0 w 194"/>
              <a:gd name="T53" fmla="*/ 185 h 193"/>
              <a:gd name="T54" fmla="*/ 0 w 194"/>
              <a:gd name="T55" fmla="*/ 185 h 193"/>
              <a:gd name="T56" fmla="*/ 0 w 194"/>
              <a:gd name="T57" fmla="*/ 184 h 193"/>
              <a:gd name="T58" fmla="*/ 194 w 194"/>
              <a:gd name="T59" fmla="*/ 0 h 193"/>
              <a:gd name="T60" fmla="*/ 193 w 194"/>
              <a:gd name="T61" fmla="*/ 0 h 193"/>
              <a:gd name="T62" fmla="*/ 193 w 194"/>
              <a:gd name="T63" fmla="*/ 0 h 193"/>
              <a:gd name="T64" fmla="*/ 192 w 194"/>
              <a:gd name="T65" fmla="*/ 0 h 193"/>
              <a:gd name="T66" fmla="*/ 192 w 194"/>
              <a:gd name="T67" fmla="*/ 0 h 193"/>
              <a:gd name="T68" fmla="*/ 192 w 194"/>
              <a:gd name="T69" fmla="*/ 0 h 193"/>
              <a:gd name="T70" fmla="*/ 191 w 194"/>
              <a:gd name="T71" fmla="*/ 0 h 193"/>
              <a:gd name="T72" fmla="*/ 191 w 194"/>
              <a:gd name="T73" fmla="*/ 0 h 193"/>
              <a:gd name="T74" fmla="*/ 191 w 194"/>
              <a:gd name="T75" fmla="*/ 0 h 193"/>
              <a:gd name="T76" fmla="*/ 190 w 194"/>
              <a:gd name="T77" fmla="*/ 0 h 193"/>
              <a:gd name="T78" fmla="*/ 190 w 194"/>
              <a:gd name="T79" fmla="*/ 0 h 193"/>
              <a:gd name="T80" fmla="*/ 190 w 194"/>
              <a:gd name="T81" fmla="*/ 0 h 193"/>
              <a:gd name="T82" fmla="*/ 189 w 194"/>
              <a:gd name="T83" fmla="*/ 0 h 193"/>
              <a:gd name="T84" fmla="*/ 189 w 194"/>
              <a:gd name="T85" fmla="*/ 0 h 193"/>
              <a:gd name="T86" fmla="*/ 189 w 194"/>
              <a:gd name="T87" fmla="*/ 0 h 193"/>
              <a:gd name="T88" fmla="*/ 189 w 194"/>
              <a:gd name="T89" fmla="*/ 0 h 193"/>
              <a:gd name="T90" fmla="*/ 188 w 194"/>
              <a:gd name="T91" fmla="*/ 0 h 193"/>
              <a:gd name="T92" fmla="*/ 188 w 194"/>
              <a:gd name="T93" fmla="*/ 0 h 193"/>
              <a:gd name="T94" fmla="*/ 188 w 194"/>
              <a:gd name="T95" fmla="*/ 0 h 193"/>
              <a:gd name="T96" fmla="*/ 187 w 194"/>
              <a:gd name="T97" fmla="*/ 0 h 193"/>
              <a:gd name="T98" fmla="*/ 187 w 194"/>
              <a:gd name="T99" fmla="*/ 0 h 193"/>
              <a:gd name="T100" fmla="*/ 187 w 194"/>
              <a:gd name="T101" fmla="*/ 0 h 193"/>
              <a:gd name="T102" fmla="*/ 186 w 194"/>
              <a:gd name="T103" fmla="*/ 0 h 193"/>
              <a:gd name="T104" fmla="*/ 186 w 194"/>
              <a:gd name="T105" fmla="*/ 0 h 193"/>
              <a:gd name="T106" fmla="*/ 186 w 194"/>
              <a:gd name="T107" fmla="*/ 0 h 193"/>
              <a:gd name="T108" fmla="*/ 185 w 194"/>
              <a:gd name="T109" fmla="*/ 0 h 193"/>
              <a:gd name="T110" fmla="*/ 185 w 194"/>
              <a:gd name="T111" fmla="*/ 0 h 193"/>
              <a:gd name="T112" fmla="*/ 0 w 194"/>
              <a:gd name="T113" fmla="*/ 184 h 193"/>
              <a:gd name="T114" fmla="*/ 185 w 194"/>
              <a:gd name="T115"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4" h="193">
                <a:moveTo>
                  <a:pt x="0" y="193"/>
                </a:moveTo>
                <a:cubicBezTo>
                  <a:pt x="0" y="193"/>
                  <a:pt x="0" y="193"/>
                  <a:pt x="0" y="193"/>
                </a:cubicBezTo>
                <a:cubicBezTo>
                  <a:pt x="0" y="193"/>
                  <a:pt x="0" y="193"/>
                  <a:pt x="0" y="193"/>
                </a:cubicBezTo>
                <a:moveTo>
                  <a:pt x="0" y="193"/>
                </a:moveTo>
                <a:cubicBezTo>
                  <a:pt x="0" y="193"/>
                  <a:pt x="0" y="193"/>
                  <a:pt x="0" y="193"/>
                </a:cubicBezTo>
                <a:cubicBezTo>
                  <a:pt x="0" y="193"/>
                  <a:pt x="0" y="193"/>
                  <a:pt x="0" y="193"/>
                </a:cubicBezTo>
                <a:moveTo>
                  <a:pt x="0" y="192"/>
                </a:moveTo>
                <a:cubicBezTo>
                  <a:pt x="0" y="192"/>
                  <a:pt x="0" y="193"/>
                  <a:pt x="0" y="193"/>
                </a:cubicBezTo>
                <a:cubicBezTo>
                  <a:pt x="0" y="193"/>
                  <a:pt x="0" y="192"/>
                  <a:pt x="0" y="192"/>
                </a:cubicBezTo>
                <a:moveTo>
                  <a:pt x="0" y="192"/>
                </a:moveTo>
                <a:cubicBezTo>
                  <a:pt x="0" y="192"/>
                  <a:pt x="0" y="192"/>
                  <a:pt x="0" y="192"/>
                </a:cubicBezTo>
                <a:cubicBezTo>
                  <a:pt x="0" y="192"/>
                  <a:pt x="0" y="192"/>
                  <a:pt x="0" y="192"/>
                </a:cubicBezTo>
                <a:moveTo>
                  <a:pt x="0" y="192"/>
                </a:moveTo>
                <a:cubicBezTo>
                  <a:pt x="0" y="192"/>
                  <a:pt x="0" y="192"/>
                  <a:pt x="0" y="192"/>
                </a:cubicBezTo>
                <a:cubicBezTo>
                  <a:pt x="0" y="192"/>
                  <a:pt x="0" y="192"/>
                  <a:pt x="0" y="192"/>
                </a:cubicBezTo>
                <a:moveTo>
                  <a:pt x="0" y="192"/>
                </a:moveTo>
                <a:cubicBezTo>
                  <a:pt x="0" y="192"/>
                  <a:pt x="0" y="192"/>
                  <a:pt x="0" y="192"/>
                </a:cubicBezTo>
                <a:cubicBezTo>
                  <a:pt x="0" y="192"/>
                  <a:pt x="0" y="192"/>
                  <a:pt x="0" y="192"/>
                </a:cubicBezTo>
                <a:moveTo>
                  <a:pt x="0" y="191"/>
                </a:moveTo>
                <a:cubicBezTo>
                  <a:pt x="0" y="191"/>
                  <a:pt x="0" y="191"/>
                  <a:pt x="0" y="191"/>
                </a:cubicBezTo>
                <a:cubicBezTo>
                  <a:pt x="0" y="191"/>
                  <a:pt x="0" y="191"/>
                  <a:pt x="0" y="191"/>
                </a:cubicBezTo>
                <a:moveTo>
                  <a:pt x="0" y="191"/>
                </a:moveTo>
                <a:cubicBezTo>
                  <a:pt x="0" y="191"/>
                  <a:pt x="0" y="191"/>
                  <a:pt x="0" y="191"/>
                </a:cubicBezTo>
                <a:cubicBezTo>
                  <a:pt x="0" y="191"/>
                  <a:pt x="0" y="191"/>
                  <a:pt x="0" y="191"/>
                </a:cubicBezTo>
                <a:moveTo>
                  <a:pt x="0" y="191"/>
                </a:moveTo>
                <a:cubicBezTo>
                  <a:pt x="0" y="191"/>
                  <a:pt x="0" y="191"/>
                  <a:pt x="0" y="191"/>
                </a:cubicBezTo>
                <a:cubicBezTo>
                  <a:pt x="0" y="191"/>
                  <a:pt x="0" y="191"/>
                  <a:pt x="0" y="191"/>
                </a:cubicBezTo>
                <a:moveTo>
                  <a:pt x="0" y="190"/>
                </a:moveTo>
                <a:cubicBezTo>
                  <a:pt x="0" y="190"/>
                  <a:pt x="0" y="190"/>
                  <a:pt x="0" y="190"/>
                </a:cubicBezTo>
                <a:cubicBezTo>
                  <a:pt x="0" y="190"/>
                  <a:pt x="0" y="190"/>
                  <a:pt x="0" y="190"/>
                </a:cubicBezTo>
                <a:moveTo>
                  <a:pt x="0" y="190"/>
                </a:moveTo>
                <a:cubicBezTo>
                  <a:pt x="0" y="190"/>
                  <a:pt x="0" y="190"/>
                  <a:pt x="0" y="190"/>
                </a:cubicBezTo>
                <a:cubicBezTo>
                  <a:pt x="0" y="190"/>
                  <a:pt x="0" y="190"/>
                  <a:pt x="0" y="190"/>
                </a:cubicBezTo>
                <a:moveTo>
                  <a:pt x="0" y="190"/>
                </a:moveTo>
                <a:cubicBezTo>
                  <a:pt x="0" y="190"/>
                  <a:pt x="0" y="190"/>
                  <a:pt x="0" y="190"/>
                </a:cubicBezTo>
                <a:cubicBezTo>
                  <a:pt x="0" y="190"/>
                  <a:pt x="0" y="190"/>
                  <a:pt x="0" y="190"/>
                </a:cubicBezTo>
                <a:moveTo>
                  <a:pt x="0" y="189"/>
                </a:moveTo>
                <a:cubicBezTo>
                  <a:pt x="0" y="189"/>
                  <a:pt x="0" y="190"/>
                  <a:pt x="0" y="190"/>
                </a:cubicBezTo>
                <a:cubicBezTo>
                  <a:pt x="0" y="190"/>
                  <a:pt x="0" y="189"/>
                  <a:pt x="0" y="189"/>
                </a:cubicBezTo>
                <a:moveTo>
                  <a:pt x="0" y="189"/>
                </a:moveTo>
                <a:cubicBezTo>
                  <a:pt x="0" y="189"/>
                  <a:pt x="0" y="189"/>
                  <a:pt x="0" y="189"/>
                </a:cubicBezTo>
                <a:cubicBezTo>
                  <a:pt x="0" y="189"/>
                  <a:pt x="0" y="189"/>
                  <a:pt x="0" y="189"/>
                </a:cubicBezTo>
                <a:moveTo>
                  <a:pt x="0" y="189"/>
                </a:moveTo>
                <a:cubicBezTo>
                  <a:pt x="0" y="189"/>
                  <a:pt x="0" y="189"/>
                  <a:pt x="0" y="189"/>
                </a:cubicBezTo>
                <a:cubicBezTo>
                  <a:pt x="0" y="189"/>
                  <a:pt x="0" y="189"/>
                  <a:pt x="0" y="189"/>
                </a:cubicBezTo>
                <a:moveTo>
                  <a:pt x="0" y="189"/>
                </a:moveTo>
                <a:cubicBezTo>
                  <a:pt x="0" y="189"/>
                  <a:pt x="0" y="189"/>
                  <a:pt x="0" y="189"/>
                </a:cubicBezTo>
                <a:cubicBezTo>
                  <a:pt x="0" y="189"/>
                  <a:pt x="0" y="189"/>
                  <a:pt x="0" y="189"/>
                </a:cubicBezTo>
                <a:moveTo>
                  <a:pt x="0" y="188"/>
                </a:moveTo>
                <a:cubicBezTo>
                  <a:pt x="0" y="188"/>
                  <a:pt x="0" y="188"/>
                  <a:pt x="0" y="188"/>
                </a:cubicBezTo>
                <a:cubicBezTo>
                  <a:pt x="0" y="188"/>
                  <a:pt x="0" y="188"/>
                  <a:pt x="0" y="188"/>
                </a:cubicBezTo>
                <a:moveTo>
                  <a:pt x="0" y="188"/>
                </a:moveTo>
                <a:cubicBezTo>
                  <a:pt x="0" y="188"/>
                  <a:pt x="0" y="188"/>
                  <a:pt x="0" y="188"/>
                </a:cubicBezTo>
                <a:cubicBezTo>
                  <a:pt x="0" y="188"/>
                  <a:pt x="0" y="188"/>
                  <a:pt x="0" y="188"/>
                </a:cubicBezTo>
                <a:moveTo>
                  <a:pt x="0" y="188"/>
                </a:moveTo>
                <a:cubicBezTo>
                  <a:pt x="0" y="188"/>
                  <a:pt x="0" y="188"/>
                  <a:pt x="0" y="188"/>
                </a:cubicBezTo>
                <a:cubicBezTo>
                  <a:pt x="0" y="188"/>
                  <a:pt x="0" y="188"/>
                  <a:pt x="0" y="188"/>
                </a:cubicBezTo>
                <a:moveTo>
                  <a:pt x="0" y="187"/>
                </a:moveTo>
                <a:cubicBezTo>
                  <a:pt x="0" y="187"/>
                  <a:pt x="0" y="187"/>
                  <a:pt x="0" y="188"/>
                </a:cubicBezTo>
                <a:cubicBezTo>
                  <a:pt x="0" y="187"/>
                  <a:pt x="0" y="187"/>
                  <a:pt x="0" y="187"/>
                </a:cubicBezTo>
                <a:moveTo>
                  <a:pt x="0" y="187"/>
                </a:moveTo>
                <a:cubicBezTo>
                  <a:pt x="0" y="187"/>
                  <a:pt x="0" y="187"/>
                  <a:pt x="0" y="187"/>
                </a:cubicBezTo>
                <a:cubicBezTo>
                  <a:pt x="0" y="187"/>
                  <a:pt x="0" y="187"/>
                  <a:pt x="0" y="187"/>
                </a:cubicBezTo>
                <a:moveTo>
                  <a:pt x="0" y="187"/>
                </a:moveTo>
                <a:cubicBezTo>
                  <a:pt x="0" y="187"/>
                  <a:pt x="0" y="187"/>
                  <a:pt x="0" y="187"/>
                </a:cubicBezTo>
                <a:cubicBezTo>
                  <a:pt x="0" y="187"/>
                  <a:pt x="0" y="187"/>
                  <a:pt x="0" y="187"/>
                </a:cubicBezTo>
                <a:moveTo>
                  <a:pt x="0" y="186"/>
                </a:moveTo>
                <a:cubicBezTo>
                  <a:pt x="0" y="186"/>
                  <a:pt x="0" y="187"/>
                  <a:pt x="0" y="187"/>
                </a:cubicBezTo>
                <a:cubicBezTo>
                  <a:pt x="0" y="187"/>
                  <a:pt x="0" y="187"/>
                  <a:pt x="0" y="186"/>
                </a:cubicBezTo>
                <a:moveTo>
                  <a:pt x="0" y="186"/>
                </a:moveTo>
                <a:cubicBezTo>
                  <a:pt x="0" y="186"/>
                  <a:pt x="0" y="186"/>
                  <a:pt x="0" y="186"/>
                </a:cubicBezTo>
                <a:cubicBezTo>
                  <a:pt x="0" y="186"/>
                  <a:pt x="0" y="186"/>
                  <a:pt x="0" y="186"/>
                </a:cubicBezTo>
                <a:moveTo>
                  <a:pt x="0" y="186"/>
                </a:moveTo>
                <a:cubicBezTo>
                  <a:pt x="0" y="186"/>
                  <a:pt x="0" y="186"/>
                  <a:pt x="0" y="186"/>
                </a:cubicBezTo>
                <a:cubicBezTo>
                  <a:pt x="0" y="186"/>
                  <a:pt x="0" y="186"/>
                  <a:pt x="0" y="186"/>
                </a:cubicBezTo>
                <a:moveTo>
                  <a:pt x="0" y="186"/>
                </a:moveTo>
                <a:cubicBezTo>
                  <a:pt x="0" y="186"/>
                  <a:pt x="0" y="186"/>
                  <a:pt x="0" y="186"/>
                </a:cubicBezTo>
                <a:cubicBezTo>
                  <a:pt x="0" y="186"/>
                  <a:pt x="0" y="186"/>
                  <a:pt x="0" y="186"/>
                </a:cubicBezTo>
                <a:moveTo>
                  <a:pt x="0" y="185"/>
                </a:moveTo>
                <a:cubicBezTo>
                  <a:pt x="0" y="185"/>
                  <a:pt x="0" y="185"/>
                  <a:pt x="0" y="185"/>
                </a:cubicBezTo>
                <a:cubicBezTo>
                  <a:pt x="0" y="185"/>
                  <a:pt x="0" y="185"/>
                  <a:pt x="0" y="185"/>
                </a:cubicBezTo>
                <a:moveTo>
                  <a:pt x="0" y="185"/>
                </a:moveTo>
                <a:cubicBezTo>
                  <a:pt x="0" y="185"/>
                  <a:pt x="0" y="185"/>
                  <a:pt x="0" y="185"/>
                </a:cubicBezTo>
                <a:cubicBezTo>
                  <a:pt x="0" y="185"/>
                  <a:pt x="0" y="185"/>
                  <a:pt x="0" y="185"/>
                </a:cubicBezTo>
                <a:moveTo>
                  <a:pt x="0" y="184"/>
                </a:moveTo>
                <a:cubicBezTo>
                  <a:pt x="0" y="184"/>
                  <a:pt x="0" y="184"/>
                  <a:pt x="0" y="185"/>
                </a:cubicBezTo>
                <a:cubicBezTo>
                  <a:pt x="0" y="184"/>
                  <a:pt x="0" y="184"/>
                  <a:pt x="0" y="184"/>
                </a:cubicBezTo>
                <a:moveTo>
                  <a:pt x="194" y="0"/>
                </a:moveTo>
                <a:cubicBezTo>
                  <a:pt x="194" y="0"/>
                  <a:pt x="194" y="0"/>
                  <a:pt x="194" y="0"/>
                </a:cubicBezTo>
                <a:cubicBezTo>
                  <a:pt x="194" y="0"/>
                  <a:pt x="194" y="0"/>
                  <a:pt x="194" y="0"/>
                </a:cubicBezTo>
                <a:moveTo>
                  <a:pt x="193" y="0"/>
                </a:moveTo>
                <a:cubicBezTo>
                  <a:pt x="193" y="0"/>
                  <a:pt x="193" y="0"/>
                  <a:pt x="193" y="0"/>
                </a:cubicBezTo>
                <a:cubicBezTo>
                  <a:pt x="193" y="0"/>
                  <a:pt x="193" y="0"/>
                  <a:pt x="193" y="0"/>
                </a:cubicBezTo>
                <a:moveTo>
                  <a:pt x="193" y="0"/>
                </a:moveTo>
                <a:cubicBezTo>
                  <a:pt x="193" y="0"/>
                  <a:pt x="193" y="0"/>
                  <a:pt x="193" y="0"/>
                </a:cubicBezTo>
                <a:cubicBezTo>
                  <a:pt x="193" y="0"/>
                  <a:pt x="193" y="0"/>
                  <a:pt x="193" y="0"/>
                </a:cubicBezTo>
                <a:moveTo>
                  <a:pt x="192" y="0"/>
                </a:moveTo>
                <a:cubicBezTo>
                  <a:pt x="192" y="0"/>
                  <a:pt x="192" y="0"/>
                  <a:pt x="193" y="0"/>
                </a:cubicBezTo>
                <a:cubicBezTo>
                  <a:pt x="193" y="0"/>
                  <a:pt x="192" y="0"/>
                  <a:pt x="192" y="0"/>
                </a:cubicBezTo>
                <a:moveTo>
                  <a:pt x="192" y="0"/>
                </a:moveTo>
                <a:cubicBezTo>
                  <a:pt x="192" y="0"/>
                  <a:pt x="192" y="0"/>
                  <a:pt x="192" y="0"/>
                </a:cubicBezTo>
                <a:cubicBezTo>
                  <a:pt x="192" y="0"/>
                  <a:pt x="192" y="0"/>
                  <a:pt x="192" y="0"/>
                </a:cubicBezTo>
                <a:moveTo>
                  <a:pt x="192" y="0"/>
                </a:moveTo>
                <a:cubicBezTo>
                  <a:pt x="192" y="0"/>
                  <a:pt x="192" y="0"/>
                  <a:pt x="192" y="0"/>
                </a:cubicBezTo>
                <a:cubicBezTo>
                  <a:pt x="192" y="0"/>
                  <a:pt x="192" y="0"/>
                  <a:pt x="192" y="0"/>
                </a:cubicBezTo>
                <a:moveTo>
                  <a:pt x="191" y="0"/>
                </a:moveTo>
                <a:cubicBezTo>
                  <a:pt x="191" y="0"/>
                  <a:pt x="191" y="0"/>
                  <a:pt x="191" y="0"/>
                </a:cubicBezTo>
                <a:cubicBezTo>
                  <a:pt x="191" y="0"/>
                  <a:pt x="191" y="0"/>
                  <a:pt x="191" y="0"/>
                </a:cubicBezTo>
                <a:moveTo>
                  <a:pt x="191" y="0"/>
                </a:moveTo>
                <a:cubicBezTo>
                  <a:pt x="191" y="0"/>
                  <a:pt x="191" y="0"/>
                  <a:pt x="191" y="0"/>
                </a:cubicBezTo>
                <a:cubicBezTo>
                  <a:pt x="191" y="0"/>
                  <a:pt x="191" y="0"/>
                  <a:pt x="191" y="0"/>
                </a:cubicBezTo>
                <a:moveTo>
                  <a:pt x="191" y="0"/>
                </a:moveTo>
                <a:cubicBezTo>
                  <a:pt x="191" y="0"/>
                  <a:pt x="191" y="0"/>
                  <a:pt x="191" y="0"/>
                </a:cubicBezTo>
                <a:cubicBezTo>
                  <a:pt x="191" y="0"/>
                  <a:pt x="191" y="0"/>
                  <a:pt x="191" y="0"/>
                </a:cubicBezTo>
                <a:moveTo>
                  <a:pt x="190" y="0"/>
                </a:moveTo>
                <a:cubicBezTo>
                  <a:pt x="190" y="0"/>
                  <a:pt x="190" y="0"/>
                  <a:pt x="191" y="0"/>
                </a:cubicBezTo>
                <a:cubicBezTo>
                  <a:pt x="190" y="0"/>
                  <a:pt x="190" y="0"/>
                  <a:pt x="190" y="0"/>
                </a:cubicBezTo>
                <a:moveTo>
                  <a:pt x="190" y="0"/>
                </a:moveTo>
                <a:cubicBezTo>
                  <a:pt x="190" y="0"/>
                  <a:pt x="190" y="0"/>
                  <a:pt x="190" y="0"/>
                </a:cubicBezTo>
                <a:cubicBezTo>
                  <a:pt x="190" y="0"/>
                  <a:pt x="190" y="0"/>
                  <a:pt x="190" y="0"/>
                </a:cubicBezTo>
                <a:moveTo>
                  <a:pt x="190" y="0"/>
                </a:moveTo>
                <a:cubicBezTo>
                  <a:pt x="190" y="0"/>
                  <a:pt x="190" y="0"/>
                  <a:pt x="190" y="0"/>
                </a:cubicBezTo>
                <a:cubicBezTo>
                  <a:pt x="190" y="0"/>
                  <a:pt x="190" y="0"/>
                  <a:pt x="190" y="0"/>
                </a:cubicBezTo>
                <a:moveTo>
                  <a:pt x="189" y="0"/>
                </a:moveTo>
                <a:cubicBezTo>
                  <a:pt x="190" y="0"/>
                  <a:pt x="190" y="0"/>
                  <a:pt x="190" y="0"/>
                </a:cubicBezTo>
                <a:cubicBezTo>
                  <a:pt x="190" y="0"/>
                  <a:pt x="190" y="0"/>
                  <a:pt x="189" y="0"/>
                </a:cubicBezTo>
                <a:moveTo>
                  <a:pt x="189" y="0"/>
                </a:moveTo>
                <a:cubicBezTo>
                  <a:pt x="189" y="0"/>
                  <a:pt x="189" y="0"/>
                  <a:pt x="189" y="0"/>
                </a:cubicBezTo>
                <a:cubicBezTo>
                  <a:pt x="189" y="0"/>
                  <a:pt x="189" y="0"/>
                  <a:pt x="189" y="0"/>
                </a:cubicBezTo>
                <a:moveTo>
                  <a:pt x="189" y="0"/>
                </a:moveTo>
                <a:cubicBezTo>
                  <a:pt x="189" y="0"/>
                  <a:pt x="189" y="0"/>
                  <a:pt x="189" y="0"/>
                </a:cubicBezTo>
                <a:cubicBezTo>
                  <a:pt x="189" y="0"/>
                  <a:pt x="189" y="0"/>
                  <a:pt x="189" y="0"/>
                </a:cubicBezTo>
                <a:moveTo>
                  <a:pt x="189" y="0"/>
                </a:moveTo>
                <a:cubicBezTo>
                  <a:pt x="189" y="0"/>
                  <a:pt x="189" y="0"/>
                  <a:pt x="189" y="0"/>
                </a:cubicBezTo>
                <a:cubicBezTo>
                  <a:pt x="189" y="0"/>
                  <a:pt x="189" y="0"/>
                  <a:pt x="189" y="0"/>
                </a:cubicBezTo>
                <a:moveTo>
                  <a:pt x="188" y="0"/>
                </a:moveTo>
                <a:cubicBezTo>
                  <a:pt x="188" y="0"/>
                  <a:pt x="188" y="0"/>
                  <a:pt x="188" y="0"/>
                </a:cubicBezTo>
                <a:cubicBezTo>
                  <a:pt x="188" y="0"/>
                  <a:pt x="188" y="0"/>
                  <a:pt x="188" y="0"/>
                </a:cubicBezTo>
                <a:moveTo>
                  <a:pt x="188" y="0"/>
                </a:moveTo>
                <a:cubicBezTo>
                  <a:pt x="188" y="0"/>
                  <a:pt x="188" y="0"/>
                  <a:pt x="188" y="0"/>
                </a:cubicBezTo>
                <a:cubicBezTo>
                  <a:pt x="188" y="0"/>
                  <a:pt x="188" y="0"/>
                  <a:pt x="188" y="0"/>
                </a:cubicBezTo>
                <a:moveTo>
                  <a:pt x="188" y="0"/>
                </a:moveTo>
                <a:cubicBezTo>
                  <a:pt x="188" y="0"/>
                  <a:pt x="188" y="0"/>
                  <a:pt x="188" y="0"/>
                </a:cubicBezTo>
                <a:cubicBezTo>
                  <a:pt x="188" y="0"/>
                  <a:pt x="188" y="0"/>
                  <a:pt x="188" y="0"/>
                </a:cubicBezTo>
                <a:moveTo>
                  <a:pt x="187" y="0"/>
                </a:moveTo>
                <a:cubicBezTo>
                  <a:pt x="187" y="0"/>
                  <a:pt x="187" y="0"/>
                  <a:pt x="188" y="0"/>
                </a:cubicBezTo>
                <a:cubicBezTo>
                  <a:pt x="187" y="0"/>
                  <a:pt x="187" y="0"/>
                  <a:pt x="187" y="0"/>
                </a:cubicBezTo>
                <a:moveTo>
                  <a:pt x="187" y="0"/>
                </a:moveTo>
                <a:cubicBezTo>
                  <a:pt x="187" y="0"/>
                  <a:pt x="187" y="0"/>
                  <a:pt x="187" y="0"/>
                </a:cubicBezTo>
                <a:cubicBezTo>
                  <a:pt x="187" y="0"/>
                  <a:pt x="187" y="0"/>
                  <a:pt x="187" y="0"/>
                </a:cubicBezTo>
                <a:moveTo>
                  <a:pt x="187" y="0"/>
                </a:moveTo>
                <a:cubicBezTo>
                  <a:pt x="187" y="0"/>
                  <a:pt x="187" y="0"/>
                  <a:pt x="187" y="0"/>
                </a:cubicBezTo>
                <a:cubicBezTo>
                  <a:pt x="187" y="0"/>
                  <a:pt x="187" y="0"/>
                  <a:pt x="187" y="0"/>
                </a:cubicBezTo>
                <a:moveTo>
                  <a:pt x="186" y="0"/>
                </a:moveTo>
                <a:cubicBezTo>
                  <a:pt x="187" y="0"/>
                  <a:pt x="187" y="0"/>
                  <a:pt x="187" y="0"/>
                </a:cubicBezTo>
                <a:cubicBezTo>
                  <a:pt x="187" y="0"/>
                  <a:pt x="187" y="0"/>
                  <a:pt x="186" y="0"/>
                </a:cubicBezTo>
                <a:moveTo>
                  <a:pt x="186" y="0"/>
                </a:moveTo>
                <a:cubicBezTo>
                  <a:pt x="186" y="0"/>
                  <a:pt x="186" y="0"/>
                  <a:pt x="186" y="0"/>
                </a:cubicBezTo>
                <a:cubicBezTo>
                  <a:pt x="186" y="0"/>
                  <a:pt x="186" y="0"/>
                  <a:pt x="186" y="0"/>
                </a:cubicBezTo>
                <a:moveTo>
                  <a:pt x="186" y="0"/>
                </a:moveTo>
                <a:cubicBezTo>
                  <a:pt x="186" y="0"/>
                  <a:pt x="186" y="0"/>
                  <a:pt x="186" y="0"/>
                </a:cubicBezTo>
                <a:cubicBezTo>
                  <a:pt x="186" y="0"/>
                  <a:pt x="186" y="0"/>
                  <a:pt x="186" y="0"/>
                </a:cubicBezTo>
                <a:moveTo>
                  <a:pt x="185" y="0"/>
                </a:moveTo>
                <a:cubicBezTo>
                  <a:pt x="185" y="0"/>
                  <a:pt x="186" y="0"/>
                  <a:pt x="186" y="0"/>
                </a:cubicBezTo>
                <a:cubicBezTo>
                  <a:pt x="186" y="0"/>
                  <a:pt x="185" y="0"/>
                  <a:pt x="185" y="0"/>
                </a:cubicBezTo>
                <a:moveTo>
                  <a:pt x="185" y="0"/>
                </a:moveTo>
                <a:cubicBezTo>
                  <a:pt x="185" y="0"/>
                  <a:pt x="185" y="0"/>
                  <a:pt x="185" y="0"/>
                </a:cubicBezTo>
                <a:cubicBezTo>
                  <a:pt x="185" y="0"/>
                  <a:pt x="185" y="0"/>
                  <a:pt x="185" y="0"/>
                </a:cubicBezTo>
                <a:moveTo>
                  <a:pt x="185" y="0"/>
                </a:moveTo>
                <a:cubicBezTo>
                  <a:pt x="83" y="0"/>
                  <a:pt x="0" y="82"/>
                  <a:pt x="0" y="184"/>
                </a:cubicBezTo>
                <a:cubicBezTo>
                  <a:pt x="0" y="184"/>
                  <a:pt x="0" y="184"/>
                  <a:pt x="0" y="184"/>
                </a:cubicBezTo>
                <a:cubicBezTo>
                  <a:pt x="0" y="82"/>
                  <a:pt x="83" y="0"/>
                  <a:pt x="185" y="0"/>
                </a:cubicBezTo>
                <a:cubicBezTo>
                  <a:pt x="185" y="0"/>
                  <a:pt x="185" y="0"/>
                  <a:pt x="185" y="0"/>
                </a:cubicBezTo>
                <a:cubicBezTo>
                  <a:pt x="185" y="0"/>
                  <a:pt x="185" y="0"/>
                  <a:pt x="185" y="0"/>
                </a:cubicBezTo>
              </a:path>
            </a:pathLst>
          </a:custGeom>
          <a:solidFill>
            <a:srgbClr val="B0BB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 name="Freeform 47"/>
          <p:cNvSpPr>
            <a:spLocks/>
          </p:cNvSpPr>
          <p:nvPr/>
        </p:nvSpPr>
        <p:spPr bwMode="auto">
          <a:xfrm>
            <a:off x="6670676" y="1116013"/>
            <a:ext cx="1628775" cy="1624013"/>
          </a:xfrm>
          <a:custGeom>
            <a:avLst/>
            <a:gdLst>
              <a:gd name="T0" fmla="*/ 0 w 334"/>
              <a:gd name="T1" fmla="*/ 184 h 333"/>
              <a:gd name="T2" fmla="*/ 0 w 334"/>
              <a:gd name="T3" fmla="*/ 185 h 333"/>
              <a:gd name="T4" fmla="*/ 0 w 334"/>
              <a:gd name="T5" fmla="*/ 185 h 333"/>
              <a:gd name="T6" fmla="*/ 0 w 334"/>
              <a:gd name="T7" fmla="*/ 185 h 333"/>
              <a:gd name="T8" fmla="*/ 0 w 334"/>
              <a:gd name="T9" fmla="*/ 186 h 333"/>
              <a:gd name="T10" fmla="*/ 0 w 334"/>
              <a:gd name="T11" fmla="*/ 186 h 333"/>
              <a:gd name="T12" fmla="*/ 0 w 334"/>
              <a:gd name="T13" fmla="*/ 186 h 333"/>
              <a:gd name="T14" fmla="*/ 0 w 334"/>
              <a:gd name="T15" fmla="*/ 187 h 333"/>
              <a:gd name="T16" fmla="*/ 0 w 334"/>
              <a:gd name="T17" fmla="*/ 187 h 333"/>
              <a:gd name="T18" fmla="*/ 0 w 334"/>
              <a:gd name="T19" fmla="*/ 187 h 333"/>
              <a:gd name="T20" fmla="*/ 0 w 334"/>
              <a:gd name="T21" fmla="*/ 188 h 333"/>
              <a:gd name="T22" fmla="*/ 0 w 334"/>
              <a:gd name="T23" fmla="*/ 188 h 333"/>
              <a:gd name="T24" fmla="*/ 0 w 334"/>
              <a:gd name="T25" fmla="*/ 188 h 333"/>
              <a:gd name="T26" fmla="*/ 0 w 334"/>
              <a:gd name="T27" fmla="*/ 188 h 333"/>
              <a:gd name="T28" fmla="*/ 0 w 334"/>
              <a:gd name="T29" fmla="*/ 189 h 333"/>
              <a:gd name="T30" fmla="*/ 0 w 334"/>
              <a:gd name="T31" fmla="*/ 189 h 333"/>
              <a:gd name="T32" fmla="*/ 0 w 334"/>
              <a:gd name="T33" fmla="*/ 189 h 333"/>
              <a:gd name="T34" fmla="*/ 0 w 334"/>
              <a:gd name="T35" fmla="*/ 190 h 333"/>
              <a:gd name="T36" fmla="*/ 0 w 334"/>
              <a:gd name="T37" fmla="*/ 190 h 333"/>
              <a:gd name="T38" fmla="*/ 0 w 334"/>
              <a:gd name="T39" fmla="*/ 190 h 333"/>
              <a:gd name="T40" fmla="*/ 0 w 334"/>
              <a:gd name="T41" fmla="*/ 190 h 333"/>
              <a:gd name="T42" fmla="*/ 0 w 334"/>
              <a:gd name="T43" fmla="*/ 191 h 333"/>
              <a:gd name="T44" fmla="*/ 0 w 334"/>
              <a:gd name="T45" fmla="*/ 191 h 333"/>
              <a:gd name="T46" fmla="*/ 0 w 334"/>
              <a:gd name="T47" fmla="*/ 191 h 333"/>
              <a:gd name="T48" fmla="*/ 0 w 334"/>
              <a:gd name="T49" fmla="*/ 192 h 333"/>
              <a:gd name="T50" fmla="*/ 0 w 334"/>
              <a:gd name="T51" fmla="*/ 192 h 333"/>
              <a:gd name="T52" fmla="*/ 0 w 334"/>
              <a:gd name="T53" fmla="*/ 192 h 333"/>
              <a:gd name="T54" fmla="*/ 0 w 334"/>
              <a:gd name="T55" fmla="*/ 193 h 333"/>
              <a:gd name="T56" fmla="*/ 0 w 334"/>
              <a:gd name="T57" fmla="*/ 193 h 333"/>
              <a:gd name="T58" fmla="*/ 0 w 334"/>
              <a:gd name="T59" fmla="*/ 193 h 333"/>
              <a:gd name="T60" fmla="*/ 40 w 334"/>
              <a:gd name="T61" fmla="*/ 224 h 333"/>
              <a:gd name="T62" fmla="*/ 334 w 334"/>
              <a:gd name="T63" fmla="*/ 75 h 333"/>
              <a:gd name="T64" fmla="*/ 194 w 334"/>
              <a:gd name="T65" fmla="*/ 0 h 333"/>
              <a:gd name="T66" fmla="*/ 193 w 334"/>
              <a:gd name="T67" fmla="*/ 0 h 333"/>
              <a:gd name="T68" fmla="*/ 193 w 334"/>
              <a:gd name="T69" fmla="*/ 0 h 333"/>
              <a:gd name="T70" fmla="*/ 192 w 334"/>
              <a:gd name="T71" fmla="*/ 0 h 333"/>
              <a:gd name="T72" fmla="*/ 192 w 334"/>
              <a:gd name="T73" fmla="*/ 0 h 333"/>
              <a:gd name="T74" fmla="*/ 192 w 334"/>
              <a:gd name="T75" fmla="*/ 0 h 333"/>
              <a:gd name="T76" fmla="*/ 191 w 334"/>
              <a:gd name="T77" fmla="*/ 0 h 333"/>
              <a:gd name="T78" fmla="*/ 191 w 334"/>
              <a:gd name="T79" fmla="*/ 0 h 333"/>
              <a:gd name="T80" fmla="*/ 191 w 334"/>
              <a:gd name="T81" fmla="*/ 0 h 333"/>
              <a:gd name="T82" fmla="*/ 190 w 334"/>
              <a:gd name="T83" fmla="*/ 0 h 333"/>
              <a:gd name="T84" fmla="*/ 190 w 334"/>
              <a:gd name="T85" fmla="*/ 0 h 333"/>
              <a:gd name="T86" fmla="*/ 190 w 334"/>
              <a:gd name="T87" fmla="*/ 0 h 333"/>
              <a:gd name="T88" fmla="*/ 189 w 334"/>
              <a:gd name="T89" fmla="*/ 0 h 333"/>
              <a:gd name="T90" fmla="*/ 189 w 334"/>
              <a:gd name="T91" fmla="*/ 0 h 333"/>
              <a:gd name="T92" fmla="*/ 189 w 334"/>
              <a:gd name="T93" fmla="*/ 0 h 333"/>
              <a:gd name="T94" fmla="*/ 189 w 334"/>
              <a:gd name="T95" fmla="*/ 0 h 333"/>
              <a:gd name="T96" fmla="*/ 188 w 334"/>
              <a:gd name="T97" fmla="*/ 0 h 333"/>
              <a:gd name="T98" fmla="*/ 188 w 334"/>
              <a:gd name="T99" fmla="*/ 0 h 333"/>
              <a:gd name="T100" fmla="*/ 188 w 334"/>
              <a:gd name="T101" fmla="*/ 0 h 333"/>
              <a:gd name="T102" fmla="*/ 187 w 334"/>
              <a:gd name="T103" fmla="*/ 0 h 333"/>
              <a:gd name="T104" fmla="*/ 187 w 334"/>
              <a:gd name="T105" fmla="*/ 0 h 333"/>
              <a:gd name="T106" fmla="*/ 187 w 334"/>
              <a:gd name="T107" fmla="*/ 0 h 333"/>
              <a:gd name="T108" fmla="*/ 186 w 334"/>
              <a:gd name="T109" fmla="*/ 0 h 333"/>
              <a:gd name="T110" fmla="*/ 186 w 334"/>
              <a:gd name="T111" fmla="*/ 0 h 333"/>
              <a:gd name="T112" fmla="*/ 186 w 334"/>
              <a:gd name="T113" fmla="*/ 0 h 333"/>
              <a:gd name="T114" fmla="*/ 185 w 334"/>
              <a:gd name="T115" fmla="*/ 0 h 333"/>
              <a:gd name="T116" fmla="*/ 185 w 334"/>
              <a:gd name="T117" fmla="*/ 0 h 333"/>
              <a:gd name="T118" fmla="*/ 185 w 334"/>
              <a:gd name="T119" fmla="*/ 0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34" h="333">
                <a:moveTo>
                  <a:pt x="185" y="0"/>
                </a:moveTo>
                <a:cubicBezTo>
                  <a:pt x="83" y="0"/>
                  <a:pt x="0" y="82"/>
                  <a:pt x="0" y="184"/>
                </a:cubicBezTo>
                <a:cubicBezTo>
                  <a:pt x="0" y="184"/>
                  <a:pt x="0" y="184"/>
                  <a:pt x="0" y="184"/>
                </a:cubicBezTo>
                <a:cubicBezTo>
                  <a:pt x="0" y="184"/>
                  <a:pt x="0" y="184"/>
                  <a:pt x="0" y="185"/>
                </a:cubicBezTo>
                <a:cubicBezTo>
                  <a:pt x="0" y="185"/>
                  <a:pt x="0" y="185"/>
                  <a:pt x="0" y="185"/>
                </a:cubicBezTo>
                <a:cubicBezTo>
                  <a:pt x="0" y="185"/>
                  <a:pt x="0" y="185"/>
                  <a:pt x="0" y="185"/>
                </a:cubicBezTo>
                <a:cubicBezTo>
                  <a:pt x="0" y="185"/>
                  <a:pt x="0" y="185"/>
                  <a:pt x="0" y="185"/>
                </a:cubicBezTo>
                <a:cubicBezTo>
                  <a:pt x="0" y="185"/>
                  <a:pt x="0" y="185"/>
                  <a:pt x="0" y="185"/>
                </a:cubicBezTo>
                <a:cubicBezTo>
                  <a:pt x="0" y="185"/>
                  <a:pt x="0" y="185"/>
                  <a:pt x="0" y="186"/>
                </a:cubicBezTo>
                <a:cubicBezTo>
                  <a:pt x="0" y="186"/>
                  <a:pt x="0" y="186"/>
                  <a:pt x="0" y="186"/>
                </a:cubicBezTo>
                <a:cubicBezTo>
                  <a:pt x="0" y="186"/>
                  <a:pt x="0" y="186"/>
                  <a:pt x="0" y="186"/>
                </a:cubicBezTo>
                <a:cubicBezTo>
                  <a:pt x="0" y="186"/>
                  <a:pt x="0" y="186"/>
                  <a:pt x="0" y="186"/>
                </a:cubicBezTo>
                <a:cubicBezTo>
                  <a:pt x="0" y="186"/>
                  <a:pt x="0" y="186"/>
                  <a:pt x="0" y="186"/>
                </a:cubicBezTo>
                <a:cubicBezTo>
                  <a:pt x="0" y="186"/>
                  <a:pt x="0" y="186"/>
                  <a:pt x="0" y="186"/>
                </a:cubicBezTo>
                <a:cubicBezTo>
                  <a:pt x="0" y="186"/>
                  <a:pt x="0" y="186"/>
                  <a:pt x="0" y="186"/>
                </a:cubicBezTo>
                <a:cubicBezTo>
                  <a:pt x="0" y="187"/>
                  <a:pt x="0" y="187"/>
                  <a:pt x="0" y="187"/>
                </a:cubicBezTo>
                <a:cubicBezTo>
                  <a:pt x="0" y="187"/>
                  <a:pt x="0" y="187"/>
                  <a:pt x="0" y="187"/>
                </a:cubicBezTo>
                <a:cubicBezTo>
                  <a:pt x="0" y="187"/>
                  <a:pt x="0" y="187"/>
                  <a:pt x="0" y="187"/>
                </a:cubicBezTo>
                <a:cubicBezTo>
                  <a:pt x="0" y="187"/>
                  <a:pt x="0" y="187"/>
                  <a:pt x="0" y="187"/>
                </a:cubicBezTo>
                <a:cubicBezTo>
                  <a:pt x="0" y="187"/>
                  <a:pt x="0" y="187"/>
                  <a:pt x="0" y="187"/>
                </a:cubicBezTo>
                <a:cubicBezTo>
                  <a:pt x="0" y="187"/>
                  <a:pt x="0" y="187"/>
                  <a:pt x="0" y="187"/>
                </a:cubicBezTo>
                <a:cubicBezTo>
                  <a:pt x="0" y="187"/>
                  <a:pt x="0" y="187"/>
                  <a:pt x="0" y="188"/>
                </a:cubicBezTo>
                <a:cubicBezTo>
                  <a:pt x="0" y="188"/>
                  <a:pt x="0" y="188"/>
                  <a:pt x="0" y="188"/>
                </a:cubicBezTo>
                <a:cubicBezTo>
                  <a:pt x="0" y="188"/>
                  <a:pt x="0" y="188"/>
                  <a:pt x="0" y="188"/>
                </a:cubicBezTo>
                <a:cubicBezTo>
                  <a:pt x="0" y="188"/>
                  <a:pt x="0" y="188"/>
                  <a:pt x="0" y="188"/>
                </a:cubicBezTo>
                <a:cubicBezTo>
                  <a:pt x="0" y="188"/>
                  <a:pt x="0" y="188"/>
                  <a:pt x="0" y="188"/>
                </a:cubicBezTo>
                <a:cubicBezTo>
                  <a:pt x="0" y="188"/>
                  <a:pt x="0" y="188"/>
                  <a:pt x="0" y="188"/>
                </a:cubicBezTo>
                <a:cubicBezTo>
                  <a:pt x="0" y="188"/>
                  <a:pt x="0" y="188"/>
                  <a:pt x="0" y="188"/>
                </a:cubicBezTo>
                <a:cubicBezTo>
                  <a:pt x="0" y="188"/>
                  <a:pt x="0" y="188"/>
                  <a:pt x="0" y="189"/>
                </a:cubicBezTo>
                <a:cubicBezTo>
                  <a:pt x="0" y="189"/>
                  <a:pt x="0" y="189"/>
                  <a:pt x="0" y="189"/>
                </a:cubicBezTo>
                <a:cubicBezTo>
                  <a:pt x="0" y="189"/>
                  <a:pt x="0" y="189"/>
                  <a:pt x="0" y="189"/>
                </a:cubicBezTo>
                <a:cubicBezTo>
                  <a:pt x="0" y="189"/>
                  <a:pt x="0" y="189"/>
                  <a:pt x="0" y="189"/>
                </a:cubicBezTo>
                <a:cubicBezTo>
                  <a:pt x="0" y="189"/>
                  <a:pt x="0" y="189"/>
                  <a:pt x="0" y="189"/>
                </a:cubicBezTo>
                <a:cubicBezTo>
                  <a:pt x="0" y="189"/>
                  <a:pt x="0" y="189"/>
                  <a:pt x="0" y="189"/>
                </a:cubicBezTo>
                <a:cubicBezTo>
                  <a:pt x="0" y="189"/>
                  <a:pt x="0" y="189"/>
                  <a:pt x="0" y="189"/>
                </a:cubicBezTo>
                <a:cubicBezTo>
                  <a:pt x="0" y="189"/>
                  <a:pt x="0" y="190"/>
                  <a:pt x="0" y="190"/>
                </a:cubicBezTo>
                <a:cubicBezTo>
                  <a:pt x="0" y="190"/>
                  <a:pt x="0" y="190"/>
                  <a:pt x="0" y="190"/>
                </a:cubicBezTo>
                <a:cubicBezTo>
                  <a:pt x="0" y="190"/>
                  <a:pt x="0" y="190"/>
                  <a:pt x="0" y="190"/>
                </a:cubicBezTo>
                <a:cubicBezTo>
                  <a:pt x="0" y="190"/>
                  <a:pt x="0" y="190"/>
                  <a:pt x="0" y="190"/>
                </a:cubicBezTo>
                <a:cubicBezTo>
                  <a:pt x="0" y="190"/>
                  <a:pt x="0" y="190"/>
                  <a:pt x="0" y="190"/>
                </a:cubicBezTo>
                <a:cubicBezTo>
                  <a:pt x="0" y="190"/>
                  <a:pt x="0" y="190"/>
                  <a:pt x="0" y="190"/>
                </a:cubicBezTo>
                <a:cubicBezTo>
                  <a:pt x="0" y="190"/>
                  <a:pt x="0" y="190"/>
                  <a:pt x="0" y="190"/>
                </a:cubicBezTo>
                <a:cubicBezTo>
                  <a:pt x="0" y="191"/>
                  <a:pt x="0" y="191"/>
                  <a:pt x="0" y="191"/>
                </a:cubicBezTo>
                <a:cubicBezTo>
                  <a:pt x="0" y="191"/>
                  <a:pt x="0" y="191"/>
                  <a:pt x="0" y="191"/>
                </a:cubicBezTo>
                <a:cubicBezTo>
                  <a:pt x="0" y="191"/>
                  <a:pt x="0" y="191"/>
                  <a:pt x="0" y="191"/>
                </a:cubicBezTo>
                <a:cubicBezTo>
                  <a:pt x="0" y="191"/>
                  <a:pt x="0" y="191"/>
                  <a:pt x="0" y="191"/>
                </a:cubicBezTo>
                <a:cubicBezTo>
                  <a:pt x="0" y="191"/>
                  <a:pt x="0" y="191"/>
                  <a:pt x="0" y="191"/>
                </a:cubicBezTo>
                <a:cubicBezTo>
                  <a:pt x="0" y="191"/>
                  <a:pt x="0" y="191"/>
                  <a:pt x="0" y="191"/>
                </a:cubicBezTo>
                <a:cubicBezTo>
                  <a:pt x="0" y="191"/>
                  <a:pt x="0" y="191"/>
                  <a:pt x="0" y="192"/>
                </a:cubicBezTo>
                <a:cubicBezTo>
                  <a:pt x="0" y="192"/>
                  <a:pt x="0" y="192"/>
                  <a:pt x="0" y="192"/>
                </a:cubicBezTo>
                <a:cubicBezTo>
                  <a:pt x="0" y="192"/>
                  <a:pt x="0" y="192"/>
                  <a:pt x="0" y="192"/>
                </a:cubicBezTo>
                <a:cubicBezTo>
                  <a:pt x="0" y="192"/>
                  <a:pt x="0" y="192"/>
                  <a:pt x="0" y="192"/>
                </a:cubicBezTo>
                <a:cubicBezTo>
                  <a:pt x="0" y="192"/>
                  <a:pt x="0" y="192"/>
                  <a:pt x="0" y="192"/>
                </a:cubicBezTo>
                <a:cubicBezTo>
                  <a:pt x="0" y="192"/>
                  <a:pt x="0" y="192"/>
                  <a:pt x="0" y="192"/>
                </a:cubicBezTo>
                <a:cubicBezTo>
                  <a:pt x="0" y="192"/>
                  <a:pt x="0" y="192"/>
                  <a:pt x="0" y="192"/>
                </a:cubicBezTo>
                <a:cubicBezTo>
                  <a:pt x="0" y="192"/>
                  <a:pt x="0" y="193"/>
                  <a:pt x="0" y="193"/>
                </a:cubicBezTo>
                <a:cubicBezTo>
                  <a:pt x="0" y="193"/>
                  <a:pt x="0" y="193"/>
                  <a:pt x="0" y="193"/>
                </a:cubicBezTo>
                <a:cubicBezTo>
                  <a:pt x="0" y="193"/>
                  <a:pt x="0" y="193"/>
                  <a:pt x="0" y="193"/>
                </a:cubicBezTo>
                <a:cubicBezTo>
                  <a:pt x="0" y="193"/>
                  <a:pt x="0" y="193"/>
                  <a:pt x="0" y="193"/>
                </a:cubicBezTo>
                <a:cubicBezTo>
                  <a:pt x="0" y="193"/>
                  <a:pt x="0" y="193"/>
                  <a:pt x="0" y="193"/>
                </a:cubicBezTo>
                <a:cubicBezTo>
                  <a:pt x="3" y="251"/>
                  <a:pt x="32" y="301"/>
                  <a:pt x="76" y="333"/>
                </a:cubicBezTo>
                <a:cubicBezTo>
                  <a:pt x="53" y="303"/>
                  <a:pt x="40" y="265"/>
                  <a:pt x="40" y="224"/>
                </a:cubicBezTo>
                <a:cubicBezTo>
                  <a:pt x="40" y="122"/>
                  <a:pt x="123" y="40"/>
                  <a:pt x="225" y="40"/>
                </a:cubicBezTo>
                <a:cubicBezTo>
                  <a:pt x="265" y="40"/>
                  <a:pt x="303" y="53"/>
                  <a:pt x="334" y="75"/>
                </a:cubicBezTo>
                <a:cubicBezTo>
                  <a:pt x="302" y="32"/>
                  <a:pt x="251" y="3"/>
                  <a:pt x="194" y="0"/>
                </a:cubicBezTo>
                <a:cubicBezTo>
                  <a:pt x="194" y="0"/>
                  <a:pt x="194" y="0"/>
                  <a:pt x="194" y="0"/>
                </a:cubicBezTo>
                <a:cubicBezTo>
                  <a:pt x="194" y="0"/>
                  <a:pt x="193" y="0"/>
                  <a:pt x="193" y="0"/>
                </a:cubicBezTo>
                <a:cubicBezTo>
                  <a:pt x="193" y="0"/>
                  <a:pt x="193" y="0"/>
                  <a:pt x="193" y="0"/>
                </a:cubicBezTo>
                <a:cubicBezTo>
                  <a:pt x="193" y="0"/>
                  <a:pt x="193" y="0"/>
                  <a:pt x="193" y="0"/>
                </a:cubicBezTo>
                <a:cubicBezTo>
                  <a:pt x="193" y="0"/>
                  <a:pt x="193" y="0"/>
                  <a:pt x="193" y="0"/>
                </a:cubicBezTo>
                <a:cubicBezTo>
                  <a:pt x="193" y="0"/>
                  <a:pt x="193" y="0"/>
                  <a:pt x="193" y="0"/>
                </a:cubicBezTo>
                <a:cubicBezTo>
                  <a:pt x="192" y="0"/>
                  <a:pt x="192" y="0"/>
                  <a:pt x="192" y="0"/>
                </a:cubicBezTo>
                <a:cubicBezTo>
                  <a:pt x="192" y="0"/>
                  <a:pt x="192" y="0"/>
                  <a:pt x="192" y="0"/>
                </a:cubicBezTo>
                <a:cubicBezTo>
                  <a:pt x="192" y="0"/>
                  <a:pt x="192" y="0"/>
                  <a:pt x="192" y="0"/>
                </a:cubicBezTo>
                <a:cubicBezTo>
                  <a:pt x="192" y="0"/>
                  <a:pt x="192" y="0"/>
                  <a:pt x="192" y="0"/>
                </a:cubicBezTo>
                <a:cubicBezTo>
                  <a:pt x="192" y="0"/>
                  <a:pt x="192" y="0"/>
                  <a:pt x="192" y="0"/>
                </a:cubicBezTo>
                <a:cubicBezTo>
                  <a:pt x="192" y="0"/>
                  <a:pt x="191" y="0"/>
                  <a:pt x="191" y="0"/>
                </a:cubicBezTo>
                <a:cubicBezTo>
                  <a:pt x="191" y="0"/>
                  <a:pt x="191" y="0"/>
                  <a:pt x="191" y="0"/>
                </a:cubicBezTo>
                <a:cubicBezTo>
                  <a:pt x="191" y="0"/>
                  <a:pt x="191" y="0"/>
                  <a:pt x="191" y="0"/>
                </a:cubicBezTo>
                <a:cubicBezTo>
                  <a:pt x="191" y="0"/>
                  <a:pt x="191" y="0"/>
                  <a:pt x="191" y="0"/>
                </a:cubicBezTo>
                <a:cubicBezTo>
                  <a:pt x="191" y="0"/>
                  <a:pt x="191" y="0"/>
                  <a:pt x="191" y="0"/>
                </a:cubicBezTo>
                <a:cubicBezTo>
                  <a:pt x="191" y="0"/>
                  <a:pt x="191" y="0"/>
                  <a:pt x="191" y="0"/>
                </a:cubicBezTo>
                <a:cubicBezTo>
                  <a:pt x="191" y="0"/>
                  <a:pt x="191" y="0"/>
                  <a:pt x="191" y="0"/>
                </a:cubicBezTo>
                <a:cubicBezTo>
                  <a:pt x="190" y="0"/>
                  <a:pt x="190" y="0"/>
                  <a:pt x="190" y="0"/>
                </a:cubicBezTo>
                <a:cubicBezTo>
                  <a:pt x="190" y="0"/>
                  <a:pt x="190" y="0"/>
                  <a:pt x="190" y="0"/>
                </a:cubicBezTo>
                <a:cubicBezTo>
                  <a:pt x="190" y="0"/>
                  <a:pt x="190" y="0"/>
                  <a:pt x="190" y="0"/>
                </a:cubicBezTo>
                <a:cubicBezTo>
                  <a:pt x="190" y="0"/>
                  <a:pt x="190" y="0"/>
                  <a:pt x="190" y="0"/>
                </a:cubicBezTo>
                <a:cubicBezTo>
                  <a:pt x="190" y="0"/>
                  <a:pt x="190" y="0"/>
                  <a:pt x="190" y="0"/>
                </a:cubicBezTo>
                <a:cubicBezTo>
                  <a:pt x="190" y="0"/>
                  <a:pt x="190" y="0"/>
                  <a:pt x="190" y="0"/>
                </a:cubicBezTo>
                <a:cubicBezTo>
                  <a:pt x="190" y="0"/>
                  <a:pt x="190" y="0"/>
                  <a:pt x="189" y="0"/>
                </a:cubicBezTo>
                <a:cubicBezTo>
                  <a:pt x="189" y="0"/>
                  <a:pt x="189" y="0"/>
                  <a:pt x="189" y="0"/>
                </a:cubicBezTo>
                <a:cubicBezTo>
                  <a:pt x="189" y="0"/>
                  <a:pt x="189" y="0"/>
                  <a:pt x="189" y="0"/>
                </a:cubicBezTo>
                <a:cubicBezTo>
                  <a:pt x="189" y="0"/>
                  <a:pt x="189" y="0"/>
                  <a:pt x="189" y="0"/>
                </a:cubicBezTo>
                <a:cubicBezTo>
                  <a:pt x="189" y="0"/>
                  <a:pt x="189" y="0"/>
                  <a:pt x="189" y="0"/>
                </a:cubicBezTo>
                <a:cubicBezTo>
                  <a:pt x="189" y="0"/>
                  <a:pt x="189" y="0"/>
                  <a:pt x="189" y="0"/>
                </a:cubicBezTo>
                <a:cubicBezTo>
                  <a:pt x="189" y="0"/>
                  <a:pt x="189" y="0"/>
                  <a:pt x="189" y="0"/>
                </a:cubicBezTo>
                <a:cubicBezTo>
                  <a:pt x="189" y="0"/>
                  <a:pt x="188" y="0"/>
                  <a:pt x="188" y="0"/>
                </a:cubicBezTo>
                <a:cubicBezTo>
                  <a:pt x="188" y="0"/>
                  <a:pt x="188" y="0"/>
                  <a:pt x="188" y="0"/>
                </a:cubicBezTo>
                <a:cubicBezTo>
                  <a:pt x="188" y="0"/>
                  <a:pt x="188" y="0"/>
                  <a:pt x="188" y="0"/>
                </a:cubicBezTo>
                <a:cubicBezTo>
                  <a:pt x="188" y="0"/>
                  <a:pt x="188" y="0"/>
                  <a:pt x="188" y="0"/>
                </a:cubicBezTo>
                <a:cubicBezTo>
                  <a:pt x="188" y="0"/>
                  <a:pt x="188" y="0"/>
                  <a:pt x="188" y="0"/>
                </a:cubicBezTo>
                <a:cubicBezTo>
                  <a:pt x="188" y="0"/>
                  <a:pt x="188" y="0"/>
                  <a:pt x="188" y="0"/>
                </a:cubicBezTo>
                <a:cubicBezTo>
                  <a:pt x="188" y="0"/>
                  <a:pt x="188" y="0"/>
                  <a:pt x="188" y="0"/>
                </a:cubicBezTo>
                <a:cubicBezTo>
                  <a:pt x="187" y="0"/>
                  <a:pt x="187" y="0"/>
                  <a:pt x="187" y="0"/>
                </a:cubicBezTo>
                <a:cubicBezTo>
                  <a:pt x="187" y="0"/>
                  <a:pt x="187" y="0"/>
                  <a:pt x="187" y="0"/>
                </a:cubicBezTo>
                <a:cubicBezTo>
                  <a:pt x="187" y="0"/>
                  <a:pt x="187" y="0"/>
                  <a:pt x="187" y="0"/>
                </a:cubicBezTo>
                <a:cubicBezTo>
                  <a:pt x="187" y="0"/>
                  <a:pt x="187" y="0"/>
                  <a:pt x="187" y="0"/>
                </a:cubicBezTo>
                <a:cubicBezTo>
                  <a:pt x="187" y="0"/>
                  <a:pt x="187" y="0"/>
                  <a:pt x="187" y="0"/>
                </a:cubicBezTo>
                <a:cubicBezTo>
                  <a:pt x="187" y="0"/>
                  <a:pt x="187" y="0"/>
                  <a:pt x="187" y="0"/>
                </a:cubicBezTo>
                <a:cubicBezTo>
                  <a:pt x="187" y="0"/>
                  <a:pt x="187" y="0"/>
                  <a:pt x="186" y="0"/>
                </a:cubicBezTo>
                <a:cubicBezTo>
                  <a:pt x="186" y="0"/>
                  <a:pt x="186" y="0"/>
                  <a:pt x="186" y="0"/>
                </a:cubicBezTo>
                <a:cubicBezTo>
                  <a:pt x="186" y="0"/>
                  <a:pt x="186" y="0"/>
                  <a:pt x="186" y="0"/>
                </a:cubicBezTo>
                <a:cubicBezTo>
                  <a:pt x="186" y="0"/>
                  <a:pt x="186" y="0"/>
                  <a:pt x="186" y="0"/>
                </a:cubicBezTo>
                <a:cubicBezTo>
                  <a:pt x="186" y="0"/>
                  <a:pt x="186" y="0"/>
                  <a:pt x="186" y="0"/>
                </a:cubicBezTo>
                <a:cubicBezTo>
                  <a:pt x="186" y="0"/>
                  <a:pt x="186" y="0"/>
                  <a:pt x="186" y="0"/>
                </a:cubicBezTo>
                <a:cubicBezTo>
                  <a:pt x="186" y="0"/>
                  <a:pt x="185" y="0"/>
                  <a:pt x="185" y="0"/>
                </a:cubicBezTo>
                <a:cubicBezTo>
                  <a:pt x="185" y="0"/>
                  <a:pt x="185" y="0"/>
                  <a:pt x="185" y="0"/>
                </a:cubicBezTo>
                <a:cubicBezTo>
                  <a:pt x="185" y="0"/>
                  <a:pt x="185" y="0"/>
                  <a:pt x="185" y="0"/>
                </a:cubicBezTo>
                <a:cubicBezTo>
                  <a:pt x="185" y="0"/>
                  <a:pt x="185" y="0"/>
                  <a:pt x="185" y="0"/>
                </a:cubicBezTo>
                <a:cubicBezTo>
                  <a:pt x="185" y="0"/>
                  <a:pt x="185" y="0"/>
                  <a:pt x="185" y="0"/>
                </a:cubicBezTo>
              </a:path>
            </a:pathLst>
          </a:custGeom>
          <a:solidFill>
            <a:srgbClr val="F49C1A"/>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 name="Freeform 48"/>
          <p:cNvSpPr>
            <a:spLocks noEditPoints="1"/>
          </p:cNvSpPr>
          <p:nvPr/>
        </p:nvSpPr>
        <p:spPr bwMode="auto">
          <a:xfrm>
            <a:off x="9426576" y="3873501"/>
            <a:ext cx="609600" cy="614363"/>
          </a:xfrm>
          <a:custGeom>
            <a:avLst/>
            <a:gdLst>
              <a:gd name="T0" fmla="*/ 1 w 125"/>
              <a:gd name="T1" fmla="*/ 126 h 126"/>
              <a:gd name="T2" fmla="*/ 1 w 125"/>
              <a:gd name="T3" fmla="*/ 125 h 126"/>
              <a:gd name="T4" fmla="*/ 0 w 125"/>
              <a:gd name="T5" fmla="*/ 125 h 126"/>
              <a:gd name="T6" fmla="*/ 0 w 125"/>
              <a:gd name="T7" fmla="*/ 124 h 126"/>
              <a:gd name="T8" fmla="*/ 0 w 125"/>
              <a:gd name="T9" fmla="*/ 124 h 126"/>
              <a:gd name="T10" fmla="*/ 0 w 125"/>
              <a:gd name="T11" fmla="*/ 124 h 126"/>
              <a:gd name="T12" fmla="*/ 0 w 125"/>
              <a:gd name="T13" fmla="*/ 123 h 126"/>
              <a:gd name="T14" fmla="*/ 0 w 125"/>
              <a:gd name="T15" fmla="*/ 123 h 126"/>
              <a:gd name="T16" fmla="*/ 0 w 125"/>
              <a:gd name="T17" fmla="*/ 123 h 126"/>
              <a:gd name="T18" fmla="*/ 0 w 125"/>
              <a:gd name="T19" fmla="*/ 122 h 126"/>
              <a:gd name="T20" fmla="*/ 0 w 125"/>
              <a:gd name="T21" fmla="*/ 122 h 126"/>
              <a:gd name="T22" fmla="*/ 0 w 125"/>
              <a:gd name="T23" fmla="*/ 122 h 126"/>
              <a:gd name="T24" fmla="*/ 0 w 125"/>
              <a:gd name="T25" fmla="*/ 122 h 126"/>
              <a:gd name="T26" fmla="*/ 0 w 125"/>
              <a:gd name="T27" fmla="*/ 121 h 126"/>
              <a:gd name="T28" fmla="*/ 0 w 125"/>
              <a:gd name="T29" fmla="*/ 121 h 126"/>
              <a:gd name="T30" fmla="*/ 0 w 125"/>
              <a:gd name="T31" fmla="*/ 121 h 126"/>
              <a:gd name="T32" fmla="*/ 0 w 125"/>
              <a:gd name="T33" fmla="*/ 121 h 126"/>
              <a:gd name="T34" fmla="*/ 0 w 125"/>
              <a:gd name="T35" fmla="*/ 120 h 126"/>
              <a:gd name="T36" fmla="*/ 0 w 125"/>
              <a:gd name="T37" fmla="*/ 120 h 126"/>
              <a:gd name="T38" fmla="*/ 0 w 125"/>
              <a:gd name="T39" fmla="*/ 120 h 126"/>
              <a:gd name="T40" fmla="*/ 0 w 125"/>
              <a:gd name="T41" fmla="*/ 120 h 126"/>
              <a:gd name="T42" fmla="*/ 0 w 125"/>
              <a:gd name="T43" fmla="*/ 119 h 126"/>
              <a:gd name="T44" fmla="*/ 0 w 125"/>
              <a:gd name="T45" fmla="*/ 119 h 126"/>
              <a:gd name="T46" fmla="*/ 0 w 125"/>
              <a:gd name="T47" fmla="*/ 119 h 126"/>
              <a:gd name="T48" fmla="*/ 0 w 125"/>
              <a:gd name="T49" fmla="*/ 119 h 126"/>
              <a:gd name="T50" fmla="*/ 0 w 125"/>
              <a:gd name="T51" fmla="*/ 118 h 126"/>
              <a:gd name="T52" fmla="*/ 125 w 125"/>
              <a:gd name="T53" fmla="*/ 0 h 126"/>
              <a:gd name="T54" fmla="*/ 125 w 125"/>
              <a:gd name="T55" fmla="*/ 0 h 126"/>
              <a:gd name="T56" fmla="*/ 124 w 125"/>
              <a:gd name="T57" fmla="*/ 0 h 126"/>
              <a:gd name="T58" fmla="*/ 124 w 125"/>
              <a:gd name="T59" fmla="*/ 0 h 126"/>
              <a:gd name="T60" fmla="*/ 123 w 125"/>
              <a:gd name="T61" fmla="*/ 0 h 126"/>
              <a:gd name="T62" fmla="*/ 123 w 125"/>
              <a:gd name="T63" fmla="*/ 0 h 126"/>
              <a:gd name="T64" fmla="*/ 123 w 125"/>
              <a:gd name="T65" fmla="*/ 0 h 126"/>
              <a:gd name="T66" fmla="*/ 122 w 125"/>
              <a:gd name="T67" fmla="*/ 0 h 126"/>
              <a:gd name="T68" fmla="*/ 122 w 125"/>
              <a:gd name="T69" fmla="*/ 0 h 126"/>
              <a:gd name="T70" fmla="*/ 122 w 125"/>
              <a:gd name="T71" fmla="*/ 0 h 126"/>
              <a:gd name="T72" fmla="*/ 122 w 125"/>
              <a:gd name="T73" fmla="*/ 0 h 126"/>
              <a:gd name="T74" fmla="*/ 121 w 125"/>
              <a:gd name="T75" fmla="*/ 0 h 126"/>
              <a:gd name="T76" fmla="*/ 121 w 125"/>
              <a:gd name="T77" fmla="*/ 0 h 126"/>
              <a:gd name="T78" fmla="*/ 121 w 125"/>
              <a:gd name="T79" fmla="*/ 0 h 126"/>
              <a:gd name="T80" fmla="*/ 121 w 125"/>
              <a:gd name="T81" fmla="*/ 0 h 126"/>
              <a:gd name="T82" fmla="*/ 120 w 125"/>
              <a:gd name="T83" fmla="*/ 0 h 126"/>
              <a:gd name="T84" fmla="*/ 120 w 125"/>
              <a:gd name="T85" fmla="*/ 0 h 126"/>
              <a:gd name="T86" fmla="*/ 120 w 125"/>
              <a:gd name="T87" fmla="*/ 0 h 126"/>
              <a:gd name="T88" fmla="*/ 120 w 125"/>
              <a:gd name="T89" fmla="*/ 0 h 126"/>
              <a:gd name="T90" fmla="*/ 120 w 125"/>
              <a:gd name="T91" fmla="*/ 0 h 126"/>
              <a:gd name="T92" fmla="*/ 119 w 125"/>
              <a:gd name="T93" fmla="*/ 0 h 126"/>
              <a:gd name="T94" fmla="*/ 119 w 125"/>
              <a:gd name="T95" fmla="*/ 0 h 126"/>
              <a:gd name="T96" fmla="*/ 119 w 125"/>
              <a:gd name="T97"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5" h="126">
                <a:moveTo>
                  <a:pt x="1" y="126"/>
                </a:moveTo>
                <a:cubicBezTo>
                  <a:pt x="1" y="126"/>
                  <a:pt x="1" y="126"/>
                  <a:pt x="1" y="126"/>
                </a:cubicBezTo>
                <a:cubicBezTo>
                  <a:pt x="1" y="126"/>
                  <a:pt x="1" y="126"/>
                  <a:pt x="1" y="126"/>
                </a:cubicBezTo>
                <a:moveTo>
                  <a:pt x="1" y="125"/>
                </a:moveTo>
                <a:cubicBezTo>
                  <a:pt x="1" y="125"/>
                  <a:pt x="1" y="125"/>
                  <a:pt x="1" y="125"/>
                </a:cubicBezTo>
                <a:cubicBezTo>
                  <a:pt x="1" y="125"/>
                  <a:pt x="1" y="125"/>
                  <a:pt x="1" y="125"/>
                </a:cubicBezTo>
                <a:moveTo>
                  <a:pt x="0" y="125"/>
                </a:moveTo>
                <a:cubicBezTo>
                  <a:pt x="0" y="125"/>
                  <a:pt x="0" y="125"/>
                  <a:pt x="0" y="125"/>
                </a:cubicBezTo>
                <a:cubicBezTo>
                  <a:pt x="0" y="125"/>
                  <a:pt x="0" y="125"/>
                  <a:pt x="0" y="125"/>
                </a:cubicBezTo>
                <a:moveTo>
                  <a:pt x="0" y="124"/>
                </a:moveTo>
                <a:cubicBezTo>
                  <a:pt x="0" y="124"/>
                  <a:pt x="0" y="124"/>
                  <a:pt x="0" y="124"/>
                </a:cubicBezTo>
                <a:cubicBezTo>
                  <a:pt x="0" y="124"/>
                  <a:pt x="0" y="124"/>
                  <a:pt x="0" y="124"/>
                </a:cubicBezTo>
                <a:moveTo>
                  <a:pt x="0" y="124"/>
                </a:moveTo>
                <a:cubicBezTo>
                  <a:pt x="0" y="124"/>
                  <a:pt x="0" y="124"/>
                  <a:pt x="0" y="124"/>
                </a:cubicBezTo>
                <a:cubicBezTo>
                  <a:pt x="0" y="124"/>
                  <a:pt x="0" y="124"/>
                  <a:pt x="0" y="124"/>
                </a:cubicBezTo>
                <a:moveTo>
                  <a:pt x="0" y="124"/>
                </a:moveTo>
                <a:cubicBezTo>
                  <a:pt x="0" y="124"/>
                  <a:pt x="0" y="124"/>
                  <a:pt x="0" y="124"/>
                </a:cubicBezTo>
                <a:cubicBezTo>
                  <a:pt x="0" y="124"/>
                  <a:pt x="0" y="124"/>
                  <a:pt x="0" y="124"/>
                </a:cubicBezTo>
                <a:moveTo>
                  <a:pt x="0" y="123"/>
                </a:moveTo>
                <a:cubicBezTo>
                  <a:pt x="0" y="123"/>
                  <a:pt x="0" y="123"/>
                  <a:pt x="0" y="123"/>
                </a:cubicBezTo>
                <a:cubicBezTo>
                  <a:pt x="0" y="123"/>
                  <a:pt x="0" y="123"/>
                  <a:pt x="0" y="123"/>
                </a:cubicBezTo>
                <a:moveTo>
                  <a:pt x="0" y="123"/>
                </a:moveTo>
                <a:cubicBezTo>
                  <a:pt x="0" y="123"/>
                  <a:pt x="0" y="123"/>
                  <a:pt x="0" y="123"/>
                </a:cubicBezTo>
                <a:cubicBezTo>
                  <a:pt x="0" y="123"/>
                  <a:pt x="0" y="123"/>
                  <a:pt x="0" y="123"/>
                </a:cubicBezTo>
                <a:moveTo>
                  <a:pt x="0" y="123"/>
                </a:moveTo>
                <a:cubicBezTo>
                  <a:pt x="0" y="123"/>
                  <a:pt x="0" y="123"/>
                  <a:pt x="0" y="123"/>
                </a:cubicBezTo>
                <a:cubicBezTo>
                  <a:pt x="0" y="123"/>
                  <a:pt x="0" y="123"/>
                  <a:pt x="0" y="123"/>
                </a:cubicBezTo>
                <a:moveTo>
                  <a:pt x="0" y="122"/>
                </a:moveTo>
                <a:cubicBezTo>
                  <a:pt x="0" y="122"/>
                  <a:pt x="0" y="122"/>
                  <a:pt x="0" y="123"/>
                </a:cubicBezTo>
                <a:cubicBezTo>
                  <a:pt x="0" y="122"/>
                  <a:pt x="0" y="122"/>
                  <a:pt x="0" y="122"/>
                </a:cubicBezTo>
                <a:moveTo>
                  <a:pt x="0" y="122"/>
                </a:moveTo>
                <a:cubicBezTo>
                  <a:pt x="0" y="122"/>
                  <a:pt x="0" y="122"/>
                  <a:pt x="0" y="122"/>
                </a:cubicBezTo>
                <a:cubicBezTo>
                  <a:pt x="0" y="122"/>
                  <a:pt x="0" y="122"/>
                  <a:pt x="0" y="122"/>
                </a:cubicBezTo>
                <a:moveTo>
                  <a:pt x="0" y="122"/>
                </a:moveTo>
                <a:cubicBezTo>
                  <a:pt x="0" y="122"/>
                  <a:pt x="0" y="122"/>
                  <a:pt x="0" y="122"/>
                </a:cubicBezTo>
                <a:cubicBezTo>
                  <a:pt x="0" y="122"/>
                  <a:pt x="0" y="122"/>
                  <a:pt x="0" y="122"/>
                </a:cubicBezTo>
                <a:moveTo>
                  <a:pt x="0" y="122"/>
                </a:moveTo>
                <a:cubicBezTo>
                  <a:pt x="0" y="122"/>
                  <a:pt x="0" y="122"/>
                  <a:pt x="0" y="122"/>
                </a:cubicBezTo>
                <a:cubicBezTo>
                  <a:pt x="0" y="122"/>
                  <a:pt x="0" y="122"/>
                  <a:pt x="0" y="122"/>
                </a:cubicBezTo>
                <a:moveTo>
                  <a:pt x="0" y="121"/>
                </a:moveTo>
                <a:cubicBezTo>
                  <a:pt x="0" y="121"/>
                  <a:pt x="0" y="121"/>
                  <a:pt x="0" y="121"/>
                </a:cubicBezTo>
                <a:cubicBezTo>
                  <a:pt x="0" y="121"/>
                  <a:pt x="0" y="121"/>
                  <a:pt x="0" y="121"/>
                </a:cubicBezTo>
                <a:moveTo>
                  <a:pt x="0" y="121"/>
                </a:moveTo>
                <a:cubicBezTo>
                  <a:pt x="0" y="121"/>
                  <a:pt x="0" y="121"/>
                  <a:pt x="0" y="121"/>
                </a:cubicBezTo>
                <a:cubicBezTo>
                  <a:pt x="0" y="121"/>
                  <a:pt x="0" y="121"/>
                  <a:pt x="0" y="121"/>
                </a:cubicBezTo>
                <a:moveTo>
                  <a:pt x="0" y="121"/>
                </a:moveTo>
                <a:cubicBezTo>
                  <a:pt x="0" y="121"/>
                  <a:pt x="0" y="121"/>
                  <a:pt x="0" y="121"/>
                </a:cubicBezTo>
                <a:cubicBezTo>
                  <a:pt x="0" y="121"/>
                  <a:pt x="0" y="121"/>
                  <a:pt x="0" y="121"/>
                </a:cubicBezTo>
                <a:moveTo>
                  <a:pt x="0" y="121"/>
                </a:moveTo>
                <a:cubicBezTo>
                  <a:pt x="0" y="121"/>
                  <a:pt x="0" y="121"/>
                  <a:pt x="0" y="121"/>
                </a:cubicBezTo>
                <a:cubicBezTo>
                  <a:pt x="0" y="121"/>
                  <a:pt x="0" y="121"/>
                  <a:pt x="0" y="121"/>
                </a:cubicBezTo>
                <a:moveTo>
                  <a:pt x="0" y="120"/>
                </a:moveTo>
                <a:cubicBezTo>
                  <a:pt x="0" y="120"/>
                  <a:pt x="0" y="120"/>
                  <a:pt x="0" y="120"/>
                </a:cubicBezTo>
                <a:cubicBezTo>
                  <a:pt x="0" y="120"/>
                  <a:pt x="0" y="120"/>
                  <a:pt x="0" y="120"/>
                </a:cubicBezTo>
                <a:moveTo>
                  <a:pt x="0" y="120"/>
                </a:moveTo>
                <a:cubicBezTo>
                  <a:pt x="0" y="120"/>
                  <a:pt x="0" y="120"/>
                  <a:pt x="0" y="120"/>
                </a:cubicBezTo>
                <a:cubicBezTo>
                  <a:pt x="0" y="120"/>
                  <a:pt x="0" y="120"/>
                  <a:pt x="0" y="120"/>
                </a:cubicBezTo>
                <a:moveTo>
                  <a:pt x="0" y="120"/>
                </a:moveTo>
                <a:cubicBezTo>
                  <a:pt x="0" y="120"/>
                  <a:pt x="0" y="120"/>
                  <a:pt x="0" y="120"/>
                </a:cubicBezTo>
                <a:cubicBezTo>
                  <a:pt x="0" y="120"/>
                  <a:pt x="0" y="120"/>
                  <a:pt x="0" y="120"/>
                </a:cubicBezTo>
                <a:moveTo>
                  <a:pt x="0" y="120"/>
                </a:moveTo>
                <a:cubicBezTo>
                  <a:pt x="0" y="120"/>
                  <a:pt x="0" y="120"/>
                  <a:pt x="0" y="120"/>
                </a:cubicBezTo>
                <a:cubicBezTo>
                  <a:pt x="0" y="120"/>
                  <a:pt x="0" y="120"/>
                  <a:pt x="0" y="120"/>
                </a:cubicBezTo>
                <a:moveTo>
                  <a:pt x="0" y="119"/>
                </a:moveTo>
                <a:cubicBezTo>
                  <a:pt x="0" y="119"/>
                  <a:pt x="0" y="119"/>
                  <a:pt x="0" y="119"/>
                </a:cubicBezTo>
                <a:cubicBezTo>
                  <a:pt x="0" y="119"/>
                  <a:pt x="0" y="119"/>
                  <a:pt x="0" y="119"/>
                </a:cubicBezTo>
                <a:moveTo>
                  <a:pt x="0" y="119"/>
                </a:moveTo>
                <a:cubicBezTo>
                  <a:pt x="0" y="119"/>
                  <a:pt x="0" y="119"/>
                  <a:pt x="0" y="119"/>
                </a:cubicBezTo>
                <a:cubicBezTo>
                  <a:pt x="0" y="119"/>
                  <a:pt x="0" y="119"/>
                  <a:pt x="0" y="119"/>
                </a:cubicBezTo>
                <a:moveTo>
                  <a:pt x="0" y="119"/>
                </a:moveTo>
                <a:cubicBezTo>
                  <a:pt x="0" y="119"/>
                  <a:pt x="0" y="119"/>
                  <a:pt x="0" y="119"/>
                </a:cubicBezTo>
                <a:cubicBezTo>
                  <a:pt x="0" y="119"/>
                  <a:pt x="0" y="119"/>
                  <a:pt x="0" y="119"/>
                </a:cubicBezTo>
                <a:moveTo>
                  <a:pt x="0" y="119"/>
                </a:moveTo>
                <a:cubicBezTo>
                  <a:pt x="0" y="119"/>
                  <a:pt x="0" y="119"/>
                  <a:pt x="0" y="119"/>
                </a:cubicBezTo>
                <a:cubicBezTo>
                  <a:pt x="0" y="119"/>
                  <a:pt x="0" y="119"/>
                  <a:pt x="0" y="119"/>
                </a:cubicBezTo>
                <a:moveTo>
                  <a:pt x="0" y="118"/>
                </a:moveTo>
                <a:cubicBezTo>
                  <a:pt x="0" y="118"/>
                  <a:pt x="0" y="118"/>
                  <a:pt x="0" y="119"/>
                </a:cubicBezTo>
                <a:cubicBezTo>
                  <a:pt x="0" y="118"/>
                  <a:pt x="0" y="118"/>
                  <a:pt x="0" y="118"/>
                </a:cubicBezTo>
                <a:moveTo>
                  <a:pt x="125" y="0"/>
                </a:moveTo>
                <a:cubicBezTo>
                  <a:pt x="125" y="0"/>
                  <a:pt x="125" y="0"/>
                  <a:pt x="125" y="0"/>
                </a:cubicBezTo>
                <a:cubicBezTo>
                  <a:pt x="125" y="0"/>
                  <a:pt x="125" y="0"/>
                  <a:pt x="125" y="0"/>
                </a:cubicBezTo>
                <a:moveTo>
                  <a:pt x="125" y="0"/>
                </a:moveTo>
                <a:cubicBezTo>
                  <a:pt x="125" y="0"/>
                  <a:pt x="125" y="0"/>
                  <a:pt x="125" y="0"/>
                </a:cubicBezTo>
                <a:cubicBezTo>
                  <a:pt x="125" y="0"/>
                  <a:pt x="125" y="0"/>
                  <a:pt x="125" y="0"/>
                </a:cubicBezTo>
                <a:moveTo>
                  <a:pt x="124" y="0"/>
                </a:moveTo>
                <a:cubicBezTo>
                  <a:pt x="124" y="0"/>
                  <a:pt x="124" y="0"/>
                  <a:pt x="124" y="0"/>
                </a:cubicBezTo>
                <a:cubicBezTo>
                  <a:pt x="124" y="0"/>
                  <a:pt x="124" y="0"/>
                  <a:pt x="124" y="0"/>
                </a:cubicBezTo>
                <a:moveTo>
                  <a:pt x="124" y="0"/>
                </a:moveTo>
                <a:cubicBezTo>
                  <a:pt x="124" y="0"/>
                  <a:pt x="124" y="0"/>
                  <a:pt x="124" y="0"/>
                </a:cubicBezTo>
                <a:cubicBezTo>
                  <a:pt x="124" y="0"/>
                  <a:pt x="124" y="0"/>
                  <a:pt x="124" y="0"/>
                </a:cubicBezTo>
                <a:moveTo>
                  <a:pt x="123" y="0"/>
                </a:moveTo>
                <a:cubicBezTo>
                  <a:pt x="123" y="0"/>
                  <a:pt x="123" y="0"/>
                  <a:pt x="123" y="0"/>
                </a:cubicBezTo>
                <a:cubicBezTo>
                  <a:pt x="123" y="0"/>
                  <a:pt x="123" y="0"/>
                  <a:pt x="123" y="0"/>
                </a:cubicBezTo>
                <a:moveTo>
                  <a:pt x="123" y="0"/>
                </a:moveTo>
                <a:cubicBezTo>
                  <a:pt x="123" y="0"/>
                  <a:pt x="123" y="0"/>
                  <a:pt x="123" y="0"/>
                </a:cubicBezTo>
                <a:cubicBezTo>
                  <a:pt x="123" y="0"/>
                  <a:pt x="123" y="0"/>
                  <a:pt x="123" y="0"/>
                </a:cubicBezTo>
                <a:moveTo>
                  <a:pt x="123" y="0"/>
                </a:moveTo>
                <a:cubicBezTo>
                  <a:pt x="123" y="0"/>
                  <a:pt x="123" y="0"/>
                  <a:pt x="123" y="0"/>
                </a:cubicBezTo>
                <a:cubicBezTo>
                  <a:pt x="123" y="0"/>
                  <a:pt x="123" y="0"/>
                  <a:pt x="123" y="0"/>
                </a:cubicBezTo>
                <a:moveTo>
                  <a:pt x="122" y="0"/>
                </a:moveTo>
                <a:cubicBezTo>
                  <a:pt x="122" y="0"/>
                  <a:pt x="122" y="0"/>
                  <a:pt x="122" y="0"/>
                </a:cubicBezTo>
                <a:cubicBezTo>
                  <a:pt x="122" y="0"/>
                  <a:pt x="122" y="0"/>
                  <a:pt x="122" y="0"/>
                </a:cubicBezTo>
                <a:moveTo>
                  <a:pt x="122" y="0"/>
                </a:moveTo>
                <a:cubicBezTo>
                  <a:pt x="122" y="0"/>
                  <a:pt x="122" y="0"/>
                  <a:pt x="122" y="0"/>
                </a:cubicBezTo>
                <a:cubicBezTo>
                  <a:pt x="122" y="0"/>
                  <a:pt x="122" y="0"/>
                  <a:pt x="122" y="0"/>
                </a:cubicBezTo>
                <a:moveTo>
                  <a:pt x="122" y="0"/>
                </a:moveTo>
                <a:cubicBezTo>
                  <a:pt x="122" y="0"/>
                  <a:pt x="122" y="0"/>
                  <a:pt x="122" y="0"/>
                </a:cubicBezTo>
                <a:cubicBezTo>
                  <a:pt x="122" y="0"/>
                  <a:pt x="122" y="0"/>
                  <a:pt x="122" y="0"/>
                </a:cubicBezTo>
                <a:moveTo>
                  <a:pt x="122" y="0"/>
                </a:moveTo>
                <a:cubicBezTo>
                  <a:pt x="122" y="0"/>
                  <a:pt x="122" y="0"/>
                  <a:pt x="122" y="0"/>
                </a:cubicBezTo>
                <a:cubicBezTo>
                  <a:pt x="122" y="0"/>
                  <a:pt x="122" y="0"/>
                  <a:pt x="122" y="0"/>
                </a:cubicBezTo>
                <a:moveTo>
                  <a:pt x="121" y="0"/>
                </a:moveTo>
                <a:cubicBezTo>
                  <a:pt x="121" y="0"/>
                  <a:pt x="121" y="0"/>
                  <a:pt x="121" y="0"/>
                </a:cubicBezTo>
                <a:cubicBezTo>
                  <a:pt x="121" y="0"/>
                  <a:pt x="121" y="0"/>
                  <a:pt x="121" y="0"/>
                </a:cubicBezTo>
                <a:moveTo>
                  <a:pt x="121" y="0"/>
                </a:moveTo>
                <a:cubicBezTo>
                  <a:pt x="121" y="0"/>
                  <a:pt x="121" y="0"/>
                  <a:pt x="121" y="0"/>
                </a:cubicBezTo>
                <a:cubicBezTo>
                  <a:pt x="121" y="0"/>
                  <a:pt x="121" y="0"/>
                  <a:pt x="121" y="0"/>
                </a:cubicBezTo>
                <a:moveTo>
                  <a:pt x="121" y="0"/>
                </a:moveTo>
                <a:cubicBezTo>
                  <a:pt x="121" y="0"/>
                  <a:pt x="121" y="0"/>
                  <a:pt x="121" y="0"/>
                </a:cubicBezTo>
                <a:cubicBezTo>
                  <a:pt x="121" y="0"/>
                  <a:pt x="121" y="0"/>
                  <a:pt x="121" y="0"/>
                </a:cubicBezTo>
                <a:moveTo>
                  <a:pt x="121" y="0"/>
                </a:moveTo>
                <a:cubicBezTo>
                  <a:pt x="121" y="0"/>
                  <a:pt x="121" y="0"/>
                  <a:pt x="121" y="0"/>
                </a:cubicBezTo>
                <a:cubicBezTo>
                  <a:pt x="121" y="0"/>
                  <a:pt x="121" y="0"/>
                  <a:pt x="121" y="0"/>
                </a:cubicBezTo>
                <a:moveTo>
                  <a:pt x="120" y="0"/>
                </a:moveTo>
                <a:cubicBezTo>
                  <a:pt x="120" y="0"/>
                  <a:pt x="120" y="0"/>
                  <a:pt x="120" y="0"/>
                </a:cubicBezTo>
                <a:cubicBezTo>
                  <a:pt x="120" y="0"/>
                  <a:pt x="120" y="0"/>
                  <a:pt x="120" y="0"/>
                </a:cubicBezTo>
                <a:moveTo>
                  <a:pt x="120" y="0"/>
                </a:moveTo>
                <a:cubicBezTo>
                  <a:pt x="120" y="0"/>
                  <a:pt x="120" y="0"/>
                  <a:pt x="120" y="0"/>
                </a:cubicBezTo>
                <a:cubicBezTo>
                  <a:pt x="120" y="0"/>
                  <a:pt x="120" y="0"/>
                  <a:pt x="120" y="0"/>
                </a:cubicBezTo>
                <a:moveTo>
                  <a:pt x="120" y="0"/>
                </a:moveTo>
                <a:cubicBezTo>
                  <a:pt x="120" y="0"/>
                  <a:pt x="120" y="0"/>
                  <a:pt x="120" y="0"/>
                </a:cubicBezTo>
                <a:cubicBezTo>
                  <a:pt x="120" y="0"/>
                  <a:pt x="120" y="0"/>
                  <a:pt x="120" y="0"/>
                </a:cubicBezTo>
                <a:moveTo>
                  <a:pt x="120" y="0"/>
                </a:moveTo>
                <a:cubicBezTo>
                  <a:pt x="120" y="0"/>
                  <a:pt x="120" y="0"/>
                  <a:pt x="120" y="0"/>
                </a:cubicBezTo>
                <a:cubicBezTo>
                  <a:pt x="120" y="0"/>
                  <a:pt x="120" y="0"/>
                  <a:pt x="120" y="0"/>
                </a:cubicBezTo>
                <a:moveTo>
                  <a:pt x="120" y="0"/>
                </a:moveTo>
                <a:cubicBezTo>
                  <a:pt x="120" y="0"/>
                  <a:pt x="120" y="0"/>
                  <a:pt x="120" y="0"/>
                </a:cubicBezTo>
                <a:cubicBezTo>
                  <a:pt x="120" y="0"/>
                  <a:pt x="120" y="0"/>
                  <a:pt x="120" y="0"/>
                </a:cubicBezTo>
                <a:moveTo>
                  <a:pt x="119" y="0"/>
                </a:moveTo>
                <a:cubicBezTo>
                  <a:pt x="119" y="0"/>
                  <a:pt x="119" y="0"/>
                  <a:pt x="119" y="0"/>
                </a:cubicBezTo>
                <a:cubicBezTo>
                  <a:pt x="119" y="0"/>
                  <a:pt x="119" y="0"/>
                  <a:pt x="119" y="0"/>
                </a:cubicBezTo>
                <a:moveTo>
                  <a:pt x="119" y="0"/>
                </a:moveTo>
                <a:cubicBezTo>
                  <a:pt x="119" y="0"/>
                  <a:pt x="119" y="0"/>
                  <a:pt x="119" y="0"/>
                </a:cubicBezTo>
                <a:cubicBezTo>
                  <a:pt x="119" y="0"/>
                  <a:pt x="119" y="0"/>
                  <a:pt x="119" y="0"/>
                </a:cubicBezTo>
                <a:moveTo>
                  <a:pt x="119" y="0"/>
                </a:moveTo>
                <a:cubicBezTo>
                  <a:pt x="119" y="0"/>
                  <a:pt x="119" y="0"/>
                  <a:pt x="119" y="0"/>
                </a:cubicBezTo>
                <a:cubicBezTo>
                  <a:pt x="119" y="0"/>
                  <a:pt x="119" y="0"/>
                  <a:pt x="119" y="0"/>
                </a:cubicBezTo>
              </a:path>
            </a:pathLst>
          </a:custGeom>
          <a:solidFill>
            <a:srgbClr val="B0BB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 name="Freeform 49"/>
          <p:cNvSpPr>
            <a:spLocks/>
          </p:cNvSpPr>
          <p:nvPr/>
        </p:nvSpPr>
        <p:spPr bwMode="auto">
          <a:xfrm>
            <a:off x="9426576" y="3873501"/>
            <a:ext cx="1054100" cy="1054100"/>
          </a:xfrm>
          <a:custGeom>
            <a:avLst/>
            <a:gdLst>
              <a:gd name="T0" fmla="*/ 96 w 216"/>
              <a:gd name="T1" fmla="*/ 2 h 216"/>
              <a:gd name="T2" fmla="*/ 2 w 216"/>
              <a:gd name="T3" fmla="*/ 96 h 216"/>
              <a:gd name="T4" fmla="*/ 0 w 216"/>
              <a:gd name="T5" fmla="*/ 118 h 216"/>
              <a:gd name="T6" fmla="*/ 0 w 216"/>
              <a:gd name="T7" fmla="*/ 119 h 216"/>
              <a:gd name="T8" fmla="*/ 0 w 216"/>
              <a:gd name="T9" fmla="*/ 119 h 216"/>
              <a:gd name="T10" fmla="*/ 0 w 216"/>
              <a:gd name="T11" fmla="*/ 119 h 216"/>
              <a:gd name="T12" fmla="*/ 0 w 216"/>
              <a:gd name="T13" fmla="*/ 119 h 216"/>
              <a:gd name="T14" fmla="*/ 0 w 216"/>
              <a:gd name="T15" fmla="*/ 119 h 216"/>
              <a:gd name="T16" fmla="*/ 0 w 216"/>
              <a:gd name="T17" fmla="*/ 120 h 216"/>
              <a:gd name="T18" fmla="*/ 0 w 216"/>
              <a:gd name="T19" fmla="*/ 120 h 216"/>
              <a:gd name="T20" fmla="*/ 0 w 216"/>
              <a:gd name="T21" fmla="*/ 120 h 216"/>
              <a:gd name="T22" fmla="*/ 0 w 216"/>
              <a:gd name="T23" fmla="*/ 120 h 216"/>
              <a:gd name="T24" fmla="*/ 0 w 216"/>
              <a:gd name="T25" fmla="*/ 121 h 216"/>
              <a:gd name="T26" fmla="*/ 0 w 216"/>
              <a:gd name="T27" fmla="*/ 121 h 216"/>
              <a:gd name="T28" fmla="*/ 0 w 216"/>
              <a:gd name="T29" fmla="*/ 121 h 216"/>
              <a:gd name="T30" fmla="*/ 0 w 216"/>
              <a:gd name="T31" fmla="*/ 121 h 216"/>
              <a:gd name="T32" fmla="*/ 0 w 216"/>
              <a:gd name="T33" fmla="*/ 122 h 216"/>
              <a:gd name="T34" fmla="*/ 0 w 216"/>
              <a:gd name="T35" fmla="*/ 122 h 216"/>
              <a:gd name="T36" fmla="*/ 0 w 216"/>
              <a:gd name="T37" fmla="*/ 122 h 216"/>
              <a:gd name="T38" fmla="*/ 0 w 216"/>
              <a:gd name="T39" fmla="*/ 123 h 216"/>
              <a:gd name="T40" fmla="*/ 0 w 216"/>
              <a:gd name="T41" fmla="*/ 123 h 216"/>
              <a:gd name="T42" fmla="*/ 0 w 216"/>
              <a:gd name="T43" fmla="*/ 123 h 216"/>
              <a:gd name="T44" fmla="*/ 0 w 216"/>
              <a:gd name="T45" fmla="*/ 123 h 216"/>
              <a:gd name="T46" fmla="*/ 0 w 216"/>
              <a:gd name="T47" fmla="*/ 124 h 216"/>
              <a:gd name="T48" fmla="*/ 0 w 216"/>
              <a:gd name="T49" fmla="*/ 124 h 216"/>
              <a:gd name="T50" fmla="*/ 0 w 216"/>
              <a:gd name="T51" fmla="*/ 124 h 216"/>
              <a:gd name="T52" fmla="*/ 0 w 216"/>
              <a:gd name="T53" fmla="*/ 125 h 216"/>
              <a:gd name="T54" fmla="*/ 1 w 216"/>
              <a:gd name="T55" fmla="*/ 125 h 216"/>
              <a:gd name="T56" fmla="*/ 1 w 216"/>
              <a:gd name="T57" fmla="*/ 126 h 216"/>
              <a:gd name="T58" fmla="*/ 31 w 216"/>
              <a:gd name="T59" fmla="*/ 149 h 216"/>
              <a:gd name="T60" fmla="*/ 216 w 216"/>
              <a:gd name="T61" fmla="*/ 51 h 216"/>
              <a:gd name="T62" fmla="*/ 125 w 216"/>
              <a:gd name="T63" fmla="*/ 0 h 216"/>
              <a:gd name="T64" fmla="*/ 125 w 216"/>
              <a:gd name="T65" fmla="*/ 0 h 216"/>
              <a:gd name="T66" fmla="*/ 124 w 216"/>
              <a:gd name="T67" fmla="*/ 0 h 216"/>
              <a:gd name="T68" fmla="*/ 124 w 216"/>
              <a:gd name="T69" fmla="*/ 0 h 216"/>
              <a:gd name="T70" fmla="*/ 123 w 216"/>
              <a:gd name="T71" fmla="*/ 0 h 216"/>
              <a:gd name="T72" fmla="*/ 123 w 216"/>
              <a:gd name="T73" fmla="*/ 0 h 216"/>
              <a:gd name="T74" fmla="*/ 123 w 216"/>
              <a:gd name="T75" fmla="*/ 0 h 216"/>
              <a:gd name="T76" fmla="*/ 122 w 216"/>
              <a:gd name="T77" fmla="*/ 0 h 216"/>
              <a:gd name="T78" fmla="*/ 122 w 216"/>
              <a:gd name="T79" fmla="*/ 0 h 216"/>
              <a:gd name="T80" fmla="*/ 122 w 216"/>
              <a:gd name="T81" fmla="*/ 0 h 216"/>
              <a:gd name="T82" fmla="*/ 122 w 216"/>
              <a:gd name="T83" fmla="*/ 0 h 216"/>
              <a:gd name="T84" fmla="*/ 121 w 216"/>
              <a:gd name="T85" fmla="*/ 0 h 216"/>
              <a:gd name="T86" fmla="*/ 121 w 216"/>
              <a:gd name="T87" fmla="*/ 0 h 216"/>
              <a:gd name="T88" fmla="*/ 121 w 216"/>
              <a:gd name="T89" fmla="*/ 0 h 216"/>
              <a:gd name="T90" fmla="*/ 121 w 216"/>
              <a:gd name="T91" fmla="*/ 0 h 216"/>
              <a:gd name="T92" fmla="*/ 120 w 216"/>
              <a:gd name="T93" fmla="*/ 0 h 216"/>
              <a:gd name="T94" fmla="*/ 120 w 216"/>
              <a:gd name="T95" fmla="*/ 0 h 216"/>
              <a:gd name="T96" fmla="*/ 120 w 216"/>
              <a:gd name="T97" fmla="*/ 0 h 216"/>
              <a:gd name="T98" fmla="*/ 120 w 216"/>
              <a:gd name="T99" fmla="*/ 0 h 216"/>
              <a:gd name="T100" fmla="*/ 120 w 216"/>
              <a:gd name="T101" fmla="*/ 0 h 216"/>
              <a:gd name="T102" fmla="*/ 119 w 216"/>
              <a:gd name="T103" fmla="*/ 0 h 216"/>
              <a:gd name="T104" fmla="*/ 119 w 216"/>
              <a:gd name="T105" fmla="*/ 0 h 216"/>
              <a:gd name="T106" fmla="*/ 119 w 216"/>
              <a:gd name="T107" fmla="*/ 0 h 216"/>
              <a:gd name="T108" fmla="*/ 119 w 216"/>
              <a:gd name="T109" fmla="*/ 0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6" h="216">
                <a:moveTo>
                  <a:pt x="119" y="0"/>
                </a:moveTo>
                <a:cubicBezTo>
                  <a:pt x="111" y="0"/>
                  <a:pt x="103" y="1"/>
                  <a:pt x="96" y="2"/>
                </a:cubicBezTo>
                <a:cubicBezTo>
                  <a:pt x="96" y="2"/>
                  <a:pt x="96" y="2"/>
                  <a:pt x="96" y="2"/>
                </a:cubicBezTo>
                <a:cubicBezTo>
                  <a:pt x="49" y="11"/>
                  <a:pt x="12" y="48"/>
                  <a:pt x="2" y="96"/>
                </a:cubicBezTo>
                <a:cubicBezTo>
                  <a:pt x="2" y="96"/>
                  <a:pt x="2" y="96"/>
                  <a:pt x="2" y="96"/>
                </a:cubicBezTo>
                <a:cubicBezTo>
                  <a:pt x="1" y="103"/>
                  <a:pt x="0" y="111"/>
                  <a:pt x="0" y="118"/>
                </a:cubicBezTo>
                <a:cubicBezTo>
                  <a:pt x="0" y="118"/>
                  <a:pt x="0" y="118"/>
                  <a:pt x="0" y="118"/>
                </a:cubicBezTo>
                <a:cubicBezTo>
                  <a:pt x="0" y="118"/>
                  <a:pt x="0" y="118"/>
                  <a:pt x="0" y="119"/>
                </a:cubicBezTo>
                <a:cubicBezTo>
                  <a:pt x="0" y="119"/>
                  <a:pt x="0" y="119"/>
                  <a:pt x="0" y="119"/>
                </a:cubicBezTo>
                <a:cubicBezTo>
                  <a:pt x="0" y="119"/>
                  <a:pt x="0" y="119"/>
                  <a:pt x="0" y="119"/>
                </a:cubicBezTo>
                <a:cubicBezTo>
                  <a:pt x="0" y="119"/>
                  <a:pt x="0" y="119"/>
                  <a:pt x="0" y="119"/>
                </a:cubicBezTo>
                <a:cubicBezTo>
                  <a:pt x="0" y="119"/>
                  <a:pt x="0" y="119"/>
                  <a:pt x="0" y="119"/>
                </a:cubicBezTo>
                <a:cubicBezTo>
                  <a:pt x="0" y="119"/>
                  <a:pt x="0" y="119"/>
                  <a:pt x="0" y="119"/>
                </a:cubicBezTo>
                <a:cubicBezTo>
                  <a:pt x="0" y="119"/>
                  <a:pt x="0" y="119"/>
                  <a:pt x="0" y="119"/>
                </a:cubicBezTo>
                <a:cubicBezTo>
                  <a:pt x="0" y="119"/>
                  <a:pt x="0" y="119"/>
                  <a:pt x="0" y="119"/>
                </a:cubicBezTo>
                <a:cubicBezTo>
                  <a:pt x="0" y="119"/>
                  <a:pt x="0" y="119"/>
                  <a:pt x="0" y="119"/>
                </a:cubicBezTo>
                <a:cubicBezTo>
                  <a:pt x="0" y="120"/>
                  <a:pt x="0" y="120"/>
                  <a:pt x="0" y="120"/>
                </a:cubicBezTo>
                <a:cubicBezTo>
                  <a:pt x="0" y="120"/>
                  <a:pt x="0" y="120"/>
                  <a:pt x="0" y="120"/>
                </a:cubicBezTo>
                <a:cubicBezTo>
                  <a:pt x="0" y="120"/>
                  <a:pt x="0" y="120"/>
                  <a:pt x="0" y="120"/>
                </a:cubicBezTo>
                <a:cubicBezTo>
                  <a:pt x="0" y="120"/>
                  <a:pt x="0" y="120"/>
                  <a:pt x="0" y="120"/>
                </a:cubicBezTo>
                <a:cubicBezTo>
                  <a:pt x="0" y="120"/>
                  <a:pt x="0" y="120"/>
                  <a:pt x="0" y="120"/>
                </a:cubicBezTo>
                <a:cubicBezTo>
                  <a:pt x="0" y="120"/>
                  <a:pt x="0" y="120"/>
                  <a:pt x="0" y="120"/>
                </a:cubicBezTo>
                <a:cubicBezTo>
                  <a:pt x="0" y="120"/>
                  <a:pt x="0" y="120"/>
                  <a:pt x="0" y="120"/>
                </a:cubicBezTo>
                <a:cubicBezTo>
                  <a:pt x="0" y="120"/>
                  <a:pt x="0" y="120"/>
                  <a:pt x="0" y="120"/>
                </a:cubicBezTo>
                <a:cubicBezTo>
                  <a:pt x="0" y="120"/>
                  <a:pt x="0" y="121"/>
                  <a:pt x="0" y="121"/>
                </a:cubicBezTo>
                <a:cubicBezTo>
                  <a:pt x="0" y="121"/>
                  <a:pt x="0" y="121"/>
                  <a:pt x="0" y="121"/>
                </a:cubicBezTo>
                <a:cubicBezTo>
                  <a:pt x="0" y="121"/>
                  <a:pt x="0" y="121"/>
                  <a:pt x="0" y="121"/>
                </a:cubicBezTo>
                <a:cubicBezTo>
                  <a:pt x="0" y="121"/>
                  <a:pt x="0" y="121"/>
                  <a:pt x="0" y="121"/>
                </a:cubicBezTo>
                <a:cubicBezTo>
                  <a:pt x="0" y="121"/>
                  <a:pt x="0" y="121"/>
                  <a:pt x="0" y="121"/>
                </a:cubicBezTo>
                <a:cubicBezTo>
                  <a:pt x="0" y="121"/>
                  <a:pt x="0" y="121"/>
                  <a:pt x="0" y="121"/>
                </a:cubicBezTo>
                <a:cubicBezTo>
                  <a:pt x="0" y="121"/>
                  <a:pt x="0" y="121"/>
                  <a:pt x="0" y="121"/>
                </a:cubicBezTo>
                <a:cubicBezTo>
                  <a:pt x="0" y="121"/>
                  <a:pt x="0" y="121"/>
                  <a:pt x="0" y="121"/>
                </a:cubicBezTo>
                <a:cubicBezTo>
                  <a:pt x="0" y="121"/>
                  <a:pt x="0" y="121"/>
                  <a:pt x="0" y="122"/>
                </a:cubicBezTo>
                <a:cubicBezTo>
                  <a:pt x="0" y="122"/>
                  <a:pt x="0" y="122"/>
                  <a:pt x="0" y="122"/>
                </a:cubicBezTo>
                <a:cubicBezTo>
                  <a:pt x="0" y="122"/>
                  <a:pt x="0" y="122"/>
                  <a:pt x="0" y="122"/>
                </a:cubicBezTo>
                <a:cubicBezTo>
                  <a:pt x="0" y="122"/>
                  <a:pt x="0" y="122"/>
                  <a:pt x="0" y="122"/>
                </a:cubicBezTo>
                <a:cubicBezTo>
                  <a:pt x="0" y="122"/>
                  <a:pt x="0" y="122"/>
                  <a:pt x="0" y="122"/>
                </a:cubicBezTo>
                <a:cubicBezTo>
                  <a:pt x="0" y="122"/>
                  <a:pt x="0" y="122"/>
                  <a:pt x="0" y="122"/>
                </a:cubicBezTo>
                <a:cubicBezTo>
                  <a:pt x="0" y="122"/>
                  <a:pt x="0" y="122"/>
                  <a:pt x="0" y="122"/>
                </a:cubicBezTo>
                <a:cubicBezTo>
                  <a:pt x="0" y="122"/>
                  <a:pt x="0" y="122"/>
                  <a:pt x="0" y="123"/>
                </a:cubicBezTo>
                <a:cubicBezTo>
                  <a:pt x="0" y="123"/>
                  <a:pt x="0" y="123"/>
                  <a:pt x="0" y="123"/>
                </a:cubicBezTo>
                <a:cubicBezTo>
                  <a:pt x="0" y="123"/>
                  <a:pt x="0" y="123"/>
                  <a:pt x="0" y="123"/>
                </a:cubicBezTo>
                <a:cubicBezTo>
                  <a:pt x="0" y="123"/>
                  <a:pt x="0" y="123"/>
                  <a:pt x="0" y="123"/>
                </a:cubicBezTo>
                <a:cubicBezTo>
                  <a:pt x="0" y="123"/>
                  <a:pt x="0" y="123"/>
                  <a:pt x="0" y="123"/>
                </a:cubicBezTo>
                <a:cubicBezTo>
                  <a:pt x="0" y="123"/>
                  <a:pt x="0" y="123"/>
                  <a:pt x="0" y="123"/>
                </a:cubicBezTo>
                <a:cubicBezTo>
                  <a:pt x="0" y="123"/>
                  <a:pt x="0" y="123"/>
                  <a:pt x="0" y="123"/>
                </a:cubicBezTo>
                <a:cubicBezTo>
                  <a:pt x="0" y="124"/>
                  <a:pt x="0" y="124"/>
                  <a:pt x="0" y="124"/>
                </a:cubicBezTo>
                <a:cubicBezTo>
                  <a:pt x="0" y="124"/>
                  <a:pt x="0" y="124"/>
                  <a:pt x="0" y="124"/>
                </a:cubicBezTo>
                <a:cubicBezTo>
                  <a:pt x="0" y="124"/>
                  <a:pt x="0" y="124"/>
                  <a:pt x="0" y="124"/>
                </a:cubicBezTo>
                <a:cubicBezTo>
                  <a:pt x="0" y="124"/>
                  <a:pt x="0" y="124"/>
                  <a:pt x="0" y="124"/>
                </a:cubicBezTo>
                <a:cubicBezTo>
                  <a:pt x="0" y="124"/>
                  <a:pt x="0" y="124"/>
                  <a:pt x="0" y="124"/>
                </a:cubicBezTo>
                <a:cubicBezTo>
                  <a:pt x="0" y="124"/>
                  <a:pt x="0" y="124"/>
                  <a:pt x="0" y="124"/>
                </a:cubicBezTo>
                <a:cubicBezTo>
                  <a:pt x="0" y="124"/>
                  <a:pt x="0" y="125"/>
                  <a:pt x="0" y="125"/>
                </a:cubicBezTo>
                <a:cubicBezTo>
                  <a:pt x="0" y="125"/>
                  <a:pt x="0" y="125"/>
                  <a:pt x="0" y="125"/>
                </a:cubicBezTo>
                <a:cubicBezTo>
                  <a:pt x="1" y="125"/>
                  <a:pt x="1" y="125"/>
                  <a:pt x="1" y="125"/>
                </a:cubicBezTo>
                <a:cubicBezTo>
                  <a:pt x="1" y="125"/>
                  <a:pt x="1" y="125"/>
                  <a:pt x="1" y="125"/>
                </a:cubicBezTo>
                <a:cubicBezTo>
                  <a:pt x="1" y="125"/>
                  <a:pt x="1" y="125"/>
                  <a:pt x="1" y="126"/>
                </a:cubicBezTo>
                <a:cubicBezTo>
                  <a:pt x="1" y="126"/>
                  <a:pt x="1" y="126"/>
                  <a:pt x="1" y="126"/>
                </a:cubicBezTo>
                <a:cubicBezTo>
                  <a:pt x="3" y="163"/>
                  <a:pt x="23" y="196"/>
                  <a:pt x="52" y="216"/>
                </a:cubicBezTo>
                <a:cubicBezTo>
                  <a:pt x="39" y="197"/>
                  <a:pt x="31" y="174"/>
                  <a:pt x="31" y="149"/>
                </a:cubicBezTo>
                <a:cubicBezTo>
                  <a:pt x="31" y="84"/>
                  <a:pt x="84" y="31"/>
                  <a:pt x="149" y="31"/>
                </a:cubicBezTo>
                <a:cubicBezTo>
                  <a:pt x="174" y="31"/>
                  <a:pt x="197" y="38"/>
                  <a:pt x="216" y="51"/>
                </a:cubicBezTo>
                <a:cubicBezTo>
                  <a:pt x="196" y="22"/>
                  <a:pt x="163" y="2"/>
                  <a:pt x="125" y="0"/>
                </a:cubicBezTo>
                <a:cubicBezTo>
                  <a:pt x="125" y="0"/>
                  <a:pt x="125" y="0"/>
                  <a:pt x="125" y="0"/>
                </a:cubicBezTo>
                <a:cubicBezTo>
                  <a:pt x="125" y="0"/>
                  <a:pt x="125" y="0"/>
                  <a:pt x="125" y="0"/>
                </a:cubicBezTo>
                <a:cubicBezTo>
                  <a:pt x="125" y="0"/>
                  <a:pt x="125" y="0"/>
                  <a:pt x="125" y="0"/>
                </a:cubicBezTo>
                <a:cubicBezTo>
                  <a:pt x="124" y="0"/>
                  <a:pt x="124" y="0"/>
                  <a:pt x="124" y="0"/>
                </a:cubicBezTo>
                <a:cubicBezTo>
                  <a:pt x="124" y="0"/>
                  <a:pt x="124" y="0"/>
                  <a:pt x="124" y="0"/>
                </a:cubicBezTo>
                <a:cubicBezTo>
                  <a:pt x="124" y="0"/>
                  <a:pt x="124" y="0"/>
                  <a:pt x="124" y="0"/>
                </a:cubicBezTo>
                <a:cubicBezTo>
                  <a:pt x="124" y="0"/>
                  <a:pt x="124" y="0"/>
                  <a:pt x="124" y="0"/>
                </a:cubicBezTo>
                <a:cubicBezTo>
                  <a:pt x="124" y="0"/>
                  <a:pt x="123" y="0"/>
                  <a:pt x="123" y="0"/>
                </a:cubicBezTo>
                <a:cubicBezTo>
                  <a:pt x="123" y="0"/>
                  <a:pt x="123" y="0"/>
                  <a:pt x="123" y="0"/>
                </a:cubicBezTo>
                <a:cubicBezTo>
                  <a:pt x="123" y="0"/>
                  <a:pt x="123" y="0"/>
                  <a:pt x="123" y="0"/>
                </a:cubicBezTo>
                <a:cubicBezTo>
                  <a:pt x="123" y="0"/>
                  <a:pt x="123" y="0"/>
                  <a:pt x="123" y="0"/>
                </a:cubicBezTo>
                <a:cubicBezTo>
                  <a:pt x="123" y="0"/>
                  <a:pt x="123" y="0"/>
                  <a:pt x="123" y="0"/>
                </a:cubicBezTo>
                <a:cubicBezTo>
                  <a:pt x="123" y="0"/>
                  <a:pt x="123" y="0"/>
                  <a:pt x="123" y="0"/>
                </a:cubicBezTo>
                <a:cubicBezTo>
                  <a:pt x="123" y="0"/>
                  <a:pt x="122" y="0"/>
                  <a:pt x="122" y="0"/>
                </a:cubicBezTo>
                <a:cubicBezTo>
                  <a:pt x="122" y="0"/>
                  <a:pt x="122" y="0"/>
                  <a:pt x="122" y="0"/>
                </a:cubicBezTo>
                <a:cubicBezTo>
                  <a:pt x="122" y="0"/>
                  <a:pt x="122" y="0"/>
                  <a:pt x="122" y="0"/>
                </a:cubicBezTo>
                <a:cubicBezTo>
                  <a:pt x="122" y="0"/>
                  <a:pt x="122" y="0"/>
                  <a:pt x="122" y="0"/>
                </a:cubicBezTo>
                <a:cubicBezTo>
                  <a:pt x="122" y="0"/>
                  <a:pt x="122" y="0"/>
                  <a:pt x="122" y="0"/>
                </a:cubicBezTo>
                <a:cubicBezTo>
                  <a:pt x="122" y="0"/>
                  <a:pt x="122" y="0"/>
                  <a:pt x="122" y="0"/>
                </a:cubicBezTo>
                <a:cubicBezTo>
                  <a:pt x="122" y="0"/>
                  <a:pt x="122" y="0"/>
                  <a:pt x="122" y="0"/>
                </a:cubicBezTo>
                <a:cubicBezTo>
                  <a:pt x="122" y="0"/>
                  <a:pt x="122" y="0"/>
                  <a:pt x="122" y="0"/>
                </a:cubicBezTo>
                <a:cubicBezTo>
                  <a:pt x="122" y="0"/>
                  <a:pt x="121" y="0"/>
                  <a:pt x="121" y="0"/>
                </a:cubicBezTo>
                <a:cubicBezTo>
                  <a:pt x="121" y="0"/>
                  <a:pt x="121" y="0"/>
                  <a:pt x="121" y="0"/>
                </a:cubicBezTo>
                <a:cubicBezTo>
                  <a:pt x="121" y="0"/>
                  <a:pt x="121" y="0"/>
                  <a:pt x="121" y="0"/>
                </a:cubicBezTo>
                <a:cubicBezTo>
                  <a:pt x="121" y="0"/>
                  <a:pt x="121" y="0"/>
                  <a:pt x="121" y="0"/>
                </a:cubicBezTo>
                <a:cubicBezTo>
                  <a:pt x="121" y="0"/>
                  <a:pt x="121" y="0"/>
                  <a:pt x="121" y="0"/>
                </a:cubicBezTo>
                <a:cubicBezTo>
                  <a:pt x="121" y="0"/>
                  <a:pt x="121" y="0"/>
                  <a:pt x="121" y="0"/>
                </a:cubicBezTo>
                <a:cubicBezTo>
                  <a:pt x="121" y="0"/>
                  <a:pt x="121" y="0"/>
                  <a:pt x="121" y="0"/>
                </a:cubicBezTo>
                <a:cubicBezTo>
                  <a:pt x="121" y="0"/>
                  <a:pt x="121" y="0"/>
                  <a:pt x="121" y="0"/>
                </a:cubicBezTo>
                <a:cubicBezTo>
                  <a:pt x="121" y="0"/>
                  <a:pt x="121" y="0"/>
                  <a:pt x="120" y="0"/>
                </a:cubicBezTo>
                <a:cubicBezTo>
                  <a:pt x="120" y="0"/>
                  <a:pt x="120" y="0"/>
                  <a:pt x="120" y="0"/>
                </a:cubicBezTo>
                <a:cubicBezTo>
                  <a:pt x="120" y="0"/>
                  <a:pt x="120" y="0"/>
                  <a:pt x="120" y="0"/>
                </a:cubicBezTo>
                <a:cubicBezTo>
                  <a:pt x="120" y="0"/>
                  <a:pt x="120" y="0"/>
                  <a:pt x="120" y="0"/>
                </a:cubicBezTo>
                <a:cubicBezTo>
                  <a:pt x="120" y="0"/>
                  <a:pt x="120" y="0"/>
                  <a:pt x="120" y="0"/>
                </a:cubicBezTo>
                <a:cubicBezTo>
                  <a:pt x="120" y="0"/>
                  <a:pt x="120" y="0"/>
                  <a:pt x="120" y="0"/>
                </a:cubicBezTo>
                <a:cubicBezTo>
                  <a:pt x="120" y="0"/>
                  <a:pt x="120" y="0"/>
                  <a:pt x="120" y="0"/>
                </a:cubicBezTo>
                <a:cubicBezTo>
                  <a:pt x="120" y="0"/>
                  <a:pt x="120" y="0"/>
                  <a:pt x="120" y="0"/>
                </a:cubicBezTo>
                <a:cubicBezTo>
                  <a:pt x="120" y="0"/>
                  <a:pt x="120" y="0"/>
                  <a:pt x="120" y="0"/>
                </a:cubicBezTo>
                <a:cubicBezTo>
                  <a:pt x="120" y="0"/>
                  <a:pt x="120" y="0"/>
                  <a:pt x="120" y="0"/>
                </a:cubicBezTo>
                <a:cubicBezTo>
                  <a:pt x="119" y="0"/>
                  <a:pt x="119" y="0"/>
                  <a:pt x="119" y="0"/>
                </a:cubicBezTo>
                <a:cubicBezTo>
                  <a:pt x="119" y="0"/>
                  <a:pt x="119" y="0"/>
                  <a:pt x="119" y="0"/>
                </a:cubicBezTo>
                <a:cubicBezTo>
                  <a:pt x="119" y="0"/>
                  <a:pt x="119" y="0"/>
                  <a:pt x="119" y="0"/>
                </a:cubicBezTo>
                <a:cubicBezTo>
                  <a:pt x="119" y="0"/>
                  <a:pt x="119" y="0"/>
                  <a:pt x="119" y="0"/>
                </a:cubicBezTo>
                <a:cubicBezTo>
                  <a:pt x="119" y="0"/>
                  <a:pt x="119" y="0"/>
                  <a:pt x="119" y="0"/>
                </a:cubicBezTo>
                <a:cubicBezTo>
                  <a:pt x="119" y="0"/>
                  <a:pt x="119" y="0"/>
                  <a:pt x="119" y="0"/>
                </a:cubicBezTo>
                <a:cubicBezTo>
                  <a:pt x="119" y="0"/>
                  <a:pt x="119" y="0"/>
                  <a:pt x="119" y="0"/>
                </a:cubicBezTo>
                <a:cubicBezTo>
                  <a:pt x="119" y="0"/>
                  <a:pt x="119" y="0"/>
                  <a:pt x="119" y="0"/>
                </a:cubicBezTo>
              </a:path>
            </a:pathLst>
          </a:custGeom>
          <a:solidFill>
            <a:srgbClr val="37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 name="Freeform 50"/>
          <p:cNvSpPr>
            <a:spLocks noEditPoints="1"/>
          </p:cNvSpPr>
          <p:nvPr/>
        </p:nvSpPr>
        <p:spPr bwMode="auto">
          <a:xfrm>
            <a:off x="10407651" y="4854576"/>
            <a:ext cx="482600" cy="482600"/>
          </a:xfrm>
          <a:custGeom>
            <a:avLst/>
            <a:gdLst>
              <a:gd name="T0" fmla="*/ 1 w 99"/>
              <a:gd name="T1" fmla="*/ 99 h 99"/>
              <a:gd name="T2" fmla="*/ 0 w 99"/>
              <a:gd name="T3" fmla="*/ 98 h 99"/>
              <a:gd name="T4" fmla="*/ 0 w 99"/>
              <a:gd name="T5" fmla="*/ 98 h 99"/>
              <a:gd name="T6" fmla="*/ 0 w 99"/>
              <a:gd name="T7" fmla="*/ 97 h 99"/>
              <a:gd name="T8" fmla="*/ 0 w 99"/>
              <a:gd name="T9" fmla="*/ 97 h 99"/>
              <a:gd name="T10" fmla="*/ 0 w 99"/>
              <a:gd name="T11" fmla="*/ 97 h 99"/>
              <a:gd name="T12" fmla="*/ 0 w 99"/>
              <a:gd name="T13" fmla="*/ 97 h 99"/>
              <a:gd name="T14" fmla="*/ 0 w 99"/>
              <a:gd name="T15" fmla="*/ 97 h 99"/>
              <a:gd name="T16" fmla="*/ 0 w 99"/>
              <a:gd name="T17" fmla="*/ 96 h 99"/>
              <a:gd name="T18" fmla="*/ 0 w 99"/>
              <a:gd name="T19" fmla="*/ 96 h 99"/>
              <a:gd name="T20" fmla="*/ 0 w 99"/>
              <a:gd name="T21" fmla="*/ 96 h 99"/>
              <a:gd name="T22" fmla="*/ 0 w 99"/>
              <a:gd name="T23" fmla="*/ 96 h 99"/>
              <a:gd name="T24" fmla="*/ 0 w 99"/>
              <a:gd name="T25" fmla="*/ 96 h 99"/>
              <a:gd name="T26" fmla="*/ 0 w 99"/>
              <a:gd name="T27" fmla="*/ 95 h 99"/>
              <a:gd name="T28" fmla="*/ 0 w 99"/>
              <a:gd name="T29" fmla="*/ 95 h 99"/>
              <a:gd name="T30" fmla="*/ 0 w 99"/>
              <a:gd name="T31" fmla="*/ 95 h 99"/>
              <a:gd name="T32" fmla="*/ 0 w 99"/>
              <a:gd name="T33" fmla="*/ 95 h 99"/>
              <a:gd name="T34" fmla="*/ 0 w 99"/>
              <a:gd name="T35" fmla="*/ 95 h 99"/>
              <a:gd name="T36" fmla="*/ 0 w 99"/>
              <a:gd name="T37" fmla="*/ 94 h 99"/>
              <a:gd name="T38" fmla="*/ 0 w 99"/>
              <a:gd name="T39" fmla="*/ 94 h 99"/>
              <a:gd name="T40" fmla="*/ 0 w 99"/>
              <a:gd name="T41" fmla="*/ 94 h 99"/>
              <a:gd name="T42" fmla="*/ 0 w 99"/>
              <a:gd name="T43" fmla="*/ 94 h 99"/>
              <a:gd name="T44" fmla="*/ 0 w 99"/>
              <a:gd name="T45" fmla="*/ 94 h 99"/>
              <a:gd name="T46" fmla="*/ 0 w 99"/>
              <a:gd name="T47" fmla="*/ 94 h 99"/>
              <a:gd name="T48" fmla="*/ 0 w 99"/>
              <a:gd name="T49" fmla="*/ 94 h 99"/>
              <a:gd name="T50" fmla="*/ 0 w 99"/>
              <a:gd name="T51" fmla="*/ 93 h 99"/>
              <a:gd name="T52" fmla="*/ 99 w 99"/>
              <a:gd name="T53" fmla="*/ 0 h 99"/>
              <a:gd name="T54" fmla="*/ 98 w 99"/>
              <a:gd name="T55" fmla="*/ 0 h 99"/>
              <a:gd name="T56" fmla="*/ 98 w 99"/>
              <a:gd name="T57" fmla="*/ 0 h 99"/>
              <a:gd name="T58" fmla="*/ 98 w 99"/>
              <a:gd name="T59" fmla="*/ 0 h 99"/>
              <a:gd name="T60" fmla="*/ 98 w 99"/>
              <a:gd name="T61" fmla="*/ 0 h 99"/>
              <a:gd name="T62" fmla="*/ 97 w 99"/>
              <a:gd name="T63" fmla="*/ 0 h 99"/>
              <a:gd name="T64" fmla="*/ 97 w 99"/>
              <a:gd name="T65" fmla="*/ 0 h 99"/>
              <a:gd name="T66" fmla="*/ 97 w 99"/>
              <a:gd name="T67" fmla="*/ 0 h 99"/>
              <a:gd name="T68" fmla="*/ 97 w 99"/>
              <a:gd name="T69" fmla="*/ 0 h 99"/>
              <a:gd name="T70" fmla="*/ 97 w 99"/>
              <a:gd name="T71" fmla="*/ 0 h 99"/>
              <a:gd name="T72" fmla="*/ 96 w 99"/>
              <a:gd name="T73" fmla="*/ 0 h 99"/>
              <a:gd name="T74" fmla="*/ 94 w 99"/>
              <a:gd name="T75" fmla="*/ 0 h 99"/>
              <a:gd name="T76" fmla="*/ 96 w 99"/>
              <a:gd name="T77" fmla="*/ 0 h 99"/>
              <a:gd name="T78" fmla="*/ 94 w 99"/>
              <a:gd name="T79" fmla="*/ 0 h 99"/>
              <a:gd name="T80" fmla="*/ 94 w 99"/>
              <a:gd name="T81" fmla="*/ 0 h 99"/>
              <a:gd name="T82" fmla="*/ 96 w 99"/>
              <a:gd name="T83" fmla="*/ 0 h 99"/>
              <a:gd name="T84" fmla="*/ 94 w 99"/>
              <a:gd name="T85" fmla="*/ 0 h 99"/>
              <a:gd name="T86" fmla="*/ 96 w 99"/>
              <a:gd name="T87" fmla="*/ 0 h 99"/>
              <a:gd name="T88" fmla="*/ 94 w 99"/>
              <a:gd name="T89" fmla="*/ 0 h 99"/>
              <a:gd name="T90" fmla="*/ 96 w 99"/>
              <a:gd name="T91" fmla="*/ 0 h 99"/>
              <a:gd name="T92" fmla="*/ 94 w 99"/>
              <a:gd name="T93" fmla="*/ 0 h 99"/>
              <a:gd name="T94" fmla="*/ 95 w 99"/>
              <a:gd name="T95" fmla="*/ 0 h 99"/>
              <a:gd name="T96" fmla="*/ 95 w 99"/>
              <a:gd name="T97" fmla="*/ 0 h 99"/>
              <a:gd name="T98" fmla="*/ 95 w 99"/>
              <a:gd name="T99" fmla="*/ 0 h 99"/>
              <a:gd name="T100" fmla="*/ 95 w 99"/>
              <a:gd name="T101" fmla="*/ 0 h 99"/>
              <a:gd name="T102" fmla="*/ 95 w 99"/>
              <a:gd name="T103" fmla="*/ 0 h 99"/>
              <a:gd name="T104" fmla="*/ 95 w 99"/>
              <a:gd name="T10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9" h="99">
                <a:moveTo>
                  <a:pt x="1" y="99"/>
                </a:moveTo>
                <a:cubicBezTo>
                  <a:pt x="1" y="99"/>
                  <a:pt x="1" y="99"/>
                  <a:pt x="1" y="99"/>
                </a:cubicBezTo>
                <a:cubicBezTo>
                  <a:pt x="1" y="99"/>
                  <a:pt x="1" y="99"/>
                  <a:pt x="1" y="99"/>
                </a:cubicBezTo>
                <a:moveTo>
                  <a:pt x="0" y="98"/>
                </a:moveTo>
                <a:cubicBezTo>
                  <a:pt x="0" y="98"/>
                  <a:pt x="0" y="98"/>
                  <a:pt x="0" y="98"/>
                </a:cubicBezTo>
                <a:cubicBezTo>
                  <a:pt x="0" y="98"/>
                  <a:pt x="0" y="98"/>
                  <a:pt x="0" y="98"/>
                </a:cubicBezTo>
                <a:moveTo>
                  <a:pt x="0" y="98"/>
                </a:moveTo>
                <a:cubicBezTo>
                  <a:pt x="0" y="98"/>
                  <a:pt x="0" y="98"/>
                  <a:pt x="0" y="98"/>
                </a:cubicBezTo>
                <a:cubicBezTo>
                  <a:pt x="0" y="98"/>
                  <a:pt x="0" y="98"/>
                  <a:pt x="0" y="98"/>
                </a:cubicBezTo>
                <a:moveTo>
                  <a:pt x="0" y="97"/>
                </a:moveTo>
                <a:cubicBezTo>
                  <a:pt x="0" y="97"/>
                  <a:pt x="0" y="97"/>
                  <a:pt x="0" y="97"/>
                </a:cubicBezTo>
                <a:cubicBezTo>
                  <a:pt x="0" y="97"/>
                  <a:pt x="0" y="97"/>
                  <a:pt x="0" y="97"/>
                </a:cubicBezTo>
                <a:moveTo>
                  <a:pt x="0" y="97"/>
                </a:moveTo>
                <a:cubicBezTo>
                  <a:pt x="0" y="97"/>
                  <a:pt x="0" y="97"/>
                  <a:pt x="0" y="97"/>
                </a:cubicBezTo>
                <a:cubicBezTo>
                  <a:pt x="0" y="97"/>
                  <a:pt x="0" y="97"/>
                  <a:pt x="0" y="97"/>
                </a:cubicBezTo>
                <a:moveTo>
                  <a:pt x="0" y="97"/>
                </a:moveTo>
                <a:cubicBezTo>
                  <a:pt x="0" y="97"/>
                  <a:pt x="0" y="97"/>
                  <a:pt x="0" y="97"/>
                </a:cubicBezTo>
                <a:cubicBezTo>
                  <a:pt x="0" y="97"/>
                  <a:pt x="0" y="97"/>
                  <a:pt x="0" y="97"/>
                </a:cubicBezTo>
                <a:moveTo>
                  <a:pt x="0" y="97"/>
                </a:moveTo>
                <a:cubicBezTo>
                  <a:pt x="0" y="97"/>
                  <a:pt x="0" y="97"/>
                  <a:pt x="0" y="97"/>
                </a:cubicBezTo>
                <a:cubicBezTo>
                  <a:pt x="0" y="97"/>
                  <a:pt x="0" y="97"/>
                  <a:pt x="0" y="97"/>
                </a:cubicBezTo>
                <a:moveTo>
                  <a:pt x="0" y="97"/>
                </a:moveTo>
                <a:cubicBezTo>
                  <a:pt x="0" y="97"/>
                  <a:pt x="0" y="97"/>
                  <a:pt x="0" y="97"/>
                </a:cubicBezTo>
                <a:cubicBezTo>
                  <a:pt x="0" y="97"/>
                  <a:pt x="0" y="97"/>
                  <a:pt x="0" y="97"/>
                </a:cubicBezTo>
                <a:moveTo>
                  <a:pt x="0" y="96"/>
                </a:moveTo>
                <a:cubicBezTo>
                  <a:pt x="0" y="96"/>
                  <a:pt x="0" y="96"/>
                  <a:pt x="0" y="96"/>
                </a:cubicBezTo>
                <a:cubicBezTo>
                  <a:pt x="0" y="96"/>
                  <a:pt x="0" y="96"/>
                  <a:pt x="0" y="96"/>
                </a:cubicBezTo>
                <a:moveTo>
                  <a:pt x="0" y="96"/>
                </a:moveTo>
                <a:cubicBezTo>
                  <a:pt x="0" y="96"/>
                  <a:pt x="0" y="96"/>
                  <a:pt x="0" y="96"/>
                </a:cubicBezTo>
                <a:cubicBezTo>
                  <a:pt x="0" y="96"/>
                  <a:pt x="0" y="96"/>
                  <a:pt x="0" y="96"/>
                </a:cubicBezTo>
                <a:moveTo>
                  <a:pt x="0" y="96"/>
                </a:moveTo>
                <a:cubicBezTo>
                  <a:pt x="0" y="96"/>
                  <a:pt x="0" y="96"/>
                  <a:pt x="0" y="96"/>
                </a:cubicBezTo>
                <a:cubicBezTo>
                  <a:pt x="0" y="96"/>
                  <a:pt x="0" y="96"/>
                  <a:pt x="0" y="96"/>
                </a:cubicBezTo>
                <a:moveTo>
                  <a:pt x="0" y="96"/>
                </a:moveTo>
                <a:cubicBezTo>
                  <a:pt x="0" y="96"/>
                  <a:pt x="0" y="96"/>
                  <a:pt x="0" y="96"/>
                </a:cubicBezTo>
                <a:cubicBezTo>
                  <a:pt x="0" y="96"/>
                  <a:pt x="0" y="96"/>
                  <a:pt x="0" y="96"/>
                </a:cubicBezTo>
                <a:moveTo>
                  <a:pt x="0" y="96"/>
                </a:moveTo>
                <a:cubicBezTo>
                  <a:pt x="0" y="96"/>
                  <a:pt x="0" y="96"/>
                  <a:pt x="0" y="96"/>
                </a:cubicBezTo>
                <a:cubicBezTo>
                  <a:pt x="0" y="96"/>
                  <a:pt x="0" y="96"/>
                  <a:pt x="0" y="96"/>
                </a:cubicBezTo>
                <a:moveTo>
                  <a:pt x="0" y="95"/>
                </a:moveTo>
                <a:cubicBezTo>
                  <a:pt x="0" y="95"/>
                  <a:pt x="0" y="95"/>
                  <a:pt x="0" y="95"/>
                </a:cubicBezTo>
                <a:cubicBezTo>
                  <a:pt x="0" y="95"/>
                  <a:pt x="0" y="95"/>
                  <a:pt x="0" y="95"/>
                </a:cubicBezTo>
                <a:moveTo>
                  <a:pt x="0" y="95"/>
                </a:moveTo>
                <a:cubicBezTo>
                  <a:pt x="0" y="95"/>
                  <a:pt x="0" y="95"/>
                  <a:pt x="0" y="95"/>
                </a:cubicBezTo>
                <a:cubicBezTo>
                  <a:pt x="0" y="95"/>
                  <a:pt x="0" y="95"/>
                  <a:pt x="0" y="95"/>
                </a:cubicBezTo>
                <a:moveTo>
                  <a:pt x="0" y="95"/>
                </a:moveTo>
                <a:cubicBezTo>
                  <a:pt x="0" y="95"/>
                  <a:pt x="0" y="95"/>
                  <a:pt x="0" y="95"/>
                </a:cubicBezTo>
                <a:cubicBezTo>
                  <a:pt x="0" y="95"/>
                  <a:pt x="0" y="95"/>
                  <a:pt x="0" y="95"/>
                </a:cubicBezTo>
                <a:moveTo>
                  <a:pt x="0" y="95"/>
                </a:moveTo>
                <a:cubicBezTo>
                  <a:pt x="0" y="95"/>
                  <a:pt x="0" y="95"/>
                  <a:pt x="0" y="95"/>
                </a:cubicBezTo>
                <a:cubicBezTo>
                  <a:pt x="0" y="95"/>
                  <a:pt x="0" y="95"/>
                  <a:pt x="0" y="95"/>
                </a:cubicBezTo>
                <a:moveTo>
                  <a:pt x="0" y="95"/>
                </a:moveTo>
                <a:cubicBezTo>
                  <a:pt x="0" y="95"/>
                  <a:pt x="0" y="95"/>
                  <a:pt x="0" y="95"/>
                </a:cubicBezTo>
                <a:cubicBezTo>
                  <a:pt x="0" y="95"/>
                  <a:pt x="0" y="95"/>
                  <a:pt x="0" y="95"/>
                </a:cubicBezTo>
                <a:cubicBezTo>
                  <a:pt x="0" y="95"/>
                  <a:pt x="0" y="95"/>
                  <a:pt x="0" y="95"/>
                </a:cubicBezTo>
                <a:moveTo>
                  <a:pt x="0" y="94"/>
                </a:moveTo>
                <a:cubicBezTo>
                  <a:pt x="0" y="94"/>
                  <a:pt x="0" y="94"/>
                  <a:pt x="0" y="94"/>
                </a:cubicBezTo>
                <a:cubicBezTo>
                  <a:pt x="0" y="94"/>
                  <a:pt x="0" y="94"/>
                  <a:pt x="0" y="94"/>
                </a:cubicBezTo>
                <a:moveTo>
                  <a:pt x="0" y="94"/>
                </a:moveTo>
                <a:cubicBezTo>
                  <a:pt x="0" y="94"/>
                  <a:pt x="0" y="94"/>
                  <a:pt x="0" y="94"/>
                </a:cubicBezTo>
                <a:cubicBezTo>
                  <a:pt x="0" y="94"/>
                  <a:pt x="0" y="94"/>
                  <a:pt x="0" y="94"/>
                </a:cubicBezTo>
                <a:moveTo>
                  <a:pt x="0" y="94"/>
                </a:moveTo>
                <a:cubicBezTo>
                  <a:pt x="0" y="94"/>
                  <a:pt x="0" y="94"/>
                  <a:pt x="0" y="94"/>
                </a:cubicBezTo>
                <a:cubicBezTo>
                  <a:pt x="0" y="94"/>
                  <a:pt x="0" y="94"/>
                  <a:pt x="0" y="94"/>
                </a:cubicBezTo>
                <a:moveTo>
                  <a:pt x="0" y="94"/>
                </a:moveTo>
                <a:cubicBezTo>
                  <a:pt x="0" y="94"/>
                  <a:pt x="0" y="94"/>
                  <a:pt x="0" y="94"/>
                </a:cubicBezTo>
                <a:cubicBezTo>
                  <a:pt x="0" y="94"/>
                  <a:pt x="0" y="94"/>
                  <a:pt x="0" y="94"/>
                </a:cubicBezTo>
                <a:moveTo>
                  <a:pt x="0" y="94"/>
                </a:moveTo>
                <a:cubicBezTo>
                  <a:pt x="0" y="94"/>
                  <a:pt x="0" y="94"/>
                  <a:pt x="0" y="94"/>
                </a:cubicBezTo>
                <a:cubicBezTo>
                  <a:pt x="0" y="94"/>
                  <a:pt x="0" y="94"/>
                  <a:pt x="0" y="94"/>
                </a:cubicBezTo>
                <a:moveTo>
                  <a:pt x="0" y="94"/>
                </a:moveTo>
                <a:cubicBezTo>
                  <a:pt x="0" y="94"/>
                  <a:pt x="0" y="94"/>
                  <a:pt x="0" y="94"/>
                </a:cubicBezTo>
                <a:cubicBezTo>
                  <a:pt x="0" y="94"/>
                  <a:pt x="0" y="94"/>
                  <a:pt x="0" y="94"/>
                </a:cubicBezTo>
                <a:moveTo>
                  <a:pt x="0" y="94"/>
                </a:moveTo>
                <a:cubicBezTo>
                  <a:pt x="0" y="94"/>
                  <a:pt x="0" y="94"/>
                  <a:pt x="0" y="94"/>
                </a:cubicBezTo>
                <a:cubicBezTo>
                  <a:pt x="0" y="94"/>
                  <a:pt x="0" y="94"/>
                  <a:pt x="0" y="94"/>
                </a:cubicBezTo>
                <a:moveTo>
                  <a:pt x="0" y="93"/>
                </a:moveTo>
                <a:cubicBezTo>
                  <a:pt x="0" y="93"/>
                  <a:pt x="0" y="93"/>
                  <a:pt x="0" y="93"/>
                </a:cubicBezTo>
                <a:cubicBezTo>
                  <a:pt x="0" y="93"/>
                  <a:pt x="0" y="93"/>
                  <a:pt x="0" y="93"/>
                </a:cubicBezTo>
                <a:moveTo>
                  <a:pt x="99" y="0"/>
                </a:moveTo>
                <a:cubicBezTo>
                  <a:pt x="99" y="0"/>
                  <a:pt x="99" y="0"/>
                  <a:pt x="99" y="0"/>
                </a:cubicBezTo>
                <a:cubicBezTo>
                  <a:pt x="99" y="0"/>
                  <a:pt x="99" y="0"/>
                  <a:pt x="99" y="0"/>
                </a:cubicBezTo>
                <a:moveTo>
                  <a:pt x="98" y="0"/>
                </a:moveTo>
                <a:cubicBezTo>
                  <a:pt x="98" y="0"/>
                  <a:pt x="98" y="0"/>
                  <a:pt x="98" y="0"/>
                </a:cubicBezTo>
                <a:cubicBezTo>
                  <a:pt x="98" y="0"/>
                  <a:pt x="98" y="0"/>
                  <a:pt x="98" y="0"/>
                </a:cubicBezTo>
                <a:moveTo>
                  <a:pt x="98" y="0"/>
                </a:moveTo>
                <a:cubicBezTo>
                  <a:pt x="98" y="0"/>
                  <a:pt x="98" y="0"/>
                  <a:pt x="98" y="0"/>
                </a:cubicBezTo>
                <a:cubicBezTo>
                  <a:pt x="98" y="0"/>
                  <a:pt x="98" y="0"/>
                  <a:pt x="98" y="0"/>
                </a:cubicBezTo>
                <a:moveTo>
                  <a:pt x="98" y="0"/>
                </a:moveTo>
                <a:cubicBezTo>
                  <a:pt x="98" y="0"/>
                  <a:pt x="98" y="0"/>
                  <a:pt x="98" y="0"/>
                </a:cubicBezTo>
                <a:cubicBezTo>
                  <a:pt x="98" y="0"/>
                  <a:pt x="98" y="0"/>
                  <a:pt x="98" y="0"/>
                </a:cubicBezTo>
                <a:moveTo>
                  <a:pt x="97" y="0"/>
                </a:moveTo>
                <a:cubicBezTo>
                  <a:pt x="97" y="0"/>
                  <a:pt x="98" y="0"/>
                  <a:pt x="98" y="0"/>
                </a:cubicBezTo>
                <a:cubicBezTo>
                  <a:pt x="98" y="0"/>
                  <a:pt x="97" y="0"/>
                  <a:pt x="97" y="0"/>
                </a:cubicBezTo>
                <a:moveTo>
                  <a:pt x="97" y="0"/>
                </a:moveTo>
                <a:cubicBezTo>
                  <a:pt x="97" y="0"/>
                  <a:pt x="97" y="0"/>
                  <a:pt x="97" y="0"/>
                </a:cubicBezTo>
                <a:cubicBezTo>
                  <a:pt x="97" y="0"/>
                  <a:pt x="97" y="0"/>
                  <a:pt x="97" y="0"/>
                </a:cubicBezTo>
                <a:moveTo>
                  <a:pt x="97" y="0"/>
                </a:moveTo>
                <a:cubicBezTo>
                  <a:pt x="97" y="0"/>
                  <a:pt x="97" y="0"/>
                  <a:pt x="97" y="0"/>
                </a:cubicBezTo>
                <a:cubicBezTo>
                  <a:pt x="97" y="0"/>
                  <a:pt x="97" y="0"/>
                  <a:pt x="97" y="0"/>
                </a:cubicBezTo>
                <a:moveTo>
                  <a:pt x="97" y="0"/>
                </a:moveTo>
                <a:cubicBezTo>
                  <a:pt x="97" y="0"/>
                  <a:pt x="97" y="0"/>
                  <a:pt x="97" y="0"/>
                </a:cubicBezTo>
                <a:cubicBezTo>
                  <a:pt x="97" y="0"/>
                  <a:pt x="97" y="0"/>
                  <a:pt x="97" y="0"/>
                </a:cubicBezTo>
                <a:moveTo>
                  <a:pt x="97" y="0"/>
                </a:moveTo>
                <a:cubicBezTo>
                  <a:pt x="97" y="0"/>
                  <a:pt x="97" y="0"/>
                  <a:pt x="97" y="0"/>
                </a:cubicBezTo>
                <a:cubicBezTo>
                  <a:pt x="97" y="0"/>
                  <a:pt x="97" y="0"/>
                  <a:pt x="97" y="0"/>
                </a:cubicBezTo>
                <a:moveTo>
                  <a:pt x="97" y="0"/>
                </a:moveTo>
                <a:cubicBezTo>
                  <a:pt x="97" y="0"/>
                  <a:pt x="97" y="0"/>
                  <a:pt x="97" y="0"/>
                </a:cubicBezTo>
                <a:cubicBezTo>
                  <a:pt x="97" y="0"/>
                  <a:pt x="97" y="0"/>
                  <a:pt x="97" y="0"/>
                </a:cubicBezTo>
                <a:moveTo>
                  <a:pt x="96" y="0"/>
                </a:moveTo>
                <a:cubicBezTo>
                  <a:pt x="96" y="0"/>
                  <a:pt x="96" y="0"/>
                  <a:pt x="96" y="0"/>
                </a:cubicBezTo>
                <a:cubicBezTo>
                  <a:pt x="96" y="0"/>
                  <a:pt x="96" y="0"/>
                  <a:pt x="96" y="0"/>
                </a:cubicBezTo>
                <a:moveTo>
                  <a:pt x="94" y="0"/>
                </a:moveTo>
                <a:cubicBezTo>
                  <a:pt x="94" y="0"/>
                  <a:pt x="94" y="0"/>
                  <a:pt x="94" y="0"/>
                </a:cubicBezTo>
                <a:cubicBezTo>
                  <a:pt x="94" y="0"/>
                  <a:pt x="94" y="0"/>
                  <a:pt x="94" y="0"/>
                </a:cubicBezTo>
                <a:moveTo>
                  <a:pt x="96" y="0"/>
                </a:moveTo>
                <a:cubicBezTo>
                  <a:pt x="96" y="0"/>
                  <a:pt x="96" y="0"/>
                  <a:pt x="96" y="0"/>
                </a:cubicBezTo>
                <a:cubicBezTo>
                  <a:pt x="96" y="0"/>
                  <a:pt x="96" y="0"/>
                  <a:pt x="96" y="0"/>
                </a:cubicBezTo>
                <a:moveTo>
                  <a:pt x="94" y="0"/>
                </a:moveTo>
                <a:cubicBezTo>
                  <a:pt x="94" y="0"/>
                  <a:pt x="94" y="0"/>
                  <a:pt x="94" y="0"/>
                </a:cubicBezTo>
                <a:cubicBezTo>
                  <a:pt x="94" y="0"/>
                  <a:pt x="94" y="0"/>
                  <a:pt x="94" y="0"/>
                </a:cubicBezTo>
                <a:moveTo>
                  <a:pt x="94" y="0"/>
                </a:moveTo>
                <a:cubicBezTo>
                  <a:pt x="94" y="0"/>
                  <a:pt x="94" y="0"/>
                  <a:pt x="94" y="0"/>
                </a:cubicBezTo>
                <a:cubicBezTo>
                  <a:pt x="94" y="0"/>
                  <a:pt x="94" y="0"/>
                  <a:pt x="94" y="0"/>
                </a:cubicBezTo>
                <a:moveTo>
                  <a:pt x="96" y="0"/>
                </a:moveTo>
                <a:cubicBezTo>
                  <a:pt x="96" y="0"/>
                  <a:pt x="96" y="0"/>
                  <a:pt x="96" y="0"/>
                </a:cubicBezTo>
                <a:cubicBezTo>
                  <a:pt x="96" y="0"/>
                  <a:pt x="96" y="0"/>
                  <a:pt x="96" y="0"/>
                </a:cubicBezTo>
                <a:moveTo>
                  <a:pt x="94" y="0"/>
                </a:moveTo>
                <a:cubicBezTo>
                  <a:pt x="94" y="0"/>
                  <a:pt x="94" y="0"/>
                  <a:pt x="94" y="0"/>
                </a:cubicBezTo>
                <a:cubicBezTo>
                  <a:pt x="94" y="0"/>
                  <a:pt x="94" y="0"/>
                  <a:pt x="94" y="0"/>
                </a:cubicBezTo>
                <a:moveTo>
                  <a:pt x="96" y="0"/>
                </a:moveTo>
                <a:cubicBezTo>
                  <a:pt x="96" y="0"/>
                  <a:pt x="96" y="0"/>
                  <a:pt x="96" y="0"/>
                </a:cubicBezTo>
                <a:cubicBezTo>
                  <a:pt x="96" y="0"/>
                  <a:pt x="96" y="0"/>
                  <a:pt x="96" y="0"/>
                </a:cubicBezTo>
                <a:moveTo>
                  <a:pt x="94" y="0"/>
                </a:moveTo>
                <a:cubicBezTo>
                  <a:pt x="94" y="0"/>
                  <a:pt x="94" y="0"/>
                  <a:pt x="94" y="0"/>
                </a:cubicBezTo>
                <a:cubicBezTo>
                  <a:pt x="94" y="0"/>
                  <a:pt x="94" y="0"/>
                  <a:pt x="94" y="0"/>
                </a:cubicBezTo>
                <a:moveTo>
                  <a:pt x="96" y="0"/>
                </a:moveTo>
                <a:cubicBezTo>
                  <a:pt x="96" y="0"/>
                  <a:pt x="96" y="0"/>
                  <a:pt x="96" y="0"/>
                </a:cubicBezTo>
                <a:cubicBezTo>
                  <a:pt x="96" y="0"/>
                  <a:pt x="96" y="0"/>
                  <a:pt x="96" y="0"/>
                </a:cubicBezTo>
                <a:moveTo>
                  <a:pt x="95" y="0"/>
                </a:moveTo>
                <a:cubicBezTo>
                  <a:pt x="94" y="0"/>
                  <a:pt x="94" y="0"/>
                  <a:pt x="94" y="0"/>
                </a:cubicBezTo>
                <a:cubicBezTo>
                  <a:pt x="94" y="0"/>
                  <a:pt x="94" y="0"/>
                  <a:pt x="95" y="0"/>
                </a:cubicBezTo>
                <a:moveTo>
                  <a:pt x="95" y="0"/>
                </a:moveTo>
                <a:cubicBezTo>
                  <a:pt x="95" y="0"/>
                  <a:pt x="95" y="0"/>
                  <a:pt x="95" y="0"/>
                </a:cubicBezTo>
                <a:cubicBezTo>
                  <a:pt x="95" y="0"/>
                  <a:pt x="95" y="0"/>
                  <a:pt x="95" y="0"/>
                </a:cubicBezTo>
                <a:moveTo>
                  <a:pt x="95" y="0"/>
                </a:moveTo>
                <a:cubicBezTo>
                  <a:pt x="95" y="0"/>
                  <a:pt x="95" y="0"/>
                  <a:pt x="95" y="0"/>
                </a:cubicBezTo>
                <a:cubicBezTo>
                  <a:pt x="95" y="0"/>
                  <a:pt x="95" y="0"/>
                  <a:pt x="95" y="0"/>
                </a:cubicBezTo>
                <a:moveTo>
                  <a:pt x="95" y="0"/>
                </a:moveTo>
                <a:cubicBezTo>
                  <a:pt x="95" y="0"/>
                  <a:pt x="95" y="0"/>
                  <a:pt x="95" y="0"/>
                </a:cubicBezTo>
                <a:cubicBezTo>
                  <a:pt x="95" y="0"/>
                  <a:pt x="95" y="0"/>
                  <a:pt x="95" y="0"/>
                </a:cubicBezTo>
                <a:moveTo>
                  <a:pt x="95" y="0"/>
                </a:moveTo>
                <a:cubicBezTo>
                  <a:pt x="95" y="0"/>
                  <a:pt x="95" y="0"/>
                  <a:pt x="95" y="0"/>
                </a:cubicBezTo>
                <a:cubicBezTo>
                  <a:pt x="95" y="0"/>
                  <a:pt x="95" y="0"/>
                  <a:pt x="95" y="0"/>
                </a:cubicBezTo>
                <a:moveTo>
                  <a:pt x="95" y="0"/>
                </a:moveTo>
                <a:cubicBezTo>
                  <a:pt x="95" y="0"/>
                  <a:pt x="95" y="0"/>
                  <a:pt x="95" y="0"/>
                </a:cubicBezTo>
                <a:cubicBezTo>
                  <a:pt x="95" y="0"/>
                  <a:pt x="95" y="0"/>
                  <a:pt x="95" y="0"/>
                </a:cubicBezTo>
                <a:cubicBezTo>
                  <a:pt x="95" y="0"/>
                  <a:pt x="95" y="0"/>
                  <a:pt x="95" y="0"/>
                </a:cubicBezTo>
                <a:cubicBezTo>
                  <a:pt x="95" y="0"/>
                  <a:pt x="95" y="0"/>
                  <a:pt x="95" y="0"/>
                </a:cubicBezTo>
              </a:path>
            </a:pathLst>
          </a:custGeom>
          <a:solidFill>
            <a:srgbClr val="B0BB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 name="Freeform 51"/>
          <p:cNvSpPr>
            <a:spLocks/>
          </p:cNvSpPr>
          <p:nvPr/>
        </p:nvSpPr>
        <p:spPr bwMode="auto">
          <a:xfrm>
            <a:off x="10407651" y="4854576"/>
            <a:ext cx="849313" cy="847725"/>
          </a:xfrm>
          <a:custGeom>
            <a:avLst/>
            <a:gdLst>
              <a:gd name="T0" fmla="*/ 95 w 174"/>
              <a:gd name="T1" fmla="*/ 0 h 174"/>
              <a:gd name="T2" fmla="*/ 95 w 174"/>
              <a:gd name="T3" fmla="*/ 0 h 174"/>
              <a:gd name="T4" fmla="*/ 95 w 174"/>
              <a:gd name="T5" fmla="*/ 0 h 174"/>
              <a:gd name="T6" fmla="*/ 94 w 174"/>
              <a:gd name="T7" fmla="*/ 0 h 174"/>
              <a:gd name="T8" fmla="*/ 94 w 174"/>
              <a:gd name="T9" fmla="*/ 0 h 174"/>
              <a:gd name="T10" fmla="*/ 94 w 174"/>
              <a:gd name="T11" fmla="*/ 0 h 174"/>
              <a:gd name="T12" fmla="*/ 94 w 174"/>
              <a:gd name="T13" fmla="*/ 0 h 174"/>
              <a:gd name="T14" fmla="*/ 94 w 174"/>
              <a:gd name="T15" fmla="*/ 0 h 174"/>
              <a:gd name="T16" fmla="*/ 94 w 174"/>
              <a:gd name="T17" fmla="*/ 0 h 174"/>
              <a:gd name="T18" fmla="*/ 79 w 174"/>
              <a:gd name="T19" fmla="*/ 2 h 174"/>
              <a:gd name="T20" fmla="*/ 20 w 174"/>
              <a:gd name="T21" fmla="*/ 37 h 174"/>
              <a:gd name="T22" fmla="*/ 2 w 174"/>
              <a:gd name="T23" fmla="*/ 78 h 174"/>
              <a:gd name="T24" fmla="*/ 0 w 174"/>
              <a:gd name="T25" fmla="*/ 93 h 174"/>
              <a:gd name="T26" fmla="*/ 0 w 174"/>
              <a:gd name="T27" fmla="*/ 94 h 174"/>
              <a:gd name="T28" fmla="*/ 0 w 174"/>
              <a:gd name="T29" fmla="*/ 94 h 174"/>
              <a:gd name="T30" fmla="*/ 0 w 174"/>
              <a:gd name="T31" fmla="*/ 94 h 174"/>
              <a:gd name="T32" fmla="*/ 0 w 174"/>
              <a:gd name="T33" fmla="*/ 94 h 174"/>
              <a:gd name="T34" fmla="*/ 0 w 174"/>
              <a:gd name="T35" fmla="*/ 94 h 174"/>
              <a:gd name="T36" fmla="*/ 0 w 174"/>
              <a:gd name="T37" fmla="*/ 94 h 174"/>
              <a:gd name="T38" fmla="*/ 0 w 174"/>
              <a:gd name="T39" fmla="*/ 94 h 174"/>
              <a:gd name="T40" fmla="*/ 0 w 174"/>
              <a:gd name="T41" fmla="*/ 95 h 174"/>
              <a:gd name="T42" fmla="*/ 0 w 174"/>
              <a:gd name="T43" fmla="*/ 95 h 174"/>
              <a:gd name="T44" fmla="*/ 0 w 174"/>
              <a:gd name="T45" fmla="*/ 95 h 174"/>
              <a:gd name="T46" fmla="*/ 0 w 174"/>
              <a:gd name="T47" fmla="*/ 95 h 174"/>
              <a:gd name="T48" fmla="*/ 0 w 174"/>
              <a:gd name="T49" fmla="*/ 95 h 174"/>
              <a:gd name="T50" fmla="*/ 0 w 174"/>
              <a:gd name="T51" fmla="*/ 96 h 174"/>
              <a:gd name="T52" fmla="*/ 0 w 174"/>
              <a:gd name="T53" fmla="*/ 96 h 174"/>
              <a:gd name="T54" fmla="*/ 0 w 174"/>
              <a:gd name="T55" fmla="*/ 96 h 174"/>
              <a:gd name="T56" fmla="*/ 0 w 174"/>
              <a:gd name="T57" fmla="*/ 96 h 174"/>
              <a:gd name="T58" fmla="*/ 0 w 174"/>
              <a:gd name="T59" fmla="*/ 96 h 174"/>
              <a:gd name="T60" fmla="*/ 0 w 174"/>
              <a:gd name="T61" fmla="*/ 97 h 174"/>
              <a:gd name="T62" fmla="*/ 0 w 174"/>
              <a:gd name="T63" fmla="*/ 97 h 174"/>
              <a:gd name="T64" fmla="*/ 0 w 174"/>
              <a:gd name="T65" fmla="*/ 97 h 174"/>
              <a:gd name="T66" fmla="*/ 0 w 174"/>
              <a:gd name="T67" fmla="*/ 97 h 174"/>
              <a:gd name="T68" fmla="*/ 0 w 174"/>
              <a:gd name="T69" fmla="*/ 97 h 174"/>
              <a:gd name="T70" fmla="*/ 0 w 174"/>
              <a:gd name="T71" fmla="*/ 98 h 174"/>
              <a:gd name="T72" fmla="*/ 0 w 174"/>
              <a:gd name="T73" fmla="*/ 98 h 174"/>
              <a:gd name="T74" fmla="*/ 1 w 174"/>
              <a:gd name="T75" fmla="*/ 99 h 174"/>
              <a:gd name="T76" fmla="*/ 27 w 174"/>
              <a:gd name="T77" fmla="*/ 121 h 174"/>
              <a:gd name="T78" fmla="*/ 174 w 174"/>
              <a:gd name="T79" fmla="*/ 42 h 174"/>
              <a:gd name="T80" fmla="*/ 99 w 174"/>
              <a:gd name="T81" fmla="*/ 0 h 174"/>
              <a:gd name="T82" fmla="*/ 98 w 174"/>
              <a:gd name="T83" fmla="*/ 0 h 174"/>
              <a:gd name="T84" fmla="*/ 98 w 174"/>
              <a:gd name="T85" fmla="*/ 0 h 174"/>
              <a:gd name="T86" fmla="*/ 98 w 174"/>
              <a:gd name="T87" fmla="*/ 0 h 174"/>
              <a:gd name="T88" fmla="*/ 97 w 174"/>
              <a:gd name="T89" fmla="*/ 0 h 174"/>
              <a:gd name="T90" fmla="*/ 97 w 174"/>
              <a:gd name="T91" fmla="*/ 0 h 174"/>
              <a:gd name="T92" fmla="*/ 97 w 174"/>
              <a:gd name="T93" fmla="*/ 0 h 174"/>
              <a:gd name="T94" fmla="*/ 97 w 174"/>
              <a:gd name="T95" fmla="*/ 0 h 174"/>
              <a:gd name="T96" fmla="*/ 97 w 174"/>
              <a:gd name="T97" fmla="*/ 0 h 174"/>
              <a:gd name="T98" fmla="*/ 97 w 174"/>
              <a:gd name="T99" fmla="*/ 0 h 174"/>
              <a:gd name="T100" fmla="*/ 96 w 174"/>
              <a:gd name="T101" fmla="*/ 0 h 174"/>
              <a:gd name="T102" fmla="*/ 96 w 174"/>
              <a:gd name="T103" fmla="*/ 0 h 174"/>
              <a:gd name="T104" fmla="*/ 96 w 174"/>
              <a:gd name="T105" fmla="*/ 0 h 174"/>
              <a:gd name="T106" fmla="*/ 96 w 174"/>
              <a:gd name="T107" fmla="*/ 0 h 174"/>
              <a:gd name="T108" fmla="*/ 96 w 174"/>
              <a:gd name="T109" fmla="*/ 0 h 174"/>
              <a:gd name="T110" fmla="*/ 95 w 174"/>
              <a:gd name="T111" fmla="*/ 0 h 174"/>
              <a:gd name="T112" fmla="*/ 95 w 174"/>
              <a:gd name="T113" fmla="*/ 0 h 174"/>
              <a:gd name="T114" fmla="*/ 95 w 174"/>
              <a:gd name="T115"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4" h="174">
                <a:moveTo>
                  <a:pt x="95" y="0"/>
                </a:moveTo>
                <a:cubicBezTo>
                  <a:pt x="95" y="0"/>
                  <a:pt x="95" y="0"/>
                  <a:pt x="95" y="0"/>
                </a:cubicBezTo>
                <a:cubicBezTo>
                  <a:pt x="95" y="0"/>
                  <a:pt x="95" y="0"/>
                  <a:pt x="95" y="0"/>
                </a:cubicBezTo>
                <a:cubicBezTo>
                  <a:pt x="95" y="0"/>
                  <a:pt x="95" y="0"/>
                  <a:pt x="95" y="0"/>
                </a:cubicBezTo>
                <a:cubicBezTo>
                  <a:pt x="95" y="0"/>
                  <a:pt x="95" y="0"/>
                  <a:pt x="95" y="0"/>
                </a:cubicBezTo>
                <a:cubicBezTo>
                  <a:pt x="95" y="0"/>
                  <a:pt x="95" y="0"/>
                  <a:pt x="95" y="0"/>
                </a:cubicBezTo>
                <a:cubicBezTo>
                  <a:pt x="95" y="0"/>
                  <a:pt x="95" y="0"/>
                  <a:pt x="95"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89" y="0"/>
                  <a:pt x="84" y="1"/>
                  <a:pt x="79" y="2"/>
                </a:cubicBezTo>
                <a:cubicBezTo>
                  <a:pt x="79" y="2"/>
                  <a:pt x="79" y="2"/>
                  <a:pt x="79" y="2"/>
                </a:cubicBezTo>
                <a:cubicBezTo>
                  <a:pt x="63" y="4"/>
                  <a:pt x="49" y="11"/>
                  <a:pt x="37" y="20"/>
                </a:cubicBezTo>
                <a:cubicBezTo>
                  <a:pt x="32" y="26"/>
                  <a:pt x="26" y="32"/>
                  <a:pt x="20" y="37"/>
                </a:cubicBezTo>
                <a:cubicBezTo>
                  <a:pt x="11" y="49"/>
                  <a:pt x="5" y="63"/>
                  <a:pt x="2" y="78"/>
                </a:cubicBezTo>
                <a:cubicBezTo>
                  <a:pt x="2" y="78"/>
                  <a:pt x="2" y="78"/>
                  <a:pt x="2" y="78"/>
                </a:cubicBezTo>
                <a:cubicBezTo>
                  <a:pt x="1" y="83"/>
                  <a:pt x="0" y="88"/>
                  <a:pt x="0" y="93"/>
                </a:cubicBezTo>
                <a:cubicBezTo>
                  <a:pt x="0" y="93"/>
                  <a:pt x="0" y="93"/>
                  <a:pt x="0" y="93"/>
                </a:cubicBezTo>
                <a:cubicBezTo>
                  <a:pt x="0" y="93"/>
                  <a:pt x="0" y="93"/>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8"/>
                  <a:pt x="0" y="98"/>
                  <a:pt x="0" y="98"/>
                </a:cubicBezTo>
                <a:cubicBezTo>
                  <a:pt x="0" y="98"/>
                  <a:pt x="0" y="98"/>
                  <a:pt x="0" y="98"/>
                </a:cubicBezTo>
                <a:cubicBezTo>
                  <a:pt x="0" y="98"/>
                  <a:pt x="0" y="98"/>
                  <a:pt x="0" y="98"/>
                </a:cubicBezTo>
                <a:cubicBezTo>
                  <a:pt x="0" y="98"/>
                  <a:pt x="0" y="98"/>
                  <a:pt x="0" y="98"/>
                </a:cubicBezTo>
                <a:cubicBezTo>
                  <a:pt x="0" y="98"/>
                  <a:pt x="0" y="99"/>
                  <a:pt x="1" y="99"/>
                </a:cubicBezTo>
                <a:cubicBezTo>
                  <a:pt x="1" y="99"/>
                  <a:pt x="1" y="99"/>
                  <a:pt x="1" y="99"/>
                </a:cubicBezTo>
                <a:cubicBezTo>
                  <a:pt x="2" y="130"/>
                  <a:pt x="18" y="157"/>
                  <a:pt x="43" y="174"/>
                </a:cubicBezTo>
                <a:cubicBezTo>
                  <a:pt x="33" y="159"/>
                  <a:pt x="27" y="141"/>
                  <a:pt x="27" y="121"/>
                </a:cubicBezTo>
                <a:cubicBezTo>
                  <a:pt x="27" y="69"/>
                  <a:pt x="69" y="27"/>
                  <a:pt x="122" y="27"/>
                </a:cubicBezTo>
                <a:cubicBezTo>
                  <a:pt x="141" y="27"/>
                  <a:pt x="159" y="33"/>
                  <a:pt x="174" y="42"/>
                </a:cubicBezTo>
                <a:cubicBezTo>
                  <a:pt x="158" y="18"/>
                  <a:pt x="130" y="1"/>
                  <a:pt x="99" y="0"/>
                </a:cubicBezTo>
                <a:cubicBezTo>
                  <a:pt x="99" y="0"/>
                  <a:pt x="99" y="0"/>
                  <a:pt x="99" y="0"/>
                </a:cubicBezTo>
                <a:cubicBezTo>
                  <a:pt x="99" y="0"/>
                  <a:pt x="99" y="0"/>
                  <a:pt x="98" y="0"/>
                </a:cubicBezTo>
                <a:cubicBezTo>
                  <a:pt x="98" y="0"/>
                  <a:pt x="98" y="0"/>
                  <a:pt x="98" y="0"/>
                </a:cubicBezTo>
                <a:cubicBezTo>
                  <a:pt x="98" y="0"/>
                  <a:pt x="98" y="0"/>
                  <a:pt x="98" y="0"/>
                </a:cubicBezTo>
                <a:cubicBezTo>
                  <a:pt x="98" y="0"/>
                  <a:pt x="98" y="0"/>
                  <a:pt x="98" y="0"/>
                </a:cubicBezTo>
                <a:cubicBezTo>
                  <a:pt x="98" y="0"/>
                  <a:pt x="98" y="0"/>
                  <a:pt x="98" y="0"/>
                </a:cubicBezTo>
                <a:cubicBezTo>
                  <a:pt x="98" y="0"/>
                  <a:pt x="98" y="0"/>
                  <a:pt x="98" y="0"/>
                </a:cubicBezTo>
                <a:cubicBezTo>
                  <a:pt x="98" y="0"/>
                  <a:pt x="98" y="0"/>
                  <a:pt x="98" y="0"/>
                </a:cubicBezTo>
                <a:cubicBezTo>
                  <a:pt x="98" y="0"/>
                  <a:pt x="97" y="0"/>
                  <a:pt x="97" y="0"/>
                </a:cubicBezTo>
                <a:cubicBezTo>
                  <a:pt x="97" y="0"/>
                  <a:pt x="97" y="0"/>
                  <a:pt x="97" y="0"/>
                </a:cubicBezTo>
                <a:cubicBezTo>
                  <a:pt x="97" y="0"/>
                  <a:pt x="97" y="0"/>
                  <a:pt x="97" y="0"/>
                </a:cubicBezTo>
                <a:cubicBezTo>
                  <a:pt x="97" y="0"/>
                  <a:pt x="97" y="0"/>
                  <a:pt x="97" y="0"/>
                </a:cubicBezTo>
                <a:cubicBezTo>
                  <a:pt x="97" y="0"/>
                  <a:pt x="97" y="0"/>
                  <a:pt x="97" y="0"/>
                </a:cubicBezTo>
                <a:cubicBezTo>
                  <a:pt x="97" y="0"/>
                  <a:pt x="97" y="0"/>
                  <a:pt x="97" y="0"/>
                </a:cubicBezTo>
                <a:cubicBezTo>
                  <a:pt x="97" y="0"/>
                  <a:pt x="97" y="0"/>
                  <a:pt x="97" y="0"/>
                </a:cubicBezTo>
                <a:cubicBezTo>
                  <a:pt x="97" y="0"/>
                  <a:pt x="97" y="0"/>
                  <a:pt x="97" y="0"/>
                </a:cubicBezTo>
                <a:cubicBezTo>
                  <a:pt x="97" y="0"/>
                  <a:pt x="97" y="0"/>
                  <a:pt x="97" y="0"/>
                </a:cubicBezTo>
                <a:cubicBezTo>
                  <a:pt x="97" y="0"/>
                  <a:pt x="97" y="0"/>
                  <a:pt x="97" y="0"/>
                </a:cubicBezTo>
                <a:cubicBezTo>
                  <a:pt x="97" y="0"/>
                  <a:pt x="97" y="0"/>
                  <a:pt x="97" y="0"/>
                </a:cubicBezTo>
                <a:cubicBezTo>
                  <a:pt x="96" y="0"/>
                  <a:pt x="96" y="0"/>
                  <a:pt x="96" y="0"/>
                </a:cubicBezTo>
                <a:cubicBezTo>
                  <a:pt x="96" y="0"/>
                  <a:pt x="96" y="0"/>
                  <a:pt x="96" y="0"/>
                </a:cubicBezTo>
                <a:cubicBezTo>
                  <a:pt x="96" y="0"/>
                  <a:pt x="96" y="0"/>
                  <a:pt x="96" y="0"/>
                </a:cubicBezTo>
                <a:cubicBezTo>
                  <a:pt x="96" y="0"/>
                  <a:pt x="96" y="0"/>
                  <a:pt x="96" y="0"/>
                </a:cubicBezTo>
                <a:cubicBezTo>
                  <a:pt x="96" y="0"/>
                  <a:pt x="96" y="0"/>
                  <a:pt x="96" y="0"/>
                </a:cubicBezTo>
                <a:cubicBezTo>
                  <a:pt x="96" y="0"/>
                  <a:pt x="96" y="0"/>
                  <a:pt x="96" y="0"/>
                </a:cubicBezTo>
                <a:cubicBezTo>
                  <a:pt x="96" y="0"/>
                  <a:pt x="96" y="0"/>
                  <a:pt x="96" y="0"/>
                </a:cubicBezTo>
                <a:cubicBezTo>
                  <a:pt x="96" y="0"/>
                  <a:pt x="96" y="0"/>
                  <a:pt x="96" y="0"/>
                </a:cubicBezTo>
                <a:cubicBezTo>
                  <a:pt x="96" y="0"/>
                  <a:pt x="96" y="0"/>
                  <a:pt x="96" y="0"/>
                </a:cubicBezTo>
                <a:cubicBezTo>
                  <a:pt x="96" y="0"/>
                  <a:pt x="96" y="0"/>
                  <a:pt x="96" y="0"/>
                </a:cubicBezTo>
                <a:cubicBezTo>
                  <a:pt x="96" y="0"/>
                  <a:pt x="95" y="0"/>
                  <a:pt x="95" y="0"/>
                </a:cubicBezTo>
                <a:cubicBezTo>
                  <a:pt x="95" y="0"/>
                  <a:pt x="95" y="0"/>
                  <a:pt x="95" y="0"/>
                </a:cubicBezTo>
                <a:cubicBezTo>
                  <a:pt x="95" y="0"/>
                  <a:pt x="95" y="0"/>
                  <a:pt x="95" y="0"/>
                </a:cubicBezTo>
                <a:cubicBezTo>
                  <a:pt x="95" y="0"/>
                  <a:pt x="95" y="0"/>
                  <a:pt x="95" y="0"/>
                </a:cubicBezTo>
                <a:cubicBezTo>
                  <a:pt x="95" y="0"/>
                  <a:pt x="95" y="0"/>
                  <a:pt x="95" y="0"/>
                </a:cubicBezTo>
                <a:cubicBezTo>
                  <a:pt x="95" y="0"/>
                  <a:pt x="95" y="0"/>
                  <a:pt x="95" y="0"/>
                </a:cubicBezTo>
              </a:path>
            </a:pathLst>
          </a:custGeom>
          <a:solidFill>
            <a:srgbClr val="2AA1DC"/>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 name="Freeform 52"/>
          <p:cNvSpPr>
            <a:spLocks/>
          </p:cNvSpPr>
          <p:nvPr/>
        </p:nvSpPr>
        <p:spPr bwMode="auto">
          <a:xfrm>
            <a:off x="10504488" y="4951413"/>
            <a:ext cx="84138" cy="82550"/>
          </a:xfrm>
          <a:custGeom>
            <a:avLst/>
            <a:gdLst>
              <a:gd name="T0" fmla="*/ 17 w 17"/>
              <a:gd name="T1" fmla="*/ 0 h 17"/>
              <a:gd name="T2" fmla="*/ 17 w 17"/>
              <a:gd name="T3" fmla="*/ 0 h 17"/>
              <a:gd name="T4" fmla="*/ 0 w 17"/>
              <a:gd name="T5" fmla="*/ 17 h 17"/>
              <a:gd name="T6" fmla="*/ 0 w 17"/>
              <a:gd name="T7" fmla="*/ 17 h 17"/>
              <a:gd name="T8" fmla="*/ 17 w 17"/>
              <a:gd name="T9" fmla="*/ 0 h 17"/>
            </a:gdLst>
            <a:ahLst/>
            <a:cxnLst>
              <a:cxn ang="0">
                <a:pos x="T0" y="T1"/>
              </a:cxn>
              <a:cxn ang="0">
                <a:pos x="T2" y="T3"/>
              </a:cxn>
              <a:cxn ang="0">
                <a:pos x="T4" y="T5"/>
              </a:cxn>
              <a:cxn ang="0">
                <a:pos x="T6" y="T7"/>
              </a:cxn>
              <a:cxn ang="0">
                <a:pos x="T8" y="T9"/>
              </a:cxn>
            </a:cxnLst>
            <a:rect l="0" t="0" r="r" b="b"/>
            <a:pathLst>
              <a:path w="17" h="17">
                <a:moveTo>
                  <a:pt x="17" y="0"/>
                </a:moveTo>
                <a:cubicBezTo>
                  <a:pt x="17" y="0"/>
                  <a:pt x="17" y="0"/>
                  <a:pt x="17" y="0"/>
                </a:cubicBezTo>
                <a:cubicBezTo>
                  <a:pt x="12" y="6"/>
                  <a:pt x="6" y="12"/>
                  <a:pt x="0" y="17"/>
                </a:cubicBezTo>
                <a:cubicBezTo>
                  <a:pt x="0" y="17"/>
                  <a:pt x="0" y="17"/>
                  <a:pt x="0" y="17"/>
                </a:cubicBezTo>
                <a:cubicBezTo>
                  <a:pt x="6" y="12"/>
                  <a:pt x="12" y="6"/>
                  <a:pt x="17"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 name="Freeform 53"/>
          <p:cNvSpPr>
            <a:spLocks noEditPoints="1"/>
          </p:cNvSpPr>
          <p:nvPr/>
        </p:nvSpPr>
        <p:spPr bwMode="auto">
          <a:xfrm>
            <a:off x="8197851" y="2638426"/>
            <a:ext cx="760413" cy="765175"/>
          </a:xfrm>
          <a:custGeom>
            <a:avLst/>
            <a:gdLst>
              <a:gd name="T0" fmla="*/ 0 w 156"/>
              <a:gd name="T1" fmla="*/ 156 h 157"/>
              <a:gd name="T2" fmla="*/ 0 w 156"/>
              <a:gd name="T3" fmla="*/ 156 h 157"/>
              <a:gd name="T4" fmla="*/ 0 w 156"/>
              <a:gd name="T5" fmla="*/ 155 h 157"/>
              <a:gd name="T6" fmla="*/ 0 w 156"/>
              <a:gd name="T7" fmla="*/ 155 h 157"/>
              <a:gd name="T8" fmla="*/ 0 w 156"/>
              <a:gd name="T9" fmla="*/ 154 h 157"/>
              <a:gd name="T10" fmla="*/ 0 w 156"/>
              <a:gd name="T11" fmla="*/ 154 h 157"/>
              <a:gd name="T12" fmla="*/ 0 w 156"/>
              <a:gd name="T13" fmla="*/ 153 h 157"/>
              <a:gd name="T14" fmla="*/ 0 w 156"/>
              <a:gd name="T15" fmla="*/ 153 h 157"/>
              <a:gd name="T16" fmla="*/ 0 w 156"/>
              <a:gd name="T17" fmla="*/ 152 h 157"/>
              <a:gd name="T18" fmla="*/ 0 w 156"/>
              <a:gd name="T19" fmla="*/ 152 h 157"/>
              <a:gd name="T20" fmla="*/ 0 w 156"/>
              <a:gd name="T21" fmla="*/ 151 h 157"/>
              <a:gd name="T22" fmla="*/ 0 w 156"/>
              <a:gd name="T23" fmla="*/ 151 h 157"/>
              <a:gd name="T24" fmla="*/ 0 w 156"/>
              <a:gd name="T25" fmla="*/ 150 h 157"/>
              <a:gd name="T26" fmla="*/ 0 w 156"/>
              <a:gd name="T27" fmla="*/ 150 h 157"/>
              <a:gd name="T28" fmla="*/ 0 w 156"/>
              <a:gd name="T29" fmla="*/ 149 h 157"/>
              <a:gd name="T30" fmla="*/ 0 w 156"/>
              <a:gd name="T31" fmla="*/ 149 h 157"/>
              <a:gd name="T32" fmla="*/ 0 w 156"/>
              <a:gd name="T33" fmla="*/ 149 h 157"/>
              <a:gd name="T34" fmla="*/ 0 w 156"/>
              <a:gd name="T35" fmla="*/ 148 h 157"/>
              <a:gd name="T36" fmla="*/ 0 w 156"/>
              <a:gd name="T37" fmla="*/ 148 h 157"/>
              <a:gd name="T38" fmla="*/ 0 w 156"/>
              <a:gd name="T39" fmla="*/ 147 h 157"/>
              <a:gd name="T40" fmla="*/ 0 w 156"/>
              <a:gd name="T41" fmla="*/ 147 h 157"/>
              <a:gd name="T42" fmla="*/ 0 w 156"/>
              <a:gd name="T43" fmla="*/ 146 h 157"/>
              <a:gd name="T44" fmla="*/ 0 w 156"/>
              <a:gd name="T45" fmla="*/ 146 h 157"/>
              <a:gd name="T46" fmla="*/ 0 w 156"/>
              <a:gd name="T47" fmla="*/ 145 h 157"/>
              <a:gd name="T48" fmla="*/ 0 w 156"/>
              <a:gd name="T49" fmla="*/ 145 h 157"/>
              <a:gd name="T50" fmla="*/ 0 w 156"/>
              <a:gd name="T51" fmla="*/ 144 h 157"/>
              <a:gd name="T52" fmla="*/ 0 w 156"/>
              <a:gd name="T53" fmla="*/ 143 h 157"/>
              <a:gd name="T54" fmla="*/ 156 w 156"/>
              <a:gd name="T55" fmla="*/ 0 h 157"/>
              <a:gd name="T56" fmla="*/ 155 w 156"/>
              <a:gd name="T57" fmla="*/ 0 h 157"/>
              <a:gd name="T58" fmla="*/ 155 w 156"/>
              <a:gd name="T59" fmla="*/ 0 h 157"/>
              <a:gd name="T60" fmla="*/ 154 w 156"/>
              <a:gd name="T61" fmla="*/ 0 h 157"/>
              <a:gd name="T62" fmla="*/ 154 w 156"/>
              <a:gd name="T63" fmla="*/ 0 h 157"/>
              <a:gd name="T64" fmla="*/ 153 w 156"/>
              <a:gd name="T65" fmla="*/ 0 h 157"/>
              <a:gd name="T66" fmla="*/ 153 w 156"/>
              <a:gd name="T67" fmla="*/ 0 h 157"/>
              <a:gd name="T68" fmla="*/ 142 w 156"/>
              <a:gd name="T69" fmla="*/ 0 h 157"/>
              <a:gd name="T70" fmla="*/ 143 w 156"/>
              <a:gd name="T71" fmla="*/ 0 h 157"/>
              <a:gd name="T72" fmla="*/ 152 w 156"/>
              <a:gd name="T73" fmla="*/ 0 h 157"/>
              <a:gd name="T74" fmla="*/ 152 w 156"/>
              <a:gd name="T75" fmla="*/ 0 h 157"/>
              <a:gd name="T76" fmla="*/ 151 w 156"/>
              <a:gd name="T77" fmla="*/ 0 h 157"/>
              <a:gd name="T78" fmla="*/ 144 w 156"/>
              <a:gd name="T79" fmla="*/ 0 h 157"/>
              <a:gd name="T80" fmla="*/ 144 w 156"/>
              <a:gd name="T81" fmla="*/ 0 h 157"/>
              <a:gd name="T82" fmla="*/ 150 w 156"/>
              <a:gd name="T83" fmla="*/ 0 h 157"/>
              <a:gd name="T84" fmla="*/ 145 w 156"/>
              <a:gd name="T85" fmla="*/ 0 h 157"/>
              <a:gd name="T86" fmla="*/ 145 w 156"/>
              <a:gd name="T87" fmla="*/ 0 h 157"/>
              <a:gd name="T88" fmla="*/ 150 w 156"/>
              <a:gd name="T89" fmla="*/ 0 h 157"/>
              <a:gd name="T90" fmla="*/ 145 w 156"/>
              <a:gd name="T91" fmla="*/ 0 h 157"/>
              <a:gd name="T92" fmla="*/ 145 w 156"/>
              <a:gd name="T93" fmla="*/ 0 h 157"/>
              <a:gd name="T94" fmla="*/ 149 w 156"/>
              <a:gd name="T95" fmla="*/ 0 h 157"/>
              <a:gd name="T96" fmla="*/ 146 w 156"/>
              <a:gd name="T97" fmla="*/ 0 h 157"/>
              <a:gd name="T98" fmla="*/ 146 w 156"/>
              <a:gd name="T99" fmla="*/ 0 h 157"/>
              <a:gd name="T100" fmla="*/ 148 w 156"/>
              <a:gd name="T101" fmla="*/ 0 h 157"/>
              <a:gd name="T102" fmla="*/ 147 w 156"/>
              <a:gd name="T103" fmla="*/ 0 h 157"/>
              <a:gd name="T104" fmla="*/ 147 w 156"/>
              <a:gd name="T105" fmla="*/ 0 h 157"/>
              <a:gd name="T106" fmla="*/ 147 w 156"/>
              <a:gd name="T107"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6" h="157">
                <a:moveTo>
                  <a:pt x="0" y="157"/>
                </a:moveTo>
                <a:cubicBezTo>
                  <a:pt x="0" y="157"/>
                  <a:pt x="0" y="157"/>
                  <a:pt x="0" y="157"/>
                </a:cubicBezTo>
                <a:cubicBezTo>
                  <a:pt x="0" y="157"/>
                  <a:pt x="0" y="157"/>
                  <a:pt x="0" y="157"/>
                </a:cubicBezTo>
                <a:moveTo>
                  <a:pt x="0" y="156"/>
                </a:moveTo>
                <a:cubicBezTo>
                  <a:pt x="0" y="156"/>
                  <a:pt x="0" y="156"/>
                  <a:pt x="0" y="156"/>
                </a:cubicBezTo>
                <a:cubicBezTo>
                  <a:pt x="0" y="156"/>
                  <a:pt x="0" y="156"/>
                  <a:pt x="0" y="156"/>
                </a:cubicBezTo>
                <a:moveTo>
                  <a:pt x="0" y="156"/>
                </a:moveTo>
                <a:cubicBezTo>
                  <a:pt x="0" y="156"/>
                  <a:pt x="0" y="156"/>
                  <a:pt x="0" y="156"/>
                </a:cubicBezTo>
                <a:cubicBezTo>
                  <a:pt x="0" y="156"/>
                  <a:pt x="0" y="156"/>
                  <a:pt x="0" y="156"/>
                </a:cubicBezTo>
                <a:moveTo>
                  <a:pt x="0" y="156"/>
                </a:moveTo>
                <a:cubicBezTo>
                  <a:pt x="0" y="156"/>
                  <a:pt x="0" y="156"/>
                  <a:pt x="0" y="156"/>
                </a:cubicBezTo>
                <a:cubicBezTo>
                  <a:pt x="0" y="156"/>
                  <a:pt x="0" y="156"/>
                  <a:pt x="0" y="156"/>
                </a:cubicBezTo>
                <a:moveTo>
                  <a:pt x="0" y="156"/>
                </a:moveTo>
                <a:cubicBezTo>
                  <a:pt x="0" y="156"/>
                  <a:pt x="0" y="156"/>
                  <a:pt x="0" y="156"/>
                </a:cubicBezTo>
                <a:cubicBezTo>
                  <a:pt x="0" y="156"/>
                  <a:pt x="0" y="156"/>
                  <a:pt x="0" y="156"/>
                </a:cubicBezTo>
                <a:moveTo>
                  <a:pt x="0" y="155"/>
                </a:moveTo>
                <a:cubicBezTo>
                  <a:pt x="0" y="155"/>
                  <a:pt x="0" y="155"/>
                  <a:pt x="0" y="155"/>
                </a:cubicBezTo>
                <a:cubicBezTo>
                  <a:pt x="0" y="155"/>
                  <a:pt x="0" y="155"/>
                  <a:pt x="0" y="155"/>
                </a:cubicBezTo>
                <a:moveTo>
                  <a:pt x="0" y="155"/>
                </a:moveTo>
                <a:cubicBezTo>
                  <a:pt x="0" y="155"/>
                  <a:pt x="0" y="155"/>
                  <a:pt x="0" y="155"/>
                </a:cubicBezTo>
                <a:cubicBezTo>
                  <a:pt x="0" y="155"/>
                  <a:pt x="0" y="155"/>
                  <a:pt x="0" y="155"/>
                </a:cubicBezTo>
                <a:moveTo>
                  <a:pt x="0" y="155"/>
                </a:moveTo>
                <a:cubicBezTo>
                  <a:pt x="0" y="155"/>
                  <a:pt x="0" y="155"/>
                  <a:pt x="0" y="155"/>
                </a:cubicBezTo>
                <a:cubicBezTo>
                  <a:pt x="0" y="155"/>
                  <a:pt x="0" y="155"/>
                  <a:pt x="0" y="155"/>
                </a:cubicBezTo>
                <a:moveTo>
                  <a:pt x="0" y="155"/>
                </a:moveTo>
                <a:cubicBezTo>
                  <a:pt x="0" y="155"/>
                  <a:pt x="0" y="155"/>
                  <a:pt x="0" y="155"/>
                </a:cubicBezTo>
                <a:cubicBezTo>
                  <a:pt x="0" y="155"/>
                  <a:pt x="0" y="155"/>
                  <a:pt x="0" y="155"/>
                </a:cubicBezTo>
                <a:moveTo>
                  <a:pt x="0" y="154"/>
                </a:moveTo>
                <a:cubicBezTo>
                  <a:pt x="0" y="154"/>
                  <a:pt x="0" y="154"/>
                  <a:pt x="0" y="154"/>
                </a:cubicBezTo>
                <a:cubicBezTo>
                  <a:pt x="0" y="154"/>
                  <a:pt x="0" y="154"/>
                  <a:pt x="0" y="154"/>
                </a:cubicBezTo>
                <a:moveTo>
                  <a:pt x="0" y="154"/>
                </a:moveTo>
                <a:cubicBezTo>
                  <a:pt x="0" y="154"/>
                  <a:pt x="0" y="154"/>
                  <a:pt x="0" y="154"/>
                </a:cubicBezTo>
                <a:cubicBezTo>
                  <a:pt x="0" y="154"/>
                  <a:pt x="0" y="154"/>
                  <a:pt x="0" y="154"/>
                </a:cubicBezTo>
                <a:moveTo>
                  <a:pt x="0" y="154"/>
                </a:moveTo>
                <a:cubicBezTo>
                  <a:pt x="0" y="154"/>
                  <a:pt x="0" y="154"/>
                  <a:pt x="0" y="154"/>
                </a:cubicBezTo>
                <a:cubicBezTo>
                  <a:pt x="0" y="154"/>
                  <a:pt x="0" y="154"/>
                  <a:pt x="0" y="154"/>
                </a:cubicBezTo>
                <a:moveTo>
                  <a:pt x="0" y="154"/>
                </a:moveTo>
                <a:cubicBezTo>
                  <a:pt x="0" y="154"/>
                  <a:pt x="0" y="154"/>
                  <a:pt x="0" y="154"/>
                </a:cubicBezTo>
                <a:cubicBezTo>
                  <a:pt x="0" y="154"/>
                  <a:pt x="0" y="154"/>
                  <a:pt x="0" y="154"/>
                </a:cubicBezTo>
                <a:moveTo>
                  <a:pt x="0" y="153"/>
                </a:moveTo>
                <a:cubicBezTo>
                  <a:pt x="0" y="153"/>
                  <a:pt x="0" y="153"/>
                  <a:pt x="0" y="153"/>
                </a:cubicBezTo>
                <a:cubicBezTo>
                  <a:pt x="0" y="153"/>
                  <a:pt x="0" y="153"/>
                  <a:pt x="0" y="153"/>
                </a:cubicBezTo>
                <a:moveTo>
                  <a:pt x="0" y="153"/>
                </a:moveTo>
                <a:cubicBezTo>
                  <a:pt x="0" y="153"/>
                  <a:pt x="0" y="153"/>
                  <a:pt x="0" y="153"/>
                </a:cubicBezTo>
                <a:cubicBezTo>
                  <a:pt x="0" y="153"/>
                  <a:pt x="0" y="153"/>
                  <a:pt x="0" y="153"/>
                </a:cubicBezTo>
                <a:moveTo>
                  <a:pt x="0" y="153"/>
                </a:moveTo>
                <a:cubicBezTo>
                  <a:pt x="0" y="153"/>
                  <a:pt x="0" y="153"/>
                  <a:pt x="0" y="153"/>
                </a:cubicBezTo>
                <a:cubicBezTo>
                  <a:pt x="0" y="153"/>
                  <a:pt x="0" y="153"/>
                  <a:pt x="0" y="153"/>
                </a:cubicBezTo>
                <a:moveTo>
                  <a:pt x="0" y="153"/>
                </a:moveTo>
                <a:cubicBezTo>
                  <a:pt x="0" y="153"/>
                  <a:pt x="0" y="153"/>
                  <a:pt x="0" y="153"/>
                </a:cubicBezTo>
                <a:cubicBezTo>
                  <a:pt x="0" y="153"/>
                  <a:pt x="0" y="153"/>
                  <a:pt x="0" y="153"/>
                </a:cubicBezTo>
                <a:moveTo>
                  <a:pt x="0" y="152"/>
                </a:moveTo>
                <a:cubicBezTo>
                  <a:pt x="0" y="152"/>
                  <a:pt x="0" y="152"/>
                  <a:pt x="0" y="153"/>
                </a:cubicBezTo>
                <a:cubicBezTo>
                  <a:pt x="0" y="152"/>
                  <a:pt x="0" y="152"/>
                  <a:pt x="0" y="152"/>
                </a:cubicBezTo>
                <a:moveTo>
                  <a:pt x="0" y="152"/>
                </a:moveTo>
                <a:cubicBezTo>
                  <a:pt x="0" y="152"/>
                  <a:pt x="0" y="152"/>
                  <a:pt x="0" y="152"/>
                </a:cubicBezTo>
                <a:cubicBezTo>
                  <a:pt x="0" y="152"/>
                  <a:pt x="0" y="152"/>
                  <a:pt x="0" y="152"/>
                </a:cubicBezTo>
                <a:moveTo>
                  <a:pt x="0" y="152"/>
                </a:moveTo>
                <a:cubicBezTo>
                  <a:pt x="0" y="152"/>
                  <a:pt x="0" y="152"/>
                  <a:pt x="0" y="152"/>
                </a:cubicBezTo>
                <a:cubicBezTo>
                  <a:pt x="0" y="152"/>
                  <a:pt x="0" y="152"/>
                  <a:pt x="0" y="152"/>
                </a:cubicBezTo>
                <a:moveTo>
                  <a:pt x="0" y="152"/>
                </a:moveTo>
                <a:cubicBezTo>
                  <a:pt x="0" y="152"/>
                  <a:pt x="0" y="152"/>
                  <a:pt x="0" y="152"/>
                </a:cubicBezTo>
                <a:cubicBezTo>
                  <a:pt x="0" y="152"/>
                  <a:pt x="0" y="152"/>
                  <a:pt x="0" y="152"/>
                </a:cubicBezTo>
                <a:moveTo>
                  <a:pt x="0" y="151"/>
                </a:moveTo>
                <a:cubicBezTo>
                  <a:pt x="0" y="151"/>
                  <a:pt x="0" y="152"/>
                  <a:pt x="0" y="152"/>
                </a:cubicBezTo>
                <a:cubicBezTo>
                  <a:pt x="0" y="152"/>
                  <a:pt x="0" y="151"/>
                  <a:pt x="0" y="151"/>
                </a:cubicBezTo>
                <a:moveTo>
                  <a:pt x="0" y="151"/>
                </a:moveTo>
                <a:cubicBezTo>
                  <a:pt x="0" y="151"/>
                  <a:pt x="0" y="151"/>
                  <a:pt x="0" y="151"/>
                </a:cubicBezTo>
                <a:cubicBezTo>
                  <a:pt x="0" y="151"/>
                  <a:pt x="0" y="151"/>
                  <a:pt x="0" y="151"/>
                </a:cubicBezTo>
                <a:moveTo>
                  <a:pt x="0" y="151"/>
                </a:moveTo>
                <a:cubicBezTo>
                  <a:pt x="0" y="151"/>
                  <a:pt x="0" y="151"/>
                  <a:pt x="0" y="151"/>
                </a:cubicBezTo>
                <a:cubicBezTo>
                  <a:pt x="0" y="151"/>
                  <a:pt x="0" y="151"/>
                  <a:pt x="0" y="151"/>
                </a:cubicBezTo>
                <a:moveTo>
                  <a:pt x="0" y="151"/>
                </a:moveTo>
                <a:cubicBezTo>
                  <a:pt x="0" y="151"/>
                  <a:pt x="0" y="151"/>
                  <a:pt x="0" y="151"/>
                </a:cubicBezTo>
                <a:cubicBezTo>
                  <a:pt x="0" y="151"/>
                  <a:pt x="0" y="151"/>
                  <a:pt x="0" y="151"/>
                </a:cubicBezTo>
                <a:moveTo>
                  <a:pt x="0" y="150"/>
                </a:moveTo>
                <a:cubicBezTo>
                  <a:pt x="0" y="151"/>
                  <a:pt x="0" y="151"/>
                  <a:pt x="0" y="151"/>
                </a:cubicBezTo>
                <a:cubicBezTo>
                  <a:pt x="0" y="151"/>
                  <a:pt x="0" y="151"/>
                  <a:pt x="0" y="150"/>
                </a:cubicBezTo>
                <a:moveTo>
                  <a:pt x="0" y="150"/>
                </a:moveTo>
                <a:cubicBezTo>
                  <a:pt x="0" y="150"/>
                  <a:pt x="0" y="150"/>
                  <a:pt x="0" y="150"/>
                </a:cubicBezTo>
                <a:cubicBezTo>
                  <a:pt x="0" y="150"/>
                  <a:pt x="0" y="150"/>
                  <a:pt x="0" y="150"/>
                </a:cubicBezTo>
                <a:moveTo>
                  <a:pt x="0" y="150"/>
                </a:moveTo>
                <a:cubicBezTo>
                  <a:pt x="0" y="150"/>
                  <a:pt x="0" y="150"/>
                  <a:pt x="0" y="150"/>
                </a:cubicBezTo>
                <a:cubicBezTo>
                  <a:pt x="0" y="150"/>
                  <a:pt x="0" y="150"/>
                  <a:pt x="0" y="150"/>
                </a:cubicBezTo>
                <a:moveTo>
                  <a:pt x="0" y="150"/>
                </a:moveTo>
                <a:cubicBezTo>
                  <a:pt x="0" y="150"/>
                  <a:pt x="0" y="150"/>
                  <a:pt x="0" y="150"/>
                </a:cubicBezTo>
                <a:cubicBezTo>
                  <a:pt x="0" y="150"/>
                  <a:pt x="0" y="150"/>
                  <a:pt x="0" y="150"/>
                </a:cubicBezTo>
                <a:moveTo>
                  <a:pt x="0" y="149"/>
                </a:moveTo>
                <a:cubicBezTo>
                  <a:pt x="0" y="150"/>
                  <a:pt x="0" y="150"/>
                  <a:pt x="0" y="150"/>
                </a:cubicBezTo>
                <a:cubicBezTo>
                  <a:pt x="0" y="150"/>
                  <a:pt x="0" y="150"/>
                  <a:pt x="0" y="149"/>
                </a:cubicBezTo>
                <a:moveTo>
                  <a:pt x="0" y="149"/>
                </a:moveTo>
                <a:cubicBezTo>
                  <a:pt x="0" y="149"/>
                  <a:pt x="0" y="149"/>
                  <a:pt x="0" y="149"/>
                </a:cubicBezTo>
                <a:cubicBezTo>
                  <a:pt x="0" y="149"/>
                  <a:pt x="0" y="149"/>
                  <a:pt x="0" y="149"/>
                </a:cubicBezTo>
                <a:moveTo>
                  <a:pt x="0" y="149"/>
                </a:moveTo>
                <a:cubicBezTo>
                  <a:pt x="0" y="149"/>
                  <a:pt x="0" y="149"/>
                  <a:pt x="0" y="149"/>
                </a:cubicBezTo>
                <a:cubicBezTo>
                  <a:pt x="0" y="149"/>
                  <a:pt x="0" y="149"/>
                  <a:pt x="0" y="149"/>
                </a:cubicBezTo>
                <a:moveTo>
                  <a:pt x="0" y="149"/>
                </a:moveTo>
                <a:cubicBezTo>
                  <a:pt x="0" y="149"/>
                  <a:pt x="0" y="149"/>
                  <a:pt x="0" y="149"/>
                </a:cubicBezTo>
                <a:cubicBezTo>
                  <a:pt x="0" y="149"/>
                  <a:pt x="0" y="149"/>
                  <a:pt x="0" y="149"/>
                </a:cubicBezTo>
                <a:moveTo>
                  <a:pt x="0" y="149"/>
                </a:moveTo>
                <a:cubicBezTo>
                  <a:pt x="0" y="149"/>
                  <a:pt x="0" y="149"/>
                  <a:pt x="0" y="149"/>
                </a:cubicBezTo>
                <a:cubicBezTo>
                  <a:pt x="0" y="149"/>
                  <a:pt x="0" y="149"/>
                  <a:pt x="0" y="149"/>
                </a:cubicBezTo>
                <a:moveTo>
                  <a:pt x="0" y="148"/>
                </a:moveTo>
                <a:cubicBezTo>
                  <a:pt x="0" y="148"/>
                  <a:pt x="0" y="148"/>
                  <a:pt x="0" y="149"/>
                </a:cubicBezTo>
                <a:cubicBezTo>
                  <a:pt x="0" y="148"/>
                  <a:pt x="0" y="148"/>
                  <a:pt x="0" y="148"/>
                </a:cubicBezTo>
                <a:moveTo>
                  <a:pt x="0" y="148"/>
                </a:moveTo>
                <a:cubicBezTo>
                  <a:pt x="0" y="148"/>
                  <a:pt x="0" y="148"/>
                  <a:pt x="0" y="148"/>
                </a:cubicBezTo>
                <a:cubicBezTo>
                  <a:pt x="0" y="148"/>
                  <a:pt x="0" y="148"/>
                  <a:pt x="0" y="148"/>
                </a:cubicBezTo>
                <a:moveTo>
                  <a:pt x="0" y="148"/>
                </a:moveTo>
                <a:cubicBezTo>
                  <a:pt x="0" y="148"/>
                  <a:pt x="0" y="148"/>
                  <a:pt x="0" y="148"/>
                </a:cubicBezTo>
                <a:cubicBezTo>
                  <a:pt x="0" y="148"/>
                  <a:pt x="0" y="148"/>
                  <a:pt x="0" y="148"/>
                </a:cubicBezTo>
                <a:cubicBezTo>
                  <a:pt x="0" y="148"/>
                  <a:pt x="0" y="148"/>
                  <a:pt x="0" y="148"/>
                </a:cubicBezTo>
                <a:moveTo>
                  <a:pt x="0" y="148"/>
                </a:moveTo>
                <a:cubicBezTo>
                  <a:pt x="0" y="148"/>
                  <a:pt x="0" y="148"/>
                  <a:pt x="0" y="148"/>
                </a:cubicBezTo>
                <a:cubicBezTo>
                  <a:pt x="0" y="148"/>
                  <a:pt x="0" y="148"/>
                  <a:pt x="0" y="148"/>
                </a:cubicBezTo>
                <a:moveTo>
                  <a:pt x="0" y="147"/>
                </a:moveTo>
                <a:cubicBezTo>
                  <a:pt x="0" y="147"/>
                  <a:pt x="0" y="147"/>
                  <a:pt x="0" y="148"/>
                </a:cubicBezTo>
                <a:cubicBezTo>
                  <a:pt x="0" y="147"/>
                  <a:pt x="0" y="147"/>
                  <a:pt x="0" y="147"/>
                </a:cubicBezTo>
                <a:moveTo>
                  <a:pt x="0" y="147"/>
                </a:moveTo>
                <a:cubicBezTo>
                  <a:pt x="0" y="147"/>
                  <a:pt x="0" y="147"/>
                  <a:pt x="0" y="147"/>
                </a:cubicBezTo>
                <a:cubicBezTo>
                  <a:pt x="0" y="147"/>
                  <a:pt x="0" y="147"/>
                  <a:pt x="0" y="147"/>
                </a:cubicBezTo>
                <a:moveTo>
                  <a:pt x="0" y="147"/>
                </a:moveTo>
                <a:cubicBezTo>
                  <a:pt x="0" y="147"/>
                  <a:pt x="0" y="147"/>
                  <a:pt x="0" y="147"/>
                </a:cubicBezTo>
                <a:cubicBezTo>
                  <a:pt x="0" y="147"/>
                  <a:pt x="0" y="147"/>
                  <a:pt x="0" y="147"/>
                </a:cubicBezTo>
                <a:moveTo>
                  <a:pt x="0" y="147"/>
                </a:moveTo>
                <a:cubicBezTo>
                  <a:pt x="0" y="147"/>
                  <a:pt x="0" y="147"/>
                  <a:pt x="0" y="147"/>
                </a:cubicBezTo>
                <a:cubicBezTo>
                  <a:pt x="0" y="147"/>
                  <a:pt x="0" y="147"/>
                  <a:pt x="0" y="147"/>
                </a:cubicBezTo>
                <a:moveTo>
                  <a:pt x="0" y="146"/>
                </a:moveTo>
                <a:cubicBezTo>
                  <a:pt x="0" y="146"/>
                  <a:pt x="0" y="147"/>
                  <a:pt x="0" y="147"/>
                </a:cubicBezTo>
                <a:cubicBezTo>
                  <a:pt x="0" y="147"/>
                  <a:pt x="0" y="146"/>
                  <a:pt x="0" y="146"/>
                </a:cubicBezTo>
                <a:moveTo>
                  <a:pt x="0" y="146"/>
                </a:moveTo>
                <a:cubicBezTo>
                  <a:pt x="0" y="146"/>
                  <a:pt x="0" y="146"/>
                  <a:pt x="0" y="146"/>
                </a:cubicBezTo>
                <a:cubicBezTo>
                  <a:pt x="0" y="146"/>
                  <a:pt x="0" y="146"/>
                  <a:pt x="0" y="146"/>
                </a:cubicBezTo>
                <a:moveTo>
                  <a:pt x="0" y="146"/>
                </a:moveTo>
                <a:cubicBezTo>
                  <a:pt x="0" y="146"/>
                  <a:pt x="0" y="146"/>
                  <a:pt x="0" y="146"/>
                </a:cubicBezTo>
                <a:cubicBezTo>
                  <a:pt x="0" y="146"/>
                  <a:pt x="0" y="146"/>
                  <a:pt x="0" y="146"/>
                </a:cubicBezTo>
                <a:moveTo>
                  <a:pt x="0" y="146"/>
                </a:moveTo>
                <a:cubicBezTo>
                  <a:pt x="0" y="146"/>
                  <a:pt x="0" y="146"/>
                  <a:pt x="0" y="146"/>
                </a:cubicBezTo>
                <a:cubicBezTo>
                  <a:pt x="0" y="146"/>
                  <a:pt x="0" y="146"/>
                  <a:pt x="0" y="146"/>
                </a:cubicBezTo>
                <a:moveTo>
                  <a:pt x="0" y="145"/>
                </a:moveTo>
                <a:cubicBezTo>
                  <a:pt x="0" y="146"/>
                  <a:pt x="0" y="146"/>
                  <a:pt x="0" y="146"/>
                </a:cubicBezTo>
                <a:cubicBezTo>
                  <a:pt x="0" y="146"/>
                  <a:pt x="0" y="146"/>
                  <a:pt x="0" y="145"/>
                </a:cubicBezTo>
                <a:moveTo>
                  <a:pt x="0" y="145"/>
                </a:moveTo>
                <a:cubicBezTo>
                  <a:pt x="0" y="145"/>
                  <a:pt x="0" y="145"/>
                  <a:pt x="0" y="145"/>
                </a:cubicBezTo>
                <a:cubicBezTo>
                  <a:pt x="0" y="145"/>
                  <a:pt x="0" y="145"/>
                  <a:pt x="0" y="145"/>
                </a:cubicBezTo>
                <a:moveTo>
                  <a:pt x="0" y="145"/>
                </a:moveTo>
                <a:cubicBezTo>
                  <a:pt x="0" y="145"/>
                  <a:pt x="0" y="145"/>
                  <a:pt x="0" y="145"/>
                </a:cubicBezTo>
                <a:cubicBezTo>
                  <a:pt x="0" y="145"/>
                  <a:pt x="0" y="145"/>
                  <a:pt x="0" y="145"/>
                </a:cubicBezTo>
                <a:moveTo>
                  <a:pt x="0" y="145"/>
                </a:moveTo>
                <a:cubicBezTo>
                  <a:pt x="0" y="145"/>
                  <a:pt x="0" y="145"/>
                  <a:pt x="0" y="145"/>
                </a:cubicBezTo>
                <a:cubicBezTo>
                  <a:pt x="0" y="145"/>
                  <a:pt x="0" y="145"/>
                  <a:pt x="0" y="145"/>
                </a:cubicBezTo>
                <a:moveTo>
                  <a:pt x="0" y="145"/>
                </a:moveTo>
                <a:cubicBezTo>
                  <a:pt x="0" y="145"/>
                  <a:pt x="0" y="145"/>
                  <a:pt x="0" y="145"/>
                </a:cubicBezTo>
                <a:cubicBezTo>
                  <a:pt x="0" y="145"/>
                  <a:pt x="0" y="145"/>
                  <a:pt x="0" y="145"/>
                </a:cubicBezTo>
                <a:moveTo>
                  <a:pt x="0" y="144"/>
                </a:moveTo>
                <a:cubicBezTo>
                  <a:pt x="0" y="144"/>
                  <a:pt x="0" y="144"/>
                  <a:pt x="0" y="144"/>
                </a:cubicBezTo>
                <a:cubicBezTo>
                  <a:pt x="0" y="144"/>
                  <a:pt x="0" y="144"/>
                  <a:pt x="0" y="144"/>
                </a:cubicBezTo>
                <a:moveTo>
                  <a:pt x="0" y="144"/>
                </a:moveTo>
                <a:cubicBezTo>
                  <a:pt x="0" y="144"/>
                  <a:pt x="0" y="144"/>
                  <a:pt x="0" y="144"/>
                </a:cubicBezTo>
                <a:cubicBezTo>
                  <a:pt x="0" y="144"/>
                  <a:pt x="0" y="144"/>
                  <a:pt x="0" y="144"/>
                </a:cubicBezTo>
                <a:moveTo>
                  <a:pt x="0" y="143"/>
                </a:moveTo>
                <a:cubicBezTo>
                  <a:pt x="0" y="143"/>
                  <a:pt x="0" y="143"/>
                  <a:pt x="0" y="143"/>
                </a:cubicBezTo>
                <a:cubicBezTo>
                  <a:pt x="0" y="143"/>
                  <a:pt x="0" y="143"/>
                  <a:pt x="0" y="143"/>
                </a:cubicBezTo>
                <a:moveTo>
                  <a:pt x="0" y="143"/>
                </a:moveTo>
                <a:cubicBezTo>
                  <a:pt x="0" y="143"/>
                  <a:pt x="0" y="143"/>
                  <a:pt x="0" y="143"/>
                </a:cubicBezTo>
                <a:cubicBezTo>
                  <a:pt x="0" y="143"/>
                  <a:pt x="0" y="143"/>
                  <a:pt x="0" y="143"/>
                </a:cubicBezTo>
                <a:moveTo>
                  <a:pt x="156" y="0"/>
                </a:moveTo>
                <a:cubicBezTo>
                  <a:pt x="156" y="0"/>
                  <a:pt x="156" y="0"/>
                  <a:pt x="156" y="0"/>
                </a:cubicBezTo>
                <a:cubicBezTo>
                  <a:pt x="156" y="0"/>
                  <a:pt x="156" y="0"/>
                  <a:pt x="156" y="0"/>
                </a:cubicBezTo>
                <a:moveTo>
                  <a:pt x="155" y="0"/>
                </a:moveTo>
                <a:cubicBezTo>
                  <a:pt x="155" y="0"/>
                  <a:pt x="155" y="0"/>
                  <a:pt x="155" y="0"/>
                </a:cubicBezTo>
                <a:cubicBezTo>
                  <a:pt x="155" y="0"/>
                  <a:pt x="155" y="0"/>
                  <a:pt x="155" y="0"/>
                </a:cubicBezTo>
                <a:moveTo>
                  <a:pt x="155" y="0"/>
                </a:moveTo>
                <a:cubicBezTo>
                  <a:pt x="155" y="0"/>
                  <a:pt x="155" y="0"/>
                  <a:pt x="155" y="0"/>
                </a:cubicBezTo>
                <a:cubicBezTo>
                  <a:pt x="155" y="0"/>
                  <a:pt x="155" y="0"/>
                  <a:pt x="155" y="0"/>
                </a:cubicBezTo>
                <a:moveTo>
                  <a:pt x="155" y="0"/>
                </a:moveTo>
                <a:cubicBezTo>
                  <a:pt x="155" y="0"/>
                  <a:pt x="155" y="0"/>
                  <a:pt x="155" y="0"/>
                </a:cubicBezTo>
                <a:cubicBezTo>
                  <a:pt x="155" y="0"/>
                  <a:pt x="155" y="0"/>
                  <a:pt x="155" y="0"/>
                </a:cubicBezTo>
                <a:moveTo>
                  <a:pt x="155" y="0"/>
                </a:moveTo>
                <a:cubicBezTo>
                  <a:pt x="155" y="0"/>
                  <a:pt x="155" y="0"/>
                  <a:pt x="155" y="0"/>
                </a:cubicBezTo>
                <a:cubicBezTo>
                  <a:pt x="155" y="0"/>
                  <a:pt x="155" y="0"/>
                  <a:pt x="155" y="0"/>
                </a:cubicBezTo>
                <a:moveTo>
                  <a:pt x="154" y="0"/>
                </a:moveTo>
                <a:cubicBezTo>
                  <a:pt x="154" y="0"/>
                  <a:pt x="154" y="0"/>
                  <a:pt x="154" y="0"/>
                </a:cubicBezTo>
                <a:cubicBezTo>
                  <a:pt x="154" y="0"/>
                  <a:pt x="154" y="0"/>
                  <a:pt x="154" y="0"/>
                </a:cubicBezTo>
                <a:moveTo>
                  <a:pt x="154" y="0"/>
                </a:moveTo>
                <a:cubicBezTo>
                  <a:pt x="154" y="0"/>
                  <a:pt x="154" y="0"/>
                  <a:pt x="154" y="0"/>
                </a:cubicBezTo>
                <a:cubicBezTo>
                  <a:pt x="154" y="0"/>
                  <a:pt x="154" y="0"/>
                  <a:pt x="154" y="0"/>
                </a:cubicBezTo>
                <a:moveTo>
                  <a:pt x="154" y="0"/>
                </a:moveTo>
                <a:cubicBezTo>
                  <a:pt x="154" y="0"/>
                  <a:pt x="154" y="0"/>
                  <a:pt x="154" y="0"/>
                </a:cubicBezTo>
                <a:cubicBezTo>
                  <a:pt x="154" y="0"/>
                  <a:pt x="154" y="0"/>
                  <a:pt x="154" y="0"/>
                </a:cubicBezTo>
                <a:moveTo>
                  <a:pt x="154" y="0"/>
                </a:moveTo>
                <a:cubicBezTo>
                  <a:pt x="154" y="0"/>
                  <a:pt x="154" y="0"/>
                  <a:pt x="154" y="0"/>
                </a:cubicBezTo>
                <a:cubicBezTo>
                  <a:pt x="154" y="0"/>
                  <a:pt x="154" y="0"/>
                  <a:pt x="154" y="0"/>
                </a:cubicBezTo>
                <a:moveTo>
                  <a:pt x="153" y="0"/>
                </a:moveTo>
                <a:cubicBezTo>
                  <a:pt x="153" y="0"/>
                  <a:pt x="153" y="0"/>
                  <a:pt x="153" y="0"/>
                </a:cubicBezTo>
                <a:cubicBezTo>
                  <a:pt x="153" y="0"/>
                  <a:pt x="153" y="0"/>
                  <a:pt x="153" y="0"/>
                </a:cubicBezTo>
                <a:moveTo>
                  <a:pt x="153" y="0"/>
                </a:moveTo>
                <a:cubicBezTo>
                  <a:pt x="153" y="0"/>
                  <a:pt x="153" y="0"/>
                  <a:pt x="153" y="0"/>
                </a:cubicBezTo>
                <a:cubicBezTo>
                  <a:pt x="153" y="0"/>
                  <a:pt x="153" y="0"/>
                  <a:pt x="153" y="0"/>
                </a:cubicBezTo>
                <a:moveTo>
                  <a:pt x="153" y="0"/>
                </a:moveTo>
                <a:cubicBezTo>
                  <a:pt x="153" y="0"/>
                  <a:pt x="153" y="0"/>
                  <a:pt x="153" y="0"/>
                </a:cubicBezTo>
                <a:cubicBezTo>
                  <a:pt x="153" y="0"/>
                  <a:pt x="153" y="0"/>
                  <a:pt x="153" y="0"/>
                </a:cubicBezTo>
                <a:moveTo>
                  <a:pt x="153" y="0"/>
                </a:moveTo>
                <a:cubicBezTo>
                  <a:pt x="153" y="0"/>
                  <a:pt x="153" y="0"/>
                  <a:pt x="153" y="0"/>
                </a:cubicBezTo>
                <a:cubicBezTo>
                  <a:pt x="153" y="0"/>
                  <a:pt x="153" y="0"/>
                  <a:pt x="153" y="0"/>
                </a:cubicBezTo>
                <a:moveTo>
                  <a:pt x="152" y="0"/>
                </a:moveTo>
                <a:cubicBezTo>
                  <a:pt x="152" y="0"/>
                  <a:pt x="153" y="0"/>
                  <a:pt x="153" y="0"/>
                </a:cubicBezTo>
                <a:cubicBezTo>
                  <a:pt x="153" y="0"/>
                  <a:pt x="152" y="0"/>
                  <a:pt x="152" y="0"/>
                </a:cubicBezTo>
                <a:moveTo>
                  <a:pt x="143" y="0"/>
                </a:moveTo>
                <a:cubicBezTo>
                  <a:pt x="143" y="0"/>
                  <a:pt x="142" y="0"/>
                  <a:pt x="142" y="0"/>
                </a:cubicBezTo>
                <a:cubicBezTo>
                  <a:pt x="143" y="0"/>
                  <a:pt x="143" y="0"/>
                  <a:pt x="143" y="0"/>
                </a:cubicBezTo>
                <a:moveTo>
                  <a:pt x="152" y="0"/>
                </a:moveTo>
                <a:cubicBezTo>
                  <a:pt x="152" y="0"/>
                  <a:pt x="152" y="0"/>
                  <a:pt x="152" y="0"/>
                </a:cubicBezTo>
                <a:cubicBezTo>
                  <a:pt x="152" y="0"/>
                  <a:pt x="152" y="0"/>
                  <a:pt x="152" y="0"/>
                </a:cubicBezTo>
                <a:moveTo>
                  <a:pt x="143" y="0"/>
                </a:moveTo>
                <a:cubicBezTo>
                  <a:pt x="143" y="0"/>
                  <a:pt x="143" y="0"/>
                  <a:pt x="143" y="0"/>
                </a:cubicBezTo>
                <a:cubicBezTo>
                  <a:pt x="143" y="0"/>
                  <a:pt x="143" y="0"/>
                  <a:pt x="143" y="0"/>
                </a:cubicBezTo>
                <a:moveTo>
                  <a:pt x="152" y="0"/>
                </a:moveTo>
                <a:cubicBezTo>
                  <a:pt x="152" y="0"/>
                  <a:pt x="152" y="0"/>
                  <a:pt x="152" y="0"/>
                </a:cubicBezTo>
                <a:cubicBezTo>
                  <a:pt x="152" y="0"/>
                  <a:pt x="152" y="0"/>
                  <a:pt x="152" y="0"/>
                </a:cubicBezTo>
                <a:moveTo>
                  <a:pt x="152" y="0"/>
                </a:moveTo>
                <a:cubicBezTo>
                  <a:pt x="152" y="0"/>
                  <a:pt x="152" y="0"/>
                  <a:pt x="152" y="0"/>
                </a:cubicBezTo>
                <a:cubicBezTo>
                  <a:pt x="152" y="0"/>
                  <a:pt x="152" y="0"/>
                  <a:pt x="152" y="0"/>
                </a:cubicBezTo>
                <a:moveTo>
                  <a:pt x="143" y="0"/>
                </a:moveTo>
                <a:cubicBezTo>
                  <a:pt x="143" y="0"/>
                  <a:pt x="143" y="0"/>
                  <a:pt x="143" y="0"/>
                </a:cubicBezTo>
                <a:cubicBezTo>
                  <a:pt x="143" y="0"/>
                  <a:pt x="143" y="0"/>
                  <a:pt x="143" y="0"/>
                </a:cubicBezTo>
                <a:moveTo>
                  <a:pt x="151" y="0"/>
                </a:moveTo>
                <a:cubicBezTo>
                  <a:pt x="152" y="0"/>
                  <a:pt x="152" y="0"/>
                  <a:pt x="152" y="0"/>
                </a:cubicBezTo>
                <a:cubicBezTo>
                  <a:pt x="152" y="0"/>
                  <a:pt x="152" y="0"/>
                  <a:pt x="151" y="0"/>
                </a:cubicBezTo>
                <a:moveTo>
                  <a:pt x="143" y="0"/>
                </a:moveTo>
                <a:cubicBezTo>
                  <a:pt x="143" y="0"/>
                  <a:pt x="143" y="0"/>
                  <a:pt x="143" y="0"/>
                </a:cubicBezTo>
                <a:cubicBezTo>
                  <a:pt x="143" y="0"/>
                  <a:pt x="143" y="0"/>
                  <a:pt x="143" y="0"/>
                </a:cubicBezTo>
                <a:moveTo>
                  <a:pt x="151" y="0"/>
                </a:moveTo>
                <a:cubicBezTo>
                  <a:pt x="151" y="0"/>
                  <a:pt x="151" y="0"/>
                  <a:pt x="151" y="0"/>
                </a:cubicBezTo>
                <a:cubicBezTo>
                  <a:pt x="151" y="0"/>
                  <a:pt x="151" y="0"/>
                  <a:pt x="151" y="0"/>
                </a:cubicBezTo>
                <a:moveTo>
                  <a:pt x="151" y="0"/>
                </a:moveTo>
                <a:cubicBezTo>
                  <a:pt x="151" y="0"/>
                  <a:pt x="151" y="0"/>
                  <a:pt x="151" y="0"/>
                </a:cubicBezTo>
                <a:cubicBezTo>
                  <a:pt x="151" y="0"/>
                  <a:pt x="151" y="0"/>
                  <a:pt x="151" y="0"/>
                </a:cubicBezTo>
                <a:moveTo>
                  <a:pt x="144" y="0"/>
                </a:moveTo>
                <a:cubicBezTo>
                  <a:pt x="144" y="0"/>
                  <a:pt x="144" y="0"/>
                  <a:pt x="144" y="0"/>
                </a:cubicBezTo>
                <a:cubicBezTo>
                  <a:pt x="144" y="0"/>
                  <a:pt x="144" y="0"/>
                  <a:pt x="144" y="0"/>
                </a:cubicBezTo>
                <a:moveTo>
                  <a:pt x="151" y="0"/>
                </a:moveTo>
                <a:cubicBezTo>
                  <a:pt x="151" y="0"/>
                  <a:pt x="151" y="0"/>
                  <a:pt x="151" y="0"/>
                </a:cubicBezTo>
                <a:cubicBezTo>
                  <a:pt x="151" y="0"/>
                  <a:pt x="151" y="0"/>
                  <a:pt x="151" y="0"/>
                </a:cubicBezTo>
                <a:moveTo>
                  <a:pt x="144" y="0"/>
                </a:moveTo>
                <a:cubicBezTo>
                  <a:pt x="144" y="0"/>
                  <a:pt x="144" y="0"/>
                  <a:pt x="144" y="0"/>
                </a:cubicBezTo>
                <a:cubicBezTo>
                  <a:pt x="144" y="0"/>
                  <a:pt x="144" y="0"/>
                  <a:pt x="144" y="0"/>
                </a:cubicBezTo>
                <a:moveTo>
                  <a:pt x="150" y="0"/>
                </a:moveTo>
                <a:cubicBezTo>
                  <a:pt x="151" y="0"/>
                  <a:pt x="151" y="0"/>
                  <a:pt x="151" y="0"/>
                </a:cubicBezTo>
                <a:cubicBezTo>
                  <a:pt x="151" y="0"/>
                  <a:pt x="151" y="0"/>
                  <a:pt x="150" y="0"/>
                </a:cubicBezTo>
                <a:moveTo>
                  <a:pt x="150" y="0"/>
                </a:moveTo>
                <a:cubicBezTo>
                  <a:pt x="150" y="0"/>
                  <a:pt x="150" y="0"/>
                  <a:pt x="150" y="0"/>
                </a:cubicBezTo>
                <a:cubicBezTo>
                  <a:pt x="150" y="0"/>
                  <a:pt x="150" y="0"/>
                  <a:pt x="150" y="0"/>
                </a:cubicBezTo>
                <a:moveTo>
                  <a:pt x="144" y="0"/>
                </a:moveTo>
                <a:cubicBezTo>
                  <a:pt x="144" y="0"/>
                  <a:pt x="144" y="0"/>
                  <a:pt x="144" y="0"/>
                </a:cubicBezTo>
                <a:cubicBezTo>
                  <a:pt x="144" y="0"/>
                  <a:pt x="144" y="0"/>
                  <a:pt x="144" y="0"/>
                </a:cubicBezTo>
                <a:moveTo>
                  <a:pt x="145" y="0"/>
                </a:moveTo>
                <a:cubicBezTo>
                  <a:pt x="145" y="0"/>
                  <a:pt x="145" y="0"/>
                  <a:pt x="145" y="0"/>
                </a:cubicBezTo>
                <a:cubicBezTo>
                  <a:pt x="145" y="0"/>
                  <a:pt x="145" y="0"/>
                  <a:pt x="145" y="0"/>
                </a:cubicBezTo>
                <a:moveTo>
                  <a:pt x="150" y="0"/>
                </a:moveTo>
                <a:cubicBezTo>
                  <a:pt x="150" y="0"/>
                  <a:pt x="150" y="0"/>
                  <a:pt x="150" y="0"/>
                </a:cubicBezTo>
                <a:cubicBezTo>
                  <a:pt x="150" y="0"/>
                  <a:pt x="150" y="0"/>
                  <a:pt x="150" y="0"/>
                </a:cubicBezTo>
                <a:moveTo>
                  <a:pt x="145" y="0"/>
                </a:moveTo>
                <a:cubicBezTo>
                  <a:pt x="145" y="0"/>
                  <a:pt x="145" y="0"/>
                  <a:pt x="145" y="0"/>
                </a:cubicBezTo>
                <a:cubicBezTo>
                  <a:pt x="145" y="0"/>
                  <a:pt x="145" y="0"/>
                  <a:pt x="145" y="0"/>
                </a:cubicBezTo>
                <a:moveTo>
                  <a:pt x="150" y="0"/>
                </a:moveTo>
                <a:cubicBezTo>
                  <a:pt x="150" y="0"/>
                  <a:pt x="150" y="0"/>
                  <a:pt x="150" y="0"/>
                </a:cubicBezTo>
                <a:cubicBezTo>
                  <a:pt x="150" y="0"/>
                  <a:pt x="150" y="0"/>
                  <a:pt x="150" y="0"/>
                </a:cubicBezTo>
                <a:moveTo>
                  <a:pt x="150" y="0"/>
                </a:moveTo>
                <a:cubicBezTo>
                  <a:pt x="150" y="0"/>
                  <a:pt x="150" y="0"/>
                  <a:pt x="150" y="0"/>
                </a:cubicBezTo>
                <a:cubicBezTo>
                  <a:pt x="150" y="0"/>
                  <a:pt x="150" y="0"/>
                  <a:pt x="150" y="0"/>
                </a:cubicBezTo>
                <a:moveTo>
                  <a:pt x="145" y="0"/>
                </a:moveTo>
                <a:cubicBezTo>
                  <a:pt x="145" y="0"/>
                  <a:pt x="145" y="0"/>
                  <a:pt x="145" y="0"/>
                </a:cubicBezTo>
                <a:cubicBezTo>
                  <a:pt x="145" y="0"/>
                  <a:pt x="145" y="0"/>
                  <a:pt x="145" y="0"/>
                </a:cubicBezTo>
                <a:moveTo>
                  <a:pt x="145" y="0"/>
                </a:moveTo>
                <a:cubicBezTo>
                  <a:pt x="145" y="0"/>
                  <a:pt x="145" y="0"/>
                  <a:pt x="145" y="0"/>
                </a:cubicBezTo>
                <a:cubicBezTo>
                  <a:pt x="145" y="0"/>
                  <a:pt x="145" y="0"/>
                  <a:pt x="145" y="0"/>
                </a:cubicBezTo>
                <a:moveTo>
                  <a:pt x="149" y="0"/>
                </a:moveTo>
                <a:cubicBezTo>
                  <a:pt x="149" y="0"/>
                  <a:pt x="149" y="0"/>
                  <a:pt x="149" y="0"/>
                </a:cubicBezTo>
                <a:cubicBezTo>
                  <a:pt x="149" y="0"/>
                  <a:pt x="149" y="0"/>
                  <a:pt x="149" y="0"/>
                </a:cubicBezTo>
                <a:moveTo>
                  <a:pt x="146" y="0"/>
                </a:moveTo>
                <a:cubicBezTo>
                  <a:pt x="146" y="0"/>
                  <a:pt x="146" y="0"/>
                  <a:pt x="145" y="0"/>
                </a:cubicBezTo>
                <a:cubicBezTo>
                  <a:pt x="146" y="0"/>
                  <a:pt x="146" y="0"/>
                  <a:pt x="146" y="0"/>
                </a:cubicBezTo>
                <a:moveTo>
                  <a:pt x="149" y="0"/>
                </a:moveTo>
                <a:cubicBezTo>
                  <a:pt x="149" y="0"/>
                  <a:pt x="149" y="0"/>
                  <a:pt x="149" y="0"/>
                </a:cubicBezTo>
                <a:cubicBezTo>
                  <a:pt x="149" y="0"/>
                  <a:pt x="149" y="0"/>
                  <a:pt x="149" y="0"/>
                </a:cubicBezTo>
                <a:moveTo>
                  <a:pt x="149" y="0"/>
                </a:moveTo>
                <a:cubicBezTo>
                  <a:pt x="149" y="0"/>
                  <a:pt x="149" y="0"/>
                  <a:pt x="149" y="0"/>
                </a:cubicBezTo>
                <a:cubicBezTo>
                  <a:pt x="149" y="0"/>
                  <a:pt x="149" y="0"/>
                  <a:pt x="149" y="0"/>
                </a:cubicBezTo>
                <a:moveTo>
                  <a:pt x="146" y="0"/>
                </a:moveTo>
                <a:cubicBezTo>
                  <a:pt x="146" y="0"/>
                  <a:pt x="146" y="0"/>
                  <a:pt x="146" y="0"/>
                </a:cubicBezTo>
                <a:cubicBezTo>
                  <a:pt x="146" y="0"/>
                  <a:pt x="146" y="0"/>
                  <a:pt x="146" y="0"/>
                </a:cubicBezTo>
                <a:moveTo>
                  <a:pt x="146" y="0"/>
                </a:moveTo>
                <a:cubicBezTo>
                  <a:pt x="146" y="0"/>
                  <a:pt x="146" y="0"/>
                  <a:pt x="146" y="0"/>
                </a:cubicBezTo>
                <a:cubicBezTo>
                  <a:pt x="146" y="0"/>
                  <a:pt x="146" y="0"/>
                  <a:pt x="146" y="0"/>
                </a:cubicBezTo>
                <a:moveTo>
                  <a:pt x="149" y="0"/>
                </a:moveTo>
                <a:cubicBezTo>
                  <a:pt x="149" y="0"/>
                  <a:pt x="149" y="0"/>
                  <a:pt x="149" y="0"/>
                </a:cubicBezTo>
                <a:cubicBezTo>
                  <a:pt x="149" y="0"/>
                  <a:pt x="149" y="0"/>
                  <a:pt x="149" y="0"/>
                </a:cubicBezTo>
                <a:moveTo>
                  <a:pt x="146" y="0"/>
                </a:moveTo>
                <a:cubicBezTo>
                  <a:pt x="146" y="0"/>
                  <a:pt x="146" y="0"/>
                  <a:pt x="146" y="0"/>
                </a:cubicBezTo>
                <a:cubicBezTo>
                  <a:pt x="146" y="0"/>
                  <a:pt x="146" y="0"/>
                  <a:pt x="146" y="0"/>
                </a:cubicBezTo>
                <a:moveTo>
                  <a:pt x="148" y="0"/>
                </a:moveTo>
                <a:cubicBezTo>
                  <a:pt x="148" y="0"/>
                  <a:pt x="148" y="0"/>
                  <a:pt x="149" y="0"/>
                </a:cubicBezTo>
                <a:cubicBezTo>
                  <a:pt x="148" y="0"/>
                  <a:pt x="148" y="0"/>
                  <a:pt x="148" y="0"/>
                </a:cubicBezTo>
                <a:moveTo>
                  <a:pt x="148" y="0"/>
                </a:moveTo>
                <a:cubicBezTo>
                  <a:pt x="148" y="0"/>
                  <a:pt x="148" y="0"/>
                  <a:pt x="148" y="0"/>
                </a:cubicBezTo>
                <a:cubicBezTo>
                  <a:pt x="148" y="0"/>
                  <a:pt x="148" y="0"/>
                  <a:pt x="148" y="0"/>
                </a:cubicBezTo>
                <a:moveTo>
                  <a:pt x="147" y="0"/>
                </a:moveTo>
                <a:cubicBezTo>
                  <a:pt x="147" y="0"/>
                  <a:pt x="147" y="0"/>
                  <a:pt x="146" y="0"/>
                </a:cubicBezTo>
                <a:cubicBezTo>
                  <a:pt x="147" y="0"/>
                  <a:pt x="147" y="0"/>
                  <a:pt x="147" y="0"/>
                </a:cubicBezTo>
                <a:moveTo>
                  <a:pt x="147" y="0"/>
                </a:moveTo>
                <a:cubicBezTo>
                  <a:pt x="147" y="0"/>
                  <a:pt x="147" y="0"/>
                  <a:pt x="147" y="0"/>
                </a:cubicBezTo>
                <a:cubicBezTo>
                  <a:pt x="147" y="0"/>
                  <a:pt x="147" y="0"/>
                  <a:pt x="147" y="0"/>
                </a:cubicBezTo>
                <a:moveTo>
                  <a:pt x="148" y="0"/>
                </a:moveTo>
                <a:cubicBezTo>
                  <a:pt x="148" y="0"/>
                  <a:pt x="148" y="0"/>
                  <a:pt x="148" y="0"/>
                </a:cubicBezTo>
                <a:cubicBezTo>
                  <a:pt x="148" y="0"/>
                  <a:pt x="148" y="0"/>
                  <a:pt x="148" y="0"/>
                </a:cubicBezTo>
                <a:moveTo>
                  <a:pt x="147" y="0"/>
                </a:moveTo>
                <a:cubicBezTo>
                  <a:pt x="147" y="0"/>
                  <a:pt x="147" y="0"/>
                  <a:pt x="147" y="0"/>
                </a:cubicBezTo>
                <a:cubicBezTo>
                  <a:pt x="147" y="0"/>
                  <a:pt x="147" y="0"/>
                  <a:pt x="147" y="0"/>
                </a:cubicBezTo>
                <a:moveTo>
                  <a:pt x="148" y="0"/>
                </a:moveTo>
                <a:cubicBezTo>
                  <a:pt x="148" y="0"/>
                  <a:pt x="148" y="0"/>
                  <a:pt x="148" y="0"/>
                </a:cubicBezTo>
                <a:cubicBezTo>
                  <a:pt x="148" y="0"/>
                  <a:pt x="148" y="0"/>
                  <a:pt x="148" y="0"/>
                </a:cubicBezTo>
                <a:moveTo>
                  <a:pt x="147" y="0"/>
                </a:moveTo>
                <a:cubicBezTo>
                  <a:pt x="147" y="0"/>
                  <a:pt x="147" y="0"/>
                  <a:pt x="147" y="0"/>
                </a:cubicBezTo>
                <a:cubicBezTo>
                  <a:pt x="147" y="0"/>
                  <a:pt x="147" y="0"/>
                  <a:pt x="147" y="0"/>
                </a:cubicBezTo>
                <a:cubicBezTo>
                  <a:pt x="147" y="0"/>
                  <a:pt x="148" y="0"/>
                  <a:pt x="148" y="0"/>
                </a:cubicBezTo>
                <a:cubicBezTo>
                  <a:pt x="148" y="0"/>
                  <a:pt x="147" y="0"/>
                  <a:pt x="147" y="0"/>
                </a:cubicBezTo>
              </a:path>
            </a:pathLst>
          </a:custGeom>
          <a:solidFill>
            <a:srgbClr val="B0BB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 name="Freeform 54"/>
          <p:cNvSpPr>
            <a:spLocks/>
          </p:cNvSpPr>
          <p:nvPr/>
        </p:nvSpPr>
        <p:spPr bwMode="auto">
          <a:xfrm>
            <a:off x="8197851" y="2638426"/>
            <a:ext cx="1311275" cy="1317625"/>
          </a:xfrm>
          <a:custGeom>
            <a:avLst/>
            <a:gdLst>
              <a:gd name="T0" fmla="*/ 147 w 269"/>
              <a:gd name="T1" fmla="*/ 0 h 270"/>
              <a:gd name="T2" fmla="*/ 146 w 269"/>
              <a:gd name="T3" fmla="*/ 0 h 270"/>
              <a:gd name="T4" fmla="*/ 146 w 269"/>
              <a:gd name="T5" fmla="*/ 0 h 270"/>
              <a:gd name="T6" fmla="*/ 145 w 269"/>
              <a:gd name="T7" fmla="*/ 0 h 270"/>
              <a:gd name="T8" fmla="*/ 145 w 269"/>
              <a:gd name="T9" fmla="*/ 0 h 270"/>
              <a:gd name="T10" fmla="*/ 145 w 269"/>
              <a:gd name="T11" fmla="*/ 0 h 270"/>
              <a:gd name="T12" fmla="*/ 144 w 269"/>
              <a:gd name="T13" fmla="*/ 0 h 270"/>
              <a:gd name="T14" fmla="*/ 143 w 269"/>
              <a:gd name="T15" fmla="*/ 0 h 270"/>
              <a:gd name="T16" fmla="*/ 143 w 269"/>
              <a:gd name="T17" fmla="*/ 0 h 270"/>
              <a:gd name="T18" fmla="*/ 112 w 269"/>
              <a:gd name="T19" fmla="*/ 5 h 270"/>
              <a:gd name="T20" fmla="*/ 4 w 269"/>
              <a:gd name="T21" fmla="*/ 113 h 270"/>
              <a:gd name="T22" fmla="*/ 0 w 269"/>
              <a:gd name="T23" fmla="*/ 143 h 270"/>
              <a:gd name="T24" fmla="*/ 0 w 269"/>
              <a:gd name="T25" fmla="*/ 144 h 270"/>
              <a:gd name="T26" fmla="*/ 0 w 269"/>
              <a:gd name="T27" fmla="*/ 145 h 270"/>
              <a:gd name="T28" fmla="*/ 0 w 269"/>
              <a:gd name="T29" fmla="*/ 145 h 270"/>
              <a:gd name="T30" fmla="*/ 0 w 269"/>
              <a:gd name="T31" fmla="*/ 146 h 270"/>
              <a:gd name="T32" fmla="*/ 0 w 269"/>
              <a:gd name="T33" fmla="*/ 146 h 270"/>
              <a:gd name="T34" fmla="*/ 0 w 269"/>
              <a:gd name="T35" fmla="*/ 147 h 270"/>
              <a:gd name="T36" fmla="*/ 0 w 269"/>
              <a:gd name="T37" fmla="*/ 147 h 270"/>
              <a:gd name="T38" fmla="*/ 0 w 269"/>
              <a:gd name="T39" fmla="*/ 148 h 270"/>
              <a:gd name="T40" fmla="*/ 0 w 269"/>
              <a:gd name="T41" fmla="*/ 148 h 270"/>
              <a:gd name="T42" fmla="*/ 0 w 269"/>
              <a:gd name="T43" fmla="*/ 149 h 270"/>
              <a:gd name="T44" fmla="*/ 0 w 269"/>
              <a:gd name="T45" fmla="*/ 149 h 270"/>
              <a:gd name="T46" fmla="*/ 0 w 269"/>
              <a:gd name="T47" fmla="*/ 150 h 270"/>
              <a:gd name="T48" fmla="*/ 0 w 269"/>
              <a:gd name="T49" fmla="*/ 150 h 270"/>
              <a:gd name="T50" fmla="*/ 0 w 269"/>
              <a:gd name="T51" fmla="*/ 151 h 270"/>
              <a:gd name="T52" fmla="*/ 0 w 269"/>
              <a:gd name="T53" fmla="*/ 151 h 270"/>
              <a:gd name="T54" fmla="*/ 0 w 269"/>
              <a:gd name="T55" fmla="*/ 152 h 270"/>
              <a:gd name="T56" fmla="*/ 0 w 269"/>
              <a:gd name="T57" fmla="*/ 152 h 270"/>
              <a:gd name="T58" fmla="*/ 0 w 269"/>
              <a:gd name="T59" fmla="*/ 153 h 270"/>
              <a:gd name="T60" fmla="*/ 0 w 269"/>
              <a:gd name="T61" fmla="*/ 153 h 270"/>
              <a:gd name="T62" fmla="*/ 0 w 269"/>
              <a:gd name="T63" fmla="*/ 153 h 270"/>
              <a:gd name="T64" fmla="*/ 0 w 269"/>
              <a:gd name="T65" fmla="*/ 154 h 270"/>
              <a:gd name="T66" fmla="*/ 0 w 269"/>
              <a:gd name="T67" fmla="*/ 154 h 270"/>
              <a:gd name="T68" fmla="*/ 0 w 269"/>
              <a:gd name="T69" fmla="*/ 155 h 270"/>
              <a:gd name="T70" fmla="*/ 0 w 269"/>
              <a:gd name="T71" fmla="*/ 155 h 270"/>
              <a:gd name="T72" fmla="*/ 0 w 269"/>
              <a:gd name="T73" fmla="*/ 156 h 270"/>
              <a:gd name="T74" fmla="*/ 0 w 269"/>
              <a:gd name="T75" fmla="*/ 156 h 270"/>
              <a:gd name="T76" fmla="*/ 38 w 269"/>
              <a:gd name="T77" fmla="*/ 187 h 270"/>
              <a:gd name="T78" fmla="*/ 156 w 269"/>
              <a:gd name="T79" fmla="*/ 0 h 270"/>
              <a:gd name="T80" fmla="*/ 155 w 269"/>
              <a:gd name="T81" fmla="*/ 0 h 270"/>
              <a:gd name="T82" fmla="*/ 155 w 269"/>
              <a:gd name="T83" fmla="*/ 0 h 270"/>
              <a:gd name="T84" fmla="*/ 154 w 269"/>
              <a:gd name="T85" fmla="*/ 0 h 270"/>
              <a:gd name="T86" fmla="*/ 154 w 269"/>
              <a:gd name="T87" fmla="*/ 0 h 270"/>
              <a:gd name="T88" fmla="*/ 153 w 269"/>
              <a:gd name="T89" fmla="*/ 0 h 270"/>
              <a:gd name="T90" fmla="*/ 153 w 269"/>
              <a:gd name="T91" fmla="*/ 0 h 270"/>
              <a:gd name="T92" fmla="*/ 152 w 269"/>
              <a:gd name="T93" fmla="*/ 0 h 270"/>
              <a:gd name="T94" fmla="*/ 152 w 269"/>
              <a:gd name="T95" fmla="*/ 0 h 270"/>
              <a:gd name="T96" fmla="*/ 151 w 269"/>
              <a:gd name="T97" fmla="*/ 0 h 270"/>
              <a:gd name="T98" fmla="*/ 151 w 269"/>
              <a:gd name="T99" fmla="*/ 0 h 270"/>
              <a:gd name="T100" fmla="*/ 150 w 269"/>
              <a:gd name="T101" fmla="*/ 0 h 270"/>
              <a:gd name="T102" fmla="*/ 150 w 269"/>
              <a:gd name="T103" fmla="*/ 0 h 270"/>
              <a:gd name="T104" fmla="*/ 149 w 269"/>
              <a:gd name="T105" fmla="*/ 0 h 270"/>
              <a:gd name="T106" fmla="*/ 149 w 269"/>
              <a:gd name="T107" fmla="*/ 0 h 270"/>
              <a:gd name="T108" fmla="*/ 148 w 269"/>
              <a:gd name="T109" fmla="*/ 0 h 270"/>
              <a:gd name="T110" fmla="*/ 148 w 269"/>
              <a:gd name="T111" fmla="*/ 0 h 270"/>
              <a:gd name="T112" fmla="*/ 147 w 269"/>
              <a:gd name="T113" fmla="*/ 0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69" h="270">
                <a:moveTo>
                  <a:pt x="147" y="0"/>
                </a:moveTo>
                <a:cubicBezTo>
                  <a:pt x="147" y="0"/>
                  <a:pt x="147" y="0"/>
                  <a:pt x="147" y="0"/>
                </a:cubicBezTo>
                <a:cubicBezTo>
                  <a:pt x="147" y="0"/>
                  <a:pt x="147" y="0"/>
                  <a:pt x="147" y="0"/>
                </a:cubicBezTo>
                <a:cubicBezTo>
                  <a:pt x="147" y="0"/>
                  <a:pt x="147" y="0"/>
                  <a:pt x="147" y="0"/>
                </a:cubicBezTo>
                <a:cubicBezTo>
                  <a:pt x="147" y="0"/>
                  <a:pt x="147" y="0"/>
                  <a:pt x="147" y="0"/>
                </a:cubicBezTo>
                <a:cubicBezTo>
                  <a:pt x="147" y="0"/>
                  <a:pt x="147" y="0"/>
                  <a:pt x="147" y="0"/>
                </a:cubicBezTo>
                <a:cubicBezTo>
                  <a:pt x="147" y="0"/>
                  <a:pt x="147" y="0"/>
                  <a:pt x="147" y="0"/>
                </a:cubicBezTo>
                <a:cubicBezTo>
                  <a:pt x="147" y="0"/>
                  <a:pt x="147" y="0"/>
                  <a:pt x="146" y="0"/>
                </a:cubicBezTo>
                <a:cubicBezTo>
                  <a:pt x="146" y="0"/>
                  <a:pt x="146" y="0"/>
                  <a:pt x="146" y="0"/>
                </a:cubicBezTo>
                <a:cubicBezTo>
                  <a:pt x="146" y="0"/>
                  <a:pt x="146" y="0"/>
                  <a:pt x="146" y="0"/>
                </a:cubicBezTo>
                <a:cubicBezTo>
                  <a:pt x="146" y="0"/>
                  <a:pt x="146" y="0"/>
                  <a:pt x="146" y="0"/>
                </a:cubicBezTo>
                <a:cubicBezTo>
                  <a:pt x="146" y="0"/>
                  <a:pt x="146" y="0"/>
                  <a:pt x="146" y="0"/>
                </a:cubicBezTo>
                <a:cubicBezTo>
                  <a:pt x="146" y="0"/>
                  <a:pt x="146" y="0"/>
                  <a:pt x="146" y="0"/>
                </a:cubicBezTo>
                <a:cubicBezTo>
                  <a:pt x="146" y="0"/>
                  <a:pt x="146" y="0"/>
                  <a:pt x="146" y="0"/>
                </a:cubicBezTo>
                <a:cubicBezTo>
                  <a:pt x="146" y="0"/>
                  <a:pt x="146" y="0"/>
                  <a:pt x="146" y="0"/>
                </a:cubicBezTo>
                <a:cubicBezTo>
                  <a:pt x="146" y="0"/>
                  <a:pt x="146" y="0"/>
                  <a:pt x="145" y="0"/>
                </a:cubicBezTo>
                <a:cubicBezTo>
                  <a:pt x="145" y="0"/>
                  <a:pt x="145" y="0"/>
                  <a:pt x="145" y="0"/>
                </a:cubicBezTo>
                <a:cubicBezTo>
                  <a:pt x="145" y="0"/>
                  <a:pt x="145" y="0"/>
                  <a:pt x="145" y="0"/>
                </a:cubicBezTo>
                <a:cubicBezTo>
                  <a:pt x="145" y="0"/>
                  <a:pt x="145" y="0"/>
                  <a:pt x="145" y="0"/>
                </a:cubicBezTo>
                <a:cubicBezTo>
                  <a:pt x="145" y="0"/>
                  <a:pt x="145" y="0"/>
                  <a:pt x="145" y="0"/>
                </a:cubicBezTo>
                <a:cubicBezTo>
                  <a:pt x="145" y="0"/>
                  <a:pt x="145" y="0"/>
                  <a:pt x="145" y="0"/>
                </a:cubicBezTo>
                <a:cubicBezTo>
                  <a:pt x="145" y="0"/>
                  <a:pt x="145" y="0"/>
                  <a:pt x="145" y="0"/>
                </a:cubicBezTo>
                <a:cubicBezTo>
                  <a:pt x="145" y="0"/>
                  <a:pt x="145" y="0"/>
                  <a:pt x="145" y="0"/>
                </a:cubicBezTo>
                <a:cubicBezTo>
                  <a:pt x="145" y="0"/>
                  <a:pt x="145" y="0"/>
                  <a:pt x="145" y="0"/>
                </a:cubicBezTo>
                <a:cubicBezTo>
                  <a:pt x="145" y="0"/>
                  <a:pt x="145" y="0"/>
                  <a:pt x="144" y="0"/>
                </a:cubicBezTo>
                <a:cubicBezTo>
                  <a:pt x="144" y="0"/>
                  <a:pt x="144" y="0"/>
                  <a:pt x="144" y="0"/>
                </a:cubicBezTo>
                <a:cubicBezTo>
                  <a:pt x="144" y="0"/>
                  <a:pt x="144" y="0"/>
                  <a:pt x="144" y="0"/>
                </a:cubicBezTo>
                <a:cubicBezTo>
                  <a:pt x="144" y="0"/>
                  <a:pt x="144" y="0"/>
                  <a:pt x="144" y="0"/>
                </a:cubicBezTo>
                <a:cubicBezTo>
                  <a:pt x="144" y="0"/>
                  <a:pt x="144" y="0"/>
                  <a:pt x="144" y="0"/>
                </a:cubicBezTo>
                <a:cubicBezTo>
                  <a:pt x="144" y="0"/>
                  <a:pt x="144" y="0"/>
                  <a:pt x="144" y="0"/>
                </a:cubicBezTo>
                <a:cubicBezTo>
                  <a:pt x="144" y="0"/>
                  <a:pt x="144" y="0"/>
                  <a:pt x="143" y="0"/>
                </a:cubicBezTo>
                <a:cubicBezTo>
                  <a:pt x="143" y="0"/>
                  <a:pt x="143" y="0"/>
                  <a:pt x="143" y="0"/>
                </a:cubicBezTo>
                <a:cubicBezTo>
                  <a:pt x="143" y="0"/>
                  <a:pt x="143" y="0"/>
                  <a:pt x="143" y="0"/>
                </a:cubicBezTo>
                <a:cubicBezTo>
                  <a:pt x="143" y="0"/>
                  <a:pt x="143" y="0"/>
                  <a:pt x="143" y="0"/>
                </a:cubicBezTo>
                <a:cubicBezTo>
                  <a:pt x="143" y="0"/>
                  <a:pt x="143" y="0"/>
                  <a:pt x="143" y="0"/>
                </a:cubicBezTo>
                <a:cubicBezTo>
                  <a:pt x="143" y="0"/>
                  <a:pt x="143" y="0"/>
                  <a:pt x="143" y="0"/>
                </a:cubicBezTo>
                <a:cubicBezTo>
                  <a:pt x="143" y="0"/>
                  <a:pt x="143" y="0"/>
                  <a:pt x="143" y="0"/>
                </a:cubicBezTo>
                <a:cubicBezTo>
                  <a:pt x="143" y="0"/>
                  <a:pt x="143" y="0"/>
                  <a:pt x="142" y="0"/>
                </a:cubicBezTo>
                <a:cubicBezTo>
                  <a:pt x="132" y="1"/>
                  <a:pt x="122" y="2"/>
                  <a:pt x="112" y="5"/>
                </a:cubicBezTo>
                <a:cubicBezTo>
                  <a:pt x="112" y="5"/>
                  <a:pt x="112" y="5"/>
                  <a:pt x="112" y="5"/>
                </a:cubicBezTo>
                <a:cubicBezTo>
                  <a:pt x="95" y="9"/>
                  <a:pt x="78" y="16"/>
                  <a:pt x="64" y="26"/>
                </a:cubicBezTo>
                <a:cubicBezTo>
                  <a:pt x="53" y="40"/>
                  <a:pt x="40" y="53"/>
                  <a:pt x="25" y="65"/>
                </a:cubicBezTo>
                <a:cubicBezTo>
                  <a:pt x="16" y="79"/>
                  <a:pt x="8" y="95"/>
                  <a:pt x="4" y="113"/>
                </a:cubicBezTo>
                <a:cubicBezTo>
                  <a:pt x="4" y="113"/>
                  <a:pt x="4" y="113"/>
                  <a:pt x="4" y="113"/>
                </a:cubicBezTo>
                <a:cubicBezTo>
                  <a:pt x="1" y="122"/>
                  <a:pt x="0" y="133"/>
                  <a:pt x="0" y="143"/>
                </a:cubicBezTo>
                <a:cubicBezTo>
                  <a:pt x="0" y="143"/>
                  <a:pt x="0" y="143"/>
                  <a:pt x="0" y="143"/>
                </a:cubicBezTo>
                <a:cubicBezTo>
                  <a:pt x="0" y="143"/>
                  <a:pt x="0" y="143"/>
                  <a:pt x="0" y="143"/>
                </a:cubicBezTo>
                <a:cubicBezTo>
                  <a:pt x="0" y="143"/>
                  <a:pt x="0" y="143"/>
                  <a:pt x="0" y="143"/>
                </a:cubicBezTo>
                <a:cubicBezTo>
                  <a:pt x="0" y="144"/>
                  <a:pt x="0" y="144"/>
                  <a:pt x="0" y="144"/>
                </a:cubicBezTo>
                <a:cubicBezTo>
                  <a:pt x="0" y="144"/>
                  <a:pt x="0" y="144"/>
                  <a:pt x="0" y="144"/>
                </a:cubicBezTo>
                <a:cubicBezTo>
                  <a:pt x="0" y="144"/>
                  <a:pt x="0" y="144"/>
                  <a:pt x="0" y="144"/>
                </a:cubicBezTo>
                <a:cubicBezTo>
                  <a:pt x="0" y="144"/>
                  <a:pt x="0" y="144"/>
                  <a:pt x="0" y="144"/>
                </a:cubicBezTo>
                <a:cubicBezTo>
                  <a:pt x="0" y="144"/>
                  <a:pt x="0" y="144"/>
                  <a:pt x="0" y="145"/>
                </a:cubicBezTo>
                <a:cubicBezTo>
                  <a:pt x="0" y="145"/>
                  <a:pt x="0" y="145"/>
                  <a:pt x="0" y="145"/>
                </a:cubicBezTo>
                <a:cubicBezTo>
                  <a:pt x="0" y="145"/>
                  <a:pt x="0" y="145"/>
                  <a:pt x="0" y="145"/>
                </a:cubicBezTo>
                <a:cubicBezTo>
                  <a:pt x="0" y="145"/>
                  <a:pt x="0" y="145"/>
                  <a:pt x="0" y="145"/>
                </a:cubicBezTo>
                <a:cubicBezTo>
                  <a:pt x="0" y="145"/>
                  <a:pt x="0" y="145"/>
                  <a:pt x="0" y="145"/>
                </a:cubicBezTo>
                <a:cubicBezTo>
                  <a:pt x="0" y="145"/>
                  <a:pt x="0" y="145"/>
                  <a:pt x="0" y="145"/>
                </a:cubicBezTo>
                <a:cubicBezTo>
                  <a:pt x="0" y="145"/>
                  <a:pt x="0" y="145"/>
                  <a:pt x="0" y="145"/>
                </a:cubicBezTo>
                <a:cubicBezTo>
                  <a:pt x="0" y="145"/>
                  <a:pt x="0" y="145"/>
                  <a:pt x="0" y="145"/>
                </a:cubicBezTo>
                <a:cubicBezTo>
                  <a:pt x="0" y="145"/>
                  <a:pt x="0" y="145"/>
                  <a:pt x="0" y="145"/>
                </a:cubicBezTo>
                <a:cubicBezTo>
                  <a:pt x="0" y="146"/>
                  <a:pt x="0" y="146"/>
                  <a:pt x="0" y="146"/>
                </a:cubicBezTo>
                <a:cubicBezTo>
                  <a:pt x="0" y="146"/>
                  <a:pt x="0" y="146"/>
                  <a:pt x="0" y="146"/>
                </a:cubicBezTo>
                <a:cubicBezTo>
                  <a:pt x="0" y="146"/>
                  <a:pt x="0" y="146"/>
                  <a:pt x="0" y="146"/>
                </a:cubicBezTo>
                <a:cubicBezTo>
                  <a:pt x="0" y="146"/>
                  <a:pt x="0" y="146"/>
                  <a:pt x="0" y="146"/>
                </a:cubicBezTo>
                <a:cubicBezTo>
                  <a:pt x="0" y="146"/>
                  <a:pt x="0" y="146"/>
                  <a:pt x="0" y="146"/>
                </a:cubicBezTo>
                <a:cubicBezTo>
                  <a:pt x="0" y="146"/>
                  <a:pt x="0" y="146"/>
                  <a:pt x="0" y="146"/>
                </a:cubicBezTo>
                <a:cubicBezTo>
                  <a:pt x="0" y="146"/>
                  <a:pt x="0" y="146"/>
                  <a:pt x="0" y="146"/>
                </a:cubicBezTo>
                <a:cubicBezTo>
                  <a:pt x="0" y="146"/>
                  <a:pt x="0" y="146"/>
                  <a:pt x="0" y="146"/>
                </a:cubicBezTo>
                <a:cubicBezTo>
                  <a:pt x="0" y="146"/>
                  <a:pt x="0" y="147"/>
                  <a:pt x="0" y="147"/>
                </a:cubicBezTo>
                <a:cubicBezTo>
                  <a:pt x="0" y="147"/>
                  <a:pt x="0" y="147"/>
                  <a:pt x="0" y="147"/>
                </a:cubicBezTo>
                <a:cubicBezTo>
                  <a:pt x="0" y="147"/>
                  <a:pt x="0" y="147"/>
                  <a:pt x="0" y="147"/>
                </a:cubicBezTo>
                <a:cubicBezTo>
                  <a:pt x="0" y="147"/>
                  <a:pt x="0" y="147"/>
                  <a:pt x="0" y="147"/>
                </a:cubicBezTo>
                <a:cubicBezTo>
                  <a:pt x="0" y="147"/>
                  <a:pt x="0" y="147"/>
                  <a:pt x="0" y="147"/>
                </a:cubicBezTo>
                <a:cubicBezTo>
                  <a:pt x="0" y="147"/>
                  <a:pt x="0" y="147"/>
                  <a:pt x="0" y="147"/>
                </a:cubicBezTo>
                <a:cubicBezTo>
                  <a:pt x="0" y="147"/>
                  <a:pt x="0" y="147"/>
                  <a:pt x="0" y="147"/>
                </a:cubicBezTo>
                <a:cubicBezTo>
                  <a:pt x="0" y="147"/>
                  <a:pt x="0" y="147"/>
                  <a:pt x="0" y="147"/>
                </a:cubicBezTo>
                <a:cubicBezTo>
                  <a:pt x="0" y="147"/>
                  <a:pt x="0" y="147"/>
                  <a:pt x="0" y="148"/>
                </a:cubicBezTo>
                <a:cubicBezTo>
                  <a:pt x="0" y="148"/>
                  <a:pt x="0" y="148"/>
                  <a:pt x="0" y="148"/>
                </a:cubicBezTo>
                <a:cubicBezTo>
                  <a:pt x="0" y="148"/>
                  <a:pt x="0" y="148"/>
                  <a:pt x="0" y="148"/>
                </a:cubicBezTo>
                <a:cubicBezTo>
                  <a:pt x="0" y="148"/>
                  <a:pt x="0" y="148"/>
                  <a:pt x="0" y="148"/>
                </a:cubicBezTo>
                <a:cubicBezTo>
                  <a:pt x="0" y="148"/>
                  <a:pt x="0" y="148"/>
                  <a:pt x="0" y="148"/>
                </a:cubicBezTo>
                <a:cubicBezTo>
                  <a:pt x="0" y="148"/>
                  <a:pt x="0" y="148"/>
                  <a:pt x="0" y="148"/>
                </a:cubicBezTo>
                <a:cubicBezTo>
                  <a:pt x="0" y="148"/>
                  <a:pt x="0" y="148"/>
                  <a:pt x="0" y="148"/>
                </a:cubicBezTo>
                <a:cubicBezTo>
                  <a:pt x="0" y="148"/>
                  <a:pt x="0" y="148"/>
                  <a:pt x="0" y="148"/>
                </a:cubicBezTo>
                <a:cubicBezTo>
                  <a:pt x="0" y="148"/>
                  <a:pt x="0" y="148"/>
                  <a:pt x="0" y="149"/>
                </a:cubicBezTo>
                <a:cubicBezTo>
                  <a:pt x="0" y="149"/>
                  <a:pt x="0" y="149"/>
                  <a:pt x="0" y="149"/>
                </a:cubicBezTo>
                <a:cubicBezTo>
                  <a:pt x="0" y="149"/>
                  <a:pt x="0" y="149"/>
                  <a:pt x="0" y="149"/>
                </a:cubicBezTo>
                <a:cubicBezTo>
                  <a:pt x="0" y="149"/>
                  <a:pt x="0" y="149"/>
                  <a:pt x="0" y="149"/>
                </a:cubicBezTo>
                <a:cubicBezTo>
                  <a:pt x="0" y="149"/>
                  <a:pt x="0" y="149"/>
                  <a:pt x="0" y="149"/>
                </a:cubicBezTo>
                <a:cubicBezTo>
                  <a:pt x="0" y="149"/>
                  <a:pt x="0" y="149"/>
                  <a:pt x="0" y="149"/>
                </a:cubicBezTo>
                <a:cubicBezTo>
                  <a:pt x="0" y="149"/>
                  <a:pt x="0" y="149"/>
                  <a:pt x="0" y="149"/>
                </a:cubicBezTo>
                <a:cubicBezTo>
                  <a:pt x="0" y="149"/>
                  <a:pt x="0" y="149"/>
                  <a:pt x="0" y="149"/>
                </a:cubicBezTo>
                <a:cubicBezTo>
                  <a:pt x="0" y="149"/>
                  <a:pt x="0" y="149"/>
                  <a:pt x="0" y="149"/>
                </a:cubicBezTo>
                <a:cubicBezTo>
                  <a:pt x="0" y="149"/>
                  <a:pt x="0" y="149"/>
                  <a:pt x="0" y="149"/>
                </a:cubicBezTo>
                <a:cubicBezTo>
                  <a:pt x="0" y="150"/>
                  <a:pt x="0" y="150"/>
                  <a:pt x="0" y="150"/>
                </a:cubicBezTo>
                <a:cubicBezTo>
                  <a:pt x="0" y="150"/>
                  <a:pt x="0" y="150"/>
                  <a:pt x="0" y="150"/>
                </a:cubicBezTo>
                <a:cubicBezTo>
                  <a:pt x="0" y="150"/>
                  <a:pt x="0" y="150"/>
                  <a:pt x="0" y="150"/>
                </a:cubicBezTo>
                <a:cubicBezTo>
                  <a:pt x="0" y="150"/>
                  <a:pt x="0" y="150"/>
                  <a:pt x="0" y="150"/>
                </a:cubicBezTo>
                <a:cubicBezTo>
                  <a:pt x="0" y="150"/>
                  <a:pt x="0" y="150"/>
                  <a:pt x="0" y="150"/>
                </a:cubicBezTo>
                <a:cubicBezTo>
                  <a:pt x="0" y="150"/>
                  <a:pt x="0" y="150"/>
                  <a:pt x="0" y="150"/>
                </a:cubicBezTo>
                <a:cubicBezTo>
                  <a:pt x="0" y="150"/>
                  <a:pt x="0" y="150"/>
                  <a:pt x="0" y="150"/>
                </a:cubicBezTo>
                <a:cubicBezTo>
                  <a:pt x="0" y="150"/>
                  <a:pt x="0" y="150"/>
                  <a:pt x="0" y="150"/>
                </a:cubicBezTo>
                <a:cubicBezTo>
                  <a:pt x="0" y="151"/>
                  <a:pt x="0" y="151"/>
                  <a:pt x="0" y="151"/>
                </a:cubicBezTo>
                <a:cubicBezTo>
                  <a:pt x="0" y="151"/>
                  <a:pt x="0" y="151"/>
                  <a:pt x="0" y="151"/>
                </a:cubicBezTo>
                <a:cubicBezTo>
                  <a:pt x="0" y="151"/>
                  <a:pt x="0" y="151"/>
                  <a:pt x="0" y="151"/>
                </a:cubicBezTo>
                <a:cubicBezTo>
                  <a:pt x="0" y="151"/>
                  <a:pt x="0" y="151"/>
                  <a:pt x="0" y="151"/>
                </a:cubicBezTo>
                <a:cubicBezTo>
                  <a:pt x="0" y="151"/>
                  <a:pt x="0" y="151"/>
                  <a:pt x="0" y="151"/>
                </a:cubicBezTo>
                <a:cubicBezTo>
                  <a:pt x="0" y="151"/>
                  <a:pt x="0" y="151"/>
                  <a:pt x="0" y="151"/>
                </a:cubicBezTo>
                <a:cubicBezTo>
                  <a:pt x="0" y="151"/>
                  <a:pt x="0" y="151"/>
                  <a:pt x="0" y="151"/>
                </a:cubicBezTo>
                <a:cubicBezTo>
                  <a:pt x="0" y="151"/>
                  <a:pt x="0" y="151"/>
                  <a:pt x="0" y="151"/>
                </a:cubicBezTo>
                <a:cubicBezTo>
                  <a:pt x="0" y="151"/>
                  <a:pt x="0" y="152"/>
                  <a:pt x="0" y="152"/>
                </a:cubicBezTo>
                <a:cubicBezTo>
                  <a:pt x="0" y="152"/>
                  <a:pt x="0" y="152"/>
                  <a:pt x="0" y="152"/>
                </a:cubicBezTo>
                <a:cubicBezTo>
                  <a:pt x="0" y="152"/>
                  <a:pt x="0" y="152"/>
                  <a:pt x="0" y="152"/>
                </a:cubicBezTo>
                <a:cubicBezTo>
                  <a:pt x="0" y="152"/>
                  <a:pt x="0" y="152"/>
                  <a:pt x="0" y="152"/>
                </a:cubicBezTo>
                <a:cubicBezTo>
                  <a:pt x="0" y="152"/>
                  <a:pt x="0" y="152"/>
                  <a:pt x="0" y="152"/>
                </a:cubicBezTo>
                <a:cubicBezTo>
                  <a:pt x="0" y="152"/>
                  <a:pt x="0" y="152"/>
                  <a:pt x="0" y="152"/>
                </a:cubicBezTo>
                <a:cubicBezTo>
                  <a:pt x="0" y="152"/>
                  <a:pt x="0" y="152"/>
                  <a:pt x="0" y="152"/>
                </a:cubicBezTo>
                <a:cubicBezTo>
                  <a:pt x="0" y="152"/>
                  <a:pt x="0" y="152"/>
                  <a:pt x="0" y="152"/>
                </a:cubicBezTo>
                <a:cubicBezTo>
                  <a:pt x="0" y="152"/>
                  <a:pt x="0" y="152"/>
                  <a:pt x="0" y="153"/>
                </a:cubicBezTo>
                <a:cubicBezTo>
                  <a:pt x="0" y="153"/>
                  <a:pt x="0" y="153"/>
                  <a:pt x="0" y="153"/>
                </a:cubicBezTo>
                <a:cubicBezTo>
                  <a:pt x="0" y="153"/>
                  <a:pt x="0" y="153"/>
                  <a:pt x="0" y="153"/>
                </a:cubicBezTo>
                <a:cubicBezTo>
                  <a:pt x="0" y="153"/>
                  <a:pt x="0" y="153"/>
                  <a:pt x="0" y="153"/>
                </a:cubicBezTo>
                <a:cubicBezTo>
                  <a:pt x="0" y="153"/>
                  <a:pt x="0" y="153"/>
                  <a:pt x="0" y="153"/>
                </a:cubicBezTo>
                <a:cubicBezTo>
                  <a:pt x="0" y="153"/>
                  <a:pt x="0" y="153"/>
                  <a:pt x="0" y="153"/>
                </a:cubicBezTo>
                <a:cubicBezTo>
                  <a:pt x="0" y="153"/>
                  <a:pt x="0" y="153"/>
                  <a:pt x="0" y="153"/>
                </a:cubicBezTo>
                <a:cubicBezTo>
                  <a:pt x="0" y="153"/>
                  <a:pt x="0" y="153"/>
                  <a:pt x="0" y="153"/>
                </a:cubicBezTo>
                <a:cubicBezTo>
                  <a:pt x="0" y="153"/>
                  <a:pt x="0" y="153"/>
                  <a:pt x="0" y="153"/>
                </a:cubicBezTo>
                <a:cubicBezTo>
                  <a:pt x="0" y="153"/>
                  <a:pt x="0" y="154"/>
                  <a:pt x="0" y="154"/>
                </a:cubicBezTo>
                <a:cubicBezTo>
                  <a:pt x="0" y="154"/>
                  <a:pt x="0" y="154"/>
                  <a:pt x="0" y="154"/>
                </a:cubicBezTo>
                <a:cubicBezTo>
                  <a:pt x="0" y="154"/>
                  <a:pt x="0" y="154"/>
                  <a:pt x="0" y="154"/>
                </a:cubicBezTo>
                <a:cubicBezTo>
                  <a:pt x="0" y="154"/>
                  <a:pt x="0" y="154"/>
                  <a:pt x="0" y="154"/>
                </a:cubicBezTo>
                <a:cubicBezTo>
                  <a:pt x="0" y="154"/>
                  <a:pt x="0" y="154"/>
                  <a:pt x="0" y="154"/>
                </a:cubicBezTo>
                <a:cubicBezTo>
                  <a:pt x="0" y="154"/>
                  <a:pt x="0" y="154"/>
                  <a:pt x="0" y="154"/>
                </a:cubicBezTo>
                <a:cubicBezTo>
                  <a:pt x="0" y="154"/>
                  <a:pt x="0" y="154"/>
                  <a:pt x="0" y="154"/>
                </a:cubicBezTo>
                <a:cubicBezTo>
                  <a:pt x="0" y="154"/>
                  <a:pt x="0" y="154"/>
                  <a:pt x="0" y="154"/>
                </a:cubicBezTo>
                <a:cubicBezTo>
                  <a:pt x="0" y="154"/>
                  <a:pt x="0" y="154"/>
                  <a:pt x="0" y="155"/>
                </a:cubicBezTo>
                <a:cubicBezTo>
                  <a:pt x="0" y="155"/>
                  <a:pt x="0" y="155"/>
                  <a:pt x="0" y="155"/>
                </a:cubicBezTo>
                <a:cubicBezTo>
                  <a:pt x="0" y="155"/>
                  <a:pt x="0" y="155"/>
                  <a:pt x="0" y="155"/>
                </a:cubicBezTo>
                <a:cubicBezTo>
                  <a:pt x="0" y="155"/>
                  <a:pt x="0" y="155"/>
                  <a:pt x="0" y="155"/>
                </a:cubicBezTo>
                <a:cubicBezTo>
                  <a:pt x="0" y="155"/>
                  <a:pt x="0" y="155"/>
                  <a:pt x="0" y="155"/>
                </a:cubicBezTo>
                <a:cubicBezTo>
                  <a:pt x="0" y="155"/>
                  <a:pt x="0" y="155"/>
                  <a:pt x="0" y="155"/>
                </a:cubicBezTo>
                <a:cubicBezTo>
                  <a:pt x="0" y="155"/>
                  <a:pt x="0" y="155"/>
                  <a:pt x="0" y="155"/>
                </a:cubicBezTo>
                <a:cubicBezTo>
                  <a:pt x="0" y="155"/>
                  <a:pt x="0" y="155"/>
                  <a:pt x="0" y="155"/>
                </a:cubicBezTo>
                <a:cubicBezTo>
                  <a:pt x="0" y="155"/>
                  <a:pt x="0" y="155"/>
                  <a:pt x="0" y="156"/>
                </a:cubicBezTo>
                <a:cubicBezTo>
                  <a:pt x="0" y="156"/>
                  <a:pt x="0" y="156"/>
                  <a:pt x="0" y="156"/>
                </a:cubicBezTo>
                <a:cubicBezTo>
                  <a:pt x="0" y="156"/>
                  <a:pt x="0" y="156"/>
                  <a:pt x="0" y="156"/>
                </a:cubicBezTo>
                <a:cubicBezTo>
                  <a:pt x="0" y="156"/>
                  <a:pt x="0" y="156"/>
                  <a:pt x="0" y="156"/>
                </a:cubicBezTo>
                <a:cubicBezTo>
                  <a:pt x="0" y="156"/>
                  <a:pt x="0" y="156"/>
                  <a:pt x="0" y="156"/>
                </a:cubicBezTo>
                <a:cubicBezTo>
                  <a:pt x="0" y="156"/>
                  <a:pt x="0" y="156"/>
                  <a:pt x="0" y="156"/>
                </a:cubicBezTo>
                <a:cubicBezTo>
                  <a:pt x="0" y="156"/>
                  <a:pt x="0" y="156"/>
                  <a:pt x="0" y="156"/>
                </a:cubicBezTo>
                <a:cubicBezTo>
                  <a:pt x="0" y="156"/>
                  <a:pt x="0" y="156"/>
                  <a:pt x="0" y="156"/>
                </a:cubicBezTo>
                <a:cubicBezTo>
                  <a:pt x="0" y="157"/>
                  <a:pt x="0" y="157"/>
                  <a:pt x="0" y="157"/>
                </a:cubicBezTo>
                <a:cubicBezTo>
                  <a:pt x="0" y="157"/>
                  <a:pt x="0" y="157"/>
                  <a:pt x="0" y="157"/>
                </a:cubicBezTo>
                <a:cubicBezTo>
                  <a:pt x="3" y="204"/>
                  <a:pt x="27" y="245"/>
                  <a:pt x="64" y="270"/>
                </a:cubicBezTo>
                <a:cubicBezTo>
                  <a:pt x="48" y="246"/>
                  <a:pt x="38" y="218"/>
                  <a:pt x="38" y="187"/>
                </a:cubicBezTo>
                <a:cubicBezTo>
                  <a:pt x="38" y="105"/>
                  <a:pt x="104" y="39"/>
                  <a:pt x="186" y="39"/>
                </a:cubicBezTo>
                <a:cubicBezTo>
                  <a:pt x="217" y="39"/>
                  <a:pt x="246" y="48"/>
                  <a:pt x="269" y="65"/>
                </a:cubicBezTo>
                <a:cubicBezTo>
                  <a:pt x="244" y="28"/>
                  <a:pt x="203" y="3"/>
                  <a:pt x="156" y="0"/>
                </a:cubicBezTo>
                <a:cubicBezTo>
                  <a:pt x="156" y="0"/>
                  <a:pt x="156" y="0"/>
                  <a:pt x="156" y="0"/>
                </a:cubicBezTo>
                <a:cubicBezTo>
                  <a:pt x="156" y="0"/>
                  <a:pt x="155" y="0"/>
                  <a:pt x="155" y="0"/>
                </a:cubicBezTo>
                <a:cubicBezTo>
                  <a:pt x="155" y="0"/>
                  <a:pt x="155" y="0"/>
                  <a:pt x="155" y="0"/>
                </a:cubicBezTo>
                <a:cubicBezTo>
                  <a:pt x="155" y="0"/>
                  <a:pt x="155" y="0"/>
                  <a:pt x="155" y="0"/>
                </a:cubicBezTo>
                <a:cubicBezTo>
                  <a:pt x="155" y="0"/>
                  <a:pt x="155" y="0"/>
                  <a:pt x="155" y="0"/>
                </a:cubicBezTo>
                <a:cubicBezTo>
                  <a:pt x="155" y="0"/>
                  <a:pt x="155" y="0"/>
                  <a:pt x="155" y="0"/>
                </a:cubicBezTo>
                <a:cubicBezTo>
                  <a:pt x="155" y="0"/>
                  <a:pt x="155" y="0"/>
                  <a:pt x="155" y="0"/>
                </a:cubicBezTo>
                <a:cubicBezTo>
                  <a:pt x="155" y="0"/>
                  <a:pt x="155" y="0"/>
                  <a:pt x="155" y="0"/>
                </a:cubicBezTo>
                <a:cubicBezTo>
                  <a:pt x="155" y="0"/>
                  <a:pt x="155" y="0"/>
                  <a:pt x="155" y="0"/>
                </a:cubicBezTo>
                <a:cubicBezTo>
                  <a:pt x="155" y="0"/>
                  <a:pt x="154" y="0"/>
                  <a:pt x="154" y="0"/>
                </a:cubicBezTo>
                <a:cubicBezTo>
                  <a:pt x="154" y="0"/>
                  <a:pt x="154" y="0"/>
                  <a:pt x="154" y="0"/>
                </a:cubicBezTo>
                <a:cubicBezTo>
                  <a:pt x="154" y="0"/>
                  <a:pt x="154" y="0"/>
                  <a:pt x="154" y="0"/>
                </a:cubicBezTo>
                <a:cubicBezTo>
                  <a:pt x="154" y="0"/>
                  <a:pt x="154" y="0"/>
                  <a:pt x="154" y="0"/>
                </a:cubicBezTo>
                <a:cubicBezTo>
                  <a:pt x="154" y="0"/>
                  <a:pt x="154" y="0"/>
                  <a:pt x="154" y="0"/>
                </a:cubicBezTo>
                <a:cubicBezTo>
                  <a:pt x="154" y="0"/>
                  <a:pt x="154" y="0"/>
                  <a:pt x="154" y="0"/>
                </a:cubicBezTo>
                <a:cubicBezTo>
                  <a:pt x="154" y="0"/>
                  <a:pt x="154" y="0"/>
                  <a:pt x="154" y="0"/>
                </a:cubicBezTo>
                <a:cubicBezTo>
                  <a:pt x="154" y="0"/>
                  <a:pt x="154" y="0"/>
                  <a:pt x="154" y="0"/>
                </a:cubicBezTo>
                <a:cubicBezTo>
                  <a:pt x="154" y="0"/>
                  <a:pt x="154" y="0"/>
                  <a:pt x="153" y="0"/>
                </a:cubicBezTo>
                <a:cubicBezTo>
                  <a:pt x="153" y="0"/>
                  <a:pt x="153" y="0"/>
                  <a:pt x="153" y="0"/>
                </a:cubicBezTo>
                <a:cubicBezTo>
                  <a:pt x="153" y="0"/>
                  <a:pt x="153" y="0"/>
                  <a:pt x="153" y="0"/>
                </a:cubicBezTo>
                <a:cubicBezTo>
                  <a:pt x="153" y="0"/>
                  <a:pt x="153" y="0"/>
                  <a:pt x="153" y="0"/>
                </a:cubicBezTo>
                <a:cubicBezTo>
                  <a:pt x="153" y="0"/>
                  <a:pt x="153" y="0"/>
                  <a:pt x="153" y="0"/>
                </a:cubicBezTo>
                <a:cubicBezTo>
                  <a:pt x="153" y="0"/>
                  <a:pt x="153" y="0"/>
                  <a:pt x="153" y="0"/>
                </a:cubicBezTo>
                <a:cubicBezTo>
                  <a:pt x="153" y="0"/>
                  <a:pt x="153" y="0"/>
                  <a:pt x="153" y="0"/>
                </a:cubicBezTo>
                <a:cubicBezTo>
                  <a:pt x="153" y="0"/>
                  <a:pt x="153" y="0"/>
                  <a:pt x="153" y="0"/>
                </a:cubicBezTo>
                <a:cubicBezTo>
                  <a:pt x="153" y="0"/>
                  <a:pt x="153" y="0"/>
                  <a:pt x="153" y="0"/>
                </a:cubicBezTo>
                <a:cubicBezTo>
                  <a:pt x="153" y="0"/>
                  <a:pt x="152" y="0"/>
                  <a:pt x="152" y="0"/>
                </a:cubicBezTo>
                <a:cubicBezTo>
                  <a:pt x="152" y="0"/>
                  <a:pt x="152" y="0"/>
                  <a:pt x="152" y="0"/>
                </a:cubicBezTo>
                <a:cubicBezTo>
                  <a:pt x="152" y="0"/>
                  <a:pt x="152" y="0"/>
                  <a:pt x="152" y="0"/>
                </a:cubicBezTo>
                <a:cubicBezTo>
                  <a:pt x="152" y="0"/>
                  <a:pt x="152" y="0"/>
                  <a:pt x="152" y="0"/>
                </a:cubicBezTo>
                <a:cubicBezTo>
                  <a:pt x="152" y="0"/>
                  <a:pt x="152" y="0"/>
                  <a:pt x="152" y="0"/>
                </a:cubicBezTo>
                <a:cubicBezTo>
                  <a:pt x="152" y="0"/>
                  <a:pt x="152" y="0"/>
                  <a:pt x="152" y="0"/>
                </a:cubicBezTo>
                <a:cubicBezTo>
                  <a:pt x="152" y="0"/>
                  <a:pt x="152" y="0"/>
                  <a:pt x="152" y="0"/>
                </a:cubicBezTo>
                <a:cubicBezTo>
                  <a:pt x="152" y="0"/>
                  <a:pt x="152" y="0"/>
                  <a:pt x="152" y="0"/>
                </a:cubicBezTo>
                <a:cubicBezTo>
                  <a:pt x="152" y="0"/>
                  <a:pt x="152" y="0"/>
                  <a:pt x="151" y="0"/>
                </a:cubicBezTo>
                <a:cubicBezTo>
                  <a:pt x="151" y="0"/>
                  <a:pt x="151" y="0"/>
                  <a:pt x="151" y="0"/>
                </a:cubicBezTo>
                <a:cubicBezTo>
                  <a:pt x="151" y="0"/>
                  <a:pt x="151" y="0"/>
                  <a:pt x="151" y="0"/>
                </a:cubicBezTo>
                <a:cubicBezTo>
                  <a:pt x="151" y="0"/>
                  <a:pt x="151" y="0"/>
                  <a:pt x="151" y="0"/>
                </a:cubicBezTo>
                <a:cubicBezTo>
                  <a:pt x="151" y="0"/>
                  <a:pt x="151" y="0"/>
                  <a:pt x="151" y="0"/>
                </a:cubicBezTo>
                <a:cubicBezTo>
                  <a:pt x="151" y="0"/>
                  <a:pt x="151" y="0"/>
                  <a:pt x="151" y="0"/>
                </a:cubicBezTo>
                <a:cubicBezTo>
                  <a:pt x="151" y="0"/>
                  <a:pt x="151" y="0"/>
                  <a:pt x="151" y="0"/>
                </a:cubicBezTo>
                <a:cubicBezTo>
                  <a:pt x="151" y="0"/>
                  <a:pt x="151" y="0"/>
                  <a:pt x="151" y="0"/>
                </a:cubicBezTo>
                <a:cubicBezTo>
                  <a:pt x="151" y="0"/>
                  <a:pt x="151" y="0"/>
                  <a:pt x="150" y="0"/>
                </a:cubicBezTo>
                <a:cubicBezTo>
                  <a:pt x="150" y="0"/>
                  <a:pt x="150" y="0"/>
                  <a:pt x="150" y="0"/>
                </a:cubicBezTo>
                <a:cubicBezTo>
                  <a:pt x="150" y="0"/>
                  <a:pt x="150" y="0"/>
                  <a:pt x="150" y="0"/>
                </a:cubicBezTo>
                <a:cubicBezTo>
                  <a:pt x="150" y="0"/>
                  <a:pt x="150" y="0"/>
                  <a:pt x="150" y="0"/>
                </a:cubicBezTo>
                <a:cubicBezTo>
                  <a:pt x="150" y="0"/>
                  <a:pt x="150" y="0"/>
                  <a:pt x="150" y="0"/>
                </a:cubicBezTo>
                <a:cubicBezTo>
                  <a:pt x="150" y="0"/>
                  <a:pt x="150" y="0"/>
                  <a:pt x="150" y="0"/>
                </a:cubicBezTo>
                <a:cubicBezTo>
                  <a:pt x="150" y="0"/>
                  <a:pt x="150" y="0"/>
                  <a:pt x="150" y="0"/>
                </a:cubicBezTo>
                <a:cubicBezTo>
                  <a:pt x="150" y="0"/>
                  <a:pt x="150" y="0"/>
                  <a:pt x="150" y="0"/>
                </a:cubicBezTo>
                <a:cubicBezTo>
                  <a:pt x="150" y="0"/>
                  <a:pt x="150" y="0"/>
                  <a:pt x="150" y="0"/>
                </a:cubicBezTo>
                <a:cubicBezTo>
                  <a:pt x="150" y="0"/>
                  <a:pt x="150" y="0"/>
                  <a:pt x="149" y="0"/>
                </a:cubicBezTo>
                <a:cubicBezTo>
                  <a:pt x="149" y="0"/>
                  <a:pt x="149" y="0"/>
                  <a:pt x="149" y="0"/>
                </a:cubicBezTo>
                <a:cubicBezTo>
                  <a:pt x="149" y="0"/>
                  <a:pt x="149" y="0"/>
                  <a:pt x="149" y="0"/>
                </a:cubicBezTo>
                <a:cubicBezTo>
                  <a:pt x="149" y="0"/>
                  <a:pt x="149" y="0"/>
                  <a:pt x="149" y="0"/>
                </a:cubicBezTo>
                <a:cubicBezTo>
                  <a:pt x="149" y="0"/>
                  <a:pt x="149" y="0"/>
                  <a:pt x="149" y="0"/>
                </a:cubicBezTo>
                <a:cubicBezTo>
                  <a:pt x="149" y="0"/>
                  <a:pt x="149" y="0"/>
                  <a:pt x="149" y="0"/>
                </a:cubicBezTo>
                <a:cubicBezTo>
                  <a:pt x="149" y="0"/>
                  <a:pt x="149" y="0"/>
                  <a:pt x="149" y="0"/>
                </a:cubicBezTo>
                <a:cubicBezTo>
                  <a:pt x="149" y="0"/>
                  <a:pt x="149" y="0"/>
                  <a:pt x="149" y="0"/>
                </a:cubicBezTo>
                <a:cubicBezTo>
                  <a:pt x="149" y="0"/>
                  <a:pt x="149" y="0"/>
                  <a:pt x="149" y="0"/>
                </a:cubicBezTo>
                <a:cubicBezTo>
                  <a:pt x="148" y="0"/>
                  <a:pt x="148" y="0"/>
                  <a:pt x="148" y="0"/>
                </a:cubicBezTo>
                <a:cubicBezTo>
                  <a:pt x="148" y="0"/>
                  <a:pt x="148" y="0"/>
                  <a:pt x="148" y="0"/>
                </a:cubicBezTo>
                <a:cubicBezTo>
                  <a:pt x="148" y="0"/>
                  <a:pt x="148" y="0"/>
                  <a:pt x="148" y="0"/>
                </a:cubicBezTo>
                <a:cubicBezTo>
                  <a:pt x="148" y="0"/>
                  <a:pt x="148" y="0"/>
                  <a:pt x="148" y="0"/>
                </a:cubicBezTo>
                <a:cubicBezTo>
                  <a:pt x="148" y="0"/>
                  <a:pt x="148" y="0"/>
                  <a:pt x="148" y="0"/>
                </a:cubicBezTo>
                <a:cubicBezTo>
                  <a:pt x="148" y="0"/>
                  <a:pt x="148" y="0"/>
                  <a:pt x="148" y="0"/>
                </a:cubicBezTo>
                <a:cubicBezTo>
                  <a:pt x="148" y="0"/>
                  <a:pt x="148" y="0"/>
                  <a:pt x="148" y="0"/>
                </a:cubicBezTo>
                <a:cubicBezTo>
                  <a:pt x="148" y="0"/>
                  <a:pt x="148" y="0"/>
                  <a:pt x="148" y="0"/>
                </a:cubicBezTo>
                <a:cubicBezTo>
                  <a:pt x="148" y="0"/>
                  <a:pt x="147" y="0"/>
                  <a:pt x="147" y="0"/>
                </a:cubicBezTo>
              </a:path>
            </a:pathLst>
          </a:custGeom>
          <a:solidFill>
            <a:srgbClr val="F0466E"/>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 name="Freeform 55"/>
          <p:cNvSpPr>
            <a:spLocks/>
          </p:cNvSpPr>
          <p:nvPr/>
        </p:nvSpPr>
        <p:spPr bwMode="auto">
          <a:xfrm>
            <a:off x="8318501" y="2765426"/>
            <a:ext cx="190500" cy="190500"/>
          </a:xfrm>
          <a:custGeom>
            <a:avLst/>
            <a:gdLst>
              <a:gd name="T0" fmla="*/ 39 w 39"/>
              <a:gd name="T1" fmla="*/ 0 h 39"/>
              <a:gd name="T2" fmla="*/ 39 w 39"/>
              <a:gd name="T3" fmla="*/ 0 h 39"/>
              <a:gd name="T4" fmla="*/ 0 w 39"/>
              <a:gd name="T5" fmla="*/ 39 h 39"/>
              <a:gd name="T6" fmla="*/ 0 w 39"/>
              <a:gd name="T7" fmla="*/ 39 h 39"/>
              <a:gd name="T8" fmla="*/ 0 w 39"/>
              <a:gd name="T9" fmla="*/ 39 h 39"/>
              <a:gd name="T10" fmla="*/ 0 w 39"/>
              <a:gd name="T11" fmla="*/ 39 h 39"/>
              <a:gd name="T12" fmla="*/ 0 w 39"/>
              <a:gd name="T13" fmla="*/ 39 h 39"/>
              <a:gd name="T14" fmla="*/ 0 w 39"/>
              <a:gd name="T15" fmla="*/ 39 h 39"/>
              <a:gd name="T16" fmla="*/ 39 w 39"/>
              <a:gd name="T17" fmla="*/ 0 h 39"/>
              <a:gd name="T18" fmla="*/ 39 w 39"/>
              <a:gd name="T19" fmla="*/ 0 h 39"/>
              <a:gd name="T20" fmla="*/ 39 w 39"/>
              <a:gd name="T2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39">
                <a:moveTo>
                  <a:pt x="39" y="0"/>
                </a:moveTo>
                <a:cubicBezTo>
                  <a:pt x="39" y="0"/>
                  <a:pt x="39" y="0"/>
                  <a:pt x="39" y="0"/>
                </a:cubicBezTo>
                <a:cubicBezTo>
                  <a:pt x="28" y="14"/>
                  <a:pt x="15" y="27"/>
                  <a:pt x="0" y="39"/>
                </a:cubicBezTo>
                <a:cubicBezTo>
                  <a:pt x="0" y="39"/>
                  <a:pt x="0" y="39"/>
                  <a:pt x="0" y="39"/>
                </a:cubicBezTo>
                <a:cubicBezTo>
                  <a:pt x="0" y="39"/>
                  <a:pt x="0" y="39"/>
                  <a:pt x="0" y="39"/>
                </a:cubicBezTo>
                <a:cubicBezTo>
                  <a:pt x="0" y="39"/>
                  <a:pt x="0" y="39"/>
                  <a:pt x="0" y="39"/>
                </a:cubicBezTo>
                <a:cubicBezTo>
                  <a:pt x="0" y="39"/>
                  <a:pt x="0" y="39"/>
                  <a:pt x="0" y="39"/>
                </a:cubicBezTo>
                <a:cubicBezTo>
                  <a:pt x="0" y="39"/>
                  <a:pt x="0" y="39"/>
                  <a:pt x="0" y="39"/>
                </a:cubicBezTo>
                <a:cubicBezTo>
                  <a:pt x="15" y="27"/>
                  <a:pt x="28" y="14"/>
                  <a:pt x="39" y="0"/>
                </a:cubicBezTo>
                <a:cubicBezTo>
                  <a:pt x="39" y="0"/>
                  <a:pt x="39" y="0"/>
                  <a:pt x="39" y="0"/>
                </a:cubicBezTo>
                <a:cubicBezTo>
                  <a:pt x="39" y="0"/>
                  <a:pt x="39" y="0"/>
                  <a:pt x="39"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 name="Freeform 56"/>
          <p:cNvSpPr>
            <a:spLocks/>
          </p:cNvSpPr>
          <p:nvPr/>
        </p:nvSpPr>
        <p:spPr bwMode="auto">
          <a:xfrm>
            <a:off x="8636001" y="2403476"/>
            <a:ext cx="204788" cy="166688"/>
          </a:xfrm>
          <a:custGeom>
            <a:avLst/>
            <a:gdLst>
              <a:gd name="T0" fmla="*/ 42 w 42"/>
              <a:gd name="T1" fmla="*/ 0 h 34"/>
              <a:gd name="T2" fmla="*/ 13 w 42"/>
              <a:gd name="T3" fmla="*/ 4 h 34"/>
              <a:gd name="T4" fmla="*/ 0 w 42"/>
              <a:gd name="T5" fmla="*/ 34 h 34"/>
              <a:gd name="T6" fmla="*/ 34 w 42"/>
              <a:gd name="T7" fmla="*/ 26 h 34"/>
              <a:gd name="T8" fmla="*/ 42 w 42"/>
              <a:gd name="T9" fmla="*/ 0 h 34"/>
            </a:gdLst>
            <a:ahLst/>
            <a:cxnLst>
              <a:cxn ang="0">
                <a:pos x="T0" y="T1"/>
              </a:cxn>
              <a:cxn ang="0">
                <a:pos x="T2" y="T3"/>
              </a:cxn>
              <a:cxn ang="0">
                <a:pos x="T4" y="T5"/>
              </a:cxn>
              <a:cxn ang="0">
                <a:pos x="T6" y="T7"/>
              </a:cxn>
              <a:cxn ang="0">
                <a:pos x="T8" y="T9"/>
              </a:cxn>
            </a:cxnLst>
            <a:rect l="0" t="0" r="r" b="b"/>
            <a:pathLst>
              <a:path w="42" h="34">
                <a:moveTo>
                  <a:pt x="42" y="0"/>
                </a:moveTo>
                <a:cubicBezTo>
                  <a:pt x="32" y="0"/>
                  <a:pt x="23" y="2"/>
                  <a:pt x="13" y="4"/>
                </a:cubicBezTo>
                <a:cubicBezTo>
                  <a:pt x="10" y="14"/>
                  <a:pt x="5" y="24"/>
                  <a:pt x="0" y="34"/>
                </a:cubicBezTo>
                <a:cubicBezTo>
                  <a:pt x="11" y="30"/>
                  <a:pt x="22" y="27"/>
                  <a:pt x="34" y="26"/>
                </a:cubicBezTo>
                <a:cubicBezTo>
                  <a:pt x="37" y="17"/>
                  <a:pt x="39" y="9"/>
                  <a:pt x="42"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 name="Freeform 57"/>
          <p:cNvSpPr>
            <a:spLocks/>
          </p:cNvSpPr>
          <p:nvPr/>
        </p:nvSpPr>
        <p:spPr bwMode="auto">
          <a:xfrm>
            <a:off x="8509001" y="2530476"/>
            <a:ext cx="293688" cy="234950"/>
          </a:xfrm>
          <a:custGeom>
            <a:avLst/>
            <a:gdLst>
              <a:gd name="T0" fmla="*/ 60 w 60"/>
              <a:gd name="T1" fmla="*/ 0 h 48"/>
              <a:gd name="T2" fmla="*/ 26 w 60"/>
              <a:gd name="T3" fmla="*/ 8 h 48"/>
              <a:gd name="T4" fmla="*/ 0 w 60"/>
              <a:gd name="T5" fmla="*/ 48 h 48"/>
              <a:gd name="T6" fmla="*/ 48 w 60"/>
              <a:gd name="T7" fmla="*/ 27 h 48"/>
              <a:gd name="T8" fmla="*/ 60 w 60"/>
              <a:gd name="T9" fmla="*/ 0 h 48"/>
            </a:gdLst>
            <a:ahLst/>
            <a:cxnLst>
              <a:cxn ang="0">
                <a:pos x="T0" y="T1"/>
              </a:cxn>
              <a:cxn ang="0">
                <a:pos x="T2" y="T3"/>
              </a:cxn>
              <a:cxn ang="0">
                <a:pos x="T4" y="T5"/>
              </a:cxn>
              <a:cxn ang="0">
                <a:pos x="T6" y="T7"/>
              </a:cxn>
              <a:cxn ang="0">
                <a:pos x="T8" y="T9"/>
              </a:cxn>
            </a:cxnLst>
            <a:rect l="0" t="0" r="r" b="b"/>
            <a:pathLst>
              <a:path w="60" h="48">
                <a:moveTo>
                  <a:pt x="60" y="0"/>
                </a:moveTo>
                <a:cubicBezTo>
                  <a:pt x="48" y="1"/>
                  <a:pt x="37" y="4"/>
                  <a:pt x="26" y="8"/>
                </a:cubicBezTo>
                <a:cubicBezTo>
                  <a:pt x="19" y="22"/>
                  <a:pt x="10" y="35"/>
                  <a:pt x="0" y="48"/>
                </a:cubicBezTo>
                <a:cubicBezTo>
                  <a:pt x="14" y="38"/>
                  <a:pt x="31" y="31"/>
                  <a:pt x="48" y="27"/>
                </a:cubicBezTo>
                <a:cubicBezTo>
                  <a:pt x="52" y="18"/>
                  <a:pt x="56" y="9"/>
                  <a:pt x="60" y="0"/>
                </a:cubicBezTo>
              </a:path>
            </a:pathLst>
          </a:custGeom>
          <a:solidFill>
            <a:srgbClr val="B0BB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 name="Freeform 58"/>
          <p:cNvSpPr>
            <a:spLocks/>
          </p:cNvSpPr>
          <p:nvPr/>
        </p:nvSpPr>
        <p:spPr bwMode="auto">
          <a:xfrm>
            <a:off x="8509001" y="2662238"/>
            <a:ext cx="234950" cy="103188"/>
          </a:xfrm>
          <a:custGeom>
            <a:avLst/>
            <a:gdLst>
              <a:gd name="T0" fmla="*/ 48 w 48"/>
              <a:gd name="T1" fmla="*/ 0 h 21"/>
              <a:gd name="T2" fmla="*/ 0 w 48"/>
              <a:gd name="T3" fmla="*/ 21 h 21"/>
              <a:gd name="T4" fmla="*/ 0 w 48"/>
              <a:gd name="T5" fmla="*/ 21 h 21"/>
              <a:gd name="T6" fmla="*/ 48 w 48"/>
              <a:gd name="T7" fmla="*/ 0 h 21"/>
              <a:gd name="T8" fmla="*/ 48 w 48"/>
              <a:gd name="T9" fmla="*/ 0 h 21"/>
            </a:gdLst>
            <a:ahLst/>
            <a:cxnLst>
              <a:cxn ang="0">
                <a:pos x="T0" y="T1"/>
              </a:cxn>
              <a:cxn ang="0">
                <a:pos x="T2" y="T3"/>
              </a:cxn>
              <a:cxn ang="0">
                <a:pos x="T4" y="T5"/>
              </a:cxn>
              <a:cxn ang="0">
                <a:pos x="T6" y="T7"/>
              </a:cxn>
              <a:cxn ang="0">
                <a:pos x="T8" y="T9"/>
              </a:cxn>
            </a:cxnLst>
            <a:rect l="0" t="0" r="r" b="b"/>
            <a:pathLst>
              <a:path w="48" h="21">
                <a:moveTo>
                  <a:pt x="48" y="0"/>
                </a:moveTo>
                <a:cubicBezTo>
                  <a:pt x="31" y="4"/>
                  <a:pt x="14" y="11"/>
                  <a:pt x="0" y="21"/>
                </a:cubicBezTo>
                <a:cubicBezTo>
                  <a:pt x="0" y="21"/>
                  <a:pt x="0" y="21"/>
                  <a:pt x="0" y="21"/>
                </a:cubicBezTo>
                <a:cubicBezTo>
                  <a:pt x="14" y="11"/>
                  <a:pt x="31" y="4"/>
                  <a:pt x="48" y="0"/>
                </a:cubicBezTo>
                <a:cubicBezTo>
                  <a:pt x="48" y="0"/>
                  <a:pt x="48" y="0"/>
                  <a:pt x="48" y="0"/>
                </a:cubicBezTo>
              </a:path>
            </a:pathLst>
          </a:custGeom>
          <a:solidFill>
            <a:srgbClr val="A958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 name="Freeform 59"/>
          <p:cNvSpPr>
            <a:spLocks/>
          </p:cNvSpPr>
          <p:nvPr/>
        </p:nvSpPr>
        <p:spPr bwMode="auto">
          <a:xfrm>
            <a:off x="8509001" y="2424113"/>
            <a:ext cx="190500" cy="341313"/>
          </a:xfrm>
          <a:custGeom>
            <a:avLst/>
            <a:gdLst>
              <a:gd name="T0" fmla="*/ 39 w 39"/>
              <a:gd name="T1" fmla="*/ 0 h 70"/>
              <a:gd name="T2" fmla="*/ 39 w 39"/>
              <a:gd name="T3" fmla="*/ 0 h 70"/>
              <a:gd name="T4" fmla="*/ 0 w 39"/>
              <a:gd name="T5" fmla="*/ 70 h 70"/>
              <a:gd name="T6" fmla="*/ 0 w 39"/>
              <a:gd name="T7" fmla="*/ 70 h 70"/>
              <a:gd name="T8" fmla="*/ 0 w 39"/>
              <a:gd name="T9" fmla="*/ 70 h 70"/>
              <a:gd name="T10" fmla="*/ 26 w 39"/>
              <a:gd name="T11" fmla="*/ 30 h 70"/>
              <a:gd name="T12" fmla="*/ 39 w 39"/>
              <a:gd name="T13" fmla="*/ 0 h 70"/>
            </a:gdLst>
            <a:ahLst/>
            <a:cxnLst>
              <a:cxn ang="0">
                <a:pos x="T0" y="T1"/>
              </a:cxn>
              <a:cxn ang="0">
                <a:pos x="T2" y="T3"/>
              </a:cxn>
              <a:cxn ang="0">
                <a:pos x="T4" y="T5"/>
              </a:cxn>
              <a:cxn ang="0">
                <a:pos x="T6" y="T7"/>
              </a:cxn>
              <a:cxn ang="0">
                <a:pos x="T8" y="T9"/>
              </a:cxn>
              <a:cxn ang="0">
                <a:pos x="T10" y="T11"/>
              </a:cxn>
              <a:cxn ang="0">
                <a:pos x="T12" y="T13"/>
              </a:cxn>
            </a:cxnLst>
            <a:rect l="0" t="0" r="r" b="b"/>
            <a:pathLst>
              <a:path w="39" h="70">
                <a:moveTo>
                  <a:pt x="39" y="0"/>
                </a:moveTo>
                <a:cubicBezTo>
                  <a:pt x="39" y="0"/>
                  <a:pt x="39" y="0"/>
                  <a:pt x="39" y="0"/>
                </a:cubicBezTo>
                <a:cubicBezTo>
                  <a:pt x="30" y="26"/>
                  <a:pt x="17" y="49"/>
                  <a:pt x="0" y="70"/>
                </a:cubicBezTo>
                <a:cubicBezTo>
                  <a:pt x="0" y="70"/>
                  <a:pt x="0" y="70"/>
                  <a:pt x="0" y="70"/>
                </a:cubicBezTo>
                <a:cubicBezTo>
                  <a:pt x="0" y="70"/>
                  <a:pt x="0" y="70"/>
                  <a:pt x="0" y="70"/>
                </a:cubicBezTo>
                <a:cubicBezTo>
                  <a:pt x="10" y="57"/>
                  <a:pt x="19" y="44"/>
                  <a:pt x="26" y="30"/>
                </a:cubicBezTo>
                <a:cubicBezTo>
                  <a:pt x="31" y="20"/>
                  <a:pt x="36" y="10"/>
                  <a:pt x="39"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 name="Freeform 60"/>
          <p:cNvSpPr>
            <a:spLocks/>
          </p:cNvSpPr>
          <p:nvPr/>
        </p:nvSpPr>
        <p:spPr bwMode="auto">
          <a:xfrm>
            <a:off x="8509001" y="2662238"/>
            <a:ext cx="234950" cy="103188"/>
          </a:xfrm>
          <a:custGeom>
            <a:avLst/>
            <a:gdLst>
              <a:gd name="T0" fmla="*/ 48 w 48"/>
              <a:gd name="T1" fmla="*/ 0 h 21"/>
              <a:gd name="T2" fmla="*/ 0 w 48"/>
              <a:gd name="T3" fmla="*/ 21 h 21"/>
              <a:gd name="T4" fmla="*/ 0 w 48"/>
              <a:gd name="T5" fmla="*/ 21 h 21"/>
              <a:gd name="T6" fmla="*/ 48 w 48"/>
              <a:gd name="T7" fmla="*/ 0 h 21"/>
              <a:gd name="T8" fmla="*/ 48 w 48"/>
              <a:gd name="T9" fmla="*/ 0 h 21"/>
            </a:gdLst>
            <a:ahLst/>
            <a:cxnLst>
              <a:cxn ang="0">
                <a:pos x="T0" y="T1"/>
              </a:cxn>
              <a:cxn ang="0">
                <a:pos x="T2" y="T3"/>
              </a:cxn>
              <a:cxn ang="0">
                <a:pos x="T4" y="T5"/>
              </a:cxn>
              <a:cxn ang="0">
                <a:pos x="T6" y="T7"/>
              </a:cxn>
              <a:cxn ang="0">
                <a:pos x="T8" y="T9"/>
              </a:cxn>
            </a:cxnLst>
            <a:rect l="0" t="0" r="r" b="b"/>
            <a:pathLst>
              <a:path w="48" h="21">
                <a:moveTo>
                  <a:pt x="48" y="0"/>
                </a:moveTo>
                <a:cubicBezTo>
                  <a:pt x="31" y="4"/>
                  <a:pt x="14" y="11"/>
                  <a:pt x="0" y="21"/>
                </a:cubicBezTo>
                <a:cubicBezTo>
                  <a:pt x="0" y="21"/>
                  <a:pt x="0" y="21"/>
                  <a:pt x="0" y="21"/>
                </a:cubicBezTo>
                <a:cubicBezTo>
                  <a:pt x="14" y="11"/>
                  <a:pt x="31" y="4"/>
                  <a:pt x="48" y="0"/>
                </a:cubicBezTo>
                <a:cubicBezTo>
                  <a:pt x="48" y="0"/>
                  <a:pt x="48" y="0"/>
                  <a:pt x="48" y="0"/>
                </a:cubicBezTo>
              </a:path>
            </a:pathLst>
          </a:custGeom>
          <a:solidFill>
            <a:srgbClr val="894D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 name="Oval 61"/>
          <p:cNvSpPr>
            <a:spLocks noChangeArrowheads="1"/>
          </p:cNvSpPr>
          <p:nvPr/>
        </p:nvSpPr>
        <p:spPr bwMode="auto">
          <a:xfrm>
            <a:off x="8509001" y="2765426"/>
            <a:ext cx="1588" cy="1588"/>
          </a:xfrm>
          <a:prstGeom prst="ellipse">
            <a:avLst/>
          </a:prstGeom>
          <a:solidFill>
            <a:srgbClr val="97A7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3" name="Freeform 62"/>
          <p:cNvSpPr>
            <a:spLocks/>
          </p:cNvSpPr>
          <p:nvPr/>
        </p:nvSpPr>
        <p:spPr bwMode="auto">
          <a:xfrm>
            <a:off x="7958138" y="3082926"/>
            <a:ext cx="166688" cy="200025"/>
          </a:xfrm>
          <a:custGeom>
            <a:avLst/>
            <a:gdLst>
              <a:gd name="T0" fmla="*/ 34 w 34"/>
              <a:gd name="T1" fmla="*/ 0 h 41"/>
              <a:gd name="T2" fmla="*/ 4 w 34"/>
              <a:gd name="T3" fmla="*/ 13 h 41"/>
              <a:gd name="T4" fmla="*/ 0 w 34"/>
              <a:gd name="T5" fmla="*/ 41 h 41"/>
              <a:gd name="T6" fmla="*/ 26 w 34"/>
              <a:gd name="T7" fmla="*/ 33 h 41"/>
              <a:gd name="T8" fmla="*/ 34 w 34"/>
              <a:gd name="T9" fmla="*/ 0 h 41"/>
            </a:gdLst>
            <a:ahLst/>
            <a:cxnLst>
              <a:cxn ang="0">
                <a:pos x="T0" y="T1"/>
              </a:cxn>
              <a:cxn ang="0">
                <a:pos x="T2" y="T3"/>
              </a:cxn>
              <a:cxn ang="0">
                <a:pos x="T4" y="T5"/>
              </a:cxn>
              <a:cxn ang="0">
                <a:pos x="T6" y="T7"/>
              </a:cxn>
              <a:cxn ang="0">
                <a:pos x="T8" y="T9"/>
              </a:cxn>
            </a:cxnLst>
            <a:rect l="0" t="0" r="r" b="b"/>
            <a:pathLst>
              <a:path w="34" h="41">
                <a:moveTo>
                  <a:pt x="34" y="0"/>
                </a:moveTo>
                <a:cubicBezTo>
                  <a:pt x="25" y="5"/>
                  <a:pt x="15" y="9"/>
                  <a:pt x="4" y="13"/>
                </a:cubicBezTo>
                <a:cubicBezTo>
                  <a:pt x="2" y="22"/>
                  <a:pt x="1" y="32"/>
                  <a:pt x="0" y="41"/>
                </a:cubicBezTo>
                <a:cubicBezTo>
                  <a:pt x="9" y="39"/>
                  <a:pt x="18" y="36"/>
                  <a:pt x="26" y="33"/>
                </a:cubicBezTo>
                <a:cubicBezTo>
                  <a:pt x="28" y="22"/>
                  <a:pt x="31" y="11"/>
                  <a:pt x="34"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4" name="Freeform 63"/>
          <p:cNvSpPr>
            <a:spLocks/>
          </p:cNvSpPr>
          <p:nvPr/>
        </p:nvSpPr>
        <p:spPr bwMode="auto">
          <a:xfrm>
            <a:off x="8085138" y="2955926"/>
            <a:ext cx="233363" cy="287338"/>
          </a:xfrm>
          <a:custGeom>
            <a:avLst/>
            <a:gdLst>
              <a:gd name="T0" fmla="*/ 48 w 48"/>
              <a:gd name="T1" fmla="*/ 0 h 59"/>
              <a:gd name="T2" fmla="*/ 8 w 48"/>
              <a:gd name="T3" fmla="*/ 26 h 59"/>
              <a:gd name="T4" fmla="*/ 0 w 48"/>
              <a:gd name="T5" fmla="*/ 59 h 59"/>
              <a:gd name="T6" fmla="*/ 27 w 48"/>
              <a:gd name="T7" fmla="*/ 48 h 59"/>
              <a:gd name="T8" fmla="*/ 48 w 48"/>
              <a:gd name="T9" fmla="*/ 0 h 59"/>
            </a:gdLst>
            <a:ahLst/>
            <a:cxnLst>
              <a:cxn ang="0">
                <a:pos x="T0" y="T1"/>
              </a:cxn>
              <a:cxn ang="0">
                <a:pos x="T2" y="T3"/>
              </a:cxn>
              <a:cxn ang="0">
                <a:pos x="T4" y="T5"/>
              </a:cxn>
              <a:cxn ang="0">
                <a:pos x="T6" y="T7"/>
              </a:cxn>
              <a:cxn ang="0">
                <a:pos x="T8" y="T9"/>
              </a:cxn>
            </a:cxnLst>
            <a:rect l="0" t="0" r="r" b="b"/>
            <a:pathLst>
              <a:path w="48" h="59">
                <a:moveTo>
                  <a:pt x="48" y="0"/>
                </a:moveTo>
                <a:cubicBezTo>
                  <a:pt x="36" y="10"/>
                  <a:pt x="22" y="18"/>
                  <a:pt x="8" y="26"/>
                </a:cubicBezTo>
                <a:cubicBezTo>
                  <a:pt x="5" y="37"/>
                  <a:pt x="2" y="48"/>
                  <a:pt x="0" y="59"/>
                </a:cubicBezTo>
                <a:cubicBezTo>
                  <a:pt x="9" y="56"/>
                  <a:pt x="18" y="52"/>
                  <a:pt x="27" y="48"/>
                </a:cubicBezTo>
                <a:cubicBezTo>
                  <a:pt x="31" y="30"/>
                  <a:pt x="38" y="14"/>
                  <a:pt x="48" y="0"/>
                </a:cubicBezTo>
              </a:path>
            </a:pathLst>
          </a:custGeom>
          <a:solidFill>
            <a:srgbClr val="B0BB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5" name="Freeform 64"/>
          <p:cNvSpPr>
            <a:spLocks/>
          </p:cNvSpPr>
          <p:nvPr/>
        </p:nvSpPr>
        <p:spPr bwMode="auto">
          <a:xfrm>
            <a:off x="8216901" y="2955926"/>
            <a:ext cx="101600" cy="233363"/>
          </a:xfrm>
          <a:custGeom>
            <a:avLst/>
            <a:gdLst>
              <a:gd name="T0" fmla="*/ 21 w 21"/>
              <a:gd name="T1" fmla="*/ 0 h 48"/>
              <a:gd name="T2" fmla="*/ 21 w 21"/>
              <a:gd name="T3" fmla="*/ 0 h 48"/>
              <a:gd name="T4" fmla="*/ 0 w 21"/>
              <a:gd name="T5" fmla="*/ 48 h 48"/>
              <a:gd name="T6" fmla="*/ 0 w 21"/>
              <a:gd name="T7" fmla="*/ 48 h 48"/>
              <a:gd name="T8" fmla="*/ 21 w 21"/>
              <a:gd name="T9" fmla="*/ 0 h 48"/>
            </a:gdLst>
            <a:ahLst/>
            <a:cxnLst>
              <a:cxn ang="0">
                <a:pos x="T0" y="T1"/>
              </a:cxn>
              <a:cxn ang="0">
                <a:pos x="T2" y="T3"/>
              </a:cxn>
              <a:cxn ang="0">
                <a:pos x="T4" y="T5"/>
              </a:cxn>
              <a:cxn ang="0">
                <a:pos x="T6" y="T7"/>
              </a:cxn>
              <a:cxn ang="0">
                <a:pos x="T8" y="T9"/>
              </a:cxn>
            </a:cxnLst>
            <a:rect l="0" t="0" r="r" b="b"/>
            <a:pathLst>
              <a:path w="21" h="48">
                <a:moveTo>
                  <a:pt x="21" y="0"/>
                </a:moveTo>
                <a:cubicBezTo>
                  <a:pt x="21" y="0"/>
                  <a:pt x="21" y="0"/>
                  <a:pt x="21" y="0"/>
                </a:cubicBezTo>
                <a:cubicBezTo>
                  <a:pt x="11" y="14"/>
                  <a:pt x="4" y="30"/>
                  <a:pt x="0" y="48"/>
                </a:cubicBezTo>
                <a:cubicBezTo>
                  <a:pt x="0" y="48"/>
                  <a:pt x="0" y="48"/>
                  <a:pt x="0" y="48"/>
                </a:cubicBezTo>
                <a:cubicBezTo>
                  <a:pt x="4" y="30"/>
                  <a:pt x="11" y="14"/>
                  <a:pt x="21" y="0"/>
                </a:cubicBezTo>
              </a:path>
            </a:pathLst>
          </a:custGeom>
          <a:solidFill>
            <a:srgbClr val="A958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6" name="Freeform 65"/>
          <p:cNvSpPr>
            <a:spLocks/>
          </p:cNvSpPr>
          <p:nvPr/>
        </p:nvSpPr>
        <p:spPr bwMode="auto">
          <a:xfrm>
            <a:off x="7977188" y="2955926"/>
            <a:ext cx="341313" cy="190500"/>
          </a:xfrm>
          <a:custGeom>
            <a:avLst/>
            <a:gdLst>
              <a:gd name="T0" fmla="*/ 70 w 70"/>
              <a:gd name="T1" fmla="*/ 0 h 39"/>
              <a:gd name="T2" fmla="*/ 0 w 70"/>
              <a:gd name="T3" fmla="*/ 39 h 39"/>
              <a:gd name="T4" fmla="*/ 0 w 70"/>
              <a:gd name="T5" fmla="*/ 39 h 39"/>
              <a:gd name="T6" fmla="*/ 30 w 70"/>
              <a:gd name="T7" fmla="*/ 26 h 39"/>
              <a:gd name="T8" fmla="*/ 70 w 70"/>
              <a:gd name="T9" fmla="*/ 0 h 39"/>
              <a:gd name="T10" fmla="*/ 70 w 70"/>
              <a:gd name="T11" fmla="*/ 0 h 39"/>
              <a:gd name="T12" fmla="*/ 70 w 70"/>
              <a:gd name="T13" fmla="*/ 0 h 39"/>
            </a:gdLst>
            <a:ahLst/>
            <a:cxnLst>
              <a:cxn ang="0">
                <a:pos x="T0" y="T1"/>
              </a:cxn>
              <a:cxn ang="0">
                <a:pos x="T2" y="T3"/>
              </a:cxn>
              <a:cxn ang="0">
                <a:pos x="T4" y="T5"/>
              </a:cxn>
              <a:cxn ang="0">
                <a:pos x="T6" y="T7"/>
              </a:cxn>
              <a:cxn ang="0">
                <a:pos x="T8" y="T9"/>
              </a:cxn>
              <a:cxn ang="0">
                <a:pos x="T10" y="T11"/>
              </a:cxn>
              <a:cxn ang="0">
                <a:pos x="T12" y="T13"/>
              </a:cxn>
            </a:cxnLst>
            <a:rect l="0" t="0" r="r" b="b"/>
            <a:pathLst>
              <a:path w="70" h="39">
                <a:moveTo>
                  <a:pt x="70" y="0"/>
                </a:moveTo>
                <a:cubicBezTo>
                  <a:pt x="49" y="16"/>
                  <a:pt x="26" y="30"/>
                  <a:pt x="0" y="39"/>
                </a:cubicBezTo>
                <a:cubicBezTo>
                  <a:pt x="0" y="39"/>
                  <a:pt x="0" y="39"/>
                  <a:pt x="0" y="39"/>
                </a:cubicBezTo>
                <a:cubicBezTo>
                  <a:pt x="11" y="35"/>
                  <a:pt x="21" y="31"/>
                  <a:pt x="30" y="26"/>
                </a:cubicBezTo>
                <a:cubicBezTo>
                  <a:pt x="44" y="18"/>
                  <a:pt x="58" y="10"/>
                  <a:pt x="70" y="0"/>
                </a:cubicBezTo>
                <a:cubicBezTo>
                  <a:pt x="70" y="0"/>
                  <a:pt x="70" y="0"/>
                  <a:pt x="70" y="0"/>
                </a:cubicBezTo>
                <a:cubicBezTo>
                  <a:pt x="70" y="0"/>
                  <a:pt x="70" y="0"/>
                  <a:pt x="70"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7" name="Freeform 66"/>
          <p:cNvSpPr>
            <a:spLocks/>
          </p:cNvSpPr>
          <p:nvPr/>
        </p:nvSpPr>
        <p:spPr bwMode="auto">
          <a:xfrm>
            <a:off x="8216901" y="2955926"/>
            <a:ext cx="101600" cy="233363"/>
          </a:xfrm>
          <a:custGeom>
            <a:avLst/>
            <a:gdLst>
              <a:gd name="T0" fmla="*/ 21 w 21"/>
              <a:gd name="T1" fmla="*/ 0 h 48"/>
              <a:gd name="T2" fmla="*/ 21 w 21"/>
              <a:gd name="T3" fmla="*/ 0 h 48"/>
              <a:gd name="T4" fmla="*/ 0 w 21"/>
              <a:gd name="T5" fmla="*/ 48 h 48"/>
              <a:gd name="T6" fmla="*/ 0 w 21"/>
              <a:gd name="T7" fmla="*/ 48 h 48"/>
              <a:gd name="T8" fmla="*/ 21 w 21"/>
              <a:gd name="T9" fmla="*/ 0 h 48"/>
            </a:gdLst>
            <a:ahLst/>
            <a:cxnLst>
              <a:cxn ang="0">
                <a:pos x="T0" y="T1"/>
              </a:cxn>
              <a:cxn ang="0">
                <a:pos x="T2" y="T3"/>
              </a:cxn>
              <a:cxn ang="0">
                <a:pos x="T4" y="T5"/>
              </a:cxn>
              <a:cxn ang="0">
                <a:pos x="T6" y="T7"/>
              </a:cxn>
              <a:cxn ang="0">
                <a:pos x="T8" y="T9"/>
              </a:cxn>
            </a:cxnLst>
            <a:rect l="0" t="0" r="r" b="b"/>
            <a:pathLst>
              <a:path w="21" h="48">
                <a:moveTo>
                  <a:pt x="21" y="0"/>
                </a:moveTo>
                <a:cubicBezTo>
                  <a:pt x="21" y="0"/>
                  <a:pt x="21" y="0"/>
                  <a:pt x="21" y="0"/>
                </a:cubicBezTo>
                <a:cubicBezTo>
                  <a:pt x="11" y="14"/>
                  <a:pt x="4" y="30"/>
                  <a:pt x="0" y="48"/>
                </a:cubicBezTo>
                <a:cubicBezTo>
                  <a:pt x="0" y="48"/>
                  <a:pt x="0" y="48"/>
                  <a:pt x="0" y="48"/>
                </a:cubicBezTo>
                <a:cubicBezTo>
                  <a:pt x="4" y="30"/>
                  <a:pt x="12" y="14"/>
                  <a:pt x="21" y="0"/>
                </a:cubicBezTo>
              </a:path>
            </a:pathLst>
          </a:custGeom>
          <a:solidFill>
            <a:srgbClr val="894D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8" name="Oval 67"/>
          <p:cNvSpPr>
            <a:spLocks noChangeArrowheads="1"/>
          </p:cNvSpPr>
          <p:nvPr/>
        </p:nvSpPr>
        <p:spPr bwMode="auto">
          <a:xfrm>
            <a:off x="8318501" y="2955926"/>
            <a:ext cx="1588" cy="1588"/>
          </a:xfrm>
          <a:prstGeom prst="ellipse">
            <a:avLst/>
          </a:prstGeom>
          <a:solidFill>
            <a:srgbClr val="97A7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9" name="Freeform 68"/>
          <p:cNvSpPr>
            <a:spLocks noEditPoints="1"/>
          </p:cNvSpPr>
          <p:nvPr/>
        </p:nvSpPr>
        <p:spPr bwMode="auto">
          <a:xfrm>
            <a:off x="9840913" y="3683001"/>
            <a:ext cx="122238" cy="14288"/>
          </a:xfrm>
          <a:custGeom>
            <a:avLst/>
            <a:gdLst>
              <a:gd name="T0" fmla="*/ 0 w 25"/>
              <a:gd name="T1" fmla="*/ 3 h 3"/>
              <a:gd name="T2" fmla="*/ 0 w 25"/>
              <a:gd name="T3" fmla="*/ 3 h 3"/>
              <a:gd name="T4" fmla="*/ 0 w 25"/>
              <a:gd name="T5" fmla="*/ 3 h 3"/>
              <a:gd name="T6" fmla="*/ 0 w 25"/>
              <a:gd name="T7" fmla="*/ 3 h 3"/>
              <a:gd name="T8" fmla="*/ 0 w 25"/>
              <a:gd name="T9" fmla="*/ 3 h 3"/>
              <a:gd name="T10" fmla="*/ 0 w 25"/>
              <a:gd name="T11" fmla="*/ 3 h 3"/>
              <a:gd name="T12" fmla="*/ 1 w 25"/>
              <a:gd name="T13" fmla="*/ 3 h 3"/>
              <a:gd name="T14" fmla="*/ 0 w 25"/>
              <a:gd name="T15" fmla="*/ 3 h 3"/>
              <a:gd name="T16" fmla="*/ 1 w 25"/>
              <a:gd name="T17" fmla="*/ 3 h 3"/>
              <a:gd name="T18" fmla="*/ 25 w 25"/>
              <a:gd name="T19" fmla="*/ 0 h 3"/>
              <a:gd name="T20" fmla="*/ 1 w 25"/>
              <a:gd name="T21" fmla="*/ 3 h 3"/>
              <a:gd name="T22" fmla="*/ 25 w 25"/>
              <a:gd name="T23" fmla="*/ 0 h 3"/>
              <a:gd name="T24" fmla="*/ 25 w 25"/>
              <a:gd name="T2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 h="3">
                <a:moveTo>
                  <a:pt x="0" y="3"/>
                </a:moveTo>
                <a:cubicBezTo>
                  <a:pt x="0" y="3"/>
                  <a:pt x="0" y="3"/>
                  <a:pt x="0" y="3"/>
                </a:cubicBezTo>
                <a:cubicBezTo>
                  <a:pt x="0" y="3"/>
                  <a:pt x="0" y="3"/>
                  <a:pt x="0" y="3"/>
                </a:cubicBezTo>
                <a:moveTo>
                  <a:pt x="0" y="3"/>
                </a:moveTo>
                <a:cubicBezTo>
                  <a:pt x="0" y="3"/>
                  <a:pt x="0" y="3"/>
                  <a:pt x="0" y="3"/>
                </a:cubicBezTo>
                <a:cubicBezTo>
                  <a:pt x="0" y="3"/>
                  <a:pt x="0" y="3"/>
                  <a:pt x="0" y="3"/>
                </a:cubicBezTo>
                <a:moveTo>
                  <a:pt x="1" y="3"/>
                </a:moveTo>
                <a:cubicBezTo>
                  <a:pt x="1" y="3"/>
                  <a:pt x="0" y="3"/>
                  <a:pt x="0" y="3"/>
                </a:cubicBezTo>
                <a:cubicBezTo>
                  <a:pt x="0" y="3"/>
                  <a:pt x="1" y="3"/>
                  <a:pt x="1" y="3"/>
                </a:cubicBezTo>
                <a:moveTo>
                  <a:pt x="25" y="0"/>
                </a:moveTo>
                <a:cubicBezTo>
                  <a:pt x="17" y="0"/>
                  <a:pt x="9" y="1"/>
                  <a:pt x="1" y="3"/>
                </a:cubicBezTo>
                <a:cubicBezTo>
                  <a:pt x="9" y="1"/>
                  <a:pt x="17" y="0"/>
                  <a:pt x="25" y="0"/>
                </a:cubicBezTo>
                <a:cubicBezTo>
                  <a:pt x="25" y="0"/>
                  <a:pt x="25" y="0"/>
                  <a:pt x="25" y="0"/>
                </a:cubicBezTo>
              </a:path>
            </a:pathLst>
          </a:custGeom>
          <a:solidFill>
            <a:srgbClr val="97A7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0" name="Freeform 69"/>
          <p:cNvSpPr>
            <a:spLocks noEditPoints="1"/>
          </p:cNvSpPr>
          <p:nvPr/>
        </p:nvSpPr>
        <p:spPr bwMode="auto">
          <a:xfrm>
            <a:off x="9236076" y="3683001"/>
            <a:ext cx="727075" cy="727075"/>
          </a:xfrm>
          <a:custGeom>
            <a:avLst/>
            <a:gdLst>
              <a:gd name="T0" fmla="*/ 30 w 149"/>
              <a:gd name="T1" fmla="*/ 106 h 149"/>
              <a:gd name="T2" fmla="*/ 5 w 149"/>
              <a:gd name="T3" fmla="*/ 118 h 149"/>
              <a:gd name="T4" fmla="*/ 0 w 149"/>
              <a:gd name="T5" fmla="*/ 149 h 149"/>
              <a:gd name="T6" fmla="*/ 21 w 149"/>
              <a:gd name="T7" fmla="*/ 143 h 149"/>
              <a:gd name="T8" fmla="*/ 30 w 149"/>
              <a:gd name="T9" fmla="*/ 106 h 149"/>
              <a:gd name="T10" fmla="*/ 149 w 149"/>
              <a:gd name="T11" fmla="*/ 0 h 149"/>
              <a:gd name="T12" fmla="*/ 125 w 149"/>
              <a:gd name="T13" fmla="*/ 3 h 149"/>
              <a:gd name="T14" fmla="*/ 125 w 149"/>
              <a:gd name="T15" fmla="*/ 3 h 149"/>
              <a:gd name="T16" fmla="*/ 124 w 149"/>
              <a:gd name="T17" fmla="*/ 3 h 149"/>
              <a:gd name="T18" fmla="*/ 124 w 149"/>
              <a:gd name="T19" fmla="*/ 3 h 149"/>
              <a:gd name="T20" fmla="*/ 124 w 149"/>
              <a:gd name="T21" fmla="*/ 3 h 149"/>
              <a:gd name="T22" fmla="*/ 124 w 149"/>
              <a:gd name="T23" fmla="*/ 3 h 149"/>
              <a:gd name="T24" fmla="*/ 124 w 149"/>
              <a:gd name="T25" fmla="*/ 3 h 149"/>
              <a:gd name="T26" fmla="*/ 118 w 149"/>
              <a:gd name="T27" fmla="*/ 5 h 149"/>
              <a:gd name="T28" fmla="*/ 107 w 149"/>
              <a:gd name="T29" fmla="*/ 29 h 149"/>
              <a:gd name="T30" fmla="*/ 143 w 149"/>
              <a:gd name="T31" fmla="*/ 20 h 149"/>
              <a:gd name="T32" fmla="*/ 149 w 149"/>
              <a:gd name="T33"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9" h="149">
                <a:moveTo>
                  <a:pt x="30" y="106"/>
                </a:moveTo>
                <a:cubicBezTo>
                  <a:pt x="22" y="111"/>
                  <a:pt x="13" y="115"/>
                  <a:pt x="5" y="118"/>
                </a:cubicBezTo>
                <a:cubicBezTo>
                  <a:pt x="2" y="128"/>
                  <a:pt x="1" y="138"/>
                  <a:pt x="0" y="149"/>
                </a:cubicBezTo>
                <a:cubicBezTo>
                  <a:pt x="7" y="147"/>
                  <a:pt x="14" y="145"/>
                  <a:pt x="21" y="143"/>
                </a:cubicBezTo>
                <a:cubicBezTo>
                  <a:pt x="22" y="130"/>
                  <a:pt x="25" y="118"/>
                  <a:pt x="30" y="106"/>
                </a:cubicBezTo>
                <a:moveTo>
                  <a:pt x="149" y="0"/>
                </a:moveTo>
                <a:cubicBezTo>
                  <a:pt x="141" y="0"/>
                  <a:pt x="133" y="1"/>
                  <a:pt x="125" y="3"/>
                </a:cubicBezTo>
                <a:cubicBezTo>
                  <a:pt x="125" y="3"/>
                  <a:pt x="125" y="3"/>
                  <a:pt x="125" y="3"/>
                </a:cubicBezTo>
                <a:cubicBezTo>
                  <a:pt x="125" y="3"/>
                  <a:pt x="124" y="3"/>
                  <a:pt x="124" y="3"/>
                </a:cubicBezTo>
                <a:cubicBezTo>
                  <a:pt x="124" y="3"/>
                  <a:pt x="124" y="3"/>
                  <a:pt x="124" y="3"/>
                </a:cubicBezTo>
                <a:cubicBezTo>
                  <a:pt x="124" y="3"/>
                  <a:pt x="124" y="3"/>
                  <a:pt x="124" y="3"/>
                </a:cubicBezTo>
                <a:cubicBezTo>
                  <a:pt x="124" y="3"/>
                  <a:pt x="124" y="3"/>
                  <a:pt x="124" y="3"/>
                </a:cubicBezTo>
                <a:cubicBezTo>
                  <a:pt x="124" y="3"/>
                  <a:pt x="124" y="3"/>
                  <a:pt x="124" y="3"/>
                </a:cubicBezTo>
                <a:cubicBezTo>
                  <a:pt x="122" y="4"/>
                  <a:pt x="120" y="4"/>
                  <a:pt x="118" y="5"/>
                </a:cubicBezTo>
                <a:cubicBezTo>
                  <a:pt x="115" y="13"/>
                  <a:pt x="111" y="21"/>
                  <a:pt x="107" y="29"/>
                </a:cubicBezTo>
                <a:cubicBezTo>
                  <a:pt x="118" y="25"/>
                  <a:pt x="131" y="22"/>
                  <a:pt x="143" y="20"/>
                </a:cubicBezTo>
                <a:cubicBezTo>
                  <a:pt x="146" y="14"/>
                  <a:pt x="148" y="7"/>
                  <a:pt x="149"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1" name="Freeform 70"/>
          <p:cNvSpPr>
            <a:spLocks/>
          </p:cNvSpPr>
          <p:nvPr/>
        </p:nvSpPr>
        <p:spPr bwMode="auto">
          <a:xfrm>
            <a:off x="9339263" y="3779838"/>
            <a:ext cx="595313" cy="600075"/>
          </a:xfrm>
          <a:custGeom>
            <a:avLst/>
            <a:gdLst>
              <a:gd name="T0" fmla="*/ 122 w 122"/>
              <a:gd name="T1" fmla="*/ 0 h 123"/>
              <a:gd name="T2" fmla="*/ 86 w 122"/>
              <a:gd name="T3" fmla="*/ 9 h 123"/>
              <a:gd name="T4" fmla="*/ 9 w 122"/>
              <a:gd name="T5" fmla="*/ 86 h 123"/>
              <a:gd name="T6" fmla="*/ 0 w 122"/>
              <a:gd name="T7" fmla="*/ 123 h 123"/>
              <a:gd name="T8" fmla="*/ 20 w 122"/>
              <a:gd name="T9" fmla="*/ 115 h 123"/>
              <a:gd name="T10" fmla="*/ 114 w 122"/>
              <a:gd name="T11" fmla="*/ 21 h 123"/>
              <a:gd name="T12" fmla="*/ 122 w 122"/>
              <a:gd name="T13" fmla="*/ 0 h 123"/>
            </a:gdLst>
            <a:ahLst/>
            <a:cxnLst>
              <a:cxn ang="0">
                <a:pos x="T0" y="T1"/>
              </a:cxn>
              <a:cxn ang="0">
                <a:pos x="T2" y="T3"/>
              </a:cxn>
              <a:cxn ang="0">
                <a:pos x="T4" y="T5"/>
              </a:cxn>
              <a:cxn ang="0">
                <a:pos x="T6" y="T7"/>
              </a:cxn>
              <a:cxn ang="0">
                <a:pos x="T8" y="T9"/>
              </a:cxn>
              <a:cxn ang="0">
                <a:pos x="T10" y="T11"/>
              </a:cxn>
              <a:cxn ang="0">
                <a:pos x="T12" y="T13"/>
              </a:cxn>
            </a:cxnLst>
            <a:rect l="0" t="0" r="r" b="b"/>
            <a:pathLst>
              <a:path w="122" h="123">
                <a:moveTo>
                  <a:pt x="122" y="0"/>
                </a:moveTo>
                <a:cubicBezTo>
                  <a:pt x="110" y="2"/>
                  <a:pt x="97" y="5"/>
                  <a:pt x="86" y="9"/>
                </a:cubicBezTo>
                <a:cubicBezTo>
                  <a:pt x="68" y="42"/>
                  <a:pt x="41" y="69"/>
                  <a:pt x="9" y="86"/>
                </a:cubicBezTo>
                <a:cubicBezTo>
                  <a:pt x="4" y="98"/>
                  <a:pt x="1" y="110"/>
                  <a:pt x="0" y="123"/>
                </a:cubicBezTo>
                <a:cubicBezTo>
                  <a:pt x="7" y="121"/>
                  <a:pt x="14" y="118"/>
                  <a:pt x="20" y="115"/>
                </a:cubicBezTo>
                <a:cubicBezTo>
                  <a:pt x="30" y="67"/>
                  <a:pt x="67" y="30"/>
                  <a:pt x="114" y="21"/>
                </a:cubicBezTo>
                <a:cubicBezTo>
                  <a:pt x="117" y="14"/>
                  <a:pt x="120" y="8"/>
                  <a:pt x="122" y="0"/>
                </a:cubicBezTo>
              </a:path>
            </a:pathLst>
          </a:custGeom>
          <a:solidFill>
            <a:srgbClr val="B0BB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6" name="Freeform 71"/>
          <p:cNvSpPr>
            <a:spLocks/>
          </p:cNvSpPr>
          <p:nvPr/>
        </p:nvSpPr>
        <p:spPr bwMode="auto">
          <a:xfrm>
            <a:off x="9261476" y="3706813"/>
            <a:ext cx="550863" cy="550863"/>
          </a:xfrm>
          <a:custGeom>
            <a:avLst/>
            <a:gdLst>
              <a:gd name="T0" fmla="*/ 113 w 113"/>
              <a:gd name="T1" fmla="*/ 0 h 113"/>
              <a:gd name="T2" fmla="*/ 113 w 113"/>
              <a:gd name="T3" fmla="*/ 0 h 113"/>
              <a:gd name="T4" fmla="*/ 0 w 113"/>
              <a:gd name="T5" fmla="*/ 113 h 113"/>
              <a:gd name="T6" fmla="*/ 0 w 113"/>
              <a:gd name="T7" fmla="*/ 113 h 113"/>
              <a:gd name="T8" fmla="*/ 25 w 113"/>
              <a:gd name="T9" fmla="*/ 101 h 113"/>
              <a:gd name="T10" fmla="*/ 102 w 113"/>
              <a:gd name="T11" fmla="*/ 24 h 113"/>
              <a:gd name="T12" fmla="*/ 113 w 113"/>
              <a:gd name="T13" fmla="*/ 0 h 113"/>
            </a:gdLst>
            <a:ahLst/>
            <a:cxnLst>
              <a:cxn ang="0">
                <a:pos x="T0" y="T1"/>
              </a:cxn>
              <a:cxn ang="0">
                <a:pos x="T2" y="T3"/>
              </a:cxn>
              <a:cxn ang="0">
                <a:pos x="T4" y="T5"/>
              </a:cxn>
              <a:cxn ang="0">
                <a:pos x="T6" y="T7"/>
              </a:cxn>
              <a:cxn ang="0">
                <a:pos x="T8" y="T9"/>
              </a:cxn>
              <a:cxn ang="0">
                <a:pos x="T10" y="T11"/>
              </a:cxn>
              <a:cxn ang="0">
                <a:pos x="T12" y="T13"/>
              </a:cxn>
            </a:cxnLst>
            <a:rect l="0" t="0" r="r" b="b"/>
            <a:pathLst>
              <a:path w="113" h="113">
                <a:moveTo>
                  <a:pt x="113" y="0"/>
                </a:moveTo>
                <a:cubicBezTo>
                  <a:pt x="113" y="0"/>
                  <a:pt x="113" y="0"/>
                  <a:pt x="113" y="0"/>
                </a:cubicBezTo>
                <a:cubicBezTo>
                  <a:pt x="93" y="52"/>
                  <a:pt x="52" y="93"/>
                  <a:pt x="0" y="113"/>
                </a:cubicBezTo>
                <a:cubicBezTo>
                  <a:pt x="0" y="113"/>
                  <a:pt x="0" y="113"/>
                  <a:pt x="0" y="113"/>
                </a:cubicBezTo>
                <a:cubicBezTo>
                  <a:pt x="8" y="110"/>
                  <a:pt x="17" y="106"/>
                  <a:pt x="25" y="101"/>
                </a:cubicBezTo>
                <a:cubicBezTo>
                  <a:pt x="57" y="84"/>
                  <a:pt x="84" y="57"/>
                  <a:pt x="102" y="24"/>
                </a:cubicBezTo>
                <a:cubicBezTo>
                  <a:pt x="106" y="16"/>
                  <a:pt x="110" y="8"/>
                  <a:pt x="113"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 name="Freeform 72"/>
          <p:cNvSpPr>
            <a:spLocks/>
          </p:cNvSpPr>
          <p:nvPr/>
        </p:nvSpPr>
        <p:spPr bwMode="auto">
          <a:xfrm>
            <a:off x="9436101" y="3883026"/>
            <a:ext cx="458788" cy="458788"/>
          </a:xfrm>
          <a:custGeom>
            <a:avLst/>
            <a:gdLst>
              <a:gd name="T0" fmla="*/ 94 w 94"/>
              <a:gd name="T1" fmla="*/ 0 h 94"/>
              <a:gd name="T2" fmla="*/ 0 w 94"/>
              <a:gd name="T3" fmla="*/ 94 h 94"/>
              <a:gd name="T4" fmla="*/ 0 w 94"/>
              <a:gd name="T5" fmla="*/ 94 h 94"/>
              <a:gd name="T6" fmla="*/ 94 w 94"/>
              <a:gd name="T7" fmla="*/ 0 h 94"/>
              <a:gd name="T8" fmla="*/ 94 w 94"/>
              <a:gd name="T9" fmla="*/ 0 h 94"/>
            </a:gdLst>
            <a:ahLst/>
            <a:cxnLst>
              <a:cxn ang="0">
                <a:pos x="T0" y="T1"/>
              </a:cxn>
              <a:cxn ang="0">
                <a:pos x="T2" y="T3"/>
              </a:cxn>
              <a:cxn ang="0">
                <a:pos x="T4" y="T5"/>
              </a:cxn>
              <a:cxn ang="0">
                <a:pos x="T6" y="T7"/>
              </a:cxn>
              <a:cxn ang="0">
                <a:pos x="T8" y="T9"/>
              </a:cxn>
            </a:cxnLst>
            <a:rect l="0" t="0" r="r" b="b"/>
            <a:pathLst>
              <a:path w="94" h="94">
                <a:moveTo>
                  <a:pt x="94" y="0"/>
                </a:moveTo>
                <a:cubicBezTo>
                  <a:pt x="47" y="9"/>
                  <a:pt x="10" y="46"/>
                  <a:pt x="0" y="94"/>
                </a:cubicBezTo>
                <a:cubicBezTo>
                  <a:pt x="0" y="94"/>
                  <a:pt x="0" y="94"/>
                  <a:pt x="0" y="94"/>
                </a:cubicBezTo>
                <a:cubicBezTo>
                  <a:pt x="10" y="46"/>
                  <a:pt x="47" y="9"/>
                  <a:pt x="94" y="0"/>
                </a:cubicBezTo>
                <a:cubicBezTo>
                  <a:pt x="94" y="0"/>
                  <a:pt x="94" y="0"/>
                  <a:pt x="94" y="0"/>
                </a:cubicBezTo>
              </a:path>
            </a:pathLst>
          </a:custGeom>
          <a:solidFill>
            <a:srgbClr val="2D38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8" name="Freeform 73"/>
          <p:cNvSpPr>
            <a:spLocks/>
          </p:cNvSpPr>
          <p:nvPr/>
        </p:nvSpPr>
        <p:spPr bwMode="auto">
          <a:xfrm>
            <a:off x="10685463" y="4702176"/>
            <a:ext cx="161925" cy="112713"/>
          </a:xfrm>
          <a:custGeom>
            <a:avLst/>
            <a:gdLst>
              <a:gd name="T0" fmla="*/ 33 w 33"/>
              <a:gd name="T1" fmla="*/ 0 h 23"/>
              <a:gd name="T2" fmla="*/ 8 w 33"/>
              <a:gd name="T3" fmla="*/ 3 h 23"/>
              <a:gd name="T4" fmla="*/ 0 w 33"/>
              <a:gd name="T5" fmla="*/ 23 h 23"/>
              <a:gd name="T6" fmla="*/ 28 w 33"/>
              <a:gd name="T7" fmla="*/ 16 h 23"/>
              <a:gd name="T8" fmla="*/ 33 w 33"/>
              <a:gd name="T9" fmla="*/ 0 h 23"/>
            </a:gdLst>
            <a:ahLst/>
            <a:cxnLst>
              <a:cxn ang="0">
                <a:pos x="T0" y="T1"/>
              </a:cxn>
              <a:cxn ang="0">
                <a:pos x="T2" y="T3"/>
              </a:cxn>
              <a:cxn ang="0">
                <a:pos x="T4" y="T5"/>
              </a:cxn>
              <a:cxn ang="0">
                <a:pos x="T6" y="T7"/>
              </a:cxn>
              <a:cxn ang="0">
                <a:pos x="T8" y="T9"/>
              </a:cxn>
            </a:cxnLst>
            <a:rect l="0" t="0" r="r" b="b"/>
            <a:pathLst>
              <a:path w="33" h="23">
                <a:moveTo>
                  <a:pt x="33" y="0"/>
                </a:moveTo>
                <a:cubicBezTo>
                  <a:pt x="24" y="0"/>
                  <a:pt x="16" y="1"/>
                  <a:pt x="8" y="3"/>
                </a:cubicBezTo>
                <a:cubicBezTo>
                  <a:pt x="6" y="10"/>
                  <a:pt x="3" y="16"/>
                  <a:pt x="0" y="23"/>
                </a:cubicBezTo>
                <a:cubicBezTo>
                  <a:pt x="9" y="19"/>
                  <a:pt x="18" y="17"/>
                  <a:pt x="28" y="16"/>
                </a:cubicBezTo>
                <a:cubicBezTo>
                  <a:pt x="30" y="11"/>
                  <a:pt x="31" y="5"/>
                  <a:pt x="33"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9" name="Freeform 74"/>
          <p:cNvSpPr>
            <a:spLocks/>
          </p:cNvSpPr>
          <p:nvPr/>
        </p:nvSpPr>
        <p:spPr bwMode="auto">
          <a:xfrm>
            <a:off x="10588626" y="4779963"/>
            <a:ext cx="233363" cy="171450"/>
          </a:xfrm>
          <a:custGeom>
            <a:avLst/>
            <a:gdLst>
              <a:gd name="T0" fmla="*/ 48 w 48"/>
              <a:gd name="T1" fmla="*/ 0 h 35"/>
              <a:gd name="T2" fmla="*/ 20 w 48"/>
              <a:gd name="T3" fmla="*/ 7 h 35"/>
              <a:gd name="T4" fmla="*/ 0 w 48"/>
              <a:gd name="T5" fmla="*/ 35 h 35"/>
              <a:gd name="T6" fmla="*/ 42 w 48"/>
              <a:gd name="T7" fmla="*/ 17 h 35"/>
              <a:gd name="T8" fmla="*/ 48 w 48"/>
              <a:gd name="T9" fmla="*/ 0 h 35"/>
            </a:gdLst>
            <a:ahLst/>
            <a:cxnLst>
              <a:cxn ang="0">
                <a:pos x="T0" y="T1"/>
              </a:cxn>
              <a:cxn ang="0">
                <a:pos x="T2" y="T3"/>
              </a:cxn>
              <a:cxn ang="0">
                <a:pos x="T4" y="T5"/>
              </a:cxn>
              <a:cxn ang="0">
                <a:pos x="T6" y="T7"/>
              </a:cxn>
              <a:cxn ang="0">
                <a:pos x="T8" y="T9"/>
              </a:cxn>
            </a:cxnLst>
            <a:rect l="0" t="0" r="r" b="b"/>
            <a:pathLst>
              <a:path w="48" h="35">
                <a:moveTo>
                  <a:pt x="48" y="0"/>
                </a:moveTo>
                <a:cubicBezTo>
                  <a:pt x="38" y="1"/>
                  <a:pt x="29" y="3"/>
                  <a:pt x="20" y="7"/>
                </a:cubicBezTo>
                <a:cubicBezTo>
                  <a:pt x="14" y="17"/>
                  <a:pt x="8" y="26"/>
                  <a:pt x="0" y="35"/>
                </a:cubicBezTo>
                <a:cubicBezTo>
                  <a:pt x="12" y="26"/>
                  <a:pt x="26" y="19"/>
                  <a:pt x="42" y="17"/>
                </a:cubicBezTo>
                <a:cubicBezTo>
                  <a:pt x="44" y="11"/>
                  <a:pt x="46" y="6"/>
                  <a:pt x="48" y="0"/>
                </a:cubicBezTo>
              </a:path>
            </a:pathLst>
          </a:custGeom>
          <a:solidFill>
            <a:srgbClr val="B0BB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0" name="Freeform 75"/>
          <p:cNvSpPr>
            <a:spLocks/>
          </p:cNvSpPr>
          <p:nvPr/>
        </p:nvSpPr>
        <p:spPr bwMode="auto">
          <a:xfrm>
            <a:off x="10588626" y="4864101"/>
            <a:ext cx="204788" cy="87313"/>
          </a:xfrm>
          <a:custGeom>
            <a:avLst/>
            <a:gdLst>
              <a:gd name="T0" fmla="*/ 42 w 42"/>
              <a:gd name="T1" fmla="*/ 0 h 18"/>
              <a:gd name="T2" fmla="*/ 0 w 42"/>
              <a:gd name="T3" fmla="*/ 18 h 18"/>
              <a:gd name="T4" fmla="*/ 0 w 42"/>
              <a:gd name="T5" fmla="*/ 18 h 18"/>
              <a:gd name="T6" fmla="*/ 42 w 42"/>
              <a:gd name="T7" fmla="*/ 0 h 18"/>
              <a:gd name="T8" fmla="*/ 42 w 42"/>
              <a:gd name="T9" fmla="*/ 0 h 18"/>
            </a:gdLst>
            <a:ahLst/>
            <a:cxnLst>
              <a:cxn ang="0">
                <a:pos x="T0" y="T1"/>
              </a:cxn>
              <a:cxn ang="0">
                <a:pos x="T2" y="T3"/>
              </a:cxn>
              <a:cxn ang="0">
                <a:pos x="T4" y="T5"/>
              </a:cxn>
              <a:cxn ang="0">
                <a:pos x="T6" y="T7"/>
              </a:cxn>
              <a:cxn ang="0">
                <a:pos x="T8" y="T9"/>
              </a:cxn>
            </a:cxnLst>
            <a:rect l="0" t="0" r="r" b="b"/>
            <a:pathLst>
              <a:path w="42" h="18">
                <a:moveTo>
                  <a:pt x="42" y="0"/>
                </a:moveTo>
                <a:cubicBezTo>
                  <a:pt x="26" y="2"/>
                  <a:pt x="12" y="9"/>
                  <a:pt x="0" y="18"/>
                </a:cubicBezTo>
                <a:cubicBezTo>
                  <a:pt x="0" y="18"/>
                  <a:pt x="0" y="18"/>
                  <a:pt x="0" y="18"/>
                </a:cubicBezTo>
                <a:cubicBezTo>
                  <a:pt x="12" y="9"/>
                  <a:pt x="26" y="2"/>
                  <a:pt x="42" y="0"/>
                </a:cubicBezTo>
                <a:cubicBezTo>
                  <a:pt x="42" y="0"/>
                  <a:pt x="42" y="0"/>
                  <a:pt x="42" y="0"/>
                </a:cubicBezTo>
              </a:path>
            </a:pathLst>
          </a:custGeom>
          <a:solidFill>
            <a:srgbClr val="3786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1" name="Freeform 76"/>
          <p:cNvSpPr>
            <a:spLocks/>
          </p:cNvSpPr>
          <p:nvPr/>
        </p:nvSpPr>
        <p:spPr bwMode="auto">
          <a:xfrm>
            <a:off x="10588626" y="4716463"/>
            <a:ext cx="136525" cy="234950"/>
          </a:xfrm>
          <a:custGeom>
            <a:avLst/>
            <a:gdLst>
              <a:gd name="T0" fmla="*/ 28 w 28"/>
              <a:gd name="T1" fmla="*/ 0 h 48"/>
              <a:gd name="T2" fmla="*/ 28 w 28"/>
              <a:gd name="T3" fmla="*/ 0 h 48"/>
              <a:gd name="T4" fmla="*/ 0 w 28"/>
              <a:gd name="T5" fmla="*/ 48 h 48"/>
              <a:gd name="T6" fmla="*/ 0 w 28"/>
              <a:gd name="T7" fmla="*/ 48 h 48"/>
              <a:gd name="T8" fmla="*/ 0 w 28"/>
              <a:gd name="T9" fmla="*/ 48 h 48"/>
              <a:gd name="T10" fmla="*/ 0 w 28"/>
              <a:gd name="T11" fmla="*/ 48 h 48"/>
              <a:gd name="T12" fmla="*/ 0 w 28"/>
              <a:gd name="T13" fmla="*/ 48 h 48"/>
              <a:gd name="T14" fmla="*/ 20 w 28"/>
              <a:gd name="T15" fmla="*/ 20 h 48"/>
              <a:gd name="T16" fmla="*/ 28 w 28"/>
              <a:gd name="T1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48">
                <a:moveTo>
                  <a:pt x="28" y="0"/>
                </a:moveTo>
                <a:cubicBezTo>
                  <a:pt x="28" y="0"/>
                  <a:pt x="28" y="0"/>
                  <a:pt x="28" y="0"/>
                </a:cubicBezTo>
                <a:cubicBezTo>
                  <a:pt x="22" y="18"/>
                  <a:pt x="12" y="34"/>
                  <a:pt x="0" y="48"/>
                </a:cubicBezTo>
                <a:cubicBezTo>
                  <a:pt x="0" y="48"/>
                  <a:pt x="0" y="48"/>
                  <a:pt x="0" y="48"/>
                </a:cubicBezTo>
                <a:cubicBezTo>
                  <a:pt x="0" y="48"/>
                  <a:pt x="0" y="48"/>
                  <a:pt x="0" y="48"/>
                </a:cubicBezTo>
                <a:cubicBezTo>
                  <a:pt x="0" y="48"/>
                  <a:pt x="0" y="48"/>
                  <a:pt x="0" y="48"/>
                </a:cubicBezTo>
                <a:cubicBezTo>
                  <a:pt x="0" y="48"/>
                  <a:pt x="0" y="48"/>
                  <a:pt x="0" y="48"/>
                </a:cubicBezTo>
                <a:cubicBezTo>
                  <a:pt x="8" y="39"/>
                  <a:pt x="14" y="30"/>
                  <a:pt x="20" y="20"/>
                </a:cubicBezTo>
                <a:cubicBezTo>
                  <a:pt x="23" y="13"/>
                  <a:pt x="26" y="7"/>
                  <a:pt x="28"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2" name="Freeform 77"/>
          <p:cNvSpPr>
            <a:spLocks/>
          </p:cNvSpPr>
          <p:nvPr/>
        </p:nvSpPr>
        <p:spPr bwMode="auto">
          <a:xfrm>
            <a:off x="10588626" y="4864101"/>
            <a:ext cx="204788" cy="87313"/>
          </a:xfrm>
          <a:custGeom>
            <a:avLst/>
            <a:gdLst>
              <a:gd name="T0" fmla="*/ 42 w 42"/>
              <a:gd name="T1" fmla="*/ 0 h 18"/>
              <a:gd name="T2" fmla="*/ 0 w 42"/>
              <a:gd name="T3" fmla="*/ 18 h 18"/>
              <a:gd name="T4" fmla="*/ 0 w 42"/>
              <a:gd name="T5" fmla="*/ 18 h 18"/>
              <a:gd name="T6" fmla="*/ 42 w 42"/>
              <a:gd name="T7" fmla="*/ 0 h 18"/>
              <a:gd name="T8" fmla="*/ 42 w 42"/>
              <a:gd name="T9" fmla="*/ 0 h 18"/>
            </a:gdLst>
            <a:ahLst/>
            <a:cxnLst>
              <a:cxn ang="0">
                <a:pos x="T0" y="T1"/>
              </a:cxn>
              <a:cxn ang="0">
                <a:pos x="T2" y="T3"/>
              </a:cxn>
              <a:cxn ang="0">
                <a:pos x="T4" y="T5"/>
              </a:cxn>
              <a:cxn ang="0">
                <a:pos x="T6" y="T7"/>
              </a:cxn>
              <a:cxn ang="0">
                <a:pos x="T8" y="T9"/>
              </a:cxn>
            </a:cxnLst>
            <a:rect l="0" t="0" r="r" b="b"/>
            <a:pathLst>
              <a:path w="42" h="18">
                <a:moveTo>
                  <a:pt x="42" y="0"/>
                </a:moveTo>
                <a:cubicBezTo>
                  <a:pt x="26" y="2"/>
                  <a:pt x="12" y="9"/>
                  <a:pt x="0" y="18"/>
                </a:cubicBezTo>
                <a:cubicBezTo>
                  <a:pt x="0" y="18"/>
                  <a:pt x="0" y="18"/>
                  <a:pt x="0" y="18"/>
                </a:cubicBezTo>
                <a:cubicBezTo>
                  <a:pt x="12" y="9"/>
                  <a:pt x="26" y="2"/>
                  <a:pt x="42" y="0"/>
                </a:cubicBezTo>
                <a:cubicBezTo>
                  <a:pt x="42" y="0"/>
                  <a:pt x="42" y="0"/>
                  <a:pt x="42" y="0"/>
                </a:cubicBezTo>
              </a:path>
            </a:pathLst>
          </a:custGeom>
          <a:solidFill>
            <a:srgbClr val="2575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3" name="Oval 78"/>
          <p:cNvSpPr>
            <a:spLocks noChangeArrowheads="1"/>
          </p:cNvSpPr>
          <p:nvPr/>
        </p:nvSpPr>
        <p:spPr bwMode="auto">
          <a:xfrm>
            <a:off x="10588626" y="4951413"/>
            <a:ext cx="1588" cy="1588"/>
          </a:xfrm>
          <a:prstGeom prst="ellipse">
            <a:avLst/>
          </a:prstGeom>
          <a:solidFill>
            <a:srgbClr val="97A7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4" name="Freeform 79"/>
          <p:cNvSpPr>
            <a:spLocks/>
          </p:cNvSpPr>
          <p:nvPr/>
        </p:nvSpPr>
        <p:spPr bwMode="auto">
          <a:xfrm>
            <a:off x="10256838" y="5127626"/>
            <a:ext cx="111125" cy="160338"/>
          </a:xfrm>
          <a:custGeom>
            <a:avLst/>
            <a:gdLst>
              <a:gd name="T0" fmla="*/ 23 w 23"/>
              <a:gd name="T1" fmla="*/ 0 h 33"/>
              <a:gd name="T2" fmla="*/ 3 w 23"/>
              <a:gd name="T3" fmla="*/ 9 h 33"/>
              <a:gd name="T4" fmla="*/ 0 w 23"/>
              <a:gd name="T5" fmla="*/ 33 h 33"/>
              <a:gd name="T6" fmla="*/ 16 w 23"/>
              <a:gd name="T7" fmla="*/ 29 h 33"/>
              <a:gd name="T8" fmla="*/ 23 w 23"/>
              <a:gd name="T9" fmla="*/ 0 h 33"/>
            </a:gdLst>
            <a:ahLst/>
            <a:cxnLst>
              <a:cxn ang="0">
                <a:pos x="T0" y="T1"/>
              </a:cxn>
              <a:cxn ang="0">
                <a:pos x="T2" y="T3"/>
              </a:cxn>
              <a:cxn ang="0">
                <a:pos x="T4" y="T5"/>
              </a:cxn>
              <a:cxn ang="0">
                <a:pos x="T6" y="T7"/>
              </a:cxn>
              <a:cxn ang="0">
                <a:pos x="T8" y="T9"/>
              </a:cxn>
            </a:cxnLst>
            <a:rect l="0" t="0" r="r" b="b"/>
            <a:pathLst>
              <a:path w="23" h="33">
                <a:moveTo>
                  <a:pt x="23" y="0"/>
                </a:moveTo>
                <a:cubicBezTo>
                  <a:pt x="17" y="4"/>
                  <a:pt x="10" y="7"/>
                  <a:pt x="3" y="9"/>
                </a:cubicBezTo>
                <a:cubicBezTo>
                  <a:pt x="2" y="17"/>
                  <a:pt x="0" y="25"/>
                  <a:pt x="0" y="33"/>
                </a:cubicBezTo>
                <a:cubicBezTo>
                  <a:pt x="6" y="32"/>
                  <a:pt x="11" y="31"/>
                  <a:pt x="16" y="29"/>
                </a:cubicBezTo>
                <a:cubicBezTo>
                  <a:pt x="17" y="19"/>
                  <a:pt x="20" y="9"/>
                  <a:pt x="23"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5" name="Freeform 80"/>
          <p:cNvSpPr>
            <a:spLocks/>
          </p:cNvSpPr>
          <p:nvPr/>
        </p:nvSpPr>
        <p:spPr bwMode="auto">
          <a:xfrm>
            <a:off x="10334626" y="5033963"/>
            <a:ext cx="169863" cy="234950"/>
          </a:xfrm>
          <a:custGeom>
            <a:avLst/>
            <a:gdLst>
              <a:gd name="T0" fmla="*/ 35 w 35"/>
              <a:gd name="T1" fmla="*/ 0 h 48"/>
              <a:gd name="T2" fmla="*/ 7 w 35"/>
              <a:gd name="T3" fmla="*/ 19 h 48"/>
              <a:gd name="T4" fmla="*/ 0 w 35"/>
              <a:gd name="T5" fmla="*/ 48 h 48"/>
              <a:gd name="T6" fmla="*/ 17 w 35"/>
              <a:gd name="T7" fmla="*/ 41 h 48"/>
              <a:gd name="T8" fmla="*/ 35 w 35"/>
              <a:gd name="T9" fmla="*/ 0 h 48"/>
            </a:gdLst>
            <a:ahLst/>
            <a:cxnLst>
              <a:cxn ang="0">
                <a:pos x="T0" y="T1"/>
              </a:cxn>
              <a:cxn ang="0">
                <a:pos x="T2" y="T3"/>
              </a:cxn>
              <a:cxn ang="0">
                <a:pos x="T4" y="T5"/>
              </a:cxn>
              <a:cxn ang="0">
                <a:pos x="T6" y="T7"/>
              </a:cxn>
              <a:cxn ang="0">
                <a:pos x="T8" y="T9"/>
              </a:cxn>
            </a:cxnLst>
            <a:rect l="0" t="0" r="r" b="b"/>
            <a:pathLst>
              <a:path w="35" h="48">
                <a:moveTo>
                  <a:pt x="35" y="0"/>
                </a:moveTo>
                <a:cubicBezTo>
                  <a:pt x="26" y="7"/>
                  <a:pt x="17" y="14"/>
                  <a:pt x="7" y="19"/>
                </a:cubicBezTo>
                <a:cubicBezTo>
                  <a:pt x="4" y="28"/>
                  <a:pt x="1" y="38"/>
                  <a:pt x="0" y="48"/>
                </a:cubicBezTo>
                <a:cubicBezTo>
                  <a:pt x="6" y="46"/>
                  <a:pt x="12" y="44"/>
                  <a:pt x="17" y="41"/>
                </a:cubicBezTo>
                <a:cubicBezTo>
                  <a:pt x="20" y="26"/>
                  <a:pt x="26" y="12"/>
                  <a:pt x="35" y="0"/>
                </a:cubicBezTo>
              </a:path>
            </a:pathLst>
          </a:custGeom>
          <a:solidFill>
            <a:srgbClr val="B0BB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6" name="Freeform 81"/>
          <p:cNvSpPr>
            <a:spLocks/>
          </p:cNvSpPr>
          <p:nvPr/>
        </p:nvSpPr>
        <p:spPr bwMode="auto">
          <a:xfrm>
            <a:off x="10417176" y="5033963"/>
            <a:ext cx="87313" cy="200025"/>
          </a:xfrm>
          <a:custGeom>
            <a:avLst/>
            <a:gdLst>
              <a:gd name="T0" fmla="*/ 18 w 18"/>
              <a:gd name="T1" fmla="*/ 0 h 41"/>
              <a:gd name="T2" fmla="*/ 18 w 18"/>
              <a:gd name="T3" fmla="*/ 0 h 41"/>
              <a:gd name="T4" fmla="*/ 0 w 18"/>
              <a:gd name="T5" fmla="*/ 41 h 41"/>
              <a:gd name="T6" fmla="*/ 0 w 18"/>
              <a:gd name="T7" fmla="*/ 41 h 41"/>
              <a:gd name="T8" fmla="*/ 18 w 18"/>
              <a:gd name="T9" fmla="*/ 0 h 41"/>
            </a:gdLst>
            <a:ahLst/>
            <a:cxnLst>
              <a:cxn ang="0">
                <a:pos x="T0" y="T1"/>
              </a:cxn>
              <a:cxn ang="0">
                <a:pos x="T2" y="T3"/>
              </a:cxn>
              <a:cxn ang="0">
                <a:pos x="T4" y="T5"/>
              </a:cxn>
              <a:cxn ang="0">
                <a:pos x="T6" y="T7"/>
              </a:cxn>
              <a:cxn ang="0">
                <a:pos x="T8" y="T9"/>
              </a:cxn>
            </a:cxnLst>
            <a:rect l="0" t="0" r="r" b="b"/>
            <a:pathLst>
              <a:path w="18" h="41">
                <a:moveTo>
                  <a:pt x="18" y="0"/>
                </a:moveTo>
                <a:cubicBezTo>
                  <a:pt x="18" y="0"/>
                  <a:pt x="18" y="0"/>
                  <a:pt x="18" y="0"/>
                </a:cubicBezTo>
                <a:cubicBezTo>
                  <a:pt x="9" y="12"/>
                  <a:pt x="3" y="26"/>
                  <a:pt x="0" y="41"/>
                </a:cubicBezTo>
                <a:cubicBezTo>
                  <a:pt x="0" y="41"/>
                  <a:pt x="0" y="41"/>
                  <a:pt x="0" y="41"/>
                </a:cubicBezTo>
                <a:cubicBezTo>
                  <a:pt x="3" y="26"/>
                  <a:pt x="9" y="12"/>
                  <a:pt x="18" y="0"/>
                </a:cubicBezTo>
              </a:path>
            </a:pathLst>
          </a:custGeom>
          <a:solidFill>
            <a:srgbClr val="3786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 name="Freeform 82"/>
          <p:cNvSpPr>
            <a:spLocks/>
          </p:cNvSpPr>
          <p:nvPr/>
        </p:nvSpPr>
        <p:spPr bwMode="auto">
          <a:xfrm>
            <a:off x="10271126" y="5033963"/>
            <a:ext cx="233363" cy="136525"/>
          </a:xfrm>
          <a:custGeom>
            <a:avLst/>
            <a:gdLst>
              <a:gd name="T0" fmla="*/ 48 w 48"/>
              <a:gd name="T1" fmla="*/ 0 h 28"/>
              <a:gd name="T2" fmla="*/ 0 w 48"/>
              <a:gd name="T3" fmla="*/ 28 h 28"/>
              <a:gd name="T4" fmla="*/ 0 w 48"/>
              <a:gd name="T5" fmla="*/ 28 h 28"/>
              <a:gd name="T6" fmla="*/ 20 w 48"/>
              <a:gd name="T7" fmla="*/ 19 h 28"/>
              <a:gd name="T8" fmla="*/ 48 w 48"/>
              <a:gd name="T9" fmla="*/ 0 h 28"/>
              <a:gd name="T10" fmla="*/ 48 w 48"/>
              <a:gd name="T11" fmla="*/ 0 h 28"/>
              <a:gd name="T12" fmla="*/ 48 w 48"/>
              <a:gd name="T13" fmla="*/ 0 h 28"/>
              <a:gd name="T14" fmla="*/ 48 w 48"/>
              <a:gd name="T15" fmla="*/ 0 h 28"/>
              <a:gd name="T16" fmla="*/ 48 w 48"/>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28">
                <a:moveTo>
                  <a:pt x="48" y="0"/>
                </a:moveTo>
                <a:cubicBezTo>
                  <a:pt x="34" y="12"/>
                  <a:pt x="18" y="22"/>
                  <a:pt x="0" y="28"/>
                </a:cubicBezTo>
                <a:cubicBezTo>
                  <a:pt x="0" y="28"/>
                  <a:pt x="0" y="28"/>
                  <a:pt x="0" y="28"/>
                </a:cubicBezTo>
                <a:cubicBezTo>
                  <a:pt x="7" y="26"/>
                  <a:pt x="14" y="23"/>
                  <a:pt x="20" y="19"/>
                </a:cubicBezTo>
                <a:cubicBezTo>
                  <a:pt x="30" y="14"/>
                  <a:pt x="39" y="7"/>
                  <a:pt x="48" y="0"/>
                </a:cubicBezTo>
                <a:cubicBezTo>
                  <a:pt x="48" y="0"/>
                  <a:pt x="48" y="0"/>
                  <a:pt x="48" y="0"/>
                </a:cubicBezTo>
                <a:cubicBezTo>
                  <a:pt x="48" y="0"/>
                  <a:pt x="48" y="0"/>
                  <a:pt x="48" y="0"/>
                </a:cubicBezTo>
                <a:cubicBezTo>
                  <a:pt x="48" y="0"/>
                  <a:pt x="48" y="0"/>
                  <a:pt x="48" y="0"/>
                </a:cubicBezTo>
                <a:cubicBezTo>
                  <a:pt x="48" y="0"/>
                  <a:pt x="48" y="0"/>
                  <a:pt x="48"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 name="Freeform 83"/>
          <p:cNvSpPr>
            <a:spLocks/>
          </p:cNvSpPr>
          <p:nvPr/>
        </p:nvSpPr>
        <p:spPr bwMode="auto">
          <a:xfrm>
            <a:off x="10417176" y="5033963"/>
            <a:ext cx="87313" cy="200025"/>
          </a:xfrm>
          <a:custGeom>
            <a:avLst/>
            <a:gdLst>
              <a:gd name="T0" fmla="*/ 18 w 18"/>
              <a:gd name="T1" fmla="*/ 0 h 41"/>
              <a:gd name="T2" fmla="*/ 18 w 18"/>
              <a:gd name="T3" fmla="*/ 0 h 41"/>
              <a:gd name="T4" fmla="*/ 0 w 18"/>
              <a:gd name="T5" fmla="*/ 41 h 41"/>
              <a:gd name="T6" fmla="*/ 0 w 18"/>
              <a:gd name="T7" fmla="*/ 41 h 41"/>
              <a:gd name="T8" fmla="*/ 18 w 18"/>
              <a:gd name="T9" fmla="*/ 0 h 41"/>
            </a:gdLst>
            <a:ahLst/>
            <a:cxnLst>
              <a:cxn ang="0">
                <a:pos x="T0" y="T1"/>
              </a:cxn>
              <a:cxn ang="0">
                <a:pos x="T2" y="T3"/>
              </a:cxn>
              <a:cxn ang="0">
                <a:pos x="T4" y="T5"/>
              </a:cxn>
              <a:cxn ang="0">
                <a:pos x="T6" y="T7"/>
              </a:cxn>
              <a:cxn ang="0">
                <a:pos x="T8" y="T9"/>
              </a:cxn>
            </a:cxnLst>
            <a:rect l="0" t="0" r="r" b="b"/>
            <a:pathLst>
              <a:path w="18" h="41">
                <a:moveTo>
                  <a:pt x="18" y="0"/>
                </a:moveTo>
                <a:cubicBezTo>
                  <a:pt x="18" y="0"/>
                  <a:pt x="18" y="0"/>
                  <a:pt x="18" y="0"/>
                </a:cubicBezTo>
                <a:cubicBezTo>
                  <a:pt x="9" y="12"/>
                  <a:pt x="3" y="26"/>
                  <a:pt x="0" y="41"/>
                </a:cubicBezTo>
                <a:cubicBezTo>
                  <a:pt x="0" y="41"/>
                  <a:pt x="0" y="41"/>
                  <a:pt x="0" y="41"/>
                </a:cubicBezTo>
                <a:cubicBezTo>
                  <a:pt x="3" y="26"/>
                  <a:pt x="9" y="12"/>
                  <a:pt x="18" y="0"/>
                </a:cubicBezTo>
              </a:path>
            </a:pathLst>
          </a:custGeom>
          <a:solidFill>
            <a:srgbClr val="2575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 name="Oval 84"/>
          <p:cNvSpPr>
            <a:spLocks noChangeArrowheads="1"/>
          </p:cNvSpPr>
          <p:nvPr/>
        </p:nvSpPr>
        <p:spPr bwMode="auto">
          <a:xfrm>
            <a:off x="10504488" y="5033963"/>
            <a:ext cx="1588" cy="1588"/>
          </a:xfrm>
          <a:prstGeom prst="ellipse">
            <a:avLst/>
          </a:prstGeom>
          <a:solidFill>
            <a:srgbClr val="97A7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 name="Freeform 85"/>
          <p:cNvSpPr>
            <a:spLocks noEditPoints="1"/>
          </p:cNvSpPr>
          <p:nvPr/>
        </p:nvSpPr>
        <p:spPr bwMode="auto">
          <a:xfrm>
            <a:off x="10661651" y="5087938"/>
            <a:ext cx="409575" cy="454025"/>
          </a:xfrm>
          <a:custGeom>
            <a:avLst/>
            <a:gdLst>
              <a:gd name="T0" fmla="*/ 67 w 84"/>
              <a:gd name="T1" fmla="*/ 13 h 93"/>
              <a:gd name="T2" fmla="*/ 59 w 84"/>
              <a:gd name="T3" fmla="*/ 23 h 93"/>
              <a:gd name="T4" fmla="*/ 71 w 84"/>
              <a:gd name="T5" fmla="*/ 47 h 93"/>
              <a:gd name="T6" fmla="*/ 43 w 84"/>
              <a:gd name="T7" fmla="*/ 76 h 93"/>
              <a:gd name="T8" fmla="*/ 43 w 84"/>
              <a:gd name="T9" fmla="*/ 71 h 93"/>
              <a:gd name="T10" fmla="*/ 24 w 84"/>
              <a:gd name="T11" fmla="*/ 82 h 93"/>
              <a:gd name="T12" fmla="*/ 43 w 84"/>
              <a:gd name="T13" fmla="*/ 93 h 93"/>
              <a:gd name="T14" fmla="*/ 43 w 84"/>
              <a:gd name="T15" fmla="*/ 89 h 93"/>
              <a:gd name="T16" fmla="*/ 84 w 84"/>
              <a:gd name="T17" fmla="*/ 47 h 93"/>
              <a:gd name="T18" fmla="*/ 67 w 84"/>
              <a:gd name="T19" fmla="*/ 13 h 93"/>
              <a:gd name="T20" fmla="*/ 38 w 84"/>
              <a:gd name="T21" fmla="*/ 0 h 93"/>
              <a:gd name="T22" fmla="*/ 38 w 84"/>
              <a:gd name="T23" fmla="*/ 5 h 93"/>
              <a:gd name="T24" fmla="*/ 0 w 84"/>
              <a:gd name="T25" fmla="*/ 47 h 93"/>
              <a:gd name="T26" fmla="*/ 14 w 84"/>
              <a:gd name="T27" fmla="*/ 78 h 93"/>
              <a:gd name="T28" fmla="*/ 23 w 84"/>
              <a:gd name="T29" fmla="*/ 69 h 93"/>
              <a:gd name="T30" fmla="*/ 13 w 84"/>
              <a:gd name="T31" fmla="*/ 47 h 93"/>
              <a:gd name="T32" fmla="*/ 38 w 84"/>
              <a:gd name="T33" fmla="*/ 18 h 93"/>
              <a:gd name="T34" fmla="*/ 38 w 84"/>
              <a:gd name="T35" fmla="*/ 22 h 93"/>
              <a:gd name="T36" fmla="*/ 57 w 84"/>
              <a:gd name="T37" fmla="*/ 11 h 93"/>
              <a:gd name="T38" fmla="*/ 38 w 84"/>
              <a:gd name="T39"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4" h="93">
                <a:moveTo>
                  <a:pt x="67" y="13"/>
                </a:moveTo>
                <a:cubicBezTo>
                  <a:pt x="59" y="23"/>
                  <a:pt x="59" y="23"/>
                  <a:pt x="59" y="23"/>
                </a:cubicBezTo>
                <a:cubicBezTo>
                  <a:pt x="66" y="29"/>
                  <a:pt x="71" y="37"/>
                  <a:pt x="71" y="47"/>
                </a:cubicBezTo>
                <a:cubicBezTo>
                  <a:pt x="71" y="62"/>
                  <a:pt x="59" y="75"/>
                  <a:pt x="43" y="76"/>
                </a:cubicBezTo>
                <a:cubicBezTo>
                  <a:pt x="43" y="71"/>
                  <a:pt x="43" y="71"/>
                  <a:pt x="43" y="71"/>
                </a:cubicBezTo>
                <a:cubicBezTo>
                  <a:pt x="24" y="82"/>
                  <a:pt x="24" y="82"/>
                  <a:pt x="24" y="82"/>
                </a:cubicBezTo>
                <a:cubicBezTo>
                  <a:pt x="43" y="93"/>
                  <a:pt x="43" y="93"/>
                  <a:pt x="43" y="93"/>
                </a:cubicBezTo>
                <a:cubicBezTo>
                  <a:pt x="43" y="89"/>
                  <a:pt x="43" y="89"/>
                  <a:pt x="43" y="89"/>
                </a:cubicBezTo>
                <a:cubicBezTo>
                  <a:pt x="66" y="88"/>
                  <a:pt x="84" y="69"/>
                  <a:pt x="84" y="47"/>
                </a:cubicBezTo>
                <a:cubicBezTo>
                  <a:pt x="84" y="33"/>
                  <a:pt x="77" y="21"/>
                  <a:pt x="67" y="13"/>
                </a:cubicBezTo>
                <a:moveTo>
                  <a:pt x="38" y="0"/>
                </a:moveTo>
                <a:cubicBezTo>
                  <a:pt x="38" y="5"/>
                  <a:pt x="38" y="5"/>
                  <a:pt x="38" y="5"/>
                </a:cubicBezTo>
                <a:cubicBezTo>
                  <a:pt x="17" y="7"/>
                  <a:pt x="0" y="25"/>
                  <a:pt x="0" y="47"/>
                </a:cubicBezTo>
                <a:cubicBezTo>
                  <a:pt x="0" y="59"/>
                  <a:pt x="5" y="70"/>
                  <a:pt x="14" y="78"/>
                </a:cubicBezTo>
                <a:cubicBezTo>
                  <a:pt x="23" y="69"/>
                  <a:pt x="23" y="69"/>
                  <a:pt x="23" y="69"/>
                </a:cubicBezTo>
                <a:cubicBezTo>
                  <a:pt x="17" y="63"/>
                  <a:pt x="13" y="55"/>
                  <a:pt x="13" y="47"/>
                </a:cubicBezTo>
                <a:cubicBezTo>
                  <a:pt x="13" y="32"/>
                  <a:pt x="24" y="20"/>
                  <a:pt x="38" y="18"/>
                </a:cubicBezTo>
                <a:cubicBezTo>
                  <a:pt x="38" y="22"/>
                  <a:pt x="38" y="22"/>
                  <a:pt x="38" y="22"/>
                </a:cubicBezTo>
                <a:cubicBezTo>
                  <a:pt x="57" y="11"/>
                  <a:pt x="57" y="11"/>
                  <a:pt x="57" y="11"/>
                </a:cubicBezTo>
                <a:cubicBezTo>
                  <a:pt x="38" y="0"/>
                  <a:pt x="38" y="0"/>
                  <a:pt x="38"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1" name="Freeform 86"/>
          <p:cNvSpPr>
            <a:spLocks noEditPoints="1"/>
          </p:cNvSpPr>
          <p:nvPr/>
        </p:nvSpPr>
        <p:spPr bwMode="auto">
          <a:xfrm>
            <a:off x="7123113" y="1633538"/>
            <a:ext cx="933450" cy="774700"/>
          </a:xfrm>
          <a:custGeom>
            <a:avLst/>
            <a:gdLst>
              <a:gd name="T0" fmla="*/ 25 w 191"/>
              <a:gd name="T1" fmla="*/ 89 h 159"/>
              <a:gd name="T2" fmla="*/ 113 w 191"/>
              <a:gd name="T3" fmla="*/ 89 h 159"/>
              <a:gd name="T4" fmla="*/ 80 w 191"/>
              <a:gd name="T5" fmla="*/ 20 h 159"/>
              <a:gd name="T6" fmla="*/ 58 w 191"/>
              <a:gd name="T7" fmla="*/ 33 h 159"/>
              <a:gd name="T8" fmla="*/ 28 w 191"/>
              <a:gd name="T9" fmla="*/ 33 h 159"/>
              <a:gd name="T10" fmla="*/ 21 w 191"/>
              <a:gd name="T11" fmla="*/ 57 h 159"/>
              <a:gd name="T12" fmla="*/ 0 w 191"/>
              <a:gd name="T13" fmla="*/ 79 h 159"/>
              <a:gd name="T14" fmla="*/ 12 w 191"/>
              <a:gd name="T15" fmla="*/ 100 h 159"/>
              <a:gd name="T16" fmla="*/ 12 w 191"/>
              <a:gd name="T17" fmla="*/ 131 h 159"/>
              <a:gd name="T18" fmla="*/ 37 w 191"/>
              <a:gd name="T19" fmla="*/ 137 h 159"/>
              <a:gd name="T20" fmla="*/ 58 w 191"/>
              <a:gd name="T21" fmla="*/ 159 h 159"/>
              <a:gd name="T22" fmla="*/ 80 w 191"/>
              <a:gd name="T23" fmla="*/ 146 h 159"/>
              <a:gd name="T24" fmla="*/ 110 w 191"/>
              <a:gd name="T25" fmla="*/ 146 h 159"/>
              <a:gd name="T26" fmla="*/ 116 w 191"/>
              <a:gd name="T27" fmla="*/ 122 h 159"/>
              <a:gd name="T28" fmla="*/ 138 w 191"/>
              <a:gd name="T29" fmla="*/ 100 h 159"/>
              <a:gd name="T30" fmla="*/ 125 w 191"/>
              <a:gd name="T31" fmla="*/ 79 h 159"/>
              <a:gd name="T32" fmla="*/ 126 w 191"/>
              <a:gd name="T33" fmla="*/ 48 h 159"/>
              <a:gd name="T34" fmla="*/ 101 w 191"/>
              <a:gd name="T35" fmla="*/ 42 h 159"/>
              <a:gd name="T36" fmla="*/ 80 w 191"/>
              <a:gd name="T37" fmla="*/ 20 h 159"/>
              <a:gd name="T38" fmla="*/ 141 w 191"/>
              <a:gd name="T39" fmla="*/ 34 h 159"/>
              <a:gd name="T40" fmla="*/ 175 w 191"/>
              <a:gd name="T41" fmla="*/ 34 h 159"/>
              <a:gd name="T42" fmla="*/ 163 w 191"/>
              <a:gd name="T43" fmla="*/ 0 h 159"/>
              <a:gd name="T44" fmla="*/ 153 w 191"/>
              <a:gd name="T45" fmla="*/ 7 h 159"/>
              <a:gd name="T46" fmla="*/ 138 w 191"/>
              <a:gd name="T47" fmla="*/ 7 h 159"/>
              <a:gd name="T48" fmla="*/ 135 w 191"/>
              <a:gd name="T49" fmla="*/ 18 h 159"/>
              <a:gd name="T50" fmla="*/ 125 w 191"/>
              <a:gd name="T51" fmla="*/ 29 h 159"/>
              <a:gd name="T52" fmla="*/ 131 w 191"/>
              <a:gd name="T53" fmla="*/ 39 h 159"/>
              <a:gd name="T54" fmla="*/ 131 w 191"/>
              <a:gd name="T55" fmla="*/ 54 h 159"/>
              <a:gd name="T56" fmla="*/ 143 w 191"/>
              <a:gd name="T57" fmla="*/ 57 h 159"/>
              <a:gd name="T58" fmla="*/ 153 w 191"/>
              <a:gd name="T59" fmla="*/ 67 h 159"/>
              <a:gd name="T60" fmla="*/ 163 w 191"/>
              <a:gd name="T61" fmla="*/ 61 h 159"/>
              <a:gd name="T62" fmla="*/ 178 w 191"/>
              <a:gd name="T63" fmla="*/ 61 h 159"/>
              <a:gd name="T64" fmla="*/ 181 w 191"/>
              <a:gd name="T65" fmla="*/ 49 h 159"/>
              <a:gd name="T66" fmla="*/ 191 w 191"/>
              <a:gd name="T67" fmla="*/ 39 h 159"/>
              <a:gd name="T68" fmla="*/ 185 w 191"/>
              <a:gd name="T69" fmla="*/ 29 h 159"/>
              <a:gd name="T70" fmla="*/ 185 w 191"/>
              <a:gd name="T71" fmla="*/ 14 h 159"/>
              <a:gd name="T72" fmla="*/ 174 w 191"/>
              <a:gd name="T73" fmla="*/ 11 h 159"/>
              <a:gd name="T74" fmla="*/ 163 w 191"/>
              <a:gd name="T75"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1" h="159">
                <a:moveTo>
                  <a:pt x="69" y="133"/>
                </a:moveTo>
                <a:cubicBezTo>
                  <a:pt x="45" y="133"/>
                  <a:pt x="25" y="114"/>
                  <a:pt x="25" y="89"/>
                </a:cubicBezTo>
                <a:cubicBezTo>
                  <a:pt x="25" y="65"/>
                  <a:pt x="45" y="46"/>
                  <a:pt x="69" y="46"/>
                </a:cubicBezTo>
                <a:cubicBezTo>
                  <a:pt x="93" y="46"/>
                  <a:pt x="113" y="65"/>
                  <a:pt x="113" y="89"/>
                </a:cubicBezTo>
                <a:cubicBezTo>
                  <a:pt x="113" y="114"/>
                  <a:pt x="93" y="133"/>
                  <a:pt x="69" y="133"/>
                </a:cubicBezTo>
                <a:moveTo>
                  <a:pt x="80" y="20"/>
                </a:moveTo>
                <a:cubicBezTo>
                  <a:pt x="58" y="20"/>
                  <a:pt x="58" y="20"/>
                  <a:pt x="58" y="20"/>
                </a:cubicBezTo>
                <a:cubicBezTo>
                  <a:pt x="58" y="33"/>
                  <a:pt x="58" y="33"/>
                  <a:pt x="58" y="33"/>
                </a:cubicBezTo>
                <a:cubicBezTo>
                  <a:pt x="50" y="35"/>
                  <a:pt x="43" y="38"/>
                  <a:pt x="37" y="42"/>
                </a:cubicBezTo>
                <a:cubicBezTo>
                  <a:pt x="28" y="33"/>
                  <a:pt x="28" y="33"/>
                  <a:pt x="28" y="33"/>
                </a:cubicBezTo>
                <a:cubicBezTo>
                  <a:pt x="12" y="48"/>
                  <a:pt x="12" y="48"/>
                  <a:pt x="12" y="48"/>
                </a:cubicBezTo>
                <a:cubicBezTo>
                  <a:pt x="21" y="57"/>
                  <a:pt x="21" y="57"/>
                  <a:pt x="21" y="57"/>
                </a:cubicBezTo>
                <a:cubicBezTo>
                  <a:pt x="17" y="64"/>
                  <a:pt x="14" y="71"/>
                  <a:pt x="12" y="79"/>
                </a:cubicBezTo>
                <a:cubicBezTo>
                  <a:pt x="0" y="79"/>
                  <a:pt x="0" y="79"/>
                  <a:pt x="0" y="79"/>
                </a:cubicBezTo>
                <a:cubicBezTo>
                  <a:pt x="0" y="100"/>
                  <a:pt x="0" y="100"/>
                  <a:pt x="0" y="100"/>
                </a:cubicBezTo>
                <a:cubicBezTo>
                  <a:pt x="12" y="100"/>
                  <a:pt x="12" y="100"/>
                  <a:pt x="12" y="100"/>
                </a:cubicBezTo>
                <a:cubicBezTo>
                  <a:pt x="14" y="108"/>
                  <a:pt x="17" y="115"/>
                  <a:pt x="21" y="122"/>
                </a:cubicBezTo>
                <a:cubicBezTo>
                  <a:pt x="12" y="131"/>
                  <a:pt x="12" y="131"/>
                  <a:pt x="12" y="131"/>
                </a:cubicBezTo>
                <a:cubicBezTo>
                  <a:pt x="28" y="146"/>
                  <a:pt x="28" y="146"/>
                  <a:pt x="28" y="146"/>
                </a:cubicBezTo>
                <a:cubicBezTo>
                  <a:pt x="37" y="137"/>
                  <a:pt x="37" y="137"/>
                  <a:pt x="37" y="137"/>
                </a:cubicBezTo>
                <a:cubicBezTo>
                  <a:pt x="43" y="141"/>
                  <a:pt x="50" y="144"/>
                  <a:pt x="58" y="146"/>
                </a:cubicBezTo>
                <a:cubicBezTo>
                  <a:pt x="58" y="159"/>
                  <a:pt x="58" y="159"/>
                  <a:pt x="58" y="159"/>
                </a:cubicBezTo>
                <a:cubicBezTo>
                  <a:pt x="80" y="159"/>
                  <a:pt x="80" y="159"/>
                  <a:pt x="80" y="159"/>
                </a:cubicBezTo>
                <a:cubicBezTo>
                  <a:pt x="80" y="146"/>
                  <a:pt x="80" y="146"/>
                  <a:pt x="80" y="146"/>
                </a:cubicBezTo>
                <a:cubicBezTo>
                  <a:pt x="87" y="144"/>
                  <a:pt x="95" y="141"/>
                  <a:pt x="101" y="137"/>
                </a:cubicBezTo>
                <a:cubicBezTo>
                  <a:pt x="110" y="146"/>
                  <a:pt x="110" y="146"/>
                  <a:pt x="110" y="146"/>
                </a:cubicBezTo>
                <a:cubicBezTo>
                  <a:pt x="126" y="131"/>
                  <a:pt x="126" y="131"/>
                  <a:pt x="126" y="131"/>
                </a:cubicBezTo>
                <a:cubicBezTo>
                  <a:pt x="116" y="122"/>
                  <a:pt x="116" y="122"/>
                  <a:pt x="116" y="122"/>
                </a:cubicBezTo>
                <a:cubicBezTo>
                  <a:pt x="121" y="115"/>
                  <a:pt x="124" y="108"/>
                  <a:pt x="125" y="100"/>
                </a:cubicBezTo>
                <a:cubicBezTo>
                  <a:pt x="138" y="100"/>
                  <a:pt x="138" y="100"/>
                  <a:pt x="138" y="100"/>
                </a:cubicBezTo>
                <a:cubicBezTo>
                  <a:pt x="138" y="79"/>
                  <a:pt x="138" y="79"/>
                  <a:pt x="138" y="79"/>
                </a:cubicBezTo>
                <a:cubicBezTo>
                  <a:pt x="125" y="79"/>
                  <a:pt x="125" y="79"/>
                  <a:pt x="125" y="79"/>
                </a:cubicBezTo>
                <a:cubicBezTo>
                  <a:pt x="124" y="71"/>
                  <a:pt x="121" y="64"/>
                  <a:pt x="116" y="57"/>
                </a:cubicBezTo>
                <a:cubicBezTo>
                  <a:pt x="126" y="48"/>
                  <a:pt x="126" y="48"/>
                  <a:pt x="126" y="48"/>
                </a:cubicBezTo>
                <a:cubicBezTo>
                  <a:pt x="110" y="33"/>
                  <a:pt x="110" y="33"/>
                  <a:pt x="110" y="33"/>
                </a:cubicBezTo>
                <a:cubicBezTo>
                  <a:pt x="101" y="42"/>
                  <a:pt x="101" y="42"/>
                  <a:pt x="101" y="42"/>
                </a:cubicBezTo>
                <a:cubicBezTo>
                  <a:pt x="95" y="38"/>
                  <a:pt x="87" y="35"/>
                  <a:pt x="80" y="33"/>
                </a:cubicBezTo>
                <a:cubicBezTo>
                  <a:pt x="80" y="20"/>
                  <a:pt x="80" y="20"/>
                  <a:pt x="80" y="20"/>
                </a:cubicBezTo>
                <a:moveTo>
                  <a:pt x="158" y="51"/>
                </a:moveTo>
                <a:cubicBezTo>
                  <a:pt x="149" y="51"/>
                  <a:pt x="141" y="43"/>
                  <a:pt x="141" y="34"/>
                </a:cubicBezTo>
                <a:cubicBezTo>
                  <a:pt x="141" y="24"/>
                  <a:pt x="149" y="17"/>
                  <a:pt x="158" y="17"/>
                </a:cubicBezTo>
                <a:cubicBezTo>
                  <a:pt x="168" y="17"/>
                  <a:pt x="175" y="24"/>
                  <a:pt x="175" y="34"/>
                </a:cubicBezTo>
                <a:cubicBezTo>
                  <a:pt x="175" y="43"/>
                  <a:pt x="168" y="51"/>
                  <a:pt x="158" y="51"/>
                </a:cubicBezTo>
                <a:moveTo>
                  <a:pt x="163" y="0"/>
                </a:moveTo>
                <a:cubicBezTo>
                  <a:pt x="153" y="0"/>
                  <a:pt x="153" y="0"/>
                  <a:pt x="153" y="0"/>
                </a:cubicBezTo>
                <a:cubicBezTo>
                  <a:pt x="153" y="7"/>
                  <a:pt x="153" y="7"/>
                  <a:pt x="153" y="7"/>
                </a:cubicBezTo>
                <a:cubicBezTo>
                  <a:pt x="149" y="7"/>
                  <a:pt x="146" y="9"/>
                  <a:pt x="143" y="11"/>
                </a:cubicBezTo>
                <a:cubicBezTo>
                  <a:pt x="138" y="7"/>
                  <a:pt x="138" y="7"/>
                  <a:pt x="138" y="7"/>
                </a:cubicBezTo>
                <a:cubicBezTo>
                  <a:pt x="131" y="14"/>
                  <a:pt x="131" y="14"/>
                  <a:pt x="131" y="14"/>
                </a:cubicBezTo>
                <a:cubicBezTo>
                  <a:pt x="135" y="18"/>
                  <a:pt x="135" y="18"/>
                  <a:pt x="135" y="18"/>
                </a:cubicBezTo>
                <a:cubicBezTo>
                  <a:pt x="133" y="21"/>
                  <a:pt x="132" y="25"/>
                  <a:pt x="131" y="29"/>
                </a:cubicBezTo>
                <a:cubicBezTo>
                  <a:pt x="125" y="29"/>
                  <a:pt x="125" y="29"/>
                  <a:pt x="125" y="29"/>
                </a:cubicBezTo>
                <a:cubicBezTo>
                  <a:pt x="125" y="39"/>
                  <a:pt x="125" y="39"/>
                  <a:pt x="125" y="39"/>
                </a:cubicBezTo>
                <a:cubicBezTo>
                  <a:pt x="131" y="39"/>
                  <a:pt x="131" y="39"/>
                  <a:pt x="131" y="39"/>
                </a:cubicBezTo>
                <a:cubicBezTo>
                  <a:pt x="132" y="43"/>
                  <a:pt x="133" y="46"/>
                  <a:pt x="135" y="49"/>
                </a:cubicBezTo>
                <a:cubicBezTo>
                  <a:pt x="131" y="54"/>
                  <a:pt x="131" y="54"/>
                  <a:pt x="131" y="54"/>
                </a:cubicBezTo>
                <a:cubicBezTo>
                  <a:pt x="138" y="61"/>
                  <a:pt x="138" y="61"/>
                  <a:pt x="138" y="61"/>
                </a:cubicBezTo>
                <a:cubicBezTo>
                  <a:pt x="143" y="57"/>
                  <a:pt x="143" y="57"/>
                  <a:pt x="143" y="57"/>
                </a:cubicBezTo>
                <a:cubicBezTo>
                  <a:pt x="146" y="59"/>
                  <a:pt x="149" y="60"/>
                  <a:pt x="153" y="61"/>
                </a:cubicBezTo>
                <a:cubicBezTo>
                  <a:pt x="153" y="67"/>
                  <a:pt x="153" y="67"/>
                  <a:pt x="153" y="67"/>
                </a:cubicBezTo>
                <a:cubicBezTo>
                  <a:pt x="163" y="67"/>
                  <a:pt x="163" y="67"/>
                  <a:pt x="163" y="67"/>
                </a:cubicBezTo>
                <a:cubicBezTo>
                  <a:pt x="163" y="61"/>
                  <a:pt x="163" y="61"/>
                  <a:pt x="163" y="61"/>
                </a:cubicBezTo>
                <a:cubicBezTo>
                  <a:pt x="167" y="60"/>
                  <a:pt x="171" y="59"/>
                  <a:pt x="174" y="57"/>
                </a:cubicBezTo>
                <a:cubicBezTo>
                  <a:pt x="178" y="61"/>
                  <a:pt x="178" y="61"/>
                  <a:pt x="178" y="61"/>
                </a:cubicBezTo>
                <a:cubicBezTo>
                  <a:pt x="185" y="54"/>
                  <a:pt x="185" y="54"/>
                  <a:pt x="185" y="54"/>
                </a:cubicBezTo>
                <a:cubicBezTo>
                  <a:pt x="181" y="49"/>
                  <a:pt x="181" y="49"/>
                  <a:pt x="181" y="49"/>
                </a:cubicBezTo>
                <a:cubicBezTo>
                  <a:pt x="183" y="46"/>
                  <a:pt x="185" y="43"/>
                  <a:pt x="185" y="39"/>
                </a:cubicBezTo>
                <a:cubicBezTo>
                  <a:pt x="191" y="39"/>
                  <a:pt x="191" y="39"/>
                  <a:pt x="191" y="39"/>
                </a:cubicBezTo>
                <a:cubicBezTo>
                  <a:pt x="191" y="29"/>
                  <a:pt x="191" y="29"/>
                  <a:pt x="191" y="29"/>
                </a:cubicBezTo>
                <a:cubicBezTo>
                  <a:pt x="185" y="29"/>
                  <a:pt x="185" y="29"/>
                  <a:pt x="185" y="29"/>
                </a:cubicBezTo>
                <a:cubicBezTo>
                  <a:pt x="185" y="25"/>
                  <a:pt x="183" y="21"/>
                  <a:pt x="181" y="18"/>
                </a:cubicBezTo>
                <a:cubicBezTo>
                  <a:pt x="185" y="14"/>
                  <a:pt x="185" y="14"/>
                  <a:pt x="185" y="14"/>
                </a:cubicBezTo>
                <a:cubicBezTo>
                  <a:pt x="178" y="7"/>
                  <a:pt x="178" y="7"/>
                  <a:pt x="178" y="7"/>
                </a:cubicBezTo>
                <a:cubicBezTo>
                  <a:pt x="174" y="11"/>
                  <a:pt x="174" y="11"/>
                  <a:pt x="174" y="11"/>
                </a:cubicBezTo>
                <a:cubicBezTo>
                  <a:pt x="171" y="9"/>
                  <a:pt x="167" y="7"/>
                  <a:pt x="163" y="7"/>
                </a:cubicBezTo>
                <a:cubicBezTo>
                  <a:pt x="163" y="0"/>
                  <a:pt x="163" y="0"/>
                  <a:pt x="163"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2" name="Freeform 87"/>
          <p:cNvSpPr>
            <a:spLocks noEditPoints="1"/>
          </p:cNvSpPr>
          <p:nvPr/>
        </p:nvSpPr>
        <p:spPr bwMode="auto">
          <a:xfrm>
            <a:off x="9729788" y="4233863"/>
            <a:ext cx="536575" cy="477838"/>
          </a:xfrm>
          <a:custGeom>
            <a:avLst/>
            <a:gdLst>
              <a:gd name="T0" fmla="*/ 23 w 110"/>
              <a:gd name="T1" fmla="*/ 40 h 98"/>
              <a:gd name="T2" fmla="*/ 34 w 110"/>
              <a:gd name="T3" fmla="*/ 55 h 98"/>
              <a:gd name="T4" fmla="*/ 50 w 110"/>
              <a:gd name="T5" fmla="*/ 44 h 98"/>
              <a:gd name="T6" fmla="*/ 39 w 110"/>
              <a:gd name="T7" fmla="*/ 30 h 98"/>
              <a:gd name="T8" fmla="*/ 50 w 110"/>
              <a:gd name="T9" fmla="*/ 22 h 98"/>
              <a:gd name="T10" fmla="*/ 8 w 110"/>
              <a:gd name="T11" fmla="*/ 0 h 98"/>
              <a:gd name="T12" fmla="*/ 11 w 110"/>
              <a:gd name="T13" fmla="*/ 48 h 98"/>
              <a:gd name="T14" fmla="*/ 23 w 110"/>
              <a:gd name="T15" fmla="*/ 40 h 98"/>
              <a:gd name="T16" fmla="*/ 88 w 110"/>
              <a:gd name="T17" fmla="*/ 41 h 98"/>
              <a:gd name="T18" fmla="*/ 100 w 110"/>
              <a:gd name="T19" fmla="*/ 49 h 98"/>
              <a:gd name="T20" fmla="*/ 105 w 110"/>
              <a:gd name="T21" fmla="*/ 1 h 98"/>
              <a:gd name="T22" fmla="*/ 62 w 110"/>
              <a:gd name="T23" fmla="*/ 22 h 98"/>
              <a:gd name="T24" fmla="*/ 73 w 110"/>
              <a:gd name="T25" fmla="*/ 30 h 98"/>
              <a:gd name="T26" fmla="*/ 0 w 110"/>
              <a:gd name="T27" fmla="*/ 78 h 98"/>
              <a:gd name="T28" fmla="*/ 4 w 110"/>
              <a:gd name="T29" fmla="*/ 96 h 98"/>
              <a:gd name="T30" fmla="*/ 88 w 110"/>
              <a:gd name="T31" fmla="*/ 41 h 98"/>
              <a:gd name="T32" fmla="*/ 77 w 110"/>
              <a:gd name="T33" fmla="*/ 66 h 98"/>
              <a:gd name="T34" fmla="*/ 62 w 110"/>
              <a:gd name="T35" fmla="*/ 78 h 98"/>
              <a:gd name="T36" fmla="*/ 105 w 110"/>
              <a:gd name="T37" fmla="*/ 98 h 98"/>
              <a:gd name="T38" fmla="*/ 110 w 110"/>
              <a:gd name="T39" fmla="*/ 80 h 98"/>
              <a:gd name="T40" fmla="*/ 77 w 110"/>
              <a:gd name="T41" fmla="*/ 6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0" h="98">
                <a:moveTo>
                  <a:pt x="23" y="40"/>
                </a:moveTo>
                <a:cubicBezTo>
                  <a:pt x="27" y="45"/>
                  <a:pt x="30" y="50"/>
                  <a:pt x="34" y="55"/>
                </a:cubicBezTo>
                <a:cubicBezTo>
                  <a:pt x="40" y="52"/>
                  <a:pt x="45" y="48"/>
                  <a:pt x="50" y="44"/>
                </a:cubicBezTo>
                <a:cubicBezTo>
                  <a:pt x="46" y="40"/>
                  <a:pt x="42" y="35"/>
                  <a:pt x="39" y="30"/>
                </a:cubicBezTo>
                <a:cubicBezTo>
                  <a:pt x="50" y="22"/>
                  <a:pt x="50" y="22"/>
                  <a:pt x="50" y="22"/>
                </a:cubicBezTo>
                <a:cubicBezTo>
                  <a:pt x="8" y="0"/>
                  <a:pt x="8" y="0"/>
                  <a:pt x="8" y="0"/>
                </a:cubicBezTo>
                <a:cubicBezTo>
                  <a:pt x="11" y="48"/>
                  <a:pt x="11" y="48"/>
                  <a:pt x="11" y="48"/>
                </a:cubicBezTo>
                <a:lnTo>
                  <a:pt x="23" y="40"/>
                </a:lnTo>
                <a:close/>
                <a:moveTo>
                  <a:pt x="88" y="41"/>
                </a:moveTo>
                <a:cubicBezTo>
                  <a:pt x="100" y="49"/>
                  <a:pt x="100" y="49"/>
                  <a:pt x="100" y="49"/>
                </a:cubicBezTo>
                <a:cubicBezTo>
                  <a:pt x="105" y="1"/>
                  <a:pt x="105" y="1"/>
                  <a:pt x="105" y="1"/>
                </a:cubicBezTo>
                <a:cubicBezTo>
                  <a:pt x="62" y="22"/>
                  <a:pt x="62" y="22"/>
                  <a:pt x="62" y="22"/>
                </a:cubicBezTo>
                <a:cubicBezTo>
                  <a:pt x="73" y="30"/>
                  <a:pt x="73" y="30"/>
                  <a:pt x="73" y="30"/>
                </a:cubicBezTo>
                <a:cubicBezTo>
                  <a:pt x="46" y="68"/>
                  <a:pt x="1" y="78"/>
                  <a:pt x="0" y="78"/>
                </a:cubicBezTo>
                <a:cubicBezTo>
                  <a:pt x="4" y="96"/>
                  <a:pt x="4" y="96"/>
                  <a:pt x="4" y="96"/>
                </a:cubicBezTo>
                <a:cubicBezTo>
                  <a:pt x="6" y="96"/>
                  <a:pt x="57" y="85"/>
                  <a:pt x="88" y="41"/>
                </a:cubicBezTo>
                <a:close/>
                <a:moveTo>
                  <a:pt x="77" y="66"/>
                </a:moveTo>
                <a:cubicBezTo>
                  <a:pt x="72" y="70"/>
                  <a:pt x="67" y="75"/>
                  <a:pt x="62" y="78"/>
                </a:cubicBezTo>
                <a:cubicBezTo>
                  <a:pt x="84" y="93"/>
                  <a:pt x="104" y="98"/>
                  <a:pt x="105" y="98"/>
                </a:cubicBezTo>
                <a:cubicBezTo>
                  <a:pt x="110" y="80"/>
                  <a:pt x="110" y="80"/>
                  <a:pt x="110" y="80"/>
                </a:cubicBezTo>
                <a:cubicBezTo>
                  <a:pt x="109" y="80"/>
                  <a:pt x="95" y="76"/>
                  <a:pt x="77" y="6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3" name="Freeform 88"/>
          <p:cNvSpPr>
            <a:spLocks noEditPoints="1"/>
          </p:cNvSpPr>
          <p:nvPr/>
        </p:nvSpPr>
        <p:spPr bwMode="auto">
          <a:xfrm>
            <a:off x="8456613" y="3116263"/>
            <a:ext cx="915988" cy="463550"/>
          </a:xfrm>
          <a:custGeom>
            <a:avLst/>
            <a:gdLst>
              <a:gd name="T0" fmla="*/ 26 w 188"/>
              <a:gd name="T1" fmla="*/ 37 h 95"/>
              <a:gd name="T2" fmla="*/ 17 w 188"/>
              <a:gd name="T3" fmla="*/ 46 h 95"/>
              <a:gd name="T4" fmla="*/ 20 w 188"/>
              <a:gd name="T5" fmla="*/ 53 h 95"/>
              <a:gd name="T6" fmla="*/ 4 w 188"/>
              <a:gd name="T7" fmla="*/ 78 h 95"/>
              <a:gd name="T8" fmla="*/ 6 w 188"/>
              <a:gd name="T9" fmla="*/ 78 h 95"/>
              <a:gd name="T10" fmla="*/ 16 w 188"/>
              <a:gd name="T11" fmla="*/ 69 h 95"/>
              <a:gd name="T12" fmla="*/ 11 w 188"/>
              <a:gd name="T13" fmla="*/ 95 h 95"/>
              <a:gd name="T14" fmla="*/ 19 w 188"/>
              <a:gd name="T15" fmla="*/ 95 h 95"/>
              <a:gd name="T16" fmla="*/ 26 w 188"/>
              <a:gd name="T17" fmla="*/ 84 h 95"/>
              <a:gd name="T18" fmla="*/ 32 w 188"/>
              <a:gd name="T19" fmla="*/ 95 h 95"/>
              <a:gd name="T20" fmla="*/ 40 w 188"/>
              <a:gd name="T21" fmla="*/ 95 h 95"/>
              <a:gd name="T22" fmla="*/ 35 w 188"/>
              <a:gd name="T23" fmla="*/ 69 h 95"/>
              <a:gd name="T24" fmla="*/ 46 w 188"/>
              <a:gd name="T25" fmla="*/ 78 h 95"/>
              <a:gd name="T26" fmla="*/ 47 w 188"/>
              <a:gd name="T27" fmla="*/ 78 h 95"/>
              <a:gd name="T28" fmla="*/ 31 w 188"/>
              <a:gd name="T29" fmla="*/ 53 h 95"/>
              <a:gd name="T30" fmla="*/ 35 w 188"/>
              <a:gd name="T31" fmla="*/ 46 h 95"/>
              <a:gd name="T32" fmla="*/ 26 w 188"/>
              <a:gd name="T33" fmla="*/ 37 h 95"/>
              <a:gd name="T34" fmla="*/ 163 w 188"/>
              <a:gd name="T35" fmla="*/ 37 h 95"/>
              <a:gd name="T36" fmla="*/ 154 w 188"/>
              <a:gd name="T37" fmla="*/ 46 h 95"/>
              <a:gd name="T38" fmla="*/ 157 w 188"/>
              <a:gd name="T39" fmla="*/ 53 h 95"/>
              <a:gd name="T40" fmla="*/ 141 w 188"/>
              <a:gd name="T41" fmla="*/ 78 h 95"/>
              <a:gd name="T42" fmla="*/ 143 w 188"/>
              <a:gd name="T43" fmla="*/ 78 h 95"/>
              <a:gd name="T44" fmla="*/ 153 w 188"/>
              <a:gd name="T45" fmla="*/ 69 h 95"/>
              <a:gd name="T46" fmla="*/ 148 w 188"/>
              <a:gd name="T47" fmla="*/ 95 h 95"/>
              <a:gd name="T48" fmla="*/ 157 w 188"/>
              <a:gd name="T49" fmla="*/ 95 h 95"/>
              <a:gd name="T50" fmla="*/ 163 w 188"/>
              <a:gd name="T51" fmla="*/ 84 h 95"/>
              <a:gd name="T52" fmla="*/ 169 w 188"/>
              <a:gd name="T53" fmla="*/ 95 h 95"/>
              <a:gd name="T54" fmla="*/ 177 w 188"/>
              <a:gd name="T55" fmla="*/ 95 h 95"/>
              <a:gd name="T56" fmla="*/ 173 w 188"/>
              <a:gd name="T57" fmla="*/ 69 h 95"/>
              <a:gd name="T58" fmla="*/ 183 w 188"/>
              <a:gd name="T59" fmla="*/ 78 h 95"/>
              <a:gd name="T60" fmla="*/ 185 w 188"/>
              <a:gd name="T61" fmla="*/ 78 h 95"/>
              <a:gd name="T62" fmla="*/ 169 w 188"/>
              <a:gd name="T63" fmla="*/ 53 h 95"/>
              <a:gd name="T64" fmla="*/ 172 w 188"/>
              <a:gd name="T65" fmla="*/ 46 h 95"/>
              <a:gd name="T66" fmla="*/ 163 w 188"/>
              <a:gd name="T67" fmla="*/ 37 h 95"/>
              <a:gd name="T68" fmla="*/ 96 w 188"/>
              <a:gd name="T69" fmla="*/ 0 h 95"/>
              <a:gd name="T70" fmla="*/ 81 w 188"/>
              <a:gd name="T71" fmla="*/ 14 h 95"/>
              <a:gd name="T72" fmla="*/ 87 w 188"/>
              <a:gd name="T73" fmla="*/ 26 h 95"/>
              <a:gd name="T74" fmla="*/ 60 w 188"/>
              <a:gd name="T75" fmla="*/ 67 h 95"/>
              <a:gd name="T76" fmla="*/ 63 w 188"/>
              <a:gd name="T77" fmla="*/ 68 h 95"/>
              <a:gd name="T78" fmla="*/ 80 w 188"/>
              <a:gd name="T79" fmla="*/ 53 h 95"/>
              <a:gd name="T80" fmla="*/ 72 w 188"/>
              <a:gd name="T81" fmla="*/ 95 h 95"/>
              <a:gd name="T82" fmla="*/ 86 w 188"/>
              <a:gd name="T83" fmla="*/ 95 h 95"/>
              <a:gd name="T84" fmla="*/ 96 w 188"/>
              <a:gd name="T85" fmla="*/ 78 h 95"/>
              <a:gd name="T86" fmla="*/ 106 w 188"/>
              <a:gd name="T87" fmla="*/ 95 h 95"/>
              <a:gd name="T88" fmla="*/ 119 w 188"/>
              <a:gd name="T89" fmla="*/ 95 h 95"/>
              <a:gd name="T90" fmla="*/ 112 w 188"/>
              <a:gd name="T91" fmla="*/ 53 h 95"/>
              <a:gd name="T92" fmla="*/ 128 w 188"/>
              <a:gd name="T93" fmla="*/ 68 h 95"/>
              <a:gd name="T94" fmla="*/ 131 w 188"/>
              <a:gd name="T95" fmla="*/ 67 h 95"/>
              <a:gd name="T96" fmla="*/ 105 w 188"/>
              <a:gd name="T97" fmla="*/ 26 h 95"/>
              <a:gd name="T98" fmla="*/ 111 w 188"/>
              <a:gd name="T99" fmla="*/ 14 h 95"/>
              <a:gd name="T100" fmla="*/ 96 w 188"/>
              <a:gd name="T10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8" h="95">
                <a:moveTo>
                  <a:pt x="26" y="37"/>
                </a:moveTo>
                <a:cubicBezTo>
                  <a:pt x="21" y="37"/>
                  <a:pt x="17" y="41"/>
                  <a:pt x="17" y="46"/>
                </a:cubicBezTo>
                <a:cubicBezTo>
                  <a:pt x="17" y="49"/>
                  <a:pt x="18" y="51"/>
                  <a:pt x="20" y="53"/>
                </a:cubicBezTo>
                <a:cubicBezTo>
                  <a:pt x="11" y="56"/>
                  <a:pt x="0" y="74"/>
                  <a:pt x="4" y="78"/>
                </a:cubicBezTo>
                <a:cubicBezTo>
                  <a:pt x="4" y="78"/>
                  <a:pt x="5" y="78"/>
                  <a:pt x="6" y="78"/>
                </a:cubicBezTo>
                <a:cubicBezTo>
                  <a:pt x="9" y="78"/>
                  <a:pt x="13" y="74"/>
                  <a:pt x="16" y="69"/>
                </a:cubicBezTo>
                <a:cubicBezTo>
                  <a:pt x="14" y="78"/>
                  <a:pt x="12" y="87"/>
                  <a:pt x="11" y="95"/>
                </a:cubicBezTo>
                <a:cubicBezTo>
                  <a:pt x="19" y="95"/>
                  <a:pt x="19" y="95"/>
                  <a:pt x="19" y="95"/>
                </a:cubicBezTo>
                <a:cubicBezTo>
                  <a:pt x="20" y="91"/>
                  <a:pt x="22" y="84"/>
                  <a:pt x="26" y="84"/>
                </a:cubicBezTo>
                <a:cubicBezTo>
                  <a:pt x="29" y="84"/>
                  <a:pt x="32" y="91"/>
                  <a:pt x="32" y="95"/>
                </a:cubicBezTo>
                <a:cubicBezTo>
                  <a:pt x="40" y="95"/>
                  <a:pt x="40" y="95"/>
                  <a:pt x="40" y="95"/>
                </a:cubicBezTo>
                <a:cubicBezTo>
                  <a:pt x="39" y="87"/>
                  <a:pt x="38" y="78"/>
                  <a:pt x="35" y="69"/>
                </a:cubicBezTo>
                <a:cubicBezTo>
                  <a:pt x="39" y="74"/>
                  <a:pt x="43" y="78"/>
                  <a:pt x="46" y="78"/>
                </a:cubicBezTo>
                <a:cubicBezTo>
                  <a:pt x="46" y="78"/>
                  <a:pt x="47" y="78"/>
                  <a:pt x="47" y="78"/>
                </a:cubicBezTo>
                <a:cubicBezTo>
                  <a:pt x="51" y="74"/>
                  <a:pt x="41" y="56"/>
                  <a:pt x="31" y="53"/>
                </a:cubicBezTo>
                <a:cubicBezTo>
                  <a:pt x="33" y="51"/>
                  <a:pt x="35" y="49"/>
                  <a:pt x="35" y="46"/>
                </a:cubicBezTo>
                <a:cubicBezTo>
                  <a:pt x="35" y="41"/>
                  <a:pt x="31" y="37"/>
                  <a:pt x="26" y="37"/>
                </a:cubicBezTo>
                <a:moveTo>
                  <a:pt x="163" y="37"/>
                </a:moveTo>
                <a:cubicBezTo>
                  <a:pt x="158" y="37"/>
                  <a:pt x="154" y="41"/>
                  <a:pt x="154" y="46"/>
                </a:cubicBezTo>
                <a:cubicBezTo>
                  <a:pt x="154" y="49"/>
                  <a:pt x="155" y="51"/>
                  <a:pt x="157" y="53"/>
                </a:cubicBezTo>
                <a:cubicBezTo>
                  <a:pt x="148" y="56"/>
                  <a:pt x="138" y="74"/>
                  <a:pt x="141" y="78"/>
                </a:cubicBezTo>
                <a:cubicBezTo>
                  <a:pt x="142" y="78"/>
                  <a:pt x="142" y="78"/>
                  <a:pt x="143" y="78"/>
                </a:cubicBezTo>
                <a:cubicBezTo>
                  <a:pt x="146" y="78"/>
                  <a:pt x="150" y="74"/>
                  <a:pt x="153" y="69"/>
                </a:cubicBezTo>
                <a:cubicBezTo>
                  <a:pt x="151" y="78"/>
                  <a:pt x="149" y="87"/>
                  <a:pt x="148" y="95"/>
                </a:cubicBezTo>
                <a:cubicBezTo>
                  <a:pt x="157" y="95"/>
                  <a:pt x="157" y="95"/>
                  <a:pt x="157" y="95"/>
                </a:cubicBezTo>
                <a:cubicBezTo>
                  <a:pt x="157" y="91"/>
                  <a:pt x="160" y="84"/>
                  <a:pt x="163" y="84"/>
                </a:cubicBezTo>
                <a:cubicBezTo>
                  <a:pt x="166" y="84"/>
                  <a:pt x="169" y="91"/>
                  <a:pt x="169" y="95"/>
                </a:cubicBezTo>
                <a:cubicBezTo>
                  <a:pt x="177" y="95"/>
                  <a:pt x="177" y="95"/>
                  <a:pt x="177" y="95"/>
                </a:cubicBezTo>
                <a:cubicBezTo>
                  <a:pt x="177" y="87"/>
                  <a:pt x="175" y="78"/>
                  <a:pt x="173" y="69"/>
                </a:cubicBezTo>
                <a:cubicBezTo>
                  <a:pt x="176" y="74"/>
                  <a:pt x="180" y="78"/>
                  <a:pt x="183" y="78"/>
                </a:cubicBezTo>
                <a:cubicBezTo>
                  <a:pt x="184" y="78"/>
                  <a:pt x="184" y="78"/>
                  <a:pt x="185" y="78"/>
                </a:cubicBezTo>
                <a:cubicBezTo>
                  <a:pt x="188" y="74"/>
                  <a:pt x="178" y="56"/>
                  <a:pt x="169" y="53"/>
                </a:cubicBezTo>
                <a:cubicBezTo>
                  <a:pt x="171" y="51"/>
                  <a:pt x="172" y="49"/>
                  <a:pt x="172" y="46"/>
                </a:cubicBezTo>
                <a:cubicBezTo>
                  <a:pt x="172" y="41"/>
                  <a:pt x="168" y="37"/>
                  <a:pt x="163" y="37"/>
                </a:cubicBezTo>
                <a:moveTo>
                  <a:pt x="96" y="0"/>
                </a:moveTo>
                <a:cubicBezTo>
                  <a:pt x="88" y="0"/>
                  <a:pt x="81" y="6"/>
                  <a:pt x="81" y="14"/>
                </a:cubicBezTo>
                <a:cubicBezTo>
                  <a:pt x="81" y="19"/>
                  <a:pt x="83" y="23"/>
                  <a:pt x="87" y="26"/>
                </a:cubicBezTo>
                <a:cubicBezTo>
                  <a:pt x="72" y="31"/>
                  <a:pt x="55" y="61"/>
                  <a:pt x="60" y="67"/>
                </a:cubicBezTo>
                <a:cubicBezTo>
                  <a:pt x="61" y="68"/>
                  <a:pt x="62" y="68"/>
                  <a:pt x="63" y="68"/>
                </a:cubicBezTo>
                <a:cubicBezTo>
                  <a:pt x="68" y="68"/>
                  <a:pt x="75" y="60"/>
                  <a:pt x="80" y="53"/>
                </a:cubicBezTo>
                <a:cubicBezTo>
                  <a:pt x="76" y="67"/>
                  <a:pt x="74" y="82"/>
                  <a:pt x="72" y="95"/>
                </a:cubicBezTo>
                <a:cubicBezTo>
                  <a:pt x="86" y="95"/>
                  <a:pt x="86" y="95"/>
                  <a:pt x="86" y="95"/>
                </a:cubicBezTo>
                <a:cubicBezTo>
                  <a:pt x="86" y="88"/>
                  <a:pt x="91" y="78"/>
                  <a:pt x="96" y="78"/>
                </a:cubicBezTo>
                <a:cubicBezTo>
                  <a:pt x="101" y="78"/>
                  <a:pt x="106" y="88"/>
                  <a:pt x="106" y="95"/>
                </a:cubicBezTo>
                <a:cubicBezTo>
                  <a:pt x="119" y="95"/>
                  <a:pt x="119" y="95"/>
                  <a:pt x="119" y="95"/>
                </a:cubicBezTo>
                <a:cubicBezTo>
                  <a:pt x="118" y="82"/>
                  <a:pt x="115" y="67"/>
                  <a:pt x="112" y="53"/>
                </a:cubicBezTo>
                <a:cubicBezTo>
                  <a:pt x="117" y="60"/>
                  <a:pt x="124" y="68"/>
                  <a:pt x="128" y="68"/>
                </a:cubicBezTo>
                <a:cubicBezTo>
                  <a:pt x="130" y="68"/>
                  <a:pt x="131" y="68"/>
                  <a:pt x="131" y="67"/>
                </a:cubicBezTo>
                <a:cubicBezTo>
                  <a:pt x="137" y="61"/>
                  <a:pt x="120" y="31"/>
                  <a:pt x="105" y="26"/>
                </a:cubicBezTo>
                <a:cubicBezTo>
                  <a:pt x="108" y="23"/>
                  <a:pt x="111" y="19"/>
                  <a:pt x="111" y="14"/>
                </a:cubicBezTo>
                <a:cubicBezTo>
                  <a:pt x="111" y="6"/>
                  <a:pt x="104" y="0"/>
                  <a:pt x="96"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4" name="文本框 173"/>
          <p:cNvSpPr txBox="1"/>
          <p:nvPr/>
        </p:nvSpPr>
        <p:spPr>
          <a:xfrm>
            <a:off x="7617989" y="4414676"/>
            <a:ext cx="732893" cy="707886"/>
          </a:xfrm>
          <a:prstGeom prst="rect">
            <a:avLst/>
          </a:prstGeom>
          <a:noFill/>
        </p:spPr>
        <p:txBody>
          <a:bodyPr wrap="none" rtlCol="0">
            <a:spAutoFit/>
          </a:bodyPr>
          <a:lstStyle/>
          <a:p>
            <a:r>
              <a:rPr lang="en-US" altLang="zh-CN" sz="4000" dirty="0">
                <a:solidFill>
                  <a:srgbClr val="605E5E"/>
                </a:solidFill>
                <a:latin typeface="Impact" panose="020B0806030902050204" pitchFamily="34" charset="0"/>
                <a:cs typeface="Aharoni" panose="02010803020104030203" pitchFamily="2" charset="-79"/>
              </a:rPr>
              <a:t>03</a:t>
            </a:r>
            <a:endParaRPr lang="zh-CN" altLang="en-US" sz="4000" dirty="0">
              <a:solidFill>
                <a:srgbClr val="605E5E"/>
              </a:solidFill>
              <a:latin typeface="Impact" panose="020B0806030902050204" pitchFamily="34" charset="0"/>
              <a:cs typeface="Aharoni" panose="02010803020104030203" pitchFamily="2" charset="-79"/>
            </a:endParaRPr>
          </a:p>
        </p:txBody>
      </p:sp>
      <p:sp>
        <p:nvSpPr>
          <p:cNvPr id="175" name="文本框 174"/>
          <p:cNvSpPr txBox="1"/>
          <p:nvPr/>
        </p:nvSpPr>
        <p:spPr>
          <a:xfrm>
            <a:off x="6886379" y="4991656"/>
            <a:ext cx="1498039" cy="369332"/>
          </a:xfrm>
          <a:prstGeom prst="rect">
            <a:avLst/>
          </a:prstGeom>
          <a:noFill/>
        </p:spPr>
        <p:txBody>
          <a:bodyPr wrap="none" rtlCol="0">
            <a:spAutoFit/>
          </a:bodyPr>
          <a:lstStyle/>
          <a:p>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Sample Text</a:t>
            </a:r>
            <a:r>
              <a:rPr lang="en-US" altLang="zh-CN" dirty="0">
                <a:solidFill>
                  <a:srgbClr val="859291"/>
                </a:solidFill>
                <a:latin typeface="Tahoma" panose="020B0604030504040204" pitchFamily="34" charset="0"/>
                <a:ea typeface="Tahoma" panose="020B0604030504040204" pitchFamily="34" charset="0"/>
                <a:cs typeface="Tahoma" panose="020B0604030504040204" pitchFamily="34" charset="0"/>
              </a:rPr>
              <a:t>.</a:t>
            </a:r>
            <a:endParaRPr lang="zh-CN" altLang="en-US" dirty="0">
              <a:solidFill>
                <a:srgbClr val="859291"/>
              </a:solidFill>
              <a:latin typeface="Tahoma" panose="020B0604030504040204" pitchFamily="34" charset="0"/>
              <a:cs typeface="Tahoma" panose="020B0604030504040204" pitchFamily="34" charset="0"/>
            </a:endParaRPr>
          </a:p>
        </p:txBody>
      </p:sp>
      <p:sp>
        <p:nvSpPr>
          <p:cNvPr id="176" name="文本框 175"/>
          <p:cNvSpPr txBox="1"/>
          <p:nvPr/>
        </p:nvSpPr>
        <p:spPr>
          <a:xfrm>
            <a:off x="8546588" y="5296683"/>
            <a:ext cx="716863" cy="707886"/>
          </a:xfrm>
          <a:prstGeom prst="rect">
            <a:avLst/>
          </a:prstGeom>
          <a:noFill/>
        </p:spPr>
        <p:txBody>
          <a:bodyPr wrap="none" rtlCol="0">
            <a:spAutoFit/>
          </a:bodyPr>
          <a:lstStyle/>
          <a:p>
            <a:r>
              <a:rPr lang="en-US" altLang="zh-CN" sz="4000" dirty="0">
                <a:solidFill>
                  <a:srgbClr val="605E5E"/>
                </a:solidFill>
                <a:latin typeface="Impact" panose="020B0806030902050204" pitchFamily="34" charset="0"/>
                <a:cs typeface="Aharoni" panose="02010803020104030203" pitchFamily="2" charset="-79"/>
              </a:rPr>
              <a:t>04</a:t>
            </a:r>
            <a:endParaRPr lang="zh-CN" altLang="en-US" sz="4000" dirty="0">
              <a:solidFill>
                <a:srgbClr val="605E5E"/>
              </a:solidFill>
              <a:latin typeface="Impact" panose="020B0806030902050204" pitchFamily="34" charset="0"/>
              <a:cs typeface="Aharoni" panose="02010803020104030203" pitchFamily="2" charset="-79"/>
            </a:endParaRPr>
          </a:p>
        </p:txBody>
      </p:sp>
      <p:sp>
        <p:nvSpPr>
          <p:cNvPr id="177" name="文本框 176"/>
          <p:cNvSpPr txBox="1"/>
          <p:nvPr/>
        </p:nvSpPr>
        <p:spPr>
          <a:xfrm>
            <a:off x="7814978" y="5873663"/>
            <a:ext cx="1498039" cy="369332"/>
          </a:xfrm>
          <a:prstGeom prst="rect">
            <a:avLst/>
          </a:prstGeom>
          <a:noFill/>
        </p:spPr>
        <p:txBody>
          <a:bodyPr wrap="none" rtlCol="0">
            <a:spAutoFit/>
          </a:bodyPr>
          <a:lstStyle/>
          <a:p>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Sample Text</a:t>
            </a:r>
            <a:r>
              <a:rPr lang="en-US" altLang="zh-CN" dirty="0">
                <a:solidFill>
                  <a:srgbClr val="859291"/>
                </a:solidFill>
                <a:latin typeface="Tahoma" panose="020B0604030504040204" pitchFamily="34" charset="0"/>
                <a:ea typeface="Tahoma" panose="020B0604030504040204" pitchFamily="34" charset="0"/>
                <a:cs typeface="Tahoma" panose="020B0604030504040204" pitchFamily="34" charset="0"/>
              </a:rPr>
              <a:t>.</a:t>
            </a:r>
            <a:endParaRPr lang="zh-CN" altLang="en-US" dirty="0">
              <a:solidFill>
                <a:srgbClr val="859291"/>
              </a:solidFill>
              <a:latin typeface="Tahoma" panose="020B0604030504040204" pitchFamily="34" charset="0"/>
              <a:cs typeface="Tahoma" panose="020B0604030504040204" pitchFamily="34" charset="0"/>
            </a:endParaRPr>
          </a:p>
        </p:txBody>
      </p:sp>
      <p:sp>
        <p:nvSpPr>
          <p:cNvPr id="178" name="文本框 177"/>
          <p:cNvSpPr txBox="1"/>
          <p:nvPr/>
        </p:nvSpPr>
        <p:spPr>
          <a:xfrm>
            <a:off x="9709393" y="677784"/>
            <a:ext cx="655949" cy="707886"/>
          </a:xfrm>
          <a:prstGeom prst="rect">
            <a:avLst/>
          </a:prstGeom>
          <a:noFill/>
        </p:spPr>
        <p:txBody>
          <a:bodyPr wrap="none" rtlCol="0">
            <a:spAutoFit/>
          </a:bodyPr>
          <a:lstStyle/>
          <a:p>
            <a:r>
              <a:rPr lang="en-US" altLang="zh-CN" sz="4000" dirty="0">
                <a:solidFill>
                  <a:srgbClr val="605E5E"/>
                </a:solidFill>
                <a:latin typeface="Impact" panose="020B0806030902050204" pitchFamily="34" charset="0"/>
                <a:cs typeface="Aharoni" panose="02010803020104030203" pitchFamily="2" charset="-79"/>
              </a:rPr>
              <a:t>01</a:t>
            </a:r>
            <a:endParaRPr lang="zh-CN" altLang="en-US" sz="4000" dirty="0">
              <a:solidFill>
                <a:srgbClr val="605E5E"/>
              </a:solidFill>
              <a:latin typeface="Impact" panose="020B0806030902050204" pitchFamily="34" charset="0"/>
              <a:cs typeface="Aharoni" panose="02010803020104030203" pitchFamily="2" charset="-79"/>
            </a:endParaRPr>
          </a:p>
        </p:txBody>
      </p:sp>
      <p:sp>
        <p:nvSpPr>
          <p:cNvPr id="179" name="文本框 178"/>
          <p:cNvSpPr txBox="1"/>
          <p:nvPr/>
        </p:nvSpPr>
        <p:spPr>
          <a:xfrm>
            <a:off x="9709393" y="1254764"/>
            <a:ext cx="1498039" cy="369332"/>
          </a:xfrm>
          <a:prstGeom prst="rect">
            <a:avLst/>
          </a:prstGeom>
          <a:noFill/>
        </p:spPr>
        <p:txBody>
          <a:bodyPr wrap="none" rtlCol="0">
            <a:spAutoFit/>
          </a:bodyPr>
          <a:lstStyle/>
          <a:p>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Sample Text</a:t>
            </a:r>
            <a:r>
              <a:rPr lang="en-US" altLang="zh-CN" dirty="0">
                <a:solidFill>
                  <a:srgbClr val="859291"/>
                </a:solidFill>
                <a:latin typeface="Tahoma" panose="020B0604030504040204" pitchFamily="34" charset="0"/>
                <a:ea typeface="Tahoma" panose="020B0604030504040204" pitchFamily="34" charset="0"/>
                <a:cs typeface="Tahoma" panose="020B0604030504040204" pitchFamily="34" charset="0"/>
              </a:rPr>
              <a:t>.</a:t>
            </a:r>
            <a:endParaRPr lang="zh-CN" altLang="en-US" dirty="0">
              <a:solidFill>
                <a:srgbClr val="859291"/>
              </a:solidFill>
              <a:latin typeface="Tahoma" panose="020B0604030504040204" pitchFamily="34" charset="0"/>
              <a:cs typeface="Tahoma" panose="020B0604030504040204" pitchFamily="34" charset="0"/>
            </a:endParaRPr>
          </a:p>
        </p:txBody>
      </p:sp>
      <p:sp>
        <p:nvSpPr>
          <p:cNvPr id="180" name="文本框 179"/>
          <p:cNvSpPr txBox="1"/>
          <p:nvPr/>
        </p:nvSpPr>
        <p:spPr>
          <a:xfrm>
            <a:off x="10811794" y="2212433"/>
            <a:ext cx="718466" cy="707886"/>
          </a:xfrm>
          <a:prstGeom prst="rect">
            <a:avLst/>
          </a:prstGeom>
          <a:noFill/>
        </p:spPr>
        <p:txBody>
          <a:bodyPr wrap="none" rtlCol="0">
            <a:spAutoFit/>
          </a:bodyPr>
          <a:lstStyle/>
          <a:p>
            <a:r>
              <a:rPr lang="en-US" altLang="zh-CN" sz="4000" dirty="0">
                <a:solidFill>
                  <a:srgbClr val="605E5E"/>
                </a:solidFill>
                <a:latin typeface="Impact" panose="020B0806030902050204" pitchFamily="34" charset="0"/>
                <a:cs typeface="Aharoni" panose="02010803020104030203" pitchFamily="2" charset="-79"/>
              </a:rPr>
              <a:t>02</a:t>
            </a:r>
            <a:endParaRPr lang="zh-CN" altLang="en-US" sz="4000" dirty="0">
              <a:solidFill>
                <a:srgbClr val="605E5E"/>
              </a:solidFill>
              <a:latin typeface="Impact" panose="020B0806030902050204" pitchFamily="34" charset="0"/>
              <a:cs typeface="Aharoni" panose="02010803020104030203" pitchFamily="2" charset="-79"/>
            </a:endParaRPr>
          </a:p>
        </p:txBody>
      </p:sp>
      <p:sp>
        <p:nvSpPr>
          <p:cNvPr id="181" name="文本框 180"/>
          <p:cNvSpPr txBox="1"/>
          <p:nvPr/>
        </p:nvSpPr>
        <p:spPr>
          <a:xfrm>
            <a:off x="10811794" y="2789413"/>
            <a:ext cx="1498039" cy="369332"/>
          </a:xfrm>
          <a:prstGeom prst="rect">
            <a:avLst/>
          </a:prstGeom>
          <a:noFill/>
        </p:spPr>
        <p:txBody>
          <a:bodyPr wrap="none" rtlCol="0">
            <a:spAutoFit/>
          </a:bodyPr>
          <a:lstStyle/>
          <a:p>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Sample Text</a:t>
            </a:r>
            <a:r>
              <a:rPr lang="en-US" altLang="zh-CN" dirty="0">
                <a:solidFill>
                  <a:srgbClr val="859291"/>
                </a:solidFill>
                <a:latin typeface="Tahoma" panose="020B0604030504040204" pitchFamily="34" charset="0"/>
                <a:ea typeface="Tahoma" panose="020B0604030504040204" pitchFamily="34" charset="0"/>
                <a:cs typeface="Tahoma" panose="020B0604030504040204" pitchFamily="34" charset="0"/>
              </a:rPr>
              <a:t>.</a:t>
            </a:r>
            <a:endParaRPr lang="zh-CN" altLang="en-US" dirty="0">
              <a:solidFill>
                <a:srgbClr val="859291"/>
              </a:solidFill>
              <a:latin typeface="Tahoma" panose="020B0604030504040204" pitchFamily="34" charset="0"/>
              <a:cs typeface="Tahoma" panose="020B0604030504040204" pitchFamily="34" charset="0"/>
            </a:endParaRPr>
          </a:p>
        </p:txBody>
      </p:sp>
      <p:sp>
        <p:nvSpPr>
          <p:cNvPr id="100"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四项递进</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626009475"/>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 name="Freeform 60"/>
          <p:cNvSpPr>
            <a:spLocks/>
          </p:cNvSpPr>
          <p:nvPr/>
        </p:nvSpPr>
        <p:spPr bwMode="auto">
          <a:xfrm>
            <a:off x="1007063" y="3889553"/>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 name="文本框 86"/>
          <p:cNvSpPr txBox="1"/>
          <p:nvPr/>
        </p:nvSpPr>
        <p:spPr>
          <a:xfrm>
            <a:off x="940215" y="4689154"/>
            <a:ext cx="3555585" cy="1421928"/>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网络</a:t>
            </a:r>
            <a:r>
              <a:rPr lang="en-US" altLang="zh-CN" dirty="0">
                <a:solidFill>
                  <a:prstClr val="black">
                    <a:lumMod val="65000"/>
                    <a:lumOff val="35000"/>
                  </a:prstClr>
                </a:solidFill>
                <a:latin typeface="微软雅黑" panose="020B0503020204020204" pitchFamily="34" charset="-122"/>
              </a:rPr>
              <a:t>EPS</a:t>
            </a:r>
            <a:r>
              <a:rPr lang="zh-CN" altLang="en-US" dirty="0">
                <a:solidFill>
                  <a:prstClr val="black">
                    <a:lumMod val="65000"/>
                    <a:lumOff val="35000"/>
                  </a:prstClr>
                </a:solidFill>
                <a:latin typeface="微软雅黑" panose="020B0503020204020204" pitchFamily="34" charset="-122"/>
              </a:rPr>
              <a:t>素材改编；</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文字、颜色可随意更改；</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注意线条交接处颜色匹配；</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矢量图标可替换。</a:t>
            </a:r>
            <a:endParaRPr lang="en-US" altLang="zh-CN" dirty="0">
              <a:solidFill>
                <a:prstClr val="black">
                  <a:lumMod val="65000"/>
                  <a:lumOff val="35000"/>
                </a:prstClr>
              </a:solidFill>
              <a:latin typeface="微软雅黑" panose="020B0503020204020204" pitchFamily="34" charset="-122"/>
            </a:endParaRPr>
          </a:p>
        </p:txBody>
      </p:sp>
      <p:sp>
        <p:nvSpPr>
          <p:cNvPr id="88" name="圆角矩形 87"/>
          <p:cNvSpPr/>
          <p:nvPr/>
        </p:nvSpPr>
        <p:spPr>
          <a:xfrm>
            <a:off x="1674755" y="4048838"/>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89" name="等腰三角形 88"/>
          <p:cNvSpPr/>
          <p:nvPr/>
        </p:nvSpPr>
        <p:spPr>
          <a:xfrm rot="16200000">
            <a:off x="1600123" y="4116382"/>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5" name="Rectangle 5"/>
          <p:cNvSpPr>
            <a:spLocks noChangeArrowheads="1"/>
          </p:cNvSpPr>
          <p:nvPr/>
        </p:nvSpPr>
        <p:spPr bwMode="auto">
          <a:xfrm>
            <a:off x="6098971" y="0"/>
            <a:ext cx="6096204" cy="6858000"/>
          </a:xfrm>
          <a:prstGeom prst="rect">
            <a:avLst/>
          </a:prstGeom>
          <a:solidFill>
            <a:srgbClr val="D7DDD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 name="Freeform 7"/>
          <p:cNvSpPr>
            <a:spLocks/>
          </p:cNvSpPr>
          <p:nvPr/>
        </p:nvSpPr>
        <p:spPr bwMode="auto">
          <a:xfrm>
            <a:off x="7279743" y="1600155"/>
            <a:ext cx="4803508" cy="4015019"/>
          </a:xfrm>
          <a:custGeom>
            <a:avLst/>
            <a:gdLst>
              <a:gd name="T0" fmla="*/ 1924 w 2449"/>
              <a:gd name="T1" fmla="*/ 0 h 2047"/>
              <a:gd name="T2" fmla="*/ 1881 w 2449"/>
              <a:gd name="T3" fmla="*/ 0 h 2047"/>
              <a:gd name="T4" fmla="*/ 2362 w 2449"/>
              <a:gd name="T5" fmla="*/ 935 h 2047"/>
              <a:gd name="T6" fmla="*/ 1799 w 2449"/>
              <a:gd name="T7" fmla="*/ 935 h 2047"/>
              <a:gd name="T8" fmla="*/ 1238 w 2449"/>
              <a:gd name="T9" fmla="*/ 935 h 2047"/>
              <a:gd name="T10" fmla="*/ 968 w 2449"/>
              <a:gd name="T11" fmla="*/ 412 h 2047"/>
              <a:gd name="T12" fmla="*/ 447 w 2449"/>
              <a:gd name="T13" fmla="*/ 412 h 2047"/>
              <a:gd name="T14" fmla="*/ 563 w 2449"/>
              <a:gd name="T15" fmla="*/ 632 h 2047"/>
              <a:gd name="T16" fmla="*/ 518 w 2449"/>
              <a:gd name="T17" fmla="*/ 632 h 2047"/>
              <a:gd name="T18" fmla="*/ 677 w 2449"/>
              <a:gd name="T19" fmla="*/ 935 h 2047"/>
              <a:gd name="T20" fmla="*/ 0 w 2449"/>
              <a:gd name="T21" fmla="*/ 935 h 2047"/>
              <a:gd name="T22" fmla="*/ 0 w 2449"/>
              <a:gd name="T23" fmla="*/ 1025 h 2047"/>
              <a:gd name="T24" fmla="*/ 0 w 2449"/>
              <a:gd name="T25" fmla="*/ 1415 h 2047"/>
              <a:gd name="T26" fmla="*/ 563 w 2449"/>
              <a:gd name="T27" fmla="*/ 1415 h 2047"/>
              <a:gd name="T28" fmla="*/ 447 w 2449"/>
              <a:gd name="T29" fmla="*/ 1638 h 2047"/>
              <a:gd name="T30" fmla="*/ 1010 w 2449"/>
              <a:gd name="T31" fmla="*/ 1638 h 2047"/>
              <a:gd name="T32" fmla="*/ 901 w 2449"/>
              <a:gd name="T33" fmla="*/ 1849 h 2047"/>
              <a:gd name="T34" fmla="*/ 1465 w 2449"/>
              <a:gd name="T35" fmla="*/ 1849 h 2047"/>
              <a:gd name="T36" fmla="*/ 1361 w 2449"/>
              <a:gd name="T37" fmla="*/ 2047 h 2047"/>
              <a:gd name="T38" fmla="*/ 1924 w 2449"/>
              <a:gd name="T39" fmla="*/ 2047 h 2047"/>
              <a:gd name="T40" fmla="*/ 2449 w 2449"/>
              <a:gd name="T41" fmla="*/ 1025 h 2047"/>
              <a:gd name="T42" fmla="*/ 1924 w 2449"/>
              <a:gd name="T43" fmla="*/ 0 h 20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49" h="2047">
                <a:moveTo>
                  <a:pt x="1924" y="0"/>
                </a:moveTo>
                <a:lnTo>
                  <a:pt x="1881" y="0"/>
                </a:lnTo>
                <a:lnTo>
                  <a:pt x="2362" y="935"/>
                </a:lnTo>
                <a:lnTo>
                  <a:pt x="1799" y="935"/>
                </a:lnTo>
                <a:lnTo>
                  <a:pt x="1238" y="935"/>
                </a:lnTo>
                <a:lnTo>
                  <a:pt x="968" y="412"/>
                </a:lnTo>
                <a:lnTo>
                  <a:pt x="447" y="412"/>
                </a:lnTo>
                <a:lnTo>
                  <a:pt x="563" y="632"/>
                </a:lnTo>
                <a:lnTo>
                  <a:pt x="518" y="632"/>
                </a:lnTo>
                <a:lnTo>
                  <a:pt x="677" y="935"/>
                </a:lnTo>
                <a:lnTo>
                  <a:pt x="0" y="935"/>
                </a:lnTo>
                <a:lnTo>
                  <a:pt x="0" y="1025"/>
                </a:lnTo>
                <a:lnTo>
                  <a:pt x="0" y="1415"/>
                </a:lnTo>
                <a:lnTo>
                  <a:pt x="563" y="1415"/>
                </a:lnTo>
                <a:lnTo>
                  <a:pt x="447" y="1638"/>
                </a:lnTo>
                <a:lnTo>
                  <a:pt x="1010" y="1638"/>
                </a:lnTo>
                <a:lnTo>
                  <a:pt x="901" y="1849"/>
                </a:lnTo>
                <a:lnTo>
                  <a:pt x="1465" y="1849"/>
                </a:lnTo>
                <a:lnTo>
                  <a:pt x="1361" y="2047"/>
                </a:lnTo>
                <a:lnTo>
                  <a:pt x="1924" y="2047"/>
                </a:lnTo>
                <a:lnTo>
                  <a:pt x="2449" y="1025"/>
                </a:lnTo>
                <a:lnTo>
                  <a:pt x="1924" y="0"/>
                </a:lnTo>
                <a:close/>
              </a:path>
            </a:pathLst>
          </a:custGeom>
          <a:solidFill>
            <a:srgbClr val="A5B2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 name="Freeform 8"/>
          <p:cNvSpPr>
            <a:spLocks/>
          </p:cNvSpPr>
          <p:nvPr/>
        </p:nvSpPr>
        <p:spPr bwMode="auto">
          <a:xfrm>
            <a:off x="7279743" y="1600155"/>
            <a:ext cx="4803508" cy="4015019"/>
          </a:xfrm>
          <a:custGeom>
            <a:avLst/>
            <a:gdLst>
              <a:gd name="T0" fmla="*/ 1924 w 2449"/>
              <a:gd name="T1" fmla="*/ 0 h 2047"/>
              <a:gd name="T2" fmla="*/ 1881 w 2449"/>
              <a:gd name="T3" fmla="*/ 0 h 2047"/>
              <a:gd name="T4" fmla="*/ 2362 w 2449"/>
              <a:gd name="T5" fmla="*/ 935 h 2047"/>
              <a:gd name="T6" fmla="*/ 1799 w 2449"/>
              <a:gd name="T7" fmla="*/ 935 h 2047"/>
              <a:gd name="T8" fmla="*/ 1238 w 2449"/>
              <a:gd name="T9" fmla="*/ 935 h 2047"/>
              <a:gd name="T10" fmla="*/ 968 w 2449"/>
              <a:gd name="T11" fmla="*/ 412 h 2047"/>
              <a:gd name="T12" fmla="*/ 447 w 2449"/>
              <a:gd name="T13" fmla="*/ 412 h 2047"/>
              <a:gd name="T14" fmla="*/ 563 w 2449"/>
              <a:gd name="T15" fmla="*/ 632 h 2047"/>
              <a:gd name="T16" fmla="*/ 518 w 2449"/>
              <a:gd name="T17" fmla="*/ 632 h 2047"/>
              <a:gd name="T18" fmla="*/ 677 w 2449"/>
              <a:gd name="T19" fmla="*/ 935 h 2047"/>
              <a:gd name="T20" fmla="*/ 0 w 2449"/>
              <a:gd name="T21" fmla="*/ 935 h 2047"/>
              <a:gd name="T22" fmla="*/ 0 w 2449"/>
              <a:gd name="T23" fmla="*/ 1025 h 2047"/>
              <a:gd name="T24" fmla="*/ 0 w 2449"/>
              <a:gd name="T25" fmla="*/ 1415 h 2047"/>
              <a:gd name="T26" fmla="*/ 563 w 2449"/>
              <a:gd name="T27" fmla="*/ 1415 h 2047"/>
              <a:gd name="T28" fmla="*/ 447 w 2449"/>
              <a:gd name="T29" fmla="*/ 1638 h 2047"/>
              <a:gd name="T30" fmla="*/ 1010 w 2449"/>
              <a:gd name="T31" fmla="*/ 1638 h 2047"/>
              <a:gd name="T32" fmla="*/ 901 w 2449"/>
              <a:gd name="T33" fmla="*/ 1849 h 2047"/>
              <a:gd name="T34" fmla="*/ 1465 w 2449"/>
              <a:gd name="T35" fmla="*/ 1849 h 2047"/>
              <a:gd name="T36" fmla="*/ 1361 w 2449"/>
              <a:gd name="T37" fmla="*/ 2047 h 2047"/>
              <a:gd name="T38" fmla="*/ 1924 w 2449"/>
              <a:gd name="T39" fmla="*/ 2047 h 2047"/>
              <a:gd name="T40" fmla="*/ 2449 w 2449"/>
              <a:gd name="T41" fmla="*/ 1025 h 2047"/>
              <a:gd name="T42" fmla="*/ 1924 w 2449"/>
              <a:gd name="T43" fmla="*/ 0 h 20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49" h="2047">
                <a:moveTo>
                  <a:pt x="1924" y="0"/>
                </a:moveTo>
                <a:lnTo>
                  <a:pt x="1881" y="0"/>
                </a:lnTo>
                <a:lnTo>
                  <a:pt x="2362" y="935"/>
                </a:lnTo>
                <a:lnTo>
                  <a:pt x="1799" y="935"/>
                </a:lnTo>
                <a:lnTo>
                  <a:pt x="1238" y="935"/>
                </a:lnTo>
                <a:lnTo>
                  <a:pt x="968" y="412"/>
                </a:lnTo>
                <a:lnTo>
                  <a:pt x="447" y="412"/>
                </a:lnTo>
                <a:lnTo>
                  <a:pt x="563" y="632"/>
                </a:lnTo>
                <a:lnTo>
                  <a:pt x="518" y="632"/>
                </a:lnTo>
                <a:lnTo>
                  <a:pt x="677" y="935"/>
                </a:lnTo>
                <a:lnTo>
                  <a:pt x="0" y="935"/>
                </a:lnTo>
                <a:lnTo>
                  <a:pt x="0" y="1025"/>
                </a:lnTo>
                <a:lnTo>
                  <a:pt x="0" y="1415"/>
                </a:lnTo>
                <a:lnTo>
                  <a:pt x="563" y="1415"/>
                </a:lnTo>
                <a:lnTo>
                  <a:pt x="447" y="1638"/>
                </a:lnTo>
                <a:lnTo>
                  <a:pt x="1010" y="1638"/>
                </a:lnTo>
                <a:lnTo>
                  <a:pt x="901" y="1849"/>
                </a:lnTo>
                <a:lnTo>
                  <a:pt x="1465" y="1849"/>
                </a:lnTo>
                <a:lnTo>
                  <a:pt x="1361" y="2047"/>
                </a:lnTo>
                <a:lnTo>
                  <a:pt x="1924" y="2047"/>
                </a:lnTo>
                <a:lnTo>
                  <a:pt x="2449" y="1025"/>
                </a:lnTo>
                <a:lnTo>
                  <a:pt x="19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 name="Freeform 9"/>
          <p:cNvSpPr>
            <a:spLocks/>
          </p:cNvSpPr>
          <p:nvPr/>
        </p:nvSpPr>
        <p:spPr bwMode="auto">
          <a:xfrm>
            <a:off x="9776626" y="1427550"/>
            <a:ext cx="2135982" cy="2006529"/>
          </a:xfrm>
          <a:custGeom>
            <a:avLst/>
            <a:gdLst>
              <a:gd name="T0" fmla="*/ 0 w 1089"/>
              <a:gd name="T1" fmla="*/ 0 h 1023"/>
              <a:gd name="T2" fmla="*/ 561 w 1089"/>
              <a:gd name="T3" fmla="*/ 0 h 1023"/>
              <a:gd name="T4" fmla="*/ 1089 w 1089"/>
              <a:gd name="T5" fmla="*/ 1023 h 1023"/>
              <a:gd name="T6" fmla="*/ 526 w 1089"/>
              <a:gd name="T7" fmla="*/ 1023 h 1023"/>
              <a:gd name="T8" fmla="*/ 0 w 1089"/>
              <a:gd name="T9" fmla="*/ 0 h 1023"/>
            </a:gdLst>
            <a:ahLst/>
            <a:cxnLst>
              <a:cxn ang="0">
                <a:pos x="T0" y="T1"/>
              </a:cxn>
              <a:cxn ang="0">
                <a:pos x="T2" y="T3"/>
              </a:cxn>
              <a:cxn ang="0">
                <a:pos x="T4" y="T5"/>
              </a:cxn>
              <a:cxn ang="0">
                <a:pos x="T6" y="T7"/>
              </a:cxn>
              <a:cxn ang="0">
                <a:pos x="T8" y="T9"/>
              </a:cxn>
            </a:cxnLst>
            <a:rect l="0" t="0" r="r" b="b"/>
            <a:pathLst>
              <a:path w="1089" h="1023">
                <a:moveTo>
                  <a:pt x="0" y="0"/>
                </a:moveTo>
                <a:lnTo>
                  <a:pt x="561" y="0"/>
                </a:lnTo>
                <a:lnTo>
                  <a:pt x="1089" y="1023"/>
                </a:lnTo>
                <a:lnTo>
                  <a:pt x="526" y="1023"/>
                </a:lnTo>
                <a:lnTo>
                  <a:pt x="0" y="0"/>
                </a:lnTo>
                <a:close/>
              </a:path>
            </a:pathLst>
          </a:custGeom>
          <a:solidFill>
            <a:srgbClr val="F6AC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 name="Freeform 10"/>
          <p:cNvSpPr>
            <a:spLocks/>
          </p:cNvSpPr>
          <p:nvPr/>
        </p:nvSpPr>
        <p:spPr bwMode="auto">
          <a:xfrm>
            <a:off x="9776626" y="1427550"/>
            <a:ext cx="2135982" cy="2006529"/>
          </a:xfrm>
          <a:custGeom>
            <a:avLst/>
            <a:gdLst>
              <a:gd name="T0" fmla="*/ 0 w 1089"/>
              <a:gd name="T1" fmla="*/ 0 h 1023"/>
              <a:gd name="T2" fmla="*/ 561 w 1089"/>
              <a:gd name="T3" fmla="*/ 0 h 1023"/>
              <a:gd name="T4" fmla="*/ 1089 w 1089"/>
              <a:gd name="T5" fmla="*/ 1023 h 1023"/>
              <a:gd name="T6" fmla="*/ 526 w 1089"/>
              <a:gd name="T7" fmla="*/ 1023 h 1023"/>
              <a:gd name="T8" fmla="*/ 0 w 1089"/>
              <a:gd name="T9" fmla="*/ 0 h 1023"/>
            </a:gdLst>
            <a:ahLst/>
            <a:cxnLst>
              <a:cxn ang="0">
                <a:pos x="T0" y="T1"/>
              </a:cxn>
              <a:cxn ang="0">
                <a:pos x="T2" y="T3"/>
              </a:cxn>
              <a:cxn ang="0">
                <a:pos x="T4" y="T5"/>
              </a:cxn>
              <a:cxn ang="0">
                <a:pos x="T6" y="T7"/>
              </a:cxn>
              <a:cxn ang="0">
                <a:pos x="T8" y="T9"/>
              </a:cxn>
            </a:cxnLst>
            <a:rect l="0" t="0" r="r" b="b"/>
            <a:pathLst>
              <a:path w="1089" h="1023">
                <a:moveTo>
                  <a:pt x="0" y="0"/>
                </a:moveTo>
                <a:lnTo>
                  <a:pt x="561" y="0"/>
                </a:lnTo>
                <a:lnTo>
                  <a:pt x="1089" y="1023"/>
                </a:lnTo>
                <a:lnTo>
                  <a:pt x="526" y="1023"/>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 name="Freeform 11"/>
          <p:cNvSpPr>
            <a:spLocks/>
          </p:cNvSpPr>
          <p:nvPr/>
        </p:nvSpPr>
        <p:spPr bwMode="auto">
          <a:xfrm>
            <a:off x="9776626" y="3434079"/>
            <a:ext cx="2135982" cy="2010452"/>
          </a:xfrm>
          <a:custGeom>
            <a:avLst/>
            <a:gdLst>
              <a:gd name="T0" fmla="*/ 0 w 1089"/>
              <a:gd name="T1" fmla="*/ 1025 h 1025"/>
              <a:gd name="T2" fmla="*/ 561 w 1089"/>
              <a:gd name="T3" fmla="*/ 1025 h 1025"/>
              <a:gd name="T4" fmla="*/ 1089 w 1089"/>
              <a:gd name="T5" fmla="*/ 0 h 1025"/>
              <a:gd name="T6" fmla="*/ 526 w 1089"/>
              <a:gd name="T7" fmla="*/ 0 h 1025"/>
              <a:gd name="T8" fmla="*/ 0 w 1089"/>
              <a:gd name="T9" fmla="*/ 1025 h 1025"/>
            </a:gdLst>
            <a:ahLst/>
            <a:cxnLst>
              <a:cxn ang="0">
                <a:pos x="T0" y="T1"/>
              </a:cxn>
              <a:cxn ang="0">
                <a:pos x="T2" y="T3"/>
              </a:cxn>
              <a:cxn ang="0">
                <a:pos x="T4" y="T5"/>
              </a:cxn>
              <a:cxn ang="0">
                <a:pos x="T6" y="T7"/>
              </a:cxn>
              <a:cxn ang="0">
                <a:pos x="T8" y="T9"/>
              </a:cxn>
            </a:cxnLst>
            <a:rect l="0" t="0" r="r" b="b"/>
            <a:pathLst>
              <a:path w="1089" h="1025">
                <a:moveTo>
                  <a:pt x="0" y="1025"/>
                </a:moveTo>
                <a:lnTo>
                  <a:pt x="561" y="1025"/>
                </a:lnTo>
                <a:lnTo>
                  <a:pt x="1089" y="0"/>
                </a:lnTo>
                <a:lnTo>
                  <a:pt x="526" y="0"/>
                </a:lnTo>
                <a:lnTo>
                  <a:pt x="0" y="1025"/>
                </a:lnTo>
                <a:close/>
              </a:path>
            </a:pathLst>
          </a:custGeom>
          <a:solidFill>
            <a:srgbClr val="F49C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 name="Freeform 12"/>
          <p:cNvSpPr>
            <a:spLocks/>
          </p:cNvSpPr>
          <p:nvPr/>
        </p:nvSpPr>
        <p:spPr bwMode="auto">
          <a:xfrm>
            <a:off x="8876336" y="1821795"/>
            <a:ext cx="1931995" cy="1612284"/>
          </a:xfrm>
          <a:custGeom>
            <a:avLst/>
            <a:gdLst>
              <a:gd name="T0" fmla="*/ 0 w 985"/>
              <a:gd name="T1" fmla="*/ 0 h 822"/>
              <a:gd name="T2" fmla="*/ 561 w 985"/>
              <a:gd name="T3" fmla="*/ 0 h 822"/>
              <a:gd name="T4" fmla="*/ 985 w 985"/>
              <a:gd name="T5" fmla="*/ 822 h 822"/>
              <a:gd name="T6" fmla="*/ 424 w 985"/>
              <a:gd name="T7" fmla="*/ 822 h 822"/>
              <a:gd name="T8" fmla="*/ 0 w 985"/>
              <a:gd name="T9" fmla="*/ 0 h 822"/>
            </a:gdLst>
            <a:ahLst/>
            <a:cxnLst>
              <a:cxn ang="0">
                <a:pos x="T0" y="T1"/>
              </a:cxn>
              <a:cxn ang="0">
                <a:pos x="T2" y="T3"/>
              </a:cxn>
              <a:cxn ang="0">
                <a:pos x="T4" y="T5"/>
              </a:cxn>
              <a:cxn ang="0">
                <a:pos x="T6" y="T7"/>
              </a:cxn>
              <a:cxn ang="0">
                <a:pos x="T8" y="T9"/>
              </a:cxn>
            </a:cxnLst>
            <a:rect l="0" t="0" r="r" b="b"/>
            <a:pathLst>
              <a:path w="985" h="822">
                <a:moveTo>
                  <a:pt x="0" y="0"/>
                </a:moveTo>
                <a:lnTo>
                  <a:pt x="561" y="0"/>
                </a:lnTo>
                <a:lnTo>
                  <a:pt x="985" y="822"/>
                </a:lnTo>
                <a:lnTo>
                  <a:pt x="424" y="822"/>
                </a:lnTo>
                <a:lnTo>
                  <a:pt x="0" y="0"/>
                </a:lnTo>
                <a:close/>
              </a:path>
            </a:pathLst>
          </a:custGeom>
          <a:solidFill>
            <a:srgbClr val="F369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 name="Freeform 13"/>
          <p:cNvSpPr>
            <a:spLocks/>
          </p:cNvSpPr>
          <p:nvPr/>
        </p:nvSpPr>
        <p:spPr bwMode="auto">
          <a:xfrm>
            <a:off x="8876336" y="1821795"/>
            <a:ext cx="1931995" cy="1612284"/>
          </a:xfrm>
          <a:custGeom>
            <a:avLst/>
            <a:gdLst>
              <a:gd name="T0" fmla="*/ 0 w 985"/>
              <a:gd name="T1" fmla="*/ 0 h 822"/>
              <a:gd name="T2" fmla="*/ 561 w 985"/>
              <a:gd name="T3" fmla="*/ 0 h 822"/>
              <a:gd name="T4" fmla="*/ 985 w 985"/>
              <a:gd name="T5" fmla="*/ 822 h 822"/>
              <a:gd name="T6" fmla="*/ 424 w 985"/>
              <a:gd name="T7" fmla="*/ 822 h 822"/>
              <a:gd name="T8" fmla="*/ 0 w 985"/>
              <a:gd name="T9" fmla="*/ 0 h 822"/>
            </a:gdLst>
            <a:ahLst/>
            <a:cxnLst>
              <a:cxn ang="0">
                <a:pos x="T0" y="T1"/>
              </a:cxn>
              <a:cxn ang="0">
                <a:pos x="T2" y="T3"/>
              </a:cxn>
              <a:cxn ang="0">
                <a:pos x="T4" y="T5"/>
              </a:cxn>
              <a:cxn ang="0">
                <a:pos x="T6" y="T7"/>
              </a:cxn>
              <a:cxn ang="0">
                <a:pos x="T8" y="T9"/>
              </a:cxn>
            </a:cxnLst>
            <a:rect l="0" t="0" r="r" b="b"/>
            <a:pathLst>
              <a:path w="985" h="822">
                <a:moveTo>
                  <a:pt x="0" y="0"/>
                </a:moveTo>
                <a:lnTo>
                  <a:pt x="561" y="0"/>
                </a:lnTo>
                <a:lnTo>
                  <a:pt x="985" y="822"/>
                </a:lnTo>
                <a:lnTo>
                  <a:pt x="424" y="822"/>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 name="Freeform 14"/>
          <p:cNvSpPr>
            <a:spLocks/>
          </p:cNvSpPr>
          <p:nvPr/>
        </p:nvSpPr>
        <p:spPr bwMode="auto">
          <a:xfrm>
            <a:off x="8876336" y="3434079"/>
            <a:ext cx="1931995" cy="1616207"/>
          </a:xfrm>
          <a:custGeom>
            <a:avLst/>
            <a:gdLst>
              <a:gd name="T0" fmla="*/ 0 w 985"/>
              <a:gd name="T1" fmla="*/ 824 h 824"/>
              <a:gd name="T2" fmla="*/ 561 w 985"/>
              <a:gd name="T3" fmla="*/ 824 h 824"/>
              <a:gd name="T4" fmla="*/ 985 w 985"/>
              <a:gd name="T5" fmla="*/ 0 h 824"/>
              <a:gd name="T6" fmla="*/ 424 w 985"/>
              <a:gd name="T7" fmla="*/ 0 h 824"/>
              <a:gd name="T8" fmla="*/ 0 w 985"/>
              <a:gd name="T9" fmla="*/ 824 h 824"/>
            </a:gdLst>
            <a:ahLst/>
            <a:cxnLst>
              <a:cxn ang="0">
                <a:pos x="T0" y="T1"/>
              </a:cxn>
              <a:cxn ang="0">
                <a:pos x="T2" y="T3"/>
              </a:cxn>
              <a:cxn ang="0">
                <a:pos x="T4" y="T5"/>
              </a:cxn>
              <a:cxn ang="0">
                <a:pos x="T6" y="T7"/>
              </a:cxn>
              <a:cxn ang="0">
                <a:pos x="T8" y="T9"/>
              </a:cxn>
            </a:cxnLst>
            <a:rect l="0" t="0" r="r" b="b"/>
            <a:pathLst>
              <a:path w="985" h="824">
                <a:moveTo>
                  <a:pt x="0" y="824"/>
                </a:moveTo>
                <a:lnTo>
                  <a:pt x="561" y="824"/>
                </a:lnTo>
                <a:lnTo>
                  <a:pt x="985" y="0"/>
                </a:lnTo>
                <a:lnTo>
                  <a:pt x="424" y="0"/>
                </a:lnTo>
                <a:lnTo>
                  <a:pt x="0" y="824"/>
                </a:lnTo>
                <a:close/>
              </a:path>
            </a:pathLst>
          </a:custGeom>
          <a:solidFill>
            <a:srgbClr val="F046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 name="Freeform 15"/>
          <p:cNvSpPr>
            <a:spLocks/>
          </p:cNvSpPr>
          <p:nvPr/>
        </p:nvSpPr>
        <p:spPr bwMode="auto">
          <a:xfrm>
            <a:off x="7983892" y="2231731"/>
            <a:ext cx="1724085" cy="1202348"/>
          </a:xfrm>
          <a:custGeom>
            <a:avLst/>
            <a:gdLst>
              <a:gd name="T0" fmla="*/ 0 w 879"/>
              <a:gd name="T1" fmla="*/ 0 h 613"/>
              <a:gd name="T2" fmla="*/ 564 w 879"/>
              <a:gd name="T3" fmla="*/ 0 h 613"/>
              <a:gd name="T4" fmla="*/ 879 w 879"/>
              <a:gd name="T5" fmla="*/ 613 h 613"/>
              <a:gd name="T6" fmla="*/ 318 w 879"/>
              <a:gd name="T7" fmla="*/ 613 h 613"/>
              <a:gd name="T8" fmla="*/ 0 w 879"/>
              <a:gd name="T9" fmla="*/ 0 h 613"/>
            </a:gdLst>
            <a:ahLst/>
            <a:cxnLst>
              <a:cxn ang="0">
                <a:pos x="T0" y="T1"/>
              </a:cxn>
              <a:cxn ang="0">
                <a:pos x="T2" y="T3"/>
              </a:cxn>
              <a:cxn ang="0">
                <a:pos x="T4" y="T5"/>
              </a:cxn>
              <a:cxn ang="0">
                <a:pos x="T6" y="T7"/>
              </a:cxn>
              <a:cxn ang="0">
                <a:pos x="T8" y="T9"/>
              </a:cxn>
            </a:cxnLst>
            <a:rect l="0" t="0" r="r" b="b"/>
            <a:pathLst>
              <a:path w="879" h="613">
                <a:moveTo>
                  <a:pt x="0" y="0"/>
                </a:moveTo>
                <a:lnTo>
                  <a:pt x="564" y="0"/>
                </a:lnTo>
                <a:lnTo>
                  <a:pt x="879" y="613"/>
                </a:lnTo>
                <a:lnTo>
                  <a:pt x="318" y="61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 name="Freeform 16"/>
          <p:cNvSpPr>
            <a:spLocks/>
          </p:cNvSpPr>
          <p:nvPr/>
        </p:nvSpPr>
        <p:spPr bwMode="auto">
          <a:xfrm>
            <a:off x="7983892" y="3434079"/>
            <a:ext cx="1724085" cy="1206271"/>
          </a:xfrm>
          <a:custGeom>
            <a:avLst/>
            <a:gdLst>
              <a:gd name="T0" fmla="*/ 0 w 879"/>
              <a:gd name="T1" fmla="*/ 615 h 615"/>
              <a:gd name="T2" fmla="*/ 564 w 879"/>
              <a:gd name="T3" fmla="*/ 615 h 615"/>
              <a:gd name="T4" fmla="*/ 879 w 879"/>
              <a:gd name="T5" fmla="*/ 0 h 615"/>
              <a:gd name="T6" fmla="*/ 318 w 879"/>
              <a:gd name="T7" fmla="*/ 0 h 615"/>
              <a:gd name="T8" fmla="*/ 0 w 879"/>
              <a:gd name="T9" fmla="*/ 615 h 615"/>
            </a:gdLst>
            <a:ahLst/>
            <a:cxnLst>
              <a:cxn ang="0">
                <a:pos x="T0" y="T1"/>
              </a:cxn>
              <a:cxn ang="0">
                <a:pos x="T2" y="T3"/>
              </a:cxn>
              <a:cxn ang="0">
                <a:pos x="T4" y="T5"/>
              </a:cxn>
              <a:cxn ang="0">
                <a:pos x="T6" y="T7"/>
              </a:cxn>
              <a:cxn ang="0">
                <a:pos x="T8" y="T9"/>
              </a:cxn>
            </a:cxnLst>
            <a:rect l="0" t="0" r="r" b="b"/>
            <a:pathLst>
              <a:path w="879" h="615">
                <a:moveTo>
                  <a:pt x="0" y="615"/>
                </a:moveTo>
                <a:lnTo>
                  <a:pt x="564" y="615"/>
                </a:lnTo>
                <a:lnTo>
                  <a:pt x="879" y="0"/>
                </a:lnTo>
                <a:lnTo>
                  <a:pt x="318" y="0"/>
                </a:lnTo>
                <a:lnTo>
                  <a:pt x="0" y="615"/>
                </a:lnTo>
                <a:close/>
              </a:path>
            </a:pathLst>
          </a:cu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 name="Freeform 17"/>
          <p:cNvSpPr>
            <a:spLocks/>
          </p:cNvSpPr>
          <p:nvPr/>
        </p:nvSpPr>
        <p:spPr bwMode="auto">
          <a:xfrm>
            <a:off x="7107139" y="2667165"/>
            <a:ext cx="1500484" cy="766914"/>
          </a:xfrm>
          <a:custGeom>
            <a:avLst/>
            <a:gdLst>
              <a:gd name="T0" fmla="*/ 0 w 765"/>
              <a:gd name="T1" fmla="*/ 0 h 391"/>
              <a:gd name="T2" fmla="*/ 561 w 765"/>
              <a:gd name="T3" fmla="*/ 0 h 391"/>
              <a:gd name="T4" fmla="*/ 765 w 765"/>
              <a:gd name="T5" fmla="*/ 391 h 391"/>
              <a:gd name="T6" fmla="*/ 0 w 765"/>
              <a:gd name="T7" fmla="*/ 391 h 391"/>
              <a:gd name="T8" fmla="*/ 0 w 765"/>
              <a:gd name="T9" fmla="*/ 0 h 391"/>
            </a:gdLst>
            <a:ahLst/>
            <a:cxnLst>
              <a:cxn ang="0">
                <a:pos x="T0" y="T1"/>
              </a:cxn>
              <a:cxn ang="0">
                <a:pos x="T2" y="T3"/>
              </a:cxn>
              <a:cxn ang="0">
                <a:pos x="T4" y="T5"/>
              </a:cxn>
              <a:cxn ang="0">
                <a:pos x="T6" y="T7"/>
              </a:cxn>
              <a:cxn ang="0">
                <a:pos x="T8" y="T9"/>
              </a:cxn>
            </a:cxnLst>
            <a:rect l="0" t="0" r="r" b="b"/>
            <a:pathLst>
              <a:path w="765" h="391">
                <a:moveTo>
                  <a:pt x="0" y="0"/>
                </a:moveTo>
                <a:lnTo>
                  <a:pt x="561" y="0"/>
                </a:lnTo>
                <a:lnTo>
                  <a:pt x="765" y="391"/>
                </a:lnTo>
                <a:lnTo>
                  <a:pt x="0" y="391"/>
                </a:lnTo>
                <a:lnTo>
                  <a:pt x="0" y="0"/>
                </a:lnTo>
                <a:close/>
              </a:path>
            </a:pathLst>
          </a:custGeom>
          <a:solidFill>
            <a:srgbClr val="4BAE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 name="Freeform 18"/>
          <p:cNvSpPr>
            <a:spLocks/>
          </p:cNvSpPr>
          <p:nvPr/>
        </p:nvSpPr>
        <p:spPr bwMode="auto">
          <a:xfrm>
            <a:off x="7107139" y="2667165"/>
            <a:ext cx="1500484" cy="766914"/>
          </a:xfrm>
          <a:custGeom>
            <a:avLst/>
            <a:gdLst>
              <a:gd name="T0" fmla="*/ 0 w 765"/>
              <a:gd name="T1" fmla="*/ 0 h 391"/>
              <a:gd name="T2" fmla="*/ 561 w 765"/>
              <a:gd name="T3" fmla="*/ 0 h 391"/>
              <a:gd name="T4" fmla="*/ 765 w 765"/>
              <a:gd name="T5" fmla="*/ 391 h 391"/>
              <a:gd name="T6" fmla="*/ 0 w 765"/>
              <a:gd name="T7" fmla="*/ 391 h 391"/>
              <a:gd name="T8" fmla="*/ 0 w 765"/>
              <a:gd name="T9" fmla="*/ 0 h 391"/>
            </a:gdLst>
            <a:ahLst/>
            <a:cxnLst>
              <a:cxn ang="0">
                <a:pos x="T0" y="T1"/>
              </a:cxn>
              <a:cxn ang="0">
                <a:pos x="T2" y="T3"/>
              </a:cxn>
              <a:cxn ang="0">
                <a:pos x="T4" y="T5"/>
              </a:cxn>
              <a:cxn ang="0">
                <a:pos x="T6" y="T7"/>
              </a:cxn>
              <a:cxn ang="0">
                <a:pos x="T8" y="T9"/>
              </a:cxn>
            </a:cxnLst>
            <a:rect l="0" t="0" r="r" b="b"/>
            <a:pathLst>
              <a:path w="765" h="391">
                <a:moveTo>
                  <a:pt x="0" y="0"/>
                </a:moveTo>
                <a:lnTo>
                  <a:pt x="561" y="0"/>
                </a:lnTo>
                <a:lnTo>
                  <a:pt x="765" y="391"/>
                </a:lnTo>
                <a:lnTo>
                  <a:pt x="0" y="391"/>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 name="Freeform 19"/>
          <p:cNvSpPr>
            <a:spLocks/>
          </p:cNvSpPr>
          <p:nvPr/>
        </p:nvSpPr>
        <p:spPr bwMode="auto">
          <a:xfrm>
            <a:off x="7107139" y="3434079"/>
            <a:ext cx="1500484" cy="770837"/>
          </a:xfrm>
          <a:custGeom>
            <a:avLst/>
            <a:gdLst>
              <a:gd name="T0" fmla="*/ 0 w 765"/>
              <a:gd name="T1" fmla="*/ 393 h 393"/>
              <a:gd name="T2" fmla="*/ 561 w 765"/>
              <a:gd name="T3" fmla="*/ 393 h 393"/>
              <a:gd name="T4" fmla="*/ 765 w 765"/>
              <a:gd name="T5" fmla="*/ 0 h 393"/>
              <a:gd name="T6" fmla="*/ 0 w 765"/>
              <a:gd name="T7" fmla="*/ 0 h 393"/>
              <a:gd name="T8" fmla="*/ 0 w 765"/>
              <a:gd name="T9" fmla="*/ 393 h 393"/>
            </a:gdLst>
            <a:ahLst/>
            <a:cxnLst>
              <a:cxn ang="0">
                <a:pos x="T0" y="T1"/>
              </a:cxn>
              <a:cxn ang="0">
                <a:pos x="T2" y="T3"/>
              </a:cxn>
              <a:cxn ang="0">
                <a:pos x="T4" y="T5"/>
              </a:cxn>
              <a:cxn ang="0">
                <a:pos x="T6" y="T7"/>
              </a:cxn>
              <a:cxn ang="0">
                <a:pos x="T8" y="T9"/>
              </a:cxn>
            </a:cxnLst>
            <a:rect l="0" t="0" r="r" b="b"/>
            <a:pathLst>
              <a:path w="765" h="393">
                <a:moveTo>
                  <a:pt x="0" y="393"/>
                </a:moveTo>
                <a:lnTo>
                  <a:pt x="561" y="393"/>
                </a:lnTo>
                <a:lnTo>
                  <a:pt x="765" y="0"/>
                </a:lnTo>
                <a:lnTo>
                  <a:pt x="0" y="0"/>
                </a:lnTo>
                <a:lnTo>
                  <a:pt x="0" y="393"/>
                </a:lnTo>
                <a:close/>
              </a:path>
            </a:pathLst>
          </a:custGeom>
          <a:solidFill>
            <a:srgbClr val="2AA1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 name="Rectangle 20"/>
          <p:cNvSpPr>
            <a:spLocks noChangeArrowheads="1"/>
          </p:cNvSpPr>
          <p:nvPr/>
        </p:nvSpPr>
        <p:spPr bwMode="auto">
          <a:xfrm>
            <a:off x="6098971" y="2667165"/>
            <a:ext cx="1008168" cy="1537750"/>
          </a:xfrm>
          <a:prstGeom prst="rect">
            <a:avLst/>
          </a:prstGeom>
          <a:solidFill>
            <a:srgbClr val="E6EAE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 name="Oval 21"/>
          <p:cNvSpPr>
            <a:spLocks noChangeArrowheads="1"/>
          </p:cNvSpPr>
          <p:nvPr/>
        </p:nvSpPr>
        <p:spPr bwMode="auto">
          <a:xfrm>
            <a:off x="10421931" y="5699514"/>
            <a:ext cx="190258" cy="190258"/>
          </a:xfrm>
          <a:prstGeom prst="ellipse">
            <a:avLst/>
          </a:prstGeom>
          <a:solidFill>
            <a:srgbClr val="EAA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 name="Freeform 22"/>
          <p:cNvSpPr>
            <a:spLocks/>
          </p:cNvSpPr>
          <p:nvPr/>
        </p:nvSpPr>
        <p:spPr bwMode="auto">
          <a:xfrm>
            <a:off x="9549102" y="5764241"/>
            <a:ext cx="876753" cy="356978"/>
          </a:xfrm>
          <a:custGeom>
            <a:avLst/>
            <a:gdLst>
              <a:gd name="T0" fmla="*/ 189 w 189"/>
              <a:gd name="T1" fmla="*/ 0 h 77"/>
              <a:gd name="T2" fmla="*/ 150 w 189"/>
              <a:gd name="T3" fmla="*/ 0 h 77"/>
              <a:gd name="T4" fmla="*/ 148 w 189"/>
              <a:gd name="T5" fmla="*/ 0 h 77"/>
              <a:gd name="T6" fmla="*/ 146 w 189"/>
              <a:gd name="T7" fmla="*/ 2 h 77"/>
              <a:gd name="T8" fmla="*/ 84 w 189"/>
              <a:gd name="T9" fmla="*/ 64 h 77"/>
              <a:gd name="T10" fmla="*/ 0 w 189"/>
              <a:gd name="T11" fmla="*/ 64 h 77"/>
              <a:gd name="T12" fmla="*/ 0 w 189"/>
              <a:gd name="T13" fmla="*/ 77 h 77"/>
              <a:gd name="T14" fmla="*/ 86 w 189"/>
              <a:gd name="T15" fmla="*/ 77 h 77"/>
              <a:gd name="T16" fmla="*/ 89 w 189"/>
              <a:gd name="T17" fmla="*/ 77 h 77"/>
              <a:gd name="T18" fmla="*/ 91 w 189"/>
              <a:gd name="T19" fmla="*/ 75 h 77"/>
              <a:gd name="T20" fmla="*/ 153 w 189"/>
              <a:gd name="T21" fmla="*/ 13 h 77"/>
              <a:gd name="T22" fmla="*/ 189 w 189"/>
              <a:gd name="T23" fmla="*/ 13 h 77"/>
              <a:gd name="T24" fmla="*/ 188 w 189"/>
              <a:gd name="T25" fmla="*/ 6 h 77"/>
              <a:gd name="T26" fmla="*/ 189 w 189"/>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9" h="77">
                <a:moveTo>
                  <a:pt x="189" y="0"/>
                </a:moveTo>
                <a:cubicBezTo>
                  <a:pt x="150" y="0"/>
                  <a:pt x="150" y="0"/>
                  <a:pt x="150" y="0"/>
                </a:cubicBezTo>
                <a:cubicBezTo>
                  <a:pt x="148" y="0"/>
                  <a:pt x="148" y="0"/>
                  <a:pt x="148" y="0"/>
                </a:cubicBezTo>
                <a:cubicBezTo>
                  <a:pt x="146" y="2"/>
                  <a:pt x="146" y="2"/>
                  <a:pt x="146" y="2"/>
                </a:cubicBezTo>
                <a:cubicBezTo>
                  <a:pt x="84" y="64"/>
                  <a:pt x="84" y="64"/>
                  <a:pt x="84" y="64"/>
                </a:cubicBezTo>
                <a:cubicBezTo>
                  <a:pt x="0" y="64"/>
                  <a:pt x="0" y="64"/>
                  <a:pt x="0" y="64"/>
                </a:cubicBezTo>
                <a:cubicBezTo>
                  <a:pt x="0" y="77"/>
                  <a:pt x="0" y="77"/>
                  <a:pt x="0" y="77"/>
                </a:cubicBezTo>
                <a:cubicBezTo>
                  <a:pt x="86" y="77"/>
                  <a:pt x="86" y="77"/>
                  <a:pt x="86" y="77"/>
                </a:cubicBezTo>
                <a:cubicBezTo>
                  <a:pt x="89" y="77"/>
                  <a:pt x="89" y="77"/>
                  <a:pt x="89" y="77"/>
                </a:cubicBezTo>
                <a:cubicBezTo>
                  <a:pt x="91" y="75"/>
                  <a:pt x="91" y="75"/>
                  <a:pt x="91" y="75"/>
                </a:cubicBezTo>
                <a:cubicBezTo>
                  <a:pt x="153" y="13"/>
                  <a:pt x="153" y="13"/>
                  <a:pt x="153" y="13"/>
                </a:cubicBezTo>
                <a:cubicBezTo>
                  <a:pt x="189" y="13"/>
                  <a:pt x="189" y="13"/>
                  <a:pt x="189" y="13"/>
                </a:cubicBezTo>
                <a:cubicBezTo>
                  <a:pt x="188" y="11"/>
                  <a:pt x="188" y="9"/>
                  <a:pt x="188" y="6"/>
                </a:cubicBezTo>
                <a:cubicBezTo>
                  <a:pt x="188" y="4"/>
                  <a:pt x="188" y="2"/>
                  <a:pt x="189" y="0"/>
                </a:cubicBezTo>
              </a:path>
            </a:pathLst>
          </a:custGeom>
          <a:solidFill>
            <a:srgbClr val="A5B2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 name="Freeform 23"/>
          <p:cNvSpPr>
            <a:spLocks/>
          </p:cNvSpPr>
          <p:nvPr/>
        </p:nvSpPr>
        <p:spPr bwMode="auto">
          <a:xfrm>
            <a:off x="10421931" y="5764241"/>
            <a:ext cx="92187" cy="60805"/>
          </a:xfrm>
          <a:custGeom>
            <a:avLst/>
            <a:gdLst>
              <a:gd name="T0" fmla="*/ 20 w 20"/>
              <a:gd name="T1" fmla="*/ 0 h 13"/>
              <a:gd name="T2" fmla="*/ 1 w 20"/>
              <a:gd name="T3" fmla="*/ 0 h 13"/>
              <a:gd name="T4" fmla="*/ 0 w 20"/>
              <a:gd name="T5" fmla="*/ 6 h 13"/>
              <a:gd name="T6" fmla="*/ 1 w 20"/>
              <a:gd name="T7" fmla="*/ 13 h 13"/>
              <a:gd name="T8" fmla="*/ 20 w 20"/>
              <a:gd name="T9" fmla="*/ 13 h 13"/>
              <a:gd name="T10" fmla="*/ 20 w 20"/>
              <a:gd name="T11" fmla="*/ 0 h 13"/>
            </a:gdLst>
            <a:ahLst/>
            <a:cxnLst>
              <a:cxn ang="0">
                <a:pos x="T0" y="T1"/>
              </a:cxn>
              <a:cxn ang="0">
                <a:pos x="T2" y="T3"/>
              </a:cxn>
              <a:cxn ang="0">
                <a:pos x="T4" y="T5"/>
              </a:cxn>
              <a:cxn ang="0">
                <a:pos x="T6" y="T7"/>
              </a:cxn>
              <a:cxn ang="0">
                <a:pos x="T8" y="T9"/>
              </a:cxn>
              <a:cxn ang="0">
                <a:pos x="T10" y="T11"/>
              </a:cxn>
            </a:cxnLst>
            <a:rect l="0" t="0" r="r" b="b"/>
            <a:pathLst>
              <a:path w="20" h="13">
                <a:moveTo>
                  <a:pt x="20" y="0"/>
                </a:moveTo>
                <a:cubicBezTo>
                  <a:pt x="1" y="0"/>
                  <a:pt x="1" y="0"/>
                  <a:pt x="1" y="0"/>
                </a:cubicBezTo>
                <a:cubicBezTo>
                  <a:pt x="0" y="2"/>
                  <a:pt x="0" y="4"/>
                  <a:pt x="0" y="6"/>
                </a:cubicBezTo>
                <a:cubicBezTo>
                  <a:pt x="0" y="9"/>
                  <a:pt x="0" y="11"/>
                  <a:pt x="1" y="13"/>
                </a:cubicBezTo>
                <a:cubicBezTo>
                  <a:pt x="20" y="13"/>
                  <a:pt x="20" y="13"/>
                  <a:pt x="20" y="13"/>
                </a:cubicBezTo>
                <a:cubicBezTo>
                  <a:pt x="20" y="0"/>
                  <a:pt x="20" y="0"/>
                  <a:pt x="20" y="0"/>
                </a:cubicBezTo>
              </a:path>
            </a:pathLst>
          </a:custGeom>
          <a:solidFill>
            <a:srgbClr val="BA89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 name="Oval 24"/>
          <p:cNvSpPr>
            <a:spLocks noChangeArrowheads="1"/>
          </p:cNvSpPr>
          <p:nvPr/>
        </p:nvSpPr>
        <p:spPr bwMode="auto">
          <a:xfrm>
            <a:off x="10472928" y="5750510"/>
            <a:ext cx="88264" cy="88264"/>
          </a:xfrm>
          <a:prstGeom prst="ellipse">
            <a:avLst/>
          </a:prstGeom>
          <a:solidFill>
            <a:srgbClr val="E6EA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 name="Oval 25"/>
          <p:cNvSpPr>
            <a:spLocks noChangeArrowheads="1"/>
          </p:cNvSpPr>
          <p:nvPr/>
        </p:nvSpPr>
        <p:spPr bwMode="auto">
          <a:xfrm>
            <a:off x="9507912" y="6052568"/>
            <a:ext cx="78457" cy="78457"/>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 name="Oval 26"/>
          <p:cNvSpPr>
            <a:spLocks noChangeArrowheads="1"/>
          </p:cNvSpPr>
          <p:nvPr/>
        </p:nvSpPr>
        <p:spPr bwMode="auto">
          <a:xfrm>
            <a:off x="8584085" y="4850221"/>
            <a:ext cx="190258" cy="190258"/>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 name="Freeform 27"/>
          <p:cNvSpPr>
            <a:spLocks/>
          </p:cNvSpPr>
          <p:nvPr/>
        </p:nvSpPr>
        <p:spPr bwMode="auto">
          <a:xfrm>
            <a:off x="7711255" y="4914947"/>
            <a:ext cx="876753" cy="356978"/>
          </a:xfrm>
          <a:custGeom>
            <a:avLst/>
            <a:gdLst>
              <a:gd name="T0" fmla="*/ 189 w 189"/>
              <a:gd name="T1" fmla="*/ 0 h 77"/>
              <a:gd name="T2" fmla="*/ 150 w 189"/>
              <a:gd name="T3" fmla="*/ 0 h 77"/>
              <a:gd name="T4" fmla="*/ 148 w 189"/>
              <a:gd name="T5" fmla="*/ 0 h 77"/>
              <a:gd name="T6" fmla="*/ 146 w 189"/>
              <a:gd name="T7" fmla="*/ 2 h 77"/>
              <a:gd name="T8" fmla="*/ 84 w 189"/>
              <a:gd name="T9" fmla="*/ 64 h 77"/>
              <a:gd name="T10" fmla="*/ 0 w 189"/>
              <a:gd name="T11" fmla="*/ 64 h 77"/>
              <a:gd name="T12" fmla="*/ 0 w 189"/>
              <a:gd name="T13" fmla="*/ 77 h 77"/>
              <a:gd name="T14" fmla="*/ 86 w 189"/>
              <a:gd name="T15" fmla="*/ 77 h 77"/>
              <a:gd name="T16" fmla="*/ 89 w 189"/>
              <a:gd name="T17" fmla="*/ 77 h 77"/>
              <a:gd name="T18" fmla="*/ 91 w 189"/>
              <a:gd name="T19" fmla="*/ 76 h 77"/>
              <a:gd name="T20" fmla="*/ 153 w 189"/>
              <a:gd name="T21" fmla="*/ 13 h 77"/>
              <a:gd name="T22" fmla="*/ 189 w 189"/>
              <a:gd name="T23" fmla="*/ 13 h 77"/>
              <a:gd name="T24" fmla="*/ 188 w 189"/>
              <a:gd name="T25" fmla="*/ 7 h 77"/>
              <a:gd name="T26" fmla="*/ 189 w 189"/>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9" h="77">
                <a:moveTo>
                  <a:pt x="189" y="0"/>
                </a:moveTo>
                <a:cubicBezTo>
                  <a:pt x="150" y="0"/>
                  <a:pt x="150" y="0"/>
                  <a:pt x="150" y="0"/>
                </a:cubicBezTo>
                <a:cubicBezTo>
                  <a:pt x="148" y="0"/>
                  <a:pt x="148" y="0"/>
                  <a:pt x="148" y="0"/>
                </a:cubicBezTo>
                <a:cubicBezTo>
                  <a:pt x="146" y="2"/>
                  <a:pt x="146" y="2"/>
                  <a:pt x="146" y="2"/>
                </a:cubicBezTo>
                <a:cubicBezTo>
                  <a:pt x="84" y="64"/>
                  <a:pt x="84" y="64"/>
                  <a:pt x="84" y="64"/>
                </a:cubicBezTo>
                <a:cubicBezTo>
                  <a:pt x="0" y="64"/>
                  <a:pt x="0" y="64"/>
                  <a:pt x="0" y="64"/>
                </a:cubicBezTo>
                <a:cubicBezTo>
                  <a:pt x="0" y="77"/>
                  <a:pt x="0" y="77"/>
                  <a:pt x="0" y="77"/>
                </a:cubicBezTo>
                <a:cubicBezTo>
                  <a:pt x="86" y="77"/>
                  <a:pt x="86" y="77"/>
                  <a:pt x="86" y="77"/>
                </a:cubicBezTo>
                <a:cubicBezTo>
                  <a:pt x="89" y="77"/>
                  <a:pt x="89" y="77"/>
                  <a:pt x="89" y="77"/>
                </a:cubicBezTo>
                <a:cubicBezTo>
                  <a:pt x="91" y="76"/>
                  <a:pt x="91" y="76"/>
                  <a:pt x="91" y="76"/>
                </a:cubicBezTo>
                <a:cubicBezTo>
                  <a:pt x="153" y="13"/>
                  <a:pt x="153" y="13"/>
                  <a:pt x="153" y="13"/>
                </a:cubicBezTo>
                <a:cubicBezTo>
                  <a:pt x="189" y="13"/>
                  <a:pt x="189" y="13"/>
                  <a:pt x="189" y="13"/>
                </a:cubicBezTo>
                <a:cubicBezTo>
                  <a:pt x="188" y="11"/>
                  <a:pt x="188" y="9"/>
                  <a:pt x="188" y="7"/>
                </a:cubicBezTo>
                <a:cubicBezTo>
                  <a:pt x="188" y="4"/>
                  <a:pt x="188" y="2"/>
                  <a:pt x="189" y="0"/>
                </a:cubicBezTo>
              </a:path>
            </a:pathLst>
          </a:custGeom>
          <a:solidFill>
            <a:srgbClr val="A5B2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 name="Freeform 28"/>
          <p:cNvSpPr>
            <a:spLocks/>
          </p:cNvSpPr>
          <p:nvPr/>
        </p:nvSpPr>
        <p:spPr bwMode="auto">
          <a:xfrm>
            <a:off x="8584085" y="4914947"/>
            <a:ext cx="92187" cy="60805"/>
          </a:xfrm>
          <a:custGeom>
            <a:avLst/>
            <a:gdLst>
              <a:gd name="T0" fmla="*/ 20 w 20"/>
              <a:gd name="T1" fmla="*/ 0 h 13"/>
              <a:gd name="T2" fmla="*/ 1 w 20"/>
              <a:gd name="T3" fmla="*/ 0 h 13"/>
              <a:gd name="T4" fmla="*/ 0 w 20"/>
              <a:gd name="T5" fmla="*/ 7 h 13"/>
              <a:gd name="T6" fmla="*/ 1 w 20"/>
              <a:gd name="T7" fmla="*/ 13 h 13"/>
              <a:gd name="T8" fmla="*/ 20 w 20"/>
              <a:gd name="T9" fmla="*/ 13 h 13"/>
              <a:gd name="T10" fmla="*/ 20 w 20"/>
              <a:gd name="T11" fmla="*/ 0 h 13"/>
            </a:gdLst>
            <a:ahLst/>
            <a:cxnLst>
              <a:cxn ang="0">
                <a:pos x="T0" y="T1"/>
              </a:cxn>
              <a:cxn ang="0">
                <a:pos x="T2" y="T3"/>
              </a:cxn>
              <a:cxn ang="0">
                <a:pos x="T4" y="T5"/>
              </a:cxn>
              <a:cxn ang="0">
                <a:pos x="T6" y="T7"/>
              </a:cxn>
              <a:cxn ang="0">
                <a:pos x="T8" y="T9"/>
              </a:cxn>
              <a:cxn ang="0">
                <a:pos x="T10" y="T11"/>
              </a:cxn>
            </a:cxnLst>
            <a:rect l="0" t="0" r="r" b="b"/>
            <a:pathLst>
              <a:path w="20" h="13">
                <a:moveTo>
                  <a:pt x="20" y="0"/>
                </a:moveTo>
                <a:cubicBezTo>
                  <a:pt x="1" y="0"/>
                  <a:pt x="1" y="0"/>
                  <a:pt x="1" y="0"/>
                </a:cubicBezTo>
                <a:cubicBezTo>
                  <a:pt x="0" y="2"/>
                  <a:pt x="0" y="4"/>
                  <a:pt x="0" y="7"/>
                </a:cubicBezTo>
                <a:cubicBezTo>
                  <a:pt x="0" y="9"/>
                  <a:pt x="0" y="11"/>
                  <a:pt x="1" y="13"/>
                </a:cubicBezTo>
                <a:cubicBezTo>
                  <a:pt x="20" y="13"/>
                  <a:pt x="20" y="13"/>
                  <a:pt x="20" y="13"/>
                </a:cubicBezTo>
                <a:cubicBezTo>
                  <a:pt x="20" y="0"/>
                  <a:pt x="20" y="0"/>
                  <a:pt x="20" y="0"/>
                </a:cubicBezTo>
              </a:path>
            </a:pathLst>
          </a:custGeom>
          <a:solidFill>
            <a:srgbClr val="37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 name="Oval 29"/>
          <p:cNvSpPr>
            <a:spLocks noChangeArrowheads="1"/>
          </p:cNvSpPr>
          <p:nvPr/>
        </p:nvSpPr>
        <p:spPr bwMode="auto">
          <a:xfrm>
            <a:off x="8635082" y="4905141"/>
            <a:ext cx="88264" cy="84341"/>
          </a:xfrm>
          <a:prstGeom prst="ellipse">
            <a:avLst/>
          </a:prstGeom>
          <a:solidFill>
            <a:srgbClr val="E6EA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 name="Oval 30"/>
          <p:cNvSpPr>
            <a:spLocks noChangeArrowheads="1"/>
          </p:cNvSpPr>
          <p:nvPr/>
        </p:nvSpPr>
        <p:spPr bwMode="auto">
          <a:xfrm>
            <a:off x="7668104" y="5203276"/>
            <a:ext cx="80419" cy="82379"/>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 name="Oval 31"/>
          <p:cNvSpPr>
            <a:spLocks noChangeArrowheads="1"/>
          </p:cNvSpPr>
          <p:nvPr/>
        </p:nvSpPr>
        <p:spPr bwMode="auto">
          <a:xfrm>
            <a:off x="9488297" y="1543274"/>
            <a:ext cx="190258" cy="190258"/>
          </a:xfrm>
          <a:prstGeom prst="ellipse">
            <a:avLst/>
          </a:prstGeom>
          <a:solidFill>
            <a:srgbClr val="D167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 name="Freeform 32"/>
          <p:cNvSpPr>
            <a:spLocks/>
          </p:cNvSpPr>
          <p:nvPr/>
        </p:nvSpPr>
        <p:spPr bwMode="auto">
          <a:xfrm>
            <a:off x="8444824" y="1139223"/>
            <a:ext cx="1049358" cy="529582"/>
          </a:xfrm>
          <a:custGeom>
            <a:avLst/>
            <a:gdLst>
              <a:gd name="T0" fmla="*/ 89 w 226"/>
              <a:gd name="T1" fmla="*/ 0 h 114"/>
              <a:gd name="T2" fmla="*/ 87 w 226"/>
              <a:gd name="T3" fmla="*/ 0 h 114"/>
              <a:gd name="T4" fmla="*/ 0 w 226"/>
              <a:gd name="T5" fmla="*/ 0 h 114"/>
              <a:gd name="T6" fmla="*/ 0 w 226"/>
              <a:gd name="T7" fmla="*/ 13 h 114"/>
              <a:gd name="T8" fmla="*/ 84 w 226"/>
              <a:gd name="T9" fmla="*/ 13 h 114"/>
              <a:gd name="T10" fmla="*/ 183 w 226"/>
              <a:gd name="T11" fmla="*/ 112 h 114"/>
              <a:gd name="T12" fmla="*/ 185 w 226"/>
              <a:gd name="T13" fmla="*/ 114 h 114"/>
              <a:gd name="T14" fmla="*/ 188 w 226"/>
              <a:gd name="T15" fmla="*/ 114 h 114"/>
              <a:gd name="T16" fmla="*/ 226 w 226"/>
              <a:gd name="T17" fmla="*/ 114 h 114"/>
              <a:gd name="T18" fmla="*/ 225 w 226"/>
              <a:gd name="T19" fmla="*/ 108 h 114"/>
              <a:gd name="T20" fmla="*/ 226 w 226"/>
              <a:gd name="T21" fmla="*/ 101 h 114"/>
              <a:gd name="T22" fmla="*/ 190 w 226"/>
              <a:gd name="T23" fmla="*/ 101 h 114"/>
              <a:gd name="T24" fmla="*/ 91 w 226"/>
              <a:gd name="T25" fmla="*/ 2 h 114"/>
              <a:gd name="T26" fmla="*/ 89 w 226"/>
              <a:gd name="T2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6" h="114">
                <a:moveTo>
                  <a:pt x="89" y="0"/>
                </a:moveTo>
                <a:cubicBezTo>
                  <a:pt x="87" y="0"/>
                  <a:pt x="87" y="0"/>
                  <a:pt x="87" y="0"/>
                </a:cubicBezTo>
                <a:cubicBezTo>
                  <a:pt x="0" y="0"/>
                  <a:pt x="0" y="0"/>
                  <a:pt x="0" y="0"/>
                </a:cubicBezTo>
                <a:cubicBezTo>
                  <a:pt x="0" y="13"/>
                  <a:pt x="0" y="13"/>
                  <a:pt x="0" y="13"/>
                </a:cubicBezTo>
                <a:cubicBezTo>
                  <a:pt x="84" y="13"/>
                  <a:pt x="84" y="13"/>
                  <a:pt x="84" y="13"/>
                </a:cubicBezTo>
                <a:cubicBezTo>
                  <a:pt x="183" y="112"/>
                  <a:pt x="183" y="112"/>
                  <a:pt x="183" y="112"/>
                </a:cubicBezTo>
                <a:cubicBezTo>
                  <a:pt x="185" y="114"/>
                  <a:pt x="185" y="114"/>
                  <a:pt x="185" y="114"/>
                </a:cubicBezTo>
                <a:cubicBezTo>
                  <a:pt x="188" y="114"/>
                  <a:pt x="188" y="114"/>
                  <a:pt x="188" y="114"/>
                </a:cubicBezTo>
                <a:cubicBezTo>
                  <a:pt x="226" y="114"/>
                  <a:pt x="226" y="114"/>
                  <a:pt x="226" y="114"/>
                </a:cubicBezTo>
                <a:cubicBezTo>
                  <a:pt x="225" y="112"/>
                  <a:pt x="225" y="110"/>
                  <a:pt x="225" y="108"/>
                </a:cubicBezTo>
                <a:cubicBezTo>
                  <a:pt x="225" y="105"/>
                  <a:pt x="225" y="103"/>
                  <a:pt x="226" y="101"/>
                </a:cubicBezTo>
                <a:cubicBezTo>
                  <a:pt x="190" y="101"/>
                  <a:pt x="190" y="101"/>
                  <a:pt x="190" y="101"/>
                </a:cubicBezTo>
                <a:cubicBezTo>
                  <a:pt x="91" y="2"/>
                  <a:pt x="91" y="2"/>
                  <a:pt x="91" y="2"/>
                </a:cubicBezTo>
                <a:cubicBezTo>
                  <a:pt x="89" y="0"/>
                  <a:pt x="89" y="0"/>
                  <a:pt x="89" y="0"/>
                </a:cubicBezTo>
              </a:path>
            </a:pathLst>
          </a:custGeom>
          <a:solidFill>
            <a:srgbClr val="A5B2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 name="Freeform 33"/>
          <p:cNvSpPr>
            <a:spLocks/>
          </p:cNvSpPr>
          <p:nvPr/>
        </p:nvSpPr>
        <p:spPr bwMode="auto">
          <a:xfrm>
            <a:off x="9488297" y="1609962"/>
            <a:ext cx="98071" cy="58842"/>
          </a:xfrm>
          <a:custGeom>
            <a:avLst/>
            <a:gdLst>
              <a:gd name="T0" fmla="*/ 21 w 21"/>
              <a:gd name="T1" fmla="*/ 0 h 13"/>
              <a:gd name="T2" fmla="*/ 1 w 21"/>
              <a:gd name="T3" fmla="*/ 0 h 13"/>
              <a:gd name="T4" fmla="*/ 0 w 21"/>
              <a:gd name="T5" fmla="*/ 7 h 13"/>
              <a:gd name="T6" fmla="*/ 1 w 21"/>
              <a:gd name="T7" fmla="*/ 13 h 13"/>
              <a:gd name="T8" fmla="*/ 21 w 21"/>
              <a:gd name="T9" fmla="*/ 13 h 13"/>
              <a:gd name="T10" fmla="*/ 21 w 21"/>
              <a:gd name="T11" fmla="*/ 0 h 13"/>
            </a:gdLst>
            <a:ahLst/>
            <a:cxnLst>
              <a:cxn ang="0">
                <a:pos x="T0" y="T1"/>
              </a:cxn>
              <a:cxn ang="0">
                <a:pos x="T2" y="T3"/>
              </a:cxn>
              <a:cxn ang="0">
                <a:pos x="T4" y="T5"/>
              </a:cxn>
              <a:cxn ang="0">
                <a:pos x="T6" y="T7"/>
              </a:cxn>
              <a:cxn ang="0">
                <a:pos x="T8" y="T9"/>
              </a:cxn>
              <a:cxn ang="0">
                <a:pos x="T10" y="T11"/>
              </a:cxn>
            </a:cxnLst>
            <a:rect l="0" t="0" r="r" b="b"/>
            <a:pathLst>
              <a:path w="21" h="13">
                <a:moveTo>
                  <a:pt x="21" y="0"/>
                </a:moveTo>
                <a:cubicBezTo>
                  <a:pt x="1" y="0"/>
                  <a:pt x="1" y="0"/>
                  <a:pt x="1" y="0"/>
                </a:cubicBezTo>
                <a:cubicBezTo>
                  <a:pt x="0" y="2"/>
                  <a:pt x="0" y="4"/>
                  <a:pt x="0" y="7"/>
                </a:cubicBezTo>
                <a:cubicBezTo>
                  <a:pt x="0" y="9"/>
                  <a:pt x="0" y="11"/>
                  <a:pt x="1" y="13"/>
                </a:cubicBezTo>
                <a:cubicBezTo>
                  <a:pt x="21" y="13"/>
                  <a:pt x="21" y="13"/>
                  <a:pt x="21" y="13"/>
                </a:cubicBezTo>
                <a:cubicBezTo>
                  <a:pt x="21" y="0"/>
                  <a:pt x="21" y="0"/>
                  <a:pt x="21" y="0"/>
                </a:cubicBezTo>
              </a:path>
            </a:pathLst>
          </a:custGeom>
          <a:solidFill>
            <a:srgbClr val="A958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 name="Oval 34"/>
          <p:cNvSpPr>
            <a:spLocks noChangeArrowheads="1"/>
          </p:cNvSpPr>
          <p:nvPr/>
        </p:nvSpPr>
        <p:spPr bwMode="auto">
          <a:xfrm>
            <a:off x="9539294" y="1600155"/>
            <a:ext cx="88264" cy="82379"/>
          </a:xfrm>
          <a:prstGeom prst="ellipse">
            <a:avLst/>
          </a:prstGeom>
          <a:solidFill>
            <a:srgbClr val="E6EA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 name="Oval 35"/>
          <p:cNvSpPr>
            <a:spLocks noChangeArrowheads="1"/>
          </p:cNvSpPr>
          <p:nvPr/>
        </p:nvSpPr>
        <p:spPr bwMode="auto">
          <a:xfrm>
            <a:off x="8401673" y="1131377"/>
            <a:ext cx="84341" cy="82379"/>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 name="Oval 36"/>
          <p:cNvSpPr>
            <a:spLocks noChangeArrowheads="1"/>
          </p:cNvSpPr>
          <p:nvPr/>
        </p:nvSpPr>
        <p:spPr bwMode="auto">
          <a:xfrm>
            <a:off x="7766174" y="2398452"/>
            <a:ext cx="196142" cy="190258"/>
          </a:xfrm>
          <a:prstGeom prst="ellipse">
            <a:avLst/>
          </a:prstGeom>
          <a:solidFill>
            <a:srgbClr val="4F9D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 name="Freeform 37"/>
          <p:cNvSpPr>
            <a:spLocks/>
          </p:cNvSpPr>
          <p:nvPr/>
        </p:nvSpPr>
        <p:spPr bwMode="auto">
          <a:xfrm>
            <a:off x="7542573" y="2170927"/>
            <a:ext cx="278521" cy="282444"/>
          </a:xfrm>
          <a:custGeom>
            <a:avLst/>
            <a:gdLst>
              <a:gd name="T0" fmla="*/ 9 w 60"/>
              <a:gd name="T1" fmla="*/ 0 h 61"/>
              <a:gd name="T2" fmla="*/ 0 w 60"/>
              <a:gd name="T3" fmla="*/ 10 h 61"/>
              <a:gd name="T4" fmla="*/ 50 w 60"/>
              <a:gd name="T5" fmla="*/ 61 h 61"/>
              <a:gd name="T6" fmla="*/ 60 w 60"/>
              <a:gd name="T7" fmla="*/ 51 h 61"/>
              <a:gd name="T8" fmla="*/ 9 w 60"/>
              <a:gd name="T9" fmla="*/ 0 h 61"/>
            </a:gdLst>
            <a:ahLst/>
            <a:cxnLst>
              <a:cxn ang="0">
                <a:pos x="T0" y="T1"/>
              </a:cxn>
              <a:cxn ang="0">
                <a:pos x="T2" y="T3"/>
              </a:cxn>
              <a:cxn ang="0">
                <a:pos x="T4" y="T5"/>
              </a:cxn>
              <a:cxn ang="0">
                <a:pos x="T6" y="T7"/>
              </a:cxn>
              <a:cxn ang="0">
                <a:pos x="T8" y="T9"/>
              </a:cxn>
            </a:cxnLst>
            <a:rect l="0" t="0" r="r" b="b"/>
            <a:pathLst>
              <a:path w="60" h="61">
                <a:moveTo>
                  <a:pt x="9" y="0"/>
                </a:moveTo>
                <a:cubicBezTo>
                  <a:pt x="0" y="10"/>
                  <a:pt x="0" y="10"/>
                  <a:pt x="0" y="10"/>
                </a:cubicBezTo>
                <a:cubicBezTo>
                  <a:pt x="50" y="61"/>
                  <a:pt x="50" y="61"/>
                  <a:pt x="50" y="61"/>
                </a:cubicBezTo>
                <a:cubicBezTo>
                  <a:pt x="52" y="57"/>
                  <a:pt x="56" y="53"/>
                  <a:pt x="60" y="51"/>
                </a:cubicBezTo>
                <a:cubicBezTo>
                  <a:pt x="9" y="0"/>
                  <a:pt x="9" y="0"/>
                  <a:pt x="9" y="0"/>
                </a:cubicBezTo>
              </a:path>
            </a:pathLst>
          </a:custGeom>
          <a:solidFill>
            <a:srgbClr val="A5B2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 name="Freeform 38"/>
          <p:cNvSpPr>
            <a:spLocks/>
          </p:cNvSpPr>
          <p:nvPr/>
        </p:nvSpPr>
        <p:spPr bwMode="auto">
          <a:xfrm>
            <a:off x="7775982" y="2408258"/>
            <a:ext cx="111801" cy="105916"/>
          </a:xfrm>
          <a:custGeom>
            <a:avLst/>
            <a:gdLst>
              <a:gd name="T0" fmla="*/ 10 w 24"/>
              <a:gd name="T1" fmla="*/ 0 h 23"/>
              <a:gd name="T2" fmla="*/ 0 w 24"/>
              <a:gd name="T3" fmla="*/ 10 h 23"/>
              <a:gd name="T4" fmla="*/ 14 w 24"/>
              <a:gd name="T5" fmla="*/ 23 h 23"/>
              <a:gd name="T6" fmla="*/ 24 w 24"/>
              <a:gd name="T7" fmla="*/ 14 h 23"/>
              <a:gd name="T8" fmla="*/ 10 w 24"/>
              <a:gd name="T9" fmla="*/ 0 h 23"/>
            </a:gdLst>
            <a:ahLst/>
            <a:cxnLst>
              <a:cxn ang="0">
                <a:pos x="T0" y="T1"/>
              </a:cxn>
              <a:cxn ang="0">
                <a:pos x="T2" y="T3"/>
              </a:cxn>
              <a:cxn ang="0">
                <a:pos x="T4" y="T5"/>
              </a:cxn>
              <a:cxn ang="0">
                <a:pos x="T6" y="T7"/>
              </a:cxn>
              <a:cxn ang="0">
                <a:pos x="T8" y="T9"/>
              </a:cxn>
            </a:cxnLst>
            <a:rect l="0" t="0" r="r" b="b"/>
            <a:pathLst>
              <a:path w="24" h="23">
                <a:moveTo>
                  <a:pt x="10" y="0"/>
                </a:moveTo>
                <a:cubicBezTo>
                  <a:pt x="6" y="2"/>
                  <a:pt x="2" y="6"/>
                  <a:pt x="0" y="10"/>
                </a:cubicBezTo>
                <a:cubicBezTo>
                  <a:pt x="14" y="23"/>
                  <a:pt x="14" y="23"/>
                  <a:pt x="14" y="23"/>
                </a:cubicBezTo>
                <a:cubicBezTo>
                  <a:pt x="24" y="14"/>
                  <a:pt x="24" y="14"/>
                  <a:pt x="24" y="14"/>
                </a:cubicBezTo>
                <a:cubicBezTo>
                  <a:pt x="10" y="0"/>
                  <a:pt x="10" y="0"/>
                  <a:pt x="10" y="0"/>
                </a:cubicBezTo>
              </a:path>
            </a:pathLst>
          </a:custGeom>
          <a:solidFill>
            <a:srgbClr val="3786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 name="Oval 39"/>
          <p:cNvSpPr>
            <a:spLocks noChangeArrowheads="1"/>
          </p:cNvSpPr>
          <p:nvPr/>
        </p:nvSpPr>
        <p:spPr bwMode="auto">
          <a:xfrm>
            <a:off x="7821094" y="2453371"/>
            <a:ext cx="84341" cy="84341"/>
          </a:xfrm>
          <a:prstGeom prst="ellipse">
            <a:avLst/>
          </a:prstGeom>
          <a:solidFill>
            <a:srgbClr val="E6EA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 name="Oval 40"/>
          <p:cNvSpPr>
            <a:spLocks noChangeArrowheads="1"/>
          </p:cNvSpPr>
          <p:nvPr/>
        </p:nvSpPr>
        <p:spPr bwMode="auto">
          <a:xfrm>
            <a:off x="7524921" y="2153274"/>
            <a:ext cx="78457" cy="78457"/>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4" name="Freeform 41"/>
          <p:cNvSpPr>
            <a:spLocks noEditPoints="1"/>
          </p:cNvSpPr>
          <p:nvPr/>
        </p:nvSpPr>
        <p:spPr bwMode="auto">
          <a:xfrm>
            <a:off x="10421931" y="1692342"/>
            <a:ext cx="451126" cy="451126"/>
          </a:xfrm>
          <a:custGeom>
            <a:avLst/>
            <a:gdLst>
              <a:gd name="T0" fmla="*/ 7 w 97"/>
              <a:gd name="T1" fmla="*/ 72 h 97"/>
              <a:gd name="T2" fmla="*/ 7 w 97"/>
              <a:gd name="T3" fmla="*/ 72 h 97"/>
              <a:gd name="T4" fmla="*/ 0 w 97"/>
              <a:gd name="T5" fmla="*/ 73 h 97"/>
              <a:gd name="T6" fmla="*/ 0 w 97"/>
              <a:gd name="T7" fmla="*/ 97 h 97"/>
              <a:gd name="T8" fmla="*/ 24 w 97"/>
              <a:gd name="T9" fmla="*/ 97 h 97"/>
              <a:gd name="T10" fmla="*/ 25 w 97"/>
              <a:gd name="T11" fmla="*/ 90 h 97"/>
              <a:gd name="T12" fmla="*/ 25 w 97"/>
              <a:gd name="T13" fmla="*/ 90 h 97"/>
              <a:gd name="T14" fmla="*/ 7 w 97"/>
              <a:gd name="T15" fmla="*/ 72 h 97"/>
              <a:gd name="T16" fmla="*/ 0 w 97"/>
              <a:gd name="T17" fmla="*/ 36 h 97"/>
              <a:gd name="T18" fmla="*/ 0 w 97"/>
              <a:gd name="T19" fmla="*/ 54 h 97"/>
              <a:gd name="T20" fmla="*/ 43 w 97"/>
              <a:gd name="T21" fmla="*/ 97 h 97"/>
              <a:gd name="T22" fmla="*/ 61 w 97"/>
              <a:gd name="T23" fmla="*/ 97 h 97"/>
              <a:gd name="T24" fmla="*/ 0 w 97"/>
              <a:gd name="T25" fmla="*/ 36 h 97"/>
              <a:gd name="T26" fmla="*/ 0 w 97"/>
              <a:gd name="T27" fmla="*/ 0 h 97"/>
              <a:gd name="T28" fmla="*/ 0 w 97"/>
              <a:gd name="T29" fmla="*/ 18 h 97"/>
              <a:gd name="T30" fmla="*/ 79 w 97"/>
              <a:gd name="T31" fmla="*/ 97 h 97"/>
              <a:gd name="T32" fmla="*/ 97 w 97"/>
              <a:gd name="T33" fmla="*/ 97 h 97"/>
              <a:gd name="T34" fmla="*/ 0 w 97"/>
              <a:gd name="T35"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7" h="97">
                <a:moveTo>
                  <a:pt x="7" y="72"/>
                </a:moveTo>
                <a:cubicBezTo>
                  <a:pt x="7" y="72"/>
                  <a:pt x="7" y="72"/>
                  <a:pt x="7" y="72"/>
                </a:cubicBezTo>
                <a:cubicBezTo>
                  <a:pt x="4" y="72"/>
                  <a:pt x="2" y="73"/>
                  <a:pt x="0" y="73"/>
                </a:cubicBezTo>
                <a:cubicBezTo>
                  <a:pt x="0" y="97"/>
                  <a:pt x="0" y="97"/>
                  <a:pt x="0" y="97"/>
                </a:cubicBezTo>
                <a:cubicBezTo>
                  <a:pt x="24" y="97"/>
                  <a:pt x="24" y="97"/>
                  <a:pt x="24" y="97"/>
                </a:cubicBezTo>
                <a:cubicBezTo>
                  <a:pt x="24" y="95"/>
                  <a:pt x="25" y="93"/>
                  <a:pt x="25" y="90"/>
                </a:cubicBezTo>
                <a:cubicBezTo>
                  <a:pt x="25" y="90"/>
                  <a:pt x="25" y="90"/>
                  <a:pt x="25" y="90"/>
                </a:cubicBezTo>
                <a:cubicBezTo>
                  <a:pt x="25" y="80"/>
                  <a:pt x="17" y="72"/>
                  <a:pt x="7" y="72"/>
                </a:cubicBezTo>
                <a:moveTo>
                  <a:pt x="0" y="36"/>
                </a:moveTo>
                <a:cubicBezTo>
                  <a:pt x="0" y="54"/>
                  <a:pt x="0" y="54"/>
                  <a:pt x="0" y="54"/>
                </a:cubicBezTo>
                <a:cubicBezTo>
                  <a:pt x="24" y="54"/>
                  <a:pt x="43" y="73"/>
                  <a:pt x="43" y="97"/>
                </a:cubicBezTo>
                <a:cubicBezTo>
                  <a:pt x="61" y="97"/>
                  <a:pt x="61" y="97"/>
                  <a:pt x="61" y="97"/>
                </a:cubicBezTo>
                <a:cubicBezTo>
                  <a:pt x="61" y="63"/>
                  <a:pt x="34" y="36"/>
                  <a:pt x="0" y="36"/>
                </a:cubicBezTo>
                <a:moveTo>
                  <a:pt x="0" y="0"/>
                </a:moveTo>
                <a:cubicBezTo>
                  <a:pt x="0" y="18"/>
                  <a:pt x="0" y="18"/>
                  <a:pt x="0" y="18"/>
                </a:cubicBezTo>
                <a:cubicBezTo>
                  <a:pt x="44" y="18"/>
                  <a:pt x="79" y="53"/>
                  <a:pt x="79" y="97"/>
                </a:cubicBezTo>
                <a:cubicBezTo>
                  <a:pt x="97" y="97"/>
                  <a:pt x="97" y="97"/>
                  <a:pt x="97" y="97"/>
                </a:cubicBezTo>
                <a:cubicBezTo>
                  <a:pt x="97" y="43"/>
                  <a:pt x="54" y="0"/>
                  <a:pt x="0" y="0"/>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5" name="Freeform 42"/>
          <p:cNvSpPr>
            <a:spLocks noEditPoints="1"/>
          </p:cNvSpPr>
          <p:nvPr/>
        </p:nvSpPr>
        <p:spPr bwMode="auto">
          <a:xfrm>
            <a:off x="8540934" y="2421989"/>
            <a:ext cx="484470" cy="486431"/>
          </a:xfrm>
          <a:custGeom>
            <a:avLst/>
            <a:gdLst>
              <a:gd name="T0" fmla="*/ 58 w 104"/>
              <a:gd name="T1" fmla="*/ 46 h 105"/>
              <a:gd name="T2" fmla="*/ 58 w 104"/>
              <a:gd name="T3" fmla="*/ 23 h 105"/>
              <a:gd name="T4" fmla="*/ 45 w 104"/>
              <a:gd name="T5" fmla="*/ 23 h 105"/>
              <a:gd name="T6" fmla="*/ 45 w 104"/>
              <a:gd name="T7" fmla="*/ 46 h 105"/>
              <a:gd name="T8" fmla="*/ 23 w 104"/>
              <a:gd name="T9" fmla="*/ 46 h 105"/>
              <a:gd name="T10" fmla="*/ 23 w 104"/>
              <a:gd name="T11" fmla="*/ 58 h 105"/>
              <a:gd name="T12" fmla="*/ 45 w 104"/>
              <a:gd name="T13" fmla="*/ 58 h 105"/>
              <a:gd name="T14" fmla="*/ 45 w 104"/>
              <a:gd name="T15" fmla="*/ 82 h 105"/>
              <a:gd name="T16" fmla="*/ 58 w 104"/>
              <a:gd name="T17" fmla="*/ 82 h 105"/>
              <a:gd name="T18" fmla="*/ 58 w 104"/>
              <a:gd name="T19" fmla="*/ 58 h 105"/>
              <a:gd name="T20" fmla="*/ 80 w 104"/>
              <a:gd name="T21" fmla="*/ 58 h 105"/>
              <a:gd name="T22" fmla="*/ 80 w 104"/>
              <a:gd name="T23" fmla="*/ 46 h 105"/>
              <a:gd name="T24" fmla="*/ 58 w 104"/>
              <a:gd name="T25" fmla="*/ 46 h 105"/>
              <a:gd name="T26" fmla="*/ 52 w 104"/>
              <a:gd name="T27" fmla="*/ 0 h 105"/>
              <a:gd name="T28" fmla="*/ 0 w 104"/>
              <a:gd name="T29" fmla="*/ 52 h 105"/>
              <a:gd name="T30" fmla="*/ 52 w 104"/>
              <a:gd name="T31" fmla="*/ 105 h 105"/>
              <a:gd name="T32" fmla="*/ 104 w 104"/>
              <a:gd name="T33" fmla="*/ 52 h 105"/>
              <a:gd name="T34" fmla="*/ 52 w 104"/>
              <a:gd name="T35" fmla="*/ 0 h 105"/>
              <a:gd name="T36" fmla="*/ 52 w 104"/>
              <a:gd name="T37" fmla="*/ 93 h 105"/>
              <a:gd name="T38" fmla="*/ 11 w 104"/>
              <a:gd name="T39" fmla="*/ 52 h 105"/>
              <a:gd name="T40" fmla="*/ 52 w 104"/>
              <a:gd name="T41" fmla="*/ 12 h 105"/>
              <a:gd name="T42" fmla="*/ 92 w 104"/>
              <a:gd name="T43" fmla="*/ 52 h 105"/>
              <a:gd name="T44" fmla="*/ 52 w 104"/>
              <a:gd name="T45" fmla="*/ 9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4" h="105">
                <a:moveTo>
                  <a:pt x="58" y="46"/>
                </a:moveTo>
                <a:cubicBezTo>
                  <a:pt x="58" y="23"/>
                  <a:pt x="58" y="23"/>
                  <a:pt x="58" y="23"/>
                </a:cubicBezTo>
                <a:cubicBezTo>
                  <a:pt x="45" y="23"/>
                  <a:pt x="45" y="23"/>
                  <a:pt x="45" y="23"/>
                </a:cubicBezTo>
                <a:cubicBezTo>
                  <a:pt x="45" y="46"/>
                  <a:pt x="45" y="46"/>
                  <a:pt x="45" y="46"/>
                </a:cubicBezTo>
                <a:cubicBezTo>
                  <a:pt x="23" y="46"/>
                  <a:pt x="23" y="46"/>
                  <a:pt x="23" y="46"/>
                </a:cubicBezTo>
                <a:cubicBezTo>
                  <a:pt x="23" y="58"/>
                  <a:pt x="23" y="58"/>
                  <a:pt x="23" y="58"/>
                </a:cubicBezTo>
                <a:cubicBezTo>
                  <a:pt x="45" y="58"/>
                  <a:pt x="45" y="58"/>
                  <a:pt x="45" y="58"/>
                </a:cubicBezTo>
                <a:cubicBezTo>
                  <a:pt x="45" y="82"/>
                  <a:pt x="45" y="82"/>
                  <a:pt x="45" y="82"/>
                </a:cubicBezTo>
                <a:cubicBezTo>
                  <a:pt x="58" y="82"/>
                  <a:pt x="58" y="82"/>
                  <a:pt x="58" y="82"/>
                </a:cubicBezTo>
                <a:cubicBezTo>
                  <a:pt x="58" y="58"/>
                  <a:pt x="58" y="58"/>
                  <a:pt x="58" y="58"/>
                </a:cubicBezTo>
                <a:cubicBezTo>
                  <a:pt x="80" y="58"/>
                  <a:pt x="80" y="58"/>
                  <a:pt x="80" y="58"/>
                </a:cubicBezTo>
                <a:cubicBezTo>
                  <a:pt x="80" y="46"/>
                  <a:pt x="80" y="46"/>
                  <a:pt x="80" y="46"/>
                </a:cubicBezTo>
                <a:lnTo>
                  <a:pt x="58" y="46"/>
                </a:lnTo>
                <a:close/>
                <a:moveTo>
                  <a:pt x="52" y="0"/>
                </a:moveTo>
                <a:cubicBezTo>
                  <a:pt x="23" y="0"/>
                  <a:pt x="0" y="24"/>
                  <a:pt x="0" y="52"/>
                </a:cubicBezTo>
                <a:cubicBezTo>
                  <a:pt x="0" y="81"/>
                  <a:pt x="23" y="105"/>
                  <a:pt x="52" y="105"/>
                </a:cubicBezTo>
                <a:cubicBezTo>
                  <a:pt x="81" y="105"/>
                  <a:pt x="104" y="81"/>
                  <a:pt x="104" y="52"/>
                </a:cubicBezTo>
                <a:cubicBezTo>
                  <a:pt x="104" y="24"/>
                  <a:pt x="81" y="0"/>
                  <a:pt x="52" y="0"/>
                </a:cubicBezTo>
                <a:close/>
                <a:moveTo>
                  <a:pt x="52" y="93"/>
                </a:moveTo>
                <a:cubicBezTo>
                  <a:pt x="29" y="93"/>
                  <a:pt x="11" y="75"/>
                  <a:pt x="11" y="52"/>
                </a:cubicBezTo>
                <a:cubicBezTo>
                  <a:pt x="11" y="30"/>
                  <a:pt x="29" y="12"/>
                  <a:pt x="52" y="12"/>
                </a:cubicBezTo>
                <a:cubicBezTo>
                  <a:pt x="74" y="12"/>
                  <a:pt x="92" y="30"/>
                  <a:pt x="92" y="52"/>
                </a:cubicBezTo>
                <a:cubicBezTo>
                  <a:pt x="92" y="75"/>
                  <a:pt x="74" y="93"/>
                  <a:pt x="52" y="93"/>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6" name="Freeform 43"/>
          <p:cNvSpPr>
            <a:spLocks noEditPoints="1"/>
          </p:cNvSpPr>
          <p:nvPr/>
        </p:nvSpPr>
        <p:spPr bwMode="auto">
          <a:xfrm>
            <a:off x="7507267" y="2820155"/>
            <a:ext cx="541351" cy="468779"/>
          </a:xfrm>
          <a:custGeom>
            <a:avLst/>
            <a:gdLst>
              <a:gd name="T0" fmla="*/ 139 w 276"/>
              <a:gd name="T1" fmla="*/ 161 h 239"/>
              <a:gd name="T2" fmla="*/ 111 w 276"/>
              <a:gd name="T3" fmla="*/ 161 h 239"/>
              <a:gd name="T4" fmla="*/ 111 w 276"/>
              <a:gd name="T5" fmla="*/ 190 h 239"/>
              <a:gd name="T6" fmla="*/ 139 w 276"/>
              <a:gd name="T7" fmla="*/ 190 h 239"/>
              <a:gd name="T8" fmla="*/ 139 w 276"/>
              <a:gd name="T9" fmla="*/ 161 h 239"/>
              <a:gd name="T10" fmla="*/ 63 w 276"/>
              <a:gd name="T11" fmla="*/ 112 h 239"/>
              <a:gd name="T12" fmla="*/ 137 w 276"/>
              <a:gd name="T13" fmla="*/ 38 h 239"/>
              <a:gd name="T14" fmla="*/ 210 w 276"/>
              <a:gd name="T15" fmla="*/ 112 h 239"/>
              <a:gd name="T16" fmla="*/ 63 w 276"/>
              <a:gd name="T17" fmla="*/ 112 h 239"/>
              <a:gd name="T18" fmla="*/ 137 w 276"/>
              <a:gd name="T19" fmla="*/ 0 h 239"/>
              <a:gd name="T20" fmla="*/ 127 w 276"/>
              <a:gd name="T21" fmla="*/ 10 h 239"/>
              <a:gd name="T22" fmla="*/ 21 w 276"/>
              <a:gd name="T23" fmla="*/ 116 h 239"/>
              <a:gd name="T24" fmla="*/ 0 w 276"/>
              <a:gd name="T25" fmla="*/ 140 h 239"/>
              <a:gd name="T26" fmla="*/ 56 w 276"/>
              <a:gd name="T27" fmla="*/ 140 h 239"/>
              <a:gd name="T28" fmla="*/ 56 w 276"/>
              <a:gd name="T29" fmla="*/ 239 h 239"/>
              <a:gd name="T30" fmla="*/ 85 w 276"/>
              <a:gd name="T31" fmla="*/ 239 h 239"/>
              <a:gd name="T32" fmla="*/ 85 w 276"/>
              <a:gd name="T33" fmla="*/ 140 h 239"/>
              <a:gd name="T34" fmla="*/ 184 w 276"/>
              <a:gd name="T35" fmla="*/ 140 h 239"/>
              <a:gd name="T36" fmla="*/ 184 w 276"/>
              <a:gd name="T37" fmla="*/ 239 h 239"/>
              <a:gd name="T38" fmla="*/ 213 w 276"/>
              <a:gd name="T39" fmla="*/ 239 h 239"/>
              <a:gd name="T40" fmla="*/ 213 w 276"/>
              <a:gd name="T41" fmla="*/ 140 h 239"/>
              <a:gd name="T42" fmla="*/ 276 w 276"/>
              <a:gd name="T43" fmla="*/ 140 h 239"/>
              <a:gd name="T44" fmla="*/ 253 w 276"/>
              <a:gd name="T45" fmla="*/ 116 h 239"/>
              <a:gd name="T46" fmla="*/ 146 w 276"/>
              <a:gd name="T47" fmla="*/ 10 h 239"/>
              <a:gd name="T48" fmla="*/ 137 w 276"/>
              <a:gd name="T49" fmla="*/ 0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76" h="239">
                <a:moveTo>
                  <a:pt x="139" y="161"/>
                </a:moveTo>
                <a:lnTo>
                  <a:pt x="111" y="161"/>
                </a:lnTo>
                <a:lnTo>
                  <a:pt x="111" y="190"/>
                </a:lnTo>
                <a:lnTo>
                  <a:pt x="139" y="190"/>
                </a:lnTo>
                <a:lnTo>
                  <a:pt x="139" y="161"/>
                </a:lnTo>
                <a:close/>
                <a:moveTo>
                  <a:pt x="63" y="112"/>
                </a:moveTo>
                <a:lnTo>
                  <a:pt x="137" y="38"/>
                </a:lnTo>
                <a:lnTo>
                  <a:pt x="210" y="112"/>
                </a:lnTo>
                <a:lnTo>
                  <a:pt x="63" y="112"/>
                </a:lnTo>
                <a:close/>
                <a:moveTo>
                  <a:pt x="137" y="0"/>
                </a:moveTo>
                <a:lnTo>
                  <a:pt x="127" y="10"/>
                </a:lnTo>
                <a:lnTo>
                  <a:pt x="21" y="116"/>
                </a:lnTo>
                <a:lnTo>
                  <a:pt x="0" y="140"/>
                </a:lnTo>
                <a:lnTo>
                  <a:pt x="56" y="140"/>
                </a:lnTo>
                <a:lnTo>
                  <a:pt x="56" y="239"/>
                </a:lnTo>
                <a:lnTo>
                  <a:pt x="85" y="239"/>
                </a:lnTo>
                <a:lnTo>
                  <a:pt x="85" y="140"/>
                </a:lnTo>
                <a:lnTo>
                  <a:pt x="184" y="140"/>
                </a:lnTo>
                <a:lnTo>
                  <a:pt x="184" y="239"/>
                </a:lnTo>
                <a:lnTo>
                  <a:pt x="213" y="239"/>
                </a:lnTo>
                <a:lnTo>
                  <a:pt x="213" y="140"/>
                </a:lnTo>
                <a:lnTo>
                  <a:pt x="276" y="140"/>
                </a:lnTo>
                <a:lnTo>
                  <a:pt x="253" y="116"/>
                </a:lnTo>
                <a:lnTo>
                  <a:pt x="146" y="10"/>
                </a:lnTo>
                <a:lnTo>
                  <a:pt x="137"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7" name="Freeform 44"/>
          <p:cNvSpPr>
            <a:spLocks noEditPoints="1"/>
          </p:cNvSpPr>
          <p:nvPr/>
        </p:nvSpPr>
        <p:spPr bwMode="auto">
          <a:xfrm>
            <a:off x="7507267" y="2820155"/>
            <a:ext cx="541351" cy="468779"/>
          </a:xfrm>
          <a:custGeom>
            <a:avLst/>
            <a:gdLst>
              <a:gd name="T0" fmla="*/ 139 w 276"/>
              <a:gd name="T1" fmla="*/ 161 h 239"/>
              <a:gd name="T2" fmla="*/ 111 w 276"/>
              <a:gd name="T3" fmla="*/ 161 h 239"/>
              <a:gd name="T4" fmla="*/ 111 w 276"/>
              <a:gd name="T5" fmla="*/ 190 h 239"/>
              <a:gd name="T6" fmla="*/ 139 w 276"/>
              <a:gd name="T7" fmla="*/ 190 h 239"/>
              <a:gd name="T8" fmla="*/ 139 w 276"/>
              <a:gd name="T9" fmla="*/ 161 h 239"/>
              <a:gd name="T10" fmla="*/ 63 w 276"/>
              <a:gd name="T11" fmla="*/ 112 h 239"/>
              <a:gd name="T12" fmla="*/ 137 w 276"/>
              <a:gd name="T13" fmla="*/ 38 h 239"/>
              <a:gd name="T14" fmla="*/ 210 w 276"/>
              <a:gd name="T15" fmla="*/ 112 h 239"/>
              <a:gd name="T16" fmla="*/ 63 w 276"/>
              <a:gd name="T17" fmla="*/ 112 h 239"/>
              <a:gd name="T18" fmla="*/ 137 w 276"/>
              <a:gd name="T19" fmla="*/ 0 h 239"/>
              <a:gd name="T20" fmla="*/ 127 w 276"/>
              <a:gd name="T21" fmla="*/ 10 h 239"/>
              <a:gd name="T22" fmla="*/ 21 w 276"/>
              <a:gd name="T23" fmla="*/ 116 h 239"/>
              <a:gd name="T24" fmla="*/ 0 w 276"/>
              <a:gd name="T25" fmla="*/ 140 h 239"/>
              <a:gd name="T26" fmla="*/ 56 w 276"/>
              <a:gd name="T27" fmla="*/ 140 h 239"/>
              <a:gd name="T28" fmla="*/ 56 w 276"/>
              <a:gd name="T29" fmla="*/ 239 h 239"/>
              <a:gd name="T30" fmla="*/ 85 w 276"/>
              <a:gd name="T31" fmla="*/ 239 h 239"/>
              <a:gd name="T32" fmla="*/ 85 w 276"/>
              <a:gd name="T33" fmla="*/ 140 h 239"/>
              <a:gd name="T34" fmla="*/ 184 w 276"/>
              <a:gd name="T35" fmla="*/ 140 h 239"/>
              <a:gd name="T36" fmla="*/ 184 w 276"/>
              <a:gd name="T37" fmla="*/ 239 h 239"/>
              <a:gd name="T38" fmla="*/ 213 w 276"/>
              <a:gd name="T39" fmla="*/ 239 h 239"/>
              <a:gd name="T40" fmla="*/ 213 w 276"/>
              <a:gd name="T41" fmla="*/ 140 h 239"/>
              <a:gd name="T42" fmla="*/ 276 w 276"/>
              <a:gd name="T43" fmla="*/ 140 h 239"/>
              <a:gd name="T44" fmla="*/ 253 w 276"/>
              <a:gd name="T45" fmla="*/ 116 h 239"/>
              <a:gd name="T46" fmla="*/ 146 w 276"/>
              <a:gd name="T47" fmla="*/ 10 h 239"/>
              <a:gd name="T48" fmla="*/ 137 w 276"/>
              <a:gd name="T49" fmla="*/ 0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76" h="239">
                <a:moveTo>
                  <a:pt x="139" y="161"/>
                </a:moveTo>
                <a:lnTo>
                  <a:pt x="111" y="161"/>
                </a:lnTo>
                <a:lnTo>
                  <a:pt x="111" y="190"/>
                </a:lnTo>
                <a:lnTo>
                  <a:pt x="139" y="190"/>
                </a:lnTo>
                <a:lnTo>
                  <a:pt x="139" y="161"/>
                </a:lnTo>
                <a:moveTo>
                  <a:pt x="63" y="112"/>
                </a:moveTo>
                <a:lnTo>
                  <a:pt x="137" y="38"/>
                </a:lnTo>
                <a:lnTo>
                  <a:pt x="210" y="112"/>
                </a:lnTo>
                <a:lnTo>
                  <a:pt x="63" y="112"/>
                </a:lnTo>
                <a:moveTo>
                  <a:pt x="137" y="0"/>
                </a:moveTo>
                <a:lnTo>
                  <a:pt x="127" y="10"/>
                </a:lnTo>
                <a:lnTo>
                  <a:pt x="21" y="116"/>
                </a:lnTo>
                <a:lnTo>
                  <a:pt x="0" y="140"/>
                </a:lnTo>
                <a:lnTo>
                  <a:pt x="56" y="140"/>
                </a:lnTo>
                <a:lnTo>
                  <a:pt x="56" y="239"/>
                </a:lnTo>
                <a:lnTo>
                  <a:pt x="85" y="239"/>
                </a:lnTo>
                <a:lnTo>
                  <a:pt x="85" y="140"/>
                </a:lnTo>
                <a:lnTo>
                  <a:pt x="184" y="140"/>
                </a:lnTo>
                <a:lnTo>
                  <a:pt x="184" y="239"/>
                </a:lnTo>
                <a:lnTo>
                  <a:pt x="213" y="239"/>
                </a:lnTo>
                <a:lnTo>
                  <a:pt x="213" y="140"/>
                </a:lnTo>
                <a:lnTo>
                  <a:pt x="276" y="140"/>
                </a:lnTo>
                <a:lnTo>
                  <a:pt x="253" y="116"/>
                </a:lnTo>
                <a:lnTo>
                  <a:pt x="146" y="10"/>
                </a:lnTo>
                <a:lnTo>
                  <a:pt x="13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 name="Freeform 45"/>
          <p:cNvSpPr>
            <a:spLocks noEditPoints="1"/>
          </p:cNvSpPr>
          <p:nvPr/>
        </p:nvSpPr>
        <p:spPr bwMode="auto">
          <a:xfrm>
            <a:off x="9470645" y="2137583"/>
            <a:ext cx="496239" cy="382477"/>
          </a:xfrm>
          <a:custGeom>
            <a:avLst/>
            <a:gdLst>
              <a:gd name="T0" fmla="*/ 253 w 253"/>
              <a:gd name="T1" fmla="*/ 178 h 195"/>
              <a:gd name="T2" fmla="*/ 0 w 253"/>
              <a:gd name="T3" fmla="*/ 178 h 195"/>
              <a:gd name="T4" fmla="*/ 0 w 253"/>
              <a:gd name="T5" fmla="*/ 195 h 195"/>
              <a:gd name="T6" fmla="*/ 253 w 253"/>
              <a:gd name="T7" fmla="*/ 195 h 195"/>
              <a:gd name="T8" fmla="*/ 253 w 253"/>
              <a:gd name="T9" fmla="*/ 178 h 195"/>
              <a:gd name="T10" fmla="*/ 80 w 253"/>
              <a:gd name="T11" fmla="*/ 93 h 195"/>
              <a:gd name="T12" fmla="*/ 16 w 253"/>
              <a:gd name="T13" fmla="*/ 93 h 195"/>
              <a:gd name="T14" fmla="*/ 16 w 253"/>
              <a:gd name="T15" fmla="*/ 168 h 195"/>
              <a:gd name="T16" fmla="*/ 80 w 253"/>
              <a:gd name="T17" fmla="*/ 168 h 195"/>
              <a:gd name="T18" fmla="*/ 80 w 253"/>
              <a:gd name="T19" fmla="*/ 93 h 195"/>
              <a:gd name="T20" fmla="*/ 161 w 253"/>
              <a:gd name="T21" fmla="*/ 60 h 195"/>
              <a:gd name="T22" fmla="*/ 97 w 253"/>
              <a:gd name="T23" fmla="*/ 60 h 195"/>
              <a:gd name="T24" fmla="*/ 97 w 253"/>
              <a:gd name="T25" fmla="*/ 168 h 195"/>
              <a:gd name="T26" fmla="*/ 161 w 253"/>
              <a:gd name="T27" fmla="*/ 168 h 195"/>
              <a:gd name="T28" fmla="*/ 161 w 253"/>
              <a:gd name="T29" fmla="*/ 60 h 195"/>
              <a:gd name="T30" fmla="*/ 241 w 253"/>
              <a:gd name="T31" fmla="*/ 0 h 195"/>
              <a:gd name="T32" fmla="*/ 177 w 253"/>
              <a:gd name="T33" fmla="*/ 0 h 195"/>
              <a:gd name="T34" fmla="*/ 177 w 253"/>
              <a:gd name="T35" fmla="*/ 168 h 195"/>
              <a:gd name="T36" fmla="*/ 241 w 253"/>
              <a:gd name="T37" fmla="*/ 168 h 195"/>
              <a:gd name="T38" fmla="*/ 241 w 253"/>
              <a:gd name="T39" fmla="*/ 0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3" h="195">
                <a:moveTo>
                  <a:pt x="253" y="178"/>
                </a:moveTo>
                <a:lnTo>
                  <a:pt x="0" y="178"/>
                </a:lnTo>
                <a:lnTo>
                  <a:pt x="0" y="195"/>
                </a:lnTo>
                <a:lnTo>
                  <a:pt x="253" y="195"/>
                </a:lnTo>
                <a:lnTo>
                  <a:pt x="253" y="178"/>
                </a:lnTo>
                <a:close/>
                <a:moveTo>
                  <a:pt x="80" y="93"/>
                </a:moveTo>
                <a:lnTo>
                  <a:pt x="16" y="93"/>
                </a:lnTo>
                <a:lnTo>
                  <a:pt x="16" y="168"/>
                </a:lnTo>
                <a:lnTo>
                  <a:pt x="80" y="168"/>
                </a:lnTo>
                <a:lnTo>
                  <a:pt x="80" y="93"/>
                </a:lnTo>
                <a:close/>
                <a:moveTo>
                  <a:pt x="161" y="60"/>
                </a:moveTo>
                <a:lnTo>
                  <a:pt x="97" y="60"/>
                </a:lnTo>
                <a:lnTo>
                  <a:pt x="97" y="168"/>
                </a:lnTo>
                <a:lnTo>
                  <a:pt x="161" y="168"/>
                </a:lnTo>
                <a:lnTo>
                  <a:pt x="161" y="60"/>
                </a:lnTo>
                <a:close/>
                <a:moveTo>
                  <a:pt x="241" y="0"/>
                </a:moveTo>
                <a:lnTo>
                  <a:pt x="177" y="0"/>
                </a:lnTo>
                <a:lnTo>
                  <a:pt x="177" y="168"/>
                </a:lnTo>
                <a:lnTo>
                  <a:pt x="241" y="168"/>
                </a:lnTo>
                <a:lnTo>
                  <a:pt x="241"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 name="Freeform 46"/>
          <p:cNvSpPr>
            <a:spLocks noEditPoints="1"/>
          </p:cNvSpPr>
          <p:nvPr/>
        </p:nvSpPr>
        <p:spPr bwMode="auto">
          <a:xfrm>
            <a:off x="9470645" y="2137583"/>
            <a:ext cx="496239" cy="382477"/>
          </a:xfrm>
          <a:custGeom>
            <a:avLst/>
            <a:gdLst>
              <a:gd name="T0" fmla="*/ 253 w 253"/>
              <a:gd name="T1" fmla="*/ 178 h 195"/>
              <a:gd name="T2" fmla="*/ 0 w 253"/>
              <a:gd name="T3" fmla="*/ 178 h 195"/>
              <a:gd name="T4" fmla="*/ 0 w 253"/>
              <a:gd name="T5" fmla="*/ 195 h 195"/>
              <a:gd name="T6" fmla="*/ 253 w 253"/>
              <a:gd name="T7" fmla="*/ 195 h 195"/>
              <a:gd name="T8" fmla="*/ 253 w 253"/>
              <a:gd name="T9" fmla="*/ 178 h 195"/>
              <a:gd name="T10" fmla="*/ 80 w 253"/>
              <a:gd name="T11" fmla="*/ 93 h 195"/>
              <a:gd name="T12" fmla="*/ 16 w 253"/>
              <a:gd name="T13" fmla="*/ 93 h 195"/>
              <a:gd name="T14" fmla="*/ 16 w 253"/>
              <a:gd name="T15" fmla="*/ 168 h 195"/>
              <a:gd name="T16" fmla="*/ 80 w 253"/>
              <a:gd name="T17" fmla="*/ 168 h 195"/>
              <a:gd name="T18" fmla="*/ 80 w 253"/>
              <a:gd name="T19" fmla="*/ 93 h 195"/>
              <a:gd name="T20" fmla="*/ 161 w 253"/>
              <a:gd name="T21" fmla="*/ 60 h 195"/>
              <a:gd name="T22" fmla="*/ 97 w 253"/>
              <a:gd name="T23" fmla="*/ 60 h 195"/>
              <a:gd name="T24" fmla="*/ 97 w 253"/>
              <a:gd name="T25" fmla="*/ 168 h 195"/>
              <a:gd name="T26" fmla="*/ 161 w 253"/>
              <a:gd name="T27" fmla="*/ 168 h 195"/>
              <a:gd name="T28" fmla="*/ 161 w 253"/>
              <a:gd name="T29" fmla="*/ 60 h 195"/>
              <a:gd name="T30" fmla="*/ 241 w 253"/>
              <a:gd name="T31" fmla="*/ 0 h 195"/>
              <a:gd name="T32" fmla="*/ 177 w 253"/>
              <a:gd name="T33" fmla="*/ 0 h 195"/>
              <a:gd name="T34" fmla="*/ 177 w 253"/>
              <a:gd name="T35" fmla="*/ 168 h 195"/>
              <a:gd name="T36" fmla="*/ 241 w 253"/>
              <a:gd name="T37" fmla="*/ 168 h 195"/>
              <a:gd name="T38" fmla="*/ 241 w 253"/>
              <a:gd name="T39" fmla="*/ 0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3" h="195">
                <a:moveTo>
                  <a:pt x="253" y="178"/>
                </a:moveTo>
                <a:lnTo>
                  <a:pt x="0" y="178"/>
                </a:lnTo>
                <a:lnTo>
                  <a:pt x="0" y="195"/>
                </a:lnTo>
                <a:lnTo>
                  <a:pt x="253" y="195"/>
                </a:lnTo>
                <a:lnTo>
                  <a:pt x="253" y="178"/>
                </a:lnTo>
                <a:moveTo>
                  <a:pt x="80" y="93"/>
                </a:moveTo>
                <a:lnTo>
                  <a:pt x="16" y="93"/>
                </a:lnTo>
                <a:lnTo>
                  <a:pt x="16" y="168"/>
                </a:lnTo>
                <a:lnTo>
                  <a:pt x="80" y="168"/>
                </a:lnTo>
                <a:lnTo>
                  <a:pt x="80" y="93"/>
                </a:lnTo>
                <a:moveTo>
                  <a:pt x="161" y="60"/>
                </a:moveTo>
                <a:lnTo>
                  <a:pt x="97" y="60"/>
                </a:lnTo>
                <a:lnTo>
                  <a:pt x="97" y="168"/>
                </a:lnTo>
                <a:lnTo>
                  <a:pt x="161" y="168"/>
                </a:lnTo>
                <a:lnTo>
                  <a:pt x="161" y="60"/>
                </a:lnTo>
                <a:moveTo>
                  <a:pt x="241" y="0"/>
                </a:moveTo>
                <a:lnTo>
                  <a:pt x="177" y="0"/>
                </a:lnTo>
                <a:lnTo>
                  <a:pt x="177" y="168"/>
                </a:lnTo>
                <a:lnTo>
                  <a:pt x="241" y="168"/>
                </a:lnTo>
                <a:lnTo>
                  <a:pt x="24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9" name="文本框 118"/>
          <p:cNvSpPr txBox="1"/>
          <p:nvPr/>
        </p:nvSpPr>
        <p:spPr>
          <a:xfrm>
            <a:off x="6900836" y="1562618"/>
            <a:ext cx="655949" cy="707886"/>
          </a:xfrm>
          <a:prstGeom prst="rect">
            <a:avLst/>
          </a:prstGeom>
          <a:noFill/>
        </p:spPr>
        <p:txBody>
          <a:bodyPr wrap="none" rtlCol="0">
            <a:spAutoFit/>
          </a:bodyPr>
          <a:lstStyle/>
          <a:p>
            <a:r>
              <a:rPr lang="en-US" altLang="zh-CN" sz="4000" dirty="0">
                <a:solidFill>
                  <a:srgbClr val="605E5E"/>
                </a:solidFill>
                <a:latin typeface="Impact" panose="020B0806030902050204" pitchFamily="34" charset="0"/>
                <a:cs typeface="Aharoni" panose="02010803020104030203" pitchFamily="2" charset="-79"/>
              </a:rPr>
              <a:t>01</a:t>
            </a:r>
            <a:endParaRPr lang="zh-CN" altLang="en-US" sz="4000" dirty="0">
              <a:solidFill>
                <a:srgbClr val="605E5E"/>
              </a:solidFill>
              <a:latin typeface="Impact" panose="020B0806030902050204" pitchFamily="34" charset="0"/>
              <a:cs typeface="Aharoni" panose="02010803020104030203" pitchFamily="2" charset="-79"/>
            </a:endParaRPr>
          </a:p>
        </p:txBody>
      </p:sp>
      <p:sp>
        <p:nvSpPr>
          <p:cNvPr id="120" name="文本框 119"/>
          <p:cNvSpPr txBox="1"/>
          <p:nvPr/>
        </p:nvSpPr>
        <p:spPr>
          <a:xfrm>
            <a:off x="6169226" y="2139598"/>
            <a:ext cx="1498039" cy="369332"/>
          </a:xfrm>
          <a:prstGeom prst="rect">
            <a:avLst/>
          </a:prstGeom>
          <a:noFill/>
        </p:spPr>
        <p:txBody>
          <a:bodyPr wrap="none" rtlCol="0">
            <a:spAutoFit/>
          </a:bodyPr>
          <a:lstStyle/>
          <a:p>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Sample Text</a:t>
            </a:r>
            <a:r>
              <a:rPr lang="en-US" altLang="zh-CN" dirty="0">
                <a:solidFill>
                  <a:srgbClr val="859291"/>
                </a:solidFill>
                <a:latin typeface="Tahoma" panose="020B0604030504040204" pitchFamily="34" charset="0"/>
                <a:ea typeface="Tahoma" panose="020B0604030504040204" pitchFamily="34" charset="0"/>
                <a:cs typeface="Tahoma" panose="020B0604030504040204" pitchFamily="34" charset="0"/>
              </a:rPr>
              <a:t>.</a:t>
            </a:r>
            <a:endParaRPr lang="zh-CN" altLang="en-US" dirty="0">
              <a:solidFill>
                <a:srgbClr val="859291"/>
              </a:solidFill>
              <a:latin typeface="Tahoma" panose="020B0604030504040204" pitchFamily="34" charset="0"/>
              <a:cs typeface="Tahoma" panose="020B0604030504040204" pitchFamily="34" charset="0"/>
            </a:endParaRPr>
          </a:p>
        </p:txBody>
      </p:sp>
      <p:sp>
        <p:nvSpPr>
          <p:cNvPr id="131" name="文本框 130"/>
          <p:cNvSpPr txBox="1"/>
          <p:nvPr/>
        </p:nvSpPr>
        <p:spPr>
          <a:xfrm>
            <a:off x="6980192" y="4600256"/>
            <a:ext cx="718466" cy="707886"/>
          </a:xfrm>
          <a:prstGeom prst="rect">
            <a:avLst/>
          </a:prstGeom>
          <a:noFill/>
        </p:spPr>
        <p:txBody>
          <a:bodyPr wrap="none" rtlCol="0">
            <a:spAutoFit/>
          </a:bodyPr>
          <a:lstStyle/>
          <a:p>
            <a:r>
              <a:rPr lang="en-US" altLang="zh-CN" sz="4000" dirty="0">
                <a:solidFill>
                  <a:srgbClr val="605E5E"/>
                </a:solidFill>
                <a:latin typeface="Impact" panose="020B0806030902050204" pitchFamily="34" charset="0"/>
                <a:cs typeface="Aharoni" panose="02010803020104030203" pitchFamily="2" charset="-79"/>
              </a:rPr>
              <a:t>02</a:t>
            </a:r>
            <a:endParaRPr lang="zh-CN" altLang="en-US" sz="4000" dirty="0">
              <a:solidFill>
                <a:srgbClr val="605E5E"/>
              </a:solidFill>
              <a:latin typeface="Impact" panose="020B0806030902050204" pitchFamily="34" charset="0"/>
              <a:cs typeface="Aharoni" panose="02010803020104030203" pitchFamily="2" charset="-79"/>
            </a:endParaRPr>
          </a:p>
        </p:txBody>
      </p:sp>
      <p:sp>
        <p:nvSpPr>
          <p:cNvPr id="132" name="文本框 131"/>
          <p:cNvSpPr txBox="1"/>
          <p:nvPr/>
        </p:nvSpPr>
        <p:spPr>
          <a:xfrm>
            <a:off x="6248582" y="5177236"/>
            <a:ext cx="1498039" cy="369332"/>
          </a:xfrm>
          <a:prstGeom prst="rect">
            <a:avLst/>
          </a:prstGeom>
          <a:noFill/>
        </p:spPr>
        <p:txBody>
          <a:bodyPr wrap="none" rtlCol="0">
            <a:spAutoFit/>
          </a:bodyPr>
          <a:lstStyle/>
          <a:p>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Sample Text</a:t>
            </a:r>
            <a:r>
              <a:rPr lang="en-US" altLang="zh-CN" dirty="0">
                <a:solidFill>
                  <a:srgbClr val="859291"/>
                </a:solidFill>
                <a:latin typeface="Tahoma" panose="020B0604030504040204" pitchFamily="34" charset="0"/>
                <a:ea typeface="Tahoma" panose="020B0604030504040204" pitchFamily="34" charset="0"/>
                <a:cs typeface="Tahoma" panose="020B0604030504040204" pitchFamily="34" charset="0"/>
              </a:rPr>
              <a:t>.</a:t>
            </a:r>
            <a:endParaRPr lang="zh-CN" altLang="en-US" dirty="0">
              <a:solidFill>
                <a:srgbClr val="859291"/>
              </a:solidFill>
              <a:latin typeface="Tahoma" panose="020B0604030504040204" pitchFamily="34" charset="0"/>
              <a:cs typeface="Tahoma" panose="020B0604030504040204" pitchFamily="34" charset="0"/>
            </a:endParaRPr>
          </a:p>
        </p:txBody>
      </p:sp>
      <p:sp>
        <p:nvSpPr>
          <p:cNvPr id="133" name="文本框 132"/>
          <p:cNvSpPr txBox="1"/>
          <p:nvPr/>
        </p:nvSpPr>
        <p:spPr>
          <a:xfrm>
            <a:off x="8746282" y="5514921"/>
            <a:ext cx="716863" cy="707886"/>
          </a:xfrm>
          <a:prstGeom prst="rect">
            <a:avLst/>
          </a:prstGeom>
          <a:noFill/>
        </p:spPr>
        <p:txBody>
          <a:bodyPr wrap="none" rtlCol="0">
            <a:spAutoFit/>
          </a:bodyPr>
          <a:lstStyle/>
          <a:p>
            <a:r>
              <a:rPr lang="en-US" altLang="zh-CN" sz="4000" dirty="0">
                <a:solidFill>
                  <a:srgbClr val="605E5E"/>
                </a:solidFill>
                <a:latin typeface="Impact" panose="020B0806030902050204" pitchFamily="34" charset="0"/>
                <a:cs typeface="Aharoni" panose="02010803020104030203" pitchFamily="2" charset="-79"/>
              </a:rPr>
              <a:t>04</a:t>
            </a:r>
            <a:endParaRPr lang="zh-CN" altLang="en-US" sz="4000" dirty="0">
              <a:solidFill>
                <a:srgbClr val="605E5E"/>
              </a:solidFill>
              <a:latin typeface="Impact" panose="020B0806030902050204" pitchFamily="34" charset="0"/>
              <a:cs typeface="Aharoni" panose="02010803020104030203" pitchFamily="2" charset="-79"/>
            </a:endParaRPr>
          </a:p>
        </p:txBody>
      </p:sp>
      <p:sp>
        <p:nvSpPr>
          <p:cNvPr id="134" name="文本框 133"/>
          <p:cNvSpPr txBox="1"/>
          <p:nvPr/>
        </p:nvSpPr>
        <p:spPr>
          <a:xfrm>
            <a:off x="8014672" y="6091901"/>
            <a:ext cx="1498039" cy="369332"/>
          </a:xfrm>
          <a:prstGeom prst="rect">
            <a:avLst/>
          </a:prstGeom>
          <a:noFill/>
        </p:spPr>
        <p:txBody>
          <a:bodyPr wrap="none" rtlCol="0">
            <a:spAutoFit/>
          </a:bodyPr>
          <a:lstStyle/>
          <a:p>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Sample Text</a:t>
            </a:r>
            <a:r>
              <a:rPr lang="en-US" altLang="zh-CN" dirty="0">
                <a:solidFill>
                  <a:srgbClr val="859291"/>
                </a:solidFill>
                <a:latin typeface="Tahoma" panose="020B0604030504040204" pitchFamily="34" charset="0"/>
                <a:ea typeface="Tahoma" panose="020B0604030504040204" pitchFamily="34" charset="0"/>
                <a:cs typeface="Tahoma" panose="020B0604030504040204" pitchFamily="34" charset="0"/>
              </a:rPr>
              <a:t>.</a:t>
            </a:r>
            <a:endParaRPr lang="zh-CN" altLang="en-US" dirty="0">
              <a:solidFill>
                <a:srgbClr val="859291"/>
              </a:solidFill>
              <a:latin typeface="Tahoma" panose="020B0604030504040204" pitchFamily="34" charset="0"/>
              <a:cs typeface="Tahoma" panose="020B0604030504040204" pitchFamily="34" charset="0"/>
            </a:endParaRPr>
          </a:p>
        </p:txBody>
      </p:sp>
      <p:sp>
        <p:nvSpPr>
          <p:cNvPr id="135" name="文本框 134"/>
          <p:cNvSpPr txBox="1"/>
          <p:nvPr/>
        </p:nvSpPr>
        <p:spPr>
          <a:xfrm>
            <a:off x="7617989" y="601520"/>
            <a:ext cx="732893" cy="707886"/>
          </a:xfrm>
          <a:prstGeom prst="rect">
            <a:avLst/>
          </a:prstGeom>
          <a:noFill/>
        </p:spPr>
        <p:txBody>
          <a:bodyPr wrap="none" rtlCol="0">
            <a:spAutoFit/>
          </a:bodyPr>
          <a:lstStyle/>
          <a:p>
            <a:r>
              <a:rPr lang="en-US" altLang="zh-CN" sz="4000" dirty="0">
                <a:solidFill>
                  <a:srgbClr val="605E5E"/>
                </a:solidFill>
                <a:latin typeface="Impact" panose="020B0806030902050204" pitchFamily="34" charset="0"/>
                <a:cs typeface="Aharoni" panose="02010803020104030203" pitchFamily="2" charset="-79"/>
              </a:rPr>
              <a:t>03</a:t>
            </a:r>
            <a:endParaRPr lang="zh-CN" altLang="en-US" sz="4000" dirty="0">
              <a:solidFill>
                <a:srgbClr val="605E5E"/>
              </a:solidFill>
              <a:latin typeface="Impact" panose="020B0806030902050204" pitchFamily="34" charset="0"/>
              <a:cs typeface="Aharoni" panose="02010803020104030203" pitchFamily="2" charset="-79"/>
            </a:endParaRPr>
          </a:p>
        </p:txBody>
      </p:sp>
      <p:sp>
        <p:nvSpPr>
          <p:cNvPr id="136" name="文本框 135"/>
          <p:cNvSpPr txBox="1"/>
          <p:nvPr/>
        </p:nvSpPr>
        <p:spPr>
          <a:xfrm>
            <a:off x="6886379" y="1178500"/>
            <a:ext cx="1498039" cy="369332"/>
          </a:xfrm>
          <a:prstGeom prst="rect">
            <a:avLst/>
          </a:prstGeom>
          <a:noFill/>
        </p:spPr>
        <p:txBody>
          <a:bodyPr wrap="none" rtlCol="0">
            <a:spAutoFit/>
          </a:bodyPr>
          <a:lstStyle/>
          <a:p>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Sample Text</a:t>
            </a:r>
            <a:r>
              <a:rPr lang="en-US" altLang="zh-CN" dirty="0">
                <a:solidFill>
                  <a:srgbClr val="859291"/>
                </a:solidFill>
                <a:latin typeface="Tahoma" panose="020B0604030504040204" pitchFamily="34" charset="0"/>
                <a:ea typeface="Tahoma" panose="020B0604030504040204" pitchFamily="34" charset="0"/>
                <a:cs typeface="Tahoma" panose="020B0604030504040204" pitchFamily="34" charset="0"/>
              </a:rPr>
              <a:t>.</a:t>
            </a:r>
            <a:endParaRPr lang="zh-CN" altLang="en-US" dirty="0">
              <a:solidFill>
                <a:srgbClr val="859291"/>
              </a:solidFill>
              <a:latin typeface="Tahoma" panose="020B0604030504040204" pitchFamily="34" charset="0"/>
              <a:cs typeface="Tahoma" panose="020B0604030504040204" pitchFamily="34" charset="0"/>
            </a:endParaRPr>
          </a:p>
        </p:txBody>
      </p:sp>
      <p:sp>
        <p:nvSpPr>
          <p:cNvPr id="56"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四项递进</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611838250"/>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Freeform 40"/>
          <p:cNvSpPr>
            <a:spLocks/>
          </p:cNvSpPr>
          <p:nvPr/>
        </p:nvSpPr>
        <p:spPr bwMode="auto">
          <a:xfrm>
            <a:off x="7897979" y="2560895"/>
            <a:ext cx="2722124" cy="2444498"/>
          </a:xfrm>
          <a:custGeom>
            <a:avLst/>
            <a:gdLst>
              <a:gd name="T0" fmla="*/ 1149 w 1149"/>
              <a:gd name="T1" fmla="*/ 515 h 1030"/>
              <a:gd name="T2" fmla="*/ 1020 w 1149"/>
              <a:gd name="T3" fmla="*/ 412 h 1030"/>
              <a:gd name="T4" fmla="*/ 515 w 1149"/>
              <a:gd name="T5" fmla="*/ 0 h 1030"/>
              <a:gd name="T6" fmla="*/ 0 w 1149"/>
              <a:gd name="T7" fmla="*/ 515 h 1030"/>
              <a:gd name="T8" fmla="*/ 515 w 1149"/>
              <a:gd name="T9" fmla="*/ 1030 h 1030"/>
              <a:gd name="T10" fmla="*/ 1020 w 1149"/>
              <a:gd name="T11" fmla="*/ 618 h 1030"/>
              <a:gd name="T12" fmla="*/ 1149 w 1149"/>
              <a:gd name="T13" fmla="*/ 515 h 1030"/>
            </a:gdLst>
            <a:ahLst/>
            <a:cxnLst>
              <a:cxn ang="0">
                <a:pos x="T0" y="T1"/>
              </a:cxn>
              <a:cxn ang="0">
                <a:pos x="T2" y="T3"/>
              </a:cxn>
              <a:cxn ang="0">
                <a:pos x="T4" y="T5"/>
              </a:cxn>
              <a:cxn ang="0">
                <a:pos x="T6" y="T7"/>
              </a:cxn>
              <a:cxn ang="0">
                <a:pos x="T8" y="T9"/>
              </a:cxn>
              <a:cxn ang="0">
                <a:pos x="T10" y="T11"/>
              </a:cxn>
              <a:cxn ang="0">
                <a:pos x="T12" y="T13"/>
              </a:cxn>
            </a:cxnLst>
            <a:rect l="0" t="0" r="r" b="b"/>
            <a:pathLst>
              <a:path w="1149" h="1030">
                <a:moveTo>
                  <a:pt x="1149" y="515"/>
                </a:moveTo>
                <a:cubicBezTo>
                  <a:pt x="1020" y="412"/>
                  <a:pt x="1020" y="412"/>
                  <a:pt x="1020" y="412"/>
                </a:cubicBezTo>
                <a:cubicBezTo>
                  <a:pt x="972" y="177"/>
                  <a:pt x="764" y="0"/>
                  <a:pt x="515" y="0"/>
                </a:cubicBezTo>
                <a:cubicBezTo>
                  <a:pt x="231" y="0"/>
                  <a:pt x="0" y="231"/>
                  <a:pt x="0" y="515"/>
                </a:cubicBezTo>
                <a:cubicBezTo>
                  <a:pt x="0" y="799"/>
                  <a:pt x="231" y="1030"/>
                  <a:pt x="515" y="1030"/>
                </a:cubicBezTo>
                <a:cubicBezTo>
                  <a:pt x="764" y="1030"/>
                  <a:pt x="972" y="853"/>
                  <a:pt x="1020" y="618"/>
                </a:cubicBezTo>
                <a:lnTo>
                  <a:pt x="1149" y="515"/>
                </a:lnTo>
                <a:close/>
              </a:path>
            </a:pathLst>
          </a:custGeom>
          <a:gradFill flip="none" rotWithShape="1">
            <a:gsLst>
              <a:gs pos="100000">
                <a:srgbClr val="FFFFFF">
                  <a:lumMod val="100000"/>
                </a:srgbClr>
              </a:gs>
              <a:gs pos="0">
                <a:srgbClr val="D9D9DA"/>
              </a:gs>
            </a:gsLst>
            <a:lin ang="2700000" scaled="1"/>
            <a:tileRect/>
          </a:gradFill>
          <a:ln w="19050">
            <a:gradFill flip="none" rotWithShape="1">
              <a:gsLst>
                <a:gs pos="100000">
                  <a:srgbClr val="FFFFFF"/>
                </a:gs>
                <a:gs pos="0">
                  <a:srgbClr val="D9D9DA"/>
                </a:gs>
              </a:gsLst>
              <a:lin ang="13500000" scaled="1"/>
              <a:tileRect/>
            </a:gra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1" name="Freeform 41"/>
          <p:cNvSpPr>
            <a:spLocks noEditPoints="1"/>
          </p:cNvSpPr>
          <p:nvPr/>
        </p:nvSpPr>
        <p:spPr bwMode="auto">
          <a:xfrm>
            <a:off x="7897979" y="2560895"/>
            <a:ext cx="2722124" cy="2444498"/>
          </a:xfrm>
          <a:custGeom>
            <a:avLst/>
            <a:gdLst>
              <a:gd name="T0" fmla="*/ 1020 w 1149"/>
              <a:gd name="T1" fmla="*/ 412 h 1030"/>
              <a:gd name="T2" fmla="*/ 515 w 1149"/>
              <a:gd name="T3" fmla="*/ 0 h 1030"/>
              <a:gd name="T4" fmla="*/ 0 w 1149"/>
              <a:gd name="T5" fmla="*/ 515 h 1030"/>
              <a:gd name="T6" fmla="*/ 515 w 1149"/>
              <a:gd name="T7" fmla="*/ 1030 h 1030"/>
              <a:gd name="T8" fmla="*/ 1020 w 1149"/>
              <a:gd name="T9" fmla="*/ 618 h 1030"/>
              <a:gd name="T10" fmla="*/ 1149 w 1149"/>
              <a:gd name="T11" fmla="*/ 515 h 1030"/>
              <a:gd name="T12" fmla="*/ 1020 w 1149"/>
              <a:gd name="T13" fmla="*/ 412 h 1030"/>
              <a:gd name="T14" fmla="*/ 515 w 1149"/>
              <a:gd name="T15" fmla="*/ 979 h 1030"/>
              <a:gd name="T16" fmla="*/ 51 w 1149"/>
              <a:gd name="T17" fmla="*/ 515 h 1030"/>
              <a:gd name="T18" fmla="*/ 515 w 1149"/>
              <a:gd name="T19" fmla="*/ 51 h 1030"/>
              <a:gd name="T20" fmla="*/ 979 w 1149"/>
              <a:gd name="T21" fmla="*/ 515 h 1030"/>
              <a:gd name="T22" fmla="*/ 515 w 1149"/>
              <a:gd name="T23" fmla="*/ 979 h 1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49" h="1030">
                <a:moveTo>
                  <a:pt x="1020" y="412"/>
                </a:moveTo>
                <a:cubicBezTo>
                  <a:pt x="972" y="177"/>
                  <a:pt x="764" y="0"/>
                  <a:pt x="515" y="0"/>
                </a:cubicBezTo>
                <a:cubicBezTo>
                  <a:pt x="231" y="0"/>
                  <a:pt x="0" y="231"/>
                  <a:pt x="0" y="515"/>
                </a:cubicBezTo>
                <a:cubicBezTo>
                  <a:pt x="0" y="799"/>
                  <a:pt x="231" y="1030"/>
                  <a:pt x="515" y="1030"/>
                </a:cubicBezTo>
                <a:cubicBezTo>
                  <a:pt x="764" y="1030"/>
                  <a:pt x="972" y="853"/>
                  <a:pt x="1020" y="618"/>
                </a:cubicBezTo>
                <a:cubicBezTo>
                  <a:pt x="1149" y="515"/>
                  <a:pt x="1149" y="515"/>
                  <a:pt x="1149" y="515"/>
                </a:cubicBezTo>
                <a:lnTo>
                  <a:pt x="1020" y="412"/>
                </a:lnTo>
                <a:close/>
                <a:moveTo>
                  <a:pt x="515" y="979"/>
                </a:moveTo>
                <a:cubicBezTo>
                  <a:pt x="259" y="979"/>
                  <a:pt x="51" y="771"/>
                  <a:pt x="51" y="515"/>
                </a:cubicBezTo>
                <a:cubicBezTo>
                  <a:pt x="51" y="259"/>
                  <a:pt x="259" y="51"/>
                  <a:pt x="515" y="51"/>
                </a:cubicBezTo>
                <a:cubicBezTo>
                  <a:pt x="771" y="51"/>
                  <a:pt x="979" y="259"/>
                  <a:pt x="979" y="515"/>
                </a:cubicBezTo>
                <a:cubicBezTo>
                  <a:pt x="979" y="771"/>
                  <a:pt x="771" y="979"/>
                  <a:pt x="515" y="979"/>
                </a:cubicBezTo>
                <a:close/>
              </a:path>
            </a:pathLst>
          </a:custGeom>
          <a:solidFill>
            <a:srgbClr val="4BAEE2"/>
          </a:solidFill>
          <a:ln>
            <a:noFill/>
          </a:ln>
          <a:effectLst>
            <a:outerShdw blurRad="50800" dist="38100" algn="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 name="Freeform 42"/>
          <p:cNvSpPr>
            <a:spLocks/>
          </p:cNvSpPr>
          <p:nvPr/>
        </p:nvSpPr>
        <p:spPr bwMode="auto">
          <a:xfrm>
            <a:off x="5856673" y="2560895"/>
            <a:ext cx="2722124" cy="2444498"/>
          </a:xfrm>
          <a:custGeom>
            <a:avLst/>
            <a:gdLst>
              <a:gd name="T0" fmla="*/ 1149 w 1149"/>
              <a:gd name="T1" fmla="*/ 515 h 1030"/>
              <a:gd name="T2" fmla="*/ 1019 w 1149"/>
              <a:gd name="T3" fmla="*/ 412 h 1030"/>
              <a:gd name="T4" fmla="*/ 515 w 1149"/>
              <a:gd name="T5" fmla="*/ 0 h 1030"/>
              <a:gd name="T6" fmla="*/ 0 w 1149"/>
              <a:gd name="T7" fmla="*/ 515 h 1030"/>
              <a:gd name="T8" fmla="*/ 515 w 1149"/>
              <a:gd name="T9" fmla="*/ 1030 h 1030"/>
              <a:gd name="T10" fmla="*/ 1019 w 1149"/>
              <a:gd name="T11" fmla="*/ 618 h 1030"/>
              <a:gd name="T12" fmla="*/ 1149 w 1149"/>
              <a:gd name="T13" fmla="*/ 515 h 1030"/>
            </a:gdLst>
            <a:ahLst/>
            <a:cxnLst>
              <a:cxn ang="0">
                <a:pos x="T0" y="T1"/>
              </a:cxn>
              <a:cxn ang="0">
                <a:pos x="T2" y="T3"/>
              </a:cxn>
              <a:cxn ang="0">
                <a:pos x="T4" y="T5"/>
              </a:cxn>
              <a:cxn ang="0">
                <a:pos x="T6" y="T7"/>
              </a:cxn>
              <a:cxn ang="0">
                <a:pos x="T8" y="T9"/>
              </a:cxn>
              <a:cxn ang="0">
                <a:pos x="T10" y="T11"/>
              </a:cxn>
              <a:cxn ang="0">
                <a:pos x="T12" y="T13"/>
              </a:cxn>
            </a:cxnLst>
            <a:rect l="0" t="0" r="r" b="b"/>
            <a:pathLst>
              <a:path w="1149" h="1030">
                <a:moveTo>
                  <a:pt x="1149" y="515"/>
                </a:moveTo>
                <a:cubicBezTo>
                  <a:pt x="1019" y="412"/>
                  <a:pt x="1019" y="412"/>
                  <a:pt x="1019" y="412"/>
                </a:cubicBezTo>
                <a:cubicBezTo>
                  <a:pt x="971" y="177"/>
                  <a:pt x="764" y="0"/>
                  <a:pt x="515" y="0"/>
                </a:cubicBezTo>
                <a:cubicBezTo>
                  <a:pt x="231" y="0"/>
                  <a:pt x="0" y="231"/>
                  <a:pt x="0" y="515"/>
                </a:cubicBezTo>
                <a:cubicBezTo>
                  <a:pt x="0" y="799"/>
                  <a:pt x="231" y="1030"/>
                  <a:pt x="515" y="1030"/>
                </a:cubicBezTo>
                <a:cubicBezTo>
                  <a:pt x="764" y="1030"/>
                  <a:pt x="971" y="853"/>
                  <a:pt x="1019" y="618"/>
                </a:cubicBezTo>
                <a:lnTo>
                  <a:pt x="1149" y="515"/>
                </a:lnTo>
                <a:close/>
              </a:path>
            </a:pathLst>
          </a:custGeom>
          <a:gradFill flip="none" rotWithShape="1">
            <a:gsLst>
              <a:gs pos="100000">
                <a:srgbClr val="FFFFFF">
                  <a:lumMod val="100000"/>
                </a:srgbClr>
              </a:gs>
              <a:gs pos="0">
                <a:srgbClr val="D9D9DA"/>
              </a:gs>
            </a:gsLst>
            <a:lin ang="2700000" scaled="1"/>
            <a:tileRect/>
          </a:gradFill>
          <a:ln w="19050">
            <a:gradFill flip="none" rotWithShape="1">
              <a:gsLst>
                <a:gs pos="100000">
                  <a:srgbClr val="FFFFFF"/>
                </a:gs>
                <a:gs pos="0">
                  <a:srgbClr val="D9D9DA"/>
                </a:gs>
              </a:gsLst>
              <a:lin ang="13500000" scaled="1"/>
              <a:tileRect/>
            </a:gra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3" name="Freeform 43"/>
          <p:cNvSpPr>
            <a:spLocks noEditPoints="1"/>
          </p:cNvSpPr>
          <p:nvPr/>
        </p:nvSpPr>
        <p:spPr bwMode="auto">
          <a:xfrm>
            <a:off x="5856673" y="2560895"/>
            <a:ext cx="2722124" cy="2444498"/>
          </a:xfrm>
          <a:custGeom>
            <a:avLst/>
            <a:gdLst>
              <a:gd name="T0" fmla="*/ 1019 w 1149"/>
              <a:gd name="T1" fmla="*/ 412 h 1030"/>
              <a:gd name="T2" fmla="*/ 515 w 1149"/>
              <a:gd name="T3" fmla="*/ 0 h 1030"/>
              <a:gd name="T4" fmla="*/ 0 w 1149"/>
              <a:gd name="T5" fmla="*/ 515 h 1030"/>
              <a:gd name="T6" fmla="*/ 515 w 1149"/>
              <a:gd name="T7" fmla="*/ 1030 h 1030"/>
              <a:gd name="T8" fmla="*/ 1019 w 1149"/>
              <a:gd name="T9" fmla="*/ 618 h 1030"/>
              <a:gd name="T10" fmla="*/ 1149 w 1149"/>
              <a:gd name="T11" fmla="*/ 515 h 1030"/>
              <a:gd name="T12" fmla="*/ 1019 w 1149"/>
              <a:gd name="T13" fmla="*/ 412 h 1030"/>
              <a:gd name="T14" fmla="*/ 515 w 1149"/>
              <a:gd name="T15" fmla="*/ 979 h 1030"/>
              <a:gd name="T16" fmla="*/ 51 w 1149"/>
              <a:gd name="T17" fmla="*/ 515 h 1030"/>
              <a:gd name="T18" fmla="*/ 515 w 1149"/>
              <a:gd name="T19" fmla="*/ 51 h 1030"/>
              <a:gd name="T20" fmla="*/ 979 w 1149"/>
              <a:gd name="T21" fmla="*/ 515 h 1030"/>
              <a:gd name="T22" fmla="*/ 515 w 1149"/>
              <a:gd name="T23" fmla="*/ 979 h 1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49" h="1030">
                <a:moveTo>
                  <a:pt x="1019" y="412"/>
                </a:moveTo>
                <a:cubicBezTo>
                  <a:pt x="971" y="177"/>
                  <a:pt x="764" y="0"/>
                  <a:pt x="515" y="0"/>
                </a:cubicBezTo>
                <a:cubicBezTo>
                  <a:pt x="231" y="0"/>
                  <a:pt x="0" y="231"/>
                  <a:pt x="0" y="515"/>
                </a:cubicBezTo>
                <a:cubicBezTo>
                  <a:pt x="0" y="799"/>
                  <a:pt x="231" y="1030"/>
                  <a:pt x="515" y="1030"/>
                </a:cubicBezTo>
                <a:cubicBezTo>
                  <a:pt x="764" y="1030"/>
                  <a:pt x="971" y="853"/>
                  <a:pt x="1019" y="618"/>
                </a:cubicBezTo>
                <a:cubicBezTo>
                  <a:pt x="1149" y="515"/>
                  <a:pt x="1149" y="515"/>
                  <a:pt x="1149" y="515"/>
                </a:cubicBezTo>
                <a:lnTo>
                  <a:pt x="1019" y="412"/>
                </a:lnTo>
                <a:close/>
                <a:moveTo>
                  <a:pt x="515" y="979"/>
                </a:moveTo>
                <a:cubicBezTo>
                  <a:pt x="259" y="979"/>
                  <a:pt x="51" y="771"/>
                  <a:pt x="51" y="515"/>
                </a:cubicBezTo>
                <a:cubicBezTo>
                  <a:pt x="51" y="259"/>
                  <a:pt x="259" y="51"/>
                  <a:pt x="515" y="51"/>
                </a:cubicBezTo>
                <a:cubicBezTo>
                  <a:pt x="771" y="51"/>
                  <a:pt x="979" y="259"/>
                  <a:pt x="979" y="515"/>
                </a:cubicBezTo>
                <a:cubicBezTo>
                  <a:pt x="979" y="771"/>
                  <a:pt x="771" y="979"/>
                  <a:pt x="515" y="979"/>
                </a:cubicBezTo>
                <a:close/>
              </a:path>
            </a:pathLst>
          </a:custGeom>
          <a:solidFill>
            <a:schemeClr val="tx1">
              <a:lumMod val="65000"/>
              <a:lumOff val="35000"/>
            </a:schemeClr>
          </a:solidFill>
          <a:ln>
            <a:noFill/>
          </a:ln>
          <a:effectLst>
            <a:outerShdw blurRad="50800" dist="38100" algn="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 name="Freeform 44"/>
          <p:cNvSpPr>
            <a:spLocks/>
          </p:cNvSpPr>
          <p:nvPr/>
        </p:nvSpPr>
        <p:spPr bwMode="auto">
          <a:xfrm>
            <a:off x="3814216" y="2560895"/>
            <a:ext cx="2719821" cy="2444498"/>
          </a:xfrm>
          <a:custGeom>
            <a:avLst/>
            <a:gdLst>
              <a:gd name="T0" fmla="*/ 1148 w 1148"/>
              <a:gd name="T1" fmla="*/ 515 h 1030"/>
              <a:gd name="T2" fmla="*/ 1019 w 1148"/>
              <a:gd name="T3" fmla="*/ 412 h 1030"/>
              <a:gd name="T4" fmla="*/ 515 w 1148"/>
              <a:gd name="T5" fmla="*/ 0 h 1030"/>
              <a:gd name="T6" fmla="*/ 0 w 1148"/>
              <a:gd name="T7" fmla="*/ 515 h 1030"/>
              <a:gd name="T8" fmla="*/ 515 w 1148"/>
              <a:gd name="T9" fmla="*/ 1030 h 1030"/>
              <a:gd name="T10" fmla="*/ 1019 w 1148"/>
              <a:gd name="T11" fmla="*/ 618 h 1030"/>
              <a:gd name="T12" fmla="*/ 1148 w 1148"/>
              <a:gd name="T13" fmla="*/ 515 h 1030"/>
            </a:gdLst>
            <a:ahLst/>
            <a:cxnLst>
              <a:cxn ang="0">
                <a:pos x="T0" y="T1"/>
              </a:cxn>
              <a:cxn ang="0">
                <a:pos x="T2" y="T3"/>
              </a:cxn>
              <a:cxn ang="0">
                <a:pos x="T4" y="T5"/>
              </a:cxn>
              <a:cxn ang="0">
                <a:pos x="T6" y="T7"/>
              </a:cxn>
              <a:cxn ang="0">
                <a:pos x="T8" y="T9"/>
              </a:cxn>
              <a:cxn ang="0">
                <a:pos x="T10" y="T11"/>
              </a:cxn>
              <a:cxn ang="0">
                <a:pos x="T12" y="T13"/>
              </a:cxn>
            </a:cxnLst>
            <a:rect l="0" t="0" r="r" b="b"/>
            <a:pathLst>
              <a:path w="1148" h="1030">
                <a:moveTo>
                  <a:pt x="1148" y="515"/>
                </a:moveTo>
                <a:cubicBezTo>
                  <a:pt x="1019" y="412"/>
                  <a:pt x="1019" y="412"/>
                  <a:pt x="1019" y="412"/>
                </a:cubicBezTo>
                <a:cubicBezTo>
                  <a:pt x="971" y="177"/>
                  <a:pt x="763" y="0"/>
                  <a:pt x="515" y="0"/>
                </a:cubicBezTo>
                <a:cubicBezTo>
                  <a:pt x="230" y="0"/>
                  <a:pt x="0" y="231"/>
                  <a:pt x="0" y="515"/>
                </a:cubicBezTo>
                <a:cubicBezTo>
                  <a:pt x="0" y="799"/>
                  <a:pt x="230" y="1030"/>
                  <a:pt x="515" y="1030"/>
                </a:cubicBezTo>
                <a:cubicBezTo>
                  <a:pt x="763" y="1030"/>
                  <a:pt x="971" y="853"/>
                  <a:pt x="1019" y="618"/>
                </a:cubicBezTo>
                <a:lnTo>
                  <a:pt x="1148" y="515"/>
                </a:lnTo>
                <a:close/>
              </a:path>
            </a:pathLst>
          </a:custGeom>
          <a:gradFill flip="none" rotWithShape="1">
            <a:gsLst>
              <a:gs pos="100000">
                <a:srgbClr val="FFFFFF">
                  <a:lumMod val="100000"/>
                </a:srgbClr>
              </a:gs>
              <a:gs pos="0">
                <a:srgbClr val="D9D9DA"/>
              </a:gs>
            </a:gsLst>
            <a:lin ang="2700000" scaled="1"/>
            <a:tileRect/>
          </a:gradFill>
          <a:ln w="19050">
            <a:gradFill flip="none" rotWithShape="1">
              <a:gsLst>
                <a:gs pos="100000">
                  <a:srgbClr val="FFFFFF"/>
                </a:gs>
                <a:gs pos="0">
                  <a:srgbClr val="D9D9DA"/>
                </a:gs>
              </a:gsLst>
              <a:lin ang="13500000" scaled="1"/>
              <a:tileRect/>
            </a:gra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5" name="Freeform 45"/>
          <p:cNvSpPr>
            <a:spLocks noEditPoints="1"/>
          </p:cNvSpPr>
          <p:nvPr/>
        </p:nvSpPr>
        <p:spPr bwMode="auto">
          <a:xfrm>
            <a:off x="3814216" y="2560895"/>
            <a:ext cx="2719821" cy="2444498"/>
          </a:xfrm>
          <a:custGeom>
            <a:avLst/>
            <a:gdLst>
              <a:gd name="T0" fmla="*/ 1019 w 1148"/>
              <a:gd name="T1" fmla="*/ 412 h 1030"/>
              <a:gd name="T2" fmla="*/ 515 w 1148"/>
              <a:gd name="T3" fmla="*/ 0 h 1030"/>
              <a:gd name="T4" fmla="*/ 0 w 1148"/>
              <a:gd name="T5" fmla="*/ 515 h 1030"/>
              <a:gd name="T6" fmla="*/ 515 w 1148"/>
              <a:gd name="T7" fmla="*/ 1030 h 1030"/>
              <a:gd name="T8" fmla="*/ 1019 w 1148"/>
              <a:gd name="T9" fmla="*/ 618 h 1030"/>
              <a:gd name="T10" fmla="*/ 1148 w 1148"/>
              <a:gd name="T11" fmla="*/ 515 h 1030"/>
              <a:gd name="T12" fmla="*/ 1019 w 1148"/>
              <a:gd name="T13" fmla="*/ 412 h 1030"/>
              <a:gd name="T14" fmla="*/ 515 w 1148"/>
              <a:gd name="T15" fmla="*/ 979 h 1030"/>
              <a:gd name="T16" fmla="*/ 51 w 1148"/>
              <a:gd name="T17" fmla="*/ 515 h 1030"/>
              <a:gd name="T18" fmla="*/ 515 w 1148"/>
              <a:gd name="T19" fmla="*/ 51 h 1030"/>
              <a:gd name="T20" fmla="*/ 979 w 1148"/>
              <a:gd name="T21" fmla="*/ 515 h 1030"/>
              <a:gd name="T22" fmla="*/ 515 w 1148"/>
              <a:gd name="T23" fmla="*/ 979 h 1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48" h="1030">
                <a:moveTo>
                  <a:pt x="1019" y="412"/>
                </a:moveTo>
                <a:cubicBezTo>
                  <a:pt x="971" y="177"/>
                  <a:pt x="763" y="0"/>
                  <a:pt x="515" y="0"/>
                </a:cubicBezTo>
                <a:cubicBezTo>
                  <a:pt x="230" y="0"/>
                  <a:pt x="0" y="231"/>
                  <a:pt x="0" y="515"/>
                </a:cubicBezTo>
                <a:cubicBezTo>
                  <a:pt x="0" y="799"/>
                  <a:pt x="230" y="1030"/>
                  <a:pt x="515" y="1030"/>
                </a:cubicBezTo>
                <a:cubicBezTo>
                  <a:pt x="763" y="1030"/>
                  <a:pt x="971" y="853"/>
                  <a:pt x="1019" y="618"/>
                </a:cubicBezTo>
                <a:cubicBezTo>
                  <a:pt x="1148" y="515"/>
                  <a:pt x="1148" y="515"/>
                  <a:pt x="1148" y="515"/>
                </a:cubicBezTo>
                <a:lnTo>
                  <a:pt x="1019" y="412"/>
                </a:lnTo>
                <a:close/>
                <a:moveTo>
                  <a:pt x="515" y="979"/>
                </a:moveTo>
                <a:cubicBezTo>
                  <a:pt x="258" y="979"/>
                  <a:pt x="51" y="771"/>
                  <a:pt x="51" y="515"/>
                </a:cubicBezTo>
                <a:cubicBezTo>
                  <a:pt x="51" y="259"/>
                  <a:pt x="258" y="51"/>
                  <a:pt x="515" y="51"/>
                </a:cubicBezTo>
                <a:cubicBezTo>
                  <a:pt x="771" y="51"/>
                  <a:pt x="979" y="259"/>
                  <a:pt x="979" y="515"/>
                </a:cubicBezTo>
                <a:cubicBezTo>
                  <a:pt x="979" y="771"/>
                  <a:pt x="771" y="979"/>
                  <a:pt x="515" y="979"/>
                </a:cubicBezTo>
                <a:close/>
              </a:path>
            </a:pathLst>
          </a:custGeom>
          <a:solidFill>
            <a:srgbClr val="F3698A"/>
          </a:solidFill>
          <a:ln>
            <a:noFill/>
          </a:ln>
          <a:effectLst>
            <a:outerShdw blurRad="50800" dist="38100" algn="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 name="Freeform 46"/>
          <p:cNvSpPr>
            <a:spLocks/>
          </p:cNvSpPr>
          <p:nvPr/>
        </p:nvSpPr>
        <p:spPr bwMode="auto">
          <a:xfrm>
            <a:off x="1770607" y="2560895"/>
            <a:ext cx="2722124" cy="2444498"/>
          </a:xfrm>
          <a:custGeom>
            <a:avLst/>
            <a:gdLst>
              <a:gd name="T0" fmla="*/ 1149 w 1149"/>
              <a:gd name="T1" fmla="*/ 515 h 1030"/>
              <a:gd name="T2" fmla="*/ 1020 w 1149"/>
              <a:gd name="T3" fmla="*/ 412 h 1030"/>
              <a:gd name="T4" fmla="*/ 515 w 1149"/>
              <a:gd name="T5" fmla="*/ 0 h 1030"/>
              <a:gd name="T6" fmla="*/ 0 w 1149"/>
              <a:gd name="T7" fmla="*/ 515 h 1030"/>
              <a:gd name="T8" fmla="*/ 515 w 1149"/>
              <a:gd name="T9" fmla="*/ 1030 h 1030"/>
              <a:gd name="T10" fmla="*/ 1020 w 1149"/>
              <a:gd name="T11" fmla="*/ 618 h 1030"/>
              <a:gd name="T12" fmla="*/ 1149 w 1149"/>
              <a:gd name="T13" fmla="*/ 515 h 1030"/>
            </a:gdLst>
            <a:ahLst/>
            <a:cxnLst>
              <a:cxn ang="0">
                <a:pos x="T0" y="T1"/>
              </a:cxn>
              <a:cxn ang="0">
                <a:pos x="T2" y="T3"/>
              </a:cxn>
              <a:cxn ang="0">
                <a:pos x="T4" y="T5"/>
              </a:cxn>
              <a:cxn ang="0">
                <a:pos x="T6" y="T7"/>
              </a:cxn>
              <a:cxn ang="0">
                <a:pos x="T8" y="T9"/>
              </a:cxn>
              <a:cxn ang="0">
                <a:pos x="T10" y="T11"/>
              </a:cxn>
              <a:cxn ang="0">
                <a:pos x="T12" y="T13"/>
              </a:cxn>
            </a:cxnLst>
            <a:rect l="0" t="0" r="r" b="b"/>
            <a:pathLst>
              <a:path w="1149" h="1030">
                <a:moveTo>
                  <a:pt x="1149" y="515"/>
                </a:moveTo>
                <a:cubicBezTo>
                  <a:pt x="1020" y="412"/>
                  <a:pt x="1020" y="412"/>
                  <a:pt x="1020" y="412"/>
                </a:cubicBezTo>
                <a:cubicBezTo>
                  <a:pt x="972" y="177"/>
                  <a:pt x="764" y="0"/>
                  <a:pt x="515" y="0"/>
                </a:cubicBezTo>
                <a:cubicBezTo>
                  <a:pt x="231" y="0"/>
                  <a:pt x="0" y="231"/>
                  <a:pt x="0" y="515"/>
                </a:cubicBezTo>
                <a:cubicBezTo>
                  <a:pt x="0" y="799"/>
                  <a:pt x="231" y="1030"/>
                  <a:pt x="515" y="1030"/>
                </a:cubicBezTo>
                <a:cubicBezTo>
                  <a:pt x="764" y="1030"/>
                  <a:pt x="972" y="853"/>
                  <a:pt x="1020" y="618"/>
                </a:cubicBezTo>
                <a:lnTo>
                  <a:pt x="1149" y="515"/>
                </a:lnTo>
                <a:close/>
              </a:path>
            </a:pathLst>
          </a:custGeom>
          <a:gradFill flip="none" rotWithShape="1">
            <a:gsLst>
              <a:gs pos="100000">
                <a:srgbClr val="FFFFFF">
                  <a:lumMod val="100000"/>
                </a:srgbClr>
              </a:gs>
              <a:gs pos="0">
                <a:srgbClr val="D9D9DA"/>
              </a:gs>
            </a:gsLst>
            <a:lin ang="2700000" scaled="1"/>
            <a:tileRect/>
          </a:gradFill>
          <a:ln w="19050">
            <a:gradFill flip="none" rotWithShape="1">
              <a:gsLst>
                <a:gs pos="100000">
                  <a:srgbClr val="FFFFFF"/>
                </a:gs>
                <a:gs pos="0">
                  <a:srgbClr val="D9D9DA"/>
                </a:gs>
              </a:gsLst>
              <a:lin ang="13500000" scaled="1"/>
              <a:tileRect/>
            </a:gra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7" name="Freeform 47"/>
          <p:cNvSpPr>
            <a:spLocks noEditPoints="1"/>
          </p:cNvSpPr>
          <p:nvPr/>
        </p:nvSpPr>
        <p:spPr bwMode="auto">
          <a:xfrm>
            <a:off x="1770607" y="2560895"/>
            <a:ext cx="2722124" cy="2444498"/>
          </a:xfrm>
          <a:custGeom>
            <a:avLst/>
            <a:gdLst>
              <a:gd name="T0" fmla="*/ 1020 w 1149"/>
              <a:gd name="T1" fmla="*/ 412 h 1030"/>
              <a:gd name="T2" fmla="*/ 515 w 1149"/>
              <a:gd name="T3" fmla="*/ 0 h 1030"/>
              <a:gd name="T4" fmla="*/ 0 w 1149"/>
              <a:gd name="T5" fmla="*/ 515 h 1030"/>
              <a:gd name="T6" fmla="*/ 515 w 1149"/>
              <a:gd name="T7" fmla="*/ 1030 h 1030"/>
              <a:gd name="T8" fmla="*/ 1020 w 1149"/>
              <a:gd name="T9" fmla="*/ 618 h 1030"/>
              <a:gd name="T10" fmla="*/ 1149 w 1149"/>
              <a:gd name="T11" fmla="*/ 515 h 1030"/>
              <a:gd name="T12" fmla="*/ 1020 w 1149"/>
              <a:gd name="T13" fmla="*/ 412 h 1030"/>
              <a:gd name="T14" fmla="*/ 515 w 1149"/>
              <a:gd name="T15" fmla="*/ 979 h 1030"/>
              <a:gd name="T16" fmla="*/ 51 w 1149"/>
              <a:gd name="T17" fmla="*/ 515 h 1030"/>
              <a:gd name="T18" fmla="*/ 515 w 1149"/>
              <a:gd name="T19" fmla="*/ 51 h 1030"/>
              <a:gd name="T20" fmla="*/ 979 w 1149"/>
              <a:gd name="T21" fmla="*/ 515 h 1030"/>
              <a:gd name="T22" fmla="*/ 515 w 1149"/>
              <a:gd name="T23" fmla="*/ 979 h 1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49" h="1030">
                <a:moveTo>
                  <a:pt x="1020" y="412"/>
                </a:moveTo>
                <a:cubicBezTo>
                  <a:pt x="972" y="177"/>
                  <a:pt x="764" y="0"/>
                  <a:pt x="515" y="0"/>
                </a:cubicBezTo>
                <a:cubicBezTo>
                  <a:pt x="231" y="0"/>
                  <a:pt x="0" y="231"/>
                  <a:pt x="0" y="515"/>
                </a:cubicBezTo>
                <a:cubicBezTo>
                  <a:pt x="0" y="799"/>
                  <a:pt x="231" y="1030"/>
                  <a:pt x="515" y="1030"/>
                </a:cubicBezTo>
                <a:cubicBezTo>
                  <a:pt x="764" y="1030"/>
                  <a:pt x="972" y="853"/>
                  <a:pt x="1020" y="618"/>
                </a:cubicBezTo>
                <a:cubicBezTo>
                  <a:pt x="1149" y="515"/>
                  <a:pt x="1149" y="515"/>
                  <a:pt x="1149" y="515"/>
                </a:cubicBezTo>
                <a:lnTo>
                  <a:pt x="1020" y="412"/>
                </a:lnTo>
                <a:close/>
                <a:moveTo>
                  <a:pt x="515" y="979"/>
                </a:moveTo>
                <a:cubicBezTo>
                  <a:pt x="259" y="979"/>
                  <a:pt x="51" y="771"/>
                  <a:pt x="51" y="515"/>
                </a:cubicBezTo>
                <a:cubicBezTo>
                  <a:pt x="51" y="259"/>
                  <a:pt x="259" y="51"/>
                  <a:pt x="515" y="51"/>
                </a:cubicBezTo>
                <a:cubicBezTo>
                  <a:pt x="771" y="51"/>
                  <a:pt x="979" y="259"/>
                  <a:pt x="979" y="515"/>
                </a:cubicBezTo>
                <a:cubicBezTo>
                  <a:pt x="979" y="771"/>
                  <a:pt x="771" y="979"/>
                  <a:pt x="515" y="979"/>
                </a:cubicBezTo>
                <a:close/>
              </a:path>
            </a:pathLst>
          </a:custGeom>
          <a:solidFill>
            <a:srgbClr val="F6AC40"/>
          </a:solidFill>
          <a:ln>
            <a:noFill/>
          </a:ln>
          <a:effectLst>
            <a:outerShdw blurRad="50800" dist="38100" algn="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 name="Freeform 48"/>
          <p:cNvSpPr>
            <a:spLocks noEditPoints="1"/>
          </p:cNvSpPr>
          <p:nvPr/>
        </p:nvSpPr>
        <p:spPr bwMode="auto">
          <a:xfrm>
            <a:off x="4775925" y="3071555"/>
            <a:ext cx="630518" cy="630518"/>
          </a:xfrm>
          <a:custGeom>
            <a:avLst/>
            <a:gdLst>
              <a:gd name="T0" fmla="*/ 152 w 152"/>
              <a:gd name="T1" fmla="*/ 88 h 152"/>
              <a:gd name="T2" fmla="*/ 152 w 152"/>
              <a:gd name="T3" fmla="*/ 64 h 152"/>
              <a:gd name="T4" fmla="*/ 138 w 152"/>
              <a:gd name="T5" fmla="*/ 64 h 152"/>
              <a:gd name="T6" fmla="*/ 128 w 152"/>
              <a:gd name="T7" fmla="*/ 40 h 152"/>
              <a:gd name="T8" fmla="*/ 138 w 152"/>
              <a:gd name="T9" fmla="*/ 31 h 152"/>
              <a:gd name="T10" fmla="*/ 121 w 152"/>
              <a:gd name="T11" fmla="*/ 14 h 152"/>
              <a:gd name="T12" fmla="*/ 111 w 152"/>
              <a:gd name="T13" fmla="*/ 24 h 152"/>
              <a:gd name="T14" fmla="*/ 88 w 152"/>
              <a:gd name="T15" fmla="*/ 14 h 152"/>
              <a:gd name="T16" fmla="*/ 88 w 152"/>
              <a:gd name="T17" fmla="*/ 0 h 152"/>
              <a:gd name="T18" fmla="*/ 64 w 152"/>
              <a:gd name="T19" fmla="*/ 0 h 152"/>
              <a:gd name="T20" fmla="*/ 64 w 152"/>
              <a:gd name="T21" fmla="*/ 14 h 152"/>
              <a:gd name="T22" fmla="*/ 41 w 152"/>
              <a:gd name="T23" fmla="*/ 24 h 152"/>
              <a:gd name="T24" fmla="*/ 31 w 152"/>
              <a:gd name="T25" fmla="*/ 14 h 152"/>
              <a:gd name="T26" fmla="*/ 14 w 152"/>
              <a:gd name="T27" fmla="*/ 31 h 152"/>
              <a:gd name="T28" fmla="*/ 24 w 152"/>
              <a:gd name="T29" fmla="*/ 40 h 152"/>
              <a:gd name="T30" fmla="*/ 14 w 152"/>
              <a:gd name="T31" fmla="*/ 64 h 152"/>
              <a:gd name="T32" fmla="*/ 0 w 152"/>
              <a:gd name="T33" fmla="*/ 64 h 152"/>
              <a:gd name="T34" fmla="*/ 0 w 152"/>
              <a:gd name="T35" fmla="*/ 88 h 152"/>
              <a:gd name="T36" fmla="*/ 14 w 152"/>
              <a:gd name="T37" fmla="*/ 88 h 152"/>
              <a:gd name="T38" fmla="*/ 24 w 152"/>
              <a:gd name="T39" fmla="*/ 111 h 152"/>
              <a:gd name="T40" fmla="*/ 14 w 152"/>
              <a:gd name="T41" fmla="*/ 121 h 152"/>
              <a:gd name="T42" fmla="*/ 31 w 152"/>
              <a:gd name="T43" fmla="*/ 138 h 152"/>
              <a:gd name="T44" fmla="*/ 41 w 152"/>
              <a:gd name="T45" fmla="*/ 128 h 152"/>
              <a:gd name="T46" fmla="*/ 64 w 152"/>
              <a:gd name="T47" fmla="*/ 138 h 152"/>
              <a:gd name="T48" fmla="*/ 64 w 152"/>
              <a:gd name="T49" fmla="*/ 152 h 152"/>
              <a:gd name="T50" fmla="*/ 88 w 152"/>
              <a:gd name="T51" fmla="*/ 152 h 152"/>
              <a:gd name="T52" fmla="*/ 88 w 152"/>
              <a:gd name="T53" fmla="*/ 138 h 152"/>
              <a:gd name="T54" fmla="*/ 111 w 152"/>
              <a:gd name="T55" fmla="*/ 128 h 152"/>
              <a:gd name="T56" fmla="*/ 121 w 152"/>
              <a:gd name="T57" fmla="*/ 138 h 152"/>
              <a:gd name="T58" fmla="*/ 138 w 152"/>
              <a:gd name="T59" fmla="*/ 121 h 152"/>
              <a:gd name="T60" fmla="*/ 128 w 152"/>
              <a:gd name="T61" fmla="*/ 111 h 152"/>
              <a:gd name="T62" fmla="*/ 138 w 152"/>
              <a:gd name="T63" fmla="*/ 88 h 152"/>
              <a:gd name="T64" fmla="*/ 152 w 152"/>
              <a:gd name="T65" fmla="*/ 88 h 152"/>
              <a:gd name="T66" fmla="*/ 76 w 152"/>
              <a:gd name="T67" fmla="*/ 115 h 152"/>
              <a:gd name="T68" fmla="*/ 37 w 152"/>
              <a:gd name="T69" fmla="*/ 76 h 152"/>
              <a:gd name="T70" fmla="*/ 76 w 152"/>
              <a:gd name="T71" fmla="*/ 37 h 152"/>
              <a:gd name="T72" fmla="*/ 115 w 152"/>
              <a:gd name="T73" fmla="*/ 76 h 152"/>
              <a:gd name="T74" fmla="*/ 76 w 152"/>
              <a:gd name="T75" fmla="*/ 115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2" h="152">
                <a:moveTo>
                  <a:pt x="152" y="88"/>
                </a:moveTo>
                <a:cubicBezTo>
                  <a:pt x="152" y="64"/>
                  <a:pt x="152" y="64"/>
                  <a:pt x="152" y="64"/>
                </a:cubicBezTo>
                <a:cubicBezTo>
                  <a:pt x="138" y="64"/>
                  <a:pt x="138" y="64"/>
                  <a:pt x="138" y="64"/>
                </a:cubicBezTo>
                <a:cubicBezTo>
                  <a:pt x="136" y="55"/>
                  <a:pt x="133" y="47"/>
                  <a:pt x="128" y="40"/>
                </a:cubicBezTo>
                <a:cubicBezTo>
                  <a:pt x="138" y="31"/>
                  <a:pt x="138" y="31"/>
                  <a:pt x="138" y="31"/>
                </a:cubicBezTo>
                <a:cubicBezTo>
                  <a:pt x="121" y="14"/>
                  <a:pt x="121" y="14"/>
                  <a:pt x="121" y="14"/>
                </a:cubicBezTo>
                <a:cubicBezTo>
                  <a:pt x="111" y="24"/>
                  <a:pt x="111" y="24"/>
                  <a:pt x="111" y="24"/>
                </a:cubicBezTo>
                <a:cubicBezTo>
                  <a:pt x="104" y="19"/>
                  <a:pt x="96" y="16"/>
                  <a:pt x="88" y="14"/>
                </a:cubicBezTo>
                <a:cubicBezTo>
                  <a:pt x="88" y="0"/>
                  <a:pt x="88" y="0"/>
                  <a:pt x="88" y="0"/>
                </a:cubicBezTo>
                <a:cubicBezTo>
                  <a:pt x="64" y="0"/>
                  <a:pt x="64" y="0"/>
                  <a:pt x="64" y="0"/>
                </a:cubicBezTo>
                <a:cubicBezTo>
                  <a:pt x="64" y="14"/>
                  <a:pt x="64" y="14"/>
                  <a:pt x="64" y="14"/>
                </a:cubicBezTo>
                <a:cubicBezTo>
                  <a:pt x="56" y="16"/>
                  <a:pt x="48" y="19"/>
                  <a:pt x="41" y="24"/>
                </a:cubicBezTo>
                <a:cubicBezTo>
                  <a:pt x="31" y="14"/>
                  <a:pt x="31" y="14"/>
                  <a:pt x="31" y="14"/>
                </a:cubicBezTo>
                <a:cubicBezTo>
                  <a:pt x="14" y="31"/>
                  <a:pt x="14" y="31"/>
                  <a:pt x="14" y="31"/>
                </a:cubicBezTo>
                <a:cubicBezTo>
                  <a:pt x="24" y="40"/>
                  <a:pt x="24" y="40"/>
                  <a:pt x="24" y="40"/>
                </a:cubicBezTo>
                <a:cubicBezTo>
                  <a:pt x="19" y="47"/>
                  <a:pt x="16" y="55"/>
                  <a:pt x="14" y="64"/>
                </a:cubicBezTo>
                <a:cubicBezTo>
                  <a:pt x="0" y="64"/>
                  <a:pt x="0" y="64"/>
                  <a:pt x="0" y="64"/>
                </a:cubicBezTo>
                <a:cubicBezTo>
                  <a:pt x="0" y="88"/>
                  <a:pt x="0" y="88"/>
                  <a:pt x="0" y="88"/>
                </a:cubicBezTo>
                <a:cubicBezTo>
                  <a:pt x="14" y="88"/>
                  <a:pt x="14" y="88"/>
                  <a:pt x="14" y="88"/>
                </a:cubicBezTo>
                <a:cubicBezTo>
                  <a:pt x="16" y="96"/>
                  <a:pt x="19" y="104"/>
                  <a:pt x="24" y="111"/>
                </a:cubicBezTo>
                <a:cubicBezTo>
                  <a:pt x="14" y="121"/>
                  <a:pt x="14" y="121"/>
                  <a:pt x="14" y="121"/>
                </a:cubicBezTo>
                <a:cubicBezTo>
                  <a:pt x="31" y="138"/>
                  <a:pt x="31" y="138"/>
                  <a:pt x="31" y="138"/>
                </a:cubicBezTo>
                <a:cubicBezTo>
                  <a:pt x="41" y="128"/>
                  <a:pt x="41" y="128"/>
                  <a:pt x="41" y="128"/>
                </a:cubicBezTo>
                <a:cubicBezTo>
                  <a:pt x="48" y="133"/>
                  <a:pt x="56" y="136"/>
                  <a:pt x="64" y="138"/>
                </a:cubicBezTo>
                <a:cubicBezTo>
                  <a:pt x="64" y="152"/>
                  <a:pt x="64" y="152"/>
                  <a:pt x="64" y="152"/>
                </a:cubicBezTo>
                <a:cubicBezTo>
                  <a:pt x="88" y="152"/>
                  <a:pt x="88" y="152"/>
                  <a:pt x="88" y="152"/>
                </a:cubicBezTo>
                <a:cubicBezTo>
                  <a:pt x="88" y="138"/>
                  <a:pt x="88" y="138"/>
                  <a:pt x="88" y="138"/>
                </a:cubicBezTo>
                <a:cubicBezTo>
                  <a:pt x="96" y="136"/>
                  <a:pt x="104" y="133"/>
                  <a:pt x="111" y="128"/>
                </a:cubicBezTo>
                <a:cubicBezTo>
                  <a:pt x="121" y="138"/>
                  <a:pt x="121" y="138"/>
                  <a:pt x="121" y="138"/>
                </a:cubicBezTo>
                <a:cubicBezTo>
                  <a:pt x="138" y="121"/>
                  <a:pt x="138" y="121"/>
                  <a:pt x="138" y="121"/>
                </a:cubicBezTo>
                <a:cubicBezTo>
                  <a:pt x="128" y="111"/>
                  <a:pt x="128" y="111"/>
                  <a:pt x="128" y="111"/>
                </a:cubicBezTo>
                <a:cubicBezTo>
                  <a:pt x="133" y="104"/>
                  <a:pt x="136" y="96"/>
                  <a:pt x="138" y="88"/>
                </a:cubicBezTo>
                <a:lnTo>
                  <a:pt x="152" y="88"/>
                </a:lnTo>
                <a:close/>
                <a:moveTo>
                  <a:pt x="76" y="115"/>
                </a:moveTo>
                <a:cubicBezTo>
                  <a:pt x="54" y="115"/>
                  <a:pt x="37" y="98"/>
                  <a:pt x="37" y="76"/>
                </a:cubicBezTo>
                <a:cubicBezTo>
                  <a:pt x="37" y="54"/>
                  <a:pt x="54" y="37"/>
                  <a:pt x="76" y="37"/>
                </a:cubicBezTo>
                <a:cubicBezTo>
                  <a:pt x="98" y="37"/>
                  <a:pt x="115" y="54"/>
                  <a:pt x="115" y="76"/>
                </a:cubicBezTo>
                <a:cubicBezTo>
                  <a:pt x="115" y="98"/>
                  <a:pt x="98" y="115"/>
                  <a:pt x="76" y="115"/>
                </a:cubicBezTo>
                <a:close/>
              </a:path>
            </a:pathLst>
          </a:custGeom>
          <a:solidFill>
            <a:srgbClr val="44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 name="Freeform 49"/>
          <p:cNvSpPr>
            <a:spLocks noEditPoints="1"/>
          </p:cNvSpPr>
          <p:nvPr/>
        </p:nvSpPr>
        <p:spPr bwMode="auto">
          <a:xfrm>
            <a:off x="6821106" y="3105067"/>
            <a:ext cx="596272" cy="527780"/>
          </a:xfrm>
          <a:custGeom>
            <a:avLst/>
            <a:gdLst>
              <a:gd name="T0" fmla="*/ 29 w 144"/>
              <a:gd name="T1" fmla="*/ 53 h 127"/>
              <a:gd name="T2" fmla="*/ 45 w 144"/>
              <a:gd name="T3" fmla="*/ 72 h 127"/>
              <a:gd name="T4" fmla="*/ 65 w 144"/>
              <a:gd name="T5" fmla="*/ 58 h 127"/>
              <a:gd name="T6" fmla="*/ 50 w 144"/>
              <a:gd name="T7" fmla="*/ 39 h 127"/>
              <a:gd name="T8" fmla="*/ 65 w 144"/>
              <a:gd name="T9" fmla="*/ 29 h 127"/>
              <a:gd name="T10" fmla="*/ 8 w 144"/>
              <a:gd name="T11" fmla="*/ 0 h 127"/>
              <a:gd name="T12" fmla="*/ 13 w 144"/>
              <a:gd name="T13" fmla="*/ 63 h 127"/>
              <a:gd name="T14" fmla="*/ 29 w 144"/>
              <a:gd name="T15" fmla="*/ 53 h 127"/>
              <a:gd name="T16" fmla="*/ 115 w 144"/>
              <a:gd name="T17" fmla="*/ 53 h 127"/>
              <a:gd name="T18" fmla="*/ 131 w 144"/>
              <a:gd name="T19" fmla="*/ 63 h 127"/>
              <a:gd name="T20" fmla="*/ 136 w 144"/>
              <a:gd name="T21" fmla="*/ 0 h 127"/>
              <a:gd name="T22" fmla="*/ 80 w 144"/>
              <a:gd name="T23" fmla="*/ 29 h 127"/>
              <a:gd name="T24" fmla="*/ 95 w 144"/>
              <a:gd name="T25" fmla="*/ 39 h 127"/>
              <a:gd name="T26" fmla="*/ 0 w 144"/>
              <a:gd name="T27" fmla="*/ 103 h 127"/>
              <a:gd name="T28" fmla="*/ 5 w 144"/>
              <a:gd name="T29" fmla="*/ 127 h 127"/>
              <a:gd name="T30" fmla="*/ 115 w 144"/>
              <a:gd name="T31" fmla="*/ 53 h 127"/>
              <a:gd name="T32" fmla="*/ 101 w 144"/>
              <a:gd name="T33" fmla="*/ 86 h 127"/>
              <a:gd name="T34" fmla="*/ 81 w 144"/>
              <a:gd name="T35" fmla="*/ 103 h 127"/>
              <a:gd name="T36" fmla="*/ 139 w 144"/>
              <a:gd name="T37" fmla="*/ 127 h 127"/>
              <a:gd name="T38" fmla="*/ 144 w 144"/>
              <a:gd name="T39" fmla="*/ 103 h 127"/>
              <a:gd name="T40" fmla="*/ 101 w 144"/>
              <a:gd name="T41" fmla="*/ 86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4" h="127">
                <a:moveTo>
                  <a:pt x="29" y="53"/>
                </a:moveTo>
                <a:cubicBezTo>
                  <a:pt x="34" y="60"/>
                  <a:pt x="39" y="66"/>
                  <a:pt x="45" y="72"/>
                </a:cubicBezTo>
                <a:cubicBezTo>
                  <a:pt x="51" y="68"/>
                  <a:pt x="58" y="63"/>
                  <a:pt x="65" y="58"/>
                </a:cubicBezTo>
                <a:cubicBezTo>
                  <a:pt x="59" y="52"/>
                  <a:pt x="54" y="46"/>
                  <a:pt x="50" y="39"/>
                </a:cubicBezTo>
                <a:cubicBezTo>
                  <a:pt x="65" y="29"/>
                  <a:pt x="65" y="29"/>
                  <a:pt x="65" y="29"/>
                </a:cubicBezTo>
                <a:cubicBezTo>
                  <a:pt x="8" y="0"/>
                  <a:pt x="8" y="0"/>
                  <a:pt x="8" y="0"/>
                </a:cubicBezTo>
                <a:cubicBezTo>
                  <a:pt x="13" y="63"/>
                  <a:pt x="13" y="63"/>
                  <a:pt x="13" y="63"/>
                </a:cubicBezTo>
                <a:lnTo>
                  <a:pt x="29" y="53"/>
                </a:lnTo>
                <a:close/>
                <a:moveTo>
                  <a:pt x="115" y="53"/>
                </a:moveTo>
                <a:cubicBezTo>
                  <a:pt x="131" y="63"/>
                  <a:pt x="131" y="63"/>
                  <a:pt x="131" y="63"/>
                </a:cubicBezTo>
                <a:cubicBezTo>
                  <a:pt x="136" y="0"/>
                  <a:pt x="136" y="0"/>
                  <a:pt x="136" y="0"/>
                </a:cubicBezTo>
                <a:cubicBezTo>
                  <a:pt x="80" y="29"/>
                  <a:pt x="80" y="29"/>
                  <a:pt x="80" y="29"/>
                </a:cubicBezTo>
                <a:cubicBezTo>
                  <a:pt x="95" y="39"/>
                  <a:pt x="95" y="39"/>
                  <a:pt x="95" y="39"/>
                </a:cubicBezTo>
                <a:cubicBezTo>
                  <a:pt x="61" y="90"/>
                  <a:pt x="1" y="103"/>
                  <a:pt x="0" y="103"/>
                </a:cubicBezTo>
                <a:cubicBezTo>
                  <a:pt x="5" y="127"/>
                  <a:pt x="5" y="127"/>
                  <a:pt x="5" y="127"/>
                </a:cubicBezTo>
                <a:cubicBezTo>
                  <a:pt x="8" y="127"/>
                  <a:pt x="75" y="112"/>
                  <a:pt x="115" y="53"/>
                </a:cubicBezTo>
                <a:close/>
                <a:moveTo>
                  <a:pt x="101" y="86"/>
                </a:moveTo>
                <a:cubicBezTo>
                  <a:pt x="95" y="92"/>
                  <a:pt x="88" y="98"/>
                  <a:pt x="81" y="103"/>
                </a:cubicBezTo>
                <a:cubicBezTo>
                  <a:pt x="111" y="121"/>
                  <a:pt x="137" y="127"/>
                  <a:pt x="139" y="127"/>
                </a:cubicBezTo>
                <a:cubicBezTo>
                  <a:pt x="144" y="103"/>
                  <a:pt x="144" y="103"/>
                  <a:pt x="144" y="103"/>
                </a:cubicBezTo>
                <a:cubicBezTo>
                  <a:pt x="144" y="103"/>
                  <a:pt x="124" y="99"/>
                  <a:pt x="101" y="86"/>
                </a:cubicBezTo>
                <a:close/>
              </a:path>
            </a:pathLst>
          </a:custGeom>
          <a:solidFill>
            <a:srgbClr val="44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 name="Freeform 50"/>
          <p:cNvSpPr>
            <a:spLocks/>
          </p:cNvSpPr>
          <p:nvPr/>
        </p:nvSpPr>
        <p:spPr bwMode="auto">
          <a:xfrm>
            <a:off x="8896643" y="3098031"/>
            <a:ext cx="495552" cy="582170"/>
          </a:xfrm>
          <a:custGeom>
            <a:avLst/>
            <a:gdLst>
              <a:gd name="T0" fmla="*/ 74 w 120"/>
              <a:gd name="T1" fmla="*/ 39 h 140"/>
              <a:gd name="T2" fmla="*/ 82 w 120"/>
              <a:gd name="T3" fmla="*/ 22 h 140"/>
              <a:gd name="T4" fmla="*/ 60 w 120"/>
              <a:gd name="T5" fmla="*/ 0 h 140"/>
              <a:gd name="T6" fmla="*/ 38 w 120"/>
              <a:gd name="T7" fmla="*/ 22 h 140"/>
              <a:gd name="T8" fmla="*/ 46 w 120"/>
              <a:gd name="T9" fmla="*/ 39 h 140"/>
              <a:gd name="T10" fmla="*/ 8 w 120"/>
              <a:gd name="T11" fmla="*/ 98 h 140"/>
              <a:gd name="T12" fmla="*/ 37 w 120"/>
              <a:gd name="T13" fmla="*/ 78 h 140"/>
              <a:gd name="T14" fmla="*/ 25 w 120"/>
              <a:gd name="T15" fmla="*/ 140 h 140"/>
              <a:gd name="T16" fmla="*/ 45 w 120"/>
              <a:gd name="T17" fmla="*/ 140 h 140"/>
              <a:gd name="T18" fmla="*/ 60 w 120"/>
              <a:gd name="T19" fmla="*/ 114 h 140"/>
              <a:gd name="T20" fmla="*/ 75 w 120"/>
              <a:gd name="T21" fmla="*/ 140 h 140"/>
              <a:gd name="T22" fmla="*/ 95 w 120"/>
              <a:gd name="T23" fmla="*/ 140 h 140"/>
              <a:gd name="T24" fmla="*/ 83 w 120"/>
              <a:gd name="T25" fmla="*/ 78 h 140"/>
              <a:gd name="T26" fmla="*/ 112 w 120"/>
              <a:gd name="T27" fmla="*/ 98 h 140"/>
              <a:gd name="T28" fmla="*/ 74 w 120"/>
              <a:gd name="T29" fmla="*/ 39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0" h="140">
                <a:moveTo>
                  <a:pt x="74" y="39"/>
                </a:moveTo>
                <a:cubicBezTo>
                  <a:pt x="78" y="35"/>
                  <a:pt x="82" y="29"/>
                  <a:pt x="82" y="22"/>
                </a:cubicBezTo>
                <a:cubicBezTo>
                  <a:pt x="82" y="10"/>
                  <a:pt x="72" y="0"/>
                  <a:pt x="60" y="0"/>
                </a:cubicBezTo>
                <a:cubicBezTo>
                  <a:pt x="48" y="0"/>
                  <a:pt x="38" y="10"/>
                  <a:pt x="38" y="22"/>
                </a:cubicBezTo>
                <a:cubicBezTo>
                  <a:pt x="38" y="29"/>
                  <a:pt x="42" y="35"/>
                  <a:pt x="46" y="39"/>
                </a:cubicBezTo>
                <a:cubicBezTo>
                  <a:pt x="24" y="46"/>
                  <a:pt x="0" y="91"/>
                  <a:pt x="8" y="98"/>
                </a:cubicBezTo>
                <a:cubicBezTo>
                  <a:pt x="15" y="105"/>
                  <a:pt x="27" y="91"/>
                  <a:pt x="37" y="78"/>
                </a:cubicBezTo>
                <a:cubicBezTo>
                  <a:pt x="32" y="99"/>
                  <a:pt x="27" y="121"/>
                  <a:pt x="25" y="140"/>
                </a:cubicBezTo>
                <a:cubicBezTo>
                  <a:pt x="45" y="140"/>
                  <a:pt x="45" y="140"/>
                  <a:pt x="45" y="140"/>
                </a:cubicBezTo>
                <a:cubicBezTo>
                  <a:pt x="45" y="129"/>
                  <a:pt x="52" y="114"/>
                  <a:pt x="60" y="114"/>
                </a:cubicBezTo>
                <a:cubicBezTo>
                  <a:pt x="68" y="114"/>
                  <a:pt x="75" y="129"/>
                  <a:pt x="75" y="140"/>
                </a:cubicBezTo>
                <a:cubicBezTo>
                  <a:pt x="95" y="140"/>
                  <a:pt x="95" y="140"/>
                  <a:pt x="95" y="140"/>
                </a:cubicBezTo>
                <a:cubicBezTo>
                  <a:pt x="93" y="121"/>
                  <a:pt x="88" y="99"/>
                  <a:pt x="83" y="78"/>
                </a:cubicBezTo>
                <a:cubicBezTo>
                  <a:pt x="93" y="91"/>
                  <a:pt x="105" y="105"/>
                  <a:pt x="112" y="98"/>
                </a:cubicBezTo>
                <a:cubicBezTo>
                  <a:pt x="120" y="91"/>
                  <a:pt x="96" y="46"/>
                  <a:pt x="74" y="39"/>
                </a:cubicBezTo>
                <a:close/>
              </a:path>
            </a:pathLst>
          </a:custGeom>
          <a:solidFill>
            <a:srgbClr val="44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 name="Freeform 51"/>
          <p:cNvSpPr>
            <a:spLocks/>
          </p:cNvSpPr>
          <p:nvPr/>
        </p:nvSpPr>
        <p:spPr bwMode="auto">
          <a:xfrm>
            <a:off x="2425377" y="3109686"/>
            <a:ext cx="1176430" cy="560012"/>
          </a:xfrm>
          <a:custGeom>
            <a:avLst/>
            <a:gdLst>
              <a:gd name="T0" fmla="*/ 584 w 584"/>
              <a:gd name="T1" fmla="*/ 0 h 278"/>
              <a:gd name="T2" fmla="*/ 449 w 584"/>
              <a:gd name="T3" fmla="*/ 31 h 278"/>
              <a:gd name="T4" fmla="*/ 469 w 584"/>
              <a:gd name="T5" fmla="*/ 62 h 278"/>
              <a:gd name="T6" fmla="*/ 278 w 584"/>
              <a:gd name="T7" fmla="*/ 200 h 278"/>
              <a:gd name="T8" fmla="*/ 214 w 584"/>
              <a:gd name="T9" fmla="*/ 116 h 278"/>
              <a:gd name="T10" fmla="*/ 204 w 584"/>
              <a:gd name="T11" fmla="*/ 101 h 278"/>
              <a:gd name="T12" fmla="*/ 190 w 584"/>
              <a:gd name="T13" fmla="*/ 112 h 278"/>
              <a:gd name="T14" fmla="*/ 0 w 584"/>
              <a:gd name="T15" fmla="*/ 250 h 278"/>
              <a:gd name="T16" fmla="*/ 21 w 584"/>
              <a:gd name="T17" fmla="*/ 278 h 278"/>
              <a:gd name="T18" fmla="*/ 196 w 584"/>
              <a:gd name="T19" fmla="*/ 151 h 278"/>
              <a:gd name="T20" fmla="*/ 260 w 584"/>
              <a:gd name="T21" fmla="*/ 237 h 278"/>
              <a:gd name="T22" fmla="*/ 270 w 584"/>
              <a:gd name="T23" fmla="*/ 252 h 278"/>
              <a:gd name="T24" fmla="*/ 284 w 584"/>
              <a:gd name="T25" fmla="*/ 241 h 278"/>
              <a:gd name="T26" fmla="*/ 490 w 584"/>
              <a:gd name="T27" fmla="*/ 91 h 278"/>
              <a:gd name="T28" fmla="*/ 490 w 584"/>
              <a:gd name="T29" fmla="*/ 91 h 278"/>
              <a:gd name="T30" fmla="*/ 512 w 584"/>
              <a:gd name="T31" fmla="*/ 120 h 278"/>
              <a:gd name="T32" fmla="*/ 584 w 584"/>
              <a:gd name="T33"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4" h="278">
                <a:moveTo>
                  <a:pt x="584" y="0"/>
                </a:moveTo>
                <a:lnTo>
                  <a:pt x="449" y="31"/>
                </a:lnTo>
                <a:lnTo>
                  <a:pt x="469" y="62"/>
                </a:lnTo>
                <a:lnTo>
                  <a:pt x="278" y="200"/>
                </a:lnTo>
                <a:lnTo>
                  <a:pt x="214" y="116"/>
                </a:lnTo>
                <a:lnTo>
                  <a:pt x="204" y="101"/>
                </a:lnTo>
                <a:lnTo>
                  <a:pt x="190" y="112"/>
                </a:lnTo>
                <a:lnTo>
                  <a:pt x="0" y="250"/>
                </a:lnTo>
                <a:lnTo>
                  <a:pt x="21" y="278"/>
                </a:lnTo>
                <a:lnTo>
                  <a:pt x="196" y="151"/>
                </a:lnTo>
                <a:lnTo>
                  <a:pt x="260" y="237"/>
                </a:lnTo>
                <a:lnTo>
                  <a:pt x="270" y="252"/>
                </a:lnTo>
                <a:lnTo>
                  <a:pt x="284" y="241"/>
                </a:lnTo>
                <a:lnTo>
                  <a:pt x="490" y="91"/>
                </a:lnTo>
                <a:lnTo>
                  <a:pt x="490" y="91"/>
                </a:lnTo>
                <a:lnTo>
                  <a:pt x="512" y="120"/>
                </a:lnTo>
                <a:lnTo>
                  <a:pt x="584" y="0"/>
                </a:lnTo>
                <a:close/>
              </a:path>
            </a:pathLst>
          </a:custGeom>
          <a:solidFill>
            <a:srgbClr val="44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 name="文本框 34"/>
          <p:cNvSpPr txBox="1"/>
          <p:nvPr/>
        </p:nvSpPr>
        <p:spPr>
          <a:xfrm>
            <a:off x="2303301" y="3714458"/>
            <a:ext cx="1420582" cy="707886"/>
          </a:xfrm>
          <a:prstGeom prst="rect">
            <a:avLst/>
          </a:prstGeom>
          <a:noFill/>
        </p:spPr>
        <p:txBody>
          <a:bodyPr wrap="none" rtlCol="0">
            <a:spAutoFit/>
          </a:bodyPr>
          <a:lstStyle>
            <a:defPPr>
              <a:defRPr lang="zh-CN"/>
            </a:defPPr>
            <a:lvl1pPr>
              <a:defRPr sz="4000">
                <a:solidFill>
                  <a:srgbClr val="605E5E"/>
                </a:solidFill>
                <a:latin typeface="Impact" panose="020B0806030902050204" pitchFamily="34" charset="0"/>
                <a:cs typeface="Aharoni" panose="02010803020104030203" pitchFamily="2" charset="-79"/>
              </a:defRPr>
            </a:lvl1pPr>
          </a:lstStyle>
          <a:p>
            <a:r>
              <a:rPr lang="en-US" altLang="zh-CN" dirty="0"/>
              <a:t>Step 1</a:t>
            </a:r>
            <a:endParaRPr lang="zh-CN" altLang="en-US" dirty="0"/>
          </a:p>
        </p:txBody>
      </p:sp>
      <p:sp>
        <p:nvSpPr>
          <p:cNvPr id="112" name="文本框 111"/>
          <p:cNvSpPr txBox="1"/>
          <p:nvPr/>
        </p:nvSpPr>
        <p:spPr>
          <a:xfrm>
            <a:off x="4385117" y="3714458"/>
            <a:ext cx="1483098" cy="707886"/>
          </a:xfrm>
          <a:prstGeom prst="rect">
            <a:avLst/>
          </a:prstGeom>
          <a:noFill/>
        </p:spPr>
        <p:txBody>
          <a:bodyPr wrap="none" rtlCol="0">
            <a:spAutoFit/>
          </a:bodyPr>
          <a:lstStyle>
            <a:defPPr>
              <a:defRPr lang="zh-CN"/>
            </a:defPPr>
            <a:lvl1pPr>
              <a:defRPr sz="4000">
                <a:solidFill>
                  <a:srgbClr val="605E5E"/>
                </a:solidFill>
                <a:latin typeface="Impact" panose="020B0806030902050204" pitchFamily="34" charset="0"/>
                <a:cs typeface="Aharoni" panose="02010803020104030203" pitchFamily="2" charset="-79"/>
              </a:defRPr>
            </a:lvl1pPr>
          </a:lstStyle>
          <a:p>
            <a:r>
              <a:rPr lang="en-US" altLang="zh-CN" dirty="0"/>
              <a:t>Step 2</a:t>
            </a:r>
            <a:endParaRPr lang="zh-CN" altLang="en-US" dirty="0"/>
          </a:p>
        </p:txBody>
      </p:sp>
      <p:sp>
        <p:nvSpPr>
          <p:cNvPr id="113" name="文本框 112"/>
          <p:cNvSpPr txBox="1"/>
          <p:nvPr/>
        </p:nvSpPr>
        <p:spPr>
          <a:xfrm>
            <a:off x="6466933" y="3714458"/>
            <a:ext cx="1497526" cy="707886"/>
          </a:xfrm>
          <a:prstGeom prst="rect">
            <a:avLst/>
          </a:prstGeom>
          <a:noFill/>
        </p:spPr>
        <p:txBody>
          <a:bodyPr wrap="none" rtlCol="0">
            <a:spAutoFit/>
          </a:bodyPr>
          <a:lstStyle>
            <a:defPPr>
              <a:defRPr lang="zh-CN"/>
            </a:defPPr>
            <a:lvl1pPr>
              <a:defRPr sz="4000">
                <a:solidFill>
                  <a:srgbClr val="605E5E"/>
                </a:solidFill>
                <a:latin typeface="Impact" panose="020B0806030902050204" pitchFamily="34" charset="0"/>
                <a:cs typeface="Aharoni" panose="02010803020104030203" pitchFamily="2" charset="-79"/>
              </a:defRPr>
            </a:lvl1pPr>
          </a:lstStyle>
          <a:p>
            <a:r>
              <a:rPr lang="en-US" altLang="zh-CN" dirty="0"/>
              <a:t>Step 3</a:t>
            </a:r>
            <a:endParaRPr lang="zh-CN" altLang="en-US" dirty="0"/>
          </a:p>
        </p:txBody>
      </p:sp>
      <p:sp>
        <p:nvSpPr>
          <p:cNvPr id="114" name="文本框 113"/>
          <p:cNvSpPr txBox="1"/>
          <p:nvPr/>
        </p:nvSpPr>
        <p:spPr>
          <a:xfrm>
            <a:off x="8548750" y="3714458"/>
            <a:ext cx="1481496" cy="707886"/>
          </a:xfrm>
          <a:prstGeom prst="rect">
            <a:avLst/>
          </a:prstGeom>
          <a:noFill/>
        </p:spPr>
        <p:txBody>
          <a:bodyPr wrap="none" rtlCol="0">
            <a:spAutoFit/>
          </a:bodyPr>
          <a:lstStyle>
            <a:defPPr>
              <a:defRPr lang="zh-CN"/>
            </a:defPPr>
            <a:lvl1pPr>
              <a:defRPr sz="4000">
                <a:solidFill>
                  <a:srgbClr val="605E5E"/>
                </a:solidFill>
                <a:latin typeface="Impact" panose="020B0806030902050204" pitchFamily="34" charset="0"/>
                <a:cs typeface="Aharoni" panose="02010803020104030203" pitchFamily="2" charset="-79"/>
              </a:defRPr>
            </a:lvl1pPr>
          </a:lstStyle>
          <a:p>
            <a:r>
              <a:rPr lang="en-US" altLang="zh-CN" dirty="0"/>
              <a:t>Step 4</a:t>
            </a:r>
            <a:endParaRPr lang="zh-CN" altLang="en-US" dirty="0"/>
          </a:p>
        </p:txBody>
      </p:sp>
      <p:sp>
        <p:nvSpPr>
          <p:cNvPr id="32" name="文本框 31"/>
          <p:cNvSpPr txBox="1"/>
          <p:nvPr/>
        </p:nvSpPr>
        <p:spPr>
          <a:xfrm>
            <a:off x="1000603" y="858685"/>
            <a:ext cx="7907934" cy="369332"/>
          </a:xfrm>
          <a:prstGeom prst="rect">
            <a:avLst/>
          </a:prstGeom>
          <a:noFill/>
        </p:spPr>
        <p:txBody>
          <a:bodyPr wrap="none" rtlCol="0">
            <a:spAutoFit/>
          </a:bodyPr>
          <a:lstStyle/>
          <a:p>
            <a:r>
              <a:rPr lang="zh-CN" altLang="en-US" dirty="0">
                <a:solidFill>
                  <a:prstClr val="black">
                    <a:lumMod val="65000"/>
                    <a:lumOff val="35000"/>
                  </a:prstClr>
                </a:solidFill>
              </a:rPr>
              <a:t>网络</a:t>
            </a:r>
            <a:r>
              <a:rPr lang="en-US" altLang="zh-CN" dirty="0">
                <a:solidFill>
                  <a:prstClr val="black">
                    <a:lumMod val="65000"/>
                    <a:lumOff val="35000"/>
                  </a:prstClr>
                </a:solidFill>
              </a:rPr>
              <a:t>EPS</a:t>
            </a:r>
            <a:r>
              <a:rPr lang="zh-CN" altLang="en-US" dirty="0">
                <a:solidFill>
                  <a:prstClr val="black">
                    <a:lumMod val="65000"/>
                    <a:lumOff val="35000"/>
                  </a:prstClr>
                </a:solidFill>
              </a:rPr>
              <a:t>素材改编，可以根据具体作品的引用修改其颜色，矢量图标可替换。</a:t>
            </a:r>
          </a:p>
        </p:txBody>
      </p:sp>
      <p:sp>
        <p:nvSpPr>
          <p:cNvPr id="33"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四项递进</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806744492"/>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 name="Rectangle 5"/>
          <p:cNvSpPr>
            <a:spLocks noChangeArrowheads="1"/>
          </p:cNvSpPr>
          <p:nvPr/>
        </p:nvSpPr>
        <p:spPr bwMode="auto">
          <a:xfrm>
            <a:off x="6098971" y="0"/>
            <a:ext cx="6096204" cy="6858000"/>
          </a:xfrm>
          <a:prstGeom prst="rect">
            <a:avLst/>
          </a:prstGeom>
          <a:solidFill>
            <a:srgbClr val="D7DDD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 name="Freeform 60"/>
          <p:cNvSpPr>
            <a:spLocks/>
          </p:cNvSpPr>
          <p:nvPr/>
        </p:nvSpPr>
        <p:spPr bwMode="auto">
          <a:xfrm>
            <a:off x="1007063" y="3889553"/>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 name="文本框 86"/>
          <p:cNvSpPr txBox="1"/>
          <p:nvPr/>
        </p:nvSpPr>
        <p:spPr>
          <a:xfrm>
            <a:off x="940215" y="4689154"/>
            <a:ext cx="4096734" cy="1421928"/>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网络</a:t>
            </a:r>
            <a:r>
              <a:rPr lang="en-US" altLang="zh-CN" dirty="0">
                <a:solidFill>
                  <a:prstClr val="black">
                    <a:lumMod val="65000"/>
                    <a:lumOff val="35000"/>
                  </a:prstClr>
                </a:solidFill>
                <a:latin typeface="微软雅黑" panose="020B0503020204020204" pitchFamily="34" charset="-122"/>
              </a:rPr>
              <a:t>EPS</a:t>
            </a:r>
            <a:r>
              <a:rPr lang="zh-CN" altLang="en-US" dirty="0">
                <a:solidFill>
                  <a:prstClr val="black">
                    <a:lumMod val="65000"/>
                    <a:lumOff val="35000"/>
                  </a:prstClr>
                </a:solidFill>
                <a:latin typeface="微软雅黑" panose="020B0503020204020204" pitchFamily="34" charset="-122"/>
              </a:rPr>
              <a:t>素材改编；</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文字、颜色可随意更改；</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矢量图标可替换，需设置三维效果；</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亦可作为并列关系使用。</a:t>
            </a:r>
            <a:endParaRPr lang="en-US" altLang="zh-CN" dirty="0">
              <a:solidFill>
                <a:prstClr val="black">
                  <a:lumMod val="65000"/>
                  <a:lumOff val="35000"/>
                </a:prstClr>
              </a:solidFill>
              <a:latin typeface="微软雅黑" panose="020B0503020204020204" pitchFamily="34" charset="-122"/>
            </a:endParaRPr>
          </a:p>
        </p:txBody>
      </p:sp>
      <p:sp>
        <p:nvSpPr>
          <p:cNvPr id="88" name="圆角矩形 87"/>
          <p:cNvSpPr/>
          <p:nvPr/>
        </p:nvSpPr>
        <p:spPr>
          <a:xfrm>
            <a:off x="1674755" y="4048838"/>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89" name="等腰三角形 88"/>
          <p:cNvSpPr/>
          <p:nvPr/>
        </p:nvSpPr>
        <p:spPr>
          <a:xfrm rot="16200000">
            <a:off x="1600123" y="4116382"/>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31" name="Freeform 6"/>
          <p:cNvSpPr>
            <a:spLocks/>
          </p:cNvSpPr>
          <p:nvPr/>
        </p:nvSpPr>
        <p:spPr bwMode="auto">
          <a:xfrm>
            <a:off x="9245235" y="4416726"/>
            <a:ext cx="875972" cy="916580"/>
          </a:xfrm>
          <a:custGeom>
            <a:avLst/>
            <a:gdLst>
              <a:gd name="T0" fmla="*/ 453 w 453"/>
              <a:gd name="T1" fmla="*/ 0 h 474"/>
              <a:gd name="T2" fmla="*/ 0 w 453"/>
              <a:gd name="T3" fmla="*/ 197 h 474"/>
              <a:gd name="T4" fmla="*/ 0 w 453"/>
              <a:gd name="T5" fmla="*/ 474 h 474"/>
              <a:gd name="T6" fmla="*/ 453 w 453"/>
              <a:gd name="T7" fmla="*/ 277 h 474"/>
              <a:gd name="T8" fmla="*/ 453 w 453"/>
              <a:gd name="T9" fmla="*/ 0 h 474"/>
            </a:gdLst>
            <a:ahLst/>
            <a:cxnLst>
              <a:cxn ang="0">
                <a:pos x="T0" y="T1"/>
              </a:cxn>
              <a:cxn ang="0">
                <a:pos x="T2" y="T3"/>
              </a:cxn>
              <a:cxn ang="0">
                <a:pos x="T4" y="T5"/>
              </a:cxn>
              <a:cxn ang="0">
                <a:pos x="T6" y="T7"/>
              </a:cxn>
              <a:cxn ang="0">
                <a:pos x="T8" y="T9"/>
              </a:cxn>
            </a:cxnLst>
            <a:rect l="0" t="0" r="r" b="b"/>
            <a:pathLst>
              <a:path w="453" h="474">
                <a:moveTo>
                  <a:pt x="453" y="0"/>
                </a:moveTo>
                <a:lnTo>
                  <a:pt x="0" y="197"/>
                </a:lnTo>
                <a:lnTo>
                  <a:pt x="0" y="474"/>
                </a:lnTo>
                <a:lnTo>
                  <a:pt x="453" y="277"/>
                </a:lnTo>
                <a:lnTo>
                  <a:pt x="453" y="0"/>
                </a:lnTo>
                <a:close/>
              </a:path>
            </a:pathLst>
          </a:custGeom>
          <a:solidFill>
            <a:srgbClr val="2AA1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 name="Freeform 7"/>
          <p:cNvSpPr>
            <a:spLocks/>
          </p:cNvSpPr>
          <p:nvPr/>
        </p:nvSpPr>
        <p:spPr bwMode="auto">
          <a:xfrm>
            <a:off x="8369264" y="4416726"/>
            <a:ext cx="875972" cy="916580"/>
          </a:xfrm>
          <a:custGeom>
            <a:avLst/>
            <a:gdLst>
              <a:gd name="T0" fmla="*/ 0 w 453"/>
              <a:gd name="T1" fmla="*/ 0 h 474"/>
              <a:gd name="T2" fmla="*/ 453 w 453"/>
              <a:gd name="T3" fmla="*/ 197 h 474"/>
              <a:gd name="T4" fmla="*/ 453 w 453"/>
              <a:gd name="T5" fmla="*/ 474 h 474"/>
              <a:gd name="T6" fmla="*/ 0 w 453"/>
              <a:gd name="T7" fmla="*/ 277 h 474"/>
              <a:gd name="T8" fmla="*/ 0 w 453"/>
              <a:gd name="T9" fmla="*/ 0 h 474"/>
            </a:gdLst>
            <a:ahLst/>
            <a:cxnLst>
              <a:cxn ang="0">
                <a:pos x="T0" y="T1"/>
              </a:cxn>
              <a:cxn ang="0">
                <a:pos x="T2" y="T3"/>
              </a:cxn>
              <a:cxn ang="0">
                <a:pos x="T4" y="T5"/>
              </a:cxn>
              <a:cxn ang="0">
                <a:pos x="T6" y="T7"/>
              </a:cxn>
              <a:cxn ang="0">
                <a:pos x="T8" y="T9"/>
              </a:cxn>
            </a:cxnLst>
            <a:rect l="0" t="0" r="r" b="b"/>
            <a:pathLst>
              <a:path w="453" h="474">
                <a:moveTo>
                  <a:pt x="0" y="0"/>
                </a:moveTo>
                <a:lnTo>
                  <a:pt x="453" y="197"/>
                </a:lnTo>
                <a:lnTo>
                  <a:pt x="453" y="474"/>
                </a:lnTo>
                <a:lnTo>
                  <a:pt x="0" y="277"/>
                </a:lnTo>
                <a:lnTo>
                  <a:pt x="0" y="0"/>
                </a:lnTo>
                <a:close/>
              </a:path>
            </a:pathLst>
          </a:custGeom>
          <a:solidFill>
            <a:srgbClr val="4BAE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 name="Freeform 8"/>
          <p:cNvSpPr>
            <a:spLocks/>
          </p:cNvSpPr>
          <p:nvPr/>
        </p:nvSpPr>
        <p:spPr bwMode="auto">
          <a:xfrm>
            <a:off x="8369264" y="4416726"/>
            <a:ext cx="875972" cy="916580"/>
          </a:xfrm>
          <a:custGeom>
            <a:avLst/>
            <a:gdLst>
              <a:gd name="T0" fmla="*/ 0 w 453"/>
              <a:gd name="T1" fmla="*/ 0 h 474"/>
              <a:gd name="T2" fmla="*/ 453 w 453"/>
              <a:gd name="T3" fmla="*/ 197 h 474"/>
              <a:gd name="T4" fmla="*/ 453 w 453"/>
              <a:gd name="T5" fmla="*/ 474 h 474"/>
              <a:gd name="T6" fmla="*/ 0 w 453"/>
              <a:gd name="T7" fmla="*/ 277 h 474"/>
              <a:gd name="T8" fmla="*/ 0 w 453"/>
              <a:gd name="T9" fmla="*/ 0 h 474"/>
            </a:gdLst>
            <a:ahLst/>
            <a:cxnLst>
              <a:cxn ang="0">
                <a:pos x="T0" y="T1"/>
              </a:cxn>
              <a:cxn ang="0">
                <a:pos x="T2" y="T3"/>
              </a:cxn>
              <a:cxn ang="0">
                <a:pos x="T4" y="T5"/>
              </a:cxn>
              <a:cxn ang="0">
                <a:pos x="T6" y="T7"/>
              </a:cxn>
              <a:cxn ang="0">
                <a:pos x="T8" y="T9"/>
              </a:cxn>
            </a:cxnLst>
            <a:rect l="0" t="0" r="r" b="b"/>
            <a:pathLst>
              <a:path w="453" h="474">
                <a:moveTo>
                  <a:pt x="0" y="0"/>
                </a:moveTo>
                <a:lnTo>
                  <a:pt x="453" y="197"/>
                </a:lnTo>
                <a:lnTo>
                  <a:pt x="453" y="474"/>
                </a:lnTo>
                <a:lnTo>
                  <a:pt x="0" y="27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 name="Freeform 9"/>
          <p:cNvSpPr>
            <a:spLocks/>
          </p:cNvSpPr>
          <p:nvPr/>
        </p:nvSpPr>
        <p:spPr bwMode="auto">
          <a:xfrm>
            <a:off x="8369264" y="4041585"/>
            <a:ext cx="1751943" cy="756081"/>
          </a:xfrm>
          <a:custGeom>
            <a:avLst/>
            <a:gdLst>
              <a:gd name="T0" fmla="*/ 453 w 906"/>
              <a:gd name="T1" fmla="*/ 0 h 391"/>
              <a:gd name="T2" fmla="*/ 0 w 906"/>
              <a:gd name="T3" fmla="*/ 194 h 391"/>
              <a:gd name="T4" fmla="*/ 453 w 906"/>
              <a:gd name="T5" fmla="*/ 391 h 391"/>
              <a:gd name="T6" fmla="*/ 906 w 906"/>
              <a:gd name="T7" fmla="*/ 194 h 391"/>
              <a:gd name="T8" fmla="*/ 453 w 906"/>
              <a:gd name="T9" fmla="*/ 0 h 391"/>
            </a:gdLst>
            <a:ahLst/>
            <a:cxnLst>
              <a:cxn ang="0">
                <a:pos x="T0" y="T1"/>
              </a:cxn>
              <a:cxn ang="0">
                <a:pos x="T2" y="T3"/>
              </a:cxn>
              <a:cxn ang="0">
                <a:pos x="T4" y="T5"/>
              </a:cxn>
              <a:cxn ang="0">
                <a:pos x="T6" y="T7"/>
              </a:cxn>
              <a:cxn ang="0">
                <a:pos x="T8" y="T9"/>
              </a:cxn>
            </a:cxnLst>
            <a:rect l="0" t="0" r="r" b="b"/>
            <a:pathLst>
              <a:path w="906" h="391">
                <a:moveTo>
                  <a:pt x="453" y="0"/>
                </a:moveTo>
                <a:lnTo>
                  <a:pt x="0" y="194"/>
                </a:lnTo>
                <a:lnTo>
                  <a:pt x="453" y="391"/>
                </a:lnTo>
                <a:lnTo>
                  <a:pt x="906" y="194"/>
                </a:lnTo>
                <a:lnTo>
                  <a:pt x="45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 name="Freeform 10"/>
          <p:cNvSpPr>
            <a:spLocks/>
          </p:cNvSpPr>
          <p:nvPr/>
        </p:nvSpPr>
        <p:spPr bwMode="auto">
          <a:xfrm>
            <a:off x="9245235" y="3355118"/>
            <a:ext cx="875972" cy="914646"/>
          </a:xfrm>
          <a:custGeom>
            <a:avLst/>
            <a:gdLst>
              <a:gd name="T0" fmla="*/ 453 w 453"/>
              <a:gd name="T1" fmla="*/ 0 h 473"/>
              <a:gd name="T2" fmla="*/ 0 w 453"/>
              <a:gd name="T3" fmla="*/ 194 h 473"/>
              <a:gd name="T4" fmla="*/ 0 w 453"/>
              <a:gd name="T5" fmla="*/ 473 h 473"/>
              <a:gd name="T6" fmla="*/ 453 w 453"/>
              <a:gd name="T7" fmla="*/ 277 h 473"/>
              <a:gd name="T8" fmla="*/ 453 w 453"/>
              <a:gd name="T9" fmla="*/ 0 h 473"/>
            </a:gdLst>
            <a:ahLst/>
            <a:cxnLst>
              <a:cxn ang="0">
                <a:pos x="T0" y="T1"/>
              </a:cxn>
              <a:cxn ang="0">
                <a:pos x="T2" y="T3"/>
              </a:cxn>
              <a:cxn ang="0">
                <a:pos x="T4" y="T5"/>
              </a:cxn>
              <a:cxn ang="0">
                <a:pos x="T6" y="T7"/>
              </a:cxn>
              <a:cxn ang="0">
                <a:pos x="T8" y="T9"/>
              </a:cxn>
            </a:cxnLst>
            <a:rect l="0" t="0" r="r" b="b"/>
            <a:pathLst>
              <a:path w="453" h="473">
                <a:moveTo>
                  <a:pt x="453" y="0"/>
                </a:moveTo>
                <a:lnTo>
                  <a:pt x="0" y="194"/>
                </a:lnTo>
                <a:lnTo>
                  <a:pt x="0" y="473"/>
                </a:lnTo>
                <a:lnTo>
                  <a:pt x="453" y="277"/>
                </a:lnTo>
                <a:lnTo>
                  <a:pt x="453" y="0"/>
                </a:lnTo>
                <a:close/>
              </a:path>
            </a:pathLst>
          </a:cu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 name="Freeform 11"/>
          <p:cNvSpPr>
            <a:spLocks/>
          </p:cNvSpPr>
          <p:nvPr/>
        </p:nvSpPr>
        <p:spPr bwMode="auto">
          <a:xfrm>
            <a:off x="8369264" y="3355118"/>
            <a:ext cx="875972" cy="914646"/>
          </a:xfrm>
          <a:custGeom>
            <a:avLst/>
            <a:gdLst>
              <a:gd name="T0" fmla="*/ 0 w 453"/>
              <a:gd name="T1" fmla="*/ 0 h 473"/>
              <a:gd name="T2" fmla="*/ 453 w 453"/>
              <a:gd name="T3" fmla="*/ 194 h 473"/>
              <a:gd name="T4" fmla="*/ 453 w 453"/>
              <a:gd name="T5" fmla="*/ 473 h 473"/>
              <a:gd name="T6" fmla="*/ 0 w 453"/>
              <a:gd name="T7" fmla="*/ 277 h 473"/>
              <a:gd name="T8" fmla="*/ 0 w 453"/>
              <a:gd name="T9" fmla="*/ 0 h 473"/>
            </a:gdLst>
            <a:ahLst/>
            <a:cxnLst>
              <a:cxn ang="0">
                <a:pos x="T0" y="T1"/>
              </a:cxn>
              <a:cxn ang="0">
                <a:pos x="T2" y="T3"/>
              </a:cxn>
              <a:cxn ang="0">
                <a:pos x="T4" y="T5"/>
              </a:cxn>
              <a:cxn ang="0">
                <a:pos x="T6" y="T7"/>
              </a:cxn>
              <a:cxn ang="0">
                <a:pos x="T8" y="T9"/>
              </a:cxn>
            </a:cxnLst>
            <a:rect l="0" t="0" r="r" b="b"/>
            <a:pathLst>
              <a:path w="453" h="473">
                <a:moveTo>
                  <a:pt x="0" y="0"/>
                </a:moveTo>
                <a:lnTo>
                  <a:pt x="453" y="194"/>
                </a:lnTo>
                <a:lnTo>
                  <a:pt x="453" y="473"/>
                </a:lnTo>
                <a:lnTo>
                  <a:pt x="0" y="277"/>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 name="Freeform 12"/>
          <p:cNvSpPr>
            <a:spLocks/>
          </p:cNvSpPr>
          <p:nvPr/>
        </p:nvSpPr>
        <p:spPr bwMode="auto">
          <a:xfrm>
            <a:off x="8369264" y="2979978"/>
            <a:ext cx="1751943" cy="750280"/>
          </a:xfrm>
          <a:custGeom>
            <a:avLst/>
            <a:gdLst>
              <a:gd name="T0" fmla="*/ 453 w 906"/>
              <a:gd name="T1" fmla="*/ 0 h 388"/>
              <a:gd name="T2" fmla="*/ 0 w 906"/>
              <a:gd name="T3" fmla="*/ 194 h 388"/>
              <a:gd name="T4" fmla="*/ 453 w 906"/>
              <a:gd name="T5" fmla="*/ 388 h 388"/>
              <a:gd name="T6" fmla="*/ 906 w 906"/>
              <a:gd name="T7" fmla="*/ 194 h 388"/>
              <a:gd name="T8" fmla="*/ 453 w 906"/>
              <a:gd name="T9" fmla="*/ 0 h 388"/>
            </a:gdLst>
            <a:ahLst/>
            <a:cxnLst>
              <a:cxn ang="0">
                <a:pos x="T0" y="T1"/>
              </a:cxn>
              <a:cxn ang="0">
                <a:pos x="T2" y="T3"/>
              </a:cxn>
              <a:cxn ang="0">
                <a:pos x="T4" y="T5"/>
              </a:cxn>
              <a:cxn ang="0">
                <a:pos x="T6" y="T7"/>
              </a:cxn>
              <a:cxn ang="0">
                <a:pos x="T8" y="T9"/>
              </a:cxn>
            </a:cxnLst>
            <a:rect l="0" t="0" r="r" b="b"/>
            <a:pathLst>
              <a:path w="906" h="388">
                <a:moveTo>
                  <a:pt x="453" y="0"/>
                </a:moveTo>
                <a:lnTo>
                  <a:pt x="0" y="194"/>
                </a:lnTo>
                <a:lnTo>
                  <a:pt x="453" y="388"/>
                </a:lnTo>
                <a:lnTo>
                  <a:pt x="906" y="194"/>
                </a:lnTo>
                <a:lnTo>
                  <a:pt x="45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 name="Freeform 13"/>
          <p:cNvSpPr>
            <a:spLocks/>
          </p:cNvSpPr>
          <p:nvPr/>
        </p:nvSpPr>
        <p:spPr bwMode="auto">
          <a:xfrm>
            <a:off x="9245235" y="2291576"/>
            <a:ext cx="875972" cy="916580"/>
          </a:xfrm>
          <a:custGeom>
            <a:avLst/>
            <a:gdLst>
              <a:gd name="T0" fmla="*/ 453 w 453"/>
              <a:gd name="T1" fmla="*/ 0 h 474"/>
              <a:gd name="T2" fmla="*/ 0 w 453"/>
              <a:gd name="T3" fmla="*/ 194 h 474"/>
              <a:gd name="T4" fmla="*/ 0 w 453"/>
              <a:gd name="T5" fmla="*/ 474 h 474"/>
              <a:gd name="T6" fmla="*/ 453 w 453"/>
              <a:gd name="T7" fmla="*/ 277 h 474"/>
              <a:gd name="T8" fmla="*/ 453 w 453"/>
              <a:gd name="T9" fmla="*/ 0 h 474"/>
            </a:gdLst>
            <a:ahLst/>
            <a:cxnLst>
              <a:cxn ang="0">
                <a:pos x="T0" y="T1"/>
              </a:cxn>
              <a:cxn ang="0">
                <a:pos x="T2" y="T3"/>
              </a:cxn>
              <a:cxn ang="0">
                <a:pos x="T4" y="T5"/>
              </a:cxn>
              <a:cxn ang="0">
                <a:pos x="T6" y="T7"/>
              </a:cxn>
              <a:cxn ang="0">
                <a:pos x="T8" y="T9"/>
              </a:cxn>
            </a:cxnLst>
            <a:rect l="0" t="0" r="r" b="b"/>
            <a:pathLst>
              <a:path w="453" h="474">
                <a:moveTo>
                  <a:pt x="453" y="0"/>
                </a:moveTo>
                <a:lnTo>
                  <a:pt x="0" y="194"/>
                </a:lnTo>
                <a:lnTo>
                  <a:pt x="0" y="474"/>
                </a:lnTo>
                <a:lnTo>
                  <a:pt x="453" y="277"/>
                </a:lnTo>
                <a:lnTo>
                  <a:pt x="453" y="0"/>
                </a:lnTo>
                <a:close/>
              </a:path>
            </a:pathLst>
          </a:custGeom>
          <a:solidFill>
            <a:srgbClr val="F046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 name="Freeform 14"/>
          <p:cNvSpPr>
            <a:spLocks/>
          </p:cNvSpPr>
          <p:nvPr/>
        </p:nvSpPr>
        <p:spPr bwMode="auto">
          <a:xfrm>
            <a:off x="8369264" y="2291576"/>
            <a:ext cx="875972" cy="916580"/>
          </a:xfrm>
          <a:custGeom>
            <a:avLst/>
            <a:gdLst>
              <a:gd name="T0" fmla="*/ 0 w 453"/>
              <a:gd name="T1" fmla="*/ 0 h 474"/>
              <a:gd name="T2" fmla="*/ 453 w 453"/>
              <a:gd name="T3" fmla="*/ 194 h 474"/>
              <a:gd name="T4" fmla="*/ 453 w 453"/>
              <a:gd name="T5" fmla="*/ 474 h 474"/>
              <a:gd name="T6" fmla="*/ 0 w 453"/>
              <a:gd name="T7" fmla="*/ 277 h 474"/>
              <a:gd name="T8" fmla="*/ 0 w 453"/>
              <a:gd name="T9" fmla="*/ 0 h 474"/>
            </a:gdLst>
            <a:ahLst/>
            <a:cxnLst>
              <a:cxn ang="0">
                <a:pos x="T0" y="T1"/>
              </a:cxn>
              <a:cxn ang="0">
                <a:pos x="T2" y="T3"/>
              </a:cxn>
              <a:cxn ang="0">
                <a:pos x="T4" y="T5"/>
              </a:cxn>
              <a:cxn ang="0">
                <a:pos x="T6" y="T7"/>
              </a:cxn>
              <a:cxn ang="0">
                <a:pos x="T8" y="T9"/>
              </a:cxn>
            </a:cxnLst>
            <a:rect l="0" t="0" r="r" b="b"/>
            <a:pathLst>
              <a:path w="453" h="474">
                <a:moveTo>
                  <a:pt x="0" y="0"/>
                </a:moveTo>
                <a:lnTo>
                  <a:pt x="453" y="194"/>
                </a:lnTo>
                <a:lnTo>
                  <a:pt x="453" y="474"/>
                </a:lnTo>
                <a:lnTo>
                  <a:pt x="0" y="277"/>
                </a:lnTo>
                <a:lnTo>
                  <a:pt x="0" y="0"/>
                </a:lnTo>
                <a:close/>
              </a:path>
            </a:pathLst>
          </a:custGeom>
          <a:solidFill>
            <a:srgbClr val="F369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 name="Freeform 15"/>
          <p:cNvSpPr>
            <a:spLocks/>
          </p:cNvSpPr>
          <p:nvPr/>
        </p:nvSpPr>
        <p:spPr bwMode="auto">
          <a:xfrm>
            <a:off x="8369264" y="2291576"/>
            <a:ext cx="875972" cy="916580"/>
          </a:xfrm>
          <a:custGeom>
            <a:avLst/>
            <a:gdLst>
              <a:gd name="T0" fmla="*/ 0 w 453"/>
              <a:gd name="T1" fmla="*/ 0 h 474"/>
              <a:gd name="T2" fmla="*/ 453 w 453"/>
              <a:gd name="T3" fmla="*/ 194 h 474"/>
              <a:gd name="T4" fmla="*/ 453 w 453"/>
              <a:gd name="T5" fmla="*/ 474 h 474"/>
              <a:gd name="T6" fmla="*/ 0 w 453"/>
              <a:gd name="T7" fmla="*/ 277 h 474"/>
              <a:gd name="T8" fmla="*/ 0 w 453"/>
              <a:gd name="T9" fmla="*/ 0 h 474"/>
            </a:gdLst>
            <a:ahLst/>
            <a:cxnLst>
              <a:cxn ang="0">
                <a:pos x="T0" y="T1"/>
              </a:cxn>
              <a:cxn ang="0">
                <a:pos x="T2" y="T3"/>
              </a:cxn>
              <a:cxn ang="0">
                <a:pos x="T4" y="T5"/>
              </a:cxn>
              <a:cxn ang="0">
                <a:pos x="T6" y="T7"/>
              </a:cxn>
              <a:cxn ang="0">
                <a:pos x="T8" y="T9"/>
              </a:cxn>
            </a:cxnLst>
            <a:rect l="0" t="0" r="r" b="b"/>
            <a:pathLst>
              <a:path w="453" h="474">
                <a:moveTo>
                  <a:pt x="0" y="0"/>
                </a:moveTo>
                <a:lnTo>
                  <a:pt x="453" y="194"/>
                </a:lnTo>
                <a:lnTo>
                  <a:pt x="453" y="474"/>
                </a:lnTo>
                <a:lnTo>
                  <a:pt x="0" y="27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 name="Freeform 16"/>
          <p:cNvSpPr>
            <a:spLocks/>
          </p:cNvSpPr>
          <p:nvPr/>
        </p:nvSpPr>
        <p:spPr bwMode="auto">
          <a:xfrm>
            <a:off x="8369264" y="1916436"/>
            <a:ext cx="1751943" cy="750280"/>
          </a:xfrm>
          <a:custGeom>
            <a:avLst/>
            <a:gdLst>
              <a:gd name="T0" fmla="*/ 453 w 906"/>
              <a:gd name="T1" fmla="*/ 0 h 388"/>
              <a:gd name="T2" fmla="*/ 0 w 906"/>
              <a:gd name="T3" fmla="*/ 194 h 388"/>
              <a:gd name="T4" fmla="*/ 453 w 906"/>
              <a:gd name="T5" fmla="*/ 388 h 388"/>
              <a:gd name="T6" fmla="*/ 906 w 906"/>
              <a:gd name="T7" fmla="*/ 194 h 388"/>
              <a:gd name="T8" fmla="*/ 453 w 906"/>
              <a:gd name="T9" fmla="*/ 0 h 388"/>
            </a:gdLst>
            <a:ahLst/>
            <a:cxnLst>
              <a:cxn ang="0">
                <a:pos x="T0" y="T1"/>
              </a:cxn>
              <a:cxn ang="0">
                <a:pos x="T2" y="T3"/>
              </a:cxn>
              <a:cxn ang="0">
                <a:pos x="T4" y="T5"/>
              </a:cxn>
              <a:cxn ang="0">
                <a:pos x="T6" y="T7"/>
              </a:cxn>
              <a:cxn ang="0">
                <a:pos x="T8" y="T9"/>
              </a:cxn>
            </a:cxnLst>
            <a:rect l="0" t="0" r="r" b="b"/>
            <a:pathLst>
              <a:path w="906" h="388">
                <a:moveTo>
                  <a:pt x="453" y="0"/>
                </a:moveTo>
                <a:lnTo>
                  <a:pt x="0" y="194"/>
                </a:lnTo>
                <a:lnTo>
                  <a:pt x="453" y="388"/>
                </a:lnTo>
                <a:lnTo>
                  <a:pt x="906" y="194"/>
                </a:lnTo>
                <a:lnTo>
                  <a:pt x="45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 name="Freeform 17"/>
          <p:cNvSpPr>
            <a:spLocks/>
          </p:cNvSpPr>
          <p:nvPr/>
        </p:nvSpPr>
        <p:spPr bwMode="auto">
          <a:xfrm>
            <a:off x="9245235" y="1229968"/>
            <a:ext cx="875972" cy="916580"/>
          </a:xfrm>
          <a:custGeom>
            <a:avLst/>
            <a:gdLst>
              <a:gd name="T0" fmla="*/ 453 w 453"/>
              <a:gd name="T1" fmla="*/ 0 h 474"/>
              <a:gd name="T2" fmla="*/ 0 w 453"/>
              <a:gd name="T3" fmla="*/ 194 h 474"/>
              <a:gd name="T4" fmla="*/ 0 w 453"/>
              <a:gd name="T5" fmla="*/ 474 h 474"/>
              <a:gd name="T6" fmla="*/ 453 w 453"/>
              <a:gd name="T7" fmla="*/ 277 h 474"/>
              <a:gd name="T8" fmla="*/ 453 w 453"/>
              <a:gd name="T9" fmla="*/ 0 h 474"/>
            </a:gdLst>
            <a:ahLst/>
            <a:cxnLst>
              <a:cxn ang="0">
                <a:pos x="T0" y="T1"/>
              </a:cxn>
              <a:cxn ang="0">
                <a:pos x="T2" y="T3"/>
              </a:cxn>
              <a:cxn ang="0">
                <a:pos x="T4" y="T5"/>
              </a:cxn>
              <a:cxn ang="0">
                <a:pos x="T6" y="T7"/>
              </a:cxn>
              <a:cxn ang="0">
                <a:pos x="T8" y="T9"/>
              </a:cxn>
            </a:cxnLst>
            <a:rect l="0" t="0" r="r" b="b"/>
            <a:pathLst>
              <a:path w="453" h="474">
                <a:moveTo>
                  <a:pt x="453" y="0"/>
                </a:moveTo>
                <a:lnTo>
                  <a:pt x="0" y="194"/>
                </a:lnTo>
                <a:lnTo>
                  <a:pt x="0" y="474"/>
                </a:lnTo>
                <a:lnTo>
                  <a:pt x="453" y="277"/>
                </a:lnTo>
                <a:lnTo>
                  <a:pt x="453" y="0"/>
                </a:lnTo>
                <a:close/>
              </a:path>
            </a:pathLst>
          </a:custGeom>
          <a:solidFill>
            <a:srgbClr val="F49C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tLang="zh-CN" dirty="0">
              <a:solidFill>
                <a:prstClr val="black"/>
              </a:solidFill>
            </a:endParaRPr>
          </a:p>
        </p:txBody>
      </p:sp>
      <p:sp>
        <p:nvSpPr>
          <p:cNvPr id="75" name="Freeform 18"/>
          <p:cNvSpPr>
            <a:spLocks/>
          </p:cNvSpPr>
          <p:nvPr/>
        </p:nvSpPr>
        <p:spPr bwMode="auto">
          <a:xfrm>
            <a:off x="8369264" y="1229968"/>
            <a:ext cx="875972" cy="916580"/>
          </a:xfrm>
          <a:custGeom>
            <a:avLst/>
            <a:gdLst>
              <a:gd name="T0" fmla="*/ 0 w 453"/>
              <a:gd name="T1" fmla="*/ 0 h 474"/>
              <a:gd name="T2" fmla="*/ 453 w 453"/>
              <a:gd name="T3" fmla="*/ 194 h 474"/>
              <a:gd name="T4" fmla="*/ 453 w 453"/>
              <a:gd name="T5" fmla="*/ 474 h 474"/>
              <a:gd name="T6" fmla="*/ 0 w 453"/>
              <a:gd name="T7" fmla="*/ 277 h 474"/>
              <a:gd name="T8" fmla="*/ 0 w 453"/>
              <a:gd name="T9" fmla="*/ 0 h 474"/>
            </a:gdLst>
            <a:ahLst/>
            <a:cxnLst>
              <a:cxn ang="0">
                <a:pos x="T0" y="T1"/>
              </a:cxn>
              <a:cxn ang="0">
                <a:pos x="T2" y="T3"/>
              </a:cxn>
              <a:cxn ang="0">
                <a:pos x="T4" y="T5"/>
              </a:cxn>
              <a:cxn ang="0">
                <a:pos x="T6" y="T7"/>
              </a:cxn>
              <a:cxn ang="0">
                <a:pos x="T8" y="T9"/>
              </a:cxn>
            </a:cxnLst>
            <a:rect l="0" t="0" r="r" b="b"/>
            <a:pathLst>
              <a:path w="453" h="474">
                <a:moveTo>
                  <a:pt x="0" y="0"/>
                </a:moveTo>
                <a:lnTo>
                  <a:pt x="453" y="194"/>
                </a:lnTo>
                <a:lnTo>
                  <a:pt x="453" y="474"/>
                </a:lnTo>
                <a:lnTo>
                  <a:pt x="0" y="277"/>
                </a:lnTo>
                <a:lnTo>
                  <a:pt x="0" y="0"/>
                </a:lnTo>
                <a:close/>
              </a:path>
            </a:pathLst>
          </a:custGeom>
          <a:solidFill>
            <a:srgbClr val="F6AC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 name="Freeform 19"/>
          <p:cNvSpPr>
            <a:spLocks/>
          </p:cNvSpPr>
          <p:nvPr/>
        </p:nvSpPr>
        <p:spPr bwMode="auto">
          <a:xfrm>
            <a:off x="8369264" y="1229968"/>
            <a:ext cx="875972" cy="916580"/>
          </a:xfrm>
          <a:custGeom>
            <a:avLst/>
            <a:gdLst>
              <a:gd name="T0" fmla="*/ 0 w 453"/>
              <a:gd name="T1" fmla="*/ 0 h 474"/>
              <a:gd name="T2" fmla="*/ 453 w 453"/>
              <a:gd name="T3" fmla="*/ 194 h 474"/>
              <a:gd name="T4" fmla="*/ 453 w 453"/>
              <a:gd name="T5" fmla="*/ 474 h 474"/>
              <a:gd name="T6" fmla="*/ 0 w 453"/>
              <a:gd name="T7" fmla="*/ 277 h 474"/>
              <a:gd name="T8" fmla="*/ 0 w 453"/>
              <a:gd name="T9" fmla="*/ 0 h 474"/>
            </a:gdLst>
            <a:ahLst/>
            <a:cxnLst>
              <a:cxn ang="0">
                <a:pos x="T0" y="T1"/>
              </a:cxn>
              <a:cxn ang="0">
                <a:pos x="T2" y="T3"/>
              </a:cxn>
              <a:cxn ang="0">
                <a:pos x="T4" y="T5"/>
              </a:cxn>
              <a:cxn ang="0">
                <a:pos x="T6" y="T7"/>
              </a:cxn>
              <a:cxn ang="0">
                <a:pos x="T8" y="T9"/>
              </a:cxn>
            </a:cxnLst>
            <a:rect l="0" t="0" r="r" b="b"/>
            <a:pathLst>
              <a:path w="453" h="474">
                <a:moveTo>
                  <a:pt x="0" y="0"/>
                </a:moveTo>
                <a:lnTo>
                  <a:pt x="453" y="194"/>
                </a:lnTo>
                <a:lnTo>
                  <a:pt x="453" y="474"/>
                </a:lnTo>
                <a:lnTo>
                  <a:pt x="0" y="27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 name="Freeform 20"/>
          <p:cNvSpPr>
            <a:spLocks/>
          </p:cNvSpPr>
          <p:nvPr/>
        </p:nvSpPr>
        <p:spPr bwMode="auto">
          <a:xfrm>
            <a:off x="8369264" y="854828"/>
            <a:ext cx="1751943" cy="750280"/>
          </a:xfrm>
          <a:custGeom>
            <a:avLst/>
            <a:gdLst>
              <a:gd name="T0" fmla="*/ 453 w 906"/>
              <a:gd name="T1" fmla="*/ 0 h 388"/>
              <a:gd name="T2" fmla="*/ 0 w 906"/>
              <a:gd name="T3" fmla="*/ 194 h 388"/>
              <a:gd name="T4" fmla="*/ 453 w 906"/>
              <a:gd name="T5" fmla="*/ 388 h 388"/>
              <a:gd name="T6" fmla="*/ 906 w 906"/>
              <a:gd name="T7" fmla="*/ 194 h 388"/>
              <a:gd name="T8" fmla="*/ 453 w 906"/>
              <a:gd name="T9" fmla="*/ 0 h 388"/>
            </a:gdLst>
            <a:ahLst/>
            <a:cxnLst>
              <a:cxn ang="0">
                <a:pos x="T0" y="T1"/>
              </a:cxn>
              <a:cxn ang="0">
                <a:pos x="T2" y="T3"/>
              </a:cxn>
              <a:cxn ang="0">
                <a:pos x="T4" y="T5"/>
              </a:cxn>
              <a:cxn ang="0">
                <a:pos x="T6" y="T7"/>
              </a:cxn>
              <a:cxn ang="0">
                <a:pos x="T8" y="T9"/>
              </a:cxn>
            </a:cxnLst>
            <a:rect l="0" t="0" r="r" b="b"/>
            <a:pathLst>
              <a:path w="906" h="388">
                <a:moveTo>
                  <a:pt x="453" y="0"/>
                </a:moveTo>
                <a:lnTo>
                  <a:pt x="0" y="194"/>
                </a:lnTo>
                <a:lnTo>
                  <a:pt x="453" y="388"/>
                </a:lnTo>
                <a:lnTo>
                  <a:pt x="906" y="194"/>
                </a:lnTo>
                <a:lnTo>
                  <a:pt x="45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 name="Oval 21"/>
          <p:cNvSpPr>
            <a:spLocks noChangeArrowheads="1"/>
          </p:cNvSpPr>
          <p:nvPr/>
        </p:nvSpPr>
        <p:spPr bwMode="auto">
          <a:xfrm>
            <a:off x="8090809" y="2479146"/>
            <a:ext cx="187570" cy="187570"/>
          </a:xfrm>
          <a:prstGeom prst="ellipse">
            <a:avLst/>
          </a:prstGeom>
          <a:solidFill>
            <a:srgbClr val="D167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 name="Freeform 22"/>
          <p:cNvSpPr>
            <a:spLocks/>
          </p:cNvSpPr>
          <p:nvPr/>
        </p:nvSpPr>
        <p:spPr bwMode="auto">
          <a:xfrm>
            <a:off x="7736940" y="2544892"/>
            <a:ext cx="357737" cy="58011"/>
          </a:xfrm>
          <a:custGeom>
            <a:avLst/>
            <a:gdLst>
              <a:gd name="T0" fmla="*/ 78 w 78"/>
              <a:gd name="T1" fmla="*/ 0 h 13"/>
              <a:gd name="T2" fmla="*/ 0 w 78"/>
              <a:gd name="T3" fmla="*/ 0 h 13"/>
              <a:gd name="T4" fmla="*/ 0 w 78"/>
              <a:gd name="T5" fmla="*/ 13 h 13"/>
              <a:gd name="T6" fmla="*/ 78 w 78"/>
              <a:gd name="T7" fmla="*/ 13 h 13"/>
              <a:gd name="T8" fmla="*/ 77 w 78"/>
              <a:gd name="T9" fmla="*/ 6 h 13"/>
              <a:gd name="T10" fmla="*/ 78 w 78"/>
              <a:gd name="T11" fmla="*/ 0 h 13"/>
            </a:gdLst>
            <a:ahLst/>
            <a:cxnLst>
              <a:cxn ang="0">
                <a:pos x="T0" y="T1"/>
              </a:cxn>
              <a:cxn ang="0">
                <a:pos x="T2" y="T3"/>
              </a:cxn>
              <a:cxn ang="0">
                <a:pos x="T4" y="T5"/>
              </a:cxn>
              <a:cxn ang="0">
                <a:pos x="T6" y="T7"/>
              </a:cxn>
              <a:cxn ang="0">
                <a:pos x="T8" y="T9"/>
              </a:cxn>
              <a:cxn ang="0">
                <a:pos x="T10" y="T11"/>
              </a:cxn>
            </a:cxnLst>
            <a:rect l="0" t="0" r="r" b="b"/>
            <a:pathLst>
              <a:path w="78" h="13">
                <a:moveTo>
                  <a:pt x="78" y="0"/>
                </a:moveTo>
                <a:cubicBezTo>
                  <a:pt x="0" y="0"/>
                  <a:pt x="0" y="0"/>
                  <a:pt x="0" y="0"/>
                </a:cubicBezTo>
                <a:cubicBezTo>
                  <a:pt x="0" y="13"/>
                  <a:pt x="0" y="13"/>
                  <a:pt x="0" y="13"/>
                </a:cubicBezTo>
                <a:cubicBezTo>
                  <a:pt x="78" y="13"/>
                  <a:pt x="78" y="13"/>
                  <a:pt x="78" y="13"/>
                </a:cubicBezTo>
                <a:cubicBezTo>
                  <a:pt x="78" y="11"/>
                  <a:pt x="77" y="9"/>
                  <a:pt x="77" y="6"/>
                </a:cubicBezTo>
                <a:cubicBezTo>
                  <a:pt x="77" y="4"/>
                  <a:pt x="78" y="2"/>
                  <a:pt x="78"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 name="Freeform 23"/>
          <p:cNvSpPr>
            <a:spLocks/>
          </p:cNvSpPr>
          <p:nvPr/>
        </p:nvSpPr>
        <p:spPr bwMode="auto">
          <a:xfrm>
            <a:off x="8090809" y="2544892"/>
            <a:ext cx="90884" cy="58011"/>
          </a:xfrm>
          <a:custGeom>
            <a:avLst/>
            <a:gdLst>
              <a:gd name="T0" fmla="*/ 20 w 20"/>
              <a:gd name="T1" fmla="*/ 0 h 13"/>
              <a:gd name="T2" fmla="*/ 1 w 20"/>
              <a:gd name="T3" fmla="*/ 0 h 13"/>
              <a:gd name="T4" fmla="*/ 0 w 20"/>
              <a:gd name="T5" fmla="*/ 6 h 13"/>
              <a:gd name="T6" fmla="*/ 1 w 20"/>
              <a:gd name="T7" fmla="*/ 13 h 13"/>
              <a:gd name="T8" fmla="*/ 20 w 20"/>
              <a:gd name="T9" fmla="*/ 13 h 13"/>
              <a:gd name="T10" fmla="*/ 20 w 20"/>
              <a:gd name="T11" fmla="*/ 0 h 13"/>
            </a:gdLst>
            <a:ahLst/>
            <a:cxnLst>
              <a:cxn ang="0">
                <a:pos x="T0" y="T1"/>
              </a:cxn>
              <a:cxn ang="0">
                <a:pos x="T2" y="T3"/>
              </a:cxn>
              <a:cxn ang="0">
                <a:pos x="T4" y="T5"/>
              </a:cxn>
              <a:cxn ang="0">
                <a:pos x="T6" y="T7"/>
              </a:cxn>
              <a:cxn ang="0">
                <a:pos x="T8" y="T9"/>
              </a:cxn>
              <a:cxn ang="0">
                <a:pos x="T10" y="T11"/>
              </a:cxn>
            </a:cxnLst>
            <a:rect l="0" t="0" r="r" b="b"/>
            <a:pathLst>
              <a:path w="20" h="13">
                <a:moveTo>
                  <a:pt x="20" y="0"/>
                </a:moveTo>
                <a:cubicBezTo>
                  <a:pt x="1" y="0"/>
                  <a:pt x="1" y="0"/>
                  <a:pt x="1" y="0"/>
                </a:cubicBezTo>
                <a:cubicBezTo>
                  <a:pt x="1" y="2"/>
                  <a:pt x="0" y="4"/>
                  <a:pt x="0" y="6"/>
                </a:cubicBezTo>
                <a:cubicBezTo>
                  <a:pt x="0" y="9"/>
                  <a:pt x="1" y="11"/>
                  <a:pt x="1" y="13"/>
                </a:cubicBezTo>
                <a:cubicBezTo>
                  <a:pt x="20" y="13"/>
                  <a:pt x="20" y="13"/>
                  <a:pt x="20" y="13"/>
                </a:cubicBezTo>
                <a:cubicBezTo>
                  <a:pt x="20" y="0"/>
                  <a:pt x="20" y="0"/>
                  <a:pt x="20" y="0"/>
                </a:cubicBezTo>
              </a:path>
            </a:pathLst>
          </a:custGeom>
          <a:solidFill>
            <a:srgbClr val="A958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 name="Oval 24"/>
          <p:cNvSpPr>
            <a:spLocks noChangeArrowheads="1"/>
          </p:cNvSpPr>
          <p:nvPr/>
        </p:nvSpPr>
        <p:spPr bwMode="auto">
          <a:xfrm>
            <a:off x="8141086" y="2529423"/>
            <a:ext cx="87017" cy="83150"/>
          </a:xfrm>
          <a:prstGeom prst="ellipse">
            <a:avLst/>
          </a:prstGeom>
          <a:solidFill>
            <a:srgbClr val="E6EA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 name="Oval 25"/>
          <p:cNvSpPr>
            <a:spLocks noChangeArrowheads="1"/>
          </p:cNvSpPr>
          <p:nvPr/>
        </p:nvSpPr>
        <p:spPr bwMode="auto">
          <a:xfrm>
            <a:off x="7696332" y="2535224"/>
            <a:ext cx="81216" cy="77348"/>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 name="Oval 26"/>
          <p:cNvSpPr>
            <a:spLocks noChangeArrowheads="1"/>
          </p:cNvSpPr>
          <p:nvPr/>
        </p:nvSpPr>
        <p:spPr bwMode="auto">
          <a:xfrm>
            <a:off x="8090809" y="4559820"/>
            <a:ext cx="187570" cy="187570"/>
          </a:xfrm>
          <a:prstGeom prst="ellipse">
            <a:avLst/>
          </a:prstGeom>
          <a:solidFill>
            <a:srgbClr val="4F9D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 name="Freeform 27"/>
          <p:cNvSpPr>
            <a:spLocks/>
          </p:cNvSpPr>
          <p:nvPr/>
        </p:nvSpPr>
        <p:spPr bwMode="auto">
          <a:xfrm>
            <a:off x="7736940" y="4623633"/>
            <a:ext cx="357737" cy="59945"/>
          </a:xfrm>
          <a:custGeom>
            <a:avLst/>
            <a:gdLst>
              <a:gd name="T0" fmla="*/ 78 w 78"/>
              <a:gd name="T1" fmla="*/ 0 h 13"/>
              <a:gd name="T2" fmla="*/ 0 w 78"/>
              <a:gd name="T3" fmla="*/ 0 h 13"/>
              <a:gd name="T4" fmla="*/ 0 w 78"/>
              <a:gd name="T5" fmla="*/ 13 h 13"/>
              <a:gd name="T6" fmla="*/ 78 w 78"/>
              <a:gd name="T7" fmla="*/ 13 h 13"/>
              <a:gd name="T8" fmla="*/ 77 w 78"/>
              <a:gd name="T9" fmla="*/ 7 h 13"/>
              <a:gd name="T10" fmla="*/ 78 w 78"/>
              <a:gd name="T11" fmla="*/ 0 h 13"/>
            </a:gdLst>
            <a:ahLst/>
            <a:cxnLst>
              <a:cxn ang="0">
                <a:pos x="T0" y="T1"/>
              </a:cxn>
              <a:cxn ang="0">
                <a:pos x="T2" y="T3"/>
              </a:cxn>
              <a:cxn ang="0">
                <a:pos x="T4" y="T5"/>
              </a:cxn>
              <a:cxn ang="0">
                <a:pos x="T6" y="T7"/>
              </a:cxn>
              <a:cxn ang="0">
                <a:pos x="T8" y="T9"/>
              </a:cxn>
              <a:cxn ang="0">
                <a:pos x="T10" y="T11"/>
              </a:cxn>
            </a:cxnLst>
            <a:rect l="0" t="0" r="r" b="b"/>
            <a:pathLst>
              <a:path w="78" h="13">
                <a:moveTo>
                  <a:pt x="78" y="0"/>
                </a:moveTo>
                <a:cubicBezTo>
                  <a:pt x="0" y="0"/>
                  <a:pt x="0" y="0"/>
                  <a:pt x="0" y="0"/>
                </a:cubicBezTo>
                <a:cubicBezTo>
                  <a:pt x="0" y="13"/>
                  <a:pt x="0" y="13"/>
                  <a:pt x="0" y="13"/>
                </a:cubicBezTo>
                <a:cubicBezTo>
                  <a:pt x="78" y="13"/>
                  <a:pt x="78" y="13"/>
                  <a:pt x="78" y="13"/>
                </a:cubicBezTo>
                <a:cubicBezTo>
                  <a:pt x="78" y="11"/>
                  <a:pt x="77" y="9"/>
                  <a:pt x="77" y="7"/>
                </a:cubicBezTo>
                <a:cubicBezTo>
                  <a:pt x="77" y="4"/>
                  <a:pt x="78" y="2"/>
                  <a:pt x="78"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 name="Freeform 28"/>
          <p:cNvSpPr>
            <a:spLocks/>
          </p:cNvSpPr>
          <p:nvPr/>
        </p:nvSpPr>
        <p:spPr bwMode="auto">
          <a:xfrm>
            <a:off x="8090809" y="4623633"/>
            <a:ext cx="90884" cy="59945"/>
          </a:xfrm>
          <a:custGeom>
            <a:avLst/>
            <a:gdLst>
              <a:gd name="T0" fmla="*/ 20 w 20"/>
              <a:gd name="T1" fmla="*/ 0 h 13"/>
              <a:gd name="T2" fmla="*/ 1 w 20"/>
              <a:gd name="T3" fmla="*/ 0 h 13"/>
              <a:gd name="T4" fmla="*/ 0 w 20"/>
              <a:gd name="T5" fmla="*/ 7 h 13"/>
              <a:gd name="T6" fmla="*/ 1 w 20"/>
              <a:gd name="T7" fmla="*/ 13 h 13"/>
              <a:gd name="T8" fmla="*/ 20 w 20"/>
              <a:gd name="T9" fmla="*/ 13 h 13"/>
              <a:gd name="T10" fmla="*/ 20 w 20"/>
              <a:gd name="T11" fmla="*/ 0 h 13"/>
            </a:gdLst>
            <a:ahLst/>
            <a:cxnLst>
              <a:cxn ang="0">
                <a:pos x="T0" y="T1"/>
              </a:cxn>
              <a:cxn ang="0">
                <a:pos x="T2" y="T3"/>
              </a:cxn>
              <a:cxn ang="0">
                <a:pos x="T4" y="T5"/>
              </a:cxn>
              <a:cxn ang="0">
                <a:pos x="T6" y="T7"/>
              </a:cxn>
              <a:cxn ang="0">
                <a:pos x="T8" y="T9"/>
              </a:cxn>
              <a:cxn ang="0">
                <a:pos x="T10" y="T11"/>
              </a:cxn>
            </a:cxnLst>
            <a:rect l="0" t="0" r="r" b="b"/>
            <a:pathLst>
              <a:path w="20" h="13">
                <a:moveTo>
                  <a:pt x="20" y="0"/>
                </a:moveTo>
                <a:cubicBezTo>
                  <a:pt x="1" y="0"/>
                  <a:pt x="1" y="0"/>
                  <a:pt x="1" y="0"/>
                </a:cubicBezTo>
                <a:cubicBezTo>
                  <a:pt x="1" y="2"/>
                  <a:pt x="0" y="4"/>
                  <a:pt x="0" y="7"/>
                </a:cubicBezTo>
                <a:cubicBezTo>
                  <a:pt x="0" y="9"/>
                  <a:pt x="1" y="11"/>
                  <a:pt x="1" y="13"/>
                </a:cubicBezTo>
                <a:cubicBezTo>
                  <a:pt x="20" y="13"/>
                  <a:pt x="20" y="13"/>
                  <a:pt x="20" y="13"/>
                </a:cubicBezTo>
                <a:cubicBezTo>
                  <a:pt x="20" y="0"/>
                  <a:pt x="20" y="0"/>
                  <a:pt x="20" y="0"/>
                </a:cubicBezTo>
              </a:path>
            </a:pathLst>
          </a:custGeom>
          <a:solidFill>
            <a:srgbClr val="3786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 name="Oval 29"/>
          <p:cNvSpPr>
            <a:spLocks noChangeArrowheads="1"/>
          </p:cNvSpPr>
          <p:nvPr/>
        </p:nvSpPr>
        <p:spPr bwMode="auto">
          <a:xfrm>
            <a:off x="8141086" y="4613964"/>
            <a:ext cx="87017" cy="83150"/>
          </a:xfrm>
          <a:prstGeom prst="ellipse">
            <a:avLst/>
          </a:prstGeom>
          <a:solidFill>
            <a:srgbClr val="E6EA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 name="Oval 30"/>
          <p:cNvSpPr>
            <a:spLocks noChangeArrowheads="1"/>
          </p:cNvSpPr>
          <p:nvPr/>
        </p:nvSpPr>
        <p:spPr bwMode="auto">
          <a:xfrm>
            <a:off x="7696332" y="4613964"/>
            <a:ext cx="81216" cy="77348"/>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 name="Oval 31"/>
          <p:cNvSpPr>
            <a:spLocks noChangeArrowheads="1"/>
          </p:cNvSpPr>
          <p:nvPr/>
        </p:nvSpPr>
        <p:spPr bwMode="auto">
          <a:xfrm>
            <a:off x="10250766" y="1427207"/>
            <a:ext cx="187570" cy="181769"/>
          </a:xfrm>
          <a:prstGeom prst="ellipse">
            <a:avLst/>
          </a:prstGeom>
          <a:solidFill>
            <a:srgbClr val="EAA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 name="Freeform 32"/>
          <p:cNvSpPr>
            <a:spLocks/>
          </p:cNvSpPr>
          <p:nvPr/>
        </p:nvSpPr>
        <p:spPr bwMode="auto">
          <a:xfrm>
            <a:off x="10432535" y="1485218"/>
            <a:ext cx="357737" cy="65746"/>
          </a:xfrm>
          <a:custGeom>
            <a:avLst/>
            <a:gdLst>
              <a:gd name="T0" fmla="*/ 78 w 78"/>
              <a:gd name="T1" fmla="*/ 0 h 14"/>
              <a:gd name="T2" fmla="*/ 0 w 78"/>
              <a:gd name="T3" fmla="*/ 0 h 14"/>
              <a:gd name="T4" fmla="*/ 1 w 78"/>
              <a:gd name="T5" fmla="*/ 7 h 14"/>
              <a:gd name="T6" fmla="*/ 0 w 78"/>
              <a:gd name="T7" fmla="*/ 14 h 14"/>
              <a:gd name="T8" fmla="*/ 78 w 78"/>
              <a:gd name="T9" fmla="*/ 14 h 14"/>
              <a:gd name="T10" fmla="*/ 78 w 78"/>
              <a:gd name="T11" fmla="*/ 0 h 14"/>
            </a:gdLst>
            <a:ahLst/>
            <a:cxnLst>
              <a:cxn ang="0">
                <a:pos x="T0" y="T1"/>
              </a:cxn>
              <a:cxn ang="0">
                <a:pos x="T2" y="T3"/>
              </a:cxn>
              <a:cxn ang="0">
                <a:pos x="T4" y="T5"/>
              </a:cxn>
              <a:cxn ang="0">
                <a:pos x="T6" y="T7"/>
              </a:cxn>
              <a:cxn ang="0">
                <a:pos x="T8" y="T9"/>
              </a:cxn>
              <a:cxn ang="0">
                <a:pos x="T10" y="T11"/>
              </a:cxn>
            </a:cxnLst>
            <a:rect l="0" t="0" r="r" b="b"/>
            <a:pathLst>
              <a:path w="78" h="14">
                <a:moveTo>
                  <a:pt x="78" y="0"/>
                </a:moveTo>
                <a:cubicBezTo>
                  <a:pt x="0" y="0"/>
                  <a:pt x="0" y="0"/>
                  <a:pt x="0" y="0"/>
                </a:cubicBezTo>
                <a:cubicBezTo>
                  <a:pt x="0" y="2"/>
                  <a:pt x="1" y="5"/>
                  <a:pt x="1" y="7"/>
                </a:cubicBezTo>
                <a:cubicBezTo>
                  <a:pt x="1" y="9"/>
                  <a:pt x="0" y="12"/>
                  <a:pt x="0" y="14"/>
                </a:cubicBezTo>
                <a:cubicBezTo>
                  <a:pt x="78" y="14"/>
                  <a:pt x="78" y="14"/>
                  <a:pt x="78" y="14"/>
                </a:cubicBezTo>
                <a:cubicBezTo>
                  <a:pt x="78" y="0"/>
                  <a:pt x="78" y="0"/>
                  <a:pt x="78"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 name="Freeform 33"/>
          <p:cNvSpPr>
            <a:spLocks/>
          </p:cNvSpPr>
          <p:nvPr/>
        </p:nvSpPr>
        <p:spPr bwMode="auto">
          <a:xfrm>
            <a:off x="10341650" y="1485218"/>
            <a:ext cx="96686" cy="65746"/>
          </a:xfrm>
          <a:custGeom>
            <a:avLst/>
            <a:gdLst>
              <a:gd name="T0" fmla="*/ 20 w 21"/>
              <a:gd name="T1" fmla="*/ 0 h 14"/>
              <a:gd name="T2" fmla="*/ 0 w 21"/>
              <a:gd name="T3" fmla="*/ 0 h 14"/>
              <a:gd name="T4" fmla="*/ 0 w 21"/>
              <a:gd name="T5" fmla="*/ 14 h 14"/>
              <a:gd name="T6" fmla="*/ 20 w 21"/>
              <a:gd name="T7" fmla="*/ 14 h 14"/>
              <a:gd name="T8" fmla="*/ 21 w 21"/>
              <a:gd name="T9" fmla="*/ 7 h 14"/>
              <a:gd name="T10" fmla="*/ 20 w 21"/>
              <a:gd name="T11" fmla="*/ 0 h 14"/>
            </a:gdLst>
            <a:ahLst/>
            <a:cxnLst>
              <a:cxn ang="0">
                <a:pos x="T0" y="T1"/>
              </a:cxn>
              <a:cxn ang="0">
                <a:pos x="T2" y="T3"/>
              </a:cxn>
              <a:cxn ang="0">
                <a:pos x="T4" y="T5"/>
              </a:cxn>
              <a:cxn ang="0">
                <a:pos x="T6" y="T7"/>
              </a:cxn>
              <a:cxn ang="0">
                <a:pos x="T8" y="T9"/>
              </a:cxn>
              <a:cxn ang="0">
                <a:pos x="T10" y="T11"/>
              </a:cxn>
            </a:cxnLst>
            <a:rect l="0" t="0" r="r" b="b"/>
            <a:pathLst>
              <a:path w="21" h="14">
                <a:moveTo>
                  <a:pt x="20" y="0"/>
                </a:moveTo>
                <a:cubicBezTo>
                  <a:pt x="0" y="0"/>
                  <a:pt x="0" y="0"/>
                  <a:pt x="0" y="0"/>
                </a:cubicBezTo>
                <a:cubicBezTo>
                  <a:pt x="0" y="14"/>
                  <a:pt x="0" y="14"/>
                  <a:pt x="0" y="14"/>
                </a:cubicBezTo>
                <a:cubicBezTo>
                  <a:pt x="20" y="14"/>
                  <a:pt x="20" y="14"/>
                  <a:pt x="20" y="14"/>
                </a:cubicBezTo>
                <a:cubicBezTo>
                  <a:pt x="20" y="12"/>
                  <a:pt x="21" y="9"/>
                  <a:pt x="21" y="7"/>
                </a:cubicBezTo>
                <a:cubicBezTo>
                  <a:pt x="21" y="5"/>
                  <a:pt x="20" y="2"/>
                  <a:pt x="20" y="0"/>
                </a:cubicBezTo>
              </a:path>
            </a:pathLst>
          </a:custGeom>
          <a:solidFill>
            <a:srgbClr val="BA89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 name="Oval 34"/>
          <p:cNvSpPr>
            <a:spLocks noChangeArrowheads="1"/>
          </p:cNvSpPr>
          <p:nvPr/>
        </p:nvSpPr>
        <p:spPr bwMode="auto">
          <a:xfrm>
            <a:off x="10301042" y="1477483"/>
            <a:ext cx="81216" cy="81216"/>
          </a:xfrm>
          <a:prstGeom prst="ellipse">
            <a:avLst/>
          </a:prstGeom>
          <a:solidFill>
            <a:srgbClr val="E6EA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 name="Oval 35"/>
          <p:cNvSpPr>
            <a:spLocks noChangeArrowheads="1"/>
          </p:cNvSpPr>
          <p:nvPr/>
        </p:nvSpPr>
        <p:spPr bwMode="auto">
          <a:xfrm>
            <a:off x="10749663" y="1477483"/>
            <a:ext cx="83150" cy="81216"/>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 name="Oval 36"/>
          <p:cNvSpPr>
            <a:spLocks noChangeArrowheads="1"/>
          </p:cNvSpPr>
          <p:nvPr/>
        </p:nvSpPr>
        <p:spPr bwMode="auto">
          <a:xfrm>
            <a:off x="10250766" y="3505947"/>
            <a:ext cx="187570" cy="187570"/>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 name="Freeform 37"/>
          <p:cNvSpPr>
            <a:spLocks/>
          </p:cNvSpPr>
          <p:nvPr/>
        </p:nvSpPr>
        <p:spPr bwMode="auto">
          <a:xfrm>
            <a:off x="10432535" y="3569760"/>
            <a:ext cx="357737" cy="59945"/>
          </a:xfrm>
          <a:custGeom>
            <a:avLst/>
            <a:gdLst>
              <a:gd name="T0" fmla="*/ 78 w 78"/>
              <a:gd name="T1" fmla="*/ 0 h 13"/>
              <a:gd name="T2" fmla="*/ 0 w 78"/>
              <a:gd name="T3" fmla="*/ 0 h 13"/>
              <a:gd name="T4" fmla="*/ 1 w 78"/>
              <a:gd name="T5" fmla="*/ 6 h 13"/>
              <a:gd name="T6" fmla="*/ 0 w 78"/>
              <a:gd name="T7" fmla="*/ 13 h 13"/>
              <a:gd name="T8" fmla="*/ 78 w 78"/>
              <a:gd name="T9" fmla="*/ 13 h 13"/>
              <a:gd name="T10" fmla="*/ 78 w 78"/>
              <a:gd name="T11" fmla="*/ 0 h 13"/>
            </a:gdLst>
            <a:ahLst/>
            <a:cxnLst>
              <a:cxn ang="0">
                <a:pos x="T0" y="T1"/>
              </a:cxn>
              <a:cxn ang="0">
                <a:pos x="T2" y="T3"/>
              </a:cxn>
              <a:cxn ang="0">
                <a:pos x="T4" y="T5"/>
              </a:cxn>
              <a:cxn ang="0">
                <a:pos x="T6" y="T7"/>
              </a:cxn>
              <a:cxn ang="0">
                <a:pos x="T8" y="T9"/>
              </a:cxn>
              <a:cxn ang="0">
                <a:pos x="T10" y="T11"/>
              </a:cxn>
            </a:cxnLst>
            <a:rect l="0" t="0" r="r" b="b"/>
            <a:pathLst>
              <a:path w="78" h="13">
                <a:moveTo>
                  <a:pt x="78" y="0"/>
                </a:moveTo>
                <a:cubicBezTo>
                  <a:pt x="0" y="0"/>
                  <a:pt x="0" y="0"/>
                  <a:pt x="0" y="0"/>
                </a:cubicBezTo>
                <a:cubicBezTo>
                  <a:pt x="0" y="2"/>
                  <a:pt x="1" y="4"/>
                  <a:pt x="1" y="6"/>
                </a:cubicBezTo>
                <a:cubicBezTo>
                  <a:pt x="1" y="9"/>
                  <a:pt x="0" y="11"/>
                  <a:pt x="0" y="13"/>
                </a:cubicBezTo>
                <a:cubicBezTo>
                  <a:pt x="78" y="13"/>
                  <a:pt x="78" y="13"/>
                  <a:pt x="78" y="13"/>
                </a:cubicBezTo>
                <a:cubicBezTo>
                  <a:pt x="78" y="0"/>
                  <a:pt x="78" y="0"/>
                  <a:pt x="78"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 name="Freeform 38"/>
          <p:cNvSpPr>
            <a:spLocks/>
          </p:cNvSpPr>
          <p:nvPr/>
        </p:nvSpPr>
        <p:spPr bwMode="auto">
          <a:xfrm>
            <a:off x="10341650" y="3569760"/>
            <a:ext cx="96686" cy="59945"/>
          </a:xfrm>
          <a:custGeom>
            <a:avLst/>
            <a:gdLst>
              <a:gd name="T0" fmla="*/ 20 w 21"/>
              <a:gd name="T1" fmla="*/ 0 h 13"/>
              <a:gd name="T2" fmla="*/ 0 w 21"/>
              <a:gd name="T3" fmla="*/ 0 h 13"/>
              <a:gd name="T4" fmla="*/ 0 w 21"/>
              <a:gd name="T5" fmla="*/ 13 h 13"/>
              <a:gd name="T6" fmla="*/ 20 w 21"/>
              <a:gd name="T7" fmla="*/ 13 h 13"/>
              <a:gd name="T8" fmla="*/ 21 w 21"/>
              <a:gd name="T9" fmla="*/ 6 h 13"/>
              <a:gd name="T10" fmla="*/ 20 w 21"/>
              <a:gd name="T11" fmla="*/ 0 h 13"/>
            </a:gdLst>
            <a:ahLst/>
            <a:cxnLst>
              <a:cxn ang="0">
                <a:pos x="T0" y="T1"/>
              </a:cxn>
              <a:cxn ang="0">
                <a:pos x="T2" y="T3"/>
              </a:cxn>
              <a:cxn ang="0">
                <a:pos x="T4" y="T5"/>
              </a:cxn>
              <a:cxn ang="0">
                <a:pos x="T6" y="T7"/>
              </a:cxn>
              <a:cxn ang="0">
                <a:pos x="T8" y="T9"/>
              </a:cxn>
              <a:cxn ang="0">
                <a:pos x="T10" y="T11"/>
              </a:cxn>
            </a:cxnLst>
            <a:rect l="0" t="0" r="r" b="b"/>
            <a:pathLst>
              <a:path w="21" h="13">
                <a:moveTo>
                  <a:pt x="20" y="0"/>
                </a:moveTo>
                <a:cubicBezTo>
                  <a:pt x="0" y="0"/>
                  <a:pt x="0" y="0"/>
                  <a:pt x="0" y="0"/>
                </a:cubicBezTo>
                <a:cubicBezTo>
                  <a:pt x="0" y="13"/>
                  <a:pt x="0" y="13"/>
                  <a:pt x="0" y="13"/>
                </a:cubicBezTo>
                <a:cubicBezTo>
                  <a:pt x="20" y="13"/>
                  <a:pt x="20" y="13"/>
                  <a:pt x="20" y="13"/>
                </a:cubicBezTo>
                <a:cubicBezTo>
                  <a:pt x="20" y="11"/>
                  <a:pt x="21" y="9"/>
                  <a:pt x="21" y="6"/>
                </a:cubicBezTo>
                <a:cubicBezTo>
                  <a:pt x="21" y="4"/>
                  <a:pt x="20" y="2"/>
                  <a:pt x="20" y="0"/>
                </a:cubicBezTo>
              </a:path>
            </a:pathLst>
          </a:custGeom>
          <a:solidFill>
            <a:srgbClr val="37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 name="Oval 39"/>
          <p:cNvSpPr>
            <a:spLocks noChangeArrowheads="1"/>
          </p:cNvSpPr>
          <p:nvPr/>
        </p:nvSpPr>
        <p:spPr bwMode="auto">
          <a:xfrm>
            <a:off x="10301042" y="3556224"/>
            <a:ext cx="81216" cy="83150"/>
          </a:xfrm>
          <a:prstGeom prst="ellipse">
            <a:avLst/>
          </a:prstGeom>
          <a:solidFill>
            <a:srgbClr val="E6EA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 name="Oval 40"/>
          <p:cNvSpPr>
            <a:spLocks noChangeArrowheads="1"/>
          </p:cNvSpPr>
          <p:nvPr/>
        </p:nvSpPr>
        <p:spPr bwMode="auto">
          <a:xfrm>
            <a:off x="10749663" y="3560091"/>
            <a:ext cx="83150" cy="79282"/>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 name="Freeform 41"/>
          <p:cNvSpPr>
            <a:spLocks noEditPoints="1"/>
          </p:cNvSpPr>
          <p:nvPr/>
        </p:nvSpPr>
        <p:spPr bwMode="auto">
          <a:xfrm>
            <a:off x="8589707" y="4650705"/>
            <a:ext cx="353869" cy="444754"/>
          </a:xfrm>
          <a:custGeom>
            <a:avLst/>
            <a:gdLst>
              <a:gd name="T0" fmla="*/ 25 w 77"/>
              <a:gd name="T1" fmla="*/ 80 h 97"/>
              <a:gd name="T2" fmla="*/ 9 w 77"/>
              <a:gd name="T3" fmla="*/ 46 h 97"/>
              <a:gd name="T4" fmla="*/ 25 w 77"/>
              <a:gd name="T5" fmla="*/ 26 h 97"/>
              <a:gd name="T6" fmla="*/ 41 w 77"/>
              <a:gd name="T7" fmla="*/ 60 h 97"/>
              <a:gd name="T8" fmla="*/ 22 w 77"/>
              <a:gd name="T9" fmla="*/ 9 h 97"/>
              <a:gd name="T10" fmla="*/ 20 w 77"/>
              <a:gd name="T11" fmla="*/ 17 h 97"/>
              <a:gd name="T12" fmla="*/ 11 w 77"/>
              <a:gd name="T13" fmla="*/ 12 h 97"/>
              <a:gd name="T14" fmla="*/ 8 w 77"/>
              <a:gd name="T15" fmla="*/ 26 h 97"/>
              <a:gd name="T16" fmla="*/ 0 w 77"/>
              <a:gd name="T17" fmla="*/ 36 h 97"/>
              <a:gd name="T18" fmla="*/ 5 w 77"/>
              <a:gd name="T19" fmla="*/ 51 h 97"/>
              <a:gd name="T20" fmla="*/ 5 w 77"/>
              <a:gd name="T21" fmla="*/ 70 h 97"/>
              <a:gd name="T22" fmla="*/ 13 w 77"/>
              <a:gd name="T23" fmla="*/ 77 h 97"/>
              <a:gd name="T24" fmla="*/ 21 w 77"/>
              <a:gd name="T25" fmla="*/ 94 h 97"/>
              <a:gd name="T26" fmla="*/ 29 w 77"/>
              <a:gd name="T27" fmla="*/ 89 h 97"/>
              <a:gd name="T28" fmla="*/ 36 w 77"/>
              <a:gd name="T29" fmla="*/ 87 h 97"/>
              <a:gd name="T30" fmla="*/ 45 w 77"/>
              <a:gd name="T31" fmla="*/ 88 h 97"/>
              <a:gd name="T32" fmla="*/ 45 w 77"/>
              <a:gd name="T33" fmla="*/ 69 h 97"/>
              <a:gd name="T34" fmla="*/ 50 w 77"/>
              <a:gd name="T35" fmla="*/ 58 h 97"/>
              <a:gd name="T36" fmla="*/ 42 w 77"/>
              <a:gd name="T37" fmla="*/ 41 h 97"/>
              <a:gd name="T38" fmla="*/ 40 w 77"/>
              <a:gd name="T39" fmla="*/ 25 h 97"/>
              <a:gd name="T40" fmla="*/ 30 w 77"/>
              <a:gd name="T41" fmla="*/ 21 h 97"/>
              <a:gd name="T42" fmla="*/ 22 w 77"/>
              <a:gd name="T43" fmla="*/ 9 h 97"/>
              <a:gd name="T44" fmla="*/ 60 w 77"/>
              <a:gd name="T45" fmla="*/ 48 h 97"/>
              <a:gd name="T46" fmla="*/ 49 w 77"/>
              <a:gd name="T47" fmla="*/ 25 h 97"/>
              <a:gd name="T48" fmla="*/ 60 w 77"/>
              <a:gd name="T49" fmla="*/ 12 h 97"/>
              <a:gd name="T50" fmla="*/ 70 w 77"/>
              <a:gd name="T51" fmla="*/ 35 h 97"/>
              <a:gd name="T52" fmla="*/ 58 w 77"/>
              <a:gd name="T53" fmla="*/ 0 h 97"/>
              <a:gd name="T54" fmla="*/ 57 w 77"/>
              <a:gd name="T55" fmla="*/ 5 h 97"/>
              <a:gd name="T56" fmla="*/ 50 w 77"/>
              <a:gd name="T57" fmla="*/ 2 h 97"/>
              <a:gd name="T58" fmla="*/ 48 w 77"/>
              <a:gd name="T59" fmla="*/ 11 h 97"/>
              <a:gd name="T60" fmla="*/ 43 w 77"/>
              <a:gd name="T61" fmla="*/ 18 h 97"/>
              <a:gd name="T62" fmla="*/ 46 w 77"/>
              <a:gd name="T63" fmla="*/ 28 h 97"/>
              <a:gd name="T64" fmla="*/ 46 w 77"/>
              <a:gd name="T65" fmla="*/ 41 h 97"/>
              <a:gd name="T66" fmla="*/ 52 w 77"/>
              <a:gd name="T67" fmla="*/ 46 h 97"/>
              <a:gd name="T68" fmla="*/ 57 w 77"/>
              <a:gd name="T69" fmla="*/ 57 h 97"/>
              <a:gd name="T70" fmla="*/ 62 w 77"/>
              <a:gd name="T71" fmla="*/ 55 h 97"/>
              <a:gd name="T72" fmla="*/ 67 w 77"/>
              <a:gd name="T73" fmla="*/ 53 h 97"/>
              <a:gd name="T74" fmla="*/ 73 w 77"/>
              <a:gd name="T75" fmla="*/ 53 h 97"/>
              <a:gd name="T76" fmla="*/ 73 w 77"/>
              <a:gd name="T77" fmla="*/ 41 h 97"/>
              <a:gd name="T78" fmla="*/ 77 w 77"/>
              <a:gd name="T79" fmla="*/ 33 h 97"/>
              <a:gd name="T80" fmla="*/ 72 w 77"/>
              <a:gd name="T81" fmla="*/ 22 h 97"/>
              <a:gd name="T82" fmla="*/ 70 w 77"/>
              <a:gd name="T83" fmla="*/ 11 h 97"/>
              <a:gd name="T84" fmla="*/ 63 w 77"/>
              <a:gd name="T85" fmla="*/ 8 h 97"/>
              <a:gd name="T86" fmla="*/ 58 w 77"/>
              <a:gd name="T8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7" h="97">
                <a:moveTo>
                  <a:pt x="29" y="81"/>
                </a:moveTo>
                <a:cubicBezTo>
                  <a:pt x="28" y="81"/>
                  <a:pt x="26" y="81"/>
                  <a:pt x="25" y="80"/>
                </a:cubicBezTo>
                <a:cubicBezTo>
                  <a:pt x="25" y="80"/>
                  <a:pt x="25" y="80"/>
                  <a:pt x="25" y="80"/>
                </a:cubicBezTo>
                <a:cubicBezTo>
                  <a:pt x="16" y="76"/>
                  <a:pt x="9" y="61"/>
                  <a:pt x="9" y="46"/>
                </a:cubicBezTo>
                <a:cubicBezTo>
                  <a:pt x="10" y="34"/>
                  <a:pt x="15" y="26"/>
                  <a:pt x="22" y="26"/>
                </a:cubicBezTo>
                <a:cubicBezTo>
                  <a:pt x="23" y="26"/>
                  <a:pt x="24" y="26"/>
                  <a:pt x="25" y="26"/>
                </a:cubicBezTo>
                <a:cubicBezTo>
                  <a:pt x="26" y="27"/>
                  <a:pt x="26" y="27"/>
                  <a:pt x="26" y="27"/>
                </a:cubicBezTo>
                <a:cubicBezTo>
                  <a:pt x="34" y="30"/>
                  <a:pt x="41" y="46"/>
                  <a:pt x="41" y="60"/>
                </a:cubicBezTo>
                <a:cubicBezTo>
                  <a:pt x="41" y="73"/>
                  <a:pt x="36" y="81"/>
                  <a:pt x="29" y="81"/>
                </a:cubicBezTo>
                <a:moveTo>
                  <a:pt x="22" y="9"/>
                </a:moveTo>
                <a:cubicBezTo>
                  <a:pt x="22" y="17"/>
                  <a:pt x="22" y="17"/>
                  <a:pt x="22" y="17"/>
                </a:cubicBezTo>
                <a:cubicBezTo>
                  <a:pt x="21" y="17"/>
                  <a:pt x="21" y="17"/>
                  <a:pt x="20" y="17"/>
                </a:cubicBezTo>
                <a:cubicBezTo>
                  <a:pt x="18" y="17"/>
                  <a:pt x="16" y="18"/>
                  <a:pt x="14" y="19"/>
                </a:cubicBezTo>
                <a:cubicBezTo>
                  <a:pt x="11" y="12"/>
                  <a:pt x="11" y="12"/>
                  <a:pt x="11" y="12"/>
                </a:cubicBezTo>
                <a:cubicBezTo>
                  <a:pt x="5" y="19"/>
                  <a:pt x="5" y="19"/>
                  <a:pt x="5" y="19"/>
                </a:cubicBezTo>
                <a:cubicBezTo>
                  <a:pt x="8" y="26"/>
                  <a:pt x="8" y="26"/>
                  <a:pt x="8" y="26"/>
                </a:cubicBezTo>
                <a:cubicBezTo>
                  <a:pt x="7" y="29"/>
                  <a:pt x="6" y="33"/>
                  <a:pt x="5" y="38"/>
                </a:cubicBezTo>
                <a:cubicBezTo>
                  <a:pt x="0" y="36"/>
                  <a:pt x="0" y="36"/>
                  <a:pt x="0" y="36"/>
                </a:cubicBezTo>
                <a:cubicBezTo>
                  <a:pt x="0" y="49"/>
                  <a:pt x="0" y="49"/>
                  <a:pt x="0" y="49"/>
                </a:cubicBezTo>
                <a:cubicBezTo>
                  <a:pt x="5" y="51"/>
                  <a:pt x="5" y="51"/>
                  <a:pt x="5" y="51"/>
                </a:cubicBezTo>
                <a:cubicBezTo>
                  <a:pt x="5" y="56"/>
                  <a:pt x="6" y="61"/>
                  <a:pt x="8" y="65"/>
                </a:cubicBezTo>
                <a:cubicBezTo>
                  <a:pt x="5" y="70"/>
                  <a:pt x="5" y="70"/>
                  <a:pt x="5" y="70"/>
                </a:cubicBezTo>
                <a:cubicBezTo>
                  <a:pt x="10" y="81"/>
                  <a:pt x="10" y="81"/>
                  <a:pt x="10" y="81"/>
                </a:cubicBezTo>
                <a:cubicBezTo>
                  <a:pt x="13" y="77"/>
                  <a:pt x="13" y="77"/>
                  <a:pt x="13" y="77"/>
                </a:cubicBezTo>
                <a:cubicBezTo>
                  <a:pt x="16" y="81"/>
                  <a:pt x="18" y="84"/>
                  <a:pt x="21" y="86"/>
                </a:cubicBezTo>
                <a:cubicBezTo>
                  <a:pt x="21" y="94"/>
                  <a:pt x="21" y="94"/>
                  <a:pt x="21" y="94"/>
                </a:cubicBezTo>
                <a:cubicBezTo>
                  <a:pt x="29" y="97"/>
                  <a:pt x="29" y="97"/>
                  <a:pt x="29" y="97"/>
                </a:cubicBezTo>
                <a:cubicBezTo>
                  <a:pt x="29" y="89"/>
                  <a:pt x="29" y="89"/>
                  <a:pt x="29" y="89"/>
                </a:cubicBezTo>
                <a:cubicBezTo>
                  <a:pt x="29" y="90"/>
                  <a:pt x="30" y="90"/>
                  <a:pt x="30" y="90"/>
                </a:cubicBezTo>
                <a:cubicBezTo>
                  <a:pt x="32" y="90"/>
                  <a:pt x="34" y="89"/>
                  <a:pt x="36" y="87"/>
                </a:cubicBezTo>
                <a:cubicBezTo>
                  <a:pt x="40" y="94"/>
                  <a:pt x="40" y="94"/>
                  <a:pt x="40" y="94"/>
                </a:cubicBezTo>
                <a:cubicBezTo>
                  <a:pt x="45" y="88"/>
                  <a:pt x="45" y="88"/>
                  <a:pt x="45" y="88"/>
                </a:cubicBezTo>
                <a:cubicBezTo>
                  <a:pt x="42" y="81"/>
                  <a:pt x="42" y="81"/>
                  <a:pt x="42" y="81"/>
                </a:cubicBezTo>
                <a:cubicBezTo>
                  <a:pt x="44" y="77"/>
                  <a:pt x="45" y="73"/>
                  <a:pt x="45" y="69"/>
                </a:cubicBezTo>
                <a:cubicBezTo>
                  <a:pt x="50" y="71"/>
                  <a:pt x="50" y="71"/>
                  <a:pt x="50" y="71"/>
                </a:cubicBezTo>
                <a:cubicBezTo>
                  <a:pt x="50" y="58"/>
                  <a:pt x="50" y="58"/>
                  <a:pt x="50" y="58"/>
                </a:cubicBezTo>
                <a:cubicBezTo>
                  <a:pt x="45" y="56"/>
                  <a:pt x="45" y="56"/>
                  <a:pt x="45" y="56"/>
                </a:cubicBezTo>
                <a:cubicBezTo>
                  <a:pt x="45" y="51"/>
                  <a:pt x="44" y="46"/>
                  <a:pt x="42" y="41"/>
                </a:cubicBezTo>
                <a:cubicBezTo>
                  <a:pt x="46" y="37"/>
                  <a:pt x="46" y="37"/>
                  <a:pt x="46" y="37"/>
                </a:cubicBezTo>
                <a:cubicBezTo>
                  <a:pt x="40" y="25"/>
                  <a:pt x="40" y="25"/>
                  <a:pt x="40" y="25"/>
                </a:cubicBezTo>
                <a:cubicBezTo>
                  <a:pt x="37" y="29"/>
                  <a:pt x="37" y="29"/>
                  <a:pt x="37" y="29"/>
                </a:cubicBezTo>
                <a:cubicBezTo>
                  <a:pt x="35" y="26"/>
                  <a:pt x="32" y="23"/>
                  <a:pt x="30" y="21"/>
                </a:cubicBezTo>
                <a:cubicBezTo>
                  <a:pt x="30" y="13"/>
                  <a:pt x="30" y="13"/>
                  <a:pt x="30" y="13"/>
                </a:cubicBezTo>
                <a:cubicBezTo>
                  <a:pt x="22" y="9"/>
                  <a:pt x="22" y="9"/>
                  <a:pt x="22" y="9"/>
                </a:cubicBezTo>
                <a:moveTo>
                  <a:pt x="62" y="49"/>
                </a:moveTo>
                <a:cubicBezTo>
                  <a:pt x="61" y="49"/>
                  <a:pt x="61" y="49"/>
                  <a:pt x="60" y="48"/>
                </a:cubicBezTo>
                <a:cubicBezTo>
                  <a:pt x="60" y="48"/>
                  <a:pt x="60" y="48"/>
                  <a:pt x="60" y="48"/>
                </a:cubicBezTo>
                <a:cubicBezTo>
                  <a:pt x="54" y="46"/>
                  <a:pt x="49" y="35"/>
                  <a:pt x="49" y="25"/>
                </a:cubicBezTo>
                <a:cubicBezTo>
                  <a:pt x="49" y="17"/>
                  <a:pt x="53" y="11"/>
                  <a:pt x="57" y="11"/>
                </a:cubicBezTo>
                <a:cubicBezTo>
                  <a:pt x="58" y="11"/>
                  <a:pt x="59" y="11"/>
                  <a:pt x="60" y="12"/>
                </a:cubicBezTo>
                <a:cubicBezTo>
                  <a:pt x="60" y="12"/>
                  <a:pt x="60" y="12"/>
                  <a:pt x="60" y="12"/>
                </a:cubicBezTo>
                <a:cubicBezTo>
                  <a:pt x="66" y="14"/>
                  <a:pt x="71" y="25"/>
                  <a:pt x="70" y="35"/>
                </a:cubicBezTo>
                <a:cubicBezTo>
                  <a:pt x="70" y="43"/>
                  <a:pt x="67" y="49"/>
                  <a:pt x="62" y="49"/>
                </a:cubicBezTo>
                <a:moveTo>
                  <a:pt x="58" y="0"/>
                </a:moveTo>
                <a:cubicBezTo>
                  <a:pt x="57" y="5"/>
                  <a:pt x="57" y="5"/>
                  <a:pt x="57" y="5"/>
                </a:cubicBezTo>
                <a:cubicBezTo>
                  <a:pt x="57" y="5"/>
                  <a:pt x="57" y="5"/>
                  <a:pt x="57" y="5"/>
                </a:cubicBezTo>
                <a:cubicBezTo>
                  <a:pt x="55" y="5"/>
                  <a:pt x="54" y="6"/>
                  <a:pt x="52" y="7"/>
                </a:cubicBezTo>
                <a:cubicBezTo>
                  <a:pt x="50" y="2"/>
                  <a:pt x="50" y="2"/>
                  <a:pt x="50" y="2"/>
                </a:cubicBezTo>
                <a:cubicBezTo>
                  <a:pt x="46" y="7"/>
                  <a:pt x="46" y="7"/>
                  <a:pt x="46" y="7"/>
                </a:cubicBezTo>
                <a:cubicBezTo>
                  <a:pt x="48" y="11"/>
                  <a:pt x="48" y="11"/>
                  <a:pt x="48" y="11"/>
                </a:cubicBezTo>
                <a:cubicBezTo>
                  <a:pt x="47" y="14"/>
                  <a:pt x="47" y="16"/>
                  <a:pt x="46" y="19"/>
                </a:cubicBezTo>
                <a:cubicBezTo>
                  <a:pt x="43" y="18"/>
                  <a:pt x="43" y="18"/>
                  <a:pt x="43" y="18"/>
                </a:cubicBezTo>
                <a:cubicBezTo>
                  <a:pt x="43" y="27"/>
                  <a:pt x="43" y="27"/>
                  <a:pt x="43" y="27"/>
                </a:cubicBezTo>
                <a:cubicBezTo>
                  <a:pt x="46" y="28"/>
                  <a:pt x="46" y="28"/>
                  <a:pt x="46" y="28"/>
                </a:cubicBezTo>
                <a:cubicBezTo>
                  <a:pt x="46" y="32"/>
                  <a:pt x="47" y="35"/>
                  <a:pt x="48" y="38"/>
                </a:cubicBezTo>
                <a:cubicBezTo>
                  <a:pt x="46" y="41"/>
                  <a:pt x="46" y="41"/>
                  <a:pt x="46" y="41"/>
                </a:cubicBezTo>
                <a:cubicBezTo>
                  <a:pt x="49" y="49"/>
                  <a:pt x="49" y="49"/>
                  <a:pt x="49" y="49"/>
                </a:cubicBezTo>
                <a:cubicBezTo>
                  <a:pt x="52" y="46"/>
                  <a:pt x="52" y="46"/>
                  <a:pt x="52" y="46"/>
                </a:cubicBezTo>
                <a:cubicBezTo>
                  <a:pt x="53" y="49"/>
                  <a:pt x="55" y="51"/>
                  <a:pt x="57" y="52"/>
                </a:cubicBezTo>
                <a:cubicBezTo>
                  <a:pt x="57" y="57"/>
                  <a:pt x="57" y="57"/>
                  <a:pt x="57" y="57"/>
                </a:cubicBezTo>
                <a:cubicBezTo>
                  <a:pt x="62" y="60"/>
                  <a:pt x="62" y="60"/>
                  <a:pt x="62" y="60"/>
                </a:cubicBezTo>
                <a:cubicBezTo>
                  <a:pt x="62" y="55"/>
                  <a:pt x="62" y="55"/>
                  <a:pt x="62" y="55"/>
                </a:cubicBezTo>
                <a:cubicBezTo>
                  <a:pt x="62" y="55"/>
                  <a:pt x="63" y="55"/>
                  <a:pt x="63" y="55"/>
                </a:cubicBezTo>
                <a:cubicBezTo>
                  <a:pt x="65" y="55"/>
                  <a:pt x="66" y="54"/>
                  <a:pt x="67" y="53"/>
                </a:cubicBezTo>
                <a:cubicBezTo>
                  <a:pt x="70" y="58"/>
                  <a:pt x="70" y="58"/>
                  <a:pt x="70" y="58"/>
                </a:cubicBezTo>
                <a:cubicBezTo>
                  <a:pt x="73" y="53"/>
                  <a:pt x="73" y="53"/>
                  <a:pt x="73" y="53"/>
                </a:cubicBezTo>
                <a:cubicBezTo>
                  <a:pt x="71" y="48"/>
                  <a:pt x="71" y="48"/>
                  <a:pt x="71" y="48"/>
                </a:cubicBezTo>
                <a:cubicBezTo>
                  <a:pt x="72" y="46"/>
                  <a:pt x="73" y="44"/>
                  <a:pt x="73" y="41"/>
                </a:cubicBezTo>
                <a:cubicBezTo>
                  <a:pt x="77" y="42"/>
                  <a:pt x="77" y="42"/>
                  <a:pt x="77" y="42"/>
                </a:cubicBezTo>
                <a:cubicBezTo>
                  <a:pt x="77" y="33"/>
                  <a:pt x="77" y="33"/>
                  <a:pt x="77" y="33"/>
                </a:cubicBezTo>
                <a:cubicBezTo>
                  <a:pt x="74" y="32"/>
                  <a:pt x="74" y="32"/>
                  <a:pt x="74" y="32"/>
                </a:cubicBezTo>
                <a:cubicBezTo>
                  <a:pt x="73" y="28"/>
                  <a:pt x="73" y="25"/>
                  <a:pt x="72" y="22"/>
                </a:cubicBezTo>
                <a:cubicBezTo>
                  <a:pt x="74" y="19"/>
                  <a:pt x="74" y="19"/>
                  <a:pt x="74" y="19"/>
                </a:cubicBezTo>
                <a:cubicBezTo>
                  <a:pt x="70" y="11"/>
                  <a:pt x="70" y="11"/>
                  <a:pt x="70" y="11"/>
                </a:cubicBezTo>
                <a:cubicBezTo>
                  <a:pt x="68" y="14"/>
                  <a:pt x="68" y="14"/>
                  <a:pt x="68" y="14"/>
                </a:cubicBezTo>
                <a:cubicBezTo>
                  <a:pt x="66" y="11"/>
                  <a:pt x="65" y="9"/>
                  <a:pt x="63" y="8"/>
                </a:cubicBezTo>
                <a:cubicBezTo>
                  <a:pt x="63" y="2"/>
                  <a:pt x="63" y="2"/>
                  <a:pt x="63" y="2"/>
                </a:cubicBezTo>
                <a:cubicBezTo>
                  <a:pt x="58" y="0"/>
                  <a:pt x="58" y="0"/>
                  <a:pt x="58"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4" name="Freeform 42"/>
          <p:cNvSpPr>
            <a:spLocks noEditPoints="1"/>
          </p:cNvSpPr>
          <p:nvPr/>
        </p:nvSpPr>
        <p:spPr bwMode="auto">
          <a:xfrm>
            <a:off x="8672857" y="2475279"/>
            <a:ext cx="261051" cy="535638"/>
          </a:xfrm>
          <a:custGeom>
            <a:avLst/>
            <a:gdLst>
              <a:gd name="T0" fmla="*/ 42 w 57"/>
              <a:gd name="T1" fmla="*/ 64 h 117"/>
              <a:gd name="T2" fmla="*/ 43 w 57"/>
              <a:gd name="T3" fmla="*/ 68 h 117"/>
              <a:gd name="T4" fmla="*/ 42 w 57"/>
              <a:gd name="T5" fmla="*/ 71 h 117"/>
              <a:gd name="T6" fmla="*/ 33 w 57"/>
              <a:gd name="T7" fmla="*/ 83 h 117"/>
              <a:gd name="T8" fmla="*/ 32 w 57"/>
              <a:gd name="T9" fmla="*/ 85 h 117"/>
              <a:gd name="T10" fmla="*/ 30 w 57"/>
              <a:gd name="T11" fmla="*/ 83 h 117"/>
              <a:gd name="T12" fmla="*/ 28 w 57"/>
              <a:gd name="T13" fmla="*/ 81 h 117"/>
              <a:gd name="T14" fmla="*/ 29 w 57"/>
              <a:gd name="T15" fmla="*/ 92 h 117"/>
              <a:gd name="T16" fmla="*/ 30 w 57"/>
              <a:gd name="T17" fmla="*/ 92 h 117"/>
              <a:gd name="T18" fmla="*/ 32 w 57"/>
              <a:gd name="T19" fmla="*/ 91 h 117"/>
              <a:gd name="T20" fmla="*/ 33 w 57"/>
              <a:gd name="T21" fmla="*/ 94 h 117"/>
              <a:gd name="T22" fmla="*/ 51 w 57"/>
              <a:gd name="T23" fmla="*/ 117 h 117"/>
              <a:gd name="T24" fmla="*/ 57 w 57"/>
              <a:gd name="T25" fmla="*/ 109 h 117"/>
              <a:gd name="T26" fmla="*/ 48 w 57"/>
              <a:gd name="T27" fmla="*/ 74 h 117"/>
              <a:gd name="T28" fmla="*/ 48 w 57"/>
              <a:gd name="T29" fmla="*/ 70 h 117"/>
              <a:gd name="T30" fmla="*/ 45 w 57"/>
              <a:gd name="T31" fmla="*/ 60 h 117"/>
              <a:gd name="T32" fmla="*/ 11 w 57"/>
              <a:gd name="T33" fmla="*/ 46 h 117"/>
              <a:gd name="T34" fmla="*/ 9 w 57"/>
              <a:gd name="T35" fmla="*/ 54 h 117"/>
              <a:gd name="T36" fmla="*/ 9 w 57"/>
              <a:gd name="T37" fmla="*/ 58 h 117"/>
              <a:gd name="T38" fmla="*/ 0 w 57"/>
              <a:gd name="T39" fmla="*/ 54 h 117"/>
              <a:gd name="T40" fmla="*/ 0 w 57"/>
              <a:gd name="T41" fmla="*/ 70 h 117"/>
              <a:gd name="T42" fmla="*/ 1 w 57"/>
              <a:gd name="T43" fmla="*/ 70 h 117"/>
              <a:gd name="T44" fmla="*/ 3 w 57"/>
              <a:gd name="T45" fmla="*/ 69 h 117"/>
              <a:gd name="T46" fmla="*/ 8 w 57"/>
              <a:gd name="T47" fmla="*/ 78 h 117"/>
              <a:gd name="T48" fmla="*/ 4 w 57"/>
              <a:gd name="T49" fmla="*/ 84 h 117"/>
              <a:gd name="T50" fmla="*/ 1 w 57"/>
              <a:gd name="T51" fmla="*/ 80 h 117"/>
              <a:gd name="T52" fmla="*/ 0 w 57"/>
              <a:gd name="T53" fmla="*/ 80 h 117"/>
              <a:gd name="T54" fmla="*/ 0 w 57"/>
              <a:gd name="T55" fmla="*/ 85 h 117"/>
              <a:gd name="T56" fmla="*/ 24 w 57"/>
              <a:gd name="T57" fmla="*/ 106 h 117"/>
              <a:gd name="T58" fmla="*/ 24 w 57"/>
              <a:gd name="T59" fmla="*/ 89 h 117"/>
              <a:gd name="T60" fmla="*/ 23 w 57"/>
              <a:gd name="T61" fmla="*/ 89 h 117"/>
              <a:gd name="T62" fmla="*/ 21 w 57"/>
              <a:gd name="T63" fmla="*/ 90 h 117"/>
              <a:gd name="T64" fmla="*/ 16 w 57"/>
              <a:gd name="T65" fmla="*/ 81 h 117"/>
              <a:gd name="T66" fmla="*/ 20 w 57"/>
              <a:gd name="T67" fmla="*/ 76 h 117"/>
              <a:gd name="T68" fmla="*/ 23 w 57"/>
              <a:gd name="T69" fmla="*/ 79 h 117"/>
              <a:gd name="T70" fmla="*/ 24 w 57"/>
              <a:gd name="T71" fmla="*/ 80 h 117"/>
              <a:gd name="T72" fmla="*/ 24 w 57"/>
              <a:gd name="T73" fmla="*/ 64 h 117"/>
              <a:gd name="T74" fmla="*/ 14 w 57"/>
              <a:gd name="T75" fmla="*/ 57 h 117"/>
              <a:gd name="T76" fmla="*/ 15 w 57"/>
              <a:gd name="T77" fmla="*/ 53 h 117"/>
              <a:gd name="T78" fmla="*/ 11 w 57"/>
              <a:gd name="T79" fmla="*/ 46 h 117"/>
              <a:gd name="T80" fmla="*/ 0 w 57"/>
              <a:gd name="T81" fmla="*/ 8 h 117"/>
              <a:gd name="T82" fmla="*/ 9 w 57"/>
              <a:gd name="T83" fmla="*/ 43 h 117"/>
              <a:gd name="T84" fmla="*/ 9 w 57"/>
              <a:gd name="T85" fmla="*/ 41 h 117"/>
              <a:gd name="T86" fmla="*/ 8 w 57"/>
              <a:gd name="T87" fmla="*/ 35 h 117"/>
              <a:gd name="T88" fmla="*/ 12 w 57"/>
              <a:gd name="T89" fmla="*/ 30 h 117"/>
              <a:gd name="T90" fmla="*/ 15 w 57"/>
              <a:gd name="T91" fmla="*/ 42 h 117"/>
              <a:gd name="T92" fmla="*/ 15 w 57"/>
              <a:gd name="T93" fmla="*/ 45 h 117"/>
              <a:gd name="T94" fmla="*/ 24 w 57"/>
              <a:gd name="T95" fmla="*/ 49 h 117"/>
              <a:gd name="T96" fmla="*/ 24 w 57"/>
              <a:gd name="T97" fmla="*/ 33 h 117"/>
              <a:gd name="T98" fmla="*/ 23 w 57"/>
              <a:gd name="T99" fmla="*/ 33 h 117"/>
              <a:gd name="T100" fmla="*/ 21 w 57"/>
              <a:gd name="T101" fmla="*/ 34 h 117"/>
              <a:gd name="T102" fmla="*/ 16 w 57"/>
              <a:gd name="T103" fmla="*/ 25 h 117"/>
              <a:gd name="T104" fmla="*/ 20 w 57"/>
              <a:gd name="T105" fmla="*/ 20 h 117"/>
              <a:gd name="T106" fmla="*/ 23 w 57"/>
              <a:gd name="T107" fmla="*/ 23 h 117"/>
              <a:gd name="T108" fmla="*/ 24 w 57"/>
              <a:gd name="T109" fmla="*/ 24 h 117"/>
              <a:gd name="T110" fmla="*/ 24 w 57"/>
              <a:gd name="T111" fmla="*/ 7 h 117"/>
              <a:gd name="T112" fmla="*/ 4 w 57"/>
              <a:gd name="T113"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7" h="117">
                <a:moveTo>
                  <a:pt x="44" y="59"/>
                </a:moveTo>
                <a:cubicBezTo>
                  <a:pt x="43" y="59"/>
                  <a:pt x="42" y="61"/>
                  <a:pt x="42" y="64"/>
                </a:cubicBezTo>
                <a:cubicBezTo>
                  <a:pt x="42" y="65"/>
                  <a:pt x="42" y="66"/>
                  <a:pt x="42" y="68"/>
                </a:cubicBezTo>
                <a:cubicBezTo>
                  <a:pt x="43" y="68"/>
                  <a:pt x="43" y="68"/>
                  <a:pt x="43" y="68"/>
                </a:cubicBezTo>
                <a:cubicBezTo>
                  <a:pt x="43" y="71"/>
                  <a:pt x="43" y="71"/>
                  <a:pt x="42" y="71"/>
                </a:cubicBezTo>
                <a:cubicBezTo>
                  <a:pt x="42" y="71"/>
                  <a:pt x="42" y="71"/>
                  <a:pt x="42" y="71"/>
                </a:cubicBezTo>
                <a:cubicBezTo>
                  <a:pt x="33" y="68"/>
                  <a:pt x="33" y="68"/>
                  <a:pt x="33" y="68"/>
                </a:cubicBezTo>
                <a:cubicBezTo>
                  <a:pt x="33" y="83"/>
                  <a:pt x="33" y="83"/>
                  <a:pt x="33" y="83"/>
                </a:cubicBezTo>
                <a:cubicBezTo>
                  <a:pt x="33" y="84"/>
                  <a:pt x="33" y="85"/>
                  <a:pt x="32" y="85"/>
                </a:cubicBezTo>
                <a:cubicBezTo>
                  <a:pt x="32" y="85"/>
                  <a:pt x="32" y="85"/>
                  <a:pt x="32" y="85"/>
                </a:cubicBezTo>
                <a:cubicBezTo>
                  <a:pt x="32" y="85"/>
                  <a:pt x="31" y="84"/>
                  <a:pt x="31" y="84"/>
                </a:cubicBezTo>
                <a:cubicBezTo>
                  <a:pt x="30" y="83"/>
                  <a:pt x="30" y="83"/>
                  <a:pt x="30" y="83"/>
                </a:cubicBezTo>
                <a:cubicBezTo>
                  <a:pt x="30" y="82"/>
                  <a:pt x="29" y="81"/>
                  <a:pt x="29" y="81"/>
                </a:cubicBezTo>
                <a:cubicBezTo>
                  <a:pt x="28" y="81"/>
                  <a:pt x="28" y="81"/>
                  <a:pt x="28" y="81"/>
                </a:cubicBezTo>
                <a:cubicBezTo>
                  <a:pt x="26" y="81"/>
                  <a:pt x="25" y="83"/>
                  <a:pt x="25" y="85"/>
                </a:cubicBezTo>
                <a:cubicBezTo>
                  <a:pt x="25" y="88"/>
                  <a:pt x="27" y="92"/>
                  <a:pt x="29" y="92"/>
                </a:cubicBezTo>
                <a:cubicBezTo>
                  <a:pt x="29" y="93"/>
                  <a:pt x="29" y="93"/>
                  <a:pt x="29" y="93"/>
                </a:cubicBezTo>
                <a:cubicBezTo>
                  <a:pt x="30" y="93"/>
                  <a:pt x="30" y="92"/>
                  <a:pt x="30" y="92"/>
                </a:cubicBezTo>
                <a:cubicBezTo>
                  <a:pt x="31" y="92"/>
                  <a:pt x="31" y="92"/>
                  <a:pt x="31" y="92"/>
                </a:cubicBezTo>
                <a:cubicBezTo>
                  <a:pt x="31" y="91"/>
                  <a:pt x="31" y="91"/>
                  <a:pt x="32" y="91"/>
                </a:cubicBezTo>
                <a:cubicBezTo>
                  <a:pt x="32" y="91"/>
                  <a:pt x="32" y="91"/>
                  <a:pt x="32" y="91"/>
                </a:cubicBezTo>
                <a:cubicBezTo>
                  <a:pt x="33" y="92"/>
                  <a:pt x="33" y="93"/>
                  <a:pt x="33" y="94"/>
                </a:cubicBezTo>
                <a:cubicBezTo>
                  <a:pt x="33" y="109"/>
                  <a:pt x="33" y="109"/>
                  <a:pt x="33" y="109"/>
                </a:cubicBezTo>
                <a:cubicBezTo>
                  <a:pt x="51" y="117"/>
                  <a:pt x="51" y="117"/>
                  <a:pt x="51" y="117"/>
                </a:cubicBezTo>
                <a:cubicBezTo>
                  <a:pt x="52" y="117"/>
                  <a:pt x="52" y="117"/>
                  <a:pt x="53" y="117"/>
                </a:cubicBezTo>
                <a:cubicBezTo>
                  <a:pt x="55" y="117"/>
                  <a:pt x="57" y="114"/>
                  <a:pt x="57" y="109"/>
                </a:cubicBezTo>
                <a:cubicBezTo>
                  <a:pt x="57" y="78"/>
                  <a:pt x="57" y="78"/>
                  <a:pt x="57" y="78"/>
                </a:cubicBezTo>
                <a:cubicBezTo>
                  <a:pt x="48" y="74"/>
                  <a:pt x="48" y="74"/>
                  <a:pt x="48" y="74"/>
                </a:cubicBezTo>
                <a:cubicBezTo>
                  <a:pt x="47" y="73"/>
                  <a:pt x="46" y="72"/>
                  <a:pt x="47" y="70"/>
                </a:cubicBezTo>
                <a:cubicBezTo>
                  <a:pt x="48" y="70"/>
                  <a:pt x="48" y="70"/>
                  <a:pt x="48" y="70"/>
                </a:cubicBezTo>
                <a:cubicBezTo>
                  <a:pt x="48" y="69"/>
                  <a:pt x="48" y="68"/>
                  <a:pt x="48" y="67"/>
                </a:cubicBezTo>
                <a:cubicBezTo>
                  <a:pt x="48" y="64"/>
                  <a:pt x="47" y="60"/>
                  <a:pt x="45" y="60"/>
                </a:cubicBezTo>
                <a:cubicBezTo>
                  <a:pt x="45" y="60"/>
                  <a:pt x="45" y="59"/>
                  <a:pt x="44" y="59"/>
                </a:cubicBezTo>
                <a:moveTo>
                  <a:pt x="11" y="46"/>
                </a:moveTo>
                <a:cubicBezTo>
                  <a:pt x="10" y="46"/>
                  <a:pt x="9" y="48"/>
                  <a:pt x="9" y="50"/>
                </a:cubicBezTo>
                <a:cubicBezTo>
                  <a:pt x="9" y="52"/>
                  <a:pt x="9" y="53"/>
                  <a:pt x="9" y="54"/>
                </a:cubicBezTo>
                <a:cubicBezTo>
                  <a:pt x="9" y="55"/>
                  <a:pt x="9" y="55"/>
                  <a:pt x="9" y="55"/>
                </a:cubicBezTo>
                <a:cubicBezTo>
                  <a:pt x="10" y="57"/>
                  <a:pt x="10" y="58"/>
                  <a:pt x="9" y="58"/>
                </a:cubicBezTo>
                <a:cubicBezTo>
                  <a:pt x="9" y="58"/>
                  <a:pt x="9" y="58"/>
                  <a:pt x="9" y="58"/>
                </a:cubicBezTo>
                <a:cubicBezTo>
                  <a:pt x="0" y="54"/>
                  <a:pt x="0" y="54"/>
                  <a:pt x="0" y="54"/>
                </a:cubicBezTo>
                <a:cubicBezTo>
                  <a:pt x="0" y="70"/>
                  <a:pt x="0" y="70"/>
                  <a:pt x="0" y="70"/>
                </a:cubicBezTo>
                <a:cubicBezTo>
                  <a:pt x="0" y="70"/>
                  <a:pt x="0" y="70"/>
                  <a:pt x="0" y="70"/>
                </a:cubicBezTo>
                <a:cubicBezTo>
                  <a:pt x="0" y="71"/>
                  <a:pt x="0" y="71"/>
                  <a:pt x="0" y="71"/>
                </a:cubicBezTo>
                <a:cubicBezTo>
                  <a:pt x="1" y="70"/>
                  <a:pt x="1" y="70"/>
                  <a:pt x="1" y="70"/>
                </a:cubicBezTo>
                <a:cubicBezTo>
                  <a:pt x="1" y="70"/>
                  <a:pt x="1" y="70"/>
                  <a:pt x="1" y="70"/>
                </a:cubicBezTo>
                <a:cubicBezTo>
                  <a:pt x="2" y="70"/>
                  <a:pt x="2" y="69"/>
                  <a:pt x="3" y="69"/>
                </a:cubicBezTo>
                <a:cubicBezTo>
                  <a:pt x="3" y="69"/>
                  <a:pt x="4" y="69"/>
                  <a:pt x="4" y="70"/>
                </a:cubicBezTo>
                <a:cubicBezTo>
                  <a:pt x="6" y="70"/>
                  <a:pt x="8" y="74"/>
                  <a:pt x="8" y="78"/>
                </a:cubicBezTo>
                <a:cubicBezTo>
                  <a:pt x="8" y="82"/>
                  <a:pt x="7" y="84"/>
                  <a:pt x="5" y="84"/>
                </a:cubicBezTo>
                <a:cubicBezTo>
                  <a:pt x="4" y="84"/>
                  <a:pt x="4" y="84"/>
                  <a:pt x="4" y="84"/>
                </a:cubicBezTo>
                <a:cubicBezTo>
                  <a:pt x="3" y="83"/>
                  <a:pt x="2" y="82"/>
                  <a:pt x="1" y="81"/>
                </a:cubicBezTo>
                <a:cubicBezTo>
                  <a:pt x="1" y="80"/>
                  <a:pt x="1" y="80"/>
                  <a:pt x="1" y="80"/>
                </a:cubicBezTo>
                <a:cubicBezTo>
                  <a:pt x="1" y="80"/>
                  <a:pt x="0" y="80"/>
                  <a:pt x="0" y="80"/>
                </a:cubicBezTo>
                <a:cubicBezTo>
                  <a:pt x="0" y="80"/>
                  <a:pt x="0" y="80"/>
                  <a:pt x="0" y="80"/>
                </a:cubicBezTo>
                <a:cubicBezTo>
                  <a:pt x="0" y="80"/>
                  <a:pt x="0" y="80"/>
                  <a:pt x="0" y="80"/>
                </a:cubicBezTo>
                <a:cubicBezTo>
                  <a:pt x="0" y="85"/>
                  <a:pt x="0" y="85"/>
                  <a:pt x="0" y="85"/>
                </a:cubicBezTo>
                <a:cubicBezTo>
                  <a:pt x="0" y="91"/>
                  <a:pt x="2" y="97"/>
                  <a:pt x="6" y="98"/>
                </a:cubicBezTo>
                <a:cubicBezTo>
                  <a:pt x="24" y="106"/>
                  <a:pt x="24" y="106"/>
                  <a:pt x="24" y="106"/>
                </a:cubicBezTo>
                <a:cubicBezTo>
                  <a:pt x="24" y="90"/>
                  <a:pt x="24" y="90"/>
                  <a:pt x="24" y="90"/>
                </a:cubicBezTo>
                <a:cubicBezTo>
                  <a:pt x="24" y="89"/>
                  <a:pt x="24" y="89"/>
                  <a:pt x="24" y="89"/>
                </a:cubicBezTo>
                <a:cubicBezTo>
                  <a:pt x="23" y="89"/>
                  <a:pt x="23" y="89"/>
                  <a:pt x="23" y="89"/>
                </a:cubicBezTo>
                <a:cubicBezTo>
                  <a:pt x="23" y="89"/>
                  <a:pt x="23" y="89"/>
                  <a:pt x="23" y="89"/>
                </a:cubicBezTo>
                <a:cubicBezTo>
                  <a:pt x="22" y="90"/>
                  <a:pt x="22" y="90"/>
                  <a:pt x="22" y="90"/>
                </a:cubicBezTo>
                <a:cubicBezTo>
                  <a:pt x="22" y="90"/>
                  <a:pt x="21" y="90"/>
                  <a:pt x="21" y="90"/>
                </a:cubicBezTo>
                <a:cubicBezTo>
                  <a:pt x="20" y="90"/>
                  <a:pt x="20" y="90"/>
                  <a:pt x="20" y="90"/>
                </a:cubicBezTo>
                <a:cubicBezTo>
                  <a:pt x="18" y="89"/>
                  <a:pt x="16" y="85"/>
                  <a:pt x="16" y="81"/>
                </a:cubicBezTo>
                <a:cubicBezTo>
                  <a:pt x="16" y="78"/>
                  <a:pt x="17" y="76"/>
                  <a:pt x="19" y="76"/>
                </a:cubicBezTo>
                <a:cubicBezTo>
                  <a:pt x="19" y="76"/>
                  <a:pt x="20" y="76"/>
                  <a:pt x="20" y="76"/>
                </a:cubicBezTo>
                <a:cubicBezTo>
                  <a:pt x="21" y="76"/>
                  <a:pt x="22" y="77"/>
                  <a:pt x="22" y="78"/>
                </a:cubicBezTo>
                <a:cubicBezTo>
                  <a:pt x="23" y="79"/>
                  <a:pt x="23" y="79"/>
                  <a:pt x="23" y="79"/>
                </a:cubicBezTo>
                <a:cubicBezTo>
                  <a:pt x="23" y="80"/>
                  <a:pt x="23" y="80"/>
                  <a:pt x="23" y="80"/>
                </a:cubicBezTo>
                <a:cubicBezTo>
                  <a:pt x="24" y="80"/>
                  <a:pt x="24" y="80"/>
                  <a:pt x="24" y="80"/>
                </a:cubicBezTo>
                <a:cubicBezTo>
                  <a:pt x="24" y="80"/>
                  <a:pt x="24" y="80"/>
                  <a:pt x="24" y="80"/>
                </a:cubicBezTo>
                <a:cubicBezTo>
                  <a:pt x="24" y="64"/>
                  <a:pt x="24" y="64"/>
                  <a:pt x="24" y="64"/>
                </a:cubicBezTo>
                <a:cubicBezTo>
                  <a:pt x="15" y="60"/>
                  <a:pt x="15" y="60"/>
                  <a:pt x="15" y="60"/>
                </a:cubicBezTo>
                <a:cubicBezTo>
                  <a:pt x="14" y="60"/>
                  <a:pt x="13" y="59"/>
                  <a:pt x="14" y="57"/>
                </a:cubicBezTo>
                <a:cubicBezTo>
                  <a:pt x="15" y="56"/>
                  <a:pt x="15" y="56"/>
                  <a:pt x="15" y="56"/>
                </a:cubicBezTo>
                <a:cubicBezTo>
                  <a:pt x="15" y="55"/>
                  <a:pt x="15" y="54"/>
                  <a:pt x="15" y="53"/>
                </a:cubicBezTo>
                <a:cubicBezTo>
                  <a:pt x="15" y="50"/>
                  <a:pt x="14" y="47"/>
                  <a:pt x="12" y="46"/>
                </a:cubicBezTo>
                <a:cubicBezTo>
                  <a:pt x="12" y="46"/>
                  <a:pt x="11" y="46"/>
                  <a:pt x="11" y="46"/>
                </a:cubicBezTo>
                <a:moveTo>
                  <a:pt x="4" y="0"/>
                </a:moveTo>
                <a:cubicBezTo>
                  <a:pt x="2" y="0"/>
                  <a:pt x="0" y="3"/>
                  <a:pt x="0" y="8"/>
                </a:cubicBezTo>
                <a:cubicBezTo>
                  <a:pt x="0" y="39"/>
                  <a:pt x="0" y="39"/>
                  <a:pt x="0" y="39"/>
                </a:cubicBezTo>
                <a:cubicBezTo>
                  <a:pt x="9" y="43"/>
                  <a:pt x="9" y="43"/>
                  <a:pt x="9" y="43"/>
                </a:cubicBezTo>
                <a:cubicBezTo>
                  <a:pt x="9" y="43"/>
                  <a:pt x="9" y="43"/>
                  <a:pt x="9" y="43"/>
                </a:cubicBezTo>
                <a:cubicBezTo>
                  <a:pt x="9" y="42"/>
                  <a:pt x="9" y="41"/>
                  <a:pt x="9" y="41"/>
                </a:cubicBezTo>
                <a:cubicBezTo>
                  <a:pt x="9" y="40"/>
                  <a:pt x="9" y="40"/>
                  <a:pt x="9" y="40"/>
                </a:cubicBezTo>
                <a:cubicBezTo>
                  <a:pt x="8" y="38"/>
                  <a:pt x="8" y="37"/>
                  <a:pt x="8" y="35"/>
                </a:cubicBezTo>
                <a:cubicBezTo>
                  <a:pt x="8" y="32"/>
                  <a:pt x="9" y="30"/>
                  <a:pt x="11" y="30"/>
                </a:cubicBezTo>
                <a:cubicBezTo>
                  <a:pt x="11" y="30"/>
                  <a:pt x="12" y="30"/>
                  <a:pt x="12" y="30"/>
                </a:cubicBezTo>
                <a:cubicBezTo>
                  <a:pt x="14" y="31"/>
                  <a:pt x="16" y="35"/>
                  <a:pt x="16" y="39"/>
                </a:cubicBezTo>
                <a:cubicBezTo>
                  <a:pt x="16" y="40"/>
                  <a:pt x="16" y="41"/>
                  <a:pt x="15" y="42"/>
                </a:cubicBezTo>
                <a:cubicBezTo>
                  <a:pt x="15" y="43"/>
                  <a:pt x="15" y="43"/>
                  <a:pt x="15" y="43"/>
                </a:cubicBezTo>
                <a:cubicBezTo>
                  <a:pt x="15" y="44"/>
                  <a:pt x="14" y="44"/>
                  <a:pt x="15" y="45"/>
                </a:cubicBezTo>
                <a:cubicBezTo>
                  <a:pt x="15" y="45"/>
                  <a:pt x="15" y="45"/>
                  <a:pt x="15" y="45"/>
                </a:cubicBezTo>
                <a:cubicBezTo>
                  <a:pt x="24" y="49"/>
                  <a:pt x="24" y="49"/>
                  <a:pt x="24" y="49"/>
                </a:cubicBezTo>
                <a:cubicBezTo>
                  <a:pt x="24" y="33"/>
                  <a:pt x="24" y="33"/>
                  <a:pt x="24" y="33"/>
                </a:cubicBezTo>
                <a:cubicBezTo>
                  <a:pt x="24" y="33"/>
                  <a:pt x="24" y="33"/>
                  <a:pt x="24" y="33"/>
                </a:cubicBezTo>
                <a:cubicBezTo>
                  <a:pt x="24" y="33"/>
                  <a:pt x="24" y="33"/>
                  <a:pt x="24" y="33"/>
                </a:cubicBezTo>
                <a:cubicBezTo>
                  <a:pt x="23" y="33"/>
                  <a:pt x="23" y="33"/>
                  <a:pt x="23" y="33"/>
                </a:cubicBezTo>
                <a:cubicBezTo>
                  <a:pt x="22" y="33"/>
                  <a:pt x="22" y="33"/>
                  <a:pt x="22" y="33"/>
                </a:cubicBezTo>
                <a:cubicBezTo>
                  <a:pt x="22" y="34"/>
                  <a:pt x="21" y="34"/>
                  <a:pt x="21" y="34"/>
                </a:cubicBezTo>
                <a:cubicBezTo>
                  <a:pt x="21" y="34"/>
                  <a:pt x="20" y="34"/>
                  <a:pt x="20" y="34"/>
                </a:cubicBezTo>
                <a:cubicBezTo>
                  <a:pt x="18" y="33"/>
                  <a:pt x="16" y="29"/>
                  <a:pt x="16" y="25"/>
                </a:cubicBezTo>
                <a:cubicBezTo>
                  <a:pt x="16" y="22"/>
                  <a:pt x="17" y="19"/>
                  <a:pt x="19" y="19"/>
                </a:cubicBezTo>
                <a:cubicBezTo>
                  <a:pt x="19" y="19"/>
                  <a:pt x="20" y="19"/>
                  <a:pt x="20" y="20"/>
                </a:cubicBezTo>
                <a:cubicBezTo>
                  <a:pt x="21" y="20"/>
                  <a:pt x="22" y="21"/>
                  <a:pt x="22" y="22"/>
                </a:cubicBezTo>
                <a:cubicBezTo>
                  <a:pt x="23" y="23"/>
                  <a:pt x="23" y="23"/>
                  <a:pt x="23" y="23"/>
                </a:cubicBezTo>
                <a:cubicBezTo>
                  <a:pt x="23" y="23"/>
                  <a:pt x="23" y="23"/>
                  <a:pt x="24" y="24"/>
                </a:cubicBezTo>
                <a:cubicBezTo>
                  <a:pt x="24" y="24"/>
                  <a:pt x="24" y="24"/>
                  <a:pt x="24" y="24"/>
                </a:cubicBezTo>
                <a:cubicBezTo>
                  <a:pt x="24" y="23"/>
                  <a:pt x="24" y="23"/>
                  <a:pt x="24" y="23"/>
                </a:cubicBezTo>
                <a:cubicBezTo>
                  <a:pt x="24" y="7"/>
                  <a:pt x="24" y="7"/>
                  <a:pt x="24" y="7"/>
                </a:cubicBezTo>
                <a:cubicBezTo>
                  <a:pt x="6" y="0"/>
                  <a:pt x="6" y="0"/>
                  <a:pt x="6" y="0"/>
                </a:cubicBezTo>
                <a:cubicBezTo>
                  <a:pt x="5" y="0"/>
                  <a:pt x="5" y="0"/>
                  <a:pt x="4"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5" name="Freeform 43"/>
          <p:cNvSpPr>
            <a:spLocks noEditPoints="1"/>
          </p:cNvSpPr>
          <p:nvPr/>
        </p:nvSpPr>
        <p:spPr bwMode="auto">
          <a:xfrm>
            <a:off x="8649652" y="3560091"/>
            <a:ext cx="320996" cy="485362"/>
          </a:xfrm>
          <a:custGeom>
            <a:avLst/>
            <a:gdLst>
              <a:gd name="T0" fmla="*/ 63 w 70"/>
              <a:gd name="T1" fmla="*/ 23 h 106"/>
              <a:gd name="T2" fmla="*/ 51 w 70"/>
              <a:gd name="T3" fmla="*/ 38 h 106"/>
              <a:gd name="T4" fmla="*/ 42 w 70"/>
              <a:gd name="T5" fmla="*/ 25 h 106"/>
              <a:gd name="T6" fmla="*/ 42 w 70"/>
              <a:gd name="T7" fmla="*/ 24 h 106"/>
              <a:gd name="T8" fmla="*/ 41 w 70"/>
              <a:gd name="T9" fmla="*/ 25 h 106"/>
              <a:gd name="T10" fmla="*/ 33 w 70"/>
              <a:gd name="T11" fmla="*/ 35 h 106"/>
              <a:gd name="T12" fmla="*/ 34 w 70"/>
              <a:gd name="T13" fmla="*/ 37 h 106"/>
              <a:gd name="T14" fmla="*/ 42 w 70"/>
              <a:gd name="T15" fmla="*/ 28 h 106"/>
              <a:gd name="T16" fmla="*/ 51 w 70"/>
              <a:gd name="T17" fmla="*/ 40 h 106"/>
              <a:gd name="T18" fmla="*/ 51 w 70"/>
              <a:gd name="T19" fmla="*/ 41 h 106"/>
              <a:gd name="T20" fmla="*/ 52 w 70"/>
              <a:gd name="T21" fmla="*/ 41 h 106"/>
              <a:gd name="T22" fmla="*/ 64 w 70"/>
              <a:gd name="T23" fmla="*/ 26 h 106"/>
              <a:gd name="T24" fmla="*/ 63 w 70"/>
              <a:gd name="T25" fmla="*/ 23 h 106"/>
              <a:gd name="T26" fmla="*/ 18 w 70"/>
              <a:gd name="T27" fmla="*/ 13 h 106"/>
              <a:gd name="T28" fmla="*/ 8 w 70"/>
              <a:gd name="T29" fmla="*/ 26 h 106"/>
              <a:gd name="T30" fmla="*/ 13 w 70"/>
              <a:gd name="T31" fmla="*/ 43 h 106"/>
              <a:gd name="T32" fmla="*/ 5 w 70"/>
              <a:gd name="T33" fmla="*/ 52 h 106"/>
              <a:gd name="T34" fmla="*/ 29 w 70"/>
              <a:gd name="T35" fmla="*/ 62 h 106"/>
              <a:gd name="T36" fmla="*/ 29 w 70"/>
              <a:gd name="T37" fmla="*/ 98 h 106"/>
              <a:gd name="T38" fmla="*/ 47 w 70"/>
              <a:gd name="T39" fmla="*/ 78 h 106"/>
              <a:gd name="T40" fmla="*/ 47 w 70"/>
              <a:gd name="T41" fmla="*/ 68 h 106"/>
              <a:gd name="T42" fmla="*/ 44 w 70"/>
              <a:gd name="T43" fmla="*/ 66 h 106"/>
              <a:gd name="T44" fmla="*/ 41 w 70"/>
              <a:gd name="T45" fmla="*/ 67 h 106"/>
              <a:gd name="T46" fmla="*/ 33 w 70"/>
              <a:gd name="T47" fmla="*/ 73 h 106"/>
              <a:gd name="T48" fmla="*/ 24 w 70"/>
              <a:gd name="T49" fmla="*/ 48 h 106"/>
              <a:gd name="T50" fmla="*/ 29 w 70"/>
              <a:gd name="T51" fmla="*/ 35 h 106"/>
              <a:gd name="T52" fmla="*/ 18 w 70"/>
              <a:gd name="T53" fmla="*/ 13 h 106"/>
              <a:gd name="T54" fmla="*/ 28 w 70"/>
              <a:gd name="T55" fmla="*/ 64 h 106"/>
              <a:gd name="T56" fmla="*/ 0 w 70"/>
              <a:gd name="T57" fmla="*/ 52 h 106"/>
              <a:gd name="T58" fmla="*/ 0 w 70"/>
              <a:gd name="T59" fmla="*/ 94 h 106"/>
              <a:gd name="T60" fmla="*/ 3 w 70"/>
              <a:gd name="T61" fmla="*/ 96 h 106"/>
              <a:gd name="T62" fmla="*/ 3 w 70"/>
              <a:gd name="T63" fmla="*/ 59 h 106"/>
              <a:gd name="T64" fmla="*/ 25 w 70"/>
              <a:gd name="T65" fmla="*/ 68 h 106"/>
              <a:gd name="T66" fmla="*/ 25 w 70"/>
              <a:gd name="T67" fmla="*/ 105 h 106"/>
              <a:gd name="T68" fmla="*/ 28 w 70"/>
              <a:gd name="T69" fmla="*/ 106 h 106"/>
              <a:gd name="T70" fmla="*/ 28 w 70"/>
              <a:gd name="T71" fmla="*/ 64 h 106"/>
              <a:gd name="T72" fmla="*/ 70 w 70"/>
              <a:gd name="T73" fmla="*/ 17 h 106"/>
              <a:gd name="T74" fmla="*/ 27 w 70"/>
              <a:gd name="T75" fmla="*/ 0 h 106"/>
              <a:gd name="T76" fmla="*/ 27 w 70"/>
              <a:gd name="T77" fmla="*/ 16 h 106"/>
              <a:gd name="T78" fmla="*/ 30 w 70"/>
              <a:gd name="T79" fmla="*/ 23 h 106"/>
              <a:gd name="T80" fmla="*/ 30 w 70"/>
              <a:gd name="T81" fmla="*/ 6 h 106"/>
              <a:gd name="T82" fmla="*/ 67 w 70"/>
              <a:gd name="T83" fmla="*/ 21 h 106"/>
              <a:gd name="T84" fmla="*/ 67 w 70"/>
              <a:gd name="T85" fmla="*/ 53 h 106"/>
              <a:gd name="T86" fmla="*/ 32 w 70"/>
              <a:gd name="T87" fmla="*/ 39 h 106"/>
              <a:gd name="T88" fmla="*/ 31 w 70"/>
              <a:gd name="T89" fmla="*/ 44 h 106"/>
              <a:gd name="T90" fmla="*/ 47 w 70"/>
              <a:gd name="T91" fmla="*/ 50 h 106"/>
              <a:gd name="T92" fmla="*/ 47 w 70"/>
              <a:gd name="T93" fmla="*/ 54 h 106"/>
              <a:gd name="T94" fmla="*/ 43 w 70"/>
              <a:gd name="T95" fmla="*/ 52 h 106"/>
              <a:gd name="T96" fmla="*/ 43 w 70"/>
              <a:gd name="T97" fmla="*/ 57 h 106"/>
              <a:gd name="T98" fmla="*/ 55 w 70"/>
              <a:gd name="T99" fmla="*/ 63 h 106"/>
              <a:gd name="T100" fmla="*/ 55 w 70"/>
              <a:gd name="T101" fmla="*/ 57 h 106"/>
              <a:gd name="T102" fmla="*/ 50 w 70"/>
              <a:gd name="T103" fmla="*/ 55 h 106"/>
              <a:gd name="T104" fmla="*/ 50 w 70"/>
              <a:gd name="T105" fmla="*/ 52 h 106"/>
              <a:gd name="T106" fmla="*/ 70 w 70"/>
              <a:gd name="T107" fmla="*/ 60 h 106"/>
              <a:gd name="T108" fmla="*/ 70 w 70"/>
              <a:gd name="T109" fmla="*/ 17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0" h="106">
                <a:moveTo>
                  <a:pt x="63" y="23"/>
                </a:moveTo>
                <a:cubicBezTo>
                  <a:pt x="51" y="38"/>
                  <a:pt x="51" y="38"/>
                  <a:pt x="51" y="38"/>
                </a:cubicBezTo>
                <a:cubicBezTo>
                  <a:pt x="42" y="25"/>
                  <a:pt x="42" y="25"/>
                  <a:pt x="42" y="25"/>
                </a:cubicBezTo>
                <a:cubicBezTo>
                  <a:pt x="42" y="24"/>
                  <a:pt x="42" y="24"/>
                  <a:pt x="42" y="24"/>
                </a:cubicBezTo>
                <a:cubicBezTo>
                  <a:pt x="41" y="25"/>
                  <a:pt x="41" y="25"/>
                  <a:pt x="41" y="25"/>
                </a:cubicBezTo>
                <a:cubicBezTo>
                  <a:pt x="33" y="35"/>
                  <a:pt x="33" y="35"/>
                  <a:pt x="33" y="35"/>
                </a:cubicBezTo>
                <a:cubicBezTo>
                  <a:pt x="34" y="37"/>
                  <a:pt x="34" y="37"/>
                  <a:pt x="34" y="37"/>
                </a:cubicBezTo>
                <a:cubicBezTo>
                  <a:pt x="42" y="28"/>
                  <a:pt x="42" y="28"/>
                  <a:pt x="42" y="28"/>
                </a:cubicBezTo>
                <a:cubicBezTo>
                  <a:pt x="51" y="40"/>
                  <a:pt x="51" y="40"/>
                  <a:pt x="51" y="40"/>
                </a:cubicBezTo>
                <a:cubicBezTo>
                  <a:pt x="51" y="41"/>
                  <a:pt x="51" y="41"/>
                  <a:pt x="51" y="41"/>
                </a:cubicBezTo>
                <a:cubicBezTo>
                  <a:pt x="52" y="41"/>
                  <a:pt x="52" y="41"/>
                  <a:pt x="52" y="41"/>
                </a:cubicBezTo>
                <a:cubicBezTo>
                  <a:pt x="64" y="26"/>
                  <a:pt x="64" y="26"/>
                  <a:pt x="64" y="26"/>
                </a:cubicBezTo>
                <a:lnTo>
                  <a:pt x="63" y="23"/>
                </a:lnTo>
                <a:close/>
                <a:moveTo>
                  <a:pt x="18" y="13"/>
                </a:moveTo>
                <a:cubicBezTo>
                  <a:pt x="13" y="10"/>
                  <a:pt x="8" y="16"/>
                  <a:pt x="8" y="26"/>
                </a:cubicBezTo>
                <a:cubicBezTo>
                  <a:pt x="8" y="33"/>
                  <a:pt x="10" y="39"/>
                  <a:pt x="13" y="43"/>
                </a:cubicBezTo>
                <a:cubicBezTo>
                  <a:pt x="10" y="45"/>
                  <a:pt x="7" y="48"/>
                  <a:pt x="5" y="52"/>
                </a:cubicBezTo>
                <a:cubicBezTo>
                  <a:pt x="29" y="62"/>
                  <a:pt x="29" y="62"/>
                  <a:pt x="29" y="62"/>
                </a:cubicBezTo>
                <a:cubicBezTo>
                  <a:pt x="29" y="98"/>
                  <a:pt x="29" y="98"/>
                  <a:pt x="29" y="98"/>
                </a:cubicBezTo>
                <a:cubicBezTo>
                  <a:pt x="47" y="78"/>
                  <a:pt x="47" y="78"/>
                  <a:pt x="47" y="78"/>
                </a:cubicBezTo>
                <a:cubicBezTo>
                  <a:pt x="49" y="76"/>
                  <a:pt x="48" y="72"/>
                  <a:pt x="47" y="68"/>
                </a:cubicBezTo>
                <a:cubicBezTo>
                  <a:pt x="46" y="67"/>
                  <a:pt x="45" y="66"/>
                  <a:pt x="44" y="66"/>
                </a:cubicBezTo>
                <a:cubicBezTo>
                  <a:pt x="43" y="65"/>
                  <a:pt x="42" y="65"/>
                  <a:pt x="41" y="67"/>
                </a:cubicBezTo>
                <a:cubicBezTo>
                  <a:pt x="33" y="73"/>
                  <a:pt x="33" y="73"/>
                  <a:pt x="33" y="73"/>
                </a:cubicBezTo>
                <a:cubicBezTo>
                  <a:pt x="32" y="65"/>
                  <a:pt x="29" y="56"/>
                  <a:pt x="24" y="48"/>
                </a:cubicBezTo>
                <a:cubicBezTo>
                  <a:pt x="27" y="46"/>
                  <a:pt x="29" y="41"/>
                  <a:pt x="29" y="35"/>
                </a:cubicBezTo>
                <a:cubicBezTo>
                  <a:pt x="29" y="25"/>
                  <a:pt x="24" y="15"/>
                  <a:pt x="18" y="13"/>
                </a:cubicBezTo>
                <a:close/>
                <a:moveTo>
                  <a:pt x="28" y="64"/>
                </a:moveTo>
                <a:cubicBezTo>
                  <a:pt x="0" y="52"/>
                  <a:pt x="0" y="52"/>
                  <a:pt x="0" y="52"/>
                </a:cubicBezTo>
                <a:cubicBezTo>
                  <a:pt x="0" y="94"/>
                  <a:pt x="0" y="94"/>
                  <a:pt x="0" y="94"/>
                </a:cubicBezTo>
                <a:cubicBezTo>
                  <a:pt x="3" y="96"/>
                  <a:pt x="3" y="96"/>
                  <a:pt x="3" y="96"/>
                </a:cubicBezTo>
                <a:cubicBezTo>
                  <a:pt x="3" y="59"/>
                  <a:pt x="3" y="59"/>
                  <a:pt x="3" y="59"/>
                </a:cubicBezTo>
                <a:cubicBezTo>
                  <a:pt x="25" y="68"/>
                  <a:pt x="25" y="68"/>
                  <a:pt x="25" y="68"/>
                </a:cubicBezTo>
                <a:cubicBezTo>
                  <a:pt x="25" y="105"/>
                  <a:pt x="25" y="105"/>
                  <a:pt x="25" y="105"/>
                </a:cubicBezTo>
                <a:cubicBezTo>
                  <a:pt x="28" y="106"/>
                  <a:pt x="28" y="106"/>
                  <a:pt x="28" y="106"/>
                </a:cubicBezTo>
                <a:lnTo>
                  <a:pt x="28" y="64"/>
                </a:lnTo>
                <a:close/>
                <a:moveTo>
                  <a:pt x="70" y="17"/>
                </a:moveTo>
                <a:cubicBezTo>
                  <a:pt x="27" y="0"/>
                  <a:pt x="27" y="0"/>
                  <a:pt x="27" y="0"/>
                </a:cubicBezTo>
                <a:cubicBezTo>
                  <a:pt x="27" y="16"/>
                  <a:pt x="27" y="16"/>
                  <a:pt x="27" y="16"/>
                </a:cubicBezTo>
                <a:cubicBezTo>
                  <a:pt x="28" y="18"/>
                  <a:pt x="29" y="21"/>
                  <a:pt x="30" y="23"/>
                </a:cubicBezTo>
                <a:cubicBezTo>
                  <a:pt x="30" y="6"/>
                  <a:pt x="30" y="6"/>
                  <a:pt x="30" y="6"/>
                </a:cubicBezTo>
                <a:cubicBezTo>
                  <a:pt x="67" y="21"/>
                  <a:pt x="67" y="21"/>
                  <a:pt x="67" y="21"/>
                </a:cubicBezTo>
                <a:cubicBezTo>
                  <a:pt x="67" y="53"/>
                  <a:pt x="67" y="53"/>
                  <a:pt x="67" y="53"/>
                </a:cubicBezTo>
                <a:cubicBezTo>
                  <a:pt x="32" y="39"/>
                  <a:pt x="32" y="39"/>
                  <a:pt x="32" y="39"/>
                </a:cubicBezTo>
                <a:cubicBezTo>
                  <a:pt x="32" y="40"/>
                  <a:pt x="31" y="42"/>
                  <a:pt x="31" y="44"/>
                </a:cubicBezTo>
                <a:cubicBezTo>
                  <a:pt x="47" y="50"/>
                  <a:pt x="47" y="50"/>
                  <a:pt x="47" y="50"/>
                </a:cubicBezTo>
                <a:cubicBezTo>
                  <a:pt x="47" y="54"/>
                  <a:pt x="47" y="54"/>
                  <a:pt x="47" y="54"/>
                </a:cubicBezTo>
                <a:cubicBezTo>
                  <a:pt x="43" y="52"/>
                  <a:pt x="43" y="52"/>
                  <a:pt x="43" y="52"/>
                </a:cubicBezTo>
                <a:cubicBezTo>
                  <a:pt x="43" y="57"/>
                  <a:pt x="43" y="57"/>
                  <a:pt x="43" y="57"/>
                </a:cubicBezTo>
                <a:cubicBezTo>
                  <a:pt x="55" y="63"/>
                  <a:pt x="55" y="63"/>
                  <a:pt x="55" y="63"/>
                </a:cubicBezTo>
                <a:cubicBezTo>
                  <a:pt x="55" y="57"/>
                  <a:pt x="55" y="57"/>
                  <a:pt x="55" y="57"/>
                </a:cubicBezTo>
                <a:cubicBezTo>
                  <a:pt x="50" y="55"/>
                  <a:pt x="50" y="55"/>
                  <a:pt x="50" y="55"/>
                </a:cubicBezTo>
                <a:cubicBezTo>
                  <a:pt x="50" y="52"/>
                  <a:pt x="50" y="52"/>
                  <a:pt x="50" y="52"/>
                </a:cubicBezTo>
                <a:cubicBezTo>
                  <a:pt x="70" y="60"/>
                  <a:pt x="70" y="60"/>
                  <a:pt x="70" y="60"/>
                </a:cubicBezTo>
                <a:lnTo>
                  <a:pt x="70"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6" name="Freeform 44"/>
          <p:cNvSpPr>
            <a:spLocks noEditPoints="1"/>
          </p:cNvSpPr>
          <p:nvPr/>
        </p:nvSpPr>
        <p:spPr bwMode="auto">
          <a:xfrm>
            <a:off x="8612912" y="1454279"/>
            <a:ext cx="421549" cy="471826"/>
          </a:xfrm>
          <a:custGeom>
            <a:avLst/>
            <a:gdLst>
              <a:gd name="T0" fmla="*/ 62 w 92"/>
              <a:gd name="T1" fmla="*/ 36 h 103"/>
              <a:gd name="T2" fmla="*/ 52 w 92"/>
              <a:gd name="T3" fmla="*/ 48 h 103"/>
              <a:gd name="T4" fmla="*/ 50 w 92"/>
              <a:gd name="T5" fmla="*/ 51 h 103"/>
              <a:gd name="T6" fmla="*/ 62 w 92"/>
              <a:gd name="T7" fmla="*/ 77 h 103"/>
              <a:gd name="T8" fmla="*/ 66 w 92"/>
              <a:gd name="T9" fmla="*/ 71 h 103"/>
              <a:gd name="T10" fmla="*/ 62 w 92"/>
              <a:gd name="T11" fmla="*/ 62 h 103"/>
              <a:gd name="T12" fmla="*/ 92 w 92"/>
              <a:gd name="T13" fmla="*/ 74 h 103"/>
              <a:gd name="T14" fmla="*/ 92 w 92"/>
              <a:gd name="T15" fmla="*/ 63 h 103"/>
              <a:gd name="T16" fmla="*/ 62 w 92"/>
              <a:gd name="T17" fmla="*/ 51 h 103"/>
              <a:gd name="T18" fmla="*/ 66 w 92"/>
              <a:gd name="T19" fmla="*/ 45 h 103"/>
              <a:gd name="T20" fmla="*/ 62 w 92"/>
              <a:gd name="T21" fmla="*/ 36 h 103"/>
              <a:gd name="T22" fmla="*/ 35 w 92"/>
              <a:gd name="T23" fmla="*/ 0 h 103"/>
              <a:gd name="T24" fmla="*/ 22 w 92"/>
              <a:gd name="T25" fmla="*/ 21 h 103"/>
              <a:gd name="T26" fmla="*/ 22 w 92"/>
              <a:gd name="T27" fmla="*/ 35 h 103"/>
              <a:gd name="T28" fmla="*/ 13 w 92"/>
              <a:gd name="T29" fmla="*/ 31 h 103"/>
              <a:gd name="T30" fmla="*/ 17 w 92"/>
              <a:gd name="T31" fmla="*/ 25 h 103"/>
              <a:gd name="T32" fmla="*/ 12 w 92"/>
              <a:gd name="T33" fmla="*/ 16 h 103"/>
              <a:gd name="T34" fmla="*/ 3 w 92"/>
              <a:gd name="T35" fmla="*/ 28 h 103"/>
              <a:gd name="T36" fmla="*/ 3 w 92"/>
              <a:gd name="T37" fmla="*/ 28 h 103"/>
              <a:gd name="T38" fmla="*/ 0 w 92"/>
              <a:gd name="T39" fmla="*/ 31 h 103"/>
              <a:gd name="T40" fmla="*/ 12 w 92"/>
              <a:gd name="T41" fmla="*/ 56 h 103"/>
              <a:gd name="T42" fmla="*/ 17 w 92"/>
              <a:gd name="T43" fmla="*/ 51 h 103"/>
              <a:gd name="T44" fmla="*/ 13 w 92"/>
              <a:gd name="T45" fmla="*/ 42 h 103"/>
              <a:gd name="T46" fmla="*/ 22 w 92"/>
              <a:gd name="T47" fmla="*/ 46 h 103"/>
              <a:gd name="T48" fmla="*/ 22 w 92"/>
              <a:gd name="T49" fmla="*/ 59 h 103"/>
              <a:gd name="T50" fmla="*/ 38 w 92"/>
              <a:gd name="T51" fmla="*/ 93 h 103"/>
              <a:gd name="T52" fmla="*/ 61 w 92"/>
              <a:gd name="T53" fmla="*/ 102 h 103"/>
              <a:gd name="T54" fmla="*/ 65 w 92"/>
              <a:gd name="T55" fmla="*/ 103 h 103"/>
              <a:gd name="T56" fmla="*/ 77 w 92"/>
              <a:gd name="T57" fmla="*/ 82 h 103"/>
              <a:gd name="T58" fmla="*/ 77 w 92"/>
              <a:gd name="T59" fmla="*/ 77 h 103"/>
              <a:gd name="T60" fmla="*/ 71 w 92"/>
              <a:gd name="T61" fmla="*/ 74 h 103"/>
              <a:gd name="T62" fmla="*/ 71 w 92"/>
              <a:gd name="T63" fmla="*/ 79 h 103"/>
              <a:gd name="T64" fmla="*/ 63 w 92"/>
              <a:gd name="T65" fmla="*/ 92 h 103"/>
              <a:gd name="T66" fmla="*/ 61 w 92"/>
              <a:gd name="T67" fmla="*/ 91 h 103"/>
              <a:gd name="T68" fmla="*/ 38 w 92"/>
              <a:gd name="T69" fmla="*/ 82 h 103"/>
              <a:gd name="T70" fmla="*/ 29 w 92"/>
              <a:gd name="T71" fmla="*/ 62 h 103"/>
              <a:gd name="T72" fmla="*/ 29 w 92"/>
              <a:gd name="T73" fmla="*/ 24 h 103"/>
              <a:gd name="T74" fmla="*/ 36 w 92"/>
              <a:gd name="T75" fmla="*/ 11 h 103"/>
              <a:gd name="T76" fmla="*/ 38 w 92"/>
              <a:gd name="T77" fmla="*/ 11 h 103"/>
              <a:gd name="T78" fmla="*/ 61 w 92"/>
              <a:gd name="T79" fmla="*/ 21 h 103"/>
              <a:gd name="T80" fmla="*/ 71 w 92"/>
              <a:gd name="T81" fmla="*/ 41 h 103"/>
              <a:gd name="T82" fmla="*/ 71 w 92"/>
              <a:gd name="T83" fmla="*/ 46 h 103"/>
              <a:gd name="T84" fmla="*/ 77 w 92"/>
              <a:gd name="T85" fmla="*/ 48 h 103"/>
              <a:gd name="T86" fmla="*/ 77 w 92"/>
              <a:gd name="T87" fmla="*/ 44 h 103"/>
              <a:gd name="T88" fmla="*/ 61 w 92"/>
              <a:gd name="T89" fmla="*/ 10 h 103"/>
              <a:gd name="T90" fmla="*/ 38 w 92"/>
              <a:gd name="T91" fmla="*/ 0 h 103"/>
              <a:gd name="T92" fmla="*/ 35 w 92"/>
              <a:gd name="T93"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2" h="103">
                <a:moveTo>
                  <a:pt x="62" y="36"/>
                </a:moveTo>
                <a:cubicBezTo>
                  <a:pt x="52" y="48"/>
                  <a:pt x="52" y="48"/>
                  <a:pt x="52" y="48"/>
                </a:cubicBezTo>
                <a:cubicBezTo>
                  <a:pt x="50" y="51"/>
                  <a:pt x="50" y="51"/>
                  <a:pt x="50" y="51"/>
                </a:cubicBezTo>
                <a:cubicBezTo>
                  <a:pt x="62" y="77"/>
                  <a:pt x="62" y="77"/>
                  <a:pt x="62" y="77"/>
                </a:cubicBezTo>
                <a:cubicBezTo>
                  <a:pt x="66" y="71"/>
                  <a:pt x="66" y="71"/>
                  <a:pt x="66" y="71"/>
                </a:cubicBezTo>
                <a:cubicBezTo>
                  <a:pt x="62" y="62"/>
                  <a:pt x="62" y="62"/>
                  <a:pt x="62" y="62"/>
                </a:cubicBezTo>
                <a:cubicBezTo>
                  <a:pt x="92" y="74"/>
                  <a:pt x="92" y="74"/>
                  <a:pt x="92" y="74"/>
                </a:cubicBezTo>
                <a:cubicBezTo>
                  <a:pt x="92" y="63"/>
                  <a:pt x="92" y="63"/>
                  <a:pt x="92" y="63"/>
                </a:cubicBezTo>
                <a:cubicBezTo>
                  <a:pt x="62" y="51"/>
                  <a:pt x="62" y="51"/>
                  <a:pt x="62" y="51"/>
                </a:cubicBezTo>
                <a:cubicBezTo>
                  <a:pt x="66" y="45"/>
                  <a:pt x="66" y="45"/>
                  <a:pt x="66" y="45"/>
                </a:cubicBezTo>
                <a:cubicBezTo>
                  <a:pt x="62" y="36"/>
                  <a:pt x="62" y="36"/>
                  <a:pt x="62" y="36"/>
                </a:cubicBezTo>
                <a:moveTo>
                  <a:pt x="35" y="0"/>
                </a:moveTo>
                <a:cubicBezTo>
                  <a:pt x="28" y="0"/>
                  <a:pt x="22" y="8"/>
                  <a:pt x="22" y="21"/>
                </a:cubicBezTo>
                <a:cubicBezTo>
                  <a:pt x="22" y="35"/>
                  <a:pt x="22" y="35"/>
                  <a:pt x="22" y="35"/>
                </a:cubicBezTo>
                <a:cubicBezTo>
                  <a:pt x="13" y="31"/>
                  <a:pt x="13" y="31"/>
                  <a:pt x="13" y="31"/>
                </a:cubicBezTo>
                <a:cubicBezTo>
                  <a:pt x="17" y="25"/>
                  <a:pt x="17" y="25"/>
                  <a:pt x="17" y="25"/>
                </a:cubicBezTo>
                <a:cubicBezTo>
                  <a:pt x="12" y="16"/>
                  <a:pt x="12" y="16"/>
                  <a:pt x="12" y="16"/>
                </a:cubicBezTo>
                <a:cubicBezTo>
                  <a:pt x="3" y="28"/>
                  <a:pt x="3" y="28"/>
                  <a:pt x="3" y="28"/>
                </a:cubicBezTo>
                <a:cubicBezTo>
                  <a:pt x="3" y="28"/>
                  <a:pt x="3" y="28"/>
                  <a:pt x="3" y="28"/>
                </a:cubicBezTo>
                <a:cubicBezTo>
                  <a:pt x="0" y="31"/>
                  <a:pt x="0" y="31"/>
                  <a:pt x="0" y="31"/>
                </a:cubicBezTo>
                <a:cubicBezTo>
                  <a:pt x="12" y="56"/>
                  <a:pt x="12" y="56"/>
                  <a:pt x="12" y="56"/>
                </a:cubicBezTo>
                <a:cubicBezTo>
                  <a:pt x="17" y="51"/>
                  <a:pt x="17" y="51"/>
                  <a:pt x="17" y="51"/>
                </a:cubicBezTo>
                <a:cubicBezTo>
                  <a:pt x="13" y="42"/>
                  <a:pt x="13" y="42"/>
                  <a:pt x="13" y="42"/>
                </a:cubicBezTo>
                <a:cubicBezTo>
                  <a:pt x="22" y="46"/>
                  <a:pt x="22" y="46"/>
                  <a:pt x="22" y="46"/>
                </a:cubicBezTo>
                <a:cubicBezTo>
                  <a:pt x="22" y="59"/>
                  <a:pt x="22" y="59"/>
                  <a:pt x="22" y="59"/>
                </a:cubicBezTo>
                <a:cubicBezTo>
                  <a:pt x="22" y="74"/>
                  <a:pt x="29" y="89"/>
                  <a:pt x="38" y="93"/>
                </a:cubicBezTo>
                <a:cubicBezTo>
                  <a:pt x="61" y="102"/>
                  <a:pt x="61" y="102"/>
                  <a:pt x="61" y="102"/>
                </a:cubicBezTo>
                <a:cubicBezTo>
                  <a:pt x="62" y="103"/>
                  <a:pt x="64" y="103"/>
                  <a:pt x="65" y="103"/>
                </a:cubicBezTo>
                <a:cubicBezTo>
                  <a:pt x="72" y="103"/>
                  <a:pt x="77" y="95"/>
                  <a:pt x="77" y="82"/>
                </a:cubicBezTo>
                <a:cubicBezTo>
                  <a:pt x="77" y="77"/>
                  <a:pt x="77" y="77"/>
                  <a:pt x="77" y="77"/>
                </a:cubicBezTo>
                <a:cubicBezTo>
                  <a:pt x="71" y="74"/>
                  <a:pt x="71" y="74"/>
                  <a:pt x="71" y="74"/>
                </a:cubicBezTo>
                <a:cubicBezTo>
                  <a:pt x="71" y="79"/>
                  <a:pt x="71" y="79"/>
                  <a:pt x="71" y="79"/>
                </a:cubicBezTo>
                <a:cubicBezTo>
                  <a:pt x="71" y="87"/>
                  <a:pt x="68" y="92"/>
                  <a:pt x="63" y="92"/>
                </a:cubicBezTo>
                <a:cubicBezTo>
                  <a:pt x="63" y="92"/>
                  <a:pt x="62" y="92"/>
                  <a:pt x="61" y="91"/>
                </a:cubicBezTo>
                <a:cubicBezTo>
                  <a:pt x="38" y="82"/>
                  <a:pt x="38" y="82"/>
                  <a:pt x="38" y="82"/>
                </a:cubicBezTo>
                <a:cubicBezTo>
                  <a:pt x="33" y="80"/>
                  <a:pt x="29" y="71"/>
                  <a:pt x="29" y="62"/>
                </a:cubicBezTo>
                <a:cubicBezTo>
                  <a:pt x="29" y="24"/>
                  <a:pt x="29" y="24"/>
                  <a:pt x="29" y="24"/>
                </a:cubicBezTo>
                <a:cubicBezTo>
                  <a:pt x="29" y="16"/>
                  <a:pt x="32" y="11"/>
                  <a:pt x="36" y="11"/>
                </a:cubicBezTo>
                <a:cubicBezTo>
                  <a:pt x="37" y="11"/>
                  <a:pt x="38" y="11"/>
                  <a:pt x="38" y="11"/>
                </a:cubicBezTo>
                <a:cubicBezTo>
                  <a:pt x="61" y="21"/>
                  <a:pt x="61" y="21"/>
                  <a:pt x="61" y="21"/>
                </a:cubicBezTo>
                <a:cubicBezTo>
                  <a:pt x="67" y="23"/>
                  <a:pt x="71" y="32"/>
                  <a:pt x="71" y="41"/>
                </a:cubicBezTo>
                <a:cubicBezTo>
                  <a:pt x="71" y="46"/>
                  <a:pt x="71" y="46"/>
                  <a:pt x="71" y="46"/>
                </a:cubicBezTo>
                <a:cubicBezTo>
                  <a:pt x="77" y="48"/>
                  <a:pt x="77" y="48"/>
                  <a:pt x="77" y="48"/>
                </a:cubicBezTo>
                <a:cubicBezTo>
                  <a:pt x="77" y="44"/>
                  <a:pt x="77" y="44"/>
                  <a:pt x="77" y="44"/>
                </a:cubicBezTo>
                <a:cubicBezTo>
                  <a:pt x="77" y="29"/>
                  <a:pt x="70" y="13"/>
                  <a:pt x="61" y="10"/>
                </a:cubicBezTo>
                <a:cubicBezTo>
                  <a:pt x="38" y="0"/>
                  <a:pt x="38" y="0"/>
                  <a:pt x="38" y="0"/>
                </a:cubicBezTo>
                <a:cubicBezTo>
                  <a:pt x="37" y="0"/>
                  <a:pt x="36" y="0"/>
                  <a:pt x="35"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7" name="椭圆 106"/>
          <p:cNvSpPr>
            <a:spLocks noChangeAspect="1"/>
          </p:cNvSpPr>
          <p:nvPr/>
        </p:nvSpPr>
        <p:spPr>
          <a:xfrm>
            <a:off x="8228103" y="5329439"/>
            <a:ext cx="2126778" cy="939513"/>
          </a:xfrm>
          <a:prstGeom prst="ellipse">
            <a:avLst/>
          </a:prstGeom>
          <a:solidFill>
            <a:schemeClr val="bg1">
              <a:lumMod val="65000"/>
            </a:schemeClr>
          </a:solidFill>
          <a:ln>
            <a:noFill/>
          </a:ln>
          <a:effectLst>
            <a:softEdge rad="279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18" name="文本框 117"/>
          <p:cNvSpPr txBox="1"/>
          <p:nvPr/>
        </p:nvSpPr>
        <p:spPr>
          <a:xfrm>
            <a:off x="7517804" y="1877272"/>
            <a:ext cx="732893" cy="707886"/>
          </a:xfrm>
          <a:prstGeom prst="rect">
            <a:avLst/>
          </a:prstGeom>
          <a:noFill/>
        </p:spPr>
        <p:txBody>
          <a:bodyPr wrap="none" rtlCol="0">
            <a:spAutoFit/>
          </a:bodyPr>
          <a:lstStyle/>
          <a:p>
            <a:r>
              <a:rPr lang="en-US" altLang="zh-CN" sz="4000" dirty="0">
                <a:solidFill>
                  <a:srgbClr val="605E5E"/>
                </a:solidFill>
                <a:latin typeface="Impact" panose="020B0806030902050204" pitchFamily="34" charset="0"/>
                <a:cs typeface="Aharoni" panose="02010803020104030203" pitchFamily="2" charset="-79"/>
              </a:rPr>
              <a:t>03</a:t>
            </a:r>
            <a:endParaRPr lang="zh-CN" altLang="en-US" sz="4000" dirty="0">
              <a:solidFill>
                <a:srgbClr val="605E5E"/>
              </a:solidFill>
              <a:latin typeface="Impact" panose="020B0806030902050204" pitchFamily="34" charset="0"/>
              <a:cs typeface="Aharoni" panose="02010803020104030203" pitchFamily="2" charset="-79"/>
            </a:endParaRPr>
          </a:p>
        </p:txBody>
      </p:sp>
      <p:sp>
        <p:nvSpPr>
          <p:cNvPr id="119" name="文本框 118"/>
          <p:cNvSpPr txBox="1"/>
          <p:nvPr/>
        </p:nvSpPr>
        <p:spPr>
          <a:xfrm>
            <a:off x="6754915" y="2638834"/>
            <a:ext cx="1498039" cy="369332"/>
          </a:xfrm>
          <a:prstGeom prst="rect">
            <a:avLst/>
          </a:prstGeom>
          <a:noFill/>
        </p:spPr>
        <p:txBody>
          <a:bodyPr wrap="none" rtlCol="0">
            <a:spAutoFit/>
          </a:bodyPr>
          <a:lstStyle/>
          <a:p>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Sample</a:t>
            </a:r>
            <a:r>
              <a:rPr lang="en-US" altLang="zh-CN" dirty="0">
                <a:solidFill>
                  <a:srgbClr val="859291"/>
                </a:solidFill>
                <a:latin typeface="Tahoma" panose="020B0604030504040204" pitchFamily="34" charset="0"/>
                <a:ea typeface="Tahoma" panose="020B0604030504040204" pitchFamily="34" charset="0"/>
                <a:cs typeface="Tahoma" panose="020B0604030504040204" pitchFamily="34" charset="0"/>
              </a:rPr>
              <a:t> </a:t>
            </a:r>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Text.</a:t>
            </a:r>
            <a:endParaRPr lang="zh-CN" altLang="en-US" dirty="0">
              <a:solidFill>
                <a:srgbClr val="605E5E"/>
              </a:solidFill>
              <a:latin typeface="Tahoma" panose="020B0604030504040204" pitchFamily="34" charset="0"/>
              <a:ea typeface="Tahoma" panose="020B0604030504040204" pitchFamily="34" charset="0"/>
              <a:cs typeface="Tahoma" panose="020B0604030504040204" pitchFamily="34" charset="0"/>
            </a:endParaRPr>
          </a:p>
        </p:txBody>
      </p:sp>
      <p:sp>
        <p:nvSpPr>
          <p:cNvPr id="120" name="文本框 119"/>
          <p:cNvSpPr txBox="1"/>
          <p:nvPr/>
        </p:nvSpPr>
        <p:spPr>
          <a:xfrm>
            <a:off x="10364855" y="827078"/>
            <a:ext cx="716863" cy="707886"/>
          </a:xfrm>
          <a:prstGeom prst="rect">
            <a:avLst/>
          </a:prstGeom>
          <a:noFill/>
        </p:spPr>
        <p:txBody>
          <a:bodyPr wrap="none" rtlCol="0">
            <a:spAutoFit/>
          </a:bodyPr>
          <a:lstStyle/>
          <a:p>
            <a:r>
              <a:rPr lang="en-US" altLang="zh-CN" sz="4000" dirty="0">
                <a:solidFill>
                  <a:srgbClr val="605E5E"/>
                </a:solidFill>
                <a:latin typeface="Impact" panose="020B0806030902050204" pitchFamily="34" charset="0"/>
                <a:cs typeface="Aharoni" panose="02010803020104030203" pitchFamily="2" charset="-79"/>
              </a:rPr>
              <a:t>04</a:t>
            </a:r>
            <a:endParaRPr lang="zh-CN" altLang="en-US" sz="4000" dirty="0">
              <a:solidFill>
                <a:srgbClr val="605E5E"/>
              </a:solidFill>
              <a:latin typeface="Impact" panose="020B0806030902050204" pitchFamily="34" charset="0"/>
              <a:cs typeface="Aharoni" panose="02010803020104030203" pitchFamily="2" charset="-79"/>
            </a:endParaRPr>
          </a:p>
        </p:txBody>
      </p:sp>
      <p:sp>
        <p:nvSpPr>
          <p:cNvPr id="121" name="文本框 120"/>
          <p:cNvSpPr txBox="1"/>
          <p:nvPr/>
        </p:nvSpPr>
        <p:spPr>
          <a:xfrm>
            <a:off x="10385878" y="1605584"/>
            <a:ext cx="1498039" cy="369332"/>
          </a:xfrm>
          <a:prstGeom prst="rect">
            <a:avLst/>
          </a:prstGeom>
          <a:noFill/>
        </p:spPr>
        <p:txBody>
          <a:bodyPr wrap="none" rtlCol="0">
            <a:spAutoFit/>
          </a:bodyPr>
          <a:lstStyle/>
          <a:p>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Sample Text.</a:t>
            </a:r>
            <a:endParaRPr lang="zh-CN" altLang="en-US" dirty="0">
              <a:solidFill>
                <a:srgbClr val="605E5E"/>
              </a:solidFill>
              <a:latin typeface="Tahoma" panose="020B0604030504040204" pitchFamily="34" charset="0"/>
              <a:cs typeface="Tahoma" panose="020B0604030504040204" pitchFamily="34" charset="0"/>
            </a:endParaRPr>
          </a:p>
        </p:txBody>
      </p:sp>
      <p:sp>
        <p:nvSpPr>
          <p:cNvPr id="130" name="文本框 129"/>
          <p:cNvSpPr txBox="1"/>
          <p:nvPr/>
        </p:nvSpPr>
        <p:spPr>
          <a:xfrm>
            <a:off x="7503163" y="3970513"/>
            <a:ext cx="655949" cy="707886"/>
          </a:xfrm>
          <a:prstGeom prst="rect">
            <a:avLst/>
          </a:prstGeom>
          <a:noFill/>
        </p:spPr>
        <p:txBody>
          <a:bodyPr wrap="none" rtlCol="0">
            <a:spAutoFit/>
          </a:bodyPr>
          <a:lstStyle/>
          <a:p>
            <a:r>
              <a:rPr lang="en-US" altLang="zh-CN" sz="4000" dirty="0">
                <a:solidFill>
                  <a:srgbClr val="605E5E"/>
                </a:solidFill>
                <a:latin typeface="Impact" panose="020B0806030902050204" pitchFamily="34" charset="0"/>
                <a:cs typeface="Aharoni" panose="02010803020104030203" pitchFamily="2" charset="-79"/>
              </a:rPr>
              <a:t>01</a:t>
            </a:r>
            <a:endParaRPr lang="zh-CN" altLang="en-US" sz="4000" dirty="0">
              <a:solidFill>
                <a:srgbClr val="605E5E"/>
              </a:solidFill>
              <a:latin typeface="Impact" panose="020B0806030902050204" pitchFamily="34" charset="0"/>
              <a:cs typeface="Aharoni" panose="02010803020104030203" pitchFamily="2" charset="-79"/>
            </a:endParaRPr>
          </a:p>
        </p:txBody>
      </p:sp>
      <p:sp>
        <p:nvSpPr>
          <p:cNvPr id="131" name="文本框 130"/>
          <p:cNvSpPr txBox="1"/>
          <p:nvPr/>
        </p:nvSpPr>
        <p:spPr>
          <a:xfrm>
            <a:off x="6740274" y="4732075"/>
            <a:ext cx="1498039" cy="369332"/>
          </a:xfrm>
          <a:prstGeom prst="rect">
            <a:avLst/>
          </a:prstGeom>
          <a:noFill/>
        </p:spPr>
        <p:txBody>
          <a:bodyPr wrap="none" rtlCol="0">
            <a:spAutoFit/>
          </a:bodyPr>
          <a:lstStyle/>
          <a:p>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Sample</a:t>
            </a:r>
            <a:r>
              <a:rPr lang="en-US" altLang="zh-CN" dirty="0">
                <a:solidFill>
                  <a:srgbClr val="859291"/>
                </a:solidFill>
                <a:latin typeface="Tahoma" panose="020B0604030504040204" pitchFamily="34" charset="0"/>
                <a:ea typeface="Tahoma" panose="020B0604030504040204" pitchFamily="34" charset="0"/>
                <a:cs typeface="Tahoma" panose="020B0604030504040204" pitchFamily="34" charset="0"/>
              </a:rPr>
              <a:t> </a:t>
            </a:r>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Text.</a:t>
            </a:r>
            <a:endParaRPr lang="zh-CN" altLang="en-US" dirty="0">
              <a:solidFill>
                <a:srgbClr val="605E5E"/>
              </a:solidFill>
              <a:latin typeface="Tahoma" panose="020B0604030504040204" pitchFamily="34" charset="0"/>
              <a:ea typeface="Tahoma" panose="020B0604030504040204" pitchFamily="34" charset="0"/>
              <a:cs typeface="Tahoma" panose="020B0604030504040204" pitchFamily="34" charset="0"/>
            </a:endParaRPr>
          </a:p>
        </p:txBody>
      </p:sp>
      <p:sp>
        <p:nvSpPr>
          <p:cNvPr id="132" name="文本框 131"/>
          <p:cNvSpPr txBox="1"/>
          <p:nvPr/>
        </p:nvSpPr>
        <p:spPr>
          <a:xfrm>
            <a:off x="10364855" y="2874940"/>
            <a:ext cx="718466" cy="707886"/>
          </a:xfrm>
          <a:prstGeom prst="rect">
            <a:avLst/>
          </a:prstGeom>
          <a:noFill/>
        </p:spPr>
        <p:txBody>
          <a:bodyPr wrap="none" rtlCol="0">
            <a:spAutoFit/>
          </a:bodyPr>
          <a:lstStyle/>
          <a:p>
            <a:r>
              <a:rPr lang="en-US" altLang="zh-CN" sz="4000" dirty="0">
                <a:solidFill>
                  <a:srgbClr val="605E5E"/>
                </a:solidFill>
                <a:latin typeface="Impact" panose="020B0806030902050204" pitchFamily="34" charset="0"/>
                <a:cs typeface="Aharoni" panose="02010803020104030203" pitchFamily="2" charset="-79"/>
              </a:rPr>
              <a:t>02</a:t>
            </a:r>
            <a:endParaRPr lang="zh-CN" altLang="en-US" sz="4000" dirty="0">
              <a:solidFill>
                <a:srgbClr val="605E5E"/>
              </a:solidFill>
              <a:latin typeface="Impact" panose="020B0806030902050204" pitchFamily="34" charset="0"/>
              <a:cs typeface="Aharoni" panose="02010803020104030203" pitchFamily="2" charset="-79"/>
            </a:endParaRPr>
          </a:p>
        </p:txBody>
      </p:sp>
      <p:sp>
        <p:nvSpPr>
          <p:cNvPr id="133" name="文本框 132"/>
          <p:cNvSpPr txBox="1"/>
          <p:nvPr/>
        </p:nvSpPr>
        <p:spPr>
          <a:xfrm>
            <a:off x="10385878" y="3653446"/>
            <a:ext cx="1498039" cy="369332"/>
          </a:xfrm>
          <a:prstGeom prst="rect">
            <a:avLst/>
          </a:prstGeom>
          <a:noFill/>
        </p:spPr>
        <p:txBody>
          <a:bodyPr wrap="none" rtlCol="0">
            <a:spAutoFit/>
          </a:bodyPr>
          <a:lstStyle/>
          <a:p>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Sample Text.</a:t>
            </a:r>
            <a:endParaRPr lang="zh-CN" altLang="en-US" dirty="0">
              <a:solidFill>
                <a:srgbClr val="605E5E"/>
              </a:solidFill>
              <a:latin typeface="Tahoma" panose="020B0604030504040204" pitchFamily="34" charset="0"/>
              <a:cs typeface="Tahoma" panose="020B0604030504040204" pitchFamily="34" charset="0"/>
            </a:endParaRPr>
          </a:p>
        </p:txBody>
      </p:sp>
      <p:sp>
        <p:nvSpPr>
          <p:cNvPr id="56"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四项递进</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535908464"/>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 name="矩形 68"/>
          <p:cNvSpPr/>
          <p:nvPr/>
        </p:nvSpPr>
        <p:spPr>
          <a:xfrm>
            <a:off x="6096000" y="0"/>
            <a:ext cx="6096000" cy="6858000"/>
          </a:xfrm>
          <a:prstGeom prst="rect">
            <a:avLst/>
          </a:prstGeom>
          <a:solidFill>
            <a:srgbClr val="E3E3E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nvGrpSpPr>
          <p:cNvPr id="36" name="组合 35"/>
          <p:cNvGrpSpPr/>
          <p:nvPr/>
        </p:nvGrpSpPr>
        <p:grpSpPr>
          <a:xfrm>
            <a:off x="8431212" y="135000"/>
            <a:ext cx="1425575" cy="6588000"/>
            <a:chOff x="4959741" y="135000"/>
            <a:chExt cx="1425575" cy="6588000"/>
          </a:xfrm>
        </p:grpSpPr>
        <p:sp>
          <p:nvSpPr>
            <p:cNvPr id="97" name="圆角矩形 96"/>
            <p:cNvSpPr/>
            <p:nvPr/>
          </p:nvSpPr>
          <p:spPr>
            <a:xfrm>
              <a:off x="4959741" y="135000"/>
              <a:ext cx="1425575" cy="6588000"/>
            </a:xfrm>
            <a:prstGeom prst="roundRect">
              <a:avLst>
                <a:gd name="adj" fmla="val 50000"/>
              </a:avLst>
            </a:prstGeom>
            <a:solidFill>
              <a:srgbClr val="E3E3E3"/>
            </a:solidFill>
            <a:ln>
              <a:noFill/>
            </a:ln>
            <a:effectLst>
              <a:outerShdw blurRad="228600" dist="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98" name="圆角矩形 97"/>
            <p:cNvSpPr/>
            <p:nvPr/>
          </p:nvSpPr>
          <p:spPr>
            <a:xfrm>
              <a:off x="4959741" y="135000"/>
              <a:ext cx="1425575" cy="6588000"/>
            </a:xfrm>
            <a:prstGeom prst="roundRect">
              <a:avLst>
                <a:gd name="adj" fmla="val 50000"/>
              </a:avLst>
            </a:prstGeom>
            <a:solidFill>
              <a:srgbClr val="E3E3E3"/>
            </a:solidFill>
            <a:ln>
              <a:noFill/>
            </a:ln>
            <a:effectLst>
              <a:outerShdw blurRad="228600" dist="635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sp>
        <p:nvSpPr>
          <p:cNvPr id="86" name="Freeform 60"/>
          <p:cNvSpPr>
            <a:spLocks/>
          </p:cNvSpPr>
          <p:nvPr/>
        </p:nvSpPr>
        <p:spPr bwMode="auto">
          <a:xfrm>
            <a:off x="1007063" y="3889553"/>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 name="文本框 86"/>
          <p:cNvSpPr txBox="1"/>
          <p:nvPr/>
        </p:nvSpPr>
        <p:spPr>
          <a:xfrm>
            <a:off x="940215" y="4689154"/>
            <a:ext cx="3555585" cy="1421928"/>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网络</a:t>
            </a:r>
            <a:r>
              <a:rPr lang="en-US" altLang="zh-CN" dirty="0">
                <a:solidFill>
                  <a:prstClr val="black">
                    <a:lumMod val="65000"/>
                    <a:lumOff val="35000"/>
                  </a:prstClr>
                </a:solidFill>
                <a:latin typeface="微软雅黑" panose="020B0503020204020204" pitchFamily="34" charset="-122"/>
              </a:rPr>
              <a:t>EPS</a:t>
            </a:r>
            <a:r>
              <a:rPr lang="zh-CN" altLang="en-US" dirty="0">
                <a:solidFill>
                  <a:prstClr val="black">
                    <a:lumMod val="65000"/>
                    <a:lumOff val="35000"/>
                  </a:prstClr>
                </a:solidFill>
                <a:latin typeface="微软雅黑" panose="020B0503020204020204" pitchFamily="34" charset="-122"/>
              </a:rPr>
              <a:t>素材改编；</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文字、颜色可随意更改；</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矢量图标可以替换；</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亦可作为并列关系使用。</a:t>
            </a:r>
            <a:endParaRPr lang="en-US" altLang="zh-CN" dirty="0">
              <a:solidFill>
                <a:prstClr val="black">
                  <a:lumMod val="65000"/>
                  <a:lumOff val="35000"/>
                </a:prstClr>
              </a:solidFill>
              <a:latin typeface="微软雅黑" panose="020B0503020204020204" pitchFamily="34" charset="-122"/>
            </a:endParaRPr>
          </a:p>
        </p:txBody>
      </p:sp>
      <p:sp>
        <p:nvSpPr>
          <p:cNvPr id="88" name="圆角矩形 87"/>
          <p:cNvSpPr/>
          <p:nvPr/>
        </p:nvSpPr>
        <p:spPr>
          <a:xfrm>
            <a:off x="1674755" y="4048838"/>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89" name="等腰三角形 88"/>
          <p:cNvSpPr/>
          <p:nvPr/>
        </p:nvSpPr>
        <p:spPr>
          <a:xfrm rot="16200000">
            <a:off x="1600123" y="4116382"/>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31" name="Freeform 23"/>
          <p:cNvSpPr>
            <a:spLocks/>
          </p:cNvSpPr>
          <p:nvPr/>
        </p:nvSpPr>
        <p:spPr bwMode="auto">
          <a:xfrm>
            <a:off x="6427788" y="506299"/>
            <a:ext cx="2003425" cy="1911350"/>
          </a:xfrm>
          <a:custGeom>
            <a:avLst/>
            <a:gdLst>
              <a:gd name="T0" fmla="*/ 45 w 45"/>
              <a:gd name="T1" fmla="*/ 43 h 43"/>
              <a:gd name="T2" fmla="*/ 22 w 45"/>
              <a:gd name="T3" fmla="*/ 43 h 43"/>
              <a:gd name="T4" fmla="*/ 0 w 45"/>
              <a:gd name="T5" fmla="*/ 21 h 43"/>
              <a:gd name="T6" fmla="*/ 22 w 45"/>
              <a:gd name="T7" fmla="*/ 0 h 43"/>
              <a:gd name="T8" fmla="*/ 45 w 45"/>
              <a:gd name="T9" fmla="*/ 0 h 43"/>
              <a:gd name="T10" fmla="*/ 45 w 45"/>
              <a:gd name="T11" fmla="*/ 13 h 43"/>
              <a:gd name="T12" fmla="*/ 22 w 45"/>
              <a:gd name="T13" fmla="*/ 13 h 43"/>
              <a:gd name="T14" fmla="*/ 13 w 45"/>
              <a:gd name="T15" fmla="*/ 21 h 43"/>
              <a:gd name="T16" fmla="*/ 22 w 45"/>
              <a:gd name="T17" fmla="*/ 30 h 43"/>
              <a:gd name="T18" fmla="*/ 45 w 45"/>
              <a:gd name="T19" fmla="*/ 30 h 43"/>
              <a:gd name="T20" fmla="*/ 45 w 45"/>
              <a:gd name="T21"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 h="43">
                <a:moveTo>
                  <a:pt x="45" y="43"/>
                </a:moveTo>
                <a:cubicBezTo>
                  <a:pt x="22" y="43"/>
                  <a:pt x="22" y="43"/>
                  <a:pt x="22" y="43"/>
                </a:cubicBezTo>
                <a:cubicBezTo>
                  <a:pt x="10" y="43"/>
                  <a:pt x="0" y="33"/>
                  <a:pt x="0" y="21"/>
                </a:cubicBezTo>
                <a:cubicBezTo>
                  <a:pt x="0" y="9"/>
                  <a:pt x="10" y="0"/>
                  <a:pt x="22" y="0"/>
                </a:cubicBezTo>
                <a:cubicBezTo>
                  <a:pt x="45" y="0"/>
                  <a:pt x="45" y="0"/>
                  <a:pt x="45" y="0"/>
                </a:cubicBezTo>
                <a:cubicBezTo>
                  <a:pt x="45" y="13"/>
                  <a:pt x="45" y="13"/>
                  <a:pt x="45" y="13"/>
                </a:cubicBezTo>
                <a:cubicBezTo>
                  <a:pt x="22" y="13"/>
                  <a:pt x="22" y="13"/>
                  <a:pt x="22" y="13"/>
                </a:cubicBezTo>
                <a:cubicBezTo>
                  <a:pt x="17" y="13"/>
                  <a:pt x="13" y="17"/>
                  <a:pt x="13" y="21"/>
                </a:cubicBezTo>
                <a:cubicBezTo>
                  <a:pt x="13" y="26"/>
                  <a:pt x="17" y="30"/>
                  <a:pt x="22" y="30"/>
                </a:cubicBezTo>
                <a:cubicBezTo>
                  <a:pt x="45" y="30"/>
                  <a:pt x="45" y="30"/>
                  <a:pt x="45" y="30"/>
                </a:cubicBezTo>
                <a:lnTo>
                  <a:pt x="45" y="43"/>
                </a:lnTo>
                <a:close/>
              </a:path>
            </a:pathLst>
          </a:custGeom>
          <a:solidFill>
            <a:srgbClr val="EF4136"/>
          </a:solidFill>
          <a:ln>
            <a:noFill/>
          </a:ln>
          <a:effectLst>
            <a:outerShdw blurRad="50800" dist="38100" dir="10800000" algn="r" rotWithShape="0">
              <a:prstClr val="black">
                <a:alpha val="40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 name="Freeform 24"/>
          <p:cNvSpPr>
            <a:spLocks/>
          </p:cNvSpPr>
          <p:nvPr/>
        </p:nvSpPr>
        <p:spPr bwMode="auto">
          <a:xfrm>
            <a:off x="9856788" y="1839799"/>
            <a:ext cx="2003425" cy="1955800"/>
          </a:xfrm>
          <a:custGeom>
            <a:avLst/>
            <a:gdLst>
              <a:gd name="T0" fmla="*/ 0 w 45"/>
              <a:gd name="T1" fmla="*/ 44 h 44"/>
              <a:gd name="T2" fmla="*/ 22 w 45"/>
              <a:gd name="T3" fmla="*/ 44 h 44"/>
              <a:gd name="T4" fmla="*/ 45 w 45"/>
              <a:gd name="T5" fmla="*/ 22 h 44"/>
              <a:gd name="T6" fmla="*/ 22 w 45"/>
              <a:gd name="T7" fmla="*/ 0 h 44"/>
              <a:gd name="T8" fmla="*/ 0 w 45"/>
              <a:gd name="T9" fmla="*/ 0 h 44"/>
              <a:gd name="T10" fmla="*/ 0 w 45"/>
              <a:gd name="T11" fmla="*/ 13 h 44"/>
              <a:gd name="T12" fmla="*/ 22 w 45"/>
              <a:gd name="T13" fmla="*/ 13 h 44"/>
              <a:gd name="T14" fmla="*/ 32 w 45"/>
              <a:gd name="T15" fmla="*/ 22 h 44"/>
              <a:gd name="T16" fmla="*/ 22 w 45"/>
              <a:gd name="T17" fmla="*/ 30 h 44"/>
              <a:gd name="T18" fmla="*/ 0 w 45"/>
              <a:gd name="T19" fmla="*/ 30 h 44"/>
              <a:gd name="T20" fmla="*/ 0 w 45"/>
              <a:gd name="T21"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 h="44">
                <a:moveTo>
                  <a:pt x="0" y="44"/>
                </a:moveTo>
                <a:cubicBezTo>
                  <a:pt x="22" y="44"/>
                  <a:pt x="22" y="44"/>
                  <a:pt x="22" y="44"/>
                </a:cubicBezTo>
                <a:cubicBezTo>
                  <a:pt x="35" y="44"/>
                  <a:pt x="45" y="34"/>
                  <a:pt x="45" y="22"/>
                </a:cubicBezTo>
                <a:cubicBezTo>
                  <a:pt x="45" y="10"/>
                  <a:pt x="35" y="0"/>
                  <a:pt x="22" y="0"/>
                </a:cubicBezTo>
                <a:cubicBezTo>
                  <a:pt x="0" y="0"/>
                  <a:pt x="0" y="0"/>
                  <a:pt x="0" y="0"/>
                </a:cubicBezTo>
                <a:cubicBezTo>
                  <a:pt x="0" y="13"/>
                  <a:pt x="0" y="13"/>
                  <a:pt x="0" y="13"/>
                </a:cubicBezTo>
                <a:cubicBezTo>
                  <a:pt x="22" y="13"/>
                  <a:pt x="22" y="13"/>
                  <a:pt x="22" y="13"/>
                </a:cubicBezTo>
                <a:cubicBezTo>
                  <a:pt x="28" y="13"/>
                  <a:pt x="32" y="17"/>
                  <a:pt x="32" y="22"/>
                </a:cubicBezTo>
                <a:cubicBezTo>
                  <a:pt x="32" y="26"/>
                  <a:pt x="28" y="30"/>
                  <a:pt x="22" y="30"/>
                </a:cubicBezTo>
                <a:cubicBezTo>
                  <a:pt x="0" y="30"/>
                  <a:pt x="0" y="30"/>
                  <a:pt x="0" y="30"/>
                </a:cubicBezTo>
                <a:lnTo>
                  <a:pt x="0" y="44"/>
                </a:lnTo>
                <a:close/>
              </a:path>
            </a:pathLst>
          </a:custGeom>
          <a:solidFill>
            <a:srgbClr val="2AA1DC"/>
          </a:solidFill>
          <a:ln>
            <a:noFill/>
          </a:ln>
          <a:effectLst>
            <a:outerShdw blurRad="50800" dist="38100" algn="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 name="Freeform 25"/>
          <p:cNvSpPr>
            <a:spLocks/>
          </p:cNvSpPr>
          <p:nvPr/>
        </p:nvSpPr>
        <p:spPr bwMode="auto">
          <a:xfrm>
            <a:off x="6427788" y="3173299"/>
            <a:ext cx="2003425" cy="1955800"/>
          </a:xfrm>
          <a:custGeom>
            <a:avLst/>
            <a:gdLst>
              <a:gd name="T0" fmla="*/ 45 w 45"/>
              <a:gd name="T1" fmla="*/ 44 h 44"/>
              <a:gd name="T2" fmla="*/ 23 w 45"/>
              <a:gd name="T3" fmla="*/ 44 h 44"/>
              <a:gd name="T4" fmla="*/ 0 w 45"/>
              <a:gd name="T5" fmla="*/ 22 h 44"/>
              <a:gd name="T6" fmla="*/ 23 w 45"/>
              <a:gd name="T7" fmla="*/ 0 h 44"/>
              <a:gd name="T8" fmla="*/ 45 w 45"/>
              <a:gd name="T9" fmla="*/ 0 h 44"/>
              <a:gd name="T10" fmla="*/ 45 w 45"/>
              <a:gd name="T11" fmla="*/ 13 h 44"/>
              <a:gd name="T12" fmla="*/ 23 w 45"/>
              <a:gd name="T13" fmla="*/ 13 h 44"/>
              <a:gd name="T14" fmla="*/ 13 w 45"/>
              <a:gd name="T15" fmla="*/ 22 h 44"/>
              <a:gd name="T16" fmla="*/ 23 w 45"/>
              <a:gd name="T17" fmla="*/ 30 h 44"/>
              <a:gd name="T18" fmla="*/ 45 w 45"/>
              <a:gd name="T19" fmla="*/ 30 h 44"/>
              <a:gd name="T20" fmla="*/ 45 w 45"/>
              <a:gd name="T21"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 h="44">
                <a:moveTo>
                  <a:pt x="45" y="44"/>
                </a:moveTo>
                <a:cubicBezTo>
                  <a:pt x="23" y="44"/>
                  <a:pt x="23" y="44"/>
                  <a:pt x="23" y="44"/>
                </a:cubicBezTo>
                <a:cubicBezTo>
                  <a:pt x="10" y="44"/>
                  <a:pt x="0" y="34"/>
                  <a:pt x="0" y="22"/>
                </a:cubicBezTo>
                <a:cubicBezTo>
                  <a:pt x="0" y="10"/>
                  <a:pt x="10" y="0"/>
                  <a:pt x="23" y="0"/>
                </a:cubicBezTo>
                <a:cubicBezTo>
                  <a:pt x="45" y="0"/>
                  <a:pt x="45" y="0"/>
                  <a:pt x="45" y="0"/>
                </a:cubicBezTo>
                <a:cubicBezTo>
                  <a:pt x="45" y="13"/>
                  <a:pt x="45" y="13"/>
                  <a:pt x="45" y="13"/>
                </a:cubicBezTo>
                <a:cubicBezTo>
                  <a:pt x="23" y="13"/>
                  <a:pt x="23" y="13"/>
                  <a:pt x="23" y="13"/>
                </a:cubicBezTo>
                <a:cubicBezTo>
                  <a:pt x="17" y="13"/>
                  <a:pt x="13" y="17"/>
                  <a:pt x="13" y="22"/>
                </a:cubicBezTo>
                <a:cubicBezTo>
                  <a:pt x="13" y="27"/>
                  <a:pt x="17" y="30"/>
                  <a:pt x="23" y="30"/>
                </a:cubicBezTo>
                <a:cubicBezTo>
                  <a:pt x="45" y="30"/>
                  <a:pt x="45" y="30"/>
                  <a:pt x="45" y="30"/>
                </a:cubicBezTo>
                <a:lnTo>
                  <a:pt x="45" y="44"/>
                </a:lnTo>
                <a:close/>
              </a:path>
            </a:pathLst>
          </a:custGeom>
          <a:solidFill>
            <a:srgbClr val="414042"/>
          </a:solidFill>
          <a:ln>
            <a:noFill/>
          </a:ln>
          <a:effectLst>
            <a:outerShdw blurRad="50800" dist="38100" dir="10800000" algn="r" rotWithShape="0">
              <a:prstClr val="black">
                <a:alpha val="40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 name="Freeform 26"/>
          <p:cNvSpPr>
            <a:spLocks/>
          </p:cNvSpPr>
          <p:nvPr/>
        </p:nvSpPr>
        <p:spPr bwMode="auto">
          <a:xfrm>
            <a:off x="9856788" y="4551249"/>
            <a:ext cx="2047875" cy="1911350"/>
          </a:xfrm>
          <a:custGeom>
            <a:avLst/>
            <a:gdLst>
              <a:gd name="T0" fmla="*/ 0 w 46"/>
              <a:gd name="T1" fmla="*/ 43 h 43"/>
              <a:gd name="T2" fmla="*/ 23 w 46"/>
              <a:gd name="T3" fmla="*/ 43 h 43"/>
              <a:gd name="T4" fmla="*/ 46 w 46"/>
              <a:gd name="T5" fmla="*/ 21 h 43"/>
              <a:gd name="T6" fmla="*/ 23 w 46"/>
              <a:gd name="T7" fmla="*/ 0 h 43"/>
              <a:gd name="T8" fmla="*/ 0 w 46"/>
              <a:gd name="T9" fmla="*/ 0 h 43"/>
              <a:gd name="T10" fmla="*/ 0 w 46"/>
              <a:gd name="T11" fmla="*/ 13 h 43"/>
              <a:gd name="T12" fmla="*/ 23 w 46"/>
              <a:gd name="T13" fmla="*/ 13 h 43"/>
              <a:gd name="T14" fmla="*/ 32 w 46"/>
              <a:gd name="T15" fmla="*/ 21 h 43"/>
              <a:gd name="T16" fmla="*/ 23 w 46"/>
              <a:gd name="T17" fmla="*/ 30 h 43"/>
              <a:gd name="T18" fmla="*/ 0 w 46"/>
              <a:gd name="T19" fmla="*/ 30 h 43"/>
              <a:gd name="T20" fmla="*/ 0 w 46"/>
              <a:gd name="T21"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 h="43">
                <a:moveTo>
                  <a:pt x="0" y="43"/>
                </a:moveTo>
                <a:cubicBezTo>
                  <a:pt x="23" y="43"/>
                  <a:pt x="23" y="43"/>
                  <a:pt x="23" y="43"/>
                </a:cubicBezTo>
                <a:cubicBezTo>
                  <a:pt x="35" y="43"/>
                  <a:pt x="46" y="33"/>
                  <a:pt x="46" y="21"/>
                </a:cubicBezTo>
                <a:cubicBezTo>
                  <a:pt x="46" y="9"/>
                  <a:pt x="35" y="0"/>
                  <a:pt x="23" y="0"/>
                </a:cubicBezTo>
                <a:cubicBezTo>
                  <a:pt x="0" y="0"/>
                  <a:pt x="0" y="0"/>
                  <a:pt x="0" y="0"/>
                </a:cubicBezTo>
                <a:cubicBezTo>
                  <a:pt x="0" y="13"/>
                  <a:pt x="0" y="13"/>
                  <a:pt x="0" y="13"/>
                </a:cubicBezTo>
                <a:cubicBezTo>
                  <a:pt x="23" y="13"/>
                  <a:pt x="23" y="13"/>
                  <a:pt x="23" y="13"/>
                </a:cubicBezTo>
                <a:cubicBezTo>
                  <a:pt x="28" y="13"/>
                  <a:pt x="32" y="17"/>
                  <a:pt x="32" y="21"/>
                </a:cubicBezTo>
                <a:cubicBezTo>
                  <a:pt x="32" y="26"/>
                  <a:pt x="28" y="30"/>
                  <a:pt x="23" y="30"/>
                </a:cubicBezTo>
                <a:cubicBezTo>
                  <a:pt x="0" y="30"/>
                  <a:pt x="0" y="30"/>
                  <a:pt x="0" y="30"/>
                </a:cubicBezTo>
                <a:lnTo>
                  <a:pt x="0" y="43"/>
                </a:lnTo>
                <a:close/>
              </a:path>
            </a:pathLst>
          </a:custGeom>
          <a:solidFill>
            <a:srgbClr val="EE2A7B"/>
          </a:solidFill>
          <a:ln>
            <a:noFill/>
          </a:ln>
          <a:effectLst>
            <a:outerShdw blurRad="50800" dist="38100" algn="l" rotWithShape="0">
              <a:prstClr val="black">
                <a:alpha val="40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 name="矩形 93"/>
          <p:cNvSpPr/>
          <p:nvPr/>
        </p:nvSpPr>
        <p:spPr>
          <a:xfrm>
            <a:off x="8431213" y="0"/>
            <a:ext cx="1425575" cy="6858000"/>
          </a:xfrm>
          <a:prstGeom prst="rect">
            <a:avLst/>
          </a:prstGeom>
          <a:solidFill>
            <a:srgbClr val="E3E3E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nvGrpSpPr>
          <p:cNvPr id="99" name="组合 98"/>
          <p:cNvGrpSpPr/>
          <p:nvPr/>
        </p:nvGrpSpPr>
        <p:grpSpPr>
          <a:xfrm>
            <a:off x="10250565" y="2578393"/>
            <a:ext cx="619126" cy="411163"/>
            <a:chOff x="4254500" y="1266825"/>
            <a:chExt cx="619126" cy="411163"/>
          </a:xfrm>
        </p:grpSpPr>
        <p:sp>
          <p:nvSpPr>
            <p:cNvPr id="100" name="Freeform 11"/>
            <p:cNvSpPr>
              <a:spLocks noEditPoints="1"/>
            </p:cNvSpPr>
            <p:nvPr/>
          </p:nvSpPr>
          <p:spPr bwMode="auto">
            <a:xfrm>
              <a:off x="4254500" y="1276350"/>
              <a:ext cx="411163" cy="390525"/>
            </a:xfrm>
            <a:custGeom>
              <a:avLst/>
              <a:gdLst>
                <a:gd name="T0" fmla="*/ 182 w 192"/>
                <a:gd name="T1" fmla="*/ 0 h 182"/>
                <a:gd name="T2" fmla="*/ 10 w 192"/>
                <a:gd name="T3" fmla="*/ 0 h 182"/>
                <a:gd name="T4" fmla="*/ 0 w 192"/>
                <a:gd name="T5" fmla="*/ 10 h 182"/>
                <a:gd name="T6" fmla="*/ 0 w 192"/>
                <a:gd name="T7" fmla="*/ 128 h 182"/>
                <a:gd name="T8" fmla="*/ 10 w 192"/>
                <a:gd name="T9" fmla="*/ 138 h 182"/>
                <a:gd name="T10" fmla="*/ 80 w 192"/>
                <a:gd name="T11" fmla="*/ 138 h 182"/>
                <a:gd name="T12" fmla="*/ 80 w 192"/>
                <a:gd name="T13" fmla="*/ 170 h 182"/>
                <a:gd name="T14" fmla="*/ 38 w 192"/>
                <a:gd name="T15" fmla="*/ 170 h 182"/>
                <a:gd name="T16" fmla="*/ 34 w 192"/>
                <a:gd name="T17" fmla="*/ 176 h 182"/>
                <a:gd name="T18" fmla="*/ 38 w 192"/>
                <a:gd name="T19" fmla="*/ 182 h 182"/>
                <a:gd name="T20" fmla="*/ 162 w 192"/>
                <a:gd name="T21" fmla="*/ 182 h 182"/>
                <a:gd name="T22" fmla="*/ 167 w 192"/>
                <a:gd name="T23" fmla="*/ 176 h 182"/>
                <a:gd name="T24" fmla="*/ 162 w 192"/>
                <a:gd name="T25" fmla="*/ 170 h 182"/>
                <a:gd name="T26" fmla="*/ 119 w 192"/>
                <a:gd name="T27" fmla="*/ 170 h 182"/>
                <a:gd name="T28" fmla="*/ 119 w 192"/>
                <a:gd name="T29" fmla="*/ 138 h 182"/>
                <a:gd name="T30" fmla="*/ 182 w 192"/>
                <a:gd name="T31" fmla="*/ 138 h 182"/>
                <a:gd name="T32" fmla="*/ 192 w 192"/>
                <a:gd name="T33" fmla="*/ 128 h 182"/>
                <a:gd name="T34" fmla="*/ 192 w 192"/>
                <a:gd name="T35" fmla="*/ 10 h 182"/>
                <a:gd name="T36" fmla="*/ 182 w 192"/>
                <a:gd name="T37" fmla="*/ 0 h 182"/>
                <a:gd name="T38" fmla="*/ 183 w 192"/>
                <a:gd name="T39" fmla="*/ 130 h 182"/>
                <a:gd name="T40" fmla="*/ 10 w 192"/>
                <a:gd name="T41" fmla="*/ 130 h 182"/>
                <a:gd name="T42" fmla="*/ 10 w 192"/>
                <a:gd name="T43" fmla="*/ 6 h 182"/>
                <a:gd name="T44" fmla="*/ 183 w 192"/>
                <a:gd name="T45" fmla="*/ 6 h 182"/>
                <a:gd name="T46" fmla="*/ 183 w 192"/>
                <a:gd name="T47" fmla="*/ 13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2" h="182">
                  <a:moveTo>
                    <a:pt x="182" y="0"/>
                  </a:moveTo>
                  <a:cubicBezTo>
                    <a:pt x="10" y="0"/>
                    <a:pt x="10" y="0"/>
                    <a:pt x="10" y="0"/>
                  </a:cubicBezTo>
                  <a:cubicBezTo>
                    <a:pt x="4" y="0"/>
                    <a:pt x="0" y="4"/>
                    <a:pt x="0" y="10"/>
                  </a:cubicBezTo>
                  <a:cubicBezTo>
                    <a:pt x="0" y="128"/>
                    <a:pt x="0" y="128"/>
                    <a:pt x="0" y="128"/>
                  </a:cubicBezTo>
                  <a:cubicBezTo>
                    <a:pt x="0" y="133"/>
                    <a:pt x="4" y="138"/>
                    <a:pt x="10" y="138"/>
                  </a:cubicBezTo>
                  <a:cubicBezTo>
                    <a:pt x="80" y="138"/>
                    <a:pt x="80" y="138"/>
                    <a:pt x="80" y="138"/>
                  </a:cubicBezTo>
                  <a:cubicBezTo>
                    <a:pt x="80" y="170"/>
                    <a:pt x="80" y="170"/>
                    <a:pt x="80" y="170"/>
                  </a:cubicBezTo>
                  <a:cubicBezTo>
                    <a:pt x="38" y="170"/>
                    <a:pt x="38" y="170"/>
                    <a:pt x="38" y="170"/>
                  </a:cubicBezTo>
                  <a:cubicBezTo>
                    <a:pt x="36" y="170"/>
                    <a:pt x="34" y="173"/>
                    <a:pt x="34" y="176"/>
                  </a:cubicBezTo>
                  <a:cubicBezTo>
                    <a:pt x="34" y="179"/>
                    <a:pt x="36" y="182"/>
                    <a:pt x="38" y="182"/>
                  </a:cubicBezTo>
                  <a:cubicBezTo>
                    <a:pt x="162" y="182"/>
                    <a:pt x="162" y="182"/>
                    <a:pt x="162" y="182"/>
                  </a:cubicBezTo>
                  <a:cubicBezTo>
                    <a:pt x="165" y="182"/>
                    <a:pt x="167" y="179"/>
                    <a:pt x="167" y="176"/>
                  </a:cubicBezTo>
                  <a:cubicBezTo>
                    <a:pt x="167" y="173"/>
                    <a:pt x="165" y="170"/>
                    <a:pt x="162" y="170"/>
                  </a:cubicBezTo>
                  <a:cubicBezTo>
                    <a:pt x="119" y="170"/>
                    <a:pt x="119" y="170"/>
                    <a:pt x="119" y="170"/>
                  </a:cubicBezTo>
                  <a:cubicBezTo>
                    <a:pt x="119" y="138"/>
                    <a:pt x="119" y="138"/>
                    <a:pt x="119" y="138"/>
                  </a:cubicBezTo>
                  <a:cubicBezTo>
                    <a:pt x="182" y="138"/>
                    <a:pt x="182" y="138"/>
                    <a:pt x="182" y="138"/>
                  </a:cubicBezTo>
                  <a:cubicBezTo>
                    <a:pt x="187" y="138"/>
                    <a:pt x="192" y="133"/>
                    <a:pt x="192" y="128"/>
                  </a:cubicBezTo>
                  <a:cubicBezTo>
                    <a:pt x="192" y="10"/>
                    <a:pt x="192" y="10"/>
                    <a:pt x="192" y="10"/>
                  </a:cubicBezTo>
                  <a:cubicBezTo>
                    <a:pt x="192" y="4"/>
                    <a:pt x="187" y="0"/>
                    <a:pt x="182" y="0"/>
                  </a:cubicBezTo>
                  <a:close/>
                  <a:moveTo>
                    <a:pt x="183" y="130"/>
                  </a:moveTo>
                  <a:cubicBezTo>
                    <a:pt x="10" y="130"/>
                    <a:pt x="10" y="130"/>
                    <a:pt x="10" y="130"/>
                  </a:cubicBezTo>
                  <a:cubicBezTo>
                    <a:pt x="10" y="6"/>
                    <a:pt x="10" y="6"/>
                    <a:pt x="10" y="6"/>
                  </a:cubicBezTo>
                  <a:cubicBezTo>
                    <a:pt x="183" y="6"/>
                    <a:pt x="183" y="6"/>
                    <a:pt x="183" y="6"/>
                  </a:cubicBezTo>
                  <a:lnTo>
                    <a:pt x="183" y="130"/>
                  </a:lnTo>
                  <a:close/>
                </a:path>
              </a:pathLst>
            </a:custGeom>
            <a:solidFill>
              <a:srgbClr val="4B48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 name="Freeform 12"/>
            <p:cNvSpPr>
              <a:spLocks noEditPoints="1"/>
            </p:cNvSpPr>
            <p:nvPr/>
          </p:nvSpPr>
          <p:spPr bwMode="auto">
            <a:xfrm>
              <a:off x="4681538" y="1266825"/>
              <a:ext cx="192088" cy="411163"/>
            </a:xfrm>
            <a:custGeom>
              <a:avLst/>
              <a:gdLst>
                <a:gd name="T0" fmla="*/ 74 w 90"/>
                <a:gd name="T1" fmla="*/ 0 h 192"/>
                <a:gd name="T2" fmla="*/ 16 w 90"/>
                <a:gd name="T3" fmla="*/ 0 h 192"/>
                <a:gd name="T4" fmla="*/ 0 w 90"/>
                <a:gd name="T5" fmla="*/ 9 h 192"/>
                <a:gd name="T6" fmla="*/ 0 w 90"/>
                <a:gd name="T7" fmla="*/ 182 h 192"/>
                <a:gd name="T8" fmla="*/ 16 w 90"/>
                <a:gd name="T9" fmla="*/ 192 h 192"/>
                <a:gd name="T10" fmla="*/ 74 w 90"/>
                <a:gd name="T11" fmla="*/ 192 h 192"/>
                <a:gd name="T12" fmla="*/ 90 w 90"/>
                <a:gd name="T13" fmla="*/ 182 h 192"/>
                <a:gd name="T14" fmla="*/ 90 w 90"/>
                <a:gd name="T15" fmla="*/ 9 h 192"/>
                <a:gd name="T16" fmla="*/ 74 w 90"/>
                <a:gd name="T17" fmla="*/ 0 h 192"/>
                <a:gd name="T18" fmla="*/ 45 w 90"/>
                <a:gd name="T19" fmla="*/ 160 h 192"/>
                <a:gd name="T20" fmla="*/ 32 w 90"/>
                <a:gd name="T21" fmla="*/ 148 h 192"/>
                <a:gd name="T22" fmla="*/ 45 w 90"/>
                <a:gd name="T23" fmla="*/ 135 h 192"/>
                <a:gd name="T24" fmla="*/ 57 w 90"/>
                <a:gd name="T25" fmla="*/ 148 h 192"/>
                <a:gd name="T26" fmla="*/ 45 w 90"/>
                <a:gd name="T27" fmla="*/ 16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0" h="192">
                  <a:moveTo>
                    <a:pt x="74" y="0"/>
                  </a:moveTo>
                  <a:cubicBezTo>
                    <a:pt x="16" y="0"/>
                    <a:pt x="16" y="0"/>
                    <a:pt x="16" y="0"/>
                  </a:cubicBezTo>
                  <a:cubicBezTo>
                    <a:pt x="7" y="0"/>
                    <a:pt x="0" y="4"/>
                    <a:pt x="0" y="9"/>
                  </a:cubicBezTo>
                  <a:cubicBezTo>
                    <a:pt x="0" y="182"/>
                    <a:pt x="0" y="182"/>
                    <a:pt x="0" y="182"/>
                  </a:cubicBezTo>
                  <a:cubicBezTo>
                    <a:pt x="0" y="188"/>
                    <a:pt x="7" y="192"/>
                    <a:pt x="16" y="192"/>
                  </a:cubicBezTo>
                  <a:cubicBezTo>
                    <a:pt x="74" y="192"/>
                    <a:pt x="74" y="192"/>
                    <a:pt x="74" y="192"/>
                  </a:cubicBezTo>
                  <a:cubicBezTo>
                    <a:pt x="83" y="192"/>
                    <a:pt x="90" y="188"/>
                    <a:pt x="90" y="182"/>
                  </a:cubicBezTo>
                  <a:cubicBezTo>
                    <a:pt x="90" y="9"/>
                    <a:pt x="90" y="9"/>
                    <a:pt x="90" y="9"/>
                  </a:cubicBezTo>
                  <a:cubicBezTo>
                    <a:pt x="90" y="4"/>
                    <a:pt x="83" y="0"/>
                    <a:pt x="74" y="0"/>
                  </a:cubicBezTo>
                  <a:close/>
                  <a:moveTo>
                    <a:pt x="45" y="160"/>
                  </a:moveTo>
                  <a:cubicBezTo>
                    <a:pt x="38" y="160"/>
                    <a:pt x="32" y="155"/>
                    <a:pt x="32" y="148"/>
                  </a:cubicBezTo>
                  <a:cubicBezTo>
                    <a:pt x="32" y="141"/>
                    <a:pt x="38" y="135"/>
                    <a:pt x="45" y="135"/>
                  </a:cubicBezTo>
                  <a:cubicBezTo>
                    <a:pt x="52" y="135"/>
                    <a:pt x="57" y="141"/>
                    <a:pt x="57" y="148"/>
                  </a:cubicBezTo>
                  <a:cubicBezTo>
                    <a:pt x="57" y="155"/>
                    <a:pt x="52" y="160"/>
                    <a:pt x="45" y="160"/>
                  </a:cubicBezTo>
                  <a:close/>
                </a:path>
              </a:pathLst>
            </a:custGeom>
            <a:solidFill>
              <a:srgbClr val="4B48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02" name="组合 101"/>
          <p:cNvGrpSpPr/>
          <p:nvPr/>
        </p:nvGrpSpPr>
        <p:grpSpPr>
          <a:xfrm>
            <a:off x="7438843" y="1169988"/>
            <a:ext cx="582613" cy="503237"/>
            <a:chOff x="7408863" y="1169988"/>
            <a:chExt cx="582613" cy="503237"/>
          </a:xfrm>
        </p:grpSpPr>
        <p:sp>
          <p:nvSpPr>
            <p:cNvPr id="103" name="Freeform 13"/>
            <p:cNvSpPr>
              <a:spLocks/>
            </p:cNvSpPr>
            <p:nvPr/>
          </p:nvSpPr>
          <p:spPr bwMode="auto">
            <a:xfrm>
              <a:off x="7546975" y="1404938"/>
              <a:ext cx="304800" cy="115888"/>
            </a:xfrm>
            <a:custGeom>
              <a:avLst/>
              <a:gdLst>
                <a:gd name="T0" fmla="*/ 16 w 142"/>
                <a:gd name="T1" fmla="*/ 53 h 54"/>
                <a:gd name="T2" fmla="*/ 6 w 142"/>
                <a:gd name="T3" fmla="*/ 48 h 54"/>
                <a:gd name="T4" fmla="*/ 6 w 142"/>
                <a:gd name="T5" fmla="*/ 27 h 54"/>
                <a:gd name="T6" fmla="*/ 71 w 142"/>
                <a:gd name="T7" fmla="*/ 0 h 54"/>
                <a:gd name="T8" fmla="*/ 71 w 142"/>
                <a:gd name="T9" fmla="*/ 0 h 54"/>
                <a:gd name="T10" fmla="*/ 136 w 142"/>
                <a:gd name="T11" fmla="*/ 26 h 54"/>
                <a:gd name="T12" fmla="*/ 136 w 142"/>
                <a:gd name="T13" fmla="*/ 48 h 54"/>
                <a:gd name="T14" fmla="*/ 114 w 142"/>
                <a:gd name="T15" fmla="*/ 48 h 54"/>
                <a:gd name="T16" fmla="*/ 71 w 142"/>
                <a:gd name="T17" fmla="*/ 30 h 54"/>
                <a:gd name="T18" fmla="*/ 71 w 142"/>
                <a:gd name="T19" fmla="*/ 30 h 54"/>
                <a:gd name="T20" fmla="*/ 27 w 142"/>
                <a:gd name="T21" fmla="*/ 48 h 54"/>
                <a:gd name="T22" fmla="*/ 16 w 142"/>
                <a:gd name="T23" fmla="*/ 53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2" h="54">
                  <a:moveTo>
                    <a:pt x="16" y="53"/>
                  </a:moveTo>
                  <a:cubicBezTo>
                    <a:pt x="13" y="53"/>
                    <a:pt x="9" y="51"/>
                    <a:pt x="6" y="48"/>
                  </a:cubicBezTo>
                  <a:cubicBezTo>
                    <a:pt x="0" y="42"/>
                    <a:pt x="0" y="33"/>
                    <a:pt x="6" y="27"/>
                  </a:cubicBezTo>
                  <a:cubicBezTo>
                    <a:pt x="23" y="9"/>
                    <a:pt x="46" y="0"/>
                    <a:pt x="71" y="0"/>
                  </a:cubicBezTo>
                  <a:cubicBezTo>
                    <a:pt x="71" y="0"/>
                    <a:pt x="71" y="0"/>
                    <a:pt x="71" y="0"/>
                  </a:cubicBezTo>
                  <a:cubicBezTo>
                    <a:pt x="95" y="0"/>
                    <a:pt x="118" y="9"/>
                    <a:pt x="136" y="26"/>
                  </a:cubicBezTo>
                  <a:cubicBezTo>
                    <a:pt x="142" y="32"/>
                    <a:pt x="142" y="42"/>
                    <a:pt x="136" y="48"/>
                  </a:cubicBezTo>
                  <a:cubicBezTo>
                    <a:pt x="130" y="54"/>
                    <a:pt x="120" y="54"/>
                    <a:pt x="114" y="48"/>
                  </a:cubicBezTo>
                  <a:cubicBezTo>
                    <a:pt x="102" y="37"/>
                    <a:pt x="87" y="30"/>
                    <a:pt x="71" y="30"/>
                  </a:cubicBezTo>
                  <a:cubicBezTo>
                    <a:pt x="71" y="30"/>
                    <a:pt x="71" y="30"/>
                    <a:pt x="71" y="30"/>
                  </a:cubicBezTo>
                  <a:cubicBezTo>
                    <a:pt x="54" y="30"/>
                    <a:pt x="39" y="37"/>
                    <a:pt x="27" y="48"/>
                  </a:cubicBezTo>
                  <a:cubicBezTo>
                    <a:pt x="24" y="51"/>
                    <a:pt x="20" y="53"/>
                    <a:pt x="16" y="53"/>
                  </a:cubicBezTo>
                  <a:close/>
                </a:path>
              </a:pathLst>
            </a:custGeom>
            <a:solidFill>
              <a:srgbClr val="4B48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4" name="Freeform 14"/>
            <p:cNvSpPr>
              <a:spLocks/>
            </p:cNvSpPr>
            <p:nvPr/>
          </p:nvSpPr>
          <p:spPr bwMode="auto">
            <a:xfrm>
              <a:off x="7477125" y="1306513"/>
              <a:ext cx="442913" cy="146050"/>
            </a:xfrm>
            <a:custGeom>
              <a:avLst/>
              <a:gdLst>
                <a:gd name="T0" fmla="*/ 17 w 207"/>
                <a:gd name="T1" fmla="*/ 66 h 68"/>
                <a:gd name="T2" fmla="*/ 6 w 207"/>
                <a:gd name="T3" fmla="*/ 62 h 68"/>
                <a:gd name="T4" fmla="*/ 6 w 207"/>
                <a:gd name="T5" fmla="*/ 40 h 68"/>
                <a:gd name="T6" fmla="*/ 104 w 207"/>
                <a:gd name="T7" fmla="*/ 0 h 68"/>
                <a:gd name="T8" fmla="*/ 104 w 207"/>
                <a:gd name="T9" fmla="*/ 0 h 68"/>
                <a:gd name="T10" fmla="*/ 201 w 207"/>
                <a:gd name="T11" fmla="*/ 40 h 68"/>
                <a:gd name="T12" fmla="*/ 201 w 207"/>
                <a:gd name="T13" fmla="*/ 62 h 68"/>
                <a:gd name="T14" fmla="*/ 180 w 207"/>
                <a:gd name="T15" fmla="*/ 62 h 68"/>
                <a:gd name="T16" fmla="*/ 104 w 207"/>
                <a:gd name="T17" fmla="*/ 30 h 68"/>
                <a:gd name="T18" fmla="*/ 104 w 207"/>
                <a:gd name="T19" fmla="*/ 30 h 68"/>
                <a:gd name="T20" fmla="*/ 28 w 207"/>
                <a:gd name="T21" fmla="*/ 62 h 68"/>
                <a:gd name="T22" fmla="*/ 17 w 207"/>
                <a:gd name="T23" fmla="*/ 66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7" h="68">
                  <a:moveTo>
                    <a:pt x="17" y="66"/>
                  </a:moveTo>
                  <a:cubicBezTo>
                    <a:pt x="13" y="66"/>
                    <a:pt x="9" y="65"/>
                    <a:pt x="6" y="62"/>
                  </a:cubicBezTo>
                  <a:cubicBezTo>
                    <a:pt x="0" y="56"/>
                    <a:pt x="0" y="46"/>
                    <a:pt x="6" y="40"/>
                  </a:cubicBezTo>
                  <a:cubicBezTo>
                    <a:pt x="32" y="14"/>
                    <a:pt x="67" y="0"/>
                    <a:pt x="104" y="0"/>
                  </a:cubicBezTo>
                  <a:cubicBezTo>
                    <a:pt x="104" y="0"/>
                    <a:pt x="104" y="0"/>
                    <a:pt x="104" y="0"/>
                  </a:cubicBezTo>
                  <a:cubicBezTo>
                    <a:pt x="141" y="0"/>
                    <a:pt x="175" y="14"/>
                    <a:pt x="201" y="40"/>
                  </a:cubicBezTo>
                  <a:cubicBezTo>
                    <a:pt x="207" y="46"/>
                    <a:pt x="207" y="56"/>
                    <a:pt x="201" y="62"/>
                  </a:cubicBezTo>
                  <a:cubicBezTo>
                    <a:pt x="195" y="68"/>
                    <a:pt x="186" y="68"/>
                    <a:pt x="180" y="62"/>
                  </a:cubicBezTo>
                  <a:cubicBezTo>
                    <a:pt x="159" y="41"/>
                    <a:pt x="132" y="30"/>
                    <a:pt x="104" y="30"/>
                  </a:cubicBezTo>
                  <a:cubicBezTo>
                    <a:pt x="104" y="30"/>
                    <a:pt x="104" y="30"/>
                    <a:pt x="104" y="30"/>
                  </a:cubicBezTo>
                  <a:cubicBezTo>
                    <a:pt x="75" y="30"/>
                    <a:pt x="48" y="41"/>
                    <a:pt x="28" y="62"/>
                  </a:cubicBezTo>
                  <a:cubicBezTo>
                    <a:pt x="25" y="65"/>
                    <a:pt x="21" y="66"/>
                    <a:pt x="17" y="66"/>
                  </a:cubicBezTo>
                  <a:close/>
                </a:path>
              </a:pathLst>
            </a:custGeom>
            <a:solidFill>
              <a:srgbClr val="4B48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5" name="Freeform 15"/>
            <p:cNvSpPr>
              <a:spLocks/>
            </p:cNvSpPr>
            <p:nvPr/>
          </p:nvSpPr>
          <p:spPr bwMode="auto">
            <a:xfrm>
              <a:off x="7408863" y="1169988"/>
              <a:ext cx="582613" cy="211138"/>
            </a:xfrm>
            <a:custGeom>
              <a:avLst/>
              <a:gdLst>
                <a:gd name="T0" fmla="*/ 16 w 272"/>
                <a:gd name="T1" fmla="*/ 98 h 99"/>
                <a:gd name="T2" fmla="*/ 6 w 272"/>
                <a:gd name="T3" fmla="*/ 93 h 99"/>
                <a:gd name="T4" fmla="*/ 6 w 272"/>
                <a:gd name="T5" fmla="*/ 72 h 99"/>
                <a:gd name="T6" fmla="*/ 266 w 272"/>
                <a:gd name="T7" fmla="*/ 71 h 99"/>
                <a:gd name="T8" fmla="*/ 266 w 272"/>
                <a:gd name="T9" fmla="*/ 93 h 99"/>
                <a:gd name="T10" fmla="*/ 244 w 272"/>
                <a:gd name="T11" fmla="*/ 93 h 99"/>
                <a:gd name="T12" fmla="*/ 27 w 272"/>
                <a:gd name="T13" fmla="*/ 93 h 99"/>
                <a:gd name="T14" fmla="*/ 16 w 272"/>
                <a:gd name="T15" fmla="*/ 98 h 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2" h="99">
                  <a:moveTo>
                    <a:pt x="16" y="98"/>
                  </a:moveTo>
                  <a:cubicBezTo>
                    <a:pt x="12" y="98"/>
                    <a:pt x="9" y="96"/>
                    <a:pt x="6" y="93"/>
                  </a:cubicBezTo>
                  <a:cubicBezTo>
                    <a:pt x="0" y="87"/>
                    <a:pt x="0" y="78"/>
                    <a:pt x="6" y="72"/>
                  </a:cubicBezTo>
                  <a:cubicBezTo>
                    <a:pt x="77" y="0"/>
                    <a:pt x="194" y="0"/>
                    <a:pt x="266" y="71"/>
                  </a:cubicBezTo>
                  <a:cubicBezTo>
                    <a:pt x="272" y="77"/>
                    <a:pt x="272" y="87"/>
                    <a:pt x="266" y="93"/>
                  </a:cubicBezTo>
                  <a:cubicBezTo>
                    <a:pt x="260" y="99"/>
                    <a:pt x="250" y="99"/>
                    <a:pt x="244" y="93"/>
                  </a:cubicBezTo>
                  <a:cubicBezTo>
                    <a:pt x="184" y="33"/>
                    <a:pt x="87" y="33"/>
                    <a:pt x="27" y="93"/>
                  </a:cubicBezTo>
                  <a:cubicBezTo>
                    <a:pt x="24" y="96"/>
                    <a:pt x="20" y="98"/>
                    <a:pt x="16" y="98"/>
                  </a:cubicBezTo>
                  <a:close/>
                </a:path>
              </a:pathLst>
            </a:custGeom>
            <a:solidFill>
              <a:srgbClr val="4B48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6" name="Freeform 16"/>
            <p:cNvSpPr>
              <a:spLocks/>
            </p:cNvSpPr>
            <p:nvPr/>
          </p:nvSpPr>
          <p:spPr bwMode="auto">
            <a:xfrm>
              <a:off x="7626350" y="1530350"/>
              <a:ext cx="144463" cy="142875"/>
            </a:xfrm>
            <a:custGeom>
              <a:avLst/>
              <a:gdLst>
                <a:gd name="T0" fmla="*/ 55 w 67"/>
                <a:gd name="T1" fmla="*/ 12 h 67"/>
                <a:gd name="T2" fmla="*/ 55 w 67"/>
                <a:gd name="T3" fmla="*/ 55 h 67"/>
                <a:gd name="T4" fmla="*/ 12 w 67"/>
                <a:gd name="T5" fmla="*/ 55 h 67"/>
                <a:gd name="T6" fmla="*/ 12 w 67"/>
                <a:gd name="T7" fmla="*/ 12 h 67"/>
                <a:gd name="T8" fmla="*/ 55 w 67"/>
                <a:gd name="T9" fmla="*/ 12 h 67"/>
              </a:gdLst>
              <a:ahLst/>
              <a:cxnLst>
                <a:cxn ang="0">
                  <a:pos x="T0" y="T1"/>
                </a:cxn>
                <a:cxn ang="0">
                  <a:pos x="T2" y="T3"/>
                </a:cxn>
                <a:cxn ang="0">
                  <a:pos x="T4" y="T5"/>
                </a:cxn>
                <a:cxn ang="0">
                  <a:pos x="T6" y="T7"/>
                </a:cxn>
                <a:cxn ang="0">
                  <a:pos x="T8" y="T9"/>
                </a:cxn>
              </a:cxnLst>
              <a:rect l="0" t="0" r="r" b="b"/>
              <a:pathLst>
                <a:path w="67" h="67">
                  <a:moveTo>
                    <a:pt x="55" y="12"/>
                  </a:moveTo>
                  <a:cubicBezTo>
                    <a:pt x="67" y="24"/>
                    <a:pt x="67" y="43"/>
                    <a:pt x="55" y="55"/>
                  </a:cubicBezTo>
                  <a:cubicBezTo>
                    <a:pt x="43" y="67"/>
                    <a:pt x="24" y="67"/>
                    <a:pt x="12" y="55"/>
                  </a:cubicBezTo>
                  <a:cubicBezTo>
                    <a:pt x="0" y="43"/>
                    <a:pt x="0" y="24"/>
                    <a:pt x="12" y="12"/>
                  </a:cubicBezTo>
                  <a:cubicBezTo>
                    <a:pt x="24" y="0"/>
                    <a:pt x="43" y="0"/>
                    <a:pt x="55" y="12"/>
                  </a:cubicBezTo>
                  <a:close/>
                </a:path>
              </a:pathLst>
            </a:custGeom>
            <a:solidFill>
              <a:srgbClr val="4B48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7" name="Freeform 17"/>
            <p:cNvSpPr>
              <a:spLocks/>
            </p:cNvSpPr>
            <p:nvPr/>
          </p:nvSpPr>
          <p:spPr bwMode="auto">
            <a:xfrm>
              <a:off x="7786688" y="1558925"/>
              <a:ext cx="57150" cy="84138"/>
            </a:xfrm>
            <a:custGeom>
              <a:avLst/>
              <a:gdLst>
                <a:gd name="T0" fmla="*/ 11 w 26"/>
                <a:gd name="T1" fmla="*/ 1 h 39"/>
                <a:gd name="T2" fmla="*/ 0 w 26"/>
                <a:gd name="T3" fmla="*/ 17 h 39"/>
                <a:gd name="T4" fmla="*/ 2 w 26"/>
                <a:gd name="T5" fmla="*/ 18 h 39"/>
                <a:gd name="T6" fmla="*/ 6 w 26"/>
                <a:gd name="T7" fmla="*/ 18 h 39"/>
                <a:gd name="T8" fmla="*/ 6 w 26"/>
                <a:gd name="T9" fmla="*/ 38 h 39"/>
                <a:gd name="T10" fmla="*/ 7 w 26"/>
                <a:gd name="T11" fmla="*/ 39 h 39"/>
                <a:gd name="T12" fmla="*/ 18 w 26"/>
                <a:gd name="T13" fmla="*/ 39 h 39"/>
                <a:gd name="T14" fmla="*/ 20 w 26"/>
                <a:gd name="T15" fmla="*/ 38 h 39"/>
                <a:gd name="T16" fmla="*/ 20 w 26"/>
                <a:gd name="T17" fmla="*/ 18 h 39"/>
                <a:gd name="T18" fmla="*/ 24 w 26"/>
                <a:gd name="T19" fmla="*/ 18 h 39"/>
                <a:gd name="T20" fmla="*/ 26 w 26"/>
                <a:gd name="T21" fmla="*/ 17 h 39"/>
                <a:gd name="T22" fmla="*/ 14 w 26"/>
                <a:gd name="T23" fmla="*/ 1 h 39"/>
                <a:gd name="T24" fmla="*/ 13 w 26"/>
                <a:gd name="T25" fmla="*/ 0 h 39"/>
                <a:gd name="T26" fmla="*/ 11 w 26"/>
                <a:gd name="T27" fmla="*/ 1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 h="39">
                  <a:moveTo>
                    <a:pt x="11" y="1"/>
                  </a:moveTo>
                  <a:cubicBezTo>
                    <a:pt x="11" y="1"/>
                    <a:pt x="0" y="16"/>
                    <a:pt x="0" y="17"/>
                  </a:cubicBezTo>
                  <a:cubicBezTo>
                    <a:pt x="0" y="18"/>
                    <a:pt x="1" y="18"/>
                    <a:pt x="2" y="18"/>
                  </a:cubicBezTo>
                  <a:cubicBezTo>
                    <a:pt x="2" y="18"/>
                    <a:pt x="3" y="18"/>
                    <a:pt x="6" y="18"/>
                  </a:cubicBezTo>
                  <a:cubicBezTo>
                    <a:pt x="6" y="38"/>
                    <a:pt x="6" y="38"/>
                    <a:pt x="6" y="38"/>
                  </a:cubicBezTo>
                  <a:cubicBezTo>
                    <a:pt x="6" y="39"/>
                    <a:pt x="6" y="39"/>
                    <a:pt x="7" y="39"/>
                  </a:cubicBezTo>
                  <a:cubicBezTo>
                    <a:pt x="18" y="39"/>
                    <a:pt x="18" y="39"/>
                    <a:pt x="18" y="39"/>
                  </a:cubicBezTo>
                  <a:cubicBezTo>
                    <a:pt x="19" y="39"/>
                    <a:pt x="20" y="39"/>
                    <a:pt x="20" y="38"/>
                  </a:cubicBezTo>
                  <a:cubicBezTo>
                    <a:pt x="20" y="18"/>
                    <a:pt x="20" y="18"/>
                    <a:pt x="20" y="18"/>
                  </a:cubicBezTo>
                  <a:cubicBezTo>
                    <a:pt x="22" y="18"/>
                    <a:pt x="24" y="18"/>
                    <a:pt x="24" y="18"/>
                  </a:cubicBezTo>
                  <a:cubicBezTo>
                    <a:pt x="25" y="18"/>
                    <a:pt x="26" y="18"/>
                    <a:pt x="26" y="17"/>
                  </a:cubicBezTo>
                  <a:cubicBezTo>
                    <a:pt x="26" y="16"/>
                    <a:pt x="15" y="1"/>
                    <a:pt x="14" y="1"/>
                  </a:cubicBezTo>
                  <a:cubicBezTo>
                    <a:pt x="14" y="0"/>
                    <a:pt x="14" y="0"/>
                    <a:pt x="13" y="0"/>
                  </a:cubicBezTo>
                  <a:cubicBezTo>
                    <a:pt x="12" y="0"/>
                    <a:pt x="12" y="0"/>
                    <a:pt x="11" y="1"/>
                  </a:cubicBezTo>
                  <a:close/>
                </a:path>
              </a:pathLst>
            </a:custGeom>
            <a:solidFill>
              <a:srgbClr val="4B48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 name="Freeform 18"/>
            <p:cNvSpPr>
              <a:spLocks/>
            </p:cNvSpPr>
            <p:nvPr/>
          </p:nvSpPr>
          <p:spPr bwMode="auto">
            <a:xfrm>
              <a:off x="7556500" y="1558925"/>
              <a:ext cx="52388" cy="84138"/>
            </a:xfrm>
            <a:custGeom>
              <a:avLst/>
              <a:gdLst>
                <a:gd name="T0" fmla="*/ 14 w 25"/>
                <a:gd name="T1" fmla="*/ 38 h 39"/>
                <a:gd name="T2" fmla="*/ 25 w 25"/>
                <a:gd name="T3" fmla="*/ 22 h 39"/>
                <a:gd name="T4" fmla="*/ 24 w 25"/>
                <a:gd name="T5" fmla="*/ 21 h 39"/>
                <a:gd name="T6" fmla="*/ 20 w 25"/>
                <a:gd name="T7" fmla="*/ 21 h 39"/>
                <a:gd name="T8" fmla="*/ 20 w 25"/>
                <a:gd name="T9" fmla="*/ 1 h 39"/>
                <a:gd name="T10" fmla="*/ 18 w 25"/>
                <a:gd name="T11" fmla="*/ 0 h 39"/>
                <a:gd name="T12" fmla="*/ 7 w 25"/>
                <a:gd name="T13" fmla="*/ 0 h 39"/>
                <a:gd name="T14" fmla="*/ 5 w 25"/>
                <a:gd name="T15" fmla="*/ 1 h 39"/>
                <a:gd name="T16" fmla="*/ 5 w 25"/>
                <a:gd name="T17" fmla="*/ 21 h 39"/>
                <a:gd name="T18" fmla="*/ 1 w 25"/>
                <a:gd name="T19" fmla="*/ 21 h 39"/>
                <a:gd name="T20" fmla="*/ 0 w 25"/>
                <a:gd name="T21" fmla="*/ 22 h 39"/>
                <a:gd name="T22" fmla="*/ 11 w 25"/>
                <a:gd name="T23" fmla="*/ 38 h 39"/>
                <a:gd name="T24" fmla="*/ 12 w 25"/>
                <a:gd name="T25" fmla="*/ 39 h 39"/>
                <a:gd name="T26" fmla="*/ 14 w 25"/>
                <a:gd name="T27" fmla="*/ 3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 h="39">
                  <a:moveTo>
                    <a:pt x="14" y="38"/>
                  </a:moveTo>
                  <a:cubicBezTo>
                    <a:pt x="14" y="38"/>
                    <a:pt x="25" y="23"/>
                    <a:pt x="25" y="22"/>
                  </a:cubicBezTo>
                  <a:cubicBezTo>
                    <a:pt x="25" y="21"/>
                    <a:pt x="25" y="21"/>
                    <a:pt x="24" y="21"/>
                  </a:cubicBezTo>
                  <a:cubicBezTo>
                    <a:pt x="24" y="21"/>
                    <a:pt x="22" y="21"/>
                    <a:pt x="20" y="21"/>
                  </a:cubicBezTo>
                  <a:cubicBezTo>
                    <a:pt x="20" y="1"/>
                    <a:pt x="20" y="1"/>
                    <a:pt x="20" y="1"/>
                  </a:cubicBezTo>
                  <a:cubicBezTo>
                    <a:pt x="20" y="0"/>
                    <a:pt x="19" y="0"/>
                    <a:pt x="18" y="0"/>
                  </a:cubicBezTo>
                  <a:cubicBezTo>
                    <a:pt x="7" y="0"/>
                    <a:pt x="7" y="0"/>
                    <a:pt x="7" y="0"/>
                  </a:cubicBezTo>
                  <a:cubicBezTo>
                    <a:pt x="6" y="0"/>
                    <a:pt x="5" y="0"/>
                    <a:pt x="5" y="1"/>
                  </a:cubicBezTo>
                  <a:cubicBezTo>
                    <a:pt x="5" y="21"/>
                    <a:pt x="5" y="21"/>
                    <a:pt x="5" y="21"/>
                  </a:cubicBezTo>
                  <a:cubicBezTo>
                    <a:pt x="3" y="21"/>
                    <a:pt x="1" y="21"/>
                    <a:pt x="1" y="21"/>
                  </a:cubicBezTo>
                  <a:cubicBezTo>
                    <a:pt x="0" y="21"/>
                    <a:pt x="0" y="21"/>
                    <a:pt x="0" y="22"/>
                  </a:cubicBezTo>
                  <a:cubicBezTo>
                    <a:pt x="0" y="23"/>
                    <a:pt x="11" y="38"/>
                    <a:pt x="11" y="38"/>
                  </a:cubicBezTo>
                  <a:cubicBezTo>
                    <a:pt x="11" y="39"/>
                    <a:pt x="12" y="39"/>
                    <a:pt x="12" y="39"/>
                  </a:cubicBezTo>
                  <a:cubicBezTo>
                    <a:pt x="13" y="39"/>
                    <a:pt x="14" y="39"/>
                    <a:pt x="14" y="38"/>
                  </a:cubicBezTo>
                  <a:close/>
                </a:path>
              </a:pathLst>
            </a:custGeom>
            <a:solidFill>
              <a:srgbClr val="4B48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109" name="Freeform 19"/>
          <p:cNvSpPr>
            <a:spLocks/>
          </p:cNvSpPr>
          <p:nvPr/>
        </p:nvSpPr>
        <p:spPr bwMode="auto">
          <a:xfrm>
            <a:off x="7366000" y="3835118"/>
            <a:ext cx="514350" cy="514350"/>
          </a:xfrm>
          <a:custGeom>
            <a:avLst/>
            <a:gdLst>
              <a:gd name="T0" fmla="*/ 194 w 240"/>
              <a:gd name="T1" fmla="*/ 157 h 240"/>
              <a:gd name="T2" fmla="*/ 163 w 240"/>
              <a:gd name="T3" fmla="*/ 167 h 240"/>
              <a:gd name="T4" fmla="*/ 92 w 240"/>
              <a:gd name="T5" fmla="*/ 127 h 240"/>
              <a:gd name="T6" fmla="*/ 92 w 240"/>
              <a:gd name="T7" fmla="*/ 120 h 240"/>
              <a:gd name="T8" fmla="*/ 165 w 240"/>
              <a:gd name="T9" fmla="*/ 78 h 240"/>
              <a:gd name="T10" fmla="*/ 189 w 240"/>
              <a:gd name="T11" fmla="*/ 84 h 240"/>
              <a:gd name="T12" fmla="*/ 235 w 240"/>
              <a:gd name="T13" fmla="*/ 42 h 240"/>
              <a:gd name="T14" fmla="*/ 189 w 240"/>
              <a:gd name="T15" fmla="*/ 0 h 240"/>
              <a:gd name="T16" fmla="*/ 143 w 240"/>
              <a:gd name="T17" fmla="*/ 42 h 240"/>
              <a:gd name="T18" fmla="*/ 145 w 240"/>
              <a:gd name="T19" fmla="*/ 55 h 240"/>
              <a:gd name="T20" fmla="*/ 75 w 240"/>
              <a:gd name="T21" fmla="*/ 95 h 240"/>
              <a:gd name="T22" fmla="*/ 46 w 240"/>
              <a:gd name="T23" fmla="*/ 85 h 240"/>
              <a:gd name="T24" fmla="*/ 0 w 240"/>
              <a:gd name="T25" fmla="*/ 127 h 240"/>
              <a:gd name="T26" fmla="*/ 46 w 240"/>
              <a:gd name="T27" fmla="*/ 169 h 240"/>
              <a:gd name="T28" fmla="*/ 81 w 240"/>
              <a:gd name="T29" fmla="*/ 155 h 240"/>
              <a:gd name="T30" fmla="*/ 148 w 240"/>
              <a:gd name="T31" fmla="*/ 193 h 240"/>
              <a:gd name="T32" fmla="*/ 148 w 240"/>
              <a:gd name="T33" fmla="*/ 198 h 240"/>
              <a:gd name="T34" fmla="*/ 194 w 240"/>
              <a:gd name="T35" fmla="*/ 240 h 240"/>
              <a:gd name="T36" fmla="*/ 240 w 240"/>
              <a:gd name="T37" fmla="*/ 198 h 240"/>
              <a:gd name="T38" fmla="*/ 194 w 240"/>
              <a:gd name="T39" fmla="*/ 157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0" h="240">
                <a:moveTo>
                  <a:pt x="194" y="157"/>
                </a:moveTo>
                <a:cubicBezTo>
                  <a:pt x="182" y="157"/>
                  <a:pt x="171" y="161"/>
                  <a:pt x="163" y="167"/>
                </a:cubicBezTo>
                <a:cubicBezTo>
                  <a:pt x="92" y="127"/>
                  <a:pt x="92" y="127"/>
                  <a:pt x="92" y="127"/>
                </a:cubicBezTo>
                <a:cubicBezTo>
                  <a:pt x="92" y="124"/>
                  <a:pt x="92" y="122"/>
                  <a:pt x="92" y="120"/>
                </a:cubicBezTo>
                <a:cubicBezTo>
                  <a:pt x="165" y="78"/>
                  <a:pt x="165" y="78"/>
                  <a:pt x="165" y="78"/>
                </a:cubicBezTo>
                <a:cubicBezTo>
                  <a:pt x="172" y="82"/>
                  <a:pt x="180" y="84"/>
                  <a:pt x="189" y="84"/>
                </a:cubicBezTo>
                <a:cubicBezTo>
                  <a:pt x="215" y="84"/>
                  <a:pt x="235" y="65"/>
                  <a:pt x="235" y="42"/>
                </a:cubicBezTo>
                <a:cubicBezTo>
                  <a:pt x="235" y="19"/>
                  <a:pt x="215" y="0"/>
                  <a:pt x="189" y="0"/>
                </a:cubicBezTo>
                <a:cubicBezTo>
                  <a:pt x="164" y="0"/>
                  <a:pt x="143" y="19"/>
                  <a:pt x="143" y="42"/>
                </a:cubicBezTo>
                <a:cubicBezTo>
                  <a:pt x="143" y="47"/>
                  <a:pt x="144" y="51"/>
                  <a:pt x="145" y="55"/>
                </a:cubicBezTo>
                <a:cubicBezTo>
                  <a:pt x="75" y="95"/>
                  <a:pt x="75" y="95"/>
                  <a:pt x="75" y="95"/>
                </a:cubicBezTo>
                <a:cubicBezTo>
                  <a:pt x="67" y="89"/>
                  <a:pt x="57" y="85"/>
                  <a:pt x="46" y="85"/>
                </a:cubicBezTo>
                <a:cubicBezTo>
                  <a:pt x="21" y="85"/>
                  <a:pt x="0" y="104"/>
                  <a:pt x="0" y="127"/>
                </a:cubicBezTo>
                <a:cubicBezTo>
                  <a:pt x="0" y="150"/>
                  <a:pt x="21" y="169"/>
                  <a:pt x="46" y="169"/>
                </a:cubicBezTo>
                <a:cubicBezTo>
                  <a:pt x="60" y="169"/>
                  <a:pt x="73" y="164"/>
                  <a:pt x="81" y="155"/>
                </a:cubicBezTo>
                <a:cubicBezTo>
                  <a:pt x="148" y="193"/>
                  <a:pt x="148" y="193"/>
                  <a:pt x="148" y="193"/>
                </a:cubicBezTo>
                <a:cubicBezTo>
                  <a:pt x="148" y="195"/>
                  <a:pt x="148" y="197"/>
                  <a:pt x="148" y="198"/>
                </a:cubicBezTo>
                <a:cubicBezTo>
                  <a:pt x="148" y="221"/>
                  <a:pt x="168" y="240"/>
                  <a:pt x="194" y="240"/>
                </a:cubicBezTo>
                <a:cubicBezTo>
                  <a:pt x="219" y="240"/>
                  <a:pt x="240" y="221"/>
                  <a:pt x="240" y="198"/>
                </a:cubicBezTo>
                <a:cubicBezTo>
                  <a:pt x="240" y="175"/>
                  <a:pt x="219" y="157"/>
                  <a:pt x="194" y="157"/>
                </a:cubicBezTo>
                <a:close/>
              </a:path>
            </a:pathLst>
          </a:custGeom>
          <a:solidFill>
            <a:srgbClr val="4B48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0" name="Freeform 20"/>
          <p:cNvSpPr>
            <a:spLocks noEditPoints="1"/>
          </p:cNvSpPr>
          <p:nvPr/>
        </p:nvSpPr>
        <p:spPr bwMode="auto">
          <a:xfrm>
            <a:off x="10327833" y="5258745"/>
            <a:ext cx="496888" cy="398463"/>
          </a:xfrm>
          <a:custGeom>
            <a:avLst/>
            <a:gdLst>
              <a:gd name="T0" fmla="*/ 227 w 232"/>
              <a:gd name="T1" fmla="*/ 0 h 186"/>
              <a:gd name="T2" fmla="*/ 213 w 232"/>
              <a:gd name="T3" fmla="*/ 0 h 186"/>
              <a:gd name="T4" fmla="*/ 208 w 232"/>
              <a:gd name="T5" fmla="*/ 5 h 186"/>
              <a:gd name="T6" fmla="*/ 208 w 232"/>
              <a:gd name="T7" fmla="*/ 28 h 186"/>
              <a:gd name="T8" fmla="*/ 24 w 232"/>
              <a:gd name="T9" fmla="*/ 28 h 186"/>
              <a:gd name="T10" fmla="*/ 24 w 232"/>
              <a:gd name="T11" fmla="*/ 5 h 186"/>
              <a:gd name="T12" fmla="*/ 19 w 232"/>
              <a:gd name="T13" fmla="*/ 0 h 186"/>
              <a:gd name="T14" fmla="*/ 5 w 232"/>
              <a:gd name="T15" fmla="*/ 0 h 186"/>
              <a:gd name="T16" fmla="*/ 0 w 232"/>
              <a:gd name="T17" fmla="*/ 5 h 186"/>
              <a:gd name="T18" fmla="*/ 0 w 232"/>
              <a:gd name="T19" fmla="*/ 180 h 186"/>
              <a:gd name="T20" fmla="*/ 5 w 232"/>
              <a:gd name="T21" fmla="*/ 186 h 186"/>
              <a:gd name="T22" fmla="*/ 19 w 232"/>
              <a:gd name="T23" fmla="*/ 186 h 186"/>
              <a:gd name="T24" fmla="*/ 24 w 232"/>
              <a:gd name="T25" fmla="*/ 180 h 186"/>
              <a:gd name="T26" fmla="*/ 24 w 232"/>
              <a:gd name="T27" fmla="*/ 157 h 186"/>
              <a:gd name="T28" fmla="*/ 208 w 232"/>
              <a:gd name="T29" fmla="*/ 157 h 186"/>
              <a:gd name="T30" fmla="*/ 208 w 232"/>
              <a:gd name="T31" fmla="*/ 180 h 186"/>
              <a:gd name="T32" fmla="*/ 213 w 232"/>
              <a:gd name="T33" fmla="*/ 186 h 186"/>
              <a:gd name="T34" fmla="*/ 227 w 232"/>
              <a:gd name="T35" fmla="*/ 186 h 186"/>
              <a:gd name="T36" fmla="*/ 232 w 232"/>
              <a:gd name="T37" fmla="*/ 180 h 186"/>
              <a:gd name="T38" fmla="*/ 232 w 232"/>
              <a:gd name="T39" fmla="*/ 5 h 186"/>
              <a:gd name="T40" fmla="*/ 227 w 232"/>
              <a:gd name="T41" fmla="*/ 0 h 186"/>
              <a:gd name="T42" fmla="*/ 157 w 232"/>
              <a:gd name="T43" fmla="*/ 98 h 186"/>
              <a:gd name="T44" fmla="*/ 97 w 232"/>
              <a:gd name="T45" fmla="*/ 135 h 186"/>
              <a:gd name="T46" fmla="*/ 92 w 232"/>
              <a:gd name="T47" fmla="*/ 130 h 186"/>
              <a:gd name="T48" fmla="*/ 92 w 232"/>
              <a:gd name="T49" fmla="*/ 56 h 186"/>
              <a:gd name="T50" fmla="*/ 97 w 232"/>
              <a:gd name="T51" fmla="*/ 50 h 186"/>
              <a:gd name="T52" fmla="*/ 157 w 232"/>
              <a:gd name="T53" fmla="*/ 87 h 186"/>
              <a:gd name="T54" fmla="*/ 162 w 232"/>
              <a:gd name="T55" fmla="*/ 93 h 186"/>
              <a:gd name="T56" fmla="*/ 157 w 232"/>
              <a:gd name="T57" fmla="*/ 98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2" h="186">
                <a:moveTo>
                  <a:pt x="227" y="0"/>
                </a:moveTo>
                <a:cubicBezTo>
                  <a:pt x="213" y="0"/>
                  <a:pt x="213" y="0"/>
                  <a:pt x="213" y="0"/>
                </a:cubicBezTo>
                <a:cubicBezTo>
                  <a:pt x="210" y="0"/>
                  <a:pt x="208" y="2"/>
                  <a:pt x="208" y="5"/>
                </a:cubicBezTo>
                <a:cubicBezTo>
                  <a:pt x="208" y="28"/>
                  <a:pt x="208" y="28"/>
                  <a:pt x="208" y="28"/>
                </a:cubicBezTo>
                <a:cubicBezTo>
                  <a:pt x="24" y="28"/>
                  <a:pt x="24" y="28"/>
                  <a:pt x="24" y="28"/>
                </a:cubicBezTo>
                <a:cubicBezTo>
                  <a:pt x="24" y="5"/>
                  <a:pt x="24" y="5"/>
                  <a:pt x="24" y="5"/>
                </a:cubicBezTo>
                <a:cubicBezTo>
                  <a:pt x="24" y="2"/>
                  <a:pt x="22" y="0"/>
                  <a:pt x="19" y="0"/>
                </a:cubicBezTo>
                <a:cubicBezTo>
                  <a:pt x="5" y="0"/>
                  <a:pt x="5" y="0"/>
                  <a:pt x="5" y="0"/>
                </a:cubicBezTo>
                <a:cubicBezTo>
                  <a:pt x="2" y="0"/>
                  <a:pt x="0" y="2"/>
                  <a:pt x="0" y="5"/>
                </a:cubicBezTo>
                <a:cubicBezTo>
                  <a:pt x="0" y="180"/>
                  <a:pt x="0" y="180"/>
                  <a:pt x="0" y="180"/>
                </a:cubicBezTo>
                <a:cubicBezTo>
                  <a:pt x="0" y="183"/>
                  <a:pt x="2" y="186"/>
                  <a:pt x="5" y="186"/>
                </a:cubicBezTo>
                <a:cubicBezTo>
                  <a:pt x="19" y="186"/>
                  <a:pt x="19" y="186"/>
                  <a:pt x="19" y="186"/>
                </a:cubicBezTo>
                <a:cubicBezTo>
                  <a:pt x="22" y="186"/>
                  <a:pt x="24" y="183"/>
                  <a:pt x="24" y="180"/>
                </a:cubicBezTo>
                <a:cubicBezTo>
                  <a:pt x="24" y="157"/>
                  <a:pt x="24" y="157"/>
                  <a:pt x="24" y="157"/>
                </a:cubicBezTo>
                <a:cubicBezTo>
                  <a:pt x="208" y="157"/>
                  <a:pt x="208" y="157"/>
                  <a:pt x="208" y="157"/>
                </a:cubicBezTo>
                <a:cubicBezTo>
                  <a:pt x="208" y="180"/>
                  <a:pt x="208" y="180"/>
                  <a:pt x="208" y="180"/>
                </a:cubicBezTo>
                <a:cubicBezTo>
                  <a:pt x="208" y="183"/>
                  <a:pt x="210" y="186"/>
                  <a:pt x="213" y="186"/>
                </a:cubicBezTo>
                <a:cubicBezTo>
                  <a:pt x="227" y="186"/>
                  <a:pt x="227" y="186"/>
                  <a:pt x="227" y="186"/>
                </a:cubicBezTo>
                <a:cubicBezTo>
                  <a:pt x="230" y="186"/>
                  <a:pt x="232" y="183"/>
                  <a:pt x="232" y="180"/>
                </a:cubicBezTo>
                <a:cubicBezTo>
                  <a:pt x="232" y="5"/>
                  <a:pt x="232" y="5"/>
                  <a:pt x="232" y="5"/>
                </a:cubicBezTo>
                <a:cubicBezTo>
                  <a:pt x="232" y="2"/>
                  <a:pt x="230" y="0"/>
                  <a:pt x="227" y="0"/>
                </a:cubicBezTo>
                <a:close/>
                <a:moveTo>
                  <a:pt x="157" y="98"/>
                </a:moveTo>
                <a:cubicBezTo>
                  <a:pt x="156" y="98"/>
                  <a:pt x="100" y="135"/>
                  <a:pt x="97" y="135"/>
                </a:cubicBezTo>
                <a:cubicBezTo>
                  <a:pt x="95" y="135"/>
                  <a:pt x="92" y="133"/>
                  <a:pt x="92" y="130"/>
                </a:cubicBezTo>
                <a:cubicBezTo>
                  <a:pt x="92" y="128"/>
                  <a:pt x="92" y="57"/>
                  <a:pt x="92" y="56"/>
                </a:cubicBezTo>
                <a:cubicBezTo>
                  <a:pt x="92" y="53"/>
                  <a:pt x="95" y="50"/>
                  <a:pt x="97" y="50"/>
                </a:cubicBezTo>
                <a:cubicBezTo>
                  <a:pt x="100" y="50"/>
                  <a:pt x="156" y="87"/>
                  <a:pt x="157" y="87"/>
                </a:cubicBezTo>
                <a:cubicBezTo>
                  <a:pt x="159" y="89"/>
                  <a:pt x="162" y="90"/>
                  <a:pt x="162" y="93"/>
                </a:cubicBezTo>
                <a:cubicBezTo>
                  <a:pt x="162" y="96"/>
                  <a:pt x="159" y="96"/>
                  <a:pt x="157" y="98"/>
                </a:cubicBezTo>
                <a:close/>
              </a:path>
            </a:pathLst>
          </a:custGeom>
          <a:solidFill>
            <a:srgbClr val="4B48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 name="文本框 37"/>
          <p:cNvSpPr txBox="1"/>
          <p:nvPr/>
        </p:nvSpPr>
        <p:spPr>
          <a:xfrm>
            <a:off x="8821710" y="1052510"/>
            <a:ext cx="655949" cy="707886"/>
          </a:xfrm>
          <a:prstGeom prst="rect">
            <a:avLst/>
          </a:prstGeom>
          <a:noFill/>
        </p:spPr>
        <p:txBody>
          <a:bodyPr wrap="none" rtlCol="0">
            <a:spAutoFit/>
          </a:bodyPr>
          <a:lstStyle/>
          <a:p>
            <a:r>
              <a:rPr lang="en-US" altLang="zh-CN" sz="4000" dirty="0">
                <a:solidFill>
                  <a:srgbClr val="605E5E"/>
                </a:solidFill>
                <a:latin typeface="Impact" panose="020B0806030902050204" pitchFamily="34" charset="0"/>
                <a:cs typeface="Aharoni" panose="02010803020104030203" pitchFamily="2" charset="-79"/>
              </a:rPr>
              <a:t>01</a:t>
            </a:r>
            <a:endParaRPr lang="zh-CN" altLang="en-US" sz="4000" dirty="0">
              <a:solidFill>
                <a:srgbClr val="605E5E"/>
              </a:solidFill>
              <a:latin typeface="Impact" panose="020B0806030902050204" pitchFamily="34" charset="0"/>
              <a:cs typeface="Aharoni" panose="02010803020104030203" pitchFamily="2" charset="-79"/>
            </a:endParaRPr>
          </a:p>
        </p:txBody>
      </p:sp>
      <p:sp>
        <p:nvSpPr>
          <p:cNvPr id="111" name="文本框 110"/>
          <p:cNvSpPr txBox="1"/>
          <p:nvPr/>
        </p:nvSpPr>
        <p:spPr>
          <a:xfrm>
            <a:off x="8821710" y="2415582"/>
            <a:ext cx="718466" cy="707886"/>
          </a:xfrm>
          <a:prstGeom prst="rect">
            <a:avLst/>
          </a:prstGeom>
          <a:noFill/>
        </p:spPr>
        <p:txBody>
          <a:bodyPr wrap="none" rtlCol="0">
            <a:spAutoFit/>
          </a:bodyPr>
          <a:lstStyle/>
          <a:p>
            <a:r>
              <a:rPr lang="en-US" altLang="zh-CN" sz="4000" dirty="0">
                <a:solidFill>
                  <a:srgbClr val="605E5E"/>
                </a:solidFill>
                <a:latin typeface="Impact" panose="020B0806030902050204" pitchFamily="34" charset="0"/>
                <a:cs typeface="Aharoni" panose="02010803020104030203" pitchFamily="2" charset="-79"/>
              </a:rPr>
              <a:t>02</a:t>
            </a:r>
            <a:endParaRPr lang="zh-CN" altLang="en-US" sz="4000" dirty="0">
              <a:solidFill>
                <a:srgbClr val="605E5E"/>
              </a:solidFill>
              <a:latin typeface="Impact" panose="020B0806030902050204" pitchFamily="34" charset="0"/>
              <a:cs typeface="Aharoni" panose="02010803020104030203" pitchFamily="2" charset="-79"/>
            </a:endParaRPr>
          </a:p>
        </p:txBody>
      </p:sp>
      <p:sp>
        <p:nvSpPr>
          <p:cNvPr id="112" name="文本框 111"/>
          <p:cNvSpPr txBox="1"/>
          <p:nvPr/>
        </p:nvSpPr>
        <p:spPr>
          <a:xfrm>
            <a:off x="8821710" y="3778654"/>
            <a:ext cx="732893" cy="707886"/>
          </a:xfrm>
          <a:prstGeom prst="rect">
            <a:avLst/>
          </a:prstGeom>
          <a:noFill/>
        </p:spPr>
        <p:txBody>
          <a:bodyPr wrap="none" rtlCol="0">
            <a:spAutoFit/>
          </a:bodyPr>
          <a:lstStyle/>
          <a:p>
            <a:r>
              <a:rPr lang="en-US" altLang="zh-CN" sz="4000" dirty="0">
                <a:solidFill>
                  <a:srgbClr val="605E5E"/>
                </a:solidFill>
                <a:latin typeface="Impact" panose="020B0806030902050204" pitchFamily="34" charset="0"/>
                <a:cs typeface="Aharoni" panose="02010803020104030203" pitchFamily="2" charset="-79"/>
              </a:rPr>
              <a:t>03</a:t>
            </a:r>
            <a:endParaRPr lang="zh-CN" altLang="en-US" sz="4000" dirty="0">
              <a:solidFill>
                <a:srgbClr val="605E5E"/>
              </a:solidFill>
              <a:latin typeface="Impact" panose="020B0806030902050204" pitchFamily="34" charset="0"/>
              <a:cs typeface="Aharoni" panose="02010803020104030203" pitchFamily="2" charset="-79"/>
            </a:endParaRPr>
          </a:p>
        </p:txBody>
      </p:sp>
      <p:sp>
        <p:nvSpPr>
          <p:cNvPr id="113" name="文本框 112"/>
          <p:cNvSpPr txBox="1"/>
          <p:nvPr/>
        </p:nvSpPr>
        <p:spPr>
          <a:xfrm>
            <a:off x="8821710" y="5141725"/>
            <a:ext cx="716863" cy="707886"/>
          </a:xfrm>
          <a:prstGeom prst="rect">
            <a:avLst/>
          </a:prstGeom>
          <a:noFill/>
        </p:spPr>
        <p:txBody>
          <a:bodyPr wrap="none" rtlCol="0">
            <a:spAutoFit/>
          </a:bodyPr>
          <a:lstStyle/>
          <a:p>
            <a:r>
              <a:rPr lang="en-US" altLang="zh-CN" sz="4000" dirty="0">
                <a:solidFill>
                  <a:srgbClr val="605E5E"/>
                </a:solidFill>
                <a:latin typeface="Impact" panose="020B0806030902050204" pitchFamily="34" charset="0"/>
                <a:cs typeface="Aharoni" panose="02010803020104030203" pitchFamily="2" charset="-79"/>
              </a:rPr>
              <a:t>04</a:t>
            </a:r>
            <a:endParaRPr lang="zh-CN" altLang="en-US" sz="4000" dirty="0">
              <a:solidFill>
                <a:srgbClr val="605E5E"/>
              </a:solidFill>
              <a:latin typeface="Impact" panose="020B0806030902050204" pitchFamily="34" charset="0"/>
              <a:cs typeface="Aharoni" panose="02010803020104030203" pitchFamily="2" charset="-79"/>
            </a:endParaRPr>
          </a:p>
        </p:txBody>
      </p:sp>
      <p:sp>
        <p:nvSpPr>
          <p:cNvPr id="114" name="文本框 113"/>
          <p:cNvSpPr txBox="1"/>
          <p:nvPr/>
        </p:nvSpPr>
        <p:spPr>
          <a:xfrm>
            <a:off x="7045136" y="1935550"/>
            <a:ext cx="1366849" cy="369332"/>
          </a:xfrm>
          <a:prstGeom prst="rect">
            <a:avLst/>
          </a:prstGeom>
          <a:noFill/>
        </p:spPr>
        <p:txBody>
          <a:bodyPr wrap="none" rtlCol="0">
            <a:spAutoFit/>
          </a:bodyPr>
          <a:lstStyle/>
          <a:p>
            <a:r>
              <a:rPr lang="en-US" altLang="zh-CN" dirty="0">
                <a:solidFill>
                  <a:prstClr val="white"/>
                </a:solidFill>
              </a:rPr>
              <a:t>Sample Text.</a:t>
            </a:r>
            <a:endParaRPr lang="zh-CN" altLang="en-US" dirty="0">
              <a:solidFill>
                <a:prstClr val="white"/>
              </a:solidFill>
            </a:endParaRPr>
          </a:p>
        </p:txBody>
      </p:sp>
      <p:sp>
        <p:nvSpPr>
          <p:cNvPr id="115" name="文本框 114"/>
          <p:cNvSpPr txBox="1"/>
          <p:nvPr/>
        </p:nvSpPr>
        <p:spPr>
          <a:xfrm>
            <a:off x="9892852" y="3240426"/>
            <a:ext cx="1366849" cy="369332"/>
          </a:xfrm>
          <a:prstGeom prst="rect">
            <a:avLst/>
          </a:prstGeom>
          <a:noFill/>
        </p:spPr>
        <p:txBody>
          <a:bodyPr wrap="none" rtlCol="0">
            <a:spAutoFit/>
          </a:bodyPr>
          <a:lstStyle/>
          <a:p>
            <a:r>
              <a:rPr lang="en-US" altLang="zh-CN" dirty="0">
                <a:solidFill>
                  <a:prstClr val="white"/>
                </a:solidFill>
              </a:rPr>
              <a:t>Sample Text.</a:t>
            </a:r>
            <a:endParaRPr lang="zh-CN" altLang="en-US" dirty="0">
              <a:solidFill>
                <a:prstClr val="white"/>
              </a:solidFill>
            </a:endParaRPr>
          </a:p>
        </p:txBody>
      </p:sp>
      <p:sp>
        <p:nvSpPr>
          <p:cNvPr id="116" name="文本框 115"/>
          <p:cNvSpPr txBox="1"/>
          <p:nvPr/>
        </p:nvSpPr>
        <p:spPr>
          <a:xfrm>
            <a:off x="7045136" y="4621540"/>
            <a:ext cx="1366849" cy="369332"/>
          </a:xfrm>
          <a:prstGeom prst="rect">
            <a:avLst/>
          </a:prstGeom>
          <a:noFill/>
        </p:spPr>
        <p:txBody>
          <a:bodyPr wrap="none" rtlCol="0">
            <a:spAutoFit/>
          </a:bodyPr>
          <a:lstStyle/>
          <a:p>
            <a:r>
              <a:rPr lang="en-US" altLang="zh-CN" dirty="0">
                <a:solidFill>
                  <a:prstClr val="white"/>
                </a:solidFill>
              </a:rPr>
              <a:t>Sample Text.</a:t>
            </a:r>
            <a:endParaRPr lang="zh-CN" altLang="en-US" dirty="0">
              <a:solidFill>
                <a:prstClr val="white"/>
              </a:solidFill>
            </a:endParaRPr>
          </a:p>
        </p:txBody>
      </p:sp>
      <p:sp>
        <p:nvSpPr>
          <p:cNvPr id="117" name="文本框 116"/>
          <p:cNvSpPr txBox="1"/>
          <p:nvPr/>
        </p:nvSpPr>
        <p:spPr>
          <a:xfrm>
            <a:off x="9892852" y="5926416"/>
            <a:ext cx="1366849" cy="369332"/>
          </a:xfrm>
          <a:prstGeom prst="rect">
            <a:avLst/>
          </a:prstGeom>
          <a:noFill/>
        </p:spPr>
        <p:txBody>
          <a:bodyPr wrap="none" rtlCol="0">
            <a:spAutoFit/>
          </a:bodyPr>
          <a:lstStyle/>
          <a:p>
            <a:r>
              <a:rPr lang="en-US" altLang="zh-CN" dirty="0">
                <a:solidFill>
                  <a:prstClr val="white"/>
                </a:solidFill>
              </a:rPr>
              <a:t>Sample Text.</a:t>
            </a:r>
            <a:endParaRPr lang="zh-CN" altLang="en-US" dirty="0">
              <a:solidFill>
                <a:prstClr val="white"/>
              </a:solidFill>
            </a:endParaRPr>
          </a:p>
        </p:txBody>
      </p:sp>
      <p:sp>
        <p:nvSpPr>
          <p:cNvPr id="37"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四项递进</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467138930"/>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直角三角形 40"/>
          <p:cNvSpPr/>
          <p:nvPr/>
        </p:nvSpPr>
        <p:spPr>
          <a:xfrm flipH="1" flipV="1">
            <a:off x="5615307" y="2737611"/>
            <a:ext cx="6594740" cy="2589024"/>
          </a:xfrm>
          <a:custGeom>
            <a:avLst/>
            <a:gdLst/>
            <a:ahLst/>
            <a:cxnLst/>
            <a:rect l="l" t="t" r="r" b="b"/>
            <a:pathLst>
              <a:path w="3782640" h="1485023">
                <a:moveTo>
                  <a:pt x="2403242" y="1485023"/>
                </a:moveTo>
                <a:lnTo>
                  <a:pt x="0" y="1485023"/>
                </a:lnTo>
                <a:lnTo>
                  <a:pt x="0" y="0"/>
                </a:lnTo>
                <a:lnTo>
                  <a:pt x="2403242" y="0"/>
                </a:lnTo>
                <a:close/>
                <a:moveTo>
                  <a:pt x="3782640" y="1485023"/>
                </a:moveTo>
                <a:lnTo>
                  <a:pt x="2403244" y="1485023"/>
                </a:lnTo>
                <a:lnTo>
                  <a:pt x="2403244" y="2"/>
                </a:lnTo>
                <a:close/>
              </a:path>
            </a:pathLst>
          </a:custGeom>
          <a:solidFill>
            <a:srgbClr val="7861D5">
              <a:alpha val="37000"/>
            </a:srgbClr>
          </a:solidFill>
          <a:ln w="9525" cap="flat" cmpd="sng" algn="ctr">
            <a:no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1" lang="zh-CN" altLang="en-US" sz="1800" b="0" i="0" u="none" strike="noStrike" kern="0" cap="none" spc="0" normalizeH="0" baseline="0" noProof="0" dirty="0">
              <a:ln>
                <a:noFill/>
              </a:ln>
              <a:solidFill>
                <a:srgbClr val="404040"/>
              </a:solidFill>
              <a:effectLst/>
              <a:uLnTx/>
              <a:uFillTx/>
              <a:latin typeface="Century Gothic"/>
              <a:ea typeface="微软雅黑" panose="020B0503020204020204" pitchFamily="34" charset="-122"/>
            </a:endParaRPr>
          </a:p>
        </p:txBody>
      </p:sp>
      <p:sp>
        <p:nvSpPr>
          <p:cNvPr id="3" name="右箭头 2"/>
          <p:cNvSpPr/>
          <p:nvPr/>
        </p:nvSpPr>
        <p:spPr>
          <a:xfrm>
            <a:off x="2608296" y="4615403"/>
            <a:ext cx="4876500" cy="1091918"/>
          </a:xfrm>
          <a:prstGeom prst="rightArrow">
            <a:avLst>
              <a:gd name="adj1" fmla="val 67698"/>
              <a:gd name="adj2" fmla="val 47488"/>
            </a:avLst>
          </a:prstGeom>
          <a:solidFill>
            <a:srgbClr val="008A87"/>
          </a:solidFill>
          <a:ln w="9525" cap="flat" cmpd="sng" algn="ctr">
            <a:noFill/>
            <a:prstDash val="solid"/>
          </a:ln>
          <a:effectLst>
            <a:outerShdw blurRad="50800" dist="38100" dir="2700000" algn="tl" rotWithShape="0">
              <a:prstClr val="black">
                <a:alpha val="40000"/>
              </a:prstClr>
            </a:outerShdw>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1" lang="zh-CN" altLang="en-US" sz="1800" b="0" i="0" u="none" strike="noStrike" kern="0" cap="none" spc="0" normalizeH="0" baseline="0" noProof="0">
              <a:ln>
                <a:noFill/>
              </a:ln>
              <a:solidFill>
                <a:srgbClr val="404040"/>
              </a:solidFill>
              <a:effectLst/>
              <a:uLnTx/>
              <a:uFillTx/>
              <a:latin typeface="Century Gothic"/>
              <a:ea typeface="微软雅黑" panose="020B0503020204020204" pitchFamily="34" charset="-122"/>
            </a:endParaRPr>
          </a:p>
        </p:txBody>
      </p:sp>
      <p:sp>
        <p:nvSpPr>
          <p:cNvPr id="4" name="罐形 2"/>
          <p:cNvSpPr/>
          <p:nvPr/>
        </p:nvSpPr>
        <p:spPr>
          <a:xfrm>
            <a:off x="1144060" y="4780424"/>
            <a:ext cx="2859246" cy="1336827"/>
          </a:xfrm>
          <a:prstGeom prst="can">
            <a:avLst>
              <a:gd name="adj" fmla="val 50000"/>
            </a:avLst>
          </a:prstGeom>
          <a:solidFill>
            <a:srgbClr val="008A87"/>
          </a:solidFill>
          <a:ln w="9525" cap="flat" cmpd="sng" algn="ctr">
            <a:noFill/>
            <a:prstDash val="solid"/>
          </a:ln>
          <a:effectLst>
            <a:outerShdw blurRad="40000" dist="23000" dir="5400000" rotWithShape="0">
              <a:srgbClr val="000000">
                <a:alpha val="35000"/>
              </a:srgbClr>
            </a:outerShdw>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1" lang="zh-CN" altLang="en-US" sz="1800" b="0" i="0" u="none" strike="noStrike" kern="0" cap="none" spc="0" normalizeH="0" baseline="0" noProof="0">
              <a:ln>
                <a:noFill/>
              </a:ln>
              <a:solidFill>
                <a:srgbClr val="404040"/>
              </a:solidFill>
              <a:effectLst/>
              <a:uLnTx/>
              <a:uFillTx/>
              <a:latin typeface="Century Gothic"/>
              <a:ea typeface="微软雅黑" panose="020B0503020204020204" pitchFamily="34" charset="-122"/>
            </a:endParaRPr>
          </a:p>
        </p:txBody>
      </p:sp>
      <p:sp>
        <p:nvSpPr>
          <p:cNvPr id="5" name="椭圆 4"/>
          <p:cNvSpPr/>
          <p:nvPr/>
        </p:nvSpPr>
        <p:spPr>
          <a:xfrm>
            <a:off x="1823236" y="4940429"/>
            <a:ext cx="1500894" cy="353589"/>
          </a:xfrm>
          <a:prstGeom prst="ellipse">
            <a:avLst/>
          </a:prstGeom>
          <a:solidFill>
            <a:srgbClr val="07BA98">
              <a:lumMod val="50000"/>
            </a:srgbClr>
          </a:solidFill>
          <a:ln w="9525" cap="flat" cmpd="sng" algn="ctr">
            <a:no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1" lang="zh-CN" altLang="en-US" sz="1800" b="0" i="0" u="none" strike="noStrike" kern="0" cap="none" spc="0" normalizeH="0" baseline="0" noProof="0">
              <a:ln>
                <a:noFill/>
              </a:ln>
              <a:solidFill>
                <a:srgbClr val="404040"/>
              </a:solidFill>
              <a:effectLst/>
              <a:uLnTx/>
              <a:uFillTx/>
              <a:latin typeface="Century Gothic"/>
              <a:ea typeface="微软雅黑" panose="020B0503020204020204" pitchFamily="34" charset="-122"/>
            </a:endParaRPr>
          </a:p>
        </p:txBody>
      </p:sp>
      <p:sp>
        <p:nvSpPr>
          <p:cNvPr id="6" name="右箭头 5"/>
          <p:cNvSpPr/>
          <p:nvPr/>
        </p:nvSpPr>
        <p:spPr>
          <a:xfrm>
            <a:off x="2578309" y="3820346"/>
            <a:ext cx="4029149" cy="1025750"/>
          </a:xfrm>
          <a:prstGeom prst="rightArrow">
            <a:avLst>
              <a:gd name="adj1" fmla="val 67698"/>
              <a:gd name="adj2" fmla="val 47488"/>
            </a:avLst>
          </a:prstGeom>
          <a:solidFill>
            <a:srgbClr val="EE5E3C"/>
          </a:solidFill>
          <a:ln w="9525" cap="flat" cmpd="sng" algn="ctr">
            <a:noFill/>
            <a:prstDash val="solid"/>
          </a:ln>
          <a:effectLst>
            <a:outerShdw blurRad="50800" dist="38100" dir="2700000" algn="tl" rotWithShape="0">
              <a:prstClr val="black">
                <a:alpha val="40000"/>
              </a:prstClr>
            </a:outerShdw>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1" lang="zh-CN" altLang="en-US" sz="1800" b="0" i="0" u="none" strike="noStrike" kern="0" cap="none" spc="0" normalizeH="0" baseline="0" noProof="0">
              <a:ln>
                <a:noFill/>
              </a:ln>
              <a:solidFill>
                <a:srgbClr val="404040"/>
              </a:solidFill>
              <a:effectLst/>
              <a:uLnTx/>
              <a:uFillTx/>
              <a:latin typeface="Century Gothic"/>
              <a:ea typeface="微软雅黑" panose="020B0503020204020204" pitchFamily="34" charset="-122"/>
            </a:endParaRPr>
          </a:p>
        </p:txBody>
      </p:sp>
      <p:grpSp>
        <p:nvGrpSpPr>
          <p:cNvPr id="7" name="组 7"/>
          <p:cNvGrpSpPr/>
          <p:nvPr/>
        </p:nvGrpSpPr>
        <p:grpSpPr>
          <a:xfrm>
            <a:off x="1419241" y="3975367"/>
            <a:ext cx="2263339" cy="1255818"/>
            <a:chOff x="749689" y="3201184"/>
            <a:chExt cx="3007575" cy="1137610"/>
          </a:xfrm>
          <a:solidFill>
            <a:srgbClr val="EE5E3C"/>
          </a:solidFill>
        </p:grpSpPr>
        <p:sp>
          <p:nvSpPr>
            <p:cNvPr id="8" name="罐形 8"/>
            <p:cNvSpPr/>
            <p:nvPr/>
          </p:nvSpPr>
          <p:spPr>
            <a:xfrm>
              <a:off x="749689" y="3201184"/>
              <a:ext cx="3007575" cy="1137610"/>
            </a:xfrm>
            <a:prstGeom prst="can">
              <a:avLst>
                <a:gd name="adj" fmla="val 50000"/>
              </a:avLst>
            </a:prstGeom>
            <a:grpFill/>
            <a:ln w="9525" cap="flat" cmpd="sng" algn="ctr">
              <a:noFill/>
              <a:prstDash val="solid"/>
            </a:ln>
            <a:effectLst>
              <a:outerShdw blurRad="40000" dist="23000" dir="5400000" rotWithShape="0">
                <a:srgbClr val="000000">
                  <a:alpha val="35000"/>
                </a:srgbClr>
              </a:outerShdw>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1" lang="zh-CN" altLang="en-US" sz="1800" b="0" i="0" u="none" strike="noStrike" kern="0" cap="none" spc="0" normalizeH="0" baseline="0" noProof="0">
                <a:ln>
                  <a:noFill/>
                </a:ln>
                <a:solidFill>
                  <a:srgbClr val="404040"/>
                </a:solidFill>
                <a:effectLst/>
                <a:uLnTx/>
                <a:uFillTx/>
                <a:latin typeface="Century Gothic"/>
                <a:ea typeface="微软雅黑" panose="020B0503020204020204" pitchFamily="34" charset="-122"/>
              </a:endParaRPr>
            </a:p>
          </p:txBody>
        </p:sp>
        <p:sp>
          <p:nvSpPr>
            <p:cNvPr id="9" name="椭圆 8"/>
            <p:cNvSpPr/>
            <p:nvPr/>
          </p:nvSpPr>
          <p:spPr>
            <a:xfrm>
              <a:off x="1464099" y="3337344"/>
              <a:ext cx="1578756" cy="300896"/>
            </a:xfrm>
            <a:prstGeom prst="ellipse">
              <a:avLst/>
            </a:prstGeom>
            <a:grpFill/>
            <a:ln w="9525" cap="flat" cmpd="sng" algn="ctr">
              <a:no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1" lang="zh-CN" altLang="en-US" sz="1800" b="0" i="0" u="none" strike="noStrike" kern="0" cap="none" spc="0" normalizeH="0" baseline="0" noProof="0">
                <a:ln>
                  <a:noFill/>
                </a:ln>
                <a:solidFill>
                  <a:srgbClr val="404040"/>
                </a:solidFill>
                <a:effectLst/>
                <a:uLnTx/>
                <a:uFillTx/>
                <a:latin typeface="Century Gothic"/>
                <a:ea typeface="微软雅黑" panose="020B0503020204020204" pitchFamily="34" charset="-122"/>
              </a:endParaRPr>
            </a:p>
          </p:txBody>
        </p:sp>
      </p:grpSp>
      <p:sp>
        <p:nvSpPr>
          <p:cNvPr id="10" name="文本框 9"/>
          <p:cNvSpPr txBox="1"/>
          <p:nvPr/>
        </p:nvSpPr>
        <p:spPr>
          <a:xfrm>
            <a:off x="3851954" y="4084653"/>
            <a:ext cx="761747" cy="523220"/>
          </a:xfrm>
          <a:prstGeom prst="rect">
            <a:avLst/>
          </a:prstGeom>
          <a:noFill/>
        </p:spPr>
        <p:txBody>
          <a:bodyPr wrap="none" rtlCol="0">
            <a:spAutoFit/>
          </a:bodyPr>
          <a:lstStyle/>
          <a:p>
            <a:pPr defTabSz="457200"/>
            <a:r>
              <a:rPr kumimoji="1" lang="en-US" altLang="zh-CN" sz="2800" dirty="0">
                <a:solidFill>
                  <a:srgbClr val="FFFFFF"/>
                </a:solidFill>
                <a:latin typeface="Century Gothic"/>
                <a:ea typeface="微软雅黑" panose="020B0503020204020204" pitchFamily="34" charset="-122"/>
              </a:rPr>
              <a:t>96</a:t>
            </a:r>
            <a:r>
              <a:rPr kumimoji="1" lang="en-US" altLang="zh-CN" dirty="0">
                <a:solidFill>
                  <a:srgbClr val="FFFFFF"/>
                </a:solidFill>
                <a:latin typeface="Century Gothic"/>
                <a:ea typeface="微软雅黑" panose="020B0503020204020204" pitchFamily="34" charset="-122"/>
              </a:rPr>
              <a:t>%</a:t>
            </a:r>
            <a:endParaRPr kumimoji="1" lang="zh-CN" altLang="en-US" dirty="0">
              <a:solidFill>
                <a:srgbClr val="FFFFFF"/>
              </a:solidFill>
              <a:latin typeface="Century Gothic"/>
              <a:ea typeface="微软雅黑" panose="020B0503020204020204" pitchFamily="34" charset="-122"/>
            </a:endParaRPr>
          </a:p>
        </p:txBody>
      </p:sp>
      <p:sp>
        <p:nvSpPr>
          <p:cNvPr id="11" name="文本框 10"/>
          <p:cNvSpPr txBox="1"/>
          <p:nvPr/>
        </p:nvSpPr>
        <p:spPr>
          <a:xfrm>
            <a:off x="4147350" y="4912069"/>
            <a:ext cx="960519" cy="523220"/>
          </a:xfrm>
          <a:prstGeom prst="rect">
            <a:avLst/>
          </a:prstGeom>
          <a:noFill/>
        </p:spPr>
        <p:txBody>
          <a:bodyPr wrap="none" rtlCol="0">
            <a:spAutoFit/>
          </a:bodyPr>
          <a:lstStyle/>
          <a:p>
            <a:pPr defTabSz="457200"/>
            <a:r>
              <a:rPr kumimoji="1" lang="en-US" altLang="zh-CN" sz="2800" dirty="0">
                <a:solidFill>
                  <a:srgbClr val="FFFFFF"/>
                </a:solidFill>
                <a:latin typeface="Century Gothic"/>
                <a:ea typeface="微软雅黑" panose="020B0503020204020204" pitchFamily="34" charset="-122"/>
              </a:rPr>
              <a:t>120</a:t>
            </a:r>
            <a:r>
              <a:rPr kumimoji="1" lang="en-US" altLang="zh-CN" dirty="0">
                <a:solidFill>
                  <a:srgbClr val="FFFFFF"/>
                </a:solidFill>
                <a:latin typeface="Century Gothic"/>
                <a:ea typeface="微软雅黑" panose="020B0503020204020204" pitchFamily="34" charset="-122"/>
              </a:rPr>
              <a:t>%</a:t>
            </a:r>
            <a:endParaRPr kumimoji="1" lang="zh-CN" altLang="en-US" dirty="0">
              <a:solidFill>
                <a:srgbClr val="FFFFFF"/>
              </a:solidFill>
              <a:latin typeface="Century Gothic"/>
              <a:ea typeface="微软雅黑" panose="020B0503020204020204" pitchFamily="34" charset="-122"/>
            </a:endParaRPr>
          </a:p>
        </p:txBody>
      </p:sp>
      <p:sp>
        <p:nvSpPr>
          <p:cNvPr id="12" name="右箭头 11"/>
          <p:cNvSpPr/>
          <p:nvPr/>
        </p:nvSpPr>
        <p:spPr>
          <a:xfrm>
            <a:off x="2613453" y="3100651"/>
            <a:ext cx="3232045" cy="953747"/>
          </a:xfrm>
          <a:prstGeom prst="rightArrow">
            <a:avLst>
              <a:gd name="adj1" fmla="val 67698"/>
              <a:gd name="adj2" fmla="val 47488"/>
            </a:avLst>
          </a:prstGeom>
          <a:solidFill>
            <a:srgbClr val="FC9400"/>
          </a:solidFill>
          <a:ln w="9525" cap="flat" cmpd="sng" algn="ctr">
            <a:noFill/>
            <a:prstDash val="solid"/>
          </a:ln>
          <a:effectLst>
            <a:outerShdw blurRad="50800" dist="38100" dir="2700000" algn="tl" rotWithShape="0">
              <a:prstClr val="black">
                <a:alpha val="40000"/>
              </a:prstClr>
            </a:outerShdw>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1" lang="zh-CN" altLang="en-US" sz="1800" b="0" i="0" u="none" strike="noStrike" kern="0" cap="none" spc="0" normalizeH="0" baseline="0" noProof="0">
              <a:ln>
                <a:noFill/>
              </a:ln>
              <a:solidFill>
                <a:srgbClr val="404040"/>
              </a:solidFill>
              <a:effectLst/>
              <a:uLnTx/>
              <a:uFillTx/>
              <a:latin typeface="Century Gothic"/>
              <a:ea typeface="微软雅黑" panose="020B0503020204020204" pitchFamily="34" charset="-122"/>
            </a:endParaRPr>
          </a:p>
        </p:txBody>
      </p:sp>
      <p:grpSp>
        <p:nvGrpSpPr>
          <p:cNvPr id="13" name="组 13"/>
          <p:cNvGrpSpPr/>
          <p:nvPr/>
        </p:nvGrpSpPr>
        <p:grpSpPr>
          <a:xfrm>
            <a:off x="1705227" y="3244791"/>
            <a:ext cx="1773513" cy="1167664"/>
            <a:chOff x="749689" y="3201184"/>
            <a:chExt cx="3007575" cy="1137610"/>
          </a:xfrm>
        </p:grpSpPr>
        <p:sp>
          <p:nvSpPr>
            <p:cNvPr id="14" name="罐形 14"/>
            <p:cNvSpPr/>
            <p:nvPr/>
          </p:nvSpPr>
          <p:spPr>
            <a:xfrm>
              <a:off x="749689" y="3201184"/>
              <a:ext cx="3007575" cy="1137610"/>
            </a:xfrm>
            <a:prstGeom prst="can">
              <a:avLst>
                <a:gd name="adj" fmla="val 50000"/>
              </a:avLst>
            </a:prstGeom>
            <a:solidFill>
              <a:srgbClr val="FC9400"/>
            </a:solidFill>
            <a:ln w="9525" cap="flat" cmpd="sng" algn="ctr">
              <a:noFill/>
              <a:prstDash val="solid"/>
            </a:ln>
            <a:effectLst>
              <a:outerShdw blurRad="40000" dist="23000" dir="5400000" rotWithShape="0">
                <a:srgbClr val="000000">
                  <a:alpha val="35000"/>
                </a:srgbClr>
              </a:outerShdw>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1" lang="zh-CN" altLang="en-US" sz="1800" b="0" i="0" u="none" strike="noStrike" kern="0" cap="none" spc="0" normalizeH="0" baseline="0" noProof="0">
                <a:ln>
                  <a:noFill/>
                </a:ln>
                <a:solidFill>
                  <a:srgbClr val="404040"/>
                </a:solidFill>
                <a:effectLst/>
                <a:uLnTx/>
                <a:uFillTx/>
                <a:latin typeface="Century Gothic"/>
                <a:ea typeface="微软雅黑" panose="020B0503020204020204" pitchFamily="34" charset="-122"/>
              </a:endParaRPr>
            </a:p>
          </p:txBody>
        </p:sp>
        <p:sp>
          <p:nvSpPr>
            <p:cNvPr id="15" name="椭圆 14"/>
            <p:cNvSpPr/>
            <p:nvPr/>
          </p:nvSpPr>
          <p:spPr>
            <a:xfrm>
              <a:off x="1464099" y="3337344"/>
              <a:ext cx="1578756" cy="300896"/>
            </a:xfrm>
            <a:prstGeom prst="ellipse">
              <a:avLst/>
            </a:prstGeom>
            <a:solidFill>
              <a:srgbClr val="FC9400">
                <a:lumMod val="50000"/>
              </a:srgbClr>
            </a:solidFill>
            <a:ln w="9525" cap="flat" cmpd="sng" algn="ctr">
              <a:no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1" lang="zh-CN" altLang="en-US" sz="1800" b="0" i="0" u="none" strike="noStrike" kern="0" cap="none" spc="0" normalizeH="0" baseline="0" noProof="0">
                <a:ln>
                  <a:noFill/>
                </a:ln>
                <a:solidFill>
                  <a:srgbClr val="404040"/>
                </a:solidFill>
                <a:effectLst/>
                <a:uLnTx/>
                <a:uFillTx/>
                <a:latin typeface="Century Gothic"/>
                <a:ea typeface="微软雅黑" panose="020B0503020204020204" pitchFamily="34" charset="-122"/>
              </a:endParaRPr>
            </a:p>
          </p:txBody>
        </p:sp>
      </p:grpSp>
      <p:sp>
        <p:nvSpPr>
          <p:cNvPr id="16" name="文本框 15"/>
          <p:cNvSpPr txBox="1"/>
          <p:nvPr/>
        </p:nvSpPr>
        <p:spPr>
          <a:xfrm>
            <a:off x="3559398" y="3332435"/>
            <a:ext cx="761747" cy="523220"/>
          </a:xfrm>
          <a:prstGeom prst="rect">
            <a:avLst/>
          </a:prstGeom>
          <a:noFill/>
        </p:spPr>
        <p:txBody>
          <a:bodyPr wrap="none" rtlCol="0">
            <a:spAutoFit/>
          </a:bodyPr>
          <a:lstStyle/>
          <a:p>
            <a:pPr defTabSz="457200"/>
            <a:r>
              <a:rPr kumimoji="1" lang="en-US" altLang="zh-CN" sz="2800" dirty="0">
                <a:solidFill>
                  <a:srgbClr val="FFFFFF"/>
                </a:solidFill>
                <a:latin typeface="Century Gothic"/>
                <a:ea typeface="微软雅黑" panose="020B0503020204020204" pitchFamily="34" charset="-122"/>
              </a:rPr>
              <a:t>99</a:t>
            </a:r>
            <a:r>
              <a:rPr kumimoji="1" lang="en-US" altLang="zh-CN" dirty="0">
                <a:solidFill>
                  <a:srgbClr val="FFFFFF"/>
                </a:solidFill>
                <a:latin typeface="Century Gothic"/>
                <a:ea typeface="微软雅黑" panose="020B0503020204020204" pitchFamily="34" charset="-122"/>
              </a:rPr>
              <a:t>%</a:t>
            </a:r>
            <a:endParaRPr kumimoji="1" lang="zh-CN" altLang="en-US" dirty="0">
              <a:solidFill>
                <a:srgbClr val="FFFFFF"/>
              </a:solidFill>
              <a:latin typeface="Century Gothic"/>
              <a:ea typeface="微软雅黑" panose="020B0503020204020204" pitchFamily="34" charset="-122"/>
            </a:endParaRPr>
          </a:p>
        </p:txBody>
      </p:sp>
      <p:sp>
        <p:nvSpPr>
          <p:cNvPr id="17" name="文本框 16"/>
          <p:cNvSpPr txBox="1"/>
          <p:nvPr/>
        </p:nvSpPr>
        <p:spPr>
          <a:xfrm>
            <a:off x="4267524" y="3475362"/>
            <a:ext cx="1005403" cy="338554"/>
          </a:xfrm>
          <a:prstGeom prst="rect">
            <a:avLst/>
          </a:prstGeom>
          <a:noFill/>
        </p:spPr>
        <p:txBody>
          <a:bodyPr wrap="none" rtlCol="0">
            <a:spAutoFit/>
          </a:bodyPr>
          <a:lstStyle/>
          <a:p>
            <a:pPr defTabSz="457200"/>
            <a:r>
              <a:rPr kumimoji="1" lang="zh-CN" altLang="en-US" sz="1600" dirty="0">
                <a:solidFill>
                  <a:srgbClr val="FFFFFF"/>
                </a:solidFill>
                <a:latin typeface="Century Gothic"/>
                <a:ea typeface="微软雅黑" panose="020B0503020204020204" pitchFamily="34" charset="-122"/>
              </a:rPr>
              <a:t>工作内容</a:t>
            </a:r>
          </a:p>
        </p:txBody>
      </p:sp>
      <p:sp>
        <p:nvSpPr>
          <p:cNvPr id="18" name="文本框 17"/>
          <p:cNvSpPr txBox="1"/>
          <p:nvPr/>
        </p:nvSpPr>
        <p:spPr>
          <a:xfrm>
            <a:off x="4576133" y="4208730"/>
            <a:ext cx="1005403" cy="338554"/>
          </a:xfrm>
          <a:prstGeom prst="rect">
            <a:avLst/>
          </a:prstGeom>
          <a:noFill/>
        </p:spPr>
        <p:txBody>
          <a:bodyPr wrap="none" rtlCol="0">
            <a:spAutoFit/>
          </a:bodyPr>
          <a:lstStyle/>
          <a:p>
            <a:pPr defTabSz="457200"/>
            <a:r>
              <a:rPr kumimoji="1" lang="zh-CN" altLang="en-US" sz="1600" dirty="0">
                <a:solidFill>
                  <a:srgbClr val="FFFFFF"/>
                </a:solidFill>
                <a:latin typeface="Century Gothic"/>
                <a:ea typeface="微软雅黑" panose="020B0503020204020204" pitchFamily="34" charset="-122"/>
              </a:rPr>
              <a:t>工作内容</a:t>
            </a:r>
          </a:p>
        </p:txBody>
      </p:sp>
      <p:sp>
        <p:nvSpPr>
          <p:cNvPr id="19" name="文本框 18"/>
          <p:cNvSpPr txBox="1"/>
          <p:nvPr/>
        </p:nvSpPr>
        <p:spPr>
          <a:xfrm>
            <a:off x="5129016" y="4993614"/>
            <a:ext cx="1005403" cy="338554"/>
          </a:xfrm>
          <a:prstGeom prst="rect">
            <a:avLst/>
          </a:prstGeom>
          <a:noFill/>
        </p:spPr>
        <p:txBody>
          <a:bodyPr wrap="none" rtlCol="0">
            <a:spAutoFit/>
          </a:bodyPr>
          <a:lstStyle/>
          <a:p>
            <a:pPr defTabSz="457200"/>
            <a:r>
              <a:rPr kumimoji="1" lang="zh-CN" altLang="en-US" sz="1600" dirty="0">
                <a:solidFill>
                  <a:srgbClr val="FFFFFF"/>
                </a:solidFill>
                <a:latin typeface="Century Gothic"/>
                <a:ea typeface="微软雅黑" panose="020B0503020204020204" pitchFamily="34" charset="-122"/>
              </a:rPr>
              <a:t>工作内容</a:t>
            </a:r>
          </a:p>
        </p:txBody>
      </p:sp>
      <p:sp>
        <p:nvSpPr>
          <p:cNvPr id="20" name="右箭头 19"/>
          <p:cNvSpPr/>
          <p:nvPr/>
        </p:nvSpPr>
        <p:spPr>
          <a:xfrm>
            <a:off x="2590507" y="2502851"/>
            <a:ext cx="2683100" cy="832417"/>
          </a:xfrm>
          <a:prstGeom prst="rightArrow">
            <a:avLst>
              <a:gd name="adj1" fmla="val 67698"/>
              <a:gd name="adj2" fmla="val 47488"/>
            </a:avLst>
          </a:prstGeom>
          <a:solidFill>
            <a:srgbClr val="7861D5"/>
          </a:solidFill>
          <a:ln w="9525" cap="flat" cmpd="sng" algn="ctr">
            <a:noFill/>
            <a:prstDash val="solid"/>
          </a:ln>
          <a:effectLst>
            <a:outerShdw blurRad="50800" dist="38100" dir="2700000" algn="tl" rotWithShape="0">
              <a:prstClr val="black">
                <a:alpha val="40000"/>
              </a:prstClr>
            </a:outerShdw>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1" lang="zh-CN" altLang="en-US" sz="1800" b="0" i="0" u="none" strike="noStrike" kern="0" cap="none" spc="0" normalizeH="0" baseline="0" noProof="0">
              <a:ln>
                <a:noFill/>
              </a:ln>
              <a:solidFill>
                <a:srgbClr val="404040"/>
              </a:solidFill>
              <a:effectLst/>
              <a:uLnTx/>
              <a:uFillTx/>
              <a:latin typeface="Century Gothic"/>
              <a:ea typeface="微软雅黑" panose="020B0503020204020204" pitchFamily="34" charset="-122"/>
            </a:endParaRPr>
          </a:p>
        </p:txBody>
      </p:sp>
      <p:grpSp>
        <p:nvGrpSpPr>
          <p:cNvPr id="21" name="组 29"/>
          <p:cNvGrpSpPr/>
          <p:nvPr/>
        </p:nvGrpSpPr>
        <p:grpSpPr>
          <a:xfrm>
            <a:off x="1896204" y="2628654"/>
            <a:ext cx="1355781" cy="1019121"/>
            <a:chOff x="749689" y="3201184"/>
            <a:chExt cx="3007575" cy="1137610"/>
          </a:xfrm>
          <a:solidFill>
            <a:srgbClr val="7861D5"/>
          </a:solidFill>
        </p:grpSpPr>
        <p:sp>
          <p:nvSpPr>
            <p:cNvPr id="22" name="罐形 33"/>
            <p:cNvSpPr/>
            <p:nvPr/>
          </p:nvSpPr>
          <p:spPr>
            <a:xfrm>
              <a:off x="749689" y="3201184"/>
              <a:ext cx="3007575" cy="1137610"/>
            </a:xfrm>
            <a:prstGeom prst="can">
              <a:avLst>
                <a:gd name="adj" fmla="val 50000"/>
              </a:avLst>
            </a:prstGeom>
            <a:grpFill/>
            <a:ln w="9525" cap="flat" cmpd="sng" algn="ctr">
              <a:noFill/>
              <a:prstDash val="solid"/>
            </a:ln>
            <a:effectLst>
              <a:outerShdw blurRad="40000" dist="23000" dir="5400000" rotWithShape="0">
                <a:srgbClr val="000000">
                  <a:alpha val="35000"/>
                </a:srgbClr>
              </a:outerShdw>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1" lang="zh-CN" altLang="en-US" sz="1800" b="0" i="0" u="none" strike="noStrike" kern="0" cap="none" spc="0" normalizeH="0" baseline="0" noProof="0">
                <a:ln>
                  <a:noFill/>
                </a:ln>
                <a:solidFill>
                  <a:srgbClr val="404040"/>
                </a:solidFill>
                <a:effectLst/>
                <a:uLnTx/>
                <a:uFillTx/>
                <a:latin typeface="Century Gothic"/>
                <a:ea typeface="微软雅黑" panose="020B0503020204020204" pitchFamily="34" charset="-122"/>
              </a:endParaRPr>
            </a:p>
          </p:txBody>
        </p:sp>
        <p:sp>
          <p:nvSpPr>
            <p:cNvPr id="23" name="椭圆 22"/>
            <p:cNvSpPr/>
            <p:nvPr/>
          </p:nvSpPr>
          <p:spPr>
            <a:xfrm>
              <a:off x="1464099" y="3337344"/>
              <a:ext cx="1578756" cy="300896"/>
            </a:xfrm>
            <a:prstGeom prst="ellipse">
              <a:avLst/>
            </a:prstGeom>
            <a:grpFill/>
            <a:ln w="9525" cap="flat" cmpd="sng" algn="ctr">
              <a:no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1" lang="zh-CN" altLang="en-US" sz="1800" b="0" i="0" u="none" strike="noStrike" kern="0" cap="none" spc="0" normalizeH="0" baseline="0" noProof="0">
                <a:ln>
                  <a:noFill/>
                </a:ln>
                <a:solidFill>
                  <a:srgbClr val="404040"/>
                </a:solidFill>
                <a:effectLst/>
                <a:uLnTx/>
                <a:uFillTx/>
                <a:latin typeface="Century Gothic"/>
                <a:ea typeface="微软雅黑" panose="020B0503020204020204" pitchFamily="34" charset="-122"/>
              </a:endParaRPr>
            </a:p>
          </p:txBody>
        </p:sp>
      </p:grpSp>
      <p:sp>
        <p:nvSpPr>
          <p:cNvPr id="24" name="文本框 23"/>
          <p:cNvSpPr txBox="1"/>
          <p:nvPr/>
        </p:nvSpPr>
        <p:spPr>
          <a:xfrm>
            <a:off x="3295371" y="2655571"/>
            <a:ext cx="761747" cy="523220"/>
          </a:xfrm>
          <a:prstGeom prst="rect">
            <a:avLst/>
          </a:prstGeom>
          <a:noFill/>
        </p:spPr>
        <p:txBody>
          <a:bodyPr wrap="none" rtlCol="0">
            <a:spAutoFit/>
          </a:bodyPr>
          <a:lstStyle/>
          <a:p>
            <a:pPr defTabSz="457200"/>
            <a:r>
              <a:rPr kumimoji="1" lang="en-US" altLang="zh-CN" sz="2800" dirty="0">
                <a:solidFill>
                  <a:srgbClr val="FFFFFF"/>
                </a:solidFill>
                <a:latin typeface="Century Gothic"/>
                <a:ea typeface="微软雅黑" panose="020B0503020204020204" pitchFamily="34" charset="-122"/>
              </a:rPr>
              <a:t>99</a:t>
            </a:r>
            <a:r>
              <a:rPr kumimoji="1" lang="en-US" altLang="zh-CN" dirty="0">
                <a:solidFill>
                  <a:srgbClr val="FFFFFF"/>
                </a:solidFill>
                <a:latin typeface="Century Gothic"/>
                <a:ea typeface="微软雅黑" panose="020B0503020204020204" pitchFamily="34" charset="-122"/>
              </a:rPr>
              <a:t>%</a:t>
            </a:r>
            <a:endParaRPr kumimoji="1" lang="zh-CN" altLang="en-US" dirty="0">
              <a:solidFill>
                <a:srgbClr val="FFFFFF"/>
              </a:solidFill>
              <a:latin typeface="Century Gothic"/>
              <a:ea typeface="微软雅黑" panose="020B0503020204020204" pitchFamily="34" charset="-122"/>
            </a:endParaRPr>
          </a:p>
        </p:txBody>
      </p:sp>
      <p:sp>
        <p:nvSpPr>
          <p:cNvPr id="25" name="文本框 24"/>
          <p:cNvSpPr txBox="1"/>
          <p:nvPr/>
        </p:nvSpPr>
        <p:spPr>
          <a:xfrm>
            <a:off x="3961468" y="2767752"/>
            <a:ext cx="1502672" cy="338554"/>
          </a:xfrm>
          <a:prstGeom prst="rect">
            <a:avLst/>
          </a:prstGeom>
          <a:noFill/>
        </p:spPr>
        <p:txBody>
          <a:bodyPr wrap="square" rtlCol="0">
            <a:spAutoFit/>
          </a:bodyPr>
          <a:lstStyle/>
          <a:p>
            <a:pPr defTabSz="457200"/>
            <a:r>
              <a:rPr kumimoji="1" lang="zh-CN" altLang="en-US" sz="1600" dirty="0">
                <a:solidFill>
                  <a:srgbClr val="FFFFFF"/>
                </a:solidFill>
                <a:latin typeface="Century Gothic"/>
                <a:ea typeface="微软雅黑" panose="020B0503020204020204" pitchFamily="34" charset="-122"/>
              </a:rPr>
              <a:t>工作内容</a:t>
            </a:r>
          </a:p>
        </p:txBody>
      </p:sp>
      <p:sp>
        <p:nvSpPr>
          <p:cNvPr id="26" name="Freeform 266"/>
          <p:cNvSpPr>
            <a:spLocks noEditPoints="1"/>
          </p:cNvSpPr>
          <p:nvPr/>
        </p:nvSpPr>
        <p:spPr bwMode="auto">
          <a:xfrm>
            <a:off x="2363503" y="3874781"/>
            <a:ext cx="413917" cy="453501"/>
          </a:xfrm>
          <a:custGeom>
            <a:avLst/>
            <a:gdLst>
              <a:gd name="T0" fmla="*/ 62 w 183"/>
              <a:gd name="T1" fmla="*/ 22 h 200"/>
              <a:gd name="T2" fmla="*/ 36 w 183"/>
              <a:gd name="T3" fmla="*/ 11 h 200"/>
              <a:gd name="T4" fmla="*/ 0 w 183"/>
              <a:gd name="T5" fmla="*/ 48 h 200"/>
              <a:gd name="T6" fmla="*/ 9 w 183"/>
              <a:gd name="T7" fmla="*/ 73 h 200"/>
              <a:gd name="T8" fmla="*/ 62 w 183"/>
              <a:gd name="T9" fmla="*/ 22 h 200"/>
              <a:gd name="T10" fmla="*/ 147 w 183"/>
              <a:gd name="T11" fmla="*/ 11 h 200"/>
              <a:gd name="T12" fmla="*/ 119 w 183"/>
              <a:gd name="T13" fmla="*/ 23 h 200"/>
              <a:gd name="T14" fmla="*/ 170 w 183"/>
              <a:gd name="T15" fmla="*/ 76 h 200"/>
              <a:gd name="T16" fmla="*/ 183 w 183"/>
              <a:gd name="T17" fmla="*/ 48 h 200"/>
              <a:gd name="T18" fmla="*/ 147 w 183"/>
              <a:gd name="T19" fmla="*/ 11 h 200"/>
              <a:gd name="T20" fmla="*/ 169 w 183"/>
              <a:gd name="T21" fmla="*/ 103 h 200"/>
              <a:gd name="T22" fmla="*/ 96 w 183"/>
              <a:gd name="T23" fmla="*/ 23 h 200"/>
              <a:gd name="T24" fmla="*/ 96 w 183"/>
              <a:gd name="T25" fmla="*/ 6 h 200"/>
              <a:gd name="T26" fmla="*/ 98 w 183"/>
              <a:gd name="T27" fmla="*/ 6 h 200"/>
              <a:gd name="T28" fmla="*/ 102 w 183"/>
              <a:gd name="T29" fmla="*/ 3 h 200"/>
              <a:gd name="T30" fmla="*/ 98 w 183"/>
              <a:gd name="T31" fmla="*/ 0 h 200"/>
              <a:gd name="T32" fmla="*/ 81 w 183"/>
              <a:gd name="T33" fmla="*/ 0 h 200"/>
              <a:gd name="T34" fmla="*/ 78 w 183"/>
              <a:gd name="T35" fmla="*/ 3 h 200"/>
              <a:gd name="T36" fmla="*/ 81 w 183"/>
              <a:gd name="T37" fmla="*/ 6 h 200"/>
              <a:gd name="T38" fmla="*/ 84 w 183"/>
              <a:gd name="T39" fmla="*/ 6 h 200"/>
              <a:gd name="T40" fmla="*/ 84 w 183"/>
              <a:gd name="T41" fmla="*/ 23 h 200"/>
              <a:gd name="T42" fmla="*/ 9 w 183"/>
              <a:gd name="T43" fmla="*/ 103 h 200"/>
              <a:gd name="T44" fmla="*/ 38 w 183"/>
              <a:gd name="T45" fmla="*/ 164 h 200"/>
              <a:gd name="T46" fmla="*/ 29 w 183"/>
              <a:gd name="T47" fmla="*/ 190 h 200"/>
              <a:gd name="T48" fmla="*/ 33 w 183"/>
              <a:gd name="T49" fmla="*/ 198 h 200"/>
              <a:gd name="T50" fmla="*/ 35 w 183"/>
              <a:gd name="T51" fmla="*/ 199 h 200"/>
              <a:gd name="T52" fmla="*/ 43 w 183"/>
              <a:gd name="T53" fmla="*/ 196 h 200"/>
              <a:gd name="T54" fmla="*/ 53 w 183"/>
              <a:gd name="T55" fmla="*/ 174 h 200"/>
              <a:gd name="T56" fmla="*/ 89 w 183"/>
              <a:gd name="T57" fmla="*/ 183 h 200"/>
              <a:gd name="T58" fmla="*/ 125 w 183"/>
              <a:gd name="T59" fmla="*/ 174 h 200"/>
              <a:gd name="T60" fmla="*/ 136 w 183"/>
              <a:gd name="T61" fmla="*/ 196 h 200"/>
              <a:gd name="T62" fmla="*/ 144 w 183"/>
              <a:gd name="T63" fmla="*/ 199 h 200"/>
              <a:gd name="T64" fmla="*/ 146 w 183"/>
              <a:gd name="T65" fmla="*/ 198 h 200"/>
              <a:gd name="T66" fmla="*/ 149 w 183"/>
              <a:gd name="T67" fmla="*/ 190 h 200"/>
              <a:gd name="T68" fmla="*/ 141 w 183"/>
              <a:gd name="T69" fmla="*/ 164 h 200"/>
              <a:gd name="T70" fmla="*/ 169 w 183"/>
              <a:gd name="T71" fmla="*/ 103 h 200"/>
              <a:gd name="T72" fmla="*/ 89 w 183"/>
              <a:gd name="T73" fmla="*/ 167 h 200"/>
              <a:gd name="T74" fmla="*/ 25 w 183"/>
              <a:gd name="T75" fmla="*/ 103 h 200"/>
              <a:gd name="T76" fmla="*/ 89 w 183"/>
              <a:gd name="T77" fmla="*/ 39 h 200"/>
              <a:gd name="T78" fmla="*/ 153 w 183"/>
              <a:gd name="T79" fmla="*/ 103 h 200"/>
              <a:gd name="T80" fmla="*/ 89 w 183"/>
              <a:gd name="T81" fmla="*/ 167 h 200"/>
              <a:gd name="T82" fmla="*/ 97 w 183"/>
              <a:gd name="T83" fmla="*/ 111 h 200"/>
              <a:gd name="T84" fmla="*/ 100 w 183"/>
              <a:gd name="T85" fmla="*/ 103 h 200"/>
              <a:gd name="T86" fmla="*/ 91 w 183"/>
              <a:gd name="T87" fmla="*/ 92 h 200"/>
              <a:gd name="T88" fmla="*/ 91 w 183"/>
              <a:gd name="T89" fmla="*/ 55 h 200"/>
              <a:gd name="T90" fmla="*/ 89 w 183"/>
              <a:gd name="T91" fmla="*/ 53 h 200"/>
              <a:gd name="T92" fmla="*/ 87 w 183"/>
              <a:gd name="T93" fmla="*/ 55 h 200"/>
              <a:gd name="T94" fmla="*/ 87 w 183"/>
              <a:gd name="T95" fmla="*/ 92 h 200"/>
              <a:gd name="T96" fmla="*/ 78 w 183"/>
              <a:gd name="T97" fmla="*/ 103 h 200"/>
              <a:gd name="T98" fmla="*/ 89 w 183"/>
              <a:gd name="T99" fmla="*/ 114 h 200"/>
              <a:gd name="T100" fmla="*/ 93 w 183"/>
              <a:gd name="T101" fmla="*/ 113 h 200"/>
              <a:gd name="T102" fmla="*/ 104 w 183"/>
              <a:gd name="T103" fmla="*/ 131 h 200"/>
              <a:gd name="T104" fmla="*/ 107 w 183"/>
              <a:gd name="T105" fmla="*/ 132 h 200"/>
              <a:gd name="T106" fmla="*/ 108 w 183"/>
              <a:gd name="T107" fmla="*/ 129 h 200"/>
              <a:gd name="T108" fmla="*/ 97 w 183"/>
              <a:gd name="T109" fmla="*/ 111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3" h="200">
                <a:moveTo>
                  <a:pt x="62" y="22"/>
                </a:moveTo>
                <a:cubicBezTo>
                  <a:pt x="56" y="15"/>
                  <a:pt x="46" y="11"/>
                  <a:pt x="36" y="11"/>
                </a:cubicBezTo>
                <a:cubicBezTo>
                  <a:pt x="16" y="11"/>
                  <a:pt x="0" y="28"/>
                  <a:pt x="0" y="48"/>
                </a:cubicBezTo>
                <a:cubicBezTo>
                  <a:pt x="0" y="57"/>
                  <a:pt x="3" y="66"/>
                  <a:pt x="9" y="73"/>
                </a:cubicBezTo>
                <a:cubicBezTo>
                  <a:pt x="18" y="49"/>
                  <a:pt x="38" y="30"/>
                  <a:pt x="62" y="22"/>
                </a:cubicBezTo>
                <a:close/>
                <a:moveTo>
                  <a:pt x="147" y="11"/>
                </a:moveTo>
                <a:cubicBezTo>
                  <a:pt x="136" y="11"/>
                  <a:pt x="126" y="16"/>
                  <a:pt x="119" y="23"/>
                </a:cubicBezTo>
                <a:cubicBezTo>
                  <a:pt x="143" y="32"/>
                  <a:pt x="162" y="52"/>
                  <a:pt x="170" y="76"/>
                </a:cubicBezTo>
                <a:cubicBezTo>
                  <a:pt x="178" y="69"/>
                  <a:pt x="183" y="59"/>
                  <a:pt x="183" y="48"/>
                </a:cubicBezTo>
                <a:cubicBezTo>
                  <a:pt x="183" y="28"/>
                  <a:pt x="167" y="11"/>
                  <a:pt x="147" y="11"/>
                </a:cubicBezTo>
                <a:close/>
                <a:moveTo>
                  <a:pt x="169" y="103"/>
                </a:moveTo>
                <a:cubicBezTo>
                  <a:pt x="169" y="61"/>
                  <a:pt x="137" y="26"/>
                  <a:pt x="96" y="23"/>
                </a:cubicBezTo>
                <a:cubicBezTo>
                  <a:pt x="96" y="6"/>
                  <a:pt x="96" y="6"/>
                  <a:pt x="96" y="6"/>
                </a:cubicBezTo>
                <a:cubicBezTo>
                  <a:pt x="98" y="6"/>
                  <a:pt x="98" y="6"/>
                  <a:pt x="98" y="6"/>
                </a:cubicBezTo>
                <a:cubicBezTo>
                  <a:pt x="100" y="6"/>
                  <a:pt x="102" y="5"/>
                  <a:pt x="102" y="3"/>
                </a:cubicBezTo>
                <a:cubicBezTo>
                  <a:pt x="102" y="1"/>
                  <a:pt x="100" y="0"/>
                  <a:pt x="98" y="0"/>
                </a:cubicBezTo>
                <a:cubicBezTo>
                  <a:pt x="81" y="0"/>
                  <a:pt x="81" y="0"/>
                  <a:pt x="81" y="0"/>
                </a:cubicBezTo>
                <a:cubicBezTo>
                  <a:pt x="80" y="0"/>
                  <a:pt x="78" y="1"/>
                  <a:pt x="78" y="3"/>
                </a:cubicBezTo>
                <a:cubicBezTo>
                  <a:pt x="78" y="5"/>
                  <a:pt x="80" y="6"/>
                  <a:pt x="81" y="6"/>
                </a:cubicBezTo>
                <a:cubicBezTo>
                  <a:pt x="84" y="6"/>
                  <a:pt x="84" y="6"/>
                  <a:pt x="84" y="6"/>
                </a:cubicBezTo>
                <a:cubicBezTo>
                  <a:pt x="84" y="23"/>
                  <a:pt x="84" y="23"/>
                  <a:pt x="84" y="23"/>
                </a:cubicBezTo>
                <a:cubicBezTo>
                  <a:pt x="42" y="25"/>
                  <a:pt x="9" y="60"/>
                  <a:pt x="9" y="103"/>
                </a:cubicBezTo>
                <a:cubicBezTo>
                  <a:pt x="9" y="127"/>
                  <a:pt x="20" y="150"/>
                  <a:pt x="38" y="164"/>
                </a:cubicBezTo>
                <a:cubicBezTo>
                  <a:pt x="29" y="190"/>
                  <a:pt x="29" y="190"/>
                  <a:pt x="29" y="190"/>
                </a:cubicBezTo>
                <a:cubicBezTo>
                  <a:pt x="28" y="194"/>
                  <a:pt x="30" y="197"/>
                  <a:pt x="33" y="198"/>
                </a:cubicBezTo>
                <a:cubicBezTo>
                  <a:pt x="35" y="199"/>
                  <a:pt x="35" y="199"/>
                  <a:pt x="35" y="199"/>
                </a:cubicBezTo>
                <a:cubicBezTo>
                  <a:pt x="38" y="200"/>
                  <a:pt x="41" y="199"/>
                  <a:pt x="43" y="196"/>
                </a:cubicBezTo>
                <a:cubicBezTo>
                  <a:pt x="53" y="174"/>
                  <a:pt x="53" y="174"/>
                  <a:pt x="53" y="174"/>
                </a:cubicBezTo>
                <a:cubicBezTo>
                  <a:pt x="64" y="180"/>
                  <a:pt x="76" y="183"/>
                  <a:pt x="89" y="183"/>
                </a:cubicBezTo>
                <a:cubicBezTo>
                  <a:pt x="102" y="183"/>
                  <a:pt x="114" y="180"/>
                  <a:pt x="125" y="174"/>
                </a:cubicBezTo>
                <a:cubicBezTo>
                  <a:pt x="136" y="196"/>
                  <a:pt x="136" y="196"/>
                  <a:pt x="136" y="196"/>
                </a:cubicBezTo>
                <a:cubicBezTo>
                  <a:pt x="137" y="199"/>
                  <a:pt x="141" y="200"/>
                  <a:pt x="144" y="199"/>
                </a:cubicBezTo>
                <a:cubicBezTo>
                  <a:pt x="146" y="198"/>
                  <a:pt x="146" y="198"/>
                  <a:pt x="146" y="198"/>
                </a:cubicBezTo>
                <a:cubicBezTo>
                  <a:pt x="149" y="197"/>
                  <a:pt x="150" y="194"/>
                  <a:pt x="149" y="190"/>
                </a:cubicBezTo>
                <a:cubicBezTo>
                  <a:pt x="141" y="164"/>
                  <a:pt x="141" y="164"/>
                  <a:pt x="141" y="164"/>
                </a:cubicBezTo>
                <a:cubicBezTo>
                  <a:pt x="158" y="149"/>
                  <a:pt x="169" y="127"/>
                  <a:pt x="169" y="103"/>
                </a:cubicBezTo>
                <a:close/>
                <a:moveTo>
                  <a:pt x="89" y="167"/>
                </a:moveTo>
                <a:cubicBezTo>
                  <a:pt x="54" y="167"/>
                  <a:pt x="25" y="138"/>
                  <a:pt x="25" y="103"/>
                </a:cubicBezTo>
                <a:cubicBezTo>
                  <a:pt x="25" y="67"/>
                  <a:pt x="54" y="39"/>
                  <a:pt x="89" y="39"/>
                </a:cubicBezTo>
                <a:cubicBezTo>
                  <a:pt x="124" y="39"/>
                  <a:pt x="153" y="67"/>
                  <a:pt x="153" y="103"/>
                </a:cubicBezTo>
                <a:cubicBezTo>
                  <a:pt x="153" y="138"/>
                  <a:pt x="124" y="167"/>
                  <a:pt x="89" y="167"/>
                </a:cubicBezTo>
                <a:close/>
                <a:moveTo>
                  <a:pt x="97" y="111"/>
                </a:moveTo>
                <a:cubicBezTo>
                  <a:pt x="99" y="109"/>
                  <a:pt x="100" y="106"/>
                  <a:pt x="100" y="103"/>
                </a:cubicBezTo>
                <a:cubicBezTo>
                  <a:pt x="100" y="97"/>
                  <a:pt x="96" y="93"/>
                  <a:pt x="91" y="92"/>
                </a:cubicBezTo>
                <a:cubicBezTo>
                  <a:pt x="91" y="55"/>
                  <a:pt x="91" y="55"/>
                  <a:pt x="91" y="55"/>
                </a:cubicBezTo>
                <a:cubicBezTo>
                  <a:pt x="91" y="54"/>
                  <a:pt x="90" y="53"/>
                  <a:pt x="89" y="53"/>
                </a:cubicBezTo>
                <a:cubicBezTo>
                  <a:pt x="88" y="53"/>
                  <a:pt x="87" y="54"/>
                  <a:pt x="87" y="55"/>
                </a:cubicBezTo>
                <a:cubicBezTo>
                  <a:pt x="87" y="92"/>
                  <a:pt x="87" y="92"/>
                  <a:pt x="87" y="92"/>
                </a:cubicBezTo>
                <a:cubicBezTo>
                  <a:pt x="82" y="93"/>
                  <a:pt x="78" y="97"/>
                  <a:pt x="78" y="103"/>
                </a:cubicBezTo>
                <a:cubicBezTo>
                  <a:pt x="78" y="109"/>
                  <a:pt x="83" y="114"/>
                  <a:pt x="89" y="114"/>
                </a:cubicBezTo>
                <a:cubicBezTo>
                  <a:pt x="90" y="114"/>
                  <a:pt x="92" y="114"/>
                  <a:pt x="93" y="113"/>
                </a:cubicBezTo>
                <a:cubicBezTo>
                  <a:pt x="104" y="131"/>
                  <a:pt x="104" y="131"/>
                  <a:pt x="104" y="131"/>
                </a:cubicBezTo>
                <a:cubicBezTo>
                  <a:pt x="105" y="132"/>
                  <a:pt x="106" y="133"/>
                  <a:pt x="107" y="132"/>
                </a:cubicBezTo>
                <a:cubicBezTo>
                  <a:pt x="108" y="131"/>
                  <a:pt x="109" y="130"/>
                  <a:pt x="108" y="129"/>
                </a:cubicBezTo>
                <a:lnTo>
                  <a:pt x="97" y="1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7" name="Freeform 63"/>
          <p:cNvSpPr>
            <a:spLocks noChangeAspect="1" noEditPoints="1"/>
          </p:cNvSpPr>
          <p:nvPr/>
        </p:nvSpPr>
        <p:spPr bwMode="auto">
          <a:xfrm>
            <a:off x="2375358" y="3166787"/>
            <a:ext cx="390207" cy="443204"/>
          </a:xfrm>
          <a:custGeom>
            <a:avLst/>
            <a:gdLst>
              <a:gd name="T0" fmla="*/ 319 w 352"/>
              <a:gd name="T1" fmla="*/ 209 h 400"/>
              <a:gd name="T2" fmla="*/ 238 w 352"/>
              <a:gd name="T3" fmla="*/ 134 h 400"/>
              <a:gd name="T4" fmla="*/ 251 w 352"/>
              <a:gd name="T5" fmla="*/ 134 h 400"/>
              <a:gd name="T6" fmla="*/ 313 w 352"/>
              <a:gd name="T7" fmla="*/ 114 h 400"/>
              <a:gd name="T8" fmla="*/ 283 w 352"/>
              <a:gd name="T9" fmla="*/ 96 h 400"/>
              <a:gd name="T10" fmla="*/ 292 w 352"/>
              <a:gd name="T11" fmla="*/ 82 h 400"/>
              <a:gd name="T12" fmla="*/ 289 w 352"/>
              <a:gd name="T13" fmla="*/ 75 h 400"/>
              <a:gd name="T14" fmla="*/ 237 w 352"/>
              <a:gd name="T15" fmla="*/ 97 h 400"/>
              <a:gd name="T16" fmla="*/ 231 w 352"/>
              <a:gd name="T17" fmla="*/ 16 h 400"/>
              <a:gd name="T18" fmla="*/ 142 w 352"/>
              <a:gd name="T19" fmla="*/ 17 h 400"/>
              <a:gd name="T20" fmla="*/ 136 w 352"/>
              <a:gd name="T21" fmla="*/ 108 h 400"/>
              <a:gd name="T22" fmla="*/ 121 w 352"/>
              <a:gd name="T23" fmla="*/ 112 h 400"/>
              <a:gd name="T24" fmla="*/ 111 w 352"/>
              <a:gd name="T25" fmla="*/ 119 h 400"/>
              <a:gd name="T26" fmla="*/ 127 w 352"/>
              <a:gd name="T27" fmla="*/ 130 h 400"/>
              <a:gd name="T28" fmla="*/ 34 w 352"/>
              <a:gd name="T29" fmla="*/ 214 h 400"/>
              <a:gd name="T30" fmla="*/ 149 w 352"/>
              <a:gd name="T31" fmla="*/ 391 h 400"/>
              <a:gd name="T32" fmla="*/ 343 w 352"/>
              <a:gd name="T33" fmla="*/ 268 h 400"/>
              <a:gd name="T34" fmla="*/ 303 w 352"/>
              <a:gd name="T35" fmla="*/ 109 h 400"/>
              <a:gd name="T36" fmla="*/ 251 w 352"/>
              <a:gd name="T37" fmla="*/ 123 h 400"/>
              <a:gd name="T38" fmla="*/ 243 w 352"/>
              <a:gd name="T39" fmla="*/ 122 h 400"/>
              <a:gd name="T40" fmla="*/ 280 w 352"/>
              <a:gd name="T41" fmla="*/ 85 h 400"/>
              <a:gd name="T42" fmla="*/ 239 w 352"/>
              <a:gd name="T43" fmla="*/ 111 h 400"/>
              <a:gd name="T44" fmla="*/ 280 w 352"/>
              <a:gd name="T45" fmla="*/ 85 h 400"/>
              <a:gd name="T46" fmla="*/ 218 w 352"/>
              <a:gd name="T47" fmla="*/ 315 h 400"/>
              <a:gd name="T48" fmla="*/ 183 w 352"/>
              <a:gd name="T49" fmla="*/ 326 h 400"/>
              <a:gd name="T50" fmla="*/ 169 w 352"/>
              <a:gd name="T51" fmla="*/ 344 h 400"/>
              <a:gd name="T52" fmla="*/ 147 w 352"/>
              <a:gd name="T53" fmla="*/ 322 h 400"/>
              <a:gd name="T54" fmla="*/ 122 w 352"/>
              <a:gd name="T55" fmla="*/ 300 h 400"/>
              <a:gd name="T56" fmla="*/ 155 w 352"/>
              <a:gd name="T57" fmla="*/ 280 h 400"/>
              <a:gd name="T58" fmla="*/ 169 w 352"/>
              <a:gd name="T59" fmla="*/ 301 h 400"/>
              <a:gd name="T60" fmla="*/ 142 w 352"/>
              <a:gd name="T61" fmla="*/ 258 h 400"/>
              <a:gd name="T62" fmla="*/ 122 w 352"/>
              <a:gd name="T63" fmla="*/ 225 h 400"/>
              <a:gd name="T64" fmla="*/ 169 w 352"/>
              <a:gd name="T65" fmla="*/ 184 h 400"/>
              <a:gd name="T66" fmla="*/ 183 w 352"/>
              <a:gd name="T67" fmla="*/ 175 h 400"/>
              <a:gd name="T68" fmla="*/ 215 w 352"/>
              <a:gd name="T69" fmla="*/ 194 h 400"/>
              <a:gd name="T70" fmla="*/ 195 w 352"/>
              <a:gd name="T71" fmla="*/ 223 h 400"/>
              <a:gd name="T72" fmla="*/ 183 w 352"/>
              <a:gd name="T73" fmla="*/ 209 h 400"/>
              <a:gd name="T74" fmla="*/ 221 w 352"/>
              <a:gd name="T75" fmla="*/ 252 h 400"/>
              <a:gd name="T76" fmla="*/ 230 w 352"/>
              <a:gd name="T77" fmla="*/ 301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52" h="400">
                <a:moveTo>
                  <a:pt x="343" y="268"/>
                </a:moveTo>
                <a:cubicBezTo>
                  <a:pt x="339" y="245"/>
                  <a:pt x="331" y="231"/>
                  <a:pt x="319" y="209"/>
                </a:cubicBezTo>
                <a:cubicBezTo>
                  <a:pt x="308" y="192"/>
                  <a:pt x="288" y="172"/>
                  <a:pt x="273" y="160"/>
                </a:cubicBezTo>
                <a:cubicBezTo>
                  <a:pt x="262" y="151"/>
                  <a:pt x="249" y="143"/>
                  <a:pt x="238" y="134"/>
                </a:cubicBezTo>
                <a:cubicBezTo>
                  <a:pt x="241" y="134"/>
                  <a:pt x="241" y="134"/>
                  <a:pt x="241" y="134"/>
                </a:cubicBezTo>
                <a:cubicBezTo>
                  <a:pt x="251" y="134"/>
                  <a:pt x="251" y="134"/>
                  <a:pt x="251" y="134"/>
                </a:cubicBezTo>
                <a:cubicBezTo>
                  <a:pt x="258" y="134"/>
                  <a:pt x="266" y="134"/>
                  <a:pt x="274" y="133"/>
                </a:cubicBezTo>
                <a:cubicBezTo>
                  <a:pt x="283" y="132"/>
                  <a:pt x="306" y="128"/>
                  <a:pt x="313" y="114"/>
                </a:cubicBezTo>
                <a:cubicBezTo>
                  <a:pt x="318" y="104"/>
                  <a:pt x="314" y="99"/>
                  <a:pt x="311" y="97"/>
                </a:cubicBezTo>
                <a:cubicBezTo>
                  <a:pt x="306" y="93"/>
                  <a:pt x="295" y="94"/>
                  <a:pt x="283" y="96"/>
                </a:cubicBezTo>
                <a:cubicBezTo>
                  <a:pt x="288" y="92"/>
                  <a:pt x="291" y="88"/>
                  <a:pt x="292" y="84"/>
                </a:cubicBezTo>
                <a:cubicBezTo>
                  <a:pt x="292" y="84"/>
                  <a:pt x="292" y="83"/>
                  <a:pt x="292" y="82"/>
                </a:cubicBezTo>
                <a:cubicBezTo>
                  <a:pt x="292" y="80"/>
                  <a:pt x="292" y="78"/>
                  <a:pt x="290" y="76"/>
                </a:cubicBezTo>
                <a:cubicBezTo>
                  <a:pt x="289" y="75"/>
                  <a:pt x="289" y="75"/>
                  <a:pt x="289" y="75"/>
                </a:cubicBezTo>
                <a:cubicBezTo>
                  <a:pt x="287" y="74"/>
                  <a:pt x="287" y="74"/>
                  <a:pt x="287" y="74"/>
                </a:cubicBezTo>
                <a:cubicBezTo>
                  <a:pt x="272" y="72"/>
                  <a:pt x="251" y="83"/>
                  <a:pt x="237" y="97"/>
                </a:cubicBezTo>
                <a:cubicBezTo>
                  <a:pt x="252" y="77"/>
                  <a:pt x="280" y="51"/>
                  <a:pt x="285" y="30"/>
                </a:cubicBezTo>
                <a:cubicBezTo>
                  <a:pt x="266" y="29"/>
                  <a:pt x="247" y="25"/>
                  <a:pt x="231" y="16"/>
                </a:cubicBezTo>
                <a:cubicBezTo>
                  <a:pt x="216" y="8"/>
                  <a:pt x="209" y="0"/>
                  <a:pt x="191" y="3"/>
                </a:cubicBezTo>
                <a:cubicBezTo>
                  <a:pt x="174" y="5"/>
                  <a:pt x="158" y="13"/>
                  <a:pt x="142" y="17"/>
                </a:cubicBezTo>
                <a:cubicBezTo>
                  <a:pt x="124" y="22"/>
                  <a:pt x="108" y="15"/>
                  <a:pt x="90" y="18"/>
                </a:cubicBezTo>
                <a:cubicBezTo>
                  <a:pt x="87" y="49"/>
                  <a:pt x="125" y="79"/>
                  <a:pt x="136" y="108"/>
                </a:cubicBezTo>
                <a:cubicBezTo>
                  <a:pt x="131" y="109"/>
                  <a:pt x="126" y="110"/>
                  <a:pt x="121" y="112"/>
                </a:cubicBezTo>
                <a:cubicBezTo>
                  <a:pt x="121" y="112"/>
                  <a:pt x="121" y="112"/>
                  <a:pt x="121" y="112"/>
                </a:cubicBezTo>
                <a:cubicBezTo>
                  <a:pt x="118" y="113"/>
                  <a:pt x="115" y="114"/>
                  <a:pt x="114" y="116"/>
                </a:cubicBezTo>
                <a:cubicBezTo>
                  <a:pt x="111" y="119"/>
                  <a:pt x="111" y="119"/>
                  <a:pt x="111" y="119"/>
                </a:cubicBezTo>
                <a:cubicBezTo>
                  <a:pt x="113" y="123"/>
                  <a:pt x="113" y="123"/>
                  <a:pt x="113" y="123"/>
                </a:cubicBezTo>
                <a:cubicBezTo>
                  <a:pt x="116" y="127"/>
                  <a:pt x="120" y="129"/>
                  <a:pt x="127" y="130"/>
                </a:cubicBezTo>
                <a:cubicBezTo>
                  <a:pt x="113" y="139"/>
                  <a:pt x="96" y="149"/>
                  <a:pt x="84" y="159"/>
                </a:cubicBezTo>
                <a:cubicBezTo>
                  <a:pt x="69" y="172"/>
                  <a:pt x="46" y="198"/>
                  <a:pt x="34" y="214"/>
                </a:cubicBezTo>
                <a:cubicBezTo>
                  <a:pt x="13" y="240"/>
                  <a:pt x="0" y="275"/>
                  <a:pt x="6" y="307"/>
                </a:cubicBezTo>
                <a:cubicBezTo>
                  <a:pt x="18" y="370"/>
                  <a:pt x="92" y="391"/>
                  <a:pt x="149" y="391"/>
                </a:cubicBezTo>
                <a:cubicBezTo>
                  <a:pt x="212" y="391"/>
                  <a:pt x="293" y="400"/>
                  <a:pt x="335" y="348"/>
                </a:cubicBezTo>
                <a:cubicBezTo>
                  <a:pt x="352" y="327"/>
                  <a:pt x="347" y="295"/>
                  <a:pt x="343" y="268"/>
                </a:cubicBezTo>
                <a:close/>
                <a:moveTo>
                  <a:pt x="305" y="105"/>
                </a:moveTo>
                <a:cubicBezTo>
                  <a:pt x="305" y="105"/>
                  <a:pt x="305" y="106"/>
                  <a:pt x="303" y="109"/>
                </a:cubicBezTo>
                <a:cubicBezTo>
                  <a:pt x="299" y="117"/>
                  <a:pt x="284" y="121"/>
                  <a:pt x="273" y="123"/>
                </a:cubicBezTo>
                <a:cubicBezTo>
                  <a:pt x="266" y="124"/>
                  <a:pt x="258" y="124"/>
                  <a:pt x="251" y="123"/>
                </a:cubicBezTo>
                <a:cubicBezTo>
                  <a:pt x="243" y="123"/>
                  <a:pt x="243" y="123"/>
                  <a:pt x="243" y="123"/>
                </a:cubicBezTo>
                <a:cubicBezTo>
                  <a:pt x="243" y="122"/>
                  <a:pt x="243" y="122"/>
                  <a:pt x="243" y="122"/>
                </a:cubicBezTo>
                <a:cubicBezTo>
                  <a:pt x="263" y="112"/>
                  <a:pt x="300" y="101"/>
                  <a:pt x="305" y="105"/>
                </a:cubicBezTo>
                <a:close/>
                <a:moveTo>
                  <a:pt x="280" y="85"/>
                </a:moveTo>
                <a:cubicBezTo>
                  <a:pt x="275" y="90"/>
                  <a:pt x="260" y="99"/>
                  <a:pt x="251" y="104"/>
                </a:cubicBezTo>
                <a:cubicBezTo>
                  <a:pt x="247" y="106"/>
                  <a:pt x="243" y="108"/>
                  <a:pt x="239" y="111"/>
                </a:cubicBezTo>
                <a:cubicBezTo>
                  <a:pt x="239" y="111"/>
                  <a:pt x="239" y="111"/>
                  <a:pt x="239" y="111"/>
                </a:cubicBezTo>
                <a:cubicBezTo>
                  <a:pt x="249" y="98"/>
                  <a:pt x="267" y="86"/>
                  <a:pt x="280" y="85"/>
                </a:cubicBezTo>
                <a:close/>
                <a:moveTo>
                  <a:pt x="230" y="301"/>
                </a:moveTo>
                <a:cubicBezTo>
                  <a:pt x="227" y="306"/>
                  <a:pt x="223" y="311"/>
                  <a:pt x="218" y="315"/>
                </a:cubicBezTo>
                <a:cubicBezTo>
                  <a:pt x="213" y="319"/>
                  <a:pt x="208" y="322"/>
                  <a:pt x="203" y="323"/>
                </a:cubicBezTo>
                <a:cubicBezTo>
                  <a:pt x="197" y="325"/>
                  <a:pt x="191" y="326"/>
                  <a:pt x="183" y="326"/>
                </a:cubicBezTo>
                <a:cubicBezTo>
                  <a:pt x="183" y="344"/>
                  <a:pt x="183" y="344"/>
                  <a:pt x="183" y="344"/>
                </a:cubicBezTo>
                <a:cubicBezTo>
                  <a:pt x="169" y="344"/>
                  <a:pt x="169" y="344"/>
                  <a:pt x="169" y="344"/>
                </a:cubicBezTo>
                <a:cubicBezTo>
                  <a:pt x="169" y="326"/>
                  <a:pt x="169" y="326"/>
                  <a:pt x="169" y="326"/>
                </a:cubicBezTo>
                <a:cubicBezTo>
                  <a:pt x="160" y="326"/>
                  <a:pt x="152" y="324"/>
                  <a:pt x="147" y="322"/>
                </a:cubicBezTo>
                <a:cubicBezTo>
                  <a:pt x="141" y="320"/>
                  <a:pt x="136" y="317"/>
                  <a:pt x="132" y="313"/>
                </a:cubicBezTo>
                <a:cubicBezTo>
                  <a:pt x="127" y="309"/>
                  <a:pt x="124" y="305"/>
                  <a:pt x="122" y="300"/>
                </a:cubicBezTo>
                <a:cubicBezTo>
                  <a:pt x="120" y="296"/>
                  <a:pt x="118" y="291"/>
                  <a:pt x="117" y="284"/>
                </a:cubicBezTo>
                <a:cubicBezTo>
                  <a:pt x="155" y="280"/>
                  <a:pt x="155" y="280"/>
                  <a:pt x="155" y="280"/>
                </a:cubicBezTo>
                <a:cubicBezTo>
                  <a:pt x="156" y="286"/>
                  <a:pt x="158" y="291"/>
                  <a:pt x="160" y="293"/>
                </a:cubicBezTo>
                <a:cubicBezTo>
                  <a:pt x="162" y="296"/>
                  <a:pt x="165" y="299"/>
                  <a:pt x="169" y="301"/>
                </a:cubicBezTo>
                <a:cubicBezTo>
                  <a:pt x="169" y="267"/>
                  <a:pt x="169" y="267"/>
                  <a:pt x="169" y="267"/>
                </a:cubicBezTo>
                <a:cubicBezTo>
                  <a:pt x="156" y="264"/>
                  <a:pt x="147" y="261"/>
                  <a:pt x="142" y="258"/>
                </a:cubicBezTo>
                <a:cubicBezTo>
                  <a:pt x="137" y="255"/>
                  <a:pt x="132" y="251"/>
                  <a:pt x="128" y="246"/>
                </a:cubicBezTo>
                <a:cubicBezTo>
                  <a:pt x="124" y="240"/>
                  <a:pt x="122" y="233"/>
                  <a:pt x="122" y="225"/>
                </a:cubicBezTo>
                <a:cubicBezTo>
                  <a:pt x="122" y="213"/>
                  <a:pt x="126" y="204"/>
                  <a:pt x="134" y="196"/>
                </a:cubicBezTo>
                <a:cubicBezTo>
                  <a:pt x="142" y="189"/>
                  <a:pt x="154" y="185"/>
                  <a:pt x="169" y="184"/>
                </a:cubicBezTo>
                <a:cubicBezTo>
                  <a:pt x="169" y="175"/>
                  <a:pt x="169" y="175"/>
                  <a:pt x="169" y="175"/>
                </a:cubicBezTo>
                <a:cubicBezTo>
                  <a:pt x="183" y="175"/>
                  <a:pt x="183" y="175"/>
                  <a:pt x="183" y="175"/>
                </a:cubicBezTo>
                <a:cubicBezTo>
                  <a:pt x="183" y="184"/>
                  <a:pt x="183" y="184"/>
                  <a:pt x="183" y="184"/>
                </a:cubicBezTo>
                <a:cubicBezTo>
                  <a:pt x="197" y="185"/>
                  <a:pt x="208" y="188"/>
                  <a:pt x="215" y="194"/>
                </a:cubicBezTo>
                <a:cubicBezTo>
                  <a:pt x="223" y="200"/>
                  <a:pt x="228" y="208"/>
                  <a:pt x="230" y="218"/>
                </a:cubicBezTo>
                <a:cubicBezTo>
                  <a:pt x="195" y="223"/>
                  <a:pt x="195" y="223"/>
                  <a:pt x="195" y="223"/>
                </a:cubicBezTo>
                <a:cubicBezTo>
                  <a:pt x="193" y="219"/>
                  <a:pt x="191" y="216"/>
                  <a:pt x="190" y="214"/>
                </a:cubicBezTo>
                <a:cubicBezTo>
                  <a:pt x="189" y="212"/>
                  <a:pt x="186" y="211"/>
                  <a:pt x="183" y="209"/>
                </a:cubicBezTo>
                <a:cubicBezTo>
                  <a:pt x="183" y="236"/>
                  <a:pt x="183" y="236"/>
                  <a:pt x="183" y="236"/>
                </a:cubicBezTo>
                <a:cubicBezTo>
                  <a:pt x="202" y="241"/>
                  <a:pt x="215" y="247"/>
                  <a:pt x="221" y="252"/>
                </a:cubicBezTo>
                <a:cubicBezTo>
                  <a:pt x="230" y="260"/>
                  <a:pt x="234" y="270"/>
                  <a:pt x="234" y="282"/>
                </a:cubicBezTo>
                <a:cubicBezTo>
                  <a:pt x="234" y="288"/>
                  <a:pt x="233" y="295"/>
                  <a:pt x="230" y="30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28" name="组合 61"/>
          <p:cNvGrpSpPr/>
          <p:nvPr/>
        </p:nvGrpSpPr>
        <p:grpSpPr>
          <a:xfrm>
            <a:off x="2365625" y="5576672"/>
            <a:ext cx="409673" cy="439528"/>
            <a:chOff x="7754938" y="4435476"/>
            <a:chExt cx="392113" cy="420688"/>
          </a:xfrm>
          <a:solidFill>
            <a:schemeClr val="bg1"/>
          </a:solidFill>
        </p:grpSpPr>
        <p:sp>
          <p:nvSpPr>
            <p:cNvPr id="29" name="Freeform 266"/>
            <p:cNvSpPr>
              <a:spLocks/>
            </p:cNvSpPr>
            <p:nvPr/>
          </p:nvSpPr>
          <p:spPr bwMode="auto">
            <a:xfrm>
              <a:off x="8078788" y="4529138"/>
              <a:ext cx="68263" cy="327025"/>
            </a:xfrm>
            <a:custGeom>
              <a:avLst/>
              <a:gdLst>
                <a:gd name="T0" fmla="*/ 18 w 18"/>
                <a:gd name="T1" fmla="*/ 78 h 87"/>
                <a:gd name="T2" fmla="*/ 9 w 18"/>
                <a:gd name="T3" fmla="*/ 87 h 87"/>
                <a:gd name="T4" fmla="*/ 0 w 18"/>
                <a:gd name="T5" fmla="*/ 78 h 87"/>
                <a:gd name="T6" fmla="*/ 0 w 18"/>
                <a:gd name="T7" fmla="*/ 9 h 87"/>
                <a:gd name="T8" fmla="*/ 9 w 18"/>
                <a:gd name="T9" fmla="*/ 0 h 87"/>
                <a:gd name="T10" fmla="*/ 18 w 18"/>
                <a:gd name="T11" fmla="*/ 9 h 87"/>
                <a:gd name="T12" fmla="*/ 18 w 18"/>
                <a:gd name="T13" fmla="*/ 78 h 87"/>
              </a:gdLst>
              <a:ahLst/>
              <a:cxnLst>
                <a:cxn ang="0">
                  <a:pos x="T0" y="T1"/>
                </a:cxn>
                <a:cxn ang="0">
                  <a:pos x="T2" y="T3"/>
                </a:cxn>
                <a:cxn ang="0">
                  <a:pos x="T4" y="T5"/>
                </a:cxn>
                <a:cxn ang="0">
                  <a:pos x="T6" y="T7"/>
                </a:cxn>
                <a:cxn ang="0">
                  <a:pos x="T8" y="T9"/>
                </a:cxn>
                <a:cxn ang="0">
                  <a:pos x="T10" y="T11"/>
                </a:cxn>
                <a:cxn ang="0">
                  <a:pos x="T12" y="T13"/>
                </a:cxn>
              </a:cxnLst>
              <a:rect l="0" t="0" r="r" b="b"/>
              <a:pathLst>
                <a:path w="18" h="87">
                  <a:moveTo>
                    <a:pt x="18" y="78"/>
                  </a:moveTo>
                  <a:cubicBezTo>
                    <a:pt x="18" y="83"/>
                    <a:pt x="14" y="87"/>
                    <a:pt x="9" y="87"/>
                  </a:cubicBezTo>
                  <a:cubicBezTo>
                    <a:pt x="4" y="87"/>
                    <a:pt x="0" y="83"/>
                    <a:pt x="0" y="78"/>
                  </a:cubicBezTo>
                  <a:cubicBezTo>
                    <a:pt x="0" y="9"/>
                    <a:pt x="0" y="9"/>
                    <a:pt x="0" y="9"/>
                  </a:cubicBezTo>
                  <a:cubicBezTo>
                    <a:pt x="0" y="4"/>
                    <a:pt x="4" y="0"/>
                    <a:pt x="9" y="0"/>
                  </a:cubicBezTo>
                  <a:cubicBezTo>
                    <a:pt x="14" y="0"/>
                    <a:pt x="18" y="4"/>
                    <a:pt x="18" y="9"/>
                  </a:cubicBezTo>
                  <a:lnTo>
                    <a:pt x="18" y="7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267"/>
            <p:cNvSpPr>
              <a:spLocks/>
            </p:cNvSpPr>
            <p:nvPr/>
          </p:nvSpPr>
          <p:spPr bwMode="auto">
            <a:xfrm>
              <a:off x="7977188" y="4597401"/>
              <a:ext cx="68263" cy="258763"/>
            </a:xfrm>
            <a:custGeom>
              <a:avLst/>
              <a:gdLst>
                <a:gd name="T0" fmla="*/ 18 w 18"/>
                <a:gd name="T1" fmla="*/ 60 h 69"/>
                <a:gd name="T2" fmla="*/ 9 w 18"/>
                <a:gd name="T3" fmla="*/ 69 h 69"/>
                <a:gd name="T4" fmla="*/ 0 w 18"/>
                <a:gd name="T5" fmla="*/ 60 h 69"/>
                <a:gd name="T6" fmla="*/ 0 w 18"/>
                <a:gd name="T7" fmla="*/ 9 h 69"/>
                <a:gd name="T8" fmla="*/ 9 w 18"/>
                <a:gd name="T9" fmla="*/ 0 h 69"/>
                <a:gd name="T10" fmla="*/ 18 w 18"/>
                <a:gd name="T11" fmla="*/ 9 h 69"/>
                <a:gd name="T12" fmla="*/ 18 w 18"/>
                <a:gd name="T13" fmla="*/ 60 h 69"/>
              </a:gdLst>
              <a:ahLst/>
              <a:cxnLst>
                <a:cxn ang="0">
                  <a:pos x="T0" y="T1"/>
                </a:cxn>
                <a:cxn ang="0">
                  <a:pos x="T2" y="T3"/>
                </a:cxn>
                <a:cxn ang="0">
                  <a:pos x="T4" y="T5"/>
                </a:cxn>
                <a:cxn ang="0">
                  <a:pos x="T6" y="T7"/>
                </a:cxn>
                <a:cxn ang="0">
                  <a:pos x="T8" y="T9"/>
                </a:cxn>
                <a:cxn ang="0">
                  <a:pos x="T10" y="T11"/>
                </a:cxn>
                <a:cxn ang="0">
                  <a:pos x="T12" y="T13"/>
                </a:cxn>
              </a:cxnLst>
              <a:rect l="0" t="0" r="r" b="b"/>
              <a:pathLst>
                <a:path w="18" h="69">
                  <a:moveTo>
                    <a:pt x="18" y="60"/>
                  </a:moveTo>
                  <a:cubicBezTo>
                    <a:pt x="18" y="65"/>
                    <a:pt x="14" y="69"/>
                    <a:pt x="9" y="69"/>
                  </a:cubicBezTo>
                  <a:cubicBezTo>
                    <a:pt x="4" y="69"/>
                    <a:pt x="0" y="65"/>
                    <a:pt x="0" y="60"/>
                  </a:cubicBezTo>
                  <a:cubicBezTo>
                    <a:pt x="0" y="9"/>
                    <a:pt x="0" y="9"/>
                    <a:pt x="0" y="9"/>
                  </a:cubicBezTo>
                  <a:cubicBezTo>
                    <a:pt x="0" y="4"/>
                    <a:pt x="4" y="0"/>
                    <a:pt x="9" y="0"/>
                  </a:cubicBezTo>
                  <a:cubicBezTo>
                    <a:pt x="14" y="0"/>
                    <a:pt x="18" y="4"/>
                    <a:pt x="18" y="9"/>
                  </a:cubicBezTo>
                  <a:lnTo>
                    <a:pt x="18"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268"/>
            <p:cNvSpPr>
              <a:spLocks/>
            </p:cNvSpPr>
            <p:nvPr/>
          </p:nvSpPr>
          <p:spPr bwMode="auto">
            <a:xfrm>
              <a:off x="7878763" y="4675188"/>
              <a:ext cx="68263" cy="180975"/>
            </a:xfrm>
            <a:custGeom>
              <a:avLst/>
              <a:gdLst>
                <a:gd name="T0" fmla="*/ 18 w 18"/>
                <a:gd name="T1" fmla="*/ 39 h 48"/>
                <a:gd name="T2" fmla="*/ 9 w 18"/>
                <a:gd name="T3" fmla="*/ 48 h 48"/>
                <a:gd name="T4" fmla="*/ 0 w 18"/>
                <a:gd name="T5" fmla="*/ 39 h 48"/>
                <a:gd name="T6" fmla="*/ 0 w 18"/>
                <a:gd name="T7" fmla="*/ 10 h 48"/>
                <a:gd name="T8" fmla="*/ 9 w 18"/>
                <a:gd name="T9" fmla="*/ 0 h 48"/>
                <a:gd name="T10" fmla="*/ 18 w 18"/>
                <a:gd name="T11" fmla="*/ 10 h 48"/>
                <a:gd name="T12" fmla="*/ 18 w 18"/>
                <a:gd name="T13" fmla="*/ 39 h 48"/>
              </a:gdLst>
              <a:ahLst/>
              <a:cxnLst>
                <a:cxn ang="0">
                  <a:pos x="T0" y="T1"/>
                </a:cxn>
                <a:cxn ang="0">
                  <a:pos x="T2" y="T3"/>
                </a:cxn>
                <a:cxn ang="0">
                  <a:pos x="T4" y="T5"/>
                </a:cxn>
                <a:cxn ang="0">
                  <a:pos x="T6" y="T7"/>
                </a:cxn>
                <a:cxn ang="0">
                  <a:pos x="T8" y="T9"/>
                </a:cxn>
                <a:cxn ang="0">
                  <a:pos x="T10" y="T11"/>
                </a:cxn>
                <a:cxn ang="0">
                  <a:pos x="T12" y="T13"/>
                </a:cxn>
              </a:cxnLst>
              <a:rect l="0" t="0" r="r" b="b"/>
              <a:pathLst>
                <a:path w="18" h="48">
                  <a:moveTo>
                    <a:pt x="18" y="39"/>
                  </a:moveTo>
                  <a:cubicBezTo>
                    <a:pt x="18" y="44"/>
                    <a:pt x="14" y="48"/>
                    <a:pt x="9" y="48"/>
                  </a:cubicBezTo>
                  <a:cubicBezTo>
                    <a:pt x="4" y="48"/>
                    <a:pt x="0" y="44"/>
                    <a:pt x="0" y="39"/>
                  </a:cubicBezTo>
                  <a:cubicBezTo>
                    <a:pt x="0" y="10"/>
                    <a:pt x="0" y="10"/>
                    <a:pt x="0" y="10"/>
                  </a:cubicBezTo>
                  <a:cubicBezTo>
                    <a:pt x="0" y="4"/>
                    <a:pt x="4" y="0"/>
                    <a:pt x="9" y="0"/>
                  </a:cubicBezTo>
                  <a:cubicBezTo>
                    <a:pt x="14" y="0"/>
                    <a:pt x="18" y="4"/>
                    <a:pt x="18" y="10"/>
                  </a:cubicBezTo>
                  <a:lnTo>
                    <a:pt x="18"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269"/>
            <p:cNvSpPr>
              <a:spLocks/>
            </p:cNvSpPr>
            <p:nvPr/>
          </p:nvSpPr>
          <p:spPr bwMode="auto">
            <a:xfrm>
              <a:off x="7785100" y="4729163"/>
              <a:ext cx="71438" cy="127000"/>
            </a:xfrm>
            <a:custGeom>
              <a:avLst/>
              <a:gdLst>
                <a:gd name="T0" fmla="*/ 19 w 19"/>
                <a:gd name="T1" fmla="*/ 25 h 34"/>
                <a:gd name="T2" fmla="*/ 9 w 19"/>
                <a:gd name="T3" fmla="*/ 34 h 34"/>
                <a:gd name="T4" fmla="*/ 0 w 19"/>
                <a:gd name="T5" fmla="*/ 25 h 34"/>
                <a:gd name="T6" fmla="*/ 0 w 19"/>
                <a:gd name="T7" fmla="*/ 9 h 34"/>
                <a:gd name="T8" fmla="*/ 9 w 19"/>
                <a:gd name="T9" fmla="*/ 0 h 34"/>
                <a:gd name="T10" fmla="*/ 19 w 19"/>
                <a:gd name="T11" fmla="*/ 9 h 34"/>
                <a:gd name="T12" fmla="*/ 19 w 19"/>
                <a:gd name="T13" fmla="*/ 25 h 34"/>
              </a:gdLst>
              <a:ahLst/>
              <a:cxnLst>
                <a:cxn ang="0">
                  <a:pos x="T0" y="T1"/>
                </a:cxn>
                <a:cxn ang="0">
                  <a:pos x="T2" y="T3"/>
                </a:cxn>
                <a:cxn ang="0">
                  <a:pos x="T4" y="T5"/>
                </a:cxn>
                <a:cxn ang="0">
                  <a:pos x="T6" y="T7"/>
                </a:cxn>
                <a:cxn ang="0">
                  <a:pos x="T8" y="T9"/>
                </a:cxn>
                <a:cxn ang="0">
                  <a:pos x="T10" y="T11"/>
                </a:cxn>
                <a:cxn ang="0">
                  <a:pos x="T12" y="T13"/>
                </a:cxn>
              </a:cxnLst>
              <a:rect l="0" t="0" r="r" b="b"/>
              <a:pathLst>
                <a:path w="19" h="34">
                  <a:moveTo>
                    <a:pt x="19" y="25"/>
                  </a:moveTo>
                  <a:cubicBezTo>
                    <a:pt x="19" y="30"/>
                    <a:pt x="15" y="34"/>
                    <a:pt x="9" y="34"/>
                  </a:cubicBezTo>
                  <a:cubicBezTo>
                    <a:pt x="4" y="34"/>
                    <a:pt x="0" y="30"/>
                    <a:pt x="0" y="25"/>
                  </a:cubicBezTo>
                  <a:cubicBezTo>
                    <a:pt x="0" y="9"/>
                    <a:pt x="0" y="9"/>
                    <a:pt x="0" y="9"/>
                  </a:cubicBezTo>
                  <a:cubicBezTo>
                    <a:pt x="0" y="4"/>
                    <a:pt x="4" y="0"/>
                    <a:pt x="9" y="0"/>
                  </a:cubicBezTo>
                  <a:cubicBezTo>
                    <a:pt x="15" y="0"/>
                    <a:pt x="19" y="4"/>
                    <a:pt x="19" y="9"/>
                  </a:cubicBezTo>
                  <a:lnTo>
                    <a:pt x="19"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270"/>
            <p:cNvSpPr>
              <a:spLocks/>
            </p:cNvSpPr>
            <p:nvPr/>
          </p:nvSpPr>
          <p:spPr bwMode="auto">
            <a:xfrm>
              <a:off x="7773988" y="4468813"/>
              <a:ext cx="282575" cy="188913"/>
            </a:xfrm>
            <a:custGeom>
              <a:avLst/>
              <a:gdLst>
                <a:gd name="T0" fmla="*/ 0 w 178"/>
                <a:gd name="T1" fmla="*/ 119 h 119"/>
                <a:gd name="T2" fmla="*/ 178 w 178"/>
                <a:gd name="T3" fmla="*/ 0 h 119"/>
                <a:gd name="T4" fmla="*/ 0 w 178"/>
                <a:gd name="T5" fmla="*/ 119 h 119"/>
              </a:gdLst>
              <a:ahLst/>
              <a:cxnLst>
                <a:cxn ang="0">
                  <a:pos x="T0" y="T1"/>
                </a:cxn>
                <a:cxn ang="0">
                  <a:pos x="T2" y="T3"/>
                </a:cxn>
                <a:cxn ang="0">
                  <a:pos x="T4" y="T5"/>
                </a:cxn>
              </a:cxnLst>
              <a:rect l="0" t="0" r="r" b="b"/>
              <a:pathLst>
                <a:path w="178" h="119">
                  <a:moveTo>
                    <a:pt x="0" y="119"/>
                  </a:moveTo>
                  <a:lnTo>
                    <a:pt x="178" y="0"/>
                  </a:lnTo>
                  <a:lnTo>
                    <a:pt x="0" y="1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Line 271"/>
            <p:cNvSpPr>
              <a:spLocks noChangeShapeType="1"/>
            </p:cNvSpPr>
            <p:nvPr/>
          </p:nvSpPr>
          <p:spPr bwMode="auto">
            <a:xfrm flipV="1">
              <a:off x="7773988" y="4468813"/>
              <a:ext cx="282575" cy="188913"/>
            </a:xfrm>
            <a:prstGeom prst="lin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272"/>
            <p:cNvSpPr>
              <a:spLocks/>
            </p:cNvSpPr>
            <p:nvPr/>
          </p:nvSpPr>
          <p:spPr bwMode="auto">
            <a:xfrm>
              <a:off x="7754938" y="4446588"/>
              <a:ext cx="320675" cy="233363"/>
            </a:xfrm>
            <a:custGeom>
              <a:avLst/>
              <a:gdLst>
                <a:gd name="T0" fmla="*/ 7 w 85"/>
                <a:gd name="T1" fmla="*/ 59 h 62"/>
                <a:gd name="T2" fmla="*/ 82 w 85"/>
                <a:gd name="T3" fmla="*/ 9 h 62"/>
                <a:gd name="T4" fmla="*/ 78 w 85"/>
                <a:gd name="T5" fmla="*/ 3 h 62"/>
                <a:gd name="T6" fmla="*/ 3 w 85"/>
                <a:gd name="T7" fmla="*/ 53 h 62"/>
                <a:gd name="T8" fmla="*/ 7 w 85"/>
                <a:gd name="T9" fmla="*/ 59 h 62"/>
              </a:gdLst>
              <a:ahLst/>
              <a:cxnLst>
                <a:cxn ang="0">
                  <a:pos x="T0" y="T1"/>
                </a:cxn>
                <a:cxn ang="0">
                  <a:pos x="T2" y="T3"/>
                </a:cxn>
                <a:cxn ang="0">
                  <a:pos x="T4" y="T5"/>
                </a:cxn>
                <a:cxn ang="0">
                  <a:pos x="T6" y="T7"/>
                </a:cxn>
                <a:cxn ang="0">
                  <a:pos x="T8" y="T9"/>
                </a:cxn>
              </a:cxnLst>
              <a:rect l="0" t="0" r="r" b="b"/>
              <a:pathLst>
                <a:path w="85" h="62">
                  <a:moveTo>
                    <a:pt x="7" y="59"/>
                  </a:moveTo>
                  <a:cubicBezTo>
                    <a:pt x="32" y="42"/>
                    <a:pt x="57" y="26"/>
                    <a:pt x="82" y="9"/>
                  </a:cubicBezTo>
                  <a:cubicBezTo>
                    <a:pt x="85" y="6"/>
                    <a:pt x="82" y="0"/>
                    <a:pt x="78" y="3"/>
                  </a:cubicBezTo>
                  <a:cubicBezTo>
                    <a:pt x="53" y="20"/>
                    <a:pt x="28" y="36"/>
                    <a:pt x="3" y="53"/>
                  </a:cubicBezTo>
                  <a:cubicBezTo>
                    <a:pt x="0" y="56"/>
                    <a:pt x="3" y="62"/>
                    <a:pt x="7"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273"/>
            <p:cNvSpPr>
              <a:spLocks/>
            </p:cNvSpPr>
            <p:nvPr/>
          </p:nvSpPr>
          <p:spPr bwMode="auto">
            <a:xfrm>
              <a:off x="7969250" y="4435476"/>
              <a:ext cx="123825" cy="123825"/>
            </a:xfrm>
            <a:custGeom>
              <a:avLst/>
              <a:gdLst>
                <a:gd name="T0" fmla="*/ 5 w 33"/>
                <a:gd name="T1" fmla="*/ 9 h 33"/>
                <a:gd name="T2" fmla="*/ 28 w 33"/>
                <a:gd name="T3" fmla="*/ 11 h 33"/>
                <a:gd name="T4" fmla="*/ 23 w 33"/>
                <a:gd name="T5" fmla="*/ 5 h 33"/>
                <a:gd name="T6" fmla="*/ 17 w 33"/>
                <a:gd name="T7" fmla="*/ 25 h 33"/>
                <a:gd name="T8" fmla="*/ 25 w 33"/>
                <a:gd name="T9" fmla="*/ 27 h 33"/>
                <a:gd name="T10" fmla="*/ 32 w 33"/>
                <a:gd name="T11" fmla="*/ 7 h 33"/>
                <a:gd name="T12" fmla="*/ 28 w 33"/>
                <a:gd name="T13" fmla="*/ 2 h 33"/>
                <a:gd name="T14" fmla="*/ 5 w 33"/>
                <a:gd name="T15" fmla="*/ 0 h 33"/>
                <a:gd name="T16" fmla="*/ 5 w 33"/>
                <a:gd name="T17" fmla="*/ 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3">
                  <a:moveTo>
                    <a:pt x="5" y="9"/>
                  </a:moveTo>
                  <a:cubicBezTo>
                    <a:pt x="13" y="10"/>
                    <a:pt x="20" y="10"/>
                    <a:pt x="28" y="11"/>
                  </a:cubicBezTo>
                  <a:cubicBezTo>
                    <a:pt x="26" y="9"/>
                    <a:pt x="25" y="7"/>
                    <a:pt x="23" y="5"/>
                  </a:cubicBezTo>
                  <a:cubicBezTo>
                    <a:pt x="21" y="12"/>
                    <a:pt x="19" y="18"/>
                    <a:pt x="17" y="25"/>
                  </a:cubicBezTo>
                  <a:cubicBezTo>
                    <a:pt x="15" y="30"/>
                    <a:pt x="24" y="33"/>
                    <a:pt x="25" y="27"/>
                  </a:cubicBezTo>
                  <a:cubicBezTo>
                    <a:pt x="28" y="21"/>
                    <a:pt x="30" y="14"/>
                    <a:pt x="32" y="7"/>
                  </a:cubicBezTo>
                  <a:cubicBezTo>
                    <a:pt x="33" y="4"/>
                    <a:pt x="30" y="2"/>
                    <a:pt x="28" y="2"/>
                  </a:cubicBezTo>
                  <a:cubicBezTo>
                    <a:pt x="20" y="1"/>
                    <a:pt x="13" y="0"/>
                    <a:pt x="5" y="0"/>
                  </a:cubicBezTo>
                  <a:cubicBezTo>
                    <a:pt x="0" y="0"/>
                    <a:pt x="0" y="9"/>
                    <a:pt x="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7" name="组合 70"/>
          <p:cNvGrpSpPr/>
          <p:nvPr/>
        </p:nvGrpSpPr>
        <p:grpSpPr>
          <a:xfrm>
            <a:off x="2349602" y="4688091"/>
            <a:ext cx="441718" cy="513481"/>
            <a:chOff x="4471362" y="1167037"/>
            <a:chExt cx="566738" cy="658812"/>
          </a:xfrm>
          <a:solidFill>
            <a:schemeClr val="bg1"/>
          </a:solidFill>
        </p:grpSpPr>
        <p:sp>
          <p:nvSpPr>
            <p:cNvPr id="38" name="Freeform 13"/>
            <p:cNvSpPr>
              <a:spLocks/>
            </p:cNvSpPr>
            <p:nvPr/>
          </p:nvSpPr>
          <p:spPr bwMode="auto">
            <a:xfrm>
              <a:off x="4601537" y="1244824"/>
              <a:ext cx="436563" cy="581025"/>
            </a:xfrm>
            <a:custGeom>
              <a:avLst/>
              <a:gdLst>
                <a:gd name="T0" fmla="*/ 104 w 154"/>
                <a:gd name="T1" fmla="*/ 85 h 205"/>
                <a:gd name="T2" fmla="*/ 124 w 154"/>
                <a:gd name="T3" fmla="*/ 47 h 205"/>
                <a:gd name="T4" fmla="*/ 77 w 154"/>
                <a:gd name="T5" fmla="*/ 0 h 205"/>
                <a:gd name="T6" fmla="*/ 30 w 154"/>
                <a:gd name="T7" fmla="*/ 47 h 205"/>
                <a:gd name="T8" fmla="*/ 50 w 154"/>
                <a:gd name="T9" fmla="*/ 85 h 205"/>
                <a:gd name="T10" fmla="*/ 0 w 154"/>
                <a:gd name="T11" fmla="*/ 157 h 205"/>
                <a:gd name="T12" fmla="*/ 6 w 154"/>
                <a:gd name="T13" fmla="*/ 186 h 205"/>
                <a:gd name="T14" fmla="*/ 77 w 154"/>
                <a:gd name="T15" fmla="*/ 205 h 205"/>
                <a:gd name="T16" fmla="*/ 148 w 154"/>
                <a:gd name="T17" fmla="*/ 186 h 205"/>
                <a:gd name="T18" fmla="*/ 154 w 154"/>
                <a:gd name="T19" fmla="*/ 157 h 205"/>
                <a:gd name="T20" fmla="*/ 104 w 154"/>
                <a:gd name="T21" fmla="*/ 8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4" h="205">
                  <a:moveTo>
                    <a:pt x="104" y="85"/>
                  </a:moveTo>
                  <a:cubicBezTo>
                    <a:pt x="116" y="77"/>
                    <a:pt x="124" y="63"/>
                    <a:pt x="124" y="47"/>
                  </a:cubicBezTo>
                  <a:cubicBezTo>
                    <a:pt x="124" y="21"/>
                    <a:pt x="103" y="0"/>
                    <a:pt x="77" y="0"/>
                  </a:cubicBezTo>
                  <a:cubicBezTo>
                    <a:pt x="51" y="0"/>
                    <a:pt x="30" y="21"/>
                    <a:pt x="30" y="47"/>
                  </a:cubicBezTo>
                  <a:cubicBezTo>
                    <a:pt x="30" y="63"/>
                    <a:pt x="38" y="77"/>
                    <a:pt x="50" y="85"/>
                  </a:cubicBezTo>
                  <a:cubicBezTo>
                    <a:pt x="21" y="96"/>
                    <a:pt x="0" y="124"/>
                    <a:pt x="0" y="157"/>
                  </a:cubicBezTo>
                  <a:cubicBezTo>
                    <a:pt x="0" y="167"/>
                    <a:pt x="2" y="177"/>
                    <a:pt x="6" y="186"/>
                  </a:cubicBezTo>
                  <a:cubicBezTo>
                    <a:pt x="27" y="198"/>
                    <a:pt x="51" y="205"/>
                    <a:pt x="77" y="205"/>
                  </a:cubicBezTo>
                  <a:cubicBezTo>
                    <a:pt x="103" y="205"/>
                    <a:pt x="127" y="198"/>
                    <a:pt x="148" y="186"/>
                  </a:cubicBezTo>
                  <a:cubicBezTo>
                    <a:pt x="152" y="177"/>
                    <a:pt x="154" y="167"/>
                    <a:pt x="154" y="157"/>
                  </a:cubicBezTo>
                  <a:cubicBezTo>
                    <a:pt x="154" y="124"/>
                    <a:pt x="133" y="96"/>
                    <a:pt x="104" y="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14"/>
            <p:cNvSpPr>
              <a:spLocks/>
            </p:cNvSpPr>
            <p:nvPr/>
          </p:nvSpPr>
          <p:spPr bwMode="auto">
            <a:xfrm>
              <a:off x="4471362" y="1167037"/>
              <a:ext cx="303213" cy="519113"/>
            </a:xfrm>
            <a:custGeom>
              <a:avLst/>
              <a:gdLst>
                <a:gd name="T0" fmla="*/ 53 w 107"/>
                <a:gd name="T1" fmla="*/ 135 h 183"/>
                <a:gd name="T2" fmla="*/ 81 w 107"/>
                <a:gd name="T3" fmla="*/ 110 h 183"/>
                <a:gd name="T4" fmla="*/ 68 w 107"/>
                <a:gd name="T5" fmla="*/ 74 h 183"/>
                <a:gd name="T6" fmla="*/ 107 w 107"/>
                <a:gd name="T7" fmla="*/ 21 h 183"/>
                <a:gd name="T8" fmla="*/ 70 w 107"/>
                <a:gd name="T9" fmla="*/ 0 h 183"/>
                <a:gd name="T10" fmla="*/ 28 w 107"/>
                <a:gd name="T11" fmla="*/ 43 h 183"/>
                <a:gd name="T12" fmla="*/ 46 w 107"/>
                <a:gd name="T13" fmla="*/ 78 h 183"/>
                <a:gd name="T14" fmla="*/ 0 w 107"/>
                <a:gd name="T15" fmla="*/ 143 h 183"/>
                <a:gd name="T16" fmla="*/ 6 w 107"/>
                <a:gd name="T17" fmla="*/ 169 h 183"/>
                <a:gd name="T18" fmla="*/ 38 w 107"/>
                <a:gd name="T19" fmla="*/ 183 h 183"/>
                <a:gd name="T20" fmla="*/ 53 w 107"/>
                <a:gd name="T21" fmla="*/ 135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7" h="183">
                  <a:moveTo>
                    <a:pt x="53" y="135"/>
                  </a:moveTo>
                  <a:cubicBezTo>
                    <a:pt x="61" y="124"/>
                    <a:pt x="70" y="116"/>
                    <a:pt x="81" y="110"/>
                  </a:cubicBezTo>
                  <a:cubicBezTo>
                    <a:pt x="73" y="100"/>
                    <a:pt x="68" y="87"/>
                    <a:pt x="68" y="74"/>
                  </a:cubicBezTo>
                  <a:cubicBezTo>
                    <a:pt x="68" y="49"/>
                    <a:pt x="84" y="28"/>
                    <a:pt x="107" y="21"/>
                  </a:cubicBezTo>
                  <a:cubicBezTo>
                    <a:pt x="100" y="8"/>
                    <a:pt x="86" y="0"/>
                    <a:pt x="70" y="0"/>
                  </a:cubicBezTo>
                  <a:cubicBezTo>
                    <a:pt x="47" y="0"/>
                    <a:pt x="28" y="19"/>
                    <a:pt x="28" y="43"/>
                  </a:cubicBezTo>
                  <a:cubicBezTo>
                    <a:pt x="28" y="57"/>
                    <a:pt x="35" y="70"/>
                    <a:pt x="46" y="78"/>
                  </a:cubicBezTo>
                  <a:cubicBezTo>
                    <a:pt x="19" y="87"/>
                    <a:pt x="0" y="113"/>
                    <a:pt x="0" y="143"/>
                  </a:cubicBezTo>
                  <a:cubicBezTo>
                    <a:pt x="0" y="152"/>
                    <a:pt x="2" y="161"/>
                    <a:pt x="6" y="169"/>
                  </a:cubicBezTo>
                  <a:cubicBezTo>
                    <a:pt x="16" y="175"/>
                    <a:pt x="26" y="180"/>
                    <a:pt x="38" y="183"/>
                  </a:cubicBezTo>
                  <a:cubicBezTo>
                    <a:pt x="38" y="165"/>
                    <a:pt x="43" y="149"/>
                    <a:pt x="53"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40" name="文本框 39"/>
          <p:cNvSpPr txBox="1"/>
          <p:nvPr/>
        </p:nvSpPr>
        <p:spPr>
          <a:xfrm>
            <a:off x="7898813" y="1820251"/>
            <a:ext cx="3784365" cy="523220"/>
          </a:xfrm>
          <a:prstGeom prst="rect">
            <a:avLst/>
          </a:prstGeom>
          <a:noFill/>
        </p:spPr>
        <p:txBody>
          <a:bodyPr wrap="square" rtlCol="0" anchor="ctr">
            <a:spAutoFit/>
          </a:bodyPr>
          <a:lstStyle/>
          <a:p>
            <a:pPr algn="r"/>
            <a:r>
              <a:rPr lang="zh-CN" altLang="en-US" sz="2800" b="1" dirty="0">
                <a:solidFill>
                  <a:schemeClr val="tx1">
                    <a:lumMod val="65000"/>
                    <a:lumOff val="35000"/>
                  </a:schemeClr>
                </a:solidFill>
              </a:rPr>
              <a:t>单击添加副标题</a:t>
            </a:r>
          </a:p>
        </p:txBody>
      </p:sp>
      <p:sp>
        <p:nvSpPr>
          <p:cNvPr id="41" name="矩形 40"/>
          <p:cNvSpPr/>
          <p:nvPr/>
        </p:nvSpPr>
        <p:spPr>
          <a:xfrm>
            <a:off x="7480540" y="2975188"/>
            <a:ext cx="4393812" cy="1229439"/>
          </a:xfrm>
          <a:prstGeom prst="rect">
            <a:avLst/>
          </a:prstGeom>
        </p:spPr>
        <p:txBody>
          <a:bodyPr wrap="square">
            <a:spAutoFit/>
          </a:bodyPr>
          <a:lstStyle/>
          <a:p>
            <a:pPr algn="just">
              <a:lnSpc>
                <a:spcPct val="120000"/>
              </a:lnSpc>
            </a:pPr>
            <a:r>
              <a:rPr lang="zh-CN" altLang="en-US" sz="1599" dirty="0">
                <a:solidFill>
                  <a:schemeClr val="tx1">
                    <a:lumMod val="65000"/>
                    <a:lumOff val="35000"/>
                  </a:schemeClr>
                </a:solidFill>
                <a:latin typeface="Adobe 黑体 Std R" pitchFamily="34" charset="-122"/>
                <a:ea typeface="Adobe 黑体 Std R" pitchFamily="34" charset="-122"/>
              </a:rPr>
              <a:t>添加内容添加内容添加内容添加内容添加内容添加内容添加内容添加内容添加内容添加内容添加内容添加内容添加内容添加内容添加内容添加内容添加内容</a:t>
            </a:r>
          </a:p>
        </p:txBody>
      </p:sp>
      <p:sp>
        <p:nvSpPr>
          <p:cNvPr id="42" name="椭圆 41"/>
          <p:cNvSpPr/>
          <p:nvPr/>
        </p:nvSpPr>
        <p:spPr>
          <a:xfrm>
            <a:off x="9329672" y="4603951"/>
            <a:ext cx="574766" cy="574766"/>
          </a:xfrm>
          <a:prstGeom prst="ellipse">
            <a:avLst/>
          </a:prstGeom>
          <a:solidFill>
            <a:schemeClr val="tx1">
              <a:lumMod val="65000"/>
              <a:lumOff val="3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Freeform 63"/>
          <p:cNvSpPr>
            <a:spLocks noChangeAspect="1" noEditPoints="1"/>
          </p:cNvSpPr>
          <p:nvPr/>
        </p:nvSpPr>
        <p:spPr bwMode="auto">
          <a:xfrm>
            <a:off x="9458285" y="4705446"/>
            <a:ext cx="317540" cy="360666"/>
          </a:xfrm>
          <a:custGeom>
            <a:avLst/>
            <a:gdLst>
              <a:gd name="T0" fmla="*/ 319 w 352"/>
              <a:gd name="T1" fmla="*/ 209 h 400"/>
              <a:gd name="T2" fmla="*/ 238 w 352"/>
              <a:gd name="T3" fmla="*/ 134 h 400"/>
              <a:gd name="T4" fmla="*/ 251 w 352"/>
              <a:gd name="T5" fmla="*/ 134 h 400"/>
              <a:gd name="T6" fmla="*/ 313 w 352"/>
              <a:gd name="T7" fmla="*/ 114 h 400"/>
              <a:gd name="T8" fmla="*/ 283 w 352"/>
              <a:gd name="T9" fmla="*/ 96 h 400"/>
              <a:gd name="T10" fmla="*/ 292 w 352"/>
              <a:gd name="T11" fmla="*/ 82 h 400"/>
              <a:gd name="T12" fmla="*/ 289 w 352"/>
              <a:gd name="T13" fmla="*/ 75 h 400"/>
              <a:gd name="T14" fmla="*/ 237 w 352"/>
              <a:gd name="T15" fmla="*/ 97 h 400"/>
              <a:gd name="T16" fmla="*/ 231 w 352"/>
              <a:gd name="T17" fmla="*/ 16 h 400"/>
              <a:gd name="T18" fmla="*/ 142 w 352"/>
              <a:gd name="T19" fmla="*/ 17 h 400"/>
              <a:gd name="T20" fmla="*/ 136 w 352"/>
              <a:gd name="T21" fmla="*/ 108 h 400"/>
              <a:gd name="T22" fmla="*/ 121 w 352"/>
              <a:gd name="T23" fmla="*/ 112 h 400"/>
              <a:gd name="T24" fmla="*/ 111 w 352"/>
              <a:gd name="T25" fmla="*/ 119 h 400"/>
              <a:gd name="T26" fmla="*/ 127 w 352"/>
              <a:gd name="T27" fmla="*/ 130 h 400"/>
              <a:gd name="T28" fmla="*/ 34 w 352"/>
              <a:gd name="T29" fmla="*/ 214 h 400"/>
              <a:gd name="T30" fmla="*/ 149 w 352"/>
              <a:gd name="T31" fmla="*/ 391 h 400"/>
              <a:gd name="T32" fmla="*/ 343 w 352"/>
              <a:gd name="T33" fmla="*/ 268 h 400"/>
              <a:gd name="T34" fmla="*/ 303 w 352"/>
              <a:gd name="T35" fmla="*/ 109 h 400"/>
              <a:gd name="T36" fmla="*/ 251 w 352"/>
              <a:gd name="T37" fmla="*/ 123 h 400"/>
              <a:gd name="T38" fmla="*/ 243 w 352"/>
              <a:gd name="T39" fmla="*/ 122 h 400"/>
              <a:gd name="T40" fmla="*/ 280 w 352"/>
              <a:gd name="T41" fmla="*/ 85 h 400"/>
              <a:gd name="T42" fmla="*/ 239 w 352"/>
              <a:gd name="T43" fmla="*/ 111 h 400"/>
              <a:gd name="T44" fmla="*/ 280 w 352"/>
              <a:gd name="T45" fmla="*/ 85 h 400"/>
              <a:gd name="T46" fmla="*/ 218 w 352"/>
              <a:gd name="T47" fmla="*/ 315 h 400"/>
              <a:gd name="T48" fmla="*/ 183 w 352"/>
              <a:gd name="T49" fmla="*/ 326 h 400"/>
              <a:gd name="T50" fmla="*/ 169 w 352"/>
              <a:gd name="T51" fmla="*/ 344 h 400"/>
              <a:gd name="T52" fmla="*/ 147 w 352"/>
              <a:gd name="T53" fmla="*/ 322 h 400"/>
              <a:gd name="T54" fmla="*/ 122 w 352"/>
              <a:gd name="T55" fmla="*/ 300 h 400"/>
              <a:gd name="T56" fmla="*/ 155 w 352"/>
              <a:gd name="T57" fmla="*/ 280 h 400"/>
              <a:gd name="T58" fmla="*/ 169 w 352"/>
              <a:gd name="T59" fmla="*/ 301 h 400"/>
              <a:gd name="T60" fmla="*/ 142 w 352"/>
              <a:gd name="T61" fmla="*/ 258 h 400"/>
              <a:gd name="T62" fmla="*/ 122 w 352"/>
              <a:gd name="T63" fmla="*/ 225 h 400"/>
              <a:gd name="T64" fmla="*/ 169 w 352"/>
              <a:gd name="T65" fmla="*/ 184 h 400"/>
              <a:gd name="T66" fmla="*/ 183 w 352"/>
              <a:gd name="T67" fmla="*/ 175 h 400"/>
              <a:gd name="T68" fmla="*/ 215 w 352"/>
              <a:gd name="T69" fmla="*/ 194 h 400"/>
              <a:gd name="T70" fmla="*/ 195 w 352"/>
              <a:gd name="T71" fmla="*/ 223 h 400"/>
              <a:gd name="T72" fmla="*/ 183 w 352"/>
              <a:gd name="T73" fmla="*/ 209 h 400"/>
              <a:gd name="T74" fmla="*/ 221 w 352"/>
              <a:gd name="T75" fmla="*/ 252 h 400"/>
              <a:gd name="T76" fmla="*/ 230 w 352"/>
              <a:gd name="T77" fmla="*/ 301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52" h="400">
                <a:moveTo>
                  <a:pt x="343" y="268"/>
                </a:moveTo>
                <a:cubicBezTo>
                  <a:pt x="339" y="245"/>
                  <a:pt x="331" y="231"/>
                  <a:pt x="319" y="209"/>
                </a:cubicBezTo>
                <a:cubicBezTo>
                  <a:pt x="308" y="192"/>
                  <a:pt x="288" y="172"/>
                  <a:pt x="273" y="160"/>
                </a:cubicBezTo>
                <a:cubicBezTo>
                  <a:pt x="262" y="151"/>
                  <a:pt x="249" y="143"/>
                  <a:pt x="238" y="134"/>
                </a:cubicBezTo>
                <a:cubicBezTo>
                  <a:pt x="241" y="134"/>
                  <a:pt x="241" y="134"/>
                  <a:pt x="241" y="134"/>
                </a:cubicBezTo>
                <a:cubicBezTo>
                  <a:pt x="251" y="134"/>
                  <a:pt x="251" y="134"/>
                  <a:pt x="251" y="134"/>
                </a:cubicBezTo>
                <a:cubicBezTo>
                  <a:pt x="258" y="134"/>
                  <a:pt x="266" y="134"/>
                  <a:pt x="274" y="133"/>
                </a:cubicBezTo>
                <a:cubicBezTo>
                  <a:pt x="283" y="132"/>
                  <a:pt x="306" y="128"/>
                  <a:pt x="313" y="114"/>
                </a:cubicBezTo>
                <a:cubicBezTo>
                  <a:pt x="318" y="104"/>
                  <a:pt x="314" y="99"/>
                  <a:pt x="311" y="97"/>
                </a:cubicBezTo>
                <a:cubicBezTo>
                  <a:pt x="306" y="93"/>
                  <a:pt x="295" y="94"/>
                  <a:pt x="283" y="96"/>
                </a:cubicBezTo>
                <a:cubicBezTo>
                  <a:pt x="288" y="92"/>
                  <a:pt x="291" y="88"/>
                  <a:pt x="292" y="84"/>
                </a:cubicBezTo>
                <a:cubicBezTo>
                  <a:pt x="292" y="84"/>
                  <a:pt x="292" y="83"/>
                  <a:pt x="292" y="82"/>
                </a:cubicBezTo>
                <a:cubicBezTo>
                  <a:pt x="292" y="80"/>
                  <a:pt x="292" y="78"/>
                  <a:pt x="290" y="76"/>
                </a:cubicBezTo>
                <a:cubicBezTo>
                  <a:pt x="289" y="75"/>
                  <a:pt x="289" y="75"/>
                  <a:pt x="289" y="75"/>
                </a:cubicBezTo>
                <a:cubicBezTo>
                  <a:pt x="287" y="74"/>
                  <a:pt x="287" y="74"/>
                  <a:pt x="287" y="74"/>
                </a:cubicBezTo>
                <a:cubicBezTo>
                  <a:pt x="272" y="72"/>
                  <a:pt x="251" y="83"/>
                  <a:pt x="237" y="97"/>
                </a:cubicBezTo>
                <a:cubicBezTo>
                  <a:pt x="252" y="77"/>
                  <a:pt x="280" y="51"/>
                  <a:pt x="285" y="30"/>
                </a:cubicBezTo>
                <a:cubicBezTo>
                  <a:pt x="266" y="29"/>
                  <a:pt x="247" y="25"/>
                  <a:pt x="231" y="16"/>
                </a:cubicBezTo>
                <a:cubicBezTo>
                  <a:pt x="216" y="8"/>
                  <a:pt x="209" y="0"/>
                  <a:pt x="191" y="3"/>
                </a:cubicBezTo>
                <a:cubicBezTo>
                  <a:pt x="174" y="5"/>
                  <a:pt x="158" y="13"/>
                  <a:pt x="142" y="17"/>
                </a:cubicBezTo>
                <a:cubicBezTo>
                  <a:pt x="124" y="22"/>
                  <a:pt x="108" y="15"/>
                  <a:pt x="90" y="18"/>
                </a:cubicBezTo>
                <a:cubicBezTo>
                  <a:pt x="87" y="49"/>
                  <a:pt x="125" y="79"/>
                  <a:pt x="136" y="108"/>
                </a:cubicBezTo>
                <a:cubicBezTo>
                  <a:pt x="131" y="109"/>
                  <a:pt x="126" y="110"/>
                  <a:pt x="121" y="112"/>
                </a:cubicBezTo>
                <a:cubicBezTo>
                  <a:pt x="121" y="112"/>
                  <a:pt x="121" y="112"/>
                  <a:pt x="121" y="112"/>
                </a:cubicBezTo>
                <a:cubicBezTo>
                  <a:pt x="118" y="113"/>
                  <a:pt x="115" y="114"/>
                  <a:pt x="114" y="116"/>
                </a:cubicBezTo>
                <a:cubicBezTo>
                  <a:pt x="111" y="119"/>
                  <a:pt x="111" y="119"/>
                  <a:pt x="111" y="119"/>
                </a:cubicBezTo>
                <a:cubicBezTo>
                  <a:pt x="113" y="123"/>
                  <a:pt x="113" y="123"/>
                  <a:pt x="113" y="123"/>
                </a:cubicBezTo>
                <a:cubicBezTo>
                  <a:pt x="116" y="127"/>
                  <a:pt x="120" y="129"/>
                  <a:pt x="127" y="130"/>
                </a:cubicBezTo>
                <a:cubicBezTo>
                  <a:pt x="113" y="139"/>
                  <a:pt x="96" y="149"/>
                  <a:pt x="84" y="159"/>
                </a:cubicBezTo>
                <a:cubicBezTo>
                  <a:pt x="69" y="172"/>
                  <a:pt x="46" y="198"/>
                  <a:pt x="34" y="214"/>
                </a:cubicBezTo>
                <a:cubicBezTo>
                  <a:pt x="13" y="240"/>
                  <a:pt x="0" y="275"/>
                  <a:pt x="6" y="307"/>
                </a:cubicBezTo>
                <a:cubicBezTo>
                  <a:pt x="18" y="370"/>
                  <a:pt x="92" y="391"/>
                  <a:pt x="149" y="391"/>
                </a:cubicBezTo>
                <a:cubicBezTo>
                  <a:pt x="212" y="391"/>
                  <a:pt x="293" y="400"/>
                  <a:pt x="335" y="348"/>
                </a:cubicBezTo>
                <a:cubicBezTo>
                  <a:pt x="352" y="327"/>
                  <a:pt x="347" y="295"/>
                  <a:pt x="343" y="268"/>
                </a:cubicBezTo>
                <a:close/>
                <a:moveTo>
                  <a:pt x="305" y="105"/>
                </a:moveTo>
                <a:cubicBezTo>
                  <a:pt x="305" y="105"/>
                  <a:pt x="305" y="106"/>
                  <a:pt x="303" y="109"/>
                </a:cubicBezTo>
                <a:cubicBezTo>
                  <a:pt x="299" y="117"/>
                  <a:pt x="284" y="121"/>
                  <a:pt x="273" y="123"/>
                </a:cubicBezTo>
                <a:cubicBezTo>
                  <a:pt x="266" y="124"/>
                  <a:pt x="258" y="124"/>
                  <a:pt x="251" y="123"/>
                </a:cubicBezTo>
                <a:cubicBezTo>
                  <a:pt x="243" y="123"/>
                  <a:pt x="243" y="123"/>
                  <a:pt x="243" y="123"/>
                </a:cubicBezTo>
                <a:cubicBezTo>
                  <a:pt x="243" y="122"/>
                  <a:pt x="243" y="122"/>
                  <a:pt x="243" y="122"/>
                </a:cubicBezTo>
                <a:cubicBezTo>
                  <a:pt x="263" y="112"/>
                  <a:pt x="300" y="101"/>
                  <a:pt x="305" y="105"/>
                </a:cubicBezTo>
                <a:close/>
                <a:moveTo>
                  <a:pt x="280" y="85"/>
                </a:moveTo>
                <a:cubicBezTo>
                  <a:pt x="275" y="90"/>
                  <a:pt x="260" y="99"/>
                  <a:pt x="251" y="104"/>
                </a:cubicBezTo>
                <a:cubicBezTo>
                  <a:pt x="247" y="106"/>
                  <a:pt x="243" y="108"/>
                  <a:pt x="239" y="111"/>
                </a:cubicBezTo>
                <a:cubicBezTo>
                  <a:pt x="239" y="111"/>
                  <a:pt x="239" y="111"/>
                  <a:pt x="239" y="111"/>
                </a:cubicBezTo>
                <a:cubicBezTo>
                  <a:pt x="249" y="98"/>
                  <a:pt x="267" y="86"/>
                  <a:pt x="280" y="85"/>
                </a:cubicBezTo>
                <a:close/>
                <a:moveTo>
                  <a:pt x="230" y="301"/>
                </a:moveTo>
                <a:cubicBezTo>
                  <a:pt x="227" y="306"/>
                  <a:pt x="223" y="311"/>
                  <a:pt x="218" y="315"/>
                </a:cubicBezTo>
                <a:cubicBezTo>
                  <a:pt x="213" y="319"/>
                  <a:pt x="208" y="322"/>
                  <a:pt x="203" y="323"/>
                </a:cubicBezTo>
                <a:cubicBezTo>
                  <a:pt x="197" y="325"/>
                  <a:pt x="191" y="326"/>
                  <a:pt x="183" y="326"/>
                </a:cubicBezTo>
                <a:cubicBezTo>
                  <a:pt x="183" y="344"/>
                  <a:pt x="183" y="344"/>
                  <a:pt x="183" y="344"/>
                </a:cubicBezTo>
                <a:cubicBezTo>
                  <a:pt x="169" y="344"/>
                  <a:pt x="169" y="344"/>
                  <a:pt x="169" y="344"/>
                </a:cubicBezTo>
                <a:cubicBezTo>
                  <a:pt x="169" y="326"/>
                  <a:pt x="169" y="326"/>
                  <a:pt x="169" y="326"/>
                </a:cubicBezTo>
                <a:cubicBezTo>
                  <a:pt x="160" y="326"/>
                  <a:pt x="152" y="324"/>
                  <a:pt x="147" y="322"/>
                </a:cubicBezTo>
                <a:cubicBezTo>
                  <a:pt x="141" y="320"/>
                  <a:pt x="136" y="317"/>
                  <a:pt x="132" y="313"/>
                </a:cubicBezTo>
                <a:cubicBezTo>
                  <a:pt x="127" y="309"/>
                  <a:pt x="124" y="305"/>
                  <a:pt x="122" y="300"/>
                </a:cubicBezTo>
                <a:cubicBezTo>
                  <a:pt x="120" y="296"/>
                  <a:pt x="118" y="291"/>
                  <a:pt x="117" y="284"/>
                </a:cubicBezTo>
                <a:cubicBezTo>
                  <a:pt x="155" y="280"/>
                  <a:pt x="155" y="280"/>
                  <a:pt x="155" y="280"/>
                </a:cubicBezTo>
                <a:cubicBezTo>
                  <a:pt x="156" y="286"/>
                  <a:pt x="158" y="291"/>
                  <a:pt x="160" y="293"/>
                </a:cubicBezTo>
                <a:cubicBezTo>
                  <a:pt x="162" y="296"/>
                  <a:pt x="165" y="299"/>
                  <a:pt x="169" y="301"/>
                </a:cubicBezTo>
                <a:cubicBezTo>
                  <a:pt x="169" y="267"/>
                  <a:pt x="169" y="267"/>
                  <a:pt x="169" y="267"/>
                </a:cubicBezTo>
                <a:cubicBezTo>
                  <a:pt x="156" y="264"/>
                  <a:pt x="147" y="261"/>
                  <a:pt x="142" y="258"/>
                </a:cubicBezTo>
                <a:cubicBezTo>
                  <a:pt x="137" y="255"/>
                  <a:pt x="132" y="251"/>
                  <a:pt x="128" y="246"/>
                </a:cubicBezTo>
                <a:cubicBezTo>
                  <a:pt x="124" y="240"/>
                  <a:pt x="122" y="233"/>
                  <a:pt x="122" y="225"/>
                </a:cubicBezTo>
                <a:cubicBezTo>
                  <a:pt x="122" y="213"/>
                  <a:pt x="126" y="204"/>
                  <a:pt x="134" y="196"/>
                </a:cubicBezTo>
                <a:cubicBezTo>
                  <a:pt x="142" y="189"/>
                  <a:pt x="154" y="185"/>
                  <a:pt x="169" y="184"/>
                </a:cubicBezTo>
                <a:cubicBezTo>
                  <a:pt x="169" y="175"/>
                  <a:pt x="169" y="175"/>
                  <a:pt x="169" y="175"/>
                </a:cubicBezTo>
                <a:cubicBezTo>
                  <a:pt x="183" y="175"/>
                  <a:pt x="183" y="175"/>
                  <a:pt x="183" y="175"/>
                </a:cubicBezTo>
                <a:cubicBezTo>
                  <a:pt x="183" y="184"/>
                  <a:pt x="183" y="184"/>
                  <a:pt x="183" y="184"/>
                </a:cubicBezTo>
                <a:cubicBezTo>
                  <a:pt x="197" y="185"/>
                  <a:pt x="208" y="188"/>
                  <a:pt x="215" y="194"/>
                </a:cubicBezTo>
                <a:cubicBezTo>
                  <a:pt x="223" y="200"/>
                  <a:pt x="228" y="208"/>
                  <a:pt x="230" y="218"/>
                </a:cubicBezTo>
                <a:cubicBezTo>
                  <a:pt x="195" y="223"/>
                  <a:pt x="195" y="223"/>
                  <a:pt x="195" y="223"/>
                </a:cubicBezTo>
                <a:cubicBezTo>
                  <a:pt x="193" y="219"/>
                  <a:pt x="191" y="216"/>
                  <a:pt x="190" y="214"/>
                </a:cubicBezTo>
                <a:cubicBezTo>
                  <a:pt x="189" y="212"/>
                  <a:pt x="186" y="211"/>
                  <a:pt x="183" y="209"/>
                </a:cubicBezTo>
                <a:cubicBezTo>
                  <a:pt x="183" y="236"/>
                  <a:pt x="183" y="236"/>
                  <a:pt x="183" y="236"/>
                </a:cubicBezTo>
                <a:cubicBezTo>
                  <a:pt x="202" y="241"/>
                  <a:pt x="215" y="247"/>
                  <a:pt x="221" y="252"/>
                </a:cubicBezTo>
                <a:cubicBezTo>
                  <a:pt x="230" y="260"/>
                  <a:pt x="234" y="270"/>
                  <a:pt x="234" y="282"/>
                </a:cubicBezTo>
                <a:cubicBezTo>
                  <a:pt x="234" y="288"/>
                  <a:pt x="233" y="295"/>
                  <a:pt x="230" y="30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4" name="椭圆 43"/>
          <p:cNvSpPr/>
          <p:nvPr/>
        </p:nvSpPr>
        <p:spPr>
          <a:xfrm>
            <a:off x="9986310" y="4603951"/>
            <a:ext cx="574766" cy="574766"/>
          </a:xfrm>
          <a:prstGeom prst="ellipse">
            <a:avLst/>
          </a:prstGeom>
          <a:solidFill>
            <a:schemeClr val="tx1">
              <a:lumMod val="65000"/>
              <a:lumOff val="3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5" name="椭圆 44"/>
          <p:cNvSpPr/>
          <p:nvPr/>
        </p:nvSpPr>
        <p:spPr>
          <a:xfrm>
            <a:off x="10642948" y="4603951"/>
            <a:ext cx="574766" cy="574766"/>
          </a:xfrm>
          <a:prstGeom prst="ellipse">
            <a:avLst/>
          </a:prstGeom>
          <a:solidFill>
            <a:schemeClr val="tx1">
              <a:lumMod val="65000"/>
              <a:lumOff val="3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6" name="椭圆 45"/>
          <p:cNvSpPr/>
          <p:nvPr/>
        </p:nvSpPr>
        <p:spPr>
          <a:xfrm>
            <a:off x="11299586" y="4603951"/>
            <a:ext cx="574766" cy="574766"/>
          </a:xfrm>
          <a:prstGeom prst="ellipse">
            <a:avLst/>
          </a:prstGeom>
          <a:solidFill>
            <a:schemeClr val="tx1">
              <a:lumMod val="65000"/>
              <a:lumOff val="3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7" name="Freeform 266"/>
          <p:cNvSpPr>
            <a:spLocks noChangeAspect="1" noEditPoints="1"/>
          </p:cNvSpPr>
          <p:nvPr/>
        </p:nvSpPr>
        <p:spPr bwMode="auto">
          <a:xfrm>
            <a:off x="10143648" y="4739945"/>
            <a:ext cx="301374" cy="330194"/>
          </a:xfrm>
          <a:custGeom>
            <a:avLst/>
            <a:gdLst>
              <a:gd name="T0" fmla="*/ 62 w 183"/>
              <a:gd name="T1" fmla="*/ 22 h 200"/>
              <a:gd name="T2" fmla="*/ 36 w 183"/>
              <a:gd name="T3" fmla="*/ 11 h 200"/>
              <a:gd name="T4" fmla="*/ 0 w 183"/>
              <a:gd name="T5" fmla="*/ 48 h 200"/>
              <a:gd name="T6" fmla="*/ 9 w 183"/>
              <a:gd name="T7" fmla="*/ 73 h 200"/>
              <a:gd name="T8" fmla="*/ 62 w 183"/>
              <a:gd name="T9" fmla="*/ 22 h 200"/>
              <a:gd name="T10" fmla="*/ 147 w 183"/>
              <a:gd name="T11" fmla="*/ 11 h 200"/>
              <a:gd name="T12" fmla="*/ 119 w 183"/>
              <a:gd name="T13" fmla="*/ 23 h 200"/>
              <a:gd name="T14" fmla="*/ 170 w 183"/>
              <a:gd name="T15" fmla="*/ 76 h 200"/>
              <a:gd name="T16" fmla="*/ 183 w 183"/>
              <a:gd name="T17" fmla="*/ 48 h 200"/>
              <a:gd name="T18" fmla="*/ 147 w 183"/>
              <a:gd name="T19" fmla="*/ 11 h 200"/>
              <a:gd name="T20" fmla="*/ 169 w 183"/>
              <a:gd name="T21" fmla="*/ 103 h 200"/>
              <a:gd name="T22" fmla="*/ 96 w 183"/>
              <a:gd name="T23" fmla="*/ 23 h 200"/>
              <a:gd name="T24" fmla="*/ 96 w 183"/>
              <a:gd name="T25" fmla="*/ 6 h 200"/>
              <a:gd name="T26" fmla="*/ 98 w 183"/>
              <a:gd name="T27" fmla="*/ 6 h 200"/>
              <a:gd name="T28" fmla="*/ 102 w 183"/>
              <a:gd name="T29" fmla="*/ 3 h 200"/>
              <a:gd name="T30" fmla="*/ 98 w 183"/>
              <a:gd name="T31" fmla="*/ 0 h 200"/>
              <a:gd name="T32" fmla="*/ 81 w 183"/>
              <a:gd name="T33" fmla="*/ 0 h 200"/>
              <a:gd name="T34" fmla="*/ 78 w 183"/>
              <a:gd name="T35" fmla="*/ 3 h 200"/>
              <a:gd name="T36" fmla="*/ 81 w 183"/>
              <a:gd name="T37" fmla="*/ 6 h 200"/>
              <a:gd name="T38" fmla="*/ 84 w 183"/>
              <a:gd name="T39" fmla="*/ 6 h 200"/>
              <a:gd name="T40" fmla="*/ 84 w 183"/>
              <a:gd name="T41" fmla="*/ 23 h 200"/>
              <a:gd name="T42" fmla="*/ 9 w 183"/>
              <a:gd name="T43" fmla="*/ 103 h 200"/>
              <a:gd name="T44" fmla="*/ 38 w 183"/>
              <a:gd name="T45" fmla="*/ 164 h 200"/>
              <a:gd name="T46" fmla="*/ 29 w 183"/>
              <a:gd name="T47" fmla="*/ 190 h 200"/>
              <a:gd name="T48" fmla="*/ 33 w 183"/>
              <a:gd name="T49" fmla="*/ 198 h 200"/>
              <a:gd name="T50" fmla="*/ 35 w 183"/>
              <a:gd name="T51" fmla="*/ 199 h 200"/>
              <a:gd name="T52" fmla="*/ 43 w 183"/>
              <a:gd name="T53" fmla="*/ 196 h 200"/>
              <a:gd name="T54" fmla="*/ 53 w 183"/>
              <a:gd name="T55" fmla="*/ 174 h 200"/>
              <a:gd name="T56" fmla="*/ 89 w 183"/>
              <a:gd name="T57" fmla="*/ 183 h 200"/>
              <a:gd name="T58" fmla="*/ 125 w 183"/>
              <a:gd name="T59" fmla="*/ 174 h 200"/>
              <a:gd name="T60" fmla="*/ 136 w 183"/>
              <a:gd name="T61" fmla="*/ 196 h 200"/>
              <a:gd name="T62" fmla="*/ 144 w 183"/>
              <a:gd name="T63" fmla="*/ 199 h 200"/>
              <a:gd name="T64" fmla="*/ 146 w 183"/>
              <a:gd name="T65" fmla="*/ 198 h 200"/>
              <a:gd name="T66" fmla="*/ 149 w 183"/>
              <a:gd name="T67" fmla="*/ 190 h 200"/>
              <a:gd name="T68" fmla="*/ 141 w 183"/>
              <a:gd name="T69" fmla="*/ 164 h 200"/>
              <a:gd name="T70" fmla="*/ 169 w 183"/>
              <a:gd name="T71" fmla="*/ 103 h 200"/>
              <a:gd name="T72" fmla="*/ 89 w 183"/>
              <a:gd name="T73" fmla="*/ 167 h 200"/>
              <a:gd name="T74" fmla="*/ 25 w 183"/>
              <a:gd name="T75" fmla="*/ 103 h 200"/>
              <a:gd name="T76" fmla="*/ 89 w 183"/>
              <a:gd name="T77" fmla="*/ 39 h 200"/>
              <a:gd name="T78" fmla="*/ 153 w 183"/>
              <a:gd name="T79" fmla="*/ 103 h 200"/>
              <a:gd name="T80" fmla="*/ 89 w 183"/>
              <a:gd name="T81" fmla="*/ 167 h 200"/>
              <a:gd name="T82" fmla="*/ 97 w 183"/>
              <a:gd name="T83" fmla="*/ 111 h 200"/>
              <a:gd name="T84" fmla="*/ 100 w 183"/>
              <a:gd name="T85" fmla="*/ 103 h 200"/>
              <a:gd name="T86" fmla="*/ 91 w 183"/>
              <a:gd name="T87" fmla="*/ 92 h 200"/>
              <a:gd name="T88" fmla="*/ 91 w 183"/>
              <a:gd name="T89" fmla="*/ 55 h 200"/>
              <a:gd name="T90" fmla="*/ 89 w 183"/>
              <a:gd name="T91" fmla="*/ 53 h 200"/>
              <a:gd name="T92" fmla="*/ 87 w 183"/>
              <a:gd name="T93" fmla="*/ 55 h 200"/>
              <a:gd name="T94" fmla="*/ 87 w 183"/>
              <a:gd name="T95" fmla="*/ 92 h 200"/>
              <a:gd name="T96" fmla="*/ 78 w 183"/>
              <a:gd name="T97" fmla="*/ 103 h 200"/>
              <a:gd name="T98" fmla="*/ 89 w 183"/>
              <a:gd name="T99" fmla="*/ 114 h 200"/>
              <a:gd name="T100" fmla="*/ 93 w 183"/>
              <a:gd name="T101" fmla="*/ 113 h 200"/>
              <a:gd name="T102" fmla="*/ 104 w 183"/>
              <a:gd name="T103" fmla="*/ 131 h 200"/>
              <a:gd name="T104" fmla="*/ 107 w 183"/>
              <a:gd name="T105" fmla="*/ 132 h 200"/>
              <a:gd name="T106" fmla="*/ 108 w 183"/>
              <a:gd name="T107" fmla="*/ 129 h 200"/>
              <a:gd name="T108" fmla="*/ 97 w 183"/>
              <a:gd name="T109" fmla="*/ 111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3" h="200">
                <a:moveTo>
                  <a:pt x="62" y="22"/>
                </a:moveTo>
                <a:cubicBezTo>
                  <a:pt x="56" y="15"/>
                  <a:pt x="46" y="11"/>
                  <a:pt x="36" y="11"/>
                </a:cubicBezTo>
                <a:cubicBezTo>
                  <a:pt x="16" y="11"/>
                  <a:pt x="0" y="28"/>
                  <a:pt x="0" y="48"/>
                </a:cubicBezTo>
                <a:cubicBezTo>
                  <a:pt x="0" y="57"/>
                  <a:pt x="3" y="66"/>
                  <a:pt x="9" y="73"/>
                </a:cubicBezTo>
                <a:cubicBezTo>
                  <a:pt x="18" y="49"/>
                  <a:pt x="38" y="30"/>
                  <a:pt x="62" y="22"/>
                </a:cubicBezTo>
                <a:close/>
                <a:moveTo>
                  <a:pt x="147" y="11"/>
                </a:moveTo>
                <a:cubicBezTo>
                  <a:pt x="136" y="11"/>
                  <a:pt x="126" y="16"/>
                  <a:pt x="119" y="23"/>
                </a:cubicBezTo>
                <a:cubicBezTo>
                  <a:pt x="143" y="32"/>
                  <a:pt x="162" y="52"/>
                  <a:pt x="170" y="76"/>
                </a:cubicBezTo>
                <a:cubicBezTo>
                  <a:pt x="178" y="69"/>
                  <a:pt x="183" y="59"/>
                  <a:pt x="183" y="48"/>
                </a:cubicBezTo>
                <a:cubicBezTo>
                  <a:pt x="183" y="28"/>
                  <a:pt x="167" y="11"/>
                  <a:pt x="147" y="11"/>
                </a:cubicBezTo>
                <a:close/>
                <a:moveTo>
                  <a:pt x="169" y="103"/>
                </a:moveTo>
                <a:cubicBezTo>
                  <a:pt x="169" y="61"/>
                  <a:pt x="137" y="26"/>
                  <a:pt x="96" y="23"/>
                </a:cubicBezTo>
                <a:cubicBezTo>
                  <a:pt x="96" y="6"/>
                  <a:pt x="96" y="6"/>
                  <a:pt x="96" y="6"/>
                </a:cubicBezTo>
                <a:cubicBezTo>
                  <a:pt x="98" y="6"/>
                  <a:pt x="98" y="6"/>
                  <a:pt x="98" y="6"/>
                </a:cubicBezTo>
                <a:cubicBezTo>
                  <a:pt x="100" y="6"/>
                  <a:pt x="102" y="5"/>
                  <a:pt x="102" y="3"/>
                </a:cubicBezTo>
                <a:cubicBezTo>
                  <a:pt x="102" y="1"/>
                  <a:pt x="100" y="0"/>
                  <a:pt x="98" y="0"/>
                </a:cubicBezTo>
                <a:cubicBezTo>
                  <a:pt x="81" y="0"/>
                  <a:pt x="81" y="0"/>
                  <a:pt x="81" y="0"/>
                </a:cubicBezTo>
                <a:cubicBezTo>
                  <a:pt x="80" y="0"/>
                  <a:pt x="78" y="1"/>
                  <a:pt x="78" y="3"/>
                </a:cubicBezTo>
                <a:cubicBezTo>
                  <a:pt x="78" y="5"/>
                  <a:pt x="80" y="6"/>
                  <a:pt x="81" y="6"/>
                </a:cubicBezTo>
                <a:cubicBezTo>
                  <a:pt x="84" y="6"/>
                  <a:pt x="84" y="6"/>
                  <a:pt x="84" y="6"/>
                </a:cubicBezTo>
                <a:cubicBezTo>
                  <a:pt x="84" y="23"/>
                  <a:pt x="84" y="23"/>
                  <a:pt x="84" y="23"/>
                </a:cubicBezTo>
                <a:cubicBezTo>
                  <a:pt x="42" y="25"/>
                  <a:pt x="9" y="60"/>
                  <a:pt x="9" y="103"/>
                </a:cubicBezTo>
                <a:cubicBezTo>
                  <a:pt x="9" y="127"/>
                  <a:pt x="20" y="150"/>
                  <a:pt x="38" y="164"/>
                </a:cubicBezTo>
                <a:cubicBezTo>
                  <a:pt x="29" y="190"/>
                  <a:pt x="29" y="190"/>
                  <a:pt x="29" y="190"/>
                </a:cubicBezTo>
                <a:cubicBezTo>
                  <a:pt x="28" y="194"/>
                  <a:pt x="30" y="197"/>
                  <a:pt x="33" y="198"/>
                </a:cubicBezTo>
                <a:cubicBezTo>
                  <a:pt x="35" y="199"/>
                  <a:pt x="35" y="199"/>
                  <a:pt x="35" y="199"/>
                </a:cubicBezTo>
                <a:cubicBezTo>
                  <a:pt x="38" y="200"/>
                  <a:pt x="41" y="199"/>
                  <a:pt x="43" y="196"/>
                </a:cubicBezTo>
                <a:cubicBezTo>
                  <a:pt x="53" y="174"/>
                  <a:pt x="53" y="174"/>
                  <a:pt x="53" y="174"/>
                </a:cubicBezTo>
                <a:cubicBezTo>
                  <a:pt x="64" y="180"/>
                  <a:pt x="76" y="183"/>
                  <a:pt x="89" y="183"/>
                </a:cubicBezTo>
                <a:cubicBezTo>
                  <a:pt x="102" y="183"/>
                  <a:pt x="114" y="180"/>
                  <a:pt x="125" y="174"/>
                </a:cubicBezTo>
                <a:cubicBezTo>
                  <a:pt x="136" y="196"/>
                  <a:pt x="136" y="196"/>
                  <a:pt x="136" y="196"/>
                </a:cubicBezTo>
                <a:cubicBezTo>
                  <a:pt x="137" y="199"/>
                  <a:pt x="141" y="200"/>
                  <a:pt x="144" y="199"/>
                </a:cubicBezTo>
                <a:cubicBezTo>
                  <a:pt x="146" y="198"/>
                  <a:pt x="146" y="198"/>
                  <a:pt x="146" y="198"/>
                </a:cubicBezTo>
                <a:cubicBezTo>
                  <a:pt x="149" y="197"/>
                  <a:pt x="150" y="194"/>
                  <a:pt x="149" y="190"/>
                </a:cubicBezTo>
                <a:cubicBezTo>
                  <a:pt x="141" y="164"/>
                  <a:pt x="141" y="164"/>
                  <a:pt x="141" y="164"/>
                </a:cubicBezTo>
                <a:cubicBezTo>
                  <a:pt x="158" y="149"/>
                  <a:pt x="169" y="127"/>
                  <a:pt x="169" y="103"/>
                </a:cubicBezTo>
                <a:close/>
                <a:moveTo>
                  <a:pt x="89" y="167"/>
                </a:moveTo>
                <a:cubicBezTo>
                  <a:pt x="54" y="167"/>
                  <a:pt x="25" y="138"/>
                  <a:pt x="25" y="103"/>
                </a:cubicBezTo>
                <a:cubicBezTo>
                  <a:pt x="25" y="67"/>
                  <a:pt x="54" y="39"/>
                  <a:pt x="89" y="39"/>
                </a:cubicBezTo>
                <a:cubicBezTo>
                  <a:pt x="124" y="39"/>
                  <a:pt x="153" y="67"/>
                  <a:pt x="153" y="103"/>
                </a:cubicBezTo>
                <a:cubicBezTo>
                  <a:pt x="153" y="138"/>
                  <a:pt x="124" y="167"/>
                  <a:pt x="89" y="167"/>
                </a:cubicBezTo>
                <a:close/>
                <a:moveTo>
                  <a:pt x="97" y="111"/>
                </a:moveTo>
                <a:cubicBezTo>
                  <a:pt x="99" y="109"/>
                  <a:pt x="100" y="106"/>
                  <a:pt x="100" y="103"/>
                </a:cubicBezTo>
                <a:cubicBezTo>
                  <a:pt x="100" y="97"/>
                  <a:pt x="96" y="93"/>
                  <a:pt x="91" y="92"/>
                </a:cubicBezTo>
                <a:cubicBezTo>
                  <a:pt x="91" y="55"/>
                  <a:pt x="91" y="55"/>
                  <a:pt x="91" y="55"/>
                </a:cubicBezTo>
                <a:cubicBezTo>
                  <a:pt x="91" y="54"/>
                  <a:pt x="90" y="53"/>
                  <a:pt x="89" y="53"/>
                </a:cubicBezTo>
                <a:cubicBezTo>
                  <a:pt x="88" y="53"/>
                  <a:pt x="87" y="54"/>
                  <a:pt x="87" y="55"/>
                </a:cubicBezTo>
                <a:cubicBezTo>
                  <a:pt x="87" y="92"/>
                  <a:pt x="87" y="92"/>
                  <a:pt x="87" y="92"/>
                </a:cubicBezTo>
                <a:cubicBezTo>
                  <a:pt x="82" y="93"/>
                  <a:pt x="78" y="97"/>
                  <a:pt x="78" y="103"/>
                </a:cubicBezTo>
                <a:cubicBezTo>
                  <a:pt x="78" y="109"/>
                  <a:pt x="83" y="114"/>
                  <a:pt x="89" y="114"/>
                </a:cubicBezTo>
                <a:cubicBezTo>
                  <a:pt x="90" y="114"/>
                  <a:pt x="92" y="114"/>
                  <a:pt x="93" y="113"/>
                </a:cubicBezTo>
                <a:cubicBezTo>
                  <a:pt x="104" y="131"/>
                  <a:pt x="104" y="131"/>
                  <a:pt x="104" y="131"/>
                </a:cubicBezTo>
                <a:cubicBezTo>
                  <a:pt x="105" y="132"/>
                  <a:pt x="106" y="133"/>
                  <a:pt x="107" y="132"/>
                </a:cubicBezTo>
                <a:cubicBezTo>
                  <a:pt x="108" y="131"/>
                  <a:pt x="109" y="130"/>
                  <a:pt x="108" y="129"/>
                </a:cubicBezTo>
                <a:lnTo>
                  <a:pt x="97" y="1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48" name="组合 50"/>
          <p:cNvGrpSpPr>
            <a:grpSpLocks noChangeAspect="1"/>
          </p:cNvGrpSpPr>
          <p:nvPr/>
        </p:nvGrpSpPr>
        <p:grpSpPr>
          <a:xfrm>
            <a:off x="10774909" y="4705446"/>
            <a:ext cx="310843" cy="361345"/>
            <a:chOff x="4471362" y="1167037"/>
            <a:chExt cx="566738" cy="658812"/>
          </a:xfrm>
          <a:solidFill>
            <a:schemeClr val="bg1"/>
          </a:solidFill>
        </p:grpSpPr>
        <p:sp>
          <p:nvSpPr>
            <p:cNvPr id="49" name="Freeform 13"/>
            <p:cNvSpPr>
              <a:spLocks/>
            </p:cNvSpPr>
            <p:nvPr/>
          </p:nvSpPr>
          <p:spPr bwMode="auto">
            <a:xfrm>
              <a:off x="4601537" y="1244824"/>
              <a:ext cx="436563" cy="581025"/>
            </a:xfrm>
            <a:custGeom>
              <a:avLst/>
              <a:gdLst>
                <a:gd name="T0" fmla="*/ 104 w 154"/>
                <a:gd name="T1" fmla="*/ 85 h 205"/>
                <a:gd name="T2" fmla="*/ 124 w 154"/>
                <a:gd name="T3" fmla="*/ 47 h 205"/>
                <a:gd name="T4" fmla="*/ 77 w 154"/>
                <a:gd name="T5" fmla="*/ 0 h 205"/>
                <a:gd name="T6" fmla="*/ 30 w 154"/>
                <a:gd name="T7" fmla="*/ 47 h 205"/>
                <a:gd name="T8" fmla="*/ 50 w 154"/>
                <a:gd name="T9" fmla="*/ 85 h 205"/>
                <a:gd name="T10" fmla="*/ 0 w 154"/>
                <a:gd name="T11" fmla="*/ 157 h 205"/>
                <a:gd name="T12" fmla="*/ 6 w 154"/>
                <a:gd name="T13" fmla="*/ 186 h 205"/>
                <a:gd name="T14" fmla="*/ 77 w 154"/>
                <a:gd name="T15" fmla="*/ 205 h 205"/>
                <a:gd name="T16" fmla="*/ 148 w 154"/>
                <a:gd name="T17" fmla="*/ 186 h 205"/>
                <a:gd name="T18" fmla="*/ 154 w 154"/>
                <a:gd name="T19" fmla="*/ 157 h 205"/>
                <a:gd name="T20" fmla="*/ 104 w 154"/>
                <a:gd name="T21" fmla="*/ 8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4" h="205">
                  <a:moveTo>
                    <a:pt x="104" y="85"/>
                  </a:moveTo>
                  <a:cubicBezTo>
                    <a:pt x="116" y="77"/>
                    <a:pt x="124" y="63"/>
                    <a:pt x="124" y="47"/>
                  </a:cubicBezTo>
                  <a:cubicBezTo>
                    <a:pt x="124" y="21"/>
                    <a:pt x="103" y="0"/>
                    <a:pt x="77" y="0"/>
                  </a:cubicBezTo>
                  <a:cubicBezTo>
                    <a:pt x="51" y="0"/>
                    <a:pt x="30" y="21"/>
                    <a:pt x="30" y="47"/>
                  </a:cubicBezTo>
                  <a:cubicBezTo>
                    <a:pt x="30" y="63"/>
                    <a:pt x="38" y="77"/>
                    <a:pt x="50" y="85"/>
                  </a:cubicBezTo>
                  <a:cubicBezTo>
                    <a:pt x="21" y="96"/>
                    <a:pt x="0" y="124"/>
                    <a:pt x="0" y="157"/>
                  </a:cubicBezTo>
                  <a:cubicBezTo>
                    <a:pt x="0" y="167"/>
                    <a:pt x="2" y="177"/>
                    <a:pt x="6" y="186"/>
                  </a:cubicBezTo>
                  <a:cubicBezTo>
                    <a:pt x="27" y="198"/>
                    <a:pt x="51" y="205"/>
                    <a:pt x="77" y="205"/>
                  </a:cubicBezTo>
                  <a:cubicBezTo>
                    <a:pt x="103" y="205"/>
                    <a:pt x="127" y="198"/>
                    <a:pt x="148" y="186"/>
                  </a:cubicBezTo>
                  <a:cubicBezTo>
                    <a:pt x="152" y="177"/>
                    <a:pt x="154" y="167"/>
                    <a:pt x="154" y="157"/>
                  </a:cubicBezTo>
                  <a:cubicBezTo>
                    <a:pt x="154" y="124"/>
                    <a:pt x="133" y="96"/>
                    <a:pt x="104" y="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14"/>
            <p:cNvSpPr>
              <a:spLocks/>
            </p:cNvSpPr>
            <p:nvPr/>
          </p:nvSpPr>
          <p:spPr bwMode="auto">
            <a:xfrm>
              <a:off x="4471362" y="1167037"/>
              <a:ext cx="303213" cy="519113"/>
            </a:xfrm>
            <a:custGeom>
              <a:avLst/>
              <a:gdLst>
                <a:gd name="T0" fmla="*/ 53 w 107"/>
                <a:gd name="T1" fmla="*/ 135 h 183"/>
                <a:gd name="T2" fmla="*/ 81 w 107"/>
                <a:gd name="T3" fmla="*/ 110 h 183"/>
                <a:gd name="T4" fmla="*/ 68 w 107"/>
                <a:gd name="T5" fmla="*/ 74 h 183"/>
                <a:gd name="T6" fmla="*/ 107 w 107"/>
                <a:gd name="T7" fmla="*/ 21 h 183"/>
                <a:gd name="T8" fmla="*/ 70 w 107"/>
                <a:gd name="T9" fmla="*/ 0 h 183"/>
                <a:gd name="T10" fmla="*/ 28 w 107"/>
                <a:gd name="T11" fmla="*/ 43 h 183"/>
                <a:gd name="T12" fmla="*/ 46 w 107"/>
                <a:gd name="T13" fmla="*/ 78 h 183"/>
                <a:gd name="T14" fmla="*/ 0 w 107"/>
                <a:gd name="T15" fmla="*/ 143 h 183"/>
                <a:gd name="T16" fmla="*/ 6 w 107"/>
                <a:gd name="T17" fmla="*/ 169 h 183"/>
                <a:gd name="T18" fmla="*/ 38 w 107"/>
                <a:gd name="T19" fmla="*/ 183 h 183"/>
                <a:gd name="T20" fmla="*/ 53 w 107"/>
                <a:gd name="T21" fmla="*/ 135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7" h="183">
                  <a:moveTo>
                    <a:pt x="53" y="135"/>
                  </a:moveTo>
                  <a:cubicBezTo>
                    <a:pt x="61" y="124"/>
                    <a:pt x="70" y="116"/>
                    <a:pt x="81" y="110"/>
                  </a:cubicBezTo>
                  <a:cubicBezTo>
                    <a:pt x="73" y="100"/>
                    <a:pt x="68" y="87"/>
                    <a:pt x="68" y="74"/>
                  </a:cubicBezTo>
                  <a:cubicBezTo>
                    <a:pt x="68" y="49"/>
                    <a:pt x="84" y="28"/>
                    <a:pt x="107" y="21"/>
                  </a:cubicBezTo>
                  <a:cubicBezTo>
                    <a:pt x="100" y="8"/>
                    <a:pt x="86" y="0"/>
                    <a:pt x="70" y="0"/>
                  </a:cubicBezTo>
                  <a:cubicBezTo>
                    <a:pt x="47" y="0"/>
                    <a:pt x="28" y="19"/>
                    <a:pt x="28" y="43"/>
                  </a:cubicBezTo>
                  <a:cubicBezTo>
                    <a:pt x="28" y="57"/>
                    <a:pt x="35" y="70"/>
                    <a:pt x="46" y="78"/>
                  </a:cubicBezTo>
                  <a:cubicBezTo>
                    <a:pt x="19" y="87"/>
                    <a:pt x="0" y="113"/>
                    <a:pt x="0" y="143"/>
                  </a:cubicBezTo>
                  <a:cubicBezTo>
                    <a:pt x="0" y="152"/>
                    <a:pt x="2" y="161"/>
                    <a:pt x="6" y="169"/>
                  </a:cubicBezTo>
                  <a:cubicBezTo>
                    <a:pt x="16" y="175"/>
                    <a:pt x="26" y="180"/>
                    <a:pt x="38" y="183"/>
                  </a:cubicBezTo>
                  <a:cubicBezTo>
                    <a:pt x="38" y="165"/>
                    <a:pt x="43" y="149"/>
                    <a:pt x="53"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1" name="组合 53"/>
          <p:cNvGrpSpPr>
            <a:grpSpLocks noChangeAspect="1"/>
          </p:cNvGrpSpPr>
          <p:nvPr/>
        </p:nvGrpSpPr>
        <p:grpSpPr>
          <a:xfrm>
            <a:off x="11415188" y="4705446"/>
            <a:ext cx="313710" cy="336573"/>
            <a:chOff x="7754938" y="4435476"/>
            <a:chExt cx="392113" cy="420688"/>
          </a:xfrm>
          <a:solidFill>
            <a:schemeClr val="bg1"/>
          </a:solidFill>
        </p:grpSpPr>
        <p:sp>
          <p:nvSpPr>
            <p:cNvPr id="52" name="Freeform 266"/>
            <p:cNvSpPr>
              <a:spLocks/>
            </p:cNvSpPr>
            <p:nvPr/>
          </p:nvSpPr>
          <p:spPr bwMode="auto">
            <a:xfrm>
              <a:off x="8078788" y="4529138"/>
              <a:ext cx="68263" cy="327025"/>
            </a:xfrm>
            <a:custGeom>
              <a:avLst/>
              <a:gdLst>
                <a:gd name="T0" fmla="*/ 18 w 18"/>
                <a:gd name="T1" fmla="*/ 78 h 87"/>
                <a:gd name="T2" fmla="*/ 9 w 18"/>
                <a:gd name="T3" fmla="*/ 87 h 87"/>
                <a:gd name="T4" fmla="*/ 0 w 18"/>
                <a:gd name="T5" fmla="*/ 78 h 87"/>
                <a:gd name="T6" fmla="*/ 0 w 18"/>
                <a:gd name="T7" fmla="*/ 9 h 87"/>
                <a:gd name="T8" fmla="*/ 9 w 18"/>
                <a:gd name="T9" fmla="*/ 0 h 87"/>
                <a:gd name="T10" fmla="*/ 18 w 18"/>
                <a:gd name="T11" fmla="*/ 9 h 87"/>
                <a:gd name="T12" fmla="*/ 18 w 18"/>
                <a:gd name="T13" fmla="*/ 78 h 87"/>
              </a:gdLst>
              <a:ahLst/>
              <a:cxnLst>
                <a:cxn ang="0">
                  <a:pos x="T0" y="T1"/>
                </a:cxn>
                <a:cxn ang="0">
                  <a:pos x="T2" y="T3"/>
                </a:cxn>
                <a:cxn ang="0">
                  <a:pos x="T4" y="T5"/>
                </a:cxn>
                <a:cxn ang="0">
                  <a:pos x="T6" y="T7"/>
                </a:cxn>
                <a:cxn ang="0">
                  <a:pos x="T8" y="T9"/>
                </a:cxn>
                <a:cxn ang="0">
                  <a:pos x="T10" y="T11"/>
                </a:cxn>
                <a:cxn ang="0">
                  <a:pos x="T12" y="T13"/>
                </a:cxn>
              </a:cxnLst>
              <a:rect l="0" t="0" r="r" b="b"/>
              <a:pathLst>
                <a:path w="18" h="87">
                  <a:moveTo>
                    <a:pt x="18" y="78"/>
                  </a:moveTo>
                  <a:cubicBezTo>
                    <a:pt x="18" y="83"/>
                    <a:pt x="14" y="87"/>
                    <a:pt x="9" y="87"/>
                  </a:cubicBezTo>
                  <a:cubicBezTo>
                    <a:pt x="4" y="87"/>
                    <a:pt x="0" y="83"/>
                    <a:pt x="0" y="78"/>
                  </a:cubicBezTo>
                  <a:cubicBezTo>
                    <a:pt x="0" y="9"/>
                    <a:pt x="0" y="9"/>
                    <a:pt x="0" y="9"/>
                  </a:cubicBezTo>
                  <a:cubicBezTo>
                    <a:pt x="0" y="4"/>
                    <a:pt x="4" y="0"/>
                    <a:pt x="9" y="0"/>
                  </a:cubicBezTo>
                  <a:cubicBezTo>
                    <a:pt x="14" y="0"/>
                    <a:pt x="18" y="4"/>
                    <a:pt x="18" y="9"/>
                  </a:cubicBezTo>
                  <a:lnTo>
                    <a:pt x="18" y="7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267"/>
            <p:cNvSpPr>
              <a:spLocks/>
            </p:cNvSpPr>
            <p:nvPr/>
          </p:nvSpPr>
          <p:spPr bwMode="auto">
            <a:xfrm>
              <a:off x="7977188" y="4597401"/>
              <a:ext cx="68263" cy="258763"/>
            </a:xfrm>
            <a:custGeom>
              <a:avLst/>
              <a:gdLst>
                <a:gd name="T0" fmla="*/ 18 w 18"/>
                <a:gd name="T1" fmla="*/ 60 h 69"/>
                <a:gd name="T2" fmla="*/ 9 w 18"/>
                <a:gd name="T3" fmla="*/ 69 h 69"/>
                <a:gd name="T4" fmla="*/ 0 w 18"/>
                <a:gd name="T5" fmla="*/ 60 h 69"/>
                <a:gd name="T6" fmla="*/ 0 w 18"/>
                <a:gd name="T7" fmla="*/ 9 h 69"/>
                <a:gd name="T8" fmla="*/ 9 w 18"/>
                <a:gd name="T9" fmla="*/ 0 h 69"/>
                <a:gd name="T10" fmla="*/ 18 w 18"/>
                <a:gd name="T11" fmla="*/ 9 h 69"/>
                <a:gd name="T12" fmla="*/ 18 w 18"/>
                <a:gd name="T13" fmla="*/ 60 h 69"/>
              </a:gdLst>
              <a:ahLst/>
              <a:cxnLst>
                <a:cxn ang="0">
                  <a:pos x="T0" y="T1"/>
                </a:cxn>
                <a:cxn ang="0">
                  <a:pos x="T2" y="T3"/>
                </a:cxn>
                <a:cxn ang="0">
                  <a:pos x="T4" y="T5"/>
                </a:cxn>
                <a:cxn ang="0">
                  <a:pos x="T6" y="T7"/>
                </a:cxn>
                <a:cxn ang="0">
                  <a:pos x="T8" y="T9"/>
                </a:cxn>
                <a:cxn ang="0">
                  <a:pos x="T10" y="T11"/>
                </a:cxn>
                <a:cxn ang="0">
                  <a:pos x="T12" y="T13"/>
                </a:cxn>
              </a:cxnLst>
              <a:rect l="0" t="0" r="r" b="b"/>
              <a:pathLst>
                <a:path w="18" h="69">
                  <a:moveTo>
                    <a:pt x="18" y="60"/>
                  </a:moveTo>
                  <a:cubicBezTo>
                    <a:pt x="18" y="65"/>
                    <a:pt x="14" y="69"/>
                    <a:pt x="9" y="69"/>
                  </a:cubicBezTo>
                  <a:cubicBezTo>
                    <a:pt x="4" y="69"/>
                    <a:pt x="0" y="65"/>
                    <a:pt x="0" y="60"/>
                  </a:cubicBezTo>
                  <a:cubicBezTo>
                    <a:pt x="0" y="9"/>
                    <a:pt x="0" y="9"/>
                    <a:pt x="0" y="9"/>
                  </a:cubicBezTo>
                  <a:cubicBezTo>
                    <a:pt x="0" y="4"/>
                    <a:pt x="4" y="0"/>
                    <a:pt x="9" y="0"/>
                  </a:cubicBezTo>
                  <a:cubicBezTo>
                    <a:pt x="14" y="0"/>
                    <a:pt x="18" y="4"/>
                    <a:pt x="18" y="9"/>
                  </a:cubicBezTo>
                  <a:lnTo>
                    <a:pt x="18"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268"/>
            <p:cNvSpPr>
              <a:spLocks/>
            </p:cNvSpPr>
            <p:nvPr/>
          </p:nvSpPr>
          <p:spPr bwMode="auto">
            <a:xfrm>
              <a:off x="7878763" y="4675188"/>
              <a:ext cx="68263" cy="180975"/>
            </a:xfrm>
            <a:custGeom>
              <a:avLst/>
              <a:gdLst>
                <a:gd name="T0" fmla="*/ 18 w 18"/>
                <a:gd name="T1" fmla="*/ 39 h 48"/>
                <a:gd name="T2" fmla="*/ 9 w 18"/>
                <a:gd name="T3" fmla="*/ 48 h 48"/>
                <a:gd name="T4" fmla="*/ 0 w 18"/>
                <a:gd name="T5" fmla="*/ 39 h 48"/>
                <a:gd name="T6" fmla="*/ 0 w 18"/>
                <a:gd name="T7" fmla="*/ 10 h 48"/>
                <a:gd name="T8" fmla="*/ 9 w 18"/>
                <a:gd name="T9" fmla="*/ 0 h 48"/>
                <a:gd name="T10" fmla="*/ 18 w 18"/>
                <a:gd name="T11" fmla="*/ 10 h 48"/>
                <a:gd name="T12" fmla="*/ 18 w 18"/>
                <a:gd name="T13" fmla="*/ 39 h 48"/>
              </a:gdLst>
              <a:ahLst/>
              <a:cxnLst>
                <a:cxn ang="0">
                  <a:pos x="T0" y="T1"/>
                </a:cxn>
                <a:cxn ang="0">
                  <a:pos x="T2" y="T3"/>
                </a:cxn>
                <a:cxn ang="0">
                  <a:pos x="T4" y="T5"/>
                </a:cxn>
                <a:cxn ang="0">
                  <a:pos x="T6" y="T7"/>
                </a:cxn>
                <a:cxn ang="0">
                  <a:pos x="T8" y="T9"/>
                </a:cxn>
                <a:cxn ang="0">
                  <a:pos x="T10" y="T11"/>
                </a:cxn>
                <a:cxn ang="0">
                  <a:pos x="T12" y="T13"/>
                </a:cxn>
              </a:cxnLst>
              <a:rect l="0" t="0" r="r" b="b"/>
              <a:pathLst>
                <a:path w="18" h="48">
                  <a:moveTo>
                    <a:pt x="18" y="39"/>
                  </a:moveTo>
                  <a:cubicBezTo>
                    <a:pt x="18" y="44"/>
                    <a:pt x="14" y="48"/>
                    <a:pt x="9" y="48"/>
                  </a:cubicBezTo>
                  <a:cubicBezTo>
                    <a:pt x="4" y="48"/>
                    <a:pt x="0" y="44"/>
                    <a:pt x="0" y="39"/>
                  </a:cubicBezTo>
                  <a:cubicBezTo>
                    <a:pt x="0" y="10"/>
                    <a:pt x="0" y="10"/>
                    <a:pt x="0" y="10"/>
                  </a:cubicBezTo>
                  <a:cubicBezTo>
                    <a:pt x="0" y="4"/>
                    <a:pt x="4" y="0"/>
                    <a:pt x="9" y="0"/>
                  </a:cubicBezTo>
                  <a:cubicBezTo>
                    <a:pt x="14" y="0"/>
                    <a:pt x="18" y="4"/>
                    <a:pt x="18" y="10"/>
                  </a:cubicBezTo>
                  <a:lnTo>
                    <a:pt x="18"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269"/>
            <p:cNvSpPr>
              <a:spLocks/>
            </p:cNvSpPr>
            <p:nvPr/>
          </p:nvSpPr>
          <p:spPr bwMode="auto">
            <a:xfrm>
              <a:off x="7785100" y="4729163"/>
              <a:ext cx="71438" cy="127000"/>
            </a:xfrm>
            <a:custGeom>
              <a:avLst/>
              <a:gdLst>
                <a:gd name="T0" fmla="*/ 19 w 19"/>
                <a:gd name="T1" fmla="*/ 25 h 34"/>
                <a:gd name="T2" fmla="*/ 9 w 19"/>
                <a:gd name="T3" fmla="*/ 34 h 34"/>
                <a:gd name="T4" fmla="*/ 0 w 19"/>
                <a:gd name="T5" fmla="*/ 25 h 34"/>
                <a:gd name="T6" fmla="*/ 0 w 19"/>
                <a:gd name="T7" fmla="*/ 9 h 34"/>
                <a:gd name="T8" fmla="*/ 9 w 19"/>
                <a:gd name="T9" fmla="*/ 0 h 34"/>
                <a:gd name="T10" fmla="*/ 19 w 19"/>
                <a:gd name="T11" fmla="*/ 9 h 34"/>
                <a:gd name="T12" fmla="*/ 19 w 19"/>
                <a:gd name="T13" fmla="*/ 25 h 34"/>
              </a:gdLst>
              <a:ahLst/>
              <a:cxnLst>
                <a:cxn ang="0">
                  <a:pos x="T0" y="T1"/>
                </a:cxn>
                <a:cxn ang="0">
                  <a:pos x="T2" y="T3"/>
                </a:cxn>
                <a:cxn ang="0">
                  <a:pos x="T4" y="T5"/>
                </a:cxn>
                <a:cxn ang="0">
                  <a:pos x="T6" y="T7"/>
                </a:cxn>
                <a:cxn ang="0">
                  <a:pos x="T8" y="T9"/>
                </a:cxn>
                <a:cxn ang="0">
                  <a:pos x="T10" y="T11"/>
                </a:cxn>
                <a:cxn ang="0">
                  <a:pos x="T12" y="T13"/>
                </a:cxn>
              </a:cxnLst>
              <a:rect l="0" t="0" r="r" b="b"/>
              <a:pathLst>
                <a:path w="19" h="34">
                  <a:moveTo>
                    <a:pt x="19" y="25"/>
                  </a:moveTo>
                  <a:cubicBezTo>
                    <a:pt x="19" y="30"/>
                    <a:pt x="15" y="34"/>
                    <a:pt x="9" y="34"/>
                  </a:cubicBezTo>
                  <a:cubicBezTo>
                    <a:pt x="4" y="34"/>
                    <a:pt x="0" y="30"/>
                    <a:pt x="0" y="25"/>
                  </a:cubicBezTo>
                  <a:cubicBezTo>
                    <a:pt x="0" y="9"/>
                    <a:pt x="0" y="9"/>
                    <a:pt x="0" y="9"/>
                  </a:cubicBezTo>
                  <a:cubicBezTo>
                    <a:pt x="0" y="4"/>
                    <a:pt x="4" y="0"/>
                    <a:pt x="9" y="0"/>
                  </a:cubicBezTo>
                  <a:cubicBezTo>
                    <a:pt x="15" y="0"/>
                    <a:pt x="19" y="4"/>
                    <a:pt x="19" y="9"/>
                  </a:cubicBezTo>
                  <a:lnTo>
                    <a:pt x="19"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270"/>
            <p:cNvSpPr>
              <a:spLocks/>
            </p:cNvSpPr>
            <p:nvPr/>
          </p:nvSpPr>
          <p:spPr bwMode="auto">
            <a:xfrm>
              <a:off x="7773988" y="4468813"/>
              <a:ext cx="282575" cy="188913"/>
            </a:xfrm>
            <a:custGeom>
              <a:avLst/>
              <a:gdLst>
                <a:gd name="T0" fmla="*/ 0 w 178"/>
                <a:gd name="T1" fmla="*/ 119 h 119"/>
                <a:gd name="T2" fmla="*/ 178 w 178"/>
                <a:gd name="T3" fmla="*/ 0 h 119"/>
                <a:gd name="T4" fmla="*/ 0 w 178"/>
                <a:gd name="T5" fmla="*/ 119 h 119"/>
              </a:gdLst>
              <a:ahLst/>
              <a:cxnLst>
                <a:cxn ang="0">
                  <a:pos x="T0" y="T1"/>
                </a:cxn>
                <a:cxn ang="0">
                  <a:pos x="T2" y="T3"/>
                </a:cxn>
                <a:cxn ang="0">
                  <a:pos x="T4" y="T5"/>
                </a:cxn>
              </a:cxnLst>
              <a:rect l="0" t="0" r="r" b="b"/>
              <a:pathLst>
                <a:path w="178" h="119">
                  <a:moveTo>
                    <a:pt x="0" y="119"/>
                  </a:moveTo>
                  <a:lnTo>
                    <a:pt x="178" y="0"/>
                  </a:lnTo>
                  <a:lnTo>
                    <a:pt x="0" y="1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Line 271"/>
            <p:cNvSpPr>
              <a:spLocks noChangeShapeType="1"/>
            </p:cNvSpPr>
            <p:nvPr/>
          </p:nvSpPr>
          <p:spPr bwMode="auto">
            <a:xfrm flipV="1">
              <a:off x="7773988" y="4468813"/>
              <a:ext cx="282575" cy="188913"/>
            </a:xfrm>
            <a:prstGeom prst="lin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272"/>
            <p:cNvSpPr>
              <a:spLocks/>
            </p:cNvSpPr>
            <p:nvPr/>
          </p:nvSpPr>
          <p:spPr bwMode="auto">
            <a:xfrm>
              <a:off x="7754938" y="4446588"/>
              <a:ext cx="320675" cy="233363"/>
            </a:xfrm>
            <a:custGeom>
              <a:avLst/>
              <a:gdLst>
                <a:gd name="T0" fmla="*/ 7 w 85"/>
                <a:gd name="T1" fmla="*/ 59 h 62"/>
                <a:gd name="T2" fmla="*/ 82 w 85"/>
                <a:gd name="T3" fmla="*/ 9 h 62"/>
                <a:gd name="T4" fmla="*/ 78 w 85"/>
                <a:gd name="T5" fmla="*/ 3 h 62"/>
                <a:gd name="T6" fmla="*/ 3 w 85"/>
                <a:gd name="T7" fmla="*/ 53 h 62"/>
                <a:gd name="T8" fmla="*/ 7 w 85"/>
                <a:gd name="T9" fmla="*/ 59 h 62"/>
              </a:gdLst>
              <a:ahLst/>
              <a:cxnLst>
                <a:cxn ang="0">
                  <a:pos x="T0" y="T1"/>
                </a:cxn>
                <a:cxn ang="0">
                  <a:pos x="T2" y="T3"/>
                </a:cxn>
                <a:cxn ang="0">
                  <a:pos x="T4" y="T5"/>
                </a:cxn>
                <a:cxn ang="0">
                  <a:pos x="T6" y="T7"/>
                </a:cxn>
                <a:cxn ang="0">
                  <a:pos x="T8" y="T9"/>
                </a:cxn>
              </a:cxnLst>
              <a:rect l="0" t="0" r="r" b="b"/>
              <a:pathLst>
                <a:path w="85" h="62">
                  <a:moveTo>
                    <a:pt x="7" y="59"/>
                  </a:moveTo>
                  <a:cubicBezTo>
                    <a:pt x="32" y="42"/>
                    <a:pt x="57" y="26"/>
                    <a:pt x="82" y="9"/>
                  </a:cubicBezTo>
                  <a:cubicBezTo>
                    <a:pt x="85" y="6"/>
                    <a:pt x="82" y="0"/>
                    <a:pt x="78" y="3"/>
                  </a:cubicBezTo>
                  <a:cubicBezTo>
                    <a:pt x="53" y="20"/>
                    <a:pt x="28" y="36"/>
                    <a:pt x="3" y="53"/>
                  </a:cubicBezTo>
                  <a:cubicBezTo>
                    <a:pt x="0" y="56"/>
                    <a:pt x="3" y="62"/>
                    <a:pt x="7"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273"/>
            <p:cNvSpPr>
              <a:spLocks/>
            </p:cNvSpPr>
            <p:nvPr/>
          </p:nvSpPr>
          <p:spPr bwMode="auto">
            <a:xfrm>
              <a:off x="7969250" y="4435476"/>
              <a:ext cx="123825" cy="123825"/>
            </a:xfrm>
            <a:custGeom>
              <a:avLst/>
              <a:gdLst>
                <a:gd name="T0" fmla="*/ 5 w 33"/>
                <a:gd name="T1" fmla="*/ 9 h 33"/>
                <a:gd name="T2" fmla="*/ 28 w 33"/>
                <a:gd name="T3" fmla="*/ 11 h 33"/>
                <a:gd name="T4" fmla="*/ 23 w 33"/>
                <a:gd name="T5" fmla="*/ 5 h 33"/>
                <a:gd name="T6" fmla="*/ 17 w 33"/>
                <a:gd name="T7" fmla="*/ 25 h 33"/>
                <a:gd name="T8" fmla="*/ 25 w 33"/>
                <a:gd name="T9" fmla="*/ 27 h 33"/>
                <a:gd name="T10" fmla="*/ 32 w 33"/>
                <a:gd name="T11" fmla="*/ 7 h 33"/>
                <a:gd name="T12" fmla="*/ 28 w 33"/>
                <a:gd name="T13" fmla="*/ 2 h 33"/>
                <a:gd name="T14" fmla="*/ 5 w 33"/>
                <a:gd name="T15" fmla="*/ 0 h 33"/>
                <a:gd name="T16" fmla="*/ 5 w 33"/>
                <a:gd name="T17" fmla="*/ 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3">
                  <a:moveTo>
                    <a:pt x="5" y="9"/>
                  </a:moveTo>
                  <a:cubicBezTo>
                    <a:pt x="13" y="10"/>
                    <a:pt x="20" y="10"/>
                    <a:pt x="28" y="11"/>
                  </a:cubicBezTo>
                  <a:cubicBezTo>
                    <a:pt x="26" y="9"/>
                    <a:pt x="25" y="7"/>
                    <a:pt x="23" y="5"/>
                  </a:cubicBezTo>
                  <a:cubicBezTo>
                    <a:pt x="21" y="12"/>
                    <a:pt x="19" y="18"/>
                    <a:pt x="17" y="25"/>
                  </a:cubicBezTo>
                  <a:cubicBezTo>
                    <a:pt x="15" y="30"/>
                    <a:pt x="24" y="33"/>
                    <a:pt x="25" y="27"/>
                  </a:cubicBezTo>
                  <a:cubicBezTo>
                    <a:pt x="28" y="21"/>
                    <a:pt x="30" y="14"/>
                    <a:pt x="32" y="7"/>
                  </a:cubicBezTo>
                  <a:cubicBezTo>
                    <a:pt x="33" y="4"/>
                    <a:pt x="30" y="2"/>
                    <a:pt x="28" y="2"/>
                  </a:cubicBezTo>
                  <a:cubicBezTo>
                    <a:pt x="20" y="1"/>
                    <a:pt x="13" y="0"/>
                    <a:pt x="5" y="0"/>
                  </a:cubicBezTo>
                  <a:cubicBezTo>
                    <a:pt x="0" y="0"/>
                    <a:pt x="0" y="9"/>
                    <a:pt x="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60" name="文本框 59"/>
          <p:cNvSpPr txBox="1"/>
          <p:nvPr/>
        </p:nvSpPr>
        <p:spPr>
          <a:xfrm>
            <a:off x="7898813" y="2308452"/>
            <a:ext cx="3784365" cy="338554"/>
          </a:xfrm>
          <a:prstGeom prst="rect">
            <a:avLst/>
          </a:prstGeom>
          <a:noFill/>
        </p:spPr>
        <p:txBody>
          <a:bodyPr wrap="square" rtlCol="0" anchor="ctr">
            <a:spAutoFit/>
          </a:bodyPr>
          <a:lstStyle/>
          <a:p>
            <a:pPr algn="r"/>
            <a:r>
              <a:rPr lang="zh-CN" altLang="en-US" sz="1600" dirty="0">
                <a:solidFill>
                  <a:schemeClr val="tx1">
                    <a:lumMod val="65000"/>
                    <a:lumOff val="35000"/>
                  </a:schemeClr>
                </a:solidFill>
              </a:rPr>
              <a:t>添加副标题，添加内容添加内容</a:t>
            </a:r>
          </a:p>
        </p:txBody>
      </p:sp>
      <p:sp>
        <p:nvSpPr>
          <p:cNvPr id="61" name="矩形 60"/>
          <p:cNvSpPr/>
          <p:nvPr/>
        </p:nvSpPr>
        <p:spPr>
          <a:xfrm>
            <a:off x="11683178" y="1915838"/>
            <a:ext cx="72000" cy="684000"/>
          </a:xfrm>
          <a:prstGeom prst="rect">
            <a:avLst/>
          </a:prstGeom>
          <a:solidFill>
            <a:srgbClr val="7861D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2" name="组合 29"/>
          <p:cNvGrpSpPr/>
          <p:nvPr/>
        </p:nvGrpSpPr>
        <p:grpSpPr>
          <a:xfrm flipV="1">
            <a:off x="8656321" y="1495753"/>
            <a:ext cx="354608" cy="592071"/>
            <a:chOff x="8552643" y="1322650"/>
            <a:chExt cx="458285" cy="765175"/>
          </a:xfrm>
        </p:grpSpPr>
        <p:sp>
          <p:nvSpPr>
            <p:cNvPr id="63" name="任意多边形 81"/>
            <p:cNvSpPr/>
            <p:nvPr/>
          </p:nvSpPr>
          <p:spPr>
            <a:xfrm>
              <a:off x="8573784" y="1543313"/>
              <a:ext cx="437144" cy="544512"/>
            </a:xfrm>
            <a:custGeom>
              <a:avLst/>
              <a:gdLst>
                <a:gd name="connsiteX0" fmla="*/ 361950 w 361950"/>
                <a:gd name="connsiteY0" fmla="*/ 0 h 450850"/>
                <a:gd name="connsiteX1" fmla="*/ 0 w 361950"/>
                <a:gd name="connsiteY1" fmla="*/ 317500 h 450850"/>
                <a:gd name="connsiteX2" fmla="*/ 146050 w 361950"/>
                <a:gd name="connsiteY2" fmla="*/ 450850 h 450850"/>
                <a:gd name="connsiteX3" fmla="*/ 361950 w 361950"/>
                <a:gd name="connsiteY3" fmla="*/ 0 h 450850"/>
              </a:gdLst>
              <a:ahLst/>
              <a:cxnLst>
                <a:cxn ang="0">
                  <a:pos x="connsiteX0" y="connsiteY0"/>
                </a:cxn>
                <a:cxn ang="0">
                  <a:pos x="connsiteX1" y="connsiteY1"/>
                </a:cxn>
                <a:cxn ang="0">
                  <a:pos x="connsiteX2" y="connsiteY2"/>
                </a:cxn>
                <a:cxn ang="0">
                  <a:pos x="connsiteX3" y="connsiteY3"/>
                </a:cxn>
              </a:cxnLst>
              <a:rect l="l" t="t" r="r" b="b"/>
              <a:pathLst>
                <a:path w="361950" h="450850">
                  <a:moveTo>
                    <a:pt x="361950" y="0"/>
                  </a:moveTo>
                  <a:lnTo>
                    <a:pt x="0" y="317500"/>
                  </a:lnTo>
                  <a:lnTo>
                    <a:pt x="146050" y="450850"/>
                  </a:lnTo>
                  <a:lnTo>
                    <a:pt x="361950" y="0"/>
                  </a:lnTo>
                  <a:close/>
                </a:path>
              </a:pathLst>
            </a:custGeom>
            <a:solidFill>
              <a:srgbClr val="7861D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4" name="任意多边形 82"/>
            <p:cNvSpPr/>
            <p:nvPr/>
          </p:nvSpPr>
          <p:spPr>
            <a:xfrm>
              <a:off x="8552643" y="1322650"/>
              <a:ext cx="346076" cy="173038"/>
            </a:xfrm>
            <a:custGeom>
              <a:avLst/>
              <a:gdLst>
                <a:gd name="connsiteX0" fmla="*/ 0 w 241300"/>
                <a:gd name="connsiteY0" fmla="*/ 0 h 120650"/>
                <a:gd name="connsiteX1" fmla="*/ 107950 w 241300"/>
                <a:gd name="connsiteY1" fmla="*/ 120650 h 120650"/>
                <a:gd name="connsiteX2" fmla="*/ 241300 w 241300"/>
                <a:gd name="connsiteY2" fmla="*/ 69850 h 120650"/>
                <a:gd name="connsiteX3" fmla="*/ 0 w 241300"/>
                <a:gd name="connsiteY3" fmla="*/ 0 h 120650"/>
              </a:gdLst>
              <a:ahLst/>
              <a:cxnLst>
                <a:cxn ang="0">
                  <a:pos x="connsiteX0" y="connsiteY0"/>
                </a:cxn>
                <a:cxn ang="0">
                  <a:pos x="connsiteX1" y="connsiteY1"/>
                </a:cxn>
                <a:cxn ang="0">
                  <a:pos x="connsiteX2" y="connsiteY2"/>
                </a:cxn>
                <a:cxn ang="0">
                  <a:pos x="connsiteX3" y="connsiteY3"/>
                </a:cxn>
              </a:cxnLst>
              <a:rect l="l" t="t" r="r" b="b"/>
              <a:pathLst>
                <a:path w="241300" h="120650">
                  <a:moveTo>
                    <a:pt x="0" y="0"/>
                  </a:moveTo>
                  <a:lnTo>
                    <a:pt x="107950" y="120650"/>
                  </a:lnTo>
                  <a:lnTo>
                    <a:pt x="241300" y="69850"/>
                  </a:lnTo>
                  <a:lnTo>
                    <a:pt x="0" y="0"/>
                  </a:lnTo>
                  <a:close/>
                </a:path>
              </a:pathLst>
            </a:custGeom>
            <a:solidFill>
              <a:srgbClr val="7861D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65" name="矩形 64"/>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四项层级</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944423230"/>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33"/>
          <p:cNvGrpSpPr/>
          <p:nvPr/>
        </p:nvGrpSpPr>
        <p:grpSpPr>
          <a:xfrm>
            <a:off x="0" y="2809154"/>
            <a:ext cx="11498263" cy="2403475"/>
            <a:chOff x="0" y="1874901"/>
            <a:chExt cx="11498263" cy="2403475"/>
          </a:xfrm>
        </p:grpSpPr>
        <p:grpSp>
          <p:nvGrpSpPr>
            <p:cNvPr id="3" name="Group 4"/>
            <p:cNvGrpSpPr>
              <a:grpSpLocks noChangeAspect="1"/>
            </p:cNvGrpSpPr>
            <p:nvPr/>
          </p:nvGrpSpPr>
          <p:grpSpPr bwMode="auto">
            <a:xfrm>
              <a:off x="0" y="1874901"/>
              <a:ext cx="11498263" cy="2403475"/>
              <a:chOff x="0" y="1078"/>
              <a:chExt cx="7243" cy="1514"/>
            </a:xfrm>
          </p:grpSpPr>
          <p:sp>
            <p:nvSpPr>
              <p:cNvPr id="21" name="Freeform 10"/>
              <p:cNvSpPr>
                <a:spLocks/>
              </p:cNvSpPr>
              <p:nvPr/>
            </p:nvSpPr>
            <p:spPr bwMode="auto">
              <a:xfrm>
                <a:off x="959" y="1078"/>
                <a:ext cx="1503" cy="1514"/>
              </a:xfrm>
              <a:custGeom>
                <a:avLst/>
                <a:gdLst>
                  <a:gd name="T0" fmla="*/ 0 w 1503"/>
                  <a:gd name="T1" fmla="*/ 0 h 1514"/>
                  <a:gd name="T2" fmla="*/ 931 w 1503"/>
                  <a:gd name="T3" fmla="*/ 1514 h 1514"/>
                  <a:gd name="T4" fmla="*/ 1503 w 1503"/>
                  <a:gd name="T5" fmla="*/ 1514 h 1514"/>
                  <a:gd name="T6" fmla="*/ 572 w 1503"/>
                  <a:gd name="T7" fmla="*/ 0 h 1514"/>
                  <a:gd name="T8" fmla="*/ 0 w 1503"/>
                  <a:gd name="T9" fmla="*/ 0 h 1514"/>
                </a:gdLst>
                <a:ahLst/>
                <a:cxnLst>
                  <a:cxn ang="0">
                    <a:pos x="T0" y="T1"/>
                  </a:cxn>
                  <a:cxn ang="0">
                    <a:pos x="T2" y="T3"/>
                  </a:cxn>
                  <a:cxn ang="0">
                    <a:pos x="T4" y="T5"/>
                  </a:cxn>
                  <a:cxn ang="0">
                    <a:pos x="T6" y="T7"/>
                  </a:cxn>
                  <a:cxn ang="0">
                    <a:pos x="T8" y="T9"/>
                  </a:cxn>
                </a:cxnLst>
                <a:rect l="0" t="0" r="r" b="b"/>
                <a:pathLst>
                  <a:path w="1503" h="1514">
                    <a:moveTo>
                      <a:pt x="0" y="0"/>
                    </a:moveTo>
                    <a:lnTo>
                      <a:pt x="931" y="1514"/>
                    </a:lnTo>
                    <a:lnTo>
                      <a:pt x="1503" y="1514"/>
                    </a:lnTo>
                    <a:lnTo>
                      <a:pt x="572" y="0"/>
                    </a:lnTo>
                    <a:lnTo>
                      <a:pt x="0" y="0"/>
                    </a:lnTo>
                    <a:close/>
                  </a:path>
                </a:pathLst>
              </a:custGeom>
              <a:solidFill>
                <a:schemeClr val="bg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11"/>
              <p:cNvSpPr>
                <a:spLocks/>
              </p:cNvSpPr>
              <p:nvPr/>
            </p:nvSpPr>
            <p:spPr bwMode="auto">
              <a:xfrm>
                <a:off x="2327" y="1078"/>
                <a:ext cx="1498" cy="1514"/>
              </a:xfrm>
              <a:custGeom>
                <a:avLst/>
                <a:gdLst>
                  <a:gd name="T0" fmla="*/ 0 w 1498"/>
                  <a:gd name="T1" fmla="*/ 0 h 1514"/>
                  <a:gd name="T2" fmla="*/ 926 w 1498"/>
                  <a:gd name="T3" fmla="*/ 1514 h 1514"/>
                  <a:gd name="T4" fmla="*/ 1498 w 1498"/>
                  <a:gd name="T5" fmla="*/ 1514 h 1514"/>
                  <a:gd name="T6" fmla="*/ 572 w 1498"/>
                  <a:gd name="T7" fmla="*/ 0 h 1514"/>
                  <a:gd name="T8" fmla="*/ 0 w 1498"/>
                  <a:gd name="T9" fmla="*/ 0 h 1514"/>
                </a:gdLst>
                <a:ahLst/>
                <a:cxnLst>
                  <a:cxn ang="0">
                    <a:pos x="T0" y="T1"/>
                  </a:cxn>
                  <a:cxn ang="0">
                    <a:pos x="T2" y="T3"/>
                  </a:cxn>
                  <a:cxn ang="0">
                    <a:pos x="T4" y="T5"/>
                  </a:cxn>
                  <a:cxn ang="0">
                    <a:pos x="T6" y="T7"/>
                  </a:cxn>
                  <a:cxn ang="0">
                    <a:pos x="T8" y="T9"/>
                  </a:cxn>
                </a:cxnLst>
                <a:rect l="0" t="0" r="r" b="b"/>
                <a:pathLst>
                  <a:path w="1498" h="1514">
                    <a:moveTo>
                      <a:pt x="0" y="0"/>
                    </a:moveTo>
                    <a:lnTo>
                      <a:pt x="926" y="1514"/>
                    </a:lnTo>
                    <a:lnTo>
                      <a:pt x="1498" y="1514"/>
                    </a:lnTo>
                    <a:lnTo>
                      <a:pt x="572" y="0"/>
                    </a:lnTo>
                    <a:lnTo>
                      <a:pt x="0" y="0"/>
                    </a:lnTo>
                    <a:close/>
                  </a:path>
                </a:pathLst>
              </a:custGeom>
              <a:solidFill>
                <a:schemeClr val="bg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12"/>
              <p:cNvSpPr>
                <a:spLocks/>
              </p:cNvSpPr>
              <p:nvPr/>
            </p:nvSpPr>
            <p:spPr bwMode="auto">
              <a:xfrm>
                <a:off x="3689" y="1078"/>
                <a:ext cx="1498" cy="1514"/>
              </a:xfrm>
              <a:custGeom>
                <a:avLst/>
                <a:gdLst>
                  <a:gd name="T0" fmla="*/ 0 w 1498"/>
                  <a:gd name="T1" fmla="*/ 0 h 1514"/>
                  <a:gd name="T2" fmla="*/ 926 w 1498"/>
                  <a:gd name="T3" fmla="*/ 1514 h 1514"/>
                  <a:gd name="T4" fmla="*/ 1498 w 1498"/>
                  <a:gd name="T5" fmla="*/ 1514 h 1514"/>
                  <a:gd name="T6" fmla="*/ 572 w 1498"/>
                  <a:gd name="T7" fmla="*/ 0 h 1514"/>
                  <a:gd name="T8" fmla="*/ 0 w 1498"/>
                  <a:gd name="T9" fmla="*/ 0 h 1514"/>
                </a:gdLst>
                <a:ahLst/>
                <a:cxnLst>
                  <a:cxn ang="0">
                    <a:pos x="T0" y="T1"/>
                  </a:cxn>
                  <a:cxn ang="0">
                    <a:pos x="T2" y="T3"/>
                  </a:cxn>
                  <a:cxn ang="0">
                    <a:pos x="T4" y="T5"/>
                  </a:cxn>
                  <a:cxn ang="0">
                    <a:pos x="T6" y="T7"/>
                  </a:cxn>
                  <a:cxn ang="0">
                    <a:pos x="T8" y="T9"/>
                  </a:cxn>
                </a:cxnLst>
                <a:rect l="0" t="0" r="r" b="b"/>
                <a:pathLst>
                  <a:path w="1498" h="1514">
                    <a:moveTo>
                      <a:pt x="0" y="0"/>
                    </a:moveTo>
                    <a:lnTo>
                      <a:pt x="926" y="1514"/>
                    </a:lnTo>
                    <a:lnTo>
                      <a:pt x="1498" y="1514"/>
                    </a:lnTo>
                    <a:lnTo>
                      <a:pt x="572" y="0"/>
                    </a:lnTo>
                    <a:lnTo>
                      <a:pt x="0" y="0"/>
                    </a:lnTo>
                    <a:close/>
                  </a:path>
                </a:pathLst>
              </a:custGeom>
              <a:solidFill>
                <a:schemeClr val="bg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13"/>
              <p:cNvSpPr>
                <a:spLocks/>
              </p:cNvSpPr>
              <p:nvPr/>
            </p:nvSpPr>
            <p:spPr bwMode="auto">
              <a:xfrm>
                <a:off x="234" y="2214"/>
                <a:ext cx="930" cy="378"/>
              </a:xfrm>
              <a:custGeom>
                <a:avLst/>
                <a:gdLst>
                  <a:gd name="T0" fmla="*/ 288 w 970"/>
                  <a:gd name="T1" fmla="*/ 378 h 378"/>
                  <a:gd name="T2" fmla="*/ 0 w 970"/>
                  <a:gd name="T3" fmla="*/ 0 h 378"/>
                  <a:gd name="T4" fmla="*/ 970 w 970"/>
                  <a:gd name="T5" fmla="*/ 0 h 378"/>
                  <a:gd name="T6" fmla="*/ 860 w 970"/>
                  <a:gd name="T7" fmla="*/ 378 h 378"/>
                  <a:gd name="T8" fmla="*/ 288 w 970"/>
                  <a:gd name="T9" fmla="*/ 378 h 378"/>
                </a:gdLst>
                <a:ahLst/>
                <a:cxnLst>
                  <a:cxn ang="0">
                    <a:pos x="T0" y="T1"/>
                  </a:cxn>
                  <a:cxn ang="0">
                    <a:pos x="T2" y="T3"/>
                  </a:cxn>
                  <a:cxn ang="0">
                    <a:pos x="T4" y="T5"/>
                  </a:cxn>
                  <a:cxn ang="0">
                    <a:pos x="T6" y="T7"/>
                  </a:cxn>
                  <a:cxn ang="0">
                    <a:pos x="T8" y="T9"/>
                  </a:cxn>
                </a:cxnLst>
                <a:rect l="0" t="0" r="r" b="b"/>
                <a:pathLst>
                  <a:path w="970" h="378">
                    <a:moveTo>
                      <a:pt x="288" y="378"/>
                    </a:moveTo>
                    <a:lnTo>
                      <a:pt x="0" y="0"/>
                    </a:lnTo>
                    <a:lnTo>
                      <a:pt x="970" y="0"/>
                    </a:lnTo>
                    <a:lnTo>
                      <a:pt x="860" y="378"/>
                    </a:lnTo>
                    <a:lnTo>
                      <a:pt x="288" y="378"/>
                    </a:lnTo>
                    <a:close/>
                  </a:path>
                </a:pathLst>
              </a:custGeom>
              <a:solidFill>
                <a:schemeClr val="bg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14"/>
              <p:cNvSpPr>
                <a:spLocks/>
              </p:cNvSpPr>
              <p:nvPr/>
            </p:nvSpPr>
            <p:spPr bwMode="auto">
              <a:xfrm>
                <a:off x="4942" y="1078"/>
                <a:ext cx="1021" cy="379"/>
              </a:xfrm>
              <a:custGeom>
                <a:avLst/>
                <a:gdLst>
                  <a:gd name="T0" fmla="*/ 680 w 1021"/>
                  <a:gd name="T1" fmla="*/ 0 h 379"/>
                  <a:gd name="T2" fmla="*/ 1021 w 1021"/>
                  <a:gd name="T3" fmla="*/ 379 h 379"/>
                  <a:gd name="T4" fmla="*/ 0 w 1021"/>
                  <a:gd name="T5" fmla="*/ 379 h 379"/>
                  <a:gd name="T6" fmla="*/ 108 w 1021"/>
                  <a:gd name="T7" fmla="*/ 0 h 379"/>
                  <a:gd name="T8" fmla="*/ 680 w 1021"/>
                  <a:gd name="T9" fmla="*/ 0 h 379"/>
                </a:gdLst>
                <a:ahLst/>
                <a:cxnLst>
                  <a:cxn ang="0">
                    <a:pos x="T0" y="T1"/>
                  </a:cxn>
                  <a:cxn ang="0">
                    <a:pos x="T2" y="T3"/>
                  </a:cxn>
                  <a:cxn ang="0">
                    <a:pos x="T4" y="T5"/>
                  </a:cxn>
                  <a:cxn ang="0">
                    <a:pos x="T6" y="T7"/>
                  </a:cxn>
                  <a:cxn ang="0">
                    <a:pos x="T8" y="T9"/>
                  </a:cxn>
                </a:cxnLst>
                <a:rect l="0" t="0" r="r" b="b"/>
                <a:pathLst>
                  <a:path w="1021" h="379">
                    <a:moveTo>
                      <a:pt x="680" y="0"/>
                    </a:moveTo>
                    <a:lnTo>
                      <a:pt x="1021" y="379"/>
                    </a:lnTo>
                    <a:lnTo>
                      <a:pt x="0" y="379"/>
                    </a:lnTo>
                    <a:lnTo>
                      <a:pt x="108" y="0"/>
                    </a:lnTo>
                    <a:lnTo>
                      <a:pt x="680" y="0"/>
                    </a:lnTo>
                    <a:close/>
                  </a:path>
                </a:pathLst>
              </a:custGeom>
              <a:solidFill>
                <a:schemeClr val="bg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5"/>
              <p:cNvSpPr>
                <a:spLocks/>
              </p:cNvSpPr>
              <p:nvPr/>
            </p:nvSpPr>
            <p:spPr bwMode="auto">
              <a:xfrm>
                <a:off x="0" y="1078"/>
                <a:ext cx="7243" cy="1514"/>
              </a:xfrm>
              <a:custGeom>
                <a:avLst/>
                <a:gdLst>
                  <a:gd name="T0" fmla="*/ 0 w 7243"/>
                  <a:gd name="T1" fmla="*/ 379 h 1514"/>
                  <a:gd name="T2" fmla="*/ 6241 w 7243"/>
                  <a:gd name="T3" fmla="*/ 379 h 1514"/>
                  <a:gd name="T4" fmla="*/ 6241 w 7243"/>
                  <a:gd name="T5" fmla="*/ 0 h 1514"/>
                  <a:gd name="T6" fmla="*/ 7243 w 7243"/>
                  <a:gd name="T7" fmla="*/ 757 h 1514"/>
                  <a:gd name="T8" fmla="*/ 6241 w 7243"/>
                  <a:gd name="T9" fmla="*/ 1514 h 1514"/>
                  <a:gd name="T10" fmla="*/ 6241 w 7243"/>
                  <a:gd name="T11" fmla="*/ 1136 h 1514"/>
                  <a:gd name="T12" fmla="*/ 0 w 7243"/>
                  <a:gd name="T13" fmla="*/ 1136 h 1514"/>
                  <a:gd name="T14" fmla="*/ 0 w 7243"/>
                  <a:gd name="T15" fmla="*/ 379 h 1514"/>
                  <a:gd name="T16" fmla="*/ 0 w 7243"/>
                  <a:gd name="T17" fmla="*/ 379 h 15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43" h="1514">
                    <a:moveTo>
                      <a:pt x="0" y="379"/>
                    </a:moveTo>
                    <a:lnTo>
                      <a:pt x="6241" y="379"/>
                    </a:lnTo>
                    <a:lnTo>
                      <a:pt x="6241" y="0"/>
                    </a:lnTo>
                    <a:lnTo>
                      <a:pt x="7243" y="757"/>
                    </a:lnTo>
                    <a:lnTo>
                      <a:pt x="6241" y="1514"/>
                    </a:lnTo>
                    <a:lnTo>
                      <a:pt x="6241" y="1136"/>
                    </a:lnTo>
                    <a:lnTo>
                      <a:pt x="0" y="1136"/>
                    </a:lnTo>
                    <a:lnTo>
                      <a:pt x="0" y="379"/>
                    </a:lnTo>
                    <a:lnTo>
                      <a:pt x="0" y="379"/>
                    </a:lnTo>
                    <a:close/>
                  </a:path>
                </a:pathLst>
              </a:custGeom>
              <a:solidFill>
                <a:srgbClr val="D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6"/>
              <p:cNvSpPr>
                <a:spLocks/>
              </p:cNvSpPr>
              <p:nvPr/>
            </p:nvSpPr>
            <p:spPr bwMode="auto">
              <a:xfrm>
                <a:off x="522" y="1078"/>
                <a:ext cx="1009" cy="1514"/>
              </a:xfrm>
              <a:custGeom>
                <a:avLst/>
                <a:gdLst>
                  <a:gd name="T0" fmla="*/ 0 w 1009"/>
                  <a:gd name="T1" fmla="*/ 1514 h 1514"/>
                  <a:gd name="T2" fmla="*/ 437 w 1009"/>
                  <a:gd name="T3" fmla="*/ 0 h 1514"/>
                  <a:gd name="T4" fmla="*/ 1009 w 1009"/>
                  <a:gd name="T5" fmla="*/ 0 h 1514"/>
                  <a:gd name="T6" fmla="*/ 572 w 1009"/>
                  <a:gd name="T7" fmla="*/ 1514 h 1514"/>
                  <a:gd name="T8" fmla="*/ 0 w 1009"/>
                  <a:gd name="T9" fmla="*/ 1514 h 1514"/>
                  <a:gd name="T10" fmla="*/ 0 w 1009"/>
                  <a:gd name="T11" fmla="*/ 1514 h 1514"/>
                </a:gdLst>
                <a:ahLst/>
                <a:cxnLst>
                  <a:cxn ang="0">
                    <a:pos x="T0" y="T1"/>
                  </a:cxn>
                  <a:cxn ang="0">
                    <a:pos x="T2" y="T3"/>
                  </a:cxn>
                  <a:cxn ang="0">
                    <a:pos x="T4" y="T5"/>
                  </a:cxn>
                  <a:cxn ang="0">
                    <a:pos x="T6" y="T7"/>
                  </a:cxn>
                  <a:cxn ang="0">
                    <a:pos x="T8" y="T9"/>
                  </a:cxn>
                  <a:cxn ang="0">
                    <a:pos x="T10" y="T11"/>
                  </a:cxn>
                </a:cxnLst>
                <a:rect l="0" t="0" r="r" b="b"/>
                <a:pathLst>
                  <a:path w="1009" h="1514">
                    <a:moveTo>
                      <a:pt x="0" y="1514"/>
                    </a:moveTo>
                    <a:lnTo>
                      <a:pt x="437" y="0"/>
                    </a:lnTo>
                    <a:lnTo>
                      <a:pt x="1009" y="0"/>
                    </a:lnTo>
                    <a:lnTo>
                      <a:pt x="572" y="1514"/>
                    </a:lnTo>
                    <a:lnTo>
                      <a:pt x="0" y="1514"/>
                    </a:lnTo>
                    <a:lnTo>
                      <a:pt x="0" y="1514"/>
                    </a:lnTo>
                    <a:close/>
                  </a:path>
                </a:pathLst>
              </a:custGeom>
              <a:solidFill>
                <a:srgbClr val="5F54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7"/>
              <p:cNvSpPr>
                <a:spLocks/>
              </p:cNvSpPr>
              <p:nvPr/>
            </p:nvSpPr>
            <p:spPr bwMode="auto">
              <a:xfrm>
                <a:off x="1890" y="1078"/>
                <a:ext cx="1009" cy="1514"/>
              </a:xfrm>
              <a:custGeom>
                <a:avLst/>
                <a:gdLst>
                  <a:gd name="T0" fmla="*/ 0 w 1009"/>
                  <a:gd name="T1" fmla="*/ 1514 h 1514"/>
                  <a:gd name="T2" fmla="*/ 437 w 1009"/>
                  <a:gd name="T3" fmla="*/ 0 h 1514"/>
                  <a:gd name="T4" fmla="*/ 1009 w 1009"/>
                  <a:gd name="T5" fmla="*/ 0 h 1514"/>
                  <a:gd name="T6" fmla="*/ 572 w 1009"/>
                  <a:gd name="T7" fmla="*/ 1514 h 1514"/>
                  <a:gd name="T8" fmla="*/ 0 w 1009"/>
                  <a:gd name="T9" fmla="*/ 1514 h 1514"/>
                  <a:gd name="T10" fmla="*/ 0 w 1009"/>
                  <a:gd name="T11" fmla="*/ 1514 h 1514"/>
                </a:gdLst>
                <a:ahLst/>
                <a:cxnLst>
                  <a:cxn ang="0">
                    <a:pos x="T0" y="T1"/>
                  </a:cxn>
                  <a:cxn ang="0">
                    <a:pos x="T2" y="T3"/>
                  </a:cxn>
                  <a:cxn ang="0">
                    <a:pos x="T4" y="T5"/>
                  </a:cxn>
                  <a:cxn ang="0">
                    <a:pos x="T6" y="T7"/>
                  </a:cxn>
                  <a:cxn ang="0">
                    <a:pos x="T8" y="T9"/>
                  </a:cxn>
                  <a:cxn ang="0">
                    <a:pos x="T10" y="T11"/>
                  </a:cxn>
                </a:cxnLst>
                <a:rect l="0" t="0" r="r" b="b"/>
                <a:pathLst>
                  <a:path w="1009" h="1514">
                    <a:moveTo>
                      <a:pt x="0" y="1514"/>
                    </a:moveTo>
                    <a:lnTo>
                      <a:pt x="437" y="0"/>
                    </a:lnTo>
                    <a:lnTo>
                      <a:pt x="1009" y="0"/>
                    </a:lnTo>
                    <a:lnTo>
                      <a:pt x="572" y="1514"/>
                    </a:lnTo>
                    <a:lnTo>
                      <a:pt x="0" y="1514"/>
                    </a:lnTo>
                    <a:lnTo>
                      <a:pt x="0" y="1514"/>
                    </a:lnTo>
                    <a:close/>
                  </a:path>
                </a:pathLst>
              </a:custGeom>
              <a:solidFill>
                <a:srgbClr val="DB4B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8"/>
              <p:cNvSpPr>
                <a:spLocks/>
              </p:cNvSpPr>
              <p:nvPr/>
            </p:nvSpPr>
            <p:spPr bwMode="auto">
              <a:xfrm>
                <a:off x="3253" y="1078"/>
                <a:ext cx="1008" cy="1514"/>
              </a:xfrm>
              <a:custGeom>
                <a:avLst/>
                <a:gdLst>
                  <a:gd name="T0" fmla="*/ 0 w 1008"/>
                  <a:gd name="T1" fmla="*/ 1514 h 1514"/>
                  <a:gd name="T2" fmla="*/ 436 w 1008"/>
                  <a:gd name="T3" fmla="*/ 0 h 1514"/>
                  <a:gd name="T4" fmla="*/ 1008 w 1008"/>
                  <a:gd name="T5" fmla="*/ 0 h 1514"/>
                  <a:gd name="T6" fmla="*/ 572 w 1008"/>
                  <a:gd name="T7" fmla="*/ 1514 h 1514"/>
                  <a:gd name="T8" fmla="*/ 0 w 1008"/>
                  <a:gd name="T9" fmla="*/ 1514 h 1514"/>
                  <a:gd name="T10" fmla="*/ 0 w 1008"/>
                  <a:gd name="T11" fmla="*/ 1514 h 1514"/>
                </a:gdLst>
                <a:ahLst/>
                <a:cxnLst>
                  <a:cxn ang="0">
                    <a:pos x="T0" y="T1"/>
                  </a:cxn>
                  <a:cxn ang="0">
                    <a:pos x="T2" y="T3"/>
                  </a:cxn>
                  <a:cxn ang="0">
                    <a:pos x="T4" y="T5"/>
                  </a:cxn>
                  <a:cxn ang="0">
                    <a:pos x="T6" y="T7"/>
                  </a:cxn>
                  <a:cxn ang="0">
                    <a:pos x="T8" y="T9"/>
                  </a:cxn>
                  <a:cxn ang="0">
                    <a:pos x="T10" y="T11"/>
                  </a:cxn>
                </a:cxnLst>
                <a:rect l="0" t="0" r="r" b="b"/>
                <a:pathLst>
                  <a:path w="1008" h="1514">
                    <a:moveTo>
                      <a:pt x="0" y="1514"/>
                    </a:moveTo>
                    <a:lnTo>
                      <a:pt x="436" y="0"/>
                    </a:lnTo>
                    <a:lnTo>
                      <a:pt x="1008" y="0"/>
                    </a:lnTo>
                    <a:lnTo>
                      <a:pt x="572" y="1514"/>
                    </a:lnTo>
                    <a:lnTo>
                      <a:pt x="0" y="1514"/>
                    </a:lnTo>
                    <a:lnTo>
                      <a:pt x="0" y="1514"/>
                    </a:lnTo>
                    <a:close/>
                  </a:path>
                </a:pathLst>
              </a:custGeom>
              <a:solidFill>
                <a:srgbClr val="01A0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9"/>
              <p:cNvSpPr>
                <a:spLocks/>
              </p:cNvSpPr>
              <p:nvPr/>
            </p:nvSpPr>
            <p:spPr bwMode="auto">
              <a:xfrm>
                <a:off x="4615" y="1078"/>
                <a:ext cx="1007" cy="1514"/>
              </a:xfrm>
              <a:custGeom>
                <a:avLst/>
                <a:gdLst>
                  <a:gd name="T0" fmla="*/ 0 w 1007"/>
                  <a:gd name="T1" fmla="*/ 1514 h 1514"/>
                  <a:gd name="T2" fmla="*/ 435 w 1007"/>
                  <a:gd name="T3" fmla="*/ 0 h 1514"/>
                  <a:gd name="T4" fmla="*/ 1007 w 1007"/>
                  <a:gd name="T5" fmla="*/ 0 h 1514"/>
                  <a:gd name="T6" fmla="*/ 572 w 1007"/>
                  <a:gd name="T7" fmla="*/ 1514 h 1514"/>
                  <a:gd name="T8" fmla="*/ 0 w 1007"/>
                  <a:gd name="T9" fmla="*/ 1514 h 1514"/>
                  <a:gd name="T10" fmla="*/ 0 w 1007"/>
                  <a:gd name="T11" fmla="*/ 1514 h 1514"/>
                </a:gdLst>
                <a:ahLst/>
                <a:cxnLst>
                  <a:cxn ang="0">
                    <a:pos x="T0" y="T1"/>
                  </a:cxn>
                  <a:cxn ang="0">
                    <a:pos x="T2" y="T3"/>
                  </a:cxn>
                  <a:cxn ang="0">
                    <a:pos x="T4" y="T5"/>
                  </a:cxn>
                  <a:cxn ang="0">
                    <a:pos x="T6" y="T7"/>
                  </a:cxn>
                  <a:cxn ang="0">
                    <a:pos x="T8" y="T9"/>
                  </a:cxn>
                  <a:cxn ang="0">
                    <a:pos x="T10" y="T11"/>
                  </a:cxn>
                </a:cxnLst>
                <a:rect l="0" t="0" r="r" b="b"/>
                <a:pathLst>
                  <a:path w="1007" h="1514">
                    <a:moveTo>
                      <a:pt x="0" y="1514"/>
                    </a:moveTo>
                    <a:lnTo>
                      <a:pt x="435" y="0"/>
                    </a:lnTo>
                    <a:lnTo>
                      <a:pt x="1007" y="0"/>
                    </a:lnTo>
                    <a:lnTo>
                      <a:pt x="572" y="1514"/>
                    </a:lnTo>
                    <a:lnTo>
                      <a:pt x="0" y="1514"/>
                    </a:lnTo>
                    <a:lnTo>
                      <a:pt x="0" y="1514"/>
                    </a:lnTo>
                    <a:close/>
                  </a:path>
                </a:pathLst>
              </a:custGeom>
              <a:solidFill>
                <a:srgbClr val="DF9E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4" name="Freeform 19"/>
            <p:cNvSpPr>
              <a:spLocks noEditPoints="1"/>
            </p:cNvSpPr>
            <p:nvPr/>
          </p:nvSpPr>
          <p:spPr bwMode="auto">
            <a:xfrm>
              <a:off x="9920216" y="2746511"/>
              <a:ext cx="658954" cy="660253"/>
            </a:xfrm>
            <a:custGeom>
              <a:avLst/>
              <a:gdLst>
                <a:gd name="T0" fmla="*/ 46 w 212"/>
                <a:gd name="T1" fmla="*/ 212 h 212"/>
                <a:gd name="T2" fmla="*/ 46 w 212"/>
                <a:gd name="T3" fmla="*/ 197 h 212"/>
                <a:gd name="T4" fmla="*/ 47 w 212"/>
                <a:gd name="T5" fmla="*/ 197 h 212"/>
                <a:gd name="T6" fmla="*/ 65 w 212"/>
                <a:gd name="T7" fmla="*/ 196 h 212"/>
                <a:gd name="T8" fmla="*/ 87 w 212"/>
                <a:gd name="T9" fmla="*/ 190 h 212"/>
                <a:gd name="T10" fmla="*/ 98 w 212"/>
                <a:gd name="T11" fmla="*/ 178 h 212"/>
                <a:gd name="T12" fmla="*/ 99 w 212"/>
                <a:gd name="T13" fmla="*/ 173 h 212"/>
                <a:gd name="T14" fmla="*/ 99 w 212"/>
                <a:gd name="T15" fmla="*/ 159 h 212"/>
                <a:gd name="T16" fmla="*/ 98 w 212"/>
                <a:gd name="T17" fmla="*/ 158 h 212"/>
                <a:gd name="T18" fmla="*/ 79 w 212"/>
                <a:gd name="T19" fmla="*/ 146 h 212"/>
                <a:gd name="T20" fmla="*/ 74 w 212"/>
                <a:gd name="T21" fmla="*/ 143 h 212"/>
                <a:gd name="T22" fmla="*/ 28 w 212"/>
                <a:gd name="T23" fmla="*/ 116 h 212"/>
                <a:gd name="T24" fmla="*/ 7 w 212"/>
                <a:gd name="T25" fmla="*/ 81 h 212"/>
                <a:gd name="T26" fmla="*/ 1 w 212"/>
                <a:gd name="T27" fmla="*/ 58 h 212"/>
                <a:gd name="T28" fmla="*/ 0 w 212"/>
                <a:gd name="T29" fmla="*/ 31 h 212"/>
                <a:gd name="T30" fmla="*/ 38 w 212"/>
                <a:gd name="T31" fmla="*/ 31 h 212"/>
                <a:gd name="T32" fmla="*/ 38 w 212"/>
                <a:gd name="T33" fmla="*/ 0 h 212"/>
                <a:gd name="T34" fmla="*/ 174 w 212"/>
                <a:gd name="T35" fmla="*/ 0 h 212"/>
                <a:gd name="T36" fmla="*/ 174 w 212"/>
                <a:gd name="T37" fmla="*/ 16 h 212"/>
                <a:gd name="T38" fmla="*/ 174 w 212"/>
                <a:gd name="T39" fmla="*/ 31 h 212"/>
                <a:gd name="T40" fmla="*/ 212 w 212"/>
                <a:gd name="T41" fmla="*/ 31 h 212"/>
                <a:gd name="T42" fmla="*/ 212 w 212"/>
                <a:gd name="T43" fmla="*/ 32 h 212"/>
                <a:gd name="T44" fmla="*/ 211 w 212"/>
                <a:gd name="T45" fmla="*/ 59 h 212"/>
                <a:gd name="T46" fmla="*/ 189 w 212"/>
                <a:gd name="T47" fmla="*/ 111 h 212"/>
                <a:gd name="T48" fmla="*/ 146 w 212"/>
                <a:gd name="T49" fmla="*/ 140 h 212"/>
                <a:gd name="T50" fmla="*/ 137 w 212"/>
                <a:gd name="T51" fmla="*/ 143 h 212"/>
                <a:gd name="T52" fmla="*/ 135 w 212"/>
                <a:gd name="T53" fmla="*/ 145 h 212"/>
                <a:gd name="T54" fmla="*/ 120 w 212"/>
                <a:gd name="T55" fmla="*/ 156 h 212"/>
                <a:gd name="T56" fmla="*/ 115 w 212"/>
                <a:gd name="T57" fmla="*/ 158 h 212"/>
                <a:gd name="T58" fmla="*/ 114 w 212"/>
                <a:gd name="T59" fmla="*/ 159 h 212"/>
                <a:gd name="T60" fmla="*/ 114 w 212"/>
                <a:gd name="T61" fmla="*/ 174 h 212"/>
                <a:gd name="T62" fmla="*/ 118 w 212"/>
                <a:gd name="T63" fmla="*/ 184 h 212"/>
                <a:gd name="T64" fmla="*/ 134 w 212"/>
                <a:gd name="T65" fmla="*/ 193 h 212"/>
                <a:gd name="T66" fmla="*/ 161 w 212"/>
                <a:gd name="T67" fmla="*/ 197 h 212"/>
                <a:gd name="T68" fmla="*/ 167 w 212"/>
                <a:gd name="T69" fmla="*/ 197 h 212"/>
                <a:gd name="T70" fmla="*/ 167 w 212"/>
                <a:gd name="T71" fmla="*/ 212 h 212"/>
                <a:gd name="T72" fmla="*/ 46 w 212"/>
                <a:gd name="T73" fmla="*/ 212 h 212"/>
                <a:gd name="T74" fmla="*/ 151 w 212"/>
                <a:gd name="T75" fmla="*/ 122 h 212"/>
                <a:gd name="T76" fmla="*/ 197 w 212"/>
                <a:gd name="T77" fmla="*/ 46 h 212"/>
                <a:gd name="T78" fmla="*/ 173 w 212"/>
                <a:gd name="T79" fmla="*/ 46 h 212"/>
                <a:gd name="T80" fmla="*/ 151 w 212"/>
                <a:gd name="T81" fmla="*/ 122 h 212"/>
                <a:gd name="T82" fmla="*/ 16 w 212"/>
                <a:gd name="T83" fmla="*/ 46 h 212"/>
                <a:gd name="T84" fmla="*/ 27 w 212"/>
                <a:gd name="T85" fmla="*/ 90 h 212"/>
                <a:gd name="T86" fmla="*/ 61 w 212"/>
                <a:gd name="T87" fmla="*/ 122 h 212"/>
                <a:gd name="T88" fmla="*/ 60 w 212"/>
                <a:gd name="T89" fmla="*/ 120 h 212"/>
                <a:gd name="T90" fmla="*/ 51 w 212"/>
                <a:gd name="T91" fmla="*/ 99 h 212"/>
                <a:gd name="T92" fmla="*/ 40 w 212"/>
                <a:gd name="T93" fmla="*/ 51 h 212"/>
                <a:gd name="T94" fmla="*/ 39 w 212"/>
                <a:gd name="T95" fmla="*/ 46 h 212"/>
                <a:gd name="T96" fmla="*/ 16 w 212"/>
                <a:gd name="T97" fmla="*/ 46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12" h="212">
                  <a:moveTo>
                    <a:pt x="46" y="212"/>
                  </a:moveTo>
                  <a:cubicBezTo>
                    <a:pt x="46" y="207"/>
                    <a:pt x="46" y="202"/>
                    <a:pt x="46" y="197"/>
                  </a:cubicBezTo>
                  <a:cubicBezTo>
                    <a:pt x="46" y="197"/>
                    <a:pt x="47" y="197"/>
                    <a:pt x="47" y="197"/>
                  </a:cubicBezTo>
                  <a:cubicBezTo>
                    <a:pt x="53" y="197"/>
                    <a:pt x="59" y="197"/>
                    <a:pt x="65" y="196"/>
                  </a:cubicBezTo>
                  <a:cubicBezTo>
                    <a:pt x="73" y="196"/>
                    <a:pt x="80" y="194"/>
                    <a:pt x="87" y="190"/>
                  </a:cubicBezTo>
                  <a:cubicBezTo>
                    <a:pt x="92" y="187"/>
                    <a:pt x="96" y="183"/>
                    <a:pt x="98" y="178"/>
                  </a:cubicBezTo>
                  <a:cubicBezTo>
                    <a:pt x="98" y="177"/>
                    <a:pt x="99" y="175"/>
                    <a:pt x="99" y="173"/>
                  </a:cubicBezTo>
                  <a:cubicBezTo>
                    <a:pt x="99" y="169"/>
                    <a:pt x="99" y="164"/>
                    <a:pt x="99" y="159"/>
                  </a:cubicBezTo>
                  <a:cubicBezTo>
                    <a:pt x="99" y="159"/>
                    <a:pt x="99" y="158"/>
                    <a:pt x="98" y="158"/>
                  </a:cubicBezTo>
                  <a:cubicBezTo>
                    <a:pt x="90" y="156"/>
                    <a:pt x="84" y="151"/>
                    <a:pt x="79" y="146"/>
                  </a:cubicBezTo>
                  <a:cubicBezTo>
                    <a:pt x="77" y="144"/>
                    <a:pt x="76" y="143"/>
                    <a:pt x="74" y="143"/>
                  </a:cubicBezTo>
                  <a:cubicBezTo>
                    <a:pt x="56" y="138"/>
                    <a:pt x="40" y="129"/>
                    <a:pt x="28" y="116"/>
                  </a:cubicBezTo>
                  <a:cubicBezTo>
                    <a:pt x="18" y="105"/>
                    <a:pt x="11" y="94"/>
                    <a:pt x="7" y="81"/>
                  </a:cubicBezTo>
                  <a:cubicBezTo>
                    <a:pt x="4" y="73"/>
                    <a:pt x="2" y="66"/>
                    <a:pt x="1" y="58"/>
                  </a:cubicBezTo>
                  <a:cubicBezTo>
                    <a:pt x="0" y="49"/>
                    <a:pt x="0" y="40"/>
                    <a:pt x="0" y="31"/>
                  </a:cubicBezTo>
                  <a:cubicBezTo>
                    <a:pt x="13" y="31"/>
                    <a:pt x="26" y="31"/>
                    <a:pt x="38" y="31"/>
                  </a:cubicBezTo>
                  <a:cubicBezTo>
                    <a:pt x="38" y="21"/>
                    <a:pt x="38" y="11"/>
                    <a:pt x="38" y="0"/>
                  </a:cubicBezTo>
                  <a:cubicBezTo>
                    <a:pt x="83" y="0"/>
                    <a:pt x="129" y="0"/>
                    <a:pt x="174" y="0"/>
                  </a:cubicBezTo>
                  <a:cubicBezTo>
                    <a:pt x="174" y="5"/>
                    <a:pt x="174" y="10"/>
                    <a:pt x="174" y="16"/>
                  </a:cubicBezTo>
                  <a:cubicBezTo>
                    <a:pt x="174" y="21"/>
                    <a:pt x="174" y="25"/>
                    <a:pt x="174" y="31"/>
                  </a:cubicBezTo>
                  <a:cubicBezTo>
                    <a:pt x="187" y="31"/>
                    <a:pt x="199" y="31"/>
                    <a:pt x="212" y="31"/>
                  </a:cubicBezTo>
                  <a:cubicBezTo>
                    <a:pt x="212" y="31"/>
                    <a:pt x="212" y="31"/>
                    <a:pt x="212" y="32"/>
                  </a:cubicBezTo>
                  <a:cubicBezTo>
                    <a:pt x="212" y="41"/>
                    <a:pt x="212" y="50"/>
                    <a:pt x="211" y="59"/>
                  </a:cubicBezTo>
                  <a:cubicBezTo>
                    <a:pt x="208" y="79"/>
                    <a:pt x="201" y="96"/>
                    <a:pt x="189" y="111"/>
                  </a:cubicBezTo>
                  <a:cubicBezTo>
                    <a:pt x="177" y="125"/>
                    <a:pt x="163" y="134"/>
                    <a:pt x="146" y="140"/>
                  </a:cubicBezTo>
                  <a:cubicBezTo>
                    <a:pt x="143" y="142"/>
                    <a:pt x="140" y="142"/>
                    <a:pt x="137" y="143"/>
                  </a:cubicBezTo>
                  <a:cubicBezTo>
                    <a:pt x="136" y="144"/>
                    <a:pt x="135" y="144"/>
                    <a:pt x="135" y="145"/>
                  </a:cubicBezTo>
                  <a:cubicBezTo>
                    <a:pt x="130" y="149"/>
                    <a:pt x="125" y="153"/>
                    <a:pt x="120" y="156"/>
                  </a:cubicBezTo>
                  <a:cubicBezTo>
                    <a:pt x="118" y="157"/>
                    <a:pt x="116" y="157"/>
                    <a:pt x="115" y="158"/>
                  </a:cubicBezTo>
                  <a:cubicBezTo>
                    <a:pt x="114" y="158"/>
                    <a:pt x="114" y="158"/>
                    <a:pt x="114" y="159"/>
                  </a:cubicBezTo>
                  <a:cubicBezTo>
                    <a:pt x="114" y="164"/>
                    <a:pt x="114" y="169"/>
                    <a:pt x="114" y="174"/>
                  </a:cubicBezTo>
                  <a:cubicBezTo>
                    <a:pt x="114" y="177"/>
                    <a:pt x="116" y="181"/>
                    <a:pt x="118" y="184"/>
                  </a:cubicBezTo>
                  <a:cubicBezTo>
                    <a:pt x="122" y="189"/>
                    <a:pt x="128" y="192"/>
                    <a:pt x="134" y="193"/>
                  </a:cubicBezTo>
                  <a:cubicBezTo>
                    <a:pt x="143" y="196"/>
                    <a:pt x="152" y="197"/>
                    <a:pt x="161" y="197"/>
                  </a:cubicBezTo>
                  <a:cubicBezTo>
                    <a:pt x="163" y="197"/>
                    <a:pt x="165" y="197"/>
                    <a:pt x="167" y="197"/>
                  </a:cubicBezTo>
                  <a:cubicBezTo>
                    <a:pt x="167" y="202"/>
                    <a:pt x="167" y="207"/>
                    <a:pt x="167" y="212"/>
                  </a:cubicBezTo>
                  <a:cubicBezTo>
                    <a:pt x="126" y="212"/>
                    <a:pt x="86" y="212"/>
                    <a:pt x="46" y="212"/>
                  </a:cubicBezTo>
                  <a:close/>
                  <a:moveTo>
                    <a:pt x="151" y="122"/>
                  </a:moveTo>
                  <a:cubicBezTo>
                    <a:pt x="183" y="106"/>
                    <a:pt x="196" y="75"/>
                    <a:pt x="197" y="46"/>
                  </a:cubicBezTo>
                  <a:cubicBezTo>
                    <a:pt x="189" y="46"/>
                    <a:pt x="181" y="46"/>
                    <a:pt x="173" y="46"/>
                  </a:cubicBezTo>
                  <a:cubicBezTo>
                    <a:pt x="169" y="72"/>
                    <a:pt x="164" y="98"/>
                    <a:pt x="151" y="122"/>
                  </a:cubicBezTo>
                  <a:close/>
                  <a:moveTo>
                    <a:pt x="16" y="46"/>
                  </a:moveTo>
                  <a:cubicBezTo>
                    <a:pt x="16" y="62"/>
                    <a:pt x="20" y="76"/>
                    <a:pt x="27" y="90"/>
                  </a:cubicBezTo>
                  <a:cubicBezTo>
                    <a:pt x="35" y="104"/>
                    <a:pt x="47" y="114"/>
                    <a:pt x="61" y="122"/>
                  </a:cubicBezTo>
                  <a:cubicBezTo>
                    <a:pt x="61" y="121"/>
                    <a:pt x="60" y="120"/>
                    <a:pt x="60" y="120"/>
                  </a:cubicBezTo>
                  <a:cubicBezTo>
                    <a:pt x="56" y="113"/>
                    <a:pt x="53" y="106"/>
                    <a:pt x="51" y="99"/>
                  </a:cubicBezTo>
                  <a:cubicBezTo>
                    <a:pt x="46" y="83"/>
                    <a:pt x="42" y="67"/>
                    <a:pt x="40" y="51"/>
                  </a:cubicBezTo>
                  <a:cubicBezTo>
                    <a:pt x="40" y="49"/>
                    <a:pt x="40" y="47"/>
                    <a:pt x="39" y="46"/>
                  </a:cubicBezTo>
                  <a:cubicBezTo>
                    <a:pt x="31" y="46"/>
                    <a:pt x="24" y="46"/>
                    <a:pt x="16" y="46"/>
                  </a:cubicBezTo>
                  <a:close/>
                </a:path>
              </a:pathLst>
            </a:custGeom>
            <a:solidFill>
              <a:srgbClr val="017572"/>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5" name="Group 10"/>
            <p:cNvGrpSpPr>
              <a:grpSpLocks noChangeAspect="1"/>
            </p:cNvGrpSpPr>
            <p:nvPr/>
          </p:nvGrpSpPr>
          <p:grpSpPr bwMode="auto">
            <a:xfrm>
              <a:off x="404891" y="2840100"/>
              <a:ext cx="473074" cy="473074"/>
              <a:chOff x="3557" y="1878"/>
              <a:chExt cx="564" cy="564"/>
            </a:xfrm>
          </p:grpSpPr>
          <p:sp>
            <p:nvSpPr>
              <p:cNvPr id="18" name="Oval 11"/>
              <p:cNvSpPr>
                <a:spLocks noChangeArrowheads="1"/>
              </p:cNvSpPr>
              <p:nvPr/>
            </p:nvSpPr>
            <p:spPr bwMode="auto">
              <a:xfrm>
                <a:off x="3557" y="1878"/>
                <a:ext cx="564" cy="564"/>
              </a:xfrm>
              <a:prstGeom prst="ellipse">
                <a:avLst/>
              </a:prstGeom>
              <a:solidFill>
                <a:srgbClr val="01A0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2"/>
              <p:cNvSpPr>
                <a:spLocks/>
              </p:cNvSpPr>
              <p:nvPr/>
            </p:nvSpPr>
            <p:spPr bwMode="auto">
              <a:xfrm>
                <a:off x="3777" y="2007"/>
                <a:ext cx="215" cy="196"/>
              </a:xfrm>
              <a:custGeom>
                <a:avLst/>
                <a:gdLst>
                  <a:gd name="T0" fmla="*/ 24 w 90"/>
                  <a:gd name="T1" fmla="*/ 72 h 82"/>
                  <a:gd name="T2" fmla="*/ 14 w 90"/>
                  <a:gd name="T3" fmla="*/ 82 h 82"/>
                  <a:gd name="T4" fmla="*/ 13 w 90"/>
                  <a:gd name="T5" fmla="*/ 81 h 82"/>
                  <a:gd name="T6" fmla="*/ 3 w 90"/>
                  <a:gd name="T7" fmla="*/ 66 h 82"/>
                  <a:gd name="T8" fmla="*/ 11 w 90"/>
                  <a:gd name="T9" fmla="*/ 36 h 82"/>
                  <a:gd name="T10" fmla="*/ 38 w 90"/>
                  <a:gd name="T11" fmla="*/ 10 h 82"/>
                  <a:gd name="T12" fmla="*/ 53 w 90"/>
                  <a:gd name="T13" fmla="*/ 2 h 82"/>
                  <a:gd name="T14" fmla="*/ 80 w 90"/>
                  <a:gd name="T15" fmla="*/ 10 h 82"/>
                  <a:gd name="T16" fmla="*/ 88 w 90"/>
                  <a:gd name="T17" fmla="*/ 26 h 82"/>
                  <a:gd name="T18" fmla="*/ 80 w 90"/>
                  <a:gd name="T19" fmla="*/ 52 h 82"/>
                  <a:gd name="T20" fmla="*/ 62 w 90"/>
                  <a:gd name="T21" fmla="*/ 71 h 82"/>
                  <a:gd name="T22" fmla="*/ 62 w 90"/>
                  <a:gd name="T23" fmla="*/ 71 h 82"/>
                  <a:gd name="T24" fmla="*/ 61 w 90"/>
                  <a:gd name="T25" fmla="*/ 70 h 82"/>
                  <a:gd name="T26" fmla="*/ 59 w 90"/>
                  <a:gd name="T27" fmla="*/ 55 h 82"/>
                  <a:gd name="T28" fmla="*/ 59 w 90"/>
                  <a:gd name="T29" fmla="*/ 54 h 82"/>
                  <a:gd name="T30" fmla="*/ 70 w 90"/>
                  <a:gd name="T31" fmla="*/ 43 h 82"/>
                  <a:gd name="T32" fmla="*/ 75 w 90"/>
                  <a:gd name="T33" fmla="*/ 33 h 82"/>
                  <a:gd name="T34" fmla="*/ 71 w 90"/>
                  <a:gd name="T35" fmla="*/ 20 h 82"/>
                  <a:gd name="T36" fmla="*/ 53 w 90"/>
                  <a:gd name="T37" fmla="*/ 16 h 82"/>
                  <a:gd name="T38" fmla="*/ 47 w 90"/>
                  <a:gd name="T39" fmla="*/ 20 h 82"/>
                  <a:gd name="T40" fmla="*/ 21 w 90"/>
                  <a:gd name="T41" fmla="*/ 46 h 82"/>
                  <a:gd name="T42" fmla="*/ 18 w 90"/>
                  <a:gd name="T43" fmla="*/ 65 h 82"/>
                  <a:gd name="T44" fmla="*/ 23 w 90"/>
                  <a:gd name="T45" fmla="*/ 71 h 82"/>
                  <a:gd name="T46" fmla="*/ 24 w 90"/>
                  <a:gd name="T47" fmla="*/ 72 h 82"/>
                  <a:gd name="T48" fmla="*/ 24 w 90"/>
                  <a:gd name="T49" fmla="*/ 7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0" h="82">
                    <a:moveTo>
                      <a:pt x="24" y="72"/>
                    </a:moveTo>
                    <a:cubicBezTo>
                      <a:pt x="21" y="75"/>
                      <a:pt x="18" y="78"/>
                      <a:pt x="14" y="82"/>
                    </a:cubicBezTo>
                    <a:cubicBezTo>
                      <a:pt x="14" y="81"/>
                      <a:pt x="14" y="81"/>
                      <a:pt x="13" y="81"/>
                    </a:cubicBezTo>
                    <a:cubicBezTo>
                      <a:pt x="9" y="77"/>
                      <a:pt x="5" y="72"/>
                      <a:pt x="3" y="66"/>
                    </a:cubicBezTo>
                    <a:cubicBezTo>
                      <a:pt x="0" y="55"/>
                      <a:pt x="3" y="45"/>
                      <a:pt x="11" y="36"/>
                    </a:cubicBezTo>
                    <a:cubicBezTo>
                      <a:pt x="20" y="28"/>
                      <a:pt x="29" y="19"/>
                      <a:pt x="38" y="10"/>
                    </a:cubicBezTo>
                    <a:cubicBezTo>
                      <a:pt x="42" y="6"/>
                      <a:pt x="47" y="3"/>
                      <a:pt x="53" y="2"/>
                    </a:cubicBezTo>
                    <a:cubicBezTo>
                      <a:pt x="64" y="0"/>
                      <a:pt x="73" y="3"/>
                      <a:pt x="80" y="10"/>
                    </a:cubicBezTo>
                    <a:cubicBezTo>
                      <a:pt x="85" y="15"/>
                      <a:pt x="87" y="20"/>
                      <a:pt x="88" y="26"/>
                    </a:cubicBezTo>
                    <a:cubicBezTo>
                      <a:pt x="90" y="36"/>
                      <a:pt x="88" y="45"/>
                      <a:pt x="80" y="52"/>
                    </a:cubicBezTo>
                    <a:cubicBezTo>
                      <a:pt x="74" y="58"/>
                      <a:pt x="68" y="65"/>
                      <a:pt x="62" y="71"/>
                    </a:cubicBezTo>
                    <a:cubicBezTo>
                      <a:pt x="62" y="71"/>
                      <a:pt x="62" y="71"/>
                      <a:pt x="62" y="71"/>
                    </a:cubicBezTo>
                    <a:cubicBezTo>
                      <a:pt x="62" y="71"/>
                      <a:pt x="61" y="71"/>
                      <a:pt x="61" y="70"/>
                    </a:cubicBezTo>
                    <a:cubicBezTo>
                      <a:pt x="62" y="65"/>
                      <a:pt x="61" y="60"/>
                      <a:pt x="59" y="55"/>
                    </a:cubicBezTo>
                    <a:cubicBezTo>
                      <a:pt x="58" y="55"/>
                      <a:pt x="59" y="55"/>
                      <a:pt x="59" y="54"/>
                    </a:cubicBezTo>
                    <a:cubicBezTo>
                      <a:pt x="63" y="51"/>
                      <a:pt x="67" y="47"/>
                      <a:pt x="70" y="43"/>
                    </a:cubicBezTo>
                    <a:cubicBezTo>
                      <a:pt x="73" y="40"/>
                      <a:pt x="75" y="37"/>
                      <a:pt x="75" y="33"/>
                    </a:cubicBezTo>
                    <a:cubicBezTo>
                      <a:pt x="76" y="28"/>
                      <a:pt x="74" y="23"/>
                      <a:pt x="71" y="20"/>
                    </a:cubicBezTo>
                    <a:cubicBezTo>
                      <a:pt x="66" y="15"/>
                      <a:pt x="60" y="13"/>
                      <a:pt x="53" y="16"/>
                    </a:cubicBezTo>
                    <a:cubicBezTo>
                      <a:pt x="51" y="17"/>
                      <a:pt x="49" y="18"/>
                      <a:pt x="47" y="20"/>
                    </a:cubicBezTo>
                    <a:cubicBezTo>
                      <a:pt x="38" y="28"/>
                      <a:pt x="30" y="37"/>
                      <a:pt x="21" y="46"/>
                    </a:cubicBezTo>
                    <a:cubicBezTo>
                      <a:pt x="16" y="51"/>
                      <a:pt x="14" y="58"/>
                      <a:pt x="18" y="65"/>
                    </a:cubicBezTo>
                    <a:cubicBezTo>
                      <a:pt x="19" y="67"/>
                      <a:pt x="21" y="69"/>
                      <a:pt x="23" y="71"/>
                    </a:cubicBezTo>
                    <a:cubicBezTo>
                      <a:pt x="23" y="71"/>
                      <a:pt x="24" y="72"/>
                      <a:pt x="24" y="72"/>
                    </a:cubicBezTo>
                    <a:cubicBezTo>
                      <a:pt x="24" y="72"/>
                      <a:pt x="24" y="72"/>
                      <a:pt x="24" y="72"/>
                    </a:cubicBez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13"/>
              <p:cNvSpPr>
                <a:spLocks/>
              </p:cNvSpPr>
              <p:nvPr/>
            </p:nvSpPr>
            <p:spPr bwMode="auto">
              <a:xfrm>
                <a:off x="3686" y="2117"/>
                <a:ext cx="212" cy="196"/>
              </a:xfrm>
              <a:custGeom>
                <a:avLst/>
                <a:gdLst>
                  <a:gd name="T0" fmla="*/ 66 w 89"/>
                  <a:gd name="T1" fmla="*/ 10 h 82"/>
                  <a:gd name="T2" fmla="*/ 76 w 89"/>
                  <a:gd name="T3" fmla="*/ 0 h 82"/>
                  <a:gd name="T4" fmla="*/ 79 w 89"/>
                  <a:gd name="T5" fmla="*/ 3 h 82"/>
                  <a:gd name="T6" fmla="*/ 87 w 89"/>
                  <a:gd name="T7" fmla="*/ 19 h 82"/>
                  <a:gd name="T8" fmla="*/ 79 w 89"/>
                  <a:gd name="T9" fmla="*/ 46 h 82"/>
                  <a:gd name="T10" fmla="*/ 52 w 89"/>
                  <a:gd name="T11" fmla="*/ 72 h 82"/>
                  <a:gd name="T12" fmla="*/ 37 w 89"/>
                  <a:gd name="T13" fmla="*/ 80 h 82"/>
                  <a:gd name="T14" fmla="*/ 10 w 89"/>
                  <a:gd name="T15" fmla="*/ 72 h 82"/>
                  <a:gd name="T16" fmla="*/ 2 w 89"/>
                  <a:gd name="T17" fmla="*/ 56 h 82"/>
                  <a:gd name="T18" fmla="*/ 10 w 89"/>
                  <a:gd name="T19" fmla="*/ 30 h 82"/>
                  <a:gd name="T20" fmla="*/ 28 w 89"/>
                  <a:gd name="T21" fmla="*/ 11 h 82"/>
                  <a:gd name="T22" fmla="*/ 28 w 89"/>
                  <a:gd name="T23" fmla="*/ 11 h 82"/>
                  <a:gd name="T24" fmla="*/ 29 w 89"/>
                  <a:gd name="T25" fmla="*/ 15 h 82"/>
                  <a:gd name="T26" fmla="*/ 31 w 89"/>
                  <a:gd name="T27" fmla="*/ 27 h 82"/>
                  <a:gd name="T28" fmla="*/ 31 w 89"/>
                  <a:gd name="T29" fmla="*/ 28 h 82"/>
                  <a:gd name="T30" fmla="*/ 20 w 89"/>
                  <a:gd name="T31" fmla="*/ 39 h 82"/>
                  <a:gd name="T32" fmla="*/ 15 w 89"/>
                  <a:gd name="T33" fmla="*/ 51 h 82"/>
                  <a:gd name="T34" fmla="*/ 20 w 89"/>
                  <a:gd name="T35" fmla="*/ 63 h 82"/>
                  <a:gd name="T36" fmla="*/ 33 w 89"/>
                  <a:gd name="T37" fmla="*/ 67 h 82"/>
                  <a:gd name="T38" fmla="*/ 43 w 89"/>
                  <a:gd name="T39" fmla="*/ 62 h 82"/>
                  <a:gd name="T40" fmla="*/ 69 w 89"/>
                  <a:gd name="T41" fmla="*/ 36 h 82"/>
                  <a:gd name="T42" fmla="*/ 74 w 89"/>
                  <a:gd name="T43" fmla="*/ 23 h 82"/>
                  <a:gd name="T44" fmla="*/ 69 w 89"/>
                  <a:gd name="T45" fmla="*/ 12 h 82"/>
                  <a:gd name="T46" fmla="*/ 66 w 89"/>
                  <a:gd name="T47" fmla="*/ 1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9" h="82">
                    <a:moveTo>
                      <a:pt x="66" y="10"/>
                    </a:moveTo>
                    <a:cubicBezTo>
                      <a:pt x="69" y="7"/>
                      <a:pt x="72" y="4"/>
                      <a:pt x="76" y="0"/>
                    </a:cubicBezTo>
                    <a:cubicBezTo>
                      <a:pt x="77" y="1"/>
                      <a:pt x="78" y="2"/>
                      <a:pt x="79" y="3"/>
                    </a:cubicBezTo>
                    <a:cubicBezTo>
                      <a:pt x="83" y="7"/>
                      <a:pt x="86" y="13"/>
                      <a:pt x="87" y="19"/>
                    </a:cubicBezTo>
                    <a:cubicBezTo>
                      <a:pt x="89" y="29"/>
                      <a:pt x="86" y="38"/>
                      <a:pt x="79" y="46"/>
                    </a:cubicBezTo>
                    <a:cubicBezTo>
                      <a:pt x="70" y="54"/>
                      <a:pt x="61" y="63"/>
                      <a:pt x="52" y="72"/>
                    </a:cubicBezTo>
                    <a:cubicBezTo>
                      <a:pt x="48" y="76"/>
                      <a:pt x="43" y="79"/>
                      <a:pt x="37" y="80"/>
                    </a:cubicBezTo>
                    <a:cubicBezTo>
                      <a:pt x="26" y="82"/>
                      <a:pt x="17" y="79"/>
                      <a:pt x="10" y="72"/>
                    </a:cubicBezTo>
                    <a:cubicBezTo>
                      <a:pt x="5" y="67"/>
                      <a:pt x="3" y="62"/>
                      <a:pt x="2" y="56"/>
                    </a:cubicBezTo>
                    <a:cubicBezTo>
                      <a:pt x="0" y="46"/>
                      <a:pt x="2" y="37"/>
                      <a:pt x="10" y="30"/>
                    </a:cubicBezTo>
                    <a:cubicBezTo>
                      <a:pt x="16" y="24"/>
                      <a:pt x="22" y="18"/>
                      <a:pt x="28" y="11"/>
                    </a:cubicBezTo>
                    <a:cubicBezTo>
                      <a:pt x="28" y="11"/>
                      <a:pt x="28" y="11"/>
                      <a:pt x="28" y="11"/>
                    </a:cubicBezTo>
                    <a:cubicBezTo>
                      <a:pt x="29" y="12"/>
                      <a:pt x="29" y="13"/>
                      <a:pt x="29" y="15"/>
                    </a:cubicBezTo>
                    <a:cubicBezTo>
                      <a:pt x="29" y="19"/>
                      <a:pt x="30" y="23"/>
                      <a:pt x="31" y="27"/>
                    </a:cubicBezTo>
                    <a:cubicBezTo>
                      <a:pt x="31" y="27"/>
                      <a:pt x="31" y="27"/>
                      <a:pt x="31" y="28"/>
                    </a:cubicBezTo>
                    <a:cubicBezTo>
                      <a:pt x="27" y="32"/>
                      <a:pt x="23" y="35"/>
                      <a:pt x="20" y="39"/>
                    </a:cubicBezTo>
                    <a:cubicBezTo>
                      <a:pt x="16" y="42"/>
                      <a:pt x="15" y="46"/>
                      <a:pt x="15" y="51"/>
                    </a:cubicBezTo>
                    <a:cubicBezTo>
                      <a:pt x="15" y="55"/>
                      <a:pt x="17" y="59"/>
                      <a:pt x="20" y="63"/>
                    </a:cubicBezTo>
                    <a:cubicBezTo>
                      <a:pt x="24" y="66"/>
                      <a:pt x="28" y="68"/>
                      <a:pt x="33" y="67"/>
                    </a:cubicBezTo>
                    <a:cubicBezTo>
                      <a:pt x="37" y="67"/>
                      <a:pt x="40" y="65"/>
                      <a:pt x="43" y="62"/>
                    </a:cubicBezTo>
                    <a:cubicBezTo>
                      <a:pt x="52" y="54"/>
                      <a:pt x="61" y="45"/>
                      <a:pt x="69" y="36"/>
                    </a:cubicBezTo>
                    <a:cubicBezTo>
                      <a:pt x="73" y="32"/>
                      <a:pt x="75" y="28"/>
                      <a:pt x="74" y="23"/>
                    </a:cubicBezTo>
                    <a:cubicBezTo>
                      <a:pt x="74" y="19"/>
                      <a:pt x="72" y="15"/>
                      <a:pt x="69" y="12"/>
                    </a:cubicBezTo>
                    <a:cubicBezTo>
                      <a:pt x="68" y="12"/>
                      <a:pt x="67" y="11"/>
                      <a:pt x="66" y="10"/>
                    </a:cubicBez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 name="Group 10"/>
            <p:cNvGrpSpPr>
              <a:grpSpLocks noChangeAspect="1"/>
            </p:cNvGrpSpPr>
            <p:nvPr/>
          </p:nvGrpSpPr>
          <p:grpSpPr bwMode="auto">
            <a:xfrm>
              <a:off x="2449589" y="2840100"/>
              <a:ext cx="473074" cy="473074"/>
              <a:chOff x="3557" y="1878"/>
              <a:chExt cx="564" cy="564"/>
            </a:xfrm>
          </p:grpSpPr>
          <p:sp>
            <p:nvSpPr>
              <p:cNvPr id="15" name="Oval 11"/>
              <p:cNvSpPr>
                <a:spLocks noChangeArrowheads="1"/>
              </p:cNvSpPr>
              <p:nvPr/>
            </p:nvSpPr>
            <p:spPr bwMode="auto">
              <a:xfrm>
                <a:off x="3557" y="1878"/>
                <a:ext cx="564" cy="564"/>
              </a:xfrm>
              <a:prstGeom prst="ellipse">
                <a:avLst/>
              </a:prstGeom>
              <a:solidFill>
                <a:srgbClr val="01A0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2"/>
              <p:cNvSpPr>
                <a:spLocks/>
              </p:cNvSpPr>
              <p:nvPr/>
            </p:nvSpPr>
            <p:spPr bwMode="auto">
              <a:xfrm>
                <a:off x="3777" y="2007"/>
                <a:ext cx="215" cy="196"/>
              </a:xfrm>
              <a:custGeom>
                <a:avLst/>
                <a:gdLst>
                  <a:gd name="T0" fmla="*/ 24 w 90"/>
                  <a:gd name="T1" fmla="*/ 72 h 82"/>
                  <a:gd name="T2" fmla="*/ 14 w 90"/>
                  <a:gd name="T3" fmla="*/ 82 h 82"/>
                  <a:gd name="T4" fmla="*/ 13 w 90"/>
                  <a:gd name="T5" fmla="*/ 81 h 82"/>
                  <a:gd name="T6" fmla="*/ 3 w 90"/>
                  <a:gd name="T7" fmla="*/ 66 h 82"/>
                  <a:gd name="T8" fmla="*/ 11 w 90"/>
                  <a:gd name="T9" fmla="*/ 36 h 82"/>
                  <a:gd name="T10" fmla="*/ 38 w 90"/>
                  <a:gd name="T11" fmla="*/ 10 h 82"/>
                  <a:gd name="T12" fmla="*/ 53 w 90"/>
                  <a:gd name="T13" fmla="*/ 2 h 82"/>
                  <a:gd name="T14" fmla="*/ 80 w 90"/>
                  <a:gd name="T15" fmla="*/ 10 h 82"/>
                  <a:gd name="T16" fmla="*/ 88 w 90"/>
                  <a:gd name="T17" fmla="*/ 26 h 82"/>
                  <a:gd name="T18" fmla="*/ 80 w 90"/>
                  <a:gd name="T19" fmla="*/ 52 h 82"/>
                  <a:gd name="T20" fmla="*/ 62 w 90"/>
                  <a:gd name="T21" fmla="*/ 71 h 82"/>
                  <a:gd name="T22" fmla="*/ 62 w 90"/>
                  <a:gd name="T23" fmla="*/ 71 h 82"/>
                  <a:gd name="T24" fmla="*/ 61 w 90"/>
                  <a:gd name="T25" fmla="*/ 70 h 82"/>
                  <a:gd name="T26" fmla="*/ 59 w 90"/>
                  <a:gd name="T27" fmla="*/ 55 h 82"/>
                  <a:gd name="T28" fmla="*/ 59 w 90"/>
                  <a:gd name="T29" fmla="*/ 54 h 82"/>
                  <a:gd name="T30" fmla="*/ 70 w 90"/>
                  <a:gd name="T31" fmla="*/ 43 h 82"/>
                  <a:gd name="T32" fmla="*/ 75 w 90"/>
                  <a:gd name="T33" fmla="*/ 33 h 82"/>
                  <a:gd name="T34" fmla="*/ 71 w 90"/>
                  <a:gd name="T35" fmla="*/ 20 h 82"/>
                  <a:gd name="T36" fmla="*/ 53 w 90"/>
                  <a:gd name="T37" fmla="*/ 16 h 82"/>
                  <a:gd name="T38" fmla="*/ 47 w 90"/>
                  <a:gd name="T39" fmla="*/ 20 h 82"/>
                  <a:gd name="T40" fmla="*/ 21 w 90"/>
                  <a:gd name="T41" fmla="*/ 46 h 82"/>
                  <a:gd name="T42" fmla="*/ 18 w 90"/>
                  <a:gd name="T43" fmla="*/ 65 h 82"/>
                  <a:gd name="T44" fmla="*/ 23 w 90"/>
                  <a:gd name="T45" fmla="*/ 71 h 82"/>
                  <a:gd name="T46" fmla="*/ 24 w 90"/>
                  <a:gd name="T47" fmla="*/ 72 h 82"/>
                  <a:gd name="T48" fmla="*/ 24 w 90"/>
                  <a:gd name="T49" fmla="*/ 7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0" h="82">
                    <a:moveTo>
                      <a:pt x="24" y="72"/>
                    </a:moveTo>
                    <a:cubicBezTo>
                      <a:pt x="21" y="75"/>
                      <a:pt x="18" y="78"/>
                      <a:pt x="14" y="82"/>
                    </a:cubicBezTo>
                    <a:cubicBezTo>
                      <a:pt x="14" y="81"/>
                      <a:pt x="14" y="81"/>
                      <a:pt x="13" y="81"/>
                    </a:cubicBezTo>
                    <a:cubicBezTo>
                      <a:pt x="9" y="77"/>
                      <a:pt x="5" y="72"/>
                      <a:pt x="3" y="66"/>
                    </a:cubicBezTo>
                    <a:cubicBezTo>
                      <a:pt x="0" y="55"/>
                      <a:pt x="3" y="45"/>
                      <a:pt x="11" y="36"/>
                    </a:cubicBezTo>
                    <a:cubicBezTo>
                      <a:pt x="20" y="28"/>
                      <a:pt x="29" y="19"/>
                      <a:pt x="38" y="10"/>
                    </a:cubicBezTo>
                    <a:cubicBezTo>
                      <a:pt x="42" y="6"/>
                      <a:pt x="47" y="3"/>
                      <a:pt x="53" y="2"/>
                    </a:cubicBezTo>
                    <a:cubicBezTo>
                      <a:pt x="64" y="0"/>
                      <a:pt x="73" y="3"/>
                      <a:pt x="80" y="10"/>
                    </a:cubicBezTo>
                    <a:cubicBezTo>
                      <a:pt x="85" y="15"/>
                      <a:pt x="87" y="20"/>
                      <a:pt x="88" y="26"/>
                    </a:cubicBezTo>
                    <a:cubicBezTo>
                      <a:pt x="90" y="36"/>
                      <a:pt x="88" y="45"/>
                      <a:pt x="80" y="52"/>
                    </a:cubicBezTo>
                    <a:cubicBezTo>
                      <a:pt x="74" y="58"/>
                      <a:pt x="68" y="65"/>
                      <a:pt x="62" y="71"/>
                    </a:cubicBezTo>
                    <a:cubicBezTo>
                      <a:pt x="62" y="71"/>
                      <a:pt x="62" y="71"/>
                      <a:pt x="62" y="71"/>
                    </a:cubicBezTo>
                    <a:cubicBezTo>
                      <a:pt x="62" y="71"/>
                      <a:pt x="61" y="71"/>
                      <a:pt x="61" y="70"/>
                    </a:cubicBezTo>
                    <a:cubicBezTo>
                      <a:pt x="62" y="65"/>
                      <a:pt x="61" y="60"/>
                      <a:pt x="59" y="55"/>
                    </a:cubicBezTo>
                    <a:cubicBezTo>
                      <a:pt x="58" y="55"/>
                      <a:pt x="59" y="55"/>
                      <a:pt x="59" y="54"/>
                    </a:cubicBezTo>
                    <a:cubicBezTo>
                      <a:pt x="63" y="51"/>
                      <a:pt x="67" y="47"/>
                      <a:pt x="70" y="43"/>
                    </a:cubicBezTo>
                    <a:cubicBezTo>
                      <a:pt x="73" y="40"/>
                      <a:pt x="75" y="37"/>
                      <a:pt x="75" y="33"/>
                    </a:cubicBezTo>
                    <a:cubicBezTo>
                      <a:pt x="76" y="28"/>
                      <a:pt x="74" y="23"/>
                      <a:pt x="71" y="20"/>
                    </a:cubicBezTo>
                    <a:cubicBezTo>
                      <a:pt x="66" y="15"/>
                      <a:pt x="60" y="13"/>
                      <a:pt x="53" y="16"/>
                    </a:cubicBezTo>
                    <a:cubicBezTo>
                      <a:pt x="51" y="17"/>
                      <a:pt x="49" y="18"/>
                      <a:pt x="47" y="20"/>
                    </a:cubicBezTo>
                    <a:cubicBezTo>
                      <a:pt x="38" y="28"/>
                      <a:pt x="30" y="37"/>
                      <a:pt x="21" y="46"/>
                    </a:cubicBezTo>
                    <a:cubicBezTo>
                      <a:pt x="16" y="51"/>
                      <a:pt x="14" y="58"/>
                      <a:pt x="18" y="65"/>
                    </a:cubicBezTo>
                    <a:cubicBezTo>
                      <a:pt x="19" y="67"/>
                      <a:pt x="21" y="69"/>
                      <a:pt x="23" y="71"/>
                    </a:cubicBezTo>
                    <a:cubicBezTo>
                      <a:pt x="23" y="71"/>
                      <a:pt x="24" y="72"/>
                      <a:pt x="24" y="72"/>
                    </a:cubicBezTo>
                    <a:cubicBezTo>
                      <a:pt x="24" y="72"/>
                      <a:pt x="24" y="72"/>
                      <a:pt x="24" y="72"/>
                    </a:cubicBez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3"/>
              <p:cNvSpPr>
                <a:spLocks/>
              </p:cNvSpPr>
              <p:nvPr/>
            </p:nvSpPr>
            <p:spPr bwMode="auto">
              <a:xfrm>
                <a:off x="3686" y="2117"/>
                <a:ext cx="212" cy="196"/>
              </a:xfrm>
              <a:custGeom>
                <a:avLst/>
                <a:gdLst>
                  <a:gd name="T0" fmla="*/ 66 w 89"/>
                  <a:gd name="T1" fmla="*/ 10 h 82"/>
                  <a:gd name="T2" fmla="*/ 76 w 89"/>
                  <a:gd name="T3" fmla="*/ 0 h 82"/>
                  <a:gd name="T4" fmla="*/ 79 w 89"/>
                  <a:gd name="T5" fmla="*/ 3 h 82"/>
                  <a:gd name="T6" fmla="*/ 87 w 89"/>
                  <a:gd name="T7" fmla="*/ 19 h 82"/>
                  <a:gd name="T8" fmla="*/ 79 w 89"/>
                  <a:gd name="T9" fmla="*/ 46 h 82"/>
                  <a:gd name="T10" fmla="*/ 52 w 89"/>
                  <a:gd name="T11" fmla="*/ 72 h 82"/>
                  <a:gd name="T12" fmla="*/ 37 w 89"/>
                  <a:gd name="T13" fmla="*/ 80 h 82"/>
                  <a:gd name="T14" fmla="*/ 10 w 89"/>
                  <a:gd name="T15" fmla="*/ 72 h 82"/>
                  <a:gd name="T16" fmla="*/ 2 w 89"/>
                  <a:gd name="T17" fmla="*/ 56 h 82"/>
                  <a:gd name="T18" fmla="*/ 10 w 89"/>
                  <a:gd name="T19" fmla="*/ 30 h 82"/>
                  <a:gd name="T20" fmla="*/ 28 w 89"/>
                  <a:gd name="T21" fmla="*/ 11 h 82"/>
                  <a:gd name="T22" fmla="*/ 28 w 89"/>
                  <a:gd name="T23" fmla="*/ 11 h 82"/>
                  <a:gd name="T24" fmla="*/ 29 w 89"/>
                  <a:gd name="T25" fmla="*/ 15 h 82"/>
                  <a:gd name="T26" fmla="*/ 31 w 89"/>
                  <a:gd name="T27" fmla="*/ 27 h 82"/>
                  <a:gd name="T28" fmla="*/ 31 w 89"/>
                  <a:gd name="T29" fmla="*/ 28 h 82"/>
                  <a:gd name="T30" fmla="*/ 20 w 89"/>
                  <a:gd name="T31" fmla="*/ 39 h 82"/>
                  <a:gd name="T32" fmla="*/ 15 w 89"/>
                  <a:gd name="T33" fmla="*/ 51 h 82"/>
                  <a:gd name="T34" fmla="*/ 20 w 89"/>
                  <a:gd name="T35" fmla="*/ 63 h 82"/>
                  <a:gd name="T36" fmla="*/ 33 w 89"/>
                  <a:gd name="T37" fmla="*/ 67 h 82"/>
                  <a:gd name="T38" fmla="*/ 43 w 89"/>
                  <a:gd name="T39" fmla="*/ 62 h 82"/>
                  <a:gd name="T40" fmla="*/ 69 w 89"/>
                  <a:gd name="T41" fmla="*/ 36 h 82"/>
                  <a:gd name="T42" fmla="*/ 74 w 89"/>
                  <a:gd name="T43" fmla="*/ 23 h 82"/>
                  <a:gd name="T44" fmla="*/ 69 w 89"/>
                  <a:gd name="T45" fmla="*/ 12 h 82"/>
                  <a:gd name="T46" fmla="*/ 66 w 89"/>
                  <a:gd name="T47" fmla="*/ 1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9" h="82">
                    <a:moveTo>
                      <a:pt x="66" y="10"/>
                    </a:moveTo>
                    <a:cubicBezTo>
                      <a:pt x="69" y="7"/>
                      <a:pt x="72" y="4"/>
                      <a:pt x="76" y="0"/>
                    </a:cubicBezTo>
                    <a:cubicBezTo>
                      <a:pt x="77" y="1"/>
                      <a:pt x="78" y="2"/>
                      <a:pt x="79" y="3"/>
                    </a:cubicBezTo>
                    <a:cubicBezTo>
                      <a:pt x="83" y="7"/>
                      <a:pt x="86" y="13"/>
                      <a:pt x="87" y="19"/>
                    </a:cubicBezTo>
                    <a:cubicBezTo>
                      <a:pt x="89" y="29"/>
                      <a:pt x="86" y="38"/>
                      <a:pt x="79" y="46"/>
                    </a:cubicBezTo>
                    <a:cubicBezTo>
                      <a:pt x="70" y="54"/>
                      <a:pt x="61" y="63"/>
                      <a:pt x="52" y="72"/>
                    </a:cubicBezTo>
                    <a:cubicBezTo>
                      <a:pt x="48" y="76"/>
                      <a:pt x="43" y="79"/>
                      <a:pt x="37" y="80"/>
                    </a:cubicBezTo>
                    <a:cubicBezTo>
                      <a:pt x="26" y="82"/>
                      <a:pt x="17" y="79"/>
                      <a:pt x="10" y="72"/>
                    </a:cubicBezTo>
                    <a:cubicBezTo>
                      <a:pt x="5" y="67"/>
                      <a:pt x="3" y="62"/>
                      <a:pt x="2" y="56"/>
                    </a:cubicBezTo>
                    <a:cubicBezTo>
                      <a:pt x="0" y="46"/>
                      <a:pt x="2" y="37"/>
                      <a:pt x="10" y="30"/>
                    </a:cubicBezTo>
                    <a:cubicBezTo>
                      <a:pt x="16" y="24"/>
                      <a:pt x="22" y="18"/>
                      <a:pt x="28" y="11"/>
                    </a:cubicBezTo>
                    <a:cubicBezTo>
                      <a:pt x="28" y="11"/>
                      <a:pt x="28" y="11"/>
                      <a:pt x="28" y="11"/>
                    </a:cubicBezTo>
                    <a:cubicBezTo>
                      <a:pt x="29" y="12"/>
                      <a:pt x="29" y="13"/>
                      <a:pt x="29" y="15"/>
                    </a:cubicBezTo>
                    <a:cubicBezTo>
                      <a:pt x="29" y="19"/>
                      <a:pt x="30" y="23"/>
                      <a:pt x="31" y="27"/>
                    </a:cubicBezTo>
                    <a:cubicBezTo>
                      <a:pt x="31" y="27"/>
                      <a:pt x="31" y="27"/>
                      <a:pt x="31" y="28"/>
                    </a:cubicBezTo>
                    <a:cubicBezTo>
                      <a:pt x="27" y="32"/>
                      <a:pt x="23" y="35"/>
                      <a:pt x="20" y="39"/>
                    </a:cubicBezTo>
                    <a:cubicBezTo>
                      <a:pt x="16" y="42"/>
                      <a:pt x="15" y="46"/>
                      <a:pt x="15" y="51"/>
                    </a:cubicBezTo>
                    <a:cubicBezTo>
                      <a:pt x="15" y="55"/>
                      <a:pt x="17" y="59"/>
                      <a:pt x="20" y="63"/>
                    </a:cubicBezTo>
                    <a:cubicBezTo>
                      <a:pt x="24" y="66"/>
                      <a:pt x="28" y="68"/>
                      <a:pt x="33" y="67"/>
                    </a:cubicBezTo>
                    <a:cubicBezTo>
                      <a:pt x="37" y="67"/>
                      <a:pt x="40" y="65"/>
                      <a:pt x="43" y="62"/>
                    </a:cubicBezTo>
                    <a:cubicBezTo>
                      <a:pt x="52" y="54"/>
                      <a:pt x="61" y="45"/>
                      <a:pt x="69" y="36"/>
                    </a:cubicBezTo>
                    <a:cubicBezTo>
                      <a:pt x="73" y="32"/>
                      <a:pt x="75" y="28"/>
                      <a:pt x="74" y="23"/>
                    </a:cubicBezTo>
                    <a:cubicBezTo>
                      <a:pt x="74" y="19"/>
                      <a:pt x="72" y="15"/>
                      <a:pt x="69" y="12"/>
                    </a:cubicBezTo>
                    <a:cubicBezTo>
                      <a:pt x="68" y="12"/>
                      <a:pt x="67" y="11"/>
                      <a:pt x="66" y="10"/>
                    </a:cubicBez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 name="Group 10"/>
            <p:cNvGrpSpPr>
              <a:grpSpLocks noChangeAspect="1"/>
            </p:cNvGrpSpPr>
            <p:nvPr/>
          </p:nvGrpSpPr>
          <p:grpSpPr bwMode="auto">
            <a:xfrm>
              <a:off x="4671141" y="2840100"/>
              <a:ext cx="473074" cy="473074"/>
              <a:chOff x="3557" y="1878"/>
              <a:chExt cx="564" cy="564"/>
            </a:xfrm>
          </p:grpSpPr>
          <p:sp>
            <p:nvSpPr>
              <p:cNvPr id="12" name="Oval 11"/>
              <p:cNvSpPr>
                <a:spLocks noChangeArrowheads="1"/>
              </p:cNvSpPr>
              <p:nvPr/>
            </p:nvSpPr>
            <p:spPr bwMode="auto">
              <a:xfrm>
                <a:off x="3557" y="1878"/>
                <a:ext cx="564" cy="564"/>
              </a:xfrm>
              <a:prstGeom prst="ellipse">
                <a:avLst/>
              </a:prstGeom>
              <a:solidFill>
                <a:srgbClr val="01A0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2"/>
              <p:cNvSpPr>
                <a:spLocks/>
              </p:cNvSpPr>
              <p:nvPr/>
            </p:nvSpPr>
            <p:spPr bwMode="auto">
              <a:xfrm>
                <a:off x="3777" y="2007"/>
                <a:ext cx="215" cy="196"/>
              </a:xfrm>
              <a:custGeom>
                <a:avLst/>
                <a:gdLst>
                  <a:gd name="T0" fmla="*/ 24 w 90"/>
                  <a:gd name="T1" fmla="*/ 72 h 82"/>
                  <a:gd name="T2" fmla="*/ 14 w 90"/>
                  <a:gd name="T3" fmla="*/ 82 h 82"/>
                  <a:gd name="T4" fmla="*/ 13 w 90"/>
                  <a:gd name="T5" fmla="*/ 81 h 82"/>
                  <a:gd name="T6" fmla="*/ 3 w 90"/>
                  <a:gd name="T7" fmla="*/ 66 h 82"/>
                  <a:gd name="T8" fmla="*/ 11 w 90"/>
                  <a:gd name="T9" fmla="*/ 36 h 82"/>
                  <a:gd name="T10" fmla="*/ 38 w 90"/>
                  <a:gd name="T11" fmla="*/ 10 h 82"/>
                  <a:gd name="T12" fmla="*/ 53 w 90"/>
                  <a:gd name="T13" fmla="*/ 2 h 82"/>
                  <a:gd name="T14" fmla="*/ 80 w 90"/>
                  <a:gd name="T15" fmla="*/ 10 h 82"/>
                  <a:gd name="T16" fmla="*/ 88 w 90"/>
                  <a:gd name="T17" fmla="*/ 26 h 82"/>
                  <a:gd name="T18" fmla="*/ 80 w 90"/>
                  <a:gd name="T19" fmla="*/ 52 h 82"/>
                  <a:gd name="T20" fmla="*/ 62 w 90"/>
                  <a:gd name="T21" fmla="*/ 71 h 82"/>
                  <a:gd name="T22" fmla="*/ 62 w 90"/>
                  <a:gd name="T23" fmla="*/ 71 h 82"/>
                  <a:gd name="T24" fmla="*/ 61 w 90"/>
                  <a:gd name="T25" fmla="*/ 70 h 82"/>
                  <a:gd name="T26" fmla="*/ 59 w 90"/>
                  <a:gd name="T27" fmla="*/ 55 h 82"/>
                  <a:gd name="T28" fmla="*/ 59 w 90"/>
                  <a:gd name="T29" fmla="*/ 54 h 82"/>
                  <a:gd name="T30" fmla="*/ 70 w 90"/>
                  <a:gd name="T31" fmla="*/ 43 h 82"/>
                  <a:gd name="T32" fmla="*/ 75 w 90"/>
                  <a:gd name="T33" fmla="*/ 33 h 82"/>
                  <a:gd name="T34" fmla="*/ 71 w 90"/>
                  <a:gd name="T35" fmla="*/ 20 h 82"/>
                  <a:gd name="T36" fmla="*/ 53 w 90"/>
                  <a:gd name="T37" fmla="*/ 16 h 82"/>
                  <a:gd name="T38" fmla="*/ 47 w 90"/>
                  <a:gd name="T39" fmla="*/ 20 h 82"/>
                  <a:gd name="T40" fmla="*/ 21 w 90"/>
                  <a:gd name="T41" fmla="*/ 46 h 82"/>
                  <a:gd name="T42" fmla="*/ 18 w 90"/>
                  <a:gd name="T43" fmla="*/ 65 h 82"/>
                  <a:gd name="T44" fmla="*/ 23 w 90"/>
                  <a:gd name="T45" fmla="*/ 71 h 82"/>
                  <a:gd name="T46" fmla="*/ 24 w 90"/>
                  <a:gd name="T47" fmla="*/ 72 h 82"/>
                  <a:gd name="T48" fmla="*/ 24 w 90"/>
                  <a:gd name="T49" fmla="*/ 7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0" h="82">
                    <a:moveTo>
                      <a:pt x="24" y="72"/>
                    </a:moveTo>
                    <a:cubicBezTo>
                      <a:pt x="21" y="75"/>
                      <a:pt x="18" y="78"/>
                      <a:pt x="14" y="82"/>
                    </a:cubicBezTo>
                    <a:cubicBezTo>
                      <a:pt x="14" y="81"/>
                      <a:pt x="14" y="81"/>
                      <a:pt x="13" y="81"/>
                    </a:cubicBezTo>
                    <a:cubicBezTo>
                      <a:pt x="9" y="77"/>
                      <a:pt x="5" y="72"/>
                      <a:pt x="3" y="66"/>
                    </a:cubicBezTo>
                    <a:cubicBezTo>
                      <a:pt x="0" y="55"/>
                      <a:pt x="3" y="45"/>
                      <a:pt x="11" y="36"/>
                    </a:cubicBezTo>
                    <a:cubicBezTo>
                      <a:pt x="20" y="28"/>
                      <a:pt x="29" y="19"/>
                      <a:pt x="38" y="10"/>
                    </a:cubicBezTo>
                    <a:cubicBezTo>
                      <a:pt x="42" y="6"/>
                      <a:pt x="47" y="3"/>
                      <a:pt x="53" y="2"/>
                    </a:cubicBezTo>
                    <a:cubicBezTo>
                      <a:pt x="64" y="0"/>
                      <a:pt x="73" y="3"/>
                      <a:pt x="80" y="10"/>
                    </a:cubicBezTo>
                    <a:cubicBezTo>
                      <a:pt x="85" y="15"/>
                      <a:pt x="87" y="20"/>
                      <a:pt x="88" y="26"/>
                    </a:cubicBezTo>
                    <a:cubicBezTo>
                      <a:pt x="90" y="36"/>
                      <a:pt x="88" y="45"/>
                      <a:pt x="80" y="52"/>
                    </a:cubicBezTo>
                    <a:cubicBezTo>
                      <a:pt x="74" y="58"/>
                      <a:pt x="68" y="65"/>
                      <a:pt x="62" y="71"/>
                    </a:cubicBezTo>
                    <a:cubicBezTo>
                      <a:pt x="62" y="71"/>
                      <a:pt x="62" y="71"/>
                      <a:pt x="62" y="71"/>
                    </a:cubicBezTo>
                    <a:cubicBezTo>
                      <a:pt x="62" y="71"/>
                      <a:pt x="61" y="71"/>
                      <a:pt x="61" y="70"/>
                    </a:cubicBezTo>
                    <a:cubicBezTo>
                      <a:pt x="62" y="65"/>
                      <a:pt x="61" y="60"/>
                      <a:pt x="59" y="55"/>
                    </a:cubicBezTo>
                    <a:cubicBezTo>
                      <a:pt x="58" y="55"/>
                      <a:pt x="59" y="55"/>
                      <a:pt x="59" y="54"/>
                    </a:cubicBezTo>
                    <a:cubicBezTo>
                      <a:pt x="63" y="51"/>
                      <a:pt x="67" y="47"/>
                      <a:pt x="70" y="43"/>
                    </a:cubicBezTo>
                    <a:cubicBezTo>
                      <a:pt x="73" y="40"/>
                      <a:pt x="75" y="37"/>
                      <a:pt x="75" y="33"/>
                    </a:cubicBezTo>
                    <a:cubicBezTo>
                      <a:pt x="76" y="28"/>
                      <a:pt x="74" y="23"/>
                      <a:pt x="71" y="20"/>
                    </a:cubicBezTo>
                    <a:cubicBezTo>
                      <a:pt x="66" y="15"/>
                      <a:pt x="60" y="13"/>
                      <a:pt x="53" y="16"/>
                    </a:cubicBezTo>
                    <a:cubicBezTo>
                      <a:pt x="51" y="17"/>
                      <a:pt x="49" y="18"/>
                      <a:pt x="47" y="20"/>
                    </a:cubicBezTo>
                    <a:cubicBezTo>
                      <a:pt x="38" y="28"/>
                      <a:pt x="30" y="37"/>
                      <a:pt x="21" y="46"/>
                    </a:cubicBezTo>
                    <a:cubicBezTo>
                      <a:pt x="16" y="51"/>
                      <a:pt x="14" y="58"/>
                      <a:pt x="18" y="65"/>
                    </a:cubicBezTo>
                    <a:cubicBezTo>
                      <a:pt x="19" y="67"/>
                      <a:pt x="21" y="69"/>
                      <a:pt x="23" y="71"/>
                    </a:cubicBezTo>
                    <a:cubicBezTo>
                      <a:pt x="23" y="71"/>
                      <a:pt x="24" y="72"/>
                      <a:pt x="24" y="72"/>
                    </a:cubicBezTo>
                    <a:cubicBezTo>
                      <a:pt x="24" y="72"/>
                      <a:pt x="24" y="72"/>
                      <a:pt x="24" y="72"/>
                    </a:cubicBez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3"/>
              <p:cNvSpPr>
                <a:spLocks/>
              </p:cNvSpPr>
              <p:nvPr/>
            </p:nvSpPr>
            <p:spPr bwMode="auto">
              <a:xfrm>
                <a:off x="3686" y="2117"/>
                <a:ext cx="212" cy="196"/>
              </a:xfrm>
              <a:custGeom>
                <a:avLst/>
                <a:gdLst>
                  <a:gd name="T0" fmla="*/ 66 w 89"/>
                  <a:gd name="T1" fmla="*/ 10 h 82"/>
                  <a:gd name="T2" fmla="*/ 76 w 89"/>
                  <a:gd name="T3" fmla="*/ 0 h 82"/>
                  <a:gd name="T4" fmla="*/ 79 w 89"/>
                  <a:gd name="T5" fmla="*/ 3 h 82"/>
                  <a:gd name="T6" fmla="*/ 87 w 89"/>
                  <a:gd name="T7" fmla="*/ 19 h 82"/>
                  <a:gd name="T8" fmla="*/ 79 w 89"/>
                  <a:gd name="T9" fmla="*/ 46 h 82"/>
                  <a:gd name="T10" fmla="*/ 52 w 89"/>
                  <a:gd name="T11" fmla="*/ 72 h 82"/>
                  <a:gd name="T12" fmla="*/ 37 w 89"/>
                  <a:gd name="T13" fmla="*/ 80 h 82"/>
                  <a:gd name="T14" fmla="*/ 10 w 89"/>
                  <a:gd name="T15" fmla="*/ 72 h 82"/>
                  <a:gd name="T16" fmla="*/ 2 w 89"/>
                  <a:gd name="T17" fmla="*/ 56 h 82"/>
                  <a:gd name="T18" fmla="*/ 10 w 89"/>
                  <a:gd name="T19" fmla="*/ 30 h 82"/>
                  <a:gd name="T20" fmla="*/ 28 w 89"/>
                  <a:gd name="T21" fmla="*/ 11 h 82"/>
                  <a:gd name="T22" fmla="*/ 28 w 89"/>
                  <a:gd name="T23" fmla="*/ 11 h 82"/>
                  <a:gd name="T24" fmla="*/ 29 w 89"/>
                  <a:gd name="T25" fmla="*/ 15 h 82"/>
                  <a:gd name="T26" fmla="*/ 31 w 89"/>
                  <a:gd name="T27" fmla="*/ 27 h 82"/>
                  <a:gd name="T28" fmla="*/ 31 w 89"/>
                  <a:gd name="T29" fmla="*/ 28 h 82"/>
                  <a:gd name="T30" fmla="*/ 20 w 89"/>
                  <a:gd name="T31" fmla="*/ 39 h 82"/>
                  <a:gd name="T32" fmla="*/ 15 w 89"/>
                  <a:gd name="T33" fmla="*/ 51 h 82"/>
                  <a:gd name="T34" fmla="*/ 20 w 89"/>
                  <a:gd name="T35" fmla="*/ 63 h 82"/>
                  <a:gd name="T36" fmla="*/ 33 w 89"/>
                  <a:gd name="T37" fmla="*/ 67 h 82"/>
                  <a:gd name="T38" fmla="*/ 43 w 89"/>
                  <a:gd name="T39" fmla="*/ 62 h 82"/>
                  <a:gd name="T40" fmla="*/ 69 w 89"/>
                  <a:gd name="T41" fmla="*/ 36 h 82"/>
                  <a:gd name="T42" fmla="*/ 74 w 89"/>
                  <a:gd name="T43" fmla="*/ 23 h 82"/>
                  <a:gd name="T44" fmla="*/ 69 w 89"/>
                  <a:gd name="T45" fmla="*/ 12 h 82"/>
                  <a:gd name="T46" fmla="*/ 66 w 89"/>
                  <a:gd name="T47" fmla="*/ 1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9" h="82">
                    <a:moveTo>
                      <a:pt x="66" y="10"/>
                    </a:moveTo>
                    <a:cubicBezTo>
                      <a:pt x="69" y="7"/>
                      <a:pt x="72" y="4"/>
                      <a:pt x="76" y="0"/>
                    </a:cubicBezTo>
                    <a:cubicBezTo>
                      <a:pt x="77" y="1"/>
                      <a:pt x="78" y="2"/>
                      <a:pt x="79" y="3"/>
                    </a:cubicBezTo>
                    <a:cubicBezTo>
                      <a:pt x="83" y="7"/>
                      <a:pt x="86" y="13"/>
                      <a:pt x="87" y="19"/>
                    </a:cubicBezTo>
                    <a:cubicBezTo>
                      <a:pt x="89" y="29"/>
                      <a:pt x="86" y="38"/>
                      <a:pt x="79" y="46"/>
                    </a:cubicBezTo>
                    <a:cubicBezTo>
                      <a:pt x="70" y="54"/>
                      <a:pt x="61" y="63"/>
                      <a:pt x="52" y="72"/>
                    </a:cubicBezTo>
                    <a:cubicBezTo>
                      <a:pt x="48" y="76"/>
                      <a:pt x="43" y="79"/>
                      <a:pt x="37" y="80"/>
                    </a:cubicBezTo>
                    <a:cubicBezTo>
                      <a:pt x="26" y="82"/>
                      <a:pt x="17" y="79"/>
                      <a:pt x="10" y="72"/>
                    </a:cubicBezTo>
                    <a:cubicBezTo>
                      <a:pt x="5" y="67"/>
                      <a:pt x="3" y="62"/>
                      <a:pt x="2" y="56"/>
                    </a:cubicBezTo>
                    <a:cubicBezTo>
                      <a:pt x="0" y="46"/>
                      <a:pt x="2" y="37"/>
                      <a:pt x="10" y="30"/>
                    </a:cubicBezTo>
                    <a:cubicBezTo>
                      <a:pt x="16" y="24"/>
                      <a:pt x="22" y="18"/>
                      <a:pt x="28" y="11"/>
                    </a:cubicBezTo>
                    <a:cubicBezTo>
                      <a:pt x="28" y="11"/>
                      <a:pt x="28" y="11"/>
                      <a:pt x="28" y="11"/>
                    </a:cubicBezTo>
                    <a:cubicBezTo>
                      <a:pt x="29" y="12"/>
                      <a:pt x="29" y="13"/>
                      <a:pt x="29" y="15"/>
                    </a:cubicBezTo>
                    <a:cubicBezTo>
                      <a:pt x="29" y="19"/>
                      <a:pt x="30" y="23"/>
                      <a:pt x="31" y="27"/>
                    </a:cubicBezTo>
                    <a:cubicBezTo>
                      <a:pt x="31" y="27"/>
                      <a:pt x="31" y="27"/>
                      <a:pt x="31" y="28"/>
                    </a:cubicBezTo>
                    <a:cubicBezTo>
                      <a:pt x="27" y="32"/>
                      <a:pt x="23" y="35"/>
                      <a:pt x="20" y="39"/>
                    </a:cubicBezTo>
                    <a:cubicBezTo>
                      <a:pt x="16" y="42"/>
                      <a:pt x="15" y="46"/>
                      <a:pt x="15" y="51"/>
                    </a:cubicBezTo>
                    <a:cubicBezTo>
                      <a:pt x="15" y="55"/>
                      <a:pt x="17" y="59"/>
                      <a:pt x="20" y="63"/>
                    </a:cubicBezTo>
                    <a:cubicBezTo>
                      <a:pt x="24" y="66"/>
                      <a:pt x="28" y="68"/>
                      <a:pt x="33" y="67"/>
                    </a:cubicBezTo>
                    <a:cubicBezTo>
                      <a:pt x="37" y="67"/>
                      <a:pt x="40" y="65"/>
                      <a:pt x="43" y="62"/>
                    </a:cubicBezTo>
                    <a:cubicBezTo>
                      <a:pt x="52" y="54"/>
                      <a:pt x="61" y="45"/>
                      <a:pt x="69" y="36"/>
                    </a:cubicBezTo>
                    <a:cubicBezTo>
                      <a:pt x="73" y="32"/>
                      <a:pt x="75" y="28"/>
                      <a:pt x="74" y="23"/>
                    </a:cubicBezTo>
                    <a:cubicBezTo>
                      <a:pt x="74" y="19"/>
                      <a:pt x="72" y="15"/>
                      <a:pt x="69" y="12"/>
                    </a:cubicBezTo>
                    <a:cubicBezTo>
                      <a:pt x="68" y="12"/>
                      <a:pt x="67" y="11"/>
                      <a:pt x="66" y="10"/>
                    </a:cubicBez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 name="Group 10"/>
            <p:cNvGrpSpPr>
              <a:grpSpLocks noChangeAspect="1"/>
            </p:cNvGrpSpPr>
            <p:nvPr/>
          </p:nvGrpSpPr>
          <p:grpSpPr bwMode="auto">
            <a:xfrm>
              <a:off x="6808788" y="2840100"/>
              <a:ext cx="473074" cy="473074"/>
              <a:chOff x="3557" y="1878"/>
              <a:chExt cx="564" cy="564"/>
            </a:xfrm>
          </p:grpSpPr>
          <p:sp>
            <p:nvSpPr>
              <p:cNvPr id="9" name="Oval 11"/>
              <p:cNvSpPr>
                <a:spLocks noChangeArrowheads="1"/>
              </p:cNvSpPr>
              <p:nvPr/>
            </p:nvSpPr>
            <p:spPr bwMode="auto">
              <a:xfrm>
                <a:off x="3557" y="1878"/>
                <a:ext cx="564" cy="564"/>
              </a:xfrm>
              <a:prstGeom prst="ellipse">
                <a:avLst/>
              </a:prstGeom>
              <a:solidFill>
                <a:srgbClr val="01A0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12"/>
              <p:cNvSpPr>
                <a:spLocks/>
              </p:cNvSpPr>
              <p:nvPr/>
            </p:nvSpPr>
            <p:spPr bwMode="auto">
              <a:xfrm>
                <a:off x="3777" y="2007"/>
                <a:ext cx="215" cy="196"/>
              </a:xfrm>
              <a:custGeom>
                <a:avLst/>
                <a:gdLst>
                  <a:gd name="T0" fmla="*/ 24 w 90"/>
                  <a:gd name="T1" fmla="*/ 72 h 82"/>
                  <a:gd name="T2" fmla="*/ 14 w 90"/>
                  <a:gd name="T3" fmla="*/ 82 h 82"/>
                  <a:gd name="T4" fmla="*/ 13 w 90"/>
                  <a:gd name="T5" fmla="*/ 81 h 82"/>
                  <a:gd name="T6" fmla="*/ 3 w 90"/>
                  <a:gd name="T7" fmla="*/ 66 h 82"/>
                  <a:gd name="T8" fmla="*/ 11 w 90"/>
                  <a:gd name="T9" fmla="*/ 36 h 82"/>
                  <a:gd name="T10" fmla="*/ 38 w 90"/>
                  <a:gd name="T11" fmla="*/ 10 h 82"/>
                  <a:gd name="T12" fmla="*/ 53 w 90"/>
                  <a:gd name="T13" fmla="*/ 2 h 82"/>
                  <a:gd name="T14" fmla="*/ 80 w 90"/>
                  <a:gd name="T15" fmla="*/ 10 h 82"/>
                  <a:gd name="T16" fmla="*/ 88 w 90"/>
                  <a:gd name="T17" fmla="*/ 26 h 82"/>
                  <a:gd name="T18" fmla="*/ 80 w 90"/>
                  <a:gd name="T19" fmla="*/ 52 h 82"/>
                  <a:gd name="T20" fmla="*/ 62 w 90"/>
                  <a:gd name="T21" fmla="*/ 71 h 82"/>
                  <a:gd name="T22" fmla="*/ 62 w 90"/>
                  <a:gd name="T23" fmla="*/ 71 h 82"/>
                  <a:gd name="T24" fmla="*/ 61 w 90"/>
                  <a:gd name="T25" fmla="*/ 70 h 82"/>
                  <a:gd name="T26" fmla="*/ 59 w 90"/>
                  <a:gd name="T27" fmla="*/ 55 h 82"/>
                  <a:gd name="T28" fmla="*/ 59 w 90"/>
                  <a:gd name="T29" fmla="*/ 54 h 82"/>
                  <a:gd name="T30" fmla="*/ 70 w 90"/>
                  <a:gd name="T31" fmla="*/ 43 h 82"/>
                  <a:gd name="T32" fmla="*/ 75 w 90"/>
                  <a:gd name="T33" fmla="*/ 33 h 82"/>
                  <a:gd name="T34" fmla="*/ 71 w 90"/>
                  <a:gd name="T35" fmla="*/ 20 h 82"/>
                  <a:gd name="T36" fmla="*/ 53 w 90"/>
                  <a:gd name="T37" fmla="*/ 16 h 82"/>
                  <a:gd name="T38" fmla="*/ 47 w 90"/>
                  <a:gd name="T39" fmla="*/ 20 h 82"/>
                  <a:gd name="T40" fmla="*/ 21 w 90"/>
                  <a:gd name="T41" fmla="*/ 46 h 82"/>
                  <a:gd name="T42" fmla="*/ 18 w 90"/>
                  <a:gd name="T43" fmla="*/ 65 h 82"/>
                  <a:gd name="T44" fmla="*/ 23 w 90"/>
                  <a:gd name="T45" fmla="*/ 71 h 82"/>
                  <a:gd name="T46" fmla="*/ 24 w 90"/>
                  <a:gd name="T47" fmla="*/ 72 h 82"/>
                  <a:gd name="T48" fmla="*/ 24 w 90"/>
                  <a:gd name="T49" fmla="*/ 7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0" h="82">
                    <a:moveTo>
                      <a:pt x="24" y="72"/>
                    </a:moveTo>
                    <a:cubicBezTo>
                      <a:pt x="21" y="75"/>
                      <a:pt x="18" y="78"/>
                      <a:pt x="14" y="82"/>
                    </a:cubicBezTo>
                    <a:cubicBezTo>
                      <a:pt x="14" y="81"/>
                      <a:pt x="14" y="81"/>
                      <a:pt x="13" y="81"/>
                    </a:cubicBezTo>
                    <a:cubicBezTo>
                      <a:pt x="9" y="77"/>
                      <a:pt x="5" y="72"/>
                      <a:pt x="3" y="66"/>
                    </a:cubicBezTo>
                    <a:cubicBezTo>
                      <a:pt x="0" y="55"/>
                      <a:pt x="3" y="45"/>
                      <a:pt x="11" y="36"/>
                    </a:cubicBezTo>
                    <a:cubicBezTo>
                      <a:pt x="20" y="28"/>
                      <a:pt x="29" y="19"/>
                      <a:pt x="38" y="10"/>
                    </a:cubicBezTo>
                    <a:cubicBezTo>
                      <a:pt x="42" y="6"/>
                      <a:pt x="47" y="3"/>
                      <a:pt x="53" y="2"/>
                    </a:cubicBezTo>
                    <a:cubicBezTo>
                      <a:pt x="64" y="0"/>
                      <a:pt x="73" y="3"/>
                      <a:pt x="80" y="10"/>
                    </a:cubicBezTo>
                    <a:cubicBezTo>
                      <a:pt x="85" y="15"/>
                      <a:pt x="87" y="20"/>
                      <a:pt x="88" y="26"/>
                    </a:cubicBezTo>
                    <a:cubicBezTo>
                      <a:pt x="90" y="36"/>
                      <a:pt x="88" y="45"/>
                      <a:pt x="80" y="52"/>
                    </a:cubicBezTo>
                    <a:cubicBezTo>
                      <a:pt x="74" y="58"/>
                      <a:pt x="68" y="65"/>
                      <a:pt x="62" y="71"/>
                    </a:cubicBezTo>
                    <a:cubicBezTo>
                      <a:pt x="62" y="71"/>
                      <a:pt x="62" y="71"/>
                      <a:pt x="62" y="71"/>
                    </a:cubicBezTo>
                    <a:cubicBezTo>
                      <a:pt x="62" y="71"/>
                      <a:pt x="61" y="71"/>
                      <a:pt x="61" y="70"/>
                    </a:cubicBezTo>
                    <a:cubicBezTo>
                      <a:pt x="62" y="65"/>
                      <a:pt x="61" y="60"/>
                      <a:pt x="59" y="55"/>
                    </a:cubicBezTo>
                    <a:cubicBezTo>
                      <a:pt x="58" y="55"/>
                      <a:pt x="59" y="55"/>
                      <a:pt x="59" y="54"/>
                    </a:cubicBezTo>
                    <a:cubicBezTo>
                      <a:pt x="63" y="51"/>
                      <a:pt x="67" y="47"/>
                      <a:pt x="70" y="43"/>
                    </a:cubicBezTo>
                    <a:cubicBezTo>
                      <a:pt x="73" y="40"/>
                      <a:pt x="75" y="37"/>
                      <a:pt x="75" y="33"/>
                    </a:cubicBezTo>
                    <a:cubicBezTo>
                      <a:pt x="76" y="28"/>
                      <a:pt x="74" y="23"/>
                      <a:pt x="71" y="20"/>
                    </a:cubicBezTo>
                    <a:cubicBezTo>
                      <a:pt x="66" y="15"/>
                      <a:pt x="60" y="13"/>
                      <a:pt x="53" y="16"/>
                    </a:cubicBezTo>
                    <a:cubicBezTo>
                      <a:pt x="51" y="17"/>
                      <a:pt x="49" y="18"/>
                      <a:pt x="47" y="20"/>
                    </a:cubicBezTo>
                    <a:cubicBezTo>
                      <a:pt x="38" y="28"/>
                      <a:pt x="30" y="37"/>
                      <a:pt x="21" y="46"/>
                    </a:cubicBezTo>
                    <a:cubicBezTo>
                      <a:pt x="16" y="51"/>
                      <a:pt x="14" y="58"/>
                      <a:pt x="18" y="65"/>
                    </a:cubicBezTo>
                    <a:cubicBezTo>
                      <a:pt x="19" y="67"/>
                      <a:pt x="21" y="69"/>
                      <a:pt x="23" y="71"/>
                    </a:cubicBezTo>
                    <a:cubicBezTo>
                      <a:pt x="23" y="71"/>
                      <a:pt x="24" y="72"/>
                      <a:pt x="24" y="72"/>
                    </a:cubicBezTo>
                    <a:cubicBezTo>
                      <a:pt x="24" y="72"/>
                      <a:pt x="24" y="72"/>
                      <a:pt x="24" y="72"/>
                    </a:cubicBez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3"/>
              <p:cNvSpPr>
                <a:spLocks/>
              </p:cNvSpPr>
              <p:nvPr/>
            </p:nvSpPr>
            <p:spPr bwMode="auto">
              <a:xfrm>
                <a:off x="3686" y="2117"/>
                <a:ext cx="212" cy="196"/>
              </a:xfrm>
              <a:custGeom>
                <a:avLst/>
                <a:gdLst>
                  <a:gd name="T0" fmla="*/ 66 w 89"/>
                  <a:gd name="T1" fmla="*/ 10 h 82"/>
                  <a:gd name="T2" fmla="*/ 76 w 89"/>
                  <a:gd name="T3" fmla="*/ 0 h 82"/>
                  <a:gd name="T4" fmla="*/ 79 w 89"/>
                  <a:gd name="T5" fmla="*/ 3 h 82"/>
                  <a:gd name="T6" fmla="*/ 87 w 89"/>
                  <a:gd name="T7" fmla="*/ 19 h 82"/>
                  <a:gd name="T8" fmla="*/ 79 w 89"/>
                  <a:gd name="T9" fmla="*/ 46 h 82"/>
                  <a:gd name="T10" fmla="*/ 52 w 89"/>
                  <a:gd name="T11" fmla="*/ 72 h 82"/>
                  <a:gd name="T12" fmla="*/ 37 w 89"/>
                  <a:gd name="T13" fmla="*/ 80 h 82"/>
                  <a:gd name="T14" fmla="*/ 10 w 89"/>
                  <a:gd name="T15" fmla="*/ 72 h 82"/>
                  <a:gd name="T16" fmla="*/ 2 w 89"/>
                  <a:gd name="T17" fmla="*/ 56 h 82"/>
                  <a:gd name="T18" fmla="*/ 10 w 89"/>
                  <a:gd name="T19" fmla="*/ 30 h 82"/>
                  <a:gd name="T20" fmla="*/ 28 w 89"/>
                  <a:gd name="T21" fmla="*/ 11 h 82"/>
                  <a:gd name="T22" fmla="*/ 28 w 89"/>
                  <a:gd name="T23" fmla="*/ 11 h 82"/>
                  <a:gd name="T24" fmla="*/ 29 w 89"/>
                  <a:gd name="T25" fmla="*/ 15 h 82"/>
                  <a:gd name="T26" fmla="*/ 31 w 89"/>
                  <a:gd name="T27" fmla="*/ 27 h 82"/>
                  <a:gd name="T28" fmla="*/ 31 w 89"/>
                  <a:gd name="T29" fmla="*/ 28 h 82"/>
                  <a:gd name="T30" fmla="*/ 20 w 89"/>
                  <a:gd name="T31" fmla="*/ 39 h 82"/>
                  <a:gd name="T32" fmla="*/ 15 w 89"/>
                  <a:gd name="T33" fmla="*/ 51 h 82"/>
                  <a:gd name="T34" fmla="*/ 20 w 89"/>
                  <a:gd name="T35" fmla="*/ 63 h 82"/>
                  <a:gd name="T36" fmla="*/ 33 w 89"/>
                  <a:gd name="T37" fmla="*/ 67 h 82"/>
                  <a:gd name="T38" fmla="*/ 43 w 89"/>
                  <a:gd name="T39" fmla="*/ 62 h 82"/>
                  <a:gd name="T40" fmla="*/ 69 w 89"/>
                  <a:gd name="T41" fmla="*/ 36 h 82"/>
                  <a:gd name="T42" fmla="*/ 74 w 89"/>
                  <a:gd name="T43" fmla="*/ 23 h 82"/>
                  <a:gd name="T44" fmla="*/ 69 w 89"/>
                  <a:gd name="T45" fmla="*/ 12 h 82"/>
                  <a:gd name="T46" fmla="*/ 66 w 89"/>
                  <a:gd name="T47" fmla="*/ 1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9" h="82">
                    <a:moveTo>
                      <a:pt x="66" y="10"/>
                    </a:moveTo>
                    <a:cubicBezTo>
                      <a:pt x="69" y="7"/>
                      <a:pt x="72" y="4"/>
                      <a:pt x="76" y="0"/>
                    </a:cubicBezTo>
                    <a:cubicBezTo>
                      <a:pt x="77" y="1"/>
                      <a:pt x="78" y="2"/>
                      <a:pt x="79" y="3"/>
                    </a:cubicBezTo>
                    <a:cubicBezTo>
                      <a:pt x="83" y="7"/>
                      <a:pt x="86" y="13"/>
                      <a:pt x="87" y="19"/>
                    </a:cubicBezTo>
                    <a:cubicBezTo>
                      <a:pt x="89" y="29"/>
                      <a:pt x="86" y="38"/>
                      <a:pt x="79" y="46"/>
                    </a:cubicBezTo>
                    <a:cubicBezTo>
                      <a:pt x="70" y="54"/>
                      <a:pt x="61" y="63"/>
                      <a:pt x="52" y="72"/>
                    </a:cubicBezTo>
                    <a:cubicBezTo>
                      <a:pt x="48" y="76"/>
                      <a:pt x="43" y="79"/>
                      <a:pt x="37" y="80"/>
                    </a:cubicBezTo>
                    <a:cubicBezTo>
                      <a:pt x="26" y="82"/>
                      <a:pt x="17" y="79"/>
                      <a:pt x="10" y="72"/>
                    </a:cubicBezTo>
                    <a:cubicBezTo>
                      <a:pt x="5" y="67"/>
                      <a:pt x="3" y="62"/>
                      <a:pt x="2" y="56"/>
                    </a:cubicBezTo>
                    <a:cubicBezTo>
                      <a:pt x="0" y="46"/>
                      <a:pt x="2" y="37"/>
                      <a:pt x="10" y="30"/>
                    </a:cubicBezTo>
                    <a:cubicBezTo>
                      <a:pt x="16" y="24"/>
                      <a:pt x="22" y="18"/>
                      <a:pt x="28" y="11"/>
                    </a:cubicBezTo>
                    <a:cubicBezTo>
                      <a:pt x="28" y="11"/>
                      <a:pt x="28" y="11"/>
                      <a:pt x="28" y="11"/>
                    </a:cubicBezTo>
                    <a:cubicBezTo>
                      <a:pt x="29" y="12"/>
                      <a:pt x="29" y="13"/>
                      <a:pt x="29" y="15"/>
                    </a:cubicBezTo>
                    <a:cubicBezTo>
                      <a:pt x="29" y="19"/>
                      <a:pt x="30" y="23"/>
                      <a:pt x="31" y="27"/>
                    </a:cubicBezTo>
                    <a:cubicBezTo>
                      <a:pt x="31" y="27"/>
                      <a:pt x="31" y="27"/>
                      <a:pt x="31" y="28"/>
                    </a:cubicBezTo>
                    <a:cubicBezTo>
                      <a:pt x="27" y="32"/>
                      <a:pt x="23" y="35"/>
                      <a:pt x="20" y="39"/>
                    </a:cubicBezTo>
                    <a:cubicBezTo>
                      <a:pt x="16" y="42"/>
                      <a:pt x="15" y="46"/>
                      <a:pt x="15" y="51"/>
                    </a:cubicBezTo>
                    <a:cubicBezTo>
                      <a:pt x="15" y="55"/>
                      <a:pt x="17" y="59"/>
                      <a:pt x="20" y="63"/>
                    </a:cubicBezTo>
                    <a:cubicBezTo>
                      <a:pt x="24" y="66"/>
                      <a:pt x="28" y="68"/>
                      <a:pt x="33" y="67"/>
                    </a:cubicBezTo>
                    <a:cubicBezTo>
                      <a:pt x="37" y="67"/>
                      <a:pt x="40" y="65"/>
                      <a:pt x="43" y="62"/>
                    </a:cubicBezTo>
                    <a:cubicBezTo>
                      <a:pt x="52" y="54"/>
                      <a:pt x="61" y="45"/>
                      <a:pt x="69" y="36"/>
                    </a:cubicBezTo>
                    <a:cubicBezTo>
                      <a:pt x="73" y="32"/>
                      <a:pt x="75" y="28"/>
                      <a:pt x="74" y="23"/>
                    </a:cubicBezTo>
                    <a:cubicBezTo>
                      <a:pt x="74" y="19"/>
                      <a:pt x="72" y="15"/>
                      <a:pt x="69" y="12"/>
                    </a:cubicBezTo>
                    <a:cubicBezTo>
                      <a:pt x="68" y="12"/>
                      <a:pt x="67" y="11"/>
                      <a:pt x="66" y="10"/>
                    </a:cubicBez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31" name="组合 66"/>
          <p:cNvGrpSpPr/>
          <p:nvPr/>
        </p:nvGrpSpPr>
        <p:grpSpPr>
          <a:xfrm>
            <a:off x="5749131" y="2024949"/>
            <a:ext cx="3440233" cy="806486"/>
            <a:chOff x="697882" y="2277040"/>
            <a:chExt cx="3440233" cy="806486"/>
          </a:xfrm>
        </p:grpSpPr>
        <p:sp>
          <p:nvSpPr>
            <p:cNvPr id="32" name="文本框 31"/>
            <p:cNvSpPr txBox="1"/>
            <p:nvPr/>
          </p:nvSpPr>
          <p:spPr>
            <a:xfrm>
              <a:off x="697882" y="2277040"/>
              <a:ext cx="3440233" cy="511807"/>
            </a:xfrm>
            <a:prstGeom prst="rect">
              <a:avLst/>
            </a:prstGeom>
            <a:noFill/>
          </p:spPr>
          <p:txBody>
            <a:bodyPr wrap="square" rtlCol="0">
              <a:spAutoFit/>
            </a:bodyPr>
            <a:lstStyle/>
            <a:p>
              <a:pPr>
                <a:lnSpc>
                  <a:spcPct val="125000"/>
                </a:lnSpc>
              </a:pPr>
              <a:r>
                <a:rPr lang="zh-CN" altLang="en-US" sz="2400" b="1" dirty="0">
                  <a:solidFill>
                    <a:schemeClr val="tx1">
                      <a:lumMod val="65000"/>
                      <a:lumOff val="35000"/>
                    </a:schemeClr>
                  </a:solidFill>
                  <a:latin typeface="微软雅黑" panose="020B0503020204020204" pitchFamily="34" charset="-122"/>
                  <a:ea typeface="微软雅黑" panose="020B0503020204020204" pitchFamily="34" charset="-122"/>
                </a:rPr>
                <a:t>添加标题</a:t>
              </a:r>
            </a:p>
          </p:txBody>
        </p:sp>
        <p:sp>
          <p:nvSpPr>
            <p:cNvPr id="33" name="文本框 32"/>
            <p:cNvSpPr txBox="1"/>
            <p:nvPr/>
          </p:nvSpPr>
          <p:spPr>
            <a:xfrm>
              <a:off x="697882" y="2683416"/>
              <a:ext cx="3440233" cy="400110"/>
            </a:xfrm>
            <a:prstGeom prst="rect">
              <a:avLst/>
            </a:prstGeom>
            <a:noFill/>
          </p:spPr>
          <p:txBody>
            <a:bodyPr wrap="square" rtlCol="0">
              <a:spAutoFit/>
            </a:bodyPr>
            <a:lstStyle/>
            <a:p>
              <a:pPr>
                <a:lnSpc>
                  <a:spcPct val="125000"/>
                </a:lnSpc>
              </a:pPr>
              <a:r>
                <a:rPr lang="zh-CN" altLang="en-US" sz="1600" dirty="0">
                  <a:solidFill>
                    <a:schemeClr val="tx1">
                      <a:lumMod val="65000"/>
                      <a:lumOff val="35000"/>
                    </a:schemeClr>
                  </a:solidFill>
                  <a:latin typeface="微软雅黑" panose="020B0503020204020204" pitchFamily="34" charset="-122"/>
                  <a:ea typeface="微软雅黑" panose="020B0503020204020204" pitchFamily="34" charset="-122"/>
                </a:rPr>
                <a:t>单击添加内容，言简意赅</a:t>
              </a:r>
            </a:p>
          </p:txBody>
        </p:sp>
      </p:grpSp>
      <p:grpSp>
        <p:nvGrpSpPr>
          <p:cNvPr id="34" name="组合 72"/>
          <p:cNvGrpSpPr/>
          <p:nvPr/>
        </p:nvGrpSpPr>
        <p:grpSpPr>
          <a:xfrm>
            <a:off x="1415630" y="2024949"/>
            <a:ext cx="3440233" cy="806486"/>
            <a:chOff x="697882" y="2277040"/>
            <a:chExt cx="3440233" cy="806486"/>
          </a:xfrm>
        </p:grpSpPr>
        <p:sp>
          <p:nvSpPr>
            <p:cNvPr id="35" name="文本框 34"/>
            <p:cNvSpPr txBox="1"/>
            <p:nvPr/>
          </p:nvSpPr>
          <p:spPr>
            <a:xfrm>
              <a:off x="697882" y="2277040"/>
              <a:ext cx="3440233" cy="511807"/>
            </a:xfrm>
            <a:prstGeom prst="rect">
              <a:avLst/>
            </a:prstGeom>
            <a:noFill/>
          </p:spPr>
          <p:txBody>
            <a:bodyPr wrap="square" rtlCol="0">
              <a:spAutoFit/>
            </a:bodyPr>
            <a:lstStyle/>
            <a:p>
              <a:pPr>
                <a:lnSpc>
                  <a:spcPct val="125000"/>
                </a:lnSpc>
              </a:pPr>
              <a:r>
                <a:rPr lang="zh-CN" altLang="en-US" sz="2400" b="1" dirty="0">
                  <a:solidFill>
                    <a:schemeClr val="tx1">
                      <a:lumMod val="65000"/>
                      <a:lumOff val="35000"/>
                    </a:schemeClr>
                  </a:solidFill>
                  <a:latin typeface="微软雅黑" panose="020B0503020204020204" pitchFamily="34" charset="-122"/>
                  <a:ea typeface="微软雅黑" panose="020B0503020204020204" pitchFamily="34" charset="-122"/>
                </a:rPr>
                <a:t>添加标题</a:t>
              </a:r>
            </a:p>
          </p:txBody>
        </p:sp>
        <p:sp>
          <p:nvSpPr>
            <p:cNvPr id="36" name="文本框 35"/>
            <p:cNvSpPr txBox="1"/>
            <p:nvPr/>
          </p:nvSpPr>
          <p:spPr>
            <a:xfrm>
              <a:off x="697882" y="2683416"/>
              <a:ext cx="3440233" cy="400110"/>
            </a:xfrm>
            <a:prstGeom prst="rect">
              <a:avLst/>
            </a:prstGeom>
            <a:noFill/>
          </p:spPr>
          <p:txBody>
            <a:bodyPr wrap="square" rtlCol="0">
              <a:spAutoFit/>
            </a:bodyPr>
            <a:lstStyle/>
            <a:p>
              <a:pPr>
                <a:lnSpc>
                  <a:spcPct val="125000"/>
                </a:lnSpc>
              </a:pPr>
              <a:r>
                <a:rPr lang="zh-CN" altLang="en-US" sz="1600" dirty="0">
                  <a:solidFill>
                    <a:schemeClr val="tx1">
                      <a:lumMod val="65000"/>
                      <a:lumOff val="35000"/>
                    </a:schemeClr>
                  </a:solidFill>
                  <a:latin typeface="微软雅黑" panose="020B0503020204020204" pitchFamily="34" charset="-122"/>
                  <a:ea typeface="微软雅黑" panose="020B0503020204020204" pitchFamily="34" charset="-122"/>
                </a:rPr>
                <a:t>单击添加内容，言简意赅</a:t>
              </a:r>
            </a:p>
          </p:txBody>
        </p:sp>
      </p:grpSp>
      <p:grpSp>
        <p:nvGrpSpPr>
          <p:cNvPr id="37" name="组合 75"/>
          <p:cNvGrpSpPr/>
          <p:nvPr/>
        </p:nvGrpSpPr>
        <p:grpSpPr>
          <a:xfrm>
            <a:off x="7256164" y="5281454"/>
            <a:ext cx="3440233" cy="806486"/>
            <a:chOff x="697882" y="2277040"/>
            <a:chExt cx="3440233" cy="806486"/>
          </a:xfrm>
        </p:grpSpPr>
        <p:sp>
          <p:nvSpPr>
            <p:cNvPr id="38" name="文本框 37"/>
            <p:cNvSpPr txBox="1"/>
            <p:nvPr/>
          </p:nvSpPr>
          <p:spPr>
            <a:xfrm>
              <a:off x="697882" y="2277040"/>
              <a:ext cx="3440233" cy="511807"/>
            </a:xfrm>
            <a:prstGeom prst="rect">
              <a:avLst/>
            </a:prstGeom>
            <a:noFill/>
          </p:spPr>
          <p:txBody>
            <a:bodyPr wrap="square" rtlCol="0">
              <a:spAutoFit/>
            </a:bodyPr>
            <a:lstStyle/>
            <a:p>
              <a:pPr>
                <a:lnSpc>
                  <a:spcPct val="125000"/>
                </a:lnSpc>
              </a:pPr>
              <a:r>
                <a:rPr lang="zh-CN" altLang="en-US" sz="2400" b="1" dirty="0">
                  <a:solidFill>
                    <a:schemeClr val="tx1">
                      <a:lumMod val="65000"/>
                      <a:lumOff val="35000"/>
                    </a:schemeClr>
                  </a:solidFill>
                  <a:latin typeface="微软雅黑" panose="020B0503020204020204" pitchFamily="34" charset="-122"/>
                  <a:ea typeface="微软雅黑" panose="020B0503020204020204" pitchFamily="34" charset="-122"/>
                </a:rPr>
                <a:t>添加标题</a:t>
              </a:r>
            </a:p>
          </p:txBody>
        </p:sp>
        <p:sp>
          <p:nvSpPr>
            <p:cNvPr id="39" name="文本框 38"/>
            <p:cNvSpPr txBox="1"/>
            <p:nvPr/>
          </p:nvSpPr>
          <p:spPr>
            <a:xfrm>
              <a:off x="697882" y="2683416"/>
              <a:ext cx="3440233" cy="400110"/>
            </a:xfrm>
            <a:prstGeom prst="rect">
              <a:avLst/>
            </a:prstGeom>
            <a:noFill/>
          </p:spPr>
          <p:txBody>
            <a:bodyPr wrap="square" rtlCol="0">
              <a:spAutoFit/>
            </a:bodyPr>
            <a:lstStyle/>
            <a:p>
              <a:pPr>
                <a:lnSpc>
                  <a:spcPct val="125000"/>
                </a:lnSpc>
              </a:pPr>
              <a:r>
                <a:rPr lang="zh-CN" altLang="en-US" sz="1600" dirty="0">
                  <a:solidFill>
                    <a:schemeClr val="tx1">
                      <a:lumMod val="65000"/>
                      <a:lumOff val="35000"/>
                    </a:schemeClr>
                  </a:solidFill>
                  <a:latin typeface="微软雅黑" panose="020B0503020204020204" pitchFamily="34" charset="-122"/>
                  <a:ea typeface="微软雅黑" panose="020B0503020204020204" pitchFamily="34" charset="-122"/>
                </a:rPr>
                <a:t>单击添加内容，言简意赅</a:t>
              </a:r>
            </a:p>
          </p:txBody>
        </p:sp>
      </p:grpSp>
      <p:grpSp>
        <p:nvGrpSpPr>
          <p:cNvPr id="40" name="组合 78"/>
          <p:cNvGrpSpPr/>
          <p:nvPr/>
        </p:nvGrpSpPr>
        <p:grpSpPr>
          <a:xfrm>
            <a:off x="2922663" y="5281454"/>
            <a:ext cx="3440233" cy="806486"/>
            <a:chOff x="697882" y="2277040"/>
            <a:chExt cx="3440233" cy="806486"/>
          </a:xfrm>
        </p:grpSpPr>
        <p:sp>
          <p:nvSpPr>
            <p:cNvPr id="41" name="文本框 40"/>
            <p:cNvSpPr txBox="1"/>
            <p:nvPr/>
          </p:nvSpPr>
          <p:spPr>
            <a:xfrm>
              <a:off x="697882" y="2277040"/>
              <a:ext cx="3440233" cy="511807"/>
            </a:xfrm>
            <a:prstGeom prst="rect">
              <a:avLst/>
            </a:prstGeom>
            <a:noFill/>
          </p:spPr>
          <p:txBody>
            <a:bodyPr wrap="square" rtlCol="0">
              <a:spAutoFit/>
            </a:bodyPr>
            <a:lstStyle/>
            <a:p>
              <a:pPr>
                <a:lnSpc>
                  <a:spcPct val="125000"/>
                </a:lnSpc>
              </a:pPr>
              <a:r>
                <a:rPr lang="zh-CN" altLang="en-US" sz="2400" b="1" dirty="0">
                  <a:solidFill>
                    <a:schemeClr val="tx1">
                      <a:lumMod val="65000"/>
                      <a:lumOff val="35000"/>
                    </a:schemeClr>
                  </a:solidFill>
                  <a:latin typeface="微软雅黑" panose="020B0503020204020204" pitchFamily="34" charset="-122"/>
                  <a:ea typeface="微软雅黑" panose="020B0503020204020204" pitchFamily="34" charset="-122"/>
                </a:rPr>
                <a:t>添加标题</a:t>
              </a:r>
            </a:p>
          </p:txBody>
        </p:sp>
        <p:sp>
          <p:nvSpPr>
            <p:cNvPr id="42" name="文本框 41"/>
            <p:cNvSpPr txBox="1"/>
            <p:nvPr/>
          </p:nvSpPr>
          <p:spPr>
            <a:xfrm>
              <a:off x="697882" y="2683416"/>
              <a:ext cx="3440233" cy="400110"/>
            </a:xfrm>
            <a:prstGeom prst="rect">
              <a:avLst/>
            </a:prstGeom>
            <a:noFill/>
          </p:spPr>
          <p:txBody>
            <a:bodyPr wrap="square" rtlCol="0">
              <a:spAutoFit/>
            </a:bodyPr>
            <a:lstStyle/>
            <a:p>
              <a:pPr>
                <a:lnSpc>
                  <a:spcPct val="125000"/>
                </a:lnSpc>
              </a:pPr>
              <a:r>
                <a:rPr lang="zh-CN" altLang="en-US" sz="1600" dirty="0">
                  <a:solidFill>
                    <a:schemeClr val="tx1">
                      <a:lumMod val="65000"/>
                      <a:lumOff val="35000"/>
                    </a:schemeClr>
                  </a:solidFill>
                  <a:latin typeface="微软雅黑" panose="020B0503020204020204" pitchFamily="34" charset="-122"/>
                  <a:ea typeface="微软雅黑" panose="020B0503020204020204" pitchFamily="34" charset="-122"/>
                </a:rPr>
                <a:t>单击添加内容，言简意赅</a:t>
              </a:r>
            </a:p>
          </p:txBody>
        </p:sp>
      </p:grpSp>
      <p:grpSp>
        <p:nvGrpSpPr>
          <p:cNvPr id="43" name="组合 103"/>
          <p:cNvGrpSpPr>
            <a:grpSpLocks noChangeAspect="1"/>
          </p:cNvGrpSpPr>
          <p:nvPr/>
        </p:nvGrpSpPr>
        <p:grpSpPr>
          <a:xfrm>
            <a:off x="7937075" y="3772149"/>
            <a:ext cx="340077" cy="433656"/>
            <a:chOff x="1085850" y="4684713"/>
            <a:chExt cx="473075" cy="603250"/>
          </a:xfrm>
          <a:solidFill>
            <a:srgbClr val="FFFFFF"/>
          </a:solidFill>
          <a:effectLst/>
        </p:grpSpPr>
        <p:sp>
          <p:nvSpPr>
            <p:cNvPr id="44" name="Oval 6"/>
            <p:cNvSpPr>
              <a:spLocks noChangeArrowheads="1"/>
            </p:cNvSpPr>
            <p:nvPr/>
          </p:nvSpPr>
          <p:spPr bwMode="auto">
            <a:xfrm>
              <a:off x="1193800" y="4684713"/>
              <a:ext cx="257175" cy="25876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tx1">
                    <a:lumMod val="65000"/>
                    <a:lumOff val="35000"/>
                  </a:schemeClr>
                </a:solidFill>
              </a:endParaRPr>
            </a:p>
          </p:txBody>
        </p:sp>
        <p:sp>
          <p:nvSpPr>
            <p:cNvPr id="45" name="Freeform 7"/>
            <p:cNvSpPr>
              <a:spLocks/>
            </p:cNvSpPr>
            <p:nvPr/>
          </p:nvSpPr>
          <p:spPr bwMode="auto">
            <a:xfrm>
              <a:off x="1085850" y="4957763"/>
              <a:ext cx="473075" cy="330200"/>
            </a:xfrm>
            <a:custGeom>
              <a:avLst/>
              <a:gdLst>
                <a:gd name="T0" fmla="*/ 172 w 172"/>
                <a:gd name="T1" fmla="*/ 73 h 120"/>
                <a:gd name="T2" fmla="*/ 122 w 172"/>
                <a:gd name="T3" fmla="*/ 0 h 120"/>
                <a:gd name="T4" fmla="*/ 86 w 172"/>
                <a:gd name="T5" fmla="*/ 98 h 120"/>
                <a:gd name="T6" fmla="*/ 50 w 172"/>
                <a:gd name="T7" fmla="*/ 0 h 120"/>
                <a:gd name="T8" fmla="*/ 1 w 172"/>
                <a:gd name="T9" fmla="*/ 73 h 120"/>
                <a:gd name="T10" fmla="*/ 0 w 172"/>
                <a:gd name="T11" fmla="*/ 75 h 120"/>
                <a:gd name="T12" fmla="*/ 1 w 172"/>
                <a:gd name="T13" fmla="*/ 76 h 120"/>
                <a:gd name="T14" fmla="*/ 86 w 172"/>
                <a:gd name="T15" fmla="*/ 120 h 120"/>
                <a:gd name="T16" fmla="*/ 172 w 172"/>
                <a:gd name="T17" fmla="*/ 76 h 120"/>
                <a:gd name="T18" fmla="*/ 172 w 172"/>
                <a:gd name="T19" fmla="*/ 75 h 120"/>
                <a:gd name="T20" fmla="*/ 172 w 172"/>
                <a:gd name="T21" fmla="*/ 73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2" h="120">
                  <a:moveTo>
                    <a:pt x="172" y="73"/>
                  </a:moveTo>
                  <a:cubicBezTo>
                    <a:pt x="170" y="41"/>
                    <a:pt x="150" y="13"/>
                    <a:pt x="122" y="0"/>
                  </a:cubicBezTo>
                  <a:cubicBezTo>
                    <a:pt x="86" y="98"/>
                    <a:pt x="86" y="98"/>
                    <a:pt x="86" y="98"/>
                  </a:cubicBezTo>
                  <a:cubicBezTo>
                    <a:pt x="50" y="0"/>
                    <a:pt x="50" y="0"/>
                    <a:pt x="50" y="0"/>
                  </a:cubicBezTo>
                  <a:cubicBezTo>
                    <a:pt x="22" y="13"/>
                    <a:pt x="2" y="41"/>
                    <a:pt x="1" y="73"/>
                  </a:cubicBezTo>
                  <a:cubicBezTo>
                    <a:pt x="1" y="74"/>
                    <a:pt x="0" y="75"/>
                    <a:pt x="0" y="75"/>
                  </a:cubicBezTo>
                  <a:cubicBezTo>
                    <a:pt x="1" y="76"/>
                    <a:pt x="1" y="76"/>
                    <a:pt x="1" y="76"/>
                  </a:cubicBezTo>
                  <a:cubicBezTo>
                    <a:pt x="2" y="96"/>
                    <a:pt x="40" y="120"/>
                    <a:pt x="86" y="120"/>
                  </a:cubicBezTo>
                  <a:cubicBezTo>
                    <a:pt x="133" y="120"/>
                    <a:pt x="171" y="96"/>
                    <a:pt x="172" y="76"/>
                  </a:cubicBezTo>
                  <a:cubicBezTo>
                    <a:pt x="172" y="75"/>
                    <a:pt x="172" y="75"/>
                    <a:pt x="172" y="75"/>
                  </a:cubicBezTo>
                  <a:cubicBezTo>
                    <a:pt x="172" y="75"/>
                    <a:pt x="172" y="74"/>
                    <a:pt x="172"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tx1">
                    <a:lumMod val="65000"/>
                    <a:lumOff val="35000"/>
                  </a:schemeClr>
                </a:solidFill>
              </a:endParaRPr>
            </a:p>
          </p:txBody>
        </p:sp>
        <p:sp>
          <p:nvSpPr>
            <p:cNvPr id="46" name="Freeform 9"/>
            <p:cNvSpPr>
              <a:spLocks/>
            </p:cNvSpPr>
            <p:nvPr/>
          </p:nvSpPr>
          <p:spPr bwMode="auto">
            <a:xfrm>
              <a:off x="1289050" y="4999038"/>
              <a:ext cx="69850" cy="176212"/>
            </a:xfrm>
            <a:custGeom>
              <a:avLst/>
              <a:gdLst>
                <a:gd name="T0" fmla="*/ 31 w 44"/>
                <a:gd name="T1" fmla="*/ 8 h 111"/>
                <a:gd name="T2" fmla="*/ 21 w 44"/>
                <a:gd name="T3" fmla="*/ 0 h 111"/>
                <a:gd name="T4" fmla="*/ 11 w 44"/>
                <a:gd name="T5" fmla="*/ 8 h 111"/>
                <a:gd name="T6" fmla="*/ 0 w 44"/>
                <a:gd name="T7" fmla="*/ 55 h 111"/>
                <a:gd name="T8" fmla="*/ 21 w 44"/>
                <a:gd name="T9" fmla="*/ 111 h 111"/>
                <a:gd name="T10" fmla="*/ 44 w 44"/>
                <a:gd name="T11" fmla="*/ 55 h 111"/>
                <a:gd name="T12" fmla="*/ 31 w 44"/>
                <a:gd name="T13" fmla="*/ 8 h 111"/>
              </a:gdLst>
              <a:ahLst/>
              <a:cxnLst>
                <a:cxn ang="0">
                  <a:pos x="T0" y="T1"/>
                </a:cxn>
                <a:cxn ang="0">
                  <a:pos x="T2" y="T3"/>
                </a:cxn>
                <a:cxn ang="0">
                  <a:pos x="T4" y="T5"/>
                </a:cxn>
                <a:cxn ang="0">
                  <a:pos x="T6" y="T7"/>
                </a:cxn>
                <a:cxn ang="0">
                  <a:pos x="T8" y="T9"/>
                </a:cxn>
                <a:cxn ang="0">
                  <a:pos x="T10" y="T11"/>
                </a:cxn>
                <a:cxn ang="0">
                  <a:pos x="T12" y="T13"/>
                </a:cxn>
              </a:cxnLst>
              <a:rect l="0" t="0" r="r" b="b"/>
              <a:pathLst>
                <a:path w="44" h="111">
                  <a:moveTo>
                    <a:pt x="31" y="8"/>
                  </a:moveTo>
                  <a:lnTo>
                    <a:pt x="21" y="0"/>
                  </a:lnTo>
                  <a:lnTo>
                    <a:pt x="11" y="8"/>
                  </a:lnTo>
                  <a:lnTo>
                    <a:pt x="0" y="55"/>
                  </a:lnTo>
                  <a:lnTo>
                    <a:pt x="21" y="111"/>
                  </a:lnTo>
                  <a:lnTo>
                    <a:pt x="44" y="55"/>
                  </a:lnTo>
                  <a:lnTo>
                    <a:pt x="31"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tx1">
                    <a:lumMod val="65000"/>
                    <a:lumOff val="35000"/>
                  </a:schemeClr>
                </a:solidFill>
              </a:endParaRPr>
            </a:p>
          </p:txBody>
        </p:sp>
      </p:grpSp>
      <p:grpSp>
        <p:nvGrpSpPr>
          <p:cNvPr id="47" name="组合 107"/>
          <p:cNvGrpSpPr>
            <a:grpSpLocks noChangeAspect="1"/>
          </p:cNvGrpSpPr>
          <p:nvPr/>
        </p:nvGrpSpPr>
        <p:grpSpPr>
          <a:xfrm>
            <a:off x="3532910" y="3800548"/>
            <a:ext cx="614298" cy="376859"/>
            <a:chOff x="2166938" y="-865188"/>
            <a:chExt cx="1154112" cy="708025"/>
          </a:xfrm>
          <a:solidFill>
            <a:schemeClr val="bg1"/>
          </a:solidFill>
        </p:grpSpPr>
        <p:sp>
          <p:nvSpPr>
            <p:cNvPr id="48" name="Freeform 5"/>
            <p:cNvSpPr>
              <a:spLocks noEditPoints="1"/>
            </p:cNvSpPr>
            <p:nvPr/>
          </p:nvSpPr>
          <p:spPr bwMode="auto">
            <a:xfrm>
              <a:off x="2617788" y="-865188"/>
              <a:ext cx="703262" cy="708025"/>
            </a:xfrm>
            <a:custGeom>
              <a:avLst/>
              <a:gdLst>
                <a:gd name="T0" fmla="*/ 34 w 186"/>
                <a:gd name="T1" fmla="*/ 93 h 186"/>
                <a:gd name="T2" fmla="*/ 151 w 186"/>
                <a:gd name="T3" fmla="*/ 93 h 186"/>
                <a:gd name="T4" fmla="*/ 93 w 186"/>
                <a:gd name="T5" fmla="*/ 0 h 186"/>
                <a:gd name="T6" fmla="*/ 93 w 186"/>
                <a:gd name="T7" fmla="*/ 0 h 186"/>
                <a:gd name="T8" fmla="*/ 81 w 186"/>
                <a:gd name="T9" fmla="*/ 24 h 186"/>
                <a:gd name="T10" fmla="*/ 62 w 186"/>
                <a:gd name="T11" fmla="*/ 16 h 186"/>
                <a:gd name="T12" fmla="*/ 46 w 186"/>
                <a:gd name="T13" fmla="*/ 12 h 186"/>
                <a:gd name="T14" fmla="*/ 48 w 186"/>
                <a:gd name="T15" fmla="*/ 39 h 186"/>
                <a:gd name="T16" fmla="*/ 28 w 186"/>
                <a:gd name="T17" fmla="*/ 42 h 186"/>
                <a:gd name="T18" fmla="*/ 12 w 186"/>
                <a:gd name="T19" fmla="*/ 46 h 186"/>
                <a:gd name="T20" fmla="*/ 27 w 186"/>
                <a:gd name="T21" fmla="*/ 68 h 186"/>
                <a:gd name="T22" fmla="*/ 11 w 186"/>
                <a:gd name="T23" fmla="*/ 81 h 186"/>
                <a:gd name="T24" fmla="*/ 11 w 186"/>
                <a:gd name="T25" fmla="*/ 104 h 186"/>
                <a:gd name="T26" fmla="*/ 27 w 186"/>
                <a:gd name="T27" fmla="*/ 117 h 186"/>
                <a:gd name="T28" fmla="*/ 12 w 186"/>
                <a:gd name="T29" fmla="*/ 140 h 186"/>
                <a:gd name="T30" fmla="*/ 28 w 186"/>
                <a:gd name="T31" fmla="*/ 144 h 186"/>
                <a:gd name="T32" fmla="*/ 48 w 186"/>
                <a:gd name="T33" fmla="*/ 147 h 186"/>
                <a:gd name="T34" fmla="*/ 46 w 186"/>
                <a:gd name="T35" fmla="*/ 174 h 186"/>
                <a:gd name="T36" fmla="*/ 62 w 186"/>
                <a:gd name="T37" fmla="*/ 170 h 186"/>
                <a:gd name="T38" fmla="*/ 81 w 186"/>
                <a:gd name="T39" fmla="*/ 162 h 186"/>
                <a:gd name="T40" fmla="*/ 93 w 186"/>
                <a:gd name="T41" fmla="*/ 186 h 186"/>
                <a:gd name="T42" fmla="*/ 93 w 186"/>
                <a:gd name="T43" fmla="*/ 186 h 186"/>
                <a:gd name="T44" fmla="*/ 104 w 186"/>
                <a:gd name="T45" fmla="*/ 162 h 186"/>
                <a:gd name="T46" fmla="*/ 124 w 186"/>
                <a:gd name="T47" fmla="*/ 170 h 186"/>
                <a:gd name="T48" fmla="*/ 140 w 186"/>
                <a:gd name="T49" fmla="*/ 174 h 186"/>
                <a:gd name="T50" fmla="*/ 137 w 186"/>
                <a:gd name="T51" fmla="*/ 147 h 186"/>
                <a:gd name="T52" fmla="*/ 158 w 186"/>
                <a:gd name="T53" fmla="*/ 144 h 186"/>
                <a:gd name="T54" fmla="*/ 174 w 186"/>
                <a:gd name="T55" fmla="*/ 140 h 186"/>
                <a:gd name="T56" fmla="*/ 158 w 186"/>
                <a:gd name="T57" fmla="*/ 117 h 186"/>
                <a:gd name="T58" fmla="*/ 175 w 186"/>
                <a:gd name="T59" fmla="*/ 104 h 186"/>
                <a:gd name="T60" fmla="*/ 175 w 186"/>
                <a:gd name="T61" fmla="*/ 81 h 186"/>
                <a:gd name="T62" fmla="*/ 158 w 186"/>
                <a:gd name="T63" fmla="*/ 68 h 186"/>
                <a:gd name="T64" fmla="*/ 174 w 186"/>
                <a:gd name="T65" fmla="*/ 46 h 186"/>
                <a:gd name="T66" fmla="*/ 158 w 186"/>
                <a:gd name="T67" fmla="*/ 42 h 186"/>
                <a:gd name="T68" fmla="*/ 137 w 186"/>
                <a:gd name="T69" fmla="*/ 39 h 186"/>
                <a:gd name="T70" fmla="*/ 140 w 186"/>
                <a:gd name="T71" fmla="*/ 12 h 186"/>
                <a:gd name="T72" fmla="*/ 124 w 186"/>
                <a:gd name="T73" fmla="*/ 16 h 186"/>
                <a:gd name="T74" fmla="*/ 104 w 186"/>
                <a:gd name="T75" fmla="*/ 24 h 186"/>
                <a:gd name="T76" fmla="*/ 93 w 186"/>
                <a:gd name="T77"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6" h="186">
                  <a:moveTo>
                    <a:pt x="93" y="151"/>
                  </a:moveTo>
                  <a:cubicBezTo>
                    <a:pt x="61" y="151"/>
                    <a:pt x="34" y="125"/>
                    <a:pt x="34" y="93"/>
                  </a:cubicBezTo>
                  <a:cubicBezTo>
                    <a:pt x="34" y="61"/>
                    <a:pt x="61" y="35"/>
                    <a:pt x="93" y="35"/>
                  </a:cubicBezTo>
                  <a:cubicBezTo>
                    <a:pt x="125" y="35"/>
                    <a:pt x="151" y="61"/>
                    <a:pt x="151" y="93"/>
                  </a:cubicBezTo>
                  <a:cubicBezTo>
                    <a:pt x="151" y="125"/>
                    <a:pt x="125" y="151"/>
                    <a:pt x="93" y="151"/>
                  </a:cubicBezTo>
                  <a:moveTo>
                    <a:pt x="93" y="0"/>
                  </a:moveTo>
                  <a:cubicBezTo>
                    <a:pt x="93" y="0"/>
                    <a:pt x="93" y="0"/>
                    <a:pt x="93" y="0"/>
                  </a:cubicBezTo>
                  <a:cubicBezTo>
                    <a:pt x="93" y="0"/>
                    <a:pt x="93" y="0"/>
                    <a:pt x="93" y="0"/>
                  </a:cubicBezTo>
                  <a:cubicBezTo>
                    <a:pt x="87" y="0"/>
                    <a:pt x="81" y="5"/>
                    <a:pt x="81" y="11"/>
                  </a:cubicBezTo>
                  <a:cubicBezTo>
                    <a:pt x="81" y="24"/>
                    <a:pt x="81" y="24"/>
                    <a:pt x="81" y="24"/>
                  </a:cubicBezTo>
                  <a:cubicBezTo>
                    <a:pt x="77" y="25"/>
                    <a:pt x="73" y="26"/>
                    <a:pt x="68" y="28"/>
                  </a:cubicBezTo>
                  <a:cubicBezTo>
                    <a:pt x="62" y="16"/>
                    <a:pt x="62" y="16"/>
                    <a:pt x="62" y="16"/>
                  </a:cubicBezTo>
                  <a:cubicBezTo>
                    <a:pt x="60" y="13"/>
                    <a:pt x="56" y="11"/>
                    <a:pt x="52" y="11"/>
                  </a:cubicBezTo>
                  <a:cubicBezTo>
                    <a:pt x="50" y="11"/>
                    <a:pt x="48" y="11"/>
                    <a:pt x="46" y="12"/>
                  </a:cubicBezTo>
                  <a:cubicBezTo>
                    <a:pt x="41" y="15"/>
                    <a:pt x="39" y="22"/>
                    <a:pt x="42" y="28"/>
                  </a:cubicBezTo>
                  <a:cubicBezTo>
                    <a:pt x="48" y="39"/>
                    <a:pt x="48" y="39"/>
                    <a:pt x="48" y="39"/>
                  </a:cubicBezTo>
                  <a:cubicBezTo>
                    <a:pt x="45" y="42"/>
                    <a:pt x="42" y="45"/>
                    <a:pt x="39" y="48"/>
                  </a:cubicBezTo>
                  <a:cubicBezTo>
                    <a:pt x="28" y="42"/>
                    <a:pt x="28" y="42"/>
                    <a:pt x="28" y="42"/>
                  </a:cubicBezTo>
                  <a:cubicBezTo>
                    <a:pt x="26" y="41"/>
                    <a:pt x="24" y="41"/>
                    <a:pt x="22" y="41"/>
                  </a:cubicBezTo>
                  <a:cubicBezTo>
                    <a:pt x="18" y="41"/>
                    <a:pt x="14" y="43"/>
                    <a:pt x="12" y="46"/>
                  </a:cubicBezTo>
                  <a:cubicBezTo>
                    <a:pt x="9" y="52"/>
                    <a:pt x="11" y="59"/>
                    <a:pt x="16" y="62"/>
                  </a:cubicBezTo>
                  <a:cubicBezTo>
                    <a:pt x="27" y="68"/>
                    <a:pt x="27" y="68"/>
                    <a:pt x="27" y="68"/>
                  </a:cubicBezTo>
                  <a:cubicBezTo>
                    <a:pt x="26" y="73"/>
                    <a:pt x="25" y="77"/>
                    <a:pt x="24" y="81"/>
                  </a:cubicBezTo>
                  <a:cubicBezTo>
                    <a:pt x="11" y="81"/>
                    <a:pt x="11" y="81"/>
                    <a:pt x="11" y="81"/>
                  </a:cubicBezTo>
                  <a:cubicBezTo>
                    <a:pt x="5" y="81"/>
                    <a:pt x="0" y="87"/>
                    <a:pt x="0" y="93"/>
                  </a:cubicBezTo>
                  <a:cubicBezTo>
                    <a:pt x="0" y="99"/>
                    <a:pt x="5" y="104"/>
                    <a:pt x="11" y="104"/>
                  </a:cubicBezTo>
                  <a:cubicBezTo>
                    <a:pt x="24" y="104"/>
                    <a:pt x="24" y="104"/>
                    <a:pt x="24" y="104"/>
                  </a:cubicBezTo>
                  <a:cubicBezTo>
                    <a:pt x="25" y="109"/>
                    <a:pt x="26" y="113"/>
                    <a:pt x="27" y="117"/>
                  </a:cubicBezTo>
                  <a:cubicBezTo>
                    <a:pt x="16" y="124"/>
                    <a:pt x="16" y="124"/>
                    <a:pt x="16" y="124"/>
                  </a:cubicBezTo>
                  <a:cubicBezTo>
                    <a:pt x="11" y="127"/>
                    <a:pt x="9" y="134"/>
                    <a:pt x="12" y="140"/>
                  </a:cubicBezTo>
                  <a:cubicBezTo>
                    <a:pt x="14" y="143"/>
                    <a:pt x="18" y="145"/>
                    <a:pt x="22" y="145"/>
                  </a:cubicBezTo>
                  <a:cubicBezTo>
                    <a:pt x="24" y="145"/>
                    <a:pt x="26" y="145"/>
                    <a:pt x="28" y="144"/>
                  </a:cubicBezTo>
                  <a:cubicBezTo>
                    <a:pt x="39" y="137"/>
                    <a:pt x="39" y="137"/>
                    <a:pt x="39" y="137"/>
                  </a:cubicBezTo>
                  <a:cubicBezTo>
                    <a:pt x="42" y="141"/>
                    <a:pt x="45" y="144"/>
                    <a:pt x="48" y="147"/>
                  </a:cubicBezTo>
                  <a:cubicBezTo>
                    <a:pt x="42" y="158"/>
                    <a:pt x="42" y="158"/>
                    <a:pt x="42" y="158"/>
                  </a:cubicBezTo>
                  <a:cubicBezTo>
                    <a:pt x="39" y="164"/>
                    <a:pt x="41" y="171"/>
                    <a:pt x="46" y="174"/>
                  </a:cubicBezTo>
                  <a:cubicBezTo>
                    <a:pt x="48" y="175"/>
                    <a:pt x="50" y="175"/>
                    <a:pt x="52" y="175"/>
                  </a:cubicBezTo>
                  <a:cubicBezTo>
                    <a:pt x="56" y="175"/>
                    <a:pt x="60" y="173"/>
                    <a:pt x="62" y="170"/>
                  </a:cubicBezTo>
                  <a:cubicBezTo>
                    <a:pt x="68" y="158"/>
                    <a:pt x="68" y="158"/>
                    <a:pt x="68" y="158"/>
                  </a:cubicBezTo>
                  <a:cubicBezTo>
                    <a:pt x="73" y="160"/>
                    <a:pt x="77" y="161"/>
                    <a:pt x="81" y="162"/>
                  </a:cubicBezTo>
                  <a:cubicBezTo>
                    <a:pt x="81" y="175"/>
                    <a:pt x="81" y="175"/>
                    <a:pt x="81" y="175"/>
                  </a:cubicBezTo>
                  <a:cubicBezTo>
                    <a:pt x="81" y="181"/>
                    <a:pt x="87" y="186"/>
                    <a:pt x="93" y="186"/>
                  </a:cubicBezTo>
                  <a:cubicBezTo>
                    <a:pt x="93" y="186"/>
                    <a:pt x="93" y="186"/>
                    <a:pt x="93" y="186"/>
                  </a:cubicBezTo>
                  <a:cubicBezTo>
                    <a:pt x="93" y="186"/>
                    <a:pt x="93" y="186"/>
                    <a:pt x="93" y="186"/>
                  </a:cubicBezTo>
                  <a:cubicBezTo>
                    <a:pt x="99" y="186"/>
                    <a:pt x="104" y="181"/>
                    <a:pt x="104" y="175"/>
                  </a:cubicBezTo>
                  <a:cubicBezTo>
                    <a:pt x="104" y="162"/>
                    <a:pt x="104" y="162"/>
                    <a:pt x="104" y="162"/>
                  </a:cubicBezTo>
                  <a:cubicBezTo>
                    <a:pt x="109" y="161"/>
                    <a:pt x="113" y="160"/>
                    <a:pt x="117" y="158"/>
                  </a:cubicBezTo>
                  <a:cubicBezTo>
                    <a:pt x="124" y="170"/>
                    <a:pt x="124" y="170"/>
                    <a:pt x="124" y="170"/>
                  </a:cubicBezTo>
                  <a:cubicBezTo>
                    <a:pt x="126" y="173"/>
                    <a:pt x="130" y="175"/>
                    <a:pt x="134" y="175"/>
                  </a:cubicBezTo>
                  <a:cubicBezTo>
                    <a:pt x="136" y="175"/>
                    <a:pt x="138" y="175"/>
                    <a:pt x="140" y="174"/>
                  </a:cubicBezTo>
                  <a:cubicBezTo>
                    <a:pt x="145" y="171"/>
                    <a:pt x="147" y="164"/>
                    <a:pt x="144" y="158"/>
                  </a:cubicBezTo>
                  <a:cubicBezTo>
                    <a:pt x="137" y="147"/>
                    <a:pt x="137" y="147"/>
                    <a:pt x="137" y="147"/>
                  </a:cubicBezTo>
                  <a:cubicBezTo>
                    <a:pt x="141" y="144"/>
                    <a:pt x="144" y="141"/>
                    <a:pt x="147" y="137"/>
                  </a:cubicBezTo>
                  <a:cubicBezTo>
                    <a:pt x="158" y="144"/>
                    <a:pt x="158" y="144"/>
                    <a:pt x="158" y="144"/>
                  </a:cubicBezTo>
                  <a:cubicBezTo>
                    <a:pt x="160" y="145"/>
                    <a:pt x="162" y="145"/>
                    <a:pt x="164" y="145"/>
                  </a:cubicBezTo>
                  <a:cubicBezTo>
                    <a:pt x="168" y="145"/>
                    <a:pt x="172" y="143"/>
                    <a:pt x="174" y="140"/>
                  </a:cubicBezTo>
                  <a:cubicBezTo>
                    <a:pt x="177" y="134"/>
                    <a:pt x="175" y="127"/>
                    <a:pt x="170" y="124"/>
                  </a:cubicBezTo>
                  <a:cubicBezTo>
                    <a:pt x="158" y="117"/>
                    <a:pt x="158" y="117"/>
                    <a:pt x="158" y="117"/>
                  </a:cubicBezTo>
                  <a:cubicBezTo>
                    <a:pt x="160" y="113"/>
                    <a:pt x="161" y="109"/>
                    <a:pt x="162" y="104"/>
                  </a:cubicBezTo>
                  <a:cubicBezTo>
                    <a:pt x="175" y="104"/>
                    <a:pt x="175" y="104"/>
                    <a:pt x="175" y="104"/>
                  </a:cubicBezTo>
                  <a:cubicBezTo>
                    <a:pt x="181" y="104"/>
                    <a:pt x="186" y="99"/>
                    <a:pt x="186" y="93"/>
                  </a:cubicBezTo>
                  <a:cubicBezTo>
                    <a:pt x="186" y="87"/>
                    <a:pt x="181" y="81"/>
                    <a:pt x="175" y="81"/>
                  </a:cubicBezTo>
                  <a:cubicBezTo>
                    <a:pt x="162" y="81"/>
                    <a:pt x="162" y="81"/>
                    <a:pt x="162" y="81"/>
                  </a:cubicBezTo>
                  <a:cubicBezTo>
                    <a:pt x="161" y="77"/>
                    <a:pt x="160" y="73"/>
                    <a:pt x="158" y="68"/>
                  </a:cubicBezTo>
                  <a:cubicBezTo>
                    <a:pt x="170" y="62"/>
                    <a:pt x="170" y="62"/>
                    <a:pt x="170" y="62"/>
                  </a:cubicBezTo>
                  <a:cubicBezTo>
                    <a:pt x="175" y="59"/>
                    <a:pt x="177" y="52"/>
                    <a:pt x="174" y="46"/>
                  </a:cubicBezTo>
                  <a:cubicBezTo>
                    <a:pt x="172" y="43"/>
                    <a:pt x="168" y="41"/>
                    <a:pt x="164" y="41"/>
                  </a:cubicBezTo>
                  <a:cubicBezTo>
                    <a:pt x="162" y="41"/>
                    <a:pt x="160" y="41"/>
                    <a:pt x="158" y="42"/>
                  </a:cubicBezTo>
                  <a:cubicBezTo>
                    <a:pt x="147" y="48"/>
                    <a:pt x="147" y="48"/>
                    <a:pt x="147" y="48"/>
                  </a:cubicBezTo>
                  <a:cubicBezTo>
                    <a:pt x="144" y="45"/>
                    <a:pt x="141" y="42"/>
                    <a:pt x="137" y="39"/>
                  </a:cubicBezTo>
                  <a:cubicBezTo>
                    <a:pt x="144" y="28"/>
                    <a:pt x="144" y="28"/>
                    <a:pt x="144" y="28"/>
                  </a:cubicBezTo>
                  <a:cubicBezTo>
                    <a:pt x="147" y="22"/>
                    <a:pt x="145" y="15"/>
                    <a:pt x="140" y="12"/>
                  </a:cubicBezTo>
                  <a:cubicBezTo>
                    <a:pt x="138" y="11"/>
                    <a:pt x="136" y="11"/>
                    <a:pt x="134" y="11"/>
                  </a:cubicBezTo>
                  <a:cubicBezTo>
                    <a:pt x="130" y="11"/>
                    <a:pt x="126" y="13"/>
                    <a:pt x="124" y="16"/>
                  </a:cubicBezTo>
                  <a:cubicBezTo>
                    <a:pt x="117" y="28"/>
                    <a:pt x="117" y="28"/>
                    <a:pt x="117" y="28"/>
                  </a:cubicBezTo>
                  <a:cubicBezTo>
                    <a:pt x="113" y="26"/>
                    <a:pt x="109" y="25"/>
                    <a:pt x="104" y="24"/>
                  </a:cubicBezTo>
                  <a:cubicBezTo>
                    <a:pt x="104" y="11"/>
                    <a:pt x="104" y="11"/>
                    <a:pt x="104" y="11"/>
                  </a:cubicBezTo>
                  <a:cubicBezTo>
                    <a:pt x="104" y="5"/>
                    <a:pt x="99" y="0"/>
                    <a:pt x="9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tx1"/>
                </a:solidFill>
              </a:endParaRPr>
            </a:p>
          </p:txBody>
        </p:sp>
        <p:sp>
          <p:nvSpPr>
            <p:cNvPr id="49" name="Freeform 6"/>
            <p:cNvSpPr>
              <a:spLocks noEditPoints="1"/>
            </p:cNvSpPr>
            <p:nvPr/>
          </p:nvSpPr>
          <p:spPr bwMode="auto">
            <a:xfrm>
              <a:off x="2166938" y="-647701"/>
              <a:ext cx="468312" cy="471488"/>
            </a:xfrm>
            <a:custGeom>
              <a:avLst/>
              <a:gdLst>
                <a:gd name="T0" fmla="*/ 62 w 124"/>
                <a:gd name="T1" fmla="*/ 92 h 124"/>
                <a:gd name="T2" fmla="*/ 33 w 124"/>
                <a:gd name="T3" fmla="*/ 62 h 124"/>
                <a:gd name="T4" fmla="*/ 62 w 124"/>
                <a:gd name="T5" fmla="*/ 32 h 124"/>
                <a:gd name="T6" fmla="*/ 92 w 124"/>
                <a:gd name="T7" fmla="*/ 62 h 124"/>
                <a:gd name="T8" fmla="*/ 62 w 124"/>
                <a:gd name="T9" fmla="*/ 92 h 124"/>
                <a:gd name="T10" fmla="*/ 62 w 124"/>
                <a:gd name="T11" fmla="*/ 0 h 124"/>
                <a:gd name="T12" fmla="*/ 62 w 124"/>
                <a:gd name="T13" fmla="*/ 0 h 124"/>
                <a:gd name="T14" fmla="*/ 62 w 124"/>
                <a:gd name="T15" fmla="*/ 0 h 124"/>
                <a:gd name="T16" fmla="*/ 51 w 124"/>
                <a:gd name="T17" fmla="*/ 12 h 124"/>
                <a:gd name="T18" fmla="*/ 51 w 124"/>
                <a:gd name="T19" fmla="*/ 23 h 124"/>
                <a:gd name="T20" fmla="*/ 42 w 124"/>
                <a:gd name="T21" fmla="*/ 26 h 124"/>
                <a:gd name="T22" fmla="*/ 35 w 124"/>
                <a:gd name="T23" fmla="*/ 19 h 124"/>
                <a:gd name="T24" fmla="*/ 27 w 124"/>
                <a:gd name="T25" fmla="*/ 15 h 124"/>
                <a:gd name="T26" fmla="*/ 19 w 124"/>
                <a:gd name="T27" fmla="*/ 19 h 124"/>
                <a:gd name="T28" fmla="*/ 19 w 124"/>
                <a:gd name="T29" fmla="*/ 35 h 124"/>
                <a:gd name="T30" fmla="*/ 26 w 124"/>
                <a:gd name="T31" fmla="*/ 42 h 124"/>
                <a:gd name="T32" fmla="*/ 23 w 124"/>
                <a:gd name="T33" fmla="*/ 51 h 124"/>
                <a:gd name="T34" fmla="*/ 12 w 124"/>
                <a:gd name="T35" fmla="*/ 51 h 124"/>
                <a:gd name="T36" fmla="*/ 0 w 124"/>
                <a:gd name="T37" fmla="*/ 62 h 124"/>
                <a:gd name="T38" fmla="*/ 12 w 124"/>
                <a:gd name="T39" fmla="*/ 74 h 124"/>
                <a:gd name="T40" fmla="*/ 23 w 124"/>
                <a:gd name="T41" fmla="*/ 74 h 124"/>
                <a:gd name="T42" fmla="*/ 26 w 124"/>
                <a:gd name="T43" fmla="*/ 82 h 124"/>
                <a:gd name="T44" fmla="*/ 19 w 124"/>
                <a:gd name="T45" fmla="*/ 90 h 124"/>
                <a:gd name="T46" fmla="*/ 19 w 124"/>
                <a:gd name="T47" fmla="*/ 106 h 124"/>
                <a:gd name="T48" fmla="*/ 27 w 124"/>
                <a:gd name="T49" fmla="*/ 109 h 124"/>
                <a:gd name="T50" fmla="*/ 35 w 124"/>
                <a:gd name="T51" fmla="*/ 106 h 124"/>
                <a:gd name="T52" fmla="*/ 42 w 124"/>
                <a:gd name="T53" fmla="*/ 98 h 124"/>
                <a:gd name="T54" fmla="*/ 51 w 124"/>
                <a:gd name="T55" fmla="*/ 102 h 124"/>
                <a:gd name="T56" fmla="*/ 51 w 124"/>
                <a:gd name="T57" fmla="*/ 113 h 124"/>
                <a:gd name="T58" fmla="*/ 62 w 124"/>
                <a:gd name="T59" fmla="*/ 124 h 124"/>
                <a:gd name="T60" fmla="*/ 62 w 124"/>
                <a:gd name="T61" fmla="*/ 124 h 124"/>
                <a:gd name="T62" fmla="*/ 62 w 124"/>
                <a:gd name="T63" fmla="*/ 124 h 124"/>
                <a:gd name="T64" fmla="*/ 74 w 124"/>
                <a:gd name="T65" fmla="*/ 113 h 124"/>
                <a:gd name="T66" fmla="*/ 74 w 124"/>
                <a:gd name="T67" fmla="*/ 102 h 124"/>
                <a:gd name="T68" fmla="*/ 82 w 124"/>
                <a:gd name="T69" fmla="*/ 98 h 124"/>
                <a:gd name="T70" fmla="*/ 90 w 124"/>
                <a:gd name="T71" fmla="*/ 106 h 124"/>
                <a:gd name="T72" fmla="*/ 98 w 124"/>
                <a:gd name="T73" fmla="*/ 109 h 124"/>
                <a:gd name="T74" fmla="*/ 106 w 124"/>
                <a:gd name="T75" fmla="*/ 106 h 124"/>
                <a:gd name="T76" fmla="*/ 106 w 124"/>
                <a:gd name="T77" fmla="*/ 90 h 124"/>
                <a:gd name="T78" fmla="*/ 99 w 124"/>
                <a:gd name="T79" fmla="*/ 82 h 124"/>
                <a:gd name="T80" fmla="*/ 102 w 124"/>
                <a:gd name="T81" fmla="*/ 74 h 124"/>
                <a:gd name="T82" fmla="*/ 113 w 124"/>
                <a:gd name="T83" fmla="*/ 74 h 124"/>
                <a:gd name="T84" fmla="*/ 124 w 124"/>
                <a:gd name="T85" fmla="*/ 62 h 124"/>
                <a:gd name="T86" fmla="*/ 113 w 124"/>
                <a:gd name="T87" fmla="*/ 51 h 124"/>
                <a:gd name="T88" fmla="*/ 102 w 124"/>
                <a:gd name="T89" fmla="*/ 51 h 124"/>
                <a:gd name="T90" fmla="*/ 99 w 124"/>
                <a:gd name="T91" fmla="*/ 42 h 124"/>
                <a:gd name="T92" fmla="*/ 106 w 124"/>
                <a:gd name="T93" fmla="*/ 35 h 124"/>
                <a:gd name="T94" fmla="*/ 106 w 124"/>
                <a:gd name="T95" fmla="*/ 19 h 124"/>
                <a:gd name="T96" fmla="*/ 98 w 124"/>
                <a:gd name="T97" fmla="*/ 15 h 124"/>
                <a:gd name="T98" fmla="*/ 90 w 124"/>
                <a:gd name="T99" fmla="*/ 19 h 124"/>
                <a:gd name="T100" fmla="*/ 82 w 124"/>
                <a:gd name="T101" fmla="*/ 26 h 124"/>
                <a:gd name="T102" fmla="*/ 74 w 124"/>
                <a:gd name="T103" fmla="*/ 23 h 124"/>
                <a:gd name="T104" fmla="*/ 74 w 124"/>
                <a:gd name="T105" fmla="*/ 12 h 124"/>
                <a:gd name="T106" fmla="*/ 62 w 124"/>
                <a:gd name="T107"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4" h="124">
                  <a:moveTo>
                    <a:pt x="62" y="92"/>
                  </a:moveTo>
                  <a:cubicBezTo>
                    <a:pt x="46" y="92"/>
                    <a:pt x="33" y="79"/>
                    <a:pt x="33" y="62"/>
                  </a:cubicBezTo>
                  <a:cubicBezTo>
                    <a:pt x="33" y="46"/>
                    <a:pt x="46" y="32"/>
                    <a:pt x="62" y="32"/>
                  </a:cubicBezTo>
                  <a:cubicBezTo>
                    <a:pt x="79" y="32"/>
                    <a:pt x="92" y="46"/>
                    <a:pt x="92" y="62"/>
                  </a:cubicBezTo>
                  <a:cubicBezTo>
                    <a:pt x="92" y="79"/>
                    <a:pt x="79" y="92"/>
                    <a:pt x="62" y="92"/>
                  </a:cubicBezTo>
                  <a:moveTo>
                    <a:pt x="62" y="0"/>
                  </a:moveTo>
                  <a:cubicBezTo>
                    <a:pt x="62" y="0"/>
                    <a:pt x="62" y="0"/>
                    <a:pt x="62" y="0"/>
                  </a:cubicBezTo>
                  <a:cubicBezTo>
                    <a:pt x="62" y="0"/>
                    <a:pt x="62" y="0"/>
                    <a:pt x="62" y="0"/>
                  </a:cubicBezTo>
                  <a:cubicBezTo>
                    <a:pt x="56" y="0"/>
                    <a:pt x="51" y="6"/>
                    <a:pt x="51" y="12"/>
                  </a:cubicBezTo>
                  <a:cubicBezTo>
                    <a:pt x="51" y="23"/>
                    <a:pt x="51" y="23"/>
                    <a:pt x="51" y="23"/>
                  </a:cubicBezTo>
                  <a:cubicBezTo>
                    <a:pt x="48" y="23"/>
                    <a:pt x="45" y="25"/>
                    <a:pt x="42" y="26"/>
                  </a:cubicBezTo>
                  <a:cubicBezTo>
                    <a:pt x="35" y="19"/>
                    <a:pt x="35" y="19"/>
                    <a:pt x="35" y="19"/>
                  </a:cubicBezTo>
                  <a:cubicBezTo>
                    <a:pt x="33" y="16"/>
                    <a:pt x="30" y="15"/>
                    <a:pt x="27" y="15"/>
                  </a:cubicBezTo>
                  <a:cubicBezTo>
                    <a:pt x="24" y="15"/>
                    <a:pt x="21" y="16"/>
                    <a:pt x="19" y="19"/>
                  </a:cubicBezTo>
                  <a:cubicBezTo>
                    <a:pt x="14" y="23"/>
                    <a:pt x="14" y="30"/>
                    <a:pt x="19" y="35"/>
                  </a:cubicBezTo>
                  <a:cubicBezTo>
                    <a:pt x="26" y="42"/>
                    <a:pt x="26" y="42"/>
                    <a:pt x="26" y="42"/>
                  </a:cubicBezTo>
                  <a:cubicBezTo>
                    <a:pt x="25" y="45"/>
                    <a:pt x="24" y="48"/>
                    <a:pt x="23" y="51"/>
                  </a:cubicBezTo>
                  <a:cubicBezTo>
                    <a:pt x="12" y="51"/>
                    <a:pt x="12" y="51"/>
                    <a:pt x="12" y="51"/>
                  </a:cubicBezTo>
                  <a:cubicBezTo>
                    <a:pt x="6" y="51"/>
                    <a:pt x="0" y="56"/>
                    <a:pt x="0" y="62"/>
                  </a:cubicBezTo>
                  <a:cubicBezTo>
                    <a:pt x="0" y="69"/>
                    <a:pt x="6" y="74"/>
                    <a:pt x="12" y="74"/>
                  </a:cubicBezTo>
                  <a:cubicBezTo>
                    <a:pt x="23" y="74"/>
                    <a:pt x="23" y="74"/>
                    <a:pt x="23" y="74"/>
                  </a:cubicBezTo>
                  <a:cubicBezTo>
                    <a:pt x="24" y="77"/>
                    <a:pt x="25" y="80"/>
                    <a:pt x="26" y="82"/>
                  </a:cubicBezTo>
                  <a:cubicBezTo>
                    <a:pt x="19" y="90"/>
                    <a:pt x="19" y="90"/>
                    <a:pt x="19" y="90"/>
                  </a:cubicBezTo>
                  <a:cubicBezTo>
                    <a:pt x="14" y="94"/>
                    <a:pt x="14" y="102"/>
                    <a:pt x="19" y="106"/>
                  </a:cubicBezTo>
                  <a:cubicBezTo>
                    <a:pt x="21" y="108"/>
                    <a:pt x="24" y="109"/>
                    <a:pt x="27" y="109"/>
                  </a:cubicBezTo>
                  <a:cubicBezTo>
                    <a:pt x="30" y="109"/>
                    <a:pt x="33" y="108"/>
                    <a:pt x="35" y="106"/>
                  </a:cubicBezTo>
                  <a:cubicBezTo>
                    <a:pt x="42" y="98"/>
                    <a:pt x="42" y="98"/>
                    <a:pt x="42" y="98"/>
                  </a:cubicBezTo>
                  <a:cubicBezTo>
                    <a:pt x="45" y="100"/>
                    <a:pt x="48" y="101"/>
                    <a:pt x="51" y="102"/>
                  </a:cubicBezTo>
                  <a:cubicBezTo>
                    <a:pt x="51" y="113"/>
                    <a:pt x="51" y="113"/>
                    <a:pt x="51" y="113"/>
                  </a:cubicBezTo>
                  <a:cubicBezTo>
                    <a:pt x="51" y="119"/>
                    <a:pt x="56" y="124"/>
                    <a:pt x="62" y="124"/>
                  </a:cubicBezTo>
                  <a:cubicBezTo>
                    <a:pt x="62" y="124"/>
                    <a:pt x="62" y="124"/>
                    <a:pt x="62" y="124"/>
                  </a:cubicBezTo>
                  <a:cubicBezTo>
                    <a:pt x="62" y="124"/>
                    <a:pt x="62" y="124"/>
                    <a:pt x="62" y="124"/>
                  </a:cubicBezTo>
                  <a:cubicBezTo>
                    <a:pt x="69" y="124"/>
                    <a:pt x="74" y="119"/>
                    <a:pt x="74" y="113"/>
                  </a:cubicBezTo>
                  <a:cubicBezTo>
                    <a:pt x="74" y="102"/>
                    <a:pt x="74" y="102"/>
                    <a:pt x="74" y="102"/>
                  </a:cubicBezTo>
                  <a:cubicBezTo>
                    <a:pt x="77" y="101"/>
                    <a:pt x="80" y="100"/>
                    <a:pt x="82" y="98"/>
                  </a:cubicBezTo>
                  <a:cubicBezTo>
                    <a:pt x="90" y="106"/>
                    <a:pt x="90" y="106"/>
                    <a:pt x="90" y="106"/>
                  </a:cubicBezTo>
                  <a:cubicBezTo>
                    <a:pt x="92" y="108"/>
                    <a:pt x="95" y="109"/>
                    <a:pt x="98" y="109"/>
                  </a:cubicBezTo>
                  <a:cubicBezTo>
                    <a:pt x="101" y="109"/>
                    <a:pt x="104" y="108"/>
                    <a:pt x="106" y="106"/>
                  </a:cubicBezTo>
                  <a:cubicBezTo>
                    <a:pt x="111" y="102"/>
                    <a:pt x="111" y="94"/>
                    <a:pt x="106" y="90"/>
                  </a:cubicBezTo>
                  <a:cubicBezTo>
                    <a:pt x="99" y="82"/>
                    <a:pt x="99" y="82"/>
                    <a:pt x="99" y="82"/>
                  </a:cubicBezTo>
                  <a:cubicBezTo>
                    <a:pt x="100" y="80"/>
                    <a:pt x="101" y="77"/>
                    <a:pt x="102" y="74"/>
                  </a:cubicBezTo>
                  <a:cubicBezTo>
                    <a:pt x="113" y="74"/>
                    <a:pt x="113" y="74"/>
                    <a:pt x="113" y="74"/>
                  </a:cubicBezTo>
                  <a:cubicBezTo>
                    <a:pt x="119" y="74"/>
                    <a:pt x="124" y="69"/>
                    <a:pt x="124" y="62"/>
                  </a:cubicBezTo>
                  <a:cubicBezTo>
                    <a:pt x="124" y="56"/>
                    <a:pt x="119" y="51"/>
                    <a:pt x="113" y="51"/>
                  </a:cubicBezTo>
                  <a:cubicBezTo>
                    <a:pt x="102" y="51"/>
                    <a:pt x="102" y="51"/>
                    <a:pt x="102" y="51"/>
                  </a:cubicBezTo>
                  <a:cubicBezTo>
                    <a:pt x="101" y="48"/>
                    <a:pt x="100" y="45"/>
                    <a:pt x="99" y="42"/>
                  </a:cubicBezTo>
                  <a:cubicBezTo>
                    <a:pt x="106" y="35"/>
                    <a:pt x="106" y="35"/>
                    <a:pt x="106" y="35"/>
                  </a:cubicBezTo>
                  <a:cubicBezTo>
                    <a:pt x="111" y="30"/>
                    <a:pt x="111" y="23"/>
                    <a:pt x="106" y="19"/>
                  </a:cubicBezTo>
                  <a:cubicBezTo>
                    <a:pt x="104" y="16"/>
                    <a:pt x="101" y="15"/>
                    <a:pt x="98" y="15"/>
                  </a:cubicBezTo>
                  <a:cubicBezTo>
                    <a:pt x="95" y="15"/>
                    <a:pt x="92" y="16"/>
                    <a:pt x="90" y="19"/>
                  </a:cubicBezTo>
                  <a:cubicBezTo>
                    <a:pt x="82" y="26"/>
                    <a:pt x="82" y="26"/>
                    <a:pt x="82" y="26"/>
                  </a:cubicBezTo>
                  <a:cubicBezTo>
                    <a:pt x="80" y="25"/>
                    <a:pt x="77" y="23"/>
                    <a:pt x="74" y="23"/>
                  </a:cubicBezTo>
                  <a:cubicBezTo>
                    <a:pt x="74" y="12"/>
                    <a:pt x="74" y="12"/>
                    <a:pt x="74" y="12"/>
                  </a:cubicBezTo>
                  <a:cubicBezTo>
                    <a:pt x="74" y="6"/>
                    <a:pt x="69" y="0"/>
                    <a:pt x="6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0" name="组合 110"/>
          <p:cNvGrpSpPr>
            <a:grpSpLocks noChangeAspect="1"/>
          </p:cNvGrpSpPr>
          <p:nvPr/>
        </p:nvGrpSpPr>
        <p:grpSpPr>
          <a:xfrm>
            <a:off x="1373786" y="3808842"/>
            <a:ext cx="474064" cy="360270"/>
            <a:chOff x="10004425" y="1971676"/>
            <a:chExt cx="1593850" cy="1211262"/>
          </a:xfrm>
          <a:solidFill>
            <a:schemeClr val="bg1"/>
          </a:solidFill>
        </p:grpSpPr>
        <p:sp>
          <p:nvSpPr>
            <p:cNvPr id="51" name="Freeform 267"/>
            <p:cNvSpPr>
              <a:spLocks/>
            </p:cNvSpPr>
            <p:nvPr/>
          </p:nvSpPr>
          <p:spPr bwMode="auto">
            <a:xfrm>
              <a:off x="10004425" y="1971676"/>
              <a:ext cx="1535113" cy="688975"/>
            </a:xfrm>
            <a:custGeom>
              <a:avLst/>
              <a:gdLst>
                <a:gd name="T0" fmla="*/ 480 w 967"/>
                <a:gd name="T1" fmla="*/ 434 h 434"/>
                <a:gd name="T2" fmla="*/ 0 w 967"/>
                <a:gd name="T3" fmla="*/ 217 h 434"/>
                <a:gd name="T4" fmla="*/ 492 w 967"/>
                <a:gd name="T5" fmla="*/ 0 h 434"/>
                <a:gd name="T6" fmla="*/ 967 w 967"/>
                <a:gd name="T7" fmla="*/ 212 h 434"/>
                <a:gd name="T8" fmla="*/ 480 w 967"/>
                <a:gd name="T9" fmla="*/ 434 h 434"/>
              </a:gdLst>
              <a:ahLst/>
              <a:cxnLst>
                <a:cxn ang="0">
                  <a:pos x="T0" y="T1"/>
                </a:cxn>
                <a:cxn ang="0">
                  <a:pos x="T2" y="T3"/>
                </a:cxn>
                <a:cxn ang="0">
                  <a:pos x="T4" y="T5"/>
                </a:cxn>
                <a:cxn ang="0">
                  <a:pos x="T6" y="T7"/>
                </a:cxn>
                <a:cxn ang="0">
                  <a:pos x="T8" y="T9"/>
                </a:cxn>
              </a:cxnLst>
              <a:rect l="0" t="0" r="r" b="b"/>
              <a:pathLst>
                <a:path w="967" h="434">
                  <a:moveTo>
                    <a:pt x="480" y="434"/>
                  </a:moveTo>
                  <a:lnTo>
                    <a:pt x="0" y="217"/>
                  </a:lnTo>
                  <a:lnTo>
                    <a:pt x="492" y="0"/>
                  </a:lnTo>
                  <a:lnTo>
                    <a:pt x="967" y="212"/>
                  </a:lnTo>
                  <a:lnTo>
                    <a:pt x="480" y="4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52" name="Rectangle 268"/>
            <p:cNvSpPr>
              <a:spLocks noChangeArrowheads="1"/>
            </p:cNvSpPr>
            <p:nvPr/>
          </p:nvSpPr>
          <p:spPr bwMode="auto">
            <a:xfrm>
              <a:off x="11474450" y="2297113"/>
              <a:ext cx="46038" cy="5032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53" name="Oval 269"/>
            <p:cNvSpPr>
              <a:spLocks noChangeArrowheads="1"/>
            </p:cNvSpPr>
            <p:nvPr/>
          </p:nvSpPr>
          <p:spPr bwMode="auto">
            <a:xfrm>
              <a:off x="11422063" y="2743201"/>
              <a:ext cx="150813" cy="1508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54" name="Freeform 270"/>
            <p:cNvSpPr>
              <a:spLocks/>
            </p:cNvSpPr>
            <p:nvPr/>
          </p:nvSpPr>
          <p:spPr bwMode="auto">
            <a:xfrm>
              <a:off x="11404600" y="2822576"/>
              <a:ext cx="107950" cy="336550"/>
            </a:xfrm>
            <a:custGeom>
              <a:avLst/>
              <a:gdLst>
                <a:gd name="T0" fmla="*/ 16 w 29"/>
                <a:gd name="T1" fmla="*/ 5 h 90"/>
                <a:gd name="T2" fmla="*/ 6 w 29"/>
                <a:gd name="T3" fmla="*/ 90 h 90"/>
                <a:gd name="T4" fmla="*/ 29 w 29"/>
                <a:gd name="T5" fmla="*/ 90 h 90"/>
                <a:gd name="T6" fmla="*/ 29 w 29"/>
                <a:gd name="T7" fmla="*/ 0 h 90"/>
                <a:gd name="T8" fmla="*/ 16 w 29"/>
                <a:gd name="T9" fmla="*/ 5 h 90"/>
              </a:gdLst>
              <a:ahLst/>
              <a:cxnLst>
                <a:cxn ang="0">
                  <a:pos x="T0" y="T1"/>
                </a:cxn>
                <a:cxn ang="0">
                  <a:pos x="T2" y="T3"/>
                </a:cxn>
                <a:cxn ang="0">
                  <a:pos x="T4" y="T5"/>
                </a:cxn>
                <a:cxn ang="0">
                  <a:pos x="T6" y="T7"/>
                </a:cxn>
                <a:cxn ang="0">
                  <a:pos x="T8" y="T9"/>
                </a:cxn>
              </a:cxnLst>
              <a:rect l="0" t="0" r="r" b="b"/>
              <a:pathLst>
                <a:path w="29" h="90">
                  <a:moveTo>
                    <a:pt x="16" y="5"/>
                  </a:moveTo>
                  <a:cubicBezTo>
                    <a:pt x="16" y="5"/>
                    <a:pt x="0" y="39"/>
                    <a:pt x="6" y="90"/>
                  </a:cubicBezTo>
                  <a:cubicBezTo>
                    <a:pt x="29" y="90"/>
                    <a:pt x="29" y="90"/>
                    <a:pt x="29" y="90"/>
                  </a:cubicBezTo>
                  <a:cubicBezTo>
                    <a:pt x="29" y="0"/>
                    <a:pt x="29" y="0"/>
                    <a:pt x="29" y="0"/>
                  </a:cubicBezTo>
                  <a:cubicBezTo>
                    <a:pt x="29" y="0"/>
                    <a:pt x="16" y="8"/>
                    <a:pt x="16"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55" name="Freeform 271"/>
            <p:cNvSpPr>
              <a:spLocks/>
            </p:cNvSpPr>
            <p:nvPr/>
          </p:nvSpPr>
          <p:spPr bwMode="auto">
            <a:xfrm>
              <a:off x="11490325" y="2822576"/>
              <a:ext cx="107950" cy="336550"/>
            </a:xfrm>
            <a:custGeom>
              <a:avLst/>
              <a:gdLst>
                <a:gd name="T0" fmla="*/ 13 w 29"/>
                <a:gd name="T1" fmla="*/ 5 h 90"/>
                <a:gd name="T2" fmla="*/ 23 w 29"/>
                <a:gd name="T3" fmla="*/ 90 h 90"/>
                <a:gd name="T4" fmla="*/ 0 w 29"/>
                <a:gd name="T5" fmla="*/ 90 h 90"/>
                <a:gd name="T6" fmla="*/ 0 w 29"/>
                <a:gd name="T7" fmla="*/ 0 h 90"/>
                <a:gd name="T8" fmla="*/ 13 w 29"/>
                <a:gd name="T9" fmla="*/ 5 h 90"/>
              </a:gdLst>
              <a:ahLst/>
              <a:cxnLst>
                <a:cxn ang="0">
                  <a:pos x="T0" y="T1"/>
                </a:cxn>
                <a:cxn ang="0">
                  <a:pos x="T2" y="T3"/>
                </a:cxn>
                <a:cxn ang="0">
                  <a:pos x="T4" y="T5"/>
                </a:cxn>
                <a:cxn ang="0">
                  <a:pos x="T6" y="T7"/>
                </a:cxn>
                <a:cxn ang="0">
                  <a:pos x="T8" y="T9"/>
                </a:cxn>
              </a:cxnLst>
              <a:rect l="0" t="0" r="r" b="b"/>
              <a:pathLst>
                <a:path w="29" h="90">
                  <a:moveTo>
                    <a:pt x="13" y="5"/>
                  </a:moveTo>
                  <a:cubicBezTo>
                    <a:pt x="13" y="5"/>
                    <a:pt x="29" y="39"/>
                    <a:pt x="23" y="90"/>
                  </a:cubicBezTo>
                  <a:cubicBezTo>
                    <a:pt x="0" y="90"/>
                    <a:pt x="0" y="90"/>
                    <a:pt x="0" y="90"/>
                  </a:cubicBezTo>
                  <a:cubicBezTo>
                    <a:pt x="0" y="0"/>
                    <a:pt x="0" y="0"/>
                    <a:pt x="0" y="0"/>
                  </a:cubicBezTo>
                  <a:cubicBezTo>
                    <a:pt x="0" y="0"/>
                    <a:pt x="13" y="8"/>
                    <a:pt x="1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56" name="Freeform 272"/>
            <p:cNvSpPr>
              <a:spLocks/>
            </p:cNvSpPr>
            <p:nvPr/>
          </p:nvSpPr>
          <p:spPr bwMode="auto">
            <a:xfrm>
              <a:off x="10309225" y="2522538"/>
              <a:ext cx="889000" cy="660400"/>
            </a:xfrm>
            <a:custGeom>
              <a:avLst/>
              <a:gdLst>
                <a:gd name="T0" fmla="*/ 237 w 237"/>
                <a:gd name="T1" fmla="*/ 0 h 176"/>
                <a:gd name="T2" fmla="*/ 118 w 237"/>
                <a:gd name="T3" fmla="*/ 55 h 176"/>
                <a:gd name="T4" fmla="*/ 0 w 237"/>
                <a:gd name="T5" fmla="*/ 0 h 176"/>
                <a:gd name="T6" fmla="*/ 0 w 237"/>
                <a:gd name="T7" fmla="*/ 136 h 176"/>
                <a:gd name="T8" fmla="*/ 115 w 237"/>
                <a:gd name="T9" fmla="*/ 176 h 176"/>
                <a:gd name="T10" fmla="*/ 115 w 237"/>
                <a:gd name="T11" fmla="*/ 176 h 176"/>
                <a:gd name="T12" fmla="*/ 118 w 237"/>
                <a:gd name="T13" fmla="*/ 176 h 176"/>
                <a:gd name="T14" fmla="*/ 122 w 237"/>
                <a:gd name="T15" fmla="*/ 176 h 176"/>
                <a:gd name="T16" fmla="*/ 122 w 237"/>
                <a:gd name="T17" fmla="*/ 176 h 176"/>
                <a:gd name="T18" fmla="*/ 237 w 237"/>
                <a:gd name="T19" fmla="*/ 136 h 176"/>
                <a:gd name="T20" fmla="*/ 237 w 237"/>
                <a:gd name="T21"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7" h="176">
                  <a:moveTo>
                    <a:pt x="237" y="0"/>
                  </a:moveTo>
                  <a:cubicBezTo>
                    <a:pt x="237" y="1"/>
                    <a:pt x="138" y="47"/>
                    <a:pt x="118" y="55"/>
                  </a:cubicBezTo>
                  <a:cubicBezTo>
                    <a:pt x="99" y="47"/>
                    <a:pt x="0" y="1"/>
                    <a:pt x="0" y="0"/>
                  </a:cubicBezTo>
                  <a:cubicBezTo>
                    <a:pt x="0" y="136"/>
                    <a:pt x="0" y="136"/>
                    <a:pt x="0" y="136"/>
                  </a:cubicBezTo>
                  <a:cubicBezTo>
                    <a:pt x="32" y="170"/>
                    <a:pt x="95" y="175"/>
                    <a:pt x="115" y="176"/>
                  </a:cubicBezTo>
                  <a:cubicBezTo>
                    <a:pt x="115" y="176"/>
                    <a:pt x="115" y="176"/>
                    <a:pt x="115" y="176"/>
                  </a:cubicBezTo>
                  <a:cubicBezTo>
                    <a:pt x="115" y="176"/>
                    <a:pt x="116" y="176"/>
                    <a:pt x="118" y="176"/>
                  </a:cubicBezTo>
                  <a:cubicBezTo>
                    <a:pt x="121" y="176"/>
                    <a:pt x="122" y="176"/>
                    <a:pt x="122" y="176"/>
                  </a:cubicBezTo>
                  <a:cubicBezTo>
                    <a:pt x="122" y="176"/>
                    <a:pt x="122" y="176"/>
                    <a:pt x="122" y="176"/>
                  </a:cubicBezTo>
                  <a:cubicBezTo>
                    <a:pt x="142" y="175"/>
                    <a:pt x="205" y="170"/>
                    <a:pt x="237" y="136"/>
                  </a:cubicBezTo>
                  <a:lnTo>
                    <a:pt x="23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grpSp>
      <p:sp>
        <p:nvSpPr>
          <p:cNvPr id="57" name="Freeform 151"/>
          <p:cNvSpPr>
            <a:spLocks noEditPoints="1"/>
          </p:cNvSpPr>
          <p:nvPr/>
        </p:nvSpPr>
        <p:spPr bwMode="auto">
          <a:xfrm>
            <a:off x="5855054" y="3728440"/>
            <a:ext cx="348069" cy="521074"/>
          </a:xfrm>
          <a:custGeom>
            <a:avLst/>
            <a:gdLst>
              <a:gd name="T0" fmla="*/ 72 w 143"/>
              <a:gd name="T1" fmla="*/ 214 h 214"/>
              <a:gd name="T2" fmla="*/ 96 w 143"/>
              <a:gd name="T3" fmla="*/ 204 h 214"/>
              <a:gd name="T4" fmla="*/ 48 w 143"/>
              <a:gd name="T5" fmla="*/ 204 h 214"/>
              <a:gd name="T6" fmla="*/ 72 w 143"/>
              <a:gd name="T7" fmla="*/ 214 h 214"/>
              <a:gd name="T8" fmla="*/ 105 w 143"/>
              <a:gd name="T9" fmla="*/ 183 h 214"/>
              <a:gd name="T10" fmla="*/ 39 w 143"/>
              <a:gd name="T11" fmla="*/ 183 h 214"/>
              <a:gd name="T12" fmla="*/ 33 w 143"/>
              <a:gd name="T13" fmla="*/ 190 h 214"/>
              <a:gd name="T14" fmla="*/ 39 w 143"/>
              <a:gd name="T15" fmla="*/ 196 h 214"/>
              <a:gd name="T16" fmla="*/ 105 w 143"/>
              <a:gd name="T17" fmla="*/ 196 h 214"/>
              <a:gd name="T18" fmla="*/ 111 w 143"/>
              <a:gd name="T19" fmla="*/ 190 h 214"/>
              <a:gd name="T20" fmla="*/ 105 w 143"/>
              <a:gd name="T21" fmla="*/ 183 h 214"/>
              <a:gd name="T22" fmla="*/ 105 w 143"/>
              <a:gd name="T23" fmla="*/ 164 h 214"/>
              <a:gd name="T24" fmla="*/ 39 w 143"/>
              <a:gd name="T25" fmla="*/ 164 h 214"/>
              <a:gd name="T26" fmla="*/ 33 w 143"/>
              <a:gd name="T27" fmla="*/ 171 h 214"/>
              <a:gd name="T28" fmla="*/ 39 w 143"/>
              <a:gd name="T29" fmla="*/ 177 h 214"/>
              <a:gd name="T30" fmla="*/ 105 w 143"/>
              <a:gd name="T31" fmla="*/ 177 h 214"/>
              <a:gd name="T32" fmla="*/ 111 w 143"/>
              <a:gd name="T33" fmla="*/ 171 h 214"/>
              <a:gd name="T34" fmla="*/ 105 w 143"/>
              <a:gd name="T35" fmla="*/ 164 h 214"/>
              <a:gd name="T36" fmla="*/ 72 w 143"/>
              <a:gd name="T37" fmla="*/ 0 h 214"/>
              <a:gd name="T38" fmla="*/ 0 w 143"/>
              <a:gd name="T39" fmla="*/ 71 h 214"/>
              <a:gd name="T40" fmla="*/ 32 w 143"/>
              <a:gd name="T41" fmla="*/ 138 h 214"/>
              <a:gd name="T42" fmla="*/ 37 w 143"/>
              <a:gd name="T43" fmla="*/ 158 h 214"/>
              <a:gd name="T44" fmla="*/ 107 w 143"/>
              <a:gd name="T45" fmla="*/ 158 h 214"/>
              <a:gd name="T46" fmla="*/ 112 w 143"/>
              <a:gd name="T47" fmla="*/ 138 h 214"/>
              <a:gd name="T48" fmla="*/ 143 w 143"/>
              <a:gd name="T49" fmla="*/ 71 h 214"/>
              <a:gd name="T50" fmla="*/ 72 w 143"/>
              <a:gd name="T51" fmla="*/ 0 h 214"/>
              <a:gd name="T52" fmla="*/ 115 w 143"/>
              <a:gd name="T53" fmla="*/ 84 h 214"/>
              <a:gd name="T54" fmla="*/ 93 w 143"/>
              <a:gd name="T55" fmla="*/ 144 h 214"/>
              <a:gd name="T56" fmla="*/ 92 w 143"/>
              <a:gd name="T57" fmla="*/ 146 h 214"/>
              <a:gd name="T58" fmla="*/ 83 w 143"/>
              <a:gd name="T59" fmla="*/ 146 h 214"/>
              <a:gd name="T60" fmla="*/ 83 w 143"/>
              <a:gd name="T61" fmla="*/ 143 h 214"/>
              <a:gd name="T62" fmla="*/ 98 w 143"/>
              <a:gd name="T63" fmla="*/ 93 h 214"/>
              <a:gd name="T64" fmla="*/ 97 w 143"/>
              <a:gd name="T65" fmla="*/ 93 h 214"/>
              <a:gd name="T66" fmla="*/ 96 w 143"/>
              <a:gd name="T67" fmla="*/ 93 h 214"/>
              <a:gd name="T68" fmla="*/ 85 w 143"/>
              <a:gd name="T69" fmla="*/ 88 h 214"/>
              <a:gd name="T70" fmla="*/ 73 w 143"/>
              <a:gd name="T71" fmla="*/ 93 h 214"/>
              <a:gd name="T72" fmla="*/ 59 w 143"/>
              <a:gd name="T73" fmla="*/ 87 h 214"/>
              <a:gd name="T74" fmla="*/ 45 w 143"/>
              <a:gd name="T75" fmla="*/ 92 h 214"/>
              <a:gd name="T76" fmla="*/ 59 w 143"/>
              <a:gd name="T77" fmla="*/ 143 h 214"/>
              <a:gd name="T78" fmla="*/ 60 w 143"/>
              <a:gd name="T79" fmla="*/ 146 h 214"/>
              <a:gd name="T80" fmla="*/ 50 w 143"/>
              <a:gd name="T81" fmla="*/ 146 h 214"/>
              <a:gd name="T82" fmla="*/ 50 w 143"/>
              <a:gd name="T83" fmla="*/ 144 h 214"/>
              <a:gd name="T84" fmla="*/ 30 w 143"/>
              <a:gd name="T85" fmla="*/ 84 h 214"/>
              <a:gd name="T86" fmla="*/ 29 w 143"/>
              <a:gd name="T87" fmla="*/ 84 h 214"/>
              <a:gd name="T88" fmla="*/ 29 w 143"/>
              <a:gd name="T89" fmla="*/ 83 h 214"/>
              <a:gd name="T90" fmla="*/ 29 w 143"/>
              <a:gd name="T91" fmla="*/ 82 h 214"/>
              <a:gd name="T92" fmla="*/ 29 w 143"/>
              <a:gd name="T93" fmla="*/ 82 h 214"/>
              <a:gd name="T94" fmla="*/ 30 w 143"/>
              <a:gd name="T95" fmla="*/ 76 h 214"/>
              <a:gd name="T96" fmla="*/ 37 w 143"/>
              <a:gd name="T97" fmla="*/ 77 h 214"/>
              <a:gd name="T98" fmla="*/ 37 w 143"/>
              <a:gd name="T99" fmla="*/ 77 h 214"/>
              <a:gd name="T100" fmla="*/ 45 w 143"/>
              <a:gd name="T101" fmla="*/ 82 h 214"/>
              <a:gd name="T102" fmla="*/ 56 w 143"/>
              <a:gd name="T103" fmla="*/ 77 h 214"/>
              <a:gd name="T104" fmla="*/ 60 w 143"/>
              <a:gd name="T105" fmla="*/ 75 h 214"/>
              <a:gd name="T106" fmla="*/ 63 w 143"/>
              <a:gd name="T107" fmla="*/ 77 h 214"/>
              <a:gd name="T108" fmla="*/ 73 w 143"/>
              <a:gd name="T109" fmla="*/ 83 h 214"/>
              <a:gd name="T110" fmla="*/ 82 w 143"/>
              <a:gd name="T111" fmla="*/ 78 h 214"/>
              <a:gd name="T112" fmla="*/ 86 w 143"/>
              <a:gd name="T113" fmla="*/ 76 h 214"/>
              <a:gd name="T114" fmla="*/ 90 w 143"/>
              <a:gd name="T115" fmla="*/ 78 h 214"/>
              <a:gd name="T116" fmla="*/ 97 w 143"/>
              <a:gd name="T117" fmla="*/ 83 h 214"/>
              <a:gd name="T118" fmla="*/ 97 w 143"/>
              <a:gd name="T119" fmla="*/ 83 h 214"/>
              <a:gd name="T120" fmla="*/ 107 w 143"/>
              <a:gd name="T121" fmla="*/ 78 h 214"/>
              <a:gd name="T122" fmla="*/ 114 w 143"/>
              <a:gd name="T123" fmla="*/ 77 h 214"/>
              <a:gd name="T124" fmla="*/ 115 w 143"/>
              <a:gd name="T125" fmla="*/ 84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3" h="214">
                <a:moveTo>
                  <a:pt x="72" y="214"/>
                </a:moveTo>
                <a:cubicBezTo>
                  <a:pt x="82" y="214"/>
                  <a:pt x="91" y="210"/>
                  <a:pt x="96" y="204"/>
                </a:cubicBezTo>
                <a:cubicBezTo>
                  <a:pt x="48" y="204"/>
                  <a:pt x="48" y="204"/>
                  <a:pt x="48" y="204"/>
                </a:cubicBezTo>
                <a:cubicBezTo>
                  <a:pt x="53" y="210"/>
                  <a:pt x="62" y="214"/>
                  <a:pt x="72" y="214"/>
                </a:cubicBezTo>
                <a:close/>
                <a:moveTo>
                  <a:pt x="105" y="183"/>
                </a:moveTo>
                <a:cubicBezTo>
                  <a:pt x="39" y="183"/>
                  <a:pt x="39" y="183"/>
                  <a:pt x="39" y="183"/>
                </a:cubicBezTo>
                <a:cubicBezTo>
                  <a:pt x="35" y="183"/>
                  <a:pt x="33" y="186"/>
                  <a:pt x="33" y="190"/>
                </a:cubicBezTo>
                <a:cubicBezTo>
                  <a:pt x="33" y="193"/>
                  <a:pt x="35" y="196"/>
                  <a:pt x="39" y="196"/>
                </a:cubicBezTo>
                <a:cubicBezTo>
                  <a:pt x="105" y="196"/>
                  <a:pt x="105" y="196"/>
                  <a:pt x="105" y="196"/>
                </a:cubicBezTo>
                <a:cubicBezTo>
                  <a:pt x="108" y="196"/>
                  <a:pt x="111" y="193"/>
                  <a:pt x="111" y="190"/>
                </a:cubicBezTo>
                <a:cubicBezTo>
                  <a:pt x="111" y="186"/>
                  <a:pt x="108" y="183"/>
                  <a:pt x="105" y="183"/>
                </a:cubicBezTo>
                <a:close/>
                <a:moveTo>
                  <a:pt x="105" y="164"/>
                </a:moveTo>
                <a:cubicBezTo>
                  <a:pt x="39" y="164"/>
                  <a:pt x="39" y="164"/>
                  <a:pt x="39" y="164"/>
                </a:cubicBezTo>
                <a:cubicBezTo>
                  <a:pt x="35" y="164"/>
                  <a:pt x="33" y="167"/>
                  <a:pt x="33" y="171"/>
                </a:cubicBezTo>
                <a:cubicBezTo>
                  <a:pt x="33" y="174"/>
                  <a:pt x="35" y="177"/>
                  <a:pt x="39" y="177"/>
                </a:cubicBezTo>
                <a:cubicBezTo>
                  <a:pt x="105" y="177"/>
                  <a:pt x="105" y="177"/>
                  <a:pt x="105" y="177"/>
                </a:cubicBezTo>
                <a:cubicBezTo>
                  <a:pt x="108" y="177"/>
                  <a:pt x="111" y="174"/>
                  <a:pt x="111" y="171"/>
                </a:cubicBezTo>
                <a:cubicBezTo>
                  <a:pt x="111" y="167"/>
                  <a:pt x="108" y="164"/>
                  <a:pt x="105" y="164"/>
                </a:cubicBezTo>
                <a:close/>
                <a:moveTo>
                  <a:pt x="72" y="0"/>
                </a:moveTo>
                <a:cubicBezTo>
                  <a:pt x="32" y="0"/>
                  <a:pt x="0" y="32"/>
                  <a:pt x="0" y="71"/>
                </a:cubicBezTo>
                <a:cubicBezTo>
                  <a:pt x="0" y="98"/>
                  <a:pt x="19" y="117"/>
                  <a:pt x="32" y="138"/>
                </a:cubicBezTo>
                <a:cubicBezTo>
                  <a:pt x="35" y="144"/>
                  <a:pt x="37" y="158"/>
                  <a:pt x="37" y="158"/>
                </a:cubicBezTo>
                <a:cubicBezTo>
                  <a:pt x="107" y="158"/>
                  <a:pt x="107" y="158"/>
                  <a:pt x="107" y="158"/>
                </a:cubicBezTo>
                <a:cubicBezTo>
                  <a:pt x="107" y="158"/>
                  <a:pt x="109" y="144"/>
                  <a:pt x="112" y="138"/>
                </a:cubicBezTo>
                <a:cubicBezTo>
                  <a:pt x="125" y="117"/>
                  <a:pt x="143" y="98"/>
                  <a:pt x="143" y="71"/>
                </a:cubicBezTo>
                <a:cubicBezTo>
                  <a:pt x="143" y="32"/>
                  <a:pt x="111" y="0"/>
                  <a:pt x="72" y="0"/>
                </a:cubicBezTo>
                <a:close/>
                <a:moveTo>
                  <a:pt x="115" y="84"/>
                </a:moveTo>
                <a:cubicBezTo>
                  <a:pt x="102" y="100"/>
                  <a:pt x="95" y="120"/>
                  <a:pt x="93" y="144"/>
                </a:cubicBezTo>
                <a:cubicBezTo>
                  <a:pt x="92" y="146"/>
                  <a:pt x="92" y="146"/>
                  <a:pt x="92" y="146"/>
                </a:cubicBezTo>
                <a:cubicBezTo>
                  <a:pt x="83" y="146"/>
                  <a:pt x="83" y="146"/>
                  <a:pt x="83" y="146"/>
                </a:cubicBezTo>
                <a:cubicBezTo>
                  <a:pt x="83" y="143"/>
                  <a:pt x="83" y="143"/>
                  <a:pt x="83" y="143"/>
                </a:cubicBezTo>
                <a:cubicBezTo>
                  <a:pt x="85" y="124"/>
                  <a:pt x="90" y="107"/>
                  <a:pt x="98" y="93"/>
                </a:cubicBezTo>
                <a:cubicBezTo>
                  <a:pt x="97" y="93"/>
                  <a:pt x="97" y="93"/>
                  <a:pt x="97" y="93"/>
                </a:cubicBezTo>
                <a:cubicBezTo>
                  <a:pt x="96" y="93"/>
                  <a:pt x="96" y="93"/>
                  <a:pt x="96" y="93"/>
                </a:cubicBezTo>
                <a:cubicBezTo>
                  <a:pt x="93" y="92"/>
                  <a:pt x="89" y="92"/>
                  <a:pt x="85" y="88"/>
                </a:cubicBezTo>
                <a:cubicBezTo>
                  <a:pt x="82" y="91"/>
                  <a:pt x="77" y="93"/>
                  <a:pt x="73" y="93"/>
                </a:cubicBezTo>
                <a:cubicBezTo>
                  <a:pt x="68" y="93"/>
                  <a:pt x="63" y="91"/>
                  <a:pt x="59" y="87"/>
                </a:cubicBezTo>
                <a:cubicBezTo>
                  <a:pt x="55" y="90"/>
                  <a:pt x="50" y="92"/>
                  <a:pt x="45" y="92"/>
                </a:cubicBezTo>
                <a:cubicBezTo>
                  <a:pt x="57" y="114"/>
                  <a:pt x="59" y="137"/>
                  <a:pt x="59" y="143"/>
                </a:cubicBezTo>
                <a:cubicBezTo>
                  <a:pt x="60" y="146"/>
                  <a:pt x="60" y="146"/>
                  <a:pt x="60" y="146"/>
                </a:cubicBezTo>
                <a:cubicBezTo>
                  <a:pt x="50" y="146"/>
                  <a:pt x="50" y="146"/>
                  <a:pt x="50" y="146"/>
                </a:cubicBezTo>
                <a:cubicBezTo>
                  <a:pt x="50" y="144"/>
                  <a:pt x="50" y="144"/>
                  <a:pt x="50" y="144"/>
                </a:cubicBezTo>
                <a:cubicBezTo>
                  <a:pt x="49" y="135"/>
                  <a:pt x="46" y="107"/>
                  <a:pt x="30" y="84"/>
                </a:cubicBezTo>
                <a:cubicBezTo>
                  <a:pt x="29" y="84"/>
                  <a:pt x="29" y="84"/>
                  <a:pt x="29" y="84"/>
                </a:cubicBezTo>
                <a:cubicBezTo>
                  <a:pt x="29" y="83"/>
                  <a:pt x="29" y="83"/>
                  <a:pt x="29" y="83"/>
                </a:cubicBezTo>
                <a:cubicBezTo>
                  <a:pt x="29" y="83"/>
                  <a:pt x="29" y="83"/>
                  <a:pt x="29" y="82"/>
                </a:cubicBezTo>
                <a:cubicBezTo>
                  <a:pt x="29" y="82"/>
                  <a:pt x="29" y="82"/>
                  <a:pt x="29" y="82"/>
                </a:cubicBezTo>
                <a:cubicBezTo>
                  <a:pt x="27" y="80"/>
                  <a:pt x="28" y="77"/>
                  <a:pt x="30" y="76"/>
                </a:cubicBezTo>
                <a:cubicBezTo>
                  <a:pt x="32" y="74"/>
                  <a:pt x="35" y="75"/>
                  <a:pt x="37" y="77"/>
                </a:cubicBezTo>
                <a:cubicBezTo>
                  <a:pt x="37" y="77"/>
                  <a:pt x="37" y="77"/>
                  <a:pt x="37" y="77"/>
                </a:cubicBezTo>
                <a:cubicBezTo>
                  <a:pt x="39" y="80"/>
                  <a:pt x="42" y="82"/>
                  <a:pt x="45" y="82"/>
                </a:cubicBezTo>
                <a:cubicBezTo>
                  <a:pt x="48" y="82"/>
                  <a:pt x="52" y="81"/>
                  <a:pt x="56" y="77"/>
                </a:cubicBezTo>
                <a:cubicBezTo>
                  <a:pt x="57" y="76"/>
                  <a:pt x="58" y="75"/>
                  <a:pt x="60" y="75"/>
                </a:cubicBezTo>
                <a:cubicBezTo>
                  <a:pt x="61" y="76"/>
                  <a:pt x="62" y="76"/>
                  <a:pt x="63" y="77"/>
                </a:cubicBezTo>
                <a:cubicBezTo>
                  <a:pt x="67" y="81"/>
                  <a:pt x="70" y="83"/>
                  <a:pt x="73" y="83"/>
                </a:cubicBezTo>
                <a:cubicBezTo>
                  <a:pt x="77" y="83"/>
                  <a:pt x="80" y="80"/>
                  <a:pt x="82" y="78"/>
                </a:cubicBezTo>
                <a:cubicBezTo>
                  <a:pt x="83" y="77"/>
                  <a:pt x="84" y="76"/>
                  <a:pt x="86" y="76"/>
                </a:cubicBezTo>
                <a:cubicBezTo>
                  <a:pt x="87" y="76"/>
                  <a:pt x="89" y="77"/>
                  <a:pt x="90" y="78"/>
                </a:cubicBezTo>
                <a:cubicBezTo>
                  <a:pt x="91" y="80"/>
                  <a:pt x="93" y="83"/>
                  <a:pt x="97" y="83"/>
                </a:cubicBezTo>
                <a:cubicBezTo>
                  <a:pt x="97" y="83"/>
                  <a:pt x="97" y="83"/>
                  <a:pt x="97" y="83"/>
                </a:cubicBezTo>
                <a:cubicBezTo>
                  <a:pt x="101" y="83"/>
                  <a:pt x="104" y="81"/>
                  <a:pt x="107" y="78"/>
                </a:cubicBezTo>
                <a:cubicBezTo>
                  <a:pt x="109" y="76"/>
                  <a:pt x="112" y="75"/>
                  <a:pt x="114" y="77"/>
                </a:cubicBezTo>
                <a:cubicBezTo>
                  <a:pt x="116" y="79"/>
                  <a:pt x="116" y="82"/>
                  <a:pt x="115" y="8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8" name="矩形 57"/>
          <p:cNvSpPr/>
          <p:nvPr/>
        </p:nvSpPr>
        <p:spPr>
          <a:xfrm>
            <a:off x="0" y="203088"/>
            <a:ext cx="1636987" cy="523220"/>
          </a:xfrm>
          <a:prstGeom prst="rect">
            <a:avLst/>
          </a:prstGeom>
          <a:noFill/>
        </p:spPr>
        <p:txBody>
          <a:bodyPr wrap="none" rtlCol="0">
            <a:spAutoFit/>
          </a:bodyPr>
          <a:lstStyle/>
          <a:p>
            <a:r>
              <a:rPr lang="zh-CN" altLang="en-US" sz="2800" b="1" dirty="0">
                <a:solidFill>
                  <a:schemeClr val="tx1">
                    <a:lumMod val="65000"/>
                    <a:lumOff val="35000"/>
                  </a:schemeClr>
                </a:solidFill>
              </a:rPr>
              <a:t>四项递进</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938519037"/>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任意多边形 1"/>
          <p:cNvSpPr/>
          <p:nvPr/>
        </p:nvSpPr>
        <p:spPr>
          <a:xfrm>
            <a:off x="4374146" y="2688274"/>
            <a:ext cx="3443709" cy="3443707"/>
          </a:xfrm>
          <a:custGeom>
            <a:avLst/>
            <a:gdLst>
              <a:gd name="connsiteX0" fmla="*/ 1473428 w 2946857"/>
              <a:gd name="connsiteY0" fmla="*/ 0 h 2946857"/>
              <a:gd name="connsiteX1" fmla="*/ 2946857 w 2946857"/>
              <a:gd name="connsiteY1" fmla="*/ 1473429 h 2946857"/>
              <a:gd name="connsiteX2" fmla="*/ 1473429 w 2946857"/>
              <a:gd name="connsiteY2" fmla="*/ 1473429 h 2946857"/>
              <a:gd name="connsiteX3" fmla="*/ 1473428 w 2946857"/>
              <a:gd name="connsiteY3" fmla="*/ 0 h 2946857"/>
            </a:gdLst>
            <a:ahLst/>
            <a:cxnLst>
              <a:cxn ang="0">
                <a:pos x="connsiteX0" y="connsiteY0"/>
              </a:cxn>
              <a:cxn ang="0">
                <a:pos x="connsiteX1" y="connsiteY1"/>
              </a:cxn>
              <a:cxn ang="0">
                <a:pos x="connsiteX2" y="connsiteY2"/>
              </a:cxn>
              <a:cxn ang="0">
                <a:pos x="connsiteX3" y="connsiteY3"/>
              </a:cxn>
            </a:cxnLst>
            <a:rect l="l" t="t" r="r" b="b"/>
            <a:pathLst>
              <a:path w="2946857" h="2946857">
                <a:moveTo>
                  <a:pt x="1473428" y="0"/>
                </a:moveTo>
                <a:cubicBezTo>
                  <a:pt x="2287180" y="0"/>
                  <a:pt x="2946857" y="659677"/>
                  <a:pt x="2946857" y="1473429"/>
                </a:cubicBezTo>
                <a:lnTo>
                  <a:pt x="1473429" y="1473429"/>
                </a:lnTo>
                <a:cubicBezTo>
                  <a:pt x="1473429" y="982286"/>
                  <a:pt x="1473428" y="491143"/>
                  <a:pt x="1473428" y="0"/>
                </a:cubicBezTo>
                <a:close/>
              </a:path>
            </a:pathLst>
          </a:custGeom>
          <a:solidFill>
            <a:srgbClr val="CC0099"/>
          </a:solidFill>
          <a:ln w="57150">
            <a:solidFill>
              <a:schemeClr val="bg1">
                <a:lumMod val="85000"/>
              </a:schemeClr>
            </a:solidFill>
          </a:ln>
          <a:effectLst>
            <a:innerShdw blurRad="152400" dist="63500">
              <a:prstClr val="black">
                <a:alpha val="32000"/>
              </a:prstClr>
            </a:inn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solidFill>
                <a:schemeClr val="bg1"/>
              </a:solidFill>
            </a:endParaRPr>
          </a:p>
        </p:txBody>
      </p:sp>
      <p:sp>
        <p:nvSpPr>
          <p:cNvPr id="3" name="任意多边形 2"/>
          <p:cNvSpPr/>
          <p:nvPr/>
        </p:nvSpPr>
        <p:spPr>
          <a:xfrm>
            <a:off x="4374146" y="2688274"/>
            <a:ext cx="3443709" cy="3443707"/>
          </a:xfrm>
          <a:custGeom>
            <a:avLst/>
            <a:gdLst>
              <a:gd name="connsiteX0" fmla="*/ 2946857 w 2946857"/>
              <a:gd name="connsiteY0" fmla="*/ 1473429 h 2946857"/>
              <a:gd name="connsiteX1" fmla="*/ 1473428 w 2946857"/>
              <a:gd name="connsiteY1" fmla="*/ 2946858 h 2946857"/>
              <a:gd name="connsiteX2" fmla="*/ 1473429 w 2946857"/>
              <a:gd name="connsiteY2" fmla="*/ 1473429 h 2946857"/>
              <a:gd name="connsiteX3" fmla="*/ 2946857 w 2946857"/>
              <a:gd name="connsiteY3" fmla="*/ 1473429 h 2946857"/>
            </a:gdLst>
            <a:ahLst/>
            <a:cxnLst>
              <a:cxn ang="0">
                <a:pos x="connsiteX0" y="connsiteY0"/>
              </a:cxn>
              <a:cxn ang="0">
                <a:pos x="connsiteX1" y="connsiteY1"/>
              </a:cxn>
              <a:cxn ang="0">
                <a:pos x="connsiteX2" y="connsiteY2"/>
              </a:cxn>
              <a:cxn ang="0">
                <a:pos x="connsiteX3" y="connsiteY3"/>
              </a:cxn>
            </a:cxnLst>
            <a:rect l="l" t="t" r="r" b="b"/>
            <a:pathLst>
              <a:path w="2946857" h="2946857">
                <a:moveTo>
                  <a:pt x="2946857" y="1473429"/>
                </a:moveTo>
                <a:cubicBezTo>
                  <a:pt x="2946857" y="2287181"/>
                  <a:pt x="2287180" y="2946858"/>
                  <a:pt x="1473428" y="2946858"/>
                </a:cubicBezTo>
                <a:cubicBezTo>
                  <a:pt x="1473428" y="2455715"/>
                  <a:pt x="1473429" y="1964572"/>
                  <a:pt x="1473429" y="1473429"/>
                </a:cubicBezTo>
                <a:lnTo>
                  <a:pt x="2946857" y="1473429"/>
                </a:lnTo>
                <a:close/>
              </a:path>
            </a:pathLst>
          </a:custGeom>
          <a:solidFill>
            <a:srgbClr val="FF8900"/>
          </a:solidFill>
          <a:ln w="57150">
            <a:solidFill>
              <a:schemeClr val="bg1">
                <a:lumMod val="85000"/>
              </a:schemeClr>
            </a:solidFill>
          </a:ln>
          <a:effectLst>
            <a:innerShdw blurRad="152400" dist="63500">
              <a:prstClr val="black">
                <a:alpha val="32000"/>
              </a:prstClr>
            </a:inn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p>
        </p:txBody>
      </p:sp>
      <p:sp>
        <p:nvSpPr>
          <p:cNvPr id="4" name="任意多边形 3"/>
          <p:cNvSpPr/>
          <p:nvPr/>
        </p:nvSpPr>
        <p:spPr>
          <a:xfrm>
            <a:off x="4374146" y="2688274"/>
            <a:ext cx="3443709" cy="3443707"/>
          </a:xfrm>
          <a:custGeom>
            <a:avLst/>
            <a:gdLst>
              <a:gd name="connsiteX0" fmla="*/ 1473429 w 2946857"/>
              <a:gd name="connsiteY0" fmla="*/ 2946857 h 2946857"/>
              <a:gd name="connsiteX1" fmla="*/ 0 w 2946857"/>
              <a:gd name="connsiteY1" fmla="*/ 1473428 h 2946857"/>
              <a:gd name="connsiteX2" fmla="*/ 1473429 w 2946857"/>
              <a:gd name="connsiteY2" fmla="*/ 1473429 h 2946857"/>
              <a:gd name="connsiteX3" fmla="*/ 1473429 w 2946857"/>
              <a:gd name="connsiteY3" fmla="*/ 2946857 h 2946857"/>
            </a:gdLst>
            <a:ahLst/>
            <a:cxnLst>
              <a:cxn ang="0">
                <a:pos x="connsiteX0" y="connsiteY0"/>
              </a:cxn>
              <a:cxn ang="0">
                <a:pos x="connsiteX1" y="connsiteY1"/>
              </a:cxn>
              <a:cxn ang="0">
                <a:pos x="connsiteX2" y="connsiteY2"/>
              </a:cxn>
              <a:cxn ang="0">
                <a:pos x="connsiteX3" y="connsiteY3"/>
              </a:cxn>
            </a:cxnLst>
            <a:rect l="l" t="t" r="r" b="b"/>
            <a:pathLst>
              <a:path w="2946857" h="2946857">
                <a:moveTo>
                  <a:pt x="1473429" y="2946857"/>
                </a:moveTo>
                <a:cubicBezTo>
                  <a:pt x="659677" y="2946857"/>
                  <a:pt x="0" y="2287180"/>
                  <a:pt x="0" y="1473428"/>
                </a:cubicBezTo>
                <a:lnTo>
                  <a:pt x="1473429" y="1473429"/>
                </a:lnTo>
                <a:lnTo>
                  <a:pt x="1473429" y="2946857"/>
                </a:lnTo>
                <a:close/>
              </a:path>
            </a:pathLst>
          </a:custGeom>
          <a:solidFill>
            <a:srgbClr val="0093EE"/>
          </a:solidFill>
          <a:ln w="57150">
            <a:solidFill>
              <a:schemeClr val="bg1">
                <a:lumMod val="85000"/>
              </a:schemeClr>
            </a:solidFill>
          </a:ln>
          <a:effectLst>
            <a:innerShdw blurRad="152400" dist="63500">
              <a:prstClr val="black">
                <a:alpha val="32000"/>
              </a:prstClr>
            </a:inn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p>
        </p:txBody>
      </p:sp>
      <p:sp>
        <p:nvSpPr>
          <p:cNvPr id="5" name="任意多边形 4"/>
          <p:cNvSpPr/>
          <p:nvPr/>
        </p:nvSpPr>
        <p:spPr>
          <a:xfrm>
            <a:off x="4374146" y="2688274"/>
            <a:ext cx="3443709" cy="3443707"/>
          </a:xfrm>
          <a:custGeom>
            <a:avLst/>
            <a:gdLst>
              <a:gd name="connsiteX0" fmla="*/ 0 w 2946857"/>
              <a:gd name="connsiteY0" fmla="*/ 1473429 h 2946857"/>
              <a:gd name="connsiteX1" fmla="*/ 1473429 w 2946857"/>
              <a:gd name="connsiteY1" fmla="*/ 0 h 2946857"/>
              <a:gd name="connsiteX2" fmla="*/ 1473429 w 2946857"/>
              <a:gd name="connsiteY2" fmla="*/ 1473429 h 2946857"/>
              <a:gd name="connsiteX3" fmla="*/ 0 w 2946857"/>
              <a:gd name="connsiteY3" fmla="*/ 1473429 h 2946857"/>
            </a:gdLst>
            <a:ahLst/>
            <a:cxnLst>
              <a:cxn ang="0">
                <a:pos x="connsiteX0" y="connsiteY0"/>
              </a:cxn>
              <a:cxn ang="0">
                <a:pos x="connsiteX1" y="connsiteY1"/>
              </a:cxn>
              <a:cxn ang="0">
                <a:pos x="connsiteX2" y="connsiteY2"/>
              </a:cxn>
              <a:cxn ang="0">
                <a:pos x="connsiteX3" y="connsiteY3"/>
              </a:cxn>
            </a:cxnLst>
            <a:rect l="l" t="t" r="r" b="b"/>
            <a:pathLst>
              <a:path w="2946857" h="2946857">
                <a:moveTo>
                  <a:pt x="0" y="1473429"/>
                </a:moveTo>
                <a:cubicBezTo>
                  <a:pt x="0" y="659677"/>
                  <a:pt x="659677" y="0"/>
                  <a:pt x="1473429" y="0"/>
                </a:cubicBezTo>
                <a:lnTo>
                  <a:pt x="1473429" y="1473429"/>
                </a:lnTo>
                <a:lnTo>
                  <a:pt x="0" y="1473429"/>
                </a:lnTo>
                <a:close/>
              </a:path>
            </a:pathLst>
          </a:custGeom>
          <a:solidFill>
            <a:srgbClr val="9FC628"/>
          </a:solidFill>
          <a:ln w="57150">
            <a:solidFill>
              <a:schemeClr val="bg1">
                <a:lumMod val="85000"/>
              </a:schemeClr>
            </a:solidFill>
          </a:ln>
          <a:effectLst>
            <a:innerShdw blurRad="152400" dist="63500">
              <a:prstClr val="black">
                <a:alpha val="32000"/>
              </a:prstClr>
            </a:inn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solidFill>
                <a:schemeClr val="bg1"/>
              </a:solidFill>
            </a:endParaRPr>
          </a:p>
        </p:txBody>
      </p:sp>
      <p:grpSp>
        <p:nvGrpSpPr>
          <p:cNvPr id="15" name="组合 14"/>
          <p:cNvGrpSpPr/>
          <p:nvPr/>
        </p:nvGrpSpPr>
        <p:grpSpPr>
          <a:xfrm>
            <a:off x="4011829" y="2325957"/>
            <a:ext cx="4168344" cy="4168342"/>
            <a:chOff x="4160109" y="1925597"/>
            <a:chExt cx="3871784" cy="3871782"/>
          </a:xfrm>
          <a:effectLst>
            <a:outerShdw blurRad="279400" sx="102000" sy="102000" algn="ctr" rotWithShape="0">
              <a:prstClr val="black">
                <a:alpha val="22000"/>
              </a:prstClr>
            </a:outerShdw>
          </a:effectLst>
        </p:grpSpPr>
        <p:sp>
          <p:nvSpPr>
            <p:cNvPr id="6" name="环形箭头 5"/>
            <p:cNvSpPr/>
            <p:nvPr/>
          </p:nvSpPr>
          <p:spPr>
            <a:xfrm>
              <a:off x="4160109" y="1925597"/>
              <a:ext cx="3871784" cy="3871782"/>
            </a:xfrm>
            <a:prstGeom prst="circularArrow">
              <a:avLst>
                <a:gd name="adj1" fmla="val 5085"/>
                <a:gd name="adj2" fmla="val 327528"/>
                <a:gd name="adj3" fmla="val 21272472"/>
                <a:gd name="adj4" fmla="val 16200000"/>
                <a:gd name="adj5" fmla="val 5932"/>
              </a:avLst>
            </a:prstGeom>
            <a:solidFill>
              <a:srgbClr val="F5F5F5"/>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sp>
        <p:sp>
          <p:nvSpPr>
            <p:cNvPr id="7" name="环形箭头 6"/>
            <p:cNvSpPr/>
            <p:nvPr/>
          </p:nvSpPr>
          <p:spPr>
            <a:xfrm>
              <a:off x="4160109" y="1925597"/>
              <a:ext cx="3871784" cy="3871782"/>
            </a:xfrm>
            <a:prstGeom prst="circularArrow">
              <a:avLst>
                <a:gd name="adj1" fmla="val 5085"/>
                <a:gd name="adj2" fmla="val 327528"/>
                <a:gd name="adj3" fmla="val 5072472"/>
                <a:gd name="adj4" fmla="val 0"/>
                <a:gd name="adj5" fmla="val 5932"/>
              </a:avLst>
            </a:prstGeom>
            <a:solidFill>
              <a:srgbClr val="F5F5F5"/>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sp>
        <p:sp>
          <p:nvSpPr>
            <p:cNvPr id="8" name="环形箭头 7"/>
            <p:cNvSpPr/>
            <p:nvPr/>
          </p:nvSpPr>
          <p:spPr>
            <a:xfrm>
              <a:off x="4160109" y="1925597"/>
              <a:ext cx="3871784" cy="3871782"/>
            </a:xfrm>
            <a:prstGeom prst="circularArrow">
              <a:avLst>
                <a:gd name="adj1" fmla="val 5085"/>
                <a:gd name="adj2" fmla="val 327528"/>
                <a:gd name="adj3" fmla="val 10472472"/>
                <a:gd name="adj4" fmla="val 5400000"/>
                <a:gd name="adj5" fmla="val 5932"/>
              </a:avLst>
            </a:prstGeom>
            <a:solidFill>
              <a:srgbClr val="F5F5F5"/>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sp>
        <p:sp>
          <p:nvSpPr>
            <p:cNvPr id="9" name="环形箭头 8"/>
            <p:cNvSpPr/>
            <p:nvPr/>
          </p:nvSpPr>
          <p:spPr>
            <a:xfrm>
              <a:off x="4160109" y="1925597"/>
              <a:ext cx="3871784" cy="3871782"/>
            </a:xfrm>
            <a:prstGeom prst="circularArrow">
              <a:avLst>
                <a:gd name="adj1" fmla="val 5085"/>
                <a:gd name="adj2" fmla="val 327528"/>
                <a:gd name="adj3" fmla="val 15872472"/>
                <a:gd name="adj4" fmla="val 10800000"/>
                <a:gd name="adj5" fmla="val 5932"/>
              </a:avLst>
            </a:prstGeom>
            <a:solidFill>
              <a:srgbClr val="F5F5F5"/>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sp>
      </p:grpSp>
      <p:grpSp>
        <p:nvGrpSpPr>
          <p:cNvPr id="52" name="组合 51"/>
          <p:cNvGrpSpPr/>
          <p:nvPr/>
        </p:nvGrpSpPr>
        <p:grpSpPr>
          <a:xfrm>
            <a:off x="5113207" y="3467908"/>
            <a:ext cx="567272" cy="567272"/>
            <a:chOff x="4491509" y="2357438"/>
            <a:chExt cx="300038" cy="300038"/>
          </a:xfrm>
        </p:grpSpPr>
        <p:sp>
          <p:nvSpPr>
            <p:cNvPr id="53" name="Freeform 69"/>
            <p:cNvSpPr>
              <a:spLocks noEditPoints="1"/>
            </p:cNvSpPr>
            <p:nvPr/>
          </p:nvSpPr>
          <p:spPr bwMode="auto">
            <a:xfrm>
              <a:off x="4491509" y="2357438"/>
              <a:ext cx="300038" cy="300038"/>
            </a:xfrm>
            <a:custGeom>
              <a:avLst/>
              <a:gdLst>
                <a:gd name="T0" fmla="*/ 74 w 148"/>
                <a:gd name="T1" fmla="*/ 0 h 148"/>
                <a:gd name="T2" fmla="*/ 0 w 148"/>
                <a:gd name="T3" fmla="*/ 74 h 148"/>
                <a:gd name="T4" fmla="*/ 74 w 148"/>
                <a:gd name="T5" fmla="*/ 148 h 148"/>
                <a:gd name="T6" fmla="*/ 148 w 148"/>
                <a:gd name="T7" fmla="*/ 74 h 148"/>
                <a:gd name="T8" fmla="*/ 74 w 148"/>
                <a:gd name="T9" fmla="*/ 0 h 148"/>
                <a:gd name="T10" fmla="*/ 79 w 148"/>
                <a:gd name="T11" fmla="*/ 138 h 148"/>
                <a:gd name="T12" fmla="*/ 77 w 148"/>
                <a:gd name="T13" fmla="*/ 128 h 148"/>
                <a:gd name="T14" fmla="*/ 74 w 148"/>
                <a:gd name="T15" fmla="*/ 116 h 148"/>
                <a:gd name="T16" fmla="*/ 71 w 148"/>
                <a:gd name="T17" fmla="*/ 128 h 148"/>
                <a:gd name="T18" fmla="*/ 69 w 148"/>
                <a:gd name="T19" fmla="*/ 138 h 148"/>
                <a:gd name="T20" fmla="*/ 9 w 148"/>
                <a:gd name="T21" fmla="*/ 79 h 148"/>
                <a:gd name="T22" fmla="*/ 20 w 148"/>
                <a:gd name="T23" fmla="*/ 76 h 148"/>
                <a:gd name="T24" fmla="*/ 32 w 148"/>
                <a:gd name="T25" fmla="*/ 74 h 148"/>
                <a:gd name="T26" fmla="*/ 20 w 148"/>
                <a:gd name="T27" fmla="*/ 71 h 148"/>
                <a:gd name="T28" fmla="*/ 9 w 148"/>
                <a:gd name="T29" fmla="*/ 68 h 148"/>
                <a:gd name="T30" fmla="*/ 69 w 148"/>
                <a:gd name="T31" fmla="*/ 9 h 148"/>
                <a:gd name="T32" fmla="*/ 71 w 148"/>
                <a:gd name="T33" fmla="*/ 19 h 148"/>
                <a:gd name="T34" fmla="*/ 74 w 148"/>
                <a:gd name="T35" fmla="*/ 32 h 148"/>
                <a:gd name="T36" fmla="*/ 77 w 148"/>
                <a:gd name="T37" fmla="*/ 19 h 148"/>
                <a:gd name="T38" fmla="*/ 79 w 148"/>
                <a:gd name="T39" fmla="*/ 9 h 148"/>
                <a:gd name="T40" fmla="*/ 139 w 148"/>
                <a:gd name="T41" fmla="*/ 69 h 148"/>
                <a:gd name="T42" fmla="*/ 128 w 148"/>
                <a:gd name="T43" fmla="*/ 71 h 148"/>
                <a:gd name="T44" fmla="*/ 116 w 148"/>
                <a:gd name="T45" fmla="*/ 74 h 148"/>
                <a:gd name="T46" fmla="*/ 128 w 148"/>
                <a:gd name="T47" fmla="*/ 76 h 148"/>
                <a:gd name="T48" fmla="*/ 139 w 148"/>
                <a:gd name="T49" fmla="*/ 79 h 148"/>
                <a:gd name="T50" fmla="*/ 79 w 148"/>
                <a:gd name="T51" fmla="*/ 13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8" h="148">
                  <a:moveTo>
                    <a:pt x="74" y="0"/>
                  </a:moveTo>
                  <a:cubicBezTo>
                    <a:pt x="33" y="0"/>
                    <a:pt x="0" y="33"/>
                    <a:pt x="0" y="74"/>
                  </a:cubicBezTo>
                  <a:cubicBezTo>
                    <a:pt x="0" y="114"/>
                    <a:pt x="33" y="148"/>
                    <a:pt x="74" y="148"/>
                  </a:cubicBezTo>
                  <a:cubicBezTo>
                    <a:pt x="115" y="148"/>
                    <a:pt x="148" y="115"/>
                    <a:pt x="148" y="74"/>
                  </a:cubicBezTo>
                  <a:cubicBezTo>
                    <a:pt x="148" y="33"/>
                    <a:pt x="115" y="0"/>
                    <a:pt x="74" y="0"/>
                  </a:cubicBezTo>
                  <a:close/>
                  <a:moveTo>
                    <a:pt x="79" y="138"/>
                  </a:moveTo>
                  <a:cubicBezTo>
                    <a:pt x="77" y="128"/>
                    <a:pt x="77" y="128"/>
                    <a:pt x="77" y="128"/>
                  </a:cubicBezTo>
                  <a:cubicBezTo>
                    <a:pt x="74" y="116"/>
                    <a:pt x="74" y="116"/>
                    <a:pt x="74" y="116"/>
                  </a:cubicBezTo>
                  <a:cubicBezTo>
                    <a:pt x="71" y="128"/>
                    <a:pt x="71" y="128"/>
                    <a:pt x="71" y="128"/>
                  </a:cubicBezTo>
                  <a:cubicBezTo>
                    <a:pt x="69" y="138"/>
                    <a:pt x="69" y="138"/>
                    <a:pt x="69" y="138"/>
                  </a:cubicBezTo>
                  <a:cubicBezTo>
                    <a:pt x="37" y="136"/>
                    <a:pt x="12" y="110"/>
                    <a:pt x="9" y="79"/>
                  </a:cubicBezTo>
                  <a:cubicBezTo>
                    <a:pt x="20" y="76"/>
                    <a:pt x="20" y="76"/>
                    <a:pt x="20" y="76"/>
                  </a:cubicBezTo>
                  <a:cubicBezTo>
                    <a:pt x="32" y="74"/>
                    <a:pt x="32" y="74"/>
                    <a:pt x="32" y="74"/>
                  </a:cubicBezTo>
                  <a:cubicBezTo>
                    <a:pt x="20" y="71"/>
                    <a:pt x="20" y="71"/>
                    <a:pt x="20" y="71"/>
                  </a:cubicBezTo>
                  <a:cubicBezTo>
                    <a:pt x="9" y="68"/>
                    <a:pt x="9" y="68"/>
                    <a:pt x="9" y="68"/>
                  </a:cubicBezTo>
                  <a:cubicBezTo>
                    <a:pt x="12" y="37"/>
                    <a:pt x="37" y="12"/>
                    <a:pt x="69" y="9"/>
                  </a:cubicBezTo>
                  <a:cubicBezTo>
                    <a:pt x="71" y="19"/>
                    <a:pt x="71" y="19"/>
                    <a:pt x="71" y="19"/>
                  </a:cubicBezTo>
                  <a:cubicBezTo>
                    <a:pt x="74" y="32"/>
                    <a:pt x="74" y="32"/>
                    <a:pt x="74" y="32"/>
                  </a:cubicBezTo>
                  <a:cubicBezTo>
                    <a:pt x="77" y="19"/>
                    <a:pt x="77" y="19"/>
                    <a:pt x="77" y="19"/>
                  </a:cubicBezTo>
                  <a:cubicBezTo>
                    <a:pt x="79" y="9"/>
                    <a:pt x="79" y="9"/>
                    <a:pt x="79" y="9"/>
                  </a:cubicBezTo>
                  <a:cubicBezTo>
                    <a:pt x="111" y="12"/>
                    <a:pt x="136" y="37"/>
                    <a:pt x="139" y="69"/>
                  </a:cubicBezTo>
                  <a:cubicBezTo>
                    <a:pt x="128" y="71"/>
                    <a:pt x="128" y="71"/>
                    <a:pt x="128" y="71"/>
                  </a:cubicBezTo>
                  <a:cubicBezTo>
                    <a:pt x="116" y="74"/>
                    <a:pt x="116" y="74"/>
                    <a:pt x="116" y="74"/>
                  </a:cubicBezTo>
                  <a:cubicBezTo>
                    <a:pt x="128" y="76"/>
                    <a:pt x="128" y="76"/>
                    <a:pt x="128" y="76"/>
                  </a:cubicBezTo>
                  <a:cubicBezTo>
                    <a:pt x="139" y="79"/>
                    <a:pt x="139" y="79"/>
                    <a:pt x="139" y="79"/>
                  </a:cubicBezTo>
                  <a:cubicBezTo>
                    <a:pt x="136" y="111"/>
                    <a:pt x="111" y="136"/>
                    <a:pt x="79" y="13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70"/>
            <p:cNvSpPr>
              <a:spLocks/>
            </p:cNvSpPr>
            <p:nvPr/>
          </p:nvSpPr>
          <p:spPr bwMode="auto">
            <a:xfrm>
              <a:off x="4569296" y="2441575"/>
              <a:ext cx="161925" cy="96838"/>
            </a:xfrm>
            <a:custGeom>
              <a:avLst/>
              <a:gdLst>
                <a:gd name="T0" fmla="*/ 0 w 102"/>
                <a:gd name="T1" fmla="*/ 20 h 61"/>
                <a:gd name="T2" fmla="*/ 42 w 102"/>
                <a:gd name="T3" fmla="*/ 61 h 61"/>
                <a:gd name="T4" fmla="*/ 102 w 102"/>
                <a:gd name="T5" fmla="*/ 0 h 61"/>
                <a:gd name="T6" fmla="*/ 43 w 102"/>
                <a:gd name="T7" fmla="*/ 44 h 61"/>
                <a:gd name="T8" fmla="*/ 0 w 102"/>
                <a:gd name="T9" fmla="*/ 20 h 61"/>
              </a:gdLst>
              <a:ahLst/>
              <a:cxnLst>
                <a:cxn ang="0">
                  <a:pos x="T0" y="T1"/>
                </a:cxn>
                <a:cxn ang="0">
                  <a:pos x="T2" y="T3"/>
                </a:cxn>
                <a:cxn ang="0">
                  <a:pos x="T4" y="T5"/>
                </a:cxn>
                <a:cxn ang="0">
                  <a:pos x="T6" y="T7"/>
                </a:cxn>
                <a:cxn ang="0">
                  <a:pos x="T8" y="T9"/>
                </a:cxn>
              </a:cxnLst>
              <a:rect l="0" t="0" r="r" b="b"/>
              <a:pathLst>
                <a:path w="102" h="61">
                  <a:moveTo>
                    <a:pt x="0" y="20"/>
                  </a:moveTo>
                  <a:lnTo>
                    <a:pt x="42" y="61"/>
                  </a:lnTo>
                  <a:lnTo>
                    <a:pt x="102" y="0"/>
                  </a:lnTo>
                  <a:lnTo>
                    <a:pt x="43" y="44"/>
                  </a:lnTo>
                  <a:lnTo>
                    <a:pt x="0" y="2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55" name="Freeform 71"/>
          <p:cNvSpPr>
            <a:spLocks/>
          </p:cNvSpPr>
          <p:nvPr/>
        </p:nvSpPr>
        <p:spPr bwMode="auto">
          <a:xfrm>
            <a:off x="6548093" y="3277771"/>
            <a:ext cx="339163" cy="675325"/>
          </a:xfrm>
          <a:custGeom>
            <a:avLst/>
            <a:gdLst>
              <a:gd name="T0" fmla="*/ 37 w 89"/>
              <a:gd name="T1" fmla="*/ 176 h 176"/>
              <a:gd name="T2" fmla="*/ 37 w 89"/>
              <a:gd name="T3" fmla="*/ 154 h 176"/>
              <a:gd name="T4" fmla="*/ 0 w 89"/>
              <a:gd name="T5" fmla="*/ 145 h 176"/>
              <a:gd name="T6" fmla="*/ 6 w 89"/>
              <a:gd name="T7" fmla="*/ 130 h 176"/>
              <a:gd name="T8" fmla="*/ 40 w 89"/>
              <a:gd name="T9" fmla="*/ 140 h 176"/>
              <a:gd name="T10" fmla="*/ 68 w 89"/>
              <a:gd name="T11" fmla="*/ 119 h 176"/>
              <a:gd name="T12" fmla="*/ 41 w 89"/>
              <a:gd name="T13" fmla="*/ 93 h 176"/>
              <a:gd name="T14" fmla="*/ 2 w 89"/>
              <a:gd name="T15" fmla="*/ 56 h 176"/>
              <a:gd name="T16" fmla="*/ 38 w 89"/>
              <a:gd name="T17" fmla="*/ 21 h 176"/>
              <a:gd name="T18" fmla="*/ 38 w 89"/>
              <a:gd name="T19" fmla="*/ 0 h 176"/>
              <a:gd name="T20" fmla="*/ 53 w 89"/>
              <a:gd name="T21" fmla="*/ 0 h 176"/>
              <a:gd name="T22" fmla="*/ 53 w 89"/>
              <a:gd name="T23" fmla="*/ 21 h 176"/>
              <a:gd name="T24" fmla="*/ 84 w 89"/>
              <a:gd name="T25" fmla="*/ 28 h 176"/>
              <a:gd name="T26" fmla="*/ 78 w 89"/>
              <a:gd name="T27" fmla="*/ 42 h 176"/>
              <a:gd name="T28" fmla="*/ 48 w 89"/>
              <a:gd name="T29" fmla="*/ 35 h 176"/>
              <a:gd name="T30" fmla="*/ 23 w 89"/>
              <a:gd name="T31" fmla="*/ 53 h 176"/>
              <a:gd name="T32" fmla="*/ 52 w 89"/>
              <a:gd name="T33" fmla="*/ 78 h 176"/>
              <a:gd name="T34" fmla="*/ 89 w 89"/>
              <a:gd name="T35" fmla="*/ 117 h 176"/>
              <a:gd name="T36" fmla="*/ 51 w 89"/>
              <a:gd name="T37" fmla="*/ 154 h 176"/>
              <a:gd name="T38" fmla="*/ 51 w 89"/>
              <a:gd name="T39" fmla="*/ 176 h 176"/>
              <a:gd name="T40" fmla="*/ 37 w 89"/>
              <a:gd name="T41"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9" h="176">
                <a:moveTo>
                  <a:pt x="37" y="176"/>
                </a:moveTo>
                <a:cubicBezTo>
                  <a:pt x="37" y="154"/>
                  <a:pt x="37" y="154"/>
                  <a:pt x="37" y="154"/>
                </a:cubicBezTo>
                <a:cubicBezTo>
                  <a:pt x="23" y="154"/>
                  <a:pt x="9" y="150"/>
                  <a:pt x="0" y="145"/>
                </a:cubicBezTo>
                <a:cubicBezTo>
                  <a:pt x="6" y="130"/>
                  <a:pt x="6" y="130"/>
                  <a:pt x="6" y="130"/>
                </a:cubicBezTo>
                <a:cubicBezTo>
                  <a:pt x="15" y="136"/>
                  <a:pt x="27" y="140"/>
                  <a:pt x="40" y="140"/>
                </a:cubicBezTo>
                <a:cubicBezTo>
                  <a:pt x="57" y="140"/>
                  <a:pt x="68" y="131"/>
                  <a:pt x="68" y="119"/>
                </a:cubicBezTo>
                <a:cubicBezTo>
                  <a:pt x="68" y="107"/>
                  <a:pt x="59" y="100"/>
                  <a:pt x="41" y="93"/>
                </a:cubicBezTo>
                <a:cubicBezTo>
                  <a:pt x="17" y="85"/>
                  <a:pt x="2" y="75"/>
                  <a:pt x="2" y="56"/>
                </a:cubicBezTo>
                <a:cubicBezTo>
                  <a:pt x="2" y="38"/>
                  <a:pt x="16" y="25"/>
                  <a:pt x="38" y="21"/>
                </a:cubicBezTo>
                <a:cubicBezTo>
                  <a:pt x="38" y="0"/>
                  <a:pt x="38" y="0"/>
                  <a:pt x="38" y="0"/>
                </a:cubicBezTo>
                <a:cubicBezTo>
                  <a:pt x="53" y="0"/>
                  <a:pt x="53" y="0"/>
                  <a:pt x="53" y="0"/>
                </a:cubicBezTo>
                <a:cubicBezTo>
                  <a:pt x="53" y="21"/>
                  <a:pt x="53" y="21"/>
                  <a:pt x="53" y="21"/>
                </a:cubicBezTo>
                <a:cubicBezTo>
                  <a:pt x="67" y="21"/>
                  <a:pt x="77" y="24"/>
                  <a:pt x="84" y="28"/>
                </a:cubicBezTo>
                <a:cubicBezTo>
                  <a:pt x="78" y="42"/>
                  <a:pt x="78" y="42"/>
                  <a:pt x="78" y="42"/>
                </a:cubicBezTo>
                <a:cubicBezTo>
                  <a:pt x="73" y="40"/>
                  <a:pt x="63" y="35"/>
                  <a:pt x="48" y="35"/>
                </a:cubicBezTo>
                <a:cubicBezTo>
                  <a:pt x="30" y="35"/>
                  <a:pt x="23" y="45"/>
                  <a:pt x="23" y="53"/>
                </a:cubicBezTo>
                <a:cubicBezTo>
                  <a:pt x="23" y="65"/>
                  <a:pt x="32" y="70"/>
                  <a:pt x="52" y="78"/>
                </a:cubicBezTo>
                <a:cubicBezTo>
                  <a:pt x="77" y="87"/>
                  <a:pt x="89" y="98"/>
                  <a:pt x="89" y="117"/>
                </a:cubicBezTo>
                <a:cubicBezTo>
                  <a:pt x="89" y="134"/>
                  <a:pt x="76" y="150"/>
                  <a:pt x="51" y="154"/>
                </a:cubicBezTo>
                <a:cubicBezTo>
                  <a:pt x="51" y="176"/>
                  <a:pt x="51" y="176"/>
                  <a:pt x="51" y="176"/>
                </a:cubicBezTo>
                <a:lnTo>
                  <a:pt x="37" y="17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72"/>
          <p:cNvSpPr>
            <a:spLocks/>
          </p:cNvSpPr>
          <p:nvPr/>
        </p:nvSpPr>
        <p:spPr bwMode="auto">
          <a:xfrm>
            <a:off x="6548093" y="4843325"/>
            <a:ext cx="486931" cy="567275"/>
          </a:xfrm>
          <a:custGeom>
            <a:avLst/>
            <a:gdLst>
              <a:gd name="T0" fmla="*/ 53 w 157"/>
              <a:gd name="T1" fmla="*/ 180 h 183"/>
              <a:gd name="T2" fmla="*/ 118 w 157"/>
              <a:gd name="T3" fmla="*/ 170 h 183"/>
              <a:gd name="T4" fmla="*/ 124 w 157"/>
              <a:gd name="T5" fmla="*/ 131 h 183"/>
              <a:gd name="T6" fmla="*/ 142 w 157"/>
              <a:gd name="T7" fmla="*/ 42 h 183"/>
              <a:gd name="T8" fmla="*/ 61 w 157"/>
              <a:gd name="T9" fmla="*/ 5 h 183"/>
              <a:gd name="T10" fmla="*/ 21 w 157"/>
              <a:gd name="T11" fmla="*/ 62 h 183"/>
              <a:gd name="T12" fmla="*/ 2 w 157"/>
              <a:gd name="T13" fmla="*/ 82 h 183"/>
              <a:gd name="T14" fmla="*/ 3 w 157"/>
              <a:gd name="T15" fmla="*/ 87 h 183"/>
              <a:gd name="T16" fmla="*/ 11 w 157"/>
              <a:gd name="T17" fmla="*/ 99 h 183"/>
              <a:gd name="T18" fmla="*/ 11 w 157"/>
              <a:gd name="T19" fmla="*/ 127 h 183"/>
              <a:gd name="T20" fmla="*/ 23 w 157"/>
              <a:gd name="T21" fmla="*/ 147 h 183"/>
              <a:gd name="T22" fmla="*/ 53 w 157"/>
              <a:gd name="T23" fmla="*/ 18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7" h="183">
                <a:moveTo>
                  <a:pt x="53" y="180"/>
                </a:moveTo>
                <a:cubicBezTo>
                  <a:pt x="53" y="180"/>
                  <a:pt x="105" y="183"/>
                  <a:pt x="118" y="170"/>
                </a:cubicBezTo>
                <a:cubicBezTo>
                  <a:pt x="118" y="170"/>
                  <a:pt x="116" y="144"/>
                  <a:pt x="124" y="131"/>
                </a:cubicBezTo>
                <a:cubicBezTo>
                  <a:pt x="132" y="118"/>
                  <a:pt x="157" y="82"/>
                  <a:pt x="142" y="42"/>
                </a:cubicBezTo>
                <a:cubicBezTo>
                  <a:pt x="127" y="1"/>
                  <a:pt x="77" y="0"/>
                  <a:pt x="61" y="5"/>
                </a:cubicBezTo>
                <a:cubicBezTo>
                  <a:pt x="44" y="10"/>
                  <a:pt x="22" y="26"/>
                  <a:pt x="21" y="62"/>
                </a:cubicBezTo>
                <a:cubicBezTo>
                  <a:pt x="21" y="62"/>
                  <a:pt x="10" y="78"/>
                  <a:pt x="2" y="82"/>
                </a:cubicBezTo>
                <a:cubicBezTo>
                  <a:pt x="2" y="82"/>
                  <a:pt x="0" y="84"/>
                  <a:pt x="3" y="87"/>
                </a:cubicBezTo>
                <a:cubicBezTo>
                  <a:pt x="6" y="91"/>
                  <a:pt x="11" y="95"/>
                  <a:pt x="11" y="99"/>
                </a:cubicBezTo>
                <a:cubicBezTo>
                  <a:pt x="11" y="102"/>
                  <a:pt x="13" y="120"/>
                  <a:pt x="11" y="127"/>
                </a:cubicBezTo>
                <a:cubicBezTo>
                  <a:pt x="10" y="134"/>
                  <a:pt x="8" y="145"/>
                  <a:pt x="23" y="147"/>
                </a:cubicBezTo>
                <a:cubicBezTo>
                  <a:pt x="37" y="149"/>
                  <a:pt x="49" y="151"/>
                  <a:pt x="53" y="18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57" name="组合 56"/>
          <p:cNvGrpSpPr/>
          <p:nvPr/>
        </p:nvGrpSpPr>
        <p:grpSpPr>
          <a:xfrm>
            <a:off x="5044175" y="4751783"/>
            <a:ext cx="630302" cy="783376"/>
            <a:chOff x="7206134" y="2670175"/>
            <a:chExt cx="333375" cy="414338"/>
          </a:xfrm>
        </p:grpSpPr>
        <p:sp>
          <p:nvSpPr>
            <p:cNvPr id="58" name="Freeform 84"/>
            <p:cNvSpPr>
              <a:spLocks/>
            </p:cNvSpPr>
            <p:nvPr/>
          </p:nvSpPr>
          <p:spPr bwMode="auto">
            <a:xfrm>
              <a:off x="7358534" y="2852738"/>
              <a:ext cx="25400" cy="31750"/>
            </a:xfrm>
            <a:custGeom>
              <a:avLst/>
              <a:gdLst>
                <a:gd name="T0" fmla="*/ 7 w 13"/>
                <a:gd name="T1" fmla="*/ 0 h 16"/>
                <a:gd name="T2" fmla="*/ 0 w 13"/>
                <a:gd name="T3" fmla="*/ 6 h 16"/>
                <a:gd name="T4" fmla="*/ 7 w 13"/>
                <a:gd name="T5" fmla="*/ 16 h 16"/>
                <a:gd name="T6" fmla="*/ 13 w 13"/>
                <a:gd name="T7" fmla="*/ 6 h 16"/>
                <a:gd name="T8" fmla="*/ 7 w 13"/>
                <a:gd name="T9" fmla="*/ 0 h 16"/>
              </a:gdLst>
              <a:ahLst/>
              <a:cxnLst>
                <a:cxn ang="0">
                  <a:pos x="T0" y="T1"/>
                </a:cxn>
                <a:cxn ang="0">
                  <a:pos x="T2" y="T3"/>
                </a:cxn>
                <a:cxn ang="0">
                  <a:pos x="T4" y="T5"/>
                </a:cxn>
                <a:cxn ang="0">
                  <a:pos x="T6" y="T7"/>
                </a:cxn>
                <a:cxn ang="0">
                  <a:pos x="T8" y="T9"/>
                </a:cxn>
              </a:cxnLst>
              <a:rect l="0" t="0" r="r" b="b"/>
              <a:pathLst>
                <a:path w="13" h="16">
                  <a:moveTo>
                    <a:pt x="7" y="0"/>
                  </a:moveTo>
                  <a:cubicBezTo>
                    <a:pt x="6" y="0"/>
                    <a:pt x="1" y="0"/>
                    <a:pt x="0" y="6"/>
                  </a:cubicBezTo>
                  <a:cubicBezTo>
                    <a:pt x="0" y="10"/>
                    <a:pt x="4" y="14"/>
                    <a:pt x="7" y="16"/>
                  </a:cubicBezTo>
                  <a:cubicBezTo>
                    <a:pt x="9" y="14"/>
                    <a:pt x="13" y="9"/>
                    <a:pt x="13" y="6"/>
                  </a:cubicBezTo>
                  <a:cubicBezTo>
                    <a:pt x="12" y="0"/>
                    <a:pt x="7" y="0"/>
                    <a:pt x="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85"/>
            <p:cNvSpPr>
              <a:spLocks/>
            </p:cNvSpPr>
            <p:nvPr/>
          </p:nvSpPr>
          <p:spPr bwMode="auto">
            <a:xfrm>
              <a:off x="7306146" y="2884488"/>
              <a:ext cx="19050" cy="25400"/>
            </a:xfrm>
            <a:custGeom>
              <a:avLst/>
              <a:gdLst>
                <a:gd name="T0" fmla="*/ 5 w 10"/>
                <a:gd name="T1" fmla="*/ 1 h 12"/>
                <a:gd name="T2" fmla="*/ 2 w 10"/>
                <a:gd name="T3" fmla="*/ 1 h 12"/>
                <a:gd name="T4" fmla="*/ 1 w 10"/>
                <a:gd name="T5" fmla="*/ 2 h 12"/>
                <a:gd name="T6" fmla="*/ 0 w 10"/>
                <a:gd name="T7" fmla="*/ 5 h 12"/>
                <a:gd name="T8" fmla="*/ 9 w 10"/>
                <a:gd name="T9" fmla="*/ 12 h 12"/>
                <a:gd name="T10" fmla="*/ 10 w 10"/>
                <a:gd name="T11" fmla="*/ 12 h 12"/>
                <a:gd name="T12" fmla="*/ 5 w 10"/>
                <a:gd name="T13" fmla="*/ 1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5" y="1"/>
                  </a:moveTo>
                  <a:cubicBezTo>
                    <a:pt x="4" y="0"/>
                    <a:pt x="3" y="0"/>
                    <a:pt x="2" y="1"/>
                  </a:cubicBezTo>
                  <a:cubicBezTo>
                    <a:pt x="2" y="1"/>
                    <a:pt x="1" y="1"/>
                    <a:pt x="1" y="2"/>
                  </a:cubicBezTo>
                  <a:cubicBezTo>
                    <a:pt x="0" y="3"/>
                    <a:pt x="0" y="4"/>
                    <a:pt x="0" y="5"/>
                  </a:cubicBezTo>
                  <a:cubicBezTo>
                    <a:pt x="1" y="8"/>
                    <a:pt x="4" y="11"/>
                    <a:pt x="9" y="12"/>
                  </a:cubicBezTo>
                  <a:cubicBezTo>
                    <a:pt x="10" y="12"/>
                    <a:pt x="10" y="12"/>
                    <a:pt x="10" y="12"/>
                  </a:cubicBezTo>
                  <a:cubicBezTo>
                    <a:pt x="8" y="3"/>
                    <a:pt x="6" y="1"/>
                    <a:pt x="5"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86"/>
            <p:cNvSpPr>
              <a:spLocks/>
            </p:cNvSpPr>
            <p:nvPr/>
          </p:nvSpPr>
          <p:spPr bwMode="auto">
            <a:xfrm>
              <a:off x="7417271" y="2884488"/>
              <a:ext cx="20638" cy="23813"/>
            </a:xfrm>
            <a:custGeom>
              <a:avLst/>
              <a:gdLst>
                <a:gd name="T0" fmla="*/ 8 w 10"/>
                <a:gd name="T1" fmla="*/ 0 h 11"/>
                <a:gd name="T2" fmla="*/ 6 w 10"/>
                <a:gd name="T3" fmla="*/ 0 h 11"/>
                <a:gd name="T4" fmla="*/ 0 w 10"/>
                <a:gd name="T5" fmla="*/ 11 h 11"/>
                <a:gd name="T6" fmla="*/ 2 w 10"/>
                <a:gd name="T7" fmla="*/ 11 h 11"/>
                <a:gd name="T8" fmla="*/ 10 w 10"/>
                <a:gd name="T9" fmla="*/ 4 h 11"/>
                <a:gd name="T10" fmla="*/ 8 w 10"/>
                <a:gd name="T11" fmla="*/ 0 h 11"/>
              </a:gdLst>
              <a:ahLst/>
              <a:cxnLst>
                <a:cxn ang="0">
                  <a:pos x="T0" y="T1"/>
                </a:cxn>
                <a:cxn ang="0">
                  <a:pos x="T2" y="T3"/>
                </a:cxn>
                <a:cxn ang="0">
                  <a:pos x="T4" y="T5"/>
                </a:cxn>
                <a:cxn ang="0">
                  <a:pos x="T6" y="T7"/>
                </a:cxn>
                <a:cxn ang="0">
                  <a:pos x="T8" y="T9"/>
                </a:cxn>
                <a:cxn ang="0">
                  <a:pos x="T10" y="T11"/>
                </a:cxn>
              </a:cxnLst>
              <a:rect l="0" t="0" r="r" b="b"/>
              <a:pathLst>
                <a:path w="10" h="11">
                  <a:moveTo>
                    <a:pt x="8" y="0"/>
                  </a:moveTo>
                  <a:cubicBezTo>
                    <a:pt x="7" y="0"/>
                    <a:pt x="7" y="0"/>
                    <a:pt x="6" y="0"/>
                  </a:cubicBezTo>
                  <a:cubicBezTo>
                    <a:pt x="5" y="1"/>
                    <a:pt x="2" y="3"/>
                    <a:pt x="0" y="11"/>
                  </a:cubicBezTo>
                  <a:cubicBezTo>
                    <a:pt x="1" y="11"/>
                    <a:pt x="1" y="11"/>
                    <a:pt x="2" y="11"/>
                  </a:cubicBezTo>
                  <a:cubicBezTo>
                    <a:pt x="7" y="10"/>
                    <a:pt x="10" y="7"/>
                    <a:pt x="10" y="4"/>
                  </a:cubicBezTo>
                  <a:cubicBezTo>
                    <a:pt x="10" y="3"/>
                    <a:pt x="10" y="1"/>
                    <a:pt x="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87"/>
            <p:cNvSpPr>
              <a:spLocks noEditPoints="1"/>
            </p:cNvSpPr>
            <p:nvPr/>
          </p:nvSpPr>
          <p:spPr bwMode="auto">
            <a:xfrm>
              <a:off x="7242646" y="2759075"/>
              <a:ext cx="257175" cy="276225"/>
            </a:xfrm>
            <a:custGeom>
              <a:avLst/>
              <a:gdLst>
                <a:gd name="T0" fmla="*/ 115 w 127"/>
                <a:gd name="T1" fmla="*/ 37 h 136"/>
                <a:gd name="T2" fmla="*/ 64 w 127"/>
                <a:gd name="T3" fmla="*/ 3 h 136"/>
                <a:gd name="T4" fmla="*/ 13 w 127"/>
                <a:gd name="T5" fmla="*/ 37 h 136"/>
                <a:gd name="T6" fmla="*/ 39 w 127"/>
                <a:gd name="T7" fmla="*/ 114 h 136"/>
                <a:gd name="T8" fmla="*/ 39 w 127"/>
                <a:gd name="T9" fmla="*/ 136 h 136"/>
                <a:gd name="T10" fmla="*/ 64 w 127"/>
                <a:gd name="T11" fmla="*/ 136 h 136"/>
                <a:gd name="T12" fmla="*/ 88 w 127"/>
                <a:gd name="T13" fmla="*/ 136 h 136"/>
                <a:gd name="T14" fmla="*/ 89 w 127"/>
                <a:gd name="T15" fmla="*/ 114 h 136"/>
                <a:gd name="T16" fmla="*/ 115 w 127"/>
                <a:gd name="T17" fmla="*/ 37 h 136"/>
                <a:gd name="T18" fmla="*/ 85 w 127"/>
                <a:gd name="T19" fmla="*/ 78 h 136"/>
                <a:gd name="T20" fmla="*/ 84 w 127"/>
                <a:gd name="T21" fmla="*/ 85 h 136"/>
                <a:gd name="T22" fmla="*/ 76 w 127"/>
                <a:gd name="T23" fmla="*/ 132 h 136"/>
                <a:gd name="T24" fmla="*/ 72 w 127"/>
                <a:gd name="T25" fmla="*/ 131 h 136"/>
                <a:gd name="T26" fmla="*/ 80 w 127"/>
                <a:gd name="T27" fmla="*/ 84 h 136"/>
                <a:gd name="T28" fmla="*/ 81 w 127"/>
                <a:gd name="T29" fmla="*/ 77 h 136"/>
                <a:gd name="T30" fmla="*/ 64 w 127"/>
                <a:gd name="T31" fmla="*/ 68 h 136"/>
                <a:gd name="T32" fmla="*/ 47 w 127"/>
                <a:gd name="T33" fmla="*/ 77 h 136"/>
                <a:gd name="T34" fmla="*/ 48 w 127"/>
                <a:gd name="T35" fmla="*/ 85 h 136"/>
                <a:gd name="T36" fmla="*/ 55 w 127"/>
                <a:gd name="T37" fmla="*/ 131 h 136"/>
                <a:gd name="T38" fmla="*/ 51 w 127"/>
                <a:gd name="T39" fmla="*/ 132 h 136"/>
                <a:gd name="T40" fmla="*/ 44 w 127"/>
                <a:gd name="T41" fmla="*/ 85 h 136"/>
                <a:gd name="T42" fmla="*/ 43 w 127"/>
                <a:gd name="T43" fmla="*/ 78 h 136"/>
                <a:gd name="T44" fmla="*/ 40 w 127"/>
                <a:gd name="T45" fmla="*/ 78 h 136"/>
                <a:gd name="T46" fmla="*/ 27 w 127"/>
                <a:gd name="T47" fmla="*/ 67 h 136"/>
                <a:gd name="T48" fmla="*/ 31 w 127"/>
                <a:gd name="T49" fmla="*/ 59 h 136"/>
                <a:gd name="T50" fmla="*/ 38 w 127"/>
                <a:gd name="T51" fmla="*/ 59 h 136"/>
                <a:gd name="T52" fmla="*/ 46 w 127"/>
                <a:gd name="T53" fmla="*/ 73 h 136"/>
                <a:gd name="T54" fmla="*/ 60 w 127"/>
                <a:gd name="T55" fmla="*/ 65 h 136"/>
                <a:gd name="T56" fmla="*/ 53 w 127"/>
                <a:gd name="T57" fmla="*/ 52 h 136"/>
                <a:gd name="T58" fmla="*/ 64 w 127"/>
                <a:gd name="T59" fmla="*/ 41 h 136"/>
                <a:gd name="T60" fmla="*/ 75 w 127"/>
                <a:gd name="T61" fmla="*/ 51 h 136"/>
                <a:gd name="T62" fmla="*/ 67 w 127"/>
                <a:gd name="T63" fmla="*/ 65 h 136"/>
                <a:gd name="T64" fmla="*/ 82 w 127"/>
                <a:gd name="T65" fmla="*/ 73 h 136"/>
                <a:gd name="T66" fmla="*/ 90 w 127"/>
                <a:gd name="T67" fmla="*/ 58 h 136"/>
                <a:gd name="T68" fmla="*/ 96 w 127"/>
                <a:gd name="T69" fmla="*/ 58 h 136"/>
                <a:gd name="T70" fmla="*/ 101 w 127"/>
                <a:gd name="T71" fmla="*/ 67 h 136"/>
                <a:gd name="T72" fmla="*/ 88 w 127"/>
                <a:gd name="T73" fmla="*/ 78 h 136"/>
                <a:gd name="T74" fmla="*/ 85 w 127"/>
                <a:gd name="T75"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7" h="136">
                  <a:moveTo>
                    <a:pt x="115" y="37"/>
                  </a:moveTo>
                  <a:cubicBezTo>
                    <a:pt x="102" y="0"/>
                    <a:pt x="64" y="3"/>
                    <a:pt x="64" y="3"/>
                  </a:cubicBezTo>
                  <a:cubicBezTo>
                    <a:pt x="64" y="3"/>
                    <a:pt x="26" y="0"/>
                    <a:pt x="13" y="37"/>
                  </a:cubicBezTo>
                  <a:cubicBezTo>
                    <a:pt x="0" y="70"/>
                    <a:pt x="37" y="103"/>
                    <a:pt x="39" y="114"/>
                  </a:cubicBezTo>
                  <a:cubicBezTo>
                    <a:pt x="40" y="125"/>
                    <a:pt x="39" y="136"/>
                    <a:pt x="39" y="136"/>
                  </a:cubicBezTo>
                  <a:cubicBezTo>
                    <a:pt x="64" y="136"/>
                    <a:pt x="64" y="136"/>
                    <a:pt x="64" y="136"/>
                  </a:cubicBezTo>
                  <a:cubicBezTo>
                    <a:pt x="88" y="136"/>
                    <a:pt x="88" y="136"/>
                    <a:pt x="88" y="136"/>
                  </a:cubicBezTo>
                  <a:cubicBezTo>
                    <a:pt x="88" y="136"/>
                    <a:pt x="87" y="125"/>
                    <a:pt x="89" y="114"/>
                  </a:cubicBezTo>
                  <a:cubicBezTo>
                    <a:pt x="91" y="103"/>
                    <a:pt x="127" y="70"/>
                    <a:pt x="115" y="37"/>
                  </a:cubicBezTo>
                  <a:close/>
                  <a:moveTo>
                    <a:pt x="85" y="78"/>
                  </a:moveTo>
                  <a:cubicBezTo>
                    <a:pt x="85" y="80"/>
                    <a:pt x="85" y="82"/>
                    <a:pt x="84" y="85"/>
                  </a:cubicBezTo>
                  <a:cubicBezTo>
                    <a:pt x="82" y="102"/>
                    <a:pt x="76" y="131"/>
                    <a:pt x="76" y="132"/>
                  </a:cubicBezTo>
                  <a:cubicBezTo>
                    <a:pt x="72" y="131"/>
                    <a:pt x="72" y="131"/>
                    <a:pt x="72" y="131"/>
                  </a:cubicBezTo>
                  <a:cubicBezTo>
                    <a:pt x="72" y="131"/>
                    <a:pt x="78" y="101"/>
                    <a:pt x="80" y="84"/>
                  </a:cubicBezTo>
                  <a:cubicBezTo>
                    <a:pt x="80" y="82"/>
                    <a:pt x="80" y="80"/>
                    <a:pt x="81" y="77"/>
                  </a:cubicBezTo>
                  <a:cubicBezTo>
                    <a:pt x="74" y="75"/>
                    <a:pt x="67" y="70"/>
                    <a:pt x="64" y="68"/>
                  </a:cubicBezTo>
                  <a:cubicBezTo>
                    <a:pt x="61" y="70"/>
                    <a:pt x="54" y="75"/>
                    <a:pt x="47" y="77"/>
                  </a:cubicBezTo>
                  <a:cubicBezTo>
                    <a:pt x="48" y="80"/>
                    <a:pt x="48" y="82"/>
                    <a:pt x="48" y="85"/>
                  </a:cubicBezTo>
                  <a:cubicBezTo>
                    <a:pt x="51" y="102"/>
                    <a:pt x="55" y="131"/>
                    <a:pt x="55" y="131"/>
                  </a:cubicBezTo>
                  <a:cubicBezTo>
                    <a:pt x="51" y="132"/>
                    <a:pt x="51" y="132"/>
                    <a:pt x="51" y="132"/>
                  </a:cubicBezTo>
                  <a:cubicBezTo>
                    <a:pt x="51" y="131"/>
                    <a:pt x="46" y="102"/>
                    <a:pt x="44" y="85"/>
                  </a:cubicBezTo>
                  <a:cubicBezTo>
                    <a:pt x="43" y="83"/>
                    <a:pt x="43" y="80"/>
                    <a:pt x="43" y="78"/>
                  </a:cubicBezTo>
                  <a:cubicBezTo>
                    <a:pt x="42" y="78"/>
                    <a:pt x="41" y="78"/>
                    <a:pt x="40" y="78"/>
                  </a:cubicBezTo>
                  <a:cubicBezTo>
                    <a:pt x="32" y="77"/>
                    <a:pt x="27" y="72"/>
                    <a:pt x="27" y="67"/>
                  </a:cubicBezTo>
                  <a:cubicBezTo>
                    <a:pt x="26" y="64"/>
                    <a:pt x="28" y="60"/>
                    <a:pt x="31" y="59"/>
                  </a:cubicBezTo>
                  <a:cubicBezTo>
                    <a:pt x="33" y="58"/>
                    <a:pt x="36" y="58"/>
                    <a:pt x="38" y="59"/>
                  </a:cubicBezTo>
                  <a:cubicBezTo>
                    <a:pt x="42" y="61"/>
                    <a:pt x="44" y="67"/>
                    <a:pt x="46" y="73"/>
                  </a:cubicBezTo>
                  <a:cubicBezTo>
                    <a:pt x="52" y="71"/>
                    <a:pt x="57" y="67"/>
                    <a:pt x="60" y="65"/>
                  </a:cubicBezTo>
                  <a:cubicBezTo>
                    <a:pt x="57" y="62"/>
                    <a:pt x="52" y="57"/>
                    <a:pt x="53" y="52"/>
                  </a:cubicBezTo>
                  <a:cubicBezTo>
                    <a:pt x="53" y="43"/>
                    <a:pt x="60" y="41"/>
                    <a:pt x="64" y="41"/>
                  </a:cubicBezTo>
                  <a:cubicBezTo>
                    <a:pt x="67" y="41"/>
                    <a:pt x="74" y="43"/>
                    <a:pt x="75" y="51"/>
                  </a:cubicBezTo>
                  <a:cubicBezTo>
                    <a:pt x="75" y="57"/>
                    <a:pt x="71" y="62"/>
                    <a:pt x="67" y="65"/>
                  </a:cubicBezTo>
                  <a:cubicBezTo>
                    <a:pt x="70" y="67"/>
                    <a:pt x="76" y="71"/>
                    <a:pt x="82" y="73"/>
                  </a:cubicBezTo>
                  <a:cubicBezTo>
                    <a:pt x="83" y="66"/>
                    <a:pt x="86" y="60"/>
                    <a:pt x="90" y="58"/>
                  </a:cubicBezTo>
                  <a:cubicBezTo>
                    <a:pt x="92" y="57"/>
                    <a:pt x="94" y="57"/>
                    <a:pt x="96" y="58"/>
                  </a:cubicBezTo>
                  <a:cubicBezTo>
                    <a:pt x="100" y="59"/>
                    <a:pt x="101" y="63"/>
                    <a:pt x="101" y="67"/>
                  </a:cubicBezTo>
                  <a:cubicBezTo>
                    <a:pt x="100" y="71"/>
                    <a:pt x="96" y="76"/>
                    <a:pt x="88" y="78"/>
                  </a:cubicBezTo>
                  <a:cubicBezTo>
                    <a:pt x="87" y="78"/>
                    <a:pt x="86" y="78"/>
                    <a:pt x="85" y="7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Rectangle 88"/>
            <p:cNvSpPr>
              <a:spLocks noChangeArrowheads="1"/>
            </p:cNvSpPr>
            <p:nvPr/>
          </p:nvSpPr>
          <p:spPr bwMode="auto">
            <a:xfrm>
              <a:off x="7322021" y="3057525"/>
              <a:ext cx="98425" cy="269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89"/>
            <p:cNvSpPr>
              <a:spLocks/>
            </p:cNvSpPr>
            <p:nvPr/>
          </p:nvSpPr>
          <p:spPr bwMode="auto">
            <a:xfrm>
              <a:off x="7364884" y="2670175"/>
              <a:ext cx="15875" cy="74613"/>
            </a:xfrm>
            <a:custGeom>
              <a:avLst/>
              <a:gdLst>
                <a:gd name="T0" fmla="*/ 4 w 8"/>
                <a:gd name="T1" fmla="*/ 37 h 37"/>
                <a:gd name="T2" fmla="*/ 0 w 8"/>
                <a:gd name="T3" fmla="*/ 33 h 37"/>
                <a:gd name="T4" fmla="*/ 0 w 8"/>
                <a:gd name="T5" fmla="*/ 4 h 37"/>
                <a:gd name="T6" fmla="*/ 4 w 8"/>
                <a:gd name="T7" fmla="*/ 0 h 37"/>
                <a:gd name="T8" fmla="*/ 8 w 8"/>
                <a:gd name="T9" fmla="*/ 4 h 37"/>
                <a:gd name="T10" fmla="*/ 8 w 8"/>
                <a:gd name="T11" fmla="*/ 33 h 37"/>
                <a:gd name="T12" fmla="*/ 4 w 8"/>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8" h="37">
                  <a:moveTo>
                    <a:pt x="4" y="37"/>
                  </a:moveTo>
                  <a:cubicBezTo>
                    <a:pt x="1" y="37"/>
                    <a:pt x="0" y="35"/>
                    <a:pt x="0" y="33"/>
                  </a:cubicBezTo>
                  <a:cubicBezTo>
                    <a:pt x="0" y="4"/>
                    <a:pt x="0" y="4"/>
                    <a:pt x="0" y="4"/>
                  </a:cubicBezTo>
                  <a:cubicBezTo>
                    <a:pt x="0" y="2"/>
                    <a:pt x="1" y="0"/>
                    <a:pt x="4" y="0"/>
                  </a:cubicBezTo>
                  <a:cubicBezTo>
                    <a:pt x="6" y="0"/>
                    <a:pt x="8" y="2"/>
                    <a:pt x="8" y="4"/>
                  </a:cubicBezTo>
                  <a:cubicBezTo>
                    <a:pt x="8" y="33"/>
                    <a:pt x="8" y="33"/>
                    <a:pt x="8" y="33"/>
                  </a:cubicBezTo>
                  <a:cubicBezTo>
                    <a:pt x="8" y="35"/>
                    <a:pt x="6" y="37"/>
                    <a:pt x="4" y="3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90"/>
            <p:cNvSpPr>
              <a:spLocks/>
            </p:cNvSpPr>
            <p:nvPr/>
          </p:nvSpPr>
          <p:spPr bwMode="auto">
            <a:xfrm>
              <a:off x="7277571" y="2706688"/>
              <a:ext cx="46038" cy="55563"/>
            </a:xfrm>
            <a:custGeom>
              <a:avLst/>
              <a:gdLst>
                <a:gd name="T0" fmla="*/ 19 w 23"/>
                <a:gd name="T1" fmla="*/ 27 h 27"/>
                <a:gd name="T2" fmla="*/ 15 w 23"/>
                <a:gd name="T3" fmla="*/ 26 h 27"/>
                <a:gd name="T4" fmla="*/ 1 w 23"/>
                <a:gd name="T5" fmla="*/ 7 h 27"/>
                <a:gd name="T6" fmla="*/ 2 w 23"/>
                <a:gd name="T7" fmla="*/ 1 h 27"/>
                <a:gd name="T8" fmla="*/ 8 w 23"/>
                <a:gd name="T9" fmla="*/ 2 h 27"/>
                <a:gd name="T10" fmla="*/ 22 w 23"/>
                <a:gd name="T11" fmla="*/ 21 h 27"/>
                <a:gd name="T12" fmla="*/ 21 w 23"/>
                <a:gd name="T13" fmla="*/ 27 h 27"/>
                <a:gd name="T14" fmla="*/ 19 w 23"/>
                <a:gd name="T15" fmla="*/ 27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27">
                  <a:moveTo>
                    <a:pt x="19" y="27"/>
                  </a:moveTo>
                  <a:cubicBezTo>
                    <a:pt x="17" y="27"/>
                    <a:pt x="16" y="27"/>
                    <a:pt x="15" y="26"/>
                  </a:cubicBezTo>
                  <a:cubicBezTo>
                    <a:pt x="1" y="7"/>
                    <a:pt x="1" y="7"/>
                    <a:pt x="1" y="7"/>
                  </a:cubicBezTo>
                  <a:cubicBezTo>
                    <a:pt x="0" y="5"/>
                    <a:pt x="0" y="2"/>
                    <a:pt x="2" y="1"/>
                  </a:cubicBezTo>
                  <a:cubicBezTo>
                    <a:pt x="4" y="0"/>
                    <a:pt x="6" y="0"/>
                    <a:pt x="8" y="2"/>
                  </a:cubicBezTo>
                  <a:cubicBezTo>
                    <a:pt x="22" y="21"/>
                    <a:pt x="22" y="21"/>
                    <a:pt x="22" y="21"/>
                  </a:cubicBezTo>
                  <a:cubicBezTo>
                    <a:pt x="23" y="22"/>
                    <a:pt x="23" y="25"/>
                    <a:pt x="21" y="27"/>
                  </a:cubicBezTo>
                  <a:cubicBezTo>
                    <a:pt x="20" y="27"/>
                    <a:pt x="19" y="27"/>
                    <a:pt x="19" y="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91"/>
            <p:cNvSpPr>
              <a:spLocks/>
            </p:cNvSpPr>
            <p:nvPr/>
          </p:nvSpPr>
          <p:spPr bwMode="auto">
            <a:xfrm>
              <a:off x="7425209" y="2705100"/>
              <a:ext cx="42863" cy="57150"/>
            </a:xfrm>
            <a:custGeom>
              <a:avLst/>
              <a:gdLst>
                <a:gd name="T0" fmla="*/ 5 w 21"/>
                <a:gd name="T1" fmla="*/ 28 h 28"/>
                <a:gd name="T2" fmla="*/ 3 w 21"/>
                <a:gd name="T3" fmla="*/ 28 h 28"/>
                <a:gd name="T4" fmla="*/ 1 w 21"/>
                <a:gd name="T5" fmla="*/ 22 h 28"/>
                <a:gd name="T6" fmla="*/ 13 w 21"/>
                <a:gd name="T7" fmla="*/ 3 h 28"/>
                <a:gd name="T8" fmla="*/ 18 w 21"/>
                <a:gd name="T9" fmla="*/ 2 h 28"/>
                <a:gd name="T10" fmla="*/ 20 w 21"/>
                <a:gd name="T11" fmla="*/ 7 h 28"/>
                <a:gd name="T12" fmla="*/ 8 w 21"/>
                <a:gd name="T13" fmla="*/ 26 h 28"/>
                <a:gd name="T14" fmla="*/ 5 w 21"/>
                <a:gd name="T15" fmla="*/ 2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8">
                  <a:moveTo>
                    <a:pt x="5" y="28"/>
                  </a:moveTo>
                  <a:cubicBezTo>
                    <a:pt x="4" y="28"/>
                    <a:pt x="3" y="28"/>
                    <a:pt x="3" y="28"/>
                  </a:cubicBezTo>
                  <a:cubicBezTo>
                    <a:pt x="1" y="27"/>
                    <a:pt x="0" y="24"/>
                    <a:pt x="1" y="22"/>
                  </a:cubicBezTo>
                  <a:cubicBezTo>
                    <a:pt x="13" y="3"/>
                    <a:pt x="13" y="3"/>
                    <a:pt x="13" y="3"/>
                  </a:cubicBezTo>
                  <a:cubicBezTo>
                    <a:pt x="14" y="1"/>
                    <a:pt x="16" y="0"/>
                    <a:pt x="18" y="2"/>
                  </a:cubicBezTo>
                  <a:cubicBezTo>
                    <a:pt x="20" y="3"/>
                    <a:pt x="21" y="5"/>
                    <a:pt x="20" y="7"/>
                  </a:cubicBezTo>
                  <a:cubicBezTo>
                    <a:pt x="8" y="26"/>
                    <a:pt x="8" y="26"/>
                    <a:pt x="8" y="26"/>
                  </a:cubicBezTo>
                  <a:cubicBezTo>
                    <a:pt x="8" y="28"/>
                    <a:pt x="6" y="28"/>
                    <a:pt x="5" y="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92"/>
            <p:cNvSpPr>
              <a:spLocks/>
            </p:cNvSpPr>
            <p:nvPr/>
          </p:nvSpPr>
          <p:spPr bwMode="auto">
            <a:xfrm>
              <a:off x="7480771" y="2770188"/>
              <a:ext cx="58738" cy="38100"/>
            </a:xfrm>
            <a:custGeom>
              <a:avLst/>
              <a:gdLst>
                <a:gd name="T0" fmla="*/ 5 w 29"/>
                <a:gd name="T1" fmla="*/ 19 h 19"/>
                <a:gd name="T2" fmla="*/ 1 w 29"/>
                <a:gd name="T3" fmla="*/ 17 h 19"/>
                <a:gd name="T4" fmla="*/ 3 w 29"/>
                <a:gd name="T5" fmla="*/ 12 h 19"/>
                <a:gd name="T6" fmla="*/ 22 w 29"/>
                <a:gd name="T7" fmla="*/ 1 h 19"/>
                <a:gd name="T8" fmla="*/ 28 w 29"/>
                <a:gd name="T9" fmla="*/ 3 h 19"/>
                <a:gd name="T10" fmla="*/ 26 w 29"/>
                <a:gd name="T11" fmla="*/ 8 h 19"/>
                <a:gd name="T12" fmla="*/ 7 w 29"/>
                <a:gd name="T13" fmla="*/ 19 h 19"/>
                <a:gd name="T14" fmla="*/ 5 w 29"/>
                <a:gd name="T15" fmla="*/ 19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9">
                  <a:moveTo>
                    <a:pt x="5" y="19"/>
                  </a:moveTo>
                  <a:cubicBezTo>
                    <a:pt x="3" y="19"/>
                    <a:pt x="2" y="19"/>
                    <a:pt x="1" y="17"/>
                  </a:cubicBezTo>
                  <a:cubicBezTo>
                    <a:pt x="0" y="15"/>
                    <a:pt x="1" y="13"/>
                    <a:pt x="3" y="12"/>
                  </a:cubicBezTo>
                  <a:cubicBezTo>
                    <a:pt x="22" y="1"/>
                    <a:pt x="22" y="1"/>
                    <a:pt x="22" y="1"/>
                  </a:cubicBezTo>
                  <a:cubicBezTo>
                    <a:pt x="24" y="0"/>
                    <a:pt x="27" y="0"/>
                    <a:pt x="28" y="3"/>
                  </a:cubicBezTo>
                  <a:cubicBezTo>
                    <a:pt x="29" y="5"/>
                    <a:pt x="28" y="7"/>
                    <a:pt x="26" y="8"/>
                  </a:cubicBezTo>
                  <a:cubicBezTo>
                    <a:pt x="7" y="19"/>
                    <a:pt x="7" y="19"/>
                    <a:pt x="7" y="19"/>
                  </a:cubicBezTo>
                  <a:cubicBezTo>
                    <a:pt x="6" y="19"/>
                    <a:pt x="6" y="19"/>
                    <a:pt x="5" y="1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93"/>
            <p:cNvSpPr>
              <a:spLocks/>
            </p:cNvSpPr>
            <p:nvPr/>
          </p:nvSpPr>
          <p:spPr bwMode="auto">
            <a:xfrm>
              <a:off x="7206134" y="2770188"/>
              <a:ext cx="57150" cy="38100"/>
            </a:xfrm>
            <a:custGeom>
              <a:avLst/>
              <a:gdLst>
                <a:gd name="T0" fmla="*/ 24 w 28"/>
                <a:gd name="T1" fmla="*/ 19 h 19"/>
                <a:gd name="T2" fmla="*/ 22 w 28"/>
                <a:gd name="T3" fmla="*/ 19 h 19"/>
                <a:gd name="T4" fmla="*/ 2 w 28"/>
                <a:gd name="T5" fmla="*/ 8 h 19"/>
                <a:gd name="T6" fmla="*/ 1 w 28"/>
                <a:gd name="T7" fmla="*/ 3 h 19"/>
                <a:gd name="T8" fmla="*/ 6 w 28"/>
                <a:gd name="T9" fmla="*/ 1 h 19"/>
                <a:gd name="T10" fmla="*/ 26 w 28"/>
                <a:gd name="T11" fmla="*/ 12 h 19"/>
                <a:gd name="T12" fmla="*/ 27 w 28"/>
                <a:gd name="T13" fmla="*/ 17 h 19"/>
                <a:gd name="T14" fmla="*/ 24 w 28"/>
                <a:gd name="T15" fmla="*/ 19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9">
                  <a:moveTo>
                    <a:pt x="24" y="19"/>
                  </a:moveTo>
                  <a:cubicBezTo>
                    <a:pt x="23" y="19"/>
                    <a:pt x="22" y="19"/>
                    <a:pt x="22" y="19"/>
                  </a:cubicBezTo>
                  <a:cubicBezTo>
                    <a:pt x="2" y="8"/>
                    <a:pt x="2" y="8"/>
                    <a:pt x="2" y="8"/>
                  </a:cubicBezTo>
                  <a:cubicBezTo>
                    <a:pt x="0" y="7"/>
                    <a:pt x="0" y="5"/>
                    <a:pt x="1" y="3"/>
                  </a:cubicBezTo>
                  <a:cubicBezTo>
                    <a:pt x="2" y="1"/>
                    <a:pt x="4" y="0"/>
                    <a:pt x="6" y="1"/>
                  </a:cubicBezTo>
                  <a:cubicBezTo>
                    <a:pt x="26" y="12"/>
                    <a:pt x="26" y="12"/>
                    <a:pt x="26" y="12"/>
                  </a:cubicBezTo>
                  <a:cubicBezTo>
                    <a:pt x="28" y="13"/>
                    <a:pt x="28" y="15"/>
                    <a:pt x="27" y="17"/>
                  </a:cubicBezTo>
                  <a:cubicBezTo>
                    <a:pt x="27" y="19"/>
                    <a:pt x="25" y="19"/>
                    <a:pt x="24" y="1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31"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四项循环</a:t>
            </a:r>
            <a:endParaRPr lang="zh-CN" altLang="zh-CN" sz="2800" b="1" dirty="0">
              <a:solidFill>
                <a:schemeClr val="tx1">
                  <a:lumMod val="65000"/>
                  <a:lumOff val="35000"/>
                </a:schemeClr>
              </a:solidFill>
            </a:endParaRPr>
          </a:p>
        </p:txBody>
      </p:sp>
      <p:sp>
        <p:nvSpPr>
          <p:cNvPr id="35" name="文本框 34"/>
          <p:cNvSpPr txBox="1"/>
          <p:nvPr/>
        </p:nvSpPr>
        <p:spPr>
          <a:xfrm>
            <a:off x="8052683" y="2661453"/>
            <a:ext cx="2856518" cy="830997"/>
          </a:xfrm>
          <a:prstGeom prst="rect">
            <a:avLst/>
          </a:prstGeom>
          <a:noFill/>
        </p:spPr>
        <p:txBody>
          <a:bodyPr wrap="square" rtlCol="0">
            <a:spAutoFit/>
          </a:bodyPr>
          <a:lstStyle/>
          <a:p>
            <a:pPr>
              <a:lnSpc>
                <a:spcPct val="120000"/>
              </a:lnSpc>
            </a:pPr>
            <a:r>
              <a:rPr lang="zh-CN" altLang="en-US" sz="2400" b="1" dirty="0">
                <a:solidFill>
                  <a:srgbClr val="CC0099"/>
                </a:solidFill>
              </a:rPr>
              <a:t>添加标题</a:t>
            </a:r>
            <a:endParaRPr lang="en-US" altLang="zh-CN" sz="2400" b="1" dirty="0">
              <a:solidFill>
                <a:srgbClr val="CC0099"/>
              </a:solidFill>
            </a:endParaRPr>
          </a:p>
          <a:p>
            <a:pPr>
              <a:lnSpc>
                <a:spcPct val="120000"/>
              </a:lnSpc>
            </a:pPr>
            <a:r>
              <a:rPr lang="zh-CN" altLang="en-US" sz="1600" dirty="0">
                <a:solidFill>
                  <a:schemeClr val="tx1">
                    <a:lumMod val="65000"/>
                    <a:lumOff val="35000"/>
                  </a:schemeClr>
                </a:solidFill>
              </a:rPr>
              <a:t>添加内容添加内容</a:t>
            </a:r>
          </a:p>
        </p:txBody>
      </p:sp>
      <p:sp>
        <p:nvSpPr>
          <p:cNvPr id="36" name="文本框 35"/>
          <p:cNvSpPr txBox="1"/>
          <p:nvPr/>
        </p:nvSpPr>
        <p:spPr>
          <a:xfrm>
            <a:off x="1365726" y="2666772"/>
            <a:ext cx="2856518" cy="830997"/>
          </a:xfrm>
          <a:prstGeom prst="rect">
            <a:avLst/>
          </a:prstGeom>
          <a:noFill/>
        </p:spPr>
        <p:txBody>
          <a:bodyPr wrap="square" rtlCol="0">
            <a:spAutoFit/>
          </a:bodyPr>
          <a:lstStyle/>
          <a:p>
            <a:pPr algn="r">
              <a:lnSpc>
                <a:spcPct val="120000"/>
              </a:lnSpc>
            </a:pPr>
            <a:r>
              <a:rPr lang="zh-CN" altLang="en-US" sz="2400" b="1" dirty="0">
                <a:solidFill>
                  <a:srgbClr val="9FC628"/>
                </a:solidFill>
              </a:rPr>
              <a:t>添加标题</a:t>
            </a:r>
            <a:endParaRPr lang="en-US" altLang="zh-CN" sz="2400" b="1" dirty="0">
              <a:solidFill>
                <a:srgbClr val="9FC628"/>
              </a:solidFill>
            </a:endParaRPr>
          </a:p>
          <a:p>
            <a:pPr algn="r">
              <a:lnSpc>
                <a:spcPct val="120000"/>
              </a:lnSpc>
            </a:pPr>
            <a:r>
              <a:rPr lang="zh-CN" altLang="en-US" sz="1600" dirty="0">
                <a:solidFill>
                  <a:schemeClr val="tx1">
                    <a:lumMod val="65000"/>
                    <a:lumOff val="35000"/>
                  </a:schemeClr>
                </a:solidFill>
              </a:rPr>
              <a:t>添加内容添加内容</a:t>
            </a:r>
          </a:p>
        </p:txBody>
      </p:sp>
      <p:sp>
        <p:nvSpPr>
          <p:cNvPr id="37" name="文本框 36"/>
          <p:cNvSpPr txBox="1"/>
          <p:nvPr/>
        </p:nvSpPr>
        <p:spPr>
          <a:xfrm>
            <a:off x="8052683" y="5051093"/>
            <a:ext cx="2856518" cy="830997"/>
          </a:xfrm>
          <a:prstGeom prst="rect">
            <a:avLst/>
          </a:prstGeom>
          <a:noFill/>
        </p:spPr>
        <p:txBody>
          <a:bodyPr wrap="square" rtlCol="0">
            <a:spAutoFit/>
          </a:bodyPr>
          <a:lstStyle/>
          <a:p>
            <a:pPr>
              <a:lnSpc>
                <a:spcPct val="120000"/>
              </a:lnSpc>
            </a:pPr>
            <a:r>
              <a:rPr lang="zh-CN" altLang="en-US" sz="2400" b="1" dirty="0">
                <a:solidFill>
                  <a:srgbClr val="FF8900"/>
                </a:solidFill>
              </a:rPr>
              <a:t>添加标题</a:t>
            </a:r>
            <a:endParaRPr lang="en-US" altLang="zh-CN" sz="2400" b="1" dirty="0">
              <a:solidFill>
                <a:srgbClr val="FF8900"/>
              </a:solidFill>
            </a:endParaRPr>
          </a:p>
          <a:p>
            <a:pPr>
              <a:lnSpc>
                <a:spcPct val="120000"/>
              </a:lnSpc>
            </a:pPr>
            <a:r>
              <a:rPr lang="zh-CN" altLang="en-US" sz="1600" dirty="0">
                <a:solidFill>
                  <a:schemeClr val="tx1">
                    <a:lumMod val="65000"/>
                    <a:lumOff val="35000"/>
                  </a:schemeClr>
                </a:solidFill>
              </a:rPr>
              <a:t>添加内容添加内容</a:t>
            </a:r>
          </a:p>
        </p:txBody>
      </p:sp>
      <p:sp>
        <p:nvSpPr>
          <p:cNvPr id="38" name="文本框 37"/>
          <p:cNvSpPr txBox="1"/>
          <p:nvPr/>
        </p:nvSpPr>
        <p:spPr>
          <a:xfrm>
            <a:off x="1360936" y="5051094"/>
            <a:ext cx="2856518" cy="830997"/>
          </a:xfrm>
          <a:prstGeom prst="rect">
            <a:avLst/>
          </a:prstGeom>
          <a:noFill/>
        </p:spPr>
        <p:txBody>
          <a:bodyPr wrap="square" rtlCol="0">
            <a:spAutoFit/>
          </a:bodyPr>
          <a:lstStyle/>
          <a:p>
            <a:pPr algn="r">
              <a:lnSpc>
                <a:spcPct val="120000"/>
              </a:lnSpc>
            </a:pPr>
            <a:r>
              <a:rPr lang="zh-CN" altLang="en-US" sz="2400" b="1" dirty="0">
                <a:solidFill>
                  <a:srgbClr val="0093EE"/>
                </a:solidFill>
              </a:rPr>
              <a:t>添加标题</a:t>
            </a:r>
            <a:endParaRPr lang="en-US" altLang="zh-CN" sz="2400" b="1" dirty="0">
              <a:solidFill>
                <a:srgbClr val="0093EE"/>
              </a:solidFill>
            </a:endParaRPr>
          </a:p>
          <a:p>
            <a:pPr algn="r">
              <a:lnSpc>
                <a:spcPct val="120000"/>
              </a:lnSpc>
            </a:pPr>
            <a:r>
              <a:rPr lang="zh-CN" altLang="en-US" sz="1600" dirty="0">
                <a:solidFill>
                  <a:schemeClr val="tx1">
                    <a:lumMod val="65000"/>
                    <a:lumOff val="35000"/>
                  </a:schemeClr>
                </a:solidFill>
              </a:rPr>
              <a:t>添加内容添加内容</a:t>
            </a:r>
          </a:p>
        </p:txBody>
      </p:sp>
      <p:sp>
        <p:nvSpPr>
          <p:cNvPr id="39" name="文本框 38"/>
          <p:cNvSpPr txBox="1"/>
          <p:nvPr/>
        </p:nvSpPr>
        <p:spPr>
          <a:xfrm>
            <a:off x="4139317" y="1429647"/>
            <a:ext cx="3913366"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40" name="Rectangle 58"/>
          <p:cNvSpPr/>
          <p:nvPr/>
        </p:nvSpPr>
        <p:spPr>
          <a:xfrm>
            <a:off x="3614043" y="1849915"/>
            <a:ext cx="4963915"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单击此处添加副标题</a:t>
            </a:r>
          </a:p>
        </p:txBody>
      </p:sp>
    </p:spTree>
    <p:extLst>
      <p:ext uri="{BB962C8B-B14F-4D97-AF65-F5344CB8AC3E}">
        <p14:creationId xmlns:p14="http://schemas.microsoft.com/office/powerpoint/2010/main" val="1559760424"/>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四项循环</a:t>
            </a:r>
            <a:endParaRPr lang="zh-CN" altLang="zh-CN" sz="2800" b="1" dirty="0">
              <a:solidFill>
                <a:schemeClr val="tx1">
                  <a:lumMod val="65000"/>
                  <a:lumOff val="35000"/>
                </a:schemeClr>
              </a:solidFill>
            </a:endParaRPr>
          </a:p>
        </p:txBody>
      </p:sp>
      <p:grpSp>
        <p:nvGrpSpPr>
          <p:cNvPr id="32" name="组合 13"/>
          <p:cNvGrpSpPr/>
          <p:nvPr/>
        </p:nvGrpSpPr>
        <p:grpSpPr>
          <a:xfrm>
            <a:off x="3847226" y="1422948"/>
            <a:ext cx="4497548" cy="4418504"/>
            <a:chOff x="574676" y="1000126"/>
            <a:chExt cx="5329237" cy="5235575"/>
          </a:xfrm>
        </p:grpSpPr>
        <p:sp>
          <p:nvSpPr>
            <p:cNvPr id="36" name="Freeform 5"/>
            <p:cNvSpPr>
              <a:spLocks/>
            </p:cNvSpPr>
            <p:nvPr/>
          </p:nvSpPr>
          <p:spPr bwMode="auto">
            <a:xfrm>
              <a:off x="3954463" y="1012826"/>
              <a:ext cx="1949450" cy="1971675"/>
            </a:xfrm>
            <a:custGeom>
              <a:avLst/>
              <a:gdLst>
                <a:gd name="T0" fmla="*/ 1635 w 1638"/>
                <a:gd name="T1" fmla="*/ 1275 h 1656"/>
                <a:gd name="T2" fmla="*/ 1635 w 1638"/>
                <a:gd name="T3" fmla="*/ 1052 h 1656"/>
                <a:gd name="T4" fmla="*/ 1635 w 1638"/>
                <a:gd name="T5" fmla="*/ 808 h 1656"/>
                <a:gd name="T6" fmla="*/ 1375 w 1638"/>
                <a:gd name="T7" fmla="*/ 239 h 1656"/>
                <a:gd name="T8" fmla="*/ 820 w 1638"/>
                <a:gd name="T9" fmla="*/ 6 h 1656"/>
                <a:gd name="T10" fmla="*/ 737 w 1638"/>
                <a:gd name="T11" fmla="*/ 0 h 1656"/>
                <a:gd name="T12" fmla="*/ 682 w 1638"/>
                <a:gd name="T13" fmla="*/ 0 h 1656"/>
                <a:gd name="T14" fmla="*/ 571 w 1638"/>
                <a:gd name="T15" fmla="*/ 0 h 1656"/>
                <a:gd name="T16" fmla="*/ 345 w 1638"/>
                <a:gd name="T17" fmla="*/ 0 h 1656"/>
                <a:gd name="T18" fmla="*/ 0 w 1638"/>
                <a:gd name="T19" fmla="*/ 0 h 1656"/>
                <a:gd name="T20" fmla="*/ 0 w 1638"/>
                <a:gd name="T21" fmla="*/ 509 h 1656"/>
                <a:gd name="T22" fmla="*/ 345 w 1638"/>
                <a:gd name="T23" fmla="*/ 509 h 1656"/>
                <a:gd name="T24" fmla="*/ 571 w 1638"/>
                <a:gd name="T25" fmla="*/ 509 h 1656"/>
                <a:gd name="T26" fmla="*/ 682 w 1638"/>
                <a:gd name="T27" fmla="*/ 509 h 1656"/>
                <a:gd name="T28" fmla="*/ 737 w 1638"/>
                <a:gd name="T29" fmla="*/ 509 h 1656"/>
                <a:gd name="T30" fmla="*/ 768 w 1638"/>
                <a:gd name="T31" fmla="*/ 509 h 1656"/>
                <a:gd name="T32" fmla="*/ 1028 w 1638"/>
                <a:gd name="T33" fmla="*/ 616 h 1656"/>
                <a:gd name="T34" fmla="*/ 1126 w 1638"/>
                <a:gd name="T35" fmla="*/ 847 h 1656"/>
                <a:gd name="T36" fmla="*/ 1126 w 1638"/>
                <a:gd name="T37" fmla="*/ 1052 h 1656"/>
                <a:gd name="T38" fmla="*/ 1126 w 1638"/>
                <a:gd name="T39" fmla="*/ 1275 h 1656"/>
                <a:gd name="T40" fmla="*/ 1126 w 1638"/>
                <a:gd name="T41" fmla="*/ 1656 h 1656"/>
                <a:gd name="T42" fmla="*/ 1635 w 1638"/>
                <a:gd name="T43" fmla="*/ 1656 h 1656"/>
                <a:gd name="T44" fmla="*/ 1635 w 1638"/>
                <a:gd name="T45" fmla="*/ 1275 h 16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38" h="1656">
                  <a:moveTo>
                    <a:pt x="1635" y="1275"/>
                  </a:moveTo>
                  <a:cubicBezTo>
                    <a:pt x="1635" y="1052"/>
                    <a:pt x="1635" y="1052"/>
                    <a:pt x="1635" y="1052"/>
                  </a:cubicBezTo>
                  <a:cubicBezTo>
                    <a:pt x="1635" y="971"/>
                    <a:pt x="1638" y="917"/>
                    <a:pt x="1635" y="808"/>
                  </a:cubicBezTo>
                  <a:cubicBezTo>
                    <a:pt x="1622" y="618"/>
                    <a:pt x="1542" y="390"/>
                    <a:pt x="1375" y="239"/>
                  </a:cubicBezTo>
                  <a:cubicBezTo>
                    <a:pt x="1207" y="91"/>
                    <a:pt x="1012" y="24"/>
                    <a:pt x="820" y="6"/>
                  </a:cubicBezTo>
                  <a:cubicBezTo>
                    <a:pt x="794" y="3"/>
                    <a:pt x="771" y="0"/>
                    <a:pt x="737" y="0"/>
                  </a:cubicBezTo>
                  <a:cubicBezTo>
                    <a:pt x="682" y="0"/>
                    <a:pt x="682" y="0"/>
                    <a:pt x="682" y="0"/>
                  </a:cubicBezTo>
                  <a:cubicBezTo>
                    <a:pt x="571" y="0"/>
                    <a:pt x="571" y="0"/>
                    <a:pt x="571" y="0"/>
                  </a:cubicBezTo>
                  <a:cubicBezTo>
                    <a:pt x="345" y="0"/>
                    <a:pt x="345" y="0"/>
                    <a:pt x="345" y="0"/>
                  </a:cubicBezTo>
                  <a:cubicBezTo>
                    <a:pt x="0" y="0"/>
                    <a:pt x="0" y="0"/>
                    <a:pt x="0" y="0"/>
                  </a:cubicBezTo>
                  <a:cubicBezTo>
                    <a:pt x="0" y="509"/>
                    <a:pt x="0" y="509"/>
                    <a:pt x="0" y="509"/>
                  </a:cubicBezTo>
                  <a:cubicBezTo>
                    <a:pt x="345" y="509"/>
                    <a:pt x="345" y="509"/>
                    <a:pt x="345" y="509"/>
                  </a:cubicBezTo>
                  <a:cubicBezTo>
                    <a:pt x="571" y="509"/>
                    <a:pt x="571" y="509"/>
                    <a:pt x="571" y="509"/>
                  </a:cubicBezTo>
                  <a:cubicBezTo>
                    <a:pt x="682" y="509"/>
                    <a:pt x="682" y="509"/>
                    <a:pt x="682" y="509"/>
                  </a:cubicBezTo>
                  <a:cubicBezTo>
                    <a:pt x="737" y="509"/>
                    <a:pt x="737" y="509"/>
                    <a:pt x="737" y="509"/>
                  </a:cubicBezTo>
                  <a:cubicBezTo>
                    <a:pt x="745" y="509"/>
                    <a:pt x="755" y="509"/>
                    <a:pt x="768" y="509"/>
                  </a:cubicBezTo>
                  <a:cubicBezTo>
                    <a:pt x="872" y="520"/>
                    <a:pt x="973" y="561"/>
                    <a:pt x="1028" y="616"/>
                  </a:cubicBezTo>
                  <a:cubicBezTo>
                    <a:pt x="1085" y="668"/>
                    <a:pt x="1119" y="743"/>
                    <a:pt x="1126" y="847"/>
                  </a:cubicBezTo>
                  <a:cubicBezTo>
                    <a:pt x="1129" y="888"/>
                    <a:pt x="1126" y="982"/>
                    <a:pt x="1126" y="1052"/>
                  </a:cubicBezTo>
                  <a:cubicBezTo>
                    <a:pt x="1126" y="1275"/>
                    <a:pt x="1126" y="1275"/>
                    <a:pt x="1126" y="1275"/>
                  </a:cubicBezTo>
                  <a:cubicBezTo>
                    <a:pt x="1126" y="1656"/>
                    <a:pt x="1126" y="1656"/>
                    <a:pt x="1126" y="1656"/>
                  </a:cubicBezTo>
                  <a:cubicBezTo>
                    <a:pt x="1635" y="1656"/>
                    <a:pt x="1635" y="1656"/>
                    <a:pt x="1635" y="1656"/>
                  </a:cubicBezTo>
                  <a:lnTo>
                    <a:pt x="1635" y="1275"/>
                  </a:lnTo>
                  <a:close/>
                </a:path>
              </a:pathLst>
            </a:custGeom>
            <a:gradFill>
              <a:gsLst>
                <a:gs pos="100000">
                  <a:srgbClr val="E1579B"/>
                </a:gs>
                <a:gs pos="13000">
                  <a:srgbClr val="9E007A"/>
                </a:gs>
              </a:gsLst>
              <a:lin ang="18900000" scaled="0"/>
            </a:gradFill>
            <a:ln w="14288" cap="flat">
              <a:no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6"/>
            <p:cNvSpPr>
              <a:spLocks/>
            </p:cNvSpPr>
            <p:nvPr/>
          </p:nvSpPr>
          <p:spPr bwMode="auto">
            <a:xfrm>
              <a:off x="576263" y="1000126"/>
              <a:ext cx="1984375" cy="1984375"/>
            </a:xfrm>
            <a:custGeom>
              <a:avLst/>
              <a:gdLst>
                <a:gd name="T0" fmla="*/ 509 w 1666"/>
                <a:gd name="T1" fmla="*/ 1295 h 1666"/>
                <a:gd name="T2" fmla="*/ 509 w 1666"/>
                <a:gd name="T3" fmla="*/ 1069 h 1666"/>
                <a:gd name="T4" fmla="*/ 509 w 1666"/>
                <a:gd name="T5" fmla="*/ 955 h 1666"/>
                <a:gd name="T6" fmla="*/ 509 w 1666"/>
                <a:gd name="T7" fmla="*/ 901 h 1666"/>
                <a:gd name="T8" fmla="*/ 511 w 1666"/>
                <a:gd name="T9" fmla="*/ 870 h 1666"/>
                <a:gd name="T10" fmla="*/ 615 w 1666"/>
                <a:gd name="T11" fmla="*/ 610 h 1666"/>
                <a:gd name="T12" fmla="*/ 846 w 1666"/>
                <a:gd name="T13" fmla="*/ 511 h 1666"/>
                <a:gd name="T14" fmla="*/ 1051 w 1666"/>
                <a:gd name="T15" fmla="*/ 509 h 1666"/>
                <a:gd name="T16" fmla="*/ 1274 w 1666"/>
                <a:gd name="T17" fmla="*/ 509 h 1666"/>
                <a:gd name="T18" fmla="*/ 1666 w 1666"/>
                <a:gd name="T19" fmla="*/ 509 h 1666"/>
                <a:gd name="T20" fmla="*/ 1666 w 1666"/>
                <a:gd name="T21" fmla="*/ 3 h 1666"/>
                <a:gd name="T22" fmla="*/ 1274 w 1666"/>
                <a:gd name="T23" fmla="*/ 3 h 1666"/>
                <a:gd name="T24" fmla="*/ 1051 w 1666"/>
                <a:gd name="T25" fmla="*/ 3 h 1666"/>
                <a:gd name="T26" fmla="*/ 810 w 1666"/>
                <a:gd name="T27" fmla="*/ 5 h 1666"/>
                <a:gd name="T28" fmla="*/ 241 w 1666"/>
                <a:gd name="T29" fmla="*/ 265 h 1666"/>
                <a:gd name="T30" fmla="*/ 3 w 1666"/>
                <a:gd name="T31" fmla="*/ 818 h 1666"/>
                <a:gd name="T32" fmla="*/ 0 w 1666"/>
                <a:gd name="T33" fmla="*/ 901 h 1666"/>
                <a:gd name="T34" fmla="*/ 0 w 1666"/>
                <a:gd name="T35" fmla="*/ 955 h 1666"/>
                <a:gd name="T36" fmla="*/ 0 w 1666"/>
                <a:gd name="T37" fmla="*/ 1069 h 1666"/>
                <a:gd name="T38" fmla="*/ 0 w 1666"/>
                <a:gd name="T39" fmla="*/ 1295 h 1666"/>
                <a:gd name="T40" fmla="*/ 0 w 1666"/>
                <a:gd name="T41" fmla="*/ 1666 h 1666"/>
                <a:gd name="T42" fmla="*/ 509 w 1666"/>
                <a:gd name="T43" fmla="*/ 1666 h 1666"/>
                <a:gd name="T44" fmla="*/ 509 w 1666"/>
                <a:gd name="T45" fmla="*/ 1295 h 1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66" h="1666">
                  <a:moveTo>
                    <a:pt x="509" y="1295"/>
                  </a:moveTo>
                  <a:cubicBezTo>
                    <a:pt x="509" y="1069"/>
                    <a:pt x="509" y="1069"/>
                    <a:pt x="509" y="1069"/>
                  </a:cubicBezTo>
                  <a:cubicBezTo>
                    <a:pt x="509" y="955"/>
                    <a:pt x="509" y="955"/>
                    <a:pt x="509" y="955"/>
                  </a:cubicBezTo>
                  <a:cubicBezTo>
                    <a:pt x="509" y="901"/>
                    <a:pt x="509" y="901"/>
                    <a:pt x="509" y="901"/>
                  </a:cubicBezTo>
                  <a:cubicBezTo>
                    <a:pt x="506" y="895"/>
                    <a:pt x="509" y="882"/>
                    <a:pt x="511" y="870"/>
                  </a:cubicBezTo>
                  <a:cubicBezTo>
                    <a:pt x="519" y="766"/>
                    <a:pt x="561" y="667"/>
                    <a:pt x="615" y="610"/>
                  </a:cubicBezTo>
                  <a:cubicBezTo>
                    <a:pt x="667" y="553"/>
                    <a:pt x="740" y="522"/>
                    <a:pt x="846" y="511"/>
                  </a:cubicBezTo>
                  <a:cubicBezTo>
                    <a:pt x="890" y="509"/>
                    <a:pt x="981" y="511"/>
                    <a:pt x="1051" y="509"/>
                  </a:cubicBezTo>
                  <a:cubicBezTo>
                    <a:pt x="1274" y="509"/>
                    <a:pt x="1274" y="509"/>
                    <a:pt x="1274" y="509"/>
                  </a:cubicBezTo>
                  <a:cubicBezTo>
                    <a:pt x="1666" y="509"/>
                    <a:pt x="1666" y="509"/>
                    <a:pt x="1666" y="509"/>
                  </a:cubicBezTo>
                  <a:cubicBezTo>
                    <a:pt x="1666" y="3"/>
                    <a:pt x="1666" y="3"/>
                    <a:pt x="1666" y="3"/>
                  </a:cubicBezTo>
                  <a:cubicBezTo>
                    <a:pt x="1274" y="3"/>
                    <a:pt x="1274" y="3"/>
                    <a:pt x="1274" y="3"/>
                  </a:cubicBezTo>
                  <a:cubicBezTo>
                    <a:pt x="1051" y="3"/>
                    <a:pt x="1051" y="3"/>
                    <a:pt x="1051" y="3"/>
                  </a:cubicBezTo>
                  <a:cubicBezTo>
                    <a:pt x="971" y="3"/>
                    <a:pt x="916" y="0"/>
                    <a:pt x="810" y="5"/>
                  </a:cubicBezTo>
                  <a:cubicBezTo>
                    <a:pt x="618" y="16"/>
                    <a:pt x="389" y="99"/>
                    <a:pt x="241" y="265"/>
                  </a:cubicBezTo>
                  <a:cubicBezTo>
                    <a:pt x="91" y="431"/>
                    <a:pt x="26" y="626"/>
                    <a:pt x="3" y="818"/>
                  </a:cubicBezTo>
                  <a:cubicBezTo>
                    <a:pt x="0" y="844"/>
                    <a:pt x="0" y="870"/>
                    <a:pt x="0" y="901"/>
                  </a:cubicBezTo>
                  <a:cubicBezTo>
                    <a:pt x="0" y="955"/>
                    <a:pt x="0" y="955"/>
                    <a:pt x="0" y="955"/>
                  </a:cubicBezTo>
                  <a:cubicBezTo>
                    <a:pt x="0" y="1069"/>
                    <a:pt x="0" y="1069"/>
                    <a:pt x="0" y="1069"/>
                  </a:cubicBezTo>
                  <a:cubicBezTo>
                    <a:pt x="0" y="1295"/>
                    <a:pt x="0" y="1295"/>
                    <a:pt x="0" y="1295"/>
                  </a:cubicBezTo>
                  <a:cubicBezTo>
                    <a:pt x="0" y="1666"/>
                    <a:pt x="0" y="1666"/>
                    <a:pt x="0" y="1666"/>
                  </a:cubicBezTo>
                  <a:cubicBezTo>
                    <a:pt x="509" y="1666"/>
                    <a:pt x="509" y="1666"/>
                    <a:pt x="509" y="1666"/>
                  </a:cubicBezTo>
                  <a:lnTo>
                    <a:pt x="509" y="1295"/>
                  </a:lnTo>
                  <a:close/>
                </a:path>
              </a:pathLst>
            </a:custGeom>
            <a:gradFill>
              <a:gsLst>
                <a:gs pos="100000">
                  <a:srgbClr val="FED300"/>
                </a:gs>
                <a:gs pos="13000">
                  <a:srgbClr val="DB4A04"/>
                </a:gs>
              </a:gsLst>
              <a:lin ang="18900000" scaled="0"/>
            </a:gradFill>
            <a:ln w="14288" cap="flat">
              <a:no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7"/>
            <p:cNvSpPr>
              <a:spLocks/>
            </p:cNvSpPr>
            <p:nvPr/>
          </p:nvSpPr>
          <p:spPr bwMode="auto">
            <a:xfrm>
              <a:off x="574676" y="4325938"/>
              <a:ext cx="1985962" cy="1909763"/>
            </a:xfrm>
            <a:custGeom>
              <a:avLst/>
              <a:gdLst>
                <a:gd name="T0" fmla="*/ 2 w 1668"/>
                <a:gd name="T1" fmla="*/ 0 h 1604"/>
                <a:gd name="T2" fmla="*/ 2 w 1668"/>
                <a:gd name="T3" fmla="*/ 327 h 1604"/>
                <a:gd name="T4" fmla="*/ 2 w 1668"/>
                <a:gd name="T5" fmla="*/ 550 h 1604"/>
                <a:gd name="T6" fmla="*/ 5 w 1668"/>
                <a:gd name="T7" fmla="*/ 794 h 1604"/>
                <a:gd name="T8" fmla="*/ 264 w 1668"/>
                <a:gd name="T9" fmla="*/ 1360 h 1604"/>
                <a:gd name="T10" fmla="*/ 817 w 1668"/>
                <a:gd name="T11" fmla="*/ 1599 h 1604"/>
                <a:gd name="T12" fmla="*/ 900 w 1668"/>
                <a:gd name="T13" fmla="*/ 1604 h 1604"/>
                <a:gd name="T14" fmla="*/ 957 w 1668"/>
                <a:gd name="T15" fmla="*/ 1604 h 1604"/>
                <a:gd name="T16" fmla="*/ 1066 w 1668"/>
                <a:gd name="T17" fmla="*/ 1604 h 1604"/>
                <a:gd name="T18" fmla="*/ 1292 w 1668"/>
                <a:gd name="T19" fmla="*/ 1604 h 1604"/>
                <a:gd name="T20" fmla="*/ 1668 w 1668"/>
                <a:gd name="T21" fmla="*/ 1604 h 1604"/>
                <a:gd name="T22" fmla="*/ 1668 w 1668"/>
                <a:gd name="T23" fmla="*/ 1092 h 1604"/>
                <a:gd name="T24" fmla="*/ 1292 w 1668"/>
                <a:gd name="T25" fmla="*/ 1092 h 1604"/>
                <a:gd name="T26" fmla="*/ 1066 w 1668"/>
                <a:gd name="T27" fmla="*/ 1092 h 1604"/>
                <a:gd name="T28" fmla="*/ 957 w 1668"/>
                <a:gd name="T29" fmla="*/ 1092 h 1604"/>
                <a:gd name="T30" fmla="*/ 900 w 1668"/>
                <a:gd name="T31" fmla="*/ 1092 h 1604"/>
                <a:gd name="T32" fmla="*/ 869 w 1668"/>
                <a:gd name="T33" fmla="*/ 1092 h 1604"/>
                <a:gd name="T34" fmla="*/ 609 w 1668"/>
                <a:gd name="T35" fmla="*/ 989 h 1604"/>
                <a:gd name="T36" fmla="*/ 513 w 1668"/>
                <a:gd name="T37" fmla="*/ 758 h 1604"/>
                <a:gd name="T38" fmla="*/ 511 w 1668"/>
                <a:gd name="T39" fmla="*/ 550 h 1604"/>
                <a:gd name="T40" fmla="*/ 511 w 1668"/>
                <a:gd name="T41" fmla="*/ 327 h 1604"/>
                <a:gd name="T42" fmla="*/ 511 w 1668"/>
                <a:gd name="T43" fmla="*/ 0 h 1604"/>
                <a:gd name="T44" fmla="*/ 236 w 1668"/>
                <a:gd name="T45" fmla="*/ 0 h 1604"/>
                <a:gd name="T46" fmla="*/ 2 w 1668"/>
                <a:gd name="T47" fmla="*/ 0 h 1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668" h="1604">
                  <a:moveTo>
                    <a:pt x="2" y="0"/>
                  </a:moveTo>
                  <a:cubicBezTo>
                    <a:pt x="2" y="327"/>
                    <a:pt x="2" y="327"/>
                    <a:pt x="2" y="327"/>
                  </a:cubicBezTo>
                  <a:cubicBezTo>
                    <a:pt x="2" y="550"/>
                    <a:pt x="2" y="550"/>
                    <a:pt x="2" y="550"/>
                  </a:cubicBezTo>
                  <a:cubicBezTo>
                    <a:pt x="2" y="630"/>
                    <a:pt x="0" y="688"/>
                    <a:pt x="5" y="794"/>
                  </a:cubicBezTo>
                  <a:cubicBezTo>
                    <a:pt x="15" y="986"/>
                    <a:pt x="96" y="1212"/>
                    <a:pt x="264" y="1360"/>
                  </a:cubicBezTo>
                  <a:cubicBezTo>
                    <a:pt x="430" y="1510"/>
                    <a:pt x="625" y="1578"/>
                    <a:pt x="817" y="1599"/>
                  </a:cubicBezTo>
                  <a:cubicBezTo>
                    <a:pt x="843" y="1601"/>
                    <a:pt x="869" y="1604"/>
                    <a:pt x="900" y="1604"/>
                  </a:cubicBezTo>
                  <a:cubicBezTo>
                    <a:pt x="957" y="1604"/>
                    <a:pt x="957" y="1604"/>
                    <a:pt x="957" y="1604"/>
                  </a:cubicBezTo>
                  <a:cubicBezTo>
                    <a:pt x="1066" y="1604"/>
                    <a:pt x="1066" y="1604"/>
                    <a:pt x="1066" y="1604"/>
                  </a:cubicBezTo>
                  <a:cubicBezTo>
                    <a:pt x="1292" y="1604"/>
                    <a:pt x="1292" y="1604"/>
                    <a:pt x="1292" y="1604"/>
                  </a:cubicBezTo>
                  <a:cubicBezTo>
                    <a:pt x="1668" y="1604"/>
                    <a:pt x="1668" y="1604"/>
                    <a:pt x="1668" y="1604"/>
                  </a:cubicBezTo>
                  <a:cubicBezTo>
                    <a:pt x="1668" y="1092"/>
                    <a:pt x="1668" y="1092"/>
                    <a:pt x="1668" y="1092"/>
                  </a:cubicBezTo>
                  <a:cubicBezTo>
                    <a:pt x="1292" y="1092"/>
                    <a:pt x="1292" y="1092"/>
                    <a:pt x="1292" y="1092"/>
                  </a:cubicBezTo>
                  <a:cubicBezTo>
                    <a:pt x="1066" y="1092"/>
                    <a:pt x="1066" y="1092"/>
                    <a:pt x="1066" y="1092"/>
                  </a:cubicBezTo>
                  <a:cubicBezTo>
                    <a:pt x="957" y="1092"/>
                    <a:pt x="957" y="1092"/>
                    <a:pt x="957" y="1092"/>
                  </a:cubicBezTo>
                  <a:cubicBezTo>
                    <a:pt x="900" y="1092"/>
                    <a:pt x="900" y="1092"/>
                    <a:pt x="900" y="1092"/>
                  </a:cubicBezTo>
                  <a:cubicBezTo>
                    <a:pt x="892" y="1092"/>
                    <a:pt x="882" y="1092"/>
                    <a:pt x="869" y="1092"/>
                  </a:cubicBezTo>
                  <a:cubicBezTo>
                    <a:pt x="765" y="1082"/>
                    <a:pt x="667" y="1041"/>
                    <a:pt x="609" y="989"/>
                  </a:cubicBezTo>
                  <a:cubicBezTo>
                    <a:pt x="552" y="937"/>
                    <a:pt x="519" y="861"/>
                    <a:pt x="513" y="758"/>
                  </a:cubicBezTo>
                  <a:cubicBezTo>
                    <a:pt x="508" y="714"/>
                    <a:pt x="511" y="620"/>
                    <a:pt x="511" y="550"/>
                  </a:cubicBezTo>
                  <a:cubicBezTo>
                    <a:pt x="511" y="327"/>
                    <a:pt x="511" y="327"/>
                    <a:pt x="511" y="327"/>
                  </a:cubicBezTo>
                  <a:cubicBezTo>
                    <a:pt x="511" y="0"/>
                    <a:pt x="511" y="0"/>
                    <a:pt x="511" y="0"/>
                  </a:cubicBezTo>
                  <a:cubicBezTo>
                    <a:pt x="236" y="0"/>
                    <a:pt x="236" y="0"/>
                    <a:pt x="236" y="0"/>
                  </a:cubicBezTo>
                  <a:lnTo>
                    <a:pt x="2" y="0"/>
                  </a:lnTo>
                  <a:close/>
                </a:path>
              </a:pathLst>
            </a:custGeom>
            <a:gradFill>
              <a:gsLst>
                <a:gs pos="100000">
                  <a:srgbClr val="E7E507"/>
                </a:gs>
                <a:gs pos="13000">
                  <a:srgbClr val="A6C43C"/>
                </a:gs>
              </a:gsLst>
              <a:lin ang="18900000" scaled="0"/>
            </a:gradFill>
            <a:ln w="14288" cap="flat">
              <a:no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8"/>
            <p:cNvSpPr>
              <a:spLocks/>
            </p:cNvSpPr>
            <p:nvPr/>
          </p:nvSpPr>
          <p:spPr bwMode="auto">
            <a:xfrm>
              <a:off x="3954463" y="4325938"/>
              <a:ext cx="1946275" cy="1909763"/>
            </a:xfrm>
            <a:custGeom>
              <a:avLst/>
              <a:gdLst>
                <a:gd name="T0" fmla="*/ 1126 w 1635"/>
                <a:gd name="T1" fmla="*/ 0 h 1604"/>
                <a:gd name="T2" fmla="*/ 1126 w 1635"/>
                <a:gd name="T3" fmla="*/ 311 h 1604"/>
                <a:gd name="T4" fmla="*/ 1126 w 1635"/>
                <a:gd name="T5" fmla="*/ 534 h 1604"/>
                <a:gd name="T6" fmla="*/ 1126 w 1635"/>
                <a:gd name="T7" fmla="*/ 649 h 1604"/>
                <a:gd name="T8" fmla="*/ 1126 w 1635"/>
                <a:gd name="T9" fmla="*/ 703 h 1604"/>
                <a:gd name="T10" fmla="*/ 1126 w 1635"/>
                <a:gd name="T11" fmla="*/ 737 h 1604"/>
                <a:gd name="T12" fmla="*/ 1023 w 1635"/>
                <a:gd name="T13" fmla="*/ 994 h 1604"/>
                <a:gd name="T14" fmla="*/ 791 w 1635"/>
                <a:gd name="T15" fmla="*/ 1092 h 1604"/>
                <a:gd name="T16" fmla="*/ 584 w 1635"/>
                <a:gd name="T17" fmla="*/ 1092 h 1604"/>
                <a:gd name="T18" fmla="*/ 358 w 1635"/>
                <a:gd name="T19" fmla="*/ 1092 h 1604"/>
                <a:gd name="T20" fmla="*/ 0 w 1635"/>
                <a:gd name="T21" fmla="*/ 1092 h 1604"/>
                <a:gd name="T22" fmla="*/ 0 w 1635"/>
                <a:gd name="T23" fmla="*/ 1604 h 1604"/>
                <a:gd name="T24" fmla="*/ 358 w 1635"/>
                <a:gd name="T25" fmla="*/ 1604 h 1604"/>
                <a:gd name="T26" fmla="*/ 584 w 1635"/>
                <a:gd name="T27" fmla="*/ 1604 h 1604"/>
                <a:gd name="T28" fmla="*/ 825 w 1635"/>
                <a:gd name="T29" fmla="*/ 1599 h 1604"/>
                <a:gd name="T30" fmla="*/ 1394 w 1635"/>
                <a:gd name="T31" fmla="*/ 1342 h 1604"/>
                <a:gd name="T32" fmla="*/ 1632 w 1635"/>
                <a:gd name="T33" fmla="*/ 784 h 1604"/>
                <a:gd name="T34" fmla="*/ 1635 w 1635"/>
                <a:gd name="T35" fmla="*/ 703 h 1604"/>
                <a:gd name="T36" fmla="*/ 1635 w 1635"/>
                <a:gd name="T37" fmla="*/ 649 h 1604"/>
                <a:gd name="T38" fmla="*/ 1635 w 1635"/>
                <a:gd name="T39" fmla="*/ 534 h 1604"/>
                <a:gd name="T40" fmla="*/ 1635 w 1635"/>
                <a:gd name="T41" fmla="*/ 311 h 1604"/>
                <a:gd name="T42" fmla="*/ 1635 w 1635"/>
                <a:gd name="T43" fmla="*/ 0 h 1604"/>
                <a:gd name="T44" fmla="*/ 1381 w 1635"/>
                <a:gd name="T45" fmla="*/ 0 h 1604"/>
                <a:gd name="T46" fmla="*/ 1126 w 1635"/>
                <a:gd name="T47" fmla="*/ 0 h 1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635" h="1604">
                  <a:moveTo>
                    <a:pt x="1126" y="0"/>
                  </a:moveTo>
                  <a:cubicBezTo>
                    <a:pt x="1126" y="311"/>
                    <a:pt x="1126" y="311"/>
                    <a:pt x="1126" y="311"/>
                  </a:cubicBezTo>
                  <a:cubicBezTo>
                    <a:pt x="1126" y="534"/>
                    <a:pt x="1126" y="534"/>
                    <a:pt x="1126" y="534"/>
                  </a:cubicBezTo>
                  <a:cubicBezTo>
                    <a:pt x="1126" y="649"/>
                    <a:pt x="1126" y="649"/>
                    <a:pt x="1126" y="649"/>
                  </a:cubicBezTo>
                  <a:cubicBezTo>
                    <a:pt x="1126" y="703"/>
                    <a:pt x="1126" y="703"/>
                    <a:pt x="1126" y="703"/>
                  </a:cubicBezTo>
                  <a:cubicBezTo>
                    <a:pt x="1129" y="711"/>
                    <a:pt x="1126" y="724"/>
                    <a:pt x="1126" y="737"/>
                  </a:cubicBezTo>
                  <a:cubicBezTo>
                    <a:pt x="1116" y="838"/>
                    <a:pt x="1074" y="939"/>
                    <a:pt x="1023" y="994"/>
                  </a:cubicBezTo>
                  <a:cubicBezTo>
                    <a:pt x="968" y="1051"/>
                    <a:pt x="895" y="1082"/>
                    <a:pt x="791" y="1092"/>
                  </a:cubicBezTo>
                  <a:cubicBezTo>
                    <a:pt x="747" y="1095"/>
                    <a:pt x="654" y="1092"/>
                    <a:pt x="584" y="1092"/>
                  </a:cubicBezTo>
                  <a:cubicBezTo>
                    <a:pt x="358" y="1092"/>
                    <a:pt x="358" y="1092"/>
                    <a:pt x="358" y="1092"/>
                  </a:cubicBezTo>
                  <a:cubicBezTo>
                    <a:pt x="0" y="1092"/>
                    <a:pt x="0" y="1092"/>
                    <a:pt x="0" y="1092"/>
                  </a:cubicBezTo>
                  <a:cubicBezTo>
                    <a:pt x="0" y="1604"/>
                    <a:pt x="0" y="1604"/>
                    <a:pt x="0" y="1604"/>
                  </a:cubicBezTo>
                  <a:cubicBezTo>
                    <a:pt x="358" y="1604"/>
                    <a:pt x="358" y="1604"/>
                    <a:pt x="358" y="1604"/>
                  </a:cubicBezTo>
                  <a:cubicBezTo>
                    <a:pt x="584" y="1604"/>
                    <a:pt x="584" y="1604"/>
                    <a:pt x="584" y="1604"/>
                  </a:cubicBezTo>
                  <a:cubicBezTo>
                    <a:pt x="664" y="1601"/>
                    <a:pt x="721" y="1604"/>
                    <a:pt x="825" y="1599"/>
                  </a:cubicBezTo>
                  <a:cubicBezTo>
                    <a:pt x="1017" y="1588"/>
                    <a:pt x="1246" y="1508"/>
                    <a:pt x="1394" y="1342"/>
                  </a:cubicBezTo>
                  <a:cubicBezTo>
                    <a:pt x="1544" y="1173"/>
                    <a:pt x="1612" y="978"/>
                    <a:pt x="1632" y="784"/>
                  </a:cubicBezTo>
                  <a:cubicBezTo>
                    <a:pt x="1635" y="763"/>
                    <a:pt x="1635" y="737"/>
                    <a:pt x="1635" y="703"/>
                  </a:cubicBezTo>
                  <a:cubicBezTo>
                    <a:pt x="1635" y="649"/>
                    <a:pt x="1635" y="649"/>
                    <a:pt x="1635" y="649"/>
                  </a:cubicBezTo>
                  <a:cubicBezTo>
                    <a:pt x="1635" y="534"/>
                    <a:pt x="1635" y="534"/>
                    <a:pt x="1635" y="534"/>
                  </a:cubicBezTo>
                  <a:cubicBezTo>
                    <a:pt x="1635" y="311"/>
                    <a:pt x="1635" y="311"/>
                    <a:pt x="1635" y="311"/>
                  </a:cubicBezTo>
                  <a:cubicBezTo>
                    <a:pt x="1635" y="0"/>
                    <a:pt x="1635" y="0"/>
                    <a:pt x="1635" y="0"/>
                  </a:cubicBezTo>
                  <a:cubicBezTo>
                    <a:pt x="1381" y="0"/>
                    <a:pt x="1381" y="0"/>
                    <a:pt x="1381" y="0"/>
                  </a:cubicBezTo>
                  <a:lnTo>
                    <a:pt x="1126" y="0"/>
                  </a:lnTo>
                  <a:close/>
                </a:path>
              </a:pathLst>
            </a:custGeom>
            <a:gradFill>
              <a:gsLst>
                <a:gs pos="100000">
                  <a:srgbClr val="89C3A6"/>
                </a:gs>
                <a:gs pos="13000">
                  <a:srgbClr val="007BBC"/>
                </a:gs>
              </a:gsLst>
              <a:lin ang="18900000" scaled="0"/>
            </a:gradFill>
            <a:ln w="14288" cap="flat">
              <a:no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zh-CN" altLang="en-US"/>
            </a:p>
          </p:txBody>
        </p:sp>
      </p:grpSp>
      <p:pic>
        <p:nvPicPr>
          <p:cNvPr id="42" name="Picture 3"/>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2767" r="7205" b="57679"/>
          <a:stretch/>
        </p:blipFill>
        <p:spPr bwMode="auto">
          <a:xfrm rot="5400000">
            <a:off x="5714306" y="1535377"/>
            <a:ext cx="2124762" cy="1542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 name="Picture 3"/>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2767" r="7205" b="57679"/>
          <a:stretch/>
        </p:blipFill>
        <p:spPr bwMode="auto">
          <a:xfrm rot="16200000" flipH="1">
            <a:off x="4383745" y="1535377"/>
            <a:ext cx="2124762" cy="1542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44" name="组合 19"/>
          <p:cNvGrpSpPr/>
          <p:nvPr/>
        </p:nvGrpSpPr>
        <p:grpSpPr>
          <a:xfrm>
            <a:off x="5368997" y="4492539"/>
            <a:ext cx="1484819" cy="2124762"/>
            <a:chOff x="5368997" y="4289339"/>
            <a:chExt cx="1484819" cy="2124762"/>
          </a:xfrm>
        </p:grpSpPr>
        <p:pic>
          <p:nvPicPr>
            <p:cNvPr id="45" name="Picture 3"/>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2767" r="7205" b="57679"/>
            <a:stretch/>
          </p:blipFill>
          <p:spPr bwMode="auto">
            <a:xfrm rot="5400000">
              <a:off x="5714306" y="5274591"/>
              <a:ext cx="2124762" cy="1542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6" name="Picture 3"/>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2767" r="7205" b="57679"/>
            <a:stretch/>
          </p:blipFill>
          <p:spPr bwMode="auto">
            <a:xfrm rot="16200000" flipH="1">
              <a:off x="4383745" y="5274591"/>
              <a:ext cx="2124762" cy="1542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7" name="组合 23"/>
          <p:cNvGrpSpPr/>
          <p:nvPr/>
        </p:nvGrpSpPr>
        <p:grpSpPr>
          <a:xfrm>
            <a:off x="3059173" y="2943381"/>
            <a:ext cx="2124762" cy="1440606"/>
            <a:chOff x="3059173" y="2740181"/>
            <a:chExt cx="2124762" cy="1440606"/>
          </a:xfrm>
        </p:grpSpPr>
        <p:pic>
          <p:nvPicPr>
            <p:cNvPr id="48" name="Picture 3"/>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2767" r="7205" b="57679"/>
            <a:stretch/>
          </p:blipFill>
          <p:spPr bwMode="auto">
            <a:xfrm>
              <a:off x="3059173" y="2740181"/>
              <a:ext cx="2124762" cy="1542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9" name="Picture 3"/>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2767" r="7205" b="57679"/>
            <a:stretch/>
          </p:blipFill>
          <p:spPr bwMode="auto">
            <a:xfrm rot="10800000" flipH="1">
              <a:off x="3059173" y="4026529"/>
              <a:ext cx="2124762" cy="1542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0" name="组合 24"/>
          <p:cNvGrpSpPr/>
          <p:nvPr/>
        </p:nvGrpSpPr>
        <p:grpSpPr>
          <a:xfrm>
            <a:off x="7012182" y="2943381"/>
            <a:ext cx="2124762" cy="1440606"/>
            <a:chOff x="3059173" y="2740181"/>
            <a:chExt cx="2124762" cy="1440606"/>
          </a:xfrm>
        </p:grpSpPr>
        <p:pic>
          <p:nvPicPr>
            <p:cNvPr id="51" name="Picture 3"/>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2767" r="7205" b="57679"/>
            <a:stretch/>
          </p:blipFill>
          <p:spPr bwMode="auto">
            <a:xfrm>
              <a:off x="3059173" y="2740181"/>
              <a:ext cx="2124762" cy="1542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2" name="Picture 3"/>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2767" r="7205" b="57679"/>
            <a:stretch/>
          </p:blipFill>
          <p:spPr bwMode="auto">
            <a:xfrm rot="10800000" flipH="1">
              <a:off x="3059173" y="4026529"/>
              <a:ext cx="2124762" cy="1542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53" name="文本框 52"/>
          <p:cNvSpPr txBox="1"/>
          <p:nvPr/>
        </p:nvSpPr>
        <p:spPr>
          <a:xfrm>
            <a:off x="8491103" y="4778613"/>
            <a:ext cx="2856518" cy="830997"/>
          </a:xfrm>
          <a:prstGeom prst="rect">
            <a:avLst/>
          </a:prstGeom>
          <a:noFill/>
        </p:spPr>
        <p:txBody>
          <a:bodyPr wrap="square" rtlCol="0">
            <a:spAutoFit/>
          </a:bodyPr>
          <a:lstStyle/>
          <a:p>
            <a:pPr>
              <a:lnSpc>
                <a:spcPct val="120000"/>
              </a:lnSpc>
            </a:pPr>
            <a:r>
              <a:rPr lang="zh-CN" altLang="en-US" sz="2400" b="1" dirty="0">
                <a:solidFill>
                  <a:srgbClr val="007BC6"/>
                </a:solidFill>
              </a:rPr>
              <a:t>添加标题</a:t>
            </a:r>
            <a:endParaRPr lang="en-US" altLang="zh-CN" sz="2400" b="1" dirty="0">
              <a:solidFill>
                <a:srgbClr val="007BC6"/>
              </a:solidFill>
            </a:endParaRPr>
          </a:p>
          <a:p>
            <a:pPr>
              <a:lnSpc>
                <a:spcPct val="120000"/>
              </a:lnSpc>
            </a:pPr>
            <a:r>
              <a:rPr lang="zh-CN" altLang="en-US" sz="1600" dirty="0">
                <a:solidFill>
                  <a:schemeClr val="tx1">
                    <a:lumMod val="65000"/>
                    <a:lumOff val="35000"/>
                  </a:schemeClr>
                </a:solidFill>
              </a:rPr>
              <a:t>添加内容添加内容</a:t>
            </a:r>
          </a:p>
        </p:txBody>
      </p:sp>
      <p:sp>
        <p:nvSpPr>
          <p:cNvPr id="54" name="文本框 53"/>
          <p:cNvSpPr txBox="1"/>
          <p:nvPr/>
        </p:nvSpPr>
        <p:spPr>
          <a:xfrm>
            <a:off x="846301" y="1565481"/>
            <a:ext cx="2856518" cy="830997"/>
          </a:xfrm>
          <a:prstGeom prst="rect">
            <a:avLst/>
          </a:prstGeom>
          <a:noFill/>
        </p:spPr>
        <p:txBody>
          <a:bodyPr wrap="square" rtlCol="0">
            <a:spAutoFit/>
          </a:bodyPr>
          <a:lstStyle/>
          <a:p>
            <a:pPr algn="r">
              <a:lnSpc>
                <a:spcPct val="120000"/>
              </a:lnSpc>
            </a:pPr>
            <a:r>
              <a:rPr lang="zh-CN" altLang="en-US" sz="2400" b="1" dirty="0">
                <a:solidFill>
                  <a:srgbClr val="FF8900"/>
                </a:solidFill>
              </a:rPr>
              <a:t>添加标题</a:t>
            </a:r>
            <a:endParaRPr lang="en-US" altLang="zh-CN" sz="2400" b="1" dirty="0">
              <a:solidFill>
                <a:srgbClr val="FF8900"/>
              </a:solidFill>
            </a:endParaRPr>
          </a:p>
          <a:p>
            <a:pPr algn="r">
              <a:lnSpc>
                <a:spcPct val="120000"/>
              </a:lnSpc>
            </a:pPr>
            <a:r>
              <a:rPr lang="zh-CN" altLang="en-US" sz="1600" dirty="0">
                <a:solidFill>
                  <a:schemeClr val="tx1">
                    <a:lumMod val="65000"/>
                    <a:lumOff val="35000"/>
                  </a:schemeClr>
                </a:solidFill>
              </a:rPr>
              <a:t>添加内容添加内容</a:t>
            </a:r>
          </a:p>
        </p:txBody>
      </p:sp>
      <p:sp>
        <p:nvSpPr>
          <p:cNvPr id="55" name="文本框 54"/>
          <p:cNvSpPr txBox="1"/>
          <p:nvPr/>
        </p:nvSpPr>
        <p:spPr>
          <a:xfrm>
            <a:off x="8491103" y="1565481"/>
            <a:ext cx="2856518" cy="830997"/>
          </a:xfrm>
          <a:prstGeom prst="rect">
            <a:avLst/>
          </a:prstGeom>
          <a:noFill/>
        </p:spPr>
        <p:txBody>
          <a:bodyPr wrap="square" rtlCol="0">
            <a:spAutoFit/>
          </a:bodyPr>
          <a:lstStyle/>
          <a:p>
            <a:pPr>
              <a:lnSpc>
                <a:spcPct val="120000"/>
              </a:lnSpc>
            </a:pPr>
            <a:r>
              <a:rPr lang="zh-CN" altLang="en-US" sz="2400" b="1" dirty="0">
                <a:solidFill>
                  <a:srgbClr val="6D5DA5"/>
                </a:solidFill>
              </a:rPr>
              <a:t>添加标题</a:t>
            </a:r>
            <a:endParaRPr lang="en-US" altLang="zh-CN" sz="2400" b="1" dirty="0">
              <a:solidFill>
                <a:srgbClr val="6D5DA5"/>
              </a:solidFill>
            </a:endParaRPr>
          </a:p>
          <a:p>
            <a:pPr>
              <a:lnSpc>
                <a:spcPct val="120000"/>
              </a:lnSpc>
            </a:pPr>
            <a:r>
              <a:rPr lang="zh-CN" altLang="en-US" sz="1600" dirty="0">
                <a:solidFill>
                  <a:schemeClr val="tx1">
                    <a:lumMod val="65000"/>
                    <a:lumOff val="35000"/>
                  </a:schemeClr>
                </a:solidFill>
              </a:rPr>
              <a:t>添加内容添加内容</a:t>
            </a:r>
          </a:p>
        </p:txBody>
      </p:sp>
      <p:sp>
        <p:nvSpPr>
          <p:cNvPr id="56" name="文本框 55"/>
          <p:cNvSpPr txBox="1"/>
          <p:nvPr/>
        </p:nvSpPr>
        <p:spPr>
          <a:xfrm>
            <a:off x="846301" y="4778613"/>
            <a:ext cx="2856518" cy="830997"/>
          </a:xfrm>
          <a:prstGeom prst="rect">
            <a:avLst/>
          </a:prstGeom>
          <a:noFill/>
        </p:spPr>
        <p:txBody>
          <a:bodyPr wrap="square" rtlCol="0">
            <a:spAutoFit/>
          </a:bodyPr>
          <a:lstStyle/>
          <a:p>
            <a:pPr algn="r">
              <a:lnSpc>
                <a:spcPct val="120000"/>
              </a:lnSpc>
            </a:pPr>
            <a:r>
              <a:rPr lang="zh-CN" altLang="en-US" sz="2400" b="1" dirty="0">
                <a:solidFill>
                  <a:srgbClr val="9FC628"/>
                </a:solidFill>
              </a:rPr>
              <a:t>添加标题</a:t>
            </a:r>
            <a:endParaRPr lang="en-US" altLang="zh-CN" sz="2400" b="1" dirty="0">
              <a:solidFill>
                <a:srgbClr val="9FC628"/>
              </a:solidFill>
            </a:endParaRPr>
          </a:p>
          <a:p>
            <a:pPr algn="r">
              <a:lnSpc>
                <a:spcPct val="120000"/>
              </a:lnSpc>
            </a:pPr>
            <a:r>
              <a:rPr lang="zh-CN" altLang="en-US" sz="1600" dirty="0">
                <a:solidFill>
                  <a:schemeClr val="tx1">
                    <a:lumMod val="65000"/>
                    <a:lumOff val="35000"/>
                  </a:schemeClr>
                </a:solidFill>
              </a:rPr>
              <a:t>添加内容添加内容</a:t>
            </a:r>
          </a:p>
        </p:txBody>
      </p:sp>
      <p:sp>
        <p:nvSpPr>
          <p:cNvPr id="57" name="文本框 56"/>
          <p:cNvSpPr txBox="1"/>
          <p:nvPr/>
        </p:nvSpPr>
        <p:spPr>
          <a:xfrm>
            <a:off x="5744318" y="1011483"/>
            <a:ext cx="734176" cy="1107996"/>
          </a:xfrm>
          <a:prstGeom prst="rect">
            <a:avLst/>
          </a:prstGeom>
          <a:noFill/>
        </p:spPr>
        <p:txBody>
          <a:bodyPr wrap="none" rtlCol="0" anchor="ctr">
            <a:spAutoFit/>
          </a:bodyPr>
          <a:lstStyle/>
          <a:p>
            <a:pPr algn="ctr"/>
            <a:r>
              <a:rPr lang="en-US" altLang="zh-CN" sz="2200" dirty="0">
                <a:solidFill>
                  <a:schemeClr val="tx1">
                    <a:lumMod val="65000"/>
                    <a:lumOff val="35000"/>
                  </a:schemeClr>
                </a:solidFill>
              </a:rPr>
              <a:t>STEP</a:t>
            </a:r>
          </a:p>
          <a:p>
            <a:pPr lvl="0" algn="ctr"/>
            <a:r>
              <a:rPr lang="en-US" altLang="zh-CN" sz="4400" dirty="0">
                <a:solidFill>
                  <a:schemeClr val="tx1">
                    <a:lumMod val="65000"/>
                    <a:lumOff val="35000"/>
                  </a:schemeClr>
                </a:solidFill>
                <a:latin typeface="Impact" panose="020B0806030902050204" pitchFamily="34" charset="0"/>
              </a:rPr>
              <a:t>01</a:t>
            </a:r>
          </a:p>
        </p:txBody>
      </p:sp>
      <p:sp>
        <p:nvSpPr>
          <p:cNvPr id="58" name="文本框 57"/>
          <p:cNvSpPr txBox="1"/>
          <p:nvPr/>
        </p:nvSpPr>
        <p:spPr>
          <a:xfrm>
            <a:off x="7741212" y="3126292"/>
            <a:ext cx="771366" cy="1107996"/>
          </a:xfrm>
          <a:prstGeom prst="rect">
            <a:avLst/>
          </a:prstGeom>
          <a:noFill/>
        </p:spPr>
        <p:txBody>
          <a:bodyPr wrap="none" rtlCol="0" anchor="ctr">
            <a:spAutoFit/>
          </a:bodyPr>
          <a:lstStyle/>
          <a:p>
            <a:pPr algn="ctr"/>
            <a:r>
              <a:rPr lang="en-US" altLang="zh-CN" sz="2200" dirty="0">
                <a:solidFill>
                  <a:schemeClr val="tx1">
                    <a:lumMod val="65000"/>
                    <a:lumOff val="35000"/>
                  </a:schemeClr>
                </a:solidFill>
              </a:rPr>
              <a:t>STEP</a:t>
            </a:r>
          </a:p>
          <a:p>
            <a:pPr lvl="0" algn="ctr"/>
            <a:r>
              <a:rPr lang="en-US" altLang="zh-CN" sz="4400" dirty="0">
                <a:solidFill>
                  <a:schemeClr val="tx1">
                    <a:lumMod val="65000"/>
                    <a:lumOff val="35000"/>
                  </a:schemeClr>
                </a:solidFill>
                <a:latin typeface="Impact" panose="020B0806030902050204" pitchFamily="34" charset="0"/>
              </a:rPr>
              <a:t>02</a:t>
            </a:r>
          </a:p>
        </p:txBody>
      </p:sp>
      <p:sp>
        <p:nvSpPr>
          <p:cNvPr id="59" name="文本框 58"/>
          <p:cNvSpPr txBox="1"/>
          <p:nvPr/>
        </p:nvSpPr>
        <p:spPr>
          <a:xfrm>
            <a:off x="3736671" y="3126292"/>
            <a:ext cx="769763" cy="1107996"/>
          </a:xfrm>
          <a:prstGeom prst="rect">
            <a:avLst/>
          </a:prstGeom>
          <a:noFill/>
        </p:spPr>
        <p:txBody>
          <a:bodyPr wrap="none" rtlCol="0" anchor="ctr">
            <a:spAutoFit/>
          </a:bodyPr>
          <a:lstStyle/>
          <a:p>
            <a:pPr algn="ctr"/>
            <a:r>
              <a:rPr lang="en-US" altLang="zh-CN" sz="2200" dirty="0">
                <a:solidFill>
                  <a:schemeClr val="tx1">
                    <a:lumMod val="65000"/>
                    <a:lumOff val="35000"/>
                  </a:schemeClr>
                </a:solidFill>
              </a:rPr>
              <a:t>STEP</a:t>
            </a:r>
          </a:p>
          <a:p>
            <a:pPr lvl="0" algn="ctr"/>
            <a:r>
              <a:rPr lang="en-US" altLang="zh-CN" sz="4400" dirty="0">
                <a:solidFill>
                  <a:schemeClr val="tx1">
                    <a:lumMod val="65000"/>
                    <a:lumOff val="35000"/>
                  </a:schemeClr>
                </a:solidFill>
                <a:latin typeface="Impact" panose="020B0806030902050204" pitchFamily="34" charset="0"/>
              </a:rPr>
              <a:t>04</a:t>
            </a:r>
          </a:p>
        </p:txBody>
      </p:sp>
      <p:sp>
        <p:nvSpPr>
          <p:cNvPr id="60" name="文本框 59"/>
          <p:cNvSpPr txBox="1"/>
          <p:nvPr/>
        </p:nvSpPr>
        <p:spPr>
          <a:xfrm>
            <a:off x="5726525" y="5055612"/>
            <a:ext cx="769763" cy="1107996"/>
          </a:xfrm>
          <a:prstGeom prst="rect">
            <a:avLst/>
          </a:prstGeom>
          <a:noFill/>
        </p:spPr>
        <p:txBody>
          <a:bodyPr wrap="none" rtlCol="0" anchor="ctr">
            <a:spAutoFit/>
          </a:bodyPr>
          <a:lstStyle/>
          <a:p>
            <a:pPr algn="ctr"/>
            <a:r>
              <a:rPr lang="en-US" altLang="zh-CN" sz="2200" dirty="0">
                <a:solidFill>
                  <a:schemeClr val="tx1">
                    <a:lumMod val="65000"/>
                    <a:lumOff val="35000"/>
                  </a:schemeClr>
                </a:solidFill>
              </a:rPr>
              <a:t>STEP</a:t>
            </a:r>
          </a:p>
          <a:p>
            <a:pPr lvl="0" algn="ctr"/>
            <a:r>
              <a:rPr lang="en-US" altLang="zh-CN" sz="4400" dirty="0">
                <a:solidFill>
                  <a:schemeClr val="tx1">
                    <a:lumMod val="65000"/>
                    <a:lumOff val="35000"/>
                  </a:schemeClr>
                </a:solidFill>
                <a:latin typeface="Impact" panose="020B0806030902050204" pitchFamily="34" charset="0"/>
              </a:rPr>
              <a:t>04</a:t>
            </a:r>
          </a:p>
        </p:txBody>
      </p:sp>
    </p:spTree>
    <p:extLst>
      <p:ext uri="{BB962C8B-B14F-4D97-AF65-F5344CB8AC3E}">
        <p14:creationId xmlns:p14="http://schemas.microsoft.com/office/powerpoint/2010/main" val="1498411838"/>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 name="组合 37"/>
          <p:cNvGrpSpPr/>
          <p:nvPr/>
        </p:nvGrpSpPr>
        <p:grpSpPr>
          <a:xfrm>
            <a:off x="3294969" y="808961"/>
            <a:ext cx="5602062" cy="5459018"/>
            <a:chOff x="2840442" y="208430"/>
            <a:chExt cx="6465409" cy="6300320"/>
          </a:xfrm>
        </p:grpSpPr>
        <p:sp>
          <p:nvSpPr>
            <p:cNvPr id="31" name="Freeform 24"/>
            <p:cNvSpPr>
              <a:spLocks/>
            </p:cNvSpPr>
            <p:nvPr/>
          </p:nvSpPr>
          <p:spPr bwMode="auto">
            <a:xfrm>
              <a:off x="3345656" y="688182"/>
              <a:ext cx="2006600" cy="2001837"/>
            </a:xfrm>
            <a:custGeom>
              <a:avLst/>
              <a:gdLst>
                <a:gd name="T0" fmla="*/ 824 w 1264"/>
                <a:gd name="T1" fmla="*/ 1089 h 1261"/>
                <a:gd name="T2" fmla="*/ 955 w 1264"/>
                <a:gd name="T3" fmla="*/ 957 h 1261"/>
                <a:gd name="T4" fmla="*/ 1264 w 1264"/>
                <a:gd name="T5" fmla="*/ 652 h 1261"/>
                <a:gd name="T6" fmla="*/ 1264 w 1264"/>
                <a:gd name="T7" fmla="*/ 0 h 1261"/>
                <a:gd name="T8" fmla="*/ 955 w 1264"/>
                <a:gd name="T9" fmla="*/ 307 h 1261"/>
                <a:gd name="T10" fmla="*/ 365 w 1264"/>
                <a:gd name="T11" fmla="*/ 895 h 1261"/>
                <a:gd name="T12" fmla="*/ 173 w 1264"/>
                <a:gd name="T13" fmla="*/ 1089 h 1261"/>
                <a:gd name="T14" fmla="*/ 0 w 1264"/>
                <a:gd name="T15" fmla="*/ 1261 h 1261"/>
                <a:gd name="T16" fmla="*/ 651 w 1264"/>
                <a:gd name="T17" fmla="*/ 1261 h 1261"/>
                <a:gd name="T18" fmla="*/ 824 w 1264"/>
                <a:gd name="T19" fmla="*/ 1089 h 1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4" h="1261">
                  <a:moveTo>
                    <a:pt x="824" y="1089"/>
                  </a:moveTo>
                  <a:lnTo>
                    <a:pt x="955" y="957"/>
                  </a:lnTo>
                  <a:lnTo>
                    <a:pt x="1264" y="652"/>
                  </a:lnTo>
                  <a:lnTo>
                    <a:pt x="1264" y="0"/>
                  </a:lnTo>
                  <a:lnTo>
                    <a:pt x="955" y="307"/>
                  </a:lnTo>
                  <a:lnTo>
                    <a:pt x="365" y="895"/>
                  </a:lnTo>
                  <a:lnTo>
                    <a:pt x="173" y="1089"/>
                  </a:lnTo>
                  <a:lnTo>
                    <a:pt x="0" y="1261"/>
                  </a:lnTo>
                  <a:lnTo>
                    <a:pt x="651" y="1261"/>
                  </a:lnTo>
                  <a:lnTo>
                    <a:pt x="824" y="1089"/>
                  </a:lnTo>
                  <a:close/>
                </a:path>
              </a:pathLst>
            </a:custGeom>
            <a:gradFill>
              <a:gsLst>
                <a:gs pos="100000">
                  <a:srgbClr val="FED300"/>
                </a:gs>
                <a:gs pos="13000">
                  <a:srgbClr val="DB4A04"/>
                </a:gs>
              </a:gsLst>
              <a:lin ang="18900000" scaled="0"/>
            </a:gradFill>
            <a:ln w="14288" cap="flat">
              <a:no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25"/>
            <p:cNvSpPr>
              <a:spLocks/>
            </p:cNvSpPr>
            <p:nvPr/>
          </p:nvSpPr>
          <p:spPr bwMode="auto">
            <a:xfrm>
              <a:off x="3345656" y="4166394"/>
              <a:ext cx="2006600" cy="2003425"/>
            </a:xfrm>
            <a:custGeom>
              <a:avLst/>
              <a:gdLst>
                <a:gd name="T0" fmla="*/ 824 w 1264"/>
                <a:gd name="T1" fmla="*/ 170 h 1262"/>
                <a:gd name="T2" fmla="*/ 955 w 1264"/>
                <a:gd name="T3" fmla="*/ 302 h 1262"/>
                <a:gd name="T4" fmla="*/ 1264 w 1264"/>
                <a:gd name="T5" fmla="*/ 611 h 1262"/>
                <a:gd name="T6" fmla="*/ 1264 w 1264"/>
                <a:gd name="T7" fmla="*/ 1262 h 1262"/>
                <a:gd name="T8" fmla="*/ 955 w 1264"/>
                <a:gd name="T9" fmla="*/ 954 h 1262"/>
                <a:gd name="T10" fmla="*/ 365 w 1264"/>
                <a:gd name="T11" fmla="*/ 365 h 1262"/>
                <a:gd name="T12" fmla="*/ 173 w 1264"/>
                <a:gd name="T13" fmla="*/ 170 h 1262"/>
                <a:gd name="T14" fmla="*/ 0 w 1264"/>
                <a:gd name="T15" fmla="*/ 0 h 1262"/>
                <a:gd name="T16" fmla="*/ 651 w 1264"/>
                <a:gd name="T17" fmla="*/ 0 h 1262"/>
                <a:gd name="T18" fmla="*/ 824 w 1264"/>
                <a:gd name="T19" fmla="*/ 170 h 1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4" h="1262">
                  <a:moveTo>
                    <a:pt x="824" y="170"/>
                  </a:moveTo>
                  <a:lnTo>
                    <a:pt x="955" y="302"/>
                  </a:lnTo>
                  <a:lnTo>
                    <a:pt x="1264" y="611"/>
                  </a:lnTo>
                  <a:lnTo>
                    <a:pt x="1264" y="1262"/>
                  </a:lnTo>
                  <a:lnTo>
                    <a:pt x="955" y="954"/>
                  </a:lnTo>
                  <a:lnTo>
                    <a:pt x="365" y="365"/>
                  </a:lnTo>
                  <a:lnTo>
                    <a:pt x="173" y="170"/>
                  </a:lnTo>
                  <a:lnTo>
                    <a:pt x="0" y="0"/>
                  </a:lnTo>
                  <a:lnTo>
                    <a:pt x="651" y="0"/>
                  </a:lnTo>
                  <a:lnTo>
                    <a:pt x="824" y="170"/>
                  </a:lnTo>
                  <a:close/>
                </a:path>
              </a:pathLst>
            </a:custGeom>
            <a:gradFill>
              <a:gsLst>
                <a:gs pos="100000">
                  <a:srgbClr val="E7E507"/>
                </a:gs>
                <a:gs pos="13000">
                  <a:srgbClr val="A6C43C"/>
                </a:gs>
              </a:gsLst>
              <a:lin ang="18900000" scaled="0"/>
            </a:gradFill>
            <a:ln w="14288" cap="flat">
              <a:no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26"/>
            <p:cNvSpPr>
              <a:spLocks/>
            </p:cNvSpPr>
            <p:nvPr/>
          </p:nvSpPr>
          <p:spPr bwMode="auto">
            <a:xfrm>
              <a:off x="6846094" y="4166394"/>
              <a:ext cx="2000250" cy="2003425"/>
            </a:xfrm>
            <a:custGeom>
              <a:avLst/>
              <a:gdLst>
                <a:gd name="T0" fmla="*/ 438 w 1260"/>
                <a:gd name="T1" fmla="*/ 170 h 1262"/>
                <a:gd name="T2" fmla="*/ 305 w 1260"/>
                <a:gd name="T3" fmla="*/ 302 h 1262"/>
                <a:gd name="T4" fmla="*/ 0 w 1260"/>
                <a:gd name="T5" fmla="*/ 611 h 1262"/>
                <a:gd name="T6" fmla="*/ 0 w 1260"/>
                <a:gd name="T7" fmla="*/ 1262 h 1262"/>
                <a:gd name="T8" fmla="*/ 305 w 1260"/>
                <a:gd name="T9" fmla="*/ 954 h 1262"/>
                <a:gd name="T10" fmla="*/ 893 w 1260"/>
                <a:gd name="T11" fmla="*/ 365 h 1262"/>
                <a:gd name="T12" fmla="*/ 1089 w 1260"/>
                <a:gd name="T13" fmla="*/ 170 h 1262"/>
                <a:gd name="T14" fmla="*/ 1260 w 1260"/>
                <a:gd name="T15" fmla="*/ 0 h 1262"/>
                <a:gd name="T16" fmla="*/ 608 w 1260"/>
                <a:gd name="T17" fmla="*/ 0 h 1262"/>
                <a:gd name="T18" fmla="*/ 438 w 1260"/>
                <a:gd name="T19" fmla="*/ 170 h 1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0" h="1262">
                  <a:moveTo>
                    <a:pt x="438" y="170"/>
                  </a:moveTo>
                  <a:lnTo>
                    <a:pt x="305" y="302"/>
                  </a:lnTo>
                  <a:lnTo>
                    <a:pt x="0" y="611"/>
                  </a:lnTo>
                  <a:lnTo>
                    <a:pt x="0" y="1262"/>
                  </a:lnTo>
                  <a:lnTo>
                    <a:pt x="305" y="954"/>
                  </a:lnTo>
                  <a:lnTo>
                    <a:pt x="893" y="365"/>
                  </a:lnTo>
                  <a:lnTo>
                    <a:pt x="1089" y="170"/>
                  </a:lnTo>
                  <a:lnTo>
                    <a:pt x="1260" y="0"/>
                  </a:lnTo>
                  <a:lnTo>
                    <a:pt x="608" y="0"/>
                  </a:lnTo>
                  <a:lnTo>
                    <a:pt x="438" y="170"/>
                  </a:lnTo>
                  <a:close/>
                </a:path>
              </a:pathLst>
            </a:custGeom>
            <a:gradFill>
              <a:gsLst>
                <a:gs pos="100000">
                  <a:srgbClr val="89C3A6"/>
                </a:gs>
                <a:gs pos="13000">
                  <a:srgbClr val="007BBC"/>
                </a:gs>
              </a:gsLst>
              <a:lin ang="18900000" scaled="0"/>
            </a:gradFill>
            <a:ln w="14288" cap="flat">
              <a:no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27"/>
            <p:cNvSpPr>
              <a:spLocks/>
            </p:cNvSpPr>
            <p:nvPr/>
          </p:nvSpPr>
          <p:spPr bwMode="auto">
            <a:xfrm>
              <a:off x="6846094" y="688182"/>
              <a:ext cx="2000250" cy="2001837"/>
            </a:xfrm>
            <a:custGeom>
              <a:avLst/>
              <a:gdLst>
                <a:gd name="T0" fmla="*/ 438 w 1260"/>
                <a:gd name="T1" fmla="*/ 1089 h 1261"/>
                <a:gd name="T2" fmla="*/ 305 w 1260"/>
                <a:gd name="T3" fmla="*/ 957 h 1261"/>
                <a:gd name="T4" fmla="*/ 0 w 1260"/>
                <a:gd name="T5" fmla="*/ 652 h 1261"/>
                <a:gd name="T6" fmla="*/ 0 w 1260"/>
                <a:gd name="T7" fmla="*/ 0 h 1261"/>
                <a:gd name="T8" fmla="*/ 305 w 1260"/>
                <a:gd name="T9" fmla="*/ 307 h 1261"/>
                <a:gd name="T10" fmla="*/ 893 w 1260"/>
                <a:gd name="T11" fmla="*/ 895 h 1261"/>
                <a:gd name="T12" fmla="*/ 1089 w 1260"/>
                <a:gd name="T13" fmla="*/ 1089 h 1261"/>
                <a:gd name="T14" fmla="*/ 1260 w 1260"/>
                <a:gd name="T15" fmla="*/ 1261 h 1261"/>
                <a:gd name="T16" fmla="*/ 608 w 1260"/>
                <a:gd name="T17" fmla="*/ 1261 h 1261"/>
                <a:gd name="T18" fmla="*/ 438 w 1260"/>
                <a:gd name="T19" fmla="*/ 1089 h 1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0" h="1261">
                  <a:moveTo>
                    <a:pt x="438" y="1089"/>
                  </a:moveTo>
                  <a:lnTo>
                    <a:pt x="305" y="957"/>
                  </a:lnTo>
                  <a:lnTo>
                    <a:pt x="0" y="652"/>
                  </a:lnTo>
                  <a:lnTo>
                    <a:pt x="0" y="0"/>
                  </a:lnTo>
                  <a:lnTo>
                    <a:pt x="305" y="307"/>
                  </a:lnTo>
                  <a:lnTo>
                    <a:pt x="893" y="895"/>
                  </a:lnTo>
                  <a:lnTo>
                    <a:pt x="1089" y="1089"/>
                  </a:lnTo>
                  <a:lnTo>
                    <a:pt x="1260" y="1261"/>
                  </a:lnTo>
                  <a:lnTo>
                    <a:pt x="608" y="1261"/>
                  </a:lnTo>
                  <a:lnTo>
                    <a:pt x="438" y="1089"/>
                  </a:lnTo>
                  <a:close/>
                </a:path>
              </a:pathLst>
            </a:custGeom>
            <a:gradFill>
              <a:gsLst>
                <a:gs pos="100000">
                  <a:srgbClr val="E1579B"/>
                </a:gs>
                <a:gs pos="13000">
                  <a:srgbClr val="9E007A"/>
                </a:gs>
              </a:gsLst>
              <a:lin ang="18900000" scaled="0"/>
            </a:gradFill>
            <a:ln w="14288" cap="flat">
              <a:no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zh-CN" altLang="en-US"/>
            </a:p>
          </p:txBody>
        </p:sp>
        <p:grpSp>
          <p:nvGrpSpPr>
            <p:cNvPr id="35" name="组合 17"/>
            <p:cNvGrpSpPr/>
            <p:nvPr/>
          </p:nvGrpSpPr>
          <p:grpSpPr>
            <a:xfrm>
              <a:off x="5197998" y="208430"/>
              <a:ext cx="1802354" cy="2124762"/>
              <a:chOff x="5197998" y="208430"/>
              <a:chExt cx="1802354" cy="2124762"/>
            </a:xfrm>
          </p:grpSpPr>
          <p:pic>
            <p:nvPicPr>
              <p:cNvPr id="55" name="Picture 3"/>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2767" r="7205" b="57679"/>
              <a:stretch/>
            </p:blipFill>
            <p:spPr bwMode="auto">
              <a:xfrm rot="5400000">
                <a:off x="5860842" y="1193682"/>
                <a:ext cx="2124762" cy="1542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6" name="Picture 3"/>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2767" r="7205" b="57679"/>
              <a:stretch/>
            </p:blipFill>
            <p:spPr bwMode="auto">
              <a:xfrm rot="16200000" flipH="1">
                <a:off x="4212746" y="1193682"/>
                <a:ext cx="2124762" cy="1542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 name="组合 25"/>
            <p:cNvGrpSpPr/>
            <p:nvPr/>
          </p:nvGrpSpPr>
          <p:grpSpPr>
            <a:xfrm>
              <a:off x="2840442" y="2535761"/>
              <a:ext cx="2124763" cy="1784891"/>
              <a:chOff x="2840442" y="2535761"/>
              <a:chExt cx="2124763" cy="1784891"/>
            </a:xfrm>
          </p:grpSpPr>
          <p:pic>
            <p:nvPicPr>
              <p:cNvPr id="53" name="Picture 3"/>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2767" r="7205" b="57679"/>
              <a:stretch/>
            </p:blipFill>
            <p:spPr bwMode="auto">
              <a:xfrm>
                <a:off x="2840442" y="2535761"/>
                <a:ext cx="2124762" cy="1542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4" name="Picture 3"/>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2767" r="7205" b="57679"/>
              <a:stretch/>
            </p:blipFill>
            <p:spPr bwMode="auto">
              <a:xfrm rot="10800000" flipH="1">
                <a:off x="2840443" y="4166394"/>
                <a:ext cx="2124762" cy="1542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7" name="组合 22"/>
            <p:cNvGrpSpPr/>
            <p:nvPr/>
          </p:nvGrpSpPr>
          <p:grpSpPr>
            <a:xfrm>
              <a:off x="5197998" y="4383988"/>
              <a:ext cx="1802354" cy="2124762"/>
              <a:chOff x="5197998" y="208430"/>
              <a:chExt cx="1802354" cy="2124762"/>
            </a:xfrm>
          </p:grpSpPr>
          <p:pic>
            <p:nvPicPr>
              <p:cNvPr id="51" name="Picture 3"/>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2767" r="7205" b="57679"/>
              <a:stretch/>
            </p:blipFill>
            <p:spPr bwMode="auto">
              <a:xfrm rot="5400000">
                <a:off x="5860842" y="1193682"/>
                <a:ext cx="2124762" cy="1542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2" name="Picture 3"/>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2767" r="7205" b="57679"/>
              <a:stretch/>
            </p:blipFill>
            <p:spPr bwMode="auto">
              <a:xfrm rot="16200000" flipH="1">
                <a:off x="4212746" y="1193682"/>
                <a:ext cx="2124762" cy="1542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8" name="组合 26"/>
            <p:cNvGrpSpPr/>
            <p:nvPr/>
          </p:nvGrpSpPr>
          <p:grpSpPr>
            <a:xfrm>
              <a:off x="7181088" y="2535761"/>
              <a:ext cx="2124763" cy="1784891"/>
              <a:chOff x="2840442" y="2535761"/>
              <a:chExt cx="2124763" cy="1784891"/>
            </a:xfrm>
          </p:grpSpPr>
          <p:pic>
            <p:nvPicPr>
              <p:cNvPr id="49" name="Picture 3"/>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2767" r="7205" b="57679"/>
              <a:stretch/>
            </p:blipFill>
            <p:spPr bwMode="auto">
              <a:xfrm>
                <a:off x="2840442" y="2535761"/>
                <a:ext cx="2124762" cy="1542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0" name="Picture 3"/>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2767" r="7205" b="57679"/>
              <a:stretch/>
            </p:blipFill>
            <p:spPr bwMode="auto">
              <a:xfrm rot="10800000" flipH="1">
                <a:off x="2840443" y="4166394"/>
                <a:ext cx="2124762" cy="1542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57" name="文本框 56"/>
          <p:cNvSpPr txBox="1"/>
          <p:nvPr/>
        </p:nvSpPr>
        <p:spPr>
          <a:xfrm>
            <a:off x="7836779" y="4778613"/>
            <a:ext cx="2856518" cy="830997"/>
          </a:xfrm>
          <a:prstGeom prst="rect">
            <a:avLst/>
          </a:prstGeom>
          <a:noFill/>
        </p:spPr>
        <p:txBody>
          <a:bodyPr wrap="square" rtlCol="0">
            <a:spAutoFit/>
          </a:bodyPr>
          <a:lstStyle/>
          <a:p>
            <a:pPr>
              <a:lnSpc>
                <a:spcPct val="120000"/>
              </a:lnSpc>
            </a:pPr>
            <a:r>
              <a:rPr lang="zh-CN" altLang="en-US" sz="2400" b="1" dirty="0">
                <a:solidFill>
                  <a:srgbClr val="007BC6"/>
                </a:solidFill>
              </a:rPr>
              <a:t>添加标题</a:t>
            </a:r>
            <a:endParaRPr lang="en-US" altLang="zh-CN" sz="2400" b="1" dirty="0">
              <a:solidFill>
                <a:srgbClr val="007BC6"/>
              </a:solidFill>
            </a:endParaRPr>
          </a:p>
          <a:p>
            <a:pPr>
              <a:lnSpc>
                <a:spcPct val="120000"/>
              </a:lnSpc>
            </a:pPr>
            <a:r>
              <a:rPr lang="zh-CN" altLang="en-US" sz="1600" dirty="0">
                <a:solidFill>
                  <a:schemeClr val="tx1">
                    <a:lumMod val="65000"/>
                    <a:lumOff val="35000"/>
                  </a:schemeClr>
                </a:solidFill>
              </a:rPr>
              <a:t>添加内容添加内容</a:t>
            </a:r>
          </a:p>
        </p:txBody>
      </p:sp>
      <p:sp>
        <p:nvSpPr>
          <p:cNvPr id="58" name="文本框 57"/>
          <p:cNvSpPr txBox="1"/>
          <p:nvPr/>
        </p:nvSpPr>
        <p:spPr>
          <a:xfrm>
            <a:off x="1496438" y="1565481"/>
            <a:ext cx="2856518" cy="830997"/>
          </a:xfrm>
          <a:prstGeom prst="rect">
            <a:avLst/>
          </a:prstGeom>
          <a:noFill/>
        </p:spPr>
        <p:txBody>
          <a:bodyPr wrap="square" rtlCol="0">
            <a:spAutoFit/>
          </a:bodyPr>
          <a:lstStyle/>
          <a:p>
            <a:pPr algn="r">
              <a:lnSpc>
                <a:spcPct val="120000"/>
              </a:lnSpc>
            </a:pPr>
            <a:r>
              <a:rPr lang="zh-CN" altLang="en-US" sz="2400" b="1" dirty="0">
                <a:solidFill>
                  <a:srgbClr val="FF8900"/>
                </a:solidFill>
              </a:rPr>
              <a:t>添加标题</a:t>
            </a:r>
            <a:endParaRPr lang="en-US" altLang="zh-CN" sz="2400" b="1" dirty="0">
              <a:solidFill>
                <a:srgbClr val="FF8900"/>
              </a:solidFill>
            </a:endParaRPr>
          </a:p>
          <a:p>
            <a:pPr algn="r">
              <a:lnSpc>
                <a:spcPct val="120000"/>
              </a:lnSpc>
            </a:pPr>
            <a:r>
              <a:rPr lang="zh-CN" altLang="en-US" sz="1600" dirty="0">
                <a:solidFill>
                  <a:schemeClr val="tx1">
                    <a:lumMod val="65000"/>
                    <a:lumOff val="35000"/>
                  </a:schemeClr>
                </a:solidFill>
              </a:rPr>
              <a:t>添加内容添加内容</a:t>
            </a:r>
          </a:p>
        </p:txBody>
      </p:sp>
      <p:sp>
        <p:nvSpPr>
          <p:cNvPr id="59" name="文本框 58"/>
          <p:cNvSpPr txBox="1"/>
          <p:nvPr/>
        </p:nvSpPr>
        <p:spPr>
          <a:xfrm>
            <a:off x="7836779" y="1565481"/>
            <a:ext cx="2856518" cy="830997"/>
          </a:xfrm>
          <a:prstGeom prst="rect">
            <a:avLst/>
          </a:prstGeom>
          <a:noFill/>
        </p:spPr>
        <p:txBody>
          <a:bodyPr wrap="square" rtlCol="0">
            <a:spAutoFit/>
          </a:bodyPr>
          <a:lstStyle/>
          <a:p>
            <a:pPr>
              <a:lnSpc>
                <a:spcPct val="120000"/>
              </a:lnSpc>
            </a:pPr>
            <a:r>
              <a:rPr lang="zh-CN" altLang="en-US" sz="2400" b="1" dirty="0">
                <a:solidFill>
                  <a:srgbClr val="6D5DA5"/>
                </a:solidFill>
              </a:rPr>
              <a:t>添加标题</a:t>
            </a:r>
            <a:endParaRPr lang="en-US" altLang="zh-CN" sz="2400" b="1" dirty="0">
              <a:solidFill>
                <a:srgbClr val="6D5DA5"/>
              </a:solidFill>
            </a:endParaRPr>
          </a:p>
          <a:p>
            <a:pPr>
              <a:lnSpc>
                <a:spcPct val="120000"/>
              </a:lnSpc>
            </a:pPr>
            <a:r>
              <a:rPr lang="zh-CN" altLang="en-US" sz="1600" dirty="0">
                <a:solidFill>
                  <a:schemeClr val="tx1">
                    <a:lumMod val="65000"/>
                    <a:lumOff val="35000"/>
                  </a:schemeClr>
                </a:solidFill>
              </a:rPr>
              <a:t>添加内容添加内容</a:t>
            </a:r>
          </a:p>
        </p:txBody>
      </p:sp>
      <p:sp>
        <p:nvSpPr>
          <p:cNvPr id="60" name="文本框 59"/>
          <p:cNvSpPr txBox="1"/>
          <p:nvPr/>
        </p:nvSpPr>
        <p:spPr>
          <a:xfrm>
            <a:off x="1496438" y="4778613"/>
            <a:ext cx="2856518" cy="830997"/>
          </a:xfrm>
          <a:prstGeom prst="rect">
            <a:avLst/>
          </a:prstGeom>
          <a:noFill/>
        </p:spPr>
        <p:txBody>
          <a:bodyPr wrap="square" rtlCol="0">
            <a:spAutoFit/>
          </a:bodyPr>
          <a:lstStyle/>
          <a:p>
            <a:pPr algn="r">
              <a:lnSpc>
                <a:spcPct val="120000"/>
              </a:lnSpc>
            </a:pPr>
            <a:r>
              <a:rPr lang="zh-CN" altLang="en-US" sz="2400" b="1" dirty="0">
                <a:solidFill>
                  <a:srgbClr val="9FC628"/>
                </a:solidFill>
              </a:rPr>
              <a:t>添加标题</a:t>
            </a:r>
            <a:endParaRPr lang="en-US" altLang="zh-CN" sz="2400" b="1" dirty="0">
              <a:solidFill>
                <a:srgbClr val="9FC628"/>
              </a:solidFill>
            </a:endParaRPr>
          </a:p>
          <a:p>
            <a:pPr algn="r">
              <a:lnSpc>
                <a:spcPct val="120000"/>
              </a:lnSpc>
            </a:pPr>
            <a:r>
              <a:rPr lang="zh-CN" altLang="en-US" sz="1600" dirty="0">
                <a:solidFill>
                  <a:schemeClr val="tx1">
                    <a:lumMod val="65000"/>
                    <a:lumOff val="35000"/>
                  </a:schemeClr>
                </a:solidFill>
              </a:rPr>
              <a:t>添加内容添加内容</a:t>
            </a:r>
          </a:p>
        </p:txBody>
      </p:sp>
      <p:sp>
        <p:nvSpPr>
          <p:cNvPr id="61" name="文本框 60"/>
          <p:cNvSpPr txBox="1"/>
          <p:nvPr/>
        </p:nvSpPr>
        <p:spPr>
          <a:xfrm>
            <a:off x="5744318" y="1011483"/>
            <a:ext cx="734176" cy="1107996"/>
          </a:xfrm>
          <a:prstGeom prst="rect">
            <a:avLst/>
          </a:prstGeom>
          <a:noFill/>
        </p:spPr>
        <p:txBody>
          <a:bodyPr wrap="none" rtlCol="0" anchor="ctr">
            <a:spAutoFit/>
          </a:bodyPr>
          <a:lstStyle/>
          <a:p>
            <a:pPr algn="ctr"/>
            <a:r>
              <a:rPr lang="en-US" altLang="zh-CN" sz="2200" dirty="0">
                <a:solidFill>
                  <a:schemeClr val="tx1">
                    <a:lumMod val="65000"/>
                    <a:lumOff val="35000"/>
                  </a:schemeClr>
                </a:solidFill>
              </a:rPr>
              <a:t>STEP</a:t>
            </a:r>
          </a:p>
          <a:p>
            <a:pPr lvl="0" algn="ctr"/>
            <a:r>
              <a:rPr lang="en-US" altLang="zh-CN" sz="4400" dirty="0">
                <a:solidFill>
                  <a:schemeClr val="tx1">
                    <a:lumMod val="65000"/>
                    <a:lumOff val="35000"/>
                  </a:schemeClr>
                </a:solidFill>
                <a:latin typeface="Impact" panose="020B0806030902050204" pitchFamily="34" charset="0"/>
              </a:rPr>
              <a:t>01</a:t>
            </a:r>
          </a:p>
        </p:txBody>
      </p:sp>
      <p:sp>
        <p:nvSpPr>
          <p:cNvPr id="62" name="文本框 61"/>
          <p:cNvSpPr txBox="1"/>
          <p:nvPr/>
        </p:nvSpPr>
        <p:spPr>
          <a:xfrm>
            <a:off x="7741212" y="3126292"/>
            <a:ext cx="771366" cy="1107996"/>
          </a:xfrm>
          <a:prstGeom prst="rect">
            <a:avLst/>
          </a:prstGeom>
          <a:noFill/>
        </p:spPr>
        <p:txBody>
          <a:bodyPr wrap="none" rtlCol="0" anchor="ctr">
            <a:spAutoFit/>
          </a:bodyPr>
          <a:lstStyle/>
          <a:p>
            <a:pPr algn="ctr"/>
            <a:r>
              <a:rPr lang="en-US" altLang="zh-CN" sz="2200" dirty="0">
                <a:solidFill>
                  <a:schemeClr val="tx1">
                    <a:lumMod val="65000"/>
                    <a:lumOff val="35000"/>
                  </a:schemeClr>
                </a:solidFill>
              </a:rPr>
              <a:t>STEP</a:t>
            </a:r>
          </a:p>
          <a:p>
            <a:pPr lvl="0" algn="ctr"/>
            <a:r>
              <a:rPr lang="en-US" altLang="zh-CN" sz="4400" dirty="0">
                <a:solidFill>
                  <a:schemeClr val="tx1">
                    <a:lumMod val="65000"/>
                    <a:lumOff val="35000"/>
                  </a:schemeClr>
                </a:solidFill>
                <a:latin typeface="Impact" panose="020B0806030902050204" pitchFamily="34" charset="0"/>
              </a:rPr>
              <a:t>02</a:t>
            </a:r>
          </a:p>
        </p:txBody>
      </p:sp>
      <p:sp>
        <p:nvSpPr>
          <p:cNvPr id="63" name="文本框 62"/>
          <p:cNvSpPr txBox="1"/>
          <p:nvPr/>
        </p:nvSpPr>
        <p:spPr>
          <a:xfrm>
            <a:off x="3736671" y="3126292"/>
            <a:ext cx="769763" cy="1107996"/>
          </a:xfrm>
          <a:prstGeom prst="rect">
            <a:avLst/>
          </a:prstGeom>
          <a:noFill/>
        </p:spPr>
        <p:txBody>
          <a:bodyPr wrap="none" rtlCol="0" anchor="ctr">
            <a:spAutoFit/>
          </a:bodyPr>
          <a:lstStyle/>
          <a:p>
            <a:pPr algn="ctr"/>
            <a:r>
              <a:rPr lang="en-US" altLang="zh-CN" sz="2200" dirty="0">
                <a:solidFill>
                  <a:schemeClr val="tx1">
                    <a:lumMod val="65000"/>
                    <a:lumOff val="35000"/>
                  </a:schemeClr>
                </a:solidFill>
              </a:rPr>
              <a:t>STEP</a:t>
            </a:r>
          </a:p>
          <a:p>
            <a:pPr lvl="0" algn="ctr"/>
            <a:r>
              <a:rPr lang="en-US" altLang="zh-CN" sz="4400" dirty="0">
                <a:solidFill>
                  <a:schemeClr val="tx1">
                    <a:lumMod val="65000"/>
                    <a:lumOff val="35000"/>
                  </a:schemeClr>
                </a:solidFill>
                <a:latin typeface="Impact" panose="020B0806030902050204" pitchFamily="34" charset="0"/>
              </a:rPr>
              <a:t>04</a:t>
            </a:r>
          </a:p>
        </p:txBody>
      </p:sp>
      <p:sp>
        <p:nvSpPr>
          <p:cNvPr id="64" name="文本框 63"/>
          <p:cNvSpPr txBox="1"/>
          <p:nvPr/>
        </p:nvSpPr>
        <p:spPr>
          <a:xfrm>
            <a:off x="5726525" y="5055612"/>
            <a:ext cx="769763" cy="1107996"/>
          </a:xfrm>
          <a:prstGeom prst="rect">
            <a:avLst/>
          </a:prstGeom>
          <a:noFill/>
        </p:spPr>
        <p:txBody>
          <a:bodyPr wrap="none" rtlCol="0" anchor="ctr">
            <a:spAutoFit/>
          </a:bodyPr>
          <a:lstStyle/>
          <a:p>
            <a:pPr algn="ctr"/>
            <a:r>
              <a:rPr lang="en-US" altLang="zh-CN" sz="2200" dirty="0">
                <a:solidFill>
                  <a:schemeClr val="tx1">
                    <a:lumMod val="65000"/>
                    <a:lumOff val="35000"/>
                  </a:schemeClr>
                </a:solidFill>
              </a:rPr>
              <a:t>STEP</a:t>
            </a:r>
          </a:p>
          <a:p>
            <a:pPr lvl="0" algn="ctr"/>
            <a:r>
              <a:rPr lang="en-US" altLang="zh-CN" sz="4400" dirty="0">
                <a:solidFill>
                  <a:schemeClr val="tx1">
                    <a:lumMod val="65000"/>
                    <a:lumOff val="35000"/>
                  </a:schemeClr>
                </a:solidFill>
                <a:latin typeface="Impact" panose="020B0806030902050204" pitchFamily="34" charset="0"/>
              </a:rPr>
              <a:t>04</a:t>
            </a:r>
          </a:p>
        </p:txBody>
      </p:sp>
    </p:spTree>
    <p:extLst>
      <p:ext uri="{BB962C8B-B14F-4D97-AF65-F5344CB8AC3E}">
        <p14:creationId xmlns:p14="http://schemas.microsoft.com/office/powerpoint/2010/main" val="267032897"/>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4"/>
          <p:cNvGrpSpPr>
            <a:grpSpLocks noChangeAspect="1"/>
          </p:cNvGrpSpPr>
          <p:nvPr/>
        </p:nvGrpSpPr>
        <p:grpSpPr bwMode="auto">
          <a:xfrm>
            <a:off x="4251697" y="2399727"/>
            <a:ext cx="3686351" cy="3686362"/>
            <a:chOff x="1008" y="422"/>
            <a:chExt cx="3276" cy="3276"/>
          </a:xfrm>
        </p:grpSpPr>
        <p:sp>
          <p:nvSpPr>
            <p:cNvPr id="4" name="AutoShape 3"/>
            <p:cNvSpPr>
              <a:spLocks noChangeAspect="1" noChangeArrowheads="1" noTextEdit="1"/>
            </p:cNvSpPr>
            <p:nvPr/>
          </p:nvSpPr>
          <p:spPr bwMode="auto">
            <a:xfrm>
              <a:off x="1010" y="422"/>
              <a:ext cx="3274" cy="3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5" name="Group 205"/>
            <p:cNvGrpSpPr>
              <a:grpSpLocks/>
            </p:cNvGrpSpPr>
            <p:nvPr/>
          </p:nvGrpSpPr>
          <p:grpSpPr bwMode="auto">
            <a:xfrm>
              <a:off x="1008" y="422"/>
              <a:ext cx="3276" cy="3276"/>
              <a:chOff x="1008" y="422"/>
              <a:chExt cx="3276" cy="3276"/>
            </a:xfrm>
          </p:grpSpPr>
          <p:sp>
            <p:nvSpPr>
              <p:cNvPr id="56" name="Freeform 5"/>
              <p:cNvSpPr>
                <a:spLocks/>
              </p:cNvSpPr>
              <p:nvPr/>
            </p:nvSpPr>
            <p:spPr bwMode="auto">
              <a:xfrm>
                <a:off x="2722" y="424"/>
                <a:ext cx="1562" cy="1944"/>
              </a:xfrm>
              <a:custGeom>
                <a:avLst/>
                <a:gdLst>
                  <a:gd name="T0" fmla="*/ 660 w 660"/>
                  <a:gd name="T1" fmla="*/ 685 h 821"/>
                  <a:gd name="T2" fmla="*/ 0 w 660"/>
                  <a:gd name="T3" fmla="*/ 0 h 821"/>
                  <a:gd name="T4" fmla="*/ 64 w 660"/>
                  <a:gd name="T5" fmla="*/ 68 h 821"/>
                  <a:gd name="T6" fmla="*/ 136 w 660"/>
                  <a:gd name="T7" fmla="*/ 146 h 821"/>
                  <a:gd name="T8" fmla="*/ 136 w 660"/>
                  <a:gd name="T9" fmla="*/ 146 h 821"/>
                  <a:gd name="T10" fmla="*/ 136 w 660"/>
                  <a:gd name="T11" fmla="*/ 146 h 821"/>
                  <a:gd name="T12" fmla="*/ 2 w 660"/>
                  <a:gd name="T13" fmla="*/ 263 h 821"/>
                  <a:gd name="T14" fmla="*/ 397 w 660"/>
                  <a:gd name="T15" fmla="*/ 686 h 821"/>
                  <a:gd name="T16" fmla="*/ 516 w 660"/>
                  <a:gd name="T17" fmla="*/ 821 h 821"/>
                  <a:gd name="T18" fmla="*/ 660 w 660"/>
                  <a:gd name="T19" fmla="*/ 685 h 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0" h="821">
                    <a:moveTo>
                      <a:pt x="660" y="685"/>
                    </a:moveTo>
                    <a:cubicBezTo>
                      <a:pt x="657" y="317"/>
                      <a:pt x="365" y="17"/>
                      <a:pt x="0" y="0"/>
                    </a:cubicBezTo>
                    <a:cubicBezTo>
                      <a:pt x="64" y="68"/>
                      <a:pt x="64" y="68"/>
                      <a:pt x="64" y="68"/>
                    </a:cubicBezTo>
                    <a:cubicBezTo>
                      <a:pt x="136" y="146"/>
                      <a:pt x="136" y="146"/>
                      <a:pt x="136" y="146"/>
                    </a:cubicBezTo>
                    <a:cubicBezTo>
                      <a:pt x="136" y="146"/>
                      <a:pt x="136" y="146"/>
                      <a:pt x="136" y="146"/>
                    </a:cubicBezTo>
                    <a:cubicBezTo>
                      <a:pt x="136" y="146"/>
                      <a:pt x="136" y="146"/>
                      <a:pt x="136" y="146"/>
                    </a:cubicBezTo>
                    <a:cubicBezTo>
                      <a:pt x="2" y="263"/>
                      <a:pt x="2" y="263"/>
                      <a:pt x="2" y="263"/>
                    </a:cubicBezTo>
                    <a:cubicBezTo>
                      <a:pt x="221" y="281"/>
                      <a:pt x="395" y="463"/>
                      <a:pt x="397" y="686"/>
                    </a:cubicBezTo>
                    <a:cubicBezTo>
                      <a:pt x="516" y="821"/>
                      <a:pt x="516" y="821"/>
                      <a:pt x="516" y="821"/>
                    </a:cubicBezTo>
                    <a:lnTo>
                      <a:pt x="660" y="685"/>
                    </a:lnTo>
                    <a:close/>
                  </a:path>
                </a:pathLst>
              </a:custGeom>
              <a:solidFill>
                <a:srgbClr val="2941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6"/>
              <p:cNvSpPr>
                <a:spLocks/>
              </p:cNvSpPr>
              <p:nvPr/>
            </p:nvSpPr>
            <p:spPr bwMode="auto">
              <a:xfrm>
                <a:off x="2340" y="2136"/>
                <a:ext cx="1942" cy="1562"/>
              </a:xfrm>
              <a:custGeom>
                <a:avLst/>
                <a:gdLst>
                  <a:gd name="T0" fmla="*/ 135 w 820"/>
                  <a:gd name="T1" fmla="*/ 660 h 660"/>
                  <a:gd name="T2" fmla="*/ 820 w 820"/>
                  <a:gd name="T3" fmla="*/ 0 h 660"/>
                  <a:gd name="T4" fmla="*/ 675 w 820"/>
                  <a:gd name="T5" fmla="*/ 136 h 660"/>
                  <a:gd name="T6" fmla="*/ 557 w 820"/>
                  <a:gd name="T7" fmla="*/ 2 h 660"/>
                  <a:gd name="T8" fmla="*/ 134 w 820"/>
                  <a:gd name="T9" fmla="*/ 397 h 660"/>
                  <a:gd name="T10" fmla="*/ 0 w 820"/>
                  <a:gd name="T11" fmla="*/ 516 h 660"/>
                  <a:gd name="T12" fmla="*/ 110 w 820"/>
                  <a:gd name="T13" fmla="*/ 633 h 660"/>
                  <a:gd name="T14" fmla="*/ 135 w 820"/>
                  <a:gd name="T15" fmla="*/ 660 h 6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0" h="660">
                    <a:moveTo>
                      <a:pt x="135" y="660"/>
                    </a:moveTo>
                    <a:cubicBezTo>
                      <a:pt x="503" y="657"/>
                      <a:pt x="804" y="365"/>
                      <a:pt x="820" y="0"/>
                    </a:cubicBezTo>
                    <a:cubicBezTo>
                      <a:pt x="675" y="136"/>
                      <a:pt x="675" y="136"/>
                      <a:pt x="675" y="136"/>
                    </a:cubicBezTo>
                    <a:cubicBezTo>
                      <a:pt x="557" y="2"/>
                      <a:pt x="557" y="2"/>
                      <a:pt x="557" y="2"/>
                    </a:cubicBezTo>
                    <a:cubicBezTo>
                      <a:pt x="540" y="221"/>
                      <a:pt x="357" y="395"/>
                      <a:pt x="134" y="397"/>
                    </a:cubicBezTo>
                    <a:cubicBezTo>
                      <a:pt x="0" y="516"/>
                      <a:pt x="0" y="516"/>
                      <a:pt x="0" y="516"/>
                    </a:cubicBezTo>
                    <a:cubicBezTo>
                      <a:pt x="110" y="633"/>
                      <a:pt x="110" y="633"/>
                      <a:pt x="110" y="633"/>
                    </a:cubicBezTo>
                    <a:lnTo>
                      <a:pt x="135" y="660"/>
                    </a:lnTo>
                    <a:close/>
                  </a:path>
                </a:pathLst>
              </a:custGeom>
              <a:solidFill>
                <a:srgbClr val="2199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7"/>
              <p:cNvSpPr>
                <a:spLocks/>
              </p:cNvSpPr>
              <p:nvPr/>
            </p:nvSpPr>
            <p:spPr bwMode="auto">
              <a:xfrm>
                <a:off x="1008" y="1755"/>
                <a:ext cx="1564" cy="1941"/>
              </a:xfrm>
              <a:custGeom>
                <a:avLst/>
                <a:gdLst>
                  <a:gd name="T0" fmla="*/ 661 w 661"/>
                  <a:gd name="T1" fmla="*/ 820 h 820"/>
                  <a:gd name="T2" fmla="*/ 657 w 661"/>
                  <a:gd name="T3" fmla="*/ 816 h 820"/>
                  <a:gd name="T4" fmla="*/ 524 w 661"/>
                  <a:gd name="T5" fmla="*/ 675 h 820"/>
                  <a:gd name="T6" fmla="*/ 658 w 661"/>
                  <a:gd name="T7" fmla="*/ 557 h 820"/>
                  <a:gd name="T8" fmla="*/ 263 w 661"/>
                  <a:gd name="T9" fmla="*/ 134 h 820"/>
                  <a:gd name="T10" fmla="*/ 145 w 661"/>
                  <a:gd name="T11" fmla="*/ 0 h 820"/>
                  <a:gd name="T12" fmla="*/ 0 w 661"/>
                  <a:gd name="T13" fmla="*/ 135 h 820"/>
                  <a:gd name="T14" fmla="*/ 661 w 661"/>
                  <a:gd name="T15" fmla="*/ 820 h 8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1" h="820">
                    <a:moveTo>
                      <a:pt x="661" y="820"/>
                    </a:moveTo>
                    <a:cubicBezTo>
                      <a:pt x="657" y="816"/>
                      <a:pt x="657" y="816"/>
                      <a:pt x="657" y="816"/>
                    </a:cubicBezTo>
                    <a:cubicBezTo>
                      <a:pt x="524" y="675"/>
                      <a:pt x="524" y="675"/>
                      <a:pt x="524" y="675"/>
                    </a:cubicBezTo>
                    <a:cubicBezTo>
                      <a:pt x="658" y="557"/>
                      <a:pt x="658" y="557"/>
                      <a:pt x="658" y="557"/>
                    </a:cubicBezTo>
                    <a:cubicBezTo>
                      <a:pt x="439" y="540"/>
                      <a:pt x="266" y="357"/>
                      <a:pt x="263" y="134"/>
                    </a:cubicBezTo>
                    <a:cubicBezTo>
                      <a:pt x="145" y="0"/>
                      <a:pt x="145" y="0"/>
                      <a:pt x="145" y="0"/>
                    </a:cubicBezTo>
                    <a:cubicBezTo>
                      <a:pt x="0" y="135"/>
                      <a:pt x="0" y="135"/>
                      <a:pt x="0" y="135"/>
                    </a:cubicBezTo>
                    <a:cubicBezTo>
                      <a:pt x="3" y="503"/>
                      <a:pt x="296" y="804"/>
                      <a:pt x="661" y="820"/>
                    </a:cubicBezTo>
                    <a:close/>
                  </a:path>
                </a:pathLst>
              </a:custGeom>
              <a:solidFill>
                <a:srgbClr val="EA98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8"/>
              <p:cNvSpPr>
                <a:spLocks/>
              </p:cNvSpPr>
              <p:nvPr/>
            </p:nvSpPr>
            <p:spPr bwMode="auto">
              <a:xfrm>
                <a:off x="1010" y="422"/>
                <a:ext cx="1941" cy="1565"/>
              </a:xfrm>
              <a:custGeom>
                <a:avLst/>
                <a:gdLst>
                  <a:gd name="T0" fmla="*/ 685 w 820"/>
                  <a:gd name="T1" fmla="*/ 0 h 661"/>
                  <a:gd name="T2" fmla="*/ 0 w 820"/>
                  <a:gd name="T3" fmla="*/ 661 h 661"/>
                  <a:gd name="T4" fmla="*/ 145 w 820"/>
                  <a:gd name="T5" fmla="*/ 524 h 661"/>
                  <a:gd name="T6" fmla="*/ 263 w 820"/>
                  <a:gd name="T7" fmla="*/ 658 h 661"/>
                  <a:gd name="T8" fmla="*/ 686 w 820"/>
                  <a:gd name="T9" fmla="*/ 263 h 661"/>
                  <a:gd name="T10" fmla="*/ 820 w 820"/>
                  <a:gd name="T11" fmla="*/ 145 h 661"/>
                  <a:gd name="T12" fmla="*/ 755 w 820"/>
                  <a:gd name="T13" fmla="*/ 75 h 661"/>
                  <a:gd name="T14" fmla="*/ 685 w 820"/>
                  <a:gd name="T15" fmla="*/ 0 h 6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0" h="661">
                    <a:moveTo>
                      <a:pt x="685" y="0"/>
                    </a:moveTo>
                    <a:cubicBezTo>
                      <a:pt x="317" y="4"/>
                      <a:pt x="17" y="296"/>
                      <a:pt x="0" y="661"/>
                    </a:cubicBezTo>
                    <a:cubicBezTo>
                      <a:pt x="145" y="524"/>
                      <a:pt x="145" y="524"/>
                      <a:pt x="145" y="524"/>
                    </a:cubicBezTo>
                    <a:cubicBezTo>
                      <a:pt x="263" y="658"/>
                      <a:pt x="263" y="658"/>
                      <a:pt x="263" y="658"/>
                    </a:cubicBezTo>
                    <a:cubicBezTo>
                      <a:pt x="281" y="439"/>
                      <a:pt x="463" y="266"/>
                      <a:pt x="686" y="263"/>
                    </a:cubicBezTo>
                    <a:cubicBezTo>
                      <a:pt x="820" y="145"/>
                      <a:pt x="820" y="145"/>
                      <a:pt x="820" y="145"/>
                    </a:cubicBezTo>
                    <a:cubicBezTo>
                      <a:pt x="755" y="75"/>
                      <a:pt x="755" y="75"/>
                      <a:pt x="755" y="75"/>
                    </a:cubicBezTo>
                    <a:lnTo>
                      <a:pt x="685" y="0"/>
                    </a:lnTo>
                    <a:close/>
                  </a:path>
                </a:pathLst>
              </a:custGeom>
              <a:solidFill>
                <a:srgbClr val="3A8F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9"/>
              <p:cNvSpPr>
                <a:spLocks noEditPoints="1"/>
              </p:cNvSpPr>
              <p:nvPr/>
            </p:nvSpPr>
            <p:spPr bwMode="auto">
              <a:xfrm>
                <a:off x="3661" y="1108"/>
                <a:ext cx="164" cy="441"/>
              </a:xfrm>
              <a:custGeom>
                <a:avLst/>
                <a:gdLst>
                  <a:gd name="T0" fmla="*/ 35 w 69"/>
                  <a:gd name="T1" fmla="*/ 0 h 186"/>
                  <a:gd name="T2" fmla="*/ 0 w 69"/>
                  <a:gd name="T3" fmla="*/ 93 h 186"/>
                  <a:gd name="T4" fmla="*/ 35 w 69"/>
                  <a:gd name="T5" fmla="*/ 186 h 186"/>
                  <a:gd name="T6" fmla="*/ 69 w 69"/>
                  <a:gd name="T7" fmla="*/ 93 h 186"/>
                  <a:gd name="T8" fmla="*/ 35 w 69"/>
                  <a:gd name="T9" fmla="*/ 0 h 186"/>
                  <a:gd name="T10" fmla="*/ 35 w 69"/>
                  <a:gd name="T11" fmla="*/ 171 h 186"/>
                  <a:gd name="T12" fmla="*/ 6 w 69"/>
                  <a:gd name="T13" fmla="*/ 93 h 186"/>
                  <a:gd name="T14" fmla="*/ 35 w 69"/>
                  <a:gd name="T15" fmla="*/ 15 h 186"/>
                  <a:gd name="T16" fmla="*/ 64 w 69"/>
                  <a:gd name="T17" fmla="*/ 93 h 186"/>
                  <a:gd name="T18" fmla="*/ 35 w 69"/>
                  <a:gd name="T19" fmla="*/ 171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186">
                    <a:moveTo>
                      <a:pt x="35" y="0"/>
                    </a:moveTo>
                    <a:cubicBezTo>
                      <a:pt x="16" y="0"/>
                      <a:pt x="0" y="42"/>
                      <a:pt x="0" y="93"/>
                    </a:cubicBezTo>
                    <a:cubicBezTo>
                      <a:pt x="0" y="145"/>
                      <a:pt x="16" y="186"/>
                      <a:pt x="35" y="186"/>
                    </a:cubicBezTo>
                    <a:cubicBezTo>
                      <a:pt x="54" y="186"/>
                      <a:pt x="69" y="145"/>
                      <a:pt x="69" y="93"/>
                    </a:cubicBezTo>
                    <a:cubicBezTo>
                      <a:pt x="69" y="42"/>
                      <a:pt x="54" y="0"/>
                      <a:pt x="35" y="0"/>
                    </a:cubicBezTo>
                    <a:close/>
                    <a:moveTo>
                      <a:pt x="35" y="171"/>
                    </a:moveTo>
                    <a:cubicBezTo>
                      <a:pt x="19" y="171"/>
                      <a:pt x="6" y="136"/>
                      <a:pt x="6" y="93"/>
                    </a:cubicBezTo>
                    <a:cubicBezTo>
                      <a:pt x="6" y="50"/>
                      <a:pt x="19" y="15"/>
                      <a:pt x="35" y="15"/>
                    </a:cubicBezTo>
                    <a:cubicBezTo>
                      <a:pt x="51" y="15"/>
                      <a:pt x="64" y="50"/>
                      <a:pt x="64" y="93"/>
                    </a:cubicBezTo>
                    <a:cubicBezTo>
                      <a:pt x="64" y="136"/>
                      <a:pt x="51" y="171"/>
                      <a:pt x="35" y="17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10"/>
              <p:cNvSpPr>
                <a:spLocks noEditPoints="1"/>
              </p:cNvSpPr>
              <p:nvPr/>
            </p:nvSpPr>
            <p:spPr bwMode="auto">
              <a:xfrm>
                <a:off x="3524" y="1248"/>
                <a:ext cx="440" cy="161"/>
              </a:xfrm>
              <a:custGeom>
                <a:avLst/>
                <a:gdLst>
                  <a:gd name="T0" fmla="*/ 186 w 186"/>
                  <a:gd name="T1" fmla="*/ 34 h 68"/>
                  <a:gd name="T2" fmla="*/ 93 w 186"/>
                  <a:gd name="T3" fmla="*/ 0 h 68"/>
                  <a:gd name="T4" fmla="*/ 0 w 186"/>
                  <a:gd name="T5" fmla="*/ 34 h 68"/>
                  <a:gd name="T6" fmla="*/ 93 w 186"/>
                  <a:gd name="T7" fmla="*/ 68 h 68"/>
                  <a:gd name="T8" fmla="*/ 186 w 186"/>
                  <a:gd name="T9" fmla="*/ 34 h 68"/>
                  <a:gd name="T10" fmla="*/ 15 w 186"/>
                  <a:gd name="T11" fmla="*/ 34 h 68"/>
                  <a:gd name="T12" fmla="*/ 93 w 186"/>
                  <a:gd name="T13" fmla="*/ 5 h 68"/>
                  <a:gd name="T14" fmla="*/ 171 w 186"/>
                  <a:gd name="T15" fmla="*/ 34 h 68"/>
                  <a:gd name="T16" fmla="*/ 93 w 186"/>
                  <a:gd name="T17" fmla="*/ 63 h 68"/>
                  <a:gd name="T18" fmla="*/ 15 w 186"/>
                  <a:gd name="T19" fmla="*/ 34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6" h="68">
                    <a:moveTo>
                      <a:pt x="186" y="34"/>
                    </a:moveTo>
                    <a:cubicBezTo>
                      <a:pt x="186" y="15"/>
                      <a:pt x="144" y="0"/>
                      <a:pt x="93" y="0"/>
                    </a:cubicBezTo>
                    <a:cubicBezTo>
                      <a:pt x="41" y="0"/>
                      <a:pt x="0" y="15"/>
                      <a:pt x="0" y="34"/>
                    </a:cubicBezTo>
                    <a:cubicBezTo>
                      <a:pt x="0" y="53"/>
                      <a:pt x="41" y="68"/>
                      <a:pt x="93" y="68"/>
                    </a:cubicBezTo>
                    <a:cubicBezTo>
                      <a:pt x="144" y="68"/>
                      <a:pt x="186" y="53"/>
                      <a:pt x="186" y="34"/>
                    </a:cubicBezTo>
                    <a:close/>
                    <a:moveTo>
                      <a:pt x="15" y="34"/>
                    </a:moveTo>
                    <a:cubicBezTo>
                      <a:pt x="15" y="18"/>
                      <a:pt x="50" y="5"/>
                      <a:pt x="93" y="5"/>
                    </a:cubicBezTo>
                    <a:cubicBezTo>
                      <a:pt x="136" y="5"/>
                      <a:pt x="171" y="18"/>
                      <a:pt x="171" y="34"/>
                    </a:cubicBezTo>
                    <a:cubicBezTo>
                      <a:pt x="171" y="50"/>
                      <a:pt x="136" y="63"/>
                      <a:pt x="93" y="63"/>
                    </a:cubicBezTo>
                    <a:cubicBezTo>
                      <a:pt x="50" y="63"/>
                      <a:pt x="15" y="50"/>
                      <a:pt x="15" y="3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11"/>
              <p:cNvSpPr>
                <a:spLocks noEditPoints="1"/>
              </p:cNvSpPr>
              <p:nvPr/>
            </p:nvSpPr>
            <p:spPr bwMode="auto">
              <a:xfrm>
                <a:off x="3555" y="1142"/>
                <a:ext cx="376" cy="374"/>
              </a:xfrm>
              <a:custGeom>
                <a:avLst/>
                <a:gdLst>
                  <a:gd name="T0" fmla="*/ 146 w 159"/>
                  <a:gd name="T1" fmla="*/ 13 h 158"/>
                  <a:gd name="T2" fmla="*/ 55 w 159"/>
                  <a:gd name="T3" fmla="*/ 55 h 158"/>
                  <a:gd name="T4" fmla="*/ 14 w 159"/>
                  <a:gd name="T5" fmla="*/ 145 h 158"/>
                  <a:gd name="T6" fmla="*/ 104 w 159"/>
                  <a:gd name="T7" fmla="*/ 103 h 158"/>
                  <a:gd name="T8" fmla="*/ 146 w 159"/>
                  <a:gd name="T9" fmla="*/ 13 h 158"/>
                  <a:gd name="T10" fmla="*/ 25 w 159"/>
                  <a:gd name="T11" fmla="*/ 134 h 158"/>
                  <a:gd name="T12" fmla="*/ 59 w 159"/>
                  <a:gd name="T13" fmla="*/ 59 h 158"/>
                  <a:gd name="T14" fmla="*/ 135 w 159"/>
                  <a:gd name="T15" fmla="*/ 24 h 158"/>
                  <a:gd name="T16" fmla="*/ 100 w 159"/>
                  <a:gd name="T17" fmla="*/ 99 h 158"/>
                  <a:gd name="T18" fmla="*/ 25 w 159"/>
                  <a:gd name="T19" fmla="*/ 134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9" h="158">
                    <a:moveTo>
                      <a:pt x="146" y="13"/>
                    </a:moveTo>
                    <a:cubicBezTo>
                      <a:pt x="132" y="0"/>
                      <a:pt x="92" y="18"/>
                      <a:pt x="55" y="55"/>
                    </a:cubicBezTo>
                    <a:cubicBezTo>
                      <a:pt x="19" y="91"/>
                      <a:pt x="0" y="132"/>
                      <a:pt x="14" y="145"/>
                    </a:cubicBezTo>
                    <a:cubicBezTo>
                      <a:pt x="27" y="158"/>
                      <a:pt x="68" y="140"/>
                      <a:pt x="104" y="103"/>
                    </a:cubicBezTo>
                    <a:cubicBezTo>
                      <a:pt x="140" y="67"/>
                      <a:pt x="159" y="27"/>
                      <a:pt x="146" y="13"/>
                    </a:cubicBezTo>
                    <a:close/>
                    <a:moveTo>
                      <a:pt x="25" y="134"/>
                    </a:moveTo>
                    <a:cubicBezTo>
                      <a:pt x="13" y="123"/>
                      <a:pt x="29" y="89"/>
                      <a:pt x="59" y="59"/>
                    </a:cubicBezTo>
                    <a:cubicBezTo>
                      <a:pt x="90" y="28"/>
                      <a:pt x="124" y="13"/>
                      <a:pt x="135" y="24"/>
                    </a:cubicBezTo>
                    <a:cubicBezTo>
                      <a:pt x="146" y="35"/>
                      <a:pt x="131" y="69"/>
                      <a:pt x="100" y="99"/>
                    </a:cubicBezTo>
                    <a:cubicBezTo>
                      <a:pt x="70" y="130"/>
                      <a:pt x="36" y="146"/>
                      <a:pt x="25" y="13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12"/>
              <p:cNvSpPr>
                <a:spLocks noEditPoints="1"/>
              </p:cNvSpPr>
              <p:nvPr/>
            </p:nvSpPr>
            <p:spPr bwMode="auto">
              <a:xfrm>
                <a:off x="3555" y="1142"/>
                <a:ext cx="376" cy="374"/>
              </a:xfrm>
              <a:custGeom>
                <a:avLst/>
                <a:gdLst>
                  <a:gd name="T0" fmla="*/ 146 w 159"/>
                  <a:gd name="T1" fmla="*/ 145 h 158"/>
                  <a:gd name="T2" fmla="*/ 104 w 159"/>
                  <a:gd name="T3" fmla="*/ 55 h 158"/>
                  <a:gd name="T4" fmla="*/ 14 w 159"/>
                  <a:gd name="T5" fmla="*/ 13 h 158"/>
                  <a:gd name="T6" fmla="*/ 55 w 159"/>
                  <a:gd name="T7" fmla="*/ 103 h 158"/>
                  <a:gd name="T8" fmla="*/ 146 w 159"/>
                  <a:gd name="T9" fmla="*/ 145 h 158"/>
                  <a:gd name="T10" fmla="*/ 25 w 159"/>
                  <a:gd name="T11" fmla="*/ 24 h 158"/>
                  <a:gd name="T12" fmla="*/ 100 w 159"/>
                  <a:gd name="T13" fmla="*/ 59 h 158"/>
                  <a:gd name="T14" fmla="*/ 135 w 159"/>
                  <a:gd name="T15" fmla="*/ 134 h 158"/>
                  <a:gd name="T16" fmla="*/ 59 w 159"/>
                  <a:gd name="T17" fmla="*/ 99 h 158"/>
                  <a:gd name="T18" fmla="*/ 25 w 159"/>
                  <a:gd name="T19" fmla="*/ 24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9" h="158">
                    <a:moveTo>
                      <a:pt x="146" y="145"/>
                    </a:moveTo>
                    <a:cubicBezTo>
                      <a:pt x="159" y="132"/>
                      <a:pt x="140" y="91"/>
                      <a:pt x="104" y="55"/>
                    </a:cubicBezTo>
                    <a:cubicBezTo>
                      <a:pt x="68" y="18"/>
                      <a:pt x="27" y="0"/>
                      <a:pt x="14" y="13"/>
                    </a:cubicBezTo>
                    <a:cubicBezTo>
                      <a:pt x="0" y="27"/>
                      <a:pt x="19" y="67"/>
                      <a:pt x="55" y="103"/>
                    </a:cubicBezTo>
                    <a:cubicBezTo>
                      <a:pt x="92" y="140"/>
                      <a:pt x="132" y="158"/>
                      <a:pt x="146" y="145"/>
                    </a:cubicBezTo>
                    <a:close/>
                    <a:moveTo>
                      <a:pt x="25" y="24"/>
                    </a:moveTo>
                    <a:cubicBezTo>
                      <a:pt x="36" y="13"/>
                      <a:pt x="70" y="28"/>
                      <a:pt x="100" y="59"/>
                    </a:cubicBezTo>
                    <a:cubicBezTo>
                      <a:pt x="131" y="89"/>
                      <a:pt x="146" y="123"/>
                      <a:pt x="135" y="134"/>
                    </a:cubicBezTo>
                    <a:cubicBezTo>
                      <a:pt x="124" y="146"/>
                      <a:pt x="90" y="130"/>
                      <a:pt x="59" y="99"/>
                    </a:cubicBezTo>
                    <a:cubicBezTo>
                      <a:pt x="29" y="69"/>
                      <a:pt x="13" y="35"/>
                      <a:pt x="25" y="2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Oval 13"/>
              <p:cNvSpPr>
                <a:spLocks noChangeArrowheads="1"/>
              </p:cNvSpPr>
              <p:nvPr/>
            </p:nvSpPr>
            <p:spPr bwMode="auto">
              <a:xfrm>
                <a:off x="3709" y="1296"/>
                <a:ext cx="68" cy="66"/>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14"/>
              <p:cNvSpPr>
                <a:spLocks/>
              </p:cNvSpPr>
              <p:nvPr/>
            </p:nvSpPr>
            <p:spPr bwMode="auto">
              <a:xfrm>
                <a:off x="1758" y="931"/>
                <a:ext cx="272" cy="249"/>
              </a:xfrm>
              <a:custGeom>
                <a:avLst/>
                <a:gdLst>
                  <a:gd name="T0" fmla="*/ 96 w 115"/>
                  <a:gd name="T1" fmla="*/ 0 h 105"/>
                  <a:gd name="T2" fmla="*/ 86 w 115"/>
                  <a:gd name="T3" fmla="*/ 0 h 105"/>
                  <a:gd name="T4" fmla="*/ 86 w 115"/>
                  <a:gd name="T5" fmla="*/ 10 h 105"/>
                  <a:gd name="T6" fmla="*/ 57 w 115"/>
                  <a:gd name="T7" fmla="*/ 38 h 105"/>
                  <a:gd name="T8" fmla="*/ 14 w 115"/>
                  <a:gd name="T9" fmla="*/ 38 h 105"/>
                  <a:gd name="T10" fmla="*/ 0 w 115"/>
                  <a:gd name="T11" fmla="*/ 52 h 105"/>
                  <a:gd name="T12" fmla="*/ 0 w 115"/>
                  <a:gd name="T13" fmla="*/ 57 h 105"/>
                  <a:gd name="T14" fmla="*/ 19 w 115"/>
                  <a:gd name="T15" fmla="*/ 76 h 105"/>
                  <a:gd name="T16" fmla="*/ 67 w 115"/>
                  <a:gd name="T17" fmla="*/ 76 h 105"/>
                  <a:gd name="T18" fmla="*/ 96 w 115"/>
                  <a:gd name="T19" fmla="*/ 105 h 105"/>
                  <a:gd name="T20" fmla="*/ 96 w 115"/>
                  <a:gd name="T21" fmla="*/ 76 h 105"/>
                  <a:gd name="T22" fmla="*/ 115 w 115"/>
                  <a:gd name="T23" fmla="*/ 57 h 105"/>
                  <a:gd name="T24" fmla="*/ 115 w 115"/>
                  <a:gd name="T25" fmla="*/ 19 h 105"/>
                  <a:gd name="T26" fmla="*/ 96 w 115"/>
                  <a:gd name="T27"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5" h="105">
                    <a:moveTo>
                      <a:pt x="96" y="0"/>
                    </a:moveTo>
                    <a:cubicBezTo>
                      <a:pt x="86" y="0"/>
                      <a:pt x="86" y="0"/>
                      <a:pt x="86" y="0"/>
                    </a:cubicBezTo>
                    <a:cubicBezTo>
                      <a:pt x="86" y="10"/>
                      <a:pt x="86" y="10"/>
                      <a:pt x="86" y="10"/>
                    </a:cubicBezTo>
                    <a:cubicBezTo>
                      <a:pt x="86" y="24"/>
                      <a:pt x="72" y="38"/>
                      <a:pt x="57" y="38"/>
                    </a:cubicBezTo>
                    <a:cubicBezTo>
                      <a:pt x="14" y="38"/>
                      <a:pt x="14" y="38"/>
                      <a:pt x="14" y="38"/>
                    </a:cubicBezTo>
                    <a:cubicBezTo>
                      <a:pt x="0" y="52"/>
                      <a:pt x="0" y="52"/>
                      <a:pt x="0" y="52"/>
                    </a:cubicBezTo>
                    <a:cubicBezTo>
                      <a:pt x="0" y="57"/>
                      <a:pt x="0" y="57"/>
                      <a:pt x="0" y="57"/>
                    </a:cubicBezTo>
                    <a:cubicBezTo>
                      <a:pt x="0" y="67"/>
                      <a:pt x="10" y="76"/>
                      <a:pt x="19" y="76"/>
                    </a:cubicBezTo>
                    <a:cubicBezTo>
                      <a:pt x="67" y="76"/>
                      <a:pt x="67" y="76"/>
                      <a:pt x="67" y="76"/>
                    </a:cubicBezTo>
                    <a:cubicBezTo>
                      <a:pt x="96" y="105"/>
                      <a:pt x="96" y="105"/>
                      <a:pt x="96" y="105"/>
                    </a:cubicBezTo>
                    <a:cubicBezTo>
                      <a:pt x="96" y="76"/>
                      <a:pt x="96" y="76"/>
                      <a:pt x="96" y="76"/>
                    </a:cubicBezTo>
                    <a:cubicBezTo>
                      <a:pt x="105" y="76"/>
                      <a:pt x="115" y="67"/>
                      <a:pt x="115" y="57"/>
                    </a:cubicBezTo>
                    <a:cubicBezTo>
                      <a:pt x="115" y="19"/>
                      <a:pt x="115" y="19"/>
                      <a:pt x="115" y="19"/>
                    </a:cubicBezTo>
                    <a:cubicBezTo>
                      <a:pt x="115" y="10"/>
                      <a:pt x="105" y="0"/>
                      <a:pt x="9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15"/>
              <p:cNvSpPr>
                <a:spLocks/>
              </p:cNvSpPr>
              <p:nvPr/>
            </p:nvSpPr>
            <p:spPr bwMode="auto">
              <a:xfrm>
                <a:off x="1668" y="817"/>
                <a:ext cx="270" cy="249"/>
              </a:xfrm>
              <a:custGeom>
                <a:avLst/>
                <a:gdLst>
                  <a:gd name="T0" fmla="*/ 48 w 114"/>
                  <a:gd name="T1" fmla="*/ 77 h 105"/>
                  <a:gd name="T2" fmla="*/ 95 w 114"/>
                  <a:gd name="T3" fmla="*/ 77 h 105"/>
                  <a:gd name="T4" fmla="*/ 114 w 114"/>
                  <a:gd name="T5" fmla="*/ 58 h 105"/>
                  <a:gd name="T6" fmla="*/ 114 w 114"/>
                  <a:gd name="T7" fmla="*/ 20 h 105"/>
                  <a:gd name="T8" fmla="*/ 95 w 114"/>
                  <a:gd name="T9" fmla="*/ 0 h 105"/>
                  <a:gd name="T10" fmla="*/ 19 w 114"/>
                  <a:gd name="T11" fmla="*/ 0 h 105"/>
                  <a:gd name="T12" fmla="*/ 0 w 114"/>
                  <a:gd name="T13" fmla="*/ 20 h 105"/>
                  <a:gd name="T14" fmla="*/ 0 w 114"/>
                  <a:gd name="T15" fmla="*/ 58 h 105"/>
                  <a:gd name="T16" fmla="*/ 19 w 114"/>
                  <a:gd name="T17" fmla="*/ 77 h 105"/>
                  <a:gd name="T18" fmla="*/ 19 w 114"/>
                  <a:gd name="T19" fmla="*/ 105 h 105"/>
                  <a:gd name="T20" fmla="*/ 48 w 114"/>
                  <a:gd name="T21" fmla="*/ 7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4" h="105">
                    <a:moveTo>
                      <a:pt x="48" y="77"/>
                    </a:moveTo>
                    <a:cubicBezTo>
                      <a:pt x="95" y="77"/>
                      <a:pt x="95" y="77"/>
                      <a:pt x="95" y="77"/>
                    </a:cubicBezTo>
                    <a:cubicBezTo>
                      <a:pt x="105" y="77"/>
                      <a:pt x="114" y="67"/>
                      <a:pt x="114" y="58"/>
                    </a:cubicBezTo>
                    <a:cubicBezTo>
                      <a:pt x="114" y="20"/>
                      <a:pt x="114" y="20"/>
                      <a:pt x="114" y="20"/>
                    </a:cubicBezTo>
                    <a:cubicBezTo>
                      <a:pt x="114" y="10"/>
                      <a:pt x="105" y="0"/>
                      <a:pt x="95" y="0"/>
                    </a:cubicBezTo>
                    <a:cubicBezTo>
                      <a:pt x="19" y="0"/>
                      <a:pt x="19" y="0"/>
                      <a:pt x="19" y="0"/>
                    </a:cubicBezTo>
                    <a:cubicBezTo>
                      <a:pt x="10" y="0"/>
                      <a:pt x="0" y="10"/>
                      <a:pt x="0" y="20"/>
                    </a:cubicBezTo>
                    <a:cubicBezTo>
                      <a:pt x="0" y="58"/>
                      <a:pt x="0" y="58"/>
                      <a:pt x="0" y="58"/>
                    </a:cubicBezTo>
                    <a:cubicBezTo>
                      <a:pt x="0" y="67"/>
                      <a:pt x="10" y="77"/>
                      <a:pt x="19" y="77"/>
                    </a:cubicBezTo>
                    <a:cubicBezTo>
                      <a:pt x="19" y="105"/>
                      <a:pt x="19" y="105"/>
                      <a:pt x="19" y="105"/>
                    </a:cubicBezTo>
                    <a:lnTo>
                      <a:pt x="48" y="7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16"/>
              <p:cNvSpPr>
                <a:spLocks noEditPoints="1"/>
              </p:cNvSpPr>
              <p:nvPr/>
            </p:nvSpPr>
            <p:spPr bwMode="auto">
              <a:xfrm>
                <a:off x="1443" y="2709"/>
                <a:ext cx="327" cy="308"/>
              </a:xfrm>
              <a:custGeom>
                <a:avLst/>
                <a:gdLst>
                  <a:gd name="T0" fmla="*/ 327 w 327"/>
                  <a:gd name="T1" fmla="*/ 246 h 308"/>
                  <a:gd name="T2" fmla="*/ 327 w 327"/>
                  <a:gd name="T3" fmla="*/ 0 h 308"/>
                  <a:gd name="T4" fmla="*/ 0 w 327"/>
                  <a:gd name="T5" fmla="*/ 0 h 308"/>
                  <a:gd name="T6" fmla="*/ 0 w 327"/>
                  <a:gd name="T7" fmla="*/ 246 h 308"/>
                  <a:gd name="T8" fmla="*/ 123 w 327"/>
                  <a:gd name="T9" fmla="*/ 246 h 308"/>
                  <a:gd name="T10" fmla="*/ 123 w 327"/>
                  <a:gd name="T11" fmla="*/ 289 h 308"/>
                  <a:gd name="T12" fmla="*/ 40 w 327"/>
                  <a:gd name="T13" fmla="*/ 289 h 308"/>
                  <a:gd name="T14" fmla="*/ 40 w 327"/>
                  <a:gd name="T15" fmla="*/ 308 h 308"/>
                  <a:gd name="T16" fmla="*/ 287 w 327"/>
                  <a:gd name="T17" fmla="*/ 308 h 308"/>
                  <a:gd name="T18" fmla="*/ 287 w 327"/>
                  <a:gd name="T19" fmla="*/ 289 h 308"/>
                  <a:gd name="T20" fmla="*/ 204 w 327"/>
                  <a:gd name="T21" fmla="*/ 289 h 308"/>
                  <a:gd name="T22" fmla="*/ 204 w 327"/>
                  <a:gd name="T23" fmla="*/ 246 h 308"/>
                  <a:gd name="T24" fmla="*/ 327 w 327"/>
                  <a:gd name="T25" fmla="*/ 246 h 308"/>
                  <a:gd name="T26" fmla="*/ 19 w 327"/>
                  <a:gd name="T27" fmla="*/ 227 h 308"/>
                  <a:gd name="T28" fmla="*/ 19 w 327"/>
                  <a:gd name="T29" fmla="*/ 21 h 308"/>
                  <a:gd name="T30" fmla="*/ 308 w 327"/>
                  <a:gd name="T31" fmla="*/ 21 h 308"/>
                  <a:gd name="T32" fmla="*/ 308 w 327"/>
                  <a:gd name="T33" fmla="*/ 227 h 308"/>
                  <a:gd name="T34" fmla="*/ 19 w 327"/>
                  <a:gd name="T35" fmla="*/ 227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7" h="308">
                    <a:moveTo>
                      <a:pt x="327" y="246"/>
                    </a:moveTo>
                    <a:lnTo>
                      <a:pt x="327" y="0"/>
                    </a:lnTo>
                    <a:lnTo>
                      <a:pt x="0" y="0"/>
                    </a:lnTo>
                    <a:lnTo>
                      <a:pt x="0" y="246"/>
                    </a:lnTo>
                    <a:lnTo>
                      <a:pt x="123" y="246"/>
                    </a:lnTo>
                    <a:lnTo>
                      <a:pt x="123" y="289"/>
                    </a:lnTo>
                    <a:lnTo>
                      <a:pt x="40" y="289"/>
                    </a:lnTo>
                    <a:lnTo>
                      <a:pt x="40" y="308"/>
                    </a:lnTo>
                    <a:lnTo>
                      <a:pt x="287" y="308"/>
                    </a:lnTo>
                    <a:lnTo>
                      <a:pt x="287" y="289"/>
                    </a:lnTo>
                    <a:lnTo>
                      <a:pt x="204" y="289"/>
                    </a:lnTo>
                    <a:lnTo>
                      <a:pt x="204" y="246"/>
                    </a:lnTo>
                    <a:lnTo>
                      <a:pt x="327" y="246"/>
                    </a:lnTo>
                    <a:close/>
                    <a:moveTo>
                      <a:pt x="19" y="227"/>
                    </a:moveTo>
                    <a:lnTo>
                      <a:pt x="19" y="21"/>
                    </a:lnTo>
                    <a:lnTo>
                      <a:pt x="308" y="21"/>
                    </a:lnTo>
                    <a:lnTo>
                      <a:pt x="308" y="227"/>
                    </a:lnTo>
                    <a:lnTo>
                      <a:pt x="19" y="22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17"/>
              <p:cNvSpPr>
                <a:spLocks noEditPoints="1"/>
              </p:cNvSpPr>
              <p:nvPr/>
            </p:nvSpPr>
            <p:spPr bwMode="auto">
              <a:xfrm>
                <a:off x="3434" y="2808"/>
                <a:ext cx="158" cy="448"/>
              </a:xfrm>
              <a:custGeom>
                <a:avLst/>
                <a:gdLst>
                  <a:gd name="T0" fmla="*/ 34 w 67"/>
                  <a:gd name="T1" fmla="*/ 28 h 189"/>
                  <a:gd name="T2" fmla="*/ 48 w 67"/>
                  <a:gd name="T3" fmla="*/ 14 h 189"/>
                  <a:gd name="T4" fmla="*/ 34 w 67"/>
                  <a:gd name="T5" fmla="*/ 0 h 189"/>
                  <a:gd name="T6" fmla="*/ 20 w 67"/>
                  <a:gd name="T7" fmla="*/ 14 h 189"/>
                  <a:gd name="T8" fmla="*/ 34 w 67"/>
                  <a:gd name="T9" fmla="*/ 28 h 189"/>
                  <a:gd name="T10" fmla="*/ 67 w 67"/>
                  <a:gd name="T11" fmla="*/ 47 h 189"/>
                  <a:gd name="T12" fmla="*/ 54 w 67"/>
                  <a:gd name="T13" fmla="*/ 34 h 189"/>
                  <a:gd name="T14" fmla="*/ 13 w 67"/>
                  <a:gd name="T15" fmla="*/ 34 h 189"/>
                  <a:gd name="T16" fmla="*/ 0 w 67"/>
                  <a:gd name="T17" fmla="*/ 47 h 189"/>
                  <a:gd name="T18" fmla="*/ 0 w 67"/>
                  <a:gd name="T19" fmla="*/ 99 h 189"/>
                  <a:gd name="T20" fmla="*/ 6 w 67"/>
                  <a:gd name="T21" fmla="*/ 105 h 189"/>
                  <a:gd name="T22" fmla="*/ 12 w 67"/>
                  <a:gd name="T23" fmla="*/ 99 h 189"/>
                  <a:gd name="T24" fmla="*/ 12 w 67"/>
                  <a:gd name="T25" fmla="*/ 51 h 189"/>
                  <a:gd name="T26" fmla="*/ 14 w 67"/>
                  <a:gd name="T27" fmla="*/ 51 h 189"/>
                  <a:gd name="T28" fmla="*/ 14 w 67"/>
                  <a:gd name="T29" fmla="*/ 180 h 189"/>
                  <a:gd name="T30" fmla="*/ 23 w 67"/>
                  <a:gd name="T31" fmla="*/ 189 h 189"/>
                  <a:gd name="T32" fmla="*/ 31 w 67"/>
                  <a:gd name="T33" fmla="*/ 180 h 189"/>
                  <a:gd name="T34" fmla="*/ 31 w 67"/>
                  <a:gd name="T35" fmla="*/ 110 h 189"/>
                  <a:gd name="T36" fmla="*/ 36 w 67"/>
                  <a:gd name="T37" fmla="*/ 110 h 189"/>
                  <a:gd name="T38" fmla="*/ 36 w 67"/>
                  <a:gd name="T39" fmla="*/ 180 h 189"/>
                  <a:gd name="T40" fmla="*/ 45 w 67"/>
                  <a:gd name="T41" fmla="*/ 189 h 189"/>
                  <a:gd name="T42" fmla="*/ 53 w 67"/>
                  <a:gd name="T43" fmla="*/ 180 h 189"/>
                  <a:gd name="T44" fmla="*/ 53 w 67"/>
                  <a:gd name="T45" fmla="*/ 51 h 189"/>
                  <a:gd name="T46" fmla="*/ 55 w 67"/>
                  <a:gd name="T47" fmla="*/ 51 h 189"/>
                  <a:gd name="T48" fmla="*/ 55 w 67"/>
                  <a:gd name="T49" fmla="*/ 99 h 189"/>
                  <a:gd name="T50" fmla="*/ 61 w 67"/>
                  <a:gd name="T51" fmla="*/ 105 h 189"/>
                  <a:gd name="T52" fmla="*/ 67 w 67"/>
                  <a:gd name="T53" fmla="*/ 99 h 189"/>
                  <a:gd name="T54" fmla="*/ 67 w 67"/>
                  <a:gd name="T55" fmla="*/ 47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7" h="189">
                    <a:moveTo>
                      <a:pt x="34" y="28"/>
                    </a:moveTo>
                    <a:cubicBezTo>
                      <a:pt x="42" y="28"/>
                      <a:pt x="48" y="22"/>
                      <a:pt x="48" y="14"/>
                    </a:cubicBezTo>
                    <a:cubicBezTo>
                      <a:pt x="48" y="6"/>
                      <a:pt x="42" y="0"/>
                      <a:pt x="34" y="0"/>
                    </a:cubicBezTo>
                    <a:cubicBezTo>
                      <a:pt x="26" y="0"/>
                      <a:pt x="20" y="6"/>
                      <a:pt x="20" y="14"/>
                    </a:cubicBezTo>
                    <a:cubicBezTo>
                      <a:pt x="20" y="22"/>
                      <a:pt x="26" y="28"/>
                      <a:pt x="34" y="28"/>
                    </a:cubicBezTo>
                    <a:moveTo>
                      <a:pt x="67" y="47"/>
                    </a:moveTo>
                    <a:cubicBezTo>
                      <a:pt x="67" y="40"/>
                      <a:pt x="61" y="34"/>
                      <a:pt x="54" y="34"/>
                    </a:cubicBezTo>
                    <a:cubicBezTo>
                      <a:pt x="13" y="34"/>
                      <a:pt x="13" y="34"/>
                      <a:pt x="13" y="34"/>
                    </a:cubicBezTo>
                    <a:cubicBezTo>
                      <a:pt x="6" y="34"/>
                      <a:pt x="0" y="40"/>
                      <a:pt x="0" y="47"/>
                    </a:cubicBezTo>
                    <a:cubicBezTo>
                      <a:pt x="0" y="99"/>
                      <a:pt x="0" y="99"/>
                      <a:pt x="0" y="99"/>
                    </a:cubicBezTo>
                    <a:cubicBezTo>
                      <a:pt x="0" y="103"/>
                      <a:pt x="3" y="105"/>
                      <a:pt x="6" y="105"/>
                    </a:cubicBezTo>
                    <a:cubicBezTo>
                      <a:pt x="9" y="105"/>
                      <a:pt x="12" y="103"/>
                      <a:pt x="12" y="99"/>
                    </a:cubicBezTo>
                    <a:cubicBezTo>
                      <a:pt x="12" y="51"/>
                      <a:pt x="12" y="51"/>
                      <a:pt x="12" y="51"/>
                    </a:cubicBezTo>
                    <a:cubicBezTo>
                      <a:pt x="14" y="51"/>
                      <a:pt x="14" y="51"/>
                      <a:pt x="14" y="51"/>
                    </a:cubicBezTo>
                    <a:cubicBezTo>
                      <a:pt x="14" y="180"/>
                      <a:pt x="14" y="180"/>
                      <a:pt x="14" y="180"/>
                    </a:cubicBezTo>
                    <a:cubicBezTo>
                      <a:pt x="14" y="185"/>
                      <a:pt x="18" y="189"/>
                      <a:pt x="23" y="189"/>
                    </a:cubicBezTo>
                    <a:cubicBezTo>
                      <a:pt x="28" y="189"/>
                      <a:pt x="31" y="185"/>
                      <a:pt x="31" y="180"/>
                    </a:cubicBezTo>
                    <a:cubicBezTo>
                      <a:pt x="31" y="110"/>
                      <a:pt x="31" y="110"/>
                      <a:pt x="31" y="110"/>
                    </a:cubicBezTo>
                    <a:cubicBezTo>
                      <a:pt x="36" y="110"/>
                      <a:pt x="36" y="110"/>
                      <a:pt x="36" y="110"/>
                    </a:cubicBezTo>
                    <a:cubicBezTo>
                      <a:pt x="36" y="180"/>
                      <a:pt x="36" y="180"/>
                      <a:pt x="36" y="180"/>
                    </a:cubicBezTo>
                    <a:cubicBezTo>
                      <a:pt x="36" y="185"/>
                      <a:pt x="40" y="189"/>
                      <a:pt x="45" y="189"/>
                    </a:cubicBezTo>
                    <a:cubicBezTo>
                      <a:pt x="49" y="189"/>
                      <a:pt x="53" y="185"/>
                      <a:pt x="53" y="180"/>
                    </a:cubicBezTo>
                    <a:cubicBezTo>
                      <a:pt x="53" y="51"/>
                      <a:pt x="53" y="51"/>
                      <a:pt x="53" y="51"/>
                    </a:cubicBezTo>
                    <a:cubicBezTo>
                      <a:pt x="55" y="51"/>
                      <a:pt x="55" y="51"/>
                      <a:pt x="55" y="51"/>
                    </a:cubicBezTo>
                    <a:cubicBezTo>
                      <a:pt x="55" y="99"/>
                      <a:pt x="55" y="99"/>
                      <a:pt x="55" y="99"/>
                    </a:cubicBezTo>
                    <a:cubicBezTo>
                      <a:pt x="55" y="102"/>
                      <a:pt x="58" y="105"/>
                      <a:pt x="61" y="105"/>
                    </a:cubicBezTo>
                    <a:cubicBezTo>
                      <a:pt x="64" y="105"/>
                      <a:pt x="67" y="102"/>
                      <a:pt x="67" y="99"/>
                    </a:cubicBezTo>
                    <a:lnTo>
                      <a:pt x="67" y="4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18"/>
              <p:cNvSpPr>
                <a:spLocks/>
              </p:cNvSpPr>
              <p:nvPr/>
            </p:nvSpPr>
            <p:spPr bwMode="auto">
              <a:xfrm>
                <a:off x="1973" y="2794"/>
                <a:ext cx="171" cy="66"/>
              </a:xfrm>
              <a:custGeom>
                <a:avLst/>
                <a:gdLst>
                  <a:gd name="T0" fmla="*/ 42 w 72"/>
                  <a:gd name="T1" fmla="*/ 0 h 28"/>
                  <a:gd name="T2" fmla="*/ 13 w 72"/>
                  <a:gd name="T3" fmla="*/ 10 h 28"/>
                  <a:gd name="T4" fmla="*/ 0 w 72"/>
                  <a:gd name="T5" fmla="*/ 28 h 28"/>
                  <a:gd name="T6" fmla="*/ 72 w 72"/>
                  <a:gd name="T7" fmla="*/ 28 h 28"/>
                  <a:gd name="T8" fmla="*/ 72 w 72"/>
                  <a:gd name="T9" fmla="*/ 5 h 28"/>
                  <a:gd name="T10" fmla="*/ 43 w 72"/>
                  <a:gd name="T11" fmla="*/ 0 h 28"/>
                </a:gdLst>
                <a:ahLst/>
                <a:cxnLst>
                  <a:cxn ang="0">
                    <a:pos x="T0" y="T1"/>
                  </a:cxn>
                  <a:cxn ang="0">
                    <a:pos x="T2" y="T3"/>
                  </a:cxn>
                  <a:cxn ang="0">
                    <a:pos x="T4" y="T5"/>
                  </a:cxn>
                  <a:cxn ang="0">
                    <a:pos x="T6" y="T7"/>
                  </a:cxn>
                  <a:cxn ang="0">
                    <a:pos x="T8" y="T9"/>
                  </a:cxn>
                  <a:cxn ang="0">
                    <a:pos x="T10" y="T11"/>
                  </a:cxn>
                </a:cxnLst>
                <a:rect l="0" t="0" r="r" b="b"/>
                <a:pathLst>
                  <a:path w="72" h="28">
                    <a:moveTo>
                      <a:pt x="42" y="0"/>
                    </a:moveTo>
                    <a:cubicBezTo>
                      <a:pt x="42" y="0"/>
                      <a:pt x="21" y="9"/>
                      <a:pt x="13" y="10"/>
                    </a:cubicBezTo>
                    <a:cubicBezTo>
                      <a:pt x="3" y="11"/>
                      <a:pt x="0" y="28"/>
                      <a:pt x="0" y="28"/>
                    </a:cubicBezTo>
                    <a:cubicBezTo>
                      <a:pt x="72" y="28"/>
                      <a:pt x="72" y="28"/>
                      <a:pt x="72" y="28"/>
                    </a:cubicBezTo>
                    <a:cubicBezTo>
                      <a:pt x="72" y="5"/>
                      <a:pt x="72" y="5"/>
                      <a:pt x="72" y="5"/>
                    </a:cubicBezTo>
                    <a:cubicBezTo>
                      <a:pt x="59" y="2"/>
                      <a:pt x="43" y="0"/>
                      <a:pt x="43" y="0"/>
                    </a:cubicBezTo>
                  </a:path>
                </a:pathLst>
              </a:custGeom>
              <a:solidFill>
                <a:srgbClr val="22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19"/>
              <p:cNvSpPr>
                <a:spLocks/>
              </p:cNvSpPr>
              <p:nvPr/>
            </p:nvSpPr>
            <p:spPr bwMode="auto">
              <a:xfrm>
                <a:off x="2007" y="2145"/>
                <a:ext cx="137" cy="687"/>
              </a:xfrm>
              <a:custGeom>
                <a:avLst/>
                <a:gdLst>
                  <a:gd name="T0" fmla="*/ 0 w 58"/>
                  <a:gd name="T1" fmla="*/ 0 h 290"/>
                  <a:gd name="T2" fmla="*/ 12 w 58"/>
                  <a:gd name="T3" fmla="*/ 280 h 290"/>
                  <a:gd name="T4" fmla="*/ 58 w 58"/>
                  <a:gd name="T5" fmla="*/ 280 h 290"/>
                  <a:gd name="T6" fmla="*/ 58 w 58"/>
                  <a:gd name="T7" fmla="*/ 0 h 290"/>
                </a:gdLst>
                <a:ahLst/>
                <a:cxnLst>
                  <a:cxn ang="0">
                    <a:pos x="T0" y="T1"/>
                  </a:cxn>
                  <a:cxn ang="0">
                    <a:pos x="T2" y="T3"/>
                  </a:cxn>
                  <a:cxn ang="0">
                    <a:pos x="T4" y="T5"/>
                  </a:cxn>
                  <a:cxn ang="0">
                    <a:pos x="T6" y="T7"/>
                  </a:cxn>
                </a:cxnLst>
                <a:rect l="0" t="0" r="r" b="b"/>
                <a:pathLst>
                  <a:path w="58" h="290">
                    <a:moveTo>
                      <a:pt x="0" y="0"/>
                    </a:moveTo>
                    <a:cubicBezTo>
                      <a:pt x="12" y="280"/>
                      <a:pt x="12" y="280"/>
                      <a:pt x="12" y="280"/>
                    </a:cubicBezTo>
                    <a:cubicBezTo>
                      <a:pt x="12" y="280"/>
                      <a:pt x="39" y="290"/>
                      <a:pt x="58" y="280"/>
                    </a:cubicBezTo>
                    <a:cubicBezTo>
                      <a:pt x="58" y="176"/>
                      <a:pt x="58" y="0"/>
                      <a:pt x="58" y="0"/>
                    </a:cubicBezTo>
                  </a:path>
                </a:pathLst>
              </a:custGeom>
              <a:solidFill>
                <a:srgbClr val="354A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20"/>
              <p:cNvSpPr>
                <a:spLocks/>
              </p:cNvSpPr>
              <p:nvPr/>
            </p:nvSpPr>
            <p:spPr bwMode="auto">
              <a:xfrm>
                <a:off x="2161" y="2794"/>
                <a:ext cx="172" cy="66"/>
              </a:xfrm>
              <a:custGeom>
                <a:avLst/>
                <a:gdLst>
                  <a:gd name="T0" fmla="*/ 31 w 73"/>
                  <a:gd name="T1" fmla="*/ 0 h 28"/>
                  <a:gd name="T2" fmla="*/ 60 w 73"/>
                  <a:gd name="T3" fmla="*/ 10 h 28"/>
                  <a:gd name="T4" fmla="*/ 73 w 73"/>
                  <a:gd name="T5" fmla="*/ 28 h 28"/>
                  <a:gd name="T6" fmla="*/ 1 w 73"/>
                  <a:gd name="T7" fmla="*/ 28 h 28"/>
                  <a:gd name="T8" fmla="*/ 1 w 73"/>
                  <a:gd name="T9" fmla="*/ 5 h 28"/>
                  <a:gd name="T10" fmla="*/ 30 w 73"/>
                  <a:gd name="T11" fmla="*/ 0 h 28"/>
                </a:gdLst>
                <a:ahLst/>
                <a:cxnLst>
                  <a:cxn ang="0">
                    <a:pos x="T0" y="T1"/>
                  </a:cxn>
                  <a:cxn ang="0">
                    <a:pos x="T2" y="T3"/>
                  </a:cxn>
                  <a:cxn ang="0">
                    <a:pos x="T4" y="T5"/>
                  </a:cxn>
                  <a:cxn ang="0">
                    <a:pos x="T6" y="T7"/>
                  </a:cxn>
                  <a:cxn ang="0">
                    <a:pos x="T8" y="T9"/>
                  </a:cxn>
                  <a:cxn ang="0">
                    <a:pos x="T10" y="T11"/>
                  </a:cxn>
                </a:cxnLst>
                <a:rect l="0" t="0" r="r" b="b"/>
                <a:pathLst>
                  <a:path w="73" h="28">
                    <a:moveTo>
                      <a:pt x="31" y="0"/>
                    </a:moveTo>
                    <a:cubicBezTo>
                      <a:pt x="31" y="0"/>
                      <a:pt x="52" y="9"/>
                      <a:pt x="60" y="10"/>
                    </a:cubicBezTo>
                    <a:cubicBezTo>
                      <a:pt x="70" y="11"/>
                      <a:pt x="73" y="28"/>
                      <a:pt x="73" y="28"/>
                    </a:cubicBezTo>
                    <a:cubicBezTo>
                      <a:pt x="1" y="28"/>
                      <a:pt x="1" y="28"/>
                      <a:pt x="1" y="28"/>
                    </a:cubicBezTo>
                    <a:cubicBezTo>
                      <a:pt x="1" y="28"/>
                      <a:pt x="0" y="15"/>
                      <a:pt x="1" y="5"/>
                    </a:cubicBezTo>
                    <a:cubicBezTo>
                      <a:pt x="14" y="2"/>
                      <a:pt x="30" y="0"/>
                      <a:pt x="30" y="0"/>
                    </a:cubicBezTo>
                  </a:path>
                </a:pathLst>
              </a:custGeom>
              <a:solidFill>
                <a:srgbClr val="22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21"/>
              <p:cNvSpPr>
                <a:spLocks/>
              </p:cNvSpPr>
              <p:nvPr/>
            </p:nvSpPr>
            <p:spPr bwMode="auto">
              <a:xfrm>
                <a:off x="2163" y="2145"/>
                <a:ext cx="137" cy="687"/>
              </a:xfrm>
              <a:custGeom>
                <a:avLst/>
                <a:gdLst>
                  <a:gd name="T0" fmla="*/ 58 w 58"/>
                  <a:gd name="T1" fmla="*/ 0 h 290"/>
                  <a:gd name="T2" fmla="*/ 46 w 58"/>
                  <a:gd name="T3" fmla="*/ 280 h 290"/>
                  <a:gd name="T4" fmla="*/ 0 w 58"/>
                  <a:gd name="T5" fmla="*/ 280 h 290"/>
                  <a:gd name="T6" fmla="*/ 0 w 58"/>
                  <a:gd name="T7" fmla="*/ 0 h 290"/>
                </a:gdLst>
                <a:ahLst/>
                <a:cxnLst>
                  <a:cxn ang="0">
                    <a:pos x="T0" y="T1"/>
                  </a:cxn>
                  <a:cxn ang="0">
                    <a:pos x="T2" y="T3"/>
                  </a:cxn>
                  <a:cxn ang="0">
                    <a:pos x="T4" y="T5"/>
                  </a:cxn>
                  <a:cxn ang="0">
                    <a:pos x="T6" y="T7"/>
                  </a:cxn>
                </a:cxnLst>
                <a:rect l="0" t="0" r="r" b="b"/>
                <a:pathLst>
                  <a:path w="58" h="290">
                    <a:moveTo>
                      <a:pt x="58" y="0"/>
                    </a:moveTo>
                    <a:cubicBezTo>
                      <a:pt x="46" y="280"/>
                      <a:pt x="46" y="280"/>
                      <a:pt x="46" y="280"/>
                    </a:cubicBezTo>
                    <a:cubicBezTo>
                      <a:pt x="46" y="280"/>
                      <a:pt x="19" y="290"/>
                      <a:pt x="0" y="280"/>
                    </a:cubicBezTo>
                    <a:cubicBezTo>
                      <a:pt x="0" y="176"/>
                      <a:pt x="0" y="0"/>
                      <a:pt x="0" y="0"/>
                    </a:cubicBezTo>
                  </a:path>
                </a:pathLst>
              </a:custGeom>
              <a:solidFill>
                <a:srgbClr val="354A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22"/>
              <p:cNvSpPr>
                <a:spLocks/>
              </p:cNvSpPr>
              <p:nvPr/>
            </p:nvSpPr>
            <p:spPr bwMode="auto">
              <a:xfrm>
                <a:off x="1992" y="1591"/>
                <a:ext cx="173" cy="614"/>
              </a:xfrm>
              <a:custGeom>
                <a:avLst/>
                <a:gdLst>
                  <a:gd name="T0" fmla="*/ 41 w 73"/>
                  <a:gd name="T1" fmla="*/ 0 h 259"/>
                  <a:gd name="T2" fmla="*/ 0 w 73"/>
                  <a:gd name="T3" fmla="*/ 25 h 259"/>
                  <a:gd name="T4" fmla="*/ 0 w 73"/>
                  <a:gd name="T5" fmla="*/ 259 h 259"/>
                  <a:gd name="T6" fmla="*/ 73 w 73"/>
                  <a:gd name="T7" fmla="*/ 259 h 259"/>
                  <a:gd name="T8" fmla="*/ 73 w 73"/>
                  <a:gd name="T9" fmla="*/ 86 h 259"/>
                  <a:gd name="T10" fmla="*/ 41 w 73"/>
                  <a:gd name="T11" fmla="*/ 0 h 259"/>
                </a:gdLst>
                <a:ahLst/>
                <a:cxnLst>
                  <a:cxn ang="0">
                    <a:pos x="T0" y="T1"/>
                  </a:cxn>
                  <a:cxn ang="0">
                    <a:pos x="T2" y="T3"/>
                  </a:cxn>
                  <a:cxn ang="0">
                    <a:pos x="T4" y="T5"/>
                  </a:cxn>
                  <a:cxn ang="0">
                    <a:pos x="T6" y="T7"/>
                  </a:cxn>
                  <a:cxn ang="0">
                    <a:pos x="T8" y="T9"/>
                  </a:cxn>
                  <a:cxn ang="0">
                    <a:pos x="T10" y="T11"/>
                  </a:cxn>
                </a:cxnLst>
                <a:rect l="0" t="0" r="r" b="b"/>
                <a:pathLst>
                  <a:path w="73" h="259">
                    <a:moveTo>
                      <a:pt x="41" y="0"/>
                    </a:moveTo>
                    <a:cubicBezTo>
                      <a:pt x="41" y="0"/>
                      <a:pt x="14" y="11"/>
                      <a:pt x="0" y="25"/>
                    </a:cubicBezTo>
                    <a:cubicBezTo>
                      <a:pt x="0" y="59"/>
                      <a:pt x="0" y="259"/>
                      <a:pt x="0" y="259"/>
                    </a:cubicBezTo>
                    <a:cubicBezTo>
                      <a:pt x="73" y="259"/>
                      <a:pt x="73" y="259"/>
                      <a:pt x="73" y="259"/>
                    </a:cubicBezTo>
                    <a:cubicBezTo>
                      <a:pt x="73" y="86"/>
                      <a:pt x="73" y="86"/>
                      <a:pt x="73" y="86"/>
                    </a:cubicBezTo>
                    <a:lnTo>
                      <a:pt x="41" y="0"/>
                    </a:lnTo>
                    <a:close/>
                  </a:path>
                </a:pathLst>
              </a:custGeom>
              <a:solidFill>
                <a:srgbClr val="0144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23"/>
              <p:cNvSpPr>
                <a:spLocks/>
              </p:cNvSpPr>
              <p:nvPr/>
            </p:nvSpPr>
            <p:spPr bwMode="auto">
              <a:xfrm>
                <a:off x="2163" y="1596"/>
                <a:ext cx="173" cy="609"/>
              </a:xfrm>
              <a:custGeom>
                <a:avLst/>
                <a:gdLst>
                  <a:gd name="T0" fmla="*/ 34 w 73"/>
                  <a:gd name="T1" fmla="*/ 0 h 257"/>
                  <a:gd name="T2" fmla="*/ 73 w 73"/>
                  <a:gd name="T3" fmla="*/ 24 h 257"/>
                  <a:gd name="T4" fmla="*/ 73 w 73"/>
                  <a:gd name="T5" fmla="*/ 257 h 257"/>
                  <a:gd name="T6" fmla="*/ 0 w 73"/>
                  <a:gd name="T7" fmla="*/ 257 h 257"/>
                  <a:gd name="T8" fmla="*/ 0 w 73"/>
                  <a:gd name="T9" fmla="*/ 84 h 257"/>
                  <a:gd name="T10" fmla="*/ 34 w 73"/>
                  <a:gd name="T11" fmla="*/ 0 h 257"/>
                </a:gdLst>
                <a:ahLst/>
                <a:cxnLst>
                  <a:cxn ang="0">
                    <a:pos x="T0" y="T1"/>
                  </a:cxn>
                  <a:cxn ang="0">
                    <a:pos x="T2" y="T3"/>
                  </a:cxn>
                  <a:cxn ang="0">
                    <a:pos x="T4" y="T5"/>
                  </a:cxn>
                  <a:cxn ang="0">
                    <a:pos x="T6" y="T7"/>
                  </a:cxn>
                  <a:cxn ang="0">
                    <a:pos x="T8" y="T9"/>
                  </a:cxn>
                  <a:cxn ang="0">
                    <a:pos x="T10" y="T11"/>
                  </a:cxn>
                </a:cxnLst>
                <a:rect l="0" t="0" r="r" b="b"/>
                <a:pathLst>
                  <a:path w="73" h="257">
                    <a:moveTo>
                      <a:pt x="34" y="0"/>
                    </a:moveTo>
                    <a:cubicBezTo>
                      <a:pt x="34" y="0"/>
                      <a:pt x="59" y="10"/>
                      <a:pt x="73" y="24"/>
                    </a:cubicBezTo>
                    <a:cubicBezTo>
                      <a:pt x="73" y="39"/>
                      <a:pt x="73" y="67"/>
                      <a:pt x="73" y="257"/>
                    </a:cubicBezTo>
                    <a:cubicBezTo>
                      <a:pt x="0" y="257"/>
                      <a:pt x="0" y="257"/>
                      <a:pt x="0" y="257"/>
                    </a:cubicBezTo>
                    <a:cubicBezTo>
                      <a:pt x="0" y="84"/>
                      <a:pt x="0" y="84"/>
                      <a:pt x="0" y="84"/>
                    </a:cubicBezTo>
                    <a:lnTo>
                      <a:pt x="34" y="0"/>
                    </a:lnTo>
                    <a:close/>
                  </a:path>
                </a:pathLst>
              </a:custGeom>
              <a:solidFill>
                <a:srgbClr val="0524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24"/>
              <p:cNvSpPr>
                <a:spLocks/>
              </p:cNvSpPr>
              <p:nvPr/>
            </p:nvSpPr>
            <p:spPr bwMode="auto">
              <a:xfrm>
                <a:off x="2104" y="1589"/>
                <a:ext cx="113" cy="211"/>
              </a:xfrm>
              <a:custGeom>
                <a:avLst/>
                <a:gdLst>
                  <a:gd name="T0" fmla="*/ 0 w 113"/>
                  <a:gd name="T1" fmla="*/ 0 h 211"/>
                  <a:gd name="T2" fmla="*/ 61 w 113"/>
                  <a:gd name="T3" fmla="*/ 211 h 211"/>
                  <a:gd name="T4" fmla="*/ 113 w 113"/>
                  <a:gd name="T5" fmla="*/ 0 h 211"/>
                  <a:gd name="T6" fmla="*/ 0 w 113"/>
                  <a:gd name="T7" fmla="*/ 0 h 211"/>
                </a:gdLst>
                <a:ahLst/>
                <a:cxnLst>
                  <a:cxn ang="0">
                    <a:pos x="T0" y="T1"/>
                  </a:cxn>
                  <a:cxn ang="0">
                    <a:pos x="T2" y="T3"/>
                  </a:cxn>
                  <a:cxn ang="0">
                    <a:pos x="T4" y="T5"/>
                  </a:cxn>
                  <a:cxn ang="0">
                    <a:pos x="T6" y="T7"/>
                  </a:cxn>
                </a:cxnLst>
                <a:rect l="0" t="0" r="r" b="b"/>
                <a:pathLst>
                  <a:path w="113" h="211">
                    <a:moveTo>
                      <a:pt x="0" y="0"/>
                    </a:moveTo>
                    <a:lnTo>
                      <a:pt x="61" y="211"/>
                    </a:lnTo>
                    <a:lnTo>
                      <a:pt x="113" y="0"/>
                    </a:lnTo>
                    <a:lnTo>
                      <a:pt x="0" y="0"/>
                    </a:lnTo>
                    <a:close/>
                  </a:path>
                </a:pathLst>
              </a:custGeom>
              <a:solidFill>
                <a:srgbClr val="F1F2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25"/>
              <p:cNvSpPr>
                <a:spLocks/>
              </p:cNvSpPr>
              <p:nvPr/>
            </p:nvSpPr>
            <p:spPr bwMode="auto">
              <a:xfrm>
                <a:off x="2104" y="1589"/>
                <a:ext cx="113" cy="211"/>
              </a:xfrm>
              <a:custGeom>
                <a:avLst/>
                <a:gdLst>
                  <a:gd name="T0" fmla="*/ 0 w 113"/>
                  <a:gd name="T1" fmla="*/ 0 h 211"/>
                  <a:gd name="T2" fmla="*/ 61 w 113"/>
                  <a:gd name="T3" fmla="*/ 211 h 211"/>
                  <a:gd name="T4" fmla="*/ 113 w 113"/>
                  <a:gd name="T5" fmla="*/ 0 h 211"/>
                </a:gdLst>
                <a:ahLst/>
                <a:cxnLst>
                  <a:cxn ang="0">
                    <a:pos x="T0" y="T1"/>
                  </a:cxn>
                  <a:cxn ang="0">
                    <a:pos x="T2" y="T3"/>
                  </a:cxn>
                  <a:cxn ang="0">
                    <a:pos x="T4" y="T5"/>
                  </a:cxn>
                </a:cxnLst>
                <a:rect l="0" t="0" r="r" b="b"/>
                <a:pathLst>
                  <a:path w="113" h="211">
                    <a:moveTo>
                      <a:pt x="0" y="0"/>
                    </a:moveTo>
                    <a:lnTo>
                      <a:pt x="61" y="211"/>
                    </a:lnTo>
                    <a:lnTo>
                      <a:pt x="11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26"/>
              <p:cNvSpPr>
                <a:spLocks/>
              </p:cNvSpPr>
              <p:nvPr/>
            </p:nvSpPr>
            <p:spPr bwMode="auto">
              <a:xfrm>
                <a:off x="2139" y="1606"/>
                <a:ext cx="52" cy="194"/>
              </a:xfrm>
              <a:custGeom>
                <a:avLst/>
                <a:gdLst>
                  <a:gd name="T0" fmla="*/ 33 w 52"/>
                  <a:gd name="T1" fmla="*/ 40 h 194"/>
                  <a:gd name="T2" fmla="*/ 48 w 52"/>
                  <a:gd name="T3" fmla="*/ 23 h 194"/>
                  <a:gd name="T4" fmla="*/ 22 w 52"/>
                  <a:gd name="T5" fmla="*/ 0 h 194"/>
                  <a:gd name="T6" fmla="*/ 5 w 52"/>
                  <a:gd name="T7" fmla="*/ 23 h 194"/>
                  <a:gd name="T8" fmla="*/ 19 w 52"/>
                  <a:gd name="T9" fmla="*/ 40 h 194"/>
                  <a:gd name="T10" fmla="*/ 0 w 52"/>
                  <a:gd name="T11" fmla="*/ 146 h 194"/>
                  <a:gd name="T12" fmla="*/ 26 w 52"/>
                  <a:gd name="T13" fmla="*/ 194 h 194"/>
                  <a:gd name="T14" fmla="*/ 52 w 52"/>
                  <a:gd name="T15" fmla="*/ 149 h 194"/>
                  <a:gd name="T16" fmla="*/ 33 w 52"/>
                  <a:gd name="T17" fmla="*/ 4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194">
                    <a:moveTo>
                      <a:pt x="33" y="40"/>
                    </a:moveTo>
                    <a:lnTo>
                      <a:pt x="48" y="23"/>
                    </a:lnTo>
                    <a:lnTo>
                      <a:pt x="22" y="0"/>
                    </a:lnTo>
                    <a:lnTo>
                      <a:pt x="5" y="23"/>
                    </a:lnTo>
                    <a:lnTo>
                      <a:pt x="19" y="40"/>
                    </a:lnTo>
                    <a:lnTo>
                      <a:pt x="0" y="146"/>
                    </a:lnTo>
                    <a:lnTo>
                      <a:pt x="26" y="194"/>
                    </a:lnTo>
                    <a:lnTo>
                      <a:pt x="52" y="149"/>
                    </a:lnTo>
                    <a:lnTo>
                      <a:pt x="33" y="40"/>
                    </a:lnTo>
                    <a:close/>
                  </a:path>
                </a:pathLst>
              </a:custGeom>
              <a:solidFill>
                <a:srgbClr val="A630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27"/>
              <p:cNvSpPr>
                <a:spLocks/>
              </p:cNvSpPr>
              <p:nvPr/>
            </p:nvSpPr>
            <p:spPr bwMode="auto">
              <a:xfrm>
                <a:off x="2125" y="1528"/>
                <a:ext cx="76" cy="78"/>
              </a:xfrm>
              <a:custGeom>
                <a:avLst/>
                <a:gdLst>
                  <a:gd name="T0" fmla="*/ 76 w 76"/>
                  <a:gd name="T1" fmla="*/ 66 h 78"/>
                  <a:gd name="T2" fmla="*/ 36 w 76"/>
                  <a:gd name="T3" fmla="*/ 78 h 78"/>
                  <a:gd name="T4" fmla="*/ 0 w 76"/>
                  <a:gd name="T5" fmla="*/ 66 h 78"/>
                  <a:gd name="T6" fmla="*/ 0 w 76"/>
                  <a:gd name="T7" fmla="*/ 0 h 78"/>
                  <a:gd name="T8" fmla="*/ 76 w 76"/>
                  <a:gd name="T9" fmla="*/ 0 h 78"/>
                  <a:gd name="T10" fmla="*/ 76 w 76"/>
                  <a:gd name="T11" fmla="*/ 66 h 78"/>
                </a:gdLst>
                <a:ahLst/>
                <a:cxnLst>
                  <a:cxn ang="0">
                    <a:pos x="T0" y="T1"/>
                  </a:cxn>
                  <a:cxn ang="0">
                    <a:pos x="T2" y="T3"/>
                  </a:cxn>
                  <a:cxn ang="0">
                    <a:pos x="T4" y="T5"/>
                  </a:cxn>
                  <a:cxn ang="0">
                    <a:pos x="T6" y="T7"/>
                  </a:cxn>
                  <a:cxn ang="0">
                    <a:pos x="T8" y="T9"/>
                  </a:cxn>
                  <a:cxn ang="0">
                    <a:pos x="T10" y="T11"/>
                  </a:cxn>
                </a:cxnLst>
                <a:rect l="0" t="0" r="r" b="b"/>
                <a:pathLst>
                  <a:path w="76" h="78">
                    <a:moveTo>
                      <a:pt x="76" y="66"/>
                    </a:moveTo>
                    <a:lnTo>
                      <a:pt x="36" y="78"/>
                    </a:lnTo>
                    <a:lnTo>
                      <a:pt x="0" y="66"/>
                    </a:lnTo>
                    <a:lnTo>
                      <a:pt x="0" y="0"/>
                    </a:lnTo>
                    <a:lnTo>
                      <a:pt x="76" y="0"/>
                    </a:lnTo>
                    <a:lnTo>
                      <a:pt x="76" y="66"/>
                    </a:lnTo>
                    <a:close/>
                  </a:path>
                </a:pathLst>
              </a:custGeom>
              <a:solidFill>
                <a:srgbClr val="FBDE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28"/>
              <p:cNvSpPr>
                <a:spLocks/>
              </p:cNvSpPr>
              <p:nvPr/>
            </p:nvSpPr>
            <p:spPr bwMode="auto">
              <a:xfrm>
                <a:off x="2165" y="1589"/>
                <a:ext cx="114" cy="211"/>
              </a:xfrm>
              <a:custGeom>
                <a:avLst/>
                <a:gdLst>
                  <a:gd name="T0" fmla="*/ 0 w 48"/>
                  <a:gd name="T1" fmla="*/ 89 h 89"/>
                  <a:gd name="T2" fmla="*/ 35 w 48"/>
                  <a:gd name="T3" fmla="*/ 35 h 89"/>
                  <a:gd name="T4" fmla="*/ 24 w 48"/>
                  <a:gd name="T5" fmla="*/ 30 h 89"/>
                  <a:gd name="T6" fmla="*/ 41 w 48"/>
                  <a:gd name="T7" fmla="*/ 25 h 89"/>
                  <a:gd name="T8" fmla="*/ 48 w 48"/>
                  <a:gd name="T9" fmla="*/ 11 h 89"/>
                  <a:gd name="T10" fmla="*/ 22 w 48"/>
                  <a:gd name="T11" fmla="*/ 0 h 89"/>
                  <a:gd name="T12" fmla="*/ 0 w 48"/>
                  <a:gd name="T13" fmla="*/ 89 h 89"/>
                </a:gdLst>
                <a:ahLst/>
                <a:cxnLst>
                  <a:cxn ang="0">
                    <a:pos x="T0" y="T1"/>
                  </a:cxn>
                  <a:cxn ang="0">
                    <a:pos x="T2" y="T3"/>
                  </a:cxn>
                  <a:cxn ang="0">
                    <a:pos x="T4" y="T5"/>
                  </a:cxn>
                  <a:cxn ang="0">
                    <a:pos x="T6" y="T7"/>
                  </a:cxn>
                  <a:cxn ang="0">
                    <a:pos x="T8" y="T9"/>
                  </a:cxn>
                  <a:cxn ang="0">
                    <a:pos x="T10" y="T11"/>
                  </a:cxn>
                  <a:cxn ang="0">
                    <a:pos x="T12" y="T13"/>
                  </a:cxn>
                </a:cxnLst>
                <a:rect l="0" t="0" r="r" b="b"/>
                <a:pathLst>
                  <a:path w="48" h="89">
                    <a:moveTo>
                      <a:pt x="0" y="89"/>
                    </a:moveTo>
                    <a:cubicBezTo>
                      <a:pt x="35" y="35"/>
                      <a:pt x="35" y="35"/>
                      <a:pt x="35" y="35"/>
                    </a:cubicBezTo>
                    <a:cubicBezTo>
                      <a:pt x="24" y="30"/>
                      <a:pt x="24" y="30"/>
                      <a:pt x="24" y="30"/>
                    </a:cubicBezTo>
                    <a:cubicBezTo>
                      <a:pt x="41" y="25"/>
                      <a:pt x="41" y="25"/>
                      <a:pt x="41" y="25"/>
                    </a:cubicBezTo>
                    <a:cubicBezTo>
                      <a:pt x="48" y="11"/>
                      <a:pt x="48" y="11"/>
                      <a:pt x="48" y="11"/>
                    </a:cubicBezTo>
                    <a:cubicBezTo>
                      <a:pt x="48" y="11"/>
                      <a:pt x="37" y="2"/>
                      <a:pt x="22" y="0"/>
                    </a:cubicBezTo>
                    <a:cubicBezTo>
                      <a:pt x="18" y="16"/>
                      <a:pt x="0" y="89"/>
                      <a:pt x="0" y="89"/>
                    </a:cubicBezTo>
                    <a:close/>
                  </a:path>
                </a:pathLst>
              </a:custGeom>
              <a:solidFill>
                <a:srgbClr val="0144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29"/>
              <p:cNvSpPr>
                <a:spLocks/>
              </p:cNvSpPr>
              <p:nvPr/>
            </p:nvSpPr>
            <p:spPr bwMode="auto">
              <a:xfrm>
                <a:off x="2052" y="1587"/>
                <a:ext cx="113" cy="213"/>
              </a:xfrm>
              <a:custGeom>
                <a:avLst/>
                <a:gdLst>
                  <a:gd name="T0" fmla="*/ 48 w 48"/>
                  <a:gd name="T1" fmla="*/ 90 h 90"/>
                  <a:gd name="T2" fmla="*/ 13 w 48"/>
                  <a:gd name="T3" fmla="*/ 36 h 90"/>
                  <a:gd name="T4" fmla="*/ 24 w 48"/>
                  <a:gd name="T5" fmla="*/ 31 h 90"/>
                  <a:gd name="T6" fmla="*/ 7 w 48"/>
                  <a:gd name="T7" fmla="*/ 26 h 90"/>
                  <a:gd name="T8" fmla="*/ 0 w 48"/>
                  <a:gd name="T9" fmla="*/ 10 h 90"/>
                  <a:gd name="T10" fmla="*/ 26 w 48"/>
                  <a:gd name="T11" fmla="*/ 0 h 90"/>
                  <a:gd name="T12" fmla="*/ 48 w 48"/>
                  <a:gd name="T13" fmla="*/ 90 h 90"/>
                </a:gdLst>
                <a:ahLst/>
                <a:cxnLst>
                  <a:cxn ang="0">
                    <a:pos x="T0" y="T1"/>
                  </a:cxn>
                  <a:cxn ang="0">
                    <a:pos x="T2" y="T3"/>
                  </a:cxn>
                  <a:cxn ang="0">
                    <a:pos x="T4" y="T5"/>
                  </a:cxn>
                  <a:cxn ang="0">
                    <a:pos x="T6" y="T7"/>
                  </a:cxn>
                  <a:cxn ang="0">
                    <a:pos x="T8" y="T9"/>
                  </a:cxn>
                  <a:cxn ang="0">
                    <a:pos x="T10" y="T11"/>
                  </a:cxn>
                  <a:cxn ang="0">
                    <a:pos x="T12" y="T13"/>
                  </a:cxn>
                </a:cxnLst>
                <a:rect l="0" t="0" r="r" b="b"/>
                <a:pathLst>
                  <a:path w="48" h="90">
                    <a:moveTo>
                      <a:pt x="48" y="90"/>
                    </a:moveTo>
                    <a:cubicBezTo>
                      <a:pt x="13" y="36"/>
                      <a:pt x="13" y="36"/>
                      <a:pt x="13" y="36"/>
                    </a:cubicBezTo>
                    <a:cubicBezTo>
                      <a:pt x="24" y="31"/>
                      <a:pt x="24" y="31"/>
                      <a:pt x="24" y="31"/>
                    </a:cubicBezTo>
                    <a:cubicBezTo>
                      <a:pt x="7" y="26"/>
                      <a:pt x="7" y="26"/>
                      <a:pt x="7" y="26"/>
                    </a:cubicBezTo>
                    <a:cubicBezTo>
                      <a:pt x="0" y="10"/>
                      <a:pt x="0" y="10"/>
                      <a:pt x="0" y="10"/>
                    </a:cubicBezTo>
                    <a:cubicBezTo>
                      <a:pt x="0" y="10"/>
                      <a:pt x="11" y="3"/>
                      <a:pt x="26" y="0"/>
                    </a:cubicBezTo>
                    <a:cubicBezTo>
                      <a:pt x="30" y="15"/>
                      <a:pt x="48" y="90"/>
                      <a:pt x="48" y="90"/>
                    </a:cubicBezTo>
                    <a:close/>
                  </a:path>
                </a:pathLst>
              </a:custGeom>
              <a:solidFill>
                <a:srgbClr val="0524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30"/>
              <p:cNvSpPr>
                <a:spLocks/>
              </p:cNvSpPr>
              <p:nvPr/>
            </p:nvSpPr>
            <p:spPr bwMode="auto">
              <a:xfrm>
                <a:off x="2085" y="1584"/>
                <a:ext cx="154" cy="64"/>
              </a:xfrm>
              <a:custGeom>
                <a:avLst/>
                <a:gdLst>
                  <a:gd name="T0" fmla="*/ 16 w 65"/>
                  <a:gd name="T1" fmla="*/ 0 h 27"/>
                  <a:gd name="T2" fmla="*/ 32 w 65"/>
                  <a:gd name="T3" fmla="*/ 9 h 27"/>
                  <a:gd name="T4" fmla="*/ 49 w 65"/>
                  <a:gd name="T5" fmla="*/ 0 h 27"/>
                  <a:gd name="T6" fmla="*/ 65 w 65"/>
                  <a:gd name="T7" fmla="*/ 4 h 27"/>
                  <a:gd name="T8" fmla="*/ 52 w 65"/>
                  <a:gd name="T9" fmla="*/ 27 h 27"/>
                  <a:gd name="T10" fmla="*/ 32 w 65"/>
                  <a:gd name="T11" fmla="*/ 9 h 27"/>
                  <a:gd name="T12" fmla="*/ 16 w 65"/>
                  <a:gd name="T13" fmla="*/ 27 h 27"/>
                  <a:gd name="T14" fmla="*/ 0 w 65"/>
                  <a:gd name="T15" fmla="*/ 4 h 27"/>
                  <a:gd name="T16" fmla="*/ 16 w 65"/>
                  <a:gd name="T1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27">
                    <a:moveTo>
                      <a:pt x="16" y="0"/>
                    </a:moveTo>
                    <a:cubicBezTo>
                      <a:pt x="32" y="9"/>
                      <a:pt x="32" y="9"/>
                      <a:pt x="32" y="9"/>
                    </a:cubicBezTo>
                    <a:cubicBezTo>
                      <a:pt x="49" y="0"/>
                      <a:pt x="49" y="0"/>
                      <a:pt x="49" y="0"/>
                    </a:cubicBezTo>
                    <a:cubicBezTo>
                      <a:pt x="65" y="4"/>
                      <a:pt x="65" y="4"/>
                      <a:pt x="65" y="4"/>
                    </a:cubicBezTo>
                    <a:cubicBezTo>
                      <a:pt x="52" y="27"/>
                      <a:pt x="52" y="27"/>
                      <a:pt x="52" y="27"/>
                    </a:cubicBezTo>
                    <a:cubicBezTo>
                      <a:pt x="32" y="9"/>
                      <a:pt x="32" y="9"/>
                      <a:pt x="32" y="9"/>
                    </a:cubicBezTo>
                    <a:cubicBezTo>
                      <a:pt x="16" y="27"/>
                      <a:pt x="16" y="27"/>
                      <a:pt x="16" y="27"/>
                    </a:cubicBezTo>
                    <a:cubicBezTo>
                      <a:pt x="0" y="4"/>
                      <a:pt x="0" y="4"/>
                      <a:pt x="0" y="4"/>
                    </a:cubicBezTo>
                    <a:cubicBezTo>
                      <a:pt x="0" y="4"/>
                      <a:pt x="10" y="0"/>
                      <a:pt x="16" y="0"/>
                    </a:cubicBezTo>
                    <a:close/>
                  </a:path>
                </a:pathLst>
              </a:custGeom>
              <a:solidFill>
                <a:srgbClr val="F1F2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31"/>
              <p:cNvSpPr>
                <a:spLocks/>
              </p:cNvSpPr>
              <p:nvPr/>
            </p:nvSpPr>
            <p:spPr bwMode="auto">
              <a:xfrm>
                <a:off x="2052" y="1265"/>
                <a:ext cx="217" cy="305"/>
              </a:xfrm>
              <a:custGeom>
                <a:avLst/>
                <a:gdLst>
                  <a:gd name="T0" fmla="*/ 92 w 92"/>
                  <a:gd name="T1" fmla="*/ 58 h 129"/>
                  <a:gd name="T2" fmla="*/ 46 w 92"/>
                  <a:gd name="T3" fmla="*/ 0 h 129"/>
                  <a:gd name="T4" fmla="*/ 0 w 92"/>
                  <a:gd name="T5" fmla="*/ 58 h 129"/>
                  <a:gd name="T6" fmla="*/ 13 w 92"/>
                  <a:gd name="T7" fmla="*/ 115 h 129"/>
                  <a:gd name="T8" fmla="*/ 46 w 92"/>
                  <a:gd name="T9" fmla="*/ 129 h 129"/>
                  <a:gd name="T10" fmla="*/ 46 w 92"/>
                  <a:gd name="T11" fmla="*/ 129 h 129"/>
                  <a:gd name="T12" fmla="*/ 46 w 92"/>
                  <a:gd name="T13" fmla="*/ 129 h 129"/>
                  <a:gd name="T14" fmla="*/ 46 w 92"/>
                  <a:gd name="T15" fmla="*/ 129 h 129"/>
                  <a:gd name="T16" fmla="*/ 79 w 92"/>
                  <a:gd name="T17" fmla="*/ 115 h 129"/>
                  <a:gd name="T18" fmla="*/ 92 w 92"/>
                  <a:gd name="T19" fmla="*/ 58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 h="129">
                    <a:moveTo>
                      <a:pt x="92" y="58"/>
                    </a:moveTo>
                    <a:cubicBezTo>
                      <a:pt x="92" y="21"/>
                      <a:pt x="72" y="0"/>
                      <a:pt x="46" y="0"/>
                    </a:cubicBezTo>
                    <a:cubicBezTo>
                      <a:pt x="21" y="0"/>
                      <a:pt x="0" y="21"/>
                      <a:pt x="0" y="58"/>
                    </a:cubicBezTo>
                    <a:cubicBezTo>
                      <a:pt x="0" y="74"/>
                      <a:pt x="5" y="108"/>
                      <a:pt x="13" y="115"/>
                    </a:cubicBezTo>
                    <a:cubicBezTo>
                      <a:pt x="19" y="120"/>
                      <a:pt x="37" y="129"/>
                      <a:pt x="46" y="129"/>
                    </a:cubicBezTo>
                    <a:cubicBezTo>
                      <a:pt x="46" y="129"/>
                      <a:pt x="46" y="129"/>
                      <a:pt x="46" y="129"/>
                    </a:cubicBezTo>
                    <a:cubicBezTo>
                      <a:pt x="46" y="129"/>
                      <a:pt x="46" y="129"/>
                      <a:pt x="46" y="129"/>
                    </a:cubicBezTo>
                    <a:cubicBezTo>
                      <a:pt x="46" y="129"/>
                      <a:pt x="46" y="129"/>
                      <a:pt x="46" y="129"/>
                    </a:cubicBezTo>
                    <a:cubicBezTo>
                      <a:pt x="55" y="129"/>
                      <a:pt x="74" y="120"/>
                      <a:pt x="79" y="115"/>
                    </a:cubicBezTo>
                    <a:cubicBezTo>
                      <a:pt x="88" y="106"/>
                      <a:pt x="92" y="72"/>
                      <a:pt x="92" y="58"/>
                    </a:cubicBezTo>
                    <a:close/>
                  </a:path>
                </a:pathLst>
              </a:custGeom>
              <a:solidFill>
                <a:srgbClr val="FBDE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32"/>
              <p:cNvSpPr>
                <a:spLocks/>
              </p:cNvSpPr>
              <p:nvPr/>
            </p:nvSpPr>
            <p:spPr bwMode="auto">
              <a:xfrm>
                <a:off x="2220" y="1374"/>
                <a:ext cx="78" cy="92"/>
              </a:xfrm>
              <a:custGeom>
                <a:avLst/>
                <a:gdLst>
                  <a:gd name="T0" fmla="*/ 14 w 33"/>
                  <a:gd name="T1" fmla="*/ 38 h 39"/>
                  <a:gd name="T2" fmla="*/ 2 w 33"/>
                  <a:gd name="T3" fmla="*/ 18 h 39"/>
                  <a:gd name="T4" fmla="*/ 19 w 33"/>
                  <a:gd name="T5" fmla="*/ 1 h 39"/>
                  <a:gd name="T6" fmla="*/ 32 w 33"/>
                  <a:gd name="T7" fmla="*/ 21 h 39"/>
                  <a:gd name="T8" fmla="*/ 14 w 33"/>
                  <a:gd name="T9" fmla="*/ 38 h 39"/>
                </a:gdLst>
                <a:ahLst/>
                <a:cxnLst>
                  <a:cxn ang="0">
                    <a:pos x="T0" y="T1"/>
                  </a:cxn>
                  <a:cxn ang="0">
                    <a:pos x="T2" y="T3"/>
                  </a:cxn>
                  <a:cxn ang="0">
                    <a:pos x="T4" y="T5"/>
                  </a:cxn>
                  <a:cxn ang="0">
                    <a:pos x="T6" y="T7"/>
                  </a:cxn>
                  <a:cxn ang="0">
                    <a:pos x="T8" y="T9"/>
                  </a:cxn>
                </a:cxnLst>
                <a:rect l="0" t="0" r="r" b="b"/>
                <a:pathLst>
                  <a:path w="33" h="39">
                    <a:moveTo>
                      <a:pt x="14" y="38"/>
                    </a:moveTo>
                    <a:cubicBezTo>
                      <a:pt x="6" y="37"/>
                      <a:pt x="0" y="28"/>
                      <a:pt x="2" y="18"/>
                    </a:cubicBezTo>
                    <a:cubicBezTo>
                      <a:pt x="3" y="8"/>
                      <a:pt x="11" y="0"/>
                      <a:pt x="19" y="1"/>
                    </a:cubicBezTo>
                    <a:cubicBezTo>
                      <a:pt x="27" y="2"/>
                      <a:pt x="33" y="11"/>
                      <a:pt x="32" y="21"/>
                    </a:cubicBezTo>
                    <a:cubicBezTo>
                      <a:pt x="30" y="31"/>
                      <a:pt x="22" y="39"/>
                      <a:pt x="14" y="38"/>
                    </a:cubicBezTo>
                    <a:close/>
                  </a:path>
                </a:pathLst>
              </a:custGeom>
              <a:solidFill>
                <a:srgbClr val="FBDE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33"/>
              <p:cNvSpPr>
                <a:spLocks/>
              </p:cNvSpPr>
              <p:nvPr/>
            </p:nvSpPr>
            <p:spPr bwMode="auto">
              <a:xfrm>
                <a:off x="2026" y="1374"/>
                <a:ext cx="78" cy="92"/>
              </a:xfrm>
              <a:custGeom>
                <a:avLst/>
                <a:gdLst>
                  <a:gd name="T0" fmla="*/ 1 w 33"/>
                  <a:gd name="T1" fmla="*/ 21 h 39"/>
                  <a:gd name="T2" fmla="*/ 14 w 33"/>
                  <a:gd name="T3" fmla="*/ 1 h 39"/>
                  <a:gd name="T4" fmla="*/ 31 w 33"/>
                  <a:gd name="T5" fmla="*/ 18 h 39"/>
                  <a:gd name="T6" fmla="*/ 19 w 33"/>
                  <a:gd name="T7" fmla="*/ 38 h 39"/>
                  <a:gd name="T8" fmla="*/ 1 w 33"/>
                  <a:gd name="T9" fmla="*/ 21 h 39"/>
                </a:gdLst>
                <a:ahLst/>
                <a:cxnLst>
                  <a:cxn ang="0">
                    <a:pos x="T0" y="T1"/>
                  </a:cxn>
                  <a:cxn ang="0">
                    <a:pos x="T2" y="T3"/>
                  </a:cxn>
                  <a:cxn ang="0">
                    <a:pos x="T4" y="T5"/>
                  </a:cxn>
                  <a:cxn ang="0">
                    <a:pos x="T6" y="T7"/>
                  </a:cxn>
                  <a:cxn ang="0">
                    <a:pos x="T8" y="T9"/>
                  </a:cxn>
                </a:cxnLst>
                <a:rect l="0" t="0" r="r" b="b"/>
                <a:pathLst>
                  <a:path w="33" h="39">
                    <a:moveTo>
                      <a:pt x="1" y="21"/>
                    </a:moveTo>
                    <a:cubicBezTo>
                      <a:pt x="0" y="11"/>
                      <a:pt x="5" y="2"/>
                      <a:pt x="14" y="1"/>
                    </a:cubicBezTo>
                    <a:cubicBezTo>
                      <a:pt x="22" y="0"/>
                      <a:pt x="30" y="8"/>
                      <a:pt x="31" y="18"/>
                    </a:cubicBezTo>
                    <a:cubicBezTo>
                      <a:pt x="33" y="28"/>
                      <a:pt x="27" y="37"/>
                      <a:pt x="19" y="38"/>
                    </a:cubicBezTo>
                    <a:cubicBezTo>
                      <a:pt x="10" y="39"/>
                      <a:pt x="2" y="31"/>
                      <a:pt x="1" y="21"/>
                    </a:cubicBezTo>
                    <a:close/>
                  </a:path>
                </a:pathLst>
              </a:custGeom>
              <a:solidFill>
                <a:srgbClr val="FBDE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34"/>
              <p:cNvSpPr>
                <a:spLocks/>
              </p:cNvSpPr>
              <p:nvPr/>
            </p:nvSpPr>
            <p:spPr bwMode="auto">
              <a:xfrm>
                <a:off x="1699" y="1644"/>
                <a:ext cx="345" cy="222"/>
              </a:xfrm>
              <a:custGeom>
                <a:avLst/>
                <a:gdLst>
                  <a:gd name="T0" fmla="*/ 128 w 146"/>
                  <a:gd name="T1" fmla="*/ 0 h 94"/>
                  <a:gd name="T2" fmla="*/ 62 w 146"/>
                  <a:gd name="T3" fmla="*/ 64 h 94"/>
                  <a:gd name="T4" fmla="*/ 0 w 146"/>
                  <a:gd name="T5" fmla="*/ 33 h 94"/>
                  <a:gd name="T6" fmla="*/ 0 w 146"/>
                  <a:gd name="T7" fmla="*/ 53 h 94"/>
                  <a:gd name="T8" fmla="*/ 63 w 146"/>
                  <a:gd name="T9" fmla="*/ 94 h 94"/>
                  <a:gd name="T10" fmla="*/ 146 w 146"/>
                  <a:gd name="T11" fmla="*/ 33 h 94"/>
                  <a:gd name="T12" fmla="*/ 128 w 146"/>
                  <a:gd name="T13" fmla="*/ 0 h 94"/>
                </a:gdLst>
                <a:ahLst/>
                <a:cxnLst>
                  <a:cxn ang="0">
                    <a:pos x="T0" y="T1"/>
                  </a:cxn>
                  <a:cxn ang="0">
                    <a:pos x="T2" y="T3"/>
                  </a:cxn>
                  <a:cxn ang="0">
                    <a:pos x="T4" y="T5"/>
                  </a:cxn>
                  <a:cxn ang="0">
                    <a:pos x="T6" y="T7"/>
                  </a:cxn>
                  <a:cxn ang="0">
                    <a:pos x="T8" y="T9"/>
                  </a:cxn>
                  <a:cxn ang="0">
                    <a:pos x="T10" y="T11"/>
                  </a:cxn>
                  <a:cxn ang="0">
                    <a:pos x="T12" y="T13"/>
                  </a:cxn>
                </a:cxnLst>
                <a:rect l="0" t="0" r="r" b="b"/>
                <a:pathLst>
                  <a:path w="146" h="94">
                    <a:moveTo>
                      <a:pt x="128" y="0"/>
                    </a:moveTo>
                    <a:cubicBezTo>
                      <a:pt x="128" y="0"/>
                      <a:pt x="65" y="55"/>
                      <a:pt x="62" y="64"/>
                    </a:cubicBezTo>
                    <a:cubicBezTo>
                      <a:pt x="0" y="33"/>
                      <a:pt x="0" y="33"/>
                      <a:pt x="0" y="33"/>
                    </a:cubicBezTo>
                    <a:cubicBezTo>
                      <a:pt x="0" y="53"/>
                      <a:pt x="0" y="53"/>
                      <a:pt x="0" y="53"/>
                    </a:cubicBezTo>
                    <a:cubicBezTo>
                      <a:pt x="63" y="94"/>
                      <a:pt x="63" y="94"/>
                      <a:pt x="63" y="94"/>
                    </a:cubicBezTo>
                    <a:cubicBezTo>
                      <a:pt x="146" y="33"/>
                      <a:pt x="146" y="33"/>
                      <a:pt x="146" y="33"/>
                    </a:cubicBezTo>
                    <a:lnTo>
                      <a:pt x="128" y="0"/>
                    </a:lnTo>
                    <a:close/>
                  </a:path>
                </a:pathLst>
              </a:custGeom>
              <a:solidFill>
                <a:srgbClr val="F1B5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35"/>
              <p:cNvSpPr>
                <a:spLocks/>
              </p:cNvSpPr>
              <p:nvPr/>
            </p:nvSpPr>
            <p:spPr bwMode="auto">
              <a:xfrm>
                <a:off x="1848" y="1639"/>
                <a:ext cx="223" cy="244"/>
              </a:xfrm>
              <a:custGeom>
                <a:avLst/>
                <a:gdLst>
                  <a:gd name="T0" fmla="*/ 0 w 223"/>
                  <a:gd name="T1" fmla="*/ 244 h 244"/>
                  <a:gd name="T2" fmla="*/ 0 w 223"/>
                  <a:gd name="T3" fmla="*/ 139 h 244"/>
                  <a:gd name="T4" fmla="*/ 156 w 223"/>
                  <a:gd name="T5" fmla="*/ 0 h 244"/>
                  <a:gd name="T6" fmla="*/ 223 w 223"/>
                  <a:gd name="T7" fmla="*/ 130 h 244"/>
                  <a:gd name="T8" fmla="*/ 0 w 223"/>
                  <a:gd name="T9" fmla="*/ 244 h 244"/>
                </a:gdLst>
                <a:ahLst/>
                <a:cxnLst>
                  <a:cxn ang="0">
                    <a:pos x="T0" y="T1"/>
                  </a:cxn>
                  <a:cxn ang="0">
                    <a:pos x="T2" y="T3"/>
                  </a:cxn>
                  <a:cxn ang="0">
                    <a:pos x="T4" y="T5"/>
                  </a:cxn>
                  <a:cxn ang="0">
                    <a:pos x="T6" y="T7"/>
                  </a:cxn>
                  <a:cxn ang="0">
                    <a:pos x="T8" y="T9"/>
                  </a:cxn>
                </a:cxnLst>
                <a:rect l="0" t="0" r="r" b="b"/>
                <a:pathLst>
                  <a:path w="223" h="244">
                    <a:moveTo>
                      <a:pt x="0" y="244"/>
                    </a:moveTo>
                    <a:lnTo>
                      <a:pt x="0" y="139"/>
                    </a:lnTo>
                    <a:lnTo>
                      <a:pt x="156" y="0"/>
                    </a:lnTo>
                    <a:lnTo>
                      <a:pt x="223" y="130"/>
                    </a:lnTo>
                    <a:lnTo>
                      <a:pt x="0" y="244"/>
                    </a:lnTo>
                    <a:close/>
                  </a:path>
                </a:pathLst>
              </a:custGeom>
              <a:solidFill>
                <a:srgbClr val="0144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36"/>
              <p:cNvSpPr>
                <a:spLocks/>
              </p:cNvSpPr>
              <p:nvPr/>
            </p:nvSpPr>
            <p:spPr bwMode="auto">
              <a:xfrm>
                <a:off x="1614" y="1662"/>
                <a:ext cx="116" cy="116"/>
              </a:xfrm>
              <a:custGeom>
                <a:avLst/>
                <a:gdLst>
                  <a:gd name="T0" fmla="*/ 42 w 49"/>
                  <a:gd name="T1" fmla="*/ 11 h 49"/>
                  <a:gd name="T2" fmla="*/ 47 w 49"/>
                  <a:gd name="T3" fmla="*/ 26 h 49"/>
                  <a:gd name="T4" fmla="*/ 38 w 49"/>
                  <a:gd name="T5" fmla="*/ 42 h 49"/>
                  <a:gd name="T6" fmla="*/ 23 w 49"/>
                  <a:gd name="T7" fmla="*/ 46 h 49"/>
                  <a:gd name="T8" fmla="*/ 8 w 49"/>
                  <a:gd name="T9" fmla="*/ 38 h 49"/>
                  <a:gd name="T10" fmla="*/ 3 w 49"/>
                  <a:gd name="T11" fmla="*/ 23 h 49"/>
                  <a:gd name="T12" fmla="*/ 12 w 49"/>
                  <a:gd name="T13" fmla="*/ 7 h 49"/>
                  <a:gd name="T14" fmla="*/ 26 w 49"/>
                  <a:gd name="T15" fmla="*/ 3 h 49"/>
                  <a:gd name="T16" fmla="*/ 42 w 49"/>
                  <a:gd name="T17"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49">
                    <a:moveTo>
                      <a:pt x="42" y="11"/>
                    </a:moveTo>
                    <a:cubicBezTo>
                      <a:pt x="47" y="14"/>
                      <a:pt x="49" y="21"/>
                      <a:pt x="47" y="26"/>
                    </a:cubicBezTo>
                    <a:cubicBezTo>
                      <a:pt x="38" y="42"/>
                      <a:pt x="38" y="42"/>
                      <a:pt x="38" y="42"/>
                    </a:cubicBezTo>
                    <a:cubicBezTo>
                      <a:pt x="35" y="47"/>
                      <a:pt x="29" y="49"/>
                      <a:pt x="23" y="46"/>
                    </a:cubicBezTo>
                    <a:cubicBezTo>
                      <a:pt x="8" y="38"/>
                      <a:pt x="8" y="38"/>
                      <a:pt x="8" y="38"/>
                    </a:cubicBezTo>
                    <a:cubicBezTo>
                      <a:pt x="2" y="35"/>
                      <a:pt x="0" y="28"/>
                      <a:pt x="3" y="23"/>
                    </a:cubicBezTo>
                    <a:cubicBezTo>
                      <a:pt x="12" y="7"/>
                      <a:pt x="12" y="7"/>
                      <a:pt x="12" y="7"/>
                    </a:cubicBezTo>
                    <a:cubicBezTo>
                      <a:pt x="14" y="2"/>
                      <a:pt x="21" y="0"/>
                      <a:pt x="26" y="3"/>
                    </a:cubicBezTo>
                    <a:lnTo>
                      <a:pt x="42" y="11"/>
                    </a:lnTo>
                    <a:close/>
                  </a:path>
                </a:pathLst>
              </a:custGeom>
              <a:solidFill>
                <a:srgbClr val="F1B5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37"/>
              <p:cNvSpPr>
                <a:spLocks/>
              </p:cNvSpPr>
              <p:nvPr/>
            </p:nvSpPr>
            <p:spPr bwMode="auto">
              <a:xfrm>
                <a:off x="1588" y="1712"/>
                <a:ext cx="87" cy="57"/>
              </a:xfrm>
              <a:custGeom>
                <a:avLst/>
                <a:gdLst>
                  <a:gd name="T0" fmla="*/ 1 w 37"/>
                  <a:gd name="T1" fmla="*/ 3 h 24"/>
                  <a:gd name="T2" fmla="*/ 3 w 37"/>
                  <a:gd name="T3" fmla="*/ 8 h 24"/>
                  <a:gd name="T4" fmla="*/ 30 w 37"/>
                  <a:gd name="T5" fmla="*/ 23 h 24"/>
                  <a:gd name="T6" fmla="*/ 36 w 37"/>
                  <a:gd name="T7" fmla="*/ 21 h 24"/>
                  <a:gd name="T8" fmla="*/ 34 w 37"/>
                  <a:gd name="T9" fmla="*/ 16 h 24"/>
                  <a:gd name="T10" fmla="*/ 7 w 37"/>
                  <a:gd name="T11" fmla="*/ 1 h 24"/>
                  <a:gd name="T12" fmla="*/ 1 w 37"/>
                  <a:gd name="T13" fmla="*/ 3 h 24"/>
                </a:gdLst>
                <a:ahLst/>
                <a:cxnLst>
                  <a:cxn ang="0">
                    <a:pos x="T0" y="T1"/>
                  </a:cxn>
                  <a:cxn ang="0">
                    <a:pos x="T2" y="T3"/>
                  </a:cxn>
                  <a:cxn ang="0">
                    <a:pos x="T4" y="T5"/>
                  </a:cxn>
                  <a:cxn ang="0">
                    <a:pos x="T6" y="T7"/>
                  </a:cxn>
                  <a:cxn ang="0">
                    <a:pos x="T8" y="T9"/>
                  </a:cxn>
                  <a:cxn ang="0">
                    <a:pos x="T10" y="T11"/>
                  </a:cxn>
                  <a:cxn ang="0">
                    <a:pos x="T12" y="T13"/>
                  </a:cxn>
                </a:cxnLst>
                <a:rect l="0" t="0" r="r" b="b"/>
                <a:pathLst>
                  <a:path w="37" h="24">
                    <a:moveTo>
                      <a:pt x="1" y="3"/>
                    </a:moveTo>
                    <a:cubicBezTo>
                      <a:pt x="0" y="5"/>
                      <a:pt x="1" y="7"/>
                      <a:pt x="3" y="8"/>
                    </a:cubicBezTo>
                    <a:cubicBezTo>
                      <a:pt x="30" y="23"/>
                      <a:pt x="30" y="23"/>
                      <a:pt x="30" y="23"/>
                    </a:cubicBezTo>
                    <a:cubicBezTo>
                      <a:pt x="32" y="24"/>
                      <a:pt x="35" y="23"/>
                      <a:pt x="36" y="21"/>
                    </a:cubicBezTo>
                    <a:cubicBezTo>
                      <a:pt x="37" y="19"/>
                      <a:pt x="36" y="17"/>
                      <a:pt x="34" y="16"/>
                    </a:cubicBezTo>
                    <a:cubicBezTo>
                      <a:pt x="7" y="1"/>
                      <a:pt x="7" y="1"/>
                      <a:pt x="7" y="1"/>
                    </a:cubicBezTo>
                    <a:cubicBezTo>
                      <a:pt x="5" y="0"/>
                      <a:pt x="2" y="1"/>
                      <a:pt x="1" y="3"/>
                    </a:cubicBezTo>
                    <a:close/>
                  </a:path>
                </a:pathLst>
              </a:custGeom>
              <a:solidFill>
                <a:srgbClr val="F1B5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38"/>
              <p:cNvSpPr>
                <a:spLocks/>
              </p:cNvSpPr>
              <p:nvPr/>
            </p:nvSpPr>
            <p:spPr bwMode="auto">
              <a:xfrm>
                <a:off x="1595" y="1688"/>
                <a:ext cx="66" cy="45"/>
              </a:xfrm>
              <a:custGeom>
                <a:avLst/>
                <a:gdLst>
                  <a:gd name="T0" fmla="*/ 1 w 28"/>
                  <a:gd name="T1" fmla="*/ 3 h 19"/>
                  <a:gd name="T2" fmla="*/ 3 w 28"/>
                  <a:gd name="T3" fmla="*/ 8 h 19"/>
                  <a:gd name="T4" fmla="*/ 21 w 28"/>
                  <a:gd name="T5" fmla="*/ 18 h 19"/>
                  <a:gd name="T6" fmla="*/ 27 w 28"/>
                  <a:gd name="T7" fmla="*/ 16 h 19"/>
                  <a:gd name="T8" fmla="*/ 25 w 28"/>
                  <a:gd name="T9" fmla="*/ 11 h 19"/>
                  <a:gd name="T10" fmla="*/ 7 w 28"/>
                  <a:gd name="T11" fmla="*/ 1 h 19"/>
                  <a:gd name="T12" fmla="*/ 1 w 28"/>
                  <a:gd name="T13" fmla="*/ 3 h 19"/>
                </a:gdLst>
                <a:ahLst/>
                <a:cxnLst>
                  <a:cxn ang="0">
                    <a:pos x="T0" y="T1"/>
                  </a:cxn>
                  <a:cxn ang="0">
                    <a:pos x="T2" y="T3"/>
                  </a:cxn>
                  <a:cxn ang="0">
                    <a:pos x="T4" y="T5"/>
                  </a:cxn>
                  <a:cxn ang="0">
                    <a:pos x="T6" y="T7"/>
                  </a:cxn>
                  <a:cxn ang="0">
                    <a:pos x="T8" y="T9"/>
                  </a:cxn>
                  <a:cxn ang="0">
                    <a:pos x="T10" y="T11"/>
                  </a:cxn>
                  <a:cxn ang="0">
                    <a:pos x="T12" y="T13"/>
                  </a:cxn>
                </a:cxnLst>
                <a:rect l="0" t="0" r="r" b="b"/>
                <a:pathLst>
                  <a:path w="28" h="19">
                    <a:moveTo>
                      <a:pt x="1" y="3"/>
                    </a:moveTo>
                    <a:cubicBezTo>
                      <a:pt x="0" y="5"/>
                      <a:pt x="1" y="7"/>
                      <a:pt x="3" y="8"/>
                    </a:cubicBezTo>
                    <a:cubicBezTo>
                      <a:pt x="21" y="18"/>
                      <a:pt x="21" y="18"/>
                      <a:pt x="21" y="18"/>
                    </a:cubicBezTo>
                    <a:cubicBezTo>
                      <a:pt x="23" y="19"/>
                      <a:pt x="25" y="18"/>
                      <a:pt x="27" y="16"/>
                    </a:cubicBezTo>
                    <a:cubicBezTo>
                      <a:pt x="28" y="14"/>
                      <a:pt x="27" y="12"/>
                      <a:pt x="25" y="11"/>
                    </a:cubicBezTo>
                    <a:cubicBezTo>
                      <a:pt x="7" y="1"/>
                      <a:pt x="7" y="1"/>
                      <a:pt x="7" y="1"/>
                    </a:cubicBezTo>
                    <a:cubicBezTo>
                      <a:pt x="5" y="0"/>
                      <a:pt x="2" y="1"/>
                      <a:pt x="1" y="3"/>
                    </a:cubicBezTo>
                    <a:close/>
                  </a:path>
                </a:pathLst>
              </a:custGeom>
              <a:solidFill>
                <a:srgbClr val="F1B5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39"/>
              <p:cNvSpPr>
                <a:spLocks/>
              </p:cNvSpPr>
              <p:nvPr/>
            </p:nvSpPr>
            <p:spPr bwMode="auto">
              <a:xfrm>
                <a:off x="1623" y="1646"/>
                <a:ext cx="64" cy="47"/>
              </a:xfrm>
              <a:custGeom>
                <a:avLst/>
                <a:gdLst>
                  <a:gd name="T0" fmla="*/ 1 w 27"/>
                  <a:gd name="T1" fmla="*/ 3 h 20"/>
                  <a:gd name="T2" fmla="*/ 2 w 27"/>
                  <a:gd name="T3" fmla="*/ 9 h 20"/>
                  <a:gd name="T4" fmla="*/ 20 w 27"/>
                  <a:gd name="T5" fmla="*/ 18 h 20"/>
                  <a:gd name="T6" fmla="*/ 26 w 27"/>
                  <a:gd name="T7" fmla="*/ 17 h 20"/>
                  <a:gd name="T8" fmla="*/ 24 w 27"/>
                  <a:gd name="T9" fmla="*/ 11 h 20"/>
                  <a:gd name="T10" fmla="*/ 6 w 27"/>
                  <a:gd name="T11" fmla="*/ 1 h 20"/>
                  <a:gd name="T12" fmla="*/ 1 w 27"/>
                  <a:gd name="T13" fmla="*/ 3 h 20"/>
                </a:gdLst>
                <a:ahLst/>
                <a:cxnLst>
                  <a:cxn ang="0">
                    <a:pos x="T0" y="T1"/>
                  </a:cxn>
                  <a:cxn ang="0">
                    <a:pos x="T2" y="T3"/>
                  </a:cxn>
                  <a:cxn ang="0">
                    <a:pos x="T4" y="T5"/>
                  </a:cxn>
                  <a:cxn ang="0">
                    <a:pos x="T6" y="T7"/>
                  </a:cxn>
                  <a:cxn ang="0">
                    <a:pos x="T8" y="T9"/>
                  </a:cxn>
                  <a:cxn ang="0">
                    <a:pos x="T10" y="T11"/>
                  </a:cxn>
                  <a:cxn ang="0">
                    <a:pos x="T12" y="T13"/>
                  </a:cxn>
                </a:cxnLst>
                <a:rect l="0" t="0" r="r" b="b"/>
                <a:pathLst>
                  <a:path w="27" h="20">
                    <a:moveTo>
                      <a:pt x="1" y="3"/>
                    </a:moveTo>
                    <a:cubicBezTo>
                      <a:pt x="0" y="5"/>
                      <a:pt x="0" y="8"/>
                      <a:pt x="2" y="9"/>
                    </a:cubicBezTo>
                    <a:cubicBezTo>
                      <a:pt x="20" y="18"/>
                      <a:pt x="20" y="18"/>
                      <a:pt x="20" y="18"/>
                    </a:cubicBezTo>
                    <a:cubicBezTo>
                      <a:pt x="22" y="20"/>
                      <a:pt x="25" y="19"/>
                      <a:pt x="26" y="17"/>
                    </a:cubicBezTo>
                    <a:cubicBezTo>
                      <a:pt x="27" y="15"/>
                      <a:pt x="26" y="12"/>
                      <a:pt x="24" y="11"/>
                    </a:cubicBezTo>
                    <a:cubicBezTo>
                      <a:pt x="6" y="1"/>
                      <a:pt x="6" y="1"/>
                      <a:pt x="6" y="1"/>
                    </a:cubicBezTo>
                    <a:cubicBezTo>
                      <a:pt x="4" y="0"/>
                      <a:pt x="2" y="1"/>
                      <a:pt x="1" y="3"/>
                    </a:cubicBezTo>
                    <a:close/>
                  </a:path>
                </a:pathLst>
              </a:custGeom>
              <a:solidFill>
                <a:srgbClr val="F1B5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40"/>
              <p:cNvSpPr>
                <a:spLocks/>
              </p:cNvSpPr>
              <p:nvPr/>
            </p:nvSpPr>
            <p:spPr bwMode="auto">
              <a:xfrm>
                <a:off x="1597" y="1662"/>
                <a:ext cx="45" cy="34"/>
              </a:xfrm>
              <a:custGeom>
                <a:avLst/>
                <a:gdLst>
                  <a:gd name="T0" fmla="*/ 1 w 19"/>
                  <a:gd name="T1" fmla="*/ 3 h 14"/>
                  <a:gd name="T2" fmla="*/ 3 w 19"/>
                  <a:gd name="T3" fmla="*/ 9 h 14"/>
                  <a:gd name="T4" fmla="*/ 12 w 19"/>
                  <a:gd name="T5" fmla="*/ 13 h 14"/>
                  <a:gd name="T6" fmla="*/ 17 w 19"/>
                  <a:gd name="T7" fmla="*/ 12 h 14"/>
                  <a:gd name="T8" fmla="*/ 16 w 19"/>
                  <a:gd name="T9" fmla="*/ 6 h 14"/>
                  <a:gd name="T10" fmla="*/ 7 w 19"/>
                  <a:gd name="T11" fmla="*/ 1 h 14"/>
                  <a:gd name="T12" fmla="*/ 1 w 19"/>
                  <a:gd name="T13" fmla="*/ 3 h 14"/>
                </a:gdLst>
                <a:ahLst/>
                <a:cxnLst>
                  <a:cxn ang="0">
                    <a:pos x="T0" y="T1"/>
                  </a:cxn>
                  <a:cxn ang="0">
                    <a:pos x="T2" y="T3"/>
                  </a:cxn>
                  <a:cxn ang="0">
                    <a:pos x="T4" y="T5"/>
                  </a:cxn>
                  <a:cxn ang="0">
                    <a:pos x="T6" y="T7"/>
                  </a:cxn>
                  <a:cxn ang="0">
                    <a:pos x="T8" y="T9"/>
                  </a:cxn>
                  <a:cxn ang="0">
                    <a:pos x="T10" y="T11"/>
                  </a:cxn>
                  <a:cxn ang="0">
                    <a:pos x="T12" y="T13"/>
                  </a:cxn>
                </a:cxnLst>
                <a:rect l="0" t="0" r="r" b="b"/>
                <a:pathLst>
                  <a:path w="19" h="14">
                    <a:moveTo>
                      <a:pt x="1" y="3"/>
                    </a:moveTo>
                    <a:cubicBezTo>
                      <a:pt x="0" y="5"/>
                      <a:pt x="1" y="8"/>
                      <a:pt x="3" y="9"/>
                    </a:cubicBezTo>
                    <a:cubicBezTo>
                      <a:pt x="12" y="13"/>
                      <a:pt x="12" y="13"/>
                      <a:pt x="12" y="13"/>
                    </a:cubicBezTo>
                    <a:cubicBezTo>
                      <a:pt x="14" y="14"/>
                      <a:pt x="16" y="14"/>
                      <a:pt x="17" y="12"/>
                    </a:cubicBezTo>
                    <a:cubicBezTo>
                      <a:pt x="19" y="9"/>
                      <a:pt x="18" y="7"/>
                      <a:pt x="16" y="6"/>
                    </a:cubicBezTo>
                    <a:cubicBezTo>
                      <a:pt x="7" y="1"/>
                      <a:pt x="7" y="1"/>
                      <a:pt x="7" y="1"/>
                    </a:cubicBezTo>
                    <a:cubicBezTo>
                      <a:pt x="5" y="0"/>
                      <a:pt x="2" y="1"/>
                      <a:pt x="1" y="3"/>
                    </a:cubicBezTo>
                    <a:close/>
                  </a:path>
                </a:pathLst>
              </a:custGeom>
              <a:solidFill>
                <a:srgbClr val="F1B5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41"/>
              <p:cNvSpPr>
                <a:spLocks/>
              </p:cNvSpPr>
              <p:nvPr/>
            </p:nvSpPr>
            <p:spPr bwMode="auto">
              <a:xfrm>
                <a:off x="1701" y="1722"/>
                <a:ext cx="147" cy="161"/>
              </a:xfrm>
              <a:custGeom>
                <a:avLst/>
                <a:gdLst>
                  <a:gd name="T0" fmla="*/ 147 w 147"/>
                  <a:gd name="T1" fmla="*/ 56 h 161"/>
                  <a:gd name="T2" fmla="*/ 40 w 147"/>
                  <a:gd name="T3" fmla="*/ 0 h 161"/>
                  <a:gd name="T4" fmla="*/ 0 w 147"/>
                  <a:gd name="T5" fmla="*/ 68 h 161"/>
                  <a:gd name="T6" fmla="*/ 147 w 147"/>
                  <a:gd name="T7" fmla="*/ 161 h 161"/>
                  <a:gd name="T8" fmla="*/ 147 w 147"/>
                  <a:gd name="T9" fmla="*/ 56 h 161"/>
                </a:gdLst>
                <a:ahLst/>
                <a:cxnLst>
                  <a:cxn ang="0">
                    <a:pos x="T0" y="T1"/>
                  </a:cxn>
                  <a:cxn ang="0">
                    <a:pos x="T2" y="T3"/>
                  </a:cxn>
                  <a:cxn ang="0">
                    <a:pos x="T4" y="T5"/>
                  </a:cxn>
                  <a:cxn ang="0">
                    <a:pos x="T6" y="T7"/>
                  </a:cxn>
                  <a:cxn ang="0">
                    <a:pos x="T8" y="T9"/>
                  </a:cxn>
                </a:cxnLst>
                <a:rect l="0" t="0" r="r" b="b"/>
                <a:pathLst>
                  <a:path w="147" h="161">
                    <a:moveTo>
                      <a:pt x="147" y="56"/>
                    </a:moveTo>
                    <a:lnTo>
                      <a:pt x="40" y="0"/>
                    </a:lnTo>
                    <a:lnTo>
                      <a:pt x="0" y="68"/>
                    </a:lnTo>
                    <a:lnTo>
                      <a:pt x="147" y="161"/>
                    </a:lnTo>
                    <a:lnTo>
                      <a:pt x="147" y="56"/>
                    </a:lnTo>
                    <a:close/>
                  </a:path>
                </a:pathLst>
              </a:custGeom>
              <a:solidFill>
                <a:srgbClr val="0144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42"/>
              <p:cNvSpPr>
                <a:spLocks/>
              </p:cNvSpPr>
              <p:nvPr/>
            </p:nvSpPr>
            <p:spPr bwMode="auto">
              <a:xfrm>
                <a:off x="1701" y="1722"/>
                <a:ext cx="147" cy="161"/>
              </a:xfrm>
              <a:custGeom>
                <a:avLst/>
                <a:gdLst>
                  <a:gd name="T0" fmla="*/ 147 w 147"/>
                  <a:gd name="T1" fmla="*/ 56 h 161"/>
                  <a:gd name="T2" fmla="*/ 40 w 147"/>
                  <a:gd name="T3" fmla="*/ 0 h 161"/>
                  <a:gd name="T4" fmla="*/ 0 w 147"/>
                  <a:gd name="T5" fmla="*/ 68 h 161"/>
                  <a:gd name="T6" fmla="*/ 147 w 147"/>
                  <a:gd name="T7" fmla="*/ 161 h 161"/>
                </a:gdLst>
                <a:ahLst/>
                <a:cxnLst>
                  <a:cxn ang="0">
                    <a:pos x="T0" y="T1"/>
                  </a:cxn>
                  <a:cxn ang="0">
                    <a:pos x="T2" y="T3"/>
                  </a:cxn>
                  <a:cxn ang="0">
                    <a:pos x="T4" y="T5"/>
                  </a:cxn>
                  <a:cxn ang="0">
                    <a:pos x="T6" y="T7"/>
                  </a:cxn>
                </a:cxnLst>
                <a:rect l="0" t="0" r="r" b="b"/>
                <a:pathLst>
                  <a:path w="147" h="161">
                    <a:moveTo>
                      <a:pt x="147" y="56"/>
                    </a:moveTo>
                    <a:lnTo>
                      <a:pt x="40" y="0"/>
                    </a:lnTo>
                    <a:lnTo>
                      <a:pt x="0" y="68"/>
                    </a:lnTo>
                    <a:lnTo>
                      <a:pt x="147" y="16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43"/>
              <p:cNvSpPr>
                <a:spLocks/>
              </p:cNvSpPr>
              <p:nvPr/>
            </p:nvSpPr>
            <p:spPr bwMode="auto">
              <a:xfrm>
                <a:off x="1668" y="1641"/>
                <a:ext cx="45" cy="43"/>
              </a:xfrm>
              <a:custGeom>
                <a:avLst/>
                <a:gdLst>
                  <a:gd name="T0" fmla="*/ 19 w 19"/>
                  <a:gd name="T1" fmla="*/ 18 h 18"/>
                  <a:gd name="T2" fmla="*/ 4 w 19"/>
                  <a:gd name="T3" fmla="*/ 10 h 18"/>
                  <a:gd name="T4" fmla="*/ 2 w 19"/>
                  <a:gd name="T5" fmla="*/ 2 h 18"/>
                  <a:gd name="T6" fmla="*/ 3 w 19"/>
                  <a:gd name="T7" fmla="*/ 0 h 18"/>
                  <a:gd name="T8" fmla="*/ 3 w 19"/>
                  <a:gd name="T9" fmla="*/ 0 h 18"/>
                  <a:gd name="T10" fmla="*/ 15 w 19"/>
                  <a:gd name="T11" fmla="*/ 6 h 18"/>
                  <a:gd name="T12" fmla="*/ 19 w 19"/>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19" h="18">
                    <a:moveTo>
                      <a:pt x="19" y="18"/>
                    </a:moveTo>
                    <a:cubicBezTo>
                      <a:pt x="4" y="10"/>
                      <a:pt x="4" y="10"/>
                      <a:pt x="4" y="10"/>
                    </a:cubicBezTo>
                    <a:cubicBezTo>
                      <a:pt x="1" y="9"/>
                      <a:pt x="0" y="5"/>
                      <a:pt x="2" y="2"/>
                    </a:cubicBezTo>
                    <a:cubicBezTo>
                      <a:pt x="3" y="0"/>
                      <a:pt x="3" y="0"/>
                      <a:pt x="3" y="0"/>
                    </a:cubicBezTo>
                    <a:cubicBezTo>
                      <a:pt x="3" y="0"/>
                      <a:pt x="3" y="0"/>
                      <a:pt x="3" y="0"/>
                    </a:cubicBezTo>
                    <a:cubicBezTo>
                      <a:pt x="15" y="6"/>
                      <a:pt x="15" y="6"/>
                      <a:pt x="15" y="6"/>
                    </a:cubicBezTo>
                    <a:lnTo>
                      <a:pt x="19" y="18"/>
                    </a:lnTo>
                    <a:close/>
                  </a:path>
                </a:pathLst>
              </a:custGeom>
              <a:solidFill>
                <a:srgbClr val="F1B5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44"/>
              <p:cNvSpPr>
                <a:spLocks/>
              </p:cNvSpPr>
              <p:nvPr/>
            </p:nvSpPr>
            <p:spPr bwMode="auto">
              <a:xfrm>
                <a:off x="1689" y="1648"/>
                <a:ext cx="38" cy="57"/>
              </a:xfrm>
              <a:custGeom>
                <a:avLst/>
                <a:gdLst>
                  <a:gd name="T0" fmla="*/ 5 w 16"/>
                  <a:gd name="T1" fmla="*/ 19 h 24"/>
                  <a:gd name="T2" fmla="*/ 1 w 16"/>
                  <a:gd name="T3" fmla="*/ 4 h 24"/>
                  <a:gd name="T4" fmla="*/ 1 w 16"/>
                  <a:gd name="T5" fmla="*/ 0 h 24"/>
                  <a:gd name="T6" fmla="*/ 10 w 16"/>
                  <a:gd name="T7" fmla="*/ 5 h 24"/>
                  <a:gd name="T8" fmla="*/ 16 w 16"/>
                  <a:gd name="T9" fmla="*/ 24 h 24"/>
                  <a:gd name="T10" fmla="*/ 5 w 16"/>
                  <a:gd name="T11" fmla="*/ 19 h 24"/>
                </a:gdLst>
                <a:ahLst/>
                <a:cxnLst>
                  <a:cxn ang="0">
                    <a:pos x="T0" y="T1"/>
                  </a:cxn>
                  <a:cxn ang="0">
                    <a:pos x="T2" y="T3"/>
                  </a:cxn>
                  <a:cxn ang="0">
                    <a:pos x="T4" y="T5"/>
                  </a:cxn>
                  <a:cxn ang="0">
                    <a:pos x="T6" y="T7"/>
                  </a:cxn>
                  <a:cxn ang="0">
                    <a:pos x="T8" y="T9"/>
                  </a:cxn>
                  <a:cxn ang="0">
                    <a:pos x="T10" y="T11"/>
                  </a:cxn>
                </a:cxnLst>
                <a:rect l="0" t="0" r="r" b="b"/>
                <a:pathLst>
                  <a:path w="16" h="24">
                    <a:moveTo>
                      <a:pt x="5" y="19"/>
                    </a:moveTo>
                    <a:cubicBezTo>
                      <a:pt x="1" y="4"/>
                      <a:pt x="1" y="4"/>
                      <a:pt x="1" y="4"/>
                    </a:cubicBezTo>
                    <a:cubicBezTo>
                      <a:pt x="0" y="3"/>
                      <a:pt x="1" y="2"/>
                      <a:pt x="1" y="0"/>
                    </a:cubicBezTo>
                    <a:cubicBezTo>
                      <a:pt x="10" y="5"/>
                      <a:pt x="10" y="5"/>
                      <a:pt x="10" y="5"/>
                    </a:cubicBezTo>
                    <a:cubicBezTo>
                      <a:pt x="16" y="24"/>
                      <a:pt x="16" y="24"/>
                      <a:pt x="16" y="24"/>
                    </a:cubicBezTo>
                    <a:lnTo>
                      <a:pt x="5" y="19"/>
                    </a:lnTo>
                    <a:close/>
                  </a:path>
                </a:pathLst>
              </a:custGeom>
              <a:solidFill>
                <a:srgbClr val="F1B5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45"/>
              <p:cNvSpPr>
                <a:spLocks/>
              </p:cNvSpPr>
              <p:nvPr/>
            </p:nvSpPr>
            <p:spPr bwMode="auto">
              <a:xfrm>
                <a:off x="1609" y="1670"/>
                <a:ext cx="52" cy="35"/>
              </a:xfrm>
              <a:custGeom>
                <a:avLst/>
                <a:gdLst>
                  <a:gd name="T0" fmla="*/ 1 w 22"/>
                  <a:gd name="T1" fmla="*/ 3 h 15"/>
                  <a:gd name="T2" fmla="*/ 3 w 22"/>
                  <a:gd name="T3" fmla="*/ 8 h 15"/>
                  <a:gd name="T4" fmla="*/ 15 w 22"/>
                  <a:gd name="T5" fmla="*/ 14 h 15"/>
                  <a:gd name="T6" fmla="*/ 21 w 22"/>
                  <a:gd name="T7" fmla="*/ 13 h 15"/>
                  <a:gd name="T8" fmla="*/ 19 w 22"/>
                  <a:gd name="T9" fmla="*/ 7 h 15"/>
                  <a:gd name="T10" fmla="*/ 7 w 22"/>
                  <a:gd name="T11" fmla="*/ 1 h 15"/>
                  <a:gd name="T12" fmla="*/ 1 w 22"/>
                  <a:gd name="T13" fmla="*/ 3 h 15"/>
                </a:gdLst>
                <a:ahLst/>
                <a:cxnLst>
                  <a:cxn ang="0">
                    <a:pos x="T0" y="T1"/>
                  </a:cxn>
                  <a:cxn ang="0">
                    <a:pos x="T2" y="T3"/>
                  </a:cxn>
                  <a:cxn ang="0">
                    <a:pos x="T4" y="T5"/>
                  </a:cxn>
                  <a:cxn ang="0">
                    <a:pos x="T6" y="T7"/>
                  </a:cxn>
                  <a:cxn ang="0">
                    <a:pos x="T8" y="T9"/>
                  </a:cxn>
                  <a:cxn ang="0">
                    <a:pos x="T10" y="T11"/>
                  </a:cxn>
                  <a:cxn ang="0">
                    <a:pos x="T12" y="T13"/>
                  </a:cxn>
                </a:cxnLst>
                <a:rect l="0" t="0" r="r" b="b"/>
                <a:pathLst>
                  <a:path w="22" h="15">
                    <a:moveTo>
                      <a:pt x="1" y="3"/>
                    </a:moveTo>
                    <a:cubicBezTo>
                      <a:pt x="0" y="5"/>
                      <a:pt x="1" y="7"/>
                      <a:pt x="3" y="8"/>
                    </a:cubicBezTo>
                    <a:cubicBezTo>
                      <a:pt x="15" y="14"/>
                      <a:pt x="15" y="14"/>
                      <a:pt x="15" y="14"/>
                    </a:cubicBezTo>
                    <a:cubicBezTo>
                      <a:pt x="17" y="15"/>
                      <a:pt x="19" y="15"/>
                      <a:pt x="21" y="13"/>
                    </a:cubicBezTo>
                    <a:cubicBezTo>
                      <a:pt x="22" y="10"/>
                      <a:pt x="21" y="8"/>
                      <a:pt x="19" y="7"/>
                    </a:cubicBezTo>
                    <a:cubicBezTo>
                      <a:pt x="7" y="1"/>
                      <a:pt x="7" y="1"/>
                      <a:pt x="7" y="1"/>
                    </a:cubicBezTo>
                    <a:cubicBezTo>
                      <a:pt x="5" y="0"/>
                      <a:pt x="3" y="1"/>
                      <a:pt x="1" y="3"/>
                    </a:cubicBezTo>
                    <a:close/>
                  </a:path>
                </a:pathLst>
              </a:custGeom>
              <a:solidFill>
                <a:srgbClr val="F1B5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46"/>
              <p:cNvSpPr>
                <a:spLocks/>
              </p:cNvSpPr>
              <p:nvPr/>
            </p:nvSpPr>
            <p:spPr bwMode="auto">
              <a:xfrm>
                <a:off x="1597" y="1688"/>
                <a:ext cx="45" cy="36"/>
              </a:xfrm>
              <a:custGeom>
                <a:avLst/>
                <a:gdLst>
                  <a:gd name="T0" fmla="*/ 1 w 19"/>
                  <a:gd name="T1" fmla="*/ 3 h 15"/>
                  <a:gd name="T2" fmla="*/ 3 w 19"/>
                  <a:gd name="T3" fmla="*/ 9 h 15"/>
                  <a:gd name="T4" fmla="*/ 13 w 19"/>
                  <a:gd name="T5" fmla="*/ 14 h 15"/>
                  <a:gd name="T6" fmla="*/ 18 w 19"/>
                  <a:gd name="T7" fmla="*/ 12 h 15"/>
                  <a:gd name="T8" fmla="*/ 17 w 19"/>
                  <a:gd name="T9" fmla="*/ 6 h 15"/>
                  <a:gd name="T10" fmla="*/ 7 w 19"/>
                  <a:gd name="T11" fmla="*/ 1 h 15"/>
                  <a:gd name="T12" fmla="*/ 1 w 19"/>
                  <a:gd name="T13" fmla="*/ 3 h 15"/>
                </a:gdLst>
                <a:ahLst/>
                <a:cxnLst>
                  <a:cxn ang="0">
                    <a:pos x="T0" y="T1"/>
                  </a:cxn>
                  <a:cxn ang="0">
                    <a:pos x="T2" y="T3"/>
                  </a:cxn>
                  <a:cxn ang="0">
                    <a:pos x="T4" y="T5"/>
                  </a:cxn>
                  <a:cxn ang="0">
                    <a:pos x="T6" y="T7"/>
                  </a:cxn>
                  <a:cxn ang="0">
                    <a:pos x="T8" y="T9"/>
                  </a:cxn>
                  <a:cxn ang="0">
                    <a:pos x="T10" y="T11"/>
                  </a:cxn>
                  <a:cxn ang="0">
                    <a:pos x="T12" y="T13"/>
                  </a:cxn>
                </a:cxnLst>
                <a:rect l="0" t="0" r="r" b="b"/>
                <a:pathLst>
                  <a:path w="19" h="15">
                    <a:moveTo>
                      <a:pt x="1" y="3"/>
                    </a:moveTo>
                    <a:cubicBezTo>
                      <a:pt x="0" y="5"/>
                      <a:pt x="1" y="8"/>
                      <a:pt x="3" y="9"/>
                    </a:cubicBezTo>
                    <a:cubicBezTo>
                      <a:pt x="13" y="14"/>
                      <a:pt x="13" y="14"/>
                      <a:pt x="13" y="14"/>
                    </a:cubicBezTo>
                    <a:cubicBezTo>
                      <a:pt x="15" y="15"/>
                      <a:pt x="17" y="14"/>
                      <a:pt x="18" y="12"/>
                    </a:cubicBezTo>
                    <a:cubicBezTo>
                      <a:pt x="19" y="10"/>
                      <a:pt x="19" y="7"/>
                      <a:pt x="17" y="6"/>
                    </a:cubicBezTo>
                    <a:cubicBezTo>
                      <a:pt x="7" y="1"/>
                      <a:pt x="7" y="1"/>
                      <a:pt x="7" y="1"/>
                    </a:cubicBezTo>
                    <a:cubicBezTo>
                      <a:pt x="5" y="0"/>
                      <a:pt x="2" y="1"/>
                      <a:pt x="1" y="3"/>
                    </a:cubicBezTo>
                    <a:close/>
                  </a:path>
                </a:pathLst>
              </a:custGeom>
              <a:solidFill>
                <a:srgbClr val="F1B5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47"/>
              <p:cNvSpPr>
                <a:spLocks/>
              </p:cNvSpPr>
              <p:nvPr/>
            </p:nvSpPr>
            <p:spPr bwMode="auto">
              <a:xfrm>
                <a:off x="1623" y="1646"/>
                <a:ext cx="43" cy="33"/>
              </a:xfrm>
              <a:custGeom>
                <a:avLst/>
                <a:gdLst>
                  <a:gd name="T0" fmla="*/ 1 w 18"/>
                  <a:gd name="T1" fmla="*/ 3 h 14"/>
                  <a:gd name="T2" fmla="*/ 2 w 18"/>
                  <a:gd name="T3" fmla="*/ 9 h 14"/>
                  <a:gd name="T4" fmla="*/ 11 w 18"/>
                  <a:gd name="T5" fmla="*/ 13 h 14"/>
                  <a:gd name="T6" fmla="*/ 17 w 18"/>
                  <a:gd name="T7" fmla="*/ 11 h 14"/>
                  <a:gd name="T8" fmla="*/ 15 w 18"/>
                  <a:gd name="T9" fmla="*/ 6 h 14"/>
                  <a:gd name="T10" fmla="*/ 6 w 18"/>
                  <a:gd name="T11" fmla="*/ 1 h 14"/>
                  <a:gd name="T12" fmla="*/ 1 w 18"/>
                  <a:gd name="T13" fmla="*/ 3 h 14"/>
                </a:gdLst>
                <a:ahLst/>
                <a:cxnLst>
                  <a:cxn ang="0">
                    <a:pos x="T0" y="T1"/>
                  </a:cxn>
                  <a:cxn ang="0">
                    <a:pos x="T2" y="T3"/>
                  </a:cxn>
                  <a:cxn ang="0">
                    <a:pos x="T4" y="T5"/>
                  </a:cxn>
                  <a:cxn ang="0">
                    <a:pos x="T6" y="T7"/>
                  </a:cxn>
                  <a:cxn ang="0">
                    <a:pos x="T8" y="T9"/>
                  </a:cxn>
                  <a:cxn ang="0">
                    <a:pos x="T10" y="T11"/>
                  </a:cxn>
                  <a:cxn ang="0">
                    <a:pos x="T12" y="T13"/>
                  </a:cxn>
                </a:cxnLst>
                <a:rect l="0" t="0" r="r" b="b"/>
                <a:pathLst>
                  <a:path w="18" h="14">
                    <a:moveTo>
                      <a:pt x="1" y="3"/>
                    </a:moveTo>
                    <a:cubicBezTo>
                      <a:pt x="0" y="5"/>
                      <a:pt x="0" y="7"/>
                      <a:pt x="2" y="9"/>
                    </a:cubicBezTo>
                    <a:cubicBezTo>
                      <a:pt x="11" y="13"/>
                      <a:pt x="11" y="13"/>
                      <a:pt x="11" y="13"/>
                    </a:cubicBezTo>
                    <a:cubicBezTo>
                      <a:pt x="13" y="14"/>
                      <a:pt x="16" y="13"/>
                      <a:pt x="17" y="11"/>
                    </a:cubicBezTo>
                    <a:cubicBezTo>
                      <a:pt x="18" y="9"/>
                      <a:pt x="17" y="7"/>
                      <a:pt x="15" y="6"/>
                    </a:cubicBezTo>
                    <a:cubicBezTo>
                      <a:pt x="6" y="1"/>
                      <a:pt x="6" y="1"/>
                      <a:pt x="6" y="1"/>
                    </a:cubicBezTo>
                    <a:cubicBezTo>
                      <a:pt x="4" y="0"/>
                      <a:pt x="2" y="1"/>
                      <a:pt x="1" y="3"/>
                    </a:cubicBezTo>
                    <a:close/>
                  </a:path>
                </a:pathLst>
              </a:custGeom>
              <a:solidFill>
                <a:srgbClr val="F1B5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48"/>
              <p:cNvSpPr>
                <a:spLocks/>
              </p:cNvSpPr>
              <p:nvPr/>
            </p:nvSpPr>
            <p:spPr bwMode="auto">
              <a:xfrm>
                <a:off x="1588" y="1712"/>
                <a:ext cx="37" cy="31"/>
              </a:xfrm>
              <a:custGeom>
                <a:avLst/>
                <a:gdLst>
                  <a:gd name="T0" fmla="*/ 1 w 16"/>
                  <a:gd name="T1" fmla="*/ 3 h 13"/>
                  <a:gd name="T2" fmla="*/ 3 w 16"/>
                  <a:gd name="T3" fmla="*/ 8 h 13"/>
                  <a:gd name="T4" fmla="*/ 9 w 16"/>
                  <a:gd name="T5" fmla="*/ 12 h 13"/>
                  <a:gd name="T6" fmla="*/ 15 w 16"/>
                  <a:gd name="T7" fmla="*/ 10 h 13"/>
                  <a:gd name="T8" fmla="*/ 13 w 16"/>
                  <a:gd name="T9" fmla="*/ 4 h 13"/>
                  <a:gd name="T10" fmla="*/ 7 w 16"/>
                  <a:gd name="T11" fmla="*/ 1 h 13"/>
                  <a:gd name="T12" fmla="*/ 1 w 16"/>
                  <a:gd name="T13" fmla="*/ 3 h 13"/>
                </a:gdLst>
                <a:ahLst/>
                <a:cxnLst>
                  <a:cxn ang="0">
                    <a:pos x="T0" y="T1"/>
                  </a:cxn>
                  <a:cxn ang="0">
                    <a:pos x="T2" y="T3"/>
                  </a:cxn>
                  <a:cxn ang="0">
                    <a:pos x="T4" y="T5"/>
                  </a:cxn>
                  <a:cxn ang="0">
                    <a:pos x="T6" y="T7"/>
                  </a:cxn>
                  <a:cxn ang="0">
                    <a:pos x="T8" y="T9"/>
                  </a:cxn>
                  <a:cxn ang="0">
                    <a:pos x="T10" y="T11"/>
                  </a:cxn>
                  <a:cxn ang="0">
                    <a:pos x="T12" y="T13"/>
                  </a:cxn>
                </a:cxnLst>
                <a:rect l="0" t="0" r="r" b="b"/>
                <a:pathLst>
                  <a:path w="16" h="13">
                    <a:moveTo>
                      <a:pt x="1" y="3"/>
                    </a:moveTo>
                    <a:cubicBezTo>
                      <a:pt x="0" y="5"/>
                      <a:pt x="1" y="7"/>
                      <a:pt x="3" y="8"/>
                    </a:cubicBezTo>
                    <a:cubicBezTo>
                      <a:pt x="9" y="12"/>
                      <a:pt x="9" y="12"/>
                      <a:pt x="9" y="12"/>
                    </a:cubicBezTo>
                    <a:cubicBezTo>
                      <a:pt x="11" y="13"/>
                      <a:pt x="14" y="12"/>
                      <a:pt x="15" y="10"/>
                    </a:cubicBezTo>
                    <a:cubicBezTo>
                      <a:pt x="16" y="8"/>
                      <a:pt x="15" y="5"/>
                      <a:pt x="13" y="4"/>
                    </a:cubicBezTo>
                    <a:cubicBezTo>
                      <a:pt x="7" y="1"/>
                      <a:pt x="7" y="1"/>
                      <a:pt x="7" y="1"/>
                    </a:cubicBezTo>
                    <a:cubicBezTo>
                      <a:pt x="5" y="0"/>
                      <a:pt x="2" y="1"/>
                      <a:pt x="1" y="3"/>
                    </a:cubicBezTo>
                    <a:close/>
                  </a:path>
                </a:pathLst>
              </a:custGeom>
              <a:solidFill>
                <a:srgbClr val="F1B5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49"/>
              <p:cNvSpPr>
                <a:spLocks/>
              </p:cNvSpPr>
              <p:nvPr/>
            </p:nvSpPr>
            <p:spPr bwMode="auto">
              <a:xfrm>
                <a:off x="1580" y="1591"/>
                <a:ext cx="157" cy="204"/>
              </a:xfrm>
              <a:custGeom>
                <a:avLst/>
                <a:gdLst>
                  <a:gd name="T0" fmla="*/ 39 w 66"/>
                  <a:gd name="T1" fmla="*/ 85 h 86"/>
                  <a:gd name="T2" fmla="*/ 37 w 66"/>
                  <a:gd name="T3" fmla="*/ 86 h 86"/>
                  <a:gd name="T4" fmla="*/ 1 w 66"/>
                  <a:gd name="T5" fmla="*/ 71 h 86"/>
                  <a:gd name="T6" fmla="*/ 0 w 66"/>
                  <a:gd name="T7" fmla="*/ 69 h 86"/>
                  <a:gd name="T8" fmla="*/ 27 w 66"/>
                  <a:gd name="T9" fmla="*/ 1 h 86"/>
                  <a:gd name="T10" fmla="*/ 29 w 66"/>
                  <a:gd name="T11" fmla="*/ 0 h 86"/>
                  <a:gd name="T12" fmla="*/ 65 w 66"/>
                  <a:gd name="T13" fmla="*/ 14 h 86"/>
                  <a:gd name="T14" fmla="*/ 66 w 66"/>
                  <a:gd name="T15" fmla="*/ 17 h 86"/>
                  <a:gd name="T16" fmla="*/ 39 w 66"/>
                  <a:gd name="T17" fmla="*/ 8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86">
                    <a:moveTo>
                      <a:pt x="39" y="85"/>
                    </a:moveTo>
                    <a:cubicBezTo>
                      <a:pt x="39" y="86"/>
                      <a:pt x="38" y="86"/>
                      <a:pt x="37" y="86"/>
                    </a:cubicBezTo>
                    <a:cubicBezTo>
                      <a:pt x="1" y="71"/>
                      <a:pt x="1" y="71"/>
                      <a:pt x="1" y="71"/>
                    </a:cubicBezTo>
                    <a:cubicBezTo>
                      <a:pt x="0" y="71"/>
                      <a:pt x="0" y="70"/>
                      <a:pt x="0" y="69"/>
                    </a:cubicBezTo>
                    <a:cubicBezTo>
                      <a:pt x="27" y="1"/>
                      <a:pt x="27" y="1"/>
                      <a:pt x="27" y="1"/>
                    </a:cubicBezTo>
                    <a:cubicBezTo>
                      <a:pt x="27" y="0"/>
                      <a:pt x="28" y="0"/>
                      <a:pt x="29" y="0"/>
                    </a:cubicBezTo>
                    <a:cubicBezTo>
                      <a:pt x="65" y="14"/>
                      <a:pt x="65" y="14"/>
                      <a:pt x="65" y="14"/>
                    </a:cubicBezTo>
                    <a:cubicBezTo>
                      <a:pt x="66" y="15"/>
                      <a:pt x="66" y="16"/>
                      <a:pt x="66" y="17"/>
                    </a:cubicBezTo>
                    <a:lnTo>
                      <a:pt x="39" y="8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50"/>
              <p:cNvSpPr>
                <a:spLocks/>
              </p:cNvSpPr>
              <p:nvPr/>
            </p:nvSpPr>
            <p:spPr bwMode="auto">
              <a:xfrm>
                <a:off x="1590" y="1610"/>
                <a:ext cx="140" cy="166"/>
              </a:xfrm>
              <a:custGeom>
                <a:avLst/>
                <a:gdLst>
                  <a:gd name="T0" fmla="*/ 85 w 140"/>
                  <a:gd name="T1" fmla="*/ 166 h 166"/>
                  <a:gd name="T2" fmla="*/ 0 w 140"/>
                  <a:gd name="T3" fmla="*/ 133 h 166"/>
                  <a:gd name="T4" fmla="*/ 52 w 140"/>
                  <a:gd name="T5" fmla="*/ 0 h 166"/>
                  <a:gd name="T6" fmla="*/ 140 w 140"/>
                  <a:gd name="T7" fmla="*/ 34 h 166"/>
                  <a:gd name="T8" fmla="*/ 85 w 140"/>
                  <a:gd name="T9" fmla="*/ 166 h 166"/>
                </a:gdLst>
                <a:ahLst/>
                <a:cxnLst>
                  <a:cxn ang="0">
                    <a:pos x="T0" y="T1"/>
                  </a:cxn>
                  <a:cxn ang="0">
                    <a:pos x="T2" y="T3"/>
                  </a:cxn>
                  <a:cxn ang="0">
                    <a:pos x="T4" y="T5"/>
                  </a:cxn>
                  <a:cxn ang="0">
                    <a:pos x="T6" y="T7"/>
                  </a:cxn>
                  <a:cxn ang="0">
                    <a:pos x="T8" y="T9"/>
                  </a:cxn>
                </a:cxnLst>
                <a:rect l="0" t="0" r="r" b="b"/>
                <a:pathLst>
                  <a:path w="140" h="166">
                    <a:moveTo>
                      <a:pt x="85" y="166"/>
                    </a:moveTo>
                    <a:lnTo>
                      <a:pt x="0" y="133"/>
                    </a:lnTo>
                    <a:lnTo>
                      <a:pt x="52" y="0"/>
                    </a:lnTo>
                    <a:lnTo>
                      <a:pt x="140" y="34"/>
                    </a:lnTo>
                    <a:lnTo>
                      <a:pt x="85" y="166"/>
                    </a:lnTo>
                    <a:close/>
                  </a:path>
                </a:pathLst>
              </a:custGeom>
              <a:solidFill>
                <a:srgbClr val="003D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51"/>
              <p:cNvSpPr>
                <a:spLocks/>
              </p:cNvSpPr>
              <p:nvPr/>
            </p:nvSpPr>
            <p:spPr bwMode="auto">
              <a:xfrm>
                <a:off x="1623" y="1762"/>
                <a:ext cx="12" cy="12"/>
              </a:xfrm>
              <a:custGeom>
                <a:avLst/>
                <a:gdLst>
                  <a:gd name="T0" fmla="*/ 5 w 5"/>
                  <a:gd name="T1" fmla="*/ 3 h 5"/>
                  <a:gd name="T2" fmla="*/ 4 w 5"/>
                  <a:gd name="T3" fmla="*/ 0 h 5"/>
                  <a:gd name="T4" fmla="*/ 0 w 5"/>
                  <a:gd name="T5" fmla="*/ 1 h 5"/>
                  <a:gd name="T6" fmla="*/ 2 w 5"/>
                  <a:gd name="T7" fmla="*/ 5 h 5"/>
                  <a:gd name="T8" fmla="*/ 5 w 5"/>
                  <a:gd name="T9" fmla="*/ 3 h 5"/>
                </a:gdLst>
                <a:ahLst/>
                <a:cxnLst>
                  <a:cxn ang="0">
                    <a:pos x="T0" y="T1"/>
                  </a:cxn>
                  <a:cxn ang="0">
                    <a:pos x="T2" y="T3"/>
                  </a:cxn>
                  <a:cxn ang="0">
                    <a:pos x="T4" y="T5"/>
                  </a:cxn>
                  <a:cxn ang="0">
                    <a:pos x="T6" y="T7"/>
                  </a:cxn>
                  <a:cxn ang="0">
                    <a:pos x="T8" y="T9"/>
                  </a:cxn>
                </a:cxnLst>
                <a:rect l="0" t="0" r="r" b="b"/>
                <a:pathLst>
                  <a:path w="5" h="5">
                    <a:moveTo>
                      <a:pt x="5" y="3"/>
                    </a:moveTo>
                    <a:cubicBezTo>
                      <a:pt x="5" y="2"/>
                      <a:pt x="5" y="1"/>
                      <a:pt x="4" y="0"/>
                    </a:cubicBezTo>
                    <a:cubicBezTo>
                      <a:pt x="2" y="0"/>
                      <a:pt x="1" y="0"/>
                      <a:pt x="0" y="1"/>
                    </a:cubicBezTo>
                    <a:cubicBezTo>
                      <a:pt x="0" y="3"/>
                      <a:pt x="0" y="4"/>
                      <a:pt x="2" y="5"/>
                    </a:cubicBezTo>
                    <a:cubicBezTo>
                      <a:pt x="3" y="5"/>
                      <a:pt x="4" y="5"/>
                      <a:pt x="5" y="3"/>
                    </a:cubicBezTo>
                    <a:close/>
                  </a:path>
                </a:pathLst>
              </a:custGeom>
              <a:solidFill>
                <a:srgbClr val="42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52"/>
              <p:cNvSpPr>
                <a:spLocks/>
              </p:cNvSpPr>
              <p:nvPr/>
            </p:nvSpPr>
            <p:spPr bwMode="auto">
              <a:xfrm>
                <a:off x="1685" y="1615"/>
                <a:ext cx="7" cy="5"/>
              </a:xfrm>
              <a:custGeom>
                <a:avLst/>
                <a:gdLst>
                  <a:gd name="T0" fmla="*/ 3 w 3"/>
                  <a:gd name="T1" fmla="*/ 1 h 2"/>
                  <a:gd name="T2" fmla="*/ 2 w 3"/>
                  <a:gd name="T3" fmla="*/ 0 h 2"/>
                  <a:gd name="T4" fmla="*/ 1 w 3"/>
                  <a:gd name="T5" fmla="*/ 1 h 2"/>
                  <a:gd name="T6" fmla="*/ 1 w 3"/>
                  <a:gd name="T7" fmla="*/ 2 h 2"/>
                  <a:gd name="T8" fmla="*/ 3 w 3"/>
                  <a:gd name="T9" fmla="*/ 1 h 2"/>
                </a:gdLst>
                <a:ahLst/>
                <a:cxnLst>
                  <a:cxn ang="0">
                    <a:pos x="T0" y="T1"/>
                  </a:cxn>
                  <a:cxn ang="0">
                    <a:pos x="T2" y="T3"/>
                  </a:cxn>
                  <a:cxn ang="0">
                    <a:pos x="T4" y="T5"/>
                  </a:cxn>
                  <a:cxn ang="0">
                    <a:pos x="T6" y="T7"/>
                  </a:cxn>
                  <a:cxn ang="0">
                    <a:pos x="T8" y="T9"/>
                  </a:cxn>
                </a:cxnLst>
                <a:rect l="0" t="0" r="r" b="b"/>
                <a:pathLst>
                  <a:path w="3" h="2">
                    <a:moveTo>
                      <a:pt x="3" y="1"/>
                    </a:moveTo>
                    <a:cubicBezTo>
                      <a:pt x="3" y="1"/>
                      <a:pt x="3" y="0"/>
                      <a:pt x="2" y="0"/>
                    </a:cubicBezTo>
                    <a:cubicBezTo>
                      <a:pt x="2" y="0"/>
                      <a:pt x="1" y="0"/>
                      <a:pt x="1" y="1"/>
                    </a:cubicBezTo>
                    <a:cubicBezTo>
                      <a:pt x="0" y="1"/>
                      <a:pt x="1" y="2"/>
                      <a:pt x="1" y="2"/>
                    </a:cubicBezTo>
                    <a:cubicBezTo>
                      <a:pt x="2" y="2"/>
                      <a:pt x="2" y="2"/>
                      <a:pt x="3" y="1"/>
                    </a:cubicBezTo>
                    <a:close/>
                  </a:path>
                </a:pathLst>
              </a:custGeom>
              <a:solidFill>
                <a:srgbClr val="42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53"/>
              <p:cNvSpPr>
                <a:spLocks/>
              </p:cNvSpPr>
              <p:nvPr/>
            </p:nvSpPr>
            <p:spPr bwMode="auto">
              <a:xfrm>
                <a:off x="2026" y="1213"/>
                <a:ext cx="281" cy="210"/>
              </a:xfrm>
              <a:custGeom>
                <a:avLst/>
                <a:gdLst>
                  <a:gd name="T0" fmla="*/ 82 w 119"/>
                  <a:gd name="T1" fmla="*/ 16 h 89"/>
                  <a:gd name="T2" fmla="*/ 11 w 119"/>
                  <a:gd name="T3" fmla="*/ 33 h 89"/>
                  <a:gd name="T4" fmla="*/ 14 w 119"/>
                  <a:gd name="T5" fmla="*/ 89 h 89"/>
                  <a:gd name="T6" fmla="*/ 63 w 119"/>
                  <a:gd name="T7" fmla="*/ 54 h 89"/>
                  <a:gd name="T8" fmla="*/ 57 w 119"/>
                  <a:gd name="T9" fmla="*/ 76 h 89"/>
                  <a:gd name="T10" fmla="*/ 86 w 119"/>
                  <a:gd name="T11" fmla="*/ 52 h 89"/>
                  <a:gd name="T12" fmla="*/ 100 w 119"/>
                  <a:gd name="T13" fmla="*/ 89 h 89"/>
                  <a:gd name="T14" fmla="*/ 82 w 119"/>
                  <a:gd name="T15" fmla="*/ 16 h 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9" h="89">
                    <a:moveTo>
                      <a:pt x="82" y="16"/>
                    </a:moveTo>
                    <a:cubicBezTo>
                      <a:pt x="45" y="0"/>
                      <a:pt x="17" y="23"/>
                      <a:pt x="11" y="33"/>
                    </a:cubicBezTo>
                    <a:cubicBezTo>
                      <a:pt x="4" y="44"/>
                      <a:pt x="0" y="70"/>
                      <a:pt x="14" y="89"/>
                    </a:cubicBezTo>
                    <a:cubicBezTo>
                      <a:pt x="14" y="89"/>
                      <a:pt x="57" y="72"/>
                      <a:pt x="63" y="54"/>
                    </a:cubicBezTo>
                    <a:cubicBezTo>
                      <a:pt x="63" y="65"/>
                      <a:pt x="57" y="76"/>
                      <a:pt x="57" y="76"/>
                    </a:cubicBezTo>
                    <a:cubicBezTo>
                      <a:pt x="57" y="76"/>
                      <a:pt x="76" y="69"/>
                      <a:pt x="86" y="52"/>
                    </a:cubicBezTo>
                    <a:cubicBezTo>
                      <a:pt x="92" y="59"/>
                      <a:pt x="98" y="70"/>
                      <a:pt x="100" y="89"/>
                    </a:cubicBezTo>
                    <a:cubicBezTo>
                      <a:pt x="112" y="71"/>
                      <a:pt x="119" y="23"/>
                      <a:pt x="82" y="16"/>
                    </a:cubicBezTo>
                    <a:close/>
                  </a:path>
                </a:pathLst>
              </a:custGeom>
              <a:solidFill>
                <a:srgbClr val="A469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54"/>
              <p:cNvSpPr>
                <a:spLocks/>
              </p:cNvSpPr>
              <p:nvPr/>
            </p:nvSpPr>
            <p:spPr bwMode="auto">
              <a:xfrm>
                <a:off x="2125" y="1800"/>
                <a:ext cx="369" cy="331"/>
              </a:xfrm>
              <a:custGeom>
                <a:avLst/>
                <a:gdLst>
                  <a:gd name="T0" fmla="*/ 153 w 156"/>
                  <a:gd name="T1" fmla="*/ 43 h 140"/>
                  <a:gd name="T2" fmla="*/ 155 w 156"/>
                  <a:gd name="T3" fmla="*/ 49 h 140"/>
                  <a:gd name="T4" fmla="*/ 122 w 156"/>
                  <a:gd name="T5" fmla="*/ 136 h 140"/>
                  <a:gd name="T6" fmla="*/ 117 w 156"/>
                  <a:gd name="T7" fmla="*/ 139 h 140"/>
                  <a:gd name="T8" fmla="*/ 4 w 156"/>
                  <a:gd name="T9" fmla="*/ 97 h 140"/>
                  <a:gd name="T10" fmla="*/ 1 w 156"/>
                  <a:gd name="T11" fmla="*/ 91 h 140"/>
                  <a:gd name="T12" fmla="*/ 34 w 156"/>
                  <a:gd name="T13" fmla="*/ 3 h 140"/>
                  <a:gd name="T14" fmla="*/ 40 w 156"/>
                  <a:gd name="T15" fmla="*/ 0 h 140"/>
                  <a:gd name="T16" fmla="*/ 153 w 156"/>
                  <a:gd name="T17" fmla="*/ 43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 h="140">
                    <a:moveTo>
                      <a:pt x="153" y="43"/>
                    </a:moveTo>
                    <a:cubicBezTo>
                      <a:pt x="155" y="44"/>
                      <a:pt x="156" y="46"/>
                      <a:pt x="155" y="49"/>
                    </a:cubicBezTo>
                    <a:cubicBezTo>
                      <a:pt x="122" y="136"/>
                      <a:pt x="122" y="136"/>
                      <a:pt x="122" y="136"/>
                    </a:cubicBezTo>
                    <a:cubicBezTo>
                      <a:pt x="122" y="139"/>
                      <a:pt x="119" y="140"/>
                      <a:pt x="117" y="139"/>
                    </a:cubicBezTo>
                    <a:cubicBezTo>
                      <a:pt x="4" y="97"/>
                      <a:pt x="4" y="97"/>
                      <a:pt x="4" y="97"/>
                    </a:cubicBezTo>
                    <a:cubicBezTo>
                      <a:pt x="1" y="96"/>
                      <a:pt x="0" y="93"/>
                      <a:pt x="1" y="91"/>
                    </a:cubicBezTo>
                    <a:cubicBezTo>
                      <a:pt x="34" y="3"/>
                      <a:pt x="34" y="3"/>
                      <a:pt x="34" y="3"/>
                    </a:cubicBezTo>
                    <a:cubicBezTo>
                      <a:pt x="35" y="1"/>
                      <a:pt x="37" y="0"/>
                      <a:pt x="40" y="0"/>
                    </a:cubicBezTo>
                    <a:lnTo>
                      <a:pt x="153" y="43"/>
                    </a:lnTo>
                    <a:close/>
                  </a:path>
                </a:pathLst>
              </a:custGeom>
              <a:solidFill>
                <a:srgbClr val="0C2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55"/>
              <p:cNvSpPr>
                <a:spLocks/>
              </p:cNvSpPr>
              <p:nvPr/>
            </p:nvSpPr>
            <p:spPr bwMode="auto">
              <a:xfrm>
                <a:off x="2118" y="1795"/>
                <a:ext cx="369" cy="334"/>
              </a:xfrm>
              <a:custGeom>
                <a:avLst/>
                <a:gdLst>
                  <a:gd name="T0" fmla="*/ 152 w 156"/>
                  <a:gd name="T1" fmla="*/ 44 h 141"/>
                  <a:gd name="T2" fmla="*/ 155 w 156"/>
                  <a:gd name="T3" fmla="*/ 49 h 141"/>
                  <a:gd name="T4" fmla="*/ 122 w 156"/>
                  <a:gd name="T5" fmla="*/ 137 h 141"/>
                  <a:gd name="T6" fmla="*/ 116 w 156"/>
                  <a:gd name="T7" fmla="*/ 140 h 141"/>
                  <a:gd name="T8" fmla="*/ 4 w 156"/>
                  <a:gd name="T9" fmla="*/ 97 h 141"/>
                  <a:gd name="T10" fmla="*/ 1 w 156"/>
                  <a:gd name="T11" fmla="*/ 91 h 141"/>
                  <a:gd name="T12" fmla="*/ 34 w 156"/>
                  <a:gd name="T13" fmla="*/ 4 h 141"/>
                  <a:gd name="T14" fmla="*/ 40 w 156"/>
                  <a:gd name="T15" fmla="*/ 1 h 141"/>
                  <a:gd name="T16" fmla="*/ 152 w 156"/>
                  <a:gd name="T17" fmla="*/ 44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 h="141">
                    <a:moveTo>
                      <a:pt x="152" y="44"/>
                    </a:moveTo>
                    <a:cubicBezTo>
                      <a:pt x="155" y="44"/>
                      <a:pt x="156" y="47"/>
                      <a:pt x="155" y="49"/>
                    </a:cubicBezTo>
                    <a:cubicBezTo>
                      <a:pt x="122" y="137"/>
                      <a:pt x="122" y="137"/>
                      <a:pt x="122" y="137"/>
                    </a:cubicBezTo>
                    <a:cubicBezTo>
                      <a:pt x="121" y="139"/>
                      <a:pt x="119" y="141"/>
                      <a:pt x="116" y="140"/>
                    </a:cubicBezTo>
                    <a:cubicBezTo>
                      <a:pt x="4" y="97"/>
                      <a:pt x="4" y="97"/>
                      <a:pt x="4" y="97"/>
                    </a:cubicBezTo>
                    <a:cubicBezTo>
                      <a:pt x="1" y="96"/>
                      <a:pt x="0" y="94"/>
                      <a:pt x="1" y="91"/>
                    </a:cubicBezTo>
                    <a:cubicBezTo>
                      <a:pt x="34" y="4"/>
                      <a:pt x="34" y="4"/>
                      <a:pt x="34" y="4"/>
                    </a:cubicBezTo>
                    <a:cubicBezTo>
                      <a:pt x="35" y="2"/>
                      <a:pt x="37" y="0"/>
                      <a:pt x="40" y="1"/>
                    </a:cubicBezTo>
                    <a:lnTo>
                      <a:pt x="152" y="44"/>
                    </a:lnTo>
                    <a:close/>
                  </a:path>
                </a:pathLst>
              </a:custGeom>
              <a:solidFill>
                <a:srgbClr val="2C56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56"/>
              <p:cNvSpPr>
                <a:spLocks/>
              </p:cNvSpPr>
              <p:nvPr/>
            </p:nvSpPr>
            <p:spPr bwMode="auto">
              <a:xfrm>
                <a:off x="2142" y="1819"/>
                <a:ext cx="322" cy="286"/>
              </a:xfrm>
              <a:custGeom>
                <a:avLst/>
                <a:gdLst>
                  <a:gd name="T0" fmla="*/ 251 w 322"/>
                  <a:gd name="T1" fmla="*/ 286 h 286"/>
                  <a:gd name="T2" fmla="*/ 0 w 322"/>
                  <a:gd name="T3" fmla="*/ 191 h 286"/>
                  <a:gd name="T4" fmla="*/ 71 w 322"/>
                  <a:gd name="T5" fmla="*/ 0 h 286"/>
                  <a:gd name="T6" fmla="*/ 322 w 322"/>
                  <a:gd name="T7" fmla="*/ 94 h 286"/>
                  <a:gd name="T8" fmla="*/ 251 w 322"/>
                  <a:gd name="T9" fmla="*/ 286 h 286"/>
                </a:gdLst>
                <a:ahLst/>
                <a:cxnLst>
                  <a:cxn ang="0">
                    <a:pos x="T0" y="T1"/>
                  </a:cxn>
                  <a:cxn ang="0">
                    <a:pos x="T2" y="T3"/>
                  </a:cxn>
                  <a:cxn ang="0">
                    <a:pos x="T4" y="T5"/>
                  </a:cxn>
                  <a:cxn ang="0">
                    <a:pos x="T6" y="T7"/>
                  </a:cxn>
                  <a:cxn ang="0">
                    <a:pos x="T8" y="T9"/>
                  </a:cxn>
                </a:cxnLst>
                <a:rect l="0" t="0" r="r" b="b"/>
                <a:pathLst>
                  <a:path w="322" h="286">
                    <a:moveTo>
                      <a:pt x="251" y="286"/>
                    </a:moveTo>
                    <a:lnTo>
                      <a:pt x="0" y="191"/>
                    </a:lnTo>
                    <a:lnTo>
                      <a:pt x="71" y="0"/>
                    </a:lnTo>
                    <a:lnTo>
                      <a:pt x="322" y="94"/>
                    </a:lnTo>
                    <a:lnTo>
                      <a:pt x="251" y="28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57"/>
              <p:cNvSpPr>
                <a:spLocks/>
              </p:cNvSpPr>
              <p:nvPr/>
            </p:nvSpPr>
            <p:spPr bwMode="auto">
              <a:xfrm>
                <a:off x="2383" y="1911"/>
                <a:ext cx="81" cy="194"/>
              </a:xfrm>
              <a:custGeom>
                <a:avLst/>
                <a:gdLst>
                  <a:gd name="T0" fmla="*/ 10 w 81"/>
                  <a:gd name="T1" fmla="*/ 194 h 194"/>
                  <a:gd name="T2" fmla="*/ 0 w 81"/>
                  <a:gd name="T3" fmla="*/ 189 h 194"/>
                  <a:gd name="T4" fmla="*/ 73 w 81"/>
                  <a:gd name="T5" fmla="*/ 0 h 194"/>
                  <a:gd name="T6" fmla="*/ 81 w 81"/>
                  <a:gd name="T7" fmla="*/ 2 h 194"/>
                  <a:gd name="T8" fmla="*/ 10 w 81"/>
                  <a:gd name="T9" fmla="*/ 194 h 194"/>
                </a:gdLst>
                <a:ahLst/>
                <a:cxnLst>
                  <a:cxn ang="0">
                    <a:pos x="T0" y="T1"/>
                  </a:cxn>
                  <a:cxn ang="0">
                    <a:pos x="T2" y="T3"/>
                  </a:cxn>
                  <a:cxn ang="0">
                    <a:pos x="T4" y="T5"/>
                  </a:cxn>
                  <a:cxn ang="0">
                    <a:pos x="T6" y="T7"/>
                  </a:cxn>
                  <a:cxn ang="0">
                    <a:pos x="T8" y="T9"/>
                  </a:cxn>
                </a:cxnLst>
                <a:rect l="0" t="0" r="r" b="b"/>
                <a:pathLst>
                  <a:path w="81" h="194">
                    <a:moveTo>
                      <a:pt x="10" y="194"/>
                    </a:moveTo>
                    <a:lnTo>
                      <a:pt x="0" y="189"/>
                    </a:lnTo>
                    <a:lnTo>
                      <a:pt x="73" y="0"/>
                    </a:lnTo>
                    <a:lnTo>
                      <a:pt x="81" y="2"/>
                    </a:lnTo>
                    <a:lnTo>
                      <a:pt x="10" y="194"/>
                    </a:lnTo>
                    <a:close/>
                  </a:path>
                </a:pathLst>
              </a:custGeom>
              <a:solidFill>
                <a:srgbClr val="CDE7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58"/>
              <p:cNvSpPr>
                <a:spLocks/>
              </p:cNvSpPr>
              <p:nvPr/>
            </p:nvSpPr>
            <p:spPr bwMode="auto">
              <a:xfrm>
                <a:off x="2158" y="1871"/>
                <a:ext cx="50" cy="92"/>
              </a:xfrm>
              <a:custGeom>
                <a:avLst/>
                <a:gdLst>
                  <a:gd name="T0" fmla="*/ 21 w 21"/>
                  <a:gd name="T1" fmla="*/ 2 h 39"/>
                  <a:gd name="T2" fmla="*/ 16 w 21"/>
                  <a:gd name="T3" fmla="*/ 0 h 39"/>
                  <a:gd name="T4" fmla="*/ 13 w 21"/>
                  <a:gd name="T5" fmla="*/ 2 h 39"/>
                  <a:gd name="T6" fmla="*/ 1 w 21"/>
                  <a:gd name="T7" fmla="*/ 34 h 39"/>
                  <a:gd name="T8" fmla="*/ 2 w 21"/>
                  <a:gd name="T9" fmla="*/ 38 h 39"/>
                  <a:gd name="T10" fmla="*/ 7 w 21"/>
                  <a:gd name="T11" fmla="*/ 39 h 39"/>
                  <a:gd name="T12" fmla="*/ 21 w 21"/>
                  <a:gd name="T13" fmla="*/ 2 h 39"/>
                </a:gdLst>
                <a:ahLst/>
                <a:cxnLst>
                  <a:cxn ang="0">
                    <a:pos x="T0" y="T1"/>
                  </a:cxn>
                  <a:cxn ang="0">
                    <a:pos x="T2" y="T3"/>
                  </a:cxn>
                  <a:cxn ang="0">
                    <a:pos x="T4" y="T5"/>
                  </a:cxn>
                  <a:cxn ang="0">
                    <a:pos x="T6" y="T7"/>
                  </a:cxn>
                  <a:cxn ang="0">
                    <a:pos x="T8" y="T9"/>
                  </a:cxn>
                  <a:cxn ang="0">
                    <a:pos x="T10" y="T11"/>
                  </a:cxn>
                  <a:cxn ang="0">
                    <a:pos x="T12" y="T13"/>
                  </a:cxn>
                </a:cxnLst>
                <a:rect l="0" t="0" r="r" b="b"/>
                <a:pathLst>
                  <a:path w="21" h="39">
                    <a:moveTo>
                      <a:pt x="21" y="2"/>
                    </a:moveTo>
                    <a:cubicBezTo>
                      <a:pt x="16" y="0"/>
                      <a:pt x="16" y="0"/>
                      <a:pt x="16" y="0"/>
                    </a:cubicBezTo>
                    <a:cubicBezTo>
                      <a:pt x="15" y="0"/>
                      <a:pt x="13" y="1"/>
                      <a:pt x="13" y="2"/>
                    </a:cubicBezTo>
                    <a:cubicBezTo>
                      <a:pt x="1" y="34"/>
                      <a:pt x="1" y="34"/>
                      <a:pt x="1" y="34"/>
                    </a:cubicBezTo>
                    <a:cubicBezTo>
                      <a:pt x="0" y="36"/>
                      <a:pt x="1" y="37"/>
                      <a:pt x="2" y="38"/>
                    </a:cubicBezTo>
                    <a:cubicBezTo>
                      <a:pt x="7" y="39"/>
                      <a:pt x="7" y="39"/>
                      <a:pt x="7" y="39"/>
                    </a:cubicBezTo>
                    <a:lnTo>
                      <a:pt x="21" y="2"/>
                    </a:lnTo>
                    <a:close/>
                  </a:path>
                </a:pathLst>
              </a:custGeom>
              <a:solidFill>
                <a:srgbClr val="8BBC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59"/>
              <p:cNvSpPr>
                <a:spLocks/>
              </p:cNvSpPr>
              <p:nvPr/>
            </p:nvSpPr>
            <p:spPr bwMode="auto">
              <a:xfrm>
                <a:off x="2153" y="1868"/>
                <a:ext cx="50" cy="95"/>
              </a:xfrm>
              <a:custGeom>
                <a:avLst/>
                <a:gdLst>
                  <a:gd name="T0" fmla="*/ 21 w 21"/>
                  <a:gd name="T1" fmla="*/ 2 h 40"/>
                  <a:gd name="T2" fmla="*/ 16 w 21"/>
                  <a:gd name="T3" fmla="*/ 1 h 40"/>
                  <a:gd name="T4" fmla="*/ 13 w 21"/>
                  <a:gd name="T5" fmla="*/ 2 h 40"/>
                  <a:gd name="T6" fmla="*/ 1 w 21"/>
                  <a:gd name="T7" fmla="*/ 34 h 40"/>
                  <a:gd name="T8" fmla="*/ 2 w 21"/>
                  <a:gd name="T9" fmla="*/ 38 h 40"/>
                  <a:gd name="T10" fmla="*/ 7 w 21"/>
                  <a:gd name="T11" fmla="*/ 40 h 40"/>
                  <a:gd name="T12" fmla="*/ 21 w 21"/>
                  <a:gd name="T13" fmla="*/ 2 h 40"/>
                </a:gdLst>
                <a:ahLst/>
                <a:cxnLst>
                  <a:cxn ang="0">
                    <a:pos x="T0" y="T1"/>
                  </a:cxn>
                  <a:cxn ang="0">
                    <a:pos x="T2" y="T3"/>
                  </a:cxn>
                  <a:cxn ang="0">
                    <a:pos x="T4" y="T5"/>
                  </a:cxn>
                  <a:cxn ang="0">
                    <a:pos x="T6" y="T7"/>
                  </a:cxn>
                  <a:cxn ang="0">
                    <a:pos x="T8" y="T9"/>
                  </a:cxn>
                  <a:cxn ang="0">
                    <a:pos x="T10" y="T11"/>
                  </a:cxn>
                  <a:cxn ang="0">
                    <a:pos x="T12" y="T13"/>
                  </a:cxn>
                </a:cxnLst>
                <a:rect l="0" t="0" r="r" b="b"/>
                <a:pathLst>
                  <a:path w="21" h="40">
                    <a:moveTo>
                      <a:pt x="21" y="2"/>
                    </a:moveTo>
                    <a:cubicBezTo>
                      <a:pt x="16" y="1"/>
                      <a:pt x="16" y="1"/>
                      <a:pt x="16" y="1"/>
                    </a:cubicBezTo>
                    <a:cubicBezTo>
                      <a:pt x="15" y="0"/>
                      <a:pt x="13" y="1"/>
                      <a:pt x="13" y="2"/>
                    </a:cubicBezTo>
                    <a:cubicBezTo>
                      <a:pt x="1" y="34"/>
                      <a:pt x="1" y="34"/>
                      <a:pt x="1" y="34"/>
                    </a:cubicBezTo>
                    <a:cubicBezTo>
                      <a:pt x="0" y="36"/>
                      <a:pt x="1" y="37"/>
                      <a:pt x="2" y="38"/>
                    </a:cubicBezTo>
                    <a:cubicBezTo>
                      <a:pt x="7" y="40"/>
                      <a:pt x="7" y="40"/>
                      <a:pt x="7" y="40"/>
                    </a:cubicBezTo>
                    <a:lnTo>
                      <a:pt x="21" y="2"/>
                    </a:lnTo>
                    <a:close/>
                  </a:path>
                </a:pathLst>
              </a:custGeom>
              <a:solidFill>
                <a:srgbClr val="A1D2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60"/>
              <p:cNvSpPr>
                <a:spLocks/>
              </p:cNvSpPr>
              <p:nvPr/>
            </p:nvSpPr>
            <p:spPr bwMode="auto">
              <a:xfrm>
                <a:off x="2151" y="1894"/>
                <a:ext cx="36" cy="36"/>
              </a:xfrm>
              <a:custGeom>
                <a:avLst/>
                <a:gdLst>
                  <a:gd name="T0" fmla="*/ 10 w 15"/>
                  <a:gd name="T1" fmla="*/ 1 h 15"/>
                  <a:gd name="T2" fmla="*/ 14 w 15"/>
                  <a:gd name="T3" fmla="*/ 10 h 15"/>
                  <a:gd name="T4" fmla="*/ 5 w 15"/>
                  <a:gd name="T5" fmla="*/ 13 h 15"/>
                  <a:gd name="T6" fmla="*/ 1 w 15"/>
                  <a:gd name="T7" fmla="*/ 5 h 15"/>
                  <a:gd name="T8" fmla="*/ 10 w 15"/>
                  <a:gd name="T9" fmla="*/ 1 h 15"/>
                </a:gdLst>
                <a:ahLst/>
                <a:cxnLst>
                  <a:cxn ang="0">
                    <a:pos x="T0" y="T1"/>
                  </a:cxn>
                  <a:cxn ang="0">
                    <a:pos x="T2" y="T3"/>
                  </a:cxn>
                  <a:cxn ang="0">
                    <a:pos x="T4" y="T5"/>
                  </a:cxn>
                  <a:cxn ang="0">
                    <a:pos x="T6" y="T7"/>
                  </a:cxn>
                  <a:cxn ang="0">
                    <a:pos x="T8" y="T9"/>
                  </a:cxn>
                </a:cxnLst>
                <a:rect l="0" t="0" r="r" b="b"/>
                <a:pathLst>
                  <a:path w="15" h="15">
                    <a:moveTo>
                      <a:pt x="10" y="1"/>
                    </a:moveTo>
                    <a:cubicBezTo>
                      <a:pt x="13" y="2"/>
                      <a:pt x="15" y="6"/>
                      <a:pt x="14" y="10"/>
                    </a:cubicBezTo>
                    <a:cubicBezTo>
                      <a:pt x="12" y="13"/>
                      <a:pt x="9" y="15"/>
                      <a:pt x="5" y="13"/>
                    </a:cubicBezTo>
                    <a:cubicBezTo>
                      <a:pt x="2" y="12"/>
                      <a:pt x="0" y="8"/>
                      <a:pt x="1" y="5"/>
                    </a:cubicBezTo>
                    <a:cubicBezTo>
                      <a:pt x="3" y="2"/>
                      <a:pt x="6" y="0"/>
                      <a:pt x="10" y="1"/>
                    </a:cubicBezTo>
                    <a:close/>
                  </a:path>
                </a:pathLst>
              </a:custGeom>
              <a:solidFill>
                <a:srgbClr val="A1D2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61"/>
              <p:cNvSpPr>
                <a:spLocks/>
              </p:cNvSpPr>
              <p:nvPr/>
            </p:nvSpPr>
            <p:spPr bwMode="auto">
              <a:xfrm>
                <a:off x="2161" y="1904"/>
                <a:ext cx="16" cy="14"/>
              </a:xfrm>
              <a:custGeom>
                <a:avLst/>
                <a:gdLst>
                  <a:gd name="T0" fmla="*/ 5 w 7"/>
                  <a:gd name="T1" fmla="*/ 1 h 6"/>
                  <a:gd name="T2" fmla="*/ 6 w 7"/>
                  <a:gd name="T3" fmla="*/ 4 h 6"/>
                  <a:gd name="T4" fmla="*/ 3 w 7"/>
                  <a:gd name="T5" fmla="*/ 6 h 6"/>
                  <a:gd name="T6" fmla="*/ 1 w 7"/>
                  <a:gd name="T7" fmla="*/ 2 h 6"/>
                  <a:gd name="T8" fmla="*/ 5 w 7"/>
                  <a:gd name="T9" fmla="*/ 1 h 6"/>
                </a:gdLst>
                <a:ahLst/>
                <a:cxnLst>
                  <a:cxn ang="0">
                    <a:pos x="T0" y="T1"/>
                  </a:cxn>
                  <a:cxn ang="0">
                    <a:pos x="T2" y="T3"/>
                  </a:cxn>
                  <a:cxn ang="0">
                    <a:pos x="T4" y="T5"/>
                  </a:cxn>
                  <a:cxn ang="0">
                    <a:pos x="T6" y="T7"/>
                  </a:cxn>
                  <a:cxn ang="0">
                    <a:pos x="T8" y="T9"/>
                  </a:cxn>
                </a:cxnLst>
                <a:rect l="0" t="0" r="r" b="b"/>
                <a:pathLst>
                  <a:path w="7" h="6">
                    <a:moveTo>
                      <a:pt x="5" y="1"/>
                    </a:moveTo>
                    <a:cubicBezTo>
                      <a:pt x="6" y="1"/>
                      <a:pt x="7" y="3"/>
                      <a:pt x="6" y="4"/>
                    </a:cubicBezTo>
                    <a:cubicBezTo>
                      <a:pt x="6" y="6"/>
                      <a:pt x="4" y="6"/>
                      <a:pt x="3" y="6"/>
                    </a:cubicBezTo>
                    <a:cubicBezTo>
                      <a:pt x="1" y="5"/>
                      <a:pt x="0" y="4"/>
                      <a:pt x="1" y="2"/>
                    </a:cubicBezTo>
                    <a:cubicBezTo>
                      <a:pt x="1" y="1"/>
                      <a:pt x="3" y="0"/>
                      <a:pt x="5" y="1"/>
                    </a:cubicBezTo>
                    <a:close/>
                  </a:path>
                </a:pathLst>
              </a:custGeom>
              <a:solidFill>
                <a:srgbClr val="2C56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62"/>
              <p:cNvSpPr>
                <a:spLocks/>
              </p:cNvSpPr>
              <p:nvPr/>
            </p:nvSpPr>
            <p:spPr bwMode="auto">
              <a:xfrm>
                <a:off x="2227" y="1871"/>
                <a:ext cx="50" cy="121"/>
              </a:xfrm>
              <a:custGeom>
                <a:avLst/>
                <a:gdLst>
                  <a:gd name="T0" fmla="*/ 50 w 50"/>
                  <a:gd name="T1" fmla="*/ 2 h 121"/>
                  <a:gd name="T2" fmla="*/ 5 w 50"/>
                  <a:gd name="T3" fmla="*/ 121 h 121"/>
                  <a:gd name="T4" fmla="*/ 0 w 50"/>
                  <a:gd name="T5" fmla="*/ 118 h 121"/>
                  <a:gd name="T6" fmla="*/ 42 w 50"/>
                  <a:gd name="T7" fmla="*/ 0 h 121"/>
                  <a:gd name="T8" fmla="*/ 50 w 50"/>
                  <a:gd name="T9" fmla="*/ 2 h 121"/>
                </a:gdLst>
                <a:ahLst/>
                <a:cxnLst>
                  <a:cxn ang="0">
                    <a:pos x="T0" y="T1"/>
                  </a:cxn>
                  <a:cxn ang="0">
                    <a:pos x="T2" y="T3"/>
                  </a:cxn>
                  <a:cxn ang="0">
                    <a:pos x="T4" y="T5"/>
                  </a:cxn>
                  <a:cxn ang="0">
                    <a:pos x="T6" y="T7"/>
                  </a:cxn>
                  <a:cxn ang="0">
                    <a:pos x="T8" y="T9"/>
                  </a:cxn>
                </a:cxnLst>
                <a:rect l="0" t="0" r="r" b="b"/>
                <a:pathLst>
                  <a:path w="50" h="121">
                    <a:moveTo>
                      <a:pt x="50" y="2"/>
                    </a:moveTo>
                    <a:lnTo>
                      <a:pt x="5" y="121"/>
                    </a:lnTo>
                    <a:lnTo>
                      <a:pt x="0" y="118"/>
                    </a:lnTo>
                    <a:lnTo>
                      <a:pt x="42" y="0"/>
                    </a:lnTo>
                    <a:lnTo>
                      <a:pt x="50" y="2"/>
                    </a:lnTo>
                    <a:close/>
                  </a:path>
                </a:pathLst>
              </a:custGeom>
              <a:solidFill>
                <a:srgbClr val="A1D2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63"/>
              <p:cNvSpPr>
                <a:spLocks/>
              </p:cNvSpPr>
              <p:nvPr/>
            </p:nvSpPr>
            <p:spPr bwMode="auto">
              <a:xfrm>
                <a:off x="2250" y="1880"/>
                <a:ext cx="53" cy="121"/>
              </a:xfrm>
              <a:custGeom>
                <a:avLst/>
                <a:gdLst>
                  <a:gd name="T0" fmla="*/ 53 w 53"/>
                  <a:gd name="T1" fmla="*/ 3 h 121"/>
                  <a:gd name="T2" fmla="*/ 8 w 53"/>
                  <a:gd name="T3" fmla="*/ 121 h 121"/>
                  <a:gd name="T4" fmla="*/ 0 w 53"/>
                  <a:gd name="T5" fmla="*/ 119 h 121"/>
                  <a:gd name="T6" fmla="*/ 45 w 53"/>
                  <a:gd name="T7" fmla="*/ 0 h 121"/>
                  <a:gd name="T8" fmla="*/ 53 w 53"/>
                  <a:gd name="T9" fmla="*/ 3 h 121"/>
                </a:gdLst>
                <a:ahLst/>
                <a:cxnLst>
                  <a:cxn ang="0">
                    <a:pos x="T0" y="T1"/>
                  </a:cxn>
                  <a:cxn ang="0">
                    <a:pos x="T2" y="T3"/>
                  </a:cxn>
                  <a:cxn ang="0">
                    <a:pos x="T4" y="T5"/>
                  </a:cxn>
                  <a:cxn ang="0">
                    <a:pos x="T6" y="T7"/>
                  </a:cxn>
                  <a:cxn ang="0">
                    <a:pos x="T8" y="T9"/>
                  </a:cxn>
                </a:cxnLst>
                <a:rect l="0" t="0" r="r" b="b"/>
                <a:pathLst>
                  <a:path w="53" h="121">
                    <a:moveTo>
                      <a:pt x="53" y="3"/>
                    </a:moveTo>
                    <a:lnTo>
                      <a:pt x="8" y="121"/>
                    </a:lnTo>
                    <a:lnTo>
                      <a:pt x="0" y="119"/>
                    </a:lnTo>
                    <a:lnTo>
                      <a:pt x="45" y="0"/>
                    </a:lnTo>
                    <a:lnTo>
                      <a:pt x="53" y="3"/>
                    </a:lnTo>
                    <a:close/>
                  </a:path>
                </a:pathLst>
              </a:custGeom>
              <a:solidFill>
                <a:srgbClr val="A1D2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64"/>
              <p:cNvSpPr>
                <a:spLocks/>
              </p:cNvSpPr>
              <p:nvPr/>
            </p:nvSpPr>
            <p:spPr bwMode="auto">
              <a:xfrm>
                <a:off x="2277" y="1890"/>
                <a:ext cx="52" cy="120"/>
              </a:xfrm>
              <a:custGeom>
                <a:avLst/>
                <a:gdLst>
                  <a:gd name="T0" fmla="*/ 52 w 52"/>
                  <a:gd name="T1" fmla="*/ 2 h 120"/>
                  <a:gd name="T2" fmla="*/ 7 w 52"/>
                  <a:gd name="T3" fmla="*/ 120 h 120"/>
                  <a:gd name="T4" fmla="*/ 0 w 52"/>
                  <a:gd name="T5" fmla="*/ 118 h 120"/>
                  <a:gd name="T6" fmla="*/ 44 w 52"/>
                  <a:gd name="T7" fmla="*/ 0 h 120"/>
                  <a:gd name="T8" fmla="*/ 52 w 52"/>
                  <a:gd name="T9" fmla="*/ 2 h 120"/>
                </a:gdLst>
                <a:ahLst/>
                <a:cxnLst>
                  <a:cxn ang="0">
                    <a:pos x="T0" y="T1"/>
                  </a:cxn>
                  <a:cxn ang="0">
                    <a:pos x="T2" y="T3"/>
                  </a:cxn>
                  <a:cxn ang="0">
                    <a:pos x="T4" y="T5"/>
                  </a:cxn>
                  <a:cxn ang="0">
                    <a:pos x="T6" y="T7"/>
                  </a:cxn>
                  <a:cxn ang="0">
                    <a:pos x="T8" y="T9"/>
                  </a:cxn>
                </a:cxnLst>
                <a:rect l="0" t="0" r="r" b="b"/>
                <a:pathLst>
                  <a:path w="52" h="120">
                    <a:moveTo>
                      <a:pt x="52" y="2"/>
                    </a:moveTo>
                    <a:lnTo>
                      <a:pt x="7" y="120"/>
                    </a:lnTo>
                    <a:lnTo>
                      <a:pt x="0" y="118"/>
                    </a:lnTo>
                    <a:lnTo>
                      <a:pt x="44" y="0"/>
                    </a:lnTo>
                    <a:lnTo>
                      <a:pt x="52" y="2"/>
                    </a:lnTo>
                    <a:close/>
                  </a:path>
                </a:pathLst>
              </a:custGeom>
              <a:solidFill>
                <a:srgbClr val="A1D2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65"/>
              <p:cNvSpPr>
                <a:spLocks/>
              </p:cNvSpPr>
              <p:nvPr/>
            </p:nvSpPr>
            <p:spPr bwMode="auto">
              <a:xfrm>
                <a:off x="2303" y="1899"/>
                <a:ext cx="49" cy="121"/>
              </a:xfrm>
              <a:custGeom>
                <a:avLst/>
                <a:gdLst>
                  <a:gd name="T0" fmla="*/ 49 w 49"/>
                  <a:gd name="T1" fmla="*/ 3 h 121"/>
                  <a:gd name="T2" fmla="*/ 7 w 49"/>
                  <a:gd name="T3" fmla="*/ 121 h 121"/>
                  <a:gd name="T4" fmla="*/ 0 w 49"/>
                  <a:gd name="T5" fmla="*/ 119 h 121"/>
                  <a:gd name="T6" fmla="*/ 45 w 49"/>
                  <a:gd name="T7" fmla="*/ 0 h 121"/>
                  <a:gd name="T8" fmla="*/ 49 w 49"/>
                  <a:gd name="T9" fmla="*/ 3 h 121"/>
                </a:gdLst>
                <a:ahLst/>
                <a:cxnLst>
                  <a:cxn ang="0">
                    <a:pos x="T0" y="T1"/>
                  </a:cxn>
                  <a:cxn ang="0">
                    <a:pos x="T2" y="T3"/>
                  </a:cxn>
                  <a:cxn ang="0">
                    <a:pos x="T4" y="T5"/>
                  </a:cxn>
                  <a:cxn ang="0">
                    <a:pos x="T6" y="T7"/>
                  </a:cxn>
                  <a:cxn ang="0">
                    <a:pos x="T8" y="T9"/>
                  </a:cxn>
                </a:cxnLst>
                <a:rect l="0" t="0" r="r" b="b"/>
                <a:pathLst>
                  <a:path w="49" h="121">
                    <a:moveTo>
                      <a:pt x="49" y="3"/>
                    </a:moveTo>
                    <a:lnTo>
                      <a:pt x="7" y="121"/>
                    </a:lnTo>
                    <a:lnTo>
                      <a:pt x="0" y="119"/>
                    </a:lnTo>
                    <a:lnTo>
                      <a:pt x="45" y="0"/>
                    </a:lnTo>
                    <a:lnTo>
                      <a:pt x="49" y="3"/>
                    </a:lnTo>
                    <a:close/>
                  </a:path>
                </a:pathLst>
              </a:custGeom>
              <a:solidFill>
                <a:srgbClr val="A1D2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66"/>
              <p:cNvSpPr>
                <a:spLocks/>
              </p:cNvSpPr>
              <p:nvPr/>
            </p:nvSpPr>
            <p:spPr bwMode="auto">
              <a:xfrm>
                <a:off x="2213" y="1996"/>
                <a:ext cx="14" cy="24"/>
              </a:xfrm>
              <a:custGeom>
                <a:avLst/>
                <a:gdLst>
                  <a:gd name="T0" fmla="*/ 6 w 6"/>
                  <a:gd name="T1" fmla="*/ 8 h 10"/>
                  <a:gd name="T2" fmla="*/ 6 w 6"/>
                  <a:gd name="T3" fmla="*/ 9 h 10"/>
                  <a:gd name="T4" fmla="*/ 3 w 6"/>
                  <a:gd name="T5" fmla="*/ 10 h 10"/>
                  <a:gd name="T6" fmla="*/ 1 w 6"/>
                  <a:gd name="T7" fmla="*/ 9 h 10"/>
                  <a:gd name="T8" fmla="*/ 2 w 6"/>
                  <a:gd name="T9" fmla="*/ 7 h 10"/>
                  <a:gd name="T10" fmla="*/ 3 w 6"/>
                  <a:gd name="T11" fmla="*/ 7 h 10"/>
                  <a:gd name="T12" fmla="*/ 0 w 6"/>
                  <a:gd name="T13" fmla="*/ 2 h 10"/>
                  <a:gd name="T14" fmla="*/ 1 w 6"/>
                  <a:gd name="T15" fmla="*/ 0 h 10"/>
                  <a:gd name="T16" fmla="*/ 3 w 6"/>
                  <a:gd name="T17" fmla="*/ 0 h 10"/>
                  <a:gd name="T18" fmla="*/ 6 w 6"/>
                  <a:gd name="T19" fmla="*/ 7 h 10"/>
                  <a:gd name="T20" fmla="*/ 6 w 6"/>
                  <a:gd name="T21"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0">
                    <a:moveTo>
                      <a:pt x="6" y="8"/>
                    </a:moveTo>
                    <a:cubicBezTo>
                      <a:pt x="6" y="9"/>
                      <a:pt x="6" y="9"/>
                      <a:pt x="6" y="9"/>
                    </a:cubicBezTo>
                    <a:cubicBezTo>
                      <a:pt x="3" y="10"/>
                      <a:pt x="3" y="10"/>
                      <a:pt x="3" y="10"/>
                    </a:cubicBezTo>
                    <a:cubicBezTo>
                      <a:pt x="2" y="10"/>
                      <a:pt x="2" y="10"/>
                      <a:pt x="1" y="9"/>
                    </a:cubicBezTo>
                    <a:cubicBezTo>
                      <a:pt x="1" y="9"/>
                      <a:pt x="1" y="8"/>
                      <a:pt x="2" y="7"/>
                    </a:cubicBezTo>
                    <a:cubicBezTo>
                      <a:pt x="3" y="7"/>
                      <a:pt x="3" y="7"/>
                      <a:pt x="3" y="7"/>
                    </a:cubicBezTo>
                    <a:cubicBezTo>
                      <a:pt x="0" y="2"/>
                      <a:pt x="0" y="2"/>
                      <a:pt x="0" y="2"/>
                    </a:cubicBezTo>
                    <a:cubicBezTo>
                      <a:pt x="0" y="1"/>
                      <a:pt x="0" y="0"/>
                      <a:pt x="1" y="0"/>
                    </a:cubicBezTo>
                    <a:cubicBezTo>
                      <a:pt x="2" y="0"/>
                      <a:pt x="2" y="0"/>
                      <a:pt x="3" y="0"/>
                    </a:cubicBezTo>
                    <a:cubicBezTo>
                      <a:pt x="6" y="7"/>
                      <a:pt x="6" y="7"/>
                      <a:pt x="6" y="7"/>
                    </a:cubicBezTo>
                    <a:cubicBezTo>
                      <a:pt x="6" y="8"/>
                      <a:pt x="6" y="8"/>
                      <a:pt x="6" y="8"/>
                    </a:cubicBezTo>
                    <a:close/>
                  </a:path>
                </a:pathLst>
              </a:custGeom>
              <a:solidFill>
                <a:srgbClr val="F0A6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67"/>
              <p:cNvSpPr>
                <a:spLocks/>
              </p:cNvSpPr>
              <p:nvPr/>
            </p:nvSpPr>
            <p:spPr bwMode="auto">
              <a:xfrm>
                <a:off x="2236" y="2006"/>
                <a:ext cx="17" cy="23"/>
              </a:xfrm>
              <a:custGeom>
                <a:avLst/>
                <a:gdLst>
                  <a:gd name="T0" fmla="*/ 7 w 7"/>
                  <a:gd name="T1" fmla="*/ 8 h 10"/>
                  <a:gd name="T2" fmla="*/ 6 w 7"/>
                  <a:gd name="T3" fmla="*/ 9 h 10"/>
                  <a:gd name="T4" fmla="*/ 3 w 7"/>
                  <a:gd name="T5" fmla="*/ 10 h 10"/>
                  <a:gd name="T6" fmla="*/ 2 w 7"/>
                  <a:gd name="T7" fmla="*/ 9 h 10"/>
                  <a:gd name="T8" fmla="*/ 2 w 7"/>
                  <a:gd name="T9" fmla="*/ 7 h 10"/>
                  <a:gd name="T10" fmla="*/ 4 w 7"/>
                  <a:gd name="T11" fmla="*/ 7 h 10"/>
                  <a:gd name="T12" fmla="*/ 1 w 7"/>
                  <a:gd name="T13" fmla="*/ 2 h 10"/>
                  <a:gd name="T14" fmla="*/ 1 w 7"/>
                  <a:gd name="T15" fmla="*/ 0 h 10"/>
                  <a:gd name="T16" fmla="*/ 3 w 7"/>
                  <a:gd name="T17" fmla="*/ 0 h 10"/>
                  <a:gd name="T18" fmla="*/ 7 w 7"/>
                  <a:gd name="T19" fmla="*/ 7 h 10"/>
                  <a:gd name="T20" fmla="*/ 7 w 7"/>
                  <a:gd name="T21"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0">
                    <a:moveTo>
                      <a:pt x="7" y="8"/>
                    </a:moveTo>
                    <a:cubicBezTo>
                      <a:pt x="6" y="9"/>
                      <a:pt x="6" y="9"/>
                      <a:pt x="6" y="9"/>
                    </a:cubicBezTo>
                    <a:cubicBezTo>
                      <a:pt x="3" y="10"/>
                      <a:pt x="3" y="10"/>
                      <a:pt x="3" y="10"/>
                    </a:cubicBezTo>
                    <a:cubicBezTo>
                      <a:pt x="3" y="10"/>
                      <a:pt x="2" y="10"/>
                      <a:pt x="2" y="9"/>
                    </a:cubicBezTo>
                    <a:cubicBezTo>
                      <a:pt x="1" y="8"/>
                      <a:pt x="2" y="8"/>
                      <a:pt x="2" y="7"/>
                    </a:cubicBezTo>
                    <a:cubicBezTo>
                      <a:pt x="4" y="7"/>
                      <a:pt x="4" y="7"/>
                      <a:pt x="4" y="7"/>
                    </a:cubicBezTo>
                    <a:cubicBezTo>
                      <a:pt x="1" y="2"/>
                      <a:pt x="1" y="2"/>
                      <a:pt x="1" y="2"/>
                    </a:cubicBezTo>
                    <a:cubicBezTo>
                      <a:pt x="0" y="1"/>
                      <a:pt x="1" y="0"/>
                      <a:pt x="1" y="0"/>
                    </a:cubicBezTo>
                    <a:cubicBezTo>
                      <a:pt x="2" y="0"/>
                      <a:pt x="3" y="0"/>
                      <a:pt x="3" y="0"/>
                    </a:cubicBezTo>
                    <a:cubicBezTo>
                      <a:pt x="7" y="7"/>
                      <a:pt x="7" y="7"/>
                      <a:pt x="7" y="7"/>
                    </a:cubicBezTo>
                    <a:cubicBezTo>
                      <a:pt x="7" y="8"/>
                      <a:pt x="7" y="8"/>
                      <a:pt x="7" y="8"/>
                    </a:cubicBezTo>
                    <a:close/>
                  </a:path>
                </a:pathLst>
              </a:custGeom>
              <a:solidFill>
                <a:srgbClr val="F0A6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68"/>
              <p:cNvSpPr>
                <a:spLocks/>
              </p:cNvSpPr>
              <p:nvPr/>
            </p:nvSpPr>
            <p:spPr bwMode="auto">
              <a:xfrm>
                <a:off x="2262" y="2013"/>
                <a:ext cx="15" cy="26"/>
              </a:xfrm>
              <a:custGeom>
                <a:avLst/>
                <a:gdLst>
                  <a:gd name="T0" fmla="*/ 6 w 6"/>
                  <a:gd name="T1" fmla="*/ 9 h 11"/>
                  <a:gd name="T2" fmla="*/ 6 w 6"/>
                  <a:gd name="T3" fmla="*/ 9 h 11"/>
                  <a:gd name="T4" fmla="*/ 3 w 6"/>
                  <a:gd name="T5" fmla="*/ 11 h 11"/>
                  <a:gd name="T6" fmla="*/ 1 w 6"/>
                  <a:gd name="T7" fmla="*/ 10 h 11"/>
                  <a:gd name="T8" fmla="*/ 2 w 6"/>
                  <a:gd name="T9" fmla="*/ 8 h 11"/>
                  <a:gd name="T10" fmla="*/ 3 w 6"/>
                  <a:gd name="T11" fmla="*/ 8 h 11"/>
                  <a:gd name="T12" fmla="*/ 0 w 6"/>
                  <a:gd name="T13" fmla="*/ 3 h 11"/>
                  <a:gd name="T14" fmla="*/ 1 w 6"/>
                  <a:gd name="T15" fmla="*/ 1 h 11"/>
                  <a:gd name="T16" fmla="*/ 2 w 6"/>
                  <a:gd name="T17" fmla="*/ 1 h 11"/>
                  <a:gd name="T18" fmla="*/ 6 w 6"/>
                  <a:gd name="T19" fmla="*/ 8 h 11"/>
                  <a:gd name="T20" fmla="*/ 6 w 6"/>
                  <a:gd name="T21"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1">
                    <a:moveTo>
                      <a:pt x="6" y="9"/>
                    </a:moveTo>
                    <a:cubicBezTo>
                      <a:pt x="6" y="9"/>
                      <a:pt x="6" y="9"/>
                      <a:pt x="6" y="9"/>
                    </a:cubicBezTo>
                    <a:cubicBezTo>
                      <a:pt x="3" y="11"/>
                      <a:pt x="3" y="11"/>
                      <a:pt x="3" y="11"/>
                    </a:cubicBezTo>
                    <a:cubicBezTo>
                      <a:pt x="2" y="11"/>
                      <a:pt x="1" y="11"/>
                      <a:pt x="1" y="10"/>
                    </a:cubicBezTo>
                    <a:cubicBezTo>
                      <a:pt x="1" y="9"/>
                      <a:pt x="1" y="9"/>
                      <a:pt x="2" y="8"/>
                    </a:cubicBezTo>
                    <a:cubicBezTo>
                      <a:pt x="3" y="8"/>
                      <a:pt x="3" y="8"/>
                      <a:pt x="3" y="8"/>
                    </a:cubicBezTo>
                    <a:cubicBezTo>
                      <a:pt x="0" y="3"/>
                      <a:pt x="0" y="3"/>
                      <a:pt x="0" y="3"/>
                    </a:cubicBezTo>
                    <a:cubicBezTo>
                      <a:pt x="0" y="2"/>
                      <a:pt x="0" y="1"/>
                      <a:pt x="1" y="1"/>
                    </a:cubicBezTo>
                    <a:cubicBezTo>
                      <a:pt x="1" y="0"/>
                      <a:pt x="2" y="1"/>
                      <a:pt x="2" y="1"/>
                    </a:cubicBezTo>
                    <a:cubicBezTo>
                      <a:pt x="6" y="8"/>
                      <a:pt x="6" y="8"/>
                      <a:pt x="6" y="8"/>
                    </a:cubicBezTo>
                    <a:cubicBezTo>
                      <a:pt x="6" y="9"/>
                      <a:pt x="6" y="9"/>
                      <a:pt x="6" y="9"/>
                    </a:cubicBezTo>
                    <a:close/>
                  </a:path>
                </a:pathLst>
              </a:custGeom>
              <a:solidFill>
                <a:srgbClr val="F0A6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69"/>
              <p:cNvSpPr>
                <a:spLocks noEditPoints="1"/>
              </p:cNvSpPr>
              <p:nvPr/>
            </p:nvSpPr>
            <p:spPr bwMode="auto">
              <a:xfrm>
                <a:off x="2371" y="1923"/>
                <a:ext cx="33" cy="69"/>
              </a:xfrm>
              <a:custGeom>
                <a:avLst/>
                <a:gdLst>
                  <a:gd name="T0" fmla="*/ 11 w 14"/>
                  <a:gd name="T1" fmla="*/ 29 h 29"/>
                  <a:gd name="T2" fmla="*/ 10 w 14"/>
                  <a:gd name="T3" fmla="*/ 29 h 29"/>
                  <a:gd name="T4" fmla="*/ 8 w 14"/>
                  <a:gd name="T5" fmla="*/ 29 h 29"/>
                  <a:gd name="T6" fmla="*/ 3 w 14"/>
                  <a:gd name="T7" fmla="*/ 26 h 29"/>
                  <a:gd name="T8" fmla="*/ 0 w 14"/>
                  <a:gd name="T9" fmla="*/ 26 h 29"/>
                  <a:gd name="T10" fmla="*/ 0 w 14"/>
                  <a:gd name="T11" fmla="*/ 26 h 29"/>
                  <a:gd name="T12" fmla="*/ 0 w 14"/>
                  <a:gd name="T13" fmla="*/ 25 h 29"/>
                  <a:gd name="T14" fmla="*/ 2 w 14"/>
                  <a:gd name="T15" fmla="*/ 25 h 29"/>
                  <a:gd name="T16" fmla="*/ 1 w 14"/>
                  <a:gd name="T17" fmla="*/ 20 h 29"/>
                  <a:gd name="T18" fmla="*/ 7 w 14"/>
                  <a:gd name="T19" fmla="*/ 15 h 29"/>
                  <a:gd name="T20" fmla="*/ 8 w 14"/>
                  <a:gd name="T21" fmla="*/ 15 h 29"/>
                  <a:gd name="T22" fmla="*/ 8 w 14"/>
                  <a:gd name="T23" fmla="*/ 8 h 29"/>
                  <a:gd name="T24" fmla="*/ 12 w 14"/>
                  <a:gd name="T25" fmla="*/ 7 h 29"/>
                  <a:gd name="T26" fmla="*/ 11 w 14"/>
                  <a:gd name="T27" fmla="*/ 6 h 29"/>
                  <a:gd name="T28" fmla="*/ 12 w 14"/>
                  <a:gd name="T29" fmla="*/ 1 h 29"/>
                  <a:gd name="T30" fmla="*/ 12 w 14"/>
                  <a:gd name="T31" fmla="*/ 1 h 29"/>
                  <a:gd name="T32" fmla="*/ 13 w 14"/>
                  <a:gd name="T33" fmla="*/ 0 h 29"/>
                  <a:gd name="T34" fmla="*/ 13 w 14"/>
                  <a:gd name="T35" fmla="*/ 1 h 29"/>
                  <a:gd name="T36" fmla="*/ 13 w 14"/>
                  <a:gd name="T37" fmla="*/ 2 h 29"/>
                  <a:gd name="T38" fmla="*/ 11 w 14"/>
                  <a:gd name="T39" fmla="*/ 5 h 29"/>
                  <a:gd name="T40" fmla="*/ 11 w 14"/>
                  <a:gd name="T41" fmla="*/ 5 h 29"/>
                  <a:gd name="T42" fmla="*/ 12 w 14"/>
                  <a:gd name="T43" fmla="*/ 5 h 29"/>
                  <a:gd name="T44" fmla="*/ 13 w 14"/>
                  <a:gd name="T45" fmla="*/ 7 h 29"/>
                  <a:gd name="T46" fmla="*/ 14 w 14"/>
                  <a:gd name="T47" fmla="*/ 9 h 29"/>
                  <a:gd name="T48" fmla="*/ 12 w 14"/>
                  <a:gd name="T49" fmla="*/ 9 h 29"/>
                  <a:gd name="T50" fmla="*/ 9 w 14"/>
                  <a:gd name="T51" fmla="*/ 9 h 29"/>
                  <a:gd name="T52" fmla="*/ 9 w 14"/>
                  <a:gd name="T53" fmla="*/ 15 h 29"/>
                  <a:gd name="T54" fmla="*/ 12 w 14"/>
                  <a:gd name="T55" fmla="*/ 16 h 29"/>
                  <a:gd name="T56" fmla="*/ 12 w 14"/>
                  <a:gd name="T57" fmla="*/ 18 h 29"/>
                  <a:gd name="T58" fmla="*/ 10 w 14"/>
                  <a:gd name="T59" fmla="*/ 19 h 29"/>
                  <a:gd name="T60" fmla="*/ 8 w 14"/>
                  <a:gd name="T61" fmla="*/ 17 h 29"/>
                  <a:gd name="T62" fmla="*/ 8 w 14"/>
                  <a:gd name="T63" fmla="*/ 17 h 29"/>
                  <a:gd name="T64" fmla="*/ 3 w 14"/>
                  <a:gd name="T65" fmla="*/ 20 h 29"/>
                  <a:gd name="T66" fmla="*/ 3 w 14"/>
                  <a:gd name="T67" fmla="*/ 25 h 29"/>
                  <a:gd name="T68" fmla="*/ 10 w 14"/>
                  <a:gd name="T69" fmla="*/ 28 h 29"/>
                  <a:gd name="T70" fmla="*/ 11 w 14"/>
                  <a:gd name="T71" fmla="*/ 29 h 29"/>
                  <a:gd name="T72" fmla="*/ 5 w 14"/>
                  <a:gd name="T73" fmla="*/ 27 h 29"/>
                  <a:gd name="T74" fmla="*/ 9 w 14"/>
                  <a:gd name="T75" fmla="*/ 28 h 29"/>
                  <a:gd name="T76" fmla="*/ 9 w 14"/>
                  <a:gd name="T77" fmla="*/ 28 h 29"/>
                  <a:gd name="T78" fmla="*/ 5 w 14"/>
                  <a:gd name="T79" fmla="*/ 27 h 29"/>
                  <a:gd name="T80" fmla="*/ 10 w 14"/>
                  <a:gd name="T81" fmla="*/ 17 h 29"/>
                  <a:gd name="T82" fmla="*/ 10 w 14"/>
                  <a:gd name="T83" fmla="*/ 18 h 29"/>
                  <a:gd name="T84" fmla="*/ 11 w 14"/>
                  <a:gd name="T85" fmla="*/ 18 h 29"/>
                  <a:gd name="T86" fmla="*/ 11 w 14"/>
                  <a:gd name="T87" fmla="*/ 17 h 29"/>
                  <a:gd name="T88" fmla="*/ 10 w 14"/>
                  <a:gd name="T89" fmla="*/ 1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 h="29">
                    <a:moveTo>
                      <a:pt x="11" y="29"/>
                    </a:moveTo>
                    <a:cubicBezTo>
                      <a:pt x="10" y="29"/>
                      <a:pt x="10" y="29"/>
                      <a:pt x="10" y="29"/>
                    </a:cubicBezTo>
                    <a:cubicBezTo>
                      <a:pt x="10" y="29"/>
                      <a:pt x="9" y="29"/>
                      <a:pt x="8" y="29"/>
                    </a:cubicBezTo>
                    <a:cubicBezTo>
                      <a:pt x="6" y="29"/>
                      <a:pt x="4" y="28"/>
                      <a:pt x="3" y="26"/>
                    </a:cubicBezTo>
                    <a:cubicBezTo>
                      <a:pt x="2" y="26"/>
                      <a:pt x="1" y="26"/>
                      <a:pt x="0" y="26"/>
                    </a:cubicBezTo>
                    <a:cubicBezTo>
                      <a:pt x="0" y="26"/>
                      <a:pt x="0" y="26"/>
                      <a:pt x="0" y="26"/>
                    </a:cubicBezTo>
                    <a:cubicBezTo>
                      <a:pt x="0" y="25"/>
                      <a:pt x="0" y="25"/>
                      <a:pt x="0" y="25"/>
                    </a:cubicBezTo>
                    <a:cubicBezTo>
                      <a:pt x="1" y="25"/>
                      <a:pt x="1" y="25"/>
                      <a:pt x="2" y="25"/>
                    </a:cubicBezTo>
                    <a:cubicBezTo>
                      <a:pt x="1" y="23"/>
                      <a:pt x="1" y="21"/>
                      <a:pt x="1" y="20"/>
                    </a:cubicBezTo>
                    <a:cubicBezTo>
                      <a:pt x="2" y="17"/>
                      <a:pt x="5" y="16"/>
                      <a:pt x="7" y="15"/>
                    </a:cubicBezTo>
                    <a:cubicBezTo>
                      <a:pt x="8" y="15"/>
                      <a:pt x="8" y="15"/>
                      <a:pt x="8" y="15"/>
                    </a:cubicBezTo>
                    <a:cubicBezTo>
                      <a:pt x="7" y="13"/>
                      <a:pt x="7" y="10"/>
                      <a:pt x="8" y="8"/>
                    </a:cubicBezTo>
                    <a:cubicBezTo>
                      <a:pt x="9" y="6"/>
                      <a:pt x="11" y="7"/>
                      <a:pt x="12" y="7"/>
                    </a:cubicBezTo>
                    <a:cubicBezTo>
                      <a:pt x="11" y="7"/>
                      <a:pt x="11" y="6"/>
                      <a:pt x="11" y="6"/>
                    </a:cubicBezTo>
                    <a:cubicBezTo>
                      <a:pt x="9" y="5"/>
                      <a:pt x="10" y="4"/>
                      <a:pt x="12" y="1"/>
                    </a:cubicBezTo>
                    <a:cubicBezTo>
                      <a:pt x="12" y="1"/>
                      <a:pt x="12" y="1"/>
                      <a:pt x="12" y="1"/>
                    </a:cubicBezTo>
                    <a:cubicBezTo>
                      <a:pt x="13" y="0"/>
                      <a:pt x="13" y="0"/>
                      <a:pt x="13" y="0"/>
                    </a:cubicBezTo>
                    <a:cubicBezTo>
                      <a:pt x="13" y="1"/>
                      <a:pt x="13" y="1"/>
                      <a:pt x="13" y="1"/>
                    </a:cubicBezTo>
                    <a:cubicBezTo>
                      <a:pt x="13" y="2"/>
                      <a:pt x="13" y="2"/>
                      <a:pt x="13" y="2"/>
                    </a:cubicBezTo>
                    <a:cubicBezTo>
                      <a:pt x="12" y="3"/>
                      <a:pt x="11" y="4"/>
                      <a:pt x="11" y="5"/>
                    </a:cubicBezTo>
                    <a:cubicBezTo>
                      <a:pt x="11" y="5"/>
                      <a:pt x="11" y="5"/>
                      <a:pt x="11" y="5"/>
                    </a:cubicBezTo>
                    <a:cubicBezTo>
                      <a:pt x="12" y="5"/>
                      <a:pt x="12" y="5"/>
                      <a:pt x="12" y="5"/>
                    </a:cubicBezTo>
                    <a:cubicBezTo>
                      <a:pt x="12" y="5"/>
                      <a:pt x="13" y="6"/>
                      <a:pt x="13" y="7"/>
                    </a:cubicBezTo>
                    <a:cubicBezTo>
                      <a:pt x="14" y="8"/>
                      <a:pt x="14" y="8"/>
                      <a:pt x="14" y="9"/>
                    </a:cubicBezTo>
                    <a:cubicBezTo>
                      <a:pt x="13" y="9"/>
                      <a:pt x="13" y="9"/>
                      <a:pt x="12" y="9"/>
                    </a:cubicBezTo>
                    <a:cubicBezTo>
                      <a:pt x="10" y="8"/>
                      <a:pt x="9" y="8"/>
                      <a:pt x="9" y="9"/>
                    </a:cubicBezTo>
                    <a:cubicBezTo>
                      <a:pt x="8" y="10"/>
                      <a:pt x="9" y="13"/>
                      <a:pt x="9" y="15"/>
                    </a:cubicBezTo>
                    <a:cubicBezTo>
                      <a:pt x="11" y="15"/>
                      <a:pt x="12" y="15"/>
                      <a:pt x="12" y="16"/>
                    </a:cubicBezTo>
                    <a:cubicBezTo>
                      <a:pt x="13" y="17"/>
                      <a:pt x="13" y="17"/>
                      <a:pt x="12" y="18"/>
                    </a:cubicBezTo>
                    <a:cubicBezTo>
                      <a:pt x="11" y="20"/>
                      <a:pt x="10" y="19"/>
                      <a:pt x="10" y="19"/>
                    </a:cubicBezTo>
                    <a:cubicBezTo>
                      <a:pt x="9" y="19"/>
                      <a:pt x="8" y="18"/>
                      <a:pt x="8" y="17"/>
                    </a:cubicBezTo>
                    <a:cubicBezTo>
                      <a:pt x="8" y="17"/>
                      <a:pt x="8" y="17"/>
                      <a:pt x="8" y="17"/>
                    </a:cubicBezTo>
                    <a:cubicBezTo>
                      <a:pt x="6" y="17"/>
                      <a:pt x="3" y="18"/>
                      <a:pt x="3" y="20"/>
                    </a:cubicBezTo>
                    <a:cubicBezTo>
                      <a:pt x="2" y="22"/>
                      <a:pt x="2" y="23"/>
                      <a:pt x="3" y="25"/>
                    </a:cubicBezTo>
                    <a:cubicBezTo>
                      <a:pt x="7" y="25"/>
                      <a:pt x="10" y="27"/>
                      <a:pt x="10" y="28"/>
                    </a:cubicBezTo>
                    <a:cubicBezTo>
                      <a:pt x="11" y="28"/>
                      <a:pt x="11" y="28"/>
                      <a:pt x="11" y="29"/>
                    </a:cubicBezTo>
                    <a:close/>
                    <a:moveTo>
                      <a:pt x="5" y="27"/>
                    </a:moveTo>
                    <a:cubicBezTo>
                      <a:pt x="6" y="27"/>
                      <a:pt x="7" y="28"/>
                      <a:pt x="9" y="28"/>
                    </a:cubicBezTo>
                    <a:cubicBezTo>
                      <a:pt x="9" y="28"/>
                      <a:pt x="9" y="28"/>
                      <a:pt x="9" y="28"/>
                    </a:cubicBezTo>
                    <a:cubicBezTo>
                      <a:pt x="8" y="28"/>
                      <a:pt x="6" y="27"/>
                      <a:pt x="5" y="27"/>
                    </a:cubicBezTo>
                    <a:close/>
                    <a:moveTo>
                      <a:pt x="10" y="17"/>
                    </a:moveTo>
                    <a:cubicBezTo>
                      <a:pt x="10" y="17"/>
                      <a:pt x="10" y="18"/>
                      <a:pt x="10" y="18"/>
                    </a:cubicBezTo>
                    <a:cubicBezTo>
                      <a:pt x="10" y="18"/>
                      <a:pt x="11" y="18"/>
                      <a:pt x="11" y="18"/>
                    </a:cubicBezTo>
                    <a:cubicBezTo>
                      <a:pt x="11" y="17"/>
                      <a:pt x="11" y="17"/>
                      <a:pt x="11" y="17"/>
                    </a:cubicBezTo>
                    <a:cubicBezTo>
                      <a:pt x="11" y="17"/>
                      <a:pt x="11" y="17"/>
                      <a:pt x="10" y="17"/>
                    </a:cubicBezTo>
                    <a:close/>
                  </a:path>
                </a:pathLst>
              </a:custGeom>
              <a:solidFill>
                <a:srgbClr val="23A5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70"/>
              <p:cNvSpPr>
                <a:spLocks/>
              </p:cNvSpPr>
              <p:nvPr/>
            </p:nvSpPr>
            <p:spPr bwMode="auto">
              <a:xfrm>
                <a:off x="2324" y="1793"/>
                <a:ext cx="111" cy="279"/>
              </a:xfrm>
              <a:custGeom>
                <a:avLst/>
                <a:gdLst>
                  <a:gd name="T0" fmla="*/ 73 w 111"/>
                  <a:gd name="T1" fmla="*/ 0 h 279"/>
                  <a:gd name="T2" fmla="*/ 111 w 111"/>
                  <a:gd name="T3" fmla="*/ 56 h 279"/>
                  <a:gd name="T4" fmla="*/ 52 w 111"/>
                  <a:gd name="T5" fmla="*/ 279 h 279"/>
                  <a:gd name="T6" fmla="*/ 0 w 111"/>
                  <a:gd name="T7" fmla="*/ 260 h 279"/>
                  <a:gd name="T8" fmla="*/ 45 w 111"/>
                  <a:gd name="T9" fmla="*/ 71 h 279"/>
                  <a:gd name="T10" fmla="*/ 28 w 111"/>
                  <a:gd name="T11" fmla="*/ 35 h 279"/>
                  <a:gd name="T12" fmla="*/ 73 w 111"/>
                  <a:gd name="T13" fmla="*/ 0 h 279"/>
                </a:gdLst>
                <a:ahLst/>
                <a:cxnLst>
                  <a:cxn ang="0">
                    <a:pos x="T0" y="T1"/>
                  </a:cxn>
                  <a:cxn ang="0">
                    <a:pos x="T2" y="T3"/>
                  </a:cxn>
                  <a:cxn ang="0">
                    <a:pos x="T4" y="T5"/>
                  </a:cxn>
                  <a:cxn ang="0">
                    <a:pos x="T6" y="T7"/>
                  </a:cxn>
                  <a:cxn ang="0">
                    <a:pos x="T8" y="T9"/>
                  </a:cxn>
                  <a:cxn ang="0">
                    <a:pos x="T10" y="T11"/>
                  </a:cxn>
                  <a:cxn ang="0">
                    <a:pos x="T12" y="T13"/>
                  </a:cxn>
                </a:cxnLst>
                <a:rect l="0" t="0" r="r" b="b"/>
                <a:pathLst>
                  <a:path w="111" h="279">
                    <a:moveTo>
                      <a:pt x="73" y="0"/>
                    </a:moveTo>
                    <a:lnTo>
                      <a:pt x="111" y="56"/>
                    </a:lnTo>
                    <a:lnTo>
                      <a:pt x="52" y="279"/>
                    </a:lnTo>
                    <a:lnTo>
                      <a:pt x="0" y="260"/>
                    </a:lnTo>
                    <a:lnTo>
                      <a:pt x="45" y="71"/>
                    </a:lnTo>
                    <a:lnTo>
                      <a:pt x="28" y="35"/>
                    </a:lnTo>
                    <a:lnTo>
                      <a:pt x="73" y="0"/>
                    </a:lnTo>
                    <a:close/>
                  </a:path>
                </a:pathLst>
              </a:custGeom>
              <a:solidFill>
                <a:srgbClr val="F1B5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71"/>
              <p:cNvSpPr>
                <a:spLocks/>
              </p:cNvSpPr>
              <p:nvPr/>
            </p:nvSpPr>
            <p:spPr bwMode="auto">
              <a:xfrm>
                <a:off x="2239" y="1653"/>
                <a:ext cx="203" cy="223"/>
              </a:xfrm>
              <a:custGeom>
                <a:avLst/>
                <a:gdLst>
                  <a:gd name="T0" fmla="*/ 203 w 203"/>
                  <a:gd name="T1" fmla="*/ 194 h 223"/>
                  <a:gd name="T2" fmla="*/ 113 w 203"/>
                  <a:gd name="T3" fmla="*/ 223 h 223"/>
                  <a:gd name="T4" fmla="*/ 0 w 203"/>
                  <a:gd name="T5" fmla="*/ 33 h 223"/>
                  <a:gd name="T6" fmla="*/ 97 w 203"/>
                  <a:gd name="T7" fmla="*/ 0 h 223"/>
                  <a:gd name="T8" fmla="*/ 203 w 203"/>
                  <a:gd name="T9" fmla="*/ 194 h 223"/>
                </a:gdLst>
                <a:ahLst/>
                <a:cxnLst>
                  <a:cxn ang="0">
                    <a:pos x="T0" y="T1"/>
                  </a:cxn>
                  <a:cxn ang="0">
                    <a:pos x="T2" y="T3"/>
                  </a:cxn>
                  <a:cxn ang="0">
                    <a:pos x="T4" y="T5"/>
                  </a:cxn>
                  <a:cxn ang="0">
                    <a:pos x="T6" y="T7"/>
                  </a:cxn>
                  <a:cxn ang="0">
                    <a:pos x="T8" y="T9"/>
                  </a:cxn>
                </a:cxnLst>
                <a:rect l="0" t="0" r="r" b="b"/>
                <a:pathLst>
                  <a:path w="203" h="223">
                    <a:moveTo>
                      <a:pt x="203" y="194"/>
                    </a:moveTo>
                    <a:lnTo>
                      <a:pt x="113" y="223"/>
                    </a:lnTo>
                    <a:lnTo>
                      <a:pt x="0" y="33"/>
                    </a:lnTo>
                    <a:lnTo>
                      <a:pt x="97" y="0"/>
                    </a:lnTo>
                    <a:lnTo>
                      <a:pt x="203" y="194"/>
                    </a:lnTo>
                    <a:close/>
                  </a:path>
                </a:pathLst>
              </a:custGeom>
              <a:solidFill>
                <a:srgbClr val="0524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72"/>
              <p:cNvSpPr>
                <a:spLocks/>
              </p:cNvSpPr>
              <p:nvPr/>
            </p:nvSpPr>
            <p:spPr bwMode="auto">
              <a:xfrm>
                <a:off x="2286" y="2044"/>
                <a:ext cx="40" cy="33"/>
              </a:xfrm>
              <a:custGeom>
                <a:avLst/>
                <a:gdLst>
                  <a:gd name="T0" fmla="*/ 14 w 17"/>
                  <a:gd name="T1" fmla="*/ 9 h 14"/>
                  <a:gd name="T2" fmla="*/ 3 w 17"/>
                  <a:gd name="T3" fmla="*/ 14 h 14"/>
                  <a:gd name="T4" fmla="*/ 0 w 17"/>
                  <a:gd name="T5" fmla="*/ 14 h 14"/>
                  <a:gd name="T6" fmla="*/ 3 w 17"/>
                  <a:gd name="T7" fmla="*/ 7 h 14"/>
                  <a:gd name="T8" fmla="*/ 17 w 17"/>
                  <a:gd name="T9" fmla="*/ 0 h 14"/>
                  <a:gd name="T10" fmla="*/ 14 w 17"/>
                  <a:gd name="T11" fmla="*/ 9 h 14"/>
                </a:gdLst>
                <a:ahLst/>
                <a:cxnLst>
                  <a:cxn ang="0">
                    <a:pos x="T0" y="T1"/>
                  </a:cxn>
                  <a:cxn ang="0">
                    <a:pos x="T2" y="T3"/>
                  </a:cxn>
                  <a:cxn ang="0">
                    <a:pos x="T4" y="T5"/>
                  </a:cxn>
                  <a:cxn ang="0">
                    <a:pos x="T6" y="T7"/>
                  </a:cxn>
                  <a:cxn ang="0">
                    <a:pos x="T8" y="T9"/>
                  </a:cxn>
                  <a:cxn ang="0">
                    <a:pos x="T10" y="T11"/>
                  </a:cxn>
                </a:cxnLst>
                <a:rect l="0" t="0" r="r" b="b"/>
                <a:pathLst>
                  <a:path w="17" h="14">
                    <a:moveTo>
                      <a:pt x="14" y="9"/>
                    </a:moveTo>
                    <a:cubicBezTo>
                      <a:pt x="3" y="14"/>
                      <a:pt x="3" y="14"/>
                      <a:pt x="3" y="14"/>
                    </a:cubicBezTo>
                    <a:cubicBezTo>
                      <a:pt x="2" y="14"/>
                      <a:pt x="1" y="14"/>
                      <a:pt x="0" y="14"/>
                    </a:cubicBezTo>
                    <a:cubicBezTo>
                      <a:pt x="3" y="7"/>
                      <a:pt x="3" y="7"/>
                      <a:pt x="3" y="7"/>
                    </a:cubicBezTo>
                    <a:cubicBezTo>
                      <a:pt x="17" y="0"/>
                      <a:pt x="17" y="0"/>
                      <a:pt x="17" y="0"/>
                    </a:cubicBezTo>
                    <a:lnTo>
                      <a:pt x="14" y="9"/>
                    </a:lnTo>
                    <a:close/>
                  </a:path>
                </a:pathLst>
              </a:custGeom>
              <a:solidFill>
                <a:srgbClr val="F1B5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73"/>
              <p:cNvSpPr>
                <a:spLocks/>
              </p:cNvSpPr>
              <p:nvPr/>
            </p:nvSpPr>
            <p:spPr bwMode="auto">
              <a:xfrm>
                <a:off x="2284" y="2058"/>
                <a:ext cx="26" cy="35"/>
              </a:xfrm>
              <a:custGeom>
                <a:avLst/>
                <a:gdLst>
                  <a:gd name="T0" fmla="*/ 11 w 11"/>
                  <a:gd name="T1" fmla="*/ 0 h 15"/>
                  <a:gd name="T2" fmla="*/ 7 w 11"/>
                  <a:gd name="T3" fmla="*/ 12 h 15"/>
                  <a:gd name="T4" fmla="*/ 1 w 11"/>
                  <a:gd name="T5" fmla="*/ 15 h 15"/>
                  <a:gd name="T6" fmla="*/ 0 w 11"/>
                  <a:gd name="T7" fmla="*/ 14 h 15"/>
                  <a:gd name="T8" fmla="*/ 0 w 11"/>
                  <a:gd name="T9" fmla="*/ 14 h 15"/>
                  <a:gd name="T10" fmla="*/ 3 w 11"/>
                  <a:gd name="T11" fmla="*/ 4 h 15"/>
                  <a:gd name="T12" fmla="*/ 11 w 11"/>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11" h="15">
                    <a:moveTo>
                      <a:pt x="11" y="0"/>
                    </a:moveTo>
                    <a:cubicBezTo>
                      <a:pt x="7" y="12"/>
                      <a:pt x="7" y="12"/>
                      <a:pt x="7" y="12"/>
                    </a:cubicBezTo>
                    <a:cubicBezTo>
                      <a:pt x="7" y="14"/>
                      <a:pt x="4" y="15"/>
                      <a:pt x="1" y="15"/>
                    </a:cubicBezTo>
                    <a:cubicBezTo>
                      <a:pt x="0" y="14"/>
                      <a:pt x="0" y="14"/>
                      <a:pt x="0" y="14"/>
                    </a:cubicBezTo>
                    <a:cubicBezTo>
                      <a:pt x="0" y="14"/>
                      <a:pt x="0" y="14"/>
                      <a:pt x="0" y="14"/>
                    </a:cubicBezTo>
                    <a:cubicBezTo>
                      <a:pt x="3" y="4"/>
                      <a:pt x="3" y="4"/>
                      <a:pt x="3" y="4"/>
                    </a:cubicBezTo>
                    <a:lnTo>
                      <a:pt x="11" y="0"/>
                    </a:lnTo>
                    <a:close/>
                  </a:path>
                </a:pathLst>
              </a:custGeom>
              <a:solidFill>
                <a:srgbClr val="F1B5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74"/>
              <p:cNvSpPr>
                <a:spLocks/>
              </p:cNvSpPr>
              <p:nvPr/>
            </p:nvSpPr>
            <p:spPr bwMode="auto">
              <a:xfrm>
                <a:off x="2300" y="2039"/>
                <a:ext cx="88" cy="87"/>
              </a:xfrm>
              <a:custGeom>
                <a:avLst/>
                <a:gdLst>
                  <a:gd name="T0" fmla="*/ 6 w 37"/>
                  <a:gd name="T1" fmla="*/ 7 h 37"/>
                  <a:gd name="T2" fmla="*/ 17 w 37"/>
                  <a:gd name="T3" fmla="*/ 2 h 37"/>
                  <a:gd name="T4" fmla="*/ 30 w 37"/>
                  <a:gd name="T5" fmla="*/ 6 h 37"/>
                  <a:gd name="T6" fmla="*/ 35 w 37"/>
                  <a:gd name="T7" fmla="*/ 17 h 37"/>
                  <a:gd name="T8" fmla="*/ 31 w 37"/>
                  <a:gd name="T9" fmla="*/ 30 h 37"/>
                  <a:gd name="T10" fmla="*/ 20 w 37"/>
                  <a:gd name="T11" fmla="*/ 35 h 37"/>
                  <a:gd name="T12" fmla="*/ 7 w 37"/>
                  <a:gd name="T13" fmla="*/ 31 h 37"/>
                  <a:gd name="T14" fmla="*/ 2 w 37"/>
                  <a:gd name="T15" fmla="*/ 20 h 37"/>
                  <a:gd name="T16" fmla="*/ 6 w 37"/>
                  <a:gd name="T17" fmla="*/ 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37">
                    <a:moveTo>
                      <a:pt x="6" y="7"/>
                    </a:moveTo>
                    <a:cubicBezTo>
                      <a:pt x="8" y="3"/>
                      <a:pt x="12" y="0"/>
                      <a:pt x="17" y="2"/>
                    </a:cubicBezTo>
                    <a:cubicBezTo>
                      <a:pt x="30" y="6"/>
                      <a:pt x="30" y="6"/>
                      <a:pt x="30" y="6"/>
                    </a:cubicBezTo>
                    <a:cubicBezTo>
                      <a:pt x="34" y="8"/>
                      <a:pt x="37" y="12"/>
                      <a:pt x="35" y="17"/>
                    </a:cubicBezTo>
                    <a:cubicBezTo>
                      <a:pt x="31" y="30"/>
                      <a:pt x="31" y="30"/>
                      <a:pt x="31" y="30"/>
                    </a:cubicBezTo>
                    <a:cubicBezTo>
                      <a:pt x="29" y="34"/>
                      <a:pt x="25" y="37"/>
                      <a:pt x="20" y="35"/>
                    </a:cubicBezTo>
                    <a:cubicBezTo>
                      <a:pt x="7" y="31"/>
                      <a:pt x="7" y="31"/>
                      <a:pt x="7" y="31"/>
                    </a:cubicBezTo>
                    <a:cubicBezTo>
                      <a:pt x="3" y="29"/>
                      <a:pt x="0" y="25"/>
                      <a:pt x="2" y="20"/>
                    </a:cubicBezTo>
                    <a:lnTo>
                      <a:pt x="6" y="7"/>
                    </a:lnTo>
                    <a:close/>
                  </a:path>
                </a:pathLst>
              </a:custGeom>
              <a:solidFill>
                <a:srgbClr val="F1B5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75"/>
              <p:cNvSpPr>
                <a:spLocks/>
              </p:cNvSpPr>
              <p:nvPr/>
            </p:nvSpPr>
            <p:spPr bwMode="auto">
              <a:xfrm>
                <a:off x="2348" y="2072"/>
                <a:ext cx="35" cy="71"/>
              </a:xfrm>
              <a:custGeom>
                <a:avLst/>
                <a:gdLst>
                  <a:gd name="T0" fmla="*/ 3 w 15"/>
                  <a:gd name="T1" fmla="*/ 29 h 30"/>
                  <a:gd name="T2" fmla="*/ 7 w 15"/>
                  <a:gd name="T3" fmla="*/ 27 h 30"/>
                  <a:gd name="T4" fmla="*/ 14 w 15"/>
                  <a:gd name="T5" fmla="*/ 4 h 30"/>
                  <a:gd name="T6" fmla="*/ 12 w 15"/>
                  <a:gd name="T7" fmla="*/ 0 h 30"/>
                  <a:gd name="T8" fmla="*/ 8 w 15"/>
                  <a:gd name="T9" fmla="*/ 2 h 30"/>
                  <a:gd name="T10" fmla="*/ 1 w 15"/>
                  <a:gd name="T11" fmla="*/ 25 h 30"/>
                  <a:gd name="T12" fmla="*/ 3 w 15"/>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5" h="30">
                    <a:moveTo>
                      <a:pt x="3" y="29"/>
                    </a:moveTo>
                    <a:cubicBezTo>
                      <a:pt x="4" y="30"/>
                      <a:pt x="6" y="29"/>
                      <a:pt x="7" y="27"/>
                    </a:cubicBezTo>
                    <a:cubicBezTo>
                      <a:pt x="14" y="4"/>
                      <a:pt x="14" y="4"/>
                      <a:pt x="14" y="4"/>
                    </a:cubicBezTo>
                    <a:cubicBezTo>
                      <a:pt x="15" y="3"/>
                      <a:pt x="14" y="1"/>
                      <a:pt x="12" y="0"/>
                    </a:cubicBezTo>
                    <a:cubicBezTo>
                      <a:pt x="11" y="0"/>
                      <a:pt x="9" y="1"/>
                      <a:pt x="8" y="2"/>
                    </a:cubicBezTo>
                    <a:cubicBezTo>
                      <a:pt x="1" y="25"/>
                      <a:pt x="1" y="25"/>
                      <a:pt x="1" y="25"/>
                    </a:cubicBezTo>
                    <a:cubicBezTo>
                      <a:pt x="0" y="27"/>
                      <a:pt x="1" y="29"/>
                      <a:pt x="3" y="29"/>
                    </a:cubicBezTo>
                    <a:close/>
                  </a:path>
                </a:pathLst>
              </a:custGeom>
              <a:solidFill>
                <a:srgbClr val="F1B5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76"/>
              <p:cNvSpPr>
                <a:spLocks/>
              </p:cNvSpPr>
              <p:nvPr/>
            </p:nvSpPr>
            <p:spPr bwMode="auto">
              <a:xfrm>
                <a:off x="2329" y="2067"/>
                <a:ext cx="35" cy="71"/>
              </a:xfrm>
              <a:custGeom>
                <a:avLst/>
                <a:gdLst>
                  <a:gd name="T0" fmla="*/ 2 w 15"/>
                  <a:gd name="T1" fmla="*/ 29 h 30"/>
                  <a:gd name="T2" fmla="*/ 6 w 15"/>
                  <a:gd name="T3" fmla="*/ 27 h 30"/>
                  <a:gd name="T4" fmla="*/ 14 w 15"/>
                  <a:gd name="T5" fmla="*/ 4 h 30"/>
                  <a:gd name="T6" fmla="*/ 12 w 15"/>
                  <a:gd name="T7" fmla="*/ 0 h 30"/>
                  <a:gd name="T8" fmla="*/ 8 w 15"/>
                  <a:gd name="T9" fmla="*/ 2 h 30"/>
                  <a:gd name="T10" fmla="*/ 0 w 15"/>
                  <a:gd name="T11" fmla="*/ 25 h 30"/>
                  <a:gd name="T12" fmla="*/ 2 w 15"/>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5" h="30">
                    <a:moveTo>
                      <a:pt x="2" y="29"/>
                    </a:moveTo>
                    <a:cubicBezTo>
                      <a:pt x="4" y="30"/>
                      <a:pt x="6" y="29"/>
                      <a:pt x="6" y="27"/>
                    </a:cubicBezTo>
                    <a:cubicBezTo>
                      <a:pt x="14" y="4"/>
                      <a:pt x="14" y="4"/>
                      <a:pt x="14" y="4"/>
                    </a:cubicBezTo>
                    <a:cubicBezTo>
                      <a:pt x="15" y="3"/>
                      <a:pt x="14" y="1"/>
                      <a:pt x="12" y="0"/>
                    </a:cubicBezTo>
                    <a:cubicBezTo>
                      <a:pt x="10" y="0"/>
                      <a:pt x="8" y="1"/>
                      <a:pt x="8" y="2"/>
                    </a:cubicBezTo>
                    <a:cubicBezTo>
                      <a:pt x="0" y="25"/>
                      <a:pt x="0" y="25"/>
                      <a:pt x="0" y="25"/>
                    </a:cubicBezTo>
                    <a:cubicBezTo>
                      <a:pt x="0" y="27"/>
                      <a:pt x="0" y="29"/>
                      <a:pt x="2" y="29"/>
                    </a:cubicBezTo>
                    <a:close/>
                  </a:path>
                </a:pathLst>
              </a:custGeom>
              <a:solidFill>
                <a:srgbClr val="F1B5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77"/>
              <p:cNvSpPr>
                <a:spLocks/>
              </p:cNvSpPr>
              <p:nvPr/>
            </p:nvSpPr>
            <p:spPr bwMode="auto">
              <a:xfrm>
                <a:off x="2291" y="2055"/>
                <a:ext cx="35" cy="71"/>
              </a:xfrm>
              <a:custGeom>
                <a:avLst/>
                <a:gdLst>
                  <a:gd name="T0" fmla="*/ 3 w 15"/>
                  <a:gd name="T1" fmla="*/ 30 h 30"/>
                  <a:gd name="T2" fmla="*/ 7 w 15"/>
                  <a:gd name="T3" fmla="*/ 28 h 30"/>
                  <a:gd name="T4" fmla="*/ 14 w 15"/>
                  <a:gd name="T5" fmla="*/ 5 h 30"/>
                  <a:gd name="T6" fmla="*/ 12 w 15"/>
                  <a:gd name="T7" fmla="*/ 1 h 30"/>
                  <a:gd name="T8" fmla="*/ 8 w 15"/>
                  <a:gd name="T9" fmla="*/ 3 h 30"/>
                  <a:gd name="T10" fmla="*/ 1 w 15"/>
                  <a:gd name="T11" fmla="*/ 25 h 30"/>
                  <a:gd name="T12" fmla="*/ 3 w 15"/>
                  <a:gd name="T13" fmla="*/ 30 h 30"/>
                </a:gdLst>
                <a:ahLst/>
                <a:cxnLst>
                  <a:cxn ang="0">
                    <a:pos x="T0" y="T1"/>
                  </a:cxn>
                  <a:cxn ang="0">
                    <a:pos x="T2" y="T3"/>
                  </a:cxn>
                  <a:cxn ang="0">
                    <a:pos x="T4" y="T5"/>
                  </a:cxn>
                  <a:cxn ang="0">
                    <a:pos x="T6" y="T7"/>
                  </a:cxn>
                  <a:cxn ang="0">
                    <a:pos x="T8" y="T9"/>
                  </a:cxn>
                  <a:cxn ang="0">
                    <a:pos x="T10" y="T11"/>
                  </a:cxn>
                  <a:cxn ang="0">
                    <a:pos x="T12" y="T13"/>
                  </a:cxn>
                </a:cxnLst>
                <a:rect l="0" t="0" r="r" b="b"/>
                <a:pathLst>
                  <a:path w="15" h="30">
                    <a:moveTo>
                      <a:pt x="3" y="30"/>
                    </a:moveTo>
                    <a:cubicBezTo>
                      <a:pt x="4" y="30"/>
                      <a:pt x="6" y="29"/>
                      <a:pt x="7" y="28"/>
                    </a:cubicBezTo>
                    <a:cubicBezTo>
                      <a:pt x="14" y="5"/>
                      <a:pt x="14" y="5"/>
                      <a:pt x="14" y="5"/>
                    </a:cubicBezTo>
                    <a:cubicBezTo>
                      <a:pt x="15" y="3"/>
                      <a:pt x="14" y="1"/>
                      <a:pt x="12" y="1"/>
                    </a:cubicBezTo>
                    <a:cubicBezTo>
                      <a:pt x="11" y="0"/>
                      <a:pt x="9" y="1"/>
                      <a:pt x="8" y="3"/>
                    </a:cubicBezTo>
                    <a:cubicBezTo>
                      <a:pt x="1" y="25"/>
                      <a:pt x="1" y="25"/>
                      <a:pt x="1" y="25"/>
                    </a:cubicBezTo>
                    <a:cubicBezTo>
                      <a:pt x="0" y="27"/>
                      <a:pt x="1" y="29"/>
                      <a:pt x="3" y="30"/>
                    </a:cubicBezTo>
                    <a:close/>
                  </a:path>
                </a:pathLst>
              </a:custGeom>
              <a:solidFill>
                <a:srgbClr val="F1B5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78"/>
              <p:cNvSpPr>
                <a:spLocks/>
              </p:cNvSpPr>
              <p:nvPr/>
            </p:nvSpPr>
            <p:spPr bwMode="auto">
              <a:xfrm>
                <a:off x="2307" y="2060"/>
                <a:ext cx="36" cy="71"/>
              </a:xfrm>
              <a:custGeom>
                <a:avLst/>
                <a:gdLst>
                  <a:gd name="T0" fmla="*/ 3 w 15"/>
                  <a:gd name="T1" fmla="*/ 29 h 30"/>
                  <a:gd name="T2" fmla="*/ 7 w 15"/>
                  <a:gd name="T3" fmla="*/ 27 h 30"/>
                  <a:gd name="T4" fmla="*/ 15 w 15"/>
                  <a:gd name="T5" fmla="*/ 4 h 30"/>
                  <a:gd name="T6" fmla="*/ 13 w 15"/>
                  <a:gd name="T7" fmla="*/ 0 h 30"/>
                  <a:gd name="T8" fmla="*/ 8 w 15"/>
                  <a:gd name="T9" fmla="*/ 2 h 30"/>
                  <a:gd name="T10" fmla="*/ 1 w 15"/>
                  <a:gd name="T11" fmla="*/ 25 h 30"/>
                  <a:gd name="T12" fmla="*/ 3 w 15"/>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5" h="30">
                    <a:moveTo>
                      <a:pt x="3" y="29"/>
                    </a:moveTo>
                    <a:cubicBezTo>
                      <a:pt x="5" y="30"/>
                      <a:pt x="6" y="29"/>
                      <a:pt x="7" y="27"/>
                    </a:cubicBezTo>
                    <a:cubicBezTo>
                      <a:pt x="15" y="4"/>
                      <a:pt x="15" y="4"/>
                      <a:pt x="15" y="4"/>
                    </a:cubicBezTo>
                    <a:cubicBezTo>
                      <a:pt x="15" y="3"/>
                      <a:pt x="14" y="1"/>
                      <a:pt x="13" y="0"/>
                    </a:cubicBezTo>
                    <a:cubicBezTo>
                      <a:pt x="11" y="0"/>
                      <a:pt x="9" y="1"/>
                      <a:pt x="8" y="2"/>
                    </a:cubicBezTo>
                    <a:cubicBezTo>
                      <a:pt x="1" y="25"/>
                      <a:pt x="1" y="25"/>
                      <a:pt x="1" y="25"/>
                    </a:cubicBezTo>
                    <a:cubicBezTo>
                      <a:pt x="0" y="27"/>
                      <a:pt x="1" y="29"/>
                      <a:pt x="3" y="29"/>
                    </a:cubicBezTo>
                    <a:close/>
                  </a:path>
                </a:pathLst>
              </a:custGeom>
              <a:solidFill>
                <a:srgbClr val="F1B5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79"/>
              <p:cNvSpPr>
                <a:spLocks/>
              </p:cNvSpPr>
              <p:nvPr/>
            </p:nvSpPr>
            <p:spPr bwMode="auto">
              <a:xfrm>
                <a:off x="2314" y="1847"/>
                <a:ext cx="128" cy="201"/>
              </a:xfrm>
              <a:custGeom>
                <a:avLst/>
                <a:gdLst>
                  <a:gd name="T0" fmla="*/ 128 w 128"/>
                  <a:gd name="T1" fmla="*/ 0 h 201"/>
                  <a:gd name="T2" fmla="*/ 81 w 128"/>
                  <a:gd name="T3" fmla="*/ 201 h 201"/>
                  <a:gd name="T4" fmla="*/ 0 w 128"/>
                  <a:gd name="T5" fmla="*/ 182 h 201"/>
                  <a:gd name="T6" fmla="*/ 38 w 128"/>
                  <a:gd name="T7" fmla="*/ 29 h 201"/>
                  <a:gd name="T8" fmla="*/ 128 w 128"/>
                  <a:gd name="T9" fmla="*/ 0 h 201"/>
                </a:gdLst>
                <a:ahLst/>
                <a:cxnLst>
                  <a:cxn ang="0">
                    <a:pos x="T0" y="T1"/>
                  </a:cxn>
                  <a:cxn ang="0">
                    <a:pos x="T2" y="T3"/>
                  </a:cxn>
                  <a:cxn ang="0">
                    <a:pos x="T4" y="T5"/>
                  </a:cxn>
                  <a:cxn ang="0">
                    <a:pos x="T6" y="T7"/>
                  </a:cxn>
                  <a:cxn ang="0">
                    <a:pos x="T8" y="T9"/>
                  </a:cxn>
                </a:cxnLst>
                <a:rect l="0" t="0" r="r" b="b"/>
                <a:pathLst>
                  <a:path w="128" h="201">
                    <a:moveTo>
                      <a:pt x="128" y="0"/>
                    </a:moveTo>
                    <a:lnTo>
                      <a:pt x="81" y="201"/>
                    </a:lnTo>
                    <a:lnTo>
                      <a:pt x="0" y="182"/>
                    </a:lnTo>
                    <a:lnTo>
                      <a:pt x="38" y="29"/>
                    </a:lnTo>
                    <a:lnTo>
                      <a:pt x="128" y="0"/>
                    </a:lnTo>
                    <a:close/>
                  </a:path>
                </a:pathLst>
              </a:custGeom>
              <a:solidFill>
                <a:srgbClr val="0524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80"/>
              <p:cNvSpPr>
                <a:spLocks/>
              </p:cNvSpPr>
              <p:nvPr/>
            </p:nvSpPr>
            <p:spPr bwMode="auto">
              <a:xfrm>
                <a:off x="2314" y="1847"/>
                <a:ext cx="128" cy="201"/>
              </a:xfrm>
              <a:custGeom>
                <a:avLst/>
                <a:gdLst>
                  <a:gd name="T0" fmla="*/ 128 w 128"/>
                  <a:gd name="T1" fmla="*/ 0 h 201"/>
                  <a:gd name="T2" fmla="*/ 81 w 128"/>
                  <a:gd name="T3" fmla="*/ 201 h 201"/>
                  <a:gd name="T4" fmla="*/ 0 w 128"/>
                  <a:gd name="T5" fmla="*/ 182 h 201"/>
                  <a:gd name="T6" fmla="*/ 38 w 128"/>
                  <a:gd name="T7" fmla="*/ 29 h 201"/>
                </a:gdLst>
                <a:ahLst/>
                <a:cxnLst>
                  <a:cxn ang="0">
                    <a:pos x="T0" y="T1"/>
                  </a:cxn>
                  <a:cxn ang="0">
                    <a:pos x="T2" y="T3"/>
                  </a:cxn>
                  <a:cxn ang="0">
                    <a:pos x="T4" y="T5"/>
                  </a:cxn>
                  <a:cxn ang="0">
                    <a:pos x="T6" y="T7"/>
                  </a:cxn>
                </a:cxnLst>
                <a:rect l="0" t="0" r="r" b="b"/>
                <a:pathLst>
                  <a:path w="128" h="201">
                    <a:moveTo>
                      <a:pt x="128" y="0"/>
                    </a:moveTo>
                    <a:lnTo>
                      <a:pt x="81" y="201"/>
                    </a:lnTo>
                    <a:lnTo>
                      <a:pt x="0" y="182"/>
                    </a:lnTo>
                    <a:lnTo>
                      <a:pt x="38" y="2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81"/>
              <p:cNvSpPr>
                <a:spLocks/>
              </p:cNvSpPr>
              <p:nvPr/>
            </p:nvSpPr>
            <p:spPr bwMode="auto">
              <a:xfrm>
                <a:off x="3349" y="2063"/>
                <a:ext cx="73" cy="82"/>
              </a:xfrm>
              <a:custGeom>
                <a:avLst/>
                <a:gdLst>
                  <a:gd name="T0" fmla="*/ 73 w 73"/>
                  <a:gd name="T1" fmla="*/ 63 h 82"/>
                  <a:gd name="T2" fmla="*/ 31 w 73"/>
                  <a:gd name="T3" fmla="*/ 82 h 82"/>
                  <a:gd name="T4" fmla="*/ 0 w 73"/>
                  <a:gd name="T5" fmla="*/ 21 h 82"/>
                  <a:gd name="T6" fmla="*/ 45 w 73"/>
                  <a:gd name="T7" fmla="*/ 0 h 82"/>
                  <a:gd name="T8" fmla="*/ 73 w 73"/>
                  <a:gd name="T9" fmla="*/ 63 h 82"/>
                </a:gdLst>
                <a:ahLst/>
                <a:cxnLst>
                  <a:cxn ang="0">
                    <a:pos x="T0" y="T1"/>
                  </a:cxn>
                  <a:cxn ang="0">
                    <a:pos x="T2" y="T3"/>
                  </a:cxn>
                  <a:cxn ang="0">
                    <a:pos x="T4" y="T5"/>
                  </a:cxn>
                  <a:cxn ang="0">
                    <a:pos x="T6" y="T7"/>
                  </a:cxn>
                  <a:cxn ang="0">
                    <a:pos x="T8" y="T9"/>
                  </a:cxn>
                </a:cxnLst>
                <a:rect l="0" t="0" r="r" b="b"/>
                <a:pathLst>
                  <a:path w="73" h="82">
                    <a:moveTo>
                      <a:pt x="73" y="63"/>
                    </a:moveTo>
                    <a:lnTo>
                      <a:pt x="31" y="82"/>
                    </a:lnTo>
                    <a:lnTo>
                      <a:pt x="0" y="21"/>
                    </a:lnTo>
                    <a:lnTo>
                      <a:pt x="45" y="0"/>
                    </a:lnTo>
                    <a:lnTo>
                      <a:pt x="73" y="63"/>
                    </a:lnTo>
                    <a:close/>
                  </a:path>
                </a:pathLst>
              </a:custGeom>
              <a:solidFill>
                <a:srgbClr val="FBDE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82"/>
              <p:cNvSpPr>
                <a:spLocks/>
              </p:cNvSpPr>
              <p:nvPr/>
            </p:nvSpPr>
            <p:spPr bwMode="auto">
              <a:xfrm>
                <a:off x="3361" y="2086"/>
                <a:ext cx="76" cy="95"/>
              </a:xfrm>
              <a:custGeom>
                <a:avLst/>
                <a:gdLst>
                  <a:gd name="T0" fmla="*/ 0 w 32"/>
                  <a:gd name="T1" fmla="*/ 4 h 40"/>
                  <a:gd name="T2" fmla="*/ 19 w 32"/>
                  <a:gd name="T3" fmla="*/ 0 h 40"/>
                  <a:gd name="T4" fmla="*/ 22 w 32"/>
                  <a:gd name="T5" fmla="*/ 14 h 40"/>
                  <a:gd name="T6" fmla="*/ 32 w 32"/>
                  <a:gd name="T7" fmla="*/ 29 h 40"/>
                  <a:gd name="T8" fmla="*/ 10 w 32"/>
                  <a:gd name="T9" fmla="*/ 40 h 40"/>
                  <a:gd name="T10" fmla="*/ 0 w 32"/>
                  <a:gd name="T11" fmla="*/ 4 h 40"/>
                </a:gdLst>
                <a:ahLst/>
                <a:cxnLst>
                  <a:cxn ang="0">
                    <a:pos x="T0" y="T1"/>
                  </a:cxn>
                  <a:cxn ang="0">
                    <a:pos x="T2" y="T3"/>
                  </a:cxn>
                  <a:cxn ang="0">
                    <a:pos x="T4" y="T5"/>
                  </a:cxn>
                  <a:cxn ang="0">
                    <a:pos x="T6" y="T7"/>
                  </a:cxn>
                  <a:cxn ang="0">
                    <a:pos x="T8" y="T9"/>
                  </a:cxn>
                  <a:cxn ang="0">
                    <a:pos x="T10" y="T11"/>
                  </a:cxn>
                </a:cxnLst>
                <a:rect l="0" t="0" r="r" b="b"/>
                <a:pathLst>
                  <a:path w="32" h="40">
                    <a:moveTo>
                      <a:pt x="0" y="4"/>
                    </a:moveTo>
                    <a:cubicBezTo>
                      <a:pt x="19" y="0"/>
                      <a:pt x="19" y="0"/>
                      <a:pt x="19" y="0"/>
                    </a:cubicBezTo>
                    <a:cubicBezTo>
                      <a:pt x="22" y="14"/>
                      <a:pt x="22" y="14"/>
                      <a:pt x="22" y="14"/>
                    </a:cubicBezTo>
                    <a:cubicBezTo>
                      <a:pt x="32" y="29"/>
                      <a:pt x="32" y="29"/>
                      <a:pt x="32" y="29"/>
                    </a:cubicBezTo>
                    <a:cubicBezTo>
                      <a:pt x="24" y="33"/>
                      <a:pt x="9" y="29"/>
                      <a:pt x="10" y="40"/>
                    </a:cubicBezTo>
                    <a:lnTo>
                      <a:pt x="0" y="4"/>
                    </a:lnTo>
                    <a:close/>
                  </a:path>
                </a:pathLst>
              </a:custGeom>
              <a:solidFill>
                <a:srgbClr val="FBDE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83"/>
              <p:cNvSpPr>
                <a:spLocks/>
              </p:cNvSpPr>
              <p:nvPr/>
            </p:nvSpPr>
            <p:spPr bwMode="auto">
              <a:xfrm>
                <a:off x="3358" y="2086"/>
                <a:ext cx="90" cy="138"/>
              </a:xfrm>
              <a:custGeom>
                <a:avLst/>
                <a:gdLst>
                  <a:gd name="T0" fmla="*/ 36 w 38"/>
                  <a:gd name="T1" fmla="*/ 35 h 58"/>
                  <a:gd name="T2" fmla="*/ 23 w 38"/>
                  <a:gd name="T3" fmla="*/ 7 h 58"/>
                  <a:gd name="T4" fmla="*/ 17 w 38"/>
                  <a:gd name="T5" fmla="*/ 5 h 58"/>
                  <a:gd name="T6" fmla="*/ 17 w 38"/>
                  <a:gd name="T7" fmla="*/ 5 h 58"/>
                  <a:gd name="T8" fmla="*/ 15 w 38"/>
                  <a:gd name="T9" fmla="*/ 3 h 58"/>
                  <a:gd name="T10" fmla="*/ 9 w 38"/>
                  <a:gd name="T11" fmla="*/ 1 h 58"/>
                  <a:gd name="T12" fmla="*/ 7 w 38"/>
                  <a:gd name="T13" fmla="*/ 5 h 58"/>
                  <a:gd name="T14" fmla="*/ 4 w 38"/>
                  <a:gd name="T15" fmla="*/ 5 h 58"/>
                  <a:gd name="T16" fmla="*/ 1 w 38"/>
                  <a:gd name="T17" fmla="*/ 12 h 58"/>
                  <a:gd name="T18" fmla="*/ 18 w 38"/>
                  <a:gd name="T19" fmla="*/ 41 h 58"/>
                  <a:gd name="T20" fmla="*/ 22 w 38"/>
                  <a:gd name="T21" fmla="*/ 55 h 58"/>
                  <a:gd name="T22" fmla="*/ 29 w 38"/>
                  <a:gd name="T23" fmla="*/ 57 h 58"/>
                  <a:gd name="T24" fmla="*/ 30 w 38"/>
                  <a:gd name="T25" fmla="*/ 49 h 58"/>
                  <a:gd name="T26" fmla="*/ 36 w 38"/>
                  <a:gd name="T27" fmla="*/ 3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8" h="58">
                    <a:moveTo>
                      <a:pt x="36" y="35"/>
                    </a:moveTo>
                    <a:cubicBezTo>
                      <a:pt x="23" y="7"/>
                      <a:pt x="23" y="7"/>
                      <a:pt x="23" y="7"/>
                    </a:cubicBezTo>
                    <a:cubicBezTo>
                      <a:pt x="22" y="5"/>
                      <a:pt x="19" y="4"/>
                      <a:pt x="17" y="5"/>
                    </a:cubicBezTo>
                    <a:cubicBezTo>
                      <a:pt x="17" y="5"/>
                      <a:pt x="17" y="5"/>
                      <a:pt x="17" y="5"/>
                    </a:cubicBezTo>
                    <a:cubicBezTo>
                      <a:pt x="15" y="3"/>
                      <a:pt x="15" y="3"/>
                      <a:pt x="15" y="3"/>
                    </a:cubicBezTo>
                    <a:cubicBezTo>
                      <a:pt x="14" y="1"/>
                      <a:pt x="12" y="0"/>
                      <a:pt x="9" y="1"/>
                    </a:cubicBezTo>
                    <a:cubicBezTo>
                      <a:pt x="8" y="2"/>
                      <a:pt x="7" y="3"/>
                      <a:pt x="7" y="5"/>
                    </a:cubicBezTo>
                    <a:cubicBezTo>
                      <a:pt x="6" y="5"/>
                      <a:pt x="5" y="5"/>
                      <a:pt x="4" y="5"/>
                    </a:cubicBezTo>
                    <a:cubicBezTo>
                      <a:pt x="1" y="6"/>
                      <a:pt x="0" y="9"/>
                      <a:pt x="1" y="12"/>
                    </a:cubicBezTo>
                    <a:cubicBezTo>
                      <a:pt x="18" y="41"/>
                      <a:pt x="18" y="41"/>
                      <a:pt x="18" y="41"/>
                    </a:cubicBezTo>
                    <a:cubicBezTo>
                      <a:pt x="22" y="55"/>
                      <a:pt x="22" y="55"/>
                      <a:pt x="22" y="55"/>
                    </a:cubicBezTo>
                    <a:cubicBezTo>
                      <a:pt x="24" y="57"/>
                      <a:pt x="27" y="58"/>
                      <a:pt x="29" y="57"/>
                    </a:cubicBezTo>
                    <a:cubicBezTo>
                      <a:pt x="31" y="56"/>
                      <a:pt x="31" y="52"/>
                      <a:pt x="30" y="49"/>
                    </a:cubicBezTo>
                    <a:cubicBezTo>
                      <a:pt x="30" y="47"/>
                      <a:pt x="38" y="40"/>
                      <a:pt x="36" y="35"/>
                    </a:cubicBezTo>
                    <a:close/>
                  </a:path>
                </a:pathLst>
              </a:custGeom>
              <a:solidFill>
                <a:srgbClr val="FBDE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84"/>
              <p:cNvSpPr>
                <a:spLocks/>
              </p:cNvSpPr>
              <p:nvPr/>
            </p:nvSpPr>
            <p:spPr bwMode="auto">
              <a:xfrm>
                <a:off x="3403" y="2181"/>
                <a:ext cx="29" cy="78"/>
              </a:xfrm>
              <a:custGeom>
                <a:avLst/>
                <a:gdLst>
                  <a:gd name="T0" fmla="*/ 9 w 12"/>
                  <a:gd name="T1" fmla="*/ 33 h 33"/>
                  <a:gd name="T2" fmla="*/ 9 w 12"/>
                  <a:gd name="T3" fmla="*/ 33 h 33"/>
                  <a:gd name="T4" fmla="*/ 12 w 12"/>
                  <a:gd name="T5" fmla="*/ 29 h 33"/>
                  <a:gd name="T6" fmla="*/ 6 w 12"/>
                  <a:gd name="T7" fmla="*/ 0 h 33"/>
                  <a:gd name="T8" fmla="*/ 6 w 12"/>
                  <a:gd name="T9" fmla="*/ 0 h 33"/>
                  <a:gd name="T10" fmla="*/ 0 w 12"/>
                  <a:gd name="T11" fmla="*/ 4 h 33"/>
                  <a:gd name="T12" fmla="*/ 5 w 12"/>
                  <a:gd name="T13" fmla="*/ 30 h 33"/>
                  <a:gd name="T14" fmla="*/ 9 w 12"/>
                  <a:gd name="T15" fmla="*/ 33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33">
                    <a:moveTo>
                      <a:pt x="9" y="33"/>
                    </a:moveTo>
                    <a:cubicBezTo>
                      <a:pt x="9" y="33"/>
                      <a:pt x="9" y="33"/>
                      <a:pt x="9" y="33"/>
                    </a:cubicBezTo>
                    <a:cubicBezTo>
                      <a:pt x="11" y="33"/>
                      <a:pt x="12" y="31"/>
                      <a:pt x="12" y="29"/>
                    </a:cubicBezTo>
                    <a:cubicBezTo>
                      <a:pt x="6" y="0"/>
                      <a:pt x="6" y="0"/>
                      <a:pt x="6" y="0"/>
                    </a:cubicBezTo>
                    <a:cubicBezTo>
                      <a:pt x="6" y="0"/>
                      <a:pt x="6" y="0"/>
                      <a:pt x="6" y="0"/>
                    </a:cubicBezTo>
                    <a:cubicBezTo>
                      <a:pt x="0" y="4"/>
                      <a:pt x="0" y="4"/>
                      <a:pt x="0" y="4"/>
                    </a:cubicBezTo>
                    <a:cubicBezTo>
                      <a:pt x="5" y="30"/>
                      <a:pt x="5" y="30"/>
                      <a:pt x="5" y="30"/>
                    </a:cubicBezTo>
                    <a:cubicBezTo>
                      <a:pt x="6" y="32"/>
                      <a:pt x="7" y="33"/>
                      <a:pt x="9" y="33"/>
                    </a:cubicBezTo>
                    <a:close/>
                  </a:path>
                </a:pathLst>
              </a:custGeom>
              <a:solidFill>
                <a:srgbClr val="FBDE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85"/>
              <p:cNvSpPr>
                <a:spLocks/>
              </p:cNvSpPr>
              <p:nvPr/>
            </p:nvSpPr>
            <p:spPr bwMode="auto">
              <a:xfrm>
                <a:off x="3363" y="2105"/>
                <a:ext cx="50" cy="109"/>
              </a:xfrm>
              <a:custGeom>
                <a:avLst/>
                <a:gdLst>
                  <a:gd name="T0" fmla="*/ 7 w 21"/>
                  <a:gd name="T1" fmla="*/ 46 h 46"/>
                  <a:gd name="T2" fmla="*/ 7 w 21"/>
                  <a:gd name="T3" fmla="*/ 46 h 46"/>
                  <a:gd name="T4" fmla="*/ 10 w 21"/>
                  <a:gd name="T5" fmla="*/ 42 h 46"/>
                  <a:gd name="T6" fmla="*/ 9 w 21"/>
                  <a:gd name="T7" fmla="*/ 30 h 46"/>
                  <a:gd name="T8" fmla="*/ 15 w 21"/>
                  <a:gd name="T9" fmla="*/ 32 h 46"/>
                  <a:gd name="T10" fmla="*/ 21 w 21"/>
                  <a:gd name="T11" fmla="*/ 8 h 46"/>
                  <a:gd name="T12" fmla="*/ 9 w 21"/>
                  <a:gd name="T13" fmla="*/ 0 h 46"/>
                  <a:gd name="T14" fmla="*/ 4 w 21"/>
                  <a:gd name="T15" fmla="*/ 10 h 46"/>
                  <a:gd name="T16" fmla="*/ 1 w 21"/>
                  <a:gd name="T17" fmla="*/ 19 h 46"/>
                  <a:gd name="T18" fmla="*/ 3 w 21"/>
                  <a:gd name="T19" fmla="*/ 42 h 46"/>
                  <a:gd name="T20" fmla="*/ 7 w 21"/>
                  <a:gd name="T21"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46">
                    <a:moveTo>
                      <a:pt x="7" y="46"/>
                    </a:moveTo>
                    <a:cubicBezTo>
                      <a:pt x="7" y="46"/>
                      <a:pt x="7" y="46"/>
                      <a:pt x="7" y="46"/>
                    </a:cubicBezTo>
                    <a:cubicBezTo>
                      <a:pt x="9" y="45"/>
                      <a:pt x="10" y="44"/>
                      <a:pt x="10" y="42"/>
                    </a:cubicBezTo>
                    <a:cubicBezTo>
                      <a:pt x="9" y="30"/>
                      <a:pt x="9" y="30"/>
                      <a:pt x="9" y="30"/>
                    </a:cubicBezTo>
                    <a:cubicBezTo>
                      <a:pt x="9" y="26"/>
                      <a:pt x="12" y="27"/>
                      <a:pt x="15" y="32"/>
                    </a:cubicBezTo>
                    <a:cubicBezTo>
                      <a:pt x="21" y="8"/>
                      <a:pt x="21" y="8"/>
                      <a:pt x="21" y="8"/>
                    </a:cubicBezTo>
                    <a:cubicBezTo>
                      <a:pt x="9" y="0"/>
                      <a:pt x="9" y="0"/>
                      <a:pt x="9" y="0"/>
                    </a:cubicBezTo>
                    <a:cubicBezTo>
                      <a:pt x="4" y="10"/>
                      <a:pt x="4" y="10"/>
                      <a:pt x="4" y="10"/>
                    </a:cubicBezTo>
                    <a:cubicBezTo>
                      <a:pt x="1" y="11"/>
                      <a:pt x="0" y="16"/>
                      <a:pt x="1" y="19"/>
                    </a:cubicBezTo>
                    <a:cubicBezTo>
                      <a:pt x="3" y="42"/>
                      <a:pt x="3" y="42"/>
                      <a:pt x="3" y="42"/>
                    </a:cubicBezTo>
                    <a:cubicBezTo>
                      <a:pt x="3" y="44"/>
                      <a:pt x="5" y="46"/>
                      <a:pt x="7" y="46"/>
                    </a:cubicBezTo>
                    <a:close/>
                  </a:path>
                </a:pathLst>
              </a:custGeom>
              <a:solidFill>
                <a:srgbClr val="FBDE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86"/>
              <p:cNvSpPr>
                <a:spLocks/>
              </p:cNvSpPr>
              <p:nvPr/>
            </p:nvSpPr>
            <p:spPr bwMode="auto">
              <a:xfrm>
                <a:off x="3415" y="2169"/>
                <a:ext cx="24" cy="76"/>
              </a:xfrm>
              <a:custGeom>
                <a:avLst/>
                <a:gdLst>
                  <a:gd name="T0" fmla="*/ 4 w 10"/>
                  <a:gd name="T1" fmla="*/ 32 h 32"/>
                  <a:gd name="T2" fmla="*/ 4 w 10"/>
                  <a:gd name="T3" fmla="*/ 32 h 32"/>
                  <a:gd name="T4" fmla="*/ 7 w 10"/>
                  <a:gd name="T5" fmla="*/ 29 h 32"/>
                  <a:gd name="T6" fmla="*/ 10 w 10"/>
                  <a:gd name="T7" fmla="*/ 0 h 32"/>
                  <a:gd name="T8" fmla="*/ 10 w 10"/>
                  <a:gd name="T9" fmla="*/ 0 h 32"/>
                  <a:gd name="T10" fmla="*/ 3 w 10"/>
                  <a:gd name="T11" fmla="*/ 2 h 32"/>
                  <a:gd name="T12" fmla="*/ 1 w 10"/>
                  <a:gd name="T13" fmla="*/ 28 h 32"/>
                  <a:gd name="T14" fmla="*/ 4 w 10"/>
                  <a:gd name="T15" fmla="*/ 32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32">
                    <a:moveTo>
                      <a:pt x="4" y="32"/>
                    </a:moveTo>
                    <a:cubicBezTo>
                      <a:pt x="4" y="32"/>
                      <a:pt x="4" y="32"/>
                      <a:pt x="4" y="32"/>
                    </a:cubicBezTo>
                    <a:cubicBezTo>
                      <a:pt x="6" y="32"/>
                      <a:pt x="7" y="31"/>
                      <a:pt x="7" y="29"/>
                    </a:cubicBezTo>
                    <a:cubicBezTo>
                      <a:pt x="10" y="0"/>
                      <a:pt x="10" y="0"/>
                      <a:pt x="10" y="0"/>
                    </a:cubicBezTo>
                    <a:cubicBezTo>
                      <a:pt x="10" y="0"/>
                      <a:pt x="10" y="0"/>
                      <a:pt x="10" y="0"/>
                    </a:cubicBezTo>
                    <a:cubicBezTo>
                      <a:pt x="3" y="2"/>
                      <a:pt x="3" y="2"/>
                      <a:pt x="3" y="2"/>
                    </a:cubicBezTo>
                    <a:cubicBezTo>
                      <a:pt x="1" y="28"/>
                      <a:pt x="1" y="28"/>
                      <a:pt x="1" y="28"/>
                    </a:cubicBezTo>
                    <a:cubicBezTo>
                      <a:pt x="0" y="30"/>
                      <a:pt x="2" y="32"/>
                      <a:pt x="4" y="32"/>
                    </a:cubicBezTo>
                    <a:close/>
                  </a:path>
                </a:pathLst>
              </a:custGeom>
              <a:solidFill>
                <a:srgbClr val="FBDE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87"/>
              <p:cNvSpPr>
                <a:spLocks/>
              </p:cNvSpPr>
              <p:nvPr/>
            </p:nvSpPr>
            <p:spPr bwMode="auto">
              <a:xfrm>
                <a:off x="3406" y="2181"/>
                <a:ext cx="38" cy="66"/>
              </a:xfrm>
              <a:custGeom>
                <a:avLst/>
                <a:gdLst>
                  <a:gd name="T0" fmla="*/ 3 w 16"/>
                  <a:gd name="T1" fmla="*/ 27 h 28"/>
                  <a:gd name="T2" fmla="*/ 3 w 16"/>
                  <a:gd name="T3" fmla="*/ 27 h 28"/>
                  <a:gd name="T4" fmla="*/ 7 w 16"/>
                  <a:gd name="T5" fmla="*/ 26 h 28"/>
                  <a:gd name="T6" fmla="*/ 16 w 16"/>
                  <a:gd name="T7" fmla="*/ 0 h 28"/>
                  <a:gd name="T8" fmla="*/ 8 w 16"/>
                  <a:gd name="T9" fmla="*/ 4 h 28"/>
                  <a:gd name="T10" fmla="*/ 1 w 16"/>
                  <a:gd name="T11" fmla="*/ 23 h 28"/>
                  <a:gd name="T12" fmla="*/ 3 w 16"/>
                  <a:gd name="T13" fmla="*/ 27 h 28"/>
                </a:gdLst>
                <a:ahLst/>
                <a:cxnLst>
                  <a:cxn ang="0">
                    <a:pos x="T0" y="T1"/>
                  </a:cxn>
                  <a:cxn ang="0">
                    <a:pos x="T2" y="T3"/>
                  </a:cxn>
                  <a:cxn ang="0">
                    <a:pos x="T4" y="T5"/>
                  </a:cxn>
                  <a:cxn ang="0">
                    <a:pos x="T6" y="T7"/>
                  </a:cxn>
                  <a:cxn ang="0">
                    <a:pos x="T8" y="T9"/>
                  </a:cxn>
                  <a:cxn ang="0">
                    <a:pos x="T10" y="T11"/>
                  </a:cxn>
                  <a:cxn ang="0">
                    <a:pos x="T12" y="T13"/>
                  </a:cxn>
                </a:cxnLst>
                <a:rect l="0" t="0" r="r" b="b"/>
                <a:pathLst>
                  <a:path w="16" h="28">
                    <a:moveTo>
                      <a:pt x="3" y="27"/>
                    </a:moveTo>
                    <a:cubicBezTo>
                      <a:pt x="3" y="27"/>
                      <a:pt x="3" y="27"/>
                      <a:pt x="3" y="27"/>
                    </a:cubicBezTo>
                    <a:cubicBezTo>
                      <a:pt x="4" y="28"/>
                      <a:pt x="6" y="27"/>
                      <a:pt x="7" y="26"/>
                    </a:cubicBezTo>
                    <a:cubicBezTo>
                      <a:pt x="16" y="0"/>
                      <a:pt x="16" y="0"/>
                      <a:pt x="16" y="0"/>
                    </a:cubicBezTo>
                    <a:cubicBezTo>
                      <a:pt x="8" y="4"/>
                      <a:pt x="8" y="4"/>
                      <a:pt x="8" y="4"/>
                    </a:cubicBezTo>
                    <a:cubicBezTo>
                      <a:pt x="1" y="23"/>
                      <a:pt x="1" y="23"/>
                      <a:pt x="1" y="23"/>
                    </a:cubicBezTo>
                    <a:cubicBezTo>
                      <a:pt x="0" y="25"/>
                      <a:pt x="1" y="27"/>
                      <a:pt x="3" y="27"/>
                    </a:cubicBezTo>
                    <a:close/>
                  </a:path>
                </a:pathLst>
              </a:custGeom>
              <a:solidFill>
                <a:srgbClr val="FBDE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88"/>
              <p:cNvSpPr>
                <a:spLocks/>
              </p:cNvSpPr>
              <p:nvPr/>
            </p:nvSpPr>
            <p:spPr bwMode="auto">
              <a:xfrm>
                <a:off x="3358" y="2119"/>
                <a:ext cx="74" cy="33"/>
              </a:xfrm>
              <a:custGeom>
                <a:avLst/>
                <a:gdLst>
                  <a:gd name="T0" fmla="*/ 74 w 74"/>
                  <a:gd name="T1" fmla="*/ 17 h 33"/>
                  <a:gd name="T2" fmla="*/ 5 w 74"/>
                  <a:gd name="T3" fmla="*/ 33 h 33"/>
                  <a:gd name="T4" fmla="*/ 0 w 74"/>
                  <a:gd name="T5" fmla="*/ 17 h 33"/>
                  <a:gd name="T6" fmla="*/ 69 w 74"/>
                  <a:gd name="T7" fmla="*/ 0 h 33"/>
                  <a:gd name="T8" fmla="*/ 74 w 74"/>
                  <a:gd name="T9" fmla="*/ 17 h 33"/>
                </a:gdLst>
                <a:ahLst/>
                <a:cxnLst>
                  <a:cxn ang="0">
                    <a:pos x="T0" y="T1"/>
                  </a:cxn>
                  <a:cxn ang="0">
                    <a:pos x="T2" y="T3"/>
                  </a:cxn>
                  <a:cxn ang="0">
                    <a:pos x="T4" y="T5"/>
                  </a:cxn>
                  <a:cxn ang="0">
                    <a:pos x="T6" y="T7"/>
                  </a:cxn>
                  <a:cxn ang="0">
                    <a:pos x="T8" y="T9"/>
                  </a:cxn>
                </a:cxnLst>
                <a:rect l="0" t="0" r="r" b="b"/>
                <a:pathLst>
                  <a:path w="74" h="33">
                    <a:moveTo>
                      <a:pt x="74" y="17"/>
                    </a:moveTo>
                    <a:lnTo>
                      <a:pt x="5" y="33"/>
                    </a:lnTo>
                    <a:lnTo>
                      <a:pt x="0" y="17"/>
                    </a:lnTo>
                    <a:lnTo>
                      <a:pt x="69" y="0"/>
                    </a:lnTo>
                    <a:lnTo>
                      <a:pt x="74" y="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89"/>
              <p:cNvSpPr>
                <a:spLocks/>
              </p:cNvSpPr>
              <p:nvPr/>
            </p:nvSpPr>
            <p:spPr bwMode="auto">
              <a:xfrm>
                <a:off x="3197" y="1639"/>
                <a:ext cx="237" cy="499"/>
              </a:xfrm>
              <a:custGeom>
                <a:avLst/>
                <a:gdLst>
                  <a:gd name="T0" fmla="*/ 0 w 100"/>
                  <a:gd name="T1" fmla="*/ 8 h 211"/>
                  <a:gd name="T2" fmla="*/ 33 w 100"/>
                  <a:gd name="T3" fmla="*/ 0 h 211"/>
                  <a:gd name="T4" fmla="*/ 100 w 100"/>
                  <a:gd name="T5" fmla="*/ 203 h 211"/>
                  <a:gd name="T6" fmla="*/ 100 w 100"/>
                  <a:gd name="T7" fmla="*/ 203 h 211"/>
                  <a:gd name="T8" fmla="*/ 66 w 100"/>
                  <a:gd name="T9" fmla="*/ 211 h 211"/>
                  <a:gd name="T10" fmla="*/ 66 w 100"/>
                  <a:gd name="T11" fmla="*/ 211 h 211"/>
                  <a:gd name="T12" fmla="*/ 0 w 100"/>
                  <a:gd name="T13" fmla="*/ 9 h 211"/>
                  <a:gd name="T14" fmla="*/ 0 w 100"/>
                  <a:gd name="T15" fmla="*/ 8 h 2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 h="211">
                    <a:moveTo>
                      <a:pt x="0" y="8"/>
                    </a:moveTo>
                    <a:cubicBezTo>
                      <a:pt x="33" y="0"/>
                      <a:pt x="33" y="0"/>
                      <a:pt x="33" y="0"/>
                    </a:cubicBezTo>
                    <a:cubicBezTo>
                      <a:pt x="34" y="0"/>
                      <a:pt x="96" y="188"/>
                      <a:pt x="100" y="203"/>
                    </a:cubicBezTo>
                    <a:cubicBezTo>
                      <a:pt x="100" y="203"/>
                      <a:pt x="100" y="203"/>
                      <a:pt x="100" y="203"/>
                    </a:cubicBezTo>
                    <a:cubicBezTo>
                      <a:pt x="66" y="211"/>
                      <a:pt x="66" y="211"/>
                      <a:pt x="66" y="211"/>
                    </a:cubicBezTo>
                    <a:cubicBezTo>
                      <a:pt x="66" y="211"/>
                      <a:pt x="66" y="211"/>
                      <a:pt x="66" y="211"/>
                    </a:cubicBezTo>
                    <a:cubicBezTo>
                      <a:pt x="0" y="9"/>
                      <a:pt x="0" y="9"/>
                      <a:pt x="0" y="9"/>
                    </a:cubicBezTo>
                    <a:lnTo>
                      <a:pt x="0" y="8"/>
                    </a:lnTo>
                    <a:close/>
                  </a:path>
                </a:pathLst>
              </a:custGeom>
              <a:solidFill>
                <a:srgbClr val="2829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90"/>
              <p:cNvSpPr>
                <a:spLocks/>
              </p:cNvSpPr>
              <p:nvPr/>
            </p:nvSpPr>
            <p:spPr bwMode="auto">
              <a:xfrm>
                <a:off x="3133" y="2115"/>
                <a:ext cx="157" cy="719"/>
              </a:xfrm>
              <a:custGeom>
                <a:avLst/>
                <a:gdLst>
                  <a:gd name="T0" fmla="*/ 44 w 66"/>
                  <a:gd name="T1" fmla="*/ 0 h 304"/>
                  <a:gd name="T2" fmla="*/ 9 w 66"/>
                  <a:gd name="T3" fmla="*/ 0 h 304"/>
                  <a:gd name="T4" fmla="*/ 0 w 66"/>
                  <a:gd name="T5" fmla="*/ 9 h 304"/>
                  <a:gd name="T6" fmla="*/ 7 w 66"/>
                  <a:gd name="T7" fmla="*/ 152 h 304"/>
                  <a:gd name="T8" fmla="*/ 12 w 66"/>
                  <a:gd name="T9" fmla="*/ 241 h 304"/>
                  <a:gd name="T10" fmla="*/ 9 w 66"/>
                  <a:gd name="T11" fmla="*/ 271 h 304"/>
                  <a:gd name="T12" fmla="*/ 43 w 66"/>
                  <a:gd name="T13" fmla="*/ 300 h 304"/>
                  <a:gd name="T14" fmla="*/ 61 w 66"/>
                  <a:gd name="T15" fmla="*/ 295 h 304"/>
                  <a:gd name="T16" fmla="*/ 41 w 66"/>
                  <a:gd name="T17" fmla="*/ 267 h 304"/>
                  <a:gd name="T18" fmla="*/ 43 w 66"/>
                  <a:gd name="T19" fmla="*/ 147 h 304"/>
                  <a:gd name="T20" fmla="*/ 53 w 66"/>
                  <a:gd name="T21" fmla="*/ 9 h 304"/>
                  <a:gd name="T22" fmla="*/ 44 w 66"/>
                  <a:gd name="T23" fmla="*/ 0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6" h="304">
                    <a:moveTo>
                      <a:pt x="44" y="0"/>
                    </a:moveTo>
                    <a:cubicBezTo>
                      <a:pt x="9" y="0"/>
                      <a:pt x="9" y="0"/>
                      <a:pt x="9" y="0"/>
                    </a:cubicBezTo>
                    <a:cubicBezTo>
                      <a:pt x="4" y="0"/>
                      <a:pt x="0" y="4"/>
                      <a:pt x="0" y="9"/>
                    </a:cubicBezTo>
                    <a:cubicBezTo>
                      <a:pt x="2" y="60"/>
                      <a:pt x="0" y="101"/>
                      <a:pt x="7" y="152"/>
                    </a:cubicBezTo>
                    <a:cubicBezTo>
                      <a:pt x="11" y="176"/>
                      <a:pt x="9" y="206"/>
                      <a:pt x="12" y="241"/>
                    </a:cubicBezTo>
                    <a:cubicBezTo>
                      <a:pt x="13" y="260"/>
                      <a:pt x="7" y="267"/>
                      <a:pt x="9" y="271"/>
                    </a:cubicBezTo>
                    <a:cubicBezTo>
                      <a:pt x="11" y="275"/>
                      <a:pt x="29" y="304"/>
                      <a:pt x="43" y="300"/>
                    </a:cubicBezTo>
                    <a:cubicBezTo>
                      <a:pt x="61" y="295"/>
                      <a:pt x="61" y="295"/>
                      <a:pt x="61" y="295"/>
                    </a:cubicBezTo>
                    <a:cubicBezTo>
                      <a:pt x="66" y="294"/>
                      <a:pt x="42" y="272"/>
                      <a:pt x="41" y="267"/>
                    </a:cubicBezTo>
                    <a:cubicBezTo>
                      <a:pt x="31" y="223"/>
                      <a:pt x="39" y="189"/>
                      <a:pt x="43" y="147"/>
                    </a:cubicBezTo>
                    <a:cubicBezTo>
                      <a:pt x="48" y="103"/>
                      <a:pt x="53" y="53"/>
                      <a:pt x="53" y="9"/>
                    </a:cubicBezTo>
                    <a:cubicBezTo>
                      <a:pt x="53" y="4"/>
                      <a:pt x="49" y="0"/>
                      <a:pt x="44" y="0"/>
                    </a:cubicBezTo>
                    <a:close/>
                  </a:path>
                </a:pathLst>
              </a:custGeom>
              <a:solidFill>
                <a:srgbClr val="FBDE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91"/>
              <p:cNvSpPr>
                <a:spLocks/>
              </p:cNvSpPr>
              <p:nvPr/>
            </p:nvSpPr>
            <p:spPr bwMode="auto">
              <a:xfrm>
                <a:off x="3136" y="2733"/>
                <a:ext cx="189" cy="132"/>
              </a:xfrm>
              <a:custGeom>
                <a:avLst/>
                <a:gdLst>
                  <a:gd name="T0" fmla="*/ 10 w 80"/>
                  <a:gd name="T1" fmla="*/ 0 h 56"/>
                  <a:gd name="T2" fmla="*/ 1 w 80"/>
                  <a:gd name="T3" fmla="*/ 25 h 56"/>
                  <a:gd name="T4" fmla="*/ 5 w 80"/>
                  <a:gd name="T5" fmla="*/ 35 h 56"/>
                  <a:gd name="T6" fmla="*/ 12 w 80"/>
                  <a:gd name="T7" fmla="*/ 35 h 56"/>
                  <a:gd name="T8" fmla="*/ 26 w 80"/>
                  <a:gd name="T9" fmla="*/ 45 h 56"/>
                  <a:gd name="T10" fmla="*/ 48 w 80"/>
                  <a:gd name="T11" fmla="*/ 54 h 56"/>
                  <a:gd name="T12" fmla="*/ 69 w 80"/>
                  <a:gd name="T13" fmla="*/ 52 h 56"/>
                  <a:gd name="T14" fmla="*/ 47 w 80"/>
                  <a:gd name="T15" fmla="*/ 15 h 56"/>
                  <a:gd name="T16" fmla="*/ 50 w 80"/>
                  <a:gd name="T17" fmla="*/ 33 h 56"/>
                  <a:gd name="T18" fmla="*/ 10 w 80"/>
                  <a:gd name="T19"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0" h="56">
                    <a:moveTo>
                      <a:pt x="10" y="0"/>
                    </a:moveTo>
                    <a:cubicBezTo>
                      <a:pt x="5" y="4"/>
                      <a:pt x="0" y="18"/>
                      <a:pt x="1" y="25"/>
                    </a:cubicBezTo>
                    <a:cubicBezTo>
                      <a:pt x="1" y="32"/>
                      <a:pt x="1" y="33"/>
                      <a:pt x="5" y="35"/>
                    </a:cubicBezTo>
                    <a:cubicBezTo>
                      <a:pt x="10" y="37"/>
                      <a:pt x="11" y="37"/>
                      <a:pt x="12" y="35"/>
                    </a:cubicBezTo>
                    <a:cubicBezTo>
                      <a:pt x="13" y="33"/>
                      <a:pt x="22" y="42"/>
                      <a:pt x="26" y="45"/>
                    </a:cubicBezTo>
                    <a:cubicBezTo>
                      <a:pt x="30" y="47"/>
                      <a:pt x="36" y="51"/>
                      <a:pt x="48" y="54"/>
                    </a:cubicBezTo>
                    <a:cubicBezTo>
                      <a:pt x="55" y="56"/>
                      <a:pt x="65" y="56"/>
                      <a:pt x="69" y="52"/>
                    </a:cubicBezTo>
                    <a:cubicBezTo>
                      <a:pt x="80" y="40"/>
                      <a:pt x="57" y="27"/>
                      <a:pt x="47" y="15"/>
                    </a:cubicBezTo>
                    <a:cubicBezTo>
                      <a:pt x="52" y="24"/>
                      <a:pt x="64" y="33"/>
                      <a:pt x="50" y="33"/>
                    </a:cubicBezTo>
                    <a:cubicBezTo>
                      <a:pt x="26" y="34"/>
                      <a:pt x="10" y="17"/>
                      <a:pt x="10" y="0"/>
                    </a:cubicBezTo>
                    <a:close/>
                  </a:path>
                </a:pathLst>
              </a:custGeom>
              <a:solidFill>
                <a:srgbClr val="5629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92"/>
              <p:cNvSpPr>
                <a:spLocks/>
              </p:cNvSpPr>
              <p:nvPr/>
            </p:nvSpPr>
            <p:spPr bwMode="auto">
              <a:xfrm>
                <a:off x="2968" y="2115"/>
                <a:ext cx="156" cy="719"/>
              </a:xfrm>
              <a:custGeom>
                <a:avLst/>
                <a:gdLst>
                  <a:gd name="T0" fmla="*/ 22 w 66"/>
                  <a:gd name="T1" fmla="*/ 0 h 304"/>
                  <a:gd name="T2" fmla="*/ 57 w 66"/>
                  <a:gd name="T3" fmla="*/ 0 h 304"/>
                  <a:gd name="T4" fmla="*/ 65 w 66"/>
                  <a:gd name="T5" fmla="*/ 9 h 304"/>
                  <a:gd name="T6" fmla="*/ 59 w 66"/>
                  <a:gd name="T7" fmla="*/ 152 h 304"/>
                  <a:gd name="T8" fmla="*/ 54 w 66"/>
                  <a:gd name="T9" fmla="*/ 241 h 304"/>
                  <a:gd name="T10" fmla="*/ 57 w 66"/>
                  <a:gd name="T11" fmla="*/ 271 h 304"/>
                  <a:gd name="T12" fmla="*/ 23 w 66"/>
                  <a:gd name="T13" fmla="*/ 300 h 304"/>
                  <a:gd name="T14" fmla="*/ 4 w 66"/>
                  <a:gd name="T15" fmla="*/ 295 h 304"/>
                  <a:gd name="T16" fmla="*/ 25 w 66"/>
                  <a:gd name="T17" fmla="*/ 267 h 304"/>
                  <a:gd name="T18" fmla="*/ 23 w 66"/>
                  <a:gd name="T19" fmla="*/ 147 h 304"/>
                  <a:gd name="T20" fmla="*/ 13 w 66"/>
                  <a:gd name="T21" fmla="*/ 9 h 304"/>
                  <a:gd name="T22" fmla="*/ 22 w 66"/>
                  <a:gd name="T23" fmla="*/ 0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6" h="304">
                    <a:moveTo>
                      <a:pt x="22" y="0"/>
                    </a:moveTo>
                    <a:cubicBezTo>
                      <a:pt x="57" y="0"/>
                      <a:pt x="57" y="0"/>
                      <a:pt x="57" y="0"/>
                    </a:cubicBezTo>
                    <a:cubicBezTo>
                      <a:pt x="61" y="0"/>
                      <a:pt x="65" y="4"/>
                      <a:pt x="65" y="9"/>
                    </a:cubicBezTo>
                    <a:cubicBezTo>
                      <a:pt x="64" y="60"/>
                      <a:pt x="66" y="101"/>
                      <a:pt x="59" y="152"/>
                    </a:cubicBezTo>
                    <a:cubicBezTo>
                      <a:pt x="55" y="176"/>
                      <a:pt x="57" y="206"/>
                      <a:pt x="54" y="241"/>
                    </a:cubicBezTo>
                    <a:cubicBezTo>
                      <a:pt x="52" y="260"/>
                      <a:pt x="58" y="267"/>
                      <a:pt x="57" y="271"/>
                    </a:cubicBezTo>
                    <a:cubicBezTo>
                      <a:pt x="55" y="275"/>
                      <a:pt x="37" y="304"/>
                      <a:pt x="23" y="300"/>
                    </a:cubicBezTo>
                    <a:cubicBezTo>
                      <a:pt x="4" y="295"/>
                      <a:pt x="4" y="295"/>
                      <a:pt x="4" y="295"/>
                    </a:cubicBezTo>
                    <a:cubicBezTo>
                      <a:pt x="0" y="294"/>
                      <a:pt x="23" y="272"/>
                      <a:pt x="25" y="267"/>
                    </a:cubicBezTo>
                    <a:cubicBezTo>
                      <a:pt x="35" y="223"/>
                      <a:pt x="27" y="189"/>
                      <a:pt x="23" y="147"/>
                    </a:cubicBezTo>
                    <a:cubicBezTo>
                      <a:pt x="18" y="103"/>
                      <a:pt x="13" y="53"/>
                      <a:pt x="13" y="9"/>
                    </a:cubicBezTo>
                    <a:cubicBezTo>
                      <a:pt x="13" y="4"/>
                      <a:pt x="17" y="0"/>
                      <a:pt x="22" y="0"/>
                    </a:cubicBezTo>
                    <a:close/>
                  </a:path>
                </a:pathLst>
              </a:custGeom>
              <a:solidFill>
                <a:srgbClr val="FBDE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93"/>
              <p:cNvSpPr>
                <a:spLocks/>
              </p:cNvSpPr>
              <p:nvPr/>
            </p:nvSpPr>
            <p:spPr bwMode="auto">
              <a:xfrm>
                <a:off x="2932" y="2733"/>
                <a:ext cx="190" cy="132"/>
              </a:xfrm>
              <a:custGeom>
                <a:avLst/>
                <a:gdLst>
                  <a:gd name="T0" fmla="*/ 70 w 80"/>
                  <a:gd name="T1" fmla="*/ 0 h 56"/>
                  <a:gd name="T2" fmla="*/ 79 w 80"/>
                  <a:gd name="T3" fmla="*/ 25 h 56"/>
                  <a:gd name="T4" fmla="*/ 74 w 80"/>
                  <a:gd name="T5" fmla="*/ 35 h 56"/>
                  <a:gd name="T6" fmla="*/ 68 w 80"/>
                  <a:gd name="T7" fmla="*/ 35 h 56"/>
                  <a:gd name="T8" fmla="*/ 54 w 80"/>
                  <a:gd name="T9" fmla="*/ 45 h 56"/>
                  <a:gd name="T10" fmla="*/ 32 w 80"/>
                  <a:gd name="T11" fmla="*/ 54 h 56"/>
                  <a:gd name="T12" fmla="*/ 11 w 80"/>
                  <a:gd name="T13" fmla="*/ 52 h 56"/>
                  <a:gd name="T14" fmla="*/ 33 w 80"/>
                  <a:gd name="T15" fmla="*/ 15 h 56"/>
                  <a:gd name="T16" fmla="*/ 30 w 80"/>
                  <a:gd name="T17" fmla="*/ 33 h 56"/>
                  <a:gd name="T18" fmla="*/ 70 w 80"/>
                  <a:gd name="T19"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0" h="56">
                    <a:moveTo>
                      <a:pt x="70" y="0"/>
                    </a:moveTo>
                    <a:cubicBezTo>
                      <a:pt x="75" y="4"/>
                      <a:pt x="80" y="18"/>
                      <a:pt x="79" y="25"/>
                    </a:cubicBezTo>
                    <a:cubicBezTo>
                      <a:pt x="79" y="32"/>
                      <a:pt x="78" y="33"/>
                      <a:pt x="74" y="35"/>
                    </a:cubicBezTo>
                    <a:cubicBezTo>
                      <a:pt x="70" y="37"/>
                      <a:pt x="69" y="37"/>
                      <a:pt x="68" y="35"/>
                    </a:cubicBezTo>
                    <a:cubicBezTo>
                      <a:pt x="67" y="33"/>
                      <a:pt x="58" y="42"/>
                      <a:pt x="54" y="45"/>
                    </a:cubicBezTo>
                    <a:cubicBezTo>
                      <a:pt x="49" y="47"/>
                      <a:pt x="43" y="51"/>
                      <a:pt x="32" y="54"/>
                    </a:cubicBezTo>
                    <a:cubicBezTo>
                      <a:pt x="24" y="56"/>
                      <a:pt x="15" y="56"/>
                      <a:pt x="11" y="52"/>
                    </a:cubicBezTo>
                    <a:cubicBezTo>
                      <a:pt x="0" y="40"/>
                      <a:pt x="23" y="27"/>
                      <a:pt x="33" y="15"/>
                    </a:cubicBezTo>
                    <a:cubicBezTo>
                      <a:pt x="28" y="24"/>
                      <a:pt x="16" y="33"/>
                      <a:pt x="30" y="33"/>
                    </a:cubicBezTo>
                    <a:cubicBezTo>
                      <a:pt x="54" y="34"/>
                      <a:pt x="70" y="17"/>
                      <a:pt x="70" y="0"/>
                    </a:cubicBezTo>
                    <a:close/>
                  </a:path>
                </a:pathLst>
              </a:custGeom>
              <a:solidFill>
                <a:srgbClr val="5629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94"/>
              <p:cNvSpPr>
                <a:spLocks/>
              </p:cNvSpPr>
              <p:nvPr/>
            </p:nvSpPr>
            <p:spPr bwMode="auto">
              <a:xfrm>
                <a:off x="2951" y="1956"/>
                <a:ext cx="355" cy="412"/>
              </a:xfrm>
              <a:custGeom>
                <a:avLst/>
                <a:gdLst>
                  <a:gd name="T0" fmla="*/ 123 w 150"/>
                  <a:gd name="T1" fmla="*/ 0 h 174"/>
                  <a:gd name="T2" fmla="*/ 130 w 150"/>
                  <a:gd name="T3" fmla="*/ 169 h 174"/>
                  <a:gd name="T4" fmla="*/ 19 w 150"/>
                  <a:gd name="T5" fmla="*/ 169 h 174"/>
                  <a:gd name="T6" fmla="*/ 26 w 150"/>
                  <a:gd name="T7" fmla="*/ 0 h 174"/>
                  <a:gd name="T8" fmla="*/ 123 w 150"/>
                  <a:gd name="T9" fmla="*/ 0 h 174"/>
                </a:gdLst>
                <a:ahLst/>
                <a:cxnLst>
                  <a:cxn ang="0">
                    <a:pos x="T0" y="T1"/>
                  </a:cxn>
                  <a:cxn ang="0">
                    <a:pos x="T2" y="T3"/>
                  </a:cxn>
                  <a:cxn ang="0">
                    <a:pos x="T4" y="T5"/>
                  </a:cxn>
                  <a:cxn ang="0">
                    <a:pos x="T6" y="T7"/>
                  </a:cxn>
                  <a:cxn ang="0">
                    <a:pos x="T8" y="T9"/>
                  </a:cxn>
                </a:cxnLst>
                <a:rect l="0" t="0" r="r" b="b"/>
                <a:pathLst>
                  <a:path w="150" h="174">
                    <a:moveTo>
                      <a:pt x="123" y="0"/>
                    </a:moveTo>
                    <a:cubicBezTo>
                      <a:pt x="131" y="20"/>
                      <a:pt x="150" y="84"/>
                      <a:pt x="130" y="169"/>
                    </a:cubicBezTo>
                    <a:cubicBezTo>
                      <a:pt x="124" y="174"/>
                      <a:pt x="23" y="174"/>
                      <a:pt x="19" y="169"/>
                    </a:cubicBezTo>
                    <a:cubicBezTo>
                      <a:pt x="0" y="86"/>
                      <a:pt x="17" y="18"/>
                      <a:pt x="26" y="0"/>
                    </a:cubicBezTo>
                    <a:lnTo>
                      <a:pt x="123" y="0"/>
                    </a:lnTo>
                    <a:close/>
                  </a:path>
                </a:pathLst>
              </a:custGeom>
              <a:solidFill>
                <a:srgbClr val="3D3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95"/>
              <p:cNvSpPr>
                <a:spLocks/>
              </p:cNvSpPr>
              <p:nvPr/>
            </p:nvSpPr>
            <p:spPr bwMode="auto">
              <a:xfrm>
                <a:off x="2963" y="1584"/>
                <a:ext cx="327" cy="514"/>
              </a:xfrm>
              <a:custGeom>
                <a:avLst/>
                <a:gdLst>
                  <a:gd name="T0" fmla="*/ 132 w 138"/>
                  <a:gd name="T1" fmla="*/ 196 h 217"/>
                  <a:gd name="T2" fmla="*/ 124 w 138"/>
                  <a:gd name="T3" fmla="*/ 171 h 217"/>
                  <a:gd name="T4" fmla="*/ 127 w 138"/>
                  <a:gd name="T5" fmla="*/ 100 h 217"/>
                  <a:gd name="T6" fmla="*/ 132 w 138"/>
                  <a:gd name="T7" fmla="*/ 23 h 217"/>
                  <a:gd name="T8" fmla="*/ 85 w 138"/>
                  <a:gd name="T9" fmla="*/ 0 h 217"/>
                  <a:gd name="T10" fmla="*/ 69 w 138"/>
                  <a:gd name="T11" fmla="*/ 6 h 217"/>
                  <a:gd name="T12" fmla="*/ 53 w 138"/>
                  <a:gd name="T13" fmla="*/ 0 h 217"/>
                  <a:gd name="T14" fmla="*/ 6 w 138"/>
                  <a:gd name="T15" fmla="*/ 23 h 217"/>
                  <a:gd name="T16" fmla="*/ 11 w 138"/>
                  <a:gd name="T17" fmla="*/ 100 h 217"/>
                  <a:gd name="T18" fmla="*/ 16 w 138"/>
                  <a:gd name="T19" fmla="*/ 170 h 217"/>
                  <a:gd name="T20" fmla="*/ 7 w 138"/>
                  <a:gd name="T21" fmla="*/ 196 h 217"/>
                  <a:gd name="T22" fmla="*/ 132 w 138"/>
                  <a:gd name="T23" fmla="*/ 196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8" h="217">
                    <a:moveTo>
                      <a:pt x="132" y="196"/>
                    </a:moveTo>
                    <a:cubicBezTo>
                      <a:pt x="130" y="187"/>
                      <a:pt x="127" y="178"/>
                      <a:pt x="124" y="171"/>
                    </a:cubicBezTo>
                    <a:cubicBezTo>
                      <a:pt x="109" y="136"/>
                      <a:pt x="114" y="131"/>
                      <a:pt x="127" y="100"/>
                    </a:cubicBezTo>
                    <a:cubicBezTo>
                      <a:pt x="138" y="72"/>
                      <a:pt x="115" y="57"/>
                      <a:pt x="132" y="23"/>
                    </a:cubicBezTo>
                    <a:cubicBezTo>
                      <a:pt x="117" y="14"/>
                      <a:pt x="97" y="10"/>
                      <a:pt x="85" y="0"/>
                    </a:cubicBezTo>
                    <a:cubicBezTo>
                      <a:pt x="80" y="5"/>
                      <a:pt x="76" y="6"/>
                      <a:pt x="69" y="6"/>
                    </a:cubicBezTo>
                    <a:cubicBezTo>
                      <a:pt x="63" y="6"/>
                      <a:pt x="59" y="5"/>
                      <a:pt x="53" y="0"/>
                    </a:cubicBezTo>
                    <a:cubicBezTo>
                      <a:pt x="44" y="7"/>
                      <a:pt x="22" y="13"/>
                      <a:pt x="6" y="23"/>
                    </a:cubicBezTo>
                    <a:cubicBezTo>
                      <a:pt x="22" y="58"/>
                      <a:pt x="0" y="64"/>
                      <a:pt x="11" y="100"/>
                    </a:cubicBezTo>
                    <a:cubicBezTo>
                      <a:pt x="21" y="130"/>
                      <a:pt x="36" y="128"/>
                      <a:pt x="16" y="170"/>
                    </a:cubicBezTo>
                    <a:cubicBezTo>
                      <a:pt x="12" y="177"/>
                      <a:pt x="9" y="186"/>
                      <a:pt x="7" y="196"/>
                    </a:cubicBezTo>
                    <a:cubicBezTo>
                      <a:pt x="35" y="217"/>
                      <a:pt x="109" y="214"/>
                      <a:pt x="132" y="196"/>
                    </a:cubicBezTo>
                  </a:path>
                </a:pathLst>
              </a:custGeom>
              <a:solidFill>
                <a:srgbClr val="2829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96"/>
              <p:cNvSpPr>
                <a:spLocks/>
              </p:cNvSpPr>
              <p:nvPr/>
            </p:nvSpPr>
            <p:spPr bwMode="auto">
              <a:xfrm>
                <a:off x="2963" y="1584"/>
                <a:ext cx="166" cy="500"/>
              </a:xfrm>
              <a:custGeom>
                <a:avLst/>
                <a:gdLst>
                  <a:gd name="T0" fmla="*/ 53 w 70"/>
                  <a:gd name="T1" fmla="*/ 0 h 211"/>
                  <a:gd name="T2" fmla="*/ 69 w 70"/>
                  <a:gd name="T3" fmla="*/ 6 h 211"/>
                  <a:gd name="T4" fmla="*/ 70 w 70"/>
                  <a:gd name="T5" fmla="*/ 6 h 211"/>
                  <a:gd name="T6" fmla="*/ 70 w 70"/>
                  <a:gd name="T7" fmla="*/ 210 h 211"/>
                  <a:gd name="T8" fmla="*/ 7 w 70"/>
                  <a:gd name="T9" fmla="*/ 196 h 211"/>
                  <a:gd name="T10" fmla="*/ 16 w 70"/>
                  <a:gd name="T11" fmla="*/ 170 h 211"/>
                  <a:gd name="T12" fmla="*/ 11 w 70"/>
                  <a:gd name="T13" fmla="*/ 100 h 211"/>
                  <a:gd name="T14" fmla="*/ 6 w 70"/>
                  <a:gd name="T15" fmla="*/ 23 h 211"/>
                  <a:gd name="T16" fmla="*/ 53 w 70"/>
                  <a:gd name="T17"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 h="211">
                    <a:moveTo>
                      <a:pt x="53" y="0"/>
                    </a:moveTo>
                    <a:cubicBezTo>
                      <a:pt x="59" y="5"/>
                      <a:pt x="63" y="6"/>
                      <a:pt x="69" y="6"/>
                    </a:cubicBezTo>
                    <a:cubicBezTo>
                      <a:pt x="70" y="6"/>
                      <a:pt x="70" y="6"/>
                      <a:pt x="70" y="6"/>
                    </a:cubicBezTo>
                    <a:cubicBezTo>
                      <a:pt x="70" y="210"/>
                      <a:pt x="70" y="210"/>
                      <a:pt x="70" y="210"/>
                    </a:cubicBezTo>
                    <a:cubicBezTo>
                      <a:pt x="46" y="211"/>
                      <a:pt x="21" y="206"/>
                      <a:pt x="7" y="196"/>
                    </a:cubicBezTo>
                    <a:cubicBezTo>
                      <a:pt x="9" y="186"/>
                      <a:pt x="12" y="177"/>
                      <a:pt x="16" y="170"/>
                    </a:cubicBezTo>
                    <a:cubicBezTo>
                      <a:pt x="36" y="128"/>
                      <a:pt x="21" y="130"/>
                      <a:pt x="11" y="100"/>
                    </a:cubicBezTo>
                    <a:cubicBezTo>
                      <a:pt x="0" y="64"/>
                      <a:pt x="22" y="58"/>
                      <a:pt x="6" y="23"/>
                    </a:cubicBezTo>
                    <a:cubicBezTo>
                      <a:pt x="22" y="13"/>
                      <a:pt x="44" y="7"/>
                      <a:pt x="53" y="0"/>
                    </a:cubicBezTo>
                  </a:path>
                </a:pathLst>
              </a:custGeom>
              <a:solidFill>
                <a:srgbClr val="05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97"/>
              <p:cNvSpPr>
                <a:spLocks/>
              </p:cNvSpPr>
              <p:nvPr/>
            </p:nvSpPr>
            <p:spPr bwMode="auto">
              <a:xfrm>
                <a:off x="3053" y="1584"/>
                <a:ext cx="149" cy="301"/>
              </a:xfrm>
              <a:custGeom>
                <a:avLst/>
                <a:gdLst>
                  <a:gd name="T0" fmla="*/ 147 w 149"/>
                  <a:gd name="T1" fmla="*/ 19 h 301"/>
                  <a:gd name="T2" fmla="*/ 149 w 149"/>
                  <a:gd name="T3" fmla="*/ 109 h 301"/>
                  <a:gd name="T4" fmla="*/ 73 w 149"/>
                  <a:gd name="T5" fmla="*/ 301 h 301"/>
                  <a:gd name="T6" fmla="*/ 0 w 149"/>
                  <a:gd name="T7" fmla="*/ 109 h 301"/>
                  <a:gd name="T8" fmla="*/ 5 w 149"/>
                  <a:gd name="T9" fmla="*/ 17 h 301"/>
                  <a:gd name="T10" fmla="*/ 36 w 149"/>
                  <a:gd name="T11" fmla="*/ 0 h 301"/>
                  <a:gd name="T12" fmla="*/ 111 w 149"/>
                  <a:gd name="T13" fmla="*/ 0 h 301"/>
                  <a:gd name="T14" fmla="*/ 147 w 149"/>
                  <a:gd name="T15" fmla="*/ 19 h 30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9" h="301">
                    <a:moveTo>
                      <a:pt x="147" y="19"/>
                    </a:moveTo>
                    <a:lnTo>
                      <a:pt x="149" y="109"/>
                    </a:lnTo>
                    <a:lnTo>
                      <a:pt x="73" y="301"/>
                    </a:lnTo>
                    <a:lnTo>
                      <a:pt x="0" y="109"/>
                    </a:lnTo>
                    <a:lnTo>
                      <a:pt x="5" y="17"/>
                    </a:lnTo>
                    <a:lnTo>
                      <a:pt x="36" y="0"/>
                    </a:lnTo>
                    <a:lnTo>
                      <a:pt x="111" y="0"/>
                    </a:lnTo>
                    <a:lnTo>
                      <a:pt x="147"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98"/>
              <p:cNvSpPr>
                <a:spLocks/>
              </p:cNvSpPr>
              <p:nvPr/>
            </p:nvSpPr>
            <p:spPr bwMode="auto">
              <a:xfrm>
                <a:off x="3053" y="1584"/>
                <a:ext cx="149" cy="301"/>
              </a:xfrm>
              <a:custGeom>
                <a:avLst/>
                <a:gdLst>
                  <a:gd name="T0" fmla="*/ 147 w 149"/>
                  <a:gd name="T1" fmla="*/ 19 h 301"/>
                  <a:gd name="T2" fmla="*/ 149 w 149"/>
                  <a:gd name="T3" fmla="*/ 109 h 301"/>
                  <a:gd name="T4" fmla="*/ 73 w 149"/>
                  <a:gd name="T5" fmla="*/ 301 h 301"/>
                  <a:gd name="T6" fmla="*/ 0 w 149"/>
                  <a:gd name="T7" fmla="*/ 109 h 301"/>
                  <a:gd name="T8" fmla="*/ 5 w 149"/>
                  <a:gd name="T9" fmla="*/ 17 h 301"/>
                  <a:gd name="T10" fmla="*/ 36 w 149"/>
                  <a:gd name="T11" fmla="*/ 0 h 301"/>
                  <a:gd name="T12" fmla="*/ 111 w 149"/>
                  <a:gd name="T13" fmla="*/ 0 h 301"/>
                  <a:gd name="T14" fmla="*/ 147 w 149"/>
                  <a:gd name="T15" fmla="*/ 19 h 30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9" h="301">
                    <a:moveTo>
                      <a:pt x="147" y="19"/>
                    </a:moveTo>
                    <a:lnTo>
                      <a:pt x="149" y="109"/>
                    </a:lnTo>
                    <a:lnTo>
                      <a:pt x="73" y="301"/>
                    </a:lnTo>
                    <a:lnTo>
                      <a:pt x="0" y="109"/>
                    </a:lnTo>
                    <a:lnTo>
                      <a:pt x="5" y="17"/>
                    </a:lnTo>
                    <a:lnTo>
                      <a:pt x="36" y="0"/>
                    </a:lnTo>
                    <a:lnTo>
                      <a:pt x="111" y="0"/>
                    </a:lnTo>
                    <a:lnTo>
                      <a:pt x="147" y="1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Rectangle 99"/>
              <p:cNvSpPr>
                <a:spLocks noChangeArrowheads="1"/>
              </p:cNvSpPr>
              <p:nvPr/>
            </p:nvSpPr>
            <p:spPr bwMode="auto">
              <a:xfrm>
                <a:off x="3091" y="1551"/>
                <a:ext cx="73" cy="78"/>
              </a:xfrm>
              <a:prstGeom prst="rect">
                <a:avLst/>
              </a:prstGeom>
              <a:solidFill>
                <a:srgbClr val="FBDEB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Rectangle 100"/>
              <p:cNvSpPr>
                <a:spLocks noChangeArrowheads="1"/>
              </p:cNvSpPr>
              <p:nvPr/>
            </p:nvSpPr>
            <p:spPr bwMode="auto">
              <a:xfrm>
                <a:off x="3091" y="1551"/>
                <a:ext cx="73"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101"/>
              <p:cNvSpPr>
                <a:spLocks/>
              </p:cNvSpPr>
              <p:nvPr/>
            </p:nvSpPr>
            <p:spPr bwMode="auto">
              <a:xfrm>
                <a:off x="3091" y="1563"/>
                <a:ext cx="73" cy="40"/>
              </a:xfrm>
              <a:custGeom>
                <a:avLst/>
                <a:gdLst>
                  <a:gd name="T0" fmla="*/ 0 w 31"/>
                  <a:gd name="T1" fmla="*/ 0 h 17"/>
                  <a:gd name="T2" fmla="*/ 0 w 31"/>
                  <a:gd name="T3" fmla="*/ 15 h 17"/>
                  <a:gd name="T4" fmla="*/ 8 w 31"/>
                  <a:gd name="T5" fmla="*/ 17 h 17"/>
                  <a:gd name="T6" fmla="*/ 31 w 31"/>
                  <a:gd name="T7" fmla="*/ 6 h 17"/>
                  <a:gd name="T8" fmla="*/ 31 w 31"/>
                  <a:gd name="T9" fmla="*/ 1 h 17"/>
                  <a:gd name="T10" fmla="*/ 16 w 31"/>
                  <a:gd name="T11" fmla="*/ 5 h 17"/>
                  <a:gd name="T12" fmla="*/ 0 w 31"/>
                  <a:gd name="T13" fmla="*/ 0 h 17"/>
                </a:gdLst>
                <a:ahLst/>
                <a:cxnLst>
                  <a:cxn ang="0">
                    <a:pos x="T0" y="T1"/>
                  </a:cxn>
                  <a:cxn ang="0">
                    <a:pos x="T2" y="T3"/>
                  </a:cxn>
                  <a:cxn ang="0">
                    <a:pos x="T4" y="T5"/>
                  </a:cxn>
                  <a:cxn ang="0">
                    <a:pos x="T6" y="T7"/>
                  </a:cxn>
                  <a:cxn ang="0">
                    <a:pos x="T8" y="T9"/>
                  </a:cxn>
                  <a:cxn ang="0">
                    <a:pos x="T10" y="T11"/>
                  </a:cxn>
                  <a:cxn ang="0">
                    <a:pos x="T12" y="T13"/>
                  </a:cxn>
                </a:cxnLst>
                <a:rect l="0" t="0" r="r" b="b"/>
                <a:pathLst>
                  <a:path w="31" h="17">
                    <a:moveTo>
                      <a:pt x="0" y="0"/>
                    </a:moveTo>
                    <a:cubicBezTo>
                      <a:pt x="0" y="15"/>
                      <a:pt x="0" y="15"/>
                      <a:pt x="0" y="15"/>
                    </a:cubicBezTo>
                    <a:cubicBezTo>
                      <a:pt x="2" y="16"/>
                      <a:pt x="5" y="17"/>
                      <a:pt x="8" y="17"/>
                    </a:cubicBezTo>
                    <a:cubicBezTo>
                      <a:pt x="16" y="17"/>
                      <a:pt x="27" y="13"/>
                      <a:pt x="31" y="6"/>
                    </a:cubicBezTo>
                    <a:cubicBezTo>
                      <a:pt x="31" y="1"/>
                      <a:pt x="31" y="1"/>
                      <a:pt x="31" y="1"/>
                    </a:cubicBezTo>
                    <a:cubicBezTo>
                      <a:pt x="27" y="3"/>
                      <a:pt x="21" y="5"/>
                      <a:pt x="16" y="5"/>
                    </a:cubicBezTo>
                    <a:cubicBezTo>
                      <a:pt x="10" y="5"/>
                      <a:pt x="5" y="3"/>
                      <a:pt x="0" y="0"/>
                    </a:cubicBezTo>
                  </a:path>
                </a:pathLst>
              </a:custGeom>
              <a:solidFill>
                <a:srgbClr val="F7D7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102"/>
              <p:cNvSpPr>
                <a:spLocks/>
              </p:cNvSpPr>
              <p:nvPr/>
            </p:nvSpPr>
            <p:spPr bwMode="auto">
              <a:xfrm>
                <a:off x="3110" y="1625"/>
                <a:ext cx="35" cy="54"/>
              </a:xfrm>
              <a:custGeom>
                <a:avLst/>
                <a:gdLst>
                  <a:gd name="T0" fmla="*/ 2 w 15"/>
                  <a:gd name="T1" fmla="*/ 23 h 23"/>
                  <a:gd name="T2" fmla="*/ 0 w 15"/>
                  <a:gd name="T3" fmla="*/ 18 h 23"/>
                  <a:gd name="T4" fmla="*/ 7 w 15"/>
                  <a:gd name="T5" fmla="*/ 0 h 23"/>
                  <a:gd name="T6" fmla="*/ 15 w 15"/>
                  <a:gd name="T7" fmla="*/ 18 h 23"/>
                  <a:gd name="T8" fmla="*/ 12 w 15"/>
                  <a:gd name="T9" fmla="*/ 23 h 23"/>
                  <a:gd name="T10" fmla="*/ 2 w 15"/>
                  <a:gd name="T11" fmla="*/ 23 h 23"/>
                </a:gdLst>
                <a:ahLst/>
                <a:cxnLst>
                  <a:cxn ang="0">
                    <a:pos x="T0" y="T1"/>
                  </a:cxn>
                  <a:cxn ang="0">
                    <a:pos x="T2" y="T3"/>
                  </a:cxn>
                  <a:cxn ang="0">
                    <a:pos x="T4" y="T5"/>
                  </a:cxn>
                  <a:cxn ang="0">
                    <a:pos x="T6" y="T7"/>
                  </a:cxn>
                  <a:cxn ang="0">
                    <a:pos x="T8" y="T9"/>
                  </a:cxn>
                  <a:cxn ang="0">
                    <a:pos x="T10" y="T11"/>
                  </a:cxn>
                </a:cxnLst>
                <a:rect l="0" t="0" r="r" b="b"/>
                <a:pathLst>
                  <a:path w="15" h="23">
                    <a:moveTo>
                      <a:pt x="2" y="23"/>
                    </a:moveTo>
                    <a:cubicBezTo>
                      <a:pt x="0" y="18"/>
                      <a:pt x="0" y="18"/>
                      <a:pt x="0" y="18"/>
                    </a:cubicBezTo>
                    <a:cubicBezTo>
                      <a:pt x="7" y="0"/>
                      <a:pt x="7" y="0"/>
                      <a:pt x="7" y="0"/>
                    </a:cubicBezTo>
                    <a:cubicBezTo>
                      <a:pt x="15" y="18"/>
                      <a:pt x="15" y="18"/>
                      <a:pt x="15" y="18"/>
                    </a:cubicBezTo>
                    <a:cubicBezTo>
                      <a:pt x="12" y="23"/>
                      <a:pt x="12" y="23"/>
                      <a:pt x="12" y="23"/>
                    </a:cubicBezTo>
                    <a:cubicBezTo>
                      <a:pt x="9" y="23"/>
                      <a:pt x="5" y="23"/>
                      <a:pt x="2" y="23"/>
                    </a:cubicBezTo>
                    <a:close/>
                  </a:path>
                </a:pathLst>
              </a:custGeom>
              <a:solidFill>
                <a:srgbClr val="F5A5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103"/>
              <p:cNvSpPr>
                <a:spLocks/>
              </p:cNvSpPr>
              <p:nvPr/>
            </p:nvSpPr>
            <p:spPr bwMode="auto">
              <a:xfrm>
                <a:off x="3126" y="1584"/>
                <a:ext cx="62" cy="114"/>
              </a:xfrm>
              <a:custGeom>
                <a:avLst/>
                <a:gdLst>
                  <a:gd name="T0" fmla="*/ 38 w 62"/>
                  <a:gd name="T1" fmla="*/ 0 h 114"/>
                  <a:gd name="T2" fmla="*/ 0 w 62"/>
                  <a:gd name="T3" fmla="*/ 41 h 114"/>
                  <a:gd name="T4" fmla="*/ 29 w 62"/>
                  <a:gd name="T5" fmla="*/ 114 h 114"/>
                  <a:gd name="T6" fmla="*/ 62 w 62"/>
                  <a:gd name="T7" fmla="*/ 15 h 114"/>
                  <a:gd name="T8" fmla="*/ 38 w 62"/>
                  <a:gd name="T9" fmla="*/ 0 h 114"/>
                </a:gdLst>
                <a:ahLst/>
                <a:cxnLst>
                  <a:cxn ang="0">
                    <a:pos x="T0" y="T1"/>
                  </a:cxn>
                  <a:cxn ang="0">
                    <a:pos x="T2" y="T3"/>
                  </a:cxn>
                  <a:cxn ang="0">
                    <a:pos x="T4" y="T5"/>
                  </a:cxn>
                  <a:cxn ang="0">
                    <a:pos x="T6" y="T7"/>
                  </a:cxn>
                  <a:cxn ang="0">
                    <a:pos x="T8" y="T9"/>
                  </a:cxn>
                </a:cxnLst>
                <a:rect l="0" t="0" r="r" b="b"/>
                <a:pathLst>
                  <a:path w="62" h="114">
                    <a:moveTo>
                      <a:pt x="38" y="0"/>
                    </a:moveTo>
                    <a:lnTo>
                      <a:pt x="0" y="41"/>
                    </a:lnTo>
                    <a:lnTo>
                      <a:pt x="29" y="114"/>
                    </a:lnTo>
                    <a:lnTo>
                      <a:pt x="62" y="15"/>
                    </a:lnTo>
                    <a:lnTo>
                      <a:pt x="38"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104"/>
              <p:cNvSpPr>
                <a:spLocks/>
              </p:cNvSpPr>
              <p:nvPr/>
            </p:nvSpPr>
            <p:spPr bwMode="auto">
              <a:xfrm>
                <a:off x="3065" y="1584"/>
                <a:ext cx="61" cy="114"/>
              </a:xfrm>
              <a:custGeom>
                <a:avLst/>
                <a:gdLst>
                  <a:gd name="T0" fmla="*/ 24 w 61"/>
                  <a:gd name="T1" fmla="*/ 0 h 114"/>
                  <a:gd name="T2" fmla="*/ 61 w 61"/>
                  <a:gd name="T3" fmla="*/ 41 h 114"/>
                  <a:gd name="T4" fmla="*/ 35 w 61"/>
                  <a:gd name="T5" fmla="*/ 114 h 114"/>
                  <a:gd name="T6" fmla="*/ 0 w 61"/>
                  <a:gd name="T7" fmla="*/ 15 h 114"/>
                  <a:gd name="T8" fmla="*/ 24 w 61"/>
                  <a:gd name="T9" fmla="*/ 0 h 114"/>
                </a:gdLst>
                <a:ahLst/>
                <a:cxnLst>
                  <a:cxn ang="0">
                    <a:pos x="T0" y="T1"/>
                  </a:cxn>
                  <a:cxn ang="0">
                    <a:pos x="T2" y="T3"/>
                  </a:cxn>
                  <a:cxn ang="0">
                    <a:pos x="T4" y="T5"/>
                  </a:cxn>
                  <a:cxn ang="0">
                    <a:pos x="T6" y="T7"/>
                  </a:cxn>
                  <a:cxn ang="0">
                    <a:pos x="T8" y="T9"/>
                  </a:cxn>
                </a:cxnLst>
                <a:rect l="0" t="0" r="r" b="b"/>
                <a:pathLst>
                  <a:path w="61" h="114">
                    <a:moveTo>
                      <a:pt x="24" y="0"/>
                    </a:moveTo>
                    <a:lnTo>
                      <a:pt x="61" y="41"/>
                    </a:lnTo>
                    <a:lnTo>
                      <a:pt x="35" y="114"/>
                    </a:lnTo>
                    <a:lnTo>
                      <a:pt x="0" y="15"/>
                    </a:lnTo>
                    <a:lnTo>
                      <a:pt x="24"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105"/>
              <p:cNvSpPr>
                <a:spLocks/>
              </p:cNvSpPr>
              <p:nvPr/>
            </p:nvSpPr>
            <p:spPr bwMode="auto">
              <a:xfrm>
                <a:off x="3103" y="1705"/>
                <a:ext cx="49" cy="180"/>
              </a:xfrm>
              <a:custGeom>
                <a:avLst/>
                <a:gdLst>
                  <a:gd name="T0" fmla="*/ 35 w 49"/>
                  <a:gd name="T1" fmla="*/ 0 h 180"/>
                  <a:gd name="T2" fmla="*/ 12 w 49"/>
                  <a:gd name="T3" fmla="*/ 0 h 180"/>
                  <a:gd name="T4" fmla="*/ 0 w 49"/>
                  <a:gd name="T5" fmla="*/ 123 h 180"/>
                  <a:gd name="T6" fmla="*/ 23 w 49"/>
                  <a:gd name="T7" fmla="*/ 180 h 180"/>
                  <a:gd name="T8" fmla="*/ 49 w 49"/>
                  <a:gd name="T9" fmla="*/ 123 h 180"/>
                  <a:gd name="T10" fmla="*/ 35 w 49"/>
                  <a:gd name="T11" fmla="*/ 0 h 180"/>
                </a:gdLst>
                <a:ahLst/>
                <a:cxnLst>
                  <a:cxn ang="0">
                    <a:pos x="T0" y="T1"/>
                  </a:cxn>
                  <a:cxn ang="0">
                    <a:pos x="T2" y="T3"/>
                  </a:cxn>
                  <a:cxn ang="0">
                    <a:pos x="T4" y="T5"/>
                  </a:cxn>
                  <a:cxn ang="0">
                    <a:pos x="T6" y="T7"/>
                  </a:cxn>
                  <a:cxn ang="0">
                    <a:pos x="T8" y="T9"/>
                  </a:cxn>
                  <a:cxn ang="0">
                    <a:pos x="T10" y="T11"/>
                  </a:cxn>
                </a:cxnLst>
                <a:rect l="0" t="0" r="r" b="b"/>
                <a:pathLst>
                  <a:path w="49" h="180">
                    <a:moveTo>
                      <a:pt x="35" y="0"/>
                    </a:moveTo>
                    <a:lnTo>
                      <a:pt x="12" y="0"/>
                    </a:lnTo>
                    <a:lnTo>
                      <a:pt x="0" y="123"/>
                    </a:lnTo>
                    <a:lnTo>
                      <a:pt x="23" y="180"/>
                    </a:lnTo>
                    <a:lnTo>
                      <a:pt x="49" y="123"/>
                    </a:lnTo>
                    <a:lnTo>
                      <a:pt x="35" y="0"/>
                    </a:lnTo>
                    <a:close/>
                  </a:path>
                </a:pathLst>
              </a:custGeom>
              <a:solidFill>
                <a:srgbClr val="F5A5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106"/>
              <p:cNvSpPr>
                <a:spLocks/>
              </p:cNvSpPr>
              <p:nvPr/>
            </p:nvSpPr>
            <p:spPr bwMode="auto">
              <a:xfrm>
                <a:off x="3126" y="1584"/>
                <a:ext cx="62" cy="95"/>
              </a:xfrm>
              <a:custGeom>
                <a:avLst/>
                <a:gdLst>
                  <a:gd name="T0" fmla="*/ 38 w 62"/>
                  <a:gd name="T1" fmla="*/ 0 h 95"/>
                  <a:gd name="T2" fmla="*/ 0 w 62"/>
                  <a:gd name="T3" fmla="*/ 41 h 95"/>
                  <a:gd name="T4" fmla="*/ 29 w 62"/>
                  <a:gd name="T5" fmla="*/ 95 h 95"/>
                  <a:gd name="T6" fmla="*/ 62 w 62"/>
                  <a:gd name="T7" fmla="*/ 15 h 95"/>
                  <a:gd name="T8" fmla="*/ 38 w 62"/>
                  <a:gd name="T9" fmla="*/ 0 h 95"/>
                </a:gdLst>
                <a:ahLst/>
                <a:cxnLst>
                  <a:cxn ang="0">
                    <a:pos x="T0" y="T1"/>
                  </a:cxn>
                  <a:cxn ang="0">
                    <a:pos x="T2" y="T3"/>
                  </a:cxn>
                  <a:cxn ang="0">
                    <a:pos x="T4" y="T5"/>
                  </a:cxn>
                  <a:cxn ang="0">
                    <a:pos x="T6" y="T7"/>
                  </a:cxn>
                  <a:cxn ang="0">
                    <a:pos x="T8" y="T9"/>
                  </a:cxn>
                </a:cxnLst>
                <a:rect l="0" t="0" r="r" b="b"/>
                <a:pathLst>
                  <a:path w="62" h="95">
                    <a:moveTo>
                      <a:pt x="38" y="0"/>
                    </a:moveTo>
                    <a:lnTo>
                      <a:pt x="0" y="41"/>
                    </a:lnTo>
                    <a:lnTo>
                      <a:pt x="29" y="95"/>
                    </a:lnTo>
                    <a:lnTo>
                      <a:pt x="62" y="15"/>
                    </a:lnTo>
                    <a:lnTo>
                      <a:pt x="3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107"/>
              <p:cNvSpPr>
                <a:spLocks/>
              </p:cNvSpPr>
              <p:nvPr/>
            </p:nvSpPr>
            <p:spPr bwMode="auto">
              <a:xfrm>
                <a:off x="3065" y="1584"/>
                <a:ext cx="61" cy="95"/>
              </a:xfrm>
              <a:custGeom>
                <a:avLst/>
                <a:gdLst>
                  <a:gd name="T0" fmla="*/ 24 w 61"/>
                  <a:gd name="T1" fmla="*/ 0 h 95"/>
                  <a:gd name="T2" fmla="*/ 61 w 61"/>
                  <a:gd name="T3" fmla="*/ 41 h 95"/>
                  <a:gd name="T4" fmla="*/ 35 w 61"/>
                  <a:gd name="T5" fmla="*/ 95 h 95"/>
                  <a:gd name="T6" fmla="*/ 0 w 61"/>
                  <a:gd name="T7" fmla="*/ 15 h 95"/>
                  <a:gd name="T8" fmla="*/ 24 w 61"/>
                  <a:gd name="T9" fmla="*/ 0 h 95"/>
                </a:gdLst>
                <a:ahLst/>
                <a:cxnLst>
                  <a:cxn ang="0">
                    <a:pos x="T0" y="T1"/>
                  </a:cxn>
                  <a:cxn ang="0">
                    <a:pos x="T2" y="T3"/>
                  </a:cxn>
                  <a:cxn ang="0">
                    <a:pos x="T4" y="T5"/>
                  </a:cxn>
                  <a:cxn ang="0">
                    <a:pos x="T6" y="T7"/>
                  </a:cxn>
                  <a:cxn ang="0">
                    <a:pos x="T8" y="T9"/>
                  </a:cxn>
                </a:cxnLst>
                <a:rect l="0" t="0" r="r" b="b"/>
                <a:pathLst>
                  <a:path w="61" h="95">
                    <a:moveTo>
                      <a:pt x="24" y="0"/>
                    </a:moveTo>
                    <a:lnTo>
                      <a:pt x="61" y="41"/>
                    </a:lnTo>
                    <a:lnTo>
                      <a:pt x="35" y="95"/>
                    </a:lnTo>
                    <a:lnTo>
                      <a:pt x="0" y="15"/>
                    </a:lnTo>
                    <a:lnTo>
                      <a:pt x="2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108"/>
              <p:cNvSpPr>
                <a:spLocks/>
              </p:cNvSpPr>
              <p:nvPr/>
            </p:nvSpPr>
            <p:spPr bwMode="auto">
              <a:xfrm>
                <a:off x="3110" y="1677"/>
                <a:ext cx="35" cy="30"/>
              </a:xfrm>
              <a:custGeom>
                <a:avLst/>
                <a:gdLst>
                  <a:gd name="T0" fmla="*/ 12 w 15"/>
                  <a:gd name="T1" fmla="*/ 0 h 13"/>
                  <a:gd name="T2" fmla="*/ 2 w 15"/>
                  <a:gd name="T3" fmla="*/ 0 h 13"/>
                  <a:gd name="T4" fmla="*/ 2 w 15"/>
                  <a:gd name="T5" fmla="*/ 13 h 13"/>
                  <a:gd name="T6" fmla="*/ 12 w 15"/>
                  <a:gd name="T7" fmla="*/ 13 h 13"/>
                  <a:gd name="T8" fmla="*/ 12 w 15"/>
                  <a:gd name="T9" fmla="*/ 0 h 13"/>
                </a:gdLst>
                <a:ahLst/>
                <a:cxnLst>
                  <a:cxn ang="0">
                    <a:pos x="T0" y="T1"/>
                  </a:cxn>
                  <a:cxn ang="0">
                    <a:pos x="T2" y="T3"/>
                  </a:cxn>
                  <a:cxn ang="0">
                    <a:pos x="T4" y="T5"/>
                  </a:cxn>
                  <a:cxn ang="0">
                    <a:pos x="T6" y="T7"/>
                  </a:cxn>
                  <a:cxn ang="0">
                    <a:pos x="T8" y="T9"/>
                  </a:cxn>
                </a:cxnLst>
                <a:rect l="0" t="0" r="r" b="b"/>
                <a:pathLst>
                  <a:path w="15" h="13">
                    <a:moveTo>
                      <a:pt x="12" y="0"/>
                    </a:moveTo>
                    <a:cubicBezTo>
                      <a:pt x="2" y="0"/>
                      <a:pt x="2" y="0"/>
                      <a:pt x="2" y="0"/>
                    </a:cubicBezTo>
                    <a:cubicBezTo>
                      <a:pt x="0" y="5"/>
                      <a:pt x="0" y="9"/>
                      <a:pt x="2" y="13"/>
                    </a:cubicBezTo>
                    <a:cubicBezTo>
                      <a:pt x="12" y="13"/>
                      <a:pt x="12" y="13"/>
                      <a:pt x="12" y="13"/>
                    </a:cubicBezTo>
                    <a:cubicBezTo>
                      <a:pt x="14" y="9"/>
                      <a:pt x="15" y="5"/>
                      <a:pt x="12" y="0"/>
                    </a:cubicBezTo>
                    <a:close/>
                  </a:path>
                </a:pathLst>
              </a:custGeom>
              <a:solidFill>
                <a:srgbClr val="F5A5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109"/>
              <p:cNvSpPr>
                <a:spLocks/>
              </p:cNvSpPr>
              <p:nvPr/>
            </p:nvSpPr>
            <p:spPr bwMode="auto">
              <a:xfrm>
                <a:off x="3126" y="1246"/>
                <a:ext cx="171" cy="324"/>
              </a:xfrm>
              <a:custGeom>
                <a:avLst/>
                <a:gdLst>
                  <a:gd name="T0" fmla="*/ 43 w 72"/>
                  <a:gd name="T1" fmla="*/ 137 h 137"/>
                  <a:gd name="T2" fmla="*/ 0 w 72"/>
                  <a:gd name="T3" fmla="*/ 128 h 137"/>
                  <a:gd name="T4" fmla="*/ 0 w 72"/>
                  <a:gd name="T5" fmla="*/ 7 h 137"/>
                  <a:gd name="T6" fmla="*/ 59 w 72"/>
                  <a:gd name="T7" fmla="*/ 44 h 137"/>
                  <a:gd name="T8" fmla="*/ 43 w 72"/>
                  <a:gd name="T9" fmla="*/ 137 h 137"/>
                </a:gdLst>
                <a:ahLst/>
                <a:cxnLst>
                  <a:cxn ang="0">
                    <a:pos x="T0" y="T1"/>
                  </a:cxn>
                  <a:cxn ang="0">
                    <a:pos x="T2" y="T3"/>
                  </a:cxn>
                  <a:cxn ang="0">
                    <a:pos x="T4" y="T5"/>
                  </a:cxn>
                  <a:cxn ang="0">
                    <a:pos x="T6" y="T7"/>
                  </a:cxn>
                  <a:cxn ang="0">
                    <a:pos x="T8" y="T9"/>
                  </a:cxn>
                </a:cxnLst>
                <a:rect l="0" t="0" r="r" b="b"/>
                <a:pathLst>
                  <a:path w="72" h="137">
                    <a:moveTo>
                      <a:pt x="43" y="137"/>
                    </a:moveTo>
                    <a:cubicBezTo>
                      <a:pt x="43" y="137"/>
                      <a:pt x="32" y="128"/>
                      <a:pt x="0" y="128"/>
                    </a:cubicBezTo>
                    <a:cubicBezTo>
                      <a:pt x="0" y="87"/>
                      <a:pt x="0" y="7"/>
                      <a:pt x="0" y="7"/>
                    </a:cubicBezTo>
                    <a:cubicBezTo>
                      <a:pt x="0" y="7"/>
                      <a:pt x="44" y="0"/>
                      <a:pt x="59" y="44"/>
                    </a:cubicBezTo>
                    <a:cubicBezTo>
                      <a:pt x="72" y="84"/>
                      <a:pt x="43" y="137"/>
                      <a:pt x="43" y="137"/>
                    </a:cubicBezTo>
                  </a:path>
                </a:pathLst>
              </a:custGeom>
              <a:solidFill>
                <a:srgbClr val="F5A5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110"/>
              <p:cNvSpPr>
                <a:spLocks/>
              </p:cNvSpPr>
              <p:nvPr/>
            </p:nvSpPr>
            <p:spPr bwMode="auto">
              <a:xfrm>
                <a:off x="2956" y="1246"/>
                <a:ext cx="170" cy="324"/>
              </a:xfrm>
              <a:custGeom>
                <a:avLst/>
                <a:gdLst>
                  <a:gd name="T0" fmla="*/ 29 w 72"/>
                  <a:gd name="T1" fmla="*/ 137 h 137"/>
                  <a:gd name="T2" fmla="*/ 72 w 72"/>
                  <a:gd name="T3" fmla="*/ 128 h 137"/>
                  <a:gd name="T4" fmla="*/ 72 w 72"/>
                  <a:gd name="T5" fmla="*/ 7 h 137"/>
                  <a:gd name="T6" fmla="*/ 14 w 72"/>
                  <a:gd name="T7" fmla="*/ 44 h 137"/>
                  <a:gd name="T8" fmla="*/ 29 w 72"/>
                  <a:gd name="T9" fmla="*/ 137 h 137"/>
                </a:gdLst>
                <a:ahLst/>
                <a:cxnLst>
                  <a:cxn ang="0">
                    <a:pos x="T0" y="T1"/>
                  </a:cxn>
                  <a:cxn ang="0">
                    <a:pos x="T2" y="T3"/>
                  </a:cxn>
                  <a:cxn ang="0">
                    <a:pos x="T4" y="T5"/>
                  </a:cxn>
                  <a:cxn ang="0">
                    <a:pos x="T6" y="T7"/>
                  </a:cxn>
                  <a:cxn ang="0">
                    <a:pos x="T8" y="T9"/>
                  </a:cxn>
                </a:cxnLst>
                <a:rect l="0" t="0" r="r" b="b"/>
                <a:pathLst>
                  <a:path w="72" h="137">
                    <a:moveTo>
                      <a:pt x="29" y="137"/>
                    </a:moveTo>
                    <a:cubicBezTo>
                      <a:pt x="29" y="137"/>
                      <a:pt x="41" y="128"/>
                      <a:pt x="72" y="128"/>
                    </a:cubicBezTo>
                    <a:cubicBezTo>
                      <a:pt x="72" y="87"/>
                      <a:pt x="72" y="7"/>
                      <a:pt x="72" y="7"/>
                    </a:cubicBezTo>
                    <a:cubicBezTo>
                      <a:pt x="72" y="7"/>
                      <a:pt x="29" y="0"/>
                      <a:pt x="14" y="44"/>
                    </a:cubicBezTo>
                    <a:cubicBezTo>
                      <a:pt x="0" y="84"/>
                      <a:pt x="29" y="137"/>
                      <a:pt x="29" y="137"/>
                    </a:cubicBezTo>
                  </a:path>
                </a:pathLst>
              </a:custGeom>
              <a:solidFill>
                <a:srgbClr val="EE9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Oval 111"/>
              <p:cNvSpPr>
                <a:spLocks noChangeArrowheads="1"/>
              </p:cNvSpPr>
              <p:nvPr/>
            </p:nvSpPr>
            <p:spPr bwMode="auto">
              <a:xfrm>
                <a:off x="3022" y="1284"/>
                <a:ext cx="213" cy="291"/>
              </a:xfrm>
              <a:prstGeom prst="ellipse">
                <a:avLst/>
              </a:prstGeom>
              <a:solidFill>
                <a:srgbClr val="FBDE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112"/>
              <p:cNvSpPr>
                <a:spLocks/>
              </p:cNvSpPr>
              <p:nvPr/>
            </p:nvSpPr>
            <p:spPr bwMode="auto">
              <a:xfrm>
                <a:off x="2994" y="1385"/>
                <a:ext cx="76" cy="95"/>
              </a:xfrm>
              <a:custGeom>
                <a:avLst/>
                <a:gdLst>
                  <a:gd name="T0" fmla="*/ 2 w 32"/>
                  <a:gd name="T1" fmla="*/ 21 h 40"/>
                  <a:gd name="T2" fmla="*/ 14 w 32"/>
                  <a:gd name="T3" fmla="*/ 1 h 40"/>
                  <a:gd name="T4" fmla="*/ 31 w 32"/>
                  <a:gd name="T5" fmla="*/ 18 h 40"/>
                  <a:gd name="T6" fmla="*/ 19 w 32"/>
                  <a:gd name="T7" fmla="*/ 39 h 40"/>
                  <a:gd name="T8" fmla="*/ 2 w 32"/>
                  <a:gd name="T9" fmla="*/ 21 h 40"/>
                </a:gdLst>
                <a:ahLst/>
                <a:cxnLst>
                  <a:cxn ang="0">
                    <a:pos x="T0" y="T1"/>
                  </a:cxn>
                  <a:cxn ang="0">
                    <a:pos x="T2" y="T3"/>
                  </a:cxn>
                  <a:cxn ang="0">
                    <a:pos x="T4" y="T5"/>
                  </a:cxn>
                  <a:cxn ang="0">
                    <a:pos x="T6" y="T7"/>
                  </a:cxn>
                  <a:cxn ang="0">
                    <a:pos x="T8" y="T9"/>
                  </a:cxn>
                </a:cxnLst>
                <a:rect l="0" t="0" r="r" b="b"/>
                <a:pathLst>
                  <a:path w="32" h="40">
                    <a:moveTo>
                      <a:pt x="2" y="21"/>
                    </a:moveTo>
                    <a:cubicBezTo>
                      <a:pt x="0" y="11"/>
                      <a:pt x="6" y="2"/>
                      <a:pt x="14" y="1"/>
                    </a:cubicBezTo>
                    <a:cubicBezTo>
                      <a:pt x="22" y="0"/>
                      <a:pt x="30" y="8"/>
                      <a:pt x="31" y="18"/>
                    </a:cubicBezTo>
                    <a:cubicBezTo>
                      <a:pt x="32" y="29"/>
                      <a:pt x="27" y="38"/>
                      <a:pt x="19" y="39"/>
                    </a:cubicBezTo>
                    <a:cubicBezTo>
                      <a:pt x="11" y="40"/>
                      <a:pt x="3" y="32"/>
                      <a:pt x="2" y="21"/>
                    </a:cubicBezTo>
                  </a:path>
                </a:pathLst>
              </a:custGeom>
              <a:solidFill>
                <a:srgbClr val="FBDE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113"/>
              <p:cNvSpPr>
                <a:spLocks/>
              </p:cNvSpPr>
              <p:nvPr/>
            </p:nvSpPr>
            <p:spPr bwMode="auto">
              <a:xfrm>
                <a:off x="3186" y="1385"/>
                <a:ext cx="75" cy="95"/>
              </a:xfrm>
              <a:custGeom>
                <a:avLst/>
                <a:gdLst>
                  <a:gd name="T0" fmla="*/ 13 w 32"/>
                  <a:gd name="T1" fmla="*/ 39 h 40"/>
                  <a:gd name="T2" fmla="*/ 1 w 32"/>
                  <a:gd name="T3" fmla="*/ 18 h 40"/>
                  <a:gd name="T4" fmla="*/ 18 w 32"/>
                  <a:gd name="T5" fmla="*/ 1 h 40"/>
                  <a:gd name="T6" fmla="*/ 31 w 32"/>
                  <a:gd name="T7" fmla="*/ 21 h 40"/>
                  <a:gd name="T8" fmla="*/ 13 w 32"/>
                  <a:gd name="T9" fmla="*/ 39 h 40"/>
                </a:gdLst>
                <a:ahLst/>
                <a:cxnLst>
                  <a:cxn ang="0">
                    <a:pos x="T0" y="T1"/>
                  </a:cxn>
                  <a:cxn ang="0">
                    <a:pos x="T2" y="T3"/>
                  </a:cxn>
                  <a:cxn ang="0">
                    <a:pos x="T4" y="T5"/>
                  </a:cxn>
                  <a:cxn ang="0">
                    <a:pos x="T6" y="T7"/>
                  </a:cxn>
                  <a:cxn ang="0">
                    <a:pos x="T8" y="T9"/>
                  </a:cxn>
                </a:cxnLst>
                <a:rect l="0" t="0" r="r" b="b"/>
                <a:pathLst>
                  <a:path w="32" h="40">
                    <a:moveTo>
                      <a:pt x="13" y="39"/>
                    </a:moveTo>
                    <a:cubicBezTo>
                      <a:pt x="5" y="38"/>
                      <a:pt x="0" y="29"/>
                      <a:pt x="1" y="18"/>
                    </a:cubicBezTo>
                    <a:cubicBezTo>
                      <a:pt x="3" y="8"/>
                      <a:pt x="10" y="0"/>
                      <a:pt x="18" y="1"/>
                    </a:cubicBezTo>
                    <a:cubicBezTo>
                      <a:pt x="27" y="2"/>
                      <a:pt x="32" y="11"/>
                      <a:pt x="31" y="21"/>
                    </a:cubicBezTo>
                    <a:cubicBezTo>
                      <a:pt x="29" y="32"/>
                      <a:pt x="22" y="40"/>
                      <a:pt x="13" y="39"/>
                    </a:cubicBezTo>
                  </a:path>
                </a:pathLst>
              </a:custGeom>
              <a:solidFill>
                <a:srgbClr val="FBDE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114"/>
              <p:cNvSpPr>
                <a:spLocks/>
              </p:cNvSpPr>
              <p:nvPr/>
            </p:nvSpPr>
            <p:spPr bwMode="auto">
              <a:xfrm>
                <a:off x="3022" y="1284"/>
                <a:ext cx="107" cy="291"/>
              </a:xfrm>
              <a:custGeom>
                <a:avLst/>
                <a:gdLst>
                  <a:gd name="T0" fmla="*/ 0 w 45"/>
                  <a:gd name="T1" fmla="*/ 57 h 123"/>
                  <a:gd name="T2" fmla="*/ 45 w 45"/>
                  <a:gd name="T3" fmla="*/ 0 h 123"/>
                  <a:gd name="T4" fmla="*/ 45 w 45"/>
                  <a:gd name="T5" fmla="*/ 123 h 123"/>
                  <a:gd name="T6" fmla="*/ 0 w 45"/>
                  <a:gd name="T7" fmla="*/ 57 h 123"/>
                </a:gdLst>
                <a:ahLst/>
                <a:cxnLst>
                  <a:cxn ang="0">
                    <a:pos x="T0" y="T1"/>
                  </a:cxn>
                  <a:cxn ang="0">
                    <a:pos x="T2" y="T3"/>
                  </a:cxn>
                  <a:cxn ang="0">
                    <a:pos x="T4" y="T5"/>
                  </a:cxn>
                  <a:cxn ang="0">
                    <a:pos x="T6" y="T7"/>
                  </a:cxn>
                </a:cxnLst>
                <a:rect l="0" t="0" r="r" b="b"/>
                <a:pathLst>
                  <a:path w="45" h="123">
                    <a:moveTo>
                      <a:pt x="0" y="57"/>
                    </a:moveTo>
                    <a:cubicBezTo>
                      <a:pt x="0" y="20"/>
                      <a:pt x="20" y="0"/>
                      <a:pt x="45" y="0"/>
                    </a:cubicBezTo>
                    <a:cubicBezTo>
                      <a:pt x="45" y="123"/>
                      <a:pt x="45" y="123"/>
                      <a:pt x="45" y="123"/>
                    </a:cubicBezTo>
                    <a:cubicBezTo>
                      <a:pt x="20" y="123"/>
                      <a:pt x="0" y="93"/>
                      <a:pt x="0" y="57"/>
                    </a:cubicBezTo>
                  </a:path>
                </a:pathLst>
              </a:custGeom>
              <a:solidFill>
                <a:srgbClr val="FBDE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115"/>
              <p:cNvSpPr>
                <a:spLocks/>
              </p:cNvSpPr>
              <p:nvPr/>
            </p:nvSpPr>
            <p:spPr bwMode="auto">
              <a:xfrm>
                <a:off x="3133" y="1407"/>
                <a:ext cx="107" cy="16"/>
              </a:xfrm>
              <a:custGeom>
                <a:avLst/>
                <a:gdLst>
                  <a:gd name="T0" fmla="*/ 41 w 45"/>
                  <a:gd name="T1" fmla="*/ 7 h 7"/>
                  <a:gd name="T2" fmla="*/ 36 w 45"/>
                  <a:gd name="T3" fmla="*/ 3 h 7"/>
                  <a:gd name="T4" fmla="*/ 6 w 45"/>
                  <a:gd name="T5" fmla="*/ 4 h 7"/>
                  <a:gd name="T6" fmla="*/ 2 w 45"/>
                  <a:gd name="T7" fmla="*/ 7 h 7"/>
                  <a:gd name="T8" fmla="*/ 0 w 45"/>
                  <a:gd name="T9" fmla="*/ 7 h 7"/>
                  <a:gd name="T10" fmla="*/ 6 w 45"/>
                  <a:gd name="T11" fmla="*/ 2 h 7"/>
                  <a:gd name="T12" fmla="*/ 21 w 45"/>
                  <a:gd name="T13" fmla="*/ 0 h 7"/>
                  <a:gd name="T14" fmla="*/ 36 w 45"/>
                  <a:gd name="T15" fmla="*/ 1 h 7"/>
                  <a:gd name="T16" fmla="*/ 44 w 45"/>
                  <a:gd name="T17" fmla="*/ 6 h 7"/>
                  <a:gd name="T18" fmla="*/ 45 w 45"/>
                  <a:gd name="T19" fmla="*/ 7 h 7"/>
                  <a:gd name="T20" fmla="*/ 45 w 45"/>
                  <a:gd name="T21" fmla="*/ 7 h 7"/>
                  <a:gd name="T22" fmla="*/ 41 w 45"/>
                  <a:gd name="T23"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5" h="7">
                    <a:moveTo>
                      <a:pt x="41" y="7"/>
                    </a:moveTo>
                    <a:cubicBezTo>
                      <a:pt x="40" y="5"/>
                      <a:pt x="38" y="4"/>
                      <a:pt x="36" y="3"/>
                    </a:cubicBezTo>
                    <a:cubicBezTo>
                      <a:pt x="26" y="2"/>
                      <a:pt x="16" y="2"/>
                      <a:pt x="6" y="4"/>
                    </a:cubicBezTo>
                    <a:cubicBezTo>
                      <a:pt x="4" y="4"/>
                      <a:pt x="3" y="5"/>
                      <a:pt x="2" y="7"/>
                    </a:cubicBezTo>
                    <a:cubicBezTo>
                      <a:pt x="0" y="7"/>
                      <a:pt x="0" y="7"/>
                      <a:pt x="0" y="7"/>
                    </a:cubicBezTo>
                    <a:cubicBezTo>
                      <a:pt x="1" y="4"/>
                      <a:pt x="3" y="2"/>
                      <a:pt x="6" y="2"/>
                    </a:cubicBezTo>
                    <a:cubicBezTo>
                      <a:pt x="11" y="1"/>
                      <a:pt x="16" y="0"/>
                      <a:pt x="21" y="0"/>
                    </a:cubicBezTo>
                    <a:cubicBezTo>
                      <a:pt x="26" y="0"/>
                      <a:pt x="31" y="1"/>
                      <a:pt x="36" y="1"/>
                    </a:cubicBezTo>
                    <a:cubicBezTo>
                      <a:pt x="38" y="2"/>
                      <a:pt x="44" y="6"/>
                      <a:pt x="44" y="6"/>
                    </a:cubicBezTo>
                    <a:cubicBezTo>
                      <a:pt x="44" y="6"/>
                      <a:pt x="45" y="6"/>
                      <a:pt x="45" y="7"/>
                    </a:cubicBezTo>
                    <a:cubicBezTo>
                      <a:pt x="45" y="7"/>
                      <a:pt x="45" y="7"/>
                      <a:pt x="45" y="7"/>
                    </a:cubicBezTo>
                    <a:cubicBezTo>
                      <a:pt x="41" y="7"/>
                      <a:pt x="41" y="7"/>
                      <a:pt x="41" y="7"/>
                    </a:cubicBezTo>
                  </a:path>
                </a:pathLst>
              </a:custGeom>
              <a:solidFill>
                <a:srgbClr val="0C2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116"/>
              <p:cNvSpPr>
                <a:spLocks/>
              </p:cNvSpPr>
              <p:nvPr/>
            </p:nvSpPr>
            <p:spPr bwMode="auto">
              <a:xfrm>
                <a:off x="3136" y="1414"/>
                <a:ext cx="64" cy="54"/>
              </a:xfrm>
              <a:custGeom>
                <a:avLst/>
                <a:gdLst>
                  <a:gd name="T0" fmla="*/ 21 w 27"/>
                  <a:gd name="T1" fmla="*/ 0 h 23"/>
                  <a:gd name="T2" fmla="*/ 5 w 27"/>
                  <a:gd name="T3" fmla="*/ 1 h 23"/>
                  <a:gd name="T4" fmla="*/ 0 w 27"/>
                  <a:gd name="T5" fmla="*/ 7 h 23"/>
                  <a:gd name="T6" fmla="*/ 2 w 27"/>
                  <a:gd name="T7" fmla="*/ 17 h 23"/>
                  <a:gd name="T8" fmla="*/ 8 w 27"/>
                  <a:gd name="T9" fmla="*/ 23 h 23"/>
                  <a:gd name="T10" fmla="*/ 20 w 27"/>
                  <a:gd name="T11" fmla="*/ 23 h 23"/>
                  <a:gd name="T12" fmla="*/ 27 w 27"/>
                  <a:gd name="T13" fmla="*/ 23 h 23"/>
                  <a:gd name="T14" fmla="*/ 22 w 27"/>
                  <a:gd name="T15" fmla="*/ 6 h 23"/>
                  <a:gd name="T16" fmla="*/ 24 w 27"/>
                  <a:gd name="T17" fmla="*/ 0 h 23"/>
                  <a:gd name="T18" fmla="*/ 21 w 27"/>
                  <a:gd name="T1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23">
                    <a:moveTo>
                      <a:pt x="21" y="0"/>
                    </a:moveTo>
                    <a:cubicBezTo>
                      <a:pt x="16" y="0"/>
                      <a:pt x="10" y="0"/>
                      <a:pt x="5" y="1"/>
                    </a:cubicBezTo>
                    <a:cubicBezTo>
                      <a:pt x="2" y="2"/>
                      <a:pt x="0" y="5"/>
                      <a:pt x="0" y="7"/>
                    </a:cubicBezTo>
                    <a:cubicBezTo>
                      <a:pt x="0" y="11"/>
                      <a:pt x="1" y="14"/>
                      <a:pt x="2" y="17"/>
                    </a:cubicBezTo>
                    <a:cubicBezTo>
                      <a:pt x="3" y="20"/>
                      <a:pt x="5" y="23"/>
                      <a:pt x="8" y="23"/>
                    </a:cubicBezTo>
                    <a:cubicBezTo>
                      <a:pt x="12" y="23"/>
                      <a:pt x="16" y="23"/>
                      <a:pt x="20" y="23"/>
                    </a:cubicBezTo>
                    <a:cubicBezTo>
                      <a:pt x="22" y="23"/>
                      <a:pt x="25" y="23"/>
                      <a:pt x="27" y="23"/>
                    </a:cubicBezTo>
                    <a:cubicBezTo>
                      <a:pt x="23" y="19"/>
                      <a:pt x="21" y="13"/>
                      <a:pt x="22" y="6"/>
                    </a:cubicBezTo>
                    <a:cubicBezTo>
                      <a:pt x="23" y="4"/>
                      <a:pt x="23" y="2"/>
                      <a:pt x="24" y="0"/>
                    </a:cubicBezTo>
                    <a:cubicBezTo>
                      <a:pt x="23" y="0"/>
                      <a:pt x="22" y="0"/>
                      <a:pt x="21" y="0"/>
                    </a:cubicBezTo>
                  </a:path>
                </a:pathLst>
              </a:custGeom>
              <a:solidFill>
                <a:srgbClr val="FBE1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117"/>
              <p:cNvSpPr>
                <a:spLocks/>
              </p:cNvSpPr>
              <p:nvPr/>
            </p:nvSpPr>
            <p:spPr bwMode="auto">
              <a:xfrm>
                <a:off x="3186" y="1414"/>
                <a:ext cx="45" cy="54"/>
              </a:xfrm>
              <a:custGeom>
                <a:avLst/>
                <a:gdLst>
                  <a:gd name="T0" fmla="*/ 3 w 19"/>
                  <a:gd name="T1" fmla="*/ 0 h 23"/>
                  <a:gd name="T2" fmla="*/ 1 w 19"/>
                  <a:gd name="T3" fmla="*/ 6 h 23"/>
                  <a:gd name="T4" fmla="*/ 6 w 19"/>
                  <a:gd name="T5" fmla="*/ 23 h 23"/>
                  <a:gd name="T6" fmla="*/ 11 w 19"/>
                  <a:gd name="T7" fmla="*/ 23 h 23"/>
                  <a:gd name="T8" fmla="*/ 18 w 19"/>
                  <a:gd name="T9" fmla="*/ 17 h 23"/>
                  <a:gd name="T10" fmla="*/ 19 w 19"/>
                  <a:gd name="T11" fmla="*/ 7 h 23"/>
                  <a:gd name="T12" fmla="*/ 14 w 19"/>
                  <a:gd name="T13" fmla="*/ 1 h 23"/>
                  <a:gd name="T14" fmla="*/ 3 w 19"/>
                  <a:gd name="T15" fmla="*/ 0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23">
                    <a:moveTo>
                      <a:pt x="3" y="0"/>
                    </a:moveTo>
                    <a:cubicBezTo>
                      <a:pt x="2" y="2"/>
                      <a:pt x="2" y="4"/>
                      <a:pt x="1" y="6"/>
                    </a:cubicBezTo>
                    <a:cubicBezTo>
                      <a:pt x="0" y="13"/>
                      <a:pt x="2" y="19"/>
                      <a:pt x="6" y="23"/>
                    </a:cubicBezTo>
                    <a:cubicBezTo>
                      <a:pt x="8" y="23"/>
                      <a:pt x="10" y="23"/>
                      <a:pt x="11" y="23"/>
                    </a:cubicBezTo>
                    <a:cubicBezTo>
                      <a:pt x="14" y="23"/>
                      <a:pt x="17" y="20"/>
                      <a:pt x="18" y="17"/>
                    </a:cubicBezTo>
                    <a:cubicBezTo>
                      <a:pt x="18" y="14"/>
                      <a:pt x="19" y="11"/>
                      <a:pt x="19" y="7"/>
                    </a:cubicBezTo>
                    <a:cubicBezTo>
                      <a:pt x="19" y="4"/>
                      <a:pt x="17" y="2"/>
                      <a:pt x="14" y="1"/>
                    </a:cubicBezTo>
                    <a:cubicBezTo>
                      <a:pt x="10" y="1"/>
                      <a:pt x="7" y="0"/>
                      <a:pt x="3" y="0"/>
                    </a:cubicBezTo>
                  </a:path>
                </a:pathLst>
              </a:custGeom>
              <a:solidFill>
                <a:srgbClr val="FBE1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118"/>
              <p:cNvSpPr>
                <a:spLocks noEditPoints="1"/>
              </p:cNvSpPr>
              <p:nvPr/>
            </p:nvSpPr>
            <p:spPr bwMode="auto">
              <a:xfrm>
                <a:off x="3131" y="1409"/>
                <a:ext cx="109" cy="64"/>
              </a:xfrm>
              <a:custGeom>
                <a:avLst/>
                <a:gdLst>
                  <a:gd name="T0" fmla="*/ 0 w 46"/>
                  <a:gd name="T1" fmla="*/ 10 h 27"/>
                  <a:gd name="T2" fmla="*/ 2 w 46"/>
                  <a:gd name="T3" fmla="*/ 20 h 27"/>
                  <a:gd name="T4" fmla="*/ 10 w 46"/>
                  <a:gd name="T5" fmla="*/ 27 h 27"/>
                  <a:gd name="T6" fmla="*/ 22 w 46"/>
                  <a:gd name="T7" fmla="*/ 27 h 27"/>
                  <a:gd name="T8" fmla="*/ 35 w 46"/>
                  <a:gd name="T9" fmla="*/ 27 h 27"/>
                  <a:gd name="T10" fmla="*/ 42 w 46"/>
                  <a:gd name="T11" fmla="*/ 20 h 27"/>
                  <a:gd name="T12" fmla="*/ 43 w 46"/>
                  <a:gd name="T13" fmla="*/ 16 h 27"/>
                  <a:gd name="T14" fmla="*/ 45 w 46"/>
                  <a:gd name="T15" fmla="*/ 14 h 27"/>
                  <a:gd name="T16" fmla="*/ 46 w 46"/>
                  <a:gd name="T17" fmla="*/ 13 h 27"/>
                  <a:gd name="T18" fmla="*/ 46 w 46"/>
                  <a:gd name="T19" fmla="*/ 6 h 27"/>
                  <a:gd name="T20" fmla="*/ 45 w 46"/>
                  <a:gd name="T21" fmla="*/ 5 h 27"/>
                  <a:gd name="T22" fmla="*/ 37 w 46"/>
                  <a:gd name="T23" fmla="*/ 1 h 27"/>
                  <a:gd name="T24" fmla="*/ 22 w 46"/>
                  <a:gd name="T25" fmla="*/ 0 h 27"/>
                  <a:gd name="T26" fmla="*/ 7 w 46"/>
                  <a:gd name="T27" fmla="*/ 1 h 27"/>
                  <a:gd name="T28" fmla="*/ 0 w 46"/>
                  <a:gd name="T29" fmla="*/ 10 h 27"/>
                  <a:gd name="T30" fmla="*/ 2 w 46"/>
                  <a:gd name="T31" fmla="*/ 9 h 27"/>
                  <a:gd name="T32" fmla="*/ 7 w 46"/>
                  <a:gd name="T33" fmla="*/ 3 h 27"/>
                  <a:gd name="T34" fmla="*/ 37 w 46"/>
                  <a:gd name="T35" fmla="*/ 3 h 27"/>
                  <a:gd name="T36" fmla="*/ 42 w 46"/>
                  <a:gd name="T37" fmla="*/ 9 h 27"/>
                  <a:gd name="T38" fmla="*/ 41 w 46"/>
                  <a:gd name="T39" fmla="*/ 19 h 27"/>
                  <a:gd name="T40" fmla="*/ 34 w 46"/>
                  <a:gd name="T41" fmla="*/ 25 h 27"/>
                  <a:gd name="T42" fmla="*/ 10 w 46"/>
                  <a:gd name="T43" fmla="*/ 25 h 27"/>
                  <a:gd name="T44" fmla="*/ 4 w 46"/>
                  <a:gd name="T45" fmla="*/ 19 h 27"/>
                  <a:gd name="T46" fmla="*/ 2 w 46"/>
                  <a:gd name="T47" fmla="*/ 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6" h="27">
                    <a:moveTo>
                      <a:pt x="0" y="10"/>
                    </a:moveTo>
                    <a:cubicBezTo>
                      <a:pt x="1" y="13"/>
                      <a:pt x="1" y="17"/>
                      <a:pt x="2" y="20"/>
                    </a:cubicBezTo>
                    <a:cubicBezTo>
                      <a:pt x="3" y="23"/>
                      <a:pt x="7" y="27"/>
                      <a:pt x="10" y="27"/>
                    </a:cubicBezTo>
                    <a:cubicBezTo>
                      <a:pt x="14" y="27"/>
                      <a:pt x="18" y="27"/>
                      <a:pt x="22" y="27"/>
                    </a:cubicBezTo>
                    <a:cubicBezTo>
                      <a:pt x="26" y="27"/>
                      <a:pt x="30" y="27"/>
                      <a:pt x="35" y="27"/>
                    </a:cubicBezTo>
                    <a:cubicBezTo>
                      <a:pt x="38" y="27"/>
                      <a:pt x="41" y="23"/>
                      <a:pt x="42" y="20"/>
                    </a:cubicBezTo>
                    <a:cubicBezTo>
                      <a:pt x="43" y="19"/>
                      <a:pt x="43" y="18"/>
                      <a:pt x="43" y="16"/>
                    </a:cubicBezTo>
                    <a:cubicBezTo>
                      <a:pt x="43" y="16"/>
                      <a:pt x="44" y="14"/>
                      <a:pt x="45" y="14"/>
                    </a:cubicBezTo>
                    <a:cubicBezTo>
                      <a:pt x="45" y="14"/>
                      <a:pt x="46" y="14"/>
                      <a:pt x="46" y="13"/>
                    </a:cubicBezTo>
                    <a:cubicBezTo>
                      <a:pt x="46" y="11"/>
                      <a:pt x="46" y="9"/>
                      <a:pt x="46" y="6"/>
                    </a:cubicBezTo>
                    <a:cubicBezTo>
                      <a:pt x="46" y="6"/>
                      <a:pt x="45" y="5"/>
                      <a:pt x="45" y="5"/>
                    </a:cubicBezTo>
                    <a:cubicBezTo>
                      <a:pt x="45" y="5"/>
                      <a:pt x="39" y="2"/>
                      <a:pt x="37" y="1"/>
                    </a:cubicBezTo>
                    <a:cubicBezTo>
                      <a:pt x="32" y="0"/>
                      <a:pt x="27" y="0"/>
                      <a:pt x="22" y="0"/>
                    </a:cubicBezTo>
                    <a:cubicBezTo>
                      <a:pt x="17" y="0"/>
                      <a:pt x="12" y="1"/>
                      <a:pt x="7" y="1"/>
                    </a:cubicBezTo>
                    <a:cubicBezTo>
                      <a:pt x="3" y="2"/>
                      <a:pt x="0" y="6"/>
                      <a:pt x="0" y="10"/>
                    </a:cubicBezTo>
                    <a:close/>
                    <a:moveTo>
                      <a:pt x="2" y="9"/>
                    </a:moveTo>
                    <a:cubicBezTo>
                      <a:pt x="2" y="7"/>
                      <a:pt x="4" y="4"/>
                      <a:pt x="7" y="3"/>
                    </a:cubicBezTo>
                    <a:cubicBezTo>
                      <a:pt x="17" y="2"/>
                      <a:pt x="27" y="2"/>
                      <a:pt x="37" y="3"/>
                    </a:cubicBezTo>
                    <a:cubicBezTo>
                      <a:pt x="40" y="4"/>
                      <a:pt x="42" y="6"/>
                      <a:pt x="42" y="9"/>
                    </a:cubicBezTo>
                    <a:cubicBezTo>
                      <a:pt x="42" y="13"/>
                      <a:pt x="41" y="16"/>
                      <a:pt x="41" y="19"/>
                    </a:cubicBezTo>
                    <a:cubicBezTo>
                      <a:pt x="40" y="22"/>
                      <a:pt x="37" y="25"/>
                      <a:pt x="34" y="25"/>
                    </a:cubicBezTo>
                    <a:cubicBezTo>
                      <a:pt x="26" y="25"/>
                      <a:pt x="18" y="25"/>
                      <a:pt x="10" y="25"/>
                    </a:cubicBezTo>
                    <a:cubicBezTo>
                      <a:pt x="7" y="25"/>
                      <a:pt x="5" y="22"/>
                      <a:pt x="4" y="19"/>
                    </a:cubicBezTo>
                    <a:cubicBezTo>
                      <a:pt x="3" y="16"/>
                      <a:pt x="2" y="13"/>
                      <a:pt x="2" y="9"/>
                    </a:cubicBezTo>
                    <a:close/>
                  </a:path>
                </a:pathLst>
              </a:custGeom>
              <a:solidFill>
                <a:srgbClr val="0C2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119"/>
              <p:cNvSpPr>
                <a:spLocks/>
              </p:cNvSpPr>
              <p:nvPr/>
            </p:nvSpPr>
            <p:spPr bwMode="auto">
              <a:xfrm>
                <a:off x="3141" y="1412"/>
                <a:ext cx="92" cy="49"/>
              </a:xfrm>
              <a:custGeom>
                <a:avLst/>
                <a:gdLst>
                  <a:gd name="T0" fmla="*/ 35 w 39"/>
                  <a:gd name="T1" fmla="*/ 21 h 21"/>
                  <a:gd name="T2" fmla="*/ 37 w 39"/>
                  <a:gd name="T3" fmla="*/ 18 h 21"/>
                  <a:gd name="T4" fmla="*/ 38 w 39"/>
                  <a:gd name="T5" fmla="*/ 8 h 21"/>
                  <a:gd name="T6" fmla="*/ 33 w 39"/>
                  <a:gd name="T7" fmla="*/ 2 h 21"/>
                  <a:gd name="T8" fmla="*/ 3 w 39"/>
                  <a:gd name="T9" fmla="*/ 2 h 21"/>
                  <a:gd name="T10" fmla="*/ 0 w 39"/>
                  <a:gd name="T11" fmla="*/ 4 h 21"/>
                  <a:gd name="T12" fmla="*/ 4 w 39"/>
                  <a:gd name="T13" fmla="*/ 2 h 21"/>
                  <a:gd name="T14" fmla="*/ 34 w 39"/>
                  <a:gd name="T15" fmla="*/ 2 h 21"/>
                  <a:gd name="T16" fmla="*/ 39 w 39"/>
                  <a:gd name="T17" fmla="*/ 8 h 21"/>
                  <a:gd name="T18" fmla="*/ 37 w 39"/>
                  <a:gd name="T19" fmla="*/ 18 h 21"/>
                  <a:gd name="T20" fmla="*/ 35 w 39"/>
                  <a:gd name="T21"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21">
                    <a:moveTo>
                      <a:pt x="35" y="21"/>
                    </a:moveTo>
                    <a:cubicBezTo>
                      <a:pt x="36" y="20"/>
                      <a:pt x="36" y="19"/>
                      <a:pt x="37" y="18"/>
                    </a:cubicBezTo>
                    <a:cubicBezTo>
                      <a:pt x="37" y="15"/>
                      <a:pt x="38" y="12"/>
                      <a:pt x="38" y="8"/>
                    </a:cubicBezTo>
                    <a:cubicBezTo>
                      <a:pt x="38" y="5"/>
                      <a:pt x="36" y="3"/>
                      <a:pt x="33" y="2"/>
                    </a:cubicBezTo>
                    <a:cubicBezTo>
                      <a:pt x="23" y="1"/>
                      <a:pt x="13" y="1"/>
                      <a:pt x="3" y="2"/>
                    </a:cubicBezTo>
                    <a:cubicBezTo>
                      <a:pt x="2" y="3"/>
                      <a:pt x="1" y="3"/>
                      <a:pt x="0" y="4"/>
                    </a:cubicBezTo>
                    <a:cubicBezTo>
                      <a:pt x="1" y="3"/>
                      <a:pt x="2" y="2"/>
                      <a:pt x="4" y="2"/>
                    </a:cubicBezTo>
                    <a:cubicBezTo>
                      <a:pt x="14" y="0"/>
                      <a:pt x="24" y="0"/>
                      <a:pt x="34" y="2"/>
                    </a:cubicBezTo>
                    <a:cubicBezTo>
                      <a:pt x="36" y="2"/>
                      <a:pt x="39" y="5"/>
                      <a:pt x="39" y="8"/>
                    </a:cubicBezTo>
                    <a:cubicBezTo>
                      <a:pt x="39" y="11"/>
                      <a:pt x="38" y="14"/>
                      <a:pt x="37" y="18"/>
                    </a:cubicBezTo>
                    <a:cubicBezTo>
                      <a:pt x="37" y="19"/>
                      <a:pt x="36" y="20"/>
                      <a:pt x="35" y="21"/>
                    </a:cubicBezTo>
                    <a:close/>
                  </a:path>
                </a:pathLst>
              </a:custGeom>
              <a:solidFill>
                <a:srgbClr val="2C56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120"/>
              <p:cNvSpPr>
                <a:spLocks/>
              </p:cNvSpPr>
              <p:nvPr/>
            </p:nvSpPr>
            <p:spPr bwMode="auto">
              <a:xfrm>
                <a:off x="3013" y="1407"/>
                <a:ext cx="106" cy="16"/>
              </a:xfrm>
              <a:custGeom>
                <a:avLst/>
                <a:gdLst>
                  <a:gd name="T0" fmla="*/ 4 w 45"/>
                  <a:gd name="T1" fmla="*/ 7 h 7"/>
                  <a:gd name="T2" fmla="*/ 9 w 45"/>
                  <a:gd name="T3" fmla="*/ 3 h 7"/>
                  <a:gd name="T4" fmla="*/ 38 w 45"/>
                  <a:gd name="T5" fmla="*/ 4 h 7"/>
                  <a:gd name="T6" fmla="*/ 43 w 45"/>
                  <a:gd name="T7" fmla="*/ 7 h 7"/>
                  <a:gd name="T8" fmla="*/ 45 w 45"/>
                  <a:gd name="T9" fmla="*/ 7 h 7"/>
                  <a:gd name="T10" fmla="*/ 38 w 45"/>
                  <a:gd name="T11" fmla="*/ 2 h 7"/>
                  <a:gd name="T12" fmla="*/ 24 w 45"/>
                  <a:gd name="T13" fmla="*/ 0 h 7"/>
                  <a:gd name="T14" fmla="*/ 9 w 45"/>
                  <a:gd name="T15" fmla="*/ 1 h 7"/>
                  <a:gd name="T16" fmla="*/ 1 w 45"/>
                  <a:gd name="T17" fmla="*/ 6 h 7"/>
                  <a:gd name="T18" fmla="*/ 0 w 45"/>
                  <a:gd name="T19" fmla="*/ 7 h 7"/>
                  <a:gd name="T20" fmla="*/ 0 w 45"/>
                  <a:gd name="T21" fmla="*/ 7 h 7"/>
                  <a:gd name="T22" fmla="*/ 4 w 45"/>
                  <a:gd name="T23"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5" h="7">
                    <a:moveTo>
                      <a:pt x="4" y="7"/>
                    </a:moveTo>
                    <a:cubicBezTo>
                      <a:pt x="5" y="5"/>
                      <a:pt x="7" y="4"/>
                      <a:pt x="9" y="3"/>
                    </a:cubicBezTo>
                    <a:cubicBezTo>
                      <a:pt x="19" y="2"/>
                      <a:pt x="29" y="2"/>
                      <a:pt x="38" y="4"/>
                    </a:cubicBezTo>
                    <a:cubicBezTo>
                      <a:pt x="40" y="4"/>
                      <a:pt x="42" y="5"/>
                      <a:pt x="43" y="7"/>
                    </a:cubicBezTo>
                    <a:cubicBezTo>
                      <a:pt x="45" y="7"/>
                      <a:pt x="45" y="7"/>
                      <a:pt x="45" y="7"/>
                    </a:cubicBezTo>
                    <a:cubicBezTo>
                      <a:pt x="44" y="4"/>
                      <a:pt x="41" y="2"/>
                      <a:pt x="38" y="2"/>
                    </a:cubicBezTo>
                    <a:cubicBezTo>
                      <a:pt x="34" y="1"/>
                      <a:pt x="29" y="0"/>
                      <a:pt x="24" y="0"/>
                    </a:cubicBezTo>
                    <a:cubicBezTo>
                      <a:pt x="19" y="0"/>
                      <a:pt x="14" y="1"/>
                      <a:pt x="9" y="1"/>
                    </a:cubicBezTo>
                    <a:cubicBezTo>
                      <a:pt x="6" y="2"/>
                      <a:pt x="1" y="6"/>
                      <a:pt x="1" y="6"/>
                    </a:cubicBezTo>
                    <a:cubicBezTo>
                      <a:pt x="0" y="6"/>
                      <a:pt x="0" y="6"/>
                      <a:pt x="0" y="7"/>
                    </a:cubicBezTo>
                    <a:cubicBezTo>
                      <a:pt x="0" y="7"/>
                      <a:pt x="0" y="7"/>
                      <a:pt x="0" y="7"/>
                    </a:cubicBezTo>
                    <a:cubicBezTo>
                      <a:pt x="4" y="7"/>
                      <a:pt x="4" y="7"/>
                      <a:pt x="4" y="7"/>
                    </a:cubicBezTo>
                  </a:path>
                </a:pathLst>
              </a:custGeom>
              <a:solidFill>
                <a:srgbClr val="0C2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121"/>
              <p:cNvSpPr>
                <a:spLocks/>
              </p:cNvSpPr>
              <p:nvPr/>
            </p:nvSpPr>
            <p:spPr bwMode="auto">
              <a:xfrm>
                <a:off x="3022" y="1426"/>
                <a:ext cx="3" cy="30"/>
              </a:xfrm>
              <a:custGeom>
                <a:avLst/>
                <a:gdLst>
                  <a:gd name="T0" fmla="*/ 0 w 1"/>
                  <a:gd name="T1" fmla="*/ 0 h 13"/>
                  <a:gd name="T2" fmla="*/ 0 w 1"/>
                  <a:gd name="T3" fmla="*/ 2 h 13"/>
                  <a:gd name="T4" fmla="*/ 1 w 1"/>
                  <a:gd name="T5" fmla="*/ 12 h 13"/>
                  <a:gd name="T6" fmla="*/ 1 w 1"/>
                  <a:gd name="T7" fmla="*/ 13 h 13"/>
                  <a:gd name="T8" fmla="*/ 0 w 1"/>
                  <a:gd name="T9" fmla="*/ 0 h 13"/>
                </a:gdLst>
                <a:ahLst/>
                <a:cxnLst>
                  <a:cxn ang="0">
                    <a:pos x="T0" y="T1"/>
                  </a:cxn>
                  <a:cxn ang="0">
                    <a:pos x="T2" y="T3"/>
                  </a:cxn>
                  <a:cxn ang="0">
                    <a:pos x="T4" y="T5"/>
                  </a:cxn>
                  <a:cxn ang="0">
                    <a:pos x="T6" y="T7"/>
                  </a:cxn>
                  <a:cxn ang="0">
                    <a:pos x="T8" y="T9"/>
                  </a:cxn>
                </a:cxnLst>
                <a:rect l="0" t="0" r="r" b="b"/>
                <a:pathLst>
                  <a:path w="1" h="13">
                    <a:moveTo>
                      <a:pt x="0" y="0"/>
                    </a:moveTo>
                    <a:cubicBezTo>
                      <a:pt x="0" y="1"/>
                      <a:pt x="0" y="1"/>
                      <a:pt x="0" y="2"/>
                    </a:cubicBezTo>
                    <a:cubicBezTo>
                      <a:pt x="0" y="6"/>
                      <a:pt x="0" y="9"/>
                      <a:pt x="1" y="12"/>
                    </a:cubicBezTo>
                    <a:cubicBezTo>
                      <a:pt x="1" y="13"/>
                      <a:pt x="1" y="13"/>
                      <a:pt x="1" y="13"/>
                    </a:cubicBezTo>
                    <a:cubicBezTo>
                      <a:pt x="1" y="9"/>
                      <a:pt x="0" y="4"/>
                      <a:pt x="0" y="0"/>
                    </a:cubicBezTo>
                  </a:path>
                </a:pathLst>
              </a:custGeom>
              <a:solidFill>
                <a:srgbClr val="FBE1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122"/>
              <p:cNvSpPr>
                <a:spLocks/>
              </p:cNvSpPr>
              <p:nvPr/>
            </p:nvSpPr>
            <p:spPr bwMode="auto">
              <a:xfrm>
                <a:off x="3022" y="1414"/>
                <a:ext cx="95" cy="54"/>
              </a:xfrm>
              <a:custGeom>
                <a:avLst/>
                <a:gdLst>
                  <a:gd name="T0" fmla="*/ 19 w 40"/>
                  <a:gd name="T1" fmla="*/ 0 h 23"/>
                  <a:gd name="T2" fmla="*/ 5 w 40"/>
                  <a:gd name="T3" fmla="*/ 1 h 23"/>
                  <a:gd name="T4" fmla="*/ 0 w 40"/>
                  <a:gd name="T5" fmla="*/ 5 h 23"/>
                  <a:gd name="T6" fmla="*/ 1 w 40"/>
                  <a:gd name="T7" fmla="*/ 18 h 23"/>
                  <a:gd name="T8" fmla="*/ 7 w 40"/>
                  <a:gd name="T9" fmla="*/ 23 h 23"/>
                  <a:gd name="T10" fmla="*/ 20 w 40"/>
                  <a:gd name="T11" fmla="*/ 23 h 23"/>
                  <a:gd name="T12" fmla="*/ 32 w 40"/>
                  <a:gd name="T13" fmla="*/ 23 h 23"/>
                  <a:gd name="T14" fmla="*/ 38 w 40"/>
                  <a:gd name="T15" fmla="*/ 17 h 23"/>
                  <a:gd name="T16" fmla="*/ 40 w 40"/>
                  <a:gd name="T17" fmla="*/ 7 h 23"/>
                  <a:gd name="T18" fmla="*/ 34 w 40"/>
                  <a:gd name="T19" fmla="*/ 1 h 23"/>
                  <a:gd name="T20" fmla="*/ 19 w 40"/>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 h="23">
                    <a:moveTo>
                      <a:pt x="19" y="0"/>
                    </a:moveTo>
                    <a:cubicBezTo>
                      <a:pt x="14" y="0"/>
                      <a:pt x="9" y="0"/>
                      <a:pt x="5" y="1"/>
                    </a:cubicBezTo>
                    <a:cubicBezTo>
                      <a:pt x="3" y="1"/>
                      <a:pt x="1" y="3"/>
                      <a:pt x="0" y="5"/>
                    </a:cubicBezTo>
                    <a:cubicBezTo>
                      <a:pt x="0" y="9"/>
                      <a:pt x="1" y="14"/>
                      <a:pt x="1" y="18"/>
                    </a:cubicBezTo>
                    <a:cubicBezTo>
                      <a:pt x="2" y="20"/>
                      <a:pt x="5" y="23"/>
                      <a:pt x="7" y="23"/>
                    </a:cubicBezTo>
                    <a:cubicBezTo>
                      <a:pt x="11" y="23"/>
                      <a:pt x="16" y="23"/>
                      <a:pt x="20" y="23"/>
                    </a:cubicBezTo>
                    <a:cubicBezTo>
                      <a:pt x="24" y="23"/>
                      <a:pt x="28" y="23"/>
                      <a:pt x="32" y="23"/>
                    </a:cubicBezTo>
                    <a:cubicBezTo>
                      <a:pt x="34" y="23"/>
                      <a:pt x="37" y="20"/>
                      <a:pt x="38" y="17"/>
                    </a:cubicBezTo>
                    <a:cubicBezTo>
                      <a:pt x="39" y="14"/>
                      <a:pt x="39" y="11"/>
                      <a:pt x="40" y="7"/>
                    </a:cubicBezTo>
                    <a:cubicBezTo>
                      <a:pt x="40" y="5"/>
                      <a:pt x="37" y="2"/>
                      <a:pt x="34" y="1"/>
                    </a:cubicBezTo>
                    <a:cubicBezTo>
                      <a:pt x="29" y="0"/>
                      <a:pt x="24" y="0"/>
                      <a:pt x="19" y="0"/>
                    </a:cubicBezTo>
                  </a:path>
                </a:pathLst>
              </a:custGeom>
              <a:solidFill>
                <a:srgbClr val="FBE1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123"/>
              <p:cNvSpPr>
                <a:spLocks noEditPoints="1"/>
              </p:cNvSpPr>
              <p:nvPr/>
            </p:nvSpPr>
            <p:spPr bwMode="auto">
              <a:xfrm>
                <a:off x="3013" y="1409"/>
                <a:ext cx="109" cy="64"/>
              </a:xfrm>
              <a:custGeom>
                <a:avLst/>
                <a:gdLst>
                  <a:gd name="T0" fmla="*/ 45 w 46"/>
                  <a:gd name="T1" fmla="*/ 10 h 27"/>
                  <a:gd name="T2" fmla="*/ 44 w 46"/>
                  <a:gd name="T3" fmla="*/ 20 h 27"/>
                  <a:gd name="T4" fmla="*/ 36 w 46"/>
                  <a:gd name="T5" fmla="*/ 27 h 27"/>
                  <a:gd name="T6" fmla="*/ 24 w 46"/>
                  <a:gd name="T7" fmla="*/ 27 h 27"/>
                  <a:gd name="T8" fmla="*/ 11 w 46"/>
                  <a:gd name="T9" fmla="*/ 27 h 27"/>
                  <a:gd name="T10" fmla="*/ 4 w 46"/>
                  <a:gd name="T11" fmla="*/ 20 h 27"/>
                  <a:gd name="T12" fmla="*/ 3 w 46"/>
                  <a:gd name="T13" fmla="*/ 16 h 27"/>
                  <a:gd name="T14" fmla="*/ 1 w 46"/>
                  <a:gd name="T15" fmla="*/ 14 h 27"/>
                  <a:gd name="T16" fmla="*/ 0 w 46"/>
                  <a:gd name="T17" fmla="*/ 13 h 27"/>
                  <a:gd name="T18" fmla="*/ 0 w 46"/>
                  <a:gd name="T19" fmla="*/ 6 h 27"/>
                  <a:gd name="T20" fmla="*/ 1 w 46"/>
                  <a:gd name="T21" fmla="*/ 5 h 27"/>
                  <a:gd name="T22" fmla="*/ 9 w 46"/>
                  <a:gd name="T23" fmla="*/ 1 h 27"/>
                  <a:gd name="T24" fmla="*/ 24 w 46"/>
                  <a:gd name="T25" fmla="*/ 0 h 27"/>
                  <a:gd name="T26" fmla="*/ 38 w 46"/>
                  <a:gd name="T27" fmla="*/ 1 h 27"/>
                  <a:gd name="T28" fmla="*/ 45 w 46"/>
                  <a:gd name="T29" fmla="*/ 10 h 27"/>
                  <a:gd name="T30" fmla="*/ 44 w 46"/>
                  <a:gd name="T31" fmla="*/ 9 h 27"/>
                  <a:gd name="T32" fmla="*/ 38 w 46"/>
                  <a:gd name="T33" fmla="*/ 3 h 27"/>
                  <a:gd name="T34" fmla="*/ 9 w 46"/>
                  <a:gd name="T35" fmla="*/ 3 h 27"/>
                  <a:gd name="T36" fmla="*/ 4 w 46"/>
                  <a:gd name="T37" fmla="*/ 9 h 27"/>
                  <a:gd name="T38" fmla="*/ 5 w 46"/>
                  <a:gd name="T39" fmla="*/ 19 h 27"/>
                  <a:gd name="T40" fmla="*/ 11 w 46"/>
                  <a:gd name="T41" fmla="*/ 25 h 27"/>
                  <a:gd name="T42" fmla="*/ 36 w 46"/>
                  <a:gd name="T43" fmla="*/ 25 h 27"/>
                  <a:gd name="T44" fmla="*/ 42 w 46"/>
                  <a:gd name="T45" fmla="*/ 19 h 27"/>
                  <a:gd name="T46" fmla="*/ 44 w 46"/>
                  <a:gd name="T47" fmla="*/ 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6" h="27">
                    <a:moveTo>
                      <a:pt x="45" y="10"/>
                    </a:moveTo>
                    <a:cubicBezTo>
                      <a:pt x="45" y="13"/>
                      <a:pt x="45" y="17"/>
                      <a:pt x="44" y="20"/>
                    </a:cubicBezTo>
                    <a:cubicBezTo>
                      <a:pt x="43" y="23"/>
                      <a:pt x="39" y="27"/>
                      <a:pt x="36" y="27"/>
                    </a:cubicBezTo>
                    <a:cubicBezTo>
                      <a:pt x="32" y="27"/>
                      <a:pt x="28" y="27"/>
                      <a:pt x="24" y="27"/>
                    </a:cubicBezTo>
                    <a:cubicBezTo>
                      <a:pt x="19" y="27"/>
                      <a:pt x="15" y="27"/>
                      <a:pt x="11" y="27"/>
                    </a:cubicBezTo>
                    <a:cubicBezTo>
                      <a:pt x="8" y="27"/>
                      <a:pt x="5" y="23"/>
                      <a:pt x="4" y="20"/>
                    </a:cubicBezTo>
                    <a:cubicBezTo>
                      <a:pt x="3" y="19"/>
                      <a:pt x="3" y="18"/>
                      <a:pt x="3" y="16"/>
                    </a:cubicBezTo>
                    <a:cubicBezTo>
                      <a:pt x="2" y="16"/>
                      <a:pt x="2" y="14"/>
                      <a:pt x="1" y="14"/>
                    </a:cubicBezTo>
                    <a:cubicBezTo>
                      <a:pt x="1" y="14"/>
                      <a:pt x="0" y="14"/>
                      <a:pt x="0" y="13"/>
                    </a:cubicBezTo>
                    <a:cubicBezTo>
                      <a:pt x="0" y="11"/>
                      <a:pt x="0" y="9"/>
                      <a:pt x="0" y="6"/>
                    </a:cubicBezTo>
                    <a:cubicBezTo>
                      <a:pt x="0" y="6"/>
                      <a:pt x="0" y="5"/>
                      <a:pt x="1" y="5"/>
                    </a:cubicBezTo>
                    <a:cubicBezTo>
                      <a:pt x="1" y="5"/>
                      <a:pt x="6" y="2"/>
                      <a:pt x="9" y="1"/>
                    </a:cubicBezTo>
                    <a:cubicBezTo>
                      <a:pt x="14" y="0"/>
                      <a:pt x="19" y="0"/>
                      <a:pt x="24" y="0"/>
                    </a:cubicBezTo>
                    <a:cubicBezTo>
                      <a:pt x="29" y="0"/>
                      <a:pt x="34" y="1"/>
                      <a:pt x="38" y="1"/>
                    </a:cubicBezTo>
                    <a:cubicBezTo>
                      <a:pt x="42" y="2"/>
                      <a:pt x="46" y="6"/>
                      <a:pt x="45" y="10"/>
                    </a:cubicBezTo>
                    <a:close/>
                    <a:moveTo>
                      <a:pt x="44" y="9"/>
                    </a:moveTo>
                    <a:cubicBezTo>
                      <a:pt x="44" y="7"/>
                      <a:pt x="41" y="4"/>
                      <a:pt x="38" y="3"/>
                    </a:cubicBezTo>
                    <a:cubicBezTo>
                      <a:pt x="29" y="2"/>
                      <a:pt x="19" y="2"/>
                      <a:pt x="9" y="3"/>
                    </a:cubicBezTo>
                    <a:cubicBezTo>
                      <a:pt x="6" y="4"/>
                      <a:pt x="3" y="6"/>
                      <a:pt x="4" y="9"/>
                    </a:cubicBezTo>
                    <a:cubicBezTo>
                      <a:pt x="4" y="13"/>
                      <a:pt x="4" y="16"/>
                      <a:pt x="5" y="19"/>
                    </a:cubicBezTo>
                    <a:cubicBezTo>
                      <a:pt x="6" y="22"/>
                      <a:pt x="9" y="25"/>
                      <a:pt x="11" y="25"/>
                    </a:cubicBezTo>
                    <a:cubicBezTo>
                      <a:pt x="19" y="25"/>
                      <a:pt x="28" y="25"/>
                      <a:pt x="36" y="25"/>
                    </a:cubicBezTo>
                    <a:cubicBezTo>
                      <a:pt x="38" y="25"/>
                      <a:pt x="41" y="22"/>
                      <a:pt x="42" y="19"/>
                    </a:cubicBezTo>
                    <a:cubicBezTo>
                      <a:pt x="43" y="16"/>
                      <a:pt x="43" y="13"/>
                      <a:pt x="44" y="9"/>
                    </a:cubicBezTo>
                    <a:close/>
                  </a:path>
                </a:pathLst>
              </a:custGeom>
              <a:solidFill>
                <a:srgbClr val="0C2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124"/>
              <p:cNvSpPr>
                <a:spLocks/>
              </p:cNvSpPr>
              <p:nvPr/>
            </p:nvSpPr>
            <p:spPr bwMode="auto">
              <a:xfrm>
                <a:off x="3020" y="1412"/>
                <a:ext cx="92" cy="49"/>
              </a:xfrm>
              <a:custGeom>
                <a:avLst/>
                <a:gdLst>
                  <a:gd name="T0" fmla="*/ 4 w 39"/>
                  <a:gd name="T1" fmla="*/ 21 h 21"/>
                  <a:gd name="T2" fmla="*/ 2 w 39"/>
                  <a:gd name="T3" fmla="*/ 18 h 21"/>
                  <a:gd name="T4" fmla="*/ 1 w 39"/>
                  <a:gd name="T5" fmla="*/ 8 h 21"/>
                  <a:gd name="T6" fmla="*/ 6 w 39"/>
                  <a:gd name="T7" fmla="*/ 2 h 21"/>
                  <a:gd name="T8" fmla="*/ 35 w 39"/>
                  <a:gd name="T9" fmla="*/ 2 h 21"/>
                  <a:gd name="T10" fmla="*/ 39 w 39"/>
                  <a:gd name="T11" fmla="*/ 4 h 21"/>
                  <a:gd name="T12" fmla="*/ 35 w 39"/>
                  <a:gd name="T13" fmla="*/ 2 h 21"/>
                  <a:gd name="T14" fmla="*/ 5 w 39"/>
                  <a:gd name="T15" fmla="*/ 2 h 21"/>
                  <a:gd name="T16" fmla="*/ 0 w 39"/>
                  <a:gd name="T17" fmla="*/ 8 h 21"/>
                  <a:gd name="T18" fmla="*/ 2 w 39"/>
                  <a:gd name="T19" fmla="*/ 18 h 21"/>
                  <a:gd name="T20" fmla="*/ 4 w 39"/>
                  <a:gd name="T21"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21">
                    <a:moveTo>
                      <a:pt x="4" y="21"/>
                    </a:moveTo>
                    <a:cubicBezTo>
                      <a:pt x="3" y="20"/>
                      <a:pt x="2" y="19"/>
                      <a:pt x="2" y="18"/>
                    </a:cubicBezTo>
                    <a:cubicBezTo>
                      <a:pt x="1" y="15"/>
                      <a:pt x="1" y="12"/>
                      <a:pt x="1" y="8"/>
                    </a:cubicBezTo>
                    <a:cubicBezTo>
                      <a:pt x="0" y="5"/>
                      <a:pt x="3" y="3"/>
                      <a:pt x="6" y="2"/>
                    </a:cubicBezTo>
                    <a:cubicBezTo>
                      <a:pt x="16" y="1"/>
                      <a:pt x="26" y="1"/>
                      <a:pt x="35" y="2"/>
                    </a:cubicBezTo>
                    <a:cubicBezTo>
                      <a:pt x="37" y="3"/>
                      <a:pt x="38" y="3"/>
                      <a:pt x="39" y="4"/>
                    </a:cubicBezTo>
                    <a:cubicBezTo>
                      <a:pt x="38" y="3"/>
                      <a:pt x="36" y="2"/>
                      <a:pt x="35" y="2"/>
                    </a:cubicBezTo>
                    <a:cubicBezTo>
                      <a:pt x="25" y="0"/>
                      <a:pt x="15" y="0"/>
                      <a:pt x="5" y="2"/>
                    </a:cubicBezTo>
                    <a:cubicBezTo>
                      <a:pt x="2" y="2"/>
                      <a:pt x="0" y="5"/>
                      <a:pt x="0" y="8"/>
                    </a:cubicBezTo>
                    <a:cubicBezTo>
                      <a:pt x="0" y="11"/>
                      <a:pt x="1" y="14"/>
                      <a:pt x="2" y="18"/>
                    </a:cubicBezTo>
                    <a:cubicBezTo>
                      <a:pt x="2" y="19"/>
                      <a:pt x="3" y="20"/>
                      <a:pt x="4" y="21"/>
                    </a:cubicBezTo>
                    <a:close/>
                  </a:path>
                </a:pathLst>
              </a:custGeom>
              <a:solidFill>
                <a:srgbClr val="2C56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125"/>
              <p:cNvSpPr>
                <a:spLocks/>
              </p:cNvSpPr>
              <p:nvPr/>
            </p:nvSpPr>
            <p:spPr bwMode="auto">
              <a:xfrm>
                <a:off x="3124" y="1419"/>
                <a:ext cx="12" cy="21"/>
              </a:xfrm>
              <a:custGeom>
                <a:avLst/>
                <a:gdLst>
                  <a:gd name="T0" fmla="*/ 0 w 5"/>
                  <a:gd name="T1" fmla="*/ 1 h 9"/>
                  <a:gd name="T2" fmla="*/ 5 w 5"/>
                  <a:gd name="T3" fmla="*/ 0 h 9"/>
                  <a:gd name="T4" fmla="*/ 4 w 5"/>
                  <a:gd name="T5" fmla="*/ 9 h 9"/>
                  <a:gd name="T6" fmla="*/ 0 w 5"/>
                  <a:gd name="T7" fmla="*/ 6 h 9"/>
                  <a:gd name="T8" fmla="*/ 0 w 5"/>
                  <a:gd name="T9" fmla="*/ 1 h 9"/>
                </a:gdLst>
                <a:ahLst/>
                <a:cxnLst>
                  <a:cxn ang="0">
                    <a:pos x="T0" y="T1"/>
                  </a:cxn>
                  <a:cxn ang="0">
                    <a:pos x="T2" y="T3"/>
                  </a:cxn>
                  <a:cxn ang="0">
                    <a:pos x="T4" y="T5"/>
                  </a:cxn>
                  <a:cxn ang="0">
                    <a:pos x="T6" y="T7"/>
                  </a:cxn>
                  <a:cxn ang="0">
                    <a:pos x="T8" y="T9"/>
                  </a:cxn>
                </a:cxnLst>
                <a:rect l="0" t="0" r="r" b="b"/>
                <a:pathLst>
                  <a:path w="5" h="9">
                    <a:moveTo>
                      <a:pt x="0" y="1"/>
                    </a:moveTo>
                    <a:cubicBezTo>
                      <a:pt x="2" y="1"/>
                      <a:pt x="4" y="1"/>
                      <a:pt x="5" y="0"/>
                    </a:cubicBezTo>
                    <a:cubicBezTo>
                      <a:pt x="4" y="2"/>
                      <a:pt x="3" y="6"/>
                      <a:pt x="4" y="9"/>
                    </a:cubicBezTo>
                    <a:cubicBezTo>
                      <a:pt x="3" y="7"/>
                      <a:pt x="2" y="6"/>
                      <a:pt x="0" y="6"/>
                    </a:cubicBezTo>
                    <a:lnTo>
                      <a:pt x="0" y="1"/>
                    </a:lnTo>
                    <a:close/>
                  </a:path>
                </a:pathLst>
              </a:custGeom>
              <a:solidFill>
                <a:srgbClr val="0C2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126"/>
              <p:cNvSpPr>
                <a:spLocks/>
              </p:cNvSpPr>
              <p:nvPr/>
            </p:nvSpPr>
            <p:spPr bwMode="auto">
              <a:xfrm>
                <a:off x="3115" y="1419"/>
                <a:ext cx="14" cy="21"/>
              </a:xfrm>
              <a:custGeom>
                <a:avLst/>
                <a:gdLst>
                  <a:gd name="T0" fmla="*/ 6 w 6"/>
                  <a:gd name="T1" fmla="*/ 1 h 9"/>
                  <a:gd name="T2" fmla="*/ 0 w 6"/>
                  <a:gd name="T3" fmla="*/ 0 h 9"/>
                  <a:gd name="T4" fmla="*/ 2 w 6"/>
                  <a:gd name="T5" fmla="*/ 9 h 9"/>
                  <a:gd name="T6" fmla="*/ 6 w 6"/>
                  <a:gd name="T7" fmla="*/ 6 h 9"/>
                  <a:gd name="T8" fmla="*/ 6 w 6"/>
                  <a:gd name="T9" fmla="*/ 1 h 9"/>
                </a:gdLst>
                <a:ahLst/>
                <a:cxnLst>
                  <a:cxn ang="0">
                    <a:pos x="T0" y="T1"/>
                  </a:cxn>
                  <a:cxn ang="0">
                    <a:pos x="T2" y="T3"/>
                  </a:cxn>
                  <a:cxn ang="0">
                    <a:pos x="T4" y="T5"/>
                  </a:cxn>
                  <a:cxn ang="0">
                    <a:pos x="T6" y="T7"/>
                  </a:cxn>
                  <a:cxn ang="0">
                    <a:pos x="T8" y="T9"/>
                  </a:cxn>
                </a:cxnLst>
                <a:rect l="0" t="0" r="r" b="b"/>
                <a:pathLst>
                  <a:path w="6" h="9">
                    <a:moveTo>
                      <a:pt x="6" y="1"/>
                    </a:moveTo>
                    <a:cubicBezTo>
                      <a:pt x="4" y="1"/>
                      <a:pt x="2" y="1"/>
                      <a:pt x="0" y="0"/>
                    </a:cubicBezTo>
                    <a:cubicBezTo>
                      <a:pt x="2" y="2"/>
                      <a:pt x="3" y="6"/>
                      <a:pt x="2" y="9"/>
                    </a:cubicBezTo>
                    <a:cubicBezTo>
                      <a:pt x="3" y="7"/>
                      <a:pt x="4" y="6"/>
                      <a:pt x="6" y="6"/>
                    </a:cubicBezTo>
                    <a:lnTo>
                      <a:pt x="6" y="1"/>
                    </a:lnTo>
                    <a:close/>
                  </a:path>
                </a:pathLst>
              </a:custGeom>
              <a:solidFill>
                <a:srgbClr val="0C2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127"/>
              <p:cNvSpPr>
                <a:spLocks/>
              </p:cNvSpPr>
              <p:nvPr/>
            </p:nvSpPr>
            <p:spPr bwMode="auto">
              <a:xfrm>
                <a:off x="2984" y="1267"/>
                <a:ext cx="228" cy="182"/>
              </a:xfrm>
              <a:custGeom>
                <a:avLst/>
                <a:gdLst>
                  <a:gd name="T0" fmla="*/ 90 w 96"/>
                  <a:gd name="T1" fmla="*/ 32 h 77"/>
                  <a:gd name="T2" fmla="*/ 16 w 96"/>
                  <a:gd name="T3" fmla="*/ 64 h 77"/>
                  <a:gd name="T4" fmla="*/ 43 w 96"/>
                  <a:gd name="T5" fmla="*/ 8 h 77"/>
                  <a:gd name="T6" fmla="*/ 90 w 96"/>
                  <a:gd name="T7" fmla="*/ 32 h 77"/>
                </a:gdLst>
                <a:ahLst/>
                <a:cxnLst>
                  <a:cxn ang="0">
                    <a:pos x="T0" y="T1"/>
                  </a:cxn>
                  <a:cxn ang="0">
                    <a:pos x="T2" y="T3"/>
                  </a:cxn>
                  <a:cxn ang="0">
                    <a:pos x="T4" y="T5"/>
                  </a:cxn>
                  <a:cxn ang="0">
                    <a:pos x="T6" y="T7"/>
                  </a:cxn>
                </a:cxnLst>
                <a:rect l="0" t="0" r="r" b="b"/>
                <a:pathLst>
                  <a:path w="96" h="77">
                    <a:moveTo>
                      <a:pt x="90" y="32"/>
                    </a:moveTo>
                    <a:cubicBezTo>
                      <a:pt x="90" y="32"/>
                      <a:pt x="68" y="77"/>
                      <a:pt x="16" y="64"/>
                    </a:cubicBezTo>
                    <a:cubicBezTo>
                      <a:pt x="8" y="60"/>
                      <a:pt x="0" y="17"/>
                      <a:pt x="43" y="8"/>
                    </a:cubicBezTo>
                    <a:cubicBezTo>
                      <a:pt x="86" y="0"/>
                      <a:pt x="96" y="17"/>
                      <a:pt x="90" y="32"/>
                    </a:cubicBezTo>
                    <a:close/>
                  </a:path>
                </a:pathLst>
              </a:custGeom>
              <a:solidFill>
                <a:srgbClr val="F5A5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128"/>
              <p:cNvSpPr>
                <a:spLocks/>
              </p:cNvSpPr>
              <p:nvPr/>
            </p:nvSpPr>
            <p:spPr bwMode="auto">
              <a:xfrm>
                <a:off x="3176" y="1281"/>
                <a:ext cx="88" cy="159"/>
              </a:xfrm>
              <a:custGeom>
                <a:avLst/>
                <a:gdLst>
                  <a:gd name="T0" fmla="*/ 27 w 37"/>
                  <a:gd name="T1" fmla="*/ 67 h 67"/>
                  <a:gd name="T2" fmla="*/ 0 w 37"/>
                  <a:gd name="T3" fmla="*/ 23 h 67"/>
                  <a:gd name="T4" fmla="*/ 0 w 37"/>
                  <a:gd name="T5" fmla="*/ 0 h 67"/>
                  <a:gd name="T6" fmla="*/ 27 w 37"/>
                  <a:gd name="T7" fmla="*/ 67 h 67"/>
                </a:gdLst>
                <a:ahLst/>
                <a:cxnLst>
                  <a:cxn ang="0">
                    <a:pos x="T0" y="T1"/>
                  </a:cxn>
                  <a:cxn ang="0">
                    <a:pos x="T2" y="T3"/>
                  </a:cxn>
                  <a:cxn ang="0">
                    <a:pos x="T4" y="T5"/>
                  </a:cxn>
                  <a:cxn ang="0">
                    <a:pos x="T6" y="T7"/>
                  </a:cxn>
                </a:cxnLst>
                <a:rect l="0" t="0" r="r" b="b"/>
                <a:pathLst>
                  <a:path w="37" h="67">
                    <a:moveTo>
                      <a:pt x="27" y="67"/>
                    </a:moveTo>
                    <a:cubicBezTo>
                      <a:pt x="27" y="67"/>
                      <a:pt x="19" y="35"/>
                      <a:pt x="0" y="23"/>
                    </a:cubicBezTo>
                    <a:cubicBezTo>
                      <a:pt x="2" y="12"/>
                      <a:pt x="0" y="0"/>
                      <a:pt x="0" y="0"/>
                    </a:cubicBezTo>
                    <a:cubicBezTo>
                      <a:pt x="0" y="0"/>
                      <a:pt x="37" y="11"/>
                      <a:pt x="27" y="67"/>
                    </a:cubicBezTo>
                    <a:close/>
                  </a:path>
                </a:pathLst>
              </a:custGeom>
              <a:solidFill>
                <a:srgbClr val="F5A5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129"/>
              <p:cNvSpPr>
                <a:spLocks/>
              </p:cNvSpPr>
              <p:nvPr/>
            </p:nvSpPr>
            <p:spPr bwMode="auto">
              <a:xfrm>
                <a:off x="2984" y="1281"/>
                <a:ext cx="142" cy="147"/>
              </a:xfrm>
              <a:custGeom>
                <a:avLst/>
                <a:gdLst>
                  <a:gd name="T0" fmla="*/ 43 w 60"/>
                  <a:gd name="T1" fmla="*/ 2 h 62"/>
                  <a:gd name="T2" fmla="*/ 60 w 60"/>
                  <a:gd name="T3" fmla="*/ 0 h 62"/>
                  <a:gd name="T4" fmla="*/ 60 w 60"/>
                  <a:gd name="T5" fmla="*/ 54 h 62"/>
                  <a:gd name="T6" fmla="*/ 16 w 60"/>
                  <a:gd name="T7" fmla="*/ 58 h 62"/>
                  <a:gd name="T8" fmla="*/ 43 w 60"/>
                  <a:gd name="T9" fmla="*/ 2 h 62"/>
                </a:gdLst>
                <a:ahLst/>
                <a:cxnLst>
                  <a:cxn ang="0">
                    <a:pos x="T0" y="T1"/>
                  </a:cxn>
                  <a:cxn ang="0">
                    <a:pos x="T2" y="T3"/>
                  </a:cxn>
                  <a:cxn ang="0">
                    <a:pos x="T4" y="T5"/>
                  </a:cxn>
                  <a:cxn ang="0">
                    <a:pos x="T6" y="T7"/>
                  </a:cxn>
                  <a:cxn ang="0">
                    <a:pos x="T8" y="T9"/>
                  </a:cxn>
                </a:cxnLst>
                <a:rect l="0" t="0" r="r" b="b"/>
                <a:pathLst>
                  <a:path w="60" h="62">
                    <a:moveTo>
                      <a:pt x="43" y="2"/>
                    </a:moveTo>
                    <a:cubicBezTo>
                      <a:pt x="49" y="1"/>
                      <a:pt x="55" y="0"/>
                      <a:pt x="60" y="0"/>
                    </a:cubicBezTo>
                    <a:cubicBezTo>
                      <a:pt x="60" y="54"/>
                      <a:pt x="60" y="54"/>
                      <a:pt x="60" y="54"/>
                    </a:cubicBezTo>
                    <a:cubicBezTo>
                      <a:pt x="49" y="60"/>
                      <a:pt x="34" y="62"/>
                      <a:pt x="16" y="58"/>
                    </a:cubicBezTo>
                    <a:cubicBezTo>
                      <a:pt x="8" y="54"/>
                      <a:pt x="0" y="11"/>
                      <a:pt x="43" y="2"/>
                    </a:cubicBezTo>
                    <a:close/>
                  </a:path>
                </a:pathLst>
              </a:custGeom>
              <a:solidFill>
                <a:srgbClr val="EE9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130"/>
              <p:cNvSpPr>
                <a:spLocks/>
              </p:cNvSpPr>
              <p:nvPr/>
            </p:nvSpPr>
            <p:spPr bwMode="auto">
              <a:xfrm>
                <a:off x="3126" y="1596"/>
                <a:ext cx="116" cy="289"/>
              </a:xfrm>
              <a:custGeom>
                <a:avLst/>
                <a:gdLst>
                  <a:gd name="T0" fmla="*/ 62 w 116"/>
                  <a:gd name="T1" fmla="*/ 0 h 289"/>
                  <a:gd name="T2" fmla="*/ 0 w 116"/>
                  <a:gd name="T3" fmla="*/ 289 h 289"/>
                  <a:gd name="T4" fmla="*/ 100 w 116"/>
                  <a:gd name="T5" fmla="*/ 130 h 289"/>
                  <a:gd name="T6" fmla="*/ 88 w 116"/>
                  <a:gd name="T7" fmla="*/ 104 h 289"/>
                  <a:gd name="T8" fmla="*/ 116 w 116"/>
                  <a:gd name="T9" fmla="*/ 81 h 289"/>
                  <a:gd name="T10" fmla="*/ 79 w 116"/>
                  <a:gd name="T11" fmla="*/ 10 h 289"/>
                  <a:gd name="T12" fmla="*/ 62 w 116"/>
                  <a:gd name="T13" fmla="*/ 0 h 289"/>
                </a:gdLst>
                <a:ahLst/>
                <a:cxnLst>
                  <a:cxn ang="0">
                    <a:pos x="T0" y="T1"/>
                  </a:cxn>
                  <a:cxn ang="0">
                    <a:pos x="T2" y="T3"/>
                  </a:cxn>
                  <a:cxn ang="0">
                    <a:pos x="T4" y="T5"/>
                  </a:cxn>
                  <a:cxn ang="0">
                    <a:pos x="T6" y="T7"/>
                  </a:cxn>
                  <a:cxn ang="0">
                    <a:pos x="T8" y="T9"/>
                  </a:cxn>
                  <a:cxn ang="0">
                    <a:pos x="T10" y="T11"/>
                  </a:cxn>
                  <a:cxn ang="0">
                    <a:pos x="T12" y="T13"/>
                  </a:cxn>
                </a:cxnLst>
                <a:rect l="0" t="0" r="r" b="b"/>
                <a:pathLst>
                  <a:path w="116" h="289">
                    <a:moveTo>
                      <a:pt x="62" y="0"/>
                    </a:moveTo>
                    <a:lnTo>
                      <a:pt x="0" y="289"/>
                    </a:lnTo>
                    <a:lnTo>
                      <a:pt x="100" y="130"/>
                    </a:lnTo>
                    <a:lnTo>
                      <a:pt x="88" y="104"/>
                    </a:lnTo>
                    <a:lnTo>
                      <a:pt x="116" y="81"/>
                    </a:lnTo>
                    <a:lnTo>
                      <a:pt x="79" y="10"/>
                    </a:lnTo>
                    <a:lnTo>
                      <a:pt x="62" y="0"/>
                    </a:lnTo>
                    <a:close/>
                  </a:path>
                </a:pathLst>
              </a:custGeom>
              <a:solidFill>
                <a:srgbClr val="0E0E0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131"/>
              <p:cNvSpPr>
                <a:spLocks/>
              </p:cNvSpPr>
              <p:nvPr/>
            </p:nvSpPr>
            <p:spPr bwMode="auto">
              <a:xfrm>
                <a:off x="3013" y="1596"/>
                <a:ext cx="113" cy="289"/>
              </a:xfrm>
              <a:custGeom>
                <a:avLst/>
                <a:gdLst>
                  <a:gd name="T0" fmla="*/ 52 w 113"/>
                  <a:gd name="T1" fmla="*/ 0 h 289"/>
                  <a:gd name="T2" fmla="*/ 113 w 113"/>
                  <a:gd name="T3" fmla="*/ 289 h 289"/>
                  <a:gd name="T4" fmla="*/ 14 w 113"/>
                  <a:gd name="T5" fmla="*/ 130 h 289"/>
                  <a:gd name="T6" fmla="*/ 28 w 113"/>
                  <a:gd name="T7" fmla="*/ 104 h 289"/>
                  <a:gd name="T8" fmla="*/ 0 w 113"/>
                  <a:gd name="T9" fmla="*/ 81 h 289"/>
                  <a:gd name="T10" fmla="*/ 31 w 113"/>
                  <a:gd name="T11" fmla="*/ 10 h 289"/>
                  <a:gd name="T12" fmla="*/ 52 w 113"/>
                  <a:gd name="T13" fmla="*/ 0 h 289"/>
                </a:gdLst>
                <a:ahLst/>
                <a:cxnLst>
                  <a:cxn ang="0">
                    <a:pos x="T0" y="T1"/>
                  </a:cxn>
                  <a:cxn ang="0">
                    <a:pos x="T2" y="T3"/>
                  </a:cxn>
                  <a:cxn ang="0">
                    <a:pos x="T4" y="T5"/>
                  </a:cxn>
                  <a:cxn ang="0">
                    <a:pos x="T6" y="T7"/>
                  </a:cxn>
                  <a:cxn ang="0">
                    <a:pos x="T8" y="T9"/>
                  </a:cxn>
                  <a:cxn ang="0">
                    <a:pos x="T10" y="T11"/>
                  </a:cxn>
                  <a:cxn ang="0">
                    <a:pos x="T12" y="T13"/>
                  </a:cxn>
                </a:cxnLst>
                <a:rect l="0" t="0" r="r" b="b"/>
                <a:pathLst>
                  <a:path w="113" h="289">
                    <a:moveTo>
                      <a:pt x="52" y="0"/>
                    </a:moveTo>
                    <a:lnTo>
                      <a:pt x="113" y="289"/>
                    </a:lnTo>
                    <a:lnTo>
                      <a:pt x="14" y="130"/>
                    </a:lnTo>
                    <a:lnTo>
                      <a:pt x="28" y="104"/>
                    </a:lnTo>
                    <a:lnTo>
                      <a:pt x="0" y="81"/>
                    </a:lnTo>
                    <a:lnTo>
                      <a:pt x="31" y="10"/>
                    </a:lnTo>
                    <a:lnTo>
                      <a:pt x="52" y="0"/>
                    </a:lnTo>
                    <a:close/>
                  </a:path>
                </a:pathLst>
              </a:custGeom>
              <a:solidFill>
                <a:srgbClr val="2829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132"/>
              <p:cNvSpPr>
                <a:spLocks/>
              </p:cNvSpPr>
              <p:nvPr/>
            </p:nvSpPr>
            <p:spPr bwMode="auto">
              <a:xfrm>
                <a:off x="2849" y="1726"/>
                <a:ext cx="341" cy="341"/>
              </a:xfrm>
              <a:custGeom>
                <a:avLst/>
                <a:gdLst>
                  <a:gd name="T0" fmla="*/ 142 w 341"/>
                  <a:gd name="T1" fmla="*/ 341 h 341"/>
                  <a:gd name="T2" fmla="*/ 0 w 341"/>
                  <a:gd name="T3" fmla="*/ 202 h 341"/>
                  <a:gd name="T4" fmla="*/ 199 w 341"/>
                  <a:gd name="T5" fmla="*/ 0 h 341"/>
                  <a:gd name="T6" fmla="*/ 341 w 341"/>
                  <a:gd name="T7" fmla="*/ 142 h 341"/>
                  <a:gd name="T8" fmla="*/ 142 w 341"/>
                  <a:gd name="T9" fmla="*/ 341 h 341"/>
                </a:gdLst>
                <a:ahLst/>
                <a:cxnLst>
                  <a:cxn ang="0">
                    <a:pos x="T0" y="T1"/>
                  </a:cxn>
                  <a:cxn ang="0">
                    <a:pos x="T2" y="T3"/>
                  </a:cxn>
                  <a:cxn ang="0">
                    <a:pos x="T4" y="T5"/>
                  </a:cxn>
                  <a:cxn ang="0">
                    <a:pos x="T6" y="T7"/>
                  </a:cxn>
                  <a:cxn ang="0">
                    <a:pos x="T8" y="T9"/>
                  </a:cxn>
                </a:cxnLst>
                <a:rect l="0" t="0" r="r" b="b"/>
                <a:pathLst>
                  <a:path w="341" h="341">
                    <a:moveTo>
                      <a:pt x="142" y="341"/>
                    </a:moveTo>
                    <a:lnTo>
                      <a:pt x="0" y="202"/>
                    </a:lnTo>
                    <a:lnTo>
                      <a:pt x="199" y="0"/>
                    </a:lnTo>
                    <a:lnTo>
                      <a:pt x="341" y="142"/>
                    </a:lnTo>
                    <a:lnTo>
                      <a:pt x="142" y="34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133"/>
              <p:cNvSpPr>
                <a:spLocks/>
              </p:cNvSpPr>
              <p:nvPr/>
            </p:nvSpPr>
            <p:spPr bwMode="auto">
              <a:xfrm>
                <a:off x="3046" y="1942"/>
                <a:ext cx="24" cy="23"/>
              </a:xfrm>
              <a:custGeom>
                <a:avLst/>
                <a:gdLst>
                  <a:gd name="T0" fmla="*/ 24 w 24"/>
                  <a:gd name="T1" fmla="*/ 12 h 23"/>
                  <a:gd name="T2" fmla="*/ 12 w 24"/>
                  <a:gd name="T3" fmla="*/ 0 h 23"/>
                  <a:gd name="T4" fmla="*/ 0 w 24"/>
                  <a:gd name="T5" fmla="*/ 12 h 23"/>
                  <a:gd name="T6" fmla="*/ 12 w 24"/>
                  <a:gd name="T7" fmla="*/ 23 h 23"/>
                  <a:gd name="T8" fmla="*/ 24 w 24"/>
                  <a:gd name="T9" fmla="*/ 12 h 23"/>
                </a:gdLst>
                <a:ahLst/>
                <a:cxnLst>
                  <a:cxn ang="0">
                    <a:pos x="T0" y="T1"/>
                  </a:cxn>
                  <a:cxn ang="0">
                    <a:pos x="T2" y="T3"/>
                  </a:cxn>
                  <a:cxn ang="0">
                    <a:pos x="T4" y="T5"/>
                  </a:cxn>
                  <a:cxn ang="0">
                    <a:pos x="T6" y="T7"/>
                  </a:cxn>
                  <a:cxn ang="0">
                    <a:pos x="T8" y="T9"/>
                  </a:cxn>
                </a:cxnLst>
                <a:rect l="0" t="0" r="r" b="b"/>
                <a:pathLst>
                  <a:path w="24" h="23">
                    <a:moveTo>
                      <a:pt x="24" y="12"/>
                    </a:moveTo>
                    <a:lnTo>
                      <a:pt x="12" y="0"/>
                    </a:lnTo>
                    <a:lnTo>
                      <a:pt x="0" y="12"/>
                    </a:lnTo>
                    <a:lnTo>
                      <a:pt x="12" y="23"/>
                    </a:lnTo>
                    <a:lnTo>
                      <a:pt x="24" y="12"/>
                    </a:lnTo>
                    <a:close/>
                  </a:path>
                </a:pathLst>
              </a:custGeom>
              <a:solidFill>
                <a:srgbClr val="4C8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134"/>
              <p:cNvSpPr>
                <a:spLocks/>
              </p:cNvSpPr>
              <p:nvPr/>
            </p:nvSpPr>
            <p:spPr bwMode="auto">
              <a:xfrm>
                <a:off x="3032" y="1923"/>
                <a:ext cx="28" cy="28"/>
              </a:xfrm>
              <a:custGeom>
                <a:avLst/>
                <a:gdLst>
                  <a:gd name="T0" fmla="*/ 28 w 28"/>
                  <a:gd name="T1" fmla="*/ 12 h 28"/>
                  <a:gd name="T2" fmla="*/ 16 w 28"/>
                  <a:gd name="T3" fmla="*/ 0 h 28"/>
                  <a:gd name="T4" fmla="*/ 0 w 28"/>
                  <a:gd name="T5" fmla="*/ 16 h 28"/>
                  <a:gd name="T6" fmla="*/ 12 w 28"/>
                  <a:gd name="T7" fmla="*/ 28 h 28"/>
                  <a:gd name="T8" fmla="*/ 28 w 28"/>
                  <a:gd name="T9" fmla="*/ 12 h 28"/>
                </a:gdLst>
                <a:ahLst/>
                <a:cxnLst>
                  <a:cxn ang="0">
                    <a:pos x="T0" y="T1"/>
                  </a:cxn>
                  <a:cxn ang="0">
                    <a:pos x="T2" y="T3"/>
                  </a:cxn>
                  <a:cxn ang="0">
                    <a:pos x="T4" y="T5"/>
                  </a:cxn>
                  <a:cxn ang="0">
                    <a:pos x="T6" y="T7"/>
                  </a:cxn>
                  <a:cxn ang="0">
                    <a:pos x="T8" y="T9"/>
                  </a:cxn>
                </a:cxnLst>
                <a:rect l="0" t="0" r="r" b="b"/>
                <a:pathLst>
                  <a:path w="28" h="28">
                    <a:moveTo>
                      <a:pt x="28" y="12"/>
                    </a:moveTo>
                    <a:lnTo>
                      <a:pt x="16" y="0"/>
                    </a:lnTo>
                    <a:lnTo>
                      <a:pt x="0" y="16"/>
                    </a:lnTo>
                    <a:lnTo>
                      <a:pt x="12" y="28"/>
                    </a:lnTo>
                    <a:lnTo>
                      <a:pt x="28" y="12"/>
                    </a:lnTo>
                    <a:close/>
                  </a:path>
                </a:pathLst>
              </a:custGeom>
              <a:solidFill>
                <a:srgbClr val="5E97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135"/>
              <p:cNvSpPr>
                <a:spLocks/>
              </p:cNvSpPr>
              <p:nvPr/>
            </p:nvSpPr>
            <p:spPr bwMode="auto">
              <a:xfrm>
                <a:off x="3017" y="1897"/>
                <a:ext cx="41" cy="40"/>
              </a:xfrm>
              <a:custGeom>
                <a:avLst/>
                <a:gdLst>
                  <a:gd name="T0" fmla="*/ 41 w 41"/>
                  <a:gd name="T1" fmla="*/ 12 h 40"/>
                  <a:gd name="T2" fmla="*/ 29 w 41"/>
                  <a:gd name="T3" fmla="*/ 0 h 40"/>
                  <a:gd name="T4" fmla="*/ 0 w 41"/>
                  <a:gd name="T5" fmla="*/ 28 h 40"/>
                  <a:gd name="T6" fmla="*/ 12 w 41"/>
                  <a:gd name="T7" fmla="*/ 40 h 40"/>
                  <a:gd name="T8" fmla="*/ 41 w 41"/>
                  <a:gd name="T9" fmla="*/ 12 h 40"/>
                </a:gdLst>
                <a:ahLst/>
                <a:cxnLst>
                  <a:cxn ang="0">
                    <a:pos x="T0" y="T1"/>
                  </a:cxn>
                  <a:cxn ang="0">
                    <a:pos x="T2" y="T3"/>
                  </a:cxn>
                  <a:cxn ang="0">
                    <a:pos x="T4" y="T5"/>
                  </a:cxn>
                  <a:cxn ang="0">
                    <a:pos x="T6" y="T7"/>
                  </a:cxn>
                  <a:cxn ang="0">
                    <a:pos x="T8" y="T9"/>
                  </a:cxn>
                </a:cxnLst>
                <a:rect l="0" t="0" r="r" b="b"/>
                <a:pathLst>
                  <a:path w="41" h="40">
                    <a:moveTo>
                      <a:pt x="41" y="12"/>
                    </a:moveTo>
                    <a:lnTo>
                      <a:pt x="29" y="0"/>
                    </a:lnTo>
                    <a:lnTo>
                      <a:pt x="0" y="28"/>
                    </a:lnTo>
                    <a:lnTo>
                      <a:pt x="12" y="40"/>
                    </a:lnTo>
                    <a:lnTo>
                      <a:pt x="41" y="12"/>
                    </a:lnTo>
                    <a:close/>
                  </a:path>
                </a:pathLst>
              </a:custGeom>
              <a:solidFill>
                <a:srgbClr val="71A6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136"/>
              <p:cNvSpPr>
                <a:spLocks/>
              </p:cNvSpPr>
              <p:nvPr/>
            </p:nvSpPr>
            <p:spPr bwMode="auto">
              <a:xfrm>
                <a:off x="3003" y="1887"/>
                <a:ext cx="36" cy="36"/>
              </a:xfrm>
              <a:custGeom>
                <a:avLst/>
                <a:gdLst>
                  <a:gd name="T0" fmla="*/ 36 w 36"/>
                  <a:gd name="T1" fmla="*/ 12 h 36"/>
                  <a:gd name="T2" fmla="*/ 24 w 36"/>
                  <a:gd name="T3" fmla="*/ 0 h 36"/>
                  <a:gd name="T4" fmla="*/ 0 w 36"/>
                  <a:gd name="T5" fmla="*/ 24 h 36"/>
                  <a:gd name="T6" fmla="*/ 12 w 36"/>
                  <a:gd name="T7" fmla="*/ 36 h 36"/>
                  <a:gd name="T8" fmla="*/ 36 w 36"/>
                  <a:gd name="T9" fmla="*/ 12 h 36"/>
                </a:gdLst>
                <a:ahLst/>
                <a:cxnLst>
                  <a:cxn ang="0">
                    <a:pos x="T0" y="T1"/>
                  </a:cxn>
                  <a:cxn ang="0">
                    <a:pos x="T2" y="T3"/>
                  </a:cxn>
                  <a:cxn ang="0">
                    <a:pos x="T4" y="T5"/>
                  </a:cxn>
                  <a:cxn ang="0">
                    <a:pos x="T6" y="T7"/>
                  </a:cxn>
                  <a:cxn ang="0">
                    <a:pos x="T8" y="T9"/>
                  </a:cxn>
                </a:cxnLst>
                <a:rect l="0" t="0" r="r" b="b"/>
                <a:pathLst>
                  <a:path w="36" h="36">
                    <a:moveTo>
                      <a:pt x="36" y="12"/>
                    </a:moveTo>
                    <a:lnTo>
                      <a:pt x="24" y="0"/>
                    </a:lnTo>
                    <a:lnTo>
                      <a:pt x="0" y="24"/>
                    </a:lnTo>
                    <a:lnTo>
                      <a:pt x="12" y="36"/>
                    </a:lnTo>
                    <a:lnTo>
                      <a:pt x="36" y="12"/>
                    </a:lnTo>
                    <a:close/>
                  </a:path>
                </a:pathLst>
              </a:custGeom>
              <a:solidFill>
                <a:srgbClr val="85B5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137"/>
              <p:cNvSpPr>
                <a:spLocks/>
              </p:cNvSpPr>
              <p:nvPr/>
            </p:nvSpPr>
            <p:spPr bwMode="auto">
              <a:xfrm>
                <a:off x="2989" y="1885"/>
                <a:ext cx="24" cy="24"/>
              </a:xfrm>
              <a:custGeom>
                <a:avLst/>
                <a:gdLst>
                  <a:gd name="T0" fmla="*/ 24 w 24"/>
                  <a:gd name="T1" fmla="*/ 12 h 24"/>
                  <a:gd name="T2" fmla="*/ 12 w 24"/>
                  <a:gd name="T3" fmla="*/ 0 h 24"/>
                  <a:gd name="T4" fmla="*/ 0 w 24"/>
                  <a:gd name="T5" fmla="*/ 12 h 24"/>
                  <a:gd name="T6" fmla="*/ 12 w 24"/>
                  <a:gd name="T7" fmla="*/ 24 h 24"/>
                  <a:gd name="T8" fmla="*/ 24 w 24"/>
                  <a:gd name="T9" fmla="*/ 12 h 24"/>
                </a:gdLst>
                <a:ahLst/>
                <a:cxnLst>
                  <a:cxn ang="0">
                    <a:pos x="T0" y="T1"/>
                  </a:cxn>
                  <a:cxn ang="0">
                    <a:pos x="T2" y="T3"/>
                  </a:cxn>
                  <a:cxn ang="0">
                    <a:pos x="T4" y="T5"/>
                  </a:cxn>
                  <a:cxn ang="0">
                    <a:pos x="T6" y="T7"/>
                  </a:cxn>
                  <a:cxn ang="0">
                    <a:pos x="T8" y="T9"/>
                  </a:cxn>
                </a:cxnLst>
                <a:rect l="0" t="0" r="r" b="b"/>
                <a:pathLst>
                  <a:path w="24" h="24">
                    <a:moveTo>
                      <a:pt x="24" y="12"/>
                    </a:moveTo>
                    <a:lnTo>
                      <a:pt x="12" y="0"/>
                    </a:lnTo>
                    <a:lnTo>
                      <a:pt x="0" y="12"/>
                    </a:lnTo>
                    <a:lnTo>
                      <a:pt x="12" y="24"/>
                    </a:lnTo>
                    <a:lnTo>
                      <a:pt x="24" y="12"/>
                    </a:lnTo>
                    <a:close/>
                  </a:path>
                </a:pathLst>
              </a:custGeom>
              <a:solidFill>
                <a:srgbClr val="98C4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138"/>
              <p:cNvSpPr>
                <a:spLocks/>
              </p:cNvSpPr>
              <p:nvPr/>
            </p:nvSpPr>
            <p:spPr bwMode="auto">
              <a:xfrm>
                <a:off x="2975" y="1866"/>
                <a:ext cx="28" cy="28"/>
              </a:xfrm>
              <a:custGeom>
                <a:avLst/>
                <a:gdLst>
                  <a:gd name="T0" fmla="*/ 28 w 28"/>
                  <a:gd name="T1" fmla="*/ 12 h 28"/>
                  <a:gd name="T2" fmla="*/ 16 w 28"/>
                  <a:gd name="T3" fmla="*/ 0 h 28"/>
                  <a:gd name="T4" fmla="*/ 0 w 28"/>
                  <a:gd name="T5" fmla="*/ 17 h 28"/>
                  <a:gd name="T6" fmla="*/ 14 w 28"/>
                  <a:gd name="T7" fmla="*/ 28 h 28"/>
                  <a:gd name="T8" fmla="*/ 28 w 28"/>
                  <a:gd name="T9" fmla="*/ 12 h 28"/>
                </a:gdLst>
                <a:ahLst/>
                <a:cxnLst>
                  <a:cxn ang="0">
                    <a:pos x="T0" y="T1"/>
                  </a:cxn>
                  <a:cxn ang="0">
                    <a:pos x="T2" y="T3"/>
                  </a:cxn>
                  <a:cxn ang="0">
                    <a:pos x="T4" y="T5"/>
                  </a:cxn>
                  <a:cxn ang="0">
                    <a:pos x="T6" y="T7"/>
                  </a:cxn>
                  <a:cxn ang="0">
                    <a:pos x="T8" y="T9"/>
                  </a:cxn>
                </a:cxnLst>
                <a:rect l="0" t="0" r="r" b="b"/>
                <a:pathLst>
                  <a:path w="28" h="28">
                    <a:moveTo>
                      <a:pt x="28" y="12"/>
                    </a:moveTo>
                    <a:lnTo>
                      <a:pt x="16" y="0"/>
                    </a:lnTo>
                    <a:lnTo>
                      <a:pt x="0" y="17"/>
                    </a:lnTo>
                    <a:lnTo>
                      <a:pt x="14" y="28"/>
                    </a:lnTo>
                    <a:lnTo>
                      <a:pt x="28" y="12"/>
                    </a:lnTo>
                    <a:close/>
                  </a:path>
                </a:pathLst>
              </a:custGeom>
              <a:solidFill>
                <a:srgbClr val="71A6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139"/>
              <p:cNvSpPr>
                <a:spLocks/>
              </p:cNvSpPr>
              <p:nvPr/>
            </p:nvSpPr>
            <p:spPr bwMode="auto">
              <a:xfrm>
                <a:off x="2961" y="1845"/>
                <a:ext cx="35" cy="35"/>
              </a:xfrm>
              <a:custGeom>
                <a:avLst/>
                <a:gdLst>
                  <a:gd name="T0" fmla="*/ 35 w 35"/>
                  <a:gd name="T1" fmla="*/ 12 h 35"/>
                  <a:gd name="T2" fmla="*/ 23 w 35"/>
                  <a:gd name="T3" fmla="*/ 0 h 35"/>
                  <a:gd name="T4" fmla="*/ 0 w 35"/>
                  <a:gd name="T5" fmla="*/ 23 h 35"/>
                  <a:gd name="T6" fmla="*/ 14 w 35"/>
                  <a:gd name="T7" fmla="*/ 35 h 35"/>
                  <a:gd name="T8" fmla="*/ 35 w 35"/>
                  <a:gd name="T9" fmla="*/ 12 h 35"/>
                </a:gdLst>
                <a:ahLst/>
                <a:cxnLst>
                  <a:cxn ang="0">
                    <a:pos x="T0" y="T1"/>
                  </a:cxn>
                  <a:cxn ang="0">
                    <a:pos x="T2" y="T3"/>
                  </a:cxn>
                  <a:cxn ang="0">
                    <a:pos x="T4" y="T5"/>
                  </a:cxn>
                  <a:cxn ang="0">
                    <a:pos x="T6" y="T7"/>
                  </a:cxn>
                  <a:cxn ang="0">
                    <a:pos x="T8" y="T9"/>
                  </a:cxn>
                </a:cxnLst>
                <a:rect l="0" t="0" r="r" b="b"/>
                <a:pathLst>
                  <a:path w="35" h="35">
                    <a:moveTo>
                      <a:pt x="35" y="12"/>
                    </a:moveTo>
                    <a:lnTo>
                      <a:pt x="23" y="0"/>
                    </a:lnTo>
                    <a:lnTo>
                      <a:pt x="0" y="23"/>
                    </a:lnTo>
                    <a:lnTo>
                      <a:pt x="14" y="35"/>
                    </a:lnTo>
                    <a:lnTo>
                      <a:pt x="35" y="12"/>
                    </a:lnTo>
                    <a:close/>
                  </a:path>
                </a:pathLst>
              </a:custGeom>
              <a:solidFill>
                <a:srgbClr val="85B5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140"/>
              <p:cNvSpPr>
                <a:spLocks/>
              </p:cNvSpPr>
              <p:nvPr/>
            </p:nvSpPr>
            <p:spPr bwMode="auto">
              <a:xfrm>
                <a:off x="2949" y="1816"/>
                <a:ext cx="50" cy="50"/>
              </a:xfrm>
              <a:custGeom>
                <a:avLst/>
                <a:gdLst>
                  <a:gd name="T0" fmla="*/ 50 w 50"/>
                  <a:gd name="T1" fmla="*/ 12 h 50"/>
                  <a:gd name="T2" fmla="*/ 38 w 50"/>
                  <a:gd name="T3" fmla="*/ 0 h 50"/>
                  <a:gd name="T4" fmla="*/ 0 w 50"/>
                  <a:gd name="T5" fmla="*/ 38 h 50"/>
                  <a:gd name="T6" fmla="*/ 12 w 50"/>
                  <a:gd name="T7" fmla="*/ 50 h 50"/>
                  <a:gd name="T8" fmla="*/ 50 w 50"/>
                  <a:gd name="T9" fmla="*/ 12 h 50"/>
                </a:gdLst>
                <a:ahLst/>
                <a:cxnLst>
                  <a:cxn ang="0">
                    <a:pos x="T0" y="T1"/>
                  </a:cxn>
                  <a:cxn ang="0">
                    <a:pos x="T2" y="T3"/>
                  </a:cxn>
                  <a:cxn ang="0">
                    <a:pos x="T4" y="T5"/>
                  </a:cxn>
                  <a:cxn ang="0">
                    <a:pos x="T6" y="T7"/>
                  </a:cxn>
                  <a:cxn ang="0">
                    <a:pos x="T8" y="T9"/>
                  </a:cxn>
                </a:cxnLst>
                <a:rect l="0" t="0" r="r" b="b"/>
                <a:pathLst>
                  <a:path w="50" h="50">
                    <a:moveTo>
                      <a:pt x="50" y="12"/>
                    </a:moveTo>
                    <a:lnTo>
                      <a:pt x="38" y="0"/>
                    </a:lnTo>
                    <a:lnTo>
                      <a:pt x="0" y="38"/>
                    </a:lnTo>
                    <a:lnTo>
                      <a:pt x="12" y="50"/>
                    </a:lnTo>
                    <a:lnTo>
                      <a:pt x="50" y="12"/>
                    </a:lnTo>
                    <a:close/>
                  </a:path>
                </a:pathLst>
              </a:custGeom>
              <a:solidFill>
                <a:srgbClr val="98C4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141"/>
              <p:cNvSpPr>
                <a:spLocks/>
              </p:cNvSpPr>
              <p:nvPr/>
            </p:nvSpPr>
            <p:spPr bwMode="auto">
              <a:xfrm>
                <a:off x="2989" y="1932"/>
                <a:ext cx="57" cy="57"/>
              </a:xfrm>
              <a:custGeom>
                <a:avLst/>
                <a:gdLst>
                  <a:gd name="T0" fmla="*/ 57 w 57"/>
                  <a:gd name="T1" fmla="*/ 55 h 57"/>
                  <a:gd name="T2" fmla="*/ 5 w 57"/>
                  <a:gd name="T3" fmla="*/ 0 h 57"/>
                  <a:gd name="T4" fmla="*/ 0 w 57"/>
                  <a:gd name="T5" fmla="*/ 5 h 57"/>
                  <a:gd name="T6" fmla="*/ 55 w 57"/>
                  <a:gd name="T7" fmla="*/ 57 h 57"/>
                  <a:gd name="T8" fmla="*/ 57 w 57"/>
                  <a:gd name="T9" fmla="*/ 55 h 57"/>
                </a:gdLst>
                <a:ahLst/>
                <a:cxnLst>
                  <a:cxn ang="0">
                    <a:pos x="T0" y="T1"/>
                  </a:cxn>
                  <a:cxn ang="0">
                    <a:pos x="T2" y="T3"/>
                  </a:cxn>
                  <a:cxn ang="0">
                    <a:pos x="T4" y="T5"/>
                  </a:cxn>
                  <a:cxn ang="0">
                    <a:pos x="T6" y="T7"/>
                  </a:cxn>
                  <a:cxn ang="0">
                    <a:pos x="T8" y="T9"/>
                  </a:cxn>
                </a:cxnLst>
                <a:rect l="0" t="0" r="r" b="b"/>
                <a:pathLst>
                  <a:path w="57" h="57">
                    <a:moveTo>
                      <a:pt x="57" y="55"/>
                    </a:moveTo>
                    <a:lnTo>
                      <a:pt x="5" y="0"/>
                    </a:lnTo>
                    <a:lnTo>
                      <a:pt x="0" y="5"/>
                    </a:lnTo>
                    <a:lnTo>
                      <a:pt x="55" y="57"/>
                    </a:lnTo>
                    <a:lnTo>
                      <a:pt x="57" y="55"/>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142"/>
              <p:cNvSpPr>
                <a:spLocks/>
              </p:cNvSpPr>
              <p:nvPr/>
            </p:nvSpPr>
            <p:spPr bwMode="auto">
              <a:xfrm>
                <a:off x="2984" y="1939"/>
                <a:ext cx="57" cy="57"/>
              </a:xfrm>
              <a:custGeom>
                <a:avLst/>
                <a:gdLst>
                  <a:gd name="T0" fmla="*/ 57 w 57"/>
                  <a:gd name="T1" fmla="*/ 53 h 57"/>
                  <a:gd name="T2" fmla="*/ 3 w 57"/>
                  <a:gd name="T3" fmla="*/ 0 h 57"/>
                  <a:gd name="T4" fmla="*/ 0 w 57"/>
                  <a:gd name="T5" fmla="*/ 3 h 57"/>
                  <a:gd name="T6" fmla="*/ 52 w 57"/>
                  <a:gd name="T7" fmla="*/ 57 h 57"/>
                  <a:gd name="T8" fmla="*/ 57 w 57"/>
                  <a:gd name="T9" fmla="*/ 53 h 57"/>
                </a:gdLst>
                <a:ahLst/>
                <a:cxnLst>
                  <a:cxn ang="0">
                    <a:pos x="T0" y="T1"/>
                  </a:cxn>
                  <a:cxn ang="0">
                    <a:pos x="T2" y="T3"/>
                  </a:cxn>
                  <a:cxn ang="0">
                    <a:pos x="T4" y="T5"/>
                  </a:cxn>
                  <a:cxn ang="0">
                    <a:pos x="T6" y="T7"/>
                  </a:cxn>
                  <a:cxn ang="0">
                    <a:pos x="T8" y="T9"/>
                  </a:cxn>
                </a:cxnLst>
                <a:rect l="0" t="0" r="r" b="b"/>
                <a:pathLst>
                  <a:path w="57" h="57">
                    <a:moveTo>
                      <a:pt x="57" y="53"/>
                    </a:moveTo>
                    <a:lnTo>
                      <a:pt x="3" y="0"/>
                    </a:lnTo>
                    <a:lnTo>
                      <a:pt x="0" y="3"/>
                    </a:lnTo>
                    <a:lnTo>
                      <a:pt x="52" y="57"/>
                    </a:lnTo>
                    <a:lnTo>
                      <a:pt x="57" y="53"/>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143"/>
              <p:cNvSpPr>
                <a:spLocks/>
              </p:cNvSpPr>
              <p:nvPr/>
            </p:nvSpPr>
            <p:spPr bwMode="auto">
              <a:xfrm>
                <a:off x="2977" y="1944"/>
                <a:ext cx="57" cy="57"/>
              </a:xfrm>
              <a:custGeom>
                <a:avLst/>
                <a:gdLst>
                  <a:gd name="T0" fmla="*/ 57 w 57"/>
                  <a:gd name="T1" fmla="*/ 55 h 57"/>
                  <a:gd name="T2" fmla="*/ 5 w 57"/>
                  <a:gd name="T3" fmla="*/ 0 h 57"/>
                  <a:gd name="T4" fmla="*/ 0 w 57"/>
                  <a:gd name="T5" fmla="*/ 5 h 57"/>
                  <a:gd name="T6" fmla="*/ 55 w 57"/>
                  <a:gd name="T7" fmla="*/ 57 h 57"/>
                  <a:gd name="T8" fmla="*/ 57 w 57"/>
                  <a:gd name="T9" fmla="*/ 55 h 57"/>
                </a:gdLst>
                <a:ahLst/>
                <a:cxnLst>
                  <a:cxn ang="0">
                    <a:pos x="T0" y="T1"/>
                  </a:cxn>
                  <a:cxn ang="0">
                    <a:pos x="T2" y="T3"/>
                  </a:cxn>
                  <a:cxn ang="0">
                    <a:pos x="T4" y="T5"/>
                  </a:cxn>
                  <a:cxn ang="0">
                    <a:pos x="T6" y="T7"/>
                  </a:cxn>
                  <a:cxn ang="0">
                    <a:pos x="T8" y="T9"/>
                  </a:cxn>
                </a:cxnLst>
                <a:rect l="0" t="0" r="r" b="b"/>
                <a:pathLst>
                  <a:path w="57" h="57">
                    <a:moveTo>
                      <a:pt x="57" y="55"/>
                    </a:moveTo>
                    <a:lnTo>
                      <a:pt x="5" y="0"/>
                    </a:lnTo>
                    <a:lnTo>
                      <a:pt x="0" y="5"/>
                    </a:lnTo>
                    <a:lnTo>
                      <a:pt x="55" y="57"/>
                    </a:lnTo>
                    <a:lnTo>
                      <a:pt x="57" y="55"/>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144"/>
              <p:cNvSpPr>
                <a:spLocks/>
              </p:cNvSpPr>
              <p:nvPr/>
            </p:nvSpPr>
            <p:spPr bwMode="auto">
              <a:xfrm>
                <a:off x="2973" y="1951"/>
                <a:ext cx="54" cy="57"/>
              </a:xfrm>
              <a:custGeom>
                <a:avLst/>
                <a:gdLst>
                  <a:gd name="T0" fmla="*/ 54 w 54"/>
                  <a:gd name="T1" fmla="*/ 52 h 57"/>
                  <a:gd name="T2" fmla="*/ 2 w 54"/>
                  <a:gd name="T3" fmla="*/ 0 h 57"/>
                  <a:gd name="T4" fmla="*/ 0 w 54"/>
                  <a:gd name="T5" fmla="*/ 5 h 57"/>
                  <a:gd name="T6" fmla="*/ 52 w 54"/>
                  <a:gd name="T7" fmla="*/ 57 h 57"/>
                  <a:gd name="T8" fmla="*/ 54 w 54"/>
                  <a:gd name="T9" fmla="*/ 52 h 57"/>
                </a:gdLst>
                <a:ahLst/>
                <a:cxnLst>
                  <a:cxn ang="0">
                    <a:pos x="T0" y="T1"/>
                  </a:cxn>
                  <a:cxn ang="0">
                    <a:pos x="T2" y="T3"/>
                  </a:cxn>
                  <a:cxn ang="0">
                    <a:pos x="T4" y="T5"/>
                  </a:cxn>
                  <a:cxn ang="0">
                    <a:pos x="T6" y="T7"/>
                  </a:cxn>
                  <a:cxn ang="0">
                    <a:pos x="T8" y="T9"/>
                  </a:cxn>
                </a:cxnLst>
                <a:rect l="0" t="0" r="r" b="b"/>
                <a:pathLst>
                  <a:path w="54" h="57">
                    <a:moveTo>
                      <a:pt x="54" y="52"/>
                    </a:moveTo>
                    <a:lnTo>
                      <a:pt x="2" y="0"/>
                    </a:lnTo>
                    <a:lnTo>
                      <a:pt x="0" y="5"/>
                    </a:lnTo>
                    <a:lnTo>
                      <a:pt x="52" y="57"/>
                    </a:lnTo>
                    <a:lnTo>
                      <a:pt x="54" y="52"/>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145"/>
              <p:cNvSpPr>
                <a:spLocks/>
              </p:cNvSpPr>
              <p:nvPr/>
            </p:nvSpPr>
            <p:spPr bwMode="auto">
              <a:xfrm>
                <a:off x="2965" y="1958"/>
                <a:ext cx="57" cy="55"/>
              </a:xfrm>
              <a:custGeom>
                <a:avLst/>
                <a:gdLst>
                  <a:gd name="T0" fmla="*/ 57 w 57"/>
                  <a:gd name="T1" fmla="*/ 52 h 55"/>
                  <a:gd name="T2" fmla="*/ 5 w 57"/>
                  <a:gd name="T3" fmla="*/ 0 h 55"/>
                  <a:gd name="T4" fmla="*/ 0 w 57"/>
                  <a:gd name="T5" fmla="*/ 3 h 55"/>
                  <a:gd name="T6" fmla="*/ 52 w 57"/>
                  <a:gd name="T7" fmla="*/ 55 h 55"/>
                  <a:gd name="T8" fmla="*/ 57 w 57"/>
                  <a:gd name="T9" fmla="*/ 52 h 55"/>
                </a:gdLst>
                <a:ahLst/>
                <a:cxnLst>
                  <a:cxn ang="0">
                    <a:pos x="T0" y="T1"/>
                  </a:cxn>
                  <a:cxn ang="0">
                    <a:pos x="T2" y="T3"/>
                  </a:cxn>
                  <a:cxn ang="0">
                    <a:pos x="T4" y="T5"/>
                  </a:cxn>
                  <a:cxn ang="0">
                    <a:pos x="T6" y="T7"/>
                  </a:cxn>
                  <a:cxn ang="0">
                    <a:pos x="T8" y="T9"/>
                  </a:cxn>
                </a:cxnLst>
                <a:rect l="0" t="0" r="r" b="b"/>
                <a:pathLst>
                  <a:path w="57" h="55">
                    <a:moveTo>
                      <a:pt x="57" y="52"/>
                    </a:moveTo>
                    <a:lnTo>
                      <a:pt x="5" y="0"/>
                    </a:lnTo>
                    <a:lnTo>
                      <a:pt x="0" y="3"/>
                    </a:lnTo>
                    <a:lnTo>
                      <a:pt x="52" y="55"/>
                    </a:lnTo>
                    <a:lnTo>
                      <a:pt x="57" y="52"/>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146"/>
              <p:cNvSpPr>
                <a:spLocks/>
              </p:cNvSpPr>
              <p:nvPr/>
            </p:nvSpPr>
            <p:spPr bwMode="auto">
              <a:xfrm>
                <a:off x="2958" y="1963"/>
                <a:ext cx="57" cy="57"/>
              </a:xfrm>
              <a:custGeom>
                <a:avLst/>
                <a:gdLst>
                  <a:gd name="T0" fmla="*/ 57 w 57"/>
                  <a:gd name="T1" fmla="*/ 55 h 57"/>
                  <a:gd name="T2" fmla="*/ 5 w 57"/>
                  <a:gd name="T3" fmla="*/ 0 h 57"/>
                  <a:gd name="T4" fmla="*/ 0 w 57"/>
                  <a:gd name="T5" fmla="*/ 5 h 57"/>
                  <a:gd name="T6" fmla="*/ 55 w 57"/>
                  <a:gd name="T7" fmla="*/ 57 h 57"/>
                  <a:gd name="T8" fmla="*/ 57 w 57"/>
                  <a:gd name="T9" fmla="*/ 55 h 57"/>
                </a:gdLst>
                <a:ahLst/>
                <a:cxnLst>
                  <a:cxn ang="0">
                    <a:pos x="T0" y="T1"/>
                  </a:cxn>
                  <a:cxn ang="0">
                    <a:pos x="T2" y="T3"/>
                  </a:cxn>
                  <a:cxn ang="0">
                    <a:pos x="T4" y="T5"/>
                  </a:cxn>
                  <a:cxn ang="0">
                    <a:pos x="T6" y="T7"/>
                  </a:cxn>
                  <a:cxn ang="0">
                    <a:pos x="T8" y="T9"/>
                  </a:cxn>
                </a:cxnLst>
                <a:rect l="0" t="0" r="r" b="b"/>
                <a:pathLst>
                  <a:path w="57" h="57">
                    <a:moveTo>
                      <a:pt x="57" y="55"/>
                    </a:moveTo>
                    <a:lnTo>
                      <a:pt x="5" y="0"/>
                    </a:lnTo>
                    <a:lnTo>
                      <a:pt x="0" y="5"/>
                    </a:lnTo>
                    <a:lnTo>
                      <a:pt x="55" y="57"/>
                    </a:lnTo>
                    <a:lnTo>
                      <a:pt x="57" y="55"/>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147"/>
              <p:cNvSpPr>
                <a:spLocks/>
              </p:cNvSpPr>
              <p:nvPr/>
            </p:nvSpPr>
            <p:spPr bwMode="auto">
              <a:xfrm>
                <a:off x="2954" y="1970"/>
                <a:ext cx="56" cy="57"/>
              </a:xfrm>
              <a:custGeom>
                <a:avLst/>
                <a:gdLst>
                  <a:gd name="T0" fmla="*/ 56 w 56"/>
                  <a:gd name="T1" fmla="*/ 52 h 57"/>
                  <a:gd name="T2" fmla="*/ 2 w 56"/>
                  <a:gd name="T3" fmla="*/ 0 h 57"/>
                  <a:gd name="T4" fmla="*/ 0 w 56"/>
                  <a:gd name="T5" fmla="*/ 3 h 57"/>
                  <a:gd name="T6" fmla="*/ 52 w 56"/>
                  <a:gd name="T7" fmla="*/ 57 h 57"/>
                  <a:gd name="T8" fmla="*/ 56 w 56"/>
                  <a:gd name="T9" fmla="*/ 52 h 57"/>
                </a:gdLst>
                <a:ahLst/>
                <a:cxnLst>
                  <a:cxn ang="0">
                    <a:pos x="T0" y="T1"/>
                  </a:cxn>
                  <a:cxn ang="0">
                    <a:pos x="T2" y="T3"/>
                  </a:cxn>
                  <a:cxn ang="0">
                    <a:pos x="T4" y="T5"/>
                  </a:cxn>
                  <a:cxn ang="0">
                    <a:pos x="T6" y="T7"/>
                  </a:cxn>
                  <a:cxn ang="0">
                    <a:pos x="T8" y="T9"/>
                  </a:cxn>
                </a:cxnLst>
                <a:rect l="0" t="0" r="r" b="b"/>
                <a:pathLst>
                  <a:path w="56" h="57">
                    <a:moveTo>
                      <a:pt x="56" y="52"/>
                    </a:moveTo>
                    <a:lnTo>
                      <a:pt x="2" y="0"/>
                    </a:lnTo>
                    <a:lnTo>
                      <a:pt x="0" y="3"/>
                    </a:lnTo>
                    <a:lnTo>
                      <a:pt x="52" y="57"/>
                    </a:lnTo>
                    <a:lnTo>
                      <a:pt x="56" y="52"/>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148"/>
              <p:cNvSpPr>
                <a:spLocks/>
              </p:cNvSpPr>
              <p:nvPr/>
            </p:nvSpPr>
            <p:spPr bwMode="auto">
              <a:xfrm>
                <a:off x="2973" y="2003"/>
                <a:ext cx="30" cy="29"/>
              </a:xfrm>
              <a:custGeom>
                <a:avLst/>
                <a:gdLst>
                  <a:gd name="T0" fmla="*/ 30 w 30"/>
                  <a:gd name="T1" fmla="*/ 26 h 29"/>
                  <a:gd name="T2" fmla="*/ 4 w 30"/>
                  <a:gd name="T3" fmla="*/ 0 h 29"/>
                  <a:gd name="T4" fmla="*/ 0 w 30"/>
                  <a:gd name="T5" fmla="*/ 3 h 29"/>
                  <a:gd name="T6" fmla="*/ 28 w 30"/>
                  <a:gd name="T7" fmla="*/ 29 h 29"/>
                  <a:gd name="T8" fmla="*/ 30 w 30"/>
                  <a:gd name="T9" fmla="*/ 26 h 29"/>
                </a:gdLst>
                <a:ahLst/>
                <a:cxnLst>
                  <a:cxn ang="0">
                    <a:pos x="T0" y="T1"/>
                  </a:cxn>
                  <a:cxn ang="0">
                    <a:pos x="T2" y="T3"/>
                  </a:cxn>
                  <a:cxn ang="0">
                    <a:pos x="T4" y="T5"/>
                  </a:cxn>
                  <a:cxn ang="0">
                    <a:pos x="T6" y="T7"/>
                  </a:cxn>
                  <a:cxn ang="0">
                    <a:pos x="T8" y="T9"/>
                  </a:cxn>
                </a:cxnLst>
                <a:rect l="0" t="0" r="r" b="b"/>
                <a:pathLst>
                  <a:path w="30" h="29">
                    <a:moveTo>
                      <a:pt x="30" y="26"/>
                    </a:moveTo>
                    <a:lnTo>
                      <a:pt x="4" y="0"/>
                    </a:lnTo>
                    <a:lnTo>
                      <a:pt x="0" y="3"/>
                    </a:lnTo>
                    <a:lnTo>
                      <a:pt x="28" y="29"/>
                    </a:lnTo>
                    <a:lnTo>
                      <a:pt x="30" y="26"/>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149"/>
              <p:cNvSpPr>
                <a:spLocks/>
              </p:cNvSpPr>
              <p:nvPr/>
            </p:nvSpPr>
            <p:spPr bwMode="auto">
              <a:xfrm>
                <a:off x="2928" y="1871"/>
                <a:ext cx="56" cy="57"/>
              </a:xfrm>
              <a:custGeom>
                <a:avLst/>
                <a:gdLst>
                  <a:gd name="T0" fmla="*/ 56 w 56"/>
                  <a:gd name="T1" fmla="*/ 52 h 57"/>
                  <a:gd name="T2" fmla="*/ 4 w 56"/>
                  <a:gd name="T3" fmla="*/ 0 h 57"/>
                  <a:gd name="T4" fmla="*/ 0 w 56"/>
                  <a:gd name="T5" fmla="*/ 2 h 57"/>
                  <a:gd name="T6" fmla="*/ 52 w 56"/>
                  <a:gd name="T7" fmla="*/ 57 h 57"/>
                  <a:gd name="T8" fmla="*/ 56 w 56"/>
                  <a:gd name="T9" fmla="*/ 52 h 57"/>
                </a:gdLst>
                <a:ahLst/>
                <a:cxnLst>
                  <a:cxn ang="0">
                    <a:pos x="T0" y="T1"/>
                  </a:cxn>
                  <a:cxn ang="0">
                    <a:pos x="T2" y="T3"/>
                  </a:cxn>
                  <a:cxn ang="0">
                    <a:pos x="T4" y="T5"/>
                  </a:cxn>
                  <a:cxn ang="0">
                    <a:pos x="T6" y="T7"/>
                  </a:cxn>
                  <a:cxn ang="0">
                    <a:pos x="T8" y="T9"/>
                  </a:cxn>
                </a:cxnLst>
                <a:rect l="0" t="0" r="r" b="b"/>
                <a:pathLst>
                  <a:path w="56" h="57">
                    <a:moveTo>
                      <a:pt x="56" y="52"/>
                    </a:moveTo>
                    <a:lnTo>
                      <a:pt x="4" y="0"/>
                    </a:lnTo>
                    <a:lnTo>
                      <a:pt x="0" y="2"/>
                    </a:lnTo>
                    <a:lnTo>
                      <a:pt x="52" y="57"/>
                    </a:lnTo>
                    <a:lnTo>
                      <a:pt x="56" y="52"/>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150"/>
              <p:cNvSpPr>
                <a:spLocks/>
              </p:cNvSpPr>
              <p:nvPr/>
            </p:nvSpPr>
            <p:spPr bwMode="auto">
              <a:xfrm>
                <a:off x="2923" y="1878"/>
                <a:ext cx="54" cy="54"/>
              </a:xfrm>
              <a:custGeom>
                <a:avLst/>
                <a:gdLst>
                  <a:gd name="T0" fmla="*/ 54 w 54"/>
                  <a:gd name="T1" fmla="*/ 52 h 54"/>
                  <a:gd name="T2" fmla="*/ 2 w 54"/>
                  <a:gd name="T3" fmla="*/ 0 h 54"/>
                  <a:gd name="T4" fmla="*/ 0 w 54"/>
                  <a:gd name="T5" fmla="*/ 2 h 54"/>
                  <a:gd name="T6" fmla="*/ 52 w 54"/>
                  <a:gd name="T7" fmla="*/ 54 h 54"/>
                  <a:gd name="T8" fmla="*/ 54 w 54"/>
                  <a:gd name="T9" fmla="*/ 52 h 54"/>
                </a:gdLst>
                <a:ahLst/>
                <a:cxnLst>
                  <a:cxn ang="0">
                    <a:pos x="T0" y="T1"/>
                  </a:cxn>
                  <a:cxn ang="0">
                    <a:pos x="T2" y="T3"/>
                  </a:cxn>
                  <a:cxn ang="0">
                    <a:pos x="T4" y="T5"/>
                  </a:cxn>
                  <a:cxn ang="0">
                    <a:pos x="T6" y="T7"/>
                  </a:cxn>
                  <a:cxn ang="0">
                    <a:pos x="T8" y="T9"/>
                  </a:cxn>
                </a:cxnLst>
                <a:rect l="0" t="0" r="r" b="b"/>
                <a:pathLst>
                  <a:path w="54" h="54">
                    <a:moveTo>
                      <a:pt x="54" y="52"/>
                    </a:moveTo>
                    <a:lnTo>
                      <a:pt x="2" y="0"/>
                    </a:lnTo>
                    <a:lnTo>
                      <a:pt x="0" y="2"/>
                    </a:lnTo>
                    <a:lnTo>
                      <a:pt x="52" y="54"/>
                    </a:lnTo>
                    <a:lnTo>
                      <a:pt x="54" y="52"/>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151"/>
              <p:cNvSpPr>
                <a:spLocks/>
              </p:cNvSpPr>
              <p:nvPr/>
            </p:nvSpPr>
            <p:spPr bwMode="auto">
              <a:xfrm>
                <a:off x="2916" y="1883"/>
                <a:ext cx="57" cy="56"/>
              </a:xfrm>
              <a:custGeom>
                <a:avLst/>
                <a:gdLst>
                  <a:gd name="T0" fmla="*/ 57 w 57"/>
                  <a:gd name="T1" fmla="*/ 54 h 56"/>
                  <a:gd name="T2" fmla="*/ 2 w 57"/>
                  <a:gd name="T3" fmla="*/ 0 h 56"/>
                  <a:gd name="T4" fmla="*/ 0 w 57"/>
                  <a:gd name="T5" fmla="*/ 4 h 56"/>
                  <a:gd name="T6" fmla="*/ 52 w 57"/>
                  <a:gd name="T7" fmla="*/ 56 h 56"/>
                  <a:gd name="T8" fmla="*/ 57 w 57"/>
                  <a:gd name="T9" fmla="*/ 54 h 56"/>
                </a:gdLst>
                <a:ahLst/>
                <a:cxnLst>
                  <a:cxn ang="0">
                    <a:pos x="T0" y="T1"/>
                  </a:cxn>
                  <a:cxn ang="0">
                    <a:pos x="T2" y="T3"/>
                  </a:cxn>
                  <a:cxn ang="0">
                    <a:pos x="T4" y="T5"/>
                  </a:cxn>
                  <a:cxn ang="0">
                    <a:pos x="T6" y="T7"/>
                  </a:cxn>
                  <a:cxn ang="0">
                    <a:pos x="T8" y="T9"/>
                  </a:cxn>
                </a:cxnLst>
                <a:rect l="0" t="0" r="r" b="b"/>
                <a:pathLst>
                  <a:path w="57" h="56">
                    <a:moveTo>
                      <a:pt x="57" y="54"/>
                    </a:moveTo>
                    <a:lnTo>
                      <a:pt x="2" y="0"/>
                    </a:lnTo>
                    <a:lnTo>
                      <a:pt x="0" y="4"/>
                    </a:lnTo>
                    <a:lnTo>
                      <a:pt x="52" y="56"/>
                    </a:lnTo>
                    <a:lnTo>
                      <a:pt x="57" y="54"/>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152"/>
              <p:cNvSpPr>
                <a:spLocks/>
              </p:cNvSpPr>
              <p:nvPr/>
            </p:nvSpPr>
            <p:spPr bwMode="auto">
              <a:xfrm>
                <a:off x="2909" y="1890"/>
                <a:ext cx="56" cy="57"/>
              </a:xfrm>
              <a:custGeom>
                <a:avLst/>
                <a:gdLst>
                  <a:gd name="T0" fmla="*/ 56 w 56"/>
                  <a:gd name="T1" fmla="*/ 52 h 57"/>
                  <a:gd name="T2" fmla="*/ 4 w 56"/>
                  <a:gd name="T3" fmla="*/ 0 h 57"/>
                  <a:gd name="T4" fmla="*/ 0 w 56"/>
                  <a:gd name="T5" fmla="*/ 2 h 57"/>
                  <a:gd name="T6" fmla="*/ 54 w 56"/>
                  <a:gd name="T7" fmla="*/ 57 h 57"/>
                  <a:gd name="T8" fmla="*/ 56 w 56"/>
                  <a:gd name="T9" fmla="*/ 52 h 57"/>
                </a:gdLst>
                <a:ahLst/>
                <a:cxnLst>
                  <a:cxn ang="0">
                    <a:pos x="T0" y="T1"/>
                  </a:cxn>
                  <a:cxn ang="0">
                    <a:pos x="T2" y="T3"/>
                  </a:cxn>
                  <a:cxn ang="0">
                    <a:pos x="T4" y="T5"/>
                  </a:cxn>
                  <a:cxn ang="0">
                    <a:pos x="T6" y="T7"/>
                  </a:cxn>
                  <a:cxn ang="0">
                    <a:pos x="T8" y="T9"/>
                  </a:cxn>
                </a:cxnLst>
                <a:rect l="0" t="0" r="r" b="b"/>
                <a:pathLst>
                  <a:path w="56" h="57">
                    <a:moveTo>
                      <a:pt x="56" y="52"/>
                    </a:moveTo>
                    <a:lnTo>
                      <a:pt x="4" y="0"/>
                    </a:lnTo>
                    <a:lnTo>
                      <a:pt x="0" y="2"/>
                    </a:lnTo>
                    <a:lnTo>
                      <a:pt x="54" y="57"/>
                    </a:lnTo>
                    <a:lnTo>
                      <a:pt x="56" y="52"/>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153"/>
              <p:cNvSpPr>
                <a:spLocks/>
              </p:cNvSpPr>
              <p:nvPr/>
            </p:nvSpPr>
            <p:spPr bwMode="auto">
              <a:xfrm>
                <a:off x="2904" y="1894"/>
                <a:ext cx="57" cy="57"/>
              </a:xfrm>
              <a:custGeom>
                <a:avLst/>
                <a:gdLst>
                  <a:gd name="T0" fmla="*/ 57 w 57"/>
                  <a:gd name="T1" fmla="*/ 55 h 57"/>
                  <a:gd name="T2" fmla="*/ 2 w 57"/>
                  <a:gd name="T3" fmla="*/ 0 h 57"/>
                  <a:gd name="T4" fmla="*/ 0 w 57"/>
                  <a:gd name="T5" fmla="*/ 5 h 57"/>
                  <a:gd name="T6" fmla="*/ 52 w 57"/>
                  <a:gd name="T7" fmla="*/ 57 h 57"/>
                  <a:gd name="T8" fmla="*/ 57 w 57"/>
                  <a:gd name="T9" fmla="*/ 55 h 57"/>
                </a:gdLst>
                <a:ahLst/>
                <a:cxnLst>
                  <a:cxn ang="0">
                    <a:pos x="T0" y="T1"/>
                  </a:cxn>
                  <a:cxn ang="0">
                    <a:pos x="T2" y="T3"/>
                  </a:cxn>
                  <a:cxn ang="0">
                    <a:pos x="T4" y="T5"/>
                  </a:cxn>
                  <a:cxn ang="0">
                    <a:pos x="T6" y="T7"/>
                  </a:cxn>
                  <a:cxn ang="0">
                    <a:pos x="T8" y="T9"/>
                  </a:cxn>
                </a:cxnLst>
                <a:rect l="0" t="0" r="r" b="b"/>
                <a:pathLst>
                  <a:path w="57" h="57">
                    <a:moveTo>
                      <a:pt x="57" y="55"/>
                    </a:moveTo>
                    <a:lnTo>
                      <a:pt x="2" y="0"/>
                    </a:lnTo>
                    <a:lnTo>
                      <a:pt x="0" y="5"/>
                    </a:lnTo>
                    <a:lnTo>
                      <a:pt x="52" y="57"/>
                    </a:lnTo>
                    <a:lnTo>
                      <a:pt x="57" y="55"/>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Freeform 154"/>
              <p:cNvSpPr>
                <a:spLocks/>
              </p:cNvSpPr>
              <p:nvPr/>
            </p:nvSpPr>
            <p:spPr bwMode="auto">
              <a:xfrm>
                <a:off x="2897" y="1902"/>
                <a:ext cx="57" cy="56"/>
              </a:xfrm>
              <a:custGeom>
                <a:avLst/>
                <a:gdLst>
                  <a:gd name="T0" fmla="*/ 57 w 57"/>
                  <a:gd name="T1" fmla="*/ 52 h 56"/>
                  <a:gd name="T2" fmla="*/ 4 w 57"/>
                  <a:gd name="T3" fmla="*/ 0 h 56"/>
                  <a:gd name="T4" fmla="*/ 0 w 57"/>
                  <a:gd name="T5" fmla="*/ 2 h 56"/>
                  <a:gd name="T6" fmla="*/ 52 w 57"/>
                  <a:gd name="T7" fmla="*/ 56 h 56"/>
                  <a:gd name="T8" fmla="*/ 57 w 57"/>
                  <a:gd name="T9" fmla="*/ 52 h 56"/>
                </a:gdLst>
                <a:ahLst/>
                <a:cxnLst>
                  <a:cxn ang="0">
                    <a:pos x="T0" y="T1"/>
                  </a:cxn>
                  <a:cxn ang="0">
                    <a:pos x="T2" y="T3"/>
                  </a:cxn>
                  <a:cxn ang="0">
                    <a:pos x="T4" y="T5"/>
                  </a:cxn>
                  <a:cxn ang="0">
                    <a:pos x="T6" y="T7"/>
                  </a:cxn>
                  <a:cxn ang="0">
                    <a:pos x="T8" y="T9"/>
                  </a:cxn>
                </a:cxnLst>
                <a:rect l="0" t="0" r="r" b="b"/>
                <a:pathLst>
                  <a:path w="57" h="56">
                    <a:moveTo>
                      <a:pt x="57" y="52"/>
                    </a:moveTo>
                    <a:lnTo>
                      <a:pt x="4" y="0"/>
                    </a:lnTo>
                    <a:lnTo>
                      <a:pt x="0" y="2"/>
                    </a:lnTo>
                    <a:lnTo>
                      <a:pt x="52" y="56"/>
                    </a:lnTo>
                    <a:lnTo>
                      <a:pt x="57" y="52"/>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155"/>
              <p:cNvSpPr>
                <a:spLocks/>
              </p:cNvSpPr>
              <p:nvPr/>
            </p:nvSpPr>
            <p:spPr bwMode="auto">
              <a:xfrm>
                <a:off x="2892" y="1909"/>
                <a:ext cx="54" cy="54"/>
              </a:xfrm>
              <a:custGeom>
                <a:avLst/>
                <a:gdLst>
                  <a:gd name="T0" fmla="*/ 54 w 54"/>
                  <a:gd name="T1" fmla="*/ 52 h 54"/>
                  <a:gd name="T2" fmla="*/ 2 w 54"/>
                  <a:gd name="T3" fmla="*/ 0 h 54"/>
                  <a:gd name="T4" fmla="*/ 0 w 54"/>
                  <a:gd name="T5" fmla="*/ 2 h 54"/>
                  <a:gd name="T6" fmla="*/ 52 w 54"/>
                  <a:gd name="T7" fmla="*/ 54 h 54"/>
                  <a:gd name="T8" fmla="*/ 54 w 54"/>
                  <a:gd name="T9" fmla="*/ 52 h 54"/>
                </a:gdLst>
                <a:ahLst/>
                <a:cxnLst>
                  <a:cxn ang="0">
                    <a:pos x="T0" y="T1"/>
                  </a:cxn>
                  <a:cxn ang="0">
                    <a:pos x="T2" y="T3"/>
                  </a:cxn>
                  <a:cxn ang="0">
                    <a:pos x="T4" y="T5"/>
                  </a:cxn>
                  <a:cxn ang="0">
                    <a:pos x="T6" y="T7"/>
                  </a:cxn>
                  <a:cxn ang="0">
                    <a:pos x="T8" y="T9"/>
                  </a:cxn>
                </a:cxnLst>
                <a:rect l="0" t="0" r="r" b="b"/>
                <a:pathLst>
                  <a:path w="54" h="54">
                    <a:moveTo>
                      <a:pt x="54" y="52"/>
                    </a:moveTo>
                    <a:lnTo>
                      <a:pt x="2" y="0"/>
                    </a:lnTo>
                    <a:lnTo>
                      <a:pt x="0" y="2"/>
                    </a:lnTo>
                    <a:lnTo>
                      <a:pt x="52" y="54"/>
                    </a:lnTo>
                    <a:lnTo>
                      <a:pt x="54" y="52"/>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156"/>
              <p:cNvSpPr>
                <a:spLocks/>
              </p:cNvSpPr>
              <p:nvPr/>
            </p:nvSpPr>
            <p:spPr bwMode="auto">
              <a:xfrm>
                <a:off x="2901" y="1930"/>
                <a:ext cx="41" cy="40"/>
              </a:xfrm>
              <a:custGeom>
                <a:avLst/>
                <a:gdLst>
                  <a:gd name="T0" fmla="*/ 41 w 41"/>
                  <a:gd name="T1" fmla="*/ 35 h 40"/>
                  <a:gd name="T2" fmla="*/ 3 w 41"/>
                  <a:gd name="T3" fmla="*/ 0 h 40"/>
                  <a:gd name="T4" fmla="*/ 0 w 41"/>
                  <a:gd name="T5" fmla="*/ 2 h 40"/>
                  <a:gd name="T6" fmla="*/ 36 w 41"/>
                  <a:gd name="T7" fmla="*/ 40 h 40"/>
                  <a:gd name="T8" fmla="*/ 41 w 41"/>
                  <a:gd name="T9" fmla="*/ 35 h 40"/>
                </a:gdLst>
                <a:ahLst/>
                <a:cxnLst>
                  <a:cxn ang="0">
                    <a:pos x="T0" y="T1"/>
                  </a:cxn>
                  <a:cxn ang="0">
                    <a:pos x="T2" y="T3"/>
                  </a:cxn>
                  <a:cxn ang="0">
                    <a:pos x="T4" y="T5"/>
                  </a:cxn>
                  <a:cxn ang="0">
                    <a:pos x="T6" y="T7"/>
                  </a:cxn>
                  <a:cxn ang="0">
                    <a:pos x="T8" y="T9"/>
                  </a:cxn>
                </a:cxnLst>
                <a:rect l="0" t="0" r="r" b="b"/>
                <a:pathLst>
                  <a:path w="41" h="40">
                    <a:moveTo>
                      <a:pt x="41" y="35"/>
                    </a:moveTo>
                    <a:lnTo>
                      <a:pt x="3" y="0"/>
                    </a:lnTo>
                    <a:lnTo>
                      <a:pt x="0" y="2"/>
                    </a:lnTo>
                    <a:lnTo>
                      <a:pt x="36" y="40"/>
                    </a:lnTo>
                    <a:lnTo>
                      <a:pt x="41" y="35"/>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157"/>
              <p:cNvSpPr>
                <a:spLocks/>
              </p:cNvSpPr>
              <p:nvPr/>
            </p:nvSpPr>
            <p:spPr bwMode="auto">
              <a:xfrm>
                <a:off x="3036" y="1764"/>
                <a:ext cx="74" cy="149"/>
              </a:xfrm>
              <a:custGeom>
                <a:avLst/>
                <a:gdLst>
                  <a:gd name="T0" fmla="*/ 67 w 74"/>
                  <a:gd name="T1" fmla="*/ 149 h 149"/>
                  <a:gd name="T2" fmla="*/ 74 w 74"/>
                  <a:gd name="T3" fmla="*/ 149 h 149"/>
                  <a:gd name="T4" fmla="*/ 64 w 74"/>
                  <a:gd name="T5" fmla="*/ 78 h 149"/>
                  <a:gd name="T6" fmla="*/ 19 w 74"/>
                  <a:gd name="T7" fmla="*/ 71 h 149"/>
                  <a:gd name="T8" fmla="*/ 8 w 74"/>
                  <a:gd name="T9" fmla="*/ 0 h 149"/>
                  <a:gd name="T10" fmla="*/ 0 w 74"/>
                  <a:gd name="T11" fmla="*/ 3 h 149"/>
                  <a:gd name="T12" fmla="*/ 15 w 74"/>
                  <a:gd name="T13" fmla="*/ 78 h 149"/>
                  <a:gd name="T14" fmla="*/ 57 w 74"/>
                  <a:gd name="T15" fmla="*/ 85 h 149"/>
                  <a:gd name="T16" fmla="*/ 67 w 74"/>
                  <a:gd name="T17"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 h="149">
                    <a:moveTo>
                      <a:pt x="67" y="149"/>
                    </a:moveTo>
                    <a:lnTo>
                      <a:pt x="74" y="149"/>
                    </a:lnTo>
                    <a:lnTo>
                      <a:pt x="64" y="78"/>
                    </a:lnTo>
                    <a:lnTo>
                      <a:pt x="19" y="71"/>
                    </a:lnTo>
                    <a:lnTo>
                      <a:pt x="8" y="0"/>
                    </a:lnTo>
                    <a:lnTo>
                      <a:pt x="0" y="3"/>
                    </a:lnTo>
                    <a:lnTo>
                      <a:pt x="15" y="78"/>
                    </a:lnTo>
                    <a:lnTo>
                      <a:pt x="57" y="85"/>
                    </a:lnTo>
                    <a:lnTo>
                      <a:pt x="67" y="149"/>
                    </a:lnTo>
                    <a:close/>
                  </a:path>
                </a:pathLst>
              </a:custGeom>
              <a:solidFill>
                <a:srgbClr val="F4BA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158"/>
              <p:cNvSpPr>
                <a:spLocks/>
              </p:cNvSpPr>
              <p:nvPr/>
            </p:nvSpPr>
            <p:spPr bwMode="auto">
              <a:xfrm>
                <a:off x="3025" y="1762"/>
                <a:ext cx="28" cy="16"/>
              </a:xfrm>
              <a:custGeom>
                <a:avLst/>
                <a:gdLst>
                  <a:gd name="T0" fmla="*/ 0 w 28"/>
                  <a:gd name="T1" fmla="*/ 14 h 16"/>
                  <a:gd name="T2" fmla="*/ 4 w 28"/>
                  <a:gd name="T3" fmla="*/ 16 h 16"/>
                  <a:gd name="T4" fmla="*/ 14 w 28"/>
                  <a:gd name="T5" fmla="*/ 7 h 16"/>
                  <a:gd name="T6" fmla="*/ 23 w 28"/>
                  <a:gd name="T7" fmla="*/ 16 h 16"/>
                  <a:gd name="T8" fmla="*/ 28 w 28"/>
                  <a:gd name="T9" fmla="*/ 14 h 16"/>
                  <a:gd name="T10" fmla="*/ 14 w 28"/>
                  <a:gd name="T11" fmla="*/ 0 h 16"/>
                  <a:gd name="T12" fmla="*/ 0 w 28"/>
                  <a:gd name="T13" fmla="*/ 14 h 16"/>
                </a:gdLst>
                <a:ahLst/>
                <a:cxnLst>
                  <a:cxn ang="0">
                    <a:pos x="T0" y="T1"/>
                  </a:cxn>
                  <a:cxn ang="0">
                    <a:pos x="T2" y="T3"/>
                  </a:cxn>
                  <a:cxn ang="0">
                    <a:pos x="T4" y="T5"/>
                  </a:cxn>
                  <a:cxn ang="0">
                    <a:pos x="T6" y="T7"/>
                  </a:cxn>
                  <a:cxn ang="0">
                    <a:pos x="T8" y="T9"/>
                  </a:cxn>
                  <a:cxn ang="0">
                    <a:pos x="T10" y="T11"/>
                  </a:cxn>
                  <a:cxn ang="0">
                    <a:pos x="T12" y="T13"/>
                  </a:cxn>
                </a:cxnLst>
                <a:rect l="0" t="0" r="r" b="b"/>
                <a:pathLst>
                  <a:path w="28" h="16">
                    <a:moveTo>
                      <a:pt x="0" y="14"/>
                    </a:moveTo>
                    <a:lnTo>
                      <a:pt x="4" y="16"/>
                    </a:lnTo>
                    <a:lnTo>
                      <a:pt x="14" y="7"/>
                    </a:lnTo>
                    <a:lnTo>
                      <a:pt x="23" y="16"/>
                    </a:lnTo>
                    <a:lnTo>
                      <a:pt x="28" y="14"/>
                    </a:lnTo>
                    <a:lnTo>
                      <a:pt x="14" y="0"/>
                    </a:lnTo>
                    <a:lnTo>
                      <a:pt x="0" y="14"/>
                    </a:lnTo>
                    <a:close/>
                  </a:path>
                </a:pathLst>
              </a:custGeom>
              <a:solidFill>
                <a:srgbClr val="F4BA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159"/>
              <p:cNvSpPr>
                <a:spLocks/>
              </p:cNvSpPr>
              <p:nvPr/>
            </p:nvSpPr>
            <p:spPr bwMode="auto">
              <a:xfrm>
                <a:off x="3046" y="1828"/>
                <a:ext cx="16" cy="19"/>
              </a:xfrm>
              <a:custGeom>
                <a:avLst/>
                <a:gdLst>
                  <a:gd name="T0" fmla="*/ 1 w 7"/>
                  <a:gd name="T1" fmla="*/ 1 h 8"/>
                  <a:gd name="T2" fmla="*/ 6 w 7"/>
                  <a:gd name="T3" fmla="*/ 1 h 8"/>
                  <a:gd name="T4" fmla="*/ 6 w 7"/>
                  <a:gd name="T5" fmla="*/ 6 h 8"/>
                  <a:gd name="T6" fmla="*/ 1 w 7"/>
                  <a:gd name="T7" fmla="*/ 6 h 8"/>
                  <a:gd name="T8" fmla="*/ 1 w 7"/>
                  <a:gd name="T9" fmla="*/ 1 h 8"/>
                </a:gdLst>
                <a:ahLst/>
                <a:cxnLst>
                  <a:cxn ang="0">
                    <a:pos x="T0" y="T1"/>
                  </a:cxn>
                  <a:cxn ang="0">
                    <a:pos x="T2" y="T3"/>
                  </a:cxn>
                  <a:cxn ang="0">
                    <a:pos x="T4" y="T5"/>
                  </a:cxn>
                  <a:cxn ang="0">
                    <a:pos x="T6" y="T7"/>
                  </a:cxn>
                  <a:cxn ang="0">
                    <a:pos x="T8" y="T9"/>
                  </a:cxn>
                </a:cxnLst>
                <a:rect l="0" t="0" r="r" b="b"/>
                <a:pathLst>
                  <a:path w="7" h="8">
                    <a:moveTo>
                      <a:pt x="1" y="1"/>
                    </a:moveTo>
                    <a:cubicBezTo>
                      <a:pt x="2" y="0"/>
                      <a:pt x="5" y="0"/>
                      <a:pt x="6" y="1"/>
                    </a:cubicBezTo>
                    <a:cubicBezTo>
                      <a:pt x="7" y="3"/>
                      <a:pt x="7" y="5"/>
                      <a:pt x="6" y="6"/>
                    </a:cubicBezTo>
                    <a:cubicBezTo>
                      <a:pt x="5" y="8"/>
                      <a:pt x="2" y="8"/>
                      <a:pt x="1" y="6"/>
                    </a:cubicBezTo>
                    <a:cubicBezTo>
                      <a:pt x="0" y="5"/>
                      <a:pt x="0" y="3"/>
                      <a:pt x="1" y="1"/>
                    </a:cubicBezTo>
                    <a:close/>
                  </a:path>
                </a:pathLst>
              </a:custGeom>
              <a:solidFill>
                <a:srgbClr val="23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160"/>
              <p:cNvSpPr>
                <a:spLocks/>
              </p:cNvSpPr>
              <p:nvPr/>
            </p:nvSpPr>
            <p:spPr bwMode="auto">
              <a:xfrm>
                <a:off x="3086" y="1838"/>
                <a:ext cx="19" cy="19"/>
              </a:xfrm>
              <a:custGeom>
                <a:avLst/>
                <a:gdLst>
                  <a:gd name="T0" fmla="*/ 2 w 8"/>
                  <a:gd name="T1" fmla="*/ 1 h 8"/>
                  <a:gd name="T2" fmla="*/ 7 w 8"/>
                  <a:gd name="T3" fmla="*/ 1 h 8"/>
                  <a:gd name="T4" fmla="*/ 7 w 8"/>
                  <a:gd name="T5" fmla="*/ 6 h 8"/>
                  <a:gd name="T6" fmla="*/ 2 w 8"/>
                  <a:gd name="T7" fmla="*/ 6 h 8"/>
                  <a:gd name="T8" fmla="*/ 2 w 8"/>
                  <a:gd name="T9" fmla="*/ 1 h 8"/>
                </a:gdLst>
                <a:ahLst/>
                <a:cxnLst>
                  <a:cxn ang="0">
                    <a:pos x="T0" y="T1"/>
                  </a:cxn>
                  <a:cxn ang="0">
                    <a:pos x="T2" y="T3"/>
                  </a:cxn>
                  <a:cxn ang="0">
                    <a:pos x="T4" y="T5"/>
                  </a:cxn>
                  <a:cxn ang="0">
                    <a:pos x="T6" y="T7"/>
                  </a:cxn>
                  <a:cxn ang="0">
                    <a:pos x="T8" y="T9"/>
                  </a:cxn>
                </a:cxnLst>
                <a:rect l="0" t="0" r="r" b="b"/>
                <a:pathLst>
                  <a:path w="8" h="8">
                    <a:moveTo>
                      <a:pt x="2" y="1"/>
                    </a:moveTo>
                    <a:cubicBezTo>
                      <a:pt x="3" y="0"/>
                      <a:pt x="6" y="0"/>
                      <a:pt x="7" y="1"/>
                    </a:cubicBezTo>
                    <a:cubicBezTo>
                      <a:pt x="8" y="3"/>
                      <a:pt x="8" y="5"/>
                      <a:pt x="7" y="6"/>
                    </a:cubicBezTo>
                    <a:cubicBezTo>
                      <a:pt x="6" y="8"/>
                      <a:pt x="3" y="8"/>
                      <a:pt x="2" y="6"/>
                    </a:cubicBezTo>
                    <a:cubicBezTo>
                      <a:pt x="0" y="5"/>
                      <a:pt x="0" y="3"/>
                      <a:pt x="2" y="1"/>
                    </a:cubicBezTo>
                    <a:close/>
                  </a:path>
                </a:pathLst>
              </a:custGeom>
              <a:solidFill>
                <a:srgbClr val="23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161"/>
              <p:cNvSpPr>
                <a:spLocks/>
              </p:cNvSpPr>
              <p:nvPr/>
            </p:nvSpPr>
            <p:spPr bwMode="auto">
              <a:xfrm>
                <a:off x="2847" y="1821"/>
                <a:ext cx="192" cy="175"/>
              </a:xfrm>
              <a:custGeom>
                <a:avLst/>
                <a:gdLst>
                  <a:gd name="T0" fmla="*/ 36 w 192"/>
                  <a:gd name="T1" fmla="*/ 5 h 175"/>
                  <a:gd name="T2" fmla="*/ 0 w 192"/>
                  <a:gd name="T3" fmla="*/ 28 h 175"/>
                  <a:gd name="T4" fmla="*/ 159 w 192"/>
                  <a:gd name="T5" fmla="*/ 175 h 175"/>
                  <a:gd name="T6" fmla="*/ 192 w 192"/>
                  <a:gd name="T7" fmla="*/ 133 h 175"/>
                  <a:gd name="T8" fmla="*/ 57 w 192"/>
                  <a:gd name="T9" fmla="*/ 38 h 175"/>
                  <a:gd name="T10" fmla="*/ 50 w 192"/>
                  <a:gd name="T11" fmla="*/ 0 h 175"/>
                  <a:gd name="T12" fmla="*/ 36 w 192"/>
                  <a:gd name="T13" fmla="*/ 5 h 175"/>
                </a:gdLst>
                <a:ahLst/>
                <a:cxnLst>
                  <a:cxn ang="0">
                    <a:pos x="T0" y="T1"/>
                  </a:cxn>
                  <a:cxn ang="0">
                    <a:pos x="T2" y="T3"/>
                  </a:cxn>
                  <a:cxn ang="0">
                    <a:pos x="T4" y="T5"/>
                  </a:cxn>
                  <a:cxn ang="0">
                    <a:pos x="T6" y="T7"/>
                  </a:cxn>
                  <a:cxn ang="0">
                    <a:pos x="T8" y="T9"/>
                  </a:cxn>
                  <a:cxn ang="0">
                    <a:pos x="T10" y="T11"/>
                  </a:cxn>
                  <a:cxn ang="0">
                    <a:pos x="T12" y="T13"/>
                  </a:cxn>
                </a:cxnLst>
                <a:rect l="0" t="0" r="r" b="b"/>
                <a:pathLst>
                  <a:path w="192" h="175">
                    <a:moveTo>
                      <a:pt x="36" y="5"/>
                    </a:moveTo>
                    <a:lnTo>
                      <a:pt x="0" y="28"/>
                    </a:lnTo>
                    <a:lnTo>
                      <a:pt x="159" y="175"/>
                    </a:lnTo>
                    <a:lnTo>
                      <a:pt x="192" y="133"/>
                    </a:lnTo>
                    <a:lnTo>
                      <a:pt x="57" y="38"/>
                    </a:lnTo>
                    <a:lnTo>
                      <a:pt x="50" y="0"/>
                    </a:lnTo>
                    <a:lnTo>
                      <a:pt x="36" y="5"/>
                    </a:lnTo>
                    <a:close/>
                  </a:path>
                </a:pathLst>
              </a:custGeom>
              <a:solidFill>
                <a:srgbClr val="F1B5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162"/>
              <p:cNvSpPr>
                <a:spLocks/>
              </p:cNvSpPr>
              <p:nvPr/>
            </p:nvSpPr>
            <p:spPr bwMode="auto">
              <a:xfrm>
                <a:off x="2840" y="1639"/>
                <a:ext cx="196" cy="213"/>
              </a:xfrm>
              <a:custGeom>
                <a:avLst/>
                <a:gdLst>
                  <a:gd name="T0" fmla="*/ 0 w 196"/>
                  <a:gd name="T1" fmla="*/ 213 h 213"/>
                  <a:gd name="T2" fmla="*/ 92 w 196"/>
                  <a:gd name="T3" fmla="*/ 201 h 213"/>
                  <a:gd name="T4" fmla="*/ 196 w 196"/>
                  <a:gd name="T5" fmla="*/ 94 h 213"/>
                  <a:gd name="T6" fmla="*/ 137 w 196"/>
                  <a:gd name="T7" fmla="*/ 0 h 213"/>
                  <a:gd name="T8" fmla="*/ 0 w 196"/>
                  <a:gd name="T9" fmla="*/ 213 h 213"/>
                </a:gdLst>
                <a:ahLst/>
                <a:cxnLst>
                  <a:cxn ang="0">
                    <a:pos x="T0" y="T1"/>
                  </a:cxn>
                  <a:cxn ang="0">
                    <a:pos x="T2" y="T3"/>
                  </a:cxn>
                  <a:cxn ang="0">
                    <a:pos x="T4" y="T5"/>
                  </a:cxn>
                  <a:cxn ang="0">
                    <a:pos x="T6" y="T7"/>
                  </a:cxn>
                  <a:cxn ang="0">
                    <a:pos x="T8" y="T9"/>
                  </a:cxn>
                </a:cxnLst>
                <a:rect l="0" t="0" r="r" b="b"/>
                <a:pathLst>
                  <a:path w="196" h="213">
                    <a:moveTo>
                      <a:pt x="0" y="213"/>
                    </a:moveTo>
                    <a:lnTo>
                      <a:pt x="92" y="201"/>
                    </a:lnTo>
                    <a:lnTo>
                      <a:pt x="196" y="94"/>
                    </a:lnTo>
                    <a:lnTo>
                      <a:pt x="137" y="0"/>
                    </a:lnTo>
                    <a:lnTo>
                      <a:pt x="0" y="213"/>
                    </a:lnTo>
                    <a:close/>
                  </a:path>
                </a:pathLst>
              </a:custGeom>
              <a:solidFill>
                <a:srgbClr val="05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163"/>
              <p:cNvSpPr>
                <a:spLocks/>
              </p:cNvSpPr>
              <p:nvPr/>
            </p:nvSpPr>
            <p:spPr bwMode="auto">
              <a:xfrm>
                <a:off x="3032" y="1942"/>
                <a:ext cx="49" cy="16"/>
              </a:xfrm>
              <a:custGeom>
                <a:avLst/>
                <a:gdLst>
                  <a:gd name="T0" fmla="*/ 7 w 21"/>
                  <a:gd name="T1" fmla="*/ 7 h 7"/>
                  <a:gd name="T2" fmla="*/ 18 w 21"/>
                  <a:gd name="T3" fmla="*/ 6 h 7"/>
                  <a:gd name="T4" fmla="*/ 21 w 21"/>
                  <a:gd name="T5" fmla="*/ 5 h 7"/>
                  <a:gd name="T6" fmla="*/ 15 w 21"/>
                  <a:gd name="T7" fmla="*/ 0 h 7"/>
                  <a:gd name="T8" fmla="*/ 0 w 21"/>
                  <a:gd name="T9" fmla="*/ 2 h 7"/>
                  <a:gd name="T10" fmla="*/ 7 w 21"/>
                  <a:gd name="T11" fmla="*/ 7 h 7"/>
                </a:gdLst>
                <a:ahLst/>
                <a:cxnLst>
                  <a:cxn ang="0">
                    <a:pos x="T0" y="T1"/>
                  </a:cxn>
                  <a:cxn ang="0">
                    <a:pos x="T2" y="T3"/>
                  </a:cxn>
                  <a:cxn ang="0">
                    <a:pos x="T4" y="T5"/>
                  </a:cxn>
                  <a:cxn ang="0">
                    <a:pos x="T6" y="T7"/>
                  </a:cxn>
                  <a:cxn ang="0">
                    <a:pos x="T8" y="T9"/>
                  </a:cxn>
                  <a:cxn ang="0">
                    <a:pos x="T10" y="T11"/>
                  </a:cxn>
                </a:cxnLst>
                <a:rect l="0" t="0" r="r" b="b"/>
                <a:pathLst>
                  <a:path w="21" h="7">
                    <a:moveTo>
                      <a:pt x="7" y="7"/>
                    </a:moveTo>
                    <a:cubicBezTo>
                      <a:pt x="18" y="6"/>
                      <a:pt x="18" y="6"/>
                      <a:pt x="18" y="6"/>
                    </a:cubicBezTo>
                    <a:cubicBezTo>
                      <a:pt x="19" y="6"/>
                      <a:pt x="20" y="5"/>
                      <a:pt x="21" y="5"/>
                    </a:cubicBezTo>
                    <a:cubicBezTo>
                      <a:pt x="15" y="0"/>
                      <a:pt x="15" y="0"/>
                      <a:pt x="15" y="0"/>
                    </a:cubicBezTo>
                    <a:cubicBezTo>
                      <a:pt x="0" y="2"/>
                      <a:pt x="0" y="2"/>
                      <a:pt x="0" y="2"/>
                    </a:cubicBezTo>
                    <a:lnTo>
                      <a:pt x="7" y="7"/>
                    </a:lnTo>
                    <a:close/>
                  </a:path>
                </a:pathLst>
              </a:custGeom>
              <a:solidFill>
                <a:srgbClr val="F1B5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164"/>
              <p:cNvSpPr>
                <a:spLocks/>
              </p:cNvSpPr>
              <p:nvPr/>
            </p:nvSpPr>
            <p:spPr bwMode="auto">
              <a:xfrm>
                <a:off x="3051" y="1947"/>
                <a:ext cx="40" cy="23"/>
              </a:xfrm>
              <a:custGeom>
                <a:avLst/>
                <a:gdLst>
                  <a:gd name="T0" fmla="*/ 0 w 17"/>
                  <a:gd name="T1" fmla="*/ 1 h 10"/>
                  <a:gd name="T2" fmla="*/ 10 w 17"/>
                  <a:gd name="T3" fmla="*/ 9 h 10"/>
                  <a:gd name="T4" fmla="*/ 16 w 17"/>
                  <a:gd name="T5" fmla="*/ 8 h 10"/>
                  <a:gd name="T6" fmla="*/ 17 w 17"/>
                  <a:gd name="T7" fmla="*/ 7 h 10"/>
                  <a:gd name="T8" fmla="*/ 17 w 17"/>
                  <a:gd name="T9" fmla="*/ 6 h 10"/>
                  <a:gd name="T10" fmla="*/ 9 w 17"/>
                  <a:gd name="T11" fmla="*/ 0 h 10"/>
                  <a:gd name="T12" fmla="*/ 0 w 17"/>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17" h="10">
                    <a:moveTo>
                      <a:pt x="0" y="1"/>
                    </a:moveTo>
                    <a:cubicBezTo>
                      <a:pt x="10" y="9"/>
                      <a:pt x="10" y="9"/>
                      <a:pt x="10" y="9"/>
                    </a:cubicBezTo>
                    <a:cubicBezTo>
                      <a:pt x="12" y="10"/>
                      <a:pt x="15" y="10"/>
                      <a:pt x="16" y="8"/>
                    </a:cubicBezTo>
                    <a:cubicBezTo>
                      <a:pt x="17" y="7"/>
                      <a:pt x="17" y="7"/>
                      <a:pt x="17" y="7"/>
                    </a:cubicBezTo>
                    <a:cubicBezTo>
                      <a:pt x="17" y="6"/>
                      <a:pt x="17" y="6"/>
                      <a:pt x="17" y="6"/>
                    </a:cubicBezTo>
                    <a:cubicBezTo>
                      <a:pt x="9" y="0"/>
                      <a:pt x="9" y="0"/>
                      <a:pt x="9" y="0"/>
                    </a:cubicBezTo>
                    <a:lnTo>
                      <a:pt x="0" y="1"/>
                    </a:lnTo>
                    <a:close/>
                  </a:path>
                </a:pathLst>
              </a:custGeom>
              <a:solidFill>
                <a:srgbClr val="F1B5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165"/>
              <p:cNvSpPr>
                <a:spLocks/>
              </p:cNvSpPr>
              <p:nvPr/>
            </p:nvSpPr>
            <p:spPr bwMode="auto">
              <a:xfrm>
                <a:off x="2994" y="1944"/>
                <a:ext cx="87" cy="88"/>
              </a:xfrm>
              <a:custGeom>
                <a:avLst/>
                <a:gdLst>
                  <a:gd name="T0" fmla="*/ 22 w 37"/>
                  <a:gd name="T1" fmla="*/ 3 h 37"/>
                  <a:gd name="T2" fmla="*/ 11 w 37"/>
                  <a:gd name="T3" fmla="*/ 4 h 37"/>
                  <a:gd name="T4" fmla="*/ 3 w 37"/>
                  <a:gd name="T5" fmla="*/ 14 h 37"/>
                  <a:gd name="T6" fmla="*/ 4 w 37"/>
                  <a:gd name="T7" fmla="*/ 26 h 37"/>
                  <a:gd name="T8" fmla="*/ 15 w 37"/>
                  <a:gd name="T9" fmla="*/ 34 h 37"/>
                  <a:gd name="T10" fmla="*/ 26 w 37"/>
                  <a:gd name="T11" fmla="*/ 33 h 37"/>
                  <a:gd name="T12" fmla="*/ 34 w 37"/>
                  <a:gd name="T13" fmla="*/ 22 h 37"/>
                  <a:gd name="T14" fmla="*/ 33 w 37"/>
                  <a:gd name="T15" fmla="*/ 11 h 37"/>
                  <a:gd name="T16" fmla="*/ 22 w 37"/>
                  <a:gd name="T17" fmla="*/ 3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37">
                    <a:moveTo>
                      <a:pt x="22" y="3"/>
                    </a:moveTo>
                    <a:cubicBezTo>
                      <a:pt x="19" y="0"/>
                      <a:pt x="14" y="0"/>
                      <a:pt x="11" y="4"/>
                    </a:cubicBezTo>
                    <a:cubicBezTo>
                      <a:pt x="3" y="14"/>
                      <a:pt x="3" y="14"/>
                      <a:pt x="3" y="14"/>
                    </a:cubicBezTo>
                    <a:cubicBezTo>
                      <a:pt x="0" y="18"/>
                      <a:pt x="1" y="23"/>
                      <a:pt x="4" y="26"/>
                    </a:cubicBezTo>
                    <a:cubicBezTo>
                      <a:pt x="15" y="34"/>
                      <a:pt x="15" y="34"/>
                      <a:pt x="15" y="34"/>
                    </a:cubicBezTo>
                    <a:cubicBezTo>
                      <a:pt x="18" y="37"/>
                      <a:pt x="23" y="36"/>
                      <a:pt x="26" y="33"/>
                    </a:cubicBezTo>
                    <a:cubicBezTo>
                      <a:pt x="34" y="22"/>
                      <a:pt x="34" y="22"/>
                      <a:pt x="34" y="22"/>
                    </a:cubicBezTo>
                    <a:cubicBezTo>
                      <a:pt x="37" y="19"/>
                      <a:pt x="37" y="14"/>
                      <a:pt x="33" y="11"/>
                    </a:cubicBezTo>
                    <a:lnTo>
                      <a:pt x="22" y="3"/>
                    </a:lnTo>
                    <a:close/>
                  </a:path>
                </a:pathLst>
              </a:custGeom>
              <a:solidFill>
                <a:srgbClr val="F1B5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166"/>
              <p:cNvSpPr>
                <a:spLocks/>
              </p:cNvSpPr>
              <p:nvPr/>
            </p:nvSpPr>
            <p:spPr bwMode="auto">
              <a:xfrm>
                <a:off x="3010" y="1999"/>
                <a:ext cx="60" cy="52"/>
              </a:xfrm>
              <a:custGeom>
                <a:avLst/>
                <a:gdLst>
                  <a:gd name="T0" fmla="*/ 24 w 25"/>
                  <a:gd name="T1" fmla="*/ 20 h 22"/>
                  <a:gd name="T2" fmla="*/ 20 w 25"/>
                  <a:gd name="T3" fmla="*/ 21 h 22"/>
                  <a:gd name="T4" fmla="*/ 2 w 25"/>
                  <a:gd name="T5" fmla="*/ 6 h 22"/>
                  <a:gd name="T6" fmla="*/ 1 w 25"/>
                  <a:gd name="T7" fmla="*/ 2 h 22"/>
                  <a:gd name="T8" fmla="*/ 5 w 25"/>
                  <a:gd name="T9" fmla="*/ 1 h 22"/>
                  <a:gd name="T10" fmla="*/ 24 w 25"/>
                  <a:gd name="T11" fmla="*/ 16 h 22"/>
                  <a:gd name="T12" fmla="*/ 24 w 25"/>
                  <a:gd name="T13" fmla="*/ 20 h 22"/>
                </a:gdLst>
                <a:ahLst/>
                <a:cxnLst>
                  <a:cxn ang="0">
                    <a:pos x="T0" y="T1"/>
                  </a:cxn>
                  <a:cxn ang="0">
                    <a:pos x="T2" y="T3"/>
                  </a:cxn>
                  <a:cxn ang="0">
                    <a:pos x="T4" y="T5"/>
                  </a:cxn>
                  <a:cxn ang="0">
                    <a:pos x="T6" y="T7"/>
                  </a:cxn>
                  <a:cxn ang="0">
                    <a:pos x="T8" y="T9"/>
                  </a:cxn>
                  <a:cxn ang="0">
                    <a:pos x="T10" y="T11"/>
                  </a:cxn>
                  <a:cxn ang="0">
                    <a:pos x="T12" y="T13"/>
                  </a:cxn>
                </a:cxnLst>
                <a:rect l="0" t="0" r="r" b="b"/>
                <a:pathLst>
                  <a:path w="25" h="22">
                    <a:moveTo>
                      <a:pt x="24" y="20"/>
                    </a:moveTo>
                    <a:cubicBezTo>
                      <a:pt x="23" y="22"/>
                      <a:pt x="21" y="22"/>
                      <a:pt x="20" y="21"/>
                    </a:cubicBezTo>
                    <a:cubicBezTo>
                      <a:pt x="2" y="6"/>
                      <a:pt x="2" y="6"/>
                      <a:pt x="2" y="6"/>
                    </a:cubicBezTo>
                    <a:cubicBezTo>
                      <a:pt x="0" y="5"/>
                      <a:pt x="0" y="3"/>
                      <a:pt x="1" y="2"/>
                    </a:cubicBezTo>
                    <a:cubicBezTo>
                      <a:pt x="2" y="1"/>
                      <a:pt x="4" y="0"/>
                      <a:pt x="5" y="1"/>
                    </a:cubicBezTo>
                    <a:cubicBezTo>
                      <a:pt x="24" y="16"/>
                      <a:pt x="24" y="16"/>
                      <a:pt x="24" y="16"/>
                    </a:cubicBezTo>
                    <a:cubicBezTo>
                      <a:pt x="25" y="17"/>
                      <a:pt x="25" y="19"/>
                      <a:pt x="24" y="20"/>
                    </a:cubicBezTo>
                    <a:close/>
                  </a:path>
                </a:pathLst>
              </a:custGeom>
              <a:solidFill>
                <a:srgbClr val="F1B5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167"/>
              <p:cNvSpPr>
                <a:spLocks/>
              </p:cNvSpPr>
              <p:nvPr/>
            </p:nvSpPr>
            <p:spPr bwMode="auto">
              <a:xfrm>
                <a:off x="3036" y="1996"/>
                <a:ext cx="60" cy="50"/>
              </a:xfrm>
              <a:custGeom>
                <a:avLst/>
                <a:gdLst>
                  <a:gd name="T0" fmla="*/ 24 w 25"/>
                  <a:gd name="T1" fmla="*/ 20 h 21"/>
                  <a:gd name="T2" fmla="*/ 20 w 25"/>
                  <a:gd name="T3" fmla="*/ 20 h 21"/>
                  <a:gd name="T4" fmla="*/ 1 w 25"/>
                  <a:gd name="T5" fmla="*/ 6 h 21"/>
                  <a:gd name="T6" fmla="*/ 1 w 25"/>
                  <a:gd name="T7" fmla="*/ 2 h 21"/>
                  <a:gd name="T8" fmla="*/ 5 w 25"/>
                  <a:gd name="T9" fmla="*/ 1 h 21"/>
                  <a:gd name="T10" fmla="*/ 23 w 25"/>
                  <a:gd name="T11" fmla="*/ 15 h 21"/>
                  <a:gd name="T12" fmla="*/ 24 w 25"/>
                  <a:gd name="T13" fmla="*/ 20 h 21"/>
                </a:gdLst>
                <a:ahLst/>
                <a:cxnLst>
                  <a:cxn ang="0">
                    <a:pos x="T0" y="T1"/>
                  </a:cxn>
                  <a:cxn ang="0">
                    <a:pos x="T2" y="T3"/>
                  </a:cxn>
                  <a:cxn ang="0">
                    <a:pos x="T4" y="T5"/>
                  </a:cxn>
                  <a:cxn ang="0">
                    <a:pos x="T6" y="T7"/>
                  </a:cxn>
                  <a:cxn ang="0">
                    <a:pos x="T8" y="T9"/>
                  </a:cxn>
                  <a:cxn ang="0">
                    <a:pos x="T10" y="T11"/>
                  </a:cxn>
                  <a:cxn ang="0">
                    <a:pos x="T12" y="T13"/>
                  </a:cxn>
                </a:cxnLst>
                <a:rect l="0" t="0" r="r" b="b"/>
                <a:pathLst>
                  <a:path w="25" h="21">
                    <a:moveTo>
                      <a:pt x="24" y="20"/>
                    </a:moveTo>
                    <a:cubicBezTo>
                      <a:pt x="23" y="21"/>
                      <a:pt x="21" y="21"/>
                      <a:pt x="20" y="20"/>
                    </a:cubicBezTo>
                    <a:cubicBezTo>
                      <a:pt x="1" y="6"/>
                      <a:pt x="1" y="6"/>
                      <a:pt x="1" y="6"/>
                    </a:cubicBezTo>
                    <a:cubicBezTo>
                      <a:pt x="0" y="5"/>
                      <a:pt x="0" y="3"/>
                      <a:pt x="1" y="2"/>
                    </a:cubicBezTo>
                    <a:cubicBezTo>
                      <a:pt x="2" y="0"/>
                      <a:pt x="4" y="0"/>
                      <a:pt x="5" y="1"/>
                    </a:cubicBezTo>
                    <a:cubicBezTo>
                      <a:pt x="23" y="15"/>
                      <a:pt x="23" y="15"/>
                      <a:pt x="23" y="15"/>
                    </a:cubicBezTo>
                    <a:cubicBezTo>
                      <a:pt x="25" y="16"/>
                      <a:pt x="25" y="18"/>
                      <a:pt x="24" y="20"/>
                    </a:cubicBezTo>
                    <a:close/>
                  </a:path>
                </a:pathLst>
              </a:custGeom>
              <a:solidFill>
                <a:srgbClr val="F1B5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168"/>
              <p:cNvSpPr>
                <a:spLocks/>
              </p:cNvSpPr>
              <p:nvPr/>
            </p:nvSpPr>
            <p:spPr bwMode="auto">
              <a:xfrm>
                <a:off x="3058" y="1968"/>
                <a:ext cx="61" cy="50"/>
              </a:xfrm>
              <a:custGeom>
                <a:avLst/>
                <a:gdLst>
                  <a:gd name="T0" fmla="*/ 25 w 26"/>
                  <a:gd name="T1" fmla="*/ 19 h 21"/>
                  <a:gd name="T2" fmla="*/ 20 w 26"/>
                  <a:gd name="T3" fmla="*/ 20 h 21"/>
                  <a:gd name="T4" fmla="*/ 2 w 26"/>
                  <a:gd name="T5" fmla="*/ 6 h 21"/>
                  <a:gd name="T6" fmla="*/ 1 w 26"/>
                  <a:gd name="T7" fmla="*/ 1 h 21"/>
                  <a:gd name="T8" fmla="*/ 6 w 26"/>
                  <a:gd name="T9" fmla="*/ 1 h 21"/>
                  <a:gd name="T10" fmla="*/ 24 w 26"/>
                  <a:gd name="T11" fmla="*/ 15 h 21"/>
                  <a:gd name="T12" fmla="*/ 25 w 26"/>
                  <a:gd name="T13" fmla="*/ 19 h 21"/>
                </a:gdLst>
                <a:ahLst/>
                <a:cxnLst>
                  <a:cxn ang="0">
                    <a:pos x="T0" y="T1"/>
                  </a:cxn>
                  <a:cxn ang="0">
                    <a:pos x="T2" y="T3"/>
                  </a:cxn>
                  <a:cxn ang="0">
                    <a:pos x="T4" y="T5"/>
                  </a:cxn>
                  <a:cxn ang="0">
                    <a:pos x="T6" y="T7"/>
                  </a:cxn>
                  <a:cxn ang="0">
                    <a:pos x="T8" y="T9"/>
                  </a:cxn>
                  <a:cxn ang="0">
                    <a:pos x="T10" y="T11"/>
                  </a:cxn>
                  <a:cxn ang="0">
                    <a:pos x="T12" y="T13"/>
                  </a:cxn>
                </a:cxnLst>
                <a:rect l="0" t="0" r="r" b="b"/>
                <a:pathLst>
                  <a:path w="26" h="21">
                    <a:moveTo>
                      <a:pt x="25" y="19"/>
                    </a:moveTo>
                    <a:cubicBezTo>
                      <a:pt x="24" y="21"/>
                      <a:pt x="22" y="21"/>
                      <a:pt x="20" y="20"/>
                    </a:cubicBezTo>
                    <a:cubicBezTo>
                      <a:pt x="2" y="6"/>
                      <a:pt x="2" y="6"/>
                      <a:pt x="2" y="6"/>
                    </a:cubicBezTo>
                    <a:cubicBezTo>
                      <a:pt x="0" y="5"/>
                      <a:pt x="0" y="3"/>
                      <a:pt x="1" y="1"/>
                    </a:cubicBezTo>
                    <a:cubicBezTo>
                      <a:pt x="2" y="0"/>
                      <a:pt x="4" y="0"/>
                      <a:pt x="6" y="1"/>
                    </a:cubicBezTo>
                    <a:cubicBezTo>
                      <a:pt x="24" y="15"/>
                      <a:pt x="24" y="15"/>
                      <a:pt x="24" y="15"/>
                    </a:cubicBezTo>
                    <a:cubicBezTo>
                      <a:pt x="25" y="16"/>
                      <a:pt x="26" y="18"/>
                      <a:pt x="25" y="19"/>
                    </a:cubicBezTo>
                    <a:close/>
                  </a:path>
                </a:pathLst>
              </a:custGeom>
              <a:solidFill>
                <a:srgbClr val="F1B5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169"/>
              <p:cNvSpPr>
                <a:spLocks/>
              </p:cNvSpPr>
              <p:nvPr/>
            </p:nvSpPr>
            <p:spPr bwMode="auto">
              <a:xfrm>
                <a:off x="3060" y="1992"/>
                <a:ext cx="62" cy="52"/>
              </a:xfrm>
              <a:custGeom>
                <a:avLst/>
                <a:gdLst>
                  <a:gd name="T0" fmla="*/ 25 w 26"/>
                  <a:gd name="T1" fmla="*/ 20 h 22"/>
                  <a:gd name="T2" fmla="*/ 20 w 26"/>
                  <a:gd name="T3" fmla="*/ 21 h 22"/>
                  <a:gd name="T4" fmla="*/ 2 w 26"/>
                  <a:gd name="T5" fmla="*/ 6 h 22"/>
                  <a:gd name="T6" fmla="*/ 1 w 26"/>
                  <a:gd name="T7" fmla="*/ 2 h 22"/>
                  <a:gd name="T8" fmla="*/ 6 w 26"/>
                  <a:gd name="T9" fmla="*/ 1 h 22"/>
                  <a:gd name="T10" fmla="*/ 24 w 26"/>
                  <a:gd name="T11" fmla="*/ 16 h 22"/>
                  <a:gd name="T12" fmla="*/ 25 w 26"/>
                  <a:gd name="T13" fmla="*/ 20 h 22"/>
                </a:gdLst>
                <a:ahLst/>
                <a:cxnLst>
                  <a:cxn ang="0">
                    <a:pos x="T0" y="T1"/>
                  </a:cxn>
                  <a:cxn ang="0">
                    <a:pos x="T2" y="T3"/>
                  </a:cxn>
                  <a:cxn ang="0">
                    <a:pos x="T4" y="T5"/>
                  </a:cxn>
                  <a:cxn ang="0">
                    <a:pos x="T6" y="T7"/>
                  </a:cxn>
                  <a:cxn ang="0">
                    <a:pos x="T8" y="T9"/>
                  </a:cxn>
                  <a:cxn ang="0">
                    <a:pos x="T10" y="T11"/>
                  </a:cxn>
                  <a:cxn ang="0">
                    <a:pos x="T12" y="T13"/>
                  </a:cxn>
                </a:cxnLst>
                <a:rect l="0" t="0" r="r" b="b"/>
                <a:pathLst>
                  <a:path w="26" h="22">
                    <a:moveTo>
                      <a:pt x="25" y="20"/>
                    </a:moveTo>
                    <a:cubicBezTo>
                      <a:pt x="24" y="22"/>
                      <a:pt x="22" y="22"/>
                      <a:pt x="20" y="21"/>
                    </a:cubicBezTo>
                    <a:cubicBezTo>
                      <a:pt x="2" y="6"/>
                      <a:pt x="2" y="6"/>
                      <a:pt x="2" y="6"/>
                    </a:cubicBezTo>
                    <a:cubicBezTo>
                      <a:pt x="1" y="5"/>
                      <a:pt x="0" y="3"/>
                      <a:pt x="1" y="2"/>
                    </a:cubicBezTo>
                    <a:cubicBezTo>
                      <a:pt x="2" y="1"/>
                      <a:pt x="4" y="0"/>
                      <a:pt x="6" y="1"/>
                    </a:cubicBezTo>
                    <a:cubicBezTo>
                      <a:pt x="24" y="16"/>
                      <a:pt x="24" y="16"/>
                      <a:pt x="24" y="16"/>
                    </a:cubicBezTo>
                    <a:cubicBezTo>
                      <a:pt x="26" y="17"/>
                      <a:pt x="26" y="19"/>
                      <a:pt x="25" y="20"/>
                    </a:cubicBezTo>
                    <a:close/>
                  </a:path>
                </a:pathLst>
              </a:custGeom>
              <a:solidFill>
                <a:srgbClr val="F1B5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170"/>
              <p:cNvSpPr>
                <a:spLocks/>
              </p:cNvSpPr>
              <p:nvPr/>
            </p:nvSpPr>
            <p:spPr bwMode="auto">
              <a:xfrm>
                <a:off x="2840" y="1840"/>
                <a:ext cx="194" cy="149"/>
              </a:xfrm>
              <a:custGeom>
                <a:avLst/>
                <a:gdLst>
                  <a:gd name="T0" fmla="*/ 0 w 194"/>
                  <a:gd name="T1" fmla="*/ 12 h 149"/>
                  <a:gd name="T2" fmla="*/ 140 w 194"/>
                  <a:gd name="T3" fmla="*/ 149 h 149"/>
                  <a:gd name="T4" fmla="*/ 194 w 194"/>
                  <a:gd name="T5" fmla="*/ 90 h 149"/>
                  <a:gd name="T6" fmla="*/ 92 w 194"/>
                  <a:gd name="T7" fmla="*/ 0 h 149"/>
                  <a:gd name="T8" fmla="*/ 0 w 194"/>
                  <a:gd name="T9" fmla="*/ 12 h 149"/>
                </a:gdLst>
                <a:ahLst/>
                <a:cxnLst>
                  <a:cxn ang="0">
                    <a:pos x="T0" y="T1"/>
                  </a:cxn>
                  <a:cxn ang="0">
                    <a:pos x="T2" y="T3"/>
                  </a:cxn>
                  <a:cxn ang="0">
                    <a:pos x="T4" y="T5"/>
                  </a:cxn>
                  <a:cxn ang="0">
                    <a:pos x="T6" y="T7"/>
                  </a:cxn>
                  <a:cxn ang="0">
                    <a:pos x="T8" y="T9"/>
                  </a:cxn>
                </a:cxnLst>
                <a:rect l="0" t="0" r="r" b="b"/>
                <a:pathLst>
                  <a:path w="194" h="149">
                    <a:moveTo>
                      <a:pt x="0" y="12"/>
                    </a:moveTo>
                    <a:lnTo>
                      <a:pt x="140" y="149"/>
                    </a:lnTo>
                    <a:lnTo>
                      <a:pt x="194" y="90"/>
                    </a:lnTo>
                    <a:lnTo>
                      <a:pt x="92" y="0"/>
                    </a:lnTo>
                    <a:lnTo>
                      <a:pt x="0" y="12"/>
                    </a:lnTo>
                    <a:close/>
                  </a:path>
                </a:pathLst>
              </a:custGeom>
              <a:solidFill>
                <a:srgbClr val="05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171"/>
              <p:cNvSpPr>
                <a:spLocks/>
              </p:cNvSpPr>
              <p:nvPr/>
            </p:nvSpPr>
            <p:spPr bwMode="auto">
              <a:xfrm>
                <a:off x="2840" y="1840"/>
                <a:ext cx="194" cy="149"/>
              </a:xfrm>
              <a:custGeom>
                <a:avLst/>
                <a:gdLst>
                  <a:gd name="T0" fmla="*/ 0 w 194"/>
                  <a:gd name="T1" fmla="*/ 12 h 149"/>
                  <a:gd name="T2" fmla="*/ 140 w 194"/>
                  <a:gd name="T3" fmla="*/ 149 h 149"/>
                  <a:gd name="T4" fmla="*/ 194 w 194"/>
                  <a:gd name="T5" fmla="*/ 90 h 149"/>
                  <a:gd name="T6" fmla="*/ 92 w 194"/>
                  <a:gd name="T7" fmla="*/ 0 h 149"/>
                </a:gdLst>
                <a:ahLst/>
                <a:cxnLst>
                  <a:cxn ang="0">
                    <a:pos x="T0" y="T1"/>
                  </a:cxn>
                  <a:cxn ang="0">
                    <a:pos x="T2" y="T3"/>
                  </a:cxn>
                  <a:cxn ang="0">
                    <a:pos x="T4" y="T5"/>
                  </a:cxn>
                  <a:cxn ang="0">
                    <a:pos x="T6" y="T7"/>
                  </a:cxn>
                </a:cxnLst>
                <a:rect l="0" t="0" r="r" b="b"/>
                <a:pathLst>
                  <a:path w="194" h="149">
                    <a:moveTo>
                      <a:pt x="0" y="12"/>
                    </a:moveTo>
                    <a:lnTo>
                      <a:pt x="140" y="149"/>
                    </a:lnTo>
                    <a:lnTo>
                      <a:pt x="194" y="90"/>
                    </a:lnTo>
                    <a:lnTo>
                      <a:pt x="9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172"/>
              <p:cNvSpPr>
                <a:spLocks/>
              </p:cNvSpPr>
              <p:nvPr/>
            </p:nvSpPr>
            <p:spPr bwMode="auto">
              <a:xfrm>
                <a:off x="2442" y="2794"/>
                <a:ext cx="171" cy="66"/>
              </a:xfrm>
              <a:custGeom>
                <a:avLst/>
                <a:gdLst>
                  <a:gd name="T0" fmla="*/ 41 w 72"/>
                  <a:gd name="T1" fmla="*/ 0 h 28"/>
                  <a:gd name="T2" fmla="*/ 13 w 72"/>
                  <a:gd name="T3" fmla="*/ 10 h 28"/>
                  <a:gd name="T4" fmla="*/ 0 w 72"/>
                  <a:gd name="T5" fmla="*/ 28 h 28"/>
                  <a:gd name="T6" fmla="*/ 72 w 72"/>
                  <a:gd name="T7" fmla="*/ 28 h 28"/>
                  <a:gd name="T8" fmla="*/ 72 w 72"/>
                  <a:gd name="T9" fmla="*/ 5 h 28"/>
                  <a:gd name="T10" fmla="*/ 43 w 72"/>
                  <a:gd name="T11" fmla="*/ 0 h 28"/>
                </a:gdLst>
                <a:ahLst/>
                <a:cxnLst>
                  <a:cxn ang="0">
                    <a:pos x="T0" y="T1"/>
                  </a:cxn>
                  <a:cxn ang="0">
                    <a:pos x="T2" y="T3"/>
                  </a:cxn>
                  <a:cxn ang="0">
                    <a:pos x="T4" y="T5"/>
                  </a:cxn>
                  <a:cxn ang="0">
                    <a:pos x="T6" y="T7"/>
                  </a:cxn>
                  <a:cxn ang="0">
                    <a:pos x="T8" y="T9"/>
                  </a:cxn>
                  <a:cxn ang="0">
                    <a:pos x="T10" y="T11"/>
                  </a:cxn>
                </a:cxnLst>
                <a:rect l="0" t="0" r="r" b="b"/>
                <a:pathLst>
                  <a:path w="72" h="28">
                    <a:moveTo>
                      <a:pt x="41" y="0"/>
                    </a:moveTo>
                    <a:cubicBezTo>
                      <a:pt x="41" y="0"/>
                      <a:pt x="20" y="9"/>
                      <a:pt x="13" y="10"/>
                    </a:cubicBezTo>
                    <a:cubicBezTo>
                      <a:pt x="2" y="11"/>
                      <a:pt x="0" y="28"/>
                      <a:pt x="0" y="28"/>
                    </a:cubicBezTo>
                    <a:cubicBezTo>
                      <a:pt x="72" y="28"/>
                      <a:pt x="72" y="28"/>
                      <a:pt x="72" y="28"/>
                    </a:cubicBezTo>
                    <a:cubicBezTo>
                      <a:pt x="72" y="5"/>
                      <a:pt x="72" y="5"/>
                      <a:pt x="72" y="5"/>
                    </a:cubicBezTo>
                    <a:cubicBezTo>
                      <a:pt x="59" y="2"/>
                      <a:pt x="43" y="0"/>
                      <a:pt x="43" y="0"/>
                    </a:cubicBezTo>
                  </a:path>
                </a:pathLst>
              </a:custGeom>
              <a:solidFill>
                <a:srgbClr val="22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173"/>
              <p:cNvSpPr>
                <a:spLocks/>
              </p:cNvSpPr>
              <p:nvPr/>
            </p:nvSpPr>
            <p:spPr bwMode="auto">
              <a:xfrm>
                <a:off x="2475" y="2145"/>
                <a:ext cx="138" cy="687"/>
              </a:xfrm>
              <a:custGeom>
                <a:avLst/>
                <a:gdLst>
                  <a:gd name="T0" fmla="*/ 0 w 58"/>
                  <a:gd name="T1" fmla="*/ 0 h 290"/>
                  <a:gd name="T2" fmla="*/ 12 w 58"/>
                  <a:gd name="T3" fmla="*/ 280 h 290"/>
                  <a:gd name="T4" fmla="*/ 58 w 58"/>
                  <a:gd name="T5" fmla="*/ 280 h 290"/>
                  <a:gd name="T6" fmla="*/ 58 w 58"/>
                  <a:gd name="T7" fmla="*/ 0 h 290"/>
                  <a:gd name="T8" fmla="*/ 0 w 58"/>
                  <a:gd name="T9" fmla="*/ 0 h 290"/>
                </a:gdLst>
                <a:ahLst/>
                <a:cxnLst>
                  <a:cxn ang="0">
                    <a:pos x="T0" y="T1"/>
                  </a:cxn>
                  <a:cxn ang="0">
                    <a:pos x="T2" y="T3"/>
                  </a:cxn>
                  <a:cxn ang="0">
                    <a:pos x="T4" y="T5"/>
                  </a:cxn>
                  <a:cxn ang="0">
                    <a:pos x="T6" y="T7"/>
                  </a:cxn>
                  <a:cxn ang="0">
                    <a:pos x="T8" y="T9"/>
                  </a:cxn>
                </a:cxnLst>
                <a:rect l="0" t="0" r="r" b="b"/>
                <a:pathLst>
                  <a:path w="58" h="290">
                    <a:moveTo>
                      <a:pt x="0" y="0"/>
                    </a:moveTo>
                    <a:cubicBezTo>
                      <a:pt x="12" y="280"/>
                      <a:pt x="12" y="280"/>
                      <a:pt x="12" y="280"/>
                    </a:cubicBezTo>
                    <a:cubicBezTo>
                      <a:pt x="12" y="280"/>
                      <a:pt x="38" y="290"/>
                      <a:pt x="58" y="280"/>
                    </a:cubicBezTo>
                    <a:cubicBezTo>
                      <a:pt x="58" y="176"/>
                      <a:pt x="58" y="0"/>
                      <a:pt x="58" y="0"/>
                    </a:cubicBezTo>
                    <a:cubicBezTo>
                      <a:pt x="0" y="0"/>
                      <a:pt x="0" y="0"/>
                      <a:pt x="0" y="0"/>
                    </a:cubicBezTo>
                  </a:path>
                </a:pathLst>
              </a:custGeom>
              <a:solidFill>
                <a:srgbClr val="0704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Freeform 174"/>
              <p:cNvSpPr>
                <a:spLocks/>
              </p:cNvSpPr>
              <p:nvPr/>
            </p:nvSpPr>
            <p:spPr bwMode="auto">
              <a:xfrm>
                <a:off x="2629" y="2794"/>
                <a:ext cx="171" cy="66"/>
              </a:xfrm>
              <a:custGeom>
                <a:avLst/>
                <a:gdLst>
                  <a:gd name="T0" fmla="*/ 31 w 72"/>
                  <a:gd name="T1" fmla="*/ 0 h 28"/>
                  <a:gd name="T2" fmla="*/ 60 w 72"/>
                  <a:gd name="T3" fmla="*/ 10 h 28"/>
                  <a:gd name="T4" fmla="*/ 72 w 72"/>
                  <a:gd name="T5" fmla="*/ 28 h 28"/>
                  <a:gd name="T6" fmla="*/ 0 w 72"/>
                  <a:gd name="T7" fmla="*/ 28 h 28"/>
                  <a:gd name="T8" fmla="*/ 1 w 72"/>
                  <a:gd name="T9" fmla="*/ 5 h 28"/>
                  <a:gd name="T10" fmla="*/ 29 w 72"/>
                  <a:gd name="T11" fmla="*/ 0 h 28"/>
                </a:gdLst>
                <a:ahLst/>
                <a:cxnLst>
                  <a:cxn ang="0">
                    <a:pos x="T0" y="T1"/>
                  </a:cxn>
                  <a:cxn ang="0">
                    <a:pos x="T2" y="T3"/>
                  </a:cxn>
                  <a:cxn ang="0">
                    <a:pos x="T4" y="T5"/>
                  </a:cxn>
                  <a:cxn ang="0">
                    <a:pos x="T6" y="T7"/>
                  </a:cxn>
                  <a:cxn ang="0">
                    <a:pos x="T8" y="T9"/>
                  </a:cxn>
                  <a:cxn ang="0">
                    <a:pos x="T10" y="T11"/>
                  </a:cxn>
                </a:cxnLst>
                <a:rect l="0" t="0" r="r" b="b"/>
                <a:pathLst>
                  <a:path w="72" h="28">
                    <a:moveTo>
                      <a:pt x="31" y="0"/>
                    </a:moveTo>
                    <a:cubicBezTo>
                      <a:pt x="31" y="0"/>
                      <a:pt x="52" y="9"/>
                      <a:pt x="60" y="10"/>
                    </a:cubicBezTo>
                    <a:cubicBezTo>
                      <a:pt x="70" y="11"/>
                      <a:pt x="72" y="28"/>
                      <a:pt x="72" y="28"/>
                    </a:cubicBezTo>
                    <a:cubicBezTo>
                      <a:pt x="0" y="28"/>
                      <a:pt x="0" y="28"/>
                      <a:pt x="0" y="28"/>
                    </a:cubicBezTo>
                    <a:cubicBezTo>
                      <a:pt x="0" y="28"/>
                      <a:pt x="0" y="15"/>
                      <a:pt x="1" y="5"/>
                    </a:cubicBezTo>
                    <a:cubicBezTo>
                      <a:pt x="14" y="2"/>
                      <a:pt x="29" y="0"/>
                      <a:pt x="29" y="0"/>
                    </a:cubicBezTo>
                  </a:path>
                </a:pathLst>
              </a:custGeom>
              <a:solidFill>
                <a:srgbClr val="22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175"/>
              <p:cNvSpPr>
                <a:spLocks/>
              </p:cNvSpPr>
              <p:nvPr/>
            </p:nvSpPr>
            <p:spPr bwMode="auto">
              <a:xfrm>
                <a:off x="2629" y="2145"/>
                <a:ext cx="138" cy="687"/>
              </a:xfrm>
              <a:custGeom>
                <a:avLst/>
                <a:gdLst>
                  <a:gd name="T0" fmla="*/ 58 w 58"/>
                  <a:gd name="T1" fmla="*/ 0 h 290"/>
                  <a:gd name="T2" fmla="*/ 47 w 58"/>
                  <a:gd name="T3" fmla="*/ 280 h 290"/>
                  <a:gd name="T4" fmla="*/ 0 w 58"/>
                  <a:gd name="T5" fmla="*/ 280 h 290"/>
                  <a:gd name="T6" fmla="*/ 0 w 58"/>
                  <a:gd name="T7" fmla="*/ 0 h 290"/>
                  <a:gd name="T8" fmla="*/ 58 w 58"/>
                  <a:gd name="T9" fmla="*/ 0 h 290"/>
                </a:gdLst>
                <a:ahLst/>
                <a:cxnLst>
                  <a:cxn ang="0">
                    <a:pos x="T0" y="T1"/>
                  </a:cxn>
                  <a:cxn ang="0">
                    <a:pos x="T2" y="T3"/>
                  </a:cxn>
                  <a:cxn ang="0">
                    <a:pos x="T4" y="T5"/>
                  </a:cxn>
                  <a:cxn ang="0">
                    <a:pos x="T6" y="T7"/>
                  </a:cxn>
                  <a:cxn ang="0">
                    <a:pos x="T8" y="T9"/>
                  </a:cxn>
                </a:cxnLst>
                <a:rect l="0" t="0" r="r" b="b"/>
                <a:pathLst>
                  <a:path w="58" h="290">
                    <a:moveTo>
                      <a:pt x="58" y="0"/>
                    </a:moveTo>
                    <a:cubicBezTo>
                      <a:pt x="47" y="280"/>
                      <a:pt x="47" y="280"/>
                      <a:pt x="47" y="280"/>
                    </a:cubicBezTo>
                    <a:cubicBezTo>
                      <a:pt x="47" y="280"/>
                      <a:pt x="20" y="290"/>
                      <a:pt x="0" y="280"/>
                    </a:cubicBezTo>
                    <a:cubicBezTo>
                      <a:pt x="0" y="176"/>
                      <a:pt x="0" y="0"/>
                      <a:pt x="0" y="0"/>
                    </a:cubicBezTo>
                    <a:cubicBezTo>
                      <a:pt x="58" y="0"/>
                      <a:pt x="58" y="0"/>
                      <a:pt x="58" y="0"/>
                    </a:cubicBezTo>
                  </a:path>
                </a:pathLst>
              </a:custGeom>
              <a:solidFill>
                <a:srgbClr val="0704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176"/>
              <p:cNvSpPr>
                <a:spLocks/>
              </p:cNvSpPr>
              <p:nvPr/>
            </p:nvSpPr>
            <p:spPr bwMode="auto">
              <a:xfrm>
                <a:off x="2461" y="1591"/>
                <a:ext cx="173" cy="614"/>
              </a:xfrm>
              <a:custGeom>
                <a:avLst/>
                <a:gdLst>
                  <a:gd name="T0" fmla="*/ 41 w 73"/>
                  <a:gd name="T1" fmla="*/ 0 h 259"/>
                  <a:gd name="T2" fmla="*/ 0 w 73"/>
                  <a:gd name="T3" fmla="*/ 25 h 259"/>
                  <a:gd name="T4" fmla="*/ 0 w 73"/>
                  <a:gd name="T5" fmla="*/ 259 h 259"/>
                  <a:gd name="T6" fmla="*/ 73 w 73"/>
                  <a:gd name="T7" fmla="*/ 259 h 259"/>
                  <a:gd name="T8" fmla="*/ 73 w 73"/>
                  <a:gd name="T9" fmla="*/ 86 h 259"/>
                  <a:gd name="T10" fmla="*/ 41 w 73"/>
                  <a:gd name="T11" fmla="*/ 0 h 259"/>
                </a:gdLst>
                <a:ahLst/>
                <a:cxnLst>
                  <a:cxn ang="0">
                    <a:pos x="T0" y="T1"/>
                  </a:cxn>
                  <a:cxn ang="0">
                    <a:pos x="T2" y="T3"/>
                  </a:cxn>
                  <a:cxn ang="0">
                    <a:pos x="T4" y="T5"/>
                  </a:cxn>
                  <a:cxn ang="0">
                    <a:pos x="T6" y="T7"/>
                  </a:cxn>
                  <a:cxn ang="0">
                    <a:pos x="T8" y="T9"/>
                  </a:cxn>
                  <a:cxn ang="0">
                    <a:pos x="T10" y="T11"/>
                  </a:cxn>
                </a:cxnLst>
                <a:rect l="0" t="0" r="r" b="b"/>
                <a:pathLst>
                  <a:path w="73" h="259">
                    <a:moveTo>
                      <a:pt x="41" y="0"/>
                    </a:moveTo>
                    <a:cubicBezTo>
                      <a:pt x="41" y="0"/>
                      <a:pt x="13" y="11"/>
                      <a:pt x="0" y="25"/>
                    </a:cubicBezTo>
                    <a:cubicBezTo>
                      <a:pt x="0" y="59"/>
                      <a:pt x="0" y="259"/>
                      <a:pt x="0" y="259"/>
                    </a:cubicBezTo>
                    <a:cubicBezTo>
                      <a:pt x="73" y="259"/>
                      <a:pt x="73" y="259"/>
                      <a:pt x="73" y="259"/>
                    </a:cubicBezTo>
                    <a:cubicBezTo>
                      <a:pt x="73" y="86"/>
                      <a:pt x="73" y="86"/>
                      <a:pt x="73" y="86"/>
                    </a:cubicBezTo>
                    <a:cubicBezTo>
                      <a:pt x="41" y="0"/>
                      <a:pt x="41" y="0"/>
                      <a:pt x="41" y="0"/>
                    </a:cubicBezTo>
                  </a:path>
                </a:pathLst>
              </a:custGeom>
              <a:solidFill>
                <a:srgbClr val="2829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177"/>
              <p:cNvSpPr>
                <a:spLocks/>
              </p:cNvSpPr>
              <p:nvPr/>
            </p:nvSpPr>
            <p:spPr bwMode="auto">
              <a:xfrm>
                <a:off x="2629" y="1596"/>
                <a:ext cx="175" cy="609"/>
              </a:xfrm>
              <a:custGeom>
                <a:avLst/>
                <a:gdLst>
                  <a:gd name="T0" fmla="*/ 35 w 74"/>
                  <a:gd name="T1" fmla="*/ 0 h 257"/>
                  <a:gd name="T2" fmla="*/ 74 w 74"/>
                  <a:gd name="T3" fmla="*/ 24 h 257"/>
                  <a:gd name="T4" fmla="*/ 74 w 74"/>
                  <a:gd name="T5" fmla="*/ 257 h 257"/>
                  <a:gd name="T6" fmla="*/ 0 w 74"/>
                  <a:gd name="T7" fmla="*/ 257 h 257"/>
                  <a:gd name="T8" fmla="*/ 0 w 74"/>
                  <a:gd name="T9" fmla="*/ 84 h 257"/>
                  <a:gd name="T10" fmla="*/ 35 w 74"/>
                  <a:gd name="T11" fmla="*/ 0 h 257"/>
                </a:gdLst>
                <a:ahLst/>
                <a:cxnLst>
                  <a:cxn ang="0">
                    <a:pos x="T0" y="T1"/>
                  </a:cxn>
                  <a:cxn ang="0">
                    <a:pos x="T2" y="T3"/>
                  </a:cxn>
                  <a:cxn ang="0">
                    <a:pos x="T4" y="T5"/>
                  </a:cxn>
                  <a:cxn ang="0">
                    <a:pos x="T6" y="T7"/>
                  </a:cxn>
                  <a:cxn ang="0">
                    <a:pos x="T8" y="T9"/>
                  </a:cxn>
                  <a:cxn ang="0">
                    <a:pos x="T10" y="T11"/>
                  </a:cxn>
                </a:cxnLst>
                <a:rect l="0" t="0" r="r" b="b"/>
                <a:pathLst>
                  <a:path w="74" h="257">
                    <a:moveTo>
                      <a:pt x="35" y="0"/>
                    </a:moveTo>
                    <a:cubicBezTo>
                      <a:pt x="35" y="0"/>
                      <a:pt x="60" y="10"/>
                      <a:pt x="74" y="24"/>
                    </a:cubicBezTo>
                    <a:cubicBezTo>
                      <a:pt x="74" y="39"/>
                      <a:pt x="74" y="67"/>
                      <a:pt x="74" y="257"/>
                    </a:cubicBezTo>
                    <a:cubicBezTo>
                      <a:pt x="0" y="257"/>
                      <a:pt x="0" y="257"/>
                      <a:pt x="0" y="257"/>
                    </a:cubicBezTo>
                    <a:cubicBezTo>
                      <a:pt x="0" y="84"/>
                      <a:pt x="0" y="84"/>
                      <a:pt x="0" y="84"/>
                    </a:cubicBezTo>
                    <a:cubicBezTo>
                      <a:pt x="35" y="0"/>
                      <a:pt x="35" y="0"/>
                      <a:pt x="35" y="0"/>
                    </a:cubicBezTo>
                  </a:path>
                </a:pathLst>
              </a:custGeom>
              <a:solidFill>
                <a:srgbClr val="05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Freeform 178"/>
              <p:cNvSpPr>
                <a:spLocks/>
              </p:cNvSpPr>
              <p:nvPr/>
            </p:nvSpPr>
            <p:spPr bwMode="auto">
              <a:xfrm>
                <a:off x="2572" y="1589"/>
                <a:ext cx="114" cy="211"/>
              </a:xfrm>
              <a:custGeom>
                <a:avLst/>
                <a:gdLst>
                  <a:gd name="T0" fmla="*/ 0 w 114"/>
                  <a:gd name="T1" fmla="*/ 0 h 211"/>
                  <a:gd name="T2" fmla="*/ 62 w 114"/>
                  <a:gd name="T3" fmla="*/ 211 h 211"/>
                  <a:gd name="T4" fmla="*/ 114 w 114"/>
                  <a:gd name="T5" fmla="*/ 0 h 211"/>
                  <a:gd name="T6" fmla="*/ 0 w 114"/>
                  <a:gd name="T7" fmla="*/ 0 h 211"/>
                </a:gdLst>
                <a:ahLst/>
                <a:cxnLst>
                  <a:cxn ang="0">
                    <a:pos x="T0" y="T1"/>
                  </a:cxn>
                  <a:cxn ang="0">
                    <a:pos x="T2" y="T3"/>
                  </a:cxn>
                  <a:cxn ang="0">
                    <a:pos x="T4" y="T5"/>
                  </a:cxn>
                  <a:cxn ang="0">
                    <a:pos x="T6" y="T7"/>
                  </a:cxn>
                </a:cxnLst>
                <a:rect l="0" t="0" r="r" b="b"/>
                <a:pathLst>
                  <a:path w="114" h="211">
                    <a:moveTo>
                      <a:pt x="0" y="0"/>
                    </a:moveTo>
                    <a:lnTo>
                      <a:pt x="62" y="211"/>
                    </a:lnTo>
                    <a:lnTo>
                      <a:pt x="114" y="0"/>
                    </a:lnTo>
                    <a:lnTo>
                      <a:pt x="0" y="0"/>
                    </a:lnTo>
                    <a:close/>
                  </a:path>
                </a:pathLst>
              </a:custGeom>
              <a:solidFill>
                <a:srgbClr val="F1F2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179"/>
              <p:cNvSpPr>
                <a:spLocks/>
              </p:cNvSpPr>
              <p:nvPr/>
            </p:nvSpPr>
            <p:spPr bwMode="auto">
              <a:xfrm>
                <a:off x="2572" y="1589"/>
                <a:ext cx="114" cy="211"/>
              </a:xfrm>
              <a:custGeom>
                <a:avLst/>
                <a:gdLst>
                  <a:gd name="T0" fmla="*/ 0 w 114"/>
                  <a:gd name="T1" fmla="*/ 0 h 211"/>
                  <a:gd name="T2" fmla="*/ 62 w 114"/>
                  <a:gd name="T3" fmla="*/ 211 h 211"/>
                  <a:gd name="T4" fmla="*/ 114 w 114"/>
                  <a:gd name="T5" fmla="*/ 0 h 211"/>
                </a:gdLst>
                <a:ahLst/>
                <a:cxnLst>
                  <a:cxn ang="0">
                    <a:pos x="T0" y="T1"/>
                  </a:cxn>
                  <a:cxn ang="0">
                    <a:pos x="T2" y="T3"/>
                  </a:cxn>
                  <a:cxn ang="0">
                    <a:pos x="T4" y="T5"/>
                  </a:cxn>
                </a:cxnLst>
                <a:rect l="0" t="0" r="r" b="b"/>
                <a:pathLst>
                  <a:path w="114" h="211">
                    <a:moveTo>
                      <a:pt x="0" y="0"/>
                    </a:moveTo>
                    <a:lnTo>
                      <a:pt x="62" y="211"/>
                    </a:lnTo>
                    <a:lnTo>
                      <a:pt x="11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180"/>
              <p:cNvSpPr>
                <a:spLocks/>
              </p:cNvSpPr>
              <p:nvPr/>
            </p:nvSpPr>
            <p:spPr bwMode="auto">
              <a:xfrm>
                <a:off x="2608" y="1606"/>
                <a:ext cx="52" cy="194"/>
              </a:xfrm>
              <a:custGeom>
                <a:avLst/>
                <a:gdLst>
                  <a:gd name="T0" fmla="*/ 33 w 52"/>
                  <a:gd name="T1" fmla="*/ 40 h 194"/>
                  <a:gd name="T2" fmla="*/ 47 w 52"/>
                  <a:gd name="T3" fmla="*/ 23 h 194"/>
                  <a:gd name="T4" fmla="*/ 21 w 52"/>
                  <a:gd name="T5" fmla="*/ 0 h 194"/>
                  <a:gd name="T6" fmla="*/ 5 w 52"/>
                  <a:gd name="T7" fmla="*/ 23 h 194"/>
                  <a:gd name="T8" fmla="*/ 19 w 52"/>
                  <a:gd name="T9" fmla="*/ 40 h 194"/>
                  <a:gd name="T10" fmla="*/ 0 w 52"/>
                  <a:gd name="T11" fmla="*/ 146 h 194"/>
                  <a:gd name="T12" fmla="*/ 26 w 52"/>
                  <a:gd name="T13" fmla="*/ 194 h 194"/>
                  <a:gd name="T14" fmla="*/ 52 w 52"/>
                  <a:gd name="T15" fmla="*/ 149 h 194"/>
                  <a:gd name="T16" fmla="*/ 33 w 52"/>
                  <a:gd name="T17" fmla="*/ 4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194">
                    <a:moveTo>
                      <a:pt x="33" y="40"/>
                    </a:moveTo>
                    <a:lnTo>
                      <a:pt x="47" y="23"/>
                    </a:lnTo>
                    <a:lnTo>
                      <a:pt x="21" y="0"/>
                    </a:lnTo>
                    <a:lnTo>
                      <a:pt x="5" y="23"/>
                    </a:lnTo>
                    <a:lnTo>
                      <a:pt x="19" y="40"/>
                    </a:lnTo>
                    <a:lnTo>
                      <a:pt x="0" y="146"/>
                    </a:lnTo>
                    <a:lnTo>
                      <a:pt x="26" y="194"/>
                    </a:lnTo>
                    <a:lnTo>
                      <a:pt x="52" y="149"/>
                    </a:lnTo>
                    <a:lnTo>
                      <a:pt x="33" y="40"/>
                    </a:lnTo>
                    <a:close/>
                  </a:path>
                </a:pathLst>
              </a:custGeom>
              <a:solidFill>
                <a:srgbClr val="0C36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181"/>
              <p:cNvSpPr>
                <a:spLocks/>
              </p:cNvSpPr>
              <p:nvPr/>
            </p:nvSpPr>
            <p:spPr bwMode="auto">
              <a:xfrm>
                <a:off x="2594" y="1528"/>
                <a:ext cx="73" cy="78"/>
              </a:xfrm>
              <a:custGeom>
                <a:avLst/>
                <a:gdLst>
                  <a:gd name="T0" fmla="*/ 73 w 73"/>
                  <a:gd name="T1" fmla="*/ 66 h 78"/>
                  <a:gd name="T2" fmla="*/ 35 w 73"/>
                  <a:gd name="T3" fmla="*/ 78 h 78"/>
                  <a:gd name="T4" fmla="*/ 0 w 73"/>
                  <a:gd name="T5" fmla="*/ 66 h 78"/>
                  <a:gd name="T6" fmla="*/ 0 w 73"/>
                  <a:gd name="T7" fmla="*/ 0 h 78"/>
                  <a:gd name="T8" fmla="*/ 73 w 73"/>
                  <a:gd name="T9" fmla="*/ 0 h 78"/>
                  <a:gd name="T10" fmla="*/ 73 w 73"/>
                  <a:gd name="T11" fmla="*/ 66 h 78"/>
                </a:gdLst>
                <a:ahLst/>
                <a:cxnLst>
                  <a:cxn ang="0">
                    <a:pos x="T0" y="T1"/>
                  </a:cxn>
                  <a:cxn ang="0">
                    <a:pos x="T2" y="T3"/>
                  </a:cxn>
                  <a:cxn ang="0">
                    <a:pos x="T4" y="T5"/>
                  </a:cxn>
                  <a:cxn ang="0">
                    <a:pos x="T6" y="T7"/>
                  </a:cxn>
                  <a:cxn ang="0">
                    <a:pos x="T8" y="T9"/>
                  </a:cxn>
                  <a:cxn ang="0">
                    <a:pos x="T10" y="T11"/>
                  </a:cxn>
                </a:cxnLst>
                <a:rect l="0" t="0" r="r" b="b"/>
                <a:pathLst>
                  <a:path w="73" h="78">
                    <a:moveTo>
                      <a:pt x="73" y="66"/>
                    </a:moveTo>
                    <a:lnTo>
                      <a:pt x="35" y="78"/>
                    </a:lnTo>
                    <a:lnTo>
                      <a:pt x="0" y="66"/>
                    </a:lnTo>
                    <a:lnTo>
                      <a:pt x="0" y="0"/>
                    </a:lnTo>
                    <a:lnTo>
                      <a:pt x="73" y="0"/>
                    </a:lnTo>
                    <a:lnTo>
                      <a:pt x="73" y="66"/>
                    </a:lnTo>
                    <a:close/>
                  </a:path>
                </a:pathLst>
              </a:custGeom>
              <a:solidFill>
                <a:srgbClr val="FBDE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182"/>
              <p:cNvSpPr>
                <a:spLocks/>
              </p:cNvSpPr>
              <p:nvPr/>
            </p:nvSpPr>
            <p:spPr bwMode="auto">
              <a:xfrm>
                <a:off x="2634" y="1589"/>
                <a:ext cx="114" cy="211"/>
              </a:xfrm>
              <a:custGeom>
                <a:avLst/>
                <a:gdLst>
                  <a:gd name="T0" fmla="*/ 0 w 48"/>
                  <a:gd name="T1" fmla="*/ 89 h 89"/>
                  <a:gd name="T2" fmla="*/ 35 w 48"/>
                  <a:gd name="T3" fmla="*/ 35 h 89"/>
                  <a:gd name="T4" fmla="*/ 24 w 48"/>
                  <a:gd name="T5" fmla="*/ 30 h 89"/>
                  <a:gd name="T6" fmla="*/ 41 w 48"/>
                  <a:gd name="T7" fmla="*/ 25 h 89"/>
                  <a:gd name="T8" fmla="*/ 48 w 48"/>
                  <a:gd name="T9" fmla="*/ 11 h 89"/>
                  <a:gd name="T10" fmla="*/ 22 w 48"/>
                  <a:gd name="T11" fmla="*/ 0 h 89"/>
                  <a:gd name="T12" fmla="*/ 0 w 48"/>
                  <a:gd name="T13" fmla="*/ 89 h 89"/>
                </a:gdLst>
                <a:ahLst/>
                <a:cxnLst>
                  <a:cxn ang="0">
                    <a:pos x="T0" y="T1"/>
                  </a:cxn>
                  <a:cxn ang="0">
                    <a:pos x="T2" y="T3"/>
                  </a:cxn>
                  <a:cxn ang="0">
                    <a:pos x="T4" y="T5"/>
                  </a:cxn>
                  <a:cxn ang="0">
                    <a:pos x="T6" y="T7"/>
                  </a:cxn>
                  <a:cxn ang="0">
                    <a:pos x="T8" y="T9"/>
                  </a:cxn>
                  <a:cxn ang="0">
                    <a:pos x="T10" y="T11"/>
                  </a:cxn>
                  <a:cxn ang="0">
                    <a:pos x="T12" y="T13"/>
                  </a:cxn>
                </a:cxnLst>
                <a:rect l="0" t="0" r="r" b="b"/>
                <a:pathLst>
                  <a:path w="48" h="89">
                    <a:moveTo>
                      <a:pt x="0" y="89"/>
                    </a:moveTo>
                    <a:cubicBezTo>
                      <a:pt x="35" y="35"/>
                      <a:pt x="35" y="35"/>
                      <a:pt x="35" y="35"/>
                    </a:cubicBezTo>
                    <a:cubicBezTo>
                      <a:pt x="24" y="30"/>
                      <a:pt x="24" y="30"/>
                      <a:pt x="24" y="30"/>
                    </a:cubicBezTo>
                    <a:cubicBezTo>
                      <a:pt x="41" y="25"/>
                      <a:pt x="41" y="25"/>
                      <a:pt x="41" y="25"/>
                    </a:cubicBezTo>
                    <a:cubicBezTo>
                      <a:pt x="48" y="11"/>
                      <a:pt x="48" y="11"/>
                      <a:pt x="48" y="11"/>
                    </a:cubicBezTo>
                    <a:cubicBezTo>
                      <a:pt x="48" y="11"/>
                      <a:pt x="37" y="2"/>
                      <a:pt x="22" y="0"/>
                    </a:cubicBezTo>
                    <a:cubicBezTo>
                      <a:pt x="18" y="16"/>
                      <a:pt x="0" y="89"/>
                      <a:pt x="0" y="89"/>
                    </a:cubicBezTo>
                    <a:close/>
                  </a:path>
                </a:pathLst>
              </a:custGeom>
              <a:solidFill>
                <a:srgbClr val="2223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183"/>
              <p:cNvSpPr>
                <a:spLocks/>
              </p:cNvSpPr>
              <p:nvPr/>
            </p:nvSpPr>
            <p:spPr bwMode="auto">
              <a:xfrm>
                <a:off x="2518" y="1587"/>
                <a:ext cx="116" cy="213"/>
              </a:xfrm>
              <a:custGeom>
                <a:avLst/>
                <a:gdLst>
                  <a:gd name="T0" fmla="*/ 49 w 49"/>
                  <a:gd name="T1" fmla="*/ 90 h 90"/>
                  <a:gd name="T2" fmla="*/ 14 w 49"/>
                  <a:gd name="T3" fmla="*/ 36 h 90"/>
                  <a:gd name="T4" fmla="*/ 25 w 49"/>
                  <a:gd name="T5" fmla="*/ 31 h 90"/>
                  <a:gd name="T6" fmla="*/ 8 w 49"/>
                  <a:gd name="T7" fmla="*/ 26 h 90"/>
                  <a:gd name="T8" fmla="*/ 0 w 49"/>
                  <a:gd name="T9" fmla="*/ 10 h 90"/>
                  <a:gd name="T10" fmla="*/ 26 w 49"/>
                  <a:gd name="T11" fmla="*/ 0 h 90"/>
                  <a:gd name="T12" fmla="*/ 49 w 49"/>
                  <a:gd name="T13" fmla="*/ 90 h 90"/>
                </a:gdLst>
                <a:ahLst/>
                <a:cxnLst>
                  <a:cxn ang="0">
                    <a:pos x="T0" y="T1"/>
                  </a:cxn>
                  <a:cxn ang="0">
                    <a:pos x="T2" y="T3"/>
                  </a:cxn>
                  <a:cxn ang="0">
                    <a:pos x="T4" y="T5"/>
                  </a:cxn>
                  <a:cxn ang="0">
                    <a:pos x="T6" y="T7"/>
                  </a:cxn>
                  <a:cxn ang="0">
                    <a:pos x="T8" y="T9"/>
                  </a:cxn>
                  <a:cxn ang="0">
                    <a:pos x="T10" y="T11"/>
                  </a:cxn>
                  <a:cxn ang="0">
                    <a:pos x="T12" y="T13"/>
                  </a:cxn>
                </a:cxnLst>
                <a:rect l="0" t="0" r="r" b="b"/>
                <a:pathLst>
                  <a:path w="49" h="90">
                    <a:moveTo>
                      <a:pt x="49" y="90"/>
                    </a:moveTo>
                    <a:cubicBezTo>
                      <a:pt x="14" y="36"/>
                      <a:pt x="14" y="36"/>
                      <a:pt x="14" y="36"/>
                    </a:cubicBezTo>
                    <a:cubicBezTo>
                      <a:pt x="25" y="31"/>
                      <a:pt x="25" y="31"/>
                      <a:pt x="25" y="31"/>
                    </a:cubicBezTo>
                    <a:cubicBezTo>
                      <a:pt x="8" y="26"/>
                      <a:pt x="8" y="26"/>
                      <a:pt x="8" y="26"/>
                    </a:cubicBezTo>
                    <a:cubicBezTo>
                      <a:pt x="0" y="10"/>
                      <a:pt x="0" y="10"/>
                      <a:pt x="0" y="10"/>
                    </a:cubicBezTo>
                    <a:cubicBezTo>
                      <a:pt x="0" y="10"/>
                      <a:pt x="12" y="3"/>
                      <a:pt x="26" y="0"/>
                    </a:cubicBezTo>
                    <a:cubicBezTo>
                      <a:pt x="30" y="15"/>
                      <a:pt x="49" y="90"/>
                      <a:pt x="49" y="90"/>
                    </a:cubicBezTo>
                    <a:close/>
                  </a:path>
                </a:pathLst>
              </a:custGeom>
              <a:solidFill>
                <a:srgbClr val="0E0E0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Freeform 184"/>
              <p:cNvSpPr>
                <a:spLocks/>
              </p:cNvSpPr>
              <p:nvPr/>
            </p:nvSpPr>
            <p:spPr bwMode="auto">
              <a:xfrm>
                <a:off x="2553" y="1584"/>
                <a:ext cx="154" cy="64"/>
              </a:xfrm>
              <a:custGeom>
                <a:avLst/>
                <a:gdLst>
                  <a:gd name="T0" fmla="*/ 16 w 65"/>
                  <a:gd name="T1" fmla="*/ 0 h 27"/>
                  <a:gd name="T2" fmla="*/ 32 w 65"/>
                  <a:gd name="T3" fmla="*/ 9 h 27"/>
                  <a:gd name="T4" fmla="*/ 49 w 65"/>
                  <a:gd name="T5" fmla="*/ 0 h 27"/>
                  <a:gd name="T6" fmla="*/ 65 w 65"/>
                  <a:gd name="T7" fmla="*/ 4 h 27"/>
                  <a:gd name="T8" fmla="*/ 51 w 65"/>
                  <a:gd name="T9" fmla="*/ 27 h 27"/>
                  <a:gd name="T10" fmla="*/ 32 w 65"/>
                  <a:gd name="T11" fmla="*/ 9 h 27"/>
                  <a:gd name="T12" fmla="*/ 16 w 65"/>
                  <a:gd name="T13" fmla="*/ 27 h 27"/>
                  <a:gd name="T14" fmla="*/ 0 w 65"/>
                  <a:gd name="T15" fmla="*/ 4 h 27"/>
                  <a:gd name="T16" fmla="*/ 16 w 65"/>
                  <a:gd name="T1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27">
                    <a:moveTo>
                      <a:pt x="16" y="0"/>
                    </a:moveTo>
                    <a:cubicBezTo>
                      <a:pt x="32" y="9"/>
                      <a:pt x="32" y="9"/>
                      <a:pt x="32" y="9"/>
                    </a:cubicBezTo>
                    <a:cubicBezTo>
                      <a:pt x="49" y="0"/>
                      <a:pt x="49" y="0"/>
                      <a:pt x="49" y="0"/>
                    </a:cubicBezTo>
                    <a:cubicBezTo>
                      <a:pt x="65" y="4"/>
                      <a:pt x="65" y="4"/>
                      <a:pt x="65" y="4"/>
                    </a:cubicBezTo>
                    <a:cubicBezTo>
                      <a:pt x="51" y="27"/>
                      <a:pt x="51" y="27"/>
                      <a:pt x="51" y="27"/>
                    </a:cubicBezTo>
                    <a:cubicBezTo>
                      <a:pt x="32" y="9"/>
                      <a:pt x="32" y="9"/>
                      <a:pt x="32" y="9"/>
                    </a:cubicBezTo>
                    <a:cubicBezTo>
                      <a:pt x="16" y="27"/>
                      <a:pt x="16" y="27"/>
                      <a:pt x="16" y="27"/>
                    </a:cubicBezTo>
                    <a:cubicBezTo>
                      <a:pt x="0" y="4"/>
                      <a:pt x="0" y="4"/>
                      <a:pt x="0" y="4"/>
                    </a:cubicBezTo>
                    <a:cubicBezTo>
                      <a:pt x="0" y="4"/>
                      <a:pt x="10" y="0"/>
                      <a:pt x="16" y="0"/>
                    </a:cubicBezTo>
                    <a:close/>
                  </a:path>
                </a:pathLst>
              </a:custGeom>
              <a:solidFill>
                <a:srgbClr val="F1F2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185"/>
              <p:cNvSpPr>
                <a:spLocks/>
              </p:cNvSpPr>
              <p:nvPr/>
            </p:nvSpPr>
            <p:spPr bwMode="auto">
              <a:xfrm>
                <a:off x="2520" y="1265"/>
                <a:ext cx="218" cy="305"/>
              </a:xfrm>
              <a:custGeom>
                <a:avLst/>
                <a:gdLst>
                  <a:gd name="T0" fmla="*/ 92 w 92"/>
                  <a:gd name="T1" fmla="*/ 58 h 129"/>
                  <a:gd name="T2" fmla="*/ 46 w 92"/>
                  <a:gd name="T3" fmla="*/ 0 h 129"/>
                  <a:gd name="T4" fmla="*/ 0 w 92"/>
                  <a:gd name="T5" fmla="*/ 58 h 129"/>
                  <a:gd name="T6" fmla="*/ 13 w 92"/>
                  <a:gd name="T7" fmla="*/ 115 h 129"/>
                  <a:gd name="T8" fmla="*/ 46 w 92"/>
                  <a:gd name="T9" fmla="*/ 129 h 129"/>
                  <a:gd name="T10" fmla="*/ 46 w 92"/>
                  <a:gd name="T11" fmla="*/ 129 h 129"/>
                  <a:gd name="T12" fmla="*/ 46 w 92"/>
                  <a:gd name="T13" fmla="*/ 129 h 129"/>
                  <a:gd name="T14" fmla="*/ 46 w 92"/>
                  <a:gd name="T15" fmla="*/ 129 h 129"/>
                  <a:gd name="T16" fmla="*/ 79 w 92"/>
                  <a:gd name="T17" fmla="*/ 115 h 129"/>
                  <a:gd name="T18" fmla="*/ 92 w 92"/>
                  <a:gd name="T19" fmla="*/ 58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 h="129">
                    <a:moveTo>
                      <a:pt x="92" y="58"/>
                    </a:moveTo>
                    <a:cubicBezTo>
                      <a:pt x="92" y="21"/>
                      <a:pt x="71" y="0"/>
                      <a:pt x="46" y="0"/>
                    </a:cubicBezTo>
                    <a:cubicBezTo>
                      <a:pt x="21" y="0"/>
                      <a:pt x="0" y="21"/>
                      <a:pt x="0" y="58"/>
                    </a:cubicBezTo>
                    <a:cubicBezTo>
                      <a:pt x="0" y="74"/>
                      <a:pt x="5" y="108"/>
                      <a:pt x="13" y="115"/>
                    </a:cubicBezTo>
                    <a:cubicBezTo>
                      <a:pt x="19" y="120"/>
                      <a:pt x="37" y="129"/>
                      <a:pt x="46" y="129"/>
                    </a:cubicBezTo>
                    <a:cubicBezTo>
                      <a:pt x="46" y="129"/>
                      <a:pt x="46" y="129"/>
                      <a:pt x="46" y="129"/>
                    </a:cubicBezTo>
                    <a:cubicBezTo>
                      <a:pt x="46" y="129"/>
                      <a:pt x="46" y="129"/>
                      <a:pt x="46" y="129"/>
                    </a:cubicBezTo>
                    <a:cubicBezTo>
                      <a:pt x="46" y="129"/>
                      <a:pt x="46" y="129"/>
                      <a:pt x="46" y="129"/>
                    </a:cubicBezTo>
                    <a:cubicBezTo>
                      <a:pt x="55" y="129"/>
                      <a:pt x="73" y="120"/>
                      <a:pt x="79" y="115"/>
                    </a:cubicBezTo>
                    <a:cubicBezTo>
                      <a:pt x="87" y="106"/>
                      <a:pt x="92" y="72"/>
                      <a:pt x="92" y="58"/>
                    </a:cubicBezTo>
                  </a:path>
                </a:pathLst>
              </a:custGeom>
              <a:solidFill>
                <a:srgbClr val="FBDE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Freeform 186"/>
              <p:cNvSpPr>
                <a:spLocks/>
              </p:cNvSpPr>
              <p:nvPr/>
            </p:nvSpPr>
            <p:spPr bwMode="auto">
              <a:xfrm>
                <a:off x="2688" y="1374"/>
                <a:ext cx="79" cy="92"/>
              </a:xfrm>
              <a:custGeom>
                <a:avLst/>
                <a:gdLst>
                  <a:gd name="T0" fmla="*/ 14 w 33"/>
                  <a:gd name="T1" fmla="*/ 38 h 39"/>
                  <a:gd name="T2" fmla="*/ 1 w 33"/>
                  <a:gd name="T3" fmla="*/ 18 h 39"/>
                  <a:gd name="T4" fmla="*/ 19 w 33"/>
                  <a:gd name="T5" fmla="*/ 1 h 39"/>
                  <a:gd name="T6" fmla="*/ 31 w 33"/>
                  <a:gd name="T7" fmla="*/ 21 h 39"/>
                  <a:gd name="T8" fmla="*/ 14 w 33"/>
                  <a:gd name="T9" fmla="*/ 38 h 39"/>
                </a:gdLst>
                <a:ahLst/>
                <a:cxnLst>
                  <a:cxn ang="0">
                    <a:pos x="T0" y="T1"/>
                  </a:cxn>
                  <a:cxn ang="0">
                    <a:pos x="T2" y="T3"/>
                  </a:cxn>
                  <a:cxn ang="0">
                    <a:pos x="T4" y="T5"/>
                  </a:cxn>
                  <a:cxn ang="0">
                    <a:pos x="T6" y="T7"/>
                  </a:cxn>
                  <a:cxn ang="0">
                    <a:pos x="T8" y="T9"/>
                  </a:cxn>
                </a:cxnLst>
                <a:rect l="0" t="0" r="r" b="b"/>
                <a:pathLst>
                  <a:path w="33" h="39">
                    <a:moveTo>
                      <a:pt x="14" y="38"/>
                    </a:moveTo>
                    <a:cubicBezTo>
                      <a:pt x="6" y="37"/>
                      <a:pt x="0" y="28"/>
                      <a:pt x="1" y="18"/>
                    </a:cubicBezTo>
                    <a:cubicBezTo>
                      <a:pt x="3" y="8"/>
                      <a:pt x="11" y="0"/>
                      <a:pt x="19" y="1"/>
                    </a:cubicBezTo>
                    <a:cubicBezTo>
                      <a:pt x="27" y="2"/>
                      <a:pt x="33" y="11"/>
                      <a:pt x="31" y="21"/>
                    </a:cubicBezTo>
                    <a:cubicBezTo>
                      <a:pt x="30" y="31"/>
                      <a:pt x="22" y="39"/>
                      <a:pt x="14" y="38"/>
                    </a:cubicBezTo>
                  </a:path>
                </a:pathLst>
              </a:custGeom>
              <a:solidFill>
                <a:srgbClr val="FBDE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187"/>
              <p:cNvSpPr>
                <a:spLocks/>
              </p:cNvSpPr>
              <p:nvPr/>
            </p:nvSpPr>
            <p:spPr bwMode="auto">
              <a:xfrm>
                <a:off x="2492" y="1374"/>
                <a:ext cx="78" cy="92"/>
              </a:xfrm>
              <a:custGeom>
                <a:avLst/>
                <a:gdLst>
                  <a:gd name="T0" fmla="*/ 2 w 33"/>
                  <a:gd name="T1" fmla="*/ 21 h 39"/>
                  <a:gd name="T2" fmla="*/ 14 w 33"/>
                  <a:gd name="T3" fmla="*/ 1 h 39"/>
                  <a:gd name="T4" fmla="*/ 32 w 33"/>
                  <a:gd name="T5" fmla="*/ 18 h 39"/>
                  <a:gd name="T6" fmla="*/ 19 w 33"/>
                  <a:gd name="T7" fmla="*/ 38 h 39"/>
                  <a:gd name="T8" fmla="*/ 2 w 33"/>
                  <a:gd name="T9" fmla="*/ 21 h 39"/>
                </a:gdLst>
                <a:ahLst/>
                <a:cxnLst>
                  <a:cxn ang="0">
                    <a:pos x="T0" y="T1"/>
                  </a:cxn>
                  <a:cxn ang="0">
                    <a:pos x="T2" y="T3"/>
                  </a:cxn>
                  <a:cxn ang="0">
                    <a:pos x="T4" y="T5"/>
                  </a:cxn>
                  <a:cxn ang="0">
                    <a:pos x="T6" y="T7"/>
                  </a:cxn>
                  <a:cxn ang="0">
                    <a:pos x="T8" y="T9"/>
                  </a:cxn>
                </a:cxnLst>
                <a:rect l="0" t="0" r="r" b="b"/>
                <a:pathLst>
                  <a:path w="33" h="39">
                    <a:moveTo>
                      <a:pt x="2" y="21"/>
                    </a:moveTo>
                    <a:cubicBezTo>
                      <a:pt x="0" y="11"/>
                      <a:pt x="6" y="2"/>
                      <a:pt x="14" y="1"/>
                    </a:cubicBezTo>
                    <a:cubicBezTo>
                      <a:pt x="23" y="0"/>
                      <a:pt x="31" y="8"/>
                      <a:pt x="32" y="18"/>
                    </a:cubicBezTo>
                    <a:cubicBezTo>
                      <a:pt x="33" y="28"/>
                      <a:pt x="28" y="37"/>
                      <a:pt x="19" y="38"/>
                    </a:cubicBezTo>
                    <a:cubicBezTo>
                      <a:pt x="11" y="39"/>
                      <a:pt x="3" y="31"/>
                      <a:pt x="2" y="21"/>
                    </a:cubicBezTo>
                  </a:path>
                </a:pathLst>
              </a:custGeom>
              <a:solidFill>
                <a:srgbClr val="FBDE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188"/>
              <p:cNvSpPr>
                <a:spLocks/>
              </p:cNvSpPr>
              <p:nvPr/>
            </p:nvSpPr>
            <p:spPr bwMode="auto">
              <a:xfrm>
                <a:off x="2504" y="1260"/>
                <a:ext cx="66" cy="175"/>
              </a:xfrm>
              <a:custGeom>
                <a:avLst/>
                <a:gdLst>
                  <a:gd name="T0" fmla="*/ 28 w 28"/>
                  <a:gd name="T1" fmla="*/ 12 h 74"/>
                  <a:gd name="T2" fmla="*/ 18 w 28"/>
                  <a:gd name="T3" fmla="*/ 44 h 74"/>
                  <a:gd name="T4" fmla="*/ 11 w 28"/>
                  <a:gd name="T5" fmla="*/ 74 h 74"/>
                  <a:gd name="T6" fmla="*/ 3 w 28"/>
                  <a:gd name="T7" fmla="*/ 52 h 74"/>
                  <a:gd name="T8" fmla="*/ 28 w 28"/>
                  <a:gd name="T9" fmla="*/ 12 h 74"/>
                </a:gdLst>
                <a:ahLst/>
                <a:cxnLst>
                  <a:cxn ang="0">
                    <a:pos x="T0" y="T1"/>
                  </a:cxn>
                  <a:cxn ang="0">
                    <a:pos x="T2" y="T3"/>
                  </a:cxn>
                  <a:cxn ang="0">
                    <a:pos x="T4" y="T5"/>
                  </a:cxn>
                  <a:cxn ang="0">
                    <a:pos x="T6" y="T7"/>
                  </a:cxn>
                  <a:cxn ang="0">
                    <a:pos x="T8" y="T9"/>
                  </a:cxn>
                </a:cxnLst>
                <a:rect l="0" t="0" r="r" b="b"/>
                <a:pathLst>
                  <a:path w="28" h="74">
                    <a:moveTo>
                      <a:pt x="28" y="12"/>
                    </a:moveTo>
                    <a:cubicBezTo>
                      <a:pt x="28" y="12"/>
                      <a:pt x="12" y="28"/>
                      <a:pt x="18" y="44"/>
                    </a:cubicBezTo>
                    <a:cubicBezTo>
                      <a:pt x="19" y="62"/>
                      <a:pt x="17" y="69"/>
                      <a:pt x="11" y="74"/>
                    </a:cubicBezTo>
                    <a:cubicBezTo>
                      <a:pt x="12" y="56"/>
                      <a:pt x="10" y="50"/>
                      <a:pt x="3" y="52"/>
                    </a:cubicBezTo>
                    <a:cubicBezTo>
                      <a:pt x="0" y="38"/>
                      <a:pt x="7" y="0"/>
                      <a:pt x="28" y="12"/>
                    </a:cubicBezTo>
                  </a:path>
                </a:pathLst>
              </a:custGeom>
              <a:solidFill>
                <a:srgbClr val="6510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189"/>
              <p:cNvSpPr>
                <a:spLocks/>
              </p:cNvSpPr>
              <p:nvPr/>
            </p:nvSpPr>
            <p:spPr bwMode="auto">
              <a:xfrm>
                <a:off x="2684" y="1260"/>
                <a:ext cx="66" cy="175"/>
              </a:xfrm>
              <a:custGeom>
                <a:avLst/>
                <a:gdLst>
                  <a:gd name="T0" fmla="*/ 0 w 28"/>
                  <a:gd name="T1" fmla="*/ 12 h 74"/>
                  <a:gd name="T2" fmla="*/ 10 w 28"/>
                  <a:gd name="T3" fmla="*/ 44 h 74"/>
                  <a:gd name="T4" fmla="*/ 18 w 28"/>
                  <a:gd name="T5" fmla="*/ 74 h 74"/>
                  <a:gd name="T6" fmla="*/ 25 w 28"/>
                  <a:gd name="T7" fmla="*/ 52 h 74"/>
                  <a:gd name="T8" fmla="*/ 0 w 28"/>
                  <a:gd name="T9" fmla="*/ 12 h 74"/>
                </a:gdLst>
                <a:ahLst/>
                <a:cxnLst>
                  <a:cxn ang="0">
                    <a:pos x="T0" y="T1"/>
                  </a:cxn>
                  <a:cxn ang="0">
                    <a:pos x="T2" y="T3"/>
                  </a:cxn>
                  <a:cxn ang="0">
                    <a:pos x="T4" y="T5"/>
                  </a:cxn>
                  <a:cxn ang="0">
                    <a:pos x="T6" y="T7"/>
                  </a:cxn>
                  <a:cxn ang="0">
                    <a:pos x="T8" y="T9"/>
                  </a:cxn>
                </a:cxnLst>
                <a:rect l="0" t="0" r="r" b="b"/>
                <a:pathLst>
                  <a:path w="28" h="74">
                    <a:moveTo>
                      <a:pt x="0" y="12"/>
                    </a:moveTo>
                    <a:cubicBezTo>
                      <a:pt x="0" y="12"/>
                      <a:pt x="16" y="28"/>
                      <a:pt x="10" y="44"/>
                    </a:cubicBezTo>
                    <a:cubicBezTo>
                      <a:pt x="9" y="62"/>
                      <a:pt x="11" y="69"/>
                      <a:pt x="18" y="74"/>
                    </a:cubicBezTo>
                    <a:cubicBezTo>
                      <a:pt x="16" y="56"/>
                      <a:pt x="18" y="50"/>
                      <a:pt x="25" y="52"/>
                    </a:cubicBezTo>
                    <a:cubicBezTo>
                      <a:pt x="28" y="38"/>
                      <a:pt x="22" y="0"/>
                      <a:pt x="0" y="12"/>
                    </a:cubicBezTo>
                  </a:path>
                </a:pathLst>
              </a:custGeom>
              <a:solidFill>
                <a:srgbClr val="6510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190"/>
              <p:cNvSpPr>
                <a:spLocks/>
              </p:cNvSpPr>
              <p:nvPr/>
            </p:nvSpPr>
            <p:spPr bwMode="auto">
              <a:xfrm>
                <a:off x="2525" y="1198"/>
                <a:ext cx="206" cy="150"/>
              </a:xfrm>
              <a:custGeom>
                <a:avLst/>
                <a:gdLst>
                  <a:gd name="T0" fmla="*/ 87 w 87"/>
                  <a:gd name="T1" fmla="*/ 45 h 63"/>
                  <a:gd name="T2" fmla="*/ 2 w 87"/>
                  <a:gd name="T3" fmla="*/ 40 h 63"/>
                  <a:gd name="T4" fmla="*/ 10 w 87"/>
                  <a:gd name="T5" fmla="*/ 51 h 63"/>
                  <a:gd name="T6" fmla="*/ 43 w 87"/>
                  <a:gd name="T7" fmla="*/ 45 h 63"/>
                  <a:gd name="T8" fmla="*/ 76 w 87"/>
                  <a:gd name="T9" fmla="*/ 51 h 63"/>
                  <a:gd name="T10" fmla="*/ 87 w 87"/>
                  <a:gd name="T11" fmla="*/ 45 h 63"/>
                </a:gdLst>
                <a:ahLst/>
                <a:cxnLst>
                  <a:cxn ang="0">
                    <a:pos x="T0" y="T1"/>
                  </a:cxn>
                  <a:cxn ang="0">
                    <a:pos x="T2" y="T3"/>
                  </a:cxn>
                  <a:cxn ang="0">
                    <a:pos x="T4" y="T5"/>
                  </a:cxn>
                  <a:cxn ang="0">
                    <a:pos x="T6" y="T7"/>
                  </a:cxn>
                  <a:cxn ang="0">
                    <a:pos x="T8" y="T9"/>
                  </a:cxn>
                  <a:cxn ang="0">
                    <a:pos x="T10" y="T11"/>
                  </a:cxn>
                </a:cxnLst>
                <a:rect l="0" t="0" r="r" b="b"/>
                <a:pathLst>
                  <a:path w="87" h="63">
                    <a:moveTo>
                      <a:pt x="87" y="45"/>
                    </a:moveTo>
                    <a:cubicBezTo>
                      <a:pt x="80" y="18"/>
                      <a:pt x="28" y="0"/>
                      <a:pt x="2" y="40"/>
                    </a:cubicBezTo>
                    <a:cubicBezTo>
                      <a:pt x="0" y="49"/>
                      <a:pt x="10" y="51"/>
                      <a:pt x="10" y="51"/>
                    </a:cubicBezTo>
                    <a:cubicBezTo>
                      <a:pt x="10" y="51"/>
                      <a:pt x="16" y="39"/>
                      <a:pt x="43" y="45"/>
                    </a:cubicBezTo>
                    <a:cubicBezTo>
                      <a:pt x="57" y="42"/>
                      <a:pt x="70" y="40"/>
                      <a:pt x="76" y="51"/>
                    </a:cubicBezTo>
                    <a:cubicBezTo>
                      <a:pt x="82" y="63"/>
                      <a:pt x="87" y="45"/>
                      <a:pt x="87" y="45"/>
                    </a:cubicBezTo>
                    <a:close/>
                  </a:path>
                </a:pathLst>
              </a:custGeom>
              <a:solidFill>
                <a:srgbClr val="6510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191"/>
              <p:cNvSpPr>
                <a:spLocks/>
              </p:cNvSpPr>
              <p:nvPr/>
            </p:nvSpPr>
            <p:spPr bwMode="auto">
              <a:xfrm>
                <a:off x="2350" y="1857"/>
                <a:ext cx="189" cy="175"/>
              </a:xfrm>
              <a:custGeom>
                <a:avLst/>
                <a:gdLst>
                  <a:gd name="T0" fmla="*/ 33 w 189"/>
                  <a:gd name="T1" fmla="*/ 4 h 175"/>
                  <a:gd name="T2" fmla="*/ 0 w 189"/>
                  <a:gd name="T3" fmla="*/ 28 h 175"/>
                  <a:gd name="T4" fmla="*/ 159 w 189"/>
                  <a:gd name="T5" fmla="*/ 175 h 175"/>
                  <a:gd name="T6" fmla="*/ 189 w 189"/>
                  <a:gd name="T7" fmla="*/ 132 h 175"/>
                  <a:gd name="T8" fmla="*/ 54 w 189"/>
                  <a:gd name="T9" fmla="*/ 37 h 175"/>
                  <a:gd name="T10" fmla="*/ 47 w 189"/>
                  <a:gd name="T11" fmla="*/ 0 h 175"/>
                  <a:gd name="T12" fmla="*/ 33 w 189"/>
                  <a:gd name="T13" fmla="*/ 4 h 175"/>
                </a:gdLst>
                <a:ahLst/>
                <a:cxnLst>
                  <a:cxn ang="0">
                    <a:pos x="T0" y="T1"/>
                  </a:cxn>
                  <a:cxn ang="0">
                    <a:pos x="T2" y="T3"/>
                  </a:cxn>
                  <a:cxn ang="0">
                    <a:pos x="T4" y="T5"/>
                  </a:cxn>
                  <a:cxn ang="0">
                    <a:pos x="T6" y="T7"/>
                  </a:cxn>
                  <a:cxn ang="0">
                    <a:pos x="T8" y="T9"/>
                  </a:cxn>
                  <a:cxn ang="0">
                    <a:pos x="T10" y="T11"/>
                  </a:cxn>
                  <a:cxn ang="0">
                    <a:pos x="T12" y="T13"/>
                  </a:cxn>
                </a:cxnLst>
                <a:rect l="0" t="0" r="r" b="b"/>
                <a:pathLst>
                  <a:path w="189" h="175">
                    <a:moveTo>
                      <a:pt x="33" y="4"/>
                    </a:moveTo>
                    <a:lnTo>
                      <a:pt x="0" y="28"/>
                    </a:lnTo>
                    <a:lnTo>
                      <a:pt x="159" y="175"/>
                    </a:lnTo>
                    <a:lnTo>
                      <a:pt x="189" y="132"/>
                    </a:lnTo>
                    <a:lnTo>
                      <a:pt x="54" y="37"/>
                    </a:lnTo>
                    <a:lnTo>
                      <a:pt x="47" y="0"/>
                    </a:lnTo>
                    <a:lnTo>
                      <a:pt x="33" y="4"/>
                    </a:lnTo>
                    <a:close/>
                  </a:path>
                </a:pathLst>
              </a:custGeom>
              <a:solidFill>
                <a:srgbClr val="F1B5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192"/>
              <p:cNvSpPr>
                <a:spLocks/>
              </p:cNvSpPr>
              <p:nvPr/>
            </p:nvSpPr>
            <p:spPr bwMode="auto">
              <a:xfrm>
                <a:off x="2343" y="1726"/>
                <a:ext cx="175" cy="161"/>
              </a:xfrm>
              <a:custGeom>
                <a:avLst/>
                <a:gdLst>
                  <a:gd name="T0" fmla="*/ 0 w 175"/>
                  <a:gd name="T1" fmla="*/ 161 h 161"/>
                  <a:gd name="T2" fmla="*/ 90 w 175"/>
                  <a:gd name="T3" fmla="*/ 150 h 161"/>
                  <a:gd name="T4" fmla="*/ 175 w 175"/>
                  <a:gd name="T5" fmla="*/ 26 h 161"/>
                  <a:gd name="T6" fmla="*/ 71 w 175"/>
                  <a:gd name="T7" fmla="*/ 0 h 161"/>
                  <a:gd name="T8" fmla="*/ 0 w 175"/>
                  <a:gd name="T9" fmla="*/ 161 h 161"/>
                </a:gdLst>
                <a:ahLst/>
                <a:cxnLst>
                  <a:cxn ang="0">
                    <a:pos x="T0" y="T1"/>
                  </a:cxn>
                  <a:cxn ang="0">
                    <a:pos x="T2" y="T3"/>
                  </a:cxn>
                  <a:cxn ang="0">
                    <a:pos x="T4" y="T5"/>
                  </a:cxn>
                  <a:cxn ang="0">
                    <a:pos x="T6" y="T7"/>
                  </a:cxn>
                  <a:cxn ang="0">
                    <a:pos x="T8" y="T9"/>
                  </a:cxn>
                </a:cxnLst>
                <a:rect l="0" t="0" r="r" b="b"/>
                <a:pathLst>
                  <a:path w="175" h="161">
                    <a:moveTo>
                      <a:pt x="0" y="161"/>
                    </a:moveTo>
                    <a:lnTo>
                      <a:pt x="90" y="150"/>
                    </a:lnTo>
                    <a:lnTo>
                      <a:pt x="175" y="26"/>
                    </a:lnTo>
                    <a:lnTo>
                      <a:pt x="71" y="0"/>
                    </a:lnTo>
                    <a:lnTo>
                      <a:pt x="0" y="161"/>
                    </a:lnTo>
                    <a:close/>
                  </a:path>
                </a:pathLst>
              </a:custGeom>
              <a:solidFill>
                <a:srgbClr val="2829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193"/>
              <p:cNvSpPr>
                <a:spLocks/>
              </p:cNvSpPr>
              <p:nvPr/>
            </p:nvSpPr>
            <p:spPr bwMode="auto">
              <a:xfrm>
                <a:off x="2532" y="1977"/>
                <a:ext cx="50" cy="17"/>
              </a:xfrm>
              <a:custGeom>
                <a:avLst/>
                <a:gdLst>
                  <a:gd name="T0" fmla="*/ 7 w 21"/>
                  <a:gd name="T1" fmla="*/ 7 h 7"/>
                  <a:gd name="T2" fmla="*/ 18 w 21"/>
                  <a:gd name="T3" fmla="*/ 6 h 7"/>
                  <a:gd name="T4" fmla="*/ 21 w 21"/>
                  <a:gd name="T5" fmla="*/ 5 h 7"/>
                  <a:gd name="T6" fmla="*/ 15 w 21"/>
                  <a:gd name="T7" fmla="*/ 0 h 7"/>
                  <a:gd name="T8" fmla="*/ 0 w 21"/>
                  <a:gd name="T9" fmla="*/ 2 h 7"/>
                  <a:gd name="T10" fmla="*/ 7 w 21"/>
                  <a:gd name="T11" fmla="*/ 7 h 7"/>
                </a:gdLst>
                <a:ahLst/>
                <a:cxnLst>
                  <a:cxn ang="0">
                    <a:pos x="T0" y="T1"/>
                  </a:cxn>
                  <a:cxn ang="0">
                    <a:pos x="T2" y="T3"/>
                  </a:cxn>
                  <a:cxn ang="0">
                    <a:pos x="T4" y="T5"/>
                  </a:cxn>
                  <a:cxn ang="0">
                    <a:pos x="T6" y="T7"/>
                  </a:cxn>
                  <a:cxn ang="0">
                    <a:pos x="T8" y="T9"/>
                  </a:cxn>
                  <a:cxn ang="0">
                    <a:pos x="T10" y="T11"/>
                  </a:cxn>
                </a:cxnLst>
                <a:rect l="0" t="0" r="r" b="b"/>
                <a:pathLst>
                  <a:path w="21" h="7">
                    <a:moveTo>
                      <a:pt x="7" y="7"/>
                    </a:moveTo>
                    <a:cubicBezTo>
                      <a:pt x="18" y="6"/>
                      <a:pt x="18" y="6"/>
                      <a:pt x="18" y="6"/>
                    </a:cubicBezTo>
                    <a:cubicBezTo>
                      <a:pt x="20" y="6"/>
                      <a:pt x="20" y="5"/>
                      <a:pt x="21" y="5"/>
                    </a:cubicBezTo>
                    <a:cubicBezTo>
                      <a:pt x="15" y="0"/>
                      <a:pt x="15" y="0"/>
                      <a:pt x="15" y="0"/>
                    </a:cubicBezTo>
                    <a:cubicBezTo>
                      <a:pt x="0" y="2"/>
                      <a:pt x="0" y="2"/>
                      <a:pt x="0" y="2"/>
                    </a:cubicBezTo>
                    <a:lnTo>
                      <a:pt x="7" y="7"/>
                    </a:lnTo>
                    <a:close/>
                  </a:path>
                </a:pathLst>
              </a:custGeom>
              <a:solidFill>
                <a:srgbClr val="F1B5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194"/>
              <p:cNvSpPr>
                <a:spLocks/>
              </p:cNvSpPr>
              <p:nvPr/>
            </p:nvSpPr>
            <p:spPr bwMode="auto">
              <a:xfrm>
                <a:off x="2553" y="1982"/>
                <a:ext cx="41" cy="24"/>
              </a:xfrm>
              <a:custGeom>
                <a:avLst/>
                <a:gdLst>
                  <a:gd name="T0" fmla="*/ 0 w 17"/>
                  <a:gd name="T1" fmla="*/ 1 h 10"/>
                  <a:gd name="T2" fmla="*/ 9 w 17"/>
                  <a:gd name="T3" fmla="*/ 8 h 10"/>
                  <a:gd name="T4" fmla="*/ 16 w 17"/>
                  <a:gd name="T5" fmla="*/ 8 h 10"/>
                  <a:gd name="T6" fmla="*/ 17 w 17"/>
                  <a:gd name="T7" fmla="*/ 6 h 10"/>
                  <a:gd name="T8" fmla="*/ 17 w 17"/>
                  <a:gd name="T9" fmla="*/ 6 h 10"/>
                  <a:gd name="T10" fmla="*/ 9 w 17"/>
                  <a:gd name="T11" fmla="*/ 0 h 10"/>
                  <a:gd name="T12" fmla="*/ 0 w 17"/>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17" h="10">
                    <a:moveTo>
                      <a:pt x="0" y="1"/>
                    </a:moveTo>
                    <a:cubicBezTo>
                      <a:pt x="9" y="8"/>
                      <a:pt x="9" y="8"/>
                      <a:pt x="9" y="8"/>
                    </a:cubicBezTo>
                    <a:cubicBezTo>
                      <a:pt x="11" y="10"/>
                      <a:pt x="14" y="10"/>
                      <a:pt x="16" y="8"/>
                    </a:cubicBezTo>
                    <a:cubicBezTo>
                      <a:pt x="17" y="6"/>
                      <a:pt x="17" y="6"/>
                      <a:pt x="17" y="6"/>
                    </a:cubicBezTo>
                    <a:cubicBezTo>
                      <a:pt x="17" y="6"/>
                      <a:pt x="17" y="6"/>
                      <a:pt x="17" y="6"/>
                    </a:cubicBezTo>
                    <a:cubicBezTo>
                      <a:pt x="9" y="0"/>
                      <a:pt x="9" y="0"/>
                      <a:pt x="9" y="0"/>
                    </a:cubicBezTo>
                    <a:lnTo>
                      <a:pt x="0" y="1"/>
                    </a:lnTo>
                    <a:close/>
                  </a:path>
                </a:pathLst>
              </a:custGeom>
              <a:solidFill>
                <a:srgbClr val="F1B5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Freeform 195"/>
              <p:cNvSpPr>
                <a:spLocks/>
              </p:cNvSpPr>
              <p:nvPr/>
            </p:nvSpPr>
            <p:spPr bwMode="auto">
              <a:xfrm>
                <a:off x="2494" y="1980"/>
                <a:ext cx="90" cy="87"/>
              </a:xfrm>
              <a:custGeom>
                <a:avLst/>
                <a:gdLst>
                  <a:gd name="T0" fmla="*/ 23 w 38"/>
                  <a:gd name="T1" fmla="*/ 2 h 37"/>
                  <a:gd name="T2" fmla="*/ 11 w 38"/>
                  <a:gd name="T3" fmla="*/ 4 h 37"/>
                  <a:gd name="T4" fmla="*/ 3 w 38"/>
                  <a:gd name="T5" fmla="*/ 14 h 37"/>
                  <a:gd name="T6" fmla="*/ 4 w 38"/>
                  <a:gd name="T7" fmla="*/ 26 h 37"/>
                  <a:gd name="T8" fmla="*/ 15 w 38"/>
                  <a:gd name="T9" fmla="*/ 34 h 37"/>
                  <a:gd name="T10" fmla="*/ 27 w 38"/>
                  <a:gd name="T11" fmla="*/ 33 h 37"/>
                  <a:gd name="T12" fmla="*/ 35 w 38"/>
                  <a:gd name="T13" fmla="*/ 22 h 37"/>
                  <a:gd name="T14" fmla="*/ 33 w 38"/>
                  <a:gd name="T15" fmla="*/ 11 h 37"/>
                  <a:gd name="T16" fmla="*/ 23 w 38"/>
                  <a:gd name="T17" fmla="*/ 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37">
                    <a:moveTo>
                      <a:pt x="23" y="2"/>
                    </a:moveTo>
                    <a:cubicBezTo>
                      <a:pt x="19" y="0"/>
                      <a:pt x="14" y="0"/>
                      <a:pt x="11" y="4"/>
                    </a:cubicBezTo>
                    <a:cubicBezTo>
                      <a:pt x="3" y="14"/>
                      <a:pt x="3" y="14"/>
                      <a:pt x="3" y="14"/>
                    </a:cubicBezTo>
                    <a:cubicBezTo>
                      <a:pt x="0" y="18"/>
                      <a:pt x="1" y="23"/>
                      <a:pt x="4" y="26"/>
                    </a:cubicBezTo>
                    <a:cubicBezTo>
                      <a:pt x="15" y="34"/>
                      <a:pt x="15" y="34"/>
                      <a:pt x="15" y="34"/>
                    </a:cubicBezTo>
                    <a:cubicBezTo>
                      <a:pt x="19" y="37"/>
                      <a:pt x="24" y="36"/>
                      <a:pt x="27" y="33"/>
                    </a:cubicBezTo>
                    <a:cubicBezTo>
                      <a:pt x="35" y="22"/>
                      <a:pt x="35" y="22"/>
                      <a:pt x="35" y="22"/>
                    </a:cubicBezTo>
                    <a:cubicBezTo>
                      <a:pt x="38" y="19"/>
                      <a:pt x="37" y="13"/>
                      <a:pt x="33" y="11"/>
                    </a:cubicBezTo>
                    <a:lnTo>
                      <a:pt x="23" y="2"/>
                    </a:lnTo>
                    <a:close/>
                  </a:path>
                </a:pathLst>
              </a:custGeom>
              <a:solidFill>
                <a:srgbClr val="F1B5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Freeform 196"/>
              <p:cNvSpPr>
                <a:spLocks/>
              </p:cNvSpPr>
              <p:nvPr/>
            </p:nvSpPr>
            <p:spPr bwMode="auto">
              <a:xfrm>
                <a:off x="2511" y="2034"/>
                <a:ext cx="61" cy="52"/>
              </a:xfrm>
              <a:custGeom>
                <a:avLst/>
                <a:gdLst>
                  <a:gd name="T0" fmla="*/ 25 w 26"/>
                  <a:gd name="T1" fmla="*/ 20 h 22"/>
                  <a:gd name="T2" fmla="*/ 20 w 26"/>
                  <a:gd name="T3" fmla="*/ 21 h 22"/>
                  <a:gd name="T4" fmla="*/ 2 w 26"/>
                  <a:gd name="T5" fmla="*/ 6 h 22"/>
                  <a:gd name="T6" fmla="*/ 1 w 26"/>
                  <a:gd name="T7" fmla="*/ 2 h 22"/>
                  <a:gd name="T8" fmla="*/ 6 w 26"/>
                  <a:gd name="T9" fmla="*/ 1 h 22"/>
                  <a:gd name="T10" fmla="*/ 24 w 26"/>
                  <a:gd name="T11" fmla="*/ 16 h 22"/>
                  <a:gd name="T12" fmla="*/ 25 w 26"/>
                  <a:gd name="T13" fmla="*/ 20 h 22"/>
                </a:gdLst>
                <a:ahLst/>
                <a:cxnLst>
                  <a:cxn ang="0">
                    <a:pos x="T0" y="T1"/>
                  </a:cxn>
                  <a:cxn ang="0">
                    <a:pos x="T2" y="T3"/>
                  </a:cxn>
                  <a:cxn ang="0">
                    <a:pos x="T4" y="T5"/>
                  </a:cxn>
                  <a:cxn ang="0">
                    <a:pos x="T6" y="T7"/>
                  </a:cxn>
                  <a:cxn ang="0">
                    <a:pos x="T8" y="T9"/>
                  </a:cxn>
                  <a:cxn ang="0">
                    <a:pos x="T10" y="T11"/>
                  </a:cxn>
                  <a:cxn ang="0">
                    <a:pos x="T12" y="T13"/>
                  </a:cxn>
                </a:cxnLst>
                <a:rect l="0" t="0" r="r" b="b"/>
                <a:pathLst>
                  <a:path w="26" h="22">
                    <a:moveTo>
                      <a:pt x="25" y="20"/>
                    </a:moveTo>
                    <a:cubicBezTo>
                      <a:pt x="24" y="22"/>
                      <a:pt x="22" y="22"/>
                      <a:pt x="20" y="21"/>
                    </a:cubicBezTo>
                    <a:cubicBezTo>
                      <a:pt x="2" y="6"/>
                      <a:pt x="2" y="6"/>
                      <a:pt x="2" y="6"/>
                    </a:cubicBezTo>
                    <a:cubicBezTo>
                      <a:pt x="0" y="5"/>
                      <a:pt x="0" y="3"/>
                      <a:pt x="1" y="2"/>
                    </a:cubicBezTo>
                    <a:cubicBezTo>
                      <a:pt x="2" y="1"/>
                      <a:pt x="4" y="0"/>
                      <a:pt x="6" y="1"/>
                    </a:cubicBezTo>
                    <a:cubicBezTo>
                      <a:pt x="24" y="16"/>
                      <a:pt x="24" y="16"/>
                      <a:pt x="24" y="16"/>
                    </a:cubicBezTo>
                    <a:cubicBezTo>
                      <a:pt x="25" y="17"/>
                      <a:pt x="26" y="19"/>
                      <a:pt x="25" y="20"/>
                    </a:cubicBezTo>
                    <a:close/>
                  </a:path>
                </a:pathLst>
              </a:custGeom>
              <a:solidFill>
                <a:srgbClr val="F1B5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197"/>
              <p:cNvSpPr>
                <a:spLocks/>
              </p:cNvSpPr>
              <p:nvPr/>
            </p:nvSpPr>
            <p:spPr bwMode="auto">
              <a:xfrm>
                <a:off x="2537" y="2032"/>
                <a:ext cx="59" cy="49"/>
              </a:xfrm>
              <a:custGeom>
                <a:avLst/>
                <a:gdLst>
                  <a:gd name="T0" fmla="*/ 24 w 25"/>
                  <a:gd name="T1" fmla="*/ 20 h 21"/>
                  <a:gd name="T2" fmla="*/ 20 w 25"/>
                  <a:gd name="T3" fmla="*/ 20 h 21"/>
                  <a:gd name="T4" fmla="*/ 2 w 25"/>
                  <a:gd name="T5" fmla="*/ 6 h 21"/>
                  <a:gd name="T6" fmla="*/ 1 w 25"/>
                  <a:gd name="T7" fmla="*/ 1 h 21"/>
                  <a:gd name="T8" fmla="*/ 5 w 25"/>
                  <a:gd name="T9" fmla="*/ 1 h 21"/>
                  <a:gd name="T10" fmla="*/ 24 w 25"/>
                  <a:gd name="T11" fmla="*/ 15 h 21"/>
                  <a:gd name="T12" fmla="*/ 24 w 25"/>
                  <a:gd name="T13" fmla="*/ 20 h 21"/>
                </a:gdLst>
                <a:ahLst/>
                <a:cxnLst>
                  <a:cxn ang="0">
                    <a:pos x="T0" y="T1"/>
                  </a:cxn>
                  <a:cxn ang="0">
                    <a:pos x="T2" y="T3"/>
                  </a:cxn>
                  <a:cxn ang="0">
                    <a:pos x="T4" y="T5"/>
                  </a:cxn>
                  <a:cxn ang="0">
                    <a:pos x="T6" y="T7"/>
                  </a:cxn>
                  <a:cxn ang="0">
                    <a:pos x="T8" y="T9"/>
                  </a:cxn>
                  <a:cxn ang="0">
                    <a:pos x="T10" y="T11"/>
                  </a:cxn>
                  <a:cxn ang="0">
                    <a:pos x="T12" y="T13"/>
                  </a:cxn>
                </a:cxnLst>
                <a:rect l="0" t="0" r="r" b="b"/>
                <a:pathLst>
                  <a:path w="25" h="21">
                    <a:moveTo>
                      <a:pt x="24" y="20"/>
                    </a:moveTo>
                    <a:cubicBezTo>
                      <a:pt x="23" y="21"/>
                      <a:pt x="21" y="21"/>
                      <a:pt x="20" y="20"/>
                    </a:cubicBezTo>
                    <a:cubicBezTo>
                      <a:pt x="2" y="6"/>
                      <a:pt x="2" y="6"/>
                      <a:pt x="2" y="6"/>
                    </a:cubicBezTo>
                    <a:cubicBezTo>
                      <a:pt x="0" y="5"/>
                      <a:pt x="0" y="3"/>
                      <a:pt x="1" y="1"/>
                    </a:cubicBezTo>
                    <a:cubicBezTo>
                      <a:pt x="2" y="0"/>
                      <a:pt x="4" y="0"/>
                      <a:pt x="5" y="1"/>
                    </a:cubicBezTo>
                    <a:cubicBezTo>
                      <a:pt x="24" y="15"/>
                      <a:pt x="24" y="15"/>
                      <a:pt x="24" y="15"/>
                    </a:cubicBezTo>
                    <a:cubicBezTo>
                      <a:pt x="25" y="16"/>
                      <a:pt x="25" y="18"/>
                      <a:pt x="24" y="20"/>
                    </a:cubicBezTo>
                    <a:close/>
                  </a:path>
                </a:pathLst>
              </a:custGeom>
              <a:solidFill>
                <a:srgbClr val="F1B5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198"/>
              <p:cNvSpPr>
                <a:spLocks/>
              </p:cNvSpPr>
              <p:nvPr/>
            </p:nvSpPr>
            <p:spPr bwMode="auto">
              <a:xfrm>
                <a:off x="2561" y="2001"/>
                <a:ext cx="59" cy="52"/>
              </a:xfrm>
              <a:custGeom>
                <a:avLst/>
                <a:gdLst>
                  <a:gd name="T0" fmla="*/ 24 w 25"/>
                  <a:gd name="T1" fmla="*/ 20 h 22"/>
                  <a:gd name="T2" fmla="*/ 20 w 25"/>
                  <a:gd name="T3" fmla="*/ 21 h 22"/>
                  <a:gd name="T4" fmla="*/ 1 w 25"/>
                  <a:gd name="T5" fmla="*/ 7 h 22"/>
                  <a:gd name="T6" fmla="*/ 1 w 25"/>
                  <a:gd name="T7" fmla="*/ 2 h 22"/>
                  <a:gd name="T8" fmla="*/ 5 w 25"/>
                  <a:gd name="T9" fmla="*/ 2 h 22"/>
                  <a:gd name="T10" fmla="*/ 23 w 25"/>
                  <a:gd name="T11" fmla="*/ 16 h 22"/>
                  <a:gd name="T12" fmla="*/ 24 w 25"/>
                  <a:gd name="T13" fmla="*/ 20 h 22"/>
                </a:gdLst>
                <a:ahLst/>
                <a:cxnLst>
                  <a:cxn ang="0">
                    <a:pos x="T0" y="T1"/>
                  </a:cxn>
                  <a:cxn ang="0">
                    <a:pos x="T2" y="T3"/>
                  </a:cxn>
                  <a:cxn ang="0">
                    <a:pos x="T4" y="T5"/>
                  </a:cxn>
                  <a:cxn ang="0">
                    <a:pos x="T6" y="T7"/>
                  </a:cxn>
                  <a:cxn ang="0">
                    <a:pos x="T8" y="T9"/>
                  </a:cxn>
                  <a:cxn ang="0">
                    <a:pos x="T10" y="T11"/>
                  </a:cxn>
                  <a:cxn ang="0">
                    <a:pos x="T12" y="T13"/>
                  </a:cxn>
                </a:cxnLst>
                <a:rect l="0" t="0" r="r" b="b"/>
                <a:pathLst>
                  <a:path w="25" h="22">
                    <a:moveTo>
                      <a:pt x="24" y="20"/>
                    </a:moveTo>
                    <a:cubicBezTo>
                      <a:pt x="23" y="22"/>
                      <a:pt x="21" y="22"/>
                      <a:pt x="20" y="21"/>
                    </a:cubicBezTo>
                    <a:cubicBezTo>
                      <a:pt x="1" y="7"/>
                      <a:pt x="1" y="7"/>
                      <a:pt x="1" y="7"/>
                    </a:cubicBezTo>
                    <a:cubicBezTo>
                      <a:pt x="0" y="5"/>
                      <a:pt x="0" y="3"/>
                      <a:pt x="1" y="2"/>
                    </a:cubicBezTo>
                    <a:cubicBezTo>
                      <a:pt x="2" y="1"/>
                      <a:pt x="4" y="0"/>
                      <a:pt x="5" y="2"/>
                    </a:cubicBezTo>
                    <a:cubicBezTo>
                      <a:pt x="23" y="16"/>
                      <a:pt x="23" y="16"/>
                      <a:pt x="23" y="16"/>
                    </a:cubicBezTo>
                    <a:cubicBezTo>
                      <a:pt x="25" y="17"/>
                      <a:pt x="25" y="19"/>
                      <a:pt x="24" y="20"/>
                    </a:cubicBezTo>
                    <a:close/>
                  </a:path>
                </a:pathLst>
              </a:custGeom>
              <a:solidFill>
                <a:srgbClr val="F1B5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Freeform 199"/>
              <p:cNvSpPr>
                <a:spLocks/>
              </p:cNvSpPr>
              <p:nvPr/>
            </p:nvSpPr>
            <p:spPr bwMode="auto">
              <a:xfrm>
                <a:off x="2563" y="2027"/>
                <a:ext cx="59" cy="52"/>
              </a:xfrm>
              <a:custGeom>
                <a:avLst/>
                <a:gdLst>
                  <a:gd name="T0" fmla="*/ 24 w 25"/>
                  <a:gd name="T1" fmla="*/ 20 h 22"/>
                  <a:gd name="T2" fmla="*/ 20 w 25"/>
                  <a:gd name="T3" fmla="*/ 21 h 22"/>
                  <a:gd name="T4" fmla="*/ 1 w 25"/>
                  <a:gd name="T5" fmla="*/ 6 h 22"/>
                  <a:gd name="T6" fmla="*/ 1 w 25"/>
                  <a:gd name="T7" fmla="*/ 2 h 22"/>
                  <a:gd name="T8" fmla="*/ 5 w 25"/>
                  <a:gd name="T9" fmla="*/ 1 h 22"/>
                  <a:gd name="T10" fmla="*/ 24 w 25"/>
                  <a:gd name="T11" fmla="*/ 16 h 22"/>
                  <a:gd name="T12" fmla="*/ 24 w 25"/>
                  <a:gd name="T13" fmla="*/ 20 h 22"/>
                </a:gdLst>
                <a:ahLst/>
                <a:cxnLst>
                  <a:cxn ang="0">
                    <a:pos x="T0" y="T1"/>
                  </a:cxn>
                  <a:cxn ang="0">
                    <a:pos x="T2" y="T3"/>
                  </a:cxn>
                  <a:cxn ang="0">
                    <a:pos x="T4" y="T5"/>
                  </a:cxn>
                  <a:cxn ang="0">
                    <a:pos x="T6" y="T7"/>
                  </a:cxn>
                  <a:cxn ang="0">
                    <a:pos x="T8" y="T9"/>
                  </a:cxn>
                  <a:cxn ang="0">
                    <a:pos x="T10" y="T11"/>
                  </a:cxn>
                  <a:cxn ang="0">
                    <a:pos x="T12" y="T13"/>
                  </a:cxn>
                </a:cxnLst>
                <a:rect l="0" t="0" r="r" b="b"/>
                <a:pathLst>
                  <a:path w="25" h="22">
                    <a:moveTo>
                      <a:pt x="24" y="20"/>
                    </a:moveTo>
                    <a:cubicBezTo>
                      <a:pt x="23" y="21"/>
                      <a:pt x="21" y="22"/>
                      <a:pt x="20" y="21"/>
                    </a:cubicBezTo>
                    <a:cubicBezTo>
                      <a:pt x="1" y="6"/>
                      <a:pt x="1" y="6"/>
                      <a:pt x="1" y="6"/>
                    </a:cubicBezTo>
                    <a:cubicBezTo>
                      <a:pt x="0" y="5"/>
                      <a:pt x="0" y="3"/>
                      <a:pt x="1" y="2"/>
                    </a:cubicBezTo>
                    <a:cubicBezTo>
                      <a:pt x="2" y="1"/>
                      <a:pt x="4" y="0"/>
                      <a:pt x="5" y="1"/>
                    </a:cubicBezTo>
                    <a:cubicBezTo>
                      <a:pt x="24" y="16"/>
                      <a:pt x="24" y="16"/>
                      <a:pt x="24" y="16"/>
                    </a:cubicBezTo>
                    <a:cubicBezTo>
                      <a:pt x="25" y="17"/>
                      <a:pt x="25" y="19"/>
                      <a:pt x="24" y="20"/>
                    </a:cubicBezTo>
                    <a:close/>
                  </a:path>
                </a:pathLst>
              </a:custGeom>
              <a:solidFill>
                <a:srgbClr val="F1B5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Freeform 200"/>
              <p:cNvSpPr>
                <a:spLocks/>
              </p:cNvSpPr>
              <p:nvPr/>
            </p:nvSpPr>
            <p:spPr bwMode="auto">
              <a:xfrm>
                <a:off x="2343" y="1876"/>
                <a:ext cx="192" cy="149"/>
              </a:xfrm>
              <a:custGeom>
                <a:avLst/>
                <a:gdLst>
                  <a:gd name="T0" fmla="*/ 0 w 192"/>
                  <a:gd name="T1" fmla="*/ 11 h 149"/>
                  <a:gd name="T2" fmla="*/ 137 w 192"/>
                  <a:gd name="T3" fmla="*/ 149 h 149"/>
                  <a:gd name="T4" fmla="*/ 192 w 192"/>
                  <a:gd name="T5" fmla="*/ 89 h 149"/>
                  <a:gd name="T6" fmla="*/ 90 w 192"/>
                  <a:gd name="T7" fmla="*/ 0 h 149"/>
                  <a:gd name="T8" fmla="*/ 0 w 192"/>
                  <a:gd name="T9" fmla="*/ 11 h 149"/>
                </a:gdLst>
                <a:ahLst/>
                <a:cxnLst>
                  <a:cxn ang="0">
                    <a:pos x="T0" y="T1"/>
                  </a:cxn>
                  <a:cxn ang="0">
                    <a:pos x="T2" y="T3"/>
                  </a:cxn>
                  <a:cxn ang="0">
                    <a:pos x="T4" y="T5"/>
                  </a:cxn>
                  <a:cxn ang="0">
                    <a:pos x="T6" y="T7"/>
                  </a:cxn>
                  <a:cxn ang="0">
                    <a:pos x="T8" y="T9"/>
                  </a:cxn>
                </a:cxnLst>
                <a:rect l="0" t="0" r="r" b="b"/>
                <a:pathLst>
                  <a:path w="192" h="149">
                    <a:moveTo>
                      <a:pt x="0" y="11"/>
                    </a:moveTo>
                    <a:lnTo>
                      <a:pt x="137" y="149"/>
                    </a:lnTo>
                    <a:lnTo>
                      <a:pt x="192" y="89"/>
                    </a:lnTo>
                    <a:lnTo>
                      <a:pt x="90" y="0"/>
                    </a:lnTo>
                    <a:lnTo>
                      <a:pt x="0" y="11"/>
                    </a:lnTo>
                    <a:close/>
                  </a:path>
                </a:pathLst>
              </a:custGeom>
              <a:solidFill>
                <a:srgbClr val="2829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201"/>
              <p:cNvSpPr>
                <a:spLocks/>
              </p:cNvSpPr>
              <p:nvPr/>
            </p:nvSpPr>
            <p:spPr bwMode="auto">
              <a:xfrm>
                <a:off x="2343" y="1876"/>
                <a:ext cx="192" cy="149"/>
              </a:xfrm>
              <a:custGeom>
                <a:avLst/>
                <a:gdLst>
                  <a:gd name="T0" fmla="*/ 0 w 192"/>
                  <a:gd name="T1" fmla="*/ 11 h 149"/>
                  <a:gd name="T2" fmla="*/ 137 w 192"/>
                  <a:gd name="T3" fmla="*/ 149 h 149"/>
                  <a:gd name="T4" fmla="*/ 192 w 192"/>
                  <a:gd name="T5" fmla="*/ 89 h 149"/>
                  <a:gd name="T6" fmla="*/ 90 w 192"/>
                  <a:gd name="T7" fmla="*/ 0 h 149"/>
                </a:gdLst>
                <a:ahLst/>
                <a:cxnLst>
                  <a:cxn ang="0">
                    <a:pos x="T0" y="T1"/>
                  </a:cxn>
                  <a:cxn ang="0">
                    <a:pos x="T2" y="T3"/>
                  </a:cxn>
                  <a:cxn ang="0">
                    <a:pos x="T4" y="T5"/>
                  </a:cxn>
                  <a:cxn ang="0">
                    <a:pos x="T6" y="T7"/>
                  </a:cxn>
                </a:cxnLst>
                <a:rect l="0" t="0" r="r" b="b"/>
                <a:pathLst>
                  <a:path w="192" h="149">
                    <a:moveTo>
                      <a:pt x="0" y="11"/>
                    </a:moveTo>
                    <a:lnTo>
                      <a:pt x="137" y="149"/>
                    </a:lnTo>
                    <a:lnTo>
                      <a:pt x="192" y="89"/>
                    </a:lnTo>
                    <a:lnTo>
                      <a:pt x="9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202"/>
              <p:cNvSpPr>
                <a:spLocks/>
              </p:cNvSpPr>
              <p:nvPr/>
            </p:nvSpPr>
            <p:spPr bwMode="auto">
              <a:xfrm>
                <a:off x="2414" y="1651"/>
                <a:ext cx="52" cy="158"/>
              </a:xfrm>
              <a:custGeom>
                <a:avLst/>
                <a:gdLst>
                  <a:gd name="T0" fmla="*/ 47 w 52"/>
                  <a:gd name="T1" fmla="*/ 0 h 158"/>
                  <a:gd name="T2" fmla="*/ 0 w 52"/>
                  <a:gd name="T3" fmla="*/ 75 h 158"/>
                  <a:gd name="T4" fmla="*/ 52 w 52"/>
                  <a:gd name="T5" fmla="*/ 158 h 158"/>
                  <a:gd name="T6" fmla="*/ 47 w 52"/>
                  <a:gd name="T7" fmla="*/ 0 h 158"/>
                </a:gdLst>
                <a:ahLst/>
                <a:cxnLst>
                  <a:cxn ang="0">
                    <a:pos x="T0" y="T1"/>
                  </a:cxn>
                  <a:cxn ang="0">
                    <a:pos x="T2" y="T3"/>
                  </a:cxn>
                  <a:cxn ang="0">
                    <a:pos x="T4" y="T5"/>
                  </a:cxn>
                  <a:cxn ang="0">
                    <a:pos x="T6" y="T7"/>
                  </a:cxn>
                </a:cxnLst>
                <a:rect l="0" t="0" r="r" b="b"/>
                <a:pathLst>
                  <a:path w="52" h="158">
                    <a:moveTo>
                      <a:pt x="47" y="0"/>
                    </a:moveTo>
                    <a:lnTo>
                      <a:pt x="0" y="75"/>
                    </a:lnTo>
                    <a:lnTo>
                      <a:pt x="52" y="158"/>
                    </a:lnTo>
                    <a:lnTo>
                      <a:pt x="47" y="0"/>
                    </a:lnTo>
                    <a:close/>
                  </a:path>
                </a:pathLst>
              </a:custGeom>
              <a:solidFill>
                <a:srgbClr val="2829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Freeform 203"/>
              <p:cNvSpPr>
                <a:spLocks/>
              </p:cNvSpPr>
              <p:nvPr/>
            </p:nvSpPr>
            <p:spPr bwMode="auto">
              <a:xfrm>
                <a:off x="2414" y="1651"/>
                <a:ext cx="52" cy="158"/>
              </a:xfrm>
              <a:custGeom>
                <a:avLst/>
                <a:gdLst>
                  <a:gd name="T0" fmla="*/ 47 w 52"/>
                  <a:gd name="T1" fmla="*/ 0 h 158"/>
                  <a:gd name="T2" fmla="*/ 0 w 52"/>
                  <a:gd name="T3" fmla="*/ 75 h 158"/>
                  <a:gd name="T4" fmla="*/ 52 w 52"/>
                  <a:gd name="T5" fmla="*/ 158 h 158"/>
                </a:gdLst>
                <a:ahLst/>
                <a:cxnLst>
                  <a:cxn ang="0">
                    <a:pos x="T0" y="T1"/>
                  </a:cxn>
                  <a:cxn ang="0">
                    <a:pos x="T2" y="T3"/>
                  </a:cxn>
                  <a:cxn ang="0">
                    <a:pos x="T4" y="T5"/>
                  </a:cxn>
                </a:cxnLst>
                <a:rect l="0" t="0" r="r" b="b"/>
                <a:pathLst>
                  <a:path w="52" h="158">
                    <a:moveTo>
                      <a:pt x="47" y="0"/>
                    </a:moveTo>
                    <a:lnTo>
                      <a:pt x="0" y="75"/>
                    </a:lnTo>
                    <a:lnTo>
                      <a:pt x="52" y="15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 name="Freeform 204"/>
              <p:cNvSpPr>
                <a:spLocks/>
              </p:cNvSpPr>
              <p:nvPr/>
            </p:nvSpPr>
            <p:spPr bwMode="auto">
              <a:xfrm>
                <a:off x="2712" y="2079"/>
                <a:ext cx="118" cy="29"/>
              </a:xfrm>
              <a:custGeom>
                <a:avLst/>
                <a:gdLst>
                  <a:gd name="T0" fmla="*/ 49 w 50"/>
                  <a:gd name="T1" fmla="*/ 10 h 12"/>
                  <a:gd name="T2" fmla="*/ 46 w 50"/>
                  <a:gd name="T3" fmla="*/ 11 h 12"/>
                  <a:gd name="T4" fmla="*/ 4 w 50"/>
                  <a:gd name="T5" fmla="*/ 11 h 12"/>
                  <a:gd name="T6" fmla="*/ 1 w 50"/>
                  <a:gd name="T7" fmla="*/ 10 h 12"/>
                  <a:gd name="T8" fmla="*/ 1 w 50"/>
                  <a:gd name="T9" fmla="*/ 9 h 12"/>
                  <a:gd name="T10" fmla="*/ 2 w 50"/>
                  <a:gd name="T11" fmla="*/ 6 h 12"/>
                  <a:gd name="T12" fmla="*/ 49 w 50"/>
                  <a:gd name="T13" fmla="*/ 6 h 12"/>
                  <a:gd name="T14" fmla="*/ 49 w 50"/>
                  <a:gd name="T15" fmla="*/ 9 h 12"/>
                  <a:gd name="T16" fmla="*/ 49 w 50"/>
                  <a:gd name="T17"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12">
                    <a:moveTo>
                      <a:pt x="49" y="10"/>
                    </a:moveTo>
                    <a:cubicBezTo>
                      <a:pt x="49" y="11"/>
                      <a:pt x="47" y="12"/>
                      <a:pt x="46" y="11"/>
                    </a:cubicBezTo>
                    <a:cubicBezTo>
                      <a:pt x="33" y="5"/>
                      <a:pt x="17" y="5"/>
                      <a:pt x="4" y="11"/>
                    </a:cubicBezTo>
                    <a:cubicBezTo>
                      <a:pt x="3" y="12"/>
                      <a:pt x="2" y="11"/>
                      <a:pt x="1" y="10"/>
                    </a:cubicBezTo>
                    <a:cubicBezTo>
                      <a:pt x="1" y="9"/>
                      <a:pt x="1" y="9"/>
                      <a:pt x="1" y="9"/>
                    </a:cubicBezTo>
                    <a:cubicBezTo>
                      <a:pt x="0" y="8"/>
                      <a:pt x="1" y="7"/>
                      <a:pt x="2" y="6"/>
                    </a:cubicBezTo>
                    <a:cubicBezTo>
                      <a:pt x="17" y="0"/>
                      <a:pt x="34" y="0"/>
                      <a:pt x="49" y="6"/>
                    </a:cubicBezTo>
                    <a:cubicBezTo>
                      <a:pt x="50" y="7"/>
                      <a:pt x="50" y="8"/>
                      <a:pt x="49" y="9"/>
                    </a:cubicBezTo>
                    <a:lnTo>
                      <a:pt x="49" y="10"/>
                    </a:lnTo>
                    <a:close/>
                  </a:path>
                </a:pathLst>
              </a:custGeom>
              <a:solidFill>
                <a:srgbClr val="0E37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6" name="Freeform 206"/>
            <p:cNvSpPr>
              <a:spLocks/>
            </p:cNvSpPr>
            <p:nvPr/>
          </p:nvSpPr>
          <p:spPr bwMode="auto">
            <a:xfrm>
              <a:off x="2712" y="2079"/>
              <a:ext cx="118" cy="21"/>
            </a:xfrm>
            <a:custGeom>
              <a:avLst/>
              <a:gdLst>
                <a:gd name="T0" fmla="*/ 49 w 50"/>
                <a:gd name="T1" fmla="*/ 6 h 9"/>
                <a:gd name="T2" fmla="*/ 2 w 50"/>
                <a:gd name="T3" fmla="*/ 6 h 9"/>
                <a:gd name="T4" fmla="*/ 1 w 50"/>
                <a:gd name="T5" fmla="*/ 9 h 9"/>
                <a:gd name="T6" fmla="*/ 49 w 50"/>
                <a:gd name="T7" fmla="*/ 9 h 9"/>
                <a:gd name="T8" fmla="*/ 49 w 50"/>
                <a:gd name="T9" fmla="*/ 6 h 9"/>
              </a:gdLst>
              <a:ahLst/>
              <a:cxnLst>
                <a:cxn ang="0">
                  <a:pos x="T0" y="T1"/>
                </a:cxn>
                <a:cxn ang="0">
                  <a:pos x="T2" y="T3"/>
                </a:cxn>
                <a:cxn ang="0">
                  <a:pos x="T4" y="T5"/>
                </a:cxn>
                <a:cxn ang="0">
                  <a:pos x="T6" y="T7"/>
                </a:cxn>
                <a:cxn ang="0">
                  <a:pos x="T8" y="T9"/>
                </a:cxn>
              </a:cxnLst>
              <a:rect l="0" t="0" r="r" b="b"/>
              <a:pathLst>
                <a:path w="50" h="9">
                  <a:moveTo>
                    <a:pt x="49" y="6"/>
                  </a:moveTo>
                  <a:cubicBezTo>
                    <a:pt x="34" y="0"/>
                    <a:pt x="17" y="0"/>
                    <a:pt x="2" y="6"/>
                  </a:cubicBezTo>
                  <a:cubicBezTo>
                    <a:pt x="1" y="7"/>
                    <a:pt x="0" y="8"/>
                    <a:pt x="1" y="9"/>
                  </a:cubicBezTo>
                  <a:cubicBezTo>
                    <a:pt x="16" y="2"/>
                    <a:pt x="34" y="2"/>
                    <a:pt x="49" y="9"/>
                  </a:cubicBezTo>
                  <a:cubicBezTo>
                    <a:pt x="50" y="8"/>
                    <a:pt x="50" y="7"/>
                    <a:pt x="49" y="6"/>
                  </a:cubicBezTo>
                  <a:close/>
                </a:path>
              </a:pathLst>
            </a:custGeom>
            <a:solidFill>
              <a:srgbClr val="184D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207"/>
            <p:cNvSpPr>
              <a:spLocks/>
            </p:cNvSpPr>
            <p:nvPr/>
          </p:nvSpPr>
          <p:spPr bwMode="auto">
            <a:xfrm>
              <a:off x="2717" y="2098"/>
              <a:ext cx="9" cy="40"/>
            </a:xfrm>
            <a:custGeom>
              <a:avLst/>
              <a:gdLst>
                <a:gd name="T0" fmla="*/ 4 w 4"/>
                <a:gd name="T1" fmla="*/ 16 h 17"/>
                <a:gd name="T2" fmla="*/ 2 w 4"/>
                <a:gd name="T3" fmla="*/ 17 h 17"/>
                <a:gd name="T4" fmla="*/ 2 w 4"/>
                <a:gd name="T5" fmla="*/ 17 h 17"/>
                <a:gd name="T6" fmla="*/ 0 w 4"/>
                <a:gd name="T7" fmla="*/ 16 h 17"/>
                <a:gd name="T8" fmla="*/ 0 w 4"/>
                <a:gd name="T9" fmla="*/ 2 h 17"/>
                <a:gd name="T10" fmla="*/ 2 w 4"/>
                <a:gd name="T11" fmla="*/ 0 h 17"/>
                <a:gd name="T12" fmla="*/ 2 w 4"/>
                <a:gd name="T13" fmla="*/ 0 h 17"/>
                <a:gd name="T14" fmla="*/ 4 w 4"/>
                <a:gd name="T15" fmla="*/ 2 h 17"/>
                <a:gd name="T16" fmla="*/ 4 w 4"/>
                <a:gd name="T17"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7">
                  <a:moveTo>
                    <a:pt x="4" y="16"/>
                  </a:moveTo>
                  <a:cubicBezTo>
                    <a:pt x="4" y="17"/>
                    <a:pt x="3" y="17"/>
                    <a:pt x="2" y="17"/>
                  </a:cubicBezTo>
                  <a:cubicBezTo>
                    <a:pt x="2" y="17"/>
                    <a:pt x="2" y="17"/>
                    <a:pt x="2" y="17"/>
                  </a:cubicBezTo>
                  <a:cubicBezTo>
                    <a:pt x="1" y="17"/>
                    <a:pt x="0" y="17"/>
                    <a:pt x="0" y="16"/>
                  </a:cubicBezTo>
                  <a:cubicBezTo>
                    <a:pt x="0" y="2"/>
                    <a:pt x="0" y="2"/>
                    <a:pt x="0" y="2"/>
                  </a:cubicBezTo>
                  <a:cubicBezTo>
                    <a:pt x="0" y="1"/>
                    <a:pt x="1" y="0"/>
                    <a:pt x="2" y="0"/>
                  </a:cubicBezTo>
                  <a:cubicBezTo>
                    <a:pt x="2" y="0"/>
                    <a:pt x="2" y="0"/>
                    <a:pt x="2" y="0"/>
                  </a:cubicBezTo>
                  <a:cubicBezTo>
                    <a:pt x="3" y="0"/>
                    <a:pt x="4" y="1"/>
                    <a:pt x="4" y="2"/>
                  </a:cubicBezTo>
                  <a:cubicBezTo>
                    <a:pt x="4" y="16"/>
                    <a:pt x="4" y="16"/>
                    <a:pt x="4" y="16"/>
                  </a:cubicBezTo>
                </a:path>
              </a:pathLst>
            </a:custGeom>
            <a:solidFill>
              <a:srgbClr val="B0B5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Oval 208"/>
            <p:cNvSpPr>
              <a:spLocks noChangeArrowheads="1"/>
            </p:cNvSpPr>
            <p:nvPr/>
          </p:nvSpPr>
          <p:spPr bwMode="auto">
            <a:xfrm>
              <a:off x="2712" y="2112"/>
              <a:ext cx="19" cy="19"/>
            </a:xfrm>
            <a:prstGeom prst="ellipse">
              <a:avLst/>
            </a:prstGeom>
            <a:solidFill>
              <a:srgbClr val="B0B5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209"/>
            <p:cNvSpPr>
              <a:spLocks/>
            </p:cNvSpPr>
            <p:nvPr/>
          </p:nvSpPr>
          <p:spPr bwMode="auto">
            <a:xfrm>
              <a:off x="2816" y="2098"/>
              <a:ext cx="10" cy="40"/>
            </a:xfrm>
            <a:custGeom>
              <a:avLst/>
              <a:gdLst>
                <a:gd name="T0" fmla="*/ 4 w 4"/>
                <a:gd name="T1" fmla="*/ 16 h 17"/>
                <a:gd name="T2" fmla="*/ 2 w 4"/>
                <a:gd name="T3" fmla="*/ 17 h 17"/>
                <a:gd name="T4" fmla="*/ 2 w 4"/>
                <a:gd name="T5" fmla="*/ 17 h 17"/>
                <a:gd name="T6" fmla="*/ 0 w 4"/>
                <a:gd name="T7" fmla="*/ 16 h 17"/>
                <a:gd name="T8" fmla="*/ 0 w 4"/>
                <a:gd name="T9" fmla="*/ 2 h 17"/>
                <a:gd name="T10" fmla="*/ 2 w 4"/>
                <a:gd name="T11" fmla="*/ 0 h 17"/>
                <a:gd name="T12" fmla="*/ 2 w 4"/>
                <a:gd name="T13" fmla="*/ 0 h 17"/>
                <a:gd name="T14" fmla="*/ 4 w 4"/>
                <a:gd name="T15" fmla="*/ 2 h 17"/>
                <a:gd name="T16" fmla="*/ 4 w 4"/>
                <a:gd name="T17"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7">
                  <a:moveTo>
                    <a:pt x="4" y="16"/>
                  </a:moveTo>
                  <a:cubicBezTo>
                    <a:pt x="4" y="17"/>
                    <a:pt x="3" y="17"/>
                    <a:pt x="2" y="17"/>
                  </a:cubicBezTo>
                  <a:cubicBezTo>
                    <a:pt x="2" y="17"/>
                    <a:pt x="2" y="17"/>
                    <a:pt x="2" y="17"/>
                  </a:cubicBezTo>
                  <a:cubicBezTo>
                    <a:pt x="1" y="17"/>
                    <a:pt x="0" y="17"/>
                    <a:pt x="0" y="16"/>
                  </a:cubicBezTo>
                  <a:cubicBezTo>
                    <a:pt x="0" y="2"/>
                    <a:pt x="0" y="2"/>
                    <a:pt x="0" y="2"/>
                  </a:cubicBezTo>
                  <a:cubicBezTo>
                    <a:pt x="0" y="1"/>
                    <a:pt x="1" y="0"/>
                    <a:pt x="2" y="0"/>
                  </a:cubicBezTo>
                  <a:cubicBezTo>
                    <a:pt x="2" y="0"/>
                    <a:pt x="2" y="0"/>
                    <a:pt x="2" y="0"/>
                  </a:cubicBezTo>
                  <a:cubicBezTo>
                    <a:pt x="3" y="0"/>
                    <a:pt x="4" y="1"/>
                    <a:pt x="4" y="2"/>
                  </a:cubicBezTo>
                  <a:cubicBezTo>
                    <a:pt x="4" y="16"/>
                    <a:pt x="4" y="16"/>
                    <a:pt x="4" y="16"/>
                  </a:cubicBezTo>
                </a:path>
              </a:pathLst>
            </a:custGeom>
            <a:solidFill>
              <a:srgbClr val="B0B5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Oval 210"/>
            <p:cNvSpPr>
              <a:spLocks noChangeArrowheads="1"/>
            </p:cNvSpPr>
            <p:nvPr/>
          </p:nvSpPr>
          <p:spPr bwMode="auto">
            <a:xfrm>
              <a:off x="2812" y="2112"/>
              <a:ext cx="18" cy="19"/>
            </a:xfrm>
            <a:prstGeom prst="ellipse">
              <a:avLst/>
            </a:prstGeom>
            <a:solidFill>
              <a:srgbClr val="B0B5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211"/>
            <p:cNvSpPr>
              <a:spLocks/>
            </p:cNvSpPr>
            <p:nvPr/>
          </p:nvSpPr>
          <p:spPr bwMode="auto">
            <a:xfrm>
              <a:off x="2594" y="2122"/>
              <a:ext cx="355" cy="236"/>
            </a:xfrm>
            <a:custGeom>
              <a:avLst/>
              <a:gdLst>
                <a:gd name="T0" fmla="*/ 150 w 150"/>
                <a:gd name="T1" fmla="*/ 95 h 100"/>
                <a:gd name="T2" fmla="*/ 145 w 150"/>
                <a:gd name="T3" fmla="*/ 100 h 100"/>
                <a:gd name="T4" fmla="*/ 5 w 150"/>
                <a:gd name="T5" fmla="*/ 100 h 100"/>
                <a:gd name="T6" fmla="*/ 0 w 150"/>
                <a:gd name="T7" fmla="*/ 95 h 100"/>
                <a:gd name="T8" fmla="*/ 0 w 150"/>
                <a:gd name="T9" fmla="*/ 4 h 100"/>
                <a:gd name="T10" fmla="*/ 5 w 150"/>
                <a:gd name="T11" fmla="*/ 0 h 100"/>
                <a:gd name="T12" fmla="*/ 145 w 150"/>
                <a:gd name="T13" fmla="*/ 0 h 100"/>
                <a:gd name="T14" fmla="*/ 150 w 150"/>
                <a:gd name="T15" fmla="*/ 4 h 100"/>
                <a:gd name="T16" fmla="*/ 150 w 150"/>
                <a:gd name="T17" fmla="*/ 95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0" h="100">
                  <a:moveTo>
                    <a:pt x="150" y="95"/>
                  </a:moveTo>
                  <a:cubicBezTo>
                    <a:pt x="150" y="98"/>
                    <a:pt x="148" y="100"/>
                    <a:pt x="145" y="100"/>
                  </a:cubicBezTo>
                  <a:cubicBezTo>
                    <a:pt x="5" y="100"/>
                    <a:pt x="5" y="100"/>
                    <a:pt x="5" y="100"/>
                  </a:cubicBezTo>
                  <a:cubicBezTo>
                    <a:pt x="2" y="100"/>
                    <a:pt x="0" y="98"/>
                    <a:pt x="0" y="95"/>
                  </a:cubicBezTo>
                  <a:cubicBezTo>
                    <a:pt x="0" y="4"/>
                    <a:pt x="0" y="4"/>
                    <a:pt x="0" y="4"/>
                  </a:cubicBezTo>
                  <a:cubicBezTo>
                    <a:pt x="0" y="2"/>
                    <a:pt x="2" y="0"/>
                    <a:pt x="5" y="0"/>
                  </a:cubicBezTo>
                  <a:cubicBezTo>
                    <a:pt x="145" y="0"/>
                    <a:pt x="145" y="0"/>
                    <a:pt x="145" y="0"/>
                  </a:cubicBezTo>
                  <a:cubicBezTo>
                    <a:pt x="148" y="0"/>
                    <a:pt x="150" y="2"/>
                    <a:pt x="150" y="4"/>
                  </a:cubicBezTo>
                  <a:cubicBezTo>
                    <a:pt x="150" y="95"/>
                    <a:pt x="150" y="95"/>
                    <a:pt x="150" y="95"/>
                  </a:cubicBezTo>
                </a:path>
              </a:pathLst>
            </a:custGeom>
            <a:solidFill>
              <a:srgbClr val="0E37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212"/>
            <p:cNvSpPr>
              <a:spLocks/>
            </p:cNvSpPr>
            <p:nvPr/>
          </p:nvSpPr>
          <p:spPr bwMode="auto">
            <a:xfrm>
              <a:off x="2594" y="2340"/>
              <a:ext cx="355" cy="18"/>
            </a:xfrm>
            <a:custGeom>
              <a:avLst/>
              <a:gdLst>
                <a:gd name="T0" fmla="*/ 145 w 150"/>
                <a:gd name="T1" fmla="*/ 5 h 8"/>
                <a:gd name="T2" fmla="*/ 5 w 150"/>
                <a:gd name="T3" fmla="*/ 5 h 8"/>
                <a:gd name="T4" fmla="*/ 0 w 150"/>
                <a:gd name="T5" fmla="*/ 0 h 8"/>
                <a:gd name="T6" fmla="*/ 0 w 150"/>
                <a:gd name="T7" fmla="*/ 3 h 8"/>
                <a:gd name="T8" fmla="*/ 5 w 150"/>
                <a:gd name="T9" fmla="*/ 8 h 8"/>
                <a:gd name="T10" fmla="*/ 145 w 150"/>
                <a:gd name="T11" fmla="*/ 8 h 8"/>
                <a:gd name="T12" fmla="*/ 150 w 150"/>
                <a:gd name="T13" fmla="*/ 3 h 8"/>
                <a:gd name="T14" fmla="*/ 150 w 150"/>
                <a:gd name="T15" fmla="*/ 0 h 8"/>
                <a:gd name="T16" fmla="*/ 145 w 150"/>
                <a:gd name="T17"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0" h="8">
                  <a:moveTo>
                    <a:pt x="145" y="5"/>
                  </a:moveTo>
                  <a:cubicBezTo>
                    <a:pt x="5" y="5"/>
                    <a:pt x="5" y="5"/>
                    <a:pt x="5" y="5"/>
                  </a:cubicBezTo>
                  <a:cubicBezTo>
                    <a:pt x="2" y="5"/>
                    <a:pt x="0" y="2"/>
                    <a:pt x="0" y="0"/>
                  </a:cubicBezTo>
                  <a:cubicBezTo>
                    <a:pt x="0" y="3"/>
                    <a:pt x="0" y="3"/>
                    <a:pt x="0" y="3"/>
                  </a:cubicBezTo>
                  <a:cubicBezTo>
                    <a:pt x="0" y="6"/>
                    <a:pt x="2" y="8"/>
                    <a:pt x="5" y="8"/>
                  </a:cubicBezTo>
                  <a:cubicBezTo>
                    <a:pt x="145" y="8"/>
                    <a:pt x="145" y="8"/>
                    <a:pt x="145" y="8"/>
                  </a:cubicBezTo>
                  <a:cubicBezTo>
                    <a:pt x="148" y="8"/>
                    <a:pt x="150" y="6"/>
                    <a:pt x="150" y="3"/>
                  </a:cubicBezTo>
                  <a:cubicBezTo>
                    <a:pt x="150" y="0"/>
                    <a:pt x="150" y="0"/>
                    <a:pt x="150" y="0"/>
                  </a:cubicBezTo>
                  <a:cubicBezTo>
                    <a:pt x="150" y="2"/>
                    <a:pt x="148" y="5"/>
                    <a:pt x="145" y="5"/>
                  </a:cubicBezTo>
                  <a:close/>
                </a:path>
              </a:pathLst>
            </a:custGeom>
            <a:solidFill>
              <a:srgbClr val="0B2F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213"/>
            <p:cNvSpPr>
              <a:spLocks/>
            </p:cNvSpPr>
            <p:nvPr/>
          </p:nvSpPr>
          <p:spPr bwMode="auto">
            <a:xfrm>
              <a:off x="2594" y="2143"/>
              <a:ext cx="355" cy="111"/>
            </a:xfrm>
            <a:custGeom>
              <a:avLst/>
              <a:gdLst>
                <a:gd name="T0" fmla="*/ 0 w 150"/>
                <a:gd name="T1" fmla="*/ 0 h 47"/>
                <a:gd name="T2" fmla="*/ 0 w 150"/>
                <a:gd name="T3" fmla="*/ 0 h 47"/>
                <a:gd name="T4" fmla="*/ 0 w 150"/>
                <a:gd name="T5" fmla="*/ 33 h 47"/>
                <a:gd name="T6" fmla="*/ 5 w 150"/>
                <a:gd name="T7" fmla="*/ 39 h 47"/>
                <a:gd name="T8" fmla="*/ 75 w 150"/>
                <a:gd name="T9" fmla="*/ 47 h 47"/>
                <a:gd name="T10" fmla="*/ 145 w 150"/>
                <a:gd name="T11" fmla="*/ 39 h 47"/>
                <a:gd name="T12" fmla="*/ 150 w 150"/>
                <a:gd name="T13" fmla="*/ 33 h 47"/>
                <a:gd name="T14" fmla="*/ 150 w 150"/>
                <a:gd name="T15" fmla="*/ 29 h 47"/>
                <a:gd name="T16" fmla="*/ 145 w 150"/>
                <a:gd name="T17" fmla="*/ 35 h 47"/>
                <a:gd name="T18" fmla="*/ 75 w 150"/>
                <a:gd name="T19" fmla="*/ 43 h 47"/>
                <a:gd name="T20" fmla="*/ 5 w 150"/>
                <a:gd name="T21" fmla="*/ 35 h 47"/>
                <a:gd name="T22" fmla="*/ 0 w 150"/>
                <a:gd name="T23" fmla="*/ 29 h 47"/>
                <a:gd name="T24" fmla="*/ 0 w 150"/>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0" h="47">
                  <a:moveTo>
                    <a:pt x="0" y="0"/>
                  </a:moveTo>
                  <a:cubicBezTo>
                    <a:pt x="0" y="0"/>
                    <a:pt x="0" y="0"/>
                    <a:pt x="0" y="0"/>
                  </a:cubicBezTo>
                  <a:cubicBezTo>
                    <a:pt x="0" y="11"/>
                    <a:pt x="0" y="22"/>
                    <a:pt x="0" y="33"/>
                  </a:cubicBezTo>
                  <a:cubicBezTo>
                    <a:pt x="0" y="36"/>
                    <a:pt x="2" y="38"/>
                    <a:pt x="5" y="39"/>
                  </a:cubicBezTo>
                  <a:cubicBezTo>
                    <a:pt x="28" y="45"/>
                    <a:pt x="52" y="47"/>
                    <a:pt x="75" y="47"/>
                  </a:cubicBezTo>
                  <a:cubicBezTo>
                    <a:pt x="99" y="47"/>
                    <a:pt x="122" y="45"/>
                    <a:pt x="145" y="39"/>
                  </a:cubicBezTo>
                  <a:cubicBezTo>
                    <a:pt x="148" y="38"/>
                    <a:pt x="150" y="36"/>
                    <a:pt x="150" y="33"/>
                  </a:cubicBezTo>
                  <a:cubicBezTo>
                    <a:pt x="150" y="29"/>
                    <a:pt x="150" y="29"/>
                    <a:pt x="150" y="29"/>
                  </a:cubicBezTo>
                  <a:cubicBezTo>
                    <a:pt x="150" y="32"/>
                    <a:pt x="148" y="34"/>
                    <a:pt x="145" y="35"/>
                  </a:cubicBezTo>
                  <a:cubicBezTo>
                    <a:pt x="122" y="41"/>
                    <a:pt x="99" y="43"/>
                    <a:pt x="75" y="43"/>
                  </a:cubicBezTo>
                  <a:cubicBezTo>
                    <a:pt x="52" y="43"/>
                    <a:pt x="28" y="41"/>
                    <a:pt x="5" y="35"/>
                  </a:cubicBezTo>
                  <a:cubicBezTo>
                    <a:pt x="2" y="34"/>
                    <a:pt x="0" y="32"/>
                    <a:pt x="0" y="29"/>
                  </a:cubicBezTo>
                  <a:cubicBezTo>
                    <a:pt x="0" y="19"/>
                    <a:pt x="0" y="9"/>
                    <a:pt x="0" y="0"/>
                  </a:cubicBezTo>
                </a:path>
              </a:pathLst>
            </a:custGeom>
            <a:solidFill>
              <a:srgbClr val="0C31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214"/>
            <p:cNvSpPr>
              <a:spLocks/>
            </p:cNvSpPr>
            <p:nvPr/>
          </p:nvSpPr>
          <p:spPr bwMode="auto">
            <a:xfrm>
              <a:off x="2594" y="2122"/>
              <a:ext cx="355" cy="130"/>
            </a:xfrm>
            <a:custGeom>
              <a:avLst/>
              <a:gdLst>
                <a:gd name="T0" fmla="*/ 150 w 150"/>
                <a:gd name="T1" fmla="*/ 38 h 55"/>
                <a:gd name="T2" fmla="*/ 145 w 150"/>
                <a:gd name="T3" fmla="*/ 44 h 55"/>
                <a:gd name="T4" fmla="*/ 5 w 150"/>
                <a:gd name="T5" fmla="*/ 44 h 55"/>
                <a:gd name="T6" fmla="*/ 0 w 150"/>
                <a:gd name="T7" fmla="*/ 38 h 55"/>
                <a:gd name="T8" fmla="*/ 0 w 150"/>
                <a:gd name="T9" fmla="*/ 4 h 55"/>
                <a:gd name="T10" fmla="*/ 5 w 150"/>
                <a:gd name="T11" fmla="*/ 0 h 55"/>
                <a:gd name="T12" fmla="*/ 145 w 150"/>
                <a:gd name="T13" fmla="*/ 0 h 55"/>
                <a:gd name="T14" fmla="*/ 150 w 150"/>
                <a:gd name="T15" fmla="*/ 4 h 55"/>
                <a:gd name="T16" fmla="*/ 150 w 150"/>
                <a:gd name="T17" fmla="*/ 3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0" h="55">
                  <a:moveTo>
                    <a:pt x="150" y="38"/>
                  </a:moveTo>
                  <a:cubicBezTo>
                    <a:pt x="150" y="41"/>
                    <a:pt x="148" y="43"/>
                    <a:pt x="145" y="44"/>
                  </a:cubicBezTo>
                  <a:cubicBezTo>
                    <a:pt x="99" y="55"/>
                    <a:pt x="51" y="55"/>
                    <a:pt x="5" y="44"/>
                  </a:cubicBezTo>
                  <a:cubicBezTo>
                    <a:pt x="2" y="43"/>
                    <a:pt x="0" y="41"/>
                    <a:pt x="0" y="38"/>
                  </a:cubicBezTo>
                  <a:cubicBezTo>
                    <a:pt x="0" y="27"/>
                    <a:pt x="0" y="16"/>
                    <a:pt x="0" y="4"/>
                  </a:cubicBezTo>
                  <a:cubicBezTo>
                    <a:pt x="0" y="2"/>
                    <a:pt x="2" y="0"/>
                    <a:pt x="5" y="0"/>
                  </a:cubicBezTo>
                  <a:cubicBezTo>
                    <a:pt x="52" y="0"/>
                    <a:pt x="99" y="0"/>
                    <a:pt x="145" y="0"/>
                  </a:cubicBezTo>
                  <a:cubicBezTo>
                    <a:pt x="148" y="0"/>
                    <a:pt x="150" y="2"/>
                    <a:pt x="150" y="4"/>
                  </a:cubicBezTo>
                  <a:cubicBezTo>
                    <a:pt x="150" y="16"/>
                    <a:pt x="150" y="27"/>
                    <a:pt x="150" y="38"/>
                  </a:cubicBezTo>
                </a:path>
              </a:pathLst>
            </a:custGeom>
            <a:solidFill>
              <a:srgbClr val="184D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215"/>
            <p:cNvSpPr>
              <a:spLocks/>
            </p:cNvSpPr>
            <p:nvPr/>
          </p:nvSpPr>
          <p:spPr bwMode="auto">
            <a:xfrm>
              <a:off x="2750" y="2122"/>
              <a:ext cx="45" cy="111"/>
            </a:xfrm>
            <a:custGeom>
              <a:avLst/>
              <a:gdLst>
                <a:gd name="T0" fmla="*/ 0 w 19"/>
                <a:gd name="T1" fmla="*/ 0 h 47"/>
                <a:gd name="T2" fmla="*/ 0 w 19"/>
                <a:gd name="T3" fmla="*/ 43 h 47"/>
                <a:gd name="T4" fmla="*/ 1 w 19"/>
                <a:gd name="T5" fmla="*/ 47 h 47"/>
                <a:gd name="T6" fmla="*/ 17 w 19"/>
                <a:gd name="T7" fmla="*/ 47 h 47"/>
                <a:gd name="T8" fmla="*/ 19 w 19"/>
                <a:gd name="T9" fmla="*/ 43 h 47"/>
                <a:gd name="T10" fmla="*/ 19 w 19"/>
                <a:gd name="T11" fmla="*/ 0 h 47"/>
                <a:gd name="T12" fmla="*/ 0 w 19"/>
                <a:gd name="T13" fmla="*/ 0 h 47"/>
              </a:gdLst>
              <a:ahLst/>
              <a:cxnLst>
                <a:cxn ang="0">
                  <a:pos x="T0" y="T1"/>
                </a:cxn>
                <a:cxn ang="0">
                  <a:pos x="T2" y="T3"/>
                </a:cxn>
                <a:cxn ang="0">
                  <a:pos x="T4" y="T5"/>
                </a:cxn>
                <a:cxn ang="0">
                  <a:pos x="T6" y="T7"/>
                </a:cxn>
                <a:cxn ang="0">
                  <a:pos x="T8" y="T9"/>
                </a:cxn>
                <a:cxn ang="0">
                  <a:pos x="T10" y="T11"/>
                </a:cxn>
                <a:cxn ang="0">
                  <a:pos x="T12" y="T13"/>
                </a:cxn>
              </a:cxnLst>
              <a:rect l="0" t="0" r="r" b="b"/>
              <a:pathLst>
                <a:path w="19" h="47">
                  <a:moveTo>
                    <a:pt x="0" y="0"/>
                  </a:moveTo>
                  <a:cubicBezTo>
                    <a:pt x="0" y="43"/>
                    <a:pt x="0" y="43"/>
                    <a:pt x="0" y="43"/>
                  </a:cubicBezTo>
                  <a:cubicBezTo>
                    <a:pt x="0" y="45"/>
                    <a:pt x="0" y="47"/>
                    <a:pt x="1" y="47"/>
                  </a:cubicBezTo>
                  <a:cubicBezTo>
                    <a:pt x="17" y="47"/>
                    <a:pt x="17" y="47"/>
                    <a:pt x="17" y="47"/>
                  </a:cubicBezTo>
                  <a:cubicBezTo>
                    <a:pt x="18" y="47"/>
                    <a:pt x="19" y="45"/>
                    <a:pt x="19" y="43"/>
                  </a:cubicBezTo>
                  <a:cubicBezTo>
                    <a:pt x="19" y="0"/>
                    <a:pt x="19" y="0"/>
                    <a:pt x="19" y="0"/>
                  </a:cubicBezTo>
                  <a:cubicBezTo>
                    <a:pt x="0" y="0"/>
                    <a:pt x="0" y="0"/>
                    <a:pt x="0" y="0"/>
                  </a:cubicBezTo>
                </a:path>
              </a:pathLst>
            </a:custGeom>
            <a:solidFill>
              <a:srgbClr val="0E37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216"/>
            <p:cNvSpPr>
              <a:spLocks noEditPoints="1"/>
            </p:cNvSpPr>
            <p:nvPr/>
          </p:nvSpPr>
          <p:spPr bwMode="auto">
            <a:xfrm>
              <a:off x="2594" y="2122"/>
              <a:ext cx="355" cy="16"/>
            </a:xfrm>
            <a:custGeom>
              <a:avLst/>
              <a:gdLst>
                <a:gd name="T0" fmla="*/ 66 w 150"/>
                <a:gd name="T1" fmla="*/ 0 h 7"/>
                <a:gd name="T2" fmla="*/ 58 w 150"/>
                <a:gd name="T3" fmla="*/ 0 h 7"/>
                <a:gd name="T4" fmla="*/ 50 w 150"/>
                <a:gd name="T5" fmla="*/ 0 h 7"/>
                <a:gd name="T6" fmla="*/ 5 w 150"/>
                <a:gd name="T7" fmla="*/ 0 h 7"/>
                <a:gd name="T8" fmla="*/ 0 w 150"/>
                <a:gd name="T9" fmla="*/ 4 h 7"/>
                <a:gd name="T10" fmla="*/ 0 w 150"/>
                <a:gd name="T11" fmla="*/ 7 h 7"/>
                <a:gd name="T12" fmla="*/ 66 w 150"/>
                <a:gd name="T13" fmla="*/ 7 h 7"/>
                <a:gd name="T14" fmla="*/ 66 w 150"/>
                <a:gd name="T15" fmla="*/ 0 h 7"/>
                <a:gd name="T16" fmla="*/ 145 w 150"/>
                <a:gd name="T17" fmla="*/ 0 h 7"/>
                <a:gd name="T18" fmla="*/ 100 w 150"/>
                <a:gd name="T19" fmla="*/ 0 h 7"/>
                <a:gd name="T20" fmla="*/ 92 w 150"/>
                <a:gd name="T21" fmla="*/ 0 h 7"/>
                <a:gd name="T22" fmla="*/ 85 w 150"/>
                <a:gd name="T23" fmla="*/ 0 h 7"/>
                <a:gd name="T24" fmla="*/ 85 w 150"/>
                <a:gd name="T25" fmla="*/ 7 h 7"/>
                <a:gd name="T26" fmla="*/ 150 w 150"/>
                <a:gd name="T27" fmla="*/ 7 h 7"/>
                <a:gd name="T28" fmla="*/ 150 w 150"/>
                <a:gd name="T29" fmla="*/ 4 h 7"/>
                <a:gd name="T30" fmla="*/ 145 w 150"/>
                <a:gd name="T3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 h="7">
                  <a:moveTo>
                    <a:pt x="66" y="0"/>
                  </a:moveTo>
                  <a:cubicBezTo>
                    <a:pt x="63" y="0"/>
                    <a:pt x="61" y="0"/>
                    <a:pt x="58" y="0"/>
                  </a:cubicBezTo>
                  <a:cubicBezTo>
                    <a:pt x="56" y="0"/>
                    <a:pt x="53" y="0"/>
                    <a:pt x="50" y="0"/>
                  </a:cubicBezTo>
                  <a:cubicBezTo>
                    <a:pt x="35" y="0"/>
                    <a:pt x="20" y="0"/>
                    <a:pt x="5" y="0"/>
                  </a:cubicBezTo>
                  <a:cubicBezTo>
                    <a:pt x="2" y="0"/>
                    <a:pt x="0" y="2"/>
                    <a:pt x="0" y="4"/>
                  </a:cubicBezTo>
                  <a:cubicBezTo>
                    <a:pt x="0" y="5"/>
                    <a:pt x="0" y="6"/>
                    <a:pt x="0" y="7"/>
                  </a:cubicBezTo>
                  <a:cubicBezTo>
                    <a:pt x="22" y="7"/>
                    <a:pt x="44" y="7"/>
                    <a:pt x="66" y="7"/>
                  </a:cubicBezTo>
                  <a:cubicBezTo>
                    <a:pt x="66" y="0"/>
                    <a:pt x="66" y="0"/>
                    <a:pt x="66" y="0"/>
                  </a:cubicBezTo>
                  <a:moveTo>
                    <a:pt x="145" y="0"/>
                  </a:moveTo>
                  <a:cubicBezTo>
                    <a:pt x="130" y="0"/>
                    <a:pt x="115" y="0"/>
                    <a:pt x="100" y="0"/>
                  </a:cubicBezTo>
                  <a:cubicBezTo>
                    <a:pt x="97" y="0"/>
                    <a:pt x="95" y="0"/>
                    <a:pt x="92" y="0"/>
                  </a:cubicBezTo>
                  <a:cubicBezTo>
                    <a:pt x="90" y="0"/>
                    <a:pt x="87" y="0"/>
                    <a:pt x="85" y="0"/>
                  </a:cubicBezTo>
                  <a:cubicBezTo>
                    <a:pt x="85" y="7"/>
                    <a:pt x="85" y="7"/>
                    <a:pt x="85" y="7"/>
                  </a:cubicBezTo>
                  <a:cubicBezTo>
                    <a:pt x="107" y="7"/>
                    <a:pt x="128" y="7"/>
                    <a:pt x="150" y="7"/>
                  </a:cubicBezTo>
                  <a:cubicBezTo>
                    <a:pt x="150" y="6"/>
                    <a:pt x="150" y="5"/>
                    <a:pt x="150" y="4"/>
                  </a:cubicBezTo>
                  <a:cubicBezTo>
                    <a:pt x="150" y="2"/>
                    <a:pt x="148" y="0"/>
                    <a:pt x="145" y="0"/>
                  </a:cubicBezTo>
                </a:path>
              </a:pathLst>
            </a:custGeom>
            <a:solidFill>
              <a:srgbClr val="1746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217"/>
            <p:cNvSpPr>
              <a:spLocks/>
            </p:cNvSpPr>
            <p:nvPr/>
          </p:nvSpPr>
          <p:spPr bwMode="auto">
            <a:xfrm>
              <a:off x="2750" y="2122"/>
              <a:ext cx="45" cy="16"/>
            </a:xfrm>
            <a:custGeom>
              <a:avLst/>
              <a:gdLst>
                <a:gd name="T0" fmla="*/ 19 w 19"/>
                <a:gd name="T1" fmla="*/ 0 h 7"/>
                <a:gd name="T2" fmla="*/ 0 w 19"/>
                <a:gd name="T3" fmla="*/ 0 h 7"/>
                <a:gd name="T4" fmla="*/ 0 w 19"/>
                <a:gd name="T5" fmla="*/ 7 h 7"/>
                <a:gd name="T6" fmla="*/ 19 w 19"/>
                <a:gd name="T7" fmla="*/ 7 h 7"/>
                <a:gd name="T8" fmla="*/ 19 w 19"/>
                <a:gd name="T9" fmla="*/ 0 h 7"/>
              </a:gdLst>
              <a:ahLst/>
              <a:cxnLst>
                <a:cxn ang="0">
                  <a:pos x="T0" y="T1"/>
                </a:cxn>
                <a:cxn ang="0">
                  <a:pos x="T2" y="T3"/>
                </a:cxn>
                <a:cxn ang="0">
                  <a:pos x="T4" y="T5"/>
                </a:cxn>
                <a:cxn ang="0">
                  <a:pos x="T6" y="T7"/>
                </a:cxn>
                <a:cxn ang="0">
                  <a:pos x="T8" y="T9"/>
                </a:cxn>
              </a:cxnLst>
              <a:rect l="0" t="0" r="r" b="b"/>
              <a:pathLst>
                <a:path w="19" h="7">
                  <a:moveTo>
                    <a:pt x="19" y="0"/>
                  </a:moveTo>
                  <a:cubicBezTo>
                    <a:pt x="0" y="0"/>
                    <a:pt x="0" y="0"/>
                    <a:pt x="0" y="0"/>
                  </a:cubicBezTo>
                  <a:cubicBezTo>
                    <a:pt x="0" y="7"/>
                    <a:pt x="0" y="7"/>
                    <a:pt x="0" y="7"/>
                  </a:cubicBezTo>
                  <a:cubicBezTo>
                    <a:pt x="6" y="7"/>
                    <a:pt x="12" y="7"/>
                    <a:pt x="19" y="7"/>
                  </a:cubicBezTo>
                  <a:cubicBezTo>
                    <a:pt x="19" y="0"/>
                    <a:pt x="19" y="0"/>
                    <a:pt x="19" y="0"/>
                  </a:cubicBezTo>
                </a:path>
              </a:pathLst>
            </a:custGeom>
            <a:solidFill>
              <a:srgbClr val="0C31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218"/>
            <p:cNvSpPr>
              <a:spLocks/>
            </p:cNvSpPr>
            <p:nvPr/>
          </p:nvSpPr>
          <p:spPr bwMode="auto">
            <a:xfrm>
              <a:off x="2752" y="2221"/>
              <a:ext cx="41" cy="57"/>
            </a:xfrm>
            <a:custGeom>
              <a:avLst/>
              <a:gdLst>
                <a:gd name="T0" fmla="*/ 17 w 17"/>
                <a:gd name="T1" fmla="*/ 21 h 24"/>
                <a:gd name="T2" fmla="*/ 15 w 17"/>
                <a:gd name="T3" fmla="*/ 23 h 24"/>
                <a:gd name="T4" fmla="*/ 1 w 17"/>
                <a:gd name="T5" fmla="*/ 23 h 24"/>
                <a:gd name="T6" fmla="*/ 0 w 17"/>
                <a:gd name="T7" fmla="*/ 21 h 24"/>
                <a:gd name="T8" fmla="*/ 0 w 17"/>
                <a:gd name="T9" fmla="*/ 4 h 24"/>
                <a:gd name="T10" fmla="*/ 1 w 17"/>
                <a:gd name="T11" fmla="*/ 2 h 24"/>
                <a:gd name="T12" fmla="*/ 15 w 17"/>
                <a:gd name="T13" fmla="*/ 2 h 24"/>
                <a:gd name="T14" fmla="*/ 17 w 17"/>
                <a:gd name="T15" fmla="*/ 4 h 24"/>
                <a:gd name="T16" fmla="*/ 17 w 17"/>
                <a:gd name="T17" fmla="*/ 2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4">
                  <a:moveTo>
                    <a:pt x="17" y="21"/>
                  </a:moveTo>
                  <a:cubicBezTo>
                    <a:pt x="17" y="21"/>
                    <a:pt x="16" y="22"/>
                    <a:pt x="15" y="23"/>
                  </a:cubicBezTo>
                  <a:cubicBezTo>
                    <a:pt x="11" y="24"/>
                    <a:pt x="6" y="24"/>
                    <a:pt x="1" y="23"/>
                  </a:cubicBezTo>
                  <a:cubicBezTo>
                    <a:pt x="0" y="22"/>
                    <a:pt x="0" y="21"/>
                    <a:pt x="0" y="21"/>
                  </a:cubicBezTo>
                  <a:cubicBezTo>
                    <a:pt x="0" y="15"/>
                    <a:pt x="0" y="9"/>
                    <a:pt x="0" y="4"/>
                  </a:cubicBezTo>
                  <a:cubicBezTo>
                    <a:pt x="0" y="3"/>
                    <a:pt x="0" y="2"/>
                    <a:pt x="1" y="2"/>
                  </a:cubicBezTo>
                  <a:cubicBezTo>
                    <a:pt x="6" y="0"/>
                    <a:pt x="11" y="0"/>
                    <a:pt x="15" y="2"/>
                  </a:cubicBezTo>
                  <a:cubicBezTo>
                    <a:pt x="16" y="2"/>
                    <a:pt x="17" y="3"/>
                    <a:pt x="17" y="4"/>
                  </a:cubicBezTo>
                  <a:cubicBezTo>
                    <a:pt x="17" y="9"/>
                    <a:pt x="17" y="15"/>
                    <a:pt x="17" y="21"/>
                  </a:cubicBezTo>
                  <a:close/>
                </a:path>
              </a:pathLst>
            </a:custGeom>
            <a:solidFill>
              <a:srgbClr val="A4D5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219"/>
            <p:cNvSpPr>
              <a:spLocks/>
            </p:cNvSpPr>
            <p:nvPr/>
          </p:nvSpPr>
          <p:spPr bwMode="auto">
            <a:xfrm>
              <a:off x="2752" y="2224"/>
              <a:ext cx="41" cy="23"/>
            </a:xfrm>
            <a:custGeom>
              <a:avLst/>
              <a:gdLst>
                <a:gd name="T0" fmla="*/ 15 w 17"/>
                <a:gd name="T1" fmla="*/ 1 h 10"/>
                <a:gd name="T2" fmla="*/ 1 w 17"/>
                <a:gd name="T3" fmla="*/ 1 h 10"/>
                <a:gd name="T4" fmla="*/ 0 w 17"/>
                <a:gd name="T5" fmla="*/ 3 h 10"/>
                <a:gd name="T6" fmla="*/ 0 w 17"/>
                <a:gd name="T7" fmla="*/ 10 h 10"/>
                <a:gd name="T8" fmla="*/ 0 w 17"/>
                <a:gd name="T9" fmla="*/ 10 h 10"/>
                <a:gd name="T10" fmla="*/ 17 w 17"/>
                <a:gd name="T11" fmla="*/ 10 h 10"/>
                <a:gd name="T12" fmla="*/ 17 w 17"/>
                <a:gd name="T13" fmla="*/ 3 h 10"/>
                <a:gd name="T14" fmla="*/ 15 w 17"/>
                <a:gd name="T15" fmla="*/ 1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0">
                  <a:moveTo>
                    <a:pt x="15" y="1"/>
                  </a:moveTo>
                  <a:cubicBezTo>
                    <a:pt x="11" y="0"/>
                    <a:pt x="6" y="0"/>
                    <a:pt x="1" y="1"/>
                  </a:cubicBezTo>
                  <a:cubicBezTo>
                    <a:pt x="0" y="1"/>
                    <a:pt x="0" y="2"/>
                    <a:pt x="0" y="3"/>
                  </a:cubicBezTo>
                  <a:cubicBezTo>
                    <a:pt x="0" y="5"/>
                    <a:pt x="0" y="8"/>
                    <a:pt x="0" y="10"/>
                  </a:cubicBezTo>
                  <a:cubicBezTo>
                    <a:pt x="0" y="10"/>
                    <a:pt x="0" y="10"/>
                    <a:pt x="0" y="10"/>
                  </a:cubicBezTo>
                  <a:cubicBezTo>
                    <a:pt x="5" y="10"/>
                    <a:pt x="11" y="10"/>
                    <a:pt x="17" y="10"/>
                  </a:cubicBezTo>
                  <a:cubicBezTo>
                    <a:pt x="17" y="8"/>
                    <a:pt x="17" y="5"/>
                    <a:pt x="17" y="3"/>
                  </a:cubicBezTo>
                  <a:cubicBezTo>
                    <a:pt x="17" y="2"/>
                    <a:pt x="16" y="1"/>
                    <a:pt x="15" y="1"/>
                  </a:cubicBezTo>
                  <a:close/>
                </a:path>
              </a:pathLst>
            </a:custGeom>
            <a:solidFill>
              <a:srgbClr val="CFE9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220"/>
            <p:cNvSpPr>
              <a:spLocks/>
            </p:cNvSpPr>
            <p:nvPr/>
          </p:nvSpPr>
          <p:spPr bwMode="auto">
            <a:xfrm>
              <a:off x="2755" y="2226"/>
              <a:ext cx="33" cy="21"/>
            </a:xfrm>
            <a:custGeom>
              <a:avLst/>
              <a:gdLst>
                <a:gd name="T0" fmla="*/ 13 w 14"/>
                <a:gd name="T1" fmla="*/ 1 h 9"/>
                <a:gd name="T2" fmla="*/ 1 w 14"/>
                <a:gd name="T3" fmla="*/ 1 h 9"/>
                <a:gd name="T4" fmla="*/ 0 w 14"/>
                <a:gd name="T5" fmla="*/ 2 h 9"/>
                <a:gd name="T6" fmla="*/ 0 w 14"/>
                <a:gd name="T7" fmla="*/ 9 h 9"/>
                <a:gd name="T8" fmla="*/ 0 w 14"/>
                <a:gd name="T9" fmla="*/ 9 h 9"/>
                <a:gd name="T10" fmla="*/ 14 w 14"/>
                <a:gd name="T11" fmla="*/ 9 h 9"/>
                <a:gd name="T12" fmla="*/ 14 w 14"/>
                <a:gd name="T13" fmla="*/ 2 h 9"/>
                <a:gd name="T14" fmla="*/ 13 w 14"/>
                <a:gd name="T15" fmla="*/ 1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9">
                  <a:moveTo>
                    <a:pt x="13" y="1"/>
                  </a:moveTo>
                  <a:cubicBezTo>
                    <a:pt x="9" y="0"/>
                    <a:pt x="5" y="0"/>
                    <a:pt x="1" y="1"/>
                  </a:cubicBezTo>
                  <a:cubicBezTo>
                    <a:pt x="1" y="1"/>
                    <a:pt x="0" y="2"/>
                    <a:pt x="0" y="2"/>
                  </a:cubicBezTo>
                  <a:cubicBezTo>
                    <a:pt x="0" y="4"/>
                    <a:pt x="0" y="7"/>
                    <a:pt x="0" y="9"/>
                  </a:cubicBezTo>
                  <a:cubicBezTo>
                    <a:pt x="0" y="9"/>
                    <a:pt x="0" y="9"/>
                    <a:pt x="0" y="9"/>
                  </a:cubicBezTo>
                  <a:cubicBezTo>
                    <a:pt x="5" y="9"/>
                    <a:pt x="10" y="9"/>
                    <a:pt x="14" y="9"/>
                  </a:cubicBezTo>
                  <a:cubicBezTo>
                    <a:pt x="14" y="7"/>
                    <a:pt x="14" y="4"/>
                    <a:pt x="14" y="2"/>
                  </a:cubicBezTo>
                  <a:cubicBezTo>
                    <a:pt x="14" y="2"/>
                    <a:pt x="14" y="1"/>
                    <a:pt x="13" y="1"/>
                  </a:cubicBezTo>
                  <a:close/>
                </a:path>
              </a:pathLst>
            </a:custGeom>
            <a:solidFill>
              <a:srgbClr val="F8FC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221"/>
            <p:cNvSpPr>
              <a:spLocks/>
            </p:cNvSpPr>
            <p:nvPr/>
          </p:nvSpPr>
          <p:spPr bwMode="auto">
            <a:xfrm>
              <a:off x="2752" y="2252"/>
              <a:ext cx="41" cy="26"/>
            </a:xfrm>
            <a:custGeom>
              <a:avLst/>
              <a:gdLst>
                <a:gd name="T0" fmla="*/ 0 w 17"/>
                <a:gd name="T1" fmla="*/ 0 h 11"/>
                <a:gd name="T2" fmla="*/ 0 w 17"/>
                <a:gd name="T3" fmla="*/ 8 h 11"/>
                <a:gd name="T4" fmla="*/ 1 w 17"/>
                <a:gd name="T5" fmla="*/ 10 h 11"/>
                <a:gd name="T6" fmla="*/ 15 w 17"/>
                <a:gd name="T7" fmla="*/ 10 h 11"/>
                <a:gd name="T8" fmla="*/ 17 w 17"/>
                <a:gd name="T9" fmla="*/ 8 h 11"/>
                <a:gd name="T10" fmla="*/ 17 w 17"/>
                <a:gd name="T11" fmla="*/ 0 h 11"/>
                <a:gd name="T12" fmla="*/ 0 w 17"/>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17" h="11">
                  <a:moveTo>
                    <a:pt x="0" y="0"/>
                  </a:moveTo>
                  <a:cubicBezTo>
                    <a:pt x="0" y="3"/>
                    <a:pt x="0" y="5"/>
                    <a:pt x="0" y="8"/>
                  </a:cubicBezTo>
                  <a:cubicBezTo>
                    <a:pt x="0" y="8"/>
                    <a:pt x="0" y="9"/>
                    <a:pt x="1" y="10"/>
                  </a:cubicBezTo>
                  <a:cubicBezTo>
                    <a:pt x="6" y="11"/>
                    <a:pt x="11" y="11"/>
                    <a:pt x="15" y="10"/>
                  </a:cubicBezTo>
                  <a:cubicBezTo>
                    <a:pt x="16" y="9"/>
                    <a:pt x="17" y="8"/>
                    <a:pt x="17" y="8"/>
                  </a:cubicBezTo>
                  <a:cubicBezTo>
                    <a:pt x="17" y="5"/>
                    <a:pt x="17" y="3"/>
                    <a:pt x="17" y="0"/>
                  </a:cubicBezTo>
                  <a:lnTo>
                    <a:pt x="0" y="0"/>
                  </a:lnTo>
                  <a:close/>
                </a:path>
              </a:pathLst>
            </a:custGeom>
            <a:solidFill>
              <a:srgbClr val="A4D5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222"/>
            <p:cNvSpPr>
              <a:spLocks/>
            </p:cNvSpPr>
            <p:nvPr/>
          </p:nvSpPr>
          <p:spPr bwMode="auto">
            <a:xfrm>
              <a:off x="2755" y="2254"/>
              <a:ext cx="33" cy="19"/>
            </a:xfrm>
            <a:custGeom>
              <a:avLst/>
              <a:gdLst>
                <a:gd name="T0" fmla="*/ 7 w 14"/>
                <a:gd name="T1" fmla="*/ 8 h 8"/>
                <a:gd name="T2" fmla="*/ 0 w 14"/>
                <a:gd name="T3" fmla="*/ 7 h 8"/>
                <a:gd name="T4" fmla="*/ 0 w 14"/>
                <a:gd name="T5" fmla="*/ 7 h 8"/>
                <a:gd name="T6" fmla="*/ 0 w 14"/>
                <a:gd name="T7" fmla="*/ 0 h 8"/>
                <a:gd name="T8" fmla="*/ 14 w 14"/>
                <a:gd name="T9" fmla="*/ 0 h 8"/>
                <a:gd name="T10" fmla="*/ 14 w 14"/>
                <a:gd name="T11" fmla="*/ 7 h 8"/>
                <a:gd name="T12" fmla="*/ 14 w 14"/>
                <a:gd name="T13" fmla="*/ 7 h 8"/>
                <a:gd name="T14" fmla="*/ 7 w 14"/>
                <a:gd name="T15" fmla="*/ 8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8">
                  <a:moveTo>
                    <a:pt x="7" y="8"/>
                  </a:moveTo>
                  <a:cubicBezTo>
                    <a:pt x="5" y="8"/>
                    <a:pt x="3" y="8"/>
                    <a:pt x="0" y="7"/>
                  </a:cubicBezTo>
                  <a:cubicBezTo>
                    <a:pt x="0" y="7"/>
                    <a:pt x="0" y="7"/>
                    <a:pt x="0" y="7"/>
                  </a:cubicBezTo>
                  <a:cubicBezTo>
                    <a:pt x="0" y="0"/>
                    <a:pt x="0" y="0"/>
                    <a:pt x="0" y="0"/>
                  </a:cubicBezTo>
                  <a:cubicBezTo>
                    <a:pt x="14" y="0"/>
                    <a:pt x="14" y="0"/>
                    <a:pt x="14" y="0"/>
                  </a:cubicBezTo>
                  <a:cubicBezTo>
                    <a:pt x="14" y="7"/>
                    <a:pt x="14" y="7"/>
                    <a:pt x="14" y="7"/>
                  </a:cubicBezTo>
                  <a:cubicBezTo>
                    <a:pt x="14" y="7"/>
                    <a:pt x="14" y="7"/>
                    <a:pt x="14" y="7"/>
                  </a:cubicBezTo>
                  <a:cubicBezTo>
                    <a:pt x="12" y="8"/>
                    <a:pt x="9" y="8"/>
                    <a:pt x="7" y="8"/>
                  </a:cubicBezTo>
                  <a:close/>
                </a:path>
              </a:pathLst>
            </a:custGeom>
            <a:solidFill>
              <a:srgbClr val="CFE9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223"/>
            <p:cNvSpPr>
              <a:spLocks/>
            </p:cNvSpPr>
            <p:nvPr/>
          </p:nvSpPr>
          <p:spPr bwMode="auto">
            <a:xfrm>
              <a:off x="2769" y="1795"/>
              <a:ext cx="123" cy="279"/>
            </a:xfrm>
            <a:custGeom>
              <a:avLst/>
              <a:gdLst>
                <a:gd name="T0" fmla="*/ 90 w 123"/>
                <a:gd name="T1" fmla="*/ 0 h 279"/>
                <a:gd name="T2" fmla="*/ 123 w 123"/>
                <a:gd name="T3" fmla="*/ 59 h 279"/>
                <a:gd name="T4" fmla="*/ 52 w 123"/>
                <a:gd name="T5" fmla="*/ 279 h 279"/>
                <a:gd name="T6" fmla="*/ 0 w 123"/>
                <a:gd name="T7" fmla="*/ 256 h 279"/>
                <a:gd name="T8" fmla="*/ 57 w 123"/>
                <a:gd name="T9" fmla="*/ 71 h 279"/>
                <a:gd name="T10" fmla="*/ 40 w 123"/>
                <a:gd name="T11" fmla="*/ 33 h 279"/>
                <a:gd name="T12" fmla="*/ 90 w 123"/>
                <a:gd name="T13" fmla="*/ 0 h 279"/>
              </a:gdLst>
              <a:ahLst/>
              <a:cxnLst>
                <a:cxn ang="0">
                  <a:pos x="T0" y="T1"/>
                </a:cxn>
                <a:cxn ang="0">
                  <a:pos x="T2" y="T3"/>
                </a:cxn>
                <a:cxn ang="0">
                  <a:pos x="T4" y="T5"/>
                </a:cxn>
                <a:cxn ang="0">
                  <a:pos x="T6" y="T7"/>
                </a:cxn>
                <a:cxn ang="0">
                  <a:pos x="T8" y="T9"/>
                </a:cxn>
                <a:cxn ang="0">
                  <a:pos x="T10" y="T11"/>
                </a:cxn>
                <a:cxn ang="0">
                  <a:pos x="T12" y="T13"/>
                </a:cxn>
              </a:cxnLst>
              <a:rect l="0" t="0" r="r" b="b"/>
              <a:pathLst>
                <a:path w="123" h="279">
                  <a:moveTo>
                    <a:pt x="90" y="0"/>
                  </a:moveTo>
                  <a:lnTo>
                    <a:pt x="123" y="59"/>
                  </a:lnTo>
                  <a:lnTo>
                    <a:pt x="52" y="279"/>
                  </a:lnTo>
                  <a:lnTo>
                    <a:pt x="0" y="256"/>
                  </a:lnTo>
                  <a:lnTo>
                    <a:pt x="57" y="71"/>
                  </a:lnTo>
                  <a:lnTo>
                    <a:pt x="40" y="33"/>
                  </a:lnTo>
                  <a:lnTo>
                    <a:pt x="90" y="0"/>
                  </a:lnTo>
                  <a:close/>
                </a:path>
              </a:pathLst>
            </a:custGeom>
            <a:solidFill>
              <a:srgbClr val="F1B5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24"/>
            <p:cNvSpPr>
              <a:spLocks/>
            </p:cNvSpPr>
            <p:nvPr/>
          </p:nvSpPr>
          <p:spPr bwMode="auto">
            <a:xfrm>
              <a:off x="2703" y="1653"/>
              <a:ext cx="196" cy="223"/>
            </a:xfrm>
            <a:custGeom>
              <a:avLst/>
              <a:gdLst>
                <a:gd name="T0" fmla="*/ 196 w 196"/>
                <a:gd name="T1" fmla="*/ 201 h 223"/>
                <a:gd name="T2" fmla="*/ 104 w 196"/>
                <a:gd name="T3" fmla="*/ 223 h 223"/>
                <a:gd name="T4" fmla="*/ 0 w 196"/>
                <a:gd name="T5" fmla="*/ 28 h 223"/>
                <a:gd name="T6" fmla="*/ 99 w 196"/>
                <a:gd name="T7" fmla="*/ 0 h 223"/>
                <a:gd name="T8" fmla="*/ 196 w 196"/>
                <a:gd name="T9" fmla="*/ 201 h 223"/>
              </a:gdLst>
              <a:ahLst/>
              <a:cxnLst>
                <a:cxn ang="0">
                  <a:pos x="T0" y="T1"/>
                </a:cxn>
                <a:cxn ang="0">
                  <a:pos x="T2" y="T3"/>
                </a:cxn>
                <a:cxn ang="0">
                  <a:pos x="T4" y="T5"/>
                </a:cxn>
                <a:cxn ang="0">
                  <a:pos x="T6" y="T7"/>
                </a:cxn>
                <a:cxn ang="0">
                  <a:pos x="T8" y="T9"/>
                </a:cxn>
              </a:cxnLst>
              <a:rect l="0" t="0" r="r" b="b"/>
              <a:pathLst>
                <a:path w="196" h="223">
                  <a:moveTo>
                    <a:pt x="196" y="201"/>
                  </a:moveTo>
                  <a:lnTo>
                    <a:pt x="104" y="223"/>
                  </a:lnTo>
                  <a:lnTo>
                    <a:pt x="0" y="28"/>
                  </a:lnTo>
                  <a:lnTo>
                    <a:pt x="99" y="0"/>
                  </a:lnTo>
                  <a:lnTo>
                    <a:pt x="196" y="201"/>
                  </a:lnTo>
                  <a:close/>
                </a:path>
              </a:pathLst>
            </a:custGeom>
            <a:solidFill>
              <a:srgbClr val="05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225"/>
            <p:cNvSpPr>
              <a:spLocks/>
            </p:cNvSpPr>
            <p:nvPr/>
          </p:nvSpPr>
          <p:spPr bwMode="auto">
            <a:xfrm>
              <a:off x="2731" y="2041"/>
              <a:ext cx="40" cy="33"/>
            </a:xfrm>
            <a:custGeom>
              <a:avLst/>
              <a:gdLst>
                <a:gd name="T0" fmla="*/ 14 w 17"/>
                <a:gd name="T1" fmla="*/ 9 h 14"/>
                <a:gd name="T2" fmla="*/ 3 w 17"/>
                <a:gd name="T3" fmla="*/ 14 h 14"/>
                <a:gd name="T4" fmla="*/ 0 w 17"/>
                <a:gd name="T5" fmla="*/ 14 h 14"/>
                <a:gd name="T6" fmla="*/ 3 w 17"/>
                <a:gd name="T7" fmla="*/ 6 h 14"/>
                <a:gd name="T8" fmla="*/ 17 w 17"/>
                <a:gd name="T9" fmla="*/ 0 h 14"/>
                <a:gd name="T10" fmla="*/ 14 w 17"/>
                <a:gd name="T11" fmla="*/ 9 h 14"/>
              </a:gdLst>
              <a:ahLst/>
              <a:cxnLst>
                <a:cxn ang="0">
                  <a:pos x="T0" y="T1"/>
                </a:cxn>
                <a:cxn ang="0">
                  <a:pos x="T2" y="T3"/>
                </a:cxn>
                <a:cxn ang="0">
                  <a:pos x="T4" y="T5"/>
                </a:cxn>
                <a:cxn ang="0">
                  <a:pos x="T6" y="T7"/>
                </a:cxn>
                <a:cxn ang="0">
                  <a:pos x="T8" y="T9"/>
                </a:cxn>
                <a:cxn ang="0">
                  <a:pos x="T10" y="T11"/>
                </a:cxn>
              </a:cxnLst>
              <a:rect l="0" t="0" r="r" b="b"/>
              <a:pathLst>
                <a:path w="17" h="14">
                  <a:moveTo>
                    <a:pt x="14" y="9"/>
                  </a:moveTo>
                  <a:cubicBezTo>
                    <a:pt x="3" y="14"/>
                    <a:pt x="3" y="14"/>
                    <a:pt x="3" y="14"/>
                  </a:cubicBezTo>
                  <a:cubicBezTo>
                    <a:pt x="2" y="14"/>
                    <a:pt x="1" y="14"/>
                    <a:pt x="0" y="14"/>
                  </a:cubicBezTo>
                  <a:cubicBezTo>
                    <a:pt x="3" y="6"/>
                    <a:pt x="3" y="6"/>
                    <a:pt x="3" y="6"/>
                  </a:cubicBezTo>
                  <a:cubicBezTo>
                    <a:pt x="17" y="0"/>
                    <a:pt x="17" y="0"/>
                    <a:pt x="17" y="0"/>
                  </a:cubicBezTo>
                  <a:lnTo>
                    <a:pt x="14" y="9"/>
                  </a:lnTo>
                  <a:close/>
                </a:path>
              </a:pathLst>
            </a:custGeom>
            <a:solidFill>
              <a:srgbClr val="F1B5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226"/>
            <p:cNvSpPr>
              <a:spLocks/>
            </p:cNvSpPr>
            <p:nvPr/>
          </p:nvSpPr>
          <p:spPr bwMode="auto">
            <a:xfrm>
              <a:off x="2726" y="2055"/>
              <a:ext cx="29" cy="36"/>
            </a:xfrm>
            <a:custGeom>
              <a:avLst/>
              <a:gdLst>
                <a:gd name="T0" fmla="*/ 12 w 12"/>
                <a:gd name="T1" fmla="*/ 0 h 15"/>
                <a:gd name="T2" fmla="*/ 8 w 12"/>
                <a:gd name="T3" fmla="*/ 11 h 15"/>
                <a:gd name="T4" fmla="*/ 2 w 12"/>
                <a:gd name="T5" fmla="*/ 14 h 15"/>
                <a:gd name="T6" fmla="*/ 0 w 12"/>
                <a:gd name="T7" fmla="*/ 14 h 15"/>
                <a:gd name="T8" fmla="*/ 0 w 12"/>
                <a:gd name="T9" fmla="*/ 13 h 15"/>
                <a:gd name="T10" fmla="*/ 4 w 12"/>
                <a:gd name="T11" fmla="*/ 4 h 15"/>
                <a:gd name="T12" fmla="*/ 12 w 12"/>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12" h="15">
                  <a:moveTo>
                    <a:pt x="12" y="0"/>
                  </a:moveTo>
                  <a:cubicBezTo>
                    <a:pt x="8" y="11"/>
                    <a:pt x="8" y="11"/>
                    <a:pt x="8" y="11"/>
                  </a:cubicBezTo>
                  <a:cubicBezTo>
                    <a:pt x="7" y="14"/>
                    <a:pt x="4" y="15"/>
                    <a:pt x="2" y="14"/>
                  </a:cubicBezTo>
                  <a:cubicBezTo>
                    <a:pt x="0" y="14"/>
                    <a:pt x="0" y="14"/>
                    <a:pt x="0" y="14"/>
                  </a:cubicBezTo>
                  <a:cubicBezTo>
                    <a:pt x="0" y="13"/>
                    <a:pt x="0" y="13"/>
                    <a:pt x="0" y="13"/>
                  </a:cubicBezTo>
                  <a:cubicBezTo>
                    <a:pt x="4" y="4"/>
                    <a:pt x="4" y="4"/>
                    <a:pt x="4" y="4"/>
                  </a:cubicBezTo>
                  <a:lnTo>
                    <a:pt x="12" y="0"/>
                  </a:lnTo>
                  <a:close/>
                </a:path>
              </a:pathLst>
            </a:custGeom>
            <a:solidFill>
              <a:srgbClr val="F1B5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227"/>
            <p:cNvSpPr>
              <a:spLocks/>
            </p:cNvSpPr>
            <p:nvPr/>
          </p:nvSpPr>
          <p:spPr bwMode="auto">
            <a:xfrm>
              <a:off x="2745" y="2039"/>
              <a:ext cx="88" cy="87"/>
            </a:xfrm>
            <a:custGeom>
              <a:avLst/>
              <a:gdLst>
                <a:gd name="T0" fmla="*/ 6 w 37"/>
                <a:gd name="T1" fmla="*/ 6 h 37"/>
                <a:gd name="T2" fmla="*/ 17 w 37"/>
                <a:gd name="T3" fmla="*/ 1 h 37"/>
                <a:gd name="T4" fmla="*/ 30 w 37"/>
                <a:gd name="T5" fmla="*/ 6 h 37"/>
                <a:gd name="T6" fmla="*/ 35 w 37"/>
                <a:gd name="T7" fmla="*/ 17 h 37"/>
                <a:gd name="T8" fmla="*/ 30 w 37"/>
                <a:gd name="T9" fmla="*/ 30 h 37"/>
                <a:gd name="T10" fmla="*/ 19 w 37"/>
                <a:gd name="T11" fmla="*/ 35 h 37"/>
                <a:gd name="T12" fmla="*/ 6 w 37"/>
                <a:gd name="T13" fmla="*/ 30 h 37"/>
                <a:gd name="T14" fmla="*/ 1 w 37"/>
                <a:gd name="T15" fmla="*/ 19 h 37"/>
                <a:gd name="T16" fmla="*/ 6 w 37"/>
                <a:gd name="T17" fmla="*/ 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37">
                  <a:moveTo>
                    <a:pt x="6" y="6"/>
                  </a:moveTo>
                  <a:cubicBezTo>
                    <a:pt x="8" y="2"/>
                    <a:pt x="13" y="0"/>
                    <a:pt x="17" y="1"/>
                  </a:cubicBezTo>
                  <a:cubicBezTo>
                    <a:pt x="30" y="6"/>
                    <a:pt x="30" y="6"/>
                    <a:pt x="30" y="6"/>
                  </a:cubicBezTo>
                  <a:cubicBezTo>
                    <a:pt x="35" y="8"/>
                    <a:pt x="37" y="13"/>
                    <a:pt x="35" y="17"/>
                  </a:cubicBezTo>
                  <a:cubicBezTo>
                    <a:pt x="30" y="30"/>
                    <a:pt x="30" y="30"/>
                    <a:pt x="30" y="30"/>
                  </a:cubicBezTo>
                  <a:cubicBezTo>
                    <a:pt x="28" y="35"/>
                    <a:pt x="23" y="37"/>
                    <a:pt x="19" y="35"/>
                  </a:cubicBezTo>
                  <a:cubicBezTo>
                    <a:pt x="6" y="30"/>
                    <a:pt x="6" y="30"/>
                    <a:pt x="6" y="30"/>
                  </a:cubicBezTo>
                  <a:cubicBezTo>
                    <a:pt x="2" y="28"/>
                    <a:pt x="0" y="23"/>
                    <a:pt x="1" y="19"/>
                  </a:cubicBezTo>
                  <a:lnTo>
                    <a:pt x="6" y="6"/>
                  </a:lnTo>
                  <a:close/>
                </a:path>
              </a:pathLst>
            </a:custGeom>
            <a:solidFill>
              <a:srgbClr val="F1B5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228"/>
            <p:cNvSpPr>
              <a:spLocks/>
            </p:cNvSpPr>
            <p:nvPr/>
          </p:nvSpPr>
          <p:spPr bwMode="auto">
            <a:xfrm>
              <a:off x="2788" y="2072"/>
              <a:ext cx="40" cy="71"/>
            </a:xfrm>
            <a:custGeom>
              <a:avLst/>
              <a:gdLst>
                <a:gd name="T0" fmla="*/ 3 w 17"/>
                <a:gd name="T1" fmla="*/ 29 h 30"/>
                <a:gd name="T2" fmla="*/ 7 w 17"/>
                <a:gd name="T3" fmla="*/ 28 h 30"/>
                <a:gd name="T4" fmla="*/ 16 w 17"/>
                <a:gd name="T5" fmla="*/ 5 h 30"/>
                <a:gd name="T6" fmla="*/ 14 w 17"/>
                <a:gd name="T7" fmla="*/ 1 h 30"/>
                <a:gd name="T8" fmla="*/ 10 w 17"/>
                <a:gd name="T9" fmla="*/ 3 h 30"/>
                <a:gd name="T10" fmla="*/ 1 w 17"/>
                <a:gd name="T11" fmla="*/ 25 h 30"/>
                <a:gd name="T12" fmla="*/ 3 w 17"/>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7" h="30">
                  <a:moveTo>
                    <a:pt x="3" y="29"/>
                  </a:moveTo>
                  <a:cubicBezTo>
                    <a:pt x="5" y="30"/>
                    <a:pt x="6" y="29"/>
                    <a:pt x="7" y="28"/>
                  </a:cubicBezTo>
                  <a:cubicBezTo>
                    <a:pt x="16" y="5"/>
                    <a:pt x="16" y="5"/>
                    <a:pt x="16" y="5"/>
                  </a:cubicBezTo>
                  <a:cubicBezTo>
                    <a:pt x="17" y="3"/>
                    <a:pt x="16" y="2"/>
                    <a:pt x="14" y="1"/>
                  </a:cubicBezTo>
                  <a:cubicBezTo>
                    <a:pt x="12" y="0"/>
                    <a:pt x="11" y="1"/>
                    <a:pt x="10" y="3"/>
                  </a:cubicBezTo>
                  <a:cubicBezTo>
                    <a:pt x="1" y="25"/>
                    <a:pt x="1" y="25"/>
                    <a:pt x="1" y="25"/>
                  </a:cubicBezTo>
                  <a:cubicBezTo>
                    <a:pt x="0" y="27"/>
                    <a:pt x="1" y="29"/>
                    <a:pt x="3" y="29"/>
                  </a:cubicBezTo>
                  <a:close/>
                </a:path>
              </a:pathLst>
            </a:custGeom>
            <a:solidFill>
              <a:srgbClr val="F1B5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229"/>
            <p:cNvSpPr>
              <a:spLocks/>
            </p:cNvSpPr>
            <p:nvPr/>
          </p:nvSpPr>
          <p:spPr bwMode="auto">
            <a:xfrm>
              <a:off x="2769" y="2067"/>
              <a:ext cx="38" cy="71"/>
            </a:xfrm>
            <a:custGeom>
              <a:avLst/>
              <a:gdLst>
                <a:gd name="T0" fmla="*/ 3 w 16"/>
                <a:gd name="T1" fmla="*/ 29 h 30"/>
                <a:gd name="T2" fmla="*/ 7 w 16"/>
                <a:gd name="T3" fmla="*/ 27 h 30"/>
                <a:gd name="T4" fmla="*/ 16 w 16"/>
                <a:gd name="T5" fmla="*/ 5 h 30"/>
                <a:gd name="T6" fmla="*/ 14 w 16"/>
                <a:gd name="T7" fmla="*/ 0 h 30"/>
                <a:gd name="T8" fmla="*/ 10 w 16"/>
                <a:gd name="T9" fmla="*/ 2 h 30"/>
                <a:gd name="T10" fmla="*/ 1 w 16"/>
                <a:gd name="T11" fmla="*/ 25 h 30"/>
                <a:gd name="T12" fmla="*/ 3 w 16"/>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6" h="30">
                  <a:moveTo>
                    <a:pt x="3" y="29"/>
                  </a:moveTo>
                  <a:cubicBezTo>
                    <a:pt x="4" y="30"/>
                    <a:pt x="6" y="29"/>
                    <a:pt x="7" y="27"/>
                  </a:cubicBezTo>
                  <a:cubicBezTo>
                    <a:pt x="16" y="5"/>
                    <a:pt x="16" y="5"/>
                    <a:pt x="16" y="5"/>
                  </a:cubicBezTo>
                  <a:cubicBezTo>
                    <a:pt x="16" y="3"/>
                    <a:pt x="15" y="1"/>
                    <a:pt x="14" y="0"/>
                  </a:cubicBezTo>
                  <a:cubicBezTo>
                    <a:pt x="12" y="0"/>
                    <a:pt x="10" y="1"/>
                    <a:pt x="10" y="2"/>
                  </a:cubicBezTo>
                  <a:cubicBezTo>
                    <a:pt x="1" y="25"/>
                    <a:pt x="1" y="25"/>
                    <a:pt x="1" y="25"/>
                  </a:cubicBezTo>
                  <a:cubicBezTo>
                    <a:pt x="0" y="26"/>
                    <a:pt x="1" y="28"/>
                    <a:pt x="3" y="29"/>
                  </a:cubicBezTo>
                  <a:close/>
                </a:path>
              </a:pathLst>
            </a:custGeom>
            <a:solidFill>
              <a:srgbClr val="F1B5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230"/>
            <p:cNvSpPr>
              <a:spLocks/>
            </p:cNvSpPr>
            <p:nvPr/>
          </p:nvSpPr>
          <p:spPr bwMode="auto">
            <a:xfrm>
              <a:off x="2733" y="2053"/>
              <a:ext cx="38" cy="71"/>
            </a:xfrm>
            <a:custGeom>
              <a:avLst/>
              <a:gdLst>
                <a:gd name="T0" fmla="*/ 2 w 16"/>
                <a:gd name="T1" fmla="*/ 29 h 30"/>
                <a:gd name="T2" fmla="*/ 7 w 16"/>
                <a:gd name="T3" fmla="*/ 27 h 30"/>
                <a:gd name="T4" fmla="*/ 15 w 16"/>
                <a:gd name="T5" fmla="*/ 5 h 30"/>
                <a:gd name="T6" fmla="*/ 14 w 16"/>
                <a:gd name="T7" fmla="*/ 1 h 30"/>
                <a:gd name="T8" fmla="*/ 9 w 16"/>
                <a:gd name="T9" fmla="*/ 3 h 30"/>
                <a:gd name="T10" fmla="*/ 0 w 16"/>
                <a:gd name="T11" fmla="*/ 25 h 30"/>
                <a:gd name="T12" fmla="*/ 2 w 16"/>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6" h="30">
                  <a:moveTo>
                    <a:pt x="2" y="29"/>
                  </a:moveTo>
                  <a:cubicBezTo>
                    <a:pt x="4" y="30"/>
                    <a:pt x="6" y="29"/>
                    <a:pt x="7" y="27"/>
                  </a:cubicBezTo>
                  <a:cubicBezTo>
                    <a:pt x="15" y="5"/>
                    <a:pt x="15" y="5"/>
                    <a:pt x="15" y="5"/>
                  </a:cubicBezTo>
                  <a:cubicBezTo>
                    <a:pt x="16" y="3"/>
                    <a:pt x="15" y="2"/>
                    <a:pt x="14" y="1"/>
                  </a:cubicBezTo>
                  <a:cubicBezTo>
                    <a:pt x="12" y="0"/>
                    <a:pt x="10" y="1"/>
                    <a:pt x="9" y="3"/>
                  </a:cubicBezTo>
                  <a:cubicBezTo>
                    <a:pt x="0" y="25"/>
                    <a:pt x="0" y="25"/>
                    <a:pt x="0" y="25"/>
                  </a:cubicBezTo>
                  <a:cubicBezTo>
                    <a:pt x="0" y="27"/>
                    <a:pt x="1" y="29"/>
                    <a:pt x="2" y="29"/>
                  </a:cubicBezTo>
                  <a:close/>
                </a:path>
              </a:pathLst>
            </a:custGeom>
            <a:solidFill>
              <a:srgbClr val="F1B5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231"/>
            <p:cNvSpPr>
              <a:spLocks/>
            </p:cNvSpPr>
            <p:nvPr/>
          </p:nvSpPr>
          <p:spPr bwMode="auto">
            <a:xfrm>
              <a:off x="2750" y="2058"/>
              <a:ext cx="38" cy="71"/>
            </a:xfrm>
            <a:custGeom>
              <a:avLst/>
              <a:gdLst>
                <a:gd name="T0" fmla="*/ 2 w 16"/>
                <a:gd name="T1" fmla="*/ 29 h 30"/>
                <a:gd name="T2" fmla="*/ 7 w 16"/>
                <a:gd name="T3" fmla="*/ 28 h 30"/>
                <a:gd name="T4" fmla="*/ 15 w 16"/>
                <a:gd name="T5" fmla="*/ 5 h 30"/>
                <a:gd name="T6" fmla="*/ 14 w 16"/>
                <a:gd name="T7" fmla="*/ 1 h 30"/>
                <a:gd name="T8" fmla="*/ 9 w 16"/>
                <a:gd name="T9" fmla="*/ 3 h 30"/>
                <a:gd name="T10" fmla="*/ 1 w 16"/>
                <a:gd name="T11" fmla="*/ 25 h 30"/>
                <a:gd name="T12" fmla="*/ 2 w 16"/>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6" h="30">
                  <a:moveTo>
                    <a:pt x="2" y="29"/>
                  </a:moveTo>
                  <a:cubicBezTo>
                    <a:pt x="4" y="30"/>
                    <a:pt x="6" y="29"/>
                    <a:pt x="7" y="28"/>
                  </a:cubicBezTo>
                  <a:cubicBezTo>
                    <a:pt x="15" y="5"/>
                    <a:pt x="15" y="5"/>
                    <a:pt x="15" y="5"/>
                  </a:cubicBezTo>
                  <a:cubicBezTo>
                    <a:pt x="16" y="3"/>
                    <a:pt x="15" y="2"/>
                    <a:pt x="14" y="1"/>
                  </a:cubicBezTo>
                  <a:cubicBezTo>
                    <a:pt x="12" y="0"/>
                    <a:pt x="10" y="1"/>
                    <a:pt x="9" y="3"/>
                  </a:cubicBezTo>
                  <a:cubicBezTo>
                    <a:pt x="1" y="25"/>
                    <a:pt x="1" y="25"/>
                    <a:pt x="1" y="25"/>
                  </a:cubicBezTo>
                  <a:cubicBezTo>
                    <a:pt x="0" y="27"/>
                    <a:pt x="1" y="29"/>
                    <a:pt x="2" y="29"/>
                  </a:cubicBezTo>
                  <a:close/>
                </a:path>
              </a:pathLst>
            </a:custGeom>
            <a:solidFill>
              <a:srgbClr val="F1B5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232"/>
            <p:cNvSpPr>
              <a:spLocks/>
            </p:cNvSpPr>
            <p:nvPr/>
          </p:nvSpPr>
          <p:spPr bwMode="auto">
            <a:xfrm>
              <a:off x="2762" y="1854"/>
              <a:ext cx="137" cy="197"/>
            </a:xfrm>
            <a:custGeom>
              <a:avLst/>
              <a:gdLst>
                <a:gd name="T0" fmla="*/ 137 w 137"/>
                <a:gd name="T1" fmla="*/ 0 h 197"/>
                <a:gd name="T2" fmla="*/ 80 w 137"/>
                <a:gd name="T3" fmla="*/ 197 h 197"/>
                <a:gd name="T4" fmla="*/ 0 w 137"/>
                <a:gd name="T5" fmla="*/ 175 h 197"/>
                <a:gd name="T6" fmla="*/ 45 w 137"/>
                <a:gd name="T7" fmla="*/ 22 h 197"/>
                <a:gd name="T8" fmla="*/ 137 w 137"/>
                <a:gd name="T9" fmla="*/ 0 h 197"/>
              </a:gdLst>
              <a:ahLst/>
              <a:cxnLst>
                <a:cxn ang="0">
                  <a:pos x="T0" y="T1"/>
                </a:cxn>
                <a:cxn ang="0">
                  <a:pos x="T2" y="T3"/>
                </a:cxn>
                <a:cxn ang="0">
                  <a:pos x="T4" y="T5"/>
                </a:cxn>
                <a:cxn ang="0">
                  <a:pos x="T6" y="T7"/>
                </a:cxn>
                <a:cxn ang="0">
                  <a:pos x="T8" y="T9"/>
                </a:cxn>
              </a:cxnLst>
              <a:rect l="0" t="0" r="r" b="b"/>
              <a:pathLst>
                <a:path w="137" h="197">
                  <a:moveTo>
                    <a:pt x="137" y="0"/>
                  </a:moveTo>
                  <a:lnTo>
                    <a:pt x="80" y="197"/>
                  </a:lnTo>
                  <a:lnTo>
                    <a:pt x="0" y="175"/>
                  </a:lnTo>
                  <a:lnTo>
                    <a:pt x="45" y="22"/>
                  </a:lnTo>
                  <a:lnTo>
                    <a:pt x="137" y="0"/>
                  </a:lnTo>
                  <a:close/>
                </a:path>
              </a:pathLst>
            </a:custGeom>
            <a:solidFill>
              <a:srgbClr val="05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233"/>
            <p:cNvSpPr>
              <a:spLocks/>
            </p:cNvSpPr>
            <p:nvPr/>
          </p:nvSpPr>
          <p:spPr bwMode="auto">
            <a:xfrm>
              <a:off x="2762" y="1854"/>
              <a:ext cx="137" cy="197"/>
            </a:xfrm>
            <a:custGeom>
              <a:avLst/>
              <a:gdLst>
                <a:gd name="T0" fmla="*/ 137 w 137"/>
                <a:gd name="T1" fmla="*/ 0 h 197"/>
                <a:gd name="T2" fmla="*/ 80 w 137"/>
                <a:gd name="T3" fmla="*/ 197 h 197"/>
                <a:gd name="T4" fmla="*/ 0 w 137"/>
                <a:gd name="T5" fmla="*/ 175 h 197"/>
                <a:gd name="T6" fmla="*/ 45 w 137"/>
                <a:gd name="T7" fmla="*/ 22 h 197"/>
              </a:gdLst>
              <a:ahLst/>
              <a:cxnLst>
                <a:cxn ang="0">
                  <a:pos x="T0" y="T1"/>
                </a:cxn>
                <a:cxn ang="0">
                  <a:pos x="T2" y="T3"/>
                </a:cxn>
                <a:cxn ang="0">
                  <a:pos x="T4" y="T5"/>
                </a:cxn>
                <a:cxn ang="0">
                  <a:pos x="T6" y="T7"/>
                </a:cxn>
              </a:cxnLst>
              <a:rect l="0" t="0" r="r" b="b"/>
              <a:pathLst>
                <a:path w="137" h="197">
                  <a:moveTo>
                    <a:pt x="137" y="0"/>
                  </a:moveTo>
                  <a:lnTo>
                    <a:pt x="80" y="197"/>
                  </a:lnTo>
                  <a:lnTo>
                    <a:pt x="0" y="175"/>
                  </a:lnTo>
                  <a:lnTo>
                    <a:pt x="45" y="2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234"/>
            <p:cNvSpPr>
              <a:spLocks/>
            </p:cNvSpPr>
            <p:nvPr/>
          </p:nvSpPr>
          <p:spPr bwMode="auto">
            <a:xfrm>
              <a:off x="2532" y="1383"/>
              <a:ext cx="90" cy="17"/>
            </a:xfrm>
            <a:custGeom>
              <a:avLst/>
              <a:gdLst>
                <a:gd name="T0" fmla="*/ 3 w 38"/>
                <a:gd name="T1" fmla="*/ 7 h 7"/>
                <a:gd name="T2" fmla="*/ 7 w 38"/>
                <a:gd name="T3" fmla="*/ 3 h 7"/>
                <a:gd name="T4" fmla="*/ 33 w 38"/>
                <a:gd name="T5" fmla="*/ 4 h 7"/>
                <a:gd name="T6" fmla="*/ 37 w 38"/>
                <a:gd name="T7" fmla="*/ 7 h 7"/>
                <a:gd name="T8" fmla="*/ 38 w 38"/>
                <a:gd name="T9" fmla="*/ 7 h 7"/>
                <a:gd name="T10" fmla="*/ 33 w 38"/>
                <a:gd name="T11" fmla="*/ 2 h 7"/>
                <a:gd name="T12" fmla="*/ 20 w 38"/>
                <a:gd name="T13" fmla="*/ 0 h 7"/>
                <a:gd name="T14" fmla="*/ 7 w 38"/>
                <a:gd name="T15" fmla="*/ 1 h 7"/>
                <a:gd name="T16" fmla="*/ 0 w 38"/>
                <a:gd name="T17" fmla="*/ 6 h 7"/>
                <a:gd name="T18" fmla="*/ 0 w 38"/>
                <a:gd name="T19" fmla="*/ 7 h 7"/>
                <a:gd name="T20" fmla="*/ 0 w 38"/>
                <a:gd name="T21" fmla="*/ 7 h 7"/>
                <a:gd name="T22" fmla="*/ 3 w 38"/>
                <a:gd name="T23"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7">
                  <a:moveTo>
                    <a:pt x="3" y="7"/>
                  </a:moveTo>
                  <a:cubicBezTo>
                    <a:pt x="4" y="5"/>
                    <a:pt x="5" y="4"/>
                    <a:pt x="7" y="3"/>
                  </a:cubicBezTo>
                  <a:cubicBezTo>
                    <a:pt x="16" y="2"/>
                    <a:pt x="24" y="2"/>
                    <a:pt x="33" y="4"/>
                  </a:cubicBezTo>
                  <a:cubicBezTo>
                    <a:pt x="34" y="4"/>
                    <a:pt x="36" y="6"/>
                    <a:pt x="37" y="7"/>
                  </a:cubicBezTo>
                  <a:cubicBezTo>
                    <a:pt x="38" y="7"/>
                    <a:pt x="38" y="7"/>
                    <a:pt x="38" y="7"/>
                  </a:cubicBezTo>
                  <a:cubicBezTo>
                    <a:pt x="38" y="5"/>
                    <a:pt x="35" y="2"/>
                    <a:pt x="33" y="2"/>
                  </a:cubicBezTo>
                  <a:cubicBezTo>
                    <a:pt x="29" y="1"/>
                    <a:pt x="24" y="0"/>
                    <a:pt x="20" y="0"/>
                  </a:cubicBezTo>
                  <a:cubicBezTo>
                    <a:pt x="16" y="0"/>
                    <a:pt x="11" y="1"/>
                    <a:pt x="7" y="1"/>
                  </a:cubicBezTo>
                  <a:cubicBezTo>
                    <a:pt x="5" y="2"/>
                    <a:pt x="0" y="6"/>
                    <a:pt x="0" y="6"/>
                  </a:cubicBezTo>
                  <a:cubicBezTo>
                    <a:pt x="0" y="6"/>
                    <a:pt x="0" y="6"/>
                    <a:pt x="0" y="7"/>
                  </a:cubicBezTo>
                  <a:cubicBezTo>
                    <a:pt x="0" y="7"/>
                    <a:pt x="0" y="7"/>
                    <a:pt x="0" y="7"/>
                  </a:cubicBezTo>
                  <a:cubicBezTo>
                    <a:pt x="3" y="7"/>
                    <a:pt x="3" y="7"/>
                    <a:pt x="3" y="7"/>
                  </a:cubicBezTo>
                </a:path>
              </a:pathLst>
            </a:custGeom>
            <a:solidFill>
              <a:srgbClr val="0C2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235"/>
            <p:cNvSpPr>
              <a:spLocks/>
            </p:cNvSpPr>
            <p:nvPr/>
          </p:nvSpPr>
          <p:spPr bwMode="auto">
            <a:xfrm>
              <a:off x="2558" y="1390"/>
              <a:ext cx="62" cy="55"/>
            </a:xfrm>
            <a:custGeom>
              <a:avLst/>
              <a:gdLst>
                <a:gd name="T0" fmla="*/ 8 w 26"/>
                <a:gd name="T1" fmla="*/ 0 h 23"/>
                <a:gd name="T2" fmla="*/ 0 w 26"/>
                <a:gd name="T3" fmla="*/ 1 h 23"/>
                <a:gd name="T4" fmla="*/ 4 w 26"/>
                <a:gd name="T5" fmla="*/ 11 h 23"/>
                <a:gd name="T6" fmla="*/ 2 w 26"/>
                <a:gd name="T7" fmla="*/ 23 h 23"/>
                <a:gd name="T8" fmla="*/ 9 w 26"/>
                <a:gd name="T9" fmla="*/ 23 h 23"/>
                <a:gd name="T10" fmla="*/ 20 w 26"/>
                <a:gd name="T11" fmla="*/ 23 h 23"/>
                <a:gd name="T12" fmla="*/ 25 w 26"/>
                <a:gd name="T13" fmla="*/ 18 h 23"/>
                <a:gd name="T14" fmla="*/ 26 w 26"/>
                <a:gd name="T15" fmla="*/ 8 h 23"/>
                <a:gd name="T16" fmla="*/ 22 w 26"/>
                <a:gd name="T17" fmla="*/ 1 h 23"/>
                <a:gd name="T18" fmla="*/ 8 w 26"/>
                <a:gd name="T1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23">
                  <a:moveTo>
                    <a:pt x="8" y="0"/>
                  </a:moveTo>
                  <a:cubicBezTo>
                    <a:pt x="6" y="0"/>
                    <a:pt x="3" y="0"/>
                    <a:pt x="0" y="1"/>
                  </a:cubicBezTo>
                  <a:cubicBezTo>
                    <a:pt x="2" y="4"/>
                    <a:pt x="3" y="7"/>
                    <a:pt x="4" y="11"/>
                  </a:cubicBezTo>
                  <a:cubicBezTo>
                    <a:pt x="5" y="15"/>
                    <a:pt x="4" y="20"/>
                    <a:pt x="2" y="23"/>
                  </a:cubicBezTo>
                  <a:cubicBezTo>
                    <a:pt x="4" y="23"/>
                    <a:pt x="7" y="23"/>
                    <a:pt x="9" y="23"/>
                  </a:cubicBezTo>
                  <a:cubicBezTo>
                    <a:pt x="13" y="23"/>
                    <a:pt x="16" y="23"/>
                    <a:pt x="20" y="23"/>
                  </a:cubicBezTo>
                  <a:cubicBezTo>
                    <a:pt x="22" y="23"/>
                    <a:pt x="24" y="20"/>
                    <a:pt x="25" y="18"/>
                  </a:cubicBezTo>
                  <a:cubicBezTo>
                    <a:pt x="26" y="14"/>
                    <a:pt x="26" y="11"/>
                    <a:pt x="26" y="8"/>
                  </a:cubicBezTo>
                  <a:cubicBezTo>
                    <a:pt x="26" y="5"/>
                    <a:pt x="24" y="2"/>
                    <a:pt x="22" y="1"/>
                  </a:cubicBezTo>
                  <a:cubicBezTo>
                    <a:pt x="17" y="1"/>
                    <a:pt x="13" y="0"/>
                    <a:pt x="8" y="0"/>
                  </a:cubicBezTo>
                </a:path>
              </a:pathLst>
            </a:custGeom>
            <a:solidFill>
              <a:srgbClr val="FBE1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236"/>
            <p:cNvSpPr>
              <a:spLocks/>
            </p:cNvSpPr>
            <p:nvPr/>
          </p:nvSpPr>
          <p:spPr bwMode="auto">
            <a:xfrm>
              <a:off x="2539" y="1393"/>
              <a:ext cx="31" cy="52"/>
            </a:xfrm>
            <a:custGeom>
              <a:avLst/>
              <a:gdLst>
                <a:gd name="T0" fmla="*/ 8 w 13"/>
                <a:gd name="T1" fmla="*/ 0 h 22"/>
                <a:gd name="T2" fmla="*/ 4 w 13"/>
                <a:gd name="T3" fmla="*/ 0 h 22"/>
                <a:gd name="T4" fmla="*/ 4 w 13"/>
                <a:gd name="T5" fmla="*/ 0 h 22"/>
                <a:gd name="T6" fmla="*/ 0 w 13"/>
                <a:gd name="T7" fmla="*/ 13 h 22"/>
                <a:gd name="T8" fmla="*/ 1 w 13"/>
                <a:gd name="T9" fmla="*/ 16 h 22"/>
                <a:gd name="T10" fmla="*/ 6 w 13"/>
                <a:gd name="T11" fmla="*/ 22 h 22"/>
                <a:gd name="T12" fmla="*/ 10 w 13"/>
                <a:gd name="T13" fmla="*/ 22 h 22"/>
                <a:gd name="T14" fmla="*/ 12 w 13"/>
                <a:gd name="T15" fmla="*/ 10 h 22"/>
                <a:gd name="T16" fmla="*/ 8 w 13"/>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22">
                  <a:moveTo>
                    <a:pt x="8" y="0"/>
                  </a:moveTo>
                  <a:cubicBezTo>
                    <a:pt x="7" y="0"/>
                    <a:pt x="5" y="0"/>
                    <a:pt x="4" y="0"/>
                  </a:cubicBezTo>
                  <a:cubicBezTo>
                    <a:pt x="4" y="0"/>
                    <a:pt x="4" y="0"/>
                    <a:pt x="4" y="0"/>
                  </a:cubicBezTo>
                  <a:cubicBezTo>
                    <a:pt x="3" y="6"/>
                    <a:pt x="2" y="10"/>
                    <a:pt x="0" y="13"/>
                  </a:cubicBezTo>
                  <a:cubicBezTo>
                    <a:pt x="0" y="14"/>
                    <a:pt x="1" y="15"/>
                    <a:pt x="1" y="16"/>
                  </a:cubicBezTo>
                  <a:cubicBezTo>
                    <a:pt x="2" y="19"/>
                    <a:pt x="4" y="22"/>
                    <a:pt x="6" y="22"/>
                  </a:cubicBezTo>
                  <a:cubicBezTo>
                    <a:pt x="7" y="22"/>
                    <a:pt x="9" y="22"/>
                    <a:pt x="10" y="22"/>
                  </a:cubicBezTo>
                  <a:cubicBezTo>
                    <a:pt x="12" y="19"/>
                    <a:pt x="13" y="14"/>
                    <a:pt x="12" y="10"/>
                  </a:cubicBezTo>
                  <a:cubicBezTo>
                    <a:pt x="11" y="6"/>
                    <a:pt x="10" y="3"/>
                    <a:pt x="8" y="0"/>
                  </a:cubicBezTo>
                </a:path>
              </a:pathLst>
            </a:custGeom>
            <a:solidFill>
              <a:srgbClr val="FBE1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237"/>
            <p:cNvSpPr>
              <a:spLocks/>
            </p:cNvSpPr>
            <p:nvPr/>
          </p:nvSpPr>
          <p:spPr bwMode="auto">
            <a:xfrm>
              <a:off x="2537" y="1393"/>
              <a:ext cx="12" cy="30"/>
            </a:xfrm>
            <a:custGeom>
              <a:avLst/>
              <a:gdLst>
                <a:gd name="T0" fmla="*/ 5 w 5"/>
                <a:gd name="T1" fmla="*/ 0 h 13"/>
                <a:gd name="T2" fmla="*/ 1 w 5"/>
                <a:gd name="T3" fmla="*/ 6 h 13"/>
                <a:gd name="T4" fmla="*/ 1 w 5"/>
                <a:gd name="T5" fmla="*/ 13 h 13"/>
                <a:gd name="T6" fmla="*/ 5 w 5"/>
                <a:gd name="T7" fmla="*/ 0 h 13"/>
              </a:gdLst>
              <a:ahLst/>
              <a:cxnLst>
                <a:cxn ang="0">
                  <a:pos x="T0" y="T1"/>
                </a:cxn>
                <a:cxn ang="0">
                  <a:pos x="T2" y="T3"/>
                </a:cxn>
                <a:cxn ang="0">
                  <a:pos x="T4" y="T5"/>
                </a:cxn>
                <a:cxn ang="0">
                  <a:pos x="T6" y="T7"/>
                </a:cxn>
              </a:cxnLst>
              <a:rect l="0" t="0" r="r" b="b"/>
              <a:pathLst>
                <a:path w="5" h="13">
                  <a:moveTo>
                    <a:pt x="5" y="0"/>
                  </a:moveTo>
                  <a:cubicBezTo>
                    <a:pt x="2" y="1"/>
                    <a:pt x="0" y="4"/>
                    <a:pt x="1" y="6"/>
                  </a:cubicBezTo>
                  <a:cubicBezTo>
                    <a:pt x="1" y="9"/>
                    <a:pt x="1" y="11"/>
                    <a:pt x="1" y="13"/>
                  </a:cubicBezTo>
                  <a:cubicBezTo>
                    <a:pt x="3" y="10"/>
                    <a:pt x="4" y="6"/>
                    <a:pt x="5" y="0"/>
                  </a:cubicBezTo>
                </a:path>
              </a:pathLst>
            </a:custGeom>
            <a:solidFill>
              <a:srgbClr val="7327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238"/>
            <p:cNvSpPr>
              <a:spLocks noEditPoints="1"/>
            </p:cNvSpPr>
            <p:nvPr/>
          </p:nvSpPr>
          <p:spPr bwMode="auto">
            <a:xfrm>
              <a:off x="2532" y="1385"/>
              <a:ext cx="93" cy="64"/>
            </a:xfrm>
            <a:custGeom>
              <a:avLst/>
              <a:gdLst>
                <a:gd name="T0" fmla="*/ 33 w 39"/>
                <a:gd name="T1" fmla="*/ 2 h 27"/>
                <a:gd name="T2" fmla="*/ 20 w 39"/>
                <a:gd name="T3" fmla="*/ 0 h 27"/>
                <a:gd name="T4" fmla="*/ 7 w 39"/>
                <a:gd name="T5" fmla="*/ 1 h 27"/>
                <a:gd name="T6" fmla="*/ 0 w 39"/>
                <a:gd name="T7" fmla="*/ 5 h 27"/>
                <a:gd name="T8" fmla="*/ 0 w 39"/>
                <a:gd name="T9" fmla="*/ 7 h 27"/>
                <a:gd name="T10" fmla="*/ 0 w 39"/>
                <a:gd name="T11" fmla="*/ 13 h 27"/>
                <a:gd name="T12" fmla="*/ 0 w 39"/>
                <a:gd name="T13" fmla="*/ 14 h 27"/>
                <a:gd name="T14" fmla="*/ 2 w 39"/>
                <a:gd name="T15" fmla="*/ 16 h 27"/>
                <a:gd name="T16" fmla="*/ 3 w 39"/>
                <a:gd name="T17" fmla="*/ 20 h 27"/>
                <a:gd name="T18" fmla="*/ 9 w 39"/>
                <a:gd name="T19" fmla="*/ 27 h 27"/>
                <a:gd name="T20" fmla="*/ 20 w 39"/>
                <a:gd name="T21" fmla="*/ 27 h 27"/>
                <a:gd name="T22" fmla="*/ 31 w 39"/>
                <a:gd name="T23" fmla="*/ 27 h 27"/>
                <a:gd name="T24" fmla="*/ 37 w 39"/>
                <a:gd name="T25" fmla="*/ 20 h 27"/>
                <a:gd name="T26" fmla="*/ 39 w 39"/>
                <a:gd name="T27" fmla="*/ 10 h 27"/>
                <a:gd name="T28" fmla="*/ 33 w 39"/>
                <a:gd name="T29" fmla="*/ 2 h 27"/>
                <a:gd name="T30" fmla="*/ 36 w 39"/>
                <a:gd name="T31" fmla="*/ 20 h 27"/>
                <a:gd name="T32" fmla="*/ 31 w 39"/>
                <a:gd name="T33" fmla="*/ 25 h 27"/>
                <a:gd name="T34" fmla="*/ 9 w 39"/>
                <a:gd name="T35" fmla="*/ 25 h 27"/>
                <a:gd name="T36" fmla="*/ 4 w 39"/>
                <a:gd name="T37" fmla="*/ 19 h 27"/>
                <a:gd name="T38" fmla="*/ 3 w 39"/>
                <a:gd name="T39" fmla="*/ 9 h 27"/>
                <a:gd name="T40" fmla="*/ 7 w 39"/>
                <a:gd name="T41" fmla="*/ 3 h 27"/>
                <a:gd name="T42" fmla="*/ 33 w 39"/>
                <a:gd name="T43" fmla="*/ 3 h 27"/>
                <a:gd name="T44" fmla="*/ 37 w 39"/>
                <a:gd name="T45" fmla="*/ 10 h 27"/>
                <a:gd name="T46" fmla="*/ 36 w 39"/>
                <a:gd name="T47" fmla="*/ 2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9" h="27">
                  <a:moveTo>
                    <a:pt x="33" y="2"/>
                  </a:moveTo>
                  <a:cubicBezTo>
                    <a:pt x="29" y="1"/>
                    <a:pt x="24" y="0"/>
                    <a:pt x="20" y="0"/>
                  </a:cubicBezTo>
                  <a:cubicBezTo>
                    <a:pt x="16" y="0"/>
                    <a:pt x="11" y="1"/>
                    <a:pt x="7" y="1"/>
                  </a:cubicBezTo>
                  <a:cubicBezTo>
                    <a:pt x="5" y="2"/>
                    <a:pt x="0" y="5"/>
                    <a:pt x="0" y="5"/>
                  </a:cubicBezTo>
                  <a:cubicBezTo>
                    <a:pt x="0" y="5"/>
                    <a:pt x="0" y="6"/>
                    <a:pt x="0" y="7"/>
                  </a:cubicBezTo>
                  <a:cubicBezTo>
                    <a:pt x="0" y="9"/>
                    <a:pt x="0" y="11"/>
                    <a:pt x="0" y="13"/>
                  </a:cubicBezTo>
                  <a:cubicBezTo>
                    <a:pt x="0" y="14"/>
                    <a:pt x="0" y="14"/>
                    <a:pt x="0" y="14"/>
                  </a:cubicBezTo>
                  <a:cubicBezTo>
                    <a:pt x="1" y="14"/>
                    <a:pt x="2" y="16"/>
                    <a:pt x="2" y="16"/>
                  </a:cubicBezTo>
                  <a:cubicBezTo>
                    <a:pt x="2" y="18"/>
                    <a:pt x="2" y="19"/>
                    <a:pt x="3" y="20"/>
                  </a:cubicBezTo>
                  <a:cubicBezTo>
                    <a:pt x="3" y="24"/>
                    <a:pt x="6" y="27"/>
                    <a:pt x="9" y="27"/>
                  </a:cubicBezTo>
                  <a:cubicBezTo>
                    <a:pt x="13" y="27"/>
                    <a:pt x="16" y="27"/>
                    <a:pt x="20" y="27"/>
                  </a:cubicBezTo>
                  <a:cubicBezTo>
                    <a:pt x="24" y="27"/>
                    <a:pt x="27" y="27"/>
                    <a:pt x="31" y="27"/>
                  </a:cubicBezTo>
                  <a:cubicBezTo>
                    <a:pt x="33" y="27"/>
                    <a:pt x="36" y="24"/>
                    <a:pt x="37" y="20"/>
                  </a:cubicBezTo>
                  <a:cubicBezTo>
                    <a:pt x="38" y="17"/>
                    <a:pt x="39" y="13"/>
                    <a:pt x="39" y="10"/>
                  </a:cubicBezTo>
                  <a:cubicBezTo>
                    <a:pt x="39" y="6"/>
                    <a:pt x="36" y="2"/>
                    <a:pt x="33" y="2"/>
                  </a:cubicBezTo>
                  <a:close/>
                  <a:moveTo>
                    <a:pt x="36" y="20"/>
                  </a:moveTo>
                  <a:cubicBezTo>
                    <a:pt x="35" y="22"/>
                    <a:pt x="33" y="25"/>
                    <a:pt x="31" y="25"/>
                  </a:cubicBezTo>
                  <a:cubicBezTo>
                    <a:pt x="23" y="25"/>
                    <a:pt x="16" y="25"/>
                    <a:pt x="9" y="25"/>
                  </a:cubicBezTo>
                  <a:cubicBezTo>
                    <a:pt x="7" y="25"/>
                    <a:pt x="5" y="22"/>
                    <a:pt x="4" y="19"/>
                  </a:cubicBezTo>
                  <a:cubicBezTo>
                    <a:pt x="3" y="16"/>
                    <a:pt x="3" y="13"/>
                    <a:pt x="3" y="9"/>
                  </a:cubicBezTo>
                  <a:cubicBezTo>
                    <a:pt x="2" y="7"/>
                    <a:pt x="5" y="4"/>
                    <a:pt x="7" y="3"/>
                  </a:cubicBezTo>
                  <a:cubicBezTo>
                    <a:pt x="16" y="2"/>
                    <a:pt x="24" y="2"/>
                    <a:pt x="33" y="3"/>
                  </a:cubicBezTo>
                  <a:cubicBezTo>
                    <a:pt x="35" y="4"/>
                    <a:pt x="37" y="7"/>
                    <a:pt x="37" y="10"/>
                  </a:cubicBezTo>
                  <a:cubicBezTo>
                    <a:pt x="37" y="13"/>
                    <a:pt x="37" y="16"/>
                    <a:pt x="36" y="20"/>
                  </a:cubicBezTo>
                  <a:close/>
                </a:path>
              </a:pathLst>
            </a:custGeom>
            <a:solidFill>
              <a:srgbClr val="0C2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239"/>
            <p:cNvSpPr>
              <a:spLocks/>
            </p:cNvSpPr>
            <p:nvPr/>
          </p:nvSpPr>
          <p:spPr bwMode="auto">
            <a:xfrm>
              <a:off x="2537" y="1388"/>
              <a:ext cx="80" cy="50"/>
            </a:xfrm>
            <a:custGeom>
              <a:avLst/>
              <a:gdLst>
                <a:gd name="T0" fmla="*/ 3 w 34"/>
                <a:gd name="T1" fmla="*/ 21 h 21"/>
                <a:gd name="T2" fmla="*/ 2 w 34"/>
                <a:gd name="T3" fmla="*/ 18 h 21"/>
                <a:gd name="T4" fmla="*/ 1 w 34"/>
                <a:gd name="T5" fmla="*/ 8 h 21"/>
                <a:gd name="T6" fmla="*/ 5 w 34"/>
                <a:gd name="T7" fmla="*/ 2 h 21"/>
                <a:gd name="T8" fmla="*/ 31 w 34"/>
                <a:gd name="T9" fmla="*/ 2 h 21"/>
                <a:gd name="T10" fmla="*/ 34 w 34"/>
                <a:gd name="T11" fmla="*/ 4 h 21"/>
                <a:gd name="T12" fmla="*/ 30 w 34"/>
                <a:gd name="T13" fmla="*/ 2 h 21"/>
                <a:gd name="T14" fmla="*/ 5 w 34"/>
                <a:gd name="T15" fmla="*/ 2 h 21"/>
                <a:gd name="T16" fmla="*/ 0 w 34"/>
                <a:gd name="T17" fmla="*/ 8 h 21"/>
                <a:gd name="T18" fmla="*/ 1 w 34"/>
                <a:gd name="T19" fmla="*/ 18 h 21"/>
                <a:gd name="T20" fmla="*/ 3 w 34"/>
                <a:gd name="T21"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 h="21">
                  <a:moveTo>
                    <a:pt x="3" y="21"/>
                  </a:moveTo>
                  <a:cubicBezTo>
                    <a:pt x="3" y="20"/>
                    <a:pt x="2" y="19"/>
                    <a:pt x="2" y="18"/>
                  </a:cubicBezTo>
                  <a:cubicBezTo>
                    <a:pt x="1" y="15"/>
                    <a:pt x="1" y="12"/>
                    <a:pt x="1" y="8"/>
                  </a:cubicBezTo>
                  <a:cubicBezTo>
                    <a:pt x="0" y="6"/>
                    <a:pt x="3" y="3"/>
                    <a:pt x="5" y="2"/>
                  </a:cubicBezTo>
                  <a:cubicBezTo>
                    <a:pt x="14" y="1"/>
                    <a:pt x="22" y="1"/>
                    <a:pt x="31" y="2"/>
                  </a:cubicBezTo>
                  <a:cubicBezTo>
                    <a:pt x="32" y="3"/>
                    <a:pt x="33" y="3"/>
                    <a:pt x="34" y="4"/>
                  </a:cubicBezTo>
                  <a:cubicBezTo>
                    <a:pt x="33" y="3"/>
                    <a:pt x="32" y="2"/>
                    <a:pt x="30" y="2"/>
                  </a:cubicBezTo>
                  <a:cubicBezTo>
                    <a:pt x="22" y="0"/>
                    <a:pt x="13" y="0"/>
                    <a:pt x="5" y="2"/>
                  </a:cubicBezTo>
                  <a:cubicBezTo>
                    <a:pt x="2" y="2"/>
                    <a:pt x="0" y="5"/>
                    <a:pt x="0" y="8"/>
                  </a:cubicBezTo>
                  <a:cubicBezTo>
                    <a:pt x="0" y="11"/>
                    <a:pt x="1" y="14"/>
                    <a:pt x="1" y="18"/>
                  </a:cubicBezTo>
                  <a:cubicBezTo>
                    <a:pt x="2" y="19"/>
                    <a:pt x="2" y="20"/>
                    <a:pt x="3" y="21"/>
                  </a:cubicBezTo>
                  <a:close/>
                </a:path>
              </a:pathLst>
            </a:custGeom>
            <a:solidFill>
              <a:srgbClr val="2C56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240"/>
            <p:cNvSpPr>
              <a:spLocks/>
            </p:cNvSpPr>
            <p:nvPr/>
          </p:nvSpPr>
          <p:spPr bwMode="auto">
            <a:xfrm>
              <a:off x="2636" y="1383"/>
              <a:ext cx="90" cy="17"/>
            </a:xfrm>
            <a:custGeom>
              <a:avLst/>
              <a:gdLst>
                <a:gd name="T0" fmla="*/ 35 w 38"/>
                <a:gd name="T1" fmla="*/ 7 h 7"/>
                <a:gd name="T2" fmla="*/ 31 w 38"/>
                <a:gd name="T3" fmla="*/ 3 h 7"/>
                <a:gd name="T4" fmla="*/ 5 w 38"/>
                <a:gd name="T5" fmla="*/ 4 h 7"/>
                <a:gd name="T6" fmla="*/ 1 w 38"/>
                <a:gd name="T7" fmla="*/ 7 h 7"/>
                <a:gd name="T8" fmla="*/ 0 w 38"/>
                <a:gd name="T9" fmla="*/ 7 h 7"/>
                <a:gd name="T10" fmla="*/ 5 w 38"/>
                <a:gd name="T11" fmla="*/ 2 h 7"/>
                <a:gd name="T12" fmla="*/ 18 w 38"/>
                <a:gd name="T13" fmla="*/ 0 h 7"/>
                <a:gd name="T14" fmla="*/ 31 w 38"/>
                <a:gd name="T15" fmla="*/ 1 h 7"/>
                <a:gd name="T16" fmla="*/ 38 w 38"/>
                <a:gd name="T17" fmla="*/ 6 h 7"/>
                <a:gd name="T18" fmla="*/ 38 w 38"/>
                <a:gd name="T19" fmla="*/ 7 h 7"/>
                <a:gd name="T20" fmla="*/ 38 w 38"/>
                <a:gd name="T21" fmla="*/ 7 h 7"/>
                <a:gd name="T22" fmla="*/ 35 w 38"/>
                <a:gd name="T23"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7">
                  <a:moveTo>
                    <a:pt x="35" y="7"/>
                  </a:moveTo>
                  <a:cubicBezTo>
                    <a:pt x="34" y="5"/>
                    <a:pt x="33" y="4"/>
                    <a:pt x="31" y="3"/>
                  </a:cubicBezTo>
                  <a:cubicBezTo>
                    <a:pt x="22" y="2"/>
                    <a:pt x="14" y="2"/>
                    <a:pt x="5" y="4"/>
                  </a:cubicBezTo>
                  <a:cubicBezTo>
                    <a:pt x="3" y="4"/>
                    <a:pt x="2" y="6"/>
                    <a:pt x="1" y="7"/>
                  </a:cubicBezTo>
                  <a:cubicBezTo>
                    <a:pt x="0" y="7"/>
                    <a:pt x="0" y="7"/>
                    <a:pt x="0" y="7"/>
                  </a:cubicBezTo>
                  <a:cubicBezTo>
                    <a:pt x="0" y="5"/>
                    <a:pt x="3" y="2"/>
                    <a:pt x="5" y="2"/>
                  </a:cubicBezTo>
                  <a:cubicBezTo>
                    <a:pt x="9" y="1"/>
                    <a:pt x="14" y="0"/>
                    <a:pt x="18" y="0"/>
                  </a:cubicBezTo>
                  <a:cubicBezTo>
                    <a:pt x="22" y="0"/>
                    <a:pt x="27" y="1"/>
                    <a:pt x="31" y="1"/>
                  </a:cubicBezTo>
                  <a:cubicBezTo>
                    <a:pt x="33" y="2"/>
                    <a:pt x="38" y="6"/>
                    <a:pt x="38" y="6"/>
                  </a:cubicBezTo>
                  <a:cubicBezTo>
                    <a:pt x="38" y="6"/>
                    <a:pt x="38" y="6"/>
                    <a:pt x="38" y="7"/>
                  </a:cubicBezTo>
                  <a:cubicBezTo>
                    <a:pt x="38" y="7"/>
                    <a:pt x="38" y="7"/>
                    <a:pt x="38" y="7"/>
                  </a:cubicBezTo>
                  <a:cubicBezTo>
                    <a:pt x="35" y="7"/>
                    <a:pt x="35" y="7"/>
                    <a:pt x="35" y="7"/>
                  </a:cubicBezTo>
                </a:path>
              </a:pathLst>
            </a:custGeom>
            <a:solidFill>
              <a:srgbClr val="0C2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241"/>
            <p:cNvSpPr>
              <a:spLocks/>
            </p:cNvSpPr>
            <p:nvPr/>
          </p:nvSpPr>
          <p:spPr bwMode="auto">
            <a:xfrm>
              <a:off x="2639" y="1390"/>
              <a:ext cx="61" cy="55"/>
            </a:xfrm>
            <a:custGeom>
              <a:avLst/>
              <a:gdLst>
                <a:gd name="T0" fmla="*/ 17 w 26"/>
                <a:gd name="T1" fmla="*/ 0 h 23"/>
                <a:gd name="T2" fmla="*/ 4 w 26"/>
                <a:gd name="T3" fmla="*/ 1 h 23"/>
                <a:gd name="T4" fmla="*/ 0 w 26"/>
                <a:gd name="T5" fmla="*/ 8 h 23"/>
                <a:gd name="T6" fmla="*/ 1 w 26"/>
                <a:gd name="T7" fmla="*/ 18 h 23"/>
                <a:gd name="T8" fmla="*/ 6 w 26"/>
                <a:gd name="T9" fmla="*/ 23 h 23"/>
                <a:gd name="T10" fmla="*/ 17 w 26"/>
                <a:gd name="T11" fmla="*/ 23 h 23"/>
                <a:gd name="T12" fmla="*/ 24 w 26"/>
                <a:gd name="T13" fmla="*/ 23 h 23"/>
                <a:gd name="T14" fmla="*/ 22 w 26"/>
                <a:gd name="T15" fmla="*/ 11 h 23"/>
                <a:gd name="T16" fmla="*/ 26 w 26"/>
                <a:gd name="T17" fmla="*/ 1 h 23"/>
                <a:gd name="T18" fmla="*/ 17 w 26"/>
                <a:gd name="T1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23">
                  <a:moveTo>
                    <a:pt x="17" y="0"/>
                  </a:moveTo>
                  <a:cubicBezTo>
                    <a:pt x="13" y="0"/>
                    <a:pt x="9" y="1"/>
                    <a:pt x="4" y="1"/>
                  </a:cubicBezTo>
                  <a:cubicBezTo>
                    <a:pt x="2" y="2"/>
                    <a:pt x="0" y="5"/>
                    <a:pt x="0" y="8"/>
                  </a:cubicBezTo>
                  <a:cubicBezTo>
                    <a:pt x="0" y="11"/>
                    <a:pt x="0" y="14"/>
                    <a:pt x="1" y="18"/>
                  </a:cubicBezTo>
                  <a:cubicBezTo>
                    <a:pt x="2" y="20"/>
                    <a:pt x="4" y="23"/>
                    <a:pt x="6" y="23"/>
                  </a:cubicBezTo>
                  <a:cubicBezTo>
                    <a:pt x="10" y="23"/>
                    <a:pt x="13" y="23"/>
                    <a:pt x="17" y="23"/>
                  </a:cubicBezTo>
                  <a:cubicBezTo>
                    <a:pt x="19" y="23"/>
                    <a:pt x="22" y="23"/>
                    <a:pt x="24" y="23"/>
                  </a:cubicBezTo>
                  <a:cubicBezTo>
                    <a:pt x="22" y="20"/>
                    <a:pt x="22" y="15"/>
                    <a:pt x="22" y="11"/>
                  </a:cubicBezTo>
                  <a:cubicBezTo>
                    <a:pt x="23" y="7"/>
                    <a:pt x="24" y="4"/>
                    <a:pt x="26" y="1"/>
                  </a:cubicBezTo>
                  <a:cubicBezTo>
                    <a:pt x="23" y="0"/>
                    <a:pt x="20" y="0"/>
                    <a:pt x="17" y="0"/>
                  </a:cubicBezTo>
                </a:path>
              </a:pathLst>
            </a:custGeom>
            <a:solidFill>
              <a:srgbClr val="FBE1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242"/>
            <p:cNvSpPr>
              <a:spLocks/>
            </p:cNvSpPr>
            <p:nvPr/>
          </p:nvSpPr>
          <p:spPr bwMode="auto">
            <a:xfrm>
              <a:off x="2691" y="1393"/>
              <a:ext cx="26" cy="52"/>
            </a:xfrm>
            <a:custGeom>
              <a:avLst/>
              <a:gdLst>
                <a:gd name="T0" fmla="*/ 4 w 11"/>
                <a:gd name="T1" fmla="*/ 0 h 22"/>
                <a:gd name="T2" fmla="*/ 0 w 11"/>
                <a:gd name="T3" fmla="*/ 10 h 22"/>
                <a:gd name="T4" fmla="*/ 2 w 11"/>
                <a:gd name="T5" fmla="*/ 22 h 22"/>
                <a:gd name="T6" fmla="*/ 6 w 11"/>
                <a:gd name="T7" fmla="*/ 22 h 22"/>
                <a:gd name="T8" fmla="*/ 11 w 11"/>
                <a:gd name="T9" fmla="*/ 16 h 22"/>
                <a:gd name="T10" fmla="*/ 11 w 11"/>
                <a:gd name="T11" fmla="*/ 15 h 22"/>
                <a:gd name="T12" fmla="*/ 7 w 11"/>
                <a:gd name="T13" fmla="*/ 0 h 22"/>
                <a:gd name="T14" fmla="*/ 4 w 11"/>
                <a:gd name="T15" fmla="*/ 0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2">
                  <a:moveTo>
                    <a:pt x="4" y="0"/>
                  </a:moveTo>
                  <a:cubicBezTo>
                    <a:pt x="2" y="3"/>
                    <a:pt x="1" y="6"/>
                    <a:pt x="0" y="10"/>
                  </a:cubicBezTo>
                  <a:cubicBezTo>
                    <a:pt x="0" y="14"/>
                    <a:pt x="0" y="19"/>
                    <a:pt x="2" y="22"/>
                  </a:cubicBezTo>
                  <a:cubicBezTo>
                    <a:pt x="3" y="22"/>
                    <a:pt x="5" y="22"/>
                    <a:pt x="6" y="22"/>
                  </a:cubicBezTo>
                  <a:cubicBezTo>
                    <a:pt x="8" y="22"/>
                    <a:pt x="10" y="19"/>
                    <a:pt x="11" y="16"/>
                  </a:cubicBezTo>
                  <a:cubicBezTo>
                    <a:pt x="11" y="16"/>
                    <a:pt x="11" y="15"/>
                    <a:pt x="11" y="15"/>
                  </a:cubicBezTo>
                  <a:cubicBezTo>
                    <a:pt x="9" y="11"/>
                    <a:pt x="7" y="7"/>
                    <a:pt x="7" y="0"/>
                  </a:cubicBezTo>
                  <a:cubicBezTo>
                    <a:pt x="6" y="0"/>
                    <a:pt x="5" y="0"/>
                    <a:pt x="4" y="0"/>
                  </a:cubicBezTo>
                </a:path>
              </a:pathLst>
            </a:custGeom>
            <a:solidFill>
              <a:srgbClr val="FBE1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243"/>
            <p:cNvSpPr>
              <a:spLocks/>
            </p:cNvSpPr>
            <p:nvPr/>
          </p:nvSpPr>
          <p:spPr bwMode="auto">
            <a:xfrm>
              <a:off x="2707" y="1393"/>
              <a:ext cx="12" cy="35"/>
            </a:xfrm>
            <a:custGeom>
              <a:avLst/>
              <a:gdLst>
                <a:gd name="T0" fmla="*/ 0 w 5"/>
                <a:gd name="T1" fmla="*/ 0 h 15"/>
                <a:gd name="T2" fmla="*/ 4 w 5"/>
                <a:gd name="T3" fmla="*/ 15 h 15"/>
                <a:gd name="T4" fmla="*/ 5 w 5"/>
                <a:gd name="T5" fmla="*/ 6 h 15"/>
                <a:gd name="T6" fmla="*/ 1 w 5"/>
                <a:gd name="T7" fmla="*/ 0 h 15"/>
                <a:gd name="T8" fmla="*/ 0 w 5"/>
                <a:gd name="T9" fmla="*/ 0 h 15"/>
              </a:gdLst>
              <a:ahLst/>
              <a:cxnLst>
                <a:cxn ang="0">
                  <a:pos x="T0" y="T1"/>
                </a:cxn>
                <a:cxn ang="0">
                  <a:pos x="T2" y="T3"/>
                </a:cxn>
                <a:cxn ang="0">
                  <a:pos x="T4" y="T5"/>
                </a:cxn>
                <a:cxn ang="0">
                  <a:pos x="T6" y="T7"/>
                </a:cxn>
                <a:cxn ang="0">
                  <a:pos x="T8" y="T9"/>
                </a:cxn>
              </a:cxnLst>
              <a:rect l="0" t="0" r="r" b="b"/>
              <a:pathLst>
                <a:path w="5" h="15">
                  <a:moveTo>
                    <a:pt x="0" y="0"/>
                  </a:moveTo>
                  <a:cubicBezTo>
                    <a:pt x="0" y="7"/>
                    <a:pt x="2" y="11"/>
                    <a:pt x="4" y="15"/>
                  </a:cubicBezTo>
                  <a:cubicBezTo>
                    <a:pt x="5" y="12"/>
                    <a:pt x="5" y="9"/>
                    <a:pt x="5" y="6"/>
                  </a:cubicBezTo>
                  <a:cubicBezTo>
                    <a:pt x="5" y="4"/>
                    <a:pt x="3" y="1"/>
                    <a:pt x="1" y="0"/>
                  </a:cubicBezTo>
                  <a:cubicBezTo>
                    <a:pt x="0" y="0"/>
                    <a:pt x="0" y="0"/>
                    <a:pt x="0" y="0"/>
                  </a:cubicBezTo>
                </a:path>
              </a:pathLst>
            </a:custGeom>
            <a:solidFill>
              <a:srgbClr val="7327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244"/>
            <p:cNvSpPr>
              <a:spLocks noEditPoints="1"/>
            </p:cNvSpPr>
            <p:nvPr/>
          </p:nvSpPr>
          <p:spPr bwMode="auto">
            <a:xfrm>
              <a:off x="2634" y="1385"/>
              <a:ext cx="92" cy="64"/>
            </a:xfrm>
            <a:custGeom>
              <a:avLst/>
              <a:gdLst>
                <a:gd name="T0" fmla="*/ 6 w 39"/>
                <a:gd name="T1" fmla="*/ 2 h 27"/>
                <a:gd name="T2" fmla="*/ 19 w 39"/>
                <a:gd name="T3" fmla="*/ 0 h 27"/>
                <a:gd name="T4" fmla="*/ 32 w 39"/>
                <a:gd name="T5" fmla="*/ 1 h 27"/>
                <a:gd name="T6" fmla="*/ 39 w 39"/>
                <a:gd name="T7" fmla="*/ 5 h 27"/>
                <a:gd name="T8" fmla="*/ 39 w 39"/>
                <a:gd name="T9" fmla="*/ 7 h 27"/>
                <a:gd name="T10" fmla="*/ 39 w 39"/>
                <a:gd name="T11" fmla="*/ 13 h 27"/>
                <a:gd name="T12" fmla="*/ 39 w 39"/>
                <a:gd name="T13" fmla="*/ 14 h 27"/>
                <a:gd name="T14" fmla="*/ 37 w 39"/>
                <a:gd name="T15" fmla="*/ 16 h 27"/>
                <a:gd name="T16" fmla="*/ 36 w 39"/>
                <a:gd name="T17" fmla="*/ 20 h 27"/>
                <a:gd name="T18" fmla="*/ 30 w 39"/>
                <a:gd name="T19" fmla="*/ 27 h 27"/>
                <a:gd name="T20" fmla="*/ 19 w 39"/>
                <a:gd name="T21" fmla="*/ 27 h 27"/>
                <a:gd name="T22" fmla="*/ 8 w 39"/>
                <a:gd name="T23" fmla="*/ 27 h 27"/>
                <a:gd name="T24" fmla="*/ 2 w 39"/>
                <a:gd name="T25" fmla="*/ 20 h 27"/>
                <a:gd name="T26" fmla="*/ 0 w 39"/>
                <a:gd name="T27" fmla="*/ 10 h 27"/>
                <a:gd name="T28" fmla="*/ 6 w 39"/>
                <a:gd name="T29" fmla="*/ 2 h 27"/>
                <a:gd name="T30" fmla="*/ 3 w 39"/>
                <a:gd name="T31" fmla="*/ 20 h 27"/>
                <a:gd name="T32" fmla="*/ 8 w 39"/>
                <a:gd name="T33" fmla="*/ 25 h 27"/>
                <a:gd name="T34" fmla="*/ 30 w 39"/>
                <a:gd name="T35" fmla="*/ 25 h 27"/>
                <a:gd name="T36" fmla="*/ 35 w 39"/>
                <a:gd name="T37" fmla="*/ 19 h 27"/>
                <a:gd name="T38" fmla="*/ 36 w 39"/>
                <a:gd name="T39" fmla="*/ 9 h 27"/>
                <a:gd name="T40" fmla="*/ 32 w 39"/>
                <a:gd name="T41" fmla="*/ 3 h 27"/>
                <a:gd name="T42" fmla="*/ 6 w 39"/>
                <a:gd name="T43" fmla="*/ 3 h 27"/>
                <a:gd name="T44" fmla="*/ 2 w 39"/>
                <a:gd name="T45" fmla="*/ 10 h 27"/>
                <a:gd name="T46" fmla="*/ 3 w 39"/>
                <a:gd name="T47" fmla="*/ 2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9" h="27">
                  <a:moveTo>
                    <a:pt x="6" y="2"/>
                  </a:moveTo>
                  <a:cubicBezTo>
                    <a:pt x="10" y="1"/>
                    <a:pt x="15" y="0"/>
                    <a:pt x="19" y="0"/>
                  </a:cubicBezTo>
                  <a:cubicBezTo>
                    <a:pt x="23" y="0"/>
                    <a:pt x="28" y="1"/>
                    <a:pt x="32" y="1"/>
                  </a:cubicBezTo>
                  <a:cubicBezTo>
                    <a:pt x="34" y="2"/>
                    <a:pt x="39" y="5"/>
                    <a:pt x="39" y="5"/>
                  </a:cubicBezTo>
                  <a:cubicBezTo>
                    <a:pt x="39" y="5"/>
                    <a:pt x="39" y="6"/>
                    <a:pt x="39" y="7"/>
                  </a:cubicBezTo>
                  <a:cubicBezTo>
                    <a:pt x="39" y="9"/>
                    <a:pt x="39" y="11"/>
                    <a:pt x="39" y="13"/>
                  </a:cubicBezTo>
                  <a:cubicBezTo>
                    <a:pt x="39" y="14"/>
                    <a:pt x="39" y="14"/>
                    <a:pt x="39" y="14"/>
                  </a:cubicBezTo>
                  <a:cubicBezTo>
                    <a:pt x="38" y="14"/>
                    <a:pt x="37" y="16"/>
                    <a:pt x="37" y="16"/>
                  </a:cubicBezTo>
                  <a:cubicBezTo>
                    <a:pt x="37" y="18"/>
                    <a:pt x="37" y="19"/>
                    <a:pt x="36" y="20"/>
                  </a:cubicBezTo>
                  <a:cubicBezTo>
                    <a:pt x="35" y="24"/>
                    <a:pt x="32" y="27"/>
                    <a:pt x="30" y="27"/>
                  </a:cubicBezTo>
                  <a:cubicBezTo>
                    <a:pt x="26" y="27"/>
                    <a:pt x="23" y="27"/>
                    <a:pt x="19" y="27"/>
                  </a:cubicBezTo>
                  <a:cubicBezTo>
                    <a:pt x="15" y="27"/>
                    <a:pt x="12" y="27"/>
                    <a:pt x="8" y="27"/>
                  </a:cubicBezTo>
                  <a:cubicBezTo>
                    <a:pt x="6" y="27"/>
                    <a:pt x="2" y="24"/>
                    <a:pt x="2" y="20"/>
                  </a:cubicBezTo>
                  <a:cubicBezTo>
                    <a:pt x="1" y="17"/>
                    <a:pt x="0" y="13"/>
                    <a:pt x="0" y="10"/>
                  </a:cubicBezTo>
                  <a:cubicBezTo>
                    <a:pt x="0" y="6"/>
                    <a:pt x="3" y="2"/>
                    <a:pt x="6" y="2"/>
                  </a:cubicBezTo>
                  <a:close/>
                  <a:moveTo>
                    <a:pt x="3" y="20"/>
                  </a:moveTo>
                  <a:cubicBezTo>
                    <a:pt x="4" y="22"/>
                    <a:pt x="6" y="25"/>
                    <a:pt x="8" y="25"/>
                  </a:cubicBezTo>
                  <a:cubicBezTo>
                    <a:pt x="15" y="25"/>
                    <a:pt x="23" y="25"/>
                    <a:pt x="30" y="25"/>
                  </a:cubicBezTo>
                  <a:cubicBezTo>
                    <a:pt x="32" y="25"/>
                    <a:pt x="34" y="22"/>
                    <a:pt x="35" y="19"/>
                  </a:cubicBezTo>
                  <a:cubicBezTo>
                    <a:pt x="36" y="16"/>
                    <a:pt x="36" y="13"/>
                    <a:pt x="36" y="9"/>
                  </a:cubicBezTo>
                  <a:cubicBezTo>
                    <a:pt x="36" y="7"/>
                    <a:pt x="34" y="4"/>
                    <a:pt x="32" y="3"/>
                  </a:cubicBezTo>
                  <a:cubicBezTo>
                    <a:pt x="23" y="2"/>
                    <a:pt x="15" y="2"/>
                    <a:pt x="6" y="3"/>
                  </a:cubicBezTo>
                  <a:cubicBezTo>
                    <a:pt x="4" y="4"/>
                    <a:pt x="2" y="7"/>
                    <a:pt x="2" y="10"/>
                  </a:cubicBezTo>
                  <a:cubicBezTo>
                    <a:pt x="2" y="13"/>
                    <a:pt x="2" y="16"/>
                    <a:pt x="3" y="20"/>
                  </a:cubicBezTo>
                  <a:close/>
                </a:path>
              </a:pathLst>
            </a:custGeom>
            <a:solidFill>
              <a:srgbClr val="0C2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245"/>
            <p:cNvSpPr>
              <a:spLocks/>
            </p:cNvSpPr>
            <p:nvPr/>
          </p:nvSpPr>
          <p:spPr bwMode="auto">
            <a:xfrm>
              <a:off x="2641" y="1388"/>
              <a:ext cx="81" cy="50"/>
            </a:xfrm>
            <a:custGeom>
              <a:avLst/>
              <a:gdLst>
                <a:gd name="T0" fmla="*/ 31 w 34"/>
                <a:gd name="T1" fmla="*/ 21 h 21"/>
                <a:gd name="T2" fmla="*/ 32 w 34"/>
                <a:gd name="T3" fmla="*/ 18 h 21"/>
                <a:gd name="T4" fmla="*/ 33 w 34"/>
                <a:gd name="T5" fmla="*/ 8 h 21"/>
                <a:gd name="T6" fmla="*/ 29 w 34"/>
                <a:gd name="T7" fmla="*/ 2 h 21"/>
                <a:gd name="T8" fmla="*/ 3 w 34"/>
                <a:gd name="T9" fmla="*/ 2 h 21"/>
                <a:gd name="T10" fmla="*/ 0 w 34"/>
                <a:gd name="T11" fmla="*/ 4 h 21"/>
                <a:gd name="T12" fmla="*/ 4 w 34"/>
                <a:gd name="T13" fmla="*/ 2 h 21"/>
                <a:gd name="T14" fmla="*/ 29 w 34"/>
                <a:gd name="T15" fmla="*/ 2 h 21"/>
                <a:gd name="T16" fmla="*/ 34 w 34"/>
                <a:gd name="T17" fmla="*/ 8 h 21"/>
                <a:gd name="T18" fmla="*/ 32 w 34"/>
                <a:gd name="T19" fmla="*/ 18 h 21"/>
                <a:gd name="T20" fmla="*/ 31 w 34"/>
                <a:gd name="T21"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 h="21">
                  <a:moveTo>
                    <a:pt x="31" y="21"/>
                  </a:moveTo>
                  <a:cubicBezTo>
                    <a:pt x="31" y="20"/>
                    <a:pt x="32" y="19"/>
                    <a:pt x="32" y="18"/>
                  </a:cubicBezTo>
                  <a:cubicBezTo>
                    <a:pt x="33" y="15"/>
                    <a:pt x="33" y="12"/>
                    <a:pt x="33" y="8"/>
                  </a:cubicBezTo>
                  <a:cubicBezTo>
                    <a:pt x="33" y="6"/>
                    <a:pt x="31" y="3"/>
                    <a:pt x="29" y="2"/>
                  </a:cubicBezTo>
                  <a:cubicBezTo>
                    <a:pt x="20" y="1"/>
                    <a:pt x="12" y="1"/>
                    <a:pt x="3" y="2"/>
                  </a:cubicBezTo>
                  <a:cubicBezTo>
                    <a:pt x="2" y="3"/>
                    <a:pt x="1" y="3"/>
                    <a:pt x="0" y="4"/>
                  </a:cubicBezTo>
                  <a:cubicBezTo>
                    <a:pt x="1" y="3"/>
                    <a:pt x="2" y="2"/>
                    <a:pt x="4" y="2"/>
                  </a:cubicBezTo>
                  <a:cubicBezTo>
                    <a:pt x="12" y="0"/>
                    <a:pt x="21" y="0"/>
                    <a:pt x="29" y="2"/>
                  </a:cubicBezTo>
                  <a:cubicBezTo>
                    <a:pt x="32" y="2"/>
                    <a:pt x="34" y="5"/>
                    <a:pt x="34" y="8"/>
                  </a:cubicBezTo>
                  <a:cubicBezTo>
                    <a:pt x="34" y="11"/>
                    <a:pt x="33" y="14"/>
                    <a:pt x="32" y="18"/>
                  </a:cubicBezTo>
                  <a:cubicBezTo>
                    <a:pt x="32" y="19"/>
                    <a:pt x="31" y="20"/>
                    <a:pt x="31" y="21"/>
                  </a:cubicBezTo>
                  <a:close/>
                </a:path>
              </a:pathLst>
            </a:custGeom>
            <a:solidFill>
              <a:srgbClr val="2C56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246"/>
            <p:cNvSpPr>
              <a:spLocks/>
            </p:cNvSpPr>
            <p:nvPr/>
          </p:nvSpPr>
          <p:spPr bwMode="auto">
            <a:xfrm>
              <a:off x="2620" y="1395"/>
              <a:ext cx="12" cy="21"/>
            </a:xfrm>
            <a:custGeom>
              <a:avLst/>
              <a:gdLst>
                <a:gd name="T0" fmla="*/ 5 w 5"/>
                <a:gd name="T1" fmla="*/ 1 h 9"/>
                <a:gd name="T2" fmla="*/ 0 w 5"/>
                <a:gd name="T3" fmla="*/ 0 h 9"/>
                <a:gd name="T4" fmla="*/ 1 w 5"/>
                <a:gd name="T5" fmla="*/ 9 h 9"/>
                <a:gd name="T6" fmla="*/ 5 w 5"/>
                <a:gd name="T7" fmla="*/ 6 h 9"/>
                <a:gd name="T8" fmla="*/ 5 w 5"/>
                <a:gd name="T9" fmla="*/ 1 h 9"/>
              </a:gdLst>
              <a:ahLst/>
              <a:cxnLst>
                <a:cxn ang="0">
                  <a:pos x="T0" y="T1"/>
                </a:cxn>
                <a:cxn ang="0">
                  <a:pos x="T2" y="T3"/>
                </a:cxn>
                <a:cxn ang="0">
                  <a:pos x="T4" y="T5"/>
                </a:cxn>
                <a:cxn ang="0">
                  <a:pos x="T6" y="T7"/>
                </a:cxn>
                <a:cxn ang="0">
                  <a:pos x="T8" y="T9"/>
                </a:cxn>
              </a:cxnLst>
              <a:rect l="0" t="0" r="r" b="b"/>
              <a:pathLst>
                <a:path w="5" h="9">
                  <a:moveTo>
                    <a:pt x="5" y="1"/>
                  </a:moveTo>
                  <a:cubicBezTo>
                    <a:pt x="3" y="1"/>
                    <a:pt x="1" y="1"/>
                    <a:pt x="0" y="0"/>
                  </a:cubicBezTo>
                  <a:cubicBezTo>
                    <a:pt x="1" y="2"/>
                    <a:pt x="2" y="7"/>
                    <a:pt x="1" y="9"/>
                  </a:cubicBezTo>
                  <a:cubicBezTo>
                    <a:pt x="2" y="7"/>
                    <a:pt x="3" y="6"/>
                    <a:pt x="5" y="6"/>
                  </a:cubicBezTo>
                  <a:lnTo>
                    <a:pt x="5" y="1"/>
                  </a:lnTo>
                  <a:close/>
                </a:path>
              </a:pathLst>
            </a:custGeom>
            <a:solidFill>
              <a:srgbClr val="0C2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247"/>
            <p:cNvSpPr>
              <a:spLocks/>
            </p:cNvSpPr>
            <p:nvPr/>
          </p:nvSpPr>
          <p:spPr bwMode="auto">
            <a:xfrm>
              <a:off x="2627" y="1395"/>
              <a:ext cx="12" cy="21"/>
            </a:xfrm>
            <a:custGeom>
              <a:avLst/>
              <a:gdLst>
                <a:gd name="T0" fmla="*/ 0 w 5"/>
                <a:gd name="T1" fmla="*/ 1 h 9"/>
                <a:gd name="T2" fmla="*/ 5 w 5"/>
                <a:gd name="T3" fmla="*/ 0 h 9"/>
                <a:gd name="T4" fmla="*/ 3 w 5"/>
                <a:gd name="T5" fmla="*/ 9 h 9"/>
                <a:gd name="T6" fmla="*/ 0 w 5"/>
                <a:gd name="T7" fmla="*/ 6 h 9"/>
                <a:gd name="T8" fmla="*/ 0 w 5"/>
                <a:gd name="T9" fmla="*/ 1 h 9"/>
              </a:gdLst>
              <a:ahLst/>
              <a:cxnLst>
                <a:cxn ang="0">
                  <a:pos x="T0" y="T1"/>
                </a:cxn>
                <a:cxn ang="0">
                  <a:pos x="T2" y="T3"/>
                </a:cxn>
                <a:cxn ang="0">
                  <a:pos x="T4" y="T5"/>
                </a:cxn>
                <a:cxn ang="0">
                  <a:pos x="T6" y="T7"/>
                </a:cxn>
                <a:cxn ang="0">
                  <a:pos x="T8" y="T9"/>
                </a:cxn>
              </a:cxnLst>
              <a:rect l="0" t="0" r="r" b="b"/>
              <a:pathLst>
                <a:path w="5" h="9">
                  <a:moveTo>
                    <a:pt x="0" y="1"/>
                  </a:moveTo>
                  <a:cubicBezTo>
                    <a:pt x="2" y="1"/>
                    <a:pt x="3" y="1"/>
                    <a:pt x="5" y="0"/>
                  </a:cubicBezTo>
                  <a:cubicBezTo>
                    <a:pt x="3" y="2"/>
                    <a:pt x="3" y="7"/>
                    <a:pt x="3" y="9"/>
                  </a:cubicBezTo>
                  <a:cubicBezTo>
                    <a:pt x="3" y="7"/>
                    <a:pt x="2" y="6"/>
                    <a:pt x="0" y="6"/>
                  </a:cubicBezTo>
                  <a:lnTo>
                    <a:pt x="0" y="1"/>
                  </a:lnTo>
                  <a:close/>
                </a:path>
              </a:pathLst>
            </a:custGeom>
            <a:solidFill>
              <a:srgbClr val="0C2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249"/>
            <p:cNvSpPr>
              <a:spLocks/>
            </p:cNvSpPr>
            <p:nvPr/>
          </p:nvSpPr>
          <p:spPr bwMode="auto">
            <a:xfrm>
              <a:off x="1756" y="457"/>
              <a:ext cx="187" cy="202"/>
            </a:xfrm>
            <a:custGeom>
              <a:avLst/>
              <a:gdLst>
                <a:gd name="T0" fmla="*/ 187 w 187"/>
                <a:gd name="T1" fmla="*/ 195 h 202"/>
                <a:gd name="T2" fmla="*/ 7 w 187"/>
                <a:gd name="T3" fmla="*/ 0 h 202"/>
                <a:gd name="T4" fmla="*/ 0 w 187"/>
                <a:gd name="T5" fmla="*/ 8 h 202"/>
                <a:gd name="T6" fmla="*/ 180 w 187"/>
                <a:gd name="T7" fmla="*/ 202 h 202"/>
              </a:gdLst>
              <a:ahLst/>
              <a:cxnLst>
                <a:cxn ang="0">
                  <a:pos x="T0" y="T1"/>
                </a:cxn>
                <a:cxn ang="0">
                  <a:pos x="T2" y="T3"/>
                </a:cxn>
                <a:cxn ang="0">
                  <a:pos x="T4" y="T5"/>
                </a:cxn>
                <a:cxn ang="0">
                  <a:pos x="T6" y="T7"/>
                </a:cxn>
              </a:cxnLst>
              <a:rect l="0" t="0" r="r" b="b"/>
              <a:pathLst>
                <a:path w="187" h="202">
                  <a:moveTo>
                    <a:pt x="187" y="195"/>
                  </a:moveTo>
                  <a:lnTo>
                    <a:pt x="7" y="0"/>
                  </a:lnTo>
                  <a:lnTo>
                    <a:pt x="0" y="8"/>
                  </a:lnTo>
                  <a:lnTo>
                    <a:pt x="180" y="20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251"/>
            <p:cNvSpPr>
              <a:spLocks/>
            </p:cNvSpPr>
            <p:nvPr/>
          </p:nvSpPr>
          <p:spPr bwMode="auto">
            <a:xfrm>
              <a:off x="3650" y="3062"/>
              <a:ext cx="518" cy="520"/>
            </a:xfrm>
            <a:custGeom>
              <a:avLst/>
              <a:gdLst>
                <a:gd name="T0" fmla="*/ 518 w 518"/>
                <a:gd name="T1" fmla="*/ 513 h 520"/>
                <a:gd name="T2" fmla="*/ 7 w 518"/>
                <a:gd name="T3" fmla="*/ 0 h 520"/>
                <a:gd name="T4" fmla="*/ 0 w 518"/>
                <a:gd name="T5" fmla="*/ 7 h 520"/>
                <a:gd name="T6" fmla="*/ 513 w 518"/>
                <a:gd name="T7" fmla="*/ 520 h 520"/>
              </a:gdLst>
              <a:ahLst/>
              <a:cxnLst>
                <a:cxn ang="0">
                  <a:pos x="T0" y="T1"/>
                </a:cxn>
                <a:cxn ang="0">
                  <a:pos x="T2" y="T3"/>
                </a:cxn>
                <a:cxn ang="0">
                  <a:pos x="T4" y="T5"/>
                </a:cxn>
                <a:cxn ang="0">
                  <a:pos x="T6" y="T7"/>
                </a:cxn>
              </a:cxnLst>
              <a:rect l="0" t="0" r="r" b="b"/>
              <a:pathLst>
                <a:path w="518" h="520">
                  <a:moveTo>
                    <a:pt x="518" y="513"/>
                  </a:moveTo>
                  <a:lnTo>
                    <a:pt x="7" y="0"/>
                  </a:lnTo>
                  <a:lnTo>
                    <a:pt x="0" y="7"/>
                  </a:lnTo>
                  <a:lnTo>
                    <a:pt x="513" y="5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253"/>
            <p:cNvSpPr>
              <a:spLocks/>
            </p:cNvSpPr>
            <p:nvPr/>
          </p:nvSpPr>
          <p:spPr bwMode="auto">
            <a:xfrm>
              <a:off x="1235" y="3168"/>
              <a:ext cx="383" cy="384"/>
            </a:xfrm>
            <a:custGeom>
              <a:avLst/>
              <a:gdLst>
                <a:gd name="T0" fmla="*/ 376 w 383"/>
                <a:gd name="T1" fmla="*/ 0 h 384"/>
                <a:gd name="T2" fmla="*/ 0 w 383"/>
                <a:gd name="T3" fmla="*/ 377 h 384"/>
                <a:gd name="T4" fmla="*/ 7 w 383"/>
                <a:gd name="T5" fmla="*/ 384 h 384"/>
                <a:gd name="T6" fmla="*/ 383 w 383"/>
                <a:gd name="T7" fmla="*/ 7 h 384"/>
              </a:gdLst>
              <a:ahLst/>
              <a:cxnLst>
                <a:cxn ang="0">
                  <a:pos x="T0" y="T1"/>
                </a:cxn>
                <a:cxn ang="0">
                  <a:pos x="T2" y="T3"/>
                </a:cxn>
                <a:cxn ang="0">
                  <a:pos x="T4" y="T5"/>
                </a:cxn>
                <a:cxn ang="0">
                  <a:pos x="T6" y="T7"/>
                </a:cxn>
              </a:cxnLst>
              <a:rect l="0" t="0" r="r" b="b"/>
              <a:pathLst>
                <a:path w="383" h="384">
                  <a:moveTo>
                    <a:pt x="376" y="0"/>
                  </a:moveTo>
                  <a:lnTo>
                    <a:pt x="0" y="377"/>
                  </a:lnTo>
                  <a:lnTo>
                    <a:pt x="7" y="384"/>
                  </a:lnTo>
                  <a:lnTo>
                    <a:pt x="383" y="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255"/>
            <p:cNvSpPr>
              <a:spLocks/>
            </p:cNvSpPr>
            <p:nvPr/>
          </p:nvSpPr>
          <p:spPr bwMode="auto">
            <a:xfrm>
              <a:off x="3522" y="543"/>
              <a:ext cx="258" cy="194"/>
            </a:xfrm>
            <a:custGeom>
              <a:avLst/>
              <a:gdLst>
                <a:gd name="T0" fmla="*/ 253 w 258"/>
                <a:gd name="T1" fmla="*/ 0 h 194"/>
                <a:gd name="T2" fmla="*/ 0 w 258"/>
                <a:gd name="T3" fmla="*/ 187 h 194"/>
                <a:gd name="T4" fmla="*/ 7 w 258"/>
                <a:gd name="T5" fmla="*/ 194 h 194"/>
                <a:gd name="T6" fmla="*/ 258 w 258"/>
                <a:gd name="T7" fmla="*/ 7 h 194"/>
              </a:gdLst>
              <a:ahLst/>
              <a:cxnLst>
                <a:cxn ang="0">
                  <a:pos x="T0" y="T1"/>
                </a:cxn>
                <a:cxn ang="0">
                  <a:pos x="T2" y="T3"/>
                </a:cxn>
                <a:cxn ang="0">
                  <a:pos x="T4" y="T5"/>
                </a:cxn>
                <a:cxn ang="0">
                  <a:pos x="T6" y="T7"/>
                </a:cxn>
              </a:cxnLst>
              <a:rect l="0" t="0" r="r" b="b"/>
              <a:pathLst>
                <a:path w="258" h="194">
                  <a:moveTo>
                    <a:pt x="253" y="0"/>
                  </a:moveTo>
                  <a:lnTo>
                    <a:pt x="0" y="187"/>
                  </a:lnTo>
                  <a:lnTo>
                    <a:pt x="7" y="194"/>
                  </a:lnTo>
                  <a:lnTo>
                    <a:pt x="258" y="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60"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四项循环</a:t>
            </a:r>
            <a:endParaRPr lang="zh-CN" altLang="zh-CN" sz="2800" b="1" dirty="0">
              <a:solidFill>
                <a:schemeClr val="tx1">
                  <a:lumMod val="65000"/>
                  <a:lumOff val="35000"/>
                </a:schemeClr>
              </a:solidFill>
            </a:endParaRPr>
          </a:p>
        </p:txBody>
      </p:sp>
      <p:sp>
        <p:nvSpPr>
          <p:cNvPr id="266" name="Freeform 11"/>
          <p:cNvSpPr>
            <a:spLocks/>
          </p:cNvSpPr>
          <p:nvPr/>
        </p:nvSpPr>
        <p:spPr bwMode="auto">
          <a:xfrm>
            <a:off x="7029504" y="5528711"/>
            <a:ext cx="1722438" cy="476250"/>
          </a:xfrm>
          <a:custGeom>
            <a:avLst/>
            <a:gdLst>
              <a:gd name="T0" fmla="*/ 1085 w 1085"/>
              <a:gd name="T1" fmla="*/ 300 h 300"/>
              <a:gd name="T2" fmla="*/ 216 w 1085"/>
              <a:gd name="T3" fmla="*/ 300 h 300"/>
              <a:gd name="T4" fmla="*/ 214 w 1085"/>
              <a:gd name="T5" fmla="*/ 297 h 300"/>
              <a:gd name="T6" fmla="*/ 0 w 1085"/>
              <a:gd name="T7" fmla="*/ 6 h 300"/>
              <a:gd name="T8" fmla="*/ 9 w 1085"/>
              <a:gd name="T9" fmla="*/ 0 h 300"/>
              <a:gd name="T10" fmla="*/ 222 w 1085"/>
              <a:gd name="T11" fmla="*/ 290 h 300"/>
              <a:gd name="T12" fmla="*/ 1085 w 1085"/>
              <a:gd name="T13" fmla="*/ 290 h 300"/>
              <a:gd name="T14" fmla="*/ 1085 w 1085"/>
              <a:gd name="T15" fmla="*/ 300 h 3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5" h="300">
                <a:moveTo>
                  <a:pt x="1085" y="300"/>
                </a:moveTo>
                <a:lnTo>
                  <a:pt x="216" y="300"/>
                </a:lnTo>
                <a:lnTo>
                  <a:pt x="214" y="297"/>
                </a:lnTo>
                <a:lnTo>
                  <a:pt x="0" y="6"/>
                </a:lnTo>
                <a:lnTo>
                  <a:pt x="9" y="0"/>
                </a:lnTo>
                <a:lnTo>
                  <a:pt x="222" y="290"/>
                </a:lnTo>
                <a:lnTo>
                  <a:pt x="1085" y="290"/>
                </a:lnTo>
                <a:lnTo>
                  <a:pt x="1085" y="300"/>
                </a:lnTo>
                <a:close/>
              </a:path>
            </a:pathLst>
          </a:custGeom>
          <a:solidFill>
            <a:schemeClr val="bg1">
              <a:lumMod val="50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67" name="Freeform 13"/>
          <p:cNvSpPr>
            <a:spLocks/>
          </p:cNvSpPr>
          <p:nvPr/>
        </p:nvSpPr>
        <p:spPr bwMode="auto">
          <a:xfrm>
            <a:off x="7031092" y="2591393"/>
            <a:ext cx="1720850" cy="476250"/>
          </a:xfrm>
          <a:custGeom>
            <a:avLst/>
            <a:gdLst>
              <a:gd name="T0" fmla="*/ 1084 w 1084"/>
              <a:gd name="T1" fmla="*/ 0 h 300"/>
              <a:gd name="T2" fmla="*/ 216 w 1084"/>
              <a:gd name="T3" fmla="*/ 0 h 300"/>
              <a:gd name="T4" fmla="*/ 215 w 1084"/>
              <a:gd name="T5" fmla="*/ 3 h 300"/>
              <a:gd name="T6" fmla="*/ 0 w 1084"/>
              <a:gd name="T7" fmla="*/ 294 h 300"/>
              <a:gd name="T8" fmla="*/ 8 w 1084"/>
              <a:gd name="T9" fmla="*/ 300 h 300"/>
              <a:gd name="T10" fmla="*/ 221 w 1084"/>
              <a:gd name="T11" fmla="*/ 10 h 300"/>
              <a:gd name="T12" fmla="*/ 1084 w 1084"/>
              <a:gd name="T13" fmla="*/ 10 h 300"/>
              <a:gd name="T14" fmla="*/ 1084 w 1084"/>
              <a:gd name="T15" fmla="*/ 0 h 3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4" h="300">
                <a:moveTo>
                  <a:pt x="1084" y="0"/>
                </a:moveTo>
                <a:lnTo>
                  <a:pt x="216" y="0"/>
                </a:lnTo>
                <a:lnTo>
                  <a:pt x="215" y="3"/>
                </a:lnTo>
                <a:lnTo>
                  <a:pt x="0" y="294"/>
                </a:lnTo>
                <a:lnTo>
                  <a:pt x="8" y="300"/>
                </a:lnTo>
                <a:lnTo>
                  <a:pt x="221" y="10"/>
                </a:lnTo>
                <a:lnTo>
                  <a:pt x="1084" y="10"/>
                </a:lnTo>
                <a:lnTo>
                  <a:pt x="1084" y="0"/>
                </a:lnTo>
                <a:close/>
              </a:path>
            </a:pathLst>
          </a:custGeom>
          <a:solidFill>
            <a:schemeClr val="bg1">
              <a:lumMod val="50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68" name="Freeform 15"/>
          <p:cNvSpPr>
            <a:spLocks/>
          </p:cNvSpPr>
          <p:nvPr/>
        </p:nvSpPr>
        <p:spPr bwMode="auto">
          <a:xfrm>
            <a:off x="3182251" y="2591393"/>
            <a:ext cx="1722438" cy="476250"/>
          </a:xfrm>
          <a:custGeom>
            <a:avLst/>
            <a:gdLst>
              <a:gd name="T0" fmla="*/ 0 w 1085"/>
              <a:gd name="T1" fmla="*/ 0 h 300"/>
              <a:gd name="T2" fmla="*/ 869 w 1085"/>
              <a:gd name="T3" fmla="*/ 0 h 300"/>
              <a:gd name="T4" fmla="*/ 871 w 1085"/>
              <a:gd name="T5" fmla="*/ 1 h 300"/>
              <a:gd name="T6" fmla="*/ 1085 w 1085"/>
              <a:gd name="T7" fmla="*/ 292 h 300"/>
              <a:gd name="T8" fmla="*/ 1076 w 1085"/>
              <a:gd name="T9" fmla="*/ 300 h 300"/>
              <a:gd name="T10" fmla="*/ 863 w 1085"/>
              <a:gd name="T11" fmla="*/ 10 h 300"/>
              <a:gd name="T12" fmla="*/ 0 w 1085"/>
              <a:gd name="T13" fmla="*/ 10 h 300"/>
              <a:gd name="T14" fmla="*/ 0 w 1085"/>
              <a:gd name="T15" fmla="*/ 0 h 3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5" h="300">
                <a:moveTo>
                  <a:pt x="0" y="0"/>
                </a:moveTo>
                <a:lnTo>
                  <a:pt x="869" y="0"/>
                </a:lnTo>
                <a:lnTo>
                  <a:pt x="871" y="1"/>
                </a:lnTo>
                <a:lnTo>
                  <a:pt x="1085" y="292"/>
                </a:lnTo>
                <a:lnTo>
                  <a:pt x="1076" y="300"/>
                </a:lnTo>
                <a:lnTo>
                  <a:pt x="863" y="10"/>
                </a:lnTo>
                <a:lnTo>
                  <a:pt x="0" y="10"/>
                </a:lnTo>
                <a:lnTo>
                  <a:pt x="0" y="0"/>
                </a:lnTo>
                <a:close/>
              </a:path>
            </a:pathLst>
          </a:custGeom>
          <a:solidFill>
            <a:schemeClr val="bg1">
              <a:lumMod val="50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69" name="Freeform 17"/>
          <p:cNvSpPr>
            <a:spLocks/>
          </p:cNvSpPr>
          <p:nvPr/>
        </p:nvSpPr>
        <p:spPr bwMode="auto">
          <a:xfrm>
            <a:off x="3182251" y="5528711"/>
            <a:ext cx="1722438" cy="476250"/>
          </a:xfrm>
          <a:custGeom>
            <a:avLst/>
            <a:gdLst>
              <a:gd name="T0" fmla="*/ 0 w 1085"/>
              <a:gd name="T1" fmla="*/ 300 h 300"/>
              <a:gd name="T2" fmla="*/ 869 w 1085"/>
              <a:gd name="T3" fmla="*/ 300 h 300"/>
              <a:gd name="T4" fmla="*/ 871 w 1085"/>
              <a:gd name="T5" fmla="*/ 297 h 300"/>
              <a:gd name="T6" fmla="*/ 1085 w 1085"/>
              <a:gd name="T7" fmla="*/ 6 h 300"/>
              <a:gd name="T8" fmla="*/ 1076 w 1085"/>
              <a:gd name="T9" fmla="*/ 0 h 300"/>
              <a:gd name="T10" fmla="*/ 863 w 1085"/>
              <a:gd name="T11" fmla="*/ 290 h 300"/>
              <a:gd name="T12" fmla="*/ 0 w 1085"/>
              <a:gd name="T13" fmla="*/ 290 h 300"/>
              <a:gd name="T14" fmla="*/ 0 w 1085"/>
              <a:gd name="T15" fmla="*/ 300 h 3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5" h="300">
                <a:moveTo>
                  <a:pt x="0" y="300"/>
                </a:moveTo>
                <a:lnTo>
                  <a:pt x="869" y="300"/>
                </a:lnTo>
                <a:lnTo>
                  <a:pt x="871" y="297"/>
                </a:lnTo>
                <a:lnTo>
                  <a:pt x="1085" y="6"/>
                </a:lnTo>
                <a:lnTo>
                  <a:pt x="1076" y="0"/>
                </a:lnTo>
                <a:lnTo>
                  <a:pt x="863" y="290"/>
                </a:lnTo>
                <a:lnTo>
                  <a:pt x="0" y="290"/>
                </a:lnTo>
                <a:lnTo>
                  <a:pt x="0" y="300"/>
                </a:lnTo>
                <a:close/>
              </a:path>
            </a:pathLst>
          </a:custGeom>
          <a:solidFill>
            <a:schemeClr val="bg1">
              <a:lumMod val="50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70" name="文本框 269"/>
          <p:cNvSpPr txBox="1"/>
          <p:nvPr/>
        </p:nvSpPr>
        <p:spPr>
          <a:xfrm>
            <a:off x="7876825" y="2617190"/>
            <a:ext cx="2856518" cy="830997"/>
          </a:xfrm>
          <a:prstGeom prst="rect">
            <a:avLst/>
          </a:prstGeom>
          <a:noFill/>
        </p:spPr>
        <p:txBody>
          <a:bodyPr wrap="square" rtlCol="0">
            <a:spAutoFit/>
          </a:bodyPr>
          <a:lstStyle/>
          <a:p>
            <a:pPr>
              <a:lnSpc>
                <a:spcPct val="120000"/>
              </a:lnSpc>
            </a:pPr>
            <a:r>
              <a:rPr lang="zh-CN" altLang="en-US" sz="2400" b="1" dirty="0">
                <a:solidFill>
                  <a:srgbClr val="29414F"/>
                </a:solidFill>
              </a:rPr>
              <a:t>添加标题</a:t>
            </a:r>
            <a:endParaRPr lang="en-US" altLang="zh-CN" sz="2400" b="1" dirty="0">
              <a:solidFill>
                <a:srgbClr val="29414F"/>
              </a:solidFill>
            </a:endParaRPr>
          </a:p>
          <a:p>
            <a:pPr>
              <a:lnSpc>
                <a:spcPct val="120000"/>
              </a:lnSpc>
            </a:pPr>
            <a:r>
              <a:rPr lang="zh-CN" altLang="en-US" sz="1600" dirty="0">
                <a:solidFill>
                  <a:schemeClr val="tx1">
                    <a:lumMod val="65000"/>
                    <a:lumOff val="35000"/>
                  </a:schemeClr>
                </a:solidFill>
              </a:rPr>
              <a:t>添加内容添加内容</a:t>
            </a:r>
          </a:p>
        </p:txBody>
      </p:sp>
      <p:sp>
        <p:nvSpPr>
          <p:cNvPr id="271" name="文本框 270"/>
          <p:cNvSpPr txBox="1"/>
          <p:nvPr/>
        </p:nvSpPr>
        <p:spPr>
          <a:xfrm>
            <a:off x="1468895" y="2704864"/>
            <a:ext cx="2856518" cy="830997"/>
          </a:xfrm>
          <a:prstGeom prst="rect">
            <a:avLst/>
          </a:prstGeom>
          <a:noFill/>
        </p:spPr>
        <p:txBody>
          <a:bodyPr wrap="square" rtlCol="0">
            <a:spAutoFit/>
          </a:bodyPr>
          <a:lstStyle/>
          <a:p>
            <a:pPr algn="r">
              <a:lnSpc>
                <a:spcPct val="120000"/>
              </a:lnSpc>
            </a:pPr>
            <a:r>
              <a:rPr lang="zh-CN" altLang="en-US" sz="2400" b="1" dirty="0">
                <a:solidFill>
                  <a:srgbClr val="3A8FCB"/>
                </a:solidFill>
              </a:rPr>
              <a:t>添加标题</a:t>
            </a:r>
            <a:endParaRPr lang="en-US" altLang="zh-CN" sz="2400" b="1" dirty="0">
              <a:solidFill>
                <a:srgbClr val="3A8FCB"/>
              </a:solidFill>
            </a:endParaRPr>
          </a:p>
          <a:p>
            <a:pPr algn="r">
              <a:lnSpc>
                <a:spcPct val="120000"/>
              </a:lnSpc>
            </a:pPr>
            <a:r>
              <a:rPr lang="zh-CN" altLang="en-US" sz="1600" dirty="0">
                <a:solidFill>
                  <a:schemeClr val="tx1">
                    <a:lumMod val="65000"/>
                    <a:lumOff val="35000"/>
                  </a:schemeClr>
                </a:solidFill>
              </a:rPr>
              <a:t>添加内容添加内容</a:t>
            </a:r>
          </a:p>
        </p:txBody>
      </p:sp>
      <p:sp>
        <p:nvSpPr>
          <p:cNvPr id="272" name="文本框 271"/>
          <p:cNvSpPr txBox="1"/>
          <p:nvPr/>
        </p:nvSpPr>
        <p:spPr>
          <a:xfrm>
            <a:off x="7876825" y="5042693"/>
            <a:ext cx="2856518" cy="830997"/>
          </a:xfrm>
          <a:prstGeom prst="rect">
            <a:avLst/>
          </a:prstGeom>
          <a:noFill/>
        </p:spPr>
        <p:txBody>
          <a:bodyPr wrap="square" rtlCol="0">
            <a:spAutoFit/>
          </a:bodyPr>
          <a:lstStyle/>
          <a:p>
            <a:pPr>
              <a:lnSpc>
                <a:spcPct val="120000"/>
              </a:lnSpc>
            </a:pPr>
            <a:r>
              <a:rPr lang="zh-CN" altLang="en-US" sz="2400" b="1" dirty="0">
                <a:solidFill>
                  <a:srgbClr val="219980"/>
                </a:solidFill>
              </a:rPr>
              <a:t>添加标题</a:t>
            </a:r>
            <a:endParaRPr lang="en-US" altLang="zh-CN" sz="2400" b="1" dirty="0">
              <a:solidFill>
                <a:srgbClr val="219980"/>
              </a:solidFill>
            </a:endParaRPr>
          </a:p>
          <a:p>
            <a:pPr>
              <a:lnSpc>
                <a:spcPct val="120000"/>
              </a:lnSpc>
            </a:pPr>
            <a:r>
              <a:rPr lang="zh-CN" altLang="en-US" sz="1600" dirty="0">
                <a:solidFill>
                  <a:schemeClr val="tx1">
                    <a:lumMod val="65000"/>
                    <a:lumOff val="35000"/>
                  </a:schemeClr>
                </a:solidFill>
              </a:rPr>
              <a:t>添加内容添加内容</a:t>
            </a:r>
          </a:p>
        </p:txBody>
      </p:sp>
      <p:sp>
        <p:nvSpPr>
          <p:cNvPr id="273" name="文本框 272"/>
          <p:cNvSpPr txBox="1"/>
          <p:nvPr/>
        </p:nvSpPr>
        <p:spPr>
          <a:xfrm>
            <a:off x="1468895" y="5103432"/>
            <a:ext cx="2856518" cy="830997"/>
          </a:xfrm>
          <a:prstGeom prst="rect">
            <a:avLst/>
          </a:prstGeom>
          <a:noFill/>
        </p:spPr>
        <p:txBody>
          <a:bodyPr wrap="square" rtlCol="0">
            <a:spAutoFit/>
          </a:bodyPr>
          <a:lstStyle/>
          <a:p>
            <a:pPr algn="r">
              <a:lnSpc>
                <a:spcPct val="120000"/>
              </a:lnSpc>
            </a:pPr>
            <a:r>
              <a:rPr lang="zh-CN" altLang="en-US" sz="2400" b="1" dirty="0">
                <a:solidFill>
                  <a:srgbClr val="EA981E"/>
                </a:solidFill>
              </a:rPr>
              <a:t>添加标题</a:t>
            </a:r>
            <a:endParaRPr lang="en-US" altLang="zh-CN" sz="2400" b="1" dirty="0">
              <a:solidFill>
                <a:srgbClr val="EA981E"/>
              </a:solidFill>
            </a:endParaRPr>
          </a:p>
          <a:p>
            <a:pPr algn="r">
              <a:lnSpc>
                <a:spcPct val="120000"/>
              </a:lnSpc>
            </a:pPr>
            <a:r>
              <a:rPr lang="zh-CN" altLang="en-US" sz="1600" dirty="0">
                <a:solidFill>
                  <a:schemeClr val="tx1">
                    <a:lumMod val="65000"/>
                    <a:lumOff val="35000"/>
                  </a:schemeClr>
                </a:solidFill>
              </a:rPr>
              <a:t>添加内容添加内容</a:t>
            </a:r>
          </a:p>
        </p:txBody>
      </p:sp>
      <p:sp>
        <p:nvSpPr>
          <p:cNvPr id="274" name="文本框 273"/>
          <p:cNvSpPr txBox="1"/>
          <p:nvPr/>
        </p:nvSpPr>
        <p:spPr>
          <a:xfrm>
            <a:off x="4139317" y="1058393"/>
            <a:ext cx="3913366"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275" name="Rectangle 58"/>
          <p:cNvSpPr/>
          <p:nvPr/>
        </p:nvSpPr>
        <p:spPr>
          <a:xfrm>
            <a:off x="3614043" y="1478661"/>
            <a:ext cx="4963915"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单击此处添加副标题</a:t>
            </a:r>
          </a:p>
        </p:txBody>
      </p:sp>
    </p:spTree>
    <p:extLst>
      <p:ext uri="{BB962C8B-B14F-4D97-AF65-F5344CB8AC3E}">
        <p14:creationId xmlns:p14="http://schemas.microsoft.com/office/powerpoint/2010/main" val="995462439"/>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 name="Freeform 5"/>
          <p:cNvSpPr>
            <a:spLocks/>
          </p:cNvSpPr>
          <p:nvPr/>
        </p:nvSpPr>
        <p:spPr bwMode="auto">
          <a:xfrm>
            <a:off x="4432199" y="3368418"/>
            <a:ext cx="1417161" cy="2137551"/>
          </a:xfrm>
          <a:custGeom>
            <a:avLst/>
            <a:gdLst>
              <a:gd name="T0" fmla="*/ 807 w 1087"/>
              <a:gd name="T1" fmla="*/ 1276 h 1639"/>
              <a:gd name="T2" fmla="*/ 1087 w 1087"/>
              <a:gd name="T3" fmla="*/ 838 h 1639"/>
              <a:gd name="T4" fmla="*/ 841 w 1087"/>
              <a:gd name="T5" fmla="*/ 596 h 1639"/>
              <a:gd name="T6" fmla="*/ 799 w 1087"/>
              <a:gd name="T7" fmla="*/ 400 h 1639"/>
              <a:gd name="T8" fmla="*/ 799 w 1087"/>
              <a:gd name="T9" fmla="*/ 400 h 1639"/>
              <a:gd name="T10" fmla="*/ 400 w 1087"/>
              <a:gd name="T11" fmla="*/ 0 h 1639"/>
              <a:gd name="T12" fmla="*/ 0 w 1087"/>
              <a:gd name="T13" fmla="*/ 400 h 1639"/>
              <a:gd name="T14" fmla="*/ 0 w 1087"/>
              <a:gd name="T15" fmla="*/ 400 h 1639"/>
              <a:gd name="T16" fmla="*/ 42 w 1087"/>
              <a:gd name="T17" fmla="*/ 724 h 1639"/>
              <a:gd name="T18" fmla="*/ 671 w 1087"/>
              <a:gd name="T19" fmla="*/ 1524 h 1639"/>
              <a:gd name="T20" fmla="*/ 971 w 1087"/>
              <a:gd name="T21" fmla="*/ 1639 h 1639"/>
              <a:gd name="T22" fmla="*/ 807 w 1087"/>
              <a:gd name="T23" fmla="*/ 1276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87" h="1639">
                <a:moveTo>
                  <a:pt x="807" y="1276"/>
                </a:moveTo>
                <a:cubicBezTo>
                  <a:pt x="807" y="1082"/>
                  <a:pt x="922" y="914"/>
                  <a:pt x="1087" y="838"/>
                </a:cubicBezTo>
                <a:cubicBezTo>
                  <a:pt x="978" y="791"/>
                  <a:pt x="890" y="704"/>
                  <a:pt x="841" y="596"/>
                </a:cubicBezTo>
                <a:cubicBezTo>
                  <a:pt x="814" y="536"/>
                  <a:pt x="799" y="470"/>
                  <a:pt x="799" y="400"/>
                </a:cubicBezTo>
                <a:cubicBezTo>
                  <a:pt x="799" y="400"/>
                  <a:pt x="799" y="400"/>
                  <a:pt x="799" y="400"/>
                </a:cubicBezTo>
                <a:cubicBezTo>
                  <a:pt x="799" y="179"/>
                  <a:pt x="620" y="0"/>
                  <a:pt x="400" y="0"/>
                </a:cubicBezTo>
                <a:cubicBezTo>
                  <a:pt x="179" y="0"/>
                  <a:pt x="0" y="179"/>
                  <a:pt x="0" y="400"/>
                </a:cubicBezTo>
                <a:cubicBezTo>
                  <a:pt x="0" y="400"/>
                  <a:pt x="0" y="400"/>
                  <a:pt x="0" y="400"/>
                </a:cubicBezTo>
                <a:cubicBezTo>
                  <a:pt x="0" y="512"/>
                  <a:pt x="15" y="620"/>
                  <a:pt x="42" y="724"/>
                </a:cubicBezTo>
                <a:cubicBezTo>
                  <a:pt x="132" y="1070"/>
                  <a:pt x="364" y="1358"/>
                  <a:pt x="671" y="1524"/>
                </a:cubicBezTo>
                <a:cubicBezTo>
                  <a:pt x="765" y="1574"/>
                  <a:pt x="866" y="1613"/>
                  <a:pt x="971" y="1639"/>
                </a:cubicBezTo>
                <a:cubicBezTo>
                  <a:pt x="871" y="1551"/>
                  <a:pt x="807" y="1421"/>
                  <a:pt x="807" y="1276"/>
                </a:cubicBez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6"/>
          <p:cNvSpPr>
            <a:spLocks/>
          </p:cNvSpPr>
          <p:nvPr/>
        </p:nvSpPr>
        <p:spPr bwMode="auto">
          <a:xfrm>
            <a:off x="6354450" y="2282836"/>
            <a:ext cx="1405351" cy="2103030"/>
          </a:xfrm>
          <a:custGeom>
            <a:avLst/>
            <a:gdLst>
              <a:gd name="T0" fmla="*/ 1077 w 1078"/>
              <a:gd name="T1" fmla="*/ 1190 h 1613"/>
              <a:gd name="T2" fmla="*/ 1029 w 1078"/>
              <a:gd name="T3" fmla="*/ 882 h 1613"/>
              <a:gd name="T4" fmla="*/ 451 w 1078"/>
              <a:gd name="T5" fmla="*/ 134 h 1613"/>
              <a:gd name="T6" fmla="*/ 133 w 1078"/>
              <a:gd name="T7" fmla="*/ 0 h 1613"/>
              <a:gd name="T8" fmla="*/ 290 w 1078"/>
              <a:gd name="T9" fmla="*/ 356 h 1613"/>
              <a:gd name="T10" fmla="*/ 0 w 1078"/>
              <a:gd name="T11" fmla="*/ 799 h 1613"/>
              <a:gd name="T12" fmla="*/ 23 w 1078"/>
              <a:gd name="T13" fmla="*/ 810 h 1613"/>
              <a:gd name="T14" fmla="*/ 233 w 1078"/>
              <a:gd name="T15" fmla="*/ 1028 h 1613"/>
              <a:gd name="T16" fmla="*/ 278 w 1078"/>
              <a:gd name="T17" fmla="*/ 1214 h 1613"/>
              <a:gd name="T18" fmla="*/ 279 w 1078"/>
              <a:gd name="T19" fmla="*/ 1214 h 1613"/>
              <a:gd name="T20" fmla="*/ 678 w 1078"/>
              <a:gd name="T21" fmla="*/ 1613 h 1613"/>
              <a:gd name="T22" fmla="*/ 1078 w 1078"/>
              <a:gd name="T23" fmla="*/ 1222 h 1613"/>
              <a:gd name="T24" fmla="*/ 1078 w 1078"/>
              <a:gd name="T25" fmla="*/ 1214 h 1613"/>
              <a:gd name="T26" fmla="*/ 1077 w 1078"/>
              <a:gd name="T27" fmla="*/ 1190 h 1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78" h="1613">
                <a:moveTo>
                  <a:pt x="1077" y="1190"/>
                </a:moveTo>
                <a:cubicBezTo>
                  <a:pt x="1074" y="1084"/>
                  <a:pt x="1057" y="980"/>
                  <a:pt x="1029" y="882"/>
                </a:cubicBezTo>
                <a:cubicBezTo>
                  <a:pt x="939" y="565"/>
                  <a:pt x="729" y="298"/>
                  <a:pt x="451" y="134"/>
                </a:cubicBezTo>
                <a:cubicBezTo>
                  <a:pt x="353" y="76"/>
                  <a:pt x="246" y="31"/>
                  <a:pt x="133" y="0"/>
                </a:cubicBezTo>
                <a:cubicBezTo>
                  <a:pt x="230" y="89"/>
                  <a:pt x="290" y="216"/>
                  <a:pt x="290" y="356"/>
                </a:cubicBezTo>
                <a:cubicBezTo>
                  <a:pt x="290" y="554"/>
                  <a:pt x="171" y="725"/>
                  <a:pt x="0" y="799"/>
                </a:cubicBezTo>
                <a:cubicBezTo>
                  <a:pt x="8" y="803"/>
                  <a:pt x="15" y="806"/>
                  <a:pt x="23" y="810"/>
                </a:cubicBezTo>
                <a:cubicBezTo>
                  <a:pt x="114" y="858"/>
                  <a:pt x="188" y="935"/>
                  <a:pt x="233" y="1028"/>
                </a:cubicBezTo>
                <a:cubicBezTo>
                  <a:pt x="260" y="1084"/>
                  <a:pt x="276" y="1147"/>
                  <a:pt x="278" y="1214"/>
                </a:cubicBezTo>
                <a:cubicBezTo>
                  <a:pt x="279" y="1214"/>
                  <a:pt x="279" y="1214"/>
                  <a:pt x="279" y="1214"/>
                </a:cubicBezTo>
                <a:cubicBezTo>
                  <a:pt x="279" y="1434"/>
                  <a:pt x="458" y="1613"/>
                  <a:pt x="678" y="1613"/>
                </a:cubicBezTo>
                <a:cubicBezTo>
                  <a:pt x="896" y="1613"/>
                  <a:pt x="1074" y="1439"/>
                  <a:pt x="1078" y="1222"/>
                </a:cubicBezTo>
                <a:cubicBezTo>
                  <a:pt x="1078" y="1219"/>
                  <a:pt x="1078" y="1216"/>
                  <a:pt x="1078" y="1214"/>
                </a:cubicBezTo>
                <a:cubicBezTo>
                  <a:pt x="1078" y="1206"/>
                  <a:pt x="1078" y="1198"/>
                  <a:pt x="1077" y="1190"/>
                </a:cubicBez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7"/>
          <p:cNvSpPr>
            <a:spLocks/>
          </p:cNvSpPr>
          <p:nvPr/>
        </p:nvSpPr>
        <p:spPr bwMode="auto">
          <a:xfrm>
            <a:off x="4486705" y="2226513"/>
            <a:ext cx="2137550" cy="1408076"/>
          </a:xfrm>
          <a:custGeom>
            <a:avLst/>
            <a:gdLst>
              <a:gd name="T0" fmla="*/ 1250 w 1639"/>
              <a:gd name="T1" fmla="*/ 0 h 1080"/>
              <a:gd name="T2" fmla="*/ 1248 w 1639"/>
              <a:gd name="T3" fmla="*/ 0 h 1080"/>
              <a:gd name="T4" fmla="*/ 1239 w 1639"/>
              <a:gd name="T5" fmla="*/ 0 h 1080"/>
              <a:gd name="T6" fmla="*/ 1237 w 1639"/>
              <a:gd name="T7" fmla="*/ 0 h 1080"/>
              <a:gd name="T8" fmla="*/ 1234 w 1639"/>
              <a:gd name="T9" fmla="*/ 0 h 1080"/>
              <a:gd name="T10" fmla="*/ 918 w 1639"/>
              <a:gd name="T11" fmla="*/ 39 h 1080"/>
              <a:gd name="T12" fmla="*/ 68 w 1639"/>
              <a:gd name="T13" fmla="*/ 756 h 1080"/>
              <a:gd name="T14" fmla="*/ 0 w 1639"/>
              <a:gd name="T15" fmla="*/ 952 h 1080"/>
              <a:gd name="T16" fmla="*/ 358 w 1639"/>
              <a:gd name="T17" fmla="*/ 793 h 1080"/>
              <a:gd name="T18" fmla="*/ 799 w 1639"/>
              <a:gd name="T19" fmla="*/ 1080 h 1080"/>
              <a:gd name="T20" fmla="*/ 1041 w 1639"/>
              <a:gd name="T21" fmla="*/ 840 h 1080"/>
              <a:gd name="T22" fmla="*/ 1234 w 1639"/>
              <a:gd name="T23" fmla="*/ 799 h 1080"/>
              <a:gd name="T24" fmla="*/ 1248 w 1639"/>
              <a:gd name="T25" fmla="*/ 799 h 1080"/>
              <a:gd name="T26" fmla="*/ 1248 w 1639"/>
              <a:gd name="T27" fmla="*/ 799 h 1080"/>
              <a:gd name="T28" fmla="*/ 1639 w 1639"/>
              <a:gd name="T29" fmla="*/ 399 h 1080"/>
              <a:gd name="T30" fmla="*/ 1250 w 1639"/>
              <a:gd name="T31" fmla="*/ 0 h 10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39" h="1080">
                <a:moveTo>
                  <a:pt x="1250" y="0"/>
                </a:moveTo>
                <a:cubicBezTo>
                  <a:pt x="1249" y="0"/>
                  <a:pt x="1248" y="0"/>
                  <a:pt x="1248" y="0"/>
                </a:cubicBezTo>
                <a:cubicBezTo>
                  <a:pt x="1245" y="0"/>
                  <a:pt x="1242" y="0"/>
                  <a:pt x="1239" y="0"/>
                </a:cubicBezTo>
                <a:cubicBezTo>
                  <a:pt x="1239" y="0"/>
                  <a:pt x="1238" y="0"/>
                  <a:pt x="1237" y="0"/>
                </a:cubicBezTo>
                <a:cubicBezTo>
                  <a:pt x="1236" y="0"/>
                  <a:pt x="1235" y="0"/>
                  <a:pt x="1234" y="0"/>
                </a:cubicBezTo>
                <a:cubicBezTo>
                  <a:pt x="1125" y="0"/>
                  <a:pt x="1019" y="14"/>
                  <a:pt x="918" y="39"/>
                </a:cubicBezTo>
                <a:cubicBezTo>
                  <a:pt x="537" y="136"/>
                  <a:pt x="226" y="404"/>
                  <a:pt x="68" y="756"/>
                </a:cubicBezTo>
                <a:cubicBezTo>
                  <a:pt x="40" y="818"/>
                  <a:pt x="17" y="884"/>
                  <a:pt x="0" y="952"/>
                </a:cubicBezTo>
                <a:cubicBezTo>
                  <a:pt x="88" y="854"/>
                  <a:pt x="216" y="793"/>
                  <a:pt x="358" y="793"/>
                </a:cubicBezTo>
                <a:cubicBezTo>
                  <a:pt x="554" y="793"/>
                  <a:pt x="724" y="911"/>
                  <a:pt x="799" y="1080"/>
                </a:cubicBezTo>
                <a:cubicBezTo>
                  <a:pt x="847" y="973"/>
                  <a:pt x="934" y="887"/>
                  <a:pt x="1041" y="840"/>
                </a:cubicBezTo>
                <a:cubicBezTo>
                  <a:pt x="1100" y="814"/>
                  <a:pt x="1165" y="799"/>
                  <a:pt x="1234" y="799"/>
                </a:cubicBezTo>
                <a:cubicBezTo>
                  <a:pt x="1239" y="799"/>
                  <a:pt x="1243" y="799"/>
                  <a:pt x="1248" y="799"/>
                </a:cubicBezTo>
                <a:cubicBezTo>
                  <a:pt x="1248" y="799"/>
                  <a:pt x="1248" y="799"/>
                  <a:pt x="1248" y="799"/>
                </a:cubicBezTo>
                <a:cubicBezTo>
                  <a:pt x="1465" y="794"/>
                  <a:pt x="1639" y="617"/>
                  <a:pt x="1639" y="399"/>
                </a:cubicBezTo>
                <a:cubicBezTo>
                  <a:pt x="1639" y="182"/>
                  <a:pt x="1466" y="6"/>
                  <a:pt x="1250" y="0"/>
                </a:cubicBez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8"/>
          <p:cNvSpPr>
            <a:spLocks/>
          </p:cNvSpPr>
          <p:nvPr/>
        </p:nvSpPr>
        <p:spPr bwMode="auto">
          <a:xfrm>
            <a:off x="5592272" y="4132412"/>
            <a:ext cx="2122107" cy="1421703"/>
          </a:xfrm>
          <a:custGeom>
            <a:avLst/>
            <a:gdLst>
              <a:gd name="T0" fmla="*/ 1262 w 1627"/>
              <a:gd name="T1" fmla="*/ 278 h 1090"/>
              <a:gd name="T2" fmla="*/ 825 w 1627"/>
              <a:gd name="T3" fmla="*/ 0 h 1090"/>
              <a:gd name="T4" fmla="*/ 588 w 1627"/>
              <a:gd name="T5" fmla="*/ 246 h 1090"/>
              <a:gd name="T6" fmla="*/ 400 w 1627"/>
              <a:gd name="T7" fmla="*/ 290 h 1090"/>
              <a:gd name="T8" fmla="*/ 400 w 1627"/>
              <a:gd name="T9" fmla="*/ 291 h 1090"/>
              <a:gd name="T10" fmla="*/ 0 w 1627"/>
              <a:gd name="T11" fmla="*/ 690 h 1090"/>
              <a:gd name="T12" fmla="*/ 394 w 1627"/>
              <a:gd name="T13" fmla="*/ 1090 h 1090"/>
              <a:gd name="T14" fmla="*/ 400 w 1627"/>
              <a:gd name="T15" fmla="*/ 1090 h 1090"/>
              <a:gd name="T16" fmla="*/ 421 w 1627"/>
              <a:gd name="T17" fmla="*/ 1089 h 1090"/>
              <a:gd name="T18" fmla="*/ 729 w 1627"/>
              <a:gd name="T19" fmla="*/ 1043 h 1090"/>
              <a:gd name="T20" fmla="*/ 1560 w 1627"/>
              <a:gd name="T21" fmla="*/ 315 h 1090"/>
              <a:gd name="T22" fmla="*/ 1627 w 1627"/>
              <a:gd name="T23" fmla="*/ 111 h 1090"/>
              <a:gd name="T24" fmla="*/ 1262 w 1627"/>
              <a:gd name="T25" fmla="*/ 278 h 10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27" h="1090">
                <a:moveTo>
                  <a:pt x="1262" y="278"/>
                </a:moveTo>
                <a:cubicBezTo>
                  <a:pt x="1069" y="278"/>
                  <a:pt x="902" y="164"/>
                  <a:pt x="825" y="0"/>
                </a:cubicBezTo>
                <a:cubicBezTo>
                  <a:pt x="779" y="108"/>
                  <a:pt x="695" y="196"/>
                  <a:pt x="588" y="246"/>
                </a:cubicBezTo>
                <a:cubicBezTo>
                  <a:pt x="531" y="273"/>
                  <a:pt x="467" y="288"/>
                  <a:pt x="400" y="290"/>
                </a:cubicBezTo>
                <a:cubicBezTo>
                  <a:pt x="400" y="291"/>
                  <a:pt x="400" y="291"/>
                  <a:pt x="400" y="291"/>
                </a:cubicBezTo>
                <a:cubicBezTo>
                  <a:pt x="179" y="291"/>
                  <a:pt x="0" y="470"/>
                  <a:pt x="0" y="690"/>
                </a:cubicBezTo>
                <a:cubicBezTo>
                  <a:pt x="0" y="909"/>
                  <a:pt x="176" y="1087"/>
                  <a:pt x="394" y="1090"/>
                </a:cubicBezTo>
                <a:cubicBezTo>
                  <a:pt x="396" y="1090"/>
                  <a:pt x="398" y="1090"/>
                  <a:pt x="400" y="1090"/>
                </a:cubicBezTo>
                <a:cubicBezTo>
                  <a:pt x="407" y="1090"/>
                  <a:pt x="414" y="1090"/>
                  <a:pt x="421" y="1089"/>
                </a:cubicBezTo>
                <a:cubicBezTo>
                  <a:pt x="528" y="1086"/>
                  <a:pt x="631" y="1070"/>
                  <a:pt x="729" y="1043"/>
                </a:cubicBezTo>
                <a:cubicBezTo>
                  <a:pt x="1104" y="939"/>
                  <a:pt x="1409" y="668"/>
                  <a:pt x="1560" y="315"/>
                </a:cubicBezTo>
                <a:cubicBezTo>
                  <a:pt x="1588" y="250"/>
                  <a:pt x="1610" y="181"/>
                  <a:pt x="1627" y="111"/>
                </a:cubicBezTo>
                <a:cubicBezTo>
                  <a:pt x="1539" y="213"/>
                  <a:pt x="1408" y="278"/>
                  <a:pt x="1262" y="278"/>
                </a:cubicBezTo>
                <a:close/>
              </a:path>
            </a:pathLst>
          </a:custGeom>
          <a:solidFill>
            <a:srgbClr val="F26D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Oval 9"/>
          <p:cNvSpPr>
            <a:spLocks noChangeArrowheads="1"/>
          </p:cNvSpPr>
          <p:nvPr/>
        </p:nvSpPr>
        <p:spPr bwMode="auto">
          <a:xfrm>
            <a:off x="5743981" y="2355511"/>
            <a:ext cx="767628" cy="766720"/>
          </a:xfrm>
          <a:prstGeom prst="ellipse">
            <a:avLst/>
          </a:prstGeom>
          <a:solidFill>
            <a:srgbClr val="F3F3F3"/>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9" name="Oval 12"/>
          <p:cNvSpPr>
            <a:spLocks noChangeArrowheads="1"/>
          </p:cNvSpPr>
          <p:nvPr/>
        </p:nvSpPr>
        <p:spPr bwMode="auto">
          <a:xfrm>
            <a:off x="6862266" y="3506500"/>
            <a:ext cx="768537" cy="766720"/>
          </a:xfrm>
          <a:prstGeom prst="ellipse">
            <a:avLst/>
          </a:prstGeom>
          <a:solidFill>
            <a:srgbClr val="F3F3F3"/>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0" name="Oval 10"/>
          <p:cNvSpPr>
            <a:spLocks noChangeArrowheads="1"/>
          </p:cNvSpPr>
          <p:nvPr/>
        </p:nvSpPr>
        <p:spPr bwMode="auto">
          <a:xfrm>
            <a:off x="5708552" y="4672023"/>
            <a:ext cx="766720" cy="766720"/>
          </a:xfrm>
          <a:prstGeom prst="ellipse">
            <a:avLst/>
          </a:prstGeom>
          <a:solidFill>
            <a:srgbClr val="F3F3F3"/>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1" name="Oval 11"/>
          <p:cNvSpPr>
            <a:spLocks noChangeArrowheads="1"/>
          </p:cNvSpPr>
          <p:nvPr/>
        </p:nvSpPr>
        <p:spPr bwMode="auto">
          <a:xfrm>
            <a:off x="4564831" y="3481972"/>
            <a:ext cx="767628" cy="766720"/>
          </a:xfrm>
          <a:prstGeom prst="ellipse">
            <a:avLst/>
          </a:prstGeom>
          <a:solidFill>
            <a:srgbClr val="F3F3F3"/>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4" name="文本框 103"/>
          <p:cNvSpPr txBox="1"/>
          <p:nvPr/>
        </p:nvSpPr>
        <p:spPr>
          <a:xfrm>
            <a:off x="7823708" y="2520432"/>
            <a:ext cx="2856518" cy="830997"/>
          </a:xfrm>
          <a:prstGeom prst="rect">
            <a:avLst/>
          </a:prstGeom>
          <a:noFill/>
        </p:spPr>
        <p:txBody>
          <a:bodyPr wrap="square" rtlCol="0">
            <a:spAutoFit/>
          </a:bodyPr>
          <a:lstStyle/>
          <a:p>
            <a:pPr>
              <a:lnSpc>
                <a:spcPct val="120000"/>
              </a:lnSpc>
            </a:pPr>
            <a:r>
              <a:rPr lang="zh-CN" altLang="en-US" sz="2400" b="1" dirty="0">
                <a:solidFill>
                  <a:srgbClr val="5EC6D3"/>
                </a:solidFill>
              </a:rPr>
              <a:t>添加标题</a:t>
            </a:r>
            <a:endParaRPr lang="en-US" altLang="zh-CN" sz="2400" b="1" dirty="0">
              <a:solidFill>
                <a:srgbClr val="5EC6D3"/>
              </a:solidFill>
            </a:endParaRPr>
          </a:p>
          <a:p>
            <a:pPr>
              <a:lnSpc>
                <a:spcPct val="120000"/>
              </a:lnSpc>
            </a:pPr>
            <a:r>
              <a:rPr lang="zh-CN" altLang="en-US" sz="1600" dirty="0">
                <a:solidFill>
                  <a:schemeClr val="tx1">
                    <a:lumMod val="65000"/>
                    <a:lumOff val="35000"/>
                  </a:schemeClr>
                </a:solidFill>
              </a:rPr>
              <a:t>添加内容添加内容</a:t>
            </a:r>
          </a:p>
        </p:txBody>
      </p:sp>
      <p:sp>
        <p:nvSpPr>
          <p:cNvPr id="105" name="文本框 104"/>
          <p:cNvSpPr txBox="1"/>
          <p:nvPr/>
        </p:nvSpPr>
        <p:spPr>
          <a:xfrm>
            <a:off x="1511774" y="2520432"/>
            <a:ext cx="2856518" cy="830997"/>
          </a:xfrm>
          <a:prstGeom prst="rect">
            <a:avLst/>
          </a:prstGeom>
          <a:noFill/>
        </p:spPr>
        <p:txBody>
          <a:bodyPr wrap="square" rtlCol="0">
            <a:spAutoFit/>
          </a:bodyPr>
          <a:lstStyle/>
          <a:p>
            <a:pPr algn="r">
              <a:lnSpc>
                <a:spcPct val="120000"/>
              </a:lnSpc>
            </a:pPr>
            <a:r>
              <a:rPr lang="zh-CN" altLang="en-US" sz="2400" b="1" dirty="0">
                <a:solidFill>
                  <a:srgbClr val="546E7A"/>
                </a:solidFill>
              </a:rPr>
              <a:t>添加标题</a:t>
            </a:r>
            <a:endParaRPr lang="en-US" altLang="zh-CN" sz="2400" b="1" dirty="0">
              <a:solidFill>
                <a:srgbClr val="546E7A"/>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06" name="文本框 105"/>
          <p:cNvSpPr txBox="1"/>
          <p:nvPr/>
        </p:nvSpPr>
        <p:spPr>
          <a:xfrm>
            <a:off x="7823708" y="4204763"/>
            <a:ext cx="2856518" cy="830997"/>
          </a:xfrm>
          <a:prstGeom prst="rect">
            <a:avLst/>
          </a:prstGeom>
          <a:noFill/>
        </p:spPr>
        <p:txBody>
          <a:bodyPr wrap="square" rtlCol="0">
            <a:spAutoFit/>
          </a:bodyPr>
          <a:lstStyle/>
          <a:p>
            <a:pPr>
              <a:lnSpc>
                <a:spcPct val="120000"/>
              </a:lnSpc>
            </a:pPr>
            <a:r>
              <a:rPr lang="zh-CN" altLang="en-US" sz="2400" b="1" dirty="0">
                <a:solidFill>
                  <a:srgbClr val="F26D64"/>
                </a:solidFill>
              </a:rPr>
              <a:t>添加标题</a:t>
            </a:r>
            <a:endParaRPr lang="en-US" altLang="zh-CN" sz="2400" b="1" dirty="0">
              <a:solidFill>
                <a:srgbClr val="F26D64"/>
              </a:solidFill>
            </a:endParaRPr>
          </a:p>
          <a:p>
            <a:pPr>
              <a:lnSpc>
                <a:spcPct val="120000"/>
              </a:lnSpc>
            </a:pPr>
            <a:r>
              <a:rPr lang="zh-CN" altLang="en-US" sz="1600" dirty="0">
                <a:solidFill>
                  <a:schemeClr val="tx1">
                    <a:lumMod val="65000"/>
                    <a:lumOff val="35000"/>
                  </a:schemeClr>
                </a:solidFill>
              </a:rPr>
              <a:t>添加内容添加内容</a:t>
            </a:r>
          </a:p>
        </p:txBody>
      </p:sp>
      <p:sp>
        <p:nvSpPr>
          <p:cNvPr id="107" name="文本框 106"/>
          <p:cNvSpPr txBox="1"/>
          <p:nvPr/>
        </p:nvSpPr>
        <p:spPr>
          <a:xfrm>
            <a:off x="1511774" y="4204763"/>
            <a:ext cx="2856518" cy="830997"/>
          </a:xfrm>
          <a:prstGeom prst="rect">
            <a:avLst/>
          </a:prstGeom>
          <a:noFill/>
        </p:spPr>
        <p:txBody>
          <a:bodyPr wrap="square" rtlCol="0">
            <a:spAutoFit/>
          </a:bodyPr>
          <a:lstStyle/>
          <a:p>
            <a:pPr algn="r">
              <a:lnSpc>
                <a:spcPct val="120000"/>
              </a:lnSpc>
            </a:pPr>
            <a:r>
              <a:rPr lang="zh-CN" altLang="en-US" sz="2400" b="1" dirty="0">
                <a:solidFill>
                  <a:srgbClr val="F8841D"/>
                </a:solidFill>
              </a:rPr>
              <a:t>添加标题</a:t>
            </a:r>
            <a:endParaRPr lang="en-US" altLang="zh-CN" sz="2400" b="1" dirty="0">
              <a:solidFill>
                <a:srgbClr val="F8841D"/>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10" name="文本框 109"/>
          <p:cNvSpPr txBox="1"/>
          <p:nvPr/>
        </p:nvSpPr>
        <p:spPr>
          <a:xfrm>
            <a:off x="4139317" y="1058393"/>
            <a:ext cx="3913366"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111" name="Rectangle 58"/>
          <p:cNvSpPr/>
          <p:nvPr/>
        </p:nvSpPr>
        <p:spPr>
          <a:xfrm>
            <a:off x="3614043" y="1478661"/>
            <a:ext cx="4963915"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单击此处添加副标题</a:t>
            </a:r>
          </a:p>
        </p:txBody>
      </p:sp>
      <p:sp>
        <p:nvSpPr>
          <p:cNvPr id="112" name="矩形 111"/>
          <p:cNvSpPr/>
          <p:nvPr/>
        </p:nvSpPr>
        <p:spPr>
          <a:xfrm>
            <a:off x="1120462" y="5951740"/>
            <a:ext cx="9982915" cy="412421"/>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添加内容添加内容添加内容添加内容添加内容添加内容添加内容添加内容添加内容添加内容添加内容</a:t>
            </a:r>
          </a:p>
        </p:txBody>
      </p:sp>
      <p:grpSp>
        <p:nvGrpSpPr>
          <p:cNvPr id="113" name="组合 112"/>
          <p:cNvGrpSpPr/>
          <p:nvPr/>
        </p:nvGrpSpPr>
        <p:grpSpPr>
          <a:xfrm>
            <a:off x="5862856" y="2450758"/>
            <a:ext cx="534988" cy="558453"/>
            <a:chOff x="3600450" y="927100"/>
            <a:chExt cx="904875" cy="944563"/>
          </a:xfrm>
        </p:grpSpPr>
        <p:sp>
          <p:nvSpPr>
            <p:cNvPr id="115" name="Freeform 163"/>
            <p:cNvSpPr>
              <a:spLocks/>
            </p:cNvSpPr>
            <p:nvPr/>
          </p:nvSpPr>
          <p:spPr bwMode="auto">
            <a:xfrm>
              <a:off x="4003675" y="1341438"/>
              <a:ext cx="373062" cy="395288"/>
            </a:xfrm>
            <a:custGeom>
              <a:avLst/>
              <a:gdLst>
                <a:gd name="T0" fmla="*/ 235 w 235"/>
                <a:gd name="T1" fmla="*/ 234 h 249"/>
                <a:gd name="T2" fmla="*/ 217 w 235"/>
                <a:gd name="T3" fmla="*/ 249 h 249"/>
                <a:gd name="T4" fmla="*/ 0 w 235"/>
                <a:gd name="T5" fmla="*/ 17 h 249"/>
                <a:gd name="T6" fmla="*/ 19 w 235"/>
                <a:gd name="T7" fmla="*/ 0 h 249"/>
                <a:gd name="T8" fmla="*/ 235 w 235"/>
                <a:gd name="T9" fmla="*/ 234 h 249"/>
              </a:gdLst>
              <a:ahLst/>
              <a:cxnLst>
                <a:cxn ang="0">
                  <a:pos x="T0" y="T1"/>
                </a:cxn>
                <a:cxn ang="0">
                  <a:pos x="T2" y="T3"/>
                </a:cxn>
                <a:cxn ang="0">
                  <a:pos x="T4" y="T5"/>
                </a:cxn>
                <a:cxn ang="0">
                  <a:pos x="T6" y="T7"/>
                </a:cxn>
                <a:cxn ang="0">
                  <a:pos x="T8" y="T9"/>
                </a:cxn>
              </a:cxnLst>
              <a:rect l="0" t="0" r="r" b="b"/>
              <a:pathLst>
                <a:path w="235" h="249">
                  <a:moveTo>
                    <a:pt x="235" y="234"/>
                  </a:moveTo>
                  <a:lnTo>
                    <a:pt x="217" y="249"/>
                  </a:lnTo>
                  <a:lnTo>
                    <a:pt x="0" y="17"/>
                  </a:lnTo>
                  <a:lnTo>
                    <a:pt x="19" y="0"/>
                  </a:lnTo>
                  <a:lnTo>
                    <a:pt x="235" y="234"/>
                  </a:ln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164"/>
            <p:cNvSpPr>
              <a:spLocks/>
            </p:cNvSpPr>
            <p:nvPr/>
          </p:nvSpPr>
          <p:spPr bwMode="auto">
            <a:xfrm>
              <a:off x="4078288" y="1425575"/>
              <a:ext cx="427037" cy="446088"/>
            </a:xfrm>
            <a:custGeom>
              <a:avLst/>
              <a:gdLst>
                <a:gd name="T0" fmla="*/ 269 w 269"/>
                <a:gd name="T1" fmla="*/ 234 h 281"/>
                <a:gd name="T2" fmla="*/ 217 w 269"/>
                <a:gd name="T3" fmla="*/ 281 h 281"/>
                <a:gd name="T4" fmla="*/ 0 w 269"/>
                <a:gd name="T5" fmla="*/ 47 h 281"/>
                <a:gd name="T6" fmla="*/ 52 w 269"/>
                <a:gd name="T7" fmla="*/ 0 h 281"/>
                <a:gd name="T8" fmla="*/ 269 w 269"/>
                <a:gd name="T9" fmla="*/ 234 h 281"/>
              </a:gdLst>
              <a:ahLst/>
              <a:cxnLst>
                <a:cxn ang="0">
                  <a:pos x="T0" y="T1"/>
                </a:cxn>
                <a:cxn ang="0">
                  <a:pos x="T2" y="T3"/>
                </a:cxn>
                <a:cxn ang="0">
                  <a:pos x="T4" y="T5"/>
                </a:cxn>
                <a:cxn ang="0">
                  <a:pos x="T6" y="T7"/>
                </a:cxn>
                <a:cxn ang="0">
                  <a:pos x="T8" y="T9"/>
                </a:cxn>
              </a:cxnLst>
              <a:rect l="0" t="0" r="r" b="b"/>
              <a:pathLst>
                <a:path w="269" h="281">
                  <a:moveTo>
                    <a:pt x="269" y="234"/>
                  </a:moveTo>
                  <a:lnTo>
                    <a:pt x="217" y="281"/>
                  </a:lnTo>
                  <a:lnTo>
                    <a:pt x="0" y="47"/>
                  </a:lnTo>
                  <a:lnTo>
                    <a:pt x="52" y="0"/>
                  </a:lnTo>
                  <a:lnTo>
                    <a:pt x="269" y="234"/>
                  </a:lnTo>
                  <a:close/>
                </a:path>
              </a:pathLst>
            </a:custGeom>
            <a:solidFill>
              <a:srgbClr val="3EB9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165"/>
            <p:cNvSpPr>
              <a:spLocks noEditPoints="1"/>
            </p:cNvSpPr>
            <p:nvPr/>
          </p:nvSpPr>
          <p:spPr bwMode="auto">
            <a:xfrm>
              <a:off x="3600450" y="927100"/>
              <a:ext cx="561975" cy="561975"/>
            </a:xfrm>
            <a:custGeom>
              <a:avLst/>
              <a:gdLst>
                <a:gd name="T0" fmla="*/ 48 w 247"/>
                <a:gd name="T1" fmla="*/ 42 h 247"/>
                <a:gd name="T2" fmla="*/ 42 w 247"/>
                <a:gd name="T3" fmla="*/ 200 h 247"/>
                <a:gd name="T4" fmla="*/ 199 w 247"/>
                <a:gd name="T5" fmla="*/ 205 h 247"/>
                <a:gd name="T6" fmla="*/ 205 w 247"/>
                <a:gd name="T7" fmla="*/ 48 h 247"/>
                <a:gd name="T8" fmla="*/ 48 w 247"/>
                <a:gd name="T9" fmla="*/ 42 h 247"/>
                <a:gd name="T10" fmla="*/ 177 w 247"/>
                <a:gd name="T11" fmla="*/ 181 h 247"/>
                <a:gd name="T12" fmla="*/ 66 w 247"/>
                <a:gd name="T13" fmla="*/ 177 h 247"/>
                <a:gd name="T14" fmla="*/ 70 w 247"/>
                <a:gd name="T15" fmla="*/ 66 h 247"/>
                <a:gd name="T16" fmla="*/ 181 w 247"/>
                <a:gd name="T17" fmla="*/ 70 h 247"/>
                <a:gd name="T18" fmla="*/ 177 w 247"/>
                <a:gd name="T19" fmla="*/ 181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7" h="247">
                  <a:moveTo>
                    <a:pt x="48" y="42"/>
                  </a:moveTo>
                  <a:cubicBezTo>
                    <a:pt x="3" y="84"/>
                    <a:pt x="0" y="155"/>
                    <a:pt x="42" y="200"/>
                  </a:cubicBezTo>
                  <a:cubicBezTo>
                    <a:pt x="84" y="245"/>
                    <a:pt x="154" y="247"/>
                    <a:pt x="199" y="205"/>
                  </a:cubicBezTo>
                  <a:cubicBezTo>
                    <a:pt x="244" y="163"/>
                    <a:pt x="247" y="93"/>
                    <a:pt x="205" y="48"/>
                  </a:cubicBezTo>
                  <a:cubicBezTo>
                    <a:pt x="163" y="3"/>
                    <a:pt x="93" y="0"/>
                    <a:pt x="48" y="42"/>
                  </a:cubicBezTo>
                  <a:close/>
                  <a:moveTo>
                    <a:pt x="177" y="181"/>
                  </a:moveTo>
                  <a:cubicBezTo>
                    <a:pt x="145" y="211"/>
                    <a:pt x="96" y="209"/>
                    <a:pt x="66" y="177"/>
                  </a:cubicBezTo>
                  <a:cubicBezTo>
                    <a:pt x="36" y="145"/>
                    <a:pt x="38" y="96"/>
                    <a:pt x="70" y="66"/>
                  </a:cubicBezTo>
                  <a:cubicBezTo>
                    <a:pt x="102" y="37"/>
                    <a:pt x="152" y="38"/>
                    <a:pt x="181" y="70"/>
                  </a:cubicBezTo>
                  <a:cubicBezTo>
                    <a:pt x="211" y="102"/>
                    <a:pt x="209" y="152"/>
                    <a:pt x="177" y="181"/>
                  </a:cubicBez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18" name="组合 117"/>
          <p:cNvGrpSpPr>
            <a:grpSpLocks noChangeAspect="1"/>
          </p:cNvGrpSpPr>
          <p:nvPr/>
        </p:nvGrpSpPr>
        <p:grpSpPr>
          <a:xfrm>
            <a:off x="4716413" y="3648445"/>
            <a:ext cx="432000" cy="412734"/>
            <a:chOff x="5683250" y="3105150"/>
            <a:chExt cx="676275" cy="646113"/>
          </a:xfrm>
        </p:grpSpPr>
        <p:sp>
          <p:nvSpPr>
            <p:cNvPr id="120" name="Freeform 109"/>
            <p:cNvSpPr>
              <a:spLocks/>
            </p:cNvSpPr>
            <p:nvPr/>
          </p:nvSpPr>
          <p:spPr bwMode="auto">
            <a:xfrm>
              <a:off x="5683250" y="3105150"/>
              <a:ext cx="676275" cy="179388"/>
            </a:xfrm>
            <a:custGeom>
              <a:avLst/>
              <a:gdLst>
                <a:gd name="T0" fmla="*/ 297 w 297"/>
                <a:gd name="T1" fmla="*/ 79 h 79"/>
                <a:gd name="T2" fmla="*/ 0 w 297"/>
                <a:gd name="T3" fmla="*/ 79 h 79"/>
                <a:gd name="T4" fmla="*/ 0 w 297"/>
                <a:gd name="T5" fmla="*/ 33 h 79"/>
                <a:gd name="T6" fmla="*/ 33 w 297"/>
                <a:gd name="T7" fmla="*/ 0 h 79"/>
                <a:gd name="T8" fmla="*/ 264 w 297"/>
                <a:gd name="T9" fmla="*/ 0 h 79"/>
                <a:gd name="T10" fmla="*/ 297 w 297"/>
                <a:gd name="T11" fmla="*/ 33 h 79"/>
                <a:gd name="T12" fmla="*/ 297 w 297"/>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297" h="79">
                  <a:moveTo>
                    <a:pt x="297" y="79"/>
                  </a:moveTo>
                  <a:cubicBezTo>
                    <a:pt x="0" y="79"/>
                    <a:pt x="0" y="79"/>
                    <a:pt x="0" y="79"/>
                  </a:cubicBezTo>
                  <a:cubicBezTo>
                    <a:pt x="0" y="33"/>
                    <a:pt x="0" y="33"/>
                    <a:pt x="0" y="33"/>
                  </a:cubicBezTo>
                  <a:cubicBezTo>
                    <a:pt x="0" y="14"/>
                    <a:pt x="15" y="0"/>
                    <a:pt x="33" y="0"/>
                  </a:cubicBezTo>
                  <a:cubicBezTo>
                    <a:pt x="264" y="0"/>
                    <a:pt x="264" y="0"/>
                    <a:pt x="264" y="0"/>
                  </a:cubicBezTo>
                  <a:cubicBezTo>
                    <a:pt x="282" y="0"/>
                    <a:pt x="297" y="14"/>
                    <a:pt x="297" y="33"/>
                  </a:cubicBezTo>
                  <a:lnTo>
                    <a:pt x="297" y="79"/>
                  </a:lnTo>
                  <a:close/>
                </a:path>
              </a:pathLst>
            </a:custGeom>
            <a:solidFill>
              <a:srgbClr val="FCC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110"/>
            <p:cNvSpPr>
              <a:spLocks/>
            </p:cNvSpPr>
            <p:nvPr/>
          </p:nvSpPr>
          <p:spPr bwMode="auto">
            <a:xfrm>
              <a:off x="5683250" y="3284538"/>
              <a:ext cx="676275" cy="466725"/>
            </a:xfrm>
            <a:custGeom>
              <a:avLst/>
              <a:gdLst>
                <a:gd name="T0" fmla="*/ 297 w 297"/>
                <a:gd name="T1" fmla="*/ 0 h 205"/>
                <a:gd name="T2" fmla="*/ 0 w 297"/>
                <a:gd name="T3" fmla="*/ 0 h 205"/>
                <a:gd name="T4" fmla="*/ 0 w 297"/>
                <a:gd name="T5" fmla="*/ 162 h 205"/>
                <a:gd name="T6" fmla="*/ 43 w 297"/>
                <a:gd name="T7" fmla="*/ 205 h 205"/>
                <a:gd name="T8" fmla="*/ 254 w 297"/>
                <a:gd name="T9" fmla="*/ 205 h 205"/>
                <a:gd name="T10" fmla="*/ 297 w 297"/>
                <a:gd name="T11" fmla="*/ 162 h 205"/>
                <a:gd name="T12" fmla="*/ 297 w 297"/>
                <a:gd name="T13" fmla="*/ 0 h 205"/>
              </a:gdLst>
              <a:ahLst/>
              <a:cxnLst>
                <a:cxn ang="0">
                  <a:pos x="T0" y="T1"/>
                </a:cxn>
                <a:cxn ang="0">
                  <a:pos x="T2" y="T3"/>
                </a:cxn>
                <a:cxn ang="0">
                  <a:pos x="T4" y="T5"/>
                </a:cxn>
                <a:cxn ang="0">
                  <a:pos x="T6" y="T7"/>
                </a:cxn>
                <a:cxn ang="0">
                  <a:pos x="T8" y="T9"/>
                </a:cxn>
                <a:cxn ang="0">
                  <a:pos x="T10" y="T11"/>
                </a:cxn>
                <a:cxn ang="0">
                  <a:pos x="T12" y="T13"/>
                </a:cxn>
              </a:cxnLst>
              <a:rect l="0" t="0" r="r" b="b"/>
              <a:pathLst>
                <a:path w="297" h="205">
                  <a:moveTo>
                    <a:pt x="297" y="0"/>
                  </a:moveTo>
                  <a:cubicBezTo>
                    <a:pt x="0" y="0"/>
                    <a:pt x="0" y="0"/>
                    <a:pt x="0" y="0"/>
                  </a:cubicBezTo>
                  <a:cubicBezTo>
                    <a:pt x="0" y="162"/>
                    <a:pt x="0" y="162"/>
                    <a:pt x="0" y="162"/>
                  </a:cubicBezTo>
                  <a:cubicBezTo>
                    <a:pt x="0" y="186"/>
                    <a:pt x="19" y="205"/>
                    <a:pt x="43" y="205"/>
                  </a:cubicBezTo>
                  <a:cubicBezTo>
                    <a:pt x="254" y="205"/>
                    <a:pt x="254" y="205"/>
                    <a:pt x="254" y="205"/>
                  </a:cubicBezTo>
                  <a:cubicBezTo>
                    <a:pt x="278" y="205"/>
                    <a:pt x="297" y="186"/>
                    <a:pt x="297" y="162"/>
                  </a:cubicBezTo>
                  <a:lnTo>
                    <a:pt x="297" y="0"/>
                  </a:lnTo>
                  <a:close/>
                </a:path>
              </a:pathLst>
            </a:custGeom>
            <a:solidFill>
              <a:srgbClr val="FEA1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Rectangle 111"/>
            <p:cNvSpPr>
              <a:spLocks noChangeArrowheads="1"/>
            </p:cNvSpPr>
            <p:nvPr/>
          </p:nvSpPr>
          <p:spPr bwMode="auto">
            <a:xfrm>
              <a:off x="5837239" y="3313113"/>
              <a:ext cx="401507" cy="4336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zh-CN" altLang="zh-CN" b="0" i="0" u="none" strike="noStrike" cap="none" normalizeH="0" baseline="0" dirty="0">
                  <a:ln>
                    <a:noFill/>
                  </a:ln>
                  <a:solidFill>
                    <a:srgbClr val="FFFFFF"/>
                  </a:solidFill>
                  <a:effectLst/>
                  <a:latin typeface="Myriad Roman" charset="0"/>
                </a:rPr>
                <a:t>01</a:t>
              </a:r>
              <a:endParaRPr kumimoji="0" lang="zh-CN" altLang="zh-CN" sz="1200" b="0" i="0" u="none" strike="noStrike" cap="none" normalizeH="0" baseline="0" dirty="0">
                <a:ln>
                  <a:noFill/>
                </a:ln>
                <a:solidFill>
                  <a:schemeClr val="tx1"/>
                </a:solidFill>
                <a:effectLst/>
                <a:latin typeface="Arial" panose="020B0604020202020204" pitchFamily="34" charset="0"/>
              </a:endParaRPr>
            </a:p>
          </p:txBody>
        </p:sp>
      </p:grpSp>
      <p:grpSp>
        <p:nvGrpSpPr>
          <p:cNvPr id="123" name="组合 122"/>
          <p:cNvGrpSpPr/>
          <p:nvPr/>
        </p:nvGrpSpPr>
        <p:grpSpPr>
          <a:xfrm>
            <a:off x="5849360" y="4864395"/>
            <a:ext cx="474372" cy="381975"/>
            <a:chOff x="3609975" y="5170488"/>
            <a:chExt cx="790575" cy="636588"/>
          </a:xfrm>
        </p:grpSpPr>
        <p:sp>
          <p:nvSpPr>
            <p:cNvPr id="125" name="Rectangle 112"/>
            <p:cNvSpPr>
              <a:spLocks noChangeArrowheads="1"/>
            </p:cNvSpPr>
            <p:nvPr/>
          </p:nvSpPr>
          <p:spPr bwMode="auto">
            <a:xfrm>
              <a:off x="3871913" y="5170488"/>
              <a:ext cx="263525" cy="198438"/>
            </a:xfrm>
            <a:prstGeom prst="rect">
              <a:avLst/>
            </a:prstGeom>
            <a:noFill/>
            <a:ln w="20638" cap="flat">
              <a:solidFill>
                <a:srgbClr val="EF6A5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Rectangle 113"/>
            <p:cNvSpPr>
              <a:spLocks noChangeArrowheads="1"/>
            </p:cNvSpPr>
            <p:nvPr/>
          </p:nvSpPr>
          <p:spPr bwMode="auto">
            <a:xfrm>
              <a:off x="3675063" y="5257800"/>
              <a:ext cx="79375" cy="38100"/>
            </a:xfrm>
            <a:prstGeom prst="rect">
              <a:avLst/>
            </a:prstGeom>
            <a:solidFill>
              <a:srgbClr val="BC2E2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Rectangle 114"/>
            <p:cNvSpPr>
              <a:spLocks noChangeArrowheads="1"/>
            </p:cNvSpPr>
            <p:nvPr/>
          </p:nvSpPr>
          <p:spPr bwMode="auto">
            <a:xfrm>
              <a:off x="4251325" y="5257800"/>
              <a:ext cx="82550" cy="38100"/>
            </a:xfrm>
            <a:prstGeom prst="rect">
              <a:avLst/>
            </a:prstGeom>
            <a:solidFill>
              <a:srgbClr val="BC2E2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Rectangle 115"/>
            <p:cNvSpPr>
              <a:spLocks noChangeArrowheads="1"/>
            </p:cNvSpPr>
            <p:nvPr/>
          </p:nvSpPr>
          <p:spPr bwMode="auto">
            <a:xfrm>
              <a:off x="3609975" y="5291138"/>
              <a:ext cx="790575" cy="515938"/>
            </a:xfrm>
            <a:prstGeom prst="rect">
              <a:avLst/>
            </a:prstGeom>
            <a:solidFill>
              <a:srgbClr val="D5463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31" name="Rectangle 116"/>
          <p:cNvSpPr>
            <a:spLocks noChangeArrowheads="1"/>
          </p:cNvSpPr>
          <p:nvPr/>
        </p:nvSpPr>
        <p:spPr bwMode="auto">
          <a:xfrm>
            <a:off x="7063323" y="3675019"/>
            <a:ext cx="366422" cy="491872"/>
          </a:xfrm>
          <a:prstGeom prst="rect">
            <a:avLst/>
          </a:prstGeom>
          <a:solidFill>
            <a:srgbClr val="5EC6D3"/>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2" name="Rectangle 117"/>
          <p:cNvSpPr>
            <a:spLocks noChangeArrowheads="1"/>
          </p:cNvSpPr>
          <p:nvPr/>
        </p:nvSpPr>
        <p:spPr bwMode="auto">
          <a:xfrm>
            <a:off x="7087691" y="3702094"/>
            <a:ext cx="317686" cy="436818"/>
          </a:xfrm>
          <a:prstGeom prst="rect">
            <a:avLst/>
          </a:prstGeom>
          <a:solidFill>
            <a:srgbClr val="0D0D0D">
              <a:alpha val="20000"/>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3" name="Freeform 118"/>
          <p:cNvSpPr>
            <a:spLocks noEditPoints="1"/>
          </p:cNvSpPr>
          <p:nvPr/>
        </p:nvSpPr>
        <p:spPr bwMode="auto">
          <a:xfrm>
            <a:off x="7155380" y="3600110"/>
            <a:ext cx="181406" cy="117327"/>
          </a:xfrm>
          <a:custGeom>
            <a:avLst/>
            <a:gdLst>
              <a:gd name="T0" fmla="*/ 103 w 140"/>
              <a:gd name="T1" fmla="*/ 41 h 91"/>
              <a:gd name="T2" fmla="*/ 103 w 140"/>
              <a:gd name="T3" fmla="*/ 35 h 91"/>
              <a:gd name="T4" fmla="*/ 71 w 140"/>
              <a:gd name="T5" fmla="*/ 0 h 91"/>
              <a:gd name="T6" fmla="*/ 37 w 140"/>
              <a:gd name="T7" fmla="*/ 34 h 91"/>
              <a:gd name="T8" fmla="*/ 37 w 140"/>
              <a:gd name="T9" fmla="*/ 41 h 91"/>
              <a:gd name="T10" fmla="*/ 19 w 140"/>
              <a:gd name="T11" fmla="*/ 41 h 91"/>
              <a:gd name="T12" fmla="*/ 0 w 140"/>
              <a:gd name="T13" fmla="*/ 61 h 91"/>
              <a:gd name="T14" fmla="*/ 0 w 140"/>
              <a:gd name="T15" fmla="*/ 91 h 91"/>
              <a:gd name="T16" fmla="*/ 140 w 140"/>
              <a:gd name="T17" fmla="*/ 91 h 91"/>
              <a:gd name="T18" fmla="*/ 140 w 140"/>
              <a:gd name="T19" fmla="*/ 61 h 91"/>
              <a:gd name="T20" fmla="*/ 121 w 140"/>
              <a:gd name="T21" fmla="*/ 41 h 91"/>
              <a:gd name="T22" fmla="*/ 103 w 140"/>
              <a:gd name="T23" fmla="*/ 41 h 91"/>
              <a:gd name="T24" fmla="*/ 70 w 140"/>
              <a:gd name="T25" fmla="*/ 18 h 91"/>
              <a:gd name="T26" fmla="*/ 79 w 140"/>
              <a:gd name="T27" fmla="*/ 26 h 91"/>
              <a:gd name="T28" fmla="*/ 70 w 140"/>
              <a:gd name="T29" fmla="*/ 35 h 91"/>
              <a:gd name="T30" fmla="*/ 61 w 140"/>
              <a:gd name="T31" fmla="*/ 26 h 91"/>
              <a:gd name="T32" fmla="*/ 70 w 140"/>
              <a:gd name="T33" fmla="*/ 18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0" h="91">
                <a:moveTo>
                  <a:pt x="103" y="41"/>
                </a:moveTo>
                <a:cubicBezTo>
                  <a:pt x="103" y="35"/>
                  <a:pt x="103" y="35"/>
                  <a:pt x="103" y="35"/>
                </a:cubicBezTo>
                <a:cubicBezTo>
                  <a:pt x="103" y="16"/>
                  <a:pt x="89" y="1"/>
                  <a:pt x="71" y="0"/>
                </a:cubicBezTo>
                <a:cubicBezTo>
                  <a:pt x="52" y="0"/>
                  <a:pt x="37" y="15"/>
                  <a:pt x="37" y="34"/>
                </a:cubicBezTo>
                <a:cubicBezTo>
                  <a:pt x="37" y="41"/>
                  <a:pt x="37" y="41"/>
                  <a:pt x="37" y="41"/>
                </a:cubicBezTo>
                <a:cubicBezTo>
                  <a:pt x="19" y="41"/>
                  <a:pt x="19" y="41"/>
                  <a:pt x="19" y="41"/>
                </a:cubicBezTo>
                <a:cubicBezTo>
                  <a:pt x="9" y="41"/>
                  <a:pt x="0" y="50"/>
                  <a:pt x="0" y="61"/>
                </a:cubicBezTo>
                <a:cubicBezTo>
                  <a:pt x="0" y="91"/>
                  <a:pt x="0" y="91"/>
                  <a:pt x="0" y="91"/>
                </a:cubicBezTo>
                <a:cubicBezTo>
                  <a:pt x="140" y="91"/>
                  <a:pt x="140" y="91"/>
                  <a:pt x="140" y="91"/>
                </a:cubicBezTo>
                <a:cubicBezTo>
                  <a:pt x="140" y="61"/>
                  <a:pt x="140" y="61"/>
                  <a:pt x="140" y="61"/>
                </a:cubicBezTo>
                <a:cubicBezTo>
                  <a:pt x="140" y="50"/>
                  <a:pt x="132" y="41"/>
                  <a:pt x="121" y="41"/>
                </a:cubicBezTo>
                <a:lnTo>
                  <a:pt x="103" y="41"/>
                </a:lnTo>
                <a:close/>
                <a:moveTo>
                  <a:pt x="70" y="18"/>
                </a:moveTo>
                <a:cubicBezTo>
                  <a:pt x="75" y="18"/>
                  <a:pt x="79" y="21"/>
                  <a:pt x="79" y="26"/>
                </a:cubicBezTo>
                <a:cubicBezTo>
                  <a:pt x="79" y="31"/>
                  <a:pt x="75" y="35"/>
                  <a:pt x="70" y="35"/>
                </a:cubicBezTo>
                <a:cubicBezTo>
                  <a:pt x="65" y="35"/>
                  <a:pt x="61" y="31"/>
                  <a:pt x="61" y="26"/>
                </a:cubicBezTo>
                <a:cubicBezTo>
                  <a:pt x="61" y="21"/>
                  <a:pt x="65" y="18"/>
                  <a:pt x="70" y="18"/>
                </a:cubicBezTo>
                <a:close/>
              </a:path>
            </a:pathLst>
          </a:custGeom>
          <a:solidFill>
            <a:srgbClr val="546E7A"/>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4" name="Line 119"/>
          <p:cNvSpPr>
            <a:spLocks noChangeShapeType="1"/>
          </p:cNvSpPr>
          <p:nvPr/>
        </p:nvSpPr>
        <p:spPr bwMode="auto">
          <a:xfrm>
            <a:off x="7134622" y="3831154"/>
            <a:ext cx="224727" cy="0"/>
          </a:xfrm>
          <a:prstGeom prst="line">
            <a:avLst/>
          </a:prstGeom>
          <a:noFill/>
          <a:ln w="14288" cap="flat">
            <a:solidFill>
              <a:srgbClr val="EFEFE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Line 120"/>
          <p:cNvSpPr>
            <a:spLocks noChangeShapeType="1"/>
          </p:cNvSpPr>
          <p:nvPr/>
        </p:nvSpPr>
        <p:spPr bwMode="auto">
          <a:xfrm>
            <a:off x="7134622" y="3871767"/>
            <a:ext cx="224727" cy="0"/>
          </a:xfrm>
          <a:prstGeom prst="line">
            <a:avLst/>
          </a:prstGeom>
          <a:noFill/>
          <a:ln w="14288" cap="flat">
            <a:solidFill>
              <a:srgbClr val="EFEFE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Line 121"/>
          <p:cNvSpPr>
            <a:spLocks noChangeShapeType="1"/>
          </p:cNvSpPr>
          <p:nvPr/>
        </p:nvSpPr>
        <p:spPr bwMode="auto">
          <a:xfrm>
            <a:off x="7134622" y="3914186"/>
            <a:ext cx="224727" cy="0"/>
          </a:xfrm>
          <a:prstGeom prst="line">
            <a:avLst/>
          </a:prstGeom>
          <a:noFill/>
          <a:ln w="14288" cap="flat">
            <a:solidFill>
              <a:srgbClr val="EFEFE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Line 122"/>
          <p:cNvSpPr>
            <a:spLocks noChangeShapeType="1"/>
          </p:cNvSpPr>
          <p:nvPr/>
        </p:nvSpPr>
        <p:spPr bwMode="auto">
          <a:xfrm>
            <a:off x="7134622" y="3957507"/>
            <a:ext cx="224727" cy="0"/>
          </a:xfrm>
          <a:prstGeom prst="line">
            <a:avLst/>
          </a:prstGeom>
          <a:noFill/>
          <a:ln w="14288" cap="flat">
            <a:solidFill>
              <a:srgbClr val="EFEFE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Line 123"/>
          <p:cNvSpPr>
            <a:spLocks noChangeShapeType="1"/>
          </p:cNvSpPr>
          <p:nvPr/>
        </p:nvSpPr>
        <p:spPr bwMode="auto">
          <a:xfrm>
            <a:off x="7134622" y="3997218"/>
            <a:ext cx="224727" cy="0"/>
          </a:xfrm>
          <a:prstGeom prst="line">
            <a:avLst/>
          </a:prstGeom>
          <a:noFill/>
          <a:ln w="14288" cap="flat">
            <a:solidFill>
              <a:srgbClr val="EFEFE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Line 124"/>
          <p:cNvSpPr>
            <a:spLocks noChangeShapeType="1"/>
          </p:cNvSpPr>
          <p:nvPr/>
        </p:nvSpPr>
        <p:spPr bwMode="auto">
          <a:xfrm>
            <a:off x="7134622" y="4041441"/>
            <a:ext cx="224727" cy="0"/>
          </a:xfrm>
          <a:prstGeom prst="line">
            <a:avLst/>
          </a:prstGeom>
          <a:noFill/>
          <a:ln w="14288" cap="flat">
            <a:solidFill>
              <a:srgbClr val="EFEFE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四项循环</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839602143"/>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Freeform 5"/>
          <p:cNvSpPr>
            <a:spLocks/>
          </p:cNvSpPr>
          <p:nvPr/>
        </p:nvSpPr>
        <p:spPr bwMode="auto">
          <a:xfrm>
            <a:off x="4914900" y="2187377"/>
            <a:ext cx="2855249" cy="2266094"/>
          </a:xfrm>
          <a:custGeom>
            <a:avLst/>
            <a:gdLst>
              <a:gd name="T0" fmla="*/ 516 w 1248"/>
              <a:gd name="T1" fmla="*/ 0 h 991"/>
              <a:gd name="T2" fmla="*/ 503 w 1248"/>
              <a:gd name="T3" fmla="*/ 0 h 991"/>
              <a:gd name="T4" fmla="*/ 0 w 1248"/>
              <a:gd name="T5" fmla="*/ 503 h 991"/>
              <a:gd name="T6" fmla="*/ 379 w 1248"/>
              <a:gd name="T7" fmla="*/ 991 h 991"/>
              <a:gd name="T8" fmla="*/ 256 w 1248"/>
              <a:gd name="T9" fmla="*/ 777 h 991"/>
              <a:gd name="T10" fmla="*/ 778 w 1248"/>
              <a:gd name="T11" fmla="*/ 256 h 991"/>
              <a:gd name="T12" fmla="*/ 1248 w 1248"/>
              <a:gd name="T13" fmla="*/ 552 h 991"/>
              <a:gd name="T14" fmla="*/ 1058 w 1248"/>
              <a:gd name="T15" fmla="*/ 232 h 991"/>
              <a:gd name="T16" fmla="*/ 516 w 1248"/>
              <a:gd name="T17" fmla="*/ 0 h 9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48" h="991">
                <a:moveTo>
                  <a:pt x="516" y="0"/>
                </a:moveTo>
                <a:cubicBezTo>
                  <a:pt x="512" y="0"/>
                  <a:pt x="508" y="0"/>
                  <a:pt x="503" y="0"/>
                </a:cubicBezTo>
                <a:cubicBezTo>
                  <a:pt x="226" y="0"/>
                  <a:pt x="0" y="225"/>
                  <a:pt x="0" y="503"/>
                </a:cubicBezTo>
                <a:cubicBezTo>
                  <a:pt x="0" y="737"/>
                  <a:pt x="161" y="935"/>
                  <a:pt x="379" y="991"/>
                </a:cubicBezTo>
                <a:cubicBezTo>
                  <a:pt x="306" y="948"/>
                  <a:pt x="256" y="868"/>
                  <a:pt x="256" y="777"/>
                </a:cubicBezTo>
                <a:cubicBezTo>
                  <a:pt x="256" y="490"/>
                  <a:pt x="490" y="256"/>
                  <a:pt x="778" y="256"/>
                </a:cubicBezTo>
                <a:cubicBezTo>
                  <a:pt x="985" y="256"/>
                  <a:pt x="1164" y="377"/>
                  <a:pt x="1248" y="552"/>
                </a:cubicBezTo>
                <a:cubicBezTo>
                  <a:pt x="1212" y="433"/>
                  <a:pt x="1147" y="323"/>
                  <a:pt x="1058" y="232"/>
                </a:cubicBezTo>
                <a:cubicBezTo>
                  <a:pt x="914" y="86"/>
                  <a:pt x="721" y="3"/>
                  <a:pt x="516" y="0"/>
                </a:cubicBezTo>
                <a:close/>
              </a:path>
            </a:pathLst>
          </a:custGeom>
          <a:solidFill>
            <a:srgbClr val="3A8F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7"/>
          <p:cNvSpPr>
            <a:spLocks/>
          </p:cNvSpPr>
          <p:nvPr/>
        </p:nvSpPr>
        <p:spPr bwMode="auto">
          <a:xfrm>
            <a:off x="5577875" y="2814139"/>
            <a:ext cx="2267486" cy="2853857"/>
          </a:xfrm>
          <a:custGeom>
            <a:avLst/>
            <a:gdLst>
              <a:gd name="T0" fmla="*/ 213 w 991"/>
              <a:gd name="T1" fmla="*/ 256 h 1248"/>
              <a:gd name="T2" fmla="*/ 735 w 991"/>
              <a:gd name="T3" fmla="*/ 778 h 1248"/>
              <a:gd name="T4" fmla="*/ 439 w 991"/>
              <a:gd name="T5" fmla="*/ 1248 h 1248"/>
              <a:gd name="T6" fmla="*/ 759 w 991"/>
              <a:gd name="T7" fmla="*/ 1058 h 1248"/>
              <a:gd name="T8" fmla="*/ 991 w 991"/>
              <a:gd name="T9" fmla="*/ 516 h 1248"/>
              <a:gd name="T10" fmla="*/ 991 w 991"/>
              <a:gd name="T11" fmla="*/ 503 h 1248"/>
              <a:gd name="T12" fmla="*/ 488 w 991"/>
              <a:gd name="T13" fmla="*/ 0 h 1248"/>
              <a:gd name="T14" fmla="*/ 0 w 991"/>
              <a:gd name="T15" fmla="*/ 379 h 1248"/>
              <a:gd name="T16" fmla="*/ 213 w 991"/>
              <a:gd name="T17" fmla="*/ 256 h 1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1" h="1248">
                <a:moveTo>
                  <a:pt x="213" y="256"/>
                </a:moveTo>
                <a:cubicBezTo>
                  <a:pt x="501" y="256"/>
                  <a:pt x="735" y="490"/>
                  <a:pt x="735" y="778"/>
                </a:cubicBezTo>
                <a:cubicBezTo>
                  <a:pt x="735" y="985"/>
                  <a:pt x="614" y="1164"/>
                  <a:pt x="439" y="1248"/>
                </a:cubicBezTo>
                <a:cubicBezTo>
                  <a:pt x="558" y="1212"/>
                  <a:pt x="668" y="1148"/>
                  <a:pt x="759" y="1058"/>
                </a:cubicBezTo>
                <a:cubicBezTo>
                  <a:pt x="905" y="914"/>
                  <a:pt x="988" y="722"/>
                  <a:pt x="991" y="516"/>
                </a:cubicBezTo>
                <a:cubicBezTo>
                  <a:pt x="991" y="512"/>
                  <a:pt x="991" y="508"/>
                  <a:pt x="991" y="503"/>
                </a:cubicBezTo>
                <a:cubicBezTo>
                  <a:pt x="991" y="226"/>
                  <a:pt x="765" y="0"/>
                  <a:pt x="488" y="0"/>
                </a:cubicBezTo>
                <a:cubicBezTo>
                  <a:pt x="253" y="0"/>
                  <a:pt x="56" y="161"/>
                  <a:pt x="0" y="379"/>
                </a:cubicBezTo>
                <a:cubicBezTo>
                  <a:pt x="43" y="306"/>
                  <a:pt x="122" y="256"/>
                  <a:pt x="213" y="256"/>
                </a:cubicBezTo>
                <a:close/>
              </a:path>
            </a:pathLst>
          </a:custGeom>
          <a:solidFill>
            <a:srgbClr val="2941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9"/>
          <p:cNvSpPr>
            <a:spLocks/>
          </p:cNvSpPr>
          <p:nvPr/>
        </p:nvSpPr>
        <p:spPr bwMode="auto">
          <a:xfrm>
            <a:off x="4361957" y="3477114"/>
            <a:ext cx="2856642" cy="2266094"/>
          </a:xfrm>
          <a:custGeom>
            <a:avLst/>
            <a:gdLst>
              <a:gd name="T0" fmla="*/ 732 w 1249"/>
              <a:gd name="T1" fmla="*/ 991 h 991"/>
              <a:gd name="T2" fmla="*/ 745 w 1249"/>
              <a:gd name="T3" fmla="*/ 991 h 991"/>
              <a:gd name="T4" fmla="*/ 1249 w 1249"/>
              <a:gd name="T5" fmla="*/ 488 h 991"/>
              <a:gd name="T6" fmla="*/ 870 w 1249"/>
              <a:gd name="T7" fmla="*/ 0 h 991"/>
              <a:gd name="T8" fmla="*/ 992 w 1249"/>
              <a:gd name="T9" fmla="*/ 213 h 991"/>
              <a:gd name="T10" fmla="*/ 471 w 1249"/>
              <a:gd name="T11" fmla="*/ 735 h 991"/>
              <a:gd name="T12" fmla="*/ 0 w 1249"/>
              <a:gd name="T13" fmla="*/ 439 h 991"/>
              <a:gd name="T14" fmla="*/ 191 w 1249"/>
              <a:gd name="T15" fmla="*/ 759 h 991"/>
              <a:gd name="T16" fmla="*/ 732 w 1249"/>
              <a:gd name="T17" fmla="*/ 991 h 9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49" h="991">
                <a:moveTo>
                  <a:pt x="732" y="991"/>
                </a:moveTo>
                <a:cubicBezTo>
                  <a:pt x="737" y="991"/>
                  <a:pt x="741" y="991"/>
                  <a:pt x="745" y="991"/>
                </a:cubicBezTo>
                <a:cubicBezTo>
                  <a:pt x="1023" y="991"/>
                  <a:pt x="1249" y="766"/>
                  <a:pt x="1249" y="488"/>
                </a:cubicBezTo>
                <a:cubicBezTo>
                  <a:pt x="1249" y="253"/>
                  <a:pt x="1087" y="56"/>
                  <a:pt x="870" y="0"/>
                </a:cubicBezTo>
                <a:cubicBezTo>
                  <a:pt x="943" y="43"/>
                  <a:pt x="992" y="123"/>
                  <a:pt x="992" y="213"/>
                </a:cubicBezTo>
                <a:cubicBezTo>
                  <a:pt x="992" y="501"/>
                  <a:pt x="758" y="735"/>
                  <a:pt x="471" y="735"/>
                </a:cubicBezTo>
                <a:cubicBezTo>
                  <a:pt x="264" y="735"/>
                  <a:pt x="85" y="614"/>
                  <a:pt x="0" y="439"/>
                </a:cubicBezTo>
                <a:cubicBezTo>
                  <a:pt x="36" y="558"/>
                  <a:pt x="101" y="668"/>
                  <a:pt x="191" y="759"/>
                </a:cubicBezTo>
                <a:cubicBezTo>
                  <a:pt x="335" y="905"/>
                  <a:pt x="527" y="988"/>
                  <a:pt x="732" y="991"/>
                </a:cubicBezTo>
                <a:close/>
              </a:path>
            </a:pathLst>
          </a:custGeom>
          <a:solidFill>
            <a:srgbClr val="2199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1"/>
          <p:cNvSpPr>
            <a:spLocks/>
          </p:cNvSpPr>
          <p:nvPr/>
        </p:nvSpPr>
        <p:spPr bwMode="auto">
          <a:xfrm>
            <a:off x="4286746" y="2262588"/>
            <a:ext cx="2266093" cy="2853857"/>
          </a:xfrm>
          <a:custGeom>
            <a:avLst/>
            <a:gdLst>
              <a:gd name="T0" fmla="*/ 778 w 991"/>
              <a:gd name="T1" fmla="*/ 991 h 1248"/>
              <a:gd name="T2" fmla="*/ 257 w 991"/>
              <a:gd name="T3" fmla="*/ 470 h 1248"/>
              <a:gd name="T4" fmla="*/ 553 w 991"/>
              <a:gd name="T5" fmla="*/ 0 h 1248"/>
              <a:gd name="T6" fmla="*/ 233 w 991"/>
              <a:gd name="T7" fmla="*/ 190 h 1248"/>
              <a:gd name="T8" fmla="*/ 1 w 991"/>
              <a:gd name="T9" fmla="*/ 731 h 1248"/>
              <a:gd name="T10" fmla="*/ 0 w 991"/>
              <a:gd name="T11" fmla="*/ 744 h 1248"/>
              <a:gd name="T12" fmla="*/ 504 w 991"/>
              <a:gd name="T13" fmla="*/ 1248 h 1248"/>
              <a:gd name="T14" fmla="*/ 991 w 991"/>
              <a:gd name="T15" fmla="*/ 869 h 1248"/>
              <a:gd name="T16" fmla="*/ 778 w 991"/>
              <a:gd name="T17" fmla="*/ 991 h 1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1" h="1248">
                <a:moveTo>
                  <a:pt x="778" y="991"/>
                </a:moveTo>
                <a:cubicBezTo>
                  <a:pt x="491" y="991"/>
                  <a:pt x="257" y="757"/>
                  <a:pt x="257" y="470"/>
                </a:cubicBezTo>
                <a:cubicBezTo>
                  <a:pt x="257" y="263"/>
                  <a:pt x="378" y="84"/>
                  <a:pt x="553" y="0"/>
                </a:cubicBezTo>
                <a:cubicBezTo>
                  <a:pt x="433" y="36"/>
                  <a:pt x="324" y="100"/>
                  <a:pt x="233" y="190"/>
                </a:cubicBezTo>
                <a:cubicBezTo>
                  <a:pt x="86" y="334"/>
                  <a:pt x="4" y="526"/>
                  <a:pt x="1" y="731"/>
                </a:cubicBezTo>
                <a:cubicBezTo>
                  <a:pt x="0" y="736"/>
                  <a:pt x="0" y="740"/>
                  <a:pt x="0" y="744"/>
                </a:cubicBezTo>
                <a:cubicBezTo>
                  <a:pt x="0" y="1022"/>
                  <a:pt x="226" y="1248"/>
                  <a:pt x="504" y="1248"/>
                </a:cubicBezTo>
                <a:cubicBezTo>
                  <a:pt x="738" y="1248"/>
                  <a:pt x="936" y="1086"/>
                  <a:pt x="991" y="869"/>
                </a:cubicBezTo>
                <a:cubicBezTo>
                  <a:pt x="948" y="942"/>
                  <a:pt x="869" y="991"/>
                  <a:pt x="778" y="991"/>
                </a:cubicBezTo>
                <a:close/>
              </a:path>
            </a:pathLst>
          </a:custGeom>
          <a:solidFill>
            <a:srgbClr val="EA98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24"/>
          <p:cNvSpPr>
            <a:spLocks noEditPoints="1"/>
          </p:cNvSpPr>
          <p:nvPr/>
        </p:nvSpPr>
        <p:spPr bwMode="auto">
          <a:xfrm flipH="1">
            <a:off x="4569137" y="4093006"/>
            <a:ext cx="604477" cy="607263"/>
          </a:xfrm>
          <a:custGeom>
            <a:avLst/>
            <a:gdLst>
              <a:gd name="T0" fmla="*/ 149 w 264"/>
              <a:gd name="T1" fmla="*/ 58 h 265"/>
              <a:gd name="T2" fmla="*/ 116 w 264"/>
              <a:gd name="T3" fmla="*/ 58 h 265"/>
              <a:gd name="T4" fmla="*/ 116 w 264"/>
              <a:gd name="T5" fmla="*/ 116 h 265"/>
              <a:gd name="T6" fmla="*/ 60 w 264"/>
              <a:gd name="T7" fmla="*/ 116 h 265"/>
              <a:gd name="T8" fmla="*/ 60 w 264"/>
              <a:gd name="T9" fmla="*/ 148 h 265"/>
              <a:gd name="T10" fmla="*/ 116 w 264"/>
              <a:gd name="T11" fmla="*/ 148 h 265"/>
              <a:gd name="T12" fmla="*/ 116 w 264"/>
              <a:gd name="T13" fmla="*/ 207 h 265"/>
              <a:gd name="T14" fmla="*/ 149 w 264"/>
              <a:gd name="T15" fmla="*/ 207 h 265"/>
              <a:gd name="T16" fmla="*/ 149 w 264"/>
              <a:gd name="T17" fmla="*/ 148 h 265"/>
              <a:gd name="T18" fmla="*/ 205 w 264"/>
              <a:gd name="T19" fmla="*/ 148 h 265"/>
              <a:gd name="T20" fmla="*/ 205 w 264"/>
              <a:gd name="T21" fmla="*/ 116 h 265"/>
              <a:gd name="T22" fmla="*/ 149 w 264"/>
              <a:gd name="T23" fmla="*/ 116 h 265"/>
              <a:gd name="T24" fmla="*/ 149 w 264"/>
              <a:gd name="T25" fmla="*/ 58 h 265"/>
              <a:gd name="T26" fmla="*/ 132 w 264"/>
              <a:gd name="T27" fmla="*/ 235 h 265"/>
              <a:gd name="T28" fmla="*/ 30 w 264"/>
              <a:gd name="T29" fmla="*/ 133 h 265"/>
              <a:gd name="T30" fmla="*/ 132 w 264"/>
              <a:gd name="T31" fmla="*/ 30 h 265"/>
              <a:gd name="T32" fmla="*/ 235 w 264"/>
              <a:gd name="T33" fmla="*/ 133 h 265"/>
              <a:gd name="T34" fmla="*/ 132 w 264"/>
              <a:gd name="T35" fmla="*/ 235 h 265"/>
              <a:gd name="T36" fmla="*/ 132 w 264"/>
              <a:gd name="T37" fmla="*/ 0 h 265"/>
              <a:gd name="T38" fmla="*/ 0 w 264"/>
              <a:gd name="T39" fmla="*/ 133 h 265"/>
              <a:gd name="T40" fmla="*/ 132 w 264"/>
              <a:gd name="T41" fmla="*/ 265 h 265"/>
              <a:gd name="T42" fmla="*/ 264 w 264"/>
              <a:gd name="T43" fmla="*/ 133 h 265"/>
              <a:gd name="T44" fmla="*/ 132 w 264"/>
              <a:gd name="T45" fmla="*/ 0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4" h="265">
                <a:moveTo>
                  <a:pt x="149" y="58"/>
                </a:moveTo>
                <a:cubicBezTo>
                  <a:pt x="116" y="58"/>
                  <a:pt x="116" y="58"/>
                  <a:pt x="116" y="58"/>
                </a:cubicBezTo>
                <a:cubicBezTo>
                  <a:pt x="116" y="116"/>
                  <a:pt x="116" y="116"/>
                  <a:pt x="116" y="116"/>
                </a:cubicBezTo>
                <a:cubicBezTo>
                  <a:pt x="60" y="116"/>
                  <a:pt x="60" y="116"/>
                  <a:pt x="60" y="116"/>
                </a:cubicBezTo>
                <a:cubicBezTo>
                  <a:pt x="60" y="148"/>
                  <a:pt x="60" y="148"/>
                  <a:pt x="60" y="148"/>
                </a:cubicBezTo>
                <a:cubicBezTo>
                  <a:pt x="116" y="148"/>
                  <a:pt x="116" y="148"/>
                  <a:pt x="116" y="148"/>
                </a:cubicBezTo>
                <a:cubicBezTo>
                  <a:pt x="116" y="207"/>
                  <a:pt x="116" y="207"/>
                  <a:pt x="116" y="207"/>
                </a:cubicBezTo>
                <a:cubicBezTo>
                  <a:pt x="149" y="207"/>
                  <a:pt x="149" y="207"/>
                  <a:pt x="149" y="207"/>
                </a:cubicBezTo>
                <a:cubicBezTo>
                  <a:pt x="149" y="148"/>
                  <a:pt x="149" y="148"/>
                  <a:pt x="149" y="148"/>
                </a:cubicBezTo>
                <a:cubicBezTo>
                  <a:pt x="205" y="148"/>
                  <a:pt x="205" y="148"/>
                  <a:pt x="205" y="148"/>
                </a:cubicBezTo>
                <a:cubicBezTo>
                  <a:pt x="205" y="116"/>
                  <a:pt x="205" y="116"/>
                  <a:pt x="205" y="116"/>
                </a:cubicBezTo>
                <a:cubicBezTo>
                  <a:pt x="149" y="116"/>
                  <a:pt x="149" y="116"/>
                  <a:pt x="149" y="116"/>
                </a:cubicBezTo>
                <a:cubicBezTo>
                  <a:pt x="149" y="58"/>
                  <a:pt x="149" y="58"/>
                  <a:pt x="149" y="58"/>
                </a:cubicBezTo>
                <a:moveTo>
                  <a:pt x="132" y="235"/>
                </a:moveTo>
                <a:cubicBezTo>
                  <a:pt x="76" y="235"/>
                  <a:pt x="30" y="189"/>
                  <a:pt x="30" y="133"/>
                </a:cubicBezTo>
                <a:cubicBezTo>
                  <a:pt x="30" y="76"/>
                  <a:pt x="76" y="30"/>
                  <a:pt x="132" y="30"/>
                </a:cubicBezTo>
                <a:cubicBezTo>
                  <a:pt x="189" y="30"/>
                  <a:pt x="235" y="76"/>
                  <a:pt x="235" y="133"/>
                </a:cubicBezTo>
                <a:cubicBezTo>
                  <a:pt x="235" y="189"/>
                  <a:pt x="189" y="235"/>
                  <a:pt x="132" y="235"/>
                </a:cubicBezTo>
                <a:moveTo>
                  <a:pt x="132" y="0"/>
                </a:moveTo>
                <a:cubicBezTo>
                  <a:pt x="59" y="0"/>
                  <a:pt x="0" y="60"/>
                  <a:pt x="0" y="133"/>
                </a:cubicBezTo>
                <a:cubicBezTo>
                  <a:pt x="0" y="206"/>
                  <a:pt x="59" y="265"/>
                  <a:pt x="132" y="265"/>
                </a:cubicBezTo>
                <a:cubicBezTo>
                  <a:pt x="205" y="265"/>
                  <a:pt x="264" y="206"/>
                  <a:pt x="264" y="133"/>
                </a:cubicBezTo>
                <a:cubicBezTo>
                  <a:pt x="264" y="60"/>
                  <a:pt x="205" y="0"/>
                  <a:pt x="132"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 name="Freeform 21"/>
          <p:cNvSpPr>
            <a:spLocks noEditPoints="1"/>
          </p:cNvSpPr>
          <p:nvPr/>
        </p:nvSpPr>
        <p:spPr bwMode="auto">
          <a:xfrm flipH="1">
            <a:off x="5152199" y="2593395"/>
            <a:ext cx="505588" cy="834290"/>
          </a:xfrm>
          <a:custGeom>
            <a:avLst/>
            <a:gdLst>
              <a:gd name="T0" fmla="*/ 76 w 221"/>
              <a:gd name="T1" fmla="*/ 315 h 365"/>
              <a:gd name="T2" fmla="*/ 110 w 221"/>
              <a:gd name="T3" fmla="*/ 186 h 365"/>
              <a:gd name="T4" fmla="*/ 171 w 221"/>
              <a:gd name="T5" fmla="*/ 289 h 365"/>
              <a:gd name="T6" fmla="*/ 97 w 221"/>
              <a:gd name="T7" fmla="*/ 145 h 365"/>
              <a:gd name="T8" fmla="*/ 70 w 221"/>
              <a:gd name="T9" fmla="*/ 174 h 365"/>
              <a:gd name="T10" fmla="*/ 23 w 221"/>
              <a:gd name="T11" fmla="*/ 186 h 365"/>
              <a:gd name="T12" fmla="*/ 24 w 221"/>
              <a:gd name="T13" fmla="*/ 226 h 365"/>
              <a:gd name="T14" fmla="*/ 0 w 221"/>
              <a:gd name="T15" fmla="*/ 268 h 365"/>
              <a:gd name="T16" fmla="*/ 29 w 221"/>
              <a:gd name="T17" fmla="*/ 296 h 365"/>
              <a:gd name="T18" fmla="*/ 42 w 221"/>
              <a:gd name="T19" fmla="*/ 342 h 365"/>
              <a:gd name="T20" fmla="*/ 82 w 221"/>
              <a:gd name="T21" fmla="*/ 341 h 365"/>
              <a:gd name="T22" fmla="*/ 118 w 221"/>
              <a:gd name="T23" fmla="*/ 346 h 365"/>
              <a:gd name="T24" fmla="*/ 156 w 221"/>
              <a:gd name="T25" fmla="*/ 356 h 365"/>
              <a:gd name="T26" fmla="*/ 180 w 221"/>
              <a:gd name="T27" fmla="*/ 314 h 365"/>
              <a:gd name="T28" fmla="*/ 214 w 221"/>
              <a:gd name="T29" fmla="*/ 294 h 365"/>
              <a:gd name="T30" fmla="*/ 201 w 221"/>
              <a:gd name="T31" fmla="*/ 247 h 365"/>
              <a:gd name="T32" fmla="*/ 211 w 221"/>
              <a:gd name="T33" fmla="*/ 209 h 365"/>
              <a:gd name="T34" fmla="*/ 169 w 221"/>
              <a:gd name="T35" fmla="*/ 186 h 365"/>
              <a:gd name="T36" fmla="*/ 149 w 221"/>
              <a:gd name="T37" fmla="*/ 151 h 365"/>
              <a:gd name="T38" fmla="*/ 110 w 221"/>
              <a:gd name="T39" fmla="*/ 164 h 365"/>
              <a:gd name="T40" fmla="*/ 97 w 221"/>
              <a:gd name="T41" fmla="*/ 145 h 365"/>
              <a:gd name="T42" fmla="*/ 74 w 221"/>
              <a:gd name="T43" fmla="*/ 116 h 365"/>
              <a:gd name="T44" fmla="*/ 97 w 221"/>
              <a:gd name="T45" fmla="*/ 27 h 365"/>
              <a:gd name="T46" fmla="*/ 138 w 221"/>
              <a:gd name="T47" fmla="*/ 98 h 365"/>
              <a:gd name="T48" fmla="*/ 88 w 221"/>
              <a:gd name="T49" fmla="*/ 0 h 365"/>
              <a:gd name="T50" fmla="*/ 70 w 221"/>
              <a:gd name="T51" fmla="*/ 19 h 365"/>
              <a:gd name="T52" fmla="*/ 38 w 221"/>
              <a:gd name="T53" fmla="*/ 28 h 365"/>
              <a:gd name="T54" fmla="*/ 39 w 221"/>
              <a:gd name="T55" fmla="*/ 55 h 365"/>
              <a:gd name="T56" fmla="*/ 22 w 221"/>
              <a:gd name="T57" fmla="*/ 83 h 365"/>
              <a:gd name="T58" fmla="*/ 42 w 221"/>
              <a:gd name="T59" fmla="*/ 102 h 365"/>
              <a:gd name="T60" fmla="*/ 50 w 221"/>
              <a:gd name="T61" fmla="*/ 134 h 365"/>
              <a:gd name="T62" fmla="*/ 78 w 221"/>
              <a:gd name="T63" fmla="*/ 133 h 365"/>
              <a:gd name="T64" fmla="*/ 102 w 221"/>
              <a:gd name="T65" fmla="*/ 136 h 365"/>
              <a:gd name="T66" fmla="*/ 128 w 221"/>
              <a:gd name="T67" fmla="*/ 143 h 365"/>
              <a:gd name="T68" fmla="*/ 144 w 221"/>
              <a:gd name="T69" fmla="*/ 114 h 365"/>
              <a:gd name="T70" fmla="*/ 168 w 221"/>
              <a:gd name="T71" fmla="*/ 101 h 365"/>
              <a:gd name="T72" fmla="*/ 159 w 221"/>
              <a:gd name="T73" fmla="*/ 69 h 365"/>
              <a:gd name="T74" fmla="*/ 166 w 221"/>
              <a:gd name="T75" fmla="*/ 43 h 365"/>
              <a:gd name="T76" fmla="*/ 137 w 221"/>
              <a:gd name="T77" fmla="*/ 27 h 365"/>
              <a:gd name="T78" fmla="*/ 123 w 221"/>
              <a:gd name="T79" fmla="*/ 4 h 365"/>
              <a:gd name="T80" fmla="*/ 97 w 221"/>
              <a:gd name="T81" fmla="*/ 13 h 365"/>
              <a:gd name="T82" fmla="*/ 88 w 221"/>
              <a:gd name="T83"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1" h="365">
                <a:moveTo>
                  <a:pt x="110" y="324"/>
                </a:moveTo>
                <a:cubicBezTo>
                  <a:pt x="99" y="324"/>
                  <a:pt x="87" y="321"/>
                  <a:pt x="76" y="315"/>
                </a:cubicBezTo>
                <a:cubicBezTo>
                  <a:pt x="43" y="297"/>
                  <a:pt x="31" y="254"/>
                  <a:pt x="50" y="221"/>
                </a:cubicBezTo>
                <a:cubicBezTo>
                  <a:pt x="63" y="198"/>
                  <a:pt x="86" y="186"/>
                  <a:pt x="110" y="186"/>
                </a:cubicBezTo>
                <a:cubicBezTo>
                  <a:pt x="122" y="186"/>
                  <a:pt x="134" y="188"/>
                  <a:pt x="144" y="194"/>
                </a:cubicBezTo>
                <a:cubicBezTo>
                  <a:pt x="178" y="213"/>
                  <a:pt x="190" y="256"/>
                  <a:pt x="171" y="289"/>
                </a:cubicBezTo>
                <a:cubicBezTo>
                  <a:pt x="158" y="312"/>
                  <a:pt x="135" y="324"/>
                  <a:pt x="110" y="324"/>
                </a:cubicBezTo>
                <a:moveTo>
                  <a:pt x="97" y="145"/>
                </a:moveTo>
                <a:cubicBezTo>
                  <a:pt x="64" y="154"/>
                  <a:pt x="64" y="154"/>
                  <a:pt x="64" y="154"/>
                </a:cubicBezTo>
                <a:cubicBezTo>
                  <a:pt x="70" y="174"/>
                  <a:pt x="70" y="174"/>
                  <a:pt x="70" y="174"/>
                </a:cubicBezTo>
                <a:cubicBezTo>
                  <a:pt x="59" y="179"/>
                  <a:pt x="49" y="187"/>
                  <a:pt x="41" y="196"/>
                </a:cubicBezTo>
                <a:cubicBezTo>
                  <a:pt x="23" y="186"/>
                  <a:pt x="23" y="186"/>
                  <a:pt x="23" y="186"/>
                </a:cubicBezTo>
                <a:cubicBezTo>
                  <a:pt x="6" y="216"/>
                  <a:pt x="6" y="216"/>
                  <a:pt x="6" y="216"/>
                </a:cubicBezTo>
                <a:cubicBezTo>
                  <a:pt x="24" y="226"/>
                  <a:pt x="24" y="226"/>
                  <a:pt x="24" y="226"/>
                </a:cubicBezTo>
                <a:cubicBezTo>
                  <a:pt x="20" y="238"/>
                  <a:pt x="19" y="250"/>
                  <a:pt x="20" y="263"/>
                </a:cubicBezTo>
                <a:cubicBezTo>
                  <a:pt x="0" y="268"/>
                  <a:pt x="0" y="268"/>
                  <a:pt x="0" y="268"/>
                </a:cubicBezTo>
                <a:cubicBezTo>
                  <a:pt x="9" y="301"/>
                  <a:pt x="9" y="301"/>
                  <a:pt x="9" y="301"/>
                </a:cubicBezTo>
                <a:cubicBezTo>
                  <a:pt x="29" y="296"/>
                  <a:pt x="29" y="296"/>
                  <a:pt x="29" y="296"/>
                </a:cubicBezTo>
                <a:cubicBezTo>
                  <a:pt x="34" y="306"/>
                  <a:pt x="42" y="316"/>
                  <a:pt x="52" y="324"/>
                </a:cubicBezTo>
                <a:cubicBezTo>
                  <a:pt x="42" y="342"/>
                  <a:pt x="42" y="342"/>
                  <a:pt x="42" y="342"/>
                </a:cubicBezTo>
                <a:cubicBezTo>
                  <a:pt x="72" y="359"/>
                  <a:pt x="72" y="359"/>
                  <a:pt x="72" y="359"/>
                </a:cubicBezTo>
                <a:cubicBezTo>
                  <a:pt x="82" y="341"/>
                  <a:pt x="82" y="341"/>
                  <a:pt x="82" y="341"/>
                </a:cubicBezTo>
                <a:cubicBezTo>
                  <a:pt x="91" y="344"/>
                  <a:pt x="101" y="346"/>
                  <a:pt x="110" y="346"/>
                </a:cubicBezTo>
                <a:cubicBezTo>
                  <a:pt x="113" y="346"/>
                  <a:pt x="115" y="346"/>
                  <a:pt x="118" y="346"/>
                </a:cubicBezTo>
                <a:cubicBezTo>
                  <a:pt x="123" y="365"/>
                  <a:pt x="123" y="365"/>
                  <a:pt x="123" y="365"/>
                </a:cubicBezTo>
                <a:cubicBezTo>
                  <a:pt x="156" y="356"/>
                  <a:pt x="156" y="356"/>
                  <a:pt x="156" y="356"/>
                </a:cubicBezTo>
                <a:cubicBezTo>
                  <a:pt x="151" y="336"/>
                  <a:pt x="151" y="336"/>
                  <a:pt x="151" y="336"/>
                </a:cubicBezTo>
                <a:cubicBezTo>
                  <a:pt x="162" y="331"/>
                  <a:pt x="172" y="323"/>
                  <a:pt x="180" y="314"/>
                </a:cubicBezTo>
                <a:cubicBezTo>
                  <a:pt x="198" y="324"/>
                  <a:pt x="198" y="324"/>
                  <a:pt x="198" y="324"/>
                </a:cubicBezTo>
                <a:cubicBezTo>
                  <a:pt x="214" y="294"/>
                  <a:pt x="214" y="294"/>
                  <a:pt x="214" y="294"/>
                </a:cubicBezTo>
                <a:cubicBezTo>
                  <a:pt x="197" y="284"/>
                  <a:pt x="197" y="284"/>
                  <a:pt x="197" y="284"/>
                </a:cubicBezTo>
                <a:cubicBezTo>
                  <a:pt x="201" y="272"/>
                  <a:pt x="202" y="259"/>
                  <a:pt x="201" y="247"/>
                </a:cubicBezTo>
                <a:cubicBezTo>
                  <a:pt x="221" y="242"/>
                  <a:pt x="221" y="242"/>
                  <a:pt x="221" y="242"/>
                </a:cubicBezTo>
                <a:cubicBezTo>
                  <a:pt x="211" y="209"/>
                  <a:pt x="211" y="209"/>
                  <a:pt x="211" y="209"/>
                </a:cubicBezTo>
                <a:cubicBezTo>
                  <a:pt x="192" y="214"/>
                  <a:pt x="192" y="214"/>
                  <a:pt x="192" y="214"/>
                </a:cubicBezTo>
                <a:cubicBezTo>
                  <a:pt x="186" y="203"/>
                  <a:pt x="179" y="194"/>
                  <a:pt x="169" y="186"/>
                </a:cubicBezTo>
                <a:cubicBezTo>
                  <a:pt x="179" y="168"/>
                  <a:pt x="179" y="168"/>
                  <a:pt x="179" y="168"/>
                </a:cubicBezTo>
                <a:cubicBezTo>
                  <a:pt x="149" y="151"/>
                  <a:pt x="149" y="151"/>
                  <a:pt x="149" y="151"/>
                </a:cubicBezTo>
                <a:cubicBezTo>
                  <a:pt x="139" y="169"/>
                  <a:pt x="139" y="169"/>
                  <a:pt x="139" y="169"/>
                </a:cubicBezTo>
                <a:cubicBezTo>
                  <a:pt x="130" y="166"/>
                  <a:pt x="120" y="164"/>
                  <a:pt x="110" y="164"/>
                </a:cubicBezTo>
                <a:cubicBezTo>
                  <a:pt x="108" y="164"/>
                  <a:pt x="105" y="164"/>
                  <a:pt x="103" y="164"/>
                </a:cubicBezTo>
                <a:cubicBezTo>
                  <a:pt x="97" y="145"/>
                  <a:pt x="97" y="145"/>
                  <a:pt x="97" y="145"/>
                </a:cubicBezTo>
                <a:moveTo>
                  <a:pt x="97" y="122"/>
                </a:moveTo>
                <a:cubicBezTo>
                  <a:pt x="89" y="122"/>
                  <a:pt x="81" y="120"/>
                  <a:pt x="74" y="116"/>
                </a:cubicBezTo>
                <a:cubicBezTo>
                  <a:pt x="51" y="103"/>
                  <a:pt x="43" y="74"/>
                  <a:pt x="56" y="51"/>
                </a:cubicBezTo>
                <a:cubicBezTo>
                  <a:pt x="65" y="36"/>
                  <a:pt x="81" y="27"/>
                  <a:pt x="97" y="27"/>
                </a:cubicBezTo>
                <a:cubicBezTo>
                  <a:pt x="105" y="27"/>
                  <a:pt x="113" y="29"/>
                  <a:pt x="120" y="34"/>
                </a:cubicBezTo>
                <a:cubicBezTo>
                  <a:pt x="143" y="46"/>
                  <a:pt x="151" y="75"/>
                  <a:pt x="138" y="98"/>
                </a:cubicBezTo>
                <a:cubicBezTo>
                  <a:pt x="130" y="113"/>
                  <a:pt x="114" y="122"/>
                  <a:pt x="97" y="122"/>
                </a:cubicBezTo>
                <a:moveTo>
                  <a:pt x="88" y="0"/>
                </a:moveTo>
                <a:cubicBezTo>
                  <a:pt x="66" y="6"/>
                  <a:pt x="66" y="6"/>
                  <a:pt x="66" y="6"/>
                </a:cubicBezTo>
                <a:cubicBezTo>
                  <a:pt x="70" y="19"/>
                  <a:pt x="70" y="19"/>
                  <a:pt x="70" y="19"/>
                </a:cubicBezTo>
                <a:cubicBezTo>
                  <a:pt x="62" y="23"/>
                  <a:pt x="55" y="28"/>
                  <a:pt x="50" y="35"/>
                </a:cubicBezTo>
                <a:cubicBezTo>
                  <a:pt x="38" y="28"/>
                  <a:pt x="38" y="28"/>
                  <a:pt x="38" y="28"/>
                </a:cubicBezTo>
                <a:cubicBezTo>
                  <a:pt x="26" y="48"/>
                  <a:pt x="26" y="48"/>
                  <a:pt x="26" y="48"/>
                </a:cubicBezTo>
                <a:cubicBezTo>
                  <a:pt x="39" y="55"/>
                  <a:pt x="39" y="55"/>
                  <a:pt x="39" y="55"/>
                </a:cubicBezTo>
                <a:cubicBezTo>
                  <a:pt x="36" y="63"/>
                  <a:pt x="35" y="72"/>
                  <a:pt x="36" y="80"/>
                </a:cubicBezTo>
                <a:cubicBezTo>
                  <a:pt x="22" y="83"/>
                  <a:pt x="22" y="83"/>
                  <a:pt x="22" y="83"/>
                </a:cubicBezTo>
                <a:cubicBezTo>
                  <a:pt x="29" y="106"/>
                  <a:pt x="29" y="106"/>
                  <a:pt x="29" y="106"/>
                </a:cubicBezTo>
                <a:cubicBezTo>
                  <a:pt x="42" y="102"/>
                  <a:pt x="42" y="102"/>
                  <a:pt x="42" y="102"/>
                </a:cubicBezTo>
                <a:cubicBezTo>
                  <a:pt x="45" y="110"/>
                  <a:pt x="51" y="116"/>
                  <a:pt x="57" y="122"/>
                </a:cubicBezTo>
                <a:cubicBezTo>
                  <a:pt x="50" y="134"/>
                  <a:pt x="50" y="134"/>
                  <a:pt x="50" y="134"/>
                </a:cubicBezTo>
                <a:cubicBezTo>
                  <a:pt x="71" y="145"/>
                  <a:pt x="71" y="145"/>
                  <a:pt x="71" y="145"/>
                </a:cubicBezTo>
                <a:cubicBezTo>
                  <a:pt x="78" y="133"/>
                  <a:pt x="78" y="133"/>
                  <a:pt x="78" y="133"/>
                </a:cubicBezTo>
                <a:cubicBezTo>
                  <a:pt x="84" y="135"/>
                  <a:pt x="91" y="136"/>
                  <a:pt x="97" y="136"/>
                </a:cubicBezTo>
                <a:cubicBezTo>
                  <a:pt x="99" y="136"/>
                  <a:pt x="101" y="136"/>
                  <a:pt x="102" y="136"/>
                </a:cubicBezTo>
                <a:cubicBezTo>
                  <a:pt x="106" y="149"/>
                  <a:pt x="106" y="149"/>
                  <a:pt x="106" y="149"/>
                </a:cubicBezTo>
                <a:cubicBezTo>
                  <a:pt x="128" y="143"/>
                  <a:pt x="128" y="143"/>
                  <a:pt x="128" y="143"/>
                </a:cubicBezTo>
                <a:cubicBezTo>
                  <a:pt x="125" y="130"/>
                  <a:pt x="125" y="130"/>
                  <a:pt x="125" y="130"/>
                </a:cubicBezTo>
                <a:cubicBezTo>
                  <a:pt x="132" y="126"/>
                  <a:pt x="139" y="121"/>
                  <a:pt x="144" y="114"/>
                </a:cubicBezTo>
                <a:cubicBezTo>
                  <a:pt x="156" y="121"/>
                  <a:pt x="156" y="121"/>
                  <a:pt x="156" y="121"/>
                </a:cubicBezTo>
                <a:cubicBezTo>
                  <a:pt x="168" y="101"/>
                  <a:pt x="168" y="101"/>
                  <a:pt x="168" y="101"/>
                </a:cubicBezTo>
                <a:cubicBezTo>
                  <a:pt x="156" y="94"/>
                  <a:pt x="156" y="94"/>
                  <a:pt x="156" y="94"/>
                </a:cubicBezTo>
                <a:cubicBezTo>
                  <a:pt x="158" y="86"/>
                  <a:pt x="159" y="78"/>
                  <a:pt x="159" y="69"/>
                </a:cubicBezTo>
                <a:cubicBezTo>
                  <a:pt x="172" y="66"/>
                  <a:pt x="172" y="66"/>
                  <a:pt x="172" y="66"/>
                </a:cubicBezTo>
                <a:cubicBezTo>
                  <a:pt x="166" y="43"/>
                  <a:pt x="166" y="43"/>
                  <a:pt x="166" y="43"/>
                </a:cubicBezTo>
                <a:cubicBezTo>
                  <a:pt x="152" y="47"/>
                  <a:pt x="152" y="47"/>
                  <a:pt x="152" y="47"/>
                </a:cubicBezTo>
                <a:cubicBezTo>
                  <a:pt x="149" y="40"/>
                  <a:pt x="144" y="33"/>
                  <a:pt x="137" y="27"/>
                </a:cubicBezTo>
                <a:cubicBezTo>
                  <a:pt x="144" y="15"/>
                  <a:pt x="144" y="15"/>
                  <a:pt x="144" y="15"/>
                </a:cubicBezTo>
                <a:cubicBezTo>
                  <a:pt x="123" y="4"/>
                  <a:pt x="123" y="4"/>
                  <a:pt x="123" y="4"/>
                </a:cubicBezTo>
                <a:cubicBezTo>
                  <a:pt x="117" y="16"/>
                  <a:pt x="117" y="16"/>
                  <a:pt x="117" y="16"/>
                </a:cubicBezTo>
                <a:cubicBezTo>
                  <a:pt x="110" y="14"/>
                  <a:pt x="104" y="13"/>
                  <a:pt x="97" y="13"/>
                </a:cubicBezTo>
                <a:cubicBezTo>
                  <a:pt x="95" y="13"/>
                  <a:pt x="94" y="13"/>
                  <a:pt x="92" y="13"/>
                </a:cubicBezTo>
                <a:cubicBezTo>
                  <a:pt x="88" y="0"/>
                  <a:pt x="88" y="0"/>
                  <a:pt x="88"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 name="Freeform 22"/>
          <p:cNvSpPr>
            <a:spLocks noEditPoints="1"/>
          </p:cNvSpPr>
          <p:nvPr/>
        </p:nvSpPr>
        <p:spPr bwMode="auto">
          <a:xfrm flipH="1">
            <a:off x="6724850" y="3015930"/>
            <a:ext cx="534837" cy="555730"/>
          </a:xfrm>
          <a:custGeom>
            <a:avLst/>
            <a:gdLst>
              <a:gd name="T0" fmla="*/ 117 w 234"/>
              <a:gd name="T1" fmla="*/ 89 h 243"/>
              <a:gd name="T2" fmla="*/ 85 w 234"/>
              <a:gd name="T3" fmla="*/ 121 h 243"/>
              <a:gd name="T4" fmla="*/ 117 w 234"/>
              <a:gd name="T5" fmla="*/ 153 h 243"/>
              <a:gd name="T6" fmla="*/ 149 w 234"/>
              <a:gd name="T7" fmla="*/ 121 h 243"/>
              <a:gd name="T8" fmla="*/ 117 w 234"/>
              <a:gd name="T9" fmla="*/ 89 h 243"/>
              <a:gd name="T10" fmla="*/ 90 w 234"/>
              <a:gd name="T11" fmla="*/ 7 h 243"/>
              <a:gd name="T12" fmla="*/ 0 w 234"/>
              <a:gd name="T13" fmla="*/ 121 h 243"/>
              <a:gd name="T14" fmla="*/ 34 w 234"/>
              <a:gd name="T15" fmla="*/ 204 h 243"/>
              <a:gd name="T16" fmla="*/ 44 w 234"/>
              <a:gd name="T17" fmla="*/ 213 h 243"/>
              <a:gd name="T18" fmla="*/ 33 w 234"/>
              <a:gd name="T19" fmla="*/ 243 h 243"/>
              <a:gd name="T20" fmla="*/ 117 w 234"/>
              <a:gd name="T21" fmla="*/ 232 h 243"/>
              <a:gd name="T22" fmla="*/ 60 w 234"/>
              <a:gd name="T23" fmla="*/ 169 h 243"/>
              <a:gd name="T24" fmla="*/ 49 w 234"/>
              <a:gd name="T25" fmla="*/ 200 h 243"/>
              <a:gd name="T26" fmla="*/ 44 w 234"/>
              <a:gd name="T27" fmla="*/ 194 h 243"/>
              <a:gd name="T28" fmla="*/ 13 w 234"/>
              <a:gd name="T29" fmla="*/ 121 h 243"/>
              <a:gd name="T30" fmla="*/ 94 w 234"/>
              <a:gd name="T31" fmla="*/ 21 h 243"/>
              <a:gd name="T32" fmla="*/ 90 w 234"/>
              <a:gd name="T33" fmla="*/ 7 h 243"/>
              <a:gd name="T34" fmla="*/ 200 w 234"/>
              <a:gd name="T35" fmla="*/ 0 h 243"/>
              <a:gd name="T36" fmla="*/ 117 w 234"/>
              <a:gd name="T37" fmla="*/ 11 h 243"/>
              <a:gd name="T38" fmla="*/ 173 w 234"/>
              <a:gd name="T39" fmla="*/ 73 h 243"/>
              <a:gd name="T40" fmla="*/ 184 w 234"/>
              <a:gd name="T41" fmla="*/ 43 h 243"/>
              <a:gd name="T42" fmla="*/ 220 w 234"/>
              <a:gd name="T43" fmla="*/ 121 h 243"/>
              <a:gd name="T44" fmla="*/ 190 w 234"/>
              <a:gd name="T45" fmla="*/ 194 h 243"/>
              <a:gd name="T46" fmla="*/ 140 w 234"/>
              <a:gd name="T47" fmla="*/ 222 h 243"/>
              <a:gd name="T48" fmla="*/ 143 w 234"/>
              <a:gd name="T49" fmla="*/ 235 h 243"/>
              <a:gd name="T50" fmla="*/ 200 w 234"/>
              <a:gd name="T51" fmla="*/ 204 h 243"/>
              <a:gd name="T52" fmla="*/ 234 w 234"/>
              <a:gd name="T53" fmla="*/ 121 h 243"/>
              <a:gd name="T54" fmla="*/ 189 w 234"/>
              <a:gd name="T55" fmla="*/ 29 h 243"/>
              <a:gd name="T56" fmla="*/ 200 w 234"/>
              <a:gd name="T57" fmla="*/ 0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4" h="243">
                <a:moveTo>
                  <a:pt x="117" y="89"/>
                </a:moveTo>
                <a:cubicBezTo>
                  <a:pt x="99" y="89"/>
                  <a:pt x="85" y="104"/>
                  <a:pt x="85" y="121"/>
                </a:cubicBezTo>
                <a:cubicBezTo>
                  <a:pt x="85" y="139"/>
                  <a:pt x="99" y="153"/>
                  <a:pt x="117" y="153"/>
                </a:cubicBezTo>
                <a:cubicBezTo>
                  <a:pt x="135" y="153"/>
                  <a:pt x="149" y="139"/>
                  <a:pt x="149" y="121"/>
                </a:cubicBezTo>
                <a:cubicBezTo>
                  <a:pt x="149" y="104"/>
                  <a:pt x="135" y="89"/>
                  <a:pt x="117" y="89"/>
                </a:cubicBezTo>
                <a:moveTo>
                  <a:pt x="90" y="7"/>
                </a:moveTo>
                <a:cubicBezTo>
                  <a:pt x="38" y="19"/>
                  <a:pt x="0" y="66"/>
                  <a:pt x="0" y="121"/>
                </a:cubicBezTo>
                <a:cubicBezTo>
                  <a:pt x="0" y="153"/>
                  <a:pt x="12" y="182"/>
                  <a:pt x="34" y="204"/>
                </a:cubicBezTo>
                <a:cubicBezTo>
                  <a:pt x="37" y="207"/>
                  <a:pt x="41" y="210"/>
                  <a:pt x="44" y="213"/>
                </a:cubicBezTo>
                <a:cubicBezTo>
                  <a:pt x="33" y="243"/>
                  <a:pt x="33" y="243"/>
                  <a:pt x="33" y="243"/>
                </a:cubicBezTo>
                <a:cubicBezTo>
                  <a:pt x="117" y="232"/>
                  <a:pt x="117" y="232"/>
                  <a:pt x="117" y="232"/>
                </a:cubicBezTo>
                <a:cubicBezTo>
                  <a:pt x="60" y="169"/>
                  <a:pt x="60" y="169"/>
                  <a:pt x="60" y="169"/>
                </a:cubicBezTo>
                <a:cubicBezTo>
                  <a:pt x="49" y="200"/>
                  <a:pt x="49" y="200"/>
                  <a:pt x="49" y="200"/>
                </a:cubicBezTo>
                <a:cubicBezTo>
                  <a:pt x="47" y="198"/>
                  <a:pt x="46" y="196"/>
                  <a:pt x="44" y="194"/>
                </a:cubicBezTo>
                <a:cubicBezTo>
                  <a:pt x="24" y="175"/>
                  <a:pt x="13" y="149"/>
                  <a:pt x="13" y="121"/>
                </a:cubicBezTo>
                <a:cubicBezTo>
                  <a:pt x="13" y="72"/>
                  <a:pt x="48" y="31"/>
                  <a:pt x="94" y="21"/>
                </a:cubicBezTo>
                <a:cubicBezTo>
                  <a:pt x="90" y="7"/>
                  <a:pt x="90" y="7"/>
                  <a:pt x="90" y="7"/>
                </a:cubicBezTo>
                <a:moveTo>
                  <a:pt x="200" y="0"/>
                </a:moveTo>
                <a:cubicBezTo>
                  <a:pt x="117" y="11"/>
                  <a:pt x="117" y="11"/>
                  <a:pt x="117" y="11"/>
                </a:cubicBezTo>
                <a:cubicBezTo>
                  <a:pt x="173" y="73"/>
                  <a:pt x="173" y="73"/>
                  <a:pt x="173" y="73"/>
                </a:cubicBezTo>
                <a:cubicBezTo>
                  <a:pt x="184" y="43"/>
                  <a:pt x="184" y="43"/>
                  <a:pt x="184" y="43"/>
                </a:cubicBezTo>
                <a:cubicBezTo>
                  <a:pt x="206" y="62"/>
                  <a:pt x="220" y="90"/>
                  <a:pt x="220" y="121"/>
                </a:cubicBezTo>
                <a:cubicBezTo>
                  <a:pt x="220" y="149"/>
                  <a:pt x="209" y="175"/>
                  <a:pt x="190" y="194"/>
                </a:cubicBezTo>
                <a:cubicBezTo>
                  <a:pt x="176" y="208"/>
                  <a:pt x="159" y="218"/>
                  <a:pt x="140" y="222"/>
                </a:cubicBezTo>
                <a:cubicBezTo>
                  <a:pt x="143" y="235"/>
                  <a:pt x="143" y="235"/>
                  <a:pt x="143" y="235"/>
                </a:cubicBezTo>
                <a:cubicBezTo>
                  <a:pt x="164" y="231"/>
                  <a:pt x="184" y="220"/>
                  <a:pt x="200" y="204"/>
                </a:cubicBezTo>
                <a:cubicBezTo>
                  <a:pt x="222" y="182"/>
                  <a:pt x="234" y="153"/>
                  <a:pt x="234" y="121"/>
                </a:cubicBezTo>
                <a:cubicBezTo>
                  <a:pt x="234" y="84"/>
                  <a:pt x="216" y="51"/>
                  <a:pt x="189" y="29"/>
                </a:cubicBezTo>
                <a:cubicBezTo>
                  <a:pt x="200" y="0"/>
                  <a:pt x="200" y="0"/>
                  <a:pt x="200"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 name="Freeform 23"/>
          <p:cNvSpPr>
            <a:spLocks noEditPoints="1"/>
          </p:cNvSpPr>
          <p:nvPr/>
        </p:nvSpPr>
        <p:spPr bwMode="auto">
          <a:xfrm flipH="1">
            <a:off x="6309100" y="4751531"/>
            <a:ext cx="544587" cy="618405"/>
          </a:xfrm>
          <a:custGeom>
            <a:avLst/>
            <a:gdLst>
              <a:gd name="T0" fmla="*/ 122 w 238"/>
              <a:gd name="T1" fmla="*/ 76 h 270"/>
              <a:gd name="T2" fmla="*/ 116 w 238"/>
              <a:gd name="T3" fmla="*/ 76 h 270"/>
              <a:gd name="T4" fmla="*/ 116 w 238"/>
              <a:gd name="T5" fmla="*/ 150 h 270"/>
              <a:gd name="T6" fmla="*/ 110 w 238"/>
              <a:gd name="T7" fmla="*/ 156 h 270"/>
              <a:gd name="T8" fmla="*/ 114 w 238"/>
              <a:gd name="T9" fmla="*/ 160 h 270"/>
              <a:gd name="T10" fmla="*/ 116 w 238"/>
              <a:gd name="T11" fmla="*/ 158 h 270"/>
              <a:gd name="T12" fmla="*/ 116 w 238"/>
              <a:gd name="T13" fmla="*/ 166 h 270"/>
              <a:gd name="T14" fmla="*/ 122 w 238"/>
              <a:gd name="T15" fmla="*/ 166 h 270"/>
              <a:gd name="T16" fmla="*/ 122 w 238"/>
              <a:gd name="T17" fmla="*/ 152 h 270"/>
              <a:gd name="T18" fmla="*/ 163 w 238"/>
              <a:gd name="T19" fmla="*/ 111 h 270"/>
              <a:gd name="T20" fmla="*/ 160 w 238"/>
              <a:gd name="T21" fmla="*/ 107 h 270"/>
              <a:gd name="T22" fmla="*/ 122 w 238"/>
              <a:gd name="T23" fmla="*/ 144 h 270"/>
              <a:gd name="T24" fmla="*/ 122 w 238"/>
              <a:gd name="T25" fmla="*/ 76 h 270"/>
              <a:gd name="T26" fmla="*/ 116 w 238"/>
              <a:gd name="T27" fmla="*/ 70 h 270"/>
              <a:gd name="T28" fmla="*/ 122 w 238"/>
              <a:gd name="T29" fmla="*/ 70 h 270"/>
              <a:gd name="T30" fmla="*/ 122 w 238"/>
              <a:gd name="T31" fmla="*/ 48 h 270"/>
              <a:gd name="T32" fmla="*/ 189 w 238"/>
              <a:gd name="T33" fmla="*/ 76 h 270"/>
              <a:gd name="T34" fmla="*/ 174 w 238"/>
              <a:gd name="T35" fmla="*/ 92 h 270"/>
              <a:gd name="T36" fmla="*/ 179 w 238"/>
              <a:gd name="T37" fmla="*/ 96 h 270"/>
              <a:gd name="T38" fmla="*/ 194 w 238"/>
              <a:gd name="T39" fmla="*/ 81 h 270"/>
              <a:gd name="T40" fmla="*/ 222 w 238"/>
              <a:gd name="T41" fmla="*/ 148 h 270"/>
              <a:gd name="T42" fmla="*/ 200 w 238"/>
              <a:gd name="T43" fmla="*/ 148 h 270"/>
              <a:gd name="T44" fmla="*/ 200 w 238"/>
              <a:gd name="T45" fmla="*/ 154 h 270"/>
              <a:gd name="T46" fmla="*/ 222 w 238"/>
              <a:gd name="T47" fmla="*/ 154 h 270"/>
              <a:gd name="T48" fmla="*/ 194 w 238"/>
              <a:gd name="T49" fmla="*/ 221 h 270"/>
              <a:gd name="T50" fmla="*/ 179 w 238"/>
              <a:gd name="T51" fmla="*/ 206 h 270"/>
              <a:gd name="T52" fmla="*/ 174 w 238"/>
              <a:gd name="T53" fmla="*/ 210 h 270"/>
              <a:gd name="T54" fmla="*/ 189 w 238"/>
              <a:gd name="T55" fmla="*/ 226 h 270"/>
              <a:gd name="T56" fmla="*/ 122 w 238"/>
              <a:gd name="T57" fmla="*/ 254 h 270"/>
              <a:gd name="T58" fmla="*/ 122 w 238"/>
              <a:gd name="T59" fmla="*/ 232 h 270"/>
              <a:gd name="T60" fmla="*/ 116 w 238"/>
              <a:gd name="T61" fmla="*/ 232 h 270"/>
              <a:gd name="T62" fmla="*/ 116 w 238"/>
              <a:gd name="T63" fmla="*/ 254 h 270"/>
              <a:gd name="T64" fmla="*/ 49 w 238"/>
              <a:gd name="T65" fmla="*/ 226 h 270"/>
              <a:gd name="T66" fmla="*/ 64 w 238"/>
              <a:gd name="T67" fmla="*/ 210 h 270"/>
              <a:gd name="T68" fmla="*/ 60 w 238"/>
              <a:gd name="T69" fmla="*/ 206 h 270"/>
              <a:gd name="T70" fmla="*/ 44 w 238"/>
              <a:gd name="T71" fmla="*/ 221 h 270"/>
              <a:gd name="T72" fmla="*/ 17 w 238"/>
              <a:gd name="T73" fmla="*/ 154 h 270"/>
              <a:gd name="T74" fmla="*/ 38 w 238"/>
              <a:gd name="T75" fmla="*/ 154 h 270"/>
              <a:gd name="T76" fmla="*/ 38 w 238"/>
              <a:gd name="T77" fmla="*/ 148 h 270"/>
              <a:gd name="T78" fmla="*/ 17 w 238"/>
              <a:gd name="T79" fmla="*/ 148 h 270"/>
              <a:gd name="T80" fmla="*/ 44 w 238"/>
              <a:gd name="T81" fmla="*/ 81 h 270"/>
              <a:gd name="T82" fmla="*/ 60 w 238"/>
              <a:gd name="T83" fmla="*/ 96 h 270"/>
              <a:gd name="T84" fmla="*/ 64 w 238"/>
              <a:gd name="T85" fmla="*/ 92 h 270"/>
              <a:gd name="T86" fmla="*/ 49 w 238"/>
              <a:gd name="T87" fmla="*/ 76 h 270"/>
              <a:gd name="T88" fmla="*/ 116 w 238"/>
              <a:gd name="T89" fmla="*/ 48 h 270"/>
              <a:gd name="T90" fmla="*/ 116 w 238"/>
              <a:gd name="T91" fmla="*/ 70 h 270"/>
              <a:gd name="T92" fmla="*/ 147 w 238"/>
              <a:gd name="T93" fmla="*/ 0 h 270"/>
              <a:gd name="T94" fmla="*/ 91 w 238"/>
              <a:gd name="T95" fmla="*/ 0 h 270"/>
              <a:gd name="T96" fmla="*/ 91 w 238"/>
              <a:gd name="T97" fmla="*/ 23 h 270"/>
              <a:gd name="T98" fmla="*/ 112 w 238"/>
              <a:gd name="T99" fmla="*/ 23 h 270"/>
              <a:gd name="T100" fmla="*/ 112 w 238"/>
              <a:gd name="T101" fmla="*/ 32 h 270"/>
              <a:gd name="T102" fmla="*/ 0 w 238"/>
              <a:gd name="T103" fmla="*/ 151 h 270"/>
              <a:gd name="T104" fmla="*/ 119 w 238"/>
              <a:gd name="T105" fmla="*/ 270 h 270"/>
              <a:gd name="T106" fmla="*/ 238 w 238"/>
              <a:gd name="T107" fmla="*/ 151 h 270"/>
              <a:gd name="T108" fmla="*/ 126 w 238"/>
              <a:gd name="T109" fmla="*/ 32 h 270"/>
              <a:gd name="T110" fmla="*/ 126 w 238"/>
              <a:gd name="T111" fmla="*/ 23 h 270"/>
              <a:gd name="T112" fmla="*/ 147 w 238"/>
              <a:gd name="T113" fmla="*/ 23 h 270"/>
              <a:gd name="T114" fmla="*/ 147 w 238"/>
              <a:gd name="T115" fmla="*/ 0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8" h="270">
                <a:moveTo>
                  <a:pt x="122" y="76"/>
                </a:moveTo>
                <a:cubicBezTo>
                  <a:pt x="116" y="76"/>
                  <a:pt x="116" y="76"/>
                  <a:pt x="116" y="76"/>
                </a:cubicBezTo>
                <a:cubicBezTo>
                  <a:pt x="116" y="150"/>
                  <a:pt x="116" y="150"/>
                  <a:pt x="116" y="150"/>
                </a:cubicBezTo>
                <a:cubicBezTo>
                  <a:pt x="110" y="156"/>
                  <a:pt x="110" y="156"/>
                  <a:pt x="110" y="156"/>
                </a:cubicBezTo>
                <a:cubicBezTo>
                  <a:pt x="114" y="160"/>
                  <a:pt x="114" y="160"/>
                  <a:pt x="114" y="160"/>
                </a:cubicBezTo>
                <a:cubicBezTo>
                  <a:pt x="116" y="158"/>
                  <a:pt x="116" y="158"/>
                  <a:pt x="116" y="158"/>
                </a:cubicBezTo>
                <a:cubicBezTo>
                  <a:pt x="116" y="166"/>
                  <a:pt x="116" y="166"/>
                  <a:pt x="116" y="166"/>
                </a:cubicBezTo>
                <a:cubicBezTo>
                  <a:pt x="122" y="166"/>
                  <a:pt x="122" y="166"/>
                  <a:pt x="122" y="166"/>
                </a:cubicBezTo>
                <a:cubicBezTo>
                  <a:pt x="122" y="152"/>
                  <a:pt x="122" y="152"/>
                  <a:pt x="122" y="152"/>
                </a:cubicBezTo>
                <a:cubicBezTo>
                  <a:pt x="163" y="111"/>
                  <a:pt x="163" y="111"/>
                  <a:pt x="163" y="111"/>
                </a:cubicBezTo>
                <a:cubicBezTo>
                  <a:pt x="160" y="107"/>
                  <a:pt x="160" y="107"/>
                  <a:pt x="160" y="107"/>
                </a:cubicBezTo>
                <a:cubicBezTo>
                  <a:pt x="122" y="144"/>
                  <a:pt x="122" y="144"/>
                  <a:pt x="122" y="144"/>
                </a:cubicBezTo>
                <a:cubicBezTo>
                  <a:pt x="122" y="76"/>
                  <a:pt x="122" y="76"/>
                  <a:pt x="122" y="76"/>
                </a:cubicBezTo>
                <a:moveTo>
                  <a:pt x="116" y="70"/>
                </a:moveTo>
                <a:cubicBezTo>
                  <a:pt x="122" y="70"/>
                  <a:pt x="122" y="70"/>
                  <a:pt x="122" y="70"/>
                </a:cubicBezTo>
                <a:cubicBezTo>
                  <a:pt x="122" y="48"/>
                  <a:pt x="122" y="48"/>
                  <a:pt x="122" y="48"/>
                </a:cubicBezTo>
                <a:cubicBezTo>
                  <a:pt x="148" y="49"/>
                  <a:pt x="172" y="60"/>
                  <a:pt x="189" y="76"/>
                </a:cubicBezTo>
                <a:cubicBezTo>
                  <a:pt x="174" y="92"/>
                  <a:pt x="174" y="92"/>
                  <a:pt x="174" y="92"/>
                </a:cubicBezTo>
                <a:cubicBezTo>
                  <a:pt x="179" y="96"/>
                  <a:pt x="179" y="96"/>
                  <a:pt x="179" y="96"/>
                </a:cubicBezTo>
                <a:cubicBezTo>
                  <a:pt x="194" y="81"/>
                  <a:pt x="194" y="81"/>
                  <a:pt x="194" y="81"/>
                </a:cubicBezTo>
                <a:cubicBezTo>
                  <a:pt x="210" y="98"/>
                  <a:pt x="221" y="122"/>
                  <a:pt x="222" y="148"/>
                </a:cubicBezTo>
                <a:cubicBezTo>
                  <a:pt x="200" y="148"/>
                  <a:pt x="200" y="148"/>
                  <a:pt x="200" y="148"/>
                </a:cubicBezTo>
                <a:cubicBezTo>
                  <a:pt x="200" y="154"/>
                  <a:pt x="200" y="154"/>
                  <a:pt x="200" y="154"/>
                </a:cubicBezTo>
                <a:cubicBezTo>
                  <a:pt x="222" y="154"/>
                  <a:pt x="222" y="154"/>
                  <a:pt x="222" y="154"/>
                </a:cubicBezTo>
                <a:cubicBezTo>
                  <a:pt x="221" y="180"/>
                  <a:pt x="210" y="204"/>
                  <a:pt x="194" y="221"/>
                </a:cubicBezTo>
                <a:cubicBezTo>
                  <a:pt x="179" y="206"/>
                  <a:pt x="179" y="206"/>
                  <a:pt x="179" y="206"/>
                </a:cubicBezTo>
                <a:cubicBezTo>
                  <a:pt x="174" y="210"/>
                  <a:pt x="174" y="210"/>
                  <a:pt x="174" y="210"/>
                </a:cubicBezTo>
                <a:cubicBezTo>
                  <a:pt x="189" y="226"/>
                  <a:pt x="189" y="226"/>
                  <a:pt x="189" y="226"/>
                </a:cubicBezTo>
                <a:cubicBezTo>
                  <a:pt x="172" y="242"/>
                  <a:pt x="148" y="253"/>
                  <a:pt x="122" y="254"/>
                </a:cubicBezTo>
                <a:cubicBezTo>
                  <a:pt x="122" y="232"/>
                  <a:pt x="122" y="232"/>
                  <a:pt x="122" y="232"/>
                </a:cubicBezTo>
                <a:cubicBezTo>
                  <a:pt x="116" y="232"/>
                  <a:pt x="116" y="232"/>
                  <a:pt x="116" y="232"/>
                </a:cubicBezTo>
                <a:cubicBezTo>
                  <a:pt x="116" y="254"/>
                  <a:pt x="116" y="254"/>
                  <a:pt x="116" y="254"/>
                </a:cubicBezTo>
                <a:cubicBezTo>
                  <a:pt x="90" y="253"/>
                  <a:pt x="67" y="242"/>
                  <a:pt x="49" y="226"/>
                </a:cubicBezTo>
                <a:cubicBezTo>
                  <a:pt x="64" y="210"/>
                  <a:pt x="64" y="210"/>
                  <a:pt x="64" y="210"/>
                </a:cubicBezTo>
                <a:cubicBezTo>
                  <a:pt x="60" y="206"/>
                  <a:pt x="60" y="206"/>
                  <a:pt x="60" y="206"/>
                </a:cubicBezTo>
                <a:cubicBezTo>
                  <a:pt x="44" y="221"/>
                  <a:pt x="44" y="221"/>
                  <a:pt x="44" y="221"/>
                </a:cubicBezTo>
                <a:cubicBezTo>
                  <a:pt x="28" y="204"/>
                  <a:pt x="17" y="180"/>
                  <a:pt x="17" y="154"/>
                </a:cubicBezTo>
                <a:cubicBezTo>
                  <a:pt x="38" y="154"/>
                  <a:pt x="38" y="154"/>
                  <a:pt x="38" y="154"/>
                </a:cubicBezTo>
                <a:cubicBezTo>
                  <a:pt x="38" y="148"/>
                  <a:pt x="38" y="148"/>
                  <a:pt x="38" y="148"/>
                </a:cubicBezTo>
                <a:cubicBezTo>
                  <a:pt x="17" y="148"/>
                  <a:pt x="17" y="148"/>
                  <a:pt x="17" y="148"/>
                </a:cubicBezTo>
                <a:cubicBezTo>
                  <a:pt x="17" y="122"/>
                  <a:pt x="28" y="98"/>
                  <a:pt x="44" y="81"/>
                </a:cubicBezTo>
                <a:cubicBezTo>
                  <a:pt x="60" y="96"/>
                  <a:pt x="60" y="96"/>
                  <a:pt x="60" y="96"/>
                </a:cubicBezTo>
                <a:cubicBezTo>
                  <a:pt x="64" y="92"/>
                  <a:pt x="64" y="92"/>
                  <a:pt x="64" y="92"/>
                </a:cubicBezTo>
                <a:cubicBezTo>
                  <a:pt x="49" y="76"/>
                  <a:pt x="49" y="76"/>
                  <a:pt x="49" y="76"/>
                </a:cubicBezTo>
                <a:cubicBezTo>
                  <a:pt x="67" y="60"/>
                  <a:pt x="90" y="49"/>
                  <a:pt x="116" y="48"/>
                </a:cubicBezTo>
                <a:cubicBezTo>
                  <a:pt x="116" y="70"/>
                  <a:pt x="116" y="70"/>
                  <a:pt x="116" y="70"/>
                </a:cubicBezTo>
                <a:moveTo>
                  <a:pt x="147" y="0"/>
                </a:moveTo>
                <a:cubicBezTo>
                  <a:pt x="91" y="0"/>
                  <a:pt x="91" y="0"/>
                  <a:pt x="91" y="0"/>
                </a:cubicBezTo>
                <a:cubicBezTo>
                  <a:pt x="91" y="23"/>
                  <a:pt x="91" y="23"/>
                  <a:pt x="91" y="23"/>
                </a:cubicBezTo>
                <a:cubicBezTo>
                  <a:pt x="112" y="23"/>
                  <a:pt x="112" y="23"/>
                  <a:pt x="112" y="23"/>
                </a:cubicBezTo>
                <a:cubicBezTo>
                  <a:pt x="112" y="32"/>
                  <a:pt x="112" y="32"/>
                  <a:pt x="112" y="32"/>
                </a:cubicBezTo>
                <a:cubicBezTo>
                  <a:pt x="50" y="36"/>
                  <a:pt x="0" y="88"/>
                  <a:pt x="0" y="151"/>
                </a:cubicBezTo>
                <a:cubicBezTo>
                  <a:pt x="0" y="217"/>
                  <a:pt x="54" y="270"/>
                  <a:pt x="119" y="270"/>
                </a:cubicBezTo>
                <a:cubicBezTo>
                  <a:pt x="185" y="270"/>
                  <a:pt x="238" y="217"/>
                  <a:pt x="238" y="151"/>
                </a:cubicBezTo>
                <a:cubicBezTo>
                  <a:pt x="238" y="88"/>
                  <a:pt x="189" y="36"/>
                  <a:pt x="126" y="32"/>
                </a:cubicBezTo>
                <a:cubicBezTo>
                  <a:pt x="126" y="23"/>
                  <a:pt x="126" y="23"/>
                  <a:pt x="126" y="23"/>
                </a:cubicBezTo>
                <a:cubicBezTo>
                  <a:pt x="147" y="23"/>
                  <a:pt x="147" y="23"/>
                  <a:pt x="147" y="23"/>
                </a:cubicBezTo>
                <a:cubicBezTo>
                  <a:pt x="147" y="0"/>
                  <a:pt x="147" y="0"/>
                  <a:pt x="147"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20" name="文本框 19"/>
          <p:cNvSpPr txBox="1"/>
          <p:nvPr/>
        </p:nvSpPr>
        <p:spPr>
          <a:xfrm>
            <a:off x="7882967" y="3521377"/>
            <a:ext cx="2856518" cy="830997"/>
          </a:xfrm>
          <a:prstGeom prst="rect">
            <a:avLst/>
          </a:prstGeom>
          <a:noFill/>
        </p:spPr>
        <p:txBody>
          <a:bodyPr wrap="square" rtlCol="0">
            <a:spAutoFit/>
          </a:bodyPr>
          <a:lstStyle/>
          <a:p>
            <a:pPr>
              <a:lnSpc>
                <a:spcPct val="120000"/>
              </a:lnSpc>
            </a:pPr>
            <a:r>
              <a:rPr lang="zh-CN" altLang="en-US" sz="2400" b="1" dirty="0">
                <a:solidFill>
                  <a:srgbClr val="29414F"/>
                </a:solidFill>
              </a:rPr>
              <a:t>添加标题</a:t>
            </a:r>
            <a:endParaRPr lang="en-US" altLang="zh-CN" sz="2400" b="1" dirty="0">
              <a:solidFill>
                <a:srgbClr val="29414F"/>
              </a:solidFill>
            </a:endParaRPr>
          </a:p>
          <a:p>
            <a:pPr>
              <a:lnSpc>
                <a:spcPct val="120000"/>
              </a:lnSpc>
            </a:pPr>
            <a:r>
              <a:rPr lang="zh-CN" altLang="en-US" sz="1600" dirty="0">
                <a:solidFill>
                  <a:schemeClr val="tx1">
                    <a:lumMod val="65000"/>
                    <a:lumOff val="35000"/>
                  </a:schemeClr>
                </a:solidFill>
              </a:rPr>
              <a:t>添加内容添加内容</a:t>
            </a:r>
          </a:p>
        </p:txBody>
      </p:sp>
      <p:sp>
        <p:nvSpPr>
          <p:cNvPr id="21" name="文本框 20"/>
          <p:cNvSpPr txBox="1"/>
          <p:nvPr/>
        </p:nvSpPr>
        <p:spPr>
          <a:xfrm>
            <a:off x="4674766" y="1298395"/>
            <a:ext cx="2856518" cy="830997"/>
          </a:xfrm>
          <a:prstGeom prst="rect">
            <a:avLst/>
          </a:prstGeom>
          <a:noFill/>
        </p:spPr>
        <p:txBody>
          <a:bodyPr wrap="square" rtlCol="0">
            <a:spAutoFit/>
          </a:bodyPr>
          <a:lstStyle/>
          <a:p>
            <a:pPr algn="ctr">
              <a:lnSpc>
                <a:spcPct val="120000"/>
              </a:lnSpc>
            </a:pPr>
            <a:r>
              <a:rPr lang="zh-CN" altLang="en-US" sz="2400" b="1" dirty="0">
                <a:solidFill>
                  <a:srgbClr val="3A8FCB"/>
                </a:solidFill>
              </a:rPr>
              <a:t>添加标题</a:t>
            </a:r>
            <a:endParaRPr lang="en-US" altLang="zh-CN" sz="2400" b="1" dirty="0">
              <a:solidFill>
                <a:srgbClr val="3A8FCB"/>
              </a:solidFill>
            </a:endParaRPr>
          </a:p>
          <a:p>
            <a:pPr algn="ctr">
              <a:lnSpc>
                <a:spcPct val="120000"/>
              </a:lnSpc>
            </a:pPr>
            <a:r>
              <a:rPr lang="zh-CN" altLang="en-US" sz="1600" dirty="0">
                <a:solidFill>
                  <a:schemeClr val="tx1">
                    <a:lumMod val="65000"/>
                    <a:lumOff val="35000"/>
                  </a:schemeClr>
                </a:solidFill>
              </a:rPr>
              <a:t>添加内容添加内容</a:t>
            </a:r>
          </a:p>
        </p:txBody>
      </p:sp>
      <p:sp>
        <p:nvSpPr>
          <p:cNvPr id="22" name="文本框 21"/>
          <p:cNvSpPr txBox="1"/>
          <p:nvPr/>
        </p:nvSpPr>
        <p:spPr>
          <a:xfrm>
            <a:off x="4674766" y="5778343"/>
            <a:ext cx="2856518" cy="830997"/>
          </a:xfrm>
          <a:prstGeom prst="rect">
            <a:avLst/>
          </a:prstGeom>
          <a:noFill/>
        </p:spPr>
        <p:txBody>
          <a:bodyPr wrap="square" rtlCol="0">
            <a:spAutoFit/>
          </a:bodyPr>
          <a:lstStyle/>
          <a:p>
            <a:pPr algn="ctr">
              <a:lnSpc>
                <a:spcPct val="120000"/>
              </a:lnSpc>
            </a:pPr>
            <a:r>
              <a:rPr lang="zh-CN" altLang="en-US" sz="2400" b="1" dirty="0">
                <a:solidFill>
                  <a:srgbClr val="219980"/>
                </a:solidFill>
              </a:rPr>
              <a:t>添加标题</a:t>
            </a:r>
            <a:endParaRPr lang="en-US" altLang="zh-CN" sz="2400" b="1" dirty="0">
              <a:solidFill>
                <a:srgbClr val="219980"/>
              </a:solidFill>
            </a:endParaRPr>
          </a:p>
          <a:p>
            <a:pPr algn="ctr">
              <a:lnSpc>
                <a:spcPct val="120000"/>
              </a:lnSpc>
            </a:pPr>
            <a:r>
              <a:rPr lang="zh-CN" altLang="en-US" sz="1600" dirty="0">
                <a:solidFill>
                  <a:schemeClr val="tx1">
                    <a:lumMod val="65000"/>
                    <a:lumOff val="35000"/>
                  </a:schemeClr>
                </a:solidFill>
              </a:rPr>
              <a:t>添加内容添加内容</a:t>
            </a:r>
          </a:p>
        </p:txBody>
      </p:sp>
      <p:sp>
        <p:nvSpPr>
          <p:cNvPr id="23" name="文本框 22"/>
          <p:cNvSpPr txBox="1"/>
          <p:nvPr/>
        </p:nvSpPr>
        <p:spPr>
          <a:xfrm>
            <a:off x="1355016" y="3521377"/>
            <a:ext cx="2856518" cy="830997"/>
          </a:xfrm>
          <a:prstGeom prst="rect">
            <a:avLst/>
          </a:prstGeom>
          <a:noFill/>
        </p:spPr>
        <p:txBody>
          <a:bodyPr wrap="square" rtlCol="0">
            <a:spAutoFit/>
          </a:bodyPr>
          <a:lstStyle/>
          <a:p>
            <a:pPr algn="r">
              <a:lnSpc>
                <a:spcPct val="120000"/>
              </a:lnSpc>
            </a:pPr>
            <a:r>
              <a:rPr lang="zh-CN" altLang="en-US" sz="2400" b="1" dirty="0">
                <a:solidFill>
                  <a:srgbClr val="EA981E"/>
                </a:solidFill>
              </a:rPr>
              <a:t>添加标题</a:t>
            </a:r>
            <a:endParaRPr lang="en-US" altLang="zh-CN" sz="2400" b="1" dirty="0">
              <a:solidFill>
                <a:srgbClr val="EA981E"/>
              </a:solidFill>
            </a:endParaRPr>
          </a:p>
          <a:p>
            <a:pPr algn="r">
              <a:lnSpc>
                <a:spcPct val="120000"/>
              </a:lnSpc>
            </a:pPr>
            <a:r>
              <a:rPr lang="zh-CN" altLang="en-US" sz="1600" dirty="0">
                <a:solidFill>
                  <a:schemeClr val="tx1">
                    <a:lumMod val="65000"/>
                    <a:lumOff val="35000"/>
                  </a:schemeClr>
                </a:solidFill>
              </a:rPr>
              <a:t>添加内容添加内容</a:t>
            </a:r>
          </a:p>
        </p:txBody>
      </p:sp>
      <p:sp>
        <p:nvSpPr>
          <p:cNvPr id="24"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四项循环</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732760259"/>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组合 11"/>
          <p:cNvGrpSpPr/>
          <p:nvPr/>
        </p:nvGrpSpPr>
        <p:grpSpPr>
          <a:xfrm>
            <a:off x="4574265" y="2223075"/>
            <a:ext cx="3347340" cy="3354240"/>
            <a:chOff x="4099363" y="2149465"/>
            <a:chExt cx="3993274" cy="4001504"/>
          </a:xfrm>
        </p:grpSpPr>
        <p:sp>
          <p:nvSpPr>
            <p:cNvPr id="3" name="Freeform 7"/>
            <p:cNvSpPr>
              <a:spLocks/>
            </p:cNvSpPr>
            <p:nvPr/>
          </p:nvSpPr>
          <p:spPr bwMode="auto">
            <a:xfrm>
              <a:off x="5219126" y="2149465"/>
              <a:ext cx="1989776" cy="812377"/>
            </a:xfrm>
            <a:custGeom>
              <a:avLst/>
              <a:gdLst>
                <a:gd name="T0" fmla="*/ 183 w 306"/>
                <a:gd name="T1" fmla="*/ 0 h 125"/>
                <a:gd name="T2" fmla="*/ 181 w 306"/>
                <a:gd name="T3" fmla="*/ 24 h 125"/>
                <a:gd name="T4" fmla="*/ 162 w 306"/>
                <a:gd name="T5" fmla="*/ 23 h 125"/>
                <a:gd name="T6" fmla="*/ 4 w 306"/>
                <a:gd name="T7" fmla="*/ 87 h 125"/>
                <a:gd name="T8" fmla="*/ 0 w 306"/>
                <a:gd name="T9" fmla="*/ 90 h 125"/>
                <a:gd name="T10" fmla="*/ 35 w 306"/>
                <a:gd name="T11" fmla="*/ 125 h 125"/>
                <a:gd name="T12" fmla="*/ 162 w 306"/>
                <a:gd name="T13" fmla="*/ 72 h 125"/>
                <a:gd name="T14" fmla="*/ 177 w 306"/>
                <a:gd name="T15" fmla="*/ 73 h 125"/>
                <a:gd name="T16" fmla="*/ 175 w 306"/>
                <a:gd name="T17" fmla="*/ 97 h 125"/>
                <a:gd name="T18" fmla="*/ 227 w 306"/>
                <a:gd name="T19" fmla="*/ 88 h 125"/>
                <a:gd name="T20" fmla="*/ 306 w 306"/>
                <a:gd name="T21" fmla="*/ 108 h 125"/>
                <a:gd name="T22" fmla="*/ 183 w 306"/>
                <a:gd name="T23"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6" h="125">
                  <a:moveTo>
                    <a:pt x="183" y="0"/>
                  </a:moveTo>
                  <a:cubicBezTo>
                    <a:pt x="183" y="8"/>
                    <a:pt x="182" y="16"/>
                    <a:pt x="181" y="24"/>
                  </a:cubicBezTo>
                  <a:cubicBezTo>
                    <a:pt x="175" y="24"/>
                    <a:pt x="168" y="23"/>
                    <a:pt x="162" y="23"/>
                  </a:cubicBezTo>
                  <a:cubicBezTo>
                    <a:pt x="105" y="23"/>
                    <a:pt x="48" y="45"/>
                    <a:pt x="4" y="87"/>
                  </a:cubicBezTo>
                  <a:cubicBezTo>
                    <a:pt x="3" y="88"/>
                    <a:pt x="2" y="89"/>
                    <a:pt x="0" y="90"/>
                  </a:cubicBezTo>
                  <a:cubicBezTo>
                    <a:pt x="12" y="102"/>
                    <a:pt x="23" y="113"/>
                    <a:pt x="35" y="125"/>
                  </a:cubicBezTo>
                  <a:cubicBezTo>
                    <a:pt x="70" y="90"/>
                    <a:pt x="116" y="72"/>
                    <a:pt x="162" y="72"/>
                  </a:cubicBezTo>
                  <a:cubicBezTo>
                    <a:pt x="167" y="72"/>
                    <a:pt x="172" y="72"/>
                    <a:pt x="177" y="73"/>
                  </a:cubicBezTo>
                  <a:cubicBezTo>
                    <a:pt x="176" y="81"/>
                    <a:pt x="176" y="89"/>
                    <a:pt x="175" y="97"/>
                  </a:cubicBezTo>
                  <a:cubicBezTo>
                    <a:pt x="191" y="92"/>
                    <a:pt x="208" y="88"/>
                    <a:pt x="227" y="88"/>
                  </a:cubicBezTo>
                  <a:cubicBezTo>
                    <a:pt x="252" y="88"/>
                    <a:pt x="279" y="94"/>
                    <a:pt x="306" y="108"/>
                  </a:cubicBezTo>
                  <a:cubicBezTo>
                    <a:pt x="282" y="61"/>
                    <a:pt x="239" y="21"/>
                    <a:pt x="183" y="0"/>
                  </a:cubicBezTo>
                </a:path>
              </a:pathLst>
            </a:custGeom>
            <a:solidFill>
              <a:srgbClr val="3A8F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Freeform 8"/>
            <p:cNvSpPr>
              <a:spLocks/>
            </p:cNvSpPr>
            <p:nvPr/>
          </p:nvSpPr>
          <p:spPr bwMode="auto">
            <a:xfrm>
              <a:off x="7285749" y="3269227"/>
              <a:ext cx="806888" cy="1989775"/>
            </a:xfrm>
            <a:custGeom>
              <a:avLst/>
              <a:gdLst>
                <a:gd name="T0" fmla="*/ 34 w 124"/>
                <a:gd name="T1" fmla="*/ 0 h 306"/>
                <a:gd name="T2" fmla="*/ 0 w 124"/>
                <a:gd name="T3" fmla="*/ 35 h 306"/>
                <a:gd name="T4" fmla="*/ 51 w 124"/>
                <a:gd name="T5" fmla="*/ 177 h 306"/>
                <a:gd name="T6" fmla="*/ 27 w 124"/>
                <a:gd name="T7" fmla="*/ 175 h 306"/>
                <a:gd name="T8" fmla="*/ 17 w 124"/>
                <a:gd name="T9" fmla="*/ 306 h 306"/>
                <a:gd name="T10" fmla="*/ 124 w 124"/>
                <a:gd name="T11" fmla="*/ 184 h 306"/>
                <a:gd name="T12" fmla="*/ 100 w 124"/>
                <a:gd name="T13" fmla="*/ 182 h 306"/>
                <a:gd name="T14" fmla="*/ 38 w 124"/>
                <a:gd name="T15" fmla="*/ 4 h 306"/>
                <a:gd name="T16" fmla="*/ 34 w 124"/>
                <a:gd name="T17" fmla="*/ 0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4" h="306">
                  <a:moveTo>
                    <a:pt x="34" y="0"/>
                  </a:moveTo>
                  <a:cubicBezTo>
                    <a:pt x="23" y="12"/>
                    <a:pt x="11" y="23"/>
                    <a:pt x="0" y="35"/>
                  </a:cubicBezTo>
                  <a:cubicBezTo>
                    <a:pt x="38" y="74"/>
                    <a:pt x="56" y="126"/>
                    <a:pt x="51" y="177"/>
                  </a:cubicBezTo>
                  <a:cubicBezTo>
                    <a:pt x="43" y="177"/>
                    <a:pt x="35" y="176"/>
                    <a:pt x="27" y="175"/>
                  </a:cubicBezTo>
                  <a:cubicBezTo>
                    <a:pt x="40" y="212"/>
                    <a:pt x="41" y="259"/>
                    <a:pt x="17" y="306"/>
                  </a:cubicBezTo>
                  <a:cubicBezTo>
                    <a:pt x="64" y="283"/>
                    <a:pt x="103" y="240"/>
                    <a:pt x="124" y="184"/>
                  </a:cubicBezTo>
                  <a:cubicBezTo>
                    <a:pt x="116" y="183"/>
                    <a:pt x="108" y="182"/>
                    <a:pt x="100" y="182"/>
                  </a:cubicBezTo>
                  <a:cubicBezTo>
                    <a:pt x="105" y="118"/>
                    <a:pt x="85" y="53"/>
                    <a:pt x="38" y="4"/>
                  </a:cubicBezTo>
                  <a:cubicBezTo>
                    <a:pt x="36" y="3"/>
                    <a:pt x="35" y="2"/>
                    <a:pt x="34" y="0"/>
                  </a:cubicBezTo>
                </a:path>
              </a:pathLst>
            </a:custGeom>
            <a:solidFill>
              <a:srgbClr val="2941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 name="Freeform 9"/>
            <p:cNvSpPr>
              <a:spLocks/>
            </p:cNvSpPr>
            <p:nvPr/>
          </p:nvSpPr>
          <p:spPr bwMode="auto">
            <a:xfrm>
              <a:off x="4983098" y="5338592"/>
              <a:ext cx="1992520" cy="812377"/>
            </a:xfrm>
            <a:custGeom>
              <a:avLst/>
              <a:gdLst>
                <a:gd name="T0" fmla="*/ 271 w 306"/>
                <a:gd name="T1" fmla="*/ 0 h 125"/>
                <a:gd name="T2" fmla="*/ 144 w 306"/>
                <a:gd name="T3" fmla="*/ 52 h 125"/>
                <a:gd name="T4" fmla="*/ 129 w 306"/>
                <a:gd name="T5" fmla="*/ 52 h 125"/>
                <a:gd name="T6" fmla="*/ 131 w 306"/>
                <a:gd name="T7" fmla="*/ 27 h 125"/>
                <a:gd name="T8" fmla="*/ 79 w 306"/>
                <a:gd name="T9" fmla="*/ 36 h 125"/>
                <a:gd name="T10" fmla="*/ 0 w 306"/>
                <a:gd name="T11" fmla="*/ 17 h 125"/>
                <a:gd name="T12" fmla="*/ 123 w 306"/>
                <a:gd name="T13" fmla="*/ 125 h 125"/>
                <a:gd name="T14" fmla="*/ 125 w 306"/>
                <a:gd name="T15" fmla="*/ 100 h 125"/>
                <a:gd name="T16" fmla="*/ 144 w 306"/>
                <a:gd name="T17" fmla="*/ 101 h 125"/>
                <a:gd name="T18" fmla="*/ 302 w 306"/>
                <a:gd name="T19" fmla="*/ 38 h 125"/>
                <a:gd name="T20" fmla="*/ 306 w 306"/>
                <a:gd name="T21" fmla="*/ 34 h 125"/>
                <a:gd name="T22" fmla="*/ 271 w 306"/>
                <a:gd name="T23"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6" h="125">
                  <a:moveTo>
                    <a:pt x="271" y="0"/>
                  </a:moveTo>
                  <a:cubicBezTo>
                    <a:pt x="236" y="35"/>
                    <a:pt x="190" y="52"/>
                    <a:pt x="144" y="52"/>
                  </a:cubicBezTo>
                  <a:cubicBezTo>
                    <a:pt x="139" y="52"/>
                    <a:pt x="134" y="52"/>
                    <a:pt x="129" y="52"/>
                  </a:cubicBezTo>
                  <a:cubicBezTo>
                    <a:pt x="130" y="44"/>
                    <a:pt x="130" y="36"/>
                    <a:pt x="131" y="27"/>
                  </a:cubicBezTo>
                  <a:cubicBezTo>
                    <a:pt x="115" y="33"/>
                    <a:pt x="98" y="36"/>
                    <a:pt x="79" y="36"/>
                  </a:cubicBezTo>
                  <a:cubicBezTo>
                    <a:pt x="54" y="36"/>
                    <a:pt x="27" y="31"/>
                    <a:pt x="0" y="17"/>
                  </a:cubicBezTo>
                  <a:cubicBezTo>
                    <a:pt x="24" y="64"/>
                    <a:pt x="67" y="104"/>
                    <a:pt x="123" y="125"/>
                  </a:cubicBezTo>
                  <a:cubicBezTo>
                    <a:pt x="124" y="117"/>
                    <a:pt x="124" y="108"/>
                    <a:pt x="125" y="100"/>
                  </a:cubicBezTo>
                  <a:cubicBezTo>
                    <a:pt x="131" y="101"/>
                    <a:pt x="138" y="101"/>
                    <a:pt x="144" y="101"/>
                  </a:cubicBezTo>
                  <a:cubicBezTo>
                    <a:pt x="201" y="101"/>
                    <a:pt x="258" y="80"/>
                    <a:pt x="302" y="38"/>
                  </a:cubicBezTo>
                  <a:cubicBezTo>
                    <a:pt x="303" y="37"/>
                    <a:pt x="305" y="35"/>
                    <a:pt x="306" y="34"/>
                  </a:cubicBezTo>
                  <a:cubicBezTo>
                    <a:pt x="294" y="23"/>
                    <a:pt x="283" y="11"/>
                    <a:pt x="271" y="0"/>
                  </a:cubicBezTo>
                </a:path>
              </a:pathLst>
            </a:custGeom>
            <a:solidFill>
              <a:srgbClr val="2199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Freeform 10"/>
            <p:cNvSpPr>
              <a:spLocks/>
            </p:cNvSpPr>
            <p:nvPr/>
          </p:nvSpPr>
          <p:spPr bwMode="auto">
            <a:xfrm>
              <a:off x="4099363" y="3033199"/>
              <a:ext cx="812377" cy="1992518"/>
            </a:xfrm>
            <a:custGeom>
              <a:avLst/>
              <a:gdLst>
                <a:gd name="T0" fmla="*/ 107 w 125"/>
                <a:gd name="T1" fmla="*/ 0 h 306"/>
                <a:gd name="T2" fmla="*/ 0 w 125"/>
                <a:gd name="T3" fmla="*/ 123 h 306"/>
                <a:gd name="T4" fmla="*/ 24 w 125"/>
                <a:gd name="T5" fmla="*/ 125 h 306"/>
                <a:gd name="T6" fmla="*/ 86 w 125"/>
                <a:gd name="T7" fmla="*/ 302 h 306"/>
                <a:gd name="T8" fmla="*/ 90 w 125"/>
                <a:gd name="T9" fmla="*/ 306 h 306"/>
                <a:gd name="T10" fmla="*/ 125 w 125"/>
                <a:gd name="T11" fmla="*/ 272 h 306"/>
                <a:gd name="T12" fmla="*/ 73 w 125"/>
                <a:gd name="T13" fmla="*/ 129 h 306"/>
                <a:gd name="T14" fmla="*/ 97 w 125"/>
                <a:gd name="T15" fmla="*/ 131 h 306"/>
                <a:gd name="T16" fmla="*/ 107 w 125"/>
                <a:gd name="T17" fmla="*/ 0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306">
                  <a:moveTo>
                    <a:pt x="107" y="0"/>
                  </a:moveTo>
                  <a:cubicBezTo>
                    <a:pt x="60" y="24"/>
                    <a:pt x="21" y="67"/>
                    <a:pt x="0" y="123"/>
                  </a:cubicBezTo>
                  <a:cubicBezTo>
                    <a:pt x="8" y="124"/>
                    <a:pt x="16" y="124"/>
                    <a:pt x="24" y="125"/>
                  </a:cubicBezTo>
                  <a:cubicBezTo>
                    <a:pt x="19" y="188"/>
                    <a:pt x="40" y="253"/>
                    <a:pt x="86" y="302"/>
                  </a:cubicBezTo>
                  <a:cubicBezTo>
                    <a:pt x="88" y="304"/>
                    <a:pt x="89" y="305"/>
                    <a:pt x="90" y="306"/>
                  </a:cubicBezTo>
                  <a:cubicBezTo>
                    <a:pt x="102" y="295"/>
                    <a:pt x="113" y="283"/>
                    <a:pt x="125" y="272"/>
                  </a:cubicBezTo>
                  <a:cubicBezTo>
                    <a:pt x="86" y="233"/>
                    <a:pt x="68" y="180"/>
                    <a:pt x="73" y="129"/>
                  </a:cubicBezTo>
                  <a:cubicBezTo>
                    <a:pt x="81" y="130"/>
                    <a:pt x="89" y="131"/>
                    <a:pt x="97" y="131"/>
                  </a:cubicBezTo>
                  <a:cubicBezTo>
                    <a:pt x="84" y="95"/>
                    <a:pt x="83" y="47"/>
                    <a:pt x="107" y="0"/>
                  </a:cubicBezTo>
                </a:path>
              </a:pathLst>
            </a:custGeom>
            <a:solidFill>
              <a:srgbClr val="EA98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2" name="文本框 21"/>
          <p:cNvSpPr txBox="1"/>
          <p:nvPr/>
        </p:nvSpPr>
        <p:spPr>
          <a:xfrm>
            <a:off x="5257616" y="4046820"/>
            <a:ext cx="2116411" cy="53553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单击添加标题</a:t>
            </a:r>
            <a:endParaRPr lang="en-US" altLang="zh-CN" sz="2400" b="1" dirty="0">
              <a:solidFill>
                <a:schemeClr val="tx1">
                  <a:lumMod val="65000"/>
                  <a:lumOff val="35000"/>
                </a:schemeClr>
              </a:solidFill>
            </a:endParaRPr>
          </a:p>
        </p:txBody>
      </p:sp>
      <p:sp>
        <p:nvSpPr>
          <p:cNvPr id="23" name="Freeform 43"/>
          <p:cNvSpPr>
            <a:spLocks noEditPoints="1"/>
          </p:cNvSpPr>
          <p:nvPr/>
        </p:nvSpPr>
        <p:spPr bwMode="auto">
          <a:xfrm>
            <a:off x="5764318" y="3092030"/>
            <a:ext cx="1100044" cy="906499"/>
          </a:xfrm>
          <a:custGeom>
            <a:avLst/>
            <a:gdLst>
              <a:gd name="T0" fmla="*/ 427 w 471"/>
              <a:gd name="T1" fmla="*/ 128 h 388"/>
              <a:gd name="T2" fmla="*/ 401 w 471"/>
              <a:gd name="T3" fmla="*/ 155 h 388"/>
              <a:gd name="T4" fmla="*/ 427 w 471"/>
              <a:gd name="T5" fmla="*/ 181 h 388"/>
              <a:gd name="T6" fmla="*/ 454 w 471"/>
              <a:gd name="T7" fmla="*/ 155 h 388"/>
              <a:gd name="T8" fmla="*/ 427 w 471"/>
              <a:gd name="T9" fmla="*/ 128 h 388"/>
              <a:gd name="T10" fmla="*/ 44 w 471"/>
              <a:gd name="T11" fmla="*/ 128 h 388"/>
              <a:gd name="T12" fmla="*/ 18 w 471"/>
              <a:gd name="T13" fmla="*/ 155 h 388"/>
              <a:gd name="T14" fmla="*/ 44 w 471"/>
              <a:gd name="T15" fmla="*/ 181 h 388"/>
              <a:gd name="T16" fmla="*/ 71 w 471"/>
              <a:gd name="T17" fmla="*/ 155 h 388"/>
              <a:gd name="T18" fmla="*/ 44 w 471"/>
              <a:gd name="T19" fmla="*/ 128 h 388"/>
              <a:gd name="T20" fmla="*/ 348 w 471"/>
              <a:gd name="T21" fmla="*/ 80 h 388"/>
              <a:gd name="T22" fmla="*/ 309 w 471"/>
              <a:gd name="T23" fmla="*/ 119 h 388"/>
              <a:gd name="T24" fmla="*/ 348 w 471"/>
              <a:gd name="T25" fmla="*/ 159 h 388"/>
              <a:gd name="T26" fmla="*/ 388 w 471"/>
              <a:gd name="T27" fmla="*/ 119 h 388"/>
              <a:gd name="T28" fmla="*/ 348 w 471"/>
              <a:gd name="T29" fmla="*/ 80 h 388"/>
              <a:gd name="T30" fmla="*/ 471 w 471"/>
              <a:gd name="T31" fmla="*/ 321 h 388"/>
              <a:gd name="T32" fmla="*/ 426 w 471"/>
              <a:gd name="T33" fmla="*/ 321 h 388"/>
              <a:gd name="T34" fmla="*/ 426 w 471"/>
              <a:gd name="T35" fmla="*/ 238 h 388"/>
              <a:gd name="T36" fmla="*/ 415 w 471"/>
              <a:gd name="T37" fmla="*/ 198 h 388"/>
              <a:gd name="T38" fmla="*/ 427 w 471"/>
              <a:gd name="T39" fmla="*/ 197 h 388"/>
              <a:gd name="T40" fmla="*/ 471 w 471"/>
              <a:gd name="T41" fmla="*/ 240 h 388"/>
              <a:gd name="T42" fmla="*/ 471 w 471"/>
              <a:gd name="T43" fmla="*/ 321 h 388"/>
              <a:gd name="T44" fmla="*/ 124 w 471"/>
              <a:gd name="T45" fmla="*/ 80 h 388"/>
              <a:gd name="T46" fmla="*/ 84 w 471"/>
              <a:gd name="T47" fmla="*/ 119 h 388"/>
              <a:gd name="T48" fmla="*/ 124 w 471"/>
              <a:gd name="T49" fmla="*/ 159 h 388"/>
              <a:gd name="T50" fmla="*/ 163 w 471"/>
              <a:gd name="T51" fmla="*/ 119 h 388"/>
              <a:gd name="T52" fmla="*/ 124 w 471"/>
              <a:gd name="T53" fmla="*/ 80 h 388"/>
              <a:gd name="T54" fmla="*/ 44 w 471"/>
              <a:gd name="T55" fmla="*/ 197 h 388"/>
              <a:gd name="T56" fmla="*/ 57 w 471"/>
              <a:gd name="T57" fmla="*/ 198 h 388"/>
              <a:gd name="T58" fmla="*/ 46 w 471"/>
              <a:gd name="T59" fmla="*/ 238 h 388"/>
              <a:gd name="T60" fmla="*/ 46 w 471"/>
              <a:gd name="T61" fmla="*/ 321 h 388"/>
              <a:gd name="T62" fmla="*/ 0 w 471"/>
              <a:gd name="T63" fmla="*/ 321 h 388"/>
              <a:gd name="T64" fmla="*/ 0 w 471"/>
              <a:gd name="T65" fmla="*/ 240 h 388"/>
              <a:gd name="T66" fmla="*/ 44 w 471"/>
              <a:gd name="T67" fmla="*/ 197 h 388"/>
              <a:gd name="T68" fmla="*/ 236 w 471"/>
              <a:gd name="T69" fmla="*/ 0 h 388"/>
              <a:gd name="T70" fmla="*/ 177 w 471"/>
              <a:gd name="T71" fmla="*/ 59 h 388"/>
              <a:gd name="T72" fmla="*/ 236 w 471"/>
              <a:gd name="T73" fmla="*/ 118 h 388"/>
              <a:gd name="T74" fmla="*/ 294 w 471"/>
              <a:gd name="T75" fmla="*/ 59 h 388"/>
              <a:gd name="T76" fmla="*/ 236 w 471"/>
              <a:gd name="T77" fmla="*/ 0 h 388"/>
              <a:gd name="T78" fmla="*/ 412 w 471"/>
              <a:gd name="T79" fmla="*/ 352 h 388"/>
              <a:gd name="T80" fmla="*/ 342 w 471"/>
              <a:gd name="T81" fmla="*/ 352 h 388"/>
              <a:gd name="T82" fmla="*/ 342 w 471"/>
              <a:gd name="T83" fmla="*/ 225 h 388"/>
              <a:gd name="T84" fmla="*/ 330 w 471"/>
              <a:gd name="T85" fmla="*/ 177 h 388"/>
              <a:gd name="T86" fmla="*/ 348 w 471"/>
              <a:gd name="T87" fmla="*/ 174 h 388"/>
              <a:gd name="T88" fmla="*/ 412 w 471"/>
              <a:gd name="T89" fmla="*/ 238 h 388"/>
              <a:gd name="T90" fmla="*/ 412 w 471"/>
              <a:gd name="T91" fmla="*/ 352 h 388"/>
              <a:gd name="T92" fmla="*/ 129 w 471"/>
              <a:gd name="T93" fmla="*/ 225 h 388"/>
              <a:gd name="T94" fmla="*/ 129 w 471"/>
              <a:gd name="T95" fmla="*/ 352 h 388"/>
              <a:gd name="T96" fmla="*/ 60 w 471"/>
              <a:gd name="T97" fmla="*/ 352 h 388"/>
              <a:gd name="T98" fmla="*/ 60 w 471"/>
              <a:gd name="T99" fmla="*/ 238 h 388"/>
              <a:gd name="T100" fmla="*/ 124 w 471"/>
              <a:gd name="T101" fmla="*/ 174 h 388"/>
              <a:gd name="T102" fmla="*/ 141 w 471"/>
              <a:gd name="T103" fmla="*/ 177 h 388"/>
              <a:gd name="T104" fmla="*/ 129 w 471"/>
              <a:gd name="T105" fmla="*/ 225 h 388"/>
              <a:gd name="T106" fmla="*/ 144 w 471"/>
              <a:gd name="T107" fmla="*/ 388 h 388"/>
              <a:gd name="T108" fmla="*/ 328 w 471"/>
              <a:gd name="T109" fmla="*/ 388 h 388"/>
              <a:gd name="T110" fmla="*/ 328 w 471"/>
              <a:gd name="T111" fmla="*/ 225 h 388"/>
              <a:gd name="T112" fmla="*/ 236 w 471"/>
              <a:gd name="T113" fmla="*/ 133 h 388"/>
              <a:gd name="T114" fmla="*/ 144 w 471"/>
              <a:gd name="T115" fmla="*/ 225 h 388"/>
              <a:gd name="T116" fmla="*/ 144 w 471"/>
              <a:gd name="T117" fmla="*/ 388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71" h="388">
                <a:moveTo>
                  <a:pt x="427" y="128"/>
                </a:moveTo>
                <a:cubicBezTo>
                  <a:pt x="413" y="128"/>
                  <a:pt x="401" y="140"/>
                  <a:pt x="401" y="155"/>
                </a:cubicBezTo>
                <a:cubicBezTo>
                  <a:pt x="401" y="169"/>
                  <a:pt x="413" y="181"/>
                  <a:pt x="427" y="181"/>
                </a:cubicBezTo>
                <a:cubicBezTo>
                  <a:pt x="442" y="181"/>
                  <a:pt x="454" y="169"/>
                  <a:pt x="454" y="155"/>
                </a:cubicBezTo>
                <a:cubicBezTo>
                  <a:pt x="454" y="140"/>
                  <a:pt x="442" y="128"/>
                  <a:pt x="427" y="128"/>
                </a:cubicBezTo>
                <a:close/>
                <a:moveTo>
                  <a:pt x="44" y="128"/>
                </a:moveTo>
                <a:cubicBezTo>
                  <a:pt x="30" y="128"/>
                  <a:pt x="18" y="140"/>
                  <a:pt x="18" y="155"/>
                </a:cubicBezTo>
                <a:cubicBezTo>
                  <a:pt x="18" y="169"/>
                  <a:pt x="30" y="181"/>
                  <a:pt x="44" y="181"/>
                </a:cubicBezTo>
                <a:cubicBezTo>
                  <a:pt x="59" y="181"/>
                  <a:pt x="71" y="169"/>
                  <a:pt x="71" y="155"/>
                </a:cubicBezTo>
                <a:cubicBezTo>
                  <a:pt x="71" y="140"/>
                  <a:pt x="59" y="128"/>
                  <a:pt x="44" y="128"/>
                </a:cubicBezTo>
                <a:close/>
                <a:moveTo>
                  <a:pt x="348" y="80"/>
                </a:moveTo>
                <a:cubicBezTo>
                  <a:pt x="326" y="80"/>
                  <a:pt x="309" y="97"/>
                  <a:pt x="309" y="119"/>
                </a:cubicBezTo>
                <a:cubicBezTo>
                  <a:pt x="309" y="141"/>
                  <a:pt x="326" y="159"/>
                  <a:pt x="348" y="159"/>
                </a:cubicBezTo>
                <a:cubicBezTo>
                  <a:pt x="370" y="159"/>
                  <a:pt x="388" y="141"/>
                  <a:pt x="388" y="119"/>
                </a:cubicBezTo>
                <a:cubicBezTo>
                  <a:pt x="388" y="97"/>
                  <a:pt x="370" y="80"/>
                  <a:pt x="348" y="80"/>
                </a:cubicBezTo>
                <a:close/>
                <a:moveTo>
                  <a:pt x="471" y="321"/>
                </a:moveTo>
                <a:cubicBezTo>
                  <a:pt x="426" y="321"/>
                  <a:pt x="426" y="321"/>
                  <a:pt x="426" y="321"/>
                </a:cubicBezTo>
                <a:cubicBezTo>
                  <a:pt x="426" y="238"/>
                  <a:pt x="426" y="238"/>
                  <a:pt x="426" y="238"/>
                </a:cubicBezTo>
                <a:cubicBezTo>
                  <a:pt x="426" y="223"/>
                  <a:pt x="422" y="210"/>
                  <a:pt x="415" y="198"/>
                </a:cubicBezTo>
                <a:cubicBezTo>
                  <a:pt x="419" y="197"/>
                  <a:pt x="423" y="197"/>
                  <a:pt x="427" y="197"/>
                </a:cubicBezTo>
                <a:cubicBezTo>
                  <a:pt x="452" y="197"/>
                  <a:pt x="471" y="216"/>
                  <a:pt x="471" y="240"/>
                </a:cubicBezTo>
                <a:lnTo>
                  <a:pt x="471" y="321"/>
                </a:lnTo>
                <a:close/>
                <a:moveTo>
                  <a:pt x="124" y="80"/>
                </a:moveTo>
                <a:cubicBezTo>
                  <a:pt x="102" y="80"/>
                  <a:pt x="84" y="97"/>
                  <a:pt x="84" y="119"/>
                </a:cubicBezTo>
                <a:cubicBezTo>
                  <a:pt x="84" y="141"/>
                  <a:pt x="102" y="159"/>
                  <a:pt x="124" y="159"/>
                </a:cubicBezTo>
                <a:cubicBezTo>
                  <a:pt x="145" y="159"/>
                  <a:pt x="163" y="141"/>
                  <a:pt x="163" y="119"/>
                </a:cubicBezTo>
                <a:cubicBezTo>
                  <a:pt x="163" y="97"/>
                  <a:pt x="145" y="80"/>
                  <a:pt x="124" y="80"/>
                </a:cubicBezTo>
                <a:close/>
                <a:moveTo>
                  <a:pt x="44" y="197"/>
                </a:moveTo>
                <a:cubicBezTo>
                  <a:pt x="49" y="197"/>
                  <a:pt x="53" y="197"/>
                  <a:pt x="57" y="198"/>
                </a:cubicBezTo>
                <a:cubicBezTo>
                  <a:pt x="50" y="210"/>
                  <a:pt x="46" y="223"/>
                  <a:pt x="46" y="238"/>
                </a:cubicBezTo>
                <a:cubicBezTo>
                  <a:pt x="46" y="321"/>
                  <a:pt x="46" y="321"/>
                  <a:pt x="46" y="321"/>
                </a:cubicBezTo>
                <a:cubicBezTo>
                  <a:pt x="0" y="321"/>
                  <a:pt x="0" y="321"/>
                  <a:pt x="0" y="321"/>
                </a:cubicBezTo>
                <a:cubicBezTo>
                  <a:pt x="0" y="240"/>
                  <a:pt x="0" y="240"/>
                  <a:pt x="0" y="240"/>
                </a:cubicBezTo>
                <a:cubicBezTo>
                  <a:pt x="0" y="216"/>
                  <a:pt x="20" y="197"/>
                  <a:pt x="44" y="197"/>
                </a:cubicBezTo>
                <a:close/>
                <a:moveTo>
                  <a:pt x="236" y="0"/>
                </a:moveTo>
                <a:cubicBezTo>
                  <a:pt x="204" y="0"/>
                  <a:pt x="177" y="27"/>
                  <a:pt x="177" y="59"/>
                </a:cubicBezTo>
                <a:cubicBezTo>
                  <a:pt x="177" y="91"/>
                  <a:pt x="203" y="118"/>
                  <a:pt x="236" y="118"/>
                </a:cubicBezTo>
                <a:cubicBezTo>
                  <a:pt x="268" y="118"/>
                  <a:pt x="294" y="91"/>
                  <a:pt x="294" y="59"/>
                </a:cubicBezTo>
                <a:cubicBezTo>
                  <a:pt x="295" y="27"/>
                  <a:pt x="268" y="0"/>
                  <a:pt x="236" y="0"/>
                </a:cubicBezTo>
                <a:close/>
                <a:moveTo>
                  <a:pt x="412" y="352"/>
                </a:moveTo>
                <a:cubicBezTo>
                  <a:pt x="342" y="352"/>
                  <a:pt x="342" y="352"/>
                  <a:pt x="342" y="352"/>
                </a:cubicBezTo>
                <a:cubicBezTo>
                  <a:pt x="342" y="225"/>
                  <a:pt x="342" y="225"/>
                  <a:pt x="342" y="225"/>
                </a:cubicBezTo>
                <a:cubicBezTo>
                  <a:pt x="342" y="208"/>
                  <a:pt x="338" y="192"/>
                  <a:pt x="330" y="177"/>
                </a:cubicBezTo>
                <a:cubicBezTo>
                  <a:pt x="336" y="175"/>
                  <a:pt x="342" y="174"/>
                  <a:pt x="348" y="174"/>
                </a:cubicBezTo>
                <a:cubicBezTo>
                  <a:pt x="383" y="174"/>
                  <a:pt x="412" y="203"/>
                  <a:pt x="412" y="238"/>
                </a:cubicBezTo>
                <a:lnTo>
                  <a:pt x="412" y="352"/>
                </a:lnTo>
                <a:close/>
                <a:moveTo>
                  <a:pt x="129" y="225"/>
                </a:moveTo>
                <a:cubicBezTo>
                  <a:pt x="129" y="352"/>
                  <a:pt x="129" y="352"/>
                  <a:pt x="129" y="352"/>
                </a:cubicBezTo>
                <a:cubicBezTo>
                  <a:pt x="60" y="352"/>
                  <a:pt x="60" y="352"/>
                  <a:pt x="60" y="352"/>
                </a:cubicBezTo>
                <a:cubicBezTo>
                  <a:pt x="60" y="238"/>
                  <a:pt x="60" y="238"/>
                  <a:pt x="60" y="238"/>
                </a:cubicBezTo>
                <a:cubicBezTo>
                  <a:pt x="60" y="203"/>
                  <a:pt x="89" y="174"/>
                  <a:pt x="124" y="174"/>
                </a:cubicBezTo>
                <a:cubicBezTo>
                  <a:pt x="130" y="174"/>
                  <a:pt x="136" y="175"/>
                  <a:pt x="141" y="177"/>
                </a:cubicBezTo>
                <a:cubicBezTo>
                  <a:pt x="134" y="192"/>
                  <a:pt x="129" y="208"/>
                  <a:pt x="129" y="225"/>
                </a:cubicBezTo>
                <a:close/>
                <a:moveTo>
                  <a:pt x="144" y="388"/>
                </a:moveTo>
                <a:cubicBezTo>
                  <a:pt x="328" y="388"/>
                  <a:pt x="328" y="388"/>
                  <a:pt x="328" y="388"/>
                </a:cubicBezTo>
                <a:cubicBezTo>
                  <a:pt x="328" y="225"/>
                  <a:pt x="328" y="225"/>
                  <a:pt x="328" y="225"/>
                </a:cubicBezTo>
                <a:cubicBezTo>
                  <a:pt x="328" y="175"/>
                  <a:pt x="286" y="133"/>
                  <a:pt x="236" y="133"/>
                </a:cubicBezTo>
                <a:cubicBezTo>
                  <a:pt x="185" y="133"/>
                  <a:pt x="144" y="175"/>
                  <a:pt x="144" y="225"/>
                </a:cubicBezTo>
                <a:lnTo>
                  <a:pt x="144" y="388"/>
                </a:lnTo>
                <a:close/>
              </a:path>
            </a:pathLst>
          </a:custGeom>
          <a:solidFill>
            <a:srgbClr val="3448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矩形 23"/>
          <p:cNvSpPr/>
          <p:nvPr/>
        </p:nvSpPr>
        <p:spPr>
          <a:xfrm>
            <a:off x="1977111" y="4002851"/>
            <a:ext cx="2255669" cy="732508"/>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a:t>
            </a:r>
          </a:p>
        </p:txBody>
      </p:sp>
      <p:sp>
        <p:nvSpPr>
          <p:cNvPr id="25" name="矩形 24"/>
          <p:cNvSpPr/>
          <p:nvPr/>
        </p:nvSpPr>
        <p:spPr>
          <a:xfrm>
            <a:off x="4662632" y="1423670"/>
            <a:ext cx="3258972" cy="732508"/>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a:t>
            </a:r>
          </a:p>
        </p:txBody>
      </p:sp>
      <p:sp>
        <p:nvSpPr>
          <p:cNvPr id="26" name="矩形 25"/>
          <p:cNvSpPr/>
          <p:nvPr/>
        </p:nvSpPr>
        <p:spPr>
          <a:xfrm>
            <a:off x="4726130" y="6075207"/>
            <a:ext cx="3258972" cy="732508"/>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a:t>
            </a:r>
          </a:p>
        </p:txBody>
      </p:sp>
      <p:sp>
        <p:nvSpPr>
          <p:cNvPr id="28" name="圆角矩形 27"/>
          <p:cNvSpPr/>
          <p:nvPr/>
        </p:nvSpPr>
        <p:spPr>
          <a:xfrm>
            <a:off x="5194118" y="1058074"/>
            <a:ext cx="2196000" cy="332148"/>
          </a:xfrm>
          <a:prstGeom prst="roundRect">
            <a:avLst/>
          </a:prstGeom>
          <a:solidFill>
            <a:srgbClr val="3A8FCB"/>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latin typeface="Impact" panose="020B0806030902050204" pitchFamily="34" charset="0"/>
              </a:rPr>
              <a:t>单击添加标题</a:t>
            </a:r>
          </a:p>
        </p:txBody>
      </p:sp>
      <p:sp>
        <p:nvSpPr>
          <p:cNvPr id="29" name="圆角矩形 28"/>
          <p:cNvSpPr/>
          <p:nvPr/>
        </p:nvSpPr>
        <p:spPr>
          <a:xfrm>
            <a:off x="5257616" y="5717290"/>
            <a:ext cx="2196000" cy="332148"/>
          </a:xfrm>
          <a:prstGeom prst="roundRect">
            <a:avLst/>
          </a:prstGeom>
          <a:solidFill>
            <a:srgbClr val="21998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latin typeface="Impact" panose="020B0806030902050204" pitchFamily="34" charset="0"/>
              </a:rPr>
              <a:t>单击添加标题</a:t>
            </a:r>
          </a:p>
        </p:txBody>
      </p:sp>
      <p:sp>
        <p:nvSpPr>
          <p:cNvPr id="30" name="圆角矩形 29"/>
          <p:cNvSpPr/>
          <p:nvPr/>
        </p:nvSpPr>
        <p:spPr>
          <a:xfrm>
            <a:off x="2036781" y="3556575"/>
            <a:ext cx="2196000" cy="332148"/>
          </a:xfrm>
          <a:prstGeom prst="roundRect">
            <a:avLst/>
          </a:prstGeom>
          <a:solidFill>
            <a:srgbClr val="EA981E"/>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latin typeface="Impact" panose="020B0806030902050204" pitchFamily="34" charset="0"/>
              </a:rPr>
              <a:t>单击添加标题</a:t>
            </a:r>
          </a:p>
        </p:txBody>
      </p:sp>
      <p:sp>
        <p:nvSpPr>
          <p:cNvPr id="32" name="矩形 31"/>
          <p:cNvSpPr/>
          <p:nvPr/>
        </p:nvSpPr>
        <p:spPr>
          <a:xfrm>
            <a:off x="8225381" y="4002851"/>
            <a:ext cx="2255669" cy="732508"/>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a:t>
            </a:r>
          </a:p>
        </p:txBody>
      </p:sp>
      <p:sp>
        <p:nvSpPr>
          <p:cNvPr id="33" name="圆角矩形 32"/>
          <p:cNvSpPr/>
          <p:nvPr/>
        </p:nvSpPr>
        <p:spPr>
          <a:xfrm>
            <a:off x="8285051" y="3556575"/>
            <a:ext cx="2196000" cy="332148"/>
          </a:xfrm>
          <a:prstGeom prst="roundRect">
            <a:avLst/>
          </a:prstGeom>
          <a:solidFill>
            <a:srgbClr val="29414F"/>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latin typeface="Impact" panose="020B0806030902050204" pitchFamily="34" charset="0"/>
              </a:rPr>
              <a:t>单击添加标题</a:t>
            </a:r>
          </a:p>
        </p:txBody>
      </p:sp>
      <p:sp>
        <p:nvSpPr>
          <p:cNvPr id="18"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四项循环</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475936046"/>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6"/>
          <p:cNvSpPr>
            <a:spLocks/>
          </p:cNvSpPr>
          <p:nvPr/>
        </p:nvSpPr>
        <p:spPr bwMode="auto">
          <a:xfrm>
            <a:off x="4739444" y="3081274"/>
            <a:ext cx="863445" cy="2875132"/>
          </a:xfrm>
          <a:custGeom>
            <a:avLst/>
            <a:gdLst>
              <a:gd name="T0" fmla="*/ 41 w 363"/>
              <a:gd name="T1" fmla="*/ 19 h 1208"/>
              <a:gd name="T2" fmla="*/ 41 w 363"/>
              <a:gd name="T3" fmla="*/ 70 h 1208"/>
              <a:gd name="T4" fmla="*/ 41 w 363"/>
              <a:gd name="T5" fmla="*/ 964 h 1208"/>
              <a:gd name="T6" fmla="*/ 21 w 363"/>
              <a:gd name="T7" fmla="*/ 964 h 1208"/>
              <a:gd name="T8" fmla="*/ 9 w 363"/>
              <a:gd name="T9" fmla="*/ 992 h 1208"/>
              <a:gd name="T10" fmla="*/ 165 w 363"/>
              <a:gd name="T11" fmla="*/ 1195 h 1208"/>
              <a:gd name="T12" fmla="*/ 198 w 363"/>
              <a:gd name="T13" fmla="*/ 1195 h 1208"/>
              <a:gd name="T14" fmla="*/ 354 w 363"/>
              <a:gd name="T15" fmla="*/ 992 h 1208"/>
              <a:gd name="T16" fmla="*/ 342 w 363"/>
              <a:gd name="T17" fmla="*/ 964 h 1208"/>
              <a:gd name="T18" fmla="*/ 322 w 363"/>
              <a:gd name="T19" fmla="*/ 964 h 1208"/>
              <a:gd name="T20" fmla="*/ 322 w 363"/>
              <a:gd name="T21" fmla="*/ 19 h 1208"/>
              <a:gd name="T22" fmla="*/ 303 w 363"/>
              <a:gd name="T23" fmla="*/ 0 h 1208"/>
              <a:gd name="T24" fmla="*/ 60 w 363"/>
              <a:gd name="T25" fmla="*/ 0 h 1208"/>
              <a:gd name="T26" fmla="*/ 41 w 363"/>
              <a:gd name="T27" fmla="*/ 19 h 1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3" h="1208">
                <a:moveTo>
                  <a:pt x="41" y="19"/>
                </a:moveTo>
                <a:cubicBezTo>
                  <a:pt x="41" y="70"/>
                  <a:pt x="41" y="70"/>
                  <a:pt x="41" y="70"/>
                </a:cubicBezTo>
                <a:cubicBezTo>
                  <a:pt x="41" y="964"/>
                  <a:pt x="41" y="964"/>
                  <a:pt x="41" y="964"/>
                </a:cubicBezTo>
                <a:cubicBezTo>
                  <a:pt x="21" y="964"/>
                  <a:pt x="21" y="964"/>
                  <a:pt x="21" y="964"/>
                </a:cubicBezTo>
                <a:cubicBezTo>
                  <a:pt x="6" y="964"/>
                  <a:pt x="0" y="979"/>
                  <a:pt x="9" y="992"/>
                </a:cubicBezTo>
                <a:cubicBezTo>
                  <a:pt x="165" y="1195"/>
                  <a:pt x="165" y="1195"/>
                  <a:pt x="165" y="1195"/>
                </a:cubicBezTo>
                <a:cubicBezTo>
                  <a:pt x="175" y="1208"/>
                  <a:pt x="188" y="1208"/>
                  <a:pt x="198" y="1195"/>
                </a:cubicBezTo>
                <a:cubicBezTo>
                  <a:pt x="354" y="992"/>
                  <a:pt x="354" y="992"/>
                  <a:pt x="354" y="992"/>
                </a:cubicBezTo>
                <a:cubicBezTo>
                  <a:pt x="363" y="979"/>
                  <a:pt x="357" y="964"/>
                  <a:pt x="342" y="964"/>
                </a:cubicBezTo>
                <a:cubicBezTo>
                  <a:pt x="322" y="964"/>
                  <a:pt x="322" y="964"/>
                  <a:pt x="322" y="964"/>
                </a:cubicBezTo>
                <a:cubicBezTo>
                  <a:pt x="322" y="19"/>
                  <a:pt x="322" y="19"/>
                  <a:pt x="322" y="19"/>
                </a:cubicBezTo>
                <a:cubicBezTo>
                  <a:pt x="322" y="8"/>
                  <a:pt x="313" y="0"/>
                  <a:pt x="303" y="0"/>
                </a:cubicBezTo>
                <a:cubicBezTo>
                  <a:pt x="60" y="0"/>
                  <a:pt x="60" y="0"/>
                  <a:pt x="60" y="0"/>
                </a:cubicBezTo>
                <a:cubicBezTo>
                  <a:pt x="50" y="0"/>
                  <a:pt x="41" y="8"/>
                  <a:pt x="41" y="19"/>
                </a:cubicBezTo>
                <a:close/>
              </a:path>
            </a:pathLst>
          </a:custGeom>
          <a:solidFill>
            <a:srgbClr val="EA981E"/>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 name="Freeform 7"/>
          <p:cNvSpPr>
            <a:spLocks/>
          </p:cNvSpPr>
          <p:nvPr/>
        </p:nvSpPr>
        <p:spPr bwMode="auto">
          <a:xfrm>
            <a:off x="4082300" y="2526777"/>
            <a:ext cx="2875132" cy="864452"/>
          </a:xfrm>
          <a:custGeom>
            <a:avLst/>
            <a:gdLst>
              <a:gd name="T0" fmla="*/ 1189 w 1208"/>
              <a:gd name="T1" fmla="*/ 322 h 363"/>
              <a:gd name="T2" fmla="*/ 244 w 1208"/>
              <a:gd name="T3" fmla="*/ 322 h 363"/>
              <a:gd name="T4" fmla="*/ 244 w 1208"/>
              <a:gd name="T5" fmla="*/ 342 h 363"/>
              <a:gd name="T6" fmla="*/ 216 w 1208"/>
              <a:gd name="T7" fmla="*/ 354 h 363"/>
              <a:gd name="T8" fmla="*/ 13 w 1208"/>
              <a:gd name="T9" fmla="*/ 198 h 363"/>
              <a:gd name="T10" fmla="*/ 13 w 1208"/>
              <a:gd name="T11" fmla="*/ 165 h 363"/>
              <a:gd name="T12" fmla="*/ 216 w 1208"/>
              <a:gd name="T13" fmla="*/ 9 h 363"/>
              <a:gd name="T14" fmla="*/ 244 w 1208"/>
              <a:gd name="T15" fmla="*/ 21 h 363"/>
              <a:gd name="T16" fmla="*/ 244 w 1208"/>
              <a:gd name="T17" fmla="*/ 41 h 363"/>
              <a:gd name="T18" fmla="*/ 1189 w 1208"/>
              <a:gd name="T19" fmla="*/ 41 h 363"/>
              <a:gd name="T20" fmla="*/ 1208 w 1208"/>
              <a:gd name="T21" fmla="*/ 60 h 363"/>
              <a:gd name="T22" fmla="*/ 1208 w 1208"/>
              <a:gd name="T23" fmla="*/ 303 h 363"/>
              <a:gd name="T24" fmla="*/ 1189 w 1208"/>
              <a:gd name="T25" fmla="*/ 3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08" h="363">
                <a:moveTo>
                  <a:pt x="1189" y="322"/>
                </a:moveTo>
                <a:cubicBezTo>
                  <a:pt x="244" y="322"/>
                  <a:pt x="244" y="322"/>
                  <a:pt x="244" y="322"/>
                </a:cubicBezTo>
                <a:cubicBezTo>
                  <a:pt x="244" y="342"/>
                  <a:pt x="244" y="342"/>
                  <a:pt x="244" y="342"/>
                </a:cubicBezTo>
                <a:cubicBezTo>
                  <a:pt x="244" y="357"/>
                  <a:pt x="229" y="363"/>
                  <a:pt x="216" y="354"/>
                </a:cubicBezTo>
                <a:cubicBezTo>
                  <a:pt x="13" y="198"/>
                  <a:pt x="13" y="198"/>
                  <a:pt x="13" y="198"/>
                </a:cubicBezTo>
                <a:cubicBezTo>
                  <a:pt x="0" y="188"/>
                  <a:pt x="0" y="175"/>
                  <a:pt x="13" y="165"/>
                </a:cubicBezTo>
                <a:cubicBezTo>
                  <a:pt x="216" y="9"/>
                  <a:pt x="216" y="9"/>
                  <a:pt x="216" y="9"/>
                </a:cubicBezTo>
                <a:cubicBezTo>
                  <a:pt x="229" y="0"/>
                  <a:pt x="244" y="6"/>
                  <a:pt x="244" y="21"/>
                </a:cubicBezTo>
                <a:cubicBezTo>
                  <a:pt x="244" y="41"/>
                  <a:pt x="244" y="41"/>
                  <a:pt x="244" y="41"/>
                </a:cubicBezTo>
                <a:cubicBezTo>
                  <a:pt x="1189" y="41"/>
                  <a:pt x="1189" y="41"/>
                  <a:pt x="1189" y="41"/>
                </a:cubicBezTo>
                <a:cubicBezTo>
                  <a:pt x="1200" y="41"/>
                  <a:pt x="1208" y="50"/>
                  <a:pt x="1208" y="60"/>
                </a:cubicBezTo>
                <a:cubicBezTo>
                  <a:pt x="1208" y="303"/>
                  <a:pt x="1208" y="303"/>
                  <a:pt x="1208" y="303"/>
                </a:cubicBezTo>
                <a:cubicBezTo>
                  <a:pt x="1208" y="313"/>
                  <a:pt x="1200" y="322"/>
                  <a:pt x="1189" y="322"/>
                </a:cubicBezTo>
                <a:close/>
              </a:path>
            </a:pathLst>
          </a:custGeom>
          <a:solidFill>
            <a:srgbClr val="29414F"/>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 name="Freeform 8"/>
          <p:cNvSpPr>
            <a:spLocks/>
          </p:cNvSpPr>
          <p:nvPr/>
        </p:nvSpPr>
        <p:spPr bwMode="auto">
          <a:xfrm>
            <a:off x="5293941" y="4435816"/>
            <a:ext cx="2875132" cy="864452"/>
          </a:xfrm>
          <a:custGeom>
            <a:avLst/>
            <a:gdLst>
              <a:gd name="T0" fmla="*/ 19 w 1208"/>
              <a:gd name="T1" fmla="*/ 322 h 363"/>
              <a:gd name="T2" fmla="*/ 964 w 1208"/>
              <a:gd name="T3" fmla="*/ 322 h 363"/>
              <a:gd name="T4" fmla="*/ 964 w 1208"/>
              <a:gd name="T5" fmla="*/ 342 h 363"/>
              <a:gd name="T6" fmla="*/ 992 w 1208"/>
              <a:gd name="T7" fmla="*/ 354 h 363"/>
              <a:gd name="T8" fmla="*/ 1195 w 1208"/>
              <a:gd name="T9" fmla="*/ 198 h 363"/>
              <a:gd name="T10" fmla="*/ 1195 w 1208"/>
              <a:gd name="T11" fmla="*/ 165 h 363"/>
              <a:gd name="T12" fmla="*/ 992 w 1208"/>
              <a:gd name="T13" fmla="*/ 9 h 363"/>
              <a:gd name="T14" fmla="*/ 964 w 1208"/>
              <a:gd name="T15" fmla="*/ 21 h 363"/>
              <a:gd name="T16" fmla="*/ 964 w 1208"/>
              <a:gd name="T17" fmla="*/ 41 h 363"/>
              <a:gd name="T18" fmla="*/ 19 w 1208"/>
              <a:gd name="T19" fmla="*/ 41 h 363"/>
              <a:gd name="T20" fmla="*/ 0 w 1208"/>
              <a:gd name="T21" fmla="*/ 60 h 363"/>
              <a:gd name="T22" fmla="*/ 0 w 1208"/>
              <a:gd name="T23" fmla="*/ 302 h 363"/>
              <a:gd name="T24" fmla="*/ 19 w 1208"/>
              <a:gd name="T25" fmla="*/ 3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08" h="363">
                <a:moveTo>
                  <a:pt x="19" y="322"/>
                </a:moveTo>
                <a:cubicBezTo>
                  <a:pt x="964" y="322"/>
                  <a:pt x="964" y="322"/>
                  <a:pt x="964" y="322"/>
                </a:cubicBezTo>
                <a:cubicBezTo>
                  <a:pt x="964" y="342"/>
                  <a:pt x="964" y="342"/>
                  <a:pt x="964" y="342"/>
                </a:cubicBezTo>
                <a:cubicBezTo>
                  <a:pt x="964" y="357"/>
                  <a:pt x="979" y="363"/>
                  <a:pt x="992" y="354"/>
                </a:cubicBezTo>
                <a:cubicBezTo>
                  <a:pt x="1195" y="198"/>
                  <a:pt x="1195" y="198"/>
                  <a:pt x="1195" y="198"/>
                </a:cubicBezTo>
                <a:cubicBezTo>
                  <a:pt x="1208" y="188"/>
                  <a:pt x="1208" y="175"/>
                  <a:pt x="1195" y="165"/>
                </a:cubicBezTo>
                <a:cubicBezTo>
                  <a:pt x="992" y="9"/>
                  <a:pt x="992" y="9"/>
                  <a:pt x="992" y="9"/>
                </a:cubicBezTo>
                <a:cubicBezTo>
                  <a:pt x="979" y="0"/>
                  <a:pt x="964" y="6"/>
                  <a:pt x="964" y="21"/>
                </a:cubicBezTo>
                <a:cubicBezTo>
                  <a:pt x="964" y="41"/>
                  <a:pt x="964" y="41"/>
                  <a:pt x="964" y="41"/>
                </a:cubicBezTo>
                <a:cubicBezTo>
                  <a:pt x="19" y="41"/>
                  <a:pt x="19" y="41"/>
                  <a:pt x="19" y="41"/>
                </a:cubicBezTo>
                <a:cubicBezTo>
                  <a:pt x="8" y="41"/>
                  <a:pt x="0" y="49"/>
                  <a:pt x="0" y="60"/>
                </a:cubicBezTo>
                <a:cubicBezTo>
                  <a:pt x="0" y="302"/>
                  <a:pt x="0" y="302"/>
                  <a:pt x="0" y="302"/>
                </a:cubicBezTo>
                <a:cubicBezTo>
                  <a:pt x="0" y="313"/>
                  <a:pt x="8" y="322"/>
                  <a:pt x="19" y="322"/>
                </a:cubicBezTo>
                <a:close/>
              </a:path>
            </a:pathLst>
          </a:custGeom>
          <a:solidFill>
            <a:srgbClr val="3A8FCB"/>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 name="Freeform 9"/>
          <p:cNvSpPr>
            <a:spLocks/>
          </p:cNvSpPr>
          <p:nvPr/>
        </p:nvSpPr>
        <p:spPr bwMode="auto">
          <a:xfrm>
            <a:off x="6648484" y="1869633"/>
            <a:ext cx="863445" cy="2875132"/>
          </a:xfrm>
          <a:custGeom>
            <a:avLst/>
            <a:gdLst>
              <a:gd name="T0" fmla="*/ 322 w 363"/>
              <a:gd name="T1" fmla="*/ 1189 h 1208"/>
              <a:gd name="T2" fmla="*/ 322 w 363"/>
              <a:gd name="T3" fmla="*/ 243 h 1208"/>
              <a:gd name="T4" fmla="*/ 342 w 363"/>
              <a:gd name="T5" fmla="*/ 244 h 1208"/>
              <a:gd name="T6" fmla="*/ 354 w 363"/>
              <a:gd name="T7" fmla="*/ 216 h 1208"/>
              <a:gd name="T8" fmla="*/ 198 w 363"/>
              <a:gd name="T9" fmla="*/ 13 h 1208"/>
              <a:gd name="T10" fmla="*/ 165 w 363"/>
              <a:gd name="T11" fmla="*/ 13 h 1208"/>
              <a:gd name="T12" fmla="*/ 9 w 363"/>
              <a:gd name="T13" fmla="*/ 216 h 1208"/>
              <a:gd name="T14" fmla="*/ 21 w 363"/>
              <a:gd name="T15" fmla="*/ 244 h 1208"/>
              <a:gd name="T16" fmla="*/ 41 w 363"/>
              <a:gd name="T17" fmla="*/ 243 h 1208"/>
              <a:gd name="T18" fmla="*/ 41 w 363"/>
              <a:gd name="T19" fmla="*/ 1189 h 1208"/>
              <a:gd name="T20" fmla="*/ 60 w 363"/>
              <a:gd name="T21" fmla="*/ 1208 h 1208"/>
              <a:gd name="T22" fmla="*/ 303 w 363"/>
              <a:gd name="T23" fmla="*/ 1208 h 1208"/>
              <a:gd name="T24" fmla="*/ 322 w 363"/>
              <a:gd name="T25" fmla="*/ 1189 h 1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3" h="1208">
                <a:moveTo>
                  <a:pt x="322" y="1189"/>
                </a:moveTo>
                <a:cubicBezTo>
                  <a:pt x="322" y="243"/>
                  <a:pt x="322" y="243"/>
                  <a:pt x="322" y="243"/>
                </a:cubicBezTo>
                <a:cubicBezTo>
                  <a:pt x="342" y="244"/>
                  <a:pt x="342" y="244"/>
                  <a:pt x="342" y="244"/>
                </a:cubicBezTo>
                <a:cubicBezTo>
                  <a:pt x="357" y="244"/>
                  <a:pt x="363" y="229"/>
                  <a:pt x="354" y="216"/>
                </a:cubicBezTo>
                <a:cubicBezTo>
                  <a:pt x="198" y="13"/>
                  <a:pt x="198" y="13"/>
                  <a:pt x="198" y="13"/>
                </a:cubicBezTo>
                <a:cubicBezTo>
                  <a:pt x="188" y="0"/>
                  <a:pt x="175" y="0"/>
                  <a:pt x="165" y="13"/>
                </a:cubicBezTo>
                <a:cubicBezTo>
                  <a:pt x="9" y="216"/>
                  <a:pt x="9" y="216"/>
                  <a:pt x="9" y="216"/>
                </a:cubicBezTo>
                <a:cubicBezTo>
                  <a:pt x="0" y="229"/>
                  <a:pt x="6" y="244"/>
                  <a:pt x="21" y="244"/>
                </a:cubicBezTo>
                <a:cubicBezTo>
                  <a:pt x="41" y="243"/>
                  <a:pt x="41" y="243"/>
                  <a:pt x="41" y="243"/>
                </a:cubicBezTo>
                <a:cubicBezTo>
                  <a:pt x="41" y="1189"/>
                  <a:pt x="41" y="1189"/>
                  <a:pt x="41" y="1189"/>
                </a:cubicBezTo>
                <a:cubicBezTo>
                  <a:pt x="41" y="1199"/>
                  <a:pt x="50" y="1208"/>
                  <a:pt x="60" y="1208"/>
                </a:cubicBezTo>
                <a:cubicBezTo>
                  <a:pt x="303" y="1208"/>
                  <a:pt x="303" y="1208"/>
                  <a:pt x="303" y="1208"/>
                </a:cubicBezTo>
                <a:cubicBezTo>
                  <a:pt x="313" y="1208"/>
                  <a:pt x="322" y="1199"/>
                  <a:pt x="322" y="1189"/>
                </a:cubicBezTo>
                <a:close/>
              </a:path>
            </a:pathLst>
          </a:custGeom>
          <a:solidFill>
            <a:srgbClr val="21998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 name="Rectangle 10"/>
          <p:cNvSpPr>
            <a:spLocks noChangeArrowheads="1"/>
          </p:cNvSpPr>
          <p:nvPr/>
        </p:nvSpPr>
        <p:spPr bwMode="auto">
          <a:xfrm>
            <a:off x="4837060" y="2624392"/>
            <a:ext cx="1182457" cy="1182457"/>
          </a:xfrm>
          <a:prstGeom prst="rect">
            <a:avLst/>
          </a:prstGeom>
          <a:solidFill>
            <a:srgbClr val="EA981E"/>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 name="Rectangle 11"/>
          <p:cNvSpPr>
            <a:spLocks noChangeArrowheads="1"/>
          </p:cNvSpPr>
          <p:nvPr/>
        </p:nvSpPr>
        <p:spPr bwMode="auto">
          <a:xfrm>
            <a:off x="4837060" y="4017176"/>
            <a:ext cx="1182457" cy="1185476"/>
          </a:xfrm>
          <a:prstGeom prst="rect">
            <a:avLst/>
          </a:prstGeom>
          <a:solidFill>
            <a:srgbClr val="3A8FCB"/>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 name="Rectangle 12"/>
          <p:cNvSpPr>
            <a:spLocks noChangeArrowheads="1"/>
          </p:cNvSpPr>
          <p:nvPr/>
        </p:nvSpPr>
        <p:spPr bwMode="auto">
          <a:xfrm>
            <a:off x="6231856" y="4017176"/>
            <a:ext cx="1182457" cy="1185476"/>
          </a:xfrm>
          <a:prstGeom prst="rect">
            <a:avLst/>
          </a:prstGeom>
          <a:solidFill>
            <a:srgbClr val="21998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 name="Rectangle 13"/>
          <p:cNvSpPr>
            <a:spLocks noChangeArrowheads="1"/>
          </p:cNvSpPr>
          <p:nvPr/>
        </p:nvSpPr>
        <p:spPr bwMode="auto">
          <a:xfrm>
            <a:off x="6231856" y="2624392"/>
            <a:ext cx="1182457" cy="1182457"/>
          </a:xfrm>
          <a:prstGeom prst="rect">
            <a:avLst/>
          </a:prstGeom>
          <a:solidFill>
            <a:srgbClr val="29414F"/>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 name="Freeform 14"/>
          <p:cNvSpPr>
            <a:spLocks/>
          </p:cNvSpPr>
          <p:nvPr/>
        </p:nvSpPr>
        <p:spPr bwMode="auto">
          <a:xfrm>
            <a:off x="5860514" y="1548608"/>
            <a:ext cx="1253908" cy="209320"/>
          </a:xfrm>
          <a:custGeom>
            <a:avLst/>
            <a:gdLst>
              <a:gd name="T0" fmla="*/ 508 w 527"/>
              <a:gd name="T1" fmla="*/ 0 h 88"/>
              <a:gd name="T2" fmla="*/ 527 w 527"/>
              <a:gd name="T3" fmla="*/ 19 h 88"/>
              <a:gd name="T4" fmla="*/ 508 w 527"/>
              <a:gd name="T5" fmla="*/ 37 h 88"/>
              <a:gd name="T6" fmla="*/ 490 w 527"/>
              <a:gd name="T7" fmla="*/ 23 h 88"/>
              <a:gd name="T8" fmla="*/ 59 w 527"/>
              <a:gd name="T9" fmla="*/ 23 h 88"/>
              <a:gd name="T10" fmla="*/ 23 w 527"/>
              <a:gd name="T11" fmla="*/ 68 h 88"/>
              <a:gd name="T12" fmla="*/ 38 w 527"/>
              <a:gd name="T13" fmla="*/ 63 h 88"/>
              <a:gd name="T14" fmla="*/ 25 w 527"/>
              <a:gd name="T15" fmla="*/ 80 h 88"/>
              <a:gd name="T16" fmla="*/ 0 w 527"/>
              <a:gd name="T17" fmla="*/ 88 h 88"/>
              <a:gd name="T18" fmla="*/ 3 w 527"/>
              <a:gd name="T19" fmla="*/ 62 h 88"/>
              <a:gd name="T20" fmla="*/ 17 w 527"/>
              <a:gd name="T21" fmla="*/ 46 h 88"/>
              <a:gd name="T22" fmla="*/ 16 w 527"/>
              <a:gd name="T23" fmla="*/ 62 h 88"/>
              <a:gd name="T24" fmla="*/ 55 w 527"/>
              <a:gd name="T25" fmla="*/ 14 h 88"/>
              <a:gd name="T26" fmla="*/ 490 w 527"/>
              <a:gd name="T27" fmla="*/ 14 h 88"/>
              <a:gd name="T28" fmla="*/ 508 w 527"/>
              <a:gd name="T29"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27" h="88">
                <a:moveTo>
                  <a:pt x="508" y="0"/>
                </a:moveTo>
                <a:cubicBezTo>
                  <a:pt x="519" y="0"/>
                  <a:pt x="527" y="8"/>
                  <a:pt x="527" y="19"/>
                </a:cubicBezTo>
                <a:cubicBezTo>
                  <a:pt x="527" y="29"/>
                  <a:pt x="519" y="37"/>
                  <a:pt x="508" y="37"/>
                </a:cubicBezTo>
                <a:cubicBezTo>
                  <a:pt x="500" y="37"/>
                  <a:pt x="492" y="31"/>
                  <a:pt x="490" y="23"/>
                </a:cubicBezTo>
                <a:cubicBezTo>
                  <a:pt x="59" y="23"/>
                  <a:pt x="59" y="23"/>
                  <a:pt x="59" y="23"/>
                </a:cubicBezTo>
                <a:cubicBezTo>
                  <a:pt x="23" y="68"/>
                  <a:pt x="23" y="68"/>
                  <a:pt x="23" y="68"/>
                </a:cubicBezTo>
                <a:cubicBezTo>
                  <a:pt x="38" y="63"/>
                  <a:pt x="38" y="63"/>
                  <a:pt x="38" y="63"/>
                </a:cubicBezTo>
                <a:cubicBezTo>
                  <a:pt x="25" y="80"/>
                  <a:pt x="25" y="80"/>
                  <a:pt x="25" y="80"/>
                </a:cubicBezTo>
                <a:cubicBezTo>
                  <a:pt x="0" y="88"/>
                  <a:pt x="0" y="88"/>
                  <a:pt x="0" y="88"/>
                </a:cubicBezTo>
                <a:cubicBezTo>
                  <a:pt x="3" y="62"/>
                  <a:pt x="3" y="62"/>
                  <a:pt x="3" y="62"/>
                </a:cubicBezTo>
                <a:cubicBezTo>
                  <a:pt x="17" y="46"/>
                  <a:pt x="17" y="46"/>
                  <a:pt x="17" y="46"/>
                </a:cubicBezTo>
                <a:cubicBezTo>
                  <a:pt x="16" y="62"/>
                  <a:pt x="16" y="62"/>
                  <a:pt x="16" y="62"/>
                </a:cubicBezTo>
                <a:cubicBezTo>
                  <a:pt x="55" y="14"/>
                  <a:pt x="55" y="14"/>
                  <a:pt x="55" y="14"/>
                </a:cubicBezTo>
                <a:cubicBezTo>
                  <a:pt x="490" y="14"/>
                  <a:pt x="490" y="14"/>
                  <a:pt x="490" y="14"/>
                </a:cubicBezTo>
                <a:cubicBezTo>
                  <a:pt x="492" y="6"/>
                  <a:pt x="500" y="0"/>
                  <a:pt x="508" y="0"/>
                </a:cubicBezTo>
                <a:close/>
              </a:path>
            </a:pathLst>
          </a:custGeom>
          <a:solidFill>
            <a:srgbClr val="21998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 name="Freeform 15"/>
          <p:cNvSpPr>
            <a:spLocks/>
          </p:cNvSpPr>
          <p:nvPr/>
        </p:nvSpPr>
        <p:spPr bwMode="auto">
          <a:xfrm>
            <a:off x="5133932" y="6093848"/>
            <a:ext cx="1256927" cy="209320"/>
          </a:xfrm>
          <a:custGeom>
            <a:avLst/>
            <a:gdLst>
              <a:gd name="T0" fmla="*/ 19 w 528"/>
              <a:gd name="T1" fmla="*/ 88 h 88"/>
              <a:gd name="T2" fmla="*/ 0 w 528"/>
              <a:gd name="T3" fmla="*/ 69 h 88"/>
              <a:gd name="T4" fmla="*/ 19 w 528"/>
              <a:gd name="T5" fmla="*/ 51 h 88"/>
              <a:gd name="T6" fmla="*/ 37 w 528"/>
              <a:gd name="T7" fmla="*/ 65 h 88"/>
              <a:gd name="T8" fmla="*/ 469 w 528"/>
              <a:gd name="T9" fmla="*/ 65 h 88"/>
              <a:gd name="T10" fmla="*/ 505 w 528"/>
              <a:gd name="T11" fmla="*/ 20 h 88"/>
              <a:gd name="T12" fmla="*/ 489 w 528"/>
              <a:gd name="T13" fmla="*/ 25 h 88"/>
              <a:gd name="T14" fmla="*/ 503 w 528"/>
              <a:gd name="T15" fmla="*/ 8 h 88"/>
              <a:gd name="T16" fmla="*/ 528 w 528"/>
              <a:gd name="T17" fmla="*/ 0 h 88"/>
              <a:gd name="T18" fmla="*/ 525 w 528"/>
              <a:gd name="T19" fmla="*/ 26 h 88"/>
              <a:gd name="T20" fmla="*/ 511 w 528"/>
              <a:gd name="T21" fmla="*/ 42 h 88"/>
              <a:gd name="T22" fmla="*/ 512 w 528"/>
              <a:gd name="T23" fmla="*/ 26 h 88"/>
              <a:gd name="T24" fmla="*/ 473 w 528"/>
              <a:gd name="T25" fmla="*/ 74 h 88"/>
              <a:gd name="T26" fmla="*/ 37 w 528"/>
              <a:gd name="T27" fmla="*/ 74 h 88"/>
              <a:gd name="T28" fmla="*/ 19 w 528"/>
              <a:gd name="T29"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28" h="88">
                <a:moveTo>
                  <a:pt x="19" y="88"/>
                </a:moveTo>
                <a:cubicBezTo>
                  <a:pt x="9" y="88"/>
                  <a:pt x="0" y="80"/>
                  <a:pt x="0" y="69"/>
                </a:cubicBezTo>
                <a:cubicBezTo>
                  <a:pt x="0" y="59"/>
                  <a:pt x="9" y="51"/>
                  <a:pt x="19" y="51"/>
                </a:cubicBezTo>
                <a:cubicBezTo>
                  <a:pt x="28" y="51"/>
                  <a:pt x="35" y="57"/>
                  <a:pt x="37" y="65"/>
                </a:cubicBezTo>
                <a:cubicBezTo>
                  <a:pt x="469" y="65"/>
                  <a:pt x="469" y="65"/>
                  <a:pt x="469" y="65"/>
                </a:cubicBezTo>
                <a:cubicBezTo>
                  <a:pt x="505" y="20"/>
                  <a:pt x="505" y="20"/>
                  <a:pt x="505" y="20"/>
                </a:cubicBezTo>
                <a:cubicBezTo>
                  <a:pt x="489" y="25"/>
                  <a:pt x="489" y="25"/>
                  <a:pt x="489" y="25"/>
                </a:cubicBezTo>
                <a:cubicBezTo>
                  <a:pt x="503" y="8"/>
                  <a:pt x="503" y="8"/>
                  <a:pt x="503" y="8"/>
                </a:cubicBezTo>
                <a:cubicBezTo>
                  <a:pt x="528" y="0"/>
                  <a:pt x="528" y="0"/>
                  <a:pt x="528" y="0"/>
                </a:cubicBezTo>
                <a:cubicBezTo>
                  <a:pt x="525" y="26"/>
                  <a:pt x="525" y="26"/>
                  <a:pt x="525" y="26"/>
                </a:cubicBezTo>
                <a:cubicBezTo>
                  <a:pt x="511" y="42"/>
                  <a:pt x="511" y="42"/>
                  <a:pt x="511" y="42"/>
                </a:cubicBezTo>
                <a:cubicBezTo>
                  <a:pt x="512" y="26"/>
                  <a:pt x="512" y="26"/>
                  <a:pt x="512" y="26"/>
                </a:cubicBezTo>
                <a:cubicBezTo>
                  <a:pt x="473" y="74"/>
                  <a:pt x="473" y="74"/>
                  <a:pt x="473" y="74"/>
                </a:cubicBezTo>
                <a:cubicBezTo>
                  <a:pt x="37" y="74"/>
                  <a:pt x="37" y="74"/>
                  <a:pt x="37" y="74"/>
                </a:cubicBezTo>
                <a:cubicBezTo>
                  <a:pt x="35" y="82"/>
                  <a:pt x="28" y="88"/>
                  <a:pt x="19" y="88"/>
                </a:cubicBezTo>
                <a:close/>
              </a:path>
            </a:pathLst>
          </a:custGeom>
          <a:solidFill>
            <a:srgbClr val="EA981E"/>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 name="Freeform 16"/>
          <p:cNvSpPr>
            <a:spLocks/>
          </p:cNvSpPr>
          <p:nvPr/>
        </p:nvSpPr>
        <p:spPr bwMode="auto">
          <a:xfrm>
            <a:off x="3805555" y="2938372"/>
            <a:ext cx="210326" cy="859420"/>
          </a:xfrm>
          <a:custGeom>
            <a:avLst/>
            <a:gdLst>
              <a:gd name="T0" fmla="*/ 0 w 88"/>
              <a:gd name="T1" fmla="*/ 19 h 361"/>
              <a:gd name="T2" fmla="*/ 18 w 88"/>
              <a:gd name="T3" fmla="*/ 0 h 361"/>
              <a:gd name="T4" fmla="*/ 37 w 88"/>
              <a:gd name="T5" fmla="*/ 19 h 361"/>
              <a:gd name="T6" fmla="*/ 23 w 88"/>
              <a:gd name="T7" fmla="*/ 37 h 361"/>
              <a:gd name="T8" fmla="*/ 23 w 88"/>
              <a:gd name="T9" fmla="*/ 303 h 361"/>
              <a:gd name="T10" fmla="*/ 67 w 88"/>
              <a:gd name="T11" fmla="*/ 339 h 361"/>
              <a:gd name="T12" fmla="*/ 63 w 88"/>
              <a:gd name="T13" fmla="*/ 323 h 361"/>
              <a:gd name="T14" fmla="*/ 80 w 88"/>
              <a:gd name="T15" fmla="*/ 337 h 361"/>
              <a:gd name="T16" fmla="*/ 88 w 88"/>
              <a:gd name="T17" fmla="*/ 361 h 361"/>
              <a:gd name="T18" fmla="*/ 62 w 88"/>
              <a:gd name="T19" fmla="*/ 359 h 361"/>
              <a:gd name="T20" fmla="*/ 45 w 88"/>
              <a:gd name="T21" fmla="*/ 345 h 361"/>
              <a:gd name="T22" fmla="*/ 61 w 88"/>
              <a:gd name="T23" fmla="*/ 346 h 361"/>
              <a:gd name="T24" fmla="*/ 14 w 88"/>
              <a:gd name="T25" fmla="*/ 307 h 361"/>
              <a:gd name="T26" fmla="*/ 14 w 88"/>
              <a:gd name="T27" fmla="*/ 37 h 361"/>
              <a:gd name="T28" fmla="*/ 0 w 88"/>
              <a:gd name="T29" fmla="*/ 19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361">
                <a:moveTo>
                  <a:pt x="0" y="19"/>
                </a:moveTo>
                <a:cubicBezTo>
                  <a:pt x="0" y="9"/>
                  <a:pt x="8" y="0"/>
                  <a:pt x="18" y="0"/>
                </a:cubicBezTo>
                <a:cubicBezTo>
                  <a:pt x="29" y="0"/>
                  <a:pt x="37" y="9"/>
                  <a:pt x="37" y="19"/>
                </a:cubicBezTo>
                <a:cubicBezTo>
                  <a:pt x="37" y="28"/>
                  <a:pt x="31" y="35"/>
                  <a:pt x="23" y="37"/>
                </a:cubicBezTo>
                <a:cubicBezTo>
                  <a:pt x="23" y="303"/>
                  <a:pt x="23" y="303"/>
                  <a:pt x="23" y="303"/>
                </a:cubicBezTo>
                <a:cubicBezTo>
                  <a:pt x="67" y="339"/>
                  <a:pt x="67" y="339"/>
                  <a:pt x="67" y="339"/>
                </a:cubicBezTo>
                <a:cubicBezTo>
                  <a:pt x="63" y="323"/>
                  <a:pt x="63" y="323"/>
                  <a:pt x="63" y="323"/>
                </a:cubicBezTo>
                <a:cubicBezTo>
                  <a:pt x="80" y="337"/>
                  <a:pt x="80" y="337"/>
                  <a:pt x="80" y="337"/>
                </a:cubicBezTo>
                <a:cubicBezTo>
                  <a:pt x="88" y="361"/>
                  <a:pt x="88" y="361"/>
                  <a:pt x="88" y="361"/>
                </a:cubicBezTo>
                <a:cubicBezTo>
                  <a:pt x="62" y="359"/>
                  <a:pt x="62" y="359"/>
                  <a:pt x="62" y="359"/>
                </a:cubicBezTo>
                <a:cubicBezTo>
                  <a:pt x="45" y="345"/>
                  <a:pt x="45" y="345"/>
                  <a:pt x="45" y="345"/>
                </a:cubicBezTo>
                <a:cubicBezTo>
                  <a:pt x="61" y="346"/>
                  <a:pt x="61" y="346"/>
                  <a:pt x="61" y="346"/>
                </a:cubicBezTo>
                <a:cubicBezTo>
                  <a:pt x="14" y="307"/>
                  <a:pt x="14" y="307"/>
                  <a:pt x="14" y="307"/>
                </a:cubicBezTo>
                <a:cubicBezTo>
                  <a:pt x="14" y="37"/>
                  <a:pt x="14" y="37"/>
                  <a:pt x="14" y="37"/>
                </a:cubicBezTo>
                <a:cubicBezTo>
                  <a:pt x="6" y="35"/>
                  <a:pt x="0" y="28"/>
                  <a:pt x="0" y="19"/>
                </a:cubicBezTo>
                <a:close/>
              </a:path>
            </a:pathLst>
          </a:custGeom>
          <a:solidFill>
            <a:srgbClr val="29414F"/>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 name="Freeform 17"/>
          <p:cNvSpPr>
            <a:spLocks/>
          </p:cNvSpPr>
          <p:nvPr/>
        </p:nvSpPr>
        <p:spPr bwMode="auto">
          <a:xfrm>
            <a:off x="8176118" y="4050385"/>
            <a:ext cx="210326" cy="859420"/>
          </a:xfrm>
          <a:custGeom>
            <a:avLst/>
            <a:gdLst>
              <a:gd name="T0" fmla="*/ 88 w 88"/>
              <a:gd name="T1" fmla="*/ 343 h 361"/>
              <a:gd name="T2" fmla="*/ 70 w 88"/>
              <a:gd name="T3" fmla="*/ 361 h 361"/>
              <a:gd name="T4" fmla="*/ 51 w 88"/>
              <a:gd name="T5" fmla="*/ 343 h 361"/>
              <a:gd name="T6" fmla="*/ 65 w 88"/>
              <a:gd name="T7" fmla="*/ 324 h 361"/>
              <a:gd name="T8" fmla="*/ 65 w 88"/>
              <a:gd name="T9" fmla="*/ 59 h 361"/>
              <a:gd name="T10" fmla="*/ 21 w 88"/>
              <a:gd name="T11" fmla="*/ 23 h 361"/>
              <a:gd name="T12" fmla="*/ 25 w 88"/>
              <a:gd name="T13" fmla="*/ 38 h 361"/>
              <a:gd name="T14" fmla="*/ 8 w 88"/>
              <a:gd name="T15" fmla="*/ 25 h 361"/>
              <a:gd name="T16" fmla="*/ 0 w 88"/>
              <a:gd name="T17" fmla="*/ 0 h 361"/>
              <a:gd name="T18" fmla="*/ 26 w 88"/>
              <a:gd name="T19" fmla="*/ 3 h 361"/>
              <a:gd name="T20" fmla="*/ 43 w 88"/>
              <a:gd name="T21" fmla="*/ 17 h 361"/>
              <a:gd name="T22" fmla="*/ 27 w 88"/>
              <a:gd name="T23" fmla="*/ 16 h 361"/>
              <a:gd name="T24" fmla="*/ 74 w 88"/>
              <a:gd name="T25" fmla="*/ 55 h 361"/>
              <a:gd name="T26" fmla="*/ 74 w 88"/>
              <a:gd name="T27" fmla="*/ 324 h 361"/>
              <a:gd name="T28" fmla="*/ 88 w 88"/>
              <a:gd name="T29" fmla="*/ 343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361">
                <a:moveTo>
                  <a:pt x="88" y="343"/>
                </a:moveTo>
                <a:cubicBezTo>
                  <a:pt x="88" y="353"/>
                  <a:pt x="80" y="361"/>
                  <a:pt x="70" y="361"/>
                </a:cubicBezTo>
                <a:cubicBezTo>
                  <a:pt x="59" y="361"/>
                  <a:pt x="51" y="353"/>
                  <a:pt x="51" y="343"/>
                </a:cubicBezTo>
                <a:cubicBezTo>
                  <a:pt x="51" y="334"/>
                  <a:pt x="57" y="327"/>
                  <a:pt x="65" y="324"/>
                </a:cubicBezTo>
                <a:cubicBezTo>
                  <a:pt x="65" y="59"/>
                  <a:pt x="65" y="59"/>
                  <a:pt x="65" y="59"/>
                </a:cubicBezTo>
                <a:cubicBezTo>
                  <a:pt x="21" y="23"/>
                  <a:pt x="21" y="23"/>
                  <a:pt x="21" y="23"/>
                </a:cubicBezTo>
                <a:cubicBezTo>
                  <a:pt x="25" y="38"/>
                  <a:pt x="25" y="38"/>
                  <a:pt x="25" y="38"/>
                </a:cubicBezTo>
                <a:cubicBezTo>
                  <a:pt x="8" y="25"/>
                  <a:pt x="8" y="25"/>
                  <a:pt x="8" y="25"/>
                </a:cubicBezTo>
                <a:cubicBezTo>
                  <a:pt x="0" y="0"/>
                  <a:pt x="0" y="0"/>
                  <a:pt x="0" y="0"/>
                </a:cubicBezTo>
                <a:cubicBezTo>
                  <a:pt x="26" y="3"/>
                  <a:pt x="26" y="3"/>
                  <a:pt x="26" y="3"/>
                </a:cubicBezTo>
                <a:cubicBezTo>
                  <a:pt x="43" y="17"/>
                  <a:pt x="43" y="17"/>
                  <a:pt x="43" y="17"/>
                </a:cubicBezTo>
                <a:cubicBezTo>
                  <a:pt x="27" y="16"/>
                  <a:pt x="27" y="16"/>
                  <a:pt x="27" y="16"/>
                </a:cubicBezTo>
                <a:cubicBezTo>
                  <a:pt x="74" y="55"/>
                  <a:pt x="74" y="55"/>
                  <a:pt x="74" y="55"/>
                </a:cubicBezTo>
                <a:cubicBezTo>
                  <a:pt x="74" y="324"/>
                  <a:pt x="74" y="324"/>
                  <a:pt x="74" y="324"/>
                </a:cubicBezTo>
                <a:cubicBezTo>
                  <a:pt x="82" y="327"/>
                  <a:pt x="88" y="334"/>
                  <a:pt x="88" y="343"/>
                </a:cubicBezTo>
                <a:close/>
              </a:path>
            </a:pathLst>
          </a:custGeom>
          <a:solidFill>
            <a:srgbClr val="3A8FCB"/>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 name="文本框 21"/>
          <p:cNvSpPr txBox="1"/>
          <p:nvPr/>
        </p:nvSpPr>
        <p:spPr>
          <a:xfrm>
            <a:off x="1682663" y="3806849"/>
            <a:ext cx="2856518" cy="830997"/>
          </a:xfrm>
          <a:prstGeom prst="rect">
            <a:avLst/>
          </a:prstGeom>
          <a:noFill/>
        </p:spPr>
        <p:txBody>
          <a:bodyPr wrap="square" rtlCol="0">
            <a:spAutoFit/>
          </a:bodyPr>
          <a:lstStyle/>
          <a:p>
            <a:pPr algn="r">
              <a:lnSpc>
                <a:spcPct val="120000"/>
              </a:lnSpc>
            </a:pPr>
            <a:r>
              <a:rPr lang="zh-CN" altLang="en-US" sz="2400" b="1" dirty="0">
                <a:solidFill>
                  <a:srgbClr val="29414F"/>
                </a:solidFill>
              </a:rPr>
              <a:t>添加标题</a:t>
            </a:r>
            <a:endParaRPr lang="en-US" altLang="zh-CN" sz="2400" b="1" dirty="0">
              <a:solidFill>
                <a:srgbClr val="29414F"/>
              </a:solidFill>
            </a:endParaRPr>
          </a:p>
          <a:p>
            <a:pPr algn="r">
              <a:lnSpc>
                <a:spcPct val="120000"/>
              </a:lnSpc>
            </a:pPr>
            <a:r>
              <a:rPr lang="zh-CN" altLang="en-US" sz="1600" dirty="0">
                <a:solidFill>
                  <a:schemeClr val="tx1">
                    <a:lumMod val="65000"/>
                    <a:lumOff val="35000"/>
                  </a:schemeClr>
                </a:solidFill>
              </a:rPr>
              <a:t>添加内容添加内容</a:t>
            </a:r>
          </a:p>
        </p:txBody>
      </p:sp>
      <p:sp>
        <p:nvSpPr>
          <p:cNvPr id="23" name="文本框 22"/>
          <p:cNvSpPr txBox="1"/>
          <p:nvPr/>
        </p:nvSpPr>
        <p:spPr>
          <a:xfrm>
            <a:off x="7779790" y="3225588"/>
            <a:ext cx="2856518" cy="830997"/>
          </a:xfrm>
          <a:prstGeom prst="rect">
            <a:avLst/>
          </a:prstGeom>
          <a:noFill/>
        </p:spPr>
        <p:txBody>
          <a:bodyPr wrap="square" rtlCol="0">
            <a:spAutoFit/>
          </a:bodyPr>
          <a:lstStyle/>
          <a:p>
            <a:pPr>
              <a:lnSpc>
                <a:spcPct val="120000"/>
              </a:lnSpc>
            </a:pPr>
            <a:r>
              <a:rPr lang="zh-CN" altLang="en-US" sz="2400" b="1" dirty="0">
                <a:solidFill>
                  <a:srgbClr val="3A8FCB"/>
                </a:solidFill>
              </a:rPr>
              <a:t>添加标题</a:t>
            </a:r>
            <a:endParaRPr lang="en-US" altLang="zh-CN" sz="2400" b="1" dirty="0">
              <a:solidFill>
                <a:srgbClr val="3A8FCB"/>
              </a:solidFill>
            </a:endParaRPr>
          </a:p>
          <a:p>
            <a:pPr>
              <a:lnSpc>
                <a:spcPct val="120000"/>
              </a:lnSpc>
            </a:pPr>
            <a:r>
              <a:rPr lang="zh-CN" altLang="en-US" sz="1600" dirty="0">
                <a:solidFill>
                  <a:schemeClr val="tx1">
                    <a:lumMod val="65000"/>
                    <a:lumOff val="35000"/>
                  </a:schemeClr>
                </a:solidFill>
              </a:rPr>
              <a:t>添加内容添加内容</a:t>
            </a:r>
          </a:p>
        </p:txBody>
      </p:sp>
      <p:sp>
        <p:nvSpPr>
          <p:cNvPr id="24" name="文本框 23"/>
          <p:cNvSpPr txBox="1"/>
          <p:nvPr/>
        </p:nvSpPr>
        <p:spPr>
          <a:xfrm>
            <a:off x="3361083" y="1682475"/>
            <a:ext cx="2856518" cy="830997"/>
          </a:xfrm>
          <a:prstGeom prst="rect">
            <a:avLst/>
          </a:prstGeom>
          <a:noFill/>
        </p:spPr>
        <p:txBody>
          <a:bodyPr wrap="square" rtlCol="0">
            <a:spAutoFit/>
          </a:bodyPr>
          <a:lstStyle/>
          <a:p>
            <a:pPr algn="r">
              <a:lnSpc>
                <a:spcPct val="120000"/>
              </a:lnSpc>
            </a:pPr>
            <a:r>
              <a:rPr lang="zh-CN" altLang="en-US" sz="2400" b="1" dirty="0">
                <a:solidFill>
                  <a:srgbClr val="219980"/>
                </a:solidFill>
              </a:rPr>
              <a:t>添加标题</a:t>
            </a:r>
            <a:endParaRPr lang="en-US" altLang="zh-CN" sz="2400" b="1" dirty="0">
              <a:solidFill>
                <a:srgbClr val="219980"/>
              </a:solidFill>
            </a:endParaRPr>
          </a:p>
          <a:p>
            <a:pPr algn="r">
              <a:lnSpc>
                <a:spcPct val="120000"/>
              </a:lnSpc>
            </a:pPr>
            <a:r>
              <a:rPr lang="zh-CN" altLang="en-US" sz="1600" dirty="0">
                <a:solidFill>
                  <a:schemeClr val="tx1">
                    <a:lumMod val="65000"/>
                    <a:lumOff val="35000"/>
                  </a:schemeClr>
                </a:solidFill>
              </a:rPr>
              <a:t>添加内容添加内容</a:t>
            </a:r>
          </a:p>
        </p:txBody>
      </p:sp>
      <p:sp>
        <p:nvSpPr>
          <p:cNvPr id="25" name="文本框 24"/>
          <p:cNvSpPr txBox="1"/>
          <p:nvPr/>
        </p:nvSpPr>
        <p:spPr>
          <a:xfrm>
            <a:off x="5867052" y="5285616"/>
            <a:ext cx="2856518" cy="830997"/>
          </a:xfrm>
          <a:prstGeom prst="rect">
            <a:avLst/>
          </a:prstGeom>
          <a:noFill/>
        </p:spPr>
        <p:txBody>
          <a:bodyPr wrap="square" rtlCol="0">
            <a:spAutoFit/>
          </a:bodyPr>
          <a:lstStyle/>
          <a:p>
            <a:pPr>
              <a:lnSpc>
                <a:spcPct val="120000"/>
              </a:lnSpc>
            </a:pPr>
            <a:r>
              <a:rPr lang="zh-CN" altLang="en-US" sz="2400" b="1" dirty="0">
                <a:solidFill>
                  <a:srgbClr val="EA981E"/>
                </a:solidFill>
              </a:rPr>
              <a:t>添加标题</a:t>
            </a:r>
            <a:endParaRPr lang="en-US" altLang="zh-CN" sz="2400" b="1" dirty="0">
              <a:solidFill>
                <a:srgbClr val="EA981E"/>
              </a:solidFill>
            </a:endParaRPr>
          </a:p>
          <a:p>
            <a:pPr>
              <a:lnSpc>
                <a:spcPct val="120000"/>
              </a:lnSpc>
            </a:pPr>
            <a:r>
              <a:rPr lang="zh-CN" altLang="en-US" sz="1600" dirty="0">
                <a:solidFill>
                  <a:schemeClr val="tx1">
                    <a:lumMod val="65000"/>
                    <a:lumOff val="35000"/>
                  </a:schemeClr>
                </a:solidFill>
              </a:rPr>
              <a:t>添加内容添加内容</a:t>
            </a:r>
          </a:p>
        </p:txBody>
      </p:sp>
      <p:sp>
        <p:nvSpPr>
          <p:cNvPr id="19"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四项循环</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828023694"/>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3"/>
          <p:cNvSpPr>
            <a:spLocks noChangeAspect="1" noChangeArrowheads="1" noTextEdit="1"/>
          </p:cNvSpPr>
          <p:nvPr/>
        </p:nvSpPr>
        <p:spPr bwMode="auto">
          <a:xfrm>
            <a:off x="3691906" y="1359127"/>
            <a:ext cx="4807859" cy="4789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Freeform 5"/>
          <p:cNvSpPr>
            <a:spLocks/>
          </p:cNvSpPr>
          <p:nvPr/>
        </p:nvSpPr>
        <p:spPr bwMode="auto">
          <a:xfrm>
            <a:off x="6162690" y="3828488"/>
            <a:ext cx="1357011" cy="1551885"/>
          </a:xfrm>
          <a:custGeom>
            <a:avLst/>
            <a:gdLst>
              <a:gd name="T0" fmla="*/ 954 w 954"/>
              <a:gd name="T1" fmla="*/ 0 h 1091"/>
              <a:gd name="T2" fmla="*/ 0 w 954"/>
              <a:gd name="T3" fmla="*/ 0 h 1091"/>
              <a:gd name="T4" fmla="*/ 0 w 954"/>
              <a:gd name="T5" fmla="*/ 956 h 1091"/>
              <a:gd name="T6" fmla="*/ 680 w 954"/>
              <a:gd name="T7" fmla="*/ 956 h 1091"/>
              <a:gd name="T8" fmla="*/ 767 w 954"/>
              <a:gd name="T9" fmla="*/ 1091 h 1091"/>
              <a:gd name="T10" fmla="*/ 857 w 954"/>
              <a:gd name="T11" fmla="*/ 956 h 1091"/>
              <a:gd name="T12" fmla="*/ 954 w 954"/>
              <a:gd name="T13" fmla="*/ 956 h 1091"/>
              <a:gd name="T14" fmla="*/ 954 w 954"/>
              <a:gd name="T15" fmla="*/ 0 h 10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54" h="1091">
                <a:moveTo>
                  <a:pt x="954" y="0"/>
                </a:moveTo>
                <a:lnTo>
                  <a:pt x="0" y="0"/>
                </a:lnTo>
                <a:lnTo>
                  <a:pt x="0" y="956"/>
                </a:lnTo>
                <a:lnTo>
                  <a:pt x="680" y="956"/>
                </a:lnTo>
                <a:lnTo>
                  <a:pt x="767" y="1091"/>
                </a:lnTo>
                <a:lnTo>
                  <a:pt x="857" y="956"/>
                </a:lnTo>
                <a:lnTo>
                  <a:pt x="954" y="956"/>
                </a:lnTo>
                <a:lnTo>
                  <a:pt x="954" y="0"/>
                </a:lnTo>
                <a:close/>
              </a:path>
            </a:pathLst>
          </a:custGeom>
          <a:solidFill>
            <a:srgbClr val="219980"/>
          </a:solidFill>
          <a:ln>
            <a:noFill/>
          </a:ln>
        </p:spPr>
        <p:txBody>
          <a:bodyPr vert="horz" wrap="square" lIns="91440" tIns="45720" rIns="91440" bIns="45720" numCol="1" anchor="t" anchorCtr="0" compatLnSpc="1">
            <a:prstTxWarp prst="textNoShape">
              <a:avLst/>
            </a:prstTxWarp>
            <a:noAutofit/>
          </a:bodyPr>
          <a:lstStyle/>
          <a:p>
            <a:endParaRPr lang="zh-CN" altLang="en-US">
              <a:solidFill>
                <a:srgbClr val="FF0000"/>
              </a:solidFill>
            </a:endParaRPr>
          </a:p>
        </p:txBody>
      </p:sp>
      <p:sp>
        <p:nvSpPr>
          <p:cNvPr id="5" name="Freeform 6"/>
          <p:cNvSpPr>
            <a:spLocks/>
          </p:cNvSpPr>
          <p:nvPr/>
        </p:nvSpPr>
        <p:spPr bwMode="auto">
          <a:xfrm>
            <a:off x="4677659" y="2150005"/>
            <a:ext cx="1357011" cy="1556152"/>
          </a:xfrm>
          <a:custGeom>
            <a:avLst/>
            <a:gdLst>
              <a:gd name="T0" fmla="*/ 275 w 954"/>
              <a:gd name="T1" fmla="*/ 140 h 1094"/>
              <a:gd name="T2" fmla="*/ 185 w 954"/>
              <a:gd name="T3" fmla="*/ 0 h 1094"/>
              <a:gd name="T4" fmla="*/ 95 w 954"/>
              <a:gd name="T5" fmla="*/ 140 h 1094"/>
              <a:gd name="T6" fmla="*/ 0 w 954"/>
              <a:gd name="T7" fmla="*/ 140 h 1094"/>
              <a:gd name="T8" fmla="*/ 0 w 954"/>
              <a:gd name="T9" fmla="*/ 1094 h 1094"/>
              <a:gd name="T10" fmla="*/ 954 w 954"/>
              <a:gd name="T11" fmla="*/ 1094 h 1094"/>
              <a:gd name="T12" fmla="*/ 954 w 954"/>
              <a:gd name="T13" fmla="*/ 140 h 1094"/>
              <a:gd name="T14" fmla="*/ 275 w 954"/>
              <a:gd name="T15" fmla="*/ 140 h 10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54" h="1094">
                <a:moveTo>
                  <a:pt x="275" y="140"/>
                </a:moveTo>
                <a:lnTo>
                  <a:pt x="185" y="0"/>
                </a:lnTo>
                <a:lnTo>
                  <a:pt x="95" y="140"/>
                </a:lnTo>
                <a:lnTo>
                  <a:pt x="0" y="140"/>
                </a:lnTo>
                <a:lnTo>
                  <a:pt x="0" y="1094"/>
                </a:lnTo>
                <a:lnTo>
                  <a:pt x="954" y="1094"/>
                </a:lnTo>
                <a:lnTo>
                  <a:pt x="954" y="140"/>
                </a:lnTo>
                <a:lnTo>
                  <a:pt x="275" y="140"/>
                </a:lnTo>
                <a:close/>
              </a:path>
            </a:pathLst>
          </a:custGeom>
          <a:solidFill>
            <a:srgbClr val="3A8FCB"/>
          </a:solidFill>
          <a:ln>
            <a:noFill/>
          </a:ln>
        </p:spPr>
        <p:txBody>
          <a:bodyPr vert="horz" wrap="square" lIns="91440" tIns="45720" rIns="91440" bIns="45720" numCol="1" anchor="t" anchorCtr="0" compatLnSpc="1">
            <a:prstTxWarp prst="textNoShape">
              <a:avLst/>
            </a:prstTxWarp>
            <a:noAutofit/>
          </a:bodyPr>
          <a:lstStyle/>
          <a:p>
            <a:endParaRPr lang="zh-CN" altLang="en-US">
              <a:solidFill>
                <a:srgbClr val="FF0000"/>
              </a:solidFill>
            </a:endParaRPr>
          </a:p>
        </p:txBody>
      </p:sp>
      <p:sp>
        <p:nvSpPr>
          <p:cNvPr id="6" name="Freeform 7"/>
          <p:cNvSpPr>
            <a:spLocks/>
          </p:cNvSpPr>
          <p:nvPr/>
        </p:nvSpPr>
        <p:spPr bwMode="auto">
          <a:xfrm>
            <a:off x="6162690" y="2349147"/>
            <a:ext cx="1549041" cy="1357010"/>
          </a:xfrm>
          <a:custGeom>
            <a:avLst/>
            <a:gdLst>
              <a:gd name="T0" fmla="*/ 1089 w 1089"/>
              <a:gd name="T1" fmla="*/ 190 h 954"/>
              <a:gd name="T2" fmla="*/ 954 w 1089"/>
              <a:gd name="T3" fmla="*/ 102 h 954"/>
              <a:gd name="T4" fmla="*/ 954 w 1089"/>
              <a:gd name="T5" fmla="*/ 0 h 954"/>
              <a:gd name="T6" fmla="*/ 0 w 1089"/>
              <a:gd name="T7" fmla="*/ 0 h 954"/>
              <a:gd name="T8" fmla="*/ 0 w 1089"/>
              <a:gd name="T9" fmla="*/ 954 h 954"/>
              <a:gd name="T10" fmla="*/ 954 w 1089"/>
              <a:gd name="T11" fmla="*/ 954 h 954"/>
              <a:gd name="T12" fmla="*/ 954 w 1089"/>
              <a:gd name="T13" fmla="*/ 275 h 954"/>
              <a:gd name="T14" fmla="*/ 1089 w 1089"/>
              <a:gd name="T15" fmla="*/ 190 h 9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9" h="954">
                <a:moveTo>
                  <a:pt x="1089" y="190"/>
                </a:moveTo>
                <a:lnTo>
                  <a:pt x="954" y="102"/>
                </a:lnTo>
                <a:lnTo>
                  <a:pt x="954" y="0"/>
                </a:lnTo>
                <a:lnTo>
                  <a:pt x="0" y="0"/>
                </a:lnTo>
                <a:lnTo>
                  <a:pt x="0" y="954"/>
                </a:lnTo>
                <a:lnTo>
                  <a:pt x="954" y="954"/>
                </a:lnTo>
                <a:lnTo>
                  <a:pt x="954" y="275"/>
                </a:lnTo>
                <a:lnTo>
                  <a:pt x="1089" y="190"/>
                </a:lnTo>
                <a:close/>
              </a:path>
            </a:pathLst>
          </a:custGeom>
          <a:solidFill>
            <a:srgbClr val="29414F"/>
          </a:solidFill>
          <a:ln>
            <a:noFill/>
          </a:ln>
        </p:spPr>
        <p:txBody>
          <a:bodyPr vert="horz" wrap="square" lIns="91440" tIns="45720" rIns="91440" bIns="45720" numCol="1" anchor="t" anchorCtr="0" compatLnSpc="1">
            <a:prstTxWarp prst="textNoShape">
              <a:avLst/>
            </a:prstTxWarp>
            <a:noAutofit/>
          </a:bodyPr>
          <a:lstStyle/>
          <a:p>
            <a:endParaRPr lang="zh-CN" altLang="en-US">
              <a:solidFill>
                <a:srgbClr val="FF0000"/>
              </a:solidFill>
            </a:endParaRPr>
          </a:p>
        </p:txBody>
      </p:sp>
      <p:sp>
        <p:nvSpPr>
          <p:cNvPr id="7" name="Freeform 8"/>
          <p:cNvSpPr>
            <a:spLocks/>
          </p:cNvSpPr>
          <p:nvPr/>
        </p:nvSpPr>
        <p:spPr bwMode="auto">
          <a:xfrm>
            <a:off x="4479940" y="3828488"/>
            <a:ext cx="1554731" cy="1359855"/>
          </a:xfrm>
          <a:custGeom>
            <a:avLst/>
            <a:gdLst>
              <a:gd name="T0" fmla="*/ 139 w 1093"/>
              <a:gd name="T1" fmla="*/ 0 h 956"/>
              <a:gd name="T2" fmla="*/ 139 w 1093"/>
              <a:gd name="T3" fmla="*/ 700 h 956"/>
              <a:gd name="T4" fmla="*/ 0 w 1093"/>
              <a:gd name="T5" fmla="*/ 788 h 956"/>
              <a:gd name="T6" fmla="*/ 139 w 1093"/>
              <a:gd name="T7" fmla="*/ 878 h 956"/>
              <a:gd name="T8" fmla="*/ 139 w 1093"/>
              <a:gd name="T9" fmla="*/ 956 h 956"/>
              <a:gd name="T10" fmla="*/ 1093 w 1093"/>
              <a:gd name="T11" fmla="*/ 956 h 956"/>
              <a:gd name="T12" fmla="*/ 1093 w 1093"/>
              <a:gd name="T13" fmla="*/ 0 h 956"/>
              <a:gd name="T14" fmla="*/ 139 w 1093"/>
              <a:gd name="T15" fmla="*/ 0 h 9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3" h="956">
                <a:moveTo>
                  <a:pt x="139" y="0"/>
                </a:moveTo>
                <a:lnTo>
                  <a:pt x="139" y="700"/>
                </a:lnTo>
                <a:lnTo>
                  <a:pt x="0" y="788"/>
                </a:lnTo>
                <a:lnTo>
                  <a:pt x="139" y="878"/>
                </a:lnTo>
                <a:lnTo>
                  <a:pt x="139" y="956"/>
                </a:lnTo>
                <a:lnTo>
                  <a:pt x="1093" y="956"/>
                </a:lnTo>
                <a:lnTo>
                  <a:pt x="1093" y="0"/>
                </a:lnTo>
                <a:lnTo>
                  <a:pt x="139" y="0"/>
                </a:lnTo>
                <a:close/>
              </a:path>
            </a:pathLst>
          </a:custGeom>
          <a:solidFill>
            <a:srgbClr val="EA981E"/>
          </a:solidFill>
          <a:ln>
            <a:noFill/>
          </a:ln>
        </p:spPr>
        <p:txBody>
          <a:bodyPr vert="horz" wrap="square" lIns="91440" tIns="45720" rIns="91440" bIns="45720" numCol="1" anchor="t" anchorCtr="0" compatLnSpc="1">
            <a:prstTxWarp prst="textNoShape">
              <a:avLst/>
            </a:prstTxWarp>
            <a:noAutofit/>
          </a:bodyPr>
          <a:lstStyle/>
          <a:p>
            <a:endParaRPr lang="zh-CN" altLang="en-US">
              <a:solidFill>
                <a:srgbClr val="FF0000"/>
              </a:solidFill>
            </a:endParaRPr>
          </a:p>
        </p:txBody>
      </p:sp>
      <p:sp>
        <p:nvSpPr>
          <p:cNvPr id="8" name="Rectangle 9"/>
          <p:cNvSpPr>
            <a:spLocks noChangeArrowheads="1"/>
          </p:cNvSpPr>
          <p:nvPr/>
        </p:nvSpPr>
        <p:spPr bwMode="auto">
          <a:xfrm>
            <a:off x="7728801" y="2349147"/>
            <a:ext cx="770964" cy="770964"/>
          </a:xfrm>
          <a:prstGeom prst="rect">
            <a:avLst/>
          </a:prstGeom>
          <a:solidFill>
            <a:srgbClr val="29414F"/>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 name="Freeform 10"/>
          <p:cNvSpPr>
            <a:spLocks/>
          </p:cNvSpPr>
          <p:nvPr/>
        </p:nvSpPr>
        <p:spPr bwMode="auto">
          <a:xfrm>
            <a:off x="7869623" y="2521263"/>
            <a:ext cx="630142" cy="598848"/>
          </a:xfrm>
          <a:custGeom>
            <a:avLst/>
            <a:gdLst>
              <a:gd name="T0" fmla="*/ 355 w 443"/>
              <a:gd name="T1" fmla="*/ 0 h 421"/>
              <a:gd name="T2" fmla="*/ 339 w 443"/>
              <a:gd name="T3" fmla="*/ 239 h 421"/>
              <a:gd name="T4" fmla="*/ 313 w 443"/>
              <a:gd name="T5" fmla="*/ 230 h 421"/>
              <a:gd name="T6" fmla="*/ 180 w 443"/>
              <a:gd name="T7" fmla="*/ 230 h 421"/>
              <a:gd name="T8" fmla="*/ 171 w 443"/>
              <a:gd name="T9" fmla="*/ 244 h 421"/>
              <a:gd name="T10" fmla="*/ 0 w 443"/>
              <a:gd name="T11" fmla="*/ 258 h 421"/>
              <a:gd name="T12" fmla="*/ 164 w 443"/>
              <a:gd name="T13" fmla="*/ 421 h 421"/>
              <a:gd name="T14" fmla="*/ 443 w 443"/>
              <a:gd name="T15" fmla="*/ 421 h 421"/>
              <a:gd name="T16" fmla="*/ 443 w 443"/>
              <a:gd name="T17" fmla="*/ 87 h 421"/>
              <a:gd name="T18" fmla="*/ 355 w 443"/>
              <a:gd name="T19" fmla="*/ 0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3" h="421">
                <a:moveTo>
                  <a:pt x="355" y="0"/>
                </a:moveTo>
                <a:lnTo>
                  <a:pt x="339" y="239"/>
                </a:lnTo>
                <a:lnTo>
                  <a:pt x="313" y="230"/>
                </a:lnTo>
                <a:lnTo>
                  <a:pt x="180" y="230"/>
                </a:lnTo>
                <a:lnTo>
                  <a:pt x="171" y="244"/>
                </a:lnTo>
                <a:lnTo>
                  <a:pt x="0" y="258"/>
                </a:lnTo>
                <a:lnTo>
                  <a:pt x="164" y="421"/>
                </a:lnTo>
                <a:lnTo>
                  <a:pt x="443" y="421"/>
                </a:lnTo>
                <a:lnTo>
                  <a:pt x="443" y="87"/>
                </a:lnTo>
                <a:lnTo>
                  <a:pt x="355" y="0"/>
                </a:lnTo>
                <a:close/>
              </a:path>
            </a:pathLst>
          </a:custGeom>
          <a:solidFill>
            <a:srgbClr val="0D0D0D">
              <a:alpha val="30196"/>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 name="Freeform 11"/>
          <p:cNvSpPr>
            <a:spLocks noEditPoints="1"/>
          </p:cNvSpPr>
          <p:nvPr/>
        </p:nvSpPr>
        <p:spPr bwMode="auto">
          <a:xfrm>
            <a:off x="7853976" y="2504194"/>
            <a:ext cx="520614" cy="460871"/>
          </a:xfrm>
          <a:custGeom>
            <a:avLst/>
            <a:gdLst>
              <a:gd name="T0" fmla="*/ 150 w 155"/>
              <a:gd name="T1" fmla="*/ 0 h 137"/>
              <a:gd name="T2" fmla="*/ 5 w 155"/>
              <a:gd name="T3" fmla="*/ 0 h 137"/>
              <a:gd name="T4" fmla="*/ 0 w 155"/>
              <a:gd name="T5" fmla="*/ 5 h 137"/>
              <a:gd name="T6" fmla="*/ 0 w 155"/>
              <a:gd name="T7" fmla="*/ 109 h 137"/>
              <a:gd name="T8" fmla="*/ 5 w 155"/>
              <a:gd name="T9" fmla="*/ 114 h 137"/>
              <a:gd name="T10" fmla="*/ 60 w 155"/>
              <a:gd name="T11" fmla="*/ 114 h 137"/>
              <a:gd name="T12" fmla="*/ 60 w 155"/>
              <a:gd name="T13" fmla="*/ 122 h 137"/>
              <a:gd name="T14" fmla="*/ 56 w 155"/>
              <a:gd name="T15" fmla="*/ 130 h 137"/>
              <a:gd name="T16" fmla="*/ 52 w 155"/>
              <a:gd name="T17" fmla="*/ 131 h 137"/>
              <a:gd name="T18" fmla="*/ 49 w 155"/>
              <a:gd name="T19" fmla="*/ 134 h 137"/>
              <a:gd name="T20" fmla="*/ 52 w 155"/>
              <a:gd name="T21" fmla="*/ 137 h 137"/>
              <a:gd name="T22" fmla="*/ 103 w 155"/>
              <a:gd name="T23" fmla="*/ 137 h 137"/>
              <a:gd name="T24" fmla="*/ 106 w 155"/>
              <a:gd name="T25" fmla="*/ 134 h 137"/>
              <a:gd name="T26" fmla="*/ 103 w 155"/>
              <a:gd name="T27" fmla="*/ 131 h 137"/>
              <a:gd name="T28" fmla="*/ 99 w 155"/>
              <a:gd name="T29" fmla="*/ 130 h 137"/>
              <a:gd name="T30" fmla="*/ 95 w 155"/>
              <a:gd name="T31" fmla="*/ 124 h 137"/>
              <a:gd name="T32" fmla="*/ 95 w 155"/>
              <a:gd name="T33" fmla="*/ 114 h 137"/>
              <a:gd name="T34" fmla="*/ 150 w 155"/>
              <a:gd name="T35" fmla="*/ 114 h 137"/>
              <a:gd name="T36" fmla="*/ 155 w 155"/>
              <a:gd name="T37" fmla="*/ 109 h 137"/>
              <a:gd name="T38" fmla="*/ 155 w 155"/>
              <a:gd name="T39" fmla="*/ 5 h 137"/>
              <a:gd name="T40" fmla="*/ 150 w 155"/>
              <a:gd name="T41" fmla="*/ 0 h 137"/>
              <a:gd name="T42" fmla="*/ 148 w 155"/>
              <a:gd name="T43" fmla="*/ 92 h 137"/>
              <a:gd name="T44" fmla="*/ 7 w 155"/>
              <a:gd name="T45" fmla="*/ 92 h 137"/>
              <a:gd name="T46" fmla="*/ 7 w 155"/>
              <a:gd name="T47" fmla="*/ 7 h 137"/>
              <a:gd name="T48" fmla="*/ 148 w 155"/>
              <a:gd name="T49" fmla="*/ 7 h 137"/>
              <a:gd name="T50" fmla="*/ 148 w 155"/>
              <a:gd name="T51" fmla="*/ 92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5" h="137">
                <a:moveTo>
                  <a:pt x="150" y="0"/>
                </a:moveTo>
                <a:cubicBezTo>
                  <a:pt x="5" y="0"/>
                  <a:pt x="5" y="0"/>
                  <a:pt x="5" y="0"/>
                </a:cubicBezTo>
                <a:cubicBezTo>
                  <a:pt x="2" y="0"/>
                  <a:pt x="0" y="2"/>
                  <a:pt x="0" y="5"/>
                </a:cubicBezTo>
                <a:cubicBezTo>
                  <a:pt x="0" y="109"/>
                  <a:pt x="0" y="109"/>
                  <a:pt x="0" y="109"/>
                </a:cubicBezTo>
                <a:cubicBezTo>
                  <a:pt x="0" y="112"/>
                  <a:pt x="2" y="114"/>
                  <a:pt x="5" y="114"/>
                </a:cubicBezTo>
                <a:cubicBezTo>
                  <a:pt x="60" y="114"/>
                  <a:pt x="60" y="114"/>
                  <a:pt x="60" y="114"/>
                </a:cubicBezTo>
                <a:cubicBezTo>
                  <a:pt x="60" y="122"/>
                  <a:pt x="60" y="122"/>
                  <a:pt x="60" y="122"/>
                </a:cubicBezTo>
                <a:cubicBezTo>
                  <a:pt x="60" y="122"/>
                  <a:pt x="61" y="128"/>
                  <a:pt x="56" y="130"/>
                </a:cubicBezTo>
                <a:cubicBezTo>
                  <a:pt x="55" y="130"/>
                  <a:pt x="52" y="131"/>
                  <a:pt x="52" y="131"/>
                </a:cubicBezTo>
                <a:cubicBezTo>
                  <a:pt x="51" y="131"/>
                  <a:pt x="49" y="132"/>
                  <a:pt x="49" y="134"/>
                </a:cubicBezTo>
                <a:cubicBezTo>
                  <a:pt x="49" y="135"/>
                  <a:pt x="51" y="137"/>
                  <a:pt x="52" y="137"/>
                </a:cubicBezTo>
                <a:cubicBezTo>
                  <a:pt x="103" y="137"/>
                  <a:pt x="103" y="137"/>
                  <a:pt x="103" y="137"/>
                </a:cubicBezTo>
                <a:cubicBezTo>
                  <a:pt x="104" y="137"/>
                  <a:pt x="106" y="135"/>
                  <a:pt x="106" y="134"/>
                </a:cubicBezTo>
                <a:cubicBezTo>
                  <a:pt x="106" y="132"/>
                  <a:pt x="104" y="131"/>
                  <a:pt x="103" y="131"/>
                </a:cubicBezTo>
                <a:cubicBezTo>
                  <a:pt x="103" y="131"/>
                  <a:pt x="99" y="130"/>
                  <a:pt x="99" y="130"/>
                </a:cubicBezTo>
                <a:cubicBezTo>
                  <a:pt x="96" y="128"/>
                  <a:pt x="95" y="126"/>
                  <a:pt x="95" y="124"/>
                </a:cubicBezTo>
                <a:cubicBezTo>
                  <a:pt x="95" y="121"/>
                  <a:pt x="95" y="114"/>
                  <a:pt x="95" y="114"/>
                </a:cubicBezTo>
                <a:cubicBezTo>
                  <a:pt x="150" y="114"/>
                  <a:pt x="150" y="114"/>
                  <a:pt x="150" y="114"/>
                </a:cubicBezTo>
                <a:cubicBezTo>
                  <a:pt x="153" y="114"/>
                  <a:pt x="155" y="112"/>
                  <a:pt x="155" y="109"/>
                </a:cubicBezTo>
                <a:cubicBezTo>
                  <a:pt x="155" y="5"/>
                  <a:pt x="155" y="5"/>
                  <a:pt x="155" y="5"/>
                </a:cubicBezTo>
                <a:cubicBezTo>
                  <a:pt x="155" y="2"/>
                  <a:pt x="153" y="0"/>
                  <a:pt x="150" y="0"/>
                </a:cubicBezTo>
                <a:close/>
                <a:moveTo>
                  <a:pt x="148" y="92"/>
                </a:moveTo>
                <a:cubicBezTo>
                  <a:pt x="7" y="92"/>
                  <a:pt x="7" y="92"/>
                  <a:pt x="7" y="92"/>
                </a:cubicBezTo>
                <a:cubicBezTo>
                  <a:pt x="7" y="7"/>
                  <a:pt x="7" y="7"/>
                  <a:pt x="7" y="7"/>
                </a:cubicBezTo>
                <a:cubicBezTo>
                  <a:pt x="148" y="7"/>
                  <a:pt x="148" y="7"/>
                  <a:pt x="148" y="7"/>
                </a:cubicBezTo>
                <a:lnTo>
                  <a:pt x="148" y="9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Rectangle 12"/>
          <p:cNvSpPr>
            <a:spLocks noChangeArrowheads="1"/>
          </p:cNvSpPr>
          <p:nvPr/>
        </p:nvSpPr>
        <p:spPr bwMode="auto">
          <a:xfrm>
            <a:off x="6768651" y="5400287"/>
            <a:ext cx="751050" cy="751050"/>
          </a:xfrm>
          <a:prstGeom prst="rect">
            <a:avLst/>
          </a:prstGeom>
          <a:solidFill>
            <a:srgbClr val="21998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 name="Freeform 13"/>
          <p:cNvSpPr>
            <a:spLocks/>
          </p:cNvSpPr>
          <p:nvPr/>
        </p:nvSpPr>
        <p:spPr bwMode="auto">
          <a:xfrm>
            <a:off x="6863955" y="5592317"/>
            <a:ext cx="655746" cy="559020"/>
          </a:xfrm>
          <a:custGeom>
            <a:avLst/>
            <a:gdLst>
              <a:gd name="T0" fmla="*/ 364 w 461"/>
              <a:gd name="T1" fmla="*/ 0 h 393"/>
              <a:gd name="T2" fmla="*/ 355 w 461"/>
              <a:gd name="T3" fmla="*/ 227 h 393"/>
              <a:gd name="T4" fmla="*/ 267 w 461"/>
              <a:gd name="T5" fmla="*/ 258 h 393"/>
              <a:gd name="T6" fmla="*/ 0 w 461"/>
              <a:gd name="T7" fmla="*/ 265 h 393"/>
              <a:gd name="T8" fmla="*/ 127 w 461"/>
              <a:gd name="T9" fmla="*/ 393 h 393"/>
              <a:gd name="T10" fmla="*/ 461 w 461"/>
              <a:gd name="T11" fmla="*/ 393 h 393"/>
              <a:gd name="T12" fmla="*/ 461 w 461"/>
              <a:gd name="T13" fmla="*/ 97 h 393"/>
              <a:gd name="T14" fmla="*/ 364 w 461"/>
              <a:gd name="T15" fmla="*/ 0 h 3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1" h="393">
                <a:moveTo>
                  <a:pt x="364" y="0"/>
                </a:moveTo>
                <a:lnTo>
                  <a:pt x="355" y="227"/>
                </a:lnTo>
                <a:lnTo>
                  <a:pt x="267" y="258"/>
                </a:lnTo>
                <a:lnTo>
                  <a:pt x="0" y="265"/>
                </a:lnTo>
                <a:lnTo>
                  <a:pt x="127" y="393"/>
                </a:lnTo>
                <a:lnTo>
                  <a:pt x="461" y="393"/>
                </a:lnTo>
                <a:lnTo>
                  <a:pt x="461" y="97"/>
                </a:lnTo>
                <a:lnTo>
                  <a:pt x="364" y="0"/>
                </a:lnTo>
                <a:close/>
              </a:path>
            </a:pathLst>
          </a:custGeom>
          <a:solidFill>
            <a:srgbClr val="0D0D0D">
              <a:alpha val="30196"/>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 name="Freeform 14"/>
          <p:cNvSpPr>
            <a:spLocks noEditPoints="1"/>
          </p:cNvSpPr>
          <p:nvPr/>
        </p:nvSpPr>
        <p:spPr bwMode="auto">
          <a:xfrm>
            <a:off x="6846886" y="5579515"/>
            <a:ext cx="596004" cy="389749"/>
          </a:xfrm>
          <a:custGeom>
            <a:avLst/>
            <a:gdLst>
              <a:gd name="T0" fmla="*/ 160 w 177"/>
              <a:gd name="T1" fmla="*/ 90 h 116"/>
              <a:gd name="T2" fmla="*/ 160 w 177"/>
              <a:gd name="T3" fmla="*/ 5 h 116"/>
              <a:gd name="T4" fmla="*/ 155 w 177"/>
              <a:gd name="T5" fmla="*/ 0 h 116"/>
              <a:gd name="T6" fmla="*/ 22 w 177"/>
              <a:gd name="T7" fmla="*/ 0 h 116"/>
              <a:gd name="T8" fmla="*/ 17 w 177"/>
              <a:gd name="T9" fmla="*/ 5 h 116"/>
              <a:gd name="T10" fmla="*/ 17 w 177"/>
              <a:gd name="T11" fmla="*/ 90 h 116"/>
              <a:gd name="T12" fmla="*/ 0 w 177"/>
              <a:gd name="T13" fmla="*/ 109 h 116"/>
              <a:gd name="T14" fmla="*/ 5 w 177"/>
              <a:gd name="T15" fmla="*/ 116 h 116"/>
              <a:gd name="T16" fmla="*/ 172 w 177"/>
              <a:gd name="T17" fmla="*/ 116 h 116"/>
              <a:gd name="T18" fmla="*/ 177 w 177"/>
              <a:gd name="T19" fmla="*/ 109 h 116"/>
              <a:gd name="T20" fmla="*/ 160 w 177"/>
              <a:gd name="T21" fmla="*/ 90 h 116"/>
              <a:gd name="T22" fmla="*/ 98 w 177"/>
              <a:gd name="T23" fmla="*/ 114 h 116"/>
              <a:gd name="T24" fmla="*/ 79 w 177"/>
              <a:gd name="T25" fmla="*/ 114 h 116"/>
              <a:gd name="T26" fmla="*/ 77 w 177"/>
              <a:gd name="T27" fmla="*/ 110 h 116"/>
              <a:gd name="T28" fmla="*/ 77 w 177"/>
              <a:gd name="T29" fmla="*/ 109 h 116"/>
              <a:gd name="T30" fmla="*/ 101 w 177"/>
              <a:gd name="T31" fmla="*/ 109 h 116"/>
              <a:gd name="T32" fmla="*/ 101 w 177"/>
              <a:gd name="T33" fmla="*/ 110 h 116"/>
              <a:gd name="T34" fmla="*/ 98 w 177"/>
              <a:gd name="T35" fmla="*/ 114 h 116"/>
              <a:gd name="T36" fmla="*/ 153 w 177"/>
              <a:gd name="T37" fmla="*/ 85 h 116"/>
              <a:gd name="T38" fmla="*/ 24 w 177"/>
              <a:gd name="T39" fmla="*/ 85 h 116"/>
              <a:gd name="T40" fmla="*/ 24 w 177"/>
              <a:gd name="T41" fmla="*/ 8 h 116"/>
              <a:gd name="T42" fmla="*/ 153 w 177"/>
              <a:gd name="T43" fmla="*/ 8 h 116"/>
              <a:gd name="T44" fmla="*/ 153 w 177"/>
              <a:gd name="T45" fmla="*/ 8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7" h="116">
                <a:moveTo>
                  <a:pt x="160" y="90"/>
                </a:moveTo>
                <a:cubicBezTo>
                  <a:pt x="160" y="5"/>
                  <a:pt x="160" y="5"/>
                  <a:pt x="160" y="5"/>
                </a:cubicBezTo>
                <a:cubicBezTo>
                  <a:pt x="160" y="2"/>
                  <a:pt x="158" y="0"/>
                  <a:pt x="155" y="0"/>
                </a:cubicBezTo>
                <a:cubicBezTo>
                  <a:pt x="22" y="0"/>
                  <a:pt x="22" y="0"/>
                  <a:pt x="22" y="0"/>
                </a:cubicBezTo>
                <a:cubicBezTo>
                  <a:pt x="19" y="0"/>
                  <a:pt x="17" y="2"/>
                  <a:pt x="17" y="5"/>
                </a:cubicBezTo>
                <a:cubicBezTo>
                  <a:pt x="17" y="90"/>
                  <a:pt x="17" y="90"/>
                  <a:pt x="17" y="90"/>
                </a:cubicBezTo>
                <a:cubicBezTo>
                  <a:pt x="0" y="109"/>
                  <a:pt x="0" y="109"/>
                  <a:pt x="0" y="109"/>
                </a:cubicBezTo>
                <a:cubicBezTo>
                  <a:pt x="0" y="112"/>
                  <a:pt x="2" y="116"/>
                  <a:pt x="5" y="116"/>
                </a:cubicBezTo>
                <a:cubicBezTo>
                  <a:pt x="172" y="116"/>
                  <a:pt x="172" y="116"/>
                  <a:pt x="172" y="116"/>
                </a:cubicBezTo>
                <a:cubicBezTo>
                  <a:pt x="175" y="116"/>
                  <a:pt x="177" y="112"/>
                  <a:pt x="177" y="109"/>
                </a:cubicBezTo>
                <a:lnTo>
                  <a:pt x="160" y="90"/>
                </a:lnTo>
                <a:close/>
                <a:moveTo>
                  <a:pt x="98" y="114"/>
                </a:moveTo>
                <a:cubicBezTo>
                  <a:pt x="79" y="114"/>
                  <a:pt x="79" y="114"/>
                  <a:pt x="79" y="114"/>
                </a:cubicBezTo>
                <a:cubicBezTo>
                  <a:pt x="78" y="114"/>
                  <a:pt x="77" y="111"/>
                  <a:pt x="77" y="110"/>
                </a:cubicBezTo>
                <a:cubicBezTo>
                  <a:pt x="77" y="109"/>
                  <a:pt x="77" y="109"/>
                  <a:pt x="77" y="109"/>
                </a:cubicBezTo>
                <a:cubicBezTo>
                  <a:pt x="101" y="109"/>
                  <a:pt x="101" y="109"/>
                  <a:pt x="101" y="109"/>
                </a:cubicBezTo>
                <a:cubicBezTo>
                  <a:pt x="101" y="109"/>
                  <a:pt x="101" y="109"/>
                  <a:pt x="101" y="110"/>
                </a:cubicBezTo>
                <a:cubicBezTo>
                  <a:pt x="101" y="111"/>
                  <a:pt x="99" y="114"/>
                  <a:pt x="98" y="114"/>
                </a:cubicBezTo>
                <a:close/>
                <a:moveTo>
                  <a:pt x="153" y="85"/>
                </a:moveTo>
                <a:cubicBezTo>
                  <a:pt x="24" y="85"/>
                  <a:pt x="24" y="85"/>
                  <a:pt x="24" y="85"/>
                </a:cubicBezTo>
                <a:cubicBezTo>
                  <a:pt x="24" y="8"/>
                  <a:pt x="24" y="8"/>
                  <a:pt x="24" y="8"/>
                </a:cubicBezTo>
                <a:cubicBezTo>
                  <a:pt x="153" y="8"/>
                  <a:pt x="153" y="8"/>
                  <a:pt x="153" y="8"/>
                </a:cubicBezTo>
                <a:lnTo>
                  <a:pt x="153" y="8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Rectangle 15"/>
          <p:cNvSpPr>
            <a:spLocks noChangeArrowheads="1"/>
          </p:cNvSpPr>
          <p:nvPr/>
        </p:nvSpPr>
        <p:spPr bwMode="auto">
          <a:xfrm>
            <a:off x="4677659" y="1361972"/>
            <a:ext cx="768120" cy="772386"/>
          </a:xfrm>
          <a:prstGeom prst="rect">
            <a:avLst/>
          </a:prstGeom>
          <a:solidFill>
            <a:srgbClr val="3A8FCB"/>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 name="Freeform 16"/>
          <p:cNvSpPr>
            <a:spLocks/>
          </p:cNvSpPr>
          <p:nvPr/>
        </p:nvSpPr>
        <p:spPr bwMode="auto">
          <a:xfrm>
            <a:off x="4987752" y="1551157"/>
            <a:ext cx="458027" cy="583202"/>
          </a:xfrm>
          <a:custGeom>
            <a:avLst/>
            <a:gdLst>
              <a:gd name="T0" fmla="*/ 136 w 136"/>
              <a:gd name="T1" fmla="*/ 78 h 173"/>
              <a:gd name="T2" fmla="*/ 59 w 136"/>
              <a:gd name="T3" fmla="*/ 0 h 173"/>
              <a:gd name="T4" fmla="*/ 70 w 136"/>
              <a:gd name="T5" fmla="*/ 37 h 173"/>
              <a:gd name="T6" fmla="*/ 70 w 136"/>
              <a:gd name="T7" fmla="*/ 40 h 173"/>
              <a:gd name="T8" fmla="*/ 71 w 136"/>
              <a:gd name="T9" fmla="*/ 43 h 173"/>
              <a:gd name="T10" fmla="*/ 69 w 136"/>
              <a:gd name="T11" fmla="*/ 55 h 173"/>
              <a:gd name="T12" fmla="*/ 0 w 136"/>
              <a:gd name="T13" fmla="*/ 127 h 173"/>
              <a:gd name="T14" fmla="*/ 46 w 136"/>
              <a:gd name="T15" fmla="*/ 173 h 173"/>
              <a:gd name="T16" fmla="*/ 136 w 136"/>
              <a:gd name="T17" fmla="*/ 173 h 173"/>
              <a:gd name="T18" fmla="*/ 136 w 136"/>
              <a:gd name="T19" fmla="*/ 78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6" h="173">
                <a:moveTo>
                  <a:pt x="136" y="78"/>
                </a:moveTo>
                <a:cubicBezTo>
                  <a:pt x="59" y="0"/>
                  <a:pt x="59" y="0"/>
                  <a:pt x="59" y="0"/>
                </a:cubicBezTo>
                <a:cubicBezTo>
                  <a:pt x="59" y="0"/>
                  <a:pt x="69" y="35"/>
                  <a:pt x="70" y="37"/>
                </a:cubicBezTo>
                <a:cubicBezTo>
                  <a:pt x="70" y="39"/>
                  <a:pt x="70" y="40"/>
                  <a:pt x="70" y="40"/>
                </a:cubicBezTo>
                <a:cubicBezTo>
                  <a:pt x="71" y="43"/>
                  <a:pt x="71" y="43"/>
                  <a:pt x="71" y="43"/>
                </a:cubicBezTo>
                <a:cubicBezTo>
                  <a:pt x="69" y="55"/>
                  <a:pt x="69" y="55"/>
                  <a:pt x="69" y="55"/>
                </a:cubicBezTo>
                <a:cubicBezTo>
                  <a:pt x="0" y="127"/>
                  <a:pt x="0" y="127"/>
                  <a:pt x="0" y="127"/>
                </a:cubicBezTo>
                <a:cubicBezTo>
                  <a:pt x="46" y="173"/>
                  <a:pt x="46" y="173"/>
                  <a:pt x="46" y="173"/>
                </a:cubicBezTo>
                <a:cubicBezTo>
                  <a:pt x="136" y="173"/>
                  <a:pt x="136" y="173"/>
                  <a:pt x="136" y="173"/>
                </a:cubicBezTo>
                <a:lnTo>
                  <a:pt x="136" y="78"/>
                </a:lnTo>
                <a:close/>
              </a:path>
            </a:pathLst>
          </a:custGeom>
          <a:solidFill>
            <a:srgbClr val="0D0D0D">
              <a:alpha val="30196"/>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 name="Freeform 17"/>
          <p:cNvSpPr>
            <a:spLocks noEditPoints="1"/>
          </p:cNvSpPr>
          <p:nvPr/>
        </p:nvSpPr>
        <p:spPr bwMode="auto">
          <a:xfrm>
            <a:off x="4876801" y="1499949"/>
            <a:ext cx="371258" cy="479363"/>
          </a:xfrm>
          <a:custGeom>
            <a:avLst/>
            <a:gdLst>
              <a:gd name="T0" fmla="*/ 103 w 110"/>
              <a:gd name="T1" fmla="*/ 47 h 142"/>
              <a:gd name="T2" fmla="*/ 55 w 110"/>
              <a:gd name="T3" fmla="*/ 0 h 142"/>
              <a:gd name="T4" fmla="*/ 55 w 110"/>
              <a:gd name="T5" fmla="*/ 0 h 142"/>
              <a:gd name="T6" fmla="*/ 54 w 110"/>
              <a:gd name="T7" fmla="*/ 0 h 142"/>
              <a:gd name="T8" fmla="*/ 7 w 110"/>
              <a:gd name="T9" fmla="*/ 47 h 142"/>
              <a:gd name="T10" fmla="*/ 6 w 110"/>
              <a:gd name="T11" fmla="*/ 55 h 142"/>
              <a:gd name="T12" fmla="*/ 103 w 110"/>
              <a:gd name="T13" fmla="*/ 55 h 142"/>
              <a:gd name="T14" fmla="*/ 103 w 110"/>
              <a:gd name="T15" fmla="*/ 47 h 142"/>
              <a:gd name="T16" fmla="*/ 12 w 110"/>
              <a:gd name="T17" fmla="*/ 63 h 142"/>
              <a:gd name="T18" fmla="*/ 15 w 110"/>
              <a:gd name="T19" fmla="*/ 66 h 142"/>
              <a:gd name="T20" fmla="*/ 18 w 110"/>
              <a:gd name="T21" fmla="*/ 63 h 142"/>
              <a:gd name="T22" fmla="*/ 15 w 110"/>
              <a:gd name="T23" fmla="*/ 60 h 142"/>
              <a:gd name="T24" fmla="*/ 12 w 110"/>
              <a:gd name="T25" fmla="*/ 63 h 142"/>
              <a:gd name="T26" fmla="*/ 104 w 110"/>
              <a:gd name="T27" fmla="*/ 65 h 142"/>
              <a:gd name="T28" fmla="*/ 104 w 110"/>
              <a:gd name="T29" fmla="*/ 58 h 142"/>
              <a:gd name="T30" fmla="*/ 48 w 110"/>
              <a:gd name="T31" fmla="*/ 58 h 142"/>
              <a:gd name="T32" fmla="*/ 48 w 110"/>
              <a:gd name="T33" fmla="*/ 73 h 142"/>
              <a:gd name="T34" fmla="*/ 30 w 110"/>
              <a:gd name="T35" fmla="*/ 73 h 142"/>
              <a:gd name="T36" fmla="*/ 30 w 110"/>
              <a:gd name="T37" fmla="*/ 58 h 142"/>
              <a:gd name="T38" fmla="*/ 29 w 110"/>
              <a:gd name="T39" fmla="*/ 58 h 142"/>
              <a:gd name="T40" fmla="*/ 29 w 110"/>
              <a:gd name="T41" fmla="*/ 73 h 142"/>
              <a:gd name="T42" fmla="*/ 8 w 110"/>
              <a:gd name="T43" fmla="*/ 73 h 142"/>
              <a:gd name="T44" fmla="*/ 6 w 110"/>
              <a:gd name="T45" fmla="*/ 72 h 142"/>
              <a:gd name="T46" fmla="*/ 5 w 110"/>
              <a:gd name="T47" fmla="*/ 69 h 142"/>
              <a:gd name="T48" fmla="*/ 5 w 110"/>
              <a:gd name="T49" fmla="*/ 64 h 142"/>
              <a:gd name="T50" fmla="*/ 0 w 110"/>
              <a:gd name="T51" fmla="*/ 69 h 142"/>
              <a:gd name="T52" fmla="*/ 15 w 110"/>
              <a:gd name="T53" fmla="*/ 93 h 142"/>
              <a:gd name="T54" fmla="*/ 27 w 110"/>
              <a:gd name="T55" fmla="*/ 119 h 142"/>
              <a:gd name="T56" fmla="*/ 35 w 110"/>
              <a:gd name="T57" fmla="*/ 125 h 142"/>
              <a:gd name="T58" fmla="*/ 33 w 110"/>
              <a:gd name="T59" fmla="*/ 142 h 142"/>
              <a:gd name="T60" fmla="*/ 77 w 110"/>
              <a:gd name="T61" fmla="*/ 142 h 142"/>
              <a:gd name="T62" fmla="*/ 74 w 110"/>
              <a:gd name="T63" fmla="*/ 125 h 142"/>
              <a:gd name="T64" fmla="*/ 83 w 110"/>
              <a:gd name="T65" fmla="*/ 119 h 142"/>
              <a:gd name="T66" fmla="*/ 95 w 110"/>
              <a:gd name="T67" fmla="*/ 93 h 142"/>
              <a:gd name="T68" fmla="*/ 110 w 110"/>
              <a:gd name="T69" fmla="*/ 69 h 142"/>
              <a:gd name="T70" fmla="*/ 104 w 110"/>
              <a:gd name="T71" fmla="*/ 65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0" h="142">
                <a:moveTo>
                  <a:pt x="103" y="47"/>
                </a:moveTo>
                <a:cubicBezTo>
                  <a:pt x="101" y="4"/>
                  <a:pt x="66" y="0"/>
                  <a:pt x="55" y="0"/>
                </a:cubicBezTo>
                <a:cubicBezTo>
                  <a:pt x="55" y="0"/>
                  <a:pt x="55" y="0"/>
                  <a:pt x="55" y="0"/>
                </a:cubicBezTo>
                <a:cubicBezTo>
                  <a:pt x="55" y="0"/>
                  <a:pt x="55" y="0"/>
                  <a:pt x="54" y="0"/>
                </a:cubicBezTo>
                <a:cubicBezTo>
                  <a:pt x="44" y="0"/>
                  <a:pt x="8" y="4"/>
                  <a:pt x="7" y="47"/>
                </a:cubicBezTo>
                <a:cubicBezTo>
                  <a:pt x="7" y="50"/>
                  <a:pt x="6" y="52"/>
                  <a:pt x="6" y="55"/>
                </a:cubicBezTo>
                <a:cubicBezTo>
                  <a:pt x="103" y="55"/>
                  <a:pt x="103" y="55"/>
                  <a:pt x="103" y="55"/>
                </a:cubicBezTo>
                <a:cubicBezTo>
                  <a:pt x="103" y="52"/>
                  <a:pt x="103" y="50"/>
                  <a:pt x="103" y="47"/>
                </a:cubicBezTo>
                <a:close/>
                <a:moveTo>
                  <a:pt x="12" y="63"/>
                </a:moveTo>
                <a:cubicBezTo>
                  <a:pt x="12" y="65"/>
                  <a:pt x="13" y="66"/>
                  <a:pt x="15" y="66"/>
                </a:cubicBezTo>
                <a:cubicBezTo>
                  <a:pt x="16" y="66"/>
                  <a:pt x="18" y="65"/>
                  <a:pt x="18" y="63"/>
                </a:cubicBezTo>
                <a:cubicBezTo>
                  <a:pt x="18" y="61"/>
                  <a:pt x="16" y="60"/>
                  <a:pt x="15" y="60"/>
                </a:cubicBezTo>
                <a:cubicBezTo>
                  <a:pt x="13" y="60"/>
                  <a:pt x="12" y="61"/>
                  <a:pt x="12" y="63"/>
                </a:cubicBezTo>
                <a:close/>
                <a:moveTo>
                  <a:pt x="104" y="65"/>
                </a:moveTo>
                <a:cubicBezTo>
                  <a:pt x="104" y="65"/>
                  <a:pt x="104" y="62"/>
                  <a:pt x="104" y="58"/>
                </a:cubicBezTo>
                <a:cubicBezTo>
                  <a:pt x="48" y="58"/>
                  <a:pt x="48" y="58"/>
                  <a:pt x="48" y="58"/>
                </a:cubicBezTo>
                <a:cubicBezTo>
                  <a:pt x="48" y="73"/>
                  <a:pt x="48" y="73"/>
                  <a:pt x="48" y="73"/>
                </a:cubicBezTo>
                <a:cubicBezTo>
                  <a:pt x="30" y="73"/>
                  <a:pt x="30" y="73"/>
                  <a:pt x="30" y="73"/>
                </a:cubicBezTo>
                <a:cubicBezTo>
                  <a:pt x="30" y="58"/>
                  <a:pt x="30" y="58"/>
                  <a:pt x="30" y="58"/>
                </a:cubicBezTo>
                <a:cubicBezTo>
                  <a:pt x="29" y="58"/>
                  <a:pt x="29" y="58"/>
                  <a:pt x="29" y="58"/>
                </a:cubicBezTo>
                <a:cubicBezTo>
                  <a:pt x="29" y="73"/>
                  <a:pt x="29" y="73"/>
                  <a:pt x="29" y="73"/>
                </a:cubicBezTo>
                <a:cubicBezTo>
                  <a:pt x="8" y="73"/>
                  <a:pt x="8" y="73"/>
                  <a:pt x="8" y="73"/>
                </a:cubicBezTo>
                <a:cubicBezTo>
                  <a:pt x="8" y="73"/>
                  <a:pt x="7" y="73"/>
                  <a:pt x="6" y="72"/>
                </a:cubicBezTo>
                <a:cubicBezTo>
                  <a:pt x="5" y="71"/>
                  <a:pt x="5" y="69"/>
                  <a:pt x="5" y="69"/>
                </a:cubicBezTo>
                <a:cubicBezTo>
                  <a:pt x="5" y="64"/>
                  <a:pt x="5" y="64"/>
                  <a:pt x="5" y="64"/>
                </a:cubicBezTo>
                <a:cubicBezTo>
                  <a:pt x="4" y="63"/>
                  <a:pt x="0" y="61"/>
                  <a:pt x="0" y="69"/>
                </a:cubicBezTo>
                <a:cubicBezTo>
                  <a:pt x="0" y="79"/>
                  <a:pt x="11" y="101"/>
                  <a:pt x="15" y="93"/>
                </a:cubicBezTo>
                <a:cubicBezTo>
                  <a:pt x="18" y="103"/>
                  <a:pt x="15" y="109"/>
                  <a:pt x="27" y="119"/>
                </a:cubicBezTo>
                <a:cubicBezTo>
                  <a:pt x="30" y="121"/>
                  <a:pt x="33" y="123"/>
                  <a:pt x="35" y="125"/>
                </a:cubicBezTo>
                <a:cubicBezTo>
                  <a:pt x="35" y="130"/>
                  <a:pt x="36" y="136"/>
                  <a:pt x="33" y="142"/>
                </a:cubicBezTo>
                <a:cubicBezTo>
                  <a:pt x="77" y="142"/>
                  <a:pt x="77" y="142"/>
                  <a:pt x="77" y="142"/>
                </a:cubicBezTo>
                <a:cubicBezTo>
                  <a:pt x="74" y="135"/>
                  <a:pt x="74" y="129"/>
                  <a:pt x="74" y="125"/>
                </a:cubicBezTo>
                <a:cubicBezTo>
                  <a:pt x="77" y="123"/>
                  <a:pt x="80" y="121"/>
                  <a:pt x="83" y="119"/>
                </a:cubicBezTo>
                <a:cubicBezTo>
                  <a:pt x="94" y="109"/>
                  <a:pt x="92" y="103"/>
                  <a:pt x="95" y="93"/>
                </a:cubicBezTo>
                <a:cubicBezTo>
                  <a:pt x="99" y="101"/>
                  <a:pt x="110" y="79"/>
                  <a:pt x="110" y="69"/>
                </a:cubicBezTo>
                <a:cubicBezTo>
                  <a:pt x="110" y="59"/>
                  <a:pt x="104" y="65"/>
                  <a:pt x="104" y="6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Rectangle 18"/>
          <p:cNvSpPr>
            <a:spLocks noChangeArrowheads="1"/>
          </p:cNvSpPr>
          <p:nvPr/>
        </p:nvSpPr>
        <p:spPr bwMode="auto">
          <a:xfrm>
            <a:off x="3689061" y="4413112"/>
            <a:ext cx="770964" cy="775231"/>
          </a:xfrm>
          <a:prstGeom prst="rect">
            <a:avLst/>
          </a:prstGeom>
          <a:solidFill>
            <a:srgbClr val="EA981E"/>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 name="Freeform 19"/>
          <p:cNvSpPr>
            <a:spLocks/>
          </p:cNvSpPr>
          <p:nvPr/>
        </p:nvSpPr>
        <p:spPr bwMode="auto">
          <a:xfrm>
            <a:off x="3937989" y="4599452"/>
            <a:ext cx="522037" cy="588891"/>
          </a:xfrm>
          <a:custGeom>
            <a:avLst/>
            <a:gdLst>
              <a:gd name="T0" fmla="*/ 367 w 367"/>
              <a:gd name="T1" fmla="*/ 163 h 414"/>
              <a:gd name="T2" fmla="*/ 203 w 367"/>
              <a:gd name="T3" fmla="*/ 0 h 414"/>
              <a:gd name="T4" fmla="*/ 194 w 367"/>
              <a:gd name="T5" fmla="*/ 229 h 414"/>
              <a:gd name="T6" fmla="*/ 191 w 367"/>
              <a:gd name="T7" fmla="*/ 251 h 414"/>
              <a:gd name="T8" fmla="*/ 151 w 367"/>
              <a:gd name="T9" fmla="*/ 265 h 414"/>
              <a:gd name="T10" fmla="*/ 0 w 367"/>
              <a:gd name="T11" fmla="*/ 277 h 414"/>
              <a:gd name="T12" fmla="*/ 137 w 367"/>
              <a:gd name="T13" fmla="*/ 414 h 414"/>
              <a:gd name="T14" fmla="*/ 367 w 367"/>
              <a:gd name="T15" fmla="*/ 414 h 414"/>
              <a:gd name="T16" fmla="*/ 367 w 367"/>
              <a:gd name="T17" fmla="*/ 163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7" h="414">
                <a:moveTo>
                  <a:pt x="367" y="163"/>
                </a:moveTo>
                <a:lnTo>
                  <a:pt x="203" y="0"/>
                </a:lnTo>
                <a:lnTo>
                  <a:pt x="194" y="229"/>
                </a:lnTo>
                <a:lnTo>
                  <a:pt x="191" y="251"/>
                </a:lnTo>
                <a:lnTo>
                  <a:pt x="151" y="265"/>
                </a:lnTo>
                <a:lnTo>
                  <a:pt x="0" y="277"/>
                </a:lnTo>
                <a:lnTo>
                  <a:pt x="137" y="414"/>
                </a:lnTo>
                <a:lnTo>
                  <a:pt x="367" y="414"/>
                </a:lnTo>
                <a:lnTo>
                  <a:pt x="367" y="163"/>
                </a:lnTo>
                <a:close/>
              </a:path>
            </a:pathLst>
          </a:custGeom>
          <a:solidFill>
            <a:srgbClr val="0D0D0D">
              <a:alpha val="30196"/>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 name="Freeform 20"/>
          <p:cNvSpPr>
            <a:spLocks noEditPoints="1"/>
          </p:cNvSpPr>
          <p:nvPr/>
        </p:nvSpPr>
        <p:spPr bwMode="auto">
          <a:xfrm>
            <a:off x="3920919" y="4579538"/>
            <a:ext cx="305825" cy="413931"/>
          </a:xfrm>
          <a:custGeom>
            <a:avLst/>
            <a:gdLst>
              <a:gd name="T0" fmla="*/ 85 w 91"/>
              <a:gd name="T1" fmla="*/ 0 h 123"/>
              <a:gd name="T2" fmla="*/ 6 w 91"/>
              <a:gd name="T3" fmla="*/ 0 h 123"/>
              <a:gd name="T4" fmla="*/ 0 w 91"/>
              <a:gd name="T5" fmla="*/ 6 h 123"/>
              <a:gd name="T6" fmla="*/ 0 w 91"/>
              <a:gd name="T7" fmla="*/ 117 h 123"/>
              <a:gd name="T8" fmla="*/ 6 w 91"/>
              <a:gd name="T9" fmla="*/ 123 h 123"/>
              <a:gd name="T10" fmla="*/ 85 w 91"/>
              <a:gd name="T11" fmla="*/ 123 h 123"/>
              <a:gd name="T12" fmla="*/ 91 w 91"/>
              <a:gd name="T13" fmla="*/ 117 h 123"/>
              <a:gd name="T14" fmla="*/ 91 w 91"/>
              <a:gd name="T15" fmla="*/ 6 h 123"/>
              <a:gd name="T16" fmla="*/ 85 w 91"/>
              <a:gd name="T17" fmla="*/ 0 h 123"/>
              <a:gd name="T18" fmla="*/ 31 w 91"/>
              <a:gd name="T19" fmla="*/ 116 h 123"/>
              <a:gd name="T20" fmla="*/ 29 w 91"/>
              <a:gd name="T21" fmla="*/ 114 h 123"/>
              <a:gd name="T22" fmla="*/ 31 w 91"/>
              <a:gd name="T23" fmla="*/ 113 h 123"/>
              <a:gd name="T24" fmla="*/ 32 w 91"/>
              <a:gd name="T25" fmla="*/ 114 h 123"/>
              <a:gd name="T26" fmla="*/ 31 w 91"/>
              <a:gd name="T27" fmla="*/ 116 h 123"/>
              <a:gd name="T28" fmla="*/ 41 w 91"/>
              <a:gd name="T29" fmla="*/ 116 h 123"/>
              <a:gd name="T30" fmla="*/ 39 w 91"/>
              <a:gd name="T31" fmla="*/ 114 h 123"/>
              <a:gd name="T32" fmla="*/ 41 w 91"/>
              <a:gd name="T33" fmla="*/ 113 h 123"/>
              <a:gd name="T34" fmla="*/ 42 w 91"/>
              <a:gd name="T35" fmla="*/ 114 h 123"/>
              <a:gd name="T36" fmla="*/ 41 w 91"/>
              <a:gd name="T37" fmla="*/ 116 h 123"/>
              <a:gd name="T38" fmla="*/ 50 w 91"/>
              <a:gd name="T39" fmla="*/ 116 h 123"/>
              <a:gd name="T40" fmla="*/ 49 w 91"/>
              <a:gd name="T41" fmla="*/ 114 h 123"/>
              <a:gd name="T42" fmla="*/ 50 w 91"/>
              <a:gd name="T43" fmla="*/ 113 h 123"/>
              <a:gd name="T44" fmla="*/ 52 w 91"/>
              <a:gd name="T45" fmla="*/ 114 h 123"/>
              <a:gd name="T46" fmla="*/ 50 w 91"/>
              <a:gd name="T47" fmla="*/ 116 h 123"/>
              <a:gd name="T48" fmla="*/ 60 w 91"/>
              <a:gd name="T49" fmla="*/ 116 h 123"/>
              <a:gd name="T50" fmla="*/ 59 w 91"/>
              <a:gd name="T51" fmla="*/ 114 h 123"/>
              <a:gd name="T52" fmla="*/ 60 w 91"/>
              <a:gd name="T53" fmla="*/ 113 h 123"/>
              <a:gd name="T54" fmla="*/ 62 w 91"/>
              <a:gd name="T55" fmla="*/ 114 h 123"/>
              <a:gd name="T56" fmla="*/ 60 w 91"/>
              <a:gd name="T57" fmla="*/ 116 h 123"/>
              <a:gd name="T58" fmla="*/ 84 w 91"/>
              <a:gd name="T59" fmla="*/ 108 h 123"/>
              <a:gd name="T60" fmla="*/ 7 w 91"/>
              <a:gd name="T61" fmla="*/ 108 h 123"/>
              <a:gd name="T62" fmla="*/ 7 w 91"/>
              <a:gd name="T63" fmla="*/ 7 h 123"/>
              <a:gd name="T64" fmla="*/ 84 w 91"/>
              <a:gd name="T65" fmla="*/ 7 h 123"/>
              <a:gd name="T66" fmla="*/ 84 w 91"/>
              <a:gd name="T67" fmla="*/ 108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1" h="123">
                <a:moveTo>
                  <a:pt x="85" y="0"/>
                </a:moveTo>
                <a:cubicBezTo>
                  <a:pt x="6" y="0"/>
                  <a:pt x="6" y="0"/>
                  <a:pt x="6" y="0"/>
                </a:cubicBezTo>
                <a:cubicBezTo>
                  <a:pt x="3" y="0"/>
                  <a:pt x="0" y="3"/>
                  <a:pt x="0" y="6"/>
                </a:cubicBezTo>
                <a:cubicBezTo>
                  <a:pt x="0" y="117"/>
                  <a:pt x="0" y="117"/>
                  <a:pt x="0" y="117"/>
                </a:cubicBezTo>
                <a:cubicBezTo>
                  <a:pt x="0" y="120"/>
                  <a:pt x="3" y="123"/>
                  <a:pt x="6" y="123"/>
                </a:cubicBezTo>
                <a:cubicBezTo>
                  <a:pt x="85" y="123"/>
                  <a:pt x="85" y="123"/>
                  <a:pt x="85" y="123"/>
                </a:cubicBezTo>
                <a:cubicBezTo>
                  <a:pt x="88" y="123"/>
                  <a:pt x="91" y="120"/>
                  <a:pt x="91" y="117"/>
                </a:cubicBezTo>
                <a:cubicBezTo>
                  <a:pt x="91" y="6"/>
                  <a:pt x="91" y="6"/>
                  <a:pt x="91" y="6"/>
                </a:cubicBezTo>
                <a:cubicBezTo>
                  <a:pt x="91" y="3"/>
                  <a:pt x="88" y="0"/>
                  <a:pt x="85" y="0"/>
                </a:cubicBezTo>
                <a:close/>
                <a:moveTo>
                  <a:pt x="31" y="116"/>
                </a:moveTo>
                <a:cubicBezTo>
                  <a:pt x="30" y="116"/>
                  <a:pt x="29" y="115"/>
                  <a:pt x="29" y="114"/>
                </a:cubicBezTo>
                <a:cubicBezTo>
                  <a:pt x="29" y="113"/>
                  <a:pt x="30" y="113"/>
                  <a:pt x="31" y="113"/>
                </a:cubicBezTo>
                <a:cubicBezTo>
                  <a:pt x="32" y="113"/>
                  <a:pt x="32" y="113"/>
                  <a:pt x="32" y="114"/>
                </a:cubicBezTo>
                <a:cubicBezTo>
                  <a:pt x="32" y="115"/>
                  <a:pt x="32" y="116"/>
                  <a:pt x="31" y="116"/>
                </a:cubicBezTo>
                <a:close/>
                <a:moveTo>
                  <a:pt x="41" y="116"/>
                </a:moveTo>
                <a:cubicBezTo>
                  <a:pt x="40" y="116"/>
                  <a:pt x="39" y="115"/>
                  <a:pt x="39" y="114"/>
                </a:cubicBezTo>
                <a:cubicBezTo>
                  <a:pt x="39" y="113"/>
                  <a:pt x="40" y="113"/>
                  <a:pt x="41" y="113"/>
                </a:cubicBezTo>
                <a:cubicBezTo>
                  <a:pt x="41" y="113"/>
                  <a:pt x="42" y="113"/>
                  <a:pt x="42" y="114"/>
                </a:cubicBezTo>
                <a:cubicBezTo>
                  <a:pt x="42" y="115"/>
                  <a:pt x="41" y="116"/>
                  <a:pt x="41" y="116"/>
                </a:cubicBezTo>
                <a:close/>
                <a:moveTo>
                  <a:pt x="50" y="116"/>
                </a:moveTo>
                <a:cubicBezTo>
                  <a:pt x="50" y="116"/>
                  <a:pt x="49" y="115"/>
                  <a:pt x="49" y="114"/>
                </a:cubicBezTo>
                <a:cubicBezTo>
                  <a:pt x="49" y="113"/>
                  <a:pt x="50" y="113"/>
                  <a:pt x="50" y="113"/>
                </a:cubicBezTo>
                <a:cubicBezTo>
                  <a:pt x="51" y="113"/>
                  <a:pt x="52" y="113"/>
                  <a:pt x="52" y="114"/>
                </a:cubicBezTo>
                <a:cubicBezTo>
                  <a:pt x="52" y="115"/>
                  <a:pt x="51" y="116"/>
                  <a:pt x="50" y="116"/>
                </a:cubicBezTo>
                <a:close/>
                <a:moveTo>
                  <a:pt x="60" y="116"/>
                </a:moveTo>
                <a:cubicBezTo>
                  <a:pt x="59" y="116"/>
                  <a:pt x="59" y="115"/>
                  <a:pt x="59" y="114"/>
                </a:cubicBezTo>
                <a:cubicBezTo>
                  <a:pt x="59" y="113"/>
                  <a:pt x="59" y="113"/>
                  <a:pt x="60" y="113"/>
                </a:cubicBezTo>
                <a:cubicBezTo>
                  <a:pt x="61" y="113"/>
                  <a:pt x="62" y="113"/>
                  <a:pt x="62" y="114"/>
                </a:cubicBezTo>
                <a:cubicBezTo>
                  <a:pt x="62" y="115"/>
                  <a:pt x="61" y="116"/>
                  <a:pt x="60" y="116"/>
                </a:cubicBezTo>
                <a:close/>
                <a:moveTo>
                  <a:pt x="84" y="108"/>
                </a:moveTo>
                <a:cubicBezTo>
                  <a:pt x="7" y="108"/>
                  <a:pt x="7" y="108"/>
                  <a:pt x="7" y="108"/>
                </a:cubicBezTo>
                <a:cubicBezTo>
                  <a:pt x="7" y="7"/>
                  <a:pt x="7" y="7"/>
                  <a:pt x="7" y="7"/>
                </a:cubicBezTo>
                <a:cubicBezTo>
                  <a:pt x="84" y="7"/>
                  <a:pt x="84" y="7"/>
                  <a:pt x="84" y="7"/>
                </a:cubicBezTo>
                <a:lnTo>
                  <a:pt x="84" y="10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矩形 39"/>
          <p:cNvSpPr/>
          <p:nvPr/>
        </p:nvSpPr>
        <p:spPr>
          <a:xfrm>
            <a:off x="0" y="203088"/>
            <a:ext cx="2492990" cy="523220"/>
          </a:xfrm>
          <a:prstGeom prst="rect">
            <a:avLst/>
          </a:prstGeom>
          <a:noFill/>
        </p:spPr>
        <p:txBody>
          <a:bodyPr wrap="none" rtlCol="0">
            <a:spAutoFit/>
          </a:bodyPr>
          <a:lstStyle/>
          <a:p>
            <a:r>
              <a:rPr lang="zh-CN" altLang="en-US" sz="2800" b="1" dirty="0">
                <a:solidFill>
                  <a:schemeClr val="tx1">
                    <a:lumMod val="65000"/>
                    <a:lumOff val="35000"/>
                  </a:schemeClr>
                </a:solidFill>
              </a:rPr>
              <a:t>四项并列</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循环</a:t>
            </a:r>
            <a:endParaRPr lang="zh-CN" altLang="zh-CN" sz="2800" b="1" dirty="0">
              <a:solidFill>
                <a:schemeClr val="tx1">
                  <a:lumMod val="65000"/>
                  <a:lumOff val="35000"/>
                </a:schemeClr>
              </a:solidFill>
            </a:endParaRPr>
          </a:p>
        </p:txBody>
      </p:sp>
      <p:sp>
        <p:nvSpPr>
          <p:cNvPr id="26" name="文本框 25"/>
          <p:cNvSpPr txBox="1"/>
          <p:nvPr/>
        </p:nvSpPr>
        <p:spPr>
          <a:xfrm>
            <a:off x="7561538" y="5378660"/>
            <a:ext cx="2856518" cy="830997"/>
          </a:xfrm>
          <a:prstGeom prst="rect">
            <a:avLst/>
          </a:prstGeom>
          <a:noFill/>
        </p:spPr>
        <p:txBody>
          <a:bodyPr wrap="square" rtlCol="0">
            <a:spAutoFit/>
          </a:bodyPr>
          <a:lstStyle/>
          <a:p>
            <a:pPr>
              <a:lnSpc>
                <a:spcPct val="120000"/>
              </a:lnSpc>
            </a:pPr>
            <a:r>
              <a:rPr lang="zh-CN" altLang="en-US" sz="2400" b="1" dirty="0">
                <a:solidFill>
                  <a:srgbClr val="219980"/>
                </a:solidFill>
              </a:rPr>
              <a:t>添加标题</a:t>
            </a:r>
            <a:endParaRPr lang="en-US" altLang="zh-CN" sz="2400" b="1" dirty="0">
              <a:solidFill>
                <a:srgbClr val="219980"/>
              </a:solidFill>
            </a:endParaRPr>
          </a:p>
          <a:p>
            <a:pPr>
              <a:lnSpc>
                <a:spcPct val="120000"/>
              </a:lnSpc>
            </a:pPr>
            <a:r>
              <a:rPr lang="zh-CN" altLang="en-US" sz="1600" dirty="0">
                <a:solidFill>
                  <a:schemeClr val="tx1">
                    <a:lumMod val="65000"/>
                    <a:lumOff val="35000"/>
                  </a:schemeClr>
                </a:solidFill>
              </a:rPr>
              <a:t>添加内容添加内容</a:t>
            </a:r>
          </a:p>
        </p:txBody>
      </p:sp>
      <p:sp>
        <p:nvSpPr>
          <p:cNvPr id="27" name="文本框 26"/>
          <p:cNvSpPr txBox="1"/>
          <p:nvPr/>
        </p:nvSpPr>
        <p:spPr>
          <a:xfrm>
            <a:off x="8624940" y="2349147"/>
            <a:ext cx="2856518" cy="830997"/>
          </a:xfrm>
          <a:prstGeom prst="rect">
            <a:avLst/>
          </a:prstGeom>
          <a:noFill/>
        </p:spPr>
        <p:txBody>
          <a:bodyPr wrap="square" rtlCol="0">
            <a:spAutoFit/>
          </a:bodyPr>
          <a:lstStyle/>
          <a:p>
            <a:pPr>
              <a:lnSpc>
                <a:spcPct val="120000"/>
              </a:lnSpc>
            </a:pPr>
            <a:r>
              <a:rPr lang="zh-CN" altLang="en-US" sz="2400" b="1" dirty="0">
                <a:solidFill>
                  <a:srgbClr val="29414F"/>
                </a:solidFill>
              </a:rPr>
              <a:t>添加标题</a:t>
            </a:r>
            <a:endParaRPr lang="en-US" altLang="zh-CN" sz="2400" b="1" dirty="0">
              <a:solidFill>
                <a:srgbClr val="29414F"/>
              </a:solidFill>
            </a:endParaRPr>
          </a:p>
          <a:p>
            <a:pPr>
              <a:lnSpc>
                <a:spcPct val="120000"/>
              </a:lnSpc>
            </a:pPr>
            <a:r>
              <a:rPr lang="zh-CN" altLang="en-US" sz="1600" dirty="0">
                <a:solidFill>
                  <a:schemeClr val="tx1">
                    <a:lumMod val="65000"/>
                    <a:lumOff val="35000"/>
                  </a:schemeClr>
                </a:solidFill>
              </a:rPr>
              <a:t>添加内容添加内容</a:t>
            </a:r>
          </a:p>
        </p:txBody>
      </p:sp>
      <p:sp>
        <p:nvSpPr>
          <p:cNvPr id="28" name="文本框 27"/>
          <p:cNvSpPr txBox="1"/>
          <p:nvPr/>
        </p:nvSpPr>
        <p:spPr>
          <a:xfrm>
            <a:off x="5508951" y="1297962"/>
            <a:ext cx="2856518" cy="830997"/>
          </a:xfrm>
          <a:prstGeom prst="rect">
            <a:avLst/>
          </a:prstGeom>
          <a:noFill/>
        </p:spPr>
        <p:txBody>
          <a:bodyPr wrap="square" rtlCol="0">
            <a:spAutoFit/>
          </a:bodyPr>
          <a:lstStyle/>
          <a:p>
            <a:pPr>
              <a:lnSpc>
                <a:spcPct val="120000"/>
              </a:lnSpc>
            </a:pPr>
            <a:r>
              <a:rPr lang="zh-CN" altLang="en-US" sz="2400" b="1" dirty="0">
                <a:solidFill>
                  <a:srgbClr val="3A8FCB"/>
                </a:solidFill>
              </a:rPr>
              <a:t>添加标题</a:t>
            </a:r>
            <a:endParaRPr lang="en-US" altLang="zh-CN" sz="2400" b="1" dirty="0">
              <a:solidFill>
                <a:srgbClr val="3A8FCB"/>
              </a:solidFill>
            </a:endParaRPr>
          </a:p>
          <a:p>
            <a:pPr>
              <a:lnSpc>
                <a:spcPct val="120000"/>
              </a:lnSpc>
            </a:pPr>
            <a:r>
              <a:rPr lang="zh-CN" altLang="en-US" sz="1600" dirty="0">
                <a:solidFill>
                  <a:schemeClr val="tx1">
                    <a:lumMod val="65000"/>
                    <a:lumOff val="35000"/>
                  </a:schemeClr>
                </a:solidFill>
              </a:rPr>
              <a:t>添加内容添加内容</a:t>
            </a:r>
          </a:p>
        </p:txBody>
      </p:sp>
      <p:sp>
        <p:nvSpPr>
          <p:cNvPr id="29" name="文本框 28"/>
          <p:cNvSpPr txBox="1"/>
          <p:nvPr/>
        </p:nvSpPr>
        <p:spPr>
          <a:xfrm>
            <a:off x="718037" y="4413112"/>
            <a:ext cx="2856518" cy="830997"/>
          </a:xfrm>
          <a:prstGeom prst="rect">
            <a:avLst/>
          </a:prstGeom>
          <a:noFill/>
        </p:spPr>
        <p:txBody>
          <a:bodyPr wrap="square" rtlCol="0">
            <a:spAutoFit/>
          </a:bodyPr>
          <a:lstStyle/>
          <a:p>
            <a:pPr algn="r">
              <a:lnSpc>
                <a:spcPct val="120000"/>
              </a:lnSpc>
            </a:pPr>
            <a:r>
              <a:rPr lang="zh-CN" altLang="en-US" sz="2400" b="1" dirty="0">
                <a:solidFill>
                  <a:srgbClr val="EA981E"/>
                </a:solidFill>
              </a:rPr>
              <a:t>添加标题</a:t>
            </a:r>
            <a:endParaRPr lang="en-US" altLang="zh-CN" sz="2400" b="1" dirty="0">
              <a:solidFill>
                <a:srgbClr val="EA981E"/>
              </a:solidFill>
            </a:endParaRPr>
          </a:p>
          <a:p>
            <a:pPr algn="r">
              <a:lnSpc>
                <a:spcPct val="120000"/>
              </a:lnSpc>
            </a:pPr>
            <a:r>
              <a:rPr lang="zh-CN" altLang="en-US" sz="1600" dirty="0">
                <a:solidFill>
                  <a:schemeClr val="tx1">
                    <a:lumMod val="65000"/>
                    <a:lumOff val="35000"/>
                  </a:schemeClr>
                </a:solidFill>
              </a:rPr>
              <a:t>添加内容添加内容</a:t>
            </a:r>
          </a:p>
        </p:txBody>
      </p:sp>
      <p:sp>
        <p:nvSpPr>
          <p:cNvPr id="30" name="文本框 29"/>
          <p:cNvSpPr txBox="1"/>
          <p:nvPr/>
        </p:nvSpPr>
        <p:spPr>
          <a:xfrm>
            <a:off x="6502801" y="4046750"/>
            <a:ext cx="676788" cy="923330"/>
          </a:xfrm>
          <a:prstGeom prst="rect">
            <a:avLst/>
          </a:prstGeom>
          <a:noFill/>
        </p:spPr>
        <p:txBody>
          <a:bodyPr wrap="none" rtlCol="0">
            <a:spAutoFit/>
          </a:bodyPr>
          <a:lstStyle/>
          <a:p>
            <a:pPr algn="ctr"/>
            <a:r>
              <a:rPr lang="en-US" altLang="zh-CN" dirty="0">
                <a:solidFill>
                  <a:schemeClr val="bg1"/>
                </a:solidFill>
              </a:rPr>
              <a:t>STEP</a:t>
            </a:r>
          </a:p>
          <a:p>
            <a:pPr algn="ctr"/>
            <a:r>
              <a:rPr lang="en-US" altLang="zh-CN" sz="3600" dirty="0">
                <a:solidFill>
                  <a:schemeClr val="bg1"/>
                </a:solidFill>
                <a:latin typeface="Impact" panose="020B0806030902050204" pitchFamily="34" charset="0"/>
              </a:rPr>
              <a:t>03</a:t>
            </a:r>
            <a:endParaRPr lang="zh-CN" altLang="en-US" sz="3600" dirty="0">
              <a:solidFill>
                <a:schemeClr val="bg1"/>
              </a:solidFill>
              <a:latin typeface="Impact" panose="020B0806030902050204" pitchFamily="34" charset="0"/>
            </a:endParaRPr>
          </a:p>
        </p:txBody>
      </p:sp>
      <p:sp>
        <p:nvSpPr>
          <p:cNvPr id="31" name="文本框 30"/>
          <p:cNvSpPr txBox="1"/>
          <p:nvPr/>
        </p:nvSpPr>
        <p:spPr>
          <a:xfrm>
            <a:off x="5046489" y="4070139"/>
            <a:ext cx="662361" cy="923330"/>
          </a:xfrm>
          <a:prstGeom prst="rect">
            <a:avLst/>
          </a:prstGeom>
          <a:noFill/>
        </p:spPr>
        <p:txBody>
          <a:bodyPr wrap="none" rtlCol="0">
            <a:spAutoFit/>
          </a:bodyPr>
          <a:lstStyle/>
          <a:p>
            <a:pPr algn="ctr"/>
            <a:r>
              <a:rPr lang="en-US" altLang="zh-CN" dirty="0">
                <a:solidFill>
                  <a:schemeClr val="bg1"/>
                </a:solidFill>
              </a:rPr>
              <a:t>STEP</a:t>
            </a:r>
          </a:p>
          <a:p>
            <a:pPr algn="ctr"/>
            <a:r>
              <a:rPr lang="en-US" altLang="zh-CN" sz="3600" dirty="0">
                <a:solidFill>
                  <a:schemeClr val="bg1"/>
                </a:solidFill>
                <a:latin typeface="Impact" panose="020B0806030902050204" pitchFamily="34" charset="0"/>
              </a:rPr>
              <a:t>04</a:t>
            </a:r>
            <a:endParaRPr lang="zh-CN" altLang="en-US" sz="3600" dirty="0">
              <a:solidFill>
                <a:schemeClr val="bg1"/>
              </a:solidFill>
              <a:latin typeface="Impact" panose="020B0806030902050204" pitchFamily="34" charset="0"/>
            </a:endParaRPr>
          </a:p>
        </p:txBody>
      </p:sp>
      <p:sp>
        <p:nvSpPr>
          <p:cNvPr id="32" name="文本框 31"/>
          <p:cNvSpPr txBox="1"/>
          <p:nvPr/>
        </p:nvSpPr>
        <p:spPr>
          <a:xfrm>
            <a:off x="6480212" y="2519758"/>
            <a:ext cx="663964" cy="923330"/>
          </a:xfrm>
          <a:prstGeom prst="rect">
            <a:avLst/>
          </a:prstGeom>
          <a:noFill/>
        </p:spPr>
        <p:txBody>
          <a:bodyPr wrap="none" rtlCol="0">
            <a:spAutoFit/>
          </a:bodyPr>
          <a:lstStyle/>
          <a:p>
            <a:pPr algn="ctr"/>
            <a:r>
              <a:rPr lang="en-US" altLang="zh-CN" dirty="0">
                <a:solidFill>
                  <a:schemeClr val="bg1"/>
                </a:solidFill>
              </a:rPr>
              <a:t>STEP</a:t>
            </a:r>
          </a:p>
          <a:p>
            <a:pPr algn="ctr"/>
            <a:r>
              <a:rPr lang="en-US" altLang="zh-CN" sz="3600" dirty="0">
                <a:solidFill>
                  <a:schemeClr val="bg1"/>
                </a:solidFill>
                <a:latin typeface="Impact" panose="020B0806030902050204" pitchFamily="34" charset="0"/>
              </a:rPr>
              <a:t>02</a:t>
            </a:r>
            <a:endParaRPr lang="zh-CN" altLang="en-US" sz="3600" dirty="0">
              <a:solidFill>
                <a:schemeClr val="bg1"/>
              </a:solidFill>
              <a:latin typeface="Impact" panose="020B0806030902050204" pitchFamily="34" charset="0"/>
            </a:endParaRPr>
          </a:p>
        </p:txBody>
      </p:sp>
      <p:sp>
        <p:nvSpPr>
          <p:cNvPr id="33" name="文本框 32"/>
          <p:cNvSpPr txBox="1"/>
          <p:nvPr/>
        </p:nvSpPr>
        <p:spPr>
          <a:xfrm>
            <a:off x="5061719" y="2519758"/>
            <a:ext cx="631903" cy="923330"/>
          </a:xfrm>
          <a:prstGeom prst="rect">
            <a:avLst/>
          </a:prstGeom>
          <a:noFill/>
        </p:spPr>
        <p:txBody>
          <a:bodyPr wrap="none" rtlCol="0">
            <a:spAutoFit/>
          </a:bodyPr>
          <a:lstStyle/>
          <a:p>
            <a:pPr algn="ctr"/>
            <a:r>
              <a:rPr lang="en-US" altLang="zh-CN" dirty="0">
                <a:solidFill>
                  <a:schemeClr val="bg1"/>
                </a:solidFill>
              </a:rPr>
              <a:t>STEP</a:t>
            </a:r>
          </a:p>
          <a:p>
            <a:pPr algn="ctr"/>
            <a:r>
              <a:rPr lang="en-US" altLang="zh-CN" sz="3600" dirty="0">
                <a:solidFill>
                  <a:schemeClr val="bg1"/>
                </a:solidFill>
                <a:latin typeface="Impact" panose="020B0806030902050204" pitchFamily="34" charset="0"/>
              </a:rPr>
              <a:t>01</a:t>
            </a:r>
            <a:endParaRPr lang="zh-CN" altLang="en-US" sz="3600" dirty="0">
              <a:solidFill>
                <a:schemeClr val="bg1"/>
              </a:solidFill>
              <a:latin typeface="Impact" panose="020B0806030902050204" pitchFamily="34" charset="0"/>
            </a:endParaRPr>
          </a:p>
        </p:txBody>
      </p:sp>
    </p:spTree>
    <p:extLst>
      <p:ext uri="{BB962C8B-B14F-4D97-AF65-F5344CB8AC3E}">
        <p14:creationId xmlns:p14="http://schemas.microsoft.com/office/powerpoint/2010/main" val="1693171076"/>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任意多边形 42"/>
          <p:cNvSpPr>
            <a:spLocks noChangeAspect="1"/>
          </p:cNvSpPr>
          <p:nvPr/>
        </p:nvSpPr>
        <p:spPr bwMode="auto">
          <a:xfrm flipH="1" flipV="1">
            <a:off x="4241383" y="3054160"/>
            <a:ext cx="1246989" cy="1526856"/>
          </a:xfrm>
          <a:custGeom>
            <a:avLst/>
            <a:gdLst>
              <a:gd name="connsiteX0" fmla="*/ 0 w 3996021"/>
              <a:gd name="connsiteY0" fmla="*/ 0 h 4892872"/>
              <a:gd name="connsiteX1" fmla="*/ 1506700 w 3996021"/>
              <a:gd name="connsiteY1" fmla="*/ 0 h 4892872"/>
              <a:gd name="connsiteX2" fmla="*/ 1710998 w 3996021"/>
              <a:gd name="connsiteY2" fmla="*/ 89426 h 4892872"/>
              <a:gd name="connsiteX3" fmla="*/ 1723767 w 3996021"/>
              <a:gd name="connsiteY3" fmla="*/ 319378 h 4892872"/>
              <a:gd name="connsiteX4" fmla="*/ 1608849 w 3996021"/>
              <a:gd name="connsiteY4" fmla="*/ 664307 h 4892872"/>
              <a:gd name="connsiteX5" fmla="*/ 1991908 w 3996021"/>
              <a:gd name="connsiteY5" fmla="*/ 1034785 h 4892872"/>
              <a:gd name="connsiteX6" fmla="*/ 2374967 w 3996021"/>
              <a:gd name="connsiteY6" fmla="*/ 664307 h 4892872"/>
              <a:gd name="connsiteX7" fmla="*/ 2272818 w 3996021"/>
              <a:gd name="connsiteY7" fmla="*/ 319378 h 4892872"/>
              <a:gd name="connsiteX8" fmla="*/ 2285586 w 3996021"/>
              <a:gd name="connsiteY8" fmla="*/ 89426 h 4892872"/>
              <a:gd name="connsiteX9" fmla="*/ 2489885 w 3996021"/>
              <a:gd name="connsiteY9" fmla="*/ 0 h 4892872"/>
              <a:gd name="connsiteX10" fmla="*/ 3731367 w 3996021"/>
              <a:gd name="connsiteY10" fmla="*/ 0 h 4892872"/>
              <a:gd name="connsiteX11" fmla="*/ 3996021 w 3996021"/>
              <a:gd name="connsiteY11" fmla="*/ 0 h 4892872"/>
              <a:gd name="connsiteX12" fmla="*/ 3996021 w 3996021"/>
              <a:gd name="connsiteY12" fmla="*/ 3870862 h 4892872"/>
              <a:gd name="connsiteX13" fmla="*/ 3993641 w 3996021"/>
              <a:gd name="connsiteY13" fmla="*/ 3870862 h 4892872"/>
              <a:gd name="connsiteX14" fmla="*/ 2489885 w 3996021"/>
              <a:gd name="connsiteY14" fmla="*/ 3870862 h 4892872"/>
              <a:gd name="connsiteX15" fmla="*/ 2362198 w 3996021"/>
              <a:gd name="connsiteY15" fmla="*/ 3921963 h 4892872"/>
              <a:gd name="connsiteX16" fmla="*/ 2362198 w 3996021"/>
              <a:gd name="connsiteY16" fmla="*/ 4075264 h 4892872"/>
              <a:gd name="connsiteX17" fmla="*/ 2464347 w 3996021"/>
              <a:gd name="connsiteY17" fmla="*/ 4445743 h 4892872"/>
              <a:gd name="connsiteX18" fmla="*/ 2400504 w 3996021"/>
              <a:gd name="connsiteY18" fmla="*/ 4675695 h 4892872"/>
              <a:gd name="connsiteX19" fmla="*/ 2387736 w 3996021"/>
              <a:gd name="connsiteY19" fmla="*/ 4701245 h 4892872"/>
              <a:gd name="connsiteX20" fmla="*/ 1991908 w 3996021"/>
              <a:gd name="connsiteY20" fmla="*/ 4892872 h 4892872"/>
              <a:gd name="connsiteX21" fmla="*/ 1608849 w 3996021"/>
              <a:gd name="connsiteY21" fmla="*/ 4701245 h 4892872"/>
              <a:gd name="connsiteX22" fmla="*/ 1596080 w 3996021"/>
              <a:gd name="connsiteY22" fmla="*/ 4675695 h 4892872"/>
              <a:gd name="connsiteX23" fmla="*/ 1532237 w 3996021"/>
              <a:gd name="connsiteY23" fmla="*/ 4445743 h 4892872"/>
              <a:gd name="connsiteX24" fmla="*/ 1634386 w 3996021"/>
              <a:gd name="connsiteY24" fmla="*/ 4075264 h 4892872"/>
              <a:gd name="connsiteX25" fmla="*/ 1634386 w 3996021"/>
              <a:gd name="connsiteY25" fmla="*/ 3921963 h 4892872"/>
              <a:gd name="connsiteX26" fmla="*/ 1506700 w 3996021"/>
              <a:gd name="connsiteY26" fmla="*/ 3870862 h 4892872"/>
              <a:gd name="connsiteX27" fmla="*/ 0 w 3996021"/>
              <a:gd name="connsiteY27" fmla="*/ 3870862 h 4892872"/>
              <a:gd name="connsiteX28" fmla="*/ 0 w 3996021"/>
              <a:gd name="connsiteY28" fmla="*/ 3589810 h 4892872"/>
              <a:gd name="connsiteX29" fmla="*/ 12769 w 3996021"/>
              <a:gd name="connsiteY29" fmla="*/ 3538709 h 4892872"/>
              <a:gd name="connsiteX30" fmla="*/ 12769 w 3996021"/>
              <a:gd name="connsiteY30" fmla="*/ 2414498 h 4892872"/>
              <a:gd name="connsiteX31" fmla="*/ 217067 w 3996021"/>
              <a:gd name="connsiteY31" fmla="*/ 2184546 h 4892872"/>
              <a:gd name="connsiteX32" fmla="*/ 344753 w 3996021"/>
              <a:gd name="connsiteY32" fmla="*/ 2210097 h 4892872"/>
              <a:gd name="connsiteX33" fmla="*/ 689507 w 3996021"/>
              <a:gd name="connsiteY33" fmla="*/ 2299522 h 4892872"/>
              <a:gd name="connsiteX34" fmla="*/ 1072566 w 3996021"/>
              <a:gd name="connsiteY34" fmla="*/ 1929044 h 4892872"/>
              <a:gd name="connsiteX35" fmla="*/ 689507 w 3996021"/>
              <a:gd name="connsiteY35" fmla="*/ 1558565 h 4892872"/>
              <a:gd name="connsiteX36" fmla="*/ 344753 w 3996021"/>
              <a:gd name="connsiteY36" fmla="*/ 1660766 h 4892872"/>
              <a:gd name="connsiteX37" fmla="*/ 217067 w 3996021"/>
              <a:gd name="connsiteY37" fmla="*/ 1686316 h 4892872"/>
              <a:gd name="connsiteX38" fmla="*/ 12769 w 3996021"/>
              <a:gd name="connsiteY38" fmla="*/ 1456364 h 4892872"/>
              <a:gd name="connsiteX39" fmla="*/ 12769 w 3996021"/>
              <a:gd name="connsiteY39" fmla="*/ 332153 h 4892872"/>
              <a:gd name="connsiteX40" fmla="*/ 0 w 3996021"/>
              <a:gd name="connsiteY40" fmla="*/ 281053 h 4892872"/>
              <a:gd name="connsiteX41" fmla="*/ 0 w 3996021"/>
              <a:gd name="connsiteY41" fmla="*/ 268278 h 4892872"/>
              <a:gd name="connsiteX42" fmla="*/ 0 w 3996021"/>
              <a:gd name="connsiteY42" fmla="*/ 0 h 4892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996021" h="4892872">
                <a:moveTo>
                  <a:pt x="0" y="0"/>
                </a:moveTo>
                <a:cubicBezTo>
                  <a:pt x="0" y="0"/>
                  <a:pt x="0" y="0"/>
                  <a:pt x="1506700" y="0"/>
                </a:cubicBezTo>
                <a:cubicBezTo>
                  <a:pt x="1596080" y="0"/>
                  <a:pt x="1672692" y="38325"/>
                  <a:pt x="1710998" y="89426"/>
                </a:cubicBezTo>
                <a:cubicBezTo>
                  <a:pt x="1749304" y="153302"/>
                  <a:pt x="1749304" y="242728"/>
                  <a:pt x="1723767" y="319378"/>
                </a:cubicBezTo>
                <a:cubicBezTo>
                  <a:pt x="1685461" y="383254"/>
                  <a:pt x="1608849" y="574881"/>
                  <a:pt x="1608849" y="664307"/>
                </a:cubicBezTo>
                <a:cubicBezTo>
                  <a:pt x="1608849" y="868709"/>
                  <a:pt x="1787610" y="1034785"/>
                  <a:pt x="1991908" y="1034785"/>
                </a:cubicBezTo>
                <a:cubicBezTo>
                  <a:pt x="2208975" y="1034785"/>
                  <a:pt x="2374967" y="868709"/>
                  <a:pt x="2374967" y="664307"/>
                </a:cubicBezTo>
                <a:cubicBezTo>
                  <a:pt x="2374967" y="574881"/>
                  <a:pt x="2311124" y="383254"/>
                  <a:pt x="2272818" y="319378"/>
                </a:cubicBezTo>
                <a:cubicBezTo>
                  <a:pt x="2234512" y="242728"/>
                  <a:pt x="2247281" y="153302"/>
                  <a:pt x="2285586" y="89426"/>
                </a:cubicBezTo>
                <a:cubicBezTo>
                  <a:pt x="2323892" y="38325"/>
                  <a:pt x="2400504" y="0"/>
                  <a:pt x="2489885" y="0"/>
                </a:cubicBezTo>
                <a:cubicBezTo>
                  <a:pt x="2489885" y="0"/>
                  <a:pt x="2489885" y="0"/>
                  <a:pt x="3731367" y="0"/>
                </a:cubicBezTo>
                <a:lnTo>
                  <a:pt x="3996021" y="0"/>
                </a:lnTo>
                <a:lnTo>
                  <a:pt x="3996021" y="3870862"/>
                </a:lnTo>
                <a:lnTo>
                  <a:pt x="3993641" y="3870862"/>
                </a:lnTo>
                <a:cubicBezTo>
                  <a:pt x="3973042" y="3870862"/>
                  <a:pt x="3808247" y="3870862"/>
                  <a:pt x="2489885" y="3870862"/>
                </a:cubicBezTo>
                <a:cubicBezTo>
                  <a:pt x="2426042" y="3870862"/>
                  <a:pt x="2387736" y="3883637"/>
                  <a:pt x="2362198" y="3921963"/>
                </a:cubicBezTo>
                <a:cubicBezTo>
                  <a:pt x="2336661" y="3960288"/>
                  <a:pt x="2336661" y="4011389"/>
                  <a:pt x="2362198" y="4075264"/>
                </a:cubicBezTo>
                <a:cubicBezTo>
                  <a:pt x="2374967" y="4100815"/>
                  <a:pt x="2464347" y="4317992"/>
                  <a:pt x="2464347" y="4445743"/>
                </a:cubicBezTo>
                <a:cubicBezTo>
                  <a:pt x="2464347" y="4522394"/>
                  <a:pt x="2438810" y="4611820"/>
                  <a:pt x="2400504" y="4675695"/>
                </a:cubicBezTo>
                <a:cubicBezTo>
                  <a:pt x="2400504" y="4688470"/>
                  <a:pt x="2387736" y="4688470"/>
                  <a:pt x="2387736" y="4701245"/>
                </a:cubicBezTo>
                <a:cubicBezTo>
                  <a:pt x="2298355" y="4828997"/>
                  <a:pt x="2157900" y="4892872"/>
                  <a:pt x="1991908" y="4892872"/>
                </a:cubicBezTo>
                <a:cubicBezTo>
                  <a:pt x="1838684" y="4892872"/>
                  <a:pt x="1698229" y="4828997"/>
                  <a:pt x="1608849" y="4701245"/>
                </a:cubicBezTo>
                <a:cubicBezTo>
                  <a:pt x="1608849" y="4688470"/>
                  <a:pt x="1596080" y="4688470"/>
                  <a:pt x="1596080" y="4675695"/>
                </a:cubicBezTo>
                <a:cubicBezTo>
                  <a:pt x="1545006" y="4611820"/>
                  <a:pt x="1532237" y="4522394"/>
                  <a:pt x="1532237" y="4445743"/>
                </a:cubicBezTo>
                <a:cubicBezTo>
                  <a:pt x="1532237" y="4317992"/>
                  <a:pt x="1621617" y="4100815"/>
                  <a:pt x="1634386" y="4075264"/>
                </a:cubicBezTo>
                <a:cubicBezTo>
                  <a:pt x="1659923" y="4011389"/>
                  <a:pt x="1659923" y="3960288"/>
                  <a:pt x="1634386" y="3921963"/>
                </a:cubicBezTo>
                <a:cubicBezTo>
                  <a:pt x="1608849" y="3883637"/>
                  <a:pt x="1557774" y="3870862"/>
                  <a:pt x="1506700" y="3870862"/>
                </a:cubicBezTo>
                <a:cubicBezTo>
                  <a:pt x="1506700" y="3870862"/>
                  <a:pt x="1506700" y="3870862"/>
                  <a:pt x="0" y="3870862"/>
                </a:cubicBezTo>
                <a:cubicBezTo>
                  <a:pt x="0" y="3870862"/>
                  <a:pt x="0" y="3870862"/>
                  <a:pt x="0" y="3589810"/>
                </a:cubicBezTo>
                <a:cubicBezTo>
                  <a:pt x="0" y="3577034"/>
                  <a:pt x="12769" y="3551484"/>
                  <a:pt x="12769" y="3538709"/>
                </a:cubicBezTo>
                <a:cubicBezTo>
                  <a:pt x="12769" y="3538709"/>
                  <a:pt x="12769" y="3538709"/>
                  <a:pt x="12769" y="2414498"/>
                </a:cubicBezTo>
                <a:cubicBezTo>
                  <a:pt x="12769" y="2273972"/>
                  <a:pt x="89381" y="2184546"/>
                  <a:pt x="217067" y="2184546"/>
                </a:cubicBezTo>
                <a:cubicBezTo>
                  <a:pt x="255373" y="2184546"/>
                  <a:pt x="293679" y="2184546"/>
                  <a:pt x="344753" y="2210097"/>
                </a:cubicBezTo>
                <a:cubicBezTo>
                  <a:pt x="408597" y="2235647"/>
                  <a:pt x="600126" y="2299522"/>
                  <a:pt x="689507" y="2299522"/>
                </a:cubicBezTo>
                <a:cubicBezTo>
                  <a:pt x="906574" y="2299522"/>
                  <a:pt x="1072566" y="2133446"/>
                  <a:pt x="1072566" y="1929044"/>
                </a:cubicBezTo>
                <a:cubicBezTo>
                  <a:pt x="1072566" y="1724642"/>
                  <a:pt x="906574" y="1558565"/>
                  <a:pt x="689507" y="1558565"/>
                </a:cubicBezTo>
                <a:cubicBezTo>
                  <a:pt x="600126" y="1558565"/>
                  <a:pt x="408597" y="1635216"/>
                  <a:pt x="344753" y="1660766"/>
                </a:cubicBezTo>
                <a:cubicBezTo>
                  <a:pt x="293679" y="1673541"/>
                  <a:pt x="255373" y="1686316"/>
                  <a:pt x="217067" y="1686316"/>
                </a:cubicBezTo>
                <a:cubicBezTo>
                  <a:pt x="89381" y="1686316"/>
                  <a:pt x="12769" y="1596891"/>
                  <a:pt x="12769" y="1456364"/>
                </a:cubicBezTo>
                <a:cubicBezTo>
                  <a:pt x="12769" y="1456364"/>
                  <a:pt x="12769" y="1456364"/>
                  <a:pt x="12769" y="332153"/>
                </a:cubicBezTo>
                <a:cubicBezTo>
                  <a:pt x="12769" y="306603"/>
                  <a:pt x="0" y="293828"/>
                  <a:pt x="0" y="281053"/>
                </a:cubicBezTo>
                <a:cubicBezTo>
                  <a:pt x="0" y="281053"/>
                  <a:pt x="0" y="281053"/>
                  <a:pt x="0" y="268278"/>
                </a:cubicBezTo>
                <a:cubicBezTo>
                  <a:pt x="0" y="268278"/>
                  <a:pt x="0" y="268278"/>
                  <a:pt x="0" y="0"/>
                </a:cubicBezTo>
                <a:close/>
              </a:path>
            </a:pathLst>
          </a:custGeom>
          <a:solidFill>
            <a:srgbClr val="EA981E"/>
          </a:solidFill>
          <a:ln>
            <a:noFill/>
          </a:ln>
        </p:spPr>
        <p:txBody>
          <a:bodyPr vert="horz" wrap="square" lIns="91440" tIns="45720" rIns="91440" bIns="45720" numCol="1" anchor="t" anchorCtr="0" compatLnSpc="1">
            <a:prstTxWarp prst="textNoShape">
              <a:avLst/>
            </a:prstTxWarp>
            <a:noAutofit/>
          </a:bodyPr>
          <a:lstStyle/>
          <a:p>
            <a:endParaRPr lang="zh-CN" altLang="en-US">
              <a:solidFill>
                <a:srgbClr val="FF0000"/>
              </a:solidFill>
            </a:endParaRPr>
          </a:p>
        </p:txBody>
      </p:sp>
      <p:sp>
        <p:nvSpPr>
          <p:cNvPr id="50" name="任意多边形 49"/>
          <p:cNvSpPr>
            <a:spLocks noChangeAspect="1"/>
          </p:cNvSpPr>
          <p:nvPr/>
        </p:nvSpPr>
        <p:spPr bwMode="auto">
          <a:xfrm rot="16200000">
            <a:off x="5632982" y="1998767"/>
            <a:ext cx="1246988" cy="1526858"/>
          </a:xfrm>
          <a:custGeom>
            <a:avLst/>
            <a:gdLst>
              <a:gd name="connsiteX0" fmla="*/ 0 w 3996021"/>
              <a:gd name="connsiteY0" fmla="*/ 0 h 4892872"/>
              <a:gd name="connsiteX1" fmla="*/ 1506700 w 3996021"/>
              <a:gd name="connsiteY1" fmla="*/ 0 h 4892872"/>
              <a:gd name="connsiteX2" fmla="*/ 1710998 w 3996021"/>
              <a:gd name="connsiteY2" fmla="*/ 89426 h 4892872"/>
              <a:gd name="connsiteX3" fmla="*/ 1723767 w 3996021"/>
              <a:gd name="connsiteY3" fmla="*/ 319378 h 4892872"/>
              <a:gd name="connsiteX4" fmla="*/ 1608849 w 3996021"/>
              <a:gd name="connsiteY4" fmla="*/ 664307 h 4892872"/>
              <a:gd name="connsiteX5" fmla="*/ 1991908 w 3996021"/>
              <a:gd name="connsiteY5" fmla="*/ 1034785 h 4892872"/>
              <a:gd name="connsiteX6" fmla="*/ 2374967 w 3996021"/>
              <a:gd name="connsiteY6" fmla="*/ 664307 h 4892872"/>
              <a:gd name="connsiteX7" fmla="*/ 2272818 w 3996021"/>
              <a:gd name="connsiteY7" fmla="*/ 319378 h 4892872"/>
              <a:gd name="connsiteX8" fmla="*/ 2285586 w 3996021"/>
              <a:gd name="connsiteY8" fmla="*/ 89426 h 4892872"/>
              <a:gd name="connsiteX9" fmla="*/ 2489885 w 3996021"/>
              <a:gd name="connsiteY9" fmla="*/ 0 h 4892872"/>
              <a:gd name="connsiteX10" fmla="*/ 3731367 w 3996021"/>
              <a:gd name="connsiteY10" fmla="*/ 0 h 4892872"/>
              <a:gd name="connsiteX11" fmla="*/ 3996021 w 3996021"/>
              <a:gd name="connsiteY11" fmla="*/ 0 h 4892872"/>
              <a:gd name="connsiteX12" fmla="*/ 3996021 w 3996021"/>
              <a:gd name="connsiteY12" fmla="*/ 3870862 h 4892872"/>
              <a:gd name="connsiteX13" fmla="*/ 3993641 w 3996021"/>
              <a:gd name="connsiteY13" fmla="*/ 3870862 h 4892872"/>
              <a:gd name="connsiteX14" fmla="*/ 2489885 w 3996021"/>
              <a:gd name="connsiteY14" fmla="*/ 3870862 h 4892872"/>
              <a:gd name="connsiteX15" fmla="*/ 2362198 w 3996021"/>
              <a:gd name="connsiteY15" fmla="*/ 3921963 h 4892872"/>
              <a:gd name="connsiteX16" fmla="*/ 2362198 w 3996021"/>
              <a:gd name="connsiteY16" fmla="*/ 4075264 h 4892872"/>
              <a:gd name="connsiteX17" fmla="*/ 2464347 w 3996021"/>
              <a:gd name="connsiteY17" fmla="*/ 4445743 h 4892872"/>
              <a:gd name="connsiteX18" fmla="*/ 2400504 w 3996021"/>
              <a:gd name="connsiteY18" fmla="*/ 4675695 h 4892872"/>
              <a:gd name="connsiteX19" fmla="*/ 2387736 w 3996021"/>
              <a:gd name="connsiteY19" fmla="*/ 4701245 h 4892872"/>
              <a:gd name="connsiteX20" fmla="*/ 1991908 w 3996021"/>
              <a:gd name="connsiteY20" fmla="*/ 4892872 h 4892872"/>
              <a:gd name="connsiteX21" fmla="*/ 1608849 w 3996021"/>
              <a:gd name="connsiteY21" fmla="*/ 4701245 h 4892872"/>
              <a:gd name="connsiteX22" fmla="*/ 1596080 w 3996021"/>
              <a:gd name="connsiteY22" fmla="*/ 4675695 h 4892872"/>
              <a:gd name="connsiteX23" fmla="*/ 1532237 w 3996021"/>
              <a:gd name="connsiteY23" fmla="*/ 4445743 h 4892872"/>
              <a:gd name="connsiteX24" fmla="*/ 1634386 w 3996021"/>
              <a:gd name="connsiteY24" fmla="*/ 4075264 h 4892872"/>
              <a:gd name="connsiteX25" fmla="*/ 1634386 w 3996021"/>
              <a:gd name="connsiteY25" fmla="*/ 3921963 h 4892872"/>
              <a:gd name="connsiteX26" fmla="*/ 1506700 w 3996021"/>
              <a:gd name="connsiteY26" fmla="*/ 3870862 h 4892872"/>
              <a:gd name="connsiteX27" fmla="*/ 0 w 3996021"/>
              <a:gd name="connsiteY27" fmla="*/ 3870862 h 4892872"/>
              <a:gd name="connsiteX28" fmla="*/ 0 w 3996021"/>
              <a:gd name="connsiteY28" fmla="*/ 3589810 h 4892872"/>
              <a:gd name="connsiteX29" fmla="*/ 12769 w 3996021"/>
              <a:gd name="connsiteY29" fmla="*/ 3538709 h 4892872"/>
              <a:gd name="connsiteX30" fmla="*/ 12769 w 3996021"/>
              <a:gd name="connsiteY30" fmla="*/ 2414498 h 4892872"/>
              <a:gd name="connsiteX31" fmla="*/ 217067 w 3996021"/>
              <a:gd name="connsiteY31" fmla="*/ 2184546 h 4892872"/>
              <a:gd name="connsiteX32" fmla="*/ 344753 w 3996021"/>
              <a:gd name="connsiteY32" fmla="*/ 2210097 h 4892872"/>
              <a:gd name="connsiteX33" fmla="*/ 689507 w 3996021"/>
              <a:gd name="connsiteY33" fmla="*/ 2299522 h 4892872"/>
              <a:gd name="connsiteX34" fmla="*/ 1072566 w 3996021"/>
              <a:gd name="connsiteY34" fmla="*/ 1929044 h 4892872"/>
              <a:gd name="connsiteX35" fmla="*/ 689507 w 3996021"/>
              <a:gd name="connsiteY35" fmla="*/ 1558565 h 4892872"/>
              <a:gd name="connsiteX36" fmla="*/ 344753 w 3996021"/>
              <a:gd name="connsiteY36" fmla="*/ 1660766 h 4892872"/>
              <a:gd name="connsiteX37" fmla="*/ 217067 w 3996021"/>
              <a:gd name="connsiteY37" fmla="*/ 1686316 h 4892872"/>
              <a:gd name="connsiteX38" fmla="*/ 12769 w 3996021"/>
              <a:gd name="connsiteY38" fmla="*/ 1456364 h 4892872"/>
              <a:gd name="connsiteX39" fmla="*/ 12769 w 3996021"/>
              <a:gd name="connsiteY39" fmla="*/ 332153 h 4892872"/>
              <a:gd name="connsiteX40" fmla="*/ 0 w 3996021"/>
              <a:gd name="connsiteY40" fmla="*/ 281053 h 4892872"/>
              <a:gd name="connsiteX41" fmla="*/ 0 w 3996021"/>
              <a:gd name="connsiteY41" fmla="*/ 268278 h 4892872"/>
              <a:gd name="connsiteX42" fmla="*/ 0 w 3996021"/>
              <a:gd name="connsiteY42" fmla="*/ 0 h 4892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996021" h="4892872">
                <a:moveTo>
                  <a:pt x="0" y="0"/>
                </a:moveTo>
                <a:cubicBezTo>
                  <a:pt x="0" y="0"/>
                  <a:pt x="0" y="0"/>
                  <a:pt x="1506700" y="0"/>
                </a:cubicBezTo>
                <a:cubicBezTo>
                  <a:pt x="1596080" y="0"/>
                  <a:pt x="1672692" y="38325"/>
                  <a:pt x="1710998" y="89426"/>
                </a:cubicBezTo>
                <a:cubicBezTo>
                  <a:pt x="1749304" y="153302"/>
                  <a:pt x="1749304" y="242728"/>
                  <a:pt x="1723767" y="319378"/>
                </a:cubicBezTo>
                <a:cubicBezTo>
                  <a:pt x="1685461" y="383254"/>
                  <a:pt x="1608849" y="574881"/>
                  <a:pt x="1608849" y="664307"/>
                </a:cubicBezTo>
                <a:cubicBezTo>
                  <a:pt x="1608849" y="868709"/>
                  <a:pt x="1787610" y="1034785"/>
                  <a:pt x="1991908" y="1034785"/>
                </a:cubicBezTo>
                <a:cubicBezTo>
                  <a:pt x="2208975" y="1034785"/>
                  <a:pt x="2374967" y="868709"/>
                  <a:pt x="2374967" y="664307"/>
                </a:cubicBezTo>
                <a:cubicBezTo>
                  <a:pt x="2374967" y="574881"/>
                  <a:pt x="2311124" y="383254"/>
                  <a:pt x="2272818" y="319378"/>
                </a:cubicBezTo>
                <a:cubicBezTo>
                  <a:pt x="2234512" y="242728"/>
                  <a:pt x="2247281" y="153302"/>
                  <a:pt x="2285586" y="89426"/>
                </a:cubicBezTo>
                <a:cubicBezTo>
                  <a:pt x="2323892" y="38325"/>
                  <a:pt x="2400504" y="0"/>
                  <a:pt x="2489885" y="0"/>
                </a:cubicBezTo>
                <a:cubicBezTo>
                  <a:pt x="2489885" y="0"/>
                  <a:pt x="2489885" y="0"/>
                  <a:pt x="3731367" y="0"/>
                </a:cubicBezTo>
                <a:lnTo>
                  <a:pt x="3996021" y="0"/>
                </a:lnTo>
                <a:lnTo>
                  <a:pt x="3996021" y="3870862"/>
                </a:lnTo>
                <a:lnTo>
                  <a:pt x="3993641" y="3870862"/>
                </a:lnTo>
                <a:cubicBezTo>
                  <a:pt x="3973042" y="3870862"/>
                  <a:pt x="3808247" y="3870862"/>
                  <a:pt x="2489885" y="3870862"/>
                </a:cubicBezTo>
                <a:cubicBezTo>
                  <a:pt x="2426042" y="3870862"/>
                  <a:pt x="2387736" y="3883637"/>
                  <a:pt x="2362198" y="3921963"/>
                </a:cubicBezTo>
                <a:cubicBezTo>
                  <a:pt x="2336661" y="3960288"/>
                  <a:pt x="2336661" y="4011389"/>
                  <a:pt x="2362198" y="4075264"/>
                </a:cubicBezTo>
                <a:cubicBezTo>
                  <a:pt x="2374967" y="4100815"/>
                  <a:pt x="2464347" y="4317992"/>
                  <a:pt x="2464347" y="4445743"/>
                </a:cubicBezTo>
                <a:cubicBezTo>
                  <a:pt x="2464347" y="4522394"/>
                  <a:pt x="2438810" y="4611820"/>
                  <a:pt x="2400504" y="4675695"/>
                </a:cubicBezTo>
                <a:cubicBezTo>
                  <a:pt x="2400504" y="4688470"/>
                  <a:pt x="2387736" y="4688470"/>
                  <a:pt x="2387736" y="4701245"/>
                </a:cubicBezTo>
                <a:cubicBezTo>
                  <a:pt x="2298355" y="4828997"/>
                  <a:pt x="2157900" y="4892872"/>
                  <a:pt x="1991908" y="4892872"/>
                </a:cubicBezTo>
                <a:cubicBezTo>
                  <a:pt x="1838684" y="4892872"/>
                  <a:pt x="1698229" y="4828997"/>
                  <a:pt x="1608849" y="4701245"/>
                </a:cubicBezTo>
                <a:cubicBezTo>
                  <a:pt x="1608849" y="4688470"/>
                  <a:pt x="1596080" y="4688470"/>
                  <a:pt x="1596080" y="4675695"/>
                </a:cubicBezTo>
                <a:cubicBezTo>
                  <a:pt x="1545006" y="4611820"/>
                  <a:pt x="1532237" y="4522394"/>
                  <a:pt x="1532237" y="4445743"/>
                </a:cubicBezTo>
                <a:cubicBezTo>
                  <a:pt x="1532237" y="4317992"/>
                  <a:pt x="1621617" y="4100815"/>
                  <a:pt x="1634386" y="4075264"/>
                </a:cubicBezTo>
                <a:cubicBezTo>
                  <a:pt x="1659923" y="4011389"/>
                  <a:pt x="1659923" y="3960288"/>
                  <a:pt x="1634386" y="3921963"/>
                </a:cubicBezTo>
                <a:cubicBezTo>
                  <a:pt x="1608849" y="3883637"/>
                  <a:pt x="1557774" y="3870862"/>
                  <a:pt x="1506700" y="3870862"/>
                </a:cubicBezTo>
                <a:cubicBezTo>
                  <a:pt x="1506700" y="3870862"/>
                  <a:pt x="1506700" y="3870862"/>
                  <a:pt x="0" y="3870862"/>
                </a:cubicBezTo>
                <a:cubicBezTo>
                  <a:pt x="0" y="3870862"/>
                  <a:pt x="0" y="3870862"/>
                  <a:pt x="0" y="3589810"/>
                </a:cubicBezTo>
                <a:cubicBezTo>
                  <a:pt x="0" y="3577034"/>
                  <a:pt x="12769" y="3551484"/>
                  <a:pt x="12769" y="3538709"/>
                </a:cubicBezTo>
                <a:cubicBezTo>
                  <a:pt x="12769" y="3538709"/>
                  <a:pt x="12769" y="3538709"/>
                  <a:pt x="12769" y="2414498"/>
                </a:cubicBezTo>
                <a:cubicBezTo>
                  <a:pt x="12769" y="2273972"/>
                  <a:pt x="89381" y="2184546"/>
                  <a:pt x="217067" y="2184546"/>
                </a:cubicBezTo>
                <a:cubicBezTo>
                  <a:pt x="255373" y="2184546"/>
                  <a:pt x="293679" y="2184546"/>
                  <a:pt x="344753" y="2210097"/>
                </a:cubicBezTo>
                <a:cubicBezTo>
                  <a:pt x="408597" y="2235647"/>
                  <a:pt x="600126" y="2299522"/>
                  <a:pt x="689507" y="2299522"/>
                </a:cubicBezTo>
                <a:cubicBezTo>
                  <a:pt x="906574" y="2299522"/>
                  <a:pt x="1072566" y="2133446"/>
                  <a:pt x="1072566" y="1929044"/>
                </a:cubicBezTo>
                <a:cubicBezTo>
                  <a:pt x="1072566" y="1724642"/>
                  <a:pt x="906574" y="1558565"/>
                  <a:pt x="689507" y="1558565"/>
                </a:cubicBezTo>
                <a:cubicBezTo>
                  <a:pt x="600126" y="1558565"/>
                  <a:pt x="408597" y="1635216"/>
                  <a:pt x="344753" y="1660766"/>
                </a:cubicBezTo>
                <a:cubicBezTo>
                  <a:pt x="293679" y="1673541"/>
                  <a:pt x="255373" y="1686316"/>
                  <a:pt x="217067" y="1686316"/>
                </a:cubicBezTo>
                <a:cubicBezTo>
                  <a:pt x="89381" y="1686316"/>
                  <a:pt x="12769" y="1596891"/>
                  <a:pt x="12769" y="1456364"/>
                </a:cubicBezTo>
                <a:cubicBezTo>
                  <a:pt x="12769" y="1456364"/>
                  <a:pt x="12769" y="1456364"/>
                  <a:pt x="12769" y="332153"/>
                </a:cubicBezTo>
                <a:cubicBezTo>
                  <a:pt x="12769" y="306603"/>
                  <a:pt x="0" y="293828"/>
                  <a:pt x="0" y="281053"/>
                </a:cubicBezTo>
                <a:cubicBezTo>
                  <a:pt x="0" y="281053"/>
                  <a:pt x="0" y="281053"/>
                  <a:pt x="0" y="268278"/>
                </a:cubicBezTo>
                <a:cubicBezTo>
                  <a:pt x="0" y="268278"/>
                  <a:pt x="0" y="268278"/>
                  <a:pt x="0" y="0"/>
                </a:cubicBezTo>
                <a:close/>
              </a:path>
            </a:pathLst>
          </a:custGeom>
          <a:solidFill>
            <a:srgbClr val="3A8FCB"/>
          </a:solidFill>
          <a:ln>
            <a:noFill/>
          </a:ln>
        </p:spPr>
        <p:txBody>
          <a:bodyPr vert="horz" wrap="square" lIns="91440" tIns="45720" rIns="91440" bIns="45720" numCol="1" anchor="t" anchorCtr="0" compatLnSpc="1">
            <a:prstTxWarp prst="textNoShape">
              <a:avLst/>
            </a:prstTxWarp>
            <a:noAutofit/>
          </a:bodyPr>
          <a:lstStyle/>
          <a:p>
            <a:endParaRPr lang="zh-CN" altLang="en-US">
              <a:solidFill>
                <a:srgbClr val="FF0000"/>
              </a:solidFill>
            </a:endParaRPr>
          </a:p>
        </p:txBody>
      </p:sp>
      <p:sp>
        <p:nvSpPr>
          <p:cNvPr id="51" name="任意多边形 50"/>
          <p:cNvSpPr>
            <a:spLocks noChangeAspect="1"/>
          </p:cNvSpPr>
          <p:nvPr/>
        </p:nvSpPr>
        <p:spPr bwMode="auto">
          <a:xfrm rot="5400000">
            <a:off x="5312884" y="4425309"/>
            <a:ext cx="1246989" cy="1526858"/>
          </a:xfrm>
          <a:custGeom>
            <a:avLst/>
            <a:gdLst>
              <a:gd name="connsiteX0" fmla="*/ 0 w 3996021"/>
              <a:gd name="connsiteY0" fmla="*/ 0 h 4892872"/>
              <a:gd name="connsiteX1" fmla="*/ 1506700 w 3996021"/>
              <a:gd name="connsiteY1" fmla="*/ 0 h 4892872"/>
              <a:gd name="connsiteX2" fmla="*/ 1710998 w 3996021"/>
              <a:gd name="connsiteY2" fmla="*/ 89426 h 4892872"/>
              <a:gd name="connsiteX3" fmla="*/ 1723767 w 3996021"/>
              <a:gd name="connsiteY3" fmla="*/ 319378 h 4892872"/>
              <a:gd name="connsiteX4" fmla="*/ 1608849 w 3996021"/>
              <a:gd name="connsiteY4" fmla="*/ 664307 h 4892872"/>
              <a:gd name="connsiteX5" fmla="*/ 1991908 w 3996021"/>
              <a:gd name="connsiteY5" fmla="*/ 1034785 h 4892872"/>
              <a:gd name="connsiteX6" fmla="*/ 2374967 w 3996021"/>
              <a:gd name="connsiteY6" fmla="*/ 664307 h 4892872"/>
              <a:gd name="connsiteX7" fmla="*/ 2272818 w 3996021"/>
              <a:gd name="connsiteY7" fmla="*/ 319378 h 4892872"/>
              <a:gd name="connsiteX8" fmla="*/ 2285586 w 3996021"/>
              <a:gd name="connsiteY8" fmla="*/ 89426 h 4892872"/>
              <a:gd name="connsiteX9" fmla="*/ 2489885 w 3996021"/>
              <a:gd name="connsiteY9" fmla="*/ 0 h 4892872"/>
              <a:gd name="connsiteX10" fmla="*/ 3731367 w 3996021"/>
              <a:gd name="connsiteY10" fmla="*/ 0 h 4892872"/>
              <a:gd name="connsiteX11" fmla="*/ 3996021 w 3996021"/>
              <a:gd name="connsiteY11" fmla="*/ 0 h 4892872"/>
              <a:gd name="connsiteX12" fmla="*/ 3996021 w 3996021"/>
              <a:gd name="connsiteY12" fmla="*/ 3870862 h 4892872"/>
              <a:gd name="connsiteX13" fmla="*/ 3993641 w 3996021"/>
              <a:gd name="connsiteY13" fmla="*/ 3870862 h 4892872"/>
              <a:gd name="connsiteX14" fmla="*/ 2489885 w 3996021"/>
              <a:gd name="connsiteY14" fmla="*/ 3870862 h 4892872"/>
              <a:gd name="connsiteX15" fmla="*/ 2362198 w 3996021"/>
              <a:gd name="connsiteY15" fmla="*/ 3921963 h 4892872"/>
              <a:gd name="connsiteX16" fmla="*/ 2362198 w 3996021"/>
              <a:gd name="connsiteY16" fmla="*/ 4075264 h 4892872"/>
              <a:gd name="connsiteX17" fmla="*/ 2464347 w 3996021"/>
              <a:gd name="connsiteY17" fmla="*/ 4445743 h 4892872"/>
              <a:gd name="connsiteX18" fmla="*/ 2400504 w 3996021"/>
              <a:gd name="connsiteY18" fmla="*/ 4675695 h 4892872"/>
              <a:gd name="connsiteX19" fmla="*/ 2387736 w 3996021"/>
              <a:gd name="connsiteY19" fmla="*/ 4701245 h 4892872"/>
              <a:gd name="connsiteX20" fmla="*/ 1991908 w 3996021"/>
              <a:gd name="connsiteY20" fmla="*/ 4892872 h 4892872"/>
              <a:gd name="connsiteX21" fmla="*/ 1608849 w 3996021"/>
              <a:gd name="connsiteY21" fmla="*/ 4701245 h 4892872"/>
              <a:gd name="connsiteX22" fmla="*/ 1596080 w 3996021"/>
              <a:gd name="connsiteY22" fmla="*/ 4675695 h 4892872"/>
              <a:gd name="connsiteX23" fmla="*/ 1532237 w 3996021"/>
              <a:gd name="connsiteY23" fmla="*/ 4445743 h 4892872"/>
              <a:gd name="connsiteX24" fmla="*/ 1634386 w 3996021"/>
              <a:gd name="connsiteY24" fmla="*/ 4075264 h 4892872"/>
              <a:gd name="connsiteX25" fmla="*/ 1634386 w 3996021"/>
              <a:gd name="connsiteY25" fmla="*/ 3921963 h 4892872"/>
              <a:gd name="connsiteX26" fmla="*/ 1506700 w 3996021"/>
              <a:gd name="connsiteY26" fmla="*/ 3870862 h 4892872"/>
              <a:gd name="connsiteX27" fmla="*/ 0 w 3996021"/>
              <a:gd name="connsiteY27" fmla="*/ 3870862 h 4892872"/>
              <a:gd name="connsiteX28" fmla="*/ 0 w 3996021"/>
              <a:gd name="connsiteY28" fmla="*/ 3589810 h 4892872"/>
              <a:gd name="connsiteX29" fmla="*/ 12769 w 3996021"/>
              <a:gd name="connsiteY29" fmla="*/ 3538709 h 4892872"/>
              <a:gd name="connsiteX30" fmla="*/ 12769 w 3996021"/>
              <a:gd name="connsiteY30" fmla="*/ 2414498 h 4892872"/>
              <a:gd name="connsiteX31" fmla="*/ 217067 w 3996021"/>
              <a:gd name="connsiteY31" fmla="*/ 2184546 h 4892872"/>
              <a:gd name="connsiteX32" fmla="*/ 344753 w 3996021"/>
              <a:gd name="connsiteY32" fmla="*/ 2210097 h 4892872"/>
              <a:gd name="connsiteX33" fmla="*/ 689507 w 3996021"/>
              <a:gd name="connsiteY33" fmla="*/ 2299522 h 4892872"/>
              <a:gd name="connsiteX34" fmla="*/ 1072566 w 3996021"/>
              <a:gd name="connsiteY34" fmla="*/ 1929044 h 4892872"/>
              <a:gd name="connsiteX35" fmla="*/ 689507 w 3996021"/>
              <a:gd name="connsiteY35" fmla="*/ 1558565 h 4892872"/>
              <a:gd name="connsiteX36" fmla="*/ 344753 w 3996021"/>
              <a:gd name="connsiteY36" fmla="*/ 1660766 h 4892872"/>
              <a:gd name="connsiteX37" fmla="*/ 217067 w 3996021"/>
              <a:gd name="connsiteY37" fmla="*/ 1686316 h 4892872"/>
              <a:gd name="connsiteX38" fmla="*/ 12769 w 3996021"/>
              <a:gd name="connsiteY38" fmla="*/ 1456364 h 4892872"/>
              <a:gd name="connsiteX39" fmla="*/ 12769 w 3996021"/>
              <a:gd name="connsiteY39" fmla="*/ 332153 h 4892872"/>
              <a:gd name="connsiteX40" fmla="*/ 0 w 3996021"/>
              <a:gd name="connsiteY40" fmla="*/ 281053 h 4892872"/>
              <a:gd name="connsiteX41" fmla="*/ 0 w 3996021"/>
              <a:gd name="connsiteY41" fmla="*/ 268278 h 4892872"/>
              <a:gd name="connsiteX42" fmla="*/ 0 w 3996021"/>
              <a:gd name="connsiteY42" fmla="*/ 0 h 4892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996021" h="4892872">
                <a:moveTo>
                  <a:pt x="0" y="0"/>
                </a:moveTo>
                <a:cubicBezTo>
                  <a:pt x="0" y="0"/>
                  <a:pt x="0" y="0"/>
                  <a:pt x="1506700" y="0"/>
                </a:cubicBezTo>
                <a:cubicBezTo>
                  <a:pt x="1596080" y="0"/>
                  <a:pt x="1672692" y="38325"/>
                  <a:pt x="1710998" y="89426"/>
                </a:cubicBezTo>
                <a:cubicBezTo>
                  <a:pt x="1749304" y="153302"/>
                  <a:pt x="1749304" y="242728"/>
                  <a:pt x="1723767" y="319378"/>
                </a:cubicBezTo>
                <a:cubicBezTo>
                  <a:pt x="1685461" y="383254"/>
                  <a:pt x="1608849" y="574881"/>
                  <a:pt x="1608849" y="664307"/>
                </a:cubicBezTo>
                <a:cubicBezTo>
                  <a:pt x="1608849" y="868709"/>
                  <a:pt x="1787610" y="1034785"/>
                  <a:pt x="1991908" y="1034785"/>
                </a:cubicBezTo>
                <a:cubicBezTo>
                  <a:pt x="2208975" y="1034785"/>
                  <a:pt x="2374967" y="868709"/>
                  <a:pt x="2374967" y="664307"/>
                </a:cubicBezTo>
                <a:cubicBezTo>
                  <a:pt x="2374967" y="574881"/>
                  <a:pt x="2311124" y="383254"/>
                  <a:pt x="2272818" y="319378"/>
                </a:cubicBezTo>
                <a:cubicBezTo>
                  <a:pt x="2234512" y="242728"/>
                  <a:pt x="2247281" y="153302"/>
                  <a:pt x="2285586" y="89426"/>
                </a:cubicBezTo>
                <a:cubicBezTo>
                  <a:pt x="2323892" y="38325"/>
                  <a:pt x="2400504" y="0"/>
                  <a:pt x="2489885" y="0"/>
                </a:cubicBezTo>
                <a:cubicBezTo>
                  <a:pt x="2489885" y="0"/>
                  <a:pt x="2489885" y="0"/>
                  <a:pt x="3731367" y="0"/>
                </a:cubicBezTo>
                <a:lnTo>
                  <a:pt x="3996021" y="0"/>
                </a:lnTo>
                <a:lnTo>
                  <a:pt x="3996021" y="3870862"/>
                </a:lnTo>
                <a:lnTo>
                  <a:pt x="3993641" y="3870862"/>
                </a:lnTo>
                <a:cubicBezTo>
                  <a:pt x="3973042" y="3870862"/>
                  <a:pt x="3808247" y="3870862"/>
                  <a:pt x="2489885" y="3870862"/>
                </a:cubicBezTo>
                <a:cubicBezTo>
                  <a:pt x="2426042" y="3870862"/>
                  <a:pt x="2387736" y="3883637"/>
                  <a:pt x="2362198" y="3921963"/>
                </a:cubicBezTo>
                <a:cubicBezTo>
                  <a:pt x="2336661" y="3960288"/>
                  <a:pt x="2336661" y="4011389"/>
                  <a:pt x="2362198" y="4075264"/>
                </a:cubicBezTo>
                <a:cubicBezTo>
                  <a:pt x="2374967" y="4100815"/>
                  <a:pt x="2464347" y="4317992"/>
                  <a:pt x="2464347" y="4445743"/>
                </a:cubicBezTo>
                <a:cubicBezTo>
                  <a:pt x="2464347" y="4522394"/>
                  <a:pt x="2438810" y="4611820"/>
                  <a:pt x="2400504" y="4675695"/>
                </a:cubicBezTo>
                <a:cubicBezTo>
                  <a:pt x="2400504" y="4688470"/>
                  <a:pt x="2387736" y="4688470"/>
                  <a:pt x="2387736" y="4701245"/>
                </a:cubicBezTo>
                <a:cubicBezTo>
                  <a:pt x="2298355" y="4828997"/>
                  <a:pt x="2157900" y="4892872"/>
                  <a:pt x="1991908" y="4892872"/>
                </a:cubicBezTo>
                <a:cubicBezTo>
                  <a:pt x="1838684" y="4892872"/>
                  <a:pt x="1698229" y="4828997"/>
                  <a:pt x="1608849" y="4701245"/>
                </a:cubicBezTo>
                <a:cubicBezTo>
                  <a:pt x="1608849" y="4688470"/>
                  <a:pt x="1596080" y="4688470"/>
                  <a:pt x="1596080" y="4675695"/>
                </a:cubicBezTo>
                <a:cubicBezTo>
                  <a:pt x="1545006" y="4611820"/>
                  <a:pt x="1532237" y="4522394"/>
                  <a:pt x="1532237" y="4445743"/>
                </a:cubicBezTo>
                <a:cubicBezTo>
                  <a:pt x="1532237" y="4317992"/>
                  <a:pt x="1621617" y="4100815"/>
                  <a:pt x="1634386" y="4075264"/>
                </a:cubicBezTo>
                <a:cubicBezTo>
                  <a:pt x="1659923" y="4011389"/>
                  <a:pt x="1659923" y="3960288"/>
                  <a:pt x="1634386" y="3921963"/>
                </a:cubicBezTo>
                <a:cubicBezTo>
                  <a:pt x="1608849" y="3883637"/>
                  <a:pt x="1557774" y="3870862"/>
                  <a:pt x="1506700" y="3870862"/>
                </a:cubicBezTo>
                <a:cubicBezTo>
                  <a:pt x="1506700" y="3870862"/>
                  <a:pt x="1506700" y="3870862"/>
                  <a:pt x="0" y="3870862"/>
                </a:cubicBezTo>
                <a:cubicBezTo>
                  <a:pt x="0" y="3870862"/>
                  <a:pt x="0" y="3870862"/>
                  <a:pt x="0" y="3589810"/>
                </a:cubicBezTo>
                <a:cubicBezTo>
                  <a:pt x="0" y="3577034"/>
                  <a:pt x="12769" y="3551484"/>
                  <a:pt x="12769" y="3538709"/>
                </a:cubicBezTo>
                <a:cubicBezTo>
                  <a:pt x="12769" y="3538709"/>
                  <a:pt x="12769" y="3538709"/>
                  <a:pt x="12769" y="2414498"/>
                </a:cubicBezTo>
                <a:cubicBezTo>
                  <a:pt x="12769" y="2273972"/>
                  <a:pt x="89381" y="2184546"/>
                  <a:pt x="217067" y="2184546"/>
                </a:cubicBezTo>
                <a:cubicBezTo>
                  <a:pt x="255373" y="2184546"/>
                  <a:pt x="293679" y="2184546"/>
                  <a:pt x="344753" y="2210097"/>
                </a:cubicBezTo>
                <a:cubicBezTo>
                  <a:pt x="408597" y="2235647"/>
                  <a:pt x="600126" y="2299522"/>
                  <a:pt x="689507" y="2299522"/>
                </a:cubicBezTo>
                <a:cubicBezTo>
                  <a:pt x="906574" y="2299522"/>
                  <a:pt x="1072566" y="2133446"/>
                  <a:pt x="1072566" y="1929044"/>
                </a:cubicBezTo>
                <a:cubicBezTo>
                  <a:pt x="1072566" y="1724642"/>
                  <a:pt x="906574" y="1558565"/>
                  <a:pt x="689507" y="1558565"/>
                </a:cubicBezTo>
                <a:cubicBezTo>
                  <a:pt x="600126" y="1558565"/>
                  <a:pt x="408597" y="1635216"/>
                  <a:pt x="344753" y="1660766"/>
                </a:cubicBezTo>
                <a:cubicBezTo>
                  <a:pt x="293679" y="1673541"/>
                  <a:pt x="255373" y="1686316"/>
                  <a:pt x="217067" y="1686316"/>
                </a:cubicBezTo>
                <a:cubicBezTo>
                  <a:pt x="89381" y="1686316"/>
                  <a:pt x="12769" y="1596891"/>
                  <a:pt x="12769" y="1456364"/>
                </a:cubicBezTo>
                <a:cubicBezTo>
                  <a:pt x="12769" y="1456364"/>
                  <a:pt x="12769" y="1456364"/>
                  <a:pt x="12769" y="332153"/>
                </a:cubicBezTo>
                <a:cubicBezTo>
                  <a:pt x="12769" y="306603"/>
                  <a:pt x="0" y="293828"/>
                  <a:pt x="0" y="281053"/>
                </a:cubicBezTo>
                <a:cubicBezTo>
                  <a:pt x="0" y="281053"/>
                  <a:pt x="0" y="281053"/>
                  <a:pt x="0" y="268278"/>
                </a:cubicBezTo>
                <a:cubicBezTo>
                  <a:pt x="0" y="268278"/>
                  <a:pt x="0" y="268278"/>
                  <a:pt x="0" y="0"/>
                </a:cubicBezTo>
                <a:close/>
              </a:path>
            </a:pathLst>
          </a:custGeom>
          <a:solidFill>
            <a:srgbClr val="219980"/>
          </a:solidFill>
          <a:ln>
            <a:noFill/>
          </a:ln>
        </p:spPr>
        <p:txBody>
          <a:bodyPr vert="horz" wrap="square" lIns="91440" tIns="45720" rIns="91440" bIns="45720" numCol="1" anchor="t" anchorCtr="0" compatLnSpc="1">
            <a:prstTxWarp prst="textNoShape">
              <a:avLst/>
            </a:prstTxWarp>
            <a:noAutofit/>
          </a:bodyPr>
          <a:lstStyle/>
          <a:p>
            <a:endParaRPr lang="zh-CN" altLang="en-US">
              <a:solidFill>
                <a:srgbClr val="FF0000"/>
              </a:solidFill>
            </a:endParaRPr>
          </a:p>
        </p:txBody>
      </p:sp>
      <p:sp>
        <p:nvSpPr>
          <p:cNvPr id="56" name="任意多边形 55"/>
          <p:cNvSpPr>
            <a:spLocks noChangeAspect="1"/>
          </p:cNvSpPr>
          <p:nvPr/>
        </p:nvSpPr>
        <p:spPr bwMode="auto">
          <a:xfrm>
            <a:off x="6703630" y="3371210"/>
            <a:ext cx="1246989" cy="1526856"/>
          </a:xfrm>
          <a:custGeom>
            <a:avLst/>
            <a:gdLst>
              <a:gd name="connsiteX0" fmla="*/ 0 w 3996021"/>
              <a:gd name="connsiteY0" fmla="*/ 0 h 4892872"/>
              <a:gd name="connsiteX1" fmla="*/ 1506700 w 3996021"/>
              <a:gd name="connsiteY1" fmla="*/ 0 h 4892872"/>
              <a:gd name="connsiteX2" fmla="*/ 1710998 w 3996021"/>
              <a:gd name="connsiteY2" fmla="*/ 89426 h 4892872"/>
              <a:gd name="connsiteX3" fmla="*/ 1723767 w 3996021"/>
              <a:gd name="connsiteY3" fmla="*/ 319378 h 4892872"/>
              <a:gd name="connsiteX4" fmla="*/ 1608849 w 3996021"/>
              <a:gd name="connsiteY4" fmla="*/ 664307 h 4892872"/>
              <a:gd name="connsiteX5" fmla="*/ 1991908 w 3996021"/>
              <a:gd name="connsiteY5" fmla="*/ 1034785 h 4892872"/>
              <a:gd name="connsiteX6" fmla="*/ 2374967 w 3996021"/>
              <a:gd name="connsiteY6" fmla="*/ 664307 h 4892872"/>
              <a:gd name="connsiteX7" fmla="*/ 2272818 w 3996021"/>
              <a:gd name="connsiteY7" fmla="*/ 319378 h 4892872"/>
              <a:gd name="connsiteX8" fmla="*/ 2285586 w 3996021"/>
              <a:gd name="connsiteY8" fmla="*/ 89426 h 4892872"/>
              <a:gd name="connsiteX9" fmla="*/ 2489885 w 3996021"/>
              <a:gd name="connsiteY9" fmla="*/ 0 h 4892872"/>
              <a:gd name="connsiteX10" fmla="*/ 3731367 w 3996021"/>
              <a:gd name="connsiteY10" fmla="*/ 0 h 4892872"/>
              <a:gd name="connsiteX11" fmla="*/ 3996021 w 3996021"/>
              <a:gd name="connsiteY11" fmla="*/ 0 h 4892872"/>
              <a:gd name="connsiteX12" fmla="*/ 3996021 w 3996021"/>
              <a:gd name="connsiteY12" fmla="*/ 3870862 h 4892872"/>
              <a:gd name="connsiteX13" fmla="*/ 3993641 w 3996021"/>
              <a:gd name="connsiteY13" fmla="*/ 3870862 h 4892872"/>
              <a:gd name="connsiteX14" fmla="*/ 2489885 w 3996021"/>
              <a:gd name="connsiteY14" fmla="*/ 3870862 h 4892872"/>
              <a:gd name="connsiteX15" fmla="*/ 2362198 w 3996021"/>
              <a:gd name="connsiteY15" fmla="*/ 3921963 h 4892872"/>
              <a:gd name="connsiteX16" fmla="*/ 2362198 w 3996021"/>
              <a:gd name="connsiteY16" fmla="*/ 4075264 h 4892872"/>
              <a:gd name="connsiteX17" fmla="*/ 2464347 w 3996021"/>
              <a:gd name="connsiteY17" fmla="*/ 4445743 h 4892872"/>
              <a:gd name="connsiteX18" fmla="*/ 2400504 w 3996021"/>
              <a:gd name="connsiteY18" fmla="*/ 4675695 h 4892872"/>
              <a:gd name="connsiteX19" fmla="*/ 2387736 w 3996021"/>
              <a:gd name="connsiteY19" fmla="*/ 4701245 h 4892872"/>
              <a:gd name="connsiteX20" fmla="*/ 1991908 w 3996021"/>
              <a:gd name="connsiteY20" fmla="*/ 4892872 h 4892872"/>
              <a:gd name="connsiteX21" fmla="*/ 1608849 w 3996021"/>
              <a:gd name="connsiteY21" fmla="*/ 4701245 h 4892872"/>
              <a:gd name="connsiteX22" fmla="*/ 1596080 w 3996021"/>
              <a:gd name="connsiteY22" fmla="*/ 4675695 h 4892872"/>
              <a:gd name="connsiteX23" fmla="*/ 1532237 w 3996021"/>
              <a:gd name="connsiteY23" fmla="*/ 4445743 h 4892872"/>
              <a:gd name="connsiteX24" fmla="*/ 1634386 w 3996021"/>
              <a:gd name="connsiteY24" fmla="*/ 4075264 h 4892872"/>
              <a:gd name="connsiteX25" fmla="*/ 1634386 w 3996021"/>
              <a:gd name="connsiteY25" fmla="*/ 3921963 h 4892872"/>
              <a:gd name="connsiteX26" fmla="*/ 1506700 w 3996021"/>
              <a:gd name="connsiteY26" fmla="*/ 3870862 h 4892872"/>
              <a:gd name="connsiteX27" fmla="*/ 0 w 3996021"/>
              <a:gd name="connsiteY27" fmla="*/ 3870862 h 4892872"/>
              <a:gd name="connsiteX28" fmla="*/ 0 w 3996021"/>
              <a:gd name="connsiteY28" fmla="*/ 3589810 h 4892872"/>
              <a:gd name="connsiteX29" fmla="*/ 12769 w 3996021"/>
              <a:gd name="connsiteY29" fmla="*/ 3538709 h 4892872"/>
              <a:gd name="connsiteX30" fmla="*/ 12769 w 3996021"/>
              <a:gd name="connsiteY30" fmla="*/ 2414498 h 4892872"/>
              <a:gd name="connsiteX31" fmla="*/ 217067 w 3996021"/>
              <a:gd name="connsiteY31" fmla="*/ 2184546 h 4892872"/>
              <a:gd name="connsiteX32" fmla="*/ 344753 w 3996021"/>
              <a:gd name="connsiteY32" fmla="*/ 2210097 h 4892872"/>
              <a:gd name="connsiteX33" fmla="*/ 689507 w 3996021"/>
              <a:gd name="connsiteY33" fmla="*/ 2299522 h 4892872"/>
              <a:gd name="connsiteX34" fmla="*/ 1072566 w 3996021"/>
              <a:gd name="connsiteY34" fmla="*/ 1929044 h 4892872"/>
              <a:gd name="connsiteX35" fmla="*/ 689507 w 3996021"/>
              <a:gd name="connsiteY35" fmla="*/ 1558565 h 4892872"/>
              <a:gd name="connsiteX36" fmla="*/ 344753 w 3996021"/>
              <a:gd name="connsiteY36" fmla="*/ 1660766 h 4892872"/>
              <a:gd name="connsiteX37" fmla="*/ 217067 w 3996021"/>
              <a:gd name="connsiteY37" fmla="*/ 1686316 h 4892872"/>
              <a:gd name="connsiteX38" fmla="*/ 12769 w 3996021"/>
              <a:gd name="connsiteY38" fmla="*/ 1456364 h 4892872"/>
              <a:gd name="connsiteX39" fmla="*/ 12769 w 3996021"/>
              <a:gd name="connsiteY39" fmla="*/ 332153 h 4892872"/>
              <a:gd name="connsiteX40" fmla="*/ 0 w 3996021"/>
              <a:gd name="connsiteY40" fmla="*/ 281053 h 4892872"/>
              <a:gd name="connsiteX41" fmla="*/ 0 w 3996021"/>
              <a:gd name="connsiteY41" fmla="*/ 268278 h 4892872"/>
              <a:gd name="connsiteX42" fmla="*/ 0 w 3996021"/>
              <a:gd name="connsiteY42" fmla="*/ 0 h 4892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996021" h="4892872">
                <a:moveTo>
                  <a:pt x="0" y="0"/>
                </a:moveTo>
                <a:cubicBezTo>
                  <a:pt x="0" y="0"/>
                  <a:pt x="0" y="0"/>
                  <a:pt x="1506700" y="0"/>
                </a:cubicBezTo>
                <a:cubicBezTo>
                  <a:pt x="1596080" y="0"/>
                  <a:pt x="1672692" y="38325"/>
                  <a:pt x="1710998" y="89426"/>
                </a:cubicBezTo>
                <a:cubicBezTo>
                  <a:pt x="1749304" y="153302"/>
                  <a:pt x="1749304" y="242728"/>
                  <a:pt x="1723767" y="319378"/>
                </a:cubicBezTo>
                <a:cubicBezTo>
                  <a:pt x="1685461" y="383254"/>
                  <a:pt x="1608849" y="574881"/>
                  <a:pt x="1608849" y="664307"/>
                </a:cubicBezTo>
                <a:cubicBezTo>
                  <a:pt x="1608849" y="868709"/>
                  <a:pt x="1787610" y="1034785"/>
                  <a:pt x="1991908" y="1034785"/>
                </a:cubicBezTo>
                <a:cubicBezTo>
                  <a:pt x="2208975" y="1034785"/>
                  <a:pt x="2374967" y="868709"/>
                  <a:pt x="2374967" y="664307"/>
                </a:cubicBezTo>
                <a:cubicBezTo>
                  <a:pt x="2374967" y="574881"/>
                  <a:pt x="2311124" y="383254"/>
                  <a:pt x="2272818" y="319378"/>
                </a:cubicBezTo>
                <a:cubicBezTo>
                  <a:pt x="2234512" y="242728"/>
                  <a:pt x="2247281" y="153302"/>
                  <a:pt x="2285586" y="89426"/>
                </a:cubicBezTo>
                <a:cubicBezTo>
                  <a:pt x="2323892" y="38325"/>
                  <a:pt x="2400504" y="0"/>
                  <a:pt x="2489885" y="0"/>
                </a:cubicBezTo>
                <a:cubicBezTo>
                  <a:pt x="2489885" y="0"/>
                  <a:pt x="2489885" y="0"/>
                  <a:pt x="3731367" y="0"/>
                </a:cubicBezTo>
                <a:lnTo>
                  <a:pt x="3996021" y="0"/>
                </a:lnTo>
                <a:lnTo>
                  <a:pt x="3996021" y="3870862"/>
                </a:lnTo>
                <a:lnTo>
                  <a:pt x="3993641" y="3870862"/>
                </a:lnTo>
                <a:cubicBezTo>
                  <a:pt x="3973042" y="3870862"/>
                  <a:pt x="3808247" y="3870862"/>
                  <a:pt x="2489885" y="3870862"/>
                </a:cubicBezTo>
                <a:cubicBezTo>
                  <a:pt x="2426042" y="3870862"/>
                  <a:pt x="2387736" y="3883637"/>
                  <a:pt x="2362198" y="3921963"/>
                </a:cubicBezTo>
                <a:cubicBezTo>
                  <a:pt x="2336661" y="3960288"/>
                  <a:pt x="2336661" y="4011389"/>
                  <a:pt x="2362198" y="4075264"/>
                </a:cubicBezTo>
                <a:cubicBezTo>
                  <a:pt x="2374967" y="4100815"/>
                  <a:pt x="2464347" y="4317992"/>
                  <a:pt x="2464347" y="4445743"/>
                </a:cubicBezTo>
                <a:cubicBezTo>
                  <a:pt x="2464347" y="4522394"/>
                  <a:pt x="2438810" y="4611820"/>
                  <a:pt x="2400504" y="4675695"/>
                </a:cubicBezTo>
                <a:cubicBezTo>
                  <a:pt x="2400504" y="4688470"/>
                  <a:pt x="2387736" y="4688470"/>
                  <a:pt x="2387736" y="4701245"/>
                </a:cubicBezTo>
                <a:cubicBezTo>
                  <a:pt x="2298355" y="4828997"/>
                  <a:pt x="2157900" y="4892872"/>
                  <a:pt x="1991908" y="4892872"/>
                </a:cubicBezTo>
                <a:cubicBezTo>
                  <a:pt x="1838684" y="4892872"/>
                  <a:pt x="1698229" y="4828997"/>
                  <a:pt x="1608849" y="4701245"/>
                </a:cubicBezTo>
                <a:cubicBezTo>
                  <a:pt x="1608849" y="4688470"/>
                  <a:pt x="1596080" y="4688470"/>
                  <a:pt x="1596080" y="4675695"/>
                </a:cubicBezTo>
                <a:cubicBezTo>
                  <a:pt x="1545006" y="4611820"/>
                  <a:pt x="1532237" y="4522394"/>
                  <a:pt x="1532237" y="4445743"/>
                </a:cubicBezTo>
                <a:cubicBezTo>
                  <a:pt x="1532237" y="4317992"/>
                  <a:pt x="1621617" y="4100815"/>
                  <a:pt x="1634386" y="4075264"/>
                </a:cubicBezTo>
                <a:cubicBezTo>
                  <a:pt x="1659923" y="4011389"/>
                  <a:pt x="1659923" y="3960288"/>
                  <a:pt x="1634386" y="3921963"/>
                </a:cubicBezTo>
                <a:cubicBezTo>
                  <a:pt x="1608849" y="3883637"/>
                  <a:pt x="1557774" y="3870862"/>
                  <a:pt x="1506700" y="3870862"/>
                </a:cubicBezTo>
                <a:cubicBezTo>
                  <a:pt x="1506700" y="3870862"/>
                  <a:pt x="1506700" y="3870862"/>
                  <a:pt x="0" y="3870862"/>
                </a:cubicBezTo>
                <a:cubicBezTo>
                  <a:pt x="0" y="3870862"/>
                  <a:pt x="0" y="3870862"/>
                  <a:pt x="0" y="3589810"/>
                </a:cubicBezTo>
                <a:cubicBezTo>
                  <a:pt x="0" y="3577034"/>
                  <a:pt x="12769" y="3551484"/>
                  <a:pt x="12769" y="3538709"/>
                </a:cubicBezTo>
                <a:cubicBezTo>
                  <a:pt x="12769" y="3538709"/>
                  <a:pt x="12769" y="3538709"/>
                  <a:pt x="12769" y="2414498"/>
                </a:cubicBezTo>
                <a:cubicBezTo>
                  <a:pt x="12769" y="2273972"/>
                  <a:pt x="89381" y="2184546"/>
                  <a:pt x="217067" y="2184546"/>
                </a:cubicBezTo>
                <a:cubicBezTo>
                  <a:pt x="255373" y="2184546"/>
                  <a:pt x="293679" y="2184546"/>
                  <a:pt x="344753" y="2210097"/>
                </a:cubicBezTo>
                <a:cubicBezTo>
                  <a:pt x="408597" y="2235647"/>
                  <a:pt x="600126" y="2299522"/>
                  <a:pt x="689507" y="2299522"/>
                </a:cubicBezTo>
                <a:cubicBezTo>
                  <a:pt x="906574" y="2299522"/>
                  <a:pt x="1072566" y="2133446"/>
                  <a:pt x="1072566" y="1929044"/>
                </a:cubicBezTo>
                <a:cubicBezTo>
                  <a:pt x="1072566" y="1724642"/>
                  <a:pt x="906574" y="1558565"/>
                  <a:pt x="689507" y="1558565"/>
                </a:cubicBezTo>
                <a:cubicBezTo>
                  <a:pt x="600126" y="1558565"/>
                  <a:pt x="408597" y="1635216"/>
                  <a:pt x="344753" y="1660766"/>
                </a:cubicBezTo>
                <a:cubicBezTo>
                  <a:pt x="293679" y="1673541"/>
                  <a:pt x="255373" y="1686316"/>
                  <a:pt x="217067" y="1686316"/>
                </a:cubicBezTo>
                <a:cubicBezTo>
                  <a:pt x="89381" y="1686316"/>
                  <a:pt x="12769" y="1596891"/>
                  <a:pt x="12769" y="1456364"/>
                </a:cubicBezTo>
                <a:cubicBezTo>
                  <a:pt x="12769" y="1456364"/>
                  <a:pt x="12769" y="1456364"/>
                  <a:pt x="12769" y="332153"/>
                </a:cubicBezTo>
                <a:cubicBezTo>
                  <a:pt x="12769" y="306603"/>
                  <a:pt x="0" y="293828"/>
                  <a:pt x="0" y="281053"/>
                </a:cubicBezTo>
                <a:cubicBezTo>
                  <a:pt x="0" y="281053"/>
                  <a:pt x="0" y="281053"/>
                  <a:pt x="0" y="268278"/>
                </a:cubicBezTo>
                <a:cubicBezTo>
                  <a:pt x="0" y="268278"/>
                  <a:pt x="0" y="268278"/>
                  <a:pt x="0" y="0"/>
                </a:cubicBezTo>
                <a:close/>
              </a:path>
            </a:pathLst>
          </a:custGeom>
          <a:solidFill>
            <a:srgbClr val="29414F"/>
          </a:solidFill>
          <a:ln>
            <a:noFill/>
          </a:ln>
        </p:spPr>
        <p:txBody>
          <a:bodyPr vert="horz" wrap="square" lIns="91440" tIns="45720" rIns="91440" bIns="45720" numCol="1" anchor="t" anchorCtr="0" compatLnSpc="1">
            <a:prstTxWarp prst="textNoShape">
              <a:avLst/>
            </a:prstTxWarp>
            <a:noAutofit/>
          </a:bodyPr>
          <a:lstStyle/>
          <a:p>
            <a:endParaRPr lang="zh-CN" altLang="en-US">
              <a:solidFill>
                <a:srgbClr val="FF0000"/>
              </a:solidFill>
            </a:endParaRPr>
          </a:p>
        </p:txBody>
      </p:sp>
      <p:sp>
        <p:nvSpPr>
          <p:cNvPr id="62" name="Freeform 180"/>
          <p:cNvSpPr>
            <a:spLocks/>
          </p:cNvSpPr>
          <p:nvPr/>
        </p:nvSpPr>
        <p:spPr bwMode="auto">
          <a:xfrm>
            <a:off x="6096970" y="5809425"/>
            <a:ext cx="1561945" cy="390000"/>
          </a:xfrm>
          <a:custGeom>
            <a:avLst/>
            <a:gdLst>
              <a:gd name="T0" fmla="*/ 0 w 805"/>
              <a:gd name="T1" fmla="*/ 0 h 201"/>
              <a:gd name="T2" fmla="*/ 0 w 805"/>
              <a:gd name="T3" fmla="*/ 201 h 201"/>
              <a:gd name="T4" fmla="*/ 805 w 805"/>
              <a:gd name="T5" fmla="*/ 201 h 201"/>
            </a:gdLst>
            <a:ahLst/>
            <a:cxnLst>
              <a:cxn ang="0">
                <a:pos x="T0" y="T1"/>
              </a:cxn>
              <a:cxn ang="0">
                <a:pos x="T2" y="T3"/>
              </a:cxn>
              <a:cxn ang="0">
                <a:pos x="T4" y="T5"/>
              </a:cxn>
            </a:cxnLst>
            <a:rect l="0" t="0" r="r" b="b"/>
            <a:pathLst>
              <a:path w="805" h="201">
                <a:moveTo>
                  <a:pt x="0" y="0"/>
                </a:moveTo>
                <a:lnTo>
                  <a:pt x="0" y="201"/>
                </a:lnTo>
                <a:lnTo>
                  <a:pt x="805" y="201"/>
                </a:lnTo>
              </a:path>
            </a:pathLst>
          </a:custGeom>
          <a:noFill/>
          <a:ln w="28575" cap="flat">
            <a:solidFill>
              <a:srgbClr val="21998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181"/>
          <p:cNvSpPr>
            <a:spLocks/>
          </p:cNvSpPr>
          <p:nvPr/>
        </p:nvSpPr>
        <p:spPr bwMode="auto">
          <a:xfrm>
            <a:off x="7936312" y="2713032"/>
            <a:ext cx="390001" cy="1360153"/>
          </a:xfrm>
          <a:custGeom>
            <a:avLst/>
            <a:gdLst>
              <a:gd name="T0" fmla="*/ 0 w 201"/>
              <a:gd name="T1" fmla="*/ 701 h 701"/>
              <a:gd name="T2" fmla="*/ 201 w 201"/>
              <a:gd name="T3" fmla="*/ 701 h 701"/>
              <a:gd name="T4" fmla="*/ 201 w 201"/>
              <a:gd name="T5" fmla="*/ 0 h 701"/>
            </a:gdLst>
            <a:ahLst/>
            <a:cxnLst>
              <a:cxn ang="0">
                <a:pos x="T0" y="T1"/>
              </a:cxn>
              <a:cxn ang="0">
                <a:pos x="T2" y="T3"/>
              </a:cxn>
              <a:cxn ang="0">
                <a:pos x="T4" y="T5"/>
              </a:cxn>
            </a:cxnLst>
            <a:rect l="0" t="0" r="r" b="b"/>
            <a:pathLst>
              <a:path w="201" h="701">
                <a:moveTo>
                  <a:pt x="0" y="701"/>
                </a:moveTo>
                <a:lnTo>
                  <a:pt x="201" y="701"/>
                </a:lnTo>
                <a:lnTo>
                  <a:pt x="201" y="0"/>
                </a:lnTo>
              </a:path>
            </a:pathLst>
          </a:custGeom>
          <a:noFill/>
          <a:ln w="28575" cap="flat">
            <a:solidFill>
              <a:srgbClr val="29414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182"/>
          <p:cNvSpPr>
            <a:spLocks/>
          </p:cNvSpPr>
          <p:nvPr/>
        </p:nvSpPr>
        <p:spPr bwMode="auto">
          <a:xfrm>
            <a:off x="4470995" y="1746760"/>
            <a:ext cx="1616274" cy="391942"/>
          </a:xfrm>
          <a:custGeom>
            <a:avLst/>
            <a:gdLst>
              <a:gd name="T0" fmla="*/ 833 w 833"/>
              <a:gd name="T1" fmla="*/ 202 h 202"/>
              <a:gd name="T2" fmla="*/ 833 w 833"/>
              <a:gd name="T3" fmla="*/ 0 h 202"/>
              <a:gd name="T4" fmla="*/ 0 w 833"/>
              <a:gd name="T5" fmla="*/ 0 h 202"/>
            </a:gdLst>
            <a:ahLst/>
            <a:cxnLst>
              <a:cxn ang="0">
                <a:pos x="T0" y="T1"/>
              </a:cxn>
              <a:cxn ang="0">
                <a:pos x="T2" y="T3"/>
              </a:cxn>
              <a:cxn ang="0">
                <a:pos x="T4" y="T5"/>
              </a:cxn>
            </a:cxnLst>
            <a:rect l="0" t="0" r="r" b="b"/>
            <a:pathLst>
              <a:path w="833" h="202">
                <a:moveTo>
                  <a:pt x="833" y="202"/>
                </a:moveTo>
                <a:lnTo>
                  <a:pt x="833" y="0"/>
                </a:lnTo>
                <a:lnTo>
                  <a:pt x="0" y="0"/>
                </a:lnTo>
              </a:path>
            </a:pathLst>
          </a:custGeom>
          <a:noFill/>
          <a:ln w="28575" cap="flat">
            <a:solidFill>
              <a:srgbClr val="3A8FC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183"/>
          <p:cNvSpPr>
            <a:spLocks/>
          </p:cNvSpPr>
          <p:nvPr/>
        </p:nvSpPr>
        <p:spPr bwMode="auto">
          <a:xfrm>
            <a:off x="3842537" y="3861692"/>
            <a:ext cx="391942" cy="1416422"/>
          </a:xfrm>
          <a:custGeom>
            <a:avLst/>
            <a:gdLst>
              <a:gd name="T0" fmla="*/ 202 w 202"/>
              <a:gd name="T1" fmla="*/ 0 h 730"/>
              <a:gd name="T2" fmla="*/ 0 w 202"/>
              <a:gd name="T3" fmla="*/ 0 h 730"/>
              <a:gd name="T4" fmla="*/ 0 w 202"/>
              <a:gd name="T5" fmla="*/ 730 h 730"/>
            </a:gdLst>
            <a:ahLst/>
            <a:cxnLst>
              <a:cxn ang="0">
                <a:pos x="T0" y="T1"/>
              </a:cxn>
              <a:cxn ang="0">
                <a:pos x="T2" y="T3"/>
              </a:cxn>
              <a:cxn ang="0">
                <a:pos x="T4" y="T5"/>
              </a:cxn>
            </a:cxnLst>
            <a:rect l="0" t="0" r="r" b="b"/>
            <a:pathLst>
              <a:path w="202" h="730">
                <a:moveTo>
                  <a:pt x="202" y="0"/>
                </a:moveTo>
                <a:lnTo>
                  <a:pt x="0" y="0"/>
                </a:lnTo>
                <a:lnTo>
                  <a:pt x="0" y="730"/>
                </a:lnTo>
              </a:path>
            </a:pathLst>
          </a:custGeom>
          <a:noFill/>
          <a:ln w="28575" cap="flat">
            <a:solidFill>
              <a:srgbClr val="EA981E"/>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文本框 66"/>
          <p:cNvSpPr txBox="1"/>
          <p:nvPr/>
        </p:nvSpPr>
        <p:spPr>
          <a:xfrm>
            <a:off x="7693047" y="1568720"/>
            <a:ext cx="2856518" cy="830997"/>
          </a:xfrm>
          <a:prstGeom prst="rect">
            <a:avLst/>
          </a:prstGeom>
          <a:noFill/>
        </p:spPr>
        <p:txBody>
          <a:bodyPr wrap="square" rtlCol="0">
            <a:spAutoFit/>
          </a:bodyPr>
          <a:lstStyle/>
          <a:p>
            <a:pPr>
              <a:lnSpc>
                <a:spcPct val="120000"/>
              </a:lnSpc>
            </a:pPr>
            <a:r>
              <a:rPr lang="zh-CN" altLang="en-US" sz="2400" b="1" dirty="0">
                <a:solidFill>
                  <a:srgbClr val="29414F"/>
                </a:solidFill>
              </a:rPr>
              <a:t>添加标题</a:t>
            </a:r>
            <a:endParaRPr lang="en-US" altLang="zh-CN" sz="2400" b="1" dirty="0">
              <a:solidFill>
                <a:srgbClr val="29414F"/>
              </a:solidFill>
            </a:endParaRPr>
          </a:p>
          <a:p>
            <a:pPr>
              <a:lnSpc>
                <a:spcPct val="120000"/>
              </a:lnSpc>
            </a:pPr>
            <a:r>
              <a:rPr lang="zh-CN" altLang="en-US" sz="1600" dirty="0">
                <a:solidFill>
                  <a:schemeClr val="tx1">
                    <a:lumMod val="65000"/>
                    <a:lumOff val="35000"/>
                  </a:schemeClr>
                </a:solidFill>
              </a:rPr>
              <a:t>添加内容添加内容</a:t>
            </a:r>
          </a:p>
        </p:txBody>
      </p:sp>
      <p:sp>
        <p:nvSpPr>
          <p:cNvPr id="68" name="文本框 67"/>
          <p:cNvSpPr txBox="1"/>
          <p:nvPr/>
        </p:nvSpPr>
        <p:spPr>
          <a:xfrm>
            <a:off x="1648609" y="1568720"/>
            <a:ext cx="2856518" cy="830997"/>
          </a:xfrm>
          <a:prstGeom prst="rect">
            <a:avLst/>
          </a:prstGeom>
          <a:noFill/>
        </p:spPr>
        <p:txBody>
          <a:bodyPr wrap="square" rtlCol="0">
            <a:spAutoFit/>
          </a:bodyPr>
          <a:lstStyle/>
          <a:p>
            <a:pPr algn="r">
              <a:lnSpc>
                <a:spcPct val="120000"/>
              </a:lnSpc>
            </a:pPr>
            <a:r>
              <a:rPr lang="zh-CN" altLang="en-US" sz="2400" b="1" dirty="0">
                <a:solidFill>
                  <a:srgbClr val="3A8FCB"/>
                </a:solidFill>
              </a:rPr>
              <a:t>添加标题</a:t>
            </a:r>
            <a:endParaRPr lang="en-US" altLang="zh-CN" sz="2400" b="1" dirty="0">
              <a:solidFill>
                <a:srgbClr val="3A8FCB"/>
              </a:solidFill>
            </a:endParaRPr>
          </a:p>
          <a:p>
            <a:pPr algn="r">
              <a:lnSpc>
                <a:spcPct val="120000"/>
              </a:lnSpc>
            </a:pPr>
            <a:r>
              <a:rPr lang="zh-CN" altLang="en-US" sz="1600" dirty="0">
                <a:solidFill>
                  <a:schemeClr val="tx1">
                    <a:lumMod val="65000"/>
                    <a:lumOff val="35000"/>
                  </a:schemeClr>
                </a:solidFill>
              </a:rPr>
              <a:t>添加内容添加内容</a:t>
            </a:r>
          </a:p>
        </p:txBody>
      </p:sp>
      <p:sp>
        <p:nvSpPr>
          <p:cNvPr id="69" name="文本框 68"/>
          <p:cNvSpPr txBox="1"/>
          <p:nvPr/>
        </p:nvSpPr>
        <p:spPr>
          <a:xfrm>
            <a:off x="7693047" y="5463645"/>
            <a:ext cx="2856518" cy="830997"/>
          </a:xfrm>
          <a:prstGeom prst="rect">
            <a:avLst/>
          </a:prstGeom>
          <a:noFill/>
        </p:spPr>
        <p:txBody>
          <a:bodyPr wrap="square" rtlCol="0">
            <a:spAutoFit/>
          </a:bodyPr>
          <a:lstStyle/>
          <a:p>
            <a:pPr>
              <a:lnSpc>
                <a:spcPct val="120000"/>
              </a:lnSpc>
            </a:pPr>
            <a:r>
              <a:rPr lang="zh-CN" altLang="en-US" sz="2400" b="1" dirty="0">
                <a:solidFill>
                  <a:srgbClr val="219980"/>
                </a:solidFill>
              </a:rPr>
              <a:t>添加标题</a:t>
            </a:r>
            <a:endParaRPr lang="en-US" altLang="zh-CN" sz="2400" b="1" dirty="0">
              <a:solidFill>
                <a:srgbClr val="219980"/>
              </a:solidFill>
            </a:endParaRPr>
          </a:p>
          <a:p>
            <a:pPr>
              <a:lnSpc>
                <a:spcPct val="120000"/>
              </a:lnSpc>
            </a:pPr>
            <a:r>
              <a:rPr lang="zh-CN" altLang="en-US" sz="1600" dirty="0">
                <a:solidFill>
                  <a:schemeClr val="tx1">
                    <a:lumMod val="65000"/>
                    <a:lumOff val="35000"/>
                  </a:schemeClr>
                </a:solidFill>
              </a:rPr>
              <a:t>添加内容添加内容</a:t>
            </a:r>
          </a:p>
        </p:txBody>
      </p:sp>
      <p:sp>
        <p:nvSpPr>
          <p:cNvPr id="70" name="文本框 69"/>
          <p:cNvSpPr txBox="1"/>
          <p:nvPr/>
        </p:nvSpPr>
        <p:spPr>
          <a:xfrm>
            <a:off x="1629096" y="5463645"/>
            <a:ext cx="2856518" cy="830997"/>
          </a:xfrm>
          <a:prstGeom prst="rect">
            <a:avLst/>
          </a:prstGeom>
          <a:noFill/>
        </p:spPr>
        <p:txBody>
          <a:bodyPr wrap="square" rtlCol="0">
            <a:spAutoFit/>
          </a:bodyPr>
          <a:lstStyle/>
          <a:p>
            <a:pPr algn="r">
              <a:lnSpc>
                <a:spcPct val="120000"/>
              </a:lnSpc>
            </a:pPr>
            <a:r>
              <a:rPr lang="zh-CN" altLang="en-US" sz="2400" b="1" dirty="0">
                <a:solidFill>
                  <a:srgbClr val="EA981E"/>
                </a:solidFill>
              </a:rPr>
              <a:t>添加标题</a:t>
            </a:r>
            <a:endParaRPr lang="en-US" altLang="zh-CN" sz="2400" b="1" dirty="0">
              <a:solidFill>
                <a:srgbClr val="EA981E"/>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5"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四项循环</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820467935"/>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231"/>
          <p:cNvSpPr>
            <a:spLocks noChangeArrowheads="1"/>
          </p:cNvSpPr>
          <p:nvPr/>
        </p:nvSpPr>
        <p:spPr bwMode="auto">
          <a:xfrm>
            <a:off x="4264276" y="2208419"/>
            <a:ext cx="1701370" cy="1702729"/>
          </a:xfrm>
          <a:prstGeom prst="rect">
            <a:avLst/>
          </a:prstGeom>
          <a:solidFill>
            <a:srgbClr val="A9AAA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Rectangle 2232"/>
          <p:cNvSpPr>
            <a:spLocks noChangeArrowheads="1"/>
          </p:cNvSpPr>
          <p:nvPr/>
        </p:nvSpPr>
        <p:spPr bwMode="auto">
          <a:xfrm>
            <a:off x="4264276" y="2208419"/>
            <a:ext cx="1701370" cy="17027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 name="Freeform 2233"/>
          <p:cNvSpPr>
            <a:spLocks/>
          </p:cNvSpPr>
          <p:nvPr/>
        </p:nvSpPr>
        <p:spPr bwMode="auto">
          <a:xfrm>
            <a:off x="4264276" y="2208419"/>
            <a:ext cx="1701370" cy="1702729"/>
          </a:xfrm>
          <a:custGeom>
            <a:avLst/>
            <a:gdLst>
              <a:gd name="T0" fmla="*/ 1253 w 1253"/>
              <a:gd name="T1" fmla="*/ 0 h 1254"/>
              <a:gd name="T2" fmla="*/ 1253 w 1253"/>
              <a:gd name="T3" fmla="*/ 0 h 1254"/>
              <a:gd name="T4" fmla="*/ 0 w 1253"/>
              <a:gd name="T5" fmla="*/ 1254 h 1254"/>
              <a:gd name="T6" fmla="*/ 1253 w 1253"/>
              <a:gd name="T7" fmla="*/ 1254 h 1254"/>
              <a:gd name="T8" fmla="*/ 1253 w 1253"/>
              <a:gd name="T9" fmla="*/ 0 h 1254"/>
            </a:gdLst>
            <a:ahLst/>
            <a:cxnLst>
              <a:cxn ang="0">
                <a:pos x="T0" y="T1"/>
              </a:cxn>
              <a:cxn ang="0">
                <a:pos x="T2" y="T3"/>
              </a:cxn>
              <a:cxn ang="0">
                <a:pos x="T4" y="T5"/>
              </a:cxn>
              <a:cxn ang="0">
                <a:pos x="T6" y="T7"/>
              </a:cxn>
              <a:cxn ang="0">
                <a:pos x="T8" y="T9"/>
              </a:cxn>
            </a:cxnLst>
            <a:rect l="0" t="0" r="r" b="b"/>
            <a:pathLst>
              <a:path w="1253" h="1254">
                <a:moveTo>
                  <a:pt x="1253" y="0"/>
                </a:moveTo>
                <a:lnTo>
                  <a:pt x="1253" y="0"/>
                </a:lnTo>
                <a:lnTo>
                  <a:pt x="0" y="1254"/>
                </a:lnTo>
                <a:lnTo>
                  <a:pt x="1253" y="1254"/>
                </a:lnTo>
                <a:lnTo>
                  <a:pt x="1253" y="0"/>
                </a:lnTo>
                <a:close/>
              </a:path>
            </a:pathLst>
          </a:custGeom>
          <a:solidFill>
            <a:srgbClr val="0D0D0D">
              <a:alpha val="20000"/>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 name="Freeform 2234"/>
          <p:cNvSpPr>
            <a:spLocks/>
          </p:cNvSpPr>
          <p:nvPr/>
        </p:nvSpPr>
        <p:spPr bwMode="auto">
          <a:xfrm>
            <a:off x="4264276" y="2208419"/>
            <a:ext cx="1701370" cy="1702729"/>
          </a:xfrm>
          <a:custGeom>
            <a:avLst/>
            <a:gdLst>
              <a:gd name="T0" fmla="*/ 1253 w 1253"/>
              <a:gd name="T1" fmla="*/ 0 h 1254"/>
              <a:gd name="T2" fmla="*/ 1253 w 1253"/>
              <a:gd name="T3" fmla="*/ 0 h 1254"/>
              <a:gd name="T4" fmla="*/ 0 w 1253"/>
              <a:gd name="T5" fmla="*/ 1254 h 1254"/>
              <a:gd name="T6" fmla="*/ 1253 w 1253"/>
              <a:gd name="T7" fmla="*/ 1254 h 1254"/>
              <a:gd name="T8" fmla="*/ 1253 w 1253"/>
              <a:gd name="T9" fmla="*/ 0 h 1254"/>
            </a:gdLst>
            <a:ahLst/>
            <a:cxnLst>
              <a:cxn ang="0">
                <a:pos x="T0" y="T1"/>
              </a:cxn>
              <a:cxn ang="0">
                <a:pos x="T2" y="T3"/>
              </a:cxn>
              <a:cxn ang="0">
                <a:pos x="T4" y="T5"/>
              </a:cxn>
              <a:cxn ang="0">
                <a:pos x="T6" y="T7"/>
              </a:cxn>
              <a:cxn ang="0">
                <a:pos x="T8" y="T9"/>
              </a:cxn>
            </a:cxnLst>
            <a:rect l="0" t="0" r="r" b="b"/>
            <a:pathLst>
              <a:path w="1253" h="1254">
                <a:moveTo>
                  <a:pt x="1253" y="0"/>
                </a:moveTo>
                <a:lnTo>
                  <a:pt x="1253" y="0"/>
                </a:lnTo>
                <a:lnTo>
                  <a:pt x="0" y="1254"/>
                </a:lnTo>
                <a:lnTo>
                  <a:pt x="1253" y="1254"/>
                </a:lnTo>
                <a:lnTo>
                  <a:pt x="125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Rectangle 2235"/>
          <p:cNvSpPr>
            <a:spLocks noChangeArrowheads="1"/>
          </p:cNvSpPr>
          <p:nvPr/>
        </p:nvSpPr>
        <p:spPr bwMode="auto">
          <a:xfrm>
            <a:off x="6229068" y="2208419"/>
            <a:ext cx="1701370" cy="1702729"/>
          </a:xfrm>
          <a:prstGeom prst="rect">
            <a:avLst/>
          </a:pr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Rectangle 2236"/>
          <p:cNvSpPr>
            <a:spLocks noChangeArrowheads="1"/>
          </p:cNvSpPr>
          <p:nvPr/>
        </p:nvSpPr>
        <p:spPr bwMode="auto">
          <a:xfrm>
            <a:off x="6229068" y="2208419"/>
            <a:ext cx="1701370" cy="17027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2237"/>
          <p:cNvSpPr>
            <a:spLocks/>
          </p:cNvSpPr>
          <p:nvPr/>
        </p:nvSpPr>
        <p:spPr bwMode="auto">
          <a:xfrm>
            <a:off x="6229068" y="2208419"/>
            <a:ext cx="1701370" cy="1702729"/>
          </a:xfrm>
          <a:custGeom>
            <a:avLst/>
            <a:gdLst>
              <a:gd name="T0" fmla="*/ 1253 w 1253"/>
              <a:gd name="T1" fmla="*/ 0 h 1254"/>
              <a:gd name="T2" fmla="*/ 1253 w 1253"/>
              <a:gd name="T3" fmla="*/ 0 h 1254"/>
              <a:gd name="T4" fmla="*/ 0 w 1253"/>
              <a:gd name="T5" fmla="*/ 1254 h 1254"/>
              <a:gd name="T6" fmla="*/ 1253 w 1253"/>
              <a:gd name="T7" fmla="*/ 1254 h 1254"/>
              <a:gd name="T8" fmla="*/ 1253 w 1253"/>
              <a:gd name="T9" fmla="*/ 0 h 1254"/>
            </a:gdLst>
            <a:ahLst/>
            <a:cxnLst>
              <a:cxn ang="0">
                <a:pos x="T0" y="T1"/>
              </a:cxn>
              <a:cxn ang="0">
                <a:pos x="T2" y="T3"/>
              </a:cxn>
              <a:cxn ang="0">
                <a:pos x="T4" y="T5"/>
              </a:cxn>
              <a:cxn ang="0">
                <a:pos x="T6" y="T7"/>
              </a:cxn>
              <a:cxn ang="0">
                <a:pos x="T8" y="T9"/>
              </a:cxn>
            </a:cxnLst>
            <a:rect l="0" t="0" r="r" b="b"/>
            <a:pathLst>
              <a:path w="1253" h="1254">
                <a:moveTo>
                  <a:pt x="1253" y="0"/>
                </a:moveTo>
                <a:lnTo>
                  <a:pt x="1253" y="0"/>
                </a:lnTo>
                <a:lnTo>
                  <a:pt x="0" y="1254"/>
                </a:lnTo>
                <a:lnTo>
                  <a:pt x="1253" y="1254"/>
                </a:lnTo>
                <a:lnTo>
                  <a:pt x="1253" y="0"/>
                </a:lnTo>
                <a:close/>
              </a:path>
            </a:pathLst>
          </a:custGeom>
          <a:solidFill>
            <a:srgbClr val="0D0D0D">
              <a:alpha val="20000"/>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 name="Freeform 2238"/>
          <p:cNvSpPr>
            <a:spLocks/>
          </p:cNvSpPr>
          <p:nvPr/>
        </p:nvSpPr>
        <p:spPr bwMode="auto">
          <a:xfrm>
            <a:off x="6229068" y="2208419"/>
            <a:ext cx="1701370" cy="1702729"/>
          </a:xfrm>
          <a:custGeom>
            <a:avLst/>
            <a:gdLst>
              <a:gd name="T0" fmla="*/ 1253 w 1253"/>
              <a:gd name="T1" fmla="*/ 0 h 1254"/>
              <a:gd name="T2" fmla="*/ 1253 w 1253"/>
              <a:gd name="T3" fmla="*/ 0 h 1254"/>
              <a:gd name="T4" fmla="*/ 0 w 1253"/>
              <a:gd name="T5" fmla="*/ 1254 h 1254"/>
              <a:gd name="T6" fmla="*/ 1253 w 1253"/>
              <a:gd name="T7" fmla="*/ 1254 h 1254"/>
              <a:gd name="T8" fmla="*/ 1253 w 1253"/>
              <a:gd name="T9" fmla="*/ 0 h 1254"/>
            </a:gdLst>
            <a:ahLst/>
            <a:cxnLst>
              <a:cxn ang="0">
                <a:pos x="T0" y="T1"/>
              </a:cxn>
              <a:cxn ang="0">
                <a:pos x="T2" y="T3"/>
              </a:cxn>
              <a:cxn ang="0">
                <a:pos x="T4" y="T5"/>
              </a:cxn>
              <a:cxn ang="0">
                <a:pos x="T6" y="T7"/>
              </a:cxn>
              <a:cxn ang="0">
                <a:pos x="T8" y="T9"/>
              </a:cxn>
            </a:cxnLst>
            <a:rect l="0" t="0" r="r" b="b"/>
            <a:pathLst>
              <a:path w="1253" h="1254">
                <a:moveTo>
                  <a:pt x="1253" y="0"/>
                </a:moveTo>
                <a:lnTo>
                  <a:pt x="1253" y="0"/>
                </a:lnTo>
                <a:lnTo>
                  <a:pt x="0" y="1254"/>
                </a:lnTo>
                <a:lnTo>
                  <a:pt x="1253" y="1254"/>
                </a:lnTo>
                <a:lnTo>
                  <a:pt x="125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Rectangle 2239"/>
          <p:cNvSpPr>
            <a:spLocks noChangeArrowheads="1"/>
          </p:cNvSpPr>
          <p:nvPr/>
        </p:nvSpPr>
        <p:spPr bwMode="auto">
          <a:xfrm>
            <a:off x="4264276" y="4194935"/>
            <a:ext cx="1701370" cy="1700013"/>
          </a:xfrm>
          <a:prstGeom prst="rect">
            <a:avLst/>
          </a:pr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Rectangle 2240"/>
          <p:cNvSpPr>
            <a:spLocks noChangeArrowheads="1"/>
          </p:cNvSpPr>
          <p:nvPr/>
        </p:nvSpPr>
        <p:spPr bwMode="auto">
          <a:xfrm>
            <a:off x="4264276" y="4194935"/>
            <a:ext cx="1701370" cy="17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2241"/>
          <p:cNvSpPr>
            <a:spLocks/>
          </p:cNvSpPr>
          <p:nvPr/>
        </p:nvSpPr>
        <p:spPr bwMode="auto">
          <a:xfrm>
            <a:off x="4264276" y="4194935"/>
            <a:ext cx="1701370" cy="1700013"/>
          </a:xfrm>
          <a:custGeom>
            <a:avLst/>
            <a:gdLst>
              <a:gd name="T0" fmla="*/ 1253 w 1253"/>
              <a:gd name="T1" fmla="*/ 0 h 1252"/>
              <a:gd name="T2" fmla="*/ 1253 w 1253"/>
              <a:gd name="T3" fmla="*/ 0 h 1252"/>
              <a:gd name="T4" fmla="*/ 0 w 1253"/>
              <a:gd name="T5" fmla="*/ 1252 h 1252"/>
              <a:gd name="T6" fmla="*/ 1253 w 1253"/>
              <a:gd name="T7" fmla="*/ 1252 h 1252"/>
              <a:gd name="T8" fmla="*/ 1253 w 1253"/>
              <a:gd name="T9" fmla="*/ 0 h 1252"/>
            </a:gdLst>
            <a:ahLst/>
            <a:cxnLst>
              <a:cxn ang="0">
                <a:pos x="T0" y="T1"/>
              </a:cxn>
              <a:cxn ang="0">
                <a:pos x="T2" y="T3"/>
              </a:cxn>
              <a:cxn ang="0">
                <a:pos x="T4" y="T5"/>
              </a:cxn>
              <a:cxn ang="0">
                <a:pos x="T6" y="T7"/>
              </a:cxn>
              <a:cxn ang="0">
                <a:pos x="T8" y="T9"/>
              </a:cxn>
            </a:cxnLst>
            <a:rect l="0" t="0" r="r" b="b"/>
            <a:pathLst>
              <a:path w="1253" h="1252">
                <a:moveTo>
                  <a:pt x="1253" y="0"/>
                </a:moveTo>
                <a:lnTo>
                  <a:pt x="1253" y="0"/>
                </a:lnTo>
                <a:lnTo>
                  <a:pt x="0" y="1252"/>
                </a:lnTo>
                <a:lnTo>
                  <a:pt x="1253" y="1252"/>
                </a:lnTo>
                <a:lnTo>
                  <a:pt x="1253" y="0"/>
                </a:lnTo>
                <a:close/>
              </a:path>
            </a:pathLst>
          </a:custGeom>
          <a:solidFill>
            <a:srgbClr val="0D0D0D">
              <a:alpha val="20000"/>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 name="Freeform 2242"/>
          <p:cNvSpPr>
            <a:spLocks/>
          </p:cNvSpPr>
          <p:nvPr/>
        </p:nvSpPr>
        <p:spPr bwMode="auto">
          <a:xfrm>
            <a:off x="4264276" y="4194935"/>
            <a:ext cx="1701370" cy="1700013"/>
          </a:xfrm>
          <a:custGeom>
            <a:avLst/>
            <a:gdLst>
              <a:gd name="T0" fmla="*/ 1253 w 1253"/>
              <a:gd name="T1" fmla="*/ 0 h 1252"/>
              <a:gd name="T2" fmla="*/ 1253 w 1253"/>
              <a:gd name="T3" fmla="*/ 0 h 1252"/>
              <a:gd name="T4" fmla="*/ 0 w 1253"/>
              <a:gd name="T5" fmla="*/ 1252 h 1252"/>
              <a:gd name="T6" fmla="*/ 1253 w 1253"/>
              <a:gd name="T7" fmla="*/ 1252 h 1252"/>
              <a:gd name="T8" fmla="*/ 1253 w 1253"/>
              <a:gd name="T9" fmla="*/ 0 h 1252"/>
            </a:gdLst>
            <a:ahLst/>
            <a:cxnLst>
              <a:cxn ang="0">
                <a:pos x="T0" y="T1"/>
              </a:cxn>
              <a:cxn ang="0">
                <a:pos x="T2" y="T3"/>
              </a:cxn>
              <a:cxn ang="0">
                <a:pos x="T4" y="T5"/>
              </a:cxn>
              <a:cxn ang="0">
                <a:pos x="T6" y="T7"/>
              </a:cxn>
              <a:cxn ang="0">
                <a:pos x="T8" y="T9"/>
              </a:cxn>
            </a:cxnLst>
            <a:rect l="0" t="0" r="r" b="b"/>
            <a:pathLst>
              <a:path w="1253" h="1252">
                <a:moveTo>
                  <a:pt x="1253" y="0"/>
                </a:moveTo>
                <a:lnTo>
                  <a:pt x="1253" y="0"/>
                </a:lnTo>
                <a:lnTo>
                  <a:pt x="0" y="1252"/>
                </a:lnTo>
                <a:lnTo>
                  <a:pt x="1253" y="1252"/>
                </a:lnTo>
                <a:lnTo>
                  <a:pt x="125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Rectangle 2243"/>
          <p:cNvSpPr>
            <a:spLocks noChangeArrowheads="1"/>
          </p:cNvSpPr>
          <p:nvPr/>
        </p:nvSpPr>
        <p:spPr bwMode="auto">
          <a:xfrm>
            <a:off x="6229068" y="4194935"/>
            <a:ext cx="1701370" cy="1700013"/>
          </a:xfrm>
          <a:prstGeom prst="rect">
            <a:avLst/>
          </a:prstGeom>
          <a:solidFill>
            <a:srgbClr val="F26D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Rectangle 2244"/>
          <p:cNvSpPr>
            <a:spLocks noChangeArrowheads="1"/>
          </p:cNvSpPr>
          <p:nvPr/>
        </p:nvSpPr>
        <p:spPr bwMode="auto">
          <a:xfrm>
            <a:off x="6229068" y="4194935"/>
            <a:ext cx="1701370" cy="17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2245"/>
          <p:cNvSpPr>
            <a:spLocks/>
          </p:cNvSpPr>
          <p:nvPr/>
        </p:nvSpPr>
        <p:spPr bwMode="auto">
          <a:xfrm>
            <a:off x="6229068" y="4194935"/>
            <a:ext cx="1701370" cy="1700013"/>
          </a:xfrm>
          <a:custGeom>
            <a:avLst/>
            <a:gdLst>
              <a:gd name="T0" fmla="*/ 1253 w 1253"/>
              <a:gd name="T1" fmla="*/ 0 h 1252"/>
              <a:gd name="T2" fmla="*/ 1253 w 1253"/>
              <a:gd name="T3" fmla="*/ 0 h 1252"/>
              <a:gd name="T4" fmla="*/ 0 w 1253"/>
              <a:gd name="T5" fmla="*/ 1252 h 1252"/>
              <a:gd name="T6" fmla="*/ 1253 w 1253"/>
              <a:gd name="T7" fmla="*/ 1252 h 1252"/>
              <a:gd name="T8" fmla="*/ 1253 w 1253"/>
              <a:gd name="T9" fmla="*/ 0 h 1252"/>
            </a:gdLst>
            <a:ahLst/>
            <a:cxnLst>
              <a:cxn ang="0">
                <a:pos x="T0" y="T1"/>
              </a:cxn>
              <a:cxn ang="0">
                <a:pos x="T2" y="T3"/>
              </a:cxn>
              <a:cxn ang="0">
                <a:pos x="T4" y="T5"/>
              </a:cxn>
              <a:cxn ang="0">
                <a:pos x="T6" y="T7"/>
              </a:cxn>
              <a:cxn ang="0">
                <a:pos x="T8" y="T9"/>
              </a:cxn>
            </a:cxnLst>
            <a:rect l="0" t="0" r="r" b="b"/>
            <a:pathLst>
              <a:path w="1253" h="1252">
                <a:moveTo>
                  <a:pt x="1253" y="0"/>
                </a:moveTo>
                <a:lnTo>
                  <a:pt x="1253" y="0"/>
                </a:lnTo>
                <a:lnTo>
                  <a:pt x="0" y="1252"/>
                </a:lnTo>
                <a:lnTo>
                  <a:pt x="1253" y="1252"/>
                </a:lnTo>
                <a:lnTo>
                  <a:pt x="1253" y="0"/>
                </a:lnTo>
                <a:close/>
              </a:path>
            </a:pathLst>
          </a:custGeom>
          <a:solidFill>
            <a:srgbClr val="0D0D0D">
              <a:alpha val="20000"/>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 name="Freeform 2246"/>
          <p:cNvSpPr>
            <a:spLocks/>
          </p:cNvSpPr>
          <p:nvPr/>
        </p:nvSpPr>
        <p:spPr bwMode="auto">
          <a:xfrm>
            <a:off x="6229068" y="4194935"/>
            <a:ext cx="1701370" cy="1700013"/>
          </a:xfrm>
          <a:custGeom>
            <a:avLst/>
            <a:gdLst>
              <a:gd name="T0" fmla="*/ 1253 w 1253"/>
              <a:gd name="T1" fmla="*/ 0 h 1252"/>
              <a:gd name="T2" fmla="*/ 1253 w 1253"/>
              <a:gd name="T3" fmla="*/ 0 h 1252"/>
              <a:gd name="T4" fmla="*/ 0 w 1253"/>
              <a:gd name="T5" fmla="*/ 1252 h 1252"/>
              <a:gd name="T6" fmla="*/ 1253 w 1253"/>
              <a:gd name="T7" fmla="*/ 1252 h 1252"/>
              <a:gd name="T8" fmla="*/ 1253 w 1253"/>
              <a:gd name="T9" fmla="*/ 0 h 1252"/>
            </a:gdLst>
            <a:ahLst/>
            <a:cxnLst>
              <a:cxn ang="0">
                <a:pos x="T0" y="T1"/>
              </a:cxn>
              <a:cxn ang="0">
                <a:pos x="T2" y="T3"/>
              </a:cxn>
              <a:cxn ang="0">
                <a:pos x="T4" y="T5"/>
              </a:cxn>
              <a:cxn ang="0">
                <a:pos x="T6" y="T7"/>
              </a:cxn>
              <a:cxn ang="0">
                <a:pos x="T8" y="T9"/>
              </a:cxn>
            </a:cxnLst>
            <a:rect l="0" t="0" r="r" b="b"/>
            <a:pathLst>
              <a:path w="1253" h="1252">
                <a:moveTo>
                  <a:pt x="1253" y="0"/>
                </a:moveTo>
                <a:lnTo>
                  <a:pt x="1253" y="0"/>
                </a:lnTo>
                <a:lnTo>
                  <a:pt x="0" y="1252"/>
                </a:lnTo>
                <a:lnTo>
                  <a:pt x="1253" y="1252"/>
                </a:lnTo>
                <a:lnTo>
                  <a:pt x="125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2247"/>
          <p:cNvSpPr>
            <a:spLocks/>
          </p:cNvSpPr>
          <p:nvPr/>
        </p:nvSpPr>
        <p:spPr bwMode="auto">
          <a:xfrm>
            <a:off x="5494477" y="6068751"/>
            <a:ext cx="1238348" cy="446729"/>
          </a:xfrm>
          <a:custGeom>
            <a:avLst/>
            <a:gdLst>
              <a:gd name="T0" fmla="*/ 19 w 641"/>
              <a:gd name="T1" fmla="*/ 0 h 231"/>
              <a:gd name="T2" fmla="*/ 66 w 641"/>
              <a:gd name="T3" fmla="*/ 44 h 231"/>
              <a:gd name="T4" fmla="*/ 83 w 641"/>
              <a:gd name="T5" fmla="*/ 73 h 231"/>
              <a:gd name="T6" fmla="*/ 112 w 641"/>
              <a:gd name="T7" fmla="*/ 109 h 231"/>
              <a:gd name="T8" fmla="*/ 178 w 641"/>
              <a:gd name="T9" fmla="*/ 163 h 231"/>
              <a:gd name="T10" fmla="*/ 206 w 641"/>
              <a:gd name="T11" fmla="*/ 178 h 231"/>
              <a:gd name="T12" fmla="*/ 236 w 641"/>
              <a:gd name="T13" fmla="*/ 191 h 231"/>
              <a:gd name="T14" fmla="*/ 252 w 641"/>
              <a:gd name="T15" fmla="*/ 196 h 231"/>
              <a:gd name="T16" fmla="*/ 285 w 641"/>
              <a:gd name="T17" fmla="*/ 205 h 231"/>
              <a:gd name="T18" fmla="*/ 302 w 641"/>
              <a:gd name="T19" fmla="*/ 207 h 231"/>
              <a:gd name="T20" fmla="*/ 319 w 641"/>
              <a:gd name="T21" fmla="*/ 209 h 231"/>
              <a:gd name="T22" fmla="*/ 354 w 641"/>
              <a:gd name="T23" fmla="*/ 210 h 231"/>
              <a:gd name="T24" fmla="*/ 371 w 641"/>
              <a:gd name="T25" fmla="*/ 209 h 231"/>
              <a:gd name="T26" fmla="*/ 389 w 641"/>
              <a:gd name="T27" fmla="*/ 207 h 231"/>
              <a:gd name="T28" fmla="*/ 423 w 641"/>
              <a:gd name="T29" fmla="*/ 201 h 231"/>
              <a:gd name="T30" fmla="*/ 439 w 641"/>
              <a:gd name="T31" fmla="*/ 197 h 231"/>
              <a:gd name="T32" fmla="*/ 470 w 641"/>
              <a:gd name="T33" fmla="*/ 185 h 231"/>
              <a:gd name="T34" fmla="*/ 500 w 641"/>
              <a:gd name="T35" fmla="*/ 171 h 231"/>
              <a:gd name="T36" fmla="*/ 571 w 641"/>
              <a:gd name="T37" fmla="*/ 119 h 231"/>
              <a:gd name="T38" fmla="*/ 604 w 641"/>
              <a:gd name="T39" fmla="*/ 83 h 231"/>
              <a:gd name="T40" fmla="*/ 625 w 641"/>
              <a:gd name="T41" fmla="*/ 52 h 231"/>
              <a:gd name="T42" fmla="*/ 641 w 641"/>
              <a:gd name="T43" fmla="*/ 23 h 231"/>
              <a:gd name="T44" fmla="*/ 626 w 641"/>
              <a:gd name="T45" fmla="*/ 52 h 231"/>
              <a:gd name="T46" fmla="*/ 607 w 641"/>
              <a:gd name="T47" fmla="*/ 85 h 231"/>
              <a:gd name="T48" fmla="*/ 576 w 641"/>
              <a:gd name="T49" fmla="*/ 124 h 231"/>
              <a:gd name="T50" fmla="*/ 506 w 641"/>
              <a:gd name="T51" fmla="*/ 181 h 231"/>
              <a:gd name="T52" fmla="*/ 476 w 641"/>
              <a:gd name="T53" fmla="*/ 197 h 231"/>
              <a:gd name="T54" fmla="*/ 444 w 641"/>
              <a:gd name="T55" fmla="*/ 211 h 231"/>
              <a:gd name="T56" fmla="*/ 427 w 641"/>
              <a:gd name="T57" fmla="*/ 217 h 231"/>
              <a:gd name="T58" fmla="*/ 392 w 641"/>
              <a:gd name="T59" fmla="*/ 225 h 231"/>
              <a:gd name="T60" fmla="*/ 373 w 641"/>
              <a:gd name="T61" fmla="*/ 228 h 231"/>
              <a:gd name="T62" fmla="*/ 355 w 641"/>
              <a:gd name="T63" fmla="*/ 230 h 231"/>
              <a:gd name="T64" fmla="*/ 318 w 641"/>
              <a:gd name="T65" fmla="*/ 231 h 231"/>
              <a:gd name="T66" fmla="*/ 300 w 641"/>
              <a:gd name="T67" fmla="*/ 230 h 231"/>
              <a:gd name="T68" fmla="*/ 281 w 641"/>
              <a:gd name="T69" fmla="*/ 228 h 231"/>
              <a:gd name="T70" fmla="*/ 245 w 641"/>
              <a:gd name="T71" fmla="*/ 221 h 231"/>
              <a:gd name="T72" fmla="*/ 227 w 641"/>
              <a:gd name="T73" fmla="*/ 217 h 231"/>
              <a:gd name="T74" fmla="*/ 194 w 641"/>
              <a:gd name="T75" fmla="*/ 205 h 231"/>
              <a:gd name="T76" fmla="*/ 163 w 641"/>
              <a:gd name="T77" fmla="*/ 190 h 231"/>
              <a:gd name="T78" fmla="*/ 87 w 641"/>
              <a:gd name="T79" fmla="*/ 134 h 231"/>
              <a:gd name="T80" fmla="*/ 52 w 641"/>
              <a:gd name="T81" fmla="*/ 95 h 231"/>
              <a:gd name="T82" fmla="*/ 30 w 641"/>
              <a:gd name="T83" fmla="*/ 62 h 231"/>
              <a:gd name="T84" fmla="*/ 0 w 641"/>
              <a:gd name="T85" fmla="*/ 7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41" h="231">
                <a:moveTo>
                  <a:pt x="0" y="75"/>
                </a:moveTo>
                <a:cubicBezTo>
                  <a:pt x="19" y="0"/>
                  <a:pt x="19" y="0"/>
                  <a:pt x="19" y="0"/>
                </a:cubicBezTo>
                <a:cubicBezTo>
                  <a:pt x="95" y="31"/>
                  <a:pt x="95" y="31"/>
                  <a:pt x="95" y="31"/>
                </a:cubicBezTo>
                <a:cubicBezTo>
                  <a:pt x="66" y="44"/>
                  <a:pt x="66" y="44"/>
                  <a:pt x="66" y="44"/>
                </a:cubicBezTo>
                <a:cubicBezTo>
                  <a:pt x="68" y="48"/>
                  <a:pt x="71" y="52"/>
                  <a:pt x="73" y="56"/>
                </a:cubicBezTo>
                <a:cubicBezTo>
                  <a:pt x="76" y="61"/>
                  <a:pt x="80" y="67"/>
                  <a:pt x="83" y="73"/>
                </a:cubicBezTo>
                <a:cubicBezTo>
                  <a:pt x="87" y="78"/>
                  <a:pt x="92" y="84"/>
                  <a:pt x="96" y="90"/>
                </a:cubicBezTo>
                <a:cubicBezTo>
                  <a:pt x="101" y="96"/>
                  <a:pt x="107" y="102"/>
                  <a:pt x="112" y="109"/>
                </a:cubicBezTo>
                <a:cubicBezTo>
                  <a:pt x="124" y="121"/>
                  <a:pt x="137" y="134"/>
                  <a:pt x="153" y="146"/>
                </a:cubicBezTo>
                <a:cubicBezTo>
                  <a:pt x="161" y="152"/>
                  <a:pt x="169" y="157"/>
                  <a:pt x="178" y="163"/>
                </a:cubicBezTo>
                <a:cubicBezTo>
                  <a:pt x="182" y="166"/>
                  <a:pt x="187" y="168"/>
                  <a:pt x="192" y="171"/>
                </a:cubicBezTo>
                <a:cubicBezTo>
                  <a:pt x="196" y="173"/>
                  <a:pt x="201" y="176"/>
                  <a:pt x="206" y="178"/>
                </a:cubicBezTo>
                <a:cubicBezTo>
                  <a:pt x="211" y="180"/>
                  <a:pt x="216" y="183"/>
                  <a:pt x="221" y="185"/>
                </a:cubicBezTo>
                <a:cubicBezTo>
                  <a:pt x="226" y="187"/>
                  <a:pt x="231" y="189"/>
                  <a:pt x="236" y="191"/>
                </a:cubicBezTo>
                <a:cubicBezTo>
                  <a:pt x="239" y="192"/>
                  <a:pt x="241" y="193"/>
                  <a:pt x="244" y="194"/>
                </a:cubicBezTo>
                <a:cubicBezTo>
                  <a:pt x="246" y="195"/>
                  <a:pt x="249" y="195"/>
                  <a:pt x="252" y="196"/>
                </a:cubicBezTo>
                <a:cubicBezTo>
                  <a:pt x="257" y="198"/>
                  <a:pt x="263" y="200"/>
                  <a:pt x="268" y="201"/>
                </a:cubicBezTo>
                <a:cubicBezTo>
                  <a:pt x="274" y="202"/>
                  <a:pt x="279" y="203"/>
                  <a:pt x="285" y="205"/>
                </a:cubicBezTo>
                <a:cubicBezTo>
                  <a:pt x="288" y="205"/>
                  <a:pt x="290" y="206"/>
                  <a:pt x="293" y="206"/>
                </a:cubicBezTo>
                <a:cubicBezTo>
                  <a:pt x="302" y="207"/>
                  <a:pt x="302" y="207"/>
                  <a:pt x="302" y="207"/>
                </a:cubicBezTo>
                <a:cubicBezTo>
                  <a:pt x="310" y="208"/>
                  <a:pt x="310" y="208"/>
                  <a:pt x="310" y="208"/>
                </a:cubicBezTo>
                <a:cubicBezTo>
                  <a:pt x="313" y="209"/>
                  <a:pt x="316" y="209"/>
                  <a:pt x="319" y="209"/>
                </a:cubicBezTo>
                <a:cubicBezTo>
                  <a:pt x="337" y="210"/>
                  <a:pt x="337" y="210"/>
                  <a:pt x="337" y="210"/>
                </a:cubicBezTo>
                <a:cubicBezTo>
                  <a:pt x="354" y="210"/>
                  <a:pt x="354" y="210"/>
                  <a:pt x="354" y="210"/>
                </a:cubicBezTo>
                <a:cubicBezTo>
                  <a:pt x="357" y="210"/>
                  <a:pt x="360" y="210"/>
                  <a:pt x="363" y="210"/>
                </a:cubicBezTo>
                <a:cubicBezTo>
                  <a:pt x="371" y="209"/>
                  <a:pt x="371" y="209"/>
                  <a:pt x="371" y="209"/>
                </a:cubicBezTo>
                <a:cubicBezTo>
                  <a:pt x="380" y="208"/>
                  <a:pt x="380" y="208"/>
                  <a:pt x="380" y="208"/>
                </a:cubicBezTo>
                <a:cubicBezTo>
                  <a:pt x="383" y="208"/>
                  <a:pt x="386" y="208"/>
                  <a:pt x="389" y="207"/>
                </a:cubicBezTo>
                <a:cubicBezTo>
                  <a:pt x="394" y="207"/>
                  <a:pt x="400" y="206"/>
                  <a:pt x="406" y="205"/>
                </a:cubicBezTo>
                <a:cubicBezTo>
                  <a:pt x="411" y="204"/>
                  <a:pt x="417" y="202"/>
                  <a:pt x="423" y="201"/>
                </a:cubicBezTo>
                <a:cubicBezTo>
                  <a:pt x="425" y="200"/>
                  <a:pt x="428" y="200"/>
                  <a:pt x="431" y="199"/>
                </a:cubicBezTo>
                <a:cubicBezTo>
                  <a:pt x="434" y="198"/>
                  <a:pt x="436" y="197"/>
                  <a:pt x="439" y="197"/>
                </a:cubicBezTo>
                <a:cubicBezTo>
                  <a:pt x="444" y="195"/>
                  <a:pt x="450" y="193"/>
                  <a:pt x="455" y="191"/>
                </a:cubicBezTo>
                <a:cubicBezTo>
                  <a:pt x="460" y="189"/>
                  <a:pt x="465" y="187"/>
                  <a:pt x="470" y="185"/>
                </a:cubicBezTo>
                <a:cubicBezTo>
                  <a:pt x="476" y="183"/>
                  <a:pt x="481" y="181"/>
                  <a:pt x="485" y="178"/>
                </a:cubicBezTo>
                <a:cubicBezTo>
                  <a:pt x="490" y="176"/>
                  <a:pt x="495" y="174"/>
                  <a:pt x="500" y="171"/>
                </a:cubicBezTo>
                <a:cubicBezTo>
                  <a:pt x="509" y="166"/>
                  <a:pt x="518" y="161"/>
                  <a:pt x="526" y="155"/>
                </a:cubicBezTo>
                <a:cubicBezTo>
                  <a:pt x="544" y="144"/>
                  <a:pt x="558" y="131"/>
                  <a:pt x="571" y="119"/>
                </a:cubicBezTo>
                <a:cubicBezTo>
                  <a:pt x="577" y="113"/>
                  <a:pt x="583" y="106"/>
                  <a:pt x="589" y="101"/>
                </a:cubicBezTo>
                <a:cubicBezTo>
                  <a:pt x="594" y="94"/>
                  <a:pt x="599" y="88"/>
                  <a:pt x="604" y="83"/>
                </a:cubicBezTo>
                <a:cubicBezTo>
                  <a:pt x="608" y="77"/>
                  <a:pt x="612" y="71"/>
                  <a:pt x="616" y="66"/>
                </a:cubicBezTo>
                <a:cubicBezTo>
                  <a:pt x="619" y="61"/>
                  <a:pt x="622" y="56"/>
                  <a:pt x="625" y="52"/>
                </a:cubicBezTo>
                <a:cubicBezTo>
                  <a:pt x="630" y="43"/>
                  <a:pt x="634" y="35"/>
                  <a:pt x="637" y="30"/>
                </a:cubicBezTo>
                <a:cubicBezTo>
                  <a:pt x="639" y="25"/>
                  <a:pt x="641" y="23"/>
                  <a:pt x="641" y="23"/>
                </a:cubicBezTo>
                <a:cubicBezTo>
                  <a:pt x="641" y="23"/>
                  <a:pt x="639" y="25"/>
                  <a:pt x="637" y="30"/>
                </a:cubicBezTo>
                <a:cubicBezTo>
                  <a:pt x="635" y="35"/>
                  <a:pt x="632" y="43"/>
                  <a:pt x="626" y="52"/>
                </a:cubicBezTo>
                <a:cubicBezTo>
                  <a:pt x="624" y="57"/>
                  <a:pt x="621" y="62"/>
                  <a:pt x="618" y="68"/>
                </a:cubicBezTo>
                <a:cubicBezTo>
                  <a:pt x="614" y="73"/>
                  <a:pt x="611" y="79"/>
                  <a:pt x="607" y="85"/>
                </a:cubicBezTo>
                <a:cubicBezTo>
                  <a:pt x="602" y="91"/>
                  <a:pt x="598" y="97"/>
                  <a:pt x="593" y="104"/>
                </a:cubicBezTo>
                <a:cubicBezTo>
                  <a:pt x="588" y="110"/>
                  <a:pt x="582" y="117"/>
                  <a:pt x="576" y="124"/>
                </a:cubicBezTo>
                <a:cubicBezTo>
                  <a:pt x="563" y="137"/>
                  <a:pt x="549" y="151"/>
                  <a:pt x="532" y="163"/>
                </a:cubicBezTo>
                <a:cubicBezTo>
                  <a:pt x="524" y="170"/>
                  <a:pt x="515" y="175"/>
                  <a:pt x="506" y="181"/>
                </a:cubicBezTo>
                <a:cubicBezTo>
                  <a:pt x="501" y="184"/>
                  <a:pt x="496" y="187"/>
                  <a:pt x="491" y="190"/>
                </a:cubicBezTo>
                <a:cubicBezTo>
                  <a:pt x="486" y="192"/>
                  <a:pt x="481" y="195"/>
                  <a:pt x="476" y="197"/>
                </a:cubicBezTo>
                <a:cubicBezTo>
                  <a:pt x="471" y="200"/>
                  <a:pt x="466" y="202"/>
                  <a:pt x="460" y="205"/>
                </a:cubicBezTo>
                <a:cubicBezTo>
                  <a:pt x="455" y="207"/>
                  <a:pt x="449" y="209"/>
                  <a:pt x="444" y="211"/>
                </a:cubicBezTo>
                <a:cubicBezTo>
                  <a:pt x="441" y="212"/>
                  <a:pt x="438" y="213"/>
                  <a:pt x="435" y="214"/>
                </a:cubicBezTo>
                <a:cubicBezTo>
                  <a:pt x="433" y="215"/>
                  <a:pt x="430" y="216"/>
                  <a:pt x="427" y="217"/>
                </a:cubicBezTo>
                <a:cubicBezTo>
                  <a:pt x="421" y="218"/>
                  <a:pt x="415" y="220"/>
                  <a:pt x="409" y="222"/>
                </a:cubicBezTo>
                <a:cubicBezTo>
                  <a:pt x="403" y="223"/>
                  <a:pt x="398" y="224"/>
                  <a:pt x="392" y="225"/>
                </a:cubicBezTo>
                <a:cubicBezTo>
                  <a:pt x="389" y="226"/>
                  <a:pt x="386" y="227"/>
                  <a:pt x="383" y="227"/>
                </a:cubicBezTo>
                <a:cubicBezTo>
                  <a:pt x="373" y="228"/>
                  <a:pt x="373" y="228"/>
                  <a:pt x="373" y="228"/>
                </a:cubicBezTo>
                <a:cubicBezTo>
                  <a:pt x="364" y="230"/>
                  <a:pt x="364" y="230"/>
                  <a:pt x="364" y="230"/>
                </a:cubicBezTo>
                <a:cubicBezTo>
                  <a:pt x="361" y="230"/>
                  <a:pt x="358" y="230"/>
                  <a:pt x="355" y="230"/>
                </a:cubicBezTo>
                <a:cubicBezTo>
                  <a:pt x="336" y="231"/>
                  <a:pt x="336" y="231"/>
                  <a:pt x="336" y="231"/>
                </a:cubicBezTo>
                <a:cubicBezTo>
                  <a:pt x="318" y="231"/>
                  <a:pt x="318" y="231"/>
                  <a:pt x="318" y="231"/>
                </a:cubicBezTo>
                <a:cubicBezTo>
                  <a:pt x="315" y="231"/>
                  <a:pt x="312" y="231"/>
                  <a:pt x="309" y="231"/>
                </a:cubicBezTo>
                <a:cubicBezTo>
                  <a:pt x="300" y="230"/>
                  <a:pt x="300" y="230"/>
                  <a:pt x="300" y="230"/>
                </a:cubicBezTo>
                <a:cubicBezTo>
                  <a:pt x="290" y="230"/>
                  <a:pt x="290" y="230"/>
                  <a:pt x="290" y="230"/>
                </a:cubicBezTo>
                <a:cubicBezTo>
                  <a:pt x="287" y="229"/>
                  <a:pt x="284" y="229"/>
                  <a:pt x="281" y="228"/>
                </a:cubicBezTo>
                <a:cubicBezTo>
                  <a:pt x="275" y="227"/>
                  <a:pt x="269" y="226"/>
                  <a:pt x="263" y="225"/>
                </a:cubicBezTo>
                <a:cubicBezTo>
                  <a:pt x="257" y="225"/>
                  <a:pt x="251" y="223"/>
                  <a:pt x="245" y="221"/>
                </a:cubicBezTo>
                <a:cubicBezTo>
                  <a:pt x="242" y="221"/>
                  <a:pt x="239" y="220"/>
                  <a:pt x="236" y="219"/>
                </a:cubicBezTo>
                <a:cubicBezTo>
                  <a:pt x="233" y="219"/>
                  <a:pt x="230" y="218"/>
                  <a:pt x="227" y="217"/>
                </a:cubicBezTo>
                <a:cubicBezTo>
                  <a:pt x="222" y="215"/>
                  <a:pt x="216" y="213"/>
                  <a:pt x="210" y="211"/>
                </a:cubicBezTo>
                <a:cubicBezTo>
                  <a:pt x="205" y="209"/>
                  <a:pt x="199" y="207"/>
                  <a:pt x="194" y="205"/>
                </a:cubicBezTo>
                <a:cubicBezTo>
                  <a:pt x="188" y="203"/>
                  <a:pt x="183" y="200"/>
                  <a:pt x="178" y="197"/>
                </a:cubicBezTo>
                <a:cubicBezTo>
                  <a:pt x="173" y="195"/>
                  <a:pt x="167" y="192"/>
                  <a:pt x="163" y="190"/>
                </a:cubicBezTo>
                <a:cubicBezTo>
                  <a:pt x="153" y="184"/>
                  <a:pt x="143" y="179"/>
                  <a:pt x="134" y="172"/>
                </a:cubicBezTo>
                <a:cubicBezTo>
                  <a:pt x="116" y="160"/>
                  <a:pt x="101" y="147"/>
                  <a:pt x="87" y="134"/>
                </a:cubicBezTo>
                <a:cubicBezTo>
                  <a:pt x="80" y="127"/>
                  <a:pt x="74" y="121"/>
                  <a:pt x="68" y="114"/>
                </a:cubicBezTo>
                <a:cubicBezTo>
                  <a:pt x="62" y="107"/>
                  <a:pt x="57" y="101"/>
                  <a:pt x="52" y="95"/>
                </a:cubicBezTo>
                <a:cubicBezTo>
                  <a:pt x="48" y="89"/>
                  <a:pt x="44" y="83"/>
                  <a:pt x="40" y="78"/>
                </a:cubicBezTo>
                <a:cubicBezTo>
                  <a:pt x="36" y="72"/>
                  <a:pt x="33" y="67"/>
                  <a:pt x="30" y="62"/>
                </a:cubicBezTo>
                <a:cubicBezTo>
                  <a:pt x="29" y="61"/>
                  <a:pt x="29" y="61"/>
                  <a:pt x="29" y="61"/>
                </a:cubicBezTo>
                <a:lnTo>
                  <a:pt x="0" y="75"/>
                </a:ln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2248"/>
          <p:cNvSpPr>
            <a:spLocks/>
          </p:cNvSpPr>
          <p:nvPr/>
        </p:nvSpPr>
        <p:spPr bwMode="auto">
          <a:xfrm>
            <a:off x="5494477" y="1590602"/>
            <a:ext cx="1238348" cy="446729"/>
          </a:xfrm>
          <a:custGeom>
            <a:avLst/>
            <a:gdLst>
              <a:gd name="T0" fmla="*/ 622 w 641"/>
              <a:gd name="T1" fmla="*/ 231 h 231"/>
              <a:gd name="T2" fmla="*/ 574 w 641"/>
              <a:gd name="T3" fmla="*/ 187 h 231"/>
              <a:gd name="T4" fmla="*/ 558 w 641"/>
              <a:gd name="T5" fmla="*/ 159 h 231"/>
              <a:gd name="T6" fmla="*/ 529 w 641"/>
              <a:gd name="T7" fmla="*/ 123 h 231"/>
              <a:gd name="T8" fmla="*/ 463 w 641"/>
              <a:gd name="T9" fmla="*/ 69 h 231"/>
              <a:gd name="T10" fmla="*/ 435 w 641"/>
              <a:gd name="T11" fmla="*/ 53 h 231"/>
              <a:gd name="T12" fmla="*/ 405 w 641"/>
              <a:gd name="T13" fmla="*/ 41 h 231"/>
              <a:gd name="T14" fmla="*/ 389 w 641"/>
              <a:gd name="T15" fmla="*/ 35 h 231"/>
              <a:gd name="T16" fmla="*/ 356 w 641"/>
              <a:gd name="T17" fmla="*/ 27 h 231"/>
              <a:gd name="T18" fmla="*/ 339 w 641"/>
              <a:gd name="T19" fmla="*/ 24 h 231"/>
              <a:gd name="T20" fmla="*/ 322 w 641"/>
              <a:gd name="T21" fmla="*/ 22 h 231"/>
              <a:gd name="T22" fmla="*/ 287 w 641"/>
              <a:gd name="T23" fmla="*/ 21 h 231"/>
              <a:gd name="T24" fmla="*/ 270 w 641"/>
              <a:gd name="T25" fmla="*/ 22 h 231"/>
              <a:gd name="T26" fmla="*/ 252 w 641"/>
              <a:gd name="T27" fmla="*/ 24 h 231"/>
              <a:gd name="T28" fmla="*/ 218 w 641"/>
              <a:gd name="T29" fmla="*/ 30 h 231"/>
              <a:gd name="T30" fmla="*/ 202 w 641"/>
              <a:gd name="T31" fmla="*/ 35 h 231"/>
              <a:gd name="T32" fmla="*/ 170 w 641"/>
              <a:gd name="T33" fmla="*/ 46 h 231"/>
              <a:gd name="T34" fmla="*/ 141 w 641"/>
              <a:gd name="T35" fmla="*/ 60 h 231"/>
              <a:gd name="T36" fmla="*/ 70 w 641"/>
              <a:gd name="T37" fmla="*/ 112 h 231"/>
              <a:gd name="T38" fmla="*/ 37 w 641"/>
              <a:gd name="T39" fmla="*/ 149 h 231"/>
              <a:gd name="T40" fmla="*/ 16 w 641"/>
              <a:gd name="T41" fmla="*/ 180 h 231"/>
              <a:gd name="T42" fmla="*/ 0 w 641"/>
              <a:gd name="T43" fmla="*/ 209 h 231"/>
              <a:gd name="T44" fmla="*/ 15 w 641"/>
              <a:gd name="T45" fmla="*/ 179 h 231"/>
              <a:gd name="T46" fmla="*/ 34 w 641"/>
              <a:gd name="T47" fmla="*/ 146 h 231"/>
              <a:gd name="T48" fmla="*/ 65 w 641"/>
              <a:gd name="T49" fmla="*/ 108 h 231"/>
              <a:gd name="T50" fmla="*/ 135 w 641"/>
              <a:gd name="T51" fmla="*/ 50 h 231"/>
              <a:gd name="T52" fmla="*/ 165 w 641"/>
              <a:gd name="T53" fmla="*/ 34 h 231"/>
              <a:gd name="T54" fmla="*/ 197 w 641"/>
              <a:gd name="T55" fmla="*/ 20 h 231"/>
              <a:gd name="T56" fmla="*/ 214 w 641"/>
              <a:gd name="T57" fmla="*/ 15 h 231"/>
              <a:gd name="T58" fmla="*/ 249 w 641"/>
              <a:gd name="T59" fmla="*/ 6 h 231"/>
              <a:gd name="T60" fmla="*/ 267 w 641"/>
              <a:gd name="T61" fmla="*/ 3 h 231"/>
              <a:gd name="T62" fmla="*/ 286 w 641"/>
              <a:gd name="T63" fmla="*/ 1 h 231"/>
              <a:gd name="T64" fmla="*/ 323 w 641"/>
              <a:gd name="T65" fmla="*/ 0 h 231"/>
              <a:gd name="T66" fmla="*/ 341 w 641"/>
              <a:gd name="T67" fmla="*/ 1 h 231"/>
              <a:gd name="T68" fmla="*/ 360 w 641"/>
              <a:gd name="T69" fmla="*/ 3 h 231"/>
              <a:gd name="T70" fmla="*/ 396 w 641"/>
              <a:gd name="T71" fmla="*/ 10 h 231"/>
              <a:gd name="T72" fmla="*/ 414 w 641"/>
              <a:gd name="T73" fmla="*/ 15 h 231"/>
              <a:gd name="T74" fmla="*/ 447 w 641"/>
              <a:gd name="T75" fmla="*/ 27 h 231"/>
              <a:gd name="T76" fmla="*/ 478 w 641"/>
              <a:gd name="T77" fmla="*/ 42 h 231"/>
              <a:gd name="T78" fmla="*/ 554 w 641"/>
              <a:gd name="T79" fmla="*/ 98 h 231"/>
              <a:gd name="T80" fmla="*/ 589 w 641"/>
              <a:gd name="T81" fmla="*/ 136 h 231"/>
              <a:gd name="T82" fmla="*/ 611 w 641"/>
              <a:gd name="T83" fmla="*/ 170 h 231"/>
              <a:gd name="T84" fmla="*/ 641 w 641"/>
              <a:gd name="T85" fmla="*/ 157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41" h="231">
                <a:moveTo>
                  <a:pt x="641" y="157"/>
                </a:moveTo>
                <a:cubicBezTo>
                  <a:pt x="622" y="231"/>
                  <a:pt x="622" y="231"/>
                  <a:pt x="622" y="231"/>
                </a:cubicBezTo>
                <a:cubicBezTo>
                  <a:pt x="546" y="200"/>
                  <a:pt x="546" y="200"/>
                  <a:pt x="546" y="200"/>
                </a:cubicBezTo>
                <a:cubicBezTo>
                  <a:pt x="574" y="187"/>
                  <a:pt x="574" y="187"/>
                  <a:pt x="574" y="187"/>
                </a:cubicBezTo>
                <a:cubicBezTo>
                  <a:pt x="572" y="183"/>
                  <a:pt x="570" y="179"/>
                  <a:pt x="568" y="175"/>
                </a:cubicBezTo>
                <a:cubicBezTo>
                  <a:pt x="565" y="170"/>
                  <a:pt x="561" y="165"/>
                  <a:pt x="558" y="159"/>
                </a:cubicBezTo>
                <a:cubicBezTo>
                  <a:pt x="553" y="153"/>
                  <a:pt x="549" y="147"/>
                  <a:pt x="545" y="141"/>
                </a:cubicBezTo>
                <a:cubicBezTo>
                  <a:pt x="539" y="135"/>
                  <a:pt x="534" y="129"/>
                  <a:pt x="529" y="123"/>
                </a:cubicBezTo>
                <a:cubicBezTo>
                  <a:pt x="517" y="110"/>
                  <a:pt x="504" y="97"/>
                  <a:pt x="488" y="86"/>
                </a:cubicBezTo>
                <a:cubicBezTo>
                  <a:pt x="480" y="80"/>
                  <a:pt x="472" y="74"/>
                  <a:pt x="463" y="69"/>
                </a:cubicBezTo>
                <a:cubicBezTo>
                  <a:pt x="459" y="66"/>
                  <a:pt x="454" y="63"/>
                  <a:pt x="449" y="61"/>
                </a:cubicBezTo>
                <a:cubicBezTo>
                  <a:pt x="445" y="58"/>
                  <a:pt x="440" y="55"/>
                  <a:pt x="435" y="53"/>
                </a:cubicBezTo>
                <a:cubicBezTo>
                  <a:pt x="430" y="51"/>
                  <a:pt x="425" y="49"/>
                  <a:pt x="420" y="46"/>
                </a:cubicBezTo>
                <a:cubicBezTo>
                  <a:pt x="415" y="44"/>
                  <a:pt x="410" y="43"/>
                  <a:pt x="405" y="41"/>
                </a:cubicBezTo>
                <a:cubicBezTo>
                  <a:pt x="402" y="40"/>
                  <a:pt x="400" y="38"/>
                  <a:pt x="397" y="38"/>
                </a:cubicBezTo>
                <a:cubicBezTo>
                  <a:pt x="394" y="37"/>
                  <a:pt x="392" y="36"/>
                  <a:pt x="389" y="35"/>
                </a:cubicBezTo>
                <a:cubicBezTo>
                  <a:pt x="384" y="34"/>
                  <a:pt x="378" y="32"/>
                  <a:pt x="373" y="31"/>
                </a:cubicBezTo>
                <a:cubicBezTo>
                  <a:pt x="367" y="29"/>
                  <a:pt x="362" y="28"/>
                  <a:pt x="356" y="27"/>
                </a:cubicBezTo>
                <a:cubicBezTo>
                  <a:pt x="353" y="26"/>
                  <a:pt x="350" y="26"/>
                  <a:pt x="348" y="25"/>
                </a:cubicBezTo>
                <a:cubicBezTo>
                  <a:pt x="339" y="24"/>
                  <a:pt x="339" y="24"/>
                  <a:pt x="339" y="24"/>
                </a:cubicBezTo>
                <a:cubicBezTo>
                  <a:pt x="331" y="23"/>
                  <a:pt x="331" y="23"/>
                  <a:pt x="331" y="23"/>
                </a:cubicBezTo>
                <a:cubicBezTo>
                  <a:pt x="328" y="23"/>
                  <a:pt x="325" y="23"/>
                  <a:pt x="322" y="22"/>
                </a:cubicBezTo>
                <a:cubicBezTo>
                  <a:pt x="304" y="21"/>
                  <a:pt x="304" y="21"/>
                  <a:pt x="304" y="21"/>
                </a:cubicBezTo>
                <a:cubicBezTo>
                  <a:pt x="287" y="21"/>
                  <a:pt x="287" y="21"/>
                  <a:pt x="287" y="21"/>
                </a:cubicBezTo>
                <a:cubicBezTo>
                  <a:pt x="284" y="21"/>
                  <a:pt x="281" y="21"/>
                  <a:pt x="278" y="22"/>
                </a:cubicBezTo>
                <a:cubicBezTo>
                  <a:pt x="270" y="22"/>
                  <a:pt x="270" y="22"/>
                  <a:pt x="270" y="22"/>
                </a:cubicBezTo>
                <a:cubicBezTo>
                  <a:pt x="261" y="23"/>
                  <a:pt x="261" y="23"/>
                  <a:pt x="261" y="23"/>
                </a:cubicBezTo>
                <a:cubicBezTo>
                  <a:pt x="258" y="23"/>
                  <a:pt x="255" y="23"/>
                  <a:pt x="252" y="24"/>
                </a:cubicBezTo>
                <a:cubicBezTo>
                  <a:pt x="247" y="25"/>
                  <a:pt x="241" y="26"/>
                  <a:pt x="235" y="27"/>
                </a:cubicBezTo>
                <a:cubicBezTo>
                  <a:pt x="229" y="28"/>
                  <a:pt x="224" y="29"/>
                  <a:pt x="218" y="30"/>
                </a:cubicBezTo>
                <a:cubicBezTo>
                  <a:pt x="216" y="31"/>
                  <a:pt x="213" y="32"/>
                  <a:pt x="210" y="32"/>
                </a:cubicBezTo>
                <a:cubicBezTo>
                  <a:pt x="207" y="33"/>
                  <a:pt x="205" y="34"/>
                  <a:pt x="202" y="35"/>
                </a:cubicBezTo>
                <a:cubicBezTo>
                  <a:pt x="197" y="37"/>
                  <a:pt x="191" y="38"/>
                  <a:pt x="186" y="40"/>
                </a:cubicBezTo>
                <a:cubicBezTo>
                  <a:pt x="181" y="42"/>
                  <a:pt x="176" y="44"/>
                  <a:pt x="170" y="46"/>
                </a:cubicBezTo>
                <a:cubicBezTo>
                  <a:pt x="165" y="48"/>
                  <a:pt x="160" y="51"/>
                  <a:pt x="156" y="53"/>
                </a:cubicBezTo>
                <a:cubicBezTo>
                  <a:pt x="151" y="55"/>
                  <a:pt x="146" y="58"/>
                  <a:pt x="141" y="60"/>
                </a:cubicBezTo>
                <a:cubicBezTo>
                  <a:pt x="132" y="66"/>
                  <a:pt x="123" y="71"/>
                  <a:pt x="114" y="77"/>
                </a:cubicBezTo>
                <a:cubicBezTo>
                  <a:pt x="97" y="88"/>
                  <a:pt x="83" y="100"/>
                  <a:pt x="70" y="112"/>
                </a:cubicBezTo>
                <a:cubicBezTo>
                  <a:pt x="64" y="119"/>
                  <a:pt x="58" y="125"/>
                  <a:pt x="52" y="131"/>
                </a:cubicBezTo>
                <a:cubicBezTo>
                  <a:pt x="47" y="137"/>
                  <a:pt x="42" y="143"/>
                  <a:pt x="37" y="149"/>
                </a:cubicBezTo>
                <a:cubicBezTo>
                  <a:pt x="33" y="155"/>
                  <a:pt x="29" y="160"/>
                  <a:pt x="25" y="165"/>
                </a:cubicBezTo>
                <a:cubicBezTo>
                  <a:pt x="22" y="170"/>
                  <a:pt x="19" y="176"/>
                  <a:pt x="16" y="180"/>
                </a:cubicBezTo>
                <a:cubicBezTo>
                  <a:pt x="10" y="189"/>
                  <a:pt x="7" y="196"/>
                  <a:pt x="4" y="201"/>
                </a:cubicBezTo>
                <a:cubicBezTo>
                  <a:pt x="2" y="206"/>
                  <a:pt x="0" y="209"/>
                  <a:pt x="0" y="209"/>
                </a:cubicBezTo>
                <a:cubicBezTo>
                  <a:pt x="0" y="209"/>
                  <a:pt x="2" y="206"/>
                  <a:pt x="4" y="201"/>
                </a:cubicBezTo>
                <a:cubicBezTo>
                  <a:pt x="6" y="196"/>
                  <a:pt x="9" y="188"/>
                  <a:pt x="15" y="179"/>
                </a:cubicBezTo>
                <a:cubicBezTo>
                  <a:pt x="17" y="174"/>
                  <a:pt x="20" y="169"/>
                  <a:pt x="23" y="164"/>
                </a:cubicBezTo>
                <a:cubicBezTo>
                  <a:pt x="26" y="158"/>
                  <a:pt x="30" y="153"/>
                  <a:pt x="34" y="146"/>
                </a:cubicBezTo>
                <a:cubicBezTo>
                  <a:pt x="39" y="141"/>
                  <a:pt x="43" y="134"/>
                  <a:pt x="48" y="128"/>
                </a:cubicBezTo>
                <a:cubicBezTo>
                  <a:pt x="53" y="121"/>
                  <a:pt x="59" y="115"/>
                  <a:pt x="65" y="108"/>
                </a:cubicBezTo>
                <a:cubicBezTo>
                  <a:pt x="78" y="95"/>
                  <a:pt x="92" y="81"/>
                  <a:pt x="109" y="69"/>
                </a:cubicBezTo>
                <a:cubicBezTo>
                  <a:pt x="117" y="62"/>
                  <a:pt x="126" y="56"/>
                  <a:pt x="135" y="50"/>
                </a:cubicBezTo>
                <a:cubicBezTo>
                  <a:pt x="140" y="47"/>
                  <a:pt x="145" y="45"/>
                  <a:pt x="150" y="42"/>
                </a:cubicBezTo>
                <a:cubicBezTo>
                  <a:pt x="155" y="39"/>
                  <a:pt x="160" y="36"/>
                  <a:pt x="165" y="34"/>
                </a:cubicBezTo>
                <a:cubicBezTo>
                  <a:pt x="170" y="32"/>
                  <a:pt x="175" y="29"/>
                  <a:pt x="181" y="27"/>
                </a:cubicBezTo>
                <a:cubicBezTo>
                  <a:pt x="186" y="25"/>
                  <a:pt x="192" y="23"/>
                  <a:pt x="197" y="20"/>
                </a:cubicBezTo>
                <a:cubicBezTo>
                  <a:pt x="200" y="19"/>
                  <a:pt x="203" y="18"/>
                  <a:pt x="205" y="17"/>
                </a:cubicBezTo>
                <a:cubicBezTo>
                  <a:pt x="208" y="16"/>
                  <a:pt x="211" y="16"/>
                  <a:pt x="214" y="15"/>
                </a:cubicBezTo>
                <a:cubicBezTo>
                  <a:pt x="220" y="13"/>
                  <a:pt x="226" y="11"/>
                  <a:pt x="232" y="10"/>
                </a:cubicBezTo>
                <a:cubicBezTo>
                  <a:pt x="237" y="9"/>
                  <a:pt x="243" y="7"/>
                  <a:pt x="249" y="6"/>
                </a:cubicBezTo>
                <a:cubicBezTo>
                  <a:pt x="252" y="5"/>
                  <a:pt x="255" y="5"/>
                  <a:pt x="258" y="4"/>
                </a:cubicBezTo>
                <a:cubicBezTo>
                  <a:pt x="267" y="3"/>
                  <a:pt x="267" y="3"/>
                  <a:pt x="267" y="3"/>
                </a:cubicBezTo>
                <a:cubicBezTo>
                  <a:pt x="277" y="2"/>
                  <a:pt x="277" y="2"/>
                  <a:pt x="277" y="2"/>
                </a:cubicBezTo>
                <a:cubicBezTo>
                  <a:pt x="280" y="1"/>
                  <a:pt x="283" y="1"/>
                  <a:pt x="286" y="1"/>
                </a:cubicBezTo>
                <a:cubicBezTo>
                  <a:pt x="305" y="0"/>
                  <a:pt x="305" y="0"/>
                  <a:pt x="305" y="0"/>
                </a:cubicBezTo>
                <a:cubicBezTo>
                  <a:pt x="323" y="0"/>
                  <a:pt x="323" y="0"/>
                  <a:pt x="323" y="0"/>
                </a:cubicBezTo>
                <a:cubicBezTo>
                  <a:pt x="326" y="0"/>
                  <a:pt x="329" y="0"/>
                  <a:pt x="332" y="0"/>
                </a:cubicBezTo>
                <a:cubicBezTo>
                  <a:pt x="341" y="1"/>
                  <a:pt x="341" y="1"/>
                  <a:pt x="341" y="1"/>
                </a:cubicBezTo>
                <a:cubicBezTo>
                  <a:pt x="351" y="2"/>
                  <a:pt x="351" y="2"/>
                  <a:pt x="351" y="2"/>
                </a:cubicBezTo>
                <a:cubicBezTo>
                  <a:pt x="354" y="2"/>
                  <a:pt x="357" y="2"/>
                  <a:pt x="360" y="3"/>
                </a:cubicBezTo>
                <a:cubicBezTo>
                  <a:pt x="366" y="4"/>
                  <a:pt x="372" y="5"/>
                  <a:pt x="378" y="6"/>
                </a:cubicBezTo>
                <a:cubicBezTo>
                  <a:pt x="384" y="7"/>
                  <a:pt x="390" y="9"/>
                  <a:pt x="396" y="10"/>
                </a:cubicBezTo>
                <a:cubicBezTo>
                  <a:pt x="399" y="11"/>
                  <a:pt x="402" y="11"/>
                  <a:pt x="405" y="12"/>
                </a:cubicBezTo>
                <a:cubicBezTo>
                  <a:pt x="408" y="13"/>
                  <a:pt x="411" y="14"/>
                  <a:pt x="414" y="15"/>
                </a:cubicBezTo>
                <a:cubicBezTo>
                  <a:pt x="419" y="17"/>
                  <a:pt x="425" y="18"/>
                  <a:pt x="431" y="20"/>
                </a:cubicBezTo>
                <a:cubicBezTo>
                  <a:pt x="436" y="23"/>
                  <a:pt x="442" y="25"/>
                  <a:pt x="447" y="27"/>
                </a:cubicBezTo>
                <a:cubicBezTo>
                  <a:pt x="453" y="29"/>
                  <a:pt x="458" y="32"/>
                  <a:pt x="463" y="34"/>
                </a:cubicBezTo>
                <a:cubicBezTo>
                  <a:pt x="468" y="37"/>
                  <a:pt x="474" y="39"/>
                  <a:pt x="478" y="42"/>
                </a:cubicBezTo>
                <a:cubicBezTo>
                  <a:pt x="488" y="48"/>
                  <a:pt x="498" y="53"/>
                  <a:pt x="507" y="59"/>
                </a:cubicBezTo>
                <a:cubicBezTo>
                  <a:pt x="525" y="71"/>
                  <a:pt x="540" y="85"/>
                  <a:pt x="554" y="98"/>
                </a:cubicBezTo>
                <a:cubicBezTo>
                  <a:pt x="561" y="104"/>
                  <a:pt x="567" y="111"/>
                  <a:pt x="573" y="117"/>
                </a:cubicBezTo>
                <a:cubicBezTo>
                  <a:pt x="579" y="124"/>
                  <a:pt x="584" y="130"/>
                  <a:pt x="589" y="136"/>
                </a:cubicBezTo>
                <a:cubicBezTo>
                  <a:pt x="593" y="143"/>
                  <a:pt x="597" y="148"/>
                  <a:pt x="601" y="154"/>
                </a:cubicBezTo>
                <a:cubicBezTo>
                  <a:pt x="605" y="159"/>
                  <a:pt x="608" y="165"/>
                  <a:pt x="611" y="170"/>
                </a:cubicBezTo>
                <a:cubicBezTo>
                  <a:pt x="611" y="170"/>
                  <a:pt x="611" y="170"/>
                  <a:pt x="611" y="170"/>
                </a:cubicBezTo>
                <a:lnTo>
                  <a:pt x="641" y="157"/>
                </a:ln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2249"/>
          <p:cNvSpPr>
            <a:spLocks/>
          </p:cNvSpPr>
          <p:nvPr/>
        </p:nvSpPr>
        <p:spPr bwMode="auto">
          <a:xfrm>
            <a:off x="3643745" y="3429114"/>
            <a:ext cx="448086" cy="1236991"/>
          </a:xfrm>
          <a:custGeom>
            <a:avLst/>
            <a:gdLst>
              <a:gd name="T0" fmla="*/ 232 w 232"/>
              <a:gd name="T1" fmla="*/ 18 h 640"/>
              <a:gd name="T2" fmla="*/ 187 w 232"/>
              <a:gd name="T3" fmla="*/ 66 h 640"/>
              <a:gd name="T4" fmla="*/ 159 w 232"/>
              <a:gd name="T5" fmla="*/ 83 h 640"/>
              <a:gd name="T6" fmla="*/ 123 w 232"/>
              <a:gd name="T7" fmla="*/ 112 h 640"/>
              <a:gd name="T8" fmla="*/ 69 w 232"/>
              <a:gd name="T9" fmla="*/ 177 h 640"/>
              <a:gd name="T10" fmla="*/ 54 w 232"/>
              <a:gd name="T11" fmla="*/ 205 h 640"/>
              <a:gd name="T12" fmla="*/ 41 w 232"/>
              <a:gd name="T13" fmla="*/ 235 h 640"/>
              <a:gd name="T14" fmla="*/ 35 w 232"/>
              <a:gd name="T15" fmla="*/ 251 h 640"/>
              <a:gd name="T16" fmla="*/ 27 w 232"/>
              <a:gd name="T17" fmla="*/ 284 h 640"/>
              <a:gd name="T18" fmla="*/ 24 w 232"/>
              <a:gd name="T19" fmla="*/ 301 h 640"/>
              <a:gd name="T20" fmla="*/ 22 w 232"/>
              <a:gd name="T21" fmla="*/ 318 h 640"/>
              <a:gd name="T22" fmla="*/ 21 w 232"/>
              <a:gd name="T23" fmla="*/ 353 h 640"/>
              <a:gd name="T24" fmla="*/ 22 w 232"/>
              <a:gd name="T25" fmla="*/ 371 h 640"/>
              <a:gd name="T26" fmla="*/ 24 w 232"/>
              <a:gd name="T27" fmla="*/ 388 h 640"/>
              <a:gd name="T28" fmla="*/ 31 w 232"/>
              <a:gd name="T29" fmla="*/ 422 h 640"/>
              <a:gd name="T30" fmla="*/ 35 w 232"/>
              <a:gd name="T31" fmla="*/ 438 h 640"/>
              <a:gd name="T32" fmla="*/ 46 w 232"/>
              <a:gd name="T33" fmla="*/ 470 h 640"/>
              <a:gd name="T34" fmla="*/ 60 w 232"/>
              <a:gd name="T35" fmla="*/ 499 h 640"/>
              <a:gd name="T36" fmla="*/ 113 w 232"/>
              <a:gd name="T37" fmla="*/ 570 h 640"/>
              <a:gd name="T38" fmla="*/ 149 w 232"/>
              <a:gd name="T39" fmla="*/ 603 h 640"/>
              <a:gd name="T40" fmla="*/ 180 w 232"/>
              <a:gd name="T41" fmla="*/ 624 h 640"/>
              <a:gd name="T42" fmla="*/ 209 w 232"/>
              <a:gd name="T43" fmla="*/ 640 h 640"/>
              <a:gd name="T44" fmla="*/ 179 w 232"/>
              <a:gd name="T45" fmla="*/ 626 h 640"/>
              <a:gd name="T46" fmla="*/ 147 w 232"/>
              <a:gd name="T47" fmla="*/ 606 h 640"/>
              <a:gd name="T48" fmla="*/ 108 w 232"/>
              <a:gd name="T49" fmla="*/ 575 h 640"/>
              <a:gd name="T50" fmla="*/ 50 w 232"/>
              <a:gd name="T51" fmla="*/ 505 h 640"/>
              <a:gd name="T52" fmla="*/ 34 w 232"/>
              <a:gd name="T53" fmla="*/ 475 h 640"/>
              <a:gd name="T54" fmla="*/ 21 w 232"/>
              <a:gd name="T55" fmla="*/ 443 h 640"/>
              <a:gd name="T56" fmla="*/ 15 w 232"/>
              <a:gd name="T57" fmla="*/ 426 h 640"/>
              <a:gd name="T58" fmla="*/ 6 w 232"/>
              <a:gd name="T59" fmla="*/ 391 h 640"/>
              <a:gd name="T60" fmla="*/ 3 w 232"/>
              <a:gd name="T61" fmla="*/ 373 h 640"/>
              <a:gd name="T62" fmla="*/ 1 w 232"/>
              <a:gd name="T63" fmla="*/ 354 h 640"/>
              <a:gd name="T64" fmla="*/ 0 w 232"/>
              <a:gd name="T65" fmla="*/ 317 h 640"/>
              <a:gd name="T66" fmla="*/ 1 w 232"/>
              <a:gd name="T67" fmla="*/ 299 h 640"/>
              <a:gd name="T68" fmla="*/ 3 w 232"/>
              <a:gd name="T69" fmla="*/ 280 h 640"/>
              <a:gd name="T70" fmla="*/ 10 w 232"/>
              <a:gd name="T71" fmla="*/ 244 h 640"/>
              <a:gd name="T72" fmla="*/ 15 w 232"/>
              <a:gd name="T73" fmla="*/ 227 h 640"/>
              <a:gd name="T74" fmla="*/ 27 w 232"/>
              <a:gd name="T75" fmla="*/ 193 h 640"/>
              <a:gd name="T76" fmla="*/ 42 w 232"/>
              <a:gd name="T77" fmla="*/ 162 h 640"/>
              <a:gd name="T78" fmla="*/ 98 w 232"/>
              <a:gd name="T79" fmla="*/ 86 h 640"/>
              <a:gd name="T80" fmla="*/ 136 w 232"/>
              <a:gd name="T81" fmla="*/ 52 h 640"/>
              <a:gd name="T82" fmla="*/ 170 w 232"/>
              <a:gd name="T83" fmla="*/ 29 h 640"/>
              <a:gd name="T84" fmla="*/ 157 w 232"/>
              <a:gd name="T85" fmla="*/ 0 h 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32" h="640">
                <a:moveTo>
                  <a:pt x="157" y="0"/>
                </a:moveTo>
                <a:cubicBezTo>
                  <a:pt x="232" y="18"/>
                  <a:pt x="232" y="18"/>
                  <a:pt x="232" y="18"/>
                </a:cubicBezTo>
                <a:cubicBezTo>
                  <a:pt x="200" y="94"/>
                  <a:pt x="200" y="94"/>
                  <a:pt x="200" y="94"/>
                </a:cubicBezTo>
                <a:cubicBezTo>
                  <a:pt x="187" y="66"/>
                  <a:pt x="187" y="66"/>
                  <a:pt x="187" y="66"/>
                </a:cubicBezTo>
                <a:cubicBezTo>
                  <a:pt x="184" y="68"/>
                  <a:pt x="180" y="70"/>
                  <a:pt x="175" y="72"/>
                </a:cubicBezTo>
                <a:cubicBezTo>
                  <a:pt x="170" y="76"/>
                  <a:pt x="165" y="79"/>
                  <a:pt x="159" y="83"/>
                </a:cubicBezTo>
                <a:cubicBezTo>
                  <a:pt x="154" y="87"/>
                  <a:pt x="148" y="91"/>
                  <a:pt x="141" y="96"/>
                </a:cubicBezTo>
                <a:cubicBezTo>
                  <a:pt x="135" y="101"/>
                  <a:pt x="129" y="106"/>
                  <a:pt x="123" y="112"/>
                </a:cubicBezTo>
                <a:cubicBezTo>
                  <a:pt x="111" y="123"/>
                  <a:pt x="98" y="137"/>
                  <a:pt x="86" y="153"/>
                </a:cubicBezTo>
                <a:cubicBezTo>
                  <a:pt x="80" y="160"/>
                  <a:pt x="74" y="169"/>
                  <a:pt x="69" y="177"/>
                </a:cubicBezTo>
                <a:cubicBezTo>
                  <a:pt x="66" y="182"/>
                  <a:pt x="64" y="186"/>
                  <a:pt x="61" y="191"/>
                </a:cubicBezTo>
                <a:cubicBezTo>
                  <a:pt x="58" y="196"/>
                  <a:pt x="56" y="200"/>
                  <a:pt x="54" y="205"/>
                </a:cubicBezTo>
                <a:cubicBezTo>
                  <a:pt x="51" y="210"/>
                  <a:pt x="49" y="215"/>
                  <a:pt x="47" y="220"/>
                </a:cubicBezTo>
                <a:cubicBezTo>
                  <a:pt x="45" y="225"/>
                  <a:pt x="43" y="230"/>
                  <a:pt x="41" y="235"/>
                </a:cubicBezTo>
                <a:cubicBezTo>
                  <a:pt x="40" y="238"/>
                  <a:pt x="39" y="240"/>
                  <a:pt x="38" y="243"/>
                </a:cubicBezTo>
                <a:cubicBezTo>
                  <a:pt x="37" y="246"/>
                  <a:pt x="36" y="248"/>
                  <a:pt x="35" y="251"/>
                </a:cubicBezTo>
                <a:cubicBezTo>
                  <a:pt x="34" y="257"/>
                  <a:pt x="32" y="262"/>
                  <a:pt x="31" y="267"/>
                </a:cubicBezTo>
                <a:cubicBezTo>
                  <a:pt x="30" y="273"/>
                  <a:pt x="28" y="279"/>
                  <a:pt x="27" y="284"/>
                </a:cubicBezTo>
                <a:cubicBezTo>
                  <a:pt x="26" y="287"/>
                  <a:pt x="26" y="290"/>
                  <a:pt x="26" y="293"/>
                </a:cubicBezTo>
                <a:cubicBezTo>
                  <a:pt x="24" y="301"/>
                  <a:pt x="24" y="301"/>
                  <a:pt x="24" y="301"/>
                </a:cubicBezTo>
                <a:cubicBezTo>
                  <a:pt x="23" y="309"/>
                  <a:pt x="23" y="309"/>
                  <a:pt x="23" y="309"/>
                </a:cubicBezTo>
                <a:cubicBezTo>
                  <a:pt x="23" y="312"/>
                  <a:pt x="23" y="315"/>
                  <a:pt x="22" y="318"/>
                </a:cubicBezTo>
                <a:cubicBezTo>
                  <a:pt x="21" y="336"/>
                  <a:pt x="21" y="336"/>
                  <a:pt x="21" y="336"/>
                </a:cubicBezTo>
                <a:cubicBezTo>
                  <a:pt x="21" y="353"/>
                  <a:pt x="21" y="353"/>
                  <a:pt x="21" y="353"/>
                </a:cubicBezTo>
                <a:cubicBezTo>
                  <a:pt x="22" y="356"/>
                  <a:pt x="21" y="359"/>
                  <a:pt x="22" y="362"/>
                </a:cubicBezTo>
                <a:cubicBezTo>
                  <a:pt x="22" y="371"/>
                  <a:pt x="22" y="371"/>
                  <a:pt x="22" y="371"/>
                </a:cubicBezTo>
                <a:cubicBezTo>
                  <a:pt x="23" y="379"/>
                  <a:pt x="23" y="379"/>
                  <a:pt x="23" y="379"/>
                </a:cubicBezTo>
                <a:cubicBezTo>
                  <a:pt x="23" y="382"/>
                  <a:pt x="24" y="385"/>
                  <a:pt x="24" y="388"/>
                </a:cubicBezTo>
                <a:cubicBezTo>
                  <a:pt x="25" y="394"/>
                  <a:pt x="26" y="399"/>
                  <a:pt x="27" y="405"/>
                </a:cubicBezTo>
                <a:cubicBezTo>
                  <a:pt x="28" y="411"/>
                  <a:pt x="29" y="416"/>
                  <a:pt x="31" y="422"/>
                </a:cubicBezTo>
                <a:cubicBezTo>
                  <a:pt x="31" y="425"/>
                  <a:pt x="32" y="427"/>
                  <a:pt x="33" y="430"/>
                </a:cubicBezTo>
                <a:cubicBezTo>
                  <a:pt x="33" y="433"/>
                  <a:pt x="34" y="436"/>
                  <a:pt x="35" y="438"/>
                </a:cubicBezTo>
                <a:cubicBezTo>
                  <a:pt x="37" y="444"/>
                  <a:pt x="38" y="449"/>
                  <a:pt x="40" y="454"/>
                </a:cubicBezTo>
                <a:cubicBezTo>
                  <a:pt x="42" y="460"/>
                  <a:pt x="44" y="465"/>
                  <a:pt x="46" y="470"/>
                </a:cubicBezTo>
                <a:cubicBezTo>
                  <a:pt x="48" y="475"/>
                  <a:pt x="51" y="480"/>
                  <a:pt x="53" y="485"/>
                </a:cubicBezTo>
                <a:cubicBezTo>
                  <a:pt x="56" y="490"/>
                  <a:pt x="58" y="495"/>
                  <a:pt x="60" y="499"/>
                </a:cubicBezTo>
                <a:cubicBezTo>
                  <a:pt x="66" y="508"/>
                  <a:pt x="71" y="517"/>
                  <a:pt x="77" y="526"/>
                </a:cubicBezTo>
                <a:cubicBezTo>
                  <a:pt x="88" y="543"/>
                  <a:pt x="101" y="557"/>
                  <a:pt x="113" y="570"/>
                </a:cubicBezTo>
                <a:cubicBezTo>
                  <a:pt x="119" y="577"/>
                  <a:pt x="125" y="583"/>
                  <a:pt x="131" y="588"/>
                </a:cubicBezTo>
                <a:cubicBezTo>
                  <a:pt x="137" y="593"/>
                  <a:pt x="143" y="598"/>
                  <a:pt x="149" y="603"/>
                </a:cubicBezTo>
                <a:cubicBezTo>
                  <a:pt x="155" y="607"/>
                  <a:pt x="160" y="611"/>
                  <a:pt x="165" y="615"/>
                </a:cubicBezTo>
                <a:cubicBezTo>
                  <a:pt x="171" y="618"/>
                  <a:pt x="176" y="621"/>
                  <a:pt x="180" y="624"/>
                </a:cubicBezTo>
                <a:cubicBezTo>
                  <a:pt x="189" y="630"/>
                  <a:pt x="196" y="633"/>
                  <a:pt x="201" y="636"/>
                </a:cubicBezTo>
                <a:cubicBezTo>
                  <a:pt x="206" y="638"/>
                  <a:pt x="209" y="640"/>
                  <a:pt x="209" y="640"/>
                </a:cubicBezTo>
                <a:cubicBezTo>
                  <a:pt x="209" y="640"/>
                  <a:pt x="206" y="639"/>
                  <a:pt x="201" y="636"/>
                </a:cubicBezTo>
                <a:cubicBezTo>
                  <a:pt x="196" y="634"/>
                  <a:pt x="188" y="631"/>
                  <a:pt x="179" y="626"/>
                </a:cubicBezTo>
                <a:cubicBezTo>
                  <a:pt x="175" y="623"/>
                  <a:pt x="169" y="621"/>
                  <a:pt x="164" y="617"/>
                </a:cubicBezTo>
                <a:cubicBezTo>
                  <a:pt x="159" y="614"/>
                  <a:pt x="153" y="610"/>
                  <a:pt x="147" y="606"/>
                </a:cubicBezTo>
                <a:cubicBezTo>
                  <a:pt x="141" y="602"/>
                  <a:pt x="134" y="597"/>
                  <a:pt x="128" y="592"/>
                </a:cubicBezTo>
                <a:cubicBezTo>
                  <a:pt x="121" y="587"/>
                  <a:pt x="115" y="581"/>
                  <a:pt x="108" y="575"/>
                </a:cubicBezTo>
                <a:cubicBezTo>
                  <a:pt x="95" y="563"/>
                  <a:pt x="81" y="548"/>
                  <a:pt x="69" y="531"/>
                </a:cubicBezTo>
                <a:cubicBezTo>
                  <a:pt x="62" y="523"/>
                  <a:pt x="56" y="514"/>
                  <a:pt x="50" y="505"/>
                </a:cubicBezTo>
                <a:cubicBezTo>
                  <a:pt x="47" y="500"/>
                  <a:pt x="45" y="495"/>
                  <a:pt x="42" y="490"/>
                </a:cubicBezTo>
                <a:cubicBezTo>
                  <a:pt x="39" y="486"/>
                  <a:pt x="36" y="481"/>
                  <a:pt x="34" y="475"/>
                </a:cubicBezTo>
                <a:cubicBezTo>
                  <a:pt x="32" y="470"/>
                  <a:pt x="29" y="465"/>
                  <a:pt x="27" y="460"/>
                </a:cubicBezTo>
                <a:cubicBezTo>
                  <a:pt x="25" y="454"/>
                  <a:pt x="23" y="449"/>
                  <a:pt x="21" y="443"/>
                </a:cubicBezTo>
                <a:cubicBezTo>
                  <a:pt x="20" y="440"/>
                  <a:pt x="18" y="438"/>
                  <a:pt x="17" y="435"/>
                </a:cubicBezTo>
                <a:cubicBezTo>
                  <a:pt x="17" y="432"/>
                  <a:pt x="16" y="429"/>
                  <a:pt x="15" y="426"/>
                </a:cubicBezTo>
                <a:cubicBezTo>
                  <a:pt x="13" y="420"/>
                  <a:pt x="11" y="415"/>
                  <a:pt x="10" y="409"/>
                </a:cubicBezTo>
                <a:cubicBezTo>
                  <a:pt x="9" y="403"/>
                  <a:pt x="7" y="397"/>
                  <a:pt x="6" y="391"/>
                </a:cubicBezTo>
                <a:cubicBezTo>
                  <a:pt x="5" y="388"/>
                  <a:pt x="5" y="385"/>
                  <a:pt x="5" y="382"/>
                </a:cubicBezTo>
                <a:cubicBezTo>
                  <a:pt x="3" y="373"/>
                  <a:pt x="3" y="373"/>
                  <a:pt x="3" y="373"/>
                </a:cubicBezTo>
                <a:cubicBezTo>
                  <a:pt x="2" y="364"/>
                  <a:pt x="2" y="364"/>
                  <a:pt x="2" y="364"/>
                </a:cubicBezTo>
                <a:cubicBezTo>
                  <a:pt x="2" y="361"/>
                  <a:pt x="2" y="357"/>
                  <a:pt x="1" y="354"/>
                </a:cubicBezTo>
                <a:cubicBezTo>
                  <a:pt x="0" y="335"/>
                  <a:pt x="0" y="335"/>
                  <a:pt x="0" y="335"/>
                </a:cubicBezTo>
                <a:cubicBezTo>
                  <a:pt x="0" y="317"/>
                  <a:pt x="0" y="317"/>
                  <a:pt x="0" y="317"/>
                </a:cubicBezTo>
                <a:cubicBezTo>
                  <a:pt x="0" y="314"/>
                  <a:pt x="0" y="312"/>
                  <a:pt x="1" y="308"/>
                </a:cubicBezTo>
                <a:cubicBezTo>
                  <a:pt x="1" y="299"/>
                  <a:pt x="1" y="299"/>
                  <a:pt x="1" y="299"/>
                </a:cubicBezTo>
                <a:cubicBezTo>
                  <a:pt x="2" y="290"/>
                  <a:pt x="2" y="290"/>
                  <a:pt x="2" y="290"/>
                </a:cubicBezTo>
                <a:cubicBezTo>
                  <a:pt x="2" y="286"/>
                  <a:pt x="3" y="283"/>
                  <a:pt x="3" y="280"/>
                </a:cubicBezTo>
                <a:cubicBezTo>
                  <a:pt x="4" y="274"/>
                  <a:pt x="5" y="268"/>
                  <a:pt x="6" y="262"/>
                </a:cubicBezTo>
                <a:cubicBezTo>
                  <a:pt x="7" y="256"/>
                  <a:pt x="9" y="250"/>
                  <a:pt x="10" y="244"/>
                </a:cubicBezTo>
                <a:cubicBezTo>
                  <a:pt x="11" y="241"/>
                  <a:pt x="12" y="238"/>
                  <a:pt x="12" y="235"/>
                </a:cubicBezTo>
                <a:cubicBezTo>
                  <a:pt x="13" y="232"/>
                  <a:pt x="14" y="230"/>
                  <a:pt x="15" y="227"/>
                </a:cubicBezTo>
                <a:cubicBezTo>
                  <a:pt x="17" y="221"/>
                  <a:pt x="19" y="215"/>
                  <a:pt x="20" y="210"/>
                </a:cubicBezTo>
                <a:cubicBezTo>
                  <a:pt x="23" y="204"/>
                  <a:pt x="25" y="199"/>
                  <a:pt x="27" y="193"/>
                </a:cubicBezTo>
                <a:cubicBezTo>
                  <a:pt x="29" y="188"/>
                  <a:pt x="32" y="182"/>
                  <a:pt x="34" y="177"/>
                </a:cubicBezTo>
                <a:cubicBezTo>
                  <a:pt x="37" y="172"/>
                  <a:pt x="39" y="167"/>
                  <a:pt x="42" y="162"/>
                </a:cubicBezTo>
                <a:cubicBezTo>
                  <a:pt x="48" y="152"/>
                  <a:pt x="53" y="142"/>
                  <a:pt x="59" y="134"/>
                </a:cubicBezTo>
                <a:cubicBezTo>
                  <a:pt x="71" y="115"/>
                  <a:pt x="85" y="100"/>
                  <a:pt x="98" y="86"/>
                </a:cubicBezTo>
                <a:cubicBezTo>
                  <a:pt x="104" y="79"/>
                  <a:pt x="111" y="73"/>
                  <a:pt x="117" y="67"/>
                </a:cubicBezTo>
                <a:cubicBezTo>
                  <a:pt x="124" y="62"/>
                  <a:pt x="130" y="56"/>
                  <a:pt x="136" y="52"/>
                </a:cubicBezTo>
                <a:cubicBezTo>
                  <a:pt x="143" y="47"/>
                  <a:pt x="149" y="43"/>
                  <a:pt x="154" y="39"/>
                </a:cubicBezTo>
                <a:cubicBezTo>
                  <a:pt x="160" y="35"/>
                  <a:pt x="165" y="32"/>
                  <a:pt x="170" y="29"/>
                </a:cubicBezTo>
                <a:cubicBezTo>
                  <a:pt x="170" y="29"/>
                  <a:pt x="170" y="29"/>
                  <a:pt x="170" y="29"/>
                </a:cubicBezTo>
                <a:lnTo>
                  <a:pt x="157" y="0"/>
                </a:ln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2250"/>
          <p:cNvSpPr>
            <a:spLocks/>
          </p:cNvSpPr>
          <p:nvPr/>
        </p:nvSpPr>
        <p:spPr bwMode="auto">
          <a:xfrm>
            <a:off x="8100169" y="3429114"/>
            <a:ext cx="448086" cy="1236991"/>
          </a:xfrm>
          <a:custGeom>
            <a:avLst/>
            <a:gdLst>
              <a:gd name="T0" fmla="*/ 0 w 232"/>
              <a:gd name="T1" fmla="*/ 621 h 640"/>
              <a:gd name="T2" fmla="*/ 44 w 232"/>
              <a:gd name="T3" fmla="*/ 574 h 640"/>
              <a:gd name="T4" fmla="*/ 73 w 232"/>
              <a:gd name="T5" fmla="*/ 557 h 640"/>
              <a:gd name="T6" fmla="*/ 109 w 232"/>
              <a:gd name="T7" fmla="*/ 528 h 640"/>
              <a:gd name="T8" fmla="*/ 163 w 232"/>
              <a:gd name="T9" fmla="*/ 462 h 640"/>
              <a:gd name="T10" fmla="*/ 178 w 232"/>
              <a:gd name="T11" fmla="*/ 434 h 640"/>
              <a:gd name="T12" fmla="*/ 191 w 232"/>
              <a:gd name="T13" fmla="*/ 404 h 640"/>
              <a:gd name="T14" fmla="*/ 196 w 232"/>
              <a:gd name="T15" fmla="*/ 388 h 640"/>
              <a:gd name="T16" fmla="*/ 205 w 232"/>
              <a:gd name="T17" fmla="*/ 355 h 640"/>
              <a:gd name="T18" fmla="*/ 207 w 232"/>
              <a:gd name="T19" fmla="*/ 338 h 640"/>
              <a:gd name="T20" fmla="*/ 209 w 232"/>
              <a:gd name="T21" fmla="*/ 321 h 640"/>
              <a:gd name="T22" fmla="*/ 210 w 232"/>
              <a:gd name="T23" fmla="*/ 286 h 640"/>
              <a:gd name="T24" fmla="*/ 209 w 232"/>
              <a:gd name="T25" fmla="*/ 269 h 640"/>
              <a:gd name="T26" fmla="*/ 208 w 232"/>
              <a:gd name="T27" fmla="*/ 251 h 640"/>
              <a:gd name="T28" fmla="*/ 201 w 232"/>
              <a:gd name="T29" fmla="*/ 218 h 640"/>
              <a:gd name="T30" fmla="*/ 197 w 232"/>
              <a:gd name="T31" fmla="*/ 201 h 640"/>
              <a:gd name="T32" fmla="*/ 185 w 232"/>
              <a:gd name="T33" fmla="*/ 170 h 640"/>
              <a:gd name="T34" fmla="*/ 171 w 232"/>
              <a:gd name="T35" fmla="*/ 140 h 640"/>
              <a:gd name="T36" fmla="*/ 119 w 232"/>
              <a:gd name="T37" fmla="*/ 69 h 640"/>
              <a:gd name="T38" fmla="*/ 83 w 232"/>
              <a:gd name="T39" fmla="*/ 36 h 640"/>
              <a:gd name="T40" fmla="*/ 52 w 232"/>
              <a:gd name="T41" fmla="*/ 15 h 640"/>
              <a:gd name="T42" fmla="*/ 23 w 232"/>
              <a:gd name="T43" fmla="*/ 0 h 640"/>
              <a:gd name="T44" fmla="*/ 52 w 232"/>
              <a:gd name="T45" fmla="*/ 14 h 640"/>
              <a:gd name="T46" fmla="*/ 85 w 232"/>
              <a:gd name="T47" fmla="*/ 33 h 640"/>
              <a:gd name="T48" fmla="*/ 124 w 232"/>
              <a:gd name="T49" fmla="*/ 64 h 640"/>
              <a:gd name="T50" fmla="*/ 181 w 232"/>
              <a:gd name="T51" fmla="*/ 134 h 640"/>
              <a:gd name="T52" fmla="*/ 198 w 232"/>
              <a:gd name="T53" fmla="*/ 164 h 640"/>
              <a:gd name="T54" fmla="*/ 211 w 232"/>
              <a:gd name="T55" fmla="*/ 196 h 640"/>
              <a:gd name="T56" fmla="*/ 217 w 232"/>
              <a:gd name="T57" fmla="*/ 213 h 640"/>
              <a:gd name="T58" fmla="*/ 226 w 232"/>
              <a:gd name="T59" fmla="*/ 249 h 640"/>
              <a:gd name="T60" fmla="*/ 228 w 232"/>
              <a:gd name="T61" fmla="*/ 267 h 640"/>
              <a:gd name="T62" fmla="*/ 230 w 232"/>
              <a:gd name="T63" fmla="*/ 285 h 640"/>
              <a:gd name="T64" fmla="*/ 231 w 232"/>
              <a:gd name="T65" fmla="*/ 322 h 640"/>
              <a:gd name="T66" fmla="*/ 230 w 232"/>
              <a:gd name="T67" fmla="*/ 340 h 640"/>
              <a:gd name="T68" fmla="*/ 229 w 232"/>
              <a:gd name="T69" fmla="*/ 359 h 640"/>
              <a:gd name="T70" fmla="*/ 222 w 232"/>
              <a:gd name="T71" fmla="*/ 395 h 640"/>
              <a:gd name="T72" fmla="*/ 217 w 232"/>
              <a:gd name="T73" fmla="*/ 413 h 640"/>
              <a:gd name="T74" fmla="*/ 205 w 232"/>
              <a:gd name="T75" fmla="*/ 446 h 640"/>
              <a:gd name="T76" fmla="*/ 190 w 232"/>
              <a:gd name="T77" fmla="*/ 478 h 640"/>
              <a:gd name="T78" fmla="*/ 134 w 232"/>
              <a:gd name="T79" fmla="*/ 553 h 640"/>
              <a:gd name="T80" fmla="*/ 95 w 232"/>
              <a:gd name="T81" fmla="*/ 588 h 640"/>
              <a:gd name="T82" fmla="*/ 62 w 232"/>
              <a:gd name="T83" fmla="*/ 610 h 640"/>
              <a:gd name="T84" fmla="*/ 75 w 232"/>
              <a:gd name="T85" fmla="*/ 640 h 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32" h="640">
                <a:moveTo>
                  <a:pt x="75" y="640"/>
                </a:moveTo>
                <a:cubicBezTo>
                  <a:pt x="0" y="621"/>
                  <a:pt x="0" y="621"/>
                  <a:pt x="0" y="621"/>
                </a:cubicBezTo>
                <a:cubicBezTo>
                  <a:pt x="31" y="545"/>
                  <a:pt x="31" y="545"/>
                  <a:pt x="31" y="545"/>
                </a:cubicBezTo>
                <a:cubicBezTo>
                  <a:pt x="44" y="574"/>
                  <a:pt x="44" y="574"/>
                  <a:pt x="44" y="574"/>
                </a:cubicBezTo>
                <a:cubicBezTo>
                  <a:pt x="48" y="572"/>
                  <a:pt x="52" y="570"/>
                  <a:pt x="56" y="567"/>
                </a:cubicBezTo>
                <a:cubicBezTo>
                  <a:pt x="61" y="564"/>
                  <a:pt x="67" y="560"/>
                  <a:pt x="73" y="557"/>
                </a:cubicBezTo>
                <a:cubicBezTo>
                  <a:pt x="78" y="553"/>
                  <a:pt x="84" y="548"/>
                  <a:pt x="90" y="544"/>
                </a:cubicBezTo>
                <a:cubicBezTo>
                  <a:pt x="96" y="539"/>
                  <a:pt x="102" y="533"/>
                  <a:pt x="109" y="528"/>
                </a:cubicBezTo>
                <a:cubicBezTo>
                  <a:pt x="121" y="516"/>
                  <a:pt x="134" y="503"/>
                  <a:pt x="146" y="487"/>
                </a:cubicBezTo>
                <a:cubicBezTo>
                  <a:pt x="152" y="479"/>
                  <a:pt x="157" y="471"/>
                  <a:pt x="163" y="462"/>
                </a:cubicBezTo>
                <a:cubicBezTo>
                  <a:pt x="166" y="458"/>
                  <a:pt x="168" y="453"/>
                  <a:pt x="171" y="449"/>
                </a:cubicBezTo>
                <a:cubicBezTo>
                  <a:pt x="173" y="444"/>
                  <a:pt x="176" y="439"/>
                  <a:pt x="178" y="434"/>
                </a:cubicBezTo>
                <a:cubicBezTo>
                  <a:pt x="180" y="429"/>
                  <a:pt x="183" y="425"/>
                  <a:pt x="185" y="420"/>
                </a:cubicBezTo>
                <a:cubicBezTo>
                  <a:pt x="187" y="415"/>
                  <a:pt x="189" y="409"/>
                  <a:pt x="191" y="404"/>
                </a:cubicBezTo>
                <a:cubicBezTo>
                  <a:pt x="192" y="402"/>
                  <a:pt x="193" y="399"/>
                  <a:pt x="194" y="396"/>
                </a:cubicBezTo>
                <a:cubicBezTo>
                  <a:pt x="195" y="394"/>
                  <a:pt x="196" y="391"/>
                  <a:pt x="196" y="388"/>
                </a:cubicBezTo>
                <a:cubicBezTo>
                  <a:pt x="198" y="383"/>
                  <a:pt x="200" y="378"/>
                  <a:pt x="201" y="372"/>
                </a:cubicBezTo>
                <a:cubicBezTo>
                  <a:pt x="202" y="366"/>
                  <a:pt x="203" y="361"/>
                  <a:pt x="205" y="355"/>
                </a:cubicBezTo>
                <a:cubicBezTo>
                  <a:pt x="205" y="352"/>
                  <a:pt x="206" y="350"/>
                  <a:pt x="206" y="347"/>
                </a:cubicBezTo>
                <a:cubicBezTo>
                  <a:pt x="207" y="338"/>
                  <a:pt x="207" y="338"/>
                  <a:pt x="207" y="338"/>
                </a:cubicBezTo>
                <a:cubicBezTo>
                  <a:pt x="208" y="330"/>
                  <a:pt x="208" y="330"/>
                  <a:pt x="208" y="330"/>
                </a:cubicBezTo>
                <a:cubicBezTo>
                  <a:pt x="209" y="327"/>
                  <a:pt x="209" y="324"/>
                  <a:pt x="209" y="321"/>
                </a:cubicBezTo>
                <a:cubicBezTo>
                  <a:pt x="210" y="303"/>
                  <a:pt x="210" y="303"/>
                  <a:pt x="210" y="303"/>
                </a:cubicBezTo>
                <a:cubicBezTo>
                  <a:pt x="210" y="286"/>
                  <a:pt x="210" y="286"/>
                  <a:pt x="210" y="286"/>
                </a:cubicBezTo>
                <a:cubicBezTo>
                  <a:pt x="210" y="283"/>
                  <a:pt x="210" y="280"/>
                  <a:pt x="210" y="277"/>
                </a:cubicBezTo>
                <a:cubicBezTo>
                  <a:pt x="209" y="269"/>
                  <a:pt x="209" y="269"/>
                  <a:pt x="209" y="269"/>
                </a:cubicBezTo>
                <a:cubicBezTo>
                  <a:pt x="209" y="260"/>
                  <a:pt x="209" y="260"/>
                  <a:pt x="209" y="260"/>
                </a:cubicBezTo>
                <a:cubicBezTo>
                  <a:pt x="208" y="257"/>
                  <a:pt x="208" y="254"/>
                  <a:pt x="208" y="251"/>
                </a:cubicBezTo>
                <a:cubicBezTo>
                  <a:pt x="207" y="246"/>
                  <a:pt x="206" y="240"/>
                  <a:pt x="205" y="234"/>
                </a:cubicBezTo>
                <a:cubicBezTo>
                  <a:pt x="204" y="229"/>
                  <a:pt x="202" y="223"/>
                  <a:pt x="201" y="218"/>
                </a:cubicBezTo>
                <a:cubicBezTo>
                  <a:pt x="200" y="215"/>
                  <a:pt x="200" y="212"/>
                  <a:pt x="199" y="209"/>
                </a:cubicBezTo>
                <a:cubicBezTo>
                  <a:pt x="198" y="207"/>
                  <a:pt x="197" y="204"/>
                  <a:pt x="197" y="201"/>
                </a:cubicBezTo>
                <a:cubicBezTo>
                  <a:pt x="195" y="196"/>
                  <a:pt x="193" y="190"/>
                  <a:pt x="191" y="185"/>
                </a:cubicBezTo>
                <a:cubicBezTo>
                  <a:pt x="189" y="180"/>
                  <a:pt x="187" y="175"/>
                  <a:pt x="185" y="170"/>
                </a:cubicBezTo>
                <a:cubicBezTo>
                  <a:pt x="183" y="164"/>
                  <a:pt x="181" y="160"/>
                  <a:pt x="179" y="155"/>
                </a:cubicBezTo>
                <a:cubicBezTo>
                  <a:pt x="176" y="150"/>
                  <a:pt x="174" y="145"/>
                  <a:pt x="171" y="140"/>
                </a:cubicBezTo>
                <a:cubicBezTo>
                  <a:pt x="166" y="131"/>
                  <a:pt x="161" y="122"/>
                  <a:pt x="155" y="114"/>
                </a:cubicBezTo>
                <a:cubicBezTo>
                  <a:pt x="144" y="97"/>
                  <a:pt x="131" y="82"/>
                  <a:pt x="119" y="69"/>
                </a:cubicBezTo>
                <a:cubicBezTo>
                  <a:pt x="113" y="63"/>
                  <a:pt x="107" y="57"/>
                  <a:pt x="101" y="51"/>
                </a:cubicBezTo>
                <a:cubicBezTo>
                  <a:pt x="94" y="46"/>
                  <a:pt x="88" y="41"/>
                  <a:pt x="83" y="36"/>
                </a:cubicBezTo>
                <a:cubicBezTo>
                  <a:pt x="77" y="32"/>
                  <a:pt x="71" y="28"/>
                  <a:pt x="66" y="25"/>
                </a:cubicBezTo>
                <a:cubicBezTo>
                  <a:pt x="61" y="21"/>
                  <a:pt x="56" y="18"/>
                  <a:pt x="52" y="15"/>
                </a:cubicBezTo>
                <a:cubicBezTo>
                  <a:pt x="43" y="10"/>
                  <a:pt x="35" y="6"/>
                  <a:pt x="30" y="4"/>
                </a:cubicBezTo>
                <a:cubicBezTo>
                  <a:pt x="25" y="1"/>
                  <a:pt x="23" y="0"/>
                  <a:pt x="23" y="0"/>
                </a:cubicBezTo>
                <a:cubicBezTo>
                  <a:pt x="23" y="0"/>
                  <a:pt x="25" y="1"/>
                  <a:pt x="31" y="3"/>
                </a:cubicBezTo>
                <a:cubicBezTo>
                  <a:pt x="36" y="6"/>
                  <a:pt x="43" y="9"/>
                  <a:pt x="52" y="14"/>
                </a:cubicBezTo>
                <a:cubicBezTo>
                  <a:pt x="57" y="16"/>
                  <a:pt x="62" y="19"/>
                  <a:pt x="68" y="22"/>
                </a:cubicBezTo>
                <a:cubicBezTo>
                  <a:pt x="73" y="26"/>
                  <a:pt x="79" y="29"/>
                  <a:pt x="85" y="33"/>
                </a:cubicBezTo>
                <a:cubicBezTo>
                  <a:pt x="91" y="38"/>
                  <a:pt x="97" y="42"/>
                  <a:pt x="104" y="47"/>
                </a:cubicBezTo>
                <a:cubicBezTo>
                  <a:pt x="110" y="53"/>
                  <a:pt x="117" y="58"/>
                  <a:pt x="124" y="64"/>
                </a:cubicBezTo>
                <a:cubicBezTo>
                  <a:pt x="137" y="77"/>
                  <a:pt x="151" y="91"/>
                  <a:pt x="163" y="108"/>
                </a:cubicBezTo>
                <a:cubicBezTo>
                  <a:pt x="170" y="116"/>
                  <a:pt x="175" y="125"/>
                  <a:pt x="181" y="134"/>
                </a:cubicBezTo>
                <a:cubicBezTo>
                  <a:pt x="184" y="139"/>
                  <a:pt x="187" y="144"/>
                  <a:pt x="190" y="149"/>
                </a:cubicBezTo>
                <a:cubicBezTo>
                  <a:pt x="192" y="154"/>
                  <a:pt x="195" y="159"/>
                  <a:pt x="198" y="164"/>
                </a:cubicBezTo>
                <a:cubicBezTo>
                  <a:pt x="200" y="169"/>
                  <a:pt x="202" y="175"/>
                  <a:pt x="205" y="180"/>
                </a:cubicBezTo>
                <a:cubicBezTo>
                  <a:pt x="207" y="185"/>
                  <a:pt x="209" y="191"/>
                  <a:pt x="211" y="196"/>
                </a:cubicBezTo>
                <a:cubicBezTo>
                  <a:pt x="212" y="199"/>
                  <a:pt x="213" y="202"/>
                  <a:pt x="214" y="205"/>
                </a:cubicBezTo>
                <a:cubicBezTo>
                  <a:pt x="215" y="208"/>
                  <a:pt x="216" y="210"/>
                  <a:pt x="217" y="213"/>
                </a:cubicBezTo>
                <a:cubicBezTo>
                  <a:pt x="218" y="219"/>
                  <a:pt x="220" y="225"/>
                  <a:pt x="222" y="231"/>
                </a:cubicBezTo>
                <a:cubicBezTo>
                  <a:pt x="223" y="237"/>
                  <a:pt x="224" y="243"/>
                  <a:pt x="226" y="249"/>
                </a:cubicBezTo>
                <a:cubicBezTo>
                  <a:pt x="226" y="252"/>
                  <a:pt x="227" y="255"/>
                  <a:pt x="227" y="258"/>
                </a:cubicBezTo>
                <a:cubicBezTo>
                  <a:pt x="228" y="267"/>
                  <a:pt x="228" y="267"/>
                  <a:pt x="228" y="267"/>
                </a:cubicBezTo>
                <a:cubicBezTo>
                  <a:pt x="230" y="276"/>
                  <a:pt x="230" y="276"/>
                  <a:pt x="230" y="276"/>
                </a:cubicBezTo>
                <a:cubicBezTo>
                  <a:pt x="230" y="279"/>
                  <a:pt x="230" y="282"/>
                  <a:pt x="230" y="285"/>
                </a:cubicBezTo>
                <a:cubicBezTo>
                  <a:pt x="232" y="304"/>
                  <a:pt x="232" y="304"/>
                  <a:pt x="232" y="304"/>
                </a:cubicBezTo>
                <a:cubicBezTo>
                  <a:pt x="231" y="322"/>
                  <a:pt x="231" y="322"/>
                  <a:pt x="231" y="322"/>
                </a:cubicBezTo>
                <a:cubicBezTo>
                  <a:pt x="231" y="325"/>
                  <a:pt x="231" y="328"/>
                  <a:pt x="231" y="331"/>
                </a:cubicBezTo>
                <a:cubicBezTo>
                  <a:pt x="230" y="340"/>
                  <a:pt x="230" y="340"/>
                  <a:pt x="230" y="340"/>
                </a:cubicBezTo>
                <a:cubicBezTo>
                  <a:pt x="230" y="350"/>
                  <a:pt x="230" y="350"/>
                  <a:pt x="230" y="350"/>
                </a:cubicBezTo>
                <a:cubicBezTo>
                  <a:pt x="229" y="353"/>
                  <a:pt x="229" y="356"/>
                  <a:pt x="229" y="359"/>
                </a:cubicBezTo>
                <a:cubicBezTo>
                  <a:pt x="228" y="365"/>
                  <a:pt x="227" y="371"/>
                  <a:pt x="226" y="377"/>
                </a:cubicBezTo>
                <a:cubicBezTo>
                  <a:pt x="225" y="383"/>
                  <a:pt x="223" y="389"/>
                  <a:pt x="222" y="395"/>
                </a:cubicBezTo>
                <a:cubicBezTo>
                  <a:pt x="221" y="398"/>
                  <a:pt x="220" y="401"/>
                  <a:pt x="219" y="404"/>
                </a:cubicBezTo>
                <a:cubicBezTo>
                  <a:pt x="219" y="407"/>
                  <a:pt x="218" y="410"/>
                  <a:pt x="217" y="413"/>
                </a:cubicBezTo>
                <a:cubicBezTo>
                  <a:pt x="215" y="418"/>
                  <a:pt x="213" y="424"/>
                  <a:pt x="211" y="430"/>
                </a:cubicBezTo>
                <a:cubicBezTo>
                  <a:pt x="209" y="435"/>
                  <a:pt x="207" y="441"/>
                  <a:pt x="205" y="446"/>
                </a:cubicBezTo>
                <a:cubicBezTo>
                  <a:pt x="203" y="452"/>
                  <a:pt x="200" y="457"/>
                  <a:pt x="197" y="462"/>
                </a:cubicBezTo>
                <a:cubicBezTo>
                  <a:pt x="195" y="467"/>
                  <a:pt x="193" y="473"/>
                  <a:pt x="190" y="478"/>
                </a:cubicBezTo>
                <a:cubicBezTo>
                  <a:pt x="184" y="487"/>
                  <a:pt x="179" y="497"/>
                  <a:pt x="172" y="506"/>
                </a:cubicBezTo>
                <a:cubicBezTo>
                  <a:pt x="160" y="524"/>
                  <a:pt x="147" y="539"/>
                  <a:pt x="134" y="553"/>
                </a:cubicBezTo>
                <a:cubicBezTo>
                  <a:pt x="127" y="560"/>
                  <a:pt x="121" y="566"/>
                  <a:pt x="114" y="572"/>
                </a:cubicBezTo>
                <a:cubicBezTo>
                  <a:pt x="108" y="578"/>
                  <a:pt x="101" y="583"/>
                  <a:pt x="95" y="588"/>
                </a:cubicBezTo>
                <a:cubicBezTo>
                  <a:pt x="89" y="592"/>
                  <a:pt x="83" y="597"/>
                  <a:pt x="78" y="601"/>
                </a:cubicBezTo>
                <a:cubicBezTo>
                  <a:pt x="72" y="604"/>
                  <a:pt x="67" y="607"/>
                  <a:pt x="62" y="610"/>
                </a:cubicBezTo>
                <a:cubicBezTo>
                  <a:pt x="61" y="611"/>
                  <a:pt x="61" y="611"/>
                  <a:pt x="61" y="611"/>
                </a:cubicBezTo>
                <a:lnTo>
                  <a:pt x="75" y="640"/>
                </a:ln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文本框 34"/>
          <p:cNvSpPr txBox="1"/>
          <p:nvPr/>
        </p:nvSpPr>
        <p:spPr>
          <a:xfrm>
            <a:off x="6741359" y="4596950"/>
            <a:ext cx="676788" cy="923330"/>
          </a:xfrm>
          <a:prstGeom prst="rect">
            <a:avLst/>
          </a:prstGeom>
          <a:noFill/>
        </p:spPr>
        <p:txBody>
          <a:bodyPr wrap="none" rtlCol="0">
            <a:spAutoFit/>
          </a:bodyPr>
          <a:lstStyle/>
          <a:p>
            <a:pPr algn="ctr"/>
            <a:r>
              <a:rPr lang="en-US" altLang="zh-CN" dirty="0">
                <a:solidFill>
                  <a:schemeClr val="bg1"/>
                </a:solidFill>
              </a:rPr>
              <a:t>STEP</a:t>
            </a:r>
          </a:p>
          <a:p>
            <a:pPr algn="ctr"/>
            <a:r>
              <a:rPr lang="en-US" altLang="zh-CN" sz="3600" dirty="0">
                <a:solidFill>
                  <a:schemeClr val="bg1"/>
                </a:solidFill>
                <a:latin typeface="Impact" panose="020B0806030902050204" pitchFamily="34" charset="0"/>
              </a:rPr>
              <a:t>03</a:t>
            </a:r>
            <a:endParaRPr lang="zh-CN" altLang="en-US" sz="3600" dirty="0">
              <a:solidFill>
                <a:schemeClr val="bg1"/>
              </a:solidFill>
              <a:latin typeface="Impact" panose="020B0806030902050204" pitchFamily="34" charset="0"/>
            </a:endParaRPr>
          </a:p>
        </p:txBody>
      </p:sp>
      <p:sp>
        <p:nvSpPr>
          <p:cNvPr id="36" name="文本框 35"/>
          <p:cNvSpPr txBox="1"/>
          <p:nvPr/>
        </p:nvSpPr>
        <p:spPr>
          <a:xfrm>
            <a:off x="4740646" y="4596950"/>
            <a:ext cx="662361" cy="923330"/>
          </a:xfrm>
          <a:prstGeom prst="rect">
            <a:avLst/>
          </a:prstGeom>
          <a:noFill/>
        </p:spPr>
        <p:txBody>
          <a:bodyPr wrap="none" rtlCol="0">
            <a:spAutoFit/>
          </a:bodyPr>
          <a:lstStyle/>
          <a:p>
            <a:pPr algn="ctr"/>
            <a:r>
              <a:rPr lang="en-US" altLang="zh-CN" dirty="0">
                <a:solidFill>
                  <a:schemeClr val="bg1"/>
                </a:solidFill>
              </a:rPr>
              <a:t>STEP</a:t>
            </a:r>
          </a:p>
          <a:p>
            <a:pPr algn="ctr"/>
            <a:r>
              <a:rPr lang="en-US" altLang="zh-CN" sz="3600" dirty="0">
                <a:solidFill>
                  <a:schemeClr val="bg1"/>
                </a:solidFill>
                <a:latin typeface="Impact" panose="020B0806030902050204" pitchFamily="34" charset="0"/>
              </a:rPr>
              <a:t>04</a:t>
            </a:r>
            <a:endParaRPr lang="zh-CN" altLang="en-US" sz="3600" dirty="0">
              <a:solidFill>
                <a:schemeClr val="bg1"/>
              </a:solidFill>
              <a:latin typeface="Impact" panose="020B0806030902050204" pitchFamily="34" charset="0"/>
            </a:endParaRPr>
          </a:p>
        </p:txBody>
      </p:sp>
      <p:sp>
        <p:nvSpPr>
          <p:cNvPr id="37" name="文本框 36"/>
          <p:cNvSpPr txBox="1"/>
          <p:nvPr/>
        </p:nvSpPr>
        <p:spPr>
          <a:xfrm>
            <a:off x="6747771" y="2663917"/>
            <a:ext cx="663964" cy="923330"/>
          </a:xfrm>
          <a:prstGeom prst="rect">
            <a:avLst/>
          </a:prstGeom>
          <a:noFill/>
        </p:spPr>
        <p:txBody>
          <a:bodyPr wrap="none" rtlCol="0">
            <a:spAutoFit/>
          </a:bodyPr>
          <a:lstStyle/>
          <a:p>
            <a:pPr algn="ctr"/>
            <a:r>
              <a:rPr lang="en-US" altLang="zh-CN" dirty="0">
                <a:solidFill>
                  <a:schemeClr val="bg1"/>
                </a:solidFill>
              </a:rPr>
              <a:t>STEP</a:t>
            </a:r>
          </a:p>
          <a:p>
            <a:pPr algn="ctr"/>
            <a:r>
              <a:rPr lang="en-US" altLang="zh-CN" sz="3600" dirty="0">
                <a:solidFill>
                  <a:schemeClr val="bg1"/>
                </a:solidFill>
                <a:latin typeface="Impact" panose="020B0806030902050204" pitchFamily="34" charset="0"/>
              </a:rPr>
              <a:t>02</a:t>
            </a:r>
            <a:endParaRPr lang="zh-CN" altLang="en-US" sz="3600" dirty="0">
              <a:solidFill>
                <a:schemeClr val="bg1"/>
              </a:solidFill>
              <a:latin typeface="Impact" panose="020B0806030902050204" pitchFamily="34" charset="0"/>
            </a:endParaRPr>
          </a:p>
        </p:txBody>
      </p:sp>
      <p:sp>
        <p:nvSpPr>
          <p:cNvPr id="38" name="文本框 37"/>
          <p:cNvSpPr txBox="1"/>
          <p:nvPr/>
        </p:nvSpPr>
        <p:spPr>
          <a:xfrm>
            <a:off x="4755875" y="2663917"/>
            <a:ext cx="631903" cy="923330"/>
          </a:xfrm>
          <a:prstGeom prst="rect">
            <a:avLst/>
          </a:prstGeom>
          <a:noFill/>
        </p:spPr>
        <p:txBody>
          <a:bodyPr wrap="none" rtlCol="0">
            <a:spAutoFit/>
          </a:bodyPr>
          <a:lstStyle/>
          <a:p>
            <a:pPr algn="ctr"/>
            <a:r>
              <a:rPr lang="en-US" altLang="zh-CN" dirty="0">
                <a:solidFill>
                  <a:schemeClr val="bg1"/>
                </a:solidFill>
              </a:rPr>
              <a:t>STEP</a:t>
            </a:r>
          </a:p>
          <a:p>
            <a:pPr algn="ctr"/>
            <a:r>
              <a:rPr lang="en-US" altLang="zh-CN" sz="3600" dirty="0">
                <a:solidFill>
                  <a:schemeClr val="bg1"/>
                </a:solidFill>
                <a:latin typeface="Impact" panose="020B0806030902050204" pitchFamily="34" charset="0"/>
              </a:rPr>
              <a:t>01</a:t>
            </a:r>
            <a:endParaRPr lang="zh-CN" altLang="en-US" sz="3600" dirty="0">
              <a:solidFill>
                <a:schemeClr val="bg1"/>
              </a:solidFill>
              <a:latin typeface="Impact" panose="020B0806030902050204" pitchFamily="34" charset="0"/>
            </a:endParaRPr>
          </a:p>
        </p:txBody>
      </p:sp>
      <p:sp>
        <p:nvSpPr>
          <p:cNvPr id="43" name="文本框 42"/>
          <p:cNvSpPr txBox="1"/>
          <p:nvPr/>
        </p:nvSpPr>
        <p:spPr>
          <a:xfrm>
            <a:off x="8234432" y="2397910"/>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44" name="文本框 43"/>
          <p:cNvSpPr txBox="1"/>
          <p:nvPr/>
        </p:nvSpPr>
        <p:spPr>
          <a:xfrm>
            <a:off x="1101050" y="2397910"/>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46" name="文本框 45"/>
          <p:cNvSpPr txBox="1"/>
          <p:nvPr/>
        </p:nvSpPr>
        <p:spPr>
          <a:xfrm>
            <a:off x="1101050" y="4909788"/>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45" name="文本框 44"/>
          <p:cNvSpPr txBox="1"/>
          <p:nvPr/>
        </p:nvSpPr>
        <p:spPr>
          <a:xfrm>
            <a:off x="8234432" y="4909788"/>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31"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四项循环</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2071000178"/>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Freeform 5"/>
          <p:cNvSpPr>
            <a:spLocks/>
          </p:cNvSpPr>
          <p:nvPr/>
        </p:nvSpPr>
        <p:spPr bwMode="auto">
          <a:xfrm>
            <a:off x="4807422" y="3358995"/>
            <a:ext cx="434220" cy="503522"/>
          </a:xfrm>
          <a:custGeom>
            <a:avLst/>
            <a:gdLst>
              <a:gd name="T0" fmla="*/ 0 w 247"/>
              <a:gd name="T1" fmla="*/ 122 h 286"/>
              <a:gd name="T2" fmla="*/ 28 w 247"/>
              <a:gd name="T3" fmla="*/ 239 h 286"/>
              <a:gd name="T4" fmla="*/ 247 w 247"/>
              <a:gd name="T5" fmla="*/ 20 h 286"/>
              <a:gd name="T6" fmla="*/ 6 w 247"/>
              <a:gd name="T7" fmla="*/ 76 h 286"/>
              <a:gd name="T8" fmla="*/ 0 w 247"/>
              <a:gd name="T9" fmla="*/ 122 h 286"/>
            </a:gdLst>
            <a:ahLst/>
            <a:cxnLst>
              <a:cxn ang="0">
                <a:pos x="T0" y="T1"/>
              </a:cxn>
              <a:cxn ang="0">
                <a:pos x="T2" y="T3"/>
              </a:cxn>
              <a:cxn ang="0">
                <a:pos x="T4" y="T5"/>
              </a:cxn>
              <a:cxn ang="0">
                <a:pos x="T6" y="T7"/>
              </a:cxn>
              <a:cxn ang="0">
                <a:pos x="T8" y="T9"/>
              </a:cxn>
            </a:cxnLst>
            <a:rect l="0" t="0" r="r" b="b"/>
            <a:pathLst>
              <a:path w="247" h="286">
                <a:moveTo>
                  <a:pt x="0" y="122"/>
                </a:moveTo>
                <a:cubicBezTo>
                  <a:pt x="0" y="122"/>
                  <a:pt x="6" y="192"/>
                  <a:pt x="28" y="239"/>
                </a:cubicBezTo>
                <a:cubicBezTo>
                  <a:pt x="50" y="286"/>
                  <a:pt x="247" y="20"/>
                  <a:pt x="247" y="20"/>
                </a:cubicBezTo>
                <a:cubicBezTo>
                  <a:pt x="247" y="20"/>
                  <a:pt x="37" y="0"/>
                  <a:pt x="6" y="76"/>
                </a:cubicBezTo>
                <a:lnTo>
                  <a:pt x="0" y="122"/>
                </a:lnTo>
                <a:close/>
              </a:path>
            </a:pathLst>
          </a:custGeom>
          <a:solidFill>
            <a:srgbClr val="666767"/>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2" name="Freeform 6"/>
          <p:cNvSpPr>
            <a:spLocks/>
          </p:cNvSpPr>
          <p:nvPr/>
        </p:nvSpPr>
        <p:spPr bwMode="auto">
          <a:xfrm>
            <a:off x="5349929" y="4944276"/>
            <a:ext cx="502439" cy="435303"/>
          </a:xfrm>
          <a:custGeom>
            <a:avLst/>
            <a:gdLst>
              <a:gd name="T0" fmla="*/ 122 w 286"/>
              <a:gd name="T1" fmla="*/ 248 h 248"/>
              <a:gd name="T2" fmla="*/ 239 w 286"/>
              <a:gd name="T3" fmla="*/ 219 h 248"/>
              <a:gd name="T4" fmla="*/ 20 w 286"/>
              <a:gd name="T5" fmla="*/ 0 h 248"/>
              <a:gd name="T6" fmla="*/ 76 w 286"/>
              <a:gd name="T7" fmla="*/ 241 h 248"/>
              <a:gd name="T8" fmla="*/ 122 w 286"/>
              <a:gd name="T9" fmla="*/ 248 h 248"/>
            </a:gdLst>
            <a:ahLst/>
            <a:cxnLst>
              <a:cxn ang="0">
                <a:pos x="T0" y="T1"/>
              </a:cxn>
              <a:cxn ang="0">
                <a:pos x="T2" y="T3"/>
              </a:cxn>
              <a:cxn ang="0">
                <a:pos x="T4" y="T5"/>
              </a:cxn>
              <a:cxn ang="0">
                <a:pos x="T6" y="T7"/>
              </a:cxn>
              <a:cxn ang="0">
                <a:pos x="T8" y="T9"/>
              </a:cxn>
            </a:cxnLst>
            <a:rect l="0" t="0" r="r" b="b"/>
            <a:pathLst>
              <a:path w="286" h="248">
                <a:moveTo>
                  <a:pt x="122" y="248"/>
                </a:moveTo>
                <a:cubicBezTo>
                  <a:pt x="122" y="248"/>
                  <a:pt x="192" y="241"/>
                  <a:pt x="239" y="219"/>
                </a:cubicBezTo>
                <a:cubicBezTo>
                  <a:pt x="286" y="197"/>
                  <a:pt x="20" y="0"/>
                  <a:pt x="20" y="0"/>
                </a:cubicBezTo>
                <a:cubicBezTo>
                  <a:pt x="20" y="0"/>
                  <a:pt x="0" y="210"/>
                  <a:pt x="76" y="241"/>
                </a:cubicBezTo>
                <a:lnTo>
                  <a:pt x="122" y="248"/>
                </a:lnTo>
                <a:close/>
              </a:path>
            </a:pathLst>
          </a:custGeom>
          <a:solidFill>
            <a:srgbClr val="666767"/>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3" name="Freeform 7"/>
          <p:cNvSpPr>
            <a:spLocks/>
          </p:cNvSpPr>
          <p:nvPr/>
        </p:nvSpPr>
        <p:spPr bwMode="auto">
          <a:xfrm>
            <a:off x="6953075" y="4327596"/>
            <a:ext cx="435303" cy="504605"/>
          </a:xfrm>
          <a:custGeom>
            <a:avLst/>
            <a:gdLst>
              <a:gd name="T0" fmla="*/ 248 w 248"/>
              <a:gd name="T1" fmla="*/ 164 h 287"/>
              <a:gd name="T2" fmla="*/ 219 w 248"/>
              <a:gd name="T3" fmla="*/ 48 h 287"/>
              <a:gd name="T4" fmla="*/ 0 w 248"/>
              <a:gd name="T5" fmla="*/ 266 h 287"/>
              <a:gd name="T6" fmla="*/ 241 w 248"/>
              <a:gd name="T7" fmla="*/ 210 h 287"/>
              <a:gd name="T8" fmla="*/ 248 w 248"/>
              <a:gd name="T9" fmla="*/ 164 h 287"/>
            </a:gdLst>
            <a:ahLst/>
            <a:cxnLst>
              <a:cxn ang="0">
                <a:pos x="T0" y="T1"/>
              </a:cxn>
              <a:cxn ang="0">
                <a:pos x="T2" y="T3"/>
              </a:cxn>
              <a:cxn ang="0">
                <a:pos x="T4" y="T5"/>
              </a:cxn>
              <a:cxn ang="0">
                <a:pos x="T6" y="T7"/>
              </a:cxn>
              <a:cxn ang="0">
                <a:pos x="T8" y="T9"/>
              </a:cxn>
            </a:cxnLst>
            <a:rect l="0" t="0" r="r" b="b"/>
            <a:pathLst>
              <a:path w="248" h="287">
                <a:moveTo>
                  <a:pt x="248" y="164"/>
                </a:moveTo>
                <a:cubicBezTo>
                  <a:pt x="248" y="164"/>
                  <a:pt x="241" y="95"/>
                  <a:pt x="219" y="48"/>
                </a:cubicBezTo>
                <a:cubicBezTo>
                  <a:pt x="197" y="0"/>
                  <a:pt x="0" y="266"/>
                  <a:pt x="0" y="266"/>
                </a:cubicBezTo>
                <a:cubicBezTo>
                  <a:pt x="0" y="266"/>
                  <a:pt x="210" y="287"/>
                  <a:pt x="241" y="210"/>
                </a:cubicBezTo>
                <a:lnTo>
                  <a:pt x="248" y="164"/>
                </a:lnTo>
                <a:close/>
              </a:path>
            </a:pathLst>
          </a:custGeom>
          <a:solidFill>
            <a:srgbClr val="666767"/>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4" name="Freeform 8"/>
          <p:cNvSpPr>
            <a:spLocks/>
          </p:cNvSpPr>
          <p:nvPr/>
        </p:nvSpPr>
        <p:spPr bwMode="auto">
          <a:xfrm>
            <a:off x="6322319" y="2796999"/>
            <a:ext cx="502439" cy="434220"/>
          </a:xfrm>
          <a:custGeom>
            <a:avLst/>
            <a:gdLst>
              <a:gd name="T0" fmla="*/ 163 w 286"/>
              <a:gd name="T1" fmla="*/ 0 h 247"/>
              <a:gd name="T2" fmla="*/ 47 w 286"/>
              <a:gd name="T3" fmla="*/ 28 h 247"/>
              <a:gd name="T4" fmla="*/ 266 w 286"/>
              <a:gd name="T5" fmla="*/ 247 h 247"/>
              <a:gd name="T6" fmla="*/ 209 w 286"/>
              <a:gd name="T7" fmla="*/ 6 h 247"/>
              <a:gd name="T8" fmla="*/ 163 w 286"/>
              <a:gd name="T9" fmla="*/ 0 h 247"/>
            </a:gdLst>
            <a:ahLst/>
            <a:cxnLst>
              <a:cxn ang="0">
                <a:pos x="T0" y="T1"/>
              </a:cxn>
              <a:cxn ang="0">
                <a:pos x="T2" y="T3"/>
              </a:cxn>
              <a:cxn ang="0">
                <a:pos x="T4" y="T5"/>
              </a:cxn>
              <a:cxn ang="0">
                <a:pos x="T6" y="T7"/>
              </a:cxn>
              <a:cxn ang="0">
                <a:pos x="T8" y="T9"/>
              </a:cxn>
            </a:cxnLst>
            <a:rect l="0" t="0" r="r" b="b"/>
            <a:pathLst>
              <a:path w="286" h="247">
                <a:moveTo>
                  <a:pt x="163" y="0"/>
                </a:moveTo>
                <a:cubicBezTo>
                  <a:pt x="163" y="0"/>
                  <a:pt x="94" y="6"/>
                  <a:pt x="47" y="28"/>
                </a:cubicBezTo>
                <a:cubicBezTo>
                  <a:pt x="0" y="50"/>
                  <a:pt x="266" y="247"/>
                  <a:pt x="266" y="247"/>
                </a:cubicBezTo>
                <a:cubicBezTo>
                  <a:pt x="266" y="247"/>
                  <a:pt x="286" y="37"/>
                  <a:pt x="209" y="6"/>
                </a:cubicBezTo>
                <a:lnTo>
                  <a:pt x="163" y="0"/>
                </a:lnTo>
                <a:close/>
              </a:path>
            </a:pathLst>
          </a:custGeom>
          <a:solidFill>
            <a:srgbClr val="666767"/>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5" name="Freeform 9"/>
          <p:cNvSpPr>
            <a:spLocks/>
          </p:cNvSpPr>
          <p:nvPr/>
        </p:nvSpPr>
        <p:spPr bwMode="auto">
          <a:xfrm>
            <a:off x="4524800" y="2514377"/>
            <a:ext cx="3144575" cy="3143492"/>
          </a:xfrm>
          <a:custGeom>
            <a:avLst/>
            <a:gdLst>
              <a:gd name="T0" fmla="*/ 1775 w 1790"/>
              <a:gd name="T1" fmla="*/ 869 h 1789"/>
              <a:gd name="T2" fmla="*/ 1775 w 1790"/>
              <a:gd name="T3" fmla="*/ 921 h 1789"/>
              <a:gd name="T4" fmla="*/ 921 w 1790"/>
              <a:gd name="T5" fmla="*/ 1775 h 1789"/>
              <a:gd name="T6" fmla="*/ 869 w 1790"/>
              <a:gd name="T7" fmla="*/ 1775 h 1789"/>
              <a:gd name="T8" fmla="*/ 14 w 1790"/>
              <a:gd name="T9" fmla="*/ 921 h 1789"/>
              <a:gd name="T10" fmla="*/ 14 w 1790"/>
              <a:gd name="T11" fmla="*/ 869 h 1789"/>
              <a:gd name="T12" fmla="*/ 869 w 1790"/>
              <a:gd name="T13" fmla="*/ 14 h 1789"/>
              <a:gd name="T14" fmla="*/ 921 w 1790"/>
              <a:gd name="T15" fmla="*/ 14 h 1789"/>
              <a:gd name="T16" fmla="*/ 1775 w 1790"/>
              <a:gd name="T17" fmla="*/ 869 h 17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0" h="1789">
                <a:moveTo>
                  <a:pt x="1775" y="869"/>
                </a:moveTo>
                <a:cubicBezTo>
                  <a:pt x="1790" y="883"/>
                  <a:pt x="1790" y="906"/>
                  <a:pt x="1775" y="921"/>
                </a:cubicBezTo>
                <a:cubicBezTo>
                  <a:pt x="921" y="1775"/>
                  <a:pt x="921" y="1775"/>
                  <a:pt x="921" y="1775"/>
                </a:cubicBezTo>
                <a:cubicBezTo>
                  <a:pt x="906" y="1789"/>
                  <a:pt x="883" y="1789"/>
                  <a:pt x="869" y="1775"/>
                </a:cubicBezTo>
                <a:cubicBezTo>
                  <a:pt x="14" y="921"/>
                  <a:pt x="14" y="921"/>
                  <a:pt x="14" y="921"/>
                </a:cubicBezTo>
                <a:cubicBezTo>
                  <a:pt x="0" y="906"/>
                  <a:pt x="0" y="883"/>
                  <a:pt x="14" y="869"/>
                </a:cubicBezTo>
                <a:cubicBezTo>
                  <a:pt x="869" y="14"/>
                  <a:pt x="869" y="14"/>
                  <a:pt x="869" y="14"/>
                </a:cubicBezTo>
                <a:cubicBezTo>
                  <a:pt x="883" y="0"/>
                  <a:pt x="906" y="0"/>
                  <a:pt x="921" y="14"/>
                </a:cubicBezTo>
                <a:cubicBezTo>
                  <a:pt x="1775" y="869"/>
                  <a:pt x="1775" y="869"/>
                  <a:pt x="1775" y="869"/>
                </a:cubicBezTo>
              </a:path>
            </a:pathLst>
          </a:custGeom>
          <a:gradFill flip="none" rotWithShape="1">
            <a:gsLst>
              <a:gs pos="0">
                <a:srgbClr val="F0F0F0"/>
              </a:gs>
              <a:gs pos="100000">
                <a:srgbClr val="F1F1F1"/>
              </a:gs>
            </a:gsLst>
            <a:lin ang="2700000" scaled="1"/>
            <a:tileRect/>
          </a:gradFill>
          <a:ln w="28575">
            <a:gradFill flip="none" rotWithShape="1">
              <a:gsLst>
                <a:gs pos="100000">
                  <a:srgbClr val="FFFFFF"/>
                </a:gs>
                <a:gs pos="0">
                  <a:srgbClr val="CECED0"/>
                </a:gs>
              </a:gsLst>
              <a:lin ang="13500000" scaled="1"/>
              <a:tileRect/>
            </a:gra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57" name="Freeform 11"/>
          <p:cNvSpPr>
            <a:spLocks/>
          </p:cNvSpPr>
          <p:nvPr/>
        </p:nvSpPr>
        <p:spPr bwMode="auto">
          <a:xfrm>
            <a:off x="4786848" y="2605336"/>
            <a:ext cx="1691400" cy="987552"/>
          </a:xfrm>
          <a:custGeom>
            <a:avLst/>
            <a:gdLst>
              <a:gd name="T0" fmla="*/ 12 w 963"/>
              <a:gd name="T1" fmla="*/ 551 h 562"/>
              <a:gd name="T2" fmla="*/ 28 w 963"/>
              <a:gd name="T3" fmla="*/ 499 h 562"/>
              <a:gd name="T4" fmla="*/ 113 w 963"/>
              <a:gd name="T5" fmla="*/ 465 h 562"/>
              <a:gd name="T6" fmla="*/ 674 w 963"/>
              <a:gd name="T7" fmla="*/ 465 h 562"/>
              <a:gd name="T8" fmla="*/ 674 w 963"/>
              <a:gd name="T9" fmla="*/ 562 h 562"/>
              <a:gd name="T10" fmla="*/ 963 w 963"/>
              <a:gd name="T11" fmla="*/ 273 h 562"/>
              <a:gd name="T12" fmla="*/ 691 w 963"/>
              <a:gd name="T13" fmla="*/ 0 h 562"/>
              <a:gd name="T14" fmla="*/ 691 w 963"/>
              <a:gd name="T15" fmla="*/ 95 h 562"/>
              <a:gd name="T16" fmla="*/ 434 w 963"/>
              <a:gd name="T17" fmla="*/ 95 h 562"/>
              <a:gd name="T18" fmla="*/ 390 w 963"/>
              <a:gd name="T19" fmla="*/ 116 h 562"/>
              <a:gd name="T20" fmla="*/ 23 w 963"/>
              <a:gd name="T21" fmla="*/ 482 h 562"/>
              <a:gd name="T22" fmla="*/ 12 w 963"/>
              <a:gd name="T23" fmla="*/ 551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63" h="562">
                <a:moveTo>
                  <a:pt x="12" y="551"/>
                </a:moveTo>
                <a:cubicBezTo>
                  <a:pt x="12" y="551"/>
                  <a:pt x="8" y="520"/>
                  <a:pt x="28" y="499"/>
                </a:cubicBezTo>
                <a:cubicBezTo>
                  <a:pt x="49" y="479"/>
                  <a:pt x="81" y="466"/>
                  <a:pt x="113" y="465"/>
                </a:cubicBezTo>
                <a:cubicBezTo>
                  <a:pt x="146" y="465"/>
                  <a:pt x="674" y="465"/>
                  <a:pt x="674" y="465"/>
                </a:cubicBezTo>
                <a:cubicBezTo>
                  <a:pt x="674" y="562"/>
                  <a:pt x="674" y="562"/>
                  <a:pt x="674" y="562"/>
                </a:cubicBezTo>
                <a:cubicBezTo>
                  <a:pt x="963" y="273"/>
                  <a:pt x="963" y="273"/>
                  <a:pt x="963" y="273"/>
                </a:cubicBezTo>
                <a:cubicBezTo>
                  <a:pt x="691" y="0"/>
                  <a:pt x="691" y="0"/>
                  <a:pt x="691" y="0"/>
                </a:cubicBezTo>
                <a:cubicBezTo>
                  <a:pt x="691" y="95"/>
                  <a:pt x="691" y="95"/>
                  <a:pt x="691" y="95"/>
                </a:cubicBezTo>
                <a:cubicBezTo>
                  <a:pt x="434" y="95"/>
                  <a:pt x="434" y="95"/>
                  <a:pt x="434" y="95"/>
                </a:cubicBezTo>
                <a:cubicBezTo>
                  <a:pt x="434" y="95"/>
                  <a:pt x="412" y="93"/>
                  <a:pt x="390" y="116"/>
                </a:cubicBezTo>
                <a:cubicBezTo>
                  <a:pt x="368" y="138"/>
                  <a:pt x="23" y="482"/>
                  <a:pt x="23" y="482"/>
                </a:cubicBezTo>
                <a:cubicBezTo>
                  <a:pt x="23" y="482"/>
                  <a:pt x="0" y="504"/>
                  <a:pt x="12" y="551"/>
                </a:cubicBezTo>
                <a:close/>
              </a:path>
            </a:pathLst>
          </a:custGeom>
          <a:solidFill>
            <a:srgbClr val="FF8900"/>
          </a:solidFill>
          <a:ln w="3810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59" name="Freeform 13"/>
          <p:cNvSpPr>
            <a:spLocks/>
          </p:cNvSpPr>
          <p:nvPr/>
        </p:nvSpPr>
        <p:spPr bwMode="auto">
          <a:xfrm>
            <a:off x="4615759" y="3705504"/>
            <a:ext cx="987553" cy="1692483"/>
          </a:xfrm>
          <a:custGeom>
            <a:avLst/>
            <a:gdLst>
              <a:gd name="T0" fmla="*/ 551 w 562"/>
              <a:gd name="T1" fmla="*/ 951 h 963"/>
              <a:gd name="T2" fmla="*/ 500 w 562"/>
              <a:gd name="T3" fmla="*/ 934 h 963"/>
              <a:gd name="T4" fmla="*/ 466 w 562"/>
              <a:gd name="T5" fmla="*/ 849 h 963"/>
              <a:gd name="T6" fmla="*/ 466 w 562"/>
              <a:gd name="T7" fmla="*/ 289 h 963"/>
              <a:gd name="T8" fmla="*/ 562 w 562"/>
              <a:gd name="T9" fmla="*/ 289 h 963"/>
              <a:gd name="T10" fmla="*/ 273 w 562"/>
              <a:gd name="T11" fmla="*/ 0 h 963"/>
              <a:gd name="T12" fmla="*/ 0 w 562"/>
              <a:gd name="T13" fmla="*/ 272 h 963"/>
              <a:gd name="T14" fmla="*/ 95 w 562"/>
              <a:gd name="T15" fmla="*/ 272 h 963"/>
              <a:gd name="T16" fmla="*/ 95 w 562"/>
              <a:gd name="T17" fmla="*/ 528 h 963"/>
              <a:gd name="T18" fmla="*/ 116 w 562"/>
              <a:gd name="T19" fmla="*/ 573 h 963"/>
              <a:gd name="T20" fmla="*/ 482 w 562"/>
              <a:gd name="T21" fmla="*/ 939 h 963"/>
              <a:gd name="T22" fmla="*/ 551 w 562"/>
              <a:gd name="T23" fmla="*/ 951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62" h="963">
                <a:moveTo>
                  <a:pt x="551" y="951"/>
                </a:moveTo>
                <a:cubicBezTo>
                  <a:pt x="551" y="951"/>
                  <a:pt x="520" y="955"/>
                  <a:pt x="500" y="934"/>
                </a:cubicBezTo>
                <a:cubicBezTo>
                  <a:pt x="479" y="914"/>
                  <a:pt x="466" y="881"/>
                  <a:pt x="466" y="849"/>
                </a:cubicBezTo>
                <a:cubicBezTo>
                  <a:pt x="465" y="817"/>
                  <a:pt x="466" y="289"/>
                  <a:pt x="466" y="289"/>
                </a:cubicBezTo>
                <a:cubicBezTo>
                  <a:pt x="562" y="289"/>
                  <a:pt x="562" y="289"/>
                  <a:pt x="562" y="289"/>
                </a:cubicBezTo>
                <a:cubicBezTo>
                  <a:pt x="273" y="0"/>
                  <a:pt x="273" y="0"/>
                  <a:pt x="273" y="0"/>
                </a:cubicBezTo>
                <a:cubicBezTo>
                  <a:pt x="0" y="272"/>
                  <a:pt x="0" y="272"/>
                  <a:pt x="0" y="272"/>
                </a:cubicBezTo>
                <a:cubicBezTo>
                  <a:pt x="95" y="272"/>
                  <a:pt x="95" y="272"/>
                  <a:pt x="95" y="272"/>
                </a:cubicBezTo>
                <a:cubicBezTo>
                  <a:pt x="95" y="528"/>
                  <a:pt x="95" y="528"/>
                  <a:pt x="95" y="528"/>
                </a:cubicBezTo>
                <a:cubicBezTo>
                  <a:pt x="95" y="528"/>
                  <a:pt x="93" y="551"/>
                  <a:pt x="116" y="573"/>
                </a:cubicBezTo>
                <a:cubicBezTo>
                  <a:pt x="138" y="595"/>
                  <a:pt x="482" y="939"/>
                  <a:pt x="482" y="939"/>
                </a:cubicBezTo>
                <a:cubicBezTo>
                  <a:pt x="482" y="939"/>
                  <a:pt x="504" y="963"/>
                  <a:pt x="551" y="951"/>
                </a:cubicBezTo>
                <a:close/>
              </a:path>
            </a:pathLst>
          </a:custGeom>
          <a:solidFill>
            <a:srgbClr val="007B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15"/>
          <p:cNvSpPr>
            <a:spLocks/>
          </p:cNvSpPr>
          <p:nvPr/>
        </p:nvSpPr>
        <p:spPr bwMode="auto">
          <a:xfrm>
            <a:off x="5715927" y="4580441"/>
            <a:ext cx="1692483" cy="986470"/>
          </a:xfrm>
          <a:custGeom>
            <a:avLst/>
            <a:gdLst>
              <a:gd name="T0" fmla="*/ 951 w 963"/>
              <a:gd name="T1" fmla="*/ 10 h 561"/>
              <a:gd name="T2" fmla="*/ 934 w 963"/>
              <a:gd name="T3" fmla="*/ 62 h 561"/>
              <a:gd name="T4" fmla="*/ 849 w 963"/>
              <a:gd name="T5" fmla="*/ 96 h 561"/>
              <a:gd name="T6" fmla="*/ 289 w 963"/>
              <a:gd name="T7" fmla="*/ 96 h 561"/>
              <a:gd name="T8" fmla="*/ 289 w 963"/>
              <a:gd name="T9" fmla="*/ 0 h 561"/>
              <a:gd name="T10" fmla="*/ 0 w 963"/>
              <a:gd name="T11" fmla="*/ 289 h 561"/>
              <a:gd name="T12" fmla="*/ 272 w 963"/>
              <a:gd name="T13" fmla="*/ 561 h 561"/>
              <a:gd name="T14" fmla="*/ 272 w 963"/>
              <a:gd name="T15" fmla="*/ 466 h 561"/>
              <a:gd name="T16" fmla="*/ 528 w 963"/>
              <a:gd name="T17" fmla="*/ 466 h 561"/>
              <a:gd name="T18" fmla="*/ 573 w 963"/>
              <a:gd name="T19" fmla="*/ 446 h 561"/>
              <a:gd name="T20" fmla="*/ 939 w 963"/>
              <a:gd name="T21" fmla="*/ 80 h 561"/>
              <a:gd name="T22" fmla="*/ 951 w 963"/>
              <a:gd name="T23" fmla="*/ 10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63" h="561">
                <a:moveTo>
                  <a:pt x="951" y="10"/>
                </a:moveTo>
                <a:cubicBezTo>
                  <a:pt x="951" y="10"/>
                  <a:pt x="955" y="42"/>
                  <a:pt x="934" y="62"/>
                </a:cubicBezTo>
                <a:cubicBezTo>
                  <a:pt x="914" y="82"/>
                  <a:pt x="882" y="95"/>
                  <a:pt x="849" y="96"/>
                </a:cubicBezTo>
                <a:cubicBezTo>
                  <a:pt x="817" y="97"/>
                  <a:pt x="289" y="96"/>
                  <a:pt x="289" y="96"/>
                </a:cubicBezTo>
                <a:cubicBezTo>
                  <a:pt x="289" y="0"/>
                  <a:pt x="289" y="0"/>
                  <a:pt x="289" y="0"/>
                </a:cubicBezTo>
                <a:cubicBezTo>
                  <a:pt x="0" y="289"/>
                  <a:pt x="0" y="289"/>
                  <a:pt x="0" y="289"/>
                </a:cubicBezTo>
                <a:cubicBezTo>
                  <a:pt x="272" y="561"/>
                  <a:pt x="272" y="561"/>
                  <a:pt x="272" y="561"/>
                </a:cubicBezTo>
                <a:cubicBezTo>
                  <a:pt x="272" y="466"/>
                  <a:pt x="272" y="466"/>
                  <a:pt x="272" y="466"/>
                </a:cubicBezTo>
                <a:cubicBezTo>
                  <a:pt x="528" y="466"/>
                  <a:pt x="528" y="466"/>
                  <a:pt x="528" y="466"/>
                </a:cubicBezTo>
                <a:cubicBezTo>
                  <a:pt x="528" y="466"/>
                  <a:pt x="551" y="468"/>
                  <a:pt x="573" y="446"/>
                </a:cubicBezTo>
                <a:cubicBezTo>
                  <a:pt x="595" y="424"/>
                  <a:pt x="939" y="80"/>
                  <a:pt x="939" y="80"/>
                </a:cubicBezTo>
                <a:cubicBezTo>
                  <a:pt x="939" y="80"/>
                  <a:pt x="963" y="57"/>
                  <a:pt x="951" y="10"/>
                </a:cubicBezTo>
                <a:close/>
              </a:path>
            </a:pathLst>
          </a:custGeom>
          <a:solidFill>
            <a:srgbClr val="6D5DA5"/>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3" name="Freeform 17"/>
          <p:cNvSpPr>
            <a:spLocks/>
          </p:cNvSpPr>
          <p:nvPr/>
        </p:nvSpPr>
        <p:spPr bwMode="auto">
          <a:xfrm>
            <a:off x="6590864" y="2776425"/>
            <a:ext cx="985387" cy="1691400"/>
          </a:xfrm>
          <a:custGeom>
            <a:avLst/>
            <a:gdLst>
              <a:gd name="T0" fmla="*/ 10 w 561"/>
              <a:gd name="T1" fmla="*/ 12 h 963"/>
              <a:gd name="T2" fmla="*/ 62 w 561"/>
              <a:gd name="T3" fmla="*/ 28 h 963"/>
              <a:gd name="T4" fmla="*/ 96 w 561"/>
              <a:gd name="T5" fmla="*/ 113 h 963"/>
              <a:gd name="T6" fmla="*/ 96 w 561"/>
              <a:gd name="T7" fmla="*/ 674 h 963"/>
              <a:gd name="T8" fmla="*/ 0 w 561"/>
              <a:gd name="T9" fmla="*/ 674 h 963"/>
              <a:gd name="T10" fmla="*/ 289 w 561"/>
              <a:gd name="T11" fmla="*/ 963 h 963"/>
              <a:gd name="T12" fmla="*/ 561 w 561"/>
              <a:gd name="T13" fmla="*/ 691 h 963"/>
              <a:gd name="T14" fmla="*/ 466 w 561"/>
              <a:gd name="T15" fmla="*/ 691 h 963"/>
              <a:gd name="T16" fmla="*/ 466 w 561"/>
              <a:gd name="T17" fmla="*/ 434 h 963"/>
              <a:gd name="T18" fmla="*/ 446 w 561"/>
              <a:gd name="T19" fmla="*/ 390 h 963"/>
              <a:gd name="T20" fmla="*/ 80 w 561"/>
              <a:gd name="T21" fmla="*/ 23 h 963"/>
              <a:gd name="T22" fmla="*/ 10 w 561"/>
              <a:gd name="T23" fmla="*/ 12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61" h="963">
                <a:moveTo>
                  <a:pt x="10" y="12"/>
                </a:moveTo>
                <a:cubicBezTo>
                  <a:pt x="10" y="12"/>
                  <a:pt x="42" y="8"/>
                  <a:pt x="62" y="28"/>
                </a:cubicBezTo>
                <a:cubicBezTo>
                  <a:pt x="82" y="49"/>
                  <a:pt x="96" y="81"/>
                  <a:pt x="96" y="113"/>
                </a:cubicBezTo>
                <a:cubicBezTo>
                  <a:pt x="97" y="146"/>
                  <a:pt x="96" y="674"/>
                  <a:pt x="96" y="674"/>
                </a:cubicBezTo>
                <a:cubicBezTo>
                  <a:pt x="0" y="674"/>
                  <a:pt x="0" y="674"/>
                  <a:pt x="0" y="674"/>
                </a:cubicBezTo>
                <a:cubicBezTo>
                  <a:pt x="289" y="963"/>
                  <a:pt x="289" y="963"/>
                  <a:pt x="289" y="963"/>
                </a:cubicBezTo>
                <a:cubicBezTo>
                  <a:pt x="561" y="691"/>
                  <a:pt x="561" y="691"/>
                  <a:pt x="561" y="691"/>
                </a:cubicBezTo>
                <a:cubicBezTo>
                  <a:pt x="466" y="691"/>
                  <a:pt x="466" y="691"/>
                  <a:pt x="466" y="691"/>
                </a:cubicBezTo>
                <a:cubicBezTo>
                  <a:pt x="466" y="434"/>
                  <a:pt x="466" y="434"/>
                  <a:pt x="466" y="434"/>
                </a:cubicBezTo>
                <a:cubicBezTo>
                  <a:pt x="466" y="434"/>
                  <a:pt x="468" y="412"/>
                  <a:pt x="446" y="390"/>
                </a:cubicBezTo>
                <a:cubicBezTo>
                  <a:pt x="424" y="367"/>
                  <a:pt x="80" y="23"/>
                  <a:pt x="80" y="23"/>
                </a:cubicBezTo>
                <a:cubicBezTo>
                  <a:pt x="80" y="23"/>
                  <a:pt x="58" y="0"/>
                  <a:pt x="10" y="12"/>
                </a:cubicBezTo>
                <a:close/>
              </a:path>
            </a:pathLst>
          </a:custGeom>
          <a:solidFill>
            <a:srgbClr val="9FC628"/>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7" name="Freeform 21"/>
          <p:cNvSpPr>
            <a:spLocks noEditPoints="1"/>
          </p:cNvSpPr>
          <p:nvPr/>
        </p:nvSpPr>
        <p:spPr bwMode="auto">
          <a:xfrm>
            <a:off x="4787931" y="1994613"/>
            <a:ext cx="190580" cy="190580"/>
          </a:xfrm>
          <a:custGeom>
            <a:avLst/>
            <a:gdLst>
              <a:gd name="T0" fmla="*/ 176 w 176"/>
              <a:gd name="T1" fmla="*/ 165 h 176"/>
              <a:gd name="T2" fmla="*/ 176 w 176"/>
              <a:gd name="T3" fmla="*/ 176 h 176"/>
              <a:gd name="T4" fmla="*/ 0 w 176"/>
              <a:gd name="T5" fmla="*/ 176 h 176"/>
              <a:gd name="T6" fmla="*/ 0 w 176"/>
              <a:gd name="T7" fmla="*/ 0 h 176"/>
              <a:gd name="T8" fmla="*/ 12 w 176"/>
              <a:gd name="T9" fmla="*/ 0 h 176"/>
              <a:gd name="T10" fmla="*/ 12 w 176"/>
              <a:gd name="T11" fmla="*/ 165 h 176"/>
              <a:gd name="T12" fmla="*/ 176 w 176"/>
              <a:gd name="T13" fmla="*/ 165 h 176"/>
              <a:gd name="T14" fmla="*/ 78 w 176"/>
              <a:gd name="T15" fmla="*/ 61 h 176"/>
              <a:gd name="T16" fmla="*/ 124 w 176"/>
              <a:gd name="T17" fmla="*/ 73 h 176"/>
              <a:gd name="T18" fmla="*/ 140 w 176"/>
              <a:gd name="T19" fmla="*/ 47 h 176"/>
              <a:gd name="T20" fmla="*/ 153 w 176"/>
              <a:gd name="T21" fmla="*/ 55 h 176"/>
              <a:gd name="T22" fmla="*/ 154 w 176"/>
              <a:gd name="T23" fmla="*/ 11 h 176"/>
              <a:gd name="T24" fmla="*/ 115 w 176"/>
              <a:gd name="T25" fmla="*/ 32 h 176"/>
              <a:gd name="T26" fmla="*/ 130 w 176"/>
              <a:gd name="T27" fmla="*/ 42 h 176"/>
              <a:gd name="T28" fmla="*/ 119 w 176"/>
              <a:gd name="T29" fmla="*/ 60 h 176"/>
              <a:gd name="T30" fmla="*/ 75 w 176"/>
              <a:gd name="T31" fmla="*/ 50 h 176"/>
              <a:gd name="T32" fmla="*/ 29 w 176"/>
              <a:gd name="T33" fmla="*/ 95 h 176"/>
              <a:gd name="T34" fmla="*/ 38 w 176"/>
              <a:gd name="T35" fmla="*/ 103 h 176"/>
              <a:gd name="T36" fmla="*/ 78 w 176"/>
              <a:gd name="T37" fmla="*/ 61 h 176"/>
              <a:gd name="T38" fmla="*/ 67 w 176"/>
              <a:gd name="T39" fmla="*/ 154 h 176"/>
              <a:gd name="T40" fmla="*/ 88 w 176"/>
              <a:gd name="T41" fmla="*/ 154 h 176"/>
              <a:gd name="T42" fmla="*/ 88 w 176"/>
              <a:gd name="T43" fmla="*/ 76 h 176"/>
              <a:gd name="T44" fmla="*/ 81 w 176"/>
              <a:gd name="T45" fmla="*/ 74 h 176"/>
              <a:gd name="T46" fmla="*/ 67 w 176"/>
              <a:gd name="T47" fmla="*/ 90 h 176"/>
              <a:gd name="T48" fmla="*/ 67 w 176"/>
              <a:gd name="T49" fmla="*/ 154 h 176"/>
              <a:gd name="T50" fmla="*/ 33 w 176"/>
              <a:gd name="T51" fmla="*/ 115 h 176"/>
              <a:gd name="T52" fmla="*/ 33 w 176"/>
              <a:gd name="T53" fmla="*/ 154 h 176"/>
              <a:gd name="T54" fmla="*/ 55 w 176"/>
              <a:gd name="T55" fmla="*/ 154 h 176"/>
              <a:gd name="T56" fmla="*/ 55 w 176"/>
              <a:gd name="T57" fmla="*/ 100 h 176"/>
              <a:gd name="T58" fmla="*/ 38 w 176"/>
              <a:gd name="T59" fmla="*/ 118 h 176"/>
              <a:gd name="T60" fmla="*/ 33 w 176"/>
              <a:gd name="T61" fmla="*/ 115 h 176"/>
              <a:gd name="T62" fmla="*/ 132 w 176"/>
              <a:gd name="T63" fmla="*/ 81 h 176"/>
              <a:gd name="T64" fmla="*/ 132 w 176"/>
              <a:gd name="T65" fmla="*/ 154 h 176"/>
              <a:gd name="T66" fmla="*/ 154 w 176"/>
              <a:gd name="T67" fmla="*/ 154 h 176"/>
              <a:gd name="T68" fmla="*/ 154 w 176"/>
              <a:gd name="T69" fmla="*/ 68 h 176"/>
              <a:gd name="T70" fmla="*/ 143 w 176"/>
              <a:gd name="T71" fmla="*/ 61 h 176"/>
              <a:gd name="T72" fmla="*/ 132 w 176"/>
              <a:gd name="T73" fmla="*/ 81 h 176"/>
              <a:gd name="T74" fmla="*/ 120 w 176"/>
              <a:gd name="T75" fmla="*/ 154 h 176"/>
              <a:gd name="T76" fmla="*/ 120 w 176"/>
              <a:gd name="T77" fmla="*/ 84 h 176"/>
              <a:gd name="T78" fmla="*/ 99 w 176"/>
              <a:gd name="T79" fmla="*/ 77 h 176"/>
              <a:gd name="T80" fmla="*/ 99 w 176"/>
              <a:gd name="T81" fmla="*/ 154 h 176"/>
              <a:gd name="T82" fmla="*/ 120 w 176"/>
              <a:gd name="T83" fmla="*/ 154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76" h="176">
                <a:moveTo>
                  <a:pt x="176" y="165"/>
                </a:moveTo>
                <a:lnTo>
                  <a:pt x="176" y="176"/>
                </a:lnTo>
                <a:lnTo>
                  <a:pt x="0" y="176"/>
                </a:lnTo>
                <a:lnTo>
                  <a:pt x="0" y="0"/>
                </a:lnTo>
                <a:lnTo>
                  <a:pt x="12" y="0"/>
                </a:lnTo>
                <a:lnTo>
                  <a:pt x="12" y="165"/>
                </a:lnTo>
                <a:lnTo>
                  <a:pt x="176" y="165"/>
                </a:lnTo>
                <a:close/>
                <a:moveTo>
                  <a:pt x="78" y="61"/>
                </a:moveTo>
                <a:lnTo>
                  <a:pt x="124" y="73"/>
                </a:lnTo>
                <a:lnTo>
                  <a:pt x="140" y="47"/>
                </a:lnTo>
                <a:lnTo>
                  <a:pt x="153" y="55"/>
                </a:lnTo>
                <a:lnTo>
                  <a:pt x="154" y="11"/>
                </a:lnTo>
                <a:lnTo>
                  <a:pt x="115" y="32"/>
                </a:lnTo>
                <a:lnTo>
                  <a:pt x="130" y="42"/>
                </a:lnTo>
                <a:lnTo>
                  <a:pt x="119" y="60"/>
                </a:lnTo>
                <a:lnTo>
                  <a:pt x="75" y="50"/>
                </a:lnTo>
                <a:lnTo>
                  <a:pt x="29" y="95"/>
                </a:lnTo>
                <a:lnTo>
                  <a:pt x="38" y="103"/>
                </a:lnTo>
                <a:lnTo>
                  <a:pt x="78" y="61"/>
                </a:lnTo>
                <a:close/>
                <a:moveTo>
                  <a:pt x="67" y="154"/>
                </a:moveTo>
                <a:lnTo>
                  <a:pt x="88" y="154"/>
                </a:lnTo>
                <a:lnTo>
                  <a:pt x="88" y="76"/>
                </a:lnTo>
                <a:lnTo>
                  <a:pt x="81" y="74"/>
                </a:lnTo>
                <a:lnTo>
                  <a:pt x="67" y="90"/>
                </a:lnTo>
                <a:lnTo>
                  <a:pt x="67" y="154"/>
                </a:lnTo>
                <a:close/>
                <a:moveTo>
                  <a:pt x="33" y="115"/>
                </a:moveTo>
                <a:lnTo>
                  <a:pt x="33" y="154"/>
                </a:lnTo>
                <a:lnTo>
                  <a:pt x="55" y="154"/>
                </a:lnTo>
                <a:lnTo>
                  <a:pt x="55" y="100"/>
                </a:lnTo>
                <a:lnTo>
                  <a:pt x="38" y="118"/>
                </a:lnTo>
                <a:lnTo>
                  <a:pt x="33" y="115"/>
                </a:lnTo>
                <a:close/>
                <a:moveTo>
                  <a:pt x="132" y="81"/>
                </a:moveTo>
                <a:lnTo>
                  <a:pt x="132" y="154"/>
                </a:lnTo>
                <a:lnTo>
                  <a:pt x="154" y="154"/>
                </a:lnTo>
                <a:lnTo>
                  <a:pt x="154" y="68"/>
                </a:lnTo>
                <a:lnTo>
                  <a:pt x="143" y="61"/>
                </a:lnTo>
                <a:lnTo>
                  <a:pt x="132" y="81"/>
                </a:lnTo>
                <a:close/>
                <a:moveTo>
                  <a:pt x="120" y="154"/>
                </a:moveTo>
                <a:lnTo>
                  <a:pt x="120" y="84"/>
                </a:lnTo>
                <a:lnTo>
                  <a:pt x="99" y="77"/>
                </a:lnTo>
                <a:lnTo>
                  <a:pt x="99" y="154"/>
                </a:lnTo>
                <a:lnTo>
                  <a:pt x="120" y="154"/>
                </a:lnTo>
                <a:close/>
              </a:path>
            </a:pathLst>
          </a:custGeom>
          <a:solidFill>
            <a:srgbClr val="14A0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22"/>
          <p:cNvSpPr>
            <a:spLocks noEditPoints="1"/>
          </p:cNvSpPr>
          <p:nvPr/>
        </p:nvSpPr>
        <p:spPr bwMode="auto">
          <a:xfrm>
            <a:off x="4420847" y="1887411"/>
            <a:ext cx="655120" cy="568493"/>
          </a:xfrm>
          <a:custGeom>
            <a:avLst/>
            <a:gdLst>
              <a:gd name="T0" fmla="*/ 271 w 373"/>
              <a:gd name="T1" fmla="*/ 23 h 324"/>
              <a:gd name="T2" fmla="*/ 263 w 373"/>
              <a:gd name="T3" fmla="*/ 0 h 324"/>
              <a:gd name="T4" fmla="*/ 255 w 373"/>
              <a:gd name="T5" fmla="*/ 23 h 324"/>
              <a:gd name="T6" fmla="*/ 154 w 373"/>
              <a:gd name="T7" fmla="*/ 44 h 324"/>
              <a:gd name="T8" fmla="*/ 143 w 373"/>
              <a:gd name="T9" fmla="*/ 68 h 324"/>
              <a:gd name="T10" fmla="*/ 88 w 373"/>
              <a:gd name="T11" fmla="*/ 63 h 324"/>
              <a:gd name="T12" fmla="*/ 97 w 373"/>
              <a:gd name="T13" fmla="*/ 132 h 324"/>
              <a:gd name="T14" fmla="*/ 76 w 373"/>
              <a:gd name="T15" fmla="*/ 132 h 324"/>
              <a:gd name="T16" fmla="*/ 85 w 373"/>
              <a:gd name="T17" fmla="*/ 63 h 324"/>
              <a:gd name="T18" fmla="*/ 30 w 373"/>
              <a:gd name="T19" fmla="*/ 68 h 324"/>
              <a:gd name="T20" fmla="*/ 27 w 373"/>
              <a:gd name="T21" fmla="*/ 70 h 324"/>
              <a:gd name="T22" fmla="*/ 24 w 373"/>
              <a:gd name="T23" fmla="*/ 74 h 324"/>
              <a:gd name="T24" fmla="*/ 22 w 373"/>
              <a:gd name="T25" fmla="*/ 78 h 324"/>
              <a:gd name="T26" fmla="*/ 11 w 373"/>
              <a:gd name="T27" fmla="*/ 187 h 324"/>
              <a:gd name="T28" fmla="*/ 27 w 373"/>
              <a:gd name="T29" fmla="*/ 177 h 324"/>
              <a:gd name="T30" fmla="*/ 50 w 373"/>
              <a:gd name="T31" fmla="*/ 89 h 324"/>
              <a:gd name="T32" fmla="*/ 40 w 373"/>
              <a:gd name="T33" fmla="*/ 307 h 324"/>
              <a:gd name="T34" fmla="*/ 56 w 373"/>
              <a:gd name="T35" fmla="*/ 324 h 324"/>
              <a:gd name="T36" fmla="*/ 80 w 373"/>
              <a:gd name="T37" fmla="*/ 193 h 324"/>
              <a:gd name="T38" fmla="*/ 93 w 373"/>
              <a:gd name="T39" fmla="*/ 193 h 324"/>
              <a:gd name="T40" fmla="*/ 118 w 373"/>
              <a:gd name="T41" fmla="*/ 324 h 324"/>
              <a:gd name="T42" fmla="*/ 134 w 373"/>
              <a:gd name="T43" fmla="*/ 307 h 324"/>
              <a:gd name="T44" fmla="*/ 123 w 373"/>
              <a:gd name="T45" fmla="*/ 89 h 324"/>
              <a:gd name="T46" fmla="*/ 135 w 373"/>
              <a:gd name="T47" fmla="*/ 93 h 324"/>
              <a:gd name="T48" fmla="*/ 154 w 373"/>
              <a:gd name="T49" fmla="*/ 99 h 324"/>
              <a:gd name="T50" fmla="*/ 175 w 373"/>
              <a:gd name="T51" fmla="*/ 190 h 324"/>
              <a:gd name="T52" fmla="*/ 179 w 373"/>
              <a:gd name="T53" fmla="*/ 314 h 324"/>
              <a:gd name="T54" fmla="*/ 187 w 373"/>
              <a:gd name="T55" fmla="*/ 324 h 324"/>
              <a:gd name="T56" fmla="*/ 229 w 373"/>
              <a:gd name="T57" fmla="*/ 190 h 324"/>
              <a:gd name="T58" fmla="*/ 255 w 373"/>
              <a:gd name="T59" fmla="*/ 281 h 324"/>
              <a:gd name="T60" fmla="*/ 271 w 373"/>
              <a:gd name="T61" fmla="*/ 281 h 324"/>
              <a:gd name="T62" fmla="*/ 298 w 373"/>
              <a:gd name="T63" fmla="*/ 190 h 324"/>
              <a:gd name="T64" fmla="*/ 340 w 373"/>
              <a:gd name="T65" fmla="*/ 324 h 324"/>
              <a:gd name="T66" fmla="*/ 347 w 373"/>
              <a:gd name="T67" fmla="*/ 314 h 324"/>
              <a:gd name="T68" fmla="*/ 352 w 373"/>
              <a:gd name="T69" fmla="*/ 190 h 324"/>
              <a:gd name="T70" fmla="*/ 373 w 373"/>
              <a:gd name="T71" fmla="*/ 44 h 324"/>
              <a:gd name="T72" fmla="*/ 362 w 373"/>
              <a:gd name="T73" fmla="*/ 169 h 324"/>
              <a:gd name="T74" fmla="*/ 175 w 373"/>
              <a:gd name="T75" fmla="*/ 180 h 324"/>
              <a:gd name="T76" fmla="*/ 164 w 373"/>
              <a:gd name="T77" fmla="*/ 103 h 324"/>
              <a:gd name="T78" fmla="*/ 201 w 373"/>
              <a:gd name="T79" fmla="*/ 114 h 324"/>
              <a:gd name="T80" fmla="*/ 214 w 373"/>
              <a:gd name="T81" fmla="*/ 103 h 324"/>
              <a:gd name="T82" fmla="*/ 294 w 373"/>
              <a:gd name="T83" fmla="*/ 63 h 324"/>
              <a:gd name="T84" fmla="*/ 213 w 373"/>
              <a:gd name="T85" fmla="*/ 97 h 324"/>
              <a:gd name="T86" fmla="*/ 164 w 373"/>
              <a:gd name="T87" fmla="*/ 75 h 324"/>
              <a:gd name="T88" fmla="*/ 175 w 373"/>
              <a:gd name="T89" fmla="*/ 34 h 324"/>
              <a:gd name="T90" fmla="*/ 362 w 373"/>
              <a:gd name="T91" fmla="*/ 44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73" h="324">
                <a:moveTo>
                  <a:pt x="352" y="23"/>
                </a:moveTo>
                <a:cubicBezTo>
                  <a:pt x="271" y="23"/>
                  <a:pt x="271" y="23"/>
                  <a:pt x="271" y="23"/>
                </a:cubicBezTo>
                <a:cubicBezTo>
                  <a:pt x="271" y="8"/>
                  <a:pt x="271" y="8"/>
                  <a:pt x="271" y="8"/>
                </a:cubicBezTo>
                <a:cubicBezTo>
                  <a:pt x="271" y="3"/>
                  <a:pt x="268" y="0"/>
                  <a:pt x="263" y="0"/>
                </a:cubicBezTo>
                <a:cubicBezTo>
                  <a:pt x="259" y="0"/>
                  <a:pt x="255" y="3"/>
                  <a:pt x="255" y="8"/>
                </a:cubicBezTo>
                <a:cubicBezTo>
                  <a:pt x="255" y="23"/>
                  <a:pt x="255" y="23"/>
                  <a:pt x="255" y="23"/>
                </a:cubicBezTo>
                <a:cubicBezTo>
                  <a:pt x="175" y="23"/>
                  <a:pt x="175" y="23"/>
                  <a:pt x="175" y="23"/>
                </a:cubicBezTo>
                <a:cubicBezTo>
                  <a:pt x="163" y="23"/>
                  <a:pt x="154" y="33"/>
                  <a:pt x="154" y="44"/>
                </a:cubicBezTo>
                <a:cubicBezTo>
                  <a:pt x="154" y="72"/>
                  <a:pt x="154" y="72"/>
                  <a:pt x="154" y="72"/>
                </a:cubicBezTo>
                <a:cubicBezTo>
                  <a:pt x="143" y="68"/>
                  <a:pt x="143" y="68"/>
                  <a:pt x="143" y="68"/>
                </a:cubicBezTo>
                <a:cubicBezTo>
                  <a:pt x="140" y="67"/>
                  <a:pt x="115" y="58"/>
                  <a:pt x="92" y="57"/>
                </a:cubicBezTo>
                <a:cubicBezTo>
                  <a:pt x="88" y="63"/>
                  <a:pt x="88" y="63"/>
                  <a:pt x="88" y="63"/>
                </a:cubicBezTo>
                <a:cubicBezTo>
                  <a:pt x="88" y="63"/>
                  <a:pt x="88" y="63"/>
                  <a:pt x="88" y="63"/>
                </a:cubicBezTo>
                <a:cubicBezTo>
                  <a:pt x="97" y="132"/>
                  <a:pt x="97" y="132"/>
                  <a:pt x="97" y="132"/>
                </a:cubicBezTo>
                <a:cubicBezTo>
                  <a:pt x="87" y="150"/>
                  <a:pt x="87" y="150"/>
                  <a:pt x="87" y="150"/>
                </a:cubicBezTo>
                <a:cubicBezTo>
                  <a:pt x="76" y="132"/>
                  <a:pt x="76" y="132"/>
                  <a:pt x="76" y="132"/>
                </a:cubicBezTo>
                <a:cubicBezTo>
                  <a:pt x="85" y="63"/>
                  <a:pt x="85" y="63"/>
                  <a:pt x="85" y="63"/>
                </a:cubicBezTo>
                <a:cubicBezTo>
                  <a:pt x="85" y="63"/>
                  <a:pt x="85" y="63"/>
                  <a:pt x="85" y="63"/>
                </a:cubicBezTo>
                <a:cubicBezTo>
                  <a:pt x="82" y="57"/>
                  <a:pt x="82" y="57"/>
                  <a:pt x="82" y="57"/>
                </a:cubicBezTo>
                <a:cubicBezTo>
                  <a:pt x="58" y="58"/>
                  <a:pt x="31" y="68"/>
                  <a:pt x="30" y="68"/>
                </a:cubicBezTo>
                <a:cubicBezTo>
                  <a:pt x="30" y="68"/>
                  <a:pt x="30" y="69"/>
                  <a:pt x="29" y="69"/>
                </a:cubicBezTo>
                <a:cubicBezTo>
                  <a:pt x="28" y="69"/>
                  <a:pt x="27" y="70"/>
                  <a:pt x="27" y="70"/>
                </a:cubicBezTo>
                <a:cubicBezTo>
                  <a:pt x="26" y="71"/>
                  <a:pt x="26" y="71"/>
                  <a:pt x="25" y="72"/>
                </a:cubicBezTo>
                <a:cubicBezTo>
                  <a:pt x="24" y="73"/>
                  <a:pt x="24" y="73"/>
                  <a:pt x="24" y="74"/>
                </a:cubicBezTo>
                <a:cubicBezTo>
                  <a:pt x="23" y="75"/>
                  <a:pt x="23" y="75"/>
                  <a:pt x="23" y="76"/>
                </a:cubicBezTo>
                <a:cubicBezTo>
                  <a:pt x="22" y="77"/>
                  <a:pt x="22" y="77"/>
                  <a:pt x="22" y="78"/>
                </a:cubicBezTo>
                <a:cubicBezTo>
                  <a:pt x="1" y="171"/>
                  <a:pt x="1" y="171"/>
                  <a:pt x="1" y="171"/>
                </a:cubicBezTo>
                <a:cubicBezTo>
                  <a:pt x="0" y="178"/>
                  <a:pt x="4" y="185"/>
                  <a:pt x="11" y="187"/>
                </a:cubicBezTo>
                <a:cubicBezTo>
                  <a:pt x="12" y="187"/>
                  <a:pt x="13" y="187"/>
                  <a:pt x="14" y="187"/>
                </a:cubicBezTo>
                <a:cubicBezTo>
                  <a:pt x="20" y="187"/>
                  <a:pt x="25" y="183"/>
                  <a:pt x="27" y="177"/>
                </a:cubicBezTo>
                <a:cubicBezTo>
                  <a:pt x="46" y="90"/>
                  <a:pt x="46" y="90"/>
                  <a:pt x="46" y="90"/>
                </a:cubicBezTo>
                <a:cubicBezTo>
                  <a:pt x="47" y="90"/>
                  <a:pt x="49" y="90"/>
                  <a:pt x="50" y="89"/>
                </a:cubicBezTo>
                <a:cubicBezTo>
                  <a:pt x="50" y="178"/>
                  <a:pt x="50" y="178"/>
                  <a:pt x="50" y="178"/>
                </a:cubicBezTo>
                <a:cubicBezTo>
                  <a:pt x="40" y="307"/>
                  <a:pt x="40" y="307"/>
                  <a:pt x="40" y="307"/>
                </a:cubicBezTo>
                <a:cubicBezTo>
                  <a:pt x="39" y="316"/>
                  <a:pt x="46" y="323"/>
                  <a:pt x="54" y="324"/>
                </a:cubicBezTo>
                <a:cubicBezTo>
                  <a:pt x="55" y="324"/>
                  <a:pt x="55" y="324"/>
                  <a:pt x="56" y="324"/>
                </a:cubicBezTo>
                <a:cubicBezTo>
                  <a:pt x="64" y="324"/>
                  <a:pt x="70" y="318"/>
                  <a:pt x="71" y="309"/>
                </a:cubicBezTo>
                <a:cubicBezTo>
                  <a:pt x="80" y="193"/>
                  <a:pt x="80" y="193"/>
                  <a:pt x="80" y="193"/>
                </a:cubicBezTo>
                <a:cubicBezTo>
                  <a:pt x="82" y="194"/>
                  <a:pt x="85" y="194"/>
                  <a:pt x="87" y="194"/>
                </a:cubicBezTo>
                <a:cubicBezTo>
                  <a:pt x="89" y="194"/>
                  <a:pt x="91" y="194"/>
                  <a:pt x="93" y="193"/>
                </a:cubicBezTo>
                <a:cubicBezTo>
                  <a:pt x="102" y="309"/>
                  <a:pt x="102" y="309"/>
                  <a:pt x="102" y="309"/>
                </a:cubicBezTo>
                <a:cubicBezTo>
                  <a:pt x="103" y="318"/>
                  <a:pt x="110" y="324"/>
                  <a:pt x="118" y="324"/>
                </a:cubicBezTo>
                <a:cubicBezTo>
                  <a:pt x="118" y="324"/>
                  <a:pt x="119" y="324"/>
                  <a:pt x="119" y="324"/>
                </a:cubicBezTo>
                <a:cubicBezTo>
                  <a:pt x="128" y="323"/>
                  <a:pt x="134" y="315"/>
                  <a:pt x="134" y="307"/>
                </a:cubicBezTo>
                <a:cubicBezTo>
                  <a:pt x="123" y="178"/>
                  <a:pt x="123" y="178"/>
                  <a:pt x="123" y="178"/>
                </a:cubicBezTo>
                <a:cubicBezTo>
                  <a:pt x="123" y="89"/>
                  <a:pt x="123" y="89"/>
                  <a:pt x="123" y="89"/>
                </a:cubicBezTo>
                <a:cubicBezTo>
                  <a:pt x="130" y="91"/>
                  <a:pt x="134" y="93"/>
                  <a:pt x="134" y="93"/>
                </a:cubicBezTo>
                <a:cubicBezTo>
                  <a:pt x="135" y="93"/>
                  <a:pt x="135" y="93"/>
                  <a:pt x="135" y="93"/>
                </a:cubicBezTo>
                <a:cubicBezTo>
                  <a:pt x="135" y="93"/>
                  <a:pt x="135" y="93"/>
                  <a:pt x="135" y="93"/>
                </a:cubicBezTo>
                <a:cubicBezTo>
                  <a:pt x="154" y="99"/>
                  <a:pt x="154" y="99"/>
                  <a:pt x="154" y="99"/>
                </a:cubicBezTo>
                <a:cubicBezTo>
                  <a:pt x="154" y="169"/>
                  <a:pt x="154" y="169"/>
                  <a:pt x="154" y="169"/>
                </a:cubicBezTo>
                <a:cubicBezTo>
                  <a:pt x="154" y="181"/>
                  <a:pt x="163" y="190"/>
                  <a:pt x="175" y="190"/>
                </a:cubicBezTo>
                <a:cubicBezTo>
                  <a:pt x="213" y="190"/>
                  <a:pt x="213" y="190"/>
                  <a:pt x="213" y="190"/>
                </a:cubicBezTo>
                <a:cubicBezTo>
                  <a:pt x="179" y="314"/>
                  <a:pt x="179" y="314"/>
                  <a:pt x="179" y="314"/>
                </a:cubicBezTo>
                <a:cubicBezTo>
                  <a:pt x="178" y="318"/>
                  <a:pt x="181" y="323"/>
                  <a:pt x="185" y="324"/>
                </a:cubicBezTo>
                <a:cubicBezTo>
                  <a:pt x="186" y="324"/>
                  <a:pt x="186" y="324"/>
                  <a:pt x="187" y="324"/>
                </a:cubicBezTo>
                <a:cubicBezTo>
                  <a:pt x="190" y="324"/>
                  <a:pt x="193" y="322"/>
                  <a:pt x="194" y="318"/>
                </a:cubicBezTo>
                <a:cubicBezTo>
                  <a:pt x="229" y="190"/>
                  <a:pt x="229" y="190"/>
                  <a:pt x="229" y="190"/>
                </a:cubicBezTo>
                <a:cubicBezTo>
                  <a:pt x="255" y="190"/>
                  <a:pt x="255" y="190"/>
                  <a:pt x="255" y="190"/>
                </a:cubicBezTo>
                <a:cubicBezTo>
                  <a:pt x="255" y="281"/>
                  <a:pt x="255" y="281"/>
                  <a:pt x="255" y="281"/>
                </a:cubicBezTo>
                <a:cubicBezTo>
                  <a:pt x="255" y="285"/>
                  <a:pt x="259" y="289"/>
                  <a:pt x="263" y="289"/>
                </a:cubicBezTo>
                <a:cubicBezTo>
                  <a:pt x="268" y="289"/>
                  <a:pt x="271" y="285"/>
                  <a:pt x="271" y="281"/>
                </a:cubicBezTo>
                <a:cubicBezTo>
                  <a:pt x="271" y="190"/>
                  <a:pt x="271" y="190"/>
                  <a:pt x="271" y="190"/>
                </a:cubicBezTo>
                <a:cubicBezTo>
                  <a:pt x="298" y="190"/>
                  <a:pt x="298" y="190"/>
                  <a:pt x="298" y="190"/>
                </a:cubicBezTo>
                <a:cubicBezTo>
                  <a:pt x="332" y="318"/>
                  <a:pt x="332" y="318"/>
                  <a:pt x="332" y="318"/>
                </a:cubicBezTo>
                <a:cubicBezTo>
                  <a:pt x="333" y="322"/>
                  <a:pt x="336" y="324"/>
                  <a:pt x="340" y="324"/>
                </a:cubicBezTo>
                <a:cubicBezTo>
                  <a:pt x="340" y="324"/>
                  <a:pt x="341" y="324"/>
                  <a:pt x="342" y="324"/>
                </a:cubicBezTo>
                <a:cubicBezTo>
                  <a:pt x="346" y="323"/>
                  <a:pt x="348" y="318"/>
                  <a:pt x="347" y="314"/>
                </a:cubicBezTo>
                <a:cubicBezTo>
                  <a:pt x="314" y="190"/>
                  <a:pt x="314" y="190"/>
                  <a:pt x="314" y="190"/>
                </a:cubicBezTo>
                <a:cubicBezTo>
                  <a:pt x="352" y="190"/>
                  <a:pt x="352" y="190"/>
                  <a:pt x="352" y="190"/>
                </a:cubicBezTo>
                <a:cubicBezTo>
                  <a:pt x="363" y="190"/>
                  <a:pt x="373" y="181"/>
                  <a:pt x="373" y="169"/>
                </a:cubicBezTo>
                <a:cubicBezTo>
                  <a:pt x="373" y="44"/>
                  <a:pt x="373" y="44"/>
                  <a:pt x="373" y="44"/>
                </a:cubicBezTo>
                <a:cubicBezTo>
                  <a:pt x="373" y="33"/>
                  <a:pt x="363" y="23"/>
                  <a:pt x="352" y="23"/>
                </a:cubicBezTo>
                <a:close/>
                <a:moveTo>
                  <a:pt x="362" y="169"/>
                </a:moveTo>
                <a:cubicBezTo>
                  <a:pt x="362" y="175"/>
                  <a:pt x="358" y="180"/>
                  <a:pt x="352" y="180"/>
                </a:cubicBezTo>
                <a:cubicBezTo>
                  <a:pt x="175" y="180"/>
                  <a:pt x="175" y="180"/>
                  <a:pt x="175" y="180"/>
                </a:cubicBezTo>
                <a:cubicBezTo>
                  <a:pt x="169" y="180"/>
                  <a:pt x="164" y="175"/>
                  <a:pt x="164" y="169"/>
                </a:cubicBezTo>
                <a:cubicBezTo>
                  <a:pt x="164" y="103"/>
                  <a:pt x="164" y="103"/>
                  <a:pt x="164" y="103"/>
                </a:cubicBezTo>
                <a:cubicBezTo>
                  <a:pt x="197" y="114"/>
                  <a:pt x="197" y="114"/>
                  <a:pt x="197" y="114"/>
                </a:cubicBezTo>
                <a:cubicBezTo>
                  <a:pt x="199" y="114"/>
                  <a:pt x="200" y="114"/>
                  <a:pt x="201" y="114"/>
                </a:cubicBezTo>
                <a:cubicBezTo>
                  <a:pt x="207" y="114"/>
                  <a:pt x="212" y="111"/>
                  <a:pt x="214" y="105"/>
                </a:cubicBezTo>
                <a:cubicBezTo>
                  <a:pt x="214" y="104"/>
                  <a:pt x="214" y="103"/>
                  <a:pt x="214" y="103"/>
                </a:cubicBezTo>
                <a:cubicBezTo>
                  <a:pt x="292" y="66"/>
                  <a:pt x="292" y="66"/>
                  <a:pt x="292" y="66"/>
                </a:cubicBezTo>
                <a:cubicBezTo>
                  <a:pt x="294" y="66"/>
                  <a:pt x="294" y="64"/>
                  <a:pt x="294" y="63"/>
                </a:cubicBezTo>
                <a:cubicBezTo>
                  <a:pt x="293" y="62"/>
                  <a:pt x="291" y="61"/>
                  <a:pt x="290" y="62"/>
                </a:cubicBezTo>
                <a:cubicBezTo>
                  <a:pt x="213" y="97"/>
                  <a:pt x="213" y="97"/>
                  <a:pt x="213" y="97"/>
                </a:cubicBezTo>
                <a:cubicBezTo>
                  <a:pt x="212" y="93"/>
                  <a:pt x="210" y="90"/>
                  <a:pt x="205" y="89"/>
                </a:cubicBezTo>
                <a:cubicBezTo>
                  <a:pt x="164" y="75"/>
                  <a:pt x="164" y="75"/>
                  <a:pt x="164" y="75"/>
                </a:cubicBezTo>
                <a:cubicBezTo>
                  <a:pt x="164" y="44"/>
                  <a:pt x="164" y="44"/>
                  <a:pt x="164" y="44"/>
                </a:cubicBezTo>
                <a:cubicBezTo>
                  <a:pt x="164" y="38"/>
                  <a:pt x="169" y="34"/>
                  <a:pt x="175" y="34"/>
                </a:cubicBezTo>
                <a:cubicBezTo>
                  <a:pt x="352" y="34"/>
                  <a:pt x="352" y="34"/>
                  <a:pt x="352" y="34"/>
                </a:cubicBezTo>
                <a:cubicBezTo>
                  <a:pt x="358" y="34"/>
                  <a:pt x="362" y="38"/>
                  <a:pt x="362" y="44"/>
                </a:cubicBezTo>
                <a:cubicBezTo>
                  <a:pt x="362" y="169"/>
                  <a:pt x="362" y="169"/>
                  <a:pt x="362" y="169"/>
                </a:cubicBezTo>
                <a:close/>
              </a:path>
            </a:pathLst>
          </a:custGeom>
          <a:solidFill>
            <a:srgbClr val="6667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Oval 23"/>
          <p:cNvSpPr>
            <a:spLocks noChangeArrowheads="1"/>
          </p:cNvSpPr>
          <p:nvPr/>
        </p:nvSpPr>
        <p:spPr bwMode="auto">
          <a:xfrm>
            <a:off x="4516138" y="1854926"/>
            <a:ext cx="115864" cy="126693"/>
          </a:xfrm>
          <a:prstGeom prst="ellipse">
            <a:avLst/>
          </a:prstGeom>
          <a:solidFill>
            <a:srgbClr val="6667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24"/>
          <p:cNvSpPr>
            <a:spLocks/>
          </p:cNvSpPr>
          <p:nvPr/>
        </p:nvSpPr>
        <p:spPr bwMode="auto">
          <a:xfrm>
            <a:off x="7990980" y="4958353"/>
            <a:ext cx="67136" cy="199243"/>
          </a:xfrm>
          <a:custGeom>
            <a:avLst/>
            <a:gdLst>
              <a:gd name="T0" fmla="*/ 22 w 38"/>
              <a:gd name="T1" fmla="*/ 110 h 113"/>
              <a:gd name="T2" fmla="*/ 27 w 38"/>
              <a:gd name="T3" fmla="*/ 113 h 113"/>
              <a:gd name="T4" fmla="*/ 30 w 38"/>
              <a:gd name="T5" fmla="*/ 112 h 113"/>
              <a:gd name="T6" fmla="*/ 32 w 38"/>
              <a:gd name="T7" fmla="*/ 104 h 113"/>
              <a:gd name="T8" fmla="*/ 29 w 38"/>
              <a:gd name="T9" fmla="*/ 58 h 113"/>
              <a:gd name="T10" fmla="*/ 33 w 38"/>
              <a:gd name="T11" fmla="*/ 20 h 113"/>
              <a:gd name="T12" fmla="*/ 23 w 38"/>
              <a:gd name="T13" fmla="*/ 2 h 113"/>
              <a:gd name="T14" fmla="*/ 15 w 38"/>
              <a:gd name="T15" fmla="*/ 2 h 113"/>
              <a:gd name="T16" fmla="*/ 14 w 38"/>
              <a:gd name="T17" fmla="*/ 10 h 113"/>
              <a:gd name="T18" fmla="*/ 20 w 38"/>
              <a:gd name="T19" fmla="*/ 51 h 113"/>
              <a:gd name="T20" fmla="*/ 22 w 38"/>
              <a:gd name="T21" fmla="*/ 11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113">
                <a:moveTo>
                  <a:pt x="22" y="110"/>
                </a:moveTo>
                <a:cubicBezTo>
                  <a:pt x="23" y="112"/>
                  <a:pt x="25" y="113"/>
                  <a:pt x="27" y="113"/>
                </a:cubicBezTo>
                <a:cubicBezTo>
                  <a:pt x="28" y="113"/>
                  <a:pt x="29" y="112"/>
                  <a:pt x="30" y="112"/>
                </a:cubicBezTo>
                <a:cubicBezTo>
                  <a:pt x="33" y="110"/>
                  <a:pt x="33" y="107"/>
                  <a:pt x="32" y="104"/>
                </a:cubicBezTo>
                <a:cubicBezTo>
                  <a:pt x="31" y="104"/>
                  <a:pt x="14" y="76"/>
                  <a:pt x="29" y="58"/>
                </a:cubicBezTo>
                <a:cubicBezTo>
                  <a:pt x="37" y="47"/>
                  <a:pt x="38" y="34"/>
                  <a:pt x="33" y="20"/>
                </a:cubicBezTo>
                <a:cubicBezTo>
                  <a:pt x="29" y="10"/>
                  <a:pt x="23" y="3"/>
                  <a:pt x="23" y="2"/>
                </a:cubicBezTo>
                <a:cubicBezTo>
                  <a:pt x="21" y="0"/>
                  <a:pt x="17" y="0"/>
                  <a:pt x="15" y="2"/>
                </a:cubicBezTo>
                <a:cubicBezTo>
                  <a:pt x="12" y="4"/>
                  <a:pt x="12" y="7"/>
                  <a:pt x="14" y="10"/>
                </a:cubicBezTo>
                <a:cubicBezTo>
                  <a:pt x="14" y="10"/>
                  <a:pt x="34" y="33"/>
                  <a:pt x="20" y="51"/>
                </a:cubicBezTo>
                <a:cubicBezTo>
                  <a:pt x="0" y="76"/>
                  <a:pt x="21" y="109"/>
                  <a:pt x="22" y="110"/>
                </a:cubicBezTo>
                <a:close/>
              </a:path>
            </a:pathLst>
          </a:custGeom>
          <a:solidFill>
            <a:srgbClr val="87BC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25"/>
          <p:cNvSpPr>
            <a:spLocks/>
          </p:cNvSpPr>
          <p:nvPr/>
        </p:nvSpPr>
        <p:spPr bwMode="auto">
          <a:xfrm>
            <a:off x="8058116" y="4958353"/>
            <a:ext cx="67136" cy="199243"/>
          </a:xfrm>
          <a:custGeom>
            <a:avLst/>
            <a:gdLst>
              <a:gd name="T0" fmla="*/ 22 w 38"/>
              <a:gd name="T1" fmla="*/ 110 h 113"/>
              <a:gd name="T2" fmla="*/ 27 w 38"/>
              <a:gd name="T3" fmla="*/ 113 h 113"/>
              <a:gd name="T4" fmla="*/ 30 w 38"/>
              <a:gd name="T5" fmla="*/ 112 h 113"/>
              <a:gd name="T6" fmla="*/ 31 w 38"/>
              <a:gd name="T7" fmla="*/ 104 h 113"/>
              <a:gd name="T8" fmla="*/ 28 w 38"/>
              <a:gd name="T9" fmla="*/ 58 h 113"/>
              <a:gd name="T10" fmla="*/ 33 w 38"/>
              <a:gd name="T11" fmla="*/ 20 h 113"/>
              <a:gd name="T12" fmla="*/ 22 w 38"/>
              <a:gd name="T13" fmla="*/ 2 h 113"/>
              <a:gd name="T14" fmla="*/ 14 w 38"/>
              <a:gd name="T15" fmla="*/ 2 h 113"/>
              <a:gd name="T16" fmla="*/ 14 w 38"/>
              <a:gd name="T17" fmla="*/ 10 h 113"/>
              <a:gd name="T18" fmla="*/ 20 w 38"/>
              <a:gd name="T19" fmla="*/ 51 h 113"/>
              <a:gd name="T20" fmla="*/ 22 w 38"/>
              <a:gd name="T21" fmla="*/ 11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113">
                <a:moveTo>
                  <a:pt x="22" y="110"/>
                </a:moveTo>
                <a:cubicBezTo>
                  <a:pt x="23" y="112"/>
                  <a:pt x="25" y="113"/>
                  <a:pt x="27" y="113"/>
                </a:cubicBezTo>
                <a:cubicBezTo>
                  <a:pt x="28" y="113"/>
                  <a:pt x="29" y="112"/>
                  <a:pt x="30" y="112"/>
                </a:cubicBezTo>
                <a:cubicBezTo>
                  <a:pt x="32" y="110"/>
                  <a:pt x="33" y="107"/>
                  <a:pt x="31" y="104"/>
                </a:cubicBezTo>
                <a:cubicBezTo>
                  <a:pt x="31" y="104"/>
                  <a:pt x="14" y="76"/>
                  <a:pt x="28" y="58"/>
                </a:cubicBezTo>
                <a:cubicBezTo>
                  <a:pt x="37" y="47"/>
                  <a:pt x="38" y="34"/>
                  <a:pt x="33" y="20"/>
                </a:cubicBezTo>
                <a:cubicBezTo>
                  <a:pt x="29" y="10"/>
                  <a:pt x="23" y="3"/>
                  <a:pt x="22" y="2"/>
                </a:cubicBezTo>
                <a:cubicBezTo>
                  <a:pt x="20" y="0"/>
                  <a:pt x="17" y="0"/>
                  <a:pt x="14" y="2"/>
                </a:cubicBezTo>
                <a:cubicBezTo>
                  <a:pt x="12" y="4"/>
                  <a:pt x="12" y="7"/>
                  <a:pt x="14" y="10"/>
                </a:cubicBezTo>
                <a:cubicBezTo>
                  <a:pt x="14" y="10"/>
                  <a:pt x="33" y="33"/>
                  <a:pt x="20" y="51"/>
                </a:cubicBezTo>
                <a:cubicBezTo>
                  <a:pt x="0" y="76"/>
                  <a:pt x="21" y="109"/>
                  <a:pt x="22" y="110"/>
                </a:cubicBezTo>
                <a:close/>
              </a:path>
            </a:pathLst>
          </a:custGeom>
          <a:solidFill>
            <a:srgbClr val="87BC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26"/>
          <p:cNvSpPr>
            <a:spLocks/>
          </p:cNvSpPr>
          <p:nvPr/>
        </p:nvSpPr>
        <p:spPr bwMode="auto">
          <a:xfrm>
            <a:off x="7645553" y="4962684"/>
            <a:ext cx="66053" cy="198161"/>
          </a:xfrm>
          <a:custGeom>
            <a:avLst/>
            <a:gdLst>
              <a:gd name="T0" fmla="*/ 21 w 38"/>
              <a:gd name="T1" fmla="*/ 111 h 113"/>
              <a:gd name="T2" fmla="*/ 26 w 38"/>
              <a:gd name="T3" fmla="*/ 113 h 113"/>
              <a:gd name="T4" fmla="*/ 29 w 38"/>
              <a:gd name="T5" fmla="*/ 112 h 113"/>
              <a:gd name="T6" fmla="*/ 31 w 38"/>
              <a:gd name="T7" fmla="*/ 105 h 113"/>
              <a:gd name="T8" fmla="*/ 28 w 38"/>
              <a:gd name="T9" fmla="*/ 58 h 113"/>
              <a:gd name="T10" fmla="*/ 32 w 38"/>
              <a:gd name="T11" fmla="*/ 21 h 113"/>
              <a:gd name="T12" fmla="*/ 22 w 38"/>
              <a:gd name="T13" fmla="*/ 3 h 113"/>
              <a:gd name="T14" fmla="*/ 14 w 38"/>
              <a:gd name="T15" fmla="*/ 2 h 113"/>
              <a:gd name="T16" fmla="*/ 13 w 38"/>
              <a:gd name="T17" fmla="*/ 10 h 113"/>
              <a:gd name="T18" fmla="*/ 19 w 38"/>
              <a:gd name="T19" fmla="*/ 51 h 113"/>
              <a:gd name="T20" fmla="*/ 21 w 38"/>
              <a:gd name="T21" fmla="*/ 111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113">
                <a:moveTo>
                  <a:pt x="21" y="111"/>
                </a:moveTo>
                <a:cubicBezTo>
                  <a:pt x="23" y="112"/>
                  <a:pt x="24" y="113"/>
                  <a:pt x="26" y="113"/>
                </a:cubicBezTo>
                <a:cubicBezTo>
                  <a:pt x="27" y="113"/>
                  <a:pt x="28" y="113"/>
                  <a:pt x="29" y="112"/>
                </a:cubicBezTo>
                <a:cubicBezTo>
                  <a:pt x="32" y="111"/>
                  <a:pt x="33" y="107"/>
                  <a:pt x="31" y="105"/>
                </a:cubicBezTo>
                <a:cubicBezTo>
                  <a:pt x="31" y="104"/>
                  <a:pt x="13" y="77"/>
                  <a:pt x="28" y="58"/>
                </a:cubicBezTo>
                <a:cubicBezTo>
                  <a:pt x="36" y="48"/>
                  <a:pt x="38" y="35"/>
                  <a:pt x="32" y="21"/>
                </a:cubicBezTo>
                <a:cubicBezTo>
                  <a:pt x="28" y="11"/>
                  <a:pt x="22" y="3"/>
                  <a:pt x="22" y="3"/>
                </a:cubicBezTo>
                <a:cubicBezTo>
                  <a:pt x="20" y="1"/>
                  <a:pt x="16" y="0"/>
                  <a:pt x="14" y="2"/>
                </a:cubicBezTo>
                <a:cubicBezTo>
                  <a:pt x="12" y="4"/>
                  <a:pt x="11" y="8"/>
                  <a:pt x="13" y="10"/>
                </a:cubicBezTo>
                <a:cubicBezTo>
                  <a:pt x="14" y="10"/>
                  <a:pt x="33" y="34"/>
                  <a:pt x="19" y="51"/>
                </a:cubicBezTo>
                <a:cubicBezTo>
                  <a:pt x="0" y="76"/>
                  <a:pt x="21" y="109"/>
                  <a:pt x="21" y="111"/>
                </a:cubicBezTo>
                <a:close/>
              </a:path>
            </a:pathLst>
          </a:custGeom>
          <a:solidFill>
            <a:srgbClr val="87BC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27"/>
          <p:cNvSpPr>
            <a:spLocks/>
          </p:cNvSpPr>
          <p:nvPr/>
        </p:nvSpPr>
        <p:spPr bwMode="auto">
          <a:xfrm>
            <a:off x="7710524" y="4962684"/>
            <a:ext cx="66053" cy="198161"/>
          </a:xfrm>
          <a:custGeom>
            <a:avLst/>
            <a:gdLst>
              <a:gd name="T0" fmla="*/ 22 w 38"/>
              <a:gd name="T1" fmla="*/ 111 h 113"/>
              <a:gd name="T2" fmla="*/ 27 w 38"/>
              <a:gd name="T3" fmla="*/ 113 h 113"/>
              <a:gd name="T4" fmla="*/ 30 w 38"/>
              <a:gd name="T5" fmla="*/ 112 h 113"/>
              <a:gd name="T6" fmla="*/ 31 w 38"/>
              <a:gd name="T7" fmla="*/ 105 h 113"/>
              <a:gd name="T8" fmla="*/ 29 w 38"/>
              <a:gd name="T9" fmla="*/ 58 h 113"/>
              <a:gd name="T10" fmla="*/ 33 w 38"/>
              <a:gd name="T11" fmla="*/ 21 h 113"/>
              <a:gd name="T12" fmla="*/ 23 w 38"/>
              <a:gd name="T13" fmla="*/ 3 h 113"/>
              <a:gd name="T14" fmla="*/ 15 w 38"/>
              <a:gd name="T15" fmla="*/ 2 h 113"/>
              <a:gd name="T16" fmla="*/ 14 w 38"/>
              <a:gd name="T17" fmla="*/ 10 h 113"/>
              <a:gd name="T18" fmla="*/ 20 w 38"/>
              <a:gd name="T19" fmla="*/ 51 h 113"/>
              <a:gd name="T20" fmla="*/ 22 w 38"/>
              <a:gd name="T21" fmla="*/ 111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113">
                <a:moveTo>
                  <a:pt x="22" y="111"/>
                </a:moveTo>
                <a:cubicBezTo>
                  <a:pt x="23" y="112"/>
                  <a:pt x="25" y="113"/>
                  <a:pt x="27" y="113"/>
                </a:cubicBezTo>
                <a:cubicBezTo>
                  <a:pt x="28" y="113"/>
                  <a:pt x="29" y="113"/>
                  <a:pt x="30" y="112"/>
                </a:cubicBezTo>
                <a:cubicBezTo>
                  <a:pt x="32" y="111"/>
                  <a:pt x="33" y="107"/>
                  <a:pt x="31" y="105"/>
                </a:cubicBezTo>
                <a:cubicBezTo>
                  <a:pt x="31" y="104"/>
                  <a:pt x="14" y="77"/>
                  <a:pt x="29" y="58"/>
                </a:cubicBezTo>
                <a:cubicBezTo>
                  <a:pt x="37" y="48"/>
                  <a:pt x="38" y="35"/>
                  <a:pt x="33" y="21"/>
                </a:cubicBezTo>
                <a:cubicBezTo>
                  <a:pt x="29" y="11"/>
                  <a:pt x="23" y="3"/>
                  <a:pt x="23" y="3"/>
                </a:cubicBezTo>
                <a:cubicBezTo>
                  <a:pt x="21" y="1"/>
                  <a:pt x="17" y="0"/>
                  <a:pt x="15" y="2"/>
                </a:cubicBezTo>
                <a:cubicBezTo>
                  <a:pt x="12" y="4"/>
                  <a:pt x="12" y="8"/>
                  <a:pt x="14" y="10"/>
                </a:cubicBezTo>
                <a:cubicBezTo>
                  <a:pt x="14" y="10"/>
                  <a:pt x="34" y="34"/>
                  <a:pt x="20" y="51"/>
                </a:cubicBezTo>
                <a:cubicBezTo>
                  <a:pt x="0" y="76"/>
                  <a:pt x="21" y="109"/>
                  <a:pt x="22" y="111"/>
                </a:cubicBezTo>
                <a:close/>
              </a:path>
            </a:pathLst>
          </a:custGeom>
          <a:solidFill>
            <a:srgbClr val="87BC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28"/>
          <p:cNvSpPr>
            <a:spLocks noEditPoints="1"/>
          </p:cNvSpPr>
          <p:nvPr/>
        </p:nvSpPr>
        <p:spPr bwMode="auto">
          <a:xfrm>
            <a:off x="7601156" y="5055809"/>
            <a:ext cx="595563" cy="396320"/>
          </a:xfrm>
          <a:custGeom>
            <a:avLst/>
            <a:gdLst>
              <a:gd name="T0" fmla="*/ 320 w 339"/>
              <a:gd name="T1" fmla="*/ 181 h 226"/>
              <a:gd name="T2" fmla="*/ 308 w 339"/>
              <a:gd name="T3" fmla="*/ 181 h 226"/>
              <a:gd name="T4" fmla="*/ 182 w 339"/>
              <a:gd name="T5" fmla="*/ 49 h 226"/>
              <a:gd name="T6" fmla="*/ 182 w 339"/>
              <a:gd name="T7" fmla="*/ 43 h 226"/>
              <a:gd name="T8" fmla="*/ 193 w 339"/>
              <a:gd name="T9" fmla="*/ 23 h 226"/>
              <a:gd name="T10" fmla="*/ 170 w 339"/>
              <a:gd name="T11" fmla="*/ 0 h 226"/>
              <a:gd name="T12" fmla="*/ 169 w 339"/>
              <a:gd name="T13" fmla="*/ 0 h 226"/>
              <a:gd name="T14" fmla="*/ 146 w 339"/>
              <a:gd name="T15" fmla="*/ 23 h 226"/>
              <a:gd name="T16" fmla="*/ 157 w 339"/>
              <a:gd name="T17" fmla="*/ 43 h 226"/>
              <a:gd name="T18" fmla="*/ 157 w 339"/>
              <a:gd name="T19" fmla="*/ 49 h 226"/>
              <a:gd name="T20" fmla="*/ 30 w 339"/>
              <a:gd name="T21" fmla="*/ 181 h 226"/>
              <a:gd name="T22" fmla="*/ 19 w 339"/>
              <a:gd name="T23" fmla="*/ 181 h 226"/>
              <a:gd name="T24" fmla="*/ 0 w 339"/>
              <a:gd name="T25" fmla="*/ 200 h 226"/>
              <a:gd name="T26" fmla="*/ 0 w 339"/>
              <a:gd name="T27" fmla="*/ 207 h 226"/>
              <a:gd name="T28" fmla="*/ 19 w 339"/>
              <a:gd name="T29" fmla="*/ 226 h 226"/>
              <a:gd name="T30" fmla="*/ 320 w 339"/>
              <a:gd name="T31" fmla="*/ 226 h 226"/>
              <a:gd name="T32" fmla="*/ 339 w 339"/>
              <a:gd name="T33" fmla="*/ 207 h 226"/>
              <a:gd name="T34" fmla="*/ 339 w 339"/>
              <a:gd name="T35" fmla="*/ 200 h 226"/>
              <a:gd name="T36" fmla="*/ 320 w 339"/>
              <a:gd name="T37" fmla="*/ 181 h 226"/>
              <a:gd name="T38" fmla="*/ 157 w 339"/>
              <a:gd name="T39" fmla="*/ 23 h 226"/>
              <a:gd name="T40" fmla="*/ 169 w 339"/>
              <a:gd name="T41" fmla="*/ 11 h 226"/>
              <a:gd name="T42" fmla="*/ 170 w 339"/>
              <a:gd name="T43" fmla="*/ 11 h 226"/>
              <a:gd name="T44" fmla="*/ 182 w 339"/>
              <a:gd name="T45" fmla="*/ 23 h 226"/>
              <a:gd name="T46" fmla="*/ 174 w 339"/>
              <a:gd name="T47" fmla="*/ 34 h 226"/>
              <a:gd name="T48" fmla="*/ 171 w 339"/>
              <a:gd name="T49" fmla="*/ 40 h 226"/>
              <a:gd name="T50" fmla="*/ 171 w 339"/>
              <a:gd name="T51" fmla="*/ 48 h 226"/>
              <a:gd name="T52" fmla="*/ 168 w 339"/>
              <a:gd name="T53" fmla="*/ 48 h 226"/>
              <a:gd name="T54" fmla="*/ 168 w 339"/>
              <a:gd name="T55" fmla="*/ 40 h 226"/>
              <a:gd name="T56" fmla="*/ 165 w 339"/>
              <a:gd name="T57" fmla="*/ 34 h 226"/>
              <a:gd name="T58" fmla="*/ 157 w 339"/>
              <a:gd name="T59" fmla="*/ 23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39" h="226">
                <a:moveTo>
                  <a:pt x="320" y="181"/>
                </a:moveTo>
                <a:cubicBezTo>
                  <a:pt x="308" y="181"/>
                  <a:pt x="308" y="181"/>
                  <a:pt x="308" y="181"/>
                </a:cubicBezTo>
                <a:cubicBezTo>
                  <a:pt x="306" y="112"/>
                  <a:pt x="251" y="55"/>
                  <a:pt x="182" y="49"/>
                </a:cubicBezTo>
                <a:cubicBezTo>
                  <a:pt x="182" y="43"/>
                  <a:pt x="182" y="43"/>
                  <a:pt x="182" y="43"/>
                </a:cubicBezTo>
                <a:cubicBezTo>
                  <a:pt x="189" y="39"/>
                  <a:pt x="193" y="31"/>
                  <a:pt x="193" y="23"/>
                </a:cubicBezTo>
                <a:cubicBezTo>
                  <a:pt x="193" y="10"/>
                  <a:pt x="183" y="0"/>
                  <a:pt x="170" y="0"/>
                </a:cubicBezTo>
                <a:cubicBezTo>
                  <a:pt x="169" y="0"/>
                  <a:pt x="169" y="0"/>
                  <a:pt x="169" y="0"/>
                </a:cubicBezTo>
                <a:cubicBezTo>
                  <a:pt x="156" y="0"/>
                  <a:pt x="146" y="10"/>
                  <a:pt x="146" y="23"/>
                </a:cubicBezTo>
                <a:cubicBezTo>
                  <a:pt x="146" y="31"/>
                  <a:pt x="150" y="39"/>
                  <a:pt x="157" y="43"/>
                </a:cubicBezTo>
                <a:cubicBezTo>
                  <a:pt x="157" y="49"/>
                  <a:pt x="157" y="49"/>
                  <a:pt x="157" y="49"/>
                </a:cubicBezTo>
                <a:cubicBezTo>
                  <a:pt x="88" y="55"/>
                  <a:pt x="33" y="112"/>
                  <a:pt x="30" y="181"/>
                </a:cubicBezTo>
                <a:cubicBezTo>
                  <a:pt x="19" y="181"/>
                  <a:pt x="19" y="181"/>
                  <a:pt x="19" y="181"/>
                </a:cubicBezTo>
                <a:cubicBezTo>
                  <a:pt x="8" y="181"/>
                  <a:pt x="0" y="190"/>
                  <a:pt x="0" y="200"/>
                </a:cubicBezTo>
                <a:cubicBezTo>
                  <a:pt x="0" y="207"/>
                  <a:pt x="0" y="207"/>
                  <a:pt x="0" y="207"/>
                </a:cubicBezTo>
                <a:cubicBezTo>
                  <a:pt x="0" y="217"/>
                  <a:pt x="8" y="226"/>
                  <a:pt x="19" y="226"/>
                </a:cubicBezTo>
                <a:cubicBezTo>
                  <a:pt x="320" y="226"/>
                  <a:pt x="320" y="226"/>
                  <a:pt x="320" y="226"/>
                </a:cubicBezTo>
                <a:cubicBezTo>
                  <a:pt x="331" y="226"/>
                  <a:pt x="339" y="217"/>
                  <a:pt x="339" y="207"/>
                </a:cubicBezTo>
                <a:cubicBezTo>
                  <a:pt x="339" y="200"/>
                  <a:pt x="339" y="200"/>
                  <a:pt x="339" y="200"/>
                </a:cubicBezTo>
                <a:cubicBezTo>
                  <a:pt x="339" y="190"/>
                  <a:pt x="331" y="181"/>
                  <a:pt x="320" y="181"/>
                </a:cubicBezTo>
                <a:close/>
                <a:moveTo>
                  <a:pt x="157" y="23"/>
                </a:moveTo>
                <a:cubicBezTo>
                  <a:pt x="157" y="16"/>
                  <a:pt x="162" y="11"/>
                  <a:pt x="169" y="11"/>
                </a:cubicBezTo>
                <a:cubicBezTo>
                  <a:pt x="170" y="11"/>
                  <a:pt x="170" y="11"/>
                  <a:pt x="170" y="11"/>
                </a:cubicBezTo>
                <a:cubicBezTo>
                  <a:pt x="176" y="11"/>
                  <a:pt x="182" y="16"/>
                  <a:pt x="182" y="23"/>
                </a:cubicBezTo>
                <a:cubicBezTo>
                  <a:pt x="182" y="28"/>
                  <a:pt x="179" y="33"/>
                  <a:pt x="174" y="34"/>
                </a:cubicBezTo>
                <a:cubicBezTo>
                  <a:pt x="172" y="35"/>
                  <a:pt x="171" y="37"/>
                  <a:pt x="171" y="40"/>
                </a:cubicBezTo>
                <a:cubicBezTo>
                  <a:pt x="171" y="48"/>
                  <a:pt x="171" y="48"/>
                  <a:pt x="171" y="48"/>
                </a:cubicBezTo>
                <a:cubicBezTo>
                  <a:pt x="168" y="48"/>
                  <a:pt x="168" y="48"/>
                  <a:pt x="168" y="48"/>
                </a:cubicBezTo>
                <a:cubicBezTo>
                  <a:pt x="168" y="40"/>
                  <a:pt x="168" y="40"/>
                  <a:pt x="168" y="40"/>
                </a:cubicBezTo>
                <a:cubicBezTo>
                  <a:pt x="168" y="37"/>
                  <a:pt x="167" y="35"/>
                  <a:pt x="165" y="34"/>
                </a:cubicBezTo>
                <a:cubicBezTo>
                  <a:pt x="160" y="33"/>
                  <a:pt x="157" y="28"/>
                  <a:pt x="157" y="23"/>
                </a:cubicBezTo>
                <a:close/>
              </a:path>
            </a:pathLst>
          </a:custGeom>
          <a:solidFill>
            <a:srgbClr val="6667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29"/>
          <p:cNvSpPr>
            <a:spLocks/>
          </p:cNvSpPr>
          <p:nvPr/>
        </p:nvSpPr>
        <p:spPr bwMode="auto">
          <a:xfrm>
            <a:off x="8029962" y="2171116"/>
            <a:ext cx="223066" cy="199243"/>
          </a:xfrm>
          <a:custGeom>
            <a:avLst/>
            <a:gdLst>
              <a:gd name="T0" fmla="*/ 0 w 127"/>
              <a:gd name="T1" fmla="*/ 12 h 113"/>
              <a:gd name="T2" fmla="*/ 13 w 127"/>
              <a:gd name="T3" fmla="*/ 0 h 113"/>
              <a:gd name="T4" fmla="*/ 114 w 127"/>
              <a:gd name="T5" fmla="*/ 0 h 113"/>
              <a:gd name="T6" fmla="*/ 127 w 127"/>
              <a:gd name="T7" fmla="*/ 12 h 113"/>
              <a:gd name="T8" fmla="*/ 102 w 127"/>
              <a:gd name="T9" fmla="*/ 113 h 113"/>
              <a:gd name="T10" fmla="*/ 26 w 127"/>
              <a:gd name="T11" fmla="*/ 113 h 113"/>
              <a:gd name="T12" fmla="*/ 0 w 127"/>
              <a:gd name="T13" fmla="*/ 12 h 113"/>
            </a:gdLst>
            <a:ahLst/>
            <a:cxnLst>
              <a:cxn ang="0">
                <a:pos x="T0" y="T1"/>
              </a:cxn>
              <a:cxn ang="0">
                <a:pos x="T2" y="T3"/>
              </a:cxn>
              <a:cxn ang="0">
                <a:pos x="T4" y="T5"/>
              </a:cxn>
              <a:cxn ang="0">
                <a:pos x="T6" y="T7"/>
              </a:cxn>
              <a:cxn ang="0">
                <a:pos x="T8" y="T9"/>
              </a:cxn>
              <a:cxn ang="0">
                <a:pos x="T10" y="T11"/>
              </a:cxn>
              <a:cxn ang="0">
                <a:pos x="T12" y="T13"/>
              </a:cxn>
            </a:cxnLst>
            <a:rect l="0" t="0" r="r" b="b"/>
            <a:pathLst>
              <a:path w="127" h="113">
                <a:moveTo>
                  <a:pt x="0" y="12"/>
                </a:moveTo>
                <a:cubicBezTo>
                  <a:pt x="0" y="6"/>
                  <a:pt x="6" y="0"/>
                  <a:pt x="13" y="0"/>
                </a:cubicBezTo>
                <a:cubicBezTo>
                  <a:pt x="114" y="0"/>
                  <a:pt x="114" y="0"/>
                  <a:pt x="114" y="0"/>
                </a:cubicBezTo>
                <a:cubicBezTo>
                  <a:pt x="121" y="0"/>
                  <a:pt x="127" y="6"/>
                  <a:pt x="127" y="12"/>
                </a:cubicBezTo>
                <a:cubicBezTo>
                  <a:pt x="127" y="88"/>
                  <a:pt x="109" y="113"/>
                  <a:pt x="102" y="113"/>
                </a:cubicBezTo>
                <a:cubicBezTo>
                  <a:pt x="26" y="113"/>
                  <a:pt x="26" y="113"/>
                  <a:pt x="26" y="113"/>
                </a:cubicBezTo>
                <a:cubicBezTo>
                  <a:pt x="19" y="113"/>
                  <a:pt x="0" y="88"/>
                  <a:pt x="0" y="12"/>
                </a:cubicBezTo>
                <a:close/>
              </a:path>
            </a:pathLst>
          </a:custGeom>
          <a:solidFill>
            <a:srgbClr val="EC78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30"/>
          <p:cNvSpPr>
            <a:spLocks/>
          </p:cNvSpPr>
          <p:nvPr/>
        </p:nvSpPr>
        <p:spPr bwMode="auto">
          <a:xfrm>
            <a:off x="8119838" y="2015187"/>
            <a:ext cx="43314" cy="133190"/>
          </a:xfrm>
          <a:custGeom>
            <a:avLst/>
            <a:gdLst>
              <a:gd name="T0" fmla="*/ 13 w 25"/>
              <a:gd name="T1" fmla="*/ 0 h 76"/>
              <a:gd name="T2" fmla="*/ 25 w 25"/>
              <a:gd name="T3" fmla="*/ 13 h 76"/>
              <a:gd name="T4" fmla="*/ 25 w 25"/>
              <a:gd name="T5" fmla="*/ 76 h 76"/>
              <a:gd name="T6" fmla="*/ 0 w 25"/>
              <a:gd name="T7" fmla="*/ 76 h 76"/>
              <a:gd name="T8" fmla="*/ 0 w 25"/>
              <a:gd name="T9" fmla="*/ 13 h 76"/>
              <a:gd name="T10" fmla="*/ 13 w 25"/>
              <a:gd name="T11" fmla="*/ 0 h 76"/>
            </a:gdLst>
            <a:ahLst/>
            <a:cxnLst>
              <a:cxn ang="0">
                <a:pos x="T0" y="T1"/>
              </a:cxn>
              <a:cxn ang="0">
                <a:pos x="T2" y="T3"/>
              </a:cxn>
              <a:cxn ang="0">
                <a:pos x="T4" y="T5"/>
              </a:cxn>
              <a:cxn ang="0">
                <a:pos x="T6" y="T7"/>
              </a:cxn>
              <a:cxn ang="0">
                <a:pos x="T8" y="T9"/>
              </a:cxn>
              <a:cxn ang="0">
                <a:pos x="T10" y="T11"/>
              </a:cxn>
            </a:cxnLst>
            <a:rect l="0" t="0" r="r" b="b"/>
            <a:pathLst>
              <a:path w="25" h="76">
                <a:moveTo>
                  <a:pt x="13" y="0"/>
                </a:moveTo>
                <a:cubicBezTo>
                  <a:pt x="20" y="0"/>
                  <a:pt x="25" y="6"/>
                  <a:pt x="25" y="13"/>
                </a:cubicBezTo>
                <a:cubicBezTo>
                  <a:pt x="25" y="76"/>
                  <a:pt x="25" y="76"/>
                  <a:pt x="25" y="76"/>
                </a:cubicBezTo>
                <a:cubicBezTo>
                  <a:pt x="0" y="76"/>
                  <a:pt x="0" y="76"/>
                  <a:pt x="0" y="76"/>
                </a:cubicBezTo>
                <a:cubicBezTo>
                  <a:pt x="0" y="13"/>
                  <a:pt x="0" y="13"/>
                  <a:pt x="0" y="13"/>
                </a:cubicBezTo>
                <a:cubicBezTo>
                  <a:pt x="0" y="6"/>
                  <a:pt x="6" y="0"/>
                  <a:pt x="13" y="0"/>
                </a:cubicBezTo>
                <a:close/>
              </a:path>
            </a:pathLst>
          </a:custGeom>
          <a:solidFill>
            <a:srgbClr val="6667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31"/>
          <p:cNvSpPr>
            <a:spLocks/>
          </p:cNvSpPr>
          <p:nvPr/>
        </p:nvSpPr>
        <p:spPr bwMode="auto">
          <a:xfrm>
            <a:off x="7942252" y="2192773"/>
            <a:ext cx="177586" cy="133190"/>
          </a:xfrm>
          <a:custGeom>
            <a:avLst/>
            <a:gdLst>
              <a:gd name="T0" fmla="*/ 88 w 101"/>
              <a:gd name="T1" fmla="*/ 76 h 76"/>
              <a:gd name="T2" fmla="*/ 38 w 101"/>
              <a:gd name="T3" fmla="*/ 76 h 76"/>
              <a:gd name="T4" fmla="*/ 0 w 101"/>
              <a:gd name="T5" fmla="*/ 38 h 76"/>
              <a:gd name="T6" fmla="*/ 38 w 101"/>
              <a:gd name="T7" fmla="*/ 0 h 76"/>
              <a:gd name="T8" fmla="*/ 70 w 101"/>
              <a:gd name="T9" fmla="*/ 18 h 76"/>
              <a:gd name="T10" fmla="*/ 64 w 101"/>
              <a:gd name="T11" fmla="*/ 35 h 76"/>
              <a:gd name="T12" fmla="*/ 47 w 101"/>
              <a:gd name="T13" fmla="*/ 30 h 76"/>
              <a:gd name="T14" fmla="*/ 38 w 101"/>
              <a:gd name="T15" fmla="*/ 25 h 76"/>
              <a:gd name="T16" fmla="*/ 25 w 101"/>
              <a:gd name="T17" fmla="*/ 38 h 76"/>
              <a:gd name="T18" fmla="*/ 38 w 101"/>
              <a:gd name="T19" fmla="*/ 51 h 76"/>
              <a:gd name="T20" fmla="*/ 88 w 101"/>
              <a:gd name="T21" fmla="*/ 51 h 76"/>
              <a:gd name="T22" fmla="*/ 101 w 101"/>
              <a:gd name="T23" fmla="*/ 63 h 76"/>
              <a:gd name="T24" fmla="*/ 88 w 101"/>
              <a:gd name="T25"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1" h="76">
                <a:moveTo>
                  <a:pt x="88" y="76"/>
                </a:moveTo>
                <a:cubicBezTo>
                  <a:pt x="38" y="76"/>
                  <a:pt x="38" y="76"/>
                  <a:pt x="38" y="76"/>
                </a:cubicBezTo>
                <a:cubicBezTo>
                  <a:pt x="17" y="76"/>
                  <a:pt x="0" y="59"/>
                  <a:pt x="0" y="38"/>
                </a:cubicBezTo>
                <a:cubicBezTo>
                  <a:pt x="0" y="17"/>
                  <a:pt x="17" y="0"/>
                  <a:pt x="38" y="0"/>
                </a:cubicBezTo>
                <a:cubicBezTo>
                  <a:pt x="56" y="0"/>
                  <a:pt x="67" y="11"/>
                  <a:pt x="70" y="18"/>
                </a:cubicBezTo>
                <a:cubicBezTo>
                  <a:pt x="73" y="24"/>
                  <a:pt x="71" y="32"/>
                  <a:pt x="64" y="35"/>
                </a:cubicBezTo>
                <a:cubicBezTo>
                  <a:pt x="58" y="38"/>
                  <a:pt x="51" y="36"/>
                  <a:pt x="47" y="30"/>
                </a:cubicBezTo>
                <a:cubicBezTo>
                  <a:pt x="47" y="29"/>
                  <a:pt x="45" y="25"/>
                  <a:pt x="38" y="25"/>
                </a:cubicBezTo>
                <a:cubicBezTo>
                  <a:pt x="31" y="25"/>
                  <a:pt x="25" y="31"/>
                  <a:pt x="25" y="38"/>
                </a:cubicBezTo>
                <a:cubicBezTo>
                  <a:pt x="25" y="45"/>
                  <a:pt x="31" y="51"/>
                  <a:pt x="38" y="51"/>
                </a:cubicBezTo>
                <a:cubicBezTo>
                  <a:pt x="88" y="51"/>
                  <a:pt x="88" y="51"/>
                  <a:pt x="88" y="51"/>
                </a:cubicBezTo>
                <a:cubicBezTo>
                  <a:pt x="95" y="51"/>
                  <a:pt x="101" y="56"/>
                  <a:pt x="101" y="63"/>
                </a:cubicBezTo>
                <a:cubicBezTo>
                  <a:pt x="101" y="70"/>
                  <a:pt x="95" y="76"/>
                  <a:pt x="88" y="76"/>
                </a:cubicBezTo>
                <a:close/>
              </a:path>
            </a:pathLst>
          </a:custGeom>
          <a:solidFill>
            <a:srgbClr val="EC78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32"/>
          <p:cNvSpPr>
            <a:spLocks/>
          </p:cNvSpPr>
          <p:nvPr/>
        </p:nvSpPr>
        <p:spPr bwMode="auto">
          <a:xfrm>
            <a:off x="8008305" y="1904737"/>
            <a:ext cx="465622" cy="177586"/>
          </a:xfrm>
          <a:custGeom>
            <a:avLst/>
            <a:gdLst>
              <a:gd name="T0" fmla="*/ 265 w 265"/>
              <a:gd name="T1" fmla="*/ 50 h 101"/>
              <a:gd name="T2" fmla="*/ 215 w 265"/>
              <a:gd name="T3" fmla="*/ 101 h 101"/>
              <a:gd name="T4" fmla="*/ 50 w 265"/>
              <a:gd name="T5" fmla="*/ 101 h 101"/>
              <a:gd name="T6" fmla="*/ 0 w 265"/>
              <a:gd name="T7" fmla="*/ 50 h 101"/>
              <a:gd name="T8" fmla="*/ 50 w 265"/>
              <a:gd name="T9" fmla="*/ 0 h 101"/>
              <a:gd name="T10" fmla="*/ 215 w 265"/>
              <a:gd name="T11" fmla="*/ 0 h 101"/>
              <a:gd name="T12" fmla="*/ 265 w 265"/>
              <a:gd name="T13" fmla="*/ 50 h 101"/>
            </a:gdLst>
            <a:ahLst/>
            <a:cxnLst>
              <a:cxn ang="0">
                <a:pos x="T0" y="T1"/>
              </a:cxn>
              <a:cxn ang="0">
                <a:pos x="T2" y="T3"/>
              </a:cxn>
              <a:cxn ang="0">
                <a:pos x="T4" y="T5"/>
              </a:cxn>
              <a:cxn ang="0">
                <a:pos x="T6" y="T7"/>
              </a:cxn>
              <a:cxn ang="0">
                <a:pos x="T8" y="T9"/>
              </a:cxn>
              <a:cxn ang="0">
                <a:pos x="T10" y="T11"/>
              </a:cxn>
              <a:cxn ang="0">
                <a:pos x="T12" y="T13"/>
              </a:cxn>
            </a:cxnLst>
            <a:rect l="0" t="0" r="r" b="b"/>
            <a:pathLst>
              <a:path w="265" h="101">
                <a:moveTo>
                  <a:pt x="265" y="50"/>
                </a:moveTo>
                <a:cubicBezTo>
                  <a:pt x="265" y="78"/>
                  <a:pt x="243" y="101"/>
                  <a:pt x="215" y="101"/>
                </a:cubicBezTo>
                <a:cubicBezTo>
                  <a:pt x="50" y="101"/>
                  <a:pt x="50" y="101"/>
                  <a:pt x="50" y="101"/>
                </a:cubicBezTo>
                <a:cubicBezTo>
                  <a:pt x="22" y="101"/>
                  <a:pt x="0" y="78"/>
                  <a:pt x="0" y="50"/>
                </a:cubicBezTo>
                <a:cubicBezTo>
                  <a:pt x="0" y="22"/>
                  <a:pt x="22" y="0"/>
                  <a:pt x="50" y="0"/>
                </a:cubicBezTo>
                <a:cubicBezTo>
                  <a:pt x="215" y="0"/>
                  <a:pt x="215" y="0"/>
                  <a:pt x="215" y="0"/>
                </a:cubicBezTo>
                <a:cubicBezTo>
                  <a:pt x="243" y="0"/>
                  <a:pt x="265" y="22"/>
                  <a:pt x="265" y="50"/>
                </a:cubicBezTo>
                <a:close/>
              </a:path>
            </a:pathLst>
          </a:custGeom>
          <a:solidFill>
            <a:srgbClr val="6667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33"/>
          <p:cNvSpPr>
            <a:spLocks noEditPoints="1"/>
          </p:cNvSpPr>
          <p:nvPr/>
        </p:nvSpPr>
        <p:spPr bwMode="auto">
          <a:xfrm>
            <a:off x="8008305" y="2037927"/>
            <a:ext cx="489445" cy="445049"/>
          </a:xfrm>
          <a:custGeom>
            <a:avLst/>
            <a:gdLst>
              <a:gd name="T0" fmla="*/ 240 w 278"/>
              <a:gd name="T1" fmla="*/ 0 h 253"/>
              <a:gd name="T2" fmla="*/ 177 w 278"/>
              <a:gd name="T3" fmla="*/ 0 h 253"/>
              <a:gd name="T4" fmla="*/ 177 w 278"/>
              <a:gd name="T5" fmla="*/ 202 h 253"/>
              <a:gd name="T6" fmla="*/ 12 w 278"/>
              <a:gd name="T7" fmla="*/ 202 h 253"/>
              <a:gd name="T8" fmla="*/ 0 w 278"/>
              <a:gd name="T9" fmla="*/ 215 h 253"/>
              <a:gd name="T10" fmla="*/ 0 w 278"/>
              <a:gd name="T11" fmla="*/ 240 h 253"/>
              <a:gd name="T12" fmla="*/ 12 w 278"/>
              <a:gd name="T13" fmla="*/ 253 h 253"/>
              <a:gd name="T14" fmla="*/ 265 w 278"/>
              <a:gd name="T15" fmla="*/ 253 h 253"/>
              <a:gd name="T16" fmla="*/ 278 w 278"/>
              <a:gd name="T17" fmla="*/ 240 h 253"/>
              <a:gd name="T18" fmla="*/ 278 w 278"/>
              <a:gd name="T19" fmla="*/ 215 h 253"/>
              <a:gd name="T20" fmla="*/ 240 w 278"/>
              <a:gd name="T21" fmla="*/ 0 h 253"/>
              <a:gd name="T22" fmla="*/ 221 w 278"/>
              <a:gd name="T23" fmla="*/ 191 h 253"/>
              <a:gd name="T24" fmla="*/ 201 w 278"/>
              <a:gd name="T25" fmla="*/ 170 h 253"/>
              <a:gd name="T26" fmla="*/ 221 w 278"/>
              <a:gd name="T27" fmla="*/ 150 h 253"/>
              <a:gd name="T28" fmla="*/ 242 w 278"/>
              <a:gd name="T29" fmla="*/ 170 h 253"/>
              <a:gd name="T30" fmla="*/ 221 w 278"/>
              <a:gd name="T31" fmla="*/ 191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8" h="253">
                <a:moveTo>
                  <a:pt x="240" y="0"/>
                </a:moveTo>
                <a:cubicBezTo>
                  <a:pt x="177" y="0"/>
                  <a:pt x="177" y="0"/>
                  <a:pt x="177" y="0"/>
                </a:cubicBezTo>
                <a:cubicBezTo>
                  <a:pt x="177" y="202"/>
                  <a:pt x="177" y="202"/>
                  <a:pt x="177" y="202"/>
                </a:cubicBezTo>
                <a:cubicBezTo>
                  <a:pt x="12" y="202"/>
                  <a:pt x="12" y="202"/>
                  <a:pt x="12" y="202"/>
                </a:cubicBezTo>
                <a:cubicBezTo>
                  <a:pt x="5" y="202"/>
                  <a:pt x="0" y="208"/>
                  <a:pt x="0" y="215"/>
                </a:cubicBezTo>
                <a:cubicBezTo>
                  <a:pt x="0" y="240"/>
                  <a:pt x="0" y="240"/>
                  <a:pt x="0" y="240"/>
                </a:cubicBezTo>
                <a:cubicBezTo>
                  <a:pt x="0" y="247"/>
                  <a:pt x="5" y="253"/>
                  <a:pt x="12" y="253"/>
                </a:cubicBezTo>
                <a:cubicBezTo>
                  <a:pt x="265" y="253"/>
                  <a:pt x="265" y="253"/>
                  <a:pt x="265" y="253"/>
                </a:cubicBezTo>
                <a:cubicBezTo>
                  <a:pt x="272" y="253"/>
                  <a:pt x="278" y="247"/>
                  <a:pt x="278" y="240"/>
                </a:cubicBezTo>
                <a:cubicBezTo>
                  <a:pt x="278" y="215"/>
                  <a:pt x="278" y="215"/>
                  <a:pt x="278" y="215"/>
                </a:cubicBezTo>
                <a:lnTo>
                  <a:pt x="240" y="0"/>
                </a:lnTo>
                <a:close/>
                <a:moveTo>
                  <a:pt x="221" y="191"/>
                </a:moveTo>
                <a:cubicBezTo>
                  <a:pt x="210" y="191"/>
                  <a:pt x="201" y="182"/>
                  <a:pt x="201" y="170"/>
                </a:cubicBezTo>
                <a:cubicBezTo>
                  <a:pt x="201" y="159"/>
                  <a:pt x="210" y="150"/>
                  <a:pt x="221" y="150"/>
                </a:cubicBezTo>
                <a:cubicBezTo>
                  <a:pt x="232" y="150"/>
                  <a:pt x="242" y="159"/>
                  <a:pt x="242" y="170"/>
                </a:cubicBezTo>
                <a:cubicBezTo>
                  <a:pt x="242" y="182"/>
                  <a:pt x="232" y="191"/>
                  <a:pt x="221" y="191"/>
                </a:cubicBezTo>
                <a:close/>
              </a:path>
            </a:pathLst>
          </a:custGeom>
          <a:solidFill>
            <a:srgbClr val="6667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34"/>
          <p:cNvSpPr>
            <a:spLocks/>
          </p:cNvSpPr>
          <p:nvPr/>
        </p:nvSpPr>
        <p:spPr bwMode="auto">
          <a:xfrm>
            <a:off x="4384031" y="5144602"/>
            <a:ext cx="632380" cy="357338"/>
          </a:xfrm>
          <a:custGeom>
            <a:avLst/>
            <a:gdLst>
              <a:gd name="T0" fmla="*/ 331 w 360"/>
              <a:gd name="T1" fmla="*/ 162 h 203"/>
              <a:gd name="T2" fmla="*/ 331 w 360"/>
              <a:gd name="T3" fmla="*/ 203 h 203"/>
              <a:gd name="T4" fmla="*/ 360 w 360"/>
              <a:gd name="T5" fmla="*/ 203 h 203"/>
              <a:gd name="T6" fmla="*/ 360 w 360"/>
              <a:gd name="T7" fmla="*/ 133 h 203"/>
              <a:gd name="T8" fmla="*/ 29 w 360"/>
              <a:gd name="T9" fmla="*/ 133 h 203"/>
              <a:gd name="T10" fmla="*/ 29 w 360"/>
              <a:gd name="T11" fmla="*/ 15 h 203"/>
              <a:gd name="T12" fmla="*/ 25 w 360"/>
              <a:gd name="T13" fmla="*/ 5 h 203"/>
              <a:gd name="T14" fmla="*/ 14 w 360"/>
              <a:gd name="T15" fmla="*/ 0 h 203"/>
              <a:gd name="T16" fmla="*/ 4 w 360"/>
              <a:gd name="T17" fmla="*/ 5 h 203"/>
              <a:gd name="T18" fmla="*/ 0 w 360"/>
              <a:gd name="T19" fmla="*/ 15 h 203"/>
              <a:gd name="T20" fmla="*/ 0 w 360"/>
              <a:gd name="T21" fmla="*/ 203 h 203"/>
              <a:gd name="T22" fmla="*/ 29 w 360"/>
              <a:gd name="T23" fmla="*/ 203 h 203"/>
              <a:gd name="T24" fmla="*/ 29 w 360"/>
              <a:gd name="T25" fmla="*/ 162 h 203"/>
              <a:gd name="T26" fmla="*/ 331 w 360"/>
              <a:gd name="T27" fmla="*/ 162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0" h="203">
                <a:moveTo>
                  <a:pt x="331" y="162"/>
                </a:moveTo>
                <a:cubicBezTo>
                  <a:pt x="331" y="203"/>
                  <a:pt x="331" y="203"/>
                  <a:pt x="331" y="203"/>
                </a:cubicBezTo>
                <a:cubicBezTo>
                  <a:pt x="360" y="203"/>
                  <a:pt x="360" y="203"/>
                  <a:pt x="360" y="203"/>
                </a:cubicBezTo>
                <a:cubicBezTo>
                  <a:pt x="360" y="133"/>
                  <a:pt x="360" y="133"/>
                  <a:pt x="360" y="133"/>
                </a:cubicBezTo>
                <a:cubicBezTo>
                  <a:pt x="29" y="133"/>
                  <a:pt x="29" y="133"/>
                  <a:pt x="29" y="133"/>
                </a:cubicBezTo>
                <a:cubicBezTo>
                  <a:pt x="29" y="15"/>
                  <a:pt x="29" y="15"/>
                  <a:pt x="29" y="15"/>
                </a:cubicBezTo>
                <a:cubicBezTo>
                  <a:pt x="29" y="11"/>
                  <a:pt x="27" y="8"/>
                  <a:pt x="25" y="5"/>
                </a:cubicBezTo>
                <a:cubicBezTo>
                  <a:pt x="22" y="2"/>
                  <a:pt x="18" y="0"/>
                  <a:pt x="14" y="0"/>
                </a:cubicBezTo>
                <a:cubicBezTo>
                  <a:pt x="10" y="0"/>
                  <a:pt x="7" y="2"/>
                  <a:pt x="4" y="5"/>
                </a:cubicBezTo>
                <a:cubicBezTo>
                  <a:pt x="1" y="8"/>
                  <a:pt x="0" y="11"/>
                  <a:pt x="0" y="15"/>
                </a:cubicBezTo>
                <a:cubicBezTo>
                  <a:pt x="0" y="203"/>
                  <a:pt x="0" y="203"/>
                  <a:pt x="0" y="203"/>
                </a:cubicBezTo>
                <a:cubicBezTo>
                  <a:pt x="29" y="203"/>
                  <a:pt x="29" y="203"/>
                  <a:pt x="29" y="203"/>
                </a:cubicBezTo>
                <a:cubicBezTo>
                  <a:pt x="29" y="162"/>
                  <a:pt x="29" y="162"/>
                  <a:pt x="29" y="162"/>
                </a:cubicBezTo>
                <a:lnTo>
                  <a:pt x="331" y="162"/>
                </a:lnTo>
                <a:close/>
              </a:path>
            </a:pathLst>
          </a:custGeom>
          <a:solidFill>
            <a:srgbClr val="6667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35"/>
          <p:cNvSpPr>
            <a:spLocks/>
          </p:cNvSpPr>
          <p:nvPr/>
        </p:nvSpPr>
        <p:spPr bwMode="auto">
          <a:xfrm>
            <a:off x="4479321" y="5211738"/>
            <a:ext cx="94207" cy="93124"/>
          </a:xfrm>
          <a:custGeom>
            <a:avLst/>
            <a:gdLst>
              <a:gd name="T0" fmla="*/ 27 w 54"/>
              <a:gd name="T1" fmla="*/ 53 h 53"/>
              <a:gd name="T2" fmla="*/ 46 w 54"/>
              <a:gd name="T3" fmla="*/ 45 h 53"/>
              <a:gd name="T4" fmla="*/ 54 w 54"/>
              <a:gd name="T5" fmla="*/ 26 h 53"/>
              <a:gd name="T6" fmla="*/ 46 w 54"/>
              <a:gd name="T7" fmla="*/ 8 h 53"/>
              <a:gd name="T8" fmla="*/ 27 w 54"/>
              <a:gd name="T9" fmla="*/ 0 h 53"/>
              <a:gd name="T10" fmla="*/ 8 w 54"/>
              <a:gd name="T11" fmla="*/ 8 h 53"/>
              <a:gd name="T12" fmla="*/ 0 w 54"/>
              <a:gd name="T13" fmla="*/ 26 h 53"/>
              <a:gd name="T14" fmla="*/ 8 w 54"/>
              <a:gd name="T15" fmla="*/ 45 h 53"/>
              <a:gd name="T16" fmla="*/ 27 w 54"/>
              <a:gd name="T17"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53">
                <a:moveTo>
                  <a:pt x="27" y="53"/>
                </a:moveTo>
                <a:cubicBezTo>
                  <a:pt x="34" y="53"/>
                  <a:pt x="40" y="50"/>
                  <a:pt x="46" y="45"/>
                </a:cubicBezTo>
                <a:cubicBezTo>
                  <a:pt x="51" y="40"/>
                  <a:pt x="54" y="33"/>
                  <a:pt x="54" y="26"/>
                </a:cubicBezTo>
                <a:cubicBezTo>
                  <a:pt x="54" y="19"/>
                  <a:pt x="51" y="13"/>
                  <a:pt x="46" y="8"/>
                </a:cubicBezTo>
                <a:cubicBezTo>
                  <a:pt x="40" y="2"/>
                  <a:pt x="34" y="0"/>
                  <a:pt x="27" y="0"/>
                </a:cubicBezTo>
                <a:cubicBezTo>
                  <a:pt x="20" y="0"/>
                  <a:pt x="13" y="2"/>
                  <a:pt x="8" y="8"/>
                </a:cubicBezTo>
                <a:cubicBezTo>
                  <a:pt x="3" y="13"/>
                  <a:pt x="0" y="19"/>
                  <a:pt x="0" y="26"/>
                </a:cubicBezTo>
                <a:cubicBezTo>
                  <a:pt x="0" y="33"/>
                  <a:pt x="3" y="40"/>
                  <a:pt x="8" y="45"/>
                </a:cubicBezTo>
                <a:cubicBezTo>
                  <a:pt x="13" y="50"/>
                  <a:pt x="20" y="53"/>
                  <a:pt x="27" y="53"/>
                </a:cubicBezTo>
                <a:close/>
              </a:path>
            </a:pathLst>
          </a:custGeom>
          <a:solidFill>
            <a:srgbClr val="6667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36"/>
          <p:cNvSpPr>
            <a:spLocks/>
          </p:cNvSpPr>
          <p:nvPr/>
        </p:nvSpPr>
        <p:spPr bwMode="auto">
          <a:xfrm>
            <a:off x="4463078" y="5218235"/>
            <a:ext cx="552250" cy="134272"/>
          </a:xfrm>
          <a:custGeom>
            <a:avLst/>
            <a:gdLst>
              <a:gd name="T0" fmla="*/ 308 w 314"/>
              <a:gd name="T1" fmla="*/ 27 h 76"/>
              <a:gd name="T2" fmla="*/ 293 w 314"/>
              <a:gd name="T3" fmla="*/ 20 h 76"/>
              <a:gd name="T4" fmla="*/ 84 w 314"/>
              <a:gd name="T5" fmla="*/ 0 h 76"/>
              <a:gd name="T6" fmla="*/ 83 w 314"/>
              <a:gd name="T7" fmla="*/ 0 h 76"/>
              <a:gd name="T8" fmla="*/ 73 w 314"/>
              <a:gd name="T9" fmla="*/ 4 h 76"/>
              <a:gd name="T10" fmla="*/ 70 w 314"/>
              <a:gd name="T11" fmla="*/ 13 h 76"/>
              <a:gd name="T12" fmla="*/ 70 w 314"/>
              <a:gd name="T13" fmla="*/ 49 h 76"/>
              <a:gd name="T14" fmla="*/ 36 w 314"/>
              <a:gd name="T15" fmla="*/ 55 h 76"/>
              <a:gd name="T16" fmla="*/ 13 w 314"/>
              <a:gd name="T17" fmla="*/ 45 h 76"/>
              <a:gd name="T18" fmla="*/ 10 w 314"/>
              <a:gd name="T19" fmla="*/ 42 h 76"/>
              <a:gd name="T20" fmla="*/ 0 w 314"/>
              <a:gd name="T21" fmla="*/ 55 h 76"/>
              <a:gd name="T22" fmla="*/ 0 w 314"/>
              <a:gd name="T23" fmla="*/ 62 h 76"/>
              <a:gd name="T24" fmla="*/ 14 w 314"/>
              <a:gd name="T25" fmla="*/ 76 h 76"/>
              <a:gd name="T26" fmla="*/ 314 w 314"/>
              <a:gd name="T27" fmla="*/ 76 h 76"/>
              <a:gd name="T28" fmla="*/ 314 w 314"/>
              <a:gd name="T29" fmla="*/ 40 h 76"/>
              <a:gd name="T30" fmla="*/ 308 w 314"/>
              <a:gd name="T31" fmla="*/ 27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4" h="76">
                <a:moveTo>
                  <a:pt x="308" y="27"/>
                </a:moveTo>
                <a:cubicBezTo>
                  <a:pt x="304" y="23"/>
                  <a:pt x="299" y="21"/>
                  <a:pt x="293" y="20"/>
                </a:cubicBezTo>
                <a:cubicBezTo>
                  <a:pt x="84" y="0"/>
                  <a:pt x="84" y="0"/>
                  <a:pt x="84" y="0"/>
                </a:cubicBezTo>
                <a:cubicBezTo>
                  <a:pt x="83" y="0"/>
                  <a:pt x="83" y="0"/>
                  <a:pt x="83" y="0"/>
                </a:cubicBezTo>
                <a:cubicBezTo>
                  <a:pt x="79" y="0"/>
                  <a:pt x="76" y="1"/>
                  <a:pt x="73" y="4"/>
                </a:cubicBezTo>
                <a:cubicBezTo>
                  <a:pt x="71" y="6"/>
                  <a:pt x="70" y="9"/>
                  <a:pt x="70" y="13"/>
                </a:cubicBezTo>
                <a:cubicBezTo>
                  <a:pt x="70" y="49"/>
                  <a:pt x="70" y="49"/>
                  <a:pt x="70" y="49"/>
                </a:cubicBezTo>
                <a:cubicBezTo>
                  <a:pt x="68" y="46"/>
                  <a:pt x="45" y="55"/>
                  <a:pt x="36" y="55"/>
                </a:cubicBezTo>
                <a:cubicBezTo>
                  <a:pt x="27" y="55"/>
                  <a:pt x="19" y="52"/>
                  <a:pt x="13" y="45"/>
                </a:cubicBezTo>
                <a:cubicBezTo>
                  <a:pt x="12" y="44"/>
                  <a:pt x="11" y="43"/>
                  <a:pt x="10" y="42"/>
                </a:cubicBezTo>
                <a:cubicBezTo>
                  <a:pt x="4" y="44"/>
                  <a:pt x="0" y="49"/>
                  <a:pt x="0" y="55"/>
                </a:cubicBezTo>
                <a:cubicBezTo>
                  <a:pt x="0" y="62"/>
                  <a:pt x="0" y="62"/>
                  <a:pt x="0" y="62"/>
                </a:cubicBezTo>
                <a:cubicBezTo>
                  <a:pt x="0" y="69"/>
                  <a:pt x="6" y="76"/>
                  <a:pt x="14" y="76"/>
                </a:cubicBezTo>
                <a:cubicBezTo>
                  <a:pt x="314" y="76"/>
                  <a:pt x="314" y="76"/>
                  <a:pt x="314" y="76"/>
                </a:cubicBezTo>
                <a:cubicBezTo>
                  <a:pt x="314" y="40"/>
                  <a:pt x="314" y="40"/>
                  <a:pt x="314" y="40"/>
                </a:cubicBezTo>
                <a:cubicBezTo>
                  <a:pt x="314" y="35"/>
                  <a:pt x="312" y="30"/>
                  <a:pt x="308" y="27"/>
                </a:cubicBezTo>
                <a:close/>
              </a:path>
            </a:pathLst>
          </a:custGeom>
          <a:solidFill>
            <a:srgbClr val="EC8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37"/>
          <p:cNvSpPr>
            <a:spLocks noEditPoints="1"/>
          </p:cNvSpPr>
          <p:nvPr/>
        </p:nvSpPr>
        <p:spPr bwMode="auto">
          <a:xfrm>
            <a:off x="4628753" y="4915039"/>
            <a:ext cx="180834" cy="180835"/>
          </a:xfrm>
          <a:custGeom>
            <a:avLst/>
            <a:gdLst>
              <a:gd name="T0" fmla="*/ 52 w 103"/>
              <a:gd name="T1" fmla="*/ 0 h 103"/>
              <a:gd name="T2" fmla="*/ 0 w 103"/>
              <a:gd name="T3" fmla="*/ 51 h 103"/>
              <a:gd name="T4" fmla="*/ 52 w 103"/>
              <a:gd name="T5" fmla="*/ 103 h 103"/>
              <a:gd name="T6" fmla="*/ 103 w 103"/>
              <a:gd name="T7" fmla="*/ 51 h 103"/>
              <a:gd name="T8" fmla="*/ 52 w 103"/>
              <a:gd name="T9" fmla="*/ 0 h 103"/>
              <a:gd name="T10" fmla="*/ 52 w 103"/>
              <a:gd name="T11" fmla="*/ 87 h 103"/>
              <a:gd name="T12" fmla="*/ 16 w 103"/>
              <a:gd name="T13" fmla="*/ 51 h 103"/>
              <a:gd name="T14" fmla="*/ 52 w 103"/>
              <a:gd name="T15" fmla="*/ 15 h 103"/>
              <a:gd name="T16" fmla="*/ 88 w 103"/>
              <a:gd name="T17" fmla="*/ 51 h 103"/>
              <a:gd name="T18" fmla="*/ 52 w 103"/>
              <a:gd name="T19" fmla="*/ 87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3" h="103">
                <a:moveTo>
                  <a:pt x="52" y="0"/>
                </a:moveTo>
                <a:cubicBezTo>
                  <a:pt x="23" y="0"/>
                  <a:pt x="0" y="23"/>
                  <a:pt x="0" y="51"/>
                </a:cubicBezTo>
                <a:cubicBezTo>
                  <a:pt x="0" y="80"/>
                  <a:pt x="23" y="103"/>
                  <a:pt x="52" y="103"/>
                </a:cubicBezTo>
                <a:cubicBezTo>
                  <a:pt x="80" y="103"/>
                  <a:pt x="103" y="80"/>
                  <a:pt x="103" y="51"/>
                </a:cubicBezTo>
                <a:cubicBezTo>
                  <a:pt x="103" y="23"/>
                  <a:pt x="80" y="0"/>
                  <a:pt x="52" y="0"/>
                </a:cubicBezTo>
                <a:close/>
                <a:moveTo>
                  <a:pt x="52" y="87"/>
                </a:moveTo>
                <a:cubicBezTo>
                  <a:pt x="32" y="87"/>
                  <a:pt x="16" y="71"/>
                  <a:pt x="16" y="51"/>
                </a:cubicBezTo>
                <a:cubicBezTo>
                  <a:pt x="16" y="31"/>
                  <a:pt x="32" y="15"/>
                  <a:pt x="52" y="15"/>
                </a:cubicBezTo>
                <a:cubicBezTo>
                  <a:pt x="72" y="15"/>
                  <a:pt x="88" y="31"/>
                  <a:pt x="88" y="51"/>
                </a:cubicBezTo>
                <a:cubicBezTo>
                  <a:pt x="88" y="71"/>
                  <a:pt x="72" y="87"/>
                  <a:pt x="52" y="87"/>
                </a:cubicBezTo>
                <a:close/>
              </a:path>
            </a:pathLst>
          </a:custGeom>
          <a:solidFill>
            <a:srgbClr val="6667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38"/>
          <p:cNvSpPr>
            <a:spLocks/>
          </p:cNvSpPr>
          <p:nvPr/>
        </p:nvSpPr>
        <p:spPr bwMode="auto">
          <a:xfrm>
            <a:off x="4711049" y="4957270"/>
            <a:ext cx="59556" cy="57391"/>
          </a:xfrm>
          <a:custGeom>
            <a:avLst/>
            <a:gdLst>
              <a:gd name="T0" fmla="*/ 9 w 34"/>
              <a:gd name="T1" fmla="*/ 24 h 33"/>
              <a:gd name="T2" fmla="*/ 9 w 34"/>
              <a:gd name="T3" fmla="*/ 4 h 33"/>
              <a:gd name="T4" fmla="*/ 5 w 34"/>
              <a:gd name="T5" fmla="*/ 0 h 33"/>
              <a:gd name="T6" fmla="*/ 0 w 34"/>
              <a:gd name="T7" fmla="*/ 4 h 33"/>
              <a:gd name="T8" fmla="*/ 0 w 34"/>
              <a:gd name="T9" fmla="*/ 33 h 33"/>
              <a:gd name="T10" fmla="*/ 9 w 34"/>
              <a:gd name="T11" fmla="*/ 33 h 33"/>
              <a:gd name="T12" fmla="*/ 9 w 34"/>
              <a:gd name="T13" fmla="*/ 33 h 33"/>
              <a:gd name="T14" fmla="*/ 29 w 34"/>
              <a:gd name="T15" fmla="*/ 33 h 33"/>
              <a:gd name="T16" fmla="*/ 34 w 34"/>
              <a:gd name="T17" fmla="*/ 29 h 33"/>
              <a:gd name="T18" fmla="*/ 29 w 34"/>
              <a:gd name="T19" fmla="*/ 24 h 33"/>
              <a:gd name="T20" fmla="*/ 9 w 34"/>
              <a:gd name="T21" fmla="*/ 24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 h="33">
                <a:moveTo>
                  <a:pt x="9" y="24"/>
                </a:moveTo>
                <a:cubicBezTo>
                  <a:pt x="9" y="4"/>
                  <a:pt x="9" y="4"/>
                  <a:pt x="9" y="4"/>
                </a:cubicBezTo>
                <a:cubicBezTo>
                  <a:pt x="9" y="2"/>
                  <a:pt x="7" y="0"/>
                  <a:pt x="5" y="0"/>
                </a:cubicBezTo>
                <a:cubicBezTo>
                  <a:pt x="2" y="0"/>
                  <a:pt x="0" y="2"/>
                  <a:pt x="0" y="4"/>
                </a:cubicBezTo>
                <a:cubicBezTo>
                  <a:pt x="0" y="33"/>
                  <a:pt x="0" y="33"/>
                  <a:pt x="0" y="33"/>
                </a:cubicBezTo>
                <a:cubicBezTo>
                  <a:pt x="9" y="33"/>
                  <a:pt x="9" y="33"/>
                  <a:pt x="9" y="33"/>
                </a:cubicBezTo>
                <a:cubicBezTo>
                  <a:pt x="9" y="33"/>
                  <a:pt x="9" y="33"/>
                  <a:pt x="9" y="33"/>
                </a:cubicBezTo>
                <a:cubicBezTo>
                  <a:pt x="29" y="33"/>
                  <a:pt x="29" y="33"/>
                  <a:pt x="29" y="33"/>
                </a:cubicBezTo>
                <a:cubicBezTo>
                  <a:pt x="32" y="33"/>
                  <a:pt x="34" y="31"/>
                  <a:pt x="34" y="29"/>
                </a:cubicBezTo>
                <a:cubicBezTo>
                  <a:pt x="34" y="26"/>
                  <a:pt x="32" y="24"/>
                  <a:pt x="29" y="24"/>
                </a:cubicBezTo>
                <a:lnTo>
                  <a:pt x="9" y="24"/>
                </a:lnTo>
                <a:close/>
              </a:path>
            </a:pathLst>
          </a:custGeom>
          <a:solidFill>
            <a:srgbClr val="6667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39"/>
          <p:cNvSpPr>
            <a:spLocks/>
          </p:cNvSpPr>
          <p:nvPr/>
        </p:nvSpPr>
        <p:spPr bwMode="auto">
          <a:xfrm flipH="1">
            <a:off x="3797130" y="2232838"/>
            <a:ext cx="533841" cy="1009209"/>
          </a:xfrm>
          <a:custGeom>
            <a:avLst/>
            <a:gdLst>
              <a:gd name="T0" fmla="*/ 493 w 493"/>
              <a:gd name="T1" fmla="*/ 164 h 932"/>
              <a:gd name="T2" fmla="*/ 28 w 493"/>
              <a:gd name="T3" fmla="*/ 164 h 932"/>
              <a:gd name="T4" fmla="*/ 28 w 493"/>
              <a:gd name="T5" fmla="*/ 0 h 932"/>
              <a:gd name="T6" fmla="*/ 0 w 493"/>
              <a:gd name="T7" fmla="*/ 0 h 932"/>
              <a:gd name="T8" fmla="*/ 0 w 493"/>
              <a:gd name="T9" fmla="*/ 932 h 932"/>
              <a:gd name="T10" fmla="*/ 28 w 493"/>
              <a:gd name="T11" fmla="*/ 932 h 932"/>
              <a:gd name="T12" fmla="*/ 28 w 493"/>
              <a:gd name="T13" fmla="*/ 198 h 932"/>
              <a:gd name="T14" fmla="*/ 493 w 493"/>
              <a:gd name="T15" fmla="*/ 198 h 932"/>
              <a:gd name="T16" fmla="*/ 493 w 493"/>
              <a:gd name="T17" fmla="*/ 164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3" h="932">
                <a:moveTo>
                  <a:pt x="493" y="164"/>
                </a:moveTo>
                <a:lnTo>
                  <a:pt x="28" y="164"/>
                </a:lnTo>
                <a:lnTo>
                  <a:pt x="28" y="0"/>
                </a:lnTo>
                <a:lnTo>
                  <a:pt x="0" y="0"/>
                </a:lnTo>
                <a:lnTo>
                  <a:pt x="0" y="932"/>
                </a:lnTo>
                <a:lnTo>
                  <a:pt x="28" y="932"/>
                </a:lnTo>
                <a:lnTo>
                  <a:pt x="28" y="198"/>
                </a:lnTo>
                <a:lnTo>
                  <a:pt x="493" y="198"/>
                </a:lnTo>
                <a:lnTo>
                  <a:pt x="493" y="164"/>
                </a:lnTo>
                <a:close/>
              </a:path>
            </a:pathLst>
          </a:custGeom>
          <a:solidFill>
            <a:srgbClr val="6667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40"/>
          <p:cNvSpPr>
            <a:spLocks/>
          </p:cNvSpPr>
          <p:nvPr/>
        </p:nvSpPr>
        <p:spPr bwMode="auto">
          <a:xfrm flipH="1">
            <a:off x="3749485" y="5299449"/>
            <a:ext cx="534924" cy="1009209"/>
          </a:xfrm>
          <a:custGeom>
            <a:avLst/>
            <a:gdLst>
              <a:gd name="T0" fmla="*/ 494 w 494"/>
              <a:gd name="T1" fmla="*/ 164 h 932"/>
              <a:gd name="T2" fmla="*/ 28 w 494"/>
              <a:gd name="T3" fmla="*/ 164 h 932"/>
              <a:gd name="T4" fmla="*/ 28 w 494"/>
              <a:gd name="T5" fmla="*/ 0 h 932"/>
              <a:gd name="T6" fmla="*/ 0 w 494"/>
              <a:gd name="T7" fmla="*/ 0 h 932"/>
              <a:gd name="T8" fmla="*/ 0 w 494"/>
              <a:gd name="T9" fmla="*/ 932 h 932"/>
              <a:gd name="T10" fmla="*/ 28 w 494"/>
              <a:gd name="T11" fmla="*/ 932 h 932"/>
              <a:gd name="T12" fmla="*/ 28 w 494"/>
              <a:gd name="T13" fmla="*/ 198 h 932"/>
              <a:gd name="T14" fmla="*/ 494 w 494"/>
              <a:gd name="T15" fmla="*/ 198 h 932"/>
              <a:gd name="T16" fmla="*/ 494 w 494"/>
              <a:gd name="T17" fmla="*/ 164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4" h="932">
                <a:moveTo>
                  <a:pt x="494" y="164"/>
                </a:moveTo>
                <a:lnTo>
                  <a:pt x="28" y="164"/>
                </a:lnTo>
                <a:lnTo>
                  <a:pt x="28" y="0"/>
                </a:lnTo>
                <a:lnTo>
                  <a:pt x="0" y="0"/>
                </a:lnTo>
                <a:lnTo>
                  <a:pt x="0" y="932"/>
                </a:lnTo>
                <a:lnTo>
                  <a:pt x="28" y="932"/>
                </a:lnTo>
                <a:lnTo>
                  <a:pt x="28" y="198"/>
                </a:lnTo>
                <a:lnTo>
                  <a:pt x="494" y="198"/>
                </a:lnTo>
                <a:lnTo>
                  <a:pt x="494" y="164"/>
                </a:lnTo>
                <a:close/>
              </a:path>
            </a:pathLst>
          </a:custGeom>
          <a:solidFill>
            <a:srgbClr val="6667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41"/>
          <p:cNvSpPr>
            <a:spLocks/>
          </p:cNvSpPr>
          <p:nvPr/>
        </p:nvSpPr>
        <p:spPr bwMode="auto">
          <a:xfrm>
            <a:off x="6915717" y="5268046"/>
            <a:ext cx="534924" cy="1008127"/>
          </a:xfrm>
          <a:custGeom>
            <a:avLst/>
            <a:gdLst>
              <a:gd name="T0" fmla="*/ 494 w 494"/>
              <a:gd name="T1" fmla="*/ 162 h 931"/>
              <a:gd name="T2" fmla="*/ 28 w 494"/>
              <a:gd name="T3" fmla="*/ 162 h 931"/>
              <a:gd name="T4" fmla="*/ 28 w 494"/>
              <a:gd name="T5" fmla="*/ 0 h 931"/>
              <a:gd name="T6" fmla="*/ 0 w 494"/>
              <a:gd name="T7" fmla="*/ 0 h 931"/>
              <a:gd name="T8" fmla="*/ 0 w 494"/>
              <a:gd name="T9" fmla="*/ 931 h 931"/>
              <a:gd name="T10" fmla="*/ 28 w 494"/>
              <a:gd name="T11" fmla="*/ 931 h 931"/>
              <a:gd name="T12" fmla="*/ 28 w 494"/>
              <a:gd name="T13" fmla="*/ 198 h 931"/>
              <a:gd name="T14" fmla="*/ 494 w 494"/>
              <a:gd name="T15" fmla="*/ 198 h 931"/>
              <a:gd name="T16" fmla="*/ 494 w 494"/>
              <a:gd name="T17" fmla="*/ 162 h 9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4" h="931">
                <a:moveTo>
                  <a:pt x="494" y="162"/>
                </a:moveTo>
                <a:lnTo>
                  <a:pt x="28" y="162"/>
                </a:lnTo>
                <a:lnTo>
                  <a:pt x="28" y="0"/>
                </a:lnTo>
                <a:lnTo>
                  <a:pt x="0" y="0"/>
                </a:lnTo>
                <a:lnTo>
                  <a:pt x="0" y="931"/>
                </a:lnTo>
                <a:lnTo>
                  <a:pt x="28" y="931"/>
                </a:lnTo>
                <a:lnTo>
                  <a:pt x="28" y="198"/>
                </a:lnTo>
                <a:lnTo>
                  <a:pt x="494" y="198"/>
                </a:lnTo>
                <a:lnTo>
                  <a:pt x="494" y="162"/>
                </a:lnTo>
                <a:close/>
              </a:path>
            </a:pathLst>
          </a:custGeom>
          <a:solidFill>
            <a:srgbClr val="6667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42"/>
          <p:cNvSpPr>
            <a:spLocks/>
          </p:cNvSpPr>
          <p:nvPr/>
        </p:nvSpPr>
        <p:spPr bwMode="auto">
          <a:xfrm>
            <a:off x="7299043" y="2285897"/>
            <a:ext cx="533841" cy="1008127"/>
          </a:xfrm>
          <a:custGeom>
            <a:avLst/>
            <a:gdLst>
              <a:gd name="T0" fmla="*/ 493 w 493"/>
              <a:gd name="T1" fmla="*/ 162 h 931"/>
              <a:gd name="T2" fmla="*/ 28 w 493"/>
              <a:gd name="T3" fmla="*/ 162 h 931"/>
              <a:gd name="T4" fmla="*/ 28 w 493"/>
              <a:gd name="T5" fmla="*/ 0 h 931"/>
              <a:gd name="T6" fmla="*/ 0 w 493"/>
              <a:gd name="T7" fmla="*/ 0 h 931"/>
              <a:gd name="T8" fmla="*/ 0 w 493"/>
              <a:gd name="T9" fmla="*/ 931 h 931"/>
              <a:gd name="T10" fmla="*/ 28 w 493"/>
              <a:gd name="T11" fmla="*/ 931 h 931"/>
              <a:gd name="T12" fmla="*/ 28 w 493"/>
              <a:gd name="T13" fmla="*/ 198 h 931"/>
              <a:gd name="T14" fmla="*/ 493 w 493"/>
              <a:gd name="T15" fmla="*/ 198 h 931"/>
              <a:gd name="T16" fmla="*/ 493 w 493"/>
              <a:gd name="T17" fmla="*/ 162 h 9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3" h="931">
                <a:moveTo>
                  <a:pt x="493" y="162"/>
                </a:moveTo>
                <a:lnTo>
                  <a:pt x="28" y="162"/>
                </a:lnTo>
                <a:lnTo>
                  <a:pt x="28" y="0"/>
                </a:lnTo>
                <a:lnTo>
                  <a:pt x="0" y="0"/>
                </a:lnTo>
                <a:lnTo>
                  <a:pt x="0" y="931"/>
                </a:lnTo>
                <a:lnTo>
                  <a:pt x="28" y="931"/>
                </a:lnTo>
                <a:lnTo>
                  <a:pt x="28" y="198"/>
                </a:lnTo>
                <a:lnTo>
                  <a:pt x="493" y="198"/>
                </a:lnTo>
                <a:lnTo>
                  <a:pt x="493" y="162"/>
                </a:lnTo>
                <a:close/>
              </a:path>
            </a:pathLst>
          </a:custGeom>
          <a:solidFill>
            <a:srgbClr val="6667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2" name="组合 1"/>
          <p:cNvGrpSpPr/>
          <p:nvPr/>
        </p:nvGrpSpPr>
        <p:grpSpPr>
          <a:xfrm>
            <a:off x="5694271" y="3683848"/>
            <a:ext cx="804552" cy="804552"/>
            <a:chOff x="4313238" y="3135313"/>
            <a:chExt cx="1223962" cy="1223963"/>
          </a:xfrm>
          <a:solidFill>
            <a:schemeClr val="bg1">
              <a:lumMod val="65000"/>
            </a:schemeClr>
          </a:solidFill>
        </p:grpSpPr>
        <p:sp>
          <p:nvSpPr>
            <p:cNvPr id="66" name="Freeform 20"/>
            <p:cNvSpPr>
              <a:spLocks/>
            </p:cNvSpPr>
            <p:nvPr/>
          </p:nvSpPr>
          <p:spPr bwMode="auto">
            <a:xfrm>
              <a:off x="4864100" y="3251200"/>
              <a:ext cx="285750" cy="736600"/>
            </a:xfrm>
            <a:custGeom>
              <a:avLst/>
              <a:gdLst>
                <a:gd name="T0" fmla="*/ 24 w 111"/>
                <a:gd name="T1" fmla="*/ 0 h 286"/>
                <a:gd name="T2" fmla="*/ 14 w 111"/>
                <a:gd name="T3" fmla="*/ 3 h 286"/>
                <a:gd name="T4" fmla="*/ 0 w 111"/>
                <a:gd name="T5" fmla="*/ 24 h 286"/>
                <a:gd name="T6" fmla="*/ 0 w 111"/>
                <a:gd name="T7" fmla="*/ 210 h 286"/>
                <a:gd name="T8" fmla="*/ 68 w 111"/>
                <a:gd name="T9" fmla="*/ 279 h 286"/>
                <a:gd name="T10" fmla="*/ 85 w 111"/>
                <a:gd name="T11" fmla="*/ 286 h 286"/>
                <a:gd name="T12" fmla="*/ 102 w 111"/>
                <a:gd name="T13" fmla="*/ 279 h 286"/>
                <a:gd name="T14" fmla="*/ 102 w 111"/>
                <a:gd name="T15" fmla="*/ 245 h 286"/>
                <a:gd name="T16" fmla="*/ 47 w 111"/>
                <a:gd name="T17" fmla="*/ 191 h 286"/>
                <a:gd name="T18" fmla="*/ 47 w 111"/>
                <a:gd name="T19" fmla="*/ 24 h 286"/>
                <a:gd name="T20" fmla="*/ 34 w 111"/>
                <a:gd name="T21" fmla="*/ 3 h 286"/>
                <a:gd name="T22" fmla="*/ 24 w 111"/>
                <a:gd name="T23" fmla="*/ 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1" h="286">
                  <a:moveTo>
                    <a:pt x="24" y="0"/>
                  </a:moveTo>
                  <a:cubicBezTo>
                    <a:pt x="20" y="0"/>
                    <a:pt x="17" y="1"/>
                    <a:pt x="14" y="3"/>
                  </a:cubicBezTo>
                  <a:cubicBezTo>
                    <a:pt x="6" y="7"/>
                    <a:pt x="0" y="15"/>
                    <a:pt x="0" y="24"/>
                  </a:cubicBezTo>
                  <a:cubicBezTo>
                    <a:pt x="0" y="210"/>
                    <a:pt x="0" y="210"/>
                    <a:pt x="0" y="210"/>
                  </a:cubicBezTo>
                  <a:cubicBezTo>
                    <a:pt x="68" y="279"/>
                    <a:pt x="68" y="279"/>
                    <a:pt x="68" y="279"/>
                  </a:cubicBezTo>
                  <a:cubicBezTo>
                    <a:pt x="73" y="283"/>
                    <a:pt x="79" y="286"/>
                    <a:pt x="85" y="286"/>
                  </a:cubicBezTo>
                  <a:cubicBezTo>
                    <a:pt x="91" y="286"/>
                    <a:pt x="97" y="283"/>
                    <a:pt x="102" y="279"/>
                  </a:cubicBezTo>
                  <a:cubicBezTo>
                    <a:pt x="111" y="270"/>
                    <a:pt x="111" y="255"/>
                    <a:pt x="102" y="245"/>
                  </a:cubicBezTo>
                  <a:cubicBezTo>
                    <a:pt x="47" y="191"/>
                    <a:pt x="47" y="191"/>
                    <a:pt x="47" y="191"/>
                  </a:cubicBezTo>
                  <a:cubicBezTo>
                    <a:pt x="47" y="24"/>
                    <a:pt x="47" y="24"/>
                    <a:pt x="47" y="24"/>
                  </a:cubicBezTo>
                  <a:cubicBezTo>
                    <a:pt x="47" y="15"/>
                    <a:pt x="42" y="7"/>
                    <a:pt x="34" y="3"/>
                  </a:cubicBezTo>
                  <a:cubicBezTo>
                    <a:pt x="31" y="1"/>
                    <a:pt x="27" y="0"/>
                    <a:pt x="24" y="0"/>
                  </a:cubicBezTo>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5" name="Freeform 19"/>
            <p:cNvSpPr>
              <a:spLocks noEditPoints="1"/>
            </p:cNvSpPr>
            <p:nvPr/>
          </p:nvSpPr>
          <p:spPr bwMode="auto">
            <a:xfrm>
              <a:off x="4313238" y="3135313"/>
              <a:ext cx="1223962" cy="1223963"/>
            </a:xfrm>
            <a:custGeom>
              <a:avLst/>
              <a:gdLst>
                <a:gd name="T0" fmla="*/ 228 w 475"/>
                <a:gd name="T1" fmla="*/ 48 h 475"/>
                <a:gd name="T2" fmla="*/ 238 w 475"/>
                <a:gd name="T3" fmla="*/ 45 h 475"/>
                <a:gd name="T4" fmla="*/ 248 w 475"/>
                <a:gd name="T5" fmla="*/ 48 h 475"/>
                <a:gd name="T6" fmla="*/ 428 w 475"/>
                <a:gd name="T7" fmla="*/ 238 h 475"/>
                <a:gd name="T8" fmla="*/ 238 w 475"/>
                <a:gd name="T9" fmla="*/ 428 h 475"/>
                <a:gd name="T10" fmla="*/ 48 w 475"/>
                <a:gd name="T11" fmla="*/ 238 h 475"/>
                <a:gd name="T12" fmla="*/ 228 w 475"/>
                <a:gd name="T13" fmla="*/ 48 h 475"/>
                <a:gd name="T14" fmla="*/ 238 w 475"/>
                <a:gd name="T15" fmla="*/ 0 h 475"/>
                <a:gd name="T16" fmla="*/ 0 w 475"/>
                <a:gd name="T17" fmla="*/ 238 h 475"/>
                <a:gd name="T18" fmla="*/ 238 w 475"/>
                <a:gd name="T19" fmla="*/ 475 h 475"/>
                <a:gd name="T20" fmla="*/ 475 w 475"/>
                <a:gd name="T21" fmla="*/ 238 h 475"/>
                <a:gd name="T22" fmla="*/ 238 w 475"/>
                <a:gd name="T23" fmla="*/ 0 h 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5" h="475">
                  <a:moveTo>
                    <a:pt x="228" y="48"/>
                  </a:moveTo>
                  <a:cubicBezTo>
                    <a:pt x="231" y="46"/>
                    <a:pt x="234" y="45"/>
                    <a:pt x="238" y="45"/>
                  </a:cubicBezTo>
                  <a:cubicBezTo>
                    <a:pt x="241" y="45"/>
                    <a:pt x="245" y="46"/>
                    <a:pt x="248" y="48"/>
                  </a:cubicBezTo>
                  <a:cubicBezTo>
                    <a:pt x="348" y="53"/>
                    <a:pt x="428" y="136"/>
                    <a:pt x="428" y="238"/>
                  </a:cubicBezTo>
                  <a:cubicBezTo>
                    <a:pt x="428" y="343"/>
                    <a:pt x="343" y="428"/>
                    <a:pt x="238" y="428"/>
                  </a:cubicBezTo>
                  <a:cubicBezTo>
                    <a:pt x="133" y="428"/>
                    <a:pt x="48" y="343"/>
                    <a:pt x="48" y="238"/>
                  </a:cubicBezTo>
                  <a:cubicBezTo>
                    <a:pt x="48" y="136"/>
                    <a:pt x="127" y="53"/>
                    <a:pt x="228" y="48"/>
                  </a:cubicBezTo>
                  <a:moveTo>
                    <a:pt x="238" y="0"/>
                  </a:moveTo>
                  <a:cubicBezTo>
                    <a:pt x="107" y="0"/>
                    <a:pt x="0" y="107"/>
                    <a:pt x="0" y="238"/>
                  </a:cubicBezTo>
                  <a:cubicBezTo>
                    <a:pt x="0" y="369"/>
                    <a:pt x="107" y="475"/>
                    <a:pt x="238" y="475"/>
                  </a:cubicBezTo>
                  <a:cubicBezTo>
                    <a:pt x="369" y="475"/>
                    <a:pt x="475" y="369"/>
                    <a:pt x="475" y="238"/>
                  </a:cubicBezTo>
                  <a:cubicBezTo>
                    <a:pt x="475" y="107"/>
                    <a:pt x="369" y="0"/>
                    <a:pt x="238" y="0"/>
                  </a:cubicBezTo>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grpSp>
      <p:sp>
        <p:nvSpPr>
          <p:cNvPr id="96" name="文本框 95"/>
          <p:cNvSpPr txBox="1"/>
          <p:nvPr/>
        </p:nvSpPr>
        <p:spPr>
          <a:xfrm>
            <a:off x="7388378" y="2507224"/>
            <a:ext cx="2856518" cy="830997"/>
          </a:xfrm>
          <a:prstGeom prst="rect">
            <a:avLst/>
          </a:prstGeom>
          <a:noFill/>
        </p:spPr>
        <p:txBody>
          <a:bodyPr wrap="square" rtlCol="0">
            <a:spAutoFit/>
          </a:bodyPr>
          <a:lstStyle/>
          <a:p>
            <a:pPr>
              <a:lnSpc>
                <a:spcPct val="120000"/>
              </a:lnSpc>
            </a:pPr>
            <a:r>
              <a:rPr lang="zh-CN" altLang="en-US" sz="2400" b="1" dirty="0">
                <a:solidFill>
                  <a:srgbClr val="9FC628"/>
                </a:solidFill>
              </a:rPr>
              <a:t>添加标题</a:t>
            </a:r>
            <a:endParaRPr lang="en-US" altLang="zh-CN" sz="2400" b="1" dirty="0">
              <a:solidFill>
                <a:srgbClr val="9FC628"/>
              </a:solidFill>
            </a:endParaRPr>
          </a:p>
          <a:p>
            <a:pPr>
              <a:lnSpc>
                <a:spcPct val="120000"/>
              </a:lnSpc>
            </a:pPr>
            <a:r>
              <a:rPr lang="zh-CN" altLang="en-US" sz="1600" dirty="0">
                <a:solidFill>
                  <a:schemeClr val="tx1">
                    <a:lumMod val="65000"/>
                    <a:lumOff val="35000"/>
                  </a:schemeClr>
                </a:solidFill>
              </a:rPr>
              <a:t>添加内容添加内容</a:t>
            </a:r>
          </a:p>
        </p:txBody>
      </p:sp>
      <p:sp>
        <p:nvSpPr>
          <p:cNvPr id="97" name="文本框 96"/>
          <p:cNvSpPr txBox="1"/>
          <p:nvPr/>
        </p:nvSpPr>
        <p:spPr>
          <a:xfrm>
            <a:off x="1435668" y="2507224"/>
            <a:ext cx="2856518" cy="830997"/>
          </a:xfrm>
          <a:prstGeom prst="rect">
            <a:avLst/>
          </a:prstGeom>
          <a:noFill/>
        </p:spPr>
        <p:txBody>
          <a:bodyPr wrap="square" rtlCol="0">
            <a:spAutoFit/>
          </a:bodyPr>
          <a:lstStyle/>
          <a:p>
            <a:pPr algn="r">
              <a:lnSpc>
                <a:spcPct val="120000"/>
              </a:lnSpc>
            </a:pPr>
            <a:r>
              <a:rPr lang="zh-CN" altLang="en-US" sz="2400" b="1" dirty="0">
                <a:solidFill>
                  <a:srgbClr val="FF8900"/>
                </a:solidFill>
              </a:rPr>
              <a:t>添加标题</a:t>
            </a:r>
            <a:endParaRPr lang="en-US" altLang="zh-CN" sz="2400" b="1" dirty="0">
              <a:solidFill>
                <a:srgbClr val="FF8900"/>
              </a:solidFill>
            </a:endParaRPr>
          </a:p>
          <a:p>
            <a:pPr algn="r">
              <a:lnSpc>
                <a:spcPct val="120000"/>
              </a:lnSpc>
            </a:pPr>
            <a:r>
              <a:rPr lang="zh-CN" altLang="en-US" sz="1600" dirty="0">
                <a:solidFill>
                  <a:schemeClr val="tx1">
                    <a:lumMod val="65000"/>
                    <a:lumOff val="35000"/>
                  </a:schemeClr>
                </a:solidFill>
              </a:rPr>
              <a:t>添加内容添加内容</a:t>
            </a:r>
          </a:p>
        </p:txBody>
      </p:sp>
      <p:sp>
        <p:nvSpPr>
          <p:cNvPr id="98" name="文本框 97"/>
          <p:cNvSpPr txBox="1"/>
          <p:nvPr/>
        </p:nvSpPr>
        <p:spPr>
          <a:xfrm>
            <a:off x="6985040" y="5525762"/>
            <a:ext cx="2856518" cy="830997"/>
          </a:xfrm>
          <a:prstGeom prst="rect">
            <a:avLst/>
          </a:prstGeom>
          <a:noFill/>
        </p:spPr>
        <p:txBody>
          <a:bodyPr wrap="square" rtlCol="0">
            <a:spAutoFit/>
          </a:bodyPr>
          <a:lstStyle/>
          <a:p>
            <a:pPr>
              <a:lnSpc>
                <a:spcPct val="120000"/>
              </a:lnSpc>
            </a:pPr>
            <a:r>
              <a:rPr lang="zh-CN" altLang="en-US" sz="2400" b="1" dirty="0">
                <a:solidFill>
                  <a:srgbClr val="6D5DA5"/>
                </a:solidFill>
              </a:rPr>
              <a:t>添加标题</a:t>
            </a:r>
            <a:endParaRPr lang="en-US" altLang="zh-CN" sz="2400" b="1" dirty="0">
              <a:solidFill>
                <a:srgbClr val="6D5DA5"/>
              </a:solidFill>
            </a:endParaRPr>
          </a:p>
          <a:p>
            <a:pPr>
              <a:lnSpc>
                <a:spcPct val="120000"/>
              </a:lnSpc>
            </a:pPr>
            <a:r>
              <a:rPr lang="zh-CN" altLang="en-US" sz="1600" dirty="0">
                <a:solidFill>
                  <a:schemeClr val="tx1">
                    <a:lumMod val="65000"/>
                    <a:lumOff val="35000"/>
                  </a:schemeClr>
                </a:solidFill>
              </a:rPr>
              <a:t>添加内容添加内容</a:t>
            </a:r>
          </a:p>
        </p:txBody>
      </p:sp>
      <p:sp>
        <p:nvSpPr>
          <p:cNvPr id="99" name="文本框 98"/>
          <p:cNvSpPr txBox="1"/>
          <p:nvPr/>
        </p:nvSpPr>
        <p:spPr>
          <a:xfrm>
            <a:off x="1435668" y="5525762"/>
            <a:ext cx="2856518" cy="830997"/>
          </a:xfrm>
          <a:prstGeom prst="rect">
            <a:avLst/>
          </a:prstGeom>
          <a:noFill/>
        </p:spPr>
        <p:txBody>
          <a:bodyPr wrap="square" rtlCol="0">
            <a:spAutoFit/>
          </a:bodyPr>
          <a:lstStyle/>
          <a:p>
            <a:pPr algn="r">
              <a:lnSpc>
                <a:spcPct val="120000"/>
              </a:lnSpc>
            </a:pPr>
            <a:r>
              <a:rPr lang="zh-CN" altLang="en-US" sz="2400" b="1" dirty="0">
                <a:solidFill>
                  <a:srgbClr val="007BC6"/>
                </a:solidFill>
              </a:rPr>
              <a:t>添加标题</a:t>
            </a:r>
            <a:endParaRPr lang="en-US" altLang="zh-CN" sz="2400" b="1" dirty="0">
              <a:solidFill>
                <a:srgbClr val="007BC6"/>
              </a:solidFill>
            </a:endParaRPr>
          </a:p>
          <a:p>
            <a:pPr algn="r">
              <a:lnSpc>
                <a:spcPct val="120000"/>
              </a:lnSpc>
            </a:pPr>
            <a:r>
              <a:rPr lang="zh-CN" altLang="en-US" sz="1600" dirty="0">
                <a:solidFill>
                  <a:schemeClr val="tx1">
                    <a:lumMod val="65000"/>
                    <a:lumOff val="35000"/>
                  </a:schemeClr>
                </a:solidFill>
              </a:rPr>
              <a:t>添加内容添加内容</a:t>
            </a:r>
          </a:p>
        </p:txBody>
      </p:sp>
    </p:spTree>
    <p:extLst>
      <p:ext uri="{BB962C8B-B14F-4D97-AF65-F5344CB8AC3E}">
        <p14:creationId xmlns:p14="http://schemas.microsoft.com/office/powerpoint/2010/main" val="1615202768"/>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 name="椭圆 104"/>
          <p:cNvSpPr/>
          <p:nvPr/>
        </p:nvSpPr>
        <p:spPr>
          <a:xfrm>
            <a:off x="9501770" y="4170831"/>
            <a:ext cx="2448000" cy="2448000"/>
          </a:xfrm>
          <a:prstGeom prst="ellipse">
            <a:avLst/>
          </a:prstGeom>
          <a:gradFill flip="none" rotWithShape="1">
            <a:gsLst>
              <a:gs pos="100000">
                <a:srgbClr val="FFFFFF">
                  <a:lumMod val="100000"/>
                </a:srgbClr>
              </a:gs>
              <a:gs pos="0">
                <a:srgbClr val="EFEFEF"/>
              </a:gs>
            </a:gsLst>
            <a:lin ang="2700000" scaled="1"/>
            <a:tileRect/>
          </a:gradFill>
          <a:ln w="6350">
            <a:gradFill flip="none" rotWithShape="1">
              <a:gsLst>
                <a:gs pos="100000">
                  <a:srgbClr val="FFFFFF"/>
                </a:gs>
                <a:gs pos="0">
                  <a:srgbClr val="EFEFEF"/>
                </a:gs>
              </a:gsLst>
              <a:lin ang="13500000" scaled="1"/>
              <a:tileRect/>
            </a:gradFill>
          </a:ln>
          <a:effectLst>
            <a:outerShdw blurRad="266700" dist="127000" dir="2700000" algn="tl" rotWithShape="0">
              <a:prstClr val="black">
                <a:alpha val="3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06" name="椭圆 105"/>
          <p:cNvSpPr/>
          <p:nvPr/>
        </p:nvSpPr>
        <p:spPr>
          <a:xfrm>
            <a:off x="6135154" y="4170831"/>
            <a:ext cx="2448000" cy="2448000"/>
          </a:xfrm>
          <a:prstGeom prst="ellipse">
            <a:avLst/>
          </a:prstGeom>
          <a:gradFill flip="none" rotWithShape="1">
            <a:gsLst>
              <a:gs pos="100000">
                <a:srgbClr val="FFFFFF">
                  <a:lumMod val="100000"/>
                </a:srgbClr>
              </a:gs>
              <a:gs pos="0">
                <a:srgbClr val="EFEFEF"/>
              </a:gs>
            </a:gsLst>
            <a:lin ang="2700000" scaled="1"/>
            <a:tileRect/>
          </a:gradFill>
          <a:ln w="6350">
            <a:gradFill flip="none" rotWithShape="1">
              <a:gsLst>
                <a:gs pos="100000">
                  <a:srgbClr val="FFFFFF"/>
                </a:gs>
                <a:gs pos="0">
                  <a:srgbClr val="EFEFEF"/>
                </a:gs>
              </a:gsLst>
              <a:lin ang="13500000" scaled="1"/>
              <a:tileRect/>
            </a:gradFill>
          </a:ln>
          <a:effectLst>
            <a:outerShdw blurRad="266700" dist="127000" dir="2700000" algn="tl" rotWithShape="0">
              <a:prstClr val="black">
                <a:alpha val="3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04" name="椭圆 103"/>
          <p:cNvSpPr/>
          <p:nvPr/>
        </p:nvSpPr>
        <p:spPr>
          <a:xfrm>
            <a:off x="9501770" y="717859"/>
            <a:ext cx="2448000" cy="2448000"/>
          </a:xfrm>
          <a:prstGeom prst="ellipse">
            <a:avLst/>
          </a:prstGeom>
          <a:gradFill flip="none" rotWithShape="1">
            <a:gsLst>
              <a:gs pos="100000">
                <a:srgbClr val="FFFFFF">
                  <a:lumMod val="100000"/>
                </a:srgbClr>
              </a:gs>
              <a:gs pos="0">
                <a:srgbClr val="EFEFEF"/>
              </a:gs>
            </a:gsLst>
            <a:lin ang="2700000" scaled="1"/>
            <a:tileRect/>
          </a:gradFill>
          <a:ln w="6350">
            <a:gradFill flip="none" rotWithShape="1">
              <a:gsLst>
                <a:gs pos="100000">
                  <a:srgbClr val="FFFFFF"/>
                </a:gs>
                <a:gs pos="0">
                  <a:srgbClr val="EFEFEF"/>
                </a:gs>
              </a:gsLst>
              <a:lin ang="13500000" scaled="1"/>
              <a:tileRect/>
            </a:gradFill>
          </a:ln>
          <a:effectLst>
            <a:outerShdw blurRad="266700" dist="127000" dir="2700000" algn="tl" rotWithShape="0">
              <a:prstClr val="black">
                <a:alpha val="3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03" name="椭圆 102"/>
          <p:cNvSpPr/>
          <p:nvPr/>
        </p:nvSpPr>
        <p:spPr>
          <a:xfrm>
            <a:off x="6135154" y="717859"/>
            <a:ext cx="2448000" cy="2448000"/>
          </a:xfrm>
          <a:prstGeom prst="ellipse">
            <a:avLst/>
          </a:prstGeom>
          <a:gradFill flip="none" rotWithShape="1">
            <a:gsLst>
              <a:gs pos="100000">
                <a:srgbClr val="FFFFFF">
                  <a:lumMod val="100000"/>
                </a:srgbClr>
              </a:gs>
              <a:gs pos="0">
                <a:srgbClr val="EFEFEF"/>
              </a:gs>
            </a:gsLst>
            <a:lin ang="2700000" scaled="1"/>
            <a:tileRect/>
          </a:gradFill>
          <a:ln w="6350">
            <a:gradFill flip="none" rotWithShape="1">
              <a:gsLst>
                <a:gs pos="100000">
                  <a:srgbClr val="FFFFFF"/>
                </a:gs>
                <a:gs pos="0">
                  <a:srgbClr val="EFEFEF"/>
                </a:gs>
              </a:gsLst>
              <a:lin ang="13500000" scaled="1"/>
              <a:tileRect/>
            </a:gradFill>
          </a:ln>
          <a:effectLst>
            <a:outerShdw blurRad="266700" dist="127000" dir="2700000" algn="tl" rotWithShape="0">
              <a:prstClr val="black">
                <a:alpha val="3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08" name="椭圆 107"/>
          <p:cNvSpPr/>
          <p:nvPr/>
        </p:nvSpPr>
        <p:spPr>
          <a:xfrm>
            <a:off x="7213246" y="1785540"/>
            <a:ext cx="3571200" cy="3571200"/>
          </a:xfrm>
          <a:prstGeom prst="ellipse">
            <a:avLst/>
          </a:prstGeom>
          <a:gradFill flip="none" rotWithShape="1">
            <a:gsLst>
              <a:gs pos="100000">
                <a:srgbClr val="FFFFFF">
                  <a:lumMod val="100000"/>
                </a:srgbClr>
              </a:gs>
              <a:gs pos="0">
                <a:srgbClr val="EFEFEF"/>
              </a:gs>
            </a:gsLst>
            <a:lin ang="2700000" scaled="1"/>
            <a:tileRect/>
          </a:gradFill>
          <a:ln w="6350">
            <a:gradFill flip="none" rotWithShape="1">
              <a:gsLst>
                <a:gs pos="100000">
                  <a:srgbClr val="FFFFFF"/>
                </a:gs>
                <a:gs pos="0">
                  <a:srgbClr val="EFEFEF"/>
                </a:gs>
              </a:gsLst>
              <a:lin ang="13500000" scaled="1"/>
              <a:tileRect/>
            </a:gradFill>
          </a:ln>
          <a:effectLst>
            <a:outerShdw blurRad="266700" dist="127000" dir="2700000" algn="tl" rotWithShape="0">
              <a:prstClr val="black">
                <a:alpha val="3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86" name="Freeform 60"/>
          <p:cNvSpPr>
            <a:spLocks/>
          </p:cNvSpPr>
          <p:nvPr/>
        </p:nvSpPr>
        <p:spPr bwMode="auto">
          <a:xfrm>
            <a:off x="1007063" y="3889553"/>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 name="文本框 86"/>
          <p:cNvSpPr txBox="1"/>
          <p:nvPr/>
        </p:nvSpPr>
        <p:spPr>
          <a:xfrm>
            <a:off x="940215" y="4689154"/>
            <a:ext cx="4205526" cy="1754326"/>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网络</a:t>
            </a:r>
            <a:r>
              <a:rPr lang="en-US" altLang="zh-CN" dirty="0">
                <a:solidFill>
                  <a:prstClr val="black">
                    <a:lumMod val="65000"/>
                    <a:lumOff val="35000"/>
                  </a:prstClr>
                </a:solidFill>
                <a:latin typeface="微软雅黑" panose="020B0503020204020204" pitchFamily="34" charset="-122"/>
              </a:rPr>
              <a:t>EPS</a:t>
            </a:r>
            <a:r>
              <a:rPr lang="zh-CN" altLang="en-US" dirty="0">
                <a:solidFill>
                  <a:prstClr val="black">
                    <a:lumMod val="65000"/>
                    <a:lumOff val="35000"/>
                  </a:prstClr>
                </a:solidFill>
                <a:latin typeface="微软雅黑" panose="020B0503020204020204" pitchFamily="34" charset="-122"/>
              </a:rPr>
              <a:t>素材改编；</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文字、颜色可随意更改；</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矢量图标可替换；</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注意环形箭头的颜色渐变设计；</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可根据具体排版调整其大小。</a:t>
            </a:r>
            <a:endParaRPr lang="en-US" altLang="zh-CN" dirty="0">
              <a:solidFill>
                <a:prstClr val="black">
                  <a:lumMod val="65000"/>
                  <a:lumOff val="35000"/>
                </a:prstClr>
              </a:solidFill>
              <a:latin typeface="微软雅黑" panose="020B0503020204020204" pitchFamily="34" charset="-122"/>
            </a:endParaRPr>
          </a:p>
        </p:txBody>
      </p:sp>
      <p:sp>
        <p:nvSpPr>
          <p:cNvPr id="88" name="圆角矩形 87"/>
          <p:cNvSpPr/>
          <p:nvPr/>
        </p:nvSpPr>
        <p:spPr>
          <a:xfrm>
            <a:off x="1674755" y="4048838"/>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89" name="等腰三角形 88"/>
          <p:cNvSpPr/>
          <p:nvPr/>
        </p:nvSpPr>
        <p:spPr>
          <a:xfrm rot="16200000">
            <a:off x="1600123" y="4116382"/>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68" name="Freeform 13"/>
          <p:cNvSpPr>
            <a:spLocks/>
          </p:cNvSpPr>
          <p:nvPr/>
        </p:nvSpPr>
        <p:spPr bwMode="auto">
          <a:xfrm>
            <a:off x="7618415" y="3436938"/>
            <a:ext cx="1568450" cy="1600200"/>
          </a:xfrm>
          <a:custGeom>
            <a:avLst/>
            <a:gdLst>
              <a:gd name="T0" fmla="*/ 862 w 878"/>
              <a:gd name="T1" fmla="*/ 573 h 897"/>
              <a:gd name="T2" fmla="*/ 801 w 878"/>
              <a:gd name="T3" fmla="*/ 577 h 897"/>
              <a:gd name="T4" fmla="*/ 320 w 878"/>
              <a:gd name="T5" fmla="*/ 152 h 897"/>
              <a:gd name="T6" fmla="*/ 169 w 878"/>
              <a:gd name="T7" fmla="*/ 0 h 897"/>
              <a:gd name="T8" fmla="*/ 0 w 878"/>
              <a:gd name="T9" fmla="*/ 169 h 897"/>
              <a:gd name="T10" fmla="*/ 801 w 878"/>
              <a:gd name="T11" fmla="*/ 897 h 897"/>
              <a:gd name="T12" fmla="*/ 878 w 878"/>
              <a:gd name="T13" fmla="*/ 893 h 897"/>
              <a:gd name="T14" fmla="*/ 710 w 878"/>
              <a:gd name="T15" fmla="*/ 724 h 897"/>
              <a:gd name="T16" fmla="*/ 862 w 878"/>
              <a:gd name="T17" fmla="*/ 573 h 8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8" h="897">
                <a:moveTo>
                  <a:pt x="862" y="573"/>
                </a:moveTo>
                <a:cubicBezTo>
                  <a:pt x="842" y="575"/>
                  <a:pt x="821" y="577"/>
                  <a:pt x="801" y="577"/>
                </a:cubicBezTo>
                <a:cubicBezTo>
                  <a:pt x="554" y="577"/>
                  <a:pt x="350" y="391"/>
                  <a:pt x="320" y="152"/>
                </a:cubicBezTo>
                <a:cubicBezTo>
                  <a:pt x="169" y="0"/>
                  <a:pt x="169" y="0"/>
                  <a:pt x="169" y="0"/>
                </a:cubicBezTo>
                <a:cubicBezTo>
                  <a:pt x="0" y="169"/>
                  <a:pt x="0" y="169"/>
                  <a:pt x="0" y="169"/>
                </a:cubicBezTo>
                <a:cubicBezTo>
                  <a:pt x="39" y="577"/>
                  <a:pt x="383" y="897"/>
                  <a:pt x="801" y="897"/>
                </a:cubicBezTo>
                <a:cubicBezTo>
                  <a:pt x="827" y="897"/>
                  <a:pt x="853" y="895"/>
                  <a:pt x="878" y="893"/>
                </a:cubicBezTo>
                <a:cubicBezTo>
                  <a:pt x="710" y="724"/>
                  <a:pt x="710" y="724"/>
                  <a:pt x="710" y="724"/>
                </a:cubicBezTo>
                <a:lnTo>
                  <a:pt x="862" y="573"/>
                </a:lnTo>
                <a:close/>
              </a:path>
            </a:pathLst>
          </a:custGeom>
          <a:gradFill>
            <a:gsLst>
              <a:gs pos="100000">
                <a:srgbClr val="394E6B"/>
              </a:gs>
              <a:gs pos="0">
                <a:srgbClr val="457D8E"/>
              </a:gs>
            </a:gsLst>
            <a:lin ang="5400000" scaled="1"/>
          </a:gradFill>
          <a:ln>
            <a:noFill/>
          </a:ln>
          <a:effectLst>
            <a:outerShdw blurRad="50800" dist="381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zh-CN" altLang="en-US">
              <a:solidFill>
                <a:srgbClr val="394E6B"/>
              </a:solidFill>
            </a:endParaRPr>
          </a:p>
        </p:txBody>
      </p:sp>
      <p:sp>
        <p:nvSpPr>
          <p:cNvPr id="69" name="Freeform 14"/>
          <p:cNvSpPr>
            <a:spLocks/>
          </p:cNvSpPr>
          <p:nvPr/>
        </p:nvSpPr>
        <p:spPr bwMode="auto">
          <a:xfrm>
            <a:off x="8913815" y="2165350"/>
            <a:ext cx="1565275" cy="1600200"/>
          </a:xfrm>
          <a:custGeom>
            <a:avLst/>
            <a:gdLst>
              <a:gd name="T0" fmla="*/ 16 w 877"/>
              <a:gd name="T1" fmla="*/ 324 h 897"/>
              <a:gd name="T2" fmla="*/ 76 w 877"/>
              <a:gd name="T3" fmla="*/ 320 h 897"/>
              <a:gd name="T4" fmla="*/ 557 w 877"/>
              <a:gd name="T5" fmla="*/ 744 h 897"/>
              <a:gd name="T6" fmla="*/ 709 w 877"/>
              <a:gd name="T7" fmla="*/ 897 h 897"/>
              <a:gd name="T8" fmla="*/ 877 w 877"/>
              <a:gd name="T9" fmla="*/ 729 h 897"/>
              <a:gd name="T10" fmla="*/ 76 w 877"/>
              <a:gd name="T11" fmla="*/ 0 h 897"/>
              <a:gd name="T12" fmla="*/ 0 w 877"/>
              <a:gd name="T13" fmla="*/ 4 h 897"/>
              <a:gd name="T14" fmla="*/ 168 w 877"/>
              <a:gd name="T15" fmla="*/ 173 h 897"/>
              <a:gd name="T16" fmla="*/ 16 w 877"/>
              <a:gd name="T17" fmla="*/ 324 h 8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7" h="897">
                <a:moveTo>
                  <a:pt x="16" y="324"/>
                </a:moveTo>
                <a:cubicBezTo>
                  <a:pt x="36" y="322"/>
                  <a:pt x="56" y="320"/>
                  <a:pt x="76" y="320"/>
                </a:cubicBezTo>
                <a:cubicBezTo>
                  <a:pt x="323" y="320"/>
                  <a:pt x="527" y="506"/>
                  <a:pt x="557" y="744"/>
                </a:cubicBezTo>
                <a:cubicBezTo>
                  <a:pt x="709" y="897"/>
                  <a:pt x="709" y="897"/>
                  <a:pt x="709" y="897"/>
                </a:cubicBezTo>
                <a:cubicBezTo>
                  <a:pt x="877" y="729"/>
                  <a:pt x="877" y="729"/>
                  <a:pt x="877" y="729"/>
                </a:cubicBezTo>
                <a:cubicBezTo>
                  <a:pt x="838" y="321"/>
                  <a:pt x="494" y="0"/>
                  <a:pt x="76" y="0"/>
                </a:cubicBezTo>
                <a:cubicBezTo>
                  <a:pt x="50" y="0"/>
                  <a:pt x="25" y="2"/>
                  <a:pt x="0" y="4"/>
                </a:cubicBezTo>
                <a:cubicBezTo>
                  <a:pt x="168" y="173"/>
                  <a:pt x="168" y="173"/>
                  <a:pt x="168" y="173"/>
                </a:cubicBezTo>
                <a:lnTo>
                  <a:pt x="16" y="324"/>
                </a:lnTo>
                <a:close/>
              </a:path>
            </a:pathLst>
          </a:custGeom>
          <a:gradFill>
            <a:gsLst>
              <a:gs pos="100000">
                <a:srgbClr val="829436"/>
              </a:gs>
              <a:gs pos="0">
                <a:srgbClr val="B8BA31"/>
              </a:gs>
            </a:gsLst>
            <a:lin ang="5400000" scaled="1"/>
          </a:gradFill>
          <a:ln>
            <a:noFill/>
          </a:ln>
          <a:effectLst>
            <a:outerShdw blurRad="50800" dist="381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zh-CN" altLang="en-US">
              <a:solidFill>
                <a:srgbClr val="394E6B"/>
              </a:solidFill>
            </a:endParaRPr>
          </a:p>
        </p:txBody>
      </p:sp>
      <p:sp>
        <p:nvSpPr>
          <p:cNvPr id="70" name="Freeform 15"/>
          <p:cNvSpPr>
            <a:spLocks/>
          </p:cNvSpPr>
          <p:nvPr/>
        </p:nvSpPr>
        <p:spPr bwMode="auto">
          <a:xfrm>
            <a:off x="8886827" y="3465513"/>
            <a:ext cx="1598612" cy="1565275"/>
          </a:xfrm>
          <a:custGeom>
            <a:avLst/>
            <a:gdLst>
              <a:gd name="T0" fmla="*/ 892 w 896"/>
              <a:gd name="T1" fmla="*/ 0 h 877"/>
              <a:gd name="T2" fmla="*/ 724 w 896"/>
              <a:gd name="T3" fmla="*/ 168 h 877"/>
              <a:gd name="T4" fmla="*/ 572 w 896"/>
              <a:gd name="T5" fmla="*/ 15 h 877"/>
              <a:gd name="T6" fmla="*/ 576 w 896"/>
              <a:gd name="T7" fmla="*/ 76 h 877"/>
              <a:gd name="T8" fmla="*/ 152 w 896"/>
              <a:gd name="T9" fmla="*/ 557 h 877"/>
              <a:gd name="T10" fmla="*/ 0 w 896"/>
              <a:gd name="T11" fmla="*/ 708 h 877"/>
              <a:gd name="T12" fmla="*/ 168 w 896"/>
              <a:gd name="T13" fmla="*/ 877 h 877"/>
              <a:gd name="T14" fmla="*/ 896 w 896"/>
              <a:gd name="T15" fmla="*/ 76 h 877"/>
              <a:gd name="T16" fmla="*/ 892 w 896"/>
              <a:gd name="T17" fmla="*/ 0 h 8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6" h="877">
                <a:moveTo>
                  <a:pt x="892" y="0"/>
                </a:moveTo>
                <a:cubicBezTo>
                  <a:pt x="724" y="168"/>
                  <a:pt x="724" y="168"/>
                  <a:pt x="724" y="168"/>
                </a:cubicBezTo>
                <a:cubicBezTo>
                  <a:pt x="572" y="15"/>
                  <a:pt x="572" y="15"/>
                  <a:pt x="572" y="15"/>
                </a:cubicBezTo>
                <a:cubicBezTo>
                  <a:pt x="574" y="35"/>
                  <a:pt x="576" y="56"/>
                  <a:pt x="576" y="76"/>
                </a:cubicBezTo>
                <a:cubicBezTo>
                  <a:pt x="576" y="323"/>
                  <a:pt x="390" y="527"/>
                  <a:pt x="152" y="557"/>
                </a:cubicBezTo>
                <a:cubicBezTo>
                  <a:pt x="0" y="708"/>
                  <a:pt x="0" y="708"/>
                  <a:pt x="0" y="708"/>
                </a:cubicBezTo>
                <a:cubicBezTo>
                  <a:pt x="168" y="877"/>
                  <a:pt x="168" y="877"/>
                  <a:pt x="168" y="877"/>
                </a:cubicBezTo>
                <a:cubicBezTo>
                  <a:pt x="576" y="838"/>
                  <a:pt x="896" y="494"/>
                  <a:pt x="896" y="76"/>
                </a:cubicBezTo>
                <a:cubicBezTo>
                  <a:pt x="896" y="50"/>
                  <a:pt x="894" y="25"/>
                  <a:pt x="892" y="0"/>
                </a:cubicBezTo>
                <a:close/>
              </a:path>
            </a:pathLst>
          </a:custGeom>
          <a:gradFill>
            <a:gsLst>
              <a:gs pos="100000">
                <a:srgbClr val="C86126"/>
              </a:gs>
              <a:gs pos="0">
                <a:srgbClr val="EB8422"/>
              </a:gs>
            </a:gsLst>
            <a:lin ang="5400000" scaled="1"/>
          </a:gradFill>
          <a:ln>
            <a:noFill/>
          </a:ln>
          <a:effectLst>
            <a:outerShdw blurRad="50800" dist="381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zh-CN" altLang="en-US">
              <a:solidFill>
                <a:srgbClr val="394E6B"/>
              </a:solidFill>
            </a:endParaRPr>
          </a:p>
        </p:txBody>
      </p:sp>
      <p:sp>
        <p:nvSpPr>
          <p:cNvPr id="71" name="Freeform 16"/>
          <p:cNvSpPr>
            <a:spLocks/>
          </p:cNvSpPr>
          <p:nvPr/>
        </p:nvSpPr>
        <p:spPr bwMode="auto">
          <a:xfrm>
            <a:off x="7612065" y="2171700"/>
            <a:ext cx="1601787" cy="1566863"/>
          </a:xfrm>
          <a:custGeom>
            <a:avLst/>
            <a:gdLst>
              <a:gd name="T0" fmla="*/ 324 w 897"/>
              <a:gd name="T1" fmla="*/ 861 h 878"/>
              <a:gd name="T2" fmla="*/ 320 w 897"/>
              <a:gd name="T3" fmla="*/ 801 h 878"/>
              <a:gd name="T4" fmla="*/ 745 w 897"/>
              <a:gd name="T5" fmla="*/ 320 h 878"/>
              <a:gd name="T6" fmla="*/ 897 w 897"/>
              <a:gd name="T7" fmla="*/ 169 h 878"/>
              <a:gd name="T8" fmla="*/ 729 w 897"/>
              <a:gd name="T9" fmla="*/ 0 h 878"/>
              <a:gd name="T10" fmla="*/ 0 w 897"/>
              <a:gd name="T11" fmla="*/ 801 h 878"/>
              <a:gd name="T12" fmla="*/ 4 w 897"/>
              <a:gd name="T13" fmla="*/ 878 h 878"/>
              <a:gd name="T14" fmla="*/ 173 w 897"/>
              <a:gd name="T15" fmla="*/ 709 h 878"/>
              <a:gd name="T16" fmla="*/ 324 w 897"/>
              <a:gd name="T17" fmla="*/ 861 h 8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7" h="878">
                <a:moveTo>
                  <a:pt x="324" y="861"/>
                </a:moveTo>
                <a:cubicBezTo>
                  <a:pt x="322" y="841"/>
                  <a:pt x="320" y="821"/>
                  <a:pt x="320" y="801"/>
                </a:cubicBezTo>
                <a:cubicBezTo>
                  <a:pt x="320" y="554"/>
                  <a:pt x="506" y="350"/>
                  <a:pt x="745" y="320"/>
                </a:cubicBezTo>
                <a:cubicBezTo>
                  <a:pt x="897" y="169"/>
                  <a:pt x="897" y="169"/>
                  <a:pt x="897" y="169"/>
                </a:cubicBezTo>
                <a:cubicBezTo>
                  <a:pt x="729" y="0"/>
                  <a:pt x="729" y="0"/>
                  <a:pt x="729" y="0"/>
                </a:cubicBezTo>
                <a:cubicBezTo>
                  <a:pt x="321" y="39"/>
                  <a:pt x="0" y="383"/>
                  <a:pt x="0" y="801"/>
                </a:cubicBezTo>
                <a:cubicBezTo>
                  <a:pt x="0" y="827"/>
                  <a:pt x="2" y="853"/>
                  <a:pt x="4" y="878"/>
                </a:cubicBezTo>
                <a:cubicBezTo>
                  <a:pt x="173" y="709"/>
                  <a:pt x="173" y="709"/>
                  <a:pt x="173" y="709"/>
                </a:cubicBezTo>
                <a:lnTo>
                  <a:pt x="324" y="861"/>
                </a:lnTo>
                <a:close/>
              </a:path>
            </a:pathLst>
          </a:custGeom>
          <a:gradFill>
            <a:gsLst>
              <a:gs pos="100000">
                <a:srgbClr val="9A2E22"/>
              </a:gs>
              <a:gs pos="0">
                <a:srgbClr val="C44A2F"/>
              </a:gs>
            </a:gsLst>
            <a:lin ang="5400000" scaled="1"/>
          </a:gradFill>
          <a:ln>
            <a:noFill/>
          </a:ln>
          <a:effectLst>
            <a:outerShdw blurRad="50800" dist="381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zh-CN" altLang="en-US">
              <a:solidFill>
                <a:srgbClr val="394E6B"/>
              </a:solidFill>
            </a:endParaRPr>
          </a:p>
        </p:txBody>
      </p:sp>
      <p:sp>
        <p:nvSpPr>
          <p:cNvPr id="73" name="Freeform 18"/>
          <p:cNvSpPr>
            <a:spLocks noEditPoints="1"/>
          </p:cNvSpPr>
          <p:nvPr/>
        </p:nvSpPr>
        <p:spPr bwMode="auto">
          <a:xfrm>
            <a:off x="8534402" y="3197225"/>
            <a:ext cx="1038225" cy="830263"/>
          </a:xfrm>
          <a:custGeom>
            <a:avLst/>
            <a:gdLst>
              <a:gd name="T0" fmla="*/ 246 w 581"/>
              <a:gd name="T1" fmla="*/ 181 h 465"/>
              <a:gd name="T2" fmla="*/ 162 w 581"/>
              <a:gd name="T3" fmla="*/ 181 h 465"/>
              <a:gd name="T4" fmla="*/ 118 w 581"/>
              <a:gd name="T5" fmla="*/ 234 h 465"/>
              <a:gd name="T6" fmla="*/ 140 w 581"/>
              <a:gd name="T7" fmla="*/ 325 h 465"/>
              <a:gd name="T8" fmla="*/ 231 w 581"/>
              <a:gd name="T9" fmla="*/ 347 h 465"/>
              <a:gd name="T10" fmla="*/ 284 w 581"/>
              <a:gd name="T11" fmla="*/ 303 h 465"/>
              <a:gd name="T12" fmla="*/ 284 w 581"/>
              <a:gd name="T13" fmla="*/ 219 h 465"/>
              <a:gd name="T14" fmla="*/ 193 w 581"/>
              <a:gd name="T15" fmla="*/ 288 h 465"/>
              <a:gd name="T16" fmla="*/ 193 w 581"/>
              <a:gd name="T17" fmla="*/ 234 h 465"/>
              <a:gd name="T18" fmla="*/ 231 w 581"/>
              <a:gd name="T19" fmla="*/ 272 h 465"/>
              <a:gd name="T20" fmla="*/ 329 w 581"/>
              <a:gd name="T21" fmla="*/ 98 h 465"/>
              <a:gd name="T22" fmla="*/ 231 w 581"/>
              <a:gd name="T23" fmla="*/ 57 h 465"/>
              <a:gd name="T24" fmla="*/ 107 w 581"/>
              <a:gd name="T25" fmla="*/ 126 h 465"/>
              <a:gd name="T26" fmla="*/ 69 w 581"/>
              <a:gd name="T27" fmla="*/ 164 h 465"/>
              <a:gd name="T28" fmla="*/ 0 w 581"/>
              <a:gd name="T29" fmla="*/ 288 h 465"/>
              <a:gd name="T30" fmla="*/ 41 w 581"/>
              <a:gd name="T31" fmla="*/ 386 h 465"/>
              <a:gd name="T32" fmla="*/ 177 w 581"/>
              <a:gd name="T33" fmla="*/ 425 h 465"/>
              <a:gd name="T34" fmla="*/ 231 w 581"/>
              <a:gd name="T35" fmla="*/ 425 h 465"/>
              <a:gd name="T36" fmla="*/ 368 w 581"/>
              <a:gd name="T37" fmla="*/ 386 h 465"/>
              <a:gd name="T38" fmla="*/ 408 w 581"/>
              <a:gd name="T39" fmla="*/ 288 h 465"/>
              <a:gd name="T40" fmla="*/ 339 w 581"/>
              <a:gd name="T41" fmla="*/ 164 h 465"/>
              <a:gd name="T42" fmla="*/ 305 w 581"/>
              <a:gd name="T43" fmla="*/ 362 h 465"/>
              <a:gd name="T44" fmla="*/ 204 w 581"/>
              <a:gd name="T45" fmla="*/ 404 h 465"/>
              <a:gd name="T46" fmla="*/ 103 w 581"/>
              <a:gd name="T47" fmla="*/ 362 h 465"/>
              <a:gd name="T48" fmla="*/ 61 w 581"/>
              <a:gd name="T49" fmla="*/ 261 h 465"/>
              <a:gd name="T50" fmla="*/ 103 w 581"/>
              <a:gd name="T51" fmla="*/ 160 h 465"/>
              <a:gd name="T52" fmla="*/ 124 w 581"/>
              <a:gd name="T53" fmla="*/ 143 h 465"/>
              <a:gd name="T54" fmla="*/ 231 w 581"/>
              <a:gd name="T55" fmla="*/ 121 h 465"/>
              <a:gd name="T56" fmla="*/ 322 w 581"/>
              <a:gd name="T57" fmla="*/ 181 h 465"/>
              <a:gd name="T58" fmla="*/ 344 w 581"/>
              <a:gd name="T59" fmla="*/ 288 h 465"/>
              <a:gd name="T60" fmla="*/ 562 w 581"/>
              <a:gd name="T61" fmla="*/ 37 h 465"/>
              <a:gd name="T62" fmla="*/ 498 w 581"/>
              <a:gd name="T63" fmla="*/ 19 h 465"/>
              <a:gd name="T64" fmla="*/ 473 w 581"/>
              <a:gd name="T65" fmla="*/ 19 h 465"/>
              <a:gd name="T66" fmla="*/ 410 w 581"/>
              <a:gd name="T67" fmla="*/ 37 h 465"/>
              <a:gd name="T68" fmla="*/ 391 w 581"/>
              <a:gd name="T69" fmla="*/ 83 h 465"/>
              <a:gd name="T70" fmla="*/ 423 w 581"/>
              <a:gd name="T71" fmla="*/ 140 h 465"/>
              <a:gd name="T72" fmla="*/ 441 w 581"/>
              <a:gd name="T73" fmla="*/ 158 h 465"/>
              <a:gd name="T74" fmla="*/ 498 w 581"/>
              <a:gd name="T75" fmla="*/ 190 h 465"/>
              <a:gd name="T76" fmla="*/ 544 w 581"/>
              <a:gd name="T77" fmla="*/ 171 h 465"/>
              <a:gd name="T78" fmla="*/ 562 w 581"/>
              <a:gd name="T79" fmla="*/ 108 h 465"/>
              <a:gd name="T80" fmla="*/ 562 w 581"/>
              <a:gd name="T81" fmla="*/ 83 h 465"/>
              <a:gd name="T82" fmla="*/ 533 w 581"/>
              <a:gd name="T83" fmla="*/ 142 h 465"/>
              <a:gd name="T84" fmla="*/ 486 w 581"/>
              <a:gd name="T85" fmla="*/ 162 h 465"/>
              <a:gd name="T86" fmla="*/ 439 w 581"/>
              <a:gd name="T87" fmla="*/ 142 h 465"/>
              <a:gd name="T88" fmla="*/ 419 w 581"/>
              <a:gd name="T89" fmla="*/ 95 h 465"/>
              <a:gd name="T90" fmla="*/ 439 w 581"/>
              <a:gd name="T91" fmla="*/ 48 h 465"/>
              <a:gd name="T92" fmla="*/ 449 w 581"/>
              <a:gd name="T93" fmla="*/ 40 h 465"/>
              <a:gd name="T94" fmla="*/ 498 w 581"/>
              <a:gd name="T95" fmla="*/ 30 h 465"/>
              <a:gd name="T96" fmla="*/ 541 w 581"/>
              <a:gd name="T97" fmla="*/ 58 h 465"/>
              <a:gd name="T98" fmla="*/ 551 w 581"/>
              <a:gd name="T99" fmla="*/ 108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81" h="465">
                <a:moveTo>
                  <a:pt x="284" y="219"/>
                </a:moveTo>
                <a:cubicBezTo>
                  <a:pt x="280" y="211"/>
                  <a:pt x="274" y="204"/>
                  <a:pt x="268" y="197"/>
                </a:cubicBezTo>
                <a:cubicBezTo>
                  <a:pt x="261" y="191"/>
                  <a:pt x="254" y="185"/>
                  <a:pt x="246" y="181"/>
                </a:cubicBezTo>
                <a:cubicBezTo>
                  <a:pt x="241" y="179"/>
                  <a:pt x="236" y="177"/>
                  <a:pt x="231" y="175"/>
                </a:cubicBezTo>
                <a:cubicBezTo>
                  <a:pt x="213" y="170"/>
                  <a:pt x="195" y="170"/>
                  <a:pt x="177" y="175"/>
                </a:cubicBezTo>
                <a:cubicBezTo>
                  <a:pt x="172" y="177"/>
                  <a:pt x="167" y="179"/>
                  <a:pt x="162" y="181"/>
                </a:cubicBezTo>
                <a:cubicBezTo>
                  <a:pt x="154" y="185"/>
                  <a:pt x="147" y="191"/>
                  <a:pt x="140" y="197"/>
                </a:cubicBezTo>
                <a:cubicBezTo>
                  <a:pt x="134" y="204"/>
                  <a:pt x="128" y="211"/>
                  <a:pt x="124" y="219"/>
                </a:cubicBezTo>
                <a:cubicBezTo>
                  <a:pt x="122" y="224"/>
                  <a:pt x="120" y="229"/>
                  <a:pt x="118" y="234"/>
                </a:cubicBezTo>
                <a:cubicBezTo>
                  <a:pt x="113" y="252"/>
                  <a:pt x="113" y="270"/>
                  <a:pt x="118" y="288"/>
                </a:cubicBezTo>
                <a:cubicBezTo>
                  <a:pt x="120" y="293"/>
                  <a:pt x="122" y="298"/>
                  <a:pt x="124" y="303"/>
                </a:cubicBezTo>
                <a:cubicBezTo>
                  <a:pt x="128" y="311"/>
                  <a:pt x="134" y="318"/>
                  <a:pt x="140" y="325"/>
                </a:cubicBezTo>
                <a:cubicBezTo>
                  <a:pt x="147" y="331"/>
                  <a:pt x="154" y="337"/>
                  <a:pt x="162" y="341"/>
                </a:cubicBezTo>
                <a:cubicBezTo>
                  <a:pt x="167" y="343"/>
                  <a:pt x="172" y="345"/>
                  <a:pt x="177" y="347"/>
                </a:cubicBezTo>
                <a:cubicBezTo>
                  <a:pt x="195" y="352"/>
                  <a:pt x="213" y="352"/>
                  <a:pt x="231" y="347"/>
                </a:cubicBezTo>
                <a:cubicBezTo>
                  <a:pt x="236" y="345"/>
                  <a:pt x="241" y="343"/>
                  <a:pt x="246" y="341"/>
                </a:cubicBezTo>
                <a:cubicBezTo>
                  <a:pt x="254" y="337"/>
                  <a:pt x="261" y="331"/>
                  <a:pt x="268" y="325"/>
                </a:cubicBezTo>
                <a:cubicBezTo>
                  <a:pt x="274" y="318"/>
                  <a:pt x="280" y="311"/>
                  <a:pt x="284" y="303"/>
                </a:cubicBezTo>
                <a:cubicBezTo>
                  <a:pt x="286" y="298"/>
                  <a:pt x="288" y="293"/>
                  <a:pt x="290" y="288"/>
                </a:cubicBezTo>
                <a:cubicBezTo>
                  <a:pt x="295" y="270"/>
                  <a:pt x="295" y="252"/>
                  <a:pt x="290" y="234"/>
                </a:cubicBezTo>
                <a:cubicBezTo>
                  <a:pt x="288" y="229"/>
                  <a:pt x="286" y="224"/>
                  <a:pt x="284" y="219"/>
                </a:cubicBezTo>
                <a:close/>
                <a:moveTo>
                  <a:pt x="231" y="272"/>
                </a:moveTo>
                <a:cubicBezTo>
                  <a:pt x="215" y="288"/>
                  <a:pt x="215" y="288"/>
                  <a:pt x="215" y="288"/>
                </a:cubicBezTo>
                <a:cubicBezTo>
                  <a:pt x="193" y="288"/>
                  <a:pt x="193" y="288"/>
                  <a:pt x="193" y="288"/>
                </a:cubicBezTo>
                <a:cubicBezTo>
                  <a:pt x="177" y="272"/>
                  <a:pt x="177" y="272"/>
                  <a:pt x="177" y="272"/>
                </a:cubicBezTo>
                <a:cubicBezTo>
                  <a:pt x="177" y="250"/>
                  <a:pt x="177" y="250"/>
                  <a:pt x="177" y="250"/>
                </a:cubicBezTo>
                <a:cubicBezTo>
                  <a:pt x="193" y="234"/>
                  <a:pt x="193" y="234"/>
                  <a:pt x="193" y="234"/>
                </a:cubicBezTo>
                <a:cubicBezTo>
                  <a:pt x="215" y="234"/>
                  <a:pt x="215" y="234"/>
                  <a:pt x="215" y="234"/>
                </a:cubicBezTo>
                <a:cubicBezTo>
                  <a:pt x="231" y="250"/>
                  <a:pt x="231" y="250"/>
                  <a:pt x="231" y="250"/>
                </a:cubicBezTo>
                <a:lnTo>
                  <a:pt x="231" y="272"/>
                </a:lnTo>
                <a:close/>
                <a:moveTo>
                  <a:pt x="339" y="164"/>
                </a:moveTo>
                <a:cubicBezTo>
                  <a:pt x="368" y="136"/>
                  <a:pt x="368" y="136"/>
                  <a:pt x="368" y="136"/>
                </a:cubicBezTo>
                <a:cubicBezTo>
                  <a:pt x="329" y="98"/>
                  <a:pt x="329" y="98"/>
                  <a:pt x="329" y="98"/>
                </a:cubicBezTo>
                <a:cubicBezTo>
                  <a:pt x="301" y="126"/>
                  <a:pt x="301" y="126"/>
                  <a:pt x="301" y="126"/>
                </a:cubicBezTo>
                <a:cubicBezTo>
                  <a:pt x="280" y="110"/>
                  <a:pt x="256" y="101"/>
                  <a:pt x="231" y="97"/>
                </a:cubicBezTo>
                <a:cubicBezTo>
                  <a:pt x="231" y="57"/>
                  <a:pt x="231" y="57"/>
                  <a:pt x="231" y="57"/>
                </a:cubicBezTo>
                <a:cubicBezTo>
                  <a:pt x="177" y="57"/>
                  <a:pt x="177" y="57"/>
                  <a:pt x="177" y="57"/>
                </a:cubicBezTo>
                <a:cubicBezTo>
                  <a:pt x="177" y="97"/>
                  <a:pt x="177" y="97"/>
                  <a:pt x="177" y="97"/>
                </a:cubicBezTo>
                <a:cubicBezTo>
                  <a:pt x="152" y="101"/>
                  <a:pt x="128" y="110"/>
                  <a:pt x="107" y="126"/>
                </a:cubicBezTo>
                <a:cubicBezTo>
                  <a:pt x="79" y="98"/>
                  <a:pt x="79" y="98"/>
                  <a:pt x="79" y="98"/>
                </a:cubicBezTo>
                <a:cubicBezTo>
                  <a:pt x="41" y="136"/>
                  <a:pt x="41" y="136"/>
                  <a:pt x="41" y="136"/>
                </a:cubicBezTo>
                <a:cubicBezTo>
                  <a:pt x="69" y="164"/>
                  <a:pt x="69" y="164"/>
                  <a:pt x="69" y="164"/>
                </a:cubicBezTo>
                <a:cubicBezTo>
                  <a:pt x="53" y="185"/>
                  <a:pt x="44" y="209"/>
                  <a:pt x="40" y="234"/>
                </a:cubicBezTo>
                <a:cubicBezTo>
                  <a:pt x="0" y="234"/>
                  <a:pt x="0" y="234"/>
                  <a:pt x="0" y="234"/>
                </a:cubicBezTo>
                <a:cubicBezTo>
                  <a:pt x="0" y="288"/>
                  <a:pt x="0" y="288"/>
                  <a:pt x="0" y="288"/>
                </a:cubicBezTo>
                <a:cubicBezTo>
                  <a:pt x="40" y="288"/>
                  <a:pt x="40" y="288"/>
                  <a:pt x="40" y="288"/>
                </a:cubicBezTo>
                <a:cubicBezTo>
                  <a:pt x="44" y="313"/>
                  <a:pt x="53" y="337"/>
                  <a:pt x="69" y="358"/>
                </a:cubicBezTo>
                <a:cubicBezTo>
                  <a:pt x="41" y="386"/>
                  <a:pt x="41" y="386"/>
                  <a:pt x="41" y="386"/>
                </a:cubicBezTo>
                <a:cubicBezTo>
                  <a:pt x="79" y="425"/>
                  <a:pt x="79" y="425"/>
                  <a:pt x="79" y="425"/>
                </a:cubicBezTo>
                <a:cubicBezTo>
                  <a:pt x="107" y="396"/>
                  <a:pt x="107" y="396"/>
                  <a:pt x="107" y="396"/>
                </a:cubicBezTo>
                <a:cubicBezTo>
                  <a:pt x="128" y="412"/>
                  <a:pt x="152" y="421"/>
                  <a:pt x="177" y="425"/>
                </a:cubicBezTo>
                <a:cubicBezTo>
                  <a:pt x="177" y="465"/>
                  <a:pt x="177" y="465"/>
                  <a:pt x="177" y="465"/>
                </a:cubicBezTo>
                <a:cubicBezTo>
                  <a:pt x="231" y="465"/>
                  <a:pt x="231" y="465"/>
                  <a:pt x="231" y="465"/>
                </a:cubicBezTo>
                <a:cubicBezTo>
                  <a:pt x="231" y="425"/>
                  <a:pt x="231" y="425"/>
                  <a:pt x="231" y="425"/>
                </a:cubicBezTo>
                <a:cubicBezTo>
                  <a:pt x="256" y="421"/>
                  <a:pt x="280" y="412"/>
                  <a:pt x="301" y="396"/>
                </a:cubicBezTo>
                <a:cubicBezTo>
                  <a:pt x="329" y="425"/>
                  <a:pt x="329" y="425"/>
                  <a:pt x="329" y="425"/>
                </a:cubicBezTo>
                <a:cubicBezTo>
                  <a:pt x="368" y="386"/>
                  <a:pt x="368" y="386"/>
                  <a:pt x="368" y="386"/>
                </a:cubicBezTo>
                <a:cubicBezTo>
                  <a:pt x="339" y="358"/>
                  <a:pt x="339" y="358"/>
                  <a:pt x="339" y="358"/>
                </a:cubicBezTo>
                <a:cubicBezTo>
                  <a:pt x="355" y="337"/>
                  <a:pt x="364" y="313"/>
                  <a:pt x="368" y="288"/>
                </a:cubicBezTo>
                <a:cubicBezTo>
                  <a:pt x="408" y="288"/>
                  <a:pt x="408" y="288"/>
                  <a:pt x="408" y="288"/>
                </a:cubicBezTo>
                <a:cubicBezTo>
                  <a:pt x="408" y="234"/>
                  <a:pt x="408" y="234"/>
                  <a:pt x="408" y="234"/>
                </a:cubicBezTo>
                <a:cubicBezTo>
                  <a:pt x="368" y="234"/>
                  <a:pt x="368" y="234"/>
                  <a:pt x="368" y="234"/>
                </a:cubicBezTo>
                <a:cubicBezTo>
                  <a:pt x="364" y="209"/>
                  <a:pt x="355" y="185"/>
                  <a:pt x="339" y="164"/>
                </a:cubicBezTo>
                <a:close/>
                <a:moveTo>
                  <a:pt x="344" y="288"/>
                </a:moveTo>
                <a:cubicBezTo>
                  <a:pt x="341" y="307"/>
                  <a:pt x="334" y="325"/>
                  <a:pt x="322" y="341"/>
                </a:cubicBezTo>
                <a:cubicBezTo>
                  <a:pt x="317" y="349"/>
                  <a:pt x="312" y="356"/>
                  <a:pt x="305" y="362"/>
                </a:cubicBezTo>
                <a:cubicBezTo>
                  <a:pt x="299" y="369"/>
                  <a:pt x="292" y="374"/>
                  <a:pt x="284" y="379"/>
                </a:cubicBezTo>
                <a:cubicBezTo>
                  <a:pt x="268" y="391"/>
                  <a:pt x="250" y="398"/>
                  <a:pt x="231" y="401"/>
                </a:cubicBezTo>
                <a:cubicBezTo>
                  <a:pt x="222" y="403"/>
                  <a:pt x="213" y="404"/>
                  <a:pt x="204" y="404"/>
                </a:cubicBezTo>
                <a:cubicBezTo>
                  <a:pt x="195" y="404"/>
                  <a:pt x="186" y="403"/>
                  <a:pt x="177" y="401"/>
                </a:cubicBezTo>
                <a:cubicBezTo>
                  <a:pt x="158" y="398"/>
                  <a:pt x="140" y="391"/>
                  <a:pt x="124" y="379"/>
                </a:cubicBezTo>
                <a:cubicBezTo>
                  <a:pt x="116" y="374"/>
                  <a:pt x="109" y="369"/>
                  <a:pt x="103" y="362"/>
                </a:cubicBezTo>
                <a:cubicBezTo>
                  <a:pt x="96" y="356"/>
                  <a:pt x="91" y="349"/>
                  <a:pt x="86" y="341"/>
                </a:cubicBezTo>
                <a:cubicBezTo>
                  <a:pt x="75" y="325"/>
                  <a:pt x="67" y="307"/>
                  <a:pt x="64" y="288"/>
                </a:cubicBezTo>
                <a:cubicBezTo>
                  <a:pt x="62" y="279"/>
                  <a:pt x="61" y="270"/>
                  <a:pt x="61" y="261"/>
                </a:cubicBezTo>
                <a:cubicBezTo>
                  <a:pt x="61" y="252"/>
                  <a:pt x="62" y="243"/>
                  <a:pt x="64" y="234"/>
                </a:cubicBezTo>
                <a:cubicBezTo>
                  <a:pt x="67" y="215"/>
                  <a:pt x="75" y="197"/>
                  <a:pt x="86" y="181"/>
                </a:cubicBezTo>
                <a:cubicBezTo>
                  <a:pt x="91" y="173"/>
                  <a:pt x="96" y="166"/>
                  <a:pt x="103" y="160"/>
                </a:cubicBezTo>
                <a:cubicBezTo>
                  <a:pt x="95" y="152"/>
                  <a:pt x="95" y="152"/>
                  <a:pt x="95" y="152"/>
                </a:cubicBezTo>
                <a:cubicBezTo>
                  <a:pt x="103" y="160"/>
                  <a:pt x="103" y="160"/>
                  <a:pt x="103" y="160"/>
                </a:cubicBezTo>
                <a:cubicBezTo>
                  <a:pt x="109" y="153"/>
                  <a:pt x="116" y="148"/>
                  <a:pt x="124" y="143"/>
                </a:cubicBezTo>
                <a:cubicBezTo>
                  <a:pt x="140" y="131"/>
                  <a:pt x="158" y="124"/>
                  <a:pt x="177" y="121"/>
                </a:cubicBezTo>
                <a:cubicBezTo>
                  <a:pt x="186" y="119"/>
                  <a:pt x="195" y="118"/>
                  <a:pt x="204" y="118"/>
                </a:cubicBezTo>
                <a:cubicBezTo>
                  <a:pt x="213" y="118"/>
                  <a:pt x="222" y="119"/>
                  <a:pt x="231" y="121"/>
                </a:cubicBezTo>
                <a:cubicBezTo>
                  <a:pt x="250" y="124"/>
                  <a:pt x="268" y="131"/>
                  <a:pt x="284" y="143"/>
                </a:cubicBezTo>
                <a:cubicBezTo>
                  <a:pt x="292" y="148"/>
                  <a:pt x="299" y="153"/>
                  <a:pt x="305" y="160"/>
                </a:cubicBezTo>
                <a:cubicBezTo>
                  <a:pt x="312" y="166"/>
                  <a:pt x="317" y="173"/>
                  <a:pt x="322" y="181"/>
                </a:cubicBezTo>
                <a:cubicBezTo>
                  <a:pt x="334" y="197"/>
                  <a:pt x="341" y="215"/>
                  <a:pt x="344" y="234"/>
                </a:cubicBezTo>
                <a:cubicBezTo>
                  <a:pt x="346" y="243"/>
                  <a:pt x="347" y="252"/>
                  <a:pt x="347" y="261"/>
                </a:cubicBezTo>
                <a:cubicBezTo>
                  <a:pt x="347" y="270"/>
                  <a:pt x="346" y="279"/>
                  <a:pt x="344" y="288"/>
                </a:cubicBezTo>
                <a:close/>
                <a:moveTo>
                  <a:pt x="562" y="83"/>
                </a:moveTo>
                <a:cubicBezTo>
                  <a:pt x="560" y="71"/>
                  <a:pt x="556" y="60"/>
                  <a:pt x="549" y="50"/>
                </a:cubicBezTo>
                <a:cubicBezTo>
                  <a:pt x="562" y="37"/>
                  <a:pt x="562" y="37"/>
                  <a:pt x="562" y="37"/>
                </a:cubicBezTo>
                <a:cubicBezTo>
                  <a:pt x="544" y="19"/>
                  <a:pt x="544" y="19"/>
                  <a:pt x="544" y="19"/>
                </a:cubicBezTo>
                <a:cubicBezTo>
                  <a:pt x="531" y="32"/>
                  <a:pt x="531" y="32"/>
                  <a:pt x="531" y="32"/>
                </a:cubicBezTo>
                <a:cubicBezTo>
                  <a:pt x="521" y="25"/>
                  <a:pt x="510" y="21"/>
                  <a:pt x="498" y="19"/>
                </a:cubicBezTo>
                <a:cubicBezTo>
                  <a:pt x="498" y="0"/>
                  <a:pt x="498" y="0"/>
                  <a:pt x="498" y="0"/>
                </a:cubicBezTo>
                <a:cubicBezTo>
                  <a:pt x="473" y="0"/>
                  <a:pt x="473" y="0"/>
                  <a:pt x="473" y="0"/>
                </a:cubicBezTo>
                <a:cubicBezTo>
                  <a:pt x="473" y="19"/>
                  <a:pt x="473" y="19"/>
                  <a:pt x="473" y="19"/>
                </a:cubicBezTo>
                <a:cubicBezTo>
                  <a:pt x="462" y="21"/>
                  <a:pt x="451" y="25"/>
                  <a:pt x="441" y="32"/>
                </a:cubicBezTo>
                <a:cubicBezTo>
                  <a:pt x="428" y="19"/>
                  <a:pt x="428" y="19"/>
                  <a:pt x="428" y="19"/>
                </a:cubicBezTo>
                <a:cubicBezTo>
                  <a:pt x="410" y="37"/>
                  <a:pt x="410" y="37"/>
                  <a:pt x="410" y="37"/>
                </a:cubicBezTo>
                <a:cubicBezTo>
                  <a:pt x="423" y="50"/>
                  <a:pt x="423" y="50"/>
                  <a:pt x="423" y="50"/>
                </a:cubicBezTo>
                <a:cubicBezTo>
                  <a:pt x="416" y="60"/>
                  <a:pt x="411" y="71"/>
                  <a:pt x="409" y="83"/>
                </a:cubicBezTo>
                <a:cubicBezTo>
                  <a:pt x="391" y="83"/>
                  <a:pt x="391" y="83"/>
                  <a:pt x="391" y="83"/>
                </a:cubicBezTo>
                <a:cubicBezTo>
                  <a:pt x="391" y="108"/>
                  <a:pt x="391" y="108"/>
                  <a:pt x="391" y="108"/>
                </a:cubicBezTo>
                <a:cubicBezTo>
                  <a:pt x="409" y="108"/>
                  <a:pt x="409" y="108"/>
                  <a:pt x="409" y="108"/>
                </a:cubicBezTo>
                <a:cubicBezTo>
                  <a:pt x="411" y="119"/>
                  <a:pt x="416" y="130"/>
                  <a:pt x="423" y="140"/>
                </a:cubicBezTo>
                <a:cubicBezTo>
                  <a:pt x="410" y="153"/>
                  <a:pt x="410" y="153"/>
                  <a:pt x="410" y="153"/>
                </a:cubicBezTo>
                <a:cubicBezTo>
                  <a:pt x="428" y="171"/>
                  <a:pt x="428" y="171"/>
                  <a:pt x="428" y="171"/>
                </a:cubicBezTo>
                <a:cubicBezTo>
                  <a:pt x="441" y="158"/>
                  <a:pt x="441" y="158"/>
                  <a:pt x="441" y="158"/>
                </a:cubicBezTo>
                <a:cubicBezTo>
                  <a:pt x="451" y="165"/>
                  <a:pt x="462" y="170"/>
                  <a:pt x="473" y="172"/>
                </a:cubicBezTo>
                <a:cubicBezTo>
                  <a:pt x="473" y="190"/>
                  <a:pt x="473" y="190"/>
                  <a:pt x="473" y="190"/>
                </a:cubicBezTo>
                <a:cubicBezTo>
                  <a:pt x="498" y="190"/>
                  <a:pt x="498" y="190"/>
                  <a:pt x="498" y="190"/>
                </a:cubicBezTo>
                <a:cubicBezTo>
                  <a:pt x="498" y="172"/>
                  <a:pt x="498" y="172"/>
                  <a:pt x="498" y="172"/>
                </a:cubicBezTo>
                <a:cubicBezTo>
                  <a:pt x="510" y="170"/>
                  <a:pt x="521" y="165"/>
                  <a:pt x="531" y="158"/>
                </a:cubicBezTo>
                <a:cubicBezTo>
                  <a:pt x="544" y="171"/>
                  <a:pt x="544" y="171"/>
                  <a:pt x="544" y="171"/>
                </a:cubicBezTo>
                <a:cubicBezTo>
                  <a:pt x="562" y="153"/>
                  <a:pt x="562" y="153"/>
                  <a:pt x="562" y="153"/>
                </a:cubicBezTo>
                <a:cubicBezTo>
                  <a:pt x="549" y="140"/>
                  <a:pt x="549" y="140"/>
                  <a:pt x="549" y="140"/>
                </a:cubicBezTo>
                <a:cubicBezTo>
                  <a:pt x="556" y="130"/>
                  <a:pt x="560" y="119"/>
                  <a:pt x="562" y="108"/>
                </a:cubicBezTo>
                <a:cubicBezTo>
                  <a:pt x="581" y="108"/>
                  <a:pt x="581" y="108"/>
                  <a:pt x="581" y="108"/>
                </a:cubicBezTo>
                <a:cubicBezTo>
                  <a:pt x="581" y="83"/>
                  <a:pt x="581" y="83"/>
                  <a:pt x="581" y="83"/>
                </a:cubicBezTo>
                <a:lnTo>
                  <a:pt x="562" y="83"/>
                </a:lnTo>
                <a:close/>
                <a:moveTo>
                  <a:pt x="551" y="108"/>
                </a:moveTo>
                <a:cubicBezTo>
                  <a:pt x="549" y="116"/>
                  <a:pt x="546" y="125"/>
                  <a:pt x="541" y="132"/>
                </a:cubicBezTo>
                <a:cubicBezTo>
                  <a:pt x="539" y="136"/>
                  <a:pt x="536" y="139"/>
                  <a:pt x="533" y="142"/>
                </a:cubicBezTo>
                <a:cubicBezTo>
                  <a:pt x="530" y="145"/>
                  <a:pt x="527" y="148"/>
                  <a:pt x="523" y="150"/>
                </a:cubicBezTo>
                <a:cubicBezTo>
                  <a:pt x="516" y="155"/>
                  <a:pt x="507" y="159"/>
                  <a:pt x="498" y="160"/>
                </a:cubicBezTo>
                <a:cubicBezTo>
                  <a:pt x="494" y="161"/>
                  <a:pt x="490" y="162"/>
                  <a:pt x="486" y="162"/>
                </a:cubicBezTo>
                <a:cubicBezTo>
                  <a:pt x="482" y="162"/>
                  <a:pt x="477" y="161"/>
                  <a:pt x="473" y="160"/>
                </a:cubicBezTo>
                <a:cubicBezTo>
                  <a:pt x="465" y="159"/>
                  <a:pt x="456" y="155"/>
                  <a:pt x="449" y="150"/>
                </a:cubicBezTo>
                <a:cubicBezTo>
                  <a:pt x="445" y="148"/>
                  <a:pt x="442" y="145"/>
                  <a:pt x="439" y="142"/>
                </a:cubicBezTo>
                <a:cubicBezTo>
                  <a:pt x="436" y="139"/>
                  <a:pt x="433" y="136"/>
                  <a:pt x="431" y="132"/>
                </a:cubicBezTo>
                <a:cubicBezTo>
                  <a:pt x="426" y="125"/>
                  <a:pt x="422" y="116"/>
                  <a:pt x="421" y="108"/>
                </a:cubicBezTo>
                <a:cubicBezTo>
                  <a:pt x="420" y="104"/>
                  <a:pt x="419" y="99"/>
                  <a:pt x="419" y="95"/>
                </a:cubicBezTo>
                <a:cubicBezTo>
                  <a:pt x="419" y="91"/>
                  <a:pt x="420" y="87"/>
                  <a:pt x="421" y="83"/>
                </a:cubicBezTo>
                <a:cubicBezTo>
                  <a:pt x="422" y="74"/>
                  <a:pt x="426" y="65"/>
                  <a:pt x="431" y="58"/>
                </a:cubicBezTo>
                <a:cubicBezTo>
                  <a:pt x="433" y="54"/>
                  <a:pt x="436" y="51"/>
                  <a:pt x="439" y="48"/>
                </a:cubicBezTo>
                <a:cubicBezTo>
                  <a:pt x="435" y="44"/>
                  <a:pt x="435" y="44"/>
                  <a:pt x="435" y="44"/>
                </a:cubicBezTo>
                <a:cubicBezTo>
                  <a:pt x="439" y="48"/>
                  <a:pt x="439" y="48"/>
                  <a:pt x="439" y="48"/>
                </a:cubicBezTo>
                <a:cubicBezTo>
                  <a:pt x="442" y="45"/>
                  <a:pt x="445" y="42"/>
                  <a:pt x="449" y="40"/>
                </a:cubicBezTo>
                <a:cubicBezTo>
                  <a:pt x="456" y="35"/>
                  <a:pt x="465" y="32"/>
                  <a:pt x="473" y="30"/>
                </a:cubicBezTo>
                <a:cubicBezTo>
                  <a:pt x="477" y="29"/>
                  <a:pt x="482" y="29"/>
                  <a:pt x="486" y="29"/>
                </a:cubicBezTo>
                <a:cubicBezTo>
                  <a:pt x="490" y="29"/>
                  <a:pt x="494" y="29"/>
                  <a:pt x="498" y="30"/>
                </a:cubicBezTo>
                <a:cubicBezTo>
                  <a:pt x="507" y="32"/>
                  <a:pt x="516" y="35"/>
                  <a:pt x="523" y="40"/>
                </a:cubicBezTo>
                <a:cubicBezTo>
                  <a:pt x="527" y="42"/>
                  <a:pt x="530" y="45"/>
                  <a:pt x="533" y="48"/>
                </a:cubicBezTo>
                <a:cubicBezTo>
                  <a:pt x="536" y="51"/>
                  <a:pt x="539" y="54"/>
                  <a:pt x="541" y="58"/>
                </a:cubicBezTo>
                <a:cubicBezTo>
                  <a:pt x="546" y="65"/>
                  <a:pt x="549" y="74"/>
                  <a:pt x="551" y="83"/>
                </a:cubicBezTo>
                <a:cubicBezTo>
                  <a:pt x="552" y="87"/>
                  <a:pt x="552" y="91"/>
                  <a:pt x="552" y="95"/>
                </a:cubicBezTo>
                <a:cubicBezTo>
                  <a:pt x="552" y="99"/>
                  <a:pt x="552" y="104"/>
                  <a:pt x="551" y="108"/>
                </a:cubicBezTo>
                <a:close/>
              </a:path>
            </a:pathLst>
          </a:custGeom>
          <a:solidFill>
            <a:srgbClr val="3F80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 name="文本框 108"/>
          <p:cNvSpPr txBox="1"/>
          <p:nvPr/>
        </p:nvSpPr>
        <p:spPr>
          <a:xfrm>
            <a:off x="6747727" y="990090"/>
            <a:ext cx="1241045" cy="523220"/>
          </a:xfrm>
          <a:prstGeom prst="rect">
            <a:avLst/>
          </a:prstGeom>
          <a:noFill/>
        </p:spPr>
        <p:txBody>
          <a:bodyPr wrap="none" rtlCol="0">
            <a:spAutoFit/>
          </a:bodyPr>
          <a:lstStyle>
            <a:defPPr>
              <a:defRPr lang="zh-CN"/>
            </a:defPPr>
            <a:lvl1pPr>
              <a:defRPr sz="4000">
                <a:solidFill>
                  <a:srgbClr val="605E5E"/>
                </a:solidFill>
                <a:latin typeface="Impact" panose="020B0806030902050204" pitchFamily="34" charset="0"/>
                <a:cs typeface="Aharoni" panose="02010803020104030203" pitchFamily="2" charset="-79"/>
              </a:defRPr>
            </a:lvl1pPr>
          </a:lstStyle>
          <a:p>
            <a:r>
              <a:rPr lang="en-US" altLang="zh-CN" sz="2800" dirty="0">
                <a:solidFill>
                  <a:srgbClr val="C0472D"/>
                </a:solidFill>
              </a:rPr>
              <a:t>Step 01</a:t>
            </a:r>
            <a:endParaRPr lang="zh-CN" altLang="en-US" sz="2800" dirty="0">
              <a:solidFill>
                <a:srgbClr val="C0472D"/>
              </a:solidFill>
            </a:endParaRPr>
          </a:p>
        </p:txBody>
      </p:sp>
      <p:sp>
        <p:nvSpPr>
          <p:cNvPr id="110" name="文本框 109"/>
          <p:cNvSpPr txBox="1"/>
          <p:nvPr/>
        </p:nvSpPr>
        <p:spPr>
          <a:xfrm>
            <a:off x="10114343" y="990090"/>
            <a:ext cx="1284326" cy="523220"/>
          </a:xfrm>
          <a:prstGeom prst="rect">
            <a:avLst/>
          </a:prstGeom>
          <a:noFill/>
        </p:spPr>
        <p:txBody>
          <a:bodyPr wrap="none" rtlCol="0">
            <a:spAutoFit/>
          </a:bodyPr>
          <a:lstStyle>
            <a:defPPr>
              <a:defRPr lang="zh-CN"/>
            </a:defPPr>
            <a:lvl1pPr>
              <a:defRPr sz="4000">
                <a:solidFill>
                  <a:srgbClr val="605E5E"/>
                </a:solidFill>
                <a:latin typeface="Impact" panose="020B0806030902050204" pitchFamily="34" charset="0"/>
                <a:cs typeface="Aharoni" panose="02010803020104030203" pitchFamily="2" charset="-79"/>
              </a:defRPr>
            </a:lvl1pPr>
          </a:lstStyle>
          <a:p>
            <a:r>
              <a:rPr lang="en-US" altLang="zh-CN" sz="2800" dirty="0">
                <a:solidFill>
                  <a:srgbClr val="A4AB33"/>
                </a:solidFill>
              </a:rPr>
              <a:t>Step 02</a:t>
            </a:r>
            <a:endParaRPr lang="zh-CN" altLang="en-US" sz="2800" dirty="0">
              <a:solidFill>
                <a:srgbClr val="A4AB33"/>
              </a:solidFill>
            </a:endParaRPr>
          </a:p>
        </p:txBody>
      </p:sp>
      <p:sp>
        <p:nvSpPr>
          <p:cNvPr id="111" name="文本框 110"/>
          <p:cNvSpPr txBox="1"/>
          <p:nvPr/>
        </p:nvSpPr>
        <p:spPr>
          <a:xfrm>
            <a:off x="6747727" y="5901201"/>
            <a:ext cx="1284326" cy="523220"/>
          </a:xfrm>
          <a:prstGeom prst="rect">
            <a:avLst/>
          </a:prstGeom>
          <a:noFill/>
        </p:spPr>
        <p:txBody>
          <a:bodyPr wrap="none" rtlCol="0">
            <a:spAutoFit/>
          </a:bodyPr>
          <a:lstStyle>
            <a:defPPr>
              <a:defRPr lang="zh-CN"/>
            </a:defPPr>
            <a:lvl1pPr>
              <a:defRPr sz="4000">
                <a:solidFill>
                  <a:srgbClr val="605E5E"/>
                </a:solidFill>
                <a:latin typeface="Impact" panose="020B0806030902050204" pitchFamily="34" charset="0"/>
                <a:cs typeface="Aharoni" panose="02010803020104030203" pitchFamily="2" charset="-79"/>
              </a:defRPr>
            </a:lvl1pPr>
          </a:lstStyle>
          <a:p>
            <a:r>
              <a:rPr lang="en-US" altLang="zh-CN" sz="2800" dirty="0">
                <a:solidFill>
                  <a:srgbClr val="406B7F"/>
                </a:solidFill>
              </a:rPr>
              <a:t>Step 04</a:t>
            </a:r>
            <a:endParaRPr lang="zh-CN" altLang="en-US" sz="2800" dirty="0">
              <a:solidFill>
                <a:srgbClr val="406B7F"/>
              </a:solidFill>
            </a:endParaRPr>
          </a:p>
        </p:txBody>
      </p:sp>
      <p:sp>
        <p:nvSpPr>
          <p:cNvPr id="112" name="文本框 111"/>
          <p:cNvSpPr txBox="1"/>
          <p:nvPr/>
        </p:nvSpPr>
        <p:spPr>
          <a:xfrm>
            <a:off x="10108733" y="5901201"/>
            <a:ext cx="1295547" cy="523220"/>
          </a:xfrm>
          <a:prstGeom prst="rect">
            <a:avLst/>
          </a:prstGeom>
          <a:noFill/>
        </p:spPr>
        <p:txBody>
          <a:bodyPr wrap="none" rtlCol="0">
            <a:spAutoFit/>
          </a:bodyPr>
          <a:lstStyle>
            <a:defPPr>
              <a:defRPr lang="zh-CN"/>
            </a:defPPr>
            <a:lvl1pPr>
              <a:defRPr sz="4000">
                <a:solidFill>
                  <a:srgbClr val="605E5E"/>
                </a:solidFill>
                <a:latin typeface="Impact" panose="020B0806030902050204" pitchFamily="34" charset="0"/>
                <a:cs typeface="Aharoni" panose="02010803020104030203" pitchFamily="2" charset="-79"/>
              </a:defRPr>
            </a:lvl1pPr>
          </a:lstStyle>
          <a:p>
            <a:r>
              <a:rPr lang="en-US" altLang="zh-CN" sz="2800" dirty="0">
                <a:solidFill>
                  <a:srgbClr val="D46D24"/>
                </a:solidFill>
              </a:rPr>
              <a:t>Step 03</a:t>
            </a:r>
            <a:endParaRPr lang="zh-CN" altLang="en-US" sz="2800" dirty="0">
              <a:solidFill>
                <a:srgbClr val="D46D24"/>
              </a:solidFill>
            </a:endParaRPr>
          </a:p>
        </p:txBody>
      </p:sp>
      <p:sp>
        <p:nvSpPr>
          <p:cNvPr id="113" name="文本框 112"/>
          <p:cNvSpPr txBox="1"/>
          <p:nvPr/>
        </p:nvSpPr>
        <p:spPr>
          <a:xfrm>
            <a:off x="6723603" y="1493673"/>
            <a:ext cx="1349921" cy="338554"/>
          </a:xfrm>
          <a:prstGeom prst="rect">
            <a:avLst/>
          </a:prstGeom>
          <a:noFill/>
        </p:spPr>
        <p:txBody>
          <a:bodyPr wrap="none" rtlCol="0">
            <a:spAutoFit/>
          </a:bodyPr>
          <a:lstStyle/>
          <a:p>
            <a:r>
              <a:rPr lang="en-US" altLang="zh-CN" sz="1600" dirty="0">
                <a:solidFill>
                  <a:srgbClr val="605E5E"/>
                </a:solidFill>
                <a:latin typeface="Tahoma" panose="020B0604030504040204" pitchFamily="34" charset="0"/>
                <a:ea typeface="Tahoma" panose="020B0604030504040204" pitchFamily="34" charset="0"/>
                <a:cs typeface="Tahoma" panose="020B0604030504040204" pitchFamily="34" charset="0"/>
              </a:rPr>
              <a:t>Sample Text</a:t>
            </a:r>
            <a:r>
              <a:rPr lang="en-US" altLang="zh-CN" sz="1600" dirty="0">
                <a:solidFill>
                  <a:srgbClr val="859291"/>
                </a:solidFill>
                <a:latin typeface="Tahoma" panose="020B0604030504040204" pitchFamily="34" charset="0"/>
                <a:ea typeface="Tahoma" panose="020B0604030504040204" pitchFamily="34" charset="0"/>
                <a:cs typeface="Tahoma" panose="020B0604030504040204" pitchFamily="34" charset="0"/>
              </a:rPr>
              <a:t>.</a:t>
            </a:r>
            <a:endParaRPr lang="zh-CN" altLang="en-US" sz="1600" dirty="0">
              <a:solidFill>
                <a:srgbClr val="859291"/>
              </a:solidFill>
              <a:latin typeface="Tahoma" panose="020B0604030504040204" pitchFamily="34" charset="0"/>
              <a:cs typeface="Tahoma" panose="020B0604030504040204" pitchFamily="34" charset="0"/>
            </a:endParaRPr>
          </a:p>
        </p:txBody>
      </p:sp>
      <p:sp>
        <p:nvSpPr>
          <p:cNvPr id="114" name="文本框 113"/>
          <p:cNvSpPr txBox="1"/>
          <p:nvPr/>
        </p:nvSpPr>
        <p:spPr>
          <a:xfrm>
            <a:off x="10081545" y="1493673"/>
            <a:ext cx="1349921" cy="338554"/>
          </a:xfrm>
          <a:prstGeom prst="rect">
            <a:avLst/>
          </a:prstGeom>
          <a:noFill/>
        </p:spPr>
        <p:txBody>
          <a:bodyPr wrap="none" rtlCol="0">
            <a:spAutoFit/>
          </a:bodyPr>
          <a:lstStyle/>
          <a:p>
            <a:r>
              <a:rPr lang="en-US" altLang="zh-CN" sz="1600" dirty="0">
                <a:solidFill>
                  <a:srgbClr val="605E5E"/>
                </a:solidFill>
                <a:latin typeface="Tahoma" panose="020B0604030504040204" pitchFamily="34" charset="0"/>
                <a:ea typeface="Tahoma" panose="020B0604030504040204" pitchFamily="34" charset="0"/>
                <a:cs typeface="Tahoma" panose="020B0604030504040204" pitchFamily="34" charset="0"/>
              </a:rPr>
              <a:t>Sample Text</a:t>
            </a:r>
            <a:r>
              <a:rPr lang="en-US" altLang="zh-CN" sz="1600" dirty="0">
                <a:solidFill>
                  <a:srgbClr val="859291"/>
                </a:solidFill>
                <a:latin typeface="Tahoma" panose="020B0604030504040204" pitchFamily="34" charset="0"/>
                <a:ea typeface="Tahoma" panose="020B0604030504040204" pitchFamily="34" charset="0"/>
                <a:cs typeface="Tahoma" panose="020B0604030504040204" pitchFamily="34" charset="0"/>
              </a:rPr>
              <a:t>.</a:t>
            </a:r>
            <a:endParaRPr lang="zh-CN" altLang="en-US" sz="1600" dirty="0">
              <a:solidFill>
                <a:srgbClr val="859291"/>
              </a:solidFill>
              <a:latin typeface="Tahoma" panose="020B0604030504040204" pitchFamily="34" charset="0"/>
              <a:cs typeface="Tahoma" panose="020B0604030504040204" pitchFamily="34" charset="0"/>
            </a:endParaRPr>
          </a:p>
        </p:txBody>
      </p:sp>
      <p:sp>
        <p:nvSpPr>
          <p:cNvPr id="115" name="文本框 114"/>
          <p:cNvSpPr txBox="1"/>
          <p:nvPr/>
        </p:nvSpPr>
        <p:spPr>
          <a:xfrm>
            <a:off x="6723603" y="5573179"/>
            <a:ext cx="1349921" cy="338554"/>
          </a:xfrm>
          <a:prstGeom prst="rect">
            <a:avLst/>
          </a:prstGeom>
          <a:noFill/>
        </p:spPr>
        <p:txBody>
          <a:bodyPr wrap="none" rtlCol="0">
            <a:spAutoFit/>
          </a:bodyPr>
          <a:lstStyle/>
          <a:p>
            <a:r>
              <a:rPr lang="en-US" altLang="zh-CN" sz="1600" dirty="0">
                <a:solidFill>
                  <a:srgbClr val="605E5E"/>
                </a:solidFill>
                <a:latin typeface="Tahoma" panose="020B0604030504040204" pitchFamily="34" charset="0"/>
                <a:ea typeface="Tahoma" panose="020B0604030504040204" pitchFamily="34" charset="0"/>
                <a:cs typeface="Tahoma" panose="020B0604030504040204" pitchFamily="34" charset="0"/>
              </a:rPr>
              <a:t>Sample Text</a:t>
            </a:r>
            <a:r>
              <a:rPr lang="en-US" altLang="zh-CN" sz="1600" dirty="0">
                <a:solidFill>
                  <a:srgbClr val="859291"/>
                </a:solidFill>
                <a:latin typeface="Tahoma" panose="020B0604030504040204" pitchFamily="34" charset="0"/>
                <a:ea typeface="Tahoma" panose="020B0604030504040204" pitchFamily="34" charset="0"/>
                <a:cs typeface="Tahoma" panose="020B0604030504040204" pitchFamily="34" charset="0"/>
              </a:rPr>
              <a:t>.</a:t>
            </a:r>
            <a:endParaRPr lang="zh-CN" altLang="en-US" sz="1600" dirty="0">
              <a:solidFill>
                <a:srgbClr val="859291"/>
              </a:solidFill>
              <a:latin typeface="Tahoma" panose="020B0604030504040204" pitchFamily="34" charset="0"/>
              <a:cs typeface="Tahoma" panose="020B0604030504040204" pitchFamily="34" charset="0"/>
            </a:endParaRPr>
          </a:p>
        </p:txBody>
      </p:sp>
      <p:sp>
        <p:nvSpPr>
          <p:cNvPr id="116" name="文本框 115"/>
          <p:cNvSpPr txBox="1"/>
          <p:nvPr/>
        </p:nvSpPr>
        <p:spPr>
          <a:xfrm>
            <a:off x="10081545" y="5573179"/>
            <a:ext cx="1349921" cy="338554"/>
          </a:xfrm>
          <a:prstGeom prst="rect">
            <a:avLst/>
          </a:prstGeom>
          <a:noFill/>
        </p:spPr>
        <p:txBody>
          <a:bodyPr wrap="none" rtlCol="0">
            <a:spAutoFit/>
          </a:bodyPr>
          <a:lstStyle/>
          <a:p>
            <a:r>
              <a:rPr lang="en-US" altLang="zh-CN" sz="1600" dirty="0">
                <a:solidFill>
                  <a:srgbClr val="605E5E"/>
                </a:solidFill>
                <a:latin typeface="Tahoma" panose="020B0604030504040204" pitchFamily="34" charset="0"/>
                <a:ea typeface="Tahoma" panose="020B0604030504040204" pitchFamily="34" charset="0"/>
                <a:cs typeface="Tahoma" panose="020B0604030504040204" pitchFamily="34" charset="0"/>
              </a:rPr>
              <a:t>Sample Text</a:t>
            </a:r>
            <a:r>
              <a:rPr lang="en-US" altLang="zh-CN" sz="1600" dirty="0">
                <a:solidFill>
                  <a:srgbClr val="859291"/>
                </a:solidFill>
                <a:latin typeface="Tahoma" panose="020B0604030504040204" pitchFamily="34" charset="0"/>
                <a:ea typeface="Tahoma" panose="020B0604030504040204" pitchFamily="34" charset="0"/>
                <a:cs typeface="Tahoma" panose="020B0604030504040204" pitchFamily="34" charset="0"/>
              </a:rPr>
              <a:t>.</a:t>
            </a:r>
            <a:endParaRPr lang="zh-CN" altLang="en-US" sz="1600" dirty="0">
              <a:solidFill>
                <a:srgbClr val="859291"/>
              </a:solidFill>
              <a:latin typeface="Tahoma" panose="020B0604030504040204" pitchFamily="34" charset="0"/>
              <a:cs typeface="Tahoma" panose="020B0604030504040204" pitchFamily="34" charset="0"/>
            </a:endParaRPr>
          </a:p>
        </p:txBody>
      </p:sp>
      <p:sp>
        <p:nvSpPr>
          <p:cNvPr id="25"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四项循环</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008493036"/>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 name="Freeform 60"/>
          <p:cNvSpPr>
            <a:spLocks/>
          </p:cNvSpPr>
          <p:nvPr/>
        </p:nvSpPr>
        <p:spPr bwMode="auto">
          <a:xfrm>
            <a:off x="1007063" y="3889553"/>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 name="圆角矩形 87"/>
          <p:cNvSpPr/>
          <p:nvPr/>
        </p:nvSpPr>
        <p:spPr>
          <a:xfrm>
            <a:off x="1674755" y="4048838"/>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89" name="等腰三角形 88"/>
          <p:cNvSpPr/>
          <p:nvPr/>
        </p:nvSpPr>
        <p:spPr>
          <a:xfrm rot="16200000">
            <a:off x="1600123" y="4116382"/>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106" name="文本框 105"/>
          <p:cNvSpPr txBox="1"/>
          <p:nvPr/>
        </p:nvSpPr>
        <p:spPr>
          <a:xfrm>
            <a:off x="940214" y="4689154"/>
            <a:ext cx="4581553" cy="1421928"/>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网络</a:t>
            </a:r>
            <a:r>
              <a:rPr lang="en-US" altLang="zh-CN" dirty="0">
                <a:solidFill>
                  <a:prstClr val="black">
                    <a:lumMod val="65000"/>
                    <a:lumOff val="35000"/>
                  </a:prstClr>
                </a:solidFill>
                <a:latin typeface="微软雅黑" panose="020B0503020204020204" pitchFamily="34" charset="-122"/>
              </a:rPr>
              <a:t>EPS</a:t>
            </a:r>
            <a:r>
              <a:rPr lang="zh-CN" altLang="en-US" dirty="0">
                <a:solidFill>
                  <a:prstClr val="black">
                    <a:lumMod val="65000"/>
                    <a:lumOff val="35000"/>
                  </a:prstClr>
                </a:solidFill>
                <a:latin typeface="微软雅黑" panose="020B0503020204020204" pitchFamily="34" charset="-122"/>
              </a:rPr>
              <a:t>素材改编；</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文字、颜色可随意更改；</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中心图标可替换为其他图标或文字；</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去掉箭头亦可作为并列关系使用。</a:t>
            </a:r>
            <a:endParaRPr lang="en-US" altLang="zh-CN" dirty="0">
              <a:solidFill>
                <a:prstClr val="black">
                  <a:lumMod val="65000"/>
                  <a:lumOff val="35000"/>
                </a:prstClr>
              </a:solidFill>
              <a:latin typeface="微软雅黑" panose="020B0503020204020204" pitchFamily="34" charset="-122"/>
            </a:endParaRPr>
          </a:p>
        </p:txBody>
      </p:sp>
      <p:sp>
        <p:nvSpPr>
          <p:cNvPr id="19" name="Freeform 19"/>
          <p:cNvSpPr>
            <a:spLocks/>
          </p:cNvSpPr>
          <p:nvPr/>
        </p:nvSpPr>
        <p:spPr bwMode="auto">
          <a:xfrm>
            <a:off x="5607050" y="530225"/>
            <a:ext cx="2908300" cy="2909888"/>
          </a:xfrm>
          <a:custGeom>
            <a:avLst/>
            <a:gdLst>
              <a:gd name="T0" fmla="*/ 1097 w 1097"/>
              <a:gd name="T1" fmla="*/ 347 h 1097"/>
              <a:gd name="T2" fmla="*/ 1097 w 1097"/>
              <a:gd name="T3" fmla="*/ 0 h 1097"/>
              <a:gd name="T4" fmla="*/ 0 w 1097"/>
              <a:gd name="T5" fmla="*/ 1097 h 1097"/>
              <a:gd name="T6" fmla="*/ 347 w 1097"/>
              <a:gd name="T7" fmla="*/ 1097 h 1097"/>
              <a:gd name="T8" fmla="*/ 1097 w 1097"/>
              <a:gd name="T9" fmla="*/ 347 h 1097"/>
            </a:gdLst>
            <a:ahLst/>
            <a:cxnLst>
              <a:cxn ang="0">
                <a:pos x="T0" y="T1"/>
              </a:cxn>
              <a:cxn ang="0">
                <a:pos x="T2" y="T3"/>
              </a:cxn>
              <a:cxn ang="0">
                <a:pos x="T4" y="T5"/>
              </a:cxn>
              <a:cxn ang="0">
                <a:pos x="T6" y="T7"/>
              </a:cxn>
              <a:cxn ang="0">
                <a:pos x="T8" y="T9"/>
              </a:cxn>
            </a:cxnLst>
            <a:rect l="0" t="0" r="r" b="b"/>
            <a:pathLst>
              <a:path w="1097" h="1097">
                <a:moveTo>
                  <a:pt x="1097" y="347"/>
                </a:moveTo>
                <a:cubicBezTo>
                  <a:pt x="1097" y="0"/>
                  <a:pt x="1097" y="0"/>
                  <a:pt x="1097" y="0"/>
                </a:cubicBezTo>
                <a:cubicBezTo>
                  <a:pt x="492" y="0"/>
                  <a:pt x="0" y="492"/>
                  <a:pt x="0" y="1097"/>
                </a:cubicBezTo>
                <a:cubicBezTo>
                  <a:pt x="347" y="1097"/>
                  <a:pt x="347" y="1097"/>
                  <a:pt x="347" y="1097"/>
                </a:cubicBezTo>
                <a:cubicBezTo>
                  <a:pt x="347" y="683"/>
                  <a:pt x="683" y="347"/>
                  <a:pt x="1097" y="347"/>
                </a:cubicBezTo>
                <a:close/>
              </a:path>
            </a:pathLst>
          </a:custGeom>
          <a:solidFill>
            <a:srgbClr val="E40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 name="Freeform 20"/>
          <p:cNvSpPr>
            <a:spLocks/>
          </p:cNvSpPr>
          <p:nvPr/>
        </p:nvSpPr>
        <p:spPr bwMode="auto">
          <a:xfrm>
            <a:off x="5607050" y="3440113"/>
            <a:ext cx="2908300" cy="2908300"/>
          </a:xfrm>
          <a:custGeom>
            <a:avLst/>
            <a:gdLst>
              <a:gd name="T0" fmla="*/ 347 w 1097"/>
              <a:gd name="T1" fmla="*/ 0 h 1097"/>
              <a:gd name="T2" fmla="*/ 0 w 1097"/>
              <a:gd name="T3" fmla="*/ 0 h 1097"/>
              <a:gd name="T4" fmla="*/ 1097 w 1097"/>
              <a:gd name="T5" fmla="*/ 1097 h 1097"/>
              <a:gd name="T6" fmla="*/ 1097 w 1097"/>
              <a:gd name="T7" fmla="*/ 750 h 1097"/>
              <a:gd name="T8" fmla="*/ 347 w 1097"/>
              <a:gd name="T9" fmla="*/ 0 h 1097"/>
            </a:gdLst>
            <a:ahLst/>
            <a:cxnLst>
              <a:cxn ang="0">
                <a:pos x="T0" y="T1"/>
              </a:cxn>
              <a:cxn ang="0">
                <a:pos x="T2" y="T3"/>
              </a:cxn>
              <a:cxn ang="0">
                <a:pos x="T4" y="T5"/>
              </a:cxn>
              <a:cxn ang="0">
                <a:pos x="T6" y="T7"/>
              </a:cxn>
              <a:cxn ang="0">
                <a:pos x="T8" y="T9"/>
              </a:cxn>
            </a:cxnLst>
            <a:rect l="0" t="0" r="r" b="b"/>
            <a:pathLst>
              <a:path w="1097" h="1097">
                <a:moveTo>
                  <a:pt x="347" y="0"/>
                </a:moveTo>
                <a:cubicBezTo>
                  <a:pt x="0" y="0"/>
                  <a:pt x="0" y="0"/>
                  <a:pt x="0" y="0"/>
                </a:cubicBezTo>
                <a:cubicBezTo>
                  <a:pt x="0" y="605"/>
                  <a:pt x="492" y="1097"/>
                  <a:pt x="1097" y="1097"/>
                </a:cubicBezTo>
                <a:cubicBezTo>
                  <a:pt x="1097" y="750"/>
                  <a:pt x="1097" y="750"/>
                  <a:pt x="1097" y="750"/>
                </a:cubicBezTo>
                <a:cubicBezTo>
                  <a:pt x="683" y="750"/>
                  <a:pt x="347" y="414"/>
                  <a:pt x="347" y="0"/>
                </a:cubicBezTo>
                <a:close/>
              </a:path>
            </a:pathLst>
          </a:custGeom>
          <a:solidFill>
            <a:srgbClr val="CFD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 name="Freeform 21"/>
          <p:cNvSpPr>
            <a:spLocks/>
          </p:cNvSpPr>
          <p:nvPr/>
        </p:nvSpPr>
        <p:spPr bwMode="auto">
          <a:xfrm>
            <a:off x="8515350" y="530225"/>
            <a:ext cx="2909888" cy="2909888"/>
          </a:xfrm>
          <a:custGeom>
            <a:avLst/>
            <a:gdLst>
              <a:gd name="T0" fmla="*/ 0 w 1097"/>
              <a:gd name="T1" fmla="*/ 0 h 1097"/>
              <a:gd name="T2" fmla="*/ 0 w 1097"/>
              <a:gd name="T3" fmla="*/ 347 h 1097"/>
              <a:gd name="T4" fmla="*/ 750 w 1097"/>
              <a:gd name="T5" fmla="*/ 1097 h 1097"/>
              <a:gd name="T6" fmla="*/ 1097 w 1097"/>
              <a:gd name="T7" fmla="*/ 1097 h 1097"/>
              <a:gd name="T8" fmla="*/ 0 w 1097"/>
              <a:gd name="T9" fmla="*/ 0 h 1097"/>
            </a:gdLst>
            <a:ahLst/>
            <a:cxnLst>
              <a:cxn ang="0">
                <a:pos x="T0" y="T1"/>
              </a:cxn>
              <a:cxn ang="0">
                <a:pos x="T2" y="T3"/>
              </a:cxn>
              <a:cxn ang="0">
                <a:pos x="T4" y="T5"/>
              </a:cxn>
              <a:cxn ang="0">
                <a:pos x="T6" y="T7"/>
              </a:cxn>
              <a:cxn ang="0">
                <a:pos x="T8" y="T9"/>
              </a:cxn>
            </a:cxnLst>
            <a:rect l="0" t="0" r="r" b="b"/>
            <a:pathLst>
              <a:path w="1097" h="1097">
                <a:moveTo>
                  <a:pt x="0" y="0"/>
                </a:moveTo>
                <a:cubicBezTo>
                  <a:pt x="0" y="347"/>
                  <a:pt x="0" y="347"/>
                  <a:pt x="0" y="347"/>
                </a:cubicBezTo>
                <a:cubicBezTo>
                  <a:pt x="414" y="347"/>
                  <a:pt x="750" y="683"/>
                  <a:pt x="750" y="1097"/>
                </a:cubicBezTo>
                <a:cubicBezTo>
                  <a:pt x="1097" y="1097"/>
                  <a:pt x="1097" y="1097"/>
                  <a:pt x="1097" y="1097"/>
                </a:cubicBezTo>
                <a:cubicBezTo>
                  <a:pt x="1097" y="492"/>
                  <a:pt x="605" y="0"/>
                  <a:pt x="0" y="0"/>
                </a:cubicBezTo>
                <a:close/>
              </a:path>
            </a:pathLst>
          </a:custGeom>
          <a:solidFill>
            <a:srgbClr val="00A0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 name="Freeform 22"/>
          <p:cNvSpPr>
            <a:spLocks/>
          </p:cNvSpPr>
          <p:nvPr/>
        </p:nvSpPr>
        <p:spPr bwMode="auto">
          <a:xfrm>
            <a:off x="8515350" y="3440113"/>
            <a:ext cx="2909888" cy="2908300"/>
          </a:xfrm>
          <a:custGeom>
            <a:avLst/>
            <a:gdLst>
              <a:gd name="T0" fmla="*/ 0 w 1097"/>
              <a:gd name="T1" fmla="*/ 750 h 1097"/>
              <a:gd name="T2" fmla="*/ 0 w 1097"/>
              <a:gd name="T3" fmla="*/ 1097 h 1097"/>
              <a:gd name="T4" fmla="*/ 1097 w 1097"/>
              <a:gd name="T5" fmla="*/ 0 h 1097"/>
              <a:gd name="T6" fmla="*/ 750 w 1097"/>
              <a:gd name="T7" fmla="*/ 0 h 1097"/>
              <a:gd name="T8" fmla="*/ 0 w 1097"/>
              <a:gd name="T9" fmla="*/ 750 h 1097"/>
            </a:gdLst>
            <a:ahLst/>
            <a:cxnLst>
              <a:cxn ang="0">
                <a:pos x="T0" y="T1"/>
              </a:cxn>
              <a:cxn ang="0">
                <a:pos x="T2" y="T3"/>
              </a:cxn>
              <a:cxn ang="0">
                <a:pos x="T4" y="T5"/>
              </a:cxn>
              <a:cxn ang="0">
                <a:pos x="T6" y="T7"/>
              </a:cxn>
              <a:cxn ang="0">
                <a:pos x="T8" y="T9"/>
              </a:cxn>
            </a:cxnLst>
            <a:rect l="0" t="0" r="r" b="b"/>
            <a:pathLst>
              <a:path w="1097" h="1097">
                <a:moveTo>
                  <a:pt x="0" y="750"/>
                </a:moveTo>
                <a:cubicBezTo>
                  <a:pt x="0" y="1097"/>
                  <a:pt x="0" y="1097"/>
                  <a:pt x="0" y="1097"/>
                </a:cubicBezTo>
                <a:cubicBezTo>
                  <a:pt x="605" y="1097"/>
                  <a:pt x="1097" y="605"/>
                  <a:pt x="1097" y="0"/>
                </a:cubicBezTo>
                <a:cubicBezTo>
                  <a:pt x="750" y="0"/>
                  <a:pt x="750" y="0"/>
                  <a:pt x="750" y="0"/>
                </a:cubicBezTo>
                <a:cubicBezTo>
                  <a:pt x="750" y="414"/>
                  <a:pt x="414" y="750"/>
                  <a:pt x="0" y="750"/>
                </a:cubicBezTo>
                <a:close/>
              </a:path>
            </a:pathLst>
          </a:custGeom>
          <a:solidFill>
            <a:srgbClr val="F398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46" name="组合 45"/>
          <p:cNvGrpSpPr/>
          <p:nvPr/>
        </p:nvGrpSpPr>
        <p:grpSpPr>
          <a:xfrm>
            <a:off x="7067932" y="2163651"/>
            <a:ext cx="2934935" cy="2829066"/>
            <a:chOff x="2838450" y="3308350"/>
            <a:chExt cx="1584325" cy="1527175"/>
          </a:xfrm>
        </p:grpSpPr>
        <p:sp>
          <p:nvSpPr>
            <p:cNvPr id="47" name="Oval 5"/>
            <p:cNvSpPr>
              <a:spLocks noChangeArrowheads="1"/>
            </p:cNvSpPr>
            <p:nvPr/>
          </p:nvSpPr>
          <p:spPr bwMode="auto">
            <a:xfrm>
              <a:off x="3036888" y="4452938"/>
              <a:ext cx="1308100" cy="295275"/>
            </a:xfrm>
            <a:prstGeom prst="ellipse">
              <a:avLst/>
            </a:prstGeom>
            <a:solidFill>
              <a:srgbClr val="C181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 name="Freeform 6"/>
            <p:cNvSpPr>
              <a:spLocks/>
            </p:cNvSpPr>
            <p:nvPr/>
          </p:nvSpPr>
          <p:spPr bwMode="auto">
            <a:xfrm>
              <a:off x="3001963" y="3363913"/>
              <a:ext cx="1371600" cy="487363"/>
            </a:xfrm>
            <a:custGeom>
              <a:avLst/>
              <a:gdLst>
                <a:gd name="T0" fmla="*/ 0 w 864"/>
                <a:gd name="T1" fmla="*/ 20 h 307"/>
                <a:gd name="T2" fmla="*/ 461 w 864"/>
                <a:gd name="T3" fmla="*/ 0 h 307"/>
                <a:gd name="T4" fmla="*/ 864 w 864"/>
                <a:gd name="T5" fmla="*/ 236 h 307"/>
                <a:gd name="T6" fmla="*/ 857 w 864"/>
                <a:gd name="T7" fmla="*/ 285 h 307"/>
                <a:gd name="T8" fmla="*/ 804 w 864"/>
                <a:gd name="T9" fmla="*/ 289 h 307"/>
                <a:gd name="T10" fmla="*/ 756 w 864"/>
                <a:gd name="T11" fmla="*/ 307 h 307"/>
                <a:gd name="T12" fmla="*/ 621 w 864"/>
                <a:gd name="T13" fmla="*/ 294 h 307"/>
                <a:gd name="T14" fmla="*/ 525 w 864"/>
                <a:gd name="T15" fmla="*/ 252 h 307"/>
                <a:gd name="T16" fmla="*/ 361 w 864"/>
                <a:gd name="T17" fmla="*/ 243 h 307"/>
                <a:gd name="T18" fmla="*/ 225 w 864"/>
                <a:gd name="T19" fmla="*/ 168 h 307"/>
                <a:gd name="T20" fmla="*/ 77 w 864"/>
                <a:gd name="T21" fmla="*/ 130 h 307"/>
                <a:gd name="T22" fmla="*/ 26 w 864"/>
                <a:gd name="T23" fmla="*/ 65 h 307"/>
                <a:gd name="T24" fmla="*/ 0 w 864"/>
                <a:gd name="T25" fmla="*/ 20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64" h="307">
                  <a:moveTo>
                    <a:pt x="0" y="20"/>
                  </a:moveTo>
                  <a:lnTo>
                    <a:pt x="461" y="0"/>
                  </a:lnTo>
                  <a:lnTo>
                    <a:pt x="864" y="236"/>
                  </a:lnTo>
                  <a:lnTo>
                    <a:pt x="857" y="285"/>
                  </a:lnTo>
                  <a:lnTo>
                    <a:pt x="804" y="289"/>
                  </a:lnTo>
                  <a:lnTo>
                    <a:pt x="756" y="307"/>
                  </a:lnTo>
                  <a:lnTo>
                    <a:pt x="621" y="294"/>
                  </a:lnTo>
                  <a:lnTo>
                    <a:pt x="525" y="252"/>
                  </a:lnTo>
                  <a:lnTo>
                    <a:pt x="361" y="243"/>
                  </a:lnTo>
                  <a:lnTo>
                    <a:pt x="225" y="168"/>
                  </a:lnTo>
                  <a:lnTo>
                    <a:pt x="77" y="130"/>
                  </a:lnTo>
                  <a:lnTo>
                    <a:pt x="26" y="65"/>
                  </a:lnTo>
                  <a:lnTo>
                    <a:pt x="0" y="20"/>
                  </a:lnTo>
                  <a:close/>
                </a:path>
              </a:pathLst>
            </a:custGeom>
            <a:solidFill>
              <a:srgbClr val="CECC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 name="Freeform 7"/>
            <p:cNvSpPr>
              <a:spLocks/>
            </p:cNvSpPr>
            <p:nvPr/>
          </p:nvSpPr>
          <p:spPr bwMode="auto">
            <a:xfrm>
              <a:off x="2938463" y="3392488"/>
              <a:ext cx="420688" cy="276225"/>
            </a:xfrm>
            <a:custGeom>
              <a:avLst/>
              <a:gdLst>
                <a:gd name="T0" fmla="*/ 24 w 145"/>
                <a:gd name="T1" fmla="*/ 0 h 95"/>
                <a:gd name="T2" fmla="*/ 14 w 145"/>
                <a:gd name="T3" fmla="*/ 33 h 95"/>
                <a:gd name="T4" fmla="*/ 36 w 145"/>
                <a:gd name="T5" fmla="*/ 26 h 95"/>
                <a:gd name="T6" fmla="*/ 65 w 145"/>
                <a:gd name="T7" fmla="*/ 79 h 95"/>
                <a:gd name="T8" fmla="*/ 145 w 145"/>
                <a:gd name="T9" fmla="*/ 82 h 95"/>
                <a:gd name="T10" fmla="*/ 24 w 145"/>
                <a:gd name="T11" fmla="*/ 0 h 95"/>
              </a:gdLst>
              <a:ahLst/>
              <a:cxnLst>
                <a:cxn ang="0">
                  <a:pos x="T0" y="T1"/>
                </a:cxn>
                <a:cxn ang="0">
                  <a:pos x="T2" y="T3"/>
                </a:cxn>
                <a:cxn ang="0">
                  <a:pos x="T4" y="T5"/>
                </a:cxn>
                <a:cxn ang="0">
                  <a:pos x="T6" y="T7"/>
                </a:cxn>
                <a:cxn ang="0">
                  <a:pos x="T8" y="T9"/>
                </a:cxn>
                <a:cxn ang="0">
                  <a:pos x="T10" y="T11"/>
                </a:cxn>
              </a:cxnLst>
              <a:rect l="0" t="0" r="r" b="b"/>
              <a:pathLst>
                <a:path w="145" h="95">
                  <a:moveTo>
                    <a:pt x="24" y="0"/>
                  </a:moveTo>
                  <a:cubicBezTo>
                    <a:pt x="24" y="0"/>
                    <a:pt x="0" y="16"/>
                    <a:pt x="14" y="33"/>
                  </a:cubicBezTo>
                  <a:cubicBezTo>
                    <a:pt x="14" y="33"/>
                    <a:pt x="27" y="44"/>
                    <a:pt x="36" y="26"/>
                  </a:cubicBezTo>
                  <a:cubicBezTo>
                    <a:pt x="36" y="26"/>
                    <a:pt x="26" y="58"/>
                    <a:pt x="65" y="79"/>
                  </a:cubicBezTo>
                  <a:cubicBezTo>
                    <a:pt x="65" y="79"/>
                    <a:pt x="100" y="95"/>
                    <a:pt x="145" y="82"/>
                  </a:cubicBezTo>
                  <a:cubicBezTo>
                    <a:pt x="145" y="82"/>
                    <a:pt x="29" y="45"/>
                    <a:pt x="24" y="0"/>
                  </a:cubicBezTo>
                </a:path>
              </a:pathLst>
            </a:custGeom>
            <a:solidFill>
              <a:srgbClr val="FF4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 name="Freeform 8"/>
            <p:cNvSpPr>
              <a:spLocks/>
            </p:cNvSpPr>
            <p:nvPr/>
          </p:nvSpPr>
          <p:spPr bwMode="auto">
            <a:xfrm>
              <a:off x="2938463" y="3392488"/>
              <a:ext cx="106363" cy="127000"/>
            </a:xfrm>
            <a:custGeom>
              <a:avLst/>
              <a:gdLst>
                <a:gd name="T0" fmla="*/ 37 w 37"/>
                <a:gd name="T1" fmla="*/ 24 h 44"/>
                <a:gd name="T2" fmla="*/ 24 w 37"/>
                <a:gd name="T3" fmla="*/ 0 h 44"/>
                <a:gd name="T4" fmla="*/ 14 w 37"/>
                <a:gd name="T5" fmla="*/ 33 h 44"/>
                <a:gd name="T6" fmla="*/ 36 w 37"/>
                <a:gd name="T7" fmla="*/ 26 h 44"/>
                <a:gd name="T8" fmla="*/ 37 w 37"/>
                <a:gd name="T9" fmla="*/ 24 h 44"/>
              </a:gdLst>
              <a:ahLst/>
              <a:cxnLst>
                <a:cxn ang="0">
                  <a:pos x="T0" y="T1"/>
                </a:cxn>
                <a:cxn ang="0">
                  <a:pos x="T2" y="T3"/>
                </a:cxn>
                <a:cxn ang="0">
                  <a:pos x="T4" y="T5"/>
                </a:cxn>
                <a:cxn ang="0">
                  <a:pos x="T6" y="T7"/>
                </a:cxn>
                <a:cxn ang="0">
                  <a:pos x="T8" y="T9"/>
                </a:cxn>
              </a:cxnLst>
              <a:rect l="0" t="0" r="r" b="b"/>
              <a:pathLst>
                <a:path w="37" h="44">
                  <a:moveTo>
                    <a:pt x="37" y="24"/>
                  </a:moveTo>
                  <a:cubicBezTo>
                    <a:pt x="33" y="18"/>
                    <a:pt x="25" y="11"/>
                    <a:pt x="24" y="0"/>
                  </a:cubicBezTo>
                  <a:cubicBezTo>
                    <a:pt x="24" y="0"/>
                    <a:pt x="0" y="16"/>
                    <a:pt x="14" y="33"/>
                  </a:cubicBezTo>
                  <a:cubicBezTo>
                    <a:pt x="14" y="33"/>
                    <a:pt x="27" y="44"/>
                    <a:pt x="36" y="26"/>
                  </a:cubicBezTo>
                  <a:lnTo>
                    <a:pt x="37" y="24"/>
                  </a:lnTo>
                  <a:close/>
                </a:path>
              </a:pathLst>
            </a:custGeom>
            <a:solidFill>
              <a:srgbClr val="EBE9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 name="Freeform 9"/>
            <p:cNvSpPr>
              <a:spLocks/>
            </p:cNvSpPr>
            <p:nvPr/>
          </p:nvSpPr>
          <p:spPr bwMode="auto">
            <a:xfrm>
              <a:off x="3359150" y="3630613"/>
              <a:ext cx="476250" cy="279400"/>
            </a:xfrm>
            <a:custGeom>
              <a:avLst/>
              <a:gdLst>
                <a:gd name="T0" fmla="*/ 0 w 164"/>
                <a:gd name="T1" fmla="*/ 0 h 96"/>
                <a:gd name="T2" fmla="*/ 164 w 164"/>
                <a:gd name="T3" fmla="*/ 46 h 96"/>
                <a:gd name="T4" fmla="*/ 0 w 164"/>
                <a:gd name="T5" fmla="*/ 0 h 96"/>
              </a:gdLst>
              <a:ahLst/>
              <a:cxnLst>
                <a:cxn ang="0">
                  <a:pos x="T0" y="T1"/>
                </a:cxn>
                <a:cxn ang="0">
                  <a:pos x="T2" y="T3"/>
                </a:cxn>
                <a:cxn ang="0">
                  <a:pos x="T4" y="T5"/>
                </a:cxn>
              </a:cxnLst>
              <a:rect l="0" t="0" r="r" b="b"/>
              <a:pathLst>
                <a:path w="164" h="96">
                  <a:moveTo>
                    <a:pt x="0" y="0"/>
                  </a:moveTo>
                  <a:cubicBezTo>
                    <a:pt x="0" y="0"/>
                    <a:pt x="98" y="39"/>
                    <a:pt x="164" y="46"/>
                  </a:cubicBezTo>
                  <a:cubicBezTo>
                    <a:pt x="164" y="46"/>
                    <a:pt x="57" y="96"/>
                    <a:pt x="0" y="0"/>
                  </a:cubicBezTo>
                </a:path>
              </a:pathLst>
            </a:custGeom>
            <a:solidFill>
              <a:srgbClr val="EBE9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 name="Freeform 10"/>
            <p:cNvSpPr>
              <a:spLocks/>
            </p:cNvSpPr>
            <p:nvPr/>
          </p:nvSpPr>
          <p:spPr bwMode="auto">
            <a:xfrm>
              <a:off x="3835400" y="3763963"/>
              <a:ext cx="569913" cy="150813"/>
            </a:xfrm>
            <a:custGeom>
              <a:avLst/>
              <a:gdLst>
                <a:gd name="T0" fmla="*/ 190 w 196"/>
                <a:gd name="T1" fmla="*/ 0 h 52"/>
                <a:gd name="T2" fmla="*/ 170 w 196"/>
                <a:gd name="T3" fmla="*/ 40 h 52"/>
                <a:gd name="T4" fmla="*/ 151 w 196"/>
                <a:gd name="T5" fmla="*/ 23 h 52"/>
                <a:gd name="T6" fmla="*/ 77 w 196"/>
                <a:gd name="T7" fmla="*/ 45 h 52"/>
                <a:gd name="T8" fmla="*/ 0 w 196"/>
                <a:gd name="T9" fmla="*/ 0 h 52"/>
                <a:gd name="T10" fmla="*/ 190 w 196"/>
                <a:gd name="T11" fmla="*/ 0 h 52"/>
              </a:gdLst>
              <a:ahLst/>
              <a:cxnLst>
                <a:cxn ang="0">
                  <a:pos x="T0" y="T1"/>
                </a:cxn>
                <a:cxn ang="0">
                  <a:pos x="T2" y="T3"/>
                </a:cxn>
                <a:cxn ang="0">
                  <a:pos x="T4" y="T5"/>
                </a:cxn>
                <a:cxn ang="0">
                  <a:pos x="T6" y="T7"/>
                </a:cxn>
                <a:cxn ang="0">
                  <a:pos x="T8" y="T9"/>
                </a:cxn>
                <a:cxn ang="0">
                  <a:pos x="T10" y="T11"/>
                </a:cxn>
              </a:cxnLst>
              <a:rect l="0" t="0" r="r" b="b"/>
              <a:pathLst>
                <a:path w="196" h="52">
                  <a:moveTo>
                    <a:pt x="190" y="0"/>
                  </a:moveTo>
                  <a:cubicBezTo>
                    <a:pt x="190" y="0"/>
                    <a:pt x="196" y="32"/>
                    <a:pt x="170" y="40"/>
                  </a:cubicBezTo>
                  <a:cubicBezTo>
                    <a:pt x="170" y="40"/>
                    <a:pt x="147" y="43"/>
                    <a:pt x="151" y="23"/>
                  </a:cubicBezTo>
                  <a:cubicBezTo>
                    <a:pt x="151" y="23"/>
                    <a:pt x="126" y="52"/>
                    <a:pt x="77" y="45"/>
                  </a:cubicBezTo>
                  <a:cubicBezTo>
                    <a:pt x="77" y="45"/>
                    <a:pt x="17" y="36"/>
                    <a:pt x="0" y="0"/>
                  </a:cubicBezTo>
                  <a:cubicBezTo>
                    <a:pt x="0" y="0"/>
                    <a:pt x="119" y="50"/>
                    <a:pt x="190" y="0"/>
                  </a:cubicBezTo>
                </a:path>
              </a:pathLst>
            </a:custGeom>
            <a:solidFill>
              <a:srgbClr val="FF4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 name="Freeform 11"/>
            <p:cNvSpPr>
              <a:spLocks/>
            </p:cNvSpPr>
            <p:nvPr/>
          </p:nvSpPr>
          <p:spPr bwMode="auto">
            <a:xfrm>
              <a:off x="3355975" y="3560763"/>
              <a:ext cx="334963" cy="1066800"/>
            </a:xfrm>
            <a:custGeom>
              <a:avLst/>
              <a:gdLst>
                <a:gd name="T0" fmla="*/ 9 w 115"/>
                <a:gd name="T1" fmla="*/ 362 h 367"/>
                <a:gd name="T2" fmla="*/ 114 w 115"/>
                <a:gd name="T3" fmla="*/ 8 h 367"/>
                <a:gd name="T4" fmla="*/ 114 w 115"/>
                <a:gd name="T5" fmla="*/ 8 h 367"/>
                <a:gd name="T6" fmla="*/ 106 w 115"/>
                <a:gd name="T7" fmla="*/ 6 h 367"/>
                <a:gd name="T8" fmla="*/ 1 w 115"/>
                <a:gd name="T9" fmla="*/ 359 h 367"/>
                <a:gd name="T10" fmla="*/ 1 w 115"/>
                <a:gd name="T11" fmla="*/ 359 h 367"/>
                <a:gd name="T12" fmla="*/ 9 w 115"/>
                <a:gd name="T13" fmla="*/ 362 h 367"/>
              </a:gdLst>
              <a:ahLst/>
              <a:cxnLst>
                <a:cxn ang="0">
                  <a:pos x="T0" y="T1"/>
                </a:cxn>
                <a:cxn ang="0">
                  <a:pos x="T2" y="T3"/>
                </a:cxn>
                <a:cxn ang="0">
                  <a:pos x="T4" y="T5"/>
                </a:cxn>
                <a:cxn ang="0">
                  <a:pos x="T6" y="T7"/>
                </a:cxn>
                <a:cxn ang="0">
                  <a:pos x="T8" y="T9"/>
                </a:cxn>
                <a:cxn ang="0">
                  <a:pos x="T10" y="T11"/>
                </a:cxn>
                <a:cxn ang="0">
                  <a:pos x="T12" y="T13"/>
                </a:cxn>
              </a:cxnLst>
              <a:rect l="0" t="0" r="r" b="b"/>
              <a:pathLst>
                <a:path w="115" h="367">
                  <a:moveTo>
                    <a:pt x="9" y="362"/>
                  </a:moveTo>
                  <a:cubicBezTo>
                    <a:pt x="44" y="244"/>
                    <a:pt x="79" y="126"/>
                    <a:pt x="114" y="8"/>
                  </a:cubicBezTo>
                  <a:cubicBezTo>
                    <a:pt x="114" y="8"/>
                    <a:pt x="114" y="8"/>
                    <a:pt x="114" y="8"/>
                  </a:cubicBezTo>
                  <a:cubicBezTo>
                    <a:pt x="115" y="3"/>
                    <a:pt x="108" y="0"/>
                    <a:pt x="106" y="6"/>
                  </a:cubicBezTo>
                  <a:cubicBezTo>
                    <a:pt x="71" y="123"/>
                    <a:pt x="36" y="241"/>
                    <a:pt x="1" y="359"/>
                  </a:cubicBezTo>
                  <a:cubicBezTo>
                    <a:pt x="1" y="359"/>
                    <a:pt x="1" y="359"/>
                    <a:pt x="1" y="359"/>
                  </a:cubicBezTo>
                  <a:cubicBezTo>
                    <a:pt x="0" y="364"/>
                    <a:pt x="8" y="367"/>
                    <a:pt x="9" y="362"/>
                  </a:cubicBezTo>
                </a:path>
              </a:pathLst>
            </a:custGeom>
            <a:solidFill>
              <a:srgbClr val="7261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 name="Freeform 12"/>
            <p:cNvSpPr>
              <a:spLocks/>
            </p:cNvSpPr>
            <p:nvPr/>
          </p:nvSpPr>
          <p:spPr bwMode="auto">
            <a:xfrm>
              <a:off x="3289300" y="3435350"/>
              <a:ext cx="369888" cy="244475"/>
            </a:xfrm>
            <a:custGeom>
              <a:avLst/>
              <a:gdLst>
                <a:gd name="T0" fmla="*/ 125 w 127"/>
                <a:gd name="T1" fmla="*/ 79 h 84"/>
                <a:gd name="T2" fmla="*/ 4 w 127"/>
                <a:gd name="T3" fmla="*/ 1 h 84"/>
                <a:gd name="T4" fmla="*/ 2 w 127"/>
                <a:gd name="T5" fmla="*/ 5 h 84"/>
                <a:gd name="T6" fmla="*/ 123 w 127"/>
                <a:gd name="T7" fmla="*/ 83 h 84"/>
                <a:gd name="T8" fmla="*/ 125 w 127"/>
                <a:gd name="T9" fmla="*/ 79 h 84"/>
              </a:gdLst>
              <a:ahLst/>
              <a:cxnLst>
                <a:cxn ang="0">
                  <a:pos x="T0" y="T1"/>
                </a:cxn>
                <a:cxn ang="0">
                  <a:pos x="T2" y="T3"/>
                </a:cxn>
                <a:cxn ang="0">
                  <a:pos x="T4" y="T5"/>
                </a:cxn>
                <a:cxn ang="0">
                  <a:pos x="T6" y="T7"/>
                </a:cxn>
                <a:cxn ang="0">
                  <a:pos x="T8" y="T9"/>
                </a:cxn>
              </a:cxnLst>
              <a:rect l="0" t="0" r="r" b="b"/>
              <a:pathLst>
                <a:path w="127" h="84">
                  <a:moveTo>
                    <a:pt x="125" y="79"/>
                  </a:moveTo>
                  <a:cubicBezTo>
                    <a:pt x="84" y="53"/>
                    <a:pt x="44" y="27"/>
                    <a:pt x="4" y="1"/>
                  </a:cubicBezTo>
                  <a:cubicBezTo>
                    <a:pt x="2" y="0"/>
                    <a:pt x="0" y="4"/>
                    <a:pt x="2" y="5"/>
                  </a:cubicBezTo>
                  <a:cubicBezTo>
                    <a:pt x="42" y="31"/>
                    <a:pt x="82" y="57"/>
                    <a:pt x="123" y="83"/>
                  </a:cubicBezTo>
                  <a:cubicBezTo>
                    <a:pt x="125" y="84"/>
                    <a:pt x="127" y="81"/>
                    <a:pt x="125" y="79"/>
                  </a:cubicBezTo>
                </a:path>
              </a:pathLst>
            </a:custGeom>
            <a:solidFill>
              <a:srgbClr val="7261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 name="Freeform 13"/>
            <p:cNvSpPr>
              <a:spLocks/>
            </p:cNvSpPr>
            <p:nvPr/>
          </p:nvSpPr>
          <p:spPr bwMode="auto">
            <a:xfrm>
              <a:off x="3397250" y="3424238"/>
              <a:ext cx="261938" cy="255588"/>
            </a:xfrm>
            <a:custGeom>
              <a:avLst/>
              <a:gdLst>
                <a:gd name="T0" fmla="*/ 2 w 90"/>
                <a:gd name="T1" fmla="*/ 5 h 88"/>
                <a:gd name="T2" fmla="*/ 85 w 90"/>
                <a:gd name="T3" fmla="*/ 86 h 88"/>
                <a:gd name="T4" fmla="*/ 88 w 90"/>
                <a:gd name="T5" fmla="*/ 84 h 88"/>
                <a:gd name="T6" fmla="*/ 5 w 90"/>
                <a:gd name="T7" fmla="*/ 2 h 88"/>
                <a:gd name="T8" fmla="*/ 2 w 90"/>
                <a:gd name="T9" fmla="*/ 5 h 88"/>
              </a:gdLst>
              <a:ahLst/>
              <a:cxnLst>
                <a:cxn ang="0">
                  <a:pos x="T0" y="T1"/>
                </a:cxn>
                <a:cxn ang="0">
                  <a:pos x="T2" y="T3"/>
                </a:cxn>
                <a:cxn ang="0">
                  <a:pos x="T4" y="T5"/>
                </a:cxn>
                <a:cxn ang="0">
                  <a:pos x="T6" y="T7"/>
                </a:cxn>
                <a:cxn ang="0">
                  <a:pos x="T8" y="T9"/>
                </a:cxn>
              </a:cxnLst>
              <a:rect l="0" t="0" r="r" b="b"/>
              <a:pathLst>
                <a:path w="90" h="88">
                  <a:moveTo>
                    <a:pt x="2" y="5"/>
                  </a:moveTo>
                  <a:cubicBezTo>
                    <a:pt x="30" y="32"/>
                    <a:pt x="58" y="59"/>
                    <a:pt x="85" y="86"/>
                  </a:cubicBezTo>
                  <a:cubicBezTo>
                    <a:pt x="87" y="88"/>
                    <a:pt x="90" y="85"/>
                    <a:pt x="88" y="84"/>
                  </a:cubicBezTo>
                  <a:cubicBezTo>
                    <a:pt x="60" y="56"/>
                    <a:pt x="33" y="29"/>
                    <a:pt x="5" y="2"/>
                  </a:cubicBezTo>
                  <a:cubicBezTo>
                    <a:pt x="3" y="0"/>
                    <a:pt x="0" y="3"/>
                    <a:pt x="2" y="5"/>
                  </a:cubicBezTo>
                </a:path>
              </a:pathLst>
            </a:custGeom>
            <a:solidFill>
              <a:srgbClr val="7261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 name="Freeform 14"/>
            <p:cNvSpPr>
              <a:spLocks/>
            </p:cNvSpPr>
            <p:nvPr/>
          </p:nvSpPr>
          <p:spPr bwMode="auto">
            <a:xfrm>
              <a:off x="3609975" y="3535363"/>
              <a:ext cx="46038" cy="144463"/>
            </a:xfrm>
            <a:custGeom>
              <a:avLst/>
              <a:gdLst>
                <a:gd name="T0" fmla="*/ 1 w 16"/>
                <a:gd name="T1" fmla="*/ 4 h 50"/>
                <a:gd name="T2" fmla="*/ 12 w 16"/>
                <a:gd name="T3" fmla="*/ 48 h 50"/>
                <a:gd name="T4" fmla="*/ 16 w 16"/>
                <a:gd name="T5" fmla="*/ 46 h 50"/>
                <a:gd name="T6" fmla="*/ 5 w 16"/>
                <a:gd name="T7" fmla="*/ 3 h 50"/>
                <a:gd name="T8" fmla="*/ 1 w 16"/>
                <a:gd name="T9" fmla="*/ 4 h 50"/>
              </a:gdLst>
              <a:ahLst/>
              <a:cxnLst>
                <a:cxn ang="0">
                  <a:pos x="T0" y="T1"/>
                </a:cxn>
                <a:cxn ang="0">
                  <a:pos x="T2" y="T3"/>
                </a:cxn>
                <a:cxn ang="0">
                  <a:pos x="T4" y="T5"/>
                </a:cxn>
                <a:cxn ang="0">
                  <a:pos x="T6" y="T7"/>
                </a:cxn>
                <a:cxn ang="0">
                  <a:pos x="T8" y="T9"/>
                </a:cxn>
              </a:cxnLst>
              <a:rect l="0" t="0" r="r" b="b"/>
              <a:pathLst>
                <a:path w="16" h="50">
                  <a:moveTo>
                    <a:pt x="1" y="4"/>
                  </a:moveTo>
                  <a:cubicBezTo>
                    <a:pt x="4" y="18"/>
                    <a:pt x="8" y="33"/>
                    <a:pt x="12" y="48"/>
                  </a:cubicBezTo>
                  <a:cubicBezTo>
                    <a:pt x="12" y="50"/>
                    <a:pt x="16" y="49"/>
                    <a:pt x="16" y="46"/>
                  </a:cubicBezTo>
                  <a:cubicBezTo>
                    <a:pt x="12" y="32"/>
                    <a:pt x="8" y="17"/>
                    <a:pt x="5" y="3"/>
                  </a:cubicBezTo>
                  <a:cubicBezTo>
                    <a:pt x="4" y="0"/>
                    <a:pt x="0" y="1"/>
                    <a:pt x="1" y="4"/>
                  </a:cubicBezTo>
                </a:path>
              </a:pathLst>
            </a:custGeom>
            <a:solidFill>
              <a:srgbClr val="7261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 name="Freeform 15"/>
            <p:cNvSpPr>
              <a:spLocks/>
            </p:cNvSpPr>
            <p:nvPr/>
          </p:nvSpPr>
          <p:spPr bwMode="auto">
            <a:xfrm>
              <a:off x="3652838" y="3587750"/>
              <a:ext cx="130175" cy="84138"/>
            </a:xfrm>
            <a:custGeom>
              <a:avLst/>
              <a:gdLst>
                <a:gd name="T0" fmla="*/ 4 w 45"/>
                <a:gd name="T1" fmla="*/ 28 h 29"/>
                <a:gd name="T2" fmla="*/ 43 w 45"/>
                <a:gd name="T3" fmla="*/ 5 h 29"/>
                <a:gd name="T4" fmla="*/ 41 w 45"/>
                <a:gd name="T5" fmla="*/ 2 h 29"/>
                <a:gd name="T6" fmla="*/ 2 w 45"/>
                <a:gd name="T7" fmla="*/ 24 h 29"/>
                <a:gd name="T8" fmla="*/ 4 w 45"/>
                <a:gd name="T9" fmla="*/ 28 h 29"/>
              </a:gdLst>
              <a:ahLst/>
              <a:cxnLst>
                <a:cxn ang="0">
                  <a:pos x="T0" y="T1"/>
                </a:cxn>
                <a:cxn ang="0">
                  <a:pos x="T2" y="T3"/>
                </a:cxn>
                <a:cxn ang="0">
                  <a:pos x="T4" y="T5"/>
                </a:cxn>
                <a:cxn ang="0">
                  <a:pos x="T6" y="T7"/>
                </a:cxn>
                <a:cxn ang="0">
                  <a:pos x="T8" y="T9"/>
                </a:cxn>
              </a:cxnLst>
              <a:rect l="0" t="0" r="r" b="b"/>
              <a:pathLst>
                <a:path w="45" h="29">
                  <a:moveTo>
                    <a:pt x="4" y="28"/>
                  </a:moveTo>
                  <a:cubicBezTo>
                    <a:pt x="17" y="20"/>
                    <a:pt x="30" y="13"/>
                    <a:pt x="43" y="5"/>
                  </a:cubicBezTo>
                  <a:cubicBezTo>
                    <a:pt x="45" y="4"/>
                    <a:pt x="43" y="0"/>
                    <a:pt x="41" y="2"/>
                  </a:cubicBezTo>
                  <a:cubicBezTo>
                    <a:pt x="28" y="9"/>
                    <a:pt x="15" y="17"/>
                    <a:pt x="2" y="24"/>
                  </a:cubicBezTo>
                  <a:cubicBezTo>
                    <a:pt x="0" y="25"/>
                    <a:pt x="2" y="29"/>
                    <a:pt x="4" y="28"/>
                  </a:cubicBezTo>
                </a:path>
              </a:pathLst>
            </a:custGeom>
            <a:solidFill>
              <a:srgbClr val="7261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 name="Freeform 16"/>
            <p:cNvSpPr>
              <a:spLocks/>
            </p:cNvSpPr>
            <p:nvPr/>
          </p:nvSpPr>
          <p:spPr bwMode="auto">
            <a:xfrm>
              <a:off x="3652838" y="3613150"/>
              <a:ext cx="368300" cy="63500"/>
            </a:xfrm>
            <a:custGeom>
              <a:avLst/>
              <a:gdLst>
                <a:gd name="T0" fmla="*/ 3 w 127"/>
                <a:gd name="T1" fmla="*/ 22 h 22"/>
                <a:gd name="T2" fmla="*/ 125 w 127"/>
                <a:gd name="T3" fmla="*/ 4 h 22"/>
                <a:gd name="T4" fmla="*/ 124 w 127"/>
                <a:gd name="T5" fmla="*/ 0 h 22"/>
                <a:gd name="T6" fmla="*/ 2 w 127"/>
                <a:gd name="T7" fmla="*/ 18 h 22"/>
                <a:gd name="T8" fmla="*/ 3 w 127"/>
                <a:gd name="T9" fmla="*/ 22 h 22"/>
              </a:gdLst>
              <a:ahLst/>
              <a:cxnLst>
                <a:cxn ang="0">
                  <a:pos x="T0" y="T1"/>
                </a:cxn>
                <a:cxn ang="0">
                  <a:pos x="T2" y="T3"/>
                </a:cxn>
                <a:cxn ang="0">
                  <a:pos x="T4" y="T5"/>
                </a:cxn>
                <a:cxn ang="0">
                  <a:pos x="T6" y="T7"/>
                </a:cxn>
                <a:cxn ang="0">
                  <a:pos x="T8" y="T9"/>
                </a:cxn>
              </a:cxnLst>
              <a:rect l="0" t="0" r="r" b="b"/>
              <a:pathLst>
                <a:path w="127" h="22">
                  <a:moveTo>
                    <a:pt x="3" y="22"/>
                  </a:moveTo>
                  <a:cubicBezTo>
                    <a:pt x="44" y="16"/>
                    <a:pt x="84" y="10"/>
                    <a:pt x="125" y="4"/>
                  </a:cubicBezTo>
                  <a:cubicBezTo>
                    <a:pt x="127" y="4"/>
                    <a:pt x="126" y="0"/>
                    <a:pt x="124" y="0"/>
                  </a:cubicBezTo>
                  <a:cubicBezTo>
                    <a:pt x="83" y="6"/>
                    <a:pt x="43" y="12"/>
                    <a:pt x="2" y="18"/>
                  </a:cubicBezTo>
                  <a:cubicBezTo>
                    <a:pt x="0" y="18"/>
                    <a:pt x="1" y="22"/>
                    <a:pt x="3" y="22"/>
                  </a:cubicBezTo>
                </a:path>
              </a:pathLst>
            </a:custGeom>
            <a:solidFill>
              <a:srgbClr val="7261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 name="Freeform 17"/>
            <p:cNvSpPr>
              <a:spLocks/>
            </p:cNvSpPr>
            <p:nvPr/>
          </p:nvSpPr>
          <p:spPr bwMode="auto">
            <a:xfrm>
              <a:off x="3652838" y="3671888"/>
              <a:ext cx="454025" cy="19050"/>
            </a:xfrm>
            <a:custGeom>
              <a:avLst/>
              <a:gdLst>
                <a:gd name="T0" fmla="*/ 3 w 156"/>
                <a:gd name="T1" fmla="*/ 4 h 7"/>
                <a:gd name="T2" fmla="*/ 153 w 156"/>
                <a:gd name="T3" fmla="*/ 7 h 7"/>
                <a:gd name="T4" fmla="*/ 153 w 156"/>
                <a:gd name="T5" fmla="*/ 3 h 7"/>
                <a:gd name="T6" fmla="*/ 3 w 156"/>
                <a:gd name="T7" fmla="*/ 0 h 7"/>
                <a:gd name="T8" fmla="*/ 3 w 156"/>
                <a:gd name="T9" fmla="*/ 4 h 7"/>
              </a:gdLst>
              <a:ahLst/>
              <a:cxnLst>
                <a:cxn ang="0">
                  <a:pos x="T0" y="T1"/>
                </a:cxn>
                <a:cxn ang="0">
                  <a:pos x="T2" y="T3"/>
                </a:cxn>
                <a:cxn ang="0">
                  <a:pos x="T4" y="T5"/>
                </a:cxn>
                <a:cxn ang="0">
                  <a:pos x="T6" y="T7"/>
                </a:cxn>
                <a:cxn ang="0">
                  <a:pos x="T8" y="T9"/>
                </a:cxn>
              </a:cxnLst>
              <a:rect l="0" t="0" r="r" b="b"/>
              <a:pathLst>
                <a:path w="156" h="7">
                  <a:moveTo>
                    <a:pt x="3" y="4"/>
                  </a:moveTo>
                  <a:cubicBezTo>
                    <a:pt x="53" y="5"/>
                    <a:pt x="103" y="6"/>
                    <a:pt x="153" y="7"/>
                  </a:cubicBezTo>
                  <a:cubicBezTo>
                    <a:pt x="156" y="7"/>
                    <a:pt x="156" y="3"/>
                    <a:pt x="153" y="3"/>
                  </a:cubicBezTo>
                  <a:cubicBezTo>
                    <a:pt x="103" y="2"/>
                    <a:pt x="53" y="1"/>
                    <a:pt x="3" y="0"/>
                  </a:cubicBezTo>
                  <a:cubicBezTo>
                    <a:pt x="0" y="0"/>
                    <a:pt x="0" y="4"/>
                    <a:pt x="3" y="4"/>
                  </a:cubicBezTo>
                </a:path>
              </a:pathLst>
            </a:custGeom>
            <a:solidFill>
              <a:srgbClr val="7261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 name="Freeform 18"/>
            <p:cNvSpPr>
              <a:spLocks/>
            </p:cNvSpPr>
            <p:nvPr/>
          </p:nvSpPr>
          <p:spPr bwMode="auto">
            <a:xfrm>
              <a:off x="2984500" y="3308350"/>
              <a:ext cx="781050" cy="130175"/>
            </a:xfrm>
            <a:custGeom>
              <a:avLst/>
              <a:gdLst>
                <a:gd name="T0" fmla="*/ 269 w 269"/>
                <a:gd name="T1" fmla="*/ 0 h 45"/>
                <a:gd name="T2" fmla="*/ 13 w 269"/>
                <a:gd name="T3" fmla="*/ 14 h 45"/>
                <a:gd name="T4" fmla="*/ 17 w 269"/>
                <a:gd name="T5" fmla="*/ 41 h 45"/>
                <a:gd name="T6" fmla="*/ 40 w 269"/>
                <a:gd name="T7" fmla="*/ 29 h 45"/>
                <a:gd name="T8" fmla="*/ 269 w 269"/>
                <a:gd name="T9" fmla="*/ 0 h 45"/>
              </a:gdLst>
              <a:ahLst/>
              <a:cxnLst>
                <a:cxn ang="0">
                  <a:pos x="T0" y="T1"/>
                </a:cxn>
                <a:cxn ang="0">
                  <a:pos x="T2" y="T3"/>
                </a:cxn>
                <a:cxn ang="0">
                  <a:pos x="T4" y="T5"/>
                </a:cxn>
                <a:cxn ang="0">
                  <a:pos x="T6" y="T7"/>
                </a:cxn>
                <a:cxn ang="0">
                  <a:pos x="T8" y="T9"/>
                </a:cxn>
              </a:cxnLst>
              <a:rect l="0" t="0" r="r" b="b"/>
              <a:pathLst>
                <a:path w="269" h="45">
                  <a:moveTo>
                    <a:pt x="269" y="0"/>
                  </a:moveTo>
                  <a:cubicBezTo>
                    <a:pt x="13" y="14"/>
                    <a:pt x="13" y="14"/>
                    <a:pt x="13" y="14"/>
                  </a:cubicBezTo>
                  <a:cubicBezTo>
                    <a:pt x="13" y="14"/>
                    <a:pt x="0" y="34"/>
                    <a:pt x="17" y="41"/>
                  </a:cubicBezTo>
                  <a:cubicBezTo>
                    <a:pt x="17" y="41"/>
                    <a:pt x="35" y="45"/>
                    <a:pt x="40" y="29"/>
                  </a:cubicBezTo>
                  <a:lnTo>
                    <a:pt x="269" y="0"/>
                  </a:lnTo>
                  <a:close/>
                </a:path>
              </a:pathLst>
            </a:custGeom>
            <a:solidFill>
              <a:srgbClr val="FF4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 name="Freeform 19"/>
            <p:cNvSpPr>
              <a:spLocks/>
            </p:cNvSpPr>
            <p:nvPr/>
          </p:nvSpPr>
          <p:spPr bwMode="auto">
            <a:xfrm>
              <a:off x="3100388" y="3308350"/>
              <a:ext cx="665163" cy="234950"/>
            </a:xfrm>
            <a:custGeom>
              <a:avLst/>
              <a:gdLst>
                <a:gd name="T0" fmla="*/ 229 w 229"/>
                <a:gd name="T1" fmla="*/ 0 h 81"/>
                <a:gd name="T2" fmla="*/ 126 w 229"/>
                <a:gd name="T3" fmla="*/ 45 h 81"/>
                <a:gd name="T4" fmla="*/ 0 w 229"/>
                <a:gd name="T5" fmla="*/ 29 h 81"/>
                <a:gd name="T6" fmla="*/ 229 w 229"/>
                <a:gd name="T7" fmla="*/ 0 h 81"/>
              </a:gdLst>
              <a:ahLst/>
              <a:cxnLst>
                <a:cxn ang="0">
                  <a:pos x="T0" y="T1"/>
                </a:cxn>
                <a:cxn ang="0">
                  <a:pos x="T2" y="T3"/>
                </a:cxn>
                <a:cxn ang="0">
                  <a:pos x="T4" y="T5"/>
                </a:cxn>
                <a:cxn ang="0">
                  <a:pos x="T6" y="T7"/>
                </a:cxn>
              </a:cxnLst>
              <a:rect l="0" t="0" r="r" b="b"/>
              <a:pathLst>
                <a:path w="229" h="81">
                  <a:moveTo>
                    <a:pt x="229" y="0"/>
                  </a:moveTo>
                  <a:cubicBezTo>
                    <a:pt x="126" y="45"/>
                    <a:pt x="126" y="45"/>
                    <a:pt x="126" y="45"/>
                  </a:cubicBezTo>
                  <a:cubicBezTo>
                    <a:pt x="126" y="45"/>
                    <a:pt x="36" y="81"/>
                    <a:pt x="0" y="29"/>
                  </a:cubicBezTo>
                  <a:lnTo>
                    <a:pt x="229" y="0"/>
                  </a:lnTo>
                  <a:close/>
                </a:path>
              </a:pathLst>
            </a:custGeom>
            <a:solidFill>
              <a:srgbClr val="EBE9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 name="Freeform 20"/>
            <p:cNvSpPr>
              <a:spLocks/>
            </p:cNvSpPr>
            <p:nvPr/>
          </p:nvSpPr>
          <p:spPr bwMode="auto">
            <a:xfrm>
              <a:off x="3460750" y="3308350"/>
              <a:ext cx="520700" cy="377825"/>
            </a:xfrm>
            <a:custGeom>
              <a:avLst/>
              <a:gdLst>
                <a:gd name="T0" fmla="*/ 179 w 179"/>
                <a:gd name="T1" fmla="*/ 94 h 130"/>
                <a:gd name="T2" fmla="*/ 0 w 179"/>
                <a:gd name="T3" fmla="*/ 46 h 130"/>
                <a:gd name="T4" fmla="*/ 105 w 179"/>
                <a:gd name="T5" fmla="*/ 0 h 130"/>
                <a:gd name="T6" fmla="*/ 179 w 179"/>
                <a:gd name="T7" fmla="*/ 94 h 130"/>
              </a:gdLst>
              <a:ahLst/>
              <a:cxnLst>
                <a:cxn ang="0">
                  <a:pos x="T0" y="T1"/>
                </a:cxn>
                <a:cxn ang="0">
                  <a:pos x="T2" y="T3"/>
                </a:cxn>
                <a:cxn ang="0">
                  <a:pos x="T4" y="T5"/>
                </a:cxn>
                <a:cxn ang="0">
                  <a:pos x="T6" y="T7"/>
                </a:cxn>
              </a:cxnLst>
              <a:rect l="0" t="0" r="r" b="b"/>
              <a:pathLst>
                <a:path w="179" h="130">
                  <a:moveTo>
                    <a:pt x="179" y="94"/>
                  </a:moveTo>
                  <a:cubicBezTo>
                    <a:pt x="179" y="94"/>
                    <a:pt x="70" y="130"/>
                    <a:pt x="0" y="46"/>
                  </a:cubicBezTo>
                  <a:cubicBezTo>
                    <a:pt x="105" y="0"/>
                    <a:pt x="105" y="0"/>
                    <a:pt x="105" y="0"/>
                  </a:cubicBezTo>
                  <a:lnTo>
                    <a:pt x="179" y="94"/>
                  </a:lnTo>
                  <a:close/>
                </a:path>
              </a:pathLst>
            </a:custGeom>
            <a:solidFill>
              <a:srgbClr val="FF4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 name="Freeform 21"/>
            <p:cNvSpPr>
              <a:spLocks/>
            </p:cNvSpPr>
            <p:nvPr/>
          </p:nvSpPr>
          <p:spPr bwMode="auto">
            <a:xfrm>
              <a:off x="3765550" y="3308350"/>
              <a:ext cx="587375" cy="479425"/>
            </a:xfrm>
            <a:custGeom>
              <a:avLst/>
              <a:gdLst>
                <a:gd name="T0" fmla="*/ 202 w 202"/>
                <a:gd name="T1" fmla="*/ 144 h 165"/>
                <a:gd name="T2" fmla="*/ 0 w 202"/>
                <a:gd name="T3" fmla="*/ 0 h 165"/>
                <a:gd name="T4" fmla="*/ 74 w 202"/>
                <a:gd name="T5" fmla="*/ 94 h 165"/>
                <a:gd name="T6" fmla="*/ 202 w 202"/>
                <a:gd name="T7" fmla="*/ 144 h 165"/>
              </a:gdLst>
              <a:ahLst/>
              <a:cxnLst>
                <a:cxn ang="0">
                  <a:pos x="T0" y="T1"/>
                </a:cxn>
                <a:cxn ang="0">
                  <a:pos x="T2" y="T3"/>
                </a:cxn>
                <a:cxn ang="0">
                  <a:pos x="T4" y="T5"/>
                </a:cxn>
                <a:cxn ang="0">
                  <a:pos x="T6" y="T7"/>
                </a:cxn>
              </a:cxnLst>
              <a:rect l="0" t="0" r="r" b="b"/>
              <a:pathLst>
                <a:path w="202" h="165">
                  <a:moveTo>
                    <a:pt x="202" y="144"/>
                  </a:moveTo>
                  <a:cubicBezTo>
                    <a:pt x="0" y="0"/>
                    <a:pt x="0" y="0"/>
                    <a:pt x="0" y="0"/>
                  </a:cubicBezTo>
                  <a:cubicBezTo>
                    <a:pt x="74" y="94"/>
                    <a:pt x="74" y="94"/>
                    <a:pt x="74" y="94"/>
                  </a:cubicBezTo>
                  <a:cubicBezTo>
                    <a:pt x="74" y="94"/>
                    <a:pt x="120" y="165"/>
                    <a:pt x="202" y="144"/>
                  </a:cubicBezTo>
                </a:path>
              </a:pathLst>
            </a:custGeom>
            <a:solidFill>
              <a:srgbClr val="EBE9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 name="Freeform 22"/>
            <p:cNvSpPr>
              <a:spLocks/>
            </p:cNvSpPr>
            <p:nvPr/>
          </p:nvSpPr>
          <p:spPr bwMode="auto">
            <a:xfrm>
              <a:off x="4265613" y="3757613"/>
              <a:ext cx="142875" cy="125413"/>
            </a:xfrm>
            <a:custGeom>
              <a:avLst/>
              <a:gdLst>
                <a:gd name="T0" fmla="*/ 4 w 49"/>
                <a:gd name="T1" fmla="*/ 19 h 43"/>
                <a:gd name="T2" fmla="*/ 42 w 49"/>
                <a:gd name="T3" fmla="*/ 0 h 43"/>
                <a:gd name="T4" fmla="*/ 16 w 49"/>
                <a:gd name="T5" fmla="*/ 42 h 43"/>
                <a:gd name="T6" fmla="*/ 2 w 49"/>
                <a:gd name="T7" fmla="*/ 26 h 43"/>
                <a:gd name="T8" fmla="*/ 4 w 49"/>
                <a:gd name="T9" fmla="*/ 19 h 43"/>
              </a:gdLst>
              <a:ahLst/>
              <a:cxnLst>
                <a:cxn ang="0">
                  <a:pos x="T0" y="T1"/>
                </a:cxn>
                <a:cxn ang="0">
                  <a:pos x="T2" y="T3"/>
                </a:cxn>
                <a:cxn ang="0">
                  <a:pos x="T4" y="T5"/>
                </a:cxn>
                <a:cxn ang="0">
                  <a:pos x="T6" y="T7"/>
                </a:cxn>
                <a:cxn ang="0">
                  <a:pos x="T8" y="T9"/>
                </a:cxn>
              </a:cxnLst>
              <a:rect l="0" t="0" r="r" b="b"/>
              <a:pathLst>
                <a:path w="49" h="43">
                  <a:moveTo>
                    <a:pt x="4" y="19"/>
                  </a:moveTo>
                  <a:cubicBezTo>
                    <a:pt x="13" y="18"/>
                    <a:pt x="31" y="7"/>
                    <a:pt x="42" y="0"/>
                  </a:cubicBezTo>
                  <a:cubicBezTo>
                    <a:pt x="42" y="0"/>
                    <a:pt x="49" y="43"/>
                    <a:pt x="16" y="42"/>
                  </a:cubicBezTo>
                  <a:cubicBezTo>
                    <a:pt x="16" y="42"/>
                    <a:pt x="0" y="43"/>
                    <a:pt x="2" y="26"/>
                  </a:cubicBezTo>
                  <a:lnTo>
                    <a:pt x="4" y="19"/>
                  </a:lnTo>
                  <a:close/>
                </a:path>
              </a:pathLst>
            </a:custGeom>
            <a:solidFill>
              <a:srgbClr val="EBE9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 name="Freeform 23"/>
            <p:cNvSpPr>
              <a:spLocks/>
            </p:cNvSpPr>
            <p:nvPr/>
          </p:nvSpPr>
          <p:spPr bwMode="auto">
            <a:xfrm>
              <a:off x="3765550" y="3311525"/>
              <a:ext cx="657225" cy="487363"/>
            </a:xfrm>
            <a:custGeom>
              <a:avLst/>
              <a:gdLst>
                <a:gd name="T0" fmla="*/ 0 w 226"/>
                <a:gd name="T1" fmla="*/ 0 h 168"/>
                <a:gd name="T2" fmla="*/ 221 w 226"/>
                <a:gd name="T3" fmla="*/ 149 h 168"/>
                <a:gd name="T4" fmla="*/ 208 w 226"/>
                <a:gd name="T5" fmla="*/ 167 h 168"/>
                <a:gd name="T6" fmla="*/ 202 w 226"/>
                <a:gd name="T7" fmla="*/ 143 h 168"/>
                <a:gd name="T8" fmla="*/ 0 w 226"/>
                <a:gd name="T9" fmla="*/ 0 h 168"/>
              </a:gdLst>
              <a:ahLst/>
              <a:cxnLst>
                <a:cxn ang="0">
                  <a:pos x="T0" y="T1"/>
                </a:cxn>
                <a:cxn ang="0">
                  <a:pos x="T2" y="T3"/>
                </a:cxn>
                <a:cxn ang="0">
                  <a:pos x="T4" y="T5"/>
                </a:cxn>
                <a:cxn ang="0">
                  <a:pos x="T6" y="T7"/>
                </a:cxn>
                <a:cxn ang="0">
                  <a:pos x="T8" y="T9"/>
                </a:cxn>
              </a:cxnLst>
              <a:rect l="0" t="0" r="r" b="b"/>
              <a:pathLst>
                <a:path w="226" h="168">
                  <a:moveTo>
                    <a:pt x="0" y="0"/>
                  </a:moveTo>
                  <a:cubicBezTo>
                    <a:pt x="221" y="149"/>
                    <a:pt x="221" y="149"/>
                    <a:pt x="221" y="149"/>
                  </a:cubicBezTo>
                  <a:cubicBezTo>
                    <a:pt x="221" y="149"/>
                    <a:pt x="226" y="168"/>
                    <a:pt x="208" y="167"/>
                  </a:cubicBezTo>
                  <a:cubicBezTo>
                    <a:pt x="208" y="167"/>
                    <a:pt x="198" y="159"/>
                    <a:pt x="202" y="143"/>
                  </a:cubicBezTo>
                  <a:lnTo>
                    <a:pt x="0" y="0"/>
                  </a:lnTo>
                  <a:close/>
                </a:path>
              </a:pathLst>
            </a:custGeom>
            <a:solidFill>
              <a:srgbClr val="FF4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 name="Freeform 24"/>
            <p:cNvSpPr>
              <a:spLocks/>
            </p:cNvSpPr>
            <p:nvPr/>
          </p:nvSpPr>
          <p:spPr bwMode="auto">
            <a:xfrm>
              <a:off x="3162300" y="3921125"/>
              <a:ext cx="650875" cy="804863"/>
            </a:xfrm>
            <a:custGeom>
              <a:avLst/>
              <a:gdLst>
                <a:gd name="T0" fmla="*/ 6 w 224"/>
                <a:gd name="T1" fmla="*/ 16 h 277"/>
                <a:gd name="T2" fmla="*/ 187 w 224"/>
                <a:gd name="T3" fmla="*/ 246 h 277"/>
                <a:gd name="T4" fmla="*/ 206 w 224"/>
                <a:gd name="T5" fmla="*/ 269 h 277"/>
                <a:gd name="T6" fmla="*/ 218 w 224"/>
                <a:gd name="T7" fmla="*/ 261 h 277"/>
                <a:gd name="T8" fmla="*/ 36 w 224"/>
                <a:gd name="T9" fmla="*/ 31 h 277"/>
                <a:gd name="T10" fmla="*/ 18 w 224"/>
                <a:gd name="T11" fmla="*/ 8 h 277"/>
                <a:gd name="T12" fmla="*/ 6 w 224"/>
                <a:gd name="T13" fmla="*/ 16 h 277"/>
              </a:gdLst>
              <a:ahLst/>
              <a:cxnLst>
                <a:cxn ang="0">
                  <a:pos x="T0" y="T1"/>
                </a:cxn>
                <a:cxn ang="0">
                  <a:pos x="T2" y="T3"/>
                </a:cxn>
                <a:cxn ang="0">
                  <a:pos x="T4" y="T5"/>
                </a:cxn>
                <a:cxn ang="0">
                  <a:pos x="T6" y="T7"/>
                </a:cxn>
                <a:cxn ang="0">
                  <a:pos x="T8" y="T9"/>
                </a:cxn>
                <a:cxn ang="0">
                  <a:pos x="T10" y="T11"/>
                </a:cxn>
                <a:cxn ang="0">
                  <a:pos x="T12" y="T13"/>
                </a:cxn>
              </a:cxnLst>
              <a:rect l="0" t="0" r="r" b="b"/>
              <a:pathLst>
                <a:path w="224" h="277">
                  <a:moveTo>
                    <a:pt x="6" y="16"/>
                  </a:moveTo>
                  <a:cubicBezTo>
                    <a:pt x="66" y="93"/>
                    <a:pt x="127" y="169"/>
                    <a:pt x="187" y="246"/>
                  </a:cubicBezTo>
                  <a:cubicBezTo>
                    <a:pt x="193" y="254"/>
                    <a:pt x="199" y="261"/>
                    <a:pt x="206" y="269"/>
                  </a:cubicBezTo>
                  <a:cubicBezTo>
                    <a:pt x="211" y="277"/>
                    <a:pt x="224" y="269"/>
                    <a:pt x="218" y="261"/>
                  </a:cubicBezTo>
                  <a:cubicBezTo>
                    <a:pt x="157" y="184"/>
                    <a:pt x="97" y="108"/>
                    <a:pt x="36" y="31"/>
                  </a:cubicBezTo>
                  <a:cubicBezTo>
                    <a:pt x="30" y="23"/>
                    <a:pt x="24" y="16"/>
                    <a:pt x="18" y="8"/>
                  </a:cubicBezTo>
                  <a:cubicBezTo>
                    <a:pt x="12" y="0"/>
                    <a:pt x="0" y="8"/>
                    <a:pt x="6" y="16"/>
                  </a:cubicBezTo>
                </a:path>
              </a:pathLst>
            </a:custGeom>
            <a:solidFill>
              <a:srgbClr val="F1AC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 name="Freeform 25"/>
            <p:cNvSpPr>
              <a:spLocks/>
            </p:cNvSpPr>
            <p:nvPr/>
          </p:nvSpPr>
          <p:spPr bwMode="auto">
            <a:xfrm>
              <a:off x="3263900" y="4144963"/>
              <a:ext cx="179388" cy="449263"/>
            </a:xfrm>
            <a:custGeom>
              <a:avLst/>
              <a:gdLst>
                <a:gd name="T0" fmla="*/ 45 w 62"/>
                <a:gd name="T1" fmla="*/ 9 h 155"/>
                <a:gd name="T2" fmla="*/ 3 w 62"/>
                <a:gd name="T3" fmla="*/ 143 h 155"/>
                <a:gd name="T4" fmla="*/ 18 w 62"/>
                <a:gd name="T5" fmla="*/ 146 h 155"/>
                <a:gd name="T6" fmla="*/ 60 w 62"/>
                <a:gd name="T7" fmla="*/ 12 h 155"/>
                <a:gd name="T8" fmla="*/ 45 w 62"/>
                <a:gd name="T9" fmla="*/ 9 h 155"/>
              </a:gdLst>
              <a:ahLst/>
              <a:cxnLst>
                <a:cxn ang="0">
                  <a:pos x="T0" y="T1"/>
                </a:cxn>
                <a:cxn ang="0">
                  <a:pos x="T2" y="T3"/>
                </a:cxn>
                <a:cxn ang="0">
                  <a:pos x="T4" y="T5"/>
                </a:cxn>
                <a:cxn ang="0">
                  <a:pos x="T6" y="T7"/>
                </a:cxn>
                <a:cxn ang="0">
                  <a:pos x="T8" y="T9"/>
                </a:cxn>
              </a:cxnLst>
              <a:rect l="0" t="0" r="r" b="b"/>
              <a:pathLst>
                <a:path w="62" h="155">
                  <a:moveTo>
                    <a:pt x="45" y="9"/>
                  </a:moveTo>
                  <a:cubicBezTo>
                    <a:pt x="31" y="53"/>
                    <a:pt x="17" y="98"/>
                    <a:pt x="3" y="143"/>
                  </a:cubicBezTo>
                  <a:cubicBezTo>
                    <a:pt x="0" y="152"/>
                    <a:pt x="15" y="155"/>
                    <a:pt x="18" y="146"/>
                  </a:cubicBezTo>
                  <a:cubicBezTo>
                    <a:pt x="32" y="101"/>
                    <a:pt x="46" y="57"/>
                    <a:pt x="60" y="12"/>
                  </a:cubicBezTo>
                  <a:cubicBezTo>
                    <a:pt x="62" y="3"/>
                    <a:pt x="48" y="0"/>
                    <a:pt x="45" y="9"/>
                  </a:cubicBezTo>
                </a:path>
              </a:pathLst>
            </a:custGeom>
            <a:solidFill>
              <a:srgbClr val="AD75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 name="Freeform 26"/>
            <p:cNvSpPr>
              <a:spLocks/>
            </p:cNvSpPr>
            <p:nvPr/>
          </p:nvSpPr>
          <p:spPr bwMode="auto">
            <a:xfrm>
              <a:off x="3394075" y="4141788"/>
              <a:ext cx="52388" cy="69850"/>
            </a:xfrm>
            <a:custGeom>
              <a:avLst/>
              <a:gdLst>
                <a:gd name="T0" fmla="*/ 0 w 18"/>
                <a:gd name="T1" fmla="*/ 10 h 24"/>
                <a:gd name="T2" fmla="*/ 0 w 18"/>
                <a:gd name="T3" fmla="*/ 10 h 24"/>
                <a:gd name="T4" fmla="*/ 11 w 18"/>
                <a:gd name="T5" fmla="*/ 24 h 24"/>
                <a:gd name="T6" fmla="*/ 14 w 18"/>
                <a:gd name="T7" fmla="*/ 13 h 24"/>
                <a:gd name="T8" fmla="*/ 0 w 18"/>
                <a:gd name="T9" fmla="*/ 10 h 24"/>
              </a:gdLst>
              <a:ahLst/>
              <a:cxnLst>
                <a:cxn ang="0">
                  <a:pos x="T0" y="T1"/>
                </a:cxn>
                <a:cxn ang="0">
                  <a:pos x="T2" y="T3"/>
                </a:cxn>
                <a:cxn ang="0">
                  <a:pos x="T4" y="T5"/>
                </a:cxn>
                <a:cxn ang="0">
                  <a:pos x="T6" y="T7"/>
                </a:cxn>
                <a:cxn ang="0">
                  <a:pos x="T8" y="T9"/>
                </a:cxn>
              </a:cxnLst>
              <a:rect l="0" t="0" r="r" b="b"/>
              <a:pathLst>
                <a:path w="18" h="24">
                  <a:moveTo>
                    <a:pt x="0" y="10"/>
                  </a:moveTo>
                  <a:cubicBezTo>
                    <a:pt x="0" y="11"/>
                    <a:pt x="0" y="10"/>
                    <a:pt x="0" y="10"/>
                  </a:cubicBezTo>
                  <a:cubicBezTo>
                    <a:pt x="4" y="4"/>
                    <a:pt x="17" y="7"/>
                    <a:pt x="11" y="24"/>
                  </a:cubicBezTo>
                  <a:cubicBezTo>
                    <a:pt x="11" y="23"/>
                    <a:pt x="14" y="14"/>
                    <a:pt x="14" y="13"/>
                  </a:cubicBezTo>
                  <a:cubicBezTo>
                    <a:pt x="18" y="3"/>
                    <a:pt x="3" y="0"/>
                    <a:pt x="0" y="10"/>
                  </a:cubicBezTo>
                </a:path>
              </a:pathLst>
            </a:custGeom>
            <a:solidFill>
              <a:srgbClr val="F1AC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 name="Freeform 27"/>
            <p:cNvSpPr>
              <a:spLocks/>
            </p:cNvSpPr>
            <p:nvPr/>
          </p:nvSpPr>
          <p:spPr bwMode="auto">
            <a:xfrm>
              <a:off x="3687763" y="4359275"/>
              <a:ext cx="73025" cy="55563"/>
            </a:xfrm>
            <a:custGeom>
              <a:avLst/>
              <a:gdLst>
                <a:gd name="T0" fmla="*/ 21 w 25"/>
                <a:gd name="T1" fmla="*/ 3 h 19"/>
                <a:gd name="T2" fmla="*/ 12 w 25"/>
                <a:gd name="T3" fmla="*/ 2 h 19"/>
                <a:gd name="T4" fmla="*/ 0 w 25"/>
                <a:gd name="T5" fmla="*/ 6 h 19"/>
                <a:gd name="T6" fmla="*/ 7 w 25"/>
                <a:gd name="T7" fmla="*/ 19 h 19"/>
                <a:gd name="T8" fmla="*/ 19 w 25"/>
                <a:gd name="T9" fmla="*/ 14 h 19"/>
                <a:gd name="T10" fmla="*/ 21 w 25"/>
                <a:gd name="T11" fmla="*/ 3 h 19"/>
              </a:gdLst>
              <a:ahLst/>
              <a:cxnLst>
                <a:cxn ang="0">
                  <a:pos x="T0" y="T1"/>
                </a:cxn>
                <a:cxn ang="0">
                  <a:pos x="T2" y="T3"/>
                </a:cxn>
                <a:cxn ang="0">
                  <a:pos x="T4" y="T5"/>
                </a:cxn>
                <a:cxn ang="0">
                  <a:pos x="T6" y="T7"/>
                </a:cxn>
                <a:cxn ang="0">
                  <a:pos x="T8" y="T9"/>
                </a:cxn>
                <a:cxn ang="0">
                  <a:pos x="T10" y="T11"/>
                </a:cxn>
              </a:cxnLst>
              <a:rect l="0" t="0" r="r" b="b"/>
              <a:pathLst>
                <a:path w="25" h="19">
                  <a:moveTo>
                    <a:pt x="21" y="3"/>
                  </a:moveTo>
                  <a:cubicBezTo>
                    <a:pt x="21" y="3"/>
                    <a:pt x="19" y="0"/>
                    <a:pt x="12" y="2"/>
                  </a:cubicBezTo>
                  <a:cubicBezTo>
                    <a:pt x="0" y="6"/>
                    <a:pt x="0" y="6"/>
                    <a:pt x="0" y="6"/>
                  </a:cubicBezTo>
                  <a:cubicBezTo>
                    <a:pt x="7" y="19"/>
                    <a:pt x="7" y="19"/>
                    <a:pt x="7" y="19"/>
                  </a:cubicBezTo>
                  <a:cubicBezTo>
                    <a:pt x="19" y="14"/>
                    <a:pt x="19" y="14"/>
                    <a:pt x="19" y="14"/>
                  </a:cubicBezTo>
                  <a:cubicBezTo>
                    <a:pt x="19" y="14"/>
                    <a:pt x="25" y="10"/>
                    <a:pt x="21" y="3"/>
                  </a:cubicBezTo>
                </a:path>
              </a:pathLst>
            </a:custGeom>
            <a:solidFill>
              <a:srgbClr val="F1AC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 name="Freeform 28"/>
            <p:cNvSpPr>
              <a:spLocks/>
            </p:cNvSpPr>
            <p:nvPr/>
          </p:nvSpPr>
          <p:spPr bwMode="auto">
            <a:xfrm>
              <a:off x="3170238" y="3938588"/>
              <a:ext cx="619125" cy="774700"/>
            </a:xfrm>
            <a:custGeom>
              <a:avLst/>
              <a:gdLst>
                <a:gd name="T0" fmla="*/ 6 w 213"/>
                <a:gd name="T1" fmla="*/ 0 h 267"/>
                <a:gd name="T2" fmla="*/ 2 w 213"/>
                <a:gd name="T3" fmla="*/ 9 h 267"/>
                <a:gd name="T4" fmla="*/ 177 w 213"/>
                <a:gd name="T5" fmla="*/ 231 h 267"/>
                <a:gd name="T6" fmla="*/ 203 w 213"/>
                <a:gd name="T7" fmla="*/ 264 h 267"/>
                <a:gd name="T8" fmla="*/ 213 w 213"/>
                <a:gd name="T9" fmla="*/ 265 h 267"/>
                <a:gd name="T10" fmla="*/ 6 w 213"/>
                <a:gd name="T11" fmla="*/ 0 h 267"/>
              </a:gdLst>
              <a:ahLst/>
              <a:cxnLst>
                <a:cxn ang="0">
                  <a:pos x="T0" y="T1"/>
                </a:cxn>
                <a:cxn ang="0">
                  <a:pos x="T2" y="T3"/>
                </a:cxn>
                <a:cxn ang="0">
                  <a:pos x="T4" y="T5"/>
                </a:cxn>
                <a:cxn ang="0">
                  <a:pos x="T6" y="T7"/>
                </a:cxn>
                <a:cxn ang="0">
                  <a:pos x="T8" y="T9"/>
                </a:cxn>
                <a:cxn ang="0">
                  <a:pos x="T10" y="T11"/>
                </a:cxn>
              </a:cxnLst>
              <a:rect l="0" t="0" r="r" b="b"/>
              <a:pathLst>
                <a:path w="213" h="267">
                  <a:moveTo>
                    <a:pt x="6" y="0"/>
                  </a:moveTo>
                  <a:cubicBezTo>
                    <a:pt x="1" y="1"/>
                    <a:pt x="0" y="6"/>
                    <a:pt x="2" y="9"/>
                  </a:cubicBezTo>
                  <a:cubicBezTo>
                    <a:pt x="58" y="85"/>
                    <a:pt x="119" y="157"/>
                    <a:pt x="177" y="231"/>
                  </a:cubicBezTo>
                  <a:cubicBezTo>
                    <a:pt x="186" y="242"/>
                    <a:pt x="194" y="253"/>
                    <a:pt x="203" y="264"/>
                  </a:cubicBezTo>
                  <a:cubicBezTo>
                    <a:pt x="206" y="267"/>
                    <a:pt x="210" y="267"/>
                    <a:pt x="213" y="265"/>
                  </a:cubicBezTo>
                  <a:lnTo>
                    <a:pt x="6" y="0"/>
                  </a:lnTo>
                  <a:close/>
                </a:path>
              </a:pathLst>
            </a:custGeom>
            <a:solidFill>
              <a:srgbClr val="AD75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 name="Freeform 29"/>
            <p:cNvSpPr>
              <a:spLocks/>
            </p:cNvSpPr>
            <p:nvPr/>
          </p:nvSpPr>
          <p:spPr bwMode="auto">
            <a:xfrm>
              <a:off x="2879725" y="3976688"/>
              <a:ext cx="363538" cy="106363"/>
            </a:xfrm>
            <a:custGeom>
              <a:avLst/>
              <a:gdLst>
                <a:gd name="T0" fmla="*/ 10 w 125"/>
                <a:gd name="T1" fmla="*/ 35 h 37"/>
                <a:gd name="T2" fmla="*/ 116 w 125"/>
                <a:gd name="T3" fmla="*/ 16 h 37"/>
                <a:gd name="T4" fmla="*/ 115 w 125"/>
                <a:gd name="T5" fmla="*/ 1 h 37"/>
                <a:gd name="T6" fmla="*/ 10 w 125"/>
                <a:gd name="T7" fmla="*/ 20 h 37"/>
                <a:gd name="T8" fmla="*/ 10 w 125"/>
                <a:gd name="T9" fmla="*/ 35 h 37"/>
              </a:gdLst>
              <a:ahLst/>
              <a:cxnLst>
                <a:cxn ang="0">
                  <a:pos x="T0" y="T1"/>
                </a:cxn>
                <a:cxn ang="0">
                  <a:pos x="T2" y="T3"/>
                </a:cxn>
                <a:cxn ang="0">
                  <a:pos x="T4" y="T5"/>
                </a:cxn>
                <a:cxn ang="0">
                  <a:pos x="T6" y="T7"/>
                </a:cxn>
                <a:cxn ang="0">
                  <a:pos x="T8" y="T9"/>
                </a:cxn>
              </a:cxnLst>
              <a:rect l="0" t="0" r="r" b="b"/>
              <a:pathLst>
                <a:path w="125" h="37">
                  <a:moveTo>
                    <a:pt x="10" y="35"/>
                  </a:moveTo>
                  <a:cubicBezTo>
                    <a:pt x="46" y="29"/>
                    <a:pt x="81" y="22"/>
                    <a:pt x="116" y="16"/>
                  </a:cubicBezTo>
                  <a:cubicBezTo>
                    <a:pt x="125" y="15"/>
                    <a:pt x="125" y="0"/>
                    <a:pt x="115" y="1"/>
                  </a:cubicBezTo>
                  <a:cubicBezTo>
                    <a:pt x="80" y="8"/>
                    <a:pt x="45" y="14"/>
                    <a:pt x="10" y="20"/>
                  </a:cubicBezTo>
                  <a:cubicBezTo>
                    <a:pt x="0" y="22"/>
                    <a:pt x="1" y="37"/>
                    <a:pt x="10" y="35"/>
                  </a:cubicBezTo>
                </a:path>
              </a:pathLst>
            </a:custGeom>
            <a:solidFill>
              <a:srgbClr val="F1AC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 name="Freeform 30"/>
            <p:cNvSpPr>
              <a:spLocks/>
            </p:cNvSpPr>
            <p:nvPr/>
          </p:nvSpPr>
          <p:spPr bwMode="auto">
            <a:xfrm>
              <a:off x="2890838" y="3998913"/>
              <a:ext cx="346075" cy="87313"/>
            </a:xfrm>
            <a:custGeom>
              <a:avLst/>
              <a:gdLst>
                <a:gd name="T0" fmla="*/ 0 w 119"/>
                <a:gd name="T1" fmla="*/ 24 h 30"/>
                <a:gd name="T2" fmla="*/ 7 w 119"/>
                <a:gd name="T3" fmla="*/ 29 h 30"/>
                <a:gd name="T4" fmla="*/ 112 w 119"/>
                <a:gd name="T5" fmla="*/ 8 h 30"/>
                <a:gd name="T6" fmla="*/ 119 w 119"/>
                <a:gd name="T7" fmla="*/ 0 h 30"/>
                <a:gd name="T8" fmla="*/ 0 w 119"/>
                <a:gd name="T9" fmla="*/ 24 h 30"/>
              </a:gdLst>
              <a:ahLst/>
              <a:cxnLst>
                <a:cxn ang="0">
                  <a:pos x="T0" y="T1"/>
                </a:cxn>
                <a:cxn ang="0">
                  <a:pos x="T2" y="T3"/>
                </a:cxn>
                <a:cxn ang="0">
                  <a:pos x="T4" y="T5"/>
                </a:cxn>
                <a:cxn ang="0">
                  <a:pos x="T6" y="T7"/>
                </a:cxn>
                <a:cxn ang="0">
                  <a:pos x="T8" y="T9"/>
                </a:cxn>
              </a:cxnLst>
              <a:rect l="0" t="0" r="r" b="b"/>
              <a:pathLst>
                <a:path w="119" h="30">
                  <a:moveTo>
                    <a:pt x="0" y="24"/>
                  </a:moveTo>
                  <a:cubicBezTo>
                    <a:pt x="0" y="27"/>
                    <a:pt x="2" y="30"/>
                    <a:pt x="7" y="29"/>
                  </a:cubicBezTo>
                  <a:cubicBezTo>
                    <a:pt x="42" y="22"/>
                    <a:pt x="77" y="15"/>
                    <a:pt x="112" y="8"/>
                  </a:cubicBezTo>
                  <a:cubicBezTo>
                    <a:pt x="116" y="7"/>
                    <a:pt x="118" y="4"/>
                    <a:pt x="119" y="0"/>
                  </a:cubicBezTo>
                  <a:lnTo>
                    <a:pt x="0" y="24"/>
                  </a:lnTo>
                  <a:close/>
                </a:path>
              </a:pathLst>
            </a:custGeom>
            <a:solidFill>
              <a:srgbClr val="AD75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 name="Freeform 31"/>
            <p:cNvSpPr>
              <a:spLocks/>
            </p:cNvSpPr>
            <p:nvPr/>
          </p:nvSpPr>
          <p:spPr bwMode="auto">
            <a:xfrm>
              <a:off x="3386138" y="4586288"/>
              <a:ext cx="357188" cy="161925"/>
            </a:xfrm>
            <a:custGeom>
              <a:avLst/>
              <a:gdLst>
                <a:gd name="T0" fmla="*/ 12 w 123"/>
                <a:gd name="T1" fmla="*/ 53 h 56"/>
                <a:gd name="T2" fmla="*/ 113 w 123"/>
                <a:gd name="T3" fmla="*/ 17 h 56"/>
                <a:gd name="T4" fmla="*/ 118 w 123"/>
                <a:gd name="T5" fmla="*/ 14 h 56"/>
                <a:gd name="T6" fmla="*/ 110 w 123"/>
                <a:gd name="T7" fmla="*/ 2 h 56"/>
                <a:gd name="T8" fmla="*/ 8 w 123"/>
                <a:gd name="T9" fmla="*/ 39 h 56"/>
                <a:gd name="T10" fmla="*/ 12 w 123"/>
                <a:gd name="T11" fmla="*/ 53 h 56"/>
              </a:gdLst>
              <a:ahLst/>
              <a:cxnLst>
                <a:cxn ang="0">
                  <a:pos x="T0" y="T1"/>
                </a:cxn>
                <a:cxn ang="0">
                  <a:pos x="T2" y="T3"/>
                </a:cxn>
                <a:cxn ang="0">
                  <a:pos x="T4" y="T5"/>
                </a:cxn>
                <a:cxn ang="0">
                  <a:pos x="T6" y="T7"/>
                </a:cxn>
                <a:cxn ang="0">
                  <a:pos x="T8" y="T9"/>
                </a:cxn>
                <a:cxn ang="0">
                  <a:pos x="T10" y="T11"/>
                </a:cxn>
              </a:cxnLst>
              <a:rect l="0" t="0" r="r" b="b"/>
              <a:pathLst>
                <a:path w="123" h="56">
                  <a:moveTo>
                    <a:pt x="12" y="53"/>
                  </a:moveTo>
                  <a:cubicBezTo>
                    <a:pt x="45" y="41"/>
                    <a:pt x="79" y="29"/>
                    <a:pt x="113" y="17"/>
                  </a:cubicBezTo>
                  <a:cubicBezTo>
                    <a:pt x="115" y="16"/>
                    <a:pt x="116" y="15"/>
                    <a:pt x="118" y="14"/>
                  </a:cubicBezTo>
                  <a:cubicBezTo>
                    <a:pt x="123" y="11"/>
                    <a:pt x="116" y="0"/>
                    <a:pt x="110" y="2"/>
                  </a:cubicBezTo>
                  <a:cubicBezTo>
                    <a:pt x="76" y="14"/>
                    <a:pt x="42" y="27"/>
                    <a:pt x="8" y="39"/>
                  </a:cubicBezTo>
                  <a:cubicBezTo>
                    <a:pt x="0" y="42"/>
                    <a:pt x="5" y="56"/>
                    <a:pt x="12" y="53"/>
                  </a:cubicBezTo>
                </a:path>
              </a:pathLst>
            </a:custGeom>
            <a:solidFill>
              <a:srgbClr val="F1AC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 name="Freeform 32"/>
            <p:cNvSpPr>
              <a:spLocks/>
            </p:cNvSpPr>
            <p:nvPr/>
          </p:nvSpPr>
          <p:spPr bwMode="auto">
            <a:xfrm>
              <a:off x="3400425" y="4611688"/>
              <a:ext cx="328613" cy="139700"/>
            </a:xfrm>
            <a:custGeom>
              <a:avLst/>
              <a:gdLst>
                <a:gd name="T0" fmla="*/ 0 w 113"/>
                <a:gd name="T1" fmla="*/ 42 h 48"/>
                <a:gd name="T2" fmla="*/ 7 w 113"/>
                <a:gd name="T3" fmla="*/ 46 h 48"/>
                <a:gd name="T4" fmla="*/ 108 w 113"/>
                <a:gd name="T5" fmla="*/ 8 h 48"/>
                <a:gd name="T6" fmla="*/ 113 w 113"/>
                <a:gd name="T7" fmla="*/ 5 h 48"/>
                <a:gd name="T8" fmla="*/ 109 w 113"/>
                <a:gd name="T9" fmla="*/ 0 h 48"/>
                <a:gd name="T10" fmla="*/ 0 w 113"/>
                <a:gd name="T11" fmla="*/ 42 h 48"/>
              </a:gdLst>
              <a:ahLst/>
              <a:cxnLst>
                <a:cxn ang="0">
                  <a:pos x="T0" y="T1"/>
                </a:cxn>
                <a:cxn ang="0">
                  <a:pos x="T2" y="T3"/>
                </a:cxn>
                <a:cxn ang="0">
                  <a:pos x="T4" y="T5"/>
                </a:cxn>
                <a:cxn ang="0">
                  <a:pos x="T6" y="T7"/>
                </a:cxn>
                <a:cxn ang="0">
                  <a:pos x="T8" y="T9"/>
                </a:cxn>
                <a:cxn ang="0">
                  <a:pos x="T10" y="T11"/>
                </a:cxn>
              </a:cxnLst>
              <a:rect l="0" t="0" r="r" b="b"/>
              <a:pathLst>
                <a:path w="113" h="48">
                  <a:moveTo>
                    <a:pt x="0" y="42"/>
                  </a:moveTo>
                  <a:cubicBezTo>
                    <a:pt x="2" y="45"/>
                    <a:pt x="3" y="48"/>
                    <a:pt x="7" y="46"/>
                  </a:cubicBezTo>
                  <a:cubicBezTo>
                    <a:pt x="41" y="33"/>
                    <a:pt x="75" y="20"/>
                    <a:pt x="108" y="8"/>
                  </a:cubicBezTo>
                  <a:cubicBezTo>
                    <a:pt x="110" y="7"/>
                    <a:pt x="113" y="6"/>
                    <a:pt x="113" y="5"/>
                  </a:cubicBezTo>
                  <a:cubicBezTo>
                    <a:pt x="112" y="4"/>
                    <a:pt x="111" y="2"/>
                    <a:pt x="109" y="0"/>
                  </a:cubicBezTo>
                  <a:lnTo>
                    <a:pt x="0" y="42"/>
                  </a:lnTo>
                  <a:close/>
                </a:path>
              </a:pathLst>
            </a:custGeom>
            <a:solidFill>
              <a:srgbClr val="AD75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 name="Freeform 33"/>
            <p:cNvSpPr>
              <a:spLocks/>
            </p:cNvSpPr>
            <p:nvPr/>
          </p:nvSpPr>
          <p:spPr bwMode="auto">
            <a:xfrm>
              <a:off x="2925763" y="3981450"/>
              <a:ext cx="681038" cy="542925"/>
            </a:xfrm>
            <a:custGeom>
              <a:avLst/>
              <a:gdLst>
                <a:gd name="T0" fmla="*/ 76 w 234"/>
                <a:gd name="T1" fmla="*/ 0 h 187"/>
                <a:gd name="T2" fmla="*/ 124 w 234"/>
                <a:gd name="T3" fmla="*/ 75 h 187"/>
                <a:gd name="T4" fmla="*/ 234 w 234"/>
                <a:gd name="T5" fmla="*/ 146 h 187"/>
                <a:gd name="T6" fmla="*/ 162 w 234"/>
                <a:gd name="T7" fmla="*/ 172 h 187"/>
                <a:gd name="T8" fmla="*/ 45 w 234"/>
                <a:gd name="T9" fmla="*/ 89 h 187"/>
                <a:gd name="T10" fmla="*/ 0 w 234"/>
                <a:gd name="T11" fmla="*/ 17 h 187"/>
                <a:gd name="T12" fmla="*/ 76 w 234"/>
                <a:gd name="T13" fmla="*/ 0 h 187"/>
              </a:gdLst>
              <a:ahLst/>
              <a:cxnLst>
                <a:cxn ang="0">
                  <a:pos x="T0" y="T1"/>
                </a:cxn>
                <a:cxn ang="0">
                  <a:pos x="T2" y="T3"/>
                </a:cxn>
                <a:cxn ang="0">
                  <a:pos x="T4" y="T5"/>
                </a:cxn>
                <a:cxn ang="0">
                  <a:pos x="T6" y="T7"/>
                </a:cxn>
                <a:cxn ang="0">
                  <a:pos x="T8" y="T9"/>
                </a:cxn>
                <a:cxn ang="0">
                  <a:pos x="T10" y="T11"/>
                </a:cxn>
                <a:cxn ang="0">
                  <a:pos x="T12" y="T13"/>
                </a:cxn>
              </a:cxnLst>
              <a:rect l="0" t="0" r="r" b="b"/>
              <a:pathLst>
                <a:path w="234" h="187">
                  <a:moveTo>
                    <a:pt x="76" y="0"/>
                  </a:moveTo>
                  <a:cubicBezTo>
                    <a:pt x="76" y="0"/>
                    <a:pt x="104" y="12"/>
                    <a:pt x="124" y="75"/>
                  </a:cubicBezTo>
                  <a:cubicBezTo>
                    <a:pt x="124" y="75"/>
                    <a:pt x="153" y="147"/>
                    <a:pt x="234" y="146"/>
                  </a:cubicBezTo>
                  <a:cubicBezTo>
                    <a:pt x="162" y="172"/>
                    <a:pt x="162" y="172"/>
                    <a:pt x="162" y="172"/>
                  </a:cubicBezTo>
                  <a:cubicBezTo>
                    <a:pt x="162" y="172"/>
                    <a:pt x="81" y="187"/>
                    <a:pt x="45" y="89"/>
                  </a:cubicBezTo>
                  <a:cubicBezTo>
                    <a:pt x="45" y="89"/>
                    <a:pt x="35" y="39"/>
                    <a:pt x="0" y="17"/>
                  </a:cubicBezTo>
                  <a:lnTo>
                    <a:pt x="76" y="0"/>
                  </a:lnTo>
                  <a:close/>
                </a:path>
              </a:pathLst>
            </a:custGeom>
            <a:solidFill>
              <a:srgbClr val="7BCC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 name="Freeform 34"/>
            <p:cNvSpPr>
              <a:spLocks/>
            </p:cNvSpPr>
            <p:nvPr/>
          </p:nvSpPr>
          <p:spPr bwMode="auto">
            <a:xfrm>
              <a:off x="3457575" y="4371975"/>
              <a:ext cx="261938" cy="127000"/>
            </a:xfrm>
            <a:custGeom>
              <a:avLst/>
              <a:gdLst>
                <a:gd name="T0" fmla="*/ 0 w 90"/>
                <a:gd name="T1" fmla="*/ 30 h 44"/>
                <a:gd name="T2" fmla="*/ 14 w 90"/>
                <a:gd name="T3" fmla="*/ 33 h 44"/>
                <a:gd name="T4" fmla="*/ 3 w 90"/>
                <a:gd name="T5" fmla="*/ 44 h 44"/>
                <a:gd name="T6" fmla="*/ 87 w 90"/>
                <a:gd name="T7" fmla="*/ 15 h 44"/>
                <a:gd name="T8" fmla="*/ 88 w 90"/>
                <a:gd name="T9" fmla="*/ 7 h 44"/>
                <a:gd name="T10" fmla="*/ 76 w 90"/>
                <a:gd name="T11" fmla="*/ 3 h 44"/>
                <a:gd name="T12" fmla="*/ 0 w 90"/>
                <a:gd name="T13" fmla="*/ 30 h 44"/>
              </a:gdLst>
              <a:ahLst/>
              <a:cxnLst>
                <a:cxn ang="0">
                  <a:pos x="T0" y="T1"/>
                </a:cxn>
                <a:cxn ang="0">
                  <a:pos x="T2" y="T3"/>
                </a:cxn>
                <a:cxn ang="0">
                  <a:pos x="T4" y="T5"/>
                </a:cxn>
                <a:cxn ang="0">
                  <a:pos x="T6" y="T7"/>
                </a:cxn>
                <a:cxn ang="0">
                  <a:pos x="T8" y="T9"/>
                </a:cxn>
                <a:cxn ang="0">
                  <a:pos x="T10" y="T11"/>
                </a:cxn>
                <a:cxn ang="0">
                  <a:pos x="T12" y="T13"/>
                </a:cxn>
              </a:cxnLst>
              <a:rect l="0" t="0" r="r" b="b"/>
              <a:pathLst>
                <a:path w="90" h="44">
                  <a:moveTo>
                    <a:pt x="0" y="30"/>
                  </a:moveTo>
                  <a:cubicBezTo>
                    <a:pt x="0" y="30"/>
                    <a:pt x="11" y="25"/>
                    <a:pt x="14" y="33"/>
                  </a:cubicBezTo>
                  <a:cubicBezTo>
                    <a:pt x="14" y="33"/>
                    <a:pt x="14" y="40"/>
                    <a:pt x="3" y="44"/>
                  </a:cubicBezTo>
                  <a:cubicBezTo>
                    <a:pt x="87" y="15"/>
                    <a:pt x="87" y="15"/>
                    <a:pt x="87" y="15"/>
                  </a:cubicBezTo>
                  <a:cubicBezTo>
                    <a:pt x="87" y="15"/>
                    <a:pt x="90" y="11"/>
                    <a:pt x="88" y="7"/>
                  </a:cubicBezTo>
                  <a:cubicBezTo>
                    <a:pt x="88" y="7"/>
                    <a:pt x="87" y="0"/>
                    <a:pt x="76" y="3"/>
                  </a:cubicBezTo>
                  <a:lnTo>
                    <a:pt x="0" y="30"/>
                  </a:lnTo>
                  <a:close/>
                </a:path>
              </a:pathLst>
            </a:custGeom>
            <a:solidFill>
              <a:srgbClr val="A2EA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 name="Freeform 35"/>
            <p:cNvSpPr>
              <a:spLocks/>
            </p:cNvSpPr>
            <p:nvPr/>
          </p:nvSpPr>
          <p:spPr bwMode="auto">
            <a:xfrm>
              <a:off x="2838450" y="3994150"/>
              <a:ext cx="677863" cy="841375"/>
            </a:xfrm>
            <a:custGeom>
              <a:avLst/>
              <a:gdLst>
                <a:gd name="T0" fmla="*/ 6 w 233"/>
                <a:gd name="T1" fmla="*/ 16 h 290"/>
                <a:gd name="T2" fmla="*/ 187 w 233"/>
                <a:gd name="T3" fmla="*/ 248 h 290"/>
                <a:gd name="T4" fmla="*/ 214 w 233"/>
                <a:gd name="T5" fmla="*/ 283 h 290"/>
                <a:gd name="T6" fmla="*/ 227 w 233"/>
                <a:gd name="T7" fmla="*/ 274 h 290"/>
                <a:gd name="T8" fmla="*/ 45 w 233"/>
                <a:gd name="T9" fmla="*/ 42 h 290"/>
                <a:gd name="T10" fmla="*/ 18 w 233"/>
                <a:gd name="T11" fmla="*/ 8 h 290"/>
                <a:gd name="T12" fmla="*/ 6 w 233"/>
                <a:gd name="T13" fmla="*/ 16 h 290"/>
              </a:gdLst>
              <a:ahLst/>
              <a:cxnLst>
                <a:cxn ang="0">
                  <a:pos x="T0" y="T1"/>
                </a:cxn>
                <a:cxn ang="0">
                  <a:pos x="T2" y="T3"/>
                </a:cxn>
                <a:cxn ang="0">
                  <a:pos x="T4" y="T5"/>
                </a:cxn>
                <a:cxn ang="0">
                  <a:pos x="T6" y="T7"/>
                </a:cxn>
                <a:cxn ang="0">
                  <a:pos x="T8" y="T9"/>
                </a:cxn>
                <a:cxn ang="0">
                  <a:pos x="T10" y="T11"/>
                </a:cxn>
                <a:cxn ang="0">
                  <a:pos x="T12" y="T13"/>
                </a:cxn>
              </a:cxnLst>
              <a:rect l="0" t="0" r="r" b="b"/>
              <a:pathLst>
                <a:path w="233" h="290">
                  <a:moveTo>
                    <a:pt x="6" y="16"/>
                  </a:moveTo>
                  <a:cubicBezTo>
                    <a:pt x="66" y="93"/>
                    <a:pt x="127" y="171"/>
                    <a:pt x="187" y="248"/>
                  </a:cubicBezTo>
                  <a:cubicBezTo>
                    <a:pt x="196" y="260"/>
                    <a:pt x="205" y="271"/>
                    <a:pt x="214" y="283"/>
                  </a:cubicBezTo>
                  <a:cubicBezTo>
                    <a:pt x="220" y="290"/>
                    <a:pt x="233" y="282"/>
                    <a:pt x="227" y="274"/>
                  </a:cubicBezTo>
                  <a:cubicBezTo>
                    <a:pt x="166" y="197"/>
                    <a:pt x="106" y="119"/>
                    <a:pt x="45" y="42"/>
                  </a:cubicBezTo>
                  <a:cubicBezTo>
                    <a:pt x="36" y="30"/>
                    <a:pt x="27" y="19"/>
                    <a:pt x="18" y="8"/>
                  </a:cubicBezTo>
                  <a:cubicBezTo>
                    <a:pt x="13" y="0"/>
                    <a:pt x="0" y="8"/>
                    <a:pt x="6" y="16"/>
                  </a:cubicBezTo>
                </a:path>
              </a:pathLst>
            </a:custGeom>
            <a:solidFill>
              <a:srgbClr val="F1AC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 name="Freeform 36"/>
            <p:cNvSpPr>
              <a:spLocks/>
            </p:cNvSpPr>
            <p:nvPr/>
          </p:nvSpPr>
          <p:spPr bwMode="auto">
            <a:xfrm>
              <a:off x="2844800" y="4011613"/>
              <a:ext cx="647700" cy="812800"/>
            </a:xfrm>
            <a:custGeom>
              <a:avLst/>
              <a:gdLst>
                <a:gd name="T0" fmla="*/ 5 w 223"/>
                <a:gd name="T1" fmla="*/ 0 h 280"/>
                <a:gd name="T2" fmla="*/ 3 w 223"/>
                <a:gd name="T3" fmla="*/ 11 h 280"/>
                <a:gd name="T4" fmla="*/ 185 w 223"/>
                <a:gd name="T5" fmla="*/ 242 h 280"/>
                <a:gd name="T6" fmla="*/ 212 w 223"/>
                <a:gd name="T7" fmla="*/ 277 h 280"/>
                <a:gd name="T8" fmla="*/ 223 w 223"/>
                <a:gd name="T9" fmla="*/ 278 h 280"/>
                <a:gd name="T10" fmla="*/ 5 w 223"/>
                <a:gd name="T11" fmla="*/ 0 h 280"/>
              </a:gdLst>
              <a:ahLst/>
              <a:cxnLst>
                <a:cxn ang="0">
                  <a:pos x="T0" y="T1"/>
                </a:cxn>
                <a:cxn ang="0">
                  <a:pos x="T2" y="T3"/>
                </a:cxn>
                <a:cxn ang="0">
                  <a:pos x="T4" y="T5"/>
                </a:cxn>
                <a:cxn ang="0">
                  <a:pos x="T6" y="T7"/>
                </a:cxn>
                <a:cxn ang="0">
                  <a:pos x="T8" y="T9"/>
                </a:cxn>
                <a:cxn ang="0">
                  <a:pos x="T10" y="T11"/>
                </a:cxn>
              </a:cxnLst>
              <a:rect l="0" t="0" r="r" b="b"/>
              <a:pathLst>
                <a:path w="223" h="280">
                  <a:moveTo>
                    <a:pt x="5" y="0"/>
                  </a:moveTo>
                  <a:cubicBezTo>
                    <a:pt x="2" y="2"/>
                    <a:pt x="0" y="7"/>
                    <a:pt x="3" y="11"/>
                  </a:cubicBezTo>
                  <a:cubicBezTo>
                    <a:pt x="64" y="88"/>
                    <a:pt x="125" y="165"/>
                    <a:pt x="185" y="242"/>
                  </a:cubicBezTo>
                  <a:cubicBezTo>
                    <a:pt x="194" y="254"/>
                    <a:pt x="203" y="265"/>
                    <a:pt x="212" y="277"/>
                  </a:cubicBezTo>
                  <a:cubicBezTo>
                    <a:pt x="215" y="280"/>
                    <a:pt x="220" y="280"/>
                    <a:pt x="223" y="278"/>
                  </a:cubicBezTo>
                  <a:lnTo>
                    <a:pt x="5" y="0"/>
                  </a:lnTo>
                  <a:close/>
                </a:path>
              </a:pathLst>
            </a:custGeom>
            <a:solidFill>
              <a:srgbClr val="AD75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 name="Freeform 37"/>
            <p:cNvSpPr>
              <a:spLocks/>
            </p:cNvSpPr>
            <p:nvPr/>
          </p:nvSpPr>
          <p:spPr bwMode="auto">
            <a:xfrm>
              <a:off x="2925763" y="4246563"/>
              <a:ext cx="171450" cy="461963"/>
            </a:xfrm>
            <a:custGeom>
              <a:avLst/>
              <a:gdLst>
                <a:gd name="T0" fmla="*/ 17 w 59"/>
                <a:gd name="T1" fmla="*/ 149 h 159"/>
                <a:gd name="T2" fmla="*/ 57 w 59"/>
                <a:gd name="T3" fmla="*/ 13 h 159"/>
                <a:gd name="T4" fmla="*/ 42 w 59"/>
                <a:gd name="T5" fmla="*/ 9 h 159"/>
                <a:gd name="T6" fmla="*/ 3 w 59"/>
                <a:gd name="T7" fmla="*/ 146 h 159"/>
                <a:gd name="T8" fmla="*/ 17 w 59"/>
                <a:gd name="T9" fmla="*/ 149 h 159"/>
              </a:gdLst>
              <a:ahLst/>
              <a:cxnLst>
                <a:cxn ang="0">
                  <a:pos x="T0" y="T1"/>
                </a:cxn>
                <a:cxn ang="0">
                  <a:pos x="T2" y="T3"/>
                </a:cxn>
                <a:cxn ang="0">
                  <a:pos x="T4" y="T5"/>
                </a:cxn>
                <a:cxn ang="0">
                  <a:pos x="T6" y="T7"/>
                </a:cxn>
                <a:cxn ang="0">
                  <a:pos x="T8" y="T9"/>
                </a:cxn>
              </a:cxnLst>
              <a:rect l="0" t="0" r="r" b="b"/>
              <a:pathLst>
                <a:path w="59" h="159">
                  <a:moveTo>
                    <a:pt x="17" y="149"/>
                  </a:moveTo>
                  <a:cubicBezTo>
                    <a:pt x="30" y="104"/>
                    <a:pt x="44" y="58"/>
                    <a:pt x="57" y="13"/>
                  </a:cubicBezTo>
                  <a:cubicBezTo>
                    <a:pt x="59" y="3"/>
                    <a:pt x="45" y="0"/>
                    <a:pt x="42" y="9"/>
                  </a:cubicBezTo>
                  <a:cubicBezTo>
                    <a:pt x="29" y="55"/>
                    <a:pt x="16" y="101"/>
                    <a:pt x="3" y="146"/>
                  </a:cubicBezTo>
                  <a:cubicBezTo>
                    <a:pt x="0" y="155"/>
                    <a:pt x="14" y="159"/>
                    <a:pt x="17" y="149"/>
                  </a:cubicBezTo>
                </a:path>
              </a:pathLst>
            </a:custGeom>
            <a:solidFill>
              <a:srgbClr val="AD75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 name="Freeform 38"/>
            <p:cNvSpPr>
              <a:spLocks/>
            </p:cNvSpPr>
            <p:nvPr/>
          </p:nvSpPr>
          <p:spPr bwMode="auto">
            <a:xfrm>
              <a:off x="2873375" y="4440238"/>
              <a:ext cx="636588" cy="285750"/>
            </a:xfrm>
            <a:custGeom>
              <a:avLst/>
              <a:gdLst>
                <a:gd name="T0" fmla="*/ 13 w 219"/>
                <a:gd name="T1" fmla="*/ 95 h 98"/>
                <a:gd name="T2" fmla="*/ 210 w 219"/>
                <a:gd name="T3" fmla="*/ 18 h 98"/>
                <a:gd name="T4" fmla="*/ 206 w 219"/>
                <a:gd name="T5" fmla="*/ 4 h 98"/>
                <a:gd name="T6" fmla="*/ 8 w 219"/>
                <a:gd name="T7" fmla="*/ 80 h 98"/>
                <a:gd name="T8" fmla="*/ 13 w 219"/>
                <a:gd name="T9" fmla="*/ 95 h 98"/>
              </a:gdLst>
              <a:ahLst/>
              <a:cxnLst>
                <a:cxn ang="0">
                  <a:pos x="T0" y="T1"/>
                </a:cxn>
                <a:cxn ang="0">
                  <a:pos x="T2" y="T3"/>
                </a:cxn>
                <a:cxn ang="0">
                  <a:pos x="T4" y="T5"/>
                </a:cxn>
                <a:cxn ang="0">
                  <a:pos x="T6" y="T7"/>
                </a:cxn>
                <a:cxn ang="0">
                  <a:pos x="T8" y="T9"/>
                </a:cxn>
              </a:cxnLst>
              <a:rect l="0" t="0" r="r" b="b"/>
              <a:pathLst>
                <a:path w="219" h="98">
                  <a:moveTo>
                    <a:pt x="13" y="95"/>
                  </a:moveTo>
                  <a:cubicBezTo>
                    <a:pt x="79" y="69"/>
                    <a:pt x="144" y="43"/>
                    <a:pt x="210" y="18"/>
                  </a:cubicBezTo>
                  <a:cubicBezTo>
                    <a:pt x="219" y="14"/>
                    <a:pt x="215" y="0"/>
                    <a:pt x="206" y="4"/>
                  </a:cubicBezTo>
                  <a:cubicBezTo>
                    <a:pt x="140" y="29"/>
                    <a:pt x="74" y="55"/>
                    <a:pt x="8" y="80"/>
                  </a:cubicBezTo>
                  <a:cubicBezTo>
                    <a:pt x="0" y="84"/>
                    <a:pt x="4" y="98"/>
                    <a:pt x="13" y="95"/>
                  </a:cubicBezTo>
                </a:path>
              </a:pathLst>
            </a:custGeom>
            <a:solidFill>
              <a:srgbClr val="F1AC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 name="Freeform 39"/>
            <p:cNvSpPr>
              <a:spLocks/>
            </p:cNvSpPr>
            <p:nvPr/>
          </p:nvSpPr>
          <p:spPr bwMode="auto">
            <a:xfrm>
              <a:off x="2886075" y="4464050"/>
              <a:ext cx="615950" cy="255588"/>
            </a:xfrm>
            <a:custGeom>
              <a:avLst/>
              <a:gdLst>
                <a:gd name="T0" fmla="*/ 0 w 212"/>
                <a:gd name="T1" fmla="*/ 82 h 88"/>
                <a:gd name="T2" fmla="*/ 9 w 212"/>
                <a:gd name="T3" fmla="*/ 87 h 88"/>
                <a:gd name="T4" fmla="*/ 206 w 212"/>
                <a:gd name="T5" fmla="*/ 10 h 88"/>
                <a:gd name="T6" fmla="*/ 211 w 212"/>
                <a:gd name="T7" fmla="*/ 0 h 88"/>
                <a:gd name="T8" fmla="*/ 0 w 212"/>
                <a:gd name="T9" fmla="*/ 82 h 88"/>
              </a:gdLst>
              <a:ahLst/>
              <a:cxnLst>
                <a:cxn ang="0">
                  <a:pos x="T0" y="T1"/>
                </a:cxn>
                <a:cxn ang="0">
                  <a:pos x="T2" y="T3"/>
                </a:cxn>
                <a:cxn ang="0">
                  <a:pos x="T4" y="T5"/>
                </a:cxn>
                <a:cxn ang="0">
                  <a:pos x="T6" y="T7"/>
                </a:cxn>
                <a:cxn ang="0">
                  <a:pos x="T8" y="T9"/>
                </a:cxn>
              </a:cxnLst>
              <a:rect l="0" t="0" r="r" b="b"/>
              <a:pathLst>
                <a:path w="212" h="88">
                  <a:moveTo>
                    <a:pt x="0" y="82"/>
                  </a:moveTo>
                  <a:cubicBezTo>
                    <a:pt x="1" y="86"/>
                    <a:pt x="5" y="88"/>
                    <a:pt x="9" y="87"/>
                  </a:cubicBezTo>
                  <a:cubicBezTo>
                    <a:pt x="75" y="61"/>
                    <a:pt x="140" y="35"/>
                    <a:pt x="206" y="10"/>
                  </a:cubicBezTo>
                  <a:cubicBezTo>
                    <a:pt x="210" y="8"/>
                    <a:pt x="212" y="4"/>
                    <a:pt x="211" y="0"/>
                  </a:cubicBezTo>
                  <a:lnTo>
                    <a:pt x="0" y="82"/>
                  </a:lnTo>
                  <a:close/>
                </a:path>
              </a:pathLst>
            </a:custGeom>
            <a:solidFill>
              <a:srgbClr val="AD75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82" name="文本4"/>
          <p:cNvSpPr/>
          <p:nvPr/>
        </p:nvSpPr>
        <p:spPr>
          <a:xfrm rot="18578385">
            <a:off x="5874754" y="1524240"/>
            <a:ext cx="3566841" cy="2750400"/>
          </a:xfrm>
          <a:prstGeom prst="rect">
            <a:avLst/>
          </a:prstGeom>
          <a:noFill/>
          <a:ln w="25400" cap="flat" cmpd="sng" algn="ctr">
            <a:noFill/>
            <a:prstDash val="solid"/>
          </a:ln>
          <a:effectLst/>
        </p:spPr>
        <p:txBody>
          <a:bodyPr spcFirstLastPara="1" lIns="91430" tIns="45716" rIns="91430" bIns="45716" numCol="1" anchor="ctr">
            <a:prstTxWarp prst="textArchUp">
              <a:avLst>
                <a:gd name="adj" fmla="val 10851219"/>
              </a:avLst>
            </a:prstTxWarp>
          </a:bodyPr>
          <a:lstStyle/>
          <a:p>
            <a:pPr algn="ctr">
              <a:defRPr/>
            </a:pPr>
            <a:r>
              <a:rPr lang="zh-CN" altLang="en-US" sz="2800" b="1" kern="0" dirty="0">
                <a:solidFill>
                  <a:srgbClr val="FFFFFF"/>
                </a:solidFill>
                <a:latin typeface="微软雅黑" pitchFamily="34" charset="-122"/>
              </a:rPr>
              <a:t>我是步骤一</a:t>
            </a:r>
          </a:p>
        </p:txBody>
      </p:sp>
      <p:sp>
        <p:nvSpPr>
          <p:cNvPr id="16" name="等腰三角形 15"/>
          <p:cNvSpPr/>
          <p:nvPr/>
        </p:nvSpPr>
        <p:spPr>
          <a:xfrm>
            <a:off x="5839181" y="3044681"/>
            <a:ext cx="455205" cy="392418"/>
          </a:xfrm>
          <a:prstGeom prst="triangle">
            <a:avLst/>
          </a:prstGeom>
          <a:solidFill>
            <a:srgbClr val="CFD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 name="等腰三角形 82"/>
          <p:cNvSpPr/>
          <p:nvPr/>
        </p:nvSpPr>
        <p:spPr>
          <a:xfrm flipV="1">
            <a:off x="10751265" y="3429000"/>
            <a:ext cx="455205" cy="392418"/>
          </a:xfrm>
          <a:prstGeom prst="triangle">
            <a:avLst/>
          </a:prstGeom>
          <a:solidFill>
            <a:srgbClr val="00A0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 name="等腰三角形 83"/>
          <p:cNvSpPr/>
          <p:nvPr/>
        </p:nvSpPr>
        <p:spPr>
          <a:xfrm rot="16200000" flipV="1">
            <a:off x="8481306" y="799095"/>
            <a:ext cx="455205" cy="392418"/>
          </a:xfrm>
          <a:prstGeom prst="triangle">
            <a:avLst/>
          </a:prstGeom>
          <a:solidFill>
            <a:srgbClr val="E40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 name="等腰三角形 84"/>
          <p:cNvSpPr/>
          <p:nvPr/>
        </p:nvSpPr>
        <p:spPr>
          <a:xfrm rot="5400000" flipH="1" flipV="1">
            <a:off x="8103588" y="5687270"/>
            <a:ext cx="455205" cy="392418"/>
          </a:xfrm>
          <a:prstGeom prst="triangle">
            <a:avLst/>
          </a:prstGeom>
          <a:solidFill>
            <a:srgbClr val="F398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 name="文本1"/>
          <p:cNvSpPr/>
          <p:nvPr/>
        </p:nvSpPr>
        <p:spPr>
          <a:xfrm rot="3203510">
            <a:off x="7316907" y="1392311"/>
            <a:ext cx="3849347" cy="2750400"/>
          </a:xfrm>
          <a:prstGeom prst="rect">
            <a:avLst/>
          </a:prstGeom>
          <a:noFill/>
          <a:ln w="25400" cap="flat" cmpd="sng" algn="ctr">
            <a:noFill/>
            <a:prstDash val="solid"/>
          </a:ln>
          <a:effectLst/>
        </p:spPr>
        <p:txBody>
          <a:bodyPr spcFirstLastPara="1" lIns="91430" tIns="45716" rIns="91430" bIns="45716" numCol="1" anchor="ctr">
            <a:prstTxWarp prst="textArchUp">
              <a:avLst/>
            </a:prstTxWarp>
          </a:bodyPr>
          <a:lstStyle/>
          <a:p>
            <a:pPr algn="ctr">
              <a:defRPr/>
            </a:pPr>
            <a:r>
              <a:rPr lang="zh-CN" altLang="en-US" sz="2800" b="1" kern="0" dirty="0">
                <a:solidFill>
                  <a:srgbClr val="F9F9F9"/>
                </a:solidFill>
                <a:latin typeface="微软雅黑" pitchFamily="34" charset="-122"/>
              </a:rPr>
              <a:t>我是步骤二</a:t>
            </a:r>
          </a:p>
        </p:txBody>
      </p:sp>
      <p:sp>
        <p:nvSpPr>
          <p:cNvPr id="90" name="文本2"/>
          <p:cNvSpPr/>
          <p:nvPr/>
        </p:nvSpPr>
        <p:spPr>
          <a:xfrm rot="7982288">
            <a:off x="7575272" y="2587544"/>
            <a:ext cx="3693075" cy="2750400"/>
          </a:xfrm>
          <a:prstGeom prst="rect">
            <a:avLst/>
          </a:prstGeom>
          <a:noFill/>
          <a:ln w="25400" cap="flat" cmpd="sng" algn="ctr">
            <a:noFill/>
            <a:prstDash val="solid"/>
          </a:ln>
          <a:effectLst/>
        </p:spPr>
        <p:txBody>
          <a:bodyPr spcFirstLastPara="1" lIns="91430" tIns="45716" rIns="91430" bIns="45716" numCol="1" anchor="ctr">
            <a:prstTxWarp prst="textArchUp">
              <a:avLst/>
            </a:prstTxWarp>
          </a:bodyPr>
          <a:lstStyle/>
          <a:p>
            <a:pPr algn="ctr">
              <a:defRPr/>
            </a:pPr>
            <a:r>
              <a:rPr lang="zh-CN" altLang="en-US" sz="2800" b="1" kern="0" dirty="0">
                <a:solidFill>
                  <a:srgbClr val="FFFFFF"/>
                </a:solidFill>
                <a:latin typeface="微软雅黑" pitchFamily="34" charset="-122"/>
              </a:rPr>
              <a:t>我是步骤三</a:t>
            </a:r>
          </a:p>
        </p:txBody>
      </p:sp>
      <p:sp>
        <p:nvSpPr>
          <p:cNvPr id="91" name="文本3"/>
          <p:cNvSpPr/>
          <p:nvPr/>
        </p:nvSpPr>
        <p:spPr>
          <a:xfrm rot="13451795">
            <a:off x="6062165" y="2859390"/>
            <a:ext cx="3913634" cy="2750400"/>
          </a:xfrm>
          <a:prstGeom prst="rect">
            <a:avLst/>
          </a:prstGeom>
          <a:noFill/>
          <a:ln w="25400" cap="flat" cmpd="sng" algn="ctr">
            <a:noFill/>
            <a:prstDash val="solid"/>
          </a:ln>
          <a:effectLst/>
        </p:spPr>
        <p:txBody>
          <a:bodyPr spcFirstLastPara="1" lIns="91430" tIns="45716" rIns="91430" bIns="45716" numCol="1" anchor="ctr">
            <a:prstTxWarp prst="textArchUp">
              <a:avLst>
                <a:gd name="adj" fmla="val 10710955"/>
              </a:avLst>
            </a:prstTxWarp>
          </a:bodyPr>
          <a:lstStyle/>
          <a:p>
            <a:pPr algn="ctr">
              <a:defRPr/>
            </a:pPr>
            <a:r>
              <a:rPr lang="zh-CN" altLang="en-US" sz="2800" b="1" kern="0" dirty="0">
                <a:solidFill>
                  <a:srgbClr val="FFFFFF"/>
                </a:solidFill>
                <a:latin typeface="微软雅黑" pitchFamily="34" charset="-122"/>
              </a:rPr>
              <a:t>我是步骤四</a:t>
            </a:r>
          </a:p>
        </p:txBody>
      </p:sp>
      <p:sp>
        <p:nvSpPr>
          <p:cNvPr id="92"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四项循环</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801513928"/>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椭圆 18"/>
          <p:cNvSpPr/>
          <p:nvPr/>
        </p:nvSpPr>
        <p:spPr>
          <a:xfrm>
            <a:off x="7126429" y="1938463"/>
            <a:ext cx="3429000" cy="3429000"/>
          </a:xfrm>
          <a:prstGeom prst="ellipse">
            <a:avLst/>
          </a:prstGeom>
          <a:solidFill>
            <a:sysClr val="window" lastClr="FFFFFF">
              <a:lumMod val="85000"/>
              <a:alpha val="42000"/>
            </a:sysClr>
          </a:solidFill>
          <a:ln w="25400" cap="flat" cmpd="sng" algn="ctr">
            <a:noFill/>
            <a:prstDash val="solid"/>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3600" b="1" i="0" u="none" strike="noStrike" kern="0" cap="none" spc="0" normalizeH="0" baseline="0" noProof="0" dirty="0">
                <a:ln>
                  <a:noFill/>
                </a:ln>
                <a:solidFill>
                  <a:prstClr val="black">
                    <a:lumMod val="65000"/>
                    <a:lumOff val="35000"/>
                  </a:prstClr>
                </a:solidFill>
                <a:effectLst>
                  <a:outerShdw blurRad="38100" dist="38100" dir="2700000" algn="tl">
                    <a:srgbClr val="000000">
                      <a:alpha val="43137"/>
                    </a:srgbClr>
                  </a:outerShdw>
                </a:effectLst>
                <a:uLnTx/>
                <a:uFillTx/>
                <a:latin typeface="微软雅黑" pitchFamily="34" charset="-122"/>
                <a:ea typeface="宋体" charset="-122"/>
                <a:cs typeface=""/>
              </a:rPr>
              <a:t>PDCA</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3600" b="1" i="0" u="none" strike="noStrike" kern="0" cap="none" spc="0" normalizeH="0" baseline="0" noProof="0" dirty="0">
                <a:ln>
                  <a:noFill/>
                </a:ln>
                <a:solidFill>
                  <a:prstClr val="black">
                    <a:lumMod val="65000"/>
                    <a:lumOff val="35000"/>
                  </a:prstClr>
                </a:solidFill>
                <a:effectLst>
                  <a:outerShdw blurRad="38100" dist="38100" dir="2700000" algn="tl">
                    <a:srgbClr val="000000">
                      <a:alpha val="43137"/>
                    </a:srgbClr>
                  </a:outerShdw>
                </a:effectLst>
                <a:uLnTx/>
                <a:uFillTx/>
                <a:latin typeface="微软雅黑" pitchFamily="34" charset="-122"/>
                <a:ea typeface="宋体" charset="-122"/>
                <a:cs typeface=""/>
              </a:rPr>
              <a:t>循环</a:t>
            </a:r>
          </a:p>
        </p:txBody>
      </p:sp>
      <p:grpSp>
        <p:nvGrpSpPr>
          <p:cNvPr id="20" name="组合 6"/>
          <p:cNvGrpSpPr/>
          <p:nvPr/>
        </p:nvGrpSpPr>
        <p:grpSpPr>
          <a:xfrm>
            <a:off x="7091734" y="1112350"/>
            <a:ext cx="3734600" cy="3771280"/>
            <a:chOff x="2822087" y="1331261"/>
            <a:chExt cx="3734600" cy="3771280"/>
          </a:xfrm>
          <a:effectLst>
            <a:outerShdw blurRad="50800" dist="38100" dir="2700000" algn="tl" rotWithShape="0">
              <a:prstClr val="black">
                <a:alpha val="40000"/>
              </a:prstClr>
            </a:outerShdw>
          </a:effectLst>
        </p:grpSpPr>
        <p:sp>
          <p:nvSpPr>
            <p:cNvPr id="21" name="椭圆 20"/>
            <p:cNvSpPr/>
            <p:nvPr/>
          </p:nvSpPr>
          <p:spPr>
            <a:xfrm>
              <a:off x="3845861" y="1331261"/>
              <a:ext cx="1465728" cy="1465728"/>
            </a:xfrm>
            <a:prstGeom prst="ellipse">
              <a:avLst/>
            </a:prstGeom>
            <a:solidFill>
              <a:sysClr val="window" lastClr="FFFFFF"/>
            </a:solidFill>
            <a:ln w="76200" cap="flat" cmpd="sng" algn="ctr">
              <a:solidFill>
                <a:srgbClr val="FF9300"/>
              </a:solidFill>
              <a:prstDash val="solid"/>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2800" b="1" i="0" u="none" strike="noStrike" kern="0" cap="none" spc="0" normalizeH="0" baseline="0" noProof="0" dirty="0">
                  <a:ln>
                    <a:noFill/>
                  </a:ln>
                  <a:solidFill>
                    <a:srgbClr val="FF9300"/>
                  </a:solidFill>
                  <a:effectLst>
                    <a:outerShdw blurRad="38100" dist="38100" dir="2700000" algn="tl">
                      <a:srgbClr val="000000">
                        <a:alpha val="43137"/>
                      </a:srgbClr>
                    </a:outerShdw>
                  </a:effectLst>
                  <a:uLnTx/>
                  <a:uFillTx/>
                  <a:latin typeface="微软雅黑" pitchFamily="34" charset="-122"/>
                  <a:ea typeface="宋体" charset="-122"/>
                  <a:cs typeface=""/>
                </a:rPr>
                <a:t>P</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2800" b="1" i="0" u="none" strike="noStrike" kern="0" cap="none" spc="0" normalizeH="0" baseline="0" noProof="0" dirty="0">
                  <a:ln>
                    <a:noFill/>
                  </a:ln>
                  <a:solidFill>
                    <a:prstClr val="black">
                      <a:lumMod val="65000"/>
                      <a:lumOff val="35000"/>
                    </a:prstClr>
                  </a:solidFill>
                  <a:effectLst>
                    <a:outerShdw blurRad="38100" dist="38100" dir="2700000" algn="tl">
                      <a:srgbClr val="000000">
                        <a:alpha val="43137"/>
                      </a:srgbClr>
                    </a:outerShdw>
                  </a:effectLst>
                  <a:uLnTx/>
                  <a:uFillTx/>
                  <a:latin typeface="微软雅黑" pitchFamily="34" charset="-122"/>
                  <a:ea typeface="宋体" charset="-122"/>
                  <a:cs typeface=""/>
                </a:rPr>
                <a:t>Plan</a:t>
              </a:r>
              <a:endParaRPr kumimoji="0" lang="zh-CN" altLang="en-US" sz="2800" b="1" i="0" u="none" strike="noStrike" kern="0" cap="none" spc="0" normalizeH="0" baseline="0" noProof="0" dirty="0">
                <a:ln>
                  <a:noFill/>
                </a:ln>
                <a:solidFill>
                  <a:prstClr val="black">
                    <a:lumMod val="65000"/>
                    <a:lumOff val="35000"/>
                  </a:prstClr>
                </a:solidFill>
                <a:effectLst>
                  <a:outerShdw blurRad="38100" dist="38100" dir="2700000" algn="tl">
                    <a:srgbClr val="000000">
                      <a:alpha val="43137"/>
                    </a:srgbClr>
                  </a:outerShdw>
                </a:effectLst>
                <a:uLnTx/>
                <a:uFillTx/>
                <a:latin typeface="微软雅黑" pitchFamily="34" charset="-122"/>
                <a:ea typeface="宋体" charset="-122"/>
                <a:cs typeface=""/>
              </a:endParaRPr>
            </a:p>
          </p:txBody>
        </p:sp>
        <p:sp>
          <p:nvSpPr>
            <p:cNvPr id="22" name="环形箭头 21"/>
            <p:cNvSpPr/>
            <p:nvPr/>
          </p:nvSpPr>
          <p:spPr>
            <a:xfrm rot="20877171">
              <a:off x="2822087" y="1760430"/>
              <a:ext cx="3734600" cy="3342111"/>
            </a:xfrm>
            <a:prstGeom prst="circularArrow">
              <a:avLst>
                <a:gd name="adj1" fmla="val 4097"/>
                <a:gd name="adj2" fmla="val 816782"/>
                <a:gd name="adj3" fmla="val 20738369"/>
                <a:gd name="adj4" fmla="val 18427279"/>
                <a:gd name="adj5" fmla="val 6388"/>
              </a:avLst>
            </a:prstGeom>
            <a:solidFill>
              <a:srgbClr val="FF9300"/>
            </a:solidFill>
            <a:ln w="25400" cap="flat" cmpd="sng" algn="ctr">
              <a:noFill/>
              <a:prstDash val="solid"/>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prstClr val="black"/>
                </a:solidFill>
                <a:effectLst/>
                <a:uLnTx/>
                <a:uFillTx/>
                <a:latin typeface="Calibri"/>
                <a:ea typeface="宋体" charset="-122"/>
                <a:cs typeface=""/>
              </a:endParaRPr>
            </a:p>
          </p:txBody>
        </p:sp>
      </p:grpSp>
      <p:grpSp>
        <p:nvGrpSpPr>
          <p:cNvPr id="23" name="组合 7"/>
          <p:cNvGrpSpPr/>
          <p:nvPr/>
        </p:nvGrpSpPr>
        <p:grpSpPr>
          <a:xfrm rot="5400000">
            <a:off x="7685038" y="1833616"/>
            <a:ext cx="3734600" cy="3778934"/>
            <a:chOff x="2764738" y="1331261"/>
            <a:chExt cx="3734600" cy="3778934"/>
          </a:xfrm>
          <a:effectLst>
            <a:outerShdw blurRad="50800" dist="38100" dir="2700000" algn="tl" rotWithShape="0">
              <a:prstClr val="black">
                <a:alpha val="40000"/>
              </a:prstClr>
            </a:outerShdw>
          </a:effectLst>
        </p:grpSpPr>
        <p:sp>
          <p:nvSpPr>
            <p:cNvPr id="24" name="椭圆 23"/>
            <p:cNvSpPr/>
            <p:nvPr/>
          </p:nvSpPr>
          <p:spPr>
            <a:xfrm rot="16200000">
              <a:off x="3845861" y="1331261"/>
              <a:ext cx="1465728" cy="1465728"/>
            </a:xfrm>
            <a:prstGeom prst="ellipse">
              <a:avLst/>
            </a:prstGeom>
            <a:solidFill>
              <a:sysClr val="window" lastClr="FFFFFF"/>
            </a:solidFill>
            <a:ln w="76200" cap="flat" cmpd="sng" algn="ctr">
              <a:solidFill>
                <a:srgbClr val="FF9300"/>
              </a:solidFill>
              <a:prstDash val="solid"/>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rgbClr val="FF9300"/>
                  </a:solidFill>
                  <a:effectLst>
                    <a:outerShdw blurRad="38100" dist="38100" dir="2700000" algn="tl">
                      <a:srgbClr val="000000">
                        <a:alpha val="43137"/>
                      </a:srgbClr>
                    </a:outerShdw>
                  </a:effectLst>
                  <a:uLnTx/>
                  <a:uFillTx/>
                  <a:latin typeface="微软雅黑" pitchFamily="34" charset="-122"/>
                  <a:ea typeface=""/>
                  <a:cs typeface=""/>
                </a:rPr>
                <a:t>D</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prstClr val="black">
                      <a:lumMod val="65000"/>
                      <a:lumOff val="35000"/>
                    </a:prstClr>
                  </a:solidFill>
                  <a:effectLst>
                    <a:outerShdw blurRad="38100" dist="38100" dir="2700000" algn="tl">
                      <a:srgbClr val="000000">
                        <a:alpha val="43137"/>
                      </a:srgbClr>
                    </a:outerShdw>
                  </a:effectLst>
                  <a:uLnTx/>
                  <a:uFillTx/>
                  <a:latin typeface="微软雅黑" pitchFamily="34" charset="-122"/>
                  <a:ea typeface=""/>
                  <a:cs typeface=""/>
                </a:rPr>
                <a:t>Do</a:t>
              </a:r>
              <a:endParaRPr kumimoji="0" lang="zh-CN" altLang="en-US" sz="2800" b="1" i="0" u="none" strike="noStrike" kern="0" cap="none" spc="0" normalizeH="0" baseline="0" noProof="0" dirty="0">
                <a:ln>
                  <a:noFill/>
                </a:ln>
                <a:solidFill>
                  <a:prstClr val="black">
                    <a:lumMod val="65000"/>
                    <a:lumOff val="35000"/>
                  </a:prstClr>
                </a:solidFill>
                <a:effectLst>
                  <a:outerShdw blurRad="38100" dist="38100" dir="2700000" algn="tl">
                    <a:srgbClr val="000000">
                      <a:alpha val="43137"/>
                    </a:srgbClr>
                  </a:outerShdw>
                </a:effectLst>
                <a:uLnTx/>
                <a:uFillTx/>
                <a:latin typeface="微软雅黑" pitchFamily="34" charset="-122"/>
                <a:ea typeface="宋体" charset="-122"/>
                <a:cs typeface=""/>
              </a:endParaRPr>
            </a:p>
          </p:txBody>
        </p:sp>
        <p:sp>
          <p:nvSpPr>
            <p:cNvPr id="25" name="环形箭头 24"/>
            <p:cNvSpPr/>
            <p:nvPr/>
          </p:nvSpPr>
          <p:spPr>
            <a:xfrm rot="20877171">
              <a:off x="2764738" y="1768084"/>
              <a:ext cx="3734600" cy="3342111"/>
            </a:xfrm>
            <a:prstGeom prst="circularArrow">
              <a:avLst>
                <a:gd name="adj1" fmla="val 4097"/>
                <a:gd name="adj2" fmla="val 816782"/>
                <a:gd name="adj3" fmla="val 20738369"/>
                <a:gd name="adj4" fmla="val 18456349"/>
                <a:gd name="adj5" fmla="val 6388"/>
              </a:avLst>
            </a:prstGeom>
            <a:solidFill>
              <a:srgbClr val="FF9300"/>
            </a:solidFill>
            <a:ln w="25400" cap="flat" cmpd="sng" algn="ctr">
              <a:noFill/>
              <a:prstDash val="solid"/>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prstClr val="black"/>
                </a:solidFill>
                <a:effectLst/>
                <a:uLnTx/>
                <a:uFillTx/>
                <a:latin typeface="Calibri"/>
                <a:ea typeface="宋体" charset="-122"/>
                <a:cs typeface=""/>
              </a:endParaRPr>
            </a:p>
          </p:txBody>
        </p:sp>
      </p:grpSp>
      <p:grpSp>
        <p:nvGrpSpPr>
          <p:cNvPr id="26" name="组合 13"/>
          <p:cNvGrpSpPr/>
          <p:nvPr/>
        </p:nvGrpSpPr>
        <p:grpSpPr>
          <a:xfrm>
            <a:off x="6824001" y="2382156"/>
            <a:ext cx="3734600" cy="3699705"/>
            <a:chOff x="2567801" y="2560726"/>
            <a:chExt cx="3734600" cy="3699705"/>
          </a:xfrm>
          <a:effectLst>
            <a:outerShdw blurRad="50800" dist="38100" dir="2700000" algn="tl" rotWithShape="0">
              <a:prstClr val="black">
                <a:alpha val="40000"/>
              </a:prstClr>
            </a:outerShdw>
          </a:effectLst>
        </p:grpSpPr>
        <p:sp>
          <p:nvSpPr>
            <p:cNvPr id="27" name="椭圆 26"/>
            <p:cNvSpPr/>
            <p:nvPr/>
          </p:nvSpPr>
          <p:spPr>
            <a:xfrm>
              <a:off x="3915362" y="4794703"/>
              <a:ext cx="1455185" cy="1465728"/>
            </a:xfrm>
            <a:prstGeom prst="ellipse">
              <a:avLst/>
            </a:prstGeom>
            <a:noFill/>
            <a:ln w="76200" cap="flat" cmpd="sng" algn="ctr">
              <a:solidFill>
                <a:srgbClr val="FF9300"/>
              </a:solidFill>
              <a:prstDash val="solid"/>
            </a:ln>
            <a:effectLst/>
          </p:spPr>
          <p:txBody>
            <a:bodyPr lIns="0" tIns="0" rIns="0" bIns="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9300"/>
                  </a:solidFill>
                  <a:effectLst>
                    <a:outerShdw blurRad="38100" dist="38100" dir="2700000" algn="tl">
                      <a:srgbClr val="000000">
                        <a:alpha val="43137"/>
                      </a:srgbClr>
                    </a:outerShdw>
                  </a:effectLst>
                  <a:uLnTx/>
                  <a:uFillTx/>
                  <a:latin typeface="微软雅黑" pitchFamily="34" charset="-122"/>
                  <a:ea typeface=""/>
                  <a:cs typeface=""/>
                </a:rPr>
                <a:t>C</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prstClr val="black">
                      <a:lumMod val="65000"/>
                      <a:lumOff val="35000"/>
                    </a:prstClr>
                  </a:solidFill>
                  <a:effectLst>
                    <a:outerShdw blurRad="38100" dist="38100" dir="2700000" algn="tl">
                      <a:srgbClr val="000000">
                        <a:alpha val="43137"/>
                      </a:srgbClr>
                    </a:outerShdw>
                  </a:effectLst>
                  <a:uLnTx/>
                  <a:uFillTx/>
                  <a:latin typeface="微软雅黑" pitchFamily="34" charset="-122"/>
                  <a:ea typeface=""/>
                  <a:cs typeface=""/>
                </a:rPr>
                <a:t>Check</a:t>
              </a:r>
              <a:endParaRPr kumimoji="0" lang="zh-CN" altLang="en-US" sz="2400" b="1" i="0" u="none" strike="noStrike" kern="0" cap="none" spc="0" normalizeH="0" baseline="0" noProof="0" dirty="0">
                <a:ln>
                  <a:noFill/>
                </a:ln>
                <a:solidFill>
                  <a:prstClr val="black">
                    <a:lumMod val="65000"/>
                    <a:lumOff val="35000"/>
                  </a:prstClr>
                </a:solidFill>
                <a:effectLst>
                  <a:outerShdw blurRad="38100" dist="38100" dir="2700000" algn="tl">
                    <a:srgbClr val="000000">
                      <a:alpha val="43137"/>
                    </a:srgbClr>
                  </a:outerShdw>
                </a:effectLst>
                <a:uLnTx/>
                <a:uFillTx/>
                <a:latin typeface="微软雅黑" pitchFamily="34" charset="-122"/>
                <a:ea typeface="宋体" charset="-122"/>
                <a:cs typeface=""/>
              </a:endParaRPr>
            </a:p>
          </p:txBody>
        </p:sp>
        <p:sp>
          <p:nvSpPr>
            <p:cNvPr id="28" name="环形箭头 27"/>
            <p:cNvSpPr/>
            <p:nvPr/>
          </p:nvSpPr>
          <p:spPr>
            <a:xfrm rot="9856082">
              <a:off x="2567801" y="2560726"/>
              <a:ext cx="3734600" cy="3342111"/>
            </a:xfrm>
            <a:prstGeom prst="circularArrow">
              <a:avLst>
                <a:gd name="adj1" fmla="val 4097"/>
                <a:gd name="adj2" fmla="val 816782"/>
                <a:gd name="adj3" fmla="val 20738369"/>
                <a:gd name="adj4" fmla="val 18272501"/>
                <a:gd name="adj5" fmla="val 6388"/>
              </a:avLst>
            </a:prstGeom>
            <a:solidFill>
              <a:srgbClr val="FF9300"/>
            </a:solidFill>
            <a:ln w="25400" cap="flat" cmpd="sng" algn="ctr">
              <a:noFill/>
              <a:prstDash val="solid"/>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prstClr val="black"/>
                </a:solidFill>
                <a:effectLst/>
                <a:uLnTx/>
                <a:uFillTx/>
                <a:latin typeface="Calibri"/>
                <a:ea typeface="宋体" charset="-122"/>
                <a:cs typeface=""/>
              </a:endParaRPr>
            </a:p>
          </p:txBody>
        </p:sp>
      </p:grpSp>
      <p:grpSp>
        <p:nvGrpSpPr>
          <p:cNvPr id="29" name="组合 14"/>
          <p:cNvGrpSpPr/>
          <p:nvPr/>
        </p:nvGrpSpPr>
        <p:grpSpPr>
          <a:xfrm rot="5400000">
            <a:off x="6335259" y="1520302"/>
            <a:ext cx="3734600" cy="3866796"/>
            <a:chOff x="2572119" y="2555001"/>
            <a:chExt cx="3734600" cy="3866796"/>
          </a:xfrm>
          <a:effectLst>
            <a:outerShdw blurRad="50800" dist="38100" dir="2700000" algn="tl" rotWithShape="0">
              <a:prstClr val="black">
                <a:alpha val="40000"/>
              </a:prstClr>
            </a:outerShdw>
          </a:effectLst>
        </p:grpSpPr>
        <p:sp>
          <p:nvSpPr>
            <p:cNvPr id="30" name="椭圆 29"/>
            <p:cNvSpPr/>
            <p:nvPr/>
          </p:nvSpPr>
          <p:spPr>
            <a:xfrm rot="16200000">
              <a:off x="3875021" y="4956069"/>
              <a:ext cx="1465728" cy="1465728"/>
            </a:xfrm>
            <a:prstGeom prst="ellipse">
              <a:avLst/>
            </a:prstGeom>
            <a:solidFill>
              <a:sysClr val="window" lastClr="FFFFFF"/>
            </a:solidFill>
            <a:ln w="76200" cap="flat" cmpd="sng" algn="ctr">
              <a:solidFill>
                <a:srgbClr val="FF9300"/>
              </a:solidFill>
              <a:prstDash val="solid"/>
            </a:ln>
            <a:effectLst/>
          </p:spPr>
          <p:txBody>
            <a:bodyPr lIns="0" tIns="0" rIns="0" bIns="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9300"/>
                  </a:solidFill>
                  <a:effectLst>
                    <a:outerShdw blurRad="38100" dist="38100" dir="2700000" algn="tl">
                      <a:srgbClr val="000000">
                        <a:alpha val="43137"/>
                      </a:srgbClr>
                    </a:outerShdw>
                  </a:effectLst>
                  <a:uLnTx/>
                  <a:uFillTx/>
                  <a:latin typeface="微软雅黑" pitchFamily="34" charset="-122"/>
                  <a:ea typeface=""/>
                  <a:cs typeface=""/>
                </a:rPr>
                <a:t>A</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prstClr val="black">
                      <a:lumMod val="65000"/>
                      <a:lumOff val="35000"/>
                    </a:prstClr>
                  </a:solidFill>
                  <a:effectLst>
                    <a:outerShdw blurRad="38100" dist="38100" dir="2700000" algn="tl">
                      <a:srgbClr val="000000">
                        <a:alpha val="43137"/>
                      </a:srgbClr>
                    </a:outerShdw>
                  </a:effectLst>
                  <a:uLnTx/>
                  <a:uFillTx/>
                  <a:latin typeface="微软雅黑" pitchFamily="34" charset="-122"/>
                  <a:ea typeface=""/>
                  <a:cs typeface=""/>
                </a:rPr>
                <a:t>Action</a:t>
              </a:r>
              <a:endParaRPr kumimoji="0" lang="zh-CN" altLang="en-US" sz="2400" b="1" i="0" u="none" strike="noStrike" kern="0" cap="none" spc="0" normalizeH="0" baseline="0" noProof="0" dirty="0">
                <a:ln>
                  <a:noFill/>
                </a:ln>
                <a:solidFill>
                  <a:prstClr val="black">
                    <a:lumMod val="65000"/>
                    <a:lumOff val="35000"/>
                  </a:prstClr>
                </a:solidFill>
                <a:effectLst>
                  <a:outerShdw blurRad="38100" dist="38100" dir="2700000" algn="tl">
                    <a:srgbClr val="000000">
                      <a:alpha val="43137"/>
                    </a:srgbClr>
                  </a:outerShdw>
                </a:effectLst>
                <a:uLnTx/>
                <a:uFillTx/>
                <a:latin typeface="微软雅黑" pitchFamily="34" charset="-122"/>
                <a:ea typeface="宋体" charset="-122"/>
                <a:cs typeface=""/>
              </a:endParaRPr>
            </a:p>
          </p:txBody>
        </p:sp>
        <p:sp>
          <p:nvSpPr>
            <p:cNvPr id="31" name="环形箭头 30"/>
            <p:cNvSpPr/>
            <p:nvPr/>
          </p:nvSpPr>
          <p:spPr>
            <a:xfrm rot="9856082">
              <a:off x="2572119" y="2555001"/>
              <a:ext cx="3734600" cy="3342111"/>
            </a:xfrm>
            <a:prstGeom prst="circularArrow">
              <a:avLst>
                <a:gd name="adj1" fmla="val 4097"/>
                <a:gd name="adj2" fmla="val 816782"/>
                <a:gd name="adj3" fmla="val 20738369"/>
                <a:gd name="adj4" fmla="val 18404795"/>
                <a:gd name="adj5" fmla="val 6388"/>
              </a:avLst>
            </a:prstGeom>
            <a:solidFill>
              <a:srgbClr val="FF9300"/>
            </a:solidFill>
            <a:ln w="25400" cap="flat" cmpd="sng" algn="ctr">
              <a:noFill/>
              <a:prstDash val="solid"/>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prstClr val="black"/>
                </a:solidFill>
                <a:effectLst/>
                <a:uLnTx/>
                <a:uFillTx/>
                <a:latin typeface="Calibri"/>
                <a:ea typeface="宋体" charset="-122"/>
                <a:cs typeface=""/>
              </a:endParaRPr>
            </a:p>
          </p:txBody>
        </p:sp>
      </p:grpSp>
      <p:sp>
        <p:nvSpPr>
          <p:cNvPr id="32" name="矩形 31"/>
          <p:cNvSpPr/>
          <p:nvPr/>
        </p:nvSpPr>
        <p:spPr>
          <a:xfrm>
            <a:off x="1402597" y="4469112"/>
            <a:ext cx="4866564" cy="1612749"/>
          </a:xfrm>
          <a:prstGeom prst="rect">
            <a:avLst/>
          </a:prstGeom>
        </p:spPr>
        <p:txBody>
          <a:bodyPr wrap="square">
            <a:spAutoFit/>
          </a:bodyPr>
          <a:lstStyle/>
          <a:p>
            <a:pPr>
              <a:lnSpc>
                <a:spcPct val="130000"/>
              </a:lnSpc>
            </a:pPr>
            <a:r>
              <a:rPr lang="zh-CN" altLang="en-US" dirty="0">
                <a:solidFill>
                  <a:prstClr val="black">
                    <a:lumMod val="65000"/>
                    <a:lumOff val="35000"/>
                  </a:prstClr>
                </a:solidFill>
                <a:latin typeface="微软雅黑" panose="020B0503020204020204" pitchFamily="34" charset="-122"/>
              </a:rPr>
              <a:t>在进行目标实施的过程中，会出现一些不可预测的问题，比如，目标实施的环境、条件、资源等发生了变化，那么，要</a:t>
            </a:r>
            <a:r>
              <a:rPr lang="zh-CN" altLang="en-US" sz="2000" b="1" dirty="0">
                <a:solidFill>
                  <a:srgbClr val="FF9300"/>
                </a:solidFill>
                <a:latin typeface="微软雅黑" panose="020B0503020204020204" pitchFamily="34" charset="-122"/>
              </a:rPr>
              <a:t>根据实际情况对目标进行调整和反馈。</a:t>
            </a:r>
            <a:endParaRPr lang="zh-CN" altLang="en-US" b="1" dirty="0">
              <a:solidFill>
                <a:srgbClr val="FF9300"/>
              </a:solidFill>
              <a:latin typeface="微软雅黑" panose="020B0503020204020204" pitchFamily="34" charset="-122"/>
            </a:endParaRPr>
          </a:p>
        </p:txBody>
      </p:sp>
      <p:grpSp>
        <p:nvGrpSpPr>
          <p:cNvPr id="33" name="组合 6"/>
          <p:cNvGrpSpPr/>
          <p:nvPr/>
        </p:nvGrpSpPr>
        <p:grpSpPr>
          <a:xfrm>
            <a:off x="1516633" y="3860910"/>
            <a:ext cx="1204622" cy="510509"/>
            <a:chOff x="1606886" y="4232385"/>
            <a:chExt cx="1204622" cy="510509"/>
          </a:xfrm>
        </p:grpSpPr>
        <p:sp>
          <p:nvSpPr>
            <p:cNvPr id="34" name="圆角矩形 33"/>
            <p:cNvSpPr/>
            <p:nvPr/>
          </p:nvSpPr>
          <p:spPr>
            <a:xfrm>
              <a:off x="1606886" y="4232385"/>
              <a:ext cx="1204622" cy="510509"/>
            </a:xfrm>
            <a:prstGeom prst="roundRect">
              <a:avLst>
                <a:gd name="adj" fmla="val 3552"/>
              </a:avLst>
            </a:prstGeom>
            <a:solidFill>
              <a:srgbClr val="FF9300"/>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prstClr val="white"/>
                </a:solidFill>
                <a:effectLst/>
                <a:uLnTx/>
                <a:uFillTx/>
                <a:latin typeface="Calibri"/>
                <a:ea typeface="宋体" charset="-122"/>
                <a:cs typeface=""/>
              </a:endParaRPr>
            </a:p>
          </p:txBody>
        </p:sp>
        <p:sp>
          <p:nvSpPr>
            <p:cNvPr id="35" name="矩形 34"/>
            <p:cNvSpPr/>
            <p:nvPr/>
          </p:nvSpPr>
          <p:spPr>
            <a:xfrm>
              <a:off x="1703512" y="4256806"/>
              <a:ext cx="1107996" cy="461665"/>
            </a:xfrm>
            <a:prstGeom prst="rect">
              <a:avLst/>
            </a:prstGeom>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2400" b="1" i="0" u="none" strike="noStrike" kern="0" cap="none" spc="0" normalizeH="0" baseline="0" noProof="0" dirty="0">
                  <a:ln>
                    <a:noFill/>
                  </a:ln>
                  <a:solidFill>
                    <a:prstClr val="white"/>
                  </a:solidFill>
                  <a:effectLst/>
                  <a:uLnTx/>
                  <a:uFillTx/>
                  <a:latin typeface="微软雅黑" panose="020B0503020204020204" pitchFamily="34" charset="-122"/>
                </a:rPr>
                <a:t>注意：</a:t>
              </a:r>
              <a:endParaRPr kumimoji="0" lang="zh-CN" altLang="en-US" sz="2400" b="1" i="0" u="none" strike="noStrike" kern="0" cap="none" spc="0" normalizeH="0" baseline="0" noProof="0" dirty="0">
                <a:ln>
                  <a:noFill/>
                </a:ln>
                <a:solidFill>
                  <a:prstClr val="white"/>
                </a:solidFill>
                <a:effectLst/>
                <a:uLnTx/>
                <a:uFillTx/>
                <a:ea typeface="宋体" charset="-122"/>
              </a:endParaRPr>
            </a:p>
          </p:txBody>
        </p:sp>
      </p:grpSp>
      <p:sp>
        <p:nvSpPr>
          <p:cNvPr id="36"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四项循环</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620902500"/>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四项对比</a:t>
            </a:r>
            <a:endParaRPr lang="zh-CN" altLang="zh-CN" sz="2800" b="1" dirty="0">
              <a:solidFill>
                <a:schemeClr val="tx1">
                  <a:lumMod val="65000"/>
                  <a:lumOff val="35000"/>
                </a:schemeClr>
              </a:solidFill>
            </a:endParaRPr>
          </a:p>
        </p:txBody>
      </p:sp>
      <p:pic>
        <p:nvPicPr>
          <p:cNvPr id="68" name="图片 67"/>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4786095" y="6095703"/>
            <a:ext cx="3836101" cy="421317"/>
          </a:xfrm>
          <a:prstGeom prst="rect">
            <a:avLst/>
          </a:prstGeom>
        </p:spPr>
      </p:pic>
      <p:pic>
        <p:nvPicPr>
          <p:cNvPr id="71" name="图片 70"/>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5786984" y="6226730"/>
            <a:ext cx="3424019" cy="376058"/>
          </a:xfrm>
          <a:prstGeom prst="rect">
            <a:avLst/>
          </a:prstGeom>
        </p:spPr>
      </p:pic>
      <p:pic>
        <p:nvPicPr>
          <p:cNvPr id="72" name="图片 7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056143" y="6319737"/>
            <a:ext cx="2978761" cy="327155"/>
          </a:xfrm>
          <a:prstGeom prst="rect">
            <a:avLst/>
          </a:prstGeom>
        </p:spPr>
      </p:pic>
      <p:pic>
        <p:nvPicPr>
          <p:cNvPr id="73" name="图片 72"/>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869285" y="6023306"/>
            <a:ext cx="3704360" cy="406848"/>
          </a:xfrm>
          <a:prstGeom prst="rect">
            <a:avLst/>
          </a:prstGeom>
        </p:spPr>
      </p:pic>
      <p:sp>
        <p:nvSpPr>
          <p:cNvPr id="74" name="Freeform 44"/>
          <p:cNvSpPr>
            <a:spLocks/>
          </p:cNvSpPr>
          <p:nvPr/>
        </p:nvSpPr>
        <p:spPr bwMode="auto">
          <a:xfrm>
            <a:off x="8212673" y="4668423"/>
            <a:ext cx="797398" cy="1854581"/>
          </a:xfrm>
          <a:custGeom>
            <a:avLst/>
            <a:gdLst>
              <a:gd name="T0" fmla="*/ 12 w 442"/>
              <a:gd name="T1" fmla="*/ 21 h 1028"/>
              <a:gd name="T2" fmla="*/ 442 w 442"/>
              <a:gd name="T3" fmla="*/ 0 h 1028"/>
              <a:gd name="T4" fmla="*/ 430 w 442"/>
              <a:gd name="T5" fmla="*/ 985 h 1028"/>
              <a:gd name="T6" fmla="*/ 0 w 442"/>
              <a:gd name="T7" fmla="*/ 1028 h 1028"/>
              <a:gd name="T8" fmla="*/ 12 w 442"/>
              <a:gd name="T9" fmla="*/ 21 h 1028"/>
            </a:gdLst>
            <a:ahLst/>
            <a:cxnLst>
              <a:cxn ang="0">
                <a:pos x="T0" y="T1"/>
              </a:cxn>
              <a:cxn ang="0">
                <a:pos x="T2" y="T3"/>
              </a:cxn>
              <a:cxn ang="0">
                <a:pos x="T4" y="T5"/>
              </a:cxn>
              <a:cxn ang="0">
                <a:pos x="T6" y="T7"/>
              </a:cxn>
              <a:cxn ang="0">
                <a:pos x="T8" y="T9"/>
              </a:cxn>
            </a:cxnLst>
            <a:rect l="0" t="0" r="r" b="b"/>
            <a:pathLst>
              <a:path w="442" h="1028">
                <a:moveTo>
                  <a:pt x="12" y="21"/>
                </a:moveTo>
                <a:lnTo>
                  <a:pt x="442" y="0"/>
                </a:lnTo>
                <a:lnTo>
                  <a:pt x="430" y="985"/>
                </a:lnTo>
                <a:lnTo>
                  <a:pt x="0" y="1028"/>
                </a:lnTo>
                <a:lnTo>
                  <a:pt x="12" y="21"/>
                </a:lnTo>
                <a:close/>
              </a:path>
            </a:pathLst>
          </a:custGeom>
          <a:solidFill>
            <a:srgbClr val="0084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50"/>
          <p:cNvSpPr>
            <a:spLocks/>
          </p:cNvSpPr>
          <p:nvPr/>
        </p:nvSpPr>
        <p:spPr bwMode="auto">
          <a:xfrm>
            <a:off x="8212673" y="4668423"/>
            <a:ext cx="797398" cy="1854581"/>
          </a:xfrm>
          <a:custGeom>
            <a:avLst/>
            <a:gdLst>
              <a:gd name="T0" fmla="*/ 442 w 442"/>
              <a:gd name="T1" fmla="*/ 0 h 1028"/>
              <a:gd name="T2" fmla="*/ 12 w 442"/>
              <a:gd name="T3" fmla="*/ 21 h 1028"/>
              <a:gd name="T4" fmla="*/ 0 w 442"/>
              <a:gd name="T5" fmla="*/ 1028 h 1028"/>
              <a:gd name="T6" fmla="*/ 72 w 442"/>
              <a:gd name="T7" fmla="*/ 1019 h 1028"/>
              <a:gd name="T8" fmla="*/ 442 w 442"/>
              <a:gd name="T9" fmla="*/ 14 h 1028"/>
              <a:gd name="T10" fmla="*/ 442 w 442"/>
              <a:gd name="T11" fmla="*/ 0 h 1028"/>
            </a:gdLst>
            <a:ahLst/>
            <a:cxnLst>
              <a:cxn ang="0">
                <a:pos x="T0" y="T1"/>
              </a:cxn>
              <a:cxn ang="0">
                <a:pos x="T2" y="T3"/>
              </a:cxn>
              <a:cxn ang="0">
                <a:pos x="T4" y="T5"/>
              </a:cxn>
              <a:cxn ang="0">
                <a:pos x="T6" y="T7"/>
              </a:cxn>
              <a:cxn ang="0">
                <a:pos x="T8" y="T9"/>
              </a:cxn>
              <a:cxn ang="0">
                <a:pos x="T10" y="T11"/>
              </a:cxn>
            </a:cxnLst>
            <a:rect l="0" t="0" r="r" b="b"/>
            <a:pathLst>
              <a:path w="442" h="1028">
                <a:moveTo>
                  <a:pt x="442" y="0"/>
                </a:moveTo>
                <a:lnTo>
                  <a:pt x="12" y="21"/>
                </a:lnTo>
                <a:lnTo>
                  <a:pt x="0" y="1028"/>
                </a:lnTo>
                <a:lnTo>
                  <a:pt x="72" y="1019"/>
                </a:lnTo>
                <a:lnTo>
                  <a:pt x="442" y="14"/>
                </a:lnTo>
                <a:lnTo>
                  <a:pt x="442" y="0"/>
                </a:lnTo>
                <a:close/>
              </a:path>
            </a:pathLst>
          </a:custGeom>
          <a:solidFill>
            <a:srgbClr val="FFFFFF">
              <a:alpha val="20000"/>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6" name="Freeform 6"/>
          <p:cNvSpPr>
            <a:spLocks/>
          </p:cNvSpPr>
          <p:nvPr/>
        </p:nvSpPr>
        <p:spPr bwMode="auto">
          <a:xfrm>
            <a:off x="8026854" y="6351617"/>
            <a:ext cx="986825" cy="184015"/>
          </a:xfrm>
          <a:custGeom>
            <a:avLst/>
            <a:gdLst>
              <a:gd name="T0" fmla="*/ 99 w 547"/>
              <a:gd name="T1" fmla="*/ 102 h 102"/>
              <a:gd name="T2" fmla="*/ 0 w 547"/>
              <a:gd name="T3" fmla="*/ 41 h 102"/>
              <a:gd name="T4" fmla="*/ 446 w 547"/>
              <a:gd name="T5" fmla="*/ 0 h 102"/>
              <a:gd name="T6" fmla="*/ 547 w 547"/>
              <a:gd name="T7" fmla="*/ 60 h 102"/>
              <a:gd name="T8" fmla="*/ 99 w 547"/>
              <a:gd name="T9" fmla="*/ 102 h 102"/>
            </a:gdLst>
            <a:ahLst/>
            <a:cxnLst>
              <a:cxn ang="0">
                <a:pos x="T0" y="T1"/>
              </a:cxn>
              <a:cxn ang="0">
                <a:pos x="T2" y="T3"/>
              </a:cxn>
              <a:cxn ang="0">
                <a:pos x="T4" y="T5"/>
              </a:cxn>
              <a:cxn ang="0">
                <a:pos x="T6" y="T7"/>
              </a:cxn>
              <a:cxn ang="0">
                <a:pos x="T8" y="T9"/>
              </a:cxn>
            </a:cxnLst>
            <a:rect l="0" t="0" r="r" b="b"/>
            <a:pathLst>
              <a:path w="547" h="102">
                <a:moveTo>
                  <a:pt x="99" y="102"/>
                </a:moveTo>
                <a:lnTo>
                  <a:pt x="0" y="41"/>
                </a:lnTo>
                <a:lnTo>
                  <a:pt x="446" y="0"/>
                </a:lnTo>
                <a:lnTo>
                  <a:pt x="547" y="60"/>
                </a:lnTo>
                <a:lnTo>
                  <a:pt x="99" y="10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7"/>
          <p:cNvSpPr>
            <a:spLocks/>
          </p:cNvSpPr>
          <p:nvPr/>
        </p:nvSpPr>
        <p:spPr bwMode="auto">
          <a:xfrm>
            <a:off x="6242887" y="1935261"/>
            <a:ext cx="1013886" cy="303083"/>
          </a:xfrm>
          <a:custGeom>
            <a:avLst/>
            <a:gdLst>
              <a:gd name="T0" fmla="*/ 324 w 324"/>
              <a:gd name="T1" fmla="*/ 5 h 97"/>
              <a:gd name="T2" fmla="*/ 107 w 324"/>
              <a:gd name="T3" fmla="*/ 5 h 97"/>
              <a:gd name="T4" fmla="*/ 19 w 324"/>
              <a:gd name="T5" fmla="*/ 81 h 97"/>
              <a:gd name="T6" fmla="*/ 21 w 324"/>
              <a:gd name="T7" fmla="*/ 87 h 97"/>
              <a:gd name="T8" fmla="*/ 10 w 324"/>
              <a:gd name="T9" fmla="*/ 97 h 97"/>
              <a:gd name="T10" fmla="*/ 0 w 324"/>
              <a:gd name="T11" fmla="*/ 87 h 97"/>
              <a:gd name="T12" fmla="*/ 10 w 324"/>
              <a:gd name="T13" fmla="*/ 77 h 97"/>
              <a:gd name="T14" fmla="*/ 16 w 324"/>
              <a:gd name="T15" fmla="*/ 79 h 97"/>
              <a:gd name="T16" fmla="*/ 106 w 324"/>
              <a:gd name="T17" fmla="*/ 1 h 97"/>
              <a:gd name="T18" fmla="*/ 324 w 324"/>
              <a:gd name="T19" fmla="*/ 0 h 97"/>
              <a:gd name="T20" fmla="*/ 324 w 324"/>
              <a:gd name="T21" fmla="*/ 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4" h="97">
                <a:moveTo>
                  <a:pt x="324" y="5"/>
                </a:moveTo>
                <a:cubicBezTo>
                  <a:pt x="107" y="5"/>
                  <a:pt x="107" y="5"/>
                  <a:pt x="107" y="5"/>
                </a:cubicBezTo>
                <a:cubicBezTo>
                  <a:pt x="19" y="81"/>
                  <a:pt x="19" y="81"/>
                  <a:pt x="19" y="81"/>
                </a:cubicBezTo>
                <a:cubicBezTo>
                  <a:pt x="20" y="83"/>
                  <a:pt x="21" y="85"/>
                  <a:pt x="21" y="87"/>
                </a:cubicBezTo>
                <a:cubicBezTo>
                  <a:pt x="21" y="93"/>
                  <a:pt x="16" y="97"/>
                  <a:pt x="10" y="97"/>
                </a:cubicBezTo>
                <a:cubicBezTo>
                  <a:pt x="5" y="97"/>
                  <a:pt x="0" y="93"/>
                  <a:pt x="0" y="87"/>
                </a:cubicBezTo>
                <a:cubicBezTo>
                  <a:pt x="0" y="82"/>
                  <a:pt x="5" y="77"/>
                  <a:pt x="10" y="77"/>
                </a:cubicBezTo>
                <a:cubicBezTo>
                  <a:pt x="12" y="77"/>
                  <a:pt x="14" y="78"/>
                  <a:pt x="16" y="79"/>
                </a:cubicBezTo>
                <a:cubicBezTo>
                  <a:pt x="106" y="1"/>
                  <a:pt x="106" y="1"/>
                  <a:pt x="106" y="1"/>
                </a:cubicBezTo>
                <a:cubicBezTo>
                  <a:pt x="324" y="0"/>
                  <a:pt x="324" y="0"/>
                  <a:pt x="324" y="0"/>
                </a:cubicBezTo>
                <a:lnTo>
                  <a:pt x="324" y="5"/>
                </a:lnTo>
                <a:close/>
              </a:path>
            </a:pathLst>
          </a:custGeom>
          <a:solidFill>
            <a:srgbClr val="978F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8"/>
          <p:cNvSpPr>
            <a:spLocks/>
          </p:cNvSpPr>
          <p:nvPr/>
        </p:nvSpPr>
        <p:spPr bwMode="auto">
          <a:xfrm>
            <a:off x="7141313" y="2676733"/>
            <a:ext cx="1004866" cy="301279"/>
          </a:xfrm>
          <a:custGeom>
            <a:avLst/>
            <a:gdLst>
              <a:gd name="T0" fmla="*/ 321 w 321"/>
              <a:gd name="T1" fmla="*/ 4 h 96"/>
              <a:gd name="T2" fmla="*/ 106 w 321"/>
              <a:gd name="T3" fmla="*/ 5 h 96"/>
              <a:gd name="T4" fmla="*/ 19 w 321"/>
              <a:gd name="T5" fmla="*/ 80 h 96"/>
              <a:gd name="T6" fmla="*/ 21 w 321"/>
              <a:gd name="T7" fmla="*/ 86 h 96"/>
              <a:gd name="T8" fmla="*/ 11 w 321"/>
              <a:gd name="T9" fmla="*/ 96 h 96"/>
              <a:gd name="T10" fmla="*/ 0 w 321"/>
              <a:gd name="T11" fmla="*/ 86 h 96"/>
              <a:gd name="T12" fmla="*/ 11 w 321"/>
              <a:gd name="T13" fmla="*/ 75 h 96"/>
              <a:gd name="T14" fmla="*/ 16 w 321"/>
              <a:gd name="T15" fmla="*/ 77 h 96"/>
              <a:gd name="T16" fmla="*/ 105 w 321"/>
              <a:gd name="T17" fmla="*/ 0 h 96"/>
              <a:gd name="T18" fmla="*/ 321 w 321"/>
              <a:gd name="T19" fmla="*/ 0 h 96"/>
              <a:gd name="T20" fmla="*/ 321 w 321"/>
              <a:gd name="T21" fmla="*/ 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1" h="96">
                <a:moveTo>
                  <a:pt x="321" y="4"/>
                </a:moveTo>
                <a:cubicBezTo>
                  <a:pt x="106" y="5"/>
                  <a:pt x="106" y="5"/>
                  <a:pt x="106" y="5"/>
                </a:cubicBezTo>
                <a:cubicBezTo>
                  <a:pt x="19" y="80"/>
                  <a:pt x="19" y="80"/>
                  <a:pt x="19" y="80"/>
                </a:cubicBezTo>
                <a:cubicBezTo>
                  <a:pt x="20" y="82"/>
                  <a:pt x="21" y="83"/>
                  <a:pt x="21" y="86"/>
                </a:cubicBezTo>
                <a:cubicBezTo>
                  <a:pt x="21" y="91"/>
                  <a:pt x="16" y="96"/>
                  <a:pt x="11" y="96"/>
                </a:cubicBezTo>
                <a:cubicBezTo>
                  <a:pt x="5" y="96"/>
                  <a:pt x="0" y="91"/>
                  <a:pt x="0" y="86"/>
                </a:cubicBezTo>
                <a:cubicBezTo>
                  <a:pt x="0" y="80"/>
                  <a:pt x="5" y="75"/>
                  <a:pt x="11" y="75"/>
                </a:cubicBezTo>
                <a:cubicBezTo>
                  <a:pt x="13" y="75"/>
                  <a:pt x="15" y="76"/>
                  <a:pt x="16" y="77"/>
                </a:cubicBezTo>
                <a:cubicBezTo>
                  <a:pt x="105" y="0"/>
                  <a:pt x="105" y="0"/>
                  <a:pt x="105" y="0"/>
                </a:cubicBezTo>
                <a:cubicBezTo>
                  <a:pt x="321" y="0"/>
                  <a:pt x="321" y="0"/>
                  <a:pt x="321" y="0"/>
                </a:cubicBezTo>
                <a:lnTo>
                  <a:pt x="321" y="4"/>
                </a:lnTo>
                <a:close/>
              </a:path>
            </a:pathLst>
          </a:custGeom>
          <a:solidFill>
            <a:srgbClr val="978F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9"/>
          <p:cNvSpPr>
            <a:spLocks/>
          </p:cNvSpPr>
          <p:nvPr/>
        </p:nvSpPr>
        <p:spPr bwMode="auto">
          <a:xfrm>
            <a:off x="8409573" y="4181324"/>
            <a:ext cx="1116718" cy="333752"/>
          </a:xfrm>
          <a:custGeom>
            <a:avLst/>
            <a:gdLst>
              <a:gd name="T0" fmla="*/ 357 w 357"/>
              <a:gd name="T1" fmla="*/ 5 h 107"/>
              <a:gd name="T2" fmla="*/ 118 w 357"/>
              <a:gd name="T3" fmla="*/ 5 h 107"/>
              <a:gd name="T4" fmla="*/ 21 w 357"/>
              <a:gd name="T5" fmla="*/ 89 h 107"/>
              <a:gd name="T6" fmla="*/ 23 w 357"/>
              <a:gd name="T7" fmla="*/ 96 h 107"/>
              <a:gd name="T8" fmla="*/ 12 w 357"/>
              <a:gd name="T9" fmla="*/ 107 h 107"/>
              <a:gd name="T10" fmla="*/ 0 w 357"/>
              <a:gd name="T11" fmla="*/ 96 h 107"/>
              <a:gd name="T12" fmla="*/ 12 w 357"/>
              <a:gd name="T13" fmla="*/ 84 h 107"/>
              <a:gd name="T14" fmla="*/ 18 w 357"/>
              <a:gd name="T15" fmla="*/ 86 h 107"/>
              <a:gd name="T16" fmla="*/ 117 w 357"/>
              <a:gd name="T17" fmla="*/ 0 h 107"/>
              <a:gd name="T18" fmla="*/ 357 w 357"/>
              <a:gd name="T19" fmla="*/ 0 h 107"/>
              <a:gd name="T20" fmla="*/ 357 w 357"/>
              <a:gd name="T21" fmla="*/ 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7" h="107">
                <a:moveTo>
                  <a:pt x="357" y="5"/>
                </a:moveTo>
                <a:cubicBezTo>
                  <a:pt x="118" y="5"/>
                  <a:pt x="118" y="5"/>
                  <a:pt x="118" y="5"/>
                </a:cubicBezTo>
                <a:cubicBezTo>
                  <a:pt x="21" y="89"/>
                  <a:pt x="21" y="89"/>
                  <a:pt x="21" y="89"/>
                </a:cubicBezTo>
                <a:cubicBezTo>
                  <a:pt x="22" y="91"/>
                  <a:pt x="23" y="93"/>
                  <a:pt x="23" y="96"/>
                </a:cubicBezTo>
                <a:cubicBezTo>
                  <a:pt x="23" y="102"/>
                  <a:pt x="18" y="107"/>
                  <a:pt x="12" y="107"/>
                </a:cubicBezTo>
                <a:cubicBezTo>
                  <a:pt x="6" y="107"/>
                  <a:pt x="0" y="102"/>
                  <a:pt x="0" y="96"/>
                </a:cubicBezTo>
                <a:cubicBezTo>
                  <a:pt x="0" y="89"/>
                  <a:pt x="6" y="84"/>
                  <a:pt x="12" y="84"/>
                </a:cubicBezTo>
                <a:cubicBezTo>
                  <a:pt x="14" y="84"/>
                  <a:pt x="16" y="85"/>
                  <a:pt x="18" y="86"/>
                </a:cubicBezTo>
                <a:cubicBezTo>
                  <a:pt x="117" y="0"/>
                  <a:pt x="117" y="0"/>
                  <a:pt x="117" y="0"/>
                </a:cubicBezTo>
                <a:cubicBezTo>
                  <a:pt x="357" y="0"/>
                  <a:pt x="357" y="0"/>
                  <a:pt x="357" y="0"/>
                </a:cubicBezTo>
                <a:lnTo>
                  <a:pt x="357" y="5"/>
                </a:lnTo>
                <a:close/>
              </a:path>
            </a:pathLst>
          </a:custGeom>
          <a:solidFill>
            <a:srgbClr val="978F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11"/>
          <p:cNvSpPr>
            <a:spLocks/>
          </p:cNvSpPr>
          <p:nvPr/>
        </p:nvSpPr>
        <p:spPr bwMode="auto">
          <a:xfrm>
            <a:off x="5124108" y="2258189"/>
            <a:ext cx="1187077" cy="174995"/>
          </a:xfrm>
          <a:custGeom>
            <a:avLst/>
            <a:gdLst>
              <a:gd name="T0" fmla="*/ 101 w 658"/>
              <a:gd name="T1" fmla="*/ 97 h 97"/>
              <a:gd name="T2" fmla="*/ 0 w 658"/>
              <a:gd name="T3" fmla="*/ 36 h 97"/>
              <a:gd name="T4" fmla="*/ 559 w 658"/>
              <a:gd name="T5" fmla="*/ 0 h 97"/>
              <a:gd name="T6" fmla="*/ 658 w 658"/>
              <a:gd name="T7" fmla="*/ 60 h 97"/>
              <a:gd name="T8" fmla="*/ 101 w 658"/>
              <a:gd name="T9" fmla="*/ 97 h 97"/>
            </a:gdLst>
            <a:ahLst/>
            <a:cxnLst>
              <a:cxn ang="0">
                <a:pos x="T0" y="T1"/>
              </a:cxn>
              <a:cxn ang="0">
                <a:pos x="T2" y="T3"/>
              </a:cxn>
              <a:cxn ang="0">
                <a:pos x="T4" y="T5"/>
              </a:cxn>
              <a:cxn ang="0">
                <a:pos x="T6" y="T7"/>
              </a:cxn>
              <a:cxn ang="0">
                <a:pos x="T8" y="T9"/>
              </a:cxn>
            </a:cxnLst>
            <a:rect l="0" t="0" r="r" b="b"/>
            <a:pathLst>
              <a:path w="658" h="97">
                <a:moveTo>
                  <a:pt x="101" y="97"/>
                </a:moveTo>
                <a:lnTo>
                  <a:pt x="0" y="36"/>
                </a:lnTo>
                <a:lnTo>
                  <a:pt x="559" y="0"/>
                </a:lnTo>
                <a:lnTo>
                  <a:pt x="658" y="60"/>
                </a:lnTo>
                <a:lnTo>
                  <a:pt x="101" y="97"/>
                </a:lnTo>
                <a:close/>
              </a:path>
            </a:pathLst>
          </a:custGeom>
          <a:solidFill>
            <a:srgbClr val="8BCFFD"/>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1" name="Freeform 12"/>
          <p:cNvSpPr>
            <a:spLocks/>
          </p:cNvSpPr>
          <p:nvPr/>
        </p:nvSpPr>
        <p:spPr bwMode="auto">
          <a:xfrm>
            <a:off x="5124108" y="2258189"/>
            <a:ext cx="1187077" cy="174995"/>
          </a:xfrm>
          <a:custGeom>
            <a:avLst/>
            <a:gdLst>
              <a:gd name="T0" fmla="*/ 101 w 658"/>
              <a:gd name="T1" fmla="*/ 97 h 97"/>
              <a:gd name="T2" fmla="*/ 0 w 658"/>
              <a:gd name="T3" fmla="*/ 36 h 97"/>
              <a:gd name="T4" fmla="*/ 559 w 658"/>
              <a:gd name="T5" fmla="*/ 0 h 97"/>
              <a:gd name="T6" fmla="*/ 658 w 658"/>
              <a:gd name="T7" fmla="*/ 60 h 97"/>
              <a:gd name="T8" fmla="*/ 101 w 658"/>
              <a:gd name="T9" fmla="*/ 97 h 97"/>
            </a:gdLst>
            <a:ahLst/>
            <a:cxnLst>
              <a:cxn ang="0">
                <a:pos x="T0" y="T1"/>
              </a:cxn>
              <a:cxn ang="0">
                <a:pos x="T2" y="T3"/>
              </a:cxn>
              <a:cxn ang="0">
                <a:pos x="T4" y="T5"/>
              </a:cxn>
              <a:cxn ang="0">
                <a:pos x="T6" y="T7"/>
              </a:cxn>
              <a:cxn ang="0">
                <a:pos x="T8" y="T9"/>
              </a:cxn>
            </a:cxnLst>
            <a:rect l="0" t="0" r="r" b="b"/>
            <a:pathLst>
              <a:path w="658" h="97">
                <a:moveTo>
                  <a:pt x="101" y="97"/>
                </a:moveTo>
                <a:lnTo>
                  <a:pt x="0" y="36"/>
                </a:lnTo>
                <a:lnTo>
                  <a:pt x="559" y="0"/>
                </a:lnTo>
                <a:lnTo>
                  <a:pt x="658" y="60"/>
                </a:lnTo>
                <a:lnTo>
                  <a:pt x="101" y="9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13"/>
          <p:cNvSpPr>
            <a:spLocks/>
          </p:cNvSpPr>
          <p:nvPr/>
        </p:nvSpPr>
        <p:spPr bwMode="auto">
          <a:xfrm>
            <a:off x="5124108" y="2323135"/>
            <a:ext cx="182211" cy="3981576"/>
          </a:xfrm>
          <a:custGeom>
            <a:avLst/>
            <a:gdLst>
              <a:gd name="T0" fmla="*/ 101 w 101"/>
              <a:gd name="T1" fmla="*/ 2207 h 2207"/>
              <a:gd name="T2" fmla="*/ 0 w 101"/>
              <a:gd name="T3" fmla="*/ 2146 h 2207"/>
              <a:gd name="T4" fmla="*/ 0 w 101"/>
              <a:gd name="T5" fmla="*/ 0 h 2207"/>
              <a:gd name="T6" fmla="*/ 101 w 101"/>
              <a:gd name="T7" fmla="*/ 61 h 2207"/>
              <a:gd name="T8" fmla="*/ 101 w 101"/>
              <a:gd name="T9" fmla="*/ 2207 h 2207"/>
            </a:gdLst>
            <a:ahLst/>
            <a:cxnLst>
              <a:cxn ang="0">
                <a:pos x="T0" y="T1"/>
              </a:cxn>
              <a:cxn ang="0">
                <a:pos x="T2" y="T3"/>
              </a:cxn>
              <a:cxn ang="0">
                <a:pos x="T4" y="T5"/>
              </a:cxn>
              <a:cxn ang="0">
                <a:pos x="T6" y="T7"/>
              </a:cxn>
              <a:cxn ang="0">
                <a:pos x="T8" y="T9"/>
              </a:cxn>
            </a:cxnLst>
            <a:rect l="0" t="0" r="r" b="b"/>
            <a:pathLst>
              <a:path w="101" h="2207">
                <a:moveTo>
                  <a:pt x="101" y="2207"/>
                </a:moveTo>
                <a:lnTo>
                  <a:pt x="0" y="2146"/>
                </a:lnTo>
                <a:lnTo>
                  <a:pt x="0" y="0"/>
                </a:lnTo>
                <a:lnTo>
                  <a:pt x="101" y="61"/>
                </a:lnTo>
                <a:lnTo>
                  <a:pt x="101" y="2207"/>
                </a:lnTo>
                <a:close/>
              </a:path>
            </a:pathLst>
          </a:custGeom>
          <a:solidFill>
            <a:srgbClr val="338BB7"/>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3" name="Freeform 14"/>
          <p:cNvSpPr>
            <a:spLocks/>
          </p:cNvSpPr>
          <p:nvPr/>
        </p:nvSpPr>
        <p:spPr bwMode="auto">
          <a:xfrm>
            <a:off x="5306319" y="2366433"/>
            <a:ext cx="1004866" cy="3938278"/>
          </a:xfrm>
          <a:custGeom>
            <a:avLst/>
            <a:gdLst>
              <a:gd name="T0" fmla="*/ 0 w 557"/>
              <a:gd name="T1" fmla="*/ 37 h 2183"/>
              <a:gd name="T2" fmla="*/ 557 w 557"/>
              <a:gd name="T3" fmla="*/ 0 h 2183"/>
              <a:gd name="T4" fmla="*/ 557 w 557"/>
              <a:gd name="T5" fmla="*/ 2148 h 2183"/>
              <a:gd name="T6" fmla="*/ 0 w 557"/>
              <a:gd name="T7" fmla="*/ 2183 h 2183"/>
              <a:gd name="T8" fmla="*/ 0 w 557"/>
              <a:gd name="T9" fmla="*/ 37 h 2183"/>
            </a:gdLst>
            <a:ahLst/>
            <a:cxnLst>
              <a:cxn ang="0">
                <a:pos x="T0" y="T1"/>
              </a:cxn>
              <a:cxn ang="0">
                <a:pos x="T2" y="T3"/>
              </a:cxn>
              <a:cxn ang="0">
                <a:pos x="T4" y="T5"/>
              </a:cxn>
              <a:cxn ang="0">
                <a:pos x="T6" y="T7"/>
              </a:cxn>
              <a:cxn ang="0">
                <a:pos x="T8" y="T9"/>
              </a:cxn>
            </a:cxnLst>
            <a:rect l="0" t="0" r="r" b="b"/>
            <a:pathLst>
              <a:path w="557" h="2183">
                <a:moveTo>
                  <a:pt x="0" y="37"/>
                </a:moveTo>
                <a:lnTo>
                  <a:pt x="557" y="0"/>
                </a:lnTo>
                <a:lnTo>
                  <a:pt x="557" y="2148"/>
                </a:lnTo>
                <a:lnTo>
                  <a:pt x="0" y="2183"/>
                </a:lnTo>
                <a:lnTo>
                  <a:pt x="0" y="37"/>
                </a:lnTo>
                <a:close/>
              </a:path>
            </a:pathLst>
          </a:custGeom>
          <a:solidFill>
            <a:srgbClr val="62ACD3"/>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4" name="Freeform 15"/>
          <p:cNvSpPr>
            <a:spLocks/>
          </p:cNvSpPr>
          <p:nvPr/>
        </p:nvSpPr>
        <p:spPr bwMode="auto">
          <a:xfrm>
            <a:off x="5306319" y="2366433"/>
            <a:ext cx="1004866" cy="3938278"/>
          </a:xfrm>
          <a:custGeom>
            <a:avLst/>
            <a:gdLst>
              <a:gd name="T0" fmla="*/ 0 w 557"/>
              <a:gd name="T1" fmla="*/ 37 h 2183"/>
              <a:gd name="T2" fmla="*/ 557 w 557"/>
              <a:gd name="T3" fmla="*/ 0 h 2183"/>
              <a:gd name="T4" fmla="*/ 557 w 557"/>
              <a:gd name="T5" fmla="*/ 2148 h 2183"/>
              <a:gd name="T6" fmla="*/ 0 w 557"/>
              <a:gd name="T7" fmla="*/ 2183 h 2183"/>
              <a:gd name="T8" fmla="*/ 0 w 557"/>
              <a:gd name="T9" fmla="*/ 37 h 2183"/>
            </a:gdLst>
            <a:ahLst/>
            <a:cxnLst>
              <a:cxn ang="0">
                <a:pos x="T0" y="T1"/>
              </a:cxn>
              <a:cxn ang="0">
                <a:pos x="T2" y="T3"/>
              </a:cxn>
              <a:cxn ang="0">
                <a:pos x="T4" y="T5"/>
              </a:cxn>
              <a:cxn ang="0">
                <a:pos x="T6" y="T7"/>
              </a:cxn>
              <a:cxn ang="0">
                <a:pos x="T8" y="T9"/>
              </a:cxn>
            </a:cxnLst>
            <a:rect l="0" t="0" r="r" b="b"/>
            <a:pathLst>
              <a:path w="557" h="2183">
                <a:moveTo>
                  <a:pt x="0" y="37"/>
                </a:moveTo>
                <a:lnTo>
                  <a:pt x="557" y="0"/>
                </a:lnTo>
                <a:lnTo>
                  <a:pt x="557" y="2148"/>
                </a:lnTo>
                <a:lnTo>
                  <a:pt x="0" y="2183"/>
                </a:lnTo>
                <a:lnTo>
                  <a:pt x="0" y="3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16"/>
          <p:cNvSpPr>
            <a:spLocks/>
          </p:cNvSpPr>
          <p:nvPr/>
        </p:nvSpPr>
        <p:spPr bwMode="auto">
          <a:xfrm>
            <a:off x="6148819" y="2990640"/>
            <a:ext cx="1077029" cy="162366"/>
          </a:xfrm>
          <a:custGeom>
            <a:avLst/>
            <a:gdLst>
              <a:gd name="T0" fmla="*/ 99 w 597"/>
              <a:gd name="T1" fmla="*/ 90 h 90"/>
              <a:gd name="T2" fmla="*/ 0 w 597"/>
              <a:gd name="T3" fmla="*/ 29 h 90"/>
              <a:gd name="T4" fmla="*/ 498 w 597"/>
              <a:gd name="T5" fmla="*/ 0 h 90"/>
              <a:gd name="T6" fmla="*/ 597 w 597"/>
              <a:gd name="T7" fmla="*/ 61 h 90"/>
              <a:gd name="T8" fmla="*/ 99 w 597"/>
              <a:gd name="T9" fmla="*/ 90 h 90"/>
            </a:gdLst>
            <a:ahLst/>
            <a:cxnLst>
              <a:cxn ang="0">
                <a:pos x="T0" y="T1"/>
              </a:cxn>
              <a:cxn ang="0">
                <a:pos x="T2" y="T3"/>
              </a:cxn>
              <a:cxn ang="0">
                <a:pos x="T4" y="T5"/>
              </a:cxn>
              <a:cxn ang="0">
                <a:pos x="T6" y="T7"/>
              </a:cxn>
              <a:cxn ang="0">
                <a:pos x="T8" y="T9"/>
              </a:cxn>
            </a:cxnLst>
            <a:rect l="0" t="0" r="r" b="b"/>
            <a:pathLst>
              <a:path w="597" h="90">
                <a:moveTo>
                  <a:pt x="99" y="90"/>
                </a:moveTo>
                <a:lnTo>
                  <a:pt x="0" y="29"/>
                </a:lnTo>
                <a:lnTo>
                  <a:pt x="498" y="0"/>
                </a:lnTo>
                <a:lnTo>
                  <a:pt x="597" y="61"/>
                </a:lnTo>
                <a:lnTo>
                  <a:pt x="99" y="90"/>
                </a:lnTo>
                <a:close/>
              </a:path>
            </a:pathLst>
          </a:custGeom>
          <a:solidFill>
            <a:srgbClr val="FFAE4B"/>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6" name="Freeform 17"/>
          <p:cNvSpPr>
            <a:spLocks/>
          </p:cNvSpPr>
          <p:nvPr/>
        </p:nvSpPr>
        <p:spPr bwMode="auto">
          <a:xfrm>
            <a:off x="6148819" y="2990640"/>
            <a:ext cx="1077029" cy="162366"/>
          </a:xfrm>
          <a:custGeom>
            <a:avLst/>
            <a:gdLst>
              <a:gd name="T0" fmla="*/ 99 w 597"/>
              <a:gd name="T1" fmla="*/ 90 h 90"/>
              <a:gd name="T2" fmla="*/ 0 w 597"/>
              <a:gd name="T3" fmla="*/ 29 h 90"/>
              <a:gd name="T4" fmla="*/ 498 w 597"/>
              <a:gd name="T5" fmla="*/ 0 h 90"/>
              <a:gd name="T6" fmla="*/ 597 w 597"/>
              <a:gd name="T7" fmla="*/ 61 h 90"/>
              <a:gd name="T8" fmla="*/ 99 w 597"/>
              <a:gd name="T9" fmla="*/ 90 h 90"/>
            </a:gdLst>
            <a:ahLst/>
            <a:cxnLst>
              <a:cxn ang="0">
                <a:pos x="T0" y="T1"/>
              </a:cxn>
              <a:cxn ang="0">
                <a:pos x="T2" y="T3"/>
              </a:cxn>
              <a:cxn ang="0">
                <a:pos x="T4" y="T5"/>
              </a:cxn>
              <a:cxn ang="0">
                <a:pos x="T6" y="T7"/>
              </a:cxn>
              <a:cxn ang="0">
                <a:pos x="T8" y="T9"/>
              </a:cxn>
            </a:cxnLst>
            <a:rect l="0" t="0" r="r" b="b"/>
            <a:pathLst>
              <a:path w="597" h="90">
                <a:moveTo>
                  <a:pt x="99" y="90"/>
                </a:moveTo>
                <a:lnTo>
                  <a:pt x="0" y="29"/>
                </a:lnTo>
                <a:lnTo>
                  <a:pt x="498" y="0"/>
                </a:lnTo>
                <a:lnTo>
                  <a:pt x="597" y="61"/>
                </a:lnTo>
                <a:lnTo>
                  <a:pt x="99" y="9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18"/>
          <p:cNvSpPr>
            <a:spLocks/>
          </p:cNvSpPr>
          <p:nvPr/>
        </p:nvSpPr>
        <p:spPr bwMode="auto">
          <a:xfrm>
            <a:off x="6148819" y="3042958"/>
            <a:ext cx="178603" cy="3321287"/>
          </a:xfrm>
          <a:custGeom>
            <a:avLst/>
            <a:gdLst>
              <a:gd name="T0" fmla="*/ 99 w 99"/>
              <a:gd name="T1" fmla="*/ 1841 h 1841"/>
              <a:gd name="T2" fmla="*/ 0 w 99"/>
              <a:gd name="T3" fmla="*/ 1780 h 1841"/>
              <a:gd name="T4" fmla="*/ 0 w 99"/>
              <a:gd name="T5" fmla="*/ 0 h 1841"/>
              <a:gd name="T6" fmla="*/ 99 w 99"/>
              <a:gd name="T7" fmla="*/ 61 h 1841"/>
              <a:gd name="T8" fmla="*/ 99 w 99"/>
              <a:gd name="T9" fmla="*/ 1841 h 1841"/>
            </a:gdLst>
            <a:ahLst/>
            <a:cxnLst>
              <a:cxn ang="0">
                <a:pos x="T0" y="T1"/>
              </a:cxn>
              <a:cxn ang="0">
                <a:pos x="T2" y="T3"/>
              </a:cxn>
              <a:cxn ang="0">
                <a:pos x="T4" y="T5"/>
              </a:cxn>
              <a:cxn ang="0">
                <a:pos x="T6" y="T7"/>
              </a:cxn>
              <a:cxn ang="0">
                <a:pos x="T8" y="T9"/>
              </a:cxn>
            </a:cxnLst>
            <a:rect l="0" t="0" r="r" b="b"/>
            <a:pathLst>
              <a:path w="99" h="1841">
                <a:moveTo>
                  <a:pt x="99" y="1841"/>
                </a:moveTo>
                <a:lnTo>
                  <a:pt x="0" y="1780"/>
                </a:lnTo>
                <a:lnTo>
                  <a:pt x="0" y="0"/>
                </a:lnTo>
                <a:lnTo>
                  <a:pt x="99" y="61"/>
                </a:lnTo>
                <a:lnTo>
                  <a:pt x="99" y="1841"/>
                </a:lnTo>
                <a:close/>
              </a:path>
            </a:pathLst>
          </a:custGeom>
          <a:solidFill>
            <a:srgbClr val="D0720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8" name="Freeform 19"/>
          <p:cNvSpPr>
            <a:spLocks/>
          </p:cNvSpPr>
          <p:nvPr/>
        </p:nvSpPr>
        <p:spPr bwMode="auto">
          <a:xfrm>
            <a:off x="6148819" y="3042958"/>
            <a:ext cx="178603" cy="3321287"/>
          </a:xfrm>
          <a:custGeom>
            <a:avLst/>
            <a:gdLst>
              <a:gd name="T0" fmla="*/ 99 w 99"/>
              <a:gd name="T1" fmla="*/ 1841 h 1841"/>
              <a:gd name="T2" fmla="*/ 0 w 99"/>
              <a:gd name="T3" fmla="*/ 1780 h 1841"/>
              <a:gd name="T4" fmla="*/ 0 w 99"/>
              <a:gd name="T5" fmla="*/ 0 h 1841"/>
              <a:gd name="T6" fmla="*/ 99 w 99"/>
              <a:gd name="T7" fmla="*/ 61 h 1841"/>
              <a:gd name="T8" fmla="*/ 99 w 99"/>
              <a:gd name="T9" fmla="*/ 1841 h 1841"/>
            </a:gdLst>
            <a:ahLst/>
            <a:cxnLst>
              <a:cxn ang="0">
                <a:pos x="T0" y="T1"/>
              </a:cxn>
              <a:cxn ang="0">
                <a:pos x="T2" y="T3"/>
              </a:cxn>
              <a:cxn ang="0">
                <a:pos x="T4" y="T5"/>
              </a:cxn>
              <a:cxn ang="0">
                <a:pos x="T6" y="T7"/>
              </a:cxn>
              <a:cxn ang="0">
                <a:pos x="T8" y="T9"/>
              </a:cxn>
            </a:cxnLst>
            <a:rect l="0" t="0" r="r" b="b"/>
            <a:pathLst>
              <a:path w="99" h="1841">
                <a:moveTo>
                  <a:pt x="99" y="1841"/>
                </a:moveTo>
                <a:lnTo>
                  <a:pt x="0" y="1780"/>
                </a:lnTo>
                <a:lnTo>
                  <a:pt x="0" y="0"/>
                </a:lnTo>
                <a:lnTo>
                  <a:pt x="99" y="61"/>
                </a:lnTo>
                <a:lnTo>
                  <a:pt x="99" y="184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20"/>
          <p:cNvSpPr>
            <a:spLocks/>
          </p:cNvSpPr>
          <p:nvPr/>
        </p:nvSpPr>
        <p:spPr bwMode="auto">
          <a:xfrm>
            <a:off x="6327422" y="3100688"/>
            <a:ext cx="898426" cy="3263557"/>
          </a:xfrm>
          <a:custGeom>
            <a:avLst/>
            <a:gdLst>
              <a:gd name="T0" fmla="*/ 0 w 498"/>
              <a:gd name="T1" fmla="*/ 29 h 1809"/>
              <a:gd name="T2" fmla="*/ 498 w 498"/>
              <a:gd name="T3" fmla="*/ 0 h 1809"/>
              <a:gd name="T4" fmla="*/ 498 w 498"/>
              <a:gd name="T5" fmla="*/ 1779 h 1809"/>
              <a:gd name="T6" fmla="*/ 0 w 498"/>
              <a:gd name="T7" fmla="*/ 1809 h 1809"/>
              <a:gd name="T8" fmla="*/ 0 w 498"/>
              <a:gd name="T9" fmla="*/ 29 h 1809"/>
            </a:gdLst>
            <a:ahLst/>
            <a:cxnLst>
              <a:cxn ang="0">
                <a:pos x="T0" y="T1"/>
              </a:cxn>
              <a:cxn ang="0">
                <a:pos x="T2" y="T3"/>
              </a:cxn>
              <a:cxn ang="0">
                <a:pos x="T4" y="T5"/>
              </a:cxn>
              <a:cxn ang="0">
                <a:pos x="T6" y="T7"/>
              </a:cxn>
              <a:cxn ang="0">
                <a:pos x="T8" y="T9"/>
              </a:cxn>
            </a:cxnLst>
            <a:rect l="0" t="0" r="r" b="b"/>
            <a:pathLst>
              <a:path w="498" h="1809">
                <a:moveTo>
                  <a:pt x="0" y="29"/>
                </a:moveTo>
                <a:lnTo>
                  <a:pt x="498" y="0"/>
                </a:lnTo>
                <a:lnTo>
                  <a:pt x="498" y="1779"/>
                </a:lnTo>
                <a:lnTo>
                  <a:pt x="0" y="1809"/>
                </a:lnTo>
                <a:lnTo>
                  <a:pt x="0" y="29"/>
                </a:lnTo>
                <a:close/>
              </a:path>
            </a:pathLst>
          </a:custGeom>
          <a:solidFill>
            <a:srgbClr val="FF890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0" name="Freeform 21"/>
          <p:cNvSpPr>
            <a:spLocks/>
          </p:cNvSpPr>
          <p:nvPr/>
        </p:nvSpPr>
        <p:spPr bwMode="auto">
          <a:xfrm>
            <a:off x="6327422" y="3100688"/>
            <a:ext cx="898426" cy="3263557"/>
          </a:xfrm>
          <a:custGeom>
            <a:avLst/>
            <a:gdLst>
              <a:gd name="T0" fmla="*/ 0 w 498"/>
              <a:gd name="T1" fmla="*/ 29 h 1809"/>
              <a:gd name="T2" fmla="*/ 498 w 498"/>
              <a:gd name="T3" fmla="*/ 0 h 1809"/>
              <a:gd name="T4" fmla="*/ 498 w 498"/>
              <a:gd name="T5" fmla="*/ 1779 h 1809"/>
              <a:gd name="T6" fmla="*/ 0 w 498"/>
              <a:gd name="T7" fmla="*/ 1809 h 1809"/>
              <a:gd name="T8" fmla="*/ 0 w 498"/>
              <a:gd name="T9" fmla="*/ 29 h 1809"/>
            </a:gdLst>
            <a:ahLst/>
            <a:cxnLst>
              <a:cxn ang="0">
                <a:pos x="T0" y="T1"/>
              </a:cxn>
              <a:cxn ang="0">
                <a:pos x="T2" y="T3"/>
              </a:cxn>
              <a:cxn ang="0">
                <a:pos x="T4" y="T5"/>
              </a:cxn>
              <a:cxn ang="0">
                <a:pos x="T6" y="T7"/>
              </a:cxn>
              <a:cxn ang="0">
                <a:pos x="T8" y="T9"/>
              </a:cxn>
            </a:cxnLst>
            <a:rect l="0" t="0" r="r" b="b"/>
            <a:pathLst>
              <a:path w="498" h="1809">
                <a:moveTo>
                  <a:pt x="0" y="29"/>
                </a:moveTo>
                <a:lnTo>
                  <a:pt x="498" y="0"/>
                </a:lnTo>
                <a:lnTo>
                  <a:pt x="498" y="1779"/>
                </a:lnTo>
                <a:lnTo>
                  <a:pt x="0" y="1809"/>
                </a:lnTo>
                <a:lnTo>
                  <a:pt x="0" y="2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22"/>
          <p:cNvSpPr>
            <a:spLocks/>
          </p:cNvSpPr>
          <p:nvPr/>
        </p:nvSpPr>
        <p:spPr bwMode="auto">
          <a:xfrm>
            <a:off x="7171725" y="3885457"/>
            <a:ext cx="1024711" cy="151542"/>
          </a:xfrm>
          <a:custGeom>
            <a:avLst/>
            <a:gdLst>
              <a:gd name="T0" fmla="*/ 99 w 568"/>
              <a:gd name="T1" fmla="*/ 84 h 84"/>
              <a:gd name="T2" fmla="*/ 0 w 568"/>
              <a:gd name="T3" fmla="*/ 23 h 84"/>
              <a:gd name="T4" fmla="*/ 469 w 568"/>
              <a:gd name="T5" fmla="*/ 0 h 84"/>
              <a:gd name="T6" fmla="*/ 568 w 568"/>
              <a:gd name="T7" fmla="*/ 61 h 84"/>
              <a:gd name="T8" fmla="*/ 99 w 568"/>
              <a:gd name="T9" fmla="*/ 84 h 84"/>
            </a:gdLst>
            <a:ahLst/>
            <a:cxnLst>
              <a:cxn ang="0">
                <a:pos x="T0" y="T1"/>
              </a:cxn>
              <a:cxn ang="0">
                <a:pos x="T2" y="T3"/>
              </a:cxn>
              <a:cxn ang="0">
                <a:pos x="T4" y="T5"/>
              </a:cxn>
              <a:cxn ang="0">
                <a:pos x="T6" y="T7"/>
              </a:cxn>
              <a:cxn ang="0">
                <a:pos x="T8" y="T9"/>
              </a:cxn>
            </a:cxnLst>
            <a:rect l="0" t="0" r="r" b="b"/>
            <a:pathLst>
              <a:path w="568" h="84">
                <a:moveTo>
                  <a:pt x="99" y="84"/>
                </a:moveTo>
                <a:lnTo>
                  <a:pt x="0" y="23"/>
                </a:lnTo>
                <a:lnTo>
                  <a:pt x="469" y="0"/>
                </a:lnTo>
                <a:lnTo>
                  <a:pt x="568" y="61"/>
                </a:lnTo>
                <a:lnTo>
                  <a:pt x="99" y="84"/>
                </a:lnTo>
                <a:close/>
              </a:path>
            </a:pathLst>
          </a:custGeom>
          <a:solidFill>
            <a:srgbClr val="F3EF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23"/>
          <p:cNvSpPr>
            <a:spLocks/>
          </p:cNvSpPr>
          <p:nvPr/>
        </p:nvSpPr>
        <p:spPr bwMode="auto">
          <a:xfrm>
            <a:off x="7171725" y="3885457"/>
            <a:ext cx="1024711" cy="151542"/>
          </a:xfrm>
          <a:custGeom>
            <a:avLst/>
            <a:gdLst>
              <a:gd name="T0" fmla="*/ 99 w 568"/>
              <a:gd name="T1" fmla="*/ 84 h 84"/>
              <a:gd name="T2" fmla="*/ 0 w 568"/>
              <a:gd name="T3" fmla="*/ 23 h 84"/>
              <a:gd name="T4" fmla="*/ 469 w 568"/>
              <a:gd name="T5" fmla="*/ 0 h 84"/>
              <a:gd name="T6" fmla="*/ 568 w 568"/>
              <a:gd name="T7" fmla="*/ 61 h 84"/>
              <a:gd name="T8" fmla="*/ 99 w 568"/>
              <a:gd name="T9" fmla="*/ 84 h 84"/>
            </a:gdLst>
            <a:ahLst/>
            <a:cxnLst>
              <a:cxn ang="0">
                <a:pos x="T0" y="T1"/>
              </a:cxn>
              <a:cxn ang="0">
                <a:pos x="T2" y="T3"/>
              </a:cxn>
              <a:cxn ang="0">
                <a:pos x="T4" y="T5"/>
              </a:cxn>
              <a:cxn ang="0">
                <a:pos x="T6" y="T7"/>
              </a:cxn>
              <a:cxn ang="0">
                <a:pos x="T8" y="T9"/>
              </a:cxn>
            </a:cxnLst>
            <a:rect l="0" t="0" r="r" b="b"/>
            <a:pathLst>
              <a:path w="568" h="84">
                <a:moveTo>
                  <a:pt x="99" y="84"/>
                </a:moveTo>
                <a:lnTo>
                  <a:pt x="0" y="23"/>
                </a:lnTo>
                <a:lnTo>
                  <a:pt x="469" y="0"/>
                </a:lnTo>
                <a:lnTo>
                  <a:pt x="568" y="61"/>
                </a:lnTo>
                <a:lnTo>
                  <a:pt x="99" y="8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24"/>
          <p:cNvSpPr>
            <a:spLocks/>
          </p:cNvSpPr>
          <p:nvPr/>
        </p:nvSpPr>
        <p:spPr bwMode="auto">
          <a:xfrm>
            <a:off x="7171725" y="3926951"/>
            <a:ext cx="178603" cy="2514869"/>
          </a:xfrm>
          <a:custGeom>
            <a:avLst/>
            <a:gdLst>
              <a:gd name="T0" fmla="*/ 99 w 99"/>
              <a:gd name="T1" fmla="*/ 1394 h 1394"/>
              <a:gd name="T2" fmla="*/ 0 w 99"/>
              <a:gd name="T3" fmla="*/ 1333 h 1394"/>
              <a:gd name="T4" fmla="*/ 0 w 99"/>
              <a:gd name="T5" fmla="*/ 0 h 1394"/>
              <a:gd name="T6" fmla="*/ 99 w 99"/>
              <a:gd name="T7" fmla="*/ 61 h 1394"/>
              <a:gd name="T8" fmla="*/ 99 w 99"/>
              <a:gd name="T9" fmla="*/ 1394 h 1394"/>
            </a:gdLst>
            <a:ahLst/>
            <a:cxnLst>
              <a:cxn ang="0">
                <a:pos x="T0" y="T1"/>
              </a:cxn>
              <a:cxn ang="0">
                <a:pos x="T2" y="T3"/>
              </a:cxn>
              <a:cxn ang="0">
                <a:pos x="T4" y="T5"/>
              </a:cxn>
              <a:cxn ang="0">
                <a:pos x="T6" y="T7"/>
              </a:cxn>
              <a:cxn ang="0">
                <a:pos x="T8" y="T9"/>
              </a:cxn>
            </a:cxnLst>
            <a:rect l="0" t="0" r="r" b="b"/>
            <a:pathLst>
              <a:path w="99" h="1394">
                <a:moveTo>
                  <a:pt x="99" y="1394"/>
                </a:moveTo>
                <a:lnTo>
                  <a:pt x="0" y="1333"/>
                </a:lnTo>
                <a:lnTo>
                  <a:pt x="0" y="0"/>
                </a:lnTo>
                <a:lnTo>
                  <a:pt x="99" y="61"/>
                </a:lnTo>
                <a:lnTo>
                  <a:pt x="99" y="1394"/>
                </a:lnTo>
                <a:close/>
              </a:path>
            </a:pathLst>
          </a:custGeom>
          <a:solidFill>
            <a:srgbClr val="8CA6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25"/>
          <p:cNvSpPr>
            <a:spLocks/>
          </p:cNvSpPr>
          <p:nvPr/>
        </p:nvSpPr>
        <p:spPr bwMode="auto">
          <a:xfrm>
            <a:off x="7171725" y="3926951"/>
            <a:ext cx="178603" cy="2514869"/>
          </a:xfrm>
          <a:custGeom>
            <a:avLst/>
            <a:gdLst>
              <a:gd name="T0" fmla="*/ 99 w 99"/>
              <a:gd name="T1" fmla="*/ 1394 h 1394"/>
              <a:gd name="T2" fmla="*/ 0 w 99"/>
              <a:gd name="T3" fmla="*/ 1333 h 1394"/>
              <a:gd name="T4" fmla="*/ 0 w 99"/>
              <a:gd name="T5" fmla="*/ 0 h 1394"/>
              <a:gd name="T6" fmla="*/ 99 w 99"/>
              <a:gd name="T7" fmla="*/ 61 h 1394"/>
              <a:gd name="T8" fmla="*/ 99 w 99"/>
              <a:gd name="T9" fmla="*/ 1394 h 1394"/>
            </a:gdLst>
            <a:ahLst/>
            <a:cxnLst>
              <a:cxn ang="0">
                <a:pos x="T0" y="T1"/>
              </a:cxn>
              <a:cxn ang="0">
                <a:pos x="T2" y="T3"/>
              </a:cxn>
              <a:cxn ang="0">
                <a:pos x="T4" y="T5"/>
              </a:cxn>
              <a:cxn ang="0">
                <a:pos x="T6" y="T7"/>
              </a:cxn>
              <a:cxn ang="0">
                <a:pos x="T8" y="T9"/>
              </a:cxn>
            </a:cxnLst>
            <a:rect l="0" t="0" r="r" b="b"/>
            <a:pathLst>
              <a:path w="99" h="1394">
                <a:moveTo>
                  <a:pt x="99" y="1394"/>
                </a:moveTo>
                <a:lnTo>
                  <a:pt x="0" y="1333"/>
                </a:lnTo>
                <a:lnTo>
                  <a:pt x="0" y="0"/>
                </a:lnTo>
                <a:lnTo>
                  <a:pt x="99" y="61"/>
                </a:lnTo>
                <a:lnTo>
                  <a:pt x="99" y="139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26"/>
          <p:cNvSpPr>
            <a:spLocks/>
          </p:cNvSpPr>
          <p:nvPr/>
        </p:nvSpPr>
        <p:spPr bwMode="auto">
          <a:xfrm>
            <a:off x="7350328" y="3995506"/>
            <a:ext cx="846108" cy="2446315"/>
          </a:xfrm>
          <a:custGeom>
            <a:avLst/>
            <a:gdLst>
              <a:gd name="T0" fmla="*/ 0 w 469"/>
              <a:gd name="T1" fmla="*/ 23 h 1356"/>
              <a:gd name="T2" fmla="*/ 469 w 469"/>
              <a:gd name="T3" fmla="*/ 0 h 1356"/>
              <a:gd name="T4" fmla="*/ 469 w 469"/>
              <a:gd name="T5" fmla="*/ 1333 h 1356"/>
              <a:gd name="T6" fmla="*/ 0 w 469"/>
              <a:gd name="T7" fmla="*/ 1356 h 1356"/>
              <a:gd name="T8" fmla="*/ 0 w 469"/>
              <a:gd name="T9" fmla="*/ 23 h 1356"/>
            </a:gdLst>
            <a:ahLst/>
            <a:cxnLst>
              <a:cxn ang="0">
                <a:pos x="T0" y="T1"/>
              </a:cxn>
              <a:cxn ang="0">
                <a:pos x="T2" y="T3"/>
              </a:cxn>
              <a:cxn ang="0">
                <a:pos x="T4" y="T5"/>
              </a:cxn>
              <a:cxn ang="0">
                <a:pos x="T6" y="T7"/>
              </a:cxn>
              <a:cxn ang="0">
                <a:pos x="T8" y="T9"/>
              </a:cxn>
            </a:cxnLst>
            <a:rect l="0" t="0" r="r" b="b"/>
            <a:pathLst>
              <a:path w="469" h="1356">
                <a:moveTo>
                  <a:pt x="0" y="23"/>
                </a:moveTo>
                <a:lnTo>
                  <a:pt x="469" y="0"/>
                </a:lnTo>
                <a:lnTo>
                  <a:pt x="469" y="1333"/>
                </a:lnTo>
                <a:lnTo>
                  <a:pt x="0" y="1356"/>
                </a:lnTo>
                <a:lnTo>
                  <a:pt x="0" y="23"/>
                </a:lnTo>
                <a:close/>
              </a:path>
            </a:pathLst>
          </a:custGeom>
          <a:solidFill>
            <a:srgbClr val="B3C4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27"/>
          <p:cNvSpPr>
            <a:spLocks/>
          </p:cNvSpPr>
          <p:nvPr/>
        </p:nvSpPr>
        <p:spPr bwMode="auto">
          <a:xfrm>
            <a:off x="7350328" y="3995506"/>
            <a:ext cx="846108" cy="2446315"/>
          </a:xfrm>
          <a:custGeom>
            <a:avLst/>
            <a:gdLst>
              <a:gd name="T0" fmla="*/ 0 w 469"/>
              <a:gd name="T1" fmla="*/ 23 h 1356"/>
              <a:gd name="T2" fmla="*/ 469 w 469"/>
              <a:gd name="T3" fmla="*/ 0 h 1356"/>
              <a:gd name="T4" fmla="*/ 469 w 469"/>
              <a:gd name="T5" fmla="*/ 1333 h 1356"/>
              <a:gd name="T6" fmla="*/ 0 w 469"/>
              <a:gd name="T7" fmla="*/ 1356 h 1356"/>
              <a:gd name="T8" fmla="*/ 0 w 469"/>
              <a:gd name="T9" fmla="*/ 23 h 1356"/>
            </a:gdLst>
            <a:ahLst/>
            <a:cxnLst>
              <a:cxn ang="0">
                <a:pos x="T0" y="T1"/>
              </a:cxn>
              <a:cxn ang="0">
                <a:pos x="T2" y="T3"/>
              </a:cxn>
              <a:cxn ang="0">
                <a:pos x="T4" y="T5"/>
              </a:cxn>
              <a:cxn ang="0">
                <a:pos x="T6" y="T7"/>
              </a:cxn>
              <a:cxn ang="0">
                <a:pos x="T8" y="T9"/>
              </a:cxn>
            </a:cxnLst>
            <a:rect l="0" t="0" r="r" b="b"/>
            <a:pathLst>
              <a:path w="469" h="1356">
                <a:moveTo>
                  <a:pt x="0" y="23"/>
                </a:moveTo>
                <a:lnTo>
                  <a:pt x="469" y="0"/>
                </a:lnTo>
                <a:lnTo>
                  <a:pt x="469" y="1333"/>
                </a:lnTo>
                <a:lnTo>
                  <a:pt x="0" y="1356"/>
                </a:lnTo>
                <a:lnTo>
                  <a:pt x="0" y="2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28"/>
          <p:cNvSpPr>
            <a:spLocks/>
          </p:cNvSpPr>
          <p:nvPr/>
        </p:nvSpPr>
        <p:spPr bwMode="auto">
          <a:xfrm>
            <a:off x="5306319" y="6304711"/>
            <a:ext cx="16237" cy="0"/>
          </a:xfrm>
          <a:custGeom>
            <a:avLst/>
            <a:gdLst>
              <a:gd name="T0" fmla="*/ 9 w 9"/>
              <a:gd name="T1" fmla="*/ 0 w 9"/>
              <a:gd name="T2" fmla="*/ 9 w 9"/>
            </a:gdLst>
            <a:ahLst/>
            <a:cxnLst>
              <a:cxn ang="0">
                <a:pos x="T0" y="0"/>
              </a:cxn>
              <a:cxn ang="0">
                <a:pos x="T1" y="0"/>
              </a:cxn>
              <a:cxn ang="0">
                <a:pos x="T2" y="0"/>
              </a:cxn>
            </a:cxnLst>
            <a:rect l="0" t="0" r="r" b="b"/>
            <a:pathLst>
              <a:path w="9">
                <a:moveTo>
                  <a:pt x="9" y="0"/>
                </a:moveTo>
                <a:lnTo>
                  <a:pt x="0" y="0"/>
                </a:lnTo>
                <a:lnTo>
                  <a:pt x="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29"/>
          <p:cNvSpPr>
            <a:spLocks/>
          </p:cNvSpPr>
          <p:nvPr/>
        </p:nvSpPr>
        <p:spPr bwMode="auto">
          <a:xfrm>
            <a:off x="5306319" y="6304711"/>
            <a:ext cx="16237" cy="0"/>
          </a:xfrm>
          <a:custGeom>
            <a:avLst/>
            <a:gdLst>
              <a:gd name="T0" fmla="*/ 9 w 9"/>
              <a:gd name="T1" fmla="*/ 0 w 9"/>
              <a:gd name="T2" fmla="*/ 9 w 9"/>
            </a:gdLst>
            <a:ahLst/>
            <a:cxnLst>
              <a:cxn ang="0">
                <a:pos x="T0" y="0"/>
              </a:cxn>
              <a:cxn ang="0">
                <a:pos x="T1" y="0"/>
              </a:cxn>
              <a:cxn ang="0">
                <a:pos x="T2" y="0"/>
              </a:cxn>
            </a:cxnLst>
            <a:rect l="0" t="0" r="r" b="b"/>
            <a:pathLst>
              <a:path w="9">
                <a:moveTo>
                  <a:pt x="9" y="0"/>
                </a:moveTo>
                <a:lnTo>
                  <a:pt x="0" y="0"/>
                </a:lnTo>
                <a:lnTo>
                  <a:pt x="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30"/>
          <p:cNvSpPr>
            <a:spLocks/>
          </p:cNvSpPr>
          <p:nvPr/>
        </p:nvSpPr>
        <p:spPr bwMode="auto">
          <a:xfrm>
            <a:off x="5306319" y="2370041"/>
            <a:ext cx="976001" cy="3934670"/>
          </a:xfrm>
          <a:custGeom>
            <a:avLst/>
            <a:gdLst>
              <a:gd name="T0" fmla="*/ 541 w 541"/>
              <a:gd name="T1" fmla="*/ 0 h 2181"/>
              <a:gd name="T2" fmla="*/ 371 w 541"/>
              <a:gd name="T3" fmla="*/ 10 h 2181"/>
              <a:gd name="T4" fmla="*/ 0 w 541"/>
              <a:gd name="T5" fmla="*/ 35 h 2181"/>
              <a:gd name="T6" fmla="*/ 0 w 541"/>
              <a:gd name="T7" fmla="*/ 2181 h 2181"/>
              <a:gd name="T8" fmla="*/ 9 w 541"/>
              <a:gd name="T9" fmla="*/ 2181 h 2181"/>
              <a:gd name="T10" fmla="*/ 541 w 541"/>
              <a:gd name="T11" fmla="*/ 0 h 2181"/>
            </a:gdLst>
            <a:ahLst/>
            <a:cxnLst>
              <a:cxn ang="0">
                <a:pos x="T0" y="T1"/>
              </a:cxn>
              <a:cxn ang="0">
                <a:pos x="T2" y="T3"/>
              </a:cxn>
              <a:cxn ang="0">
                <a:pos x="T4" y="T5"/>
              </a:cxn>
              <a:cxn ang="0">
                <a:pos x="T6" y="T7"/>
              </a:cxn>
              <a:cxn ang="0">
                <a:pos x="T8" y="T9"/>
              </a:cxn>
              <a:cxn ang="0">
                <a:pos x="T10" y="T11"/>
              </a:cxn>
            </a:cxnLst>
            <a:rect l="0" t="0" r="r" b="b"/>
            <a:pathLst>
              <a:path w="541" h="2181">
                <a:moveTo>
                  <a:pt x="541" y="0"/>
                </a:moveTo>
                <a:lnTo>
                  <a:pt x="371" y="10"/>
                </a:lnTo>
                <a:lnTo>
                  <a:pt x="0" y="35"/>
                </a:lnTo>
                <a:lnTo>
                  <a:pt x="0" y="2181"/>
                </a:lnTo>
                <a:lnTo>
                  <a:pt x="9" y="2181"/>
                </a:lnTo>
                <a:lnTo>
                  <a:pt x="541" y="0"/>
                </a:lnTo>
                <a:close/>
              </a:path>
            </a:pathLst>
          </a:custGeom>
          <a:solidFill>
            <a:srgbClr val="FFFFFF">
              <a:alpha val="20000"/>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0" name="Freeform 31"/>
          <p:cNvSpPr>
            <a:spLocks/>
          </p:cNvSpPr>
          <p:nvPr/>
        </p:nvSpPr>
        <p:spPr bwMode="auto">
          <a:xfrm>
            <a:off x="5306319" y="2370041"/>
            <a:ext cx="976001" cy="3934670"/>
          </a:xfrm>
          <a:custGeom>
            <a:avLst/>
            <a:gdLst>
              <a:gd name="T0" fmla="*/ 541 w 541"/>
              <a:gd name="T1" fmla="*/ 0 h 2181"/>
              <a:gd name="T2" fmla="*/ 371 w 541"/>
              <a:gd name="T3" fmla="*/ 10 h 2181"/>
              <a:gd name="T4" fmla="*/ 0 w 541"/>
              <a:gd name="T5" fmla="*/ 35 h 2181"/>
              <a:gd name="T6" fmla="*/ 0 w 541"/>
              <a:gd name="T7" fmla="*/ 2181 h 2181"/>
              <a:gd name="T8" fmla="*/ 9 w 541"/>
              <a:gd name="T9" fmla="*/ 2181 h 2181"/>
              <a:gd name="T10" fmla="*/ 541 w 541"/>
              <a:gd name="T11" fmla="*/ 0 h 2181"/>
            </a:gdLst>
            <a:ahLst/>
            <a:cxnLst>
              <a:cxn ang="0">
                <a:pos x="T0" y="T1"/>
              </a:cxn>
              <a:cxn ang="0">
                <a:pos x="T2" y="T3"/>
              </a:cxn>
              <a:cxn ang="0">
                <a:pos x="T4" y="T5"/>
              </a:cxn>
              <a:cxn ang="0">
                <a:pos x="T6" y="T7"/>
              </a:cxn>
              <a:cxn ang="0">
                <a:pos x="T8" y="T9"/>
              </a:cxn>
              <a:cxn ang="0">
                <a:pos x="T10" y="T11"/>
              </a:cxn>
            </a:cxnLst>
            <a:rect l="0" t="0" r="r" b="b"/>
            <a:pathLst>
              <a:path w="541" h="2181">
                <a:moveTo>
                  <a:pt x="541" y="0"/>
                </a:moveTo>
                <a:lnTo>
                  <a:pt x="371" y="10"/>
                </a:lnTo>
                <a:lnTo>
                  <a:pt x="0" y="35"/>
                </a:lnTo>
                <a:lnTo>
                  <a:pt x="0" y="2181"/>
                </a:lnTo>
                <a:lnTo>
                  <a:pt x="9" y="2181"/>
                </a:lnTo>
                <a:lnTo>
                  <a:pt x="54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32"/>
          <p:cNvSpPr>
            <a:spLocks/>
          </p:cNvSpPr>
          <p:nvPr/>
        </p:nvSpPr>
        <p:spPr bwMode="auto">
          <a:xfrm>
            <a:off x="6327422" y="6360637"/>
            <a:ext cx="84791" cy="3608"/>
          </a:xfrm>
          <a:custGeom>
            <a:avLst/>
            <a:gdLst>
              <a:gd name="T0" fmla="*/ 47 w 47"/>
              <a:gd name="T1" fmla="*/ 0 h 2"/>
              <a:gd name="T2" fmla="*/ 0 w 47"/>
              <a:gd name="T3" fmla="*/ 2 h 2"/>
              <a:gd name="T4" fmla="*/ 47 w 47"/>
              <a:gd name="T5" fmla="*/ 0 h 2"/>
            </a:gdLst>
            <a:ahLst/>
            <a:cxnLst>
              <a:cxn ang="0">
                <a:pos x="T0" y="T1"/>
              </a:cxn>
              <a:cxn ang="0">
                <a:pos x="T2" y="T3"/>
              </a:cxn>
              <a:cxn ang="0">
                <a:pos x="T4" y="T5"/>
              </a:cxn>
            </a:cxnLst>
            <a:rect l="0" t="0" r="r" b="b"/>
            <a:pathLst>
              <a:path w="47" h="2">
                <a:moveTo>
                  <a:pt x="47" y="0"/>
                </a:moveTo>
                <a:lnTo>
                  <a:pt x="0" y="2"/>
                </a:lnTo>
                <a:lnTo>
                  <a:pt x="4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33"/>
          <p:cNvSpPr>
            <a:spLocks/>
          </p:cNvSpPr>
          <p:nvPr/>
        </p:nvSpPr>
        <p:spPr bwMode="auto">
          <a:xfrm>
            <a:off x="6327422" y="6360637"/>
            <a:ext cx="84791" cy="3608"/>
          </a:xfrm>
          <a:custGeom>
            <a:avLst/>
            <a:gdLst>
              <a:gd name="T0" fmla="*/ 47 w 47"/>
              <a:gd name="T1" fmla="*/ 0 h 2"/>
              <a:gd name="T2" fmla="*/ 0 w 47"/>
              <a:gd name="T3" fmla="*/ 2 h 2"/>
              <a:gd name="T4" fmla="*/ 47 w 47"/>
              <a:gd name="T5" fmla="*/ 0 h 2"/>
            </a:gdLst>
            <a:ahLst/>
            <a:cxnLst>
              <a:cxn ang="0">
                <a:pos x="T0" y="T1"/>
              </a:cxn>
              <a:cxn ang="0">
                <a:pos x="T2" y="T3"/>
              </a:cxn>
              <a:cxn ang="0">
                <a:pos x="T4" y="T5"/>
              </a:cxn>
            </a:cxnLst>
            <a:rect l="0" t="0" r="r" b="b"/>
            <a:pathLst>
              <a:path w="47" h="2">
                <a:moveTo>
                  <a:pt x="47" y="0"/>
                </a:moveTo>
                <a:lnTo>
                  <a:pt x="0" y="2"/>
                </a:lnTo>
                <a:lnTo>
                  <a:pt x="4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34"/>
          <p:cNvSpPr>
            <a:spLocks/>
          </p:cNvSpPr>
          <p:nvPr/>
        </p:nvSpPr>
        <p:spPr bwMode="auto">
          <a:xfrm>
            <a:off x="6327422" y="3102492"/>
            <a:ext cx="878581" cy="3261753"/>
          </a:xfrm>
          <a:custGeom>
            <a:avLst/>
            <a:gdLst>
              <a:gd name="T0" fmla="*/ 487 w 487"/>
              <a:gd name="T1" fmla="*/ 0 h 1808"/>
              <a:gd name="T2" fmla="*/ 392 w 487"/>
              <a:gd name="T3" fmla="*/ 6 h 1808"/>
              <a:gd name="T4" fmla="*/ 0 w 487"/>
              <a:gd name="T5" fmla="*/ 28 h 1808"/>
              <a:gd name="T6" fmla="*/ 0 w 487"/>
              <a:gd name="T7" fmla="*/ 1808 h 1808"/>
              <a:gd name="T8" fmla="*/ 47 w 487"/>
              <a:gd name="T9" fmla="*/ 1806 h 1808"/>
              <a:gd name="T10" fmla="*/ 487 w 487"/>
              <a:gd name="T11" fmla="*/ 0 h 1808"/>
            </a:gdLst>
            <a:ahLst/>
            <a:cxnLst>
              <a:cxn ang="0">
                <a:pos x="T0" y="T1"/>
              </a:cxn>
              <a:cxn ang="0">
                <a:pos x="T2" y="T3"/>
              </a:cxn>
              <a:cxn ang="0">
                <a:pos x="T4" y="T5"/>
              </a:cxn>
              <a:cxn ang="0">
                <a:pos x="T6" y="T7"/>
              </a:cxn>
              <a:cxn ang="0">
                <a:pos x="T8" y="T9"/>
              </a:cxn>
              <a:cxn ang="0">
                <a:pos x="T10" y="T11"/>
              </a:cxn>
            </a:cxnLst>
            <a:rect l="0" t="0" r="r" b="b"/>
            <a:pathLst>
              <a:path w="487" h="1808">
                <a:moveTo>
                  <a:pt x="487" y="0"/>
                </a:moveTo>
                <a:lnTo>
                  <a:pt x="392" y="6"/>
                </a:lnTo>
                <a:lnTo>
                  <a:pt x="0" y="28"/>
                </a:lnTo>
                <a:lnTo>
                  <a:pt x="0" y="1808"/>
                </a:lnTo>
                <a:lnTo>
                  <a:pt x="47" y="1806"/>
                </a:lnTo>
                <a:lnTo>
                  <a:pt x="487" y="0"/>
                </a:lnTo>
                <a:close/>
              </a:path>
            </a:pathLst>
          </a:custGeom>
          <a:solidFill>
            <a:srgbClr val="FFFFFF">
              <a:alpha val="20000"/>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4" name="Freeform 35"/>
          <p:cNvSpPr>
            <a:spLocks/>
          </p:cNvSpPr>
          <p:nvPr/>
        </p:nvSpPr>
        <p:spPr bwMode="auto">
          <a:xfrm>
            <a:off x="6327422" y="3102492"/>
            <a:ext cx="878581" cy="3261753"/>
          </a:xfrm>
          <a:custGeom>
            <a:avLst/>
            <a:gdLst>
              <a:gd name="T0" fmla="*/ 487 w 487"/>
              <a:gd name="T1" fmla="*/ 0 h 1808"/>
              <a:gd name="T2" fmla="*/ 392 w 487"/>
              <a:gd name="T3" fmla="*/ 6 h 1808"/>
              <a:gd name="T4" fmla="*/ 0 w 487"/>
              <a:gd name="T5" fmla="*/ 28 h 1808"/>
              <a:gd name="T6" fmla="*/ 0 w 487"/>
              <a:gd name="T7" fmla="*/ 1808 h 1808"/>
              <a:gd name="T8" fmla="*/ 47 w 487"/>
              <a:gd name="T9" fmla="*/ 1806 h 1808"/>
              <a:gd name="T10" fmla="*/ 487 w 487"/>
              <a:gd name="T11" fmla="*/ 0 h 1808"/>
            </a:gdLst>
            <a:ahLst/>
            <a:cxnLst>
              <a:cxn ang="0">
                <a:pos x="T0" y="T1"/>
              </a:cxn>
              <a:cxn ang="0">
                <a:pos x="T2" y="T3"/>
              </a:cxn>
              <a:cxn ang="0">
                <a:pos x="T4" y="T5"/>
              </a:cxn>
              <a:cxn ang="0">
                <a:pos x="T6" y="T7"/>
              </a:cxn>
              <a:cxn ang="0">
                <a:pos x="T8" y="T9"/>
              </a:cxn>
              <a:cxn ang="0">
                <a:pos x="T10" y="T11"/>
              </a:cxn>
            </a:cxnLst>
            <a:rect l="0" t="0" r="r" b="b"/>
            <a:pathLst>
              <a:path w="487" h="1808">
                <a:moveTo>
                  <a:pt x="487" y="0"/>
                </a:moveTo>
                <a:lnTo>
                  <a:pt x="392" y="6"/>
                </a:lnTo>
                <a:lnTo>
                  <a:pt x="0" y="28"/>
                </a:lnTo>
                <a:lnTo>
                  <a:pt x="0" y="1808"/>
                </a:lnTo>
                <a:lnTo>
                  <a:pt x="47" y="1806"/>
                </a:lnTo>
                <a:lnTo>
                  <a:pt x="48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36"/>
          <p:cNvSpPr>
            <a:spLocks/>
          </p:cNvSpPr>
          <p:nvPr/>
        </p:nvSpPr>
        <p:spPr bwMode="auto">
          <a:xfrm>
            <a:off x="7720162" y="4002722"/>
            <a:ext cx="369834" cy="14433"/>
          </a:xfrm>
          <a:custGeom>
            <a:avLst/>
            <a:gdLst>
              <a:gd name="T0" fmla="*/ 205 w 205"/>
              <a:gd name="T1" fmla="*/ 0 h 8"/>
              <a:gd name="T2" fmla="*/ 0 w 205"/>
              <a:gd name="T3" fmla="*/ 8 h 8"/>
              <a:gd name="T4" fmla="*/ 205 w 205"/>
              <a:gd name="T5" fmla="*/ 0 h 8"/>
              <a:gd name="T6" fmla="*/ 205 w 205"/>
              <a:gd name="T7" fmla="*/ 0 h 8"/>
            </a:gdLst>
            <a:ahLst/>
            <a:cxnLst>
              <a:cxn ang="0">
                <a:pos x="T0" y="T1"/>
              </a:cxn>
              <a:cxn ang="0">
                <a:pos x="T2" y="T3"/>
              </a:cxn>
              <a:cxn ang="0">
                <a:pos x="T4" y="T5"/>
              </a:cxn>
              <a:cxn ang="0">
                <a:pos x="T6" y="T7"/>
              </a:cxn>
            </a:cxnLst>
            <a:rect l="0" t="0" r="r" b="b"/>
            <a:pathLst>
              <a:path w="205" h="8">
                <a:moveTo>
                  <a:pt x="205" y="0"/>
                </a:moveTo>
                <a:lnTo>
                  <a:pt x="0" y="8"/>
                </a:lnTo>
                <a:lnTo>
                  <a:pt x="205" y="0"/>
                </a:lnTo>
                <a:lnTo>
                  <a:pt x="205" y="0"/>
                </a:lnTo>
                <a:close/>
              </a:path>
            </a:pathLst>
          </a:custGeom>
          <a:solidFill>
            <a:srgbClr val="F4F1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37"/>
          <p:cNvSpPr>
            <a:spLocks/>
          </p:cNvSpPr>
          <p:nvPr/>
        </p:nvSpPr>
        <p:spPr bwMode="auto">
          <a:xfrm>
            <a:off x="7720162" y="4002722"/>
            <a:ext cx="369834" cy="14433"/>
          </a:xfrm>
          <a:custGeom>
            <a:avLst/>
            <a:gdLst>
              <a:gd name="T0" fmla="*/ 205 w 205"/>
              <a:gd name="T1" fmla="*/ 0 h 8"/>
              <a:gd name="T2" fmla="*/ 0 w 205"/>
              <a:gd name="T3" fmla="*/ 8 h 8"/>
              <a:gd name="T4" fmla="*/ 205 w 205"/>
              <a:gd name="T5" fmla="*/ 0 h 8"/>
              <a:gd name="T6" fmla="*/ 205 w 205"/>
              <a:gd name="T7" fmla="*/ 0 h 8"/>
            </a:gdLst>
            <a:ahLst/>
            <a:cxnLst>
              <a:cxn ang="0">
                <a:pos x="T0" y="T1"/>
              </a:cxn>
              <a:cxn ang="0">
                <a:pos x="T2" y="T3"/>
              </a:cxn>
              <a:cxn ang="0">
                <a:pos x="T4" y="T5"/>
              </a:cxn>
              <a:cxn ang="0">
                <a:pos x="T6" y="T7"/>
              </a:cxn>
            </a:cxnLst>
            <a:rect l="0" t="0" r="r" b="b"/>
            <a:pathLst>
              <a:path w="205" h="8">
                <a:moveTo>
                  <a:pt x="205" y="0"/>
                </a:moveTo>
                <a:lnTo>
                  <a:pt x="0" y="8"/>
                </a:lnTo>
                <a:lnTo>
                  <a:pt x="205" y="0"/>
                </a:lnTo>
                <a:lnTo>
                  <a:pt x="20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38"/>
          <p:cNvSpPr>
            <a:spLocks/>
          </p:cNvSpPr>
          <p:nvPr/>
        </p:nvSpPr>
        <p:spPr bwMode="auto">
          <a:xfrm>
            <a:off x="7350328" y="4002722"/>
            <a:ext cx="739668" cy="2439099"/>
          </a:xfrm>
          <a:custGeom>
            <a:avLst/>
            <a:gdLst>
              <a:gd name="T0" fmla="*/ 410 w 410"/>
              <a:gd name="T1" fmla="*/ 0 h 1352"/>
              <a:gd name="T2" fmla="*/ 205 w 410"/>
              <a:gd name="T3" fmla="*/ 8 h 1352"/>
              <a:gd name="T4" fmla="*/ 0 w 410"/>
              <a:gd name="T5" fmla="*/ 19 h 1352"/>
              <a:gd name="T6" fmla="*/ 0 w 410"/>
              <a:gd name="T7" fmla="*/ 1352 h 1352"/>
              <a:gd name="T8" fmla="*/ 9 w 410"/>
              <a:gd name="T9" fmla="*/ 1352 h 1352"/>
              <a:gd name="T10" fmla="*/ 410 w 410"/>
              <a:gd name="T11" fmla="*/ 0 h 1352"/>
            </a:gdLst>
            <a:ahLst/>
            <a:cxnLst>
              <a:cxn ang="0">
                <a:pos x="T0" y="T1"/>
              </a:cxn>
              <a:cxn ang="0">
                <a:pos x="T2" y="T3"/>
              </a:cxn>
              <a:cxn ang="0">
                <a:pos x="T4" y="T5"/>
              </a:cxn>
              <a:cxn ang="0">
                <a:pos x="T6" y="T7"/>
              </a:cxn>
              <a:cxn ang="0">
                <a:pos x="T8" y="T9"/>
              </a:cxn>
              <a:cxn ang="0">
                <a:pos x="T10" y="T11"/>
              </a:cxn>
            </a:cxnLst>
            <a:rect l="0" t="0" r="r" b="b"/>
            <a:pathLst>
              <a:path w="410" h="1352">
                <a:moveTo>
                  <a:pt x="410" y="0"/>
                </a:moveTo>
                <a:lnTo>
                  <a:pt x="205" y="8"/>
                </a:lnTo>
                <a:lnTo>
                  <a:pt x="0" y="19"/>
                </a:lnTo>
                <a:lnTo>
                  <a:pt x="0" y="1352"/>
                </a:lnTo>
                <a:lnTo>
                  <a:pt x="9" y="1352"/>
                </a:lnTo>
                <a:lnTo>
                  <a:pt x="410" y="0"/>
                </a:lnTo>
                <a:close/>
              </a:path>
            </a:pathLst>
          </a:custGeom>
          <a:solidFill>
            <a:srgbClr val="FFFFFF">
              <a:alpha val="20000"/>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8" name="Freeform 39"/>
          <p:cNvSpPr>
            <a:spLocks/>
          </p:cNvSpPr>
          <p:nvPr/>
        </p:nvSpPr>
        <p:spPr bwMode="auto">
          <a:xfrm>
            <a:off x="7350328" y="4002722"/>
            <a:ext cx="739668" cy="2439099"/>
          </a:xfrm>
          <a:custGeom>
            <a:avLst/>
            <a:gdLst>
              <a:gd name="T0" fmla="*/ 410 w 410"/>
              <a:gd name="T1" fmla="*/ 0 h 1352"/>
              <a:gd name="T2" fmla="*/ 205 w 410"/>
              <a:gd name="T3" fmla="*/ 8 h 1352"/>
              <a:gd name="T4" fmla="*/ 0 w 410"/>
              <a:gd name="T5" fmla="*/ 19 h 1352"/>
              <a:gd name="T6" fmla="*/ 0 w 410"/>
              <a:gd name="T7" fmla="*/ 1352 h 1352"/>
              <a:gd name="T8" fmla="*/ 9 w 410"/>
              <a:gd name="T9" fmla="*/ 1352 h 1352"/>
              <a:gd name="T10" fmla="*/ 410 w 410"/>
              <a:gd name="T11" fmla="*/ 0 h 1352"/>
            </a:gdLst>
            <a:ahLst/>
            <a:cxnLst>
              <a:cxn ang="0">
                <a:pos x="T0" y="T1"/>
              </a:cxn>
              <a:cxn ang="0">
                <a:pos x="T2" y="T3"/>
              </a:cxn>
              <a:cxn ang="0">
                <a:pos x="T4" y="T5"/>
              </a:cxn>
              <a:cxn ang="0">
                <a:pos x="T6" y="T7"/>
              </a:cxn>
              <a:cxn ang="0">
                <a:pos x="T8" y="T9"/>
              </a:cxn>
              <a:cxn ang="0">
                <a:pos x="T10" y="T11"/>
              </a:cxn>
            </a:cxnLst>
            <a:rect l="0" t="0" r="r" b="b"/>
            <a:pathLst>
              <a:path w="410" h="1352">
                <a:moveTo>
                  <a:pt x="410" y="0"/>
                </a:moveTo>
                <a:lnTo>
                  <a:pt x="205" y="8"/>
                </a:lnTo>
                <a:lnTo>
                  <a:pt x="0" y="19"/>
                </a:lnTo>
                <a:lnTo>
                  <a:pt x="0" y="1352"/>
                </a:lnTo>
                <a:lnTo>
                  <a:pt x="9" y="1352"/>
                </a:lnTo>
                <a:lnTo>
                  <a:pt x="41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40"/>
          <p:cNvSpPr>
            <a:spLocks/>
          </p:cNvSpPr>
          <p:nvPr/>
        </p:nvSpPr>
        <p:spPr bwMode="auto">
          <a:xfrm>
            <a:off x="8048503" y="4561983"/>
            <a:ext cx="961568" cy="144325"/>
          </a:xfrm>
          <a:custGeom>
            <a:avLst/>
            <a:gdLst>
              <a:gd name="T0" fmla="*/ 103 w 533"/>
              <a:gd name="T1" fmla="*/ 80 h 80"/>
              <a:gd name="T2" fmla="*/ 0 w 533"/>
              <a:gd name="T3" fmla="*/ 23 h 80"/>
              <a:gd name="T4" fmla="*/ 432 w 533"/>
              <a:gd name="T5" fmla="*/ 0 h 80"/>
              <a:gd name="T6" fmla="*/ 533 w 533"/>
              <a:gd name="T7" fmla="*/ 59 h 80"/>
              <a:gd name="T8" fmla="*/ 103 w 533"/>
              <a:gd name="T9" fmla="*/ 80 h 80"/>
            </a:gdLst>
            <a:ahLst/>
            <a:cxnLst>
              <a:cxn ang="0">
                <a:pos x="T0" y="T1"/>
              </a:cxn>
              <a:cxn ang="0">
                <a:pos x="T2" y="T3"/>
              </a:cxn>
              <a:cxn ang="0">
                <a:pos x="T4" y="T5"/>
              </a:cxn>
              <a:cxn ang="0">
                <a:pos x="T6" y="T7"/>
              </a:cxn>
              <a:cxn ang="0">
                <a:pos x="T8" y="T9"/>
              </a:cxn>
            </a:cxnLst>
            <a:rect l="0" t="0" r="r" b="b"/>
            <a:pathLst>
              <a:path w="533" h="80">
                <a:moveTo>
                  <a:pt x="103" y="80"/>
                </a:moveTo>
                <a:lnTo>
                  <a:pt x="0" y="23"/>
                </a:lnTo>
                <a:lnTo>
                  <a:pt x="432" y="0"/>
                </a:lnTo>
                <a:lnTo>
                  <a:pt x="533" y="59"/>
                </a:lnTo>
                <a:lnTo>
                  <a:pt x="103" y="80"/>
                </a:lnTo>
                <a:close/>
              </a:path>
            </a:pathLst>
          </a:custGeom>
          <a:solidFill>
            <a:srgbClr val="19AD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41"/>
          <p:cNvSpPr>
            <a:spLocks/>
          </p:cNvSpPr>
          <p:nvPr/>
        </p:nvSpPr>
        <p:spPr bwMode="auto">
          <a:xfrm>
            <a:off x="8048503" y="4561983"/>
            <a:ext cx="961568" cy="144325"/>
          </a:xfrm>
          <a:custGeom>
            <a:avLst/>
            <a:gdLst>
              <a:gd name="T0" fmla="*/ 103 w 533"/>
              <a:gd name="T1" fmla="*/ 80 h 80"/>
              <a:gd name="T2" fmla="*/ 0 w 533"/>
              <a:gd name="T3" fmla="*/ 23 h 80"/>
              <a:gd name="T4" fmla="*/ 432 w 533"/>
              <a:gd name="T5" fmla="*/ 0 h 80"/>
              <a:gd name="T6" fmla="*/ 533 w 533"/>
              <a:gd name="T7" fmla="*/ 59 h 80"/>
              <a:gd name="T8" fmla="*/ 103 w 533"/>
              <a:gd name="T9" fmla="*/ 80 h 80"/>
            </a:gdLst>
            <a:ahLst/>
            <a:cxnLst>
              <a:cxn ang="0">
                <a:pos x="T0" y="T1"/>
              </a:cxn>
              <a:cxn ang="0">
                <a:pos x="T2" y="T3"/>
              </a:cxn>
              <a:cxn ang="0">
                <a:pos x="T4" y="T5"/>
              </a:cxn>
              <a:cxn ang="0">
                <a:pos x="T6" y="T7"/>
              </a:cxn>
              <a:cxn ang="0">
                <a:pos x="T8" y="T9"/>
              </a:cxn>
            </a:cxnLst>
            <a:rect l="0" t="0" r="r" b="b"/>
            <a:pathLst>
              <a:path w="533" h="80">
                <a:moveTo>
                  <a:pt x="103" y="80"/>
                </a:moveTo>
                <a:lnTo>
                  <a:pt x="0" y="23"/>
                </a:lnTo>
                <a:lnTo>
                  <a:pt x="432" y="0"/>
                </a:lnTo>
                <a:lnTo>
                  <a:pt x="533" y="59"/>
                </a:lnTo>
                <a:lnTo>
                  <a:pt x="103" y="8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42"/>
          <p:cNvSpPr>
            <a:spLocks/>
          </p:cNvSpPr>
          <p:nvPr/>
        </p:nvSpPr>
        <p:spPr bwMode="auto">
          <a:xfrm>
            <a:off x="8026854" y="4603476"/>
            <a:ext cx="207468" cy="1919527"/>
          </a:xfrm>
          <a:custGeom>
            <a:avLst/>
            <a:gdLst>
              <a:gd name="T0" fmla="*/ 103 w 115"/>
              <a:gd name="T1" fmla="*/ 1064 h 1064"/>
              <a:gd name="T2" fmla="*/ 0 w 115"/>
              <a:gd name="T3" fmla="*/ 1005 h 1064"/>
              <a:gd name="T4" fmla="*/ 12 w 115"/>
              <a:gd name="T5" fmla="*/ 0 h 1064"/>
              <a:gd name="T6" fmla="*/ 115 w 115"/>
              <a:gd name="T7" fmla="*/ 57 h 1064"/>
              <a:gd name="T8" fmla="*/ 103 w 115"/>
              <a:gd name="T9" fmla="*/ 1064 h 1064"/>
            </a:gdLst>
            <a:ahLst/>
            <a:cxnLst>
              <a:cxn ang="0">
                <a:pos x="T0" y="T1"/>
              </a:cxn>
              <a:cxn ang="0">
                <a:pos x="T2" y="T3"/>
              </a:cxn>
              <a:cxn ang="0">
                <a:pos x="T4" y="T5"/>
              </a:cxn>
              <a:cxn ang="0">
                <a:pos x="T6" y="T7"/>
              </a:cxn>
              <a:cxn ang="0">
                <a:pos x="T8" y="T9"/>
              </a:cxn>
            </a:cxnLst>
            <a:rect l="0" t="0" r="r" b="b"/>
            <a:pathLst>
              <a:path w="115" h="1064">
                <a:moveTo>
                  <a:pt x="103" y="1064"/>
                </a:moveTo>
                <a:lnTo>
                  <a:pt x="0" y="1005"/>
                </a:lnTo>
                <a:lnTo>
                  <a:pt x="12" y="0"/>
                </a:lnTo>
                <a:lnTo>
                  <a:pt x="115" y="57"/>
                </a:lnTo>
                <a:lnTo>
                  <a:pt x="103" y="1064"/>
                </a:lnTo>
                <a:close/>
              </a:path>
            </a:pathLst>
          </a:custGeom>
          <a:solidFill>
            <a:srgbClr val="0058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43"/>
          <p:cNvSpPr>
            <a:spLocks/>
          </p:cNvSpPr>
          <p:nvPr/>
        </p:nvSpPr>
        <p:spPr bwMode="auto">
          <a:xfrm>
            <a:off x="8026854" y="4603476"/>
            <a:ext cx="207468" cy="1919527"/>
          </a:xfrm>
          <a:custGeom>
            <a:avLst/>
            <a:gdLst>
              <a:gd name="T0" fmla="*/ 103 w 115"/>
              <a:gd name="T1" fmla="*/ 1064 h 1064"/>
              <a:gd name="T2" fmla="*/ 0 w 115"/>
              <a:gd name="T3" fmla="*/ 1005 h 1064"/>
              <a:gd name="T4" fmla="*/ 12 w 115"/>
              <a:gd name="T5" fmla="*/ 0 h 1064"/>
              <a:gd name="T6" fmla="*/ 115 w 115"/>
              <a:gd name="T7" fmla="*/ 57 h 1064"/>
              <a:gd name="T8" fmla="*/ 103 w 115"/>
              <a:gd name="T9" fmla="*/ 1064 h 1064"/>
            </a:gdLst>
            <a:ahLst/>
            <a:cxnLst>
              <a:cxn ang="0">
                <a:pos x="T0" y="T1"/>
              </a:cxn>
              <a:cxn ang="0">
                <a:pos x="T2" y="T3"/>
              </a:cxn>
              <a:cxn ang="0">
                <a:pos x="T4" y="T5"/>
              </a:cxn>
              <a:cxn ang="0">
                <a:pos x="T6" y="T7"/>
              </a:cxn>
              <a:cxn ang="0">
                <a:pos x="T8" y="T9"/>
              </a:cxn>
            </a:cxnLst>
            <a:rect l="0" t="0" r="r" b="b"/>
            <a:pathLst>
              <a:path w="115" h="1064">
                <a:moveTo>
                  <a:pt x="103" y="1064"/>
                </a:moveTo>
                <a:lnTo>
                  <a:pt x="0" y="1005"/>
                </a:lnTo>
                <a:lnTo>
                  <a:pt x="12" y="0"/>
                </a:lnTo>
                <a:lnTo>
                  <a:pt x="115" y="57"/>
                </a:lnTo>
                <a:lnTo>
                  <a:pt x="103" y="106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45"/>
          <p:cNvSpPr>
            <a:spLocks/>
          </p:cNvSpPr>
          <p:nvPr/>
        </p:nvSpPr>
        <p:spPr bwMode="auto">
          <a:xfrm>
            <a:off x="8212673" y="4668423"/>
            <a:ext cx="797398" cy="1854581"/>
          </a:xfrm>
          <a:custGeom>
            <a:avLst/>
            <a:gdLst>
              <a:gd name="T0" fmla="*/ 12 w 442"/>
              <a:gd name="T1" fmla="*/ 21 h 1028"/>
              <a:gd name="T2" fmla="*/ 442 w 442"/>
              <a:gd name="T3" fmla="*/ 0 h 1028"/>
              <a:gd name="T4" fmla="*/ 430 w 442"/>
              <a:gd name="T5" fmla="*/ 985 h 1028"/>
              <a:gd name="T6" fmla="*/ 0 w 442"/>
              <a:gd name="T7" fmla="*/ 1028 h 1028"/>
              <a:gd name="T8" fmla="*/ 12 w 442"/>
              <a:gd name="T9" fmla="*/ 21 h 1028"/>
            </a:gdLst>
            <a:ahLst/>
            <a:cxnLst>
              <a:cxn ang="0">
                <a:pos x="T0" y="T1"/>
              </a:cxn>
              <a:cxn ang="0">
                <a:pos x="T2" y="T3"/>
              </a:cxn>
              <a:cxn ang="0">
                <a:pos x="T4" y="T5"/>
              </a:cxn>
              <a:cxn ang="0">
                <a:pos x="T6" y="T7"/>
              </a:cxn>
              <a:cxn ang="0">
                <a:pos x="T8" y="T9"/>
              </a:cxn>
            </a:cxnLst>
            <a:rect l="0" t="0" r="r" b="b"/>
            <a:pathLst>
              <a:path w="442" h="1028">
                <a:moveTo>
                  <a:pt x="12" y="21"/>
                </a:moveTo>
                <a:lnTo>
                  <a:pt x="442" y="0"/>
                </a:lnTo>
                <a:lnTo>
                  <a:pt x="430" y="985"/>
                </a:lnTo>
                <a:lnTo>
                  <a:pt x="0" y="1028"/>
                </a:lnTo>
                <a:lnTo>
                  <a:pt x="12" y="2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46"/>
          <p:cNvSpPr>
            <a:spLocks/>
          </p:cNvSpPr>
          <p:nvPr/>
        </p:nvSpPr>
        <p:spPr bwMode="auto">
          <a:xfrm>
            <a:off x="8234322" y="4668423"/>
            <a:ext cx="775749" cy="37885"/>
          </a:xfrm>
          <a:custGeom>
            <a:avLst/>
            <a:gdLst>
              <a:gd name="T0" fmla="*/ 430 w 430"/>
              <a:gd name="T1" fmla="*/ 0 h 21"/>
              <a:gd name="T2" fmla="*/ 0 w 430"/>
              <a:gd name="T3" fmla="*/ 21 h 21"/>
              <a:gd name="T4" fmla="*/ 430 w 430"/>
              <a:gd name="T5" fmla="*/ 0 h 21"/>
              <a:gd name="T6" fmla="*/ 430 w 430"/>
              <a:gd name="T7" fmla="*/ 0 h 21"/>
            </a:gdLst>
            <a:ahLst/>
            <a:cxnLst>
              <a:cxn ang="0">
                <a:pos x="T0" y="T1"/>
              </a:cxn>
              <a:cxn ang="0">
                <a:pos x="T2" y="T3"/>
              </a:cxn>
              <a:cxn ang="0">
                <a:pos x="T4" y="T5"/>
              </a:cxn>
              <a:cxn ang="0">
                <a:pos x="T6" y="T7"/>
              </a:cxn>
            </a:cxnLst>
            <a:rect l="0" t="0" r="r" b="b"/>
            <a:pathLst>
              <a:path w="430" h="21">
                <a:moveTo>
                  <a:pt x="430" y="0"/>
                </a:moveTo>
                <a:lnTo>
                  <a:pt x="0" y="21"/>
                </a:lnTo>
                <a:lnTo>
                  <a:pt x="430" y="0"/>
                </a:lnTo>
                <a:lnTo>
                  <a:pt x="43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47"/>
          <p:cNvSpPr>
            <a:spLocks/>
          </p:cNvSpPr>
          <p:nvPr/>
        </p:nvSpPr>
        <p:spPr bwMode="auto">
          <a:xfrm>
            <a:off x="8234322" y="4668423"/>
            <a:ext cx="775749" cy="37885"/>
          </a:xfrm>
          <a:custGeom>
            <a:avLst/>
            <a:gdLst>
              <a:gd name="T0" fmla="*/ 430 w 430"/>
              <a:gd name="T1" fmla="*/ 0 h 21"/>
              <a:gd name="T2" fmla="*/ 0 w 430"/>
              <a:gd name="T3" fmla="*/ 21 h 21"/>
              <a:gd name="T4" fmla="*/ 430 w 430"/>
              <a:gd name="T5" fmla="*/ 0 h 21"/>
              <a:gd name="T6" fmla="*/ 430 w 430"/>
              <a:gd name="T7" fmla="*/ 0 h 21"/>
            </a:gdLst>
            <a:ahLst/>
            <a:cxnLst>
              <a:cxn ang="0">
                <a:pos x="T0" y="T1"/>
              </a:cxn>
              <a:cxn ang="0">
                <a:pos x="T2" y="T3"/>
              </a:cxn>
              <a:cxn ang="0">
                <a:pos x="T4" y="T5"/>
              </a:cxn>
              <a:cxn ang="0">
                <a:pos x="T6" y="T7"/>
              </a:cxn>
            </a:cxnLst>
            <a:rect l="0" t="0" r="r" b="b"/>
            <a:pathLst>
              <a:path w="430" h="21">
                <a:moveTo>
                  <a:pt x="430" y="0"/>
                </a:moveTo>
                <a:lnTo>
                  <a:pt x="0" y="21"/>
                </a:lnTo>
                <a:lnTo>
                  <a:pt x="430" y="0"/>
                </a:lnTo>
                <a:lnTo>
                  <a:pt x="43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48"/>
          <p:cNvSpPr>
            <a:spLocks/>
          </p:cNvSpPr>
          <p:nvPr/>
        </p:nvSpPr>
        <p:spPr bwMode="auto">
          <a:xfrm>
            <a:off x="8212673" y="6506767"/>
            <a:ext cx="129893" cy="16237"/>
          </a:xfrm>
          <a:custGeom>
            <a:avLst/>
            <a:gdLst>
              <a:gd name="T0" fmla="*/ 72 w 72"/>
              <a:gd name="T1" fmla="*/ 0 h 9"/>
              <a:gd name="T2" fmla="*/ 0 w 72"/>
              <a:gd name="T3" fmla="*/ 9 h 9"/>
              <a:gd name="T4" fmla="*/ 72 w 72"/>
              <a:gd name="T5" fmla="*/ 0 h 9"/>
            </a:gdLst>
            <a:ahLst/>
            <a:cxnLst>
              <a:cxn ang="0">
                <a:pos x="T0" y="T1"/>
              </a:cxn>
              <a:cxn ang="0">
                <a:pos x="T2" y="T3"/>
              </a:cxn>
              <a:cxn ang="0">
                <a:pos x="T4" y="T5"/>
              </a:cxn>
            </a:cxnLst>
            <a:rect l="0" t="0" r="r" b="b"/>
            <a:pathLst>
              <a:path w="72" h="9">
                <a:moveTo>
                  <a:pt x="72" y="0"/>
                </a:moveTo>
                <a:lnTo>
                  <a:pt x="0" y="9"/>
                </a:lnTo>
                <a:lnTo>
                  <a:pt x="72" y="0"/>
                </a:lnTo>
                <a:close/>
              </a:path>
            </a:pathLst>
          </a:custGeom>
          <a:solidFill>
            <a:srgbClr val="2757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49"/>
          <p:cNvSpPr>
            <a:spLocks/>
          </p:cNvSpPr>
          <p:nvPr/>
        </p:nvSpPr>
        <p:spPr bwMode="auto">
          <a:xfrm>
            <a:off x="8212673" y="6506767"/>
            <a:ext cx="129893" cy="16237"/>
          </a:xfrm>
          <a:custGeom>
            <a:avLst/>
            <a:gdLst>
              <a:gd name="T0" fmla="*/ 72 w 72"/>
              <a:gd name="T1" fmla="*/ 0 h 9"/>
              <a:gd name="T2" fmla="*/ 0 w 72"/>
              <a:gd name="T3" fmla="*/ 9 h 9"/>
              <a:gd name="T4" fmla="*/ 72 w 72"/>
              <a:gd name="T5" fmla="*/ 0 h 9"/>
            </a:gdLst>
            <a:ahLst/>
            <a:cxnLst>
              <a:cxn ang="0">
                <a:pos x="T0" y="T1"/>
              </a:cxn>
              <a:cxn ang="0">
                <a:pos x="T2" y="T3"/>
              </a:cxn>
              <a:cxn ang="0">
                <a:pos x="T4" y="T5"/>
              </a:cxn>
            </a:cxnLst>
            <a:rect l="0" t="0" r="r" b="b"/>
            <a:pathLst>
              <a:path w="72" h="9">
                <a:moveTo>
                  <a:pt x="72" y="0"/>
                </a:moveTo>
                <a:lnTo>
                  <a:pt x="0" y="9"/>
                </a:lnTo>
                <a:lnTo>
                  <a:pt x="7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51"/>
          <p:cNvSpPr>
            <a:spLocks/>
          </p:cNvSpPr>
          <p:nvPr/>
        </p:nvSpPr>
        <p:spPr bwMode="auto">
          <a:xfrm>
            <a:off x="8212673" y="4668423"/>
            <a:ext cx="797398" cy="1854581"/>
          </a:xfrm>
          <a:custGeom>
            <a:avLst/>
            <a:gdLst>
              <a:gd name="T0" fmla="*/ 442 w 442"/>
              <a:gd name="T1" fmla="*/ 0 h 1028"/>
              <a:gd name="T2" fmla="*/ 12 w 442"/>
              <a:gd name="T3" fmla="*/ 21 h 1028"/>
              <a:gd name="T4" fmla="*/ 0 w 442"/>
              <a:gd name="T5" fmla="*/ 1028 h 1028"/>
              <a:gd name="T6" fmla="*/ 72 w 442"/>
              <a:gd name="T7" fmla="*/ 1019 h 1028"/>
              <a:gd name="T8" fmla="*/ 442 w 442"/>
              <a:gd name="T9" fmla="*/ 14 h 1028"/>
              <a:gd name="T10" fmla="*/ 442 w 442"/>
              <a:gd name="T11" fmla="*/ 0 h 1028"/>
            </a:gdLst>
            <a:ahLst/>
            <a:cxnLst>
              <a:cxn ang="0">
                <a:pos x="T0" y="T1"/>
              </a:cxn>
              <a:cxn ang="0">
                <a:pos x="T2" y="T3"/>
              </a:cxn>
              <a:cxn ang="0">
                <a:pos x="T4" y="T5"/>
              </a:cxn>
              <a:cxn ang="0">
                <a:pos x="T6" y="T7"/>
              </a:cxn>
              <a:cxn ang="0">
                <a:pos x="T8" y="T9"/>
              </a:cxn>
              <a:cxn ang="0">
                <a:pos x="T10" y="T11"/>
              </a:cxn>
            </a:cxnLst>
            <a:rect l="0" t="0" r="r" b="b"/>
            <a:pathLst>
              <a:path w="442" h="1028">
                <a:moveTo>
                  <a:pt x="442" y="0"/>
                </a:moveTo>
                <a:lnTo>
                  <a:pt x="12" y="21"/>
                </a:lnTo>
                <a:lnTo>
                  <a:pt x="0" y="1028"/>
                </a:lnTo>
                <a:lnTo>
                  <a:pt x="72" y="1019"/>
                </a:lnTo>
                <a:lnTo>
                  <a:pt x="442" y="14"/>
                </a:lnTo>
                <a:lnTo>
                  <a:pt x="44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52"/>
          <p:cNvSpPr>
            <a:spLocks/>
          </p:cNvSpPr>
          <p:nvPr/>
        </p:nvSpPr>
        <p:spPr bwMode="auto">
          <a:xfrm>
            <a:off x="7792581" y="3447069"/>
            <a:ext cx="1116718" cy="335556"/>
          </a:xfrm>
          <a:custGeom>
            <a:avLst/>
            <a:gdLst>
              <a:gd name="T0" fmla="*/ 357 w 357"/>
              <a:gd name="T1" fmla="*/ 4 h 107"/>
              <a:gd name="T2" fmla="*/ 118 w 357"/>
              <a:gd name="T3" fmla="*/ 5 h 107"/>
              <a:gd name="T4" fmla="*/ 21 w 357"/>
              <a:gd name="T5" fmla="*/ 89 h 107"/>
              <a:gd name="T6" fmla="*/ 23 w 357"/>
              <a:gd name="T7" fmla="*/ 95 h 107"/>
              <a:gd name="T8" fmla="*/ 12 w 357"/>
              <a:gd name="T9" fmla="*/ 107 h 107"/>
              <a:gd name="T10" fmla="*/ 0 w 357"/>
              <a:gd name="T11" fmla="*/ 95 h 107"/>
              <a:gd name="T12" fmla="*/ 12 w 357"/>
              <a:gd name="T13" fmla="*/ 84 h 107"/>
              <a:gd name="T14" fmla="*/ 18 w 357"/>
              <a:gd name="T15" fmla="*/ 86 h 107"/>
              <a:gd name="T16" fmla="*/ 117 w 357"/>
              <a:gd name="T17" fmla="*/ 0 h 107"/>
              <a:gd name="T18" fmla="*/ 357 w 357"/>
              <a:gd name="T19" fmla="*/ 0 h 107"/>
              <a:gd name="T20" fmla="*/ 357 w 357"/>
              <a:gd name="T21" fmla="*/ 4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7" h="107">
                <a:moveTo>
                  <a:pt x="357" y="4"/>
                </a:moveTo>
                <a:cubicBezTo>
                  <a:pt x="118" y="5"/>
                  <a:pt x="118" y="5"/>
                  <a:pt x="118" y="5"/>
                </a:cubicBezTo>
                <a:cubicBezTo>
                  <a:pt x="21" y="89"/>
                  <a:pt x="21" y="89"/>
                  <a:pt x="21" y="89"/>
                </a:cubicBezTo>
                <a:cubicBezTo>
                  <a:pt x="22" y="91"/>
                  <a:pt x="23" y="93"/>
                  <a:pt x="23" y="95"/>
                </a:cubicBezTo>
                <a:cubicBezTo>
                  <a:pt x="23" y="102"/>
                  <a:pt x="18" y="107"/>
                  <a:pt x="12" y="107"/>
                </a:cubicBezTo>
                <a:cubicBezTo>
                  <a:pt x="6" y="107"/>
                  <a:pt x="0" y="102"/>
                  <a:pt x="0" y="95"/>
                </a:cubicBezTo>
                <a:cubicBezTo>
                  <a:pt x="0" y="89"/>
                  <a:pt x="6" y="84"/>
                  <a:pt x="12" y="84"/>
                </a:cubicBezTo>
                <a:cubicBezTo>
                  <a:pt x="14" y="84"/>
                  <a:pt x="16" y="85"/>
                  <a:pt x="18" y="86"/>
                </a:cubicBezTo>
                <a:cubicBezTo>
                  <a:pt x="117" y="0"/>
                  <a:pt x="117" y="0"/>
                  <a:pt x="117" y="0"/>
                </a:cubicBezTo>
                <a:cubicBezTo>
                  <a:pt x="357" y="0"/>
                  <a:pt x="357" y="0"/>
                  <a:pt x="357" y="0"/>
                </a:cubicBezTo>
                <a:lnTo>
                  <a:pt x="357" y="4"/>
                </a:lnTo>
                <a:close/>
              </a:path>
            </a:pathLst>
          </a:custGeom>
          <a:solidFill>
            <a:srgbClr val="978F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圆角矩形 119"/>
          <p:cNvSpPr/>
          <p:nvPr/>
        </p:nvSpPr>
        <p:spPr>
          <a:xfrm>
            <a:off x="6708583" y="1403672"/>
            <a:ext cx="469242" cy="469242"/>
          </a:xfrm>
          <a:prstGeom prst="roundRect">
            <a:avLst/>
          </a:prstGeom>
          <a:solidFill>
            <a:srgbClr val="62AC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dirty="0">
                <a:latin typeface="Impact" panose="020B0806030902050204" pitchFamily="34" charset="0"/>
              </a:rPr>
              <a:t>01</a:t>
            </a:r>
            <a:endParaRPr lang="zh-CN" altLang="en-US" dirty="0">
              <a:latin typeface="Impact" panose="020B0806030902050204" pitchFamily="34" charset="0"/>
            </a:endParaRPr>
          </a:p>
        </p:txBody>
      </p:sp>
      <p:sp>
        <p:nvSpPr>
          <p:cNvPr id="121" name="圆角矩形 120"/>
          <p:cNvSpPr/>
          <p:nvPr/>
        </p:nvSpPr>
        <p:spPr>
          <a:xfrm>
            <a:off x="7538761" y="2141978"/>
            <a:ext cx="469242" cy="469242"/>
          </a:xfrm>
          <a:prstGeom prst="roundRect">
            <a:avLst/>
          </a:prstGeom>
          <a:solidFill>
            <a:srgbClr val="FF890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dirty="0">
                <a:latin typeface="Impact" panose="020B0806030902050204" pitchFamily="34" charset="0"/>
              </a:rPr>
              <a:t>02</a:t>
            </a:r>
            <a:endParaRPr lang="zh-CN" altLang="en-US" dirty="0">
              <a:latin typeface="Impact" panose="020B0806030902050204" pitchFamily="34" charset="0"/>
            </a:endParaRPr>
          </a:p>
        </p:txBody>
      </p:sp>
      <p:sp>
        <p:nvSpPr>
          <p:cNvPr id="122" name="圆角矩形 121"/>
          <p:cNvSpPr/>
          <p:nvPr/>
        </p:nvSpPr>
        <p:spPr>
          <a:xfrm>
            <a:off x="8267379" y="2911117"/>
            <a:ext cx="469242" cy="469242"/>
          </a:xfrm>
          <a:prstGeom prst="roundRect">
            <a:avLst/>
          </a:prstGeom>
          <a:solidFill>
            <a:srgbClr val="B4C30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dirty="0">
                <a:latin typeface="Impact" panose="020B0806030902050204" pitchFamily="34" charset="0"/>
              </a:rPr>
              <a:t>03</a:t>
            </a:r>
            <a:endParaRPr lang="zh-CN" altLang="en-US" dirty="0">
              <a:latin typeface="Impact" panose="020B0806030902050204" pitchFamily="34" charset="0"/>
            </a:endParaRPr>
          </a:p>
        </p:txBody>
      </p:sp>
      <p:sp>
        <p:nvSpPr>
          <p:cNvPr id="123" name="圆角矩形 122"/>
          <p:cNvSpPr/>
          <p:nvPr/>
        </p:nvSpPr>
        <p:spPr>
          <a:xfrm>
            <a:off x="8918492" y="3665579"/>
            <a:ext cx="469242" cy="469242"/>
          </a:xfrm>
          <a:prstGeom prst="roundRect">
            <a:avLst/>
          </a:prstGeom>
          <a:solidFill>
            <a:srgbClr val="00858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dirty="0">
                <a:latin typeface="Impact" panose="020B0806030902050204" pitchFamily="34" charset="0"/>
              </a:rPr>
              <a:t>04</a:t>
            </a:r>
            <a:endParaRPr lang="zh-CN" altLang="en-US" dirty="0">
              <a:latin typeface="Impact" panose="020B0806030902050204" pitchFamily="34" charset="0"/>
            </a:endParaRPr>
          </a:p>
        </p:txBody>
      </p:sp>
      <p:sp>
        <p:nvSpPr>
          <p:cNvPr id="124" name="文本框 123"/>
          <p:cNvSpPr txBox="1"/>
          <p:nvPr/>
        </p:nvSpPr>
        <p:spPr>
          <a:xfrm>
            <a:off x="9567312" y="3573627"/>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125" name="文本框 124"/>
          <p:cNvSpPr txBox="1"/>
          <p:nvPr/>
        </p:nvSpPr>
        <p:spPr>
          <a:xfrm>
            <a:off x="8976307" y="2771822"/>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126" name="文本框 125"/>
          <p:cNvSpPr txBox="1"/>
          <p:nvPr/>
        </p:nvSpPr>
        <p:spPr>
          <a:xfrm>
            <a:off x="8130588" y="1970017"/>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127" name="文本框 126"/>
          <p:cNvSpPr txBox="1"/>
          <p:nvPr/>
        </p:nvSpPr>
        <p:spPr>
          <a:xfrm>
            <a:off x="7350328" y="1168212"/>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128" name="矩形 127"/>
          <p:cNvSpPr/>
          <p:nvPr/>
        </p:nvSpPr>
        <p:spPr>
          <a:xfrm>
            <a:off x="434078" y="5047022"/>
            <a:ext cx="3650999" cy="732508"/>
          </a:xfrm>
          <a:prstGeom prst="rect">
            <a:avLst/>
          </a:prstGeom>
          <a:noFill/>
        </p:spPr>
        <p:txBody>
          <a:bodyPr wrap="square">
            <a:spAutoFit/>
          </a:bodyPr>
          <a:lstStyle/>
          <a:p>
            <a:pPr>
              <a:lnSpc>
                <a:spcPct val="130000"/>
              </a:lnSpc>
            </a:pPr>
            <a:r>
              <a:rPr lang="zh-CN" altLang="en-US" sz="1600" dirty="0">
                <a:solidFill>
                  <a:schemeClr val="tx1">
                    <a:lumMod val="65000"/>
                    <a:lumOff val="35000"/>
                  </a:schemeClr>
                </a:solidFill>
              </a:rPr>
              <a:t>添加内容添加内容添加内容添加内容添加内容添加内容添加内容</a:t>
            </a:r>
          </a:p>
        </p:txBody>
      </p:sp>
      <p:sp>
        <p:nvSpPr>
          <p:cNvPr id="129" name="文本框 128"/>
          <p:cNvSpPr txBox="1"/>
          <p:nvPr/>
        </p:nvSpPr>
        <p:spPr>
          <a:xfrm>
            <a:off x="434078" y="4091509"/>
            <a:ext cx="3913366" cy="535531"/>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130" name="Rectangle 58"/>
          <p:cNvSpPr/>
          <p:nvPr/>
        </p:nvSpPr>
        <p:spPr>
          <a:xfrm>
            <a:off x="434078" y="4511777"/>
            <a:ext cx="4963915" cy="368371"/>
          </a:xfrm>
          <a:prstGeom prst="rect">
            <a:avLst/>
          </a:prstGeom>
        </p:spPr>
        <p:txBody>
          <a:bodyPr wrap="square">
            <a:spAutoFit/>
          </a:bodyPr>
          <a:lstStyle/>
          <a:p>
            <a:pPr>
              <a:lnSpc>
                <a:spcPct val="123000"/>
              </a:lnSpc>
              <a:spcBef>
                <a:spcPts val="600"/>
              </a:spcBef>
            </a:pPr>
            <a:r>
              <a:rPr lang="zh-CN" altLang="en-US" sz="1600" dirty="0">
                <a:solidFill>
                  <a:schemeClr val="tx1">
                    <a:lumMod val="65000"/>
                    <a:lumOff val="35000"/>
                  </a:schemeClr>
                </a:solidFill>
                <a:latin typeface="+mn-ea"/>
              </a:rPr>
              <a:t>单击此处添加副标题</a:t>
            </a:r>
          </a:p>
        </p:txBody>
      </p:sp>
    </p:spTree>
    <p:extLst>
      <p:ext uri="{BB962C8B-B14F-4D97-AF65-F5344CB8AC3E}">
        <p14:creationId xmlns:p14="http://schemas.microsoft.com/office/powerpoint/2010/main" val="202856515"/>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36"/>
          <p:cNvGrpSpPr>
            <a:grpSpLocks noChangeAspect="1"/>
          </p:cNvGrpSpPr>
          <p:nvPr/>
        </p:nvGrpSpPr>
        <p:grpSpPr bwMode="auto">
          <a:xfrm>
            <a:off x="3942833" y="2095373"/>
            <a:ext cx="4306335" cy="4338501"/>
            <a:chOff x="1488" y="323"/>
            <a:chExt cx="2276" cy="2293"/>
          </a:xfrm>
        </p:grpSpPr>
        <p:sp>
          <p:nvSpPr>
            <p:cNvPr id="3" name="AutoShape 35"/>
            <p:cNvSpPr>
              <a:spLocks noChangeAspect="1" noChangeArrowheads="1" noTextEdit="1"/>
            </p:cNvSpPr>
            <p:nvPr/>
          </p:nvSpPr>
          <p:spPr bwMode="auto">
            <a:xfrm>
              <a:off x="1488" y="324"/>
              <a:ext cx="2276" cy="22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4" name="Freeform 37"/>
            <p:cNvSpPr>
              <a:spLocks/>
            </p:cNvSpPr>
            <p:nvPr/>
          </p:nvSpPr>
          <p:spPr bwMode="auto">
            <a:xfrm>
              <a:off x="1489" y="323"/>
              <a:ext cx="1773" cy="821"/>
            </a:xfrm>
            <a:custGeom>
              <a:avLst/>
              <a:gdLst>
                <a:gd name="T0" fmla="*/ 1182 w 1773"/>
                <a:gd name="T1" fmla="*/ 0 h 821"/>
                <a:gd name="T2" fmla="*/ 0 w 1773"/>
                <a:gd name="T3" fmla="*/ 548 h 821"/>
                <a:gd name="T4" fmla="*/ 590 w 1773"/>
                <a:gd name="T5" fmla="*/ 821 h 821"/>
                <a:gd name="T6" fmla="*/ 1773 w 1773"/>
                <a:gd name="T7" fmla="*/ 274 h 821"/>
                <a:gd name="T8" fmla="*/ 1182 w 1773"/>
                <a:gd name="T9" fmla="*/ 0 h 821"/>
                <a:gd name="T10" fmla="*/ 1182 w 1773"/>
                <a:gd name="T11" fmla="*/ 0 h 821"/>
              </a:gdLst>
              <a:ahLst/>
              <a:cxnLst>
                <a:cxn ang="0">
                  <a:pos x="T0" y="T1"/>
                </a:cxn>
                <a:cxn ang="0">
                  <a:pos x="T2" y="T3"/>
                </a:cxn>
                <a:cxn ang="0">
                  <a:pos x="T4" y="T5"/>
                </a:cxn>
                <a:cxn ang="0">
                  <a:pos x="T6" y="T7"/>
                </a:cxn>
                <a:cxn ang="0">
                  <a:pos x="T8" y="T9"/>
                </a:cxn>
                <a:cxn ang="0">
                  <a:pos x="T10" y="T11"/>
                </a:cxn>
              </a:cxnLst>
              <a:rect l="0" t="0" r="r" b="b"/>
              <a:pathLst>
                <a:path w="1773" h="821">
                  <a:moveTo>
                    <a:pt x="1182" y="0"/>
                  </a:moveTo>
                  <a:lnTo>
                    <a:pt x="0" y="548"/>
                  </a:lnTo>
                  <a:lnTo>
                    <a:pt x="590" y="821"/>
                  </a:lnTo>
                  <a:lnTo>
                    <a:pt x="1773" y="274"/>
                  </a:lnTo>
                  <a:lnTo>
                    <a:pt x="1182" y="0"/>
                  </a:lnTo>
                  <a:lnTo>
                    <a:pt x="1182" y="0"/>
                  </a:lnTo>
                  <a:close/>
                </a:path>
              </a:pathLst>
            </a:custGeom>
            <a:solidFill>
              <a:srgbClr val="FF9B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5" name="Freeform 38"/>
            <p:cNvSpPr>
              <a:spLocks/>
            </p:cNvSpPr>
            <p:nvPr/>
          </p:nvSpPr>
          <p:spPr bwMode="auto">
            <a:xfrm>
              <a:off x="1489" y="871"/>
              <a:ext cx="590" cy="1513"/>
            </a:xfrm>
            <a:custGeom>
              <a:avLst/>
              <a:gdLst>
                <a:gd name="T0" fmla="*/ 0 w 590"/>
                <a:gd name="T1" fmla="*/ 1240 h 1513"/>
                <a:gd name="T2" fmla="*/ 590 w 590"/>
                <a:gd name="T3" fmla="*/ 1513 h 1513"/>
                <a:gd name="T4" fmla="*/ 590 w 590"/>
                <a:gd name="T5" fmla="*/ 273 h 1513"/>
                <a:gd name="T6" fmla="*/ 0 w 590"/>
                <a:gd name="T7" fmla="*/ 0 h 1513"/>
                <a:gd name="T8" fmla="*/ 0 w 590"/>
                <a:gd name="T9" fmla="*/ 1240 h 1513"/>
                <a:gd name="T10" fmla="*/ 0 w 590"/>
                <a:gd name="T11" fmla="*/ 1240 h 1513"/>
              </a:gdLst>
              <a:ahLst/>
              <a:cxnLst>
                <a:cxn ang="0">
                  <a:pos x="T0" y="T1"/>
                </a:cxn>
                <a:cxn ang="0">
                  <a:pos x="T2" y="T3"/>
                </a:cxn>
                <a:cxn ang="0">
                  <a:pos x="T4" y="T5"/>
                </a:cxn>
                <a:cxn ang="0">
                  <a:pos x="T6" y="T7"/>
                </a:cxn>
                <a:cxn ang="0">
                  <a:pos x="T8" y="T9"/>
                </a:cxn>
                <a:cxn ang="0">
                  <a:pos x="T10" y="T11"/>
                </a:cxn>
              </a:cxnLst>
              <a:rect l="0" t="0" r="r" b="b"/>
              <a:pathLst>
                <a:path w="590" h="1513">
                  <a:moveTo>
                    <a:pt x="0" y="1240"/>
                  </a:moveTo>
                  <a:lnTo>
                    <a:pt x="590" y="1513"/>
                  </a:lnTo>
                  <a:lnTo>
                    <a:pt x="590" y="273"/>
                  </a:lnTo>
                  <a:lnTo>
                    <a:pt x="0" y="0"/>
                  </a:lnTo>
                  <a:lnTo>
                    <a:pt x="0" y="1240"/>
                  </a:lnTo>
                  <a:lnTo>
                    <a:pt x="0" y="1240"/>
                  </a:lnTo>
                  <a:close/>
                </a:path>
              </a:pathLst>
            </a:custGeom>
            <a:solidFill>
              <a:srgbClr val="FF8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6" name="Freeform 39"/>
            <p:cNvSpPr>
              <a:spLocks/>
            </p:cNvSpPr>
            <p:nvPr/>
          </p:nvSpPr>
          <p:spPr bwMode="auto">
            <a:xfrm>
              <a:off x="2079" y="597"/>
              <a:ext cx="1183" cy="1787"/>
            </a:xfrm>
            <a:custGeom>
              <a:avLst/>
              <a:gdLst>
                <a:gd name="T0" fmla="*/ 1183 w 1183"/>
                <a:gd name="T1" fmla="*/ 1240 h 1787"/>
                <a:gd name="T2" fmla="*/ 0 w 1183"/>
                <a:gd name="T3" fmla="*/ 1787 h 1787"/>
                <a:gd name="T4" fmla="*/ 0 w 1183"/>
                <a:gd name="T5" fmla="*/ 547 h 1787"/>
                <a:gd name="T6" fmla="*/ 1183 w 1183"/>
                <a:gd name="T7" fmla="*/ 0 h 1787"/>
                <a:gd name="T8" fmla="*/ 1183 w 1183"/>
                <a:gd name="T9" fmla="*/ 1240 h 1787"/>
                <a:gd name="T10" fmla="*/ 1183 w 1183"/>
                <a:gd name="T11" fmla="*/ 1240 h 1787"/>
              </a:gdLst>
              <a:ahLst/>
              <a:cxnLst>
                <a:cxn ang="0">
                  <a:pos x="T0" y="T1"/>
                </a:cxn>
                <a:cxn ang="0">
                  <a:pos x="T2" y="T3"/>
                </a:cxn>
                <a:cxn ang="0">
                  <a:pos x="T4" y="T5"/>
                </a:cxn>
                <a:cxn ang="0">
                  <a:pos x="T6" y="T7"/>
                </a:cxn>
                <a:cxn ang="0">
                  <a:pos x="T8" y="T9"/>
                </a:cxn>
                <a:cxn ang="0">
                  <a:pos x="T10" y="T11"/>
                </a:cxn>
              </a:cxnLst>
              <a:rect l="0" t="0" r="r" b="b"/>
              <a:pathLst>
                <a:path w="1183" h="1787">
                  <a:moveTo>
                    <a:pt x="1183" y="1240"/>
                  </a:moveTo>
                  <a:lnTo>
                    <a:pt x="0" y="1787"/>
                  </a:lnTo>
                  <a:lnTo>
                    <a:pt x="0" y="547"/>
                  </a:lnTo>
                  <a:lnTo>
                    <a:pt x="1183" y="0"/>
                  </a:lnTo>
                  <a:lnTo>
                    <a:pt x="1183" y="1240"/>
                  </a:lnTo>
                  <a:lnTo>
                    <a:pt x="1183" y="1240"/>
                  </a:lnTo>
                  <a:close/>
                </a:path>
              </a:pathLst>
            </a:custGeom>
            <a:solidFill>
              <a:srgbClr val="D876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7" name="Freeform 40"/>
            <p:cNvSpPr>
              <a:spLocks/>
            </p:cNvSpPr>
            <p:nvPr/>
          </p:nvSpPr>
          <p:spPr bwMode="auto">
            <a:xfrm>
              <a:off x="2125" y="1743"/>
              <a:ext cx="546" cy="873"/>
            </a:xfrm>
            <a:custGeom>
              <a:avLst/>
              <a:gdLst>
                <a:gd name="T0" fmla="*/ 0 w 546"/>
                <a:gd name="T1" fmla="*/ 0 h 873"/>
                <a:gd name="T2" fmla="*/ 0 w 546"/>
                <a:gd name="T3" fmla="*/ 621 h 873"/>
                <a:gd name="T4" fmla="*/ 546 w 546"/>
                <a:gd name="T5" fmla="*/ 873 h 873"/>
                <a:gd name="T6" fmla="*/ 546 w 546"/>
                <a:gd name="T7" fmla="*/ 253 h 873"/>
                <a:gd name="T8" fmla="*/ 0 w 546"/>
                <a:gd name="T9" fmla="*/ 0 h 873"/>
                <a:gd name="T10" fmla="*/ 0 w 546"/>
                <a:gd name="T11" fmla="*/ 0 h 873"/>
              </a:gdLst>
              <a:ahLst/>
              <a:cxnLst>
                <a:cxn ang="0">
                  <a:pos x="T0" y="T1"/>
                </a:cxn>
                <a:cxn ang="0">
                  <a:pos x="T2" y="T3"/>
                </a:cxn>
                <a:cxn ang="0">
                  <a:pos x="T4" y="T5"/>
                </a:cxn>
                <a:cxn ang="0">
                  <a:pos x="T6" y="T7"/>
                </a:cxn>
                <a:cxn ang="0">
                  <a:pos x="T8" y="T9"/>
                </a:cxn>
                <a:cxn ang="0">
                  <a:pos x="T10" y="T11"/>
                </a:cxn>
              </a:cxnLst>
              <a:rect l="0" t="0" r="r" b="b"/>
              <a:pathLst>
                <a:path w="546" h="873">
                  <a:moveTo>
                    <a:pt x="0" y="0"/>
                  </a:moveTo>
                  <a:lnTo>
                    <a:pt x="0" y="621"/>
                  </a:lnTo>
                  <a:lnTo>
                    <a:pt x="546" y="873"/>
                  </a:lnTo>
                  <a:lnTo>
                    <a:pt x="546" y="253"/>
                  </a:lnTo>
                  <a:lnTo>
                    <a:pt x="0" y="0"/>
                  </a:lnTo>
                  <a:lnTo>
                    <a:pt x="0" y="0"/>
                  </a:lnTo>
                  <a:close/>
                </a:path>
              </a:pathLst>
            </a:custGeom>
            <a:solidFill>
              <a:srgbClr val="6D5D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8" name="Freeform 41"/>
            <p:cNvSpPr>
              <a:spLocks/>
            </p:cNvSpPr>
            <p:nvPr/>
          </p:nvSpPr>
          <p:spPr bwMode="auto">
            <a:xfrm>
              <a:off x="2671" y="1490"/>
              <a:ext cx="1092" cy="1126"/>
            </a:xfrm>
            <a:custGeom>
              <a:avLst/>
              <a:gdLst>
                <a:gd name="T0" fmla="*/ 0 w 1092"/>
                <a:gd name="T1" fmla="*/ 506 h 1126"/>
                <a:gd name="T2" fmla="*/ 1092 w 1092"/>
                <a:gd name="T3" fmla="*/ 0 h 1126"/>
                <a:gd name="T4" fmla="*/ 1092 w 1092"/>
                <a:gd name="T5" fmla="*/ 621 h 1126"/>
                <a:gd name="T6" fmla="*/ 0 w 1092"/>
                <a:gd name="T7" fmla="*/ 1126 h 1126"/>
                <a:gd name="T8" fmla="*/ 0 w 1092"/>
                <a:gd name="T9" fmla="*/ 506 h 1126"/>
                <a:gd name="T10" fmla="*/ 0 w 1092"/>
                <a:gd name="T11" fmla="*/ 506 h 1126"/>
              </a:gdLst>
              <a:ahLst/>
              <a:cxnLst>
                <a:cxn ang="0">
                  <a:pos x="T0" y="T1"/>
                </a:cxn>
                <a:cxn ang="0">
                  <a:pos x="T2" y="T3"/>
                </a:cxn>
                <a:cxn ang="0">
                  <a:pos x="T4" y="T5"/>
                </a:cxn>
                <a:cxn ang="0">
                  <a:pos x="T6" y="T7"/>
                </a:cxn>
                <a:cxn ang="0">
                  <a:pos x="T8" y="T9"/>
                </a:cxn>
                <a:cxn ang="0">
                  <a:pos x="T10" y="T11"/>
                </a:cxn>
              </a:cxnLst>
              <a:rect l="0" t="0" r="r" b="b"/>
              <a:pathLst>
                <a:path w="1092" h="1126">
                  <a:moveTo>
                    <a:pt x="0" y="506"/>
                  </a:moveTo>
                  <a:lnTo>
                    <a:pt x="1092" y="0"/>
                  </a:lnTo>
                  <a:lnTo>
                    <a:pt x="1092" y="621"/>
                  </a:lnTo>
                  <a:lnTo>
                    <a:pt x="0" y="1126"/>
                  </a:lnTo>
                  <a:lnTo>
                    <a:pt x="0" y="506"/>
                  </a:lnTo>
                  <a:lnTo>
                    <a:pt x="0" y="506"/>
                  </a:lnTo>
                  <a:close/>
                </a:path>
              </a:pathLst>
            </a:custGeom>
            <a:solidFill>
              <a:srgbClr val="5B4E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9" name="Freeform 42"/>
            <p:cNvSpPr>
              <a:spLocks/>
            </p:cNvSpPr>
            <p:nvPr/>
          </p:nvSpPr>
          <p:spPr bwMode="auto">
            <a:xfrm>
              <a:off x="2125" y="1238"/>
              <a:ext cx="1638" cy="758"/>
            </a:xfrm>
            <a:custGeom>
              <a:avLst/>
              <a:gdLst>
                <a:gd name="T0" fmla="*/ 0 w 1638"/>
                <a:gd name="T1" fmla="*/ 505 h 758"/>
                <a:gd name="T2" fmla="*/ 1092 w 1638"/>
                <a:gd name="T3" fmla="*/ 0 h 758"/>
                <a:gd name="T4" fmla="*/ 1638 w 1638"/>
                <a:gd name="T5" fmla="*/ 252 h 758"/>
                <a:gd name="T6" fmla="*/ 546 w 1638"/>
                <a:gd name="T7" fmla="*/ 758 h 758"/>
                <a:gd name="T8" fmla="*/ 0 w 1638"/>
                <a:gd name="T9" fmla="*/ 505 h 758"/>
                <a:gd name="T10" fmla="*/ 0 w 1638"/>
                <a:gd name="T11" fmla="*/ 505 h 758"/>
              </a:gdLst>
              <a:ahLst/>
              <a:cxnLst>
                <a:cxn ang="0">
                  <a:pos x="T0" y="T1"/>
                </a:cxn>
                <a:cxn ang="0">
                  <a:pos x="T2" y="T3"/>
                </a:cxn>
                <a:cxn ang="0">
                  <a:pos x="T4" y="T5"/>
                </a:cxn>
                <a:cxn ang="0">
                  <a:pos x="T6" y="T7"/>
                </a:cxn>
                <a:cxn ang="0">
                  <a:pos x="T8" y="T9"/>
                </a:cxn>
                <a:cxn ang="0">
                  <a:pos x="T10" y="T11"/>
                </a:cxn>
              </a:cxnLst>
              <a:rect l="0" t="0" r="r" b="b"/>
              <a:pathLst>
                <a:path w="1638" h="758">
                  <a:moveTo>
                    <a:pt x="0" y="505"/>
                  </a:moveTo>
                  <a:lnTo>
                    <a:pt x="1092" y="0"/>
                  </a:lnTo>
                  <a:lnTo>
                    <a:pt x="1638" y="252"/>
                  </a:lnTo>
                  <a:lnTo>
                    <a:pt x="546" y="758"/>
                  </a:lnTo>
                  <a:lnTo>
                    <a:pt x="0" y="505"/>
                  </a:lnTo>
                  <a:lnTo>
                    <a:pt x="0" y="505"/>
                  </a:lnTo>
                  <a:close/>
                </a:path>
              </a:pathLst>
            </a:custGeom>
            <a:solidFill>
              <a:srgbClr val="7F7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10" name="Freeform 43"/>
            <p:cNvSpPr>
              <a:spLocks/>
            </p:cNvSpPr>
            <p:nvPr/>
          </p:nvSpPr>
          <p:spPr bwMode="auto">
            <a:xfrm>
              <a:off x="2671" y="934"/>
              <a:ext cx="496" cy="786"/>
            </a:xfrm>
            <a:custGeom>
              <a:avLst/>
              <a:gdLst>
                <a:gd name="T0" fmla="*/ 0 w 496"/>
                <a:gd name="T1" fmla="*/ 0 h 786"/>
                <a:gd name="T2" fmla="*/ 0 w 496"/>
                <a:gd name="T3" fmla="*/ 3 h 786"/>
                <a:gd name="T4" fmla="*/ 0 w 496"/>
                <a:gd name="T5" fmla="*/ 556 h 786"/>
                <a:gd name="T6" fmla="*/ 496 w 496"/>
                <a:gd name="T7" fmla="*/ 786 h 786"/>
                <a:gd name="T8" fmla="*/ 496 w 496"/>
                <a:gd name="T9" fmla="*/ 786 h 786"/>
                <a:gd name="T10" fmla="*/ 496 w 496"/>
                <a:gd name="T11" fmla="*/ 606 h 786"/>
                <a:gd name="T12" fmla="*/ 496 w 496"/>
                <a:gd name="T13" fmla="*/ 606 h 786"/>
                <a:gd name="T14" fmla="*/ 496 w 496"/>
                <a:gd name="T15" fmla="*/ 230 h 786"/>
                <a:gd name="T16" fmla="*/ 3 w 496"/>
                <a:gd name="T17" fmla="*/ 1 h 786"/>
                <a:gd name="T18" fmla="*/ 0 w 496"/>
                <a:gd name="T19" fmla="*/ 0 h 7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6" h="786">
                  <a:moveTo>
                    <a:pt x="0" y="0"/>
                  </a:moveTo>
                  <a:lnTo>
                    <a:pt x="0" y="3"/>
                  </a:lnTo>
                  <a:lnTo>
                    <a:pt x="0" y="556"/>
                  </a:lnTo>
                  <a:lnTo>
                    <a:pt x="496" y="786"/>
                  </a:lnTo>
                  <a:lnTo>
                    <a:pt x="496" y="786"/>
                  </a:lnTo>
                  <a:lnTo>
                    <a:pt x="496" y="606"/>
                  </a:lnTo>
                  <a:lnTo>
                    <a:pt x="496" y="606"/>
                  </a:lnTo>
                  <a:lnTo>
                    <a:pt x="496" y="230"/>
                  </a:lnTo>
                  <a:lnTo>
                    <a:pt x="3" y="1"/>
                  </a:lnTo>
                  <a:lnTo>
                    <a:pt x="0" y="0"/>
                  </a:lnTo>
                  <a:close/>
                </a:path>
              </a:pathLst>
            </a:custGeom>
            <a:solidFill>
              <a:srgbClr val="007B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11" name="Freeform 44"/>
            <p:cNvSpPr>
              <a:spLocks/>
            </p:cNvSpPr>
            <p:nvPr/>
          </p:nvSpPr>
          <p:spPr bwMode="auto">
            <a:xfrm>
              <a:off x="2671" y="934"/>
              <a:ext cx="496" cy="786"/>
            </a:xfrm>
            <a:custGeom>
              <a:avLst/>
              <a:gdLst>
                <a:gd name="T0" fmla="*/ 0 w 496"/>
                <a:gd name="T1" fmla="*/ 0 h 786"/>
                <a:gd name="T2" fmla="*/ 0 w 496"/>
                <a:gd name="T3" fmla="*/ 3 h 786"/>
                <a:gd name="T4" fmla="*/ 0 w 496"/>
                <a:gd name="T5" fmla="*/ 556 h 786"/>
                <a:gd name="T6" fmla="*/ 496 w 496"/>
                <a:gd name="T7" fmla="*/ 786 h 786"/>
                <a:gd name="T8" fmla="*/ 496 w 496"/>
                <a:gd name="T9" fmla="*/ 786 h 786"/>
                <a:gd name="T10" fmla="*/ 496 w 496"/>
                <a:gd name="T11" fmla="*/ 606 h 786"/>
                <a:gd name="T12" fmla="*/ 496 w 496"/>
                <a:gd name="T13" fmla="*/ 606 h 786"/>
                <a:gd name="T14" fmla="*/ 496 w 496"/>
                <a:gd name="T15" fmla="*/ 230 h 786"/>
                <a:gd name="T16" fmla="*/ 3 w 496"/>
                <a:gd name="T17" fmla="*/ 1 h 786"/>
                <a:gd name="T18" fmla="*/ 0 w 496"/>
                <a:gd name="T19" fmla="*/ 0 h 7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6" h="786">
                  <a:moveTo>
                    <a:pt x="0" y="0"/>
                  </a:moveTo>
                  <a:lnTo>
                    <a:pt x="0" y="3"/>
                  </a:lnTo>
                  <a:lnTo>
                    <a:pt x="0" y="556"/>
                  </a:lnTo>
                  <a:lnTo>
                    <a:pt x="496" y="786"/>
                  </a:lnTo>
                  <a:lnTo>
                    <a:pt x="496" y="786"/>
                  </a:lnTo>
                  <a:lnTo>
                    <a:pt x="496" y="606"/>
                  </a:lnTo>
                  <a:lnTo>
                    <a:pt x="496" y="606"/>
                  </a:lnTo>
                  <a:lnTo>
                    <a:pt x="496" y="230"/>
                  </a:lnTo>
                  <a:lnTo>
                    <a:pt x="3" y="1"/>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12" name="Freeform 47"/>
            <p:cNvSpPr>
              <a:spLocks/>
            </p:cNvSpPr>
            <p:nvPr/>
          </p:nvSpPr>
          <p:spPr bwMode="auto">
            <a:xfrm>
              <a:off x="3167" y="934"/>
              <a:ext cx="496" cy="786"/>
            </a:xfrm>
            <a:custGeom>
              <a:avLst/>
              <a:gdLst>
                <a:gd name="T0" fmla="*/ 0 w 496"/>
                <a:gd name="T1" fmla="*/ 230 h 786"/>
                <a:gd name="T2" fmla="*/ 496 w 496"/>
                <a:gd name="T3" fmla="*/ 0 h 786"/>
                <a:gd name="T4" fmla="*/ 496 w 496"/>
                <a:gd name="T5" fmla="*/ 556 h 786"/>
                <a:gd name="T6" fmla="*/ 0 w 496"/>
                <a:gd name="T7" fmla="*/ 786 h 786"/>
                <a:gd name="T8" fmla="*/ 0 w 496"/>
                <a:gd name="T9" fmla="*/ 230 h 786"/>
              </a:gdLst>
              <a:ahLst/>
              <a:cxnLst>
                <a:cxn ang="0">
                  <a:pos x="T0" y="T1"/>
                </a:cxn>
                <a:cxn ang="0">
                  <a:pos x="T2" y="T3"/>
                </a:cxn>
                <a:cxn ang="0">
                  <a:pos x="T4" y="T5"/>
                </a:cxn>
                <a:cxn ang="0">
                  <a:pos x="T6" y="T7"/>
                </a:cxn>
                <a:cxn ang="0">
                  <a:pos x="T8" y="T9"/>
                </a:cxn>
              </a:cxnLst>
              <a:rect l="0" t="0" r="r" b="b"/>
              <a:pathLst>
                <a:path w="496" h="786">
                  <a:moveTo>
                    <a:pt x="0" y="230"/>
                  </a:moveTo>
                  <a:lnTo>
                    <a:pt x="496" y="0"/>
                  </a:lnTo>
                  <a:lnTo>
                    <a:pt x="496" y="556"/>
                  </a:lnTo>
                  <a:lnTo>
                    <a:pt x="0" y="786"/>
                  </a:lnTo>
                  <a:lnTo>
                    <a:pt x="0" y="230"/>
                  </a:lnTo>
                  <a:close/>
                </a:path>
              </a:pathLst>
            </a:custGeom>
            <a:solidFill>
              <a:srgbClr val="0062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13" name="Freeform 48"/>
            <p:cNvSpPr>
              <a:spLocks/>
            </p:cNvSpPr>
            <p:nvPr/>
          </p:nvSpPr>
          <p:spPr bwMode="auto">
            <a:xfrm>
              <a:off x="3167" y="934"/>
              <a:ext cx="496" cy="786"/>
            </a:xfrm>
            <a:custGeom>
              <a:avLst/>
              <a:gdLst>
                <a:gd name="T0" fmla="*/ 0 w 496"/>
                <a:gd name="T1" fmla="*/ 230 h 786"/>
                <a:gd name="T2" fmla="*/ 496 w 496"/>
                <a:gd name="T3" fmla="*/ 0 h 786"/>
                <a:gd name="T4" fmla="*/ 496 w 496"/>
                <a:gd name="T5" fmla="*/ 556 h 786"/>
                <a:gd name="T6" fmla="*/ 0 w 496"/>
                <a:gd name="T7" fmla="*/ 786 h 786"/>
                <a:gd name="T8" fmla="*/ 0 w 496"/>
                <a:gd name="T9" fmla="*/ 230 h 786"/>
              </a:gdLst>
              <a:ahLst/>
              <a:cxnLst>
                <a:cxn ang="0">
                  <a:pos x="T0" y="T1"/>
                </a:cxn>
                <a:cxn ang="0">
                  <a:pos x="T2" y="T3"/>
                </a:cxn>
                <a:cxn ang="0">
                  <a:pos x="T4" y="T5"/>
                </a:cxn>
                <a:cxn ang="0">
                  <a:pos x="T6" y="T7"/>
                </a:cxn>
                <a:cxn ang="0">
                  <a:pos x="T8" y="T9"/>
                </a:cxn>
              </a:cxnLst>
              <a:rect l="0" t="0" r="r" b="b"/>
              <a:pathLst>
                <a:path w="496" h="786">
                  <a:moveTo>
                    <a:pt x="0" y="230"/>
                  </a:moveTo>
                  <a:lnTo>
                    <a:pt x="496" y="0"/>
                  </a:lnTo>
                  <a:lnTo>
                    <a:pt x="496" y="556"/>
                  </a:lnTo>
                  <a:lnTo>
                    <a:pt x="0" y="786"/>
                  </a:lnTo>
                  <a:lnTo>
                    <a:pt x="0" y="23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14" name="Freeform 49"/>
            <p:cNvSpPr>
              <a:spLocks/>
            </p:cNvSpPr>
            <p:nvPr/>
          </p:nvSpPr>
          <p:spPr bwMode="auto">
            <a:xfrm>
              <a:off x="2671" y="704"/>
              <a:ext cx="992" cy="460"/>
            </a:xfrm>
            <a:custGeom>
              <a:avLst/>
              <a:gdLst>
                <a:gd name="T0" fmla="*/ 0 w 992"/>
                <a:gd name="T1" fmla="*/ 230 h 460"/>
                <a:gd name="T2" fmla="*/ 496 w 992"/>
                <a:gd name="T3" fmla="*/ 0 h 460"/>
                <a:gd name="T4" fmla="*/ 992 w 992"/>
                <a:gd name="T5" fmla="*/ 230 h 460"/>
                <a:gd name="T6" fmla="*/ 496 w 992"/>
                <a:gd name="T7" fmla="*/ 460 h 460"/>
                <a:gd name="T8" fmla="*/ 0 w 992"/>
                <a:gd name="T9" fmla="*/ 230 h 460"/>
              </a:gdLst>
              <a:ahLst/>
              <a:cxnLst>
                <a:cxn ang="0">
                  <a:pos x="T0" y="T1"/>
                </a:cxn>
                <a:cxn ang="0">
                  <a:pos x="T2" y="T3"/>
                </a:cxn>
                <a:cxn ang="0">
                  <a:pos x="T4" y="T5"/>
                </a:cxn>
                <a:cxn ang="0">
                  <a:pos x="T6" y="T7"/>
                </a:cxn>
                <a:cxn ang="0">
                  <a:pos x="T8" y="T9"/>
                </a:cxn>
              </a:cxnLst>
              <a:rect l="0" t="0" r="r" b="b"/>
              <a:pathLst>
                <a:path w="992" h="460">
                  <a:moveTo>
                    <a:pt x="0" y="230"/>
                  </a:moveTo>
                  <a:lnTo>
                    <a:pt x="496" y="0"/>
                  </a:lnTo>
                  <a:lnTo>
                    <a:pt x="992" y="230"/>
                  </a:lnTo>
                  <a:lnTo>
                    <a:pt x="496" y="460"/>
                  </a:lnTo>
                  <a:lnTo>
                    <a:pt x="0" y="230"/>
                  </a:lnTo>
                  <a:close/>
                </a:path>
              </a:pathLst>
            </a:custGeom>
            <a:solidFill>
              <a:srgbClr val="009B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15" name="Freeform 50"/>
            <p:cNvSpPr>
              <a:spLocks/>
            </p:cNvSpPr>
            <p:nvPr/>
          </p:nvSpPr>
          <p:spPr bwMode="auto">
            <a:xfrm>
              <a:off x="2671" y="704"/>
              <a:ext cx="992" cy="460"/>
            </a:xfrm>
            <a:custGeom>
              <a:avLst/>
              <a:gdLst>
                <a:gd name="T0" fmla="*/ 0 w 992"/>
                <a:gd name="T1" fmla="*/ 230 h 460"/>
                <a:gd name="T2" fmla="*/ 496 w 992"/>
                <a:gd name="T3" fmla="*/ 0 h 460"/>
                <a:gd name="T4" fmla="*/ 992 w 992"/>
                <a:gd name="T5" fmla="*/ 230 h 460"/>
                <a:gd name="T6" fmla="*/ 496 w 992"/>
                <a:gd name="T7" fmla="*/ 460 h 460"/>
                <a:gd name="T8" fmla="*/ 0 w 992"/>
                <a:gd name="T9" fmla="*/ 230 h 460"/>
              </a:gdLst>
              <a:ahLst/>
              <a:cxnLst>
                <a:cxn ang="0">
                  <a:pos x="T0" y="T1"/>
                </a:cxn>
                <a:cxn ang="0">
                  <a:pos x="T2" y="T3"/>
                </a:cxn>
                <a:cxn ang="0">
                  <a:pos x="T4" y="T5"/>
                </a:cxn>
                <a:cxn ang="0">
                  <a:pos x="T6" y="T7"/>
                </a:cxn>
                <a:cxn ang="0">
                  <a:pos x="T8" y="T9"/>
                </a:cxn>
              </a:cxnLst>
              <a:rect l="0" t="0" r="r" b="b"/>
              <a:pathLst>
                <a:path w="992" h="460">
                  <a:moveTo>
                    <a:pt x="0" y="230"/>
                  </a:moveTo>
                  <a:lnTo>
                    <a:pt x="496" y="0"/>
                  </a:lnTo>
                  <a:lnTo>
                    <a:pt x="992" y="230"/>
                  </a:lnTo>
                  <a:lnTo>
                    <a:pt x="496" y="460"/>
                  </a:lnTo>
                  <a:lnTo>
                    <a:pt x="0" y="23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16" name="Freeform 20"/>
            <p:cNvSpPr>
              <a:spLocks/>
            </p:cNvSpPr>
            <p:nvPr/>
          </p:nvSpPr>
          <p:spPr bwMode="auto">
            <a:xfrm>
              <a:off x="2322" y="1126"/>
              <a:ext cx="698" cy="323"/>
            </a:xfrm>
            <a:custGeom>
              <a:avLst/>
              <a:gdLst>
                <a:gd name="T0" fmla="*/ 0 w 698"/>
                <a:gd name="T1" fmla="*/ 161 h 323"/>
                <a:gd name="T2" fmla="*/ 349 w 698"/>
                <a:gd name="T3" fmla="*/ 0 h 323"/>
                <a:gd name="T4" fmla="*/ 698 w 698"/>
                <a:gd name="T5" fmla="*/ 161 h 323"/>
                <a:gd name="T6" fmla="*/ 349 w 698"/>
                <a:gd name="T7" fmla="*/ 323 h 323"/>
                <a:gd name="T8" fmla="*/ 0 w 698"/>
                <a:gd name="T9" fmla="*/ 161 h 323"/>
                <a:gd name="T10" fmla="*/ 0 w 698"/>
                <a:gd name="T11" fmla="*/ 161 h 323"/>
              </a:gdLst>
              <a:ahLst/>
              <a:cxnLst>
                <a:cxn ang="0">
                  <a:pos x="T0" y="T1"/>
                </a:cxn>
                <a:cxn ang="0">
                  <a:pos x="T2" y="T3"/>
                </a:cxn>
                <a:cxn ang="0">
                  <a:pos x="T4" y="T5"/>
                </a:cxn>
                <a:cxn ang="0">
                  <a:pos x="T6" y="T7"/>
                </a:cxn>
                <a:cxn ang="0">
                  <a:pos x="T8" y="T9"/>
                </a:cxn>
                <a:cxn ang="0">
                  <a:pos x="T10" y="T11"/>
                </a:cxn>
              </a:cxnLst>
              <a:rect l="0" t="0" r="r" b="b"/>
              <a:pathLst>
                <a:path w="698" h="323">
                  <a:moveTo>
                    <a:pt x="0" y="161"/>
                  </a:moveTo>
                  <a:lnTo>
                    <a:pt x="349" y="0"/>
                  </a:lnTo>
                  <a:lnTo>
                    <a:pt x="698" y="161"/>
                  </a:lnTo>
                  <a:lnTo>
                    <a:pt x="349" y="323"/>
                  </a:lnTo>
                  <a:lnTo>
                    <a:pt x="0" y="161"/>
                  </a:lnTo>
                  <a:lnTo>
                    <a:pt x="0" y="161"/>
                  </a:lnTo>
                  <a:close/>
                </a:path>
              </a:pathLst>
            </a:custGeom>
            <a:solidFill>
              <a:srgbClr val="E8E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17" name="Freeform 21"/>
            <p:cNvSpPr>
              <a:spLocks/>
            </p:cNvSpPr>
            <p:nvPr/>
          </p:nvSpPr>
          <p:spPr bwMode="auto">
            <a:xfrm>
              <a:off x="2671" y="1287"/>
              <a:ext cx="349" cy="527"/>
            </a:xfrm>
            <a:custGeom>
              <a:avLst/>
              <a:gdLst>
                <a:gd name="T0" fmla="*/ 0 w 349"/>
                <a:gd name="T1" fmla="*/ 162 h 527"/>
                <a:gd name="T2" fmla="*/ 0 w 349"/>
                <a:gd name="T3" fmla="*/ 527 h 527"/>
                <a:gd name="T4" fmla="*/ 349 w 349"/>
                <a:gd name="T5" fmla="*/ 365 h 527"/>
                <a:gd name="T6" fmla="*/ 349 w 349"/>
                <a:gd name="T7" fmla="*/ 0 h 527"/>
                <a:gd name="T8" fmla="*/ 0 w 349"/>
                <a:gd name="T9" fmla="*/ 162 h 527"/>
                <a:gd name="T10" fmla="*/ 0 w 349"/>
                <a:gd name="T11" fmla="*/ 162 h 527"/>
              </a:gdLst>
              <a:ahLst/>
              <a:cxnLst>
                <a:cxn ang="0">
                  <a:pos x="T0" y="T1"/>
                </a:cxn>
                <a:cxn ang="0">
                  <a:pos x="T2" y="T3"/>
                </a:cxn>
                <a:cxn ang="0">
                  <a:pos x="T4" y="T5"/>
                </a:cxn>
                <a:cxn ang="0">
                  <a:pos x="T6" y="T7"/>
                </a:cxn>
                <a:cxn ang="0">
                  <a:pos x="T8" y="T9"/>
                </a:cxn>
                <a:cxn ang="0">
                  <a:pos x="T10" y="T11"/>
                </a:cxn>
              </a:cxnLst>
              <a:rect l="0" t="0" r="r" b="b"/>
              <a:pathLst>
                <a:path w="349" h="527">
                  <a:moveTo>
                    <a:pt x="0" y="162"/>
                  </a:moveTo>
                  <a:lnTo>
                    <a:pt x="0" y="527"/>
                  </a:lnTo>
                  <a:lnTo>
                    <a:pt x="349" y="365"/>
                  </a:lnTo>
                  <a:lnTo>
                    <a:pt x="349" y="0"/>
                  </a:lnTo>
                  <a:lnTo>
                    <a:pt x="0" y="162"/>
                  </a:lnTo>
                  <a:lnTo>
                    <a:pt x="0" y="162"/>
                  </a:lnTo>
                  <a:close/>
                </a:path>
              </a:pathLst>
            </a:custGeom>
            <a:solidFill>
              <a:srgbClr val="A9B7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18" name="Freeform 22"/>
            <p:cNvSpPr>
              <a:spLocks/>
            </p:cNvSpPr>
            <p:nvPr/>
          </p:nvSpPr>
          <p:spPr bwMode="auto">
            <a:xfrm>
              <a:off x="2322" y="1287"/>
              <a:ext cx="349" cy="527"/>
            </a:xfrm>
            <a:custGeom>
              <a:avLst/>
              <a:gdLst>
                <a:gd name="T0" fmla="*/ 0 w 349"/>
                <a:gd name="T1" fmla="*/ 0 h 527"/>
                <a:gd name="T2" fmla="*/ 349 w 349"/>
                <a:gd name="T3" fmla="*/ 162 h 527"/>
                <a:gd name="T4" fmla="*/ 349 w 349"/>
                <a:gd name="T5" fmla="*/ 527 h 527"/>
                <a:gd name="T6" fmla="*/ 0 w 349"/>
                <a:gd name="T7" fmla="*/ 365 h 527"/>
                <a:gd name="T8" fmla="*/ 0 w 349"/>
                <a:gd name="T9" fmla="*/ 0 h 527"/>
                <a:gd name="T10" fmla="*/ 0 w 349"/>
                <a:gd name="T11" fmla="*/ 0 h 527"/>
              </a:gdLst>
              <a:ahLst/>
              <a:cxnLst>
                <a:cxn ang="0">
                  <a:pos x="T0" y="T1"/>
                </a:cxn>
                <a:cxn ang="0">
                  <a:pos x="T2" y="T3"/>
                </a:cxn>
                <a:cxn ang="0">
                  <a:pos x="T4" y="T5"/>
                </a:cxn>
                <a:cxn ang="0">
                  <a:pos x="T6" y="T7"/>
                </a:cxn>
                <a:cxn ang="0">
                  <a:pos x="T8" y="T9"/>
                </a:cxn>
                <a:cxn ang="0">
                  <a:pos x="T10" y="T11"/>
                </a:cxn>
              </a:cxnLst>
              <a:rect l="0" t="0" r="r" b="b"/>
              <a:pathLst>
                <a:path w="349" h="527">
                  <a:moveTo>
                    <a:pt x="0" y="0"/>
                  </a:moveTo>
                  <a:lnTo>
                    <a:pt x="349" y="162"/>
                  </a:lnTo>
                  <a:lnTo>
                    <a:pt x="349" y="527"/>
                  </a:lnTo>
                  <a:lnTo>
                    <a:pt x="0" y="365"/>
                  </a:lnTo>
                  <a:lnTo>
                    <a:pt x="0" y="0"/>
                  </a:lnTo>
                  <a:lnTo>
                    <a:pt x="0" y="0"/>
                  </a:lnTo>
                  <a:close/>
                </a:path>
              </a:pathLst>
            </a:custGeom>
            <a:solidFill>
              <a:srgbClr val="C0BE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19" name="Freeform 23"/>
            <p:cNvSpPr>
              <a:spLocks/>
            </p:cNvSpPr>
            <p:nvPr/>
          </p:nvSpPr>
          <p:spPr bwMode="auto">
            <a:xfrm>
              <a:off x="2322" y="1287"/>
              <a:ext cx="349" cy="527"/>
            </a:xfrm>
            <a:custGeom>
              <a:avLst/>
              <a:gdLst>
                <a:gd name="T0" fmla="*/ 0 w 349"/>
                <a:gd name="T1" fmla="*/ 0 h 527"/>
                <a:gd name="T2" fmla="*/ 349 w 349"/>
                <a:gd name="T3" fmla="*/ 162 h 527"/>
                <a:gd name="T4" fmla="*/ 349 w 349"/>
                <a:gd name="T5" fmla="*/ 527 h 527"/>
                <a:gd name="T6" fmla="*/ 0 w 349"/>
                <a:gd name="T7" fmla="*/ 365 h 527"/>
                <a:gd name="T8" fmla="*/ 0 w 349"/>
                <a:gd name="T9" fmla="*/ 0 h 527"/>
                <a:gd name="T10" fmla="*/ 0 w 349"/>
                <a:gd name="T11" fmla="*/ 0 h 527"/>
              </a:gdLst>
              <a:ahLst/>
              <a:cxnLst>
                <a:cxn ang="0">
                  <a:pos x="T0" y="T1"/>
                </a:cxn>
                <a:cxn ang="0">
                  <a:pos x="T2" y="T3"/>
                </a:cxn>
                <a:cxn ang="0">
                  <a:pos x="T4" y="T5"/>
                </a:cxn>
                <a:cxn ang="0">
                  <a:pos x="T6" y="T7"/>
                </a:cxn>
                <a:cxn ang="0">
                  <a:pos x="T8" y="T9"/>
                </a:cxn>
                <a:cxn ang="0">
                  <a:pos x="T10" y="T11"/>
                </a:cxn>
              </a:cxnLst>
              <a:rect l="0" t="0" r="r" b="b"/>
              <a:pathLst>
                <a:path w="349" h="527">
                  <a:moveTo>
                    <a:pt x="0" y="0"/>
                  </a:moveTo>
                  <a:lnTo>
                    <a:pt x="349" y="162"/>
                  </a:lnTo>
                  <a:lnTo>
                    <a:pt x="349" y="527"/>
                  </a:lnTo>
                  <a:lnTo>
                    <a:pt x="0" y="365"/>
                  </a:lnTo>
                  <a:lnTo>
                    <a:pt x="0" y="0"/>
                  </a:lnTo>
                  <a:lnTo>
                    <a:pt x="0" y="0"/>
                  </a:lnTo>
                  <a:close/>
                </a:path>
              </a:pathLst>
            </a:custGeom>
            <a:solidFill>
              <a:srgbClr val="D3D00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sp>
        <p:nvSpPr>
          <p:cNvPr id="174" name="文本框 173"/>
          <p:cNvSpPr txBox="1"/>
          <p:nvPr/>
        </p:nvSpPr>
        <p:spPr>
          <a:xfrm>
            <a:off x="8591696" y="2668235"/>
            <a:ext cx="2856518" cy="830997"/>
          </a:xfrm>
          <a:prstGeom prst="rect">
            <a:avLst/>
          </a:prstGeom>
          <a:noFill/>
        </p:spPr>
        <p:txBody>
          <a:bodyPr wrap="square" rtlCol="0">
            <a:spAutoFit/>
          </a:bodyPr>
          <a:lstStyle/>
          <a:p>
            <a:pPr>
              <a:lnSpc>
                <a:spcPct val="120000"/>
              </a:lnSpc>
            </a:pPr>
            <a:r>
              <a:rPr lang="zh-CN" altLang="en-US" sz="2400" b="1" dirty="0">
                <a:solidFill>
                  <a:srgbClr val="A9B723"/>
                </a:solidFill>
              </a:rPr>
              <a:t>添加标题</a:t>
            </a:r>
            <a:endParaRPr lang="en-US" altLang="zh-CN" sz="2400" b="1" dirty="0">
              <a:solidFill>
                <a:srgbClr val="A9B723"/>
              </a:solidFill>
            </a:endParaRPr>
          </a:p>
          <a:p>
            <a:pPr>
              <a:lnSpc>
                <a:spcPct val="120000"/>
              </a:lnSpc>
            </a:pPr>
            <a:r>
              <a:rPr lang="zh-CN" altLang="en-US" sz="1600" dirty="0">
                <a:solidFill>
                  <a:schemeClr val="tx1">
                    <a:lumMod val="65000"/>
                    <a:lumOff val="35000"/>
                  </a:schemeClr>
                </a:solidFill>
              </a:rPr>
              <a:t>添加内容添加内容</a:t>
            </a:r>
          </a:p>
        </p:txBody>
      </p:sp>
      <p:sp>
        <p:nvSpPr>
          <p:cNvPr id="175" name="文本框 174"/>
          <p:cNvSpPr txBox="1"/>
          <p:nvPr/>
        </p:nvSpPr>
        <p:spPr>
          <a:xfrm>
            <a:off x="675612" y="2668235"/>
            <a:ext cx="2856518" cy="830997"/>
          </a:xfrm>
          <a:prstGeom prst="rect">
            <a:avLst/>
          </a:prstGeom>
          <a:noFill/>
        </p:spPr>
        <p:txBody>
          <a:bodyPr wrap="square" rtlCol="0">
            <a:spAutoFit/>
          </a:bodyPr>
          <a:lstStyle/>
          <a:p>
            <a:pPr algn="r">
              <a:lnSpc>
                <a:spcPct val="120000"/>
              </a:lnSpc>
            </a:pPr>
            <a:r>
              <a:rPr lang="zh-CN" altLang="en-US" sz="2400" b="1" dirty="0">
                <a:solidFill>
                  <a:srgbClr val="FF8900"/>
                </a:solidFill>
              </a:rPr>
              <a:t>添加标题</a:t>
            </a:r>
            <a:endParaRPr lang="en-US" altLang="zh-CN" sz="2400" b="1" dirty="0">
              <a:solidFill>
                <a:srgbClr val="FF8900"/>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76" name="文本框 175"/>
          <p:cNvSpPr txBox="1"/>
          <p:nvPr/>
        </p:nvSpPr>
        <p:spPr>
          <a:xfrm>
            <a:off x="675612" y="4386362"/>
            <a:ext cx="2856518" cy="830997"/>
          </a:xfrm>
          <a:prstGeom prst="rect">
            <a:avLst/>
          </a:prstGeom>
          <a:noFill/>
        </p:spPr>
        <p:txBody>
          <a:bodyPr wrap="square" rtlCol="0">
            <a:spAutoFit/>
          </a:bodyPr>
          <a:lstStyle/>
          <a:p>
            <a:pPr algn="r">
              <a:lnSpc>
                <a:spcPct val="120000"/>
              </a:lnSpc>
            </a:pPr>
            <a:r>
              <a:rPr lang="zh-CN" altLang="en-US" sz="2400" b="1" dirty="0">
                <a:solidFill>
                  <a:srgbClr val="6D5DA5"/>
                </a:solidFill>
              </a:rPr>
              <a:t>添加标题</a:t>
            </a:r>
            <a:endParaRPr lang="en-US" altLang="zh-CN" sz="2400" b="1" dirty="0">
              <a:solidFill>
                <a:srgbClr val="6D5DA5"/>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77" name="文本框 176"/>
          <p:cNvSpPr txBox="1"/>
          <p:nvPr/>
        </p:nvSpPr>
        <p:spPr>
          <a:xfrm>
            <a:off x="8591696" y="4386363"/>
            <a:ext cx="2856518" cy="830997"/>
          </a:xfrm>
          <a:prstGeom prst="rect">
            <a:avLst/>
          </a:prstGeom>
          <a:noFill/>
        </p:spPr>
        <p:txBody>
          <a:bodyPr wrap="square" rtlCol="0">
            <a:spAutoFit/>
          </a:bodyPr>
          <a:lstStyle/>
          <a:p>
            <a:pPr>
              <a:lnSpc>
                <a:spcPct val="120000"/>
              </a:lnSpc>
            </a:pPr>
            <a:r>
              <a:rPr lang="zh-CN" altLang="en-US" sz="2400" b="1" dirty="0">
                <a:solidFill>
                  <a:srgbClr val="007BC6"/>
                </a:solidFill>
              </a:rPr>
              <a:t>添加标题</a:t>
            </a:r>
            <a:endParaRPr lang="en-US" altLang="zh-CN" sz="2400" b="1" dirty="0">
              <a:solidFill>
                <a:srgbClr val="007BC6"/>
              </a:solidFill>
            </a:endParaRPr>
          </a:p>
          <a:p>
            <a:pPr>
              <a:lnSpc>
                <a:spcPct val="120000"/>
              </a:lnSpc>
            </a:pPr>
            <a:r>
              <a:rPr lang="zh-CN" altLang="en-US" sz="1600" dirty="0">
                <a:solidFill>
                  <a:schemeClr val="tx1">
                    <a:lumMod val="65000"/>
                    <a:lumOff val="35000"/>
                  </a:schemeClr>
                </a:solidFill>
              </a:rPr>
              <a:t>添加内容添加内容</a:t>
            </a:r>
          </a:p>
        </p:txBody>
      </p:sp>
      <p:sp>
        <p:nvSpPr>
          <p:cNvPr id="182" name="Freeform 9"/>
          <p:cNvSpPr>
            <a:spLocks noEditPoints="1"/>
          </p:cNvSpPr>
          <p:nvPr/>
        </p:nvSpPr>
        <p:spPr bwMode="auto">
          <a:xfrm>
            <a:off x="3546262" y="2803370"/>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FF890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3" name="Freeform 9"/>
          <p:cNvSpPr>
            <a:spLocks noEditPoints="1"/>
          </p:cNvSpPr>
          <p:nvPr/>
        </p:nvSpPr>
        <p:spPr bwMode="auto">
          <a:xfrm>
            <a:off x="3546262" y="4489482"/>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8276B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4" name="Freeform 9"/>
          <p:cNvSpPr>
            <a:spLocks noEditPoints="1"/>
          </p:cNvSpPr>
          <p:nvPr/>
        </p:nvSpPr>
        <p:spPr bwMode="auto">
          <a:xfrm>
            <a:off x="8332426" y="2803370"/>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B2BE49"/>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5" name="Freeform 9"/>
          <p:cNvSpPr>
            <a:spLocks noEditPoints="1"/>
          </p:cNvSpPr>
          <p:nvPr/>
        </p:nvSpPr>
        <p:spPr bwMode="auto">
          <a:xfrm>
            <a:off x="8332426" y="4489482"/>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007BC6"/>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6" name="文本框 185"/>
          <p:cNvSpPr txBox="1"/>
          <p:nvPr/>
        </p:nvSpPr>
        <p:spPr>
          <a:xfrm>
            <a:off x="4139317" y="1148550"/>
            <a:ext cx="3913366"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187" name="Rectangle 58"/>
          <p:cNvSpPr/>
          <p:nvPr/>
        </p:nvSpPr>
        <p:spPr>
          <a:xfrm>
            <a:off x="3614043" y="1568818"/>
            <a:ext cx="4963915"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单击此处添加副标题</a:t>
            </a:r>
          </a:p>
        </p:txBody>
      </p:sp>
      <p:sp>
        <p:nvSpPr>
          <p:cNvPr id="31"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四项对比</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356967130"/>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四项因果</a:t>
            </a:r>
            <a:endParaRPr lang="zh-CN" altLang="zh-CN" sz="2800" b="1" dirty="0">
              <a:solidFill>
                <a:schemeClr val="tx1">
                  <a:lumMod val="65000"/>
                  <a:lumOff val="35000"/>
                </a:schemeClr>
              </a:solidFill>
            </a:endParaRPr>
          </a:p>
        </p:txBody>
      </p:sp>
      <p:sp>
        <p:nvSpPr>
          <p:cNvPr id="44" name="Freeform 9"/>
          <p:cNvSpPr>
            <a:spLocks/>
          </p:cNvSpPr>
          <p:nvPr/>
        </p:nvSpPr>
        <p:spPr bwMode="auto">
          <a:xfrm>
            <a:off x="4995863" y="2697798"/>
            <a:ext cx="3465513" cy="1614488"/>
          </a:xfrm>
          <a:custGeom>
            <a:avLst/>
            <a:gdLst>
              <a:gd name="T0" fmla="*/ 913 w 922"/>
              <a:gd name="T1" fmla="*/ 201 h 429"/>
              <a:gd name="T2" fmla="*/ 718 w 922"/>
              <a:gd name="T3" fmla="*/ 7 h 429"/>
              <a:gd name="T4" fmla="*/ 706 w 922"/>
              <a:gd name="T5" fmla="*/ 0 h 429"/>
              <a:gd name="T6" fmla="*/ 698 w 922"/>
              <a:gd name="T7" fmla="*/ 12 h 429"/>
              <a:gd name="T8" fmla="*/ 698 w 922"/>
              <a:gd name="T9" fmla="*/ 13 h 429"/>
              <a:gd name="T10" fmla="*/ 699 w 922"/>
              <a:gd name="T11" fmla="*/ 55 h 429"/>
              <a:gd name="T12" fmla="*/ 693 w 922"/>
              <a:gd name="T13" fmla="*/ 61 h 429"/>
              <a:gd name="T14" fmla="*/ 184 w 922"/>
              <a:gd name="T15" fmla="*/ 61 h 429"/>
              <a:gd name="T16" fmla="*/ 54 w 922"/>
              <a:gd name="T17" fmla="*/ 92 h 429"/>
              <a:gd name="T18" fmla="*/ 0 w 922"/>
              <a:gd name="T19" fmla="*/ 131 h 429"/>
              <a:gd name="T20" fmla="*/ 0 w 922"/>
              <a:gd name="T21" fmla="*/ 301 h 429"/>
              <a:gd name="T22" fmla="*/ 16 w 922"/>
              <a:gd name="T23" fmla="*/ 311 h 429"/>
              <a:gd name="T24" fmla="*/ 49 w 922"/>
              <a:gd name="T25" fmla="*/ 337 h 429"/>
              <a:gd name="T26" fmla="*/ 62 w 922"/>
              <a:gd name="T27" fmla="*/ 345 h 429"/>
              <a:gd name="T28" fmla="*/ 67 w 922"/>
              <a:gd name="T29" fmla="*/ 347 h 429"/>
              <a:gd name="T30" fmla="*/ 97 w 922"/>
              <a:gd name="T31" fmla="*/ 356 h 429"/>
              <a:gd name="T32" fmla="*/ 106 w 922"/>
              <a:gd name="T33" fmla="*/ 361 h 429"/>
              <a:gd name="T34" fmla="*/ 149 w 922"/>
              <a:gd name="T35" fmla="*/ 370 h 429"/>
              <a:gd name="T36" fmla="*/ 693 w 922"/>
              <a:gd name="T37" fmla="*/ 370 h 429"/>
              <a:gd name="T38" fmla="*/ 699 w 922"/>
              <a:gd name="T39" fmla="*/ 376 h 429"/>
              <a:gd name="T40" fmla="*/ 698 w 922"/>
              <a:gd name="T41" fmla="*/ 416 h 429"/>
              <a:gd name="T42" fmla="*/ 698 w 922"/>
              <a:gd name="T43" fmla="*/ 418 h 429"/>
              <a:gd name="T44" fmla="*/ 706 w 922"/>
              <a:gd name="T45" fmla="*/ 429 h 429"/>
              <a:gd name="T46" fmla="*/ 718 w 922"/>
              <a:gd name="T47" fmla="*/ 422 h 429"/>
              <a:gd name="T48" fmla="*/ 913 w 922"/>
              <a:gd name="T49" fmla="*/ 229 h 429"/>
              <a:gd name="T50" fmla="*/ 922 w 922"/>
              <a:gd name="T51" fmla="*/ 215 h 429"/>
              <a:gd name="T52" fmla="*/ 913 w 922"/>
              <a:gd name="T53" fmla="*/ 201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22" h="429">
                <a:moveTo>
                  <a:pt x="913" y="201"/>
                </a:moveTo>
                <a:cubicBezTo>
                  <a:pt x="718" y="7"/>
                  <a:pt x="718" y="7"/>
                  <a:pt x="718" y="7"/>
                </a:cubicBezTo>
                <a:cubicBezTo>
                  <a:pt x="712" y="1"/>
                  <a:pt x="708" y="0"/>
                  <a:pt x="706" y="0"/>
                </a:cubicBezTo>
                <a:cubicBezTo>
                  <a:pt x="701" y="0"/>
                  <a:pt x="699" y="7"/>
                  <a:pt x="698" y="12"/>
                </a:cubicBezTo>
                <a:cubicBezTo>
                  <a:pt x="698" y="12"/>
                  <a:pt x="698" y="13"/>
                  <a:pt x="698" y="13"/>
                </a:cubicBezTo>
                <a:cubicBezTo>
                  <a:pt x="699" y="55"/>
                  <a:pt x="699" y="55"/>
                  <a:pt x="699" y="55"/>
                </a:cubicBezTo>
                <a:cubicBezTo>
                  <a:pt x="699" y="58"/>
                  <a:pt x="696" y="61"/>
                  <a:pt x="693" y="61"/>
                </a:cubicBezTo>
                <a:cubicBezTo>
                  <a:pt x="184" y="61"/>
                  <a:pt x="184" y="61"/>
                  <a:pt x="184" y="61"/>
                </a:cubicBezTo>
                <a:cubicBezTo>
                  <a:pt x="184" y="61"/>
                  <a:pt x="120" y="57"/>
                  <a:pt x="54" y="92"/>
                </a:cubicBezTo>
                <a:cubicBezTo>
                  <a:pt x="24" y="108"/>
                  <a:pt x="0" y="131"/>
                  <a:pt x="0" y="131"/>
                </a:cubicBezTo>
                <a:cubicBezTo>
                  <a:pt x="0" y="301"/>
                  <a:pt x="0" y="301"/>
                  <a:pt x="0" y="301"/>
                </a:cubicBezTo>
                <a:cubicBezTo>
                  <a:pt x="5" y="304"/>
                  <a:pt x="11" y="308"/>
                  <a:pt x="16" y="311"/>
                </a:cubicBezTo>
                <a:cubicBezTo>
                  <a:pt x="26" y="319"/>
                  <a:pt x="44" y="333"/>
                  <a:pt x="49" y="337"/>
                </a:cubicBezTo>
                <a:cubicBezTo>
                  <a:pt x="53" y="340"/>
                  <a:pt x="58" y="343"/>
                  <a:pt x="62" y="345"/>
                </a:cubicBezTo>
                <a:cubicBezTo>
                  <a:pt x="63" y="346"/>
                  <a:pt x="65" y="346"/>
                  <a:pt x="67" y="347"/>
                </a:cubicBezTo>
                <a:cubicBezTo>
                  <a:pt x="77" y="350"/>
                  <a:pt x="87" y="353"/>
                  <a:pt x="97" y="356"/>
                </a:cubicBezTo>
                <a:cubicBezTo>
                  <a:pt x="100" y="357"/>
                  <a:pt x="103" y="359"/>
                  <a:pt x="106" y="361"/>
                </a:cubicBezTo>
                <a:cubicBezTo>
                  <a:pt x="120" y="364"/>
                  <a:pt x="135" y="367"/>
                  <a:pt x="149" y="370"/>
                </a:cubicBezTo>
                <a:cubicBezTo>
                  <a:pt x="693" y="370"/>
                  <a:pt x="693" y="370"/>
                  <a:pt x="693" y="370"/>
                </a:cubicBezTo>
                <a:cubicBezTo>
                  <a:pt x="696" y="370"/>
                  <a:pt x="699" y="372"/>
                  <a:pt x="699" y="376"/>
                </a:cubicBezTo>
                <a:cubicBezTo>
                  <a:pt x="698" y="416"/>
                  <a:pt x="698" y="416"/>
                  <a:pt x="698" y="416"/>
                </a:cubicBezTo>
                <a:cubicBezTo>
                  <a:pt x="698" y="417"/>
                  <a:pt x="698" y="417"/>
                  <a:pt x="698" y="418"/>
                </a:cubicBezTo>
                <a:cubicBezTo>
                  <a:pt x="699" y="422"/>
                  <a:pt x="701" y="429"/>
                  <a:pt x="706" y="429"/>
                </a:cubicBezTo>
                <a:cubicBezTo>
                  <a:pt x="708" y="429"/>
                  <a:pt x="712" y="428"/>
                  <a:pt x="718" y="422"/>
                </a:cubicBezTo>
                <a:cubicBezTo>
                  <a:pt x="913" y="229"/>
                  <a:pt x="913" y="229"/>
                  <a:pt x="913" y="229"/>
                </a:cubicBezTo>
                <a:cubicBezTo>
                  <a:pt x="920" y="222"/>
                  <a:pt x="922" y="219"/>
                  <a:pt x="922" y="215"/>
                </a:cubicBezTo>
                <a:cubicBezTo>
                  <a:pt x="922" y="211"/>
                  <a:pt x="920" y="207"/>
                  <a:pt x="913" y="201"/>
                </a:cubicBezTo>
                <a:close/>
              </a:path>
            </a:pathLst>
          </a:custGeom>
          <a:solidFill>
            <a:srgbClr val="009D8C"/>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47" name="Freeform 5"/>
          <p:cNvSpPr>
            <a:spLocks/>
          </p:cNvSpPr>
          <p:nvPr/>
        </p:nvSpPr>
        <p:spPr bwMode="auto">
          <a:xfrm>
            <a:off x="3143250" y="1934211"/>
            <a:ext cx="3127375" cy="1812925"/>
          </a:xfrm>
          <a:custGeom>
            <a:avLst/>
            <a:gdLst>
              <a:gd name="T0" fmla="*/ 798 w 832"/>
              <a:gd name="T1" fmla="*/ 330 h 482"/>
              <a:gd name="T2" fmla="*/ 722 w 832"/>
              <a:gd name="T3" fmla="*/ 328 h 482"/>
              <a:gd name="T4" fmla="*/ 709 w 832"/>
              <a:gd name="T5" fmla="*/ 326 h 482"/>
              <a:gd name="T6" fmla="*/ 705 w 832"/>
              <a:gd name="T7" fmla="*/ 325 h 482"/>
              <a:gd name="T8" fmla="*/ 704 w 832"/>
              <a:gd name="T9" fmla="*/ 324 h 482"/>
              <a:gd name="T10" fmla="*/ 702 w 832"/>
              <a:gd name="T11" fmla="*/ 322 h 482"/>
              <a:gd name="T12" fmla="*/ 696 w 832"/>
              <a:gd name="T13" fmla="*/ 317 h 482"/>
              <a:gd name="T14" fmla="*/ 651 w 832"/>
              <a:gd name="T15" fmla="*/ 276 h 482"/>
              <a:gd name="T16" fmla="*/ 479 w 832"/>
              <a:gd name="T17" fmla="*/ 114 h 482"/>
              <a:gd name="T18" fmla="*/ 427 w 832"/>
              <a:gd name="T19" fmla="*/ 74 h 482"/>
              <a:gd name="T20" fmla="*/ 389 w 832"/>
              <a:gd name="T21" fmla="*/ 51 h 482"/>
              <a:gd name="T22" fmla="*/ 327 w 832"/>
              <a:gd name="T23" fmla="*/ 28 h 482"/>
              <a:gd name="T24" fmla="*/ 263 w 832"/>
              <a:gd name="T25" fmla="*/ 21 h 482"/>
              <a:gd name="T26" fmla="*/ 199 w 832"/>
              <a:gd name="T27" fmla="*/ 21 h 482"/>
              <a:gd name="T28" fmla="*/ 199 w 832"/>
              <a:gd name="T29" fmla="*/ 21 h 482"/>
              <a:gd name="T30" fmla="*/ 104 w 832"/>
              <a:gd name="T31" fmla="*/ 21 h 482"/>
              <a:gd name="T32" fmla="*/ 101 w 832"/>
              <a:gd name="T33" fmla="*/ 18 h 482"/>
              <a:gd name="T34" fmla="*/ 101 w 832"/>
              <a:gd name="T35" fmla="*/ 6 h 482"/>
              <a:gd name="T36" fmla="*/ 101 w 832"/>
              <a:gd name="T37" fmla="*/ 5 h 482"/>
              <a:gd name="T38" fmla="*/ 98 w 832"/>
              <a:gd name="T39" fmla="*/ 0 h 482"/>
              <a:gd name="T40" fmla="*/ 92 w 832"/>
              <a:gd name="T41" fmla="*/ 3 h 482"/>
              <a:gd name="T42" fmla="*/ 4 w 832"/>
              <a:gd name="T43" fmla="*/ 90 h 482"/>
              <a:gd name="T44" fmla="*/ 0 w 832"/>
              <a:gd name="T45" fmla="*/ 97 h 482"/>
              <a:gd name="T46" fmla="*/ 4 w 832"/>
              <a:gd name="T47" fmla="*/ 103 h 482"/>
              <a:gd name="T48" fmla="*/ 92 w 832"/>
              <a:gd name="T49" fmla="*/ 190 h 482"/>
              <a:gd name="T50" fmla="*/ 98 w 832"/>
              <a:gd name="T51" fmla="*/ 193 h 482"/>
              <a:gd name="T52" fmla="*/ 101 w 832"/>
              <a:gd name="T53" fmla="*/ 188 h 482"/>
              <a:gd name="T54" fmla="*/ 101 w 832"/>
              <a:gd name="T55" fmla="*/ 188 h 482"/>
              <a:gd name="T56" fmla="*/ 101 w 832"/>
              <a:gd name="T57" fmla="*/ 175 h 482"/>
              <a:gd name="T58" fmla="*/ 104 w 832"/>
              <a:gd name="T59" fmla="*/ 172 h 482"/>
              <a:gd name="T60" fmla="*/ 199 w 832"/>
              <a:gd name="T61" fmla="*/ 172 h 482"/>
              <a:gd name="T62" fmla="*/ 199 w 832"/>
              <a:gd name="T63" fmla="*/ 172 h 482"/>
              <a:gd name="T64" fmla="*/ 263 w 832"/>
              <a:gd name="T65" fmla="*/ 172 h 482"/>
              <a:gd name="T66" fmla="*/ 280 w 832"/>
              <a:gd name="T67" fmla="*/ 173 h 482"/>
              <a:gd name="T68" fmla="*/ 305 w 832"/>
              <a:gd name="T69" fmla="*/ 179 h 482"/>
              <a:gd name="T70" fmla="*/ 327 w 832"/>
              <a:gd name="T71" fmla="*/ 191 h 482"/>
              <a:gd name="T72" fmla="*/ 374 w 832"/>
              <a:gd name="T73" fmla="*/ 227 h 482"/>
              <a:gd name="T74" fmla="*/ 543 w 832"/>
              <a:gd name="T75" fmla="*/ 387 h 482"/>
              <a:gd name="T76" fmla="*/ 587 w 832"/>
              <a:gd name="T77" fmla="*/ 426 h 482"/>
              <a:gd name="T78" fmla="*/ 593 w 832"/>
              <a:gd name="T79" fmla="*/ 431 h 482"/>
              <a:gd name="T80" fmla="*/ 612 w 832"/>
              <a:gd name="T81" fmla="*/ 447 h 482"/>
              <a:gd name="T82" fmla="*/ 657 w 832"/>
              <a:gd name="T83" fmla="*/ 469 h 482"/>
              <a:gd name="T84" fmla="*/ 722 w 832"/>
              <a:gd name="T85" fmla="*/ 479 h 482"/>
              <a:gd name="T86" fmla="*/ 790 w 832"/>
              <a:gd name="T87" fmla="*/ 480 h 482"/>
              <a:gd name="T88" fmla="*/ 812 w 832"/>
              <a:gd name="T89" fmla="*/ 482 h 482"/>
              <a:gd name="T90" fmla="*/ 817 w 832"/>
              <a:gd name="T91" fmla="*/ 482 h 482"/>
              <a:gd name="T92" fmla="*/ 819 w 832"/>
              <a:gd name="T93" fmla="*/ 482 h 482"/>
              <a:gd name="T94" fmla="*/ 819 w 832"/>
              <a:gd name="T95" fmla="*/ 482 h 482"/>
              <a:gd name="T96" fmla="*/ 819 w 832"/>
              <a:gd name="T97" fmla="*/ 482 h 482"/>
              <a:gd name="T98" fmla="*/ 819 w 832"/>
              <a:gd name="T99" fmla="*/ 482 h 482"/>
              <a:gd name="T100" fmla="*/ 821 w 832"/>
              <a:gd name="T101" fmla="*/ 456 h 482"/>
              <a:gd name="T102" fmla="*/ 832 w 832"/>
              <a:gd name="T103" fmla="*/ 332 h 482"/>
              <a:gd name="T104" fmla="*/ 798 w 832"/>
              <a:gd name="T105" fmla="*/ 330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32" h="482">
                <a:moveTo>
                  <a:pt x="798" y="330"/>
                </a:moveTo>
                <a:cubicBezTo>
                  <a:pt x="778" y="329"/>
                  <a:pt x="751" y="328"/>
                  <a:pt x="722" y="328"/>
                </a:cubicBezTo>
                <a:cubicBezTo>
                  <a:pt x="716" y="328"/>
                  <a:pt x="712" y="327"/>
                  <a:pt x="709" y="326"/>
                </a:cubicBezTo>
                <a:cubicBezTo>
                  <a:pt x="707" y="326"/>
                  <a:pt x="706" y="325"/>
                  <a:pt x="705" y="325"/>
                </a:cubicBezTo>
                <a:cubicBezTo>
                  <a:pt x="705" y="324"/>
                  <a:pt x="704" y="324"/>
                  <a:pt x="704" y="324"/>
                </a:cubicBezTo>
                <a:cubicBezTo>
                  <a:pt x="702" y="322"/>
                  <a:pt x="702" y="322"/>
                  <a:pt x="702" y="322"/>
                </a:cubicBezTo>
                <a:cubicBezTo>
                  <a:pt x="696" y="317"/>
                  <a:pt x="696" y="317"/>
                  <a:pt x="696" y="317"/>
                </a:cubicBezTo>
                <a:cubicBezTo>
                  <a:pt x="696" y="317"/>
                  <a:pt x="678" y="301"/>
                  <a:pt x="651" y="276"/>
                </a:cubicBezTo>
                <a:cubicBezTo>
                  <a:pt x="624" y="252"/>
                  <a:pt x="502" y="134"/>
                  <a:pt x="479" y="114"/>
                </a:cubicBezTo>
                <a:cubicBezTo>
                  <a:pt x="461" y="99"/>
                  <a:pt x="444" y="86"/>
                  <a:pt x="427" y="74"/>
                </a:cubicBezTo>
                <a:cubicBezTo>
                  <a:pt x="415" y="65"/>
                  <a:pt x="402" y="58"/>
                  <a:pt x="389" y="51"/>
                </a:cubicBezTo>
                <a:cubicBezTo>
                  <a:pt x="369" y="41"/>
                  <a:pt x="348" y="33"/>
                  <a:pt x="327" y="28"/>
                </a:cubicBezTo>
                <a:cubicBezTo>
                  <a:pt x="306" y="23"/>
                  <a:pt x="284" y="21"/>
                  <a:pt x="263" y="21"/>
                </a:cubicBezTo>
                <a:cubicBezTo>
                  <a:pt x="245" y="21"/>
                  <a:pt x="218" y="21"/>
                  <a:pt x="199" y="21"/>
                </a:cubicBezTo>
                <a:cubicBezTo>
                  <a:pt x="199" y="21"/>
                  <a:pt x="199" y="21"/>
                  <a:pt x="199" y="21"/>
                </a:cubicBezTo>
                <a:cubicBezTo>
                  <a:pt x="104" y="21"/>
                  <a:pt x="104" y="21"/>
                  <a:pt x="104" y="21"/>
                </a:cubicBezTo>
                <a:cubicBezTo>
                  <a:pt x="102" y="21"/>
                  <a:pt x="101" y="20"/>
                  <a:pt x="101" y="18"/>
                </a:cubicBezTo>
                <a:cubicBezTo>
                  <a:pt x="101" y="6"/>
                  <a:pt x="101" y="6"/>
                  <a:pt x="101" y="6"/>
                </a:cubicBezTo>
                <a:cubicBezTo>
                  <a:pt x="101" y="6"/>
                  <a:pt x="101" y="5"/>
                  <a:pt x="101" y="5"/>
                </a:cubicBezTo>
                <a:cubicBezTo>
                  <a:pt x="101" y="3"/>
                  <a:pt x="100" y="0"/>
                  <a:pt x="98" y="0"/>
                </a:cubicBezTo>
                <a:cubicBezTo>
                  <a:pt x="97" y="0"/>
                  <a:pt x="95" y="0"/>
                  <a:pt x="92" y="3"/>
                </a:cubicBezTo>
                <a:cubicBezTo>
                  <a:pt x="4" y="90"/>
                  <a:pt x="4" y="90"/>
                  <a:pt x="4" y="90"/>
                </a:cubicBezTo>
                <a:cubicBezTo>
                  <a:pt x="1" y="93"/>
                  <a:pt x="0" y="95"/>
                  <a:pt x="0" y="97"/>
                </a:cubicBezTo>
                <a:cubicBezTo>
                  <a:pt x="0" y="98"/>
                  <a:pt x="1" y="100"/>
                  <a:pt x="4" y="103"/>
                </a:cubicBezTo>
                <a:cubicBezTo>
                  <a:pt x="92" y="190"/>
                  <a:pt x="92" y="190"/>
                  <a:pt x="92" y="190"/>
                </a:cubicBezTo>
                <a:cubicBezTo>
                  <a:pt x="95" y="193"/>
                  <a:pt x="97" y="193"/>
                  <a:pt x="98" y="193"/>
                </a:cubicBezTo>
                <a:cubicBezTo>
                  <a:pt x="100" y="193"/>
                  <a:pt x="101" y="190"/>
                  <a:pt x="101" y="188"/>
                </a:cubicBezTo>
                <a:cubicBezTo>
                  <a:pt x="101" y="188"/>
                  <a:pt x="101" y="188"/>
                  <a:pt x="101" y="188"/>
                </a:cubicBezTo>
                <a:cubicBezTo>
                  <a:pt x="101" y="175"/>
                  <a:pt x="101" y="175"/>
                  <a:pt x="101" y="175"/>
                </a:cubicBezTo>
                <a:cubicBezTo>
                  <a:pt x="101" y="173"/>
                  <a:pt x="102" y="172"/>
                  <a:pt x="104" y="172"/>
                </a:cubicBezTo>
                <a:cubicBezTo>
                  <a:pt x="199" y="172"/>
                  <a:pt x="199" y="172"/>
                  <a:pt x="199" y="172"/>
                </a:cubicBezTo>
                <a:cubicBezTo>
                  <a:pt x="199" y="172"/>
                  <a:pt x="199" y="172"/>
                  <a:pt x="199" y="172"/>
                </a:cubicBezTo>
                <a:cubicBezTo>
                  <a:pt x="218" y="172"/>
                  <a:pt x="245" y="172"/>
                  <a:pt x="263" y="172"/>
                </a:cubicBezTo>
                <a:cubicBezTo>
                  <a:pt x="269" y="172"/>
                  <a:pt x="275" y="172"/>
                  <a:pt x="280" y="173"/>
                </a:cubicBezTo>
                <a:cubicBezTo>
                  <a:pt x="288" y="174"/>
                  <a:pt x="296" y="176"/>
                  <a:pt x="305" y="179"/>
                </a:cubicBezTo>
                <a:cubicBezTo>
                  <a:pt x="311" y="182"/>
                  <a:pt x="319" y="186"/>
                  <a:pt x="327" y="191"/>
                </a:cubicBezTo>
                <a:cubicBezTo>
                  <a:pt x="340" y="199"/>
                  <a:pt x="356" y="211"/>
                  <a:pt x="374" y="227"/>
                </a:cubicBezTo>
                <a:cubicBezTo>
                  <a:pt x="393" y="243"/>
                  <a:pt x="515" y="361"/>
                  <a:pt x="543" y="387"/>
                </a:cubicBezTo>
                <a:cubicBezTo>
                  <a:pt x="564" y="406"/>
                  <a:pt x="580" y="420"/>
                  <a:pt x="587" y="426"/>
                </a:cubicBezTo>
                <a:cubicBezTo>
                  <a:pt x="589" y="427"/>
                  <a:pt x="591" y="429"/>
                  <a:pt x="593" y="431"/>
                </a:cubicBezTo>
                <a:cubicBezTo>
                  <a:pt x="598" y="436"/>
                  <a:pt x="604" y="441"/>
                  <a:pt x="612" y="447"/>
                </a:cubicBezTo>
                <a:cubicBezTo>
                  <a:pt x="624" y="455"/>
                  <a:pt x="639" y="463"/>
                  <a:pt x="657" y="469"/>
                </a:cubicBezTo>
                <a:cubicBezTo>
                  <a:pt x="676" y="475"/>
                  <a:pt x="698" y="479"/>
                  <a:pt x="722" y="479"/>
                </a:cubicBezTo>
                <a:cubicBezTo>
                  <a:pt x="747" y="479"/>
                  <a:pt x="772" y="479"/>
                  <a:pt x="790" y="480"/>
                </a:cubicBezTo>
                <a:cubicBezTo>
                  <a:pt x="799" y="481"/>
                  <a:pt x="807" y="481"/>
                  <a:pt x="812" y="482"/>
                </a:cubicBezTo>
                <a:cubicBezTo>
                  <a:pt x="814" y="482"/>
                  <a:pt x="816" y="482"/>
                  <a:pt x="817" y="482"/>
                </a:cubicBezTo>
                <a:cubicBezTo>
                  <a:pt x="818" y="482"/>
                  <a:pt x="819" y="482"/>
                  <a:pt x="819" y="482"/>
                </a:cubicBezTo>
                <a:cubicBezTo>
                  <a:pt x="819" y="482"/>
                  <a:pt x="819" y="482"/>
                  <a:pt x="819" y="482"/>
                </a:cubicBezTo>
                <a:cubicBezTo>
                  <a:pt x="819" y="482"/>
                  <a:pt x="819" y="482"/>
                  <a:pt x="819" y="482"/>
                </a:cubicBezTo>
                <a:cubicBezTo>
                  <a:pt x="819" y="482"/>
                  <a:pt x="819" y="482"/>
                  <a:pt x="819" y="482"/>
                </a:cubicBezTo>
                <a:cubicBezTo>
                  <a:pt x="821" y="456"/>
                  <a:pt x="821" y="456"/>
                  <a:pt x="821" y="456"/>
                </a:cubicBezTo>
                <a:cubicBezTo>
                  <a:pt x="832" y="332"/>
                  <a:pt x="832" y="332"/>
                  <a:pt x="832" y="332"/>
                </a:cubicBezTo>
                <a:cubicBezTo>
                  <a:pt x="831" y="332"/>
                  <a:pt x="818" y="331"/>
                  <a:pt x="798" y="330"/>
                </a:cubicBezTo>
                <a:close/>
              </a:path>
            </a:pathLst>
          </a:custGeom>
          <a:solidFill>
            <a:srgbClr val="F08536"/>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48" name="Freeform 6"/>
          <p:cNvSpPr>
            <a:spLocks/>
          </p:cNvSpPr>
          <p:nvPr/>
        </p:nvSpPr>
        <p:spPr bwMode="auto">
          <a:xfrm>
            <a:off x="3143250" y="3269298"/>
            <a:ext cx="3130550" cy="1814513"/>
          </a:xfrm>
          <a:custGeom>
            <a:avLst/>
            <a:gdLst>
              <a:gd name="T0" fmla="*/ 820 w 833"/>
              <a:gd name="T1" fmla="*/ 0 h 482"/>
              <a:gd name="T2" fmla="*/ 822 w 833"/>
              <a:gd name="T3" fmla="*/ 26 h 482"/>
              <a:gd name="T4" fmla="*/ 820 w 833"/>
              <a:gd name="T5" fmla="*/ 0 h 482"/>
              <a:gd name="T6" fmla="*/ 790 w 833"/>
              <a:gd name="T7" fmla="*/ 2 h 482"/>
              <a:gd name="T8" fmla="*/ 723 w 833"/>
              <a:gd name="T9" fmla="*/ 3 h 482"/>
              <a:gd name="T10" fmla="*/ 665 w 833"/>
              <a:gd name="T11" fmla="*/ 11 h 482"/>
              <a:gd name="T12" fmla="*/ 631 w 833"/>
              <a:gd name="T13" fmla="*/ 25 h 482"/>
              <a:gd name="T14" fmla="*/ 597 w 833"/>
              <a:gd name="T15" fmla="*/ 48 h 482"/>
              <a:gd name="T16" fmla="*/ 588 w 833"/>
              <a:gd name="T17" fmla="*/ 56 h 482"/>
              <a:gd name="T18" fmla="*/ 544 w 833"/>
              <a:gd name="T19" fmla="*/ 95 h 482"/>
              <a:gd name="T20" fmla="*/ 374 w 833"/>
              <a:gd name="T21" fmla="*/ 256 h 482"/>
              <a:gd name="T22" fmla="*/ 337 w 833"/>
              <a:gd name="T23" fmla="*/ 285 h 482"/>
              <a:gd name="T24" fmla="*/ 316 w 833"/>
              <a:gd name="T25" fmla="*/ 298 h 482"/>
              <a:gd name="T26" fmla="*/ 291 w 833"/>
              <a:gd name="T27" fmla="*/ 307 h 482"/>
              <a:gd name="T28" fmla="*/ 264 w 833"/>
              <a:gd name="T29" fmla="*/ 310 h 482"/>
              <a:gd name="T30" fmla="*/ 104 w 833"/>
              <a:gd name="T31" fmla="*/ 310 h 482"/>
              <a:gd name="T32" fmla="*/ 101 w 833"/>
              <a:gd name="T33" fmla="*/ 307 h 482"/>
              <a:gd name="T34" fmla="*/ 101 w 833"/>
              <a:gd name="T35" fmla="*/ 295 h 482"/>
              <a:gd name="T36" fmla="*/ 101 w 833"/>
              <a:gd name="T37" fmla="*/ 294 h 482"/>
              <a:gd name="T38" fmla="*/ 98 w 833"/>
              <a:gd name="T39" fmla="*/ 289 h 482"/>
              <a:gd name="T40" fmla="*/ 92 w 833"/>
              <a:gd name="T41" fmla="*/ 292 h 482"/>
              <a:gd name="T42" fmla="*/ 4 w 833"/>
              <a:gd name="T43" fmla="*/ 379 h 482"/>
              <a:gd name="T44" fmla="*/ 0 w 833"/>
              <a:gd name="T45" fmla="*/ 386 h 482"/>
              <a:gd name="T46" fmla="*/ 4 w 833"/>
              <a:gd name="T47" fmla="*/ 392 h 482"/>
              <a:gd name="T48" fmla="*/ 92 w 833"/>
              <a:gd name="T49" fmla="*/ 479 h 482"/>
              <a:gd name="T50" fmla="*/ 98 w 833"/>
              <a:gd name="T51" fmla="*/ 482 h 482"/>
              <a:gd name="T52" fmla="*/ 101 w 833"/>
              <a:gd name="T53" fmla="*/ 477 h 482"/>
              <a:gd name="T54" fmla="*/ 101 w 833"/>
              <a:gd name="T55" fmla="*/ 477 h 482"/>
              <a:gd name="T56" fmla="*/ 101 w 833"/>
              <a:gd name="T57" fmla="*/ 464 h 482"/>
              <a:gd name="T58" fmla="*/ 104 w 833"/>
              <a:gd name="T59" fmla="*/ 461 h 482"/>
              <a:gd name="T60" fmla="*/ 264 w 833"/>
              <a:gd name="T61" fmla="*/ 461 h 482"/>
              <a:gd name="T62" fmla="*/ 302 w 833"/>
              <a:gd name="T63" fmla="*/ 459 h 482"/>
              <a:gd name="T64" fmla="*/ 367 w 833"/>
              <a:gd name="T65" fmla="*/ 441 h 482"/>
              <a:gd name="T66" fmla="*/ 414 w 833"/>
              <a:gd name="T67" fmla="*/ 417 h 482"/>
              <a:gd name="T68" fmla="*/ 481 w 833"/>
              <a:gd name="T69" fmla="*/ 367 h 482"/>
              <a:gd name="T70" fmla="*/ 652 w 833"/>
              <a:gd name="T71" fmla="*/ 205 h 482"/>
              <a:gd name="T72" fmla="*/ 685 w 833"/>
              <a:gd name="T73" fmla="*/ 176 h 482"/>
              <a:gd name="T74" fmla="*/ 694 w 833"/>
              <a:gd name="T75" fmla="*/ 168 h 482"/>
              <a:gd name="T76" fmla="*/ 697 w 833"/>
              <a:gd name="T77" fmla="*/ 166 h 482"/>
              <a:gd name="T78" fmla="*/ 697 w 833"/>
              <a:gd name="T79" fmla="*/ 165 h 482"/>
              <a:gd name="T80" fmla="*/ 697 w 833"/>
              <a:gd name="T81" fmla="*/ 165 h 482"/>
              <a:gd name="T82" fmla="*/ 697 w 833"/>
              <a:gd name="T83" fmla="*/ 165 h 482"/>
              <a:gd name="T84" fmla="*/ 703 w 833"/>
              <a:gd name="T85" fmla="*/ 160 h 482"/>
              <a:gd name="T86" fmla="*/ 705 w 833"/>
              <a:gd name="T87" fmla="*/ 158 h 482"/>
              <a:gd name="T88" fmla="*/ 708 w 833"/>
              <a:gd name="T89" fmla="*/ 156 h 482"/>
              <a:gd name="T90" fmla="*/ 723 w 833"/>
              <a:gd name="T91" fmla="*/ 154 h 482"/>
              <a:gd name="T92" fmla="*/ 799 w 833"/>
              <a:gd name="T93" fmla="*/ 152 h 482"/>
              <a:gd name="T94" fmla="*/ 833 w 833"/>
              <a:gd name="T95" fmla="*/ 150 h 482"/>
              <a:gd name="T96" fmla="*/ 820 w 833"/>
              <a:gd name="T97" fmla="*/ 0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33" h="482">
                <a:moveTo>
                  <a:pt x="820" y="0"/>
                </a:moveTo>
                <a:cubicBezTo>
                  <a:pt x="822" y="26"/>
                  <a:pt x="822" y="26"/>
                  <a:pt x="822" y="26"/>
                </a:cubicBezTo>
                <a:cubicBezTo>
                  <a:pt x="820" y="0"/>
                  <a:pt x="820" y="0"/>
                  <a:pt x="820" y="0"/>
                </a:cubicBezTo>
                <a:cubicBezTo>
                  <a:pt x="820" y="0"/>
                  <a:pt x="808" y="1"/>
                  <a:pt x="790" y="2"/>
                </a:cubicBezTo>
                <a:cubicBezTo>
                  <a:pt x="772" y="2"/>
                  <a:pt x="748" y="3"/>
                  <a:pt x="723" y="3"/>
                </a:cubicBezTo>
                <a:cubicBezTo>
                  <a:pt x="701" y="3"/>
                  <a:pt x="682" y="6"/>
                  <a:pt x="665" y="11"/>
                </a:cubicBezTo>
                <a:cubicBezTo>
                  <a:pt x="652" y="15"/>
                  <a:pt x="641" y="20"/>
                  <a:pt x="631" y="25"/>
                </a:cubicBezTo>
                <a:cubicBezTo>
                  <a:pt x="616" y="32"/>
                  <a:pt x="605" y="41"/>
                  <a:pt x="597" y="48"/>
                </a:cubicBezTo>
                <a:cubicBezTo>
                  <a:pt x="593" y="51"/>
                  <a:pt x="591" y="54"/>
                  <a:pt x="588" y="56"/>
                </a:cubicBezTo>
                <a:cubicBezTo>
                  <a:pt x="581" y="62"/>
                  <a:pt x="565" y="76"/>
                  <a:pt x="544" y="95"/>
                </a:cubicBezTo>
                <a:cubicBezTo>
                  <a:pt x="516" y="121"/>
                  <a:pt x="393" y="240"/>
                  <a:pt x="374" y="256"/>
                </a:cubicBezTo>
                <a:cubicBezTo>
                  <a:pt x="360" y="268"/>
                  <a:pt x="348" y="278"/>
                  <a:pt x="337" y="285"/>
                </a:cubicBezTo>
                <a:cubicBezTo>
                  <a:pt x="329" y="290"/>
                  <a:pt x="322" y="295"/>
                  <a:pt x="316" y="298"/>
                </a:cubicBezTo>
                <a:cubicBezTo>
                  <a:pt x="306" y="303"/>
                  <a:pt x="298" y="305"/>
                  <a:pt x="291" y="307"/>
                </a:cubicBezTo>
                <a:cubicBezTo>
                  <a:pt x="283" y="309"/>
                  <a:pt x="275" y="310"/>
                  <a:pt x="264" y="310"/>
                </a:cubicBezTo>
                <a:cubicBezTo>
                  <a:pt x="232" y="310"/>
                  <a:pt x="104" y="310"/>
                  <a:pt x="104" y="310"/>
                </a:cubicBezTo>
                <a:cubicBezTo>
                  <a:pt x="102" y="310"/>
                  <a:pt x="101" y="309"/>
                  <a:pt x="101" y="307"/>
                </a:cubicBezTo>
                <a:cubicBezTo>
                  <a:pt x="101" y="295"/>
                  <a:pt x="101" y="295"/>
                  <a:pt x="101" y="295"/>
                </a:cubicBezTo>
                <a:cubicBezTo>
                  <a:pt x="101" y="295"/>
                  <a:pt x="101" y="295"/>
                  <a:pt x="101" y="294"/>
                </a:cubicBezTo>
                <a:cubicBezTo>
                  <a:pt x="101" y="292"/>
                  <a:pt x="100" y="289"/>
                  <a:pt x="98" y="289"/>
                </a:cubicBezTo>
                <a:cubicBezTo>
                  <a:pt x="97" y="289"/>
                  <a:pt x="95" y="290"/>
                  <a:pt x="92" y="292"/>
                </a:cubicBezTo>
                <a:cubicBezTo>
                  <a:pt x="4" y="379"/>
                  <a:pt x="4" y="379"/>
                  <a:pt x="4" y="379"/>
                </a:cubicBezTo>
                <a:cubicBezTo>
                  <a:pt x="1" y="382"/>
                  <a:pt x="0" y="384"/>
                  <a:pt x="0" y="386"/>
                </a:cubicBezTo>
                <a:cubicBezTo>
                  <a:pt x="0" y="388"/>
                  <a:pt x="1" y="389"/>
                  <a:pt x="4" y="392"/>
                </a:cubicBezTo>
                <a:cubicBezTo>
                  <a:pt x="92" y="479"/>
                  <a:pt x="92" y="479"/>
                  <a:pt x="92" y="479"/>
                </a:cubicBezTo>
                <a:cubicBezTo>
                  <a:pt x="95" y="482"/>
                  <a:pt x="97" y="482"/>
                  <a:pt x="98" y="482"/>
                </a:cubicBezTo>
                <a:cubicBezTo>
                  <a:pt x="100" y="482"/>
                  <a:pt x="101" y="479"/>
                  <a:pt x="101" y="477"/>
                </a:cubicBezTo>
                <a:cubicBezTo>
                  <a:pt x="101" y="477"/>
                  <a:pt x="101" y="477"/>
                  <a:pt x="101" y="477"/>
                </a:cubicBezTo>
                <a:cubicBezTo>
                  <a:pt x="101" y="464"/>
                  <a:pt x="101" y="464"/>
                  <a:pt x="101" y="464"/>
                </a:cubicBezTo>
                <a:cubicBezTo>
                  <a:pt x="101" y="462"/>
                  <a:pt x="102" y="461"/>
                  <a:pt x="104" y="461"/>
                </a:cubicBezTo>
                <a:cubicBezTo>
                  <a:pt x="104" y="461"/>
                  <a:pt x="232" y="461"/>
                  <a:pt x="264" y="461"/>
                </a:cubicBezTo>
                <a:cubicBezTo>
                  <a:pt x="277" y="461"/>
                  <a:pt x="289" y="460"/>
                  <a:pt x="302" y="459"/>
                </a:cubicBezTo>
                <a:cubicBezTo>
                  <a:pt x="324" y="456"/>
                  <a:pt x="346" y="450"/>
                  <a:pt x="367" y="441"/>
                </a:cubicBezTo>
                <a:cubicBezTo>
                  <a:pt x="383" y="435"/>
                  <a:pt x="399" y="427"/>
                  <a:pt x="414" y="417"/>
                </a:cubicBezTo>
                <a:cubicBezTo>
                  <a:pt x="436" y="404"/>
                  <a:pt x="458" y="387"/>
                  <a:pt x="481" y="367"/>
                </a:cubicBezTo>
                <a:cubicBezTo>
                  <a:pt x="504" y="347"/>
                  <a:pt x="625" y="230"/>
                  <a:pt x="652" y="205"/>
                </a:cubicBezTo>
                <a:cubicBezTo>
                  <a:pt x="666" y="193"/>
                  <a:pt x="677" y="183"/>
                  <a:pt x="685" y="176"/>
                </a:cubicBezTo>
                <a:cubicBezTo>
                  <a:pt x="689" y="172"/>
                  <a:pt x="692" y="170"/>
                  <a:pt x="694" y="168"/>
                </a:cubicBezTo>
                <a:cubicBezTo>
                  <a:pt x="695" y="167"/>
                  <a:pt x="696" y="166"/>
                  <a:pt x="697" y="166"/>
                </a:cubicBezTo>
                <a:cubicBezTo>
                  <a:pt x="697" y="165"/>
                  <a:pt x="697" y="165"/>
                  <a:pt x="697" y="165"/>
                </a:cubicBezTo>
                <a:cubicBezTo>
                  <a:pt x="697" y="165"/>
                  <a:pt x="697" y="165"/>
                  <a:pt x="697" y="165"/>
                </a:cubicBezTo>
                <a:cubicBezTo>
                  <a:pt x="697" y="165"/>
                  <a:pt x="697" y="165"/>
                  <a:pt x="697" y="165"/>
                </a:cubicBezTo>
                <a:cubicBezTo>
                  <a:pt x="703" y="160"/>
                  <a:pt x="703" y="160"/>
                  <a:pt x="703" y="160"/>
                </a:cubicBezTo>
                <a:cubicBezTo>
                  <a:pt x="705" y="158"/>
                  <a:pt x="705" y="158"/>
                  <a:pt x="705" y="158"/>
                </a:cubicBezTo>
                <a:cubicBezTo>
                  <a:pt x="706" y="157"/>
                  <a:pt x="707" y="157"/>
                  <a:pt x="708" y="156"/>
                </a:cubicBezTo>
                <a:cubicBezTo>
                  <a:pt x="711" y="155"/>
                  <a:pt x="715" y="154"/>
                  <a:pt x="723" y="154"/>
                </a:cubicBezTo>
                <a:cubicBezTo>
                  <a:pt x="752" y="154"/>
                  <a:pt x="779" y="153"/>
                  <a:pt x="799" y="152"/>
                </a:cubicBezTo>
                <a:cubicBezTo>
                  <a:pt x="819" y="151"/>
                  <a:pt x="832" y="150"/>
                  <a:pt x="833" y="150"/>
                </a:cubicBezTo>
                <a:lnTo>
                  <a:pt x="820" y="0"/>
                </a:lnTo>
                <a:close/>
              </a:path>
            </a:pathLst>
          </a:custGeom>
          <a:solidFill>
            <a:srgbClr val="3DA9A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52" name="Freeform 7"/>
          <p:cNvSpPr>
            <a:spLocks/>
          </p:cNvSpPr>
          <p:nvPr/>
        </p:nvSpPr>
        <p:spPr bwMode="auto">
          <a:xfrm>
            <a:off x="3143250" y="2939098"/>
            <a:ext cx="3089275" cy="1350963"/>
          </a:xfrm>
          <a:custGeom>
            <a:avLst/>
            <a:gdLst>
              <a:gd name="T0" fmla="*/ 626 w 822"/>
              <a:gd name="T1" fmla="*/ 0 h 359"/>
              <a:gd name="T2" fmla="*/ 591 w 822"/>
              <a:gd name="T3" fmla="*/ 1 h 359"/>
              <a:gd name="T4" fmla="*/ 562 w 822"/>
              <a:gd name="T5" fmla="*/ 5 h 359"/>
              <a:gd name="T6" fmla="*/ 514 w 822"/>
              <a:gd name="T7" fmla="*/ 20 h 359"/>
              <a:gd name="T8" fmla="*/ 482 w 822"/>
              <a:gd name="T9" fmla="*/ 36 h 359"/>
              <a:gd name="T10" fmla="*/ 440 w 822"/>
              <a:gd name="T11" fmla="*/ 66 h 359"/>
              <a:gd name="T12" fmla="*/ 394 w 822"/>
              <a:gd name="T13" fmla="*/ 102 h 359"/>
              <a:gd name="T14" fmla="*/ 354 w 822"/>
              <a:gd name="T15" fmla="*/ 136 h 359"/>
              <a:gd name="T16" fmla="*/ 325 w 822"/>
              <a:gd name="T17" fmla="*/ 157 h 359"/>
              <a:gd name="T18" fmla="*/ 288 w 822"/>
              <a:gd name="T19" fmla="*/ 179 h 359"/>
              <a:gd name="T20" fmla="*/ 273 w 822"/>
              <a:gd name="T21" fmla="*/ 184 h 359"/>
              <a:gd name="T22" fmla="*/ 260 w 822"/>
              <a:gd name="T23" fmla="*/ 185 h 359"/>
              <a:gd name="T24" fmla="*/ 104 w 822"/>
              <a:gd name="T25" fmla="*/ 185 h 359"/>
              <a:gd name="T26" fmla="*/ 101 w 822"/>
              <a:gd name="T27" fmla="*/ 182 h 359"/>
              <a:gd name="T28" fmla="*/ 102 w 822"/>
              <a:gd name="T29" fmla="*/ 170 h 359"/>
              <a:gd name="T30" fmla="*/ 102 w 822"/>
              <a:gd name="T31" fmla="*/ 170 h 359"/>
              <a:gd name="T32" fmla="*/ 98 w 822"/>
              <a:gd name="T33" fmla="*/ 164 h 359"/>
              <a:gd name="T34" fmla="*/ 93 w 822"/>
              <a:gd name="T35" fmla="*/ 167 h 359"/>
              <a:gd name="T36" fmla="*/ 4 w 822"/>
              <a:gd name="T37" fmla="*/ 255 h 359"/>
              <a:gd name="T38" fmla="*/ 0 w 822"/>
              <a:gd name="T39" fmla="*/ 262 h 359"/>
              <a:gd name="T40" fmla="*/ 4 w 822"/>
              <a:gd name="T41" fmla="*/ 268 h 359"/>
              <a:gd name="T42" fmla="*/ 93 w 822"/>
              <a:gd name="T43" fmla="*/ 356 h 359"/>
              <a:gd name="T44" fmla="*/ 98 w 822"/>
              <a:gd name="T45" fmla="*/ 359 h 359"/>
              <a:gd name="T46" fmla="*/ 102 w 822"/>
              <a:gd name="T47" fmla="*/ 354 h 359"/>
              <a:gd name="T48" fmla="*/ 102 w 822"/>
              <a:gd name="T49" fmla="*/ 353 h 359"/>
              <a:gd name="T50" fmla="*/ 101 w 822"/>
              <a:gd name="T51" fmla="*/ 340 h 359"/>
              <a:gd name="T52" fmla="*/ 104 w 822"/>
              <a:gd name="T53" fmla="*/ 337 h 359"/>
              <a:gd name="T54" fmla="*/ 260 w 822"/>
              <a:gd name="T55" fmla="*/ 337 h 359"/>
              <a:gd name="T56" fmla="*/ 300 w 822"/>
              <a:gd name="T57" fmla="*/ 333 h 359"/>
              <a:gd name="T58" fmla="*/ 362 w 822"/>
              <a:gd name="T59" fmla="*/ 312 h 359"/>
              <a:gd name="T60" fmla="*/ 434 w 822"/>
              <a:gd name="T61" fmla="*/ 265 h 359"/>
              <a:gd name="T62" fmla="*/ 489 w 822"/>
              <a:gd name="T63" fmla="*/ 221 h 359"/>
              <a:gd name="T64" fmla="*/ 538 w 822"/>
              <a:gd name="T65" fmla="*/ 182 h 359"/>
              <a:gd name="T66" fmla="*/ 562 w 822"/>
              <a:gd name="T67" fmla="*/ 166 h 359"/>
              <a:gd name="T68" fmla="*/ 575 w 822"/>
              <a:gd name="T69" fmla="*/ 159 h 359"/>
              <a:gd name="T70" fmla="*/ 594 w 822"/>
              <a:gd name="T71" fmla="*/ 154 h 359"/>
              <a:gd name="T72" fmla="*/ 626 w 822"/>
              <a:gd name="T73" fmla="*/ 152 h 359"/>
              <a:gd name="T74" fmla="*/ 822 w 822"/>
              <a:gd name="T75" fmla="*/ 152 h 359"/>
              <a:gd name="T76" fmla="*/ 822 w 822"/>
              <a:gd name="T77" fmla="*/ 0 h 359"/>
              <a:gd name="T78" fmla="*/ 626 w 822"/>
              <a:gd name="T79" fmla="*/ 0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2" h="359">
                <a:moveTo>
                  <a:pt x="626" y="0"/>
                </a:moveTo>
                <a:cubicBezTo>
                  <a:pt x="614" y="0"/>
                  <a:pt x="603" y="0"/>
                  <a:pt x="591" y="1"/>
                </a:cubicBezTo>
                <a:cubicBezTo>
                  <a:pt x="581" y="2"/>
                  <a:pt x="572" y="3"/>
                  <a:pt x="562" y="5"/>
                </a:cubicBezTo>
                <a:cubicBezTo>
                  <a:pt x="546" y="8"/>
                  <a:pt x="529" y="13"/>
                  <a:pt x="514" y="20"/>
                </a:cubicBezTo>
                <a:cubicBezTo>
                  <a:pt x="503" y="25"/>
                  <a:pt x="492" y="30"/>
                  <a:pt x="482" y="36"/>
                </a:cubicBezTo>
                <a:cubicBezTo>
                  <a:pt x="467" y="46"/>
                  <a:pt x="454" y="56"/>
                  <a:pt x="440" y="66"/>
                </a:cubicBezTo>
                <a:cubicBezTo>
                  <a:pt x="425" y="77"/>
                  <a:pt x="411" y="89"/>
                  <a:pt x="394" y="102"/>
                </a:cubicBezTo>
                <a:cubicBezTo>
                  <a:pt x="380" y="114"/>
                  <a:pt x="367" y="125"/>
                  <a:pt x="354" y="136"/>
                </a:cubicBezTo>
                <a:cubicBezTo>
                  <a:pt x="344" y="144"/>
                  <a:pt x="334" y="151"/>
                  <a:pt x="325" y="157"/>
                </a:cubicBezTo>
                <a:cubicBezTo>
                  <a:pt x="312" y="167"/>
                  <a:pt x="299" y="174"/>
                  <a:pt x="288" y="179"/>
                </a:cubicBezTo>
                <a:cubicBezTo>
                  <a:pt x="282" y="181"/>
                  <a:pt x="277" y="183"/>
                  <a:pt x="273" y="184"/>
                </a:cubicBezTo>
                <a:cubicBezTo>
                  <a:pt x="268" y="185"/>
                  <a:pt x="264" y="185"/>
                  <a:pt x="260" y="185"/>
                </a:cubicBezTo>
                <a:cubicBezTo>
                  <a:pt x="213" y="185"/>
                  <a:pt x="104" y="185"/>
                  <a:pt x="104" y="185"/>
                </a:cubicBezTo>
                <a:cubicBezTo>
                  <a:pt x="103" y="185"/>
                  <a:pt x="101" y="184"/>
                  <a:pt x="101" y="182"/>
                </a:cubicBezTo>
                <a:cubicBezTo>
                  <a:pt x="102" y="170"/>
                  <a:pt x="102" y="170"/>
                  <a:pt x="102" y="170"/>
                </a:cubicBezTo>
                <a:cubicBezTo>
                  <a:pt x="102" y="170"/>
                  <a:pt x="102" y="170"/>
                  <a:pt x="102" y="170"/>
                </a:cubicBezTo>
                <a:cubicBezTo>
                  <a:pt x="101" y="168"/>
                  <a:pt x="101" y="164"/>
                  <a:pt x="98" y="164"/>
                </a:cubicBezTo>
                <a:cubicBezTo>
                  <a:pt x="97" y="164"/>
                  <a:pt x="96" y="165"/>
                  <a:pt x="93" y="167"/>
                </a:cubicBezTo>
                <a:cubicBezTo>
                  <a:pt x="4" y="255"/>
                  <a:pt x="4" y="255"/>
                  <a:pt x="4" y="255"/>
                </a:cubicBezTo>
                <a:cubicBezTo>
                  <a:pt x="1" y="258"/>
                  <a:pt x="0" y="260"/>
                  <a:pt x="0" y="262"/>
                </a:cubicBezTo>
                <a:cubicBezTo>
                  <a:pt x="0" y="263"/>
                  <a:pt x="1" y="265"/>
                  <a:pt x="4" y="268"/>
                </a:cubicBezTo>
                <a:cubicBezTo>
                  <a:pt x="93" y="356"/>
                  <a:pt x="93" y="356"/>
                  <a:pt x="93" y="356"/>
                </a:cubicBezTo>
                <a:cubicBezTo>
                  <a:pt x="96" y="358"/>
                  <a:pt x="97" y="359"/>
                  <a:pt x="98" y="359"/>
                </a:cubicBezTo>
                <a:cubicBezTo>
                  <a:pt x="101" y="359"/>
                  <a:pt x="101" y="356"/>
                  <a:pt x="102" y="354"/>
                </a:cubicBezTo>
                <a:cubicBezTo>
                  <a:pt x="102" y="353"/>
                  <a:pt x="102" y="353"/>
                  <a:pt x="102" y="353"/>
                </a:cubicBezTo>
                <a:cubicBezTo>
                  <a:pt x="101" y="340"/>
                  <a:pt x="101" y="340"/>
                  <a:pt x="101" y="340"/>
                </a:cubicBezTo>
                <a:cubicBezTo>
                  <a:pt x="101" y="338"/>
                  <a:pt x="103" y="337"/>
                  <a:pt x="104" y="337"/>
                </a:cubicBezTo>
                <a:cubicBezTo>
                  <a:pt x="104" y="337"/>
                  <a:pt x="236" y="337"/>
                  <a:pt x="260" y="337"/>
                </a:cubicBezTo>
                <a:cubicBezTo>
                  <a:pt x="274" y="337"/>
                  <a:pt x="287" y="336"/>
                  <a:pt x="300" y="333"/>
                </a:cubicBezTo>
                <a:cubicBezTo>
                  <a:pt x="323" y="329"/>
                  <a:pt x="343" y="321"/>
                  <a:pt x="362" y="312"/>
                </a:cubicBezTo>
                <a:cubicBezTo>
                  <a:pt x="390" y="298"/>
                  <a:pt x="414" y="281"/>
                  <a:pt x="434" y="265"/>
                </a:cubicBezTo>
                <a:cubicBezTo>
                  <a:pt x="455" y="249"/>
                  <a:pt x="474" y="233"/>
                  <a:pt x="489" y="221"/>
                </a:cubicBezTo>
                <a:cubicBezTo>
                  <a:pt x="509" y="205"/>
                  <a:pt x="525" y="192"/>
                  <a:pt x="538" y="182"/>
                </a:cubicBezTo>
                <a:cubicBezTo>
                  <a:pt x="547" y="175"/>
                  <a:pt x="555" y="170"/>
                  <a:pt x="562" y="166"/>
                </a:cubicBezTo>
                <a:cubicBezTo>
                  <a:pt x="567" y="163"/>
                  <a:pt x="571" y="161"/>
                  <a:pt x="575" y="159"/>
                </a:cubicBezTo>
                <a:cubicBezTo>
                  <a:pt x="580" y="157"/>
                  <a:pt x="586" y="155"/>
                  <a:pt x="594" y="154"/>
                </a:cubicBezTo>
                <a:cubicBezTo>
                  <a:pt x="602" y="152"/>
                  <a:pt x="612" y="152"/>
                  <a:pt x="626" y="152"/>
                </a:cubicBezTo>
                <a:cubicBezTo>
                  <a:pt x="683" y="152"/>
                  <a:pt x="822" y="152"/>
                  <a:pt x="822" y="152"/>
                </a:cubicBezTo>
                <a:cubicBezTo>
                  <a:pt x="822" y="0"/>
                  <a:pt x="822" y="0"/>
                  <a:pt x="822" y="0"/>
                </a:cubicBezTo>
                <a:cubicBezTo>
                  <a:pt x="822" y="0"/>
                  <a:pt x="683" y="0"/>
                  <a:pt x="626" y="0"/>
                </a:cubicBezTo>
                <a:close/>
              </a:path>
            </a:pathLst>
          </a:custGeom>
          <a:solidFill>
            <a:srgbClr val="97BE35"/>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53" name="Freeform 8"/>
          <p:cNvSpPr>
            <a:spLocks/>
          </p:cNvSpPr>
          <p:nvPr/>
        </p:nvSpPr>
        <p:spPr bwMode="auto">
          <a:xfrm>
            <a:off x="3143250" y="2747011"/>
            <a:ext cx="3089275" cy="1323975"/>
          </a:xfrm>
          <a:custGeom>
            <a:avLst/>
            <a:gdLst>
              <a:gd name="T0" fmla="*/ 626 w 822"/>
              <a:gd name="T1" fmla="*/ 200 h 352"/>
              <a:gd name="T2" fmla="*/ 605 w 822"/>
              <a:gd name="T3" fmla="*/ 199 h 352"/>
              <a:gd name="T4" fmla="*/ 591 w 822"/>
              <a:gd name="T5" fmla="*/ 197 h 352"/>
              <a:gd name="T6" fmla="*/ 574 w 822"/>
              <a:gd name="T7" fmla="*/ 192 h 352"/>
              <a:gd name="T8" fmla="*/ 561 w 822"/>
              <a:gd name="T9" fmla="*/ 185 h 352"/>
              <a:gd name="T10" fmla="*/ 532 w 822"/>
              <a:gd name="T11" fmla="*/ 165 h 352"/>
              <a:gd name="T12" fmla="*/ 489 w 822"/>
              <a:gd name="T13" fmla="*/ 131 h 352"/>
              <a:gd name="T14" fmla="*/ 447 w 822"/>
              <a:gd name="T15" fmla="*/ 97 h 352"/>
              <a:gd name="T16" fmla="*/ 410 w 822"/>
              <a:gd name="T17" fmla="*/ 71 h 352"/>
              <a:gd name="T18" fmla="*/ 343 w 822"/>
              <a:gd name="T19" fmla="*/ 36 h 352"/>
              <a:gd name="T20" fmla="*/ 303 w 822"/>
              <a:gd name="T21" fmla="*/ 25 h 352"/>
              <a:gd name="T22" fmla="*/ 260 w 822"/>
              <a:gd name="T23" fmla="*/ 21 h 352"/>
              <a:gd name="T24" fmla="*/ 175 w 822"/>
              <a:gd name="T25" fmla="*/ 21 h 352"/>
              <a:gd name="T26" fmla="*/ 175 w 822"/>
              <a:gd name="T27" fmla="*/ 21 h 352"/>
              <a:gd name="T28" fmla="*/ 104 w 822"/>
              <a:gd name="T29" fmla="*/ 21 h 352"/>
              <a:gd name="T30" fmla="*/ 101 w 822"/>
              <a:gd name="T31" fmla="*/ 18 h 352"/>
              <a:gd name="T32" fmla="*/ 102 w 822"/>
              <a:gd name="T33" fmla="*/ 5 h 352"/>
              <a:gd name="T34" fmla="*/ 102 w 822"/>
              <a:gd name="T35" fmla="*/ 5 h 352"/>
              <a:gd name="T36" fmla="*/ 98 w 822"/>
              <a:gd name="T37" fmla="*/ 0 h 352"/>
              <a:gd name="T38" fmla="*/ 93 w 822"/>
              <a:gd name="T39" fmla="*/ 3 h 352"/>
              <a:gd name="T40" fmla="*/ 4 w 822"/>
              <a:gd name="T41" fmla="*/ 90 h 352"/>
              <a:gd name="T42" fmla="*/ 0 w 822"/>
              <a:gd name="T43" fmla="*/ 97 h 352"/>
              <a:gd name="T44" fmla="*/ 4 w 822"/>
              <a:gd name="T45" fmla="*/ 103 h 352"/>
              <a:gd name="T46" fmla="*/ 93 w 822"/>
              <a:gd name="T47" fmla="*/ 191 h 352"/>
              <a:gd name="T48" fmla="*/ 98 w 822"/>
              <a:gd name="T49" fmla="*/ 194 h 352"/>
              <a:gd name="T50" fmla="*/ 102 w 822"/>
              <a:gd name="T51" fmla="*/ 189 h 352"/>
              <a:gd name="T52" fmla="*/ 102 w 822"/>
              <a:gd name="T53" fmla="*/ 188 h 352"/>
              <a:gd name="T54" fmla="*/ 101 w 822"/>
              <a:gd name="T55" fmla="*/ 175 h 352"/>
              <a:gd name="T56" fmla="*/ 104 w 822"/>
              <a:gd name="T57" fmla="*/ 172 h 352"/>
              <a:gd name="T58" fmla="*/ 175 w 822"/>
              <a:gd name="T59" fmla="*/ 172 h 352"/>
              <a:gd name="T60" fmla="*/ 175 w 822"/>
              <a:gd name="T61" fmla="*/ 172 h 352"/>
              <a:gd name="T62" fmla="*/ 260 w 822"/>
              <a:gd name="T63" fmla="*/ 172 h 352"/>
              <a:gd name="T64" fmla="*/ 287 w 822"/>
              <a:gd name="T65" fmla="*/ 177 h 352"/>
              <a:gd name="T66" fmla="*/ 310 w 822"/>
              <a:gd name="T67" fmla="*/ 188 h 352"/>
              <a:gd name="T68" fmla="*/ 350 w 822"/>
              <a:gd name="T69" fmla="*/ 214 h 352"/>
              <a:gd name="T70" fmla="*/ 394 w 822"/>
              <a:gd name="T71" fmla="*/ 249 h 352"/>
              <a:gd name="T72" fmla="*/ 446 w 822"/>
              <a:gd name="T73" fmla="*/ 290 h 352"/>
              <a:gd name="T74" fmla="*/ 484 w 822"/>
              <a:gd name="T75" fmla="*/ 316 h 352"/>
              <a:gd name="T76" fmla="*/ 515 w 822"/>
              <a:gd name="T77" fmla="*/ 332 h 352"/>
              <a:gd name="T78" fmla="*/ 568 w 822"/>
              <a:gd name="T79" fmla="*/ 347 h 352"/>
              <a:gd name="T80" fmla="*/ 626 w 822"/>
              <a:gd name="T81" fmla="*/ 352 h 352"/>
              <a:gd name="T82" fmla="*/ 822 w 822"/>
              <a:gd name="T83" fmla="*/ 352 h 352"/>
              <a:gd name="T84" fmla="*/ 822 w 822"/>
              <a:gd name="T85" fmla="*/ 200 h 352"/>
              <a:gd name="T86" fmla="*/ 626 w 822"/>
              <a:gd name="T87" fmla="*/ 200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22" h="352">
                <a:moveTo>
                  <a:pt x="626" y="200"/>
                </a:moveTo>
                <a:cubicBezTo>
                  <a:pt x="618" y="200"/>
                  <a:pt x="611" y="199"/>
                  <a:pt x="605" y="199"/>
                </a:cubicBezTo>
                <a:cubicBezTo>
                  <a:pt x="599" y="198"/>
                  <a:pt x="595" y="198"/>
                  <a:pt x="591" y="197"/>
                </a:cubicBezTo>
                <a:cubicBezTo>
                  <a:pt x="584" y="196"/>
                  <a:pt x="580" y="194"/>
                  <a:pt x="574" y="192"/>
                </a:cubicBezTo>
                <a:cubicBezTo>
                  <a:pt x="570" y="190"/>
                  <a:pt x="566" y="188"/>
                  <a:pt x="561" y="185"/>
                </a:cubicBezTo>
                <a:cubicBezTo>
                  <a:pt x="553" y="180"/>
                  <a:pt x="544" y="174"/>
                  <a:pt x="532" y="165"/>
                </a:cubicBezTo>
                <a:cubicBezTo>
                  <a:pt x="520" y="156"/>
                  <a:pt x="506" y="144"/>
                  <a:pt x="489" y="131"/>
                </a:cubicBezTo>
                <a:cubicBezTo>
                  <a:pt x="477" y="120"/>
                  <a:pt x="463" y="109"/>
                  <a:pt x="447" y="97"/>
                </a:cubicBezTo>
                <a:cubicBezTo>
                  <a:pt x="436" y="88"/>
                  <a:pt x="424" y="80"/>
                  <a:pt x="410" y="71"/>
                </a:cubicBezTo>
                <a:cubicBezTo>
                  <a:pt x="390" y="58"/>
                  <a:pt x="368" y="46"/>
                  <a:pt x="343" y="36"/>
                </a:cubicBezTo>
                <a:cubicBezTo>
                  <a:pt x="331" y="32"/>
                  <a:pt x="317" y="28"/>
                  <a:pt x="303" y="25"/>
                </a:cubicBezTo>
                <a:cubicBezTo>
                  <a:pt x="289" y="22"/>
                  <a:pt x="275" y="21"/>
                  <a:pt x="260" y="21"/>
                </a:cubicBezTo>
                <a:cubicBezTo>
                  <a:pt x="213" y="21"/>
                  <a:pt x="175" y="21"/>
                  <a:pt x="175" y="21"/>
                </a:cubicBezTo>
                <a:cubicBezTo>
                  <a:pt x="175" y="21"/>
                  <a:pt x="175" y="21"/>
                  <a:pt x="175" y="21"/>
                </a:cubicBezTo>
                <a:cubicBezTo>
                  <a:pt x="104" y="21"/>
                  <a:pt x="104" y="21"/>
                  <a:pt x="104" y="21"/>
                </a:cubicBezTo>
                <a:cubicBezTo>
                  <a:pt x="103" y="21"/>
                  <a:pt x="101" y="19"/>
                  <a:pt x="101" y="18"/>
                </a:cubicBezTo>
                <a:cubicBezTo>
                  <a:pt x="102" y="5"/>
                  <a:pt x="102" y="5"/>
                  <a:pt x="102" y="5"/>
                </a:cubicBezTo>
                <a:cubicBezTo>
                  <a:pt x="102" y="5"/>
                  <a:pt x="102" y="5"/>
                  <a:pt x="102" y="5"/>
                </a:cubicBezTo>
                <a:cubicBezTo>
                  <a:pt x="101" y="3"/>
                  <a:pt x="101" y="0"/>
                  <a:pt x="98" y="0"/>
                </a:cubicBezTo>
                <a:cubicBezTo>
                  <a:pt x="97" y="0"/>
                  <a:pt x="96" y="0"/>
                  <a:pt x="93" y="3"/>
                </a:cubicBezTo>
                <a:cubicBezTo>
                  <a:pt x="4" y="90"/>
                  <a:pt x="4" y="90"/>
                  <a:pt x="4" y="90"/>
                </a:cubicBezTo>
                <a:cubicBezTo>
                  <a:pt x="1" y="93"/>
                  <a:pt x="0" y="95"/>
                  <a:pt x="0" y="97"/>
                </a:cubicBezTo>
                <a:cubicBezTo>
                  <a:pt x="0" y="99"/>
                  <a:pt x="1" y="100"/>
                  <a:pt x="4" y="103"/>
                </a:cubicBezTo>
                <a:cubicBezTo>
                  <a:pt x="93" y="191"/>
                  <a:pt x="93" y="191"/>
                  <a:pt x="93" y="191"/>
                </a:cubicBezTo>
                <a:cubicBezTo>
                  <a:pt x="96" y="194"/>
                  <a:pt x="97" y="194"/>
                  <a:pt x="98" y="194"/>
                </a:cubicBezTo>
                <a:cubicBezTo>
                  <a:pt x="101" y="194"/>
                  <a:pt x="101" y="191"/>
                  <a:pt x="102" y="189"/>
                </a:cubicBezTo>
                <a:cubicBezTo>
                  <a:pt x="102" y="189"/>
                  <a:pt x="102" y="188"/>
                  <a:pt x="102" y="188"/>
                </a:cubicBezTo>
                <a:cubicBezTo>
                  <a:pt x="101" y="175"/>
                  <a:pt x="101" y="175"/>
                  <a:pt x="101" y="175"/>
                </a:cubicBezTo>
                <a:cubicBezTo>
                  <a:pt x="101" y="174"/>
                  <a:pt x="103" y="172"/>
                  <a:pt x="104" y="172"/>
                </a:cubicBezTo>
                <a:cubicBezTo>
                  <a:pt x="175" y="172"/>
                  <a:pt x="175" y="172"/>
                  <a:pt x="175" y="172"/>
                </a:cubicBezTo>
                <a:cubicBezTo>
                  <a:pt x="175" y="172"/>
                  <a:pt x="175" y="172"/>
                  <a:pt x="175" y="172"/>
                </a:cubicBezTo>
                <a:cubicBezTo>
                  <a:pt x="175" y="172"/>
                  <a:pt x="213" y="172"/>
                  <a:pt x="260" y="172"/>
                </a:cubicBezTo>
                <a:cubicBezTo>
                  <a:pt x="268" y="172"/>
                  <a:pt x="277" y="174"/>
                  <a:pt x="287" y="177"/>
                </a:cubicBezTo>
                <a:cubicBezTo>
                  <a:pt x="294" y="180"/>
                  <a:pt x="302" y="183"/>
                  <a:pt x="310" y="188"/>
                </a:cubicBezTo>
                <a:cubicBezTo>
                  <a:pt x="323" y="194"/>
                  <a:pt x="336" y="204"/>
                  <a:pt x="350" y="214"/>
                </a:cubicBezTo>
                <a:cubicBezTo>
                  <a:pt x="364" y="225"/>
                  <a:pt x="379" y="237"/>
                  <a:pt x="394" y="249"/>
                </a:cubicBezTo>
                <a:cubicBezTo>
                  <a:pt x="414" y="264"/>
                  <a:pt x="430" y="278"/>
                  <a:pt x="446" y="290"/>
                </a:cubicBezTo>
                <a:cubicBezTo>
                  <a:pt x="459" y="299"/>
                  <a:pt x="471" y="308"/>
                  <a:pt x="484" y="316"/>
                </a:cubicBezTo>
                <a:cubicBezTo>
                  <a:pt x="494" y="322"/>
                  <a:pt x="504" y="327"/>
                  <a:pt x="515" y="332"/>
                </a:cubicBezTo>
                <a:cubicBezTo>
                  <a:pt x="532" y="339"/>
                  <a:pt x="550" y="344"/>
                  <a:pt x="568" y="347"/>
                </a:cubicBezTo>
                <a:cubicBezTo>
                  <a:pt x="587" y="350"/>
                  <a:pt x="606" y="352"/>
                  <a:pt x="626" y="352"/>
                </a:cubicBezTo>
                <a:cubicBezTo>
                  <a:pt x="683" y="352"/>
                  <a:pt x="822" y="352"/>
                  <a:pt x="822" y="352"/>
                </a:cubicBezTo>
                <a:cubicBezTo>
                  <a:pt x="822" y="200"/>
                  <a:pt x="822" y="200"/>
                  <a:pt x="822" y="200"/>
                </a:cubicBezTo>
                <a:cubicBezTo>
                  <a:pt x="822" y="200"/>
                  <a:pt x="683" y="200"/>
                  <a:pt x="626" y="200"/>
                </a:cubicBezTo>
                <a:close/>
              </a:path>
            </a:pathLst>
          </a:custGeom>
          <a:solidFill>
            <a:srgbClr val="E66861"/>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54" name="矩形 53"/>
          <p:cNvSpPr/>
          <p:nvPr/>
        </p:nvSpPr>
        <p:spPr>
          <a:xfrm>
            <a:off x="5518857" y="2639296"/>
            <a:ext cx="1210614" cy="1760224"/>
          </a:xfrm>
          <a:prstGeom prst="rect">
            <a:avLst/>
          </a:prstGeom>
          <a:solidFill>
            <a:srgbClr val="F6F6F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5" name="AutoShape 11"/>
          <p:cNvSpPr>
            <a:spLocks noChangeAspect="1" noChangeArrowheads="1" noTextEdit="1"/>
          </p:cNvSpPr>
          <p:nvPr/>
        </p:nvSpPr>
        <p:spPr bwMode="auto">
          <a:xfrm>
            <a:off x="5627688" y="894399"/>
            <a:ext cx="1020762" cy="5705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13"/>
          <p:cNvSpPr>
            <a:spLocks noEditPoints="1"/>
          </p:cNvSpPr>
          <p:nvPr/>
        </p:nvSpPr>
        <p:spPr bwMode="auto">
          <a:xfrm>
            <a:off x="5794375" y="2483486"/>
            <a:ext cx="695325" cy="676275"/>
          </a:xfrm>
          <a:custGeom>
            <a:avLst/>
            <a:gdLst>
              <a:gd name="T0" fmla="*/ 85 w 92"/>
              <a:gd name="T1" fmla="*/ 0 h 91"/>
              <a:gd name="T2" fmla="*/ 6 w 92"/>
              <a:gd name="T3" fmla="*/ 0 h 91"/>
              <a:gd name="T4" fmla="*/ 0 w 92"/>
              <a:gd name="T5" fmla="*/ 6 h 91"/>
              <a:gd name="T6" fmla="*/ 0 w 92"/>
              <a:gd name="T7" fmla="*/ 85 h 91"/>
              <a:gd name="T8" fmla="*/ 6 w 92"/>
              <a:gd name="T9" fmla="*/ 91 h 91"/>
              <a:gd name="T10" fmla="*/ 85 w 92"/>
              <a:gd name="T11" fmla="*/ 91 h 91"/>
              <a:gd name="T12" fmla="*/ 92 w 92"/>
              <a:gd name="T13" fmla="*/ 85 h 91"/>
              <a:gd name="T14" fmla="*/ 92 w 92"/>
              <a:gd name="T15" fmla="*/ 6 h 91"/>
              <a:gd name="T16" fmla="*/ 85 w 92"/>
              <a:gd name="T17" fmla="*/ 0 h 91"/>
              <a:gd name="T18" fmla="*/ 48 w 92"/>
              <a:gd name="T19" fmla="*/ 14 h 91"/>
              <a:gd name="T20" fmla="*/ 77 w 92"/>
              <a:gd name="T21" fmla="*/ 43 h 91"/>
              <a:gd name="T22" fmla="*/ 48 w 92"/>
              <a:gd name="T23" fmla="*/ 43 h 91"/>
              <a:gd name="T24" fmla="*/ 48 w 92"/>
              <a:gd name="T25" fmla="*/ 14 h 91"/>
              <a:gd name="T26" fmla="*/ 14 w 92"/>
              <a:gd name="T27" fmla="*/ 45 h 91"/>
              <a:gd name="T28" fmla="*/ 44 w 92"/>
              <a:gd name="T29" fmla="*/ 14 h 91"/>
              <a:gd name="T30" fmla="*/ 44 w 92"/>
              <a:gd name="T31" fmla="*/ 45 h 91"/>
              <a:gd name="T32" fmla="*/ 33 w 92"/>
              <a:gd name="T33" fmla="*/ 74 h 91"/>
              <a:gd name="T34" fmla="*/ 14 w 92"/>
              <a:gd name="T35" fmla="*/ 45 h 91"/>
              <a:gd name="T36" fmla="*/ 46 w 92"/>
              <a:gd name="T37" fmla="*/ 77 h 91"/>
              <a:gd name="T38" fmla="*/ 36 w 92"/>
              <a:gd name="T39" fmla="*/ 76 h 91"/>
              <a:gd name="T40" fmla="*/ 47 w 92"/>
              <a:gd name="T41" fmla="*/ 49 h 91"/>
              <a:gd name="T42" fmla="*/ 61 w 92"/>
              <a:gd name="T43" fmla="*/ 73 h 91"/>
              <a:gd name="T44" fmla="*/ 46 w 92"/>
              <a:gd name="T45" fmla="*/ 77 h 91"/>
              <a:gd name="T46" fmla="*/ 64 w 92"/>
              <a:gd name="T47" fmla="*/ 71 h 91"/>
              <a:gd name="T48" fmla="*/ 50 w 92"/>
              <a:gd name="T49" fmla="*/ 47 h 91"/>
              <a:gd name="T50" fmla="*/ 78 w 92"/>
              <a:gd name="T51" fmla="*/ 47 h 91"/>
              <a:gd name="T52" fmla="*/ 64 w 92"/>
              <a:gd name="T53" fmla="*/ 7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2" h="91">
                <a:moveTo>
                  <a:pt x="85" y="0"/>
                </a:moveTo>
                <a:cubicBezTo>
                  <a:pt x="6" y="0"/>
                  <a:pt x="6" y="0"/>
                  <a:pt x="6" y="0"/>
                </a:cubicBezTo>
                <a:cubicBezTo>
                  <a:pt x="3" y="0"/>
                  <a:pt x="0" y="2"/>
                  <a:pt x="0" y="6"/>
                </a:cubicBezTo>
                <a:cubicBezTo>
                  <a:pt x="0" y="85"/>
                  <a:pt x="0" y="85"/>
                  <a:pt x="0" y="85"/>
                </a:cubicBezTo>
                <a:cubicBezTo>
                  <a:pt x="0" y="88"/>
                  <a:pt x="3" y="91"/>
                  <a:pt x="6" y="91"/>
                </a:cubicBezTo>
                <a:cubicBezTo>
                  <a:pt x="85" y="91"/>
                  <a:pt x="85" y="91"/>
                  <a:pt x="85" y="91"/>
                </a:cubicBezTo>
                <a:cubicBezTo>
                  <a:pt x="89" y="91"/>
                  <a:pt x="92" y="88"/>
                  <a:pt x="92" y="85"/>
                </a:cubicBezTo>
                <a:cubicBezTo>
                  <a:pt x="92" y="6"/>
                  <a:pt x="92" y="6"/>
                  <a:pt x="92" y="6"/>
                </a:cubicBezTo>
                <a:cubicBezTo>
                  <a:pt x="92" y="2"/>
                  <a:pt x="89" y="0"/>
                  <a:pt x="85" y="0"/>
                </a:cubicBezTo>
                <a:close/>
                <a:moveTo>
                  <a:pt x="48" y="14"/>
                </a:moveTo>
                <a:cubicBezTo>
                  <a:pt x="64" y="15"/>
                  <a:pt x="76" y="27"/>
                  <a:pt x="77" y="43"/>
                </a:cubicBezTo>
                <a:cubicBezTo>
                  <a:pt x="48" y="43"/>
                  <a:pt x="48" y="43"/>
                  <a:pt x="48" y="43"/>
                </a:cubicBezTo>
                <a:lnTo>
                  <a:pt x="48" y="14"/>
                </a:lnTo>
                <a:close/>
                <a:moveTo>
                  <a:pt x="14" y="45"/>
                </a:moveTo>
                <a:cubicBezTo>
                  <a:pt x="14" y="28"/>
                  <a:pt x="27" y="14"/>
                  <a:pt x="44" y="14"/>
                </a:cubicBezTo>
                <a:cubicBezTo>
                  <a:pt x="44" y="45"/>
                  <a:pt x="44" y="45"/>
                  <a:pt x="44" y="45"/>
                </a:cubicBezTo>
                <a:cubicBezTo>
                  <a:pt x="33" y="74"/>
                  <a:pt x="33" y="74"/>
                  <a:pt x="33" y="74"/>
                </a:cubicBezTo>
                <a:cubicBezTo>
                  <a:pt x="22" y="69"/>
                  <a:pt x="14" y="58"/>
                  <a:pt x="14" y="45"/>
                </a:cubicBezTo>
                <a:close/>
                <a:moveTo>
                  <a:pt x="46" y="77"/>
                </a:moveTo>
                <a:cubicBezTo>
                  <a:pt x="43" y="77"/>
                  <a:pt x="39" y="77"/>
                  <a:pt x="36" y="76"/>
                </a:cubicBezTo>
                <a:cubicBezTo>
                  <a:pt x="47" y="49"/>
                  <a:pt x="47" y="49"/>
                  <a:pt x="47" y="49"/>
                </a:cubicBezTo>
                <a:cubicBezTo>
                  <a:pt x="61" y="73"/>
                  <a:pt x="61" y="73"/>
                  <a:pt x="61" y="73"/>
                </a:cubicBezTo>
                <a:cubicBezTo>
                  <a:pt x="56" y="76"/>
                  <a:pt x="51" y="77"/>
                  <a:pt x="46" y="77"/>
                </a:cubicBezTo>
                <a:close/>
                <a:moveTo>
                  <a:pt x="64" y="71"/>
                </a:moveTo>
                <a:cubicBezTo>
                  <a:pt x="50" y="47"/>
                  <a:pt x="50" y="47"/>
                  <a:pt x="50" y="47"/>
                </a:cubicBezTo>
                <a:cubicBezTo>
                  <a:pt x="78" y="47"/>
                  <a:pt x="78" y="47"/>
                  <a:pt x="78" y="47"/>
                </a:cubicBezTo>
                <a:cubicBezTo>
                  <a:pt x="77" y="57"/>
                  <a:pt x="72" y="66"/>
                  <a:pt x="64" y="71"/>
                </a:cubicBezTo>
                <a:close/>
              </a:path>
            </a:pathLst>
          </a:custGeom>
          <a:solidFill>
            <a:srgbClr val="E668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14"/>
          <p:cNvSpPr>
            <a:spLocks/>
          </p:cNvSpPr>
          <p:nvPr/>
        </p:nvSpPr>
        <p:spPr bwMode="auto">
          <a:xfrm>
            <a:off x="6248400" y="6079174"/>
            <a:ext cx="82550" cy="82550"/>
          </a:xfrm>
          <a:custGeom>
            <a:avLst/>
            <a:gdLst>
              <a:gd name="T0" fmla="*/ 6 w 11"/>
              <a:gd name="T1" fmla="*/ 0 h 11"/>
              <a:gd name="T2" fmla="*/ 2 w 11"/>
              <a:gd name="T3" fmla="*/ 1 h 11"/>
              <a:gd name="T4" fmla="*/ 0 w 11"/>
              <a:gd name="T5" fmla="*/ 5 h 11"/>
              <a:gd name="T6" fmla="*/ 1 w 11"/>
              <a:gd name="T7" fmla="*/ 9 h 11"/>
              <a:gd name="T8" fmla="*/ 5 w 11"/>
              <a:gd name="T9" fmla="*/ 11 h 11"/>
              <a:gd name="T10" fmla="*/ 9 w 11"/>
              <a:gd name="T11" fmla="*/ 10 h 11"/>
              <a:gd name="T12" fmla="*/ 11 w 11"/>
              <a:gd name="T13" fmla="*/ 6 h 11"/>
              <a:gd name="T14" fmla="*/ 9 w 11"/>
              <a:gd name="T15" fmla="*/ 2 h 11"/>
              <a:gd name="T16" fmla="*/ 6 w 11"/>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1">
                <a:moveTo>
                  <a:pt x="6" y="0"/>
                </a:moveTo>
                <a:cubicBezTo>
                  <a:pt x="4" y="0"/>
                  <a:pt x="3" y="0"/>
                  <a:pt x="2" y="1"/>
                </a:cubicBezTo>
                <a:cubicBezTo>
                  <a:pt x="1" y="2"/>
                  <a:pt x="0" y="3"/>
                  <a:pt x="0" y="5"/>
                </a:cubicBezTo>
                <a:cubicBezTo>
                  <a:pt x="0" y="6"/>
                  <a:pt x="0" y="8"/>
                  <a:pt x="1" y="9"/>
                </a:cubicBezTo>
                <a:cubicBezTo>
                  <a:pt x="2" y="10"/>
                  <a:pt x="3" y="11"/>
                  <a:pt x="5" y="11"/>
                </a:cubicBezTo>
                <a:cubicBezTo>
                  <a:pt x="6" y="11"/>
                  <a:pt x="8" y="10"/>
                  <a:pt x="9" y="10"/>
                </a:cubicBezTo>
                <a:cubicBezTo>
                  <a:pt x="10" y="9"/>
                  <a:pt x="10" y="7"/>
                  <a:pt x="11" y="6"/>
                </a:cubicBezTo>
                <a:cubicBezTo>
                  <a:pt x="11" y="4"/>
                  <a:pt x="10" y="3"/>
                  <a:pt x="9" y="2"/>
                </a:cubicBezTo>
                <a:cubicBezTo>
                  <a:pt x="8" y="1"/>
                  <a:pt x="7" y="0"/>
                  <a:pt x="6" y="0"/>
                </a:cubicBezTo>
                <a:close/>
              </a:path>
            </a:pathLst>
          </a:custGeom>
          <a:solidFill>
            <a:srgbClr val="3DA9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15"/>
          <p:cNvSpPr>
            <a:spLocks/>
          </p:cNvSpPr>
          <p:nvPr/>
        </p:nvSpPr>
        <p:spPr bwMode="auto">
          <a:xfrm>
            <a:off x="5953125" y="5975986"/>
            <a:ext cx="180975" cy="177800"/>
          </a:xfrm>
          <a:custGeom>
            <a:avLst/>
            <a:gdLst>
              <a:gd name="T0" fmla="*/ 12 w 24"/>
              <a:gd name="T1" fmla="*/ 0 h 24"/>
              <a:gd name="T2" fmla="*/ 3 w 24"/>
              <a:gd name="T3" fmla="*/ 3 h 24"/>
              <a:gd name="T4" fmla="*/ 0 w 24"/>
              <a:gd name="T5" fmla="*/ 12 h 24"/>
              <a:gd name="T6" fmla="*/ 3 w 24"/>
              <a:gd name="T7" fmla="*/ 20 h 24"/>
              <a:gd name="T8" fmla="*/ 12 w 24"/>
              <a:gd name="T9" fmla="*/ 24 h 24"/>
              <a:gd name="T10" fmla="*/ 20 w 24"/>
              <a:gd name="T11" fmla="*/ 20 h 24"/>
              <a:gd name="T12" fmla="*/ 24 w 24"/>
              <a:gd name="T13" fmla="*/ 12 h 24"/>
              <a:gd name="T14" fmla="*/ 20 w 24"/>
              <a:gd name="T15" fmla="*/ 3 h 24"/>
              <a:gd name="T16" fmla="*/ 12 w 24"/>
              <a:gd name="T1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4">
                <a:moveTo>
                  <a:pt x="12" y="0"/>
                </a:moveTo>
                <a:cubicBezTo>
                  <a:pt x="8" y="0"/>
                  <a:pt x="5" y="1"/>
                  <a:pt x="3" y="3"/>
                </a:cubicBezTo>
                <a:cubicBezTo>
                  <a:pt x="1" y="5"/>
                  <a:pt x="0" y="8"/>
                  <a:pt x="0" y="12"/>
                </a:cubicBezTo>
                <a:cubicBezTo>
                  <a:pt x="0" y="15"/>
                  <a:pt x="1" y="18"/>
                  <a:pt x="3" y="20"/>
                </a:cubicBezTo>
                <a:cubicBezTo>
                  <a:pt x="5" y="22"/>
                  <a:pt x="8" y="24"/>
                  <a:pt x="12" y="24"/>
                </a:cubicBezTo>
                <a:cubicBezTo>
                  <a:pt x="15" y="24"/>
                  <a:pt x="18" y="22"/>
                  <a:pt x="20" y="20"/>
                </a:cubicBezTo>
                <a:cubicBezTo>
                  <a:pt x="23" y="18"/>
                  <a:pt x="24" y="15"/>
                  <a:pt x="24" y="12"/>
                </a:cubicBezTo>
                <a:cubicBezTo>
                  <a:pt x="24" y="8"/>
                  <a:pt x="23" y="5"/>
                  <a:pt x="20" y="3"/>
                </a:cubicBezTo>
                <a:cubicBezTo>
                  <a:pt x="18" y="1"/>
                  <a:pt x="15" y="0"/>
                  <a:pt x="12" y="0"/>
                </a:cubicBezTo>
                <a:close/>
              </a:path>
            </a:pathLst>
          </a:custGeom>
          <a:solidFill>
            <a:srgbClr val="3DA9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16"/>
          <p:cNvSpPr>
            <a:spLocks noEditPoints="1"/>
          </p:cNvSpPr>
          <p:nvPr/>
        </p:nvSpPr>
        <p:spPr bwMode="auto">
          <a:xfrm>
            <a:off x="5794375" y="5677536"/>
            <a:ext cx="695325" cy="676275"/>
          </a:xfrm>
          <a:custGeom>
            <a:avLst/>
            <a:gdLst>
              <a:gd name="T0" fmla="*/ 6 w 92"/>
              <a:gd name="T1" fmla="*/ 0 h 91"/>
              <a:gd name="T2" fmla="*/ 0 w 92"/>
              <a:gd name="T3" fmla="*/ 85 h 91"/>
              <a:gd name="T4" fmla="*/ 85 w 92"/>
              <a:gd name="T5" fmla="*/ 91 h 91"/>
              <a:gd name="T6" fmla="*/ 92 w 92"/>
              <a:gd name="T7" fmla="*/ 6 h 91"/>
              <a:gd name="T8" fmla="*/ 46 w 92"/>
              <a:gd name="T9" fmla="*/ 70 h 91"/>
              <a:gd name="T10" fmla="*/ 36 w 92"/>
              <a:gd name="T11" fmla="*/ 70 h 91"/>
              <a:gd name="T12" fmla="*/ 29 w 92"/>
              <a:gd name="T13" fmla="*/ 74 h 91"/>
              <a:gd name="T14" fmla="*/ 22 w 92"/>
              <a:gd name="T15" fmla="*/ 67 h 91"/>
              <a:gd name="T16" fmla="*/ 14 w 92"/>
              <a:gd name="T17" fmla="*/ 65 h 91"/>
              <a:gd name="T18" fmla="*/ 14 w 92"/>
              <a:gd name="T19" fmla="*/ 55 h 91"/>
              <a:gd name="T20" fmla="*/ 10 w 92"/>
              <a:gd name="T21" fmla="*/ 48 h 91"/>
              <a:gd name="T22" fmla="*/ 17 w 92"/>
              <a:gd name="T23" fmla="*/ 41 h 91"/>
              <a:gd name="T24" fmla="*/ 19 w 92"/>
              <a:gd name="T25" fmla="*/ 33 h 91"/>
              <a:gd name="T26" fmla="*/ 29 w 92"/>
              <a:gd name="T27" fmla="*/ 33 h 91"/>
              <a:gd name="T28" fmla="*/ 36 w 92"/>
              <a:gd name="T29" fmla="*/ 29 h 91"/>
              <a:gd name="T30" fmla="*/ 43 w 92"/>
              <a:gd name="T31" fmla="*/ 36 h 91"/>
              <a:gd name="T32" fmla="*/ 51 w 92"/>
              <a:gd name="T33" fmla="*/ 38 h 91"/>
              <a:gd name="T34" fmla="*/ 51 w 92"/>
              <a:gd name="T35" fmla="*/ 48 h 91"/>
              <a:gd name="T36" fmla="*/ 55 w 92"/>
              <a:gd name="T37" fmla="*/ 55 h 91"/>
              <a:gd name="T38" fmla="*/ 48 w 92"/>
              <a:gd name="T39" fmla="*/ 62 h 91"/>
              <a:gd name="T40" fmla="*/ 46 w 92"/>
              <a:gd name="T41" fmla="*/ 70 h 91"/>
              <a:gd name="T42" fmla="*/ 73 w 92"/>
              <a:gd name="T43" fmla="*/ 62 h 91"/>
              <a:gd name="T44" fmla="*/ 73 w 92"/>
              <a:gd name="T45" fmla="*/ 66 h 91"/>
              <a:gd name="T46" fmla="*/ 69 w 92"/>
              <a:gd name="T47" fmla="*/ 67 h 91"/>
              <a:gd name="T48" fmla="*/ 66 w 92"/>
              <a:gd name="T49" fmla="*/ 70 h 91"/>
              <a:gd name="T50" fmla="*/ 63 w 92"/>
              <a:gd name="T51" fmla="*/ 67 h 91"/>
              <a:gd name="T52" fmla="*/ 58 w 92"/>
              <a:gd name="T53" fmla="*/ 67 h 91"/>
              <a:gd name="T54" fmla="*/ 58 w 92"/>
              <a:gd name="T55" fmla="*/ 63 h 91"/>
              <a:gd name="T56" fmla="*/ 55 w 92"/>
              <a:gd name="T57" fmla="*/ 60 h 91"/>
              <a:gd name="T58" fmla="*/ 57 w 92"/>
              <a:gd name="T59" fmla="*/ 57 h 91"/>
              <a:gd name="T60" fmla="*/ 57 w 92"/>
              <a:gd name="T61" fmla="*/ 52 h 91"/>
              <a:gd name="T62" fmla="*/ 61 w 92"/>
              <a:gd name="T63" fmla="*/ 52 h 91"/>
              <a:gd name="T64" fmla="*/ 64 w 92"/>
              <a:gd name="T65" fmla="*/ 49 h 91"/>
              <a:gd name="T66" fmla="*/ 68 w 92"/>
              <a:gd name="T67" fmla="*/ 51 h 91"/>
              <a:gd name="T68" fmla="*/ 72 w 92"/>
              <a:gd name="T69" fmla="*/ 51 h 91"/>
              <a:gd name="T70" fmla="*/ 73 w 92"/>
              <a:gd name="T71" fmla="*/ 55 h 91"/>
              <a:gd name="T72" fmla="*/ 76 w 92"/>
              <a:gd name="T73" fmla="*/ 58 h 91"/>
              <a:gd name="T74" fmla="*/ 81 w 92"/>
              <a:gd name="T75" fmla="*/ 36 h 91"/>
              <a:gd name="T76" fmla="*/ 76 w 92"/>
              <a:gd name="T77" fmla="*/ 40 h 91"/>
              <a:gd name="T78" fmla="*/ 74 w 92"/>
              <a:gd name="T79" fmla="*/ 45 h 91"/>
              <a:gd name="T80" fmla="*/ 68 w 92"/>
              <a:gd name="T81" fmla="*/ 44 h 91"/>
              <a:gd name="T82" fmla="*/ 62 w 92"/>
              <a:gd name="T83" fmla="*/ 47 h 91"/>
              <a:gd name="T84" fmla="*/ 58 w 92"/>
              <a:gd name="T85" fmla="*/ 42 h 91"/>
              <a:gd name="T86" fmla="*/ 53 w 92"/>
              <a:gd name="T87" fmla="*/ 40 h 91"/>
              <a:gd name="T88" fmla="*/ 54 w 92"/>
              <a:gd name="T89" fmla="*/ 33 h 91"/>
              <a:gd name="T90" fmla="*/ 51 w 92"/>
              <a:gd name="T91" fmla="*/ 28 h 91"/>
              <a:gd name="T92" fmla="*/ 56 w 92"/>
              <a:gd name="T93" fmla="*/ 24 h 91"/>
              <a:gd name="T94" fmla="*/ 58 w 92"/>
              <a:gd name="T95" fmla="*/ 19 h 91"/>
              <a:gd name="T96" fmla="*/ 65 w 92"/>
              <a:gd name="T97" fmla="*/ 19 h 91"/>
              <a:gd name="T98" fmla="*/ 70 w 92"/>
              <a:gd name="T99" fmla="*/ 17 h 91"/>
              <a:gd name="T100" fmla="*/ 74 w 92"/>
              <a:gd name="T101" fmla="*/ 22 h 91"/>
              <a:gd name="T102" fmla="*/ 79 w 92"/>
              <a:gd name="T103" fmla="*/ 24 h 91"/>
              <a:gd name="T104" fmla="*/ 79 w 92"/>
              <a:gd name="T105" fmla="*/ 30 h 91"/>
              <a:gd name="T106" fmla="*/ 81 w 92"/>
              <a:gd name="T107" fmla="*/ 36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 h="91">
                <a:moveTo>
                  <a:pt x="85" y="0"/>
                </a:moveTo>
                <a:cubicBezTo>
                  <a:pt x="6" y="0"/>
                  <a:pt x="6" y="0"/>
                  <a:pt x="6" y="0"/>
                </a:cubicBezTo>
                <a:cubicBezTo>
                  <a:pt x="3" y="0"/>
                  <a:pt x="0" y="2"/>
                  <a:pt x="0" y="6"/>
                </a:cubicBezTo>
                <a:cubicBezTo>
                  <a:pt x="0" y="85"/>
                  <a:pt x="0" y="85"/>
                  <a:pt x="0" y="85"/>
                </a:cubicBezTo>
                <a:cubicBezTo>
                  <a:pt x="0" y="88"/>
                  <a:pt x="3" y="91"/>
                  <a:pt x="6" y="91"/>
                </a:cubicBezTo>
                <a:cubicBezTo>
                  <a:pt x="85" y="91"/>
                  <a:pt x="85" y="91"/>
                  <a:pt x="85" y="91"/>
                </a:cubicBezTo>
                <a:cubicBezTo>
                  <a:pt x="89" y="91"/>
                  <a:pt x="92" y="88"/>
                  <a:pt x="92" y="85"/>
                </a:cubicBezTo>
                <a:cubicBezTo>
                  <a:pt x="92" y="6"/>
                  <a:pt x="92" y="6"/>
                  <a:pt x="92" y="6"/>
                </a:cubicBezTo>
                <a:cubicBezTo>
                  <a:pt x="92" y="2"/>
                  <a:pt x="89" y="0"/>
                  <a:pt x="85" y="0"/>
                </a:cubicBezTo>
                <a:close/>
                <a:moveTo>
                  <a:pt x="46" y="70"/>
                </a:moveTo>
                <a:cubicBezTo>
                  <a:pt x="43" y="67"/>
                  <a:pt x="43" y="67"/>
                  <a:pt x="43" y="67"/>
                </a:cubicBezTo>
                <a:cubicBezTo>
                  <a:pt x="41" y="69"/>
                  <a:pt x="39" y="70"/>
                  <a:pt x="36" y="70"/>
                </a:cubicBezTo>
                <a:cubicBezTo>
                  <a:pt x="36" y="74"/>
                  <a:pt x="36" y="74"/>
                  <a:pt x="36" y="74"/>
                </a:cubicBezTo>
                <a:cubicBezTo>
                  <a:pt x="29" y="74"/>
                  <a:pt x="29" y="74"/>
                  <a:pt x="29" y="74"/>
                </a:cubicBezTo>
                <a:cubicBezTo>
                  <a:pt x="29" y="70"/>
                  <a:pt x="29" y="70"/>
                  <a:pt x="29" y="70"/>
                </a:cubicBezTo>
                <a:cubicBezTo>
                  <a:pt x="27" y="70"/>
                  <a:pt x="24" y="69"/>
                  <a:pt x="22" y="67"/>
                </a:cubicBezTo>
                <a:cubicBezTo>
                  <a:pt x="19" y="70"/>
                  <a:pt x="19" y="70"/>
                  <a:pt x="19" y="70"/>
                </a:cubicBezTo>
                <a:cubicBezTo>
                  <a:pt x="14" y="65"/>
                  <a:pt x="14" y="65"/>
                  <a:pt x="14" y="65"/>
                </a:cubicBezTo>
                <a:cubicBezTo>
                  <a:pt x="17" y="62"/>
                  <a:pt x="17" y="62"/>
                  <a:pt x="17" y="62"/>
                </a:cubicBezTo>
                <a:cubicBezTo>
                  <a:pt x="16" y="60"/>
                  <a:pt x="15" y="58"/>
                  <a:pt x="14" y="55"/>
                </a:cubicBezTo>
                <a:cubicBezTo>
                  <a:pt x="10" y="55"/>
                  <a:pt x="10" y="55"/>
                  <a:pt x="10" y="55"/>
                </a:cubicBezTo>
                <a:cubicBezTo>
                  <a:pt x="10" y="48"/>
                  <a:pt x="10" y="48"/>
                  <a:pt x="10" y="48"/>
                </a:cubicBezTo>
                <a:cubicBezTo>
                  <a:pt x="14" y="48"/>
                  <a:pt x="14" y="48"/>
                  <a:pt x="14" y="48"/>
                </a:cubicBezTo>
                <a:cubicBezTo>
                  <a:pt x="15" y="45"/>
                  <a:pt x="16" y="43"/>
                  <a:pt x="17" y="41"/>
                </a:cubicBezTo>
                <a:cubicBezTo>
                  <a:pt x="14" y="38"/>
                  <a:pt x="14" y="38"/>
                  <a:pt x="14" y="38"/>
                </a:cubicBezTo>
                <a:cubicBezTo>
                  <a:pt x="19" y="33"/>
                  <a:pt x="19" y="33"/>
                  <a:pt x="19" y="33"/>
                </a:cubicBezTo>
                <a:cubicBezTo>
                  <a:pt x="22" y="36"/>
                  <a:pt x="22" y="36"/>
                  <a:pt x="22" y="36"/>
                </a:cubicBezTo>
                <a:cubicBezTo>
                  <a:pt x="24" y="35"/>
                  <a:pt x="27" y="34"/>
                  <a:pt x="29" y="33"/>
                </a:cubicBezTo>
                <a:cubicBezTo>
                  <a:pt x="29" y="29"/>
                  <a:pt x="29" y="29"/>
                  <a:pt x="29" y="29"/>
                </a:cubicBezTo>
                <a:cubicBezTo>
                  <a:pt x="36" y="29"/>
                  <a:pt x="36" y="29"/>
                  <a:pt x="36" y="29"/>
                </a:cubicBezTo>
                <a:cubicBezTo>
                  <a:pt x="36" y="33"/>
                  <a:pt x="36" y="33"/>
                  <a:pt x="36" y="33"/>
                </a:cubicBezTo>
                <a:cubicBezTo>
                  <a:pt x="39" y="34"/>
                  <a:pt x="41" y="35"/>
                  <a:pt x="43" y="36"/>
                </a:cubicBezTo>
                <a:cubicBezTo>
                  <a:pt x="46" y="33"/>
                  <a:pt x="46" y="33"/>
                  <a:pt x="46" y="33"/>
                </a:cubicBezTo>
                <a:cubicBezTo>
                  <a:pt x="51" y="38"/>
                  <a:pt x="51" y="38"/>
                  <a:pt x="51" y="38"/>
                </a:cubicBezTo>
                <a:cubicBezTo>
                  <a:pt x="48" y="41"/>
                  <a:pt x="48" y="41"/>
                  <a:pt x="48" y="41"/>
                </a:cubicBezTo>
                <a:cubicBezTo>
                  <a:pt x="50" y="43"/>
                  <a:pt x="51" y="45"/>
                  <a:pt x="51" y="48"/>
                </a:cubicBezTo>
                <a:cubicBezTo>
                  <a:pt x="55" y="48"/>
                  <a:pt x="55" y="48"/>
                  <a:pt x="55" y="48"/>
                </a:cubicBezTo>
                <a:cubicBezTo>
                  <a:pt x="55" y="55"/>
                  <a:pt x="55" y="55"/>
                  <a:pt x="55" y="55"/>
                </a:cubicBezTo>
                <a:cubicBezTo>
                  <a:pt x="51" y="55"/>
                  <a:pt x="51" y="55"/>
                  <a:pt x="51" y="55"/>
                </a:cubicBezTo>
                <a:cubicBezTo>
                  <a:pt x="51" y="58"/>
                  <a:pt x="50" y="60"/>
                  <a:pt x="48" y="62"/>
                </a:cubicBezTo>
                <a:cubicBezTo>
                  <a:pt x="51" y="65"/>
                  <a:pt x="51" y="65"/>
                  <a:pt x="51" y="65"/>
                </a:cubicBezTo>
                <a:lnTo>
                  <a:pt x="46" y="70"/>
                </a:lnTo>
                <a:close/>
                <a:moveTo>
                  <a:pt x="75" y="62"/>
                </a:moveTo>
                <a:cubicBezTo>
                  <a:pt x="73" y="62"/>
                  <a:pt x="73" y="62"/>
                  <a:pt x="73" y="62"/>
                </a:cubicBezTo>
                <a:cubicBezTo>
                  <a:pt x="73" y="63"/>
                  <a:pt x="72" y="64"/>
                  <a:pt x="72" y="65"/>
                </a:cubicBezTo>
                <a:cubicBezTo>
                  <a:pt x="73" y="66"/>
                  <a:pt x="73" y="66"/>
                  <a:pt x="73" y="66"/>
                </a:cubicBezTo>
                <a:cubicBezTo>
                  <a:pt x="71" y="68"/>
                  <a:pt x="71" y="68"/>
                  <a:pt x="71" y="68"/>
                </a:cubicBezTo>
                <a:cubicBezTo>
                  <a:pt x="69" y="67"/>
                  <a:pt x="69" y="67"/>
                  <a:pt x="69" y="67"/>
                </a:cubicBezTo>
                <a:cubicBezTo>
                  <a:pt x="68" y="67"/>
                  <a:pt x="67" y="68"/>
                  <a:pt x="66" y="68"/>
                </a:cubicBezTo>
                <a:cubicBezTo>
                  <a:pt x="66" y="70"/>
                  <a:pt x="66" y="70"/>
                  <a:pt x="66" y="70"/>
                </a:cubicBezTo>
                <a:cubicBezTo>
                  <a:pt x="63" y="69"/>
                  <a:pt x="63" y="69"/>
                  <a:pt x="63" y="69"/>
                </a:cubicBezTo>
                <a:cubicBezTo>
                  <a:pt x="63" y="67"/>
                  <a:pt x="63" y="67"/>
                  <a:pt x="63" y="67"/>
                </a:cubicBezTo>
                <a:cubicBezTo>
                  <a:pt x="62" y="67"/>
                  <a:pt x="61" y="67"/>
                  <a:pt x="60" y="66"/>
                </a:cubicBezTo>
                <a:cubicBezTo>
                  <a:pt x="58" y="67"/>
                  <a:pt x="58" y="67"/>
                  <a:pt x="58" y="67"/>
                </a:cubicBezTo>
                <a:cubicBezTo>
                  <a:pt x="56" y="65"/>
                  <a:pt x="56" y="65"/>
                  <a:pt x="56" y="65"/>
                </a:cubicBezTo>
                <a:cubicBezTo>
                  <a:pt x="58" y="63"/>
                  <a:pt x="58" y="63"/>
                  <a:pt x="58" y="63"/>
                </a:cubicBezTo>
                <a:cubicBezTo>
                  <a:pt x="57" y="62"/>
                  <a:pt x="57" y="61"/>
                  <a:pt x="57" y="60"/>
                </a:cubicBezTo>
                <a:cubicBezTo>
                  <a:pt x="55" y="60"/>
                  <a:pt x="55" y="60"/>
                  <a:pt x="55" y="60"/>
                </a:cubicBezTo>
                <a:cubicBezTo>
                  <a:pt x="55" y="57"/>
                  <a:pt x="55" y="57"/>
                  <a:pt x="55" y="57"/>
                </a:cubicBezTo>
                <a:cubicBezTo>
                  <a:pt x="57" y="57"/>
                  <a:pt x="57" y="57"/>
                  <a:pt x="57" y="57"/>
                </a:cubicBezTo>
                <a:cubicBezTo>
                  <a:pt x="57" y="56"/>
                  <a:pt x="58" y="55"/>
                  <a:pt x="58" y="54"/>
                </a:cubicBezTo>
                <a:cubicBezTo>
                  <a:pt x="57" y="52"/>
                  <a:pt x="57" y="52"/>
                  <a:pt x="57" y="52"/>
                </a:cubicBezTo>
                <a:cubicBezTo>
                  <a:pt x="60" y="50"/>
                  <a:pt x="60" y="50"/>
                  <a:pt x="60" y="50"/>
                </a:cubicBezTo>
                <a:cubicBezTo>
                  <a:pt x="61" y="52"/>
                  <a:pt x="61" y="52"/>
                  <a:pt x="61" y="52"/>
                </a:cubicBezTo>
                <a:cubicBezTo>
                  <a:pt x="62" y="51"/>
                  <a:pt x="63" y="51"/>
                  <a:pt x="64" y="51"/>
                </a:cubicBezTo>
                <a:cubicBezTo>
                  <a:pt x="64" y="49"/>
                  <a:pt x="64" y="49"/>
                  <a:pt x="64" y="49"/>
                </a:cubicBezTo>
                <a:cubicBezTo>
                  <a:pt x="68" y="49"/>
                  <a:pt x="68" y="49"/>
                  <a:pt x="68" y="49"/>
                </a:cubicBezTo>
                <a:cubicBezTo>
                  <a:pt x="68" y="51"/>
                  <a:pt x="68" y="51"/>
                  <a:pt x="68" y="51"/>
                </a:cubicBezTo>
                <a:cubicBezTo>
                  <a:pt x="69" y="51"/>
                  <a:pt x="70" y="52"/>
                  <a:pt x="70" y="53"/>
                </a:cubicBezTo>
                <a:cubicBezTo>
                  <a:pt x="72" y="51"/>
                  <a:pt x="72" y="51"/>
                  <a:pt x="72" y="51"/>
                </a:cubicBezTo>
                <a:cubicBezTo>
                  <a:pt x="74" y="54"/>
                  <a:pt x="74" y="54"/>
                  <a:pt x="74" y="54"/>
                </a:cubicBezTo>
                <a:cubicBezTo>
                  <a:pt x="73" y="55"/>
                  <a:pt x="73" y="55"/>
                  <a:pt x="73" y="55"/>
                </a:cubicBezTo>
                <a:cubicBezTo>
                  <a:pt x="73" y="56"/>
                  <a:pt x="73" y="57"/>
                  <a:pt x="74" y="58"/>
                </a:cubicBezTo>
                <a:cubicBezTo>
                  <a:pt x="76" y="58"/>
                  <a:pt x="76" y="58"/>
                  <a:pt x="76" y="58"/>
                </a:cubicBezTo>
                <a:lnTo>
                  <a:pt x="75" y="62"/>
                </a:lnTo>
                <a:close/>
                <a:moveTo>
                  <a:pt x="81" y="36"/>
                </a:moveTo>
                <a:cubicBezTo>
                  <a:pt x="78" y="35"/>
                  <a:pt x="78" y="35"/>
                  <a:pt x="78" y="35"/>
                </a:cubicBezTo>
                <a:cubicBezTo>
                  <a:pt x="78" y="37"/>
                  <a:pt x="77" y="38"/>
                  <a:pt x="76" y="40"/>
                </a:cubicBezTo>
                <a:cubicBezTo>
                  <a:pt x="78" y="42"/>
                  <a:pt x="78" y="42"/>
                  <a:pt x="78" y="42"/>
                </a:cubicBezTo>
                <a:cubicBezTo>
                  <a:pt x="74" y="45"/>
                  <a:pt x="74" y="45"/>
                  <a:pt x="74" y="45"/>
                </a:cubicBezTo>
                <a:cubicBezTo>
                  <a:pt x="72" y="43"/>
                  <a:pt x="72" y="43"/>
                  <a:pt x="72" y="43"/>
                </a:cubicBezTo>
                <a:cubicBezTo>
                  <a:pt x="71" y="44"/>
                  <a:pt x="69" y="44"/>
                  <a:pt x="68" y="44"/>
                </a:cubicBezTo>
                <a:cubicBezTo>
                  <a:pt x="67" y="47"/>
                  <a:pt x="67" y="47"/>
                  <a:pt x="67" y="47"/>
                </a:cubicBezTo>
                <a:cubicBezTo>
                  <a:pt x="62" y="47"/>
                  <a:pt x="62" y="47"/>
                  <a:pt x="62" y="47"/>
                </a:cubicBezTo>
                <a:cubicBezTo>
                  <a:pt x="63" y="44"/>
                  <a:pt x="63" y="44"/>
                  <a:pt x="63" y="44"/>
                </a:cubicBezTo>
                <a:cubicBezTo>
                  <a:pt x="61" y="44"/>
                  <a:pt x="60" y="43"/>
                  <a:pt x="58" y="42"/>
                </a:cubicBezTo>
                <a:cubicBezTo>
                  <a:pt x="56" y="44"/>
                  <a:pt x="56" y="44"/>
                  <a:pt x="56" y="44"/>
                </a:cubicBezTo>
                <a:cubicBezTo>
                  <a:pt x="53" y="40"/>
                  <a:pt x="53" y="40"/>
                  <a:pt x="53" y="40"/>
                </a:cubicBezTo>
                <a:cubicBezTo>
                  <a:pt x="55" y="38"/>
                  <a:pt x="55" y="38"/>
                  <a:pt x="55" y="38"/>
                </a:cubicBezTo>
                <a:cubicBezTo>
                  <a:pt x="54" y="37"/>
                  <a:pt x="54" y="35"/>
                  <a:pt x="54" y="33"/>
                </a:cubicBezTo>
                <a:cubicBezTo>
                  <a:pt x="51" y="33"/>
                  <a:pt x="51" y="33"/>
                  <a:pt x="51" y="33"/>
                </a:cubicBezTo>
                <a:cubicBezTo>
                  <a:pt x="51" y="28"/>
                  <a:pt x="51" y="28"/>
                  <a:pt x="51" y="28"/>
                </a:cubicBezTo>
                <a:cubicBezTo>
                  <a:pt x="54" y="28"/>
                  <a:pt x="54" y="28"/>
                  <a:pt x="54" y="28"/>
                </a:cubicBezTo>
                <a:cubicBezTo>
                  <a:pt x="55" y="27"/>
                  <a:pt x="55" y="25"/>
                  <a:pt x="56" y="24"/>
                </a:cubicBezTo>
                <a:cubicBezTo>
                  <a:pt x="54" y="22"/>
                  <a:pt x="54" y="22"/>
                  <a:pt x="54" y="22"/>
                </a:cubicBezTo>
                <a:cubicBezTo>
                  <a:pt x="58" y="19"/>
                  <a:pt x="58" y="19"/>
                  <a:pt x="58" y="19"/>
                </a:cubicBezTo>
                <a:cubicBezTo>
                  <a:pt x="60" y="21"/>
                  <a:pt x="60" y="21"/>
                  <a:pt x="60" y="21"/>
                </a:cubicBezTo>
                <a:cubicBezTo>
                  <a:pt x="62" y="20"/>
                  <a:pt x="63" y="20"/>
                  <a:pt x="65" y="19"/>
                </a:cubicBezTo>
                <a:cubicBezTo>
                  <a:pt x="65" y="16"/>
                  <a:pt x="65" y="16"/>
                  <a:pt x="65" y="16"/>
                </a:cubicBezTo>
                <a:cubicBezTo>
                  <a:pt x="70" y="17"/>
                  <a:pt x="70" y="17"/>
                  <a:pt x="70" y="17"/>
                </a:cubicBezTo>
                <a:cubicBezTo>
                  <a:pt x="70" y="20"/>
                  <a:pt x="70" y="20"/>
                  <a:pt x="70" y="20"/>
                </a:cubicBezTo>
                <a:cubicBezTo>
                  <a:pt x="71" y="20"/>
                  <a:pt x="73" y="21"/>
                  <a:pt x="74" y="22"/>
                </a:cubicBezTo>
                <a:cubicBezTo>
                  <a:pt x="76" y="20"/>
                  <a:pt x="76" y="20"/>
                  <a:pt x="76" y="20"/>
                </a:cubicBezTo>
                <a:cubicBezTo>
                  <a:pt x="79" y="24"/>
                  <a:pt x="79" y="24"/>
                  <a:pt x="79" y="24"/>
                </a:cubicBezTo>
                <a:cubicBezTo>
                  <a:pt x="77" y="26"/>
                  <a:pt x="77" y="26"/>
                  <a:pt x="77" y="26"/>
                </a:cubicBezTo>
                <a:cubicBezTo>
                  <a:pt x="78" y="27"/>
                  <a:pt x="79" y="29"/>
                  <a:pt x="79" y="30"/>
                </a:cubicBezTo>
                <a:cubicBezTo>
                  <a:pt x="82" y="31"/>
                  <a:pt x="82" y="31"/>
                  <a:pt x="82" y="31"/>
                </a:cubicBezTo>
                <a:lnTo>
                  <a:pt x="81" y="36"/>
                </a:lnTo>
                <a:close/>
              </a:path>
            </a:pathLst>
          </a:custGeom>
          <a:solidFill>
            <a:srgbClr val="3DA9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17"/>
          <p:cNvSpPr>
            <a:spLocks/>
          </p:cNvSpPr>
          <p:nvPr/>
        </p:nvSpPr>
        <p:spPr bwMode="auto">
          <a:xfrm>
            <a:off x="6232525" y="5856924"/>
            <a:ext cx="120650" cy="119063"/>
          </a:xfrm>
          <a:custGeom>
            <a:avLst/>
            <a:gdLst>
              <a:gd name="T0" fmla="*/ 9 w 16"/>
              <a:gd name="T1" fmla="*/ 0 h 16"/>
              <a:gd name="T2" fmla="*/ 3 w 16"/>
              <a:gd name="T3" fmla="*/ 2 h 16"/>
              <a:gd name="T4" fmla="*/ 0 w 16"/>
              <a:gd name="T5" fmla="*/ 7 h 16"/>
              <a:gd name="T6" fmla="*/ 2 w 16"/>
              <a:gd name="T7" fmla="*/ 13 h 16"/>
              <a:gd name="T8" fmla="*/ 7 w 16"/>
              <a:gd name="T9" fmla="*/ 16 h 16"/>
              <a:gd name="T10" fmla="*/ 13 w 16"/>
              <a:gd name="T11" fmla="*/ 14 h 16"/>
              <a:gd name="T12" fmla="*/ 16 w 16"/>
              <a:gd name="T13" fmla="*/ 9 h 16"/>
              <a:gd name="T14" fmla="*/ 14 w 16"/>
              <a:gd name="T15" fmla="*/ 3 h 16"/>
              <a:gd name="T16" fmla="*/ 9 w 16"/>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6">
                <a:moveTo>
                  <a:pt x="9" y="0"/>
                </a:moveTo>
                <a:cubicBezTo>
                  <a:pt x="7" y="0"/>
                  <a:pt x="5" y="0"/>
                  <a:pt x="3" y="2"/>
                </a:cubicBezTo>
                <a:cubicBezTo>
                  <a:pt x="1" y="3"/>
                  <a:pt x="0" y="5"/>
                  <a:pt x="0" y="7"/>
                </a:cubicBezTo>
                <a:cubicBezTo>
                  <a:pt x="0" y="9"/>
                  <a:pt x="1" y="12"/>
                  <a:pt x="2" y="13"/>
                </a:cubicBezTo>
                <a:cubicBezTo>
                  <a:pt x="3" y="15"/>
                  <a:pt x="5" y="16"/>
                  <a:pt x="7" y="16"/>
                </a:cubicBezTo>
                <a:cubicBezTo>
                  <a:pt x="10" y="16"/>
                  <a:pt x="12" y="16"/>
                  <a:pt x="13" y="14"/>
                </a:cubicBezTo>
                <a:cubicBezTo>
                  <a:pt x="15" y="13"/>
                  <a:pt x="16" y="11"/>
                  <a:pt x="16" y="9"/>
                </a:cubicBezTo>
                <a:cubicBezTo>
                  <a:pt x="16" y="6"/>
                  <a:pt x="16" y="4"/>
                  <a:pt x="14" y="3"/>
                </a:cubicBezTo>
                <a:cubicBezTo>
                  <a:pt x="13" y="1"/>
                  <a:pt x="11" y="0"/>
                  <a:pt x="9" y="0"/>
                </a:cubicBezTo>
                <a:close/>
              </a:path>
            </a:pathLst>
          </a:custGeom>
          <a:solidFill>
            <a:srgbClr val="3DA9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18"/>
          <p:cNvSpPr>
            <a:spLocks noEditPoints="1"/>
          </p:cNvSpPr>
          <p:nvPr/>
        </p:nvSpPr>
        <p:spPr bwMode="auto">
          <a:xfrm>
            <a:off x="5794375" y="4080511"/>
            <a:ext cx="695325" cy="676275"/>
          </a:xfrm>
          <a:custGeom>
            <a:avLst/>
            <a:gdLst>
              <a:gd name="T0" fmla="*/ 85 w 92"/>
              <a:gd name="T1" fmla="*/ 0 h 91"/>
              <a:gd name="T2" fmla="*/ 6 w 92"/>
              <a:gd name="T3" fmla="*/ 0 h 91"/>
              <a:gd name="T4" fmla="*/ 0 w 92"/>
              <a:gd name="T5" fmla="*/ 6 h 91"/>
              <a:gd name="T6" fmla="*/ 0 w 92"/>
              <a:gd name="T7" fmla="*/ 85 h 91"/>
              <a:gd name="T8" fmla="*/ 6 w 92"/>
              <a:gd name="T9" fmla="*/ 91 h 91"/>
              <a:gd name="T10" fmla="*/ 85 w 92"/>
              <a:gd name="T11" fmla="*/ 91 h 91"/>
              <a:gd name="T12" fmla="*/ 92 w 92"/>
              <a:gd name="T13" fmla="*/ 85 h 91"/>
              <a:gd name="T14" fmla="*/ 92 w 92"/>
              <a:gd name="T15" fmla="*/ 6 h 91"/>
              <a:gd name="T16" fmla="*/ 85 w 92"/>
              <a:gd name="T17" fmla="*/ 0 h 91"/>
              <a:gd name="T18" fmla="*/ 22 w 92"/>
              <a:gd name="T19" fmla="*/ 60 h 91"/>
              <a:gd name="T20" fmla="*/ 38 w 92"/>
              <a:gd name="T21" fmla="*/ 37 h 91"/>
              <a:gd name="T22" fmla="*/ 41 w 92"/>
              <a:gd name="T23" fmla="*/ 35 h 91"/>
              <a:gd name="T24" fmla="*/ 43 w 92"/>
              <a:gd name="T25" fmla="*/ 36 h 91"/>
              <a:gd name="T26" fmla="*/ 54 w 92"/>
              <a:gd name="T27" fmla="*/ 43 h 91"/>
              <a:gd name="T28" fmla="*/ 67 w 92"/>
              <a:gd name="T29" fmla="*/ 24 h 91"/>
              <a:gd name="T30" fmla="*/ 60 w 92"/>
              <a:gd name="T31" fmla="*/ 25 h 91"/>
              <a:gd name="T32" fmla="*/ 57 w 92"/>
              <a:gd name="T33" fmla="*/ 23 h 91"/>
              <a:gd name="T34" fmla="*/ 59 w 92"/>
              <a:gd name="T35" fmla="*/ 20 h 91"/>
              <a:gd name="T36" fmla="*/ 76 w 92"/>
              <a:gd name="T37" fmla="*/ 17 h 91"/>
              <a:gd name="T38" fmla="*/ 79 w 92"/>
              <a:gd name="T39" fmla="*/ 18 h 91"/>
              <a:gd name="T40" fmla="*/ 79 w 92"/>
              <a:gd name="T41" fmla="*/ 20 h 91"/>
              <a:gd name="T42" fmla="*/ 77 w 92"/>
              <a:gd name="T43" fmla="*/ 38 h 91"/>
              <a:gd name="T44" fmla="*/ 74 w 92"/>
              <a:gd name="T45" fmla="*/ 40 h 91"/>
              <a:gd name="T46" fmla="*/ 71 w 92"/>
              <a:gd name="T47" fmla="*/ 37 h 91"/>
              <a:gd name="T48" fmla="*/ 73 w 92"/>
              <a:gd name="T49" fmla="*/ 28 h 91"/>
              <a:gd name="T50" fmla="*/ 57 w 92"/>
              <a:gd name="T51" fmla="*/ 50 h 91"/>
              <a:gd name="T52" fmla="*/ 55 w 92"/>
              <a:gd name="T53" fmla="*/ 52 h 91"/>
              <a:gd name="T54" fmla="*/ 52 w 92"/>
              <a:gd name="T55" fmla="*/ 51 h 91"/>
              <a:gd name="T56" fmla="*/ 42 w 92"/>
              <a:gd name="T57" fmla="*/ 44 h 91"/>
              <a:gd name="T58" fmla="*/ 27 w 92"/>
              <a:gd name="T59" fmla="*/ 65 h 91"/>
              <a:gd name="T60" fmla="*/ 25 w 92"/>
              <a:gd name="T61" fmla="*/ 66 h 91"/>
              <a:gd name="T62" fmla="*/ 22 w 92"/>
              <a:gd name="T63" fmla="*/ 65 h 91"/>
              <a:gd name="T64" fmla="*/ 22 w 92"/>
              <a:gd name="T65" fmla="*/ 60 h 91"/>
              <a:gd name="T66" fmla="*/ 79 w 92"/>
              <a:gd name="T67" fmla="*/ 76 h 91"/>
              <a:gd name="T68" fmla="*/ 16 w 92"/>
              <a:gd name="T69" fmla="*/ 76 h 91"/>
              <a:gd name="T70" fmla="*/ 10 w 92"/>
              <a:gd name="T71" fmla="*/ 70 h 91"/>
              <a:gd name="T72" fmla="*/ 10 w 92"/>
              <a:gd name="T73" fmla="*/ 17 h 91"/>
              <a:gd name="T74" fmla="*/ 13 w 92"/>
              <a:gd name="T75" fmla="*/ 14 h 91"/>
              <a:gd name="T76" fmla="*/ 16 w 92"/>
              <a:gd name="T77" fmla="*/ 17 h 91"/>
              <a:gd name="T78" fmla="*/ 16 w 92"/>
              <a:gd name="T79" fmla="*/ 70 h 91"/>
              <a:gd name="T80" fmla="*/ 16 w 92"/>
              <a:gd name="T81" fmla="*/ 70 h 91"/>
              <a:gd name="T82" fmla="*/ 79 w 92"/>
              <a:gd name="T83" fmla="*/ 70 h 91"/>
              <a:gd name="T84" fmla="*/ 82 w 92"/>
              <a:gd name="T85" fmla="*/ 73 h 91"/>
              <a:gd name="T86" fmla="*/ 79 w 92"/>
              <a:gd name="T87" fmla="*/ 76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2" h="91">
                <a:moveTo>
                  <a:pt x="85" y="0"/>
                </a:moveTo>
                <a:cubicBezTo>
                  <a:pt x="6" y="0"/>
                  <a:pt x="6" y="0"/>
                  <a:pt x="6" y="0"/>
                </a:cubicBezTo>
                <a:cubicBezTo>
                  <a:pt x="3" y="0"/>
                  <a:pt x="0" y="2"/>
                  <a:pt x="0" y="6"/>
                </a:cubicBezTo>
                <a:cubicBezTo>
                  <a:pt x="0" y="85"/>
                  <a:pt x="0" y="85"/>
                  <a:pt x="0" y="85"/>
                </a:cubicBezTo>
                <a:cubicBezTo>
                  <a:pt x="0" y="88"/>
                  <a:pt x="3" y="91"/>
                  <a:pt x="6" y="91"/>
                </a:cubicBezTo>
                <a:cubicBezTo>
                  <a:pt x="85" y="91"/>
                  <a:pt x="85" y="91"/>
                  <a:pt x="85" y="91"/>
                </a:cubicBezTo>
                <a:cubicBezTo>
                  <a:pt x="89" y="91"/>
                  <a:pt x="92" y="88"/>
                  <a:pt x="92" y="85"/>
                </a:cubicBezTo>
                <a:cubicBezTo>
                  <a:pt x="92" y="6"/>
                  <a:pt x="92" y="6"/>
                  <a:pt x="92" y="6"/>
                </a:cubicBezTo>
                <a:cubicBezTo>
                  <a:pt x="92" y="2"/>
                  <a:pt x="89" y="0"/>
                  <a:pt x="85" y="0"/>
                </a:cubicBezTo>
                <a:close/>
                <a:moveTo>
                  <a:pt x="22" y="60"/>
                </a:moveTo>
                <a:cubicBezTo>
                  <a:pt x="38" y="37"/>
                  <a:pt x="38" y="37"/>
                  <a:pt x="38" y="37"/>
                </a:cubicBezTo>
                <a:cubicBezTo>
                  <a:pt x="39" y="36"/>
                  <a:pt x="40" y="35"/>
                  <a:pt x="41" y="35"/>
                </a:cubicBezTo>
                <a:cubicBezTo>
                  <a:pt x="42" y="35"/>
                  <a:pt x="43" y="35"/>
                  <a:pt x="43" y="36"/>
                </a:cubicBezTo>
                <a:cubicBezTo>
                  <a:pt x="54" y="43"/>
                  <a:pt x="54" y="43"/>
                  <a:pt x="54" y="43"/>
                </a:cubicBezTo>
                <a:cubicBezTo>
                  <a:pt x="67" y="24"/>
                  <a:pt x="67" y="24"/>
                  <a:pt x="67" y="24"/>
                </a:cubicBezTo>
                <a:cubicBezTo>
                  <a:pt x="60" y="25"/>
                  <a:pt x="60" y="25"/>
                  <a:pt x="60" y="25"/>
                </a:cubicBezTo>
                <a:cubicBezTo>
                  <a:pt x="58" y="25"/>
                  <a:pt x="57" y="24"/>
                  <a:pt x="57" y="23"/>
                </a:cubicBezTo>
                <a:cubicBezTo>
                  <a:pt x="56" y="21"/>
                  <a:pt x="57" y="20"/>
                  <a:pt x="59" y="20"/>
                </a:cubicBezTo>
                <a:cubicBezTo>
                  <a:pt x="76" y="17"/>
                  <a:pt x="76" y="17"/>
                  <a:pt x="76" y="17"/>
                </a:cubicBezTo>
                <a:cubicBezTo>
                  <a:pt x="77" y="17"/>
                  <a:pt x="78" y="17"/>
                  <a:pt x="79" y="18"/>
                </a:cubicBezTo>
                <a:cubicBezTo>
                  <a:pt x="79" y="18"/>
                  <a:pt x="79" y="19"/>
                  <a:pt x="79" y="20"/>
                </a:cubicBezTo>
                <a:cubicBezTo>
                  <a:pt x="77" y="38"/>
                  <a:pt x="77" y="38"/>
                  <a:pt x="77" y="38"/>
                </a:cubicBezTo>
                <a:cubicBezTo>
                  <a:pt x="76" y="39"/>
                  <a:pt x="75" y="40"/>
                  <a:pt x="74" y="40"/>
                </a:cubicBezTo>
                <a:cubicBezTo>
                  <a:pt x="72" y="40"/>
                  <a:pt x="71" y="38"/>
                  <a:pt x="71" y="37"/>
                </a:cubicBezTo>
                <a:cubicBezTo>
                  <a:pt x="73" y="28"/>
                  <a:pt x="73" y="28"/>
                  <a:pt x="73" y="28"/>
                </a:cubicBezTo>
                <a:cubicBezTo>
                  <a:pt x="57" y="50"/>
                  <a:pt x="57" y="50"/>
                  <a:pt x="57" y="50"/>
                </a:cubicBezTo>
                <a:cubicBezTo>
                  <a:pt x="57" y="51"/>
                  <a:pt x="56" y="51"/>
                  <a:pt x="55" y="52"/>
                </a:cubicBezTo>
                <a:cubicBezTo>
                  <a:pt x="54" y="52"/>
                  <a:pt x="53" y="51"/>
                  <a:pt x="52" y="51"/>
                </a:cubicBezTo>
                <a:cubicBezTo>
                  <a:pt x="42" y="44"/>
                  <a:pt x="42" y="44"/>
                  <a:pt x="42" y="44"/>
                </a:cubicBezTo>
                <a:cubicBezTo>
                  <a:pt x="27" y="65"/>
                  <a:pt x="27" y="65"/>
                  <a:pt x="27" y="65"/>
                </a:cubicBezTo>
                <a:cubicBezTo>
                  <a:pt x="27" y="65"/>
                  <a:pt x="26" y="66"/>
                  <a:pt x="25" y="66"/>
                </a:cubicBezTo>
                <a:cubicBezTo>
                  <a:pt x="24" y="66"/>
                  <a:pt x="23" y="66"/>
                  <a:pt x="22" y="65"/>
                </a:cubicBezTo>
                <a:cubicBezTo>
                  <a:pt x="21" y="64"/>
                  <a:pt x="20" y="62"/>
                  <a:pt x="22" y="60"/>
                </a:cubicBezTo>
                <a:close/>
                <a:moveTo>
                  <a:pt x="79" y="76"/>
                </a:moveTo>
                <a:cubicBezTo>
                  <a:pt x="16" y="76"/>
                  <a:pt x="16" y="76"/>
                  <a:pt x="16" y="76"/>
                </a:cubicBezTo>
                <a:cubicBezTo>
                  <a:pt x="13" y="76"/>
                  <a:pt x="10" y="74"/>
                  <a:pt x="10" y="70"/>
                </a:cubicBezTo>
                <a:cubicBezTo>
                  <a:pt x="10" y="17"/>
                  <a:pt x="10" y="17"/>
                  <a:pt x="10" y="17"/>
                </a:cubicBezTo>
                <a:cubicBezTo>
                  <a:pt x="10" y="16"/>
                  <a:pt x="11" y="14"/>
                  <a:pt x="13" y="14"/>
                </a:cubicBezTo>
                <a:cubicBezTo>
                  <a:pt x="15" y="14"/>
                  <a:pt x="16" y="16"/>
                  <a:pt x="16" y="17"/>
                </a:cubicBezTo>
                <a:cubicBezTo>
                  <a:pt x="16" y="70"/>
                  <a:pt x="16" y="70"/>
                  <a:pt x="16" y="70"/>
                </a:cubicBezTo>
                <a:cubicBezTo>
                  <a:pt x="16" y="70"/>
                  <a:pt x="16" y="70"/>
                  <a:pt x="16" y="70"/>
                </a:cubicBezTo>
                <a:cubicBezTo>
                  <a:pt x="79" y="70"/>
                  <a:pt x="79" y="70"/>
                  <a:pt x="79" y="70"/>
                </a:cubicBezTo>
                <a:cubicBezTo>
                  <a:pt x="80" y="70"/>
                  <a:pt x="82" y="72"/>
                  <a:pt x="82" y="73"/>
                </a:cubicBezTo>
                <a:cubicBezTo>
                  <a:pt x="82" y="75"/>
                  <a:pt x="80" y="76"/>
                  <a:pt x="79" y="76"/>
                </a:cubicBezTo>
                <a:close/>
              </a:path>
            </a:pathLst>
          </a:custGeom>
          <a:solidFill>
            <a:srgbClr val="97BE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63"/>
          <p:cNvSpPr>
            <a:spLocks noEditPoints="1"/>
          </p:cNvSpPr>
          <p:nvPr/>
        </p:nvSpPr>
        <p:spPr bwMode="auto">
          <a:xfrm>
            <a:off x="5794375" y="886461"/>
            <a:ext cx="695325" cy="676275"/>
          </a:xfrm>
          <a:custGeom>
            <a:avLst/>
            <a:gdLst>
              <a:gd name="T0" fmla="*/ 6 w 92"/>
              <a:gd name="T1" fmla="*/ 0 h 91"/>
              <a:gd name="T2" fmla="*/ 0 w 92"/>
              <a:gd name="T3" fmla="*/ 85 h 91"/>
              <a:gd name="T4" fmla="*/ 85 w 92"/>
              <a:gd name="T5" fmla="*/ 91 h 91"/>
              <a:gd name="T6" fmla="*/ 92 w 92"/>
              <a:gd name="T7" fmla="*/ 6 h 91"/>
              <a:gd name="T8" fmla="*/ 67 w 92"/>
              <a:gd name="T9" fmla="*/ 18 h 91"/>
              <a:gd name="T10" fmla="*/ 67 w 92"/>
              <a:gd name="T11" fmla="*/ 31 h 91"/>
              <a:gd name="T12" fmla="*/ 67 w 92"/>
              <a:gd name="T13" fmla="*/ 18 h 91"/>
              <a:gd name="T14" fmla="*/ 54 w 92"/>
              <a:gd name="T15" fmla="*/ 33 h 91"/>
              <a:gd name="T16" fmla="*/ 38 w 92"/>
              <a:gd name="T17" fmla="*/ 33 h 91"/>
              <a:gd name="T18" fmla="*/ 24 w 92"/>
              <a:gd name="T19" fmla="*/ 18 h 91"/>
              <a:gd name="T20" fmla="*/ 24 w 92"/>
              <a:gd name="T21" fmla="*/ 31 h 91"/>
              <a:gd name="T22" fmla="*/ 24 w 92"/>
              <a:gd name="T23" fmla="*/ 18 h 91"/>
              <a:gd name="T24" fmla="*/ 24 w 92"/>
              <a:gd name="T25" fmla="*/ 57 h 91"/>
              <a:gd name="T26" fmla="*/ 17 w 92"/>
              <a:gd name="T27" fmla="*/ 42 h 91"/>
              <a:gd name="T28" fmla="*/ 15 w 92"/>
              <a:gd name="T29" fmla="*/ 42 h 91"/>
              <a:gd name="T30" fmla="*/ 11 w 92"/>
              <a:gd name="T31" fmla="*/ 57 h 91"/>
              <a:gd name="T32" fmla="*/ 15 w 92"/>
              <a:gd name="T33" fmla="*/ 34 h 91"/>
              <a:gd name="T34" fmla="*/ 34 w 92"/>
              <a:gd name="T35" fmla="*/ 34 h 91"/>
              <a:gd name="T36" fmla="*/ 33 w 92"/>
              <a:gd name="T37" fmla="*/ 41 h 91"/>
              <a:gd name="T38" fmla="*/ 64 w 92"/>
              <a:gd name="T39" fmla="*/ 72 h 91"/>
              <a:gd name="T40" fmla="*/ 58 w 92"/>
              <a:gd name="T41" fmla="*/ 54 h 91"/>
              <a:gd name="T42" fmla="*/ 56 w 92"/>
              <a:gd name="T43" fmla="*/ 54 h 91"/>
              <a:gd name="T44" fmla="*/ 37 w 92"/>
              <a:gd name="T45" fmla="*/ 72 h 91"/>
              <a:gd name="T46" fmla="*/ 36 w 92"/>
              <a:gd name="T47" fmla="*/ 53 h 91"/>
              <a:gd name="T48" fmla="*/ 34 w 92"/>
              <a:gd name="T49" fmla="*/ 72 h 91"/>
              <a:gd name="T50" fmla="*/ 29 w 92"/>
              <a:gd name="T51" fmla="*/ 50 h 91"/>
              <a:gd name="T52" fmla="*/ 58 w 92"/>
              <a:gd name="T53" fmla="*/ 45 h 91"/>
              <a:gd name="T54" fmla="*/ 64 w 92"/>
              <a:gd name="T55" fmla="*/ 72 h 91"/>
              <a:gd name="T56" fmla="*/ 76 w 92"/>
              <a:gd name="T57" fmla="*/ 57 h 91"/>
              <a:gd name="T58" fmla="*/ 75 w 92"/>
              <a:gd name="T59" fmla="*/ 40 h 91"/>
              <a:gd name="T60" fmla="*/ 74 w 92"/>
              <a:gd name="T61" fmla="*/ 57 h 91"/>
              <a:gd name="T62" fmla="*/ 68 w 92"/>
              <a:gd name="T63" fmla="*/ 49 h 91"/>
              <a:gd name="T64" fmla="*/ 55 w 92"/>
              <a:gd name="T65" fmla="*/ 41 h 91"/>
              <a:gd name="T66" fmla="*/ 76 w 92"/>
              <a:gd name="T67" fmla="*/ 34 h 91"/>
              <a:gd name="T68" fmla="*/ 80 w 92"/>
              <a:gd name="T69" fmla="*/ 5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2" h="91">
                <a:moveTo>
                  <a:pt x="85" y="0"/>
                </a:moveTo>
                <a:cubicBezTo>
                  <a:pt x="6" y="0"/>
                  <a:pt x="6" y="0"/>
                  <a:pt x="6" y="0"/>
                </a:cubicBezTo>
                <a:cubicBezTo>
                  <a:pt x="3" y="0"/>
                  <a:pt x="0" y="2"/>
                  <a:pt x="0" y="6"/>
                </a:cubicBezTo>
                <a:cubicBezTo>
                  <a:pt x="0" y="85"/>
                  <a:pt x="0" y="85"/>
                  <a:pt x="0" y="85"/>
                </a:cubicBezTo>
                <a:cubicBezTo>
                  <a:pt x="0" y="88"/>
                  <a:pt x="3" y="91"/>
                  <a:pt x="6" y="91"/>
                </a:cubicBezTo>
                <a:cubicBezTo>
                  <a:pt x="85" y="91"/>
                  <a:pt x="85" y="91"/>
                  <a:pt x="85" y="91"/>
                </a:cubicBezTo>
                <a:cubicBezTo>
                  <a:pt x="89" y="91"/>
                  <a:pt x="92" y="88"/>
                  <a:pt x="92" y="85"/>
                </a:cubicBezTo>
                <a:cubicBezTo>
                  <a:pt x="92" y="6"/>
                  <a:pt x="92" y="6"/>
                  <a:pt x="92" y="6"/>
                </a:cubicBezTo>
                <a:cubicBezTo>
                  <a:pt x="92" y="2"/>
                  <a:pt x="89" y="0"/>
                  <a:pt x="85" y="0"/>
                </a:cubicBezTo>
                <a:close/>
                <a:moveTo>
                  <a:pt x="67" y="18"/>
                </a:moveTo>
                <a:cubicBezTo>
                  <a:pt x="70" y="18"/>
                  <a:pt x="73" y="21"/>
                  <a:pt x="73" y="25"/>
                </a:cubicBezTo>
                <a:cubicBezTo>
                  <a:pt x="73" y="28"/>
                  <a:pt x="70" y="31"/>
                  <a:pt x="67" y="31"/>
                </a:cubicBezTo>
                <a:cubicBezTo>
                  <a:pt x="63" y="31"/>
                  <a:pt x="60" y="28"/>
                  <a:pt x="60" y="25"/>
                </a:cubicBezTo>
                <a:cubicBezTo>
                  <a:pt x="60" y="21"/>
                  <a:pt x="63" y="18"/>
                  <a:pt x="67" y="18"/>
                </a:cubicBezTo>
                <a:close/>
                <a:moveTo>
                  <a:pt x="46" y="25"/>
                </a:moveTo>
                <a:cubicBezTo>
                  <a:pt x="51" y="25"/>
                  <a:pt x="54" y="29"/>
                  <a:pt x="54" y="33"/>
                </a:cubicBezTo>
                <a:cubicBezTo>
                  <a:pt x="54" y="38"/>
                  <a:pt x="51" y="41"/>
                  <a:pt x="46" y="41"/>
                </a:cubicBezTo>
                <a:cubicBezTo>
                  <a:pt x="42" y="41"/>
                  <a:pt x="38" y="38"/>
                  <a:pt x="38" y="33"/>
                </a:cubicBezTo>
                <a:cubicBezTo>
                  <a:pt x="38" y="29"/>
                  <a:pt x="42" y="25"/>
                  <a:pt x="46" y="25"/>
                </a:cubicBezTo>
                <a:close/>
                <a:moveTo>
                  <a:pt x="24" y="18"/>
                </a:moveTo>
                <a:cubicBezTo>
                  <a:pt x="28" y="18"/>
                  <a:pt x="31" y="21"/>
                  <a:pt x="31" y="25"/>
                </a:cubicBezTo>
                <a:cubicBezTo>
                  <a:pt x="31" y="28"/>
                  <a:pt x="28" y="31"/>
                  <a:pt x="24" y="31"/>
                </a:cubicBezTo>
                <a:cubicBezTo>
                  <a:pt x="21" y="31"/>
                  <a:pt x="18" y="28"/>
                  <a:pt x="18" y="25"/>
                </a:cubicBezTo>
                <a:cubicBezTo>
                  <a:pt x="18" y="21"/>
                  <a:pt x="21" y="18"/>
                  <a:pt x="24" y="18"/>
                </a:cubicBezTo>
                <a:close/>
                <a:moveTo>
                  <a:pt x="24" y="49"/>
                </a:moveTo>
                <a:cubicBezTo>
                  <a:pt x="24" y="57"/>
                  <a:pt x="24" y="57"/>
                  <a:pt x="24" y="57"/>
                </a:cubicBezTo>
                <a:cubicBezTo>
                  <a:pt x="17" y="57"/>
                  <a:pt x="17" y="57"/>
                  <a:pt x="17" y="57"/>
                </a:cubicBezTo>
                <a:cubicBezTo>
                  <a:pt x="17" y="42"/>
                  <a:pt x="17" y="42"/>
                  <a:pt x="17" y="42"/>
                </a:cubicBezTo>
                <a:cubicBezTo>
                  <a:pt x="17" y="41"/>
                  <a:pt x="17" y="40"/>
                  <a:pt x="16" y="40"/>
                </a:cubicBezTo>
                <a:cubicBezTo>
                  <a:pt x="15" y="40"/>
                  <a:pt x="15" y="41"/>
                  <a:pt x="15" y="42"/>
                </a:cubicBezTo>
                <a:cubicBezTo>
                  <a:pt x="15" y="57"/>
                  <a:pt x="15" y="57"/>
                  <a:pt x="15" y="57"/>
                </a:cubicBezTo>
                <a:cubicBezTo>
                  <a:pt x="11" y="57"/>
                  <a:pt x="11" y="57"/>
                  <a:pt x="11" y="57"/>
                </a:cubicBezTo>
                <a:cubicBezTo>
                  <a:pt x="11" y="39"/>
                  <a:pt x="11" y="39"/>
                  <a:pt x="11" y="39"/>
                </a:cubicBezTo>
                <a:cubicBezTo>
                  <a:pt x="11" y="36"/>
                  <a:pt x="13" y="34"/>
                  <a:pt x="15" y="34"/>
                </a:cubicBezTo>
                <a:cubicBezTo>
                  <a:pt x="34" y="34"/>
                  <a:pt x="34" y="34"/>
                  <a:pt x="34" y="34"/>
                </a:cubicBezTo>
                <a:cubicBezTo>
                  <a:pt x="34" y="34"/>
                  <a:pt x="34" y="34"/>
                  <a:pt x="34" y="34"/>
                </a:cubicBezTo>
                <a:cubicBezTo>
                  <a:pt x="34" y="37"/>
                  <a:pt x="35" y="39"/>
                  <a:pt x="37" y="41"/>
                </a:cubicBezTo>
                <a:cubicBezTo>
                  <a:pt x="33" y="41"/>
                  <a:pt x="33" y="41"/>
                  <a:pt x="33" y="41"/>
                </a:cubicBezTo>
                <a:cubicBezTo>
                  <a:pt x="28" y="41"/>
                  <a:pt x="24" y="44"/>
                  <a:pt x="24" y="49"/>
                </a:cubicBezTo>
                <a:close/>
                <a:moveTo>
                  <a:pt x="64" y="72"/>
                </a:moveTo>
                <a:cubicBezTo>
                  <a:pt x="58" y="72"/>
                  <a:pt x="58" y="72"/>
                  <a:pt x="58" y="72"/>
                </a:cubicBezTo>
                <a:cubicBezTo>
                  <a:pt x="58" y="54"/>
                  <a:pt x="58" y="54"/>
                  <a:pt x="58" y="54"/>
                </a:cubicBezTo>
                <a:cubicBezTo>
                  <a:pt x="58" y="53"/>
                  <a:pt x="58" y="53"/>
                  <a:pt x="57" y="53"/>
                </a:cubicBezTo>
                <a:cubicBezTo>
                  <a:pt x="56" y="53"/>
                  <a:pt x="56" y="53"/>
                  <a:pt x="56" y="54"/>
                </a:cubicBezTo>
                <a:cubicBezTo>
                  <a:pt x="56" y="72"/>
                  <a:pt x="56" y="72"/>
                  <a:pt x="56" y="72"/>
                </a:cubicBezTo>
                <a:cubicBezTo>
                  <a:pt x="37" y="72"/>
                  <a:pt x="37" y="72"/>
                  <a:pt x="37" y="72"/>
                </a:cubicBezTo>
                <a:cubicBezTo>
                  <a:pt x="37" y="54"/>
                  <a:pt x="37" y="54"/>
                  <a:pt x="37" y="54"/>
                </a:cubicBezTo>
                <a:cubicBezTo>
                  <a:pt x="37" y="53"/>
                  <a:pt x="36" y="53"/>
                  <a:pt x="36" y="53"/>
                </a:cubicBezTo>
                <a:cubicBezTo>
                  <a:pt x="35" y="53"/>
                  <a:pt x="34" y="53"/>
                  <a:pt x="34" y="54"/>
                </a:cubicBezTo>
                <a:cubicBezTo>
                  <a:pt x="34" y="72"/>
                  <a:pt x="34" y="72"/>
                  <a:pt x="34" y="72"/>
                </a:cubicBezTo>
                <a:cubicBezTo>
                  <a:pt x="29" y="72"/>
                  <a:pt x="29" y="72"/>
                  <a:pt x="29" y="72"/>
                </a:cubicBezTo>
                <a:cubicBezTo>
                  <a:pt x="29" y="50"/>
                  <a:pt x="29" y="50"/>
                  <a:pt x="29" y="50"/>
                </a:cubicBezTo>
                <a:cubicBezTo>
                  <a:pt x="29" y="47"/>
                  <a:pt x="31" y="45"/>
                  <a:pt x="35" y="45"/>
                </a:cubicBezTo>
                <a:cubicBezTo>
                  <a:pt x="58" y="45"/>
                  <a:pt x="58" y="45"/>
                  <a:pt x="58" y="45"/>
                </a:cubicBezTo>
                <a:cubicBezTo>
                  <a:pt x="61" y="45"/>
                  <a:pt x="64" y="47"/>
                  <a:pt x="64" y="50"/>
                </a:cubicBezTo>
                <a:lnTo>
                  <a:pt x="64" y="72"/>
                </a:lnTo>
                <a:close/>
                <a:moveTo>
                  <a:pt x="80" y="57"/>
                </a:moveTo>
                <a:cubicBezTo>
                  <a:pt x="76" y="57"/>
                  <a:pt x="76" y="57"/>
                  <a:pt x="76" y="57"/>
                </a:cubicBezTo>
                <a:cubicBezTo>
                  <a:pt x="76" y="42"/>
                  <a:pt x="76" y="42"/>
                  <a:pt x="76" y="42"/>
                </a:cubicBezTo>
                <a:cubicBezTo>
                  <a:pt x="76" y="41"/>
                  <a:pt x="76" y="40"/>
                  <a:pt x="75" y="40"/>
                </a:cubicBezTo>
                <a:cubicBezTo>
                  <a:pt x="74" y="40"/>
                  <a:pt x="74" y="41"/>
                  <a:pt x="74" y="42"/>
                </a:cubicBezTo>
                <a:cubicBezTo>
                  <a:pt x="74" y="57"/>
                  <a:pt x="74" y="57"/>
                  <a:pt x="74" y="57"/>
                </a:cubicBezTo>
                <a:cubicBezTo>
                  <a:pt x="68" y="57"/>
                  <a:pt x="68" y="57"/>
                  <a:pt x="68" y="57"/>
                </a:cubicBezTo>
                <a:cubicBezTo>
                  <a:pt x="68" y="49"/>
                  <a:pt x="68" y="49"/>
                  <a:pt x="68" y="49"/>
                </a:cubicBezTo>
                <a:cubicBezTo>
                  <a:pt x="68" y="44"/>
                  <a:pt x="64" y="41"/>
                  <a:pt x="59" y="41"/>
                </a:cubicBezTo>
                <a:cubicBezTo>
                  <a:pt x="55" y="41"/>
                  <a:pt x="55" y="41"/>
                  <a:pt x="55" y="41"/>
                </a:cubicBezTo>
                <a:cubicBezTo>
                  <a:pt x="57" y="39"/>
                  <a:pt x="58" y="37"/>
                  <a:pt x="58" y="34"/>
                </a:cubicBezTo>
                <a:cubicBezTo>
                  <a:pt x="76" y="34"/>
                  <a:pt x="76" y="34"/>
                  <a:pt x="76" y="34"/>
                </a:cubicBezTo>
                <a:cubicBezTo>
                  <a:pt x="78" y="34"/>
                  <a:pt x="80" y="36"/>
                  <a:pt x="80" y="39"/>
                </a:cubicBezTo>
                <a:lnTo>
                  <a:pt x="80" y="57"/>
                </a:lnTo>
                <a:close/>
              </a:path>
            </a:pathLst>
          </a:custGeom>
          <a:solidFill>
            <a:srgbClr val="F085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Oval 64"/>
          <p:cNvSpPr>
            <a:spLocks noChangeArrowheads="1"/>
          </p:cNvSpPr>
          <p:nvPr/>
        </p:nvSpPr>
        <p:spPr bwMode="auto">
          <a:xfrm>
            <a:off x="6089650" y="1942149"/>
            <a:ext cx="104775" cy="103188"/>
          </a:xfrm>
          <a:prstGeom prst="ellipse">
            <a:avLst/>
          </a:prstGeom>
          <a:solidFill>
            <a:srgbClr val="EDD0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Oval 65"/>
          <p:cNvSpPr>
            <a:spLocks noChangeArrowheads="1"/>
          </p:cNvSpPr>
          <p:nvPr/>
        </p:nvSpPr>
        <p:spPr bwMode="auto">
          <a:xfrm>
            <a:off x="6089650" y="2216786"/>
            <a:ext cx="104775" cy="103188"/>
          </a:xfrm>
          <a:prstGeom prst="ellipse">
            <a:avLst/>
          </a:prstGeom>
          <a:solidFill>
            <a:srgbClr val="EDD0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Oval 66"/>
          <p:cNvSpPr>
            <a:spLocks noChangeArrowheads="1"/>
          </p:cNvSpPr>
          <p:nvPr/>
        </p:nvSpPr>
        <p:spPr bwMode="auto">
          <a:xfrm>
            <a:off x="6103938" y="2097724"/>
            <a:ext cx="68262" cy="66675"/>
          </a:xfrm>
          <a:prstGeom prst="ellipse">
            <a:avLst/>
          </a:prstGeom>
          <a:solidFill>
            <a:srgbClr val="EDD0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Oval 67"/>
          <p:cNvSpPr>
            <a:spLocks noChangeArrowheads="1"/>
          </p:cNvSpPr>
          <p:nvPr/>
        </p:nvSpPr>
        <p:spPr bwMode="auto">
          <a:xfrm>
            <a:off x="6089650" y="3553461"/>
            <a:ext cx="104775" cy="104775"/>
          </a:xfrm>
          <a:prstGeom prst="ellipse">
            <a:avLst/>
          </a:prstGeom>
          <a:solidFill>
            <a:srgbClr val="EDD0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Oval 68"/>
          <p:cNvSpPr>
            <a:spLocks noChangeArrowheads="1"/>
          </p:cNvSpPr>
          <p:nvPr/>
        </p:nvSpPr>
        <p:spPr bwMode="auto">
          <a:xfrm>
            <a:off x="6089650" y="3828099"/>
            <a:ext cx="104775" cy="104775"/>
          </a:xfrm>
          <a:prstGeom prst="ellipse">
            <a:avLst/>
          </a:prstGeom>
          <a:solidFill>
            <a:srgbClr val="EDD0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Oval 69"/>
          <p:cNvSpPr>
            <a:spLocks noChangeArrowheads="1"/>
          </p:cNvSpPr>
          <p:nvPr/>
        </p:nvSpPr>
        <p:spPr bwMode="auto">
          <a:xfrm>
            <a:off x="6103938" y="3709036"/>
            <a:ext cx="68262" cy="66675"/>
          </a:xfrm>
          <a:prstGeom prst="ellipse">
            <a:avLst/>
          </a:prstGeom>
          <a:solidFill>
            <a:srgbClr val="EDD0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Oval 70"/>
          <p:cNvSpPr>
            <a:spLocks noChangeArrowheads="1"/>
          </p:cNvSpPr>
          <p:nvPr/>
        </p:nvSpPr>
        <p:spPr bwMode="auto">
          <a:xfrm>
            <a:off x="6089650" y="5158424"/>
            <a:ext cx="104775" cy="111125"/>
          </a:xfrm>
          <a:prstGeom prst="ellipse">
            <a:avLst/>
          </a:prstGeom>
          <a:solidFill>
            <a:srgbClr val="EDD0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Oval 71"/>
          <p:cNvSpPr>
            <a:spLocks noChangeArrowheads="1"/>
          </p:cNvSpPr>
          <p:nvPr/>
        </p:nvSpPr>
        <p:spPr bwMode="auto">
          <a:xfrm>
            <a:off x="6089650" y="5433061"/>
            <a:ext cx="104775" cy="104775"/>
          </a:xfrm>
          <a:prstGeom prst="ellipse">
            <a:avLst/>
          </a:prstGeom>
          <a:solidFill>
            <a:srgbClr val="EDD0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Oval 72"/>
          <p:cNvSpPr>
            <a:spLocks noChangeArrowheads="1"/>
          </p:cNvSpPr>
          <p:nvPr/>
        </p:nvSpPr>
        <p:spPr bwMode="auto">
          <a:xfrm>
            <a:off x="6103938" y="5313999"/>
            <a:ext cx="68262" cy="66675"/>
          </a:xfrm>
          <a:prstGeom prst="ellipse">
            <a:avLst/>
          </a:prstGeom>
          <a:solidFill>
            <a:srgbClr val="EDD0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72" name="组合 27"/>
          <p:cNvGrpSpPr/>
          <p:nvPr/>
        </p:nvGrpSpPr>
        <p:grpSpPr>
          <a:xfrm>
            <a:off x="3635620" y="2097724"/>
            <a:ext cx="542926" cy="2797176"/>
            <a:chOff x="9082088" y="1168400"/>
            <a:chExt cx="542926" cy="2797176"/>
          </a:xfrm>
          <a:solidFill>
            <a:schemeClr val="bg1"/>
          </a:solidFill>
        </p:grpSpPr>
        <p:sp>
          <p:nvSpPr>
            <p:cNvPr id="73" name="Freeform 5"/>
            <p:cNvSpPr>
              <a:spLocks/>
            </p:cNvSpPr>
            <p:nvPr/>
          </p:nvSpPr>
          <p:spPr bwMode="auto">
            <a:xfrm>
              <a:off x="9483726" y="1266825"/>
              <a:ext cx="141288" cy="188913"/>
            </a:xfrm>
            <a:custGeom>
              <a:avLst/>
              <a:gdLst>
                <a:gd name="T0" fmla="*/ 3 w 37"/>
                <a:gd name="T1" fmla="*/ 41 h 50"/>
                <a:gd name="T2" fmla="*/ 24 w 37"/>
                <a:gd name="T3" fmla="*/ 25 h 50"/>
                <a:gd name="T4" fmla="*/ 3 w 37"/>
                <a:gd name="T5" fmla="*/ 10 h 50"/>
                <a:gd name="T6" fmla="*/ 2 w 37"/>
                <a:gd name="T7" fmla="*/ 3 h 50"/>
                <a:gd name="T8" fmla="*/ 8 w 37"/>
                <a:gd name="T9" fmla="*/ 2 h 50"/>
                <a:gd name="T10" fmla="*/ 35 w 37"/>
                <a:gd name="T11" fmla="*/ 21 h 50"/>
                <a:gd name="T12" fmla="*/ 37 w 37"/>
                <a:gd name="T13" fmla="*/ 25 h 50"/>
                <a:gd name="T14" fmla="*/ 35 w 37"/>
                <a:gd name="T15" fmla="*/ 29 h 50"/>
                <a:gd name="T16" fmla="*/ 8 w 37"/>
                <a:gd name="T17" fmla="*/ 48 h 50"/>
                <a:gd name="T18" fmla="*/ 2 w 37"/>
                <a:gd name="T19" fmla="*/ 47 h 50"/>
                <a:gd name="T20" fmla="*/ 3 w 37"/>
                <a:gd name="T21" fmla="*/ 41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 h="50">
                  <a:moveTo>
                    <a:pt x="3" y="41"/>
                  </a:moveTo>
                  <a:cubicBezTo>
                    <a:pt x="24" y="25"/>
                    <a:pt x="24" y="25"/>
                    <a:pt x="24" y="25"/>
                  </a:cubicBezTo>
                  <a:cubicBezTo>
                    <a:pt x="3" y="10"/>
                    <a:pt x="3" y="10"/>
                    <a:pt x="3" y="10"/>
                  </a:cubicBezTo>
                  <a:cubicBezTo>
                    <a:pt x="0" y="8"/>
                    <a:pt x="0" y="5"/>
                    <a:pt x="2" y="3"/>
                  </a:cubicBezTo>
                  <a:cubicBezTo>
                    <a:pt x="3" y="1"/>
                    <a:pt x="6" y="0"/>
                    <a:pt x="8" y="2"/>
                  </a:cubicBezTo>
                  <a:cubicBezTo>
                    <a:pt x="35" y="21"/>
                    <a:pt x="35" y="21"/>
                    <a:pt x="35" y="21"/>
                  </a:cubicBezTo>
                  <a:cubicBezTo>
                    <a:pt x="36" y="22"/>
                    <a:pt x="37" y="24"/>
                    <a:pt x="37" y="25"/>
                  </a:cubicBezTo>
                  <a:cubicBezTo>
                    <a:pt x="37" y="27"/>
                    <a:pt x="36" y="28"/>
                    <a:pt x="35" y="29"/>
                  </a:cubicBezTo>
                  <a:cubicBezTo>
                    <a:pt x="8" y="48"/>
                    <a:pt x="8" y="48"/>
                    <a:pt x="8" y="48"/>
                  </a:cubicBezTo>
                  <a:cubicBezTo>
                    <a:pt x="6" y="50"/>
                    <a:pt x="3" y="50"/>
                    <a:pt x="2" y="47"/>
                  </a:cubicBezTo>
                  <a:cubicBezTo>
                    <a:pt x="0" y="45"/>
                    <a:pt x="0" y="42"/>
                    <a:pt x="3" y="4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4" name="Freeform 6"/>
            <p:cNvSpPr>
              <a:spLocks/>
            </p:cNvSpPr>
            <p:nvPr/>
          </p:nvSpPr>
          <p:spPr bwMode="auto">
            <a:xfrm>
              <a:off x="9483726" y="2087563"/>
              <a:ext cx="141288" cy="184150"/>
            </a:xfrm>
            <a:custGeom>
              <a:avLst/>
              <a:gdLst>
                <a:gd name="T0" fmla="*/ 3 w 37"/>
                <a:gd name="T1" fmla="*/ 40 h 49"/>
                <a:gd name="T2" fmla="*/ 24 w 37"/>
                <a:gd name="T3" fmla="*/ 25 h 49"/>
                <a:gd name="T4" fmla="*/ 3 w 37"/>
                <a:gd name="T5" fmla="*/ 9 h 49"/>
                <a:gd name="T6" fmla="*/ 2 w 37"/>
                <a:gd name="T7" fmla="*/ 2 h 49"/>
                <a:gd name="T8" fmla="*/ 8 w 37"/>
                <a:gd name="T9" fmla="*/ 1 h 49"/>
                <a:gd name="T10" fmla="*/ 35 w 37"/>
                <a:gd name="T11" fmla="*/ 21 h 49"/>
                <a:gd name="T12" fmla="*/ 37 w 37"/>
                <a:gd name="T13" fmla="*/ 25 h 49"/>
                <a:gd name="T14" fmla="*/ 35 w 37"/>
                <a:gd name="T15" fmla="*/ 29 h 49"/>
                <a:gd name="T16" fmla="*/ 8 w 37"/>
                <a:gd name="T17" fmla="*/ 48 h 49"/>
                <a:gd name="T18" fmla="*/ 2 w 37"/>
                <a:gd name="T19" fmla="*/ 47 h 49"/>
                <a:gd name="T20" fmla="*/ 3 w 37"/>
                <a:gd name="T21" fmla="*/ 4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 h="49">
                  <a:moveTo>
                    <a:pt x="3" y="40"/>
                  </a:moveTo>
                  <a:cubicBezTo>
                    <a:pt x="24" y="25"/>
                    <a:pt x="24" y="25"/>
                    <a:pt x="24" y="25"/>
                  </a:cubicBezTo>
                  <a:cubicBezTo>
                    <a:pt x="3" y="9"/>
                    <a:pt x="3" y="9"/>
                    <a:pt x="3" y="9"/>
                  </a:cubicBezTo>
                  <a:cubicBezTo>
                    <a:pt x="0" y="8"/>
                    <a:pt x="0" y="5"/>
                    <a:pt x="2" y="2"/>
                  </a:cubicBezTo>
                  <a:cubicBezTo>
                    <a:pt x="3" y="0"/>
                    <a:pt x="6" y="0"/>
                    <a:pt x="8" y="1"/>
                  </a:cubicBezTo>
                  <a:cubicBezTo>
                    <a:pt x="35" y="21"/>
                    <a:pt x="35" y="21"/>
                    <a:pt x="35" y="21"/>
                  </a:cubicBezTo>
                  <a:cubicBezTo>
                    <a:pt x="36" y="22"/>
                    <a:pt x="37" y="23"/>
                    <a:pt x="37" y="25"/>
                  </a:cubicBezTo>
                  <a:cubicBezTo>
                    <a:pt x="37" y="26"/>
                    <a:pt x="36" y="28"/>
                    <a:pt x="35" y="29"/>
                  </a:cubicBezTo>
                  <a:cubicBezTo>
                    <a:pt x="8" y="48"/>
                    <a:pt x="8" y="48"/>
                    <a:pt x="8" y="48"/>
                  </a:cubicBezTo>
                  <a:cubicBezTo>
                    <a:pt x="6" y="49"/>
                    <a:pt x="3" y="49"/>
                    <a:pt x="2" y="47"/>
                  </a:cubicBezTo>
                  <a:cubicBezTo>
                    <a:pt x="0" y="45"/>
                    <a:pt x="0" y="42"/>
                    <a:pt x="3" y="4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5" name="Freeform 7"/>
            <p:cNvSpPr>
              <a:spLocks/>
            </p:cNvSpPr>
            <p:nvPr/>
          </p:nvSpPr>
          <p:spPr bwMode="auto">
            <a:xfrm>
              <a:off x="9483726" y="2889250"/>
              <a:ext cx="141288" cy="184150"/>
            </a:xfrm>
            <a:custGeom>
              <a:avLst/>
              <a:gdLst>
                <a:gd name="T0" fmla="*/ 3 w 37"/>
                <a:gd name="T1" fmla="*/ 40 h 49"/>
                <a:gd name="T2" fmla="*/ 24 w 37"/>
                <a:gd name="T3" fmla="*/ 24 h 49"/>
                <a:gd name="T4" fmla="*/ 3 w 37"/>
                <a:gd name="T5" fmla="*/ 9 h 49"/>
                <a:gd name="T6" fmla="*/ 2 w 37"/>
                <a:gd name="T7" fmla="*/ 2 h 49"/>
                <a:gd name="T8" fmla="*/ 8 w 37"/>
                <a:gd name="T9" fmla="*/ 1 h 49"/>
                <a:gd name="T10" fmla="*/ 35 w 37"/>
                <a:gd name="T11" fmla="*/ 21 h 49"/>
                <a:gd name="T12" fmla="*/ 37 w 37"/>
                <a:gd name="T13" fmla="*/ 24 h 49"/>
                <a:gd name="T14" fmla="*/ 35 w 37"/>
                <a:gd name="T15" fmla="*/ 28 h 49"/>
                <a:gd name="T16" fmla="*/ 8 w 37"/>
                <a:gd name="T17" fmla="*/ 48 h 49"/>
                <a:gd name="T18" fmla="*/ 2 w 37"/>
                <a:gd name="T19" fmla="*/ 47 h 49"/>
                <a:gd name="T20" fmla="*/ 3 w 37"/>
                <a:gd name="T21" fmla="*/ 4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 h="49">
                  <a:moveTo>
                    <a:pt x="3" y="40"/>
                  </a:moveTo>
                  <a:cubicBezTo>
                    <a:pt x="24" y="24"/>
                    <a:pt x="24" y="24"/>
                    <a:pt x="24" y="24"/>
                  </a:cubicBezTo>
                  <a:cubicBezTo>
                    <a:pt x="3" y="9"/>
                    <a:pt x="3" y="9"/>
                    <a:pt x="3" y="9"/>
                  </a:cubicBezTo>
                  <a:cubicBezTo>
                    <a:pt x="0" y="7"/>
                    <a:pt x="0" y="4"/>
                    <a:pt x="2" y="2"/>
                  </a:cubicBezTo>
                  <a:cubicBezTo>
                    <a:pt x="3" y="0"/>
                    <a:pt x="6" y="0"/>
                    <a:pt x="8" y="1"/>
                  </a:cubicBezTo>
                  <a:cubicBezTo>
                    <a:pt x="35" y="21"/>
                    <a:pt x="35" y="21"/>
                    <a:pt x="35" y="21"/>
                  </a:cubicBezTo>
                  <a:cubicBezTo>
                    <a:pt x="36" y="21"/>
                    <a:pt x="37" y="23"/>
                    <a:pt x="37" y="24"/>
                  </a:cubicBezTo>
                  <a:cubicBezTo>
                    <a:pt x="37" y="26"/>
                    <a:pt x="36" y="27"/>
                    <a:pt x="35" y="28"/>
                  </a:cubicBezTo>
                  <a:cubicBezTo>
                    <a:pt x="8" y="48"/>
                    <a:pt x="8" y="48"/>
                    <a:pt x="8" y="48"/>
                  </a:cubicBezTo>
                  <a:cubicBezTo>
                    <a:pt x="6" y="49"/>
                    <a:pt x="3" y="49"/>
                    <a:pt x="2" y="47"/>
                  </a:cubicBezTo>
                  <a:cubicBezTo>
                    <a:pt x="0" y="44"/>
                    <a:pt x="0" y="41"/>
                    <a:pt x="3" y="4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6" name="Freeform 8"/>
            <p:cNvSpPr>
              <a:spLocks/>
            </p:cNvSpPr>
            <p:nvPr/>
          </p:nvSpPr>
          <p:spPr bwMode="auto">
            <a:xfrm>
              <a:off x="9483726" y="3687763"/>
              <a:ext cx="141288" cy="187325"/>
            </a:xfrm>
            <a:custGeom>
              <a:avLst/>
              <a:gdLst>
                <a:gd name="T0" fmla="*/ 3 w 37"/>
                <a:gd name="T1" fmla="*/ 40 h 50"/>
                <a:gd name="T2" fmla="*/ 24 w 37"/>
                <a:gd name="T3" fmla="*/ 25 h 50"/>
                <a:gd name="T4" fmla="*/ 3 w 37"/>
                <a:gd name="T5" fmla="*/ 9 h 50"/>
                <a:gd name="T6" fmla="*/ 2 w 37"/>
                <a:gd name="T7" fmla="*/ 3 h 50"/>
                <a:gd name="T8" fmla="*/ 8 w 37"/>
                <a:gd name="T9" fmla="*/ 2 h 50"/>
                <a:gd name="T10" fmla="*/ 35 w 37"/>
                <a:gd name="T11" fmla="*/ 21 h 50"/>
                <a:gd name="T12" fmla="*/ 37 w 37"/>
                <a:gd name="T13" fmla="*/ 25 h 50"/>
                <a:gd name="T14" fmla="*/ 35 w 37"/>
                <a:gd name="T15" fmla="*/ 29 h 50"/>
                <a:gd name="T16" fmla="*/ 8 w 37"/>
                <a:gd name="T17" fmla="*/ 48 h 50"/>
                <a:gd name="T18" fmla="*/ 2 w 37"/>
                <a:gd name="T19" fmla="*/ 47 h 50"/>
                <a:gd name="T20" fmla="*/ 3 w 37"/>
                <a:gd name="T21" fmla="*/ 4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 h="50">
                  <a:moveTo>
                    <a:pt x="3" y="40"/>
                  </a:moveTo>
                  <a:cubicBezTo>
                    <a:pt x="24" y="25"/>
                    <a:pt x="24" y="25"/>
                    <a:pt x="24" y="25"/>
                  </a:cubicBezTo>
                  <a:cubicBezTo>
                    <a:pt x="3" y="9"/>
                    <a:pt x="3" y="9"/>
                    <a:pt x="3" y="9"/>
                  </a:cubicBezTo>
                  <a:cubicBezTo>
                    <a:pt x="0" y="8"/>
                    <a:pt x="0" y="5"/>
                    <a:pt x="2" y="3"/>
                  </a:cubicBezTo>
                  <a:cubicBezTo>
                    <a:pt x="3" y="1"/>
                    <a:pt x="6" y="0"/>
                    <a:pt x="8" y="2"/>
                  </a:cubicBezTo>
                  <a:cubicBezTo>
                    <a:pt x="35" y="21"/>
                    <a:pt x="35" y="21"/>
                    <a:pt x="35" y="21"/>
                  </a:cubicBezTo>
                  <a:cubicBezTo>
                    <a:pt x="36" y="22"/>
                    <a:pt x="37" y="23"/>
                    <a:pt x="37" y="25"/>
                  </a:cubicBezTo>
                  <a:cubicBezTo>
                    <a:pt x="37" y="26"/>
                    <a:pt x="36" y="28"/>
                    <a:pt x="35" y="29"/>
                  </a:cubicBezTo>
                  <a:cubicBezTo>
                    <a:pt x="8" y="48"/>
                    <a:pt x="8" y="48"/>
                    <a:pt x="8" y="48"/>
                  </a:cubicBezTo>
                  <a:cubicBezTo>
                    <a:pt x="6" y="50"/>
                    <a:pt x="3" y="49"/>
                    <a:pt x="2" y="47"/>
                  </a:cubicBezTo>
                  <a:cubicBezTo>
                    <a:pt x="0" y="45"/>
                    <a:pt x="0" y="42"/>
                    <a:pt x="3" y="4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7" name="Freeform 9"/>
            <p:cNvSpPr>
              <a:spLocks noEditPoints="1"/>
            </p:cNvSpPr>
            <p:nvPr/>
          </p:nvSpPr>
          <p:spPr bwMode="auto">
            <a:xfrm>
              <a:off x="9104313" y="1978025"/>
              <a:ext cx="268288" cy="376238"/>
            </a:xfrm>
            <a:custGeom>
              <a:avLst/>
              <a:gdLst>
                <a:gd name="T0" fmla="*/ 5 w 70"/>
                <a:gd name="T1" fmla="*/ 100 h 100"/>
                <a:gd name="T2" fmla="*/ 1 w 70"/>
                <a:gd name="T3" fmla="*/ 99 h 100"/>
                <a:gd name="T4" fmla="*/ 0 w 70"/>
                <a:gd name="T5" fmla="*/ 95 h 100"/>
                <a:gd name="T6" fmla="*/ 0 w 70"/>
                <a:gd name="T7" fmla="*/ 6 h 100"/>
                <a:gd name="T8" fmla="*/ 1 w 70"/>
                <a:gd name="T9" fmla="*/ 1 h 100"/>
                <a:gd name="T10" fmla="*/ 5 w 70"/>
                <a:gd name="T11" fmla="*/ 0 h 100"/>
                <a:gd name="T12" fmla="*/ 31 w 70"/>
                <a:gd name="T13" fmla="*/ 0 h 100"/>
                <a:gd name="T14" fmla="*/ 59 w 70"/>
                <a:gd name="T15" fmla="*/ 6 h 100"/>
                <a:gd name="T16" fmla="*/ 68 w 70"/>
                <a:gd name="T17" fmla="*/ 26 h 100"/>
                <a:gd name="T18" fmla="*/ 56 w 70"/>
                <a:gd name="T19" fmla="*/ 49 h 100"/>
                <a:gd name="T20" fmla="*/ 66 w 70"/>
                <a:gd name="T21" fmla="*/ 57 h 100"/>
                <a:gd name="T22" fmla="*/ 70 w 70"/>
                <a:gd name="T23" fmla="*/ 73 h 100"/>
                <a:gd name="T24" fmla="*/ 68 w 70"/>
                <a:gd name="T25" fmla="*/ 84 h 100"/>
                <a:gd name="T26" fmla="*/ 62 w 70"/>
                <a:gd name="T27" fmla="*/ 93 h 100"/>
                <a:gd name="T28" fmla="*/ 51 w 70"/>
                <a:gd name="T29" fmla="*/ 98 h 100"/>
                <a:gd name="T30" fmla="*/ 35 w 70"/>
                <a:gd name="T31" fmla="*/ 100 h 100"/>
                <a:gd name="T32" fmla="*/ 5 w 70"/>
                <a:gd name="T33" fmla="*/ 100 h 100"/>
                <a:gd name="T34" fmla="*/ 19 w 70"/>
                <a:gd name="T35" fmla="*/ 14 h 100"/>
                <a:gd name="T36" fmla="*/ 18 w 70"/>
                <a:gd name="T37" fmla="*/ 15 h 100"/>
                <a:gd name="T38" fmla="*/ 18 w 70"/>
                <a:gd name="T39" fmla="*/ 41 h 100"/>
                <a:gd name="T40" fmla="*/ 19 w 70"/>
                <a:gd name="T41" fmla="*/ 41 h 100"/>
                <a:gd name="T42" fmla="*/ 31 w 70"/>
                <a:gd name="T43" fmla="*/ 41 h 100"/>
                <a:gd name="T44" fmla="*/ 45 w 70"/>
                <a:gd name="T45" fmla="*/ 38 h 100"/>
                <a:gd name="T46" fmla="*/ 49 w 70"/>
                <a:gd name="T47" fmla="*/ 28 h 100"/>
                <a:gd name="T48" fmla="*/ 44 w 70"/>
                <a:gd name="T49" fmla="*/ 17 h 100"/>
                <a:gd name="T50" fmla="*/ 30 w 70"/>
                <a:gd name="T51" fmla="*/ 14 h 100"/>
                <a:gd name="T52" fmla="*/ 19 w 70"/>
                <a:gd name="T53" fmla="*/ 14 h 100"/>
                <a:gd name="T54" fmla="*/ 20 w 70"/>
                <a:gd name="T55" fmla="*/ 57 h 100"/>
                <a:gd name="T56" fmla="*/ 18 w 70"/>
                <a:gd name="T57" fmla="*/ 58 h 100"/>
                <a:gd name="T58" fmla="*/ 18 w 70"/>
                <a:gd name="T59" fmla="*/ 85 h 100"/>
                <a:gd name="T60" fmla="*/ 19 w 70"/>
                <a:gd name="T61" fmla="*/ 85 h 100"/>
                <a:gd name="T62" fmla="*/ 30 w 70"/>
                <a:gd name="T63" fmla="*/ 85 h 100"/>
                <a:gd name="T64" fmla="*/ 46 w 70"/>
                <a:gd name="T65" fmla="*/ 82 h 100"/>
                <a:gd name="T66" fmla="*/ 51 w 70"/>
                <a:gd name="T67" fmla="*/ 72 h 100"/>
                <a:gd name="T68" fmla="*/ 45 w 70"/>
                <a:gd name="T69" fmla="*/ 61 h 100"/>
                <a:gd name="T70" fmla="*/ 31 w 70"/>
                <a:gd name="T71" fmla="*/ 57 h 100"/>
                <a:gd name="T72" fmla="*/ 20 w 70"/>
                <a:gd name="T73" fmla="*/ 5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0" h="100">
                  <a:moveTo>
                    <a:pt x="5" y="100"/>
                  </a:moveTo>
                  <a:cubicBezTo>
                    <a:pt x="3" y="100"/>
                    <a:pt x="1" y="99"/>
                    <a:pt x="1" y="99"/>
                  </a:cubicBezTo>
                  <a:cubicBezTo>
                    <a:pt x="0" y="98"/>
                    <a:pt x="0" y="97"/>
                    <a:pt x="0" y="95"/>
                  </a:cubicBezTo>
                  <a:cubicBezTo>
                    <a:pt x="0" y="6"/>
                    <a:pt x="0" y="6"/>
                    <a:pt x="0" y="6"/>
                  </a:cubicBezTo>
                  <a:cubicBezTo>
                    <a:pt x="0" y="4"/>
                    <a:pt x="0" y="3"/>
                    <a:pt x="1" y="1"/>
                  </a:cubicBezTo>
                  <a:cubicBezTo>
                    <a:pt x="1" y="0"/>
                    <a:pt x="2" y="0"/>
                    <a:pt x="5" y="0"/>
                  </a:cubicBezTo>
                  <a:cubicBezTo>
                    <a:pt x="31" y="0"/>
                    <a:pt x="31" y="0"/>
                    <a:pt x="31" y="0"/>
                  </a:cubicBezTo>
                  <a:cubicBezTo>
                    <a:pt x="43" y="0"/>
                    <a:pt x="52" y="2"/>
                    <a:pt x="59" y="6"/>
                  </a:cubicBezTo>
                  <a:cubicBezTo>
                    <a:pt x="65" y="10"/>
                    <a:pt x="68" y="16"/>
                    <a:pt x="68" y="26"/>
                  </a:cubicBezTo>
                  <a:cubicBezTo>
                    <a:pt x="68" y="37"/>
                    <a:pt x="64" y="45"/>
                    <a:pt x="56" y="49"/>
                  </a:cubicBezTo>
                  <a:cubicBezTo>
                    <a:pt x="60" y="51"/>
                    <a:pt x="64" y="54"/>
                    <a:pt x="66" y="57"/>
                  </a:cubicBezTo>
                  <a:cubicBezTo>
                    <a:pt x="68" y="61"/>
                    <a:pt x="70" y="66"/>
                    <a:pt x="70" y="73"/>
                  </a:cubicBezTo>
                  <a:cubicBezTo>
                    <a:pt x="70" y="77"/>
                    <a:pt x="69" y="81"/>
                    <a:pt x="68" y="84"/>
                  </a:cubicBezTo>
                  <a:cubicBezTo>
                    <a:pt x="66" y="88"/>
                    <a:pt x="64" y="90"/>
                    <a:pt x="62" y="93"/>
                  </a:cubicBezTo>
                  <a:cubicBezTo>
                    <a:pt x="59" y="95"/>
                    <a:pt x="55" y="97"/>
                    <a:pt x="51" y="98"/>
                  </a:cubicBezTo>
                  <a:cubicBezTo>
                    <a:pt x="46" y="99"/>
                    <a:pt x="41" y="100"/>
                    <a:pt x="35" y="100"/>
                  </a:cubicBezTo>
                  <a:lnTo>
                    <a:pt x="5" y="100"/>
                  </a:lnTo>
                  <a:close/>
                  <a:moveTo>
                    <a:pt x="19" y="14"/>
                  </a:moveTo>
                  <a:cubicBezTo>
                    <a:pt x="19" y="14"/>
                    <a:pt x="18" y="15"/>
                    <a:pt x="18" y="15"/>
                  </a:cubicBezTo>
                  <a:cubicBezTo>
                    <a:pt x="18" y="41"/>
                    <a:pt x="18" y="41"/>
                    <a:pt x="18" y="41"/>
                  </a:cubicBezTo>
                  <a:cubicBezTo>
                    <a:pt x="18" y="41"/>
                    <a:pt x="19" y="41"/>
                    <a:pt x="19" y="41"/>
                  </a:cubicBezTo>
                  <a:cubicBezTo>
                    <a:pt x="31" y="41"/>
                    <a:pt x="31" y="41"/>
                    <a:pt x="31" y="41"/>
                  </a:cubicBezTo>
                  <a:cubicBezTo>
                    <a:pt x="37" y="41"/>
                    <a:pt x="42" y="40"/>
                    <a:pt x="45" y="38"/>
                  </a:cubicBezTo>
                  <a:cubicBezTo>
                    <a:pt x="48" y="36"/>
                    <a:pt x="49" y="33"/>
                    <a:pt x="49" y="28"/>
                  </a:cubicBezTo>
                  <a:cubicBezTo>
                    <a:pt x="49" y="23"/>
                    <a:pt x="48" y="19"/>
                    <a:pt x="44" y="17"/>
                  </a:cubicBezTo>
                  <a:cubicBezTo>
                    <a:pt x="41" y="15"/>
                    <a:pt x="36" y="14"/>
                    <a:pt x="30" y="14"/>
                  </a:cubicBezTo>
                  <a:lnTo>
                    <a:pt x="19" y="14"/>
                  </a:lnTo>
                  <a:close/>
                  <a:moveTo>
                    <a:pt x="20" y="57"/>
                  </a:moveTo>
                  <a:cubicBezTo>
                    <a:pt x="19" y="57"/>
                    <a:pt x="18" y="57"/>
                    <a:pt x="18" y="58"/>
                  </a:cubicBezTo>
                  <a:cubicBezTo>
                    <a:pt x="18" y="85"/>
                    <a:pt x="18" y="85"/>
                    <a:pt x="18" y="85"/>
                  </a:cubicBezTo>
                  <a:cubicBezTo>
                    <a:pt x="18" y="85"/>
                    <a:pt x="19" y="85"/>
                    <a:pt x="19" y="85"/>
                  </a:cubicBezTo>
                  <a:cubicBezTo>
                    <a:pt x="30" y="85"/>
                    <a:pt x="30" y="85"/>
                    <a:pt x="30" y="85"/>
                  </a:cubicBezTo>
                  <a:cubicBezTo>
                    <a:pt x="37" y="85"/>
                    <a:pt x="42" y="84"/>
                    <a:pt x="46" y="82"/>
                  </a:cubicBezTo>
                  <a:cubicBezTo>
                    <a:pt x="49" y="81"/>
                    <a:pt x="51" y="77"/>
                    <a:pt x="51" y="72"/>
                  </a:cubicBezTo>
                  <a:cubicBezTo>
                    <a:pt x="51" y="67"/>
                    <a:pt x="49" y="63"/>
                    <a:pt x="45" y="61"/>
                  </a:cubicBezTo>
                  <a:cubicBezTo>
                    <a:pt x="42" y="58"/>
                    <a:pt x="37" y="57"/>
                    <a:pt x="31" y="57"/>
                  </a:cubicBezTo>
                  <a:lnTo>
                    <a:pt x="20" y="57"/>
                  </a:ln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8" name="Freeform 10"/>
            <p:cNvSpPr>
              <a:spLocks/>
            </p:cNvSpPr>
            <p:nvPr/>
          </p:nvSpPr>
          <p:spPr bwMode="auto">
            <a:xfrm>
              <a:off x="9112251" y="2784475"/>
              <a:ext cx="252413" cy="379413"/>
            </a:xfrm>
            <a:custGeom>
              <a:avLst/>
              <a:gdLst>
                <a:gd name="T0" fmla="*/ 60 w 66"/>
                <a:gd name="T1" fmla="*/ 20 h 101"/>
                <a:gd name="T2" fmla="*/ 51 w 66"/>
                <a:gd name="T3" fmla="*/ 17 h 101"/>
                <a:gd name="T4" fmla="*/ 42 w 66"/>
                <a:gd name="T5" fmla="*/ 16 h 101"/>
                <a:gd name="T6" fmla="*/ 24 w 66"/>
                <a:gd name="T7" fmla="*/ 21 h 101"/>
                <a:gd name="T8" fmla="*/ 19 w 66"/>
                <a:gd name="T9" fmla="*/ 36 h 101"/>
                <a:gd name="T10" fmla="*/ 19 w 66"/>
                <a:gd name="T11" fmla="*/ 69 h 101"/>
                <a:gd name="T12" fmla="*/ 20 w 66"/>
                <a:gd name="T13" fmla="*/ 77 h 101"/>
                <a:gd name="T14" fmla="*/ 25 w 66"/>
                <a:gd name="T15" fmla="*/ 82 h 101"/>
                <a:gd name="T16" fmla="*/ 32 w 66"/>
                <a:gd name="T17" fmla="*/ 85 h 101"/>
                <a:gd name="T18" fmla="*/ 39 w 66"/>
                <a:gd name="T19" fmla="*/ 86 h 101"/>
                <a:gd name="T20" fmla="*/ 52 w 66"/>
                <a:gd name="T21" fmla="*/ 85 h 101"/>
                <a:gd name="T22" fmla="*/ 59 w 66"/>
                <a:gd name="T23" fmla="*/ 82 h 101"/>
                <a:gd name="T24" fmla="*/ 60 w 66"/>
                <a:gd name="T25" fmla="*/ 81 h 101"/>
                <a:gd name="T26" fmla="*/ 62 w 66"/>
                <a:gd name="T27" fmla="*/ 83 h 101"/>
                <a:gd name="T28" fmla="*/ 64 w 66"/>
                <a:gd name="T29" fmla="*/ 88 h 101"/>
                <a:gd name="T30" fmla="*/ 65 w 66"/>
                <a:gd name="T31" fmla="*/ 93 h 101"/>
                <a:gd name="T32" fmla="*/ 64 w 66"/>
                <a:gd name="T33" fmla="*/ 96 h 101"/>
                <a:gd name="T34" fmla="*/ 54 w 66"/>
                <a:gd name="T35" fmla="*/ 100 h 101"/>
                <a:gd name="T36" fmla="*/ 38 w 66"/>
                <a:gd name="T37" fmla="*/ 101 h 101"/>
                <a:gd name="T38" fmla="*/ 9 w 66"/>
                <a:gd name="T39" fmla="*/ 93 h 101"/>
                <a:gd name="T40" fmla="*/ 0 w 66"/>
                <a:gd name="T41" fmla="*/ 71 h 101"/>
                <a:gd name="T42" fmla="*/ 0 w 66"/>
                <a:gd name="T43" fmla="*/ 35 h 101"/>
                <a:gd name="T44" fmla="*/ 2 w 66"/>
                <a:gd name="T45" fmla="*/ 21 h 101"/>
                <a:gd name="T46" fmla="*/ 8 w 66"/>
                <a:gd name="T47" fmla="*/ 10 h 101"/>
                <a:gd name="T48" fmla="*/ 20 w 66"/>
                <a:gd name="T49" fmla="*/ 3 h 101"/>
                <a:gd name="T50" fmla="*/ 41 w 66"/>
                <a:gd name="T51" fmla="*/ 0 h 101"/>
                <a:gd name="T52" fmla="*/ 58 w 66"/>
                <a:gd name="T53" fmla="*/ 3 h 101"/>
                <a:gd name="T54" fmla="*/ 65 w 66"/>
                <a:gd name="T55" fmla="*/ 6 h 101"/>
                <a:gd name="T56" fmla="*/ 66 w 66"/>
                <a:gd name="T57" fmla="*/ 9 h 101"/>
                <a:gd name="T58" fmla="*/ 64 w 66"/>
                <a:gd name="T59" fmla="*/ 14 h 101"/>
                <a:gd name="T60" fmla="*/ 62 w 66"/>
                <a:gd name="T61" fmla="*/ 18 h 101"/>
                <a:gd name="T62" fmla="*/ 60 w 66"/>
                <a:gd name="T63" fmla="*/ 2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6" h="101">
                  <a:moveTo>
                    <a:pt x="60" y="20"/>
                  </a:moveTo>
                  <a:cubicBezTo>
                    <a:pt x="57" y="18"/>
                    <a:pt x="54" y="18"/>
                    <a:pt x="51" y="17"/>
                  </a:cubicBezTo>
                  <a:cubicBezTo>
                    <a:pt x="48" y="16"/>
                    <a:pt x="45" y="16"/>
                    <a:pt x="42" y="16"/>
                  </a:cubicBezTo>
                  <a:cubicBezTo>
                    <a:pt x="34" y="16"/>
                    <a:pt x="28" y="18"/>
                    <a:pt x="24" y="21"/>
                  </a:cubicBezTo>
                  <a:cubicBezTo>
                    <a:pt x="20" y="24"/>
                    <a:pt x="19" y="29"/>
                    <a:pt x="19" y="36"/>
                  </a:cubicBezTo>
                  <a:cubicBezTo>
                    <a:pt x="19" y="69"/>
                    <a:pt x="19" y="69"/>
                    <a:pt x="19" y="69"/>
                  </a:cubicBezTo>
                  <a:cubicBezTo>
                    <a:pt x="19" y="73"/>
                    <a:pt x="19" y="75"/>
                    <a:pt x="20" y="77"/>
                  </a:cubicBezTo>
                  <a:cubicBezTo>
                    <a:pt x="22" y="80"/>
                    <a:pt x="23" y="81"/>
                    <a:pt x="25" y="82"/>
                  </a:cubicBezTo>
                  <a:cubicBezTo>
                    <a:pt x="27" y="84"/>
                    <a:pt x="29" y="85"/>
                    <a:pt x="32" y="85"/>
                  </a:cubicBezTo>
                  <a:cubicBezTo>
                    <a:pt x="34" y="86"/>
                    <a:pt x="37" y="86"/>
                    <a:pt x="39" y="86"/>
                  </a:cubicBezTo>
                  <a:cubicBezTo>
                    <a:pt x="44" y="86"/>
                    <a:pt x="48" y="85"/>
                    <a:pt x="52" y="85"/>
                  </a:cubicBezTo>
                  <a:cubicBezTo>
                    <a:pt x="55" y="84"/>
                    <a:pt x="57" y="83"/>
                    <a:pt x="59" y="82"/>
                  </a:cubicBezTo>
                  <a:cubicBezTo>
                    <a:pt x="60" y="81"/>
                    <a:pt x="60" y="81"/>
                    <a:pt x="60" y="81"/>
                  </a:cubicBezTo>
                  <a:cubicBezTo>
                    <a:pt x="61" y="81"/>
                    <a:pt x="62" y="82"/>
                    <a:pt x="62" y="83"/>
                  </a:cubicBezTo>
                  <a:cubicBezTo>
                    <a:pt x="63" y="85"/>
                    <a:pt x="64" y="86"/>
                    <a:pt x="64" y="88"/>
                  </a:cubicBezTo>
                  <a:cubicBezTo>
                    <a:pt x="64" y="90"/>
                    <a:pt x="65" y="92"/>
                    <a:pt x="65" y="93"/>
                  </a:cubicBezTo>
                  <a:cubicBezTo>
                    <a:pt x="65" y="95"/>
                    <a:pt x="65" y="96"/>
                    <a:pt x="64" y="96"/>
                  </a:cubicBezTo>
                  <a:cubicBezTo>
                    <a:pt x="62" y="97"/>
                    <a:pt x="59" y="98"/>
                    <a:pt x="54" y="100"/>
                  </a:cubicBezTo>
                  <a:cubicBezTo>
                    <a:pt x="50" y="101"/>
                    <a:pt x="44" y="101"/>
                    <a:pt x="38" y="101"/>
                  </a:cubicBezTo>
                  <a:cubicBezTo>
                    <a:pt x="25" y="101"/>
                    <a:pt x="16" y="98"/>
                    <a:pt x="9" y="93"/>
                  </a:cubicBezTo>
                  <a:cubicBezTo>
                    <a:pt x="3" y="88"/>
                    <a:pt x="0" y="80"/>
                    <a:pt x="0" y="71"/>
                  </a:cubicBezTo>
                  <a:cubicBezTo>
                    <a:pt x="0" y="35"/>
                    <a:pt x="0" y="35"/>
                    <a:pt x="0" y="35"/>
                  </a:cubicBezTo>
                  <a:cubicBezTo>
                    <a:pt x="0" y="30"/>
                    <a:pt x="1" y="25"/>
                    <a:pt x="2" y="21"/>
                  </a:cubicBezTo>
                  <a:cubicBezTo>
                    <a:pt x="3" y="17"/>
                    <a:pt x="5" y="13"/>
                    <a:pt x="8" y="10"/>
                  </a:cubicBezTo>
                  <a:cubicBezTo>
                    <a:pt x="11" y="7"/>
                    <a:pt x="15" y="5"/>
                    <a:pt x="20" y="3"/>
                  </a:cubicBezTo>
                  <a:cubicBezTo>
                    <a:pt x="25" y="1"/>
                    <a:pt x="32" y="0"/>
                    <a:pt x="41" y="0"/>
                  </a:cubicBezTo>
                  <a:cubicBezTo>
                    <a:pt x="49" y="0"/>
                    <a:pt x="55" y="1"/>
                    <a:pt x="58" y="3"/>
                  </a:cubicBezTo>
                  <a:cubicBezTo>
                    <a:pt x="62" y="4"/>
                    <a:pt x="64" y="5"/>
                    <a:pt x="65" y="6"/>
                  </a:cubicBezTo>
                  <a:cubicBezTo>
                    <a:pt x="66" y="7"/>
                    <a:pt x="66" y="8"/>
                    <a:pt x="66" y="9"/>
                  </a:cubicBezTo>
                  <a:cubicBezTo>
                    <a:pt x="65" y="10"/>
                    <a:pt x="65" y="12"/>
                    <a:pt x="64" y="14"/>
                  </a:cubicBezTo>
                  <a:cubicBezTo>
                    <a:pt x="63" y="15"/>
                    <a:pt x="62" y="17"/>
                    <a:pt x="62" y="18"/>
                  </a:cubicBezTo>
                  <a:cubicBezTo>
                    <a:pt x="61" y="19"/>
                    <a:pt x="60" y="20"/>
                    <a:pt x="60" y="2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9" name="Freeform 11"/>
            <p:cNvSpPr>
              <a:spLocks noEditPoints="1"/>
            </p:cNvSpPr>
            <p:nvPr/>
          </p:nvSpPr>
          <p:spPr bwMode="auto">
            <a:xfrm>
              <a:off x="9104313" y="3592513"/>
              <a:ext cx="271463" cy="373063"/>
            </a:xfrm>
            <a:custGeom>
              <a:avLst/>
              <a:gdLst>
                <a:gd name="T0" fmla="*/ 5 w 71"/>
                <a:gd name="T1" fmla="*/ 99 h 99"/>
                <a:gd name="T2" fmla="*/ 1 w 71"/>
                <a:gd name="T3" fmla="*/ 98 h 99"/>
                <a:gd name="T4" fmla="*/ 0 w 71"/>
                <a:gd name="T5" fmla="*/ 93 h 99"/>
                <a:gd name="T6" fmla="*/ 0 w 71"/>
                <a:gd name="T7" fmla="*/ 6 h 99"/>
                <a:gd name="T8" fmla="*/ 0 w 71"/>
                <a:gd name="T9" fmla="*/ 2 h 99"/>
                <a:gd name="T10" fmla="*/ 4 w 71"/>
                <a:gd name="T11" fmla="*/ 0 h 99"/>
                <a:gd name="T12" fmla="*/ 31 w 71"/>
                <a:gd name="T13" fmla="*/ 0 h 99"/>
                <a:gd name="T14" fmla="*/ 46 w 71"/>
                <a:gd name="T15" fmla="*/ 1 h 99"/>
                <a:gd name="T16" fmla="*/ 59 w 71"/>
                <a:gd name="T17" fmla="*/ 6 h 99"/>
                <a:gd name="T18" fmla="*/ 67 w 71"/>
                <a:gd name="T19" fmla="*/ 16 h 99"/>
                <a:gd name="T20" fmla="*/ 71 w 71"/>
                <a:gd name="T21" fmla="*/ 33 h 99"/>
                <a:gd name="T22" fmla="*/ 71 w 71"/>
                <a:gd name="T23" fmla="*/ 68 h 99"/>
                <a:gd name="T24" fmla="*/ 67 w 71"/>
                <a:gd name="T25" fmla="*/ 85 h 99"/>
                <a:gd name="T26" fmla="*/ 58 w 71"/>
                <a:gd name="T27" fmla="*/ 94 h 99"/>
                <a:gd name="T28" fmla="*/ 47 w 71"/>
                <a:gd name="T29" fmla="*/ 98 h 99"/>
                <a:gd name="T30" fmla="*/ 35 w 71"/>
                <a:gd name="T31" fmla="*/ 99 h 99"/>
                <a:gd name="T32" fmla="*/ 5 w 71"/>
                <a:gd name="T33" fmla="*/ 99 h 99"/>
                <a:gd name="T34" fmla="*/ 52 w 71"/>
                <a:gd name="T35" fmla="*/ 34 h 99"/>
                <a:gd name="T36" fmla="*/ 46 w 71"/>
                <a:gd name="T37" fmla="*/ 20 h 99"/>
                <a:gd name="T38" fmla="*/ 31 w 71"/>
                <a:gd name="T39" fmla="*/ 16 h 99"/>
                <a:gd name="T40" fmla="*/ 20 w 71"/>
                <a:gd name="T41" fmla="*/ 16 h 99"/>
                <a:gd name="T42" fmla="*/ 18 w 71"/>
                <a:gd name="T43" fmla="*/ 17 h 99"/>
                <a:gd name="T44" fmla="*/ 18 w 71"/>
                <a:gd name="T45" fmla="*/ 82 h 99"/>
                <a:gd name="T46" fmla="*/ 20 w 71"/>
                <a:gd name="T47" fmla="*/ 83 h 99"/>
                <a:gd name="T48" fmla="*/ 31 w 71"/>
                <a:gd name="T49" fmla="*/ 83 h 99"/>
                <a:gd name="T50" fmla="*/ 39 w 71"/>
                <a:gd name="T51" fmla="*/ 83 h 99"/>
                <a:gd name="T52" fmla="*/ 45 w 71"/>
                <a:gd name="T53" fmla="*/ 80 h 99"/>
                <a:gd name="T54" fmla="*/ 50 w 71"/>
                <a:gd name="T55" fmla="*/ 75 h 99"/>
                <a:gd name="T56" fmla="*/ 52 w 71"/>
                <a:gd name="T57" fmla="*/ 66 h 99"/>
                <a:gd name="T58" fmla="*/ 52 w 71"/>
                <a:gd name="T59" fmla="*/ 34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1" h="99">
                  <a:moveTo>
                    <a:pt x="5" y="99"/>
                  </a:moveTo>
                  <a:cubicBezTo>
                    <a:pt x="4" y="99"/>
                    <a:pt x="2" y="99"/>
                    <a:pt x="1" y="98"/>
                  </a:cubicBezTo>
                  <a:cubicBezTo>
                    <a:pt x="0" y="97"/>
                    <a:pt x="0" y="95"/>
                    <a:pt x="0" y="93"/>
                  </a:cubicBezTo>
                  <a:cubicBezTo>
                    <a:pt x="0" y="6"/>
                    <a:pt x="0" y="6"/>
                    <a:pt x="0" y="6"/>
                  </a:cubicBezTo>
                  <a:cubicBezTo>
                    <a:pt x="0" y="4"/>
                    <a:pt x="0" y="3"/>
                    <a:pt x="0" y="2"/>
                  </a:cubicBezTo>
                  <a:cubicBezTo>
                    <a:pt x="1" y="1"/>
                    <a:pt x="2" y="0"/>
                    <a:pt x="4" y="0"/>
                  </a:cubicBezTo>
                  <a:cubicBezTo>
                    <a:pt x="31" y="0"/>
                    <a:pt x="31" y="0"/>
                    <a:pt x="31" y="0"/>
                  </a:cubicBezTo>
                  <a:cubicBezTo>
                    <a:pt x="36" y="0"/>
                    <a:pt x="41" y="0"/>
                    <a:pt x="46" y="1"/>
                  </a:cubicBezTo>
                  <a:cubicBezTo>
                    <a:pt x="51" y="2"/>
                    <a:pt x="55" y="4"/>
                    <a:pt x="59" y="6"/>
                  </a:cubicBezTo>
                  <a:cubicBezTo>
                    <a:pt x="62" y="9"/>
                    <a:pt x="65" y="12"/>
                    <a:pt x="67" y="16"/>
                  </a:cubicBezTo>
                  <a:cubicBezTo>
                    <a:pt x="70" y="21"/>
                    <a:pt x="71" y="26"/>
                    <a:pt x="71" y="33"/>
                  </a:cubicBezTo>
                  <a:cubicBezTo>
                    <a:pt x="71" y="68"/>
                    <a:pt x="71" y="68"/>
                    <a:pt x="71" y="68"/>
                  </a:cubicBezTo>
                  <a:cubicBezTo>
                    <a:pt x="71" y="75"/>
                    <a:pt x="69" y="80"/>
                    <a:pt x="67" y="85"/>
                  </a:cubicBezTo>
                  <a:cubicBezTo>
                    <a:pt x="65" y="89"/>
                    <a:pt x="62" y="92"/>
                    <a:pt x="58" y="94"/>
                  </a:cubicBezTo>
                  <a:cubicBezTo>
                    <a:pt x="55" y="96"/>
                    <a:pt x="51" y="98"/>
                    <a:pt x="47" y="98"/>
                  </a:cubicBezTo>
                  <a:cubicBezTo>
                    <a:pt x="43" y="99"/>
                    <a:pt x="39" y="99"/>
                    <a:pt x="35" y="99"/>
                  </a:cubicBezTo>
                  <a:lnTo>
                    <a:pt x="5" y="99"/>
                  </a:lnTo>
                  <a:close/>
                  <a:moveTo>
                    <a:pt x="52" y="34"/>
                  </a:moveTo>
                  <a:cubicBezTo>
                    <a:pt x="52" y="27"/>
                    <a:pt x="50" y="23"/>
                    <a:pt x="46" y="20"/>
                  </a:cubicBezTo>
                  <a:cubicBezTo>
                    <a:pt x="43" y="17"/>
                    <a:pt x="37" y="16"/>
                    <a:pt x="31" y="16"/>
                  </a:cubicBezTo>
                  <a:cubicBezTo>
                    <a:pt x="20" y="16"/>
                    <a:pt x="20" y="16"/>
                    <a:pt x="20" y="16"/>
                  </a:cubicBezTo>
                  <a:cubicBezTo>
                    <a:pt x="19" y="16"/>
                    <a:pt x="18" y="16"/>
                    <a:pt x="18" y="17"/>
                  </a:cubicBezTo>
                  <a:cubicBezTo>
                    <a:pt x="18" y="82"/>
                    <a:pt x="18" y="82"/>
                    <a:pt x="18" y="82"/>
                  </a:cubicBezTo>
                  <a:cubicBezTo>
                    <a:pt x="18" y="83"/>
                    <a:pt x="19" y="83"/>
                    <a:pt x="20" y="83"/>
                  </a:cubicBezTo>
                  <a:cubicBezTo>
                    <a:pt x="31" y="83"/>
                    <a:pt x="31" y="83"/>
                    <a:pt x="31" y="83"/>
                  </a:cubicBezTo>
                  <a:cubicBezTo>
                    <a:pt x="34" y="83"/>
                    <a:pt x="36" y="83"/>
                    <a:pt x="39" y="83"/>
                  </a:cubicBezTo>
                  <a:cubicBezTo>
                    <a:pt x="41" y="82"/>
                    <a:pt x="43" y="82"/>
                    <a:pt x="45" y="80"/>
                  </a:cubicBezTo>
                  <a:cubicBezTo>
                    <a:pt x="47" y="79"/>
                    <a:pt x="49" y="78"/>
                    <a:pt x="50" y="75"/>
                  </a:cubicBezTo>
                  <a:cubicBezTo>
                    <a:pt x="51" y="73"/>
                    <a:pt x="52" y="70"/>
                    <a:pt x="52" y="66"/>
                  </a:cubicBezTo>
                  <a:lnTo>
                    <a:pt x="52" y="34"/>
                  </a:ln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0" name="Freeform 12"/>
            <p:cNvSpPr>
              <a:spLocks noEditPoints="1"/>
            </p:cNvSpPr>
            <p:nvPr/>
          </p:nvSpPr>
          <p:spPr bwMode="auto">
            <a:xfrm>
              <a:off x="9082088" y="1168400"/>
              <a:ext cx="317500" cy="381000"/>
            </a:xfrm>
            <a:custGeom>
              <a:avLst/>
              <a:gdLst>
                <a:gd name="T0" fmla="*/ 41 w 83"/>
                <a:gd name="T1" fmla="*/ 27 h 101"/>
                <a:gd name="T2" fmla="*/ 30 w 83"/>
                <a:gd name="T3" fmla="*/ 63 h 101"/>
                <a:gd name="T4" fmla="*/ 52 w 83"/>
                <a:gd name="T5" fmla="*/ 63 h 101"/>
                <a:gd name="T6" fmla="*/ 41 w 83"/>
                <a:gd name="T7" fmla="*/ 27 h 101"/>
                <a:gd name="T8" fmla="*/ 68 w 83"/>
                <a:gd name="T9" fmla="*/ 101 h 101"/>
                <a:gd name="T10" fmla="*/ 64 w 83"/>
                <a:gd name="T11" fmla="*/ 100 h 101"/>
                <a:gd name="T12" fmla="*/ 63 w 83"/>
                <a:gd name="T13" fmla="*/ 97 h 101"/>
                <a:gd name="T14" fmla="*/ 57 w 83"/>
                <a:gd name="T15" fmla="*/ 79 h 101"/>
                <a:gd name="T16" fmla="*/ 25 w 83"/>
                <a:gd name="T17" fmla="*/ 79 h 101"/>
                <a:gd name="T18" fmla="*/ 19 w 83"/>
                <a:gd name="T19" fmla="*/ 96 h 101"/>
                <a:gd name="T20" fmla="*/ 17 w 83"/>
                <a:gd name="T21" fmla="*/ 100 h 101"/>
                <a:gd name="T22" fmla="*/ 14 w 83"/>
                <a:gd name="T23" fmla="*/ 101 h 101"/>
                <a:gd name="T24" fmla="*/ 4 w 83"/>
                <a:gd name="T25" fmla="*/ 101 h 101"/>
                <a:gd name="T26" fmla="*/ 0 w 83"/>
                <a:gd name="T27" fmla="*/ 100 h 101"/>
                <a:gd name="T28" fmla="*/ 1 w 83"/>
                <a:gd name="T29" fmla="*/ 94 h 101"/>
                <a:gd name="T30" fmla="*/ 30 w 83"/>
                <a:gd name="T31" fmla="*/ 5 h 101"/>
                <a:gd name="T32" fmla="*/ 32 w 83"/>
                <a:gd name="T33" fmla="*/ 1 h 101"/>
                <a:gd name="T34" fmla="*/ 37 w 83"/>
                <a:gd name="T35" fmla="*/ 0 h 101"/>
                <a:gd name="T36" fmla="*/ 47 w 83"/>
                <a:gd name="T37" fmla="*/ 0 h 101"/>
                <a:gd name="T38" fmla="*/ 51 w 83"/>
                <a:gd name="T39" fmla="*/ 1 h 101"/>
                <a:gd name="T40" fmla="*/ 54 w 83"/>
                <a:gd name="T41" fmla="*/ 5 h 101"/>
                <a:gd name="T42" fmla="*/ 82 w 83"/>
                <a:gd name="T43" fmla="*/ 94 h 101"/>
                <a:gd name="T44" fmla="*/ 82 w 83"/>
                <a:gd name="T45" fmla="*/ 100 h 101"/>
                <a:gd name="T46" fmla="*/ 77 w 83"/>
                <a:gd name="T47" fmla="*/ 101 h 101"/>
                <a:gd name="T48" fmla="*/ 68 w 83"/>
                <a:gd name="T49"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3" h="101">
                  <a:moveTo>
                    <a:pt x="41" y="27"/>
                  </a:moveTo>
                  <a:cubicBezTo>
                    <a:pt x="30" y="63"/>
                    <a:pt x="30" y="63"/>
                    <a:pt x="30" y="63"/>
                  </a:cubicBezTo>
                  <a:cubicBezTo>
                    <a:pt x="52" y="63"/>
                    <a:pt x="52" y="63"/>
                    <a:pt x="52" y="63"/>
                  </a:cubicBezTo>
                  <a:lnTo>
                    <a:pt x="41" y="27"/>
                  </a:lnTo>
                  <a:close/>
                  <a:moveTo>
                    <a:pt x="68" y="101"/>
                  </a:moveTo>
                  <a:cubicBezTo>
                    <a:pt x="66" y="101"/>
                    <a:pt x="65" y="101"/>
                    <a:pt x="64" y="100"/>
                  </a:cubicBezTo>
                  <a:cubicBezTo>
                    <a:pt x="64" y="100"/>
                    <a:pt x="63" y="99"/>
                    <a:pt x="63" y="97"/>
                  </a:cubicBezTo>
                  <a:cubicBezTo>
                    <a:pt x="57" y="79"/>
                    <a:pt x="57" y="79"/>
                    <a:pt x="57" y="79"/>
                  </a:cubicBezTo>
                  <a:cubicBezTo>
                    <a:pt x="25" y="79"/>
                    <a:pt x="25" y="79"/>
                    <a:pt x="25" y="79"/>
                  </a:cubicBezTo>
                  <a:cubicBezTo>
                    <a:pt x="19" y="96"/>
                    <a:pt x="19" y="96"/>
                    <a:pt x="19" y="96"/>
                  </a:cubicBezTo>
                  <a:cubicBezTo>
                    <a:pt x="19" y="98"/>
                    <a:pt x="18" y="99"/>
                    <a:pt x="17" y="100"/>
                  </a:cubicBezTo>
                  <a:cubicBezTo>
                    <a:pt x="17" y="101"/>
                    <a:pt x="16" y="101"/>
                    <a:pt x="14" y="101"/>
                  </a:cubicBezTo>
                  <a:cubicBezTo>
                    <a:pt x="4" y="101"/>
                    <a:pt x="4" y="101"/>
                    <a:pt x="4" y="101"/>
                  </a:cubicBezTo>
                  <a:cubicBezTo>
                    <a:pt x="2" y="101"/>
                    <a:pt x="1" y="101"/>
                    <a:pt x="0" y="100"/>
                  </a:cubicBezTo>
                  <a:cubicBezTo>
                    <a:pt x="0" y="99"/>
                    <a:pt x="0" y="97"/>
                    <a:pt x="1" y="94"/>
                  </a:cubicBezTo>
                  <a:cubicBezTo>
                    <a:pt x="30" y="5"/>
                    <a:pt x="30" y="5"/>
                    <a:pt x="30" y="5"/>
                  </a:cubicBezTo>
                  <a:cubicBezTo>
                    <a:pt x="30" y="3"/>
                    <a:pt x="31" y="2"/>
                    <a:pt x="32" y="1"/>
                  </a:cubicBezTo>
                  <a:cubicBezTo>
                    <a:pt x="33" y="0"/>
                    <a:pt x="34" y="0"/>
                    <a:pt x="37" y="0"/>
                  </a:cubicBezTo>
                  <a:cubicBezTo>
                    <a:pt x="47" y="0"/>
                    <a:pt x="47" y="0"/>
                    <a:pt x="47" y="0"/>
                  </a:cubicBezTo>
                  <a:cubicBezTo>
                    <a:pt x="49" y="0"/>
                    <a:pt x="50" y="0"/>
                    <a:pt x="51" y="1"/>
                  </a:cubicBezTo>
                  <a:cubicBezTo>
                    <a:pt x="52" y="2"/>
                    <a:pt x="53" y="3"/>
                    <a:pt x="54" y="5"/>
                  </a:cubicBezTo>
                  <a:cubicBezTo>
                    <a:pt x="82" y="94"/>
                    <a:pt x="82" y="94"/>
                    <a:pt x="82" y="94"/>
                  </a:cubicBezTo>
                  <a:cubicBezTo>
                    <a:pt x="83" y="98"/>
                    <a:pt x="83" y="100"/>
                    <a:pt x="82" y="100"/>
                  </a:cubicBezTo>
                  <a:cubicBezTo>
                    <a:pt x="81" y="101"/>
                    <a:pt x="80" y="101"/>
                    <a:pt x="77" y="101"/>
                  </a:cubicBezTo>
                  <a:lnTo>
                    <a:pt x="68" y="101"/>
                  </a:ln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grpSp>
      <p:pic>
        <p:nvPicPr>
          <p:cNvPr id="81" name="Picture 3"/>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2767" r="7205" b="57679"/>
          <a:stretch/>
        </p:blipFill>
        <p:spPr bwMode="auto">
          <a:xfrm rot="5400000" flipH="1">
            <a:off x="5191738" y="3457419"/>
            <a:ext cx="3342481" cy="2659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2" name="Picture 3"/>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2767" r="7205" b="57679"/>
          <a:stretch/>
        </p:blipFill>
        <p:spPr bwMode="auto">
          <a:xfrm rot="5400000" flipH="1" flipV="1">
            <a:off x="3714387" y="3457419"/>
            <a:ext cx="3342480" cy="2659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3" name="文本框 82"/>
          <p:cNvSpPr txBox="1"/>
          <p:nvPr/>
        </p:nvSpPr>
        <p:spPr>
          <a:xfrm>
            <a:off x="8566416" y="3069703"/>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84" name="文本框 83"/>
          <p:cNvSpPr txBox="1"/>
          <p:nvPr/>
        </p:nvSpPr>
        <p:spPr>
          <a:xfrm>
            <a:off x="283557" y="1866801"/>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85" name="文本框 84"/>
          <p:cNvSpPr txBox="1"/>
          <p:nvPr/>
        </p:nvSpPr>
        <p:spPr>
          <a:xfrm>
            <a:off x="283557" y="2698651"/>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86" name="文本框 85"/>
          <p:cNvSpPr txBox="1"/>
          <p:nvPr/>
        </p:nvSpPr>
        <p:spPr>
          <a:xfrm>
            <a:off x="283557" y="3530501"/>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87" name="文本框 86"/>
          <p:cNvSpPr txBox="1"/>
          <p:nvPr/>
        </p:nvSpPr>
        <p:spPr>
          <a:xfrm>
            <a:off x="283557" y="4362351"/>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Tree>
    <p:extLst>
      <p:ext uri="{BB962C8B-B14F-4D97-AF65-F5344CB8AC3E}">
        <p14:creationId xmlns:p14="http://schemas.microsoft.com/office/powerpoint/2010/main" val="938344795"/>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四项因果</a:t>
            </a:r>
            <a:endParaRPr lang="zh-CN" altLang="zh-CN" sz="2800" b="1" dirty="0">
              <a:solidFill>
                <a:schemeClr val="tx1">
                  <a:lumMod val="65000"/>
                  <a:lumOff val="35000"/>
                </a:schemeClr>
              </a:solidFill>
            </a:endParaRPr>
          </a:p>
        </p:txBody>
      </p:sp>
      <p:sp>
        <p:nvSpPr>
          <p:cNvPr id="8" name="Freeform 5"/>
          <p:cNvSpPr>
            <a:spLocks/>
          </p:cNvSpPr>
          <p:nvPr/>
        </p:nvSpPr>
        <p:spPr bwMode="auto">
          <a:xfrm>
            <a:off x="5264934" y="3070225"/>
            <a:ext cx="4179887" cy="942975"/>
          </a:xfrm>
          <a:custGeom>
            <a:avLst/>
            <a:gdLst>
              <a:gd name="T0" fmla="*/ 1035 w 1113"/>
              <a:gd name="T1" fmla="*/ 184 h 251"/>
              <a:gd name="T2" fmla="*/ 564 w 1113"/>
              <a:gd name="T3" fmla="*/ 184 h 251"/>
              <a:gd name="T4" fmla="*/ 372 w 1113"/>
              <a:gd name="T5" fmla="*/ 184 h 251"/>
              <a:gd name="T6" fmla="*/ 358 w 1113"/>
              <a:gd name="T7" fmla="*/ 170 h 251"/>
              <a:gd name="T8" fmla="*/ 358 w 1113"/>
              <a:gd name="T9" fmla="*/ 119 h 251"/>
              <a:gd name="T10" fmla="*/ 358 w 1113"/>
              <a:gd name="T11" fmla="*/ 118 h 251"/>
              <a:gd name="T12" fmla="*/ 292 w 1113"/>
              <a:gd name="T13" fmla="*/ 53 h 251"/>
              <a:gd name="T14" fmla="*/ 166 w 1113"/>
              <a:gd name="T15" fmla="*/ 53 h 251"/>
              <a:gd name="T16" fmla="*/ 86 w 1113"/>
              <a:gd name="T17" fmla="*/ 0 h 251"/>
              <a:gd name="T18" fmla="*/ 0 w 1113"/>
              <a:gd name="T19" fmla="*/ 86 h 251"/>
              <a:gd name="T20" fmla="*/ 86 w 1113"/>
              <a:gd name="T21" fmla="*/ 172 h 251"/>
              <a:gd name="T22" fmla="*/ 166 w 1113"/>
              <a:gd name="T23" fmla="*/ 119 h 251"/>
              <a:gd name="T24" fmla="*/ 271 w 1113"/>
              <a:gd name="T25" fmla="*/ 119 h 251"/>
              <a:gd name="T26" fmla="*/ 292 w 1113"/>
              <a:gd name="T27" fmla="*/ 141 h 251"/>
              <a:gd name="T28" fmla="*/ 292 w 1113"/>
              <a:gd name="T29" fmla="*/ 186 h 251"/>
              <a:gd name="T30" fmla="*/ 358 w 1113"/>
              <a:gd name="T31" fmla="*/ 251 h 251"/>
              <a:gd name="T32" fmla="*/ 564 w 1113"/>
              <a:gd name="T33" fmla="*/ 251 h 251"/>
              <a:gd name="T34" fmla="*/ 1113 w 1113"/>
              <a:gd name="T35" fmla="*/ 251 h 251"/>
              <a:gd name="T36" fmla="*/ 1035 w 1113"/>
              <a:gd name="T37" fmla="*/ 184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13" h="251">
                <a:moveTo>
                  <a:pt x="1035" y="184"/>
                </a:moveTo>
                <a:cubicBezTo>
                  <a:pt x="564" y="184"/>
                  <a:pt x="564" y="184"/>
                  <a:pt x="564" y="184"/>
                </a:cubicBezTo>
                <a:cubicBezTo>
                  <a:pt x="372" y="184"/>
                  <a:pt x="372" y="184"/>
                  <a:pt x="372" y="184"/>
                </a:cubicBezTo>
                <a:cubicBezTo>
                  <a:pt x="364" y="184"/>
                  <a:pt x="358" y="178"/>
                  <a:pt x="358" y="170"/>
                </a:cubicBezTo>
                <a:cubicBezTo>
                  <a:pt x="358" y="119"/>
                  <a:pt x="358" y="119"/>
                  <a:pt x="358" y="119"/>
                </a:cubicBezTo>
                <a:cubicBezTo>
                  <a:pt x="358" y="118"/>
                  <a:pt x="358" y="118"/>
                  <a:pt x="358" y="118"/>
                </a:cubicBezTo>
                <a:cubicBezTo>
                  <a:pt x="358" y="82"/>
                  <a:pt x="329" y="53"/>
                  <a:pt x="292" y="53"/>
                </a:cubicBezTo>
                <a:cubicBezTo>
                  <a:pt x="166" y="53"/>
                  <a:pt x="166" y="53"/>
                  <a:pt x="166" y="53"/>
                </a:cubicBezTo>
                <a:cubicBezTo>
                  <a:pt x="153" y="21"/>
                  <a:pt x="122" y="0"/>
                  <a:pt x="86" y="0"/>
                </a:cubicBezTo>
                <a:cubicBezTo>
                  <a:pt x="38" y="0"/>
                  <a:pt x="0" y="38"/>
                  <a:pt x="0" y="86"/>
                </a:cubicBezTo>
                <a:cubicBezTo>
                  <a:pt x="0" y="134"/>
                  <a:pt x="38" y="172"/>
                  <a:pt x="86" y="172"/>
                </a:cubicBezTo>
                <a:cubicBezTo>
                  <a:pt x="122" y="172"/>
                  <a:pt x="153" y="150"/>
                  <a:pt x="166" y="119"/>
                </a:cubicBezTo>
                <a:cubicBezTo>
                  <a:pt x="271" y="119"/>
                  <a:pt x="271" y="119"/>
                  <a:pt x="271" y="119"/>
                </a:cubicBezTo>
                <a:cubicBezTo>
                  <a:pt x="283" y="119"/>
                  <a:pt x="292" y="129"/>
                  <a:pt x="292" y="141"/>
                </a:cubicBezTo>
                <a:cubicBezTo>
                  <a:pt x="292" y="186"/>
                  <a:pt x="292" y="186"/>
                  <a:pt x="292" y="186"/>
                </a:cubicBezTo>
                <a:cubicBezTo>
                  <a:pt x="292" y="222"/>
                  <a:pt x="322" y="251"/>
                  <a:pt x="358" y="251"/>
                </a:cubicBezTo>
                <a:cubicBezTo>
                  <a:pt x="564" y="251"/>
                  <a:pt x="564" y="251"/>
                  <a:pt x="564" y="251"/>
                </a:cubicBezTo>
                <a:cubicBezTo>
                  <a:pt x="1113" y="251"/>
                  <a:pt x="1113" y="251"/>
                  <a:pt x="1113" y="251"/>
                </a:cubicBezTo>
                <a:lnTo>
                  <a:pt x="1035" y="184"/>
                </a:lnTo>
                <a:close/>
              </a:path>
            </a:pathLst>
          </a:custGeom>
          <a:solidFill>
            <a:srgbClr val="29414F"/>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 name="Freeform 7"/>
          <p:cNvSpPr>
            <a:spLocks/>
          </p:cNvSpPr>
          <p:nvPr/>
        </p:nvSpPr>
        <p:spPr bwMode="auto">
          <a:xfrm>
            <a:off x="5696734" y="2130425"/>
            <a:ext cx="3417887" cy="1597025"/>
          </a:xfrm>
          <a:custGeom>
            <a:avLst/>
            <a:gdLst>
              <a:gd name="T0" fmla="*/ 652 w 910"/>
              <a:gd name="T1" fmla="*/ 200 h 425"/>
              <a:gd name="T2" fmla="*/ 652 w 910"/>
              <a:gd name="T3" fmla="*/ 360 h 425"/>
              <a:gd name="T4" fmla="*/ 449 w 910"/>
              <a:gd name="T5" fmla="*/ 360 h 425"/>
              <a:gd name="T6" fmla="*/ 386 w 910"/>
              <a:gd name="T7" fmla="*/ 360 h 425"/>
              <a:gd name="T8" fmla="*/ 371 w 910"/>
              <a:gd name="T9" fmla="*/ 346 h 425"/>
              <a:gd name="T10" fmla="*/ 371 w 910"/>
              <a:gd name="T11" fmla="*/ 119 h 425"/>
              <a:gd name="T12" fmla="*/ 306 w 910"/>
              <a:gd name="T13" fmla="*/ 54 h 425"/>
              <a:gd name="T14" fmla="*/ 306 w 910"/>
              <a:gd name="T15" fmla="*/ 54 h 425"/>
              <a:gd name="T16" fmla="*/ 166 w 910"/>
              <a:gd name="T17" fmla="*/ 54 h 425"/>
              <a:gd name="T18" fmla="*/ 86 w 910"/>
              <a:gd name="T19" fmla="*/ 0 h 425"/>
              <a:gd name="T20" fmla="*/ 0 w 910"/>
              <a:gd name="T21" fmla="*/ 87 h 425"/>
              <a:gd name="T22" fmla="*/ 86 w 910"/>
              <a:gd name="T23" fmla="*/ 173 h 425"/>
              <a:gd name="T24" fmla="*/ 166 w 910"/>
              <a:gd name="T25" fmla="*/ 119 h 425"/>
              <a:gd name="T26" fmla="*/ 284 w 910"/>
              <a:gd name="T27" fmla="*/ 119 h 425"/>
              <a:gd name="T28" fmla="*/ 306 w 910"/>
              <a:gd name="T29" fmla="*/ 141 h 425"/>
              <a:gd name="T30" fmla="*/ 306 w 910"/>
              <a:gd name="T31" fmla="*/ 360 h 425"/>
              <a:gd name="T32" fmla="*/ 371 w 910"/>
              <a:gd name="T33" fmla="*/ 425 h 425"/>
              <a:gd name="T34" fmla="*/ 449 w 910"/>
              <a:gd name="T35" fmla="*/ 425 h 425"/>
              <a:gd name="T36" fmla="*/ 910 w 910"/>
              <a:gd name="T37" fmla="*/ 425 h 425"/>
              <a:gd name="T38" fmla="*/ 652 w 910"/>
              <a:gd name="T39" fmla="*/ 200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10" h="425">
                <a:moveTo>
                  <a:pt x="652" y="200"/>
                </a:moveTo>
                <a:cubicBezTo>
                  <a:pt x="652" y="360"/>
                  <a:pt x="652" y="360"/>
                  <a:pt x="652" y="360"/>
                </a:cubicBezTo>
                <a:cubicBezTo>
                  <a:pt x="449" y="360"/>
                  <a:pt x="449" y="360"/>
                  <a:pt x="449" y="360"/>
                </a:cubicBezTo>
                <a:cubicBezTo>
                  <a:pt x="386" y="360"/>
                  <a:pt x="386" y="360"/>
                  <a:pt x="386" y="360"/>
                </a:cubicBezTo>
                <a:cubicBezTo>
                  <a:pt x="378" y="360"/>
                  <a:pt x="371" y="354"/>
                  <a:pt x="371" y="346"/>
                </a:cubicBezTo>
                <a:cubicBezTo>
                  <a:pt x="371" y="119"/>
                  <a:pt x="371" y="119"/>
                  <a:pt x="371" y="119"/>
                </a:cubicBezTo>
                <a:cubicBezTo>
                  <a:pt x="371" y="83"/>
                  <a:pt x="342" y="54"/>
                  <a:pt x="306" y="54"/>
                </a:cubicBezTo>
                <a:cubicBezTo>
                  <a:pt x="306" y="54"/>
                  <a:pt x="306" y="54"/>
                  <a:pt x="306" y="54"/>
                </a:cubicBezTo>
                <a:cubicBezTo>
                  <a:pt x="166" y="54"/>
                  <a:pt x="166" y="54"/>
                  <a:pt x="166" y="54"/>
                </a:cubicBezTo>
                <a:cubicBezTo>
                  <a:pt x="154" y="23"/>
                  <a:pt x="123" y="0"/>
                  <a:pt x="86" y="0"/>
                </a:cubicBezTo>
                <a:cubicBezTo>
                  <a:pt x="39" y="0"/>
                  <a:pt x="0" y="39"/>
                  <a:pt x="0" y="87"/>
                </a:cubicBezTo>
                <a:cubicBezTo>
                  <a:pt x="0" y="134"/>
                  <a:pt x="39" y="173"/>
                  <a:pt x="86" y="173"/>
                </a:cubicBezTo>
                <a:cubicBezTo>
                  <a:pt x="123" y="173"/>
                  <a:pt x="154" y="151"/>
                  <a:pt x="166" y="119"/>
                </a:cubicBezTo>
                <a:cubicBezTo>
                  <a:pt x="284" y="119"/>
                  <a:pt x="284" y="119"/>
                  <a:pt x="284" y="119"/>
                </a:cubicBezTo>
                <a:cubicBezTo>
                  <a:pt x="296" y="119"/>
                  <a:pt x="306" y="129"/>
                  <a:pt x="306" y="141"/>
                </a:cubicBezTo>
                <a:cubicBezTo>
                  <a:pt x="306" y="360"/>
                  <a:pt x="306" y="360"/>
                  <a:pt x="306" y="360"/>
                </a:cubicBezTo>
                <a:cubicBezTo>
                  <a:pt x="306" y="396"/>
                  <a:pt x="335" y="425"/>
                  <a:pt x="371" y="425"/>
                </a:cubicBezTo>
                <a:cubicBezTo>
                  <a:pt x="449" y="425"/>
                  <a:pt x="449" y="425"/>
                  <a:pt x="449" y="425"/>
                </a:cubicBezTo>
                <a:cubicBezTo>
                  <a:pt x="910" y="425"/>
                  <a:pt x="910" y="425"/>
                  <a:pt x="910" y="425"/>
                </a:cubicBezTo>
                <a:lnTo>
                  <a:pt x="652" y="200"/>
                </a:lnTo>
                <a:close/>
              </a:path>
            </a:pathLst>
          </a:custGeom>
          <a:solidFill>
            <a:srgbClr val="3A8FCB"/>
          </a:solidFill>
          <a:ln w="3810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0" name="Freeform 9"/>
          <p:cNvSpPr>
            <a:spLocks/>
          </p:cNvSpPr>
          <p:nvPr/>
        </p:nvSpPr>
        <p:spPr bwMode="auto">
          <a:xfrm>
            <a:off x="5264934" y="4046537"/>
            <a:ext cx="4179887" cy="947738"/>
          </a:xfrm>
          <a:custGeom>
            <a:avLst/>
            <a:gdLst>
              <a:gd name="T0" fmla="*/ 366 w 1113"/>
              <a:gd name="T1" fmla="*/ 0 h 252"/>
              <a:gd name="T2" fmla="*/ 292 w 1113"/>
              <a:gd name="T3" fmla="*/ 73 h 252"/>
              <a:gd name="T4" fmla="*/ 292 w 1113"/>
              <a:gd name="T5" fmla="*/ 111 h 252"/>
              <a:gd name="T6" fmla="*/ 271 w 1113"/>
              <a:gd name="T7" fmla="*/ 133 h 252"/>
              <a:gd name="T8" fmla="*/ 166 w 1113"/>
              <a:gd name="T9" fmla="*/ 133 h 252"/>
              <a:gd name="T10" fmla="*/ 86 w 1113"/>
              <a:gd name="T11" fmla="*/ 80 h 252"/>
              <a:gd name="T12" fmla="*/ 0 w 1113"/>
              <a:gd name="T13" fmla="*/ 166 h 252"/>
              <a:gd name="T14" fmla="*/ 86 w 1113"/>
              <a:gd name="T15" fmla="*/ 252 h 252"/>
              <a:gd name="T16" fmla="*/ 166 w 1113"/>
              <a:gd name="T17" fmla="*/ 199 h 252"/>
              <a:gd name="T18" fmla="*/ 312 w 1113"/>
              <a:gd name="T19" fmla="*/ 199 h 252"/>
              <a:gd name="T20" fmla="*/ 358 w 1113"/>
              <a:gd name="T21" fmla="*/ 153 h 252"/>
              <a:gd name="T22" fmla="*/ 358 w 1113"/>
              <a:gd name="T23" fmla="*/ 76 h 252"/>
              <a:gd name="T24" fmla="*/ 372 w 1113"/>
              <a:gd name="T25" fmla="*/ 62 h 252"/>
              <a:gd name="T26" fmla="*/ 564 w 1113"/>
              <a:gd name="T27" fmla="*/ 62 h 252"/>
              <a:gd name="T28" fmla="*/ 1041 w 1113"/>
              <a:gd name="T29" fmla="*/ 62 h 252"/>
              <a:gd name="T30" fmla="*/ 1113 w 1113"/>
              <a:gd name="T31" fmla="*/ 0 h 252"/>
              <a:gd name="T32" fmla="*/ 366 w 1113"/>
              <a:gd name="T33" fmla="*/ 0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13" h="252">
                <a:moveTo>
                  <a:pt x="366" y="0"/>
                </a:moveTo>
                <a:cubicBezTo>
                  <a:pt x="325" y="0"/>
                  <a:pt x="292" y="33"/>
                  <a:pt x="292" y="73"/>
                </a:cubicBezTo>
                <a:cubicBezTo>
                  <a:pt x="292" y="111"/>
                  <a:pt x="292" y="111"/>
                  <a:pt x="292" y="111"/>
                </a:cubicBezTo>
                <a:cubicBezTo>
                  <a:pt x="292" y="123"/>
                  <a:pt x="283" y="133"/>
                  <a:pt x="271" y="133"/>
                </a:cubicBezTo>
                <a:cubicBezTo>
                  <a:pt x="166" y="133"/>
                  <a:pt x="166" y="133"/>
                  <a:pt x="166" y="133"/>
                </a:cubicBezTo>
                <a:cubicBezTo>
                  <a:pt x="153" y="101"/>
                  <a:pt x="122" y="80"/>
                  <a:pt x="86" y="80"/>
                </a:cubicBezTo>
                <a:cubicBezTo>
                  <a:pt x="38" y="80"/>
                  <a:pt x="0" y="118"/>
                  <a:pt x="0" y="166"/>
                </a:cubicBezTo>
                <a:cubicBezTo>
                  <a:pt x="0" y="214"/>
                  <a:pt x="38" y="252"/>
                  <a:pt x="86" y="252"/>
                </a:cubicBezTo>
                <a:cubicBezTo>
                  <a:pt x="122" y="252"/>
                  <a:pt x="153" y="230"/>
                  <a:pt x="166" y="199"/>
                </a:cubicBezTo>
                <a:cubicBezTo>
                  <a:pt x="312" y="199"/>
                  <a:pt x="312" y="199"/>
                  <a:pt x="312" y="199"/>
                </a:cubicBezTo>
                <a:cubicBezTo>
                  <a:pt x="337" y="199"/>
                  <a:pt x="358" y="179"/>
                  <a:pt x="358" y="153"/>
                </a:cubicBezTo>
                <a:cubicBezTo>
                  <a:pt x="358" y="76"/>
                  <a:pt x="358" y="76"/>
                  <a:pt x="358" y="76"/>
                </a:cubicBezTo>
                <a:cubicBezTo>
                  <a:pt x="358" y="68"/>
                  <a:pt x="364" y="62"/>
                  <a:pt x="372" y="62"/>
                </a:cubicBezTo>
                <a:cubicBezTo>
                  <a:pt x="564" y="62"/>
                  <a:pt x="564" y="62"/>
                  <a:pt x="564" y="62"/>
                </a:cubicBezTo>
                <a:cubicBezTo>
                  <a:pt x="1041" y="62"/>
                  <a:pt x="1041" y="62"/>
                  <a:pt x="1041" y="62"/>
                </a:cubicBezTo>
                <a:cubicBezTo>
                  <a:pt x="1113" y="0"/>
                  <a:pt x="1113" y="0"/>
                  <a:pt x="1113" y="0"/>
                </a:cubicBezTo>
                <a:lnTo>
                  <a:pt x="366" y="0"/>
                </a:lnTo>
                <a:close/>
              </a:path>
            </a:pathLst>
          </a:custGeom>
          <a:solidFill>
            <a:srgbClr val="21998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 name="Freeform 11"/>
          <p:cNvSpPr>
            <a:spLocks/>
          </p:cNvSpPr>
          <p:nvPr/>
        </p:nvSpPr>
        <p:spPr bwMode="auto">
          <a:xfrm>
            <a:off x="5696734" y="4310062"/>
            <a:ext cx="3436937" cy="1604963"/>
          </a:xfrm>
          <a:custGeom>
            <a:avLst/>
            <a:gdLst>
              <a:gd name="T0" fmla="*/ 915 w 915"/>
              <a:gd name="T1" fmla="*/ 0 h 427"/>
              <a:gd name="T2" fmla="*/ 449 w 915"/>
              <a:gd name="T3" fmla="*/ 0 h 427"/>
              <a:gd name="T4" fmla="*/ 371 w 915"/>
              <a:gd name="T5" fmla="*/ 0 h 427"/>
              <a:gd name="T6" fmla="*/ 306 w 915"/>
              <a:gd name="T7" fmla="*/ 66 h 427"/>
              <a:gd name="T8" fmla="*/ 306 w 915"/>
              <a:gd name="T9" fmla="*/ 287 h 427"/>
              <a:gd name="T10" fmla="*/ 285 w 915"/>
              <a:gd name="T11" fmla="*/ 308 h 427"/>
              <a:gd name="T12" fmla="*/ 166 w 915"/>
              <a:gd name="T13" fmla="*/ 308 h 427"/>
              <a:gd name="T14" fmla="*/ 86 w 915"/>
              <a:gd name="T15" fmla="*/ 254 h 427"/>
              <a:gd name="T16" fmla="*/ 0 w 915"/>
              <a:gd name="T17" fmla="*/ 341 h 427"/>
              <a:gd name="T18" fmla="*/ 86 w 915"/>
              <a:gd name="T19" fmla="*/ 427 h 427"/>
              <a:gd name="T20" fmla="*/ 166 w 915"/>
              <a:gd name="T21" fmla="*/ 373 h 427"/>
              <a:gd name="T22" fmla="*/ 306 w 915"/>
              <a:gd name="T23" fmla="*/ 373 h 427"/>
              <a:gd name="T24" fmla="*/ 306 w 915"/>
              <a:gd name="T25" fmla="*/ 373 h 427"/>
              <a:gd name="T26" fmla="*/ 371 w 915"/>
              <a:gd name="T27" fmla="*/ 308 h 427"/>
              <a:gd name="T28" fmla="*/ 371 w 915"/>
              <a:gd name="T29" fmla="*/ 79 h 427"/>
              <a:gd name="T30" fmla="*/ 385 w 915"/>
              <a:gd name="T31" fmla="*/ 66 h 427"/>
              <a:gd name="T32" fmla="*/ 652 w 915"/>
              <a:gd name="T33" fmla="*/ 66 h 427"/>
              <a:gd name="T34" fmla="*/ 652 w 915"/>
              <a:gd name="T35" fmla="*/ 226 h 427"/>
              <a:gd name="T36" fmla="*/ 915 w 915"/>
              <a:gd name="T37" fmla="*/ 0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15" h="427">
                <a:moveTo>
                  <a:pt x="915" y="0"/>
                </a:moveTo>
                <a:cubicBezTo>
                  <a:pt x="449" y="0"/>
                  <a:pt x="449" y="0"/>
                  <a:pt x="449" y="0"/>
                </a:cubicBezTo>
                <a:cubicBezTo>
                  <a:pt x="371" y="0"/>
                  <a:pt x="371" y="0"/>
                  <a:pt x="371" y="0"/>
                </a:cubicBezTo>
                <a:cubicBezTo>
                  <a:pt x="335" y="0"/>
                  <a:pt x="306" y="30"/>
                  <a:pt x="306" y="66"/>
                </a:cubicBezTo>
                <a:cubicBezTo>
                  <a:pt x="306" y="287"/>
                  <a:pt x="306" y="287"/>
                  <a:pt x="306" y="287"/>
                </a:cubicBezTo>
                <a:cubicBezTo>
                  <a:pt x="306" y="299"/>
                  <a:pt x="297" y="308"/>
                  <a:pt x="285" y="308"/>
                </a:cubicBezTo>
                <a:cubicBezTo>
                  <a:pt x="166" y="308"/>
                  <a:pt x="166" y="308"/>
                  <a:pt x="166" y="308"/>
                </a:cubicBezTo>
                <a:cubicBezTo>
                  <a:pt x="154" y="276"/>
                  <a:pt x="123" y="254"/>
                  <a:pt x="86" y="254"/>
                </a:cubicBezTo>
                <a:cubicBezTo>
                  <a:pt x="39" y="254"/>
                  <a:pt x="0" y="293"/>
                  <a:pt x="0" y="341"/>
                </a:cubicBezTo>
                <a:cubicBezTo>
                  <a:pt x="0" y="388"/>
                  <a:pt x="39" y="427"/>
                  <a:pt x="86" y="427"/>
                </a:cubicBezTo>
                <a:cubicBezTo>
                  <a:pt x="123" y="427"/>
                  <a:pt x="154" y="405"/>
                  <a:pt x="166" y="373"/>
                </a:cubicBezTo>
                <a:cubicBezTo>
                  <a:pt x="306" y="373"/>
                  <a:pt x="306" y="373"/>
                  <a:pt x="306" y="373"/>
                </a:cubicBezTo>
                <a:cubicBezTo>
                  <a:pt x="306" y="373"/>
                  <a:pt x="306" y="373"/>
                  <a:pt x="306" y="373"/>
                </a:cubicBezTo>
                <a:cubicBezTo>
                  <a:pt x="342" y="373"/>
                  <a:pt x="371" y="344"/>
                  <a:pt x="371" y="308"/>
                </a:cubicBezTo>
                <a:cubicBezTo>
                  <a:pt x="371" y="79"/>
                  <a:pt x="371" y="79"/>
                  <a:pt x="371" y="79"/>
                </a:cubicBezTo>
                <a:cubicBezTo>
                  <a:pt x="371" y="72"/>
                  <a:pt x="377" y="66"/>
                  <a:pt x="385" y="66"/>
                </a:cubicBezTo>
                <a:cubicBezTo>
                  <a:pt x="652" y="66"/>
                  <a:pt x="652" y="66"/>
                  <a:pt x="652" y="66"/>
                </a:cubicBezTo>
                <a:cubicBezTo>
                  <a:pt x="652" y="226"/>
                  <a:pt x="652" y="226"/>
                  <a:pt x="652" y="226"/>
                </a:cubicBezTo>
                <a:lnTo>
                  <a:pt x="915" y="0"/>
                </a:lnTo>
                <a:close/>
              </a:path>
            </a:pathLst>
          </a:custGeom>
          <a:solidFill>
            <a:srgbClr val="EA981E"/>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 name="Freeform 13"/>
          <p:cNvSpPr>
            <a:spLocks/>
          </p:cNvSpPr>
          <p:nvPr/>
        </p:nvSpPr>
        <p:spPr bwMode="auto">
          <a:xfrm>
            <a:off x="3166259" y="5854700"/>
            <a:ext cx="2786062" cy="515938"/>
          </a:xfrm>
          <a:custGeom>
            <a:avLst/>
            <a:gdLst>
              <a:gd name="T0" fmla="*/ 20 w 742"/>
              <a:gd name="T1" fmla="*/ 137 h 137"/>
              <a:gd name="T2" fmla="*/ 40 w 742"/>
              <a:gd name="T3" fmla="*/ 118 h 137"/>
              <a:gd name="T4" fmla="*/ 616 w 742"/>
              <a:gd name="T5" fmla="*/ 118 h 137"/>
              <a:gd name="T6" fmla="*/ 742 w 742"/>
              <a:gd name="T7" fmla="*/ 3 h 137"/>
              <a:gd name="T8" fmla="*/ 739 w 742"/>
              <a:gd name="T9" fmla="*/ 0 h 137"/>
              <a:gd name="T10" fmla="*/ 614 w 742"/>
              <a:gd name="T11" fmla="*/ 114 h 137"/>
              <a:gd name="T12" fmla="*/ 40 w 742"/>
              <a:gd name="T13" fmla="*/ 114 h 137"/>
              <a:gd name="T14" fmla="*/ 20 w 742"/>
              <a:gd name="T15" fmla="*/ 97 h 137"/>
              <a:gd name="T16" fmla="*/ 0 w 742"/>
              <a:gd name="T17" fmla="*/ 118 h 137"/>
              <a:gd name="T18" fmla="*/ 20 w 742"/>
              <a:gd name="T19"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2" h="137">
                <a:moveTo>
                  <a:pt x="20" y="137"/>
                </a:moveTo>
                <a:cubicBezTo>
                  <a:pt x="31" y="137"/>
                  <a:pt x="40" y="129"/>
                  <a:pt x="40" y="118"/>
                </a:cubicBezTo>
                <a:cubicBezTo>
                  <a:pt x="616" y="118"/>
                  <a:pt x="616" y="118"/>
                  <a:pt x="616" y="118"/>
                </a:cubicBezTo>
                <a:cubicBezTo>
                  <a:pt x="742" y="3"/>
                  <a:pt x="742" y="3"/>
                  <a:pt x="742" y="3"/>
                </a:cubicBezTo>
                <a:cubicBezTo>
                  <a:pt x="739" y="0"/>
                  <a:pt x="739" y="0"/>
                  <a:pt x="739" y="0"/>
                </a:cubicBezTo>
                <a:cubicBezTo>
                  <a:pt x="614" y="114"/>
                  <a:pt x="614" y="114"/>
                  <a:pt x="614" y="114"/>
                </a:cubicBezTo>
                <a:cubicBezTo>
                  <a:pt x="40" y="114"/>
                  <a:pt x="40" y="114"/>
                  <a:pt x="40" y="114"/>
                </a:cubicBezTo>
                <a:cubicBezTo>
                  <a:pt x="38" y="105"/>
                  <a:pt x="30" y="97"/>
                  <a:pt x="20" y="97"/>
                </a:cubicBezTo>
                <a:cubicBezTo>
                  <a:pt x="9" y="97"/>
                  <a:pt x="0" y="106"/>
                  <a:pt x="0" y="118"/>
                </a:cubicBezTo>
                <a:cubicBezTo>
                  <a:pt x="0" y="129"/>
                  <a:pt x="9" y="137"/>
                  <a:pt x="20" y="137"/>
                </a:cubicBezTo>
                <a:close/>
              </a:path>
            </a:pathLst>
          </a:custGeom>
          <a:solidFill>
            <a:srgbClr val="EA981E"/>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3" name="Freeform 14"/>
          <p:cNvSpPr>
            <a:spLocks/>
          </p:cNvSpPr>
          <p:nvPr/>
        </p:nvSpPr>
        <p:spPr bwMode="auto">
          <a:xfrm>
            <a:off x="1854984" y="2693987"/>
            <a:ext cx="3527425" cy="541338"/>
          </a:xfrm>
          <a:custGeom>
            <a:avLst/>
            <a:gdLst>
              <a:gd name="T0" fmla="*/ 20 w 939"/>
              <a:gd name="T1" fmla="*/ 0 h 144"/>
              <a:gd name="T2" fmla="*/ 40 w 939"/>
              <a:gd name="T3" fmla="*/ 20 h 144"/>
              <a:gd name="T4" fmla="*/ 821 w 939"/>
              <a:gd name="T5" fmla="*/ 20 h 144"/>
              <a:gd name="T6" fmla="*/ 939 w 939"/>
              <a:gd name="T7" fmla="*/ 141 h 144"/>
              <a:gd name="T8" fmla="*/ 936 w 939"/>
              <a:gd name="T9" fmla="*/ 144 h 144"/>
              <a:gd name="T10" fmla="*/ 820 w 939"/>
              <a:gd name="T11" fmla="*/ 24 h 144"/>
              <a:gd name="T12" fmla="*/ 40 w 939"/>
              <a:gd name="T13" fmla="*/ 24 h 144"/>
              <a:gd name="T14" fmla="*/ 20 w 939"/>
              <a:gd name="T15" fmla="*/ 40 h 144"/>
              <a:gd name="T16" fmla="*/ 0 w 939"/>
              <a:gd name="T17" fmla="*/ 20 h 144"/>
              <a:gd name="T18" fmla="*/ 20 w 939"/>
              <a:gd name="T19"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39" h="144">
                <a:moveTo>
                  <a:pt x="20" y="0"/>
                </a:moveTo>
                <a:cubicBezTo>
                  <a:pt x="31" y="0"/>
                  <a:pt x="40" y="9"/>
                  <a:pt x="40" y="20"/>
                </a:cubicBezTo>
                <a:cubicBezTo>
                  <a:pt x="821" y="20"/>
                  <a:pt x="821" y="20"/>
                  <a:pt x="821" y="20"/>
                </a:cubicBezTo>
                <a:cubicBezTo>
                  <a:pt x="939" y="141"/>
                  <a:pt x="939" y="141"/>
                  <a:pt x="939" y="141"/>
                </a:cubicBezTo>
                <a:cubicBezTo>
                  <a:pt x="936" y="144"/>
                  <a:pt x="936" y="144"/>
                  <a:pt x="936" y="144"/>
                </a:cubicBezTo>
                <a:cubicBezTo>
                  <a:pt x="820" y="24"/>
                  <a:pt x="820" y="24"/>
                  <a:pt x="820" y="24"/>
                </a:cubicBezTo>
                <a:cubicBezTo>
                  <a:pt x="40" y="24"/>
                  <a:pt x="40" y="24"/>
                  <a:pt x="40" y="24"/>
                </a:cubicBezTo>
                <a:cubicBezTo>
                  <a:pt x="38" y="33"/>
                  <a:pt x="30" y="40"/>
                  <a:pt x="20" y="40"/>
                </a:cubicBezTo>
                <a:cubicBezTo>
                  <a:pt x="9" y="40"/>
                  <a:pt x="0" y="32"/>
                  <a:pt x="0" y="20"/>
                </a:cubicBezTo>
                <a:cubicBezTo>
                  <a:pt x="0" y="9"/>
                  <a:pt x="9" y="0"/>
                  <a:pt x="20" y="0"/>
                </a:cubicBezTo>
                <a:close/>
              </a:path>
            </a:pathLst>
          </a:custGeom>
          <a:solidFill>
            <a:srgbClr val="29414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4" name="Freeform 15"/>
          <p:cNvSpPr>
            <a:spLocks/>
          </p:cNvSpPr>
          <p:nvPr/>
        </p:nvSpPr>
        <p:spPr bwMode="auto">
          <a:xfrm>
            <a:off x="3166259" y="1697037"/>
            <a:ext cx="2838450" cy="508000"/>
          </a:xfrm>
          <a:custGeom>
            <a:avLst/>
            <a:gdLst>
              <a:gd name="T0" fmla="*/ 20 w 756"/>
              <a:gd name="T1" fmla="*/ 40 h 135"/>
              <a:gd name="T2" fmla="*/ 40 w 756"/>
              <a:gd name="T3" fmla="*/ 20 h 135"/>
              <a:gd name="T4" fmla="*/ 646 w 756"/>
              <a:gd name="T5" fmla="*/ 20 h 135"/>
              <a:gd name="T6" fmla="*/ 756 w 756"/>
              <a:gd name="T7" fmla="*/ 135 h 135"/>
              <a:gd name="T8" fmla="*/ 756 w 756"/>
              <a:gd name="T9" fmla="*/ 129 h 135"/>
              <a:gd name="T10" fmla="*/ 648 w 756"/>
              <a:gd name="T11" fmla="*/ 16 h 135"/>
              <a:gd name="T12" fmla="*/ 40 w 756"/>
              <a:gd name="T13" fmla="*/ 16 h 135"/>
              <a:gd name="T14" fmla="*/ 20 w 756"/>
              <a:gd name="T15" fmla="*/ 0 h 135"/>
              <a:gd name="T16" fmla="*/ 0 w 756"/>
              <a:gd name="T17" fmla="*/ 20 h 135"/>
              <a:gd name="T18" fmla="*/ 20 w 756"/>
              <a:gd name="T19" fmla="*/ 4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56" h="135">
                <a:moveTo>
                  <a:pt x="20" y="40"/>
                </a:moveTo>
                <a:cubicBezTo>
                  <a:pt x="31" y="40"/>
                  <a:pt x="40" y="31"/>
                  <a:pt x="40" y="20"/>
                </a:cubicBezTo>
                <a:cubicBezTo>
                  <a:pt x="646" y="20"/>
                  <a:pt x="646" y="20"/>
                  <a:pt x="646" y="20"/>
                </a:cubicBezTo>
                <a:cubicBezTo>
                  <a:pt x="756" y="135"/>
                  <a:pt x="756" y="135"/>
                  <a:pt x="756" y="135"/>
                </a:cubicBezTo>
                <a:cubicBezTo>
                  <a:pt x="756" y="129"/>
                  <a:pt x="756" y="129"/>
                  <a:pt x="756" y="129"/>
                </a:cubicBezTo>
                <a:cubicBezTo>
                  <a:pt x="648" y="16"/>
                  <a:pt x="648" y="16"/>
                  <a:pt x="648" y="16"/>
                </a:cubicBezTo>
                <a:cubicBezTo>
                  <a:pt x="40" y="16"/>
                  <a:pt x="40" y="16"/>
                  <a:pt x="40" y="16"/>
                </a:cubicBezTo>
                <a:cubicBezTo>
                  <a:pt x="38" y="7"/>
                  <a:pt x="30" y="0"/>
                  <a:pt x="20" y="0"/>
                </a:cubicBezTo>
                <a:cubicBezTo>
                  <a:pt x="9" y="0"/>
                  <a:pt x="0" y="9"/>
                  <a:pt x="0" y="20"/>
                </a:cubicBezTo>
                <a:cubicBezTo>
                  <a:pt x="0" y="31"/>
                  <a:pt x="9" y="40"/>
                  <a:pt x="20" y="40"/>
                </a:cubicBezTo>
                <a:close/>
              </a:path>
            </a:pathLst>
          </a:custGeom>
          <a:solidFill>
            <a:srgbClr val="3A8FCB"/>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5" name="Freeform 16"/>
          <p:cNvSpPr>
            <a:spLocks/>
          </p:cNvSpPr>
          <p:nvPr/>
        </p:nvSpPr>
        <p:spPr bwMode="auto">
          <a:xfrm>
            <a:off x="1854984" y="4854575"/>
            <a:ext cx="3527425" cy="474663"/>
          </a:xfrm>
          <a:custGeom>
            <a:avLst/>
            <a:gdLst>
              <a:gd name="T0" fmla="*/ 20 w 939"/>
              <a:gd name="T1" fmla="*/ 126 h 126"/>
              <a:gd name="T2" fmla="*/ 40 w 939"/>
              <a:gd name="T3" fmla="*/ 107 h 126"/>
              <a:gd name="T4" fmla="*/ 794 w 939"/>
              <a:gd name="T5" fmla="*/ 107 h 126"/>
              <a:gd name="T6" fmla="*/ 939 w 939"/>
              <a:gd name="T7" fmla="*/ 6 h 126"/>
              <a:gd name="T8" fmla="*/ 939 w 939"/>
              <a:gd name="T9" fmla="*/ 0 h 126"/>
              <a:gd name="T10" fmla="*/ 792 w 939"/>
              <a:gd name="T11" fmla="*/ 103 h 126"/>
              <a:gd name="T12" fmla="*/ 40 w 939"/>
              <a:gd name="T13" fmla="*/ 103 h 126"/>
              <a:gd name="T14" fmla="*/ 20 w 939"/>
              <a:gd name="T15" fmla="*/ 86 h 126"/>
              <a:gd name="T16" fmla="*/ 0 w 939"/>
              <a:gd name="T17" fmla="*/ 106 h 126"/>
              <a:gd name="T18" fmla="*/ 20 w 939"/>
              <a:gd name="T19"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39" h="126">
                <a:moveTo>
                  <a:pt x="20" y="126"/>
                </a:moveTo>
                <a:cubicBezTo>
                  <a:pt x="31" y="126"/>
                  <a:pt x="40" y="118"/>
                  <a:pt x="40" y="107"/>
                </a:cubicBezTo>
                <a:cubicBezTo>
                  <a:pt x="794" y="107"/>
                  <a:pt x="794" y="107"/>
                  <a:pt x="794" y="107"/>
                </a:cubicBezTo>
                <a:cubicBezTo>
                  <a:pt x="939" y="6"/>
                  <a:pt x="939" y="6"/>
                  <a:pt x="939" y="6"/>
                </a:cubicBezTo>
                <a:cubicBezTo>
                  <a:pt x="939" y="0"/>
                  <a:pt x="939" y="0"/>
                  <a:pt x="939" y="0"/>
                </a:cubicBezTo>
                <a:cubicBezTo>
                  <a:pt x="792" y="103"/>
                  <a:pt x="792" y="103"/>
                  <a:pt x="792" y="103"/>
                </a:cubicBezTo>
                <a:cubicBezTo>
                  <a:pt x="40" y="103"/>
                  <a:pt x="40" y="103"/>
                  <a:pt x="40" y="103"/>
                </a:cubicBezTo>
                <a:cubicBezTo>
                  <a:pt x="38" y="93"/>
                  <a:pt x="30" y="86"/>
                  <a:pt x="20" y="86"/>
                </a:cubicBezTo>
                <a:cubicBezTo>
                  <a:pt x="9" y="86"/>
                  <a:pt x="0" y="95"/>
                  <a:pt x="0" y="106"/>
                </a:cubicBezTo>
                <a:cubicBezTo>
                  <a:pt x="0" y="117"/>
                  <a:pt x="9" y="126"/>
                  <a:pt x="20" y="126"/>
                </a:cubicBezTo>
                <a:close/>
              </a:path>
            </a:pathLst>
          </a:custGeom>
          <a:solidFill>
            <a:srgbClr val="219980"/>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75" name="矩形 74"/>
          <p:cNvSpPr/>
          <p:nvPr/>
        </p:nvSpPr>
        <p:spPr>
          <a:xfrm>
            <a:off x="9626015" y="3665747"/>
            <a:ext cx="2262752" cy="732508"/>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a:t>
            </a:r>
          </a:p>
        </p:txBody>
      </p:sp>
      <p:sp>
        <p:nvSpPr>
          <p:cNvPr id="76" name="矩形 75"/>
          <p:cNvSpPr/>
          <p:nvPr/>
        </p:nvSpPr>
        <p:spPr>
          <a:xfrm>
            <a:off x="9626015" y="3235325"/>
            <a:ext cx="2196000" cy="332148"/>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latin typeface="Impact" panose="020B0806030902050204" pitchFamily="34" charset="0"/>
              </a:rPr>
              <a:t>单击添加标题</a:t>
            </a:r>
          </a:p>
        </p:txBody>
      </p:sp>
      <p:sp>
        <p:nvSpPr>
          <p:cNvPr id="77" name="文本框 76"/>
          <p:cNvSpPr txBox="1"/>
          <p:nvPr/>
        </p:nvSpPr>
        <p:spPr>
          <a:xfrm>
            <a:off x="3274888" y="1151791"/>
            <a:ext cx="2856518" cy="1015663"/>
          </a:xfrm>
          <a:prstGeom prst="rect">
            <a:avLst/>
          </a:prstGeom>
          <a:noFill/>
        </p:spPr>
        <p:txBody>
          <a:bodyPr wrap="square" rtlCol="0">
            <a:spAutoFit/>
          </a:bodyPr>
          <a:lstStyle/>
          <a:p>
            <a:pPr>
              <a:lnSpc>
                <a:spcPct val="15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50000"/>
              </a:lnSpc>
            </a:pPr>
            <a:r>
              <a:rPr lang="zh-CN" altLang="en-US" sz="1600" dirty="0">
                <a:solidFill>
                  <a:schemeClr val="tx1">
                    <a:lumMod val="65000"/>
                    <a:lumOff val="35000"/>
                  </a:schemeClr>
                </a:solidFill>
              </a:rPr>
              <a:t>添加内容添加内容</a:t>
            </a:r>
          </a:p>
        </p:txBody>
      </p:sp>
      <p:sp>
        <p:nvSpPr>
          <p:cNvPr id="78" name="文本框 77"/>
          <p:cNvSpPr txBox="1"/>
          <p:nvPr/>
        </p:nvSpPr>
        <p:spPr>
          <a:xfrm>
            <a:off x="3274888" y="5703228"/>
            <a:ext cx="2856518" cy="1015663"/>
          </a:xfrm>
          <a:prstGeom prst="rect">
            <a:avLst/>
          </a:prstGeom>
          <a:noFill/>
        </p:spPr>
        <p:txBody>
          <a:bodyPr wrap="square" rtlCol="0">
            <a:spAutoFit/>
          </a:bodyPr>
          <a:lstStyle/>
          <a:p>
            <a:pPr>
              <a:lnSpc>
                <a:spcPct val="15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50000"/>
              </a:lnSpc>
            </a:pPr>
            <a:r>
              <a:rPr lang="zh-CN" altLang="en-US" sz="1600" dirty="0">
                <a:solidFill>
                  <a:schemeClr val="tx1">
                    <a:lumMod val="65000"/>
                    <a:lumOff val="35000"/>
                  </a:schemeClr>
                </a:solidFill>
              </a:rPr>
              <a:t>添加内容添加内容</a:t>
            </a:r>
          </a:p>
        </p:txBody>
      </p:sp>
      <p:sp>
        <p:nvSpPr>
          <p:cNvPr id="79" name="文本框 78"/>
          <p:cNvSpPr txBox="1"/>
          <p:nvPr/>
        </p:nvSpPr>
        <p:spPr>
          <a:xfrm>
            <a:off x="1993463" y="2181265"/>
            <a:ext cx="2856518" cy="1015663"/>
          </a:xfrm>
          <a:prstGeom prst="rect">
            <a:avLst/>
          </a:prstGeom>
          <a:noFill/>
        </p:spPr>
        <p:txBody>
          <a:bodyPr wrap="square" rtlCol="0">
            <a:spAutoFit/>
          </a:bodyPr>
          <a:lstStyle/>
          <a:p>
            <a:pPr>
              <a:lnSpc>
                <a:spcPct val="15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50000"/>
              </a:lnSpc>
            </a:pPr>
            <a:r>
              <a:rPr lang="zh-CN" altLang="en-US" sz="1600" dirty="0">
                <a:solidFill>
                  <a:schemeClr val="tx1">
                    <a:lumMod val="65000"/>
                    <a:lumOff val="35000"/>
                  </a:schemeClr>
                </a:solidFill>
              </a:rPr>
              <a:t>添加内容添加内容</a:t>
            </a:r>
          </a:p>
        </p:txBody>
      </p:sp>
      <p:sp>
        <p:nvSpPr>
          <p:cNvPr id="80" name="文本框 79"/>
          <p:cNvSpPr txBox="1"/>
          <p:nvPr/>
        </p:nvSpPr>
        <p:spPr>
          <a:xfrm>
            <a:off x="1993463" y="4615676"/>
            <a:ext cx="2856518" cy="1015663"/>
          </a:xfrm>
          <a:prstGeom prst="rect">
            <a:avLst/>
          </a:prstGeom>
          <a:noFill/>
        </p:spPr>
        <p:txBody>
          <a:bodyPr wrap="square" rtlCol="0">
            <a:spAutoFit/>
          </a:bodyPr>
          <a:lstStyle/>
          <a:p>
            <a:pPr>
              <a:lnSpc>
                <a:spcPct val="15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50000"/>
              </a:lnSpc>
            </a:pPr>
            <a:r>
              <a:rPr lang="zh-CN" altLang="en-US" sz="1600" dirty="0">
                <a:solidFill>
                  <a:schemeClr val="tx1">
                    <a:lumMod val="65000"/>
                    <a:lumOff val="35000"/>
                  </a:schemeClr>
                </a:solidFill>
              </a:rPr>
              <a:t>添加内容添加内容</a:t>
            </a:r>
          </a:p>
        </p:txBody>
      </p:sp>
      <p:grpSp>
        <p:nvGrpSpPr>
          <p:cNvPr id="81" name="组合 80"/>
          <p:cNvGrpSpPr/>
          <p:nvPr/>
        </p:nvGrpSpPr>
        <p:grpSpPr>
          <a:xfrm>
            <a:off x="5863991" y="2297031"/>
            <a:ext cx="305188" cy="293085"/>
            <a:chOff x="6235701" y="4083050"/>
            <a:chExt cx="560387" cy="538163"/>
          </a:xfrm>
          <a:solidFill>
            <a:schemeClr val="bg1"/>
          </a:solidFill>
        </p:grpSpPr>
        <p:sp>
          <p:nvSpPr>
            <p:cNvPr id="82" name="Freeform 31"/>
            <p:cNvSpPr>
              <a:spLocks/>
            </p:cNvSpPr>
            <p:nvPr/>
          </p:nvSpPr>
          <p:spPr bwMode="auto">
            <a:xfrm>
              <a:off x="6637338" y="4083050"/>
              <a:ext cx="158750" cy="161925"/>
            </a:xfrm>
            <a:custGeom>
              <a:avLst/>
              <a:gdLst>
                <a:gd name="T0" fmla="*/ 33 w 42"/>
                <a:gd name="T1" fmla="*/ 10 h 43"/>
                <a:gd name="T2" fmla="*/ 2 w 42"/>
                <a:gd name="T3" fmla="*/ 6 h 43"/>
                <a:gd name="T4" fmla="*/ 2 w 42"/>
                <a:gd name="T5" fmla="*/ 13 h 43"/>
                <a:gd name="T6" fmla="*/ 29 w 42"/>
                <a:gd name="T7" fmla="*/ 41 h 43"/>
                <a:gd name="T8" fmla="*/ 36 w 42"/>
                <a:gd name="T9" fmla="*/ 40 h 43"/>
                <a:gd name="T10" fmla="*/ 33 w 42"/>
                <a:gd name="T11" fmla="*/ 10 h 43"/>
              </a:gdLst>
              <a:ahLst/>
              <a:cxnLst>
                <a:cxn ang="0">
                  <a:pos x="T0" y="T1"/>
                </a:cxn>
                <a:cxn ang="0">
                  <a:pos x="T2" y="T3"/>
                </a:cxn>
                <a:cxn ang="0">
                  <a:pos x="T4" y="T5"/>
                </a:cxn>
                <a:cxn ang="0">
                  <a:pos x="T6" y="T7"/>
                </a:cxn>
                <a:cxn ang="0">
                  <a:pos x="T8" y="T9"/>
                </a:cxn>
                <a:cxn ang="0">
                  <a:pos x="T10" y="T11"/>
                </a:cxn>
              </a:cxnLst>
              <a:rect l="0" t="0" r="r" b="b"/>
              <a:pathLst>
                <a:path w="42" h="43">
                  <a:moveTo>
                    <a:pt x="33" y="10"/>
                  </a:moveTo>
                  <a:cubicBezTo>
                    <a:pt x="24" y="2"/>
                    <a:pt x="12" y="0"/>
                    <a:pt x="2" y="6"/>
                  </a:cubicBezTo>
                  <a:cubicBezTo>
                    <a:pt x="0" y="8"/>
                    <a:pt x="0" y="11"/>
                    <a:pt x="2" y="13"/>
                  </a:cubicBezTo>
                  <a:cubicBezTo>
                    <a:pt x="29" y="41"/>
                    <a:pt x="29" y="41"/>
                    <a:pt x="29" y="41"/>
                  </a:cubicBezTo>
                  <a:cubicBezTo>
                    <a:pt x="31" y="43"/>
                    <a:pt x="34" y="42"/>
                    <a:pt x="36" y="40"/>
                  </a:cubicBezTo>
                  <a:cubicBezTo>
                    <a:pt x="42" y="31"/>
                    <a:pt x="41" y="18"/>
                    <a:pt x="33" y="10"/>
                  </a:cubicBezTo>
                  <a:close/>
                </a:path>
              </a:pathLst>
            </a:custGeom>
            <a:grp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3" name="Freeform 32"/>
            <p:cNvSpPr>
              <a:spLocks noEditPoints="1"/>
            </p:cNvSpPr>
            <p:nvPr/>
          </p:nvSpPr>
          <p:spPr bwMode="auto">
            <a:xfrm>
              <a:off x="6269038" y="4129088"/>
              <a:ext cx="481013" cy="492125"/>
            </a:xfrm>
            <a:custGeom>
              <a:avLst/>
              <a:gdLst>
                <a:gd name="T0" fmla="*/ 116 w 128"/>
                <a:gd name="T1" fmla="*/ 99 h 131"/>
                <a:gd name="T2" fmla="*/ 128 w 128"/>
                <a:gd name="T3" fmla="*/ 63 h 131"/>
                <a:gd name="T4" fmla="*/ 65 w 128"/>
                <a:gd name="T5" fmla="*/ 0 h 131"/>
                <a:gd name="T6" fmla="*/ 64 w 128"/>
                <a:gd name="T7" fmla="*/ 0 h 131"/>
                <a:gd name="T8" fmla="*/ 2 w 128"/>
                <a:gd name="T9" fmla="*/ 63 h 131"/>
                <a:gd name="T10" fmla="*/ 13 w 128"/>
                <a:gd name="T11" fmla="*/ 97 h 131"/>
                <a:gd name="T12" fmla="*/ 2 w 128"/>
                <a:gd name="T13" fmla="*/ 119 h 131"/>
                <a:gd name="T14" fmla="*/ 6 w 128"/>
                <a:gd name="T15" fmla="*/ 130 h 131"/>
                <a:gd name="T16" fmla="*/ 10 w 128"/>
                <a:gd name="T17" fmla="*/ 131 h 131"/>
                <a:gd name="T18" fmla="*/ 17 w 128"/>
                <a:gd name="T19" fmla="*/ 126 h 131"/>
                <a:gd name="T20" fmla="*/ 25 w 128"/>
                <a:gd name="T21" fmla="*/ 111 h 131"/>
                <a:gd name="T22" fmla="*/ 64 w 128"/>
                <a:gd name="T23" fmla="*/ 125 h 131"/>
                <a:gd name="T24" fmla="*/ 65 w 128"/>
                <a:gd name="T25" fmla="*/ 125 h 131"/>
                <a:gd name="T26" fmla="*/ 103 w 128"/>
                <a:gd name="T27" fmla="*/ 112 h 131"/>
                <a:gd name="T28" fmla="*/ 110 w 128"/>
                <a:gd name="T29" fmla="*/ 126 h 131"/>
                <a:gd name="T30" fmla="*/ 118 w 128"/>
                <a:gd name="T31" fmla="*/ 131 h 131"/>
                <a:gd name="T32" fmla="*/ 122 w 128"/>
                <a:gd name="T33" fmla="*/ 130 h 131"/>
                <a:gd name="T34" fmla="*/ 126 w 128"/>
                <a:gd name="T35" fmla="*/ 119 h 131"/>
                <a:gd name="T36" fmla="*/ 116 w 128"/>
                <a:gd name="T37" fmla="*/ 99 h 131"/>
                <a:gd name="T38" fmla="*/ 65 w 128"/>
                <a:gd name="T39" fmla="*/ 109 h 131"/>
                <a:gd name="T40" fmla="*/ 64 w 128"/>
                <a:gd name="T41" fmla="*/ 109 h 131"/>
                <a:gd name="T42" fmla="*/ 19 w 128"/>
                <a:gd name="T43" fmla="*/ 63 h 131"/>
                <a:gd name="T44" fmla="*/ 64 w 128"/>
                <a:gd name="T45" fmla="*/ 17 h 131"/>
                <a:gd name="T46" fmla="*/ 65 w 128"/>
                <a:gd name="T47" fmla="*/ 17 h 131"/>
                <a:gd name="T48" fmla="*/ 111 w 128"/>
                <a:gd name="T49" fmla="*/ 63 h 131"/>
                <a:gd name="T50" fmla="*/ 65 w 128"/>
                <a:gd name="T51" fmla="*/ 109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8" h="131">
                  <a:moveTo>
                    <a:pt x="116" y="99"/>
                  </a:moveTo>
                  <a:cubicBezTo>
                    <a:pt x="123" y="89"/>
                    <a:pt x="128" y="77"/>
                    <a:pt x="128" y="63"/>
                  </a:cubicBezTo>
                  <a:cubicBezTo>
                    <a:pt x="128" y="28"/>
                    <a:pt x="100" y="0"/>
                    <a:pt x="65" y="0"/>
                  </a:cubicBezTo>
                  <a:cubicBezTo>
                    <a:pt x="65" y="0"/>
                    <a:pt x="65" y="0"/>
                    <a:pt x="64" y="0"/>
                  </a:cubicBezTo>
                  <a:cubicBezTo>
                    <a:pt x="30" y="1"/>
                    <a:pt x="2" y="29"/>
                    <a:pt x="2" y="63"/>
                  </a:cubicBezTo>
                  <a:cubicBezTo>
                    <a:pt x="2" y="76"/>
                    <a:pt x="6" y="88"/>
                    <a:pt x="13" y="97"/>
                  </a:cubicBezTo>
                  <a:cubicBezTo>
                    <a:pt x="2" y="119"/>
                    <a:pt x="2" y="119"/>
                    <a:pt x="2" y="119"/>
                  </a:cubicBezTo>
                  <a:cubicBezTo>
                    <a:pt x="0" y="123"/>
                    <a:pt x="2" y="128"/>
                    <a:pt x="6" y="130"/>
                  </a:cubicBezTo>
                  <a:cubicBezTo>
                    <a:pt x="7" y="131"/>
                    <a:pt x="8" y="131"/>
                    <a:pt x="10" y="131"/>
                  </a:cubicBezTo>
                  <a:cubicBezTo>
                    <a:pt x="13" y="131"/>
                    <a:pt x="16" y="129"/>
                    <a:pt x="17" y="126"/>
                  </a:cubicBezTo>
                  <a:cubicBezTo>
                    <a:pt x="25" y="111"/>
                    <a:pt x="25" y="111"/>
                    <a:pt x="25" y="111"/>
                  </a:cubicBezTo>
                  <a:cubicBezTo>
                    <a:pt x="36" y="120"/>
                    <a:pt x="49" y="125"/>
                    <a:pt x="64" y="125"/>
                  </a:cubicBezTo>
                  <a:cubicBezTo>
                    <a:pt x="65" y="125"/>
                    <a:pt x="65" y="125"/>
                    <a:pt x="65" y="125"/>
                  </a:cubicBezTo>
                  <a:cubicBezTo>
                    <a:pt x="79" y="125"/>
                    <a:pt x="93" y="121"/>
                    <a:pt x="103" y="112"/>
                  </a:cubicBezTo>
                  <a:cubicBezTo>
                    <a:pt x="110" y="126"/>
                    <a:pt x="110" y="126"/>
                    <a:pt x="110" y="126"/>
                  </a:cubicBezTo>
                  <a:cubicBezTo>
                    <a:pt x="112" y="129"/>
                    <a:pt x="115" y="131"/>
                    <a:pt x="118" y="131"/>
                  </a:cubicBezTo>
                  <a:cubicBezTo>
                    <a:pt x="119" y="131"/>
                    <a:pt x="121" y="131"/>
                    <a:pt x="122" y="130"/>
                  </a:cubicBezTo>
                  <a:cubicBezTo>
                    <a:pt x="126" y="128"/>
                    <a:pt x="128" y="123"/>
                    <a:pt x="126" y="119"/>
                  </a:cubicBezTo>
                  <a:lnTo>
                    <a:pt x="116" y="99"/>
                  </a:lnTo>
                  <a:close/>
                  <a:moveTo>
                    <a:pt x="65" y="109"/>
                  </a:moveTo>
                  <a:cubicBezTo>
                    <a:pt x="65" y="109"/>
                    <a:pt x="65" y="109"/>
                    <a:pt x="64" y="109"/>
                  </a:cubicBezTo>
                  <a:cubicBezTo>
                    <a:pt x="39" y="108"/>
                    <a:pt x="19" y="88"/>
                    <a:pt x="19" y="63"/>
                  </a:cubicBezTo>
                  <a:cubicBezTo>
                    <a:pt x="19" y="38"/>
                    <a:pt x="39" y="18"/>
                    <a:pt x="64" y="17"/>
                  </a:cubicBezTo>
                  <a:cubicBezTo>
                    <a:pt x="65" y="17"/>
                    <a:pt x="65" y="17"/>
                    <a:pt x="65" y="17"/>
                  </a:cubicBezTo>
                  <a:cubicBezTo>
                    <a:pt x="90" y="17"/>
                    <a:pt x="111" y="38"/>
                    <a:pt x="111" y="63"/>
                  </a:cubicBezTo>
                  <a:cubicBezTo>
                    <a:pt x="111" y="88"/>
                    <a:pt x="90" y="109"/>
                    <a:pt x="65" y="109"/>
                  </a:cubicBezTo>
                  <a:close/>
                </a:path>
              </a:pathLst>
            </a:custGeom>
            <a:grp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4" name="Freeform 33"/>
            <p:cNvSpPr>
              <a:spLocks/>
            </p:cNvSpPr>
            <p:nvPr/>
          </p:nvSpPr>
          <p:spPr bwMode="auto">
            <a:xfrm>
              <a:off x="6416676" y="4279900"/>
              <a:ext cx="115888" cy="198438"/>
            </a:xfrm>
            <a:custGeom>
              <a:avLst/>
              <a:gdLst>
                <a:gd name="T0" fmla="*/ 26 w 31"/>
                <a:gd name="T1" fmla="*/ 0 h 53"/>
                <a:gd name="T2" fmla="*/ 25 w 31"/>
                <a:gd name="T3" fmla="*/ 0 h 53"/>
                <a:gd name="T4" fmla="*/ 21 w 31"/>
                <a:gd name="T5" fmla="*/ 4 h 53"/>
                <a:gd name="T6" fmla="*/ 21 w 31"/>
                <a:gd name="T7" fmla="*/ 23 h 53"/>
                <a:gd name="T8" fmla="*/ 2 w 31"/>
                <a:gd name="T9" fmla="*/ 45 h 53"/>
                <a:gd name="T10" fmla="*/ 2 w 31"/>
                <a:gd name="T11" fmla="*/ 52 h 53"/>
                <a:gd name="T12" fmla="*/ 5 w 31"/>
                <a:gd name="T13" fmla="*/ 53 h 53"/>
                <a:gd name="T14" fmla="*/ 9 w 31"/>
                <a:gd name="T15" fmla="*/ 52 h 53"/>
                <a:gd name="T16" fmla="*/ 25 w 31"/>
                <a:gd name="T17" fmla="*/ 33 h 53"/>
                <a:gd name="T18" fmla="*/ 29 w 31"/>
                <a:gd name="T19" fmla="*/ 28 h 53"/>
                <a:gd name="T20" fmla="*/ 31 w 31"/>
                <a:gd name="T21" fmla="*/ 25 h 53"/>
                <a:gd name="T22" fmla="*/ 31 w 31"/>
                <a:gd name="T23" fmla="*/ 4 h 53"/>
                <a:gd name="T24" fmla="*/ 26 w 31"/>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53">
                  <a:moveTo>
                    <a:pt x="26" y="0"/>
                  </a:moveTo>
                  <a:cubicBezTo>
                    <a:pt x="26" y="0"/>
                    <a:pt x="26" y="0"/>
                    <a:pt x="25" y="0"/>
                  </a:cubicBezTo>
                  <a:cubicBezTo>
                    <a:pt x="23" y="0"/>
                    <a:pt x="21" y="2"/>
                    <a:pt x="21" y="4"/>
                  </a:cubicBezTo>
                  <a:cubicBezTo>
                    <a:pt x="21" y="23"/>
                    <a:pt x="21" y="23"/>
                    <a:pt x="21" y="23"/>
                  </a:cubicBezTo>
                  <a:cubicBezTo>
                    <a:pt x="2" y="45"/>
                    <a:pt x="2" y="45"/>
                    <a:pt x="2" y="45"/>
                  </a:cubicBezTo>
                  <a:cubicBezTo>
                    <a:pt x="0" y="48"/>
                    <a:pt x="0" y="51"/>
                    <a:pt x="2" y="52"/>
                  </a:cubicBezTo>
                  <a:cubicBezTo>
                    <a:pt x="3" y="53"/>
                    <a:pt x="4" y="53"/>
                    <a:pt x="5" y="53"/>
                  </a:cubicBezTo>
                  <a:cubicBezTo>
                    <a:pt x="7" y="53"/>
                    <a:pt x="8" y="53"/>
                    <a:pt x="9" y="52"/>
                  </a:cubicBezTo>
                  <a:cubicBezTo>
                    <a:pt x="25" y="33"/>
                    <a:pt x="25" y="33"/>
                    <a:pt x="25" y="33"/>
                  </a:cubicBezTo>
                  <a:cubicBezTo>
                    <a:pt x="29" y="28"/>
                    <a:pt x="29" y="28"/>
                    <a:pt x="29" y="28"/>
                  </a:cubicBezTo>
                  <a:cubicBezTo>
                    <a:pt x="30" y="27"/>
                    <a:pt x="31" y="26"/>
                    <a:pt x="31" y="25"/>
                  </a:cubicBezTo>
                  <a:cubicBezTo>
                    <a:pt x="31" y="4"/>
                    <a:pt x="31" y="4"/>
                    <a:pt x="31" y="4"/>
                  </a:cubicBezTo>
                  <a:cubicBezTo>
                    <a:pt x="31" y="2"/>
                    <a:pt x="29" y="0"/>
                    <a:pt x="26" y="0"/>
                  </a:cubicBezTo>
                  <a:close/>
                </a:path>
              </a:pathLst>
            </a:custGeom>
            <a:grp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5" name="Freeform 34"/>
            <p:cNvSpPr>
              <a:spLocks/>
            </p:cNvSpPr>
            <p:nvPr/>
          </p:nvSpPr>
          <p:spPr bwMode="auto">
            <a:xfrm>
              <a:off x="6235701" y="4083050"/>
              <a:ext cx="157163" cy="161925"/>
            </a:xfrm>
            <a:custGeom>
              <a:avLst/>
              <a:gdLst>
                <a:gd name="T0" fmla="*/ 9 w 42"/>
                <a:gd name="T1" fmla="*/ 10 h 43"/>
                <a:gd name="T2" fmla="*/ 6 w 42"/>
                <a:gd name="T3" fmla="*/ 40 h 43"/>
                <a:gd name="T4" fmla="*/ 12 w 42"/>
                <a:gd name="T5" fmla="*/ 41 h 43"/>
                <a:gd name="T6" fmla="*/ 40 w 42"/>
                <a:gd name="T7" fmla="*/ 13 h 43"/>
                <a:gd name="T8" fmla="*/ 39 w 42"/>
                <a:gd name="T9" fmla="*/ 6 h 43"/>
                <a:gd name="T10" fmla="*/ 9 w 42"/>
                <a:gd name="T11" fmla="*/ 10 h 43"/>
              </a:gdLst>
              <a:ahLst/>
              <a:cxnLst>
                <a:cxn ang="0">
                  <a:pos x="T0" y="T1"/>
                </a:cxn>
                <a:cxn ang="0">
                  <a:pos x="T2" y="T3"/>
                </a:cxn>
                <a:cxn ang="0">
                  <a:pos x="T4" y="T5"/>
                </a:cxn>
                <a:cxn ang="0">
                  <a:pos x="T6" y="T7"/>
                </a:cxn>
                <a:cxn ang="0">
                  <a:pos x="T8" y="T9"/>
                </a:cxn>
                <a:cxn ang="0">
                  <a:pos x="T10" y="T11"/>
                </a:cxn>
              </a:cxnLst>
              <a:rect l="0" t="0" r="r" b="b"/>
              <a:pathLst>
                <a:path w="42" h="43">
                  <a:moveTo>
                    <a:pt x="9" y="10"/>
                  </a:moveTo>
                  <a:cubicBezTo>
                    <a:pt x="1" y="18"/>
                    <a:pt x="0" y="31"/>
                    <a:pt x="6" y="40"/>
                  </a:cubicBezTo>
                  <a:cubicBezTo>
                    <a:pt x="7" y="42"/>
                    <a:pt x="10" y="43"/>
                    <a:pt x="12" y="41"/>
                  </a:cubicBezTo>
                  <a:cubicBezTo>
                    <a:pt x="40" y="13"/>
                    <a:pt x="40" y="13"/>
                    <a:pt x="40" y="13"/>
                  </a:cubicBezTo>
                  <a:cubicBezTo>
                    <a:pt x="42" y="11"/>
                    <a:pt x="41" y="8"/>
                    <a:pt x="39" y="6"/>
                  </a:cubicBezTo>
                  <a:cubicBezTo>
                    <a:pt x="30" y="0"/>
                    <a:pt x="17" y="2"/>
                    <a:pt x="9" y="10"/>
                  </a:cubicBezTo>
                  <a:close/>
                </a:path>
              </a:pathLst>
            </a:custGeom>
            <a:grp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sp>
        <p:nvSpPr>
          <p:cNvPr id="86" name="Freeform 7"/>
          <p:cNvSpPr>
            <a:spLocks noEditPoints="1"/>
          </p:cNvSpPr>
          <p:nvPr/>
        </p:nvSpPr>
        <p:spPr bwMode="auto">
          <a:xfrm>
            <a:off x="5483038" y="3182313"/>
            <a:ext cx="213696" cy="402668"/>
          </a:xfrm>
          <a:custGeom>
            <a:avLst/>
            <a:gdLst>
              <a:gd name="T0" fmla="*/ 21 w 51"/>
              <a:gd name="T1" fmla="*/ 72 h 94"/>
              <a:gd name="T2" fmla="*/ 22 w 51"/>
              <a:gd name="T3" fmla="*/ 50 h 94"/>
              <a:gd name="T4" fmla="*/ 7 w 51"/>
              <a:gd name="T5" fmla="*/ 40 h 94"/>
              <a:gd name="T6" fmla="*/ 3 w 51"/>
              <a:gd name="T7" fmla="*/ 26 h 94"/>
              <a:gd name="T8" fmla="*/ 9 w 51"/>
              <a:gd name="T9" fmla="*/ 11 h 94"/>
              <a:gd name="T10" fmla="*/ 23 w 51"/>
              <a:gd name="T11" fmla="*/ 5 h 94"/>
              <a:gd name="T12" fmla="*/ 23 w 51"/>
              <a:gd name="T13" fmla="*/ 0 h 94"/>
              <a:gd name="T14" fmla="*/ 31 w 51"/>
              <a:gd name="T15" fmla="*/ 0 h 94"/>
              <a:gd name="T16" fmla="*/ 31 w 51"/>
              <a:gd name="T17" fmla="*/ 5 h 94"/>
              <a:gd name="T18" fmla="*/ 44 w 51"/>
              <a:gd name="T19" fmla="*/ 11 h 94"/>
              <a:gd name="T20" fmla="*/ 50 w 51"/>
              <a:gd name="T21" fmla="*/ 24 h 94"/>
              <a:gd name="T22" fmla="*/ 37 w 51"/>
              <a:gd name="T23" fmla="*/ 25 h 94"/>
              <a:gd name="T24" fmla="*/ 30 w 51"/>
              <a:gd name="T25" fmla="*/ 17 h 94"/>
              <a:gd name="T26" fmla="*/ 30 w 51"/>
              <a:gd name="T27" fmla="*/ 37 h 94"/>
              <a:gd name="T28" fmla="*/ 47 w 51"/>
              <a:gd name="T29" fmla="*/ 47 h 94"/>
              <a:gd name="T30" fmla="*/ 51 w 51"/>
              <a:gd name="T31" fmla="*/ 61 h 94"/>
              <a:gd name="T32" fmla="*/ 45 w 51"/>
              <a:gd name="T33" fmla="*/ 76 h 94"/>
              <a:gd name="T34" fmla="*/ 29 w 51"/>
              <a:gd name="T35" fmla="*/ 84 h 94"/>
              <a:gd name="T36" fmla="*/ 28 w 51"/>
              <a:gd name="T37" fmla="*/ 94 h 94"/>
              <a:gd name="T38" fmla="*/ 21 w 51"/>
              <a:gd name="T39" fmla="*/ 94 h 94"/>
              <a:gd name="T40" fmla="*/ 21 w 51"/>
              <a:gd name="T41" fmla="*/ 84 h 94"/>
              <a:gd name="T42" fmla="*/ 6 w 51"/>
              <a:gd name="T43" fmla="*/ 77 h 94"/>
              <a:gd name="T44" fmla="*/ 0 w 51"/>
              <a:gd name="T45" fmla="*/ 61 h 94"/>
              <a:gd name="T46" fmla="*/ 14 w 51"/>
              <a:gd name="T47" fmla="*/ 60 h 94"/>
              <a:gd name="T48" fmla="*/ 16 w 51"/>
              <a:gd name="T49" fmla="*/ 67 h 94"/>
              <a:gd name="T50" fmla="*/ 21 w 51"/>
              <a:gd name="T51" fmla="*/ 72 h 94"/>
              <a:gd name="T52" fmla="*/ 23 w 51"/>
              <a:gd name="T53" fmla="*/ 17 h 94"/>
              <a:gd name="T54" fmla="*/ 18 w 51"/>
              <a:gd name="T55" fmla="*/ 20 h 94"/>
              <a:gd name="T56" fmla="*/ 16 w 51"/>
              <a:gd name="T57" fmla="*/ 25 h 94"/>
              <a:gd name="T58" fmla="*/ 17 w 51"/>
              <a:gd name="T59" fmla="*/ 31 h 94"/>
              <a:gd name="T60" fmla="*/ 22 w 51"/>
              <a:gd name="T61" fmla="*/ 35 h 94"/>
              <a:gd name="T62" fmla="*/ 23 w 51"/>
              <a:gd name="T63" fmla="*/ 17 h 94"/>
              <a:gd name="T64" fmla="*/ 29 w 51"/>
              <a:gd name="T65" fmla="*/ 72 h 94"/>
              <a:gd name="T66" fmla="*/ 35 w 51"/>
              <a:gd name="T67" fmla="*/ 69 h 94"/>
              <a:gd name="T68" fmla="*/ 38 w 51"/>
              <a:gd name="T69" fmla="*/ 62 h 94"/>
              <a:gd name="T70" fmla="*/ 36 w 51"/>
              <a:gd name="T71" fmla="*/ 56 h 94"/>
              <a:gd name="T72" fmla="*/ 29 w 51"/>
              <a:gd name="T73" fmla="*/ 52 h 94"/>
              <a:gd name="T74" fmla="*/ 29 w 51"/>
              <a:gd name="T75" fmla="*/ 7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 h="94">
                <a:moveTo>
                  <a:pt x="21" y="72"/>
                </a:moveTo>
                <a:cubicBezTo>
                  <a:pt x="22" y="50"/>
                  <a:pt x="22" y="50"/>
                  <a:pt x="22" y="50"/>
                </a:cubicBezTo>
                <a:cubicBezTo>
                  <a:pt x="15" y="47"/>
                  <a:pt x="10" y="44"/>
                  <a:pt x="7" y="40"/>
                </a:cubicBezTo>
                <a:cubicBezTo>
                  <a:pt x="4" y="36"/>
                  <a:pt x="3" y="31"/>
                  <a:pt x="3" y="26"/>
                </a:cubicBezTo>
                <a:cubicBezTo>
                  <a:pt x="3" y="20"/>
                  <a:pt x="5" y="15"/>
                  <a:pt x="9" y="11"/>
                </a:cubicBezTo>
                <a:cubicBezTo>
                  <a:pt x="12" y="8"/>
                  <a:pt x="17" y="6"/>
                  <a:pt x="23" y="5"/>
                </a:cubicBezTo>
                <a:cubicBezTo>
                  <a:pt x="23" y="0"/>
                  <a:pt x="23" y="0"/>
                  <a:pt x="23" y="0"/>
                </a:cubicBezTo>
                <a:cubicBezTo>
                  <a:pt x="31" y="0"/>
                  <a:pt x="31" y="0"/>
                  <a:pt x="31" y="0"/>
                </a:cubicBezTo>
                <a:cubicBezTo>
                  <a:pt x="31" y="5"/>
                  <a:pt x="31" y="5"/>
                  <a:pt x="31" y="5"/>
                </a:cubicBezTo>
                <a:cubicBezTo>
                  <a:pt x="36" y="6"/>
                  <a:pt x="41" y="8"/>
                  <a:pt x="44" y="11"/>
                </a:cubicBezTo>
                <a:cubicBezTo>
                  <a:pt x="47" y="15"/>
                  <a:pt x="49" y="19"/>
                  <a:pt x="50" y="24"/>
                </a:cubicBezTo>
                <a:cubicBezTo>
                  <a:pt x="37" y="25"/>
                  <a:pt x="37" y="25"/>
                  <a:pt x="37" y="25"/>
                </a:cubicBezTo>
                <a:cubicBezTo>
                  <a:pt x="36" y="21"/>
                  <a:pt x="34" y="18"/>
                  <a:pt x="30" y="17"/>
                </a:cubicBezTo>
                <a:cubicBezTo>
                  <a:pt x="30" y="37"/>
                  <a:pt x="30" y="37"/>
                  <a:pt x="30" y="37"/>
                </a:cubicBezTo>
                <a:cubicBezTo>
                  <a:pt x="38" y="40"/>
                  <a:pt x="44" y="43"/>
                  <a:pt x="47" y="47"/>
                </a:cubicBezTo>
                <a:cubicBezTo>
                  <a:pt x="50" y="50"/>
                  <a:pt x="51" y="55"/>
                  <a:pt x="51" y="61"/>
                </a:cubicBezTo>
                <a:cubicBezTo>
                  <a:pt x="51" y="67"/>
                  <a:pt x="49" y="72"/>
                  <a:pt x="45" y="76"/>
                </a:cubicBezTo>
                <a:cubicBezTo>
                  <a:pt x="41" y="81"/>
                  <a:pt x="36" y="83"/>
                  <a:pt x="29" y="84"/>
                </a:cubicBezTo>
                <a:cubicBezTo>
                  <a:pt x="28" y="94"/>
                  <a:pt x="28" y="94"/>
                  <a:pt x="28" y="94"/>
                </a:cubicBezTo>
                <a:cubicBezTo>
                  <a:pt x="21" y="94"/>
                  <a:pt x="21" y="94"/>
                  <a:pt x="21" y="94"/>
                </a:cubicBezTo>
                <a:cubicBezTo>
                  <a:pt x="21" y="84"/>
                  <a:pt x="21" y="84"/>
                  <a:pt x="21" y="84"/>
                </a:cubicBezTo>
                <a:cubicBezTo>
                  <a:pt x="15" y="83"/>
                  <a:pt x="10" y="81"/>
                  <a:pt x="6" y="77"/>
                </a:cubicBezTo>
                <a:cubicBezTo>
                  <a:pt x="3" y="73"/>
                  <a:pt x="1" y="68"/>
                  <a:pt x="0" y="61"/>
                </a:cubicBezTo>
                <a:cubicBezTo>
                  <a:pt x="14" y="60"/>
                  <a:pt x="14" y="60"/>
                  <a:pt x="14" y="60"/>
                </a:cubicBezTo>
                <a:cubicBezTo>
                  <a:pt x="14" y="62"/>
                  <a:pt x="15" y="65"/>
                  <a:pt x="16" y="67"/>
                </a:cubicBezTo>
                <a:cubicBezTo>
                  <a:pt x="18" y="69"/>
                  <a:pt x="19" y="71"/>
                  <a:pt x="21" y="72"/>
                </a:cubicBezTo>
                <a:close/>
                <a:moveTo>
                  <a:pt x="23" y="17"/>
                </a:moveTo>
                <a:cubicBezTo>
                  <a:pt x="21" y="17"/>
                  <a:pt x="19" y="18"/>
                  <a:pt x="18" y="20"/>
                </a:cubicBezTo>
                <a:cubicBezTo>
                  <a:pt x="16" y="22"/>
                  <a:pt x="16" y="23"/>
                  <a:pt x="16" y="25"/>
                </a:cubicBezTo>
                <a:cubicBezTo>
                  <a:pt x="16" y="27"/>
                  <a:pt x="16" y="29"/>
                  <a:pt x="17" y="31"/>
                </a:cubicBezTo>
                <a:cubicBezTo>
                  <a:pt x="18" y="32"/>
                  <a:pt x="20" y="34"/>
                  <a:pt x="22" y="35"/>
                </a:cubicBezTo>
                <a:lnTo>
                  <a:pt x="23" y="17"/>
                </a:lnTo>
                <a:close/>
                <a:moveTo>
                  <a:pt x="29" y="72"/>
                </a:moveTo>
                <a:cubicBezTo>
                  <a:pt x="32" y="72"/>
                  <a:pt x="34" y="71"/>
                  <a:pt x="35" y="69"/>
                </a:cubicBezTo>
                <a:cubicBezTo>
                  <a:pt x="37" y="67"/>
                  <a:pt x="38" y="65"/>
                  <a:pt x="38" y="62"/>
                </a:cubicBezTo>
                <a:cubicBezTo>
                  <a:pt x="38" y="60"/>
                  <a:pt x="38" y="58"/>
                  <a:pt x="36" y="56"/>
                </a:cubicBezTo>
                <a:cubicBezTo>
                  <a:pt x="35" y="54"/>
                  <a:pt x="33" y="53"/>
                  <a:pt x="29" y="52"/>
                </a:cubicBezTo>
                <a:lnTo>
                  <a:pt x="29" y="7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7" name="Freeform 11"/>
          <p:cNvSpPr>
            <a:spLocks noEditPoints="1"/>
          </p:cNvSpPr>
          <p:nvPr/>
        </p:nvSpPr>
        <p:spPr bwMode="auto">
          <a:xfrm>
            <a:off x="5447360" y="4493309"/>
            <a:ext cx="292301" cy="353344"/>
          </a:xfrm>
          <a:custGeom>
            <a:avLst/>
            <a:gdLst>
              <a:gd name="T0" fmla="*/ 186 w 498"/>
              <a:gd name="T1" fmla="*/ 490 h 602"/>
              <a:gd name="T2" fmla="*/ 412 w 498"/>
              <a:gd name="T3" fmla="*/ 138 h 602"/>
              <a:gd name="T4" fmla="*/ 422 w 498"/>
              <a:gd name="T5" fmla="*/ 150 h 602"/>
              <a:gd name="T6" fmla="*/ 440 w 498"/>
              <a:gd name="T7" fmla="*/ 180 h 602"/>
              <a:gd name="T8" fmla="*/ 192 w 498"/>
              <a:gd name="T9" fmla="*/ 516 h 602"/>
              <a:gd name="T10" fmla="*/ 102 w 498"/>
              <a:gd name="T11" fmla="*/ 550 h 602"/>
              <a:gd name="T12" fmla="*/ 62 w 498"/>
              <a:gd name="T13" fmla="*/ 568 h 602"/>
              <a:gd name="T14" fmla="*/ 42 w 498"/>
              <a:gd name="T15" fmla="*/ 572 h 602"/>
              <a:gd name="T16" fmla="*/ 38 w 498"/>
              <a:gd name="T17" fmla="*/ 570 h 602"/>
              <a:gd name="T18" fmla="*/ 32 w 498"/>
              <a:gd name="T19" fmla="*/ 560 h 602"/>
              <a:gd name="T20" fmla="*/ 30 w 498"/>
              <a:gd name="T21" fmla="*/ 536 h 602"/>
              <a:gd name="T22" fmla="*/ 32 w 498"/>
              <a:gd name="T23" fmla="*/ 502 h 602"/>
              <a:gd name="T24" fmla="*/ 34 w 498"/>
              <a:gd name="T25" fmla="*/ 502 h 602"/>
              <a:gd name="T26" fmla="*/ 34 w 498"/>
              <a:gd name="T27" fmla="*/ 500 h 602"/>
              <a:gd name="T28" fmla="*/ 48 w 498"/>
              <a:gd name="T29" fmla="*/ 500 h 602"/>
              <a:gd name="T30" fmla="*/ 56 w 498"/>
              <a:gd name="T31" fmla="*/ 504 h 602"/>
              <a:gd name="T32" fmla="*/ 76 w 498"/>
              <a:gd name="T33" fmla="*/ 516 h 602"/>
              <a:gd name="T34" fmla="*/ 90 w 498"/>
              <a:gd name="T35" fmla="*/ 530 h 602"/>
              <a:gd name="T36" fmla="*/ 100 w 498"/>
              <a:gd name="T37" fmla="*/ 540 h 602"/>
              <a:gd name="T38" fmla="*/ 102 w 498"/>
              <a:gd name="T39" fmla="*/ 550 h 602"/>
              <a:gd name="T40" fmla="*/ 288 w 498"/>
              <a:gd name="T41" fmla="*/ 72 h 602"/>
              <a:gd name="T42" fmla="*/ 308 w 498"/>
              <a:gd name="T43" fmla="*/ 76 h 602"/>
              <a:gd name="T44" fmla="*/ 334 w 498"/>
              <a:gd name="T45" fmla="*/ 86 h 602"/>
              <a:gd name="T46" fmla="*/ 70 w 498"/>
              <a:gd name="T47" fmla="*/ 396 h 602"/>
              <a:gd name="T48" fmla="*/ 288 w 498"/>
              <a:gd name="T49" fmla="*/ 72 h 602"/>
              <a:gd name="T50" fmla="*/ 130 w 498"/>
              <a:gd name="T51" fmla="*/ 480 h 602"/>
              <a:gd name="T52" fmla="*/ 130 w 498"/>
              <a:gd name="T53" fmla="*/ 444 h 602"/>
              <a:gd name="T54" fmla="*/ 130 w 498"/>
              <a:gd name="T55" fmla="*/ 442 h 602"/>
              <a:gd name="T56" fmla="*/ 118 w 498"/>
              <a:gd name="T57" fmla="*/ 442 h 602"/>
              <a:gd name="T58" fmla="*/ 356 w 498"/>
              <a:gd name="T59" fmla="*/ 96 h 602"/>
              <a:gd name="T60" fmla="*/ 378 w 498"/>
              <a:gd name="T61" fmla="*/ 108 h 602"/>
              <a:gd name="T62" fmla="*/ 396 w 498"/>
              <a:gd name="T63" fmla="*/ 122 h 602"/>
              <a:gd name="T64" fmla="*/ 130 w 498"/>
              <a:gd name="T65" fmla="*/ 480 h 602"/>
              <a:gd name="T66" fmla="*/ 432 w 498"/>
              <a:gd name="T67" fmla="*/ 38 h 602"/>
              <a:gd name="T68" fmla="*/ 388 w 498"/>
              <a:gd name="T69" fmla="*/ 14 h 602"/>
              <a:gd name="T70" fmla="*/ 350 w 498"/>
              <a:gd name="T71" fmla="*/ 2 h 602"/>
              <a:gd name="T72" fmla="*/ 322 w 498"/>
              <a:gd name="T73" fmla="*/ 0 h 602"/>
              <a:gd name="T74" fmla="*/ 308 w 498"/>
              <a:gd name="T75" fmla="*/ 4 h 602"/>
              <a:gd name="T76" fmla="*/ 260 w 498"/>
              <a:gd name="T77" fmla="*/ 70 h 602"/>
              <a:gd name="T78" fmla="*/ 8 w 498"/>
              <a:gd name="T79" fmla="*/ 408 h 602"/>
              <a:gd name="T80" fmla="*/ 2 w 498"/>
              <a:gd name="T81" fmla="*/ 450 h 602"/>
              <a:gd name="T82" fmla="*/ 0 w 498"/>
              <a:gd name="T83" fmla="*/ 516 h 602"/>
              <a:gd name="T84" fmla="*/ 0 w 498"/>
              <a:gd name="T85" fmla="*/ 538 h 602"/>
              <a:gd name="T86" fmla="*/ 6 w 498"/>
              <a:gd name="T87" fmla="*/ 578 h 602"/>
              <a:gd name="T88" fmla="*/ 12 w 498"/>
              <a:gd name="T89" fmla="*/ 598 h 602"/>
              <a:gd name="T90" fmla="*/ 14 w 498"/>
              <a:gd name="T91" fmla="*/ 602 h 602"/>
              <a:gd name="T92" fmla="*/ 24 w 498"/>
              <a:gd name="T93" fmla="*/ 602 h 602"/>
              <a:gd name="T94" fmla="*/ 62 w 498"/>
              <a:gd name="T95" fmla="*/ 596 h 602"/>
              <a:gd name="T96" fmla="*/ 448 w 498"/>
              <a:gd name="T97" fmla="*/ 210 h 602"/>
              <a:gd name="T98" fmla="*/ 478 w 498"/>
              <a:gd name="T99" fmla="*/ 168 h 602"/>
              <a:gd name="T100" fmla="*/ 496 w 498"/>
              <a:gd name="T101" fmla="*/ 144 h 602"/>
              <a:gd name="T102" fmla="*/ 498 w 498"/>
              <a:gd name="T103" fmla="*/ 128 h 602"/>
              <a:gd name="T104" fmla="*/ 488 w 498"/>
              <a:gd name="T105" fmla="*/ 100 h 602"/>
              <a:gd name="T106" fmla="*/ 466 w 498"/>
              <a:gd name="T107" fmla="*/ 68 h 602"/>
              <a:gd name="T108" fmla="*/ 432 w 498"/>
              <a:gd name="T109" fmla="*/ 38 h 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98" h="602">
                <a:moveTo>
                  <a:pt x="192" y="516"/>
                </a:moveTo>
                <a:lnTo>
                  <a:pt x="186" y="490"/>
                </a:lnTo>
                <a:lnTo>
                  <a:pt x="144" y="500"/>
                </a:lnTo>
                <a:lnTo>
                  <a:pt x="412" y="138"/>
                </a:lnTo>
                <a:lnTo>
                  <a:pt x="412" y="138"/>
                </a:lnTo>
                <a:lnTo>
                  <a:pt x="422" y="150"/>
                </a:lnTo>
                <a:lnTo>
                  <a:pt x="428" y="160"/>
                </a:lnTo>
                <a:lnTo>
                  <a:pt x="440" y="180"/>
                </a:lnTo>
                <a:lnTo>
                  <a:pt x="192" y="516"/>
                </a:lnTo>
                <a:lnTo>
                  <a:pt x="192" y="516"/>
                </a:lnTo>
                <a:close/>
                <a:moveTo>
                  <a:pt x="102" y="550"/>
                </a:moveTo>
                <a:lnTo>
                  <a:pt x="102" y="550"/>
                </a:lnTo>
                <a:lnTo>
                  <a:pt x="80" y="560"/>
                </a:lnTo>
                <a:lnTo>
                  <a:pt x="62" y="568"/>
                </a:lnTo>
                <a:lnTo>
                  <a:pt x="52" y="570"/>
                </a:lnTo>
                <a:lnTo>
                  <a:pt x="42" y="572"/>
                </a:lnTo>
                <a:lnTo>
                  <a:pt x="42" y="572"/>
                </a:lnTo>
                <a:lnTo>
                  <a:pt x="38" y="570"/>
                </a:lnTo>
                <a:lnTo>
                  <a:pt x="36" y="568"/>
                </a:lnTo>
                <a:lnTo>
                  <a:pt x="32" y="560"/>
                </a:lnTo>
                <a:lnTo>
                  <a:pt x="32" y="550"/>
                </a:lnTo>
                <a:lnTo>
                  <a:pt x="30" y="536"/>
                </a:lnTo>
                <a:lnTo>
                  <a:pt x="32" y="512"/>
                </a:lnTo>
                <a:lnTo>
                  <a:pt x="32" y="502"/>
                </a:lnTo>
                <a:lnTo>
                  <a:pt x="34" y="502"/>
                </a:lnTo>
                <a:lnTo>
                  <a:pt x="34" y="502"/>
                </a:lnTo>
                <a:lnTo>
                  <a:pt x="34" y="500"/>
                </a:lnTo>
                <a:lnTo>
                  <a:pt x="34" y="500"/>
                </a:lnTo>
                <a:lnTo>
                  <a:pt x="40" y="500"/>
                </a:lnTo>
                <a:lnTo>
                  <a:pt x="48" y="500"/>
                </a:lnTo>
                <a:lnTo>
                  <a:pt x="56" y="504"/>
                </a:lnTo>
                <a:lnTo>
                  <a:pt x="56" y="504"/>
                </a:lnTo>
                <a:lnTo>
                  <a:pt x="66" y="508"/>
                </a:lnTo>
                <a:lnTo>
                  <a:pt x="76" y="516"/>
                </a:lnTo>
                <a:lnTo>
                  <a:pt x="76" y="516"/>
                </a:lnTo>
                <a:lnTo>
                  <a:pt x="90" y="530"/>
                </a:lnTo>
                <a:lnTo>
                  <a:pt x="100" y="540"/>
                </a:lnTo>
                <a:lnTo>
                  <a:pt x="100" y="540"/>
                </a:lnTo>
                <a:lnTo>
                  <a:pt x="102" y="546"/>
                </a:lnTo>
                <a:lnTo>
                  <a:pt x="102" y="550"/>
                </a:lnTo>
                <a:lnTo>
                  <a:pt x="102" y="550"/>
                </a:lnTo>
                <a:close/>
                <a:moveTo>
                  <a:pt x="288" y="72"/>
                </a:moveTo>
                <a:lnTo>
                  <a:pt x="288" y="72"/>
                </a:lnTo>
                <a:lnTo>
                  <a:pt x="308" y="76"/>
                </a:lnTo>
                <a:lnTo>
                  <a:pt x="334" y="84"/>
                </a:lnTo>
                <a:lnTo>
                  <a:pt x="334" y="86"/>
                </a:lnTo>
                <a:lnTo>
                  <a:pt x="70" y="444"/>
                </a:lnTo>
                <a:lnTo>
                  <a:pt x="70" y="396"/>
                </a:lnTo>
                <a:lnTo>
                  <a:pt x="46" y="398"/>
                </a:lnTo>
                <a:lnTo>
                  <a:pt x="288" y="72"/>
                </a:lnTo>
                <a:lnTo>
                  <a:pt x="288" y="72"/>
                </a:lnTo>
                <a:close/>
                <a:moveTo>
                  <a:pt x="130" y="480"/>
                </a:moveTo>
                <a:lnTo>
                  <a:pt x="130" y="480"/>
                </a:lnTo>
                <a:lnTo>
                  <a:pt x="130" y="444"/>
                </a:lnTo>
                <a:lnTo>
                  <a:pt x="130" y="444"/>
                </a:lnTo>
                <a:lnTo>
                  <a:pt x="130" y="442"/>
                </a:lnTo>
                <a:lnTo>
                  <a:pt x="126" y="442"/>
                </a:lnTo>
                <a:lnTo>
                  <a:pt x="118" y="442"/>
                </a:lnTo>
                <a:lnTo>
                  <a:pt x="92" y="452"/>
                </a:lnTo>
                <a:lnTo>
                  <a:pt x="356" y="96"/>
                </a:lnTo>
                <a:lnTo>
                  <a:pt x="356" y="96"/>
                </a:lnTo>
                <a:lnTo>
                  <a:pt x="378" y="108"/>
                </a:lnTo>
                <a:lnTo>
                  <a:pt x="378" y="108"/>
                </a:lnTo>
                <a:lnTo>
                  <a:pt x="396" y="122"/>
                </a:lnTo>
                <a:lnTo>
                  <a:pt x="130" y="480"/>
                </a:lnTo>
                <a:lnTo>
                  <a:pt x="130" y="480"/>
                </a:lnTo>
                <a:close/>
                <a:moveTo>
                  <a:pt x="432" y="38"/>
                </a:moveTo>
                <a:lnTo>
                  <a:pt x="432" y="38"/>
                </a:lnTo>
                <a:lnTo>
                  <a:pt x="410" y="24"/>
                </a:lnTo>
                <a:lnTo>
                  <a:pt x="388" y="14"/>
                </a:lnTo>
                <a:lnTo>
                  <a:pt x="368" y="6"/>
                </a:lnTo>
                <a:lnTo>
                  <a:pt x="350" y="2"/>
                </a:lnTo>
                <a:lnTo>
                  <a:pt x="334" y="0"/>
                </a:lnTo>
                <a:lnTo>
                  <a:pt x="322" y="0"/>
                </a:lnTo>
                <a:lnTo>
                  <a:pt x="314" y="0"/>
                </a:lnTo>
                <a:lnTo>
                  <a:pt x="308" y="4"/>
                </a:lnTo>
                <a:lnTo>
                  <a:pt x="290" y="28"/>
                </a:lnTo>
                <a:lnTo>
                  <a:pt x="260" y="70"/>
                </a:lnTo>
                <a:lnTo>
                  <a:pt x="16" y="398"/>
                </a:lnTo>
                <a:lnTo>
                  <a:pt x="8" y="408"/>
                </a:lnTo>
                <a:lnTo>
                  <a:pt x="8" y="408"/>
                </a:lnTo>
                <a:lnTo>
                  <a:pt x="2" y="450"/>
                </a:lnTo>
                <a:lnTo>
                  <a:pt x="0" y="492"/>
                </a:lnTo>
                <a:lnTo>
                  <a:pt x="0" y="516"/>
                </a:lnTo>
                <a:lnTo>
                  <a:pt x="0" y="538"/>
                </a:lnTo>
                <a:lnTo>
                  <a:pt x="0" y="538"/>
                </a:lnTo>
                <a:lnTo>
                  <a:pt x="2" y="560"/>
                </a:lnTo>
                <a:lnTo>
                  <a:pt x="6" y="578"/>
                </a:lnTo>
                <a:lnTo>
                  <a:pt x="10" y="594"/>
                </a:lnTo>
                <a:lnTo>
                  <a:pt x="12" y="598"/>
                </a:lnTo>
                <a:lnTo>
                  <a:pt x="14" y="602"/>
                </a:lnTo>
                <a:lnTo>
                  <a:pt x="14" y="602"/>
                </a:lnTo>
                <a:lnTo>
                  <a:pt x="18" y="602"/>
                </a:lnTo>
                <a:lnTo>
                  <a:pt x="24" y="602"/>
                </a:lnTo>
                <a:lnTo>
                  <a:pt x="40" y="600"/>
                </a:lnTo>
                <a:lnTo>
                  <a:pt x="62" y="596"/>
                </a:lnTo>
                <a:lnTo>
                  <a:pt x="196" y="548"/>
                </a:lnTo>
                <a:lnTo>
                  <a:pt x="448" y="210"/>
                </a:lnTo>
                <a:lnTo>
                  <a:pt x="452" y="204"/>
                </a:lnTo>
                <a:lnTo>
                  <a:pt x="478" y="168"/>
                </a:lnTo>
                <a:lnTo>
                  <a:pt x="496" y="144"/>
                </a:lnTo>
                <a:lnTo>
                  <a:pt x="496" y="144"/>
                </a:lnTo>
                <a:lnTo>
                  <a:pt x="498" y="138"/>
                </a:lnTo>
                <a:lnTo>
                  <a:pt x="498" y="128"/>
                </a:lnTo>
                <a:lnTo>
                  <a:pt x="494" y="114"/>
                </a:lnTo>
                <a:lnTo>
                  <a:pt x="488" y="100"/>
                </a:lnTo>
                <a:lnTo>
                  <a:pt x="478" y="84"/>
                </a:lnTo>
                <a:lnTo>
                  <a:pt x="466" y="68"/>
                </a:lnTo>
                <a:lnTo>
                  <a:pt x="450" y="52"/>
                </a:lnTo>
                <a:lnTo>
                  <a:pt x="432" y="38"/>
                </a:lnTo>
                <a:lnTo>
                  <a:pt x="432"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ko-KR" altLang="en-US" sz="1600"/>
          </a:p>
        </p:txBody>
      </p:sp>
      <p:grpSp>
        <p:nvGrpSpPr>
          <p:cNvPr id="88" name="그룹 10"/>
          <p:cNvGrpSpPr/>
          <p:nvPr/>
        </p:nvGrpSpPr>
        <p:grpSpPr>
          <a:xfrm>
            <a:off x="5850811" y="5410831"/>
            <a:ext cx="324629" cy="348515"/>
            <a:chOff x="-949325" y="1254125"/>
            <a:chExt cx="949325" cy="1019175"/>
          </a:xfrm>
          <a:solidFill>
            <a:schemeClr val="bg1"/>
          </a:solidFill>
        </p:grpSpPr>
        <p:sp>
          <p:nvSpPr>
            <p:cNvPr id="89" name="Freeform 7"/>
            <p:cNvSpPr>
              <a:spLocks/>
            </p:cNvSpPr>
            <p:nvPr/>
          </p:nvSpPr>
          <p:spPr bwMode="auto">
            <a:xfrm>
              <a:off x="-517525" y="1365250"/>
              <a:ext cx="396875" cy="231775"/>
            </a:xfrm>
            <a:custGeom>
              <a:avLst/>
              <a:gdLst>
                <a:gd name="T0" fmla="*/ 250 w 250"/>
                <a:gd name="T1" fmla="*/ 146 h 146"/>
                <a:gd name="T2" fmla="*/ 250 w 250"/>
                <a:gd name="T3" fmla="*/ 146 h 146"/>
                <a:gd name="T4" fmla="*/ 250 w 250"/>
                <a:gd name="T5" fmla="*/ 134 h 146"/>
                <a:gd name="T6" fmla="*/ 250 w 250"/>
                <a:gd name="T7" fmla="*/ 120 h 146"/>
                <a:gd name="T8" fmla="*/ 250 w 250"/>
                <a:gd name="T9" fmla="*/ 120 h 146"/>
                <a:gd name="T10" fmla="*/ 250 w 250"/>
                <a:gd name="T11" fmla="*/ 108 h 146"/>
                <a:gd name="T12" fmla="*/ 246 w 250"/>
                <a:gd name="T13" fmla="*/ 94 h 146"/>
                <a:gd name="T14" fmla="*/ 242 w 250"/>
                <a:gd name="T15" fmla="*/ 82 h 146"/>
                <a:gd name="T16" fmla="*/ 238 w 250"/>
                <a:gd name="T17" fmla="*/ 72 h 146"/>
                <a:gd name="T18" fmla="*/ 230 w 250"/>
                <a:gd name="T19" fmla="*/ 60 h 146"/>
                <a:gd name="T20" fmla="*/ 224 w 250"/>
                <a:gd name="T21" fmla="*/ 50 h 146"/>
                <a:gd name="T22" fmla="*/ 206 w 250"/>
                <a:gd name="T23" fmla="*/ 32 h 146"/>
                <a:gd name="T24" fmla="*/ 186 w 250"/>
                <a:gd name="T25" fmla="*/ 16 h 146"/>
                <a:gd name="T26" fmla="*/ 176 w 250"/>
                <a:gd name="T27" fmla="*/ 12 h 146"/>
                <a:gd name="T28" fmla="*/ 164 w 250"/>
                <a:gd name="T29" fmla="*/ 6 h 146"/>
                <a:gd name="T30" fmla="*/ 152 w 250"/>
                <a:gd name="T31" fmla="*/ 2 h 146"/>
                <a:gd name="T32" fmla="*/ 138 w 250"/>
                <a:gd name="T33" fmla="*/ 0 h 146"/>
                <a:gd name="T34" fmla="*/ 126 w 250"/>
                <a:gd name="T35" fmla="*/ 0 h 146"/>
                <a:gd name="T36" fmla="*/ 112 w 250"/>
                <a:gd name="T37" fmla="*/ 0 h 146"/>
                <a:gd name="T38" fmla="*/ 112 w 250"/>
                <a:gd name="T39" fmla="*/ 0 h 146"/>
                <a:gd name="T40" fmla="*/ 94 w 250"/>
                <a:gd name="T41" fmla="*/ 2 h 146"/>
                <a:gd name="T42" fmla="*/ 76 w 250"/>
                <a:gd name="T43" fmla="*/ 8 h 146"/>
                <a:gd name="T44" fmla="*/ 58 w 250"/>
                <a:gd name="T45" fmla="*/ 14 h 146"/>
                <a:gd name="T46" fmla="*/ 44 w 250"/>
                <a:gd name="T47" fmla="*/ 24 h 146"/>
                <a:gd name="T48" fmla="*/ 30 w 250"/>
                <a:gd name="T49" fmla="*/ 36 h 146"/>
                <a:gd name="T50" fmla="*/ 18 w 250"/>
                <a:gd name="T51" fmla="*/ 50 h 146"/>
                <a:gd name="T52" fmla="*/ 8 w 250"/>
                <a:gd name="T53" fmla="*/ 64 h 146"/>
                <a:gd name="T54" fmla="*/ 0 w 250"/>
                <a:gd name="T55" fmla="*/ 80 h 146"/>
                <a:gd name="T56" fmla="*/ 0 w 250"/>
                <a:gd name="T57" fmla="*/ 80 h 146"/>
                <a:gd name="T58" fmla="*/ 10 w 250"/>
                <a:gd name="T59" fmla="*/ 72 h 146"/>
                <a:gd name="T60" fmla="*/ 20 w 250"/>
                <a:gd name="T61" fmla="*/ 62 h 146"/>
                <a:gd name="T62" fmla="*/ 32 w 250"/>
                <a:gd name="T63" fmla="*/ 56 h 146"/>
                <a:gd name="T64" fmla="*/ 44 w 250"/>
                <a:gd name="T65" fmla="*/ 48 h 146"/>
                <a:gd name="T66" fmla="*/ 56 w 250"/>
                <a:gd name="T67" fmla="*/ 44 h 146"/>
                <a:gd name="T68" fmla="*/ 70 w 250"/>
                <a:gd name="T69" fmla="*/ 40 h 146"/>
                <a:gd name="T70" fmla="*/ 84 w 250"/>
                <a:gd name="T71" fmla="*/ 36 h 146"/>
                <a:gd name="T72" fmla="*/ 98 w 250"/>
                <a:gd name="T73" fmla="*/ 34 h 146"/>
                <a:gd name="T74" fmla="*/ 98 w 250"/>
                <a:gd name="T75" fmla="*/ 34 h 146"/>
                <a:gd name="T76" fmla="*/ 110 w 250"/>
                <a:gd name="T77" fmla="*/ 34 h 146"/>
                <a:gd name="T78" fmla="*/ 124 w 250"/>
                <a:gd name="T79" fmla="*/ 36 h 146"/>
                <a:gd name="T80" fmla="*/ 150 w 250"/>
                <a:gd name="T81" fmla="*/ 40 h 146"/>
                <a:gd name="T82" fmla="*/ 174 w 250"/>
                <a:gd name="T83" fmla="*/ 50 h 146"/>
                <a:gd name="T84" fmla="*/ 194 w 250"/>
                <a:gd name="T85" fmla="*/ 64 h 146"/>
                <a:gd name="T86" fmla="*/ 214 w 250"/>
                <a:gd name="T87" fmla="*/ 80 h 146"/>
                <a:gd name="T88" fmla="*/ 230 w 250"/>
                <a:gd name="T89" fmla="*/ 100 h 146"/>
                <a:gd name="T90" fmla="*/ 242 w 250"/>
                <a:gd name="T91" fmla="*/ 122 h 146"/>
                <a:gd name="T92" fmla="*/ 250 w 250"/>
                <a:gd name="T93" fmla="*/ 146 h 146"/>
                <a:gd name="T94" fmla="*/ 250 w 250"/>
                <a:gd name="T95"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50" h="146">
                  <a:moveTo>
                    <a:pt x="250" y="146"/>
                  </a:moveTo>
                  <a:lnTo>
                    <a:pt x="250" y="146"/>
                  </a:lnTo>
                  <a:lnTo>
                    <a:pt x="250" y="134"/>
                  </a:lnTo>
                  <a:lnTo>
                    <a:pt x="250" y="120"/>
                  </a:lnTo>
                  <a:lnTo>
                    <a:pt x="250" y="120"/>
                  </a:lnTo>
                  <a:lnTo>
                    <a:pt x="250" y="108"/>
                  </a:lnTo>
                  <a:lnTo>
                    <a:pt x="246" y="94"/>
                  </a:lnTo>
                  <a:lnTo>
                    <a:pt x="242" y="82"/>
                  </a:lnTo>
                  <a:lnTo>
                    <a:pt x="238" y="72"/>
                  </a:lnTo>
                  <a:lnTo>
                    <a:pt x="230" y="60"/>
                  </a:lnTo>
                  <a:lnTo>
                    <a:pt x="224" y="50"/>
                  </a:lnTo>
                  <a:lnTo>
                    <a:pt x="206" y="32"/>
                  </a:lnTo>
                  <a:lnTo>
                    <a:pt x="186" y="16"/>
                  </a:lnTo>
                  <a:lnTo>
                    <a:pt x="176" y="12"/>
                  </a:lnTo>
                  <a:lnTo>
                    <a:pt x="164" y="6"/>
                  </a:lnTo>
                  <a:lnTo>
                    <a:pt x="152" y="2"/>
                  </a:lnTo>
                  <a:lnTo>
                    <a:pt x="138" y="0"/>
                  </a:lnTo>
                  <a:lnTo>
                    <a:pt x="126" y="0"/>
                  </a:lnTo>
                  <a:lnTo>
                    <a:pt x="112" y="0"/>
                  </a:lnTo>
                  <a:lnTo>
                    <a:pt x="112" y="0"/>
                  </a:lnTo>
                  <a:lnTo>
                    <a:pt x="94" y="2"/>
                  </a:lnTo>
                  <a:lnTo>
                    <a:pt x="76" y="8"/>
                  </a:lnTo>
                  <a:lnTo>
                    <a:pt x="58" y="14"/>
                  </a:lnTo>
                  <a:lnTo>
                    <a:pt x="44" y="24"/>
                  </a:lnTo>
                  <a:lnTo>
                    <a:pt x="30" y="36"/>
                  </a:lnTo>
                  <a:lnTo>
                    <a:pt x="18" y="50"/>
                  </a:lnTo>
                  <a:lnTo>
                    <a:pt x="8" y="64"/>
                  </a:lnTo>
                  <a:lnTo>
                    <a:pt x="0" y="80"/>
                  </a:lnTo>
                  <a:lnTo>
                    <a:pt x="0" y="80"/>
                  </a:lnTo>
                  <a:lnTo>
                    <a:pt x="10" y="72"/>
                  </a:lnTo>
                  <a:lnTo>
                    <a:pt x="20" y="62"/>
                  </a:lnTo>
                  <a:lnTo>
                    <a:pt x="32" y="56"/>
                  </a:lnTo>
                  <a:lnTo>
                    <a:pt x="44" y="48"/>
                  </a:lnTo>
                  <a:lnTo>
                    <a:pt x="56" y="44"/>
                  </a:lnTo>
                  <a:lnTo>
                    <a:pt x="70" y="40"/>
                  </a:lnTo>
                  <a:lnTo>
                    <a:pt x="84" y="36"/>
                  </a:lnTo>
                  <a:lnTo>
                    <a:pt x="98" y="34"/>
                  </a:lnTo>
                  <a:lnTo>
                    <a:pt x="98" y="34"/>
                  </a:lnTo>
                  <a:lnTo>
                    <a:pt x="110" y="34"/>
                  </a:lnTo>
                  <a:lnTo>
                    <a:pt x="124" y="36"/>
                  </a:lnTo>
                  <a:lnTo>
                    <a:pt x="150" y="40"/>
                  </a:lnTo>
                  <a:lnTo>
                    <a:pt x="174" y="50"/>
                  </a:lnTo>
                  <a:lnTo>
                    <a:pt x="194" y="64"/>
                  </a:lnTo>
                  <a:lnTo>
                    <a:pt x="214" y="80"/>
                  </a:lnTo>
                  <a:lnTo>
                    <a:pt x="230" y="100"/>
                  </a:lnTo>
                  <a:lnTo>
                    <a:pt x="242" y="122"/>
                  </a:lnTo>
                  <a:lnTo>
                    <a:pt x="250" y="146"/>
                  </a:lnTo>
                  <a:lnTo>
                    <a:pt x="250" y="1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600"/>
            </a:p>
          </p:txBody>
        </p:sp>
        <p:sp>
          <p:nvSpPr>
            <p:cNvPr id="90" name="Freeform 8"/>
            <p:cNvSpPr>
              <a:spLocks noEditPoints="1"/>
            </p:cNvSpPr>
            <p:nvPr/>
          </p:nvSpPr>
          <p:spPr bwMode="auto">
            <a:xfrm>
              <a:off x="-949325" y="1254125"/>
              <a:ext cx="949325" cy="1019175"/>
            </a:xfrm>
            <a:custGeom>
              <a:avLst/>
              <a:gdLst>
                <a:gd name="T0" fmla="*/ 14 w 598"/>
                <a:gd name="T1" fmla="*/ 538 h 642"/>
                <a:gd name="T2" fmla="*/ 0 w 598"/>
                <a:gd name="T3" fmla="*/ 572 h 642"/>
                <a:gd name="T4" fmla="*/ 6 w 598"/>
                <a:gd name="T5" fmla="*/ 606 h 642"/>
                <a:gd name="T6" fmla="*/ 20 w 598"/>
                <a:gd name="T7" fmla="*/ 626 h 642"/>
                <a:gd name="T8" fmla="*/ 54 w 598"/>
                <a:gd name="T9" fmla="*/ 640 h 642"/>
                <a:gd name="T10" fmla="*/ 88 w 598"/>
                <a:gd name="T11" fmla="*/ 636 h 642"/>
                <a:gd name="T12" fmla="*/ 232 w 598"/>
                <a:gd name="T13" fmla="*/ 480 h 642"/>
                <a:gd name="T14" fmla="*/ 242 w 598"/>
                <a:gd name="T15" fmla="*/ 462 h 642"/>
                <a:gd name="T16" fmla="*/ 246 w 598"/>
                <a:gd name="T17" fmla="*/ 434 h 642"/>
                <a:gd name="T18" fmla="*/ 238 w 598"/>
                <a:gd name="T19" fmla="*/ 406 h 642"/>
                <a:gd name="T20" fmla="*/ 284 w 598"/>
                <a:gd name="T21" fmla="*/ 380 h 642"/>
                <a:gd name="T22" fmla="*/ 332 w 598"/>
                <a:gd name="T23" fmla="*/ 402 h 642"/>
                <a:gd name="T24" fmla="*/ 388 w 598"/>
                <a:gd name="T25" fmla="*/ 412 h 642"/>
                <a:gd name="T26" fmla="*/ 428 w 598"/>
                <a:gd name="T27" fmla="*/ 408 h 642"/>
                <a:gd name="T28" fmla="*/ 486 w 598"/>
                <a:gd name="T29" fmla="*/ 390 h 642"/>
                <a:gd name="T30" fmla="*/ 534 w 598"/>
                <a:gd name="T31" fmla="*/ 356 h 642"/>
                <a:gd name="T32" fmla="*/ 570 w 598"/>
                <a:gd name="T33" fmla="*/ 310 h 642"/>
                <a:gd name="T34" fmla="*/ 592 w 598"/>
                <a:gd name="T35" fmla="*/ 254 h 642"/>
                <a:gd name="T36" fmla="*/ 598 w 598"/>
                <a:gd name="T37" fmla="*/ 192 h 642"/>
                <a:gd name="T38" fmla="*/ 590 w 598"/>
                <a:gd name="T39" fmla="*/ 152 h 642"/>
                <a:gd name="T40" fmla="*/ 566 w 598"/>
                <a:gd name="T41" fmla="*/ 96 h 642"/>
                <a:gd name="T42" fmla="*/ 528 w 598"/>
                <a:gd name="T43" fmla="*/ 52 h 642"/>
                <a:gd name="T44" fmla="*/ 478 w 598"/>
                <a:gd name="T45" fmla="*/ 18 h 642"/>
                <a:gd name="T46" fmla="*/ 420 w 598"/>
                <a:gd name="T47" fmla="*/ 2 h 642"/>
                <a:gd name="T48" fmla="*/ 378 w 598"/>
                <a:gd name="T49" fmla="*/ 0 h 642"/>
                <a:gd name="T50" fmla="*/ 318 w 598"/>
                <a:gd name="T51" fmla="*/ 14 h 642"/>
                <a:gd name="T52" fmla="*/ 266 w 598"/>
                <a:gd name="T53" fmla="*/ 44 h 642"/>
                <a:gd name="T54" fmla="*/ 226 w 598"/>
                <a:gd name="T55" fmla="*/ 86 h 642"/>
                <a:gd name="T56" fmla="*/ 198 w 598"/>
                <a:gd name="T57" fmla="*/ 138 h 642"/>
                <a:gd name="T58" fmla="*/ 188 w 598"/>
                <a:gd name="T59" fmla="*/ 198 h 642"/>
                <a:gd name="T60" fmla="*/ 190 w 598"/>
                <a:gd name="T61" fmla="*/ 238 h 642"/>
                <a:gd name="T62" fmla="*/ 204 w 598"/>
                <a:gd name="T63" fmla="*/ 288 h 642"/>
                <a:gd name="T64" fmla="*/ 230 w 598"/>
                <a:gd name="T65" fmla="*/ 332 h 642"/>
                <a:gd name="T66" fmla="*/ 210 w 598"/>
                <a:gd name="T67" fmla="*/ 382 h 642"/>
                <a:gd name="T68" fmla="*/ 180 w 598"/>
                <a:gd name="T69" fmla="*/ 376 h 642"/>
                <a:gd name="T70" fmla="*/ 154 w 598"/>
                <a:gd name="T71" fmla="*/ 384 h 642"/>
                <a:gd name="T72" fmla="*/ 138 w 598"/>
                <a:gd name="T73" fmla="*/ 398 h 642"/>
                <a:gd name="T74" fmla="*/ 224 w 598"/>
                <a:gd name="T75" fmla="*/ 200 h 642"/>
                <a:gd name="T76" fmla="*/ 234 w 598"/>
                <a:gd name="T77" fmla="*/ 150 h 642"/>
                <a:gd name="T78" fmla="*/ 256 w 598"/>
                <a:gd name="T79" fmla="*/ 108 h 642"/>
                <a:gd name="T80" fmla="*/ 290 w 598"/>
                <a:gd name="T81" fmla="*/ 72 h 642"/>
                <a:gd name="T82" fmla="*/ 332 w 598"/>
                <a:gd name="T83" fmla="*/ 48 h 642"/>
                <a:gd name="T84" fmla="*/ 382 w 598"/>
                <a:gd name="T85" fmla="*/ 38 h 642"/>
                <a:gd name="T86" fmla="*/ 416 w 598"/>
                <a:gd name="T87" fmla="*/ 40 h 642"/>
                <a:gd name="T88" fmla="*/ 462 w 598"/>
                <a:gd name="T89" fmla="*/ 52 h 642"/>
                <a:gd name="T90" fmla="*/ 504 w 598"/>
                <a:gd name="T91" fmla="*/ 80 h 642"/>
                <a:gd name="T92" fmla="*/ 534 w 598"/>
                <a:gd name="T93" fmla="*/ 116 h 642"/>
                <a:gd name="T94" fmla="*/ 554 w 598"/>
                <a:gd name="T95" fmla="*/ 160 h 642"/>
                <a:gd name="T96" fmla="*/ 560 w 598"/>
                <a:gd name="T97" fmla="*/ 194 h 642"/>
                <a:gd name="T98" fmla="*/ 556 w 598"/>
                <a:gd name="T99" fmla="*/ 246 h 642"/>
                <a:gd name="T100" fmla="*/ 538 w 598"/>
                <a:gd name="T101" fmla="*/ 290 h 642"/>
                <a:gd name="T102" fmla="*/ 508 w 598"/>
                <a:gd name="T103" fmla="*/ 328 h 642"/>
                <a:gd name="T104" fmla="*/ 468 w 598"/>
                <a:gd name="T105" fmla="*/ 356 h 642"/>
                <a:gd name="T106" fmla="*/ 420 w 598"/>
                <a:gd name="T107" fmla="*/ 372 h 642"/>
                <a:gd name="T108" fmla="*/ 386 w 598"/>
                <a:gd name="T109" fmla="*/ 374 h 642"/>
                <a:gd name="T110" fmla="*/ 338 w 598"/>
                <a:gd name="T111" fmla="*/ 364 h 642"/>
                <a:gd name="T112" fmla="*/ 294 w 598"/>
                <a:gd name="T113" fmla="*/ 342 h 642"/>
                <a:gd name="T114" fmla="*/ 260 w 598"/>
                <a:gd name="T115" fmla="*/ 308 h 642"/>
                <a:gd name="T116" fmla="*/ 236 w 598"/>
                <a:gd name="T117" fmla="*/ 266 h 642"/>
                <a:gd name="T118" fmla="*/ 224 w 598"/>
                <a:gd name="T119" fmla="*/ 216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98" h="642">
                  <a:moveTo>
                    <a:pt x="138" y="398"/>
                  </a:moveTo>
                  <a:lnTo>
                    <a:pt x="14" y="538"/>
                  </a:lnTo>
                  <a:lnTo>
                    <a:pt x="14" y="538"/>
                  </a:lnTo>
                  <a:lnTo>
                    <a:pt x="8" y="548"/>
                  </a:lnTo>
                  <a:lnTo>
                    <a:pt x="2" y="560"/>
                  </a:lnTo>
                  <a:lnTo>
                    <a:pt x="0" y="572"/>
                  </a:lnTo>
                  <a:lnTo>
                    <a:pt x="0" y="584"/>
                  </a:lnTo>
                  <a:lnTo>
                    <a:pt x="2" y="594"/>
                  </a:lnTo>
                  <a:lnTo>
                    <a:pt x="6" y="606"/>
                  </a:lnTo>
                  <a:lnTo>
                    <a:pt x="12" y="616"/>
                  </a:lnTo>
                  <a:lnTo>
                    <a:pt x="20" y="626"/>
                  </a:lnTo>
                  <a:lnTo>
                    <a:pt x="20" y="626"/>
                  </a:lnTo>
                  <a:lnTo>
                    <a:pt x="30" y="634"/>
                  </a:lnTo>
                  <a:lnTo>
                    <a:pt x="42" y="638"/>
                  </a:lnTo>
                  <a:lnTo>
                    <a:pt x="54" y="640"/>
                  </a:lnTo>
                  <a:lnTo>
                    <a:pt x="66" y="642"/>
                  </a:lnTo>
                  <a:lnTo>
                    <a:pt x="78" y="640"/>
                  </a:lnTo>
                  <a:lnTo>
                    <a:pt x="88" y="636"/>
                  </a:lnTo>
                  <a:lnTo>
                    <a:pt x="100" y="628"/>
                  </a:lnTo>
                  <a:lnTo>
                    <a:pt x="108" y="620"/>
                  </a:lnTo>
                  <a:lnTo>
                    <a:pt x="232" y="480"/>
                  </a:lnTo>
                  <a:lnTo>
                    <a:pt x="232" y="480"/>
                  </a:lnTo>
                  <a:lnTo>
                    <a:pt x="238" y="472"/>
                  </a:lnTo>
                  <a:lnTo>
                    <a:pt x="242" y="462"/>
                  </a:lnTo>
                  <a:lnTo>
                    <a:pt x="246" y="452"/>
                  </a:lnTo>
                  <a:lnTo>
                    <a:pt x="246" y="444"/>
                  </a:lnTo>
                  <a:lnTo>
                    <a:pt x="246" y="434"/>
                  </a:lnTo>
                  <a:lnTo>
                    <a:pt x="244" y="424"/>
                  </a:lnTo>
                  <a:lnTo>
                    <a:pt x="242" y="414"/>
                  </a:lnTo>
                  <a:lnTo>
                    <a:pt x="238" y="406"/>
                  </a:lnTo>
                  <a:lnTo>
                    <a:pt x="270" y="370"/>
                  </a:lnTo>
                  <a:lnTo>
                    <a:pt x="270" y="370"/>
                  </a:lnTo>
                  <a:lnTo>
                    <a:pt x="284" y="380"/>
                  </a:lnTo>
                  <a:lnTo>
                    <a:pt x="300" y="388"/>
                  </a:lnTo>
                  <a:lnTo>
                    <a:pt x="316" y="396"/>
                  </a:lnTo>
                  <a:lnTo>
                    <a:pt x="332" y="402"/>
                  </a:lnTo>
                  <a:lnTo>
                    <a:pt x="350" y="408"/>
                  </a:lnTo>
                  <a:lnTo>
                    <a:pt x="368" y="410"/>
                  </a:lnTo>
                  <a:lnTo>
                    <a:pt x="388" y="412"/>
                  </a:lnTo>
                  <a:lnTo>
                    <a:pt x="406" y="410"/>
                  </a:lnTo>
                  <a:lnTo>
                    <a:pt x="406" y="410"/>
                  </a:lnTo>
                  <a:lnTo>
                    <a:pt x="428" y="408"/>
                  </a:lnTo>
                  <a:lnTo>
                    <a:pt x="448" y="404"/>
                  </a:lnTo>
                  <a:lnTo>
                    <a:pt x="466" y="398"/>
                  </a:lnTo>
                  <a:lnTo>
                    <a:pt x="486" y="390"/>
                  </a:lnTo>
                  <a:lnTo>
                    <a:pt x="502" y="380"/>
                  </a:lnTo>
                  <a:lnTo>
                    <a:pt x="518" y="368"/>
                  </a:lnTo>
                  <a:lnTo>
                    <a:pt x="534" y="356"/>
                  </a:lnTo>
                  <a:lnTo>
                    <a:pt x="548" y="342"/>
                  </a:lnTo>
                  <a:lnTo>
                    <a:pt x="560" y="326"/>
                  </a:lnTo>
                  <a:lnTo>
                    <a:pt x="570" y="310"/>
                  </a:lnTo>
                  <a:lnTo>
                    <a:pt x="580" y="292"/>
                  </a:lnTo>
                  <a:lnTo>
                    <a:pt x="586" y="274"/>
                  </a:lnTo>
                  <a:lnTo>
                    <a:pt x="592" y="254"/>
                  </a:lnTo>
                  <a:lnTo>
                    <a:pt x="596" y="234"/>
                  </a:lnTo>
                  <a:lnTo>
                    <a:pt x="598" y="214"/>
                  </a:lnTo>
                  <a:lnTo>
                    <a:pt x="598" y="192"/>
                  </a:lnTo>
                  <a:lnTo>
                    <a:pt x="598" y="192"/>
                  </a:lnTo>
                  <a:lnTo>
                    <a:pt x="596" y="172"/>
                  </a:lnTo>
                  <a:lnTo>
                    <a:pt x="590" y="152"/>
                  </a:lnTo>
                  <a:lnTo>
                    <a:pt x="584" y="132"/>
                  </a:lnTo>
                  <a:lnTo>
                    <a:pt x="576" y="114"/>
                  </a:lnTo>
                  <a:lnTo>
                    <a:pt x="566" y="96"/>
                  </a:lnTo>
                  <a:lnTo>
                    <a:pt x="556" y="80"/>
                  </a:lnTo>
                  <a:lnTo>
                    <a:pt x="542" y="64"/>
                  </a:lnTo>
                  <a:lnTo>
                    <a:pt x="528" y="52"/>
                  </a:lnTo>
                  <a:lnTo>
                    <a:pt x="512" y="38"/>
                  </a:lnTo>
                  <a:lnTo>
                    <a:pt x="496" y="28"/>
                  </a:lnTo>
                  <a:lnTo>
                    <a:pt x="478" y="18"/>
                  </a:lnTo>
                  <a:lnTo>
                    <a:pt x="460" y="12"/>
                  </a:lnTo>
                  <a:lnTo>
                    <a:pt x="440" y="6"/>
                  </a:lnTo>
                  <a:lnTo>
                    <a:pt x="420" y="2"/>
                  </a:lnTo>
                  <a:lnTo>
                    <a:pt x="400" y="0"/>
                  </a:lnTo>
                  <a:lnTo>
                    <a:pt x="378" y="0"/>
                  </a:lnTo>
                  <a:lnTo>
                    <a:pt x="378" y="0"/>
                  </a:lnTo>
                  <a:lnTo>
                    <a:pt x="358" y="4"/>
                  </a:lnTo>
                  <a:lnTo>
                    <a:pt x="338" y="8"/>
                  </a:lnTo>
                  <a:lnTo>
                    <a:pt x="318" y="14"/>
                  </a:lnTo>
                  <a:lnTo>
                    <a:pt x="300" y="22"/>
                  </a:lnTo>
                  <a:lnTo>
                    <a:pt x="282" y="32"/>
                  </a:lnTo>
                  <a:lnTo>
                    <a:pt x="266" y="44"/>
                  </a:lnTo>
                  <a:lnTo>
                    <a:pt x="252" y="56"/>
                  </a:lnTo>
                  <a:lnTo>
                    <a:pt x="238" y="70"/>
                  </a:lnTo>
                  <a:lnTo>
                    <a:pt x="226" y="86"/>
                  </a:lnTo>
                  <a:lnTo>
                    <a:pt x="214" y="102"/>
                  </a:lnTo>
                  <a:lnTo>
                    <a:pt x="206" y="120"/>
                  </a:lnTo>
                  <a:lnTo>
                    <a:pt x="198" y="138"/>
                  </a:lnTo>
                  <a:lnTo>
                    <a:pt x="192" y="158"/>
                  </a:lnTo>
                  <a:lnTo>
                    <a:pt x="188" y="178"/>
                  </a:lnTo>
                  <a:lnTo>
                    <a:pt x="188" y="198"/>
                  </a:lnTo>
                  <a:lnTo>
                    <a:pt x="188" y="220"/>
                  </a:lnTo>
                  <a:lnTo>
                    <a:pt x="188" y="220"/>
                  </a:lnTo>
                  <a:lnTo>
                    <a:pt x="190" y="238"/>
                  </a:lnTo>
                  <a:lnTo>
                    <a:pt x="192" y="254"/>
                  </a:lnTo>
                  <a:lnTo>
                    <a:pt x="198" y="272"/>
                  </a:lnTo>
                  <a:lnTo>
                    <a:pt x="204" y="288"/>
                  </a:lnTo>
                  <a:lnTo>
                    <a:pt x="212" y="304"/>
                  </a:lnTo>
                  <a:lnTo>
                    <a:pt x="220" y="318"/>
                  </a:lnTo>
                  <a:lnTo>
                    <a:pt x="230" y="332"/>
                  </a:lnTo>
                  <a:lnTo>
                    <a:pt x="242" y="344"/>
                  </a:lnTo>
                  <a:lnTo>
                    <a:pt x="210" y="382"/>
                  </a:lnTo>
                  <a:lnTo>
                    <a:pt x="210" y="382"/>
                  </a:lnTo>
                  <a:lnTo>
                    <a:pt x="200" y="378"/>
                  </a:lnTo>
                  <a:lnTo>
                    <a:pt x="190" y="376"/>
                  </a:lnTo>
                  <a:lnTo>
                    <a:pt x="180" y="376"/>
                  </a:lnTo>
                  <a:lnTo>
                    <a:pt x="172" y="378"/>
                  </a:lnTo>
                  <a:lnTo>
                    <a:pt x="162" y="380"/>
                  </a:lnTo>
                  <a:lnTo>
                    <a:pt x="154" y="384"/>
                  </a:lnTo>
                  <a:lnTo>
                    <a:pt x="144" y="390"/>
                  </a:lnTo>
                  <a:lnTo>
                    <a:pt x="138" y="398"/>
                  </a:lnTo>
                  <a:lnTo>
                    <a:pt x="138" y="398"/>
                  </a:lnTo>
                  <a:close/>
                  <a:moveTo>
                    <a:pt x="224" y="216"/>
                  </a:moveTo>
                  <a:lnTo>
                    <a:pt x="224" y="216"/>
                  </a:lnTo>
                  <a:lnTo>
                    <a:pt x="224" y="200"/>
                  </a:lnTo>
                  <a:lnTo>
                    <a:pt x="226" y="182"/>
                  </a:lnTo>
                  <a:lnTo>
                    <a:pt x="228" y="166"/>
                  </a:lnTo>
                  <a:lnTo>
                    <a:pt x="234" y="150"/>
                  </a:lnTo>
                  <a:lnTo>
                    <a:pt x="240" y="136"/>
                  </a:lnTo>
                  <a:lnTo>
                    <a:pt x="248" y="122"/>
                  </a:lnTo>
                  <a:lnTo>
                    <a:pt x="256" y="108"/>
                  </a:lnTo>
                  <a:lnTo>
                    <a:pt x="266" y="94"/>
                  </a:lnTo>
                  <a:lnTo>
                    <a:pt x="278" y="84"/>
                  </a:lnTo>
                  <a:lnTo>
                    <a:pt x="290" y="72"/>
                  </a:lnTo>
                  <a:lnTo>
                    <a:pt x="302" y="64"/>
                  </a:lnTo>
                  <a:lnTo>
                    <a:pt x="316" y="56"/>
                  </a:lnTo>
                  <a:lnTo>
                    <a:pt x="332" y="48"/>
                  </a:lnTo>
                  <a:lnTo>
                    <a:pt x="348" y="44"/>
                  </a:lnTo>
                  <a:lnTo>
                    <a:pt x="364" y="40"/>
                  </a:lnTo>
                  <a:lnTo>
                    <a:pt x="382" y="38"/>
                  </a:lnTo>
                  <a:lnTo>
                    <a:pt x="382" y="38"/>
                  </a:lnTo>
                  <a:lnTo>
                    <a:pt x="398" y="38"/>
                  </a:lnTo>
                  <a:lnTo>
                    <a:pt x="416" y="40"/>
                  </a:lnTo>
                  <a:lnTo>
                    <a:pt x="432" y="42"/>
                  </a:lnTo>
                  <a:lnTo>
                    <a:pt x="448" y="46"/>
                  </a:lnTo>
                  <a:lnTo>
                    <a:pt x="462" y="52"/>
                  </a:lnTo>
                  <a:lnTo>
                    <a:pt x="478" y="60"/>
                  </a:lnTo>
                  <a:lnTo>
                    <a:pt x="490" y="70"/>
                  </a:lnTo>
                  <a:lnTo>
                    <a:pt x="504" y="80"/>
                  </a:lnTo>
                  <a:lnTo>
                    <a:pt x="516" y="90"/>
                  </a:lnTo>
                  <a:lnTo>
                    <a:pt x="526" y="102"/>
                  </a:lnTo>
                  <a:lnTo>
                    <a:pt x="534" y="116"/>
                  </a:lnTo>
                  <a:lnTo>
                    <a:pt x="542" y="130"/>
                  </a:lnTo>
                  <a:lnTo>
                    <a:pt x="550" y="146"/>
                  </a:lnTo>
                  <a:lnTo>
                    <a:pt x="554" y="160"/>
                  </a:lnTo>
                  <a:lnTo>
                    <a:pt x="558" y="178"/>
                  </a:lnTo>
                  <a:lnTo>
                    <a:pt x="560" y="194"/>
                  </a:lnTo>
                  <a:lnTo>
                    <a:pt x="560" y="194"/>
                  </a:lnTo>
                  <a:lnTo>
                    <a:pt x="560" y="212"/>
                  </a:lnTo>
                  <a:lnTo>
                    <a:pt x="560" y="228"/>
                  </a:lnTo>
                  <a:lnTo>
                    <a:pt x="556" y="246"/>
                  </a:lnTo>
                  <a:lnTo>
                    <a:pt x="552" y="260"/>
                  </a:lnTo>
                  <a:lnTo>
                    <a:pt x="546" y="276"/>
                  </a:lnTo>
                  <a:lnTo>
                    <a:pt x="538" y="290"/>
                  </a:lnTo>
                  <a:lnTo>
                    <a:pt x="530" y="304"/>
                  </a:lnTo>
                  <a:lnTo>
                    <a:pt x="520" y="316"/>
                  </a:lnTo>
                  <a:lnTo>
                    <a:pt x="508" y="328"/>
                  </a:lnTo>
                  <a:lnTo>
                    <a:pt x="496" y="338"/>
                  </a:lnTo>
                  <a:lnTo>
                    <a:pt x="482" y="348"/>
                  </a:lnTo>
                  <a:lnTo>
                    <a:pt x="468" y="356"/>
                  </a:lnTo>
                  <a:lnTo>
                    <a:pt x="454" y="362"/>
                  </a:lnTo>
                  <a:lnTo>
                    <a:pt x="438" y="368"/>
                  </a:lnTo>
                  <a:lnTo>
                    <a:pt x="420" y="372"/>
                  </a:lnTo>
                  <a:lnTo>
                    <a:pt x="404" y="374"/>
                  </a:lnTo>
                  <a:lnTo>
                    <a:pt x="404" y="374"/>
                  </a:lnTo>
                  <a:lnTo>
                    <a:pt x="386" y="374"/>
                  </a:lnTo>
                  <a:lnTo>
                    <a:pt x="370" y="372"/>
                  </a:lnTo>
                  <a:lnTo>
                    <a:pt x="354" y="370"/>
                  </a:lnTo>
                  <a:lnTo>
                    <a:pt x="338" y="364"/>
                  </a:lnTo>
                  <a:lnTo>
                    <a:pt x="322" y="358"/>
                  </a:lnTo>
                  <a:lnTo>
                    <a:pt x="308" y="352"/>
                  </a:lnTo>
                  <a:lnTo>
                    <a:pt x="294" y="342"/>
                  </a:lnTo>
                  <a:lnTo>
                    <a:pt x="282" y="332"/>
                  </a:lnTo>
                  <a:lnTo>
                    <a:pt x="270" y="322"/>
                  </a:lnTo>
                  <a:lnTo>
                    <a:pt x="260" y="308"/>
                  </a:lnTo>
                  <a:lnTo>
                    <a:pt x="250" y="296"/>
                  </a:lnTo>
                  <a:lnTo>
                    <a:pt x="242" y="282"/>
                  </a:lnTo>
                  <a:lnTo>
                    <a:pt x="236" y="266"/>
                  </a:lnTo>
                  <a:lnTo>
                    <a:pt x="230" y="250"/>
                  </a:lnTo>
                  <a:lnTo>
                    <a:pt x="226" y="234"/>
                  </a:lnTo>
                  <a:lnTo>
                    <a:pt x="224" y="216"/>
                  </a:lnTo>
                  <a:lnTo>
                    <a:pt x="224" y="2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600"/>
            </a:p>
          </p:txBody>
        </p:sp>
      </p:grpSp>
    </p:spTree>
    <p:extLst>
      <p:ext uri="{BB962C8B-B14F-4D97-AF65-F5344CB8AC3E}">
        <p14:creationId xmlns:p14="http://schemas.microsoft.com/office/powerpoint/2010/main" val="1816415842"/>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组合 4"/>
          <p:cNvGrpSpPr/>
          <p:nvPr/>
        </p:nvGrpSpPr>
        <p:grpSpPr>
          <a:xfrm>
            <a:off x="4731026" y="1886777"/>
            <a:ext cx="5820216" cy="4566385"/>
            <a:chOff x="463550" y="415926"/>
            <a:chExt cx="7821612" cy="6136627"/>
          </a:xfrm>
        </p:grpSpPr>
        <p:sp>
          <p:nvSpPr>
            <p:cNvPr id="6" name="Rectangle 5"/>
            <p:cNvSpPr>
              <a:spLocks noChangeArrowheads="1"/>
            </p:cNvSpPr>
            <p:nvPr/>
          </p:nvSpPr>
          <p:spPr bwMode="auto">
            <a:xfrm>
              <a:off x="463550" y="784226"/>
              <a:ext cx="4964113" cy="1157288"/>
            </a:xfrm>
            <a:prstGeom prst="rect">
              <a:avLst/>
            </a:prstGeom>
            <a:solidFill>
              <a:srgbClr val="FF9E29"/>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 name="Rectangle 6"/>
            <p:cNvSpPr>
              <a:spLocks noChangeArrowheads="1"/>
            </p:cNvSpPr>
            <p:nvPr/>
          </p:nvSpPr>
          <p:spPr bwMode="auto">
            <a:xfrm>
              <a:off x="463550" y="2032001"/>
              <a:ext cx="4964113" cy="830263"/>
            </a:xfrm>
            <a:prstGeom prst="rect">
              <a:avLst/>
            </a:prstGeom>
            <a:solidFill>
              <a:srgbClr val="B3D83E"/>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 name="Rectangle 7"/>
            <p:cNvSpPr>
              <a:spLocks noChangeArrowheads="1"/>
            </p:cNvSpPr>
            <p:nvPr/>
          </p:nvSpPr>
          <p:spPr bwMode="auto">
            <a:xfrm>
              <a:off x="463550" y="2930526"/>
              <a:ext cx="4964113" cy="1077913"/>
            </a:xfrm>
            <a:prstGeom prst="rect">
              <a:avLst/>
            </a:prstGeom>
            <a:solidFill>
              <a:srgbClr val="8477B3"/>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 name="Rectangle 8"/>
            <p:cNvSpPr>
              <a:spLocks noChangeArrowheads="1"/>
            </p:cNvSpPr>
            <p:nvPr/>
          </p:nvSpPr>
          <p:spPr bwMode="auto">
            <a:xfrm>
              <a:off x="463550" y="4106863"/>
              <a:ext cx="4964113" cy="976313"/>
            </a:xfrm>
            <a:prstGeom prst="rect">
              <a:avLst/>
            </a:prstGeom>
            <a:solidFill>
              <a:srgbClr val="0093EE"/>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 name="Rectangle 9"/>
            <p:cNvSpPr>
              <a:spLocks noChangeArrowheads="1"/>
            </p:cNvSpPr>
            <p:nvPr/>
          </p:nvSpPr>
          <p:spPr bwMode="auto">
            <a:xfrm>
              <a:off x="463550" y="5176838"/>
              <a:ext cx="4964113" cy="1074738"/>
            </a:xfrm>
            <a:prstGeom prst="rect">
              <a:avLst/>
            </a:prstGeom>
            <a:solidFill>
              <a:srgbClr val="6B858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0"/>
            <p:cNvSpPr>
              <a:spLocks/>
            </p:cNvSpPr>
            <p:nvPr/>
          </p:nvSpPr>
          <p:spPr bwMode="auto">
            <a:xfrm>
              <a:off x="5394325" y="5176838"/>
              <a:ext cx="896938" cy="1338263"/>
            </a:xfrm>
            <a:custGeom>
              <a:avLst/>
              <a:gdLst>
                <a:gd name="T0" fmla="*/ 565 w 565"/>
                <a:gd name="T1" fmla="*/ 843 h 843"/>
                <a:gd name="T2" fmla="*/ 565 w 565"/>
                <a:gd name="T3" fmla="*/ 93 h 843"/>
                <a:gd name="T4" fmla="*/ 0 w 565"/>
                <a:gd name="T5" fmla="*/ 0 h 843"/>
                <a:gd name="T6" fmla="*/ 0 w 565"/>
                <a:gd name="T7" fmla="*/ 682 h 843"/>
                <a:gd name="T8" fmla="*/ 565 w 565"/>
                <a:gd name="T9" fmla="*/ 843 h 843"/>
              </a:gdLst>
              <a:ahLst/>
              <a:cxnLst>
                <a:cxn ang="0">
                  <a:pos x="T0" y="T1"/>
                </a:cxn>
                <a:cxn ang="0">
                  <a:pos x="T2" y="T3"/>
                </a:cxn>
                <a:cxn ang="0">
                  <a:pos x="T4" y="T5"/>
                </a:cxn>
                <a:cxn ang="0">
                  <a:pos x="T6" y="T7"/>
                </a:cxn>
                <a:cxn ang="0">
                  <a:pos x="T8" y="T9"/>
                </a:cxn>
              </a:cxnLst>
              <a:rect l="0" t="0" r="r" b="b"/>
              <a:pathLst>
                <a:path w="565" h="843">
                  <a:moveTo>
                    <a:pt x="565" y="843"/>
                  </a:moveTo>
                  <a:lnTo>
                    <a:pt x="565" y="93"/>
                  </a:lnTo>
                  <a:lnTo>
                    <a:pt x="0" y="0"/>
                  </a:lnTo>
                  <a:lnTo>
                    <a:pt x="0" y="682"/>
                  </a:lnTo>
                  <a:lnTo>
                    <a:pt x="565" y="843"/>
                  </a:lnTo>
                  <a:close/>
                </a:path>
              </a:pathLst>
            </a:custGeom>
            <a:solidFill>
              <a:srgbClr val="586E6C"/>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 name="Freeform 11"/>
            <p:cNvSpPr>
              <a:spLocks/>
            </p:cNvSpPr>
            <p:nvPr/>
          </p:nvSpPr>
          <p:spPr bwMode="auto">
            <a:xfrm>
              <a:off x="6291263" y="4902201"/>
              <a:ext cx="1982788" cy="1612900"/>
            </a:xfrm>
            <a:custGeom>
              <a:avLst/>
              <a:gdLst>
                <a:gd name="T0" fmla="*/ 1249 w 1249"/>
                <a:gd name="T1" fmla="*/ 509 h 1016"/>
                <a:gd name="T2" fmla="*/ 0 w 1249"/>
                <a:gd name="T3" fmla="*/ 1016 h 1016"/>
                <a:gd name="T4" fmla="*/ 0 w 1249"/>
                <a:gd name="T5" fmla="*/ 266 h 1016"/>
                <a:gd name="T6" fmla="*/ 1249 w 1249"/>
                <a:gd name="T7" fmla="*/ 0 h 1016"/>
                <a:gd name="T8" fmla="*/ 1249 w 1249"/>
                <a:gd name="T9" fmla="*/ 509 h 1016"/>
              </a:gdLst>
              <a:ahLst/>
              <a:cxnLst>
                <a:cxn ang="0">
                  <a:pos x="T0" y="T1"/>
                </a:cxn>
                <a:cxn ang="0">
                  <a:pos x="T2" y="T3"/>
                </a:cxn>
                <a:cxn ang="0">
                  <a:pos x="T4" y="T5"/>
                </a:cxn>
                <a:cxn ang="0">
                  <a:pos x="T6" y="T7"/>
                </a:cxn>
                <a:cxn ang="0">
                  <a:pos x="T8" y="T9"/>
                </a:cxn>
              </a:cxnLst>
              <a:rect l="0" t="0" r="r" b="b"/>
              <a:pathLst>
                <a:path w="1249" h="1016">
                  <a:moveTo>
                    <a:pt x="1249" y="509"/>
                  </a:moveTo>
                  <a:lnTo>
                    <a:pt x="0" y="1016"/>
                  </a:lnTo>
                  <a:lnTo>
                    <a:pt x="0" y="266"/>
                  </a:lnTo>
                  <a:lnTo>
                    <a:pt x="1249" y="0"/>
                  </a:lnTo>
                  <a:lnTo>
                    <a:pt x="1249" y="509"/>
                  </a:lnTo>
                  <a:close/>
                </a:path>
              </a:pathLst>
            </a:custGeom>
            <a:solidFill>
              <a:srgbClr val="3B514F"/>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 name="Freeform 12"/>
            <p:cNvSpPr>
              <a:spLocks/>
            </p:cNvSpPr>
            <p:nvPr/>
          </p:nvSpPr>
          <p:spPr bwMode="auto">
            <a:xfrm>
              <a:off x="5394325" y="4843463"/>
              <a:ext cx="2879725" cy="481013"/>
            </a:xfrm>
            <a:custGeom>
              <a:avLst/>
              <a:gdLst>
                <a:gd name="T0" fmla="*/ 0 w 1814"/>
                <a:gd name="T1" fmla="*/ 210 h 303"/>
                <a:gd name="T2" fmla="*/ 1189 w 1814"/>
                <a:gd name="T3" fmla="*/ 0 h 303"/>
                <a:gd name="T4" fmla="*/ 1814 w 1814"/>
                <a:gd name="T5" fmla="*/ 37 h 303"/>
                <a:gd name="T6" fmla="*/ 565 w 1814"/>
                <a:gd name="T7" fmla="*/ 303 h 303"/>
                <a:gd name="T8" fmla="*/ 0 w 1814"/>
                <a:gd name="T9" fmla="*/ 210 h 303"/>
              </a:gdLst>
              <a:ahLst/>
              <a:cxnLst>
                <a:cxn ang="0">
                  <a:pos x="T0" y="T1"/>
                </a:cxn>
                <a:cxn ang="0">
                  <a:pos x="T2" y="T3"/>
                </a:cxn>
                <a:cxn ang="0">
                  <a:pos x="T4" y="T5"/>
                </a:cxn>
                <a:cxn ang="0">
                  <a:pos x="T6" y="T7"/>
                </a:cxn>
                <a:cxn ang="0">
                  <a:pos x="T8" y="T9"/>
                </a:cxn>
              </a:cxnLst>
              <a:rect l="0" t="0" r="r" b="b"/>
              <a:pathLst>
                <a:path w="1814" h="303">
                  <a:moveTo>
                    <a:pt x="0" y="210"/>
                  </a:moveTo>
                  <a:lnTo>
                    <a:pt x="1189" y="0"/>
                  </a:lnTo>
                  <a:lnTo>
                    <a:pt x="1814" y="37"/>
                  </a:lnTo>
                  <a:lnTo>
                    <a:pt x="565" y="303"/>
                  </a:lnTo>
                  <a:lnTo>
                    <a:pt x="0" y="210"/>
                  </a:lnTo>
                  <a:close/>
                </a:path>
              </a:pathLst>
            </a:custGeom>
            <a:solidFill>
              <a:srgbClr val="243A38"/>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4" name="Freeform 13"/>
            <p:cNvSpPr>
              <a:spLocks noEditPoints="1"/>
            </p:cNvSpPr>
            <p:nvPr/>
          </p:nvSpPr>
          <p:spPr bwMode="auto">
            <a:xfrm>
              <a:off x="5565775" y="5495926"/>
              <a:ext cx="455613" cy="650875"/>
            </a:xfrm>
            <a:custGeom>
              <a:avLst/>
              <a:gdLst>
                <a:gd name="T0" fmla="*/ 105 w 121"/>
                <a:gd name="T1" fmla="*/ 23 h 173"/>
                <a:gd name="T2" fmla="*/ 47 w 121"/>
                <a:gd name="T3" fmla="*/ 23 h 173"/>
                <a:gd name="T4" fmla="*/ 44 w 121"/>
                <a:gd name="T5" fmla="*/ 99 h 173"/>
                <a:gd name="T6" fmla="*/ 36 w 121"/>
                <a:gd name="T7" fmla="*/ 110 h 173"/>
                <a:gd name="T8" fmla="*/ 28 w 121"/>
                <a:gd name="T9" fmla="*/ 114 h 173"/>
                <a:gd name="T10" fmla="*/ 4 w 121"/>
                <a:gd name="T11" fmla="*/ 148 h 173"/>
                <a:gd name="T12" fmla="*/ 4 w 121"/>
                <a:gd name="T13" fmla="*/ 168 h 173"/>
                <a:gd name="T14" fmla="*/ 17 w 121"/>
                <a:gd name="T15" fmla="*/ 168 h 173"/>
                <a:gd name="T16" fmla="*/ 41 w 121"/>
                <a:gd name="T17" fmla="*/ 133 h 173"/>
                <a:gd name="T18" fmla="*/ 44 w 121"/>
                <a:gd name="T19" fmla="*/ 122 h 173"/>
                <a:gd name="T20" fmla="*/ 52 w 121"/>
                <a:gd name="T21" fmla="*/ 111 h 173"/>
                <a:gd name="T22" fmla="*/ 105 w 121"/>
                <a:gd name="T23" fmla="*/ 105 h 173"/>
                <a:gd name="T24" fmla="*/ 105 w 121"/>
                <a:gd name="T25" fmla="*/ 23 h 173"/>
                <a:gd name="T26" fmla="*/ 100 w 121"/>
                <a:gd name="T27" fmla="*/ 99 h 173"/>
                <a:gd name="T28" fmla="*/ 52 w 121"/>
                <a:gd name="T29" fmla="*/ 99 h 173"/>
                <a:gd name="T30" fmla="*/ 52 w 121"/>
                <a:gd name="T31" fmla="*/ 30 h 173"/>
                <a:gd name="T32" fmla="*/ 100 w 121"/>
                <a:gd name="T33" fmla="*/ 30 h 173"/>
                <a:gd name="T34" fmla="*/ 100 w 121"/>
                <a:gd name="T35" fmla="*/ 99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1" h="173">
                  <a:moveTo>
                    <a:pt x="105" y="23"/>
                  </a:moveTo>
                  <a:cubicBezTo>
                    <a:pt x="89" y="0"/>
                    <a:pt x="63" y="0"/>
                    <a:pt x="47" y="23"/>
                  </a:cubicBezTo>
                  <a:cubicBezTo>
                    <a:pt x="33" y="44"/>
                    <a:pt x="32" y="76"/>
                    <a:pt x="44" y="99"/>
                  </a:cubicBezTo>
                  <a:cubicBezTo>
                    <a:pt x="36" y="110"/>
                    <a:pt x="36" y="110"/>
                    <a:pt x="36" y="110"/>
                  </a:cubicBezTo>
                  <a:cubicBezTo>
                    <a:pt x="33" y="110"/>
                    <a:pt x="30" y="111"/>
                    <a:pt x="28" y="114"/>
                  </a:cubicBezTo>
                  <a:cubicBezTo>
                    <a:pt x="4" y="148"/>
                    <a:pt x="4" y="148"/>
                    <a:pt x="4" y="148"/>
                  </a:cubicBezTo>
                  <a:cubicBezTo>
                    <a:pt x="0" y="154"/>
                    <a:pt x="0" y="162"/>
                    <a:pt x="4" y="168"/>
                  </a:cubicBezTo>
                  <a:cubicBezTo>
                    <a:pt x="7" y="173"/>
                    <a:pt x="13" y="173"/>
                    <a:pt x="17" y="168"/>
                  </a:cubicBezTo>
                  <a:cubicBezTo>
                    <a:pt x="41" y="133"/>
                    <a:pt x="41" y="133"/>
                    <a:pt x="41" y="133"/>
                  </a:cubicBezTo>
                  <a:cubicBezTo>
                    <a:pt x="43" y="130"/>
                    <a:pt x="44" y="126"/>
                    <a:pt x="44" y="122"/>
                  </a:cubicBezTo>
                  <a:cubicBezTo>
                    <a:pt x="52" y="111"/>
                    <a:pt x="52" y="111"/>
                    <a:pt x="52" y="111"/>
                  </a:cubicBezTo>
                  <a:cubicBezTo>
                    <a:pt x="68" y="128"/>
                    <a:pt x="90" y="126"/>
                    <a:pt x="105" y="105"/>
                  </a:cubicBezTo>
                  <a:cubicBezTo>
                    <a:pt x="121" y="83"/>
                    <a:pt x="121" y="46"/>
                    <a:pt x="105" y="23"/>
                  </a:cubicBezTo>
                  <a:close/>
                  <a:moveTo>
                    <a:pt x="100" y="99"/>
                  </a:moveTo>
                  <a:cubicBezTo>
                    <a:pt x="87" y="117"/>
                    <a:pt x="65" y="117"/>
                    <a:pt x="52" y="99"/>
                  </a:cubicBezTo>
                  <a:cubicBezTo>
                    <a:pt x="39" y="80"/>
                    <a:pt x="39" y="49"/>
                    <a:pt x="52" y="30"/>
                  </a:cubicBezTo>
                  <a:cubicBezTo>
                    <a:pt x="65" y="11"/>
                    <a:pt x="87" y="11"/>
                    <a:pt x="100" y="30"/>
                  </a:cubicBezTo>
                  <a:cubicBezTo>
                    <a:pt x="113" y="49"/>
                    <a:pt x="113" y="80"/>
                    <a:pt x="100" y="99"/>
                  </a:cubicBezTo>
                  <a:close/>
                </a:path>
              </a:pathLst>
            </a:custGeom>
            <a:solidFill>
              <a:schemeClr val="bg1"/>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5" name="Freeform 14"/>
            <p:cNvSpPr>
              <a:spLocks/>
            </p:cNvSpPr>
            <p:nvPr/>
          </p:nvSpPr>
          <p:spPr bwMode="auto">
            <a:xfrm>
              <a:off x="5915025" y="5684838"/>
              <a:ext cx="49213" cy="157163"/>
            </a:xfrm>
            <a:custGeom>
              <a:avLst/>
              <a:gdLst>
                <a:gd name="T0" fmla="*/ 9 w 13"/>
                <a:gd name="T1" fmla="*/ 1 h 42"/>
                <a:gd name="T2" fmla="*/ 7 w 13"/>
                <a:gd name="T3" fmla="*/ 0 h 42"/>
                <a:gd name="T4" fmla="*/ 5 w 13"/>
                <a:gd name="T5" fmla="*/ 1 h 42"/>
                <a:gd name="T6" fmla="*/ 4 w 13"/>
                <a:gd name="T7" fmla="*/ 4 h 42"/>
                <a:gd name="T8" fmla="*/ 1 w 13"/>
                <a:gd name="T9" fmla="*/ 36 h 42"/>
                <a:gd name="T10" fmla="*/ 1 w 13"/>
                <a:gd name="T11" fmla="*/ 40 h 42"/>
                <a:gd name="T12" fmla="*/ 2 w 13"/>
                <a:gd name="T13" fmla="*/ 41 h 42"/>
                <a:gd name="T14" fmla="*/ 4 w 13"/>
                <a:gd name="T15" fmla="*/ 41 h 42"/>
                <a:gd name="T16" fmla="*/ 9 w 13"/>
                <a:gd name="T17" fmla="*/ 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42">
                  <a:moveTo>
                    <a:pt x="9" y="1"/>
                  </a:moveTo>
                  <a:cubicBezTo>
                    <a:pt x="9" y="0"/>
                    <a:pt x="8" y="0"/>
                    <a:pt x="7" y="0"/>
                  </a:cubicBezTo>
                  <a:cubicBezTo>
                    <a:pt x="5" y="1"/>
                    <a:pt x="5" y="1"/>
                    <a:pt x="5" y="1"/>
                  </a:cubicBezTo>
                  <a:cubicBezTo>
                    <a:pt x="4" y="1"/>
                    <a:pt x="4" y="3"/>
                    <a:pt x="4" y="4"/>
                  </a:cubicBezTo>
                  <a:cubicBezTo>
                    <a:pt x="5" y="10"/>
                    <a:pt x="7" y="25"/>
                    <a:pt x="1" y="36"/>
                  </a:cubicBezTo>
                  <a:cubicBezTo>
                    <a:pt x="0" y="37"/>
                    <a:pt x="0" y="39"/>
                    <a:pt x="1" y="40"/>
                  </a:cubicBezTo>
                  <a:cubicBezTo>
                    <a:pt x="2" y="41"/>
                    <a:pt x="2" y="41"/>
                    <a:pt x="2" y="41"/>
                  </a:cubicBezTo>
                  <a:cubicBezTo>
                    <a:pt x="3" y="42"/>
                    <a:pt x="4" y="42"/>
                    <a:pt x="4" y="41"/>
                  </a:cubicBezTo>
                  <a:cubicBezTo>
                    <a:pt x="13" y="27"/>
                    <a:pt x="10" y="8"/>
                    <a:pt x="9" y="1"/>
                  </a:cubicBezTo>
                  <a:close/>
                </a:path>
              </a:pathLst>
            </a:custGeom>
            <a:solidFill>
              <a:schemeClr val="bg1"/>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6" name="Freeform 15"/>
            <p:cNvSpPr>
              <a:spLocks/>
            </p:cNvSpPr>
            <p:nvPr/>
          </p:nvSpPr>
          <p:spPr bwMode="auto">
            <a:xfrm>
              <a:off x="5394325" y="4106863"/>
              <a:ext cx="896938" cy="1089025"/>
            </a:xfrm>
            <a:custGeom>
              <a:avLst/>
              <a:gdLst>
                <a:gd name="T0" fmla="*/ 0 w 565"/>
                <a:gd name="T1" fmla="*/ 610 h 686"/>
                <a:gd name="T2" fmla="*/ 565 w 565"/>
                <a:gd name="T3" fmla="*/ 686 h 686"/>
                <a:gd name="T4" fmla="*/ 565 w 565"/>
                <a:gd name="T5" fmla="*/ 0 h 686"/>
                <a:gd name="T6" fmla="*/ 0 w 565"/>
                <a:gd name="T7" fmla="*/ 0 h 686"/>
                <a:gd name="T8" fmla="*/ 0 w 565"/>
                <a:gd name="T9" fmla="*/ 610 h 686"/>
              </a:gdLst>
              <a:ahLst/>
              <a:cxnLst>
                <a:cxn ang="0">
                  <a:pos x="T0" y="T1"/>
                </a:cxn>
                <a:cxn ang="0">
                  <a:pos x="T2" y="T3"/>
                </a:cxn>
                <a:cxn ang="0">
                  <a:pos x="T4" y="T5"/>
                </a:cxn>
                <a:cxn ang="0">
                  <a:pos x="T6" y="T7"/>
                </a:cxn>
                <a:cxn ang="0">
                  <a:pos x="T8" y="T9"/>
                </a:cxn>
              </a:cxnLst>
              <a:rect l="0" t="0" r="r" b="b"/>
              <a:pathLst>
                <a:path w="565" h="686">
                  <a:moveTo>
                    <a:pt x="0" y="610"/>
                  </a:moveTo>
                  <a:lnTo>
                    <a:pt x="565" y="686"/>
                  </a:lnTo>
                  <a:lnTo>
                    <a:pt x="565" y="0"/>
                  </a:lnTo>
                  <a:lnTo>
                    <a:pt x="0" y="0"/>
                  </a:lnTo>
                  <a:lnTo>
                    <a:pt x="0" y="610"/>
                  </a:lnTo>
                  <a:close/>
                </a:path>
              </a:pathLst>
            </a:custGeom>
            <a:solidFill>
              <a:srgbClr val="007BC6"/>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 name="Freeform 16"/>
            <p:cNvSpPr>
              <a:spLocks/>
            </p:cNvSpPr>
            <p:nvPr/>
          </p:nvSpPr>
          <p:spPr bwMode="auto">
            <a:xfrm>
              <a:off x="6291263" y="4106863"/>
              <a:ext cx="1982788" cy="1089025"/>
            </a:xfrm>
            <a:custGeom>
              <a:avLst/>
              <a:gdLst>
                <a:gd name="T0" fmla="*/ 1249 w 1249"/>
                <a:gd name="T1" fmla="*/ 461 h 686"/>
                <a:gd name="T2" fmla="*/ 0 w 1249"/>
                <a:gd name="T3" fmla="*/ 686 h 686"/>
                <a:gd name="T4" fmla="*/ 0 w 1249"/>
                <a:gd name="T5" fmla="*/ 0 h 686"/>
                <a:gd name="T6" fmla="*/ 1249 w 1249"/>
                <a:gd name="T7" fmla="*/ 0 h 686"/>
                <a:gd name="T8" fmla="*/ 1249 w 1249"/>
                <a:gd name="T9" fmla="*/ 461 h 686"/>
              </a:gdLst>
              <a:ahLst/>
              <a:cxnLst>
                <a:cxn ang="0">
                  <a:pos x="T0" y="T1"/>
                </a:cxn>
                <a:cxn ang="0">
                  <a:pos x="T2" y="T3"/>
                </a:cxn>
                <a:cxn ang="0">
                  <a:pos x="T4" y="T5"/>
                </a:cxn>
                <a:cxn ang="0">
                  <a:pos x="T6" y="T7"/>
                </a:cxn>
                <a:cxn ang="0">
                  <a:pos x="T8" y="T9"/>
                </a:cxn>
              </a:cxnLst>
              <a:rect l="0" t="0" r="r" b="b"/>
              <a:pathLst>
                <a:path w="1249" h="686">
                  <a:moveTo>
                    <a:pt x="1249" y="461"/>
                  </a:moveTo>
                  <a:lnTo>
                    <a:pt x="0" y="686"/>
                  </a:lnTo>
                  <a:lnTo>
                    <a:pt x="0" y="0"/>
                  </a:lnTo>
                  <a:lnTo>
                    <a:pt x="1249" y="0"/>
                  </a:lnTo>
                  <a:lnTo>
                    <a:pt x="1249" y="461"/>
                  </a:lnTo>
                  <a:close/>
                </a:path>
              </a:pathLst>
            </a:custGeom>
            <a:solidFill>
              <a:srgbClr val="0066A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 name="Freeform 17"/>
            <p:cNvSpPr>
              <a:spLocks/>
            </p:cNvSpPr>
            <p:nvPr/>
          </p:nvSpPr>
          <p:spPr bwMode="auto">
            <a:xfrm>
              <a:off x="5889625" y="4403726"/>
              <a:ext cx="22225" cy="273050"/>
            </a:xfrm>
            <a:custGeom>
              <a:avLst/>
              <a:gdLst>
                <a:gd name="T0" fmla="*/ 0 w 6"/>
                <a:gd name="T1" fmla="*/ 5 h 73"/>
                <a:gd name="T2" fmla="*/ 0 w 6"/>
                <a:gd name="T3" fmla="*/ 68 h 73"/>
                <a:gd name="T4" fmla="*/ 3 w 6"/>
                <a:gd name="T5" fmla="*/ 73 h 73"/>
                <a:gd name="T6" fmla="*/ 6 w 6"/>
                <a:gd name="T7" fmla="*/ 68 h 73"/>
                <a:gd name="T8" fmla="*/ 6 w 6"/>
                <a:gd name="T9" fmla="*/ 5 h 73"/>
                <a:gd name="T10" fmla="*/ 3 w 6"/>
                <a:gd name="T11" fmla="*/ 0 h 73"/>
                <a:gd name="T12" fmla="*/ 0 w 6"/>
                <a:gd name="T13" fmla="*/ 5 h 73"/>
              </a:gdLst>
              <a:ahLst/>
              <a:cxnLst>
                <a:cxn ang="0">
                  <a:pos x="T0" y="T1"/>
                </a:cxn>
                <a:cxn ang="0">
                  <a:pos x="T2" y="T3"/>
                </a:cxn>
                <a:cxn ang="0">
                  <a:pos x="T4" y="T5"/>
                </a:cxn>
                <a:cxn ang="0">
                  <a:pos x="T6" y="T7"/>
                </a:cxn>
                <a:cxn ang="0">
                  <a:pos x="T8" y="T9"/>
                </a:cxn>
                <a:cxn ang="0">
                  <a:pos x="T10" y="T11"/>
                </a:cxn>
                <a:cxn ang="0">
                  <a:pos x="T12" y="T13"/>
                </a:cxn>
              </a:cxnLst>
              <a:rect l="0" t="0" r="r" b="b"/>
              <a:pathLst>
                <a:path w="6" h="73">
                  <a:moveTo>
                    <a:pt x="0" y="5"/>
                  </a:moveTo>
                  <a:cubicBezTo>
                    <a:pt x="0" y="68"/>
                    <a:pt x="0" y="68"/>
                    <a:pt x="0" y="68"/>
                  </a:cubicBezTo>
                  <a:cubicBezTo>
                    <a:pt x="0" y="71"/>
                    <a:pt x="1" y="73"/>
                    <a:pt x="3" y="73"/>
                  </a:cubicBezTo>
                  <a:cubicBezTo>
                    <a:pt x="5" y="73"/>
                    <a:pt x="6" y="71"/>
                    <a:pt x="6" y="68"/>
                  </a:cubicBezTo>
                  <a:cubicBezTo>
                    <a:pt x="6" y="5"/>
                    <a:pt x="6" y="5"/>
                    <a:pt x="6" y="5"/>
                  </a:cubicBezTo>
                  <a:cubicBezTo>
                    <a:pt x="6" y="2"/>
                    <a:pt x="5" y="0"/>
                    <a:pt x="3" y="0"/>
                  </a:cubicBezTo>
                  <a:cubicBezTo>
                    <a:pt x="1" y="0"/>
                    <a:pt x="0" y="2"/>
                    <a:pt x="0" y="5"/>
                  </a:cubicBezTo>
                  <a:close/>
                </a:path>
              </a:pathLst>
            </a:custGeom>
            <a:solidFill>
              <a:schemeClr val="bg1"/>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9" name="Freeform 18"/>
            <p:cNvSpPr>
              <a:spLocks/>
            </p:cNvSpPr>
            <p:nvPr/>
          </p:nvSpPr>
          <p:spPr bwMode="auto">
            <a:xfrm>
              <a:off x="5934075" y="4462463"/>
              <a:ext cx="22225" cy="214313"/>
            </a:xfrm>
            <a:custGeom>
              <a:avLst/>
              <a:gdLst>
                <a:gd name="T0" fmla="*/ 0 w 6"/>
                <a:gd name="T1" fmla="*/ 6 h 57"/>
                <a:gd name="T2" fmla="*/ 0 w 6"/>
                <a:gd name="T3" fmla="*/ 52 h 57"/>
                <a:gd name="T4" fmla="*/ 3 w 6"/>
                <a:gd name="T5" fmla="*/ 57 h 57"/>
                <a:gd name="T6" fmla="*/ 6 w 6"/>
                <a:gd name="T7" fmla="*/ 52 h 57"/>
                <a:gd name="T8" fmla="*/ 6 w 6"/>
                <a:gd name="T9" fmla="*/ 6 h 57"/>
                <a:gd name="T10" fmla="*/ 3 w 6"/>
                <a:gd name="T11" fmla="*/ 0 h 57"/>
                <a:gd name="T12" fmla="*/ 0 w 6"/>
                <a:gd name="T13" fmla="*/ 6 h 57"/>
              </a:gdLst>
              <a:ahLst/>
              <a:cxnLst>
                <a:cxn ang="0">
                  <a:pos x="T0" y="T1"/>
                </a:cxn>
                <a:cxn ang="0">
                  <a:pos x="T2" y="T3"/>
                </a:cxn>
                <a:cxn ang="0">
                  <a:pos x="T4" y="T5"/>
                </a:cxn>
                <a:cxn ang="0">
                  <a:pos x="T6" y="T7"/>
                </a:cxn>
                <a:cxn ang="0">
                  <a:pos x="T8" y="T9"/>
                </a:cxn>
                <a:cxn ang="0">
                  <a:pos x="T10" y="T11"/>
                </a:cxn>
                <a:cxn ang="0">
                  <a:pos x="T12" y="T13"/>
                </a:cxn>
              </a:cxnLst>
              <a:rect l="0" t="0" r="r" b="b"/>
              <a:pathLst>
                <a:path w="6" h="57">
                  <a:moveTo>
                    <a:pt x="0" y="6"/>
                  </a:moveTo>
                  <a:cubicBezTo>
                    <a:pt x="0" y="52"/>
                    <a:pt x="0" y="52"/>
                    <a:pt x="0" y="52"/>
                  </a:cubicBezTo>
                  <a:cubicBezTo>
                    <a:pt x="0" y="55"/>
                    <a:pt x="1" y="57"/>
                    <a:pt x="3" y="57"/>
                  </a:cubicBezTo>
                  <a:cubicBezTo>
                    <a:pt x="5" y="57"/>
                    <a:pt x="6" y="55"/>
                    <a:pt x="6" y="52"/>
                  </a:cubicBezTo>
                  <a:cubicBezTo>
                    <a:pt x="6" y="6"/>
                    <a:pt x="6" y="6"/>
                    <a:pt x="6" y="6"/>
                  </a:cubicBezTo>
                  <a:cubicBezTo>
                    <a:pt x="6" y="3"/>
                    <a:pt x="5" y="0"/>
                    <a:pt x="3" y="0"/>
                  </a:cubicBezTo>
                  <a:cubicBezTo>
                    <a:pt x="1" y="0"/>
                    <a:pt x="0" y="3"/>
                    <a:pt x="0" y="6"/>
                  </a:cubicBezTo>
                  <a:close/>
                </a:path>
              </a:pathLst>
            </a:custGeom>
            <a:solidFill>
              <a:schemeClr val="bg1"/>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0" name="Oval 19"/>
            <p:cNvSpPr>
              <a:spLocks noChangeArrowheads="1"/>
            </p:cNvSpPr>
            <p:nvPr/>
          </p:nvSpPr>
          <p:spPr bwMode="auto">
            <a:xfrm>
              <a:off x="5686425" y="4470401"/>
              <a:ext cx="115888" cy="188913"/>
            </a:xfrm>
            <a:prstGeom prst="ellipse">
              <a:avLst/>
            </a:prstGeom>
            <a:solidFill>
              <a:schemeClr val="bg1"/>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1" name="Freeform 20"/>
            <p:cNvSpPr>
              <a:spLocks/>
            </p:cNvSpPr>
            <p:nvPr/>
          </p:nvSpPr>
          <p:spPr bwMode="auto">
            <a:xfrm>
              <a:off x="5788025" y="4313238"/>
              <a:ext cx="222250" cy="22225"/>
            </a:xfrm>
            <a:custGeom>
              <a:avLst/>
              <a:gdLst>
                <a:gd name="T0" fmla="*/ 2 w 59"/>
                <a:gd name="T1" fmla="*/ 6 h 6"/>
                <a:gd name="T2" fmla="*/ 57 w 59"/>
                <a:gd name="T3" fmla="*/ 6 h 6"/>
                <a:gd name="T4" fmla="*/ 59 w 59"/>
                <a:gd name="T5" fmla="*/ 3 h 6"/>
                <a:gd name="T6" fmla="*/ 57 w 59"/>
                <a:gd name="T7" fmla="*/ 0 h 6"/>
                <a:gd name="T8" fmla="*/ 2 w 59"/>
                <a:gd name="T9" fmla="*/ 0 h 6"/>
                <a:gd name="T10" fmla="*/ 0 w 59"/>
                <a:gd name="T11" fmla="*/ 3 h 6"/>
                <a:gd name="T12" fmla="*/ 2 w 59"/>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59" h="6">
                  <a:moveTo>
                    <a:pt x="2" y="6"/>
                  </a:moveTo>
                  <a:cubicBezTo>
                    <a:pt x="57" y="6"/>
                    <a:pt x="57" y="6"/>
                    <a:pt x="57" y="6"/>
                  </a:cubicBezTo>
                  <a:cubicBezTo>
                    <a:pt x="58" y="6"/>
                    <a:pt x="59" y="5"/>
                    <a:pt x="59" y="3"/>
                  </a:cubicBezTo>
                  <a:cubicBezTo>
                    <a:pt x="59" y="2"/>
                    <a:pt x="58" y="0"/>
                    <a:pt x="57" y="0"/>
                  </a:cubicBezTo>
                  <a:cubicBezTo>
                    <a:pt x="2" y="0"/>
                    <a:pt x="2" y="0"/>
                    <a:pt x="2" y="0"/>
                  </a:cubicBezTo>
                  <a:cubicBezTo>
                    <a:pt x="1" y="0"/>
                    <a:pt x="0" y="2"/>
                    <a:pt x="0" y="3"/>
                  </a:cubicBezTo>
                  <a:cubicBezTo>
                    <a:pt x="0" y="5"/>
                    <a:pt x="1" y="6"/>
                    <a:pt x="2" y="6"/>
                  </a:cubicBezTo>
                  <a:close/>
                </a:path>
              </a:pathLst>
            </a:custGeom>
            <a:solidFill>
              <a:schemeClr val="bg1"/>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2" name="Freeform 21"/>
            <p:cNvSpPr>
              <a:spLocks/>
            </p:cNvSpPr>
            <p:nvPr/>
          </p:nvSpPr>
          <p:spPr bwMode="auto">
            <a:xfrm>
              <a:off x="5630863" y="4714876"/>
              <a:ext cx="379413" cy="187325"/>
            </a:xfrm>
            <a:custGeom>
              <a:avLst/>
              <a:gdLst>
                <a:gd name="T0" fmla="*/ 99 w 101"/>
                <a:gd name="T1" fmla="*/ 12 h 50"/>
                <a:gd name="T2" fmla="*/ 51 w 101"/>
                <a:gd name="T3" fmla="*/ 12 h 50"/>
                <a:gd name="T4" fmla="*/ 31 w 101"/>
                <a:gd name="T5" fmla="*/ 0 h 50"/>
                <a:gd name="T6" fmla="*/ 0 w 101"/>
                <a:gd name="T7" fmla="*/ 46 h 50"/>
                <a:gd name="T8" fmla="*/ 62 w 101"/>
                <a:gd name="T9" fmla="*/ 50 h 50"/>
                <a:gd name="T10" fmla="*/ 55 w 101"/>
                <a:gd name="T11" fmla="*/ 18 h 50"/>
                <a:gd name="T12" fmla="*/ 99 w 101"/>
                <a:gd name="T13" fmla="*/ 18 h 50"/>
                <a:gd name="T14" fmla="*/ 101 w 101"/>
                <a:gd name="T15" fmla="*/ 15 h 50"/>
                <a:gd name="T16" fmla="*/ 99 w 101"/>
                <a:gd name="T17" fmla="*/ 1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50">
                  <a:moveTo>
                    <a:pt x="99" y="12"/>
                  </a:moveTo>
                  <a:cubicBezTo>
                    <a:pt x="51" y="12"/>
                    <a:pt x="51" y="12"/>
                    <a:pt x="51" y="12"/>
                  </a:cubicBezTo>
                  <a:cubicBezTo>
                    <a:pt x="46" y="4"/>
                    <a:pt x="39" y="0"/>
                    <a:pt x="31" y="0"/>
                  </a:cubicBezTo>
                  <a:cubicBezTo>
                    <a:pt x="13" y="0"/>
                    <a:pt x="0" y="18"/>
                    <a:pt x="0" y="46"/>
                  </a:cubicBezTo>
                  <a:cubicBezTo>
                    <a:pt x="62" y="50"/>
                    <a:pt x="62" y="50"/>
                    <a:pt x="62" y="50"/>
                  </a:cubicBezTo>
                  <a:cubicBezTo>
                    <a:pt x="62" y="38"/>
                    <a:pt x="59" y="27"/>
                    <a:pt x="55" y="18"/>
                  </a:cubicBezTo>
                  <a:cubicBezTo>
                    <a:pt x="99" y="18"/>
                    <a:pt x="99" y="18"/>
                    <a:pt x="99" y="18"/>
                  </a:cubicBezTo>
                  <a:cubicBezTo>
                    <a:pt x="100" y="18"/>
                    <a:pt x="101" y="17"/>
                    <a:pt x="101" y="15"/>
                  </a:cubicBezTo>
                  <a:cubicBezTo>
                    <a:pt x="101" y="13"/>
                    <a:pt x="100" y="12"/>
                    <a:pt x="99" y="12"/>
                  </a:cubicBezTo>
                  <a:close/>
                </a:path>
              </a:pathLst>
            </a:custGeom>
            <a:solidFill>
              <a:schemeClr val="bg1"/>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3" name="Freeform 22"/>
            <p:cNvSpPr>
              <a:spLocks/>
            </p:cNvSpPr>
            <p:nvPr/>
          </p:nvSpPr>
          <p:spPr bwMode="auto">
            <a:xfrm>
              <a:off x="5837238" y="4564063"/>
              <a:ext cx="25400" cy="112713"/>
            </a:xfrm>
            <a:custGeom>
              <a:avLst/>
              <a:gdLst>
                <a:gd name="T0" fmla="*/ 0 w 7"/>
                <a:gd name="T1" fmla="*/ 6 h 30"/>
                <a:gd name="T2" fmla="*/ 0 w 7"/>
                <a:gd name="T3" fmla="*/ 25 h 30"/>
                <a:gd name="T4" fmla="*/ 4 w 7"/>
                <a:gd name="T5" fmla="*/ 30 h 30"/>
                <a:gd name="T6" fmla="*/ 7 w 7"/>
                <a:gd name="T7" fmla="*/ 25 h 30"/>
                <a:gd name="T8" fmla="*/ 7 w 7"/>
                <a:gd name="T9" fmla="*/ 6 h 30"/>
                <a:gd name="T10" fmla="*/ 4 w 7"/>
                <a:gd name="T11" fmla="*/ 0 h 30"/>
                <a:gd name="T12" fmla="*/ 0 w 7"/>
                <a:gd name="T13" fmla="*/ 6 h 30"/>
              </a:gdLst>
              <a:ahLst/>
              <a:cxnLst>
                <a:cxn ang="0">
                  <a:pos x="T0" y="T1"/>
                </a:cxn>
                <a:cxn ang="0">
                  <a:pos x="T2" y="T3"/>
                </a:cxn>
                <a:cxn ang="0">
                  <a:pos x="T4" y="T5"/>
                </a:cxn>
                <a:cxn ang="0">
                  <a:pos x="T6" y="T7"/>
                </a:cxn>
                <a:cxn ang="0">
                  <a:pos x="T8" y="T9"/>
                </a:cxn>
                <a:cxn ang="0">
                  <a:pos x="T10" y="T11"/>
                </a:cxn>
                <a:cxn ang="0">
                  <a:pos x="T12" y="T13"/>
                </a:cxn>
              </a:cxnLst>
              <a:rect l="0" t="0" r="r" b="b"/>
              <a:pathLst>
                <a:path w="7" h="30">
                  <a:moveTo>
                    <a:pt x="0" y="6"/>
                  </a:moveTo>
                  <a:cubicBezTo>
                    <a:pt x="0" y="25"/>
                    <a:pt x="0" y="25"/>
                    <a:pt x="0" y="25"/>
                  </a:cubicBezTo>
                  <a:cubicBezTo>
                    <a:pt x="0" y="28"/>
                    <a:pt x="2" y="30"/>
                    <a:pt x="4" y="30"/>
                  </a:cubicBezTo>
                  <a:cubicBezTo>
                    <a:pt x="5" y="30"/>
                    <a:pt x="7" y="28"/>
                    <a:pt x="7" y="25"/>
                  </a:cubicBezTo>
                  <a:cubicBezTo>
                    <a:pt x="7" y="6"/>
                    <a:pt x="7" y="6"/>
                    <a:pt x="7" y="6"/>
                  </a:cubicBezTo>
                  <a:cubicBezTo>
                    <a:pt x="7" y="3"/>
                    <a:pt x="5" y="0"/>
                    <a:pt x="4" y="0"/>
                  </a:cubicBezTo>
                  <a:cubicBezTo>
                    <a:pt x="2" y="0"/>
                    <a:pt x="0" y="3"/>
                    <a:pt x="0" y="6"/>
                  </a:cubicBezTo>
                  <a:close/>
                </a:path>
              </a:pathLst>
            </a:custGeom>
            <a:solidFill>
              <a:schemeClr val="bg1"/>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4" name="Freeform 23"/>
            <p:cNvSpPr>
              <a:spLocks/>
            </p:cNvSpPr>
            <p:nvPr/>
          </p:nvSpPr>
          <p:spPr bwMode="auto">
            <a:xfrm>
              <a:off x="5394325" y="415926"/>
              <a:ext cx="896938" cy="1525588"/>
            </a:xfrm>
            <a:custGeom>
              <a:avLst/>
              <a:gdLst>
                <a:gd name="T0" fmla="*/ 0 w 565"/>
                <a:gd name="T1" fmla="*/ 961 h 961"/>
                <a:gd name="T2" fmla="*/ 565 w 565"/>
                <a:gd name="T3" fmla="*/ 788 h 961"/>
                <a:gd name="T4" fmla="*/ 565 w 565"/>
                <a:gd name="T5" fmla="*/ 0 h 961"/>
                <a:gd name="T6" fmla="*/ 0 w 565"/>
                <a:gd name="T7" fmla="*/ 232 h 961"/>
                <a:gd name="T8" fmla="*/ 0 w 565"/>
                <a:gd name="T9" fmla="*/ 961 h 961"/>
              </a:gdLst>
              <a:ahLst/>
              <a:cxnLst>
                <a:cxn ang="0">
                  <a:pos x="T0" y="T1"/>
                </a:cxn>
                <a:cxn ang="0">
                  <a:pos x="T2" y="T3"/>
                </a:cxn>
                <a:cxn ang="0">
                  <a:pos x="T4" y="T5"/>
                </a:cxn>
                <a:cxn ang="0">
                  <a:pos x="T6" y="T7"/>
                </a:cxn>
                <a:cxn ang="0">
                  <a:pos x="T8" y="T9"/>
                </a:cxn>
              </a:cxnLst>
              <a:rect l="0" t="0" r="r" b="b"/>
              <a:pathLst>
                <a:path w="565" h="961">
                  <a:moveTo>
                    <a:pt x="0" y="961"/>
                  </a:moveTo>
                  <a:lnTo>
                    <a:pt x="565" y="788"/>
                  </a:lnTo>
                  <a:lnTo>
                    <a:pt x="565" y="0"/>
                  </a:lnTo>
                  <a:lnTo>
                    <a:pt x="0" y="232"/>
                  </a:lnTo>
                  <a:lnTo>
                    <a:pt x="0" y="961"/>
                  </a:lnTo>
                  <a:close/>
                </a:path>
              </a:pathLst>
            </a:custGeom>
            <a:solidFill>
              <a:srgbClr val="FF890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5" name="Freeform 24"/>
            <p:cNvSpPr>
              <a:spLocks/>
            </p:cNvSpPr>
            <p:nvPr/>
          </p:nvSpPr>
          <p:spPr bwMode="auto">
            <a:xfrm>
              <a:off x="6291263" y="415926"/>
              <a:ext cx="1982788" cy="2100263"/>
            </a:xfrm>
            <a:custGeom>
              <a:avLst/>
              <a:gdLst>
                <a:gd name="T0" fmla="*/ 0 w 1249"/>
                <a:gd name="T1" fmla="*/ 0 h 1323"/>
                <a:gd name="T2" fmla="*/ 1249 w 1249"/>
                <a:gd name="T3" fmla="*/ 807 h 1323"/>
                <a:gd name="T4" fmla="*/ 1249 w 1249"/>
                <a:gd name="T5" fmla="*/ 1323 h 1323"/>
                <a:gd name="T6" fmla="*/ 0 w 1249"/>
                <a:gd name="T7" fmla="*/ 788 h 1323"/>
                <a:gd name="T8" fmla="*/ 0 w 1249"/>
                <a:gd name="T9" fmla="*/ 0 h 1323"/>
              </a:gdLst>
              <a:ahLst/>
              <a:cxnLst>
                <a:cxn ang="0">
                  <a:pos x="T0" y="T1"/>
                </a:cxn>
                <a:cxn ang="0">
                  <a:pos x="T2" y="T3"/>
                </a:cxn>
                <a:cxn ang="0">
                  <a:pos x="T4" y="T5"/>
                </a:cxn>
                <a:cxn ang="0">
                  <a:pos x="T6" y="T7"/>
                </a:cxn>
                <a:cxn ang="0">
                  <a:pos x="T8" y="T9"/>
                </a:cxn>
              </a:cxnLst>
              <a:rect l="0" t="0" r="r" b="b"/>
              <a:pathLst>
                <a:path w="1249" h="1323">
                  <a:moveTo>
                    <a:pt x="0" y="0"/>
                  </a:moveTo>
                  <a:lnTo>
                    <a:pt x="1249" y="807"/>
                  </a:lnTo>
                  <a:lnTo>
                    <a:pt x="1249" y="1323"/>
                  </a:lnTo>
                  <a:lnTo>
                    <a:pt x="0" y="788"/>
                  </a:lnTo>
                  <a:lnTo>
                    <a:pt x="0" y="0"/>
                  </a:lnTo>
                  <a:close/>
                </a:path>
              </a:pathLst>
            </a:custGeom>
            <a:solidFill>
              <a:srgbClr val="E27C0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6" name="Freeform 25"/>
            <p:cNvSpPr>
              <a:spLocks/>
            </p:cNvSpPr>
            <p:nvPr/>
          </p:nvSpPr>
          <p:spPr bwMode="auto">
            <a:xfrm>
              <a:off x="5394325" y="1666876"/>
              <a:ext cx="2879725" cy="849313"/>
            </a:xfrm>
            <a:custGeom>
              <a:avLst/>
              <a:gdLst>
                <a:gd name="T0" fmla="*/ 0 w 1814"/>
                <a:gd name="T1" fmla="*/ 173 h 535"/>
                <a:gd name="T2" fmla="*/ 1239 w 1814"/>
                <a:gd name="T3" fmla="*/ 535 h 535"/>
                <a:gd name="T4" fmla="*/ 1814 w 1814"/>
                <a:gd name="T5" fmla="*/ 535 h 535"/>
                <a:gd name="T6" fmla="*/ 565 w 1814"/>
                <a:gd name="T7" fmla="*/ 0 h 535"/>
                <a:gd name="T8" fmla="*/ 0 w 1814"/>
                <a:gd name="T9" fmla="*/ 173 h 535"/>
              </a:gdLst>
              <a:ahLst/>
              <a:cxnLst>
                <a:cxn ang="0">
                  <a:pos x="T0" y="T1"/>
                </a:cxn>
                <a:cxn ang="0">
                  <a:pos x="T2" y="T3"/>
                </a:cxn>
                <a:cxn ang="0">
                  <a:pos x="T4" y="T5"/>
                </a:cxn>
                <a:cxn ang="0">
                  <a:pos x="T6" y="T7"/>
                </a:cxn>
                <a:cxn ang="0">
                  <a:pos x="T8" y="T9"/>
                </a:cxn>
              </a:cxnLst>
              <a:rect l="0" t="0" r="r" b="b"/>
              <a:pathLst>
                <a:path w="1814" h="535">
                  <a:moveTo>
                    <a:pt x="0" y="173"/>
                  </a:moveTo>
                  <a:lnTo>
                    <a:pt x="1239" y="535"/>
                  </a:lnTo>
                  <a:lnTo>
                    <a:pt x="1814" y="535"/>
                  </a:lnTo>
                  <a:lnTo>
                    <a:pt x="565" y="0"/>
                  </a:lnTo>
                  <a:lnTo>
                    <a:pt x="0" y="173"/>
                  </a:lnTo>
                  <a:close/>
                </a:path>
              </a:pathLst>
            </a:custGeom>
            <a:solidFill>
              <a:srgbClr val="C46B0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7" name="Freeform 26"/>
            <p:cNvSpPr>
              <a:spLocks noEditPoints="1"/>
            </p:cNvSpPr>
            <p:nvPr/>
          </p:nvSpPr>
          <p:spPr bwMode="auto">
            <a:xfrm>
              <a:off x="5661025" y="927101"/>
              <a:ext cx="330200" cy="530225"/>
            </a:xfrm>
            <a:custGeom>
              <a:avLst/>
              <a:gdLst>
                <a:gd name="T0" fmla="*/ 83 w 88"/>
                <a:gd name="T1" fmla="*/ 0 h 141"/>
                <a:gd name="T2" fmla="*/ 69 w 88"/>
                <a:gd name="T3" fmla="*/ 6 h 141"/>
                <a:gd name="T4" fmla="*/ 64 w 88"/>
                <a:gd name="T5" fmla="*/ 8 h 141"/>
                <a:gd name="T6" fmla="*/ 23 w 88"/>
                <a:gd name="T7" fmla="*/ 26 h 141"/>
                <a:gd name="T8" fmla="*/ 18 w 88"/>
                <a:gd name="T9" fmla="*/ 28 h 141"/>
                <a:gd name="T10" fmla="*/ 4 w 88"/>
                <a:gd name="T11" fmla="*/ 34 h 141"/>
                <a:gd name="T12" fmla="*/ 29 w 88"/>
                <a:gd name="T13" fmla="*/ 89 h 141"/>
                <a:gd name="T14" fmla="*/ 29 w 88"/>
                <a:gd name="T15" fmla="*/ 89 h 141"/>
                <a:gd name="T16" fmla="*/ 38 w 88"/>
                <a:gd name="T17" fmla="*/ 98 h 141"/>
                <a:gd name="T18" fmla="*/ 39 w 88"/>
                <a:gd name="T19" fmla="*/ 124 h 141"/>
                <a:gd name="T20" fmla="*/ 34 w 88"/>
                <a:gd name="T21" fmla="*/ 126 h 141"/>
                <a:gd name="T22" fmla="*/ 30 w 88"/>
                <a:gd name="T23" fmla="*/ 135 h 141"/>
                <a:gd name="T24" fmla="*/ 34 w 88"/>
                <a:gd name="T25" fmla="*/ 141 h 141"/>
                <a:gd name="T26" fmla="*/ 55 w 88"/>
                <a:gd name="T27" fmla="*/ 132 h 141"/>
                <a:gd name="T28" fmla="*/ 59 w 88"/>
                <a:gd name="T29" fmla="*/ 123 h 141"/>
                <a:gd name="T30" fmla="*/ 55 w 88"/>
                <a:gd name="T31" fmla="*/ 117 h 141"/>
                <a:gd name="T32" fmla="*/ 50 w 88"/>
                <a:gd name="T33" fmla="*/ 119 h 141"/>
                <a:gd name="T34" fmla="*/ 50 w 88"/>
                <a:gd name="T35" fmla="*/ 93 h 141"/>
                <a:gd name="T36" fmla="*/ 59 w 88"/>
                <a:gd name="T37" fmla="*/ 76 h 141"/>
                <a:gd name="T38" fmla="*/ 59 w 88"/>
                <a:gd name="T39" fmla="*/ 76 h 141"/>
                <a:gd name="T40" fmla="*/ 83 w 88"/>
                <a:gd name="T41" fmla="*/ 0 h 141"/>
                <a:gd name="T42" fmla="*/ 10 w 88"/>
                <a:gd name="T43" fmla="*/ 43 h 141"/>
                <a:gd name="T44" fmla="*/ 18 w 88"/>
                <a:gd name="T45" fmla="*/ 39 h 141"/>
                <a:gd name="T46" fmla="*/ 24 w 88"/>
                <a:gd name="T47" fmla="*/ 77 h 141"/>
                <a:gd name="T48" fmla="*/ 10 w 88"/>
                <a:gd name="T49" fmla="*/ 43 h 141"/>
                <a:gd name="T50" fmla="*/ 63 w 88"/>
                <a:gd name="T51" fmla="*/ 60 h 141"/>
                <a:gd name="T52" fmla="*/ 68 w 88"/>
                <a:gd name="T53" fmla="*/ 18 h 141"/>
                <a:gd name="T54" fmla="*/ 78 w 88"/>
                <a:gd name="T55" fmla="*/ 14 h 141"/>
                <a:gd name="T56" fmla="*/ 63 w 88"/>
                <a:gd name="T57" fmla="*/ 6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8" h="141">
                  <a:moveTo>
                    <a:pt x="83" y="0"/>
                  </a:moveTo>
                  <a:cubicBezTo>
                    <a:pt x="69" y="6"/>
                    <a:pt x="69" y="6"/>
                    <a:pt x="69" y="6"/>
                  </a:cubicBezTo>
                  <a:cubicBezTo>
                    <a:pt x="64" y="8"/>
                    <a:pt x="64" y="8"/>
                    <a:pt x="64" y="8"/>
                  </a:cubicBezTo>
                  <a:cubicBezTo>
                    <a:pt x="23" y="26"/>
                    <a:pt x="23" y="26"/>
                    <a:pt x="23" y="26"/>
                  </a:cubicBezTo>
                  <a:cubicBezTo>
                    <a:pt x="18" y="28"/>
                    <a:pt x="18" y="28"/>
                    <a:pt x="18" y="28"/>
                  </a:cubicBezTo>
                  <a:cubicBezTo>
                    <a:pt x="4" y="34"/>
                    <a:pt x="4" y="34"/>
                    <a:pt x="4" y="34"/>
                  </a:cubicBezTo>
                  <a:cubicBezTo>
                    <a:pt x="4" y="34"/>
                    <a:pt x="0" y="101"/>
                    <a:pt x="29" y="89"/>
                  </a:cubicBezTo>
                  <a:cubicBezTo>
                    <a:pt x="29" y="89"/>
                    <a:pt x="29" y="89"/>
                    <a:pt x="29" y="89"/>
                  </a:cubicBezTo>
                  <a:cubicBezTo>
                    <a:pt x="32" y="94"/>
                    <a:pt x="35" y="97"/>
                    <a:pt x="38" y="98"/>
                  </a:cubicBezTo>
                  <a:cubicBezTo>
                    <a:pt x="39" y="124"/>
                    <a:pt x="39" y="124"/>
                    <a:pt x="39" y="124"/>
                  </a:cubicBezTo>
                  <a:cubicBezTo>
                    <a:pt x="34" y="126"/>
                    <a:pt x="34" y="126"/>
                    <a:pt x="34" y="126"/>
                  </a:cubicBezTo>
                  <a:cubicBezTo>
                    <a:pt x="32" y="127"/>
                    <a:pt x="30" y="131"/>
                    <a:pt x="30" y="135"/>
                  </a:cubicBezTo>
                  <a:cubicBezTo>
                    <a:pt x="30" y="139"/>
                    <a:pt x="32" y="141"/>
                    <a:pt x="34" y="141"/>
                  </a:cubicBezTo>
                  <a:cubicBezTo>
                    <a:pt x="55" y="132"/>
                    <a:pt x="55" y="132"/>
                    <a:pt x="55" y="132"/>
                  </a:cubicBezTo>
                  <a:cubicBezTo>
                    <a:pt x="57" y="131"/>
                    <a:pt x="59" y="127"/>
                    <a:pt x="59" y="123"/>
                  </a:cubicBezTo>
                  <a:cubicBezTo>
                    <a:pt x="58" y="119"/>
                    <a:pt x="57" y="116"/>
                    <a:pt x="55" y="117"/>
                  </a:cubicBezTo>
                  <a:cubicBezTo>
                    <a:pt x="50" y="119"/>
                    <a:pt x="50" y="119"/>
                    <a:pt x="50" y="119"/>
                  </a:cubicBezTo>
                  <a:cubicBezTo>
                    <a:pt x="50" y="93"/>
                    <a:pt x="50" y="93"/>
                    <a:pt x="50" y="93"/>
                  </a:cubicBezTo>
                  <a:cubicBezTo>
                    <a:pt x="53" y="89"/>
                    <a:pt x="56" y="83"/>
                    <a:pt x="59" y="76"/>
                  </a:cubicBezTo>
                  <a:cubicBezTo>
                    <a:pt x="59" y="76"/>
                    <a:pt x="59" y="76"/>
                    <a:pt x="59" y="76"/>
                  </a:cubicBezTo>
                  <a:cubicBezTo>
                    <a:pt x="88" y="63"/>
                    <a:pt x="83" y="0"/>
                    <a:pt x="83" y="0"/>
                  </a:cubicBezTo>
                  <a:close/>
                  <a:moveTo>
                    <a:pt x="10" y="43"/>
                  </a:moveTo>
                  <a:cubicBezTo>
                    <a:pt x="18" y="39"/>
                    <a:pt x="18" y="39"/>
                    <a:pt x="18" y="39"/>
                  </a:cubicBezTo>
                  <a:cubicBezTo>
                    <a:pt x="19" y="54"/>
                    <a:pt x="21" y="67"/>
                    <a:pt x="24" y="77"/>
                  </a:cubicBezTo>
                  <a:cubicBezTo>
                    <a:pt x="19" y="77"/>
                    <a:pt x="10" y="73"/>
                    <a:pt x="10" y="43"/>
                  </a:cubicBezTo>
                  <a:close/>
                  <a:moveTo>
                    <a:pt x="63" y="60"/>
                  </a:moveTo>
                  <a:cubicBezTo>
                    <a:pt x="66" y="48"/>
                    <a:pt x="68" y="33"/>
                    <a:pt x="68" y="18"/>
                  </a:cubicBezTo>
                  <a:cubicBezTo>
                    <a:pt x="78" y="14"/>
                    <a:pt x="78" y="14"/>
                    <a:pt x="78" y="14"/>
                  </a:cubicBezTo>
                  <a:cubicBezTo>
                    <a:pt x="78" y="45"/>
                    <a:pt x="68" y="57"/>
                    <a:pt x="63" y="60"/>
                  </a:cubicBezTo>
                  <a:close/>
                </a:path>
              </a:pathLst>
            </a:custGeom>
            <a:solidFill>
              <a:schemeClr val="bg1"/>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8" name="Freeform 27"/>
            <p:cNvSpPr>
              <a:spLocks/>
            </p:cNvSpPr>
            <p:nvPr/>
          </p:nvSpPr>
          <p:spPr bwMode="auto">
            <a:xfrm>
              <a:off x="5394325" y="2674938"/>
              <a:ext cx="2879725" cy="514350"/>
            </a:xfrm>
            <a:custGeom>
              <a:avLst/>
              <a:gdLst>
                <a:gd name="T0" fmla="*/ 0 w 1814"/>
                <a:gd name="T1" fmla="*/ 118 h 324"/>
                <a:gd name="T2" fmla="*/ 1258 w 1814"/>
                <a:gd name="T3" fmla="*/ 324 h 324"/>
                <a:gd name="T4" fmla="*/ 1814 w 1814"/>
                <a:gd name="T5" fmla="*/ 317 h 324"/>
                <a:gd name="T6" fmla="*/ 565 w 1814"/>
                <a:gd name="T7" fmla="*/ 0 h 324"/>
                <a:gd name="T8" fmla="*/ 0 w 1814"/>
                <a:gd name="T9" fmla="*/ 118 h 324"/>
              </a:gdLst>
              <a:ahLst/>
              <a:cxnLst>
                <a:cxn ang="0">
                  <a:pos x="T0" y="T1"/>
                </a:cxn>
                <a:cxn ang="0">
                  <a:pos x="T2" y="T3"/>
                </a:cxn>
                <a:cxn ang="0">
                  <a:pos x="T4" y="T5"/>
                </a:cxn>
                <a:cxn ang="0">
                  <a:pos x="T6" y="T7"/>
                </a:cxn>
                <a:cxn ang="0">
                  <a:pos x="T8" y="T9"/>
                </a:cxn>
              </a:cxnLst>
              <a:rect l="0" t="0" r="r" b="b"/>
              <a:pathLst>
                <a:path w="1814" h="324">
                  <a:moveTo>
                    <a:pt x="0" y="118"/>
                  </a:moveTo>
                  <a:lnTo>
                    <a:pt x="1258" y="324"/>
                  </a:lnTo>
                  <a:lnTo>
                    <a:pt x="1814" y="317"/>
                  </a:lnTo>
                  <a:lnTo>
                    <a:pt x="565" y="0"/>
                  </a:lnTo>
                  <a:lnTo>
                    <a:pt x="0" y="118"/>
                  </a:lnTo>
                  <a:close/>
                </a:path>
              </a:pathLst>
            </a:custGeom>
            <a:solidFill>
              <a:srgbClr val="78941E"/>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9" name="Freeform 28"/>
            <p:cNvSpPr>
              <a:spLocks/>
            </p:cNvSpPr>
            <p:nvPr/>
          </p:nvSpPr>
          <p:spPr bwMode="auto">
            <a:xfrm>
              <a:off x="5394325" y="1787526"/>
              <a:ext cx="896938" cy="1074738"/>
            </a:xfrm>
            <a:custGeom>
              <a:avLst/>
              <a:gdLst>
                <a:gd name="T0" fmla="*/ 0 w 565"/>
                <a:gd name="T1" fmla="*/ 677 h 677"/>
                <a:gd name="T2" fmla="*/ 565 w 565"/>
                <a:gd name="T3" fmla="*/ 559 h 677"/>
                <a:gd name="T4" fmla="*/ 565 w 565"/>
                <a:gd name="T5" fmla="*/ 0 h 677"/>
                <a:gd name="T6" fmla="*/ 0 w 565"/>
                <a:gd name="T7" fmla="*/ 154 h 677"/>
                <a:gd name="T8" fmla="*/ 0 w 565"/>
                <a:gd name="T9" fmla="*/ 677 h 677"/>
              </a:gdLst>
              <a:ahLst/>
              <a:cxnLst>
                <a:cxn ang="0">
                  <a:pos x="T0" y="T1"/>
                </a:cxn>
                <a:cxn ang="0">
                  <a:pos x="T2" y="T3"/>
                </a:cxn>
                <a:cxn ang="0">
                  <a:pos x="T4" y="T5"/>
                </a:cxn>
                <a:cxn ang="0">
                  <a:pos x="T6" y="T7"/>
                </a:cxn>
                <a:cxn ang="0">
                  <a:pos x="T8" y="T9"/>
                </a:cxn>
              </a:cxnLst>
              <a:rect l="0" t="0" r="r" b="b"/>
              <a:pathLst>
                <a:path w="565" h="677">
                  <a:moveTo>
                    <a:pt x="0" y="677"/>
                  </a:moveTo>
                  <a:lnTo>
                    <a:pt x="565" y="559"/>
                  </a:lnTo>
                  <a:lnTo>
                    <a:pt x="565" y="0"/>
                  </a:lnTo>
                  <a:lnTo>
                    <a:pt x="0" y="154"/>
                  </a:lnTo>
                  <a:lnTo>
                    <a:pt x="0" y="677"/>
                  </a:lnTo>
                  <a:close/>
                </a:path>
              </a:pathLst>
            </a:custGeom>
            <a:solidFill>
              <a:srgbClr val="9FC628"/>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0" name="Freeform 29"/>
            <p:cNvSpPr>
              <a:spLocks/>
            </p:cNvSpPr>
            <p:nvPr/>
          </p:nvSpPr>
          <p:spPr bwMode="auto">
            <a:xfrm>
              <a:off x="6291263" y="1787526"/>
              <a:ext cx="1982788" cy="1390650"/>
            </a:xfrm>
            <a:custGeom>
              <a:avLst/>
              <a:gdLst>
                <a:gd name="T0" fmla="*/ 0 w 1249"/>
                <a:gd name="T1" fmla="*/ 559 h 876"/>
                <a:gd name="T2" fmla="*/ 1249 w 1249"/>
                <a:gd name="T3" fmla="*/ 876 h 876"/>
                <a:gd name="T4" fmla="*/ 1249 w 1249"/>
                <a:gd name="T5" fmla="*/ 511 h 876"/>
                <a:gd name="T6" fmla="*/ 0 w 1249"/>
                <a:gd name="T7" fmla="*/ 0 h 876"/>
                <a:gd name="T8" fmla="*/ 0 w 1249"/>
                <a:gd name="T9" fmla="*/ 559 h 876"/>
              </a:gdLst>
              <a:ahLst/>
              <a:cxnLst>
                <a:cxn ang="0">
                  <a:pos x="T0" y="T1"/>
                </a:cxn>
                <a:cxn ang="0">
                  <a:pos x="T2" y="T3"/>
                </a:cxn>
                <a:cxn ang="0">
                  <a:pos x="T4" y="T5"/>
                </a:cxn>
                <a:cxn ang="0">
                  <a:pos x="T6" y="T7"/>
                </a:cxn>
                <a:cxn ang="0">
                  <a:pos x="T8" y="T9"/>
                </a:cxn>
              </a:cxnLst>
              <a:rect l="0" t="0" r="r" b="b"/>
              <a:pathLst>
                <a:path w="1249" h="876">
                  <a:moveTo>
                    <a:pt x="0" y="559"/>
                  </a:moveTo>
                  <a:lnTo>
                    <a:pt x="1249" y="876"/>
                  </a:lnTo>
                  <a:lnTo>
                    <a:pt x="1249" y="511"/>
                  </a:lnTo>
                  <a:lnTo>
                    <a:pt x="0" y="0"/>
                  </a:lnTo>
                  <a:lnTo>
                    <a:pt x="0" y="559"/>
                  </a:lnTo>
                  <a:close/>
                </a:path>
              </a:pathLst>
            </a:custGeom>
            <a:solidFill>
              <a:srgbClr val="9FC628"/>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1" name="Freeform 30"/>
            <p:cNvSpPr>
              <a:spLocks/>
            </p:cNvSpPr>
            <p:nvPr/>
          </p:nvSpPr>
          <p:spPr bwMode="auto">
            <a:xfrm>
              <a:off x="5614988" y="1998663"/>
              <a:ext cx="447675" cy="423863"/>
            </a:xfrm>
            <a:custGeom>
              <a:avLst/>
              <a:gdLst>
                <a:gd name="T0" fmla="*/ 144 w 282"/>
                <a:gd name="T1" fmla="*/ 111 h 267"/>
                <a:gd name="T2" fmla="*/ 170 w 282"/>
                <a:gd name="T3" fmla="*/ 130 h 267"/>
                <a:gd name="T4" fmla="*/ 265 w 282"/>
                <a:gd name="T5" fmla="*/ 28 h 267"/>
                <a:gd name="T6" fmla="*/ 267 w 282"/>
                <a:gd name="T7" fmla="*/ 33 h 267"/>
                <a:gd name="T8" fmla="*/ 282 w 282"/>
                <a:gd name="T9" fmla="*/ 0 h 267"/>
                <a:gd name="T10" fmla="*/ 253 w 282"/>
                <a:gd name="T11" fmla="*/ 14 h 267"/>
                <a:gd name="T12" fmla="*/ 258 w 282"/>
                <a:gd name="T13" fmla="*/ 19 h 267"/>
                <a:gd name="T14" fmla="*/ 170 w 282"/>
                <a:gd name="T15" fmla="*/ 111 h 267"/>
                <a:gd name="T16" fmla="*/ 147 w 282"/>
                <a:gd name="T17" fmla="*/ 92 h 267"/>
                <a:gd name="T18" fmla="*/ 0 w 282"/>
                <a:gd name="T19" fmla="*/ 260 h 267"/>
                <a:gd name="T20" fmla="*/ 10 w 282"/>
                <a:gd name="T21" fmla="*/ 267 h 267"/>
                <a:gd name="T22" fmla="*/ 144 w 282"/>
                <a:gd name="T23" fmla="*/ 111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2" h="267">
                  <a:moveTo>
                    <a:pt x="144" y="111"/>
                  </a:moveTo>
                  <a:lnTo>
                    <a:pt x="170" y="130"/>
                  </a:lnTo>
                  <a:lnTo>
                    <a:pt x="265" y="28"/>
                  </a:lnTo>
                  <a:lnTo>
                    <a:pt x="267" y="33"/>
                  </a:lnTo>
                  <a:lnTo>
                    <a:pt x="282" y="0"/>
                  </a:lnTo>
                  <a:lnTo>
                    <a:pt x="253" y="14"/>
                  </a:lnTo>
                  <a:lnTo>
                    <a:pt x="258" y="19"/>
                  </a:lnTo>
                  <a:lnTo>
                    <a:pt x="170" y="111"/>
                  </a:lnTo>
                  <a:lnTo>
                    <a:pt x="147" y="92"/>
                  </a:lnTo>
                  <a:lnTo>
                    <a:pt x="0" y="260"/>
                  </a:lnTo>
                  <a:lnTo>
                    <a:pt x="10" y="267"/>
                  </a:lnTo>
                  <a:lnTo>
                    <a:pt x="144" y="111"/>
                  </a:lnTo>
                  <a:close/>
                </a:path>
              </a:pathLst>
            </a:custGeom>
            <a:solidFill>
              <a:schemeClr val="bg1"/>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2" name="Freeform 31"/>
            <p:cNvSpPr>
              <a:spLocks/>
            </p:cNvSpPr>
            <p:nvPr/>
          </p:nvSpPr>
          <p:spPr bwMode="auto">
            <a:xfrm>
              <a:off x="5603875" y="2216151"/>
              <a:ext cx="428625" cy="420688"/>
            </a:xfrm>
            <a:custGeom>
              <a:avLst/>
              <a:gdLst>
                <a:gd name="T0" fmla="*/ 97 w 114"/>
                <a:gd name="T1" fmla="*/ 65 h 112"/>
                <a:gd name="T2" fmla="*/ 97 w 114"/>
                <a:gd name="T3" fmla="*/ 64 h 112"/>
                <a:gd name="T4" fmla="*/ 102 w 114"/>
                <a:gd name="T5" fmla="*/ 4 h 112"/>
                <a:gd name="T6" fmla="*/ 98 w 114"/>
                <a:gd name="T7" fmla="*/ 0 h 112"/>
                <a:gd name="T8" fmla="*/ 92 w 114"/>
                <a:gd name="T9" fmla="*/ 7 h 112"/>
                <a:gd name="T10" fmla="*/ 88 w 114"/>
                <a:gd name="T11" fmla="*/ 67 h 112"/>
                <a:gd name="T12" fmla="*/ 88 w 114"/>
                <a:gd name="T13" fmla="*/ 68 h 112"/>
                <a:gd name="T14" fmla="*/ 64 w 114"/>
                <a:gd name="T15" fmla="*/ 76 h 112"/>
                <a:gd name="T16" fmla="*/ 64 w 114"/>
                <a:gd name="T17" fmla="*/ 74 h 112"/>
                <a:gd name="T18" fmla="*/ 67 w 114"/>
                <a:gd name="T19" fmla="*/ 30 h 112"/>
                <a:gd name="T20" fmla="*/ 63 w 114"/>
                <a:gd name="T21" fmla="*/ 27 h 112"/>
                <a:gd name="T22" fmla="*/ 58 w 114"/>
                <a:gd name="T23" fmla="*/ 33 h 112"/>
                <a:gd name="T24" fmla="*/ 54 w 114"/>
                <a:gd name="T25" fmla="*/ 77 h 112"/>
                <a:gd name="T26" fmla="*/ 54 w 114"/>
                <a:gd name="T27" fmla="*/ 79 h 112"/>
                <a:gd name="T28" fmla="*/ 28 w 114"/>
                <a:gd name="T29" fmla="*/ 87 h 112"/>
                <a:gd name="T30" fmla="*/ 29 w 114"/>
                <a:gd name="T31" fmla="*/ 85 h 112"/>
                <a:gd name="T32" fmla="*/ 30 w 114"/>
                <a:gd name="T33" fmla="*/ 67 h 112"/>
                <a:gd name="T34" fmla="*/ 26 w 114"/>
                <a:gd name="T35" fmla="*/ 63 h 112"/>
                <a:gd name="T36" fmla="*/ 21 w 114"/>
                <a:gd name="T37" fmla="*/ 70 h 112"/>
                <a:gd name="T38" fmla="*/ 19 w 114"/>
                <a:gd name="T39" fmla="*/ 88 h 112"/>
                <a:gd name="T40" fmla="*/ 19 w 114"/>
                <a:gd name="T41" fmla="*/ 90 h 112"/>
                <a:gd name="T42" fmla="*/ 2 w 114"/>
                <a:gd name="T43" fmla="*/ 95 h 112"/>
                <a:gd name="T44" fmla="*/ 0 w 114"/>
                <a:gd name="T45" fmla="*/ 112 h 112"/>
                <a:gd name="T46" fmla="*/ 112 w 114"/>
                <a:gd name="T47" fmla="*/ 81 h 112"/>
                <a:gd name="T48" fmla="*/ 114 w 114"/>
                <a:gd name="T49" fmla="*/ 60 h 112"/>
                <a:gd name="T50" fmla="*/ 97 w 114"/>
                <a:gd name="T51" fmla="*/ 65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4" h="112">
                  <a:moveTo>
                    <a:pt x="97" y="65"/>
                  </a:moveTo>
                  <a:cubicBezTo>
                    <a:pt x="97" y="65"/>
                    <a:pt x="97" y="64"/>
                    <a:pt x="97" y="64"/>
                  </a:cubicBezTo>
                  <a:cubicBezTo>
                    <a:pt x="102" y="4"/>
                    <a:pt x="102" y="4"/>
                    <a:pt x="102" y="4"/>
                  </a:cubicBezTo>
                  <a:cubicBezTo>
                    <a:pt x="102" y="1"/>
                    <a:pt x="100" y="0"/>
                    <a:pt x="98" y="0"/>
                  </a:cubicBezTo>
                  <a:cubicBezTo>
                    <a:pt x="95" y="1"/>
                    <a:pt x="93" y="4"/>
                    <a:pt x="92" y="7"/>
                  </a:cubicBezTo>
                  <a:cubicBezTo>
                    <a:pt x="88" y="67"/>
                    <a:pt x="88" y="67"/>
                    <a:pt x="88" y="67"/>
                  </a:cubicBezTo>
                  <a:cubicBezTo>
                    <a:pt x="88" y="67"/>
                    <a:pt x="88" y="68"/>
                    <a:pt x="88" y="68"/>
                  </a:cubicBezTo>
                  <a:cubicBezTo>
                    <a:pt x="64" y="76"/>
                    <a:pt x="64" y="76"/>
                    <a:pt x="64" y="76"/>
                  </a:cubicBezTo>
                  <a:cubicBezTo>
                    <a:pt x="64" y="75"/>
                    <a:pt x="64" y="75"/>
                    <a:pt x="64" y="74"/>
                  </a:cubicBezTo>
                  <a:cubicBezTo>
                    <a:pt x="67" y="30"/>
                    <a:pt x="67" y="30"/>
                    <a:pt x="67" y="30"/>
                  </a:cubicBezTo>
                  <a:cubicBezTo>
                    <a:pt x="68" y="27"/>
                    <a:pt x="66" y="26"/>
                    <a:pt x="63" y="27"/>
                  </a:cubicBezTo>
                  <a:cubicBezTo>
                    <a:pt x="60" y="27"/>
                    <a:pt x="58" y="30"/>
                    <a:pt x="58" y="33"/>
                  </a:cubicBezTo>
                  <a:cubicBezTo>
                    <a:pt x="54" y="77"/>
                    <a:pt x="54" y="77"/>
                    <a:pt x="54" y="77"/>
                  </a:cubicBezTo>
                  <a:cubicBezTo>
                    <a:pt x="54" y="78"/>
                    <a:pt x="54" y="78"/>
                    <a:pt x="54" y="79"/>
                  </a:cubicBezTo>
                  <a:cubicBezTo>
                    <a:pt x="28" y="87"/>
                    <a:pt x="28" y="87"/>
                    <a:pt x="28" y="87"/>
                  </a:cubicBezTo>
                  <a:cubicBezTo>
                    <a:pt x="29" y="86"/>
                    <a:pt x="29" y="86"/>
                    <a:pt x="29" y="85"/>
                  </a:cubicBezTo>
                  <a:cubicBezTo>
                    <a:pt x="30" y="67"/>
                    <a:pt x="30" y="67"/>
                    <a:pt x="30" y="67"/>
                  </a:cubicBezTo>
                  <a:cubicBezTo>
                    <a:pt x="30" y="64"/>
                    <a:pt x="28" y="62"/>
                    <a:pt x="26" y="63"/>
                  </a:cubicBezTo>
                  <a:cubicBezTo>
                    <a:pt x="23" y="64"/>
                    <a:pt x="21" y="67"/>
                    <a:pt x="21" y="70"/>
                  </a:cubicBezTo>
                  <a:cubicBezTo>
                    <a:pt x="19" y="88"/>
                    <a:pt x="19" y="88"/>
                    <a:pt x="19" y="88"/>
                  </a:cubicBezTo>
                  <a:cubicBezTo>
                    <a:pt x="19" y="89"/>
                    <a:pt x="19" y="89"/>
                    <a:pt x="19" y="90"/>
                  </a:cubicBezTo>
                  <a:cubicBezTo>
                    <a:pt x="2" y="95"/>
                    <a:pt x="2" y="95"/>
                    <a:pt x="2" y="95"/>
                  </a:cubicBezTo>
                  <a:cubicBezTo>
                    <a:pt x="0" y="112"/>
                    <a:pt x="0" y="112"/>
                    <a:pt x="0" y="112"/>
                  </a:cubicBezTo>
                  <a:cubicBezTo>
                    <a:pt x="112" y="81"/>
                    <a:pt x="112" y="81"/>
                    <a:pt x="112" y="81"/>
                  </a:cubicBezTo>
                  <a:cubicBezTo>
                    <a:pt x="114" y="60"/>
                    <a:pt x="114" y="60"/>
                    <a:pt x="114" y="60"/>
                  </a:cubicBezTo>
                  <a:lnTo>
                    <a:pt x="97" y="65"/>
                  </a:lnTo>
                  <a:close/>
                </a:path>
              </a:pathLst>
            </a:custGeom>
            <a:solidFill>
              <a:schemeClr val="bg1"/>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3" name="Freeform 32"/>
            <p:cNvSpPr>
              <a:spLocks/>
            </p:cNvSpPr>
            <p:nvPr/>
          </p:nvSpPr>
          <p:spPr bwMode="auto">
            <a:xfrm>
              <a:off x="5394325" y="2798763"/>
              <a:ext cx="896938" cy="1209675"/>
            </a:xfrm>
            <a:custGeom>
              <a:avLst/>
              <a:gdLst>
                <a:gd name="T0" fmla="*/ 0 w 565"/>
                <a:gd name="T1" fmla="*/ 762 h 762"/>
                <a:gd name="T2" fmla="*/ 565 w 565"/>
                <a:gd name="T3" fmla="*/ 750 h 762"/>
                <a:gd name="T4" fmla="*/ 565 w 565"/>
                <a:gd name="T5" fmla="*/ 0 h 762"/>
                <a:gd name="T6" fmla="*/ 0 w 565"/>
                <a:gd name="T7" fmla="*/ 83 h 762"/>
                <a:gd name="T8" fmla="*/ 0 w 565"/>
                <a:gd name="T9" fmla="*/ 762 h 762"/>
              </a:gdLst>
              <a:ahLst/>
              <a:cxnLst>
                <a:cxn ang="0">
                  <a:pos x="T0" y="T1"/>
                </a:cxn>
                <a:cxn ang="0">
                  <a:pos x="T2" y="T3"/>
                </a:cxn>
                <a:cxn ang="0">
                  <a:pos x="T4" y="T5"/>
                </a:cxn>
                <a:cxn ang="0">
                  <a:pos x="T6" y="T7"/>
                </a:cxn>
                <a:cxn ang="0">
                  <a:pos x="T8" y="T9"/>
                </a:cxn>
              </a:cxnLst>
              <a:rect l="0" t="0" r="r" b="b"/>
              <a:pathLst>
                <a:path w="565" h="762">
                  <a:moveTo>
                    <a:pt x="0" y="762"/>
                  </a:moveTo>
                  <a:lnTo>
                    <a:pt x="565" y="750"/>
                  </a:lnTo>
                  <a:lnTo>
                    <a:pt x="565" y="0"/>
                  </a:lnTo>
                  <a:lnTo>
                    <a:pt x="0" y="83"/>
                  </a:lnTo>
                  <a:lnTo>
                    <a:pt x="0" y="762"/>
                  </a:lnTo>
                  <a:close/>
                </a:path>
              </a:pathLst>
            </a:custGeom>
            <a:solidFill>
              <a:srgbClr val="6D5DA5"/>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4" name="Freeform 33"/>
            <p:cNvSpPr>
              <a:spLocks/>
            </p:cNvSpPr>
            <p:nvPr/>
          </p:nvSpPr>
          <p:spPr bwMode="auto">
            <a:xfrm>
              <a:off x="6291263" y="2798763"/>
              <a:ext cx="1982788" cy="1270000"/>
            </a:xfrm>
            <a:custGeom>
              <a:avLst/>
              <a:gdLst>
                <a:gd name="T0" fmla="*/ 1249 w 1249"/>
                <a:gd name="T1" fmla="*/ 800 h 800"/>
                <a:gd name="T2" fmla="*/ 0 w 1249"/>
                <a:gd name="T3" fmla="*/ 750 h 800"/>
                <a:gd name="T4" fmla="*/ 0 w 1249"/>
                <a:gd name="T5" fmla="*/ 0 h 800"/>
                <a:gd name="T6" fmla="*/ 1249 w 1249"/>
                <a:gd name="T7" fmla="*/ 279 h 800"/>
                <a:gd name="T8" fmla="*/ 1249 w 1249"/>
                <a:gd name="T9" fmla="*/ 800 h 800"/>
              </a:gdLst>
              <a:ahLst/>
              <a:cxnLst>
                <a:cxn ang="0">
                  <a:pos x="T0" y="T1"/>
                </a:cxn>
                <a:cxn ang="0">
                  <a:pos x="T2" y="T3"/>
                </a:cxn>
                <a:cxn ang="0">
                  <a:pos x="T4" y="T5"/>
                </a:cxn>
                <a:cxn ang="0">
                  <a:pos x="T6" y="T7"/>
                </a:cxn>
                <a:cxn ang="0">
                  <a:pos x="T8" y="T9"/>
                </a:cxn>
              </a:cxnLst>
              <a:rect l="0" t="0" r="r" b="b"/>
              <a:pathLst>
                <a:path w="1249" h="800">
                  <a:moveTo>
                    <a:pt x="1249" y="800"/>
                  </a:moveTo>
                  <a:lnTo>
                    <a:pt x="0" y="750"/>
                  </a:lnTo>
                  <a:lnTo>
                    <a:pt x="0" y="0"/>
                  </a:lnTo>
                  <a:lnTo>
                    <a:pt x="1249" y="279"/>
                  </a:lnTo>
                  <a:lnTo>
                    <a:pt x="1249" y="800"/>
                  </a:lnTo>
                  <a:close/>
                </a:path>
              </a:pathLst>
            </a:custGeom>
            <a:solidFill>
              <a:srgbClr val="65569C"/>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5" name="Freeform 34"/>
            <p:cNvSpPr>
              <a:spLocks/>
            </p:cNvSpPr>
            <p:nvPr/>
          </p:nvSpPr>
          <p:spPr bwMode="auto">
            <a:xfrm>
              <a:off x="5394325" y="3970338"/>
              <a:ext cx="2879725" cy="98425"/>
            </a:xfrm>
            <a:custGeom>
              <a:avLst/>
              <a:gdLst>
                <a:gd name="T0" fmla="*/ 0 w 1814"/>
                <a:gd name="T1" fmla="*/ 24 h 62"/>
                <a:gd name="T2" fmla="*/ 1452 w 1814"/>
                <a:gd name="T3" fmla="*/ 62 h 62"/>
                <a:gd name="T4" fmla="*/ 1814 w 1814"/>
                <a:gd name="T5" fmla="*/ 62 h 62"/>
                <a:gd name="T6" fmla="*/ 565 w 1814"/>
                <a:gd name="T7" fmla="*/ 0 h 62"/>
                <a:gd name="T8" fmla="*/ 0 w 1814"/>
                <a:gd name="T9" fmla="*/ 24 h 62"/>
              </a:gdLst>
              <a:ahLst/>
              <a:cxnLst>
                <a:cxn ang="0">
                  <a:pos x="T0" y="T1"/>
                </a:cxn>
                <a:cxn ang="0">
                  <a:pos x="T2" y="T3"/>
                </a:cxn>
                <a:cxn ang="0">
                  <a:pos x="T4" y="T5"/>
                </a:cxn>
                <a:cxn ang="0">
                  <a:pos x="T6" y="T7"/>
                </a:cxn>
                <a:cxn ang="0">
                  <a:pos x="T8" y="T9"/>
                </a:cxn>
              </a:cxnLst>
              <a:rect l="0" t="0" r="r" b="b"/>
              <a:pathLst>
                <a:path w="1814" h="62">
                  <a:moveTo>
                    <a:pt x="0" y="24"/>
                  </a:moveTo>
                  <a:lnTo>
                    <a:pt x="1452" y="62"/>
                  </a:lnTo>
                  <a:lnTo>
                    <a:pt x="1814" y="62"/>
                  </a:lnTo>
                  <a:lnTo>
                    <a:pt x="565" y="0"/>
                  </a:lnTo>
                  <a:lnTo>
                    <a:pt x="0" y="24"/>
                  </a:lnTo>
                  <a:close/>
                </a:path>
              </a:pathLst>
            </a:custGeom>
            <a:solidFill>
              <a:srgbClr val="443A6A"/>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6" name="Freeform 35"/>
            <p:cNvSpPr>
              <a:spLocks/>
            </p:cNvSpPr>
            <p:nvPr/>
          </p:nvSpPr>
          <p:spPr bwMode="auto">
            <a:xfrm>
              <a:off x="5619750" y="3257551"/>
              <a:ext cx="401638" cy="431800"/>
            </a:xfrm>
            <a:custGeom>
              <a:avLst/>
              <a:gdLst>
                <a:gd name="T0" fmla="*/ 14 w 107"/>
                <a:gd name="T1" fmla="*/ 105 h 115"/>
                <a:gd name="T2" fmla="*/ 66 w 107"/>
                <a:gd name="T3" fmla="*/ 69 h 115"/>
                <a:gd name="T4" fmla="*/ 96 w 107"/>
                <a:gd name="T5" fmla="*/ 32 h 115"/>
                <a:gd name="T6" fmla="*/ 56 w 107"/>
                <a:gd name="T7" fmla="*/ 51 h 115"/>
                <a:gd name="T8" fmla="*/ 11 w 107"/>
                <a:gd name="T9" fmla="*/ 3 h 115"/>
                <a:gd name="T10" fmla="*/ 5 w 107"/>
                <a:gd name="T11" fmla="*/ 3 h 115"/>
                <a:gd name="T12" fmla="*/ 2 w 107"/>
                <a:gd name="T13" fmla="*/ 18 h 115"/>
                <a:gd name="T14" fmla="*/ 2 w 107"/>
                <a:gd name="T15" fmla="*/ 22 h 115"/>
                <a:gd name="T16" fmla="*/ 6 w 107"/>
                <a:gd name="T17" fmla="*/ 29 h 115"/>
                <a:gd name="T18" fmla="*/ 0 w 107"/>
                <a:gd name="T19" fmla="*/ 31 h 115"/>
                <a:gd name="T20" fmla="*/ 6 w 107"/>
                <a:gd name="T21" fmla="*/ 33 h 115"/>
                <a:gd name="T22" fmla="*/ 2 w 107"/>
                <a:gd name="T23" fmla="*/ 37 h 115"/>
                <a:gd name="T24" fmla="*/ 2 w 107"/>
                <a:gd name="T25" fmla="*/ 41 h 115"/>
                <a:gd name="T26" fmla="*/ 6 w 107"/>
                <a:gd name="T27" fmla="*/ 48 h 115"/>
                <a:gd name="T28" fmla="*/ 0 w 107"/>
                <a:gd name="T29" fmla="*/ 50 h 115"/>
                <a:gd name="T30" fmla="*/ 6 w 107"/>
                <a:gd name="T31" fmla="*/ 51 h 115"/>
                <a:gd name="T32" fmla="*/ 2 w 107"/>
                <a:gd name="T33" fmla="*/ 59 h 115"/>
                <a:gd name="T34" fmla="*/ 2 w 107"/>
                <a:gd name="T35" fmla="*/ 63 h 115"/>
                <a:gd name="T36" fmla="*/ 6 w 107"/>
                <a:gd name="T37" fmla="*/ 69 h 115"/>
                <a:gd name="T38" fmla="*/ 1 w 107"/>
                <a:gd name="T39" fmla="*/ 72 h 115"/>
                <a:gd name="T40" fmla="*/ 6 w 107"/>
                <a:gd name="T41" fmla="*/ 73 h 115"/>
                <a:gd name="T42" fmla="*/ 3 w 107"/>
                <a:gd name="T43" fmla="*/ 81 h 115"/>
                <a:gd name="T44" fmla="*/ 3 w 107"/>
                <a:gd name="T45" fmla="*/ 84 h 115"/>
                <a:gd name="T46" fmla="*/ 7 w 107"/>
                <a:gd name="T47" fmla="*/ 91 h 115"/>
                <a:gd name="T48" fmla="*/ 1 w 107"/>
                <a:gd name="T49" fmla="*/ 94 h 115"/>
                <a:gd name="T50" fmla="*/ 7 w 107"/>
                <a:gd name="T51" fmla="*/ 95 h 115"/>
                <a:gd name="T52" fmla="*/ 10 w 107"/>
                <a:gd name="T53" fmla="*/ 112 h 115"/>
                <a:gd name="T54" fmla="*/ 22 w 107"/>
                <a:gd name="T55" fmla="*/ 113 h 115"/>
                <a:gd name="T56" fmla="*/ 26 w 107"/>
                <a:gd name="T57" fmla="*/ 113 h 115"/>
                <a:gd name="T58" fmla="*/ 32 w 107"/>
                <a:gd name="T59" fmla="*/ 110 h 115"/>
                <a:gd name="T60" fmla="*/ 34 w 107"/>
                <a:gd name="T61" fmla="*/ 114 h 115"/>
                <a:gd name="T62" fmla="*/ 35 w 107"/>
                <a:gd name="T63" fmla="*/ 109 h 115"/>
                <a:gd name="T64" fmla="*/ 42 w 107"/>
                <a:gd name="T65" fmla="*/ 111 h 115"/>
                <a:gd name="T66" fmla="*/ 45 w 107"/>
                <a:gd name="T67" fmla="*/ 111 h 115"/>
                <a:gd name="T68" fmla="*/ 52 w 107"/>
                <a:gd name="T69" fmla="*/ 108 h 115"/>
                <a:gd name="T70" fmla="*/ 53 w 107"/>
                <a:gd name="T71" fmla="*/ 112 h 115"/>
                <a:gd name="T72" fmla="*/ 55 w 107"/>
                <a:gd name="T73" fmla="*/ 107 h 115"/>
                <a:gd name="T74" fmla="*/ 61 w 107"/>
                <a:gd name="T75" fmla="*/ 110 h 115"/>
                <a:gd name="T76" fmla="*/ 65 w 107"/>
                <a:gd name="T77" fmla="*/ 109 h 115"/>
                <a:gd name="T78" fmla="*/ 71 w 107"/>
                <a:gd name="T79" fmla="*/ 106 h 115"/>
                <a:gd name="T80" fmla="*/ 73 w 107"/>
                <a:gd name="T81" fmla="*/ 110 h 115"/>
                <a:gd name="T82" fmla="*/ 74 w 107"/>
                <a:gd name="T83" fmla="*/ 105 h 115"/>
                <a:gd name="T84" fmla="*/ 107 w 107"/>
                <a:gd name="T85" fmla="*/ 99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7" h="115">
                  <a:moveTo>
                    <a:pt x="104" y="97"/>
                  </a:moveTo>
                  <a:cubicBezTo>
                    <a:pt x="14" y="105"/>
                    <a:pt x="14" y="105"/>
                    <a:pt x="14" y="105"/>
                  </a:cubicBezTo>
                  <a:cubicBezTo>
                    <a:pt x="56" y="59"/>
                    <a:pt x="56" y="59"/>
                    <a:pt x="56" y="59"/>
                  </a:cubicBezTo>
                  <a:cubicBezTo>
                    <a:pt x="66" y="69"/>
                    <a:pt x="66" y="69"/>
                    <a:pt x="66" y="69"/>
                  </a:cubicBezTo>
                  <a:cubicBezTo>
                    <a:pt x="99" y="36"/>
                    <a:pt x="99" y="36"/>
                    <a:pt x="99" y="36"/>
                  </a:cubicBezTo>
                  <a:cubicBezTo>
                    <a:pt x="96" y="32"/>
                    <a:pt x="96" y="32"/>
                    <a:pt x="96" y="32"/>
                  </a:cubicBezTo>
                  <a:cubicBezTo>
                    <a:pt x="66" y="60"/>
                    <a:pt x="66" y="60"/>
                    <a:pt x="66" y="60"/>
                  </a:cubicBezTo>
                  <a:cubicBezTo>
                    <a:pt x="56" y="51"/>
                    <a:pt x="56" y="51"/>
                    <a:pt x="56" y="51"/>
                  </a:cubicBezTo>
                  <a:cubicBezTo>
                    <a:pt x="12" y="99"/>
                    <a:pt x="12" y="99"/>
                    <a:pt x="12" y="99"/>
                  </a:cubicBezTo>
                  <a:cubicBezTo>
                    <a:pt x="11" y="3"/>
                    <a:pt x="11" y="3"/>
                    <a:pt x="11" y="3"/>
                  </a:cubicBezTo>
                  <a:cubicBezTo>
                    <a:pt x="11" y="1"/>
                    <a:pt x="9" y="0"/>
                    <a:pt x="8" y="0"/>
                  </a:cubicBezTo>
                  <a:cubicBezTo>
                    <a:pt x="6" y="0"/>
                    <a:pt x="5" y="2"/>
                    <a:pt x="5" y="3"/>
                  </a:cubicBezTo>
                  <a:cubicBezTo>
                    <a:pt x="5" y="18"/>
                    <a:pt x="5" y="18"/>
                    <a:pt x="5" y="18"/>
                  </a:cubicBezTo>
                  <a:cubicBezTo>
                    <a:pt x="2" y="18"/>
                    <a:pt x="2" y="18"/>
                    <a:pt x="2" y="18"/>
                  </a:cubicBezTo>
                  <a:cubicBezTo>
                    <a:pt x="1" y="18"/>
                    <a:pt x="0" y="19"/>
                    <a:pt x="0" y="20"/>
                  </a:cubicBezTo>
                  <a:cubicBezTo>
                    <a:pt x="0" y="21"/>
                    <a:pt x="1" y="22"/>
                    <a:pt x="2" y="22"/>
                  </a:cubicBezTo>
                  <a:cubicBezTo>
                    <a:pt x="6" y="22"/>
                    <a:pt x="6" y="22"/>
                    <a:pt x="6" y="22"/>
                  </a:cubicBezTo>
                  <a:cubicBezTo>
                    <a:pt x="6" y="29"/>
                    <a:pt x="6" y="29"/>
                    <a:pt x="6" y="29"/>
                  </a:cubicBezTo>
                  <a:cubicBezTo>
                    <a:pt x="2" y="29"/>
                    <a:pt x="2" y="29"/>
                    <a:pt x="2" y="29"/>
                  </a:cubicBezTo>
                  <a:cubicBezTo>
                    <a:pt x="1" y="29"/>
                    <a:pt x="0" y="30"/>
                    <a:pt x="0" y="31"/>
                  </a:cubicBezTo>
                  <a:cubicBezTo>
                    <a:pt x="0" y="32"/>
                    <a:pt x="1" y="33"/>
                    <a:pt x="2" y="33"/>
                  </a:cubicBezTo>
                  <a:cubicBezTo>
                    <a:pt x="6" y="33"/>
                    <a:pt x="6" y="33"/>
                    <a:pt x="6" y="33"/>
                  </a:cubicBezTo>
                  <a:cubicBezTo>
                    <a:pt x="6" y="37"/>
                    <a:pt x="6" y="37"/>
                    <a:pt x="6" y="37"/>
                  </a:cubicBezTo>
                  <a:cubicBezTo>
                    <a:pt x="2" y="37"/>
                    <a:pt x="2" y="37"/>
                    <a:pt x="2" y="37"/>
                  </a:cubicBezTo>
                  <a:cubicBezTo>
                    <a:pt x="1" y="37"/>
                    <a:pt x="0" y="38"/>
                    <a:pt x="0" y="39"/>
                  </a:cubicBezTo>
                  <a:cubicBezTo>
                    <a:pt x="0" y="40"/>
                    <a:pt x="1" y="41"/>
                    <a:pt x="2" y="41"/>
                  </a:cubicBezTo>
                  <a:cubicBezTo>
                    <a:pt x="6" y="40"/>
                    <a:pt x="6" y="40"/>
                    <a:pt x="6" y="40"/>
                  </a:cubicBezTo>
                  <a:cubicBezTo>
                    <a:pt x="6" y="48"/>
                    <a:pt x="6" y="48"/>
                    <a:pt x="6" y="48"/>
                  </a:cubicBezTo>
                  <a:cubicBezTo>
                    <a:pt x="2" y="48"/>
                    <a:pt x="2" y="48"/>
                    <a:pt x="2" y="48"/>
                  </a:cubicBezTo>
                  <a:cubicBezTo>
                    <a:pt x="1" y="48"/>
                    <a:pt x="0" y="49"/>
                    <a:pt x="0" y="50"/>
                  </a:cubicBezTo>
                  <a:cubicBezTo>
                    <a:pt x="0" y="51"/>
                    <a:pt x="1" y="52"/>
                    <a:pt x="2" y="52"/>
                  </a:cubicBezTo>
                  <a:cubicBezTo>
                    <a:pt x="6" y="51"/>
                    <a:pt x="6" y="51"/>
                    <a:pt x="6" y="51"/>
                  </a:cubicBezTo>
                  <a:cubicBezTo>
                    <a:pt x="6" y="59"/>
                    <a:pt x="6" y="59"/>
                    <a:pt x="6" y="59"/>
                  </a:cubicBezTo>
                  <a:cubicBezTo>
                    <a:pt x="2" y="59"/>
                    <a:pt x="2" y="59"/>
                    <a:pt x="2" y="59"/>
                  </a:cubicBezTo>
                  <a:cubicBezTo>
                    <a:pt x="1" y="59"/>
                    <a:pt x="1" y="60"/>
                    <a:pt x="1" y="61"/>
                  </a:cubicBezTo>
                  <a:cubicBezTo>
                    <a:pt x="1" y="62"/>
                    <a:pt x="1" y="63"/>
                    <a:pt x="2" y="63"/>
                  </a:cubicBezTo>
                  <a:cubicBezTo>
                    <a:pt x="6" y="62"/>
                    <a:pt x="6" y="62"/>
                    <a:pt x="6" y="62"/>
                  </a:cubicBezTo>
                  <a:cubicBezTo>
                    <a:pt x="6" y="69"/>
                    <a:pt x="6" y="69"/>
                    <a:pt x="6" y="69"/>
                  </a:cubicBezTo>
                  <a:cubicBezTo>
                    <a:pt x="2" y="70"/>
                    <a:pt x="2" y="70"/>
                    <a:pt x="2" y="70"/>
                  </a:cubicBezTo>
                  <a:cubicBezTo>
                    <a:pt x="1" y="70"/>
                    <a:pt x="1" y="71"/>
                    <a:pt x="1" y="72"/>
                  </a:cubicBezTo>
                  <a:cubicBezTo>
                    <a:pt x="1" y="73"/>
                    <a:pt x="2" y="74"/>
                    <a:pt x="2" y="73"/>
                  </a:cubicBezTo>
                  <a:cubicBezTo>
                    <a:pt x="6" y="73"/>
                    <a:pt x="6" y="73"/>
                    <a:pt x="6" y="73"/>
                  </a:cubicBezTo>
                  <a:cubicBezTo>
                    <a:pt x="6" y="80"/>
                    <a:pt x="6" y="80"/>
                    <a:pt x="6" y="80"/>
                  </a:cubicBezTo>
                  <a:cubicBezTo>
                    <a:pt x="3" y="81"/>
                    <a:pt x="3" y="81"/>
                    <a:pt x="3" y="81"/>
                  </a:cubicBezTo>
                  <a:cubicBezTo>
                    <a:pt x="2" y="81"/>
                    <a:pt x="1" y="82"/>
                    <a:pt x="1" y="83"/>
                  </a:cubicBezTo>
                  <a:cubicBezTo>
                    <a:pt x="1" y="84"/>
                    <a:pt x="2" y="85"/>
                    <a:pt x="3" y="84"/>
                  </a:cubicBezTo>
                  <a:cubicBezTo>
                    <a:pt x="7" y="84"/>
                    <a:pt x="7" y="84"/>
                    <a:pt x="7" y="84"/>
                  </a:cubicBezTo>
                  <a:cubicBezTo>
                    <a:pt x="7" y="91"/>
                    <a:pt x="7" y="91"/>
                    <a:pt x="7" y="91"/>
                  </a:cubicBezTo>
                  <a:cubicBezTo>
                    <a:pt x="3" y="92"/>
                    <a:pt x="3" y="92"/>
                    <a:pt x="3" y="92"/>
                  </a:cubicBezTo>
                  <a:cubicBezTo>
                    <a:pt x="2" y="92"/>
                    <a:pt x="1" y="93"/>
                    <a:pt x="1" y="94"/>
                  </a:cubicBezTo>
                  <a:cubicBezTo>
                    <a:pt x="1" y="95"/>
                    <a:pt x="2" y="95"/>
                    <a:pt x="3" y="95"/>
                  </a:cubicBezTo>
                  <a:cubicBezTo>
                    <a:pt x="7" y="95"/>
                    <a:pt x="7" y="95"/>
                    <a:pt x="7" y="95"/>
                  </a:cubicBezTo>
                  <a:cubicBezTo>
                    <a:pt x="7" y="109"/>
                    <a:pt x="7" y="109"/>
                    <a:pt x="7" y="109"/>
                  </a:cubicBezTo>
                  <a:cubicBezTo>
                    <a:pt x="7" y="111"/>
                    <a:pt x="8" y="112"/>
                    <a:pt x="10" y="112"/>
                  </a:cubicBezTo>
                  <a:cubicBezTo>
                    <a:pt x="22" y="110"/>
                    <a:pt x="22" y="110"/>
                    <a:pt x="22" y="110"/>
                  </a:cubicBezTo>
                  <a:cubicBezTo>
                    <a:pt x="22" y="113"/>
                    <a:pt x="22" y="113"/>
                    <a:pt x="22" y="113"/>
                  </a:cubicBezTo>
                  <a:cubicBezTo>
                    <a:pt x="22" y="114"/>
                    <a:pt x="23" y="115"/>
                    <a:pt x="24" y="115"/>
                  </a:cubicBezTo>
                  <a:cubicBezTo>
                    <a:pt x="25" y="115"/>
                    <a:pt x="26" y="114"/>
                    <a:pt x="26" y="113"/>
                  </a:cubicBezTo>
                  <a:cubicBezTo>
                    <a:pt x="26" y="110"/>
                    <a:pt x="26" y="110"/>
                    <a:pt x="26" y="110"/>
                  </a:cubicBezTo>
                  <a:cubicBezTo>
                    <a:pt x="32" y="110"/>
                    <a:pt x="32" y="110"/>
                    <a:pt x="32" y="110"/>
                  </a:cubicBezTo>
                  <a:cubicBezTo>
                    <a:pt x="32" y="112"/>
                    <a:pt x="32" y="112"/>
                    <a:pt x="32" y="112"/>
                  </a:cubicBezTo>
                  <a:cubicBezTo>
                    <a:pt x="32" y="113"/>
                    <a:pt x="33" y="114"/>
                    <a:pt x="34" y="114"/>
                  </a:cubicBezTo>
                  <a:cubicBezTo>
                    <a:pt x="35" y="114"/>
                    <a:pt x="35" y="113"/>
                    <a:pt x="35" y="112"/>
                  </a:cubicBezTo>
                  <a:cubicBezTo>
                    <a:pt x="35" y="109"/>
                    <a:pt x="35" y="109"/>
                    <a:pt x="35" y="109"/>
                  </a:cubicBezTo>
                  <a:cubicBezTo>
                    <a:pt x="42" y="109"/>
                    <a:pt x="42" y="109"/>
                    <a:pt x="42" y="109"/>
                  </a:cubicBezTo>
                  <a:cubicBezTo>
                    <a:pt x="42" y="111"/>
                    <a:pt x="42" y="111"/>
                    <a:pt x="42" y="111"/>
                  </a:cubicBezTo>
                  <a:cubicBezTo>
                    <a:pt x="42" y="112"/>
                    <a:pt x="43" y="113"/>
                    <a:pt x="44" y="113"/>
                  </a:cubicBezTo>
                  <a:cubicBezTo>
                    <a:pt x="45" y="113"/>
                    <a:pt x="45" y="112"/>
                    <a:pt x="45" y="111"/>
                  </a:cubicBezTo>
                  <a:cubicBezTo>
                    <a:pt x="45" y="108"/>
                    <a:pt x="45" y="108"/>
                    <a:pt x="45" y="108"/>
                  </a:cubicBezTo>
                  <a:cubicBezTo>
                    <a:pt x="52" y="108"/>
                    <a:pt x="52" y="108"/>
                    <a:pt x="52" y="108"/>
                  </a:cubicBezTo>
                  <a:cubicBezTo>
                    <a:pt x="52" y="110"/>
                    <a:pt x="52" y="110"/>
                    <a:pt x="52" y="110"/>
                  </a:cubicBezTo>
                  <a:cubicBezTo>
                    <a:pt x="52" y="111"/>
                    <a:pt x="52" y="112"/>
                    <a:pt x="53" y="112"/>
                  </a:cubicBezTo>
                  <a:cubicBezTo>
                    <a:pt x="54" y="112"/>
                    <a:pt x="55" y="111"/>
                    <a:pt x="55" y="110"/>
                  </a:cubicBezTo>
                  <a:cubicBezTo>
                    <a:pt x="55" y="107"/>
                    <a:pt x="55" y="107"/>
                    <a:pt x="55" y="107"/>
                  </a:cubicBezTo>
                  <a:cubicBezTo>
                    <a:pt x="61" y="107"/>
                    <a:pt x="61" y="107"/>
                    <a:pt x="61" y="107"/>
                  </a:cubicBezTo>
                  <a:cubicBezTo>
                    <a:pt x="61" y="110"/>
                    <a:pt x="61" y="110"/>
                    <a:pt x="61" y="110"/>
                  </a:cubicBezTo>
                  <a:cubicBezTo>
                    <a:pt x="62" y="111"/>
                    <a:pt x="62" y="111"/>
                    <a:pt x="63" y="111"/>
                  </a:cubicBezTo>
                  <a:cubicBezTo>
                    <a:pt x="64" y="111"/>
                    <a:pt x="65" y="110"/>
                    <a:pt x="65" y="109"/>
                  </a:cubicBezTo>
                  <a:cubicBezTo>
                    <a:pt x="65" y="106"/>
                    <a:pt x="65" y="106"/>
                    <a:pt x="65" y="106"/>
                  </a:cubicBezTo>
                  <a:cubicBezTo>
                    <a:pt x="71" y="106"/>
                    <a:pt x="71" y="106"/>
                    <a:pt x="71" y="106"/>
                  </a:cubicBezTo>
                  <a:cubicBezTo>
                    <a:pt x="71" y="109"/>
                    <a:pt x="71" y="109"/>
                    <a:pt x="71" y="109"/>
                  </a:cubicBezTo>
                  <a:cubicBezTo>
                    <a:pt x="71" y="110"/>
                    <a:pt x="72" y="110"/>
                    <a:pt x="73" y="110"/>
                  </a:cubicBezTo>
                  <a:cubicBezTo>
                    <a:pt x="74" y="110"/>
                    <a:pt x="75" y="109"/>
                    <a:pt x="75" y="108"/>
                  </a:cubicBezTo>
                  <a:cubicBezTo>
                    <a:pt x="74" y="105"/>
                    <a:pt x="74" y="105"/>
                    <a:pt x="74" y="105"/>
                  </a:cubicBezTo>
                  <a:cubicBezTo>
                    <a:pt x="104" y="103"/>
                    <a:pt x="104" y="103"/>
                    <a:pt x="104" y="103"/>
                  </a:cubicBezTo>
                  <a:cubicBezTo>
                    <a:pt x="105" y="103"/>
                    <a:pt x="107" y="101"/>
                    <a:pt x="107" y="99"/>
                  </a:cubicBezTo>
                  <a:cubicBezTo>
                    <a:pt x="107" y="98"/>
                    <a:pt x="105" y="96"/>
                    <a:pt x="104" y="97"/>
                  </a:cubicBezTo>
                  <a:close/>
                </a:path>
              </a:pathLst>
            </a:custGeom>
            <a:solidFill>
              <a:schemeClr val="bg1"/>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nvGrpSpPr>
            <p:cNvPr id="4" name="组合 3"/>
            <p:cNvGrpSpPr/>
            <p:nvPr/>
          </p:nvGrpSpPr>
          <p:grpSpPr>
            <a:xfrm>
              <a:off x="6503987" y="764528"/>
              <a:ext cx="1781175" cy="5788025"/>
              <a:chOff x="8050455" y="764528"/>
              <a:chExt cx="1781175" cy="5788025"/>
            </a:xfrm>
          </p:grpSpPr>
          <p:sp>
            <p:nvSpPr>
              <p:cNvPr id="72" name="任意多边形 71"/>
              <p:cNvSpPr>
                <a:spLocks/>
              </p:cNvSpPr>
              <p:nvPr/>
            </p:nvSpPr>
            <p:spPr bwMode="auto">
              <a:xfrm>
                <a:off x="8050455" y="766616"/>
                <a:ext cx="1781175" cy="5783848"/>
              </a:xfrm>
              <a:custGeom>
                <a:avLst/>
                <a:gdLst>
                  <a:gd name="connsiteX0" fmla="*/ 1548319 w 1781175"/>
                  <a:gd name="connsiteY0" fmla="*/ 4604708 h 5783848"/>
                  <a:gd name="connsiteX1" fmla="*/ 1548297 w 1781175"/>
                  <a:gd name="connsiteY1" fmla="*/ 4604716 h 5783848"/>
                  <a:gd name="connsiteX2" fmla="*/ 1576490 w 1781175"/>
                  <a:gd name="connsiteY2" fmla="*/ 4741998 h 5783848"/>
                  <a:gd name="connsiteX3" fmla="*/ 1710775 w 1781175"/>
                  <a:gd name="connsiteY3" fmla="*/ 5395887 h 5783848"/>
                  <a:gd name="connsiteX4" fmla="*/ 1720053 w 1781175"/>
                  <a:gd name="connsiteY4" fmla="*/ 5441067 h 5783848"/>
                  <a:gd name="connsiteX5" fmla="*/ 1355896 w 1781175"/>
                  <a:gd name="connsiteY5" fmla="*/ 4566110 h 5783848"/>
                  <a:gd name="connsiteX6" fmla="*/ 1121590 w 1781175"/>
                  <a:gd name="connsiteY6" fmla="*/ 4636947 h 5783848"/>
                  <a:gd name="connsiteX7" fmla="*/ 1122123 w 1781175"/>
                  <a:gd name="connsiteY7" fmla="*/ 4639682 h 5783848"/>
                  <a:gd name="connsiteX8" fmla="*/ 1356043 w 1781175"/>
                  <a:gd name="connsiteY8" fmla="*/ 4566872 h 5783848"/>
                  <a:gd name="connsiteX9" fmla="*/ 1207689 w 1781175"/>
                  <a:gd name="connsiteY9" fmla="*/ 3796542 h 5783848"/>
                  <a:gd name="connsiteX10" fmla="*/ 958879 w 1781175"/>
                  <a:gd name="connsiteY10" fmla="*/ 3802648 h 5783848"/>
                  <a:gd name="connsiteX11" fmla="*/ 1114221 w 1781175"/>
                  <a:gd name="connsiteY11" fmla="*/ 4599166 h 5783848"/>
                  <a:gd name="connsiteX12" fmla="*/ 1348966 w 1781175"/>
                  <a:gd name="connsiteY12" fmla="*/ 4530124 h 5783848"/>
                  <a:gd name="connsiteX13" fmla="*/ 1378071 w 1781175"/>
                  <a:gd name="connsiteY13" fmla="*/ 3775585 h 5783848"/>
                  <a:gd name="connsiteX14" fmla="*/ 1378024 w 1781175"/>
                  <a:gd name="connsiteY14" fmla="*/ 3775587 h 5783848"/>
                  <a:gd name="connsiteX15" fmla="*/ 1385747 w 1781175"/>
                  <a:gd name="connsiteY15" fmla="*/ 3813190 h 5783848"/>
                  <a:gd name="connsiteX16" fmla="*/ 1524152 w 1781175"/>
                  <a:gd name="connsiteY16" fmla="*/ 4487141 h 5783848"/>
                  <a:gd name="connsiteX17" fmla="*/ 1529442 w 1781175"/>
                  <a:gd name="connsiteY17" fmla="*/ 4512900 h 5783848"/>
                  <a:gd name="connsiteX18" fmla="*/ 1529466 w 1781175"/>
                  <a:gd name="connsiteY18" fmla="*/ 4512893 h 5783848"/>
                  <a:gd name="connsiteX19" fmla="*/ 1199544 w 1781175"/>
                  <a:gd name="connsiteY19" fmla="*/ 2906494 h 5783848"/>
                  <a:gd name="connsiteX20" fmla="*/ 1212160 w 1781175"/>
                  <a:gd name="connsiteY20" fmla="*/ 2967927 h 5783848"/>
                  <a:gd name="connsiteX21" fmla="*/ 1333113 w 1781175"/>
                  <a:gd name="connsiteY21" fmla="*/ 3556896 h 5783848"/>
                  <a:gd name="connsiteX22" fmla="*/ 1359131 w 1781175"/>
                  <a:gd name="connsiteY22" fmla="*/ 3683585 h 5783848"/>
                  <a:gd name="connsiteX23" fmla="*/ 1359180 w 1781175"/>
                  <a:gd name="connsiteY23" fmla="*/ 3683585 h 5783848"/>
                  <a:gd name="connsiteX24" fmla="*/ 1199619 w 1781175"/>
                  <a:gd name="connsiteY24" fmla="*/ 2906506 h 5783848"/>
                  <a:gd name="connsiteX25" fmla="*/ 778076 w 1781175"/>
                  <a:gd name="connsiteY25" fmla="*/ 2875579 h 5783848"/>
                  <a:gd name="connsiteX26" fmla="*/ 935658 w 1781175"/>
                  <a:gd name="connsiteY26" fmla="*/ 3683585 h 5783848"/>
                  <a:gd name="connsiteX27" fmla="*/ 1185935 w 1781175"/>
                  <a:gd name="connsiteY27" fmla="*/ 3683585 h 5783848"/>
                  <a:gd name="connsiteX28" fmla="*/ 1038170 w 1781175"/>
                  <a:gd name="connsiteY28" fmla="*/ 2916317 h 5783848"/>
                  <a:gd name="connsiteX29" fmla="*/ 1022863 w 1781175"/>
                  <a:gd name="connsiteY29" fmla="*/ 2046161 h 5783848"/>
                  <a:gd name="connsiteX30" fmla="*/ 1046245 w 1781175"/>
                  <a:gd name="connsiteY30" fmla="*/ 2160020 h 5783848"/>
                  <a:gd name="connsiteX31" fmla="*/ 1133058 w 1781175"/>
                  <a:gd name="connsiteY31" fmla="*/ 2582747 h 5783848"/>
                  <a:gd name="connsiteX32" fmla="*/ 1180353 w 1781175"/>
                  <a:gd name="connsiteY32" fmla="*/ 2813044 h 5783848"/>
                  <a:gd name="connsiteX33" fmla="*/ 1180431 w 1781175"/>
                  <a:gd name="connsiteY33" fmla="*/ 2813059 h 5783848"/>
                  <a:gd name="connsiteX34" fmla="*/ 1022968 w 1781175"/>
                  <a:gd name="connsiteY34" fmla="*/ 2046198 h 5783848"/>
                  <a:gd name="connsiteX35" fmla="*/ 603570 w 1781175"/>
                  <a:gd name="connsiteY35" fmla="*/ 1980798 h 5783848"/>
                  <a:gd name="connsiteX36" fmla="*/ 749307 w 1781175"/>
                  <a:gd name="connsiteY36" fmla="*/ 2728066 h 5783848"/>
                  <a:gd name="connsiteX37" fmla="*/ 1011885 w 1781175"/>
                  <a:gd name="connsiteY37" fmla="*/ 2779832 h 5783848"/>
                  <a:gd name="connsiteX38" fmla="*/ 874394 w 1781175"/>
                  <a:gd name="connsiteY38" fmla="*/ 2065914 h 5783848"/>
                  <a:gd name="connsiteX39" fmla="*/ 585899 w 1781175"/>
                  <a:gd name="connsiteY39" fmla="*/ 1890191 h 5783848"/>
                  <a:gd name="connsiteX40" fmla="*/ 586139 w 1781175"/>
                  <a:gd name="connsiteY40" fmla="*/ 1891422 h 5783848"/>
                  <a:gd name="connsiteX41" fmla="*/ 858112 w 1781175"/>
                  <a:gd name="connsiteY41" fmla="*/ 1987354 h 5783848"/>
                  <a:gd name="connsiteX42" fmla="*/ 836678 w 1781175"/>
                  <a:gd name="connsiteY42" fmla="*/ 1138950 h 5783848"/>
                  <a:gd name="connsiteX43" fmla="*/ 836556 w 1781175"/>
                  <a:gd name="connsiteY43" fmla="*/ 1138960 h 5783848"/>
                  <a:gd name="connsiteX44" fmla="*/ 944742 w 1781175"/>
                  <a:gd name="connsiteY44" fmla="*/ 1665759 h 5783848"/>
                  <a:gd name="connsiteX45" fmla="*/ 1003980 w 1781175"/>
                  <a:gd name="connsiteY45" fmla="*/ 1954212 h 5783848"/>
                  <a:gd name="connsiteX46" fmla="*/ 1004088 w 1781175"/>
                  <a:gd name="connsiteY46" fmla="*/ 1954253 h 5783848"/>
                  <a:gd name="connsiteX47" fmla="*/ 407302 w 1781175"/>
                  <a:gd name="connsiteY47" fmla="*/ 974436 h 5783848"/>
                  <a:gd name="connsiteX48" fmla="*/ 565695 w 1781175"/>
                  <a:gd name="connsiteY48" fmla="*/ 1786596 h 5783848"/>
                  <a:gd name="connsiteX49" fmla="*/ 840869 w 1781175"/>
                  <a:gd name="connsiteY49" fmla="*/ 1891833 h 5783848"/>
                  <a:gd name="connsiteX50" fmla="*/ 697496 w 1781175"/>
                  <a:gd name="connsiteY50" fmla="*/ 1147373 h 5783848"/>
                  <a:gd name="connsiteX51" fmla="*/ 417513 w 1781175"/>
                  <a:gd name="connsiteY51" fmla="*/ 1022936 h 5783848"/>
                  <a:gd name="connsiteX52" fmla="*/ 31986 w 1781175"/>
                  <a:gd name="connsiteY52" fmla="*/ 170 h 5783848"/>
                  <a:gd name="connsiteX53" fmla="*/ 154002 w 1781175"/>
                  <a:gd name="connsiteY53" fmla="*/ 3341 h 5783848"/>
                  <a:gd name="connsiteX54" fmla="*/ 154093 w 1781175"/>
                  <a:gd name="connsiteY54" fmla="*/ 3817 h 5783848"/>
                  <a:gd name="connsiteX55" fmla="*/ 225426 w 1781175"/>
                  <a:gd name="connsiteY55" fmla="*/ 41861 h 5783848"/>
                  <a:gd name="connsiteX56" fmla="*/ 379028 w 1781175"/>
                  <a:gd name="connsiteY56" fmla="*/ 829455 h 5783848"/>
                  <a:gd name="connsiteX57" fmla="*/ 663346 w 1781175"/>
                  <a:gd name="connsiteY57" fmla="*/ 970052 h 5783848"/>
                  <a:gd name="connsiteX58" fmla="*/ 544513 w 1781175"/>
                  <a:gd name="connsiteY58" fmla="*/ 353011 h 5783848"/>
                  <a:gd name="connsiteX59" fmla="*/ 675923 w 1781175"/>
                  <a:gd name="connsiteY59" fmla="*/ 356770 h 5783848"/>
                  <a:gd name="connsiteX60" fmla="*/ 816938 w 1781175"/>
                  <a:gd name="connsiteY60" fmla="*/ 1043427 h 5783848"/>
                  <a:gd name="connsiteX61" fmla="*/ 817527 w 1781175"/>
                  <a:gd name="connsiteY61" fmla="*/ 1046296 h 5783848"/>
                  <a:gd name="connsiteX62" fmla="*/ 817667 w 1781175"/>
                  <a:gd name="connsiteY62" fmla="*/ 1046365 h 5783848"/>
                  <a:gd name="connsiteX63" fmla="*/ 676275 w 1781175"/>
                  <a:gd name="connsiteY63" fmla="*/ 357774 h 5783848"/>
                  <a:gd name="connsiteX64" fmla="*/ 744538 w 1781175"/>
                  <a:gd name="connsiteY64" fmla="*/ 391111 h 5783848"/>
                  <a:gd name="connsiteX65" fmla="*/ 1244959 w 1781175"/>
                  <a:gd name="connsiteY65" fmla="*/ 2825780 h 5783848"/>
                  <a:gd name="connsiteX66" fmla="*/ 1247776 w 1781175"/>
                  <a:gd name="connsiteY66" fmla="*/ 2826336 h 5783848"/>
                  <a:gd name="connsiteX67" fmla="*/ 1256731 w 1781175"/>
                  <a:gd name="connsiteY67" fmla="*/ 2883052 h 5783848"/>
                  <a:gd name="connsiteX68" fmla="*/ 1781175 w 1781175"/>
                  <a:gd name="connsiteY68" fmla="*/ 5434598 h 5783848"/>
                  <a:gd name="connsiteX69" fmla="*/ 1727201 w 1781175"/>
                  <a:gd name="connsiteY69" fmla="*/ 5475873 h 5783848"/>
                  <a:gd name="connsiteX70" fmla="*/ 1727201 w 1781175"/>
                  <a:gd name="connsiteY70" fmla="*/ 5475873 h 5783848"/>
                  <a:gd name="connsiteX71" fmla="*/ 1727200 w 1781175"/>
                  <a:gd name="connsiteY71" fmla="*/ 5475873 h 5783848"/>
                  <a:gd name="connsiteX72" fmla="*/ 1661518 w 1781175"/>
                  <a:gd name="connsiteY72" fmla="*/ 5470911 h 5783848"/>
                  <a:gd name="connsiteX73" fmla="*/ 1528209 w 1781175"/>
                  <a:gd name="connsiteY73" fmla="*/ 5460839 h 5783848"/>
                  <a:gd name="connsiteX74" fmla="*/ 1375007 w 1781175"/>
                  <a:gd name="connsiteY74" fmla="*/ 4665339 h 5783848"/>
                  <a:gd name="connsiteX75" fmla="*/ 1142959 w 1781175"/>
                  <a:gd name="connsiteY75" fmla="*/ 4746518 h 5783848"/>
                  <a:gd name="connsiteX76" fmla="*/ 1333501 w 1781175"/>
                  <a:gd name="connsiteY76" fmla="*/ 5723523 h 5783848"/>
                  <a:gd name="connsiteX77" fmla="*/ 1262064 w 1781175"/>
                  <a:gd name="connsiteY77" fmla="*/ 5783848 h 5783848"/>
                  <a:gd name="connsiteX78" fmla="*/ 1250440 w 1781175"/>
                  <a:gd name="connsiteY78" fmla="*/ 5723212 h 5783848"/>
                  <a:gd name="connsiteX79" fmla="*/ 1254759 w 1781175"/>
                  <a:gd name="connsiteY79" fmla="*/ 5745744 h 5783848"/>
                  <a:gd name="connsiteX80" fmla="*/ 1262063 w 1781175"/>
                  <a:gd name="connsiteY80" fmla="*/ 5783848 h 5783848"/>
                  <a:gd name="connsiteX81" fmla="*/ 1021670 w 1781175"/>
                  <a:gd name="connsiteY81" fmla="*/ 5742505 h 5783848"/>
                  <a:gd name="connsiteX82" fmla="*/ 0 w 1781175"/>
                  <a:gd name="connsiteY82" fmla="*/ 3341 h 5783848"/>
                  <a:gd name="connsiteX83" fmla="*/ 31986 w 1781175"/>
                  <a:gd name="connsiteY83" fmla="*/ 170 h 5783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1781175" h="5783848">
                    <a:moveTo>
                      <a:pt x="1548319" y="4604708"/>
                    </a:moveTo>
                    <a:lnTo>
                      <a:pt x="1548297" y="4604716"/>
                    </a:lnTo>
                    <a:lnTo>
                      <a:pt x="1576490" y="4741998"/>
                    </a:lnTo>
                    <a:cubicBezTo>
                      <a:pt x="1655211" y="5125321"/>
                      <a:pt x="1692813" y="5308424"/>
                      <a:pt x="1710775" y="5395887"/>
                    </a:cubicBezTo>
                    <a:lnTo>
                      <a:pt x="1720053" y="5441067"/>
                    </a:lnTo>
                    <a:close/>
                    <a:moveTo>
                      <a:pt x="1355896" y="4566110"/>
                    </a:moveTo>
                    <a:lnTo>
                      <a:pt x="1121590" y="4636947"/>
                    </a:lnTo>
                    <a:lnTo>
                      <a:pt x="1122123" y="4639682"/>
                    </a:lnTo>
                    <a:lnTo>
                      <a:pt x="1356043" y="4566872"/>
                    </a:lnTo>
                    <a:close/>
                    <a:moveTo>
                      <a:pt x="1207689" y="3796542"/>
                    </a:moveTo>
                    <a:lnTo>
                      <a:pt x="958879" y="3802648"/>
                    </a:lnTo>
                    <a:lnTo>
                      <a:pt x="1114221" y="4599166"/>
                    </a:lnTo>
                    <a:lnTo>
                      <a:pt x="1348966" y="4530124"/>
                    </a:lnTo>
                    <a:close/>
                    <a:moveTo>
                      <a:pt x="1378071" y="3775585"/>
                    </a:moveTo>
                    <a:lnTo>
                      <a:pt x="1378024" y="3775587"/>
                    </a:lnTo>
                    <a:lnTo>
                      <a:pt x="1385747" y="3813190"/>
                    </a:lnTo>
                    <a:cubicBezTo>
                      <a:pt x="1440065" y="4077684"/>
                      <a:pt x="1485741" y="4300104"/>
                      <a:pt x="1524152" y="4487141"/>
                    </a:cubicBezTo>
                    <a:lnTo>
                      <a:pt x="1529442" y="4512900"/>
                    </a:lnTo>
                    <a:lnTo>
                      <a:pt x="1529466" y="4512893"/>
                    </a:lnTo>
                    <a:close/>
                    <a:moveTo>
                      <a:pt x="1199544" y="2906494"/>
                    </a:moveTo>
                    <a:lnTo>
                      <a:pt x="1212160" y="2967927"/>
                    </a:lnTo>
                    <a:cubicBezTo>
                      <a:pt x="1256124" y="3182003"/>
                      <a:pt x="1296335" y="3377806"/>
                      <a:pt x="1333113" y="3556896"/>
                    </a:cubicBezTo>
                    <a:lnTo>
                      <a:pt x="1359131" y="3683585"/>
                    </a:lnTo>
                    <a:lnTo>
                      <a:pt x="1359180" y="3683585"/>
                    </a:lnTo>
                    <a:lnTo>
                      <a:pt x="1199619" y="2906506"/>
                    </a:lnTo>
                    <a:close/>
                    <a:moveTo>
                      <a:pt x="778076" y="2875579"/>
                    </a:moveTo>
                    <a:lnTo>
                      <a:pt x="935658" y="3683585"/>
                    </a:lnTo>
                    <a:lnTo>
                      <a:pt x="1185935" y="3683585"/>
                    </a:lnTo>
                    <a:lnTo>
                      <a:pt x="1038170" y="2916317"/>
                    </a:lnTo>
                    <a:close/>
                    <a:moveTo>
                      <a:pt x="1022863" y="2046161"/>
                    </a:moveTo>
                    <a:lnTo>
                      <a:pt x="1046245" y="2160020"/>
                    </a:lnTo>
                    <a:cubicBezTo>
                      <a:pt x="1076508" y="2307381"/>
                      <a:pt x="1105425" y="2448193"/>
                      <a:pt x="1133058" y="2582747"/>
                    </a:cubicBezTo>
                    <a:lnTo>
                      <a:pt x="1180353" y="2813044"/>
                    </a:lnTo>
                    <a:lnTo>
                      <a:pt x="1180431" y="2813059"/>
                    </a:lnTo>
                    <a:lnTo>
                      <a:pt x="1022968" y="2046198"/>
                    </a:lnTo>
                    <a:close/>
                    <a:moveTo>
                      <a:pt x="603570" y="1980798"/>
                    </a:moveTo>
                    <a:lnTo>
                      <a:pt x="749307" y="2728066"/>
                    </a:lnTo>
                    <a:lnTo>
                      <a:pt x="1011885" y="2779832"/>
                    </a:lnTo>
                    <a:lnTo>
                      <a:pt x="874394" y="2065914"/>
                    </a:lnTo>
                    <a:close/>
                    <a:moveTo>
                      <a:pt x="585899" y="1890191"/>
                    </a:moveTo>
                    <a:lnTo>
                      <a:pt x="586139" y="1891422"/>
                    </a:lnTo>
                    <a:lnTo>
                      <a:pt x="858112" y="1987354"/>
                    </a:lnTo>
                    <a:close/>
                    <a:moveTo>
                      <a:pt x="836678" y="1138950"/>
                    </a:moveTo>
                    <a:lnTo>
                      <a:pt x="836556" y="1138960"/>
                    </a:lnTo>
                    <a:lnTo>
                      <a:pt x="944742" y="1665759"/>
                    </a:lnTo>
                    <a:lnTo>
                      <a:pt x="1003980" y="1954212"/>
                    </a:lnTo>
                    <a:lnTo>
                      <a:pt x="1004088" y="1954253"/>
                    </a:lnTo>
                    <a:close/>
                    <a:moveTo>
                      <a:pt x="407302" y="974436"/>
                    </a:moveTo>
                    <a:lnTo>
                      <a:pt x="565695" y="1786596"/>
                    </a:lnTo>
                    <a:lnTo>
                      <a:pt x="840869" y="1891833"/>
                    </a:lnTo>
                    <a:lnTo>
                      <a:pt x="697496" y="1147373"/>
                    </a:lnTo>
                    <a:lnTo>
                      <a:pt x="417513" y="1022936"/>
                    </a:lnTo>
                    <a:close/>
                    <a:moveTo>
                      <a:pt x="31986" y="170"/>
                    </a:moveTo>
                    <a:cubicBezTo>
                      <a:pt x="77940" y="-887"/>
                      <a:pt x="154002" y="3341"/>
                      <a:pt x="154002" y="3341"/>
                    </a:cubicBezTo>
                    <a:lnTo>
                      <a:pt x="154093" y="3817"/>
                    </a:lnTo>
                    <a:lnTo>
                      <a:pt x="225426" y="41861"/>
                    </a:lnTo>
                    <a:lnTo>
                      <a:pt x="379028" y="829455"/>
                    </a:lnTo>
                    <a:lnTo>
                      <a:pt x="663346" y="970052"/>
                    </a:lnTo>
                    <a:lnTo>
                      <a:pt x="544513" y="353011"/>
                    </a:lnTo>
                    <a:cubicBezTo>
                      <a:pt x="627113" y="356770"/>
                      <a:pt x="675923" y="356770"/>
                      <a:pt x="675923" y="356770"/>
                    </a:cubicBezTo>
                    <a:cubicBezTo>
                      <a:pt x="725202" y="596728"/>
                      <a:pt x="772170" y="825438"/>
                      <a:pt x="816938" y="1043427"/>
                    </a:cubicBezTo>
                    <a:lnTo>
                      <a:pt x="817527" y="1046296"/>
                    </a:lnTo>
                    <a:lnTo>
                      <a:pt x="817667" y="1046365"/>
                    </a:lnTo>
                    <a:lnTo>
                      <a:pt x="676275" y="357774"/>
                    </a:lnTo>
                    <a:lnTo>
                      <a:pt x="744538" y="391111"/>
                    </a:lnTo>
                    <a:lnTo>
                      <a:pt x="1244959" y="2825780"/>
                    </a:lnTo>
                    <a:lnTo>
                      <a:pt x="1247776" y="2826336"/>
                    </a:lnTo>
                    <a:lnTo>
                      <a:pt x="1256731" y="2883052"/>
                    </a:lnTo>
                    <a:lnTo>
                      <a:pt x="1781175" y="5434598"/>
                    </a:lnTo>
                    <a:lnTo>
                      <a:pt x="1727201" y="5475873"/>
                    </a:lnTo>
                    <a:lnTo>
                      <a:pt x="1727201" y="5475873"/>
                    </a:lnTo>
                    <a:lnTo>
                      <a:pt x="1727200" y="5475873"/>
                    </a:lnTo>
                    <a:lnTo>
                      <a:pt x="1661518" y="5470911"/>
                    </a:lnTo>
                    <a:cubicBezTo>
                      <a:pt x="1528209" y="5460839"/>
                      <a:pt x="1528209" y="5460839"/>
                      <a:pt x="1528209" y="5460839"/>
                    </a:cubicBezTo>
                    <a:lnTo>
                      <a:pt x="1375007" y="4665339"/>
                    </a:lnTo>
                    <a:lnTo>
                      <a:pt x="1142959" y="4746518"/>
                    </a:lnTo>
                    <a:lnTo>
                      <a:pt x="1333501" y="5723523"/>
                    </a:lnTo>
                    <a:lnTo>
                      <a:pt x="1262064" y="5783848"/>
                    </a:lnTo>
                    <a:lnTo>
                      <a:pt x="1250440" y="5723212"/>
                    </a:lnTo>
                    <a:lnTo>
                      <a:pt x="1254759" y="5745744"/>
                    </a:lnTo>
                    <a:cubicBezTo>
                      <a:pt x="1262063" y="5783848"/>
                      <a:pt x="1262063" y="5783848"/>
                      <a:pt x="1262063" y="5783848"/>
                    </a:cubicBezTo>
                    <a:cubicBezTo>
                      <a:pt x="1021670" y="5742505"/>
                      <a:pt x="1021670" y="5742505"/>
                      <a:pt x="1021670" y="5742505"/>
                    </a:cubicBezTo>
                    <a:lnTo>
                      <a:pt x="0" y="3341"/>
                    </a:lnTo>
                    <a:cubicBezTo>
                      <a:pt x="4695" y="1462"/>
                      <a:pt x="16668" y="522"/>
                      <a:pt x="31986" y="170"/>
                    </a:cubicBezTo>
                    <a:close/>
                  </a:path>
                </a:pathLst>
              </a:custGeom>
              <a:solidFill>
                <a:srgbClr val="DDDDDD"/>
              </a:solidFill>
              <a:ln w="15875" cap="flat">
                <a:noFill/>
                <a:prstDash val="solid"/>
                <a:miter lim="800000"/>
                <a:headEnd/>
                <a:tailEnd/>
              </a:ln>
            </p:spPr>
            <p:txBody>
              <a:bodyPr vert="horz" wrap="square" lIns="91440" tIns="45720" rIns="91440" bIns="45720" numCol="1" anchor="t" anchorCtr="0" compatLnSpc="1">
                <a:prstTxWarp prst="textNoShape">
                  <a:avLst/>
                </a:prstTxWarp>
                <a:noAutofit/>
              </a:bodyPr>
              <a:lstStyle/>
              <a:p>
                <a:endParaRPr lang="zh-CN" altLang="en-US"/>
              </a:p>
            </p:txBody>
          </p:sp>
          <p:grpSp>
            <p:nvGrpSpPr>
              <p:cNvPr id="3" name="组合 2"/>
              <p:cNvGrpSpPr/>
              <p:nvPr/>
            </p:nvGrpSpPr>
            <p:grpSpPr>
              <a:xfrm>
                <a:off x="8050455" y="764528"/>
                <a:ext cx="1781175" cy="5788025"/>
                <a:chOff x="6778625" y="727076"/>
                <a:chExt cx="1781175" cy="5788025"/>
              </a:xfrm>
            </p:grpSpPr>
            <p:sp>
              <p:nvSpPr>
                <p:cNvPr id="37" name="Freeform 36"/>
                <p:cNvSpPr>
                  <a:spLocks/>
                </p:cNvSpPr>
                <p:nvPr/>
              </p:nvSpPr>
              <p:spPr bwMode="auto">
                <a:xfrm>
                  <a:off x="6778625" y="727076"/>
                  <a:ext cx="1262063" cy="5788025"/>
                </a:xfrm>
                <a:custGeom>
                  <a:avLst/>
                  <a:gdLst>
                    <a:gd name="T0" fmla="*/ 0 w 336"/>
                    <a:gd name="T1" fmla="*/ 2 h 1540"/>
                    <a:gd name="T2" fmla="*/ 41 w 336"/>
                    <a:gd name="T3" fmla="*/ 2 h 1540"/>
                    <a:gd name="T4" fmla="*/ 336 w 336"/>
                    <a:gd name="T5" fmla="*/ 1540 h 1540"/>
                    <a:gd name="T6" fmla="*/ 272 w 336"/>
                    <a:gd name="T7" fmla="*/ 1529 h 1540"/>
                    <a:gd name="T8" fmla="*/ 0 w 336"/>
                    <a:gd name="T9" fmla="*/ 2 h 1540"/>
                  </a:gdLst>
                  <a:ahLst/>
                  <a:cxnLst>
                    <a:cxn ang="0">
                      <a:pos x="T0" y="T1"/>
                    </a:cxn>
                    <a:cxn ang="0">
                      <a:pos x="T2" y="T3"/>
                    </a:cxn>
                    <a:cxn ang="0">
                      <a:pos x="T4" y="T5"/>
                    </a:cxn>
                    <a:cxn ang="0">
                      <a:pos x="T6" y="T7"/>
                    </a:cxn>
                    <a:cxn ang="0">
                      <a:pos x="T8" y="T9"/>
                    </a:cxn>
                  </a:cxnLst>
                  <a:rect l="0" t="0" r="r" b="b"/>
                  <a:pathLst>
                    <a:path w="336" h="1540">
                      <a:moveTo>
                        <a:pt x="0" y="2"/>
                      </a:moveTo>
                      <a:cubicBezTo>
                        <a:pt x="5" y="0"/>
                        <a:pt x="41" y="2"/>
                        <a:pt x="41" y="2"/>
                      </a:cubicBezTo>
                      <a:cubicBezTo>
                        <a:pt x="336" y="1540"/>
                        <a:pt x="336" y="1540"/>
                        <a:pt x="336" y="1540"/>
                      </a:cubicBezTo>
                      <a:cubicBezTo>
                        <a:pt x="272" y="1529"/>
                        <a:pt x="272" y="1529"/>
                        <a:pt x="272" y="1529"/>
                      </a:cubicBezTo>
                      <a:lnTo>
                        <a:pt x="0" y="2"/>
                      </a:lnTo>
                      <a:close/>
                    </a:path>
                  </a:pathLst>
                </a:custGeom>
                <a:solidFill>
                  <a:srgbClr val="DDDDDD"/>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8" name="Freeform 37"/>
                <p:cNvSpPr>
                  <a:spLocks/>
                </p:cNvSpPr>
                <p:nvPr/>
              </p:nvSpPr>
              <p:spPr bwMode="auto">
                <a:xfrm>
                  <a:off x="6932613" y="735013"/>
                  <a:ext cx="1179513" cy="5780088"/>
                </a:xfrm>
                <a:custGeom>
                  <a:avLst/>
                  <a:gdLst>
                    <a:gd name="T0" fmla="*/ 0 w 743"/>
                    <a:gd name="T1" fmla="*/ 0 h 3641"/>
                    <a:gd name="T2" fmla="*/ 45 w 743"/>
                    <a:gd name="T3" fmla="*/ 24 h 3641"/>
                    <a:gd name="T4" fmla="*/ 743 w 743"/>
                    <a:gd name="T5" fmla="*/ 3603 h 3641"/>
                    <a:gd name="T6" fmla="*/ 698 w 743"/>
                    <a:gd name="T7" fmla="*/ 3641 h 3641"/>
                    <a:gd name="T8" fmla="*/ 0 w 743"/>
                    <a:gd name="T9" fmla="*/ 0 h 3641"/>
                  </a:gdLst>
                  <a:ahLst/>
                  <a:cxnLst>
                    <a:cxn ang="0">
                      <a:pos x="T0" y="T1"/>
                    </a:cxn>
                    <a:cxn ang="0">
                      <a:pos x="T2" y="T3"/>
                    </a:cxn>
                    <a:cxn ang="0">
                      <a:pos x="T4" y="T5"/>
                    </a:cxn>
                    <a:cxn ang="0">
                      <a:pos x="T6" y="T7"/>
                    </a:cxn>
                    <a:cxn ang="0">
                      <a:pos x="T8" y="T9"/>
                    </a:cxn>
                  </a:cxnLst>
                  <a:rect l="0" t="0" r="r" b="b"/>
                  <a:pathLst>
                    <a:path w="743" h="3641">
                      <a:moveTo>
                        <a:pt x="0" y="0"/>
                      </a:moveTo>
                      <a:lnTo>
                        <a:pt x="45" y="24"/>
                      </a:lnTo>
                      <a:lnTo>
                        <a:pt x="743" y="3603"/>
                      </a:lnTo>
                      <a:lnTo>
                        <a:pt x="698" y="3641"/>
                      </a:lnTo>
                      <a:lnTo>
                        <a:pt x="0" y="0"/>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9" name="Freeform 38"/>
                <p:cNvSpPr>
                  <a:spLocks/>
                </p:cNvSpPr>
                <p:nvPr/>
              </p:nvSpPr>
              <p:spPr bwMode="auto">
                <a:xfrm>
                  <a:off x="7323138" y="1084263"/>
                  <a:ext cx="1182688" cy="5122863"/>
                </a:xfrm>
                <a:custGeom>
                  <a:avLst/>
                  <a:gdLst>
                    <a:gd name="T0" fmla="*/ 0 w 315"/>
                    <a:gd name="T1" fmla="*/ 0 h 1363"/>
                    <a:gd name="T2" fmla="*/ 35 w 315"/>
                    <a:gd name="T3" fmla="*/ 1 h 1363"/>
                    <a:gd name="T4" fmla="*/ 315 w 315"/>
                    <a:gd name="T5" fmla="*/ 1363 h 1363"/>
                    <a:gd name="T6" fmla="*/ 262 w 315"/>
                    <a:gd name="T7" fmla="*/ 1359 h 1363"/>
                    <a:gd name="T8" fmla="*/ 0 w 315"/>
                    <a:gd name="T9" fmla="*/ 0 h 1363"/>
                  </a:gdLst>
                  <a:ahLst/>
                  <a:cxnLst>
                    <a:cxn ang="0">
                      <a:pos x="T0" y="T1"/>
                    </a:cxn>
                    <a:cxn ang="0">
                      <a:pos x="T2" y="T3"/>
                    </a:cxn>
                    <a:cxn ang="0">
                      <a:pos x="T4" y="T5"/>
                    </a:cxn>
                    <a:cxn ang="0">
                      <a:pos x="T6" y="T7"/>
                    </a:cxn>
                    <a:cxn ang="0">
                      <a:pos x="T8" y="T9"/>
                    </a:cxn>
                  </a:cxnLst>
                  <a:rect l="0" t="0" r="r" b="b"/>
                  <a:pathLst>
                    <a:path w="315" h="1363">
                      <a:moveTo>
                        <a:pt x="0" y="0"/>
                      </a:moveTo>
                      <a:cubicBezTo>
                        <a:pt x="22" y="1"/>
                        <a:pt x="35" y="1"/>
                        <a:pt x="35" y="1"/>
                      </a:cubicBezTo>
                      <a:cubicBezTo>
                        <a:pt x="315" y="1363"/>
                        <a:pt x="315" y="1363"/>
                        <a:pt x="315" y="1363"/>
                      </a:cubicBezTo>
                      <a:cubicBezTo>
                        <a:pt x="262" y="1359"/>
                        <a:pt x="262" y="1359"/>
                        <a:pt x="262" y="1359"/>
                      </a:cubicBezTo>
                      <a:lnTo>
                        <a:pt x="0" y="0"/>
                      </a:lnTo>
                      <a:close/>
                    </a:path>
                  </a:pathLst>
                </a:custGeom>
                <a:solidFill>
                  <a:srgbClr val="DDDDDD"/>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40" name="Freeform 39"/>
                <p:cNvSpPr>
                  <a:spLocks/>
                </p:cNvSpPr>
                <p:nvPr/>
              </p:nvSpPr>
              <p:spPr bwMode="auto">
                <a:xfrm>
                  <a:off x="7454900" y="1089026"/>
                  <a:ext cx="1104900" cy="5118100"/>
                </a:xfrm>
                <a:custGeom>
                  <a:avLst/>
                  <a:gdLst>
                    <a:gd name="T0" fmla="*/ 0 w 696"/>
                    <a:gd name="T1" fmla="*/ 0 h 3224"/>
                    <a:gd name="T2" fmla="*/ 43 w 696"/>
                    <a:gd name="T3" fmla="*/ 21 h 3224"/>
                    <a:gd name="T4" fmla="*/ 696 w 696"/>
                    <a:gd name="T5" fmla="*/ 3198 h 3224"/>
                    <a:gd name="T6" fmla="*/ 662 w 696"/>
                    <a:gd name="T7" fmla="*/ 3224 h 3224"/>
                    <a:gd name="T8" fmla="*/ 0 w 696"/>
                    <a:gd name="T9" fmla="*/ 0 h 3224"/>
                  </a:gdLst>
                  <a:ahLst/>
                  <a:cxnLst>
                    <a:cxn ang="0">
                      <a:pos x="T0" y="T1"/>
                    </a:cxn>
                    <a:cxn ang="0">
                      <a:pos x="T2" y="T3"/>
                    </a:cxn>
                    <a:cxn ang="0">
                      <a:pos x="T4" y="T5"/>
                    </a:cxn>
                    <a:cxn ang="0">
                      <a:pos x="T6" y="T7"/>
                    </a:cxn>
                    <a:cxn ang="0">
                      <a:pos x="T8" y="T9"/>
                    </a:cxn>
                  </a:cxnLst>
                  <a:rect l="0" t="0" r="r" b="b"/>
                  <a:pathLst>
                    <a:path w="696" h="3224">
                      <a:moveTo>
                        <a:pt x="0" y="0"/>
                      </a:moveTo>
                      <a:lnTo>
                        <a:pt x="43" y="21"/>
                      </a:lnTo>
                      <a:lnTo>
                        <a:pt x="696" y="3198"/>
                      </a:lnTo>
                      <a:lnTo>
                        <a:pt x="662" y="3224"/>
                      </a:lnTo>
                      <a:lnTo>
                        <a:pt x="0" y="0"/>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41" name="Freeform 40"/>
                <p:cNvSpPr>
                  <a:spLocks/>
                </p:cNvSpPr>
                <p:nvPr/>
              </p:nvSpPr>
              <p:spPr bwMode="auto">
                <a:xfrm>
                  <a:off x="7083425" y="1524001"/>
                  <a:ext cx="596900" cy="376238"/>
                </a:xfrm>
                <a:custGeom>
                  <a:avLst/>
                  <a:gdLst>
                    <a:gd name="T0" fmla="*/ 12 w 376"/>
                    <a:gd name="T1" fmla="*/ 67 h 237"/>
                    <a:gd name="T2" fmla="*/ 376 w 376"/>
                    <a:gd name="T3" fmla="*/ 237 h 237"/>
                    <a:gd name="T4" fmla="*/ 364 w 376"/>
                    <a:gd name="T5" fmla="*/ 180 h 237"/>
                    <a:gd name="T6" fmla="*/ 0 w 376"/>
                    <a:gd name="T7" fmla="*/ 0 h 237"/>
                    <a:gd name="T8" fmla="*/ 12 w 376"/>
                    <a:gd name="T9" fmla="*/ 67 h 237"/>
                  </a:gdLst>
                  <a:ahLst/>
                  <a:cxnLst>
                    <a:cxn ang="0">
                      <a:pos x="T0" y="T1"/>
                    </a:cxn>
                    <a:cxn ang="0">
                      <a:pos x="T2" y="T3"/>
                    </a:cxn>
                    <a:cxn ang="0">
                      <a:pos x="T4" y="T5"/>
                    </a:cxn>
                    <a:cxn ang="0">
                      <a:pos x="T6" y="T7"/>
                    </a:cxn>
                    <a:cxn ang="0">
                      <a:pos x="T8" y="T9"/>
                    </a:cxn>
                  </a:cxnLst>
                  <a:rect l="0" t="0" r="r" b="b"/>
                  <a:pathLst>
                    <a:path w="376" h="237">
                      <a:moveTo>
                        <a:pt x="12" y="67"/>
                      </a:moveTo>
                      <a:lnTo>
                        <a:pt x="376" y="237"/>
                      </a:lnTo>
                      <a:lnTo>
                        <a:pt x="364" y="180"/>
                      </a:lnTo>
                      <a:lnTo>
                        <a:pt x="0" y="0"/>
                      </a:lnTo>
                      <a:lnTo>
                        <a:pt x="12" y="67"/>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42" name="Freeform 41"/>
                <p:cNvSpPr>
                  <a:spLocks/>
                </p:cNvSpPr>
                <p:nvPr/>
              </p:nvSpPr>
              <p:spPr bwMode="auto">
                <a:xfrm>
                  <a:off x="7281863" y="2493963"/>
                  <a:ext cx="579438" cy="304800"/>
                </a:xfrm>
                <a:custGeom>
                  <a:avLst/>
                  <a:gdLst>
                    <a:gd name="T0" fmla="*/ 12 w 365"/>
                    <a:gd name="T1" fmla="*/ 66 h 192"/>
                    <a:gd name="T2" fmla="*/ 365 w 365"/>
                    <a:gd name="T3" fmla="*/ 192 h 192"/>
                    <a:gd name="T4" fmla="*/ 353 w 365"/>
                    <a:gd name="T5" fmla="*/ 135 h 192"/>
                    <a:gd name="T6" fmla="*/ 0 w 365"/>
                    <a:gd name="T7" fmla="*/ 0 h 192"/>
                    <a:gd name="T8" fmla="*/ 12 w 365"/>
                    <a:gd name="T9" fmla="*/ 66 h 192"/>
                  </a:gdLst>
                  <a:ahLst/>
                  <a:cxnLst>
                    <a:cxn ang="0">
                      <a:pos x="T0" y="T1"/>
                    </a:cxn>
                    <a:cxn ang="0">
                      <a:pos x="T2" y="T3"/>
                    </a:cxn>
                    <a:cxn ang="0">
                      <a:pos x="T4" y="T5"/>
                    </a:cxn>
                    <a:cxn ang="0">
                      <a:pos x="T6" y="T7"/>
                    </a:cxn>
                    <a:cxn ang="0">
                      <a:pos x="T8" y="T9"/>
                    </a:cxn>
                  </a:cxnLst>
                  <a:rect l="0" t="0" r="r" b="b"/>
                  <a:pathLst>
                    <a:path w="365" h="192">
                      <a:moveTo>
                        <a:pt x="12" y="66"/>
                      </a:moveTo>
                      <a:lnTo>
                        <a:pt x="365" y="192"/>
                      </a:lnTo>
                      <a:lnTo>
                        <a:pt x="353" y="135"/>
                      </a:lnTo>
                      <a:lnTo>
                        <a:pt x="0" y="0"/>
                      </a:lnTo>
                      <a:lnTo>
                        <a:pt x="12" y="66"/>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43" name="Freeform 42"/>
                <p:cNvSpPr>
                  <a:spLocks/>
                </p:cNvSpPr>
                <p:nvPr/>
              </p:nvSpPr>
              <p:spPr bwMode="auto">
                <a:xfrm>
                  <a:off x="7470775" y="3448051"/>
                  <a:ext cx="569913" cy="200025"/>
                </a:xfrm>
                <a:custGeom>
                  <a:avLst/>
                  <a:gdLst>
                    <a:gd name="T0" fmla="*/ 14 w 359"/>
                    <a:gd name="T1" fmla="*/ 69 h 126"/>
                    <a:gd name="T2" fmla="*/ 359 w 359"/>
                    <a:gd name="T3" fmla="*/ 126 h 126"/>
                    <a:gd name="T4" fmla="*/ 350 w 359"/>
                    <a:gd name="T5" fmla="*/ 69 h 126"/>
                    <a:gd name="T6" fmla="*/ 0 w 359"/>
                    <a:gd name="T7" fmla="*/ 0 h 126"/>
                    <a:gd name="T8" fmla="*/ 14 w 359"/>
                    <a:gd name="T9" fmla="*/ 69 h 126"/>
                  </a:gdLst>
                  <a:ahLst/>
                  <a:cxnLst>
                    <a:cxn ang="0">
                      <a:pos x="T0" y="T1"/>
                    </a:cxn>
                    <a:cxn ang="0">
                      <a:pos x="T2" y="T3"/>
                    </a:cxn>
                    <a:cxn ang="0">
                      <a:pos x="T4" y="T5"/>
                    </a:cxn>
                    <a:cxn ang="0">
                      <a:pos x="T6" y="T7"/>
                    </a:cxn>
                    <a:cxn ang="0">
                      <a:pos x="T8" y="T9"/>
                    </a:cxn>
                  </a:cxnLst>
                  <a:rect l="0" t="0" r="r" b="b"/>
                  <a:pathLst>
                    <a:path w="359" h="126">
                      <a:moveTo>
                        <a:pt x="14" y="69"/>
                      </a:moveTo>
                      <a:lnTo>
                        <a:pt x="359" y="126"/>
                      </a:lnTo>
                      <a:lnTo>
                        <a:pt x="350" y="69"/>
                      </a:lnTo>
                      <a:lnTo>
                        <a:pt x="0" y="0"/>
                      </a:lnTo>
                      <a:lnTo>
                        <a:pt x="14" y="69"/>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44" name="Freeform 43"/>
                <p:cNvSpPr>
                  <a:spLocks/>
                </p:cNvSpPr>
                <p:nvPr/>
              </p:nvSpPr>
              <p:spPr bwMode="auto">
                <a:xfrm>
                  <a:off x="7650163" y="4414838"/>
                  <a:ext cx="552450" cy="107950"/>
                </a:xfrm>
                <a:custGeom>
                  <a:avLst/>
                  <a:gdLst>
                    <a:gd name="T0" fmla="*/ 14 w 348"/>
                    <a:gd name="T1" fmla="*/ 68 h 68"/>
                    <a:gd name="T2" fmla="*/ 348 w 348"/>
                    <a:gd name="T3" fmla="*/ 57 h 68"/>
                    <a:gd name="T4" fmla="*/ 336 w 348"/>
                    <a:gd name="T5" fmla="*/ 0 h 68"/>
                    <a:gd name="T6" fmla="*/ 0 w 348"/>
                    <a:gd name="T7" fmla="*/ 0 h 68"/>
                    <a:gd name="T8" fmla="*/ 14 w 348"/>
                    <a:gd name="T9" fmla="*/ 68 h 68"/>
                  </a:gdLst>
                  <a:ahLst/>
                  <a:cxnLst>
                    <a:cxn ang="0">
                      <a:pos x="T0" y="T1"/>
                    </a:cxn>
                    <a:cxn ang="0">
                      <a:pos x="T2" y="T3"/>
                    </a:cxn>
                    <a:cxn ang="0">
                      <a:pos x="T4" y="T5"/>
                    </a:cxn>
                    <a:cxn ang="0">
                      <a:pos x="T6" y="T7"/>
                    </a:cxn>
                    <a:cxn ang="0">
                      <a:pos x="T8" y="T9"/>
                    </a:cxn>
                  </a:cxnLst>
                  <a:rect l="0" t="0" r="r" b="b"/>
                  <a:pathLst>
                    <a:path w="348" h="68">
                      <a:moveTo>
                        <a:pt x="14" y="68"/>
                      </a:moveTo>
                      <a:lnTo>
                        <a:pt x="348" y="57"/>
                      </a:lnTo>
                      <a:lnTo>
                        <a:pt x="336" y="0"/>
                      </a:lnTo>
                      <a:lnTo>
                        <a:pt x="0" y="0"/>
                      </a:lnTo>
                      <a:lnTo>
                        <a:pt x="14" y="68"/>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45" name="Freeform 44"/>
                <p:cNvSpPr>
                  <a:spLocks/>
                </p:cNvSpPr>
                <p:nvPr/>
              </p:nvSpPr>
              <p:spPr bwMode="auto">
                <a:xfrm>
                  <a:off x="7861300" y="5233988"/>
                  <a:ext cx="498475" cy="258763"/>
                </a:xfrm>
                <a:custGeom>
                  <a:avLst/>
                  <a:gdLst>
                    <a:gd name="T0" fmla="*/ 11 w 314"/>
                    <a:gd name="T1" fmla="*/ 163 h 163"/>
                    <a:gd name="T2" fmla="*/ 314 w 314"/>
                    <a:gd name="T3" fmla="*/ 57 h 163"/>
                    <a:gd name="T4" fmla="*/ 302 w 314"/>
                    <a:gd name="T5" fmla="*/ 0 h 163"/>
                    <a:gd name="T6" fmla="*/ 0 w 314"/>
                    <a:gd name="T7" fmla="*/ 94 h 163"/>
                    <a:gd name="T8" fmla="*/ 11 w 314"/>
                    <a:gd name="T9" fmla="*/ 163 h 163"/>
                  </a:gdLst>
                  <a:ahLst/>
                  <a:cxnLst>
                    <a:cxn ang="0">
                      <a:pos x="T0" y="T1"/>
                    </a:cxn>
                    <a:cxn ang="0">
                      <a:pos x="T2" y="T3"/>
                    </a:cxn>
                    <a:cxn ang="0">
                      <a:pos x="T4" y="T5"/>
                    </a:cxn>
                    <a:cxn ang="0">
                      <a:pos x="T6" y="T7"/>
                    </a:cxn>
                    <a:cxn ang="0">
                      <a:pos x="T8" y="T9"/>
                    </a:cxn>
                  </a:cxnLst>
                  <a:rect l="0" t="0" r="r" b="b"/>
                  <a:pathLst>
                    <a:path w="314" h="163">
                      <a:moveTo>
                        <a:pt x="11" y="163"/>
                      </a:moveTo>
                      <a:lnTo>
                        <a:pt x="314" y="57"/>
                      </a:lnTo>
                      <a:lnTo>
                        <a:pt x="302" y="0"/>
                      </a:lnTo>
                      <a:lnTo>
                        <a:pt x="0" y="94"/>
                      </a:lnTo>
                      <a:lnTo>
                        <a:pt x="11" y="163"/>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46" name="Freeform 45"/>
                <p:cNvSpPr>
                  <a:spLocks/>
                </p:cNvSpPr>
                <p:nvPr/>
              </p:nvSpPr>
              <p:spPr bwMode="auto">
                <a:xfrm>
                  <a:off x="7177088" y="1663701"/>
                  <a:ext cx="439738" cy="217488"/>
                </a:xfrm>
                <a:custGeom>
                  <a:avLst/>
                  <a:gdLst>
                    <a:gd name="T0" fmla="*/ 277 w 277"/>
                    <a:gd name="T1" fmla="*/ 130 h 137"/>
                    <a:gd name="T2" fmla="*/ 192 w 277"/>
                    <a:gd name="T3" fmla="*/ 137 h 137"/>
                    <a:gd name="T4" fmla="*/ 12 w 277"/>
                    <a:gd name="T5" fmla="*/ 57 h 137"/>
                    <a:gd name="T6" fmla="*/ 0 w 277"/>
                    <a:gd name="T7" fmla="*/ 0 h 137"/>
                    <a:gd name="T8" fmla="*/ 277 w 277"/>
                    <a:gd name="T9" fmla="*/ 130 h 137"/>
                  </a:gdLst>
                  <a:ahLst/>
                  <a:cxnLst>
                    <a:cxn ang="0">
                      <a:pos x="T0" y="T1"/>
                    </a:cxn>
                    <a:cxn ang="0">
                      <a:pos x="T2" y="T3"/>
                    </a:cxn>
                    <a:cxn ang="0">
                      <a:pos x="T4" y="T5"/>
                    </a:cxn>
                    <a:cxn ang="0">
                      <a:pos x="T6" y="T7"/>
                    </a:cxn>
                    <a:cxn ang="0">
                      <a:pos x="T8" y="T9"/>
                    </a:cxn>
                  </a:cxnLst>
                  <a:rect l="0" t="0" r="r" b="b"/>
                  <a:pathLst>
                    <a:path w="277" h="137">
                      <a:moveTo>
                        <a:pt x="277" y="130"/>
                      </a:moveTo>
                      <a:lnTo>
                        <a:pt x="192" y="137"/>
                      </a:lnTo>
                      <a:lnTo>
                        <a:pt x="12" y="57"/>
                      </a:lnTo>
                      <a:lnTo>
                        <a:pt x="0" y="0"/>
                      </a:lnTo>
                      <a:lnTo>
                        <a:pt x="277" y="130"/>
                      </a:lnTo>
                      <a:close/>
                    </a:path>
                  </a:pathLst>
                </a:custGeom>
                <a:solidFill>
                  <a:srgbClr val="DDDDDD"/>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47" name="Freeform 46"/>
                <p:cNvSpPr>
                  <a:spLocks/>
                </p:cNvSpPr>
                <p:nvPr/>
              </p:nvSpPr>
              <p:spPr bwMode="auto">
                <a:xfrm>
                  <a:off x="7364413" y="2622551"/>
                  <a:ext cx="436563" cy="176213"/>
                </a:xfrm>
                <a:custGeom>
                  <a:avLst/>
                  <a:gdLst>
                    <a:gd name="T0" fmla="*/ 275 w 275"/>
                    <a:gd name="T1" fmla="*/ 97 h 111"/>
                    <a:gd name="T2" fmla="*/ 185 w 275"/>
                    <a:gd name="T3" fmla="*/ 111 h 111"/>
                    <a:gd name="T4" fmla="*/ 10 w 275"/>
                    <a:gd name="T5" fmla="*/ 56 h 111"/>
                    <a:gd name="T6" fmla="*/ 0 w 275"/>
                    <a:gd name="T7" fmla="*/ 0 h 111"/>
                    <a:gd name="T8" fmla="*/ 275 w 275"/>
                    <a:gd name="T9" fmla="*/ 97 h 111"/>
                  </a:gdLst>
                  <a:ahLst/>
                  <a:cxnLst>
                    <a:cxn ang="0">
                      <a:pos x="T0" y="T1"/>
                    </a:cxn>
                    <a:cxn ang="0">
                      <a:pos x="T2" y="T3"/>
                    </a:cxn>
                    <a:cxn ang="0">
                      <a:pos x="T4" y="T5"/>
                    </a:cxn>
                    <a:cxn ang="0">
                      <a:pos x="T6" y="T7"/>
                    </a:cxn>
                    <a:cxn ang="0">
                      <a:pos x="T8" y="T9"/>
                    </a:cxn>
                  </a:cxnLst>
                  <a:rect l="0" t="0" r="r" b="b"/>
                  <a:pathLst>
                    <a:path w="275" h="111">
                      <a:moveTo>
                        <a:pt x="275" y="97"/>
                      </a:moveTo>
                      <a:lnTo>
                        <a:pt x="185" y="111"/>
                      </a:lnTo>
                      <a:lnTo>
                        <a:pt x="10" y="56"/>
                      </a:lnTo>
                      <a:lnTo>
                        <a:pt x="0" y="0"/>
                      </a:lnTo>
                      <a:lnTo>
                        <a:pt x="275" y="97"/>
                      </a:lnTo>
                      <a:close/>
                    </a:path>
                  </a:pathLst>
                </a:custGeom>
                <a:solidFill>
                  <a:srgbClr val="DDDDDD"/>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48" name="Freeform 47"/>
                <p:cNvSpPr>
                  <a:spLocks/>
                </p:cNvSpPr>
                <p:nvPr/>
              </p:nvSpPr>
              <p:spPr bwMode="auto">
                <a:xfrm>
                  <a:off x="7548563" y="3565526"/>
                  <a:ext cx="436563" cy="82550"/>
                </a:xfrm>
                <a:custGeom>
                  <a:avLst/>
                  <a:gdLst>
                    <a:gd name="T0" fmla="*/ 275 w 275"/>
                    <a:gd name="T1" fmla="*/ 45 h 52"/>
                    <a:gd name="T2" fmla="*/ 171 w 275"/>
                    <a:gd name="T3" fmla="*/ 52 h 52"/>
                    <a:gd name="T4" fmla="*/ 5 w 275"/>
                    <a:gd name="T5" fmla="*/ 26 h 52"/>
                    <a:gd name="T6" fmla="*/ 0 w 275"/>
                    <a:gd name="T7" fmla="*/ 0 h 52"/>
                    <a:gd name="T8" fmla="*/ 275 w 275"/>
                    <a:gd name="T9" fmla="*/ 45 h 52"/>
                  </a:gdLst>
                  <a:ahLst/>
                  <a:cxnLst>
                    <a:cxn ang="0">
                      <a:pos x="T0" y="T1"/>
                    </a:cxn>
                    <a:cxn ang="0">
                      <a:pos x="T2" y="T3"/>
                    </a:cxn>
                    <a:cxn ang="0">
                      <a:pos x="T4" y="T5"/>
                    </a:cxn>
                    <a:cxn ang="0">
                      <a:pos x="T6" y="T7"/>
                    </a:cxn>
                    <a:cxn ang="0">
                      <a:pos x="T8" y="T9"/>
                    </a:cxn>
                  </a:cxnLst>
                  <a:rect l="0" t="0" r="r" b="b"/>
                  <a:pathLst>
                    <a:path w="275" h="52">
                      <a:moveTo>
                        <a:pt x="275" y="45"/>
                      </a:moveTo>
                      <a:lnTo>
                        <a:pt x="171" y="52"/>
                      </a:lnTo>
                      <a:lnTo>
                        <a:pt x="5" y="26"/>
                      </a:lnTo>
                      <a:lnTo>
                        <a:pt x="0" y="0"/>
                      </a:lnTo>
                      <a:lnTo>
                        <a:pt x="275" y="45"/>
                      </a:lnTo>
                      <a:close/>
                    </a:path>
                  </a:pathLst>
                </a:custGeom>
                <a:solidFill>
                  <a:srgbClr val="DDDDDD"/>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49" name="Freeform 48"/>
                <p:cNvSpPr>
                  <a:spLocks/>
                </p:cNvSpPr>
                <p:nvPr/>
              </p:nvSpPr>
              <p:spPr bwMode="auto">
                <a:xfrm>
                  <a:off x="7732713" y="4505326"/>
                  <a:ext cx="423863" cy="28575"/>
                </a:xfrm>
                <a:custGeom>
                  <a:avLst/>
                  <a:gdLst>
                    <a:gd name="T0" fmla="*/ 267 w 267"/>
                    <a:gd name="T1" fmla="*/ 0 h 18"/>
                    <a:gd name="T2" fmla="*/ 166 w 267"/>
                    <a:gd name="T3" fmla="*/ 14 h 18"/>
                    <a:gd name="T4" fmla="*/ 3 w 267"/>
                    <a:gd name="T5" fmla="*/ 18 h 18"/>
                    <a:gd name="T6" fmla="*/ 0 w 267"/>
                    <a:gd name="T7" fmla="*/ 9 h 18"/>
                    <a:gd name="T8" fmla="*/ 267 w 267"/>
                    <a:gd name="T9" fmla="*/ 0 h 18"/>
                  </a:gdLst>
                  <a:ahLst/>
                  <a:cxnLst>
                    <a:cxn ang="0">
                      <a:pos x="T0" y="T1"/>
                    </a:cxn>
                    <a:cxn ang="0">
                      <a:pos x="T2" y="T3"/>
                    </a:cxn>
                    <a:cxn ang="0">
                      <a:pos x="T4" y="T5"/>
                    </a:cxn>
                    <a:cxn ang="0">
                      <a:pos x="T6" y="T7"/>
                    </a:cxn>
                    <a:cxn ang="0">
                      <a:pos x="T8" y="T9"/>
                    </a:cxn>
                  </a:cxnLst>
                  <a:rect l="0" t="0" r="r" b="b"/>
                  <a:pathLst>
                    <a:path w="267" h="18">
                      <a:moveTo>
                        <a:pt x="267" y="0"/>
                      </a:moveTo>
                      <a:lnTo>
                        <a:pt x="166" y="14"/>
                      </a:lnTo>
                      <a:lnTo>
                        <a:pt x="3" y="18"/>
                      </a:lnTo>
                      <a:lnTo>
                        <a:pt x="0" y="9"/>
                      </a:lnTo>
                      <a:lnTo>
                        <a:pt x="267" y="0"/>
                      </a:lnTo>
                      <a:close/>
                    </a:path>
                  </a:pathLst>
                </a:custGeom>
                <a:solidFill>
                  <a:srgbClr val="DDDDDD"/>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50" name="Freeform 49"/>
                <p:cNvSpPr>
                  <a:spLocks/>
                </p:cNvSpPr>
                <p:nvPr/>
              </p:nvSpPr>
              <p:spPr bwMode="auto">
                <a:xfrm>
                  <a:off x="7891463" y="5245101"/>
                  <a:ext cx="415925" cy="123825"/>
                </a:xfrm>
                <a:custGeom>
                  <a:avLst/>
                  <a:gdLst>
                    <a:gd name="T0" fmla="*/ 262 w 262"/>
                    <a:gd name="T1" fmla="*/ 0 h 78"/>
                    <a:gd name="T2" fmla="*/ 153 w 262"/>
                    <a:gd name="T3" fmla="*/ 9 h 78"/>
                    <a:gd name="T4" fmla="*/ 0 w 262"/>
                    <a:gd name="T5" fmla="*/ 54 h 78"/>
                    <a:gd name="T6" fmla="*/ 4 w 262"/>
                    <a:gd name="T7" fmla="*/ 78 h 78"/>
                    <a:gd name="T8" fmla="*/ 262 w 262"/>
                    <a:gd name="T9" fmla="*/ 0 h 78"/>
                  </a:gdLst>
                  <a:ahLst/>
                  <a:cxnLst>
                    <a:cxn ang="0">
                      <a:pos x="T0" y="T1"/>
                    </a:cxn>
                    <a:cxn ang="0">
                      <a:pos x="T2" y="T3"/>
                    </a:cxn>
                    <a:cxn ang="0">
                      <a:pos x="T4" y="T5"/>
                    </a:cxn>
                    <a:cxn ang="0">
                      <a:pos x="T6" y="T7"/>
                    </a:cxn>
                    <a:cxn ang="0">
                      <a:pos x="T8" y="T9"/>
                    </a:cxn>
                  </a:cxnLst>
                  <a:rect l="0" t="0" r="r" b="b"/>
                  <a:pathLst>
                    <a:path w="262" h="78">
                      <a:moveTo>
                        <a:pt x="262" y="0"/>
                      </a:moveTo>
                      <a:lnTo>
                        <a:pt x="153" y="9"/>
                      </a:lnTo>
                      <a:lnTo>
                        <a:pt x="0" y="54"/>
                      </a:lnTo>
                      <a:lnTo>
                        <a:pt x="4" y="78"/>
                      </a:lnTo>
                      <a:lnTo>
                        <a:pt x="262" y="0"/>
                      </a:lnTo>
                      <a:close/>
                    </a:path>
                  </a:pathLst>
                </a:custGeom>
                <a:solidFill>
                  <a:srgbClr val="DDDDDD"/>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grpSp>
      <p:sp>
        <p:nvSpPr>
          <p:cNvPr id="73" name="矩形 72"/>
          <p:cNvSpPr/>
          <p:nvPr/>
        </p:nvSpPr>
        <p:spPr>
          <a:xfrm>
            <a:off x="1438184" y="4214812"/>
            <a:ext cx="2879982" cy="1372683"/>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添加内容添加内容添加内容添加内容添加内容添加内容添加内容添加内容添加内容添加内容添加内容</a:t>
            </a:r>
          </a:p>
        </p:txBody>
      </p:sp>
      <p:sp>
        <p:nvSpPr>
          <p:cNvPr id="74" name="矩形 39"/>
          <p:cNvSpPr/>
          <p:nvPr/>
        </p:nvSpPr>
        <p:spPr>
          <a:xfrm>
            <a:off x="0" y="203088"/>
            <a:ext cx="2492990" cy="523220"/>
          </a:xfrm>
          <a:prstGeom prst="rect">
            <a:avLst/>
          </a:prstGeom>
          <a:noFill/>
        </p:spPr>
        <p:txBody>
          <a:bodyPr wrap="none" rtlCol="0">
            <a:spAutoFit/>
          </a:bodyPr>
          <a:lstStyle/>
          <a:p>
            <a:r>
              <a:rPr lang="zh-CN" altLang="en-US" sz="2800" b="1" dirty="0">
                <a:solidFill>
                  <a:schemeClr val="tx1">
                    <a:lumMod val="65000"/>
                    <a:lumOff val="35000"/>
                  </a:schemeClr>
                </a:solidFill>
              </a:rPr>
              <a:t>五项层级</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并列</a:t>
            </a:r>
            <a:endParaRPr lang="zh-CN" altLang="zh-CN" sz="2800" b="1" dirty="0">
              <a:solidFill>
                <a:schemeClr val="tx1">
                  <a:lumMod val="65000"/>
                  <a:lumOff val="35000"/>
                </a:schemeClr>
              </a:solidFill>
            </a:endParaRPr>
          </a:p>
        </p:txBody>
      </p:sp>
      <p:sp>
        <p:nvSpPr>
          <p:cNvPr id="80" name="文本框 79"/>
          <p:cNvSpPr txBox="1"/>
          <p:nvPr/>
        </p:nvSpPr>
        <p:spPr>
          <a:xfrm>
            <a:off x="4945033" y="2295893"/>
            <a:ext cx="2856518" cy="720197"/>
          </a:xfrm>
          <a:prstGeom prst="rect">
            <a:avLst/>
          </a:prstGeom>
          <a:noFill/>
        </p:spPr>
        <p:txBody>
          <a:bodyPr wrap="square" rtlCol="0">
            <a:spAutoFit/>
          </a:bodyPr>
          <a:lstStyle/>
          <a:p>
            <a:pPr>
              <a:lnSpc>
                <a:spcPct val="120000"/>
              </a:lnSpc>
            </a:pPr>
            <a:r>
              <a:rPr lang="zh-CN" altLang="en-US" sz="2000" b="1" dirty="0">
                <a:solidFill>
                  <a:schemeClr val="bg1"/>
                </a:solidFill>
              </a:rPr>
              <a:t>添加标题</a:t>
            </a:r>
            <a:endParaRPr lang="en-US" altLang="zh-CN" sz="2000" b="1" dirty="0">
              <a:solidFill>
                <a:schemeClr val="bg1"/>
              </a:solidFill>
            </a:endParaRPr>
          </a:p>
          <a:p>
            <a:pPr>
              <a:lnSpc>
                <a:spcPct val="120000"/>
              </a:lnSpc>
            </a:pPr>
            <a:r>
              <a:rPr lang="zh-CN" altLang="en-US" sz="1400" dirty="0">
                <a:solidFill>
                  <a:schemeClr val="bg1"/>
                </a:solidFill>
              </a:rPr>
              <a:t>添加内容添加内容</a:t>
            </a:r>
          </a:p>
        </p:txBody>
      </p:sp>
      <p:sp>
        <p:nvSpPr>
          <p:cNvPr id="81" name="文本框 80"/>
          <p:cNvSpPr txBox="1"/>
          <p:nvPr/>
        </p:nvSpPr>
        <p:spPr>
          <a:xfrm>
            <a:off x="4945033" y="3027180"/>
            <a:ext cx="2856518" cy="720197"/>
          </a:xfrm>
          <a:prstGeom prst="rect">
            <a:avLst/>
          </a:prstGeom>
          <a:noFill/>
        </p:spPr>
        <p:txBody>
          <a:bodyPr wrap="square" rtlCol="0">
            <a:spAutoFit/>
          </a:bodyPr>
          <a:lstStyle/>
          <a:p>
            <a:pPr>
              <a:lnSpc>
                <a:spcPct val="120000"/>
              </a:lnSpc>
            </a:pPr>
            <a:r>
              <a:rPr lang="zh-CN" altLang="en-US" sz="2000" b="1" dirty="0">
                <a:solidFill>
                  <a:schemeClr val="bg1"/>
                </a:solidFill>
              </a:rPr>
              <a:t>添加标题</a:t>
            </a:r>
            <a:endParaRPr lang="en-US" altLang="zh-CN" sz="2000" b="1" dirty="0">
              <a:solidFill>
                <a:schemeClr val="bg1"/>
              </a:solidFill>
            </a:endParaRPr>
          </a:p>
          <a:p>
            <a:pPr>
              <a:lnSpc>
                <a:spcPct val="120000"/>
              </a:lnSpc>
            </a:pPr>
            <a:r>
              <a:rPr lang="zh-CN" altLang="en-US" sz="1400" dirty="0">
                <a:solidFill>
                  <a:schemeClr val="bg1"/>
                </a:solidFill>
              </a:rPr>
              <a:t>添加内容添加内容</a:t>
            </a:r>
          </a:p>
        </p:txBody>
      </p:sp>
      <p:sp>
        <p:nvSpPr>
          <p:cNvPr id="82" name="文本框 81"/>
          <p:cNvSpPr txBox="1"/>
          <p:nvPr/>
        </p:nvSpPr>
        <p:spPr>
          <a:xfrm>
            <a:off x="4945033" y="3778999"/>
            <a:ext cx="2856518" cy="720197"/>
          </a:xfrm>
          <a:prstGeom prst="rect">
            <a:avLst/>
          </a:prstGeom>
          <a:noFill/>
        </p:spPr>
        <p:txBody>
          <a:bodyPr wrap="square" rtlCol="0">
            <a:spAutoFit/>
          </a:bodyPr>
          <a:lstStyle/>
          <a:p>
            <a:pPr>
              <a:lnSpc>
                <a:spcPct val="120000"/>
              </a:lnSpc>
            </a:pPr>
            <a:r>
              <a:rPr lang="zh-CN" altLang="en-US" sz="2000" b="1" dirty="0">
                <a:solidFill>
                  <a:schemeClr val="bg1"/>
                </a:solidFill>
              </a:rPr>
              <a:t>添加标题</a:t>
            </a:r>
            <a:endParaRPr lang="en-US" altLang="zh-CN" sz="2000" b="1" dirty="0">
              <a:solidFill>
                <a:schemeClr val="bg1"/>
              </a:solidFill>
            </a:endParaRPr>
          </a:p>
          <a:p>
            <a:pPr>
              <a:lnSpc>
                <a:spcPct val="120000"/>
              </a:lnSpc>
            </a:pPr>
            <a:r>
              <a:rPr lang="zh-CN" altLang="en-US" sz="1400" dirty="0">
                <a:solidFill>
                  <a:schemeClr val="bg1"/>
                </a:solidFill>
              </a:rPr>
              <a:t>添加内容添加内容</a:t>
            </a:r>
          </a:p>
        </p:txBody>
      </p:sp>
      <p:sp>
        <p:nvSpPr>
          <p:cNvPr id="83" name="文本框 82"/>
          <p:cNvSpPr txBox="1"/>
          <p:nvPr/>
        </p:nvSpPr>
        <p:spPr>
          <a:xfrm>
            <a:off x="4945033" y="4655324"/>
            <a:ext cx="2856518" cy="720197"/>
          </a:xfrm>
          <a:prstGeom prst="rect">
            <a:avLst/>
          </a:prstGeom>
          <a:noFill/>
        </p:spPr>
        <p:txBody>
          <a:bodyPr wrap="square" rtlCol="0">
            <a:spAutoFit/>
          </a:bodyPr>
          <a:lstStyle/>
          <a:p>
            <a:pPr>
              <a:lnSpc>
                <a:spcPct val="120000"/>
              </a:lnSpc>
            </a:pPr>
            <a:r>
              <a:rPr lang="zh-CN" altLang="en-US" sz="2000" b="1" dirty="0">
                <a:solidFill>
                  <a:schemeClr val="bg1"/>
                </a:solidFill>
              </a:rPr>
              <a:t>添加标题</a:t>
            </a:r>
            <a:endParaRPr lang="en-US" altLang="zh-CN" sz="2000" b="1" dirty="0">
              <a:solidFill>
                <a:schemeClr val="bg1"/>
              </a:solidFill>
            </a:endParaRPr>
          </a:p>
          <a:p>
            <a:pPr>
              <a:lnSpc>
                <a:spcPct val="120000"/>
              </a:lnSpc>
            </a:pPr>
            <a:r>
              <a:rPr lang="zh-CN" altLang="en-US" sz="1400" dirty="0">
                <a:solidFill>
                  <a:schemeClr val="bg1"/>
                </a:solidFill>
              </a:rPr>
              <a:t>添加内容添加内容</a:t>
            </a:r>
          </a:p>
        </p:txBody>
      </p:sp>
      <p:sp>
        <p:nvSpPr>
          <p:cNvPr id="84" name="文本框 83"/>
          <p:cNvSpPr txBox="1"/>
          <p:nvPr/>
        </p:nvSpPr>
        <p:spPr>
          <a:xfrm>
            <a:off x="4945033" y="5472184"/>
            <a:ext cx="2856518" cy="720197"/>
          </a:xfrm>
          <a:prstGeom prst="rect">
            <a:avLst/>
          </a:prstGeom>
          <a:noFill/>
        </p:spPr>
        <p:txBody>
          <a:bodyPr wrap="square" rtlCol="0">
            <a:spAutoFit/>
          </a:bodyPr>
          <a:lstStyle/>
          <a:p>
            <a:pPr>
              <a:lnSpc>
                <a:spcPct val="120000"/>
              </a:lnSpc>
            </a:pPr>
            <a:r>
              <a:rPr lang="zh-CN" altLang="en-US" sz="2000" b="1" dirty="0">
                <a:solidFill>
                  <a:schemeClr val="bg1"/>
                </a:solidFill>
              </a:rPr>
              <a:t>添加标题</a:t>
            </a:r>
            <a:endParaRPr lang="en-US" altLang="zh-CN" sz="2000" b="1" dirty="0">
              <a:solidFill>
                <a:schemeClr val="bg1"/>
              </a:solidFill>
            </a:endParaRPr>
          </a:p>
          <a:p>
            <a:pPr>
              <a:lnSpc>
                <a:spcPct val="120000"/>
              </a:lnSpc>
            </a:pPr>
            <a:r>
              <a:rPr lang="zh-CN" altLang="en-US" sz="1400" dirty="0">
                <a:solidFill>
                  <a:schemeClr val="bg1"/>
                </a:solidFill>
              </a:rPr>
              <a:t>添加内容添加内容</a:t>
            </a:r>
          </a:p>
        </p:txBody>
      </p:sp>
    </p:spTree>
    <p:extLst>
      <p:ext uri="{BB962C8B-B14F-4D97-AF65-F5344CB8AC3E}">
        <p14:creationId xmlns:p14="http://schemas.microsoft.com/office/powerpoint/2010/main" val="1546040907"/>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矩形 51"/>
          <p:cNvSpPr/>
          <p:nvPr/>
        </p:nvSpPr>
        <p:spPr>
          <a:xfrm>
            <a:off x="6039958" y="3225019"/>
            <a:ext cx="127160" cy="3629550"/>
          </a:xfrm>
          <a:prstGeom prst="rect">
            <a:avLst/>
          </a:prstGeom>
          <a:solidFill>
            <a:srgbClr val="FF890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schemeClr val="lt1"/>
              </a:solidFill>
              <a:latin typeface="Impact" panose="020B0806030902050204" pitchFamily="34" charset="0"/>
            </a:endParaRPr>
          </a:p>
        </p:txBody>
      </p:sp>
      <p:sp>
        <p:nvSpPr>
          <p:cNvPr id="14" name="矩形 64"/>
          <p:cNvSpPr/>
          <p:nvPr/>
        </p:nvSpPr>
        <p:spPr>
          <a:xfrm>
            <a:off x="6538842" y="3562698"/>
            <a:ext cx="162491" cy="3295302"/>
          </a:xfrm>
          <a:prstGeom prst="rect">
            <a:avLst/>
          </a:prstGeom>
          <a:solidFill>
            <a:srgbClr val="21998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latin typeface="Impact" panose="020B0806030902050204" pitchFamily="34" charset="0"/>
            </a:endParaRPr>
          </a:p>
        </p:txBody>
      </p:sp>
      <p:sp>
        <p:nvSpPr>
          <p:cNvPr id="25" name="矩形 73"/>
          <p:cNvSpPr/>
          <p:nvPr/>
        </p:nvSpPr>
        <p:spPr>
          <a:xfrm>
            <a:off x="5090353" y="4877051"/>
            <a:ext cx="133439" cy="1977781"/>
          </a:xfrm>
          <a:prstGeom prst="rect">
            <a:avLst/>
          </a:prstGeom>
          <a:solidFill>
            <a:srgbClr val="3A8FCB"/>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schemeClr val="lt1"/>
              </a:solidFill>
              <a:latin typeface="Impact" panose="020B0806030902050204" pitchFamily="34" charset="0"/>
            </a:endParaRPr>
          </a:p>
        </p:txBody>
      </p:sp>
      <p:sp>
        <p:nvSpPr>
          <p:cNvPr id="34" name="矩形 72"/>
          <p:cNvSpPr/>
          <p:nvPr/>
        </p:nvSpPr>
        <p:spPr>
          <a:xfrm>
            <a:off x="5566394" y="3562698"/>
            <a:ext cx="138170" cy="3291870"/>
          </a:xfrm>
          <a:prstGeom prst="rect">
            <a:avLst/>
          </a:prstGeom>
          <a:solidFill>
            <a:srgbClr val="8F58A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schemeClr val="lt1"/>
              </a:solidFill>
              <a:latin typeface="Impact" panose="020B0806030902050204" pitchFamily="34" charset="0"/>
            </a:endParaRPr>
          </a:p>
        </p:txBody>
      </p:sp>
      <p:sp>
        <p:nvSpPr>
          <p:cNvPr id="46" name="矩形 65"/>
          <p:cNvSpPr/>
          <p:nvPr/>
        </p:nvSpPr>
        <p:spPr>
          <a:xfrm>
            <a:off x="6963180" y="4876787"/>
            <a:ext cx="158402" cy="1977781"/>
          </a:xfrm>
          <a:prstGeom prst="rect">
            <a:avLst/>
          </a:prstGeom>
          <a:solidFill>
            <a:srgbClr val="4BB56D"/>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latin typeface="Impact" panose="020B0806030902050204" pitchFamily="34" charset="0"/>
            </a:endParaRPr>
          </a:p>
        </p:txBody>
      </p:sp>
      <p:sp>
        <p:nvSpPr>
          <p:cNvPr id="26" name="椭圆 69"/>
          <p:cNvSpPr/>
          <p:nvPr/>
        </p:nvSpPr>
        <p:spPr>
          <a:xfrm>
            <a:off x="4046642" y="4257392"/>
            <a:ext cx="1178313" cy="1178313"/>
          </a:xfrm>
          <a:prstGeom prst="ellipse">
            <a:avLst/>
          </a:prstGeom>
          <a:solidFill>
            <a:srgbClr val="3A8FCB"/>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schemeClr val="lt1"/>
              </a:solidFill>
              <a:latin typeface="Impact" panose="020B0806030902050204" pitchFamily="34" charset="0"/>
            </a:endParaRPr>
          </a:p>
        </p:txBody>
      </p:sp>
      <p:sp>
        <p:nvSpPr>
          <p:cNvPr id="110" name="椭圆 71"/>
          <p:cNvSpPr/>
          <p:nvPr/>
        </p:nvSpPr>
        <p:spPr>
          <a:xfrm>
            <a:off x="4206205" y="4414377"/>
            <a:ext cx="859186" cy="859186"/>
          </a:xfrm>
          <a:prstGeom prst="ellipse">
            <a:avLst/>
          </a:prstGeom>
          <a:gradFill flip="none" rotWithShape="1">
            <a:gsLst>
              <a:gs pos="100000">
                <a:srgbClr val="FFFFFF">
                  <a:lumMod val="100000"/>
                </a:srgbClr>
              </a:gs>
              <a:gs pos="0">
                <a:srgbClr val="D9D9DA"/>
              </a:gs>
            </a:gsLst>
            <a:lin ang="2700000" scaled="1"/>
            <a:tileRect/>
          </a:gradFill>
          <a:ln w="28575" cap="flat" cmpd="sng" algn="ctr">
            <a:gradFill flip="none" rotWithShape="1">
              <a:gsLst>
                <a:gs pos="100000">
                  <a:srgbClr val="FFFFFF"/>
                </a:gs>
                <a:gs pos="0">
                  <a:srgbClr val="D9D9DA"/>
                </a:gs>
              </a:gsLst>
              <a:lin ang="13500000" scaled="1"/>
              <a:tileRect/>
            </a:gradFill>
            <a:prstDash val="solid"/>
            <a:miter lim="800000"/>
          </a:ln>
          <a:effectLst>
            <a:outerShdw blurRad="279400" dist="165100" dir="2700000" algn="t" rotWithShape="0">
              <a:prstClr val="black">
                <a:alpha val="35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35" name="椭圆 66"/>
          <p:cNvSpPr/>
          <p:nvPr/>
        </p:nvSpPr>
        <p:spPr>
          <a:xfrm>
            <a:off x="4527026" y="3001678"/>
            <a:ext cx="1178313" cy="1178313"/>
          </a:xfrm>
          <a:prstGeom prst="ellipse">
            <a:avLst/>
          </a:prstGeom>
          <a:solidFill>
            <a:srgbClr val="8F58A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schemeClr val="lt1"/>
              </a:solidFill>
              <a:latin typeface="Impact" panose="020B0806030902050204" pitchFamily="34" charset="0"/>
            </a:endParaRPr>
          </a:p>
        </p:txBody>
      </p:sp>
      <p:sp>
        <p:nvSpPr>
          <p:cNvPr id="111" name="椭圆 68"/>
          <p:cNvSpPr/>
          <p:nvPr/>
        </p:nvSpPr>
        <p:spPr>
          <a:xfrm>
            <a:off x="4685427" y="3158662"/>
            <a:ext cx="859186" cy="859186"/>
          </a:xfrm>
          <a:prstGeom prst="ellipse">
            <a:avLst/>
          </a:prstGeom>
          <a:gradFill flip="none" rotWithShape="1">
            <a:gsLst>
              <a:gs pos="100000">
                <a:srgbClr val="FFFFFF">
                  <a:lumMod val="100000"/>
                </a:srgbClr>
              </a:gs>
              <a:gs pos="0">
                <a:srgbClr val="D9D9DA"/>
              </a:gs>
            </a:gsLst>
            <a:lin ang="2700000" scaled="1"/>
            <a:tileRect/>
          </a:gradFill>
          <a:ln w="28575" cap="flat" cmpd="sng" algn="ctr">
            <a:gradFill flip="none" rotWithShape="1">
              <a:gsLst>
                <a:gs pos="100000">
                  <a:srgbClr val="FFFFFF"/>
                </a:gs>
                <a:gs pos="0">
                  <a:srgbClr val="D9D9DA"/>
                </a:gs>
              </a:gsLst>
              <a:lin ang="13500000" scaled="1"/>
              <a:tileRect/>
            </a:gradFill>
            <a:prstDash val="solid"/>
            <a:miter lim="800000"/>
          </a:ln>
          <a:effectLst>
            <a:outerShdw blurRad="279400" dist="165100" dir="2700000" algn="t" rotWithShape="0">
              <a:prstClr val="black">
                <a:alpha val="35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3" name="椭圆 48"/>
          <p:cNvSpPr/>
          <p:nvPr/>
        </p:nvSpPr>
        <p:spPr>
          <a:xfrm>
            <a:off x="5523021" y="2100750"/>
            <a:ext cx="1178313" cy="1178313"/>
          </a:xfrm>
          <a:prstGeom prst="ellipse">
            <a:avLst/>
          </a:prstGeom>
          <a:solidFill>
            <a:srgbClr val="FF890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schemeClr val="lt1"/>
              </a:solidFill>
              <a:latin typeface="Impact" panose="020B0806030902050204" pitchFamily="34" charset="0"/>
            </a:endParaRPr>
          </a:p>
        </p:txBody>
      </p:sp>
      <p:sp>
        <p:nvSpPr>
          <p:cNvPr id="108" name="椭圆 50"/>
          <p:cNvSpPr/>
          <p:nvPr/>
        </p:nvSpPr>
        <p:spPr>
          <a:xfrm>
            <a:off x="5681422" y="2257735"/>
            <a:ext cx="859186" cy="859186"/>
          </a:xfrm>
          <a:prstGeom prst="ellipse">
            <a:avLst/>
          </a:prstGeom>
          <a:gradFill flip="none" rotWithShape="1">
            <a:gsLst>
              <a:gs pos="100000">
                <a:srgbClr val="FFFFFF">
                  <a:lumMod val="100000"/>
                </a:srgbClr>
              </a:gs>
              <a:gs pos="0">
                <a:srgbClr val="D9D9DA"/>
              </a:gs>
            </a:gsLst>
            <a:lin ang="2700000" scaled="1"/>
            <a:tileRect/>
          </a:gradFill>
          <a:ln w="28575" cap="flat" cmpd="sng" algn="ctr">
            <a:gradFill flip="none" rotWithShape="1">
              <a:gsLst>
                <a:gs pos="100000">
                  <a:srgbClr val="FFFFFF"/>
                </a:gs>
                <a:gs pos="0">
                  <a:srgbClr val="D9D9DA"/>
                </a:gs>
              </a:gsLst>
              <a:lin ang="13500000" scaled="1"/>
              <a:tileRect/>
            </a:gradFill>
            <a:prstDash val="solid"/>
            <a:miter lim="800000"/>
          </a:ln>
          <a:effectLst>
            <a:outerShdw blurRad="279400" dist="165100" dir="2700000" algn="t" rotWithShape="0">
              <a:prstClr val="black">
                <a:alpha val="35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16" name="椭圆 60"/>
          <p:cNvSpPr/>
          <p:nvPr/>
        </p:nvSpPr>
        <p:spPr>
          <a:xfrm>
            <a:off x="6538842" y="2973542"/>
            <a:ext cx="1178313" cy="1178313"/>
          </a:xfrm>
          <a:prstGeom prst="ellipse">
            <a:avLst/>
          </a:prstGeom>
          <a:solidFill>
            <a:srgbClr val="21998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latin typeface="Impact" panose="020B0806030902050204" pitchFamily="34" charset="0"/>
            </a:endParaRPr>
          </a:p>
        </p:txBody>
      </p:sp>
      <p:sp>
        <p:nvSpPr>
          <p:cNvPr id="109" name="椭圆 62"/>
          <p:cNvSpPr/>
          <p:nvPr/>
        </p:nvSpPr>
        <p:spPr>
          <a:xfrm>
            <a:off x="6698405" y="3130526"/>
            <a:ext cx="859186" cy="859186"/>
          </a:xfrm>
          <a:prstGeom prst="ellipse">
            <a:avLst/>
          </a:prstGeom>
          <a:gradFill flip="none" rotWithShape="1">
            <a:gsLst>
              <a:gs pos="100000">
                <a:srgbClr val="FFFFFF">
                  <a:lumMod val="100000"/>
                </a:srgbClr>
              </a:gs>
              <a:gs pos="0">
                <a:srgbClr val="D9D9DA"/>
              </a:gs>
            </a:gsLst>
            <a:lin ang="2700000" scaled="1"/>
            <a:tileRect/>
          </a:gradFill>
          <a:ln w="28575" cap="flat" cmpd="sng" algn="ctr">
            <a:gradFill flip="none" rotWithShape="1">
              <a:gsLst>
                <a:gs pos="100000">
                  <a:srgbClr val="FFFFFF"/>
                </a:gs>
                <a:gs pos="0">
                  <a:srgbClr val="D9D9DA"/>
                </a:gs>
              </a:gsLst>
              <a:lin ang="13500000" scaled="1"/>
              <a:tileRect/>
            </a:gradFill>
            <a:prstDash val="solid"/>
            <a:miter lim="800000"/>
          </a:ln>
          <a:effectLst>
            <a:outerShdw blurRad="279400" dist="165100" dir="2700000" algn="t" rotWithShape="0">
              <a:prstClr val="black">
                <a:alpha val="35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7" name="矩形 52"/>
          <p:cNvSpPr/>
          <p:nvPr/>
        </p:nvSpPr>
        <p:spPr>
          <a:xfrm>
            <a:off x="6113022" y="1895329"/>
            <a:ext cx="41563" cy="227602"/>
          </a:xfrm>
          <a:prstGeom prst="rect">
            <a:avLst/>
          </a:prstGeom>
          <a:solidFill>
            <a:srgbClr val="FF890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schemeClr val="lt1"/>
              </a:solidFill>
              <a:latin typeface="Impact" panose="020B0806030902050204" pitchFamily="34" charset="0"/>
            </a:endParaRPr>
          </a:p>
        </p:txBody>
      </p:sp>
      <p:sp>
        <p:nvSpPr>
          <p:cNvPr id="8" name="椭圆 53"/>
          <p:cNvSpPr/>
          <p:nvPr/>
        </p:nvSpPr>
        <p:spPr>
          <a:xfrm>
            <a:off x="5936838" y="1566532"/>
            <a:ext cx="392771" cy="392771"/>
          </a:xfrm>
          <a:prstGeom prst="ellipse">
            <a:avLst/>
          </a:prstGeom>
          <a:solidFill>
            <a:srgbClr val="FF890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dirty="0">
                <a:solidFill>
                  <a:schemeClr val="lt1"/>
                </a:solidFill>
                <a:latin typeface="Impact" panose="020B0806030902050204" pitchFamily="34" charset="0"/>
              </a:rPr>
              <a:t>03</a:t>
            </a:r>
            <a:endParaRPr lang="zh-CN" altLang="en-US" dirty="0">
              <a:solidFill>
                <a:schemeClr val="lt1"/>
              </a:solidFill>
              <a:latin typeface="Impact" panose="020B0806030902050204" pitchFamily="34" charset="0"/>
            </a:endParaRPr>
          </a:p>
        </p:txBody>
      </p:sp>
      <p:grpSp>
        <p:nvGrpSpPr>
          <p:cNvPr id="10" name="Group 43"/>
          <p:cNvGrpSpPr/>
          <p:nvPr/>
        </p:nvGrpSpPr>
        <p:grpSpPr>
          <a:xfrm>
            <a:off x="5878445" y="2463898"/>
            <a:ext cx="465138" cy="435769"/>
            <a:chOff x="5368132" y="3540125"/>
            <a:chExt cx="465138" cy="435769"/>
          </a:xfrm>
          <a:solidFill>
            <a:schemeClr val="tx1">
              <a:lumMod val="65000"/>
              <a:lumOff val="35000"/>
            </a:schemeClr>
          </a:solidFill>
        </p:grpSpPr>
        <p:sp>
          <p:nvSpPr>
            <p:cNvPr id="11" name="AutoShape 110"/>
            <p:cNvSpPr>
              <a:spLocks/>
            </p:cNvSpPr>
            <p:nvPr/>
          </p:nvSpPr>
          <p:spPr bwMode="auto">
            <a:xfrm>
              <a:off x="5426869" y="3598069"/>
              <a:ext cx="347663" cy="2325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99" y="20255"/>
                  </a:moveTo>
                  <a:lnTo>
                    <a:pt x="899" y="20255"/>
                  </a:lnTo>
                  <a:lnTo>
                    <a:pt x="899" y="1350"/>
                  </a:lnTo>
                  <a:lnTo>
                    <a:pt x="20699" y="1350"/>
                  </a:lnTo>
                  <a:cubicBezTo>
                    <a:pt x="20699" y="1350"/>
                    <a:pt x="20699" y="20255"/>
                    <a:pt x="20699" y="20255"/>
                  </a:cubicBezTo>
                  <a:close/>
                  <a:moveTo>
                    <a:pt x="20699" y="0"/>
                  </a:moveTo>
                  <a:lnTo>
                    <a:pt x="899" y="5"/>
                  </a:lnTo>
                  <a:cubicBezTo>
                    <a:pt x="402" y="5"/>
                    <a:pt x="0" y="603"/>
                    <a:pt x="0" y="1350"/>
                  </a:cubicBezTo>
                  <a:lnTo>
                    <a:pt x="0" y="20249"/>
                  </a:lnTo>
                  <a:cubicBezTo>
                    <a:pt x="0" y="20996"/>
                    <a:pt x="402" y="21599"/>
                    <a:pt x="899" y="21599"/>
                  </a:cubicBezTo>
                  <a:lnTo>
                    <a:pt x="20699" y="21599"/>
                  </a:lnTo>
                  <a:cubicBezTo>
                    <a:pt x="21197" y="21599"/>
                    <a:pt x="21600" y="20996"/>
                    <a:pt x="21600" y="20249"/>
                  </a:cubicBezTo>
                  <a:lnTo>
                    <a:pt x="21600" y="1350"/>
                  </a:lnTo>
                  <a:cubicBezTo>
                    <a:pt x="21600" y="603"/>
                    <a:pt x="21197" y="0"/>
                    <a:pt x="20699" y="0"/>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chemeClr val="tx1">
                    <a:lumMod val="65000"/>
                    <a:lumOff val="35000"/>
                  </a:schemeClr>
                </a:solidFill>
                <a:effectLst>
                  <a:outerShdw blurRad="38100" dist="38100" dir="2700000" algn="tl">
                    <a:srgbClr val="000000"/>
                  </a:outerShdw>
                </a:effectLst>
                <a:latin typeface="Gill Sans" charset="0"/>
                <a:sym typeface="Gill Sans" charset="0"/>
              </a:endParaRPr>
            </a:p>
          </p:txBody>
        </p:sp>
        <p:sp>
          <p:nvSpPr>
            <p:cNvPr id="12" name="AutoShape 111"/>
            <p:cNvSpPr>
              <a:spLocks/>
            </p:cNvSpPr>
            <p:nvPr/>
          </p:nvSpPr>
          <p:spPr bwMode="auto">
            <a:xfrm>
              <a:off x="5368132" y="3540125"/>
              <a:ext cx="465138" cy="4357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6562"/>
                  </a:moveTo>
                  <a:cubicBezTo>
                    <a:pt x="20249" y="16959"/>
                    <a:pt x="19946" y="17282"/>
                    <a:pt x="19575" y="17282"/>
                  </a:cubicBezTo>
                  <a:lnTo>
                    <a:pt x="13499" y="17282"/>
                  </a:lnTo>
                  <a:lnTo>
                    <a:pt x="8099" y="17282"/>
                  </a:lnTo>
                  <a:lnTo>
                    <a:pt x="2024" y="17282"/>
                  </a:lnTo>
                  <a:cubicBezTo>
                    <a:pt x="1651" y="17282"/>
                    <a:pt x="1349" y="16959"/>
                    <a:pt x="1349" y="16562"/>
                  </a:cubicBezTo>
                  <a:lnTo>
                    <a:pt x="1349" y="2160"/>
                  </a:lnTo>
                  <a:cubicBezTo>
                    <a:pt x="1349" y="1762"/>
                    <a:pt x="1651" y="1440"/>
                    <a:pt x="2024" y="1440"/>
                  </a:cubicBezTo>
                  <a:lnTo>
                    <a:pt x="19575" y="1440"/>
                  </a:lnTo>
                  <a:cubicBezTo>
                    <a:pt x="19946" y="1440"/>
                    <a:pt x="20249" y="1762"/>
                    <a:pt x="20249" y="2160"/>
                  </a:cubicBezTo>
                  <a:cubicBezTo>
                    <a:pt x="20249" y="2160"/>
                    <a:pt x="20249" y="16562"/>
                    <a:pt x="20249" y="16562"/>
                  </a:cubicBezTo>
                  <a:close/>
                  <a:moveTo>
                    <a:pt x="19575" y="0"/>
                  </a:moveTo>
                  <a:lnTo>
                    <a:pt x="2024" y="0"/>
                  </a:lnTo>
                  <a:cubicBezTo>
                    <a:pt x="905" y="0"/>
                    <a:pt x="0" y="966"/>
                    <a:pt x="0" y="2160"/>
                  </a:cubicBezTo>
                  <a:lnTo>
                    <a:pt x="0" y="16562"/>
                  </a:lnTo>
                  <a:cubicBezTo>
                    <a:pt x="0" y="17753"/>
                    <a:pt x="903" y="18718"/>
                    <a:pt x="2018" y="18721"/>
                  </a:cubicBezTo>
                  <a:lnTo>
                    <a:pt x="8774" y="18721"/>
                  </a:lnTo>
                  <a:lnTo>
                    <a:pt x="8774" y="19597"/>
                  </a:lnTo>
                  <a:lnTo>
                    <a:pt x="4561" y="20181"/>
                  </a:lnTo>
                  <a:cubicBezTo>
                    <a:pt x="4260" y="20262"/>
                    <a:pt x="4049" y="20549"/>
                    <a:pt x="4049" y="20879"/>
                  </a:cubicBezTo>
                  <a:cubicBezTo>
                    <a:pt x="4049" y="21277"/>
                    <a:pt x="4351" y="21599"/>
                    <a:pt x="4724" y="21599"/>
                  </a:cubicBezTo>
                  <a:lnTo>
                    <a:pt x="16874" y="21599"/>
                  </a:lnTo>
                  <a:cubicBezTo>
                    <a:pt x="17248" y="21599"/>
                    <a:pt x="17549" y="21277"/>
                    <a:pt x="17549" y="20879"/>
                  </a:cubicBezTo>
                  <a:cubicBezTo>
                    <a:pt x="17549" y="20549"/>
                    <a:pt x="17339" y="20262"/>
                    <a:pt x="17038" y="20181"/>
                  </a:cubicBezTo>
                  <a:lnTo>
                    <a:pt x="12824" y="19597"/>
                  </a:lnTo>
                  <a:lnTo>
                    <a:pt x="12824" y="18721"/>
                  </a:lnTo>
                  <a:lnTo>
                    <a:pt x="19581" y="18721"/>
                  </a:lnTo>
                  <a:cubicBezTo>
                    <a:pt x="20696" y="18718"/>
                    <a:pt x="21600" y="17753"/>
                    <a:pt x="21600" y="16562"/>
                  </a:cubicBezTo>
                  <a:lnTo>
                    <a:pt x="21600" y="2160"/>
                  </a:lnTo>
                  <a:cubicBezTo>
                    <a:pt x="21600" y="966"/>
                    <a:pt x="20692" y="0"/>
                    <a:pt x="19575" y="0"/>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chemeClr val="tx1">
                    <a:lumMod val="65000"/>
                    <a:lumOff val="35000"/>
                  </a:schemeClr>
                </a:solidFill>
                <a:effectLst>
                  <a:outerShdw blurRad="38100" dist="38100" dir="2700000" algn="tl">
                    <a:srgbClr val="000000"/>
                  </a:outerShdw>
                </a:effectLst>
                <a:latin typeface="Gill Sans" charset="0"/>
                <a:sym typeface="Gill Sans" charset="0"/>
              </a:endParaRPr>
            </a:p>
          </p:txBody>
        </p:sp>
      </p:grpSp>
      <p:sp>
        <p:nvSpPr>
          <p:cNvPr id="15" name="椭圆 57"/>
          <p:cNvSpPr/>
          <p:nvPr/>
        </p:nvSpPr>
        <p:spPr>
          <a:xfrm>
            <a:off x="7706887" y="2819247"/>
            <a:ext cx="392771" cy="392771"/>
          </a:xfrm>
          <a:prstGeom prst="ellipse">
            <a:avLst/>
          </a:prstGeom>
          <a:solidFill>
            <a:srgbClr val="21998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dirty="0">
                <a:solidFill>
                  <a:schemeClr val="lt1"/>
                </a:solidFill>
                <a:latin typeface="Impact" panose="020B0806030902050204" pitchFamily="34" charset="0"/>
              </a:rPr>
              <a:t>04</a:t>
            </a:r>
            <a:endParaRPr lang="zh-CN" altLang="en-US" dirty="0">
              <a:solidFill>
                <a:schemeClr val="lt1"/>
              </a:solidFill>
              <a:latin typeface="Impact" panose="020B0806030902050204" pitchFamily="34" charset="0"/>
            </a:endParaRPr>
          </a:p>
        </p:txBody>
      </p:sp>
      <p:sp>
        <p:nvSpPr>
          <p:cNvPr id="19" name="矩形 63"/>
          <p:cNvSpPr/>
          <p:nvPr/>
        </p:nvSpPr>
        <p:spPr>
          <a:xfrm rot="3600000">
            <a:off x="7660473" y="3036319"/>
            <a:ext cx="41563" cy="227602"/>
          </a:xfrm>
          <a:prstGeom prst="rect">
            <a:avLst/>
          </a:prstGeom>
          <a:solidFill>
            <a:srgbClr val="21998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schemeClr val="lt1"/>
              </a:solidFill>
              <a:latin typeface="Impact" panose="020B0806030902050204" pitchFamily="34" charset="0"/>
            </a:endParaRPr>
          </a:p>
        </p:txBody>
      </p:sp>
      <p:grpSp>
        <p:nvGrpSpPr>
          <p:cNvPr id="21" name="Group 46"/>
          <p:cNvGrpSpPr/>
          <p:nvPr/>
        </p:nvGrpSpPr>
        <p:grpSpPr>
          <a:xfrm>
            <a:off x="6968454" y="3333851"/>
            <a:ext cx="319088" cy="465138"/>
            <a:chOff x="3582988" y="3510757"/>
            <a:chExt cx="319088" cy="465138"/>
          </a:xfrm>
          <a:solidFill>
            <a:schemeClr val="tx1">
              <a:lumMod val="65000"/>
              <a:lumOff val="35000"/>
            </a:schemeClr>
          </a:solidFill>
        </p:grpSpPr>
        <p:sp>
          <p:nvSpPr>
            <p:cNvPr id="22" name="AutoShape 113"/>
            <p:cNvSpPr>
              <a:spLocks/>
            </p:cNvSpPr>
            <p:nvPr/>
          </p:nvSpPr>
          <p:spPr bwMode="auto">
            <a:xfrm>
              <a:off x="3582988" y="3510757"/>
              <a:ext cx="319088" cy="4651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5386" y="14175"/>
                  </a:moveTo>
                  <a:lnTo>
                    <a:pt x="6223" y="14175"/>
                  </a:lnTo>
                  <a:cubicBezTo>
                    <a:pt x="5734" y="13446"/>
                    <a:pt x="5147" y="12716"/>
                    <a:pt x="4568" y="12003"/>
                  </a:cubicBezTo>
                  <a:cubicBezTo>
                    <a:pt x="3287" y="10427"/>
                    <a:pt x="1963" y="8797"/>
                    <a:pt x="1963" y="7425"/>
                  </a:cubicBezTo>
                  <a:cubicBezTo>
                    <a:pt x="1963" y="4075"/>
                    <a:pt x="5927" y="1350"/>
                    <a:pt x="10800" y="1350"/>
                  </a:cubicBezTo>
                  <a:cubicBezTo>
                    <a:pt x="15672" y="1350"/>
                    <a:pt x="19636" y="4075"/>
                    <a:pt x="19636" y="7425"/>
                  </a:cubicBezTo>
                  <a:cubicBezTo>
                    <a:pt x="19636" y="8787"/>
                    <a:pt x="18312" y="10425"/>
                    <a:pt x="17029" y="12011"/>
                  </a:cubicBezTo>
                  <a:cubicBezTo>
                    <a:pt x="16455" y="12723"/>
                    <a:pt x="15873" y="13449"/>
                    <a:pt x="15386" y="14175"/>
                  </a:cubicBezTo>
                  <a:moveTo>
                    <a:pt x="10800" y="20249"/>
                  </a:moveTo>
                  <a:cubicBezTo>
                    <a:pt x="9805" y="20249"/>
                    <a:pt x="9347" y="20171"/>
                    <a:pt x="8839" y="19406"/>
                  </a:cubicBezTo>
                  <a:lnTo>
                    <a:pt x="13000" y="19048"/>
                  </a:lnTo>
                  <a:cubicBezTo>
                    <a:pt x="12398" y="20164"/>
                    <a:pt x="11959" y="20249"/>
                    <a:pt x="10800" y="20249"/>
                  </a:cubicBezTo>
                  <a:moveTo>
                    <a:pt x="7595" y="16813"/>
                  </a:moveTo>
                  <a:cubicBezTo>
                    <a:pt x="7417" y="16407"/>
                    <a:pt x="7215" y="15978"/>
                    <a:pt x="6991" y="15525"/>
                  </a:cubicBezTo>
                  <a:lnTo>
                    <a:pt x="14616" y="15525"/>
                  </a:lnTo>
                  <a:cubicBezTo>
                    <a:pt x="14496" y="15767"/>
                    <a:pt x="14375" y="16010"/>
                    <a:pt x="14270" y="16239"/>
                  </a:cubicBezTo>
                  <a:cubicBezTo>
                    <a:pt x="14270" y="16239"/>
                    <a:pt x="7595" y="16813"/>
                    <a:pt x="7595" y="16813"/>
                  </a:cubicBezTo>
                  <a:close/>
                  <a:moveTo>
                    <a:pt x="13345" y="18343"/>
                  </a:moveTo>
                  <a:lnTo>
                    <a:pt x="8476" y="18762"/>
                  </a:lnTo>
                  <a:cubicBezTo>
                    <a:pt x="8303" y="18416"/>
                    <a:pt x="8116" y="18011"/>
                    <a:pt x="7890" y="17483"/>
                  </a:cubicBezTo>
                  <a:cubicBezTo>
                    <a:pt x="7887" y="17477"/>
                    <a:pt x="7883" y="17469"/>
                    <a:pt x="7881" y="17462"/>
                  </a:cubicBezTo>
                  <a:lnTo>
                    <a:pt x="13957" y="16941"/>
                  </a:lnTo>
                  <a:cubicBezTo>
                    <a:pt x="13871" y="17140"/>
                    <a:pt x="13778" y="17350"/>
                    <a:pt x="13698" y="17537"/>
                  </a:cubicBezTo>
                  <a:cubicBezTo>
                    <a:pt x="13569" y="17841"/>
                    <a:pt x="13453" y="18104"/>
                    <a:pt x="13345" y="18343"/>
                  </a:cubicBezTo>
                  <a:moveTo>
                    <a:pt x="10800" y="0"/>
                  </a:moveTo>
                  <a:cubicBezTo>
                    <a:pt x="4835" y="0"/>
                    <a:pt x="0" y="3324"/>
                    <a:pt x="0" y="7425"/>
                  </a:cubicBezTo>
                  <a:cubicBezTo>
                    <a:pt x="0" y="10146"/>
                    <a:pt x="3621" y="13029"/>
                    <a:pt x="4939" y="15562"/>
                  </a:cubicBezTo>
                  <a:cubicBezTo>
                    <a:pt x="6906" y="19339"/>
                    <a:pt x="6688" y="21599"/>
                    <a:pt x="10800" y="21599"/>
                  </a:cubicBezTo>
                  <a:cubicBezTo>
                    <a:pt x="14972" y="21599"/>
                    <a:pt x="14692" y="19349"/>
                    <a:pt x="16660" y="15577"/>
                  </a:cubicBezTo>
                  <a:cubicBezTo>
                    <a:pt x="17983" y="13039"/>
                    <a:pt x="21600" y="10124"/>
                    <a:pt x="21600" y="7425"/>
                  </a:cubicBezTo>
                  <a:cubicBezTo>
                    <a:pt x="21600" y="3324"/>
                    <a:pt x="16764" y="0"/>
                    <a:pt x="10800" y="0"/>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a:solidFill>
                  <a:schemeClr val="tx1">
                    <a:lumMod val="65000"/>
                    <a:lumOff val="35000"/>
                  </a:schemeClr>
                </a:solidFill>
                <a:sym typeface="Gill Sans" charset="0"/>
              </a:endParaRPr>
            </a:p>
          </p:txBody>
        </p:sp>
        <p:sp>
          <p:nvSpPr>
            <p:cNvPr id="23" name="AutoShape 114"/>
            <p:cNvSpPr>
              <a:spLocks/>
            </p:cNvSpPr>
            <p:nvPr/>
          </p:nvSpPr>
          <p:spPr bwMode="auto">
            <a:xfrm>
              <a:off x="3655219" y="3583782"/>
              <a:ext cx="94456" cy="9445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938" y="0"/>
                  </a:moveTo>
                  <a:cubicBezTo>
                    <a:pt x="8943" y="0"/>
                    <a:pt x="0" y="8942"/>
                    <a:pt x="0" y="19938"/>
                  </a:cubicBezTo>
                  <a:cubicBezTo>
                    <a:pt x="0" y="20855"/>
                    <a:pt x="743" y="21600"/>
                    <a:pt x="1661" y="21600"/>
                  </a:cubicBezTo>
                  <a:cubicBezTo>
                    <a:pt x="2579" y="21600"/>
                    <a:pt x="3323" y="20855"/>
                    <a:pt x="3323" y="19938"/>
                  </a:cubicBezTo>
                  <a:cubicBezTo>
                    <a:pt x="3323" y="10777"/>
                    <a:pt x="10777" y="3323"/>
                    <a:pt x="19938" y="3323"/>
                  </a:cubicBezTo>
                  <a:cubicBezTo>
                    <a:pt x="20856" y="3323"/>
                    <a:pt x="21600" y="2578"/>
                    <a:pt x="21600" y="1661"/>
                  </a:cubicBezTo>
                  <a:cubicBezTo>
                    <a:pt x="21600" y="744"/>
                    <a:pt x="20856" y="0"/>
                    <a:pt x="19938" y="0"/>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a:solidFill>
                  <a:schemeClr val="tx1">
                    <a:lumMod val="65000"/>
                    <a:lumOff val="35000"/>
                  </a:schemeClr>
                </a:solidFill>
                <a:sym typeface="Gill Sans" charset="0"/>
              </a:endParaRPr>
            </a:p>
          </p:txBody>
        </p:sp>
      </p:grpSp>
      <p:sp>
        <p:nvSpPr>
          <p:cNvPr id="29" name="矩形 75"/>
          <p:cNvSpPr/>
          <p:nvPr/>
        </p:nvSpPr>
        <p:spPr>
          <a:xfrm rot="16200000">
            <a:off x="3934227" y="4742205"/>
            <a:ext cx="41563" cy="227602"/>
          </a:xfrm>
          <a:prstGeom prst="rect">
            <a:avLst/>
          </a:prstGeom>
          <a:solidFill>
            <a:srgbClr val="3A8FCB"/>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schemeClr val="lt1"/>
              </a:solidFill>
              <a:latin typeface="Impact" panose="020B0806030902050204" pitchFamily="34" charset="0"/>
            </a:endParaRPr>
          </a:p>
        </p:txBody>
      </p:sp>
      <p:sp>
        <p:nvSpPr>
          <p:cNvPr id="30" name="椭圆 77"/>
          <p:cNvSpPr/>
          <p:nvPr/>
        </p:nvSpPr>
        <p:spPr>
          <a:xfrm>
            <a:off x="3493705" y="4638839"/>
            <a:ext cx="392771" cy="392771"/>
          </a:xfrm>
          <a:prstGeom prst="ellipse">
            <a:avLst/>
          </a:prstGeom>
          <a:solidFill>
            <a:srgbClr val="3A8FCB"/>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dirty="0">
                <a:solidFill>
                  <a:schemeClr val="lt1"/>
                </a:solidFill>
                <a:latin typeface="Impact" panose="020B0806030902050204" pitchFamily="34" charset="0"/>
              </a:rPr>
              <a:t>01</a:t>
            </a:r>
            <a:endParaRPr lang="zh-CN" altLang="en-US" dirty="0">
              <a:solidFill>
                <a:schemeClr val="lt1"/>
              </a:solidFill>
              <a:latin typeface="Impact" panose="020B0806030902050204" pitchFamily="34" charset="0"/>
            </a:endParaRPr>
          </a:p>
        </p:txBody>
      </p:sp>
      <p:sp>
        <p:nvSpPr>
          <p:cNvPr id="32" name="AutoShape 117"/>
          <p:cNvSpPr>
            <a:spLocks/>
          </p:cNvSpPr>
          <p:nvPr/>
        </p:nvSpPr>
        <p:spPr bwMode="auto">
          <a:xfrm>
            <a:off x="4402463" y="4704613"/>
            <a:ext cx="464344" cy="348456"/>
          </a:xfrm>
          <a:custGeom>
            <a:avLst/>
            <a:gdLst>
              <a:gd name="T0" fmla="+- 0 10799 1"/>
              <a:gd name="T1" fmla="*/ T0 w 21596"/>
              <a:gd name="T2" fmla="*/ 10800 h 21600"/>
              <a:gd name="T3" fmla="+- 0 10799 1"/>
              <a:gd name="T4" fmla="*/ T3 w 21596"/>
              <a:gd name="T5" fmla="*/ 10800 h 21600"/>
              <a:gd name="T6" fmla="+- 0 10799 1"/>
              <a:gd name="T7" fmla="*/ T6 w 21596"/>
              <a:gd name="T8" fmla="*/ 10800 h 21600"/>
              <a:gd name="T9" fmla="+- 0 10799 1"/>
              <a:gd name="T10" fmla="*/ T9 w 21596"/>
              <a:gd name="T11" fmla="*/ 10800 h 21600"/>
            </a:gdLst>
            <a:ahLst/>
            <a:cxnLst>
              <a:cxn ang="0">
                <a:pos x="T1" y="T2"/>
              </a:cxn>
              <a:cxn ang="0">
                <a:pos x="T4" y="T5"/>
              </a:cxn>
              <a:cxn ang="0">
                <a:pos x="T7" y="T8"/>
              </a:cxn>
              <a:cxn ang="0">
                <a:pos x="T10" y="T11"/>
              </a:cxn>
            </a:cxnLst>
            <a:rect l="0" t="0" r="r" b="b"/>
            <a:pathLst>
              <a:path w="21596" h="21600">
                <a:moveTo>
                  <a:pt x="4511" y="2151"/>
                </a:moveTo>
                <a:lnTo>
                  <a:pt x="6064" y="3877"/>
                </a:lnTo>
                <a:lnTo>
                  <a:pt x="4246" y="6302"/>
                </a:lnTo>
                <a:lnTo>
                  <a:pt x="1353" y="6302"/>
                </a:lnTo>
                <a:cubicBezTo>
                  <a:pt x="1353" y="6302"/>
                  <a:pt x="4511" y="2151"/>
                  <a:pt x="4511" y="2151"/>
                </a:cubicBezTo>
                <a:close/>
                <a:moveTo>
                  <a:pt x="17348" y="6302"/>
                </a:moveTo>
                <a:lnTo>
                  <a:pt x="15531" y="3877"/>
                </a:lnTo>
                <a:lnTo>
                  <a:pt x="17082" y="2153"/>
                </a:lnTo>
                <a:lnTo>
                  <a:pt x="20191" y="6302"/>
                </a:lnTo>
                <a:cubicBezTo>
                  <a:pt x="20191" y="6302"/>
                  <a:pt x="17348" y="6302"/>
                  <a:pt x="17348" y="6302"/>
                </a:cubicBezTo>
                <a:close/>
                <a:moveTo>
                  <a:pt x="17264" y="7202"/>
                </a:moveTo>
                <a:lnTo>
                  <a:pt x="19663" y="7202"/>
                </a:lnTo>
                <a:lnTo>
                  <a:pt x="13021" y="16638"/>
                </a:lnTo>
                <a:cubicBezTo>
                  <a:pt x="13021" y="16638"/>
                  <a:pt x="17264" y="7202"/>
                  <a:pt x="17264" y="7202"/>
                </a:cubicBezTo>
                <a:close/>
                <a:moveTo>
                  <a:pt x="8574" y="16637"/>
                </a:moveTo>
                <a:lnTo>
                  <a:pt x="1933" y="7202"/>
                </a:lnTo>
                <a:lnTo>
                  <a:pt x="4330" y="7202"/>
                </a:lnTo>
                <a:cubicBezTo>
                  <a:pt x="4330" y="7202"/>
                  <a:pt x="8574" y="16637"/>
                  <a:pt x="8574" y="16637"/>
                </a:cubicBezTo>
                <a:close/>
                <a:moveTo>
                  <a:pt x="8429" y="7202"/>
                </a:moveTo>
                <a:lnTo>
                  <a:pt x="10084" y="18249"/>
                </a:lnTo>
                <a:lnTo>
                  <a:pt x="5117" y="7202"/>
                </a:lnTo>
                <a:cubicBezTo>
                  <a:pt x="5117" y="7202"/>
                  <a:pt x="8429" y="7202"/>
                  <a:pt x="8429" y="7202"/>
                </a:cubicBezTo>
                <a:close/>
                <a:moveTo>
                  <a:pt x="6584" y="4456"/>
                </a:moveTo>
                <a:lnTo>
                  <a:pt x="8246" y="6302"/>
                </a:lnTo>
                <a:lnTo>
                  <a:pt x="5200" y="6302"/>
                </a:lnTo>
                <a:cubicBezTo>
                  <a:pt x="5200" y="6302"/>
                  <a:pt x="6584" y="4456"/>
                  <a:pt x="6584" y="4456"/>
                </a:cubicBezTo>
                <a:close/>
                <a:moveTo>
                  <a:pt x="6543" y="3238"/>
                </a:moveTo>
                <a:lnTo>
                  <a:pt x="5250" y="1800"/>
                </a:lnTo>
                <a:lnTo>
                  <a:pt x="7621" y="1800"/>
                </a:lnTo>
                <a:cubicBezTo>
                  <a:pt x="7621" y="1800"/>
                  <a:pt x="6543" y="3238"/>
                  <a:pt x="6543" y="3238"/>
                </a:cubicBezTo>
                <a:close/>
                <a:moveTo>
                  <a:pt x="10797" y="3466"/>
                </a:moveTo>
                <a:lnTo>
                  <a:pt x="9299" y="1800"/>
                </a:lnTo>
                <a:lnTo>
                  <a:pt x="12296" y="1800"/>
                </a:lnTo>
                <a:cubicBezTo>
                  <a:pt x="12296" y="1800"/>
                  <a:pt x="10797" y="3466"/>
                  <a:pt x="10797" y="3466"/>
                </a:cubicBezTo>
                <a:close/>
                <a:moveTo>
                  <a:pt x="13974" y="1800"/>
                </a:moveTo>
                <a:lnTo>
                  <a:pt x="16345" y="1800"/>
                </a:lnTo>
                <a:lnTo>
                  <a:pt x="15052" y="3238"/>
                </a:lnTo>
                <a:cubicBezTo>
                  <a:pt x="15052" y="3238"/>
                  <a:pt x="13974" y="1800"/>
                  <a:pt x="13974" y="1800"/>
                </a:cubicBezTo>
                <a:close/>
                <a:moveTo>
                  <a:pt x="13349" y="6302"/>
                </a:moveTo>
                <a:lnTo>
                  <a:pt x="15011" y="4456"/>
                </a:lnTo>
                <a:lnTo>
                  <a:pt x="16394" y="6302"/>
                </a:lnTo>
                <a:cubicBezTo>
                  <a:pt x="16394" y="6302"/>
                  <a:pt x="13349" y="6302"/>
                  <a:pt x="13349" y="6302"/>
                </a:cubicBezTo>
                <a:close/>
                <a:moveTo>
                  <a:pt x="13166" y="7202"/>
                </a:moveTo>
                <a:lnTo>
                  <a:pt x="16478" y="7202"/>
                </a:lnTo>
                <a:lnTo>
                  <a:pt x="11511" y="18249"/>
                </a:lnTo>
                <a:cubicBezTo>
                  <a:pt x="11511" y="18249"/>
                  <a:pt x="13166" y="7202"/>
                  <a:pt x="13166" y="7202"/>
                </a:cubicBezTo>
                <a:close/>
                <a:moveTo>
                  <a:pt x="12478" y="7202"/>
                </a:moveTo>
                <a:lnTo>
                  <a:pt x="10797" y="18414"/>
                </a:lnTo>
                <a:lnTo>
                  <a:pt x="9117" y="7202"/>
                </a:lnTo>
                <a:cubicBezTo>
                  <a:pt x="9117" y="7202"/>
                  <a:pt x="12478" y="7202"/>
                  <a:pt x="12478" y="7202"/>
                </a:cubicBezTo>
                <a:close/>
                <a:moveTo>
                  <a:pt x="8773" y="5716"/>
                </a:moveTo>
                <a:lnTo>
                  <a:pt x="7064" y="3817"/>
                </a:lnTo>
                <a:lnTo>
                  <a:pt x="8426" y="2000"/>
                </a:lnTo>
                <a:lnTo>
                  <a:pt x="10270" y="4051"/>
                </a:lnTo>
                <a:cubicBezTo>
                  <a:pt x="10270" y="4051"/>
                  <a:pt x="8773" y="5716"/>
                  <a:pt x="8773" y="5716"/>
                </a:cubicBezTo>
                <a:close/>
                <a:moveTo>
                  <a:pt x="11325" y="4051"/>
                </a:moveTo>
                <a:lnTo>
                  <a:pt x="13169" y="2000"/>
                </a:lnTo>
                <a:lnTo>
                  <a:pt x="14531" y="3817"/>
                </a:lnTo>
                <a:lnTo>
                  <a:pt x="12822" y="5716"/>
                </a:lnTo>
                <a:cubicBezTo>
                  <a:pt x="12822" y="5716"/>
                  <a:pt x="11325" y="4051"/>
                  <a:pt x="11325" y="4051"/>
                </a:cubicBezTo>
                <a:close/>
                <a:moveTo>
                  <a:pt x="12296" y="6302"/>
                </a:moveTo>
                <a:lnTo>
                  <a:pt x="9299" y="6302"/>
                </a:lnTo>
                <a:lnTo>
                  <a:pt x="10797" y="4638"/>
                </a:lnTo>
                <a:cubicBezTo>
                  <a:pt x="10797" y="4638"/>
                  <a:pt x="12296" y="6302"/>
                  <a:pt x="12296" y="6302"/>
                </a:cubicBezTo>
                <a:close/>
                <a:moveTo>
                  <a:pt x="21200" y="5102"/>
                </a:moveTo>
                <a:lnTo>
                  <a:pt x="17771" y="527"/>
                </a:lnTo>
                <a:cubicBezTo>
                  <a:pt x="17518" y="189"/>
                  <a:pt x="17176" y="0"/>
                  <a:pt x="16817" y="0"/>
                </a:cubicBezTo>
                <a:lnTo>
                  <a:pt x="4779" y="0"/>
                </a:lnTo>
                <a:cubicBezTo>
                  <a:pt x="4420" y="0"/>
                  <a:pt x="4077" y="189"/>
                  <a:pt x="3824" y="527"/>
                </a:cubicBezTo>
                <a:lnTo>
                  <a:pt x="395" y="5102"/>
                </a:lnTo>
                <a:cubicBezTo>
                  <a:pt x="131" y="5455"/>
                  <a:pt x="-1" y="5921"/>
                  <a:pt x="-1" y="6387"/>
                </a:cubicBezTo>
                <a:cubicBezTo>
                  <a:pt x="1" y="6810"/>
                  <a:pt x="114" y="7233"/>
                  <a:pt x="341" y="7573"/>
                </a:cubicBezTo>
                <a:lnTo>
                  <a:pt x="9788" y="20995"/>
                </a:lnTo>
                <a:cubicBezTo>
                  <a:pt x="10045" y="21379"/>
                  <a:pt x="10412" y="21599"/>
                  <a:pt x="10797" y="21599"/>
                </a:cubicBezTo>
                <a:cubicBezTo>
                  <a:pt x="11183" y="21599"/>
                  <a:pt x="11550" y="21379"/>
                  <a:pt x="11807" y="20995"/>
                </a:cubicBezTo>
                <a:lnTo>
                  <a:pt x="21255" y="7573"/>
                </a:lnTo>
                <a:cubicBezTo>
                  <a:pt x="21485" y="7226"/>
                  <a:pt x="21598" y="6791"/>
                  <a:pt x="21595" y="6359"/>
                </a:cubicBezTo>
                <a:cubicBezTo>
                  <a:pt x="21593" y="5902"/>
                  <a:pt x="21459" y="5449"/>
                  <a:pt x="21200" y="5102"/>
                </a:cubicBezTo>
              </a:path>
            </a:pathLst>
          </a:custGeom>
          <a:solidFill>
            <a:schemeClr val="tx1">
              <a:lumMod val="65000"/>
              <a:lumOff val="35000"/>
            </a:schemeClr>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chemeClr val="tx1">
                  <a:lumMod val="65000"/>
                  <a:lumOff val="35000"/>
                </a:schemeClr>
              </a:solidFill>
              <a:effectLst>
                <a:outerShdw blurRad="38100" dist="38100" dir="2700000" algn="tl">
                  <a:srgbClr val="000000"/>
                </a:outerShdw>
              </a:effectLst>
              <a:latin typeface="Gill Sans" charset="0"/>
              <a:sym typeface="Gill Sans" charset="0"/>
            </a:endParaRPr>
          </a:p>
        </p:txBody>
      </p:sp>
      <p:sp>
        <p:nvSpPr>
          <p:cNvPr id="38" name="矩形 74"/>
          <p:cNvSpPr/>
          <p:nvPr/>
        </p:nvSpPr>
        <p:spPr>
          <a:xfrm rot="18000000" flipV="1">
            <a:off x="4555701" y="3090366"/>
            <a:ext cx="41563" cy="227602"/>
          </a:xfrm>
          <a:prstGeom prst="rect">
            <a:avLst/>
          </a:prstGeom>
          <a:solidFill>
            <a:srgbClr val="8F58A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schemeClr val="lt1"/>
              </a:solidFill>
              <a:latin typeface="Impact" panose="020B0806030902050204" pitchFamily="34" charset="0"/>
            </a:endParaRPr>
          </a:p>
        </p:txBody>
      </p:sp>
      <p:sp>
        <p:nvSpPr>
          <p:cNvPr id="39" name="椭圆 76"/>
          <p:cNvSpPr/>
          <p:nvPr/>
        </p:nvSpPr>
        <p:spPr>
          <a:xfrm>
            <a:off x="4134255" y="2860383"/>
            <a:ext cx="392771" cy="392771"/>
          </a:xfrm>
          <a:prstGeom prst="ellipse">
            <a:avLst/>
          </a:prstGeom>
          <a:solidFill>
            <a:srgbClr val="8F58A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dirty="0">
                <a:latin typeface="Impact" panose="020B0806030902050204" pitchFamily="34" charset="0"/>
              </a:rPr>
              <a:t>02</a:t>
            </a:r>
            <a:endParaRPr lang="zh-CN" altLang="en-US" dirty="0">
              <a:latin typeface="Impact" panose="020B0806030902050204" pitchFamily="34" charset="0"/>
            </a:endParaRPr>
          </a:p>
        </p:txBody>
      </p:sp>
      <p:grpSp>
        <p:nvGrpSpPr>
          <p:cNvPr id="41" name="Group 50"/>
          <p:cNvGrpSpPr/>
          <p:nvPr/>
        </p:nvGrpSpPr>
        <p:grpSpPr>
          <a:xfrm>
            <a:off x="4883110" y="3360033"/>
            <a:ext cx="464344" cy="464344"/>
            <a:chOff x="4439444" y="2582069"/>
            <a:chExt cx="464344" cy="464344"/>
          </a:xfrm>
          <a:solidFill>
            <a:schemeClr val="tx1">
              <a:lumMod val="65000"/>
              <a:lumOff val="35000"/>
            </a:schemeClr>
          </a:solidFill>
        </p:grpSpPr>
        <p:sp>
          <p:nvSpPr>
            <p:cNvPr id="42" name="AutoShape 123"/>
            <p:cNvSpPr>
              <a:spLocks/>
            </p:cNvSpPr>
            <p:nvPr/>
          </p:nvSpPr>
          <p:spPr bwMode="auto">
            <a:xfrm>
              <a:off x="4439444" y="2582069"/>
              <a:ext cx="464344"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180" y="12132"/>
                  </a:moveTo>
                  <a:cubicBezTo>
                    <a:pt x="17710" y="12226"/>
                    <a:pt x="17327" y="12561"/>
                    <a:pt x="17170" y="13012"/>
                  </a:cubicBezTo>
                  <a:cubicBezTo>
                    <a:pt x="17083" y="13261"/>
                    <a:pt x="16981" y="13503"/>
                    <a:pt x="16868" y="13738"/>
                  </a:cubicBezTo>
                  <a:cubicBezTo>
                    <a:pt x="16658" y="14169"/>
                    <a:pt x="16694" y="14677"/>
                    <a:pt x="16959" y="15075"/>
                  </a:cubicBezTo>
                  <a:lnTo>
                    <a:pt x="18131" y="16833"/>
                  </a:lnTo>
                  <a:lnTo>
                    <a:pt x="16832" y="18132"/>
                  </a:lnTo>
                  <a:lnTo>
                    <a:pt x="15075" y="16960"/>
                  </a:lnTo>
                  <a:cubicBezTo>
                    <a:pt x="14850" y="16810"/>
                    <a:pt x="14589" y="16733"/>
                    <a:pt x="14326" y="16733"/>
                  </a:cubicBezTo>
                  <a:cubicBezTo>
                    <a:pt x="14126" y="16733"/>
                    <a:pt x="13924" y="16778"/>
                    <a:pt x="13738" y="16868"/>
                  </a:cubicBezTo>
                  <a:cubicBezTo>
                    <a:pt x="13504" y="16981"/>
                    <a:pt x="13262" y="17083"/>
                    <a:pt x="13012" y="17170"/>
                  </a:cubicBezTo>
                  <a:cubicBezTo>
                    <a:pt x="12561" y="17327"/>
                    <a:pt x="12226" y="17712"/>
                    <a:pt x="12133" y="18180"/>
                  </a:cubicBezTo>
                  <a:lnTo>
                    <a:pt x="11717" y="20249"/>
                  </a:lnTo>
                  <a:lnTo>
                    <a:pt x="9881" y="20249"/>
                  </a:lnTo>
                  <a:lnTo>
                    <a:pt x="9467" y="18180"/>
                  </a:lnTo>
                  <a:cubicBezTo>
                    <a:pt x="9373" y="17712"/>
                    <a:pt x="9039" y="17327"/>
                    <a:pt x="8588" y="17170"/>
                  </a:cubicBezTo>
                  <a:cubicBezTo>
                    <a:pt x="8339" y="17083"/>
                    <a:pt x="8096" y="16983"/>
                    <a:pt x="7861" y="16869"/>
                  </a:cubicBezTo>
                  <a:cubicBezTo>
                    <a:pt x="7675" y="16778"/>
                    <a:pt x="7474" y="16733"/>
                    <a:pt x="7273" y="16733"/>
                  </a:cubicBezTo>
                  <a:cubicBezTo>
                    <a:pt x="7011" y="16733"/>
                    <a:pt x="6750" y="16810"/>
                    <a:pt x="6525" y="16960"/>
                  </a:cubicBezTo>
                  <a:lnTo>
                    <a:pt x="4767" y="18132"/>
                  </a:lnTo>
                  <a:lnTo>
                    <a:pt x="3468" y="16833"/>
                  </a:lnTo>
                  <a:lnTo>
                    <a:pt x="4639" y="15075"/>
                  </a:lnTo>
                  <a:cubicBezTo>
                    <a:pt x="4904" y="14677"/>
                    <a:pt x="4939" y="14169"/>
                    <a:pt x="4732" y="13738"/>
                  </a:cubicBezTo>
                  <a:cubicBezTo>
                    <a:pt x="4618" y="13504"/>
                    <a:pt x="4516" y="13263"/>
                    <a:pt x="4429" y="13013"/>
                  </a:cubicBezTo>
                  <a:cubicBezTo>
                    <a:pt x="4273" y="12561"/>
                    <a:pt x="3888" y="12227"/>
                    <a:pt x="3419" y="12133"/>
                  </a:cubicBezTo>
                  <a:lnTo>
                    <a:pt x="1350" y="11718"/>
                  </a:lnTo>
                  <a:lnTo>
                    <a:pt x="1349" y="9882"/>
                  </a:lnTo>
                  <a:lnTo>
                    <a:pt x="3419" y="9468"/>
                  </a:lnTo>
                  <a:cubicBezTo>
                    <a:pt x="3888" y="9374"/>
                    <a:pt x="4273" y="9039"/>
                    <a:pt x="4429" y="8588"/>
                  </a:cubicBezTo>
                  <a:cubicBezTo>
                    <a:pt x="4516" y="8338"/>
                    <a:pt x="4617" y="8096"/>
                    <a:pt x="4731" y="7862"/>
                  </a:cubicBezTo>
                  <a:cubicBezTo>
                    <a:pt x="4940" y="7431"/>
                    <a:pt x="4905" y="6923"/>
                    <a:pt x="4639" y="6524"/>
                  </a:cubicBezTo>
                  <a:lnTo>
                    <a:pt x="3468" y="4767"/>
                  </a:lnTo>
                  <a:lnTo>
                    <a:pt x="4767" y="3468"/>
                  </a:lnTo>
                  <a:lnTo>
                    <a:pt x="6525" y="4639"/>
                  </a:lnTo>
                  <a:cubicBezTo>
                    <a:pt x="6750" y="4790"/>
                    <a:pt x="7011" y="4866"/>
                    <a:pt x="7273" y="4866"/>
                  </a:cubicBezTo>
                  <a:cubicBezTo>
                    <a:pt x="7474" y="4866"/>
                    <a:pt x="7674" y="4822"/>
                    <a:pt x="7861" y="4732"/>
                  </a:cubicBezTo>
                  <a:cubicBezTo>
                    <a:pt x="8095" y="4619"/>
                    <a:pt x="8337" y="4517"/>
                    <a:pt x="8586" y="4430"/>
                  </a:cubicBezTo>
                  <a:cubicBezTo>
                    <a:pt x="9039" y="4272"/>
                    <a:pt x="9373" y="3888"/>
                    <a:pt x="9467" y="3420"/>
                  </a:cubicBezTo>
                  <a:lnTo>
                    <a:pt x="9881" y="1350"/>
                  </a:lnTo>
                  <a:lnTo>
                    <a:pt x="11717" y="1350"/>
                  </a:lnTo>
                  <a:lnTo>
                    <a:pt x="12131" y="3420"/>
                  </a:lnTo>
                  <a:cubicBezTo>
                    <a:pt x="12225" y="3888"/>
                    <a:pt x="12560" y="4272"/>
                    <a:pt x="13012" y="4430"/>
                  </a:cubicBezTo>
                  <a:cubicBezTo>
                    <a:pt x="13261" y="4517"/>
                    <a:pt x="13502" y="4617"/>
                    <a:pt x="13737" y="4731"/>
                  </a:cubicBezTo>
                  <a:cubicBezTo>
                    <a:pt x="13924" y="4822"/>
                    <a:pt x="14125" y="4866"/>
                    <a:pt x="14326" y="4866"/>
                  </a:cubicBezTo>
                  <a:cubicBezTo>
                    <a:pt x="14589" y="4866"/>
                    <a:pt x="14850" y="4790"/>
                    <a:pt x="15075" y="4639"/>
                  </a:cubicBezTo>
                  <a:lnTo>
                    <a:pt x="16832" y="3468"/>
                  </a:lnTo>
                  <a:lnTo>
                    <a:pt x="18131" y="4767"/>
                  </a:lnTo>
                  <a:lnTo>
                    <a:pt x="16959" y="6524"/>
                  </a:lnTo>
                  <a:cubicBezTo>
                    <a:pt x="16694" y="6923"/>
                    <a:pt x="16660" y="7431"/>
                    <a:pt x="16867" y="7861"/>
                  </a:cubicBezTo>
                  <a:cubicBezTo>
                    <a:pt x="16980" y="8096"/>
                    <a:pt x="17083" y="8337"/>
                    <a:pt x="17170" y="8587"/>
                  </a:cubicBezTo>
                  <a:cubicBezTo>
                    <a:pt x="17327" y="9039"/>
                    <a:pt x="17710" y="9373"/>
                    <a:pt x="18180" y="9467"/>
                  </a:cubicBezTo>
                  <a:lnTo>
                    <a:pt x="20248" y="9882"/>
                  </a:lnTo>
                  <a:lnTo>
                    <a:pt x="20250" y="11718"/>
                  </a:lnTo>
                  <a:cubicBezTo>
                    <a:pt x="20250" y="11718"/>
                    <a:pt x="18180" y="12132"/>
                    <a:pt x="18180" y="12132"/>
                  </a:cubicBezTo>
                  <a:close/>
                  <a:moveTo>
                    <a:pt x="20513" y="8558"/>
                  </a:moveTo>
                  <a:lnTo>
                    <a:pt x="18445" y="8143"/>
                  </a:lnTo>
                  <a:cubicBezTo>
                    <a:pt x="18341" y="7844"/>
                    <a:pt x="18218" y="7554"/>
                    <a:pt x="18082" y="7273"/>
                  </a:cubicBezTo>
                  <a:lnTo>
                    <a:pt x="19254" y="5516"/>
                  </a:lnTo>
                  <a:cubicBezTo>
                    <a:pt x="19611" y="4980"/>
                    <a:pt x="19540" y="4268"/>
                    <a:pt x="19085" y="3813"/>
                  </a:cubicBezTo>
                  <a:lnTo>
                    <a:pt x="17787" y="2514"/>
                  </a:lnTo>
                  <a:cubicBezTo>
                    <a:pt x="17526" y="2253"/>
                    <a:pt x="17181" y="2118"/>
                    <a:pt x="16831" y="2118"/>
                  </a:cubicBezTo>
                  <a:cubicBezTo>
                    <a:pt x="16573" y="2118"/>
                    <a:pt x="16312" y="2193"/>
                    <a:pt x="16084" y="2345"/>
                  </a:cubicBezTo>
                  <a:lnTo>
                    <a:pt x="14326" y="3516"/>
                  </a:lnTo>
                  <a:cubicBezTo>
                    <a:pt x="14044" y="3380"/>
                    <a:pt x="13754" y="3258"/>
                    <a:pt x="13455" y="3155"/>
                  </a:cubicBezTo>
                  <a:lnTo>
                    <a:pt x="13041" y="1085"/>
                  </a:lnTo>
                  <a:cubicBezTo>
                    <a:pt x="12916" y="454"/>
                    <a:pt x="12361" y="0"/>
                    <a:pt x="11717" y="0"/>
                  </a:cubicBezTo>
                  <a:lnTo>
                    <a:pt x="9881" y="0"/>
                  </a:lnTo>
                  <a:cubicBezTo>
                    <a:pt x="9238" y="0"/>
                    <a:pt x="8684" y="454"/>
                    <a:pt x="8557" y="1085"/>
                  </a:cubicBezTo>
                  <a:lnTo>
                    <a:pt x="8143" y="3155"/>
                  </a:lnTo>
                  <a:cubicBezTo>
                    <a:pt x="7843" y="3258"/>
                    <a:pt x="7554" y="3381"/>
                    <a:pt x="7273" y="3516"/>
                  </a:cubicBezTo>
                  <a:lnTo>
                    <a:pt x="5516" y="2345"/>
                  </a:lnTo>
                  <a:cubicBezTo>
                    <a:pt x="5287" y="2193"/>
                    <a:pt x="5026" y="2118"/>
                    <a:pt x="4767" y="2118"/>
                  </a:cubicBezTo>
                  <a:cubicBezTo>
                    <a:pt x="4419" y="2118"/>
                    <a:pt x="4073" y="2253"/>
                    <a:pt x="3812" y="2514"/>
                  </a:cubicBezTo>
                  <a:lnTo>
                    <a:pt x="2514" y="3813"/>
                  </a:lnTo>
                  <a:cubicBezTo>
                    <a:pt x="2059" y="4268"/>
                    <a:pt x="1988" y="4980"/>
                    <a:pt x="2345" y="5516"/>
                  </a:cubicBezTo>
                  <a:lnTo>
                    <a:pt x="3516" y="7273"/>
                  </a:lnTo>
                  <a:cubicBezTo>
                    <a:pt x="3380" y="7555"/>
                    <a:pt x="3258" y="7844"/>
                    <a:pt x="3154" y="8144"/>
                  </a:cubicBezTo>
                  <a:lnTo>
                    <a:pt x="1085" y="8558"/>
                  </a:lnTo>
                  <a:cubicBezTo>
                    <a:pt x="454" y="8684"/>
                    <a:pt x="0" y="9238"/>
                    <a:pt x="0" y="9882"/>
                  </a:cubicBezTo>
                  <a:lnTo>
                    <a:pt x="0" y="11718"/>
                  </a:lnTo>
                  <a:cubicBezTo>
                    <a:pt x="0" y="12361"/>
                    <a:pt x="454" y="12916"/>
                    <a:pt x="1085" y="13042"/>
                  </a:cubicBezTo>
                  <a:lnTo>
                    <a:pt x="3154" y="13456"/>
                  </a:lnTo>
                  <a:cubicBezTo>
                    <a:pt x="3258" y="13755"/>
                    <a:pt x="3380" y="14046"/>
                    <a:pt x="3516" y="14326"/>
                  </a:cubicBezTo>
                  <a:lnTo>
                    <a:pt x="2345" y="16083"/>
                  </a:lnTo>
                  <a:cubicBezTo>
                    <a:pt x="1988" y="16619"/>
                    <a:pt x="2059" y="17332"/>
                    <a:pt x="2514" y="17787"/>
                  </a:cubicBezTo>
                  <a:lnTo>
                    <a:pt x="3812" y="19086"/>
                  </a:lnTo>
                  <a:cubicBezTo>
                    <a:pt x="4073" y="19346"/>
                    <a:pt x="4419" y="19482"/>
                    <a:pt x="4767" y="19482"/>
                  </a:cubicBezTo>
                  <a:cubicBezTo>
                    <a:pt x="5026" y="19482"/>
                    <a:pt x="5287" y="19406"/>
                    <a:pt x="5516" y="19254"/>
                  </a:cubicBezTo>
                  <a:lnTo>
                    <a:pt x="7273" y="18083"/>
                  </a:lnTo>
                  <a:cubicBezTo>
                    <a:pt x="7554" y="18220"/>
                    <a:pt x="7843" y="18341"/>
                    <a:pt x="8143" y="18445"/>
                  </a:cubicBezTo>
                  <a:lnTo>
                    <a:pt x="8557" y="20514"/>
                  </a:lnTo>
                  <a:cubicBezTo>
                    <a:pt x="8684" y="21146"/>
                    <a:pt x="9238" y="21599"/>
                    <a:pt x="9881" y="21599"/>
                  </a:cubicBezTo>
                  <a:lnTo>
                    <a:pt x="11717" y="21599"/>
                  </a:lnTo>
                  <a:cubicBezTo>
                    <a:pt x="12361" y="21599"/>
                    <a:pt x="12916" y="21146"/>
                    <a:pt x="13041" y="20514"/>
                  </a:cubicBezTo>
                  <a:lnTo>
                    <a:pt x="13456" y="18445"/>
                  </a:lnTo>
                  <a:cubicBezTo>
                    <a:pt x="13755" y="18341"/>
                    <a:pt x="14046" y="18219"/>
                    <a:pt x="14326" y="18083"/>
                  </a:cubicBezTo>
                  <a:lnTo>
                    <a:pt x="16084" y="19254"/>
                  </a:lnTo>
                  <a:cubicBezTo>
                    <a:pt x="16312" y="19406"/>
                    <a:pt x="16573" y="19482"/>
                    <a:pt x="16831" y="19482"/>
                  </a:cubicBezTo>
                  <a:cubicBezTo>
                    <a:pt x="17181" y="19482"/>
                    <a:pt x="17526" y="19346"/>
                    <a:pt x="17787" y="19086"/>
                  </a:cubicBezTo>
                  <a:lnTo>
                    <a:pt x="19085" y="17787"/>
                  </a:lnTo>
                  <a:cubicBezTo>
                    <a:pt x="19540" y="17332"/>
                    <a:pt x="19611" y="16619"/>
                    <a:pt x="19254" y="16083"/>
                  </a:cubicBezTo>
                  <a:lnTo>
                    <a:pt x="18082" y="14326"/>
                  </a:lnTo>
                  <a:cubicBezTo>
                    <a:pt x="18219" y="14045"/>
                    <a:pt x="18341" y="13755"/>
                    <a:pt x="18445" y="13456"/>
                  </a:cubicBezTo>
                  <a:lnTo>
                    <a:pt x="20513" y="13042"/>
                  </a:lnTo>
                  <a:cubicBezTo>
                    <a:pt x="21145" y="12916"/>
                    <a:pt x="21599" y="12361"/>
                    <a:pt x="21599" y="11718"/>
                  </a:cubicBezTo>
                  <a:lnTo>
                    <a:pt x="21599" y="9882"/>
                  </a:lnTo>
                  <a:cubicBezTo>
                    <a:pt x="21599" y="9238"/>
                    <a:pt x="21145" y="8684"/>
                    <a:pt x="20513" y="8558"/>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a:solidFill>
                  <a:schemeClr val="tx1">
                    <a:lumMod val="65000"/>
                    <a:lumOff val="35000"/>
                  </a:schemeClr>
                </a:solidFill>
                <a:sym typeface="Gill Sans" charset="0"/>
              </a:endParaRPr>
            </a:p>
          </p:txBody>
        </p:sp>
        <p:sp>
          <p:nvSpPr>
            <p:cNvPr id="43" name="AutoShape 124"/>
            <p:cNvSpPr>
              <a:spLocks/>
            </p:cNvSpPr>
            <p:nvPr/>
          </p:nvSpPr>
          <p:spPr bwMode="auto">
            <a:xfrm>
              <a:off x="4570413" y="2712244"/>
              <a:ext cx="203200" cy="203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0250"/>
                  </a:moveTo>
                  <a:cubicBezTo>
                    <a:pt x="5580" y="20250"/>
                    <a:pt x="1350" y="16017"/>
                    <a:pt x="1350" y="10800"/>
                  </a:cubicBezTo>
                  <a:cubicBezTo>
                    <a:pt x="1350" y="5582"/>
                    <a:pt x="5580" y="1349"/>
                    <a:pt x="10800" y="1349"/>
                  </a:cubicBezTo>
                  <a:cubicBezTo>
                    <a:pt x="16016" y="1349"/>
                    <a:pt x="20250" y="5582"/>
                    <a:pt x="20250" y="10800"/>
                  </a:cubicBezTo>
                  <a:cubicBezTo>
                    <a:pt x="20250" y="16017"/>
                    <a:pt x="16016" y="20250"/>
                    <a:pt x="10800" y="20250"/>
                  </a:cubicBezTo>
                  <a:moveTo>
                    <a:pt x="10800" y="0"/>
                  </a:moveTo>
                  <a:cubicBezTo>
                    <a:pt x="4836" y="0"/>
                    <a:pt x="0" y="4836"/>
                    <a:pt x="0" y="10800"/>
                  </a:cubicBezTo>
                  <a:cubicBezTo>
                    <a:pt x="0" y="16763"/>
                    <a:pt x="4836" y="21600"/>
                    <a:pt x="10800" y="21600"/>
                  </a:cubicBezTo>
                  <a:cubicBezTo>
                    <a:pt x="16763" y="21600"/>
                    <a:pt x="21599" y="16763"/>
                    <a:pt x="21599" y="10800"/>
                  </a:cubicBezTo>
                  <a:cubicBezTo>
                    <a:pt x="21599" y="4836"/>
                    <a:pt x="16763" y="0"/>
                    <a:pt x="10800" y="0"/>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a:solidFill>
                  <a:schemeClr val="tx1">
                    <a:lumMod val="65000"/>
                    <a:lumOff val="35000"/>
                  </a:schemeClr>
                </a:solidFill>
                <a:sym typeface="Gill Sans" charset="0"/>
              </a:endParaRPr>
            </a:p>
          </p:txBody>
        </p:sp>
        <p:sp>
          <p:nvSpPr>
            <p:cNvPr id="44" name="AutoShape 125"/>
            <p:cNvSpPr>
              <a:spLocks/>
            </p:cNvSpPr>
            <p:nvPr/>
          </p:nvSpPr>
          <p:spPr bwMode="auto">
            <a:xfrm>
              <a:off x="4613275" y="2755900"/>
              <a:ext cx="116682" cy="11668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8900"/>
                  </a:moveTo>
                  <a:cubicBezTo>
                    <a:pt x="6328" y="18900"/>
                    <a:pt x="2699" y="15271"/>
                    <a:pt x="2699" y="10800"/>
                  </a:cubicBezTo>
                  <a:cubicBezTo>
                    <a:pt x="2699" y="6329"/>
                    <a:pt x="6328" y="2700"/>
                    <a:pt x="10800" y="2700"/>
                  </a:cubicBezTo>
                  <a:cubicBezTo>
                    <a:pt x="15271" y="2700"/>
                    <a:pt x="18899" y="6329"/>
                    <a:pt x="18899" y="10800"/>
                  </a:cubicBezTo>
                  <a:cubicBezTo>
                    <a:pt x="18899" y="15271"/>
                    <a:pt x="15271" y="18900"/>
                    <a:pt x="10800" y="18900"/>
                  </a:cubicBezTo>
                  <a:moveTo>
                    <a:pt x="10800" y="0"/>
                  </a:moveTo>
                  <a:cubicBezTo>
                    <a:pt x="4830" y="0"/>
                    <a:pt x="0" y="4833"/>
                    <a:pt x="0" y="10800"/>
                  </a:cubicBezTo>
                  <a:cubicBezTo>
                    <a:pt x="0" y="16766"/>
                    <a:pt x="4830" y="21599"/>
                    <a:pt x="10800" y="21599"/>
                  </a:cubicBezTo>
                  <a:cubicBezTo>
                    <a:pt x="16764" y="21599"/>
                    <a:pt x="21600" y="16766"/>
                    <a:pt x="21600" y="10800"/>
                  </a:cubicBezTo>
                  <a:cubicBezTo>
                    <a:pt x="21600" y="4833"/>
                    <a:pt x="16764" y="0"/>
                    <a:pt x="10800" y="0"/>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a:solidFill>
                  <a:schemeClr val="tx1">
                    <a:lumMod val="65000"/>
                    <a:lumOff val="35000"/>
                  </a:schemeClr>
                </a:solidFill>
                <a:sym typeface="Gill Sans" charset="0"/>
              </a:endParaRPr>
            </a:p>
          </p:txBody>
        </p:sp>
      </p:grpSp>
      <p:sp>
        <p:nvSpPr>
          <p:cNvPr id="47" name="椭圆 54"/>
          <p:cNvSpPr/>
          <p:nvPr/>
        </p:nvSpPr>
        <p:spPr>
          <a:xfrm>
            <a:off x="6963181" y="4257392"/>
            <a:ext cx="1178313" cy="1178313"/>
          </a:xfrm>
          <a:prstGeom prst="ellipse">
            <a:avLst/>
          </a:prstGeom>
          <a:solidFill>
            <a:srgbClr val="4BB56D"/>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schemeClr val="lt1"/>
              </a:solidFill>
              <a:latin typeface="Impact" panose="020B0806030902050204" pitchFamily="34" charset="0"/>
            </a:endParaRPr>
          </a:p>
        </p:txBody>
      </p:sp>
      <p:sp>
        <p:nvSpPr>
          <p:cNvPr id="112" name="椭圆 56"/>
          <p:cNvSpPr/>
          <p:nvPr/>
        </p:nvSpPr>
        <p:spPr>
          <a:xfrm>
            <a:off x="7121582" y="4414377"/>
            <a:ext cx="859186" cy="859186"/>
          </a:xfrm>
          <a:prstGeom prst="ellipse">
            <a:avLst/>
          </a:prstGeom>
          <a:gradFill flip="none" rotWithShape="1">
            <a:gsLst>
              <a:gs pos="100000">
                <a:srgbClr val="FFFFFF">
                  <a:lumMod val="100000"/>
                </a:srgbClr>
              </a:gs>
              <a:gs pos="0">
                <a:srgbClr val="D9D9DA"/>
              </a:gs>
            </a:gsLst>
            <a:lin ang="2700000" scaled="1"/>
            <a:tileRect/>
          </a:gradFill>
          <a:ln w="28575" cap="flat" cmpd="sng" algn="ctr">
            <a:gradFill flip="none" rotWithShape="1">
              <a:gsLst>
                <a:gs pos="100000">
                  <a:srgbClr val="FFFFFF"/>
                </a:gs>
                <a:gs pos="0">
                  <a:srgbClr val="D9D9DA"/>
                </a:gs>
              </a:gsLst>
              <a:lin ang="13500000" scaled="1"/>
              <a:tileRect/>
            </a:gradFill>
            <a:prstDash val="solid"/>
            <a:miter lim="800000"/>
          </a:ln>
          <a:effectLst>
            <a:outerShdw blurRad="279400" dist="165100" dir="2700000" algn="t" rotWithShape="0">
              <a:prstClr val="black">
                <a:alpha val="35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50" name="椭圆 58"/>
          <p:cNvSpPr/>
          <p:nvPr/>
        </p:nvSpPr>
        <p:spPr>
          <a:xfrm>
            <a:off x="8299912" y="4642330"/>
            <a:ext cx="392771" cy="392771"/>
          </a:xfrm>
          <a:prstGeom prst="ellipse">
            <a:avLst/>
          </a:prstGeom>
          <a:solidFill>
            <a:srgbClr val="4BB56D"/>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dirty="0">
                <a:latin typeface="Impact" panose="020B0806030902050204" pitchFamily="34" charset="0"/>
              </a:rPr>
              <a:t>05</a:t>
            </a:r>
            <a:endParaRPr lang="zh-CN" altLang="en-US" dirty="0">
              <a:latin typeface="Impact" panose="020B0806030902050204" pitchFamily="34" charset="0"/>
            </a:endParaRPr>
          </a:p>
        </p:txBody>
      </p:sp>
      <p:sp>
        <p:nvSpPr>
          <p:cNvPr id="51" name="矩形 59"/>
          <p:cNvSpPr/>
          <p:nvPr/>
        </p:nvSpPr>
        <p:spPr>
          <a:xfrm rot="16200000">
            <a:off x="8222707" y="4742205"/>
            <a:ext cx="41563" cy="227602"/>
          </a:xfrm>
          <a:prstGeom prst="rect">
            <a:avLst/>
          </a:prstGeom>
          <a:solidFill>
            <a:srgbClr val="4BB56D"/>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schemeClr val="lt1"/>
              </a:solidFill>
              <a:latin typeface="Impact" panose="020B0806030902050204" pitchFamily="34" charset="0"/>
            </a:endParaRPr>
          </a:p>
        </p:txBody>
      </p:sp>
      <p:grpSp>
        <p:nvGrpSpPr>
          <p:cNvPr id="53" name="Group 54"/>
          <p:cNvGrpSpPr/>
          <p:nvPr/>
        </p:nvGrpSpPr>
        <p:grpSpPr>
          <a:xfrm>
            <a:off x="7345128" y="4616575"/>
            <a:ext cx="465138" cy="464344"/>
            <a:chOff x="2581275" y="2582069"/>
            <a:chExt cx="465138" cy="464344"/>
          </a:xfrm>
          <a:solidFill>
            <a:schemeClr val="tx1">
              <a:lumMod val="65000"/>
              <a:lumOff val="35000"/>
            </a:schemeClr>
          </a:solidFill>
        </p:grpSpPr>
        <p:sp>
          <p:nvSpPr>
            <p:cNvPr id="54" name="AutoShape 128"/>
            <p:cNvSpPr>
              <a:spLocks/>
            </p:cNvSpPr>
            <p:nvPr/>
          </p:nvSpPr>
          <p:spPr bwMode="auto">
            <a:xfrm>
              <a:off x="2581275" y="2582069"/>
              <a:ext cx="465138"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4850" y="12150"/>
                  </a:moveTo>
                  <a:cubicBezTo>
                    <a:pt x="13851" y="12150"/>
                    <a:pt x="12926" y="11859"/>
                    <a:pt x="12124" y="11386"/>
                  </a:cubicBezTo>
                  <a:lnTo>
                    <a:pt x="11892" y="11618"/>
                  </a:lnTo>
                  <a:lnTo>
                    <a:pt x="11132" y="12377"/>
                  </a:lnTo>
                  <a:lnTo>
                    <a:pt x="9846" y="13663"/>
                  </a:lnTo>
                  <a:cubicBezTo>
                    <a:pt x="9593" y="13916"/>
                    <a:pt x="9451" y="14260"/>
                    <a:pt x="9451" y="14617"/>
                  </a:cubicBezTo>
                  <a:lnTo>
                    <a:pt x="9451" y="16200"/>
                  </a:lnTo>
                  <a:lnTo>
                    <a:pt x="8101" y="16200"/>
                  </a:lnTo>
                  <a:cubicBezTo>
                    <a:pt x="7356" y="16200"/>
                    <a:pt x="6751" y="16804"/>
                    <a:pt x="6751" y="17549"/>
                  </a:cubicBezTo>
                  <a:lnTo>
                    <a:pt x="6751" y="18900"/>
                  </a:lnTo>
                  <a:lnTo>
                    <a:pt x="5170" y="18900"/>
                  </a:lnTo>
                  <a:cubicBezTo>
                    <a:pt x="4812" y="18900"/>
                    <a:pt x="4469" y="19042"/>
                    <a:pt x="4216" y="19295"/>
                  </a:cubicBezTo>
                  <a:lnTo>
                    <a:pt x="3259" y="20252"/>
                  </a:lnTo>
                  <a:lnTo>
                    <a:pt x="1352" y="20249"/>
                  </a:lnTo>
                  <a:lnTo>
                    <a:pt x="1350" y="18326"/>
                  </a:lnTo>
                  <a:lnTo>
                    <a:pt x="9223" y="10467"/>
                  </a:lnTo>
                  <a:cubicBezTo>
                    <a:pt x="9223" y="10467"/>
                    <a:pt x="9223" y="10467"/>
                    <a:pt x="9224" y="10468"/>
                  </a:cubicBezTo>
                  <a:lnTo>
                    <a:pt x="10215" y="9477"/>
                  </a:lnTo>
                  <a:cubicBezTo>
                    <a:pt x="9741" y="8674"/>
                    <a:pt x="9451" y="7748"/>
                    <a:pt x="9451" y="6750"/>
                  </a:cubicBezTo>
                  <a:cubicBezTo>
                    <a:pt x="9451" y="3767"/>
                    <a:pt x="11869" y="1350"/>
                    <a:pt x="14850" y="1350"/>
                  </a:cubicBezTo>
                  <a:cubicBezTo>
                    <a:pt x="17832" y="1350"/>
                    <a:pt x="20250" y="3767"/>
                    <a:pt x="20250" y="6750"/>
                  </a:cubicBezTo>
                  <a:cubicBezTo>
                    <a:pt x="20250" y="9732"/>
                    <a:pt x="17832" y="12150"/>
                    <a:pt x="14850" y="12150"/>
                  </a:cubicBezTo>
                  <a:moveTo>
                    <a:pt x="14850" y="0"/>
                  </a:moveTo>
                  <a:cubicBezTo>
                    <a:pt x="11123" y="0"/>
                    <a:pt x="8101" y="3022"/>
                    <a:pt x="8101" y="6750"/>
                  </a:cubicBezTo>
                  <a:cubicBezTo>
                    <a:pt x="8101" y="7617"/>
                    <a:pt x="8283" y="8438"/>
                    <a:pt x="8582" y="9199"/>
                  </a:cubicBezTo>
                  <a:lnTo>
                    <a:pt x="383" y="17400"/>
                  </a:lnTo>
                  <a:cubicBezTo>
                    <a:pt x="146" y="17637"/>
                    <a:pt x="0" y="17863"/>
                    <a:pt x="0" y="18225"/>
                  </a:cubicBezTo>
                  <a:lnTo>
                    <a:pt x="0" y="20249"/>
                  </a:lnTo>
                  <a:cubicBezTo>
                    <a:pt x="0" y="20972"/>
                    <a:pt x="626" y="21599"/>
                    <a:pt x="1349" y="21599"/>
                  </a:cubicBezTo>
                  <a:lnTo>
                    <a:pt x="3374" y="21599"/>
                  </a:lnTo>
                  <a:cubicBezTo>
                    <a:pt x="3736" y="21599"/>
                    <a:pt x="3965" y="21455"/>
                    <a:pt x="4202" y="21219"/>
                  </a:cubicBezTo>
                  <a:lnTo>
                    <a:pt x="5170" y="20249"/>
                  </a:lnTo>
                  <a:lnTo>
                    <a:pt x="6751" y="20249"/>
                  </a:lnTo>
                  <a:cubicBezTo>
                    <a:pt x="7496" y="20249"/>
                    <a:pt x="8101" y="19645"/>
                    <a:pt x="8101" y="18900"/>
                  </a:cubicBezTo>
                  <a:lnTo>
                    <a:pt x="8101" y="17549"/>
                  </a:lnTo>
                  <a:lnTo>
                    <a:pt x="9451" y="17549"/>
                  </a:lnTo>
                  <a:cubicBezTo>
                    <a:pt x="10196" y="17549"/>
                    <a:pt x="10801" y="16945"/>
                    <a:pt x="10801" y="16200"/>
                  </a:cubicBezTo>
                  <a:lnTo>
                    <a:pt x="10801" y="14617"/>
                  </a:lnTo>
                  <a:lnTo>
                    <a:pt x="12400" y="13018"/>
                  </a:lnTo>
                  <a:cubicBezTo>
                    <a:pt x="13162" y="13317"/>
                    <a:pt x="13982" y="13500"/>
                    <a:pt x="14850" y="13500"/>
                  </a:cubicBezTo>
                  <a:cubicBezTo>
                    <a:pt x="18577" y="13500"/>
                    <a:pt x="21599" y="10477"/>
                    <a:pt x="21599" y="6750"/>
                  </a:cubicBezTo>
                  <a:cubicBezTo>
                    <a:pt x="21599" y="3022"/>
                    <a:pt x="18577" y="0"/>
                    <a:pt x="14850" y="0"/>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chemeClr val="tx1">
                    <a:lumMod val="65000"/>
                    <a:lumOff val="35000"/>
                  </a:schemeClr>
                </a:solidFill>
                <a:effectLst>
                  <a:outerShdw blurRad="38100" dist="38100" dir="2700000" algn="tl">
                    <a:srgbClr val="000000"/>
                  </a:outerShdw>
                </a:effectLst>
                <a:latin typeface="Gill Sans" charset="0"/>
                <a:sym typeface="Gill Sans" charset="0"/>
              </a:endParaRPr>
            </a:p>
          </p:txBody>
        </p:sp>
        <p:sp>
          <p:nvSpPr>
            <p:cNvPr id="55" name="AutoShape 129"/>
            <p:cNvSpPr>
              <a:spLocks/>
            </p:cNvSpPr>
            <p:nvPr/>
          </p:nvSpPr>
          <p:spPr bwMode="auto">
            <a:xfrm>
              <a:off x="2871788" y="2640013"/>
              <a:ext cx="115888" cy="115888"/>
            </a:xfrm>
            <a:custGeom>
              <a:avLst/>
              <a:gdLst>
                <a:gd name="T0" fmla="*/ 10800 w 21600"/>
                <a:gd name="T1" fmla="+- 0 10800 134"/>
                <a:gd name="T2" fmla="*/ 10800 h 21333"/>
                <a:gd name="T3" fmla="*/ 10800 w 21600"/>
                <a:gd name="T4" fmla="+- 0 10800 134"/>
                <a:gd name="T5" fmla="*/ 10800 h 21333"/>
                <a:gd name="T6" fmla="*/ 10800 w 21600"/>
                <a:gd name="T7" fmla="+- 0 10800 134"/>
                <a:gd name="T8" fmla="*/ 10800 h 21333"/>
                <a:gd name="T9" fmla="*/ 10800 w 21600"/>
                <a:gd name="T10" fmla="+- 0 10800 134"/>
                <a:gd name="T11" fmla="*/ 10800 h 21333"/>
              </a:gdLst>
              <a:ahLst/>
              <a:cxnLst>
                <a:cxn ang="0">
                  <a:pos x="T0" y="T2"/>
                </a:cxn>
                <a:cxn ang="0">
                  <a:pos x="T3" y="T5"/>
                </a:cxn>
                <a:cxn ang="0">
                  <a:pos x="T6" y="T8"/>
                </a:cxn>
                <a:cxn ang="0">
                  <a:pos x="T9" y="T11"/>
                </a:cxn>
              </a:cxnLst>
              <a:rect l="0" t="0" r="r" b="b"/>
              <a:pathLst>
                <a:path w="21600" h="21333">
                  <a:moveTo>
                    <a:pt x="13008" y="18684"/>
                  </a:moveTo>
                  <a:cubicBezTo>
                    <a:pt x="9017" y="15850"/>
                    <a:pt x="5542" y="12415"/>
                    <a:pt x="2694" y="8570"/>
                  </a:cubicBezTo>
                  <a:cubicBezTo>
                    <a:pt x="3736" y="5628"/>
                    <a:pt x="5693" y="3697"/>
                    <a:pt x="8585" y="2647"/>
                  </a:cubicBezTo>
                  <a:cubicBezTo>
                    <a:pt x="12578" y="5489"/>
                    <a:pt x="16048" y="8911"/>
                    <a:pt x="18889" y="12809"/>
                  </a:cubicBezTo>
                  <a:cubicBezTo>
                    <a:pt x="17836" y="15730"/>
                    <a:pt x="15883" y="17647"/>
                    <a:pt x="13008" y="18684"/>
                  </a:cubicBezTo>
                  <a:moveTo>
                    <a:pt x="21110" y="11295"/>
                  </a:moveTo>
                  <a:cubicBezTo>
                    <a:pt x="18081" y="7130"/>
                    <a:pt x="14396" y="3496"/>
                    <a:pt x="10161" y="484"/>
                  </a:cubicBezTo>
                  <a:cubicBezTo>
                    <a:pt x="9468" y="-8"/>
                    <a:pt x="8579" y="-134"/>
                    <a:pt x="7778" y="145"/>
                  </a:cubicBezTo>
                  <a:cubicBezTo>
                    <a:pt x="4027" y="1450"/>
                    <a:pt x="1463" y="3983"/>
                    <a:pt x="145" y="7687"/>
                  </a:cubicBezTo>
                  <a:cubicBezTo>
                    <a:pt x="46" y="7962"/>
                    <a:pt x="0" y="8252"/>
                    <a:pt x="0" y="8537"/>
                  </a:cubicBezTo>
                  <a:cubicBezTo>
                    <a:pt x="0" y="9071"/>
                    <a:pt x="167" y="9596"/>
                    <a:pt x="487" y="10041"/>
                  </a:cubicBezTo>
                  <a:cubicBezTo>
                    <a:pt x="3525" y="14213"/>
                    <a:pt x="7211" y="17850"/>
                    <a:pt x="11431" y="20850"/>
                  </a:cubicBezTo>
                  <a:cubicBezTo>
                    <a:pt x="12122" y="21338"/>
                    <a:pt x="13010" y="21466"/>
                    <a:pt x="13812" y="21188"/>
                  </a:cubicBezTo>
                  <a:cubicBezTo>
                    <a:pt x="17563" y="19893"/>
                    <a:pt x="20133" y="17356"/>
                    <a:pt x="21451" y="13647"/>
                  </a:cubicBezTo>
                  <a:cubicBezTo>
                    <a:pt x="21551" y="13372"/>
                    <a:pt x="21600" y="13081"/>
                    <a:pt x="21600" y="12796"/>
                  </a:cubicBezTo>
                  <a:cubicBezTo>
                    <a:pt x="21600" y="12265"/>
                    <a:pt x="21429" y="11740"/>
                    <a:pt x="21110" y="11295"/>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chemeClr val="tx1">
                    <a:lumMod val="65000"/>
                    <a:lumOff val="35000"/>
                  </a:schemeClr>
                </a:solidFill>
                <a:effectLst>
                  <a:outerShdw blurRad="38100" dist="38100" dir="2700000" algn="tl">
                    <a:srgbClr val="000000"/>
                  </a:outerShdw>
                </a:effectLst>
                <a:latin typeface="Gill Sans" charset="0"/>
                <a:sym typeface="Gill Sans" charset="0"/>
              </a:endParaRPr>
            </a:p>
          </p:txBody>
        </p:sp>
      </p:grpSp>
      <p:sp>
        <p:nvSpPr>
          <p:cNvPr id="113" name="文本框 112"/>
          <p:cNvSpPr txBox="1"/>
          <p:nvPr/>
        </p:nvSpPr>
        <p:spPr>
          <a:xfrm>
            <a:off x="1230304" y="2674143"/>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14" name="文本框 113"/>
          <p:cNvSpPr txBox="1"/>
          <p:nvPr/>
        </p:nvSpPr>
        <p:spPr>
          <a:xfrm>
            <a:off x="8140694" y="2674143"/>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115" name="文本框 114"/>
          <p:cNvSpPr txBox="1"/>
          <p:nvPr/>
        </p:nvSpPr>
        <p:spPr>
          <a:xfrm>
            <a:off x="8692683" y="4456061"/>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116" name="文本框 115"/>
          <p:cNvSpPr txBox="1"/>
          <p:nvPr/>
        </p:nvSpPr>
        <p:spPr>
          <a:xfrm>
            <a:off x="611399" y="4456061"/>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17" name="文本框 116"/>
          <p:cNvSpPr txBox="1"/>
          <p:nvPr/>
        </p:nvSpPr>
        <p:spPr>
          <a:xfrm>
            <a:off x="4667741" y="701216"/>
            <a:ext cx="2856518" cy="830997"/>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ctr">
              <a:lnSpc>
                <a:spcPct val="120000"/>
              </a:lnSpc>
            </a:pPr>
            <a:r>
              <a:rPr lang="zh-CN" altLang="en-US" sz="1600" dirty="0">
                <a:solidFill>
                  <a:schemeClr val="tx1">
                    <a:lumMod val="65000"/>
                    <a:lumOff val="35000"/>
                  </a:schemeClr>
                </a:solidFill>
              </a:rPr>
              <a:t>添加内容添加内容</a:t>
            </a:r>
          </a:p>
        </p:txBody>
      </p:sp>
      <p:sp>
        <p:nvSpPr>
          <p:cNvPr id="118"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五项并列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649633507"/>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文本框 62"/>
          <p:cNvSpPr txBox="1"/>
          <p:nvPr/>
        </p:nvSpPr>
        <p:spPr>
          <a:xfrm>
            <a:off x="4488876" y="1045977"/>
            <a:ext cx="2856518" cy="830997"/>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ctr">
              <a:lnSpc>
                <a:spcPct val="120000"/>
              </a:lnSpc>
            </a:pPr>
            <a:r>
              <a:rPr lang="zh-CN" altLang="en-US" sz="1600" dirty="0">
                <a:solidFill>
                  <a:schemeClr val="tx1">
                    <a:lumMod val="65000"/>
                    <a:lumOff val="35000"/>
                  </a:schemeClr>
                </a:solidFill>
              </a:rPr>
              <a:t>添加内容添加内容</a:t>
            </a:r>
          </a:p>
        </p:txBody>
      </p:sp>
      <p:sp>
        <p:nvSpPr>
          <p:cNvPr id="48" name="Oval 53"/>
          <p:cNvSpPr>
            <a:spLocks noChangeArrowheads="1"/>
          </p:cNvSpPr>
          <p:nvPr/>
        </p:nvSpPr>
        <p:spPr bwMode="auto">
          <a:xfrm>
            <a:off x="3841743" y="1973235"/>
            <a:ext cx="4508516" cy="4508512"/>
          </a:xfrm>
          <a:prstGeom prst="ellipse">
            <a:avLst/>
          </a:prstGeom>
          <a:gradFill flip="none" rotWithShape="1">
            <a:gsLst>
              <a:gs pos="100000">
                <a:srgbClr val="FFFFFF"/>
              </a:gs>
              <a:gs pos="0">
                <a:srgbClr val="D9DEDF"/>
              </a:gs>
            </a:gsLst>
            <a:lin ang="2700000" scaled="0"/>
            <a:tileRect/>
          </a:gradFill>
          <a:ln w="28575">
            <a:gradFill flip="none" rotWithShape="1">
              <a:gsLst>
                <a:gs pos="0">
                  <a:srgbClr val="FFFFFF"/>
                </a:gs>
                <a:gs pos="100000">
                  <a:srgbClr val="D9D9DA"/>
                </a:gs>
              </a:gsLst>
              <a:lin ang="2700000" scaled="0"/>
              <a:tileRect/>
            </a:gradFill>
          </a:ln>
          <a:effectLst>
            <a:outerShdw blurRad="279400" dist="76200" dir="2700000" sx="101000" sy="101000" algn="tl"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1" name="Freeform 28"/>
          <p:cNvSpPr>
            <a:spLocks/>
          </p:cNvSpPr>
          <p:nvPr/>
        </p:nvSpPr>
        <p:spPr bwMode="auto">
          <a:xfrm>
            <a:off x="4090279" y="2450835"/>
            <a:ext cx="2006520" cy="2116663"/>
          </a:xfrm>
          <a:custGeom>
            <a:avLst/>
            <a:gdLst>
              <a:gd name="T0" fmla="*/ 1063 w 1063"/>
              <a:gd name="T1" fmla="*/ 360 h 1121"/>
              <a:gd name="T2" fmla="*/ 568 w 1063"/>
              <a:gd name="T3" fmla="*/ 0 h 1121"/>
              <a:gd name="T4" fmla="*/ 0 w 1063"/>
              <a:gd name="T5" fmla="*/ 941 h 1121"/>
              <a:gd name="T6" fmla="*/ 15 w 1063"/>
              <a:gd name="T7" fmla="*/ 1121 h 1121"/>
              <a:gd name="T8" fmla="*/ 510 w 1063"/>
              <a:gd name="T9" fmla="*/ 761 h 1121"/>
              <a:gd name="T10" fmla="*/ 1063 w 1063"/>
              <a:gd name="T11" fmla="*/ 360 h 1121"/>
            </a:gdLst>
            <a:ahLst/>
            <a:cxnLst>
              <a:cxn ang="0">
                <a:pos x="T0" y="T1"/>
              </a:cxn>
              <a:cxn ang="0">
                <a:pos x="T2" y="T3"/>
              </a:cxn>
              <a:cxn ang="0">
                <a:pos x="T4" y="T5"/>
              </a:cxn>
              <a:cxn ang="0">
                <a:pos x="T6" y="T7"/>
              </a:cxn>
              <a:cxn ang="0">
                <a:pos x="T8" y="T9"/>
              </a:cxn>
              <a:cxn ang="0">
                <a:pos x="T10" y="T11"/>
              </a:cxn>
            </a:cxnLst>
            <a:rect l="0" t="0" r="r" b="b"/>
            <a:pathLst>
              <a:path w="1063" h="1121">
                <a:moveTo>
                  <a:pt x="1063" y="360"/>
                </a:moveTo>
                <a:cubicBezTo>
                  <a:pt x="568" y="0"/>
                  <a:pt x="568" y="0"/>
                  <a:pt x="568" y="0"/>
                </a:cubicBezTo>
                <a:cubicBezTo>
                  <a:pt x="230" y="178"/>
                  <a:pt x="0" y="533"/>
                  <a:pt x="0" y="941"/>
                </a:cubicBezTo>
                <a:cubicBezTo>
                  <a:pt x="0" y="1002"/>
                  <a:pt x="5" y="1062"/>
                  <a:pt x="15" y="1121"/>
                </a:cubicBezTo>
                <a:cubicBezTo>
                  <a:pt x="510" y="761"/>
                  <a:pt x="510" y="761"/>
                  <a:pt x="510" y="761"/>
                </a:cubicBezTo>
                <a:cubicBezTo>
                  <a:pt x="1063" y="360"/>
                  <a:pt x="1063" y="360"/>
                  <a:pt x="1063" y="360"/>
                </a:cubicBezTo>
              </a:path>
            </a:pathLst>
          </a:custGeom>
          <a:solidFill>
            <a:srgbClr val="6D5DA5"/>
          </a:solidFill>
          <a:ln>
            <a:noFill/>
          </a:ln>
          <a:effectLst>
            <a:innerShdw blurRad="279400" dist="101600" dir="5400000">
              <a:prstClr val="black">
                <a:alpha val="28000"/>
              </a:prstClr>
            </a:innerShdw>
          </a:effec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29"/>
          <p:cNvSpPr>
            <a:spLocks/>
          </p:cNvSpPr>
          <p:nvPr/>
        </p:nvSpPr>
        <p:spPr bwMode="auto">
          <a:xfrm>
            <a:off x="5162179" y="2220971"/>
            <a:ext cx="2333757" cy="1666513"/>
          </a:xfrm>
          <a:custGeom>
            <a:avLst/>
            <a:gdLst>
              <a:gd name="T0" fmla="*/ 1048 w 1236"/>
              <a:gd name="T1" fmla="*/ 883 h 883"/>
              <a:gd name="T2" fmla="*/ 1236 w 1236"/>
              <a:gd name="T3" fmla="*/ 302 h 883"/>
              <a:gd name="T4" fmla="*/ 495 w 1236"/>
              <a:gd name="T5" fmla="*/ 0 h 883"/>
              <a:gd name="T6" fmla="*/ 0 w 1236"/>
              <a:gd name="T7" fmla="*/ 122 h 883"/>
              <a:gd name="T8" fmla="*/ 495 w 1236"/>
              <a:gd name="T9" fmla="*/ 482 h 883"/>
              <a:gd name="T10" fmla="*/ 1048 w 1236"/>
              <a:gd name="T11" fmla="*/ 883 h 883"/>
            </a:gdLst>
            <a:ahLst/>
            <a:cxnLst>
              <a:cxn ang="0">
                <a:pos x="T0" y="T1"/>
              </a:cxn>
              <a:cxn ang="0">
                <a:pos x="T2" y="T3"/>
              </a:cxn>
              <a:cxn ang="0">
                <a:pos x="T4" y="T5"/>
              </a:cxn>
              <a:cxn ang="0">
                <a:pos x="T6" y="T7"/>
              </a:cxn>
              <a:cxn ang="0">
                <a:pos x="T8" y="T9"/>
              </a:cxn>
              <a:cxn ang="0">
                <a:pos x="T10" y="T11"/>
              </a:cxn>
            </a:cxnLst>
            <a:rect l="0" t="0" r="r" b="b"/>
            <a:pathLst>
              <a:path w="1236" h="883">
                <a:moveTo>
                  <a:pt x="1048" y="883"/>
                </a:moveTo>
                <a:cubicBezTo>
                  <a:pt x="1236" y="302"/>
                  <a:pt x="1236" y="302"/>
                  <a:pt x="1236" y="302"/>
                </a:cubicBezTo>
                <a:cubicBezTo>
                  <a:pt x="1045" y="115"/>
                  <a:pt x="783" y="0"/>
                  <a:pt x="495" y="0"/>
                </a:cubicBezTo>
                <a:cubicBezTo>
                  <a:pt x="316" y="0"/>
                  <a:pt x="148" y="45"/>
                  <a:pt x="0" y="122"/>
                </a:cubicBezTo>
                <a:cubicBezTo>
                  <a:pt x="495" y="482"/>
                  <a:pt x="495" y="482"/>
                  <a:pt x="495" y="482"/>
                </a:cubicBezTo>
                <a:cubicBezTo>
                  <a:pt x="1048" y="883"/>
                  <a:pt x="1048" y="883"/>
                  <a:pt x="1048" y="883"/>
                </a:cubicBezTo>
              </a:path>
            </a:pathLst>
          </a:custGeom>
          <a:solidFill>
            <a:srgbClr val="FF9933"/>
          </a:solidFill>
          <a:ln>
            <a:noFill/>
          </a:ln>
          <a:effectLst>
            <a:innerShdw blurRad="279400" dist="101600" dir="5400000">
              <a:prstClr val="black">
                <a:alpha val="28000"/>
              </a:prstClr>
            </a:innerShdw>
          </a:effec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30"/>
          <p:cNvSpPr>
            <a:spLocks/>
          </p:cNvSpPr>
          <p:nvPr/>
        </p:nvSpPr>
        <p:spPr bwMode="auto">
          <a:xfrm>
            <a:off x="6740896" y="2790842"/>
            <a:ext cx="1360826" cy="2324179"/>
          </a:xfrm>
          <a:custGeom>
            <a:avLst/>
            <a:gdLst>
              <a:gd name="T0" fmla="*/ 400 w 721"/>
              <a:gd name="T1" fmla="*/ 0 h 1231"/>
              <a:gd name="T2" fmla="*/ 212 w 721"/>
              <a:gd name="T3" fmla="*/ 581 h 1231"/>
              <a:gd name="T4" fmla="*/ 0 w 721"/>
              <a:gd name="T5" fmla="*/ 1231 h 1231"/>
              <a:gd name="T6" fmla="*/ 612 w 721"/>
              <a:gd name="T7" fmla="*/ 1231 h 1231"/>
              <a:gd name="T8" fmla="*/ 721 w 721"/>
              <a:gd name="T9" fmla="*/ 761 h 1231"/>
              <a:gd name="T10" fmla="*/ 400 w 721"/>
              <a:gd name="T11" fmla="*/ 0 h 1231"/>
            </a:gdLst>
            <a:ahLst/>
            <a:cxnLst>
              <a:cxn ang="0">
                <a:pos x="T0" y="T1"/>
              </a:cxn>
              <a:cxn ang="0">
                <a:pos x="T2" y="T3"/>
              </a:cxn>
              <a:cxn ang="0">
                <a:pos x="T4" y="T5"/>
              </a:cxn>
              <a:cxn ang="0">
                <a:pos x="T6" y="T7"/>
              </a:cxn>
              <a:cxn ang="0">
                <a:pos x="T8" y="T9"/>
              </a:cxn>
              <a:cxn ang="0">
                <a:pos x="T10" y="T11"/>
              </a:cxn>
            </a:cxnLst>
            <a:rect l="0" t="0" r="r" b="b"/>
            <a:pathLst>
              <a:path w="721" h="1231">
                <a:moveTo>
                  <a:pt x="400" y="0"/>
                </a:moveTo>
                <a:cubicBezTo>
                  <a:pt x="212" y="581"/>
                  <a:pt x="212" y="581"/>
                  <a:pt x="212" y="581"/>
                </a:cubicBezTo>
                <a:cubicBezTo>
                  <a:pt x="0" y="1231"/>
                  <a:pt x="0" y="1231"/>
                  <a:pt x="0" y="1231"/>
                </a:cubicBezTo>
                <a:cubicBezTo>
                  <a:pt x="612" y="1231"/>
                  <a:pt x="612" y="1231"/>
                  <a:pt x="612" y="1231"/>
                </a:cubicBezTo>
                <a:cubicBezTo>
                  <a:pt x="682" y="1090"/>
                  <a:pt x="721" y="930"/>
                  <a:pt x="721" y="761"/>
                </a:cubicBezTo>
                <a:cubicBezTo>
                  <a:pt x="721" y="463"/>
                  <a:pt x="598" y="193"/>
                  <a:pt x="400" y="0"/>
                </a:cubicBezTo>
              </a:path>
            </a:pathLst>
          </a:custGeom>
          <a:solidFill>
            <a:srgbClr val="9BC127"/>
          </a:solidFill>
          <a:ln>
            <a:noFill/>
          </a:ln>
          <a:effectLst>
            <a:innerShdw blurRad="279400" dist="101600" dir="5400000">
              <a:prstClr val="black">
                <a:alpha val="28000"/>
              </a:prstClr>
            </a:innerShdw>
          </a:effec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31"/>
          <p:cNvSpPr>
            <a:spLocks/>
          </p:cNvSpPr>
          <p:nvPr/>
        </p:nvSpPr>
        <p:spPr bwMode="auto">
          <a:xfrm>
            <a:off x="4118214" y="3887484"/>
            <a:ext cx="1689659" cy="2325775"/>
          </a:xfrm>
          <a:custGeom>
            <a:avLst/>
            <a:gdLst>
              <a:gd name="T0" fmla="*/ 706 w 895"/>
              <a:gd name="T1" fmla="*/ 650 h 1232"/>
              <a:gd name="T2" fmla="*/ 495 w 895"/>
              <a:gd name="T3" fmla="*/ 0 h 1232"/>
              <a:gd name="T4" fmla="*/ 0 w 895"/>
              <a:gd name="T5" fmla="*/ 360 h 1232"/>
              <a:gd name="T6" fmla="*/ 895 w 895"/>
              <a:gd name="T7" fmla="*/ 1232 h 1232"/>
              <a:gd name="T8" fmla="*/ 706 w 895"/>
              <a:gd name="T9" fmla="*/ 650 h 1232"/>
              <a:gd name="T10" fmla="*/ 706 w 895"/>
              <a:gd name="T11" fmla="*/ 650 h 1232"/>
            </a:gdLst>
            <a:ahLst/>
            <a:cxnLst>
              <a:cxn ang="0">
                <a:pos x="T0" y="T1"/>
              </a:cxn>
              <a:cxn ang="0">
                <a:pos x="T2" y="T3"/>
              </a:cxn>
              <a:cxn ang="0">
                <a:pos x="T4" y="T5"/>
              </a:cxn>
              <a:cxn ang="0">
                <a:pos x="T6" y="T7"/>
              </a:cxn>
              <a:cxn ang="0">
                <a:pos x="T8" y="T9"/>
              </a:cxn>
              <a:cxn ang="0">
                <a:pos x="T10" y="T11"/>
              </a:cxn>
            </a:cxnLst>
            <a:rect l="0" t="0" r="r" b="b"/>
            <a:pathLst>
              <a:path w="895" h="1232">
                <a:moveTo>
                  <a:pt x="706" y="650"/>
                </a:moveTo>
                <a:cubicBezTo>
                  <a:pt x="495" y="0"/>
                  <a:pt x="495" y="0"/>
                  <a:pt x="495" y="0"/>
                </a:cubicBezTo>
                <a:cubicBezTo>
                  <a:pt x="0" y="360"/>
                  <a:pt x="0" y="360"/>
                  <a:pt x="0" y="360"/>
                </a:cubicBezTo>
                <a:cubicBezTo>
                  <a:pt x="77" y="812"/>
                  <a:pt x="439" y="1166"/>
                  <a:pt x="895" y="1232"/>
                </a:cubicBezTo>
                <a:cubicBezTo>
                  <a:pt x="706" y="650"/>
                  <a:pt x="706" y="650"/>
                  <a:pt x="706" y="650"/>
                </a:cubicBezTo>
                <a:cubicBezTo>
                  <a:pt x="706" y="650"/>
                  <a:pt x="706" y="650"/>
                  <a:pt x="706" y="650"/>
                </a:cubicBezTo>
              </a:path>
            </a:pathLst>
          </a:custGeom>
          <a:solidFill>
            <a:srgbClr val="007BC6"/>
          </a:solidFill>
          <a:ln>
            <a:noFill/>
          </a:ln>
          <a:effectLst>
            <a:innerShdw blurRad="279400" dist="152400" dir="13500000">
              <a:prstClr val="black">
                <a:alpha val="48000"/>
              </a:prstClr>
            </a:innerShdw>
          </a:effec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32"/>
          <p:cNvSpPr>
            <a:spLocks/>
          </p:cNvSpPr>
          <p:nvPr/>
        </p:nvSpPr>
        <p:spPr bwMode="auto">
          <a:xfrm>
            <a:off x="5451105" y="5115020"/>
            <a:ext cx="2444697" cy="1118990"/>
          </a:xfrm>
          <a:custGeom>
            <a:avLst/>
            <a:gdLst>
              <a:gd name="T0" fmla="*/ 0 w 1295"/>
              <a:gd name="T1" fmla="*/ 0 h 593"/>
              <a:gd name="T2" fmla="*/ 0 w 1295"/>
              <a:gd name="T3" fmla="*/ 0 h 593"/>
              <a:gd name="T4" fmla="*/ 189 w 1295"/>
              <a:gd name="T5" fmla="*/ 582 h 593"/>
              <a:gd name="T6" fmla="*/ 342 w 1295"/>
              <a:gd name="T7" fmla="*/ 593 h 593"/>
              <a:gd name="T8" fmla="*/ 1295 w 1295"/>
              <a:gd name="T9" fmla="*/ 0 h 593"/>
              <a:gd name="T10" fmla="*/ 683 w 1295"/>
              <a:gd name="T11" fmla="*/ 0 h 593"/>
              <a:gd name="T12" fmla="*/ 0 w 1295"/>
              <a:gd name="T13" fmla="*/ 0 h 593"/>
            </a:gdLst>
            <a:ahLst/>
            <a:cxnLst>
              <a:cxn ang="0">
                <a:pos x="T0" y="T1"/>
              </a:cxn>
              <a:cxn ang="0">
                <a:pos x="T2" y="T3"/>
              </a:cxn>
              <a:cxn ang="0">
                <a:pos x="T4" y="T5"/>
              </a:cxn>
              <a:cxn ang="0">
                <a:pos x="T6" y="T7"/>
              </a:cxn>
              <a:cxn ang="0">
                <a:pos x="T8" y="T9"/>
              </a:cxn>
              <a:cxn ang="0">
                <a:pos x="T10" y="T11"/>
              </a:cxn>
              <a:cxn ang="0">
                <a:pos x="T12" y="T13"/>
              </a:cxn>
            </a:cxnLst>
            <a:rect l="0" t="0" r="r" b="b"/>
            <a:pathLst>
              <a:path w="1295" h="593">
                <a:moveTo>
                  <a:pt x="0" y="0"/>
                </a:moveTo>
                <a:cubicBezTo>
                  <a:pt x="0" y="0"/>
                  <a:pt x="0" y="0"/>
                  <a:pt x="0" y="0"/>
                </a:cubicBezTo>
                <a:cubicBezTo>
                  <a:pt x="189" y="582"/>
                  <a:pt x="189" y="582"/>
                  <a:pt x="189" y="582"/>
                </a:cubicBezTo>
                <a:cubicBezTo>
                  <a:pt x="239" y="589"/>
                  <a:pt x="290" y="593"/>
                  <a:pt x="342" y="593"/>
                </a:cubicBezTo>
                <a:cubicBezTo>
                  <a:pt x="760" y="593"/>
                  <a:pt x="1121" y="351"/>
                  <a:pt x="1295" y="0"/>
                </a:cubicBezTo>
                <a:cubicBezTo>
                  <a:pt x="683" y="0"/>
                  <a:pt x="683" y="0"/>
                  <a:pt x="683" y="0"/>
                </a:cubicBezTo>
                <a:cubicBezTo>
                  <a:pt x="0" y="0"/>
                  <a:pt x="0" y="0"/>
                  <a:pt x="0" y="0"/>
                </a:cubicBezTo>
              </a:path>
            </a:pathLst>
          </a:custGeom>
          <a:solidFill>
            <a:srgbClr val="C60095"/>
          </a:solidFill>
          <a:ln>
            <a:noFill/>
          </a:ln>
          <a:effectLst>
            <a:innerShdw blurRad="279400" dist="101600" dir="5400000">
              <a:prstClr val="black">
                <a:alpha val="28000"/>
              </a:prstClr>
            </a:innerShdw>
          </a:effec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33"/>
          <p:cNvSpPr>
            <a:spLocks/>
          </p:cNvSpPr>
          <p:nvPr/>
        </p:nvSpPr>
        <p:spPr bwMode="auto">
          <a:xfrm>
            <a:off x="6740896" y="2790842"/>
            <a:ext cx="798138" cy="2324179"/>
          </a:xfrm>
          <a:custGeom>
            <a:avLst/>
            <a:gdLst>
              <a:gd name="T0" fmla="*/ 400 w 423"/>
              <a:gd name="T1" fmla="*/ 0 h 1231"/>
              <a:gd name="T2" fmla="*/ 220 w 423"/>
              <a:gd name="T3" fmla="*/ 556 h 1231"/>
              <a:gd name="T4" fmla="*/ 220 w 423"/>
              <a:gd name="T5" fmla="*/ 556 h 1231"/>
              <a:gd name="T6" fmla="*/ 212 w 423"/>
              <a:gd name="T7" fmla="*/ 581 h 1231"/>
              <a:gd name="T8" fmla="*/ 0 w 423"/>
              <a:gd name="T9" fmla="*/ 1231 h 1231"/>
              <a:gd name="T10" fmla="*/ 26 w 423"/>
              <a:gd name="T11" fmla="*/ 1231 h 1231"/>
              <a:gd name="T12" fmla="*/ 36 w 423"/>
              <a:gd name="T13" fmla="*/ 1203 h 1231"/>
              <a:gd name="T14" fmla="*/ 236 w 423"/>
              <a:gd name="T15" fmla="*/ 589 h 1231"/>
              <a:gd name="T16" fmla="*/ 412 w 423"/>
              <a:gd name="T17" fmla="*/ 47 h 1231"/>
              <a:gd name="T18" fmla="*/ 412 w 423"/>
              <a:gd name="T19" fmla="*/ 48 h 1231"/>
              <a:gd name="T20" fmla="*/ 423 w 423"/>
              <a:gd name="T21" fmla="*/ 23 h 1231"/>
              <a:gd name="T22" fmla="*/ 400 w 423"/>
              <a:gd name="T23" fmla="*/ 0 h 1231"/>
              <a:gd name="T24" fmla="*/ 400 w 423"/>
              <a:gd name="T25" fmla="*/ 0 h 1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3" h="1231">
                <a:moveTo>
                  <a:pt x="400" y="0"/>
                </a:moveTo>
                <a:cubicBezTo>
                  <a:pt x="220" y="556"/>
                  <a:pt x="220" y="556"/>
                  <a:pt x="220" y="556"/>
                </a:cubicBezTo>
                <a:cubicBezTo>
                  <a:pt x="220" y="556"/>
                  <a:pt x="220" y="556"/>
                  <a:pt x="220" y="556"/>
                </a:cubicBezTo>
                <a:cubicBezTo>
                  <a:pt x="212" y="581"/>
                  <a:pt x="212" y="581"/>
                  <a:pt x="212" y="581"/>
                </a:cubicBezTo>
                <a:cubicBezTo>
                  <a:pt x="0" y="1231"/>
                  <a:pt x="0" y="1231"/>
                  <a:pt x="0" y="1231"/>
                </a:cubicBezTo>
                <a:cubicBezTo>
                  <a:pt x="26" y="1231"/>
                  <a:pt x="26" y="1231"/>
                  <a:pt x="26" y="1231"/>
                </a:cubicBezTo>
                <a:cubicBezTo>
                  <a:pt x="29" y="1222"/>
                  <a:pt x="32" y="1213"/>
                  <a:pt x="36" y="1203"/>
                </a:cubicBezTo>
                <a:cubicBezTo>
                  <a:pt x="236" y="589"/>
                  <a:pt x="236" y="589"/>
                  <a:pt x="236" y="589"/>
                </a:cubicBezTo>
                <a:cubicBezTo>
                  <a:pt x="412" y="47"/>
                  <a:pt x="412" y="47"/>
                  <a:pt x="412" y="47"/>
                </a:cubicBezTo>
                <a:cubicBezTo>
                  <a:pt x="412" y="48"/>
                  <a:pt x="412" y="48"/>
                  <a:pt x="412" y="48"/>
                </a:cubicBezTo>
                <a:cubicBezTo>
                  <a:pt x="415" y="40"/>
                  <a:pt x="419" y="31"/>
                  <a:pt x="423" y="23"/>
                </a:cubicBezTo>
                <a:cubicBezTo>
                  <a:pt x="415" y="15"/>
                  <a:pt x="408" y="8"/>
                  <a:pt x="400" y="0"/>
                </a:cubicBezTo>
                <a:cubicBezTo>
                  <a:pt x="400" y="0"/>
                  <a:pt x="400" y="0"/>
                  <a:pt x="400" y="0"/>
                </a:cubicBezTo>
              </a:path>
            </a:pathLst>
          </a:custGeom>
          <a:solidFill>
            <a:srgbClr val="F6F6F6"/>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7" name="Freeform 34"/>
          <p:cNvSpPr>
            <a:spLocks/>
          </p:cNvSpPr>
          <p:nvPr/>
        </p:nvSpPr>
        <p:spPr bwMode="auto">
          <a:xfrm>
            <a:off x="4111031" y="3096529"/>
            <a:ext cx="1985768" cy="1470969"/>
          </a:xfrm>
          <a:custGeom>
            <a:avLst/>
            <a:gdLst>
              <a:gd name="T0" fmla="*/ 1027 w 1052"/>
              <a:gd name="T1" fmla="*/ 0 h 779"/>
              <a:gd name="T2" fmla="*/ 1007 w 1052"/>
              <a:gd name="T3" fmla="*/ 17 h 779"/>
              <a:gd name="T4" fmla="*/ 1009 w 1052"/>
              <a:gd name="T5" fmla="*/ 18 h 779"/>
              <a:gd name="T6" fmla="*/ 484 w 1052"/>
              <a:gd name="T7" fmla="*/ 399 h 779"/>
              <a:gd name="T8" fmla="*/ 23 w 1052"/>
              <a:gd name="T9" fmla="*/ 734 h 779"/>
              <a:gd name="T10" fmla="*/ 23 w 1052"/>
              <a:gd name="T11" fmla="*/ 732 h 779"/>
              <a:gd name="T12" fmla="*/ 0 w 1052"/>
              <a:gd name="T13" fmla="*/ 750 h 779"/>
              <a:gd name="T14" fmla="*/ 4 w 1052"/>
              <a:gd name="T15" fmla="*/ 779 h 779"/>
              <a:gd name="T16" fmla="*/ 499 w 1052"/>
              <a:gd name="T17" fmla="*/ 419 h 779"/>
              <a:gd name="T18" fmla="*/ 1052 w 1052"/>
              <a:gd name="T19" fmla="*/ 18 h 779"/>
              <a:gd name="T20" fmla="*/ 1027 w 1052"/>
              <a:gd name="T21" fmla="*/ 0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52" h="779">
                <a:moveTo>
                  <a:pt x="1027" y="0"/>
                </a:moveTo>
                <a:cubicBezTo>
                  <a:pt x="1021" y="6"/>
                  <a:pt x="1014" y="11"/>
                  <a:pt x="1007" y="17"/>
                </a:cubicBezTo>
                <a:cubicBezTo>
                  <a:pt x="1009" y="18"/>
                  <a:pt x="1009" y="18"/>
                  <a:pt x="1009" y="18"/>
                </a:cubicBezTo>
                <a:cubicBezTo>
                  <a:pt x="484" y="399"/>
                  <a:pt x="484" y="399"/>
                  <a:pt x="484" y="399"/>
                </a:cubicBezTo>
                <a:cubicBezTo>
                  <a:pt x="23" y="734"/>
                  <a:pt x="23" y="734"/>
                  <a:pt x="23" y="734"/>
                </a:cubicBezTo>
                <a:cubicBezTo>
                  <a:pt x="23" y="733"/>
                  <a:pt x="23" y="733"/>
                  <a:pt x="23" y="732"/>
                </a:cubicBezTo>
                <a:cubicBezTo>
                  <a:pt x="15" y="738"/>
                  <a:pt x="8" y="744"/>
                  <a:pt x="0" y="750"/>
                </a:cubicBezTo>
                <a:cubicBezTo>
                  <a:pt x="1" y="759"/>
                  <a:pt x="3" y="769"/>
                  <a:pt x="4" y="779"/>
                </a:cubicBezTo>
                <a:cubicBezTo>
                  <a:pt x="499" y="419"/>
                  <a:pt x="499" y="419"/>
                  <a:pt x="499" y="419"/>
                </a:cubicBezTo>
                <a:cubicBezTo>
                  <a:pt x="1052" y="18"/>
                  <a:pt x="1052" y="18"/>
                  <a:pt x="1052" y="18"/>
                </a:cubicBezTo>
                <a:cubicBezTo>
                  <a:pt x="1027" y="0"/>
                  <a:pt x="1027" y="0"/>
                  <a:pt x="1027" y="0"/>
                </a:cubicBezTo>
              </a:path>
            </a:pathLst>
          </a:custGeom>
          <a:solidFill>
            <a:srgbClr val="F6F6F6"/>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8" name="Freeform 35"/>
          <p:cNvSpPr>
            <a:spLocks noEditPoints="1"/>
          </p:cNvSpPr>
          <p:nvPr/>
        </p:nvSpPr>
        <p:spPr bwMode="auto">
          <a:xfrm>
            <a:off x="5162179" y="2449239"/>
            <a:ext cx="3991" cy="1596"/>
          </a:xfrm>
          <a:custGeom>
            <a:avLst/>
            <a:gdLst>
              <a:gd name="T0" fmla="*/ 1 w 2"/>
              <a:gd name="T1" fmla="*/ 1 h 1"/>
              <a:gd name="T2" fmla="*/ 0 w 2"/>
              <a:gd name="T3" fmla="*/ 1 h 1"/>
              <a:gd name="T4" fmla="*/ 0 w 2"/>
              <a:gd name="T5" fmla="*/ 1 h 1"/>
              <a:gd name="T6" fmla="*/ 1 w 2"/>
              <a:gd name="T7" fmla="*/ 1 h 1"/>
              <a:gd name="T8" fmla="*/ 1 w 2"/>
              <a:gd name="T9" fmla="*/ 1 h 1"/>
              <a:gd name="T10" fmla="*/ 1 w 2"/>
              <a:gd name="T11" fmla="*/ 1 h 1"/>
              <a:gd name="T12" fmla="*/ 1 w 2"/>
              <a:gd name="T13" fmla="*/ 1 h 1"/>
              <a:gd name="T14" fmla="*/ 2 w 2"/>
              <a:gd name="T15" fmla="*/ 0 h 1"/>
              <a:gd name="T16" fmla="*/ 2 w 2"/>
              <a:gd name="T17" fmla="*/ 0 h 1"/>
              <a:gd name="T18" fmla="*/ 2 w 2"/>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1">
                <a:moveTo>
                  <a:pt x="1" y="1"/>
                </a:moveTo>
                <a:cubicBezTo>
                  <a:pt x="1" y="1"/>
                  <a:pt x="0" y="1"/>
                  <a:pt x="0" y="1"/>
                </a:cubicBezTo>
                <a:cubicBezTo>
                  <a:pt x="0" y="1"/>
                  <a:pt x="0" y="1"/>
                  <a:pt x="0" y="1"/>
                </a:cubicBezTo>
                <a:cubicBezTo>
                  <a:pt x="0" y="1"/>
                  <a:pt x="1" y="1"/>
                  <a:pt x="1" y="1"/>
                </a:cubicBezTo>
                <a:moveTo>
                  <a:pt x="1" y="1"/>
                </a:moveTo>
                <a:cubicBezTo>
                  <a:pt x="1" y="1"/>
                  <a:pt x="1" y="1"/>
                  <a:pt x="1" y="1"/>
                </a:cubicBezTo>
                <a:cubicBezTo>
                  <a:pt x="1" y="1"/>
                  <a:pt x="1" y="1"/>
                  <a:pt x="1" y="1"/>
                </a:cubicBezTo>
                <a:moveTo>
                  <a:pt x="2" y="0"/>
                </a:moveTo>
                <a:cubicBezTo>
                  <a:pt x="2" y="0"/>
                  <a:pt x="2" y="0"/>
                  <a:pt x="2" y="0"/>
                </a:cubicBezTo>
                <a:cubicBezTo>
                  <a:pt x="2" y="0"/>
                  <a:pt x="2" y="0"/>
                  <a:pt x="2" y="0"/>
                </a:cubicBezTo>
              </a:path>
            </a:pathLst>
          </a:custGeom>
          <a:solidFill>
            <a:srgbClr val="9990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36"/>
          <p:cNvSpPr>
            <a:spLocks/>
          </p:cNvSpPr>
          <p:nvPr/>
        </p:nvSpPr>
        <p:spPr bwMode="auto">
          <a:xfrm>
            <a:off x="5162179" y="2424496"/>
            <a:ext cx="1993749" cy="1462988"/>
          </a:xfrm>
          <a:custGeom>
            <a:avLst/>
            <a:gdLst>
              <a:gd name="T0" fmla="*/ 28 w 1056"/>
              <a:gd name="T1" fmla="*/ 0 h 775"/>
              <a:gd name="T2" fmla="*/ 2 w 1056"/>
              <a:gd name="T3" fmla="*/ 13 h 775"/>
              <a:gd name="T4" fmla="*/ 2 w 1056"/>
              <a:gd name="T5" fmla="*/ 13 h 775"/>
              <a:gd name="T6" fmla="*/ 1 w 1056"/>
              <a:gd name="T7" fmla="*/ 14 h 775"/>
              <a:gd name="T8" fmla="*/ 1 w 1056"/>
              <a:gd name="T9" fmla="*/ 14 h 775"/>
              <a:gd name="T10" fmla="*/ 1 w 1056"/>
              <a:gd name="T11" fmla="*/ 14 h 775"/>
              <a:gd name="T12" fmla="*/ 0 w 1056"/>
              <a:gd name="T13" fmla="*/ 14 h 775"/>
              <a:gd name="T14" fmla="*/ 470 w 1056"/>
              <a:gd name="T15" fmla="*/ 356 h 775"/>
              <a:gd name="T16" fmla="*/ 470 w 1056"/>
              <a:gd name="T17" fmla="*/ 356 h 775"/>
              <a:gd name="T18" fmla="*/ 495 w 1056"/>
              <a:gd name="T19" fmla="*/ 374 h 775"/>
              <a:gd name="T20" fmla="*/ 1048 w 1056"/>
              <a:gd name="T21" fmla="*/ 775 h 775"/>
              <a:gd name="T22" fmla="*/ 1056 w 1056"/>
              <a:gd name="T23" fmla="*/ 750 h 775"/>
              <a:gd name="T24" fmla="*/ 1035 w 1056"/>
              <a:gd name="T25" fmla="*/ 734 h 775"/>
              <a:gd name="T26" fmla="*/ 1034 w 1056"/>
              <a:gd name="T27" fmla="*/ 735 h 775"/>
              <a:gd name="T28" fmla="*/ 509 w 1056"/>
              <a:gd name="T29" fmla="*/ 353 h 775"/>
              <a:gd name="T30" fmla="*/ 48 w 1056"/>
              <a:gd name="T31" fmla="*/ 18 h 775"/>
              <a:gd name="T32" fmla="*/ 50 w 1056"/>
              <a:gd name="T33" fmla="*/ 18 h 775"/>
              <a:gd name="T34" fmla="*/ 28 w 1056"/>
              <a:gd name="T35" fmla="*/ 0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56" h="775">
                <a:moveTo>
                  <a:pt x="28" y="0"/>
                </a:moveTo>
                <a:cubicBezTo>
                  <a:pt x="19" y="5"/>
                  <a:pt x="10" y="9"/>
                  <a:pt x="2" y="13"/>
                </a:cubicBezTo>
                <a:cubicBezTo>
                  <a:pt x="2" y="13"/>
                  <a:pt x="2" y="13"/>
                  <a:pt x="2" y="13"/>
                </a:cubicBezTo>
                <a:cubicBezTo>
                  <a:pt x="2" y="14"/>
                  <a:pt x="1" y="14"/>
                  <a:pt x="1" y="14"/>
                </a:cubicBezTo>
                <a:cubicBezTo>
                  <a:pt x="1" y="14"/>
                  <a:pt x="1" y="14"/>
                  <a:pt x="1" y="14"/>
                </a:cubicBezTo>
                <a:cubicBezTo>
                  <a:pt x="1" y="14"/>
                  <a:pt x="1" y="14"/>
                  <a:pt x="1" y="14"/>
                </a:cubicBezTo>
                <a:cubicBezTo>
                  <a:pt x="1" y="14"/>
                  <a:pt x="0" y="14"/>
                  <a:pt x="0" y="14"/>
                </a:cubicBezTo>
                <a:cubicBezTo>
                  <a:pt x="470" y="356"/>
                  <a:pt x="470" y="356"/>
                  <a:pt x="470" y="356"/>
                </a:cubicBezTo>
                <a:cubicBezTo>
                  <a:pt x="470" y="356"/>
                  <a:pt x="470" y="356"/>
                  <a:pt x="470" y="356"/>
                </a:cubicBezTo>
                <a:cubicBezTo>
                  <a:pt x="495" y="374"/>
                  <a:pt x="495" y="374"/>
                  <a:pt x="495" y="374"/>
                </a:cubicBezTo>
                <a:cubicBezTo>
                  <a:pt x="1048" y="775"/>
                  <a:pt x="1048" y="775"/>
                  <a:pt x="1048" y="775"/>
                </a:cubicBezTo>
                <a:cubicBezTo>
                  <a:pt x="1056" y="750"/>
                  <a:pt x="1056" y="750"/>
                  <a:pt x="1056" y="750"/>
                </a:cubicBezTo>
                <a:cubicBezTo>
                  <a:pt x="1048" y="745"/>
                  <a:pt x="1041" y="740"/>
                  <a:pt x="1035" y="734"/>
                </a:cubicBezTo>
                <a:cubicBezTo>
                  <a:pt x="1034" y="735"/>
                  <a:pt x="1034" y="735"/>
                  <a:pt x="1034" y="735"/>
                </a:cubicBezTo>
                <a:cubicBezTo>
                  <a:pt x="509" y="353"/>
                  <a:pt x="509" y="353"/>
                  <a:pt x="509" y="353"/>
                </a:cubicBezTo>
                <a:cubicBezTo>
                  <a:pt x="48" y="18"/>
                  <a:pt x="48" y="18"/>
                  <a:pt x="48" y="18"/>
                </a:cubicBezTo>
                <a:cubicBezTo>
                  <a:pt x="49" y="18"/>
                  <a:pt x="49" y="18"/>
                  <a:pt x="50" y="18"/>
                </a:cubicBezTo>
                <a:cubicBezTo>
                  <a:pt x="42" y="12"/>
                  <a:pt x="35" y="7"/>
                  <a:pt x="28" y="0"/>
                </a:cubicBezTo>
              </a:path>
            </a:pathLst>
          </a:custGeom>
          <a:solidFill>
            <a:srgbClr val="F6F6F6"/>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0" name="Freeform 37"/>
          <p:cNvSpPr>
            <a:spLocks/>
          </p:cNvSpPr>
          <p:nvPr/>
        </p:nvSpPr>
        <p:spPr bwMode="auto">
          <a:xfrm>
            <a:off x="7140764" y="3840394"/>
            <a:ext cx="15165" cy="47090"/>
          </a:xfrm>
          <a:custGeom>
            <a:avLst/>
            <a:gdLst>
              <a:gd name="T0" fmla="*/ 8 w 8"/>
              <a:gd name="T1" fmla="*/ 0 h 25"/>
              <a:gd name="T2" fmla="*/ 0 w 8"/>
              <a:gd name="T3" fmla="*/ 25 h 25"/>
              <a:gd name="T4" fmla="*/ 8 w 8"/>
              <a:gd name="T5" fmla="*/ 0 h 25"/>
              <a:gd name="T6" fmla="*/ 8 w 8"/>
              <a:gd name="T7" fmla="*/ 0 h 25"/>
            </a:gdLst>
            <a:ahLst/>
            <a:cxnLst>
              <a:cxn ang="0">
                <a:pos x="T0" y="T1"/>
              </a:cxn>
              <a:cxn ang="0">
                <a:pos x="T2" y="T3"/>
              </a:cxn>
              <a:cxn ang="0">
                <a:pos x="T4" y="T5"/>
              </a:cxn>
              <a:cxn ang="0">
                <a:pos x="T6" y="T7"/>
              </a:cxn>
            </a:cxnLst>
            <a:rect l="0" t="0" r="r" b="b"/>
            <a:pathLst>
              <a:path w="8" h="25">
                <a:moveTo>
                  <a:pt x="8" y="0"/>
                </a:moveTo>
                <a:cubicBezTo>
                  <a:pt x="0" y="25"/>
                  <a:pt x="0" y="25"/>
                  <a:pt x="0" y="25"/>
                </a:cubicBezTo>
                <a:cubicBezTo>
                  <a:pt x="8" y="0"/>
                  <a:pt x="8" y="0"/>
                  <a:pt x="8" y="0"/>
                </a:cubicBezTo>
                <a:cubicBezTo>
                  <a:pt x="8" y="0"/>
                  <a:pt x="8" y="0"/>
                  <a:pt x="8" y="0"/>
                </a:cubicBezTo>
              </a:path>
            </a:pathLst>
          </a:custGeom>
          <a:solidFill>
            <a:srgbClr val="54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38"/>
          <p:cNvSpPr>
            <a:spLocks/>
          </p:cNvSpPr>
          <p:nvPr/>
        </p:nvSpPr>
        <p:spPr bwMode="auto">
          <a:xfrm>
            <a:off x="5802286" y="6211662"/>
            <a:ext cx="5587" cy="1596"/>
          </a:xfrm>
          <a:custGeom>
            <a:avLst/>
            <a:gdLst>
              <a:gd name="T0" fmla="*/ 0 w 3"/>
              <a:gd name="T1" fmla="*/ 0 h 1"/>
              <a:gd name="T2" fmla="*/ 3 w 3"/>
              <a:gd name="T3" fmla="*/ 1 h 1"/>
              <a:gd name="T4" fmla="*/ 0 w 3"/>
              <a:gd name="T5" fmla="*/ 0 h 1"/>
            </a:gdLst>
            <a:ahLst/>
            <a:cxnLst>
              <a:cxn ang="0">
                <a:pos x="T0" y="T1"/>
              </a:cxn>
              <a:cxn ang="0">
                <a:pos x="T2" y="T3"/>
              </a:cxn>
              <a:cxn ang="0">
                <a:pos x="T4" y="T5"/>
              </a:cxn>
            </a:cxnLst>
            <a:rect l="0" t="0" r="r" b="b"/>
            <a:pathLst>
              <a:path w="3" h="1">
                <a:moveTo>
                  <a:pt x="0" y="0"/>
                </a:moveTo>
                <a:cubicBezTo>
                  <a:pt x="1" y="0"/>
                  <a:pt x="2" y="1"/>
                  <a:pt x="3" y="1"/>
                </a:cubicBezTo>
                <a:cubicBezTo>
                  <a:pt x="2" y="1"/>
                  <a:pt x="1" y="0"/>
                  <a:pt x="0" y="0"/>
                </a:cubicBezTo>
              </a:path>
            </a:pathLst>
          </a:custGeom>
          <a:solidFill>
            <a:srgbClr val="9990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39"/>
          <p:cNvSpPr>
            <a:spLocks/>
          </p:cNvSpPr>
          <p:nvPr/>
        </p:nvSpPr>
        <p:spPr bwMode="auto">
          <a:xfrm>
            <a:off x="5012927" y="3887484"/>
            <a:ext cx="794946" cy="2325775"/>
          </a:xfrm>
          <a:custGeom>
            <a:avLst/>
            <a:gdLst>
              <a:gd name="T0" fmla="*/ 21 w 421"/>
              <a:gd name="T1" fmla="*/ 0 h 1232"/>
              <a:gd name="T2" fmla="*/ 21 w 421"/>
              <a:gd name="T3" fmla="*/ 0 h 1232"/>
              <a:gd name="T4" fmla="*/ 0 w 421"/>
              <a:gd name="T5" fmla="*/ 16 h 1232"/>
              <a:gd name="T6" fmla="*/ 8 w 421"/>
              <a:gd name="T7" fmla="*/ 43 h 1232"/>
              <a:gd name="T8" fmla="*/ 203 w 421"/>
              <a:gd name="T9" fmla="*/ 643 h 1232"/>
              <a:gd name="T10" fmla="*/ 203 w 421"/>
              <a:gd name="T11" fmla="*/ 643 h 1232"/>
              <a:gd name="T12" fmla="*/ 208 w 421"/>
              <a:gd name="T13" fmla="*/ 658 h 1232"/>
              <a:gd name="T14" fmla="*/ 384 w 421"/>
              <a:gd name="T15" fmla="*/ 1200 h 1232"/>
              <a:gd name="T16" fmla="*/ 383 w 421"/>
              <a:gd name="T17" fmla="*/ 1200 h 1232"/>
              <a:gd name="T18" fmla="*/ 391 w 421"/>
              <a:gd name="T19" fmla="*/ 1227 h 1232"/>
              <a:gd name="T20" fmla="*/ 418 w 421"/>
              <a:gd name="T21" fmla="*/ 1231 h 1232"/>
              <a:gd name="T22" fmla="*/ 421 w 421"/>
              <a:gd name="T23" fmla="*/ 1232 h 1232"/>
              <a:gd name="T24" fmla="*/ 421 w 421"/>
              <a:gd name="T25" fmla="*/ 1232 h 1232"/>
              <a:gd name="T26" fmla="*/ 232 w 421"/>
              <a:gd name="T27" fmla="*/ 650 h 1232"/>
              <a:gd name="T28" fmla="*/ 232 w 421"/>
              <a:gd name="T29" fmla="*/ 650 h 1232"/>
              <a:gd name="T30" fmla="*/ 21 w 421"/>
              <a:gd name="T31" fmla="*/ 0 h 1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21" h="1232">
                <a:moveTo>
                  <a:pt x="21" y="0"/>
                </a:moveTo>
                <a:cubicBezTo>
                  <a:pt x="21" y="0"/>
                  <a:pt x="21" y="0"/>
                  <a:pt x="21" y="0"/>
                </a:cubicBezTo>
                <a:cubicBezTo>
                  <a:pt x="0" y="16"/>
                  <a:pt x="0" y="16"/>
                  <a:pt x="0" y="16"/>
                </a:cubicBezTo>
                <a:cubicBezTo>
                  <a:pt x="3" y="25"/>
                  <a:pt x="6" y="34"/>
                  <a:pt x="8" y="43"/>
                </a:cubicBezTo>
                <a:cubicBezTo>
                  <a:pt x="203" y="643"/>
                  <a:pt x="203" y="643"/>
                  <a:pt x="203" y="643"/>
                </a:cubicBezTo>
                <a:cubicBezTo>
                  <a:pt x="203" y="643"/>
                  <a:pt x="203" y="643"/>
                  <a:pt x="203" y="643"/>
                </a:cubicBezTo>
                <a:cubicBezTo>
                  <a:pt x="208" y="658"/>
                  <a:pt x="208" y="658"/>
                  <a:pt x="208" y="658"/>
                </a:cubicBezTo>
                <a:cubicBezTo>
                  <a:pt x="384" y="1200"/>
                  <a:pt x="384" y="1200"/>
                  <a:pt x="384" y="1200"/>
                </a:cubicBezTo>
                <a:cubicBezTo>
                  <a:pt x="383" y="1200"/>
                  <a:pt x="383" y="1200"/>
                  <a:pt x="383" y="1200"/>
                </a:cubicBezTo>
                <a:cubicBezTo>
                  <a:pt x="386" y="1209"/>
                  <a:pt x="389" y="1218"/>
                  <a:pt x="391" y="1227"/>
                </a:cubicBezTo>
                <a:cubicBezTo>
                  <a:pt x="400" y="1229"/>
                  <a:pt x="409" y="1230"/>
                  <a:pt x="418" y="1231"/>
                </a:cubicBezTo>
                <a:cubicBezTo>
                  <a:pt x="419" y="1231"/>
                  <a:pt x="420" y="1232"/>
                  <a:pt x="421" y="1232"/>
                </a:cubicBezTo>
                <a:cubicBezTo>
                  <a:pt x="421" y="1232"/>
                  <a:pt x="421" y="1232"/>
                  <a:pt x="421" y="1232"/>
                </a:cubicBezTo>
                <a:cubicBezTo>
                  <a:pt x="232" y="650"/>
                  <a:pt x="232" y="650"/>
                  <a:pt x="232" y="650"/>
                </a:cubicBezTo>
                <a:cubicBezTo>
                  <a:pt x="232" y="650"/>
                  <a:pt x="232" y="650"/>
                  <a:pt x="232" y="650"/>
                </a:cubicBezTo>
                <a:cubicBezTo>
                  <a:pt x="21" y="0"/>
                  <a:pt x="21" y="0"/>
                  <a:pt x="21" y="0"/>
                </a:cubicBezTo>
              </a:path>
            </a:pathLst>
          </a:custGeom>
          <a:solidFill>
            <a:srgbClr val="F6F6F6"/>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3" name="Freeform 40"/>
          <p:cNvSpPr>
            <a:spLocks/>
          </p:cNvSpPr>
          <p:nvPr/>
        </p:nvSpPr>
        <p:spPr bwMode="auto">
          <a:xfrm>
            <a:off x="7894206" y="5115020"/>
            <a:ext cx="1596" cy="319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1"/>
                  <a:pt x="0" y="2"/>
                  <a:pt x="0" y="2"/>
                </a:cubicBezTo>
                <a:cubicBezTo>
                  <a:pt x="0" y="2"/>
                  <a:pt x="0" y="1"/>
                  <a:pt x="1" y="0"/>
                </a:cubicBezTo>
              </a:path>
            </a:pathLst>
          </a:custGeom>
          <a:solidFill>
            <a:srgbClr val="9990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41"/>
          <p:cNvSpPr>
            <a:spLocks/>
          </p:cNvSpPr>
          <p:nvPr/>
        </p:nvSpPr>
        <p:spPr bwMode="auto">
          <a:xfrm>
            <a:off x="5451105" y="5115020"/>
            <a:ext cx="2444697" cy="48687"/>
          </a:xfrm>
          <a:custGeom>
            <a:avLst/>
            <a:gdLst>
              <a:gd name="T0" fmla="*/ 1295 w 1295"/>
              <a:gd name="T1" fmla="*/ 0 h 26"/>
              <a:gd name="T2" fmla="*/ 683 w 1295"/>
              <a:gd name="T3" fmla="*/ 0 h 26"/>
              <a:gd name="T4" fmla="*/ 0 w 1295"/>
              <a:gd name="T5" fmla="*/ 0 h 26"/>
              <a:gd name="T6" fmla="*/ 0 w 1295"/>
              <a:gd name="T7" fmla="*/ 0 h 26"/>
              <a:gd name="T8" fmla="*/ 8 w 1295"/>
              <a:gd name="T9" fmla="*/ 25 h 26"/>
              <a:gd name="T10" fmla="*/ 28 w 1295"/>
              <a:gd name="T11" fmla="*/ 24 h 26"/>
              <a:gd name="T12" fmla="*/ 58 w 1295"/>
              <a:gd name="T13" fmla="*/ 26 h 26"/>
              <a:gd name="T14" fmla="*/ 1247 w 1295"/>
              <a:gd name="T15" fmla="*/ 26 h 26"/>
              <a:gd name="T16" fmla="*/ 1277 w 1295"/>
              <a:gd name="T17" fmla="*/ 24 h 26"/>
              <a:gd name="T18" fmla="*/ 1283 w 1295"/>
              <a:gd name="T19" fmla="*/ 24 h 26"/>
              <a:gd name="T20" fmla="*/ 1294 w 1295"/>
              <a:gd name="T21" fmla="*/ 2 h 26"/>
              <a:gd name="T22" fmla="*/ 1295 w 1295"/>
              <a:gd name="T23" fmla="*/ 0 h 26"/>
              <a:gd name="T24" fmla="*/ 1295 w 1295"/>
              <a:gd name="T2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95" h="26">
                <a:moveTo>
                  <a:pt x="1295" y="0"/>
                </a:moveTo>
                <a:cubicBezTo>
                  <a:pt x="683" y="0"/>
                  <a:pt x="683" y="0"/>
                  <a:pt x="683" y="0"/>
                </a:cubicBezTo>
                <a:cubicBezTo>
                  <a:pt x="0" y="0"/>
                  <a:pt x="0" y="0"/>
                  <a:pt x="0" y="0"/>
                </a:cubicBezTo>
                <a:cubicBezTo>
                  <a:pt x="0" y="0"/>
                  <a:pt x="0" y="0"/>
                  <a:pt x="0" y="0"/>
                </a:cubicBezTo>
                <a:cubicBezTo>
                  <a:pt x="8" y="25"/>
                  <a:pt x="8" y="25"/>
                  <a:pt x="8" y="25"/>
                </a:cubicBezTo>
                <a:cubicBezTo>
                  <a:pt x="15" y="24"/>
                  <a:pt x="21" y="24"/>
                  <a:pt x="28" y="24"/>
                </a:cubicBezTo>
                <a:cubicBezTo>
                  <a:pt x="38" y="24"/>
                  <a:pt x="48" y="25"/>
                  <a:pt x="58" y="26"/>
                </a:cubicBezTo>
                <a:cubicBezTo>
                  <a:pt x="1247" y="26"/>
                  <a:pt x="1247" y="26"/>
                  <a:pt x="1247" y="26"/>
                </a:cubicBezTo>
                <a:cubicBezTo>
                  <a:pt x="1257" y="25"/>
                  <a:pt x="1267" y="24"/>
                  <a:pt x="1277" y="24"/>
                </a:cubicBezTo>
                <a:cubicBezTo>
                  <a:pt x="1279" y="24"/>
                  <a:pt x="1281" y="24"/>
                  <a:pt x="1283" y="24"/>
                </a:cubicBezTo>
                <a:cubicBezTo>
                  <a:pt x="1286" y="17"/>
                  <a:pt x="1290" y="10"/>
                  <a:pt x="1294" y="2"/>
                </a:cubicBezTo>
                <a:cubicBezTo>
                  <a:pt x="1294" y="2"/>
                  <a:pt x="1294" y="1"/>
                  <a:pt x="1295" y="0"/>
                </a:cubicBezTo>
                <a:cubicBezTo>
                  <a:pt x="1295" y="0"/>
                  <a:pt x="1295" y="0"/>
                  <a:pt x="1295" y="0"/>
                </a:cubicBezTo>
              </a:path>
            </a:pathLst>
          </a:custGeom>
          <a:solidFill>
            <a:srgbClr val="F6F6F6"/>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9" name="椭圆 48"/>
          <p:cNvSpPr/>
          <p:nvPr/>
        </p:nvSpPr>
        <p:spPr>
          <a:xfrm>
            <a:off x="4180163" y="3477952"/>
            <a:ext cx="617426" cy="617426"/>
          </a:xfrm>
          <a:prstGeom prst="ellipse">
            <a:avLst/>
          </a:prstGeom>
          <a:gradFill flip="none" rotWithShape="1">
            <a:gsLst>
              <a:gs pos="0">
                <a:srgbClr val="B7B6B7"/>
              </a:gs>
              <a:gs pos="100000">
                <a:schemeClr val="bg1"/>
              </a:gs>
            </a:gsLst>
            <a:lin ang="18900000" scaled="1"/>
            <a:tileRect/>
          </a:gradFill>
          <a:ln>
            <a:noFill/>
          </a:ln>
          <a:effectLst>
            <a:outerShdw blurRad="254000" dist="50800" dir="2700000" sx="102000" sy="102000" algn="tl" rotWithShape="0">
              <a:prstClr val="black">
                <a:alpha val="32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2800" dirty="0">
                <a:solidFill>
                  <a:schemeClr val="tx1">
                    <a:lumMod val="65000"/>
                    <a:lumOff val="35000"/>
                  </a:schemeClr>
                </a:solidFill>
                <a:latin typeface="Impact" panose="020B0806030902050204" pitchFamily="34" charset="0"/>
              </a:rPr>
              <a:t>01</a:t>
            </a:r>
            <a:endParaRPr lang="zh-CN" altLang="en-US" sz="2800" dirty="0">
              <a:solidFill>
                <a:schemeClr val="tx1">
                  <a:lumMod val="65000"/>
                  <a:lumOff val="35000"/>
                </a:schemeClr>
              </a:solidFill>
              <a:latin typeface="Impact" panose="020B0806030902050204" pitchFamily="34" charset="0"/>
            </a:endParaRPr>
          </a:p>
        </p:txBody>
      </p:sp>
      <p:sp>
        <p:nvSpPr>
          <p:cNvPr id="50" name="椭圆 49"/>
          <p:cNvSpPr/>
          <p:nvPr/>
        </p:nvSpPr>
        <p:spPr>
          <a:xfrm>
            <a:off x="5723676" y="2267481"/>
            <a:ext cx="617426" cy="617426"/>
          </a:xfrm>
          <a:prstGeom prst="ellipse">
            <a:avLst/>
          </a:prstGeom>
          <a:gradFill flip="none" rotWithShape="1">
            <a:gsLst>
              <a:gs pos="0">
                <a:srgbClr val="B7B6B7"/>
              </a:gs>
              <a:gs pos="100000">
                <a:schemeClr val="bg1"/>
              </a:gs>
            </a:gsLst>
            <a:lin ang="18900000" scaled="1"/>
            <a:tileRect/>
          </a:gradFill>
          <a:ln>
            <a:noFill/>
          </a:ln>
          <a:effectLst>
            <a:outerShdw blurRad="254000" dist="50800" dir="2700000" sx="102000" sy="102000" algn="tl" rotWithShape="0">
              <a:prstClr val="black">
                <a:alpha val="32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2800" dirty="0">
                <a:solidFill>
                  <a:schemeClr val="tx1">
                    <a:lumMod val="65000"/>
                    <a:lumOff val="35000"/>
                  </a:schemeClr>
                </a:solidFill>
                <a:latin typeface="Impact" panose="020B0806030902050204" pitchFamily="34" charset="0"/>
              </a:rPr>
              <a:t>02</a:t>
            </a:r>
            <a:endParaRPr lang="zh-CN" altLang="en-US" sz="2800" dirty="0">
              <a:solidFill>
                <a:schemeClr val="tx1">
                  <a:lumMod val="65000"/>
                  <a:lumOff val="35000"/>
                </a:schemeClr>
              </a:solidFill>
              <a:latin typeface="Impact" panose="020B0806030902050204" pitchFamily="34" charset="0"/>
            </a:endParaRPr>
          </a:p>
        </p:txBody>
      </p:sp>
      <p:sp>
        <p:nvSpPr>
          <p:cNvPr id="51" name="椭圆 50"/>
          <p:cNvSpPr/>
          <p:nvPr/>
        </p:nvSpPr>
        <p:spPr>
          <a:xfrm>
            <a:off x="7312731" y="3404363"/>
            <a:ext cx="617426" cy="617426"/>
          </a:xfrm>
          <a:prstGeom prst="ellipse">
            <a:avLst/>
          </a:prstGeom>
          <a:gradFill flip="none" rotWithShape="1">
            <a:gsLst>
              <a:gs pos="0">
                <a:srgbClr val="B7B6B7"/>
              </a:gs>
              <a:gs pos="100000">
                <a:schemeClr val="bg1"/>
              </a:gs>
            </a:gsLst>
            <a:lin ang="18900000" scaled="1"/>
            <a:tileRect/>
          </a:gradFill>
          <a:ln>
            <a:noFill/>
          </a:ln>
          <a:effectLst>
            <a:outerShdw blurRad="254000" dist="50800" dir="2700000" sx="102000" sy="102000" algn="tl" rotWithShape="0">
              <a:prstClr val="black">
                <a:alpha val="32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2800" dirty="0">
                <a:solidFill>
                  <a:schemeClr val="tx1">
                    <a:lumMod val="65000"/>
                    <a:lumOff val="35000"/>
                  </a:schemeClr>
                </a:solidFill>
                <a:latin typeface="Impact" panose="020B0806030902050204" pitchFamily="34" charset="0"/>
              </a:rPr>
              <a:t>03</a:t>
            </a:r>
            <a:endParaRPr lang="zh-CN" altLang="en-US" sz="2800" dirty="0">
              <a:solidFill>
                <a:schemeClr val="tx1">
                  <a:lumMod val="65000"/>
                  <a:lumOff val="35000"/>
                </a:schemeClr>
              </a:solidFill>
              <a:latin typeface="Impact" panose="020B0806030902050204" pitchFamily="34" charset="0"/>
            </a:endParaRPr>
          </a:p>
        </p:txBody>
      </p:sp>
      <p:sp>
        <p:nvSpPr>
          <p:cNvPr id="52" name="椭圆 51"/>
          <p:cNvSpPr/>
          <p:nvPr/>
        </p:nvSpPr>
        <p:spPr>
          <a:xfrm>
            <a:off x="6800996" y="5200732"/>
            <a:ext cx="617426" cy="617426"/>
          </a:xfrm>
          <a:prstGeom prst="ellipse">
            <a:avLst/>
          </a:prstGeom>
          <a:gradFill flip="none" rotWithShape="1">
            <a:gsLst>
              <a:gs pos="0">
                <a:srgbClr val="B7B6B7"/>
              </a:gs>
              <a:gs pos="100000">
                <a:schemeClr val="bg1"/>
              </a:gs>
            </a:gsLst>
            <a:lin ang="18900000" scaled="1"/>
            <a:tileRect/>
          </a:gradFill>
          <a:ln>
            <a:noFill/>
          </a:ln>
          <a:effectLst>
            <a:outerShdw blurRad="254000" dist="50800" dir="2700000" sx="102000" sy="102000" algn="tl" rotWithShape="0">
              <a:prstClr val="black">
                <a:alpha val="32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2800" dirty="0">
                <a:solidFill>
                  <a:schemeClr val="tx1">
                    <a:lumMod val="65000"/>
                    <a:lumOff val="35000"/>
                  </a:schemeClr>
                </a:solidFill>
                <a:latin typeface="Impact" panose="020B0806030902050204" pitchFamily="34" charset="0"/>
              </a:rPr>
              <a:t>04</a:t>
            </a:r>
            <a:endParaRPr lang="zh-CN" altLang="en-US" sz="2800" dirty="0">
              <a:solidFill>
                <a:schemeClr val="tx1">
                  <a:lumMod val="65000"/>
                  <a:lumOff val="35000"/>
                </a:schemeClr>
              </a:solidFill>
              <a:latin typeface="Impact" panose="020B0806030902050204" pitchFamily="34" charset="0"/>
            </a:endParaRPr>
          </a:p>
        </p:txBody>
      </p:sp>
      <p:sp>
        <p:nvSpPr>
          <p:cNvPr id="53" name="椭圆 52"/>
          <p:cNvSpPr/>
          <p:nvPr/>
        </p:nvSpPr>
        <p:spPr>
          <a:xfrm>
            <a:off x="4820800" y="5187434"/>
            <a:ext cx="617426" cy="617426"/>
          </a:xfrm>
          <a:prstGeom prst="ellipse">
            <a:avLst/>
          </a:prstGeom>
          <a:gradFill flip="none" rotWithShape="1">
            <a:gsLst>
              <a:gs pos="0">
                <a:srgbClr val="B7B6B7"/>
              </a:gs>
              <a:gs pos="100000">
                <a:schemeClr val="bg1"/>
              </a:gs>
            </a:gsLst>
            <a:lin ang="18900000" scaled="1"/>
            <a:tileRect/>
          </a:gradFill>
          <a:ln>
            <a:noFill/>
          </a:ln>
          <a:effectLst>
            <a:outerShdw blurRad="254000" dist="50800" dir="2700000" sx="102000" sy="102000" algn="tl" rotWithShape="0">
              <a:prstClr val="black">
                <a:alpha val="32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2800" dirty="0">
                <a:solidFill>
                  <a:schemeClr val="tx1">
                    <a:lumMod val="65000"/>
                    <a:lumOff val="35000"/>
                  </a:schemeClr>
                </a:solidFill>
                <a:latin typeface="Impact" panose="020B0806030902050204" pitchFamily="34" charset="0"/>
              </a:rPr>
              <a:t>05</a:t>
            </a:r>
            <a:endParaRPr lang="zh-CN" altLang="en-US" sz="2800" dirty="0">
              <a:solidFill>
                <a:schemeClr val="tx1">
                  <a:lumMod val="65000"/>
                  <a:lumOff val="35000"/>
                </a:schemeClr>
              </a:solidFill>
              <a:latin typeface="Impact" panose="020B0806030902050204" pitchFamily="34" charset="0"/>
            </a:endParaRPr>
          </a:p>
        </p:txBody>
      </p:sp>
      <p:grpSp>
        <p:nvGrpSpPr>
          <p:cNvPr id="37" name="组合 36"/>
          <p:cNvGrpSpPr/>
          <p:nvPr/>
        </p:nvGrpSpPr>
        <p:grpSpPr>
          <a:xfrm>
            <a:off x="8442343" y="3254208"/>
            <a:ext cx="606952" cy="613695"/>
            <a:chOff x="9349366" y="2935970"/>
            <a:chExt cx="857717" cy="867247"/>
          </a:xfrm>
          <a:solidFill>
            <a:srgbClr val="9BC127"/>
          </a:solidFill>
        </p:grpSpPr>
        <p:sp>
          <p:nvSpPr>
            <p:cNvPr id="38" name="Freeform 45"/>
            <p:cNvSpPr>
              <a:spLocks noEditPoints="1"/>
            </p:cNvSpPr>
            <p:nvPr/>
          </p:nvSpPr>
          <p:spPr bwMode="auto">
            <a:xfrm>
              <a:off x="9349366" y="2935970"/>
              <a:ext cx="857717" cy="867247"/>
            </a:xfrm>
            <a:custGeom>
              <a:avLst/>
              <a:gdLst>
                <a:gd name="T0" fmla="*/ 76 w 152"/>
                <a:gd name="T1" fmla="*/ 0 h 153"/>
                <a:gd name="T2" fmla="*/ 0 w 152"/>
                <a:gd name="T3" fmla="*/ 77 h 153"/>
                <a:gd name="T4" fmla="*/ 76 w 152"/>
                <a:gd name="T5" fmla="*/ 153 h 153"/>
                <a:gd name="T6" fmla="*/ 152 w 152"/>
                <a:gd name="T7" fmla="*/ 77 h 153"/>
                <a:gd name="T8" fmla="*/ 76 w 152"/>
                <a:gd name="T9" fmla="*/ 0 h 153"/>
                <a:gd name="T10" fmla="*/ 76 w 152"/>
                <a:gd name="T11" fmla="*/ 137 h 153"/>
                <a:gd name="T12" fmla="*/ 16 w 152"/>
                <a:gd name="T13" fmla="*/ 77 h 153"/>
                <a:gd name="T14" fmla="*/ 76 w 152"/>
                <a:gd name="T15" fmla="*/ 16 h 153"/>
                <a:gd name="T16" fmla="*/ 136 w 152"/>
                <a:gd name="T17" fmla="*/ 77 h 153"/>
                <a:gd name="T18" fmla="*/ 76 w 152"/>
                <a:gd name="T19" fmla="*/ 137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2" h="153">
                  <a:moveTo>
                    <a:pt x="76" y="0"/>
                  </a:moveTo>
                  <a:cubicBezTo>
                    <a:pt x="34" y="0"/>
                    <a:pt x="0" y="34"/>
                    <a:pt x="0" y="77"/>
                  </a:cubicBezTo>
                  <a:cubicBezTo>
                    <a:pt x="0" y="119"/>
                    <a:pt x="34" y="153"/>
                    <a:pt x="76" y="153"/>
                  </a:cubicBezTo>
                  <a:cubicBezTo>
                    <a:pt x="118" y="153"/>
                    <a:pt x="152" y="119"/>
                    <a:pt x="152" y="77"/>
                  </a:cubicBezTo>
                  <a:cubicBezTo>
                    <a:pt x="152" y="34"/>
                    <a:pt x="118" y="0"/>
                    <a:pt x="76" y="0"/>
                  </a:cubicBezTo>
                  <a:close/>
                  <a:moveTo>
                    <a:pt x="76" y="137"/>
                  </a:moveTo>
                  <a:cubicBezTo>
                    <a:pt x="43" y="137"/>
                    <a:pt x="16" y="110"/>
                    <a:pt x="16" y="77"/>
                  </a:cubicBezTo>
                  <a:cubicBezTo>
                    <a:pt x="16" y="43"/>
                    <a:pt x="43" y="16"/>
                    <a:pt x="76" y="16"/>
                  </a:cubicBezTo>
                  <a:cubicBezTo>
                    <a:pt x="109" y="16"/>
                    <a:pt x="136" y="43"/>
                    <a:pt x="136" y="77"/>
                  </a:cubicBezTo>
                  <a:cubicBezTo>
                    <a:pt x="136" y="110"/>
                    <a:pt x="109" y="137"/>
                    <a:pt x="76" y="1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39" name="Freeform 46"/>
            <p:cNvSpPr>
              <a:spLocks/>
            </p:cNvSpPr>
            <p:nvPr/>
          </p:nvSpPr>
          <p:spPr bwMode="auto">
            <a:xfrm>
              <a:off x="9704366" y="3326707"/>
              <a:ext cx="140570" cy="312114"/>
            </a:xfrm>
            <a:custGeom>
              <a:avLst/>
              <a:gdLst>
                <a:gd name="T0" fmla="*/ 21 w 25"/>
                <a:gd name="T1" fmla="*/ 0 h 55"/>
                <a:gd name="T2" fmla="*/ 5 w 25"/>
                <a:gd name="T3" fmla="*/ 0 h 55"/>
                <a:gd name="T4" fmla="*/ 0 w 25"/>
                <a:gd name="T5" fmla="*/ 5 h 55"/>
                <a:gd name="T6" fmla="*/ 0 w 25"/>
                <a:gd name="T7" fmla="*/ 51 h 55"/>
                <a:gd name="T8" fmla="*/ 5 w 25"/>
                <a:gd name="T9" fmla="*/ 55 h 55"/>
                <a:gd name="T10" fmla="*/ 21 w 25"/>
                <a:gd name="T11" fmla="*/ 55 h 55"/>
                <a:gd name="T12" fmla="*/ 25 w 25"/>
                <a:gd name="T13" fmla="*/ 51 h 55"/>
                <a:gd name="T14" fmla="*/ 25 w 25"/>
                <a:gd name="T15" fmla="*/ 5 h 55"/>
                <a:gd name="T16" fmla="*/ 21 w 25"/>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55">
                  <a:moveTo>
                    <a:pt x="21" y="0"/>
                  </a:moveTo>
                  <a:cubicBezTo>
                    <a:pt x="5" y="0"/>
                    <a:pt x="5" y="0"/>
                    <a:pt x="5" y="0"/>
                  </a:cubicBezTo>
                  <a:cubicBezTo>
                    <a:pt x="2" y="0"/>
                    <a:pt x="0" y="2"/>
                    <a:pt x="0" y="5"/>
                  </a:cubicBezTo>
                  <a:cubicBezTo>
                    <a:pt x="0" y="51"/>
                    <a:pt x="0" y="51"/>
                    <a:pt x="0" y="51"/>
                  </a:cubicBezTo>
                  <a:cubicBezTo>
                    <a:pt x="0" y="53"/>
                    <a:pt x="2" y="55"/>
                    <a:pt x="5" y="55"/>
                  </a:cubicBezTo>
                  <a:cubicBezTo>
                    <a:pt x="21" y="55"/>
                    <a:pt x="21" y="55"/>
                    <a:pt x="21" y="55"/>
                  </a:cubicBezTo>
                  <a:cubicBezTo>
                    <a:pt x="23" y="55"/>
                    <a:pt x="25" y="53"/>
                    <a:pt x="25" y="51"/>
                  </a:cubicBezTo>
                  <a:cubicBezTo>
                    <a:pt x="25" y="5"/>
                    <a:pt x="25" y="5"/>
                    <a:pt x="25" y="5"/>
                  </a:cubicBezTo>
                  <a:cubicBezTo>
                    <a:pt x="25" y="2"/>
                    <a:pt x="23" y="0"/>
                    <a:pt x="21"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40" name="Oval 47"/>
            <p:cNvSpPr>
              <a:spLocks noChangeArrowheads="1"/>
            </p:cNvSpPr>
            <p:nvPr/>
          </p:nvSpPr>
          <p:spPr bwMode="auto">
            <a:xfrm>
              <a:off x="9699601" y="3100365"/>
              <a:ext cx="157248" cy="152483"/>
            </a:xfrm>
            <a:prstGeom prst="ellipse">
              <a:avLst/>
            </a:prstGeom>
            <a:grp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grpSp>
      <p:grpSp>
        <p:nvGrpSpPr>
          <p:cNvPr id="41" name="组合 40"/>
          <p:cNvGrpSpPr/>
          <p:nvPr/>
        </p:nvGrpSpPr>
        <p:grpSpPr>
          <a:xfrm>
            <a:off x="3388491" y="5236049"/>
            <a:ext cx="738457" cy="735085"/>
            <a:chOff x="1901528" y="2850198"/>
            <a:chExt cx="1043555" cy="1038790"/>
          </a:xfrm>
          <a:solidFill>
            <a:srgbClr val="007BC6"/>
          </a:solidFill>
        </p:grpSpPr>
        <p:sp>
          <p:nvSpPr>
            <p:cNvPr id="42" name="Freeform 55"/>
            <p:cNvSpPr>
              <a:spLocks noEditPoints="1"/>
            </p:cNvSpPr>
            <p:nvPr/>
          </p:nvSpPr>
          <p:spPr bwMode="auto">
            <a:xfrm>
              <a:off x="1901528" y="2850198"/>
              <a:ext cx="614697" cy="624227"/>
            </a:xfrm>
            <a:custGeom>
              <a:avLst/>
              <a:gdLst>
                <a:gd name="T0" fmla="*/ 12 w 109"/>
                <a:gd name="T1" fmla="*/ 67 h 110"/>
                <a:gd name="T2" fmla="*/ 16 w 109"/>
                <a:gd name="T3" fmla="*/ 76 h 110"/>
                <a:gd name="T4" fmla="*/ 11 w 109"/>
                <a:gd name="T5" fmla="*/ 82 h 110"/>
                <a:gd name="T6" fmla="*/ 11 w 109"/>
                <a:gd name="T7" fmla="*/ 89 h 110"/>
                <a:gd name="T8" fmla="*/ 20 w 109"/>
                <a:gd name="T9" fmla="*/ 98 h 110"/>
                <a:gd name="T10" fmla="*/ 26 w 109"/>
                <a:gd name="T11" fmla="*/ 98 h 110"/>
                <a:gd name="T12" fmla="*/ 32 w 109"/>
                <a:gd name="T13" fmla="*/ 93 h 110"/>
                <a:gd name="T14" fmla="*/ 42 w 109"/>
                <a:gd name="T15" fmla="*/ 97 h 110"/>
                <a:gd name="T16" fmla="*/ 43 w 109"/>
                <a:gd name="T17" fmla="*/ 105 h 110"/>
                <a:gd name="T18" fmla="*/ 48 w 109"/>
                <a:gd name="T19" fmla="*/ 110 h 110"/>
                <a:gd name="T20" fmla="*/ 60 w 109"/>
                <a:gd name="T21" fmla="*/ 110 h 110"/>
                <a:gd name="T22" fmla="*/ 65 w 109"/>
                <a:gd name="T23" fmla="*/ 105 h 110"/>
                <a:gd name="T24" fmla="*/ 66 w 109"/>
                <a:gd name="T25" fmla="*/ 98 h 110"/>
                <a:gd name="T26" fmla="*/ 77 w 109"/>
                <a:gd name="T27" fmla="*/ 93 h 110"/>
                <a:gd name="T28" fmla="*/ 83 w 109"/>
                <a:gd name="T29" fmla="*/ 98 h 110"/>
                <a:gd name="T30" fmla="*/ 89 w 109"/>
                <a:gd name="T31" fmla="*/ 98 h 110"/>
                <a:gd name="T32" fmla="*/ 98 w 109"/>
                <a:gd name="T33" fmla="*/ 89 h 110"/>
                <a:gd name="T34" fmla="*/ 98 w 109"/>
                <a:gd name="T35" fmla="*/ 83 h 110"/>
                <a:gd name="T36" fmla="*/ 93 w 109"/>
                <a:gd name="T37" fmla="*/ 77 h 110"/>
                <a:gd name="T38" fmla="*/ 98 w 109"/>
                <a:gd name="T39" fmla="*/ 66 h 110"/>
                <a:gd name="T40" fmla="*/ 105 w 109"/>
                <a:gd name="T41" fmla="*/ 65 h 110"/>
                <a:gd name="T42" fmla="*/ 109 w 109"/>
                <a:gd name="T43" fmla="*/ 60 h 110"/>
                <a:gd name="T44" fmla="*/ 109 w 109"/>
                <a:gd name="T45" fmla="*/ 49 h 110"/>
                <a:gd name="T46" fmla="*/ 105 w 109"/>
                <a:gd name="T47" fmla="*/ 44 h 110"/>
                <a:gd name="T48" fmla="*/ 98 w 109"/>
                <a:gd name="T49" fmla="*/ 43 h 110"/>
                <a:gd name="T50" fmla="*/ 94 w 109"/>
                <a:gd name="T51" fmla="*/ 32 h 110"/>
                <a:gd name="T52" fmla="*/ 98 w 109"/>
                <a:gd name="T53" fmla="*/ 27 h 110"/>
                <a:gd name="T54" fmla="*/ 98 w 109"/>
                <a:gd name="T55" fmla="*/ 20 h 110"/>
                <a:gd name="T56" fmla="*/ 89 w 109"/>
                <a:gd name="T57" fmla="*/ 12 h 110"/>
                <a:gd name="T58" fmla="*/ 83 w 109"/>
                <a:gd name="T59" fmla="*/ 12 h 110"/>
                <a:gd name="T60" fmla="*/ 77 w 109"/>
                <a:gd name="T61" fmla="*/ 16 h 110"/>
                <a:gd name="T62" fmla="*/ 66 w 109"/>
                <a:gd name="T63" fmla="*/ 11 h 110"/>
                <a:gd name="T64" fmla="*/ 66 w 109"/>
                <a:gd name="T65" fmla="*/ 4 h 110"/>
                <a:gd name="T66" fmla="*/ 61 w 109"/>
                <a:gd name="T67" fmla="*/ 0 h 110"/>
                <a:gd name="T68" fmla="*/ 49 w 109"/>
                <a:gd name="T69" fmla="*/ 0 h 110"/>
                <a:gd name="T70" fmla="*/ 44 w 109"/>
                <a:gd name="T71" fmla="*/ 4 h 110"/>
                <a:gd name="T72" fmla="*/ 43 w 109"/>
                <a:gd name="T73" fmla="*/ 11 h 110"/>
                <a:gd name="T74" fmla="*/ 32 w 109"/>
                <a:gd name="T75" fmla="*/ 16 h 110"/>
                <a:gd name="T76" fmla="*/ 26 w 109"/>
                <a:gd name="T77" fmla="*/ 12 h 110"/>
                <a:gd name="T78" fmla="*/ 20 w 109"/>
                <a:gd name="T79" fmla="*/ 12 h 110"/>
                <a:gd name="T80" fmla="*/ 11 w 109"/>
                <a:gd name="T81" fmla="*/ 20 h 110"/>
                <a:gd name="T82" fmla="*/ 11 w 109"/>
                <a:gd name="T83" fmla="*/ 27 h 110"/>
                <a:gd name="T84" fmla="*/ 16 w 109"/>
                <a:gd name="T85" fmla="*/ 33 h 110"/>
                <a:gd name="T86" fmla="*/ 11 w 109"/>
                <a:gd name="T87" fmla="*/ 43 h 110"/>
                <a:gd name="T88" fmla="*/ 4 w 109"/>
                <a:gd name="T89" fmla="*/ 44 h 110"/>
                <a:gd name="T90" fmla="*/ 0 w 109"/>
                <a:gd name="T91" fmla="*/ 49 h 110"/>
                <a:gd name="T92" fmla="*/ 0 w 109"/>
                <a:gd name="T93" fmla="*/ 61 h 110"/>
                <a:gd name="T94" fmla="*/ 4 w 109"/>
                <a:gd name="T95" fmla="*/ 66 h 110"/>
                <a:gd name="T96" fmla="*/ 12 w 109"/>
                <a:gd name="T97" fmla="*/ 67 h 110"/>
                <a:gd name="T98" fmla="*/ 55 w 109"/>
                <a:gd name="T99" fmla="*/ 35 h 110"/>
                <a:gd name="T100" fmla="*/ 74 w 109"/>
                <a:gd name="T101" fmla="*/ 54 h 110"/>
                <a:gd name="T102" fmla="*/ 55 w 109"/>
                <a:gd name="T103" fmla="*/ 74 h 110"/>
                <a:gd name="T104" fmla="*/ 35 w 109"/>
                <a:gd name="T105" fmla="*/ 54 h 110"/>
                <a:gd name="T106" fmla="*/ 55 w 109"/>
                <a:gd name="T107" fmla="*/ 3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9" h="110">
                  <a:moveTo>
                    <a:pt x="12" y="67"/>
                  </a:moveTo>
                  <a:cubicBezTo>
                    <a:pt x="13" y="70"/>
                    <a:pt x="14" y="73"/>
                    <a:pt x="16" y="76"/>
                  </a:cubicBezTo>
                  <a:cubicBezTo>
                    <a:pt x="11" y="82"/>
                    <a:pt x="11" y="82"/>
                    <a:pt x="11" y="82"/>
                  </a:cubicBezTo>
                  <a:cubicBezTo>
                    <a:pt x="9" y="84"/>
                    <a:pt x="10" y="87"/>
                    <a:pt x="11" y="89"/>
                  </a:cubicBezTo>
                  <a:cubicBezTo>
                    <a:pt x="20" y="98"/>
                    <a:pt x="20" y="98"/>
                    <a:pt x="20" y="98"/>
                  </a:cubicBezTo>
                  <a:cubicBezTo>
                    <a:pt x="22" y="99"/>
                    <a:pt x="24" y="99"/>
                    <a:pt x="26" y="98"/>
                  </a:cubicBezTo>
                  <a:cubicBezTo>
                    <a:pt x="32" y="93"/>
                    <a:pt x="32" y="93"/>
                    <a:pt x="32" y="93"/>
                  </a:cubicBezTo>
                  <a:cubicBezTo>
                    <a:pt x="36" y="95"/>
                    <a:pt x="39" y="96"/>
                    <a:pt x="42" y="97"/>
                  </a:cubicBezTo>
                  <a:cubicBezTo>
                    <a:pt x="43" y="105"/>
                    <a:pt x="43" y="105"/>
                    <a:pt x="43" y="105"/>
                  </a:cubicBezTo>
                  <a:cubicBezTo>
                    <a:pt x="44" y="108"/>
                    <a:pt x="46" y="110"/>
                    <a:pt x="48" y="110"/>
                  </a:cubicBezTo>
                  <a:cubicBezTo>
                    <a:pt x="60" y="110"/>
                    <a:pt x="60" y="110"/>
                    <a:pt x="60" y="110"/>
                  </a:cubicBezTo>
                  <a:cubicBezTo>
                    <a:pt x="63" y="110"/>
                    <a:pt x="65" y="108"/>
                    <a:pt x="65" y="105"/>
                  </a:cubicBezTo>
                  <a:cubicBezTo>
                    <a:pt x="66" y="98"/>
                    <a:pt x="66" y="98"/>
                    <a:pt x="66" y="98"/>
                  </a:cubicBezTo>
                  <a:cubicBezTo>
                    <a:pt x="70" y="97"/>
                    <a:pt x="73" y="95"/>
                    <a:pt x="77" y="93"/>
                  </a:cubicBezTo>
                  <a:cubicBezTo>
                    <a:pt x="83" y="98"/>
                    <a:pt x="83" y="98"/>
                    <a:pt x="83" y="98"/>
                  </a:cubicBezTo>
                  <a:cubicBezTo>
                    <a:pt x="85" y="100"/>
                    <a:pt x="87" y="99"/>
                    <a:pt x="89" y="98"/>
                  </a:cubicBezTo>
                  <a:cubicBezTo>
                    <a:pt x="98" y="89"/>
                    <a:pt x="98" y="89"/>
                    <a:pt x="98" y="89"/>
                  </a:cubicBezTo>
                  <a:cubicBezTo>
                    <a:pt x="99" y="87"/>
                    <a:pt x="100" y="85"/>
                    <a:pt x="98" y="83"/>
                  </a:cubicBezTo>
                  <a:cubicBezTo>
                    <a:pt x="93" y="77"/>
                    <a:pt x="93" y="77"/>
                    <a:pt x="93" y="77"/>
                  </a:cubicBezTo>
                  <a:cubicBezTo>
                    <a:pt x="95" y="73"/>
                    <a:pt x="97" y="70"/>
                    <a:pt x="98" y="66"/>
                  </a:cubicBezTo>
                  <a:cubicBezTo>
                    <a:pt x="105" y="65"/>
                    <a:pt x="105" y="65"/>
                    <a:pt x="105" y="65"/>
                  </a:cubicBezTo>
                  <a:cubicBezTo>
                    <a:pt x="107" y="65"/>
                    <a:pt x="109" y="63"/>
                    <a:pt x="109" y="60"/>
                  </a:cubicBezTo>
                  <a:cubicBezTo>
                    <a:pt x="109" y="49"/>
                    <a:pt x="109" y="49"/>
                    <a:pt x="109" y="49"/>
                  </a:cubicBezTo>
                  <a:cubicBezTo>
                    <a:pt x="109" y="46"/>
                    <a:pt x="107" y="44"/>
                    <a:pt x="105" y="44"/>
                  </a:cubicBezTo>
                  <a:cubicBezTo>
                    <a:pt x="98" y="43"/>
                    <a:pt x="98" y="43"/>
                    <a:pt x="98" y="43"/>
                  </a:cubicBezTo>
                  <a:cubicBezTo>
                    <a:pt x="97" y="39"/>
                    <a:pt x="95" y="36"/>
                    <a:pt x="94" y="32"/>
                  </a:cubicBezTo>
                  <a:cubicBezTo>
                    <a:pt x="98" y="27"/>
                    <a:pt x="98" y="27"/>
                    <a:pt x="98" y="27"/>
                  </a:cubicBezTo>
                  <a:cubicBezTo>
                    <a:pt x="100" y="25"/>
                    <a:pt x="99" y="22"/>
                    <a:pt x="98" y="20"/>
                  </a:cubicBezTo>
                  <a:cubicBezTo>
                    <a:pt x="89" y="12"/>
                    <a:pt x="89" y="12"/>
                    <a:pt x="89" y="12"/>
                  </a:cubicBezTo>
                  <a:cubicBezTo>
                    <a:pt x="87" y="10"/>
                    <a:pt x="85" y="10"/>
                    <a:pt x="83" y="12"/>
                  </a:cubicBezTo>
                  <a:cubicBezTo>
                    <a:pt x="77" y="16"/>
                    <a:pt x="77" y="16"/>
                    <a:pt x="77" y="16"/>
                  </a:cubicBezTo>
                  <a:cubicBezTo>
                    <a:pt x="74" y="14"/>
                    <a:pt x="70" y="12"/>
                    <a:pt x="66" y="11"/>
                  </a:cubicBezTo>
                  <a:cubicBezTo>
                    <a:pt x="66" y="4"/>
                    <a:pt x="66" y="4"/>
                    <a:pt x="66" y="4"/>
                  </a:cubicBezTo>
                  <a:cubicBezTo>
                    <a:pt x="65" y="2"/>
                    <a:pt x="63" y="0"/>
                    <a:pt x="61" y="0"/>
                  </a:cubicBezTo>
                  <a:cubicBezTo>
                    <a:pt x="49" y="0"/>
                    <a:pt x="49" y="0"/>
                    <a:pt x="49" y="0"/>
                  </a:cubicBezTo>
                  <a:cubicBezTo>
                    <a:pt x="46" y="0"/>
                    <a:pt x="44" y="2"/>
                    <a:pt x="44" y="4"/>
                  </a:cubicBezTo>
                  <a:cubicBezTo>
                    <a:pt x="43" y="11"/>
                    <a:pt x="43" y="11"/>
                    <a:pt x="43" y="11"/>
                  </a:cubicBezTo>
                  <a:cubicBezTo>
                    <a:pt x="39" y="12"/>
                    <a:pt x="35" y="14"/>
                    <a:pt x="32" y="16"/>
                  </a:cubicBezTo>
                  <a:cubicBezTo>
                    <a:pt x="26" y="12"/>
                    <a:pt x="26" y="12"/>
                    <a:pt x="26" y="12"/>
                  </a:cubicBezTo>
                  <a:cubicBezTo>
                    <a:pt x="24" y="10"/>
                    <a:pt x="22" y="10"/>
                    <a:pt x="20" y="12"/>
                  </a:cubicBezTo>
                  <a:cubicBezTo>
                    <a:pt x="11" y="20"/>
                    <a:pt x="11" y="20"/>
                    <a:pt x="11" y="20"/>
                  </a:cubicBezTo>
                  <a:cubicBezTo>
                    <a:pt x="10" y="22"/>
                    <a:pt x="9" y="25"/>
                    <a:pt x="11" y="27"/>
                  </a:cubicBezTo>
                  <a:cubicBezTo>
                    <a:pt x="16" y="33"/>
                    <a:pt x="16" y="33"/>
                    <a:pt x="16" y="33"/>
                  </a:cubicBezTo>
                  <a:cubicBezTo>
                    <a:pt x="14" y="36"/>
                    <a:pt x="12" y="40"/>
                    <a:pt x="11" y="43"/>
                  </a:cubicBezTo>
                  <a:cubicBezTo>
                    <a:pt x="4" y="44"/>
                    <a:pt x="4" y="44"/>
                    <a:pt x="4" y="44"/>
                  </a:cubicBezTo>
                  <a:cubicBezTo>
                    <a:pt x="2" y="44"/>
                    <a:pt x="0" y="47"/>
                    <a:pt x="0" y="49"/>
                  </a:cubicBezTo>
                  <a:cubicBezTo>
                    <a:pt x="0" y="61"/>
                    <a:pt x="0" y="61"/>
                    <a:pt x="0" y="61"/>
                  </a:cubicBezTo>
                  <a:cubicBezTo>
                    <a:pt x="0" y="63"/>
                    <a:pt x="2" y="66"/>
                    <a:pt x="4" y="66"/>
                  </a:cubicBezTo>
                  <a:lnTo>
                    <a:pt x="12" y="67"/>
                  </a:lnTo>
                  <a:close/>
                  <a:moveTo>
                    <a:pt x="55" y="35"/>
                  </a:moveTo>
                  <a:cubicBezTo>
                    <a:pt x="66" y="35"/>
                    <a:pt x="74" y="44"/>
                    <a:pt x="74" y="54"/>
                  </a:cubicBezTo>
                  <a:cubicBezTo>
                    <a:pt x="74" y="65"/>
                    <a:pt x="66" y="74"/>
                    <a:pt x="55" y="74"/>
                  </a:cubicBezTo>
                  <a:cubicBezTo>
                    <a:pt x="44" y="74"/>
                    <a:pt x="35" y="65"/>
                    <a:pt x="35" y="54"/>
                  </a:cubicBezTo>
                  <a:cubicBezTo>
                    <a:pt x="35" y="44"/>
                    <a:pt x="44" y="35"/>
                    <a:pt x="55" y="35"/>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43" name="Freeform 56"/>
            <p:cNvSpPr>
              <a:spLocks noEditPoints="1"/>
            </p:cNvSpPr>
            <p:nvPr/>
          </p:nvSpPr>
          <p:spPr bwMode="auto">
            <a:xfrm>
              <a:off x="2430453" y="3169459"/>
              <a:ext cx="514630" cy="514630"/>
            </a:xfrm>
            <a:custGeom>
              <a:avLst/>
              <a:gdLst>
                <a:gd name="T0" fmla="*/ 78 w 91"/>
                <a:gd name="T1" fmla="*/ 14 h 91"/>
                <a:gd name="T2" fmla="*/ 72 w 91"/>
                <a:gd name="T3" fmla="*/ 8 h 91"/>
                <a:gd name="T4" fmla="*/ 65 w 91"/>
                <a:gd name="T5" fmla="*/ 9 h 91"/>
                <a:gd name="T6" fmla="*/ 62 w 91"/>
                <a:gd name="T7" fmla="*/ 12 h 91"/>
                <a:gd name="T8" fmla="*/ 52 w 91"/>
                <a:gd name="T9" fmla="*/ 9 h 91"/>
                <a:gd name="T10" fmla="*/ 51 w 91"/>
                <a:gd name="T11" fmla="*/ 4 h 91"/>
                <a:gd name="T12" fmla="*/ 46 w 91"/>
                <a:gd name="T13" fmla="*/ 0 h 91"/>
                <a:gd name="T14" fmla="*/ 38 w 91"/>
                <a:gd name="T15" fmla="*/ 1 h 91"/>
                <a:gd name="T16" fmla="*/ 33 w 91"/>
                <a:gd name="T17" fmla="*/ 6 h 91"/>
                <a:gd name="T18" fmla="*/ 33 w 91"/>
                <a:gd name="T19" fmla="*/ 10 h 91"/>
                <a:gd name="T20" fmla="*/ 24 w 91"/>
                <a:gd name="T21" fmla="*/ 15 h 91"/>
                <a:gd name="T22" fmla="*/ 20 w 91"/>
                <a:gd name="T23" fmla="*/ 12 h 91"/>
                <a:gd name="T24" fmla="*/ 14 w 91"/>
                <a:gd name="T25" fmla="*/ 13 h 91"/>
                <a:gd name="T26" fmla="*/ 9 w 91"/>
                <a:gd name="T27" fmla="*/ 20 h 91"/>
                <a:gd name="T28" fmla="*/ 9 w 91"/>
                <a:gd name="T29" fmla="*/ 26 h 91"/>
                <a:gd name="T30" fmla="*/ 12 w 91"/>
                <a:gd name="T31" fmla="*/ 30 h 91"/>
                <a:gd name="T32" fmla="*/ 10 w 91"/>
                <a:gd name="T33" fmla="*/ 39 h 91"/>
                <a:gd name="T34" fmla="*/ 4 w 91"/>
                <a:gd name="T35" fmla="*/ 40 h 91"/>
                <a:gd name="T36" fmla="*/ 0 w 91"/>
                <a:gd name="T37" fmla="*/ 45 h 91"/>
                <a:gd name="T38" fmla="*/ 1 w 91"/>
                <a:gd name="T39" fmla="*/ 53 h 91"/>
                <a:gd name="T40" fmla="*/ 6 w 91"/>
                <a:gd name="T41" fmla="*/ 58 h 91"/>
                <a:gd name="T42" fmla="*/ 12 w 91"/>
                <a:gd name="T43" fmla="*/ 58 h 91"/>
                <a:gd name="T44" fmla="*/ 16 w 91"/>
                <a:gd name="T45" fmla="*/ 66 h 91"/>
                <a:gd name="T46" fmla="*/ 12 w 91"/>
                <a:gd name="T47" fmla="*/ 70 h 91"/>
                <a:gd name="T48" fmla="*/ 13 w 91"/>
                <a:gd name="T49" fmla="*/ 77 h 91"/>
                <a:gd name="T50" fmla="*/ 20 w 91"/>
                <a:gd name="T51" fmla="*/ 82 h 91"/>
                <a:gd name="T52" fmla="*/ 26 w 91"/>
                <a:gd name="T53" fmla="*/ 82 h 91"/>
                <a:gd name="T54" fmla="*/ 30 w 91"/>
                <a:gd name="T55" fmla="*/ 78 h 91"/>
                <a:gd name="T56" fmla="*/ 39 w 91"/>
                <a:gd name="T57" fmla="*/ 81 h 91"/>
                <a:gd name="T58" fmla="*/ 40 w 91"/>
                <a:gd name="T59" fmla="*/ 86 h 91"/>
                <a:gd name="T60" fmla="*/ 45 w 91"/>
                <a:gd name="T61" fmla="*/ 90 h 91"/>
                <a:gd name="T62" fmla="*/ 53 w 91"/>
                <a:gd name="T63" fmla="*/ 90 h 91"/>
                <a:gd name="T64" fmla="*/ 58 w 91"/>
                <a:gd name="T65" fmla="*/ 85 h 91"/>
                <a:gd name="T66" fmla="*/ 58 w 91"/>
                <a:gd name="T67" fmla="*/ 79 h 91"/>
                <a:gd name="T68" fmla="*/ 66 w 91"/>
                <a:gd name="T69" fmla="*/ 75 h 91"/>
                <a:gd name="T70" fmla="*/ 71 w 91"/>
                <a:gd name="T71" fmla="*/ 78 h 91"/>
                <a:gd name="T72" fmla="*/ 77 w 91"/>
                <a:gd name="T73" fmla="*/ 77 h 91"/>
                <a:gd name="T74" fmla="*/ 83 w 91"/>
                <a:gd name="T75" fmla="*/ 71 h 91"/>
                <a:gd name="T76" fmla="*/ 82 w 91"/>
                <a:gd name="T77" fmla="*/ 64 h 91"/>
                <a:gd name="T78" fmla="*/ 79 w 91"/>
                <a:gd name="T79" fmla="*/ 61 h 91"/>
                <a:gd name="T80" fmla="*/ 82 w 91"/>
                <a:gd name="T81" fmla="*/ 52 h 91"/>
                <a:gd name="T82" fmla="*/ 87 w 91"/>
                <a:gd name="T83" fmla="*/ 51 h 91"/>
                <a:gd name="T84" fmla="*/ 91 w 91"/>
                <a:gd name="T85" fmla="*/ 45 h 91"/>
                <a:gd name="T86" fmla="*/ 90 w 91"/>
                <a:gd name="T87" fmla="*/ 37 h 91"/>
                <a:gd name="T88" fmla="*/ 85 w 91"/>
                <a:gd name="T89" fmla="*/ 33 h 91"/>
                <a:gd name="T90" fmla="*/ 80 w 91"/>
                <a:gd name="T91" fmla="*/ 33 h 91"/>
                <a:gd name="T92" fmla="*/ 76 w 91"/>
                <a:gd name="T93" fmla="*/ 24 h 91"/>
                <a:gd name="T94" fmla="*/ 79 w 91"/>
                <a:gd name="T95" fmla="*/ 20 h 91"/>
                <a:gd name="T96" fmla="*/ 78 w 91"/>
                <a:gd name="T97" fmla="*/ 14 h 91"/>
                <a:gd name="T98" fmla="*/ 47 w 91"/>
                <a:gd name="T99" fmla="*/ 61 h 91"/>
                <a:gd name="T100" fmla="*/ 30 w 91"/>
                <a:gd name="T101" fmla="*/ 46 h 91"/>
                <a:gd name="T102" fmla="*/ 44 w 91"/>
                <a:gd name="T103" fmla="*/ 29 h 91"/>
                <a:gd name="T104" fmla="*/ 62 w 91"/>
                <a:gd name="T105" fmla="*/ 44 h 91"/>
                <a:gd name="T106" fmla="*/ 47 w 91"/>
                <a:gd name="T107" fmla="*/ 6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1" h="91">
                  <a:moveTo>
                    <a:pt x="78" y="14"/>
                  </a:moveTo>
                  <a:cubicBezTo>
                    <a:pt x="72" y="8"/>
                    <a:pt x="72" y="8"/>
                    <a:pt x="72" y="8"/>
                  </a:cubicBezTo>
                  <a:cubicBezTo>
                    <a:pt x="70" y="7"/>
                    <a:pt x="67" y="7"/>
                    <a:pt x="65" y="9"/>
                  </a:cubicBezTo>
                  <a:cubicBezTo>
                    <a:pt x="62" y="12"/>
                    <a:pt x="62" y="12"/>
                    <a:pt x="62" y="12"/>
                  </a:cubicBezTo>
                  <a:cubicBezTo>
                    <a:pt x="59" y="10"/>
                    <a:pt x="56" y="9"/>
                    <a:pt x="52" y="9"/>
                  </a:cubicBezTo>
                  <a:cubicBezTo>
                    <a:pt x="51" y="4"/>
                    <a:pt x="51" y="4"/>
                    <a:pt x="51" y="4"/>
                  </a:cubicBezTo>
                  <a:cubicBezTo>
                    <a:pt x="51" y="2"/>
                    <a:pt x="49" y="0"/>
                    <a:pt x="46" y="0"/>
                  </a:cubicBezTo>
                  <a:cubicBezTo>
                    <a:pt x="38" y="1"/>
                    <a:pt x="38" y="1"/>
                    <a:pt x="38" y="1"/>
                  </a:cubicBezTo>
                  <a:cubicBezTo>
                    <a:pt x="35" y="1"/>
                    <a:pt x="33" y="3"/>
                    <a:pt x="33" y="6"/>
                  </a:cubicBezTo>
                  <a:cubicBezTo>
                    <a:pt x="33" y="10"/>
                    <a:pt x="33" y="10"/>
                    <a:pt x="33" y="10"/>
                  </a:cubicBezTo>
                  <a:cubicBezTo>
                    <a:pt x="30" y="12"/>
                    <a:pt x="27" y="13"/>
                    <a:pt x="24" y="15"/>
                  </a:cubicBezTo>
                  <a:cubicBezTo>
                    <a:pt x="20" y="12"/>
                    <a:pt x="20" y="12"/>
                    <a:pt x="20" y="12"/>
                  </a:cubicBezTo>
                  <a:cubicBezTo>
                    <a:pt x="18" y="11"/>
                    <a:pt x="15" y="11"/>
                    <a:pt x="14" y="13"/>
                  </a:cubicBezTo>
                  <a:cubicBezTo>
                    <a:pt x="9" y="20"/>
                    <a:pt x="9" y="20"/>
                    <a:pt x="9" y="20"/>
                  </a:cubicBezTo>
                  <a:cubicBezTo>
                    <a:pt x="7" y="21"/>
                    <a:pt x="7" y="24"/>
                    <a:pt x="9" y="26"/>
                  </a:cubicBezTo>
                  <a:cubicBezTo>
                    <a:pt x="12" y="30"/>
                    <a:pt x="12" y="30"/>
                    <a:pt x="12" y="30"/>
                  </a:cubicBezTo>
                  <a:cubicBezTo>
                    <a:pt x="11" y="33"/>
                    <a:pt x="10" y="36"/>
                    <a:pt x="10" y="39"/>
                  </a:cubicBezTo>
                  <a:cubicBezTo>
                    <a:pt x="4" y="40"/>
                    <a:pt x="4" y="40"/>
                    <a:pt x="4" y="40"/>
                  </a:cubicBezTo>
                  <a:cubicBezTo>
                    <a:pt x="2" y="40"/>
                    <a:pt x="0" y="43"/>
                    <a:pt x="0" y="45"/>
                  </a:cubicBezTo>
                  <a:cubicBezTo>
                    <a:pt x="1" y="53"/>
                    <a:pt x="1" y="53"/>
                    <a:pt x="1" y="53"/>
                  </a:cubicBezTo>
                  <a:cubicBezTo>
                    <a:pt x="1" y="56"/>
                    <a:pt x="3" y="58"/>
                    <a:pt x="6" y="58"/>
                  </a:cubicBezTo>
                  <a:cubicBezTo>
                    <a:pt x="12" y="58"/>
                    <a:pt x="12" y="58"/>
                    <a:pt x="12" y="58"/>
                  </a:cubicBezTo>
                  <a:cubicBezTo>
                    <a:pt x="13" y="61"/>
                    <a:pt x="14" y="63"/>
                    <a:pt x="16" y="66"/>
                  </a:cubicBezTo>
                  <a:cubicBezTo>
                    <a:pt x="12" y="70"/>
                    <a:pt x="12" y="70"/>
                    <a:pt x="12" y="70"/>
                  </a:cubicBezTo>
                  <a:cubicBezTo>
                    <a:pt x="11" y="72"/>
                    <a:pt x="11" y="75"/>
                    <a:pt x="13" y="77"/>
                  </a:cubicBezTo>
                  <a:cubicBezTo>
                    <a:pt x="20" y="82"/>
                    <a:pt x="20" y="82"/>
                    <a:pt x="20" y="82"/>
                  </a:cubicBezTo>
                  <a:cubicBezTo>
                    <a:pt x="21" y="84"/>
                    <a:pt x="24" y="84"/>
                    <a:pt x="26" y="82"/>
                  </a:cubicBezTo>
                  <a:cubicBezTo>
                    <a:pt x="30" y="78"/>
                    <a:pt x="30" y="78"/>
                    <a:pt x="30" y="78"/>
                  </a:cubicBezTo>
                  <a:cubicBezTo>
                    <a:pt x="33" y="79"/>
                    <a:pt x="36" y="80"/>
                    <a:pt x="39" y="81"/>
                  </a:cubicBezTo>
                  <a:cubicBezTo>
                    <a:pt x="40" y="86"/>
                    <a:pt x="40" y="86"/>
                    <a:pt x="40" y="86"/>
                  </a:cubicBezTo>
                  <a:cubicBezTo>
                    <a:pt x="40" y="89"/>
                    <a:pt x="43" y="91"/>
                    <a:pt x="45" y="90"/>
                  </a:cubicBezTo>
                  <a:cubicBezTo>
                    <a:pt x="53" y="90"/>
                    <a:pt x="53" y="90"/>
                    <a:pt x="53" y="90"/>
                  </a:cubicBezTo>
                  <a:cubicBezTo>
                    <a:pt x="56" y="89"/>
                    <a:pt x="58" y="87"/>
                    <a:pt x="58" y="85"/>
                  </a:cubicBezTo>
                  <a:cubicBezTo>
                    <a:pt x="58" y="79"/>
                    <a:pt x="58" y="79"/>
                    <a:pt x="58" y="79"/>
                  </a:cubicBezTo>
                  <a:cubicBezTo>
                    <a:pt x="61" y="78"/>
                    <a:pt x="64" y="77"/>
                    <a:pt x="66" y="75"/>
                  </a:cubicBezTo>
                  <a:cubicBezTo>
                    <a:pt x="71" y="78"/>
                    <a:pt x="71" y="78"/>
                    <a:pt x="71" y="78"/>
                  </a:cubicBezTo>
                  <a:cubicBezTo>
                    <a:pt x="73" y="80"/>
                    <a:pt x="76" y="79"/>
                    <a:pt x="77" y="77"/>
                  </a:cubicBezTo>
                  <a:cubicBezTo>
                    <a:pt x="83" y="71"/>
                    <a:pt x="83" y="71"/>
                    <a:pt x="83" y="71"/>
                  </a:cubicBezTo>
                  <a:cubicBezTo>
                    <a:pt x="84" y="69"/>
                    <a:pt x="84" y="66"/>
                    <a:pt x="82" y="64"/>
                  </a:cubicBezTo>
                  <a:cubicBezTo>
                    <a:pt x="79" y="61"/>
                    <a:pt x="79" y="61"/>
                    <a:pt x="79" y="61"/>
                  </a:cubicBezTo>
                  <a:cubicBezTo>
                    <a:pt x="80" y="58"/>
                    <a:pt x="81" y="55"/>
                    <a:pt x="82" y="52"/>
                  </a:cubicBezTo>
                  <a:cubicBezTo>
                    <a:pt x="87" y="51"/>
                    <a:pt x="87" y="51"/>
                    <a:pt x="87" y="51"/>
                  </a:cubicBezTo>
                  <a:cubicBezTo>
                    <a:pt x="89" y="50"/>
                    <a:pt x="91" y="48"/>
                    <a:pt x="91" y="45"/>
                  </a:cubicBezTo>
                  <a:cubicBezTo>
                    <a:pt x="90" y="37"/>
                    <a:pt x="90" y="37"/>
                    <a:pt x="90" y="37"/>
                  </a:cubicBezTo>
                  <a:cubicBezTo>
                    <a:pt x="90" y="35"/>
                    <a:pt x="88" y="33"/>
                    <a:pt x="85" y="33"/>
                  </a:cubicBezTo>
                  <a:cubicBezTo>
                    <a:pt x="80" y="33"/>
                    <a:pt x="80" y="33"/>
                    <a:pt x="80" y="33"/>
                  </a:cubicBezTo>
                  <a:cubicBezTo>
                    <a:pt x="79" y="30"/>
                    <a:pt x="78" y="27"/>
                    <a:pt x="76" y="24"/>
                  </a:cubicBezTo>
                  <a:cubicBezTo>
                    <a:pt x="79" y="20"/>
                    <a:pt x="79" y="20"/>
                    <a:pt x="79" y="20"/>
                  </a:cubicBezTo>
                  <a:cubicBezTo>
                    <a:pt x="80" y="18"/>
                    <a:pt x="80" y="15"/>
                    <a:pt x="78" y="14"/>
                  </a:cubicBezTo>
                  <a:close/>
                  <a:moveTo>
                    <a:pt x="47" y="61"/>
                  </a:moveTo>
                  <a:cubicBezTo>
                    <a:pt x="38" y="62"/>
                    <a:pt x="30" y="55"/>
                    <a:pt x="30" y="46"/>
                  </a:cubicBezTo>
                  <a:cubicBezTo>
                    <a:pt x="29" y="37"/>
                    <a:pt x="36" y="30"/>
                    <a:pt x="44" y="29"/>
                  </a:cubicBezTo>
                  <a:cubicBezTo>
                    <a:pt x="53" y="28"/>
                    <a:pt x="61" y="35"/>
                    <a:pt x="62" y="44"/>
                  </a:cubicBezTo>
                  <a:cubicBezTo>
                    <a:pt x="62" y="52"/>
                    <a:pt x="56" y="60"/>
                    <a:pt x="47" y="6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44" name="Freeform 57"/>
            <p:cNvSpPr>
              <a:spLocks noEditPoints="1"/>
            </p:cNvSpPr>
            <p:nvPr/>
          </p:nvSpPr>
          <p:spPr bwMode="auto">
            <a:xfrm>
              <a:off x="2104044" y="3474425"/>
              <a:ext cx="412180" cy="414563"/>
            </a:xfrm>
            <a:custGeom>
              <a:avLst/>
              <a:gdLst>
                <a:gd name="T0" fmla="*/ 4 w 73"/>
                <a:gd name="T1" fmla="*/ 29 h 73"/>
                <a:gd name="T2" fmla="*/ 0 w 73"/>
                <a:gd name="T3" fmla="*/ 34 h 73"/>
                <a:gd name="T4" fmla="*/ 0 w 73"/>
                <a:gd name="T5" fmla="*/ 39 h 73"/>
                <a:gd name="T6" fmla="*/ 4 w 73"/>
                <a:gd name="T7" fmla="*/ 44 h 73"/>
                <a:gd name="T8" fmla="*/ 8 w 73"/>
                <a:gd name="T9" fmla="*/ 44 h 73"/>
                <a:gd name="T10" fmla="*/ 10 w 73"/>
                <a:gd name="T11" fmla="*/ 51 h 73"/>
                <a:gd name="T12" fmla="*/ 8 w 73"/>
                <a:gd name="T13" fmla="*/ 53 h 73"/>
                <a:gd name="T14" fmla="*/ 8 w 73"/>
                <a:gd name="T15" fmla="*/ 60 h 73"/>
                <a:gd name="T16" fmla="*/ 12 w 73"/>
                <a:gd name="T17" fmla="*/ 64 h 73"/>
                <a:gd name="T18" fmla="*/ 18 w 73"/>
                <a:gd name="T19" fmla="*/ 64 h 73"/>
                <a:gd name="T20" fmla="*/ 21 w 73"/>
                <a:gd name="T21" fmla="*/ 62 h 73"/>
                <a:gd name="T22" fmla="*/ 28 w 73"/>
                <a:gd name="T23" fmla="*/ 65 h 73"/>
                <a:gd name="T24" fmla="*/ 28 w 73"/>
                <a:gd name="T25" fmla="*/ 69 h 73"/>
                <a:gd name="T26" fmla="*/ 33 w 73"/>
                <a:gd name="T27" fmla="*/ 73 h 73"/>
                <a:gd name="T28" fmla="*/ 38 w 73"/>
                <a:gd name="T29" fmla="*/ 73 h 73"/>
                <a:gd name="T30" fmla="*/ 43 w 73"/>
                <a:gd name="T31" fmla="*/ 69 h 73"/>
                <a:gd name="T32" fmla="*/ 44 w 73"/>
                <a:gd name="T33" fmla="*/ 65 h 73"/>
                <a:gd name="T34" fmla="*/ 51 w 73"/>
                <a:gd name="T35" fmla="*/ 62 h 73"/>
                <a:gd name="T36" fmla="*/ 54 w 73"/>
                <a:gd name="T37" fmla="*/ 65 h 73"/>
                <a:gd name="T38" fmla="*/ 60 w 73"/>
                <a:gd name="T39" fmla="*/ 64 h 73"/>
                <a:gd name="T40" fmla="*/ 64 w 73"/>
                <a:gd name="T41" fmla="*/ 61 h 73"/>
                <a:gd name="T42" fmla="*/ 64 w 73"/>
                <a:gd name="T43" fmla="*/ 54 h 73"/>
                <a:gd name="T44" fmla="*/ 62 w 73"/>
                <a:gd name="T45" fmla="*/ 51 h 73"/>
                <a:gd name="T46" fmla="*/ 65 w 73"/>
                <a:gd name="T47" fmla="*/ 44 h 73"/>
                <a:gd name="T48" fmla="*/ 68 w 73"/>
                <a:gd name="T49" fmla="*/ 44 h 73"/>
                <a:gd name="T50" fmla="*/ 73 w 73"/>
                <a:gd name="T51" fmla="*/ 39 h 73"/>
                <a:gd name="T52" fmla="*/ 73 w 73"/>
                <a:gd name="T53" fmla="*/ 34 h 73"/>
                <a:gd name="T54" fmla="*/ 69 w 73"/>
                <a:gd name="T55" fmla="*/ 29 h 73"/>
                <a:gd name="T56" fmla="*/ 65 w 73"/>
                <a:gd name="T57" fmla="*/ 29 h 73"/>
                <a:gd name="T58" fmla="*/ 63 w 73"/>
                <a:gd name="T59" fmla="*/ 22 h 73"/>
                <a:gd name="T60" fmla="*/ 65 w 73"/>
                <a:gd name="T61" fmla="*/ 19 h 73"/>
                <a:gd name="T62" fmla="*/ 64 w 73"/>
                <a:gd name="T63" fmla="*/ 13 h 73"/>
                <a:gd name="T64" fmla="*/ 61 w 73"/>
                <a:gd name="T65" fmla="*/ 9 h 73"/>
                <a:gd name="T66" fmla="*/ 54 w 73"/>
                <a:gd name="T67" fmla="*/ 9 h 73"/>
                <a:gd name="T68" fmla="*/ 52 w 73"/>
                <a:gd name="T69" fmla="*/ 11 h 73"/>
                <a:gd name="T70" fmla="*/ 45 w 73"/>
                <a:gd name="T71" fmla="*/ 8 h 73"/>
                <a:gd name="T72" fmla="*/ 44 w 73"/>
                <a:gd name="T73" fmla="*/ 4 h 73"/>
                <a:gd name="T74" fmla="*/ 40 w 73"/>
                <a:gd name="T75" fmla="*/ 0 h 73"/>
                <a:gd name="T76" fmla="*/ 35 w 73"/>
                <a:gd name="T77" fmla="*/ 0 h 73"/>
                <a:gd name="T78" fmla="*/ 30 w 73"/>
                <a:gd name="T79" fmla="*/ 4 h 73"/>
                <a:gd name="T80" fmla="*/ 29 w 73"/>
                <a:gd name="T81" fmla="*/ 7 h 73"/>
                <a:gd name="T82" fmla="*/ 22 w 73"/>
                <a:gd name="T83" fmla="*/ 10 h 73"/>
                <a:gd name="T84" fmla="*/ 19 w 73"/>
                <a:gd name="T85" fmla="*/ 8 h 73"/>
                <a:gd name="T86" fmla="*/ 13 w 73"/>
                <a:gd name="T87" fmla="*/ 9 h 73"/>
                <a:gd name="T88" fmla="*/ 9 w 73"/>
                <a:gd name="T89" fmla="*/ 12 h 73"/>
                <a:gd name="T90" fmla="*/ 9 w 73"/>
                <a:gd name="T91" fmla="*/ 19 h 73"/>
                <a:gd name="T92" fmla="*/ 11 w 73"/>
                <a:gd name="T93" fmla="*/ 21 h 73"/>
                <a:gd name="T94" fmla="*/ 8 w 73"/>
                <a:gd name="T95" fmla="*/ 28 h 73"/>
                <a:gd name="T96" fmla="*/ 4 w 73"/>
                <a:gd name="T97" fmla="*/ 29 h 73"/>
                <a:gd name="T98" fmla="*/ 37 w 73"/>
                <a:gd name="T99" fmla="*/ 23 h 73"/>
                <a:gd name="T100" fmla="*/ 50 w 73"/>
                <a:gd name="T101" fmla="*/ 36 h 73"/>
                <a:gd name="T102" fmla="*/ 36 w 73"/>
                <a:gd name="T103" fmla="*/ 49 h 73"/>
                <a:gd name="T104" fmla="*/ 24 w 73"/>
                <a:gd name="T105" fmla="*/ 36 h 73"/>
                <a:gd name="T106" fmla="*/ 37 w 73"/>
                <a:gd name="T107" fmla="*/ 2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3" h="73">
                  <a:moveTo>
                    <a:pt x="4" y="29"/>
                  </a:moveTo>
                  <a:cubicBezTo>
                    <a:pt x="2" y="29"/>
                    <a:pt x="0" y="31"/>
                    <a:pt x="0" y="34"/>
                  </a:cubicBezTo>
                  <a:cubicBezTo>
                    <a:pt x="0" y="39"/>
                    <a:pt x="0" y="39"/>
                    <a:pt x="0" y="39"/>
                  </a:cubicBezTo>
                  <a:cubicBezTo>
                    <a:pt x="0" y="41"/>
                    <a:pt x="2" y="43"/>
                    <a:pt x="4" y="44"/>
                  </a:cubicBezTo>
                  <a:cubicBezTo>
                    <a:pt x="8" y="44"/>
                    <a:pt x="8" y="44"/>
                    <a:pt x="8" y="44"/>
                  </a:cubicBezTo>
                  <a:cubicBezTo>
                    <a:pt x="8" y="46"/>
                    <a:pt x="9" y="49"/>
                    <a:pt x="10" y="51"/>
                  </a:cubicBezTo>
                  <a:cubicBezTo>
                    <a:pt x="8" y="53"/>
                    <a:pt x="8" y="53"/>
                    <a:pt x="8" y="53"/>
                  </a:cubicBezTo>
                  <a:cubicBezTo>
                    <a:pt x="7" y="55"/>
                    <a:pt x="7" y="58"/>
                    <a:pt x="8" y="60"/>
                  </a:cubicBezTo>
                  <a:cubicBezTo>
                    <a:pt x="12" y="64"/>
                    <a:pt x="12" y="64"/>
                    <a:pt x="12" y="64"/>
                  </a:cubicBezTo>
                  <a:cubicBezTo>
                    <a:pt x="14" y="65"/>
                    <a:pt x="16" y="66"/>
                    <a:pt x="18" y="64"/>
                  </a:cubicBezTo>
                  <a:cubicBezTo>
                    <a:pt x="21" y="62"/>
                    <a:pt x="21" y="62"/>
                    <a:pt x="21" y="62"/>
                  </a:cubicBezTo>
                  <a:cubicBezTo>
                    <a:pt x="24" y="63"/>
                    <a:pt x="26" y="64"/>
                    <a:pt x="28" y="65"/>
                  </a:cubicBezTo>
                  <a:cubicBezTo>
                    <a:pt x="28" y="69"/>
                    <a:pt x="28" y="69"/>
                    <a:pt x="28" y="69"/>
                  </a:cubicBezTo>
                  <a:cubicBezTo>
                    <a:pt x="29" y="71"/>
                    <a:pt x="31" y="73"/>
                    <a:pt x="33" y="73"/>
                  </a:cubicBezTo>
                  <a:cubicBezTo>
                    <a:pt x="38" y="73"/>
                    <a:pt x="38" y="73"/>
                    <a:pt x="38" y="73"/>
                  </a:cubicBezTo>
                  <a:cubicBezTo>
                    <a:pt x="41" y="73"/>
                    <a:pt x="43" y="71"/>
                    <a:pt x="43" y="69"/>
                  </a:cubicBezTo>
                  <a:cubicBezTo>
                    <a:pt x="44" y="65"/>
                    <a:pt x="44" y="65"/>
                    <a:pt x="44" y="65"/>
                  </a:cubicBezTo>
                  <a:cubicBezTo>
                    <a:pt x="46" y="64"/>
                    <a:pt x="49" y="64"/>
                    <a:pt x="51" y="62"/>
                  </a:cubicBezTo>
                  <a:cubicBezTo>
                    <a:pt x="54" y="65"/>
                    <a:pt x="54" y="65"/>
                    <a:pt x="54" y="65"/>
                  </a:cubicBezTo>
                  <a:cubicBezTo>
                    <a:pt x="56" y="66"/>
                    <a:pt x="58" y="66"/>
                    <a:pt x="60" y="64"/>
                  </a:cubicBezTo>
                  <a:cubicBezTo>
                    <a:pt x="64" y="61"/>
                    <a:pt x="64" y="61"/>
                    <a:pt x="64" y="61"/>
                  </a:cubicBezTo>
                  <a:cubicBezTo>
                    <a:pt x="66" y="59"/>
                    <a:pt x="66" y="56"/>
                    <a:pt x="64" y="54"/>
                  </a:cubicBezTo>
                  <a:cubicBezTo>
                    <a:pt x="62" y="51"/>
                    <a:pt x="62" y="51"/>
                    <a:pt x="62" y="51"/>
                  </a:cubicBezTo>
                  <a:cubicBezTo>
                    <a:pt x="64" y="49"/>
                    <a:pt x="65" y="47"/>
                    <a:pt x="65" y="44"/>
                  </a:cubicBezTo>
                  <a:cubicBezTo>
                    <a:pt x="68" y="44"/>
                    <a:pt x="68" y="44"/>
                    <a:pt x="68" y="44"/>
                  </a:cubicBezTo>
                  <a:cubicBezTo>
                    <a:pt x="71" y="44"/>
                    <a:pt x="73" y="42"/>
                    <a:pt x="73" y="39"/>
                  </a:cubicBezTo>
                  <a:cubicBezTo>
                    <a:pt x="73" y="34"/>
                    <a:pt x="73" y="34"/>
                    <a:pt x="73" y="34"/>
                  </a:cubicBezTo>
                  <a:cubicBezTo>
                    <a:pt x="73" y="32"/>
                    <a:pt x="71" y="30"/>
                    <a:pt x="69" y="29"/>
                  </a:cubicBezTo>
                  <a:cubicBezTo>
                    <a:pt x="65" y="29"/>
                    <a:pt x="65" y="29"/>
                    <a:pt x="65" y="29"/>
                  </a:cubicBezTo>
                  <a:cubicBezTo>
                    <a:pt x="65" y="26"/>
                    <a:pt x="64" y="24"/>
                    <a:pt x="63" y="22"/>
                  </a:cubicBezTo>
                  <a:cubicBezTo>
                    <a:pt x="65" y="19"/>
                    <a:pt x="65" y="19"/>
                    <a:pt x="65" y="19"/>
                  </a:cubicBezTo>
                  <a:cubicBezTo>
                    <a:pt x="66" y="17"/>
                    <a:pt x="66" y="15"/>
                    <a:pt x="64" y="13"/>
                  </a:cubicBezTo>
                  <a:cubicBezTo>
                    <a:pt x="61" y="9"/>
                    <a:pt x="61" y="9"/>
                    <a:pt x="61" y="9"/>
                  </a:cubicBezTo>
                  <a:cubicBezTo>
                    <a:pt x="59" y="7"/>
                    <a:pt x="56" y="7"/>
                    <a:pt x="54" y="9"/>
                  </a:cubicBezTo>
                  <a:cubicBezTo>
                    <a:pt x="52" y="11"/>
                    <a:pt x="52" y="11"/>
                    <a:pt x="52" y="11"/>
                  </a:cubicBezTo>
                  <a:cubicBezTo>
                    <a:pt x="50" y="9"/>
                    <a:pt x="47" y="8"/>
                    <a:pt x="45" y="8"/>
                  </a:cubicBezTo>
                  <a:cubicBezTo>
                    <a:pt x="44" y="4"/>
                    <a:pt x="44" y="4"/>
                    <a:pt x="44" y="4"/>
                  </a:cubicBezTo>
                  <a:cubicBezTo>
                    <a:pt x="44" y="2"/>
                    <a:pt x="42" y="0"/>
                    <a:pt x="40" y="0"/>
                  </a:cubicBezTo>
                  <a:cubicBezTo>
                    <a:pt x="35" y="0"/>
                    <a:pt x="35" y="0"/>
                    <a:pt x="35" y="0"/>
                  </a:cubicBezTo>
                  <a:cubicBezTo>
                    <a:pt x="32" y="0"/>
                    <a:pt x="30" y="2"/>
                    <a:pt x="30" y="4"/>
                  </a:cubicBezTo>
                  <a:cubicBezTo>
                    <a:pt x="29" y="7"/>
                    <a:pt x="29" y="7"/>
                    <a:pt x="29" y="7"/>
                  </a:cubicBezTo>
                  <a:cubicBezTo>
                    <a:pt x="27" y="8"/>
                    <a:pt x="24" y="9"/>
                    <a:pt x="22" y="10"/>
                  </a:cubicBezTo>
                  <a:cubicBezTo>
                    <a:pt x="19" y="8"/>
                    <a:pt x="19" y="8"/>
                    <a:pt x="19" y="8"/>
                  </a:cubicBezTo>
                  <a:cubicBezTo>
                    <a:pt x="17" y="7"/>
                    <a:pt x="14" y="7"/>
                    <a:pt x="13" y="9"/>
                  </a:cubicBezTo>
                  <a:cubicBezTo>
                    <a:pt x="9" y="12"/>
                    <a:pt x="9" y="12"/>
                    <a:pt x="9" y="12"/>
                  </a:cubicBezTo>
                  <a:cubicBezTo>
                    <a:pt x="7" y="14"/>
                    <a:pt x="7" y="17"/>
                    <a:pt x="9" y="19"/>
                  </a:cubicBezTo>
                  <a:cubicBezTo>
                    <a:pt x="11" y="21"/>
                    <a:pt x="11" y="21"/>
                    <a:pt x="11" y="21"/>
                  </a:cubicBezTo>
                  <a:cubicBezTo>
                    <a:pt x="9" y="24"/>
                    <a:pt x="8" y="26"/>
                    <a:pt x="8" y="28"/>
                  </a:cubicBezTo>
                  <a:lnTo>
                    <a:pt x="4" y="29"/>
                  </a:lnTo>
                  <a:close/>
                  <a:moveTo>
                    <a:pt x="37" y="23"/>
                  </a:moveTo>
                  <a:cubicBezTo>
                    <a:pt x="44" y="23"/>
                    <a:pt x="50" y="29"/>
                    <a:pt x="50" y="36"/>
                  </a:cubicBezTo>
                  <a:cubicBezTo>
                    <a:pt x="50" y="44"/>
                    <a:pt x="44" y="49"/>
                    <a:pt x="36" y="49"/>
                  </a:cubicBezTo>
                  <a:cubicBezTo>
                    <a:pt x="29" y="49"/>
                    <a:pt x="23" y="43"/>
                    <a:pt x="24" y="36"/>
                  </a:cubicBezTo>
                  <a:cubicBezTo>
                    <a:pt x="24" y="29"/>
                    <a:pt x="30" y="23"/>
                    <a:pt x="37" y="23"/>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grpSp>
      <p:sp>
        <p:nvSpPr>
          <p:cNvPr id="45" name="Freeform 65"/>
          <p:cNvSpPr>
            <a:spLocks noEditPoints="1"/>
          </p:cNvSpPr>
          <p:nvPr/>
        </p:nvSpPr>
        <p:spPr bwMode="auto">
          <a:xfrm>
            <a:off x="6764185" y="1049381"/>
            <a:ext cx="598521" cy="605265"/>
          </a:xfrm>
          <a:custGeom>
            <a:avLst/>
            <a:gdLst>
              <a:gd name="T0" fmla="*/ 102 w 150"/>
              <a:gd name="T1" fmla="*/ 22 h 151"/>
              <a:gd name="T2" fmla="*/ 22 w 150"/>
              <a:gd name="T3" fmla="*/ 22 h 151"/>
              <a:gd name="T4" fmla="*/ 22 w 150"/>
              <a:gd name="T5" fmla="*/ 101 h 151"/>
              <a:gd name="T6" fmla="*/ 93 w 150"/>
              <a:gd name="T7" fmla="*/ 108 h 151"/>
              <a:gd name="T8" fmla="*/ 97 w 150"/>
              <a:gd name="T9" fmla="*/ 114 h 151"/>
              <a:gd name="T10" fmla="*/ 128 w 150"/>
              <a:gd name="T11" fmla="*/ 146 h 151"/>
              <a:gd name="T12" fmla="*/ 145 w 150"/>
              <a:gd name="T13" fmla="*/ 146 h 151"/>
              <a:gd name="T14" fmla="*/ 145 w 150"/>
              <a:gd name="T15" fmla="*/ 129 h 151"/>
              <a:gd name="T16" fmla="*/ 114 w 150"/>
              <a:gd name="T17" fmla="*/ 97 h 151"/>
              <a:gd name="T18" fmla="*/ 108 w 150"/>
              <a:gd name="T19" fmla="*/ 94 h 151"/>
              <a:gd name="T20" fmla="*/ 102 w 150"/>
              <a:gd name="T21" fmla="*/ 22 h 151"/>
              <a:gd name="T22" fmla="*/ 91 w 150"/>
              <a:gd name="T23" fmla="*/ 92 h 151"/>
              <a:gd name="T24" fmla="*/ 32 w 150"/>
              <a:gd name="T25" fmla="*/ 91 h 151"/>
              <a:gd name="T26" fmla="*/ 32 w 150"/>
              <a:gd name="T27" fmla="*/ 32 h 151"/>
              <a:gd name="T28" fmla="*/ 91 w 150"/>
              <a:gd name="T29" fmla="*/ 32 h 151"/>
              <a:gd name="T30" fmla="*/ 91 w 150"/>
              <a:gd name="T31" fmla="*/ 92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 h="151">
                <a:moveTo>
                  <a:pt x="102" y="22"/>
                </a:moveTo>
                <a:cubicBezTo>
                  <a:pt x="80" y="0"/>
                  <a:pt x="44" y="0"/>
                  <a:pt x="22" y="22"/>
                </a:cubicBezTo>
                <a:cubicBezTo>
                  <a:pt x="0" y="44"/>
                  <a:pt x="0" y="79"/>
                  <a:pt x="22" y="101"/>
                </a:cubicBezTo>
                <a:cubicBezTo>
                  <a:pt x="41" y="121"/>
                  <a:pt x="71" y="123"/>
                  <a:pt x="93" y="108"/>
                </a:cubicBezTo>
                <a:cubicBezTo>
                  <a:pt x="94" y="110"/>
                  <a:pt x="95" y="112"/>
                  <a:pt x="97" y="114"/>
                </a:cubicBezTo>
                <a:cubicBezTo>
                  <a:pt x="128" y="146"/>
                  <a:pt x="128" y="146"/>
                  <a:pt x="128" y="146"/>
                </a:cubicBezTo>
                <a:cubicBezTo>
                  <a:pt x="133" y="151"/>
                  <a:pt x="141" y="151"/>
                  <a:pt x="145" y="146"/>
                </a:cubicBezTo>
                <a:cubicBezTo>
                  <a:pt x="150" y="142"/>
                  <a:pt x="150" y="134"/>
                  <a:pt x="145" y="129"/>
                </a:cubicBezTo>
                <a:cubicBezTo>
                  <a:pt x="114" y="97"/>
                  <a:pt x="114" y="97"/>
                  <a:pt x="114" y="97"/>
                </a:cubicBezTo>
                <a:cubicBezTo>
                  <a:pt x="112" y="96"/>
                  <a:pt x="110" y="94"/>
                  <a:pt x="108" y="94"/>
                </a:cubicBezTo>
                <a:cubicBezTo>
                  <a:pt x="123" y="72"/>
                  <a:pt x="121" y="42"/>
                  <a:pt x="102" y="22"/>
                </a:cubicBezTo>
                <a:close/>
                <a:moveTo>
                  <a:pt x="91" y="92"/>
                </a:moveTo>
                <a:cubicBezTo>
                  <a:pt x="75" y="108"/>
                  <a:pt x="48" y="108"/>
                  <a:pt x="32" y="91"/>
                </a:cubicBezTo>
                <a:cubicBezTo>
                  <a:pt x="15" y="75"/>
                  <a:pt x="16" y="48"/>
                  <a:pt x="32" y="32"/>
                </a:cubicBezTo>
                <a:cubicBezTo>
                  <a:pt x="48" y="16"/>
                  <a:pt x="75" y="16"/>
                  <a:pt x="91" y="32"/>
                </a:cubicBezTo>
                <a:cubicBezTo>
                  <a:pt x="108" y="49"/>
                  <a:pt x="108" y="75"/>
                  <a:pt x="91" y="92"/>
                </a:cubicBezTo>
                <a:close/>
              </a:path>
            </a:pathLst>
          </a:custGeom>
          <a:solidFill>
            <a:srgbClr val="FF9933"/>
          </a:solid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grpSp>
        <p:nvGrpSpPr>
          <p:cNvPr id="46" name="组合 45"/>
          <p:cNvGrpSpPr/>
          <p:nvPr/>
        </p:nvGrpSpPr>
        <p:grpSpPr>
          <a:xfrm>
            <a:off x="8075416" y="5595161"/>
            <a:ext cx="551314" cy="558058"/>
            <a:chOff x="7567222" y="2976473"/>
            <a:chExt cx="779092" cy="788623"/>
          </a:xfrm>
          <a:solidFill>
            <a:srgbClr val="C60095"/>
          </a:solidFill>
        </p:grpSpPr>
        <p:sp>
          <p:nvSpPr>
            <p:cNvPr id="47" name="Freeform 73"/>
            <p:cNvSpPr>
              <a:spLocks/>
            </p:cNvSpPr>
            <p:nvPr/>
          </p:nvSpPr>
          <p:spPr bwMode="auto">
            <a:xfrm>
              <a:off x="7793564" y="2976473"/>
              <a:ext cx="326409" cy="147718"/>
            </a:xfrm>
            <a:custGeom>
              <a:avLst/>
              <a:gdLst>
                <a:gd name="T0" fmla="*/ 3 w 58"/>
                <a:gd name="T1" fmla="*/ 26 h 26"/>
                <a:gd name="T2" fmla="*/ 55 w 58"/>
                <a:gd name="T3" fmla="*/ 26 h 26"/>
                <a:gd name="T4" fmla="*/ 58 w 58"/>
                <a:gd name="T5" fmla="*/ 23 h 26"/>
                <a:gd name="T6" fmla="*/ 58 w 58"/>
                <a:gd name="T7" fmla="*/ 0 h 26"/>
                <a:gd name="T8" fmla="*/ 0 w 58"/>
                <a:gd name="T9" fmla="*/ 0 h 26"/>
                <a:gd name="T10" fmla="*/ 0 w 58"/>
                <a:gd name="T11" fmla="*/ 23 h 26"/>
                <a:gd name="T12" fmla="*/ 3 w 58"/>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58" h="26">
                  <a:moveTo>
                    <a:pt x="3" y="26"/>
                  </a:moveTo>
                  <a:cubicBezTo>
                    <a:pt x="55" y="26"/>
                    <a:pt x="55" y="26"/>
                    <a:pt x="55" y="26"/>
                  </a:cubicBezTo>
                  <a:cubicBezTo>
                    <a:pt x="56" y="26"/>
                    <a:pt x="58" y="25"/>
                    <a:pt x="58" y="23"/>
                  </a:cubicBezTo>
                  <a:cubicBezTo>
                    <a:pt x="58" y="0"/>
                    <a:pt x="58" y="0"/>
                    <a:pt x="58" y="0"/>
                  </a:cubicBezTo>
                  <a:cubicBezTo>
                    <a:pt x="0" y="0"/>
                    <a:pt x="0" y="0"/>
                    <a:pt x="0" y="0"/>
                  </a:cubicBezTo>
                  <a:cubicBezTo>
                    <a:pt x="0" y="23"/>
                    <a:pt x="0" y="23"/>
                    <a:pt x="0" y="23"/>
                  </a:cubicBezTo>
                  <a:cubicBezTo>
                    <a:pt x="0" y="25"/>
                    <a:pt x="2" y="26"/>
                    <a:pt x="3" y="2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54" name="Freeform 74"/>
            <p:cNvSpPr>
              <a:spLocks noEditPoints="1"/>
            </p:cNvSpPr>
            <p:nvPr/>
          </p:nvSpPr>
          <p:spPr bwMode="auto">
            <a:xfrm>
              <a:off x="7567222" y="2976473"/>
              <a:ext cx="779092" cy="788623"/>
            </a:xfrm>
            <a:custGeom>
              <a:avLst/>
              <a:gdLst>
                <a:gd name="T0" fmla="*/ 136 w 138"/>
                <a:gd name="T1" fmla="*/ 35 h 139"/>
                <a:gd name="T2" fmla="*/ 107 w 138"/>
                <a:gd name="T3" fmla="*/ 6 h 139"/>
                <a:gd name="T4" fmla="*/ 107 w 138"/>
                <a:gd name="T5" fmla="*/ 23 h 139"/>
                <a:gd name="T6" fmla="*/ 95 w 138"/>
                <a:gd name="T7" fmla="*/ 35 h 139"/>
                <a:gd name="T8" fmla="*/ 43 w 138"/>
                <a:gd name="T9" fmla="*/ 35 h 139"/>
                <a:gd name="T10" fmla="*/ 31 w 138"/>
                <a:gd name="T11" fmla="*/ 23 h 139"/>
                <a:gd name="T12" fmla="*/ 31 w 138"/>
                <a:gd name="T13" fmla="*/ 0 h 139"/>
                <a:gd name="T14" fmla="*/ 13 w 138"/>
                <a:gd name="T15" fmla="*/ 0 h 139"/>
                <a:gd name="T16" fmla="*/ 0 w 138"/>
                <a:gd name="T17" fmla="*/ 13 h 139"/>
                <a:gd name="T18" fmla="*/ 0 w 138"/>
                <a:gd name="T19" fmla="*/ 126 h 139"/>
                <a:gd name="T20" fmla="*/ 13 w 138"/>
                <a:gd name="T21" fmla="*/ 139 h 139"/>
                <a:gd name="T22" fmla="*/ 125 w 138"/>
                <a:gd name="T23" fmla="*/ 139 h 139"/>
                <a:gd name="T24" fmla="*/ 138 w 138"/>
                <a:gd name="T25" fmla="*/ 126 h 139"/>
                <a:gd name="T26" fmla="*/ 138 w 138"/>
                <a:gd name="T27" fmla="*/ 40 h 139"/>
                <a:gd name="T28" fmla="*/ 136 w 138"/>
                <a:gd name="T29" fmla="*/ 35 h 139"/>
                <a:gd name="T30" fmla="*/ 117 w 138"/>
                <a:gd name="T31" fmla="*/ 110 h 139"/>
                <a:gd name="T32" fmla="*/ 109 w 138"/>
                <a:gd name="T33" fmla="*/ 117 h 139"/>
                <a:gd name="T34" fmla="*/ 29 w 138"/>
                <a:gd name="T35" fmla="*/ 117 h 139"/>
                <a:gd name="T36" fmla="*/ 21 w 138"/>
                <a:gd name="T37" fmla="*/ 110 h 139"/>
                <a:gd name="T38" fmla="*/ 21 w 138"/>
                <a:gd name="T39" fmla="*/ 71 h 139"/>
                <a:gd name="T40" fmla="*/ 29 w 138"/>
                <a:gd name="T41" fmla="*/ 64 h 139"/>
                <a:gd name="T42" fmla="*/ 109 w 138"/>
                <a:gd name="T43" fmla="*/ 64 h 139"/>
                <a:gd name="T44" fmla="*/ 117 w 138"/>
                <a:gd name="T45" fmla="*/ 71 h 139"/>
                <a:gd name="T46" fmla="*/ 117 w 138"/>
                <a:gd name="T47" fmla="*/ 11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8" h="139">
                  <a:moveTo>
                    <a:pt x="136" y="35"/>
                  </a:moveTo>
                  <a:cubicBezTo>
                    <a:pt x="107" y="6"/>
                    <a:pt x="107" y="6"/>
                    <a:pt x="107" y="6"/>
                  </a:cubicBezTo>
                  <a:cubicBezTo>
                    <a:pt x="107" y="23"/>
                    <a:pt x="107" y="23"/>
                    <a:pt x="107" y="23"/>
                  </a:cubicBezTo>
                  <a:cubicBezTo>
                    <a:pt x="107" y="30"/>
                    <a:pt x="101" y="35"/>
                    <a:pt x="95" y="35"/>
                  </a:cubicBezTo>
                  <a:cubicBezTo>
                    <a:pt x="43" y="35"/>
                    <a:pt x="43" y="35"/>
                    <a:pt x="43" y="35"/>
                  </a:cubicBezTo>
                  <a:cubicBezTo>
                    <a:pt x="37" y="35"/>
                    <a:pt x="31" y="30"/>
                    <a:pt x="31" y="23"/>
                  </a:cubicBezTo>
                  <a:cubicBezTo>
                    <a:pt x="31" y="0"/>
                    <a:pt x="31" y="0"/>
                    <a:pt x="31" y="0"/>
                  </a:cubicBezTo>
                  <a:cubicBezTo>
                    <a:pt x="13" y="0"/>
                    <a:pt x="13" y="0"/>
                    <a:pt x="13" y="0"/>
                  </a:cubicBezTo>
                  <a:cubicBezTo>
                    <a:pt x="6" y="0"/>
                    <a:pt x="0" y="6"/>
                    <a:pt x="0" y="13"/>
                  </a:cubicBezTo>
                  <a:cubicBezTo>
                    <a:pt x="0" y="126"/>
                    <a:pt x="0" y="126"/>
                    <a:pt x="0" y="126"/>
                  </a:cubicBezTo>
                  <a:cubicBezTo>
                    <a:pt x="0" y="133"/>
                    <a:pt x="6" y="139"/>
                    <a:pt x="13" y="139"/>
                  </a:cubicBezTo>
                  <a:cubicBezTo>
                    <a:pt x="125" y="139"/>
                    <a:pt x="125" y="139"/>
                    <a:pt x="125" y="139"/>
                  </a:cubicBezTo>
                  <a:cubicBezTo>
                    <a:pt x="132" y="139"/>
                    <a:pt x="138" y="133"/>
                    <a:pt x="138" y="126"/>
                  </a:cubicBezTo>
                  <a:cubicBezTo>
                    <a:pt x="138" y="40"/>
                    <a:pt x="138" y="40"/>
                    <a:pt x="138" y="40"/>
                  </a:cubicBezTo>
                  <a:cubicBezTo>
                    <a:pt x="138" y="38"/>
                    <a:pt x="137" y="37"/>
                    <a:pt x="136" y="35"/>
                  </a:cubicBezTo>
                  <a:close/>
                  <a:moveTo>
                    <a:pt x="117" y="110"/>
                  </a:moveTo>
                  <a:cubicBezTo>
                    <a:pt x="117" y="114"/>
                    <a:pt x="113" y="117"/>
                    <a:pt x="109" y="117"/>
                  </a:cubicBezTo>
                  <a:cubicBezTo>
                    <a:pt x="29" y="117"/>
                    <a:pt x="29" y="117"/>
                    <a:pt x="29" y="117"/>
                  </a:cubicBezTo>
                  <a:cubicBezTo>
                    <a:pt x="25" y="117"/>
                    <a:pt x="21" y="114"/>
                    <a:pt x="21" y="110"/>
                  </a:cubicBezTo>
                  <a:cubicBezTo>
                    <a:pt x="21" y="71"/>
                    <a:pt x="21" y="71"/>
                    <a:pt x="21" y="71"/>
                  </a:cubicBezTo>
                  <a:cubicBezTo>
                    <a:pt x="21" y="67"/>
                    <a:pt x="25" y="64"/>
                    <a:pt x="29" y="64"/>
                  </a:cubicBezTo>
                  <a:cubicBezTo>
                    <a:pt x="109" y="64"/>
                    <a:pt x="109" y="64"/>
                    <a:pt x="109" y="64"/>
                  </a:cubicBezTo>
                  <a:cubicBezTo>
                    <a:pt x="113" y="64"/>
                    <a:pt x="117" y="67"/>
                    <a:pt x="117" y="71"/>
                  </a:cubicBezTo>
                  <a:lnTo>
                    <a:pt x="117" y="110"/>
                  </a:ln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55" name="Freeform 75"/>
            <p:cNvSpPr>
              <a:spLocks/>
            </p:cNvSpPr>
            <p:nvPr/>
          </p:nvSpPr>
          <p:spPr bwMode="auto">
            <a:xfrm>
              <a:off x="7753061" y="3400566"/>
              <a:ext cx="407415" cy="57181"/>
            </a:xfrm>
            <a:custGeom>
              <a:avLst/>
              <a:gdLst>
                <a:gd name="T0" fmla="*/ 68 w 72"/>
                <a:gd name="T1" fmla="*/ 0 h 10"/>
                <a:gd name="T2" fmla="*/ 4 w 72"/>
                <a:gd name="T3" fmla="*/ 0 h 10"/>
                <a:gd name="T4" fmla="*/ 0 w 72"/>
                <a:gd name="T5" fmla="*/ 5 h 10"/>
                <a:gd name="T6" fmla="*/ 4 w 72"/>
                <a:gd name="T7" fmla="*/ 10 h 10"/>
                <a:gd name="T8" fmla="*/ 68 w 72"/>
                <a:gd name="T9" fmla="*/ 10 h 10"/>
                <a:gd name="T10" fmla="*/ 72 w 72"/>
                <a:gd name="T11" fmla="*/ 5 h 10"/>
                <a:gd name="T12" fmla="*/ 68 w 7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72" h="10">
                  <a:moveTo>
                    <a:pt x="68" y="0"/>
                  </a:moveTo>
                  <a:cubicBezTo>
                    <a:pt x="4" y="0"/>
                    <a:pt x="4" y="0"/>
                    <a:pt x="4" y="0"/>
                  </a:cubicBezTo>
                  <a:cubicBezTo>
                    <a:pt x="2" y="0"/>
                    <a:pt x="0" y="2"/>
                    <a:pt x="0" y="5"/>
                  </a:cubicBezTo>
                  <a:cubicBezTo>
                    <a:pt x="0" y="8"/>
                    <a:pt x="2" y="10"/>
                    <a:pt x="4" y="10"/>
                  </a:cubicBezTo>
                  <a:cubicBezTo>
                    <a:pt x="68" y="10"/>
                    <a:pt x="68" y="10"/>
                    <a:pt x="68" y="10"/>
                  </a:cubicBezTo>
                  <a:cubicBezTo>
                    <a:pt x="70" y="10"/>
                    <a:pt x="72" y="8"/>
                    <a:pt x="72" y="5"/>
                  </a:cubicBezTo>
                  <a:cubicBezTo>
                    <a:pt x="72" y="2"/>
                    <a:pt x="70" y="0"/>
                    <a:pt x="68"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56" name="Freeform 76"/>
            <p:cNvSpPr>
              <a:spLocks/>
            </p:cNvSpPr>
            <p:nvPr/>
          </p:nvSpPr>
          <p:spPr bwMode="auto">
            <a:xfrm>
              <a:off x="7805477" y="3507781"/>
              <a:ext cx="302583" cy="52416"/>
            </a:xfrm>
            <a:custGeom>
              <a:avLst/>
              <a:gdLst>
                <a:gd name="T0" fmla="*/ 50 w 54"/>
                <a:gd name="T1" fmla="*/ 0 h 9"/>
                <a:gd name="T2" fmla="*/ 4 w 54"/>
                <a:gd name="T3" fmla="*/ 0 h 9"/>
                <a:gd name="T4" fmla="*/ 0 w 54"/>
                <a:gd name="T5" fmla="*/ 4 h 9"/>
                <a:gd name="T6" fmla="*/ 4 w 54"/>
                <a:gd name="T7" fmla="*/ 9 h 9"/>
                <a:gd name="T8" fmla="*/ 50 w 54"/>
                <a:gd name="T9" fmla="*/ 9 h 9"/>
                <a:gd name="T10" fmla="*/ 54 w 54"/>
                <a:gd name="T11" fmla="*/ 4 h 9"/>
                <a:gd name="T12" fmla="*/ 50 w 54"/>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54" h="9">
                  <a:moveTo>
                    <a:pt x="50" y="0"/>
                  </a:moveTo>
                  <a:cubicBezTo>
                    <a:pt x="4" y="0"/>
                    <a:pt x="4" y="0"/>
                    <a:pt x="4" y="0"/>
                  </a:cubicBezTo>
                  <a:cubicBezTo>
                    <a:pt x="2" y="0"/>
                    <a:pt x="0" y="2"/>
                    <a:pt x="0" y="4"/>
                  </a:cubicBezTo>
                  <a:cubicBezTo>
                    <a:pt x="0" y="7"/>
                    <a:pt x="2" y="9"/>
                    <a:pt x="4" y="9"/>
                  </a:cubicBezTo>
                  <a:cubicBezTo>
                    <a:pt x="50" y="9"/>
                    <a:pt x="50" y="9"/>
                    <a:pt x="50" y="9"/>
                  </a:cubicBezTo>
                  <a:cubicBezTo>
                    <a:pt x="52" y="9"/>
                    <a:pt x="54" y="7"/>
                    <a:pt x="54" y="4"/>
                  </a:cubicBezTo>
                  <a:cubicBezTo>
                    <a:pt x="54" y="2"/>
                    <a:pt x="52" y="0"/>
                    <a:pt x="50"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grpSp>
      <p:sp>
        <p:nvSpPr>
          <p:cNvPr id="57" name="Freeform 84"/>
          <p:cNvSpPr>
            <a:spLocks noEditPoints="1"/>
          </p:cNvSpPr>
          <p:nvPr/>
        </p:nvSpPr>
        <p:spPr bwMode="auto">
          <a:xfrm>
            <a:off x="3565272" y="2576194"/>
            <a:ext cx="446784" cy="654158"/>
          </a:xfrm>
          <a:custGeom>
            <a:avLst/>
            <a:gdLst>
              <a:gd name="T0" fmla="*/ 109 w 112"/>
              <a:gd name="T1" fmla="*/ 41 h 163"/>
              <a:gd name="T2" fmla="*/ 107 w 112"/>
              <a:gd name="T3" fmla="*/ 34 h 163"/>
              <a:gd name="T4" fmla="*/ 55 w 112"/>
              <a:gd name="T5" fmla="*/ 0 h 163"/>
              <a:gd name="T6" fmla="*/ 0 w 112"/>
              <a:gd name="T7" fmla="*/ 51 h 163"/>
              <a:gd name="T8" fmla="*/ 0 w 112"/>
              <a:gd name="T9" fmla="*/ 57 h 163"/>
              <a:gd name="T10" fmla="*/ 0 w 112"/>
              <a:gd name="T11" fmla="*/ 62 h 163"/>
              <a:gd name="T12" fmla="*/ 24 w 112"/>
              <a:gd name="T13" fmla="*/ 111 h 163"/>
              <a:gd name="T14" fmla="*/ 56 w 112"/>
              <a:gd name="T15" fmla="*/ 163 h 163"/>
              <a:gd name="T16" fmla="*/ 75 w 112"/>
              <a:gd name="T17" fmla="*/ 130 h 163"/>
              <a:gd name="T18" fmla="*/ 81 w 112"/>
              <a:gd name="T19" fmla="*/ 120 h 163"/>
              <a:gd name="T20" fmla="*/ 85 w 112"/>
              <a:gd name="T21" fmla="*/ 114 h 163"/>
              <a:gd name="T22" fmla="*/ 112 w 112"/>
              <a:gd name="T23" fmla="*/ 58 h 163"/>
              <a:gd name="T24" fmla="*/ 112 w 112"/>
              <a:gd name="T25" fmla="*/ 50 h 163"/>
              <a:gd name="T26" fmla="*/ 109 w 112"/>
              <a:gd name="T27" fmla="*/ 41 h 163"/>
              <a:gd name="T28" fmla="*/ 56 w 112"/>
              <a:gd name="T29" fmla="*/ 75 h 163"/>
              <a:gd name="T30" fmla="*/ 36 w 112"/>
              <a:gd name="T31" fmla="*/ 62 h 163"/>
              <a:gd name="T32" fmla="*/ 36 w 112"/>
              <a:gd name="T33" fmla="*/ 57 h 163"/>
              <a:gd name="T34" fmla="*/ 36 w 112"/>
              <a:gd name="T35" fmla="*/ 52 h 163"/>
              <a:gd name="T36" fmla="*/ 56 w 112"/>
              <a:gd name="T37" fmla="*/ 34 h 163"/>
              <a:gd name="T38" fmla="*/ 77 w 112"/>
              <a:gd name="T39" fmla="*/ 55 h 163"/>
              <a:gd name="T40" fmla="*/ 56 w 112"/>
              <a:gd name="T41" fmla="*/ 75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2" h="163">
                <a:moveTo>
                  <a:pt x="109" y="41"/>
                </a:moveTo>
                <a:cubicBezTo>
                  <a:pt x="109" y="38"/>
                  <a:pt x="108" y="36"/>
                  <a:pt x="107" y="34"/>
                </a:cubicBezTo>
                <a:cubicBezTo>
                  <a:pt x="96" y="9"/>
                  <a:pt x="74" y="0"/>
                  <a:pt x="55" y="0"/>
                </a:cubicBezTo>
                <a:cubicBezTo>
                  <a:pt x="30" y="0"/>
                  <a:pt x="3" y="16"/>
                  <a:pt x="0" y="51"/>
                </a:cubicBezTo>
                <a:cubicBezTo>
                  <a:pt x="0" y="57"/>
                  <a:pt x="0" y="57"/>
                  <a:pt x="0" y="57"/>
                </a:cubicBezTo>
                <a:cubicBezTo>
                  <a:pt x="0" y="58"/>
                  <a:pt x="0" y="60"/>
                  <a:pt x="0" y="62"/>
                </a:cubicBezTo>
                <a:cubicBezTo>
                  <a:pt x="2" y="78"/>
                  <a:pt x="15" y="95"/>
                  <a:pt x="24" y="111"/>
                </a:cubicBezTo>
                <a:cubicBezTo>
                  <a:pt x="35" y="129"/>
                  <a:pt x="45" y="146"/>
                  <a:pt x="56" y="163"/>
                </a:cubicBezTo>
                <a:cubicBezTo>
                  <a:pt x="62" y="152"/>
                  <a:pt x="69" y="141"/>
                  <a:pt x="75" y="130"/>
                </a:cubicBezTo>
                <a:cubicBezTo>
                  <a:pt x="77" y="127"/>
                  <a:pt x="79" y="123"/>
                  <a:pt x="81" y="120"/>
                </a:cubicBezTo>
                <a:cubicBezTo>
                  <a:pt x="82" y="118"/>
                  <a:pt x="84" y="116"/>
                  <a:pt x="85" y="114"/>
                </a:cubicBezTo>
                <a:cubicBezTo>
                  <a:pt x="96" y="96"/>
                  <a:pt x="112" y="76"/>
                  <a:pt x="112" y="58"/>
                </a:cubicBezTo>
                <a:cubicBezTo>
                  <a:pt x="112" y="50"/>
                  <a:pt x="112" y="50"/>
                  <a:pt x="112" y="50"/>
                </a:cubicBezTo>
                <a:cubicBezTo>
                  <a:pt x="112" y="48"/>
                  <a:pt x="110" y="41"/>
                  <a:pt x="109" y="41"/>
                </a:cubicBezTo>
                <a:close/>
                <a:moveTo>
                  <a:pt x="56" y="75"/>
                </a:moveTo>
                <a:cubicBezTo>
                  <a:pt x="48" y="75"/>
                  <a:pt x="40" y="72"/>
                  <a:pt x="36" y="62"/>
                </a:cubicBezTo>
                <a:cubicBezTo>
                  <a:pt x="36" y="60"/>
                  <a:pt x="36" y="57"/>
                  <a:pt x="36" y="57"/>
                </a:cubicBezTo>
                <a:cubicBezTo>
                  <a:pt x="36" y="52"/>
                  <a:pt x="36" y="52"/>
                  <a:pt x="36" y="52"/>
                </a:cubicBezTo>
                <a:cubicBezTo>
                  <a:pt x="36" y="40"/>
                  <a:pt x="47" y="34"/>
                  <a:pt x="56" y="34"/>
                </a:cubicBezTo>
                <a:cubicBezTo>
                  <a:pt x="68" y="34"/>
                  <a:pt x="77" y="43"/>
                  <a:pt x="77" y="55"/>
                </a:cubicBezTo>
                <a:cubicBezTo>
                  <a:pt x="77" y="66"/>
                  <a:pt x="67" y="75"/>
                  <a:pt x="56" y="75"/>
                </a:cubicBezTo>
                <a:close/>
              </a:path>
            </a:pathLst>
          </a:custGeom>
          <a:solidFill>
            <a:srgbClr val="6D5DA5"/>
          </a:solidFill>
          <a:ln>
            <a:noFill/>
          </a:ln>
        </p:spPr>
        <p:txBody>
          <a:bodyPr vert="horz" wrap="square" lIns="91440" tIns="45720" rIns="91440" bIns="45720" numCol="1" anchor="t" anchorCtr="0" compatLnSpc="1">
            <a:prstTxWarp prst="textNoShape">
              <a:avLst/>
            </a:prstTxWarp>
          </a:bodyPr>
          <a:lstStyle/>
          <a:p>
            <a:endParaRPr lang="zh-CN" altLang="en-US" dirty="0">
              <a:solidFill>
                <a:schemeClr val="bg1"/>
              </a:solidFill>
            </a:endParaRPr>
          </a:p>
        </p:txBody>
      </p:sp>
      <p:sp>
        <p:nvSpPr>
          <p:cNvPr id="58" name="文本框 57"/>
          <p:cNvSpPr txBox="1"/>
          <p:nvPr/>
        </p:nvSpPr>
        <p:spPr>
          <a:xfrm>
            <a:off x="5202156" y="3732600"/>
            <a:ext cx="1836000" cy="830997"/>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ctr">
              <a:lnSpc>
                <a:spcPct val="120000"/>
              </a:lnSpc>
            </a:pPr>
            <a:r>
              <a:rPr lang="zh-CN" altLang="en-US" sz="1600" dirty="0">
                <a:solidFill>
                  <a:schemeClr val="tx1">
                    <a:lumMod val="65000"/>
                    <a:lumOff val="35000"/>
                  </a:schemeClr>
                </a:solidFill>
              </a:rPr>
              <a:t>添加内容</a:t>
            </a:r>
          </a:p>
        </p:txBody>
      </p:sp>
      <p:sp>
        <p:nvSpPr>
          <p:cNvPr id="59" name="文本框 58"/>
          <p:cNvSpPr txBox="1"/>
          <p:nvPr/>
        </p:nvSpPr>
        <p:spPr>
          <a:xfrm>
            <a:off x="662712" y="2421343"/>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60" name="文本框 59"/>
          <p:cNvSpPr txBox="1"/>
          <p:nvPr/>
        </p:nvSpPr>
        <p:spPr>
          <a:xfrm>
            <a:off x="9063160" y="3145556"/>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61" name="文本框 60"/>
          <p:cNvSpPr txBox="1"/>
          <p:nvPr/>
        </p:nvSpPr>
        <p:spPr>
          <a:xfrm>
            <a:off x="8690182" y="5428742"/>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62" name="文本框 61"/>
          <p:cNvSpPr txBox="1"/>
          <p:nvPr/>
        </p:nvSpPr>
        <p:spPr>
          <a:xfrm>
            <a:off x="468521" y="5158682"/>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64"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五项并列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376469379"/>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19"/>
          <p:cNvSpPr>
            <a:spLocks/>
          </p:cNvSpPr>
          <p:nvPr/>
        </p:nvSpPr>
        <p:spPr bwMode="auto">
          <a:xfrm>
            <a:off x="2903898" y="2146829"/>
            <a:ext cx="6384205" cy="3521755"/>
          </a:xfrm>
          <a:custGeom>
            <a:avLst/>
            <a:gdLst>
              <a:gd name="T0" fmla="*/ 1146 w 1317"/>
              <a:gd name="T1" fmla="*/ 19 h 725"/>
              <a:gd name="T2" fmla="*/ 975 w 1317"/>
              <a:gd name="T3" fmla="*/ 191 h 725"/>
              <a:gd name="T4" fmla="*/ 989 w 1317"/>
              <a:gd name="T5" fmla="*/ 259 h 725"/>
              <a:gd name="T6" fmla="*/ 912 w 1317"/>
              <a:gd name="T7" fmla="*/ 362 h 725"/>
              <a:gd name="T8" fmla="*/ 912 w 1317"/>
              <a:gd name="T9" fmla="*/ 362 h 725"/>
              <a:gd name="T10" fmla="*/ 884 w 1317"/>
              <a:gd name="T11" fmla="*/ 359 h 725"/>
              <a:gd name="T12" fmla="*/ 868 w 1317"/>
              <a:gd name="T13" fmla="*/ 360 h 725"/>
              <a:gd name="T14" fmla="*/ 868 w 1317"/>
              <a:gd name="T15" fmla="*/ 360 h 725"/>
              <a:gd name="T16" fmla="*/ 799 w 1317"/>
              <a:gd name="T17" fmla="*/ 249 h 725"/>
              <a:gd name="T18" fmla="*/ 819 w 1317"/>
              <a:gd name="T19" fmla="*/ 168 h 725"/>
              <a:gd name="T20" fmla="*/ 651 w 1317"/>
              <a:gd name="T21" fmla="*/ 0 h 725"/>
              <a:gd name="T22" fmla="*/ 483 w 1317"/>
              <a:gd name="T23" fmla="*/ 168 h 725"/>
              <a:gd name="T24" fmla="*/ 505 w 1317"/>
              <a:gd name="T25" fmla="*/ 250 h 725"/>
              <a:gd name="T26" fmla="*/ 505 w 1317"/>
              <a:gd name="T27" fmla="*/ 250 h 725"/>
              <a:gd name="T28" fmla="*/ 440 w 1317"/>
              <a:gd name="T29" fmla="*/ 339 h 725"/>
              <a:gd name="T30" fmla="*/ 441 w 1317"/>
              <a:gd name="T31" fmla="*/ 339 h 725"/>
              <a:gd name="T32" fmla="*/ 417 w 1317"/>
              <a:gd name="T33" fmla="*/ 337 h 725"/>
              <a:gd name="T34" fmla="*/ 356 w 1317"/>
              <a:gd name="T35" fmla="*/ 347 h 725"/>
              <a:gd name="T36" fmla="*/ 356 w 1317"/>
              <a:gd name="T37" fmla="*/ 347 h 725"/>
              <a:gd name="T38" fmla="*/ 285 w 1317"/>
              <a:gd name="T39" fmla="*/ 289 h 725"/>
              <a:gd name="T40" fmla="*/ 291 w 1317"/>
              <a:gd name="T41" fmla="*/ 245 h 725"/>
              <a:gd name="T42" fmla="*/ 146 w 1317"/>
              <a:gd name="T43" fmla="*/ 100 h 725"/>
              <a:gd name="T44" fmla="*/ 0 w 1317"/>
              <a:gd name="T45" fmla="*/ 245 h 725"/>
              <a:gd name="T46" fmla="*/ 146 w 1317"/>
              <a:gd name="T47" fmla="*/ 391 h 725"/>
              <a:gd name="T48" fmla="*/ 183 w 1317"/>
              <a:gd name="T49" fmla="*/ 386 h 725"/>
              <a:gd name="T50" fmla="*/ 237 w 1317"/>
              <a:gd name="T51" fmla="*/ 460 h 725"/>
              <a:gd name="T52" fmla="*/ 237 w 1317"/>
              <a:gd name="T53" fmla="*/ 460 h 725"/>
              <a:gd name="T54" fmla="*/ 223 w 1317"/>
              <a:gd name="T55" fmla="*/ 531 h 725"/>
              <a:gd name="T56" fmla="*/ 417 w 1317"/>
              <a:gd name="T57" fmla="*/ 725 h 725"/>
              <a:gd name="T58" fmla="*/ 611 w 1317"/>
              <a:gd name="T59" fmla="*/ 531 h 725"/>
              <a:gd name="T60" fmla="*/ 583 w 1317"/>
              <a:gd name="T61" fmla="*/ 430 h 725"/>
              <a:gd name="T62" fmla="*/ 637 w 1317"/>
              <a:gd name="T63" fmla="*/ 336 h 725"/>
              <a:gd name="T64" fmla="*/ 637 w 1317"/>
              <a:gd name="T65" fmla="*/ 336 h 725"/>
              <a:gd name="T66" fmla="*/ 651 w 1317"/>
              <a:gd name="T67" fmla="*/ 336 h 725"/>
              <a:gd name="T68" fmla="*/ 684 w 1317"/>
              <a:gd name="T69" fmla="*/ 333 h 725"/>
              <a:gd name="T70" fmla="*/ 770 w 1317"/>
              <a:gd name="T71" fmla="*/ 432 h 725"/>
              <a:gd name="T72" fmla="*/ 770 w 1317"/>
              <a:gd name="T73" fmla="*/ 432 h 725"/>
              <a:gd name="T74" fmla="*/ 758 w 1317"/>
              <a:gd name="T75" fmla="*/ 485 h 725"/>
              <a:gd name="T76" fmla="*/ 884 w 1317"/>
              <a:gd name="T77" fmla="*/ 611 h 725"/>
              <a:gd name="T78" fmla="*/ 1010 w 1317"/>
              <a:gd name="T79" fmla="*/ 485 h 725"/>
              <a:gd name="T80" fmla="*/ 1003 w 1317"/>
              <a:gd name="T81" fmla="*/ 443 h 725"/>
              <a:gd name="T82" fmla="*/ 1096 w 1317"/>
              <a:gd name="T83" fmla="*/ 355 h 725"/>
              <a:gd name="T84" fmla="*/ 1146 w 1317"/>
              <a:gd name="T85" fmla="*/ 362 h 725"/>
              <a:gd name="T86" fmla="*/ 1317 w 1317"/>
              <a:gd name="T87" fmla="*/ 191 h 725"/>
              <a:gd name="T88" fmla="*/ 1146 w 1317"/>
              <a:gd name="T89" fmla="*/ 19 h 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17" h="725">
                <a:moveTo>
                  <a:pt x="1146" y="19"/>
                </a:moveTo>
                <a:cubicBezTo>
                  <a:pt x="1051" y="19"/>
                  <a:pt x="975" y="96"/>
                  <a:pt x="975" y="191"/>
                </a:cubicBezTo>
                <a:cubicBezTo>
                  <a:pt x="975" y="215"/>
                  <a:pt x="980" y="238"/>
                  <a:pt x="989" y="259"/>
                </a:cubicBezTo>
                <a:cubicBezTo>
                  <a:pt x="1018" y="327"/>
                  <a:pt x="965" y="374"/>
                  <a:pt x="912" y="362"/>
                </a:cubicBezTo>
                <a:cubicBezTo>
                  <a:pt x="912" y="362"/>
                  <a:pt x="912" y="362"/>
                  <a:pt x="912" y="362"/>
                </a:cubicBezTo>
                <a:cubicBezTo>
                  <a:pt x="903" y="360"/>
                  <a:pt x="894" y="359"/>
                  <a:pt x="884" y="359"/>
                </a:cubicBezTo>
                <a:cubicBezTo>
                  <a:pt x="879" y="359"/>
                  <a:pt x="873" y="359"/>
                  <a:pt x="868" y="360"/>
                </a:cubicBezTo>
                <a:cubicBezTo>
                  <a:pt x="868" y="360"/>
                  <a:pt x="868" y="360"/>
                  <a:pt x="868" y="360"/>
                </a:cubicBezTo>
                <a:cubicBezTo>
                  <a:pt x="812" y="367"/>
                  <a:pt x="764" y="314"/>
                  <a:pt x="799" y="249"/>
                </a:cubicBezTo>
                <a:cubicBezTo>
                  <a:pt x="812" y="225"/>
                  <a:pt x="819" y="197"/>
                  <a:pt x="819" y="168"/>
                </a:cubicBezTo>
                <a:cubicBezTo>
                  <a:pt x="819" y="75"/>
                  <a:pt x="744" y="0"/>
                  <a:pt x="651" y="0"/>
                </a:cubicBezTo>
                <a:cubicBezTo>
                  <a:pt x="558" y="0"/>
                  <a:pt x="483" y="75"/>
                  <a:pt x="483" y="168"/>
                </a:cubicBezTo>
                <a:cubicBezTo>
                  <a:pt x="483" y="198"/>
                  <a:pt x="491" y="226"/>
                  <a:pt x="505" y="250"/>
                </a:cubicBezTo>
                <a:cubicBezTo>
                  <a:pt x="505" y="250"/>
                  <a:pt x="505" y="250"/>
                  <a:pt x="505" y="250"/>
                </a:cubicBezTo>
                <a:cubicBezTo>
                  <a:pt x="529" y="294"/>
                  <a:pt x="499" y="346"/>
                  <a:pt x="440" y="339"/>
                </a:cubicBezTo>
                <a:cubicBezTo>
                  <a:pt x="441" y="339"/>
                  <a:pt x="441" y="339"/>
                  <a:pt x="441" y="339"/>
                </a:cubicBezTo>
                <a:cubicBezTo>
                  <a:pt x="433" y="338"/>
                  <a:pt x="425" y="337"/>
                  <a:pt x="417" y="337"/>
                </a:cubicBezTo>
                <a:cubicBezTo>
                  <a:pt x="396" y="337"/>
                  <a:pt x="375" y="341"/>
                  <a:pt x="356" y="347"/>
                </a:cubicBezTo>
                <a:cubicBezTo>
                  <a:pt x="356" y="347"/>
                  <a:pt x="356" y="347"/>
                  <a:pt x="356" y="347"/>
                </a:cubicBezTo>
                <a:cubicBezTo>
                  <a:pt x="306" y="364"/>
                  <a:pt x="273" y="327"/>
                  <a:pt x="285" y="289"/>
                </a:cubicBezTo>
                <a:cubicBezTo>
                  <a:pt x="289" y="275"/>
                  <a:pt x="291" y="261"/>
                  <a:pt x="291" y="245"/>
                </a:cubicBezTo>
                <a:cubicBezTo>
                  <a:pt x="291" y="165"/>
                  <a:pt x="226" y="100"/>
                  <a:pt x="146" y="100"/>
                </a:cubicBezTo>
                <a:cubicBezTo>
                  <a:pt x="66" y="100"/>
                  <a:pt x="0" y="165"/>
                  <a:pt x="0" y="245"/>
                </a:cubicBezTo>
                <a:cubicBezTo>
                  <a:pt x="0" y="326"/>
                  <a:pt x="66" y="391"/>
                  <a:pt x="146" y="391"/>
                </a:cubicBezTo>
                <a:cubicBezTo>
                  <a:pt x="159" y="391"/>
                  <a:pt x="171" y="389"/>
                  <a:pt x="183" y="386"/>
                </a:cubicBezTo>
                <a:cubicBezTo>
                  <a:pt x="221" y="377"/>
                  <a:pt x="256" y="411"/>
                  <a:pt x="237" y="460"/>
                </a:cubicBezTo>
                <a:cubicBezTo>
                  <a:pt x="237" y="460"/>
                  <a:pt x="237" y="460"/>
                  <a:pt x="237" y="460"/>
                </a:cubicBezTo>
                <a:cubicBezTo>
                  <a:pt x="228" y="482"/>
                  <a:pt x="223" y="506"/>
                  <a:pt x="223" y="531"/>
                </a:cubicBezTo>
                <a:cubicBezTo>
                  <a:pt x="223" y="638"/>
                  <a:pt x="310" y="725"/>
                  <a:pt x="417" y="725"/>
                </a:cubicBezTo>
                <a:cubicBezTo>
                  <a:pt x="525" y="725"/>
                  <a:pt x="611" y="638"/>
                  <a:pt x="611" y="531"/>
                </a:cubicBezTo>
                <a:cubicBezTo>
                  <a:pt x="611" y="494"/>
                  <a:pt x="601" y="460"/>
                  <a:pt x="583" y="430"/>
                </a:cubicBezTo>
                <a:cubicBezTo>
                  <a:pt x="553" y="380"/>
                  <a:pt x="587" y="331"/>
                  <a:pt x="637" y="336"/>
                </a:cubicBezTo>
                <a:cubicBezTo>
                  <a:pt x="637" y="336"/>
                  <a:pt x="637" y="336"/>
                  <a:pt x="637" y="336"/>
                </a:cubicBezTo>
                <a:cubicBezTo>
                  <a:pt x="642" y="336"/>
                  <a:pt x="647" y="336"/>
                  <a:pt x="651" y="336"/>
                </a:cubicBezTo>
                <a:cubicBezTo>
                  <a:pt x="663" y="336"/>
                  <a:pt x="673" y="335"/>
                  <a:pt x="684" y="333"/>
                </a:cubicBezTo>
                <a:cubicBezTo>
                  <a:pt x="757" y="319"/>
                  <a:pt x="793" y="381"/>
                  <a:pt x="770" y="432"/>
                </a:cubicBezTo>
                <a:cubicBezTo>
                  <a:pt x="770" y="432"/>
                  <a:pt x="770" y="432"/>
                  <a:pt x="770" y="432"/>
                </a:cubicBezTo>
                <a:cubicBezTo>
                  <a:pt x="762" y="448"/>
                  <a:pt x="758" y="466"/>
                  <a:pt x="758" y="485"/>
                </a:cubicBezTo>
                <a:cubicBezTo>
                  <a:pt x="758" y="555"/>
                  <a:pt x="815" y="611"/>
                  <a:pt x="884" y="611"/>
                </a:cubicBezTo>
                <a:cubicBezTo>
                  <a:pt x="954" y="611"/>
                  <a:pt x="1010" y="555"/>
                  <a:pt x="1010" y="485"/>
                </a:cubicBezTo>
                <a:cubicBezTo>
                  <a:pt x="1010" y="470"/>
                  <a:pt x="1008" y="456"/>
                  <a:pt x="1003" y="443"/>
                </a:cubicBezTo>
                <a:cubicBezTo>
                  <a:pt x="985" y="392"/>
                  <a:pt x="1026" y="334"/>
                  <a:pt x="1096" y="355"/>
                </a:cubicBezTo>
                <a:cubicBezTo>
                  <a:pt x="1112" y="360"/>
                  <a:pt x="1129" y="362"/>
                  <a:pt x="1146" y="362"/>
                </a:cubicBezTo>
                <a:cubicBezTo>
                  <a:pt x="1241" y="362"/>
                  <a:pt x="1317" y="285"/>
                  <a:pt x="1317" y="191"/>
                </a:cubicBezTo>
                <a:cubicBezTo>
                  <a:pt x="1317" y="96"/>
                  <a:pt x="1241" y="19"/>
                  <a:pt x="1146" y="19"/>
                </a:cubicBezTo>
                <a:close/>
              </a:path>
            </a:pathLst>
          </a:custGeom>
          <a:solidFill>
            <a:schemeClr val="bg1">
              <a:lumMod val="75000"/>
            </a:schemeClr>
          </a:solidFill>
          <a:ln>
            <a:noFill/>
          </a:ln>
          <a:effectLst>
            <a:innerShdw blurRad="190500" dist="50800" dir="13500000">
              <a:prstClr val="black">
                <a:alpha val="42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4" name="Oval 20"/>
          <p:cNvSpPr>
            <a:spLocks noChangeArrowheads="1"/>
          </p:cNvSpPr>
          <p:nvPr/>
        </p:nvSpPr>
        <p:spPr bwMode="auto">
          <a:xfrm>
            <a:off x="3083016" y="2807595"/>
            <a:ext cx="1056608" cy="1061796"/>
          </a:xfrm>
          <a:prstGeom prst="ellipse">
            <a:avLst/>
          </a:prstGeom>
          <a:solidFill>
            <a:srgbClr val="F0F0F0"/>
          </a:solidFill>
          <a:ln w="31750" cap="flat">
            <a:gradFill flip="none" rotWithShape="1">
              <a:gsLst>
                <a:gs pos="0">
                  <a:srgbClr val="FFFFFF"/>
                </a:gs>
                <a:gs pos="100000">
                  <a:srgbClr val="F0F0F0"/>
                </a:gs>
              </a:gsLst>
              <a:lin ang="2700000" scaled="1"/>
              <a:tileRect/>
            </a:gradFill>
            <a:prstDash val="solid"/>
            <a:miter lim="800000"/>
            <a:headEnd/>
            <a:tailEnd/>
          </a:ln>
          <a:effectLst>
            <a:outerShdw blurRad="127000" dist="762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5" name="Oval 21"/>
          <p:cNvSpPr>
            <a:spLocks noChangeArrowheads="1"/>
          </p:cNvSpPr>
          <p:nvPr/>
        </p:nvSpPr>
        <p:spPr bwMode="auto">
          <a:xfrm>
            <a:off x="4187015" y="3987161"/>
            <a:ext cx="1479690" cy="1483212"/>
          </a:xfrm>
          <a:prstGeom prst="ellipse">
            <a:avLst/>
          </a:prstGeom>
          <a:solidFill>
            <a:srgbClr val="F0F0F0"/>
          </a:solidFill>
          <a:ln w="31750" cap="flat">
            <a:gradFill flip="none" rotWithShape="1">
              <a:gsLst>
                <a:gs pos="0">
                  <a:srgbClr val="FFFFFF"/>
                </a:gs>
                <a:gs pos="100000">
                  <a:srgbClr val="F0F0F0"/>
                </a:gs>
              </a:gsLst>
              <a:lin ang="2700000" scaled="1"/>
              <a:tileRect/>
            </a:gradFill>
            <a:prstDash val="solid"/>
            <a:miter lim="800000"/>
            <a:headEnd/>
            <a:tailEnd/>
          </a:ln>
          <a:effectLst>
            <a:outerShdw blurRad="127000" dist="762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 name="Oval 22"/>
          <p:cNvSpPr>
            <a:spLocks noChangeArrowheads="1"/>
          </p:cNvSpPr>
          <p:nvPr/>
        </p:nvSpPr>
        <p:spPr bwMode="auto">
          <a:xfrm>
            <a:off x="5418134" y="2320870"/>
            <a:ext cx="1282022" cy="1283802"/>
          </a:xfrm>
          <a:prstGeom prst="ellipse">
            <a:avLst/>
          </a:prstGeom>
          <a:solidFill>
            <a:srgbClr val="F0F0F0"/>
          </a:solidFill>
          <a:ln w="31750" cap="flat">
            <a:gradFill flip="none" rotWithShape="1">
              <a:gsLst>
                <a:gs pos="0">
                  <a:srgbClr val="FFFFFF"/>
                </a:gs>
                <a:gs pos="100000">
                  <a:srgbClr val="F0F0F0"/>
                </a:gs>
              </a:gsLst>
              <a:lin ang="2700000" scaled="1"/>
              <a:tileRect/>
            </a:gradFill>
            <a:prstDash val="solid"/>
            <a:miter lim="800000"/>
            <a:headEnd/>
            <a:tailEnd/>
          </a:ln>
          <a:effectLst>
            <a:outerShdw blurRad="127000" dist="762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 name="Oval 24"/>
          <p:cNvSpPr>
            <a:spLocks noChangeArrowheads="1"/>
          </p:cNvSpPr>
          <p:nvPr/>
        </p:nvSpPr>
        <p:spPr bwMode="auto">
          <a:xfrm>
            <a:off x="7812342" y="2426089"/>
            <a:ext cx="1293022" cy="1296544"/>
          </a:xfrm>
          <a:prstGeom prst="ellipse">
            <a:avLst/>
          </a:prstGeom>
          <a:solidFill>
            <a:srgbClr val="F0F0F0"/>
          </a:solidFill>
          <a:ln w="31750" cap="flat">
            <a:gradFill flip="none" rotWithShape="1">
              <a:gsLst>
                <a:gs pos="0">
                  <a:srgbClr val="FFFFFF"/>
                </a:gs>
                <a:gs pos="100000">
                  <a:srgbClr val="F0F0F0"/>
                </a:gs>
              </a:gsLst>
              <a:lin ang="2700000" scaled="1"/>
              <a:tileRect/>
            </a:gradFill>
            <a:prstDash val="solid"/>
            <a:miter lim="800000"/>
            <a:headEnd/>
            <a:tailEnd/>
          </a:ln>
          <a:effectLst>
            <a:outerShdw blurRad="127000" dist="762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 name="Oval 23"/>
          <p:cNvSpPr>
            <a:spLocks noChangeAspect="1" noChangeArrowheads="1"/>
          </p:cNvSpPr>
          <p:nvPr/>
        </p:nvSpPr>
        <p:spPr bwMode="auto">
          <a:xfrm>
            <a:off x="6756359" y="4068661"/>
            <a:ext cx="864000" cy="865659"/>
          </a:xfrm>
          <a:prstGeom prst="ellipse">
            <a:avLst/>
          </a:prstGeom>
          <a:solidFill>
            <a:srgbClr val="F0F0F0"/>
          </a:solidFill>
          <a:ln w="31750" cap="flat">
            <a:gradFill flip="none" rotWithShape="1">
              <a:gsLst>
                <a:gs pos="0">
                  <a:srgbClr val="FFFFFF"/>
                </a:gs>
                <a:gs pos="100000">
                  <a:srgbClr val="F0F0F0"/>
                </a:gs>
              </a:gsLst>
              <a:lin ang="2700000" scaled="1"/>
              <a:tileRect/>
            </a:gradFill>
            <a:prstDash val="solid"/>
            <a:miter lim="800000"/>
            <a:headEnd/>
            <a:tailEnd/>
          </a:ln>
          <a:effectLst>
            <a:outerShdw blurRad="127000" dist="762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grpSp>
        <p:nvGrpSpPr>
          <p:cNvPr id="24" name="组合 23"/>
          <p:cNvGrpSpPr/>
          <p:nvPr/>
        </p:nvGrpSpPr>
        <p:grpSpPr>
          <a:xfrm>
            <a:off x="8090735" y="2690875"/>
            <a:ext cx="758797" cy="767227"/>
            <a:chOff x="9349366" y="2935970"/>
            <a:chExt cx="857717" cy="867247"/>
          </a:xfrm>
          <a:solidFill>
            <a:srgbClr val="9BC127"/>
          </a:solidFill>
        </p:grpSpPr>
        <p:sp>
          <p:nvSpPr>
            <p:cNvPr id="25" name="Freeform 45"/>
            <p:cNvSpPr>
              <a:spLocks noEditPoints="1"/>
            </p:cNvSpPr>
            <p:nvPr/>
          </p:nvSpPr>
          <p:spPr bwMode="auto">
            <a:xfrm>
              <a:off x="9349366" y="2935970"/>
              <a:ext cx="857717" cy="867247"/>
            </a:xfrm>
            <a:custGeom>
              <a:avLst/>
              <a:gdLst>
                <a:gd name="T0" fmla="*/ 76 w 152"/>
                <a:gd name="T1" fmla="*/ 0 h 153"/>
                <a:gd name="T2" fmla="*/ 0 w 152"/>
                <a:gd name="T3" fmla="*/ 77 h 153"/>
                <a:gd name="T4" fmla="*/ 76 w 152"/>
                <a:gd name="T5" fmla="*/ 153 h 153"/>
                <a:gd name="T6" fmla="*/ 152 w 152"/>
                <a:gd name="T7" fmla="*/ 77 h 153"/>
                <a:gd name="T8" fmla="*/ 76 w 152"/>
                <a:gd name="T9" fmla="*/ 0 h 153"/>
                <a:gd name="T10" fmla="*/ 76 w 152"/>
                <a:gd name="T11" fmla="*/ 137 h 153"/>
                <a:gd name="T12" fmla="*/ 16 w 152"/>
                <a:gd name="T13" fmla="*/ 77 h 153"/>
                <a:gd name="T14" fmla="*/ 76 w 152"/>
                <a:gd name="T15" fmla="*/ 16 h 153"/>
                <a:gd name="T16" fmla="*/ 136 w 152"/>
                <a:gd name="T17" fmla="*/ 77 h 153"/>
                <a:gd name="T18" fmla="*/ 76 w 152"/>
                <a:gd name="T19" fmla="*/ 137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2" h="153">
                  <a:moveTo>
                    <a:pt x="76" y="0"/>
                  </a:moveTo>
                  <a:cubicBezTo>
                    <a:pt x="34" y="0"/>
                    <a:pt x="0" y="34"/>
                    <a:pt x="0" y="77"/>
                  </a:cubicBezTo>
                  <a:cubicBezTo>
                    <a:pt x="0" y="119"/>
                    <a:pt x="34" y="153"/>
                    <a:pt x="76" y="153"/>
                  </a:cubicBezTo>
                  <a:cubicBezTo>
                    <a:pt x="118" y="153"/>
                    <a:pt x="152" y="119"/>
                    <a:pt x="152" y="77"/>
                  </a:cubicBezTo>
                  <a:cubicBezTo>
                    <a:pt x="152" y="34"/>
                    <a:pt x="118" y="0"/>
                    <a:pt x="76" y="0"/>
                  </a:cubicBezTo>
                  <a:close/>
                  <a:moveTo>
                    <a:pt x="76" y="137"/>
                  </a:moveTo>
                  <a:cubicBezTo>
                    <a:pt x="43" y="137"/>
                    <a:pt x="16" y="110"/>
                    <a:pt x="16" y="77"/>
                  </a:cubicBezTo>
                  <a:cubicBezTo>
                    <a:pt x="16" y="43"/>
                    <a:pt x="43" y="16"/>
                    <a:pt x="76" y="16"/>
                  </a:cubicBezTo>
                  <a:cubicBezTo>
                    <a:pt x="109" y="16"/>
                    <a:pt x="136" y="43"/>
                    <a:pt x="136" y="77"/>
                  </a:cubicBezTo>
                  <a:cubicBezTo>
                    <a:pt x="136" y="110"/>
                    <a:pt x="109" y="137"/>
                    <a:pt x="76" y="1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26" name="Freeform 46"/>
            <p:cNvSpPr>
              <a:spLocks/>
            </p:cNvSpPr>
            <p:nvPr/>
          </p:nvSpPr>
          <p:spPr bwMode="auto">
            <a:xfrm>
              <a:off x="9704366" y="3326707"/>
              <a:ext cx="140570" cy="312114"/>
            </a:xfrm>
            <a:custGeom>
              <a:avLst/>
              <a:gdLst>
                <a:gd name="T0" fmla="*/ 21 w 25"/>
                <a:gd name="T1" fmla="*/ 0 h 55"/>
                <a:gd name="T2" fmla="*/ 5 w 25"/>
                <a:gd name="T3" fmla="*/ 0 h 55"/>
                <a:gd name="T4" fmla="*/ 0 w 25"/>
                <a:gd name="T5" fmla="*/ 5 h 55"/>
                <a:gd name="T6" fmla="*/ 0 w 25"/>
                <a:gd name="T7" fmla="*/ 51 h 55"/>
                <a:gd name="T8" fmla="*/ 5 w 25"/>
                <a:gd name="T9" fmla="*/ 55 h 55"/>
                <a:gd name="T10" fmla="*/ 21 w 25"/>
                <a:gd name="T11" fmla="*/ 55 h 55"/>
                <a:gd name="T12" fmla="*/ 25 w 25"/>
                <a:gd name="T13" fmla="*/ 51 h 55"/>
                <a:gd name="T14" fmla="*/ 25 w 25"/>
                <a:gd name="T15" fmla="*/ 5 h 55"/>
                <a:gd name="T16" fmla="*/ 21 w 25"/>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55">
                  <a:moveTo>
                    <a:pt x="21" y="0"/>
                  </a:moveTo>
                  <a:cubicBezTo>
                    <a:pt x="5" y="0"/>
                    <a:pt x="5" y="0"/>
                    <a:pt x="5" y="0"/>
                  </a:cubicBezTo>
                  <a:cubicBezTo>
                    <a:pt x="2" y="0"/>
                    <a:pt x="0" y="2"/>
                    <a:pt x="0" y="5"/>
                  </a:cubicBezTo>
                  <a:cubicBezTo>
                    <a:pt x="0" y="51"/>
                    <a:pt x="0" y="51"/>
                    <a:pt x="0" y="51"/>
                  </a:cubicBezTo>
                  <a:cubicBezTo>
                    <a:pt x="0" y="53"/>
                    <a:pt x="2" y="55"/>
                    <a:pt x="5" y="55"/>
                  </a:cubicBezTo>
                  <a:cubicBezTo>
                    <a:pt x="21" y="55"/>
                    <a:pt x="21" y="55"/>
                    <a:pt x="21" y="55"/>
                  </a:cubicBezTo>
                  <a:cubicBezTo>
                    <a:pt x="23" y="55"/>
                    <a:pt x="25" y="53"/>
                    <a:pt x="25" y="51"/>
                  </a:cubicBezTo>
                  <a:cubicBezTo>
                    <a:pt x="25" y="5"/>
                    <a:pt x="25" y="5"/>
                    <a:pt x="25" y="5"/>
                  </a:cubicBezTo>
                  <a:cubicBezTo>
                    <a:pt x="25" y="2"/>
                    <a:pt x="23" y="0"/>
                    <a:pt x="21"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27" name="Oval 47"/>
            <p:cNvSpPr>
              <a:spLocks noChangeArrowheads="1"/>
            </p:cNvSpPr>
            <p:nvPr/>
          </p:nvSpPr>
          <p:spPr bwMode="auto">
            <a:xfrm>
              <a:off x="9699601" y="3100365"/>
              <a:ext cx="157248" cy="152483"/>
            </a:xfrm>
            <a:prstGeom prst="ellipse">
              <a:avLst/>
            </a:prstGeom>
            <a:grp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grpSp>
      <p:grpSp>
        <p:nvGrpSpPr>
          <p:cNvPr id="28" name="组合 27"/>
          <p:cNvGrpSpPr/>
          <p:nvPr/>
        </p:nvGrpSpPr>
        <p:grpSpPr>
          <a:xfrm>
            <a:off x="4428095" y="4292463"/>
            <a:ext cx="997529" cy="992974"/>
            <a:chOff x="1901528" y="2850198"/>
            <a:chExt cx="1043555" cy="1038790"/>
          </a:xfrm>
          <a:solidFill>
            <a:srgbClr val="007BC6"/>
          </a:solidFill>
        </p:grpSpPr>
        <p:sp>
          <p:nvSpPr>
            <p:cNvPr id="29" name="Freeform 55"/>
            <p:cNvSpPr>
              <a:spLocks noEditPoints="1"/>
            </p:cNvSpPr>
            <p:nvPr/>
          </p:nvSpPr>
          <p:spPr bwMode="auto">
            <a:xfrm>
              <a:off x="1901528" y="2850198"/>
              <a:ext cx="614697" cy="624227"/>
            </a:xfrm>
            <a:custGeom>
              <a:avLst/>
              <a:gdLst>
                <a:gd name="T0" fmla="*/ 12 w 109"/>
                <a:gd name="T1" fmla="*/ 67 h 110"/>
                <a:gd name="T2" fmla="*/ 16 w 109"/>
                <a:gd name="T3" fmla="*/ 76 h 110"/>
                <a:gd name="T4" fmla="*/ 11 w 109"/>
                <a:gd name="T5" fmla="*/ 82 h 110"/>
                <a:gd name="T6" fmla="*/ 11 w 109"/>
                <a:gd name="T7" fmla="*/ 89 h 110"/>
                <a:gd name="T8" fmla="*/ 20 w 109"/>
                <a:gd name="T9" fmla="*/ 98 h 110"/>
                <a:gd name="T10" fmla="*/ 26 w 109"/>
                <a:gd name="T11" fmla="*/ 98 h 110"/>
                <a:gd name="T12" fmla="*/ 32 w 109"/>
                <a:gd name="T13" fmla="*/ 93 h 110"/>
                <a:gd name="T14" fmla="*/ 42 w 109"/>
                <a:gd name="T15" fmla="*/ 97 h 110"/>
                <a:gd name="T16" fmla="*/ 43 w 109"/>
                <a:gd name="T17" fmla="*/ 105 h 110"/>
                <a:gd name="T18" fmla="*/ 48 w 109"/>
                <a:gd name="T19" fmla="*/ 110 h 110"/>
                <a:gd name="T20" fmla="*/ 60 w 109"/>
                <a:gd name="T21" fmla="*/ 110 h 110"/>
                <a:gd name="T22" fmla="*/ 65 w 109"/>
                <a:gd name="T23" fmla="*/ 105 h 110"/>
                <a:gd name="T24" fmla="*/ 66 w 109"/>
                <a:gd name="T25" fmla="*/ 98 h 110"/>
                <a:gd name="T26" fmla="*/ 77 w 109"/>
                <a:gd name="T27" fmla="*/ 93 h 110"/>
                <a:gd name="T28" fmla="*/ 83 w 109"/>
                <a:gd name="T29" fmla="*/ 98 h 110"/>
                <a:gd name="T30" fmla="*/ 89 w 109"/>
                <a:gd name="T31" fmla="*/ 98 h 110"/>
                <a:gd name="T32" fmla="*/ 98 w 109"/>
                <a:gd name="T33" fmla="*/ 89 h 110"/>
                <a:gd name="T34" fmla="*/ 98 w 109"/>
                <a:gd name="T35" fmla="*/ 83 h 110"/>
                <a:gd name="T36" fmla="*/ 93 w 109"/>
                <a:gd name="T37" fmla="*/ 77 h 110"/>
                <a:gd name="T38" fmla="*/ 98 w 109"/>
                <a:gd name="T39" fmla="*/ 66 h 110"/>
                <a:gd name="T40" fmla="*/ 105 w 109"/>
                <a:gd name="T41" fmla="*/ 65 h 110"/>
                <a:gd name="T42" fmla="*/ 109 w 109"/>
                <a:gd name="T43" fmla="*/ 60 h 110"/>
                <a:gd name="T44" fmla="*/ 109 w 109"/>
                <a:gd name="T45" fmla="*/ 49 h 110"/>
                <a:gd name="T46" fmla="*/ 105 w 109"/>
                <a:gd name="T47" fmla="*/ 44 h 110"/>
                <a:gd name="T48" fmla="*/ 98 w 109"/>
                <a:gd name="T49" fmla="*/ 43 h 110"/>
                <a:gd name="T50" fmla="*/ 94 w 109"/>
                <a:gd name="T51" fmla="*/ 32 h 110"/>
                <a:gd name="T52" fmla="*/ 98 w 109"/>
                <a:gd name="T53" fmla="*/ 27 h 110"/>
                <a:gd name="T54" fmla="*/ 98 w 109"/>
                <a:gd name="T55" fmla="*/ 20 h 110"/>
                <a:gd name="T56" fmla="*/ 89 w 109"/>
                <a:gd name="T57" fmla="*/ 12 h 110"/>
                <a:gd name="T58" fmla="*/ 83 w 109"/>
                <a:gd name="T59" fmla="*/ 12 h 110"/>
                <a:gd name="T60" fmla="*/ 77 w 109"/>
                <a:gd name="T61" fmla="*/ 16 h 110"/>
                <a:gd name="T62" fmla="*/ 66 w 109"/>
                <a:gd name="T63" fmla="*/ 11 h 110"/>
                <a:gd name="T64" fmla="*/ 66 w 109"/>
                <a:gd name="T65" fmla="*/ 4 h 110"/>
                <a:gd name="T66" fmla="*/ 61 w 109"/>
                <a:gd name="T67" fmla="*/ 0 h 110"/>
                <a:gd name="T68" fmla="*/ 49 w 109"/>
                <a:gd name="T69" fmla="*/ 0 h 110"/>
                <a:gd name="T70" fmla="*/ 44 w 109"/>
                <a:gd name="T71" fmla="*/ 4 h 110"/>
                <a:gd name="T72" fmla="*/ 43 w 109"/>
                <a:gd name="T73" fmla="*/ 11 h 110"/>
                <a:gd name="T74" fmla="*/ 32 w 109"/>
                <a:gd name="T75" fmla="*/ 16 h 110"/>
                <a:gd name="T76" fmla="*/ 26 w 109"/>
                <a:gd name="T77" fmla="*/ 12 h 110"/>
                <a:gd name="T78" fmla="*/ 20 w 109"/>
                <a:gd name="T79" fmla="*/ 12 h 110"/>
                <a:gd name="T80" fmla="*/ 11 w 109"/>
                <a:gd name="T81" fmla="*/ 20 h 110"/>
                <a:gd name="T82" fmla="*/ 11 w 109"/>
                <a:gd name="T83" fmla="*/ 27 h 110"/>
                <a:gd name="T84" fmla="*/ 16 w 109"/>
                <a:gd name="T85" fmla="*/ 33 h 110"/>
                <a:gd name="T86" fmla="*/ 11 w 109"/>
                <a:gd name="T87" fmla="*/ 43 h 110"/>
                <a:gd name="T88" fmla="*/ 4 w 109"/>
                <a:gd name="T89" fmla="*/ 44 h 110"/>
                <a:gd name="T90" fmla="*/ 0 w 109"/>
                <a:gd name="T91" fmla="*/ 49 h 110"/>
                <a:gd name="T92" fmla="*/ 0 w 109"/>
                <a:gd name="T93" fmla="*/ 61 h 110"/>
                <a:gd name="T94" fmla="*/ 4 w 109"/>
                <a:gd name="T95" fmla="*/ 66 h 110"/>
                <a:gd name="T96" fmla="*/ 12 w 109"/>
                <a:gd name="T97" fmla="*/ 67 h 110"/>
                <a:gd name="T98" fmla="*/ 55 w 109"/>
                <a:gd name="T99" fmla="*/ 35 h 110"/>
                <a:gd name="T100" fmla="*/ 74 w 109"/>
                <a:gd name="T101" fmla="*/ 54 h 110"/>
                <a:gd name="T102" fmla="*/ 55 w 109"/>
                <a:gd name="T103" fmla="*/ 74 h 110"/>
                <a:gd name="T104" fmla="*/ 35 w 109"/>
                <a:gd name="T105" fmla="*/ 54 h 110"/>
                <a:gd name="T106" fmla="*/ 55 w 109"/>
                <a:gd name="T107" fmla="*/ 3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9" h="110">
                  <a:moveTo>
                    <a:pt x="12" y="67"/>
                  </a:moveTo>
                  <a:cubicBezTo>
                    <a:pt x="13" y="70"/>
                    <a:pt x="14" y="73"/>
                    <a:pt x="16" y="76"/>
                  </a:cubicBezTo>
                  <a:cubicBezTo>
                    <a:pt x="11" y="82"/>
                    <a:pt x="11" y="82"/>
                    <a:pt x="11" y="82"/>
                  </a:cubicBezTo>
                  <a:cubicBezTo>
                    <a:pt x="9" y="84"/>
                    <a:pt x="10" y="87"/>
                    <a:pt x="11" y="89"/>
                  </a:cubicBezTo>
                  <a:cubicBezTo>
                    <a:pt x="20" y="98"/>
                    <a:pt x="20" y="98"/>
                    <a:pt x="20" y="98"/>
                  </a:cubicBezTo>
                  <a:cubicBezTo>
                    <a:pt x="22" y="99"/>
                    <a:pt x="24" y="99"/>
                    <a:pt x="26" y="98"/>
                  </a:cubicBezTo>
                  <a:cubicBezTo>
                    <a:pt x="32" y="93"/>
                    <a:pt x="32" y="93"/>
                    <a:pt x="32" y="93"/>
                  </a:cubicBezTo>
                  <a:cubicBezTo>
                    <a:pt x="36" y="95"/>
                    <a:pt x="39" y="96"/>
                    <a:pt x="42" y="97"/>
                  </a:cubicBezTo>
                  <a:cubicBezTo>
                    <a:pt x="43" y="105"/>
                    <a:pt x="43" y="105"/>
                    <a:pt x="43" y="105"/>
                  </a:cubicBezTo>
                  <a:cubicBezTo>
                    <a:pt x="44" y="108"/>
                    <a:pt x="46" y="110"/>
                    <a:pt x="48" y="110"/>
                  </a:cubicBezTo>
                  <a:cubicBezTo>
                    <a:pt x="60" y="110"/>
                    <a:pt x="60" y="110"/>
                    <a:pt x="60" y="110"/>
                  </a:cubicBezTo>
                  <a:cubicBezTo>
                    <a:pt x="63" y="110"/>
                    <a:pt x="65" y="108"/>
                    <a:pt x="65" y="105"/>
                  </a:cubicBezTo>
                  <a:cubicBezTo>
                    <a:pt x="66" y="98"/>
                    <a:pt x="66" y="98"/>
                    <a:pt x="66" y="98"/>
                  </a:cubicBezTo>
                  <a:cubicBezTo>
                    <a:pt x="70" y="97"/>
                    <a:pt x="73" y="95"/>
                    <a:pt x="77" y="93"/>
                  </a:cubicBezTo>
                  <a:cubicBezTo>
                    <a:pt x="83" y="98"/>
                    <a:pt x="83" y="98"/>
                    <a:pt x="83" y="98"/>
                  </a:cubicBezTo>
                  <a:cubicBezTo>
                    <a:pt x="85" y="100"/>
                    <a:pt x="87" y="99"/>
                    <a:pt x="89" y="98"/>
                  </a:cubicBezTo>
                  <a:cubicBezTo>
                    <a:pt x="98" y="89"/>
                    <a:pt x="98" y="89"/>
                    <a:pt x="98" y="89"/>
                  </a:cubicBezTo>
                  <a:cubicBezTo>
                    <a:pt x="99" y="87"/>
                    <a:pt x="100" y="85"/>
                    <a:pt x="98" y="83"/>
                  </a:cubicBezTo>
                  <a:cubicBezTo>
                    <a:pt x="93" y="77"/>
                    <a:pt x="93" y="77"/>
                    <a:pt x="93" y="77"/>
                  </a:cubicBezTo>
                  <a:cubicBezTo>
                    <a:pt x="95" y="73"/>
                    <a:pt x="97" y="70"/>
                    <a:pt x="98" y="66"/>
                  </a:cubicBezTo>
                  <a:cubicBezTo>
                    <a:pt x="105" y="65"/>
                    <a:pt x="105" y="65"/>
                    <a:pt x="105" y="65"/>
                  </a:cubicBezTo>
                  <a:cubicBezTo>
                    <a:pt x="107" y="65"/>
                    <a:pt x="109" y="63"/>
                    <a:pt x="109" y="60"/>
                  </a:cubicBezTo>
                  <a:cubicBezTo>
                    <a:pt x="109" y="49"/>
                    <a:pt x="109" y="49"/>
                    <a:pt x="109" y="49"/>
                  </a:cubicBezTo>
                  <a:cubicBezTo>
                    <a:pt x="109" y="46"/>
                    <a:pt x="107" y="44"/>
                    <a:pt x="105" y="44"/>
                  </a:cubicBezTo>
                  <a:cubicBezTo>
                    <a:pt x="98" y="43"/>
                    <a:pt x="98" y="43"/>
                    <a:pt x="98" y="43"/>
                  </a:cubicBezTo>
                  <a:cubicBezTo>
                    <a:pt x="97" y="39"/>
                    <a:pt x="95" y="36"/>
                    <a:pt x="94" y="32"/>
                  </a:cubicBezTo>
                  <a:cubicBezTo>
                    <a:pt x="98" y="27"/>
                    <a:pt x="98" y="27"/>
                    <a:pt x="98" y="27"/>
                  </a:cubicBezTo>
                  <a:cubicBezTo>
                    <a:pt x="100" y="25"/>
                    <a:pt x="99" y="22"/>
                    <a:pt x="98" y="20"/>
                  </a:cubicBezTo>
                  <a:cubicBezTo>
                    <a:pt x="89" y="12"/>
                    <a:pt x="89" y="12"/>
                    <a:pt x="89" y="12"/>
                  </a:cubicBezTo>
                  <a:cubicBezTo>
                    <a:pt x="87" y="10"/>
                    <a:pt x="85" y="10"/>
                    <a:pt x="83" y="12"/>
                  </a:cubicBezTo>
                  <a:cubicBezTo>
                    <a:pt x="77" y="16"/>
                    <a:pt x="77" y="16"/>
                    <a:pt x="77" y="16"/>
                  </a:cubicBezTo>
                  <a:cubicBezTo>
                    <a:pt x="74" y="14"/>
                    <a:pt x="70" y="12"/>
                    <a:pt x="66" y="11"/>
                  </a:cubicBezTo>
                  <a:cubicBezTo>
                    <a:pt x="66" y="4"/>
                    <a:pt x="66" y="4"/>
                    <a:pt x="66" y="4"/>
                  </a:cubicBezTo>
                  <a:cubicBezTo>
                    <a:pt x="65" y="2"/>
                    <a:pt x="63" y="0"/>
                    <a:pt x="61" y="0"/>
                  </a:cubicBezTo>
                  <a:cubicBezTo>
                    <a:pt x="49" y="0"/>
                    <a:pt x="49" y="0"/>
                    <a:pt x="49" y="0"/>
                  </a:cubicBezTo>
                  <a:cubicBezTo>
                    <a:pt x="46" y="0"/>
                    <a:pt x="44" y="2"/>
                    <a:pt x="44" y="4"/>
                  </a:cubicBezTo>
                  <a:cubicBezTo>
                    <a:pt x="43" y="11"/>
                    <a:pt x="43" y="11"/>
                    <a:pt x="43" y="11"/>
                  </a:cubicBezTo>
                  <a:cubicBezTo>
                    <a:pt x="39" y="12"/>
                    <a:pt x="35" y="14"/>
                    <a:pt x="32" y="16"/>
                  </a:cubicBezTo>
                  <a:cubicBezTo>
                    <a:pt x="26" y="12"/>
                    <a:pt x="26" y="12"/>
                    <a:pt x="26" y="12"/>
                  </a:cubicBezTo>
                  <a:cubicBezTo>
                    <a:pt x="24" y="10"/>
                    <a:pt x="22" y="10"/>
                    <a:pt x="20" y="12"/>
                  </a:cubicBezTo>
                  <a:cubicBezTo>
                    <a:pt x="11" y="20"/>
                    <a:pt x="11" y="20"/>
                    <a:pt x="11" y="20"/>
                  </a:cubicBezTo>
                  <a:cubicBezTo>
                    <a:pt x="10" y="22"/>
                    <a:pt x="9" y="25"/>
                    <a:pt x="11" y="27"/>
                  </a:cubicBezTo>
                  <a:cubicBezTo>
                    <a:pt x="16" y="33"/>
                    <a:pt x="16" y="33"/>
                    <a:pt x="16" y="33"/>
                  </a:cubicBezTo>
                  <a:cubicBezTo>
                    <a:pt x="14" y="36"/>
                    <a:pt x="12" y="40"/>
                    <a:pt x="11" y="43"/>
                  </a:cubicBezTo>
                  <a:cubicBezTo>
                    <a:pt x="4" y="44"/>
                    <a:pt x="4" y="44"/>
                    <a:pt x="4" y="44"/>
                  </a:cubicBezTo>
                  <a:cubicBezTo>
                    <a:pt x="2" y="44"/>
                    <a:pt x="0" y="47"/>
                    <a:pt x="0" y="49"/>
                  </a:cubicBezTo>
                  <a:cubicBezTo>
                    <a:pt x="0" y="61"/>
                    <a:pt x="0" y="61"/>
                    <a:pt x="0" y="61"/>
                  </a:cubicBezTo>
                  <a:cubicBezTo>
                    <a:pt x="0" y="63"/>
                    <a:pt x="2" y="66"/>
                    <a:pt x="4" y="66"/>
                  </a:cubicBezTo>
                  <a:lnTo>
                    <a:pt x="12" y="67"/>
                  </a:lnTo>
                  <a:close/>
                  <a:moveTo>
                    <a:pt x="55" y="35"/>
                  </a:moveTo>
                  <a:cubicBezTo>
                    <a:pt x="66" y="35"/>
                    <a:pt x="74" y="44"/>
                    <a:pt x="74" y="54"/>
                  </a:cubicBezTo>
                  <a:cubicBezTo>
                    <a:pt x="74" y="65"/>
                    <a:pt x="66" y="74"/>
                    <a:pt x="55" y="74"/>
                  </a:cubicBezTo>
                  <a:cubicBezTo>
                    <a:pt x="44" y="74"/>
                    <a:pt x="35" y="65"/>
                    <a:pt x="35" y="54"/>
                  </a:cubicBezTo>
                  <a:cubicBezTo>
                    <a:pt x="35" y="44"/>
                    <a:pt x="44" y="35"/>
                    <a:pt x="55" y="35"/>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30" name="Freeform 56"/>
            <p:cNvSpPr>
              <a:spLocks noEditPoints="1"/>
            </p:cNvSpPr>
            <p:nvPr/>
          </p:nvSpPr>
          <p:spPr bwMode="auto">
            <a:xfrm>
              <a:off x="2430453" y="3169459"/>
              <a:ext cx="514630" cy="514630"/>
            </a:xfrm>
            <a:custGeom>
              <a:avLst/>
              <a:gdLst>
                <a:gd name="T0" fmla="*/ 78 w 91"/>
                <a:gd name="T1" fmla="*/ 14 h 91"/>
                <a:gd name="T2" fmla="*/ 72 w 91"/>
                <a:gd name="T3" fmla="*/ 8 h 91"/>
                <a:gd name="T4" fmla="*/ 65 w 91"/>
                <a:gd name="T5" fmla="*/ 9 h 91"/>
                <a:gd name="T6" fmla="*/ 62 w 91"/>
                <a:gd name="T7" fmla="*/ 12 h 91"/>
                <a:gd name="T8" fmla="*/ 52 w 91"/>
                <a:gd name="T9" fmla="*/ 9 h 91"/>
                <a:gd name="T10" fmla="*/ 51 w 91"/>
                <a:gd name="T11" fmla="*/ 4 h 91"/>
                <a:gd name="T12" fmla="*/ 46 w 91"/>
                <a:gd name="T13" fmla="*/ 0 h 91"/>
                <a:gd name="T14" fmla="*/ 38 w 91"/>
                <a:gd name="T15" fmla="*/ 1 h 91"/>
                <a:gd name="T16" fmla="*/ 33 w 91"/>
                <a:gd name="T17" fmla="*/ 6 h 91"/>
                <a:gd name="T18" fmla="*/ 33 w 91"/>
                <a:gd name="T19" fmla="*/ 10 h 91"/>
                <a:gd name="T20" fmla="*/ 24 w 91"/>
                <a:gd name="T21" fmla="*/ 15 h 91"/>
                <a:gd name="T22" fmla="*/ 20 w 91"/>
                <a:gd name="T23" fmla="*/ 12 h 91"/>
                <a:gd name="T24" fmla="*/ 14 w 91"/>
                <a:gd name="T25" fmla="*/ 13 h 91"/>
                <a:gd name="T26" fmla="*/ 9 w 91"/>
                <a:gd name="T27" fmla="*/ 20 h 91"/>
                <a:gd name="T28" fmla="*/ 9 w 91"/>
                <a:gd name="T29" fmla="*/ 26 h 91"/>
                <a:gd name="T30" fmla="*/ 12 w 91"/>
                <a:gd name="T31" fmla="*/ 30 h 91"/>
                <a:gd name="T32" fmla="*/ 10 w 91"/>
                <a:gd name="T33" fmla="*/ 39 h 91"/>
                <a:gd name="T34" fmla="*/ 4 w 91"/>
                <a:gd name="T35" fmla="*/ 40 h 91"/>
                <a:gd name="T36" fmla="*/ 0 w 91"/>
                <a:gd name="T37" fmla="*/ 45 h 91"/>
                <a:gd name="T38" fmla="*/ 1 w 91"/>
                <a:gd name="T39" fmla="*/ 53 h 91"/>
                <a:gd name="T40" fmla="*/ 6 w 91"/>
                <a:gd name="T41" fmla="*/ 58 h 91"/>
                <a:gd name="T42" fmla="*/ 12 w 91"/>
                <a:gd name="T43" fmla="*/ 58 h 91"/>
                <a:gd name="T44" fmla="*/ 16 w 91"/>
                <a:gd name="T45" fmla="*/ 66 h 91"/>
                <a:gd name="T46" fmla="*/ 12 w 91"/>
                <a:gd name="T47" fmla="*/ 70 h 91"/>
                <a:gd name="T48" fmla="*/ 13 w 91"/>
                <a:gd name="T49" fmla="*/ 77 h 91"/>
                <a:gd name="T50" fmla="*/ 20 w 91"/>
                <a:gd name="T51" fmla="*/ 82 h 91"/>
                <a:gd name="T52" fmla="*/ 26 w 91"/>
                <a:gd name="T53" fmla="*/ 82 h 91"/>
                <a:gd name="T54" fmla="*/ 30 w 91"/>
                <a:gd name="T55" fmla="*/ 78 h 91"/>
                <a:gd name="T56" fmla="*/ 39 w 91"/>
                <a:gd name="T57" fmla="*/ 81 h 91"/>
                <a:gd name="T58" fmla="*/ 40 w 91"/>
                <a:gd name="T59" fmla="*/ 86 h 91"/>
                <a:gd name="T60" fmla="*/ 45 w 91"/>
                <a:gd name="T61" fmla="*/ 90 h 91"/>
                <a:gd name="T62" fmla="*/ 53 w 91"/>
                <a:gd name="T63" fmla="*/ 90 h 91"/>
                <a:gd name="T64" fmla="*/ 58 w 91"/>
                <a:gd name="T65" fmla="*/ 85 h 91"/>
                <a:gd name="T66" fmla="*/ 58 w 91"/>
                <a:gd name="T67" fmla="*/ 79 h 91"/>
                <a:gd name="T68" fmla="*/ 66 w 91"/>
                <a:gd name="T69" fmla="*/ 75 h 91"/>
                <a:gd name="T70" fmla="*/ 71 w 91"/>
                <a:gd name="T71" fmla="*/ 78 h 91"/>
                <a:gd name="T72" fmla="*/ 77 w 91"/>
                <a:gd name="T73" fmla="*/ 77 h 91"/>
                <a:gd name="T74" fmla="*/ 83 w 91"/>
                <a:gd name="T75" fmla="*/ 71 h 91"/>
                <a:gd name="T76" fmla="*/ 82 w 91"/>
                <a:gd name="T77" fmla="*/ 64 h 91"/>
                <a:gd name="T78" fmla="*/ 79 w 91"/>
                <a:gd name="T79" fmla="*/ 61 h 91"/>
                <a:gd name="T80" fmla="*/ 82 w 91"/>
                <a:gd name="T81" fmla="*/ 52 h 91"/>
                <a:gd name="T82" fmla="*/ 87 w 91"/>
                <a:gd name="T83" fmla="*/ 51 h 91"/>
                <a:gd name="T84" fmla="*/ 91 w 91"/>
                <a:gd name="T85" fmla="*/ 45 h 91"/>
                <a:gd name="T86" fmla="*/ 90 w 91"/>
                <a:gd name="T87" fmla="*/ 37 h 91"/>
                <a:gd name="T88" fmla="*/ 85 w 91"/>
                <a:gd name="T89" fmla="*/ 33 h 91"/>
                <a:gd name="T90" fmla="*/ 80 w 91"/>
                <a:gd name="T91" fmla="*/ 33 h 91"/>
                <a:gd name="T92" fmla="*/ 76 w 91"/>
                <a:gd name="T93" fmla="*/ 24 h 91"/>
                <a:gd name="T94" fmla="*/ 79 w 91"/>
                <a:gd name="T95" fmla="*/ 20 h 91"/>
                <a:gd name="T96" fmla="*/ 78 w 91"/>
                <a:gd name="T97" fmla="*/ 14 h 91"/>
                <a:gd name="T98" fmla="*/ 47 w 91"/>
                <a:gd name="T99" fmla="*/ 61 h 91"/>
                <a:gd name="T100" fmla="*/ 30 w 91"/>
                <a:gd name="T101" fmla="*/ 46 h 91"/>
                <a:gd name="T102" fmla="*/ 44 w 91"/>
                <a:gd name="T103" fmla="*/ 29 h 91"/>
                <a:gd name="T104" fmla="*/ 62 w 91"/>
                <a:gd name="T105" fmla="*/ 44 h 91"/>
                <a:gd name="T106" fmla="*/ 47 w 91"/>
                <a:gd name="T107" fmla="*/ 6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1" h="91">
                  <a:moveTo>
                    <a:pt x="78" y="14"/>
                  </a:moveTo>
                  <a:cubicBezTo>
                    <a:pt x="72" y="8"/>
                    <a:pt x="72" y="8"/>
                    <a:pt x="72" y="8"/>
                  </a:cubicBezTo>
                  <a:cubicBezTo>
                    <a:pt x="70" y="7"/>
                    <a:pt x="67" y="7"/>
                    <a:pt x="65" y="9"/>
                  </a:cubicBezTo>
                  <a:cubicBezTo>
                    <a:pt x="62" y="12"/>
                    <a:pt x="62" y="12"/>
                    <a:pt x="62" y="12"/>
                  </a:cubicBezTo>
                  <a:cubicBezTo>
                    <a:pt x="59" y="10"/>
                    <a:pt x="56" y="9"/>
                    <a:pt x="52" y="9"/>
                  </a:cubicBezTo>
                  <a:cubicBezTo>
                    <a:pt x="51" y="4"/>
                    <a:pt x="51" y="4"/>
                    <a:pt x="51" y="4"/>
                  </a:cubicBezTo>
                  <a:cubicBezTo>
                    <a:pt x="51" y="2"/>
                    <a:pt x="49" y="0"/>
                    <a:pt x="46" y="0"/>
                  </a:cubicBezTo>
                  <a:cubicBezTo>
                    <a:pt x="38" y="1"/>
                    <a:pt x="38" y="1"/>
                    <a:pt x="38" y="1"/>
                  </a:cubicBezTo>
                  <a:cubicBezTo>
                    <a:pt x="35" y="1"/>
                    <a:pt x="33" y="3"/>
                    <a:pt x="33" y="6"/>
                  </a:cubicBezTo>
                  <a:cubicBezTo>
                    <a:pt x="33" y="10"/>
                    <a:pt x="33" y="10"/>
                    <a:pt x="33" y="10"/>
                  </a:cubicBezTo>
                  <a:cubicBezTo>
                    <a:pt x="30" y="12"/>
                    <a:pt x="27" y="13"/>
                    <a:pt x="24" y="15"/>
                  </a:cubicBezTo>
                  <a:cubicBezTo>
                    <a:pt x="20" y="12"/>
                    <a:pt x="20" y="12"/>
                    <a:pt x="20" y="12"/>
                  </a:cubicBezTo>
                  <a:cubicBezTo>
                    <a:pt x="18" y="11"/>
                    <a:pt x="15" y="11"/>
                    <a:pt x="14" y="13"/>
                  </a:cubicBezTo>
                  <a:cubicBezTo>
                    <a:pt x="9" y="20"/>
                    <a:pt x="9" y="20"/>
                    <a:pt x="9" y="20"/>
                  </a:cubicBezTo>
                  <a:cubicBezTo>
                    <a:pt x="7" y="21"/>
                    <a:pt x="7" y="24"/>
                    <a:pt x="9" y="26"/>
                  </a:cubicBezTo>
                  <a:cubicBezTo>
                    <a:pt x="12" y="30"/>
                    <a:pt x="12" y="30"/>
                    <a:pt x="12" y="30"/>
                  </a:cubicBezTo>
                  <a:cubicBezTo>
                    <a:pt x="11" y="33"/>
                    <a:pt x="10" y="36"/>
                    <a:pt x="10" y="39"/>
                  </a:cubicBezTo>
                  <a:cubicBezTo>
                    <a:pt x="4" y="40"/>
                    <a:pt x="4" y="40"/>
                    <a:pt x="4" y="40"/>
                  </a:cubicBezTo>
                  <a:cubicBezTo>
                    <a:pt x="2" y="40"/>
                    <a:pt x="0" y="43"/>
                    <a:pt x="0" y="45"/>
                  </a:cubicBezTo>
                  <a:cubicBezTo>
                    <a:pt x="1" y="53"/>
                    <a:pt x="1" y="53"/>
                    <a:pt x="1" y="53"/>
                  </a:cubicBezTo>
                  <a:cubicBezTo>
                    <a:pt x="1" y="56"/>
                    <a:pt x="3" y="58"/>
                    <a:pt x="6" y="58"/>
                  </a:cubicBezTo>
                  <a:cubicBezTo>
                    <a:pt x="12" y="58"/>
                    <a:pt x="12" y="58"/>
                    <a:pt x="12" y="58"/>
                  </a:cubicBezTo>
                  <a:cubicBezTo>
                    <a:pt x="13" y="61"/>
                    <a:pt x="14" y="63"/>
                    <a:pt x="16" y="66"/>
                  </a:cubicBezTo>
                  <a:cubicBezTo>
                    <a:pt x="12" y="70"/>
                    <a:pt x="12" y="70"/>
                    <a:pt x="12" y="70"/>
                  </a:cubicBezTo>
                  <a:cubicBezTo>
                    <a:pt x="11" y="72"/>
                    <a:pt x="11" y="75"/>
                    <a:pt x="13" y="77"/>
                  </a:cubicBezTo>
                  <a:cubicBezTo>
                    <a:pt x="20" y="82"/>
                    <a:pt x="20" y="82"/>
                    <a:pt x="20" y="82"/>
                  </a:cubicBezTo>
                  <a:cubicBezTo>
                    <a:pt x="21" y="84"/>
                    <a:pt x="24" y="84"/>
                    <a:pt x="26" y="82"/>
                  </a:cubicBezTo>
                  <a:cubicBezTo>
                    <a:pt x="30" y="78"/>
                    <a:pt x="30" y="78"/>
                    <a:pt x="30" y="78"/>
                  </a:cubicBezTo>
                  <a:cubicBezTo>
                    <a:pt x="33" y="79"/>
                    <a:pt x="36" y="80"/>
                    <a:pt x="39" y="81"/>
                  </a:cubicBezTo>
                  <a:cubicBezTo>
                    <a:pt x="40" y="86"/>
                    <a:pt x="40" y="86"/>
                    <a:pt x="40" y="86"/>
                  </a:cubicBezTo>
                  <a:cubicBezTo>
                    <a:pt x="40" y="89"/>
                    <a:pt x="43" y="91"/>
                    <a:pt x="45" y="90"/>
                  </a:cubicBezTo>
                  <a:cubicBezTo>
                    <a:pt x="53" y="90"/>
                    <a:pt x="53" y="90"/>
                    <a:pt x="53" y="90"/>
                  </a:cubicBezTo>
                  <a:cubicBezTo>
                    <a:pt x="56" y="89"/>
                    <a:pt x="58" y="87"/>
                    <a:pt x="58" y="85"/>
                  </a:cubicBezTo>
                  <a:cubicBezTo>
                    <a:pt x="58" y="79"/>
                    <a:pt x="58" y="79"/>
                    <a:pt x="58" y="79"/>
                  </a:cubicBezTo>
                  <a:cubicBezTo>
                    <a:pt x="61" y="78"/>
                    <a:pt x="64" y="77"/>
                    <a:pt x="66" y="75"/>
                  </a:cubicBezTo>
                  <a:cubicBezTo>
                    <a:pt x="71" y="78"/>
                    <a:pt x="71" y="78"/>
                    <a:pt x="71" y="78"/>
                  </a:cubicBezTo>
                  <a:cubicBezTo>
                    <a:pt x="73" y="80"/>
                    <a:pt x="76" y="79"/>
                    <a:pt x="77" y="77"/>
                  </a:cubicBezTo>
                  <a:cubicBezTo>
                    <a:pt x="83" y="71"/>
                    <a:pt x="83" y="71"/>
                    <a:pt x="83" y="71"/>
                  </a:cubicBezTo>
                  <a:cubicBezTo>
                    <a:pt x="84" y="69"/>
                    <a:pt x="84" y="66"/>
                    <a:pt x="82" y="64"/>
                  </a:cubicBezTo>
                  <a:cubicBezTo>
                    <a:pt x="79" y="61"/>
                    <a:pt x="79" y="61"/>
                    <a:pt x="79" y="61"/>
                  </a:cubicBezTo>
                  <a:cubicBezTo>
                    <a:pt x="80" y="58"/>
                    <a:pt x="81" y="55"/>
                    <a:pt x="82" y="52"/>
                  </a:cubicBezTo>
                  <a:cubicBezTo>
                    <a:pt x="87" y="51"/>
                    <a:pt x="87" y="51"/>
                    <a:pt x="87" y="51"/>
                  </a:cubicBezTo>
                  <a:cubicBezTo>
                    <a:pt x="89" y="50"/>
                    <a:pt x="91" y="48"/>
                    <a:pt x="91" y="45"/>
                  </a:cubicBezTo>
                  <a:cubicBezTo>
                    <a:pt x="90" y="37"/>
                    <a:pt x="90" y="37"/>
                    <a:pt x="90" y="37"/>
                  </a:cubicBezTo>
                  <a:cubicBezTo>
                    <a:pt x="90" y="35"/>
                    <a:pt x="88" y="33"/>
                    <a:pt x="85" y="33"/>
                  </a:cubicBezTo>
                  <a:cubicBezTo>
                    <a:pt x="80" y="33"/>
                    <a:pt x="80" y="33"/>
                    <a:pt x="80" y="33"/>
                  </a:cubicBezTo>
                  <a:cubicBezTo>
                    <a:pt x="79" y="30"/>
                    <a:pt x="78" y="27"/>
                    <a:pt x="76" y="24"/>
                  </a:cubicBezTo>
                  <a:cubicBezTo>
                    <a:pt x="79" y="20"/>
                    <a:pt x="79" y="20"/>
                    <a:pt x="79" y="20"/>
                  </a:cubicBezTo>
                  <a:cubicBezTo>
                    <a:pt x="80" y="18"/>
                    <a:pt x="80" y="15"/>
                    <a:pt x="78" y="14"/>
                  </a:cubicBezTo>
                  <a:close/>
                  <a:moveTo>
                    <a:pt x="47" y="61"/>
                  </a:moveTo>
                  <a:cubicBezTo>
                    <a:pt x="38" y="62"/>
                    <a:pt x="30" y="55"/>
                    <a:pt x="30" y="46"/>
                  </a:cubicBezTo>
                  <a:cubicBezTo>
                    <a:pt x="29" y="37"/>
                    <a:pt x="36" y="30"/>
                    <a:pt x="44" y="29"/>
                  </a:cubicBezTo>
                  <a:cubicBezTo>
                    <a:pt x="53" y="28"/>
                    <a:pt x="61" y="35"/>
                    <a:pt x="62" y="44"/>
                  </a:cubicBezTo>
                  <a:cubicBezTo>
                    <a:pt x="62" y="52"/>
                    <a:pt x="56" y="60"/>
                    <a:pt x="47" y="6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31" name="Freeform 57"/>
            <p:cNvSpPr>
              <a:spLocks noEditPoints="1"/>
            </p:cNvSpPr>
            <p:nvPr/>
          </p:nvSpPr>
          <p:spPr bwMode="auto">
            <a:xfrm>
              <a:off x="2104044" y="3474425"/>
              <a:ext cx="412180" cy="414563"/>
            </a:xfrm>
            <a:custGeom>
              <a:avLst/>
              <a:gdLst>
                <a:gd name="T0" fmla="*/ 4 w 73"/>
                <a:gd name="T1" fmla="*/ 29 h 73"/>
                <a:gd name="T2" fmla="*/ 0 w 73"/>
                <a:gd name="T3" fmla="*/ 34 h 73"/>
                <a:gd name="T4" fmla="*/ 0 w 73"/>
                <a:gd name="T5" fmla="*/ 39 h 73"/>
                <a:gd name="T6" fmla="*/ 4 w 73"/>
                <a:gd name="T7" fmla="*/ 44 h 73"/>
                <a:gd name="T8" fmla="*/ 8 w 73"/>
                <a:gd name="T9" fmla="*/ 44 h 73"/>
                <a:gd name="T10" fmla="*/ 10 w 73"/>
                <a:gd name="T11" fmla="*/ 51 h 73"/>
                <a:gd name="T12" fmla="*/ 8 w 73"/>
                <a:gd name="T13" fmla="*/ 53 h 73"/>
                <a:gd name="T14" fmla="*/ 8 w 73"/>
                <a:gd name="T15" fmla="*/ 60 h 73"/>
                <a:gd name="T16" fmla="*/ 12 w 73"/>
                <a:gd name="T17" fmla="*/ 64 h 73"/>
                <a:gd name="T18" fmla="*/ 18 w 73"/>
                <a:gd name="T19" fmla="*/ 64 h 73"/>
                <a:gd name="T20" fmla="*/ 21 w 73"/>
                <a:gd name="T21" fmla="*/ 62 h 73"/>
                <a:gd name="T22" fmla="*/ 28 w 73"/>
                <a:gd name="T23" fmla="*/ 65 h 73"/>
                <a:gd name="T24" fmla="*/ 28 w 73"/>
                <a:gd name="T25" fmla="*/ 69 h 73"/>
                <a:gd name="T26" fmla="*/ 33 w 73"/>
                <a:gd name="T27" fmla="*/ 73 h 73"/>
                <a:gd name="T28" fmla="*/ 38 w 73"/>
                <a:gd name="T29" fmla="*/ 73 h 73"/>
                <a:gd name="T30" fmla="*/ 43 w 73"/>
                <a:gd name="T31" fmla="*/ 69 h 73"/>
                <a:gd name="T32" fmla="*/ 44 w 73"/>
                <a:gd name="T33" fmla="*/ 65 h 73"/>
                <a:gd name="T34" fmla="*/ 51 w 73"/>
                <a:gd name="T35" fmla="*/ 62 h 73"/>
                <a:gd name="T36" fmla="*/ 54 w 73"/>
                <a:gd name="T37" fmla="*/ 65 h 73"/>
                <a:gd name="T38" fmla="*/ 60 w 73"/>
                <a:gd name="T39" fmla="*/ 64 h 73"/>
                <a:gd name="T40" fmla="*/ 64 w 73"/>
                <a:gd name="T41" fmla="*/ 61 h 73"/>
                <a:gd name="T42" fmla="*/ 64 w 73"/>
                <a:gd name="T43" fmla="*/ 54 h 73"/>
                <a:gd name="T44" fmla="*/ 62 w 73"/>
                <a:gd name="T45" fmla="*/ 51 h 73"/>
                <a:gd name="T46" fmla="*/ 65 w 73"/>
                <a:gd name="T47" fmla="*/ 44 h 73"/>
                <a:gd name="T48" fmla="*/ 68 w 73"/>
                <a:gd name="T49" fmla="*/ 44 h 73"/>
                <a:gd name="T50" fmla="*/ 73 w 73"/>
                <a:gd name="T51" fmla="*/ 39 h 73"/>
                <a:gd name="T52" fmla="*/ 73 w 73"/>
                <a:gd name="T53" fmla="*/ 34 h 73"/>
                <a:gd name="T54" fmla="*/ 69 w 73"/>
                <a:gd name="T55" fmla="*/ 29 h 73"/>
                <a:gd name="T56" fmla="*/ 65 w 73"/>
                <a:gd name="T57" fmla="*/ 29 h 73"/>
                <a:gd name="T58" fmla="*/ 63 w 73"/>
                <a:gd name="T59" fmla="*/ 22 h 73"/>
                <a:gd name="T60" fmla="*/ 65 w 73"/>
                <a:gd name="T61" fmla="*/ 19 h 73"/>
                <a:gd name="T62" fmla="*/ 64 w 73"/>
                <a:gd name="T63" fmla="*/ 13 h 73"/>
                <a:gd name="T64" fmla="*/ 61 w 73"/>
                <a:gd name="T65" fmla="*/ 9 h 73"/>
                <a:gd name="T66" fmla="*/ 54 w 73"/>
                <a:gd name="T67" fmla="*/ 9 h 73"/>
                <a:gd name="T68" fmla="*/ 52 w 73"/>
                <a:gd name="T69" fmla="*/ 11 h 73"/>
                <a:gd name="T70" fmla="*/ 45 w 73"/>
                <a:gd name="T71" fmla="*/ 8 h 73"/>
                <a:gd name="T72" fmla="*/ 44 w 73"/>
                <a:gd name="T73" fmla="*/ 4 h 73"/>
                <a:gd name="T74" fmla="*/ 40 w 73"/>
                <a:gd name="T75" fmla="*/ 0 h 73"/>
                <a:gd name="T76" fmla="*/ 35 w 73"/>
                <a:gd name="T77" fmla="*/ 0 h 73"/>
                <a:gd name="T78" fmla="*/ 30 w 73"/>
                <a:gd name="T79" fmla="*/ 4 h 73"/>
                <a:gd name="T80" fmla="*/ 29 w 73"/>
                <a:gd name="T81" fmla="*/ 7 h 73"/>
                <a:gd name="T82" fmla="*/ 22 w 73"/>
                <a:gd name="T83" fmla="*/ 10 h 73"/>
                <a:gd name="T84" fmla="*/ 19 w 73"/>
                <a:gd name="T85" fmla="*/ 8 h 73"/>
                <a:gd name="T86" fmla="*/ 13 w 73"/>
                <a:gd name="T87" fmla="*/ 9 h 73"/>
                <a:gd name="T88" fmla="*/ 9 w 73"/>
                <a:gd name="T89" fmla="*/ 12 h 73"/>
                <a:gd name="T90" fmla="*/ 9 w 73"/>
                <a:gd name="T91" fmla="*/ 19 h 73"/>
                <a:gd name="T92" fmla="*/ 11 w 73"/>
                <a:gd name="T93" fmla="*/ 21 h 73"/>
                <a:gd name="T94" fmla="*/ 8 w 73"/>
                <a:gd name="T95" fmla="*/ 28 h 73"/>
                <a:gd name="T96" fmla="*/ 4 w 73"/>
                <a:gd name="T97" fmla="*/ 29 h 73"/>
                <a:gd name="T98" fmla="*/ 37 w 73"/>
                <a:gd name="T99" fmla="*/ 23 h 73"/>
                <a:gd name="T100" fmla="*/ 50 w 73"/>
                <a:gd name="T101" fmla="*/ 36 h 73"/>
                <a:gd name="T102" fmla="*/ 36 w 73"/>
                <a:gd name="T103" fmla="*/ 49 h 73"/>
                <a:gd name="T104" fmla="*/ 24 w 73"/>
                <a:gd name="T105" fmla="*/ 36 h 73"/>
                <a:gd name="T106" fmla="*/ 37 w 73"/>
                <a:gd name="T107" fmla="*/ 2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3" h="73">
                  <a:moveTo>
                    <a:pt x="4" y="29"/>
                  </a:moveTo>
                  <a:cubicBezTo>
                    <a:pt x="2" y="29"/>
                    <a:pt x="0" y="31"/>
                    <a:pt x="0" y="34"/>
                  </a:cubicBezTo>
                  <a:cubicBezTo>
                    <a:pt x="0" y="39"/>
                    <a:pt x="0" y="39"/>
                    <a:pt x="0" y="39"/>
                  </a:cubicBezTo>
                  <a:cubicBezTo>
                    <a:pt x="0" y="41"/>
                    <a:pt x="2" y="43"/>
                    <a:pt x="4" y="44"/>
                  </a:cubicBezTo>
                  <a:cubicBezTo>
                    <a:pt x="8" y="44"/>
                    <a:pt x="8" y="44"/>
                    <a:pt x="8" y="44"/>
                  </a:cubicBezTo>
                  <a:cubicBezTo>
                    <a:pt x="8" y="46"/>
                    <a:pt x="9" y="49"/>
                    <a:pt x="10" y="51"/>
                  </a:cubicBezTo>
                  <a:cubicBezTo>
                    <a:pt x="8" y="53"/>
                    <a:pt x="8" y="53"/>
                    <a:pt x="8" y="53"/>
                  </a:cubicBezTo>
                  <a:cubicBezTo>
                    <a:pt x="7" y="55"/>
                    <a:pt x="7" y="58"/>
                    <a:pt x="8" y="60"/>
                  </a:cubicBezTo>
                  <a:cubicBezTo>
                    <a:pt x="12" y="64"/>
                    <a:pt x="12" y="64"/>
                    <a:pt x="12" y="64"/>
                  </a:cubicBezTo>
                  <a:cubicBezTo>
                    <a:pt x="14" y="65"/>
                    <a:pt x="16" y="66"/>
                    <a:pt x="18" y="64"/>
                  </a:cubicBezTo>
                  <a:cubicBezTo>
                    <a:pt x="21" y="62"/>
                    <a:pt x="21" y="62"/>
                    <a:pt x="21" y="62"/>
                  </a:cubicBezTo>
                  <a:cubicBezTo>
                    <a:pt x="24" y="63"/>
                    <a:pt x="26" y="64"/>
                    <a:pt x="28" y="65"/>
                  </a:cubicBezTo>
                  <a:cubicBezTo>
                    <a:pt x="28" y="69"/>
                    <a:pt x="28" y="69"/>
                    <a:pt x="28" y="69"/>
                  </a:cubicBezTo>
                  <a:cubicBezTo>
                    <a:pt x="29" y="71"/>
                    <a:pt x="31" y="73"/>
                    <a:pt x="33" y="73"/>
                  </a:cubicBezTo>
                  <a:cubicBezTo>
                    <a:pt x="38" y="73"/>
                    <a:pt x="38" y="73"/>
                    <a:pt x="38" y="73"/>
                  </a:cubicBezTo>
                  <a:cubicBezTo>
                    <a:pt x="41" y="73"/>
                    <a:pt x="43" y="71"/>
                    <a:pt x="43" y="69"/>
                  </a:cubicBezTo>
                  <a:cubicBezTo>
                    <a:pt x="44" y="65"/>
                    <a:pt x="44" y="65"/>
                    <a:pt x="44" y="65"/>
                  </a:cubicBezTo>
                  <a:cubicBezTo>
                    <a:pt x="46" y="64"/>
                    <a:pt x="49" y="64"/>
                    <a:pt x="51" y="62"/>
                  </a:cubicBezTo>
                  <a:cubicBezTo>
                    <a:pt x="54" y="65"/>
                    <a:pt x="54" y="65"/>
                    <a:pt x="54" y="65"/>
                  </a:cubicBezTo>
                  <a:cubicBezTo>
                    <a:pt x="56" y="66"/>
                    <a:pt x="58" y="66"/>
                    <a:pt x="60" y="64"/>
                  </a:cubicBezTo>
                  <a:cubicBezTo>
                    <a:pt x="64" y="61"/>
                    <a:pt x="64" y="61"/>
                    <a:pt x="64" y="61"/>
                  </a:cubicBezTo>
                  <a:cubicBezTo>
                    <a:pt x="66" y="59"/>
                    <a:pt x="66" y="56"/>
                    <a:pt x="64" y="54"/>
                  </a:cubicBezTo>
                  <a:cubicBezTo>
                    <a:pt x="62" y="51"/>
                    <a:pt x="62" y="51"/>
                    <a:pt x="62" y="51"/>
                  </a:cubicBezTo>
                  <a:cubicBezTo>
                    <a:pt x="64" y="49"/>
                    <a:pt x="65" y="47"/>
                    <a:pt x="65" y="44"/>
                  </a:cubicBezTo>
                  <a:cubicBezTo>
                    <a:pt x="68" y="44"/>
                    <a:pt x="68" y="44"/>
                    <a:pt x="68" y="44"/>
                  </a:cubicBezTo>
                  <a:cubicBezTo>
                    <a:pt x="71" y="44"/>
                    <a:pt x="73" y="42"/>
                    <a:pt x="73" y="39"/>
                  </a:cubicBezTo>
                  <a:cubicBezTo>
                    <a:pt x="73" y="34"/>
                    <a:pt x="73" y="34"/>
                    <a:pt x="73" y="34"/>
                  </a:cubicBezTo>
                  <a:cubicBezTo>
                    <a:pt x="73" y="32"/>
                    <a:pt x="71" y="30"/>
                    <a:pt x="69" y="29"/>
                  </a:cubicBezTo>
                  <a:cubicBezTo>
                    <a:pt x="65" y="29"/>
                    <a:pt x="65" y="29"/>
                    <a:pt x="65" y="29"/>
                  </a:cubicBezTo>
                  <a:cubicBezTo>
                    <a:pt x="65" y="26"/>
                    <a:pt x="64" y="24"/>
                    <a:pt x="63" y="22"/>
                  </a:cubicBezTo>
                  <a:cubicBezTo>
                    <a:pt x="65" y="19"/>
                    <a:pt x="65" y="19"/>
                    <a:pt x="65" y="19"/>
                  </a:cubicBezTo>
                  <a:cubicBezTo>
                    <a:pt x="66" y="17"/>
                    <a:pt x="66" y="15"/>
                    <a:pt x="64" y="13"/>
                  </a:cubicBezTo>
                  <a:cubicBezTo>
                    <a:pt x="61" y="9"/>
                    <a:pt x="61" y="9"/>
                    <a:pt x="61" y="9"/>
                  </a:cubicBezTo>
                  <a:cubicBezTo>
                    <a:pt x="59" y="7"/>
                    <a:pt x="56" y="7"/>
                    <a:pt x="54" y="9"/>
                  </a:cubicBezTo>
                  <a:cubicBezTo>
                    <a:pt x="52" y="11"/>
                    <a:pt x="52" y="11"/>
                    <a:pt x="52" y="11"/>
                  </a:cubicBezTo>
                  <a:cubicBezTo>
                    <a:pt x="50" y="9"/>
                    <a:pt x="47" y="8"/>
                    <a:pt x="45" y="8"/>
                  </a:cubicBezTo>
                  <a:cubicBezTo>
                    <a:pt x="44" y="4"/>
                    <a:pt x="44" y="4"/>
                    <a:pt x="44" y="4"/>
                  </a:cubicBezTo>
                  <a:cubicBezTo>
                    <a:pt x="44" y="2"/>
                    <a:pt x="42" y="0"/>
                    <a:pt x="40" y="0"/>
                  </a:cubicBezTo>
                  <a:cubicBezTo>
                    <a:pt x="35" y="0"/>
                    <a:pt x="35" y="0"/>
                    <a:pt x="35" y="0"/>
                  </a:cubicBezTo>
                  <a:cubicBezTo>
                    <a:pt x="32" y="0"/>
                    <a:pt x="30" y="2"/>
                    <a:pt x="30" y="4"/>
                  </a:cubicBezTo>
                  <a:cubicBezTo>
                    <a:pt x="29" y="7"/>
                    <a:pt x="29" y="7"/>
                    <a:pt x="29" y="7"/>
                  </a:cubicBezTo>
                  <a:cubicBezTo>
                    <a:pt x="27" y="8"/>
                    <a:pt x="24" y="9"/>
                    <a:pt x="22" y="10"/>
                  </a:cubicBezTo>
                  <a:cubicBezTo>
                    <a:pt x="19" y="8"/>
                    <a:pt x="19" y="8"/>
                    <a:pt x="19" y="8"/>
                  </a:cubicBezTo>
                  <a:cubicBezTo>
                    <a:pt x="17" y="7"/>
                    <a:pt x="14" y="7"/>
                    <a:pt x="13" y="9"/>
                  </a:cubicBezTo>
                  <a:cubicBezTo>
                    <a:pt x="9" y="12"/>
                    <a:pt x="9" y="12"/>
                    <a:pt x="9" y="12"/>
                  </a:cubicBezTo>
                  <a:cubicBezTo>
                    <a:pt x="7" y="14"/>
                    <a:pt x="7" y="17"/>
                    <a:pt x="9" y="19"/>
                  </a:cubicBezTo>
                  <a:cubicBezTo>
                    <a:pt x="11" y="21"/>
                    <a:pt x="11" y="21"/>
                    <a:pt x="11" y="21"/>
                  </a:cubicBezTo>
                  <a:cubicBezTo>
                    <a:pt x="9" y="24"/>
                    <a:pt x="8" y="26"/>
                    <a:pt x="8" y="28"/>
                  </a:cubicBezTo>
                  <a:lnTo>
                    <a:pt x="4" y="29"/>
                  </a:lnTo>
                  <a:close/>
                  <a:moveTo>
                    <a:pt x="37" y="23"/>
                  </a:moveTo>
                  <a:cubicBezTo>
                    <a:pt x="44" y="23"/>
                    <a:pt x="50" y="29"/>
                    <a:pt x="50" y="36"/>
                  </a:cubicBezTo>
                  <a:cubicBezTo>
                    <a:pt x="50" y="44"/>
                    <a:pt x="44" y="49"/>
                    <a:pt x="36" y="49"/>
                  </a:cubicBezTo>
                  <a:cubicBezTo>
                    <a:pt x="29" y="49"/>
                    <a:pt x="23" y="43"/>
                    <a:pt x="24" y="36"/>
                  </a:cubicBezTo>
                  <a:cubicBezTo>
                    <a:pt x="24" y="29"/>
                    <a:pt x="30" y="23"/>
                    <a:pt x="37" y="23"/>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grpSp>
      <p:sp>
        <p:nvSpPr>
          <p:cNvPr id="32" name="Freeform 65"/>
          <p:cNvSpPr>
            <a:spLocks noEditPoints="1"/>
          </p:cNvSpPr>
          <p:nvPr/>
        </p:nvSpPr>
        <p:spPr bwMode="auto">
          <a:xfrm>
            <a:off x="6949822" y="4277733"/>
            <a:ext cx="442527" cy="447513"/>
          </a:xfrm>
          <a:custGeom>
            <a:avLst/>
            <a:gdLst>
              <a:gd name="T0" fmla="*/ 102 w 150"/>
              <a:gd name="T1" fmla="*/ 22 h 151"/>
              <a:gd name="T2" fmla="*/ 22 w 150"/>
              <a:gd name="T3" fmla="*/ 22 h 151"/>
              <a:gd name="T4" fmla="*/ 22 w 150"/>
              <a:gd name="T5" fmla="*/ 101 h 151"/>
              <a:gd name="T6" fmla="*/ 93 w 150"/>
              <a:gd name="T7" fmla="*/ 108 h 151"/>
              <a:gd name="T8" fmla="*/ 97 w 150"/>
              <a:gd name="T9" fmla="*/ 114 h 151"/>
              <a:gd name="T10" fmla="*/ 128 w 150"/>
              <a:gd name="T11" fmla="*/ 146 h 151"/>
              <a:gd name="T12" fmla="*/ 145 w 150"/>
              <a:gd name="T13" fmla="*/ 146 h 151"/>
              <a:gd name="T14" fmla="*/ 145 w 150"/>
              <a:gd name="T15" fmla="*/ 129 h 151"/>
              <a:gd name="T16" fmla="*/ 114 w 150"/>
              <a:gd name="T17" fmla="*/ 97 h 151"/>
              <a:gd name="T18" fmla="*/ 108 w 150"/>
              <a:gd name="T19" fmla="*/ 94 h 151"/>
              <a:gd name="T20" fmla="*/ 102 w 150"/>
              <a:gd name="T21" fmla="*/ 22 h 151"/>
              <a:gd name="T22" fmla="*/ 91 w 150"/>
              <a:gd name="T23" fmla="*/ 92 h 151"/>
              <a:gd name="T24" fmla="*/ 32 w 150"/>
              <a:gd name="T25" fmla="*/ 91 h 151"/>
              <a:gd name="T26" fmla="*/ 32 w 150"/>
              <a:gd name="T27" fmla="*/ 32 h 151"/>
              <a:gd name="T28" fmla="*/ 91 w 150"/>
              <a:gd name="T29" fmla="*/ 32 h 151"/>
              <a:gd name="T30" fmla="*/ 91 w 150"/>
              <a:gd name="T31" fmla="*/ 92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 h="151">
                <a:moveTo>
                  <a:pt x="102" y="22"/>
                </a:moveTo>
                <a:cubicBezTo>
                  <a:pt x="80" y="0"/>
                  <a:pt x="44" y="0"/>
                  <a:pt x="22" y="22"/>
                </a:cubicBezTo>
                <a:cubicBezTo>
                  <a:pt x="0" y="44"/>
                  <a:pt x="0" y="79"/>
                  <a:pt x="22" y="101"/>
                </a:cubicBezTo>
                <a:cubicBezTo>
                  <a:pt x="41" y="121"/>
                  <a:pt x="71" y="123"/>
                  <a:pt x="93" y="108"/>
                </a:cubicBezTo>
                <a:cubicBezTo>
                  <a:pt x="94" y="110"/>
                  <a:pt x="95" y="112"/>
                  <a:pt x="97" y="114"/>
                </a:cubicBezTo>
                <a:cubicBezTo>
                  <a:pt x="128" y="146"/>
                  <a:pt x="128" y="146"/>
                  <a:pt x="128" y="146"/>
                </a:cubicBezTo>
                <a:cubicBezTo>
                  <a:pt x="133" y="151"/>
                  <a:pt x="141" y="151"/>
                  <a:pt x="145" y="146"/>
                </a:cubicBezTo>
                <a:cubicBezTo>
                  <a:pt x="150" y="142"/>
                  <a:pt x="150" y="134"/>
                  <a:pt x="145" y="129"/>
                </a:cubicBezTo>
                <a:cubicBezTo>
                  <a:pt x="114" y="97"/>
                  <a:pt x="114" y="97"/>
                  <a:pt x="114" y="97"/>
                </a:cubicBezTo>
                <a:cubicBezTo>
                  <a:pt x="112" y="96"/>
                  <a:pt x="110" y="94"/>
                  <a:pt x="108" y="94"/>
                </a:cubicBezTo>
                <a:cubicBezTo>
                  <a:pt x="123" y="72"/>
                  <a:pt x="121" y="42"/>
                  <a:pt x="102" y="22"/>
                </a:cubicBezTo>
                <a:close/>
                <a:moveTo>
                  <a:pt x="91" y="92"/>
                </a:moveTo>
                <a:cubicBezTo>
                  <a:pt x="75" y="108"/>
                  <a:pt x="48" y="108"/>
                  <a:pt x="32" y="91"/>
                </a:cubicBezTo>
                <a:cubicBezTo>
                  <a:pt x="15" y="75"/>
                  <a:pt x="16" y="48"/>
                  <a:pt x="32" y="32"/>
                </a:cubicBezTo>
                <a:cubicBezTo>
                  <a:pt x="48" y="16"/>
                  <a:pt x="75" y="16"/>
                  <a:pt x="91" y="32"/>
                </a:cubicBezTo>
                <a:cubicBezTo>
                  <a:pt x="108" y="49"/>
                  <a:pt x="108" y="75"/>
                  <a:pt x="91" y="92"/>
                </a:cubicBezTo>
                <a:close/>
              </a:path>
            </a:pathLst>
          </a:custGeom>
          <a:solidFill>
            <a:srgbClr val="FF9933"/>
          </a:solid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grpSp>
        <p:nvGrpSpPr>
          <p:cNvPr id="33" name="组合 32"/>
          <p:cNvGrpSpPr/>
          <p:nvPr/>
        </p:nvGrpSpPr>
        <p:grpSpPr>
          <a:xfrm>
            <a:off x="5820343" y="2683742"/>
            <a:ext cx="551314" cy="558058"/>
            <a:chOff x="7567222" y="2976473"/>
            <a:chExt cx="779092" cy="788623"/>
          </a:xfrm>
          <a:solidFill>
            <a:srgbClr val="C60095"/>
          </a:solidFill>
        </p:grpSpPr>
        <p:sp>
          <p:nvSpPr>
            <p:cNvPr id="34" name="Freeform 73"/>
            <p:cNvSpPr>
              <a:spLocks/>
            </p:cNvSpPr>
            <p:nvPr/>
          </p:nvSpPr>
          <p:spPr bwMode="auto">
            <a:xfrm>
              <a:off x="7793564" y="2976473"/>
              <a:ext cx="326409" cy="147718"/>
            </a:xfrm>
            <a:custGeom>
              <a:avLst/>
              <a:gdLst>
                <a:gd name="T0" fmla="*/ 3 w 58"/>
                <a:gd name="T1" fmla="*/ 26 h 26"/>
                <a:gd name="T2" fmla="*/ 55 w 58"/>
                <a:gd name="T3" fmla="*/ 26 h 26"/>
                <a:gd name="T4" fmla="*/ 58 w 58"/>
                <a:gd name="T5" fmla="*/ 23 h 26"/>
                <a:gd name="T6" fmla="*/ 58 w 58"/>
                <a:gd name="T7" fmla="*/ 0 h 26"/>
                <a:gd name="T8" fmla="*/ 0 w 58"/>
                <a:gd name="T9" fmla="*/ 0 h 26"/>
                <a:gd name="T10" fmla="*/ 0 w 58"/>
                <a:gd name="T11" fmla="*/ 23 h 26"/>
                <a:gd name="T12" fmla="*/ 3 w 58"/>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58" h="26">
                  <a:moveTo>
                    <a:pt x="3" y="26"/>
                  </a:moveTo>
                  <a:cubicBezTo>
                    <a:pt x="55" y="26"/>
                    <a:pt x="55" y="26"/>
                    <a:pt x="55" y="26"/>
                  </a:cubicBezTo>
                  <a:cubicBezTo>
                    <a:pt x="56" y="26"/>
                    <a:pt x="58" y="25"/>
                    <a:pt x="58" y="23"/>
                  </a:cubicBezTo>
                  <a:cubicBezTo>
                    <a:pt x="58" y="0"/>
                    <a:pt x="58" y="0"/>
                    <a:pt x="58" y="0"/>
                  </a:cubicBezTo>
                  <a:cubicBezTo>
                    <a:pt x="0" y="0"/>
                    <a:pt x="0" y="0"/>
                    <a:pt x="0" y="0"/>
                  </a:cubicBezTo>
                  <a:cubicBezTo>
                    <a:pt x="0" y="23"/>
                    <a:pt x="0" y="23"/>
                    <a:pt x="0" y="23"/>
                  </a:cubicBezTo>
                  <a:cubicBezTo>
                    <a:pt x="0" y="25"/>
                    <a:pt x="2" y="26"/>
                    <a:pt x="3" y="2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35" name="Freeform 74"/>
            <p:cNvSpPr>
              <a:spLocks noEditPoints="1"/>
            </p:cNvSpPr>
            <p:nvPr/>
          </p:nvSpPr>
          <p:spPr bwMode="auto">
            <a:xfrm>
              <a:off x="7567222" y="2976473"/>
              <a:ext cx="779092" cy="788623"/>
            </a:xfrm>
            <a:custGeom>
              <a:avLst/>
              <a:gdLst>
                <a:gd name="T0" fmla="*/ 136 w 138"/>
                <a:gd name="T1" fmla="*/ 35 h 139"/>
                <a:gd name="T2" fmla="*/ 107 w 138"/>
                <a:gd name="T3" fmla="*/ 6 h 139"/>
                <a:gd name="T4" fmla="*/ 107 w 138"/>
                <a:gd name="T5" fmla="*/ 23 h 139"/>
                <a:gd name="T6" fmla="*/ 95 w 138"/>
                <a:gd name="T7" fmla="*/ 35 h 139"/>
                <a:gd name="T8" fmla="*/ 43 w 138"/>
                <a:gd name="T9" fmla="*/ 35 h 139"/>
                <a:gd name="T10" fmla="*/ 31 w 138"/>
                <a:gd name="T11" fmla="*/ 23 h 139"/>
                <a:gd name="T12" fmla="*/ 31 w 138"/>
                <a:gd name="T13" fmla="*/ 0 h 139"/>
                <a:gd name="T14" fmla="*/ 13 w 138"/>
                <a:gd name="T15" fmla="*/ 0 h 139"/>
                <a:gd name="T16" fmla="*/ 0 w 138"/>
                <a:gd name="T17" fmla="*/ 13 h 139"/>
                <a:gd name="T18" fmla="*/ 0 w 138"/>
                <a:gd name="T19" fmla="*/ 126 h 139"/>
                <a:gd name="T20" fmla="*/ 13 w 138"/>
                <a:gd name="T21" fmla="*/ 139 h 139"/>
                <a:gd name="T22" fmla="*/ 125 w 138"/>
                <a:gd name="T23" fmla="*/ 139 h 139"/>
                <a:gd name="T24" fmla="*/ 138 w 138"/>
                <a:gd name="T25" fmla="*/ 126 h 139"/>
                <a:gd name="T26" fmla="*/ 138 w 138"/>
                <a:gd name="T27" fmla="*/ 40 h 139"/>
                <a:gd name="T28" fmla="*/ 136 w 138"/>
                <a:gd name="T29" fmla="*/ 35 h 139"/>
                <a:gd name="T30" fmla="*/ 117 w 138"/>
                <a:gd name="T31" fmla="*/ 110 h 139"/>
                <a:gd name="T32" fmla="*/ 109 w 138"/>
                <a:gd name="T33" fmla="*/ 117 h 139"/>
                <a:gd name="T34" fmla="*/ 29 w 138"/>
                <a:gd name="T35" fmla="*/ 117 h 139"/>
                <a:gd name="T36" fmla="*/ 21 w 138"/>
                <a:gd name="T37" fmla="*/ 110 h 139"/>
                <a:gd name="T38" fmla="*/ 21 w 138"/>
                <a:gd name="T39" fmla="*/ 71 h 139"/>
                <a:gd name="T40" fmla="*/ 29 w 138"/>
                <a:gd name="T41" fmla="*/ 64 h 139"/>
                <a:gd name="T42" fmla="*/ 109 w 138"/>
                <a:gd name="T43" fmla="*/ 64 h 139"/>
                <a:gd name="T44" fmla="*/ 117 w 138"/>
                <a:gd name="T45" fmla="*/ 71 h 139"/>
                <a:gd name="T46" fmla="*/ 117 w 138"/>
                <a:gd name="T47" fmla="*/ 11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8" h="139">
                  <a:moveTo>
                    <a:pt x="136" y="35"/>
                  </a:moveTo>
                  <a:cubicBezTo>
                    <a:pt x="107" y="6"/>
                    <a:pt x="107" y="6"/>
                    <a:pt x="107" y="6"/>
                  </a:cubicBezTo>
                  <a:cubicBezTo>
                    <a:pt x="107" y="23"/>
                    <a:pt x="107" y="23"/>
                    <a:pt x="107" y="23"/>
                  </a:cubicBezTo>
                  <a:cubicBezTo>
                    <a:pt x="107" y="30"/>
                    <a:pt x="101" y="35"/>
                    <a:pt x="95" y="35"/>
                  </a:cubicBezTo>
                  <a:cubicBezTo>
                    <a:pt x="43" y="35"/>
                    <a:pt x="43" y="35"/>
                    <a:pt x="43" y="35"/>
                  </a:cubicBezTo>
                  <a:cubicBezTo>
                    <a:pt x="37" y="35"/>
                    <a:pt x="31" y="30"/>
                    <a:pt x="31" y="23"/>
                  </a:cubicBezTo>
                  <a:cubicBezTo>
                    <a:pt x="31" y="0"/>
                    <a:pt x="31" y="0"/>
                    <a:pt x="31" y="0"/>
                  </a:cubicBezTo>
                  <a:cubicBezTo>
                    <a:pt x="13" y="0"/>
                    <a:pt x="13" y="0"/>
                    <a:pt x="13" y="0"/>
                  </a:cubicBezTo>
                  <a:cubicBezTo>
                    <a:pt x="6" y="0"/>
                    <a:pt x="0" y="6"/>
                    <a:pt x="0" y="13"/>
                  </a:cubicBezTo>
                  <a:cubicBezTo>
                    <a:pt x="0" y="126"/>
                    <a:pt x="0" y="126"/>
                    <a:pt x="0" y="126"/>
                  </a:cubicBezTo>
                  <a:cubicBezTo>
                    <a:pt x="0" y="133"/>
                    <a:pt x="6" y="139"/>
                    <a:pt x="13" y="139"/>
                  </a:cubicBezTo>
                  <a:cubicBezTo>
                    <a:pt x="125" y="139"/>
                    <a:pt x="125" y="139"/>
                    <a:pt x="125" y="139"/>
                  </a:cubicBezTo>
                  <a:cubicBezTo>
                    <a:pt x="132" y="139"/>
                    <a:pt x="138" y="133"/>
                    <a:pt x="138" y="126"/>
                  </a:cubicBezTo>
                  <a:cubicBezTo>
                    <a:pt x="138" y="40"/>
                    <a:pt x="138" y="40"/>
                    <a:pt x="138" y="40"/>
                  </a:cubicBezTo>
                  <a:cubicBezTo>
                    <a:pt x="138" y="38"/>
                    <a:pt x="137" y="37"/>
                    <a:pt x="136" y="35"/>
                  </a:cubicBezTo>
                  <a:close/>
                  <a:moveTo>
                    <a:pt x="117" y="110"/>
                  </a:moveTo>
                  <a:cubicBezTo>
                    <a:pt x="117" y="114"/>
                    <a:pt x="113" y="117"/>
                    <a:pt x="109" y="117"/>
                  </a:cubicBezTo>
                  <a:cubicBezTo>
                    <a:pt x="29" y="117"/>
                    <a:pt x="29" y="117"/>
                    <a:pt x="29" y="117"/>
                  </a:cubicBezTo>
                  <a:cubicBezTo>
                    <a:pt x="25" y="117"/>
                    <a:pt x="21" y="114"/>
                    <a:pt x="21" y="110"/>
                  </a:cubicBezTo>
                  <a:cubicBezTo>
                    <a:pt x="21" y="71"/>
                    <a:pt x="21" y="71"/>
                    <a:pt x="21" y="71"/>
                  </a:cubicBezTo>
                  <a:cubicBezTo>
                    <a:pt x="21" y="67"/>
                    <a:pt x="25" y="64"/>
                    <a:pt x="29" y="64"/>
                  </a:cubicBezTo>
                  <a:cubicBezTo>
                    <a:pt x="109" y="64"/>
                    <a:pt x="109" y="64"/>
                    <a:pt x="109" y="64"/>
                  </a:cubicBezTo>
                  <a:cubicBezTo>
                    <a:pt x="113" y="64"/>
                    <a:pt x="117" y="67"/>
                    <a:pt x="117" y="71"/>
                  </a:cubicBezTo>
                  <a:lnTo>
                    <a:pt x="117" y="110"/>
                  </a:ln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36" name="Freeform 75"/>
            <p:cNvSpPr>
              <a:spLocks/>
            </p:cNvSpPr>
            <p:nvPr/>
          </p:nvSpPr>
          <p:spPr bwMode="auto">
            <a:xfrm>
              <a:off x="7753061" y="3400566"/>
              <a:ext cx="407415" cy="57181"/>
            </a:xfrm>
            <a:custGeom>
              <a:avLst/>
              <a:gdLst>
                <a:gd name="T0" fmla="*/ 68 w 72"/>
                <a:gd name="T1" fmla="*/ 0 h 10"/>
                <a:gd name="T2" fmla="*/ 4 w 72"/>
                <a:gd name="T3" fmla="*/ 0 h 10"/>
                <a:gd name="T4" fmla="*/ 0 w 72"/>
                <a:gd name="T5" fmla="*/ 5 h 10"/>
                <a:gd name="T6" fmla="*/ 4 w 72"/>
                <a:gd name="T7" fmla="*/ 10 h 10"/>
                <a:gd name="T8" fmla="*/ 68 w 72"/>
                <a:gd name="T9" fmla="*/ 10 h 10"/>
                <a:gd name="T10" fmla="*/ 72 w 72"/>
                <a:gd name="T11" fmla="*/ 5 h 10"/>
                <a:gd name="T12" fmla="*/ 68 w 7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72" h="10">
                  <a:moveTo>
                    <a:pt x="68" y="0"/>
                  </a:moveTo>
                  <a:cubicBezTo>
                    <a:pt x="4" y="0"/>
                    <a:pt x="4" y="0"/>
                    <a:pt x="4" y="0"/>
                  </a:cubicBezTo>
                  <a:cubicBezTo>
                    <a:pt x="2" y="0"/>
                    <a:pt x="0" y="2"/>
                    <a:pt x="0" y="5"/>
                  </a:cubicBezTo>
                  <a:cubicBezTo>
                    <a:pt x="0" y="8"/>
                    <a:pt x="2" y="10"/>
                    <a:pt x="4" y="10"/>
                  </a:cubicBezTo>
                  <a:cubicBezTo>
                    <a:pt x="68" y="10"/>
                    <a:pt x="68" y="10"/>
                    <a:pt x="68" y="10"/>
                  </a:cubicBezTo>
                  <a:cubicBezTo>
                    <a:pt x="70" y="10"/>
                    <a:pt x="72" y="8"/>
                    <a:pt x="72" y="5"/>
                  </a:cubicBezTo>
                  <a:cubicBezTo>
                    <a:pt x="72" y="2"/>
                    <a:pt x="70" y="0"/>
                    <a:pt x="68"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37" name="Freeform 76"/>
            <p:cNvSpPr>
              <a:spLocks/>
            </p:cNvSpPr>
            <p:nvPr/>
          </p:nvSpPr>
          <p:spPr bwMode="auto">
            <a:xfrm>
              <a:off x="7805477" y="3507781"/>
              <a:ext cx="302583" cy="52416"/>
            </a:xfrm>
            <a:custGeom>
              <a:avLst/>
              <a:gdLst>
                <a:gd name="T0" fmla="*/ 50 w 54"/>
                <a:gd name="T1" fmla="*/ 0 h 9"/>
                <a:gd name="T2" fmla="*/ 4 w 54"/>
                <a:gd name="T3" fmla="*/ 0 h 9"/>
                <a:gd name="T4" fmla="*/ 0 w 54"/>
                <a:gd name="T5" fmla="*/ 4 h 9"/>
                <a:gd name="T6" fmla="*/ 4 w 54"/>
                <a:gd name="T7" fmla="*/ 9 h 9"/>
                <a:gd name="T8" fmla="*/ 50 w 54"/>
                <a:gd name="T9" fmla="*/ 9 h 9"/>
                <a:gd name="T10" fmla="*/ 54 w 54"/>
                <a:gd name="T11" fmla="*/ 4 h 9"/>
                <a:gd name="T12" fmla="*/ 50 w 54"/>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54" h="9">
                  <a:moveTo>
                    <a:pt x="50" y="0"/>
                  </a:moveTo>
                  <a:cubicBezTo>
                    <a:pt x="4" y="0"/>
                    <a:pt x="4" y="0"/>
                    <a:pt x="4" y="0"/>
                  </a:cubicBezTo>
                  <a:cubicBezTo>
                    <a:pt x="2" y="0"/>
                    <a:pt x="0" y="2"/>
                    <a:pt x="0" y="4"/>
                  </a:cubicBezTo>
                  <a:cubicBezTo>
                    <a:pt x="0" y="7"/>
                    <a:pt x="2" y="9"/>
                    <a:pt x="4" y="9"/>
                  </a:cubicBezTo>
                  <a:cubicBezTo>
                    <a:pt x="50" y="9"/>
                    <a:pt x="50" y="9"/>
                    <a:pt x="50" y="9"/>
                  </a:cubicBezTo>
                  <a:cubicBezTo>
                    <a:pt x="52" y="9"/>
                    <a:pt x="54" y="7"/>
                    <a:pt x="54" y="4"/>
                  </a:cubicBezTo>
                  <a:cubicBezTo>
                    <a:pt x="54" y="2"/>
                    <a:pt x="52" y="0"/>
                    <a:pt x="50"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grpSp>
      <p:sp>
        <p:nvSpPr>
          <p:cNvPr id="38" name="Freeform 84"/>
          <p:cNvSpPr>
            <a:spLocks noEditPoints="1"/>
          </p:cNvSpPr>
          <p:nvPr/>
        </p:nvSpPr>
        <p:spPr bwMode="auto">
          <a:xfrm>
            <a:off x="3387928" y="2985587"/>
            <a:ext cx="446784" cy="654158"/>
          </a:xfrm>
          <a:custGeom>
            <a:avLst/>
            <a:gdLst>
              <a:gd name="T0" fmla="*/ 109 w 112"/>
              <a:gd name="T1" fmla="*/ 41 h 163"/>
              <a:gd name="T2" fmla="*/ 107 w 112"/>
              <a:gd name="T3" fmla="*/ 34 h 163"/>
              <a:gd name="T4" fmla="*/ 55 w 112"/>
              <a:gd name="T5" fmla="*/ 0 h 163"/>
              <a:gd name="T6" fmla="*/ 0 w 112"/>
              <a:gd name="T7" fmla="*/ 51 h 163"/>
              <a:gd name="T8" fmla="*/ 0 w 112"/>
              <a:gd name="T9" fmla="*/ 57 h 163"/>
              <a:gd name="T10" fmla="*/ 0 w 112"/>
              <a:gd name="T11" fmla="*/ 62 h 163"/>
              <a:gd name="T12" fmla="*/ 24 w 112"/>
              <a:gd name="T13" fmla="*/ 111 h 163"/>
              <a:gd name="T14" fmla="*/ 56 w 112"/>
              <a:gd name="T15" fmla="*/ 163 h 163"/>
              <a:gd name="T16" fmla="*/ 75 w 112"/>
              <a:gd name="T17" fmla="*/ 130 h 163"/>
              <a:gd name="T18" fmla="*/ 81 w 112"/>
              <a:gd name="T19" fmla="*/ 120 h 163"/>
              <a:gd name="T20" fmla="*/ 85 w 112"/>
              <a:gd name="T21" fmla="*/ 114 h 163"/>
              <a:gd name="T22" fmla="*/ 112 w 112"/>
              <a:gd name="T23" fmla="*/ 58 h 163"/>
              <a:gd name="T24" fmla="*/ 112 w 112"/>
              <a:gd name="T25" fmla="*/ 50 h 163"/>
              <a:gd name="T26" fmla="*/ 109 w 112"/>
              <a:gd name="T27" fmla="*/ 41 h 163"/>
              <a:gd name="T28" fmla="*/ 56 w 112"/>
              <a:gd name="T29" fmla="*/ 75 h 163"/>
              <a:gd name="T30" fmla="*/ 36 w 112"/>
              <a:gd name="T31" fmla="*/ 62 h 163"/>
              <a:gd name="T32" fmla="*/ 36 w 112"/>
              <a:gd name="T33" fmla="*/ 57 h 163"/>
              <a:gd name="T34" fmla="*/ 36 w 112"/>
              <a:gd name="T35" fmla="*/ 52 h 163"/>
              <a:gd name="T36" fmla="*/ 56 w 112"/>
              <a:gd name="T37" fmla="*/ 34 h 163"/>
              <a:gd name="T38" fmla="*/ 77 w 112"/>
              <a:gd name="T39" fmla="*/ 55 h 163"/>
              <a:gd name="T40" fmla="*/ 56 w 112"/>
              <a:gd name="T41" fmla="*/ 75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2" h="163">
                <a:moveTo>
                  <a:pt x="109" y="41"/>
                </a:moveTo>
                <a:cubicBezTo>
                  <a:pt x="109" y="38"/>
                  <a:pt x="108" y="36"/>
                  <a:pt x="107" y="34"/>
                </a:cubicBezTo>
                <a:cubicBezTo>
                  <a:pt x="96" y="9"/>
                  <a:pt x="74" y="0"/>
                  <a:pt x="55" y="0"/>
                </a:cubicBezTo>
                <a:cubicBezTo>
                  <a:pt x="30" y="0"/>
                  <a:pt x="3" y="16"/>
                  <a:pt x="0" y="51"/>
                </a:cubicBezTo>
                <a:cubicBezTo>
                  <a:pt x="0" y="57"/>
                  <a:pt x="0" y="57"/>
                  <a:pt x="0" y="57"/>
                </a:cubicBezTo>
                <a:cubicBezTo>
                  <a:pt x="0" y="58"/>
                  <a:pt x="0" y="60"/>
                  <a:pt x="0" y="62"/>
                </a:cubicBezTo>
                <a:cubicBezTo>
                  <a:pt x="2" y="78"/>
                  <a:pt x="15" y="95"/>
                  <a:pt x="24" y="111"/>
                </a:cubicBezTo>
                <a:cubicBezTo>
                  <a:pt x="35" y="129"/>
                  <a:pt x="45" y="146"/>
                  <a:pt x="56" y="163"/>
                </a:cubicBezTo>
                <a:cubicBezTo>
                  <a:pt x="62" y="152"/>
                  <a:pt x="69" y="141"/>
                  <a:pt x="75" y="130"/>
                </a:cubicBezTo>
                <a:cubicBezTo>
                  <a:pt x="77" y="127"/>
                  <a:pt x="79" y="123"/>
                  <a:pt x="81" y="120"/>
                </a:cubicBezTo>
                <a:cubicBezTo>
                  <a:pt x="82" y="118"/>
                  <a:pt x="84" y="116"/>
                  <a:pt x="85" y="114"/>
                </a:cubicBezTo>
                <a:cubicBezTo>
                  <a:pt x="96" y="96"/>
                  <a:pt x="112" y="76"/>
                  <a:pt x="112" y="58"/>
                </a:cubicBezTo>
                <a:cubicBezTo>
                  <a:pt x="112" y="50"/>
                  <a:pt x="112" y="50"/>
                  <a:pt x="112" y="50"/>
                </a:cubicBezTo>
                <a:cubicBezTo>
                  <a:pt x="112" y="48"/>
                  <a:pt x="110" y="41"/>
                  <a:pt x="109" y="41"/>
                </a:cubicBezTo>
                <a:close/>
                <a:moveTo>
                  <a:pt x="56" y="75"/>
                </a:moveTo>
                <a:cubicBezTo>
                  <a:pt x="48" y="75"/>
                  <a:pt x="40" y="72"/>
                  <a:pt x="36" y="62"/>
                </a:cubicBezTo>
                <a:cubicBezTo>
                  <a:pt x="36" y="60"/>
                  <a:pt x="36" y="57"/>
                  <a:pt x="36" y="57"/>
                </a:cubicBezTo>
                <a:cubicBezTo>
                  <a:pt x="36" y="52"/>
                  <a:pt x="36" y="52"/>
                  <a:pt x="36" y="52"/>
                </a:cubicBezTo>
                <a:cubicBezTo>
                  <a:pt x="36" y="40"/>
                  <a:pt x="47" y="34"/>
                  <a:pt x="56" y="34"/>
                </a:cubicBezTo>
                <a:cubicBezTo>
                  <a:pt x="68" y="34"/>
                  <a:pt x="77" y="43"/>
                  <a:pt x="77" y="55"/>
                </a:cubicBezTo>
                <a:cubicBezTo>
                  <a:pt x="77" y="66"/>
                  <a:pt x="67" y="75"/>
                  <a:pt x="56" y="75"/>
                </a:cubicBezTo>
                <a:close/>
              </a:path>
            </a:pathLst>
          </a:custGeom>
          <a:solidFill>
            <a:srgbClr val="6D5DA5"/>
          </a:solidFill>
          <a:ln>
            <a:noFill/>
          </a:ln>
        </p:spPr>
        <p:txBody>
          <a:bodyPr vert="horz" wrap="square" lIns="91440" tIns="45720" rIns="91440" bIns="45720" numCol="1" anchor="t" anchorCtr="0" compatLnSpc="1">
            <a:prstTxWarp prst="textNoShape">
              <a:avLst/>
            </a:prstTxWarp>
          </a:bodyPr>
          <a:lstStyle/>
          <a:p>
            <a:endParaRPr lang="zh-CN" altLang="en-US" dirty="0">
              <a:solidFill>
                <a:schemeClr val="bg1"/>
              </a:solidFill>
            </a:endParaRPr>
          </a:p>
        </p:txBody>
      </p:sp>
      <p:sp>
        <p:nvSpPr>
          <p:cNvPr id="39" name="文本框 38"/>
          <p:cNvSpPr txBox="1"/>
          <p:nvPr/>
        </p:nvSpPr>
        <p:spPr>
          <a:xfrm>
            <a:off x="4561033" y="1308437"/>
            <a:ext cx="2856518" cy="830997"/>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ctr">
              <a:lnSpc>
                <a:spcPct val="120000"/>
              </a:lnSpc>
            </a:pPr>
            <a:r>
              <a:rPr lang="zh-CN" altLang="en-US" sz="1600" dirty="0">
                <a:solidFill>
                  <a:schemeClr val="tx1">
                    <a:lumMod val="65000"/>
                    <a:lumOff val="35000"/>
                  </a:schemeClr>
                </a:solidFill>
              </a:rPr>
              <a:t>添加内容添加内容</a:t>
            </a:r>
          </a:p>
        </p:txBody>
      </p:sp>
      <p:sp>
        <p:nvSpPr>
          <p:cNvPr id="40" name="文本框 39"/>
          <p:cNvSpPr txBox="1"/>
          <p:nvPr/>
        </p:nvSpPr>
        <p:spPr>
          <a:xfrm>
            <a:off x="-8868" y="2874803"/>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41" name="文本框 40"/>
          <p:cNvSpPr txBox="1"/>
          <p:nvPr/>
        </p:nvSpPr>
        <p:spPr>
          <a:xfrm>
            <a:off x="9415207" y="2568346"/>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42" name="文本框 41"/>
          <p:cNvSpPr txBox="1"/>
          <p:nvPr/>
        </p:nvSpPr>
        <p:spPr>
          <a:xfrm>
            <a:off x="7957951" y="4175311"/>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43" name="文本框 42"/>
          <p:cNvSpPr txBox="1"/>
          <p:nvPr/>
        </p:nvSpPr>
        <p:spPr>
          <a:xfrm>
            <a:off x="4150063" y="5761888"/>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44"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五项并列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627007369"/>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38"/>
          <p:cNvSpPr>
            <a:spLocks noEditPoints="1"/>
          </p:cNvSpPr>
          <p:nvPr/>
        </p:nvSpPr>
        <p:spPr bwMode="auto">
          <a:xfrm>
            <a:off x="8961011" y="2885936"/>
            <a:ext cx="1617749" cy="2006104"/>
          </a:xfrm>
          <a:custGeom>
            <a:avLst/>
            <a:gdLst>
              <a:gd name="T0" fmla="*/ 210 w 287"/>
              <a:gd name="T1" fmla="*/ 252 h 354"/>
              <a:gd name="T2" fmla="*/ 210 w 287"/>
              <a:gd name="T3" fmla="*/ 252 h 354"/>
              <a:gd name="T4" fmla="*/ 143 w 287"/>
              <a:gd name="T5" fmla="*/ 334 h 354"/>
              <a:gd name="T6" fmla="*/ 77 w 287"/>
              <a:gd name="T7" fmla="*/ 252 h 354"/>
              <a:gd name="T8" fmla="*/ 77 w 287"/>
              <a:gd name="T9" fmla="*/ 272 h 354"/>
              <a:gd name="T10" fmla="*/ 143 w 287"/>
              <a:gd name="T11" fmla="*/ 354 h 354"/>
              <a:gd name="T12" fmla="*/ 210 w 287"/>
              <a:gd name="T13" fmla="*/ 272 h 354"/>
              <a:gd name="T14" fmla="*/ 210 w 287"/>
              <a:gd name="T15" fmla="*/ 252 h 354"/>
              <a:gd name="T16" fmla="*/ 287 w 287"/>
              <a:gd name="T17" fmla="*/ 190 h 354"/>
              <a:gd name="T18" fmla="*/ 249 w 287"/>
              <a:gd name="T19" fmla="*/ 229 h 354"/>
              <a:gd name="T20" fmla="*/ 184 w 287"/>
              <a:gd name="T21" fmla="*/ 229 h 354"/>
              <a:gd name="T22" fmla="*/ 184 w 287"/>
              <a:gd name="T23" fmla="*/ 248 h 354"/>
              <a:gd name="T24" fmla="*/ 249 w 287"/>
              <a:gd name="T25" fmla="*/ 248 h 354"/>
              <a:gd name="T26" fmla="*/ 287 w 287"/>
              <a:gd name="T27" fmla="*/ 210 h 354"/>
              <a:gd name="T28" fmla="*/ 287 w 287"/>
              <a:gd name="T29" fmla="*/ 190 h 354"/>
              <a:gd name="T30" fmla="*/ 0 w 287"/>
              <a:gd name="T31" fmla="*/ 0 h 354"/>
              <a:gd name="T32" fmla="*/ 0 w 287"/>
              <a:gd name="T33" fmla="*/ 0 h 354"/>
              <a:gd name="T34" fmla="*/ 0 w 287"/>
              <a:gd name="T35" fmla="*/ 210 h 354"/>
              <a:gd name="T36" fmla="*/ 38 w 287"/>
              <a:gd name="T37" fmla="*/ 248 h 354"/>
              <a:gd name="T38" fmla="*/ 103 w 287"/>
              <a:gd name="T39" fmla="*/ 248 h 354"/>
              <a:gd name="T40" fmla="*/ 103 w 287"/>
              <a:gd name="T41" fmla="*/ 252 h 354"/>
              <a:gd name="T42" fmla="*/ 103 w 287"/>
              <a:gd name="T43" fmla="*/ 229 h 354"/>
              <a:gd name="T44" fmla="*/ 38 w 287"/>
              <a:gd name="T45" fmla="*/ 229 h 354"/>
              <a:gd name="T46" fmla="*/ 0 w 287"/>
              <a:gd name="T47" fmla="*/ 190 h 354"/>
              <a:gd name="T48" fmla="*/ 0 w 287"/>
              <a:gd name="T49" fmla="*/ 0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87" h="354">
                <a:moveTo>
                  <a:pt x="210" y="252"/>
                </a:moveTo>
                <a:cubicBezTo>
                  <a:pt x="210" y="252"/>
                  <a:pt x="210" y="252"/>
                  <a:pt x="210" y="252"/>
                </a:cubicBezTo>
                <a:cubicBezTo>
                  <a:pt x="143" y="334"/>
                  <a:pt x="143" y="334"/>
                  <a:pt x="143" y="334"/>
                </a:cubicBezTo>
                <a:cubicBezTo>
                  <a:pt x="77" y="252"/>
                  <a:pt x="77" y="252"/>
                  <a:pt x="77" y="252"/>
                </a:cubicBezTo>
                <a:cubicBezTo>
                  <a:pt x="77" y="272"/>
                  <a:pt x="77" y="272"/>
                  <a:pt x="77" y="272"/>
                </a:cubicBezTo>
                <a:cubicBezTo>
                  <a:pt x="143" y="354"/>
                  <a:pt x="143" y="354"/>
                  <a:pt x="143" y="354"/>
                </a:cubicBezTo>
                <a:cubicBezTo>
                  <a:pt x="210" y="272"/>
                  <a:pt x="210" y="272"/>
                  <a:pt x="210" y="272"/>
                </a:cubicBezTo>
                <a:cubicBezTo>
                  <a:pt x="210" y="252"/>
                  <a:pt x="210" y="252"/>
                  <a:pt x="210" y="252"/>
                </a:cubicBezTo>
                <a:moveTo>
                  <a:pt x="287" y="190"/>
                </a:moveTo>
                <a:cubicBezTo>
                  <a:pt x="287" y="212"/>
                  <a:pt x="270" y="229"/>
                  <a:pt x="249" y="229"/>
                </a:cubicBezTo>
                <a:cubicBezTo>
                  <a:pt x="184" y="229"/>
                  <a:pt x="184" y="229"/>
                  <a:pt x="184" y="229"/>
                </a:cubicBezTo>
                <a:cubicBezTo>
                  <a:pt x="184" y="248"/>
                  <a:pt x="184" y="248"/>
                  <a:pt x="184" y="248"/>
                </a:cubicBezTo>
                <a:cubicBezTo>
                  <a:pt x="249" y="248"/>
                  <a:pt x="249" y="248"/>
                  <a:pt x="249" y="248"/>
                </a:cubicBezTo>
                <a:cubicBezTo>
                  <a:pt x="270" y="248"/>
                  <a:pt x="287" y="231"/>
                  <a:pt x="287" y="210"/>
                </a:cubicBezTo>
                <a:cubicBezTo>
                  <a:pt x="287" y="190"/>
                  <a:pt x="287" y="190"/>
                  <a:pt x="287" y="190"/>
                </a:cubicBezTo>
                <a:moveTo>
                  <a:pt x="0" y="0"/>
                </a:moveTo>
                <a:cubicBezTo>
                  <a:pt x="0" y="0"/>
                  <a:pt x="0" y="0"/>
                  <a:pt x="0" y="0"/>
                </a:cubicBezTo>
                <a:cubicBezTo>
                  <a:pt x="0" y="210"/>
                  <a:pt x="0" y="210"/>
                  <a:pt x="0" y="210"/>
                </a:cubicBezTo>
                <a:cubicBezTo>
                  <a:pt x="0" y="231"/>
                  <a:pt x="17" y="248"/>
                  <a:pt x="38" y="248"/>
                </a:cubicBezTo>
                <a:cubicBezTo>
                  <a:pt x="103" y="248"/>
                  <a:pt x="103" y="248"/>
                  <a:pt x="103" y="248"/>
                </a:cubicBezTo>
                <a:cubicBezTo>
                  <a:pt x="103" y="252"/>
                  <a:pt x="103" y="252"/>
                  <a:pt x="103" y="252"/>
                </a:cubicBezTo>
                <a:cubicBezTo>
                  <a:pt x="103" y="229"/>
                  <a:pt x="103" y="229"/>
                  <a:pt x="103" y="229"/>
                </a:cubicBezTo>
                <a:cubicBezTo>
                  <a:pt x="38" y="229"/>
                  <a:pt x="38" y="229"/>
                  <a:pt x="38" y="229"/>
                </a:cubicBezTo>
                <a:cubicBezTo>
                  <a:pt x="17" y="229"/>
                  <a:pt x="0" y="212"/>
                  <a:pt x="0" y="190"/>
                </a:cubicBezTo>
                <a:cubicBezTo>
                  <a:pt x="0" y="0"/>
                  <a:pt x="0" y="0"/>
                  <a:pt x="0" y="0"/>
                </a:cubicBezTo>
              </a:path>
            </a:pathLst>
          </a:custGeom>
          <a:solidFill>
            <a:srgbClr val="D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 name="Freeform 39"/>
          <p:cNvSpPr>
            <a:spLocks/>
          </p:cNvSpPr>
          <p:nvPr/>
        </p:nvSpPr>
        <p:spPr bwMode="auto">
          <a:xfrm>
            <a:off x="8961011" y="2557145"/>
            <a:ext cx="1617749" cy="2220533"/>
          </a:xfrm>
          <a:custGeom>
            <a:avLst/>
            <a:gdLst>
              <a:gd name="T0" fmla="*/ 249 w 287"/>
              <a:gd name="T1" fmla="*/ 0 h 392"/>
              <a:gd name="T2" fmla="*/ 38 w 287"/>
              <a:gd name="T3" fmla="*/ 0 h 392"/>
              <a:gd name="T4" fmla="*/ 0 w 287"/>
              <a:gd name="T5" fmla="*/ 39 h 392"/>
              <a:gd name="T6" fmla="*/ 0 w 287"/>
              <a:gd name="T7" fmla="*/ 248 h 392"/>
              <a:gd name="T8" fmla="*/ 38 w 287"/>
              <a:gd name="T9" fmla="*/ 287 h 392"/>
              <a:gd name="T10" fmla="*/ 103 w 287"/>
              <a:gd name="T11" fmla="*/ 287 h 392"/>
              <a:gd name="T12" fmla="*/ 103 w 287"/>
              <a:gd name="T13" fmla="*/ 310 h 392"/>
              <a:gd name="T14" fmla="*/ 77 w 287"/>
              <a:gd name="T15" fmla="*/ 310 h 392"/>
              <a:gd name="T16" fmla="*/ 143 w 287"/>
              <a:gd name="T17" fmla="*/ 392 h 392"/>
              <a:gd name="T18" fmla="*/ 210 w 287"/>
              <a:gd name="T19" fmla="*/ 310 h 392"/>
              <a:gd name="T20" fmla="*/ 184 w 287"/>
              <a:gd name="T21" fmla="*/ 310 h 392"/>
              <a:gd name="T22" fmla="*/ 184 w 287"/>
              <a:gd name="T23" fmla="*/ 287 h 392"/>
              <a:gd name="T24" fmla="*/ 249 w 287"/>
              <a:gd name="T25" fmla="*/ 287 h 392"/>
              <a:gd name="T26" fmla="*/ 287 w 287"/>
              <a:gd name="T27" fmla="*/ 248 h 392"/>
              <a:gd name="T28" fmla="*/ 287 w 287"/>
              <a:gd name="T29" fmla="*/ 39 h 392"/>
              <a:gd name="T30" fmla="*/ 249 w 287"/>
              <a:gd name="T31" fmla="*/ 0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7" h="392">
                <a:moveTo>
                  <a:pt x="249" y="0"/>
                </a:moveTo>
                <a:cubicBezTo>
                  <a:pt x="38" y="0"/>
                  <a:pt x="38" y="0"/>
                  <a:pt x="38" y="0"/>
                </a:cubicBezTo>
                <a:cubicBezTo>
                  <a:pt x="17" y="0"/>
                  <a:pt x="0" y="17"/>
                  <a:pt x="0" y="39"/>
                </a:cubicBezTo>
                <a:cubicBezTo>
                  <a:pt x="0" y="248"/>
                  <a:pt x="0" y="248"/>
                  <a:pt x="0" y="248"/>
                </a:cubicBezTo>
                <a:cubicBezTo>
                  <a:pt x="0" y="270"/>
                  <a:pt x="17" y="287"/>
                  <a:pt x="38" y="287"/>
                </a:cubicBezTo>
                <a:cubicBezTo>
                  <a:pt x="103" y="287"/>
                  <a:pt x="103" y="287"/>
                  <a:pt x="103" y="287"/>
                </a:cubicBezTo>
                <a:cubicBezTo>
                  <a:pt x="103" y="310"/>
                  <a:pt x="103" y="310"/>
                  <a:pt x="103" y="310"/>
                </a:cubicBezTo>
                <a:cubicBezTo>
                  <a:pt x="77" y="310"/>
                  <a:pt x="77" y="310"/>
                  <a:pt x="77" y="310"/>
                </a:cubicBezTo>
                <a:cubicBezTo>
                  <a:pt x="143" y="392"/>
                  <a:pt x="143" y="392"/>
                  <a:pt x="143" y="392"/>
                </a:cubicBezTo>
                <a:cubicBezTo>
                  <a:pt x="210" y="310"/>
                  <a:pt x="210" y="310"/>
                  <a:pt x="210" y="310"/>
                </a:cubicBezTo>
                <a:cubicBezTo>
                  <a:pt x="184" y="310"/>
                  <a:pt x="184" y="310"/>
                  <a:pt x="184" y="310"/>
                </a:cubicBezTo>
                <a:cubicBezTo>
                  <a:pt x="184" y="287"/>
                  <a:pt x="184" y="287"/>
                  <a:pt x="184" y="287"/>
                </a:cubicBezTo>
                <a:cubicBezTo>
                  <a:pt x="249" y="287"/>
                  <a:pt x="249" y="287"/>
                  <a:pt x="249" y="287"/>
                </a:cubicBezTo>
                <a:cubicBezTo>
                  <a:pt x="270" y="287"/>
                  <a:pt x="287" y="270"/>
                  <a:pt x="287" y="248"/>
                </a:cubicBezTo>
                <a:cubicBezTo>
                  <a:pt x="287" y="39"/>
                  <a:pt x="287" y="39"/>
                  <a:pt x="287" y="39"/>
                </a:cubicBezTo>
                <a:cubicBezTo>
                  <a:pt x="287" y="17"/>
                  <a:pt x="270" y="0"/>
                  <a:pt x="249" y="0"/>
                </a:cubicBezTo>
              </a:path>
            </a:pathLst>
          </a:custGeom>
          <a:gradFill>
            <a:gsLst>
              <a:gs pos="0">
                <a:srgbClr val="F39800"/>
              </a:gs>
              <a:gs pos="93000">
                <a:srgbClr val="E60012"/>
              </a:gs>
            </a:gsLst>
            <a:lin ang="2700000" scaled="0"/>
          </a:gradFill>
          <a:ln w="28575" cap="flat">
            <a:no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zh-CN" altLang="en-US"/>
          </a:p>
        </p:txBody>
      </p:sp>
      <p:sp>
        <p:nvSpPr>
          <p:cNvPr id="6" name="Rectangle 40"/>
          <p:cNvSpPr>
            <a:spLocks noChangeArrowheads="1"/>
          </p:cNvSpPr>
          <p:nvPr/>
        </p:nvSpPr>
        <p:spPr bwMode="auto">
          <a:xfrm>
            <a:off x="9175440" y="2885936"/>
            <a:ext cx="1188890" cy="1188890"/>
          </a:xfrm>
          <a:prstGeom prst="rect">
            <a:avLst/>
          </a:prstGeom>
          <a:solidFill>
            <a:srgbClr val="000000">
              <a:alpha val="14902"/>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 name="Rectangle 41"/>
          <p:cNvSpPr>
            <a:spLocks noChangeArrowheads="1"/>
          </p:cNvSpPr>
          <p:nvPr/>
        </p:nvSpPr>
        <p:spPr bwMode="auto">
          <a:xfrm>
            <a:off x="9175440" y="2885936"/>
            <a:ext cx="1188890" cy="11888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Rectangle 42"/>
          <p:cNvSpPr>
            <a:spLocks noChangeArrowheads="1"/>
          </p:cNvSpPr>
          <p:nvPr/>
        </p:nvSpPr>
        <p:spPr bwMode="auto">
          <a:xfrm>
            <a:off x="9175440" y="2776339"/>
            <a:ext cx="1188890" cy="1186508"/>
          </a:xfrm>
          <a:prstGeom prst="rect">
            <a:avLst/>
          </a:prstGeom>
          <a:solidFill>
            <a:srgbClr val="F0F0F0"/>
          </a:solidFill>
          <a:ln w="28575" cap="flat">
            <a:gradFill>
              <a:gsLst>
                <a:gs pos="0">
                  <a:schemeClr val="bg1"/>
                </a:gs>
                <a:gs pos="100000">
                  <a:srgbClr val="DDDDDD"/>
                </a:gs>
              </a:gsLst>
              <a:lin ang="5400000" scaled="1"/>
            </a:gradFill>
            <a:prstDash val="solid"/>
            <a:miter lim="800000"/>
            <a:headEnd/>
            <a:tailEnd/>
          </a:ln>
          <a:effectLst>
            <a:outerShdw blurRad="228600" dist="228600" dir="5400000" algn="t" rotWithShape="0">
              <a:schemeClr val="tx1">
                <a:lumMod val="85000"/>
                <a:lumOff val="15000"/>
                <a:alpha val="28000"/>
              </a:schemeClr>
            </a:outerShdw>
          </a:effec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 name="Rectangle 43"/>
          <p:cNvSpPr>
            <a:spLocks noChangeArrowheads="1"/>
          </p:cNvSpPr>
          <p:nvPr/>
        </p:nvSpPr>
        <p:spPr bwMode="auto">
          <a:xfrm>
            <a:off x="9542353" y="4184424"/>
            <a:ext cx="455066" cy="107215"/>
          </a:xfrm>
          <a:prstGeom prst="rect">
            <a:avLst/>
          </a:prstGeom>
          <a:solidFill>
            <a:srgbClr val="000000">
              <a:alpha val="14902"/>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 name="Rectangle 44"/>
          <p:cNvSpPr>
            <a:spLocks noChangeArrowheads="1"/>
          </p:cNvSpPr>
          <p:nvPr/>
        </p:nvSpPr>
        <p:spPr bwMode="auto">
          <a:xfrm>
            <a:off x="9542353" y="4184424"/>
            <a:ext cx="455066" cy="107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3" name="组合 2"/>
          <p:cNvGrpSpPr/>
          <p:nvPr/>
        </p:nvGrpSpPr>
        <p:grpSpPr>
          <a:xfrm>
            <a:off x="9349366" y="2935970"/>
            <a:ext cx="857717" cy="867247"/>
            <a:chOff x="9349366" y="2935970"/>
            <a:chExt cx="857717" cy="867247"/>
          </a:xfrm>
        </p:grpSpPr>
        <p:sp>
          <p:nvSpPr>
            <p:cNvPr id="11" name="Freeform 45"/>
            <p:cNvSpPr>
              <a:spLocks noEditPoints="1"/>
            </p:cNvSpPr>
            <p:nvPr/>
          </p:nvSpPr>
          <p:spPr bwMode="auto">
            <a:xfrm>
              <a:off x="9349366" y="2935970"/>
              <a:ext cx="857717" cy="867247"/>
            </a:xfrm>
            <a:custGeom>
              <a:avLst/>
              <a:gdLst>
                <a:gd name="T0" fmla="*/ 76 w 152"/>
                <a:gd name="T1" fmla="*/ 0 h 153"/>
                <a:gd name="T2" fmla="*/ 0 w 152"/>
                <a:gd name="T3" fmla="*/ 77 h 153"/>
                <a:gd name="T4" fmla="*/ 76 w 152"/>
                <a:gd name="T5" fmla="*/ 153 h 153"/>
                <a:gd name="T6" fmla="*/ 152 w 152"/>
                <a:gd name="T7" fmla="*/ 77 h 153"/>
                <a:gd name="T8" fmla="*/ 76 w 152"/>
                <a:gd name="T9" fmla="*/ 0 h 153"/>
                <a:gd name="T10" fmla="*/ 76 w 152"/>
                <a:gd name="T11" fmla="*/ 137 h 153"/>
                <a:gd name="T12" fmla="*/ 16 w 152"/>
                <a:gd name="T13" fmla="*/ 77 h 153"/>
                <a:gd name="T14" fmla="*/ 76 w 152"/>
                <a:gd name="T15" fmla="*/ 16 h 153"/>
                <a:gd name="T16" fmla="*/ 136 w 152"/>
                <a:gd name="T17" fmla="*/ 77 h 153"/>
                <a:gd name="T18" fmla="*/ 76 w 152"/>
                <a:gd name="T19" fmla="*/ 137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2" h="153">
                  <a:moveTo>
                    <a:pt x="76" y="0"/>
                  </a:moveTo>
                  <a:cubicBezTo>
                    <a:pt x="34" y="0"/>
                    <a:pt x="0" y="34"/>
                    <a:pt x="0" y="77"/>
                  </a:cubicBezTo>
                  <a:cubicBezTo>
                    <a:pt x="0" y="119"/>
                    <a:pt x="34" y="153"/>
                    <a:pt x="76" y="153"/>
                  </a:cubicBezTo>
                  <a:cubicBezTo>
                    <a:pt x="118" y="153"/>
                    <a:pt x="152" y="119"/>
                    <a:pt x="152" y="77"/>
                  </a:cubicBezTo>
                  <a:cubicBezTo>
                    <a:pt x="152" y="34"/>
                    <a:pt x="118" y="0"/>
                    <a:pt x="76" y="0"/>
                  </a:cubicBezTo>
                  <a:close/>
                  <a:moveTo>
                    <a:pt x="76" y="137"/>
                  </a:moveTo>
                  <a:cubicBezTo>
                    <a:pt x="43" y="137"/>
                    <a:pt x="16" y="110"/>
                    <a:pt x="16" y="77"/>
                  </a:cubicBezTo>
                  <a:cubicBezTo>
                    <a:pt x="16" y="43"/>
                    <a:pt x="43" y="16"/>
                    <a:pt x="76" y="16"/>
                  </a:cubicBezTo>
                  <a:cubicBezTo>
                    <a:pt x="109" y="16"/>
                    <a:pt x="136" y="43"/>
                    <a:pt x="136" y="77"/>
                  </a:cubicBezTo>
                  <a:cubicBezTo>
                    <a:pt x="136" y="110"/>
                    <a:pt x="109" y="137"/>
                    <a:pt x="76" y="137"/>
                  </a:cubicBez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 name="Freeform 46"/>
            <p:cNvSpPr>
              <a:spLocks/>
            </p:cNvSpPr>
            <p:nvPr/>
          </p:nvSpPr>
          <p:spPr bwMode="auto">
            <a:xfrm>
              <a:off x="9704366" y="3326707"/>
              <a:ext cx="140570" cy="312114"/>
            </a:xfrm>
            <a:custGeom>
              <a:avLst/>
              <a:gdLst>
                <a:gd name="T0" fmla="*/ 21 w 25"/>
                <a:gd name="T1" fmla="*/ 0 h 55"/>
                <a:gd name="T2" fmla="*/ 5 w 25"/>
                <a:gd name="T3" fmla="*/ 0 h 55"/>
                <a:gd name="T4" fmla="*/ 0 w 25"/>
                <a:gd name="T5" fmla="*/ 5 h 55"/>
                <a:gd name="T6" fmla="*/ 0 w 25"/>
                <a:gd name="T7" fmla="*/ 51 h 55"/>
                <a:gd name="T8" fmla="*/ 5 w 25"/>
                <a:gd name="T9" fmla="*/ 55 h 55"/>
                <a:gd name="T10" fmla="*/ 21 w 25"/>
                <a:gd name="T11" fmla="*/ 55 h 55"/>
                <a:gd name="T12" fmla="*/ 25 w 25"/>
                <a:gd name="T13" fmla="*/ 51 h 55"/>
                <a:gd name="T14" fmla="*/ 25 w 25"/>
                <a:gd name="T15" fmla="*/ 5 h 55"/>
                <a:gd name="T16" fmla="*/ 21 w 25"/>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55">
                  <a:moveTo>
                    <a:pt x="21" y="0"/>
                  </a:moveTo>
                  <a:cubicBezTo>
                    <a:pt x="5" y="0"/>
                    <a:pt x="5" y="0"/>
                    <a:pt x="5" y="0"/>
                  </a:cubicBezTo>
                  <a:cubicBezTo>
                    <a:pt x="2" y="0"/>
                    <a:pt x="0" y="2"/>
                    <a:pt x="0" y="5"/>
                  </a:cubicBezTo>
                  <a:cubicBezTo>
                    <a:pt x="0" y="51"/>
                    <a:pt x="0" y="51"/>
                    <a:pt x="0" y="51"/>
                  </a:cubicBezTo>
                  <a:cubicBezTo>
                    <a:pt x="0" y="53"/>
                    <a:pt x="2" y="55"/>
                    <a:pt x="5" y="55"/>
                  </a:cubicBezTo>
                  <a:cubicBezTo>
                    <a:pt x="21" y="55"/>
                    <a:pt x="21" y="55"/>
                    <a:pt x="21" y="55"/>
                  </a:cubicBezTo>
                  <a:cubicBezTo>
                    <a:pt x="23" y="55"/>
                    <a:pt x="25" y="53"/>
                    <a:pt x="25" y="51"/>
                  </a:cubicBezTo>
                  <a:cubicBezTo>
                    <a:pt x="25" y="5"/>
                    <a:pt x="25" y="5"/>
                    <a:pt x="25" y="5"/>
                  </a:cubicBezTo>
                  <a:cubicBezTo>
                    <a:pt x="25" y="2"/>
                    <a:pt x="23" y="0"/>
                    <a:pt x="21" y="0"/>
                  </a:cubicBez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 name="Oval 47"/>
            <p:cNvSpPr>
              <a:spLocks noChangeArrowheads="1"/>
            </p:cNvSpPr>
            <p:nvPr/>
          </p:nvSpPr>
          <p:spPr bwMode="auto">
            <a:xfrm>
              <a:off x="9699601" y="3100365"/>
              <a:ext cx="157248" cy="152483"/>
            </a:xfrm>
            <a:prstGeom prst="ellipse">
              <a:avLst/>
            </a:pr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sp>
        <p:nvSpPr>
          <p:cNvPr id="14" name="Freeform 48"/>
          <p:cNvSpPr>
            <a:spLocks noEditPoints="1"/>
          </p:cNvSpPr>
          <p:nvPr/>
        </p:nvSpPr>
        <p:spPr bwMode="auto">
          <a:xfrm>
            <a:off x="1613240" y="2885936"/>
            <a:ext cx="1617749" cy="2006104"/>
          </a:xfrm>
          <a:custGeom>
            <a:avLst/>
            <a:gdLst>
              <a:gd name="T0" fmla="*/ 210 w 287"/>
              <a:gd name="T1" fmla="*/ 252 h 354"/>
              <a:gd name="T2" fmla="*/ 210 w 287"/>
              <a:gd name="T3" fmla="*/ 252 h 354"/>
              <a:gd name="T4" fmla="*/ 143 w 287"/>
              <a:gd name="T5" fmla="*/ 334 h 354"/>
              <a:gd name="T6" fmla="*/ 77 w 287"/>
              <a:gd name="T7" fmla="*/ 252 h 354"/>
              <a:gd name="T8" fmla="*/ 77 w 287"/>
              <a:gd name="T9" fmla="*/ 272 h 354"/>
              <a:gd name="T10" fmla="*/ 143 w 287"/>
              <a:gd name="T11" fmla="*/ 354 h 354"/>
              <a:gd name="T12" fmla="*/ 210 w 287"/>
              <a:gd name="T13" fmla="*/ 272 h 354"/>
              <a:gd name="T14" fmla="*/ 210 w 287"/>
              <a:gd name="T15" fmla="*/ 252 h 354"/>
              <a:gd name="T16" fmla="*/ 287 w 287"/>
              <a:gd name="T17" fmla="*/ 190 h 354"/>
              <a:gd name="T18" fmla="*/ 248 w 287"/>
              <a:gd name="T19" fmla="*/ 229 h 354"/>
              <a:gd name="T20" fmla="*/ 184 w 287"/>
              <a:gd name="T21" fmla="*/ 229 h 354"/>
              <a:gd name="T22" fmla="*/ 184 w 287"/>
              <a:gd name="T23" fmla="*/ 248 h 354"/>
              <a:gd name="T24" fmla="*/ 248 w 287"/>
              <a:gd name="T25" fmla="*/ 248 h 354"/>
              <a:gd name="T26" fmla="*/ 287 w 287"/>
              <a:gd name="T27" fmla="*/ 210 h 354"/>
              <a:gd name="T28" fmla="*/ 287 w 287"/>
              <a:gd name="T29" fmla="*/ 190 h 354"/>
              <a:gd name="T30" fmla="*/ 0 w 287"/>
              <a:gd name="T31" fmla="*/ 0 h 354"/>
              <a:gd name="T32" fmla="*/ 0 w 287"/>
              <a:gd name="T33" fmla="*/ 0 h 354"/>
              <a:gd name="T34" fmla="*/ 0 w 287"/>
              <a:gd name="T35" fmla="*/ 210 h 354"/>
              <a:gd name="T36" fmla="*/ 38 w 287"/>
              <a:gd name="T37" fmla="*/ 248 h 354"/>
              <a:gd name="T38" fmla="*/ 103 w 287"/>
              <a:gd name="T39" fmla="*/ 248 h 354"/>
              <a:gd name="T40" fmla="*/ 103 w 287"/>
              <a:gd name="T41" fmla="*/ 252 h 354"/>
              <a:gd name="T42" fmla="*/ 103 w 287"/>
              <a:gd name="T43" fmla="*/ 229 h 354"/>
              <a:gd name="T44" fmla="*/ 38 w 287"/>
              <a:gd name="T45" fmla="*/ 229 h 354"/>
              <a:gd name="T46" fmla="*/ 0 w 287"/>
              <a:gd name="T47" fmla="*/ 190 h 354"/>
              <a:gd name="T48" fmla="*/ 0 w 287"/>
              <a:gd name="T49" fmla="*/ 0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87" h="354">
                <a:moveTo>
                  <a:pt x="210" y="252"/>
                </a:moveTo>
                <a:cubicBezTo>
                  <a:pt x="210" y="252"/>
                  <a:pt x="210" y="252"/>
                  <a:pt x="210" y="252"/>
                </a:cubicBezTo>
                <a:cubicBezTo>
                  <a:pt x="143" y="334"/>
                  <a:pt x="143" y="334"/>
                  <a:pt x="143" y="334"/>
                </a:cubicBezTo>
                <a:cubicBezTo>
                  <a:pt x="77" y="252"/>
                  <a:pt x="77" y="252"/>
                  <a:pt x="77" y="252"/>
                </a:cubicBezTo>
                <a:cubicBezTo>
                  <a:pt x="77" y="272"/>
                  <a:pt x="77" y="272"/>
                  <a:pt x="77" y="272"/>
                </a:cubicBezTo>
                <a:cubicBezTo>
                  <a:pt x="143" y="354"/>
                  <a:pt x="143" y="354"/>
                  <a:pt x="143" y="354"/>
                </a:cubicBezTo>
                <a:cubicBezTo>
                  <a:pt x="210" y="272"/>
                  <a:pt x="210" y="272"/>
                  <a:pt x="210" y="272"/>
                </a:cubicBezTo>
                <a:cubicBezTo>
                  <a:pt x="210" y="252"/>
                  <a:pt x="210" y="252"/>
                  <a:pt x="210" y="252"/>
                </a:cubicBezTo>
                <a:moveTo>
                  <a:pt x="287" y="190"/>
                </a:moveTo>
                <a:cubicBezTo>
                  <a:pt x="287" y="212"/>
                  <a:pt x="270" y="229"/>
                  <a:pt x="248" y="229"/>
                </a:cubicBezTo>
                <a:cubicBezTo>
                  <a:pt x="184" y="229"/>
                  <a:pt x="184" y="229"/>
                  <a:pt x="184" y="229"/>
                </a:cubicBezTo>
                <a:cubicBezTo>
                  <a:pt x="184" y="248"/>
                  <a:pt x="184" y="248"/>
                  <a:pt x="184" y="248"/>
                </a:cubicBezTo>
                <a:cubicBezTo>
                  <a:pt x="248" y="248"/>
                  <a:pt x="248" y="248"/>
                  <a:pt x="248" y="248"/>
                </a:cubicBezTo>
                <a:cubicBezTo>
                  <a:pt x="270" y="248"/>
                  <a:pt x="287" y="231"/>
                  <a:pt x="287" y="210"/>
                </a:cubicBezTo>
                <a:cubicBezTo>
                  <a:pt x="287" y="190"/>
                  <a:pt x="287" y="190"/>
                  <a:pt x="287" y="190"/>
                </a:cubicBezTo>
                <a:moveTo>
                  <a:pt x="0" y="0"/>
                </a:moveTo>
                <a:cubicBezTo>
                  <a:pt x="0" y="0"/>
                  <a:pt x="0" y="0"/>
                  <a:pt x="0" y="0"/>
                </a:cubicBezTo>
                <a:cubicBezTo>
                  <a:pt x="0" y="210"/>
                  <a:pt x="0" y="210"/>
                  <a:pt x="0" y="210"/>
                </a:cubicBezTo>
                <a:cubicBezTo>
                  <a:pt x="0" y="231"/>
                  <a:pt x="17" y="248"/>
                  <a:pt x="38" y="248"/>
                </a:cubicBezTo>
                <a:cubicBezTo>
                  <a:pt x="103" y="248"/>
                  <a:pt x="103" y="248"/>
                  <a:pt x="103" y="248"/>
                </a:cubicBezTo>
                <a:cubicBezTo>
                  <a:pt x="103" y="252"/>
                  <a:pt x="103" y="252"/>
                  <a:pt x="103" y="252"/>
                </a:cubicBezTo>
                <a:cubicBezTo>
                  <a:pt x="103" y="229"/>
                  <a:pt x="103" y="229"/>
                  <a:pt x="103" y="229"/>
                </a:cubicBezTo>
                <a:cubicBezTo>
                  <a:pt x="38" y="229"/>
                  <a:pt x="38" y="229"/>
                  <a:pt x="38" y="229"/>
                </a:cubicBezTo>
                <a:cubicBezTo>
                  <a:pt x="17" y="229"/>
                  <a:pt x="0" y="212"/>
                  <a:pt x="0" y="190"/>
                </a:cubicBezTo>
                <a:cubicBezTo>
                  <a:pt x="0" y="0"/>
                  <a:pt x="0" y="0"/>
                  <a:pt x="0" y="0"/>
                </a:cubicBezTo>
              </a:path>
            </a:pathLst>
          </a:custGeom>
          <a:solidFill>
            <a:srgbClr val="D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49"/>
          <p:cNvSpPr>
            <a:spLocks/>
          </p:cNvSpPr>
          <p:nvPr/>
        </p:nvSpPr>
        <p:spPr bwMode="auto">
          <a:xfrm>
            <a:off x="1613240" y="2557145"/>
            <a:ext cx="1617749" cy="2220533"/>
          </a:xfrm>
          <a:custGeom>
            <a:avLst/>
            <a:gdLst>
              <a:gd name="T0" fmla="*/ 248 w 287"/>
              <a:gd name="T1" fmla="*/ 0 h 392"/>
              <a:gd name="T2" fmla="*/ 38 w 287"/>
              <a:gd name="T3" fmla="*/ 0 h 392"/>
              <a:gd name="T4" fmla="*/ 0 w 287"/>
              <a:gd name="T5" fmla="*/ 39 h 392"/>
              <a:gd name="T6" fmla="*/ 0 w 287"/>
              <a:gd name="T7" fmla="*/ 248 h 392"/>
              <a:gd name="T8" fmla="*/ 38 w 287"/>
              <a:gd name="T9" fmla="*/ 287 h 392"/>
              <a:gd name="T10" fmla="*/ 103 w 287"/>
              <a:gd name="T11" fmla="*/ 287 h 392"/>
              <a:gd name="T12" fmla="*/ 103 w 287"/>
              <a:gd name="T13" fmla="*/ 310 h 392"/>
              <a:gd name="T14" fmla="*/ 77 w 287"/>
              <a:gd name="T15" fmla="*/ 310 h 392"/>
              <a:gd name="T16" fmla="*/ 143 w 287"/>
              <a:gd name="T17" fmla="*/ 392 h 392"/>
              <a:gd name="T18" fmla="*/ 210 w 287"/>
              <a:gd name="T19" fmla="*/ 310 h 392"/>
              <a:gd name="T20" fmla="*/ 184 w 287"/>
              <a:gd name="T21" fmla="*/ 310 h 392"/>
              <a:gd name="T22" fmla="*/ 184 w 287"/>
              <a:gd name="T23" fmla="*/ 287 h 392"/>
              <a:gd name="T24" fmla="*/ 248 w 287"/>
              <a:gd name="T25" fmla="*/ 287 h 392"/>
              <a:gd name="T26" fmla="*/ 287 w 287"/>
              <a:gd name="T27" fmla="*/ 248 h 392"/>
              <a:gd name="T28" fmla="*/ 287 w 287"/>
              <a:gd name="T29" fmla="*/ 39 h 392"/>
              <a:gd name="T30" fmla="*/ 248 w 287"/>
              <a:gd name="T31" fmla="*/ 0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7" h="392">
                <a:moveTo>
                  <a:pt x="248" y="0"/>
                </a:moveTo>
                <a:cubicBezTo>
                  <a:pt x="38" y="0"/>
                  <a:pt x="38" y="0"/>
                  <a:pt x="38" y="0"/>
                </a:cubicBezTo>
                <a:cubicBezTo>
                  <a:pt x="17" y="0"/>
                  <a:pt x="0" y="17"/>
                  <a:pt x="0" y="39"/>
                </a:cubicBezTo>
                <a:cubicBezTo>
                  <a:pt x="0" y="248"/>
                  <a:pt x="0" y="248"/>
                  <a:pt x="0" y="248"/>
                </a:cubicBezTo>
                <a:cubicBezTo>
                  <a:pt x="0" y="270"/>
                  <a:pt x="17" y="287"/>
                  <a:pt x="38" y="287"/>
                </a:cubicBezTo>
                <a:cubicBezTo>
                  <a:pt x="103" y="287"/>
                  <a:pt x="103" y="287"/>
                  <a:pt x="103" y="287"/>
                </a:cubicBezTo>
                <a:cubicBezTo>
                  <a:pt x="103" y="310"/>
                  <a:pt x="103" y="310"/>
                  <a:pt x="103" y="310"/>
                </a:cubicBezTo>
                <a:cubicBezTo>
                  <a:pt x="77" y="310"/>
                  <a:pt x="77" y="310"/>
                  <a:pt x="77" y="310"/>
                </a:cubicBezTo>
                <a:cubicBezTo>
                  <a:pt x="143" y="392"/>
                  <a:pt x="143" y="392"/>
                  <a:pt x="143" y="392"/>
                </a:cubicBezTo>
                <a:cubicBezTo>
                  <a:pt x="210" y="310"/>
                  <a:pt x="210" y="310"/>
                  <a:pt x="210" y="310"/>
                </a:cubicBezTo>
                <a:cubicBezTo>
                  <a:pt x="184" y="310"/>
                  <a:pt x="184" y="310"/>
                  <a:pt x="184" y="310"/>
                </a:cubicBezTo>
                <a:cubicBezTo>
                  <a:pt x="184" y="287"/>
                  <a:pt x="184" y="287"/>
                  <a:pt x="184" y="287"/>
                </a:cubicBezTo>
                <a:cubicBezTo>
                  <a:pt x="248" y="287"/>
                  <a:pt x="248" y="287"/>
                  <a:pt x="248" y="287"/>
                </a:cubicBezTo>
                <a:cubicBezTo>
                  <a:pt x="270" y="287"/>
                  <a:pt x="287" y="270"/>
                  <a:pt x="287" y="248"/>
                </a:cubicBezTo>
                <a:cubicBezTo>
                  <a:pt x="287" y="39"/>
                  <a:pt x="287" y="39"/>
                  <a:pt x="287" y="39"/>
                </a:cubicBezTo>
                <a:cubicBezTo>
                  <a:pt x="287" y="17"/>
                  <a:pt x="270" y="0"/>
                  <a:pt x="248" y="0"/>
                </a:cubicBezTo>
              </a:path>
            </a:pathLst>
          </a:custGeom>
          <a:gradFill>
            <a:gsLst>
              <a:gs pos="100000">
                <a:srgbClr val="FED300"/>
              </a:gs>
              <a:gs pos="13000">
                <a:srgbClr val="DB4A04"/>
              </a:gs>
            </a:gsLst>
            <a:lin ang="18900000" scaled="0"/>
          </a:gradFill>
          <a:ln w="14288" cap="flat">
            <a:no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zh-CN" altLang="en-US"/>
          </a:p>
        </p:txBody>
      </p:sp>
      <p:sp>
        <p:nvSpPr>
          <p:cNvPr id="16" name="Rectangle 50"/>
          <p:cNvSpPr>
            <a:spLocks noChangeArrowheads="1"/>
          </p:cNvSpPr>
          <p:nvPr/>
        </p:nvSpPr>
        <p:spPr bwMode="auto">
          <a:xfrm>
            <a:off x="1827669" y="2885936"/>
            <a:ext cx="1184125" cy="1188890"/>
          </a:xfrm>
          <a:prstGeom prst="rect">
            <a:avLst/>
          </a:prstGeom>
          <a:solidFill>
            <a:srgbClr val="000000">
              <a:alpha val="14902"/>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 name="Rectangle 51"/>
          <p:cNvSpPr>
            <a:spLocks noChangeArrowheads="1"/>
          </p:cNvSpPr>
          <p:nvPr/>
        </p:nvSpPr>
        <p:spPr bwMode="auto">
          <a:xfrm>
            <a:off x="1827669" y="2885936"/>
            <a:ext cx="1184125" cy="11888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Rectangle 52"/>
          <p:cNvSpPr>
            <a:spLocks noChangeArrowheads="1"/>
          </p:cNvSpPr>
          <p:nvPr/>
        </p:nvSpPr>
        <p:spPr bwMode="auto">
          <a:xfrm>
            <a:off x="1827669" y="2776339"/>
            <a:ext cx="1184125" cy="1186508"/>
          </a:xfrm>
          <a:prstGeom prst="rect">
            <a:avLst/>
          </a:prstGeom>
          <a:solidFill>
            <a:srgbClr val="F0F0F0"/>
          </a:solidFill>
          <a:ln w="28575" cap="flat">
            <a:gradFill>
              <a:gsLst>
                <a:gs pos="0">
                  <a:schemeClr val="bg1"/>
                </a:gs>
                <a:gs pos="100000">
                  <a:srgbClr val="DDDDDD"/>
                </a:gs>
              </a:gsLst>
              <a:lin ang="5400000" scaled="1"/>
            </a:gradFill>
            <a:prstDash val="solid"/>
            <a:miter lim="800000"/>
            <a:headEnd/>
            <a:tailEnd/>
          </a:ln>
          <a:effectLst>
            <a:outerShdw blurRad="228600" dist="228600" dir="5400000" algn="t" rotWithShape="0">
              <a:schemeClr val="tx1">
                <a:lumMod val="85000"/>
                <a:lumOff val="15000"/>
                <a:alpha val="28000"/>
              </a:schemeClr>
            </a:outerShdw>
          </a:effec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 name="Rectangle 53"/>
          <p:cNvSpPr>
            <a:spLocks noChangeArrowheads="1"/>
          </p:cNvSpPr>
          <p:nvPr/>
        </p:nvSpPr>
        <p:spPr bwMode="auto">
          <a:xfrm>
            <a:off x="2194581" y="4184424"/>
            <a:ext cx="457449" cy="107215"/>
          </a:xfrm>
          <a:prstGeom prst="rect">
            <a:avLst/>
          </a:prstGeom>
          <a:solidFill>
            <a:srgbClr val="000000">
              <a:alpha val="14902"/>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 name="Rectangle 54"/>
          <p:cNvSpPr>
            <a:spLocks noChangeArrowheads="1"/>
          </p:cNvSpPr>
          <p:nvPr/>
        </p:nvSpPr>
        <p:spPr bwMode="auto">
          <a:xfrm>
            <a:off x="2194581" y="4184424"/>
            <a:ext cx="457449" cy="107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2" name="组合 1"/>
          <p:cNvGrpSpPr/>
          <p:nvPr/>
        </p:nvGrpSpPr>
        <p:grpSpPr>
          <a:xfrm>
            <a:off x="1901528" y="2850198"/>
            <a:ext cx="1043555" cy="1038790"/>
            <a:chOff x="1901528" y="2850198"/>
            <a:chExt cx="1043555" cy="1038790"/>
          </a:xfrm>
        </p:grpSpPr>
        <p:sp>
          <p:nvSpPr>
            <p:cNvPr id="21" name="Freeform 55"/>
            <p:cNvSpPr>
              <a:spLocks noEditPoints="1"/>
            </p:cNvSpPr>
            <p:nvPr/>
          </p:nvSpPr>
          <p:spPr bwMode="auto">
            <a:xfrm>
              <a:off x="1901528" y="2850198"/>
              <a:ext cx="614697" cy="624227"/>
            </a:xfrm>
            <a:custGeom>
              <a:avLst/>
              <a:gdLst>
                <a:gd name="T0" fmla="*/ 12 w 109"/>
                <a:gd name="T1" fmla="*/ 67 h 110"/>
                <a:gd name="T2" fmla="*/ 16 w 109"/>
                <a:gd name="T3" fmla="*/ 76 h 110"/>
                <a:gd name="T4" fmla="*/ 11 w 109"/>
                <a:gd name="T5" fmla="*/ 82 h 110"/>
                <a:gd name="T6" fmla="*/ 11 w 109"/>
                <a:gd name="T7" fmla="*/ 89 h 110"/>
                <a:gd name="T8" fmla="*/ 20 w 109"/>
                <a:gd name="T9" fmla="*/ 98 h 110"/>
                <a:gd name="T10" fmla="*/ 26 w 109"/>
                <a:gd name="T11" fmla="*/ 98 h 110"/>
                <a:gd name="T12" fmla="*/ 32 w 109"/>
                <a:gd name="T13" fmla="*/ 93 h 110"/>
                <a:gd name="T14" fmla="*/ 42 w 109"/>
                <a:gd name="T15" fmla="*/ 97 h 110"/>
                <a:gd name="T16" fmla="*/ 43 w 109"/>
                <a:gd name="T17" fmla="*/ 105 h 110"/>
                <a:gd name="T18" fmla="*/ 48 w 109"/>
                <a:gd name="T19" fmla="*/ 110 h 110"/>
                <a:gd name="T20" fmla="*/ 60 w 109"/>
                <a:gd name="T21" fmla="*/ 110 h 110"/>
                <a:gd name="T22" fmla="*/ 65 w 109"/>
                <a:gd name="T23" fmla="*/ 105 h 110"/>
                <a:gd name="T24" fmla="*/ 66 w 109"/>
                <a:gd name="T25" fmla="*/ 98 h 110"/>
                <a:gd name="T26" fmla="*/ 77 w 109"/>
                <a:gd name="T27" fmla="*/ 93 h 110"/>
                <a:gd name="T28" fmla="*/ 83 w 109"/>
                <a:gd name="T29" fmla="*/ 98 h 110"/>
                <a:gd name="T30" fmla="*/ 89 w 109"/>
                <a:gd name="T31" fmla="*/ 98 h 110"/>
                <a:gd name="T32" fmla="*/ 98 w 109"/>
                <a:gd name="T33" fmla="*/ 89 h 110"/>
                <a:gd name="T34" fmla="*/ 98 w 109"/>
                <a:gd name="T35" fmla="*/ 83 h 110"/>
                <a:gd name="T36" fmla="*/ 93 w 109"/>
                <a:gd name="T37" fmla="*/ 77 h 110"/>
                <a:gd name="T38" fmla="*/ 98 w 109"/>
                <a:gd name="T39" fmla="*/ 66 h 110"/>
                <a:gd name="T40" fmla="*/ 105 w 109"/>
                <a:gd name="T41" fmla="*/ 65 h 110"/>
                <a:gd name="T42" fmla="*/ 109 w 109"/>
                <a:gd name="T43" fmla="*/ 60 h 110"/>
                <a:gd name="T44" fmla="*/ 109 w 109"/>
                <a:gd name="T45" fmla="*/ 49 h 110"/>
                <a:gd name="T46" fmla="*/ 105 w 109"/>
                <a:gd name="T47" fmla="*/ 44 h 110"/>
                <a:gd name="T48" fmla="*/ 98 w 109"/>
                <a:gd name="T49" fmla="*/ 43 h 110"/>
                <a:gd name="T50" fmla="*/ 94 w 109"/>
                <a:gd name="T51" fmla="*/ 32 h 110"/>
                <a:gd name="T52" fmla="*/ 98 w 109"/>
                <a:gd name="T53" fmla="*/ 27 h 110"/>
                <a:gd name="T54" fmla="*/ 98 w 109"/>
                <a:gd name="T55" fmla="*/ 20 h 110"/>
                <a:gd name="T56" fmla="*/ 89 w 109"/>
                <a:gd name="T57" fmla="*/ 12 h 110"/>
                <a:gd name="T58" fmla="*/ 83 w 109"/>
                <a:gd name="T59" fmla="*/ 12 h 110"/>
                <a:gd name="T60" fmla="*/ 77 w 109"/>
                <a:gd name="T61" fmla="*/ 16 h 110"/>
                <a:gd name="T62" fmla="*/ 66 w 109"/>
                <a:gd name="T63" fmla="*/ 11 h 110"/>
                <a:gd name="T64" fmla="*/ 66 w 109"/>
                <a:gd name="T65" fmla="*/ 4 h 110"/>
                <a:gd name="T66" fmla="*/ 61 w 109"/>
                <a:gd name="T67" fmla="*/ 0 h 110"/>
                <a:gd name="T68" fmla="*/ 49 w 109"/>
                <a:gd name="T69" fmla="*/ 0 h 110"/>
                <a:gd name="T70" fmla="*/ 44 w 109"/>
                <a:gd name="T71" fmla="*/ 4 h 110"/>
                <a:gd name="T72" fmla="*/ 43 w 109"/>
                <a:gd name="T73" fmla="*/ 11 h 110"/>
                <a:gd name="T74" fmla="*/ 32 w 109"/>
                <a:gd name="T75" fmla="*/ 16 h 110"/>
                <a:gd name="T76" fmla="*/ 26 w 109"/>
                <a:gd name="T77" fmla="*/ 12 h 110"/>
                <a:gd name="T78" fmla="*/ 20 w 109"/>
                <a:gd name="T79" fmla="*/ 12 h 110"/>
                <a:gd name="T80" fmla="*/ 11 w 109"/>
                <a:gd name="T81" fmla="*/ 20 h 110"/>
                <a:gd name="T82" fmla="*/ 11 w 109"/>
                <a:gd name="T83" fmla="*/ 27 h 110"/>
                <a:gd name="T84" fmla="*/ 16 w 109"/>
                <a:gd name="T85" fmla="*/ 33 h 110"/>
                <a:gd name="T86" fmla="*/ 11 w 109"/>
                <a:gd name="T87" fmla="*/ 43 h 110"/>
                <a:gd name="T88" fmla="*/ 4 w 109"/>
                <a:gd name="T89" fmla="*/ 44 h 110"/>
                <a:gd name="T90" fmla="*/ 0 w 109"/>
                <a:gd name="T91" fmla="*/ 49 h 110"/>
                <a:gd name="T92" fmla="*/ 0 w 109"/>
                <a:gd name="T93" fmla="*/ 61 h 110"/>
                <a:gd name="T94" fmla="*/ 4 w 109"/>
                <a:gd name="T95" fmla="*/ 66 h 110"/>
                <a:gd name="T96" fmla="*/ 12 w 109"/>
                <a:gd name="T97" fmla="*/ 67 h 110"/>
                <a:gd name="T98" fmla="*/ 55 w 109"/>
                <a:gd name="T99" fmla="*/ 35 h 110"/>
                <a:gd name="T100" fmla="*/ 74 w 109"/>
                <a:gd name="T101" fmla="*/ 54 h 110"/>
                <a:gd name="T102" fmla="*/ 55 w 109"/>
                <a:gd name="T103" fmla="*/ 74 h 110"/>
                <a:gd name="T104" fmla="*/ 35 w 109"/>
                <a:gd name="T105" fmla="*/ 54 h 110"/>
                <a:gd name="T106" fmla="*/ 55 w 109"/>
                <a:gd name="T107" fmla="*/ 3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9" h="110">
                  <a:moveTo>
                    <a:pt x="12" y="67"/>
                  </a:moveTo>
                  <a:cubicBezTo>
                    <a:pt x="13" y="70"/>
                    <a:pt x="14" y="73"/>
                    <a:pt x="16" y="76"/>
                  </a:cubicBezTo>
                  <a:cubicBezTo>
                    <a:pt x="11" y="82"/>
                    <a:pt x="11" y="82"/>
                    <a:pt x="11" y="82"/>
                  </a:cubicBezTo>
                  <a:cubicBezTo>
                    <a:pt x="9" y="84"/>
                    <a:pt x="10" y="87"/>
                    <a:pt x="11" y="89"/>
                  </a:cubicBezTo>
                  <a:cubicBezTo>
                    <a:pt x="20" y="98"/>
                    <a:pt x="20" y="98"/>
                    <a:pt x="20" y="98"/>
                  </a:cubicBezTo>
                  <a:cubicBezTo>
                    <a:pt x="22" y="99"/>
                    <a:pt x="24" y="99"/>
                    <a:pt x="26" y="98"/>
                  </a:cubicBezTo>
                  <a:cubicBezTo>
                    <a:pt x="32" y="93"/>
                    <a:pt x="32" y="93"/>
                    <a:pt x="32" y="93"/>
                  </a:cubicBezTo>
                  <a:cubicBezTo>
                    <a:pt x="36" y="95"/>
                    <a:pt x="39" y="96"/>
                    <a:pt x="42" y="97"/>
                  </a:cubicBezTo>
                  <a:cubicBezTo>
                    <a:pt x="43" y="105"/>
                    <a:pt x="43" y="105"/>
                    <a:pt x="43" y="105"/>
                  </a:cubicBezTo>
                  <a:cubicBezTo>
                    <a:pt x="44" y="108"/>
                    <a:pt x="46" y="110"/>
                    <a:pt x="48" y="110"/>
                  </a:cubicBezTo>
                  <a:cubicBezTo>
                    <a:pt x="60" y="110"/>
                    <a:pt x="60" y="110"/>
                    <a:pt x="60" y="110"/>
                  </a:cubicBezTo>
                  <a:cubicBezTo>
                    <a:pt x="63" y="110"/>
                    <a:pt x="65" y="108"/>
                    <a:pt x="65" y="105"/>
                  </a:cubicBezTo>
                  <a:cubicBezTo>
                    <a:pt x="66" y="98"/>
                    <a:pt x="66" y="98"/>
                    <a:pt x="66" y="98"/>
                  </a:cubicBezTo>
                  <a:cubicBezTo>
                    <a:pt x="70" y="97"/>
                    <a:pt x="73" y="95"/>
                    <a:pt x="77" y="93"/>
                  </a:cubicBezTo>
                  <a:cubicBezTo>
                    <a:pt x="83" y="98"/>
                    <a:pt x="83" y="98"/>
                    <a:pt x="83" y="98"/>
                  </a:cubicBezTo>
                  <a:cubicBezTo>
                    <a:pt x="85" y="100"/>
                    <a:pt x="87" y="99"/>
                    <a:pt x="89" y="98"/>
                  </a:cubicBezTo>
                  <a:cubicBezTo>
                    <a:pt x="98" y="89"/>
                    <a:pt x="98" y="89"/>
                    <a:pt x="98" y="89"/>
                  </a:cubicBezTo>
                  <a:cubicBezTo>
                    <a:pt x="99" y="87"/>
                    <a:pt x="100" y="85"/>
                    <a:pt x="98" y="83"/>
                  </a:cubicBezTo>
                  <a:cubicBezTo>
                    <a:pt x="93" y="77"/>
                    <a:pt x="93" y="77"/>
                    <a:pt x="93" y="77"/>
                  </a:cubicBezTo>
                  <a:cubicBezTo>
                    <a:pt x="95" y="73"/>
                    <a:pt x="97" y="70"/>
                    <a:pt x="98" y="66"/>
                  </a:cubicBezTo>
                  <a:cubicBezTo>
                    <a:pt x="105" y="65"/>
                    <a:pt x="105" y="65"/>
                    <a:pt x="105" y="65"/>
                  </a:cubicBezTo>
                  <a:cubicBezTo>
                    <a:pt x="107" y="65"/>
                    <a:pt x="109" y="63"/>
                    <a:pt x="109" y="60"/>
                  </a:cubicBezTo>
                  <a:cubicBezTo>
                    <a:pt x="109" y="49"/>
                    <a:pt x="109" y="49"/>
                    <a:pt x="109" y="49"/>
                  </a:cubicBezTo>
                  <a:cubicBezTo>
                    <a:pt x="109" y="46"/>
                    <a:pt x="107" y="44"/>
                    <a:pt x="105" y="44"/>
                  </a:cubicBezTo>
                  <a:cubicBezTo>
                    <a:pt x="98" y="43"/>
                    <a:pt x="98" y="43"/>
                    <a:pt x="98" y="43"/>
                  </a:cubicBezTo>
                  <a:cubicBezTo>
                    <a:pt x="97" y="39"/>
                    <a:pt x="95" y="36"/>
                    <a:pt x="94" y="32"/>
                  </a:cubicBezTo>
                  <a:cubicBezTo>
                    <a:pt x="98" y="27"/>
                    <a:pt x="98" y="27"/>
                    <a:pt x="98" y="27"/>
                  </a:cubicBezTo>
                  <a:cubicBezTo>
                    <a:pt x="100" y="25"/>
                    <a:pt x="99" y="22"/>
                    <a:pt x="98" y="20"/>
                  </a:cubicBezTo>
                  <a:cubicBezTo>
                    <a:pt x="89" y="12"/>
                    <a:pt x="89" y="12"/>
                    <a:pt x="89" y="12"/>
                  </a:cubicBezTo>
                  <a:cubicBezTo>
                    <a:pt x="87" y="10"/>
                    <a:pt x="85" y="10"/>
                    <a:pt x="83" y="12"/>
                  </a:cubicBezTo>
                  <a:cubicBezTo>
                    <a:pt x="77" y="16"/>
                    <a:pt x="77" y="16"/>
                    <a:pt x="77" y="16"/>
                  </a:cubicBezTo>
                  <a:cubicBezTo>
                    <a:pt x="74" y="14"/>
                    <a:pt x="70" y="12"/>
                    <a:pt x="66" y="11"/>
                  </a:cubicBezTo>
                  <a:cubicBezTo>
                    <a:pt x="66" y="4"/>
                    <a:pt x="66" y="4"/>
                    <a:pt x="66" y="4"/>
                  </a:cubicBezTo>
                  <a:cubicBezTo>
                    <a:pt x="65" y="2"/>
                    <a:pt x="63" y="0"/>
                    <a:pt x="61" y="0"/>
                  </a:cubicBezTo>
                  <a:cubicBezTo>
                    <a:pt x="49" y="0"/>
                    <a:pt x="49" y="0"/>
                    <a:pt x="49" y="0"/>
                  </a:cubicBezTo>
                  <a:cubicBezTo>
                    <a:pt x="46" y="0"/>
                    <a:pt x="44" y="2"/>
                    <a:pt x="44" y="4"/>
                  </a:cubicBezTo>
                  <a:cubicBezTo>
                    <a:pt x="43" y="11"/>
                    <a:pt x="43" y="11"/>
                    <a:pt x="43" y="11"/>
                  </a:cubicBezTo>
                  <a:cubicBezTo>
                    <a:pt x="39" y="12"/>
                    <a:pt x="35" y="14"/>
                    <a:pt x="32" y="16"/>
                  </a:cubicBezTo>
                  <a:cubicBezTo>
                    <a:pt x="26" y="12"/>
                    <a:pt x="26" y="12"/>
                    <a:pt x="26" y="12"/>
                  </a:cubicBezTo>
                  <a:cubicBezTo>
                    <a:pt x="24" y="10"/>
                    <a:pt x="22" y="10"/>
                    <a:pt x="20" y="12"/>
                  </a:cubicBezTo>
                  <a:cubicBezTo>
                    <a:pt x="11" y="20"/>
                    <a:pt x="11" y="20"/>
                    <a:pt x="11" y="20"/>
                  </a:cubicBezTo>
                  <a:cubicBezTo>
                    <a:pt x="10" y="22"/>
                    <a:pt x="9" y="25"/>
                    <a:pt x="11" y="27"/>
                  </a:cubicBezTo>
                  <a:cubicBezTo>
                    <a:pt x="16" y="33"/>
                    <a:pt x="16" y="33"/>
                    <a:pt x="16" y="33"/>
                  </a:cubicBezTo>
                  <a:cubicBezTo>
                    <a:pt x="14" y="36"/>
                    <a:pt x="12" y="40"/>
                    <a:pt x="11" y="43"/>
                  </a:cubicBezTo>
                  <a:cubicBezTo>
                    <a:pt x="4" y="44"/>
                    <a:pt x="4" y="44"/>
                    <a:pt x="4" y="44"/>
                  </a:cubicBezTo>
                  <a:cubicBezTo>
                    <a:pt x="2" y="44"/>
                    <a:pt x="0" y="47"/>
                    <a:pt x="0" y="49"/>
                  </a:cubicBezTo>
                  <a:cubicBezTo>
                    <a:pt x="0" y="61"/>
                    <a:pt x="0" y="61"/>
                    <a:pt x="0" y="61"/>
                  </a:cubicBezTo>
                  <a:cubicBezTo>
                    <a:pt x="0" y="63"/>
                    <a:pt x="2" y="66"/>
                    <a:pt x="4" y="66"/>
                  </a:cubicBezTo>
                  <a:lnTo>
                    <a:pt x="12" y="67"/>
                  </a:lnTo>
                  <a:close/>
                  <a:moveTo>
                    <a:pt x="55" y="35"/>
                  </a:moveTo>
                  <a:cubicBezTo>
                    <a:pt x="66" y="35"/>
                    <a:pt x="74" y="44"/>
                    <a:pt x="74" y="54"/>
                  </a:cubicBezTo>
                  <a:cubicBezTo>
                    <a:pt x="74" y="65"/>
                    <a:pt x="66" y="74"/>
                    <a:pt x="55" y="74"/>
                  </a:cubicBezTo>
                  <a:cubicBezTo>
                    <a:pt x="44" y="74"/>
                    <a:pt x="35" y="65"/>
                    <a:pt x="35" y="54"/>
                  </a:cubicBezTo>
                  <a:cubicBezTo>
                    <a:pt x="35" y="44"/>
                    <a:pt x="44" y="35"/>
                    <a:pt x="55" y="35"/>
                  </a:cubicBez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 name="Freeform 56"/>
            <p:cNvSpPr>
              <a:spLocks noEditPoints="1"/>
            </p:cNvSpPr>
            <p:nvPr/>
          </p:nvSpPr>
          <p:spPr bwMode="auto">
            <a:xfrm>
              <a:off x="2430453" y="3169459"/>
              <a:ext cx="514630" cy="514630"/>
            </a:xfrm>
            <a:custGeom>
              <a:avLst/>
              <a:gdLst>
                <a:gd name="T0" fmla="*/ 78 w 91"/>
                <a:gd name="T1" fmla="*/ 14 h 91"/>
                <a:gd name="T2" fmla="*/ 72 w 91"/>
                <a:gd name="T3" fmla="*/ 8 h 91"/>
                <a:gd name="T4" fmla="*/ 65 w 91"/>
                <a:gd name="T5" fmla="*/ 9 h 91"/>
                <a:gd name="T6" fmla="*/ 62 w 91"/>
                <a:gd name="T7" fmla="*/ 12 h 91"/>
                <a:gd name="T8" fmla="*/ 52 w 91"/>
                <a:gd name="T9" fmla="*/ 9 h 91"/>
                <a:gd name="T10" fmla="*/ 51 w 91"/>
                <a:gd name="T11" fmla="*/ 4 h 91"/>
                <a:gd name="T12" fmla="*/ 46 w 91"/>
                <a:gd name="T13" fmla="*/ 0 h 91"/>
                <a:gd name="T14" fmla="*/ 38 w 91"/>
                <a:gd name="T15" fmla="*/ 1 h 91"/>
                <a:gd name="T16" fmla="*/ 33 w 91"/>
                <a:gd name="T17" fmla="*/ 6 h 91"/>
                <a:gd name="T18" fmla="*/ 33 w 91"/>
                <a:gd name="T19" fmla="*/ 10 h 91"/>
                <a:gd name="T20" fmla="*/ 24 w 91"/>
                <a:gd name="T21" fmla="*/ 15 h 91"/>
                <a:gd name="T22" fmla="*/ 20 w 91"/>
                <a:gd name="T23" fmla="*/ 12 h 91"/>
                <a:gd name="T24" fmla="*/ 14 w 91"/>
                <a:gd name="T25" fmla="*/ 13 h 91"/>
                <a:gd name="T26" fmla="*/ 9 w 91"/>
                <a:gd name="T27" fmla="*/ 20 h 91"/>
                <a:gd name="T28" fmla="*/ 9 w 91"/>
                <a:gd name="T29" fmla="*/ 26 h 91"/>
                <a:gd name="T30" fmla="*/ 12 w 91"/>
                <a:gd name="T31" fmla="*/ 30 h 91"/>
                <a:gd name="T32" fmla="*/ 10 w 91"/>
                <a:gd name="T33" fmla="*/ 39 h 91"/>
                <a:gd name="T34" fmla="*/ 4 w 91"/>
                <a:gd name="T35" fmla="*/ 40 h 91"/>
                <a:gd name="T36" fmla="*/ 0 w 91"/>
                <a:gd name="T37" fmla="*/ 45 h 91"/>
                <a:gd name="T38" fmla="*/ 1 w 91"/>
                <a:gd name="T39" fmla="*/ 53 h 91"/>
                <a:gd name="T40" fmla="*/ 6 w 91"/>
                <a:gd name="T41" fmla="*/ 58 h 91"/>
                <a:gd name="T42" fmla="*/ 12 w 91"/>
                <a:gd name="T43" fmla="*/ 58 h 91"/>
                <a:gd name="T44" fmla="*/ 16 w 91"/>
                <a:gd name="T45" fmla="*/ 66 h 91"/>
                <a:gd name="T46" fmla="*/ 12 w 91"/>
                <a:gd name="T47" fmla="*/ 70 h 91"/>
                <a:gd name="T48" fmla="*/ 13 w 91"/>
                <a:gd name="T49" fmla="*/ 77 h 91"/>
                <a:gd name="T50" fmla="*/ 20 w 91"/>
                <a:gd name="T51" fmla="*/ 82 h 91"/>
                <a:gd name="T52" fmla="*/ 26 w 91"/>
                <a:gd name="T53" fmla="*/ 82 h 91"/>
                <a:gd name="T54" fmla="*/ 30 w 91"/>
                <a:gd name="T55" fmla="*/ 78 h 91"/>
                <a:gd name="T56" fmla="*/ 39 w 91"/>
                <a:gd name="T57" fmla="*/ 81 h 91"/>
                <a:gd name="T58" fmla="*/ 40 w 91"/>
                <a:gd name="T59" fmla="*/ 86 h 91"/>
                <a:gd name="T60" fmla="*/ 45 w 91"/>
                <a:gd name="T61" fmla="*/ 90 h 91"/>
                <a:gd name="T62" fmla="*/ 53 w 91"/>
                <a:gd name="T63" fmla="*/ 90 h 91"/>
                <a:gd name="T64" fmla="*/ 58 w 91"/>
                <a:gd name="T65" fmla="*/ 85 h 91"/>
                <a:gd name="T66" fmla="*/ 58 w 91"/>
                <a:gd name="T67" fmla="*/ 79 h 91"/>
                <a:gd name="T68" fmla="*/ 66 w 91"/>
                <a:gd name="T69" fmla="*/ 75 h 91"/>
                <a:gd name="T70" fmla="*/ 71 w 91"/>
                <a:gd name="T71" fmla="*/ 78 h 91"/>
                <a:gd name="T72" fmla="*/ 77 w 91"/>
                <a:gd name="T73" fmla="*/ 77 h 91"/>
                <a:gd name="T74" fmla="*/ 83 w 91"/>
                <a:gd name="T75" fmla="*/ 71 h 91"/>
                <a:gd name="T76" fmla="*/ 82 w 91"/>
                <a:gd name="T77" fmla="*/ 64 h 91"/>
                <a:gd name="T78" fmla="*/ 79 w 91"/>
                <a:gd name="T79" fmla="*/ 61 h 91"/>
                <a:gd name="T80" fmla="*/ 82 w 91"/>
                <a:gd name="T81" fmla="*/ 52 h 91"/>
                <a:gd name="T82" fmla="*/ 87 w 91"/>
                <a:gd name="T83" fmla="*/ 51 h 91"/>
                <a:gd name="T84" fmla="*/ 91 w 91"/>
                <a:gd name="T85" fmla="*/ 45 h 91"/>
                <a:gd name="T86" fmla="*/ 90 w 91"/>
                <a:gd name="T87" fmla="*/ 37 h 91"/>
                <a:gd name="T88" fmla="*/ 85 w 91"/>
                <a:gd name="T89" fmla="*/ 33 h 91"/>
                <a:gd name="T90" fmla="*/ 80 w 91"/>
                <a:gd name="T91" fmla="*/ 33 h 91"/>
                <a:gd name="T92" fmla="*/ 76 w 91"/>
                <a:gd name="T93" fmla="*/ 24 h 91"/>
                <a:gd name="T94" fmla="*/ 79 w 91"/>
                <a:gd name="T95" fmla="*/ 20 h 91"/>
                <a:gd name="T96" fmla="*/ 78 w 91"/>
                <a:gd name="T97" fmla="*/ 14 h 91"/>
                <a:gd name="T98" fmla="*/ 47 w 91"/>
                <a:gd name="T99" fmla="*/ 61 h 91"/>
                <a:gd name="T100" fmla="*/ 30 w 91"/>
                <a:gd name="T101" fmla="*/ 46 h 91"/>
                <a:gd name="T102" fmla="*/ 44 w 91"/>
                <a:gd name="T103" fmla="*/ 29 h 91"/>
                <a:gd name="T104" fmla="*/ 62 w 91"/>
                <a:gd name="T105" fmla="*/ 44 h 91"/>
                <a:gd name="T106" fmla="*/ 47 w 91"/>
                <a:gd name="T107" fmla="*/ 6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1" h="91">
                  <a:moveTo>
                    <a:pt x="78" y="14"/>
                  </a:moveTo>
                  <a:cubicBezTo>
                    <a:pt x="72" y="8"/>
                    <a:pt x="72" y="8"/>
                    <a:pt x="72" y="8"/>
                  </a:cubicBezTo>
                  <a:cubicBezTo>
                    <a:pt x="70" y="7"/>
                    <a:pt x="67" y="7"/>
                    <a:pt x="65" y="9"/>
                  </a:cubicBezTo>
                  <a:cubicBezTo>
                    <a:pt x="62" y="12"/>
                    <a:pt x="62" y="12"/>
                    <a:pt x="62" y="12"/>
                  </a:cubicBezTo>
                  <a:cubicBezTo>
                    <a:pt x="59" y="10"/>
                    <a:pt x="56" y="9"/>
                    <a:pt x="52" y="9"/>
                  </a:cubicBezTo>
                  <a:cubicBezTo>
                    <a:pt x="51" y="4"/>
                    <a:pt x="51" y="4"/>
                    <a:pt x="51" y="4"/>
                  </a:cubicBezTo>
                  <a:cubicBezTo>
                    <a:pt x="51" y="2"/>
                    <a:pt x="49" y="0"/>
                    <a:pt x="46" y="0"/>
                  </a:cubicBezTo>
                  <a:cubicBezTo>
                    <a:pt x="38" y="1"/>
                    <a:pt x="38" y="1"/>
                    <a:pt x="38" y="1"/>
                  </a:cubicBezTo>
                  <a:cubicBezTo>
                    <a:pt x="35" y="1"/>
                    <a:pt x="33" y="3"/>
                    <a:pt x="33" y="6"/>
                  </a:cubicBezTo>
                  <a:cubicBezTo>
                    <a:pt x="33" y="10"/>
                    <a:pt x="33" y="10"/>
                    <a:pt x="33" y="10"/>
                  </a:cubicBezTo>
                  <a:cubicBezTo>
                    <a:pt x="30" y="12"/>
                    <a:pt x="27" y="13"/>
                    <a:pt x="24" y="15"/>
                  </a:cubicBezTo>
                  <a:cubicBezTo>
                    <a:pt x="20" y="12"/>
                    <a:pt x="20" y="12"/>
                    <a:pt x="20" y="12"/>
                  </a:cubicBezTo>
                  <a:cubicBezTo>
                    <a:pt x="18" y="11"/>
                    <a:pt x="15" y="11"/>
                    <a:pt x="14" y="13"/>
                  </a:cubicBezTo>
                  <a:cubicBezTo>
                    <a:pt x="9" y="20"/>
                    <a:pt x="9" y="20"/>
                    <a:pt x="9" y="20"/>
                  </a:cubicBezTo>
                  <a:cubicBezTo>
                    <a:pt x="7" y="21"/>
                    <a:pt x="7" y="24"/>
                    <a:pt x="9" y="26"/>
                  </a:cubicBezTo>
                  <a:cubicBezTo>
                    <a:pt x="12" y="30"/>
                    <a:pt x="12" y="30"/>
                    <a:pt x="12" y="30"/>
                  </a:cubicBezTo>
                  <a:cubicBezTo>
                    <a:pt x="11" y="33"/>
                    <a:pt x="10" y="36"/>
                    <a:pt x="10" y="39"/>
                  </a:cubicBezTo>
                  <a:cubicBezTo>
                    <a:pt x="4" y="40"/>
                    <a:pt x="4" y="40"/>
                    <a:pt x="4" y="40"/>
                  </a:cubicBezTo>
                  <a:cubicBezTo>
                    <a:pt x="2" y="40"/>
                    <a:pt x="0" y="43"/>
                    <a:pt x="0" y="45"/>
                  </a:cubicBezTo>
                  <a:cubicBezTo>
                    <a:pt x="1" y="53"/>
                    <a:pt x="1" y="53"/>
                    <a:pt x="1" y="53"/>
                  </a:cubicBezTo>
                  <a:cubicBezTo>
                    <a:pt x="1" y="56"/>
                    <a:pt x="3" y="58"/>
                    <a:pt x="6" y="58"/>
                  </a:cubicBezTo>
                  <a:cubicBezTo>
                    <a:pt x="12" y="58"/>
                    <a:pt x="12" y="58"/>
                    <a:pt x="12" y="58"/>
                  </a:cubicBezTo>
                  <a:cubicBezTo>
                    <a:pt x="13" y="61"/>
                    <a:pt x="14" y="63"/>
                    <a:pt x="16" y="66"/>
                  </a:cubicBezTo>
                  <a:cubicBezTo>
                    <a:pt x="12" y="70"/>
                    <a:pt x="12" y="70"/>
                    <a:pt x="12" y="70"/>
                  </a:cubicBezTo>
                  <a:cubicBezTo>
                    <a:pt x="11" y="72"/>
                    <a:pt x="11" y="75"/>
                    <a:pt x="13" y="77"/>
                  </a:cubicBezTo>
                  <a:cubicBezTo>
                    <a:pt x="20" y="82"/>
                    <a:pt x="20" y="82"/>
                    <a:pt x="20" y="82"/>
                  </a:cubicBezTo>
                  <a:cubicBezTo>
                    <a:pt x="21" y="84"/>
                    <a:pt x="24" y="84"/>
                    <a:pt x="26" y="82"/>
                  </a:cubicBezTo>
                  <a:cubicBezTo>
                    <a:pt x="30" y="78"/>
                    <a:pt x="30" y="78"/>
                    <a:pt x="30" y="78"/>
                  </a:cubicBezTo>
                  <a:cubicBezTo>
                    <a:pt x="33" y="79"/>
                    <a:pt x="36" y="80"/>
                    <a:pt x="39" y="81"/>
                  </a:cubicBezTo>
                  <a:cubicBezTo>
                    <a:pt x="40" y="86"/>
                    <a:pt x="40" y="86"/>
                    <a:pt x="40" y="86"/>
                  </a:cubicBezTo>
                  <a:cubicBezTo>
                    <a:pt x="40" y="89"/>
                    <a:pt x="43" y="91"/>
                    <a:pt x="45" y="90"/>
                  </a:cubicBezTo>
                  <a:cubicBezTo>
                    <a:pt x="53" y="90"/>
                    <a:pt x="53" y="90"/>
                    <a:pt x="53" y="90"/>
                  </a:cubicBezTo>
                  <a:cubicBezTo>
                    <a:pt x="56" y="89"/>
                    <a:pt x="58" y="87"/>
                    <a:pt x="58" y="85"/>
                  </a:cubicBezTo>
                  <a:cubicBezTo>
                    <a:pt x="58" y="79"/>
                    <a:pt x="58" y="79"/>
                    <a:pt x="58" y="79"/>
                  </a:cubicBezTo>
                  <a:cubicBezTo>
                    <a:pt x="61" y="78"/>
                    <a:pt x="64" y="77"/>
                    <a:pt x="66" y="75"/>
                  </a:cubicBezTo>
                  <a:cubicBezTo>
                    <a:pt x="71" y="78"/>
                    <a:pt x="71" y="78"/>
                    <a:pt x="71" y="78"/>
                  </a:cubicBezTo>
                  <a:cubicBezTo>
                    <a:pt x="73" y="80"/>
                    <a:pt x="76" y="79"/>
                    <a:pt x="77" y="77"/>
                  </a:cubicBezTo>
                  <a:cubicBezTo>
                    <a:pt x="83" y="71"/>
                    <a:pt x="83" y="71"/>
                    <a:pt x="83" y="71"/>
                  </a:cubicBezTo>
                  <a:cubicBezTo>
                    <a:pt x="84" y="69"/>
                    <a:pt x="84" y="66"/>
                    <a:pt x="82" y="64"/>
                  </a:cubicBezTo>
                  <a:cubicBezTo>
                    <a:pt x="79" y="61"/>
                    <a:pt x="79" y="61"/>
                    <a:pt x="79" y="61"/>
                  </a:cubicBezTo>
                  <a:cubicBezTo>
                    <a:pt x="80" y="58"/>
                    <a:pt x="81" y="55"/>
                    <a:pt x="82" y="52"/>
                  </a:cubicBezTo>
                  <a:cubicBezTo>
                    <a:pt x="87" y="51"/>
                    <a:pt x="87" y="51"/>
                    <a:pt x="87" y="51"/>
                  </a:cubicBezTo>
                  <a:cubicBezTo>
                    <a:pt x="89" y="50"/>
                    <a:pt x="91" y="48"/>
                    <a:pt x="91" y="45"/>
                  </a:cubicBezTo>
                  <a:cubicBezTo>
                    <a:pt x="90" y="37"/>
                    <a:pt x="90" y="37"/>
                    <a:pt x="90" y="37"/>
                  </a:cubicBezTo>
                  <a:cubicBezTo>
                    <a:pt x="90" y="35"/>
                    <a:pt x="88" y="33"/>
                    <a:pt x="85" y="33"/>
                  </a:cubicBezTo>
                  <a:cubicBezTo>
                    <a:pt x="80" y="33"/>
                    <a:pt x="80" y="33"/>
                    <a:pt x="80" y="33"/>
                  </a:cubicBezTo>
                  <a:cubicBezTo>
                    <a:pt x="79" y="30"/>
                    <a:pt x="78" y="27"/>
                    <a:pt x="76" y="24"/>
                  </a:cubicBezTo>
                  <a:cubicBezTo>
                    <a:pt x="79" y="20"/>
                    <a:pt x="79" y="20"/>
                    <a:pt x="79" y="20"/>
                  </a:cubicBezTo>
                  <a:cubicBezTo>
                    <a:pt x="80" y="18"/>
                    <a:pt x="80" y="15"/>
                    <a:pt x="78" y="14"/>
                  </a:cubicBezTo>
                  <a:close/>
                  <a:moveTo>
                    <a:pt x="47" y="61"/>
                  </a:moveTo>
                  <a:cubicBezTo>
                    <a:pt x="38" y="62"/>
                    <a:pt x="30" y="55"/>
                    <a:pt x="30" y="46"/>
                  </a:cubicBezTo>
                  <a:cubicBezTo>
                    <a:pt x="29" y="37"/>
                    <a:pt x="36" y="30"/>
                    <a:pt x="44" y="29"/>
                  </a:cubicBezTo>
                  <a:cubicBezTo>
                    <a:pt x="53" y="28"/>
                    <a:pt x="61" y="35"/>
                    <a:pt x="62" y="44"/>
                  </a:cubicBezTo>
                  <a:cubicBezTo>
                    <a:pt x="62" y="52"/>
                    <a:pt x="56" y="60"/>
                    <a:pt x="47" y="61"/>
                  </a:cubicBez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3" name="Freeform 57"/>
            <p:cNvSpPr>
              <a:spLocks noEditPoints="1"/>
            </p:cNvSpPr>
            <p:nvPr/>
          </p:nvSpPr>
          <p:spPr bwMode="auto">
            <a:xfrm>
              <a:off x="2104044" y="3474425"/>
              <a:ext cx="412180" cy="414563"/>
            </a:xfrm>
            <a:custGeom>
              <a:avLst/>
              <a:gdLst>
                <a:gd name="T0" fmla="*/ 4 w 73"/>
                <a:gd name="T1" fmla="*/ 29 h 73"/>
                <a:gd name="T2" fmla="*/ 0 w 73"/>
                <a:gd name="T3" fmla="*/ 34 h 73"/>
                <a:gd name="T4" fmla="*/ 0 w 73"/>
                <a:gd name="T5" fmla="*/ 39 h 73"/>
                <a:gd name="T6" fmla="*/ 4 w 73"/>
                <a:gd name="T7" fmla="*/ 44 h 73"/>
                <a:gd name="T8" fmla="*/ 8 w 73"/>
                <a:gd name="T9" fmla="*/ 44 h 73"/>
                <a:gd name="T10" fmla="*/ 10 w 73"/>
                <a:gd name="T11" fmla="*/ 51 h 73"/>
                <a:gd name="T12" fmla="*/ 8 w 73"/>
                <a:gd name="T13" fmla="*/ 53 h 73"/>
                <a:gd name="T14" fmla="*/ 8 w 73"/>
                <a:gd name="T15" fmla="*/ 60 h 73"/>
                <a:gd name="T16" fmla="*/ 12 w 73"/>
                <a:gd name="T17" fmla="*/ 64 h 73"/>
                <a:gd name="T18" fmla="*/ 18 w 73"/>
                <a:gd name="T19" fmla="*/ 64 h 73"/>
                <a:gd name="T20" fmla="*/ 21 w 73"/>
                <a:gd name="T21" fmla="*/ 62 h 73"/>
                <a:gd name="T22" fmla="*/ 28 w 73"/>
                <a:gd name="T23" fmla="*/ 65 h 73"/>
                <a:gd name="T24" fmla="*/ 28 w 73"/>
                <a:gd name="T25" fmla="*/ 69 h 73"/>
                <a:gd name="T26" fmla="*/ 33 w 73"/>
                <a:gd name="T27" fmla="*/ 73 h 73"/>
                <a:gd name="T28" fmla="*/ 38 w 73"/>
                <a:gd name="T29" fmla="*/ 73 h 73"/>
                <a:gd name="T30" fmla="*/ 43 w 73"/>
                <a:gd name="T31" fmla="*/ 69 h 73"/>
                <a:gd name="T32" fmla="*/ 44 w 73"/>
                <a:gd name="T33" fmla="*/ 65 h 73"/>
                <a:gd name="T34" fmla="*/ 51 w 73"/>
                <a:gd name="T35" fmla="*/ 62 h 73"/>
                <a:gd name="T36" fmla="*/ 54 w 73"/>
                <a:gd name="T37" fmla="*/ 65 h 73"/>
                <a:gd name="T38" fmla="*/ 60 w 73"/>
                <a:gd name="T39" fmla="*/ 64 h 73"/>
                <a:gd name="T40" fmla="*/ 64 w 73"/>
                <a:gd name="T41" fmla="*/ 61 h 73"/>
                <a:gd name="T42" fmla="*/ 64 w 73"/>
                <a:gd name="T43" fmla="*/ 54 h 73"/>
                <a:gd name="T44" fmla="*/ 62 w 73"/>
                <a:gd name="T45" fmla="*/ 51 h 73"/>
                <a:gd name="T46" fmla="*/ 65 w 73"/>
                <a:gd name="T47" fmla="*/ 44 h 73"/>
                <a:gd name="T48" fmla="*/ 68 w 73"/>
                <a:gd name="T49" fmla="*/ 44 h 73"/>
                <a:gd name="T50" fmla="*/ 73 w 73"/>
                <a:gd name="T51" fmla="*/ 39 h 73"/>
                <a:gd name="T52" fmla="*/ 73 w 73"/>
                <a:gd name="T53" fmla="*/ 34 h 73"/>
                <a:gd name="T54" fmla="*/ 69 w 73"/>
                <a:gd name="T55" fmla="*/ 29 h 73"/>
                <a:gd name="T56" fmla="*/ 65 w 73"/>
                <a:gd name="T57" fmla="*/ 29 h 73"/>
                <a:gd name="T58" fmla="*/ 63 w 73"/>
                <a:gd name="T59" fmla="*/ 22 h 73"/>
                <a:gd name="T60" fmla="*/ 65 w 73"/>
                <a:gd name="T61" fmla="*/ 19 h 73"/>
                <a:gd name="T62" fmla="*/ 64 w 73"/>
                <a:gd name="T63" fmla="*/ 13 h 73"/>
                <a:gd name="T64" fmla="*/ 61 w 73"/>
                <a:gd name="T65" fmla="*/ 9 h 73"/>
                <a:gd name="T66" fmla="*/ 54 w 73"/>
                <a:gd name="T67" fmla="*/ 9 h 73"/>
                <a:gd name="T68" fmla="*/ 52 w 73"/>
                <a:gd name="T69" fmla="*/ 11 h 73"/>
                <a:gd name="T70" fmla="*/ 45 w 73"/>
                <a:gd name="T71" fmla="*/ 8 h 73"/>
                <a:gd name="T72" fmla="*/ 44 w 73"/>
                <a:gd name="T73" fmla="*/ 4 h 73"/>
                <a:gd name="T74" fmla="*/ 40 w 73"/>
                <a:gd name="T75" fmla="*/ 0 h 73"/>
                <a:gd name="T76" fmla="*/ 35 w 73"/>
                <a:gd name="T77" fmla="*/ 0 h 73"/>
                <a:gd name="T78" fmla="*/ 30 w 73"/>
                <a:gd name="T79" fmla="*/ 4 h 73"/>
                <a:gd name="T80" fmla="*/ 29 w 73"/>
                <a:gd name="T81" fmla="*/ 7 h 73"/>
                <a:gd name="T82" fmla="*/ 22 w 73"/>
                <a:gd name="T83" fmla="*/ 10 h 73"/>
                <a:gd name="T84" fmla="*/ 19 w 73"/>
                <a:gd name="T85" fmla="*/ 8 h 73"/>
                <a:gd name="T86" fmla="*/ 13 w 73"/>
                <a:gd name="T87" fmla="*/ 9 h 73"/>
                <a:gd name="T88" fmla="*/ 9 w 73"/>
                <a:gd name="T89" fmla="*/ 12 h 73"/>
                <a:gd name="T90" fmla="*/ 9 w 73"/>
                <a:gd name="T91" fmla="*/ 19 h 73"/>
                <a:gd name="T92" fmla="*/ 11 w 73"/>
                <a:gd name="T93" fmla="*/ 21 h 73"/>
                <a:gd name="T94" fmla="*/ 8 w 73"/>
                <a:gd name="T95" fmla="*/ 28 h 73"/>
                <a:gd name="T96" fmla="*/ 4 w 73"/>
                <a:gd name="T97" fmla="*/ 29 h 73"/>
                <a:gd name="T98" fmla="*/ 37 w 73"/>
                <a:gd name="T99" fmla="*/ 23 h 73"/>
                <a:gd name="T100" fmla="*/ 50 w 73"/>
                <a:gd name="T101" fmla="*/ 36 h 73"/>
                <a:gd name="T102" fmla="*/ 36 w 73"/>
                <a:gd name="T103" fmla="*/ 49 h 73"/>
                <a:gd name="T104" fmla="*/ 24 w 73"/>
                <a:gd name="T105" fmla="*/ 36 h 73"/>
                <a:gd name="T106" fmla="*/ 37 w 73"/>
                <a:gd name="T107" fmla="*/ 2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3" h="73">
                  <a:moveTo>
                    <a:pt x="4" y="29"/>
                  </a:moveTo>
                  <a:cubicBezTo>
                    <a:pt x="2" y="29"/>
                    <a:pt x="0" y="31"/>
                    <a:pt x="0" y="34"/>
                  </a:cubicBezTo>
                  <a:cubicBezTo>
                    <a:pt x="0" y="39"/>
                    <a:pt x="0" y="39"/>
                    <a:pt x="0" y="39"/>
                  </a:cubicBezTo>
                  <a:cubicBezTo>
                    <a:pt x="0" y="41"/>
                    <a:pt x="2" y="43"/>
                    <a:pt x="4" y="44"/>
                  </a:cubicBezTo>
                  <a:cubicBezTo>
                    <a:pt x="8" y="44"/>
                    <a:pt x="8" y="44"/>
                    <a:pt x="8" y="44"/>
                  </a:cubicBezTo>
                  <a:cubicBezTo>
                    <a:pt x="8" y="46"/>
                    <a:pt x="9" y="49"/>
                    <a:pt x="10" y="51"/>
                  </a:cubicBezTo>
                  <a:cubicBezTo>
                    <a:pt x="8" y="53"/>
                    <a:pt x="8" y="53"/>
                    <a:pt x="8" y="53"/>
                  </a:cubicBezTo>
                  <a:cubicBezTo>
                    <a:pt x="7" y="55"/>
                    <a:pt x="7" y="58"/>
                    <a:pt x="8" y="60"/>
                  </a:cubicBezTo>
                  <a:cubicBezTo>
                    <a:pt x="12" y="64"/>
                    <a:pt x="12" y="64"/>
                    <a:pt x="12" y="64"/>
                  </a:cubicBezTo>
                  <a:cubicBezTo>
                    <a:pt x="14" y="65"/>
                    <a:pt x="16" y="66"/>
                    <a:pt x="18" y="64"/>
                  </a:cubicBezTo>
                  <a:cubicBezTo>
                    <a:pt x="21" y="62"/>
                    <a:pt x="21" y="62"/>
                    <a:pt x="21" y="62"/>
                  </a:cubicBezTo>
                  <a:cubicBezTo>
                    <a:pt x="24" y="63"/>
                    <a:pt x="26" y="64"/>
                    <a:pt x="28" y="65"/>
                  </a:cubicBezTo>
                  <a:cubicBezTo>
                    <a:pt x="28" y="69"/>
                    <a:pt x="28" y="69"/>
                    <a:pt x="28" y="69"/>
                  </a:cubicBezTo>
                  <a:cubicBezTo>
                    <a:pt x="29" y="71"/>
                    <a:pt x="31" y="73"/>
                    <a:pt x="33" y="73"/>
                  </a:cubicBezTo>
                  <a:cubicBezTo>
                    <a:pt x="38" y="73"/>
                    <a:pt x="38" y="73"/>
                    <a:pt x="38" y="73"/>
                  </a:cubicBezTo>
                  <a:cubicBezTo>
                    <a:pt x="41" y="73"/>
                    <a:pt x="43" y="71"/>
                    <a:pt x="43" y="69"/>
                  </a:cubicBezTo>
                  <a:cubicBezTo>
                    <a:pt x="44" y="65"/>
                    <a:pt x="44" y="65"/>
                    <a:pt x="44" y="65"/>
                  </a:cubicBezTo>
                  <a:cubicBezTo>
                    <a:pt x="46" y="64"/>
                    <a:pt x="49" y="64"/>
                    <a:pt x="51" y="62"/>
                  </a:cubicBezTo>
                  <a:cubicBezTo>
                    <a:pt x="54" y="65"/>
                    <a:pt x="54" y="65"/>
                    <a:pt x="54" y="65"/>
                  </a:cubicBezTo>
                  <a:cubicBezTo>
                    <a:pt x="56" y="66"/>
                    <a:pt x="58" y="66"/>
                    <a:pt x="60" y="64"/>
                  </a:cubicBezTo>
                  <a:cubicBezTo>
                    <a:pt x="64" y="61"/>
                    <a:pt x="64" y="61"/>
                    <a:pt x="64" y="61"/>
                  </a:cubicBezTo>
                  <a:cubicBezTo>
                    <a:pt x="66" y="59"/>
                    <a:pt x="66" y="56"/>
                    <a:pt x="64" y="54"/>
                  </a:cubicBezTo>
                  <a:cubicBezTo>
                    <a:pt x="62" y="51"/>
                    <a:pt x="62" y="51"/>
                    <a:pt x="62" y="51"/>
                  </a:cubicBezTo>
                  <a:cubicBezTo>
                    <a:pt x="64" y="49"/>
                    <a:pt x="65" y="47"/>
                    <a:pt x="65" y="44"/>
                  </a:cubicBezTo>
                  <a:cubicBezTo>
                    <a:pt x="68" y="44"/>
                    <a:pt x="68" y="44"/>
                    <a:pt x="68" y="44"/>
                  </a:cubicBezTo>
                  <a:cubicBezTo>
                    <a:pt x="71" y="44"/>
                    <a:pt x="73" y="42"/>
                    <a:pt x="73" y="39"/>
                  </a:cubicBezTo>
                  <a:cubicBezTo>
                    <a:pt x="73" y="34"/>
                    <a:pt x="73" y="34"/>
                    <a:pt x="73" y="34"/>
                  </a:cubicBezTo>
                  <a:cubicBezTo>
                    <a:pt x="73" y="32"/>
                    <a:pt x="71" y="30"/>
                    <a:pt x="69" y="29"/>
                  </a:cubicBezTo>
                  <a:cubicBezTo>
                    <a:pt x="65" y="29"/>
                    <a:pt x="65" y="29"/>
                    <a:pt x="65" y="29"/>
                  </a:cubicBezTo>
                  <a:cubicBezTo>
                    <a:pt x="65" y="26"/>
                    <a:pt x="64" y="24"/>
                    <a:pt x="63" y="22"/>
                  </a:cubicBezTo>
                  <a:cubicBezTo>
                    <a:pt x="65" y="19"/>
                    <a:pt x="65" y="19"/>
                    <a:pt x="65" y="19"/>
                  </a:cubicBezTo>
                  <a:cubicBezTo>
                    <a:pt x="66" y="17"/>
                    <a:pt x="66" y="15"/>
                    <a:pt x="64" y="13"/>
                  </a:cubicBezTo>
                  <a:cubicBezTo>
                    <a:pt x="61" y="9"/>
                    <a:pt x="61" y="9"/>
                    <a:pt x="61" y="9"/>
                  </a:cubicBezTo>
                  <a:cubicBezTo>
                    <a:pt x="59" y="7"/>
                    <a:pt x="56" y="7"/>
                    <a:pt x="54" y="9"/>
                  </a:cubicBezTo>
                  <a:cubicBezTo>
                    <a:pt x="52" y="11"/>
                    <a:pt x="52" y="11"/>
                    <a:pt x="52" y="11"/>
                  </a:cubicBezTo>
                  <a:cubicBezTo>
                    <a:pt x="50" y="9"/>
                    <a:pt x="47" y="8"/>
                    <a:pt x="45" y="8"/>
                  </a:cubicBezTo>
                  <a:cubicBezTo>
                    <a:pt x="44" y="4"/>
                    <a:pt x="44" y="4"/>
                    <a:pt x="44" y="4"/>
                  </a:cubicBezTo>
                  <a:cubicBezTo>
                    <a:pt x="44" y="2"/>
                    <a:pt x="42" y="0"/>
                    <a:pt x="40" y="0"/>
                  </a:cubicBezTo>
                  <a:cubicBezTo>
                    <a:pt x="35" y="0"/>
                    <a:pt x="35" y="0"/>
                    <a:pt x="35" y="0"/>
                  </a:cubicBezTo>
                  <a:cubicBezTo>
                    <a:pt x="32" y="0"/>
                    <a:pt x="30" y="2"/>
                    <a:pt x="30" y="4"/>
                  </a:cubicBezTo>
                  <a:cubicBezTo>
                    <a:pt x="29" y="7"/>
                    <a:pt x="29" y="7"/>
                    <a:pt x="29" y="7"/>
                  </a:cubicBezTo>
                  <a:cubicBezTo>
                    <a:pt x="27" y="8"/>
                    <a:pt x="24" y="9"/>
                    <a:pt x="22" y="10"/>
                  </a:cubicBezTo>
                  <a:cubicBezTo>
                    <a:pt x="19" y="8"/>
                    <a:pt x="19" y="8"/>
                    <a:pt x="19" y="8"/>
                  </a:cubicBezTo>
                  <a:cubicBezTo>
                    <a:pt x="17" y="7"/>
                    <a:pt x="14" y="7"/>
                    <a:pt x="13" y="9"/>
                  </a:cubicBezTo>
                  <a:cubicBezTo>
                    <a:pt x="9" y="12"/>
                    <a:pt x="9" y="12"/>
                    <a:pt x="9" y="12"/>
                  </a:cubicBezTo>
                  <a:cubicBezTo>
                    <a:pt x="7" y="14"/>
                    <a:pt x="7" y="17"/>
                    <a:pt x="9" y="19"/>
                  </a:cubicBezTo>
                  <a:cubicBezTo>
                    <a:pt x="11" y="21"/>
                    <a:pt x="11" y="21"/>
                    <a:pt x="11" y="21"/>
                  </a:cubicBezTo>
                  <a:cubicBezTo>
                    <a:pt x="9" y="24"/>
                    <a:pt x="8" y="26"/>
                    <a:pt x="8" y="28"/>
                  </a:cubicBezTo>
                  <a:lnTo>
                    <a:pt x="4" y="29"/>
                  </a:lnTo>
                  <a:close/>
                  <a:moveTo>
                    <a:pt x="37" y="23"/>
                  </a:moveTo>
                  <a:cubicBezTo>
                    <a:pt x="44" y="23"/>
                    <a:pt x="50" y="29"/>
                    <a:pt x="50" y="36"/>
                  </a:cubicBezTo>
                  <a:cubicBezTo>
                    <a:pt x="50" y="44"/>
                    <a:pt x="44" y="49"/>
                    <a:pt x="36" y="49"/>
                  </a:cubicBezTo>
                  <a:cubicBezTo>
                    <a:pt x="29" y="49"/>
                    <a:pt x="23" y="43"/>
                    <a:pt x="24" y="36"/>
                  </a:cubicBezTo>
                  <a:cubicBezTo>
                    <a:pt x="24" y="29"/>
                    <a:pt x="30" y="23"/>
                    <a:pt x="37" y="23"/>
                  </a:cubicBez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sp>
        <p:nvSpPr>
          <p:cNvPr id="24" name="Freeform 58"/>
          <p:cNvSpPr>
            <a:spLocks noEditPoints="1"/>
          </p:cNvSpPr>
          <p:nvPr/>
        </p:nvSpPr>
        <p:spPr bwMode="auto">
          <a:xfrm>
            <a:off x="3445418" y="2885936"/>
            <a:ext cx="1624896" cy="2006104"/>
          </a:xfrm>
          <a:custGeom>
            <a:avLst/>
            <a:gdLst>
              <a:gd name="T0" fmla="*/ 211 w 288"/>
              <a:gd name="T1" fmla="*/ 252 h 354"/>
              <a:gd name="T2" fmla="*/ 211 w 288"/>
              <a:gd name="T3" fmla="*/ 252 h 354"/>
              <a:gd name="T4" fmla="*/ 144 w 288"/>
              <a:gd name="T5" fmla="*/ 334 h 354"/>
              <a:gd name="T6" fmla="*/ 77 w 288"/>
              <a:gd name="T7" fmla="*/ 252 h 354"/>
              <a:gd name="T8" fmla="*/ 77 w 288"/>
              <a:gd name="T9" fmla="*/ 272 h 354"/>
              <a:gd name="T10" fmla="*/ 144 w 288"/>
              <a:gd name="T11" fmla="*/ 354 h 354"/>
              <a:gd name="T12" fmla="*/ 211 w 288"/>
              <a:gd name="T13" fmla="*/ 272 h 354"/>
              <a:gd name="T14" fmla="*/ 211 w 288"/>
              <a:gd name="T15" fmla="*/ 252 h 354"/>
              <a:gd name="T16" fmla="*/ 288 w 288"/>
              <a:gd name="T17" fmla="*/ 190 h 354"/>
              <a:gd name="T18" fmla="*/ 249 w 288"/>
              <a:gd name="T19" fmla="*/ 229 h 354"/>
              <a:gd name="T20" fmla="*/ 185 w 288"/>
              <a:gd name="T21" fmla="*/ 229 h 354"/>
              <a:gd name="T22" fmla="*/ 185 w 288"/>
              <a:gd name="T23" fmla="*/ 248 h 354"/>
              <a:gd name="T24" fmla="*/ 249 w 288"/>
              <a:gd name="T25" fmla="*/ 248 h 354"/>
              <a:gd name="T26" fmla="*/ 288 w 288"/>
              <a:gd name="T27" fmla="*/ 210 h 354"/>
              <a:gd name="T28" fmla="*/ 288 w 288"/>
              <a:gd name="T29" fmla="*/ 190 h 354"/>
              <a:gd name="T30" fmla="*/ 0 w 288"/>
              <a:gd name="T31" fmla="*/ 0 h 354"/>
              <a:gd name="T32" fmla="*/ 0 w 288"/>
              <a:gd name="T33" fmla="*/ 0 h 354"/>
              <a:gd name="T34" fmla="*/ 0 w 288"/>
              <a:gd name="T35" fmla="*/ 210 h 354"/>
              <a:gd name="T36" fmla="*/ 39 w 288"/>
              <a:gd name="T37" fmla="*/ 248 h 354"/>
              <a:gd name="T38" fmla="*/ 104 w 288"/>
              <a:gd name="T39" fmla="*/ 248 h 354"/>
              <a:gd name="T40" fmla="*/ 104 w 288"/>
              <a:gd name="T41" fmla="*/ 252 h 354"/>
              <a:gd name="T42" fmla="*/ 104 w 288"/>
              <a:gd name="T43" fmla="*/ 229 h 354"/>
              <a:gd name="T44" fmla="*/ 39 w 288"/>
              <a:gd name="T45" fmla="*/ 229 h 354"/>
              <a:gd name="T46" fmla="*/ 0 w 288"/>
              <a:gd name="T47" fmla="*/ 190 h 354"/>
              <a:gd name="T48" fmla="*/ 0 w 288"/>
              <a:gd name="T49" fmla="*/ 0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88" h="354">
                <a:moveTo>
                  <a:pt x="211" y="252"/>
                </a:moveTo>
                <a:cubicBezTo>
                  <a:pt x="211" y="252"/>
                  <a:pt x="211" y="252"/>
                  <a:pt x="211" y="252"/>
                </a:cubicBezTo>
                <a:cubicBezTo>
                  <a:pt x="144" y="334"/>
                  <a:pt x="144" y="334"/>
                  <a:pt x="144" y="334"/>
                </a:cubicBezTo>
                <a:cubicBezTo>
                  <a:pt x="77" y="252"/>
                  <a:pt x="77" y="252"/>
                  <a:pt x="77" y="252"/>
                </a:cubicBezTo>
                <a:cubicBezTo>
                  <a:pt x="77" y="272"/>
                  <a:pt x="77" y="272"/>
                  <a:pt x="77" y="272"/>
                </a:cubicBezTo>
                <a:cubicBezTo>
                  <a:pt x="144" y="354"/>
                  <a:pt x="144" y="354"/>
                  <a:pt x="144" y="354"/>
                </a:cubicBezTo>
                <a:cubicBezTo>
                  <a:pt x="211" y="272"/>
                  <a:pt x="211" y="272"/>
                  <a:pt x="211" y="272"/>
                </a:cubicBezTo>
                <a:cubicBezTo>
                  <a:pt x="211" y="252"/>
                  <a:pt x="211" y="252"/>
                  <a:pt x="211" y="252"/>
                </a:cubicBezTo>
                <a:moveTo>
                  <a:pt x="288" y="190"/>
                </a:moveTo>
                <a:cubicBezTo>
                  <a:pt x="288" y="212"/>
                  <a:pt x="270" y="229"/>
                  <a:pt x="249" y="229"/>
                </a:cubicBezTo>
                <a:cubicBezTo>
                  <a:pt x="185" y="229"/>
                  <a:pt x="185" y="229"/>
                  <a:pt x="185" y="229"/>
                </a:cubicBezTo>
                <a:cubicBezTo>
                  <a:pt x="185" y="248"/>
                  <a:pt x="185" y="248"/>
                  <a:pt x="185" y="248"/>
                </a:cubicBezTo>
                <a:cubicBezTo>
                  <a:pt x="249" y="248"/>
                  <a:pt x="249" y="248"/>
                  <a:pt x="249" y="248"/>
                </a:cubicBezTo>
                <a:cubicBezTo>
                  <a:pt x="270" y="248"/>
                  <a:pt x="288" y="231"/>
                  <a:pt x="288" y="210"/>
                </a:cubicBezTo>
                <a:cubicBezTo>
                  <a:pt x="288" y="190"/>
                  <a:pt x="288" y="190"/>
                  <a:pt x="288" y="190"/>
                </a:cubicBezTo>
                <a:moveTo>
                  <a:pt x="0" y="0"/>
                </a:moveTo>
                <a:cubicBezTo>
                  <a:pt x="0" y="0"/>
                  <a:pt x="0" y="0"/>
                  <a:pt x="0" y="0"/>
                </a:cubicBezTo>
                <a:cubicBezTo>
                  <a:pt x="0" y="210"/>
                  <a:pt x="0" y="210"/>
                  <a:pt x="0" y="210"/>
                </a:cubicBezTo>
                <a:cubicBezTo>
                  <a:pt x="0" y="231"/>
                  <a:pt x="18" y="248"/>
                  <a:pt x="39" y="248"/>
                </a:cubicBezTo>
                <a:cubicBezTo>
                  <a:pt x="104" y="248"/>
                  <a:pt x="104" y="248"/>
                  <a:pt x="104" y="248"/>
                </a:cubicBezTo>
                <a:cubicBezTo>
                  <a:pt x="104" y="252"/>
                  <a:pt x="104" y="252"/>
                  <a:pt x="104" y="252"/>
                </a:cubicBezTo>
                <a:cubicBezTo>
                  <a:pt x="104" y="229"/>
                  <a:pt x="104" y="229"/>
                  <a:pt x="104" y="229"/>
                </a:cubicBezTo>
                <a:cubicBezTo>
                  <a:pt x="39" y="229"/>
                  <a:pt x="39" y="229"/>
                  <a:pt x="39" y="229"/>
                </a:cubicBezTo>
                <a:cubicBezTo>
                  <a:pt x="18" y="229"/>
                  <a:pt x="0" y="212"/>
                  <a:pt x="0" y="190"/>
                </a:cubicBezTo>
                <a:cubicBezTo>
                  <a:pt x="0" y="0"/>
                  <a:pt x="0" y="0"/>
                  <a:pt x="0" y="0"/>
                </a:cubicBezTo>
              </a:path>
            </a:pathLst>
          </a:custGeom>
          <a:solidFill>
            <a:srgbClr val="D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59"/>
          <p:cNvSpPr>
            <a:spLocks/>
          </p:cNvSpPr>
          <p:nvPr/>
        </p:nvSpPr>
        <p:spPr bwMode="auto">
          <a:xfrm>
            <a:off x="3445418" y="2557145"/>
            <a:ext cx="1624896" cy="2220533"/>
          </a:xfrm>
          <a:custGeom>
            <a:avLst/>
            <a:gdLst>
              <a:gd name="T0" fmla="*/ 249 w 288"/>
              <a:gd name="T1" fmla="*/ 0 h 392"/>
              <a:gd name="T2" fmla="*/ 39 w 288"/>
              <a:gd name="T3" fmla="*/ 0 h 392"/>
              <a:gd name="T4" fmla="*/ 0 w 288"/>
              <a:gd name="T5" fmla="*/ 39 h 392"/>
              <a:gd name="T6" fmla="*/ 0 w 288"/>
              <a:gd name="T7" fmla="*/ 248 h 392"/>
              <a:gd name="T8" fmla="*/ 39 w 288"/>
              <a:gd name="T9" fmla="*/ 287 h 392"/>
              <a:gd name="T10" fmla="*/ 104 w 288"/>
              <a:gd name="T11" fmla="*/ 287 h 392"/>
              <a:gd name="T12" fmla="*/ 104 w 288"/>
              <a:gd name="T13" fmla="*/ 310 h 392"/>
              <a:gd name="T14" fmla="*/ 77 w 288"/>
              <a:gd name="T15" fmla="*/ 310 h 392"/>
              <a:gd name="T16" fmla="*/ 144 w 288"/>
              <a:gd name="T17" fmla="*/ 392 h 392"/>
              <a:gd name="T18" fmla="*/ 211 w 288"/>
              <a:gd name="T19" fmla="*/ 310 h 392"/>
              <a:gd name="T20" fmla="*/ 185 w 288"/>
              <a:gd name="T21" fmla="*/ 310 h 392"/>
              <a:gd name="T22" fmla="*/ 185 w 288"/>
              <a:gd name="T23" fmla="*/ 287 h 392"/>
              <a:gd name="T24" fmla="*/ 249 w 288"/>
              <a:gd name="T25" fmla="*/ 287 h 392"/>
              <a:gd name="T26" fmla="*/ 288 w 288"/>
              <a:gd name="T27" fmla="*/ 248 h 392"/>
              <a:gd name="T28" fmla="*/ 288 w 288"/>
              <a:gd name="T29" fmla="*/ 39 h 392"/>
              <a:gd name="T30" fmla="*/ 249 w 288"/>
              <a:gd name="T31" fmla="*/ 0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8" h="392">
                <a:moveTo>
                  <a:pt x="249" y="0"/>
                </a:moveTo>
                <a:cubicBezTo>
                  <a:pt x="39" y="0"/>
                  <a:pt x="39" y="0"/>
                  <a:pt x="39" y="0"/>
                </a:cubicBezTo>
                <a:cubicBezTo>
                  <a:pt x="18" y="0"/>
                  <a:pt x="0" y="17"/>
                  <a:pt x="0" y="39"/>
                </a:cubicBezTo>
                <a:cubicBezTo>
                  <a:pt x="0" y="248"/>
                  <a:pt x="0" y="248"/>
                  <a:pt x="0" y="248"/>
                </a:cubicBezTo>
                <a:cubicBezTo>
                  <a:pt x="0" y="270"/>
                  <a:pt x="18" y="287"/>
                  <a:pt x="39" y="287"/>
                </a:cubicBezTo>
                <a:cubicBezTo>
                  <a:pt x="104" y="287"/>
                  <a:pt x="104" y="287"/>
                  <a:pt x="104" y="287"/>
                </a:cubicBezTo>
                <a:cubicBezTo>
                  <a:pt x="104" y="310"/>
                  <a:pt x="104" y="310"/>
                  <a:pt x="104" y="310"/>
                </a:cubicBezTo>
                <a:cubicBezTo>
                  <a:pt x="77" y="310"/>
                  <a:pt x="77" y="310"/>
                  <a:pt x="77" y="310"/>
                </a:cubicBezTo>
                <a:cubicBezTo>
                  <a:pt x="144" y="392"/>
                  <a:pt x="144" y="392"/>
                  <a:pt x="144" y="392"/>
                </a:cubicBezTo>
                <a:cubicBezTo>
                  <a:pt x="211" y="310"/>
                  <a:pt x="211" y="310"/>
                  <a:pt x="211" y="310"/>
                </a:cubicBezTo>
                <a:cubicBezTo>
                  <a:pt x="185" y="310"/>
                  <a:pt x="185" y="310"/>
                  <a:pt x="185" y="310"/>
                </a:cubicBezTo>
                <a:cubicBezTo>
                  <a:pt x="185" y="287"/>
                  <a:pt x="185" y="287"/>
                  <a:pt x="185" y="287"/>
                </a:cubicBezTo>
                <a:cubicBezTo>
                  <a:pt x="249" y="287"/>
                  <a:pt x="249" y="287"/>
                  <a:pt x="249" y="287"/>
                </a:cubicBezTo>
                <a:cubicBezTo>
                  <a:pt x="270" y="287"/>
                  <a:pt x="288" y="270"/>
                  <a:pt x="288" y="248"/>
                </a:cubicBezTo>
                <a:cubicBezTo>
                  <a:pt x="288" y="39"/>
                  <a:pt x="288" y="39"/>
                  <a:pt x="288" y="39"/>
                </a:cubicBezTo>
                <a:cubicBezTo>
                  <a:pt x="288" y="17"/>
                  <a:pt x="270" y="0"/>
                  <a:pt x="249" y="0"/>
                </a:cubicBezTo>
              </a:path>
            </a:pathLst>
          </a:custGeom>
          <a:gradFill>
            <a:gsLst>
              <a:gs pos="100000">
                <a:srgbClr val="E1579B"/>
              </a:gs>
              <a:gs pos="13000">
                <a:srgbClr val="9E007A"/>
              </a:gs>
            </a:gsLst>
            <a:lin ang="18900000" scaled="0"/>
          </a:gradFill>
          <a:ln w="14288" cap="flat">
            <a:no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zh-CN" altLang="en-US"/>
          </a:p>
        </p:txBody>
      </p:sp>
      <p:sp>
        <p:nvSpPr>
          <p:cNvPr id="26" name="Rectangle 60"/>
          <p:cNvSpPr>
            <a:spLocks noChangeArrowheads="1"/>
          </p:cNvSpPr>
          <p:nvPr/>
        </p:nvSpPr>
        <p:spPr bwMode="auto">
          <a:xfrm>
            <a:off x="3666995" y="2885936"/>
            <a:ext cx="1184125" cy="1188890"/>
          </a:xfrm>
          <a:prstGeom prst="rect">
            <a:avLst/>
          </a:prstGeom>
          <a:solidFill>
            <a:srgbClr val="000000">
              <a:alpha val="14902"/>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7" name="Rectangle 61"/>
          <p:cNvSpPr>
            <a:spLocks noChangeArrowheads="1"/>
          </p:cNvSpPr>
          <p:nvPr/>
        </p:nvSpPr>
        <p:spPr bwMode="auto">
          <a:xfrm>
            <a:off x="3666995" y="2885936"/>
            <a:ext cx="1184125" cy="11888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Rectangle 62"/>
          <p:cNvSpPr>
            <a:spLocks noChangeArrowheads="1"/>
          </p:cNvSpPr>
          <p:nvPr/>
        </p:nvSpPr>
        <p:spPr bwMode="auto">
          <a:xfrm>
            <a:off x="3666995" y="2776339"/>
            <a:ext cx="1184125" cy="1186508"/>
          </a:xfrm>
          <a:prstGeom prst="rect">
            <a:avLst/>
          </a:prstGeom>
          <a:solidFill>
            <a:srgbClr val="F0F0F0"/>
          </a:solidFill>
          <a:ln w="28575" cap="flat">
            <a:gradFill>
              <a:gsLst>
                <a:gs pos="0">
                  <a:schemeClr val="bg1"/>
                </a:gs>
                <a:gs pos="100000">
                  <a:srgbClr val="DDDDDD"/>
                </a:gs>
              </a:gsLst>
              <a:lin ang="5400000" scaled="1"/>
            </a:gradFill>
            <a:prstDash val="solid"/>
            <a:miter lim="800000"/>
            <a:headEnd/>
            <a:tailEnd/>
          </a:ln>
          <a:effectLst>
            <a:outerShdw blurRad="228600" dist="228600" dir="5400000" algn="t" rotWithShape="0">
              <a:schemeClr val="tx1">
                <a:lumMod val="85000"/>
                <a:lumOff val="15000"/>
                <a:alpha val="28000"/>
              </a:schemeClr>
            </a:outerShdw>
          </a:effec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 name="Rectangle 63"/>
          <p:cNvSpPr>
            <a:spLocks noChangeArrowheads="1"/>
          </p:cNvSpPr>
          <p:nvPr/>
        </p:nvSpPr>
        <p:spPr bwMode="auto">
          <a:xfrm>
            <a:off x="4031524" y="4184424"/>
            <a:ext cx="457449" cy="107215"/>
          </a:xfrm>
          <a:prstGeom prst="rect">
            <a:avLst/>
          </a:prstGeom>
          <a:solidFill>
            <a:srgbClr val="000000">
              <a:alpha val="14902"/>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0" name="Rectangle 64"/>
          <p:cNvSpPr>
            <a:spLocks noChangeArrowheads="1"/>
          </p:cNvSpPr>
          <p:nvPr/>
        </p:nvSpPr>
        <p:spPr bwMode="auto">
          <a:xfrm>
            <a:off x="4031524" y="4184424"/>
            <a:ext cx="457449" cy="107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65"/>
          <p:cNvSpPr>
            <a:spLocks noEditPoints="1"/>
          </p:cNvSpPr>
          <p:nvPr/>
        </p:nvSpPr>
        <p:spPr bwMode="auto">
          <a:xfrm>
            <a:off x="3824243" y="2931205"/>
            <a:ext cx="845804" cy="855334"/>
          </a:xfrm>
          <a:custGeom>
            <a:avLst/>
            <a:gdLst>
              <a:gd name="T0" fmla="*/ 102 w 150"/>
              <a:gd name="T1" fmla="*/ 22 h 151"/>
              <a:gd name="T2" fmla="*/ 22 w 150"/>
              <a:gd name="T3" fmla="*/ 22 h 151"/>
              <a:gd name="T4" fmla="*/ 22 w 150"/>
              <a:gd name="T5" fmla="*/ 101 h 151"/>
              <a:gd name="T6" fmla="*/ 93 w 150"/>
              <a:gd name="T7" fmla="*/ 108 h 151"/>
              <a:gd name="T8" fmla="*/ 97 w 150"/>
              <a:gd name="T9" fmla="*/ 114 h 151"/>
              <a:gd name="T10" fmla="*/ 128 w 150"/>
              <a:gd name="T11" fmla="*/ 146 h 151"/>
              <a:gd name="T12" fmla="*/ 145 w 150"/>
              <a:gd name="T13" fmla="*/ 146 h 151"/>
              <a:gd name="T14" fmla="*/ 145 w 150"/>
              <a:gd name="T15" fmla="*/ 129 h 151"/>
              <a:gd name="T16" fmla="*/ 114 w 150"/>
              <a:gd name="T17" fmla="*/ 97 h 151"/>
              <a:gd name="T18" fmla="*/ 108 w 150"/>
              <a:gd name="T19" fmla="*/ 94 h 151"/>
              <a:gd name="T20" fmla="*/ 102 w 150"/>
              <a:gd name="T21" fmla="*/ 22 h 151"/>
              <a:gd name="T22" fmla="*/ 91 w 150"/>
              <a:gd name="T23" fmla="*/ 92 h 151"/>
              <a:gd name="T24" fmla="*/ 32 w 150"/>
              <a:gd name="T25" fmla="*/ 91 h 151"/>
              <a:gd name="T26" fmla="*/ 32 w 150"/>
              <a:gd name="T27" fmla="*/ 32 h 151"/>
              <a:gd name="T28" fmla="*/ 91 w 150"/>
              <a:gd name="T29" fmla="*/ 32 h 151"/>
              <a:gd name="T30" fmla="*/ 91 w 150"/>
              <a:gd name="T31" fmla="*/ 92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 h="151">
                <a:moveTo>
                  <a:pt x="102" y="22"/>
                </a:moveTo>
                <a:cubicBezTo>
                  <a:pt x="80" y="0"/>
                  <a:pt x="44" y="0"/>
                  <a:pt x="22" y="22"/>
                </a:cubicBezTo>
                <a:cubicBezTo>
                  <a:pt x="0" y="44"/>
                  <a:pt x="0" y="79"/>
                  <a:pt x="22" y="101"/>
                </a:cubicBezTo>
                <a:cubicBezTo>
                  <a:pt x="41" y="121"/>
                  <a:pt x="71" y="123"/>
                  <a:pt x="93" y="108"/>
                </a:cubicBezTo>
                <a:cubicBezTo>
                  <a:pt x="94" y="110"/>
                  <a:pt x="95" y="112"/>
                  <a:pt x="97" y="114"/>
                </a:cubicBezTo>
                <a:cubicBezTo>
                  <a:pt x="128" y="146"/>
                  <a:pt x="128" y="146"/>
                  <a:pt x="128" y="146"/>
                </a:cubicBezTo>
                <a:cubicBezTo>
                  <a:pt x="133" y="151"/>
                  <a:pt x="141" y="151"/>
                  <a:pt x="145" y="146"/>
                </a:cubicBezTo>
                <a:cubicBezTo>
                  <a:pt x="150" y="142"/>
                  <a:pt x="150" y="134"/>
                  <a:pt x="145" y="129"/>
                </a:cubicBezTo>
                <a:cubicBezTo>
                  <a:pt x="114" y="97"/>
                  <a:pt x="114" y="97"/>
                  <a:pt x="114" y="97"/>
                </a:cubicBezTo>
                <a:cubicBezTo>
                  <a:pt x="112" y="96"/>
                  <a:pt x="110" y="94"/>
                  <a:pt x="108" y="94"/>
                </a:cubicBezTo>
                <a:cubicBezTo>
                  <a:pt x="123" y="72"/>
                  <a:pt x="121" y="42"/>
                  <a:pt x="102" y="22"/>
                </a:cubicBezTo>
                <a:close/>
                <a:moveTo>
                  <a:pt x="91" y="92"/>
                </a:moveTo>
                <a:cubicBezTo>
                  <a:pt x="75" y="108"/>
                  <a:pt x="48" y="108"/>
                  <a:pt x="32" y="91"/>
                </a:cubicBezTo>
                <a:cubicBezTo>
                  <a:pt x="15" y="75"/>
                  <a:pt x="16" y="48"/>
                  <a:pt x="32" y="32"/>
                </a:cubicBezTo>
                <a:cubicBezTo>
                  <a:pt x="48" y="16"/>
                  <a:pt x="75" y="16"/>
                  <a:pt x="91" y="32"/>
                </a:cubicBezTo>
                <a:cubicBezTo>
                  <a:pt x="108" y="49"/>
                  <a:pt x="108" y="75"/>
                  <a:pt x="91" y="92"/>
                </a:cubicBez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2" name="Freeform 66"/>
          <p:cNvSpPr>
            <a:spLocks noEditPoints="1"/>
          </p:cNvSpPr>
          <p:nvPr/>
        </p:nvSpPr>
        <p:spPr bwMode="auto">
          <a:xfrm>
            <a:off x="7121686" y="2885936"/>
            <a:ext cx="1617749" cy="2006104"/>
          </a:xfrm>
          <a:custGeom>
            <a:avLst/>
            <a:gdLst>
              <a:gd name="T0" fmla="*/ 210 w 287"/>
              <a:gd name="T1" fmla="*/ 252 h 354"/>
              <a:gd name="T2" fmla="*/ 210 w 287"/>
              <a:gd name="T3" fmla="*/ 252 h 354"/>
              <a:gd name="T4" fmla="*/ 144 w 287"/>
              <a:gd name="T5" fmla="*/ 334 h 354"/>
              <a:gd name="T6" fmla="*/ 77 w 287"/>
              <a:gd name="T7" fmla="*/ 252 h 354"/>
              <a:gd name="T8" fmla="*/ 77 w 287"/>
              <a:gd name="T9" fmla="*/ 272 h 354"/>
              <a:gd name="T10" fmla="*/ 144 w 287"/>
              <a:gd name="T11" fmla="*/ 354 h 354"/>
              <a:gd name="T12" fmla="*/ 210 w 287"/>
              <a:gd name="T13" fmla="*/ 272 h 354"/>
              <a:gd name="T14" fmla="*/ 210 w 287"/>
              <a:gd name="T15" fmla="*/ 252 h 354"/>
              <a:gd name="T16" fmla="*/ 287 w 287"/>
              <a:gd name="T17" fmla="*/ 190 h 354"/>
              <a:gd name="T18" fmla="*/ 249 w 287"/>
              <a:gd name="T19" fmla="*/ 229 h 354"/>
              <a:gd name="T20" fmla="*/ 184 w 287"/>
              <a:gd name="T21" fmla="*/ 229 h 354"/>
              <a:gd name="T22" fmla="*/ 184 w 287"/>
              <a:gd name="T23" fmla="*/ 248 h 354"/>
              <a:gd name="T24" fmla="*/ 249 w 287"/>
              <a:gd name="T25" fmla="*/ 248 h 354"/>
              <a:gd name="T26" fmla="*/ 287 w 287"/>
              <a:gd name="T27" fmla="*/ 210 h 354"/>
              <a:gd name="T28" fmla="*/ 287 w 287"/>
              <a:gd name="T29" fmla="*/ 190 h 354"/>
              <a:gd name="T30" fmla="*/ 0 w 287"/>
              <a:gd name="T31" fmla="*/ 0 h 354"/>
              <a:gd name="T32" fmla="*/ 0 w 287"/>
              <a:gd name="T33" fmla="*/ 0 h 354"/>
              <a:gd name="T34" fmla="*/ 0 w 287"/>
              <a:gd name="T35" fmla="*/ 210 h 354"/>
              <a:gd name="T36" fmla="*/ 39 w 287"/>
              <a:gd name="T37" fmla="*/ 248 h 354"/>
              <a:gd name="T38" fmla="*/ 103 w 287"/>
              <a:gd name="T39" fmla="*/ 248 h 354"/>
              <a:gd name="T40" fmla="*/ 103 w 287"/>
              <a:gd name="T41" fmla="*/ 252 h 354"/>
              <a:gd name="T42" fmla="*/ 103 w 287"/>
              <a:gd name="T43" fmla="*/ 229 h 354"/>
              <a:gd name="T44" fmla="*/ 39 w 287"/>
              <a:gd name="T45" fmla="*/ 229 h 354"/>
              <a:gd name="T46" fmla="*/ 0 w 287"/>
              <a:gd name="T47" fmla="*/ 190 h 354"/>
              <a:gd name="T48" fmla="*/ 0 w 287"/>
              <a:gd name="T49" fmla="*/ 0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87" h="354">
                <a:moveTo>
                  <a:pt x="210" y="252"/>
                </a:moveTo>
                <a:cubicBezTo>
                  <a:pt x="210" y="252"/>
                  <a:pt x="210" y="252"/>
                  <a:pt x="210" y="252"/>
                </a:cubicBezTo>
                <a:cubicBezTo>
                  <a:pt x="144" y="334"/>
                  <a:pt x="144" y="334"/>
                  <a:pt x="144" y="334"/>
                </a:cubicBezTo>
                <a:cubicBezTo>
                  <a:pt x="77" y="252"/>
                  <a:pt x="77" y="252"/>
                  <a:pt x="77" y="252"/>
                </a:cubicBezTo>
                <a:cubicBezTo>
                  <a:pt x="77" y="272"/>
                  <a:pt x="77" y="272"/>
                  <a:pt x="77" y="272"/>
                </a:cubicBezTo>
                <a:cubicBezTo>
                  <a:pt x="144" y="354"/>
                  <a:pt x="144" y="354"/>
                  <a:pt x="144" y="354"/>
                </a:cubicBezTo>
                <a:cubicBezTo>
                  <a:pt x="210" y="272"/>
                  <a:pt x="210" y="272"/>
                  <a:pt x="210" y="272"/>
                </a:cubicBezTo>
                <a:cubicBezTo>
                  <a:pt x="210" y="252"/>
                  <a:pt x="210" y="252"/>
                  <a:pt x="210" y="252"/>
                </a:cubicBezTo>
                <a:moveTo>
                  <a:pt x="287" y="190"/>
                </a:moveTo>
                <a:cubicBezTo>
                  <a:pt x="287" y="212"/>
                  <a:pt x="270" y="229"/>
                  <a:pt x="249" y="229"/>
                </a:cubicBezTo>
                <a:cubicBezTo>
                  <a:pt x="184" y="229"/>
                  <a:pt x="184" y="229"/>
                  <a:pt x="184" y="229"/>
                </a:cubicBezTo>
                <a:cubicBezTo>
                  <a:pt x="184" y="248"/>
                  <a:pt x="184" y="248"/>
                  <a:pt x="184" y="248"/>
                </a:cubicBezTo>
                <a:cubicBezTo>
                  <a:pt x="249" y="248"/>
                  <a:pt x="249" y="248"/>
                  <a:pt x="249" y="248"/>
                </a:cubicBezTo>
                <a:cubicBezTo>
                  <a:pt x="270" y="248"/>
                  <a:pt x="287" y="231"/>
                  <a:pt x="287" y="210"/>
                </a:cubicBezTo>
                <a:cubicBezTo>
                  <a:pt x="287" y="190"/>
                  <a:pt x="287" y="190"/>
                  <a:pt x="287" y="190"/>
                </a:cubicBezTo>
                <a:moveTo>
                  <a:pt x="0" y="0"/>
                </a:moveTo>
                <a:cubicBezTo>
                  <a:pt x="0" y="0"/>
                  <a:pt x="0" y="0"/>
                  <a:pt x="0" y="0"/>
                </a:cubicBezTo>
                <a:cubicBezTo>
                  <a:pt x="0" y="210"/>
                  <a:pt x="0" y="210"/>
                  <a:pt x="0" y="210"/>
                </a:cubicBezTo>
                <a:cubicBezTo>
                  <a:pt x="0" y="231"/>
                  <a:pt x="17" y="248"/>
                  <a:pt x="39" y="248"/>
                </a:cubicBezTo>
                <a:cubicBezTo>
                  <a:pt x="103" y="248"/>
                  <a:pt x="103" y="248"/>
                  <a:pt x="103" y="248"/>
                </a:cubicBezTo>
                <a:cubicBezTo>
                  <a:pt x="103" y="252"/>
                  <a:pt x="103" y="252"/>
                  <a:pt x="103" y="252"/>
                </a:cubicBezTo>
                <a:cubicBezTo>
                  <a:pt x="103" y="229"/>
                  <a:pt x="103" y="229"/>
                  <a:pt x="103" y="229"/>
                </a:cubicBezTo>
                <a:cubicBezTo>
                  <a:pt x="39" y="229"/>
                  <a:pt x="39" y="229"/>
                  <a:pt x="39" y="229"/>
                </a:cubicBezTo>
                <a:cubicBezTo>
                  <a:pt x="17" y="229"/>
                  <a:pt x="0" y="212"/>
                  <a:pt x="0" y="190"/>
                </a:cubicBezTo>
                <a:cubicBezTo>
                  <a:pt x="0" y="0"/>
                  <a:pt x="0" y="0"/>
                  <a:pt x="0" y="0"/>
                </a:cubicBezTo>
              </a:path>
            </a:pathLst>
          </a:custGeom>
          <a:solidFill>
            <a:srgbClr val="D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67"/>
          <p:cNvSpPr>
            <a:spLocks/>
          </p:cNvSpPr>
          <p:nvPr/>
        </p:nvSpPr>
        <p:spPr bwMode="auto">
          <a:xfrm>
            <a:off x="7121686" y="2557145"/>
            <a:ext cx="1617749" cy="2220533"/>
          </a:xfrm>
          <a:custGeom>
            <a:avLst/>
            <a:gdLst>
              <a:gd name="T0" fmla="*/ 249 w 287"/>
              <a:gd name="T1" fmla="*/ 0 h 392"/>
              <a:gd name="T2" fmla="*/ 39 w 287"/>
              <a:gd name="T3" fmla="*/ 0 h 392"/>
              <a:gd name="T4" fmla="*/ 0 w 287"/>
              <a:gd name="T5" fmla="*/ 39 h 392"/>
              <a:gd name="T6" fmla="*/ 0 w 287"/>
              <a:gd name="T7" fmla="*/ 248 h 392"/>
              <a:gd name="T8" fmla="*/ 39 w 287"/>
              <a:gd name="T9" fmla="*/ 287 h 392"/>
              <a:gd name="T10" fmla="*/ 103 w 287"/>
              <a:gd name="T11" fmla="*/ 287 h 392"/>
              <a:gd name="T12" fmla="*/ 103 w 287"/>
              <a:gd name="T13" fmla="*/ 310 h 392"/>
              <a:gd name="T14" fmla="*/ 77 w 287"/>
              <a:gd name="T15" fmla="*/ 310 h 392"/>
              <a:gd name="T16" fmla="*/ 144 w 287"/>
              <a:gd name="T17" fmla="*/ 392 h 392"/>
              <a:gd name="T18" fmla="*/ 210 w 287"/>
              <a:gd name="T19" fmla="*/ 310 h 392"/>
              <a:gd name="T20" fmla="*/ 184 w 287"/>
              <a:gd name="T21" fmla="*/ 310 h 392"/>
              <a:gd name="T22" fmla="*/ 184 w 287"/>
              <a:gd name="T23" fmla="*/ 287 h 392"/>
              <a:gd name="T24" fmla="*/ 249 w 287"/>
              <a:gd name="T25" fmla="*/ 287 h 392"/>
              <a:gd name="T26" fmla="*/ 287 w 287"/>
              <a:gd name="T27" fmla="*/ 248 h 392"/>
              <a:gd name="T28" fmla="*/ 287 w 287"/>
              <a:gd name="T29" fmla="*/ 39 h 392"/>
              <a:gd name="T30" fmla="*/ 249 w 287"/>
              <a:gd name="T31" fmla="*/ 0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7" h="392">
                <a:moveTo>
                  <a:pt x="249" y="0"/>
                </a:moveTo>
                <a:cubicBezTo>
                  <a:pt x="39" y="0"/>
                  <a:pt x="39" y="0"/>
                  <a:pt x="39" y="0"/>
                </a:cubicBezTo>
                <a:cubicBezTo>
                  <a:pt x="17" y="0"/>
                  <a:pt x="0" y="17"/>
                  <a:pt x="0" y="39"/>
                </a:cubicBezTo>
                <a:cubicBezTo>
                  <a:pt x="0" y="248"/>
                  <a:pt x="0" y="248"/>
                  <a:pt x="0" y="248"/>
                </a:cubicBezTo>
                <a:cubicBezTo>
                  <a:pt x="0" y="270"/>
                  <a:pt x="17" y="287"/>
                  <a:pt x="39" y="287"/>
                </a:cubicBezTo>
                <a:cubicBezTo>
                  <a:pt x="103" y="287"/>
                  <a:pt x="103" y="287"/>
                  <a:pt x="103" y="287"/>
                </a:cubicBezTo>
                <a:cubicBezTo>
                  <a:pt x="103" y="310"/>
                  <a:pt x="103" y="310"/>
                  <a:pt x="103" y="310"/>
                </a:cubicBezTo>
                <a:cubicBezTo>
                  <a:pt x="77" y="310"/>
                  <a:pt x="77" y="310"/>
                  <a:pt x="77" y="310"/>
                </a:cubicBezTo>
                <a:cubicBezTo>
                  <a:pt x="144" y="392"/>
                  <a:pt x="144" y="392"/>
                  <a:pt x="144" y="392"/>
                </a:cubicBezTo>
                <a:cubicBezTo>
                  <a:pt x="210" y="310"/>
                  <a:pt x="210" y="310"/>
                  <a:pt x="210" y="310"/>
                </a:cubicBezTo>
                <a:cubicBezTo>
                  <a:pt x="184" y="310"/>
                  <a:pt x="184" y="310"/>
                  <a:pt x="184" y="310"/>
                </a:cubicBezTo>
                <a:cubicBezTo>
                  <a:pt x="184" y="287"/>
                  <a:pt x="184" y="287"/>
                  <a:pt x="184" y="287"/>
                </a:cubicBezTo>
                <a:cubicBezTo>
                  <a:pt x="249" y="287"/>
                  <a:pt x="249" y="287"/>
                  <a:pt x="249" y="287"/>
                </a:cubicBezTo>
                <a:cubicBezTo>
                  <a:pt x="270" y="287"/>
                  <a:pt x="287" y="270"/>
                  <a:pt x="287" y="248"/>
                </a:cubicBezTo>
                <a:cubicBezTo>
                  <a:pt x="287" y="39"/>
                  <a:pt x="287" y="39"/>
                  <a:pt x="287" y="39"/>
                </a:cubicBezTo>
                <a:cubicBezTo>
                  <a:pt x="287" y="17"/>
                  <a:pt x="270" y="0"/>
                  <a:pt x="249" y="0"/>
                </a:cubicBezTo>
              </a:path>
            </a:pathLst>
          </a:custGeom>
          <a:gradFill>
            <a:gsLst>
              <a:gs pos="100000">
                <a:srgbClr val="E7E507"/>
              </a:gs>
              <a:gs pos="13000">
                <a:srgbClr val="A6C43C"/>
              </a:gs>
            </a:gsLst>
            <a:lin ang="18900000" scaled="0"/>
          </a:gradFill>
          <a:ln w="14288" cap="flat">
            <a:no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zh-CN" altLang="en-US"/>
          </a:p>
        </p:txBody>
      </p:sp>
      <p:sp>
        <p:nvSpPr>
          <p:cNvPr id="34" name="Rectangle 68"/>
          <p:cNvSpPr>
            <a:spLocks noChangeArrowheads="1"/>
          </p:cNvSpPr>
          <p:nvPr/>
        </p:nvSpPr>
        <p:spPr bwMode="auto">
          <a:xfrm>
            <a:off x="7343263" y="2885936"/>
            <a:ext cx="1184125" cy="1188890"/>
          </a:xfrm>
          <a:prstGeom prst="rect">
            <a:avLst/>
          </a:prstGeom>
          <a:solidFill>
            <a:srgbClr val="000000">
              <a:alpha val="14902"/>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5" name="Rectangle 69"/>
          <p:cNvSpPr>
            <a:spLocks noChangeArrowheads="1"/>
          </p:cNvSpPr>
          <p:nvPr/>
        </p:nvSpPr>
        <p:spPr bwMode="auto">
          <a:xfrm>
            <a:off x="7343263" y="2885936"/>
            <a:ext cx="1184125" cy="11888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Rectangle 70"/>
          <p:cNvSpPr>
            <a:spLocks noChangeArrowheads="1"/>
          </p:cNvSpPr>
          <p:nvPr/>
        </p:nvSpPr>
        <p:spPr bwMode="auto">
          <a:xfrm>
            <a:off x="7343263" y="2776339"/>
            <a:ext cx="1184125" cy="1186508"/>
          </a:xfrm>
          <a:prstGeom prst="rect">
            <a:avLst/>
          </a:prstGeom>
          <a:solidFill>
            <a:srgbClr val="F0F0F0"/>
          </a:solidFill>
          <a:ln w="28575" cap="flat">
            <a:gradFill>
              <a:gsLst>
                <a:gs pos="0">
                  <a:schemeClr val="bg1"/>
                </a:gs>
                <a:gs pos="100000">
                  <a:srgbClr val="DDDDDD"/>
                </a:gs>
              </a:gsLst>
              <a:lin ang="5400000" scaled="1"/>
            </a:gradFill>
            <a:prstDash val="solid"/>
            <a:miter lim="800000"/>
            <a:headEnd/>
            <a:tailEnd/>
          </a:ln>
          <a:effectLst>
            <a:outerShdw blurRad="228600" dist="228600" dir="5400000" algn="t" rotWithShape="0">
              <a:schemeClr val="tx1">
                <a:lumMod val="85000"/>
                <a:lumOff val="15000"/>
                <a:alpha val="28000"/>
              </a:schemeClr>
            </a:outerShdw>
          </a:effec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 name="Rectangle 71"/>
          <p:cNvSpPr>
            <a:spLocks noChangeArrowheads="1"/>
          </p:cNvSpPr>
          <p:nvPr/>
        </p:nvSpPr>
        <p:spPr bwMode="auto">
          <a:xfrm>
            <a:off x="7703027" y="4184424"/>
            <a:ext cx="457449" cy="107215"/>
          </a:xfrm>
          <a:prstGeom prst="rect">
            <a:avLst/>
          </a:prstGeom>
          <a:solidFill>
            <a:srgbClr val="000000">
              <a:alpha val="14902"/>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8" name="Rectangle 72"/>
          <p:cNvSpPr>
            <a:spLocks noChangeArrowheads="1"/>
          </p:cNvSpPr>
          <p:nvPr/>
        </p:nvSpPr>
        <p:spPr bwMode="auto">
          <a:xfrm>
            <a:off x="7703027" y="4184424"/>
            <a:ext cx="457449" cy="107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51" name="组合 50"/>
          <p:cNvGrpSpPr/>
          <p:nvPr/>
        </p:nvGrpSpPr>
        <p:grpSpPr>
          <a:xfrm>
            <a:off x="7567222" y="2976473"/>
            <a:ext cx="779092" cy="788623"/>
            <a:chOff x="7567222" y="2976473"/>
            <a:chExt cx="779092" cy="788623"/>
          </a:xfrm>
        </p:grpSpPr>
        <p:sp>
          <p:nvSpPr>
            <p:cNvPr id="39" name="Freeform 73"/>
            <p:cNvSpPr>
              <a:spLocks/>
            </p:cNvSpPr>
            <p:nvPr/>
          </p:nvSpPr>
          <p:spPr bwMode="auto">
            <a:xfrm>
              <a:off x="7793564" y="2976473"/>
              <a:ext cx="326409" cy="147718"/>
            </a:xfrm>
            <a:custGeom>
              <a:avLst/>
              <a:gdLst>
                <a:gd name="T0" fmla="*/ 3 w 58"/>
                <a:gd name="T1" fmla="*/ 26 h 26"/>
                <a:gd name="T2" fmla="*/ 55 w 58"/>
                <a:gd name="T3" fmla="*/ 26 h 26"/>
                <a:gd name="T4" fmla="*/ 58 w 58"/>
                <a:gd name="T5" fmla="*/ 23 h 26"/>
                <a:gd name="T6" fmla="*/ 58 w 58"/>
                <a:gd name="T7" fmla="*/ 0 h 26"/>
                <a:gd name="T8" fmla="*/ 0 w 58"/>
                <a:gd name="T9" fmla="*/ 0 h 26"/>
                <a:gd name="T10" fmla="*/ 0 w 58"/>
                <a:gd name="T11" fmla="*/ 23 h 26"/>
                <a:gd name="T12" fmla="*/ 3 w 58"/>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58" h="26">
                  <a:moveTo>
                    <a:pt x="3" y="26"/>
                  </a:moveTo>
                  <a:cubicBezTo>
                    <a:pt x="55" y="26"/>
                    <a:pt x="55" y="26"/>
                    <a:pt x="55" y="26"/>
                  </a:cubicBezTo>
                  <a:cubicBezTo>
                    <a:pt x="56" y="26"/>
                    <a:pt x="58" y="25"/>
                    <a:pt x="58" y="23"/>
                  </a:cubicBezTo>
                  <a:cubicBezTo>
                    <a:pt x="58" y="0"/>
                    <a:pt x="58" y="0"/>
                    <a:pt x="58" y="0"/>
                  </a:cubicBezTo>
                  <a:cubicBezTo>
                    <a:pt x="0" y="0"/>
                    <a:pt x="0" y="0"/>
                    <a:pt x="0" y="0"/>
                  </a:cubicBezTo>
                  <a:cubicBezTo>
                    <a:pt x="0" y="23"/>
                    <a:pt x="0" y="23"/>
                    <a:pt x="0" y="23"/>
                  </a:cubicBezTo>
                  <a:cubicBezTo>
                    <a:pt x="0" y="25"/>
                    <a:pt x="2" y="26"/>
                    <a:pt x="3" y="26"/>
                  </a:cubicBez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0" name="Freeform 74"/>
            <p:cNvSpPr>
              <a:spLocks noEditPoints="1"/>
            </p:cNvSpPr>
            <p:nvPr/>
          </p:nvSpPr>
          <p:spPr bwMode="auto">
            <a:xfrm>
              <a:off x="7567222" y="2976473"/>
              <a:ext cx="779092" cy="788623"/>
            </a:xfrm>
            <a:custGeom>
              <a:avLst/>
              <a:gdLst>
                <a:gd name="T0" fmla="*/ 136 w 138"/>
                <a:gd name="T1" fmla="*/ 35 h 139"/>
                <a:gd name="T2" fmla="*/ 107 w 138"/>
                <a:gd name="T3" fmla="*/ 6 h 139"/>
                <a:gd name="T4" fmla="*/ 107 w 138"/>
                <a:gd name="T5" fmla="*/ 23 h 139"/>
                <a:gd name="T6" fmla="*/ 95 w 138"/>
                <a:gd name="T7" fmla="*/ 35 h 139"/>
                <a:gd name="T8" fmla="*/ 43 w 138"/>
                <a:gd name="T9" fmla="*/ 35 h 139"/>
                <a:gd name="T10" fmla="*/ 31 w 138"/>
                <a:gd name="T11" fmla="*/ 23 h 139"/>
                <a:gd name="T12" fmla="*/ 31 w 138"/>
                <a:gd name="T13" fmla="*/ 0 h 139"/>
                <a:gd name="T14" fmla="*/ 13 w 138"/>
                <a:gd name="T15" fmla="*/ 0 h 139"/>
                <a:gd name="T16" fmla="*/ 0 w 138"/>
                <a:gd name="T17" fmla="*/ 13 h 139"/>
                <a:gd name="T18" fmla="*/ 0 w 138"/>
                <a:gd name="T19" fmla="*/ 126 h 139"/>
                <a:gd name="T20" fmla="*/ 13 w 138"/>
                <a:gd name="T21" fmla="*/ 139 h 139"/>
                <a:gd name="T22" fmla="*/ 125 w 138"/>
                <a:gd name="T23" fmla="*/ 139 h 139"/>
                <a:gd name="T24" fmla="*/ 138 w 138"/>
                <a:gd name="T25" fmla="*/ 126 h 139"/>
                <a:gd name="T26" fmla="*/ 138 w 138"/>
                <a:gd name="T27" fmla="*/ 40 h 139"/>
                <a:gd name="T28" fmla="*/ 136 w 138"/>
                <a:gd name="T29" fmla="*/ 35 h 139"/>
                <a:gd name="T30" fmla="*/ 117 w 138"/>
                <a:gd name="T31" fmla="*/ 110 h 139"/>
                <a:gd name="T32" fmla="*/ 109 w 138"/>
                <a:gd name="T33" fmla="*/ 117 h 139"/>
                <a:gd name="T34" fmla="*/ 29 w 138"/>
                <a:gd name="T35" fmla="*/ 117 h 139"/>
                <a:gd name="T36" fmla="*/ 21 w 138"/>
                <a:gd name="T37" fmla="*/ 110 h 139"/>
                <a:gd name="T38" fmla="*/ 21 w 138"/>
                <a:gd name="T39" fmla="*/ 71 h 139"/>
                <a:gd name="T40" fmla="*/ 29 w 138"/>
                <a:gd name="T41" fmla="*/ 64 h 139"/>
                <a:gd name="T42" fmla="*/ 109 w 138"/>
                <a:gd name="T43" fmla="*/ 64 h 139"/>
                <a:gd name="T44" fmla="*/ 117 w 138"/>
                <a:gd name="T45" fmla="*/ 71 h 139"/>
                <a:gd name="T46" fmla="*/ 117 w 138"/>
                <a:gd name="T47" fmla="*/ 11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8" h="139">
                  <a:moveTo>
                    <a:pt x="136" y="35"/>
                  </a:moveTo>
                  <a:cubicBezTo>
                    <a:pt x="107" y="6"/>
                    <a:pt x="107" y="6"/>
                    <a:pt x="107" y="6"/>
                  </a:cubicBezTo>
                  <a:cubicBezTo>
                    <a:pt x="107" y="23"/>
                    <a:pt x="107" y="23"/>
                    <a:pt x="107" y="23"/>
                  </a:cubicBezTo>
                  <a:cubicBezTo>
                    <a:pt x="107" y="30"/>
                    <a:pt x="101" y="35"/>
                    <a:pt x="95" y="35"/>
                  </a:cubicBezTo>
                  <a:cubicBezTo>
                    <a:pt x="43" y="35"/>
                    <a:pt x="43" y="35"/>
                    <a:pt x="43" y="35"/>
                  </a:cubicBezTo>
                  <a:cubicBezTo>
                    <a:pt x="37" y="35"/>
                    <a:pt x="31" y="30"/>
                    <a:pt x="31" y="23"/>
                  </a:cubicBezTo>
                  <a:cubicBezTo>
                    <a:pt x="31" y="0"/>
                    <a:pt x="31" y="0"/>
                    <a:pt x="31" y="0"/>
                  </a:cubicBezTo>
                  <a:cubicBezTo>
                    <a:pt x="13" y="0"/>
                    <a:pt x="13" y="0"/>
                    <a:pt x="13" y="0"/>
                  </a:cubicBezTo>
                  <a:cubicBezTo>
                    <a:pt x="6" y="0"/>
                    <a:pt x="0" y="6"/>
                    <a:pt x="0" y="13"/>
                  </a:cubicBezTo>
                  <a:cubicBezTo>
                    <a:pt x="0" y="126"/>
                    <a:pt x="0" y="126"/>
                    <a:pt x="0" y="126"/>
                  </a:cubicBezTo>
                  <a:cubicBezTo>
                    <a:pt x="0" y="133"/>
                    <a:pt x="6" y="139"/>
                    <a:pt x="13" y="139"/>
                  </a:cubicBezTo>
                  <a:cubicBezTo>
                    <a:pt x="125" y="139"/>
                    <a:pt x="125" y="139"/>
                    <a:pt x="125" y="139"/>
                  </a:cubicBezTo>
                  <a:cubicBezTo>
                    <a:pt x="132" y="139"/>
                    <a:pt x="138" y="133"/>
                    <a:pt x="138" y="126"/>
                  </a:cubicBezTo>
                  <a:cubicBezTo>
                    <a:pt x="138" y="40"/>
                    <a:pt x="138" y="40"/>
                    <a:pt x="138" y="40"/>
                  </a:cubicBezTo>
                  <a:cubicBezTo>
                    <a:pt x="138" y="38"/>
                    <a:pt x="137" y="37"/>
                    <a:pt x="136" y="35"/>
                  </a:cubicBezTo>
                  <a:close/>
                  <a:moveTo>
                    <a:pt x="117" y="110"/>
                  </a:moveTo>
                  <a:cubicBezTo>
                    <a:pt x="117" y="114"/>
                    <a:pt x="113" y="117"/>
                    <a:pt x="109" y="117"/>
                  </a:cubicBezTo>
                  <a:cubicBezTo>
                    <a:pt x="29" y="117"/>
                    <a:pt x="29" y="117"/>
                    <a:pt x="29" y="117"/>
                  </a:cubicBezTo>
                  <a:cubicBezTo>
                    <a:pt x="25" y="117"/>
                    <a:pt x="21" y="114"/>
                    <a:pt x="21" y="110"/>
                  </a:cubicBezTo>
                  <a:cubicBezTo>
                    <a:pt x="21" y="71"/>
                    <a:pt x="21" y="71"/>
                    <a:pt x="21" y="71"/>
                  </a:cubicBezTo>
                  <a:cubicBezTo>
                    <a:pt x="21" y="67"/>
                    <a:pt x="25" y="64"/>
                    <a:pt x="29" y="64"/>
                  </a:cubicBezTo>
                  <a:cubicBezTo>
                    <a:pt x="109" y="64"/>
                    <a:pt x="109" y="64"/>
                    <a:pt x="109" y="64"/>
                  </a:cubicBezTo>
                  <a:cubicBezTo>
                    <a:pt x="113" y="64"/>
                    <a:pt x="117" y="67"/>
                    <a:pt x="117" y="71"/>
                  </a:cubicBezTo>
                  <a:lnTo>
                    <a:pt x="117" y="110"/>
                  </a:ln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1" name="Freeform 75"/>
            <p:cNvSpPr>
              <a:spLocks/>
            </p:cNvSpPr>
            <p:nvPr/>
          </p:nvSpPr>
          <p:spPr bwMode="auto">
            <a:xfrm>
              <a:off x="7753061" y="3400566"/>
              <a:ext cx="407415" cy="57181"/>
            </a:xfrm>
            <a:custGeom>
              <a:avLst/>
              <a:gdLst>
                <a:gd name="T0" fmla="*/ 68 w 72"/>
                <a:gd name="T1" fmla="*/ 0 h 10"/>
                <a:gd name="T2" fmla="*/ 4 w 72"/>
                <a:gd name="T3" fmla="*/ 0 h 10"/>
                <a:gd name="T4" fmla="*/ 0 w 72"/>
                <a:gd name="T5" fmla="*/ 5 h 10"/>
                <a:gd name="T6" fmla="*/ 4 w 72"/>
                <a:gd name="T7" fmla="*/ 10 h 10"/>
                <a:gd name="T8" fmla="*/ 68 w 72"/>
                <a:gd name="T9" fmla="*/ 10 h 10"/>
                <a:gd name="T10" fmla="*/ 72 w 72"/>
                <a:gd name="T11" fmla="*/ 5 h 10"/>
                <a:gd name="T12" fmla="*/ 68 w 7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72" h="10">
                  <a:moveTo>
                    <a:pt x="68" y="0"/>
                  </a:moveTo>
                  <a:cubicBezTo>
                    <a:pt x="4" y="0"/>
                    <a:pt x="4" y="0"/>
                    <a:pt x="4" y="0"/>
                  </a:cubicBezTo>
                  <a:cubicBezTo>
                    <a:pt x="2" y="0"/>
                    <a:pt x="0" y="2"/>
                    <a:pt x="0" y="5"/>
                  </a:cubicBezTo>
                  <a:cubicBezTo>
                    <a:pt x="0" y="8"/>
                    <a:pt x="2" y="10"/>
                    <a:pt x="4" y="10"/>
                  </a:cubicBezTo>
                  <a:cubicBezTo>
                    <a:pt x="68" y="10"/>
                    <a:pt x="68" y="10"/>
                    <a:pt x="68" y="10"/>
                  </a:cubicBezTo>
                  <a:cubicBezTo>
                    <a:pt x="70" y="10"/>
                    <a:pt x="72" y="8"/>
                    <a:pt x="72" y="5"/>
                  </a:cubicBezTo>
                  <a:cubicBezTo>
                    <a:pt x="72" y="2"/>
                    <a:pt x="70" y="0"/>
                    <a:pt x="68" y="0"/>
                  </a:cubicBez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2" name="Freeform 76"/>
            <p:cNvSpPr>
              <a:spLocks/>
            </p:cNvSpPr>
            <p:nvPr/>
          </p:nvSpPr>
          <p:spPr bwMode="auto">
            <a:xfrm>
              <a:off x="7805477" y="3507781"/>
              <a:ext cx="302583" cy="52416"/>
            </a:xfrm>
            <a:custGeom>
              <a:avLst/>
              <a:gdLst>
                <a:gd name="T0" fmla="*/ 50 w 54"/>
                <a:gd name="T1" fmla="*/ 0 h 9"/>
                <a:gd name="T2" fmla="*/ 4 w 54"/>
                <a:gd name="T3" fmla="*/ 0 h 9"/>
                <a:gd name="T4" fmla="*/ 0 w 54"/>
                <a:gd name="T5" fmla="*/ 4 h 9"/>
                <a:gd name="T6" fmla="*/ 4 w 54"/>
                <a:gd name="T7" fmla="*/ 9 h 9"/>
                <a:gd name="T8" fmla="*/ 50 w 54"/>
                <a:gd name="T9" fmla="*/ 9 h 9"/>
                <a:gd name="T10" fmla="*/ 54 w 54"/>
                <a:gd name="T11" fmla="*/ 4 h 9"/>
                <a:gd name="T12" fmla="*/ 50 w 54"/>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54" h="9">
                  <a:moveTo>
                    <a:pt x="50" y="0"/>
                  </a:moveTo>
                  <a:cubicBezTo>
                    <a:pt x="4" y="0"/>
                    <a:pt x="4" y="0"/>
                    <a:pt x="4" y="0"/>
                  </a:cubicBezTo>
                  <a:cubicBezTo>
                    <a:pt x="2" y="0"/>
                    <a:pt x="0" y="2"/>
                    <a:pt x="0" y="4"/>
                  </a:cubicBezTo>
                  <a:cubicBezTo>
                    <a:pt x="0" y="7"/>
                    <a:pt x="2" y="9"/>
                    <a:pt x="4" y="9"/>
                  </a:cubicBezTo>
                  <a:cubicBezTo>
                    <a:pt x="50" y="9"/>
                    <a:pt x="50" y="9"/>
                    <a:pt x="50" y="9"/>
                  </a:cubicBezTo>
                  <a:cubicBezTo>
                    <a:pt x="52" y="9"/>
                    <a:pt x="54" y="7"/>
                    <a:pt x="54" y="4"/>
                  </a:cubicBezTo>
                  <a:cubicBezTo>
                    <a:pt x="54" y="2"/>
                    <a:pt x="52" y="0"/>
                    <a:pt x="50" y="0"/>
                  </a:cubicBez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sp>
        <p:nvSpPr>
          <p:cNvPr id="43" name="Freeform 77"/>
          <p:cNvSpPr>
            <a:spLocks noEditPoints="1"/>
          </p:cNvSpPr>
          <p:nvPr/>
        </p:nvSpPr>
        <p:spPr bwMode="auto">
          <a:xfrm>
            <a:off x="5284743" y="2885936"/>
            <a:ext cx="1622514" cy="2006104"/>
          </a:xfrm>
          <a:custGeom>
            <a:avLst/>
            <a:gdLst>
              <a:gd name="T0" fmla="*/ 210 w 288"/>
              <a:gd name="T1" fmla="*/ 252 h 354"/>
              <a:gd name="T2" fmla="*/ 210 w 288"/>
              <a:gd name="T3" fmla="*/ 252 h 354"/>
              <a:gd name="T4" fmla="*/ 144 w 288"/>
              <a:gd name="T5" fmla="*/ 334 h 354"/>
              <a:gd name="T6" fmla="*/ 77 w 288"/>
              <a:gd name="T7" fmla="*/ 252 h 354"/>
              <a:gd name="T8" fmla="*/ 77 w 288"/>
              <a:gd name="T9" fmla="*/ 272 h 354"/>
              <a:gd name="T10" fmla="*/ 144 w 288"/>
              <a:gd name="T11" fmla="*/ 354 h 354"/>
              <a:gd name="T12" fmla="*/ 210 w 288"/>
              <a:gd name="T13" fmla="*/ 272 h 354"/>
              <a:gd name="T14" fmla="*/ 210 w 288"/>
              <a:gd name="T15" fmla="*/ 252 h 354"/>
              <a:gd name="T16" fmla="*/ 288 w 288"/>
              <a:gd name="T17" fmla="*/ 190 h 354"/>
              <a:gd name="T18" fmla="*/ 249 w 288"/>
              <a:gd name="T19" fmla="*/ 229 h 354"/>
              <a:gd name="T20" fmla="*/ 184 w 288"/>
              <a:gd name="T21" fmla="*/ 229 h 354"/>
              <a:gd name="T22" fmla="*/ 184 w 288"/>
              <a:gd name="T23" fmla="*/ 248 h 354"/>
              <a:gd name="T24" fmla="*/ 249 w 288"/>
              <a:gd name="T25" fmla="*/ 248 h 354"/>
              <a:gd name="T26" fmla="*/ 288 w 288"/>
              <a:gd name="T27" fmla="*/ 210 h 354"/>
              <a:gd name="T28" fmla="*/ 288 w 288"/>
              <a:gd name="T29" fmla="*/ 190 h 354"/>
              <a:gd name="T30" fmla="*/ 0 w 288"/>
              <a:gd name="T31" fmla="*/ 0 h 354"/>
              <a:gd name="T32" fmla="*/ 0 w 288"/>
              <a:gd name="T33" fmla="*/ 0 h 354"/>
              <a:gd name="T34" fmla="*/ 0 w 288"/>
              <a:gd name="T35" fmla="*/ 210 h 354"/>
              <a:gd name="T36" fmla="*/ 39 w 288"/>
              <a:gd name="T37" fmla="*/ 248 h 354"/>
              <a:gd name="T38" fmla="*/ 103 w 288"/>
              <a:gd name="T39" fmla="*/ 248 h 354"/>
              <a:gd name="T40" fmla="*/ 103 w 288"/>
              <a:gd name="T41" fmla="*/ 252 h 354"/>
              <a:gd name="T42" fmla="*/ 103 w 288"/>
              <a:gd name="T43" fmla="*/ 229 h 354"/>
              <a:gd name="T44" fmla="*/ 39 w 288"/>
              <a:gd name="T45" fmla="*/ 229 h 354"/>
              <a:gd name="T46" fmla="*/ 0 w 288"/>
              <a:gd name="T47" fmla="*/ 190 h 354"/>
              <a:gd name="T48" fmla="*/ 0 w 288"/>
              <a:gd name="T49" fmla="*/ 0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88" h="354">
                <a:moveTo>
                  <a:pt x="210" y="252"/>
                </a:moveTo>
                <a:cubicBezTo>
                  <a:pt x="210" y="252"/>
                  <a:pt x="210" y="252"/>
                  <a:pt x="210" y="252"/>
                </a:cubicBezTo>
                <a:cubicBezTo>
                  <a:pt x="144" y="334"/>
                  <a:pt x="144" y="334"/>
                  <a:pt x="144" y="334"/>
                </a:cubicBezTo>
                <a:cubicBezTo>
                  <a:pt x="77" y="252"/>
                  <a:pt x="77" y="252"/>
                  <a:pt x="77" y="252"/>
                </a:cubicBezTo>
                <a:cubicBezTo>
                  <a:pt x="77" y="272"/>
                  <a:pt x="77" y="272"/>
                  <a:pt x="77" y="272"/>
                </a:cubicBezTo>
                <a:cubicBezTo>
                  <a:pt x="144" y="354"/>
                  <a:pt x="144" y="354"/>
                  <a:pt x="144" y="354"/>
                </a:cubicBezTo>
                <a:cubicBezTo>
                  <a:pt x="210" y="272"/>
                  <a:pt x="210" y="272"/>
                  <a:pt x="210" y="272"/>
                </a:cubicBezTo>
                <a:cubicBezTo>
                  <a:pt x="210" y="252"/>
                  <a:pt x="210" y="252"/>
                  <a:pt x="210" y="252"/>
                </a:cubicBezTo>
                <a:moveTo>
                  <a:pt x="288" y="190"/>
                </a:moveTo>
                <a:cubicBezTo>
                  <a:pt x="288" y="212"/>
                  <a:pt x="270" y="229"/>
                  <a:pt x="249" y="229"/>
                </a:cubicBezTo>
                <a:cubicBezTo>
                  <a:pt x="184" y="229"/>
                  <a:pt x="184" y="229"/>
                  <a:pt x="184" y="229"/>
                </a:cubicBezTo>
                <a:cubicBezTo>
                  <a:pt x="184" y="248"/>
                  <a:pt x="184" y="248"/>
                  <a:pt x="184" y="248"/>
                </a:cubicBezTo>
                <a:cubicBezTo>
                  <a:pt x="249" y="248"/>
                  <a:pt x="249" y="248"/>
                  <a:pt x="249" y="248"/>
                </a:cubicBezTo>
                <a:cubicBezTo>
                  <a:pt x="270" y="248"/>
                  <a:pt x="288" y="231"/>
                  <a:pt x="288" y="210"/>
                </a:cubicBezTo>
                <a:cubicBezTo>
                  <a:pt x="288" y="190"/>
                  <a:pt x="288" y="190"/>
                  <a:pt x="288" y="190"/>
                </a:cubicBezTo>
                <a:moveTo>
                  <a:pt x="0" y="0"/>
                </a:moveTo>
                <a:cubicBezTo>
                  <a:pt x="0" y="0"/>
                  <a:pt x="0" y="0"/>
                  <a:pt x="0" y="0"/>
                </a:cubicBezTo>
                <a:cubicBezTo>
                  <a:pt x="0" y="210"/>
                  <a:pt x="0" y="210"/>
                  <a:pt x="0" y="210"/>
                </a:cubicBezTo>
                <a:cubicBezTo>
                  <a:pt x="0" y="231"/>
                  <a:pt x="17" y="248"/>
                  <a:pt x="39" y="248"/>
                </a:cubicBezTo>
                <a:cubicBezTo>
                  <a:pt x="103" y="248"/>
                  <a:pt x="103" y="248"/>
                  <a:pt x="103" y="248"/>
                </a:cubicBezTo>
                <a:cubicBezTo>
                  <a:pt x="103" y="252"/>
                  <a:pt x="103" y="252"/>
                  <a:pt x="103" y="252"/>
                </a:cubicBezTo>
                <a:cubicBezTo>
                  <a:pt x="103" y="229"/>
                  <a:pt x="103" y="229"/>
                  <a:pt x="103" y="229"/>
                </a:cubicBezTo>
                <a:cubicBezTo>
                  <a:pt x="39" y="229"/>
                  <a:pt x="39" y="229"/>
                  <a:pt x="39" y="229"/>
                </a:cubicBezTo>
                <a:cubicBezTo>
                  <a:pt x="17" y="229"/>
                  <a:pt x="0" y="212"/>
                  <a:pt x="0" y="190"/>
                </a:cubicBezTo>
                <a:cubicBezTo>
                  <a:pt x="0" y="0"/>
                  <a:pt x="0" y="0"/>
                  <a:pt x="0" y="0"/>
                </a:cubicBezTo>
              </a:path>
            </a:pathLst>
          </a:custGeom>
          <a:solidFill>
            <a:srgbClr val="D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78"/>
          <p:cNvSpPr>
            <a:spLocks/>
          </p:cNvSpPr>
          <p:nvPr/>
        </p:nvSpPr>
        <p:spPr bwMode="auto">
          <a:xfrm>
            <a:off x="5284743" y="2557145"/>
            <a:ext cx="1622514" cy="2220533"/>
          </a:xfrm>
          <a:custGeom>
            <a:avLst/>
            <a:gdLst>
              <a:gd name="T0" fmla="*/ 249 w 288"/>
              <a:gd name="T1" fmla="*/ 0 h 392"/>
              <a:gd name="T2" fmla="*/ 39 w 288"/>
              <a:gd name="T3" fmla="*/ 0 h 392"/>
              <a:gd name="T4" fmla="*/ 0 w 288"/>
              <a:gd name="T5" fmla="*/ 39 h 392"/>
              <a:gd name="T6" fmla="*/ 0 w 288"/>
              <a:gd name="T7" fmla="*/ 248 h 392"/>
              <a:gd name="T8" fmla="*/ 39 w 288"/>
              <a:gd name="T9" fmla="*/ 287 h 392"/>
              <a:gd name="T10" fmla="*/ 103 w 288"/>
              <a:gd name="T11" fmla="*/ 287 h 392"/>
              <a:gd name="T12" fmla="*/ 103 w 288"/>
              <a:gd name="T13" fmla="*/ 310 h 392"/>
              <a:gd name="T14" fmla="*/ 77 w 288"/>
              <a:gd name="T15" fmla="*/ 310 h 392"/>
              <a:gd name="T16" fmla="*/ 144 w 288"/>
              <a:gd name="T17" fmla="*/ 392 h 392"/>
              <a:gd name="T18" fmla="*/ 210 w 288"/>
              <a:gd name="T19" fmla="*/ 310 h 392"/>
              <a:gd name="T20" fmla="*/ 184 w 288"/>
              <a:gd name="T21" fmla="*/ 310 h 392"/>
              <a:gd name="T22" fmla="*/ 184 w 288"/>
              <a:gd name="T23" fmla="*/ 287 h 392"/>
              <a:gd name="T24" fmla="*/ 249 w 288"/>
              <a:gd name="T25" fmla="*/ 287 h 392"/>
              <a:gd name="T26" fmla="*/ 288 w 288"/>
              <a:gd name="T27" fmla="*/ 248 h 392"/>
              <a:gd name="T28" fmla="*/ 288 w 288"/>
              <a:gd name="T29" fmla="*/ 39 h 392"/>
              <a:gd name="T30" fmla="*/ 249 w 288"/>
              <a:gd name="T31" fmla="*/ 0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8" h="392">
                <a:moveTo>
                  <a:pt x="249" y="0"/>
                </a:moveTo>
                <a:cubicBezTo>
                  <a:pt x="39" y="0"/>
                  <a:pt x="39" y="0"/>
                  <a:pt x="39" y="0"/>
                </a:cubicBezTo>
                <a:cubicBezTo>
                  <a:pt x="17" y="0"/>
                  <a:pt x="0" y="17"/>
                  <a:pt x="0" y="39"/>
                </a:cubicBezTo>
                <a:cubicBezTo>
                  <a:pt x="0" y="248"/>
                  <a:pt x="0" y="248"/>
                  <a:pt x="0" y="248"/>
                </a:cubicBezTo>
                <a:cubicBezTo>
                  <a:pt x="0" y="270"/>
                  <a:pt x="17" y="287"/>
                  <a:pt x="39" y="287"/>
                </a:cubicBezTo>
                <a:cubicBezTo>
                  <a:pt x="103" y="287"/>
                  <a:pt x="103" y="287"/>
                  <a:pt x="103" y="287"/>
                </a:cubicBezTo>
                <a:cubicBezTo>
                  <a:pt x="103" y="310"/>
                  <a:pt x="103" y="310"/>
                  <a:pt x="103" y="310"/>
                </a:cubicBezTo>
                <a:cubicBezTo>
                  <a:pt x="77" y="310"/>
                  <a:pt x="77" y="310"/>
                  <a:pt x="77" y="310"/>
                </a:cubicBezTo>
                <a:cubicBezTo>
                  <a:pt x="144" y="392"/>
                  <a:pt x="144" y="392"/>
                  <a:pt x="144" y="392"/>
                </a:cubicBezTo>
                <a:cubicBezTo>
                  <a:pt x="210" y="310"/>
                  <a:pt x="210" y="310"/>
                  <a:pt x="210" y="310"/>
                </a:cubicBezTo>
                <a:cubicBezTo>
                  <a:pt x="184" y="310"/>
                  <a:pt x="184" y="310"/>
                  <a:pt x="184" y="310"/>
                </a:cubicBezTo>
                <a:cubicBezTo>
                  <a:pt x="184" y="287"/>
                  <a:pt x="184" y="287"/>
                  <a:pt x="184" y="287"/>
                </a:cubicBezTo>
                <a:cubicBezTo>
                  <a:pt x="249" y="287"/>
                  <a:pt x="249" y="287"/>
                  <a:pt x="249" y="287"/>
                </a:cubicBezTo>
                <a:cubicBezTo>
                  <a:pt x="270" y="287"/>
                  <a:pt x="288" y="270"/>
                  <a:pt x="288" y="248"/>
                </a:cubicBezTo>
                <a:cubicBezTo>
                  <a:pt x="288" y="39"/>
                  <a:pt x="288" y="39"/>
                  <a:pt x="288" y="39"/>
                </a:cubicBezTo>
                <a:cubicBezTo>
                  <a:pt x="288" y="17"/>
                  <a:pt x="270" y="0"/>
                  <a:pt x="249" y="0"/>
                </a:cubicBezTo>
              </a:path>
            </a:pathLst>
          </a:custGeom>
          <a:gradFill>
            <a:gsLst>
              <a:gs pos="100000">
                <a:srgbClr val="89C3A6"/>
              </a:gs>
              <a:gs pos="13000">
                <a:srgbClr val="007BBC"/>
              </a:gs>
            </a:gsLst>
            <a:lin ang="18900000" scaled="0"/>
          </a:gradFill>
          <a:ln w="14288" cap="flat">
            <a:no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zh-CN" altLang="en-US"/>
          </a:p>
        </p:txBody>
      </p:sp>
      <p:sp>
        <p:nvSpPr>
          <p:cNvPr id="45" name="Rectangle 79"/>
          <p:cNvSpPr>
            <a:spLocks noChangeArrowheads="1"/>
          </p:cNvSpPr>
          <p:nvPr/>
        </p:nvSpPr>
        <p:spPr bwMode="auto">
          <a:xfrm>
            <a:off x="5503937" y="2885936"/>
            <a:ext cx="1184125" cy="1188890"/>
          </a:xfrm>
          <a:prstGeom prst="rect">
            <a:avLst/>
          </a:prstGeom>
          <a:solidFill>
            <a:srgbClr val="000000">
              <a:alpha val="14902"/>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6" name="Rectangle 80"/>
          <p:cNvSpPr>
            <a:spLocks noChangeArrowheads="1"/>
          </p:cNvSpPr>
          <p:nvPr/>
        </p:nvSpPr>
        <p:spPr bwMode="auto">
          <a:xfrm>
            <a:off x="5503937" y="2885936"/>
            <a:ext cx="1184125" cy="11888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Rectangle 81"/>
          <p:cNvSpPr>
            <a:spLocks noChangeArrowheads="1"/>
          </p:cNvSpPr>
          <p:nvPr/>
        </p:nvSpPr>
        <p:spPr bwMode="auto">
          <a:xfrm>
            <a:off x="5503937" y="2776339"/>
            <a:ext cx="1184125" cy="1186508"/>
          </a:xfrm>
          <a:prstGeom prst="rect">
            <a:avLst/>
          </a:prstGeom>
          <a:solidFill>
            <a:srgbClr val="F0F0F0"/>
          </a:solidFill>
          <a:ln w="28575" cap="flat">
            <a:gradFill>
              <a:gsLst>
                <a:gs pos="0">
                  <a:schemeClr val="bg1"/>
                </a:gs>
                <a:gs pos="100000">
                  <a:srgbClr val="DDDDDD"/>
                </a:gs>
              </a:gsLst>
              <a:lin ang="5400000" scaled="1"/>
            </a:gradFill>
            <a:prstDash val="solid"/>
            <a:miter lim="800000"/>
            <a:headEnd/>
            <a:tailEnd/>
          </a:ln>
          <a:effectLst>
            <a:outerShdw blurRad="228600" dist="228600" dir="5400000" algn="t" rotWithShape="0">
              <a:schemeClr val="tx1">
                <a:lumMod val="85000"/>
                <a:lumOff val="15000"/>
                <a:alpha val="28000"/>
              </a:schemeClr>
            </a:outerShdw>
          </a:effec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 name="Rectangle 82"/>
          <p:cNvSpPr>
            <a:spLocks noChangeArrowheads="1"/>
          </p:cNvSpPr>
          <p:nvPr/>
        </p:nvSpPr>
        <p:spPr bwMode="auto">
          <a:xfrm>
            <a:off x="5863702" y="4184424"/>
            <a:ext cx="457449" cy="107215"/>
          </a:xfrm>
          <a:prstGeom prst="rect">
            <a:avLst/>
          </a:prstGeom>
          <a:solidFill>
            <a:srgbClr val="000000">
              <a:alpha val="14902"/>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9" name="Rectangle 83"/>
          <p:cNvSpPr>
            <a:spLocks noChangeArrowheads="1"/>
          </p:cNvSpPr>
          <p:nvPr/>
        </p:nvSpPr>
        <p:spPr bwMode="auto">
          <a:xfrm>
            <a:off x="5863702" y="4184424"/>
            <a:ext cx="457449" cy="107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84"/>
          <p:cNvSpPr>
            <a:spLocks noEditPoints="1"/>
          </p:cNvSpPr>
          <p:nvPr/>
        </p:nvSpPr>
        <p:spPr bwMode="auto">
          <a:xfrm>
            <a:off x="5780313" y="2907379"/>
            <a:ext cx="631375" cy="924428"/>
          </a:xfrm>
          <a:custGeom>
            <a:avLst/>
            <a:gdLst>
              <a:gd name="T0" fmla="*/ 109 w 112"/>
              <a:gd name="T1" fmla="*/ 41 h 163"/>
              <a:gd name="T2" fmla="*/ 107 w 112"/>
              <a:gd name="T3" fmla="*/ 34 h 163"/>
              <a:gd name="T4" fmla="*/ 55 w 112"/>
              <a:gd name="T5" fmla="*/ 0 h 163"/>
              <a:gd name="T6" fmla="*/ 0 w 112"/>
              <a:gd name="T7" fmla="*/ 51 h 163"/>
              <a:gd name="T8" fmla="*/ 0 w 112"/>
              <a:gd name="T9" fmla="*/ 57 h 163"/>
              <a:gd name="T10" fmla="*/ 0 w 112"/>
              <a:gd name="T11" fmla="*/ 62 h 163"/>
              <a:gd name="T12" fmla="*/ 24 w 112"/>
              <a:gd name="T13" fmla="*/ 111 h 163"/>
              <a:gd name="T14" fmla="*/ 56 w 112"/>
              <a:gd name="T15" fmla="*/ 163 h 163"/>
              <a:gd name="T16" fmla="*/ 75 w 112"/>
              <a:gd name="T17" fmla="*/ 130 h 163"/>
              <a:gd name="T18" fmla="*/ 81 w 112"/>
              <a:gd name="T19" fmla="*/ 120 h 163"/>
              <a:gd name="T20" fmla="*/ 85 w 112"/>
              <a:gd name="T21" fmla="*/ 114 h 163"/>
              <a:gd name="T22" fmla="*/ 112 w 112"/>
              <a:gd name="T23" fmla="*/ 58 h 163"/>
              <a:gd name="T24" fmla="*/ 112 w 112"/>
              <a:gd name="T25" fmla="*/ 50 h 163"/>
              <a:gd name="T26" fmla="*/ 109 w 112"/>
              <a:gd name="T27" fmla="*/ 41 h 163"/>
              <a:gd name="T28" fmla="*/ 56 w 112"/>
              <a:gd name="T29" fmla="*/ 75 h 163"/>
              <a:gd name="T30" fmla="*/ 36 w 112"/>
              <a:gd name="T31" fmla="*/ 62 h 163"/>
              <a:gd name="T32" fmla="*/ 36 w 112"/>
              <a:gd name="T33" fmla="*/ 57 h 163"/>
              <a:gd name="T34" fmla="*/ 36 w 112"/>
              <a:gd name="T35" fmla="*/ 52 h 163"/>
              <a:gd name="T36" fmla="*/ 56 w 112"/>
              <a:gd name="T37" fmla="*/ 34 h 163"/>
              <a:gd name="T38" fmla="*/ 77 w 112"/>
              <a:gd name="T39" fmla="*/ 55 h 163"/>
              <a:gd name="T40" fmla="*/ 56 w 112"/>
              <a:gd name="T41" fmla="*/ 75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2" h="163">
                <a:moveTo>
                  <a:pt x="109" y="41"/>
                </a:moveTo>
                <a:cubicBezTo>
                  <a:pt x="109" y="38"/>
                  <a:pt x="108" y="36"/>
                  <a:pt x="107" y="34"/>
                </a:cubicBezTo>
                <a:cubicBezTo>
                  <a:pt x="96" y="9"/>
                  <a:pt x="74" y="0"/>
                  <a:pt x="55" y="0"/>
                </a:cubicBezTo>
                <a:cubicBezTo>
                  <a:pt x="30" y="0"/>
                  <a:pt x="3" y="16"/>
                  <a:pt x="0" y="51"/>
                </a:cubicBezTo>
                <a:cubicBezTo>
                  <a:pt x="0" y="57"/>
                  <a:pt x="0" y="57"/>
                  <a:pt x="0" y="57"/>
                </a:cubicBezTo>
                <a:cubicBezTo>
                  <a:pt x="0" y="58"/>
                  <a:pt x="0" y="60"/>
                  <a:pt x="0" y="62"/>
                </a:cubicBezTo>
                <a:cubicBezTo>
                  <a:pt x="2" y="78"/>
                  <a:pt x="15" y="95"/>
                  <a:pt x="24" y="111"/>
                </a:cubicBezTo>
                <a:cubicBezTo>
                  <a:pt x="35" y="129"/>
                  <a:pt x="45" y="146"/>
                  <a:pt x="56" y="163"/>
                </a:cubicBezTo>
                <a:cubicBezTo>
                  <a:pt x="62" y="152"/>
                  <a:pt x="69" y="141"/>
                  <a:pt x="75" y="130"/>
                </a:cubicBezTo>
                <a:cubicBezTo>
                  <a:pt x="77" y="127"/>
                  <a:pt x="79" y="123"/>
                  <a:pt x="81" y="120"/>
                </a:cubicBezTo>
                <a:cubicBezTo>
                  <a:pt x="82" y="118"/>
                  <a:pt x="84" y="116"/>
                  <a:pt x="85" y="114"/>
                </a:cubicBezTo>
                <a:cubicBezTo>
                  <a:pt x="96" y="96"/>
                  <a:pt x="112" y="76"/>
                  <a:pt x="112" y="58"/>
                </a:cubicBezTo>
                <a:cubicBezTo>
                  <a:pt x="112" y="50"/>
                  <a:pt x="112" y="50"/>
                  <a:pt x="112" y="50"/>
                </a:cubicBezTo>
                <a:cubicBezTo>
                  <a:pt x="112" y="48"/>
                  <a:pt x="110" y="41"/>
                  <a:pt x="109" y="41"/>
                </a:cubicBezTo>
                <a:close/>
                <a:moveTo>
                  <a:pt x="56" y="75"/>
                </a:moveTo>
                <a:cubicBezTo>
                  <a:pt x="48" y="75"/>
                  <a:pt x="40" y="72"/>
                  <a:pt x="36" y="62"/>
                </a:cubicBezTo>
                <a:cubicBezTo>
                  <a:pt x="36" y="60"/>
                  <a:pt x="36" y="57"/>
                  <a:pt x="36" y="57"/>
                </a:cubicBezTo>
                <a:cubicBezTo>
                  <a:pt x="36" y="52"/>
                  <a:pt x="36" y="52"/>
                  <a:pt x="36" y="52"/>
                </a:cubicBezTo>
                <a:cubicBezTo>
                  <a:pt x="36" y="40"/>
                  <a:pt x="47" y="34"/>
                  <a:pt x="56" y="34"/>
                </a:cubicBezTo>
                <a:cubicBezTo>
                  <a:pt x="68" y="34"/>
                  <a:pt x="77" y="43"/>
                  <a:pt x="77" y="55"/>
                </a:cubicBezTo>
                <a:cubicBezTo>
                  <a:pt x="77" y="66"/>
                  <a:pt x="67" y="75"/>
                  <a:pt x="56" y="75"/>
                </a:cubicBez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4" name="文本框 53"/>
          <p:cNvSpPr txBox="1"/>
          <p:nvPr/>
        </p:nvSpPr>
        <p:spPr>
          <a:xfrm>
            <a:off x="4139317" y="1465329"/>
            <a:ext cx="3913366"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55" name="Rectangle 58"/>
          <p:cNvSpPr/>
          <p:nvPr/>
        </p:nvSpPr>
        <p:spPr>
          <a:xfrm>
            <a:off x="3614043" y="1885597"/>
            <a:ext cx="4963915"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单击此处添加副标题</a:t>
            </a:r>
          </a:p>
        </p:txBody>
      </p:sp>
      <p:sp>
        <p:nvSpPr>
          <p:cNvPr id="56" name="文本框 55"/>
          <p:cNvSpPr txBox="1"/>
          <p:nvPr/>
        </p:nvSpPr>
        <p:spPr>
          <a:xfrm>
            <a:off x="7038768" y="5095789"/>
            <a:ext cx="1836000" cy="830997"/>
          </a:xfrm>
          <a:prstGeom prst="rect">
            <a:avLst/>
          </a:prstGeom>
          <a:noFill/>
        </p:spPr>
        <p:txBody>
          <a:bodyPr wrap="square" rtlCol="0">
            <a:spAutoFit/>
          </a:bodyPr>
          <a:lstStyle/>
          <a:p>
            <a:pPr algn="ctr">
              <a:lnSpc>
                <a:spcPct val="120000"/>
              </a:lnSpc>
            </a:pPr>
            <a:r>
              <a:rPr lang="zh-CN" altLang="en-US" sz="2400" b="1" dirty="0">
                <a:solidFill>
                  <a:srgbClr val="9FC628"/>
                </a:solidFill>
              </a:rPr>
              <a:t>添加标题</a:t>
            </a:r>
            <a:endParaRPr lang="en-US" altLang="zh-CN" sz="2400" b="1" dirty="0">
              <a:solidFill>
                <a:srgbClr val="9FC628"/>
              </a:solidFill>
            </a:endParaRPr>
          </a:p>
          <a:p>
            <a:pPr algn="ctr">
              <a:lnSpc>
                <a:spcPct val="120000"/>
              </a:lnSpc>
            </a:pPr>
            <a:r>
              <a:rPr lang="zh-CN" altLang="en-US" sz="1600" dirty="0">
                <a:solidFill>
                  <a:schemeClr val="tx1">
                    <a:lumMod val="65000"/>
                    <a:lumOff val="35000"/>
                  </a:schemeClr>
                </a:solidFill>
              </a:rPr>
              <a:t>添加内容</a:t>
            </a:r>
          </a:p>
        </p:txBody>
      </p:sp>
      <p:sp>
        <p:nvSpPr>
          <p:cNvPr id="57" name="文本框 56"/>
          <p:cNvSpPr txBox="1"/>
          <p:nvPr/>
        </p:nvSpPr>
        <p:spPr>
          <a:xfrm>
            <a:off x="1501731" y="5095789"/>
            <a:ext cx="1836000" cy="830997"/>
          </a:xfrm>
          <a:prstGeom prst="rect">
            <a:avLst/>
          </a:prstGeom>
          <a:noFill/>
        </p:spPr>
        <p:txBody>
          <a:bodyPr wrap="square" rtlCol="0">
            <a:spAutoFit/>
          </a:bodyPr>
          <a:lstStyle/>
          <a:p>
            <a:pPr algn="ctr">
              <a:lnSpc>
                <a:spcPct val="120000"/>
              </a:lnSpc>
            </a:pPr>
            <a:r>
              <a:rPr lang="zh-CN" altLang="en-US" sz="2400" b="1" dirty="0">
                <a:solidFill>
                  <a:srgbClr val="FF8900"/>
                </a:solidFill>
              </a:rPr>
              <a:t>添加标题</a:t>
            </a:r>
            <a:endParaRPr lang="en-US" altLang="zh-CN" sz="2400" b="1" dirty="0">
              <a:solidFill>
                <a:srgbClr val="FF8900"/>
              </a:solidFill>
            </a:endParaRPr>
          </a:p>
          <a:p>
            <a:pPr algn="ctr">
              <a:lnSpc>
                <a:spcPct val="120000"/>
              </a:lnSpc>
            </a:pPr>
            <a:r>
              <a:rPr lang="zh-CN" altLang="en-US" sz="1600" dirty="0">
                <a:solidFill>
                  <a:schemeClr val="tx1">
                    <a:lumMod val="65000"/>
                    <a:lumOff val="35000"/>
                  </a:schemeClr>
                </a:solidFill>
              </a:rPr>
              <a:t>添加内容</a:t>
            </a:r>
          </a:p>
        </p:txBody>
      </p:sp>
      <p:sp>
        <p:nvSpPr>
          <p:cNvPr id="58" name="文本框 57"/>
          <p:cNvSpPr txBox="1"/>
          <p:nvPr/>
        </p:nvSpPr>
        <p:spPr>
          <a:xfrm>
            <a:off x="3329145" y="5095790"/>
            <a:ext cx="1836000" cy="830997"/>
          </a:xfrm>
          <a:prstGeom prst="rect">
            <a:avLst/>
          </a:prstGeom>
          <a:noFill/>
        </p:spPr>
        <p:txBody>
          <a:bodyPr wrap="square" rtlCol="0">
            <a:spAutoFit/>
          </a:bodyPr>
          <a:lstStyle/>
          <a:p>
            <a:pPr algn="ctr">
              <a:lnSpc>
                <a:spcPct val="120000"/>
              </a:lnSpc>
            </a:pPr>
            <a:r>
              <a:rPr lang="zh-CN" altLang="en-US" sz="2400" b="1" dirty="0">
                <a:solidFill>
                  <a:srgbClr val="6D5DA5"/>
                </a:solidFill>
              </a:rPr>
              <a:t>添加标题</a:t>
            </a:r>
            <a:endParaRPr lang="en-US" altLang="zh-CN" sz="2400" b="1" dirty="0">
              <a:solidFill>
                <a:srgbClr val="6D5DA5"/>
              </a:solidFill>
            </a:endParaRPr>
          </a:p>
          <a:p>
            <a:pPr algn="ctr">
              <a:lnSpc>
                <a:spcPct val="120000"/>
              </a:lnSpc>
            </a:pPr>
            <a:r>
              <a:rPr lang="zh-CN" altLang="en-US" sz="1600" dirty="0">
                <a:solidFill>
                  <a:schemeClr val="tx1">
                    <a:lumMod val="65000"/>
                    <a:lumOff val="35000"/>
                  </a:schemeClr>
                </a:solidFill>
              </a:rPr>
              <a:t>添加内容</a:t>
            </a:r>
          </a:p>
        </p:txBody>
      </p:sp>
      <p:sp>
        <p:nvSpPr>
          <p:cNvPr id="59" name="文本框 58"/>
          <p:cNvSpPr txBox="1"/>
          <p:nvPr/>
        </p:nvSpPr>
        <p:spPr>
          <a:xfrm>
            <a:off x="5178000" y="5095790"/>
            <a:ext cx="1836000" cy="830997"/>
          </a:xfrm>
          <a:prstGeom prst="rect">
            <a:avLst/>
          </a:prstGeom>
          <a:noFill/>
        </p:spPr>
        <p:txBody>
          <a:bodyPr wrap="square" rtlCol="0">
            <a:spAutoFit/>
          </a:bodyPr>
          <a:lstStyle/>
          <a:p>
            <a:pPr algn="ctr">
              <a:lnSpc>
                <a:spcPct val="120000"/>
              </a:lnSpc>
            </a:pPr>
            <a:r>
              <a:rPr lang="zh-CN" altLang="en-US" sz="2400" b="1" dirty="0">
                <a:solidFill>
                  <a:srgbClr val="007BC6"/>
                </a:solidFill>
              </a:rPr>
              <a:t>添加标题</a:t>
            </a:r>
            <a:endParaRPr lang="en-US" altLang="zh-CN" sz="2400" b="1" dirty="0">
              <a:solidFill>
                <a:srgbClr val="007BC6"/>
              </a:solidFill>
            </a:endParaRPr>
          </a:p>
          <a:p>
            <a:pPr algn="ctr">
              <a:lnSpc>
                <a:spcPct val="120000"/>
              </a:lnSpc>
            </a:pPr>
            <a:r>
              <a:rPr lang="zh-CN" altLang="en-US" sz="1600" dirty="0">
                <a:solidFill>
                  <a:schemeClr val="tx1">
                    <a:lumMod val="65000"/>
                    <a:lumOff val="35000"/>
                  </a:schemeClr>
                </a:solidFill>
              </a:rPr>
              <a:t>添加内容</a:t>
            </a:r>
          </a:p>
        </p:txBody>
      </p:sp>
      <p:sp>
        <p:nvSpPr>
          <p:cNvPr id="60" name="文本框 59"/>
          <p:cNvSpPr txBox="1"/>
          <p:nvPr/>
        </p:nvSpPr>
        <p:spPr>
          <a:xfrm>
            <a:off x="8851885" y="5095789"/>
            <a:ext cx="1836000" cy="830997"/>
          </a:xfrm>
          <a:prstGeom prst="rect">
            <a:avLst/>
          </a:prstGeom>
          <a:noFill/>
        </p:spPr>
        <p:txBody>
          <a:bodyPr wrap="square" rtlCol="0">
            <a:spAutoFit/>
          </a:bodyPr>
          <a:lstStyle/>
          <a:p>
            <a:pPr algn="ctr">
              <a:lnSpc>
                <a:spcPct val="120000"/>
              </a:lnSpc>
            </a:pPr>
            <a:r>
              <a:rPr lang="zh-CN" altLang="en-US" sz="2400" b="1" dirty="0">
                <a:solidFill>
                  <a:srgbClr val="E8360B"/>
                </a:solidFill>
              </a:rPr>
              <a:t>添加标题</a:t>
            </a:r>
            <a:endParaRPr lang="en-US" altLang="zh-CN" sz="2400" b="1" dirty="0">
              <a:solidFill>
                <a:srgbClr val="E8360B"/>
              </a:solidFill>
            </a:endParaRPr>
          </a:p>
          <a:p>
            <a:pPr algn="ctr">
              <a:lnSpc>
                <a:spcPct val="120000"/>
              </a:lnSpc>
            </a:pPr>
            <a:r>
              <a:rPr lang="zh-CN" altLang="en-US" sz="1600" dirty="0">
                <a:solidFill>
                  <a:schemeClr val="tx1">
                    <a:lumMod val="65000"/>
                    <a:lumOff val="35000"/>
                  </a:schemeClr>
                </a:solidFill>
              </a:rPr>
              <a:t>添加内容</a:t>
            </a:r>
          </a:p>
        </p:txBody>
      </p:sp>
      <p:sp>
        <p:nvSpPr>
          <p:cNvPr id="61"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五项并列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203573532"/>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Oval 71"/>
          <p:cNvSpPr>
            <a:spLocks noChangeArrowheads="1"/>
          </p:cNvSpPr>
          <p:nvPr/>
        </p:nvSpPr>
        <p:spPr bwMode="auto">
          <a:xfrm>
            <a:off x="4976480" y="2528004"/>
            <a:ext cx="2243955" cy="2239875"/>
          </a:xfrm>
          <a:prstGeom prst="ellipse">
            <a:avLst/>
          </a:prstGeom>
          <a:gradFill flip="none" rotWithShape="1">
            <a:gsLst>
              <a:gs pos="0">
                <a:srgbClr val="A5B0B1"/>
              </a:gs>
              <a:gs pos="100000">
                <a:srgbClr val="BABEC1"/>
              </a:gs>
            </a:gsLst>
            <a:lin ang="18900000" scaled="1"/>
            <a:tileRect/>
          </a:gradFill>
          <a:ln w="6667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1" name="Freeform 72"/>
          <p:cNvSpPr>
            <a:spLocks/>
          </p:cNvSpPr>
          <p:nvPr/>
        </p:nvSpPr>
        <p:spPr bwMode="auto">
          <a:xfrm>
            <a:off x="4186735" y="1678494"/>
            <a:ext cx="1928303" cy="1589314"/>
          </a:xfrm>
          <a:custGeom>
            <a:avLst/>
            <a:gdLst>
              <a:gd name="T0" fmla="*/ 108 w 410"/>
              <a:gd name="T1" fmla="*/ 338 h 338"/>
              <a:gd name="T2" fmla="*/ 188 w 410"/>
              <a:gd name="T3" fmla="*/ 200 h 338"/>
              <a:gd name="T4" fmla="*/ 353 w 410"/>
              <a:gd name="T5" fmla="*/ 114 h 338"/>
              <a:gd name="T6" fmla="*/ 410 w 410"/>
              <a:gd name="T7" fmla="*/ 54 h 338"/>
              <a:gd name="T8" fmla="*/ 354 w 410"/>
              <a:gd name="T9" fmla="*/ 0 h 338"/>
              <a:gd name="T10" fmla="*/ 0 w 410"/>
              <a:gd name="T11" fmla="*/ 305 h 338"/>
              <a:gd name="T12" fmla="*/ 73 w 410"/>
              <a:gd name="T13" fmla="*/ 268 h 338"/>
              <a:gd name="T14" fmla="*/ 108 w 410"/>
              <a:gd name="T15" fmla="*/ 338 h 3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0" h="338">
                <a:moveTo>
                  <a:pt x="108" y="338"/>
                </a:moveTo>
                <a:cubicBezTo>
                  <a:pt x="122" y="285"/>
                  <a:pt x="150" y="238"/>
                  <a:pt x="188" y="200"/>
                </a:cubicBezTo>
                <a:cubicBezTo>
                  <a:pt x="232" y="156"/>
                  <a:pt x="289" y="125"/>
                  <a:pt x="353" y="114"/>
                </a:cubicBezTo>
                <a:cubicBezTo>
                  <a:pt x="410" y="54"/>
                  <a:pt x="410" y="54"/>
                  <a:pt x="410" y="54"/>
                </a:cubicBezTo>
                <a:cubicBezTo>
                  <a:pt x="354" y="0"/>
                  <a:pt x="354" y="0"/>
                  <a:pt x="354" y="0"/>
                </a:cubicBezTo>
                <a:cubicBezTo>
                  <a:pt x="184" y="21"/>
                  <a:pt x="45" y="143"/>
                  <a:pt x="0" y="305"/>
                </a:cubicBezTo>
                <a:cubicBezTo>
                  <a:pt x="73" y="268"/>
                  <a:pt x="73" y="268"/>
                  <a:pt x="73" y="268"/>
                </a:cubicBezTo>
                <a:lnTo>
                  <a:pt x="108" y="338"/>
                </a:lnTo>
                <a:close/>
              </a:path>
            </a:pathLst>
          </a:custGeom>
          <a:gradFill>
            <a:gsLst>
              <a:gs pos="0">
                <a:schemeClr val="bg1">
                  <a:lumMod val="75000"/>
                </a:schemeClr>
              </a:gs>
              <a:gs pos="83000">
                <a:schemeClr val="bg1">
                  <a:lumMod val="50000"/>
                </a:schemeClr>
              </a:gs>
            </a:gsLst>
            <a:lin ang="2700000" scaled="0"/>
          </a:gradFill>
          <a:ln w="28575" cap="flat">
            <a:no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73"/>
          <p:cNvSpPr>
            <a:spLocks/>
          </p:cNvSpPr>
          <p:nvPr/>
        </p:nvSpPr>
        <p:spPr bwMode="auto">
          <a:xfrm>
            <a:off x="5955369" y="1663755"/>
            <a:ext cx="2040071" cy="1697397"/>
          </a:xfrm>
          <a:custGeom>
            <a:avLst/>
            <a:gdLst>
              <a:gd name="T0" fmla="*/ 3 w 434"/>
              <a:gd name="T1" fmla="*/ 113 h 361"/>
              <a:gd name="T2" fmla="*/ 30 w 434"/>
              <a:gd name="T3" fmla="*/ 112 h 361"/>
              <a:gd name="T4" fmla="*/ 249 w 434"/>
              <a:gd name="T5" fmla="*/ 203 h 361"/>
              <a:gd name="T6" fmla="*/ 321 w 434"/>
              <a:gd name="T7" fmla="*/ 315 h 361"/>
              <a:gd name="T8" fmla="*/ 391 w 434"/>
              <a:gd name="T9" fmla="*/ 361 h 361"/>
              <a:gd name="T10" fmla="*/ 434 w 434"/>
              <a:gd name="T11" fmla="*/ 297 h 361"/>
              <a:gd name="T12" fmla="*/ 30 w 434"/>
              <a:gd name="T13" fmla="*/ 0 h 361"/>
              <a:gd name="T14" fmla="*/ 0 w 434"/>
              <a:gd name="T15" fmla="*/ 1 h 361"/>
              <a:gd name="T16" fmla="*/ 58 w 434"/>
              <a:gd name="T17" fmla="*/ 56 h 361"/>
              <a:gd name="T18" fmla="*/ 3 w 434"/>
              <a:gd name="T19" fmla="*/ 113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4" h="361">
                <a:moveTo>
                  <a:pt x="3" y="113"/>
                </a:moveTo>
                <a:cubicBezTo>
                  <a:pt x="12" y="113"/>
                  <a:pt x="21" y="112"/>
                  <a:pt x="30" y="112"/>
                </a:cubicBezTo>
                <a:cubicBezTo>
                  <a:pt x="116" y="112"/>
                  <a:pt x="193" y="147"/>
                  <a:pt x="249" y="203"/>
                </a:cubicBezTo>
                <a:cubicBezTo>
                  <a:pt x="281" y="234"/>
                  <a:pt x="306" y="272"/>
                  <a:pt x="321" y="315"/>
                </a:cubicBezTo>
                <a:cubicBezTo>
                  <a:pt x="391" y="361"/>
                  <a:pt x="391" y="361"/>
                  <a:pt x="391" y="361"/>
                </a:cubicBezTo>
                <a:cubicBezTo>
                  <a:pt x="434" y="297"/>
                  <a:pt x="434" y="297"/>
                  <a:pt x="434" y="297"/>
                </a:cubicBezTo>
                <a:cubicBezTo>
                  <a:pt x="380" y="125"/>
                  <a:pt x="220" y="0"/>
                  <a:pt x="30" y="0"/>
                </a:cubicBezTo>
                <a:cubicBezTo>
                  <a:pt x="20" y="0"/>
                  <a:pt x="10" y="0"/>
                  <a:pt x="0" y="1"/>
                </a:cubicBezTo>
                <a:cubicBezTo>
                  <a:pt x="58" y="56"/>
                  <a:pt x="58" y="56"/>
                  <a:pt x="58" y="56"/>
                </a:cubicBezTo>
                <a:lnTo>
                  <a:pt x="3" y="113"/>
                </a:lnTo>
                <a:close/>
              </a:path>
            </a:pathLst>
          </a:custGeom>
          <a:gradFill>
            <a:gsLst>
              <a:gs pos="100000">
                <a:srgbClr val="E1579B"/>
              </a:gs>
              <a:gs pos="13000">
                <a:srgbClr val="9E007A"/>
              </a:gs>
            </a:gsLst>
            <a:lin ang="18900000" scaled="0"/>
          </a:gradFill>
          <a:ln w="14288" cap="flat">
            <a:no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74"/>
          <p:cNvSpPr>
            <a:spLocks/>
          </p:cNvSpPr>
          <p:nvPr/>
        </p:nvSpPr>
        <p:spPr bwMode="auto">
          <a:xfrm>
            <a:off x="4111813" y="3046728"/>
            <a:ext cx="1152069" cy="2213248"/>
          </a:xfrm>
          <a:custGeom>
            <a:avLst/>
            <a:gdLst>
              <a:gd name="T0" fmla="*/ 245 w 245"/>
              <a:gd name="T1" fmla="*/ 381 h 471"/>
              <a:gd name="T2" fmla="*/ 204 w 245"/>
              <a:gd name="T3" fmla="*/ 347 h 471"/>
              <a:gd name="T4" fmla="*/ 113 w 245"/>
              <a:gd name="T5" fmla="*/ 128 h 471"/>
              <a:gd name="T6" fmla="*/ 118 w 245"/>
              <a:gd name="T7" fmla="*/ 73 h 471"/>
              <a:gd name="T8" fmla="*/ 82 w 245"/>
              <a:gd name="T9" fmla="*/ 0 h 471"/>
              <a:gd name="T10" fmla="*/ 11 w 245"/>
              <a:gd name="T11" fmla="*/ 35 h 471"/>
              <a:gd name="T12" fmla="*/ 0 w 245"/>
              <a:gd name="T13" fmla="*/ 128 h 471"/>
              <a:gd name="T14" fmla="*/ 177 w 245"/>
              <a:gd name="T15" fmla="*/ 471 h 471"/>
              <a:gd name="T16" fmla="*/ 168 w 245"/>
              <a:gd name="T17" fmla="*/ 390 h 471"/>
              <a:gd name="T18" fmla="*/ 245 w 245"/>
              <a:gd name="T19" fmla="*/ 381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5" h="471">
                <a:moveTo>
                  <a:pt x="245" y="381"/>
                </a:moveTo>
                <a:cubicBezTo>
                  <a:pt x="230" y="371"/>
                  <a:pt x="216" y="359"/>
                  <a:pt x="204" y="347"/>
                </a:cubicBezTo>
                <a:cubicBezTo>
                  <a:pt x="147" y="291"/>
                  <a:pt x="113" y="213"/>
                  <a:pt x="113" y="128"/>
                </a:cubicBezTo>
                <a:cubicBezTo>
                  <a:pt x="113" y="109"/>
                  <a:pt x="115" y="90"/>
                  <a:pt x="118" y="73"/>
                </a:cubicBezTo>
                <a:cubicBezTo>
                  <a:pt x="82" y="0"/>
                  <a:pt x="82" y="0"/>
                  <a:pt x="82" y="0"/>
                </a:cubicBezTo>
                <a:cubicBezTo>
                  <a:pt x="11" y="35"/>
                  <a:pt x="11" y="35"/>
                  <a:pt x="11" y="35"/>
                </a:cubicBezTo>
                <a:cubicBezTo>
                  <a:pt x="4" y="65"/>
                  <a:pt x="0" y="96"/>
                  <a:pt x="0" y="128"/>
                </a:cubicBezTo>
                <a:cubicBezTo>
                  <a:pt x="1" y="269"/>
                  <a:pt x="70" y="395"/>
                  <a:pt x="177" y="471"/>
                </a:cubicBezTo>
                <a:cubicBezTo>
                  <a:pt x="168" y="390"/>
                  <a:pt x="168" y="390"/>
                  <a:pt x="168" y="390"/>
                </a:cubicBezTo>
                <a:lnTo>
                  <a:pt x="245" y="381"/>
                </a:lnTo>
                <a:close/>
              </a:path>
            </a:pathLst>
          </a:custGeom>
          <a:gradFill>
            <a:gsLst>
              <a:gs pos="0">
                <a:srgbClr val="F39800"/>
              </a:gs>
              <a:gs pos="93000">
                <a:srgbClr val="E60012"/>
              </a:gs>
            </a:gsLst>
            <a:lin ang="2700000" scaled="0"/>
          </a:gradFill>
          <a:ln w="28575" cap="flat">
            <a:no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75"/>
          <p:cNvSpPr>
            <a:spLocks/>
          </p:cNvSpPr>
          <p:nvPr/>
        </p:nvSpPr>
        <p:spPr bwMode="auto">
          <a:xfrm>
            <a:off x="4986304" y="4837470"/>
            <a:ext cx="2234130" cy="794657"/>
          </a:xfrm>
          <a:custGeom>
            <a:avLst/>
            <a:gdLst>
              <a:gd name="T0" fmla="*/ 415 w 475"/>
              <a:gd name="T1" fmla="*/ 0 h 169"/>
              <a:gd name="T2" fmla="*/ 236 w 475"/>
              <a:gd name="T3" fmla="*/ 56 h 169"/>
              <a:gd name="T4" fmla="*/ 81 w 475"/>
              <a:gd name="T5" fmla="*/ 15 h 169"/>
              <a:gd name="T6" fmla="*/ 0 w 475"/>
              <a:gd name="T7" fmla="*/ 23 h 169"/>
              <a:gd name="T8" fmla="*/ 9 w 475"/>
              <a:gd name="T9" fmla="*/ 102 h 169"/>
              <a:gd name="T10" fmla="*/ 236 w 475"/>
              <a:gd name="T11" fmla="*/ 169 h 169"/>
              <a:gd name="T12" fmla="*/ 475 w 475"/>
              <a:gd name="T13" fmla="*/ 95 h 169"/>
              <a:gd name="T14" fmla="*/ 397 w 475"/>
              <a:gd name="T15" fmla="*/ 76 h 169"/>
              <a:gd name="T16" fmla="*/ 415 w 475"/>
              <a:gd name="T17" fmla="*/ 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5" h="169">
                <a:moveTo>
                  <a:pt x="415" y="0"/>
                </a:moveTo>
                <a:cubicBezTo>
                  <a:pt x="365" y="35"/>
                  <a:pt x="303" y="56"/>
                  <a:pt x="236" y="56"/>
                </a:cubicBezTo>
                <a:cubicBezTo>
                  <a:pt x="180" y="56"/>
                  <a:pt x="127" y="41"/>
                  <a:pt x="81" y="15"/>
                </a:cubicBezTo>
                <a:cubicBezTo>
                  <a:pt x="0" y="23"/>
                  <a:pt x="0" y="23"/>
                  <a:pt x="0" y="23"/>
                </a:cubicBezTo>
                <a:cubicBezTo>
                  <a:pt x="9" y="102"/>
                  <a:pt x="9" y="102"/>
                  <a:pt x="9" y="102"/>
                </a:cubicBezTo>
                <a:cubicBezTo>
                  <a:pt x="75" y="144"/>
                  <a:pt x="153" y="169"/>
                  <a:pt x="236" y="169"/>
                </a:cubicBezTo>
                <a:cubicBezTo>
                  <a:pt x="325" y="169"/>
                  <a:pt x="407" y="141"/>
                  <a:pt x="475" y="95"/>
                </a:cubicBezTo>
                <a:cubicBezTo>
                  <a:pt x="397" y="76"/>
                  <a:pt x="397" y="76"/>
                  <a:pt x="397" y="76"/>
                </a:cubicBezTo>
                <a:lnTo>
                  <a:pt x="415" y="0"/>
                </a:lnTo>
                <a:close/>
              </a:path>
            </a:pathLst>
          </a:custGeom>
          <a:gradFill>
            <a:gsLst>
              <a:gs pos="100000">
                <a:srgbClr val="E7E507"/>
              </a:gs>
              <a:gs pos="13000">
                <a:srgbClr val="A6C43C"/>
              </a:gs>
            </a:gsLst>
            <a:lin ang="18900000" scaled="0"/>
          </a:gradFill>
          <a:ln w="14288" cap="flat">
            <a:no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76"/>
          <p:cNvSpPr>
            <a:spLocks/>
          </p:cNvSpPr>
          <p:nvPr/>
        </p:nvSpPr>
        <p:spPr bwMode="auto">
          <a:xfrm>
            <a:off x="6947770" y="3158496"/>
            <a:ext cx="1132417" cy="2064634"/>
          </a:xfrm>
          <a:custGeom>
            <a:avLst/>
            <a:gdLst>
              <a:gd name="T0" fmla="*/ 229 w 241"/>
              <a:gd name="T1" fmla="*/ 0 h 439"/>
              <a:gd name="T2" fmla="*/ 184 w 241"/>
              <a:gd name="T3" fmla="*/ 66 h 439"/>
              <a:gd name="T4" fmla="*/ 118 w 241"/>
              <a:gd name="T5" fmla="*/ 22 h 439"/>
              <a:gd name="T6" fmla="*/ 129 w 241"/>
              <a:gd name="T7" fmla="*/ 104 h 439"/>
              <a:gd name="T8" fmla="*/ 38 w 241"/>
              <a:gd name="T9" fmla="*/ 323 h 439"/>
              <a:gd name="T10" fmla="*/ 19 w 241"/>
              <a:gd name="T11" fmla="*/ 340 h 439"/>
              <a:gd name="T12" fmla="*/ 0 w 241"/>
              <a:gd name="T13" fmla="*/ 421 h 439"/>
              <a:gd name="T14" fmla="*/ 76 w 241"/>
              <a:gd name="T15" fmla="*/ 439 h 439"/>
              <a:gd name="T16" fmla="*/ 241 w 241"/>
              <a:gd name="T17" fmla="*/ 104 h 439"/>
              <a:gd name="T18" fmla="*/ 229 w 241"/>
              <a:gd name="T19" fmla="*/ 0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1" h="439">
                <a:moveTo>
                  <a:pt x="229" y="0"/>
                </a:moveTo>
                <a:cubicBezTo>
                  <a:pt x="184" y="66"/>
                  <a:pt x="184" y="66"/>
                  <a:pt x="184" y="66"/>
                </a:cubicBezTo>
                <a:cubicBezTo>
                  <a:pt x="118" y="22"/>
                  <a:pt x="118" y="22"/>
                  <a:pt x="118" y="22"/>
                </a:cubicBezTo>
                <a:cubicBezTo>
                  <a:pt x="125" y="48"/>
                  <a:pt x="129" y="75"/>
                  <a:pt x="129" y="104"/>
                </a:cubicBezTo>
                <a:cubicBezTo>
                  <a:pt x="129" y="189"/>
                  <a:pt x="95" y="267"/>
                  <a:pt x="38" y="323"/>
                </a:cubicBezTo>
                <a:cubicBezTo>
                  <a:pt x="32" y="329"/>
                  <a:pt x="26" y="335"/>
                  <a:pt x="19" y="340"/>
                </a:cubicBezTo>
                <a:cubicBezTo>
                  <a:pt x="0" y="421"/>
                  <a:pt x="0" y="421"/>
                  <a:pt x="0" y="421"/>
                </a:cubicBezTo>
                <a:cubicBezTo>
                  <a:pt x="76" y="439"/>
                  <a:pt x="76" y="439"/>
                  <a:pt x="76" y="439"/>
                </a:cubicBezTo>
                <a:cubicBezTo>
                  <a:pt x="176" y="362"/>
                  <a:pt x="241" y="240"/>
                  <a:pt x="241" y="104"/>
                </a:cubicBezTo>
                <a:cubicBezTo>
                  <a:pt x="241" y="68"/>
                  <a:pt x="237" y="33"/>
                  <a:pt x="229" y="0"/>
                </a:cubicBezTo>
                <a:close/>
              </a:path>
            </a:pathLst>
          </a:custGeom>
          <a:gradFill>
            <a:gsLst>
              <a:gs pos="100000">
                <a:srgbClr val="89C3A6"/>
              </a:gs>
              <a:gs pos="13000">
                <a:srgbClr val="007BBC"/>
              </a:gs>
            </a:gsLst>
            <a:lin ang="18900000" scaled="0"/>
          </a:gradFill>
          <a:ln w="14288" cap="flat">
            <a:no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zh-CN" altLang="en-US"/>
          </a:p>
        </p:txBody>
      </p:sp>
      <p:sp>
        <p:nvSpPr>
          <p:cNvPr id="19" name="矩形 18"/>
          <p:cNvSpPr>
            <a:spLocks noChangeAspect="1"/>
          </p:cNvSpPr>
          <p:nvPr/>
        </p:nvSpPr>
        <p:spPr bwMode="auto">
          <a:xfrm rot="2700000">
            <a:off x="5667806" y="3523684"/>
            <a:ext cx="2382718" cy="1779251"/>
          </a:xfrm>
          <a:prstGeom prst="rect">
            <a:avLst/>
          </a:prstGeom>
          <a:gradFill flip="none" rotWithShape="0">
            <a:gsLst>
              <a:gs pos="41000">
                <a:schemeClr val="tx1">
                  <a:alpha val="10000"/>
                </a:schemeClr>
              </a:gs>
              <a:gs pos="0">
                <a:schemeClr val="bg1">
                  <a:lumMod val="65000"/>
                  <a:alpha val="66000"/>
                </a:schemeClr>
              </a:gs>
              <a:gs pos="78000">
                <a:schemeClr val="tx1">
                  <a:alpha val="0"/>
                </a:schemeClr>
              </a:gs>
              <a:gs pos="100000">
                <a:schemeClr val="tx1">
                  <a:alpha val="0"/>
                </a:schemeClr>
              </a:gs>
            </a:gsLst>
            <a:lin ang="2700000" scaled="0"/>
            <a:tileRect/>
          </a:gradFill>
          <a:ln>
            <a:noFill/>
          </a:ln>
        </p:spPr>
        <p:txBody>
          <a:bodyPr vert="horz" wrap="square" lIns="91440" tIns="45720" rIns="91440" bIns="45720" numCol="1" anchor="t" anchorCtr="0" compatLnSpc="1">
            <a:prstTxWarp prst="textNoShape">
              <a:avLst/>
            </a:prstTxWarp>
            <a:noAutofit/>
          </a:bodyPr>
          <a:lstStyle/>
          <a:p>
            <a:endParaRPr lang="zh-CN" altLang="en-US" dirty="0"/>
          </a:p>
        </p:txBody>
      </p:sp>
      <p:sp>
        <p:nvSpPr>
          <p:cNvPr id="16" name="Freeform 164"/>
          <p:cNvSpPr>
            <a:spLocks/>
          </p:cNvSpPr>
          <p:nvPr/>
        </p:nvSpPr>
        <p:spPr bwMode="auto">
          <a:xfrm>
            <a:off x="5145187" y="2688849"/>
            <a:ext cx="1901628" cy="1901626"/>
          </a:xfrm>
          <a:custGeom>
            <a:avLst/>
            <a:gdLst>
              <a:gd name="T0" fmla="*/ 57 w 319"/>
              <a:gd name="T1" fmla="*/ 263 h 319"/>
              <a:gd name="T2" fmla="*/ 57 w 319"/>
              <a:gd name="T3" fmla="*/ 57 h 319"/>
              <a:gd name="T4" fmla="*/ 262 w 319"/>
              <a:gd name="T5" fmla="*/ 57 h 319"/>
              <a:gd name="T6" fmla="*/ 262 w 319"/>
              <a:gd name="T7" fmla="*/ 263 h 319"/>
              <a:gd name="T8" fmla="*/ 57 w 319"/>
              <a:gd name="T9" fmla="*/ 263 h 319"/>
            </a:gdLst>
            <a:ahLst/>
            <a:cxnLst>
              <a:cxn ang="0">
                <a:pos x="T0" y="T1"/>
              </a:cxn>
              <a:cxn ang="0">
                <a:pos x="T2" y="T3"/>
              </a:cxn>
              <a:cxn ang="0">
                <a:pos x="T4" y="T5"/>
              </a:cxn>
              <a:cxn ang="0">
                <a:pos x="T6" y="T7"/>
              </a:cxn>
              <a:cxn ang="0">
                <a:pos x="T8" y="T9"/>
              </a:cxn>
            </a:cxnLst>
            <a:rect l="0" t="0" r="r" b="b"/>
            <a:pathLst>
              <a:path w="319" h="319">
                <a:moveTo>
                  <a:pt x="57" y="263"/>
                </a:moveTo>
                <a:cubicBezTo>
                  <a:pt x="0" y="206"/>
                  <a:pt x="0" y="114"/>
                  <a:pt x="57" y="57"/>
                </a:cubicBezTo>
                <a:cubicBezTo>
                  <a:pt x="113" y="0"/>
                  <a:pt x="205" y="0"/>
                  <a:pt x="262" y="57"/>
                </a:cubicBezTo>
                <a:cubicBezTo>
                  <a:pt x="319" y="114"/>
                  <a:pt x="319" y="206"/>
                  <a:pt x="262" y="263"/>
                </a:cubicBezTo>
                <a:cubicBezTo>
                  <a:pt x="205" y="319"/>
                  <a:pt x="113" y="319"/>
                  <a:pt x="57" y="263"/>
                </a:cubicBezTo>
                <a:close/>
              </a:path>
            </a:pathLst>
          </a:custGeom>
          <a:gradFill flip="none" rotWithShape="1">
            <a:gsLst>
              <a:gs pos="100000">
                <a:srgbClr val="FFFFFF"/>
              </a:gs>
              <a:gs pos="0">
                <a:srgbClr val="D9DEDF"/>
              </a:gs>
            </a:gsLst>
            <a:lin ang="2700000" scaled="0"/>
            <a:tileRect/>
          </a:gradFill>
          <a:ln w="57150">
            <a:gradFill flip="none" rotWithShape="1">
              <a:gsLst>
                <a:gs pos="0">
                  <a:srgbClr val="FFFFFF"/>
                </a:gs>
                <a:gs pos="100000">
                  <a:srgbClr val="D9D9DA"/>
                </a:gs>
              </a:gsLst>
              <a:lin ang="2700000" scaled="0"/>
              <a:tileRect/>
            </a:gradFill>
          </a:ln>
          <a:effectLst>
            <a:outerShdw blurRad="279400" dist="76200" dir="2700000" sx="101000" sy="101000" algn="tl"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 name="文本框 16"/>
          <p:cNvSpPr txBox="1"/>
          <p:nvPr/>
        </p:nvSpPr>
        <p:spPr>
          <a:xfrm>
            <a:off x="5257901" y="3242661"/>
            <a:ext cx="1669461"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p:txBody>
      </p:sp>
      <p:sp>
        <p:nvSpPr>
          <p:cNvPr id="18" name="Rectangle 58"/>
          <p:cNvSpPr/>
          <p:nvPr/>
        </p:nvSpPr>
        <p:spPr>
          <a:xfrm>
            <a:off x="5370566" y="3662929"/>
            <a:ext cx="1458887"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添加内容</a:t>
            </a:r>
          </a:p>
        </p:txBody>
      </p:sp>
      <p:sp>
        <p:nvSpPr>
          <p:cNvPr id="24" name="Freeform 5"/>
          <p:cNvSpPr>
            <a:spLocks noEditPoints="1"/>
          </p:cNvSpPr>
          <p:nvPr/>
        </p:nvSpPr>
        <p:spPr bwMode="auto">
          <a:xfrm>
            <a:off x="7956223" y="2247428"/>
            <a:ext cx="366713" cy="371475"/>
          </a:xfrm>
          <a:custGeom>
            <a:avLst/>
            <a:gdLst>
              <a:gd name="T0" fmla="*/ 49 w 98"/>
              <a:gd name="T1" fmla="*/ 0 h 99"/>
              <a:gd name="T2" fmla="*/ 0 w 98"/>
              <a:gd name="T3" fmla="*/ 50 h 99"/>
              <a:gd name="T4" fmla="*/ 49 w 98"/>
              <a:gd name="T5" fmla="*/ 99 h 99"/>
              <a:gd name="T6" fmla="*/ 98 w 98"/>
              <a:gd name="T7" fmla="*/ 50 h 99"/>
              <a:gd name="T8" fmla="*/ 49 w 98"/>
              <a:gd name="T9" fmla="*/ 0 h 99"/>
              <a:gd name="T10" fmla="*/ 79 w 98"/>
              <a:gd name="T11" fmla="*/ 59 h 99"/>
              <a:gd name="T12" fmla="*/ 58 w 98"/>
              <a:gd name="T13" fmla="*/ 59 h 99"/>
              <a:gd name="T14" fmla="*/ 58 w 98"/>
              <a:gd name="T15" fmla="*/ 79 h 99"/>
              <a:gd name="T16" fmla="*/ 49 w 98"/>
              <a:gd name="T17" fmla="*/ 89 h 99"/>
              <a:gd name="T18" fmla="*/ 40 w 98"/>
              <a:gd name="T19" fmla="*/ 79 h 99"/>
              <a:gd name="T20" fmla="*/ 40 w 98"/>
              <a:gd name="T21" fmla="*/ 59 h 99"/>
              <a:gd name="T22" fmla="*/ 19 w 98"/>
              <a:gd name="T23" fmla="*/ 59 h 99"/>
              <a:gd name="T24" fmla="*/ 10 w 98"/>
              <a:gd name="T25" fmla="*/ 50 h 99"/>
              <a:gd name="T26" fmla="*/ 19 w 98"/>
              <a:gd name="T27" fmla="*/ 40 h 99"/>
              <a:gd name="T28" fmla="*/ 40 w 98"/>
              <a:gd name="T29" fmla="*/ 40 h 99"/>
              <a:gd name="T30" fmla="*/ 40 w 98"/>
              <a:gd name="T31" fmla="*/ 20 h 99"/>
              <a:gd name="T32" fmla="*/ 49 w 98"/>
              <a:gd name="T33" fmla="*/ 11 h 99"/>
              <a:gd name="T34" fmla="*/ 58 w 98"/>
              <a:gd name="T35" fmla="*/ 20 h 99"/>
              <a:gd name="T36" fmla="*/ 58 w 98"/>
              <a:gd name="T37" fmla="*/ 40 h 99"/>
              <a:gd name="T38" fmla="*/ 79 w 98"/>
              <a:gd name="T39" fmla="*/ 40 h 99"/>
              <a:gd name="T40" fmla="*/ 88 w 98"/>
              <a:gd name="T41" fmla="*/ 50 h 99"/>
              <a:gd name="T42" fmla="*/ 79 w 98"/>
              <a:gd name="T43" fmla="*/ 5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8" h="99">
                <a:moveTo>
                  <a:pt x="49" y="0"/>
                </a:moveTo>
                <a:cubicBezTo>
                  <a:pt x="22" y="0"/>
                  <a:pt x="0" y="22"/>
                  <a:pt x="0" y="50"/>
                </a:cubicBezTo>
                <a:cubicBezTo>
                  <a:pt x="0" y="77"/>
                  <a:pt x="22" y="99"/>
                  <a:pt x="49" y="99"/>
                </a:cubicBezTo>
                <a:cubicBezTo>
                  <a:pt x="76" y="99"/>
                  <a:pt x="98" y="77"/>
                  <a:pt x="98" y="50"/>
                </a:cubicBezTo>
                <a:cubicBezTo>
                  <a:pt x="98" y="22"/>
                  <a:pt x="76" y="0"/>
                  <a:pt x="49" y="0"/>
                </a:cubicBezTo>
                <a:close/>
                <a:moveTo>
                  <a:pt x="79" y="59"/>
                </a:moveTo>
                <a:cubicBezTo>
                  <a:pt x="58" y="59"/>
                  <a:pt x="58" y="59"/>
                  <a:pt x="58" y="59"/>
                </a:cubicBezTo>
                <a:cubicBezTo>
                  <a:pt x="58" y="79"/>
                  <a:pt x="58" y="79"/>
                  <a:pt x="58" y="79"/>
                </a:cubicBezTo>
                <a:cubicBezTo>
                  <a:pt x="58" y="84"/>
                  <a:pt x="54" y="89"/>
                  <a:pt x="49" y="89"/>
                </a:cubicBezTo>
                <a:cubicBezTo>
                  <a:pt x="44" y="89"/>
                  <a:pt x="40" y="84"/>
                  <a:pt x="40" y="79"/>
                </a:cubicBezTo>
                <a:cubicBezTo>
                  <a:pt x="40" y="59"/>
                  <a:pt x="40" y="59"/>
                  <a:pt x="40" y="59"/>
                </a:cubicBezTo>
                <a:cubicBezTo>
                  <a:pt x="19" y="59"/>
                  <a:pt x="19" y="59"/>
                  <a:pt x="19" y="59"/>
                </a:cubicBezTo>
                <a:cubicBezTo>
                  <a:pt x="14" y="59"/>
                  <a:pt x="10" y="55"/>
                  <a:pt x="10" y="50"/>
                </a:cubicBezTo>
                <a:cubicBezTo>
                  <a:pt x="10" y="44"/>
                  <a:pt x="14" y="40"/>
                  <a:pt x="19" y="40"/>
                </a:cubicBezTo>
                <a:cubicBezTo>
                  <a:pt x="40" y="40"/>
                  <a:pt x="40" y="40"/>
                  <a:pt x="40" y="40"/>
                </a:cubicBezTo>
                <a:cubicBezTo>
                  <a:pt x="40" y="20"/>
                  <a:pt x="40" y="20"/>
                  <a:pt x="40" y="20"/>
                </a:cubicBezTo>
                <a:cubicBezTo>
                  <a:pt x="40" y="15"/>
                  <a:pt x="44" y="11"/>
                  <a:pt x="49" y="11"/>
                </a:cubicBezTo>
                <a:cubicBezTo>
                  <a:pt x="54" y="11"/>
                  <a:pt x="58" y="15"/>
                  <a:pt x="58" y="20"/>
                </a:cubicBezTo>
                <a:cubicBezTo>
                  <a:pt x="58" y="40"/>
                  <a:pt x="58" y="40"/>
                  <a:pt x="58" y="40"/>
                </a:cubicBezTo>
                <a:cubicBezTo>
                  <a:pt x="79" y="40"/>
                  <a:pt x="79" y="40"/>
                  <a:pt x="79" y="40"/>
                </a:cubicBezTo>
                <a:cubicBezTo>
                  <a:pt x="84" y="40"/>
                  <a:pt x="88" y="44"/>
                  <a:pt x="88" y="50"/>
                </a:cubicBezTo>
                <a:cubicBezTo>
                  <a:pt x="88" y="55"/>
                  <a:pt x="84" y="59"/>
                  <a:pt x="79" y="59"/>
                </a:cubicBezTo>
                <a:close/>
              </a:path>
            </a:pathLst>
          </a:custGeom>
          <a:solidFill>
            <a:srgbClr val="C4318D"/>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5" name="文本框 24"/>
          <p:cNvSpPr txBox="1"/>
          <p:nvPr/>
        </p:nvSpPr>
        <p:spPr>
          <a:xfrm>
            <a:off x="8322936" y="2068747"/>
            <a:ext cx="2856518" cy="830997"/>
          </a:xfrm>
          <a:prstGeom prst="rect">
            <a:avLst/>
          </a:prstGeom>
          <a:noFill/>
        </p:spPr>
        <p:txBody>
          <a:bodyPr wrap="square" rtlCol="0">
            <a:spAutoFit/>
          </a:bodyPr>
          <a:lstStyle/>
          <a:p>
            <a:pPr>
              <a:lnSpc>
                <a:spcPct val="120000"/>
              </a:lnSpc>
            </a:pPr>
            <a:r>
              <a:rPr lang="zh-CN" altLang="en-US" sz="2400" b="1" dirty="0">
                <a:solidFill>
                  <a:srgbClr val="C4318D"/>
                </a:solidFill>
              </a:rPr>
              <a:t>添加标题</a:t>
            </a:r>
            <a:endParaRPr lang="en-US" altLang="zh-CN" sz="2400" b="1" dirty="0">
              <a:solidFill>
                <a:srgbClr val="C4318D"/>
              </a:solidFill>
            </a:endParaRPr>
          </a:p>
          <a:p>
            <a:pPr>
              <a:lnSpc>
                <a:spcPct val="120000"/>
              </a:lnSpc>
            </a:pPr>
            <a:r>
              <a:rPr lang="zh-CN" altLang="en-US" sz="1600" dirty="0">
                <a:solidFill>
                  <a:schemeClr val="tx1">
                    <a:lumMod val="65000"/>
                    <a:lumOff val="35000"/>
                  </a:schemeClr>
                </a:solidFill>
              </a:rPr>
              <a:t>添加内容添加内容</a:t>
            </a:r>
          </a:p>
        </p:txBody>
      </p:sp>
      <p:sp>
        <p:nvSpPr>
          <p:cNvPr id="26" name="Freeform 5"/>
          <p:cNvSpPr>
            <a:spLocks noEditPoints="1"/>
          </p:cNvSpPr>
          <p:nvPr/>
        </p:nvSpPr>
        <p:spPr bwMode="auto">
          <a:xfrm>
            <a:off x="7956223" y="4483324"/>
            <a:ext cx="366713" cy="371475"/>
          </a:xfrm>
          <a:custGeom>
            <a:avLst/>
            <a:gdLst>
              <a:gd name="T0" fmla="*/ 49 w 98"/>
              <a:gd name="T1" fmla="*/ 0 h 99"/>
              <a:gd name="T2" fmla="*/ 0 w 98"/>
              <a:gd name="T3" fmla="*/ 50 h 99"/>
              <a:gd name="T4" fmla="*/ 49 w 98"/>
              <a:gd name="T5" fmla="*/ 99 h 99"/>
              <a:gd name="T6" fmla="*/ 98 w 98"/>
              <a:gd name="T7" fmla="*/ 50 h 99"/>
              <a:gd name="T8" fmla="*/ 49 w 98"/>
              <a:gd name="T9" fmla="*/ 0 h 99"/>
              <a:gd name="T10" fmla="*/ 79 w 98"/>
              <a:gd name="T11" fmla="*/ 59 h 99"/>
              <a:gd name="T12" fmla="*/ 58 w 98"/>
              <a:gd name="T13" fmla="*/ 59 h 99"/>
              <a:gd name="T14" fmla="*/ 58 w 98"/>
              <a:gd name="T15" fmla="*/ 79 h 99"/>
              <a:gd name="T16" fmla="*/ 49 w 98"/>
              <a:gd name="T17" fmla="*/ 89 h 99"/>
              <a:gd name="T18" fmla="*/ 40 w 98"/>
              <a:gd name="T19" fmla="*/ 79 h 99"/>
              <a:gd name="T20" fmla="*/ 40 w 98"/>
              <a:gd name="T21" fmla="*/ 59 h 99"/>
              <a:gd name="T22" fmla="*/ 19 w 98"/>
              <a:gd name="T23" fmla="*/ 59 h 99"/>
              <a:gd name="T24" fmla="*/ 10 w 98"/>
              <a:gd name="T25" fmla="*/ 50 h 99"/>
              <a:gd name="T26" fmla="*/ 19 w 98"/>
              <a:gd name="T27" fmla="*/ 40 h 99"/>
              <a:gd name="T28" fmla="*/ 40 w 98"/>
              <a:gd name="T29" fmla="*/ 40 h 99"/>
              <a:gd name="T30" fmla="*/ 40 w 98"/>
              <a:gd name="T31" fmla="*/ 20 h 99"/>
              <a:gd name="T32" fmla="*/ 49 w 98"/>
              <a:gd name="T33" fmla="*/ 11 h 99"/>
              <a:gd name="T34" fmla="*/ 58 w 98"/>
              <a:gd name="T35" fmla="*/ 20 h 99"/>
              <a:gd name="T36" fmla="*/ 58 w 98"/>
              <a:gd name="T37" fmla="*/ 40 h 99"/>
              <a:gd name="T38" fmla="*/ 79 w 98"/>
              <a:gd name="T39" fmla="*/ 40 h 99"/>
              <a:gd name="T40" fmla="*/ 88 w 98"/>
              <a:gd name="T41" fmla="*/ 50 h 99"/>
              <a:gd name="T42" fmla="*/ 79 w 98"/>
              <a:gd name="T43" fmla="*/ 5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8" h="99">
                <a:moveTo>
                  <a:pt x="49" y="0"/>
                </a:moveTo>
                <a:cubicBezTo>
                  <a:pt x="22" y="0"/>
                  <a:pt x="0" y="22"/>
                  <a:pt x="0" y="50"/>
                </a:cubicBezTo>
                <a:cubicBezTo>
                  <a:pt x="0" y="77"/>
                  <a:pt x="22" y="99"/>
                  <a:pt x="49" y="99"/>
                </a:cubicBezTo>
                <a:cubicBezTo>
                  <a:pt x="76" y="99"/>
                  <a:pt x="98" y="77"/>
                  <a:pt x="98" y="50"/>
                </a:cubicBezTo>
                <a:cubicBezTo>
                  <a:pt x="98" y="22"/>
                  <a:pt x="76" y="0"/>
                  <a:pt x="49" y="0"/>
                </a:cubicBezTo>
                <a:close/>
                <a:moveTo>
                  <a:pt x="79" y="59"/>
                </a:moveTo>
                <a:cubicBezTo>
                  <a:pt x="58" y="59"/>
                  <a:pt x="58" y="59"/>
                  <a:pt x="58" y="59"/>
                </a:cubicBezTo>
                <a:cubicBezTo>
                  <a:pt x="58" y="79"/>
                  <a:pt x="58" y="79"/>
                  <a:pt x="58" y="79"/>
                </a:cubicBezTo>
                <a:cubicBezTo>
                  <a:pt x="58" y="84"/>
                  <a:pt x="54" y="89"/>
                  <a:pt x="49" y="89"/>
                </a:cubicBezTo>
                <a:cubicBezTo>
                  <a:pt x="44" y="89"/>
                  <a:pt x="40" y="84"/>
                  <a:pt x="40" y="79"/>
                </a:cubicBezTo>
                <a:cubicBezTo>
                  <a:pt x="40" y="59"/>
                  <a:pt x="40" y="59"/>
                  <a:pt x="40" y="59"/>
                </a:cubicBezTo>
                <a:cubicBezTo>
                  <a:pt x="19" y="59"/>
                  <a:pt x="19" y="59"/>
                  <a:pt x="19" y="59"/>
                </a:cubicBezTo>
                <a:cubicBezTo>
                  <a:pt x="14" y="59"/>
                  <a:pt x="10" y="55"/>
                  <a:pt x="10" y="50"/>
                </a:cubicBezTo>
                <a:cubicBezTo>
                  <a:pt x="10" y="44"/>
                  <a:pt x="14" y="40"/>
                  <a:pt x="19" y="40"/>
                </a:cubicBezTo>
                <a:cubicBezTo>
                  <a:pt x="40" y="40"/>
                  <a:pt x="40" y="40"/>
                  <a:pt x="40" y="40"/>
                </a:cubicBezTo>
                <a:cubicBezTo>
                  <a:pt x="40" y="20"/>
                  <a:pt x="40" y="20"/>
                  <a:pt x="40" y="20"/>
                </a:cubicBezTo>
                <a:cubicBezTo>
                  <a:pt x="40" y="15"/>
                  <a:pt x="44" y="11"/>
                  <a:pt x="49" y="11"/>
                </a:cubicBezTo>
                <a:cubicBezTo>
                  <a:pt x="54" y="11"/>
                  <a:pt x="58" y="15"/>
                  <a:pt x="58" y="20"/>
                </a:cubicBezTo>
                <a:cubicBezTo>
                  <a:pt x="58" y="40"/>
                  <a:pt x="58" y="40"/>
                  <a:pt x="58" y="40"/>
                </a:cubicBezTo>
                <a:cubicBezTo>
                  <a:pt x="79" y="40"/>
                  <a:pt x="79" y="40"/>
                  <a:pt x="79" y="40"/>
                </a:cubicBezTo>
                <a:cubicBezTo>
                  <a:pt x="84" y="40"/>
                  <a:pt x="88" y="44"/>
                  <a:pt x="88" y="50"/>
                </a:cubicBezTo>
                <a:cubicBezTo>
                  <a:pt x="88" y="55"/>
                  <a:pt x="84" y="59"/>
                  <a:pt x="79" y="59"/>
                </a:cubicBezTo>
                <a:close/>
              </a:path>
            </a:pathLst>
          </a:custGeom>
          <a:solidFill>
            <a:srgbClr val="309EDA"/>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7" name="文本框 26"/>
          <p:cNvSpPr txBox="1"/>
          <p:nvPr/>
        </p:nvSpPr>
        <p:spPr>
          <a:xfrm>
            <a:off x="8322936" y="4304643"/>
            <a:ext cx="2856518" cy="830997"/>
          </a:xfrm>
          <a:prstGeom prst="rect">
            <a:avLst/>
          </a:prstGeom>
          <a:noFill/>
        </p:spPr>
        <p:txBody>
          <a:bodyPr wrap="square" rtlCol="0">
            <a:spAutoFit/>
          </a:bodyPr>
          <a:lstStyle/>
          <a:p>
            <a:pPr>
              <a:lnSpc>
                <a:spcPct val="120000"/>
              </a:lnSpc>
            </a:pPr>
            <a:r>
              <a:rPr lang="zh-CN" altLang="en-US" sz="2400" b="1" dirty="0">
                <a:solidFill>
                  <a:srgbClr val="309EDA"/>
                </a:solidFill>
              </a:rPr>
              <a:t>添加标题</a:t>
            </a:r>
            <a:endParaRPr lang="en-US" altLang="zh-CN" sz="2400" b="1" dirty="0">
              <a:solidFill>
                <a:srgbClr val="309EDA"/>
              </a:solidFill>
            </a:endParaRPr>
          </a:p>
          <a:p>
            <a:pPr>
              <a:lnSpc>
                <a:spcPct val="120000"/>
              </a:lnSpc>
            </a:pPr>
            <a:r>
              <a:rPr lang="zh-CN" altLang="en-US" sz="1600" dirty="0">
                <a:solidFill>
                  <a:schemeClr val="tx1">
                    <a:lumMod val="65000"/>
                    <a:lumOff val="35000"/>
                  </a:schemeClr>
                </a:solidFill>
              </a:rPr>
              <a:t>添加内容添加内容</a:t>
            </a:r>
          </a:p>
        </p:txBody>
      </p:sp>
      <p:sp>
        <p:nvSpPr>
          <p:cNvPr id="28" name="Freeform 5"/>
          <p:cNvSpPr>
            <a:spLocks noEditPoints="1"/>
          </p:cNvSpPr>
          <p:nvPr/>
        </p:nvSpPr>
        <p:spPr bwMode="auto">
          <a:xfrm>
            <a:off x="3796526" y="2247428"/>
            <a:ext cx="366713" cy="371475"/>
          </a:xfrm>
          <a:custGeom>
            <a:avLst/>
            <a:gdLst>
              <a:gd name="T0" fmla="*/ 49 w 98"/>
              <a:gd name="T1" fmla="*/ 0 h 99"/>
              <a:gd name="T2" fmla="*/ 0 w 98"/>
              <a:gd name="T3" fmla="*/ 50 h 99"/>
              <a:gd name="T4" fmla="*/ 49 w 98"/>
              <a:gd name="T5" fmla="*/ 99 h 99"/>
              <a:gd name="T6" fmla="*/ 98 w 98"/>
              <a:gd name="T7" fmla="*/ 50 h 99"/>
              <a:gd name="T8" fmla="*/ 49 w 98"/>
              <a:gd name="T9" fmla="*/ 0 h 99"/>
              <a:gd name="T10" fmla="*/ 79 w 98"/>
              <a:gd name="T11" fmla="*/ 59 h 99"/>
              <a:gd name="T12" fmla="*/ 58 w 98"/>
              <a:gd name="T13" fmla="*/ 59 h 99"/>
              <a:gd name="T14" fmla="*/ 58 w 98"/>
              <a:gd name="T15" fmla="*/ 79 h 99"/>
              <a:gd name="T16" fmla="*/ 49 w 98"/>
              <a:gd name="T17" fmla="*/ 89 h 99"/>
              <a:gd name="T18" fmla="*/ 40 w 98"/>
              <a:gd name="T19" fmla="*/ 79 h 99"/>
              <a:gd name="T20" fmla="*/ 40 w 98"/>
              <a:gd name="T21" fmla="*/ 59 h 99"/>
              <a:gd name="T22" fmla="*/ 19 w 98"/>
              <a:gd name="T23" fmla="*/ 59 h 99"/>
              <a:gd name="T24" fmla="*/ 10 w 98"/>
              <a:gd name="T25" fmla="*/ 50 h 99"/>
              <a:gd name="T26" fmla="*/ 19 w 98"/>
              <a:gd name="T27" fmla="*/ 40 h 99"/>
              <a:gd name="T28" fmla="*/ 40 w 98"/>
              <a:gd name="T29" fmla="*/ 40 h 99"/>
              <a:gd name="T30" fmla="*/ 40 w 98"/>
              <a:gd name="T31" fmla="*/ 20 h 99"/>
              <a:gd name="T32" fmla="*/ 49 w 98"/>
              <a:gd name="T33" fmla="*/ 11 h 99"/>
              <a:gd name="T34" fmla="*/ 58 w 98"/>
              <a:gd name="T35" fmla="*/ 20 h 99"/>
              <a:gd name="T36" fmla="*/ 58 w 98"/>
              <a:gd name="T37" fmla="*/ 40 h 99"/>
              <a:gd name="T38" fmla="*/ 79 w 98"/>
              <a:gd name="T39" fmla="*/ 40 h 99"/>
              <a:gd name="T40" fmla="*/ 88 w 98"/>
              <a:gd name="T41" fmla="*/ 50 h 99"/>
              <a:gd name="T42" fmla="*/ 79 w 98"/>
              <a:gd name="T43" fmla="*/ 5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8" h="99">
                <a:moveTo>
                  <a:pt x="49" y="0"/>
                </a:moveTo>
                <a:cubicBezTo>
                  <a:pt x="22" y="0"/>
                  <a:pt x="0" y="22"/>
                  <a:pt x="0" y="50"/>
                </a:cubicBezTo>
                <a:cubicBezTo>
                  <a:pt x="0" y="77"/>
                  <a:pt x="22" y="99"/>
                  <a:pt x="49" y="99"/>
                </a:cubicBezTo>
                <a:cubicBezTo>
                  <a:pt x="76" y="99"/>
                  <a:pt x="98" y="77"/>
                  <a:pt x="98" y="50"/>
                </a:cubicBezTo>
                <a:cubicBezTo>
                  <a:pt x="98" y="22"/>
                  <a:pt x="76" y="0"/>
                  <a:pt x="49" y="0"/>
                </a:cubicBezTo>
                <a:close/>
                <a:moveTo>
                  <a:pt x="79" y="59"/>
                </a:moveTo>
                <a:cubicBezTo>
                  <a:pt x="58" y="59"/>
                  <a:pt x="58" y="59"/>
                  <a:pt x="58" y="59"/>
                </a:cubicBezTo>
                <a:cubicBezTo>
                  <a:pt x="58" y="79"/>
                  <a:pt x="58" y="79"/>
                  <a:pt x="58" y="79"/>
                </a:cubicBezTo>
                <a:cubicBezTo>
                  <a:pt x="58" y="84"/>
                  <a:pt x="54" y="89"/>
                  <a:pt x="49" y="89"/>
                </a:cubicBezTo>
                <a:cubicBezTo>
                  <a:pt x="44" y="89"/>
                  <a:pt x="40" y="84"/>
                  <a:pt x="40" y="79"/>
                </a:cubicBezTo>
                <a:cubicBezTo>
                  <a:pt x="40" y="59"/>
                  <a:pt x="40" y="59"/>
                  <a:pt x="40" y="59"/>
                </a:cubicBezTo>
                <a:cubicBezTo>
                  <a:pt x="19" y="59"/>
                  <a:pt x="19" y="59"/>
                  <a:pt x="19" y="59"/>
                </a:cubicBezTo>
                <a:cubicBezTo>
                  <a:pt x="14" y="59"/>
                  <a:pt x="10" y="55"/>
                  <a:pt x="10" y="50"/>
                </a:cubicBezTo>
                <a:cubicBezTo>
                  <a:pt x="10" y="44"/>
                  <a:pt x="14" y="40"/>
                  <a:pt x="19" y="40"/>
                </a:cubicBezTo>
                <a:cubicBezTo>
                  <a:pt x="40" y="40"/>
                  <a:pt x="40" y="40"/>
                  <a:pt x="40" y="40"/>
                </a:cubicBezTo>
                <a:cubicBezTo>
                  <a:pt x="40" y="20"/>
                  <a:pt x="40" y="20"/>
                  <a:pt x="40" y="20"/>
                </a:cubicBezTo>
                <a:cubicBezTo>
                  <a:pt x="40" y="15"/>
                  <a:pt x="44" y="11"/>
                  <a:pt x="49" y="11"/>
                </a:cubicBezTo>
                <a:cubicBezTo>
                  <a:pt x="54" y="11"/>
                  <a:pt x="58" y="15"/>
                  <a:pt x="58" y="20"/>
                </a:cubicBezTo>
                <a:cubicBezTo>
                  <a:pt x="58" y="40"/>
                  <a:pt x="58" y="40"/>
                  <a:pt x="58" y="40"/>
                </a:cubicBezTo>
                <a:cubicBezTo>
                  <a:pt x="79" y="40"/>
                  <a:pt x="79" y="40"/>
                  <a:pt x="79" y="40"/>
                </a:cubicBezTo>
                <a:cubicBezTo>
                  <a:pt x="84" y="40"/>
                  <a:pt x="88" y="44"/>
                  <a:pt x="88" y="50"/>
                </a:cubicBezTo>
                <a:cubicBezTo>
                  <a:pt x="88" y="55"/>
                  <a:pt x="84" y="59"/>
                  <a:pt x="79" y="59"/>
                </a:cubicBezTo>
                <a:close/>
              </a:path>
            </a:pathLst>
          </a:custGeom>
          <a:solidFill>
            <a:srgbClr val="A2A2A2"/>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9" name="文本框 28"/>
          <p:cNvSpPr txBox="1"/>
          <p:nvPr/>
        </p:nvSpPr>
        <p:spPr>
          <a:xfrm>
            <a:off x="878106" y="2068747"/>
            <a:ext cx="2856518" cy="830997"/>
          </a:xfrm>
          <a:prstGeom prst="rect">
            <a:avLst/>
          </a:prstGeom>
          <a:noFill/>
        </p:spPr>
        <p:txBody>
          <a:bodyPr wrap="square" rtlCol="0">
            <a:spAutoFit/>
          </a:bodyPr>
          <a:lstStyle/>
          <a:p>
            <a:pPr algn="r">
              <a:lnSpc>
                <a:spcPct val="120000"/>
              </a:lnSpc>
            </a:pPr>
            <a:r>
              <a:rPr lang="zh-CN" altLang="en-US" sz="2400" b="1" dirty="0">
                <a:solidFill>
                  <a:srgbClr val="A2A2A2"/>
                </a:solidFill>
              </a:rPr>
              <a:t>添加标题</a:t>
            </a:r>
            <a:endParaRPr lang="en-US" altLang="zh-CN" sz="2400" b="1" dirty="0">
              <a:solidFill>
                <a:srgbClr val="A2A2A2"/>
              </a:solidFill>
            </a:endParaRPr>
          </a:p>
          <a:p>
            <a:pPr algn="r">
              <a:lnSpc>
                <a:spcPct val="120000"/>
              </a:lnSpc>
            </a:pPr>
            <a:r>
              <a:rPr lang="zh-CN" altLang="en-US" sz="1600" dirty="0">
                <a:solidFill>
                  <a:schemeClr val="tx1">
                    <a:lumMod val="65000"/>
                    <a:lumOff val="35000"/>
                  </a:schemeClr>
                </a:solidFill>
              </a:rPr>
              <a:t>添加内容添加内容</a:t>
            </a:r>
          </a:p>
        </p:txBody>
      </p:sp>
      <p:sp>
        <p:nvSpPr>
          <p:cNvPr id="30" name="Freeform 5"/>
          <p:cNvSpPr>
            <a:spLocks noEditPoints="1"/>
          </p:cNvSpPr>
          <p:nvPr/>
        </p:nvSpPr>
        <p:spPr bwMode="auto">
          <a:xfrm>
            <a:off x="3796526" y="4483324"/>
            <a:ext cx="366713" cy="371475"/>
          </a:xfrm>
          <a:custGeom>
            <a:avLst/>
            <a:gdLst>
              <a:gd name="T0" fmla="*/ 49 w 98"/>
              <a:gd name="T1" fmla="*/ 0 h 99"/>
              <a:gd name="T2" fmla="*/ 0 w 98"/>
              <a:gd name="T3" fmla="*/ 50 h 99"/>
              <a:gd name="T4" fmla="*/ 49 w 98"/>
              <a:gd name="T5" fmla="*/ 99 h 99"/>
              <a:gd name="T6" fmla="*/ 98 w 98"/>
              <a:gd name="T7" fmla="*/ 50 h 99"/>
              <a:gd name="T8" fmla="*/ 49 w 98"/>
              <a:gd name="T9" fmla="*/ 0 h 99"/>
              <a:gd name="T10" fmla="*/ 79 w 98"/>
              <a:gd name="T11" fmla="*/ 59 h 99"/>
              <a:gd name="T12" fmla="*/ 58 w 98"/>
              <a:gd name="T13" fmla="*/ 59 h 99"/>
              <a:gd name="T14" fmla="*/ 58 w 98"/>
              <a:gd name="T15" fmla="*/ 79 h 99"/>
              <a:gd name="T16" fmla="*/ 49 w 98"/>
              <a:gd name="T17" fmla="*/ 89 h 99"/>
              <a:gd name="T18" fmla="*/ 40 w 98"/>
              <a:gd name="T19" fmla="*/ 79 h 99"/>
              <a:gd name="T20" fmla="*/ 40 w 98"/>
              <a:gd name="T21" fmla="*/ 59 h 99"/>
              <a:gd name="T22" fmla="*/ 19 w 98"/>
              <a:gd name="T23" fmla="*/ 59 h 99"/>
              <a:gd name="T24" fmla="*/ 10 w 98"/>
              <a:gd name="T25" fmla="*/ 50 h 99"/>
              <a:gd name="T26" fmla="*/ 19 w 98"/>
              <a:gd name="T27" fmla="*/ 40 h 99"/>
              <a:gd name="T28" fmla="*/ 40 w 98"/>
              <a:gd name="T29" fmla="*/ 40 h 99"/>
              <a:gd name="T30" fmla="*/ 40 w 98"/>
              <a:gd name="T31" fmla="*/ 20 h 99"/>
              <a:gd name="T32" fmla="*/ 49 w 98"/>
              <a:gd name="T33" fmla="*/ 11 h 99"/>
              <a:gd name="T34" fmla="*/ 58 w 98"/>
              <a:gd name="T35" fmla="*/ 20 h 99"/>
              <a:gd name="T36" fmla="*/ 58 w 98"/>
              <a:gd name="T37" fmla="*/ 40 h 99"/>
              <a:gd name="T38" fmla="*/ 79 w 98"/>
              <a:gd name="T39" fmla="*/ 40 h 99"/>
              <a:gd name="T40" fmla="*/ 88 w 98"/>
              <a:gd name="T41" fmla="*/ 50 h 99"/>
              <a:gd name="T42" fmla="*/ 79 w 98"/>
              <a:gd name="T43" fmla="*/ 5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8" h="99">
                <a:moveTo>
                  <a:pt x="49" y="0"/>
                </a:moveTo>
                <a:cubicBezTo>
                  <a:pt x="22" y="0"/>
                  <a:pt x="0" y="22"/>
                  <a:pt x="0" y="50"/>
                </a:cubicBezTo>
                <a:cubicBezTo>
                  <a:pt x="0" y="77"/>
                  <a:pt x="22" y="99"/>
                  <a:pt x="49" y="99"/>
                </a:cubicBezTo>
                <a:cubicBezTo>
                  <a:pt x="76" y="99"/>
                  <a:pt x="98" y="77"/>
                  <a:pt x="98" y="50"/>
                </a:cubicBezTo>
                <a:cubicBezTo>
                  <a:pt x="98" y="22"/>
                  <a:pt x="76" y="0"/>
                  <a:pt x="49" y="0"/>
                </a:cubicBezTo>
                <a:close/>
                <a:moveTo>
                  <a:pt x="79" y="59"/>
                </a:moveTo>
                <a:cubicBezTo>
                  <a:pt x="58" y="59"/>
                  <a:pt x="58" y="59"/>
                  <a:pt x="58" y="59"/>
                </a:cubicBezTo>
                <a:cubicBezTo>
                  <a:pt x="58" y="79"/>
                  <a:pt x="58" y="79"/>
                  <a:pt x="58" y="79"/>
                </a:cubicBezTo>
                <a:cubicBezTo>
                  <a:pt x="58" y="84"/>
                  <a:pt x="54" y="89"/>
                  <a:pt x="49" y="89"/>
                </a:cubicBezTo>
                <a:cubicBezTo>
                  <a:pt x="44" y="89"/>
                  <a:pt x="40" y="84"/>
                  <a:pt x="40" y="79"/>
                </a:cubicBezTo>
                <a:cubicBezTo>
                  <a:pt x="40" y="59"/>
                  <a:pt x="40" y="59"/>
                  <a:pt x="40" y="59"/>
                </a:cubicBezTo>
                <a:cubicBezTo>
                  <a:pt x="19" y="59"/>
                  <a:pt x="19" y="59"/>
                  <a:pt x="19" y="59"/>
                </a:cubicBezTo>
                <a:cubicBezTo>
                  <a:pt x="14" y="59"/>
                  <a:pt x="10" y="55"/>
                  <a:pt x="10" y="50"/>
                </a:cubicBezTo>
                <a:cubicBezTo>
                  <a:pt x="10" y="44"/>
                  <a:pt x="14" y="40"/>
                  <a:pt x="19" y="40"/>
                </a:cubicBezTo>
                <a:cubicBezTo>
                  <a:pt x="40" y="40"/>
                  <a:pt x="40" y="40"/>
                  <a:pt x="40" y="40"/>
                </a:cubicBezTo>
                <a:cubicBezTo>
                  <a:pt x="40" y="20"/>
                  <a:pt x="40" y="20"/>
                  <a:pt x="40" y="20"/>
                </a:cubicBezTo>
                <a:cubicBezTo>
                  <a:pt x="40" y="15"/>
                  <a:pt x="44" y="11"/>
                  <a:pt x="49" y="11"/>
                </a:cubicBezTo>
                <a:cubicBezTo>
                  <a:pt x="54" y="11"/>
                  <a:pt x="58" y="15"/>
                  <a:pt x="58" y="20"/>
                </a:cubicBezTo>
                <a:cubicBezTo>
                  <a:pt x="58" y="40"/>
                  <a:pt x="58" y="40"/>
                  <a:pt x="58" y="40"/>
                </a:cubicBezTo>
                <a:cubicBezTo>
                  <a:pt x="79" y="40"/>
                  <a:pt x="79" y="40"/>
                  <a:pt x="79" y="40"/>
                </a:cubicBezTo>
                <a:cubicBezTo>
                  <a:pt x="84" y="40"/>
                  <a:pt x="88" y="44"/>
                  <a:pt x="88" y="50"/>
                </a:cubicBezTo>
                <a:cubicBezTo>
                  <a:pt x="88" y="55"/>
                  <a:pt x="84" y="59"/>
                  <a:pt x="79" y="59"/>
                </a:cubicBezTo>
                <a:close/>
              </a:path>
            </a:pathLst>
          </a:custGeom>
          <a:solidFill>
            <a:srgbClr val="F0730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1" name="文本框 30"/>
          <p:cNvSpPr txBox="1"/>
          <p:nvPr/>
        </p:nvSpPr>
        <p:spPr>
          <a:xfrm>
            <a:off x="878106" y="4304643"/>
            <a:ext cx="2856518" cy="830997"/>
          </a:xfrm>
          <a:prstGeom prst="rect">
            <a:avLst/>
          </a:prstGeom>
          <a:noFill/>
        </p:spPr>
        <p:txBody>
          <a:bodyPr wrap="square" rtlCol="0">
            <a:spAutoFit/>
          </a:bodyPr>
          <a:lstStyle/>
          <a:p>
            <a:pPr algn="r">
              <a:lnSpc>
                <a:spcPct val="120000"/>
              </a:lnSpc>
            </a:pPr>
            <a:r>
              <a:rPr lang="zh-CN" altLang="en-US" sz="2400" b="1" dirty="0">
                <a:solidFill>
                  <a:srgbClr val="F07304"/>
                </a:solidFill>
              </a:rPr>
              <a:t>添加标题</a:t>
            </a:r>
            <a:endParaRPr lang="en-US" altLang="zh-CN" sz="2400" b="1" dirty="0">
              <a:solidFill>
                <a:srgbClr val="F07304"/>
              </a:solidFill>
            </a:endParaRPr>
          </a:p>
          <a:p>
            <a:pPr algn="r">
              <a:lnSpc>
                <a:spcPct val="120000"/>
              </a:lnSpc>
            </a:pPr>
            <a:r>
              <a:rPr lang="zh-CN" altLang="en-US" sz="1600" dirty="0">
                <a:solidFill>
                  <a:schemeClr val="tx1">
                    <a:lumMod val="65000"/>
                    <a:lumOff val="35000"/>
                  </a:schemeClr>
                </a:solidFill>
              </a:rPr>
              <a:t>添加内容添加内容</a:t>
            </a:r>
          </a:p>
        </p:txBody>
      </p:sp>
      <p:sp>
        <p:nvSpPr>
          <p:cNvPr id="32" name="Freeform 5"/>
          <p:cNvSpPr>
            <a:spLocks noEditPoints="1"/>
          </p:cNvSpPr>
          <p:nvPr/>
        </p:nvSpPr>
        <p:spPr bwMode="auto">
          <a:xfrm>
            <a:off x="4995996" y="5764638"/>
            <a:ext cx="366713" cy="371475"/>
          </a:xfrm>
          <a:custGeom>
            <a:avLst/>
            <a:gdLst>
              <a:gd name="T0" fmla="*/ 49 w 98"/>
              <a:gd name="T1" fmla="*/ 0 h 99"/>
              <a:gd name="T2" fmla="*/ 0 w 98"/>
              <a:gd name="T3" fmla="*/ 50 h 99"/>
              <a:gd name="T4" fmla="*/ 49 w 98"/>
              <a:gd name="T5" fmla="*/ 99 h 99"/>
              <a:gd name="T6" fmla="*/ 98 w 98"/>
              <a:gd name="T7" fmla="*/ 50 h 99"/>
              <a:gd name="T8" fmla="*/ 49 w 98"/>
              <a:gd name="T9" fmla="*/ 0 h 99"/>
              <a:gd name="T10" fmla="*/ 79 w 98"/>
              <a:gd name="T11" fmla="*/ 59 h 99"/>
              <a:gd name="T12" fmla="*/ 58 w 98"/>
              <a:gd name="T13" fmla="*/ 59 h 99"/>
              <a:gd name="T14" fmla="*/ 58 w 98"/>
              <a:gd name="T15" fmla="*/ 79 h 99"/>
              <a:gd name="T16" fmla="*/ 49 w 98"/>
              <a:gd name="T17" fmla="*/ 89 h 99"/>
              <a:gd name="T18" fmla="*/ 40 w 98"/>
              <a:gd name="T19" fmla="*/ 79 h 99"/>
              <a:gd name="T20" fmla="*/ 40 w 98"/>
              <a:gd name="T21" fmla="*/ 59 h 99"/>
              <a:gd name="T22" fmla="*/ 19 w 98"/>
              <a:gd name="T23" fmla="*/ 59 h 99"/>
              <a:gd name="T24" fmla="*/ 10 w 98"/>
              <a:gd name="T25" fmla="*/ 50 h 99"/>
              <a:gd name="T26" fmla="*/ 19 w 98"/>
              <a:gd name="T27" fmla="*/ 40 h 99"/>
              <a:gd name="T28" fmla="*/ 40 w 98"/>
              <a:gd name="T29" fmla="*/ 40 h 99"/>
              <a:gd name="T30" fmla="*/ 40 w 98"/>
              <a:gd name="T31" fmla="*/ 20 h 99"/>
              <a:gd name="T32" fmla="*/ 49 w 98"/>
              <a:gd name="T33" fmla="*/ 11 h 99"/>
              <a:gd name="T34" fmla="*/ 58 w 98"/>
              <a:gd name="T35" fmla="*/ 20 h 99"/>
              <a:gd name="T36" fmla="*/ 58 w 98"/>
              <a:gd name="T37" fmla="*/ 40 h 99"/>
              <a:gd name="T38" fmla="*/ 79 w 98"/>
              <a:gd name="T39" fmla="*/ 40 h 99"/>
              <a:gd name="T40" fmla="*/ 88 w 98"/>
              <a:gd name="T41" fmla="*/ 50 h 99"/>
              <a:gd name="T42" fmla="*/ 79 w 98"/>
              <a:gd name="T43" fmla="*/ 5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8" h="99">
                <a:moveTo>
                  <a:pt x="49" y="0"/>
                </a:moveTo>
                <a:cubicBezTo>
                  <a:pt x="22" y="0"/>
                  <a:pt x="0" y="22"/>
                  <a:pt x="0" y="50"/>
                </a:cubicBezTo>
                <a:cubicBezTo>
                  <a:pt x="0" y="77"/>
                  <a:pt x="22" y="99"/>
                  <a:pt x="49" y="99"/>
                </a:cubicBezTo>
                <a:cubicBezTo>
                  <a:pt x="76" y="99"/>
                  <a:pt x="98" y="77"/>
                  <a:pt x="98" y="50"/>
                </a:cubicBezTo>
                <a:cubicBezTo>
                  <a:pt x="98" y="22"/>
                  <a:pt x="76" y="0"/>
                  <a:pt x="49" y="0"/>
                </a:cubicBezTo>
                <a:close/>
                <a:moveTo>
                  <a:pt x="79" y="59"/>
                </a:moveTo>
                <a:cubicBezTo>
                  <a:pt x="58" y="59"/>
                  <a:pt x="58" y="59"/>
                  <a:pt x="58" y="59"/>
                </a:cubicBezTo>
                <a:cubicBezTo>
                  <a:pt x="58" y="79"/>
                  <a:pt x="58" y="79"/>
                  <a:pt x="58" y="79"/>
                </a:cubicBezTo>
                <a:cubicBezTo>
                  <a:pt x="58" y="84"/>
                  <a:pt x="54" y="89"/>
                  <a:pt x="49" y="89"/>
                </a:cubicBezTo>
                <a:cubicBezTo>
                  <a:pt x="44" y="89"/>
                  <a:pt x="40" y="84"/>
                  <a:pt x="40" y="79"/>
                </a:cubicBezTo>
                <a:cubicBezTo>
                  <a:pt x="40" y="59"/>
                  <a:pt x="40" y="59"/>
                  <a:pt x="40" y="59"/>
                </a:cubicBezTo>
                <a:cubicBezTo>
                  <a:pt x="19" y="59"/>
                  <a:pt x="19" y="59"/>
                  <a:pt x="19" y="59"/>
                </a:cubicBezTo>
                <a:cubicBezTo>
                  <a:pt x="14" y="59"/>
                  <a:pt x="10" y="55"/>
                  <a:pt x="10" y="50"/>
                </a:cubicBezTo>
                <a:cubicBezTo>
                  <a:pt x="10" y="44"/>
                  <a:pt x="14" y="40"/>
                  <a:pt x="19" y="40"/>
                </a:cubicBezTo>
                <a:cubicBezTo>
                  <a:pt x="40" y="40"/>
                  <a:pt x="40" y="40"/>
                  <a:pt x="40" y="40"/>
                </a:cubicBezTo>
                <a:cubicBezTo>
                  <a:pt x="40" y="20"/>
                  <a:pt x="40" y="20"/>
                  <a:pt x="40" y="20"/>
                </a:cubicBezTo>
                <a:cubicBezTo>
                  <a:pt x="40" y="15"/>
                  <a:pt x="44" y="11"/>
                  <a:pt x="49" y="11"/>
                </a:cubicBezTo>
                <a:cubicBezTo>
                  <a:pt x="54" y="11"/>
                  <a:pt x="58" y="15"/>
                  <a:pt x="58" y="20"/>
                </a:cubicBezTo>
                <a:cubicBezTo>
                  <a:pt x="58" y="40"/>
                  <a:pt x="58" y="40"/>
                  <a:pt x="58" y="40"/>
                </a:cubicBezTo>
                <a:cubicBezTo>
                  <a:pt x="79" y="40"/>
                  <a:pt x="79" y="40"/>
                  <a:pt x="79" y="40"/>
                </a:cubicBezTo>
                <a:cubicBezTo>
                  <a:pt x="84" y="40"/>
                  <a:pt x="88" y="44"/>
                  <a:pt x="88" y="50"/>
                </a:cubicBezTo>
                <a:cubicBezTo>
                  <a:pt x="88" y="55"/>
                  <a:pt x="84" y="59"/>
                  <a:pt x="79" y="59"/>
                </a:cubicBezTo>
                <a:close/>
              </a:path>
            </a:pathLst>
          </a:custGeom>
          <a:solidFill>
            <a:srgbClr val="B3CB3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3" name="文本框 32"/>
          <p:cNvSpPr txBox="1"/>
          <p:nvPr/>
        </p:nvSpPr>
        <p:spPr>
          <a:xfrm>
            <a:off x="5370566" y="5653455"/>
            <a:ext cx="2856518" cy="830997"/>
          </a:xfrm>
          <a:prstGeom prst="rect">
            <a:avLst/>
          </a:prstGeom>
          <a:noFill/>
        </p:spPr>
        <p:txBody>
          <a:bodyPr wrap="square" rtlCol="0">
            <a:spAutoFit/>
          </a:bodyPr>
          <a:lstStyle/>
          <a:p>
            <a:pPr>
              <a:lnSpc>
                <a:spcPct val="120000"/>
              </a:lnSpc>
            </a:pPr>
            <a:r>
              <a:rPr lang="zh-CN" altLang="en-US" sz="2400" b="1" dirty="0">
                <a:solidFill>
                  <a:srgbClr val="B3CB31"/>
                </a:solidFill>
              </a:rPr>
              <a:t>添加标题</a:t>
            </a:r>
            <a:endParaRPr lang="en-US" altLang="zh-CN" sz="2400" b="1" dirty="0">
              <a:solidFill>
                <a:srgbClr val="B3CB31"/>
              </a:solidFill>
            </a:endParaRPr>
          </a:p>
          <a:p>
            <a:pPr>
              <a:lnSpc>
                <a:spcPct val="120000"/>
              </a:lnSpc>
            </a:pPr>
            <a:r>
              <a:rPr lang="zh-CN" altLang="en-US" sz="1600" dirty="0">
                <a:solidFill>
                  <a:schemeClr val="tx1">
                    <a:lumMod val="65000"/>
                    <a:lumOff val="35000"/>
                  </a:schemeClr>
                </a:solidFill>
              </a:rPr>
              <a:t>添加内容添加内容</a:t>
            </a:r>
          </a:p>
        </p:txBody>
      </p:sp>
      <p:sp>
        <p:nvSpPr>
          <p:cNvPr id="23"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五项并列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311881231"/>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组合 11"/>
          <p:cNvGrpSpPr/>
          <p:nvPr/>
        </p:nvGrpSpPr>
        <p:grpSpPr>
          <a:xfrm>
            <a:off x="4206240" y="1768814"/>
            <a:ext cx="3779520" cy="5786169"/>
            <a:chOff x="4656000" y="2298045"/>
            <a:chExt cx="2880000" cy="4409072"/>
          </a:xfrm>
        </p:grpSpPr>
        <p:sp>
          <p:nvSpPr>
            <p:cNvPr id="2" name="椭圆 1"/>
            <p:cNvSpPr/>
            <p:nvPr/>
          </p:nvSpPr>
          <p:spPr>
            <a:xfrm>
              <a:off x="4656000" y="2298045"/>
              <a:ext cx="2880000" cy="2880000"/>
            </a:xfrm>
            <a:prstGeom prst="ellipse">
              <a:avLst/>
            </a:prstGeom>
            <a:noFill/>
            <a:ln w="155575">
              <a:solidFill>
                <a:srgbClr val="29414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圆角矩形 2"/>
            <p:cNvSpPr/>
            <p:nvPr/>
          </p:nvSpPr>
          <p:spPr>
            <a:xfrm>
              <a:off x="5775960" y="5548877"/>
              <a:ext cx="640080" cy="1158240"/>
            </a:xfrm>
            <a:prstGeom prst="roundRect">
              <a:avLst>
                <a:gd name="adj" fmla="val 9524"/>
              </a:avLst>
            </a:prstGeom>
            <a:solidFill>
              <a:srgbClr val="29414F"/>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 name="矩形 3"/>
            <p:cNvSpPr/>
            <p:nvPr/>
          </p:nvSpPr>
          <p:spPr>
            <a:xfrm>
              <a:off x="5934000" y="5178045"/>
              <a:ext cx="324000" cy="442515"/>
            </a:xfrm>
            <a:prstGeom prst="rect">
              <a:avLst/>
            </a:prstGeom>
            <a:solidFill>
              <a:srgbClr val="29414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5" name="组合 4"/>
          <p:cNvGrpSpPr>
            <a:grpSpLocks noChangeAspect="1"/>
          </p:cNvGrpSpPr>
          <p:nvPr/>
        </p:nvGrpSpPr>
        <p:grpSpPr>
          <a:xfrm flipH="1">
            <a:off x="4315607" y="1877475"/>
            <a:ext cx="3565507" cy="3566920"/>
            <a:chOff x="4090279" y="2220971"/>
            <a:chExt cx="4011443" cy="4013039"/>
          </a:xfrm>
        </p:grpSpPr>
        <p:sp>
          <p:nvSpPr>
            <p:cNvPr id="6" name="Freeform 28"/>
            <p:cNvSpPr>
              <a:spLocks/>
            </p:cNvSpPr>
            <p:nvPr/>
          </p:nvSpPr>
          <p:spPr bwMode="auto">
            <a:xfrm>
              <a:off x="4090279" y="2450835"/>
              <a:ext cx="2006520" cy="2116663"/>
            </a:xfrm>
            <a:custGeom>
              <a:avLst/>
              <a:gdLst>
                <a:gd name="T0" fmla="*/ 1063 w 1063"/>
                <a:gd name="T1" fmla="*/ 360 h 1121"/>
                <a:gd name="T2" fmla="*/ 568 w 1063"/>
                <a:gd name="T3" fmla="*/ 0 h 1121"/>
                <a:gd name="T4" fmla="*/ 0 w 1063"/>
                <a:gd name="T5" fmla="*/ 941 h 1121"/>
                <a:gd name="T6" fmla="*/ 15 w 1063"/>
                <a:gd name="T7" fmla="*/ 1121 h 1121"/>
                <a:gd name="T8" fmla="*/ 510 w 1063"/>
                <a:gd name="T9" fmla="*/ 761 h 1121"/>
                <a:gd name="T10" fmla="*/ 1063 w 1063"/>
                <a:gd name="T11" fmla="*/ 360 h 1121"/>
              </a:gdLst>
              <a:ahLst/>
              <a:cxnLst>
                <a:cxn ang="0">
                  <a:pos x="T0" y="T1"/>
                </a:cxn>
                <a:cxn ang="0">
                  <a:pos x="T2" y="T3"/>
                </a:cxn>
                <a:cxn ang="0">
                  <a:pos x="T4" y="T5"/>
                </a:cxn>
                <a:cxn ang="0">
                  <a:pos x="T6" y="T7"/>
                </a:cxn>
                <a:cxn ang="0">
                  <a:pos x="T8" y="T9"/>
                </a:cxn>
                <a:cxn ang="0">
                  <a:pos x="T10" y="T11"/>
                </a:cxn>
              </a:cxnLst>
              <a:rect l="0" t="0" r="r" b="b"/>
              <a:pathLst>
                <a:path w="1063" h="1121">
                  <a:moveTo>
                    <a:pt x="1063" y="360"/>
                  </a:moveTo>
                  <a:cubicBezTo>
                    <a:pt x="568" y="0"/>
                    <a:pt x="568" y="0"/>
                    <a:pt x="568" y="0"/>
                  </a:cubicBezTo>
                  <a:cubicBezTo>
                    <a:pt x="230" y="178"/>
                    <a:pt x="0" y="533"/>
                    <a:pt x="0" y="941"/>
                  </a:cubicBezTo>
                  <a:cubicBezTo>
                    <a:pt x="0" y="1002"/>
                    <a:pt x="5" y="1062"/>
                    <a:pt x="15" y="1121"/>
                  </a:cubicBezTo>
                  <a:cubicBezTo>
                    <a:pt x="510" y="761"/>
                    <a:pt x="510" y="761"/>
                    <a:pt x="510" y="761"/>
                  </a:cubicBezTo>
                  <a:cubicBezTo>
                    <a:pt x="1063" y="360"/>
                    <a:pt x="1063" y="360"/>
                    <a:pt x="1063" y="360"/>
                  </a:cubicBezTo>
                </a:path>
              </a:pathLst>
            </a:custGeom>
            <a:solidFill>
              <a:srgbClr val="DA4D3C"/>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7" name="Freeform 29"/>
            <p:cNvSpPr>
              <a:spLocks/>
            </p:cNvSpPr>
            <p:nvPr/>
          </p:nvSpPr>
          <p:spPr bwMode="auto">
            <a:xfrm>
              <a:off x="5162179" y="2220971"/>
              <a:ext cx="2333757" cy="1666513"/>
            </a:xfrm>
            <a:custGeom>
              <a:avLst/>
              <a:gdLst>
                <a:gd name="T0" fmla="*/ 1048 w 1236"/>
                <a:gd name="T1" fmla="*/ 883 h 883"/>
                <a:gd name="T2" fmla="*/ 1236 w 1236"/>
                <a:gd name="T3" fmla="*/ 302 h 883"/>
                <a:gd name="T4" fmla="*/ 495 w 1236"/>
                <a:gd name="T5" fmla="*/ 0 h 883"/>
                <a:gd name="T6" fmla="*/ 0 w 1236"/>
                <a:gd name="T7" fmla="*/ 122 h 883"/>
                <a:gd name="T8" fmla="*/ 495 w 1236"/>
                <a:gd name="T9" fmla="*/ 482 h 883"/>
                <a:gd name="T10" fmla="*/ 1048 w 1236"/>
                <a:gd name="T11" fmla="*/ 883 h 883"/>
              </a:gdLst>
              <a:ahLst/>
              <a:cxnLst>
                <a:cxn ang="0">
                  <a:pos x="T0" y="T1"/>
                </a:cxn>
                <a:cxn ang="0">
                  <a:pos x="T2" y="T3"/>
                </a:cxn>
                <a:cxn ang="0">
                  <a:pos x="T4" y="T5"/>
                </a:cxn>
                <a:cxn ang="0">
                  <a:pos x="T6" y="T7"/>
                </a:cxn>
                <a:cxn ang="0">
                  <a:pos x="T8" y="T9"/>
                </a:cxn>
                <a:cxn ang="0">
                  <a:pos x="T10" y="T11"/>
                </a:cxn>
              </a:cxnLst>
              <a:rect l="0" t="0" r="r" b="b"/>
              <a:pathLst>
                <a:path w="1236" h="883">
                  <a:moveTo>
                    <a:pt x="1048" y="883"/>
                  </a:moveTo>
                  <a:cubicBezTo>
                    <a:pt x="1236" y="302"/>
                    <a:pt x="1236" y="302"/>
                    <a:pt x="1236" y="302"/>
                  </a:cubicBezTo>
                  <a:cubicBezTo>
                    <a:pt x="1045" y="115"/>
                    <a:pt x="783" y="0"/>
                    <a:pt x="495" y="0"/>
                  </a:cubicBezTo>
                  <a:cubicBezTo>
                    <a:pt x="316" y="0"/>
                    <a:pt x="148" y="45"/>
                    <a:pt x="0" y="122"/>
                  </a:cubicBezTo>
                  <a:cubicBezTo>
                    <a:pt x="495" y="482"/>
                    <a:pt x="495" y="482"/>
                    <a:pt x="495" y="482"/>
                  </a:cubicBezTo>
                  <a:cubicBezTo>
                    <a:pt x="1048" y="883"/>
                    <a:pt x="1048" y="883"/>
                    <a:pt x="1048" y="883"/>
                  </a:cubicBezTo>
                </a:path>
              </a:pathLst>
            </a:custGeom>
            <a:solidFill>
              <a:srgbClr val="3A8FCB"/>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8" name="Freeform 30"/>
            <p:cNvSpPr>
              <a:spLocks/>
            </p:cNvSpPr>
            <p:nvPr/>
          </p:nvSpPr>
          <p:spPr bwMode="auto">
            <a:xfrm>
              <a:off x="6740896" y="2790842"/>
              <a:ext cx="1360826" cy="2324179"/>
            </a:xfrm>
            <a:custGeom>
              <a:avLst/>
              <a:gdLst>
                <a:gd name="T0" fmla="*/ 400 w 721"/>
                <a:gd name="T1" fmla="*/ 0 h 1231"/>
                <a:gd name="T2" fmla="*/ 212 w 721"/>
                <a:gd name="T3" fmla="*/ 581 h 1231"/>
                <a:gd name="T4" fmla="*/ 0 w 721"/>
                <a:gd name="T5" fmla="*/ 1231 h 1231"/>
                <a:gd name="T6" fmla="*/ 612 w 721"/>
                <a:gd name="T7" fmla="*/ 1231 h 1231"/>
                <a:gd name="T8" fmla="*/ 721 w 721"/>
                <a:gd name="T9" fmla="*/ 761 h 1231"/>
                <a:gd name="T10" fmla="*/ 400 w 721"/>
                <a:gd name="T11" fmla="*/ 0 h 1231"/>
              </a:gdLst>
              <a:ahLst/>
              <a:cxnLst>
                <a:cxn ang="0">
                  <a:pos x="T0" y="T1"/>
                </a:cxn>
                <a:cxn ang="0">
                  <a:pos x="T2" y="T3"/>
                </a:cxn>
                <a:cxn ang="0">
                  <a:pos x="T4" y="T5"/>
                </a:cxn>
                <a:cxn ang="0">
                  <a:pos x="T6" y="T7"/>
                </a:cxn>
                <a:cxn ang="0">
                  <a:pos x="T8" y="T9"/>
                </a:cxn>
                <a:cxn ang="0">
                  <a:pos x="T10" y="T11"/>
                </a:cxn>
              </a:cxnLst>
              <a:rect l="0" t="0" r="r" b="b"/>
              <a:pathLst>
                <a:path w="721" h="1231">
                  <a:moveTo>
                    <a:pt x="400" y="0"/>
                  </a:moveTo>
                  <a:cubicBezTo>
                    <a:pt x="212" y="581"/>
                    <a:pt x="212" y="581"/>
                    <a:pt x="212" y="581"/>
                  </a:cubicBezTo>
                  <a:cubicBezTo>
                    <a:pt x="0" y="1231"/>
                    <a:pt x="0" y="1231"/>
                    <a:pt x="0" y="1231"/>
                  </a:cubicBezTo>
                  <a:cubicBezTo>
                    <a:pt x="612" y="1231"/>
                    <a:pt x="612" y="1231"/>
                    <a:pt x="612" y="1231"/>
                  </a:cubicBezTo>
                  <a:cubicBezTo>
                    <a:pt x="682" y="1090"/>
                    <a:pt x="721" y="930"/>
                    <a:pt x="721" y="761"/>
                  </a:cubicBezTo>
                  <a:cubicBezTo>
                    <a:pt x="721" y="463"/>
                    <a:pt x="598" y="193"/>
                    <a:pt x="400" y="0"/>
                  </a:cubicBezTo>
                </a:path>
              </a:pathLst>
            </a:custGeom>
            <a:solidFill>
              <a:srgbClr val="4BB56D"/>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9" name="Freeform 31"/>
            <p:cNvSpPr>
              <a:spLocks/>
            </p:cNvSpPr>
            <p:nvPr/>
          </p:nvSpPr>
          <p:spPr bwMode="auto">
            <a:xfrm>
              <a:off x="4118214" y="3887484"/>
              <a:ext cx="1689659" cy="2325775"/>
            </a:xfrm>
            <a:custGeom>
              <a:avLst/>
              <a:gdLst>
                <a:gd name="T0" fmla="*/ 706 w 895"/>
                <a:gd name="T1" fmla="*/ 650 h 1232"/>
                <a:gd name="T2" fmla="*/ 495 w 895"/>
                <a:gd name="T3" fmla="*/ 0 h 1232"/>
                <a:gd name="T4" fmla="*/ 0 w 895"/>
                <a:gd name="T5" fmla="*/ 360 h 1232"/>
                <a:gd name="T6" fmla="*/ 895 w 895"/>
                <a:gd name="T7" fmla="*/ 1232 h 1232"/>
                <a:gd name="T8" fmla="*/ 706 w 895"/>
                <a:gd name="T9" fmla="*/ 650 h 1232"/>
                <a:gd name="T10" fmla="*/ 706 w 895"/>
                <a:gd name="T11" fmla="*/ 650 h 1232"/>
              </a:gdLst>
              <a:ahLst/>
              <a:cxnLst>
                <a:cxn ang="0">
                  <a:pos x="T0" y="T1"/>
                </a:cxn>
                <a:cxn ang="0">
                  <a:pos x="T2" y="T3"/>
                </a:cxn>
                <a:cxn ang="0">
                  <a:pos x="T4" y="T5"/>
                </a:cxn>
                <a:cxn ang="0">
                  <a:pos x="T6" y="T7"/>
                </a:cxn>
                <a:cxn ang="0">
                  <a:pos x="T8" y="T9"/>
                </a:cxn>
                <a:cxn ang="0">
                  <a:pos x="T10" y="T11"/>
                </a:cxn>
              </a:cxnLst>
              <a:rect l="0" t="0" r="r" b="b"/>
              <a:pathLst>
                <a:path w="895" h="1232">
                  <a:moveTo>
                    <a:pt x="706" y="650"/>
                  </a:moveTo>
                  <a:cubicBezTo>
                    <a:pt x="495" y="0"/>
                    <a:pt x="495" y="0"/>
                    <a:pt x="495" y="0"/>
                  </a:cubicBezTo>
                  <a:cubicBezTo>
                    <a:pt x="0" y="360"/>
                    <a:pt x="0" y="360"/>
                    <a:pt x="0" y="360"/>
                  </a:cubicBezTo>
                  <a:cubicBezTo>
                    <a:pt x="77" y="812"/>
                    <a:pt x="439" y="1166"/>
                    <a:pt x="895" y="1232"/>
                  </a:cubicBezTo>
                  <a:cubicBezTo>
                    <a:pt x="706" y="650"/>
                    <a:pt x="706" y="650"/>
                    <a:pt x="706" y="650"/>
                  </a:cubicBezTo>
                  <a:cubicBezTo>
                    <a:pt x="706" y="650"/>
                    <a:pt x="706" y="650"/>
                    <a:pt x="706" y="650"/>
                  </a:cubicBezTo>
                </a:path>
              </a:pathLst>
            </a:custGeom>
            <a:solidFill>
              <a:srgbClr val="E7BE22"/>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32"/>
            <p:cNvSpPr>
              <a:spLocks/>
            </p:cNvSpPr>
            <p:nvPr/>
          </p:nvSpPr>
          <p:spPr bwMode="auto">
            <a:xfrm>
              <a:off x="5451105" y="5115020"/>
              <a:ext cx="2444697" cy="1118990"/>
            </a:xfrm>
            <a:custGeom>
              <a:avLst/>
              <a:gdLst>
                <a:gd name="T0" fmla="*/ 0 w 1295"/>
                <a:gd name="T1" fmla="*/ 0 h 593"/>
                <a:gd name="T2" fmla="*/ 0 w 1295"/>
                <a:gd name="T3" fmla="*/ 0 h 593"/>
                <a:gd name="T4" fmla="*/ 189 w 1295"/>
                <a:gd name="T5" fmla="*/ 582 h 593"/>
                <a:gd name="T6" fmla="*/ 342 w 1295"/>
                <a:gd name="T7" fmla="*/ 593 h 593"/>
                <a:gd name="T8" fmla="*/ 1295 w 1295"/>
                <a:gd name="T9" fmla="*/ 0 h 593"/>
                <a:gd name="T10" fmla="*/ 683 w 1295"/>
                <a:gd name="T11" fmla="*/ 0 h 593"/>
                <a:gd name="T12" fmla="*/ 0 w 1295"/>
                <a:gd name="T13" fmla="*/ 0 h 593"/>
              </a:gdLst>
              <a:ahLst/>
              <a:cxnLst>
                <a:cxn ang="0">
                  <a:pos x="T0" y="T1"/>
                </a:cxn>
                <a:cxn ang="0">
                  <a:pos x="T2" y="T3"/>
                </a:cxn>
                <a:cxn ang="0">
                  <a:pos x="T4" y="T5"/>
                </a:cxn>
                <a:cxn ang="0">
                  <a:pos x="T6" y="T7"/>
                </a:cxn>
                <a:cxn ang="0">
                  <a:pos x="T8" y="T9"/>
                </a:cxn>
                <a:cxn ang="0">
                  <a:pos x="T10" y="T11"/>
                </a:cxn>
                <a:cxn ang="0">
                  <a:pos x="T12" y="T13"/>
                </a:cxn>
              </a:cxnLst>
              <a:rect l="0" t="0" r="r" b="b"/>
              <a:pathLst>
                <a:path w="1295" h="593">
                  <a:moveTo>
                    <a:pt x="0" y="0"/>
                  </a:moveTo>
                  <a:cubicBezTo>
                    <a:pt x="0" y="0"/>
                    <a:pt x="0" y="0"/>
                    <a:pt x="0" y="0"/>
                  </a:cubicBezTo>
                  <a:cubicBezTo>
                    <a:pt x="189" y="582"/>
                    <a:pt x="189" y="582"/>
                    <a:pt x="189" y="582"/>
                  </a:cubicBezTo>
                  <a:cubicBezTo>
                    <a:pt x="239" y="589"/>
                    <a:pt x="290" y="593"/>
                    <a:pt x="342" y="593"/>
                  </a:cubicBezTo>
                  <a:cubicBezTo>
                    <a:pt x="760" y="593"/>
                    <a:pt x="1121" y="351"/>
                    <a:pt x="1295" y="0"/>
                  </a:cubicBezTo>
                  <a:cubicBezTo>
                    <a:pt x="683" y="0"/>
                    <a:pt x="683" y="0"/>
                    <a:pt x="683" y="0"/>
                  </a:cubicBezTo>
                  <a:cubicBezTo>
                    <a:pt x="0" y="0"/>
                    <a:pt x="0" y="0"/>
                    <a:pt x="0" y="0"/>
                  </a:cubicBezTo>
                </a:path>
              </a:pathLst>
            </a:custGeom>
            <a:solidFill>
              <a:srgbClr val="219980"/>
            </a:solidFill>
            <a:ln>
              <a:noFill/>
            </a:ln>
            <a:effectLst/>
          </p:spPr>
          <p:txBody>
            <a:bodyPr vert="horz" wrap="square" lIns="91440" tIns="45720" rIns="91440" bIns="45720" numCol="1" anchor="t" anchorCtr="0" compatLnSpc="1">
              <a:prstTxWarp prst="textNoShape">
                <a:avLst/>
              </a:prstTxWarp>
            </a:bodyPr>
            <a:lstStyle/>
            <a:p>
              <a:endParaRPr lang="zh-CN" altLang="en-US"/>
            </a:p>
          </p:txBody>
        </p:sp>
      </p:grpSp>
      <p:sp>
        <p:nvSpPr>
          <p:cNvPr id="33" name="文本框 32"/>
          <p:cNvSpPr txBox="1"/>
          <p:nvPr/>
        </p:nvSpPr>
        <p:spPr>
          <a:xfrm>
            <a:off x="4667741" y="857557"/>
            <a:ext cx="2856518" cy="830997"/>
          </a:xfrm>
          <a:prstGeom prst="rect">
            <a:avLst/>
          </a:prstGeom>
          <a:noFill/>
        </p:spPr>
        <p:txBody>
          <a:bodyPr wrap="square" rtlCol="0">
            <a:spAutoFit/>
          </a:bodyPr>
          <a:lstStyle/>
          <a:p>
            <a:pPr algn="ctr">
              <a:lnSpc>
                <a:spcPct val="120000"/>
              </a:lnSpc>
            </a:pPr>
            <a:r>
              <a:rPr lang="zh-CN" altLang="en-US" sz="2400" b="1" dirty="0">
                <a:solidFill>
                  <a:srgbClr val="3A8FCB"/>
                </a:solidFill>
              </a:rPr>
              <a:t>添加标题</a:t>
            </a:r>
            <a:endParaRPr lang="en-US" altLang="zh-CN" sz="2400" b="1" dirty="0">
              <a:solidFill>
                <a:srgbClr val="3A8FCB"/>
              </a:solidFill>
            </a:endParaRPr>
          </a:p>
          <a:p>
            <a:pPr algn="ctr">
              <a:lnSpc>
                <a:spcPct val="120000"/>
              </a:lnSpc>
            </a:pPr>
            <a:r>
              <a:rPr lang="zh-CN" altLang="en-US" sz="1600" dirty="0">
                <a:solidFill>
                  <a:schemeClr val="tx1">
                    <a:lumMod val="65000"/>
                    <a:lumOff val="35000"/>
                  </a:schemeClr>
                </a:solidFill>
              </a:rPr>
              <a:t>添加内容添加内容</a:t>
            </a:r>
          </a:p>
        </p:txBody>
      </p:sp>
      <p:sp>
        <p:nvSpPr>
          <p:cNvPr id="34" name="文本框 33"/>
          <p:cNvSpPr txBox="1"/>
          <p:nvPr/>
        </p:nvSpPr>
        <p:spPr>
          <a:xfrm>
            <a:off x="8065239" y="4005686"/>
            <a:ext cx="2856518" cy="830997"/>
          </a:xfrm>
          <a:prstGeom prst="rect">
            <a:avLst/>
          </a:prstGeom>
          <a:noFill/>
        </p:spPr>
        <p:txBody>
          <a:bodyPr wrap="square" rtlCol="0">
            <a:spAutoFit/>
          </a:bodyPr>
          <a:lstStyle/>
          <a:p>
            <a:pPr>
              <a:lnSpc>
                <a:spcPct val="120000"/>
              </a:lnSpc>
            </a:pPr>
            <a:r>
              <a:rPr lang="zh-CN" altLang="en-US" sz="2400" b="1" dirty="0">
                <a:solidFill>
                  <a:srgbClr val="E7BE22"/>
                </a:solidFill>
              </a:rPr>
              <a:t>添加标题</a:t>
            </a:r>
            <a:endParaRPr lang="en-US" altLang="zh-CN" sz="2400" b="1" dirty="0">
              <a:solidFill>
                <a:srgbClr val="E7BE22"/>
              </a:solidFill>
            </a:endParaRPr>
          </a:p>
          <a:p>
            <a:pPr>
              <a:lnSpc>
                <a:spcPct val="120000"/>
              </a:lnSpc>
            </a:pPr>
            <a:r>
              <a:rPr lang="zh-CN" altLang="en-US" sz="1600" dirty="0">
                <a:solidFill>
                  <a:schemeClr val="tx1">
                    <a:lumMod val="65000"/>
                    <a:lumOff val="35000"/>
                  </a:schemeClr>
                </a:solidFill>
              </a:rPr>
              <a:t>添加内容添加内容</a:t>
            </a:r>
          </a:p>
        </p:txBody>
      </p:sp>
      <p:sp>
        <p:nvSpPr>
          <p:cNvPr id="35" name="文本框 34"/>
          <p:cNvSpPr txBox="1"/>
          <p:nvPr/>
        </p:nvSpPr>
        <p:spPr>
          <a:xfrm>
            <a:off x="1270244" y="2360112"/>
            <a:ext cx="2856518" cy="830997"/>
          </a:xfrm>
          <a:prstGeom prst="rect">
            <a:avLst/>
          </a:prstGeom>
          <a:noFill/>
        </p:spPr>
        <p:txBody>
          <a:bodyPr wrap="square" rtlCol="0">
            <a:spAutoFit/>
          </a:bodyPr>
          <a:lstStyle/>
          <a:p>
            <a:pPr algn="r">
              <a:lnSpc>
                <a:spcPct val="120000"/>
              </a:lnSpc>
            </a:pPr>
            <a:r>
              <a:rPr lang="zh-CN" altLang="en-US" sz="2400" b="1" dirty="0">
                <a:solidFill>
                  <a:srgbClr val="4BB56D"/>
                </a:solidFill>
              </a:rPr>
              <a:t>添加标题</a:t>
            </a:r>
            <a:endParaRPr lang="en-US" altLang="zh-CN" sz="2400" b="1" dirty="0">
              <a:solidFill>
                <a:srgbClr val="4BB56D"/>
              </a:solidFill>
            </a:endParaRPr>
          </a:p>
          <a:p>
            <a:pPr algn="r">
              <a:lnSpc>
                <a:spcPct val="120000"/>
              </a:lnSpc>
            </a:pPr>
            <a:r>
              <a:rPr lang="zh-CN" altLang="en-US" sz="1600" dirty="0">
                <a:solidFill>
                  <a:schemeClr val="tx1">
                    <a:lumMod val="65000"/>
                    <a:lumOff val="35000"/>
                  </a:schemeClr>
                </a:solidFill>
              </a:rPr>
              <a:t>添加内容添加内容</a:t>
            </a:r>
          </a:p>
        </p:txBody>
      </p:sp>
      <p:sp>
        <p:nvSpPr>
          <p:cNvPr id="36" name="文本框 35"/>
          <p:cNvSpPr txBox="1"/>
          <p:nvPr/>
        </p:nvSpPr>
        <p:spPr>
          <a:xfrm>
            <a:off x="8065239" y="2360112"/>
            <a:ext cx="2856518" cy="830997"/>
          </a:xfrm>
          <a:prstGeom prst="rect">
            <a:avLst/>
          </a:prstGeom>
          <a:noFill/>
        </p:spPr>
        <p:txBody>
          <a:bodyPr wrap="square" rtlCol="0">
            <a:spAutoFit/>
          </a:bodyPr>
          <a:lstStyle/>
          <a:p>
            <a:pPr>
              <a:lnSpc>
                <a:spcPct val="120000"/>
              </a:lnSpc>
            </a:pPr>
            <a:r>
              <a:rPr lang="zh-CN" altLang="en-US" sz="2400" b="1" dirty="0">
                <a:solidFill>
                  <a:srgbClr val="DA4D3C"/>
                </a:solidFill>
              </a:rPr>
              <a:t>添加标题</a:t>
            </a:r>
            <a:endParaRPr lang="en-US" altLang="zh-CN" sz="2400" b="1" dirty="0">
              <a:solidFill>
                <a:srgbClr val="DA4D3C"/>
              </a:solidFill>
            </a:endParaRPr>
          </a:p>
          <a:p>
            <a:pPr>
              <a:lnSpc>
                <a:spcPct val="120000"/>
              </a:lnSpc>
            </a:pPr>
            <a:r>
              <a:rPr lang="zh-CN" altLang="en-US" sz="1600" dirty="0">
                <a:solidFill>
                  <a:schemeClr val="tx1">
                    <a:lumMod val="65000"/>
                    <a:lumOff val="35000"/>
                  </a:schemeClr>
                </a:solidFill>
              </a:rPr>
              <a:t>添加内容添加内容</a:t>
            </a:r>
          </a:p>
        </p:txBody>
      </p:sp>
      <p:sp>
        <p:nvSpPr>
          <p:cNvPr id="37" name="文本框 36"/>
          <p:cNvSpPr txBox="1"/>
          <p:nvPr/>
        </p:nvSpPr>
        <p:spPr>
          <a:xfrm>
            <a:off x="1270244" y="4005686"/>
            <a:ext cx="2856518" cy="830997"/>
          </a:xfrm>
          <a:prstGeom prst="rect">
            <a:avLst/>
          </a:prstGeom>
          <a:noFill/>
        </p:spPr>
        <p:txBody>
          <a:bodyPr wrap="square" rtlCol="0">
            <a:spAutoFit/>
          </a:bodyPr>
          <a:lstStyle/>
          <a:p>
            <a:pPr algn="r">
              <a:lnSpc>
                <a:spcPct val="120000"/>
              </a:lnSpc>
            </a:pPr>
            <a:r>
              <a:rPr lang="zh-CN" altLang="en-US" sz="2400" b="1" dirty="0">
                <a:solidFill>
                  <a:srgbClr val="219980"/>
                </a:solidFill>
              </a:rPr>
              <a:t>添加标题</a:t>
            </a:r>
            <a:endParaRPr lang="en-US" altLang="zh-CN" sz="2400" b="1" dirty="0">
              <a:solidFill>
                <a:srgbClr val="219980"/>
              </a:solidFill>
            </a:endParaRPr>
          </a:p>
          <a:p>
            <a:pPr algn="r">
              <a:lnSpc>
                <a:spcPct val="120000"/>
              </a:lnSpc>
            </a:pPr>
            <a:r>
              <a:rPr lang="zh-CN" altLang="en-US" sz="1600" dirty="0">
                <a:solidFill>
                  <a:schemeClr val="tx1">
                    <a:lumMod val="65000"/>
                    <a:lumOff val="35000"/>
                  </a:schemeClr>
                </a:solidFill>
              </a:rPr>
              <a:t>添加内容添加内容</a:t>
            </a:r>
          </a:p>
        </p:txBody>
      </p:sp>
      <p:sp>
        <p:nvSpPr>
          <p:cNvPr id="41" name="Freeform 65"/>
          <p:cNvSpPr>
            <a:spLocks noEditPoints="1"/>
          </p:cNvSpPr>
          <p:nvPr/>
        </p:nvSpPr>
        <p:spPr bwMode="auto">
          <a:xfrm>
            <a:off x="5175225" y="2183951"/>
            <a:ext cx="598521" cy="605265"/>
          </a:xfrm>
          <a:custGeom>
            <a:avLst/>
            <a:gdLst>
              <a:gd name="T0" fmla="*/ 102 w 150"/>
              <a:gd name="T1" fmla="*/ 22 h 151"/>
              <a:gd name="T2" fmla="*/ 22 w 150"/>
              <a:gd name="T3" fmla="*/ 22 h 151"/>
              <a:gd name="T4" fmla="*/ 22 w 150"/>
              <a:gd name="T5" fmla="*/ 101 h 151"/>
              <a:gd name="T6" fmla="*/ 93 w 150"/>
              <a:gd name="T7" fmla="*/ 108 h 151"/>
              <a:gd name="T8" fmla="*/ 97 w 150"/>
              <a:gd name="T9" fmla="*/ 114 h 151"/>
              <a:gd name="T10" fmla="*/ 128 w 150"/>
              <a:gd name="T11" fmla="*/ 146 h 151"/>
              <a:gd name="T12" fmla="*/ 145 w 150"/>
              <a:gd name="T13" fmla="*/ 146 h 151"/>
              <a:gd name="T14" fmla="*/ 145 w 150"/>
              <a:gd name="T15" fmla="*/ 129 h 151"/>
              <a:gd name="T16" fmla="*/ 114 w 150"/>
              <a:gd name="T17" fmla="*/ 97 h 151"/>
              <a:gd name="T18" fmla="*/ 108 w 150"/>
              <a:gd name="T19" fmla="*/ 94 h 151"/>
              <a:gd name="T20" fmla="*/ 102 w 150"/>
              <a:gd name="T21" fmla="*/ 22 h 151"/>
              <a:gd name="T22" fmla="*/ 91 w 150"/>
              <a:gd name="T23" fmla="*/ 92 h 151"/>
              <a:gd name="T24" fmla="*/ 32 w 150"/>
              <a:gd name="T25" fmla="*/ 91 h 151"/>
              <a:gd name="T26" fmla="*/ 32 w 150"/>
              <a:gd name="T27" fmla="*/ 32 h 151"/>
              <a:gd name="T28" fmla="*/ 91 w 150"/>
              <a:gd name="T29" fmla="*/ 32 h 151"/>
              <a:gd name="T30" fmla="*/ 91 w 150"/>
              <a:gd name="T31" fmla="*/ 92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 h="151">
                <a:moveTo>
                  <a:pt x="102" y="22"/>
                </a:moveTo>
                <a:cubicBezTo>
                  <a:pt x="80" y="0"/>
                  <a:pt x="44" y="0"/>
                  <a:pt x="22" y="22"/>
                </a:cubicBezTo>
                <a:cubicBezTo>
                  <a:pt x="0" y="44"/>
                  <a:pt x="0" y="79"/>
                  <a:pt x="22" y="101"/>
                </a:cubicBezTo>
                <a:cubicBezTo>
                  <a:pt x="41" y="121"/>
                  <a:pt x="71" y="123"/>
                  <a:pt x="93" y="108"/>
                </a:cubicBezTo>
                <a:cubicBezTo>
                  <a:pt x="94" y="110"/>
                  <a:pt x="95" y="112"/>
                  <a:pt x="97" y="114"/>
                </a:cubicBezTo>
                <a:cubicBezTo>
                  <a:pt x="128" y="146"/>
                  <a:pt x="128" y="146"/>
                  <a:pt x="128" y="146"/>
                </a:cubicBezTo>
                <a:cubicBezTo>
                  <a:pt x="133" y="151"/>
                  <a:pt x="141" y="151"/>
                  <a:pt x="145" y="146"/>
                </a:cubicBezTo>
                <a:cubicBezTo>
                  <a:pt x="150" y="142"/>
                  <a:pt x="150" y="134"/>
                  <a:pt x="145" y="129"/>
                </a:cubicBezTo>
                <a:cubicBezTo>
                  <a:pt x="114" y="97"/>
                  <a:pt x="114" y="97"/>
                  <a:pt x="114" y="97"/>
                </a:cubicBezTo>
                <a:cubicBezTo>
                  <a:pt x="112" y="96"/>
                  <a:pt x="110" y="94"/>
                  <a:pt x="108" y="94"/>
                </a:cubicBezTo>
                <a:cubicBezTo>
                  <a:pt x="123" y="72"/>
                  <a:pt x="121" y="42"/>
                  <a:pt x="102" y="22"/>
                </a:cubicBezTo>
                <a:close/>
                <a:moveTo>
                  <a:pt x="91" y="92"/>
                </a:moveTo>
                <a:cubicBezTo>
                  <a:pt x="75" y="108"/>
                  <a:pt x="48" y="108"/>
                  <a:pt x="32" y="91"/>
                </a:cubicBezTo>
                <a:cubicBezTo>
                  <a:pt x="15" y="75"/>
                  <a:pt x="16" y="48"/>
                  <a:pt x="32" y="32"/>
                </a:cubicBezTo>
                <a:cubicBezTo>
                  <a:pt x="48" y="16"/>
                  <a:pt x="75" y="16"/>
                  <a:pt x="91" y="32"/>
                </a:cubicBezTo>
                <a:cubicBezTo>
                  <a:pt x="108" y="49"/>
                  <a:pt x="108" y="75"/>
                  <a:pt x="91" y="9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grpSp>
        <p:nvGrpSpPr>
          <p:cNvPr id="42" name="组合 41"/>
          <p:cNvGrpSpPr/>
          <p:nvPr/>
        </p:nvGrpSpPr>
        <p:grpSpPr>
          <a:xfrm>
            <a:off x="6998179" y="3963145"/>
            <a:ext cx="606952" cy="613695"/>
            <a:chOff x="9349366" y="2935970"/>
            <a:chExt cx="857717" cy="867247"/>
          </a:xfrm>
          <a:solidFill>
            <a:schemeClr val="bg1"/>
          </a:solidFill>
        </p:grpSpPr>
        <p:sp>
          <p:nvSpPr>
            <p:cNvPr id="43" name="Freeform 45"/>
            <p:cNvSpPr>
              <a:spLocks noEditPoints="1"/>
            </p:cNvSpPr>
            <p:nvPr/>
          </p:nvSpPr>
          <p:spPr bwMode="auto">
            <a:xfrm>
              <a:off x="9349366" y="2935970"/>
              <a:ext cx="857717" cy="867247"/>
            </a:xfrm>
            <a:custGeom>
              <a:avLst/>
              <a:gdLst>
                <a:gd name="T0" fmla="*/ 76 w 152"/>
                <a:gd name="T1" fmla="*/ 0 h 153"/>
                <a:gd name="T2" fmla="*/ 0 w 152"/>
                <a:gd name="T3" fmla="*/ 77 h 153"/>
                <a:gd name="T4" fmla="*/ 76 w 152"/>
                <a:gd name="T5" fmla="*/ 153 h 153"/>
                <a:gd name="T6" fmla="*/ 152 w 152"/>
                <a:gd name="T7" fmla="*/ 77 h 153"/>
                <a:gd name="T8" fmla="*/ 76 w 152"/>
                <a:gd name="T9" fmla="*/ 0 h 153"/>
                <a:gd name="T10" fmla="*/ 76 w 152"/>
                <a:gd name="T11" fmla="*/ 137 h 153"/>
                <a:gd name="T12" fmla="*/ 16 w 152"/>
                <a:gd name="T13" fmla="*/ 77 h 153"/>
                <a:gd name="T14" fmla="*/ 76 w 152"/>
                <a:gd name="T15" fmla="*/ 16 h 153"/>
                <a:gd name="T16" fmla="*/ 136 w 152"/>
                <a:gd name="T17" fmla="*/ 77 h 153"/>
                <a:gd name="T18" fmla="*/ 76 w 152"/>
                <a:gd name="T19" fmla="*/ 137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2" h="153">
                  <a:moveTo>
                    <a:pt x="76" y="0"/>
                  </a:moveTo>
                  <a:cubicBezTo>
                    <a:pt x="34" y="0"/>
                    <a:pt x="0" y="34"/>
                    <a:pt x="0" y="77"/>
                  </a:cubicBezTo>
                  <a:cubicBezTo>
                    <a:pt x="0" y="119"/>
                    <a:pt x="34" y="153"/>
                    <a:pt x="76" y="153"/>
                  </a:cubicBezTo>
                  <a:cubicBezTo>
                    <a:pt x="118" y="153"/>
                    <a:pt x="152" y="119"/>
                    <a:pt x="152" y="77"/>
                  </a:cubicBezTo>
                  <a:cubicBezTo>
                    <a:pt x="152" y="34"/>
                    <a:pt x="118" y="0"/>
                    <a:pt x="76" y="0"/>
                  </a:cubicBezTo>
                  <a:close/>
                  <a:moveTo>
                    <a:pt x="76" y="137"/>
                  </a:moveTo>
                  <a:cubicBezTo>
                    <a:pt x="43" y="137"/>
                    <a:pt x="16" y="110"/>
                    <a:pt x="16" y="77"/>
                  </a:cubicBezTo>
                  <a:cubicBezTo>
                    <a:pt x="16" y="43"/>
                    <a:pt x="43" y="16"/>
                    <a:pt x="76" y="16"/>
                  </a:cubicBezTo>
                  <a:cubicBezTo>
                    <a:pt x="109" y="16"/>
                    <a:pt x="136" y="43"/>
                    <a:pt x="136" y="77"/>
                  </a:cubicBezTo>
                  <a:cubicBezTo>
                    <a:pt x="136" y="110"/>
                    <a:pt x="109" y="137"/>
                    <a:pt x="76" y="1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44" name="Freeform 46"/>
            <p:cNvSpPr>
              <a:spLocks/>
            </p:cNvSpPr>
            <p:nvPr/>
          </p:nvSpPr>
          <p:spPr bwMode="auto">
            <a:xfrm>
              <a:off x="9704366" y="3326707"/>
              <a:ext cx="140570" cy="312114"/>
            </a:xfrm>
            <a:custGeom>
              <a:avLst/>
              <a:gdLst>
                <a:gd name="T0" fmla="*/ 21 w 25"/>
                <a:gd name="T1" fmla="*/ 0 h 55"/>
                <a:gd name="T2" fmla="*/ 5 w 25"/>
                <a:gd name="T3" fmla="*/ 0 h 55"/>
                <a:gd name="T4" fmla="*/ 0 w 25"/>
                <a:gd name="T5" fmla="*/ 5 h 55"/>
                <a:gd name="T6" fmla="*/ 0 w 25"/>
                <a:gd name="T7" fmla="*/ 51 h 55"/>
                <a:gd name="T8" fmla="*/ 5 w 25"/>
                <a:gd name="T9" fmla="*/ 55 h 55"/>
                <a:gd name="T10" fmla="*/ 21 w 25"/>
                <a:gd name="T11" fmla="*/ 55 h 55"/>
                <a:gd name="T12" fmla="*/ 25 w 25"/>
                <a:gd name="T13" fmla="*/ 51 h 55"/>
                <a:gd name="T14" fmla="*/ 25 w 25"/>
                <a:gd name="T15" fmla="*/ 5 h 55"/>
                <a:gd name="T16" fmla="*/ 21 w 25"/>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55">
                  <a:moveTo>
                    <a:pt x="21" y="0"/>
                  </a:moveTo>
                  <a:cubicBezTo>
                    <a:pt x="5" y="0"/>
                    <a:pt x="5" y="0"/>
                    <a:pt x="5" y="0"/>
                  </a:cubicBezTo>
                  <a:cubicBezTo>
                    <a:pt x="2" y="0"/>
                    <a:pt x="0" y="2"/>
                    <a:pt x="0" y="5"/>
                  </a:cubicBezTo>
                  <a:cubicBezTo>
                    <a:pt x="0" y="51"/>
                    <a:pt x="0" y="51"/>
                    <a:pt x="0" y="51"/>
                  </a:cubicBezTo>
                  <a:cubicBezTo>
                    <a:pt x="0" y="53"/>
                    <a:pt x="2" y="55"/>
                    <a:pt x="5" y="55"/>
                  </a:cubicBezTo>
                  <a:cubicBezTo>
                    <a:pt x="21" y="55"/>
                    <a:pt x="21" y="55"/>
                    <a:pt x="21" y="55"/>
                  </a:cubicBezTo>
                  <a:cubicBezTo>
                    <a:pt x="23" y="55"/>
                    <a:pt x="25" y="53"/>
                    <a:pt x="25" y="51"/>
                  </a:cubicBezTo>
                  <a:cubicBezTo>
                    <a:pt x="25" y="5"/>
                    <a:pt x="25" y="5"/>
                    <a:pt x="25" y="5"/>
                  </a:cubicBezTo>
                  <a:cubicBezTo>
                    <a:pt x="25" y="2"/>
                    <a:pt x="23" y="0"/>
                    <a:pt x="21"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45" name="Oval 47"/>
            <p:cNvSpPr>
              <a:spLocks noChangeArrowheads="1"/>
            </p:cNvSpPr>
            <p:nvPr/>
          </p:nvSpPr>
          <p:spPr bwMode="auto">
            <a:xfrm>
              <a:off x="9699601" y="3100365"/>
              <a:ext cx="157248" cy="152483"/>
            </a:xfrm>
            <a:prstGeom prst="ellipse">
              <a:avLst/>
            </a:prstGeom>
            <a:grp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grpSp>
      <p:grpSp>
        <p:nvGrpSpPr>
          <p:cNvPr id="46" name="组合 45"/>
          <p:cNvGrpSpPr/>
          <p:nvPr/>
        </p:nvGrpSpPr>
        <p:grpSpPr>
          <a:xfrm>
            <a:off x="4498636" y="3534907"/>
            <a:ext cx="738457" cy="735085"/>
            <a:chOff x="1901528" y="2850198"/>
            <a:chExt cx="1043555" cy="1038790"/>
          </a:xfrm>
          <a:solidFill>
            <a:schemeClr val="bg1"/>
          </a:solidFill>
        </p:grpSpPr>
        <p:sp>
          <p:nvSpPr>
            <p:cNvPr id="47" name="Freeform 55"/>
            <p:cNvSpPr>
              <a:spLocks noEditPoints="1"/>
            </p:cNvSpPr>
            <p:nvPr/>
          </p:nvSpPr>
          <p:spPr bwMode="auto">
            <a:xfrm>
              <a:off x="1901528" y="2850198"/>
              <a:ext cx="614697" cy="624227"/>
            </a:xfrm>
            <a:custGeom>
              <a:avLst/>
              <a:gdLst>
                <a:gd name="T0" fmla="*/ 12 w 109"/>
                <a:gd name="T1" fmla="*/ 67 h 110"/>
                <a:gd name="T2" fmla="*/ 16 w 109"/>
                <a:gd name="T3" fmla="*/ 76 h 110"/>
                <a:gd name="T4" fmla="*/ 11 w 109"/>
                <a:gd name="T5" fmla="*/ 82 h 110"/>
                <a:gd name="T6" fmla="*/ 11 w 109"/>
                <a:gd name="T7" fmla="*/ 89 h 110"/>
                <a:gd name="T8" fmla="*/ 20 w 109"/>
                <a:gd name="T9" fmla="*/ 98 h 110"/>
                <a:gd name="T10" fmla="*/ 26 w 109"/>
                <a:gd name="T11" fmla="*/ 98 h 110"/>
                <a:gd name="T12" fmla="*/ 32 w 109"/>
                <a:gd name="T13" fmla="*/ 93 h 110"/>
                <a:gd name="T14" fmla="*/ 42 w 109"/>
                <a:gd name="T15" fmla="*/ 97 h 110"/>
                <a:gd name="T16" fmla="*/ 43 w 109"/>
                <a:gd name="T17" fmla="*/ 105 h 110"/>
                <a:gd name="T18" fmla="*/ 48 w 109"/>
                <a:gd name="T19" fmla="*/ 110 h 110"/>
                <a:gd name="T20" fmla="*/ 60 w 109"/>
                <a:gd name="T21" fmla="*/ 110 h 110"/>
                <a:gd name="T22" fmla="*/ 65 w 109"/>
                <a:gd name="T23" fmla="*/ 105 h 110"/>
                <a:gd name="T24" fmla="*/ 66 w 109"/>
                <a:gd name="T25" fmla="*/ 98 h 110"/>
                <a:gd name="T26" fmla="*/ 77 w 109"/>
                <a:gd name="T27" fmla="*/ 93 h 110"/>
                <a:gd name="T28" fmla="*/ 83 w 109"/>
                <a:gd name="T29" fmla="*/ 98 h 110"/>
                <a:gd name="T30" fmla="*/ 89 w 109"/>
                <a:gd name="T31" fmla="*/ 98 h 110"/>
                <a:gd name="T32" fmla="*/ 98 w 109"/>
                <a:gd name="T33" fmla="*/ 89 h 110"/>
                <a:gd name="T34" fmla="*/ 98 w 109"/>
                <a:gd name="T35" fmla="*/ 83 h 110"/>
                <a:gd name="T36" fmla="*/ 93 w 109"/>
                <a:gd name="T37" fmla="*/ 77 h 110"/>
                <a:gd name="T38" fmla="*/ 98 w 109"/>
                <a:gd name="T39" fmla="*/ 66 h 110"/>
                <a:gd name="T40" fmla="*/ 105 w 109"/>
                <a:gd name="T41" fmla="*/ 65 h 110"/>
                <a:gd name="T42" fmla="*/ 109 w 109"/>
                <a:gd name="T43" fmla="*/ 60 h 110"/>
                <a:gd name="T44" fmla="*/ 109 w 109"/>
                <a:gd name="T45" fmla="*/ 49 h 110"/>
                <a:gd name="T46" fmla="*/ 105 w 109"/>
                <a:gd name="T47" fmla="*/ 44 h 110"/>
                <a:gd name="T48" fmla="*/ 98 w 109"/>
                <a:gd name="T49" fmla="*/ 43 h 110"/>
                <a:gd name="T50" fmla="*/ 94 w 109"/>
                <a:gd name="T51" fmla="*/ 32 h 110"/>
                <a:gd name="T52" fmla="*/ 98 w 109"/>
                <a:gd name="T53" fmla="*/ 27 h 110"/>
                <a:gd name="T54" fmla="*/ 98 w 109"/>
                <a:gd name="T55" fmla="*/ 20 h 110"/>
                <a:gd name="T56" fmla="*/ 89 w 109"/>
                <a:gd name="T57" fmla="*/ 12 h 110"/>
                <a:gd name="T58" fmla="*/ 83 w 109"/>
                <a:gd name="T59" fmla="*/ 12 h 110"/>
                <a:gd name="T60" fmla="*/ 77 w 109"/>
                <a:gd name="T61" fmla="*/ 16 h 110"/>
                <a:gd name="T62" fmla="*/ 66 w 109"/>
                <a:gd name="T63" fmla="*/ 11 h 110"/>
                <a:gd name="T64" fmla="*/ 66 w 109"/>
                <a:gd name="T65" fmla="*/ 4 h 110"/>
                <a:gd name="T66" fmla="*/ 61 w 109"/>
                <a:gd name="T67" fmla="*/ 0 h 110"/>
                <a:gd name="T68" fmla="*/ 49 w 109"/>
                <a:gd name="T69" fmla="*/ 0 h 110"/>
                <a:gd name="T70" fmla="*/ 44 w 109"/>
                <a:gd name="T71" fmla="*/ 4 h 110"/>
                <a:gd name="T72" fmla="*/ 43 w 109"/>
                <a:gd name="T73" fmla="*/ 11 h 110"/>
                <a:gd name="T74" fmla="*/ 32 w 109"/>
                <a:gd name="T75" fmla="*/ 16 h 110"/>
                <a:gd name="T76" fmla="*/ 26 w 109"/>
                <a:gd name="T77" fmla="*/ 12 h 110"/>
                <a:gd name="T78" fmla="*/ 20 w 109"/>
                <a:gd name="T79" fmla="*/ 12 h 110"/>
                <a:gd name="T80" fmla="*/ 11 w 109"/>
                <a:gd name="T81" fmla="*/ 20 h 110"/>
                <a:gd name="T82" fmla="*/ 11 w 109"/>
                <a:gd name="T83" fmla="*/ 27 h 110"/>
                <a:gd name="T84" fmla="*/ 16 w 109"/>
                <a:gd name="T85" fmla="*/ 33 h 110"/>
                <a:gd name="T86" fmla="*/ 11 w 109"/>
                <a:gd name="T87" fmla="*/ 43 h 110"/>
                <a:gd name="T88" fmla="*/ 4 w 109"/>
                <a:gd name="T89" fmla="*/ 44 h 110"/>
                <a:gd name="T90" fmla="*/ 0 w 109"/>
                <a:gd name="T91" fmla="*/ 49 h 110"/>
                <a:gd name="T92" fmla="*/ 0 w 109"/>
                <a:gd name="T93" fmla="*/ 61 h 110"/>
                <a:gd name="T94" fmla="*/ 4 w 109"/>
                <a:gd name="T95" fmla="*/ 66 h 110"/>
                <a:gd name="T96" fmla="*/ 12 w 109"/>
                <a:gd name="T97" fmla="*/ 67 h 110"/>
                <a:gd name="T98" fmla="*/ 55 w 109"/>
                <a:gd name="T99" fmla="*/ 35 h 110"/>
                <a:gd name="T100" fmla="*/ 74 w 109"/>
                <a:gd name="T101" fmla="*/ 54 h 110"/>
                <a:gd name="T102" fmla="*/ 55 w 109"/>
                <a:gd name="T103" fmla="*/ 74 h 110"/>
                <a:gd name="T104" fmla="*/ 35 w 109"/>
                <a:gd name="T105" fmla="*/ 54 h 110"/>
                <a:gd name="T106" fmla="*/ 55 w 109"/>
                <a:gd name="T107" fmla="*/ 3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9" h="110">
                  <a:moveTo>
                    <a:pt x="12" y="67"/>
                  </a:moveTo>
                  <a:cubicBezTo>
                    <a:pt x="13" y="70"/>
                    <a:pt x="14" y="73"/>
                    <a:pt x="16" y="76"/>
                  </a:cubicBezTo>
                  <a:cubicBezTo>
                    <a:pt x="11" y="82"/>
                    <a:pt x="11" y="82"/>
                    <a:pt x="11" y="82"/>
                  </a:cubicBezTo>
                  <a:cubicBezTo>
                    <a:pt x="9" y="84"/>
                    <a:pt x="10" y="87"/>
                    <a:pt x="11" y="89"/>
                  </a:cubicBezTo>
                  <a:cubicBezTo>
                    <a:pt x="20" y="98"/>
                    <a:pt x="20" y="98"/>
                    <a:pt x="20" y="98"/>
                  </a:cubicBezTo>
                  <a:cubicBezTo>
                    <a:pt x="22" y="99"/>
                    <a:pt x="24" y="99"/>
                    <a:pt x="26" y="98"/>
                  </a:cubicBezTo>
                  <a:cubicBezTo>
                    <a:pt x="32" y="93"/>
                    <a:pt x="32" y="93"/>
                    <a:pt x="32" y="93"/>
                  </a:cubicBezTo>
                  <a:cubicBezTo>
                    <a:pt x="36" y="95"/>
                    <a:pt x="39" y="96"/>
                    <a:pt x="42" y="97"/>
                  </a:cubicBezTo>
                  <a:cubicBezTo>
                    <a:pt x="43" y="105"/>
                    <a:pt x="43" y="105"/>
                    <a:pt x="43" y="105"/>
                  </a:cubicBezTo>
                  <a:cubicBezTo>
                    <a:pt x="44" y="108"/>
                    <a:pt x="46" y="110"/>
                    <a:pt x="48" y="110"/>
                  </a:cubicBezTo>
                  <a:cubicBezTo>
                    <a:pt x="60" y="110"/>
                    <a:pt x="60" y="110"/>
                    <a:pt x="60" y="110"/>
                  </a:cubicBezTo>
                  <a:cubicBezTo>
                    <a:pt x="63" y="110"/>
                    <a:pt x="65" y="108"/>
                    <a:pt x="65" y="105"/>
                  </a:cubicBezTo>
                  <a:cubicBezTo>
                    <a:pt x="66" y="98"/>
                    <a:pt x="66" y="98"/>
                    <a:pt x="66" y="98"/>
                  </a:cubicBezTo>
                  <a:cubicBezTo>
                    <a:pt x="70" y="97"/>
                    <a:pt x="73" y="95"/>
                    <a:pt x="77" y="93"/>
                  </a:cubicBezTo>
                  <a:cubicBezTo>
                    <a:pt x="83" y="98"/>
                    <a:pt x="83" y="98"/>
                    <a:pt x="83" y="98"/>
                  </a:cubicBezTo>
                  <a:cubicBezTo>
                    <a:pt x="85" y="100"/>
                    <a:pt x="87" y="99"/>
                    <a:pt x="89" y="98"/>
                  </a:cubicBezTo>
                  <a:cubicBezTo>
                    <a:pt x="98" y="89"/>
                    <a:pt x="98" y="89"/>
                    <a:pt x="98" y="89"/>
                  </a:cubicBezTo>
                  <a:cubicBezTo>
                    <a:pt x="99" y="87"/>
                    <a:pt x="100" y="85"/>
                    <a:pt x="98" y="83"/>
                  </a:cubicBezTo>
                  <a:cubicBezTo>
                    <a:pt x="93" y="77"/>
                    <a:pt x="93" y="77"/>
                    <a:pt x="93" y="77"/>
                  </a:cubicBezTo>
                  <a:cubicBezTo>
                    <a:pt x="95" y="73"/>
                    <a:pt x="97" y="70"/>
                    <a:pt x="98" y="66"/>
                  </a:cubicBezTo>
                  <a:cubicBezTo>
                    <a:pt x="105" y="65"/>
                    <a:pt x="105" y="65"/>
                    <a:pt x="105" y="65"/>
                  </a:cubicBezTo>
                  <a:cubicBezTo>
                    <a:pt x="107" y="65"/>
                    <a:pt x="109" y="63"/>
                    <a:pt x="109" y="60"/>
                  </a:cubicBezTo>
                  <a:cubicBezTo>
                    <a:pt x="109" y="49"/>
                    <a:pt x="109" y="49"/>
                    <a:pt x="109" y="49"/>
                  </a:cubicBezTo>
                  <a:cubicBezTo>
                    <a:pt x="109" y="46"/>
                    <a:pt x="107" y="44"/>
                    <a:pt x="105" y="44"/>
                  </a:cubicBezTo>
                  <a:cubicBezTo>
                    <a:pt x="98" y="43"/>
                    <a:pt x="98" y="43"/>
                    <a:pt x="98" y="43"/>
                  </a:cubicBezTo>
                  <a:cubicBezTo>
                    <a:pt x="97" y="39"/>
                    <a:pt x="95" y="36"/>
                    <a:pt x="94" y="32"/>
                  </a:cubicBezTo>
                  <a:cubicBezTo>
                    <a:pt x="98" y="27"/>
                    <a:pt x="98" y="27"/>
                    <a:pt x="98" y="27"/>
                  </a:cubicBezTo>
                  <a:cubicBezTo>
                    <a:pt x="100" y="25"/>
                    <a:pt x="99" y="22"/>
                    <a:pt x="98" y="20"/>
                  </a:cubicBezTo>
                  <a:cubicBezTo>
                    <a:pt x="89" y="12"/>
                    <a:pt x="89" y="12"/>
                    <a:pt x="89" y="12"/>
                  </a:cubicBezTo>
                  <a:cubicBezTo>
                    <a:pt x="87" y="10"/>
                    <a:pt x="85" y="10"/>
                    <a:pt x="83" y="12"/>
                  </a:cubicBezTo>
                  <a:cubicBezTo>
                    <a:pt x="77" y="16"/>
                    <a:pt x="77" y="16"/>
                    <a:pt x="77" y="16"/>
                  </a:cubicBezTo>
                  <a:cubicBezTo>
                    <a:pt x="74" y="14"/>
                    <a:pt x="70" y="12"/>
                    <a:pt x="66" y="11"/>
                  </a:cubicBezTo>
                  <a:cubicBezTo>
                    <a:pt x="66" y="4"/>
                    <a:pt x="66" y="4"/>
                    <a:pt x="66" y="4"/>
                  </a:cubicBezTo>
                  <a:cubicBezTo>
                    <a:pt x="65" y="2"/>
                    <a:pt x="63" y="0"/>
                    <a:pt x="61" y="0"/>
                  </a:cubicBezTo>
                  <a:cubicBezTo>
                    <a:pt x="49" y="0"/>
                    <a:pt x="49" y="0"/>
                    <a:pt x="49" y="0"/>
                  </a:cubicBezTo>
                  <a:cubicBezTo>
                    <a:pt x="46" y="0"/>
                    <a:pt x="44" y="2"/>
                    <a:pt x="44" y="4"/>
                  </a:cubicBezTo>
                  <a:cubicBezTo>
                    <a:pt x="43" y="11"/>
                    <a:pt x="43" y="11"/>
                    <a:pt x="43" y="11"/>
                  </a:cubicBezTo>
                  <a:cubicBezTo>
                    <a:pt x="39" y="12"/>
                    <a:pt x="35" y="14"/>
                    <a:pt x="32" y="16"/>
                  </a:cubicBezTo>
                  <a:cubicBezTo>
                    <a:pt x="26" y="12"/>
                    <a:pt x="26" y="12"/>
                    <a:pt x="26" y="12"/>
                  </a:cubicBezTo>
                  <a:cubicBezTo>
                    <a:pt x="24" y="10"/>
                    <a:pt x="22" y="10"/>
                    <a:pt x="20" y="12"/>
                  </a:cubicBezTo>
                  <a:cubicBezTo>
                    <a:pt x="11" y="20"/>
                    <a:pt x="11" y="20"/>
                    <a:pt x="11" y="20"/>
                  </a:cubicBezTo>
                  <a:cubicBezTo>
                    <a:pt x="10" y="22"/>
                    <a:pt x="9" y="25"/>
                    <a:pt x="11" y="27"/>
                  </a:cubicBezTo>
                  <a:cubicBezTo>
                    <a:pt x="16" y="33"/>
                    <a:pt x="16" y="33"/>
                    <a:pt x="16" y="33"/>
                  </a:cubicBezTo>
                  <a:cubicBezTo>
                    <a:pt x="14" y="36"/>
                    <a:pt x="12" y="40"/>
                    <a:pt x="11" y="43"/>
                  </a:cubicBezTo>
                  <a:cubicBezTo>
                    <a:pt x="4" y="44"/>
                    <a:pt x="4" y="44"/>
                    <a:pt x="4" y="44"/>
                  </a:cubicBezTo>
                  <a:cubicBezTo>
                    <a:pt x="2" y="44"/>
                    <a:pt x="0" y="47"/>
                    <a:pt x="0" y="49"/>
                  </a:cubicBezTo>
                  <a:cubicBezTo>
                    <a:pt x="0" y="61"/>
                    <a:pt x="0" y="61"/>
                    <a:pt x="0" y="61"/>
                  </a:cubicBezTo>
                  <a:cubicBezTo>
                    <a:pt x="0" y="63"/>
                    <a:pt x="2" y="66"/>
                    <a:pt x="4" y="66"/>
                  </a:cubicBezTo>
                  <a:lnTo>
                    <a:pt x="12" y="67"/>
                  </a:lnTo>
                  <a:close/>
                  <a:moveTo>
                    <a:pt x="55" y="35"/>
                  </a:moveTo>
                  <a:cubicBezTo>
                    <a:pt x="66" y="35"/>
                    <a:pt x="74" y="44"/>
                    <a:pt x="74" y="54"/>
                  </a:cubicBezTo>
                  <a:cubicBezTo>
                    <a:pt x="74" y="65"/>
                    <a:pt x="66" y="74"/>
                    <a:pt x="55" y="74"/>
                  </a:cubicBezTo>
                  <a:cubicBezTo>
                    <a:pt x="44" y="74"/>
                    <a:pt x="35" y="65"/>
                    <a:pt x="35" y="54"/>
                  </a:cubicBezTo>
                  <a:cubicBezTo>
                    <a:pt x="35" y="44"/>
                    <a:pt x="44" y="35"/>
                    <a:pt x="55" y="35"/>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48" name="Freeform 56"/>
            <p:cNvSpPr>
              <a:spLocks noEditPoints="1"/>
            </p:cNvSpPr>
            <p:nvPr/>
          </p:nvSpPr>
          <p:spPr bwMode="auto">
            <a:xfrm>
              <a:off x="2430453" y="3169459"/>
              <a:ext cx="514630" cy="514630"/>
            </a:xfrm>
            <a:custGeom>
              <a:avLst/>
              <a:gdLst>
                <a:gd name="T0" fmla="*/ 78 w 91"/>
                <a:gd name="T1" fmla="*/ 14 h 91"/>
                <a:gd name="T2" fmla="*/ 72 w 91"/>
                <a:gd name="T3" fmla="*/ 8 h 91"/>
                <a:gd name="T4" fmla="*/ 65 w 91"/>
                <a:gd name="T5" fmla="*/ 9 h 91"/>
                <a:gd name="T6" fmla="*/ 62 w 91"/>
                <a:gd name="T7" fmla="*/ 12 h 91"/>
                <a:gd name="T8" fmla="*/ 52 w 91"/>
                <a:gd name="T9" fmla="*/ 9 h 91"/>
                <a:gd name="T10" fmla="*/ 51 w 91"/>
                <a:gd name="T11" fmla="*/ 4 h 91"/>
                <a:gd name="T12" fmla="*/ 46 w 91"/>
                <a:gd name="T13" fmla="*/ 0 h 91"/>
                <a:gd name="T14" fmla="*/ 38 w 91"/>
                <a:gd name="T15" fmla="*/ 1 h 91"/>
                <a:gd name="T16" fmla="*/ 33 w 91"/>
                <a:gd name="T17" fmla="*/ 6 h 91"/>
                <a:gd name="T18" fmla="*/ 33 w 91"/>
                <a:gd name="T19" fmla="*/ 10 h 91"/>
                <a:gd name="T20" fmla="*/ 24 w 91"/>
                <a:gd name="T21" fmla="*/ 15 h 91"/>
                <a:gd name="T22" fmla="*/ 20 w 91"/>
                <a:gd name="T23" fmla="*/ 12 h 91"/>
                <a:gd name="T24" fmla="*/ 14 w 91"/>
                <a:gd name="T25" fmla="*/ 13 h 91"/>
                <a:gd name="T26" fmla="*/ 9 w 91"/>
                <a:gd name="T27" fmla="*/ 20 h 91"/>
                <a:gd name="T28" fmla="*/ 9 w 91"/>
                <a:gd name="T29" fmla="*/ 26 h 91"/>
                <a:gd name="T30" fmla="*/ 12 w 91"/>
                <a:gd name="T31" fmla="*/ 30 h 91"/>
                <a:gd name="T32" fmla="*/ 10 w 91"/>
                <a:gd name="T33" fmla="*/ 39 h 91"/>
                <a:gd name="T34" fmla="*/ 4 w 91"/>
                <a:gd name="T35" fmla="*/ 40 h 91"/>
                <a:gd name="T36" fmla="*/ 0 w 91"/>
                <a:gd name="T37" fmla="*/ 45 h 91"/>
                <a:gd name="T38" fmla="*/ 1 w 91"/>
                <a:gd name="T39" fmla="*/ 53 h 91"/>
                <a:gd name="T40" fmla="*/ 6 w 91"/>
                <a:gd name="T41" fmla="*/ 58 h 91"/>
                <a:gd name="T42" fmla="*/ 12 w 91"/>
                <a:gd name="T43" fmla="*/ 58 h 91"/>
                <a:gd name="T44" fmla="*/ 16 w 91"/>
                <a:gd name="T45" fmla="*/ 66 h 91"/>
                <a:gd name="T46" fmla="*/ 12 w 91"/>
                <a:gd name="T47" fmla="*/ 70 h 91"/>
                <a:gd name="T48" fmla="*/ 13 w 91"/>
                <a:gd name="T49" fmla="*/ 77 h 91"/>
                <a:gd name="T50" fmla="*/ 20 w 91"/>
                <a:gd name="T51" fmla="*/ 82 h 91"/>
                <a:gd name="T52" fmla="*/ 26 w 91"/>
                <a:gd name="T53" fmla="*/ 82 h 91"/>
                <a:gd name="T54" fmla="*/ 30 w 91"/>
                <a:gd name="T55" fmla="*/ 78 h 91"/>
                <a:gd name="T56" fmla="*/ 39 w 91"/>
                <a:gd name="T57" fmla="*/ 81 h 91"/>
                <a:gd name="T58" fmla="*/ 40 w 91"/>
                <a:gd name="T59" fmla="*/ 86 h 91"/>
                <a:gd name="T60" fmla="*/ 45 w 91"/>
                <a:gd name="T61" fmla="*/ 90 h 91"/>
                <a:gd name="T62" fmla="*/ 53 w 91"/>
                <a:gd name="T63" fmla="*/ 90 h 91"/>
                <a:gd name="T64" fmla="*/ 58 w 91"/>
                <a:gd name="T65" fmla="*/ 85 h 91"/>
                <a:gd name="T66" fmla="*/ 58 w 91"/>
                <a:gd name="T67" fmla="*/ 79 h 91"/>
                <a:gd name="T68" fmla="*/ 66 w 91"/>
                <a:gd name="T69" fmla="*/ 75 h 91"/>
                <a:gd name="T70" fmla="*/ 71 w 91"/>
                <a:gd name="T71" fmla="*/ 78 h 91"/>
                <a:gd name="T72" fmla="*/ 77 w 91"/>
                <a:gd name="T73" fmla="*/ 77 h 91"/>
                <a:gd name="T74" fmla="*/ 83 w 91"/>
                <a:gd name="T75" fmla="*/ 71 h 91"/>
                <a:gd name="T76" fmla="*/ 82 w 91"/>
                <a:gd name="T77" fmla="*/ 64 h 91"/>
                <a:gd name="T78" fmla="*/ 79 w 91"/>
                <a:gd name="T79" fmla="*/ 61 h 91"/>
                <a:gd name="T80" fmla="*/ 82 w 91"/>
                <a:gd name="T81" fmla="*/ 52 h 91"/>
                <a:gd name="T82" fmla="*/ 87 w 91"/>
                <a:gd name="T83" fmla="*/ 51 h 91"/>
                <a:gd name="T84" fmla="*/ 91 w 91"/>
                <a:gd name="T85" fmla="*/ 45 h 91"/>
                <a:gd name="T86" fmla="*/ 90 w 91"/>
                <a:gd name="T87" fmla="*/ 37 h 91"/>
                <a:gd name="T88" fmla="*/ 85 w 91"/>
                <a:gd name="T89" fmla="*/ 33 h 91"/>
                <a:gd name="T90" fmla="*/ 80 w 91"/>
                <a:gd name="T91" fmla="*/ 33 h 91"/>
                <a:gd name="T92" fmla="*/ 76 w 91"/>
                <a:gd name="T93" fmla="*/ 24 h 91"/>
                <a:gd name="T94" fmla="*/ 79 w 91"/>
                <a:gd name="T95" fmla="*/ 20 h 91"/>
                <a:gd name="T96" fmla="*/ 78 w 91"/>
                <a:gd name="T97" fmla="*/ 14 h 91"/>
                <a:gd name="T98" fmla="*/ 47 w 91"/>
                <a:gd name="T99" fmla="*/ 61 h 91"/>
                <a:gd name="T100" fmla="*/ 30 w 91"/>
                <a:gd name="T101" fmla="*/ 46 h 91"/>
                <a:gd name="T102" fmla="*/ 44 w 91"/>
                <a:gd name="T103" fmla="*/ 29 h 91"/>
                <a:gd name="T104" fmla="*/ 62 w 91"/>
                <a:gd name="T105" fmla="*/ 44 h 91"/>
                <a:gd name="T106" fmla="*/ 47 w 91"/>
                <a:gd name="T107" fmla="*/ 6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1" h="91">
                  <a:moveTo>
                    <a:pt x="78" y="14"/>
                  </a:moveTo>
                  <a:cubicBezTo>
                    <a:pt x="72" y="8"/>
                    <a:pt x="72" y="8"/>
                    <a:pt x="72" y="8"/>
                  </a:cubicBezTo>
                  <a:cubicBezTo>
                    <a:pt x="70" y="7"/>
                    <a:pt x="67" y="7"/>
                    <a:pt x="65" y="9"/>
                  </a:cubicBezTo>
                  <a:cubicBezTo>
                    <a:pt x="62" y="12"/>
                    <a:pt x="62" y="12"/>
                    <a:pt x="62" y="12"/>
                  </a:cubicBezTo>
                  <a:cubicBezTo>
                    <a:pt x="59" y="10"/>
                    <a:pt x="56" y="9"/>
                    <a:pt x="52" y="9"/>
                  </a:cubicBezTo>
                  <a:cubicBezTo>
                    <a:pt x="51" y="4"/>
                    <a:pt x="51" y="4"/>
                    <a:pt x="51" y="4"/>
                  </a:cubicBezTo>
                  <a:cubicBezTo>
                    <a:pt x="51" y="2"/>
                    <a:pt x="49" y="0"/>
                    <a:pt x="46" y="0"/>
                  </a:cubicBezTo>
                  <a:cubicBezTo>
                    <a:pt x="38" y="1"/>
                    <a:pt x="38" y="1"/>
                    <a:pt x="38" y="1"/>
                  </a:cubicBezTo>
                  <a:cubicBezTo>
                    <a:pt x="35" y="1"/>
                    <a:pt x="33" y="3"/>
                    <a:pt x="33" y="6"/>
                  </a:cubicBezTo>
                  <a:cubicBezTo>
                    <a:pt x="33" y="10"/>
                    <a:pt x="33" y="10"/>
                    <a:pt x="33" y="10"/>
                  </a:cubicBezTo>
                  <a:cubicBezTo>
                    <a:pt x="30" y="12"/>
                    <a:pt x="27" y="13"/>
                    <a:pt x="24" y="15"/>
                  </a:cubicBezTo>
                  <a:cubicBezTo>
                    <a:pt x="20" y="12"/>
                    <a:pt x="20" y="12"/>
                    <a:pt x="20" y="12"/>
                  </a:cubicBezTo>
                  <a:cubicBezTo>
                    <a:pt x="18" y="11"/>
                    <a:pt x="15" y="11"/>
                    <a:pt x="14" y="13"/>
                  </a:cubicBezTo>
                  <a:cubicBezTo>
                    <a:pt x="9" y="20"/>
                    <a:pt x="9" y="20"/>
                    <a:pt x="9" y="20"/>
                  </a:cubicBezTo>
                  <a:cubicBezTo>
                    <a:pt x="7" y="21"/>
                    <a:pt x="7" y="24"/>
                    <a:pt x="9" y="26"/>
                  </a:cubicBezTo>
                  <a:cubicBezTo>
                    <a:pt x="12" y="30"/>
                    <a:pt x="12" y="30"/>
                    <a:pt x="12" y="30"/>
                  </a:cubicBezTo>
                  <a:cubicBezTo>
                    <a:pt x="11" y="33"/>
                    <a:pt x="10" y="36"/>
                    <a:pt x="10" y="39"/>
                  </a:cubicBezTo>
                  <a:cubicBezTo>
                    <a:pt x="4" y="40"/>
                    <a:pt x="4" y="40"/>
                    <a:pt x="4" y="40"/>
                  </a:cubicBezTo>
                  <a:cubicBezTo>
                    <a:pt x="2" y="40"/>
                    <a:pt x="0" y="43"/>
                    <a:pt x="0" y="45"/>
                  </a:cubicBezTo>
                  <a:cubicBezTo>
                    <a:pt x="1" y="53"/>
                    <a:pt x="1" y="53"/>
                    <a:pt x="1" y="53"/>
                  </a:cubicBezTo>
                  <a:cubicBezTo>
                    <a:pt x="1" y="56"/>
                    <a:pt x="3" y="58"/>
                    <a:pt x="6" y="58"/>
                  </a:cubicBezTo>
                  <a:cubicBezTo>
                    <a:pt x="12" y="58"/>
                    <a:pt x="12" y="58"/>
                    <a:pt x="12" y="58"/>
                  </a:cubicBezTo>
                  <a:cubicBezTo>
                    <a:pt x="13" y="61"/>
                    <a:pt x="14" y="63"/>
                    <a:pt x="16" y="66"/>
                  </a:cubicBezTo>
                  <a:cubicBezTo>
                    <a:pt x="12" y="70"/>
                    <a:pt x="12" y="70"/>
                    <a:pt x="12" y="70"/>
                  </a:cubicBezTo>
                  <a:cubicBezTo>
                    <a:pt x="11" y="72"/>
                    <a:pt x="11" y="75"/>
                    <a:pt x="13" y="77"/>
                  </a:cubicBezTo>
                  <a:cubicBezTo>
                    <a:pt x="20" y="82"/>
                    <a:pt x="20" y="82"/>
                    <a:pt x="20" y="82"/>
                  </a:cubicBezTo>
                  <a:cubicBezTo>
                    <a:pt x="21" y="84"/>
                    <a:pt x="24" y="84"/>
                    <a:pt x="26" y="82"/>
                  </a:cubicBezTo>
                  <a:cubicBezTo>
                    <a:pt x="30" y="78"/>
                    <a:pt x="30" y="78"/>
                    <a:pt x="30" y="78"/>
                  </a:cubicBezTo>
                  <a:cubicBezTo>
                    <a:pt x="33" y="79"/>
                    <a:pt x="36" y="80"/>
                    <a:pt x="39" y="81"/>
                  </a:cubicBezTo>
                  <a:cubicBezTo>
                    <a:pt x="40" y="86"/>
                    <a:pt x="40" y="86"/>
                    <a:pt x="40" y="86"/>
                  </a:cubicBezTo>
                  <a:cubicBezTo>
                    <a:pt x="40" y="89"/>
                    <a:pt x="43" y="91"/>
                    <a:pt x="45" y="90"/>
                  </a:cubicBezTo>
                  <a:cubicBezTo>
                    <a:pt x="53" y="90"/>
                    <a:pt x="53" y="90"/>
                    <a:pt x="53" y="90"/>
                  </a:cubicBezTo>
                  <a:cubicBezTo>
                    <a:pt x="56" y="89"/>
                    <a:pt x="58" y="87"/>
                    <a:pt x="58" y="85"/>
                  </a:cubicBezTo>
                  <a:cubicBezTo>
                    <a:pt x="58" y="79"/>
                    <a:pt x="58" y="79"/>
                    <a:pt x="58" y="79"/>
                  </a:cubicBezTo>
                  <a:cubicBezTo>
                    <a:pt x="61" y="78"/>
                    <a:pt x="64" y="77"/>
                    <a:pt x="66" y="75"/>
                  </a:cubicBezTo>
                  <a:cubicBezTo>
                    <a:pt x="71" y="78"/>
                    <a:pt x="71" y="78"/>
                    <a:pt x="71" y="78"/>
                  </a:cubicBezTo>
                  <a:cubicBezTo>
                    <a:pt x="73" y="80"/>
                    <a:pt x="76" y="79"/>
                    <a:pt x="77" y="77"/>
                  </a:cubicBezTo>
                  <a:cubicBezTo>
                    <a:pt x="83" y="71"/>
                    <a:pt x="83" y="71"/>
                    <a:pt x="83" y="71"/>
                  </a:cubicBezTo>
                  <a:cubicBezTo>
                    <a:pt x="84" y="69"/>
                    <a:pt x="84" y="66"/>
                    <a:pt x="82" y="64"/>
                  </a:cubicBezTo>
                  <a:cubicBezTo>
                    <a:pt x="79" y="61"/>
                    <a:pt x="79" y="61"/>
                    <a:pt x="79" y="61"/>
                  </a:cubicBezTo>
                  <a:cubicBezTo>
                    <a:pt x="80" y="58"/>
                    <a:pt x="81" y="55"/>
                    <a:pt x="82" y="52"/>
                  </a:cubicBezTo>
                  <a:cubicBezTo>
                    <a:pt x="87" y="51"/>
                    <a:pt x="87" y="51"/>
                    <a:pt x="87" y="51"/>
                  </a:cubicBezTo>
                  <a:cubicBezTo>
                    <a:pt x="89" y="50"/>
                    <a:pt x="91" y="48"/>
                    <a:pt x="91" y="45"/>
                  </a:cubicBezTo>
                  <a:cubicBezTo>
                    <a:pt x="90" y="37"/>
                    <a:pt x="90" y="37"/>
                    <a:pt x="90" y="37"/>
                  </a:cubicBezTo>
                  <a:cubicBezTo>
                    <a:pt x="90" y="35"/>
                    <a:pt x="88" y="33"/>
                    <a:pt x="85" y="33"/>
                  </a:cubicBezTo>
                  <a:cubicBezTo>
                    <a:pt x="80" y="33"/>
                    <a:pt x="80" y="33"/>
                    <a:pt x="80" y="33"/>
                  </a:cubicBezTo>
                  <a:cubicBezTo>
                    <a:pt x="79" y="30"/>
                    <a:pt x="78" y="27"/>
                    <a:pt x="76" y="24"/>
                  </a:cubicBezTo>
                  <a:cubicBezTo>
                    <a:pt x="79" y="20"/>
                    <a:pt x="79" y="20"/>
                    <a:pt x="79" y="20"/>
                  </a:cubicBezTo>
                  <a:cubicBezTo>
                    <a:pt x="80" y="18"/>
                    <a:pt x="80" y="15"/>
                    <a:pt x="78" y="14"/>
                  </a:cubicBezTo>
                  <a:close/>
                  <a:moveTo>
                    <a:pt x="47" y="61"/>
                  </a:moveTo>
                  <a:cubicBezTo>
                    <a:pt x="38" y="62"/>
                    <a:pt x="30" y="55"/>
                    <a:pt x="30" y="46"/>
                  </a:cubicBezTo>
                  <a:cubicBezTo>
                    <a:pt x="29" y="37"/>
                    <a:pt x="36" y="30"/>
                    <a:pt x="44" y="29"/>
                  </a:cubicBezTo>
                  <a:cubicBezTo>
                    <a:pt x="53" y="28"/>
                    <a:pt x="61" y="35"/>
                    <a:pt x="62" y="44"/>
                  </a:cubicBezTo>
                  <a:cubicBezTo>
                    <a:pt x="62" y="52"/>
                    <a:pt x="56" y="60"/>
                    <a:pt x="47" y="6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49" name="Freeform 57"/>
            <p:cNvSpPr>
              <a:spLocks noEditPoints="1"/>
            </p:cNvSpPr>
            <p:nvPr/>
          </p:nvSpPr>
          <p:spPr bwMode="auto">
            <a:xfrm>
              <a:off x="2104044" y="3474425"/>
              <a:ext cx="412180" cy="414563"/>
            </a:xfrm>
            <a:custGeom>
              <a:avLst/>
              <a:gdLst>
                <a:gd name="T0" fmla="*/ 4 w 73"/>
                <a:gd name="T1" fmla="*/ 29 h 73"/>
                <a:gd name="T2" fmla="*/ 0 w 73"/>
                <a:gd name="T3" fmla="*/ 34 h 73"/>
                <a:gd name="T4" fmla="*/ 0 w 73"/>
                <a:gd name="T5" fmla="*/ 39 h 73"/>
                <a:gd name="T6" fmla="*/ 4 w 73"/>
                <a:gd name="T7" fmla="*/ 44 h 73"/>
                <a:gd name="T8" fmla="*/ 8 w 73"/>
                <a:gd name="T9" fmla="*/ 44 h 73"/>
                <a:gd name="T10" fmla="*/ 10 w 73"/>
                <a:gd name="T11" fmla="*/ 51 h 73"/>
                <a:gd name="T12" fmla="*/ 8 w 73"/>
                <a:gd name="T13" fmla="*/ 53 h 73"/>
                <a:gd name="T14" fmla="*/ 8 w 73"/>
                <a:gd name="T15" fmla="*/ 60 h 73"/>
                <a:gd name="T16" fmla="*/ 12 w 73"/>
                <a:gd name="T17" fmla="*/ 64 h 73"/>
                <a:gd name="T18" fmla="*/ 18 w 73"/>
                <a:gd name="T19" fmla="*/ 64 h 73"/>
                <a:gd name="T20" fmla="*/ 21 w 73"/>
                <a:gd name="T21" fmla="*/ 62 h 73"/>
                <a:gd name="T22" fmla="*/ 28 w 73"/>
                <a:gd name="T23" fmla="*/ 65 h 73"/>
                <a:gd name="T24" fmla="*/ 28 w 73"/>
                <a:gd name="T25" fmla="*/ 69 h 73"/>
                <a:gd name="T26" fmla="*/ 33 w 73"/>
                <a:gd name="T27" fmla="*/ 73 h 73"/>
                <a:gd name="T28" fmla="*/ 38 w 73"/>
                <a:gd name="T29" fmla="*/ 73 h 73"/>
                <a:gd name="T30" fmla="*/ 43 w 73"/>
                <a:gd name="T31" fmla="*/ 69 h 73"/>
                <a:gd name="T32" fmla="*/ 44 w 73"/>
                <a:gd name="T33" fmla="*/ 65 h 73"/>
                <a:gd name="T34" fmla="*/ 51 w 73"/>
                <a:gd name="T35" fmla="*/ 62 h 73"/>
                <a:gd name="T36" fmla="*/ 54 w 73"/>
                <a:gd name="T37" fmla="*/ 65 h 73"/>
                <a:gd name="T38" fmla="*/ 60 w 73"/>
                <a:gd name="T39" fmla="*/ 64 h 73"/>
                <a:gd name="T40" fmla="*/ 64 w 73"/>
                <a:gd name="T41" fmla="*/ 61 h 73"/>
                <a:gd name="T42" fmla="*/ 64 w 73"/>
                <a:gd name="T43" fmla="*/ 54 h 73"/>
                <a:gd name="T44" fmla="*/ 62 w 73"/>
                <a:gd name="T45" fmla="*/ 51 h 73"/>
                <a:gd name="T46" fmla="*/ 65 w 73"/>
                <a:gd name="T47" fmla="*/ 44 h 73"/>
                <a:gd name="T48" fmla="*/ 68 w 73"/>
                <a:gd name="T49" fmla="*/ 44 h 73"/>
                <a:gd name="T50" fmla="*/ 73 w 73"/>
                <a:gd name="T51" fmla="*/ 39 h 73"/>
                <a:gd name="T52" fmla="*/ 73 w 73"/>
                <a:gd name="T53" fmla="*/ 34 h 73"/>
                <a:gd name="T54" fmla="*/ 69 w 73"/>
                <a:gd name="T55" fmla="*/ 29 h 73"/>
                <a:gd name="T56" fmla="*/ 65 w 73"/>
                <a:gd name="T57" fmla="*/ 29 h 73"/>
                <a:gd name="T58" fmla="*/ 63 w 73"/>
                <a:gd name="T59" fmla="*/ 22 h 73"/>
                <a:gd name="T60" fmla="*/ 65 w 73"/>
                <a:gd name="T61" fmla="*/ 19 h 73"/>
                <a:gd name="T62" fmla="*/ 64 w 73"/>
                <a:gd name="T63" fmla="*/ 13 h 73"/>
                <a:gd name="T64" fmla="*/ 61 w 73"/>
                <a:gd name="T65" fmla="*/ 9 h 73"/>
                <a:gd name="T66" fmla="*/ 54 w 73"/>
                <a:gd name="T67" fmla="*/ 9 h 73"/>
                <a:gd name="T68" fmla="*/ 52 w 73"/>
                <a:gd name="T69" fmla="*/ 11 h 73"/>
                <a:gd name="T70" fmla="*/ 45 w 73"/>
                <a:gd name="T71" fmla="*/ 8 h 73"/>
                <a:gd name="T72" fmla="*/ 44 w 73"/>
                <a:gd name="T73" fmla="*/ 4 h 73"/>
                <a:gd name="T74" fmla="*/ 40 w 73"/>
                <a:gd name="T75" fmla="*/ 0 h 73"/>
                <a:gd name="T76" fmla="*/ 35 w 73"/>
                <a:gd name="T77" fmla="*/ 0 h 73"/>
                <a:gd name="T78" fmla="*/ 30 w 73"/>
                <a:gd name="T79" fmla="*/ 4 h 73"/>
                <a:gd name="T80" fmla="*/ 29 w 73"/>
                <a:gd name="T81" fmla="*/ 7 h 73"/>
                <a:gd name="T82" fmla="*/ 22 w 73"/>
                <a:gd name="T83" fmla="*/ 10 h 73"/>
                <a:gd name="T84" fmla="*/ 19 w 73"/>
                <a:gd name="T85" fmla="*/ 8 h 73"/>
                <a:gd name="T86" fmla="*/ 13 w 73"/>
                <a:gd name="T87" fmla="*/ 9 h 73"/>
                <a:gd name="T88" fmla="*/ 9 w 73"/>
                <a:gd name="T89" fmla="*/ 12 h 73"/>
                <a:gd name="T90" fmla="*/ 9 w 73"/>
                <a:gd name="T91" fmla="*/ 19 h 73"/>
                <a:gd name="T92" fmla="*/ 11 w 73"/>
                <a:gd name="T93" fmla="*/ 21 h 73"/>
                <a:gd name="T94" fmla="*/ 8 w 73"/>
                <a:gd name="T95" fmla="*/ 28 h 73"/>
                <a:gd name="T96" fmla="*/ 4 w 73"/>
                <a:gd name="T97" fmla="*/ 29 h 73"/>
                <a:gd name="T98" fmla="*/ 37 w 73"/>
                <a:gd name="T99" fmla="*/ 23 h 73"/>
                <a:gd name="T100" fmla="*/ 50 w 73"/>
                <a:gd name="T101" fmla="*/ 36 h 73"/>
                <a:gd name="T102" fmla="*/ 36 w 73"/>
                <a:gd name="T103" fmla="*/ 49 h 73"/>
                <a:gd name="T104" fmla="*/ 24 w 73"/>
                <a:gd name="T105" fmla="*/ 36 h 73"/>
                <a:gd name="T106" fmla="*/ 37 w 73"/>
                <a:gd name="T107" fmla="*/ 2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3" h="73">
                  <a:moveTo>
                    <a:pt x="4" y="29"/>
                  </a:moveTo>
                  <a:cubicBezTo>
                    <a:pt x="2" y="29"/>
                    <a:pt x="0" y="31"/>
                    <a:pt x="0" y="34"/>
                  </a:cubicBezTo>
                  <a:cubicBezTo>
                    <a:pt x="0" y="39"/>
                    <a:pt x="0" y="39"/>
                    <a:pt x="0" y="39"/>
                  </a:cubicBezTo>
                  <a:cubicBezTo>
                    <a:pt x="0" y="41"/>
                    <a:pt x="2" y="43"/>
                    <a:pt x="4" y="44"/>
                  </a:cubicBezTo>
                  <a:cubicBezTo>
                    <a:pt x="8" y="44"/>
                    <a:pt x="8" y="44"/>
                    <a:pt x="8" y="44"/>
                  </a:cubicBezTo>
                  <a:cubicBezTo>
                    <a:pt x="8" y="46"/>
                    <a:pt x="9" y="49"/>
                    <a:pt x="10" y="51"/>
                  </a:cubicBezTo>
                  <a:cubicBezTo>
                    <a:pt x="8" y="53"/>
                    <a:pt x="8" y="53"/>
                    <a:pt x="8" y="53"/>
                  </a:cubicBezTo>
                  <a:cubicBezTo>
                    <a:pt x="7" y="55"/>
                    <a:pt x="7" y="58"/>
                    <a:pt x="8" y="60"/>
                  </a:cubicBezTo>
                  <a:cubicBezTo>
                    <a:pt x="12" y="64"/>
                    <a:pt x="12" y="64"/>
                    <a:pt x="12" y="64"/>
                  </a:cubicBezTo>
                  <a:cubicBezTo>
                    <a:pt x="14" y="65"/>
                    <a:pt x="16" y="66"/>
                    <a:pt x="18" y="64"/>
                  </a:cubicBezTo>
                  <a:cubicBezTo>
                    <a:pt x="21" y="62"/>
                    <a:pt x="21" y="62"/>
                    <a:pt x="21" y="62"/>
                  </a:cubicBezTo>
                  <a:cubicBezTo>
                    <a:pt x="24" y="63"/>
                    <a:pt x="26" y="64"/>
                    <a:pt x="28" y="65"/>
                  </a:cubicBezTo>
                  <a:cubicBezTo>
                    <a:pt x="28" y="69"/>
                    <a:pt x="28" y="69"/>
                    <a:pt x="28" y="69"/>
                  </a:cubicBezTo>
                  <a:cubicBezTo>
                    <a:pt x="29" y="71"/>
                    <a:pt x="31" y="73"/>
                    <a:pt x="33" y="73"/>
                  </a:cubicBezTo>
                  <a:cubicBezTo>
                    <a:pt x="38" y="73"/>
                    <a:pt x="38" y="73"/>
                    <a:pt x="38" y="73"/>
                  </a:cubicBezTo>
                  <a:cubicBezTo>
                    <a:pt x="41" y="73"/>
                    <a:pt x="43" y="71"/>
                    <a:pt x="43" y="69"/>
                  </a:cubicBezTo>
                  <a:cubicBezTo>
                    <a:pt x="44" y="65"/>
                    <a:pt x="44" y="65"/>
                    <a:pt x="44" y="65"/>
                  </a:cubicBezTo>
                  <a:cubicBezTo>
                    <a:pt x="46" y="64"/>
                    <a:pt x="49" y="64"/>
                    <a:pt x="51" y="62"/>
                  </a:cubicBezTo>
                  <a:cubicBezTo>
                    <a:pt x="54" y="65"/>
                    <a:pt x="54" y="65"/>
                    <a:pt x="54" y="65"/>
                  </a:cubicBezTo>
                  <a:cubicBezTo>
                    <a:pt x="56" y="66"/>
                    <a:pt x="58" y="66"/>
                    <a:pt x="60" y="64"/>
                  </a:cubicBezTo>
                  <a:cubicBezTo>
                    <a:pt x="64" y="61"/>
                    <a:pt x="64" y="61"/>
                    <a:pt x="64" y="61"/>
                  </a:cubicBezTo>
                  <a:cubicBezTo>
                    <a:pt x="66" y="59"/>
                    <a:pt x="66" y="56"/>
                    <a:pt x="64" y="54"/>
                  </a:cubicBezTo>
                  <a:cubicBezTo>
                    <a:pt x="62" y="51"/>
                    <a:pt x="62" y="51"/>
                    <a:pt x="62" y="51"/>
                  </a:cubicBezTo>
                  <a:cubicBezTo>
                    <a:pt x="64" y="49"/>
                    <a:pt x="65" y="47"/>
                    <a:pt x="65" y="44"/>
                  </a:cubicBezTo>
                  <a:cubicBezTo>
                    <a:pt x="68" y="44"/>
                    <a:pt x="68" y="44"/>
                    <a:pt x="68" y="44"/>
                  </a:cubicBezTo>
                  <a:cubicBezTo>
                    <a:pt x="71" y="44"/>
                    <a:pt x="73" y="42"/>
                    <a:pt x="73" y="39"/>
                  </a:cubicBezTo>
                  <a:cubicBezTo>
                    <a:pt x="73" y="34"/>
                    <a:pt x="73" y="34"/>
                    <a:pt x="73" y="34"/>
                  </a:cubicBezTo>
                  <a:cubicBezTo>
                    <a:pt x="73" y="32"/>
                    <a:pt x="71" y="30"/>
                    <a:pt x="69" y="29"/>
                  </a:cubicBezTo>
                  <a:cubicBezTo>
                    <a:pt x="65" y="29"/>
                    <a:pt x="65" y="29"/>
                    <a:pt x="65" y="29"/>
                  </a:cubicBezTo>
                  <a:cubicBezTo>
                    <a:pt x="65" y="26"/>
                    <a:pt x="64" y="24"/>
                    <a:pt x="63" y="22"/>
                  </a:cubicBezTo>
                  <a:cubicBezTo>
                    <a:pt x="65" y="19"/>
                    <a:pt x="65" y="19"/>
                    <a:pt x="65" y="19"/>
                  </a:cubicBezTo>
                  <a:cubicBezTo>
                    <a:pt x="66" y="17"/>
                    <a:pt x="66" y="15"/>
                    <a:pt x="64" y="13"/>
                  </a:cubicBezTo>
                  <a:cubicBezTo>
                    <a:pt x="61" y="9"/>
                    <a:pt x="61" y="9"/>
                    <a:pt x="61" y="9"/>
                  </a:cubicBezTo>
                  <a:cubicBezTo>
                    <a:pt x="59" y="7"/>
                    <a:pt x="56" y="7"/>
                    <a:pt x="54" y="9"/>
                  </a:cubicBezTo>
                  <a:cubicBezTo>
                    <a:pt x="52" y="11"/>
                    <a:pt x="52" y="11"/>
                    <a:pt x="52" y="11"/>
                  </a:cubicBezTo>
                  <a:cubicBezTo>
                    <a:pt x="50" y="9"/>
                    <a:pt x="47" y="8"/>
                    <a:pt x="45" y="8"/>
                  </a:cubicBezTo>
                  <a:cubicBezTo>
                    <a:pt x="44" y="4"/>
                    <a:pt x="44" y="4"/>
                    <a:pt x="44" y="4"/>
                  </a:cubicBezTo>
                  <a:cubicBezTo>
                    <a:pt x="44" y="2"/>
                    <a:pt x="42" y="0"/>
                    <a:pt x="40" y="0"/>
                  </a:cubicBezTo>
                  <a:cubicBezTo>
                    <a:pt x="35" y="0"/>
                    <a:pt x="35" y="0"/>
                    <a:pt x="35" y="0"/>
                  </a:cubicBezTo>
                  <a:cubicBezTo>
                    <a:pt x="32" y="0"/>
                    <a:pt x="30" y="2"/>
                    <a:pt x="30" y="4"/>
                  </a:cubicBezTo>
                  <a:cubicBezTo>
                    <a:pt x="29" y="7"/>
                    <a:pt x="29" y="7"/>
                    <a:pt x="29" y="7"/>
                  </a:cubicBezTo>
                  <a:cubicBezTo>
                    <a:pt x="27" y="8"/>
                    <a:pt x="24" y="9"/>
                    <a:pt x="22" y="10"/>
                  </a:cubicBezTo>
                  <a:cubicBezTo>
                    <a:pt x="19" y="8"/>
                    <a:pt x="19" y="8"/>
                    <a:pt x="19" y="8"/>
                  </a:cubicBezTo>
                  <a:cubicBezTo>
                    <a:pt x="17" y="7"/>
                    <a:pt x="14" y="7"/>
                    <a:pt x="13" y="9"/>
                  </a:cubicBezTo>
                  <a:cubicBezTo>
                    <a:pt x="9" y="12"/>
                    <a:pt x="9" y="12"/>
                    <a:pt x="9" y="12"/>
                  </a:cubicBezTo>
                  <a:cubicBezTo>
                    <a:pt x="7" y="14"/>
                    <a:pt x="7" y="17"/>
                    <a:pt x="9" y="19"/>
                  </a:cubicBezTo>
                  <a:cubicBezTo>
                    <a:pt x="11" y="21"/>
                    <a:pt x="11" y="21"/>
                    <a:pt x="11" y="21"/>
                  </a:cubicBezTo>
                  <a:cubicBezTo>
                    <a:pt x="9" y="24"/>
                    <a:pt x="8" y="26"/>
                    <a:pt x="8" y="28"/>
                  </a:cubicBezTo>
                  <a:lnTo>
                    <a:pt x="4" y="29"/>
                  </a:lnTo>
                  <a:close/>
                  <a:moveTo>
                    <a:pt x="37" y="23"/>
                  </a:moveTo>
                  <a:cubicBezTo>
                    <a:pt x="44" y="23"/>
                    <a:pt x="50" y="29"/>
                    <a:pt x="50" y="36"/>
                  </a:cubicBezTo>
                  <a:cubicBezTo>
                    <a:pt x="50" y="44"/>
                    <a:pt x="44" y="49"/>
                    <a:pt x="36" y="49"/>
                  </a:cubicBezTo>
                  <a:cubicBezTo>
                    <a:pt x="29" y="49"/>
                    <a:pt x="23" y="43"/>
                    <a:pt x="24" y="36"/>
                  </a:cubicBezTo>
                  <a:cubicBezTo>
                    <a:pt x="24" y="29"/>
                    <a:pt x="30" y="23"/>
                    <a:pt x="37" y="23"/>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grpSp>
      <p:sp>
        <p:nvSpPr>
          <p:cNvPr id="50" name="Freeform 84"/>
          <p:cNvSpPr>
            <a:spLocks noEditPoints="1"/>
          </p:cNvSpPr>
          <p:nvPr/>
        </p:nvSpPr>
        <p:spPr bwMode="auto">
          <a:xfrm>
            <a:off x="6744721" y="2383995"/>
            <a:ext cx="446784" cy="654158"/>
          </a:xfrm>
          <a:custGeom>
            <a:avLst/>
            <a:gdLst>
              <a:gd name="T0" fmla="*/ 109 w 112"/>
              <a:gd name="T1" fmla="*/ 41 h 163"/>
              <a:gd name="T2" fmla="*/ 107 w 112"/>
              <a:gd name="T3" fmla="*/ 34 h 163"/>
              <a:gd name="T4" fmla="*/ 55 w 112"/>
              <a:gd name="T5" fmla="*/ 0 h 163"/>
              <a:gd name="T6" fmla="*/ 0 w 112"/>
              <a:gd name="T7" fmla="*/ 51 h 163"/>
              <a:gd name="T8" fmla="*/ 0 w 112"/>
              <a:gd name="T9" fmla="*/ 57 h 163"/>
              <a:gd name="T10" fmla="*/ 0 w 112"/>
              <a:gd name="T11" fmla="*/ 62 h 163"/>
              <a:gd name="T12" fmla="*/ 24 w 112"/>
              <a:gd name="T13" fmla="*/ 111 h 163"/>
              <a:gd name="T14" fmla="*/ 56 w 112"/>
              <a:gd name="T15" fmla="*/ 163 h 163"/>
              <a:gd name="T16" fmla="*/ 75 w 112"/>
              <a:gd name="T17" fmla="*/ 130 h 163"/>
              <a:gd name="T18" fmla="*/ 81 w 112"/>
              <a:gd name="T19" fmla="*/ 120 h 163"/>
              <a:gd name="T20" fmla="*/ 85 w 112"/>
              <a:gd name="T21" fmla="*/ 114 h 163"/>
              <a:gd name="T22" fmla="*/ 112 w 112"/>
              <a:gd name="T23" fmla="*/ 58 h 163"/>
              <a:gd name="T24" fmla="*/ 112 w 112"/>
              <a:gd name="T25" fmla="*/ 50 h 163"/>
              <a:gd name="T26" fmla="*/ 109 w 112"/>
              <a:gd name="T27" fmla="*/ 41 h 163"/>
              <a:gd name="T28" fmla="*/ 56 w 112"/>
              <a:gd name="T29" fmla="*/ 75 h 163"/>
              <a:gd name="T30" fmla="*/ 36 w 112"/>
              <a:gd name="T31" fmla="*/ 62 h 163"/>
              <a:gd name="T32" fmla="*/ 36 w 112"/>
              <a:gd name="T33" fmla="*/ 57 h 163"/>
              <a:gd name="T34" fmla="*/ 36 w 112"/>
              <a:gd name="T35" fmla="*/ 52 h 163"/>
              <a:gd name="T36" fmla="*/ 56 w 112"/>
              <a:gd name="T37" fmla="*/ 34 h 163"/>
              <a:gd name="T38" fmla="*/ 77 w 112"/>
              <a:gd name="T39" fmla="*/ 55 h 163"/>
              <a:gd name="T40" fmla="*/ 56 w 112"/>
              <a:gd name="T41" fmla="*/ 75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2" h="163">
                <a:moveTo>
                  <a:pt x="109" y="41"/>
                </a:moveTo>
                <a:cubicBezTo>
                  <a:pt x="109" y="38"/>
                  <a:pt x="108" y="36"/>
                  <a:pt x="107" y="34"/>
                </a:cubicBezTo>
                <a:cubicBezTo>
                  <a:pt x="96" y="9"/>
                  <a:pt x="74" y="0"/>
                  <a:pt x="55" y="0"/>
                </a:cubicBezTo>
                <a:cubicBezTo>
                  <a:pt x="30" y="0"/>
                  <a:pt x="3" y="16"/>
                  <a:pt x="0" y="51"/>
                </a:cubicBezTo>
                <a:cubicBezTo>
                  <a:pt x="0" y="57"/>
                  <a:pt x="0" y="57"/>
                  <a:pt x="0" y="57"/>
                </a:cubicBezTo>
                <a:cubicBezTo>
                  <a:pt x="0" y="58"/>
                  <a:pt x="0" y="60"/>
                  <a:pt x="0" y="62"/>
                </a:cubicBezTo>
                <a:cubicBezTo>
                  <a:pt x="2" y="78"/>
                  <a:pt x="15" y="95"/>
                  <a:pt x="24" y="111"/>
                </a:cubicBezTo>
                <a:cubicBezTo>
                  <a:pt x="35" y="129"/>
                  <a:pt x="45" y="146"/>
                  <a:pt x="56" y="163"/>
                </a:cubicBezTo>
                <a:cubicBezTo>
                  <a:pt x="62" y="152"/>
                  <a:pt x="69" y="141"/>
                  <a:pt x="75" y="130"/>
                </a:cubicBezTo>
                <a:cubicBezTo>
                  <a:pt x="77" y="127"/>
                  <a:pt x="79" y="123"/>
                  <a:pt x="81" y="120"/>
                </a:cubicBezTo>
                <a:cubicBezTo>
                  <a:pt x="82" y="118"/>
                  <a:pt x="84" y="116"/>
                  <a:pt x="85" y="114"/>
                </a:cubicBezTo>
                <a:cubicBezTo>
                  <a:pt x="96" y="96"/>
                  <a:pt x="112" y="76"/>
                  <a:pt x="112" y="58"/>
                </a:cubicBezTo>
                <a:cubicBezTo>
                  <a:pt x="112" y="50"/>
                  <a:pt x="112" y="50"/>
                  <a:pt x="112" y="50"/>
                </a:cubicBezTo>
                <a:cubicBezTo>
                  <a:pt x="112" y="48"/>
                  <a:pt x="110" y="41"/>
                  <a:pt x="109" y="41"/>
                </a:cubicBezTo>
                <a:close/>
                <a:moveTo>
                  <a:pt x="56" y="75"/>
                </a:moveTo>
                <a:cubicBezTo>
                  <a:pt x="48" y="75"/>
                  <a:pt x="40" y="72"/>
                  <a:pt x="36" y="62"/>
                </a:cubicBezTo>
                <a:cubicBezTo>
                  <a:pt x="36" y="60"/>
                  <a:pt x="36" y="57"/>
                  <a:pt x="36" y="57"/>
                </a:cubicBezTo>
                <a:cubicBezTo>
                  <a:pt x="36" y="52"/>
                  <a:pt x="36" y="52"/>
                  <a:pt x="36" y="52"/>
                </a:cubicBezTo>
                <a:cubicBezTo>
                  <a:pt x="36" y="40"/>
                  <a:pt x="47" y="34"/>
                  <a:pt x="56" y="34"/>
                </a:cubicBezTo>
                <a:cubicBezTo>
                  <a:pt x="68" y="34"/>
                  <a:pt x="77" y="43"/>
                  <a:pt x="77" y="55"/>
                </a:cubicBezTo>
                <a:cubicBezTo>
                  <a:pt x="77" y="66"/>
                  <a:pt x="67" y="75"/>
                  <a:pt x="56" y="7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dirty="0">
              <a:solidFill>
                <a:schemeClr val="bg1"/>
              </a:solidFill>
            </a:endParaRPr>
          </a:p>
        </p:txBody>
      </p:sp>
      <p:grpSp>
        <p:nvGrpSpPr>
          <p:cNvPr id="51" name="组合 50"/>
          <p:cNvGrpSpPr/>
          <p:nvPr/>
        </p:nvGrpSpPr>
        <p:grpSpPr>
          <a:xfrm>
            <a:off x="5525155" y="4623532"/>
            <a:ext cx="551314" cy="558058"/>
            <a:chOff x="7567222" y="2976473"/>
            <a:chExt cx="779092" cy="788623"/>
          </a:xfrm>
          <a:solidFill>
            <a:schemeClr val="bg1"/>
          </a:solidFill>
        </p:grpSpPr>
        <p:sp>
          <p:nvSpPr>
            <p:cNvPr id="52" name="Freeform 73"/>
            <p:cNvSpPr>
              <a:spLocks/>
            </p:cNvSpPr>
            <p:nvPr/>
          </p:nvSpPr>
          <p:spPr bwMode="auto">
            <a:xfrm>
              <a:off x="7793564" y="2976473"/>
              <a:ext cx="326409" cy="147718"/>
            </a:xfrm>
            <a:custGeom>
              <a:avLst/>
              <a:gdLst>
                <a:gd name="T0" fmla="*/ 3 w 58"/>
                <a:gd name="T1" fmla="*/ 26 h 26"/>
                <a:gd name="T2" fmla="*/ 55 w 58"/>
                <a:gd name="T3" fmla="*/ 26 h 26"/>
                <a:gd name="T4" fmla="*/ 58 w 58"/>
                <a:gd name="T5" fmla="*/ 23 h 26"/>
                <a:gd name="T6" fmla="*/ 58 w 58"/>
                <a:gd name="T7" fmla="*/ 0 h 26"/>
                <a:gd name="T8" fmla="*/ 0 w 58"/>
                <a:gd name="T9" fmla="*/ 0 h 26"/>
                <a:gd name="T10" fmla="*/ 0 w 58"/>
                <a:gd name="T11" fmla="*/ 23 h 26"/>
                <a:gd name="T12" fmla="*/ 3 w 58"/>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58" h="26">
                  <a:moveTo>
                    <a:pt x="3" y="26"/>
                  </a:moveTo>
                  <a:cubicBezTo>
                    <a:pt x="55" y="26"/>
                    <a:pt x="55" y="26"/>
                    <a:pt x="55" y="26"/>
                  </a:cubicBezTo>
                  <a:cubicBezTo>
                    <a:pt x="56" y="26"/>
                    <a:pt x="58" y="25"/>
                    <a:pt x="58" y="23"/>
                  </a:cubicBezTo>
                  <a:cubicBezTo>
                    <a:pt x="58" y="0"/>
                    <a:pt x="58" y="0"/>
                    <a:pt x="58" y="0"/>
                  </a:cubicBezTo>
                  <a:cubicBezTo>
                    <a:pt x="0" y="0"/>
                    <a:pt x="0" y="0"/>
                    <a:pt x="0" y="0"/>
                  </a:cubicBezTo>
                  <a:cubicBezTo>
                    <a:pt x="0" y="23"/>
                    <a:pt x="0" y="23"/>
                    <a:pt x="0" y="23"/>
                  </a:cubicBezTo>
                  <a:cubicBezTo>
                    <a:pt x="0" y="25"/>
                    <a:pt x="2" y="26"/>
                    <a:pt x="3" y="2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53" name="Freeform 74"/>
            <p:cNvSpPr>
              <a:spLocks noEditPoints="1"/>
            </p:cNvSpPr>
            <p:nvPr/>
          </p:nvSpPr>
          <p:spPr bwMode="auto">
            <a:xfrm>
              <a:off x="7567222" y="2976473"/>
              <a:ext cx="779092" cy="788623"/>
            </a:xfrm>
            <a:custGeom>
              <a:avLst/>
              <a:gdLst>
                <a:gd name="T0" fmla="*/ 136 w 138"/>
                <a:gd name="T1" fmla="*/ 35 h 139"/>
                <a:gd name="T2" fmla="*/ 107 w 138"/>
                <a:gd name="T3" fmla="*/ 6 h 139"/>
                <a:gd name="T4" fmla="*/ 107 w 138"/>
                <a:gd name="T5" fmla="*/ 23 h 139"/>
                <a:gd name="T6" fmla="*/ 95 w 138"/>
                <a:gd name="T7" fmla="*/ 35 h 139"/>
                <a:gd name="T8" fmla="*/ 43 w 138"/>
                <a:gd name="T9" fmla="*/ 35 h 139"/>
                <a:gd name="T10" fmla="*/ 31 w 138"/>
                <a:gd name="T11" fmla="*/ 23 h 139"/>
                <a:gd name="T12" fmla="*/ 31 w 138"/>
                <a:gd name="T13" fmla="*/ 0 h 139"/>
                <a:gd name="T14" fmla="*/ 13 w 138"/>
                <a:gd name="T15" fmla="*/ 0 h 139"/>
                <a:gd name="T16" fmla="*/ 0 w 138"/>
                <a:gd name="T17" fmla="*/ 13 h 139"/>
                <a:gd name="T18" fmla="*/ 0 w 138"/>
                <a:gd name="T19" fmla="*/ 126 h 139"/>
                <a:gd name="T20" fmla="*/ 13 w 138"/>
                <a:gd name="T21" fmla="*/ 139 h 139"/>
                <a:gd name="T22" fmla="*/ 125 w 138"/>
                <a:gd name="T23" fmla="*/ 139 h 139"/>
                <a:gd name="T24" fmla="*/ 138 w 138"/>
                <a:gd name="T25" fmla="*/ 126 h 139"/>
                <a:gd name="T26" fmla="*/ 138 w 138"/>
                <a:gd name="T27" fmla="*/ 40 h 139"/>
                <a:gd name="T28" fmla="*/ 136 w 138"/>
                <a:gd name="T29" fmla="*/ 35 h 139"/>
                <a:gd name="T30" fmla="*/ 117 w 138"/>
                <a:gd name="T31" fmla="*/ 110 h 139"/>
                <a:gd name="T32" fmla="*/ 109 w 138"/>
                <a:gd name="T33" fmla="*/ 117 h 139"/>
                <a:gd name="T34" fmla="*/ 29 w 138"/>
                <a:gd name="T35" fmla="*/ 117 h 139"/>
                <a:gd name="T36" fmla="*/ 21 w 138"/>
                <a:gd name="T37" fmla="*/ 110 h 139"/>
                <a:gd name="T38" fmla="*/ 21 w 138"/>
                <a:gd name="T39" fmla="*/ 71 h 139"/>
                <a:gd name="T40" fmla="*/ 29 w 138"/>
                <a:gd name="T41" fmla="*/ 64 h 139"/>
                <a:gd name="T42" fmla="*/ 109 w 138"/>
                <a:gd name="T43" fmla="*/ 64 h 139"/>
                <a:gd name="T44" fmla="*/ 117 w 138"/>
                <a:gd name="T45" fmla="*/ 71 h 139"/>
                <a:gd name="T46" fmla="*/ 117 w 138"/>
                <a:gd name="T47" fmla="*/ 11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8" h="139">
                  <a:moveTo>
                    <a:pt x="136" y="35"/>
                  </a:moveTo>
                  <a:cubicBezTo>
                    <a:pt x="107" y="6"/>
                    <a:pt x="107" y="6"/>
                    <a:pt x="107" y="6"/>
                  </a:cubicBezTo>
                  <a:cubicBezTo>
                    <a:pt x="107" y="23"/>
                    <a:pt x="107" y="23"/>
                    <a:pt x="107" y="23"/>
                  </a:cubicBezTo>
                  <a:cubicBezTo>
                    <a:pt x="107" y="30"/>
                    <a:pt x="101" y="35"/>
                    <a:pt x="95" y="35"/>
                  </a:cubicBezTo>
                  <a:cubicBezTo>
                    <a:pt x="43" y="35"/>
                    <a:pt x="43" y="35"/>
                    <a:pt x="43" y="35"/>
                  </a:cubicBezTo>
                  <a:cubicBezTo>
                    <a:pt x="37" y="35"/>
                    <a:pt x="31" y="30"/>
                    <a:pt x="31" y="23"/>
                  </a:cubicBezTo>
                  <a:cubicBezTo>
                    <a:pt x="31" y="0"/>
                    <a:pt x="31" y="0"/>
                    <a:pt x="31" y="0"/>
                  </a:cubicBezTo>
                  <a:cubicBezTo>
                    <a:pt x="13" y="0"/>
                    <a:pt x="13" y="0"/>
                    <a:pt x="13" y="0"/>
                  </a:cubicBezTo>
                  <a:cubicBezTo>
                    <a:pt x="6" y="0"/>
                    <a:pt x="0" y="6"/>
                    <a:pt x="0" y="13"/>
                  </a:cubicBezTo>
                  <a:cubicBezTo>
                    <a:pt x="0" y="126"/>
                    <a:pt x="0" y="126"/>
                    <a:pt x="0" y="126"/>
                  </a:cubicBezTo>
                  <a:cubicBezTo>
                    <a:pt x="0" y="133"/>
                    <a:pt x="6" y="139"/>
                    <a:pt x="13" y="139"/>
                  </a:cubicBezTo>
                  <a:cubicBezTo>
                    <a:pt x="125" y="139"/>
                    <a:pt x="125" y="139"/>
                    <a:pt x="125" y="139"/>
                  </a:cubicBezTo>
                  <a:cubicBezTo>
                    <a:pt x="132" y="139"/>
                    <a:pt x="138" y="133"/>
                    <a:pt x="138" y="126"/>
                  </a:cubicBezTo>
                  <a:cubicBezTo>
                    <a:pt x="138" y="40"/>
                    <a:pt x="138" y="40"/>
                    <a:pt x="138" y="40"/>
                  </a:cubicBezTo>
                  <a:cubicBezTo>
                    <a:pt x="138" y="38"/>
                    <a:pt x="137" y="37"/>
                    <a:pt x="136" y="35"/>
                  </a:cubicBezTo>
                  <a:close/>
                  <a:moveTo>
                    <a:pt x="117" y="110"/>
                  </a:moveTo>
                  <a:cubicBezTo>
                    <a:pt x="117" y="114"/>
                    <a:pt x="113" y="117"/>
                    <a:pt x="109" y="117"/>
                  </a:cubicBezTo>
                  <a:cubicBezTo>
                    <a:pt x="29" y="117"/>
                    <a:pt x="29" y="117"/>
                    <a:pt x="29" y="117"/>
                  </a:cubicBezTo>
                  <a:cubicBezTo>
                    <a:pt x="25" y="117"/>
                    <a:pt x="21" y="114"/>
                    <a:pt x="21" y="110"/>
                  </a:cubicBezTo>
                  <a:cubicBezTo>
                    <a:pt x="21" y="71"/>
                    <a:pt x="21" y="71"/>
                    <a:pt x="21" y="71"/>
                  </a:cubicBezTo>
                  <a:cubicBezTo>
                    <a:pt x="21" y="67"/>
                    <a:pt x="25" y="64"/>
                    <a:pt x="29" y="64"/>
                  </a:cubicBezTo>
                  <a:cubicBezTo>
                    <a:pt x="109" y="64"/>
                    <a:pt x="109" y="64"/>
                    <a:pt x="109" y="64"/>
                  </a:cubicBezTo>
                  <a:cubicBezTo>
                    <a:pt x="113" y="64"/>
                    <a:pt x="117" y="67"/>
                    <a:pt x="117" y="71"/>
                  </a:cubicBezTo>
                  <a:lnTo>
                    <a:pt x="117" y="110"/>
                  </a:ln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54" name="Freeform 75"/>
            <p:cNvSpPr>
              <a:spLocks/>
            </p:cNvSpPr>
            <p:nvPr/>
          </p:nvSpPr>
          <p:spPr bwMode="auto">
            <a:xfrm>
              <a:off x="7753061" y="3400566"/>
              <a:ext cx="407415" cy="57181"/>
            </a:xfrm>
            <a:custGeom>
              <a:avLst/>
              <a:gdLst>
                <a:gd name="T0" fmla="*/ 68 w 72"/>
                <a:gd name="T1" fmla="*/ 0 h 10"/>
                <a:gd name="T2" fmla="*/ 4 w 72"/>
                <a:gd name="T3" fmla="*/ 0 h 10"/>
                <a:gd name="T4" fmla="*/ 0 w 72"/>
                <a:gd name="T5" fmla="*/ 5 h 10"/>
                <a:gd name="T6" fmla="*/ 4 w 72"/>
                <a:gd name="T7" fmla="*/ 10 h 10"/>
                <a:gd name="T8" fmla="*/ 68 w 72"/>
                <a:gd name="T9" fmla="*/ 10 h 10"/>
                <a:gd name="T10" fmla="*/ 72 w 72"/>
                <a:gd name="T11" fmla="*/ 5 h 10"/>
                <a:gd name="T12" fmla="*/ 68 w 7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72" h="10">
                  <a:moveTo>
                    <a:pt x="68" y="0"/>
                  </a:moveTo>
                  <a:cubicBezTo>
                    <a:pt x="4" y="0"/>
                    <a:pt x="4" y="0"/>
                    <a:pt x="4" y="0"/>
                  </a:cubicBezTo>
                  <a:cubicBezTo>
                    <a:pt x="2" y="0"/>
                    <a:pt x="0" y="2"/>
                    <a:pt x="0" y="5"/>
                  </a:cubicBezTo>
                  <a:cubicBezTo>
                    <a:pt x="0" y="8"/>
                    <a:pt x="2" y="10"/>
                    <a:pt x="4" y="10"/>
                  </a:cubicBezTo>
                  <a:cubicBezTo>
                    <a:pt x="68" y="10"/>
                    <a:pt x="68" y="10"/>
                    <a:pt x="68" y="10"/>
                  </a:cubicBezTo>
                  <a:cubicBezTo>
                    <a:pt x="70" y="10"/>
                    <a:pt x="72" y="8"/>
                    <a:pt x="72" y="5"/>
                  </a:cubicBezTo>
                  <a:cubicBezTo>
                    <a:pt x="72" y="2"/>
                    <a:pt x="70" y="0"/>
                    <a:pt x="68"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55" name="Freeform 76"/>
            <p:cNvSpPr>
              <a:spLocks/>
            </p:cNvSpPr>
            <p:nvPr/>
          </p:nvSpPr>
          <p:spPr bwMode="auto">
            <a:xfrm>
              <a:off x="7805477" y="3507781"/>
              <a:ext cx="302583" cy="52416"/>
            </a:xfrm>
            <a:custGeom>
              <a:avLst/>
              <a:gdLst>
                <a:gd name="T0" fmla="*/ 50 w 54"/>
                <a:gd name="T1" fmla="*/ 0 h 9"/>
                <a:gd name="T2" fmla="*/ 4 w 54"/>
                <a:gd name="T3" fmla="*/ 0 h 9"/>
                <a:gd name="T4" fmla="*/ 0 w 54"/>
                <a:gd name="T5" fmla="*/ 4 h 9"/>
                <a:gd name="T6" fmla="*/ 4 w 54"/>
                <a:gd name="T7" fmla="*/ 9 h 9"/>
                <a:gd name="T8" fmla="*/ 50 w 54"/>
                <a:gd name="T9" fmla="*/ 9 h 9"/>
                <a:gd name="T10" fmla="*/ 54 w 54"/>
                <a:gd name="T11" fmla="*/ 4 h 9"/>
                <a:gd name="T12" fmla="*/ 50 w 54"/>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54" h="9">
                  <a:moveTo>
                    <a:pt x="50" y="0"/>
                  </a:moveTo>
                  <a:cubicBezTo>
                    <a:pt x="4" y="0"/>
                    <a:pt x="4" y="0"/>
                    <a:pt x="4" y="0"/>
                  </a:cubicBezTo>
                  <a:cubicBezTo>
                    <a:pt x="2" y="0"/>
                    <a:pt x="0" y="2"/>
                    <a:pt x="0" y="4"/>
                  </a:cubicBezTo>
                  <a:cubicBezTo>
                    <a:pt x="0" y="7"/>
                    <a:pt x="2" y="9"/>
                    <a:pt x="4" y="9"/>
                  </a:cubicBezTo>
                  <a:cubicBezTo>
                    <a:pt x="50" y="9"/>
                    <a:pt x="50" y="9"/>
                    <a:pt x="50" y="9"/>
                  </a:cubicBezTo>
                  <a:cubicBezTo>
                    <a:pt x="52" y="9"/>
                    <a:pt x="54" y="7"/>
                    <a:pt x="54" y="4"/>
                  </a:cubicBezTo>
                  <a:cubicBezTo>
                    <a:pt x="54" y="2"/>
                    <a:pt x="52" y="0"/>
                    <a:pt x="50"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grpSp>
      <p:sp>
        <p:nvSpPr>
          <p:cNvPr id="63" name="文本框 62"/>
          <p:cNvSpPr txBox="1"/>
          <p:nvPr/>
        </p:nvSpPr>
        <p:spPr>
          <a:xfrm>
            <a:off x="5202156" y="3230334"/>
            <a:ext cx="1836000" cy="830997"/>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ctr">
              <a:lnSpc>
                <a:spcPct val="120000"/>
              </a:lnSpc>
            </a:pPr>
            <a:r>
              <a:rPr lang="zh-CN" altLang="en-US" sz="1600" dirty="0">
                <a:solidFill>
                  <a:schemeClr val="tx1">
                    <a:lumMod val="65000"/>
                    <a:lumOff val="35000"/>
                  </a:schemeClr>
                </a:solidFill>
              </a:rPr>
              <a:t>添加内容</a:t>
            </a:r>
          </a:p>
        </p:txBody>
      </p:sp>
      <p:sp>
        <p:nvSpPr>
          <p:cNvPr id="38"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五项并列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3623752301"/>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9"/>
          <p:cNvSpPr>
            <a:spLocks/>
          </p:cNvSpPr>
          <p:nvPr/>
        </p:nvSpPr>
        <p:spPr bwMode="auto">
          <a:xfrm>
            <a:off x="8346743" y="2817812"/>
            <a:ext cx="2176463" cy="2916238"/>
          </a:xfrm>
          <a:custGeom>
            <a:avLst/>
            <a:gdLst>
              <a:gd name="T0" fmla="*/ 400 w 580"/>
              <a:gd name="T1" fmla="*/ 519 h 776"/>
              <a:gd name="T2" fmla="*/ 522 w 580"/>
              <a:gd name="T3" fmla="*/ 395 h 776"/>
              <a:gd name="T4" fmla="*/ 396 w 580"/>
              <a:gd name="T5" fmla="*/ 58 h 776"/>
              <a:gd name="T6" fmla="*/ 59 w 580"/>
              <a:gd name="T7" fmla="*/ 184 h 776"/>
              <a:gd name="T8" fmla="*/ 184 w 580"/>
              <a:gd name="T9" fmla="*/ 521 h 776"/>
              <a:gd name="T10" fmla="*/ 304 w 580"/>
              <a:gd name="T11" fmla="*/ 544 h 776"/>
              <a:gd name="T12" fmla="*/ 218 w 580"/>
              <a:gd name="T13" fmla="*/ 776 h 776"/>
              <a:gd name="T14" fmla="*/ 400 w 580"/>
              <a:gd name="T15" fmla="*/ 519 h 7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0" h="776">
                <a:moveTo>
                  <a:pt x="400" y="519"/>
                </a:moveTo>
                <a:cubicBezTo>
                  <a:pt x="456" y="492"/>
                  <a:pt x="498" y="448"/>
                  <a:pt x="522" y="395"/>
                </a:cubicBezTo>
                <a:cubicBezTo>
                  <a:pt x="580" y="268"/>
                  <a:pt x="524" y="117"/>
                  <a:pt x="396" y="58"/>
                </a:cubicBezTo>
                <a:cubicBezTo>
                  <a:pt x="268" y="0"/>
                  <a:pt x="117" y="56"/>
                  <a:pt x="59" y="184"/>
                </a:cubicBezTo>
                <a:cubicBezTo>
                  <a:pt x="0" y="312"/>
                  <a:pt x="57" y="463"/>
                  <a:pt x="184" y="521"/>
                </a:cubicBezTo>
                <a:cubicBezTo>
                  <a:pt x="224" y="539"/>
                  <a:pt x="263" y="546"/>
                  <a:pt x="304" y="544"/>
                </a:cubicBezTo>
                <a:cubicBezTo>
                  <a:pt x="275" y="621"/>
                  <a:pt x="246" y="699"/>
                  <a:pt x="218" y="776"/>
                </a:cubicBezTo>
                <a:cubicBezTo>
                  <a:pt x="400" y="519"/>
                  <a:pt x="339" y="605"/>
                  <a:pt x="400" y="519"/>
                </a:cubicBez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Freeform 7"/>
          <p:cNvSpPr>
            <a:spLocks/>
          </p:cNvSpPr>
          <p:nvPr/>
        </p:nvSpPr>
        <p:spPr bwMode="auto">
          <a:xfrm>
            <a:off x="1864980" y="2817812"/>
            <a:ext cx="1960563" cy="2800350"/>
          </a:xfrm>
          <a:custGeom>
            <a:avLst/>
            <a:gdLst>
              <a:gd name="T0" fmla="*/ 140 w 522"/>
              <a:gd name="T1" fmla="*/ 492 h 745"/>
              <a:gd name="T2" fmla="*/ 261 w 522"/>
              <a:gd name="T3" fmla="*/ 521 h 745"/>
              <a:gd name="T4" fmla="*/ 522 w 522"/>
              <a:gd name="T5" fmla="*/ 261 h 745"/>
              <a:gd name="T6" fmla="*/ 261 w 522"/>
              <a:gd name="T7" fmla="*/ 0 h 745"/>
              <a:gd name="T8" fmla="*/ 0 w 522"/>
              <a:gd name="T9" fmla="*/ 261 h 745"/>
              <a:gd name="T10" fmla="*/ 61 w 522"/>
              <a:gd name="T11" fmla="*/ 428 h 745"/>
              <a:gd name="T12" fmla="*/ 252 w 522"/>
              <a:gd name="T13" fmla="*/ 745 h 745"/>
              <a:gd name="T14" fmla="*/ 140 w 522"/>
              <a:gd name="T15" fmla="*/ 492 h 7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2" h="745">
                <a:moveTo>
                  <a:pt x="140" y="492"/>
                </a:moveTo>
                <a:cubicBezTo>
                  <a:pt x="179" y="512"/>
                  <a:pt x="219" y="521"/>
                  <a:pt x="261" y="521"/>
                </a:cubicBezTo>
                <a:cubicBezTo>
                  <a:pt x="405" y="521"/>
                  <a:pt x="522" y="405"/>
                  <a:pt x="522" y="261"/>
                </a:cubicBezTo>
                <a:cubicBezTo>
                  <a:pt x="522" y="117"/>
                  <a:pt x="405" y="0"/>
                  <a:pt x="261" y="0"/>
                </a:cubicBezTo>
                <a:cubicBezTo>
                  <a:pt x="117" y="0"/>
                  <a:pt x="0" y="117"/>
                  <a:pt x="0" y="261"/>
                </a:cubicBezTo>
                <a:cubicBezTo>
                  <a:pt x="0" y="324"/>
                  <a:pt x="23" y="382"/>
                  <a:pt x="61" y="428"/>
                </a:cubicBezTo>
                <a:cubicBezTo>
                  <a:pt x="124" y="533"/>
                  <a:pt x="188" y="639"/>
                  <a:pt x="252" y="745"/>
                </a:cubicBezTo>
                <a:cubicBezTo>
                  <a:pt x="140" y="492"/>
                  <a:pt x="177" y="576"/>
                  <a:pt x="140" y="492"/>
                </a:cubicBezTo>
                <a:close/>
              </a:path>
            </a:pathLst>
          </a:custGeom>
          <a:solidFill>
            <a:srgbClr val="936C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467"/>
          <p:cNvSpPr>
            <a:spLocks noChangeAspect="1"/>
          </p:cNvSpPr>
          <p:nvPr/>
        </p:nvSpPr>
        <p:spPr bwMode="auto">
          <a:xfrm>
            <a:off x="8131687" y="5395818"/>
            <a:ext cx="1440000" cy="1462182"/>
          </a:xfrm>
          <a:custGeom>
            <a:avLst/>
            <a:gdLst>
              <a:gd name="T0" fmla="*/ 249 w 389"/>
              <a:gd name="T1" fmla="*/ 243 h 395"/>
              <a:gd name="T2" fmla="*/ 242 w 389"/>
              <a:gd name="T3" fmla="*/ 223 h 395"/>
              <a:gd name="T4" fmla="*/ 256 w 389"/>
              <a:gd name="T5" fmla="*/ 170 h 395"/>
              <a:gd name="T6" fmla="*/ 269 w 389"/>
              <a:gd name="T7" fmla="*/ 156 h 395"/>
              <a:gd name="T8" fmla="*/ 272 w 389"/>
              <a:gd name="T9" fmla="*/ 134 h 395"/>
              <a:gd name="T10" fmla="*/ 269 w 389"/>
              <a:gd name="T11" fmla="*/ 126 h 395"/>
              <a:gd name="T12" fmla="*/ 275 w 389"/>
              <a:gd name="T13" fmla="*/ 66 h 395"/>
              <a:gd name="T14" fmla="*/ 218 w 389"/>
              <a:gd name="T15" fmla="*/ 6 h 395"/>
              <a:gd name="T16" fmla="*/ 145 w 389"/>
              <a:gd name="T17" fmla="*/ 13 h 395"/>
              <a:gd name="T18" fmla="*/ 110 w 389"/>
              <a:gd name="T19" fmla="*/ 71 h 395"/>
              <a:gd name="T20" fmla="*/ 116 w 389"/>
              <a:gd name="T21" fmla="*/ 129 h 395"/>
              <a:gd name="T22" fmla="*/ 110 w 389"/>
              <a:gd name="T23" fmla="*/ 146 h 395"/>
              <a:gd name="T24" fmla="*/ 125 w 389"/>
              <a:gd name="T25" fmla="*/ 169 h 395"/>
              <a:gd name="T26" fmla="*/ 142 w 389"/>
              <a:gd name="T27" fmla="*/ 234 h 395"/>
              <a:gd name="T28" fmla="*/ 54 w 389"/>
              <a:gd name="T29" fmla="*/ 296 h 395"/>
              <a:gd name="T30" fmla="*/ 0 w 389"/>
              <a:gd name="T31" fmla="*/ 395 h 395"/>
              <a:gd name="T32" fmla="*/ 389 w 389"/>
              <a:gd name="T33" fmla="*/ 395 h 395"/>
              <a:gd name="T34" fmla="*/ 356 w 389"/>
              <a:gd name="T35" fmla="*/ 300 h 395"/>
              <a:gd name="T36" fmla="*/ 249 w 389"/>
              <a:gd name="T37" fmla="*/ 243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89" h="395">
                <a:moveTo>
                  <a:pt x="249" y="243"/>
                </a:moveTo>
                <a:cubicBezTo>
                  <a:pt x="247" y="238"/>
                  <a:pt x="242" y="231"/>
                  <a:pt x="242" y="223"/>
                </a:cubicBezTo>
                <a:cubicBezTo>
                  <a:pt x="244" y="198"/>
                  <a:pt x="256" y="170"/>
                  <a:pt x="256" y="170"/>
                </a:cubicBezTo>
                <a:cubicBezTo>
                  <a:pt x="256" y="170"/>
                  <a:pt x="264" y="165"/>
                  <a:pt x="269" y="156"/>
                </a:cubicBezTo>
                <a:cubicBezTo>
                  <a:pt x="274" y="147"/>
                  <a:pt x="272" y="134"/>
                  <a:pt x="272" y="134"/>
                </a:cubicBezTo>
                <a:cubicBezTo>
                  <a:pt x="272" y="134"/>
                  <a:pt x="268" y="131"/>
                  <a:pt x="269" y="126"/>
                </a:cubicBezTo>
                <a:cubicBezTo>
                  <a:pt x="271" y="115"/>
                  <a:pt x="277" y="93"/>
                  <a:pt x="275" y="66"/>
                </a:cubicBezTo>
                <a:cubicBezTo>
                  <a:pt x="272" y="27"/>
                  <a:pt x="234" y="10"/>
                  <a:pt x="218" y="6"/>
                </a:cubicBezTo>
                <a:cubicBezTo>
                  <a:pt x="201" y="2"/>
                  <a:pt x="173" y="0"/>
                  <a:pt x="145" y="13"/>
                </a:cubicBezTo>
                <a:cubicBezTo>
                  <a:pt x="117" y="27"/>
                  <a:pt x="111" y="53"/>
                  <a:pt x="110" y="71"/>
                </a:cubicBezTo>
                <a:cubicBezTo>
                  <a:pt x="108" y="88"/>
                  <a:pt x="116" y="129"/>
                  <a:pt x="116" y="129"/>
                </a:cubicBezTo>
                <a:cubicBezTo>
                  <a:pt x="116" y="129"/>
                  <a:pt x="109" y="131"/>
                  <a:pt x="110" y="146"/>
                </a:cubicBezTo>
                <a:cubicBezTo>
                  <a:pt x="112" y="161"/>
                  <a:pt x="125" y="169"/>
                  <a:pt x="125" y="169"/>
                </a:cubicBezTo>
                <a:cubicBezTo>
                  <a:pt x="125" y="169"/>
                  <a:pt x="147" y="217"/>
                  <a:pt x="142" y="234"/>
                </a:cubicBezTo>
                <a:cubicBezTo>
                  <a:pt x="137" y="251"/>
                  <a:pt x="88" y="269"/>
                  <a:pt x="54" y="296"/>
                </a:cubicBezTo>
                <a:cubicBezTo>
                  <a:pt x="9" y="320"/>
                  <a:pt x="0" y="395"/>
                  <a:pt x="0" y="395"/>
                </a:cubicBezTo>
                <a:cubicBezTo>
                  <a:pt x="389" y="395"/>
                  <a:pt x="389" y="395"/>
                  <a:pt x="389" y="395"/>
                </a:cubicBezTo>
                <a:cubicBezTo>
                  <a:pt x="389" y="395"/>
                  <a:pt x="383" y="329"/>
                  <a:pt x="356" y="300"/>
                </a:cubicBezTo>
                <a:cubicBezTo>
                  <a:pt x="330" y="272"/>
                  <a:pt x="255" y="263"/>
                  <a:pt x="249" y="243"/>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3" name="Freeform 467"/>
          <p:cNvSpPr>
            <a:spLocks noChangeAspect="1"/>
          </p:cNvSpPr>
          <p:nvPr/>
        </p:nvSpPr>
        <p:spPr bwMode="auto">
          <a:xfrm>
            <a:off x="2367017" y="5395818"/>
            <a:ext cx="1440000" cy="1462182"/>
          </a:xfrm>
          <a:custGeom>
            <a:avLst/>
            <a:gdLst>
              <a:gd name="T0" fmla="*/ 249 w 389"/>
              <a:gd name="T1" fmla="*/ 243 h 395"/>
              <a:gd name="T2" fmla="*/ 242 w 389"/>
              <a:gd name="T3" fmla="*/ 223 h 395"/>
              <a:gd name="T4" fmla="*/ 256 w 389"/>
              <a:gd name="T5" fmla="*/ 170 h 395"/>
              <a:gd name="T6" fmla="*/ 269 w 389"/>
              <a:gd name="T7" fmla="*/ 156 h 395"/>
              <a:gd name="T8" fmla="*/ 272 w 389"/>
              <a:gd name="T9" fmla="*/ 134 h 395"/>
              <a:gd name="T10" fmla="*/ 269 w 389"/>
              <a:gd name="T11" fmla="*/ 126 h 395"/>
              <a:gd name="T12" fmla="*/ 275 w 389"/>
              <a:gd name="T13" fmla="*/ 66 h 395"/>
              <a:gd name="T14" fmla="*/ 218 w 389"/>
              <a:gd name="T15" fmla="*/ 6 h 395"/>
              <a:gd name="T16" fmla="*/ 145 w 389"/>
              <a:gd name="T17" fmla="*/ 13 h 395"/>
              <a:gd name="T18" fmla="*/ 110 w 389"/>
              <a:gd name="T19" fmla="*/ 71 h 395"/>
              <a:gd name="T20" fmla="*/ 116 w 389"/>
              <a:gd name="T21" fmla="*/ 129 h 395"/>
              <a:gd name="T22" fmla="*/ 110 w 389"/>
              <a:gd name="T23" fmla="*/ 146 h 395"/>
              <a:gd name="T24" fmla="*/ 125 w 389"/>
              <a:gd name="T25" fmla="*/ 169 h 395"/>
              <a:gd name="T26" fmla="*/ 142 w 389"/>
              <a:gd name="T27" fmla="*/ 234 h 395"/>
              <a:gd name="T28" fmla="*/ 54 w 389"/>
              <a:gd name="T29" fmla="*/ 296 h 395"/>
              <a:gd name="T30" fmla="*/ 0 w 389"/>
              <a:gd name="T31" fmla="*/ 395 h 395"/>
              <a:gd name="T32" fmla="*/ 389 w 389"/>
              <a:gd name="T33" fmla="*/ 395 h 395"/>
              <a:gd name="T34" fmla="*/ 356 w 389"/>
              <a:gd name="T35" fmla="*/ 300 h 395"/>
              <a:gd name="T36" fmla="*/ 249 w 389"/>
              <a:gd name="T37" fmla="*/ 243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89" h="395">
                <a:moveTo>
                  <a:pt x="249" y="243"/>
                </a:moveTo>
                <a:cubicBezTo>
                  <a:pt x="247" y="238"/>
                  <a:pt x="242" y="231"/>
                  <a:pt x="242" y="223"/>
                </a:cubicBezTo>
                <a:cubicBezTo>
                  <a:pt x="244" y="198"/>
                  <a:pt x="256" y="170"/>
                  <a:pt x="256" y="170"/>
                </a:cubicBezTo>
                <a:cubicBezTo>
                  <a:pt x="256" y="170"/>
                  <a:pt x="264" y="165"/>
                  <a:pt x="269" y="156"/>
                </a:cubicBezTo>
                <a:cubicBezTo>
                  <a:pt x="274" y="147"/>
                  <a:pt x="272" y="134"/>
                  <a:pt x="272" y="134"/>
                </a:cubicBezTo>
                <a:cubicBezTo>
                  <a:pt x="272" y="134"/>
                  <a:pt x="268" y="131"/>
                  <a:pt x="269" y="126"/>
                </a:cubicBezTo>
                <a:cubicBezTo>
                  <a:pt x="271" y="115"/>
                  <a:pt x="277" y="93"/>
                  <a:pt x="275" y="66"/>
                </a:cubicBezTo>
                <a:cubicBezTo>
                  <a:pt x="272" y="27"/>
                  <a:pt x="234" y="10"/>
                  <a:pt x="218" y="6"/>
                </a:cubicBezTo>
                <a:cubicBezTo>
                  <a:pt x="201" y="2"/>
                  <a:pt x="173" y="0"/>
                  <a:pt x="145" y="13"/>
                </a:cubicBezTo>
                <a:cubicBezTo>
                  <a:pt x="117" y="27"/>
                  <a:pt x="111" y="53"/>
                  <a:pt x="110" y="71"/>
                </a:cubicBezTo>
                <a:cubicBezTo>
                  <a:pt x="108" y="88"/>
                  <a:pt x="116" y="129"/>
                  <a:pt x="116" y="129"/>
                </a:cubicBezTo>
                <a:cubicBezTo>
                  <a:pt x="116" y="129"/>
                  <a:pt x="109" y="131"/>
                  <a:pt x="110" y="146"/>
                </a:cubicBezTo>
                <a:cubicBezTo>
                  <a:pt x="112" y="161"/>
                  <a:pt x="125" y="169"/>
                  <a:pt x="125" y="169"/>
                </a:cubicBezTo>
                <a:cubicBezTo>
                  <a:pt x="125" y="169"/>
                  <a:pt x="147" y="217"/>
                  <a:pt x="142" y="234"/>
                </a:cubicBezTo>
                <a:cubicBezTo>
                  <a:pt x="137" y="251"/>
                  <a:pt x="88" y="269"/>
                  <a:pt x="54" y="296"/>
                </a:cubicBezTo>
                <a:cubicBezTo>
                  <a:pt x="9" y="320"/>
                  <a:pt x="0" y="395"/>
                  <a:pt x="0" y="395"/>
                </a:cubicBezTo>
                <a:cubicBezTo>
                  <a:pt x="389" y="395"/>
                  <a:pt x="389" y="395"/>
                  <a:pt x="389" y="395"/>
                </a:cubicBezTo>
                <a:cubicBezTo>
                  <a:pt x="389" y="395"/>
                  <a:pt x="383" y="329"/>
                  <a:pt x="356" y="300"/>
                </a:cubicBezTo>
                <a:cubicBezTo>
                  <a:pt x="330" y="272"/>
                  <a:pt x="255" y="263"/>
                  <a:pt x="249" y="243"/>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0" name="Freeform 467"/>
          <p:cNvSpPr>
            <a:spLocks/>
          </p:cNvSpPr>
          <p:nvPr/>
        </p:nvSpPr>
        <p:spPr bwMode="auto">
          <a:xfrm>
            <a:off x="3479200" y="5039802"/>
            <a:ext cx="1810591" cy="1838482"/>
          </a:xfrm>
          <a:custGeom>
            <a:avLst/>
            <a:gdLst>
              <a:gd name="T0" fmla="*/ 249 w 389"/>
              <a:gd name="T1" fmla="*/ 243 h 395"/>
              <a:gd name="T2" fmla="*/ 242 w 389"/>
              <a:gd name="T3" fmla="*/ 223 h 395"/>
              <a:gd name="T4" fmla="*/ 256 w 389"/>
              <a:gd name="T5" fmla="*/ 170 h 395"/>
              <a:gd name="T6" fmla="*/ 269 w 389"/>
              <a:gd name="T7" fmla="*/ 156 h 395"/>
              <a:gd name="T8" fmla="*/ 272 w 389"/>
              <a:gd name="T9" fmla="*/ 134 h 395"/>
              <a:gd name="T10" fmla="*/ 269 w 389"/>
              <a:gd name="T11" fmla="*/ 126 h 395"/>
              <a:gd name="T12" fmla="*/ 275 w 389"/>
              <a:gd name="T13" fmla="*/ 66 h 395"/>
              <a:gd name="T14" fmla="*/ 218 w 389"/>
              <a:gd name="T15" fmla="*/ 6 h 395"/>
              <a:gd name="T16" fmla="*/ 145 w 389"/>
              <a:gd name="T17" fmla="*/ 13 h 395"/>
              <a:gd name="T18" fmla="*/ 110 w 389"/>
              <a:gd name="T19" fmla="*/ 71 h 395"/>
              <a:gd name="T20" fmla="*/ 116 w 389"/>
              <a:gd name="T21" fmla="*/ 129 h 395"/>
              <a:gd name="T22" fmla="*/ 110 w 389"/>
              <a:gd name="T23" fmla="*/ 146 h 395"/>
              <a:gd name="T24" fmla="*/ 125 w 389"/>
              <a:gd name="T25" fmla="*/ 169 h 395"/>
              <a:gd name="T26" fmla="*/ 142 w 389"/>
              <a:gd name="T27" fmla="*/ 234 h 395"/>
              <a:gd name="T28" fmla="*/ 54 w 389"/>
              <a:gd name="T29" fmla="*/ 296 h 395"/>
              <a:gd name="T30" fmla="*/ 0 w 389"/>
              <a:gd name="T31" fmla="*/ 395 h 395"/>
              <a:gd name="T32" fmla="*/ 389 w 389"/>
              <a:gd name="T33" fmla="*/ 395 h 395"/>
              <a:gd name="T34" fmla="*/ 356 w 389"/>
              <a:gd name="T35" fmla="*/ 300 h 395"/>
              <a:gd name="T36" fmla="*/ 249 w 389"/>
              <a:gd name="T37" fmla="*/ 243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89" h="395">
                <a:moveTo>
                  <a:pt x="249" y="243"/>
                </a:moveTo>
                <a:cubicBezTo>
                  <a:pt x="247" y="238"/>
                  <a:pt x="242" y="231"/>
                  <a:pt x="242" y="223"/>
                </a:cubicBezTo>
                <a:cubicBezTo>
                  <a:pt x="244" y="198"/>
                  <a:pt x="256" y="170"/>
                  <a:pt x="256" y="170"/>
                </a:cubicBezTo>
                <a:cubicBezTo>
                  <a:pt x="256" y="170"/>
                  <a:pt x="264" y="165"/>
                  <a:pt x="269" y="156"/>
                </a:cubicBezTo>
                <a:cubicBezTo>
                  <a:pt x="274" y="147"/>
                  <a:pt x="272" y="134"/>
                  <a:pt x="272" y="134"/>
                </a:cubicBezTo>
                <a:cubicBezTo>
                  <a:pt x="272" y="134"/>
                  <a:pt x="268" y="131"/>
                  <a:pt x="269" y="126"/>
                </a:cubicBezTo>
                <a:cubicBezTo>
                  <a:pt x="271" y="115"/>
                  <a:pt x="277" y="93"/>
                  <a:pt x="275" y="66"/>
                </a:cubicBezTo>
                <a:cubicBezTo>
                  <a:pt x="272" y="27"/>
                  <a:pt x="234" y="10"/>
                  <a:pt x="218" y="6"/>
                </a:cubicBezTo>
                <a:cubicBezTo>
                  <a:pt x="201" y="2"/>
                  <a:pt x="173" y="0"/>
                  <a:pt x="145" y="13"/>
                </a:cubicBezTo>
                <a:cubicBezTo>
                  <a:pt x="117" y="27"/>
                  <a:pt x="111" y="53"/>
                  <a:pt x="110" y="71"/>
                </a:cubicBezTo>
                <a:cubicBezTo>
                  <a:pt x="108" y="88"/>
                  <a:pt x="116" y="129"/>
                  <a:pt x="116" y="129"/>
                </a:cubicBezTo>
                <a:cubicBezTo>
                  <a:pt x="116" y="129"/>
                  <a:pt x="109" y="131"/>
                  <a:pt x="110" y="146"/>
                </a:cubicBezTo>
                <a:cubicBezTo>
                  <a:pt x="112" y="161"/>
                  <a:pt x="125" y="169"/>
                  <a:pt x="125" y="169"/>
                </a:cubicBezTo>
                <a:cubicBezTo>
                  <a:pt x="125" y="169"/>
                  <a:pt x="147" y="217"/>
                  <a:pt x="142" y="234"/>
                </a:cubicBezTo>
                <a:cubicBezTo>
                  <a:pt x="137" y="251"/>
                  <a:pt x="88" y="269"/>
                  <a:pt x="54" y="296"/>
                </a:cubicBezTo>
                <a:cubicBezTo>
                  <a:pt x="9" y="320"/>
                  <a:pt x="0" y="395"/>
                  <a:pt x="0" y="395"/>
                </a:cubicBezTo>
                <a:cubicBezTo>
                  <a:pt x="389" y="395"/>
                  <a:pt x="389" y="395"/>
                  <a:pt x="389" y="395"/>
                </a:cubicBezTo>
                <a:cubicBezTo>
                  <a:pt x="389" y="395"/>
                  <a:pt x="383" y="329"/>
                  <a:pt x="356" y="300"/>
                </a:cubicBezTo>
                <a:cubicBezTo>
                  <a:pt x="330" y="272"/>
                  <a:pt x="255" y="263"/>
                  <a:pt x="249" y="243"/>
                </a:cubicBezTo>
                <a:close/>
              </a:path>
            </a:pathLst>
          </a:custGeom>
          <a:solidFill>
            <a:schemeClr val="tx1">
              <a:lumMod val="50000"/>
              <a:lumOff val="5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1" name="Freeform 467"/>
          <p:cNvSpPr>
            <a:spLocks/>
          </p:cNvSpPr>
          <p:nvPr/>
        </p:nvSpPr>
        <p:spPr bwMode="auto">
          <a:xfrm>
            <a:off x="6648913" y="5039802"/>
            <a:ext cx="1810591" cy="1838482"/>
          </a:xfrm>
          <a:custGeom>
            <a:avLst/>
            <a:gdLst>
              <a:gd name="T0" fmla="*/ 249 w 389"/>
              <a:gd name="T1" fmla="*/ 243 h 395"/>
              <a:gd name="T2" fmla="*/ 242 w 389"/>
              <a:gd name="T3" fmla="*/ 223 h 395"/>
              <a:gd name="T4" fmla="*/ 256 w 389"/>
              <a:gd name="T5" fmla="*/ 170 h 395"/>
              <a:gd name="T6" fmla="*/ 269 w 389"/>
              <a:gd name="T7" fmla="*/ 156 h 395"/>
              <a:gd name="T8" fmla="*/ 272 w 389"/>
              <a:gd name="T9" fmla="*/ 134 h 395"/>
              <a:gd name="T10" fmla="*/ 269 w 389"/>
              <a:gd name="T11" fmla="*/ 126 h 395"/>
              <a:gd name="T12" fmla="*/ 275 w 389"/>
              <a:gd name="T13" fmla="*/ 66 h 395"/>
              <a:gd name="T14" fmla="*/ 218 w 389"/>
              <a:gd name="T15" fmla="*/ 6 h 395"/>
              <a:gd name="T16" fmla="*/ 145 w 389"/>
              <a:gd name="T17" fmla="*/ 13 h 395"/>
              <a:gd name="T18" fmla="*/ 110 w 389"/>
              <a:gd name="T19" fmla="*/ 71 h 395"/>
              <a:gd name="T20" fmla="*/ 116 w 389"/>
              <a:gd name="T21" fmla="*/ 129 h 395"/>
              <a:gd name="T22" fmla="*/ 110 w 389"/>
              <a:gd name="T23" fmla="*/ 146 h 395"/>
              <a:gd name="T24" fmla="*/ 125 w 389"/>
              <a:gd name="T25" fmla="*/ 169 h 395"/>
              <a:gd name="T26" fmla="*/ 142 w 389"/>
              <a:gd name="T27" fmla="*/ 234 h 395"/>
              <a:gd name="T28" fmla="*/ 54 w 389"/>
              <a:gd name="T29" fmla="*/ 296 h 395"/>
              <a:gd name="T30" fmla="*/ 0 w 389"/>
              <a:gd name="T31" fmla="*/ 395 h 395"/>
              <a:gd name="T32" fmla="*/ 389 w 389"/>
              <a:gd name="T33" fmla="*/ 395 h 395"/>
              <a:gd name="T34" fmla="*/ 356 w 389"/>
              <a:gd name="T35" fmla="*/ 300 h 395"/>
              <a:gd name="T36" fmla="*/ 249 w 389"/>
              <a:gd name="T37" fmla="*/ 243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89" h="395">
                <a:moveTo>
                  <a:pt x="249" y="243"/>
                </a:moveTo>
                <a:cubicBezTo>
                  <a:pt x="247" y="238"/>
                  <a:pt x="242" y="231"/>
                  <a:pt x="242" y="223"/>
                </a:cubicBezTo>
                <a:cubicBezTo>
                  <a:pt x="244" y="198"/>
                  <a:pt x="256" y="170"/>
                  <a:pt x="256" y="170"/>
                </a:cubicBezTo>
                <a:cubicBezTo>
                  <a:pt x="256" y="170"/>
                  <a:pt x="264" y="165"/>
                  <a:pt x="269" y="156"/>
                </a:cubicBezTo>
                <a:cubicBezTo>
                  <a:pt x="274" y="147"/>
                  <a:pt x="272" y="134"/>
                  <a:pt x="272" y="134"/>
                </a:cubicBezTo>
                <a:cubicBezTo>
                  <a:pt x="272" y="134"/>
                  <a:pt x="268" y="131"/>
                  <a:pt x="269" y="126"/>
                </a:cubicBezTo>
                <a:cubicBezTo>
                  <a:pt x="271" y="115"/>
                  <a:pt x="277" y="93"/>
                  <a:pt x="275" y="66"/>
                </a:cubicBezTo>
                <a:cubicBezTo>
                  <a:pt x="272" y="27"/>
                  <a:pt x="234" y="10"/>
                  <a:pt x="218" y="6"/>
                </a:cubicBezTo>
                <a:cubicBezTo>
                  <a:pt x="201" y="2"/>
                  <a:pt x="173" y="0"/>
                  <a:pt x="145" y="13"/>
                </a:cubicBezTo>
                <a:cubicBezTo>
                  <a:pt x="117" y="27"/>
                  <a:pt x="111" y="53"/>
                  <a:pt x="110" y="71"/>
                </a:cubicBezTo>
                <a:cubicBezTo>
                  <a:pt x="108" y="88"/>
                  <a:pt x="116" y="129"/>
                  <a:pt x="116" y="129"/>
                </a:cubicBezTo>
                <a:cubicBezTo>
                  <a:pt x="116" y="129"/>
                  <a:pt x="109" y="131"/>
                  <a:pt x="110" y="146"/>
                </a:cubicBezTo>
                <a:cubicBezTo>
                  <a:pt x="112" y="161"/>
                  <a:pt x="125" y="169"/>
                  <a:pt x="125" y="169"/>
                </a:cubicBezTo>
                <a:cubicBezTo>
                  <a:pt x="125" y="169"/>
                  <a:pt x="147" y="217"/>
                  <a:pt x="142" y="234"/>
                </a:cubicBezTo>
                <a:cubicBezTo>
                  <a:pt x="137" y="251"/>
                  <a:pt x="88" y="269"/>
                  <a:pt x="54" y="296"/>
                </a:cubicBezTo>
                <a:cubicBezTo>
                  <a:pt x="9" y="320"/>
                  <a:pt x="0" y="395"/>
                  <a:pt x="0" y="395"/>
                </a:cubicBezTo>
                <a:cubicBezTo>
                  <a:pt x="389" y="395"/>
                  <a:pt x="389" y="395"/>
                  <a:pt x="389" y="395"/>
                </a:cubicBezTo>
                <a:cubicBezTo>
                  <a:pt x="389" y="395"/>
                  <a:pt x="383" y="329"/>
                  <a:pt x="356" y="300"/>
                </a:cubicBezTo>
                <a:cubicBezTo>
                  <a:pt x="330" y="272"/>
                  <a:pt x="255" y="263"/>
                  <a:pt x="249" y="243"/>
                </a:cubicBezTo>
                <a:close/>
              </a:path>
            </a:pathLst>
          </a:custGeom>
          <a:solidFill>
            <a:schemeClr val="tx1">
              <a:lumMod val="50000"/>
              <a:lumOff val="5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 name="Freeform 6"/>
          <p:cNvSpPr>
            <a:spLocks/>
          </p:cNvSpPr>
          <p:nvPr/>
        </p:nvSpPr>
        <p:spPr bwMode="auto">
          <a:xfrm flipH="1">
            <a:off x="3314765" y="2100262"/>
            <a:ext cx="2219325" cy="3179763"/>
          </a:xfrm>
          <a:custGeom>
            <a:avLst/>
            <a:gdLst>
              <a:gd name="T0" fmla="*/ 403 w 591"/>
              <a:gd name="T1" fmla="*/ 531 h 846"/>
              <a:gd name="T2" fmla="*/ 529 w 591"/>
              <a:gd name="T3" fmla="*/ 408 h 846"/>
              <a:gd name="T4" fmla="*/ 407 w 591"/>
              <a:gd name="T5" fmla="*/ 62 h 846"/>
              <a:gd name="T6" fmla="*/ 62 w 591"/>
              <a:gd name="T7" fmla="*/ 184 h 846"/>
              <a:gd name="T8" fmla="*/ 184 w 591"/>
              <a:gd name="T9" fmla="*/ 529 h 846"/>
              <a:gd name="T10" fmla="*/ 305 w 591"/>
              <a:gd name="T11" fmla="*/ 554 h 846"/>
              <a:gd name="T12" fmla="*/ 331 w 591"/>
              <a:gd name="T13" fmla="*/ 846 h 846"/>
              <a:gd name="T14" fmla="*/ 403 w 591"/>
              <a:gd name="T15" fmla="*/ 531 h 8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1" h="846">
                <a:moveTo>
                  <a:pt x="403" y="531"/>
                </a:moveTo>
                <a:cubicBezTo>
                  <a:pt x="461" y="505"/>
                  <a:pt x="504" y="461"/>
                  <a:pt x="529" y="408"/>
                </a:cubicBezTo>
                <a:cubicBezTo>
                  <a:pt x="591" y="279"/>
                  <a:pt x="536" y="124"/>
                  <a:pt x="407" y="62"/>
                </a:cubicBezTo>
                <a:cubicBezTo>
                  <a:pt x="279" y="0"/>
                  <a:pt x="124" y="55"/>
                  <a:pt x="62" y="184"/>
                </a:cubicBezTo>
                <a:cubicBezTo>
                  <a:pt x="0" y="313"/>
                  <a:pt x="55" y="467"/>
                  <a:pt x="184" y="529"/>
                </a:cubicBezTo>
                <a:cubicBezTo>
                  <a:pt x="223" y="548"/>
                  <a:pt x="263" y="556"/>
                  <a:pt x="305" y="554"/>
                </a:cubicBezTo>
                <a:cubicBezTo>
                  <a:pt x="313" y="651"/>
                  <a:pt x="322" y="749"/>
                  <a:pt x="331" y="846"/>
                </a:cubicBezTo>
                <a:cubicBezTo>
                  <a:pt x="403" y="531"/>
                  <a:pt x="379" y="636"/>
                  <a:pt x="403" y="531"/>
                </a:cubicBez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 name="Freeform 8"/>
          <p:cNvSpPr>
            <a:spLocks/>
          </p:cNvSpPr>
          <p:nvPr/>
        </p:nvSpPr>
        <p:spPr bwMode="auto">
          <a:xfrm>
            <a:off x="6690584" y="2100262"/>
            <a:ext cx="2166938" cy="3141663"/>
          </a:xfrm>
          <a:custGeom>
            <a:avLst/>
            <a:gdLst>
              <a:gd name="T0" fmla="*/ 295 w 577"/>
              <a:gd name="T1" fmla="*/ 541 h 836"/>
              <a:gd name="T2" fmla="*/ 177 w 577"/>
              <a:gd name="T3" fmla="*/ 516 h 836"/>
              <a:gd name="T4" fmla="*/ 61 w 577"/>
              <a:gd name="T5" fmla="*/ 177 h 836"/>
              <a:gd name="T6" fmla="*/ 399 w 577"/>
              <a:gd name="T7" fmla="*/ 61 h 836"/>
              <a:gd name="T8" fmla="*/ 515 w 577"/>
              <a:gd name="T9" fmla="*/ 400 h 836"/>
              <a:gd name="T10" fmla="*/ 391 w 577"/>
              <a:gd name="T11" fmla="*/ 520 h 836"/>
              <a:gd name="T12" fmla="*/ 338 w 577"/>
              <a:gd name="T13" fmla="*/ 836 h 836"/>
              <a:gd name="T14" fmla="*/ 295 w 577"/>
              <a:gd name="T15" fmla="*/ 541 h 8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7" h="836">
                <a:moveTo>
                  <a:pt x="295" y="541"/>
                </a:moveTo>
                <a:cubicBezTo>
                  <a:pt x="252" y="543"/>
                  <a:pt x="214" y="534"/>
                  <a:pt x="177" y="516"/>
                </a:cubicBezTo>
                <a:cubicBezTo>
                  <a:pt x="52" y="454"/>
                  <a:pt x="0" y="303"/>
                  <a:pt x="61" y="177"/>
                </a:cubicBezTo>
                <a:cubicBezTo>
                  <a:pt x="122" y="52"/>
                  <a:pt x="274" y="0"/>
                  <a:pt x="399" y="61"/>
                </a:cubicBezTo>
                <a:cubicBezTo>
                  <a:pt x="525" y="123"/>
                  <a:pt x="577" y="274"/>
                  <a:pt x="515" y="400"/>
                </a:cubicBezTo>
                <a:cubicBezTo>
                  <a:pt x="488" y="455"/>
                  <a:pt x="444" y="496"/>
                  <a:pt x="391" y="520"/>
                </a:cubicBezTo>
                <a:cubicBezTo>
                  <a:pt x="374" y="625"/>
                  <a:pt x="356" y="731"/>
                  <a:pt x="338" y="836"/>
                </a:cubicBezTo>
                <a:cubicBezTo>
                  <a:pt x="295" y="541"/>
                  <a:pt x="310" y="640"/>
                  <a:pt x="295" y="541"/>
                </a:cubicBez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10"/>
          <p:cNvSpPr>
            <a:spLocks/>
          </p:cNvSpPr>
          <p:nvPr/>
        </p:nvSpPr>
        <p:spPr bwMode="auto">
          <a:xfrm>
            <a:off x="5023312" y="1893887"/>
            <a:ext cx="2178050" cy="3108325"/>
          </a:xfrm>
          <a:custGeom>
            <a:avLst/>
            <a:gdLst>
              <a:gd name="T0" fmla="*/ 156 w 580"/>
              <a:gd name="T1" fmla="*/ 546 h 827"/>
              <a:gd name="T2" fmla="*/ 290 w 580"/>
              <a:gd name="T3" fmla="*/ 579 h 827"/>
              <a:gd name="T4" fmla="*/ 580 w 580"/>
              <a:gd name="T5" fmla="*/ 289 h 827"/>
              <a:gd name="T6" fmla="*/ 290 w 580"/>
              <a:gd name="T7" fmla="*/ 0 h 827"/>
              <a:gd name="T8" fmla="*/ 0 w 580"/>
              <a:gd name="T9" fmla="*/ 289 h 827"/>
              <a:gd name="T10" fmla="*/ 68 w 580"/>
              <a:gd name="T11" fmla="*/ 475 h 827"/>
              <a:gd name="T12" fmla="*/ 133 w 580"/>
              <a:gd name="T13" fmla="*/ 827 h 827"/>
              <a:gd name="T14" fmla="*/ 156 w 580"/>
              <a:gd name="T15" fmla="*/ 546 h 8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0" h="827">
                <a:moveTo>
                  <a:pt x="156" y="546"/>
                </a:moveTo>
                <a:cubicBezTo>
                  <a:pt x="199" y="569"/>
                  <a:pt x="243" y="579"/>
                  <a:pt x="290" y="579"/>
                </a:cubicBezTo>
                <a:cubicBezTo>
                  <a:pt x="450" y="579"/>
                  <a:pt x="580" y="449"/>
                  <a:pt x="580" y="289"/>
                </a:cubicBezTo>
                <a:cubicBezTo>
                  <a:pt x="580" y="129"/>
                  <a:pt x="450" y="0"/>
                  <a:pt x="290" y="0"/>
                </a:cubicBezTo>
                <a:cubicBezTo>
                  <a:pt x="130" y="0"/>
                  <a:pt x="0" y="129"/>
                  <a:pt x="0" y="289"/>
                </a:cubicBezTo>
                <a:cubicBezTo>
                  <a:pt x="0" y="360"/>
                  <a:pt x="25" y="424"/>
                  <a:pt x="68" y="475"/>
                </a:cubicBezTo>
                <a:cubicBezTo>
                  <a:pt x="89" y="592"/>
                  <a:pt x="111" y="710"/>
                  <a:pt x="133" y="827"/>
                </a:cubicBezTo>
                <a:cubicBezTo>
                  <a:pt x="156" y="546"/>
                  <a:pt x="148" y="640"/>
                  <a:pt x="156" y="546"/>
                </a:cubicBezTo>
                <a:close/>
              </a:path>
            </a:pathLst>
          </a:custGeom>
          <a:solidFill>
            <a:srgbClr val="9BBB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467"/>
          <p:cNvSpPr>
            <a:spLocks/>
          </p:cNvSpPr>
          <p:nvPr/>
        </p:nvSpPr>
        <p:spPr bwMode="auto">
          <a:xfrm>
            <a:off x="4961974" y="4832492"/>
            <a:ext cx="2014756" cy="2045792"/>
          </a:xfrm>
          <a:custGeom>
            <a:avLst/>
            <a:gdLst>
              <a:gd name="T0" fmla="*/ 249 w 389"/>
              <a:gd name="T1" fmla="*/ 243 h 395"/>
              <a:gd name="T2" fmla="*/ 242 w 389"/>
              <a:gd name="T3" fmla="*/ 223 h 395"/>
              <a:gd name="T4" fmla="*/ 256 w 389"/>
              <a:gd name="T5" fmla="*/ 170 h 395"/>
              <a:gd name="T6" fmla="*/ 269 w 389"/>
              <a:gd name="T7" fmla="*/ 156 h 395"/>
              <a:gd name="T8" fmla="*/ 272 w 389"/>
              <a:gd name="T9" fmla="*/ 134 h 395"/>
              <a:gd name="T10" fmla="*/ 269 w 389"/>
              <a:gd name="T11" fmla="*/ 126 h 395"/>
              <a:gd name="T12" fmla="*/ 275 w 389"/>
              <a:gd name="T13" fmla="*/ 66 h 395"/>
              <a:gd name="T14" fmla="*/ 218 w 389"/>
              <a:gd name="T15" fmla="*/ 6 h 395"/>
              <a:gd name="T16" fmla="*/ 145 w 389"/>
              <a:gd name="T17" fmla="*/ 13 h 395"/>
              <a:gd name="T18" fmla="*/ 110 w 389"/>
              <a:gd name="T19" fmla="*/ 71 h 395"/>
              <a:gd name="T20" fmla="*/ 116 w 389"/>
              <a:gd name="T21" fmla="*/ 129 h 395"/>
              <a:gd name="T22" fmla="*/ 110 w 389"/>
              <a:gd name="T23" fmla="*/ 146 h 395"/>
              <a:gd name="T24" fmla="*/ 125 w 389"/>
              <a:gd name="T25" fmla="*/ 169 h 395"/>
              <a:gd name="T26" fmla="*/ 142 w 389"/>
              <a:gd name="T27" fmla="*/ 234 h 395"/>
              <a:gd name="T28" fmla="*/ 54 w 389"/>
              <a:gd name="T29" fmla="*/ 296 h 395"/>
              <a:gd name="T30" fmla="*/ 0 w 389"/>
              <a:gd name="T31" fmla="*/ 395 h 395"/>
              <a:gd name="T32" fmla="*/ 389 w 389"/>
              <a:gd name="T33" fmla="*/ 395 h 395"/>
              <a:gd name="T34" fmla="*/ 356 w 389"/>
              <a:gd name="T35" fmla="*/ 300 h 395"/>
              <a:gd name="T36" fmla="*/ 249 w 389"/>
              <a:gd name="T37" fmla="*/ 243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89" h="395">
                <a:moveTo>
                  <a:pt x="249" y="243"/>
                </a:moveTo>
                <a:cubicBezTo>
                  <a:pt x="247" y="238"/>
                  <a:pt x="242" y="231"/>
                  <a:pt x="242" y="223"/>
                </a:cubicBezTo>
                <a:cubicBezTo>
                  <a:pt x="244" y="198"/>
                  <a:pt x="256" y="170"/>
                  <a:pt x="256" y="170"/>
                </a:cubicBezTo>
                <a:cubicBezTo>
                  <a:pt x="256" y="170"/>
                  <a:pt x="264" y="165"/>
                  <a:pt x="269" y="156"/>
                </a:cubicBezTo>
                <a:cubicBezTo>
                  <a:pt x="274" y="147"/>
                  <a:pt x="272" y="134"/>
                  <a:pt x="272" y="134"/>
                </a:cubicBezTo>
                <a:cubicBezTo>
                  <a:pt x="272" y="134"/>
                  <a:pt x="268" y="131"/>
                  <a:pt x="269" y="126"/>
                </a:cubicBezTo>
                <a:cubicBezTo>
                  <a:pt x="271" y="115"/>
                  <a:pt x="277" y="93"/>
                  <a:pt x="275" y="66"/>
                </a:cubicBezTo>
                <a:cubicBezTo>
                  <a:pt x="272" y="27"/>
                  <a:pt x="234" y="10"/>
                  <a:pt x="218" y="6"/>
                </a:cubicBezTo>
                <a:cubicBezTo>
                  <a:pt x="201" y="2"/>
                  <a:pt x="173" y="0"/>
                  <a:pt x="145" y="13"/>
                </a:cubicBezTo>
                <a:cubicBezTo>
                  <a:pt x="117" y="27"/>
                  <a:pt x="111" y="53"/>
                  <a:pt x="110" y="71"/>
                </a:cubicBezTo>
                <a:cubicBezTo>
                  <a:pt x="108" y="88"/>
                  <a:pt x="116" y="129"/>
                  <a:pt x="116" y="129"/>
                </a:cubicBezTo>
                <a:cubicBezTo>
                  <a:pt x="116" y="129"/>
                  <a:pt x="109" y="131"/>
                  <a:pt x="110" y="146"/>
                </a:cubicBezTo>
                <a:cubicBezTo>
                  <a:pt x="112" y="161"/>
                  <a:pt x="125" y="169"/>
                  <a:pt x="125" y="169"/>
                </a:cubicBezTo>
                <a:cubicBezTo>
                  <a:pt x="125" y="169"/>
                  <a:pt x="147" y="217"/>
                  <a:pt x="142" y="234"/>
                </a:cubicBezTo>
                <a:cubicBezTo>
                  <a:pt x="137" y="251"/>
                  <a:pt x="88" y="269"/>
                  <a:pt x="54" y="296"/>
                </a:cubicBezTo>
                <a:cubicBezTo>
                  <a:pt x="9" y="320"/>
                  <a:pt x="0" y="395"/>
                  <a:pt x="0" y="395"/>
                </a:cubicBezTo>
                <a:cubicBezTo>
                  <a:pt x="389" y="395"/>
                  <a:pt x="389" y="395"/>
                  <a:pt x="389" y="395"/>
                </a:cubicBezTo>
                <a:cubicBezTo>
                  <a:pt x="389" y="395"/>
                  <a:pt x="383" y="329"/>
                  <a:pt x="356" y="300"/>
                </a:cubicBezTo>
                <a:cubicBezTo>
                  <a:pt x="330" y="272"/>
                  <a:pt x="255" y="263"/>
                  <a:pt x="249" y="24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4" name="文本框 43"/>
          <p:cNvSpPr txBox="1"/>
          <p:nvPr/>
        </p:nvSpPr>
        <p:spPr>
          <a:xfrm>
            <a:off x="4139317" y="1058393"/>
            <a:ext cx="3913366"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45" name="Rectangle 58"/>
          <p:cNvSpPr/>
          <p:nvPr/>
        </p:nvSpPr>
        <p:spPr>
          <a:xfrm>
            <a:off x="3614043" y="1478661"/>
            <a:ext cx="4963915"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单击此处添加副标题</a:t>
            </a:r>
          </a:p>
        </p:txBody>
      </p:sp>
      <p:sp>
        <p:nvSpPr>
          <p:cNvPr id="51" name="文本框 50"/>
          <p:cNvSpPr txBox="1"/>
          <p:nvPr/>
        </p:nvSpPr>
        <p:spPr>
          <a:xfrm>
            <a:off x="1861354" y="3374585"/>
            <a:ext cx="1836000" cy="830997"/>
          </a:xfrm>
          <a:prstGeom prst="rect">
            <a:avLst/>
          </a:prstGeom>
          <a:noFill/>
        </p:spPr>
        <p:txBody>
          <a:bodyPr wrap="square" rtlCol="0">
            <a:spAutoFit/>
          </a:bodyPr>
          <a:lstStyle/>
          <a:p>
            <a:pPr algn="ctr">
              <a:lnSpc>
                <a:spcPct val="120000"/>
              </a:lnSpc>
            </a:pPr>
            <a:r>
              <a:rPr lang="zh-CN" altLang="en-US" sz="2400" b="1" dirty="0">
                <a:solidFill>
                  <a:schemeClr val="bg1"/>
                </a:solidFill>
              </a:rPr>
              <a:t>添加标题</a:t>
            </a:r>
            <a:endParaRPr lang="en-US" altLang="zh-CN" sz="2400" b="1" dirty="0">
              <a:solidFill>
                <a:schemeClr val="bg1"/>
              </a:solidFill>
            </a:endParaRPr>
          </a:p>
          <a:p>
            <a:pPr algn="ctr">
              <a:lnSpc>
                <a:spcPct val="120000"/>
              </a:lnSpc>
            </a:pPr>
            <a:r>
              <a:rPr lang="zh-CN" altLang="en-US" sz="1600" dirty="0">
                <a:solidFill>
                  <a:schemeClr val="bg1"/>
                </a:solidFill>
              </a:rPr>
              <a:t>添加内容</a:t>
            </a:r>
          </a:p>
        </p:txBody>
      </p:sp>
      <p:sp>
        <p:nvSpPr>
          <p:cNvPr id="52" name="文本框 51"/>
          <p:cNvSpPr txBox="1"/>
          <p:nvPr/>
        </p:nvSpPr>
        <p:spPr>
          <a:xfrm>
            <a:off x="3439328" y="2754667"/>
            <a:ext cx="1836000" cy="830997"/>
          </a:xfrm>
          <a:prstGeom prst="rect">
            <a:avLst/>
          </a:prstGeom>
          <a:noFill/>
        </p:spPr>
        <p:txBody>
          <a:bodyPr wrap="square" rtlCol="0">
            <a:spAutoFit/>
          </a:bodyPr>
          <a:lstStyle/>
          <a:p>
            <a:pPr algn="ctr">
              <a:lnSpc>
                <a:spcPct val="120000"/>
              </a:lnSpc>
            </a:pPr>
            <a:r>
              <a:rPr lang="zh-CN" altLang="en-US" sz="2400" b="1" dirty="0">
                <a:solidFill>
                  <a:schemeClr val="bg1"/>
                </a:solidFill>
              </a:rPr>
              <a:t>添加标题</a:t>
            </a:r>
            <a:endParaRPr lang="en-US" altLang="zh-CN" sz="2400" b="1" dirty="0">
              <a:solidFill>
                <a:schemeClr val="bg1"/>
              </a:solidFill>
            </a:endParaRPr>
          </a:p>
          <a:p>
            <a:pPr algn="ctr">
              <a:lnSpc>
                <a:spcPct val="120000"/>
              </a:lnSpc>
            </a:pPr>
            <a:r>
              <a:rPr lang="zh-CN" altLang="en-US" sz="1600" dirty="0">
                <a:solidFill>
                  <a:schemeClr val="bg1"/>
                </a:solidFill>
              </a:rPr>
              <a:t>添加内容</a:t>
            </a:r>
          </a:p>
        </p:txBody>
      </p:sp>
      <p:sp>
        <p:nvSpPr>
          <p:cNvPr id="53" name="文本框 52"/>
          <p:cNvSpPr txBox="1"/>
          <p:nvPr/>
        </p:nvSpPr>
        <p:spPr>
          <a:xfrm>
            <a:off x="5185408" y="2487271"/>
            <a:ext cx="1836000" cy="830997"/>
          </a:xfrm>
          <a:prstGeom prst="rect">
            <a:avLst/>
          </a:prstGeom>
          <a:noFill/>
        </p:spPr>
        <p:txBody>
          <a:bodyPr wrap="square" rtlCol="0">
            <a:spAutoFit/>
          </a:bodyPr>
          <a:lstStyle/>
          <a:p>
            <a:pPr algn="ctr">
              <a:lnSpc>
                <a:spcPct val="120000"/>
              </a:lnSpc>
            </a:pPr>
            <a:r>
              <a:rPr lang="zh-CN" altLang="en-US" sz="2400" b="1" dirty="0">
                <a:solidFill>
                  <a:schemeClr val="bg1"/>
                </a:solidFill>
              </a:rPr>
              <a:t>添加标题</a:t>
            </a:r>
            <a:endParaRPr lang="en-US" altLang="zh-CN" sz="2400" b="1" dirty="0">
              <a:solidFill>
                <a:schemeClr val="bg1"/>
              </a:solidFill>
            </a:endParaRPr>
          </a:p>
          <a:p>
            <a:pPr algn="ctr">
              <a:lnSpc>
                <a:spcPct val="120000"/>
              </a:lnSpc>
            </a:pPr>
            <a:r>
              <a:rPr lang="zh-CN" altLang="en-US" sz="1600" dirty="0">
                <a:solidFill>
                  <a:schemeClr val="bg1"/>
                </a:solidFill>
              </a:rPr>
              <a:t>添加内容</a:t>
            </a:r>
          </a:p>
        </p:txBody>
      </p:sp>
      <p:sp>
        <p:nvSpPr>
          <p:cNvPr id="54" name="文本框 53"/>
          <p:cNvSpPr txBox="1"/>
          <p:nvPr/>
        </p:nvSpPr>
        <p:spPr>
          <a:xfrm>
            <a:off x="6931488" y="2682312"/>
            <a:ext cx="1836000" cy="830997"/>
          </a:xfrm>
          <a:prstGeom prst="rect">
            <a:avLst/>
          </a:prstGeom>
          <a:noFill/>
        </p:spPr>
        <p:txBody>
          <a:bodyPr wrap="square" rtlCol="0">
            <a:spAutoFit/>
          </a:bodyPr>
          <a:lstStyle/>
          <a:p>
            <a:pPr algn="ctr">
              <a:lnSpc>
                <a:spcPct val="120000"/>
              </a:lnSpc>
            </a:pPr>
            <a:r>
              <a:rPr lang="zh-CN" altLang="en-US" sz="2400" b="1" dirty="0">
                <a:solidFill>
                  <a:schemeClr val="bg1"/>
                </a:solidFill>
              </a:rPr>
              <a:t>添加标题</a:t>
            </a:r>
            <a:endParaRPr lang="en-US" altLang="zh-CN" sz="2400" b="1" dirty="0">
              <a:solidFill>
                <a:schemeClr val="bg1"/>
              </a:solidFill>
            </a:endParaRPr>
          </a:p>
          <a:p>
            <a:pPr algn="ctr">
              <a:lnSpc>
                <a:spcPct val="120000"/>
              </a:lnSpc>
            </a:pPr>
            <a:r>
              <a:rPr lang="zh-CN" altLang="en-US" sz="1600" dirty="0">
                <a:solidFill>
                  <a:schemeClr val="bg1"/>
                </a:solidFill>
              </a:rPr>
              <a:t>添加内容</a:t>
            </a:r>
          </a:p>
        </p:txBody>
      </p:sp>
      <p:sp>
        <p:nvSpPr>
          <p:cNvPr id="55" name="文本框 54"/>
          <p:cNvSpPr txBox="1"/>
          <p:nvPr/>
        </p:nvSpPr>
        <p:spPr>
          <a:xfrm>
            <a:off x="8582032" y="3374584"/>
            <a:ext cx="1836000" cy="830997"/>
          </a:xfrm>
          <a:prstGeom prst="rect">
            <a:avLst/>
          </a:prstGeom>
          <a:noFill/>
        </p:spPr>
        <p:txBody>
          <a:bodyPr wrap="square" rtlCol="0">
            <a:spAutoFit/>
          </a:bodyPr>
          <a:lstStyle/>
          <a:p>
            <a:pPr algn="ctr">
              <a:lnSpc>
                <a:spcPct val="120000"/>
              </a:lnSpc>
            </a:pPr>
            <a:r>
              <a:rPr lang="zh-CN" altLang="en-US" sz="2400" b="1" dirty="0">
                <a:solidFill>
                  <a:schemeClr val="bg1"/>
                </a:solidFill>
              </a:rPr>
              <a:t>添加标题</a:t>
            </a:r>
            <a:endParaRPr lang="en-US" altLang="zh-CN" sz="2400" b="1" dirty="0">
              <a:solidFill>
                <a:schemeClr val="bg1"/>
              </a:solidFill>
            </a:endParaRPr>
          </a:p>
          <a:p>
            <a:pPr algn="ctr">
              <a:lnSpc>
                <a:spcPct val="120000"/>
              </a:lnSpc>
            </a:pPr>
            <a:r>
              <a:rPr lang="zh-CN" altLang="en-US" sz="1600" dirty="0">
                <a:solidFill>
                  <a:schemeClr val="bg1"/>
                </a:solidFill>
              </a:rPr>
              <a:t>添加内容</a:t>
            </a:r>
          </a:p>
        </p:txBody>
      </p:sp>
      <p:sp>
        <p:nvSpPr>
          <p:cNvPr id="20"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五项并列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2158999265"/>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5"/>
          <p:cNvSpPr>
            <a:spLocks/>
          </p:cNvSpPr>
          <p:nvPr/>
        </p:nvSpPr>
        <p:spPr bwMode="auto">
          <a:xfrm>
            <a:off x="8394700" y="5784850"/>
            <a:ext cx="1114425" cy="990600"/>
          </a:xfrm>
          <a:custGeom>
            <a:avLst/>
            <a:gdLst>
              <a:gd name="T0" fmla="*/ 223 w 351"/>
              <a:gd name="T1" fmla="*/ 312 h 312"/>
              <a:gd name="T2" fmla="*/ 176 w 351"/>
              <a:gd name="T3" fmla="*/ 0 h 312"/>
              <a:gd name="T4" fmla="*/ 129 w 351"/>
              <a:gd name="T5" fmla="*/ 312 h 312"/>
              <a:gd name="T6" fmla="*/ 223 w 351"/>
              <a:gd name="T7" fmla="*/ 312 h 312"/>
            </a:gdLst>
            <a:ahLst/>
            <a:cxnLst>
              <a:cxn ang="0">
                <a:pos x="T0" y="T1"/>
              </a:cxn>
              <a:cxn ang="0">
                <a:pos x="T2" y="T3"/>
              </a:cxn>
              <a:cxn ang="0">
                <a:pos x="T4" y="T5"/>
              </a:cxn>
              <a:cxn ang="0">
                <a:pos x="T6" y="T7"/>
              </a:cxn>
            </a:cxnLst>
            <a:rect l="0" t="0" r="r" b="b"/>
            <a:pathLst>
              <a:path w="351" h="312">
                <a:moveTo>
                  <a:pt x="223" y="312"/>
                </a:moveTo>
                <a:cubicBezTo>
                  <a:pt x="238" y="274"/>
                  <a:pt x="351" y="0"/>
                  <a:pt x="176" y="0"/>
                </a:cubicBezTo>
                <a:cubicBezTo>
                  <a:pt x="0" y="0"/>
                  <a:pt x="109" y="273"/>
                  <a:pt x="129" y="312"/>
                </a:cubicBezTo>
                <a:lnTo>
                  <a:pt x="223" y="312"/>
                </a:ln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Freeform 6"/>
          <p:cNvSpPr>
            <a:spLocks/>
          </p:cNvSpPr>
          <p:nvPr/>
        </p:nvSpPr>
        <p:spPr bwMode="auto">
          <a:xfrm>
            <a:off x="8423275" y="6261100"/>
            <a:ext cx="1054100" cy="593725"/>
          </a:xfrm>
          <a:custGeom>
            <a:avLst/>
            <a:gdLst>
              <a:gd name="T0" fmla="*/ 12 w 332"/>
              <a:gd name="T1" fmla="*/ 187 h 187"/>
              <a:gd name="T2" fmla="*/ 1 w 332"/>
              <a:gd name="T3" fmla="*/ 156 h 187"/>
              <a:gd name="T4" fmla="*/ 95 w 332"/>
              <a:gd name="T5" fmla="*/ 90 h 187"/>
              <a:gd name="T6" fmla="*/ 116 w 332"/>
              <a:gd name="T7" fmla="*/ 0 h 187"/>
              <a:gd name="T8" fmla="*/ 217 w 332"/>
              <a:gd name="T9" fmla="*/ 0 h 187"/>
              <a:gd name="T10" fmla="*/ 238 w 332"/>
              <a:gd name="T11" fmla="*/ 90 h 187"/>
              <a:gd name="T12" fmla="*/ 331 w 332"/>
              <a:gd name="T13" fmla="*/ 156 h 187"/>
              <a:gd name="T14" fmla="*/ 320 w 332"/>
              <a:gd name="T15" fmla="*/ 187 h 187"/>
              <a:gd name="T16" fmla="*/ 12 w 332"/>
              <a:gd name="T17" fmla="*/ 187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2" h="187">
                <a:moveTo>
                  <a:pt x="12" y="187"/>
                </a:moveTo>
                <a:cubicBezTo>
                  <a:pt x="6" y="177"/>
                  <a:pt x="2" y="166"/>
                  <a:pt x="1" y="156"/>
                </a:cubicBezTo>
                <a:cubicBezTo>
                  <a:pt x="0" y="110"/>
                  <a:pt x="55" y="105"/>
                  <a:pt x="95" y="90"/>
                </a:cubicBezTo>
                <a:cubicBezTo>
                  <a:pt x="134" y="74"/>
                  <a:pt x="116" y="36"/>
                  <a:pt x="116" y="0"/>
                </a:cubicBezTo>
                <a:cubicBezTo>
                  <a:pt x="217" y="0"/>
                  <a:pt x="217" y="0"/>
                  <a:pt x="217" y="0"/>
                </a:cubicBezTo>
                <a:cubicBezTo>
                  <a:pt x="216" y="36"/>
                  <a:pt x="198" y="74"/>
                  <a:pt x="238" y="90"/>
                </a:cubicBezTo>
                <a:cubicBezTo>
                  <a:pt x="277" y="105"/>
                  <a:pt x="332" y="110"/>
                  <a:pt x="331" y="156"/>
                </a:cubicBezTo>
                <a:cubicBezTo>
                  <a:pt x="331" y="166"/>
                  <a:pt x="326" y="177"/>
                  <a:pt x="320" y="187"/>
                </a:cubicBezTo>
                <a:lnTo>
                  <a:pt x="12" y="187"/>
                </a:ln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7"/>
          <p:cNvSpPr>
            <a:spLocks/>
          </p:cNvSpPr>
          <p:nvPr/>
        </p:nvSpPr>
        <p:spPr bwMode="auto">
          <a:xfrm>
            <a:off x="8518525" y="6369050"/>
            <a:ext cx="866775" cy="520700"/>
          </a:xfrm>
          <a:custGeom>
            <a:avLst/>
            <a:gdLst>
              <a:gd name="T0" fmla="*/ 0 w 273"/>
              <a:gd name="T1" fmla="*/ 94 h 164"/>
              <a:gd name="T2" fmla="*/ 76 w 273"/>
              <a:gd name="T3" fmla="*/ 65 h 164"/>
              <a:gd name="T4" fmla="*/ 94 w 273"/>
              <a:gd name="T5" fmla="*/ 0 h 164"/>
              <a:gd name="T6" fmla="*/ 179 w 273"/>
              <a:gd name="T7" fmla="*/ 0 h 164"/>
              <a:gd name="T8" fmla="*/ 197 w 273"/>
              <a:gd name="T9" fmla="*/ 65 h 164"/>
              <a:gd name="T10" fmla="*/ 273 w 273"/>
              <a:gd name="T11" fmla="*/ 94 h 164"/>
              <a:gd name="T12" fmla="*/ 0 w 273"/>
              <a:gd name="T13" fmla="*/ 94 h 164"/>
            </a:gdLst>
            <a:ahLst/>
            <a:cxnLst>
              <a:cxn ang="0">
                <a:pos x="T0" y="T1"/>
              </a:cxn>
              <a:cxn ang="0">
                <a:pos x="T2" y="T3"/>
              </a:cxn>
              <a:cxn ang="0">
                <a:pos x="T4" y="T5"/>
              </a:cxn>
              <a:cxn ang="0">
                <a:pos x="T6" y="T7"/>
              </a:cxn>
              <a:cxn ang="0">
                <a:pos x="T8" y="T9"/>
              </a:cxn>
              <a:cxn ang="0">
                <a:pos x="T10" y="T11"/>
              </a:cxn>
              <a:cxn ang="0">
                <a:pos x="T12" y="T13"/>
              </a:cxn>
            </a:cxnLst>
            <a:rect l="0" t="0" r="r" b="b"/>
            <a:pathLst>
              <a:path w="273" h="164">
                <a:moveTo>
                  <a:pt x="0" y="94"/>
                </a:moveTo>
                <a:cubicBezTo>
                  <a:pt x="15" y="78"/>
                  <a:pt x="47" y="75"/>
                  <a:pt x="76" y="65"/>
                </a:cubicBezTo>
                <a:cubicBezTo>
                  <a:pt x="104" y="55"/>
                  <a:pt x="96" y="27"/>
                  <a:pt x="94" y="0"/>
                </a:cubicBezTo>
                <a:cubicBezTo>
                  <a:pt x="179" y="0"/>
                  <a:pt x="179" y="0"/>
                  <a:pt x="179" y="0"/>
                </a:cubicBezTo>
                <a:cubicBezTo>
                  <a:pt x="176" y="27"/>
                  <a:pt x="168" y="55"/>
                  <a:pt x="197" y="65"/>
                </a:cubicBezTo>
                <a:cubicBezTo>
                  <a:pt x="226" y="75"/>
                  <a:pt x="257" y="78"/>
                  <a:pt x="273" y="94"/>
                </a:cubicBezTo>
                <a:cubicBezTo>
                  <a:pt x="182" y="160"/>
                  <a:pt x="91" y="164"/>
                  <a:pt x="0" y="9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8"/>
          <p:cNvSpPr>
            <a:spLocks noEditPoints="1"/>
          </p:cNvSpPr>
          <p:nvPr/>
        </p:nvSpPr>
        <p:spPr bwMode="auto">
          <a:xfrm>
            <a:off x="8636000" y="5829300"/>
            <a:ext cx="628650" cy="669925"/>
          </a:xfrm>
          <a:custGeom>
            <a:avLst/>
            <a:gdLst>
              <a:gd name="T0" fmla="*/ 187 w 198"/>
              <a:gd name="T1" fmla="*/ 84 h 211"/>
              <a:gd name="T2" fmla="*/ 197 w 198"/>
              <a:gd name="T3" fmla="*/ 107 h 211"/>
              <a:gd name="T4" fmla="*/ 196 w 198"/>
              <a:gd name="T5" fmla="*/ 130 h 211"/>
              <a:gd name="T6" fmla="*/ 187 w 198"/>
              <a:gd name="T7" fmla="*/ 150 h 211"/>
              <a:gd name="T8" fmla="*/ 174 w 198"/>
              <a:gd name="T9" fmla="*/ 160 h 211"/>
              <a:gd name="T10" fmla="*/ 144 w 198"/>
              <a:gd name="T11" fmla="*/ 197 h 211"/>
              <a:gd name="T12" fmla="*/ 99 w 198"/>
              <a:gd name="T13" fmla="*/ 211 h 211"/>
              <a:gd name="T14" fmla="*/ 99 w 198"/>
              <a:gd name="T15" fmla="*/ 211 h 211"/>
              <a:gd name="T16" fmla="*/ 99 w 198"/>
              <a:gd name="T17" fmla="*/ 195 h 211"/>
              <a:gd name="T18" fmla="*/ 99 w 198"/>
              <a:gd name="T19" fmla="*/ 195 h 211"/>
              <a:gd name="T20" fmla="*/ 134 w 198"/>
              <a:gd name="T21" fmla="*/ 183 h 211"/>
              <a:gd name="T22" fmla="*/ 161 w 198"/>
              <a:gd name="T23" fmla="*/ 150 h 211"/>
              <a:gd name="T24" fmla="*/ 167 w 198"/>
              <a:gd name="T25" fmla="*/ 145 h 211"/>
              <a:gd name="T26" fmla="*/ 174 w 198"/>
              <a:gd name="T27" fmla="*/ 140 h 211"/>
              <a:gd name="T28" fmla="*/ 180 w 198"/>
              <a:gd name="T29" fmla="*/ 126 h 211"/>
              <a:gd name="T30" fmla="*/ 181 w 198"/>
              <a:gd name="T31" fmla="*/ 109 h 211"/>
              <a:gd name="T32" fmla="*/ 174 w 198"/>
              <a:gd name="T33" fmla="*/ 95 h 211"/>
              <a:gd name="T34" fmla="*/ 174 w 198"/>
              <a:gd name="T35" fmla="*/ 95 h 211"/>
              <a:gd name="T36" fmla="*/ 171 w 198"/>
              <a:gd name="T37" fmla="*/ 89 h 211"/>
              <a:gd name="T38" fmla="*/ 148 w 198"/>
              <a:gd name="T39" fmla="*/ 36 h 211"/>
              <a:gd name="T40" fmla="*/ 99 w 198"/>
              <a:gd name="T41" fmla="*/ 17 h 211"/>
              <a:gd name="T42" fmla="*/ 99 w 198"/>
              <a:gd name="T43" fmla="*/ 17 h 211"/>
              <a:gd name="T44" fmla="*/ 99 w 198"/>
              <a:gd name="T45" fmla="*/ 0 h 211"/>
              <a:gd name="T46" fmla="*/ 99 w 198"/>
              <a:gd name="T47" fmla="*/ 0 h 211"/>
              <a:gd name="T48" fmla="*/ 160 w 198"/>
              <a:gd name="T49" fmla="*/ 24 h 211"/>
              <a:gd name="T50" fmla="*/ 187 w 198"/>
              <a:gd name="T51" fmla="*/ 84 h 211"/>
              <a:gd name="T52" fmla="*/ 99 w 198"/>
              <a:gd name="T53" fmla="*/ 211 h 211"/>
              <a:gd name="T54" fmla="*/ 54 w 198"/>
              <a:gd name="T55" fmla="*/ 197 h 211"/>
              <a:gd name="T56" fmla="*/ 24 w 198"/>
              <a:gd name="T57" fmla="*/ 160 h 211"/>
              <a:gd name="T58" fmla="*/ 11 w 198"/>
              <a:gd name="T59" fmla="*/ 150 h 211"/>
              <a:gd name="T60" fmla="*/ 2 w 198"/>
              <a:gd name="T61" fmla="*/ 130 h 211"/>
              <a:gd name="T62" fmla="*/ 1 w 198"/>
              <a:gd name="T63" fmla="*/ 107 h 211"/>
              <a:gd name="T64" fmla="*/ 12 w 198"/>
              <a:gd name="T65" fmla="*/ 84 h 211"/>
              <a:gd name="T66" fmla="*/ 39 w 198"/>
              <a:gd name="T67" fmla="*/ 24 h 211"/>
              <a:gd name="T68" fmla="*/ 99 w 198"/>
              <a:gd name="T69" fmla="*/ 0 h 211"/>
              <a:gd name="T70" fmla="*/ 99 w 198"/>
              <a:gd name="T71" fmla="*/ 17 h 211"/>
              <a:gd name="T72" fmla="*/ 50 w 198"/>
              <a:gd name="T73" fmla="*/ 36 h 211"/>
              <a:gd name="T74" fmla="*/ 28 w 198"/>
              <a:gd name="T75" fmla="*/ 89 h 211"/>
              <a:gd name="T76" fmla="*/ 25 w 198"/>
              <a:gd name="T77" fmla="*/ 95 h 211"/>
              <a:gd name="T78" fmla="*/ 18 w 198"/>
              <a:gd name="T79" fmla="*/ 109 h 211"/>
              <a:gd name="T80" fmla="*/ 18 w 198"/>
              <a:gd name="T81" fmla="*/ 126 h 211"/>
              <a:gd name="T82" fmla="*/ 24 w 198"/>
              <a:gd name="T83" fmla="*/ 140 h 211"/>
              <a:gd name="T84" fmla="*/ 31 w 198"/>
              <a:gd name="T85" fmla="*/ 145 h 211"/>
              <a:gd name="T86" fmla="*/ 31 w 198"/>
              <a:gd name="T87" fmla="*/ 145 h 211"/>
              <a:gd name="T88" fmla="*/ 38 w 198"/>
              <a:gd name="T89" fmla="*/ 150 h 211"/>
              <a:gd name="T90" fmla="*/ 64 w 198"/>
              <a:gd name="T91" fmla="*/ 183 h 211"/>
              <a:gd name="T92" fmla="*/ 99 w 198"/>
              <a:gd name="T93" fmla="*/ 195 h 211"/>
              <a:gd name="T94" fmla="*/ 99 w 198"/>
              <a:gd name="T95"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8" h="211">
                <a:moveTo>
                  <a:pt x="187" y="84"/>
                </a:moveTo>
                <a:cubicBezTo>
                  <a:pt x="192" y="90"/>
                  <a:pt x="196" y="98"/>
                  <a:pt x="197" y="107"/>
                </a:cubicBezTo>
                <a:cubicBezTo>
                  <a:pt x="198" y="114"/>
                  <a:pt x="198" y="122"/>
                  <a:pt x="196" y="130"/>
                </a:cubicBezTo>
                <a:cubicBezTo>
                  <a:pt x="195" y="137"/>
                  <a:pt x="192" y="145"/>
                  <a:pt x="187" y="150"/>
                </a:cubicBezTo>
                <a:cubicBezTo>
                  <a:pt x="184" y="155"/>
                  <a:pt x="179" y="158"/>
                  <a:pt x="174" y="160"/>
                </a:cubicBezTo>
                <a:cubicBezTo>
                  <a:pt x="167" y="175"/>
                  <a:pt x="157" y="188"/>
                  <a:pt x="144" y="197"/>
                </a:cubicBezTo>
                <a:cubicBezTo>
                  <a:pt x="132" y="206"/>
                  <a:pt x="116" y="211"/>
                  <a:pt x="99" y="211"/>
                </a:cubicBezTo>
                <a:cubicBezTo>
                  <a:pt x="99" y="211"/>
                  <a:pt x="99" y="211"/>
                  <a:pt x="99" y="211"/>
                </a:cubicBezTo>
                <a:cubicBezTo>
                  <a:pt x="99" y="195"/>
                  <a:pt x="99" y="195"/>
                  <a:pt x="99" y="195"/>
                </a:cubicBezTo>
                <a:cubicBezTo>
                  <a:pt x="99" y="195"/>
                  <a:pt x="99" y="195"/>
                  <a:pt x="99" y="195"/>
                </a:cubicBezTo>
                <a:cubicBezTo>
                  <a:pt x="113" y="195"/>
                  <a:pt x="125" y="191"/>
                  <a:pt x="134" y="183"/>
                </a:cubicBezTo>
                <a:cubicBezTo>
                  <a:pt x="146" y="175"/>
                  <a:pt x="154" y="164"/>
                  <a:pt x="161" y="150"/>
                </a:cubicBezTo>
                <a:cubicBezTo>
                  <a:pt x="162" y="147"/>
                  <a:pt x="164" y="145"/>
                  <a:pt x="167" y="145"/>
                </a:cubicBezTo>
                <a:cubicBezTo>
                  <a:pt x="170" y="144"/>
                  <a:pt x="172" y="143"/>
                  <a:pt x="174" y="140"/>
                </a:cubicBezTo>
                <a:cubicBezTo>
                  <a:pt x="177" y="136"/>
                  <a:pt x="179" y="132"/>
                  <a:pt x="180" y="126"/>
                </a:cubicBezTo>
                <a:cubicBezTo>
                  <a:pt x="181" y="121"/>
                  <a:pt x="182" y="115"/>
                  <a:pt x="181" y="109"/>
                </a:cubicBezTo>
                <a:cubicBezTo>
                  <a:pt x="180" y="103"/>
                  <a:pt x="177" y="98"/>
                  <a:pt x="174" y="95"/>
                </a:cubicBezTo>
                <a:cubicBezTo>
                  <a:pt x="174" y="95"/>
                  <a:pt x="174" y="95"/>
                  <a:pt x="174" y="95"/>
                </a:cubicBezTo>
                <a:cubicBezTo>
                  <a:pt x="172" y="93"/>
                  <a:pt x="171" y="91"/>
                  <a:pt x="171" y="89"/>
                </a:cubicBezTo>
                <a:cubicBezTo>
                  <a:pt x="169" y="68"/>
                  <a:pt x="161" y="49"/>
                  <a:pt x="148" y="36"/>
                </a:cubicBezTo>
                <a:cubicBezTo>
                  <a:pt x="137" y="24"/>
                  <a:pt x="120" y="17"/>
                  <a:pt x="99" y="17"/>
                </a:cubicBezTo>
                <a:cubicBezTo>
                  <a:pt x="99" y="17"/>
                  <a:pt x="99" y="17"/>
                  <a:pt x="99" y="17"/>
                </a:cubicBezTo>
                <a:cubicBezTo>
                  <a:pt x="99" y="0"/>
                  <a:pt x="99" y="0"/>
                  <a:pt x="99" y="0"/>
                </a:cubicBezTo>
                <a:cubicBezTo>
                  <a:pt x="99" y="0"/>
                  <a:pt x="99" y="0"/>
                  <a:pt x="99" y="0"/>
                </a:cubicBezTo>
                <a:cubicBezTo>
                  <a:pt x="125" y="0"/>
                  <a:pt x="145" y="9"/>
                  <a:pt x="160" y="24"/>
                </a:cubicBezTo>
                <a:cubicBezTo>
                  <a:pt x="175" y="39"/>
                  <a:pt x="184" y="61"/>
                  <a:pt x="187" y="84"/>
                </a:cubicBezTo>
                <a:close/>
                <a:moveTo>
                  <a:pt x="99" y="211"/>
                </a:moveTo>
                <a:cubicBezTo>
                  <a:pt x="82" y="211"/>
                  <a:pt x="67" y="206"/>
                  <a:pt x="54" y="197"/>
                </a:cubicBezTo>
                <a:cubicBezTo>
                  <a:pt x="42" y="188"/>
                  <a:pt x="31" y="175"/>
                  <a:pt x="24" y="160"/>
                </a:cubicBezTo>
                <a:cubicBezTo>
                  <a:pt x="19" y="158"/>
                  <a:pt x="15" y="155"/>
                  <a:pt x="11" y="150"/>
                </a:cubicBezTo>
                <a:cubicBezTo>
                  <a:pt x="7" y="145"/>
                  <a:pt x="4" y="137"/>
                  <a:pt x="2" y="130"/>
                </a:cubicBezTo>
                <a:cubicBezTo>
                  <a:pt x="0" y="122"/>
                  <a:pt x="0" y="114"/>
                  <a:pt x="1" y="107"/>
                </a:cubicBezTo>
                <a:cubicBezTo>
                  <a:pt x="3" y="98"/>
                  <a:pt x="6" y="90"/>
                  <a:pt x="12" y="84"/>
                </a:cubicBezTo>
                <a:cubicBezTo>
                  <a:pt x="14" y="61"/>
                  <a:pt x="23" y="39"/>
                  <a:pt x="39" y="24"/>
                </a:cubicBezTo>
                <a:cubicBezTo>
                  <a:pt x="53" y="9"/>
                  <a:pt x="73" y="0"/>
                  <a:pt x="99" y="0"/>
                </a:cubicBezTo>
                <a:cubicBezTo>
                  <a:pt x="99" y="17"/>
                  <a:pt x="99" y="17"/>
                  <a:pt x="99" y="17"/>
                </a:cubicBezTo>
                <a:cubicBezTo>
                  <a:pt x="78" y="17"/>
                  <a:pt x="62" y="24"/>
                  <a:pt x="50" y="36"/>
                </a:cubicBezTo>
                <a:cubicBezTo>
                  <a:pt x="37" y="49"/>
                  <a:pt x="30" y="68"/>
                  <a:pt x="28" y="89"/>
                </a:cubicBezTo>
                <a:cubicBezTo>
                  <a:pt x="28" y="91"/>
                  <a:pt x="27" y="93"/>
                  <a:pt x="25" y="95"/>
                </a:cubicBezTo>
                <a:cubicBezTo>
                  <a:pt x="21" y="98"/>
                  <a:pt x="19" y="103"/>
                  <a:pt x="18" y="109"/>
                </a:cubicBezTo>
                <a:cubicBezTo>
                  <a:pt x="17" y="115"/>
                  <a:pt x="17" y="121"/>
                  <a:pt x="18" y="126"/>
                </a:cubicBezTo>
                <a:cubicBezTo>
                  <a:pt x="19" y="132"/>
                  <a:pt x="21" y="136"/>
                  <a:pt x="24" y="140"/>
                </a:cubicBezTo>
                <a:cubicBezTo>
                  <a:pt x="26" y="143"/>
                  <a:pt x="29" y="144"/>
                  <a:pt x="31" y="145"/>
                </a:cubicBezTo>
                <a:cubicBezTo>
                  <a:pt x="31" y="145"/>
                  <a:pt x="31" y="145"/>
                  <a:pt x="31" y="145"/>
                </a:cubicBezTo>
                <a:cubicBezTo>
                  <a:pt x="34" y="145"/>
                  <a:pt x="36" y="147"/>
                  <a:pt x="38" y="150"/>
                </a:cubicBezTo>
                <a:cubicBezTo>
                  <a:pt x="44" y="163"/>
                  <a:pt x="53" y="175"/>
                  <a:pt x="64" y="183"/>
                </a:cubicBezTo>
                <a:cubicBezTo>
                  <a:pt x="74" y="191"/>
                  <a:pt x="86" y="195"/>
                  <a:pt x="99" y="195"/>
                </a:cubicBezTo>
                <a:lnTo>
                  <a:pt x="99" y="211"/>
                </a:ln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9"/>
          <p:cNvSpPr>
            <a:spLocks/>
          </p:cNvSpPr>
          <p:nvPr/>
        </p:nvSpPr>
        <p:spPr bwMode="auto">
          <a:xfrm>
            <a:off x="8639175" y="5857875"/>
            <a:ext cx="622300" cy="615950"/>
          </a:xfrm>
          <a:custGeom>
            <a:avLst/>
            <a:gdLst>
              <a:gd name="T0" fmla="*/ 178 w 196"/>
              <a:gd name="T1" fmla="*/ 79 h 194"/>
              <a:gd name="T2" fmla="*/ 167 w 196"/>
              <a:gd name="T3" fmla="*/ 144 h 194"/>
              <a:gd name="T4" fmla="*/ 98 w 196"/>
              <a:gd name="T5" fmla="*/ 194 h 194"/>
              <a:gd name="T6" fmla="*/ 29 w 196"/>
              <a:gd name="T7" fmla="*/ 144 h 194"/>
              <a:gd name="T8" fmla="*/ 18 w 196"/>
              <a:gd name="T9" fmla="*/ 79 h 194"/>
              <a:gd name="T10" fmla="*/ 98 w 196"/>
              <a:gd name="T11" fmla="*/ 0 h 194"/>
              <a:gd name="T12" fmla="*/ 178 w 196"/>
              <a:gd name="T13" fmla="*/ 79 h 194"/>
            </a:gdLst>
            <a:ahLst/>
            <a:cxnLst>
              <a:cxn ang="0">
                <a:pos x="T0" y="T1"/>
              </a:cxn>
              <a:cxn ang="0">
                <a:pos x="T2" y="T3"/>
              </a:cxn>
              <a:cxn ang="0">
                <a:pos x="T4" y="T5"/>
              </a:cxn>
              <a:cxn ang="0">
                <a:pos x="T6" y="T7"/>
              </a:cxn>
              <a:cxn ang="0">
                <a:pos x="T8" y="T9"/>
              </a:cxn>
              <a:cxn ang="0">
                <a:pos x="T10" y="T11"/>
              </a:cxn>
              <a:cxn ang="0">
                <a:pos x="T12" y="T13"/>
              </a:cxn>
            </a:cxnLst>
            <a:rect l="0" t="0" r="r" b="b"/>
            <a:pathLst>
              <a:path w="196" h="194">
                <a:moveTo>
                  <a:pt x="178" y="79"/>
                </a:moveTo>
                <a:cubicBezTo>
                  <a:pt x="196" y="94"/>
                  <a:pt x="190" y="140"/>
                  <a:pt x="167" y="144"/>
                </a:cubicBezTo>
                <a:cubicBezTo>
                  <a:pt x="154" y="173"/>
                  <a:pt x="131" y="194"/>
                  <a:pt x="98" y="194"/>
                </a:cubicBezTo>
                <a:cubicBezTo>
                  <a:pt x="66" y="194"/>
                  <a:pt x="42" y="173"/>
                  <a:pt x="29" y="144"/>
                </a:cubicBezTo>
                <a:cubicBezTo>
                  <a:pt x="6" y="140"/>
                  <a:pt x="0" y="94"/>
                  <a:pt x="18" y="79"/>
                </a:cubicBezTo>
                <a:cubicBezTo>
                  <a:pt x="22" y="37"/>
                  <a:pt x="47" y="0"/>
                  <a:pt x="98" y="0"/>
                </a:cubicBezTo>
                <a:cubicBezTo>
                  <a:pt x="149" y="0"/>
                  <a:pt x="174" y="37"/>
                  <a:pt x="178" y="7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10"/>
          <p:cNvSpPr>
            <a:spLocks/>
          </p:cNvSpPr>
          <p:nvPr/>
        </p:nvSpPr>
        <p:spPr bwMode="auto">
          <a:xfrm>
            <a:off x="8655050" y="5838825"/>
            <a:ext cx="593725" cy="361950"/>
          </a:xfrm>
          <a:custGeom>
            <a:avLst/>
            <a:gdLst>
              <a:gd name="T0" fmla="*/ 92 w 187"/>
              <a:gd name="T1" fmla="*/ 6 h 114"/>
              <a:gd name="T2" fmla="*/ 29 w 187"/>
              <a:gd name="T3" fmla="*/ 94 h 114"/>
              <a:gd name="T4" fmla="*/ 24 w 187"/>
              <a:gd name="T5" fmla="*/ 98 h 114"/>
              <a:gd name="T6" fmla="*/ 15 w 187"/>
              <a:gd name="T7" fmla="*/ 87 h 114"/>
              <a:gd name="T8" fmla="*/ 8 w 187"/>
              <a:gd name="T9" fmla="*/ 92 h 114"/>
              <a:gd name="T10" fmla="*/ 1 w 187"/>
              <a:gd name="T11" fmla="*/ 81 h 114"/>
              <a:gd name="T12" fmla="*/ 70 w 187"/>
              <a:gd name="T13" fmla="*/ 1 h 114"/>
              <a:gd name="T14" fmla="*/ 117 w 187"/>
              <a:gd name="T15" fmla="*/ 1 h 114"/>
              <a:gd name="T16" fmla="*/ 185 w 187"/>
              <a:gd name="T17" fmla="*/ 81 h 114"/>
              <a:gd name="T18" fmla="*/ 178 w 187"/>
              <a:gd name="T19" fmla="*/ 92 h 114"/>
              <a:gd name="T20" fmla="*/ 172 w 187"/>
              <a:gd name="T21" fmla="*/ 87 h 114"/>
              <a:gd name="T22" fmla="*/ 162 w 187"/>
              <a:gd name="T23" fmla="*/ 98 h 114"/>
              <a:gd name="T24" fmla="*/ 158 w 187"/>
              <a:gd name="T25" fmla="*/ 94 h 114"/>
              <a:gd name="T26" fmla="*/ 95 w 187"/>
              <a:gd name="T27" fmla="*/ 6 h 114"/>
              <a:gd name="T28" fmla="*/ 92 w 187"/>
              <a:gd name="T29" fmla="*/ 6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7" h="114">
                <a:moveTo>
                  <a:pt x="92" y="6"/>
                </a:moveTo>
                <a:cubicBezTo>
                  <a:pt x="59" y="6"/>
                  <a:pt x="27" y="54"/>
                  <a:pt x="29" y="94"/>
                </a:cubicBezTo>
                <a:cubicBezTo>
                  <a:pt x="30" y="114"/>
                  <a:pt x="28" y="109"/>
                  <a:pt x="24" y="98"/>
                </a:cubicBezTo>
                <a:cubicBezTo>
                  <a:pt x="22" y="92"/>
                  <a:pt x="19" y="87"/>
                  <a:pt x="15" y="87"/>
                </a:cubicBezTo>
                <a:cubicBezTo>
                  <a:pt x="11" y="87"/>
                  <a:pt x="9" y="89"/>
                  <a:pt x="8" y="92"/>
                </a:cubicBezTo>
                <a:cubicBezTo>
                  <a:pt x="5" y="97"/>
                  <a:pt x="0" y="92"/>
                  <a:pt x="1" y="81"/>
                </a:cubicBezTo>
                <a:cubicBezTo>
                  <a:pt x="5" y="50"/>
                  <a:pt x="37" y="5"/>
                  <a:pt x="70" y="1"/>
                </a:cubicBezTo>
                <a:cubicBezTo>
                  <a:pt x="83" y="0"/>
                  <a:pt x="105" y="0"/>
                  <a:pt x="117" y="1"/>
                </a:cubicBezTo>
                <a:cubicBezTo>
                  <a:pt x="150" y="6"/>
                  <a:pt x="181" y="50"/>
                  <a:pt x="185" y="81"/>
                </a:cubicBezTo>
                <a:cubicBezTo>
                  <a:pt x="187" y="92"/>
                  <a:pt x="181" y="97"/>
                  <a:pt x="178" y="92"/>
                </a:cubicBezTo>
                <a:cubicBezTo>
                  <a:pt x="177" y="89"/>
                  <a:pt x="175" y="87"/>
                  <a:pt x="172" y="87"/>
                </a:cubicBezTo>
                <a:cubicBezTo>
                  <a:pt x="167" y="87"/>
                  <a:pt x="164" y="92"/>
                  <a:pt x="162" y="98"/>
                </a:cubicBezTo>
                <a:cubicBezTo>
                  <a:pt x="158" y="109"/>
                  <a:pt x="157" y="114"/>
                  <a:pt x="158" y="94"/>
                </a:cubicBezTo>
                <a:cubicBezTo>
                  <a:pt x="159" y="55"/>
                  <a:pt x="128" y="7"/>
                  <a:pt x="95" y="6"/>
                </a:cubicBezTo>
                <a:lnTo>
                  <a:pt x="92" y="6"/>
                </a:ln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1"/>
          <p:cNvSpPr>
            <a:spLocks/>
          </p:cNvSpPr>
          <p:nvPr/>
        </p:nvSpPr>
        <p:spPr bwMode="auto">
          <a:xfrm>
            <a:off x="8702675" y="5819775"/>
            <a:ext cx="565150" cy="307975"/>
          </a:xfrm>
          <a:custGeom>
            <a:avLst/>
            <a:gdLst>
              <a:gd name="T0" fmla="*/ 14 w 178"/>
              <a:gd name="T1" fmla="*/ 97 h 97"/>
              <a:gd name="T2" fmla="*/ 143 w 178"/>
              <a:gd name="T3" fmla="*/ 97 h 97"/>
              <a:gd name="T4" fmla="*/ 78 w 178"/>
              <a:gd name="T5" fmla="*/ 0 h 97"/>
              <a:gd name="T6" fmla="*/ 14 w 178"/>
              <a:gd name="T7" fmla="*/ 97 h 97"/>
            </a:gdLst>
            <a:ahLst/>
            <a:cxnLst>
              <a:cxn ang="0">
                <a:pos x="T0" y="T1"/>
              </a:cxn>
              <a:cxn ang="0">
                <a:pos x="T2" y="T3"/>
              </a:cxn>
              <a:cxn ang="0">
                <a:pos x="T4" y="T5"/>
              </a:cxn>
              <a:cxn ang="0">
                <a:pos x="T6" y="T7"/>
              </a:cxn>
            </a:cxnLst>
            <a:rect l="0" t="0" r="r" b="b"/>
            <a:pathLst>
              <a:path w="178" h="97">
                <a:moveTo>
                  <a:pt x="14" y="97"/>
                </a:moveTo>
                <a:cubicBezTo>
                  <a:pt x="12" y="1"/>
                  <a:pt x="147" y="11"/>
                  <a:pt x="143" y="97"/>
                </a:cubicBezTo>
                <a:cubicBezTo>
                  <a:pt x="178" y="55"/>
                  <a:pt x="142" y="0"/>
                  <a:pt x="78" y="0"/>
                </a:cubicBezTo>
                <a:cubicBezTo>
                  <a:pt x="15" y="0"/>
                  <a:pt x="0" y="54"/>
                  <a:pt x="14" y="97"/>
                </a:cubicBez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12"/>
          <p:cNvSpPr>
            <a:spLocks/>
          </p:cNvSpPr>
          <p:nvPr/>
        </p:nvSpPr>
        <p:spPr bwMode="auto">
          <a:xfrm>
            <a:off x="8712200" y="5803900"/>
            <a:ext cx="568325" cy="476250"/>
          </a:xfrm>
          <a:custGeom>
            <a:avLst/>
            <a:gdLst>
              <a:gd name="T0" fmla="*/ 119 w 179"/>
              <a:gd name="T1" fmla="*/ 44 h 150"/>
              <a:gd name="T2" fmla="*/ 163 w 179"/>
              <a:gd name="T3" fmla="*/ 133 h 150"/>
              <a:gd name="T4" fmla="*/ 60 w 179"/>
              <a:gd name="T5" fmla="*/ 106 h 150"/>
              <a:gd name="T6" fmla="*/ 16 w 179"/>
              <a:gd name="T7" fmla="*/ 17 h 150"/>
              <a:gd name="T8" fmla="*/ 119 w 179"/>
              <a:gd name="T9" fmla="*/ 44 h 150"/>
            </a:gdLst>
            <a:ahLst/>
            <a:cxnLst>
              <a:cxn ang="0">
                <a:pos x="T0" y="T1"/>
              </a:cxn>
              <a:cxn ang="0">
                <a:pos x="T2" y="T3"/>
              </a:cxn>
              <a:cxn ang="0">
                <a:pos x="T4" y="T5"/>
              </a:cxn>
              <a:cxn ang="0">
                <a:pos x="T6" y="T7"/>
              </a:cxn>
              <a:cxn ang="0">
                <a:pos x="T8" y="T9"/>
              </a:cxn>
            </a:cxnLst>
            <a:rect l="0" t="0" r="r" b="b"/>
            <a:pathLst>
              <a:path w="179" h="150">
                <a:moveTo>
                  <a:pt x="119" y="44"/>
                </a:moveTo>
                <a:cubicBezTo>
                  <a:pt x="160" y="76"/>
                  <a:pt x="179" y="116"/>
                  <a:pt x="163" y="133"/>
                </a:cubicBezTo>
                <a:cubicBezTo>
                  <a:pt x="147" y="150"/>
                  <a:pt x="101" y="138"/>
                  <a:pt x="60" y="106"/>
                </a:cubicBezTo>
                <a:cubicBezTo>
                  <a:pt x="19" y="74"/>
                  <a:pt x="0" y="34"/>
                  <a:pt x="16" y="17"/>
                </a:cubicBezTo>
                <a:cubicBezTo>
                  <a:pt x="32" y="0"/>
                  <a:pt x="78" y="12"/>
                  <a:pt x="119" y="44"/>
                </a:cubicBez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3"/>
          <p:cNvSpPr>
            <a:spLocks/>
          </p:cNvSpPr>
          <p:nvPr/>
        </p:nvSpPr>
        <p:spPr bwMode="auto">
          <a:xfrm>
            <a:off x="8696325" y="5886450"/>
            <a:ext cx="269875" cy="279400"/>
          </a:xfrm>
          <a:custGeom>
            <a:avLst/>
            <a:gdLst>
              <a:gd name="T0" fmla="*/ 18 w 85"/>
              <a:gd name="T1" fmla="*/ 21 h 88"/>
              <a:gd name="T2" fmla="*/ 16 w 85"/>
              <a:gd name="T3" fmla="*/ 88 h 88"/>
              <a:gd name="T4" fmla="*/ 45 w 85"/>
              <a:gd name="T5" fmla="*/ 39 h 88"/>
              <a:gd name="T6" fmla="*/ 79 w 85"/>
              <a:gd name="T7" fmla="*/ 14 h 88"/>
              <a:gd name="T8" fmla="*/ 18 w 85"/>
              <a:gd name="T9" fmla="*/ 21 h 88"/>
            </a:gdLst>
            <a:ahLst/>
            <a:cxnLst>
              <a:cxn ang="0">
                <a:pos x="T0" y="T1"/>
              </a:cxn>
              <a:cxn ang="0">
                <a:pos x="T2" y="T3"/>
              </a:cxn>
              <a:cxn ang="0">
                <a:pos x="T4" y="T5"/>
              </a:cxn>
              <a:cxn ang="0">
                <a:pos x="T6" y="T7"/>
              </a:cxn>
              <a:cxn ang="0">
                <a:pos x="T8" y="T9"/>
              </a:cxn>
            </a:cxnLst>
            <a:rect l="0" t="0" r="r" b="b"/>
            <a:pathLst>
              <a:path w="85" h="88">
                <a:moveTo>
                  <a:pt x="18" y="21"/>
                </a:moveTo>
                <a:cubicBezTo>
                  <a:pt x="0" y="41"/>
                  <a:pt x="9" y="87"/>
                  <a:pt x="16" y="88"/>
                </a:cubicBezTo>
                <a:cubicBezTo>
                  <a:pt x="21" y="68"/>
                  <a:pt x="27" y="59"/>
                  <a:pt x="45" y="39"/>
                </a:cubicBezTo>
                <a:cubicBezTo>
                  <a:pt x="62" y="18"/>
                  <a:pt x="85" y="15"/>
                  <a:pt x="79" y="14"/>
                </a:cubicBezTo>
                <a:cubicBezTo>
                  <a:pt x="72" y="12"/>
                  <a:pt x="35" y="0"/>
                  <a:pt x="18" y="21"/>
                </a:cubicBez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4"/>
          <p:cNvSpPr>
            <a:spLocks/>
          </p:cNvSpPr>
          <p:nvPr/>
        </p:nvSpPr>
        <p:spPr bwMode="auto">
          <a:xfrm>
            <a:off x="6842125" y="5902325"/>
            <a:ext cx="1689100" cy="952500"/>
          </a:xfrm>
          <a:custGeom>
            <a:avLst/>
            <a:gdLst>
              <a:gd name="T0" fmla="*/ 20 w 532"/>
              <a:gd name="T1" fmla="*/ 300 h 300"/>
              <a:gd name="T2" fmla="*/ 2 w 532"/>
              <a:gd name="T3" fmla="*/ 250 h 300"/>
              <a:gd name="T4" fmla="*/ 152 w 532"/>
              <a:gd name="T5" fmla="*/ 145 h 300"/>
              <a:gd name="T6" fmla="*/ 185 w 532"/>
              <a:gd name="T7" fmla="*/ 0 h 300"/>
              <a:gd name="T8" fmla="*/ 347 w 532"/>
              <a:gd name="T9" fmla="*/ 0 h 300"/>
              <a:gd name="T10" fmla="*/ 380 w 532"/>
              <a:gd name="T11" fmla="*/ 145 h 300"/>
              <a:gd name="T12" fmla="*/ 530 w 532"/>
              <a:gd name="T13" fmla="*/ 250 h 300"/>
              <a:gd name="T14" fmla="*/ 512 w 532"/>
              <a:gd name="T15" fmla="*/ 300 h 300"/>
              <a:gd name="T16" fmla="*/ 20 w 532"/>
              <a:gd name="T17" fmla="*/ 300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2" h="300">
                <a:moveTo>
                  <a:pt x="20" y="300"/>
                </a:moveTo>
                <a:cubicBezTo>
                  <a:pt x="10" y="283"/>
                  <a:pt x="3" y="267"/>
                  <a:pt x="2" y="250"/>
                </a:cubicBezTo>
                <a:cubicBezTo>
                  <a:pt x="0" y="176"/>
                  <a:pt x="89" y="169"/>
                  <a:pt x="152" y="145"/>
                </a:cubicBezTo>
                <a:cubicBezTo>
                  <a:pt x="215" y="120"/>
                  <a:pt x="186" y="58"/>
                  <a:pt x="185" y="0"/>
                </a:cubicBezTo>
                <a:cubicBezTo>
                  <a:pt x="347" y="0"/>
                  <a:pt x="347" y="0"/>
                  <a:pt x="347" y="0"/>
                </a:cubicBezTo>
                <a:cubicBezTo>
                  <a:pt x="346" y="58"/>
                  <a:pt x="318" y="120"/>
                  <a:pt x="380" y="145"/>
                </a:cubicBezTo>
                <a:cubicBezTo>
                  <a:pt x="443" y="169"/>
                  <a:pt x="532" y="176"/>
                  <a:pt x="530" y="250"/>
                </a:cubicBezTo>
                <a:cubicBezTo>
                  <a:pt x="529" y="267"/>
                  <a:pt x="523" y="283"/>
                  <a:pt x="512" y="300"/>
                </a:cubicBezTo>
                <a:lnTo>
                  <a:pt x="20" y="300"/>
                </a:lnTo>
                <a:close/>
              </a:path>
            </a:pathLst>
          </a:custGeom>
          <a:solidFill>
            <a:srgbClr val="936C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5"/>
          <p:cNvSpPr>
            <a:spLocks/>
          </p:cNvSpPr>
          <p:nvPr/>
        </p:nvSpPr>
        <p:spPr bwMode="auto">
          <a:xfrm>
            <a:off x="6870700" y="5972175"/>
            <a:ext cx="1622425" cy="882650"/>
          </a:xfrm>
          <a:custGeom>
            <a:avLst/>
            <a:gdLst>
              <a:gd name="T0" fmla="*/ 34 w 511"/>
              <a:gd name="T1" fmla="*/ 186 h 278"/>
              <a:gd name="T2" fmla="*/ 156 w 511"/>
              <a:gd name="T3" fmla="*/ 137 h 278"/>
              <a:gd name="T4" fmla="*/ 206 w 511"/>
              <a:gd name="T5" fmla="*/ 7 h 278"/>
              <a:gd name="T6" fmla="*/ 309 w 511"/>
              <a:gd name="T7" fmla="*/ 0 h 278"/>
              <a:gd name="T8" fmla="*/ 354 w 511"/>
              <a:gd name="T9" fmla="*/ 137 h 278"/>
              <a:gd name="T10" fmla="*/ 480 w 511"/>
              <a:gd name="T11" fmla="*/ 184 h 278"/>
              <a:gd name="T12" fmla="*/ 485 w 511"/>
              <a:gd name="T13" fmla="*/ 278 h 278"/>
              <a:gd name="T14" fmla="*/ 31 w 511"/>
              <a:gd name="T15" fmla="*/ 278 h 278"/>
              <a:gd name="T16" fmla="*/ 34 w 511"/>
              <a:gd name="T17" fmla="*/ 186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1" h="278">
                <a:moveTo>
                  <a:pt x="34" y="186"/>
                </a:moveTo>
                <a:cubicBezTo>
                  <a:pt x="58" y="162"/>
                  <a:pt x="110" y="153"/>
                  <a:pt x="156" y="137"/>
                </a:cubicBezTo>
                <a:cubicBezTo>
                  <a:pt x="203" y="121"/>
                  <a:pt x="209" y="49"/>
                  <a:pt x="206" y="7"/>
                </a:cubicBezTo>
                <a:cubicBezTo>
                  <a:pt x="309" y="0"/>
                  <a:pt x="309" y="0"/>
                  <a:pt x="309" y="0"/>
                </a:cubicBezTo>
                <a:cubicBezTo>
                  <a:pt x="305" y="42"/>
                  <a:pt x="308" y="118"/>
                  <a:pt x="354" y="137"/>
                </a:cubicBezTo>
                <a:cubicBezTo>
                  <a:pt x="401" y="156"/>
                  <a:pt x="452" y="162"/>
                  <a:pt x="480" y="184"/>
                </a:cubicBezTo>
                <a:cubicBezTo>
                  <a:pt x="511" y="209"/>
                  <a:pt x="503" y="247"/>
                  <a:pt x="485" y="278"/>
                </a:cubicBezTo>
                <a:cubicBezTo>
                  <a:pt x="31" y="278"/>
                  <a:pt x="31" y="278"/>
                  <a:pt x="31" y="278"/>
                </a:cubicBezTo>
                <a:cubicBezTo>
                  <a:pt x="14" y="245"/>
                  <a:pt x="0" y="219"/>
                  <a:pt x="34" y="186"/>
                </a:cubicBezTo>
                <a:close/>
              </a:path>
            </a:pathLst>
          </a:custGeom>
          <a:solidFill>
            <a:srgbClr val="936C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6"/>
          <p:cNvSpPr>
            <a:spLocks/>
          </p:cNvSpPr>
          <p:nvPr/>
        </p:nvSpPr>
        <p:spPr bwMode="auto">
          <a:xfrm>
            <a:off x="7369175" y="6213475"/>
            <a:ext cx="641350" cy="533400"/>
          </a:xfrm>
          <a:custGeom>
            <a:avLst/>
            <a:gdLst>
              <a:gd name="T0" fmla="*/ 101 w 202"/>
              <a:gd name="T1" fmla="*/ 168 h 168"/>
              <a:gd name="T2" fmla="*/ 0 w 202"/>
              <a:gd name="T3" fmla="*/ 61 h 168"/>
              <a:gd name="T4" fmla="*/ 44 w 202"/>
              <a:gd name="T5" fmla="*/ 3 h 168"/>
              <a:gd name="T6" fmla="*/ 101 w 202"/>
              <a:gd name="T7" fmla="*/ 0 h 168"/>
              <a:gd name="T8" fmla="*/ 158 w 202"/>
              <a:gd name="T9" fmla="*/ 3 h 168"/>
              <a:gd name="T10" fmla="*/ 202 w 202"/>
              <a:gd name="T11" fmla="*/ 61 h 168"/>
              <a:gd name="T12" fmla="*/ 101 w 202"/>
              <a:gd name="T13" fmla="*/ 168 h 168"/>
            </a:gdLst>
            <a:ahLst/>
            <a:cxnLst>
              <a:cxn ang="0">
                <a:pos x="T0" y="T1"/>
              </a:cxn>
              <a:cxn ang="0">
                <a:pos x="T2" y="T3"/>
              </a:cxn>
              <a:cxn ang="0">
                <a:pos x="T4" y="T5"/>
              </a:cxn>
              <a:cxn ang="0">
                <a:pos x="T6" y="T7"/>
              </a:cxn>
              <a:cxn ang="0">
                <a:pos x="T8" y="T9"/>
              </a:cxn>
              <a:cxn ang="0">
                <a:pos x="T10" y="T11"/>
              </a:cxn>
              <a:cxn ang="0">
                <a:pos x="T12" y="T13"/>
              </a:cxn>
            </a:cxnLst>
            <a:rect l="0" t="0" r="r" b="b"/>
            <a:pathLst>
              <a:path w="202" h="168">
                <a:moveTo>
                  <a:pt x="101" y="168"/>
                </a:moveTo>
                <a:cubicBezTo>
                  <a:pt x="59" y="151"/>
                  <a:pt x="7" y="122"/>
                  <a:pt x="0" y="61"/>
                </a:cubicBezTo>
                <a:cubicBezTo>
                  <a:pt x="24" y="52"/>
                  <a:pt x="37" y="29"/>
                  <a:pt x="44" y="3"/>
                </a:cubicBezTo>
                <a:cubicBezTo>
                  <a:pt x="62" y="1"/>
                  <a:pt x="81" y="0"/>
                  <a:pt x="101" y="0"/>
                </a:cubicBezTo>
                <a:cubicBezTo>
                  <a:pt x="121" y="0"/>
                  <a:pt x="140" y="1"/>
                  <a:pt x="158" y="3"/>
                </a:cubicBezTo>
                <a:cubicBezTo>
                  <a:pt x="165" y="29"/>
                  <a:pt x="178" y="52"/>
                  <a:pt x="202" y="61"/>
                </a:cubicBezTo>
                <a:cubicBezTo>
                  <a:pt x="195" y="122"/>
                  <a:pt x="143" y="151"/>
                  <a:pt x="101" y="16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7"/>
          <p:cNvSpPr>
            <a:spLocks noEditPoints="1"/>
          </p:cNvSpPr>
          <p:nvPr/>
        </p:nvSpPr>
        <p:spPr bwMode="auto">
          <a:xfrm>
            <a:off x="7188200" y="5219700"/>
            <a:ext cx="996950" cy="1063625"/>
          </a:xfrm>
          <a:custGeom>
            <a:avLst/>
            <a:gdLst>
              <a:gd name="T0" fmla="*/ 296 w 314"/>
              <a:gd name="T1" fmla="*/ 134 h 335"/>
              <a:gd name="T2" fmla="*/ 312 w 314"/>
              <a:gd name="T3" fmla="*/ 169 h 335"/>
              <a:gd name="T4" fmla="*/ 311 w 314"/>
              <a:gd name="T5" fmla="*/ 205 h 335"/>
              <a:gd name="T6" fmla="*/ 296 w 314"/>
              <a:gd name="T7" fmla="*/ 238 h 335"/>
              <a:gd name="T8" fmla="*/ 276 w 314"/>
              <a:gd name="T9" fmla="*/ 253 h 335"/>
              <a:gd name="T10" fmla="*/ 228 w 314"/>
              <a:gd name="T11" fmla="*/ 312 h 335"/>
              <a:gd name="T12" fmla="*/ 157 w 314"/>
              <a:gd name="T13" fmla="*/ 335 h 335"/>
              <a:gd name="T14" fmla="*/ 157 w 314"/>
              <a:gd name="T15" fmla="*/ 312 h 335"/>
              <a:gd name="T16" fmla="*/ 215 w 314"/>
              <a:gd name="T17" fmla="*/ 293 h 335"/>
              <a:gd name="T18" fmla="*/ 257 w 314"/>
              <a:gd name="T19" fmla="*/ 238 h 335"/>
              <a:gd name="T20" fmla="*/ 266 w 314"/>
              <a:gd name="T21" fmla="*/ 231 h 335"/>
              <a:gd name="T22" fmla="*/ 279 w 314"/>
              <a:gd name="T23" fmla="*/ 223 h 335"/>
              <a:gd name="T24" fmla="*/ 289 w 314"/>
              <a:gd name="T25" fmla="*/ 200 h 335"/>
              <a:gd name="T26" fmla="*/ 289 w 314"/>
              <a:gd name="T27" fmla="*/ 173 h 335"/>
              <a:gd name="T28" fmla="*/ 278 w 314"/>
              <a:gd name="T29" fmla="*/ 148 h 335"/>
              <a:gd name="T30" fmla="*/ 278 w 314"/>
              <a:gd name="T31" fmla="*/ 148 h 335"/>
              <a:gd name="T32" fmla="*/ 273 w 314"/>
              <a:gd name="T33" fmla="*/ 140 h 335"/>
              <a:gd name="T34" fmla="*/ 237 w 314"/>
              <a:gd name="T35" fmla="*/ 54 h 335"/>
              <a:gd name="T36" fmla="*/ 157 w 314"/>
              <a:gd name="T37" fmla="*/ 23 h 335"/>
              <a:gd name="T38" fmla="*/ 157 w 314"/>
              <a:gd name="T39" fmla="*/ 0 h 335"/>
              <a:gd name="T40" fmla="*/ 253 w 314"/>
              <a:gd name="T41" fmla="*/ 37 h 335"/>
              <a:gd name="T42" fmla="*/ 296 w 314"/>
              <a:gd name="T43" fmla="*/ 134 h 335"/>
              <a:gd name="T44" fmla="*/ 157 w 314"/>
              <a:gd name="T45" fmla="*/ 335 h 335"/>
              <a:gd name="T46" fmla="*/ 86 w 314"/>
              <a:gd name="T47" fmla="*/ 312 h 335"/>
              <a:gd name="T48" fmla="*/ 38 w 314"/>
              <a:gd name="T49" fmla="*/ 253 h 335"/>
              <a:gd name="T50" fmla="*/ 18 w 314"/>
              <a:gd name="T51" fmla="*/ 238 h 335"/>
              <a:gd name="T52" fmla="*/ 3 w 314"/>
              <a:gd name="T53" fmla="*/ 205 h 335"/>
              <a:gd name="T54" fmla="*/ 2 w 314"/>
              <a:gd name="T55" fmla="*/ 169 h 335"/>
              <a:gd name="T56" fmla="*/ 19 w 314"/>
              <a:gd name="T57" fmla="*/ 134 h 335"/>
              <a:gd name="T58" fmla="*/ 61 w 314"/>
              <a:gd name="T59" fmla="*/ 37 h 335"/>
              <a:gd name="T60" fmla="*/ 157 w 314"/>
              <a:gd name="T61" fmla="*/ 0 h 335"/>
              <a:gd name="T62" fmla="*/ 157 w 314"/>
              <a:gd name="T63" fmla="*/ 23 h 335"/>
              <a:gd name="T64" fmla="*/ 78 w 314"/>
              <a:gd name="T65" fmla="*/ 54 h 335"/>
              <a:gd name="T66" fmla="*/ 41 w 314"/>
              <a:gd name="T67" fmla="*/ 140 h 335"/>
              <a:gd name="T68" fmla="*/ 37 w 314"/>
              <a:gd name="T69" fmla="*/ 148 h 335"/>
              <a:gd name="T70" fmla="*/ 25 w 314"/>
              <a:gd name="T71" fmla="*/ 173 h 335"/>
              <a:gd name="T72" fmla="*/ 26 w 314"/>
              <a:gd name="T73" fmla="*/ 200 h 335"/>
              <a:gd name="T74" fmla="*/ 36 w 314"/>
              <a:gd name="T75" fmla="*/ 223 h 335"/>
              <a:gd name="T76" fmla="*/ 48 w 314"/>
              <a:gd name="T77" fmla="*/ 231 h 335"/>
              <a:gd name="T78" fmla="*/ 48 w 314"/>
              <a:gd name="T79" fmla="*/ 231 h 335"/>
              <a:gd name="T80" fmla="*/ 57 w 314"/>
              <a:gd name="T81" fmla="*/ 238 h 335"/>
              <a:gd name="T82" fmla="*/ 100 w 314"/>
              <a:gd name="T83" fmla="*/ 293 h 335"/>
              <a:gd name="T84" fmla="*/ 157 w 314"/>
              <a:gd name="T85" fmla="*/ 312 h 335"/>
              <a:gd name="T86" fmla="*/ 157 w 314"/>
              <a:gd name="T87" fmla="*/ 335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14" h="335">
                <a:moveTo>
                  <a:pt x="296" y="134"/>
                </a:moveTo>
                <a:cubicBezTo>
                  <a:pt x="305" y="143"/>
                  <a:pt x="310" y="155"/>
                  <a:pt x="312" y="169"/>
                </a:cubicBezTo>
                <a:cubicBezTo>
                  <a:pt x="314" y="181"/>
                  <a:pt x="314" y="193"/>
                  <a:pt x="311" y="205"/>
                </a:cubicBezTo>
                <a:cubicBezTo>
                  <a:pt x="308" y="217"/>
                  <a:pt x="304" y="229"/>
                  <a:pt x="296" y="238"/>
                </a:cubicBezTo>
                <a:cubicBezTo>
                  <a:pt x="291" y="245"/>
                  <a:pt x="284" y="250"/>
                  <a:pt x="276" y="253"/>
                </a:cubicBezTo>
                <a:cubicBezTo>
                  <a:pt x="264" y="276"/>
                  <a:pt x="248" y="297"/>
                  <a:pt x="228" y="312"/>
                </a:cubicBezTo>
                <a:cubicBezTo>
                  <a:pt x="208" y="326"/>
                  <a:pt x="184" y="335"/>
                  <a:pt x="157" y="335"/>
                </a:cubicBezTo>
                <a:cubicBezTo>
                  <a:pt x="157" y="312"/>
                  <a:pt x="157" y="312"/>
                  <a:pt x="157" y="312"/>
                </a:cubicBezTo>
                <a:cubicBezTo>
                  <a:pt x="179" y="312"/>
                  <a:pt x="199" y="305"/>
                  <a:pt x="215" y="293"/>
                </a:cubicBezTo>
                <a:cubicBezTo>
                  <a:pt x="233" y="280"/>
                  <a:pt x="247" y="261"/>
                  <a:pt x="257" y="238"/>
                </a:cubicBezTo>
                <a:cubicBezTo>
                  <a:pt x="258" y="235"/>
                  <a:pt x="262" y="232"/>
                  <a:pt x="266" y="231"/>
                </a:cubicBezTo>
                <a:cubicBezTo>
                  <a:pt x="271" y="231"/>
                  <a:pt x="275" y="228"/>
                  <a:pt x="279" y="223"/>
                </a:cubicBezTo>
                <a:cubicBezTo>
                  <a:pt x="283" y="217"/>
                  <a:pt x="287" y="209"/>
                  <a:pt x="289" y="200"/>
                </a:cubicBezTo>
                <a:cubicBezTo>
                  <a:pt x="291" y="191"/>
                  <a:pt x="291" y="182"/>
                  <a:pt x="289" y="173"/>
                </a:cubicBezTo>
                <a:cubicBezTo>
                  <a:pt x="288" y="162"/>
                  <a:pt x="284" y="153"/>
                  <a:pt x="278" y="148"/>
                </a:cubicBezTo>
                <a:cubicBezTo>
                  <a:pt x="278" y="148"/>
                  <a:pt x="278" y="148"/>
                  <a:pt x="278" y="148"/>
                </a:cubicBezTo>
                <a:cubicBezTo>
                  <a:pt x="275" y="146"/>
                  <a:pt x="274" y="144"/>
                  <a:pt x="273" y="140"/>
                </a:cubicBezTo>
                <a:cubicBezTo>
                  <a:pt x="270" y="107"/>
                  <a:pt x="258" y="75"/>
                  <a:pt x="237" y="54"/>
                </a:cubicBezTo>
                <a:cubicBezTo>
                  <a:pt x="218" y="35"/>
                  <a:pt x="192" y="23"/>
                  <a:pt x="157" y="23"/>
                </a:cubicBezTo>
                <a:cubicBezTo>
                  <a:pt x="157" y="0"/>
                  <a:pt x="157" y="0"/>
                  <a:pt x="157" y="0"/>
                </a:cubicBezTo>
                <a:cubicBezTo>
                  <a:pt x="198" y="0"/>
                  <a:pt x="230" y="15"/>
                  <a:pt x="253" y="37"/>
                </a:cubicBezTo>
                <a:cubicBezTo>
                  <a:pt x="278" y="62"/>
                  <a:pt x="292" y="97"/>
                  <a:pt x="296" y="134"/>
                </a:cubicBezTo>
                <a:close/>
                <a:moveTo>
                  <a:pt x="157" y="335"/>
                </a:moveTo>
                <a:cubicBezTo>
                  <a:pt x="130" y="335"/>
                  <a:pt x="106" y="326"/>
                  <a:pt x="86" y="312"/>
                </a:cubicBezTo>
                <a:cubicBezTo>
                  <a:pt x="66" y="297"/>
                  <a:pt x="50" y="276"/>
                  <a:pt x="38" y="253"/>
                </a:cubicBezTo>
                <a:cubicBezTo>
                  <a:pt x="30" y="250"/>
                  <a:pt x="23" y="245"/>
                  <a:pt x="18" y="238"/>
                </a:cubicBezTo>
                <a:cubicBezTo>
                  <a:pt x="11" y="229"/>
                  <a:pt x="6" y="217"/>
                  <a:pt x="3" y="205"/>
                </a:cubicBezTo>
                <a:cubicBezTo>
                  <a:pt x="1" y="193"/>
                  <a:pt x="0" y="181"/>
                  <a:pt x="2" y="169"/>
                </a:cubicBezTo>
                <a:cubicBezTo>
                  <a:pt x="4" y="155"/>
                  <a:pt x="10" y="143"/>
                  <a:pt x="19" y="134"/>
                </a:cubicBezTo>
                <a:cubicBezTo>
                  <a:pt x="23" y="97"/>
                  <a:pt x="37" y="62"/>
                  <a:pt x="61" y="37"/>
                </a:cubicBezTo>
                <a:cubicBezTo>
                  <a:pt x="84" y="15"/>
                  <a:pt x="116" y="0"/>
                  <a:pt x="157" y="0"/>
                </a:cubicBezTo>
                <a:cubicBezTo>
                  <a:pt x="157" y="23"/>
                  <a:pt x="157" y="23"/>
                  <a:pt x="157" y="23"/>
                </a:cubicBezTo>
                <a:cubicBezTo>
                  <a:pt x="122" y="23"/>
                  <a:pt x="96" y="35"/>
                  <a:pt x="78" y="54"/>
                </a:cubicBezTo>
                <a:cubicBezTo>
                  <a:pt x="56" y="75"/>
                  <a:pt x="44" y="107"/>
                  <a:pt x="41" y="140"/>
                </a:cubicBezTo>
                <a:cubicBezTo>
                  <a:pt x="41" y="143"/>
                  <a:pt x="39" y="146"/>
                  <a:pt x="37" y="148"/>
                </a:cubicBezTo>
                <a:cubicBezTo>
                  <a:pt x="30" y="153"/>
                  <a:pt x="26" y="162"/>
                  <a:pt x="25" y="173"/>
                </a:cubicBezTo>
                <a:cubicBezTo>
                  <a:pt x="23" y="182"/>
                  <a:pt x="24" y="191"/>
                  <a:pt x="26" y="200"/>
                </a:cubicBezTo>
                <a:cubicBezTo>
                  <a:pt x="28" y="209"/>
                  <a:pt x="31" y="217"/>
                  <a:pt x="36" y="223"/>
                </a:cubicBezTo>
                <a:cubicBezTo>
                  <a:pt x="39" y="228"/>
                  <a:pt x="43" y="231"/>
                  <a:pt x="48" y="231"/>
                </a:cubicBezTo>
                <a:cubicBezTo>
                  <a:pt x="48" y="231"/>
                  <a:pt x="48" y="231"/>
                  <a:pt x="48" y="231"/>
                </a:cubicBezTo>
                <a:cubicBezTo>
                  <a:pt x="52" y="232"/>
                  <a:pt x="55" y="234"/>
                  <a:pt x="57" y="238"/>
                </a:cubicBezTo>
                <a:cubicBezTo>
                  <a:pt x="67" y="260"/>
                  <a:pt x="81" y="280"/>
                  <a:pt x="100" y="293"/>
                </a:cubicBezTo>
                <a:cubicBezTo>
                  <a:pt x="116" y="305"/>
                  <a:pt x="135" y="312"/>
                  <a:pt x="157" y="312"/>
                </a:cubicBezTo>
                <a:lnTo>
                  <a:pt x="157" y="335"/>
                </a:lnTo>
                <a:close/>
              </a:path>
            </a:pathLst>
          </a:custGeom>
          <a:solidFill>
            <a:srgbClr val="936C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8"/>
          <p:cNvSpPr>
            <a:spLocks/>
          </p:cNvSpPr>
          <p:nvPr/>
        </p:nvSpPr>
        <p:spPr bwMode="auto">
          <a:xfrm>
            <a:off x="7188200" y="5257800"/>
            <a:ext cx="996950" cy="987425"/>
          </a:xfrm>
          <a:custGeom>
            <a:avLst/>
            <a:gdLst>
              <a:gd name="T0" fmla="*/ 285 w 314"/>
              <a:gd name="T1" fmla="*/ 127 h 311"/>
              <a:gd name="T2" fmla="*/ 268 w 314"/>
              <a:gd name="T3" fmla="*/ 231 h 311"/>
              <a:gd name="T4" fmla="*/ 157 w 314"/>
              <a:gd name="T5" fmla="*/ 311 h 311"/>
              <a:gd name="T6" fmla="*/ 47 w 314"/>
              <a:gd name="T7" fmla="*/ 231 h 311"/>
              <a:gd name="T8" fmla="*/ 30 w 314"/>
              <a:gd name="T9" fmla="*/ 127 h 311"/>
              <a:gd name="T10" fmla="*/ 157 w 314"/>
              <a:gd name="T11" fmla="*/ 0 h 311"/>
              <a:gd name="T12" fmla="*/ 285 w 314"/>
              <a:gd name="T13" fmla="*/ 127 h 311"/>
            </a:gdLst>
            <a:ahLst/>
            <a:cxnLst>
              <a:cxn ang="0">
                <a:pos x="T0" y="T1"/>
              </a:cxn>
              <a:cxn ang="0">
                <a:pos x="T2" y="T3"/>
              </a:cxn>
              <a:cxn ang="0">
                <a:pos x="T4" y="T5"/>
              </a:cxn>
              <a:cxn ang="0">
                <a:pos x="T6" y="T7"/>
              </a:cxn>
              <a:cxn ang="0">
                <a:pos x="T8" y="T9"/>
              </a:cxn>
              <a:cxn ang="0">
                <a:pos x="T10" y="T11"/>
              </a:cxn>
              <a:cxn ang="0">
                <a:pos x="T12" y="T13"/>
              </a:cxn>
            </a:cxnLst>
            <a:rect l="0" t="0" r="r" b="b"/>
            <a:pathLst>
              <a:path w="314" h="311">
                <a:moveTo>
                  <a:pt x="285" y="127"/>
                </a:moveTo>
                <a:cubicBezTo>
                  <a:pt x="314" y="151"/>
                  <a:pt x="304" y="225"/>
                  <a:pt x="268" y="231"/>
                </a:cubicBezTo>
                <a:cubicBezTo>
                  <a:pt x="247" y="277"/>
                  <a:pt x="209" y="311"/>
                  <a:pt x="157" y="311"/>
                </a:cubicBezTo>
                <a:cubicBezTo>
                  <a:pt x="105" y="311"/>
                  <a:pt x="67" y="277"/>
                  <a:pt x="47" y="231"/>
                </a:cubicBezTo>
                <a:cubicBezTo>
                  <a:pt x="10" y="225"/>
                  <a:pt x="0" y="151"/>
                  <a:pt x="30" y="127"/>
                </a:cubicBezTo>
                <a:cubicBezTo>
                  <a:pt x="36" y="60"/>
                  <a:pt x="76" y="0"/>
                  <a:pt x="157" y="0"/>
                </a:cubicBezTo>
                <a:cubicBezTo>
                  <a:pt x="239" y="0"/>
                  <a:pt x="279" y="60"/>
                  <a:pt x="285"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9"/>
          <p:cNvSpPr>
            <a:spLocks/>
          </p:cNvSpPr>
          <p:nvPr/>
        </p:nvSpPr>
        <p:spPr bwMode="auto">
          <a:xfrm>
            <a:off x="7213600" y="5226050"/>
            <a:ext cx="949325" cy="584200"/>
          </a:xfrm>
          <a:custGeom>
            <a:avLst/>
            <a:gdLst>
              <a:gd name="T0" fmla="*/ 147 w 299"/>
              <a:gd name="T1" fmla="*/ 10 h 184"/>
              <a:gd name="T2" fmla="*/ 47 w 299"/>
              <a:gd name="T3" fmla="*/ 151 h 184"/>
              <a:gd name="T4" fmla="*/ 39 w 299"/>
              <a:gd name="T5" fmla="*/ 158 h 184"/>
              <a:gd name="T6" fmla="*/ 23 w 299"/>
              <a:gd name="T7" fmla="*/ 139 h 184"/>
              <a:gd name="T8" fmla="*/ 13 w 299"/>
              <a:gd name="T9" fmla="*/ 147 h 184"/>
              <a:gd name="T10" fmla="*/ 2 w 299"/>
              <a:gd name="T11" fmla="*/ 131 h 184"/>
              <a:gd name="T12" fmla="*/ 112 w 299"/>
              <a:gd name="T13" fmla="*/ 3 h 184"/>
              <a:gd name="T14" fmla="*/ 187 w 299"/>
              <a:gd name="T15" fmla="*/ 3 h 184"/>
              <a:gd name="T16" fmla="*/ 297 w 299"/>
              <a:gd name="T17" fmla="*/ 131 h 184"/>
              <a:gd name="T18" fmla="*/ 286 w 299"/>
              <a:gd name="T19" fmla="*/ 147 h 184"/>
              <a:gd name="T20" fmla="*/ 275 w 299"/>
              <a:gd name="T21" fmla="*/ 139 h 184"/>
              <a:gd name="T22" fmla="*/ 259 w 299"/>
              <a:gd name="T23" fmla="*/ 158 h 184"/>
              <a:gd name="T24" fmla="*/ 252 w 299"/>
              <a:gd name="T25" fmla="*/ 151 h 184"/>
              <a:gd name="T26" fmla="*/ 152 w 299"/>
              <a:gd name="T27" fmla="*/ 10 h 184"/>
              <a:gd name="T28" fmla="*/ 147 w 299"/>
              <a:gd name="T29" fmla="*/ 1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9" h="184">
                <a:moveTo>
                  <a:pt x="147" y="10"/>
                </a:moveTo>
                <a:cubicBezTo>
                  <a:pt x="94" y="11"/>
                  <a:pt x="44" y="88"/>
                  <a:pt x="47" y="151"/>
                </a:cubicBezTo>
                <a:cubicBezTo>
                  <a:pt x="48" y="184"/>
                  <a:pt x="45" y="175"/>
                  <a:pt x="39" y="158"/>
                </a:cubicBezTo>
                <a:cubicBezTo>
                  <a:pt x="36" y="149"/>
                  <a:pt x="31" y="139"/>
                  <a:pt x="23" y="139"/>
                </a:cubicBezTo>
                <a:cubicBezTo>
                  <a:pt x="18" y="139"/>
                  <a:pt x="14" y="144"/>
                  <a:pt x="13" y="147"/>
                </a:cubicBezTo>
                <a:cubicBezTo>
                  <a:pt x="9" y="156"/>
                  <a:pt x="0" y="147"/>
                  <a:pt x="2" y="131"/>
                </a:cubicBezTo>
                <a:cubicBezTo>
                  <a:pt x="8" y="81"/>
                  <a:pt x="59" y="10"/>
                  <a:pt x="112" y="3"/>
                </a:cubicBezTo>
                <a:cubicBezTo>
                  <a:pt x="133" y="0"/>
                  <a:pt x="168" y="0"/>
                  <a:pt x="187" y="3"/>
                </a:cubicBezTo>
                <a:cubicBezTo>
                  <a:pt x="240" y="10"/>
                  <a:pt x="290" y="81"/>
                  <a:pt x="297" y="131"/>
                </a:cubicBezTo>
                <a:cubicBezTo>
                  <a:pt x="299" y="147"/>
                  <a:pt x="290" y="156"/>
                  <a:pt x="286" y="147"/>
                </a:cubicBezTo>
                <a:cubicBezTo>
                  <a:pt x="284" y="144"/>
                  <a:pt x="280" y="139"/>
                  <a:pt x="275" y="139"/>
                </a:cubicBezTo>
                <a:cubicBezTo>
                  <a:pt x="268" y="139"/>
                  <a:pt x="263" y="149"/>
                  <a:pt x="259" y="158"/>
                </a:cubicBezTo>
                <a:cubicBezTo>
                  <a:pt x="253" y="175"/>
                  <a:pt x="251" y="184"/>
                  <a:pt x="252" y="151"/>
                </a:cubicBezTo>
                <a:cubicBezTo>
                  <a:pt x="255" y="88"/>
                  <a:pt x="205" y="12"/>
                  <a:pt x="152" y="10"/>
                </a:cubicBezTo>
                <a:lnTo>
                  <a:pt x="147" y="10"/>
                </a:lnTo>
                <a:close/>
              </a:path>
            </a:pathLst>
          </a:custGeom>
          <a:solidFill>
            <a:srgbClr val="936C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20"/>
          <p:cNvSpPr>
            <a:spLocks/>
          </p:cNvSpPr>
          <p:nvPr/>
        </p:nvSpPr>
        <p:spPr bwMode="auto">
          <a:xfrm>
            <a:off x="7292975" y="5200650"/>
            <a:ext cx="898525" cy="488950"/>
          </a:xfrm>
          <a:custGeom>
            <a:avLst/>
            <a:gdLst>
              <a:gd name="T0" fmla="*/ 21 w 283"/>
              <a:gd name="T1" fmla="*/ 154 h 154"/>
              <a:gd name="T2" fmla="*/ 34 w 283"/>
              <a:gd name="T3" fmla="*/ 95 h 154"/>
              <a:gd name="T4" fmla="*/ 80 w 283"/>
              <a:gd name="T5" fmla="*/ 81 h 154"/>
              <a:gd name="T6" fmla="*/ 127 w 283"/>
              <a:gd name="T7" fmla="*/ 87 h 154"/>
              <a:gd name="T8" fmla="*/ 174 w 283"/>
              <a:gd name="T9" fmla="*/ 81 h 154"/>
              <a:gd name="T10" fmla="*/ 213 w 283"/>
              <a:gd name="T11" fmla="*/ 94 h 154"/>
              <a:gd name="T12" fmla="*/ 228 w 283"/>
              <a:gd name="T13" fmla="*/ 154 h 154"/>
              <a:gd name="T14" fmla="*/ 124 w 283"/>
              <a:gd name="T15" fmla="*/ 0 h 154"/>
              <a:gd name="T16" fmla="*/ 21 w 283"/>
              <a:gd name="T1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3" h="154">
                <a:moveTo>
                  <a:pt x="21" y="154"/>
                </a:moveTo>
                <a:cubicBezTo>
                  <a:pt x="21" y="131"/>
                  <a:pt x="24" y="110"/>
                  <a:pt x="34" y="95"/>
                </a:cubicBezTo>
                <a:cubicBezTo>
                  <a:pt x="43" y="81"/>
                  <a:pt x="53" y="74"/>
                  <a:pt x="80" y="81"/>
                </a:cubicBezTo>
                <a:cubicBezTo>
                  <a:pt x="94" y="85"/>
                  <a:pt x="110" y="87"/>
                  <a:pt x="127" y="87"/>
                </a:cubicBezTo>
                <a:cubicBezTo>
                  <a:pt x="144" y="87"/>
                  <a:pt x="160" y="84"/>
                  <a:pt x="174" y="81"/>
                </a:cubicBezTo>
                <a:cubicBezTo>
                  <a:pt x="198" y="75"/>
                  <a:pt x="204" y="81"/>
                  <a:pt x="213" y="94"/>
                </a:cubicBezTo>
                <a:cubicBezTo>
                  <a:pt x="225" y="109"/>
                  <a:pt x="229" y="130"/>
                  <a:pt x="228" y="154"/>
                </a:cubicBezTo>
                <a:cubicBezTo>
                  <a:pt x="283" y="88"/>
                  <a:pt x="226" y="0"/>
                  <a:pt x="124" y="0"/>
                </a:cubicBezTo>
                <a:cubicBezTo>
                  <a:pt x="23" y="0"/>
                  <a:pt x="0" y="85"/>
                  <a:pt x="21" y="154"/>
                </a:cubicBezTo>
                <a:close/>
              </a:path>
            </a:pathLst>
          </a:custGeom>
          <a:solidFill>
            <a:srgbClr val="936C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21"/>
          <p:cNvSpPr>
            <a:spLocks noEditPoints="1"/>
          </p:cNvSpPr>
          <p:nvPr/>
        </p:nvSpPr>
        <p:spPr bwMode="auto">
          <a:xfrm>
            <a:off x="7273925" y="5530850"/>
            <a:ext cx="828675" cy="806450"/>
          </a:xfrm>
          <a:custGeom>
            <a:avLst/>
            <a:gdLst>
              <a:gd name="T0" fmla="*/ 129 w 261"/>
              <a:gd name="T1" fmla="*/ 133 h 254"/>
              <a:gd name="T2" fmla="*/ 190 w 261"/>
              <a:gd name="T3" fmla="*/ 146 h 254"/>
              <a:gd name="T4" fmla="*/ 193 w 261"/>
              <a:gd name="T5" fmla="*/ 148 h 254"/>
              <a:gd name="T6" fmla="*/ 233 w 261"/>
              <a:gd name="T7" fmla="*/ 35 h 254"/>
              <a:gd name="T8" fmla="*/ 250 w 261"/>
              <a:gd name="T9" fmla="*/ 45 h 254"/>
              <a:gd name="T10" fmla="*/ 241 w 261"/>
              <a:gd name="T11" fmla="*/ 142 h 254"/>
              <a:gd name="T12" fmla="*/ 134 w 261"/>
              <a:gd name="T13" fmla="*/ 254 h 254"/>
              <a:gd name="T14" fmla="*/ 130 w 261"/>
              <a:gd name="T15" fmla="*/ 254 h 254"/>
              <a:gd name="T16" fmla="*/ 129 w 261"/>
              <a:gd name="T17" fmla="*/ 254 h 254"/>
              <a:gd name="T18" fmla="*/ 129 w 261"/>
              <a:gd name="T19" fmla="*/ 204 h 254"/>
              <a:gd name="T20" fmla="*/ 130 w 261"/>
              <a:gd name="T21" fmla="*/ 204 h 254"/>
              <a:gd name="T22" fmla="*/ 153 w 261"/>
              <a:gd name="T23" fmla="*/ 212 h 254"/>
              <a:gd name="T24" fmla="*/ 182 w 261"/>
              <a:gd name="T25" fmla="*/ 179 h 254"/>
              <a:gd name="T26" fmla="*/ 129 w 261"/>
              <a:gd name="T27" fmla="*/ 151 h 254"/>
              <a:gd name="T28" fmla="*/ 129 w 261"/>
              <a:gd name="T29" fmla="*/ 133 h 254"/>
              <a:gd name="T30" fmla="*/ 66 w 261"/>
              <a:gd name="T31" fmla="*/ 148 h 254"/>
              <a:gd name="T32" fmla="*/ 68 w 261"/>
              <a:gd name="T33" fmla="*/ 146 h 254"/>
              <a:gd name="T34" fmla="*/ 129 w 261"/>
              <a:gd name="T35" fmla="*/ 133 h 254"/>
              <a:gd name="T36" fmla="*/ 129 w 261"/>
              <a:gd name="T37" fmla="*/ 133 h 254"/>
              <a:gd name="T38" fmla="*/ 129 w 261"/>
              <a:gd name="T39" fmla="*/ 151 h 254"/>
              <a:gd name="T40" fmla="*/ 77 w 261"/>
              <a:gd name="T41" fmla="*/ 177 h 254"/>
              <a:gd name="T42" fmla="*/ 108 w 261"/>
              <a:gd name="T43" fmla="*/ 212 h 254"/>
              <a:gd name="T44" fmla="*/ 129 w 261"/>
              <a:gd name="T45" fmla="*/ 204 h 254"/>
              <a:gd name="T46" fmla="*/ 129 w 261"/>
              <a:gd name="T47" fmla="*/ 254 h 254"/>
              <a:gd name="T48" fmla="*/ 127 w 261"/>
              <a:gd name="T49" fmla="*/ 254 h 254"/>
              <a:gd name="T50" fmla="*/ 19 w 261"/>
              <a:gd name="T51" fmla="*/ 142 h 254"/>
              <a:gd name="T52" fmla="*/ 11 w 261"/>
              <a:gd name="T53" fmla="*/ 45 h 254"/>
              <a:gd name="T54" fmla="*/ 28 w 261"/>
              <a:gd name="T55" fmla="*/ 35 h 254"/>
              <a:gd name="T56" fmla="*/ 66 w 261"/>
              <a:gd name="T57" fmla="*/ 148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61" h="254">
                <a:moveTo>
                  <a:pt x="129" y="133"/>
                </a:moveTo>
                <a:cubicBezTo>
                  <a:pt x="159" y="129"/>
                  <a:pt x="179" y="137"/>
                  <a:pt x="190" y="146"/>
                </a:cubicBezTo>
                <a:cubicBezTo>
                  <a:pt x="191" y="146"/>
                  <a:pt x="192" y="147"/>
                  <a:pt x="193" y="148"/>
                </a:cubicBezTo>
                <a:cubicBezTo>
                  <a:pt x="225" y="167"/>
                  <a:pt x="235" y="77"/>
                  <a:pt x="233" y="35"/>
                </a:cubicBezTo>
                <a:cubicBezTo>
                  <a:pt x="232" y="0"/>
                  <a:pt x="261" y="28"/>
                  <a:pt x="250" y="45"/>
                </a:cubicBezTo>
                <a:cubicBezTo>
                  <a:pt x="239" y="61"/>
                  <a:pt x="237" y="84"/>
                  <a:pt x="241" y="142"/>
                </a:cubicBezTo>
                <a:cubicBezTo>
                  <a:pt x="246" y="200"/>
                  <a:pt x="173" y="254"/>
                  <a:pt x="134" y="254"/>
                </a:cubicBezTo>
                <a:cubicBezTo>
                  <a:pt x="132" y="254"/>
                  <a:pt x="131" y="254"/>
                  <a:pt x="130" y="254"/>
                </a:cubicBezTo>
                <a:cubicBezTo>
                  <a:pt x="130" y="254"/>
                  <a:pt x="130" y="254"/>
                  <a:pt x="129" y="254"/>
                </a:cubicBezTo>
                <a:cubicBezTo>
                  <a:pt x="129" y="204"/>
                  <a:pt x="129" y="204"/>
                  <a:pt x="129" y="204"/>
                </a:cubicBezTo>
                <a:cubicBezTo>
                  <a:pt x="130" y="204"/>
                  <a:pt x="130" y="204"/>
                  <a:pt x="130" y="204"/>
                </a:cubicBezTo>
                <a:cubicBezTo>
                  <a:pt x="138" y="204"/>
                  <a:pt x="144" y="215"/>
                  <a:pt x="153" y="212"/>
                </a:cubicBezTo>
                <a:cubicBezTo>
                  <a:pt x="173" y="205"/>
                  <a:pt x="182" y="193"/>
                  <a:pt x="182" y="179"/>
                </a:cubicBezTo>
                <a:cubicBezTo>
                  <a:pt x="182" y="160"/>
                  <a:pt x="156" y="151"/>
                  <a:pt x="129" y="151"/>
                </a:cubicBezTo>
                <a:lnTo>
                  <a:pt x="129" y="133"/>
                </a:lnTo>
                <a:close/>
                <a:moveTo>
                  <a:pt x="66" y="148"/>
                </a:moveTo>
                <a:cubicBezTo>
                  <a:pt x="67" y="147"/>
                  <a:pt x="67" y="146"/>
                  <a:pt x="68" y="146"/>
                </a:cubicBezTo>
                <a:cubicBezTo>
                  <a:pt x="80" y="137"/>
                  <a:pt x="99" y="129"/>
                  <a:pt x="129" y="133"/>
                </a:cubicBezTo>
                <a:cubicBezTo>
                  <a:pt x="129" y="133"/>
                  <a:pt x="129" y="133"/>
                  <a:pt x="129" y="133"/>
                </a:cubicBezTo>
                <a:cubicBezTo>
                  <a:pt x="129" y="151"/>
                  <a:pt x="129" y="151"/>
                  <a:pt x="129" y="151"/>
                </a:cubicBezTo>
                <a:cubicBezTo>
                  <a:pt x="104" y="151"/>
                  <a:pt x="78" y="160"/>
                  <a:pt x="77" y="177"/>
                </a:cubicBezTo>
                <a:cubicBezTo>
                  <a:pt x="76" y="191"/>
                  <a:pt x="87" y="205"/>
                  <a:pt x="108" y="212"/>
                </a:cubicBezTo>
                <a:cubicBezTo>
                  <a:pt x="116" y="215"/>
                  <a:pt x="122" y="205"/>
                  <a:pt x="129" y="204"/>
                </a:cubicBezTo>
                <a:cubicBezTo>
                  <a:pt x="129" y="254"/>
                  <a:pt x="129" y="254"/>
                  <a:pt x="129" y="254"/>
                </a:cubicBezTo>
                <a:cubicBezTo>
                  <a:pt x="128" y="254"/>
                  <a:pt x="128" y="254"/>
                  <a:pt x="127" y="254"/>
                </a:cubicBezTo>
                <a:cubicBezTo>
                  <a:pt x="87" y="254"/>
                  <a:pt x="15" y="200"/>
                  <a:pt x="19" y="142"/>
                </a:cubicBezTo>
                <a:cubicBezTo>
                  <a:pt x="23" y="84"/>
                  <a:pt x="22" y="61"/>
                  <a:pt x="11" y="45"/>
                </a:cubicBezTo>
                <a:cubicBezTo>
                  <a:pt x="0" y="28"/>
                  <a:pt x="29" y="0"/>
                  <a:pt x="28" y="35"/>
                </a:cubicBezTo>
                <a:cubicBezTo>
                  <a:pt x="26" y="77"/>
                  <a:pt x="33" y="167"/>
                  <a:pt x="66" y="148"/>
                </a:cubicBezTo>
                <a:close/>
              </a:path>
            </a:pathLst>
          </a:custGeom>
          <a:solidFill>
            <a:srgbClr val="936C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22"/>
          <p:cNvSpPr>
            <a:spLocks/>
          </p:cNvSpPr>
          <p:nvPr/>
        </p:nvSpPr>
        <p:spPr bwMode="auto">
          <a:xfrm>
            <a:off x="2768600" y="6223000"/>
            <a:ext cx="1123950" cy="631825"/>
          </a:xfrm>
          <a:custGeom>
            <a:avLst/>
            <a:gdLst>
              <a:gd name="T0" fmla="*/ 13 w 354"/>
              <a:gd name="T1" fmla="*/ 199 h 199"/>
              <a:gd name="T2" fmla="*/ 2 w 354"/>
              <a:gd name="T3" fmla="*/ 166 h 199"/>
              <a:gd name="T4" fmla="*/ 101 w 354"/>
              <a:gd name="T5" fmla="*/ 96 h 199"/>
              <a:gd name="T6" fmla="*/ 123 w 354"/>
              <a:gd name="T7" fmla="*/ 0 h 199"/>
              <a:gd name="T8" fmla="*/ 231 w 354"/>
              <a:gd name="T9" fmla="*/ 0 h 199"/>
              <a:gd name="T10" fmla="*/ 253 w 354"/>
              <a:gd name="T11" fmla="*/ 96 h 199"/>
              <a:gd name="T12" fmla="*/ 353 w 354"/>
              <a:gd name="T13" fmla="*/ 166 h 199"/>
              <a:gd name="T14" fmla="*/ 341 w 354"/>
              <a:gd name="T15" fmla="*/ 199 h 199"/>
              <a:gd name="T16" fmla="*/ 13 w 354"/>
              <a:gd name="T17"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4" h="199">
                <a:moveTo>
                  <a:pt x="13" y="199"/>
                </a:moveTo>
                <a:cubicBezTo>
                  <a:pt x="7" y="188"/>
                  <a:pt x="2" y="177"/>
                  <a:pt x="2" y="166"/>
                </a:cubicBezTo>
                <a:cubicBezTo>
                  <a:pt x="0" y="117"/>
                  <a:pt x="59" y="112"/>
                  <a:pt x="101" y="96"/>
                </a:cubicBezTo>
                <a:cubicBezTo>
                  <a:pt x="143" y="79"/>
                  <a:pt x="124" y="38"/>
                  <a:pt x="123" y="0"/>
                </a:cubicBezTo>
                <a:cubicBezTo>
                  <a:pt x="231" y="0"/>
                  <a:pt x="231" y="0"/>
                  <a:pt x="231" y="0"/>
                </a:cubicBezTo>
                <a:cubicBezTo>
                  <a:pt x="231" y="38"/>
                  <a:pt x="211" y="79"/>
                  <a:pt x="253" y="96"/>
                </a:cubicBezTo>
                <a:cubicBezTo>
                  <a:pt x="295" y="112"/>
                  <a:pt x="354" y="117"/>
                  <a:pt x="353" y="166"/>
                </a:cubicBezTo>
                <a:cubicBezTo>
                  <a:pt x="352" y="177"/>
                  <a:pt x="348" y="188"/>
                  <a:pt x="341" y="199"/>
                </a:cubicBezTo>
                <a:lnTo>
                  <a:pt x="13" y="199"/>
                </a:lnTo>
                <a:close/>
              </a:path>
            </a:pathLst>
          </a:custGeom>
          <a:solidFill>
            <a:srgbClr val="9BBB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23"/>
          <p:cNvSpPr>
            <a:spLocks/>
          </p:cNvSpPr>
          <p:nvPr/>
        </p:nvSpPr>
        <p:spPr bwMode="auto">
          <a:xfrm>
            <a:off x="2787650" y="6267450"/>
            <a:ext cx="1079500" cy="587375"/>
          </a:xfrm>
          <a:custGeom>
            <a:avLst/>
            <a:gdLst>
              <a:gd name="T0" fmla="*/ 23 w 340"/>
              <a:gd name="T1" fmla="*/ 124 h 185"/>
              <a:gd name="T2" fmla="*/ 104 w 340"/>
              <a:gd name="T3" fmla="*/ 91 h 185"/>
              <a:gd name="T4" fmla="*/ 137 w 340"/>
              <a:gd name="T5" fmla="*/ 5 h 185"/>
              <a:gd name="T6" fmla="*/ 206 w 340"/>
              <a:gd name="T7" fmla="*/ 0 h 185"/>
              <a:gd name="T8" fmla="*/ 236 w 340"/>
              <a:gd name="T9" fmla="*/ 91 h 185"/>
              <a:gd name="T10" fmla="*/ 320 w 340"/>
              <a:gd name="T11" fmla="*/ 123 h 185"/>
              <a:gd name="T12" fmla="*/ 323 w 340"/>
              <a:gd name="T13" fmla="*/ 185 h 185"/>
              <a:gd name="T14" fmla="*/ 20 w 340"/>
              <a:gd name="T15" fmla="*/ 185 h 185"/>
              <a:gd name="T16" fmla="*/ 23 w 340"/>
              <a:gd name="T17" fmla="*/ 124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0" h="185">
                <a:moveTo>
                  <a:pt x="23" y="124"/>
                </a:moveTo>
                <a:cubicBezTo>
                  <a:pt x="39" y="108"/>
                  <a:pt x="73" y="102"/>
                  <a:pt x="104" y="91"/>
                </a:cubicBezTo>
                <a:cubicBezTo>
                  <a:pt x="135" y="80"/>
                  <a:pt x="139" y="33"/>
                  <a:pt x="137" y="5"/>
                </a:cubicBezTo>
                <a:cubicBezTo>
                  <a:pt x="206" y="0"/>
                  <a:pt x="206" y="0"/>
                  <a:pt x="206" y="0"/>
                </a:cubicBezTo>
                <a:cubicBezTo>
                  <a:pt x="203" y="28"/>
                  <a:pt x="205" y="78"/>
                  <a:pt x="236" y="91"/>
                </a:cubicBezTo>
                <a:cubicBezTo>
                  <a:pt x="267" y="104"/>
                  <a:pt x="301" y="108"/>
                  <a:pt x="320" y="123"/>
                </a:cubicBezTo>
                <a:cubicBezTo>
                  <a:pt x="340" y="139"/>
                  <a:pt x="335" y="164"/>
                  <a:pt x="323" y="185"/>
                </a:cubicBezTo>
                <a:cubicBezTo>
                  <a:pt x="20" y="185"/>
                  <a:pt x="20" y="185"/>
                  <a:pt x="20" y="185"/>
                </a:cubicBezTo>
                <a:cubicBezTo>
                  <a:pt x="9" y="163"/>
                  <a:pt x="0" y="146"/>
                  <a:pt x="23" y="124"/>
                </a:cubicBezTo>
                <a:close/>
              </a:path>
            </a:pathLst>
          </a:custGeom>
          <a:solidFill>
            <a:srgbClr val="9BBB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4"/>
          <p:cNvSpPr>
            <a:spLocks noEditPoints="1"/>
          </p:cNvSpPr>
          <p:nvPr/>
        </p:nvSpPr>
        <p:spPr bwMode="auto">
          <a:xfrm>
            <a:off x="3000375" y="5765800"/>
            <a:ext cx="663575" cy="708025"/>
          </a:xfrm>
          <a:custGeom>
            <a:avLst/>
            <a:gdLst>
              <a:gd name="T0" fmla="*/ 196 w 209"/>
              <a:gd name="T1" fmla="*/ 89 h 223"/>
              <a:gd name="T2" fmla="*/ 207 w 209"/>
              <a:gd name="T3" fmla="*/ 113 h 223"/>
              <a:gd name="T4" fmla="*/ 207 w 209"/>
              <a:gd name="T5" fmla="*/ 137 h 223"/>
              <a:gd name="T6" fmla="*/ 197 w 209"/>
              <a:gd name="T7" fmla="*/ 158 h 223"/>
              <a:gd name="T8" fmla="*/ 183 w 209"/>
              <a:gd name="T9" fmla="*/ 168 h 223"/>
              <a:gd name="T10" fmla="*/ 151 w 209"/>
              <a:gd name="T11" fmla="*/ 208 h 223"/>
              <a:gd name="T12" fmla="*/ 104 w 209"/>
              <a:gd name="T13" fmla="*/ 223 h 223"/>
              <a:gd name="T14" fmla="*/ 104 w 209"/>
              <a:gd name="T15" fmla="*/ 208 h 223"/>
              <a:gd name="T16" fmla="*/ 142 w 209"/>
              <a:gd name="T17" fmla="*/ 195 h 223"/>
              <a:gd name="T18" fmla="*/ 171 w 209"/>
              <a:gd name="T19" fmla="*/ 159 h 223"/>
              <a:gd name="T20" fmla="*/ 177 w 209"/>
              <a:gd name="T21" fmla="*/ 154 h 223"/>
              <a:gd name="T22" fmla="*/ 185 w 209"/>
              <a:gd name="T23" fmla="*/ 149 h 223"/>
              <a:gd name="T24" fmla="*/ 192 w 209"/>
              <a:gd name="T25" fmla="*/ 134 h 223"/>
              <a:gd name="T26" fmla="*/ 192 w 209"/>
              <a:gd name="T27" fmla="*/ 115 h 223"/>
              <a:gd name="T28" fmla="*/ 184 w 209"/>
              <a:gd name="T29" fmla="*/ 99 h 223"/>
              <a:gd name="T30" fmla="*/ 184 w 209"/>
              <a:gd name="T31" fmla="*/ 99 h 223"/>
              <a:gd name="T32" fmla="*/ 182 w 209"/>
              <a:gd name="T33" fmla="*/ 94 h 223"/>
              <a:gd name="T34" fmla="*/ 157 w 209"/>
              <a:gd name="T35" fmla="*/ 36 h 223"/>
              <a:gd name="T36" fmla="*/ 104 w 209"/>
              <a:gd name="T37" fmla="*/ 16 h 223"/>
              <a:gd name="T38" fmla="*/ 104 w 209"/>
              <a:gd name="T39" fmla="*/ 0 h 223"/>
              <a:gd name="T40" fmla="*/ 168 w 209"/>
              <a:gd name="T41" fmla="*/ 25 h 223"/>
              <a:gd name="T42" fmla="*/ 196 w 209"/>
              <a:gd name="T43" fmla="*/ 89 h 223"/>
              <a:gd name="T44" fmla="*/ 104 w 209"/>
              <a:gd name="T45" fmla="*/ 223 h 223"/>
              <a:gd name="T46" fmla="*/ 57 w 209"/>
              <a:gd name="T47" fmla="*/ 208 h 223"/>
              <a:gd name="T48" fmla="*/ 25 w 209"/>
              <a:gd name="T49" fmla="*/ 168 h 223"/>
              <a:gd name="T50" fmla="*/ 11 w 209"/>
              <a:gd name="T51" fmla="*/ 158 h 223"/>
              <a:gd name="T52" fmla="*/ 2 w 209"/>
              <a:gd name="T53" fmla="*/ 137 h 223"/>
              <a:gd name="T54" fmla="*/ 1 w 209"/>
              <a:gd name="T55" fmla="*/ 113 h 223"/>
              <a:gd name="T56" fmla="*/ 12 w 209"/>
              <a:gd name="T57" fmla="*/ 89 h 223"/>
              <a:gd name="T58" fmla="*/ 41 w 209"/>
              <a:gd name="T59" fmla="*/ 25 h 223"/>
              <a:gd name="T60" fmla="*/ 104 w 209"/>
              <a:gd name="T61" fmla="*/ 0 h 223"/>
              <a:gd name="T62" fmla="*/ 104 w 209"/>
              <a:gd name="T63" fmla="*/ 16 h 223"/>
              <a:gd name="T64" fmla="*/ 51 w 209"/>
              <a:gd name="T65" fmla="*/ 36 h 223"/>
              <a:gd name="T66" fmla="*/ 27 w 209"/>
              <a:gd name="T67" fmla="*/ 93 h 223"/>
              <a:gd name="T68" fmla="*/ 24 w 209"/>
              <a:gd name="T69" fmla="*/ 99 h 223"/>
              <a:gd name="T70" fmla="*/ 16 w 209"/>
              <a:gd name="T71" fmla="*/ 115 h 223"/>
              <a:gd name="T72" fmla="*/ 17 w 209"/>
              <a:gd name="T73" fmla="*/ 134 h 223"/>
              <a:gd name="T74" fmla="*/ 23 w 209"/>
              <a:gd name="T75" fmla="*/ 149 h 223"/>
              <a:gd name="T76" fmla="*/ 32 w 209"/>
              <a:gd name="T77" fmla="*/ 154 h 223"/>
              <a:gd name="T78" fmla="*/ 32 w 209"/>
              <a:gd name="T79" fmla="*/ 154 h 223"/>
              <a:gd name="T80" fmla="*/ 38 w 209"/>
              <a:gd name="T81" fmla="*/ 159 h 223"/>
              <a:gd name="T82" fmla="*/ 66 w 209"/>
              <a:gd name="T83" fmla="*/ 195 h 223"/>
              <a:gd name="T84" fmla="*/ 104 w 209"/>
              <a:gd name="T85" fmla="*/ 208 h 223"/>
              <a:gd name="T86" fmla="*/ 104 w 209"/>
              <a:gd name="T87"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9" h="223">
                <a:moveTo>
                  <a:pt x="196" y="89"/>
                </a:moveTo>
                <a:cubicBezTo>
                  <a:pt x="202" y="95"/>
                  <a:pt x="206" y="104"/>
                  <a:pt x="207" y="113"/>
                </a:cubicBezTo>
                <a:cubicBezTo>
                  <a:pt x="209" y="121"/>
                  <a:pt x="208" y="129"/>
                  <a:pt x="207" y="137"/>
                </a:cubicBezTo>
                <a:cubicBezTo>
                  <a:pt x="205" y="145"/>
                  <a:pt x="202" y="153"/>
                  <a:pt x="197" y="158"/>
                </a:cubicBezTo>
                <a:cubicBezTo>
                  <a:pt x="193" y="163"/>
                  <a:pt x="189" y="167"/>
                  <a:pt x="183" y="168"/>
                </a:cubicBezTo>
                <a:cubicBezTo>
                  <a:pt x="176" y="184"/>
                  <a:pt x="165" y="198"/>
                  <a:pt x="151" y="208"/>
                </a:cubicBezTo>
                <a:cubicBezTo>
                  <a:pt x="138" y="217"/>
                  <a:pt x="122" y="223"/>
                  <a:pt x="104" y="223"/>
                </a:cubicBezTo>
                <a:cubicBezTo>
                  <a:pt x="104" y="208"/>
                  <a:pt x="104" y="208"/>
                  <a:pt x="104" y="208"/>
                </a:cubicBezTo>
                <a:cubicBezTo>
                  <a:pt x="119" y="208"/>
                  <a:pt x="132" y="203"/>
                  <a:pt x="142" y="195"/>
                </a:cubicBezTo>
                <a:cubicBezTo>
                  <a:pt x="155" y="187"/>
                  <a:pt x="164" y="174"/>
                  <a:pt x="171" y="159"/>
                </a:cubicBezTo>
                <a:cubicBezTo>
                  <a:pt x="172" y="157"/>
                  <a:pt x="174" y="155"/>
                  <a:pt x="177" y="154"/>
                </a:cubicBezTo>
                <a:cubicBezTo>
                  <a:pt x="180" y="154"/>
                  <a:pt x="183" y="152"/>
                  <a:pt x="185" y="149"/>
                </a:cubicBezTo>
                <a:cubicBezTo>
                  <a:pt x="188" y="145"/>
                  <a:pt x="190" y="140"/>
                  <a:pt x="192" y="134"/>
                </a:cubicBezTo>
                <a:cubicBezTo>
                  <a:pt x="193" y="128"/>
                  <a:pt x="193" y="121"/>
                  <a:pt x="192" y="115"/>
                </a:cubicBezTo>
                <a:cubicBezTo>
                  <a:pt x="191" y="108"/>
                  <a:pt x="189" y="102"/>
                  <a:pt x="184" y="99"/>
                </a:cubicBezTo>
                <a:cubicBezTo>
                  <a:pt x="184" y="99"/>
                  <a:pt x="184" y="99"/>
                  <a:pt x="184" y="99"/>
                </a:cubicBezTo>
                <a:cubicBezTo>
                  <a:pt x="183" y="98"/>
                  <a:pt x="182" y="96"/>
                  <a:pt x="182" y="94"/>
                </a:cubicBezTo>
                <a:cubicBezTo>
                  <a:pt x="180" y="71"/>
                  <a:pt x="172" y="50"/>
                  <a:pt x="157" y="36"/>
                </a:cubicBezTo>
                <a:cubicBezTo>
                  <a:pt x="145" y="24"/>
                  <a:pt x="127" y="16"/>
                  <a:pt x="104" y="16"/>
                </a:cubicBezTo>
                <a:cubicBezTo>
                  <a:pt x="104" y="0"/>
                  <a:pt x="104" y="0"/>
                  <a:pt x="104" y="0"/>
                </a:cubicBezTo>
                <a:cubicBezTo>
                  <a:pt x="132" y="0"/>
                  <a:pt x="153" y="10"/>
                  <a:pt x="168" y="25"/>
                </a:cubicBezTo>
                <a:cubicBezTo>
                  <a:pt x="184" y="42"/>
                  <a:pt x="194" y="65"/>
                  <a:pt x="196" y="89"/>
                </a:cubicBezTo>
                <a:close/>
                <a:moveTo>
                  <a:pt x="104" y="223"/>
                </a:moveTo>
                <a:cubicBezTo>
                  <a:pt x="86" y="223"/>
                  <a:pt x="70" y="217"/>
                  <a:pt x="57" y="208"/>
                </a:cubicBezTo>
                <a:cubicBezTo>
                  <a:pt x="44" y="198"/>
                  <a:pt x="33" y="184"/>
                  <a:pt x="25" y="168"/>
                </a:cubicBezTo>
                <a:cubicBezTo>
                  <a:pt x="20" y="167"/>
                  <a:pt x="15" y="163"/>
                  <a:pt x="11" y="158"/>
                </a:cubicBezTo>
                <a:cubicBezTo>
                  <a:pt x="7" y="153"/>
                  <a:pt x="3" y="145"/>
                  <a:pt x="2" y="137"/>
                </a:cubicBezTo>
                <a:cubicBezTo>
                  <a:pt x="0" y="129"/>
                  <a:pt x="0" y="121"/>
                  <a:pt x="1" y="113"/>
                </a:cubicBezTo>
                <a:cubicBezTo>
                  <a:pt x="3" y="104"/>
                  <a:pt x="6" y="95"/>
                  <a:pt x="12" y="89"/>
                </a:cubicBezTo>
                <a:cubicBezTo>
                  <a:pt x="15" y="65"/>
                  <a:pt x="24" y="42"/>
                  <a:pt x="41" y="25"/>
                </a:cubicBezTo>
                <a:cubicBezTo>
                  <a:pt x="56" y="10"/>
                  <a:pt x="77" y="0"/>
                  <a:pt x="104" y="0"/>
                </a:cubicBezTo>
                <a:cubicBezTo>
                  <a:pt x="104" y="16"/>
                  <a:pt x="104" y="16"/>
                  <a:pt x="104" y="16"/>
                </a:cubicBezTo>
                <a:cubicBezTo>
                  <a:pt x="81" y="16"/>
                  <a:pt x="64" y="24"/>
                  <a:pt x="51" y="36"/>
                </a:cubicBezTo>
                <a:cubicBezTo>
                  <a:pt x="37" y="50"/>
                  <a:pt x="29" y="71"/>
                  <a:pt x="27" y="93"/>
                </a:cubicBezTo>
                <a:cubicBezTo>
                  <a:pt x="27" y="95"/>
                  <a:pt x="26" y="98"/>
                  <a:pt x="24" y="99"/>
                </a:cubicBezTo>
                <a:cubicBezTo>
                  <a:pt x="20" y="102"/>
                  <a:pt x="17" y="108"/>
                  <a:pt x="16" y="115"/>
                </a:cubicBezTo>
                <a:cubicBezTo>
                  <a:pt x="15" y="121"/>
                  <a:pt x="15" y="128"/>
                  <a:pt x="17" y="134"/>
                </a:cubicBezTo>
                <a:cubicBezTo>
                  <a:pt x="18" y="140"/>
                  <a:pt x="20" y="145"/>
                  <a:pt x="23" y="149"/>
                </a:cubicBezTo>
                <a:cubicBezTo>
                  <a:pt x="26" y="152"/>
                  <a:pt x="29" y="154"/>
                  <a:pt x="32" y="154"/>
                </a:cubicBezTo>
                <a:cubicBezTo>
                  <a:pt x="32" y="154"/>
                  <a:pt x="32" y="154"/>
                  <a:pt x="32" y="154"/>
                </a:cubicBezTo>
                <a:cubicBezTo>
                  <a:pt x="34" y="155"/>
                  <a:pt x="37" y="156"/>
                  <a:pt x="38" y="159"/>
                </a:cubicBezTo>
                <a:cubicBezTo>
                  <a:pt x="44" y="174"/>
                  <a:pt x="54" y="187"/>
                  <a:pt x="66" y="195"/>
                </a:cubicBezTo>
                <a:cubicBezTo>
                  <a:pt x="77" y="203"/>
                  <a:pt x="89" y="208"/>
                  <a:pt x="104" y="208"/>
                </a:cubicBezTo>
                <a:lnTo>
                  <a:pt x="104" y="223"/>
                </a:lnTo>
                <a:close/>
              </a:path>
            </a:pathLst>
          </a:custGeom>
          <a:solidFill>
            <a:srgbClr val="9BBB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25"/>
          <p:cNvSpPr>
            <a:spLocks/>
          </p:cNvSpPr>
          <p:nvPr/>
        </p:nvSpPr>
        <p:spPr bwMode="auto">
          <a:xfrm>
            <a:off x="3000375" y="5791200"/>
            <a:ext cx="663575" cy="657225"/>
          </a:xfrm>
          <a:custGeom>
            <a:avLst/>
            <a:gdLst>
              <a:gd name="T0" fmla="*/ 189 w 209"/>
              <a:gd name="T1" fmla="*/ 85 h 207"/>
              <a:gd name="T2" fmla="*/ 178 w 209"/>
              <a:gd name="T3" fmla="*/ 154 h 207"/>
              <a:gd name="T4" fmla="*/ 104 w 209"/>
              <a:gd name="T5" fmla="*/ 207 h 207"/>
              <a:gd name="T6" fmla="*/ 31 w 209"/>
              <a:gd name="T7" fmla="*/ 154 h 207"/>
              <a:gd name="T8" fmla="*/ 19 w 209"/>
              <a:gd name="T9" fmla="*/ 85 h 207"/>
              <a:gd name="T10" fmla="*/ 104 w 209"/>
              <a:gd name="T11" fmla="*/ 0 h 207"/>
              <a:gd name="T12" fmla="*/ 189 w 209"/>
              <a:gd name="T13" fmla="*/ 85 h 207"/>
            </a:gdLst>
            <a:ahLst/>
            <a:cxnLst>
              <a:cxn ang="0">
                <a:pos x="T0" y="T1"/>
              </a:cxn>
              <a:cxn ang="0">
                <a:pos x="T2" y="T3"/>
              </a:cxn>
              <a:cxn ang="0">
                <a:pos x="T4" y="T5"/>
              </a:cxn>
              <a:cxn ang="0">
                <a:pos x="T6" y="T7"/>
              </a:cxn>
              <a:cxn ang="0">
                <a:pos x="T8" y="T9"/>
              </a:cxn>
              <a:cxn ang="0">
                <a:pos x="T10" y="T11"/>
              </a:cxn>
              <a:cxn ang="0">
                <a:pos x="T12" y="T13"/>
              </a:cxn>
            </a:cxnLst>
            <a:rect l="0" t="0" r="r" b="b"/>
            <a:pathLst>
              <a:path w="209" h="207">
                <a:moveTo>
                  <a:pt x="189" y="85"/>
                </a:moveTo>
                <a:cubicBezTo>
                  <a:pt x="209" y="101"/>
                  <a:pt x="202" y="150"/>
                  <a:pt x="178" y="154"/>
                </a:cubicBezTo>
                <a:cubicBezTo>
                  <a:pt x="164" y="184"/>
                  <a:pt x="139" y="207"/>
                  <a:pt x="104" y="207"/>
                </a:cubicBezTo>
                <a:cubicBezTo>
                  <a:pt x="70" y="207"/>
                  <a:pt x="44" y="184"/>
                  <a:pt x="31" y="154"/>
                </a:cubicBezTo>
                <a:cubicBezTo>
                  <a:pt x="7" y="150"/>
                  <a:pt x="0" y="101"/>
                  <a:pt x="19" y="85"/>
                </a:cubicBezTo>
                <a:cubicBezTo>
                  <a:pt x="23" y="40"/>
                  <a:pt x="50" y="0"/>
                  <a:pt x="104" y="0"/>
                </a:cubicBezTo>
                <a:cubicBezTo>
                  <a:pt x="158" y="0"/>
                  <a:pt x="185" y="40"/>
                  <a:pt x="189" y="8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26"/>
          <p:cNvSpPr>
            <a:spLocks/>
          </p:cNvSpPr>
          <p:nvPr/>
        </p:nvSpPr>
        <p:spPr bwMode="auto">
          <a:xfrm>
            <a:off x="3016250" y="5680075"/>
            <a:ext cx="631825" cy="479425"/>
          </a:xfrm>
          <a:custGeom>
            <a:avLst/>
            <a:gdLst>
              <a:gd name="T0" fmla="*/ 40 w 199"/>
              <a:gd name="T1" fmla="*/ 85 h 151"/>
              <a:gd name="T2" fmla="*/ 31 w 199"/>
              <a:gd name="T3" fmla="*/ 129 h 151"/>
              <a:gd name="T4" fmla="*/ 26 w 199"/>
              <a:gd name="T5" fmla="*/ 134 h 151"/>
              <a:gd name="T6" fmla="*/ 16 w 199"/>
              <a:gd name="T7" fmla="*/ 121 h 151"/>
              <a:gd name="T8" fmla="*/ 9 w 199"/>
              <a:gd name="T9" fmla="*/ 127 h 151"/>
              <a:gd name="T10" fmla="*/ 1 w 199"/>
              <a:gd name="T11" fmla="*/ 116 h 151"/>
              <a:gd name="T12" fmla="*/ 58 w 199"/>
              <a:gd name="T13" fmla="*/ 36 h 151"/>
              <a:gd name="T14" fmla="*/ 197 w 199"/>
              <a:gd name="T15" fmla="*/ 116 h 151"/>
              <a:gd name="T16" fmla="*/ 190 w 199"/>
              <a:gd name="T17" fmla="*/ 127 h 151"/>
              <a:gd name="T18" fmla="*/ 183 w 199"/>
              <a:gd name="T19" fmla="*/ 121 h 151"/>
              <a:gd name="T20" fmla="*/ 173 w 199"/>
              <a:gd name="T21" fmla="*/ 134 h 151"/>
              <a:gd name="T22" fmla="*/ 168 w 199"/>
              <a:gd name="T23" fmla="*/ 129 h 151"/>
              <a:gd name="T24" fmla="*/ 167 w 199"/>
              <a:gd name="T25" fmla="*/ 115 h 151"/>
              <a:gd name="T26" fmla="*/ 98 w 199"/>
              <a:gd name="T27" fmla="*/ 104 h 151"/>
              <a:gd name="T28" fmla="*/ 71 w 199"/>
              <a:gd name="T29" fmla="*/ 77 h 151"/>
              <a:gd name="T30" fmla="*/ 70 w 199"/>
              <a:gd name="T31" fmla="*/ 77 h 151"/>
              <a:gd name="T32" fmla="*/ 69 w 199"/>
              <a:gd name="T33" fmla="*/ 77 h 151"/>
              <a:gd name="T34" fmla="*/ 67 w 199"/>
              <a:gd name="T35" fmla="*/ 76 h 151"/>
              <a:gd name="T36" fmla="*/ 40 w 199"/>
              <a:gd name="T37" fmla="*/ 8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9" h="151">
                <a:moveTo>
                  <a:pt x="40" y="85"/>
                </a:moveTo>
                <a:cubicBezTo>
                  <a:pt x="34" y="99"/>
                  <a:pt x="30" y="115"/>
                  <a:pt x="31" y="129"/>
                </a:cubicBezTo>
                <a:cubicBezTo>
                  <a:pt x="32" y="151"/>
                  <a:pt x="30" y="145"/>
                  <a:pt x="26" y="134"/>
                </a:cubicBezTo>
                <a:cubicBezTo>
                  <a:pt x="24" y="128"/>
                  <a:pt x="20" y="121"/>
                  <a:pt x="16" y="121"/>
                </a:cubicBezTo>
                <a:cubicBezTo>
                  <a:pt x="12" y="121"/>
                  <a:pt x="10" y="124"/>
                  <a:pt x="9" y="127"/>
                </a:cubicBezTo>
                <a:cubicBezTo>
                  <a:pt x="6" y="133"/>
                  <a:pt x="0" y="127"/>
                  <a:pt x="1" y="116"/>
                </a:cubicBezTo>
                <a:cubicBezTo>
                  <a:pt x="5" y="82"/>
                  <a:pt x="20" y="42"/>
                  <a:pt x="58" y="36"/>
                </a:cubicBezTo>
                <a:cubicBezTo>
                  <a:pt x="122" y="0"/>
                  <a:pt x="189" y="50"/>
                  <a:pt x="197" y="116"/>
                </a:cubicBezTo>
                <a:cubicBezTo>
                  <a:pt x="199" y="127"/>
                  <a:pt x="193" y="133"/>
                  <a:pt x="190" y="127"/>
                </a:cubicBezTo>
                <a:cubicBezTo>
                  <a:pt x="189" y="124"/>
                  <a:pt x="186" y="121"/>
                  <a:pt x="183" y="121"/>
                </a:cubicBezTo>
                <a:cubicBezTo>
                  <a:pt x="178" y="121"/>
                  <a:pt x="175" y="128"/>
                  <a:pt x="173" y="134"/>
                </a:cubicBezTo>
                <a:cubicBezTo>
                  <a:pt x="169" y="145"/>
                  <a:pt x="167" y="151"/>
                  <a:pt x="168" y="129"/>
                </a:cubicBezTo>
                <a:cubicBezTo>
                  <a:pt x="168" y="125"/>
                  <a:pt x="167" y="120"/>
                  <a:pt x="167" y="115"/>
                </a:cubicBezTo>
                <a:cubicBezTo>
                  <a:pt x="158" y="132"/>
                  <a:pt x="122" y="130"/>
                  <a:pt x="98" y="104"/>
                </a:cubicBezTo>
                <a:cubicBezTo>
                  <a:pt x="91" y="96"/>
                  <a:pt x="80" y="81"/>
                  <a:pt x="71" y="77"/>
                </a:cubicBezTo>
                <a:cubicBezTo>
                  <a:pt x="71" y="77"/>
                  <a:pt x="70" y="77"/>
                  <a:pt x="70" y="77"/>
                </a:cubicBezTo>
                <a:cubicBezTo>
                  <a:pt x="70" y="77"/>
                  <a:pt x="69" y="77"/>
                  <a:pt x="69" y="77"/>
                </a:cubicBezTo>
                <a:cubicBezTo>
                  <a:pt x="68" y="77"/>
                  <a:pt x="68" y="77"/>
                  <a:pt x="67" y="76"/>
                </a:cubicBezTo>
                <a:cubicBezTo>
                  <a:pt x="52" y="73"/>
                  <a:pt x="46" y="77"/>
                  <a:pt x="40" y="85"/>
                </a:cubicBezTo>
                <a:close/>
              </a:path>
            </a:pathLst>
          </a:custGeom>
          <a:solidFill>
            <a:srgbClr val="9BBB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27"/>
          <p:cNvSpPr>
            <a:spLocks/>
          </p:cNvSpPr>
          <p:nvPr/>
        </p:nvSpPr>
        <p:spPr bwMode="auto">
          <a:xfrm>
            <a:off x="3130550" y="6534150"/>
            <a:ext cx="400050" cy="76200"/>
          </a:xfrm>
          <a:custGeom>
            <a:avLst/>
            <a:gdLst>
              <a:gd name="T0" fmla="*/ 126 w 126"/>
              <a:gd name="T1" fmla="*/ 6 h 24"/>
              <a:gd name="T2" fmla="*/ 63 w 126"/>
              <a:gd name="T3" fmla="*/ 24 h 24"/>
              <a:gd name="T4" fmla="*/ 0 w 126"/>
              <a:gd name="T5" fmla="*/ 6 h 24"/>
              <a:gd name="T6" fmla="*/ 8 w 126"/>
              <a:gd name="T7" fmla="*/ 0 h 24"/>
              <a:gd name="T8" fmla="*/ 63 w 126"/>
              <a:gd name="T9" fmla="*/ 15 h 24"/>
              <a:gd name="T10" fmla="*/ 117 w 126"/>
              <a:gd name="T11" fmla="*/ 0 h 24"/>
              <a:gd name="T12" fmla="*/ 126 w 126"/>
              <a:gd name="T13" fmla="*/ 6 h 24"/>
            </a:gdLst>
            <a:ahLst/>
            <a:cxnLst>
              <a:cxn ang="0">
                <a:pos x="T0" y="T1"/>
              </a:cxn>
              <a:cxn ang="0">
                <a:pos x="T2" y="T3"/>
              </a:cxn>
              <a:cxn ang="0">
                <a:pos x="T4" y="T5"/>
              </a:cxn>
              <a:cxn ang="0">
                <a:pos x="T6" y="T7"/>
              </a:cxn>
              <a:cxn ang="0">
                <a:pos x="T8" y="T9"/>
              </a:cxn>
              <a:cxn ang="0">
                <a:pos x="T10" y="T11"/>
              </a:cxn>
              <a:cxn ang="0">
                <a:pos x="T12" y="T13"/>
              </a:cxn>
            </a:cxnLst>
            <a:rect l="0" t="0" r="r" b="b"/>
            <a:pathLst>
              <a:path w="126" h="24">
                <a:moveTo>
                  <a:pt x="126" y="6"/>
                </a:moveTo>
                <a:cubicBezTo>
                  <a:pt x="107" y="18"/>
                  <a:pt x="86" y="24"/>
                  <a:pt x="63" y="24"/>
                </a:cubicBezTo>
                <a:cubicBezTo>
                  <a:pt x="40" y="24"/>
                  <a:pt x="19" y="18"/>
                  <a:pt x="0" y="6"/>
                </a:cubicBezTo>
                <a:cubicBezTo>
                  <a:pt x="3" y="4"/>
                  <a:pt x="6" y="2"/>
                  <a:pt x="8" y="0"/>
                </a:cubicBezTo>
                <a:cubicBezTo>
                  <a:pt x="25" y="10"/>
                  <a:pt x="44" y="15"/>
                  <a:pt x="63" y="15"/>
                </a:cubicBezTo>
                <a:cubicBezTo>
                  <a:pt x="82" y="15"/>
                  <a:pt x="101" y="10"/>
                  <a:pt x="117" y="0"/>
                </a:cubicBezTo>
                <a:cubicBezTo>
                  <a:pt x="120" y="3"/>
                  <a:pt x="123" y="5"/>
                  <a:pt x="126" y="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28"/>
          <p:cNvSpPr>
            <a:spLocks/>
          </p:cNvSpPr>
          <p:nvPr/>
        </p:nvSpPr>
        <p:spPr bwMode="auto">
          <a:xfrm>
            <a:off x="2898775" y="6613525"/>
            <a:ext cx="863600" cy="88900"/>
          </a:xfrm>
          <a:custGeom>
            <a:avLst/>
            <a:gdLst>
              <a:gd name="T0" fmla="*/ 272 w 272"/>
              <a:gd name="T1" fmla="*/ 6 h 28"/>
              <a:gd name="T2" fmla="*/ 136 w 272"/>
              <a:gd name="T3" fmla="*/ 28 h 28"/>
              <a:gd name="T4" fmla="*/ 0 w 272"/>
              <a:gd name="T5" fmla="*/ 6 h 28"/>
              <a:gd name="T6" fmla="*/ 13 w 272"/>
              <a:gd name="T7" fmla="*/ 0 h 28"/>
              <a:gd name="T8" fmla="*/ 136 w 272"/>
              <a:gd name="T9" fmla="*/ 18 h 28"/>
              <a:gd name="T10" fmla="*/ 259 w 272"/>
              <a:gd name="T11" fmla="*/ 0 h 28"/>
              <a:gd name="T12" fmla="*/ 272 w 272"/>
              <a:gd name="T13" fmla="*/ 6 h 28"/>
            </a:gdLst>
            <a:ahLst/>
            <a:cxnLst>
              <a:cxn ang="0">
                <a:pos x="T0" y="T1"/>
              </a:cxn>
              <a:cxn ang="0">
                <a:pos x="T2" y="T3"/>
              </a:cxn>
              <a:cxn ang="0">
                <a:pos x="T4" y="T5"/>
              </a:cxn>
              <a:cxn ang="0">
                <a:pos x="T6" y="T7"/>
              </a:cxn>
              <a:cxn ang="0">
                <a:pos x="T8" y="T9"/>
              </a:cxn>
              <a:cxn ang="0">
                <a:pos x="T10" y="T11"/>
              </a:cxn>
              <a:cxn ang="0">
                <a:pos x="T12" y="T13"/>
              </a:cxn>
            </a:cxnLst>
            <a:rect l="0" t="0" r="r" b="b"/>
            <a:pathLst>
              <a:path w="272" h="28">
                <a:moveTo>
                  <a:pt x="272" y="6"/>
                </a:moveTo>
                <a:cubicBezTo>
                  <a:pt x="232" y="20"/>
                  <a:pt x="185" y="28"/>
                  <a:pt x="136" y="28"/>
                </a:cubicBezTo>
                <a:cubicBezTo>
                  <a:pt x="87" y="28"/>
                  <a:pt x="41" y="20"/>
                  <a:pt x="0" y="6"/>
                </a:cubicBezTo>
                <a:cubicBezTo>
                  <a:pt x="4" y="4"/>
                  <a:pt x="8" y="2"/>
                  <a:pt x="13" y="0"/>
                </a:cubicBezTo>
                <a:cubicBezTo>
                  <a:pt x="50" y="12"/>
                  <a:pt x="92" y="18"/>
                  <a:pt x="136" y="18"/>
                </a:cubicBezTo>
                <a:cubicBezTo>
                  <a:pt x="180" y="18"/>
                  <a:pt x="222" y="12"/>
                  <a:pt x="259" y="0"/>
                </a:cubicBezTo>
                <a:cubicBezTo>
                  <a:pt x="263" y="2"/>
                  <a:pt x="268" y="4"/>
                  <a:pt x="272" y="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29"/>
          <p:cNvSpPr>
            <a:spLocks/>
          </p:cNvSpPr>
          <p:nvPr/>
        </p:nvSpPr>
        <p:spPr bwMode="auto">
          <a:xfrm>
            <a:off x="2816225" y="6718300"/>
            <a:ext cx="1031875" cy="104775"/>
          </a:xfrm>
          <a:custGeom>
            <a:avLst/>
            <a:gdLst>
              <a:gd name="T0" fmla="*/ 324 w 325"/>
              <a:gd name="T1" fmla="*/ 16 h 33"/>
              <a:gd name="T2" fmla="*/ 274 w 325"/>
              <a:gd name="T3" fmla="*/ 25 h 33"/>
              <a:gd name="T4" fmla="*/ 162 w 325"/>
              <a:gd name="T5" fmla="*/ 33 h 33"/>
              <a:gd name="T6" fmla="*/ 51 w 325"/>
              <a:gd name="T7" fmla="*/ 25 h 33"/>
              <a:gd name="T8" fmla="*/ 0 w 325"/>
              <a:gd name="T9" fmla="*/ 16 h 33"/>
              <a:gd name="T10" fmla="*/ 0 w 325"/>
              <a:gd name="T11" fmla="*/ 6 h 33"/>
              <a:gd name="T12" fmla="*/ 52 w 325"/>
              <a:gd name="T13" fmla="*/ 16 h 33"/>
              <a:gd name="T14" fmla="*/ 162 w 325"/>
              <a:gd name="T15" fmla="*/ 24 h 33"/>
              <a:gd name="T16" fmla="*/ 271 w 325"/>
              <a:gd name="T17" fmla="*/ 16 h 33"/>
              <a:gd name="T18" fmla="*/ 324 w 325"/>
              <a:gd name="T19" fmla="*/ 6 h 33"/>
              <a:gd name="T20" fmla="*/ 324 w 325"/>
              <a:gd name="T21" fmla="*/ 16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5" h="33">
                <a:moveTo>
                  <a:pt x="324" y="16"/>
                </a:moveTo>
                <a:cubicBezTo>
                  <a:pt x="307" y="12"/>
                  <a:pt x="286" y="17"/>
                  <a:pt x="274" y="25"/>
                </a:cubicBezTo>
                <a:cubicBezTo>
                  <a:pt x="237" y="31"/>
                  <a:pt x="204" y="33"/>
                  <a:pt x="162" y="33"/>
                </a:cubicBezTo>
                <a:cubicBezTo>
                  <a:pt x="123" y="33"/>
                  <a:pt x="86" y="31"/>
                  <a:pt x="51" y="25"/>
                </a:cubicBezTo>
                <a:cubicBezTo>
                  <a:pt x="33" y="16"/>
                  <a:pt x="16" y="10"/>
                  <a:pt x="0" y="16"/>
                </a:cubicBezTo>
                <a:cubicBezTo>
                  <a:pt x="0" y="12"/>
                  <a:pt x="0" y="9"/>
                  <a:pt x="0" y="6"/>
                </a:cubicBezTo>
                <a:cubicBezTo>
                  <a:pt x="14" y="0"/>
                  <a:pt x="32" y="5"/>
                  <a:pt x="52" y="16"/>
                </a:cubicBezTo>
                <a:cubicBezTo>
                  <a:pt x="87" y="21"/>
                  <a:pt x="124" y="24"/>
                  <a:pt x="162" y="24"/>
                </a:cubicBezTo>
                <a:cubicBezTo>
                  <a:pt x="203" y="24"/>
                  <a:pt x="235" y="22"/>
                  <a:pt x="271" y="16"/>
                </a:cubicBezTo>
                <a:cubicBezTo>
                  <a:pt x="284" y="6"/>
                  <a:pt x="307" y="2"/>
                  <a:pt x="324" y="6"/>
                </a:cubicBezTo>
                <a:cubicBezTo>
                  <a:pt x="325" y="9"/>
                  <a:pt x="325" y="12"/>
                  <a:pt x="324" y="1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30"/>
          <p:cNvSpPr>
            <a:spLocks/>
          </p:cNvSpPr>
          <p:nvPr/>
        </p:nvSpPr>
        <p:spPr bwMode="auto">
          <a:xfrm>
            <a:off x="3740150" y="5867400"/>
            <a:ext cx="1752600" cy="987425"/>
          </a:xfrm>
          <a:custGeom>
            <a:avLst/>
            <a:gdLst>
              <a:gd name="T0" fmla="*/ 20 w 552"/>
              <a:gd name="T1" fmla="*/ 311 h 311"/>
              <a:gd name="T2" fmla="*/ 2 w 552"/>
              <a:gd name="T3" fmla="*/ 260 h 311"/>
              <a:gd name="T4" fmla="*/ 157 w 552"/>
              <a:gd name="T5" fmla="*/ 149 h 311"/>
              <a:gd name="T6" fmla="*/ 192 w 552"/>
              <a:gd name="T7" fmla="*/ 0 h 311"/>
              <a:gd name="T8" fmla="*/ 360 w 552"/>
              <a:gd name="T9" fmla="*/ 0 h 311"/>
              <a:gd name="T10" fmla="*/ 395 w 552"/>
              <a:gd name="T11" fmla="*/ 149 h 311"/>
              <a:gd name="T12" fmla="*/ 550 w 552"/>
              <a:gd name="T13" fmla="*/ 260 h 311"/>
              <a:gd name="T14" fmla="*/ 532 w 552"/>
              <a:gd name="T15" fmla="*/ 311 h 311"/>
              <a:gd name="T16" fmla="*/ 20 w 552"/>
              <a:gd name="T17" fmla="*/ 311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2" h="311">
                <a:moveTo>
                  <a:pt x="20" y="311"/>
                </a:moveTo>
                <a:cubicBezTo>
                  <a:pt x="10" y="294"/>
                  <a:pt x="2" y="276"/>
                  <a:pt x="2" y="260"/>
                </a:cubicBezTo>
                <a:cubicBezTo>
                  <a:pt x="0" y="182"/>
                  <a:pt x="92" y="175"/>
                  <a:pt x="157" y="149"/>
                </a:cubicBezTo>
                <a:cubicBezTo>
                  <a:pt x="223" y="124"/>
                  <a:pt x="193" y="60"/>
                  <a:pt x="192" y="0"/>
                </a:cubicBezTo>
                <a:cubicBezTo>
                  <a:pt x="360" y="0"/>
                  <a:pt x="360" y="0"/>
                  <a:pt x="360" y="0"/>
                </a:cubicBezTo>
                <a:cubicBezTo>
                  <a:pt x="360" y="60"/>
                  <a:pt x="330" y="124"/>
                  <a:pt x="395" y="149"/>
                </a:cubicBezTo>
                <a:cubicBezTo>
                  <a:pt x="460" y="175"/>
                  <a:pt x="552" y="182"/>
                  <a:pt x="550" y="260"/>
                </a:cubicBezTo>
                <a:cubicBezTo>
                  <a:pt x="550" y="276"/>
                  <a:pt x="543" y="294"/>
                  <a:pt x="532" y="311"/>
                </a:cubicBezTo>
                <a:lnTo>
                  <a:pt x="20" y="311"/>
                </a:ln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31"/>
          <p:cNvSpPr>
            <a:spLocks/>
          </p:cNvSpPr>
          <p:nvPr/>
        </p:nvSpPr>
        <p:spPr bwMode="auto">
          <a:xfrm>
            <a:off x="3768725" y="5937250"/>
            <a:ext cx="1689100" cy="917575"/>
          </a:xfrm>
          <a:custGeom>
            <a:avLst/>
            <a:gdLst>
              <a:gd name="T0" fmla="*/ 35 w 532"/>
              <a:gd name="T1" fmla="*/ 193 h 289"/>
              <a:gd name="T2" fmla="*/ 162 w 532"/>
              <a:gd name="T3" fmla="*/ 142 h 289"/>
              <a:gd name="T4" fmla="*/ 214 w 532"/>
              <a:gd name="T5" fmla="*/ 7 h 289"/>
              <a:gd name="T6" fmla="*/ 321 w 532"/>
              <a:gd name="T7" fmla="*/ 0 h 289"/>
              <a:gd name="T8" fmla="*/ 368 w 532"/>
              <a:gd name="T9" fmla="*/ 142 h 289"/>
              <a:gd name="T10" fmla="*/ 499 w 532"/>
              <a:gd name="T11" fmla="*/ 192 h 289"/>
              <a:gd name="T12" fmla="*/ 504 w 532"/>
              <a:gd name="T13" fmla="*/ 289 h 289"/>
              <a:gd name="T14" fmla="*/ 32 w 532"/>
              <a:gd name="T15" fmla="*/ 289 h 289"/>
              <a:gd name="T16" fmla="*/ 35 w 532"/>
              <a:gd name="T17" fmla="*/ 193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2" h="289">
                <a:moveTo>
                  <a:pt x="35" y="193"/>
                </a:moveTo>
                <a:cubicBezTo>
                  <a:pt x="60" y="168"/>
                  <a:pt x="114" y="159"/>
                  <a:pt x="162" y="142"/>
                </a:cubicBezTo>
                <a:cubicBezTo>
                  <a:pt x="210" y="125"/>
                  <a:pt x="217" y="51"/>
                  <a:pt x="214" y="7"/>
                </a:cubicBezTo>
                <a:cubicBezTo>
                  <a:pt x="321" y="0"/>
                  <a:pt x="321" y="0"/>
                  <a:pt x="321" y="0"/>
                </a:cubicBezTo>
                <a:cubicBezTo>
                  <a:pt x="317" y="44"/>
                  <a:pt x="320" y="123"/>
                  <a:pt x="368" y="142"/>
                </a:cubicBezTo>
                <a:cubicBezTo>
                  <a:pt x="416" y="162"/>
                  <a:pt x="470" y="168"/>
                  <a:pt x="499" y="192"/>
                </a:cubicBezTo>
                <a:cubicBezTo>
                  <a:pt x="532" y="218"/>
                  <a:pt x="523" y="257"/>
                  <a:pt x="504" y="289"/>
                </a:cubicBezTo>
                <a:cubicBezTo>
                  <a:pt x="32" y="289"/>
                  <a:pt x="32" y="289"/>
                  <a:pt x="32" y="289"/>
                </a:cubicBezTo>
                <a:cubicBezTo>
                  <a:pt x="14" y="255"/>
                  <a:pt x="0" y="228"/>
                  <a:pt x="35" y="193"/>
                </a:cubicBez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32"/>
          <p:cNvSpPr>
            <a:spLocks/>
          </p:cNvSpPr>
          <p:nvPr/>
        </p:nvSpPr>
        <p:spPr bwMode="auto">
          <a:xfrm>
            <a:off x="4352925" y="5943600"/>
            <a:ext cx="527050" cy="911225"/>
          </a:xfrm>
          <a:custGeom>
            <a:avLst/>
            <a:gdLst>
              <a:gd name="T0" fmla="*/ 0 w 166"/>
              <a:gd name="T1" fmla="*/ 126 h 287"/>
              <a:gd name="T2" fmla="*/ 28 w 166"/>
              <a:gd name="T3" fmla="*/ 59 h 287"/>
              <a:gd name="T4" fmla="*/ 65 w 166"/>
              <a:gd name="T5" fmla="*/ 3 h 287"/>
              <a:gd name="T6" fmla="*/ 99 w 166"/>
              <a:gd name="T7" fmla="*/ 0 h 287"/>
              <a:gd name="T8" fmla="*/ 138 w 166"/>
              <a:gd name="T9" fmla="*/ 58 h 287"/>
              <a:gd name="T10" fmla="*/ 166 w 166"/>
              <a:gd name="T11" fmla="*/ 128 h 287"/>
              <a:gd name="T12" fmla="*/ 96 w 166"/>
              <a:gd name="T13" fmla="*/ 287 h 287"/>
              <a:gd name="T14" fmla="*/ 70 w 166"/>
              <a:gd name="T15" fmla="*/ 287 h 287"/>
              <a:gd name="T16" fmla="*/ 0 w 166"/>
              <a:gd name="T17" fmla="*/ 126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6" h="287">
                <a:moveTo>
                  <a:pt x="0" y="126"/>
                </a:moveTo>
                <a:cubicBezTo>
                  <a:pt x="16" y="110"/>
                  <a:pt x="25" y="85"/>
                  <a:pt x="28" y="59"/>
                </a:cubicBezTo>
                <a:cubicBezTo>
                  <a:pt x="41" y="40"/>
                  <a:pt x="55" y="19"/>
                  <a:pt x="65" y="3"/>
                </a:cubicBezTo>
                <a:cubicBezTo>
                  <a:pt x="99" y="0"/>
                  <a:pt x="99" y="0"/>
                  <a:pt x="99" y="0"/>
                </a:cubicBezTo>
                <a:cubicBezTo>
                  <a:pt x="110" y="17"/>
                  <a:pt x="125" y="38"/>
                  <a:pt x="138" y="58"/>
                </a:cubicBezTo>
                <a:cubicBezTo>
                  <a:pt x="141" y="85"/>
                  <a:pt x="149" y="111"/>
                  <a:pt x="166" y="128"/>
                </a:cubicBezTo>
                <a:cubicBezTo>
                  <a:pt x="155" y="178"/>
                  <a:pt x="134" y="254"/>
                  <a:pt x="96" y="287"/>
                </a:cubicBezTo>
                <a:cubicBezTo>
                  <a:pt x="70" y="287"/>
                  <a:pt x="70" y="287"/>
                  <a:pt x="70" y="287"/>
                </a:cubicBezTo>
                <a:cubicBezTo>
                  <a:pt x="32" y="254"/>
                  <a:pt x="11" y="176"/>
                  <a:pt x="0" y="12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33"/>
          <p:cNvSpPr>
            <a:spLocks/>
          </p:cNvSpPr>
          <p:nvPr/>
        </p:nvSpPr>
        <p:spPr bwMode="auto">
          <a:xfrm>
            <a:off x="4445000" y="6384925"/>
            <a:ext cx="342900" cy="469900"/>
          </a:xfrm>
          <a:custGeom>
            <a:avLst/>
            <a:gdLst>
              <a:gd name="T0" fmla="*/ 20 w 108"/>
              <a:gd name="T1" fmla="*/ 148 h 148"/>
              <a:gd name="T2" fmla="*/ 25 w 108"/>
              <a:gd name="T3" fmla="*/ 67 h 148"/>
              <a:gd name="T4" fmla="*/ 54 w 108"/>
              <a:gd name="T5" fmla="*/ 0 h 148"/>
              <a:gd name="T6" fmla="*/ 84 w 108"/>
              <a:gd name="T7" fmla="*/ 66 h 148"/>
              <a:gd name="T8" fmla="*/ 88 w 108"/>
              <a:gd name="T9" fmla="*/ 148 h 148"/>
              <a:gd name="T10" fmla="*/ 20 w 108"/>
              <a:gd name="T11" fmla="*/ 148 h 148"/>
            </a:gdLst>
            <a:ahLst/>
            <a:cxnLst>
              <a:cxn ang="0">
                <a:pos x="T0" y="T1"/>
              </a:cxn>
              <a:cxn ang="0">
                <a:pos x="T2" y="T3"/>
              </a:cxn>
              <a:cxn ang="0">
                <a:pos x="T4" y="T5"/>
              </a:cxn>
              <a:cxn ang="0">
                <a:pos x="T6" y="T7"/>
              </a:cxn>
              <a:cxn ang="0">
                <a:pos x="T8" y="T9"/>
              </a:cxn>
              <a:cxn ang="0">
                <a:pos x="T10" y="T11"/>
              </a:cxn>
            </a:cxnLst>
            <a:rect l="0" t="0" r="r" b="b"/>
            <a:pathLst>
              <a:path w="108" h="148">
                <a:moveTo>
                  <a:pt x="20" y="148"/>
                </a:moveTo>
                <a:cubicBezTo>
                  <a:pt x="32" y="99"/>
                  <a:pt x="49" y="95"/>
                  <a:pt x="25" y="67"/>
                </a:cubicBezTo>
                <a:cubicBezTo>
                  <a:pt x="0" y="39"/>
                  <a:pt x="25" y="0"/>
                  <a:pt x="54" y="0"/>
                </a:cubicBezTo>
                <a:cubicBezTo>
                  <a:pt x="83" y="0"/>
                  <a:pt x="108" y="38"/>
                  <a:pt x="84" y="66"/>
                </a:cubicBezTo>
                <a:cubicBezTo>
                  <a:pt x="60" y="94"/>
                  <a:pt x="76" y="99"/>
                  <a:pt x="88" y="148"/>
                </a:cubicBezTo>
                <a:lnTo>
                  <a:pt x="20" y="148"/>
                </a:ln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34"/>
          <p:cNvSpPr>
            <a:spLocks/>
          </p:cNvSpPr>
          <p:nvPr/>
        </p:nvSpPr>
        <p:spPr bwMode="auto">
          <a:xfrm>
            <a:off x="4352925" y="6153150"/>
            <a:ext cx="527050" cy="463550"/>
          </a:xfrm>
          <a:custGeom>
            <a:avLst/>
            <a:gdLst>
              <a:gd name="T0" fmla="*/ 83 w 166"/>
              <a:gd name="T1" fmla="*/ 57 h 146"/>
              <a:gd name="T2" fmla="*/ 29 w 166"/>
              <a:gd name="T3" fmla="*/ 146 h 146"/>
              <a:gd name="T4" fmla="*/ 20 w 166"/>
              <a:gd name="T5" fmla="*/ 133 h 146"/>
              <a:gd name="T6" fmla="*/ 0 w 166"/>
              <a:gd name="T7" fmla="*/ 60 h 146"/>
              <a:gd name="T8" fmla="*/ 27 w 166"/>
              <a:gd name="T9" fmla="*/ 1 h 146"/>
              <a:gd name="T10" fmla="*/ 139 w 166"/>
              <a:gd name="T11" fmla="*/ 0 h 146"/>
              <a:gd name="T12" fmla="*/ 166 w 166"/>
              <a:gd name="T13" fmla="*/ 62 h 146"/>
              <a:gd name="T14" fmla="*/ 146 w 166"/>
              <a:gd name="T15" fmla="*/ 133 h 146"/>
              <a:gd name="T16" fmla="*/ 138 w 166"/>
              <a:gd name="T17" fmla="*/ 146 h 146"/>
              <a:gd name="T18" fmla="*/ 83 w 166"/>
              <a:gd name="T19"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46">
                <a:moveTo>
                  <a:pt x="83" y="57"/>
                </a:moveTo>
                <a:cubicBezTo>
                  <a:pt x="29" y="146"/>
                  <a:pt x="29" y="146"/>
                  <a:pt x="29" y="146"/>
                </a:cubicBezTo>
                <a:cubicBezTo>
                  <a:pt x="20" y="133"/>
                  <a:pt x="20" y="133"/>
                  <a:pt x="20" y="133"/>
                </a:cubicBezTo>
                <a:cubicBezTo>
                  <a:pt x="11" y="108"/>
                  <a:pt x="5" y="81"/>
                  <a:pt x="0" y="60"/>
                </a:cubicBezTo>
                <a:cubicBezTo>
                  <a:pt x="15" y="46"/>
                  <a:pt x="23" y="24"/>
                  <a:pt x="27" y="1"/>
                </a:cubicBezTo>
                <a:cubicBezTo>
                  <a:pt x="139" y="0"/>
                  <a:pt x="139" y="0"/>
                  <a:pt x="139" y="0"/>
                </a:cubicBezTo>
                <a:cubicBezTo>
                  <a:pt x="143" y="24"/>
                  <a:pt x="151" y="47"/>
                  <a:pt x="166" y="62"/>
                </a:cubicBezTo>
                <a:cubicBezTo>
                  <a:pt x="161" y="83"/>
                  <a:pt x="155" y="108"/>
                  <a:pt x="146" y="133"/>
                </a:cubicBezTo>
                <a:cubicBezTo>
                  <a:pt x="138" y="146"/>
                  <a:pt x="138" y="146"/>
                  <a:pt x="138" y="146"/>
                </a:cubicBezTo>
                <a:lnTo>
                  <a:pt x="83" y="5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35"/>
          <p:cNvSpPr>
            <a:spLocks noEditPoints="1"/>
          </p:cNvSpPr>
          <p:nvPr/>
        </p:nvSpPr>
        <p:spPr bwMode="auto">
          <a:xfrm>
            <a:off x="4098925" y="5156200"/>
            <a:ext cx="1035050" cy="1104900"/>
          </a:xfrm>
          <a:custGeom>
            <a:avLst/>
            <a:gdLst>
              <a:gd name="T0" fmla="*/ 307 w 326"/>
              <a:gd name="T1" fmla="*/ 139 h 348"/>
              <a:gd name="T2" fmla="*/ 324 w 326"/>
              <a:gd name="T3" fmla="*/ 175 h 348"/>
              <a:gd name="T4" fmla="*/ 323 w 326"/>
              <a:gd name="T5" fmla="*/ 213 h 348"/>
              <a:gd name="T6" fmla="*/ 308 w 326"/>
              <a:gd name="T7" fmla="*/ 247 h 348"/>
              <a:gd name="T8" fmla="*/ 286 w 326"/>
              <a:gd name="T9" fmla="*/ 262 h 348"/>
              <a:gd name="T10" fmla="*/ 237 w 326"/>
              <a:gd name="T11" fmla="*/ 324 h 348"/>
              <a:gd name="T12" fmla="*/ 163 w 326"/>
              <a:gd name="T13" fmla="*/ 348 h 348"/>
              <a:gd name="T14" fmla="*/ 163 w 326"/>
              <a:gd name="T15" fmla="*/ 324 h 348"/>
              <a:gd name="T16" fmla="*/ 223 w 326"/>
              <a:gd name="T17" fmla="*/ 304 h 348"/>
              <a:gd name="T18" fmla="*/ 267 w 326"/>
              <a:gd name="T19" fmla="*/ 248 h 348"/>
              <a:gd name="T20" fmla="*/ 276 w 326"/>
              <a:gd name="T21" fmla="*/ 240 h 348"/>
              <a:gd name="T22" fmla="*/ 289 w 326"/>
              <a:gd name="T23" fmla="*/ 232 h 348"/>
              <a:gd name="T24" fmla="*/ 300 w 326"/>
              <a:gd name="T25" fmla="*/ 208 h 348"/>
              <a:gd name="T26" fmla="*/ 301 w 326"/>
              <a:gd name="T27" fmla="*/ 179 h 348"/>
              <a:gd name="T28" fmla="*/ 288 w 326"/>
              <a:gd name="T29" fmla="*/ 154 h 348"/>
              <a:gd name="T30" fmla="*/ 288 w 326"/>
              <a:gd name="T31" fmla="*/ 154 h 348"/>
              <a:gd name="T32" fmla="*/ 284 w 326"/>
              <a:gd name="T33" fmla="*/ 146 h 348"/>
              <a:gd name="T34" fmla="*/ 246 w 326"/>
              <a:gd name="T35" fmla="*/ 55 h 348"/>
              <a:gd name="T36" fmla="*/ 163 w 326"/>
              <a:gd name="T37" fmla="*/ 24 h 348"/>
              <a:gd name="T38" fmla="*/ 163 w 326"/>
              <a:gd name="T39" fmla="*/ 0 h 348"/>
              <a:gd name="T40" fmla="*/ 263 w 326"/>
              <a:gd name="T41" fmla="*/ 39 h 348"/>
              <a:gd name="T42" fmla="*/ 307 w 326"/>
              <a:gd name="T43" fmla="*/ 139 h 348"/>
              <a:gd name="T44" fmla="*/ 163 w 326"/>
              <a:gd name="T45" fmla="*/ 348 h 348"/>
              <a:gd name="T46" fmla="*/ 89 w 326"/>
              <a:gd name="T47" fmla="*/ 324 h 348"/>
              <a:gd name="T48" fmla="*/ 40 w 326"/>
              <a:gd name="T49" fmla="*/ 262 h 348"/>
              <a:gd name="T50" fmla="*/ 18 w 326"/>
              <a:gd name="T51" fmla="*/ 247 h 348"/>
              <a:gd name="T52" fmla="*/ 3 w 326"/>
              <a:gd name="T53" fmla="*/ 213 h 348"/>
              <a:gd name="T54" fmla="*/ 2 w 326"/>
              <a:gd name="T55" fmla="*/ 175 h 348"/>
              <a:gd name="T56" fmla="*/ 19 w 326"/>
              <a:gd name="T57" fmla="*/ 139 h 348"/>
              <a:gd name="T58" fmla="*/ 64 w 326"/>
              <a:gd name="T59" fmla="*/ 39 h 348"/>
              <a:gd name="T60" fmla="*/ 163 w 326"/>
              <a:gd name="T61" fmla="*/ 0 h 348"/>
              <a:gd name="T62" fmla="*/ 163 w 326"/>
              <a:gd name="T63" fmla="*/ 24 h 348"/>
              <a:gd name="T64" fmla="*/ 80 w 326"/>
              <a:gd name="T65" fmla="*/ 55 h 348"/>
              <a:gd name="T66" fmla="*/ 42 w 326"/>
              <a:gd name="T67" fmla="*/ 145 h 348"/>
              <a:gd name="T68" fmla="*/ 38 w 326"/>
              <a:gd name="T69" fmla="*/ 154 h 348"/>
              <a:gd name="T70" fmla="*/ 26 w 326"/>
              <a:gd name="T71" fmla="*/ 179 h 348"/>
              <a:gd name="T72" fmla="*/ 26 w 326"/>
              <a:gd name="T73" fmla="*/ 208 h 348"/>
              <a:gd name="T74" fmla="*/ 37 w 326"/>
              <a:gd name="T75" fmla="*/ 232 h 348"/>
              <a:gd name="T76" fmla="*/ 50 w 326"/>
              <a:gd name="T77" fmla="*/ 240 h 348"/>
              <a:gd name="T78" fmla="*/ 50 w 326"/>
              <a:gd name="T79" fmla="*/ 240 h 348"/>
              <a:gd name="T80" fmla="*/ 59 w 326"/>
              <a:gd name="T81" fmla="*/ 247 h 348"/>
              <a:gd name="T82" fmla="*/ 103 w 326"/>
              <a:gd name="T83" fmla="*/ 304 h 348"/>
              <a:gd name="T84" fmla="*/ 163 w 326"/>
              <a:gd name="T85" fmla="*/ 324 h 348"/>
              <a:gd name="T86" fmla="*/ 163 w 326"/>
              <a:gd name="T87" fmla="*/ 348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26" h="348">
                <a:moveTo>
                  <a:pt x="307" y="139"/>
                </a:moveTo>
                <a:cubicBezTo>
                  <a:pt x="316" y="148"/>
                  <a:pt x="322" y="161"/>
                  <a:pt x="324" y="175"/>
                </a:cubicBezTo>
                <a:cubicBezTo>
                  <a:pt x="326" y="187"/>
                  <a:pt x="326" y="201"/>
                  <a:pt x="323" y="213"/>
                </a:cubicBezTo>
                <a:cubicBezTo>
                  <a:pt x="320" y="226"/>
                  <a:pt x="315" y="238"/>
                  <a:pt x="308" y="247"/>
                </a:cubicBezTo>
                <a:cubicBezTo>
                  <a:pt x="302" y="254"/>
                  <a:pt x="295" y="259"/>
                  <a:pt x="286" y="262"/>
                </a:cubicBezTo>
                <a:cubicBezTo>
                  <a:pt x="275" y="287"/>
                  <a:pt x="258" y="308"/>
                  <a:pt x="237" y="324"/>
                </a:cubicBezTo>
                <a:cubicBezTo>
                  <a:pt x="216" y="339"/>
                  <a:pt x="191" y="348"/>
                  <a:pt x="163" y="348"/>
                </a:cubicBezTo>
                <a:cubicBezTo>
                  <a:pt x="163" y="324"/>
                  <a:pt x="163" y="324"/>
                  <a:pt x="163" y="324"/>
                </a:cubicBezTo>
                <a:cubicBezTo>
                  <a:pt x="186" y="324"/>
                  <a:pt x="206" y="316"/>
                  <a:pt x="223" y="304"/>
                </a:cubicBezTo>
                <a:cubicBezTo>
                  <a:pt x="242" y="291"/>
                  <a:pt x="257" y="271"/>
                  <a:pt x="267" y="248"/>
                </a:cubicBezTo>
                <a:cubicBezTo>
                  <a:pt x="269" y="244"/>
                  <a:pt x="272" y="241"/>
                  <a:pt x="276" y="240"/>
                </a:cubicBezTo>
                <a:cubicBezTo>
                  <a:pt x="281" y="239"/>
                  <a:pt x="286" y="236"/>
                  <a:pt x="289" y="232"/>
                </a:cubicBezTo>
                <a:cubicBezTo>
                  <a:pt x="294" y="226"/>
                  <a:pt x="298" y="217"/>
                  <a:pt x="300" y="208"/>
                </a:cubicBezTo>
                <a:cubicBezTo>
                  <a:pt x="302" y="199"/>
                  <a:pt x="302" y="188"/>
                  <a:pt x="301" y="179"/>
                </a:cubicBezTo>
                <a:cubicBezTo>
                  <a:pt x="299" y="168"/>
                  <a:pt x="295" y="159"/>
                  <a:pt x="288" y="154"/>
                </a:cubicBezTo>
                <a:cubicBezTo>
                  <a:pt x="288" y="154"/>
                  <a:pt x="288" y="154"/>
                  <a:pt x="288" y="154"/>
                </a:cubicBezTo>
                <a:cubicBezTo>
                  <a:pt x="286" y="152"/>
                  <a:pt x="284" y="149"/>
                  <a:pt x="284" y="146"/>
                </a:cubicBezTo>
                <a:cubicBezTo>
                  <a:pt x="281" y="111"/>
                  <a:pt x="268" y="78"/>
                  <a:pt x="246" y="55"/>
                </a:cubicBezTo>
                <a:cubicBezTo>
                  <a:pt x="226" y="36"/>
                  <a:pt x="199" y="24"/>
                  <a:pt x="163" y="24"/>
                </a:cubicBezTo>
                <a:cubicBezTo>
                  <a:pt x="163" y="0"/>
                  <a:pt x="163" y="0"/>
                  <a:pt x="163" y="0"/>
                </a:cubicBezTo>
                <a:cubicBezTo>
                  <a:pt x="206" y="0"/>
                  <a:pt x="239" y="15"/>
                  <a:pt x="263" y="39"/>
                </a:cubicBezTo>
                <a:cubicBezTo>
                  <a:pt x="288" y="64"/>
                  <a:pt x="303" y="100"/>
                  <a:pt x="307" y="139"/>
                </a:cubicBezTo>
                <a:close/>
                <a:moveTo>
                  <a:pt x="163" y="348"/>
                </a:moveTo>
                <a:cubicBezTo>
                  <a:pt x="135" y="348"/>
                  <a:pt x="110" y="339"/>
                  <a:pt x="89" y="324"/>
                </a:cubicBezTo>
                <a:cubicBezTo>
                  <a:pt x="68" y="308"/>
                  <a:pt x="52" y="287"/>
                  <a:pt x="40" y="262"/>
                </a:cubicBezTo>
                <a:cubicBezTo>
                  <a:pt x="31" y="259"/>
                  <a:pt x="24" y="254"/>
                  <a:pt x="18" y="247"/>
                </a:cubicBezTo>
                <a:cubicBezTo>
                  <a:pt x="11" y="238"/>
                  <a:pt x="6" y="226"/>
                  <a:pt x="3" y="213"/>
                </a:cubicBezTo>
                <a:cubicBezTo>
                  <a:pt x="0" y="201"/>
                  <a:pt x="0" y="187"/>
                  <a:pt x="2" y="175"/>
                </a:cubicBezTo>
                <a:cubicBezTo>
                  <a:pt x="4" y="161"/>
                  <a:pt x="10" y="148"/>
                  <a:pt x="19" y="139"/>
                </a:cubicBezTo>
                <a:cubicBezTo>
                  <a:pt x="23" y="100"/>
                  <a:pt x="38" y="64"/>
                  <a:pt x="64" y="39"/>
                </a:cubicBezTo>
                <a:cubicBezTo>
                  <a:pt x="87" y="15"/>
                  <a:pt x="120" y="0"/>
                  <a:pt x="163" y="0"/>
                </a:cubicBezTo>
                <a:cubicBezTo>
                  <a:pt x="163" y="24"/>
                  <a:pt x="163" y="24"/>
                  <a:pt x="163" y="24"/>
                </a:cubicBezTo>
                <a:cubicBezTo>
                  <a:pt x="127" y="24"/>
                  <a:pt x="100" y="36"/>
                  <a:pt x="80" y="55"/>
                </a:cubicBezTo>
                <a:cubicBezTo>
                  <a:pt x="58" y="78"/>
                  <a:pt x="46" y="110"/>
                  <a:pt x="42" y="145"/>
                </a:cubicBezTo>
                <a:cubicBezTo>
                  <a:pt x="42" y="148"/>
                  <a:pt x="41" y="152"/>
                  <a:pt x="38" y="154"/>
                </a:cubicBezTo>
                <a:cubicBezTo>
                  <a:pt x="31" y="159"/>
                  <a:pt x="27" y="168"/>
                  <a:pt x="26" y="179"/>
                </a:cubicBezTo>
                <a:cubicBezTo>
                  <a:pt x="24" y="188"/>
                  <a:pt x="24" y="199"/>
                  <a:pt x="26" y="208"/>
                </a:cubicBezTo>
                <a:cubicBezTo>
                  <a:pt x="28" y="217"/>
                  <a:pt x="32" y="226"/>
                  <a:pt x="37" y="232"/>
                </a:cubicBezTo>
                <a:cubicBezTo>
                  <a:pt x="41" y="236"/>
                  <a:pt x="45" y="239"/>
                  <a:pt x="50" y="240"/>
                </a:cubicBezTo>
                <a:cubicBezTo>
                  <a:pt x="50" y="240"/>
                  <a:pt x="50" y="240"/>
                  <a:pt x="50" y="240"/>
                </a:cubicBezTo>
                <a:cubicBezTo>
                  <a:pt x="54" y="241"/>
                  <a:pt x="57" y="243"/>
                  <a:pt x="59" y="247"/>
                </a:cubicBezTo>
                <a:cubicBezTo>
                  <a:pt x="70" y="270"/>
                  <a:pt x="84" y="291"/>
                  <a:pt x="103" y="304"/>
                </a:cubicBezTo>
                <a:cubicBezTo>
                  <a:pt x="120" y="316"/>
                  <a:pt x="140" y="324"/>
                  <a:pt x="163" y="324"/>
                </a:cubicBezTo>
                <a:lnTo>
                  <a:pt x="163" y="348"/>
                </a:ln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36"/>
          <p:cNvSpPr>
            <a:spLocks/>
          </p:cNvSpPr>
          <p:nvPr/>
        </p:nvSpPr>
        <p:spPr bwMode="auto">
          <a:xfrm>
            <a:off x="4098925" y="5194300"/>
            <a:ext cx="1035050" cy="1028700"/>
          </a:xfrm>
          <a:custGeom>
            <a:avLst/>
            <a:gdLst>
              <a:gd name="T0" fmla="*/ 296 w 326"/>
              <a:gd name="T1" fmla="*/ 133 h 324"/>
              <a:gd name="T2" fmla="*/ 278 w 326"/>
              <a:gd name="T3" fmla="*/ 240 h 324"/>
              <a:gd name="T4" fmla="*/ 163 w 326"/>
              <a:gd name="T5" fmla="*/ 324 h 324"/>
              <a:gd name="T6" fmla="*/ 48 w 326"/>
              <a:gd name="T7" fmla="*/ 240 h 324"/>
              <a:gd name="T8" fmla="*/ 30 w 326"/>
              <a:gd name="T9" fmla="*/ 133 h 324"/>
              <a:gd name="T10" fmla="*/ 163 w 326"/>
              <a:gd name="T11" fmla="*/ 0 h 324"/>
              <a:gd name="T12" fmla="*/ 296 w 326"/>
              <a:gd name="T13" fmla="*/ 133 h 324"/>
            </a:gdLst>
            <a:ahLst/>
            <a:cxnLst>
              <a:cxn ang="0">
                <a:pos x="T0" y="T1"/>
              </a:cxn>
              <a:cxn ang="0">
                <a:pos x="T2" y="T3"/>
              </a:cxn>
              <a:cxn ang="0">
                <a:pos x="T4" y="T5"/>
              </a:cxn>
              <a:cxn ang="0">
                <a:pos x="T6" y="T7"/>
              </a:cxn>
              <a:cxn ang="0">
                <a:pos x="T8" y="T9"/>
              </a:cxn>
              <a:cxn ang="0">
                <a:pos x="T10" y="T11"/>
              </a:cxn>
              <a:cxn ang="0">
                <a:pos x="T12" y="T13"/>
              </a:cxn>
            </a:cxnLst>
            <a:rect l="0" t="0" r="r" b="b"/>
            <a:pathLst>
              <a:path w="326" h="324">
                <a:moveTo>
                  <a:pt x="296" y="133"/>
                </a:moveTo>
                <a:cubicBezTo>
                  <a:pt x="326" y="157"/>
                  <a:pt x="316" y="234"/>
                  <a:pt x="278" y="240"/>
                </a:cubicBezTo>
                <a:cubicBezTo>
                  <a:pt x="257" y="288"/>
                  <a:pt x="217" y="324"/>
                  <a:pt x="163" y="324"/>
                </a:cubicBezTo>
                <a:cubicBezTo>
                  <a:pt x="109" y="324"/>
                  <a:pt x="70" y="288"/>
                  <a:pt x="48" y="240"/>
                </a:cubicBezTo>
                <a:cubicBezTo>
                  <a:pt x="11" y="234"/>
                  <a:pt x="0" y="157"/>
                  <a:pt x="30" y="133"/>
                </a:cubicBezTo>
                <a:cubicBezTo>
                  <a:pt x="37" y="62"/>
                  <a:pt x="78" y="0"/>
                  <a:pt x="163" y="0"/>
                </a:cubicBezTo>
                <a:cubicBezTo>
                  <a:pt x="248" y="0"/>
                  <a:pt x="289" y="62"/>
                  <a:pt x="296" y="13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37"/>
          <p:cNvSpPr>
            <a:spLocks/>
          </p:cNvSpPr>
          <p:nvPr/>
        </p:nvSpPr>
        <p:spPr bwMode="auto">
          <a:xfrm>
            <a:off x="4124325" y="5162550"/>
            <a:ext cx="984250" cy="606425"/>
          </a:xfrm>
          <a:custGeom>
            <a:avLst/>
            <a:gdLst>
              <a:gd name="T0" fmla="*/ 153 w 310"/>
              <a:gd name="T1" fmla="*/ 10 h 191"/>
              <a:gd name="T2" fmla="*/ 49 w 310"/>
              <a:gd name="T3" fmla="*/ 157 h 191"/>
              <a:gd name="T4" fmla="*/ 41 w 310"/>
              <a:gd name="T5" fmla="*/ 164 h 191"/>
              <a:gd name="T6" fmla="*/ 25 w 310"/>
              <a:gd name="T7" fmla="*/ 145 h 191"/>
              <a:gd name="T8" fmla="*/ 13 w 310"/>
              <a:gd name="T9" fmla="*/ 153 h 191"/>
              <a:gd name="T10" fmla="*/ 2 w 310"/>
              <a:gd name="T11" fmla="*/ 136 h 191"/>
              <a:gd name="T12" fmla="*/ 117 w 310"/>
              <a:gd name="T13" fmla="*/ 3 h 191"/>
              <a:gd name="T14" fmla="*/ 195 w 310"/>
              <a:gd name="T15" fmla="*/ 3 h 191"/>
              <a:gd name="T16" fmla="*/ 308 w 310"/>
              <a:gd name="T17" fmla="*/ 136 h 191"/>
              <a:gd name="T18" fmla="*/ 297 w 310"/>
              <a:gd name="T19" fmla="*/ 153 h 191"/>
              <a:gd name="T20" fmla="*/ 286 w 310"/>
              <a:gd name="T21" fmla="*/ 145 h 191"/>
              <a:gd name="T22" fmla="*/ 270 w 310"/>
              <a:gd name="T23" fmla="*/ 164 h 191"/>
              <a:gd name="T24" fmla="*/ 262 w 310"/>
              <a:gd name="T25" fmla="*/ 157 h 191"/>
              <a:gd name="T26" fmla="*/ 158 w 310"/>
              <a:gd name="T27" fmla="*/ 10 h 191"/>
              <a:gd name="T28" fmla="*/ 153 w 310"/>
              <a:gd name="T29" fmla="*/ 1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0" h="191">
                <a:moveTo>
                  <a:pt x="153" y="10"/>
                </a:moveTo>
                <a:cubicBezTo>
                  <a:pt x="98" y="11"/>
                  <a:pt x="46" y="91"/>
                  <a:pt x="49" y="157"/>
                </a:cubicBezTo>
                <a:cubicBezTo>
                  <a:pt x="50" y="191"/>
                  <a:pt x="47" y="182"/>
                  <a:pt x="41" y="164"/>
                </a:cubicBezTo>
                <a:cubicBezTo>
                  <a:pt x="37" y="154"/>
                  <a:pt x="32" y="145"/>
                  <a:pt x="25" y="145"/>
                </a:cubicBezTo>
                <a:cubicBezTo>
                  <a:pt x="19" y="145"/>
                  <a:pt x="15" y="149"/>
                  <a:pt x="13" y="153"/>
                </a:cubicBezTo>
                <a:cubicBezTo>
                  <a:pt x="9" y="162"/>
                  <a:pt x="0" y="153"/>
                  <a:pt x="2" y="136"/>
                </a:cubicBezTo>
                <a:cubicBezTo>
                  <a:pt x="9" y="84"/>
                  <a:pt x="62" y="10"/>
                  <a:pt x="117" y="3"/>
                </a:cubicBezTo>
                <a:cubicBezTo>
                  <a:pt x="138" y="0"/>
                  <a:pt x="174" y="0"/>
                  <a:pt x="195" y="3"/>
                </a:cubicBezTo>
                <a:cubicBezTo>
                  <a:pt x="249" y="11"/>
                  <a:pt x="302" y="84"/>
                  <a:pt x="308" y="136"/>
                </a:cubicBezTo>
                <a:cubicBezTo>
                  <a:pt x="310" y="153"/>
                  <a:pt x="301" y="162"/>
                  <a:pt x="297" y="153"/>
                </a:cubicBezTo>
                <a:cubicBezTo>
                  <a:pt x="295" y="149"/>
                  <a:pt x="291" y="145"/>
                  <a:pt x="286" y="145"/>
                </a:cubicBezTo>
                <a:cubicBezTo>
                  <a:pt x="278" y="145"/>
                  <a:pt x="273" y="154"/>
                  <a:pt x="270" y="164"/>
                </a:cubicBezTo>
                <a:cubicBezTo>
                  <a:pt x="264" y="182"/>
                  <a:pt x="261" y="191"/>
                  <a:pt x="262" y="157"/>
                </a:cubicBezTo>
                <a:cubicBezTo>
                  <a:pt x="265" y="92"/>
                  <a:pt x="213" y="12"/>
                  <a:pt x="158" y="10"/>
                </a:cubicBezTo>
                <a:lnTo>
                  <a:pt x="153" y="10"/>
                </a:ln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38"/>
          <p:cNvSpPr>
            <a:spLocks/>
          </p:cNvSpPr>
          <p:nvPr/>
        </p:nvSpPr>
        <p:spPr bwMode="auto">
          <a:xfrm>
            <a:off x="4184650" y="5305425"/>
            <a:ext cx="857250" cy="1016000"/>
          </a:xfrm>
          <a:custGeom>
            <a:avLst/>
            <a:gdLst>
              <a:gd name="T0" fmla="*/ 135 w 270"/>
              <a:gd name="T1" fmla="*/ 319 h 320"/>
              <a:gd name="T2" fmla="*/ 56 w 270"/>
              <a:gd name="T3" fmla="*/ 273 h 320"/>
              <a:gd name="T4" fmla="*/ 20 w 270"/>
              <a:gd name="T5" fmla="*/ 100 h 320"/>
              <a:gd name="T6" fmla="*/ 29 w 270"/>
              <a:gd name="T7" fmla="*/ 103 h 320"/>
              <a:gd name="T8" fmla="*/ 69 w 270"/>
              <a:gd name="T9" fmla="*/ 250 h 320"/>
              <a:gd name="T10" fmla="*/ 115 w 270"/>
              <a:gd name="T11" fmla="*/ 275 h 320"/>
              <a:gd name="T12" fmla="*/ 134 w 270"/>
              <a:gd name="T13" fmla="*/ 267 h 320"/>
              <a:gd name="T14" fmla="*/ 135 w 270"/>
              <a:gd name="T15" fmla="*/ 267 h 320"/>
              <a:gd name="T16" fmla="*/ 136 w 270"/>
              <a:gd name="T17" fmla="*/ 267 h 320"/>
              <a:gd name="T18" fmla="*/ 156 w 270"/>
              <a:gd name="T19" fmla="*/ 275 h 320"/>
              <a:gd name="T20" fmla="*/ 201 w 270"/>
              <a:gd name="T21" fmla="*/ 250 h 320"/>
              <a:gd name="T22" fmla="*/ 241 w 270"/>
              <a:gd name="T23" fmla="*/ 103 h 320"/>
              <a:gd name="T24" fmla="*/ 251 w 270"/>
              <a:gd name="T25" fmla="*/ 100 h 320"/>
              <a:gd name="T26" fmla="*/ 214 w 270"/>
              <a:gd name="T27" fmla="*/ 273 h 320"/>
              <a:gd name="T28" fmla="*/ 135 w 270"/>
              <a:gd name="T29" fmla="*/ 319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0" h="320">
                <a:moveTo>
                  <a:pt x="135" y="319"/>
                </a:moveTo>
                <a:cubicBezTo>
                  <a:pt x="102" y="320"/>
                  <a:pt x="76" y="298"/>
                  <a:pt x="56" y="273"/>
                </a:cubicBezTo>
                <a:cubicBezTo>
                  <a:pt x="28" y="238"/>
                  <a:pt x="0" y="186"/>
                  <a:pt x="20" y="100"/>
                </a:cubicBezTo>
                <a:cubicBezTo>
                  <a:pt x="42" y="0"/>
                  <a:pt x="28" y="68"/>
                  <a:pt x="29" y="103"/>
                </a:cubicBezTo>
                <a:cubicBezTo>
                  <a:pt x="30" y="127"/>
                  <a:pt x="28" y="209"/>
                  <a:pt x="69" y="250"/>
                </a:cubicBezTo>
                <a:cubicBezTo>
                  <a:pt x="79" y="261"/>
                  <a:pt x="99" y="275"/>
                  <a:pt x="115" y="275"/>
                </a:cubicBezTo>
                <a:cubicBezTo>
                  <a:pt x="122" y="275"/>
                  <a:pt x="127" y="267"/>
                  <a:pt x="134" y="267"/>
                </a:cubicBezTo>
                <a:cubicBezTo>
                  <a:pt x="134" y="267"/>
                  <a:pt x="135" y="267"/>
                  <a:pt x="135" y="267"/>
                </a:cubicBezTo>
                <a:cubicBezTo>
                  <a:pt x="136" y="267"/>
                  <a:pt x="136" y="267"/>
                  <a:pt x="136" y="267"/>
                </a:cubicBezTo>
                <a:cubicBezTo>
                  <a:pt x="144" y="267"/>
                  <a:pt x="149" y="275"/>
                  <a:pt x="156" y="275"/>
                </a:cubicBezTo>
                <a:cubicBezTo>
                  <a:pt x="171" y="275"/>
                  <a:pt x="191" y="261"/>
                  <a:pt x="201" y="250"/>
                </a:cubicBezTo>
                <a:cubicBezTo>
                  <a:pt x="242" y="209"/>
                  <a:pt x="241" y="127"/>
                  <a:pt x="241" y="103"/>
                </a:cubicBezTo>
                <a:cubicBezTo>
                  <a:pt x="243" y="68"/>
                  <a:pt x="228" y="0"/>
                  <a:pt x="251" y="100"/>
                </a:cubicBezTo>
                <a:cubicBezTo>
                  <a:pt x="270" y="186"/>
                  <a:pt x="242" y="238"/>
                  <a:pt x="214" y="273"/>
                </a:cubicBezTo>
                <a:cubicBezTo>
                  <a:pt x="195" y="298"/>
                  <a:pt x="168" y="320"/>
                  <a:pt x="135" y="319"/>
                </a:cubicBez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Oval 39"/>
          <p:cNvSpPr>
            <a:spLocks noChangeArrowheads="1"/>
          </p:cNvSpPr>
          <p:nvPr/>
        </p:nvSpPr>
        <p:spPr bwMode="auto">
          <a:xfrm>
            <a:off x="4530725" y="6584950"/>
            <a:ext cx="174625" cy="222250"/>
          </a:xfrm>
          <a:prstGeom prst="ellipse">
            <a:avLst/>
          </a:pr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40"/>
          <p:cNvSpPr>
            <a:spLocks/>
          </p:cNvSpPr>
          <p:nvPr/>
        </p:nvSpPr>
        <p:spPr bwMode="auto">
          <a:xfrm>
            <a:off x="4276725" y="5153025"/>
            <a:ext cx="854075" cy="603250"/>
          </a:xfrm>
          <a:custGeom>
            <a:avLst/>
            <a:gdLst>
              <a:gd name="T0" fmla="*/ 0 w 269"/>
              <a:gd name="T1" fmla="*/ 155 h 190"/>
              <a:gd name="T2" fmla="*/ 84 w 269"/>
              <a:gd name="T3" fmla="*/ 75 h 190"/>
              <a:gd name="T4" fmla="*/ 252 w 269"/>
              <a:gd name="T5" fmla="*/ 173 h 190"/>
              <a:gd name="T6" fmla="*/ 218 w 269"/>
              <a:gd name="T7" fmla="*/ 74 h 190"/>
              <a:gd name="T8" fmla="*/ 113 w 269"/>
              <a:gd name="T9" fmla="*/ 4 h 190"/>
              <a:gd name="T10" fmla="*/ 0 w 269"/>
              <a:gd name="T11" fmla="*/ 155 h 190"/>
            </a:gdLst>
            <a:ahLst/>
            <a:cxnLst>
              <a:cxn ang="0">
                <a:pos x="T0" y="T1"/>
              </a:cxn>
              <a:cxn ang="0">
                <a:pos x="T2" y="T3"/>
              </a:cxn>
              <a:cxn ang="0">
                <a:pos x="T4" y="T5"/>
              </a:cxn>
              <a:cxn ang="0">
                <a:pos x="T6" y="T7"/>
              </a:cxn>
              <a:cxn ang="0">
                <a:pos x="T8" y="T9"/>
              </a:cxn>
              <a:cxn ang="0">
                <a:pos x="T10" y="T11"/>
              </a:cxn>
            </a:cxnLst>
            <a:rect l="0" t="0" r="r" b="b"/>
            <a:pathLst>
              <a:path w="269" h="190">
                <a:moveTo>
                  <a:pt x="0" y="155"/>
                </a:moveTo>
                <a:cubicBezTo>
                  <a:pt x="21" y="98"/>
                  <a:pt x="46" y="67"/>
                  <a:pt x="84" y="75"/>
                </a:cubicBezTo>
                <a:cubicBezTo>
                  <a:pt x="120" y="99"/>
                  <a:pt x="193" y="190"/>
                  <a:pt x="252" y="173"/>
                </a:cubicBezTo>
                <a:cubicBezTo>
                  <a:pt x="269" y="101"/>
                  <a:pt x="224" y="78"/>
                  <a:pt x="218" y="74"/>
                </a:cubicBezTo>
                <a:cubicBezTo>
                  <a:pt x="215" y="72"/>
                  <a:pt x="168" y="8"/>
                  <a:pt x="113" y="4"/>
                </a:cubicBezTo>
                <a:cubicBezTo>
                  <a:pt x="61" y="0"/>
                  <a:pt x="1" y="53"/>
                  <a:pt x="0" y="155"/>
                </a:cubicBez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41"/>
          <p:cNvSpPr>
            <a:spLocks/>
          </p:cNvSpPr>
          <p:nvPr/>
        </p:nvSpPr>
        <p:spPr bwMode="auto">
          <a:xfrm>
            <a:off x="5000625" y="4059238"/>
            <a:ext cx="2381250" cy="2332037"/>
          </a:xfrm>
          <a:custGeom>
            <a:avLst/>
            <a:gdLst>
              <a:gd name="T0" fmla="*/ 128 w 750"/>
              <a:gd name="T1" fmla="*/ 610 h 734"/>
              <a:gd name="T2" fmla="*/ 79 w 750"/>
              <a:gd name="T3" fmla="*/ 497 h 734"/>
              <a:gd name="T4" fmla="*/ 121 w 750"/>
              <a:gd name="T5" fmla="*/ 345 h 734"/>
              <a:gd name="T6" fmla="*/ 291 w 750"/>
              <a:gd name="T7" fmla="*/ 80 h 734"/>
              <a:gd name="T8" fmla="*/ 621 w 750"/>
              <a:gd name="T9" fmla="*/ 324 h 734"/>
              <a:gd name="T10" fmla="*/ 674 w 750"/>
              <a:gd name="T11" fmla="*/ 489 h 734"/>
              <a:gd name="T12" fmla="*/ 634 w 750"/>
              <a:gd name="T13" fmla="*/ 596 h 734"/>
              <a:gd name="T14" fmla="*/ 748 w 750"/>
              <a:gd name="T15" fmla="*/ 584 h 734"/>
              <a:gd name="T16" fmla="*/ 646 w 750"/>
              <a:gd name="T17" fmla="*/ 725 h 734"/>
              <a:gd name="T18" fmla="*/ 144 w 750"/>
              <a:gd name="T19" fmla="*/ 725 h 734"/>
              <a:gd name="T20" fmla="*/ 3 w 750"/>
              <a:gd name="T21" fmla="*/ 576 h 734"/>
              <a:gd name="T22" fmla="*/ 128 w 750"/>
              <a:gd name="T23" fmla="*/ 610 h 7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50" h="734">
                <a:moveTo>
                  <a:pt x="128" y="610"/>
                </a:moveTo>
                <a:cubicBezTo>
                  <a:pt x="68" y="599"/>
                  <a:pt x="71" y="530"/>
                  <a:pt x="79" y="497"/>
                </a:cubicBezTo>
                <a:cubicBezTo>
                  <a:pt x="156" y="537"/>
                  <a:pt x="137" y="435"/>
                  <a:pt x="121" y="345"/>
                </a:cubicBezTo>
                <a:cubicBezTo>
                  <a:pt x="99" y="224"/>
                  <a:pt x="137" y="80"/>
                  <a:pt x="291" y="80"/>
                </a:cubicBezTo>
                <a:cubicBezTo>
                  <a:pt x="381" y="0"/>
                  <a:pt x="647" y="67"/>
                  <a:pt x="621" y="324"/>
                </a:cubicBezTo>
                <a:cubicBezTo>
                  <a:pt x="612" y="409"/>
                  <a:pt x="573" y="606"/>
                  <a:pt x="674" y="489"/>
                </a:cubicBezTo>
                <a:cubicBezTo>
                  <a:pt x="682" y="523"/>
                  <a:pt x="669" y="562"/>
                  <a:pt x="634" y="596"/>
                </a:cubicBezTo>
                <a:cubicBezTo>
                  <a:pt x="652" y="647"/>
                  <a:pt x="735" y="652"/>
                  <a:pt x="748" y="584"/>
                </a:cubicBezTo>
                <a:cubicBezTo>
                  <a:pt x="750" y="684"/>
                  <a:pt x="696" y="719"/>
                  <a:pt x="646" y="725"/>
                </a:cubicBezTo>
                <a:cubicBezTo>
                  <a:pt x="630" y="727"/>
                  <a:pt x="157" y="727"/>
                  <a:pt x="144" y="725"/>
                </a:cubicBezTo>
                <a:cubicBezTo>
                  <a:pt x="88" y="734"/>
                  <a:pt x="0" y="708"/>
                  <a:pt x="3" y="576"/>
                </a:cubicBezTo>
                <a:cubicBezTo>
                  <a:pt x="16" y="645"/>
                  <a:pt x="96" y="672"/>
                  <a:pt x="128" y="610"/>
                </a:cubicBezTo>
                <a:close/>
              </a:path>
            </a:pathLst>
          </a:custGeom>
          <a:solidFill>
            <a:srgbClr val="546E7A"/>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2" name="Freeform 42"/>
          <p:cNvSpPr>
            <a:spLocks/>
          </p:cNvSpPr>
          <p:nvPr/>
        </p:nvSpPr>
        <p:spPr bwMode="auto">
          <a:xfrm>
            <a:off x="4902200" y="5407025"/>
            <a:ext cx="2565400" cy="1447800"/>
          </a:xfrm>
          <a:custGeom>
            <a:avLst/>
            <a:gdLst>
              <a:gd name="T0" fmla="*/ 30 w 808"/>
              <a:gd name="T1" fmla="*/ 456 h 456"/>
              <a:gd name="T2" fmla="*/ 3 w 808"/>
              <a:gd name="T3" fmla="*/ 381 h 456"/>
              <a:gd name="T4" fmla="*/ 230 w 808"/>
              <a:gd name="T5" fmla="*/ 220 h 456"/>
              <a:gd name="T6" fmla="*/ 281 w 808"/>
              <a:gd name="T7" fmla="*/ 0 h 456"/>
              <a:gd name="T8" fmla="*/ 527 w 808"/>
              <a:gd name="T9" fmla="*/ 0 h 456"/>
              <a:gd name="T10" fmla="*/ 578 w 808"/>
              <a:gd name="T11" fmla="*/ 220 h 456"/>
              <a:gd name="T12" fmla="*/ 805 w 808"/>
              <a:gd name="T13" fmla="*/ 381 h 456"/>
              <a:gd name="T14" fmla="*/ 778 w 808"/>
              <a:gd name="T15" fmla="*/ 456 h 456"/>
              <a:gd name="T16" fmla="*/ 30 w 808"/>
              <a:gd name="T17" fmla="*/ 456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8" h="456">
                <a:moveTo>
                  <a:pt x="30" y="456"/>
                </a:moveTo>
                <a:cubicBezTo>
                  <a:pt x="14" y="431"/>
                  <a:pt x="3" y="405"/>
                  <a:pt x="3" y="381"/>
                </a:cubicBezTo>
                <a:cubicBezTo>
                  <a:pt x="0" y="268"/>
                  <a:pt x="134" y="257"/>
                  <a:pt x="230" y="220"/>
                </a:cubicBezTo>
                <a:cubicBezTo>
                  <a:pt x="326" y="182"/>
                  <a:pt x="282" y="88"/>
                  <a:pt x="281" y="0"/>
                </a:cubicBezTo>
                <a:cubicBezTo>
                  <a:pt x="527" y="0"/>
                  <a:pt x="527" y="0"/>
                  <a:pt x="527" y="0"/>
                </a:cubicBezTo>
                <a:cubicBezTo>
                  <a:pt x="526" y="88"/>
                  <a:pt x="482" y="182"/>
                  <a:pt x="578" y="220"/>
                </a:cubicBezTo>
                <a:cubicBezTo>
                  <a:pt x="674" y="257"/>
                  <a:pt x="808" y="268"/>
                  <a:pt x="805" y="381"/>
                </a:cubicBezTo>
                <a:cubicBezTo>
                  <a:pt x="805" y="405"/>
                  <a:pt x="794" y="431"/>
                  <a:pt x="778" y="456"/>
                </a:cubicBezTo>
                <a:lnTo>
                  <a:pt x="30" y="456"/>
                </a:lnTo>
                <a:close/>
              </a:path>
            </a:pathLst>
          </a:custGeom>
          <a:solidFill>
            <a:srgbClr val="546E7A"/>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3" name="Freeform 43"/>
          <p:cNvSpPr>
            <a:spLocks/>
          </p:cNvSpPr>
          <p:nvPr/>
        </p:nvSpPr>
        <p:spPr bwMode="auto">
          <a:xfrm>
            <a:off x="5680075" y="5880100"/>
            <a:ext cx="1000125" cy="793750"/>
          </a:xfrm>
          <a:custGeom>
            <a:avLst/>
            <a:gdLst>
              <a:gd name="T0" fmla="*/ 7 w 315"/>
              <a:gd name="T1" fmla="*/ 92 h 250"/>
              <a:gd name="T2" fmla="*/ 74 w 315"/>
              <a:gd name="T3" fmla="*/ 5 h 250"/>
              <a:gd name="T4" fmla="*/ 161 w 315"/>
              <a:gd name="T5" fmla="*/ 0 h 250"/>
              <a:gd name="T6" fmla="*/ 246 w 315"/>
              <a:gd name="T7" fmla="*/ 5 h 250"/>
              <a:gd name="T8" fmla="*/ 308 w 315"/>
              <a:gd name="T9" fmla="*/ 92 h 250"/>
              <a:gd name="T10" fmla="*/ 161 w 315"/>
              <a:gd name="T11" fmla="*/ 250 h 250"/>
              <a:gd name="T12" fmla="*/ 7 w 315"/>
              <a:gd name="T13" fmla="*/ 92 h 250"/>
            </a:gdLst>
            <a:ahLst/>
            <a:cxnLst>
              <a:cxn ang="0">
                <a:pos x="T0" y="T1"/>
              </a:cxn>
              <a:cxn ang="0">
                <a:pos x="T2" y="T3"/>
              </a:cxn>
              <a:cxn ang="0">
                <a:pos x="T4" y="T5"/>
              </a:cxn>
              <a:cxn ang="0">
                <a:pos x="T6" y="T7"/>
              </a:cxn>
              <a:cxn ang="0">
                <a:pos x="T8" y="T9"/>
              </a:cxn>
              <a:cxn ang="0">
                <a:pos x="T10" y="T11"/>
              </a:cxn>
              <a:cxn ang="0">
                <a:pos x="T12" y="T13"/>
              </a:cxn>
            </a:cxnLst>
            <a:rect l="0" t="0" r="r" b="b"/>
            <a:pathLst>
              <a:path w="315" h="250">
                <a:moveTo>
                  <a:pt x="7" y="92"/>
                </a:moveTo>
                <a:cubicBezTo>
                  <a:pt x="44" y="79"/>
                  <a:pt x="64" y="44"/>
                  <a:pt x="74" y="5"/>
                </a:cubicBezTo>
                <a:cubicBezTo>
                  <a:pt x="101" y="2"/>
                  <a:pt x="130" y="0"/>
                  <a:pt x="161" y="0"/>
                </a:cubicBezTo>
                <a:cubicBezTo>
                  <a:pt x="190" y="0"/>
                  <a:pt x="219" y="1"/>
                  <a:pt x="246" y="5"/>
                </a:cubicBezTo>
                <a:cubicBezTo>
                  <a:pt x="255" y="44"/>
                  <a:pt x="274" y="78"/>
                  <a:pt x="308" y="92"/>
                </a:cubicBezTo>
                <a:cubicBezTo>
                  <a:pt x="315" y="143"/>
                  <a:pt x="286" y="186"/>
                  <a:pt x="161" y="250"/>
                </a:cubicBezTo>
                <a:cubicBezTo>
                  <a:pt x="26" y="191"/>
                  <a:pt x="0" y="153"/>
                  <a:pt x="7" y="9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44"/>
          <p:cNvSpPr>
            <a:spLocks noEditPoints="1"/>
          </p:cNvSpPr>
          <p:nvPr/>
        </p:nvSpPr>
        <p:spPr bwMode="auto">
          <a:xfrm>
            <a:off x="5426075" y="4368800"/>
            <a:ext cx="1517650" cy="1616075"/>
          </a:xfrm>
          <a:custGeom>
            <a:avLst/>
            <a:gdLst>
              <a:gd name="T0" fmla="*/ 450 w 478"/>
              <a:gd name="T1" fmla="*/ 203 h 509"/>
              <a:gd name="T2" fmla="*/ 475 w 478"/>
              <a:gd name="T3" fmla="*/ 256 h 509"/>
              <a:gd name="T4" fmla="*/ 473 w 478"/>
              <a:gd name="T5" fmla="*/ 312 h 509"/>
              <a:gd name="T6" fmla="*/ 451 w 478"/>
              <a:gd name="T7" fmla="*/ 361 h 509"/>
              <a:gd name="T8" fmla="*/ 419 w 478"/>
              <a:gd name="T9" fmla="*/ 384 h 509"/>
              <a:gd name="T10" fmla="*/ 347 w 478"/>
              <a:gd name="T11" fmla="*/ 474 h 509"/>
              <a:gd name="T12" fmla="*/ 239 w 478"/>
              <a:gd name="T13" fmla="*/ 509 h 509"/>
              <a:gd name="T14" fmla="*/ 239 w 478"/>
              <a:gd name="T15" fmla="*/ 474 h 509"/>
              <a:gd name="T16" fmla="*/ 326 w 478"/>
              <a:gd name="T17" fmla="*/ 445 h 509"/>
              <a:gd name="T18" fmla="*/ 391 w 478"/>
              <a:gd name="T19" fmla="*/ 362 h 509"/>
              <a:gd name="T20" fmla="*/ 404 w 478"/>
              <a:gd name="T21" fmla="*/ 352 h 509"/>
              <a:gd name="T22" fmla="*/ 424 w 478"/>
              <a:gd name="T23" fmla="*/ 339 h 509"/>
              <a:gd name="T24" fmla="*/ 439 w 478"/>
              <a:gd name="T25" fmla="*/ 304 h 509"/>
              <a:gd name="T26" fmla="*/ 440 w 478"/>
              <a:gd name="T27" fmla="*/ 262 h 509"/>
              <a:gd name="T28" fmla="*/ 422 w 478"/>
              <a:gd name="T29" fmla="*/ 225 h 509"/>
              <a:gd name="T30" fmla="*/ 422 w 478"/>
              <a:gd name="T31" fmla="*/ 225 h 509"/>
              <a:gd name="T32" fmla="*/ 416 w 478"/>
              <a:gd name="T33" fmla="*/ 213 h 509"/>
              <a:gd name="T34" fmla="*/ 360 w 478"/>
              <a:gd name="T35" fmla="*/ 81 h 509"/>
              <a:gd name="T36" fmla="*/ 239 w 478"/>
              <a:gd name="T37" fmla="*/ 35 h 509"/>
              <a:gd name="T38" fmla="*/ 239 w 478"/>
              <a:gd name="T39" fmla="*/ 0 h 509"/>
              <a:gd name="T40" fmla="*/ 385 w 478"/>
              <a:gd name="T41" fmla="*/ 56 h 509"/>
              <a:gd name="T42" fmla="*/ 450 w 478"/>
              <a:gd name="T43" fmla="*/ 203 h 509"/>
              <a:gd name="T44" fmla="*/ 239 w 478"/>
              <a:gd name="T45" fmla="*/ 509 h 509"/>
              <a:gd name="T46" fmla="*/ 131 w 478"/>
              <a:gd name="T47" fmla="*/ 474 h 509"/>
              <a:gd name="T48" fmla="*/ 59 w 478"/>
              <a:gd name="T49" fmla="*/ 384 h 509"/>
              <a:gd name="T50" fmla="*/ 27 w 478"/>
              <a:gd name="T51" fmla="*/ 361 h 509"/>
              <a:gd name="T52" fmla="*/ 5 w 478"/>
              <a:gd name="T53" fmla="*/ 312 h 509"/>
              <a:gd name="T54" fmla="*/ 3 w 478"/>
              <a:gd name="T55" fmla="*/ 256 h 509"/>
              <a:gd name="T56" fmla="*/ 28 w 478"/>
              <a:gd name="T57" fmla="*/ 203 h 509"/>
              <a:gd name="T58" fmla="*/ 93 w 478"/>
              <a:gd name="T59" fmla="*/ 56 h 509"/>
              <a:gd name="T60" fmla="*/ 239 w 478"/>
              <a:gd name="T61" fmla="*/ 0 h 509"/>
              <a:gd name="T62" fmla="*/ 239 w 478"/>
              <a:gd name="T63" fmla="*/ 35 h 509"/>
              <a:gd name="T64" fmla="*/ 118 w 478"/>
              <a:gd name="T65" fmla="*/ 81 h 509"/>
              <a:gd name="T66" fmla="*/ 62 w 478"/>
              <a:gd name="T67" fmla="*/ 212 h 509"/>
              <a:gd name="T68" fmla="*/ 56 w 478"/>
              <a:gd name="T69" fmla="*/ 225 h 509"/>
              <a:gd name="T70" fmla="*/ 38 w 478"/>
              <a:gd name="T71" fmla="*/ 262 h 509"/>
              <a:gd name="T72" fmla="*/ 39 w 478"/>
              <a:gd name="T73" fmla="*/ 304 h 509"/>
              <a:gd name="T74" fmla="*/ 54 w 478"/>
              <a:gd name="T75" fmla="*/ 339 h 509"/>
              <a:gd name="T76" fmla="*/ 74 w 478"/>
              <a:gd name="T77" fmla="*/ 352 h 509"/>
              <a:gd name="T78" fmla="*/ 74 w 478"/>
              <a:gd name="T79" fmla="*/ 352 h 509"/>
              <a:gd name="T80" fmla="*/ 87 w 478"/>
              <a:gd name="T81" fmla="*/ 362 h 509"/>
              <a:gd name="T82" fmla="*/ 152 w 478"/>
              <a:gd name="T83" fmla="*/ 445 h 509"/>
              <a:gd name="T84" fmla="*/ 239 w 478"/>
              <a:gd name="T85" fmla="*/ 474 h 509"/>
              <a:gd name="T86" fmla="*/ 239 w 478"/>
              <a:gd name="T87" fmla="*/ 509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78" h="509">
                <a:moveTo>
                  <a:pt x="450" y="203"/>
                </a:moveTo>
                <a:cubicBezTo>
                  <a:pt x="463" y="217"/>
                  <a:pt x="471" y="236"/>
                  <a:pt x="475" y="256"/>
                </a:cubicBezTo>
                <a:cubicBezTo>
                  <a:pt x="478" y="274"/>
                  <a:pt x="477" y="294"/>
                  <a:pt x="473" y="312"/>
                </a:cubicBezTo>
                <a:cubicBezTo>
                  <a:pt x="469" y="330"/>
                  <a:pt x="462" y="348"/>
                  <a:pt x="451" y="361"/>
                </a:cubicBezTo>
                <a:cubicBezTo>
                  <a:pt x="442" y="372"/>
                  <a:pt x="432" y="380"/>
                  <a:pt x="419" y="384"/>
                </a:cubicBezTo>
                <a:cubicBezTo>
                  <a:pt x="402" y="420"/>
                  <a:pt x="378" y="451"/>
                  <a:pt x="347" y="474"/>
                </a:cubicBezTo>
                <a:cubicBezTo>
                  <a:pt x="317" y="496"/>
                  <a:pt x="280" y="509"/>
                  <a:pt x="239" y="509"/>
                </a:cubicBezTo>
                <a:cubicBezTo>
                  <a:pt x="239" y="474"/>
                  <a:pt x="239" y="474"/>
                  <a:pt x="239" y="474"/>
                </a:cubicBezTo>
                <a:cubicBezTo>
                  <a:pt x="273" y="474"/>
                  <a:pt x="302" y="463"/>
                  <a:pt x="326" y="445"/>
                </a:cubicBezTo>
                <a:cubicBezTo>
                  <a:pt x="354" y="425"/>
                  <a:pt x="376" y="396"/>
                  <a:pt x="391" y="362"/>
                </a:cubicBezTo>
                <a:cubicBezTo>
                  <a:pt x="393" y="357"/>
                  <a:pt x="398" y="353"/>
                  <a:pt x="404" y="352"/>
                </a:cubicBezTo>
                <a:cubicBezTo>
                  <a:pt x="412" y="350"/>
                  <a:pt x="418" y="346"/>
                  <a:pt x="424" y="339"/>
                </a:cubicBezTo>
                <a:cubicBezTo>
                  <a:pt x="431" y="330"/>
                  <a:pt x="436" y="318"/>
                  <a:pt x="439" y="304"/>
                </a:cubicBezTo>
                <a:cubicBezTo>
                  <a:pt x="442" y="291"/>
                  <a:pt x="443" y="276"/>
                  <a:pt x="440" y="262"/>
                </a:cubicBezTo>
                <a:cubicBezTo>
                  <a:pt x="438" y="247"/>
                  <a:pt x="432" y="233"/>
                  <a:pt x="422" y="225"/>
                </a:cubicBezTo>
                <a:cubicBezTo>
                  <a:pt x="422" y="225"/>
                  <a:pt x="422" y="225"/>
                  <a:pt x="422" y="225"/>
                </a:cubicBezTo>
                <a:cubicBezTo>
                  <a:pt x="419" y="222"/>
                  <a:pt x="416" y="218"/>
                  <a:pt x="416" y="213"/>
                </a:cubicBezTo>
                <a:cubicBezTo>
                  <a:pt x="411" y="162"/>
                  <a:pt x="393" y="114"/>
                  <a:pt x="360" y="81"/>
                </a:cubicBezTo>
                <a:cubicBezTo>
                  <a:pt x="332" y="53"/>
                  <a:pt x="292" y="35"/>
                  <a:pt x="239" y="35"/>
                </a:cubicBezTo>
                <a:cubicBezTo>
                  <a:pt x="239" y="0"/>
                  <a:pt x="239" y="0"/>
                  <a:pt x="239" y="0"/>
                </a:cubicBezTo>
                <a:cubicBezTo>
                  <a:pt x="302" y="0"/>
                  <a:pt x="350" y="22"/>
                  <a:pt x="385" y="56"/>
                </a:cubicBezTo>
                <a:cubicBezTo>
                  <a:pt x="422" y="94"/>
                  <a:pt x="444" y="147"/>
                  <a:pt x="450" y="203"/>
                </a:cubicBezTo>
                <a:close/>
                <a:moveTo>
                  <a:pt x="239" y="509"/>
                </a:moveTo>
                <a:cubicBezTo>
                  <a:pt x="198" y="509"/>
                  <a:pt x="161" y="496"/>
                  <a:pt x="131" y="474"/>
                </a:cubicBezTo>
                <a:cubicBezTo>
                  <a:pt x="100" y="451"/>
                  <a:pt x="76" y="420"/>
                  <a:pt x="59" y="384"/>
                </a:cubicBezTo>
                <a:cubicBezTo>
                  <a:pt x="46" y="380"/>
                  <a:pt x="36" y="372"/>
                  <a:pt x="27" y="361"/>
                </a:cubicBezTo>
                <a:cubicBezTo>
                  <a:pt x="16" y="348"/>
                  <a:pt x="9" y="330"/>
                  <a:pt x="5" y="312"/>
                </a:cubicBezTo>
                <a:cubicBezTo>
                  <a:pt x="1" y="294"/>
                  <a:pt x="0" y="274"/>
                  <a:pt x="3" y="256"/>
                </a:cubicBezTo>
                <a:cubicBezTo>
                  <a:pt x="7" y="236"/>
                  <a:pt x="15" y="217"/>
                  <a:pt x="28" y="203"/>
                </a:cubicBezTo>
                <a:cubicBezTo>
                  <a:pt x="35" y="147"/>
                  <a:pt x="56" y="94"/>
                  <a:pt x="93" y="56"/>
                </a:cubicBezTo>
                <a:cubicBezTo>
                  <a:pt x="128" y="22"/>
                  <a:pt x="176" y="0"/>
                  <a:pt x="239" y="0"/>
                </a:cubicBezTo>
                <a:cubicBezTo>
                  <a:pt x="239" y="35"/>
                  <a:pt x="239" y="35"/>
                  <a:pt x="239" y="35"/>
                </a:cubicBezTo>
                <a:cubicBezTo>
                  <a:pt x="186" y="35"/>
                  <a:pt x="146" y="53"/>
                  <a:pt x="118" y="81"/>
                </a:cubicBezTo>
                <a:cubicBezTo>
                  <a:pt x="85" y="114"/>
                  <a:pt x="67" y="162"/>
                  <a:pt x="62" y="212"/>
                </a:cubicBezTo>
                <a:cubicBezTo>
                  <a:pt x="62" y="217"/>
                  <a:pt x="60" y="222"/>
                  <a:pt x="56" y="225"/>
                </a:cubicBezTo>
                <a:cubicBezTo>
                  <a:pt x="46" y="233"/>
                  <a:pt x="40" y="247"/>
                  <a:pt x="38" y="262"/>
                </a:cubicBezTo>
                <a:cubicBezTo>
                  <a:pt x="35" y="276"/>
                  <a:pt x="36" y="291"/>
                  <a:pt x="39" y="304"/>
                </a:cubicBezTo>
                <a:cubicBezTo>
                  <a:pt x="42" y="318"/>
                  <a:pt x="47" y="330"/>
                  <a:pt x="54" y="339"/>
                </a:cubicBezTo>
                <a:cubicBezTo>
                  <a:pt x="60" y="346"/>
                  <a:pt x="66" y="350"/>
                  <a:pt x="74" y="352"/>
                </a:cubicBezTo>
                <a:cubicBezTo>
                  <a:pt x="74" y="352"/>
                  <a:pt x="74" y="352"/>
                  <a:pt x="74" y="352"/>
                </a:cubicBezTo>
                <a:cubicBezTo>
                  <a:pt x="79" y="353"/>
                  <a:pt x="84" y="356"/>
                  <a:pt x="87" y="362"/>
                </a:cubicBezTo>
                <a:cubicBezTo>
                  <a:pt x="102" y="396"/>
                  <a:pt x="124" y="425"/>
                  <a:pt x="152" y="445"/>
                </a:cubicBezTo>
                <a:cubicBezTo>
                  <a:pt x="176" y="463"/>
                  <a:pt x="205" y="474"/>
                  <a:pt x="239" y="474"/>
                </a:cubicBezTo>
                <a:lnTo>
                  <a:pt x="239" y="509"/>
                </a:lnTo>
                <a:close/>
              </a:path>
            </a:pathLst>
          </a:custGeom>
          <a:solidFill>
            <a:srgbClr val="546E7A"/>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5" name="Freeform 45"/>
          <p:cNvSpPr>
            <a:spLocks/>
          </p:cNvSpPr>
          <p:nvPr/>
        </p:nvSpPr>
        <p:spPr bwMode="auto">
          <a:xfrm>
            <a:off x="5426075" y="4425950"/>
            <a:ext cx="1517650" cy="1501775"/>
          </a:xfrm>
          <a:custGeom>
            <a:avLst/>
            <a:gdLst>
              <a:gd name="T0" fmla="*/ 433 w 478"/>
              <a:gd name="T1" fmla="*/ 194 h 473"/>
              <a:gd name="T2" fmla="*/ 407 w 478"/>
              <a:gd name="T3" fmla="*/ 351 h 473"/>
              <a:gd name="T4" fmla="*/ 239 w 478"/>
              <a:gd name="T5" fmla="*/ 473 h 473"/>
              <a:gd name="T6" fmla="*/ 71 w 478"/>
              <a:gd name="T7" fmla="*/ 351 h 473"/>
              <a:gd name="T8" fmla="*/ 45 w 478"/>
              <a:gd name="T9" fmla="*/ 194 h 473"/>
              <a:gd name="T10" fmla="*/ 239 w 478"/>
              <a:gd name="T11" fmla="*/ 0 h 473"/>
              <a:gd name="T12" fmla="*/ 433 w 478"/>
              <a:gd name="T13" fmla="*/ 194 h 473"/>
            </a:gdLst>
            <a:ahLst/>
            <a:cxnLst>
              <a:cxn ang="0">
                <a:pos x="T0" y="T1"/>
              </a:cxn>
              <a:cxn ang="0">
                <a:pos x="T2" y="T3"/>
              </a:cxn>
              <a:cxn ang="0">
                <a:pos x="T4" y="T5"/>
              </a:cxn>
              <a:cxn ang="0">
                <a:pos x="T6" y="T7"/>
              </a:cxn>
              <a:cxn ang="0">
                <a:pos x="T8" y="T9"/>
              </a:cxn>
              <a:cxn ang="0">
                <a:pos x="T10" y="T11"/>
              </a:cxn>
              <a:cxn ang="0">
                <a:pos x="T12" y="T13"/>
              </a:cxn>
            </a:cxnLst>
            <a:rect l="0" t="0" r="r" b="b"/>
            <a:pathLst>
              <a:path w="478" h="473">
                <a:moveTo>
                  <a:pt x="433" y="194"/>
                </a:moveTo>
                <a:cubicBezTo>
                  <a:pt x="478" y="230"/>
                  <a:pt x="462" y="342"/>
                  <a:pt x="407" y="351"/>
                </a:cubicBezTo>
                <a:cubicBezTo>
                  <a:pt x="376" y="421"/>
                  <a:pt x="318" y="473"/>
                  <a:pt x="239" y="473"/>
                </a:cubicBezTo>
                <a:cubicBezTo>
                  <a:pt x="160" y="473"/>
                  <a:pt x="102" y="421"/>
                  <a:pt x="71" y="351"/>
                </a:cubicBezTo>
                <a:cubicBezTo>
                  <a:pt x="16" y="342"/>
                  <a:pt x="0" y="230"/>
                  <a:pt x="45" y="194"/>
                </a:cubicBezTo>
                <a:cubicBezTo>
                  <a:pt x="54" y="91"/>
                  <a:pt x="115" y="0"/>
                  <a:pt x="239" y="0"/>
                </a:cubicBezTo>
                <a:cubicBezTo>
                  <a:pt x="363" y="0"/>
                  <a:pt x="424" y="91"/>
                  <a:pt x="433" y="19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46"/>
          <p:cNvSpPr>
            <a:spLocks/>
          </p:cNvSpPr>
          <p:nvPr/>
        </p:nvSpPr>
        <p:spPr bwMode="auto">
          <a:xfrm>
            <a:off x="5464175" y="4378325"/>
            <a:ext cx="1441450" cy="889000"/>
          </a:xfrm>
          <a:custGeom>
            <a:avLst/>
            <a:gdLst>
              <a:gd name="T0" fmla="*/ 224 w 454"/>
              <a:gd name="T1" fmla="*/ 15 h 280"/>
              <a:gd name="T2" fmla="*/ 71 w 454"/>
              <a:gd name="T3" fmla="*/ 229 h 280"/>
              <a:gd name="T4" fmla="*/ 59 w 454"/>
              <a:gd name="T5" fmla="*/ 240 h 280"/>
              <a:gd name="T6" fmla="*/ 36 w 454"/>
              <a:gd name="T7" fmla="*/ 212 h 280"/>
              <a:gd name="T8" fmla="*/ 20 w 454"/>
              <a:gd name="T9" fmla="*/ 224 h 280"/>
              <a:gd name="T10" fmla="*/ 3 w 454"/>
              <a:gd name="T11" fmla="*/ 199 h 280"/>
              <a:gd name="T12" fmla="*/ 171 w 454"/>
              <a:gd name="T13" fmla="*/ 4 h 280"/>
              <a:gd name="T14" fmla="*/ 285 w 454"/>
              <a:gd name="T15" fmla="*/ 4 h 280"/>
              <a:gd name="T16" fmla="*/ 451 w 454"/>
              <a:gd name="T17" fmla="*/ 199 h 280"/>
              <a:gd name="T18" fmla="*/ 435 w 454"/>
              <a:gd name="T19" fmla="*/ 224 h 280"/>
              <a:gd name="T20" fmla="*/ 418 w 454"/>
              <a:gd name="T21" fmla="*/ 212 h 280"/>
              <a:gd name="T22" fmla="*/ 395 w 454"/>
              <a:gd name="T23" fmla="*/ 240 h 280"/>
              <a:gd name="T24" fmla="*/ 384 w 454"/>
              <a:gd name="T25" fmla="*/ 229 h 280"/>
              <a:gd name="T26" fmla="*/ 232 w 454"/>
              <a:gd name="T27" fmla="*/ 15 h 280"/>
              <a:gd name="T28" fmla="*/ 224 w 454"/>
              <a:gd name="T29" fmla="*/ 15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54" h="280">
                <a:moveTo>
                  <a:pt x="224" y="15"/>
                </a:moveTo>
                <a:cubicBezTo>
                  <a:pt x="143" y="16"/>
                  <a:pt x="67" y="133"/>
                  <a:pt x="71" y="229"/>
                </a:cubicBezTo>
                <a:cubicBezTo>
                  <a:pt x="74" y="280"/>
                  <a:pt x="68" y="267"/>
                  <a:pt x="59" y="240"/>
                </a:cubicBezTo>
                <a:cubicBezTo>
                  <a:pt x="54" y="226"/>
                  <a:pt x="47" y="212"/>
                  <a:pt x="36" y="212"/>
                </a:cubicBezTo>
                <a:cubicBezTo>
                  <a:pt x="28" y="212"/>
                  <a:pt x="22" y="219"/>
                  <a:pt x="20" y="224"/>
                </a:cubicBezTo>
                <a:cubicBezTo>
                  <a:pt x="13" y="237"/>
                  <a:pt x="0" y="224"/>
                  <a:pt x="3" y="199"/>
                </a:cubicBezTo>
                <a:cubicBezTo>
                  <a:pt x="12" y="122"/>
                  <a:pt x="90" y="14"/>
                  <a:pt x="171" y="4"/>
                </a:cubicBezTo>
                <a:cubicBezTo>
                  <a:pt x="203" y="0"/>
                  <a:pt x="255" y="0"/>
                  <a:pt x="285" y="4"/>
                </a:cubicBezTo>
                <a:cubicBezTo>
                  <a:pt x="365" y="15"/>
                  <a:pt x="442" y="123"/>
                  <a:pt x="451" y="199"/>
                </a:cubicBezTo>
                <a:cubicBezTo>
                  <a:pt x="454" y="224"/>
                  <a:pt x="441" y="237"/>
                  <a:pt x="435" y="224"/>
                </a:cubicBezTo>
                <a:cubicBezTo>
                  <a:pt x="432" y="219"/>
                  <a:pt x="426" y="212"/>
                  <a:pt x="418" y="212"/>
                </a:cubicBezTo>
                <a:cubicBezTo>
                  <a:pt x="407" y="212"/>
                  <a:pt x="400" y="226"/>
                  <a:pt x="395" y="240"/>
                </a:cubicBezTo>
                <a:cubicBezTo>
                  <a:pt x="386" y="267"/>
                  <a:pt x="382" y="280"/>
                  <a:pt x="384" y="229"/>
                </a:cubicBezTo>
                <a:cubicBezTo>
                  <a:pt x="388" y="134"/>
                  <a:pt x="312" y="18"/>
                  <a:pt x="232" y="15"/>
                </a:cubicBezTo>
                <a:lnTo>
                  <a:pt x="224" y="15"/>
                </a:lnTo>
                <a:close/>
              </a:path>
            </a:pathLst>
          </a:custGeom>
          <a:solidFill>
            <a:srgbClr val="546E7A"/>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7" name="Freeform 47"/>
          <p:cNvSpPr>
            <a:spLocks/>
          </p:cNvSpPr>
          <p:nvPr/>
        </p:nvSpPr>
        <p:spPr bwMode="auto">
          <a:xfrm>
            <a:off x="5584825" y="4337050"/>
            <a:ext cx="1368425" cy="746125"/>
          </a:xfrm>
          <a:custGeom>
            <a:avLst/>
            <a:gdLst>
              <a:gd name="T0" fmla="*/ 33 w 431"/>
              <a:gd name="T1" fmla="*/ 235 h 235"/>
              <a:gd name="T2" fmla="*/ 348 w 431"/>
              <a:gd name="T3" fmla="*/ 235 h 235"/>
              <a:gd name="T4" fmla="*/ 189 w 431"/>
              <a:gd name="T5" fmla="*/ 0 h 235"/>
              <a:gd name="T6" fmla="*/ 33 w 431"/>
              <a:gd name="T7" fmla="*/ 235 h 235"/>
            </a:gdLst>
            <a:ahLst/>
            <a:cxnLst>
              <a:cxn ang="0">
                <a:pos x="T0" y="T1"/>
              </a:cxn>
              <a:cxn ang="0">
                <a:pos x="T2" y="T3"/>
              </a:cxn>
              <a:cxn ang="0">
                <a:pos x="T4" y="T5"/>
              </a:cxn>
              <a:cxn ang="0">
                <a:pos x="T6" y="T7"/>
              </a:cxn>
            </a:cxnLst>
            <a:rect l="0" t="0" r="r" b="b"/>
            <a:pathLst>
              <a:path w="431" h="235">
                <a:moveTo>
                  <a:pt x="33" y="235"/>
                </a:moveTo>
                <a:cubicBezTo>
                  <a:pt x="29" y="2"/>
                  <a:pt x="356" y="27"/>
                  <a:pt x="348" y="235"/>
                </a:cubicBezTo>
                <a:cubicBezTo>
                  <a:pt x="431" y="134"/>
                  <a:pt x="344" y="0"/>
                  <a:pt x="189" y="0"/>
                </a:cubicBezTo>
                <a:cubicBezTo>
                  <a:pt x="35" y="0"/>
                  <a:pt x="0" y="130"/>
                  <a:pt x="33" y="235"/>
                </a:cubicBezTo>
                <a:close/>
              </a:path>
            </a:pathLst>
          </a:custGeom>
          <a:solidFill>
            <a:srgbClr val="546E7A"/>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8" name="Freeform 48"/>
          <p:cNvSpPr>
            <a:spLocks/>
          </p:cNvSpPr>
          <p:nvPr/>
        </p:nvSpPr>
        <p:spPr bwMode="auto">
          <a:xfrm>
            <a:off x="5689600" y="4100513"/>
            <a:ext cx="1184275" cy="1023937"/>
          </a:xfrm>
          <a:custGeom>
            <a:avLst/>
            <a:gdLst>
              <a:gd name="T0" fmla="*/ 0 w 373"/>
              <a:gd name="T1" fmla="*/ 309 h 322"/>
              <a:gd name="T2" fmla="*/ 150 w 373"/>
              <a:gd name="T3" fmla="*/ 179 h 322"/>
              <a:gd name="T4" fmla="*/ 347 w 373"/>
              <a:gd name="T5" fmla="*/ 299 h 322"/>
              <a:gd name="T6" fmla="*/ 319 w 373"/>
              <a:gd name="T7" fmla="*/ 191 h 322"/>
              <a:gd name="T8" fmla="*/ 0 w 373"/>
              <a:gd name="T9" fmla="*/ 309 h 322"/>
            </a:gdLst>
            <a:ahLst/>
            <a:cxnLst>
              <a:cxn ang="0">
                <a:pos x="T0" y="T1"/>
              </a:cxn>
              <a:cxn ang="0">
                <a:pos x="T2" y="T3"/>
              </a:cxn>
              <a:cxn ang="0">
                <a:pos x="T4" y="T5"/>
              </a:cxn>
              <a:cxn ang="0">
                <a:pos x="T6" y="T7"/>
              </a:cxn>
              <a:cxn ang="0">
                <a:pos x="T8" y="T9"/>
              </a:cxn>
            </a:cxnLst>
            <a:rect l="0" t="0" r="r" b="b"/>
            <a:pathLst>
              <a:path w="373" h="322">
                <a:moveTo>
                  <a:pt x="0" y="309"/>
                </a:moveTo>
                <a:cubicBezTo>
                  <a:pt x="30" y="226"/>
                  <a:pt x="67" y="167"/>
                  <a:pt x="150" y="179"/>
                </a:cubicBezTo>
                <a:cubicBezTo>
                  <a:pt x="203" y="215"/>
                  <a:pt x="261" y="322"/>
                  <a:pt x="347" y="299"/>
                </a:cubicBezTo>
                <a:cubicBezTo>
                  <a:pt x="373" y="192"/>
                  <a:pt x="327" y="196"/>
                  <a:pt x="319" y="191"/>
                </a:cubicBezTo>
                <a:cubicBezTo>
                  <a:pt x="311" y="186"/>
                  <a:pt x="2" y="0"/>
                  <a:pt x="0" y="309"/>
                </a:cubicBezTo>
                <a:close/>
              </a:path>
            </a:pathLst>
          </a:custGeom>
          <a:solidFill>
            <a:srgbClr val="546E7A"/>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9" name="Freeform 49"/>
          <p:cNvSpPr>
            <a:spLocks/>
          </p:cNvSpPr>
          <p:nvPr/>
        </p:nvSpPr>
        <p:spPr bwMode="auto">
          <a:xfrm>
            <a:off x="4946650" y="6226175"/>
            <a:ext cx="2470150" cy="628650"/>
          </a:xfrm>
          <a:custGeom>
            <a:avLst/>
            <a:gdLst>
              <a:gd name="T0" fmla="*/ 52 w 778"/>
              <a:gd name="T1" fmla="*/ 58 h 198"/>
              <a:gd name="T2" fmla="*/ 190 w 778"/>
              <a:gd name="T3" fmla="*/ 1 h 198"/>
              <a:gd name="T4" fmla="*/ 391 w 778"/>
              <a:gd name="T5" fmla="*/ 141 h 198"/>
              <a:gd name="T6" fmla="*/ 591 w 778"/>
              <a:gd name="T7" fmla="*/ 0 h 198"/>
              <a:gd name="T8" fmla="*/ 731 w 778"/>
              <a:gd name="T9" fmla="*/ 55 h 198"/>
              <a:gd name="T10" fmla="*/ 741 w 778"/>
              <a:gd name="T11" fmla="*/ 198 h 198"/>
              <a:gd name="T12" fmla="*/ 47 w 778"/>
              <a:gd name="T13" fmla="*/ 198 h 198"/>
              <a:gd name="T14" fmla="*/ 52 w 778"/>
              <a:gd name="T15" fmla="*/ 58 h 1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8" h="198">
                <a:moveTo>
                  <a:pt x="52" y="58"/>
                </a:moveTo>
                <a:cubicBezTo>
                  <a:pt x="74" y="36"/>
                  <a:pt x="148" y="14"/>
                  <a:pt x="190" y="1"/>
                </a:cubicBezTo>
                <a:cubicBezTo>
                  <a:pt x="101" y="165"/>
                  <a:pt x="331" y="198"/>
                  <a:pt x="391" y="141"/>
                </a:cubicBezTo>
                <a:cubicBezTo>
                  <a:pt x="448" y="198"/>
                  <a:pt x="669" y="164"/>
                  <a:pt x="591" y="0"/>
                </a:cubicBezTo>
                <a:cubicBezTo>
                  <a:pt x="633" y="12"/>
                  <a:pt x="705" y="34"/>
                  <a:pt x="731" y="55"/>
                </a:cubicBezTo>
                <a:cubicBezTo>
                  <a:pt x="778" y="94"/>
                  <a:pt x="769" y="150"/>
                  <a:pt x="741" y="198"/>
                </a:cubicBezTo>
                <a:cubicBezTo>
                  <a:pt x="47" y="198"/>
                  <a:pt x="47" y="198"/>
                  <a:pt x="47" y="198"/>
                </a:cubicBezTo>
                <a:cubicBezTo>
                  <a:pt x="21" y="149"/>
                  <a:pt x="0" y="109"/>
                  <a:pt x="52" y="5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69" name="组合 68"/>
          <p:cNvGrpSpPr/>
          <p:nvPr/>
        </p:nvGrpSpPr>
        <p:grpSpPr>
          <a:xfrm>
            <a:off x="7985125" y="4094163"/>
            <a:ext cx="1685925" cy="1446212"/>
            <a:chOff x="7985125" y="4094163"/>
            <a:chExt cx="1685925" cy="1446212"/>
          </a:xfrm>
        </p:grpSpPr>
        <p:sp>
          <p:nvSpPr>
            <p:cNvPr id="50" name="Oval 50"/>
            <p:cNvSpPr>
              <a:spLocks noChangeArrowheads="1"/>
            </p:cNvSpPr>
            <p:nvPr/>
          </p:nvSpPr>
          <p:spPr bwMode="auto">
            <a:xfrm>
              <a:off x="7985125" y="4094163"/>
              <a:ext cx="1685925" cy="1087437"/>
            </a:xfrm>
            <a:prstGeom prst="ellipse">
              <a:avLst/>
            </a:pr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51"/>
            <p:cNvSpPr>
              <a:spLocks/>
            </p:cNvSpPr>
            <p:nvPr/>
          </p:nvSpPr>
          <p:spPr bwMode="auto">
            <a:xfrm>
              <a:off x="8458200" y="4924425"/>
              <a:ext cx="307975" cy="615950"/>
            </a:xfrm>
            <a:custGeom>
              <a:avLst/>
              <a:gdLst>
                <a:gd name="T0" fmla="*/ 97 w 97"/>
                <a:gd name="T1" fmla="*/ 194 h 194"/>
                <a:gd name="T2" fmla="*/ 75 w 97"/>
                <a:gd name="T3" fmla="*/ 1 h 194"/>
                <a:gd name="T4" fmla="*/ 1 w 97"/>
                <a:gd name="T5" fmla="*/ 8 h 194"/>
                <a:gd name="T6" fmla="*/ 97 w 97"/>
                <a:gd name="T7" fmla="*/ 194 h 194"/>
              </a:gdLst>
              <a:ahLst/>
              <a:cxnLst>
                <a:cxn ang="0">
                  <a:pos x="T0" y="T1"/>
                </a:cxn>
                <a:cxn ang="0">
                  <a:pos x="T2" y="T3"/>
                </a:cxn>
                <a:cxn ang="0">
                  <a:pos x="T4" y="T5"/>
                </a:cxn>
                <a:cxn ang="0">
                  <a:pos x="T6" y="T7"/>
                </a:cxn>
              </a:cxnLst>
              <a:rect l="0" t="0" r="r" b="b"/>
              <a:pathLst>
                <a:path w="97" h="194">
                  <a:moveTo>
                    <a:pt x="97" y="194"/>
                  </a:moveTo>
                  <a:cubicBezTo>
                    <a:pt x="68" y="133"/>
                    <a:pt x="63" y="55"/>
                    <a:pt x="75" y="1"/>
                  </a:cubicBezTo>
                  <a:cubicBezTo>
                    <a:pt x="76" y="10"/>
                    <a:pt x="0" y="0"/>
                    <a:pt x="1" y="8"/>
                  </a:cubicBezTo>
                  <a:cubicBezTo>
                    <a:pt x="13" y="80"/>
                    <a:pt x="42" y="131"/>
                    <a:pt x="97" y="194"/>
                  </a:cubicBez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8" name="组合 67"/>
          <p:cNvGrpSpPr/>
          <p:nvPr/>
        </p:nvGrpSpPr>
        <p:grpSpPr>
          <a:xfrm>
            <a:off x="6454775" y="3040063"/>
            <a:ext cx="2085975" cy="1792287"/>
            <a:chOff x="6454775" y="3040063"/>
            <a:chExt cx="2085975" cy="1792287"/>
          </a:xfrm>
        </p:grpSpPr>
        <p:sp>
          <p:nvSpPr>
            <p:cNvPr id="52" name="Oval 52"/>
            <p:cNvSpPr>
              <a:spLocks noChangeArrowheads="1"/>
            </p:cNvSpPr>
            <p:nvPr/>
          </p:nvSpPr>
          <p:spPr bwMode="auto">
            <a:xfrm>
              <a:off x="6454775" y="3040063"/>
              <a:ext cx="2085975" cy="1347787"/>
            </a:xfrm>
            <a:prstGeom prst="ellipse">
              <a:avLst/>
            </a:prstGeom>
            <a:solidFill>
              <a:srgbClr val="936C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53"/>
            <p:cNvSpPr>
              <a:spLocks/>
            </p:cNvSpPr>
            <p:nvPr/>
          </p:nvSpPr>
          <p:spPr bwMode="auto">
            <a:xfrm>
              <a:off x="7191375" y="4068763"/>
              <a:ext cx="381000" cy="763587"/>
            </a:xfrm>
            <a:custGeom>
              <a:avLst/>
              <a:gdLst>
                <a:gd name="T0" fmla="*/ 120 w 120"/>
                <a:gd name="T1" fmla="*/ 240 h 240"/>
                <a:gd name="T2" fmla="*/ 93 w 120"/>
                <a:gd name="T3" fmla="*/ 1 h 240"/>
                <a:gd name="T4" fmla="*/ 2 w 120"/>
                <a:gd name="T5" fmla="*/ 10 h 240"/>
                <a:gd name="T6" fmla="*/ 120 w 120"/>
                <a:gd name="T7" fmla="*/ 240 h 240"/>
              </a:gdLst>
              <a:ahLst/>
              <a:cxnLst>
                <a:cxn ang="0">
                  <a:pos x="T0" y="T1"/>
                </a:cxn>
                <a:cxn ang="0">
                  <a:pos x="T2" y="T3"/>
                </a:cxn>
                <a:cxn ang="0">
                  <a:pos x="T4" y="T5"/>
                </a:cxn>
                <a:cxn ang="0">
                  <a:pos x="T6" y="T7"/>
                </a:cxn>
              </a:cxnLst>
              <a:rect l="0" t="0" r="r" b="b"/>
              <a:pathLst>
                <a:path w="120" h="240">
                  <a:moveTo>
                    <a:pt x="120" y="240"/>
                  </a:moveTo>
                  <a:cubicBezTo>
                    <a:pt x="84" y="164"/>
                    <a:pt x="77" y="68"/>
                    <a:pt x="93" y="1"/>
                  </a:cubicBezTo>
                  <a:cubicBezTo>
                    <a:pt x="94" y="12"/>
                    <a:pt x="0" y="0"/>
                    <a:pt x="2" y="10"/>
                  </a:cubicBezTo>
                  <a:cubicBezTo>
                    <a:pt x="16" y="99"/>
                    <a:pt x="52" y="162"/>
                    <a:pt x="120" y="240"/>
                  </a:cubicBezTo>
                  <a:close/>
                </a:path>
              </a:pathLst>
            </a:custGeom>
            <a:solidFill>
              <a:srgbClr val="936C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5" name="组合 64"/>
          <p:cNvGrpSpPr/>
          <p:nvPr/>
        </p:nvGrpSpPr>
        <p:grpSpPr>
          <a:xfrm>
            <a:off x="2527300" y="4202113"/>
            <a:ext cx="1682750" cy="1446212"/>
            <a:chOff x="2527300" y="4202113"/>
            <a:chExt cx="1682750" cy="1446212"/>
          </a:xfrm>
        </p:grpSpPr>
        <p:sp>
          <p:nvSpPr>
            <p:cNvPr id="54" name="Oval 54"/>
            <p:cNvSpPr>
              <a:spLocks noChangeArrowheads="1"/>
            </p:cNvSpPr>
            <p:nvPr/>
          </p:nvSpPr>
          <p:spPr bwMode="auto">
            <a:xfrm>
              <a:off x="2527300" y="4202113"/>
              <a:ext cx="1682750" cy="1087437"/>
            </a:xfrm>
            <a:prstGeom prst="ellipse">
              <a:avLst/>
            </a:prstGeom>
            <a:solidFill>
              <a:srgbClr val="9BBB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55"/>
            <p:cNvSpPr>
              <a:spLocks/>
            </p:cNvSpPr>
            <p:nvPr/>
          </p:nvSpPr>
          <p:spPr bwMode="auto">
            <a:xfrm>
              <a:off x="3429000" y="5032375"/>
              <a:ext cx="307975" cy="615950"/>
            </a:xfrm>
            <a:custGeom>
              <a:avLst/>
              <a:gdLst>
                <a:gd name="T0" fmla="*/ 0 w 97"/>
                <a:gd name="T1" fmla="*/ 194 h 194"/>
                <a:gd name="T2" fmla="*/ 22 w 97"/>
                <a:gd name="T3" fmla="*/ 2 h 194"/>
                <a:gd name="T4" fmla="*/ 96 w 97"/>
                <a:gd name="T5" fmla="*/ 8 h 194"/>
                <a:gd name="T6" fmla="*/ 0 w 97"/>
                <a:gd name="T7" fmla="*/ 194 h 194"/>
              </a:gdLst>
              <a:ahLst/>
              <a:cxnLst>
                <a:cxn ang="0">
                  <a:pos x="T0" y="T1"/>
                </a:cxn>
                <a:cxn ang="0">
                  <a:pos x="T2" y="T3"/>
                </a:cxn>
                <a:cxn ang="0">
                  <a:pos x="T4" y="T5"/>
                </a:cxn>
                <a:cxn ang="0">
                  <a:pos x="T6" y="T7"/>
                </a:cxn>
              </a:cxnLst>
              <a:rect l="0" t="0" r="r" b="b"/>
              <a:pathLst>
                <a:path w="97" h="194">
                  <a:moveTo>
                    <a:pt x="0" y="194"/>
                  </a:moveTo>
                  <a:cubicBezTo>
                    <a:pt x="29" y="133"/>
                    <a:pt x="35" y="56"/>
                    <a:pt x="22" y="2"/>
                  </a:cubicBezTo>
                  <a:cubicBezTo>
                    <a:pt x="21" y="10"/>
                    <a:pt x="97" y="0"/>
                    <a:pt x="96" y="8"/>
                  </a:cubicBezTo>
                  <a:cubicBezTo>
                    <a:pt x="84" y="81"/>
                    <a:pt x="55" y="132"/>
                    <a:pt x="0" y="194"/>
                  </a:cubicBezTo>
                  <a:close/>
                </a:path>
              </a:pathLst>
            </a:custGeom>
            <a:solidFill>
              <a:srgbClr val="9BBB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6" name="组合 65"/>
          <p:cNvGrpSpPr/>
          <p:nvPr/>
        </p:nvGrpSpPr>
        <p:grpSpPr>
          <a:xfrm>
            <a:off x="3584575" y="3040063"/>
            <a:ext cx="1892300" cy="1624012"/>
            <a:chOff x="3584575" y="3040063"/>
            <a:chExt cx="1892300" cy="1624012"/>
          </a:xfrm>
        </p:grpSpPr>
        <p:sp>
          <p:nvSpPr>
            <p:cNvPr id="56" name="Oval 56"/>
            <p:cNvSpPr>
              <a:spLocks noChangeArrowheads="1"/>
            </p:cNvSpPr>
            <p:nvPr/>
          </p:nvSpPr>
          <p:spPr bwMode="auto">
            <a:xfrm>
              <a:off x="3584575" y="3040063"/>
              <a:ext cx="1892300" cy="1219200"/>
            </a:xfrm>
            <a:prstGeom prst="ellipse">
              <a:avLst/>
            </a:pr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57"/>
            <p:cNvSpPr>
              <a:spLocks/>
            </p:cNvSpPr>
            <p:nvPr/>
          </p:nvSpPr>
          <p:spPr bwMode="auto">
            <a:xfrm>
              <a:off x="4114800" y="3973513"/>
              <a:ext cx="346075" cy="690562"/>
            </a:xfrm>
            <a:custGeom>
              <a:avLst/>
              <a:gdLst>
                <a:gd name="T0" fmla="*/ 109 w 109"/>
                <a:gd name="T1" fmla="*/ 217 h 217"/>
                <a:gd name="T2" fmla="*/ 84 w 109"/>
                <a:gd name="T3" fmla="*/ 1 h 217"/>
                <a:gd name="T4" fmla="*/ 1 w 109"/>
                <a:gd name="T5" fmla="*/ 9 h 217"/>
                <a:gd name="T6" fmla="*/ 109 w 109"/>
                <a:gd name="T7" fmla="*/ 217 h 217"/>
              </a:gdLst>
              <a:ahLst/>
              <a:cxnLst>
                <a:cxn ang="0">
                  <a:pos x="T0" y="T1"/>
                </a:cxn>
                <a:cxn ang="0">
                  <a:pos x="T2" y="T3"/>
                </a:cxn>
                <a:cxn ang="0">
                  <a:pos x="T4" y="T5"/>
                </a:cxn>
                <a:cxn ang="0">
                  <a:pos x="T6" y="T7"/>
                </a:cxn>
              </a:cxnLst>
              <a:rect l="0" t="0" r="r" b="b"/>
              <a:pathLst>
                <a:path w="109" h="217">
                  <a:moveTo>
                    <a:pt x="109" y="217"/>
                  </a:moveTo>
                  <a:cubicBezTo>
                    <a:pt x="76" y="149"/>
                    <a:pt x="70" y="62"/>
                    <a:pt x="84" y="1"/>
                  </a:cubicBezTo>
                  <a:cubicBezTo>
                    <a:pt x="85" y="11"/>
                    <a:pt x="0" y="0"/>
                    <a:pt x="1" y="9"/>
                  </a:cubicBezTo>
                  <a:cubicBezTo>
                    <a:pt x="14" y="90"/>
                    <a:pt x="47" y="147"/>
                    <a:pt x="109" y="217"/>
                  </a:cubicBez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7" name="组合 66"/>
          <p:cNvGrpSpPr/>
          <p:nvPr/>
        </p:nvGrpSpPr>
        <p:grpSpPr>
          <a:xfrm>
            <a:off x="4508500" y="1360488"/>
            <a:ext cx="3044825" cy="2613025"/>
            <a:chOff x="4508500" y="1360488"/>
            <a:chExt cx="3044825" cy="2613025"/>
          </a:xfrm>
        </p:grpSpPr>
        <p:sp>
          <p:nvSpPr>
            <p:cNvPr id="58" name="Oval 58"/>
            <p:cNvSpPr>
              <a:spLocks noChangeArrowheads="1"/>
            </p:cNvSpPr>
            <p:nvPr/>
          </p:nvSpPr>
          <p:spPr bwMode="auto">
            <a:xfrm>
              <a:off x="4508500" y="1360488"/>
              <a:ext cx="3044825" cy="1962150"/>
            </a:xfrm>
            <a:prstGeom prst="ellipse">
              <a:avLst/>
            </a:pr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59"/>
            <p:cNvSpPr>
              <a:spLocks/>
            </p:cNvSpPr>
            <p:nvPr/>
          </p:nvSpPr>
          <p:spPr bwMode="auto">
            <a:xfrm>
              <a:off x="5362575" y="2859088"/>
              <a:ext cx="555625" cy="1114425"/>
            </a:xfrm>
            <a:custGeom>
              <a:avLst/>
              <a:gdLst>
                <a:gd name="T0" fmla="*/ 175 w 175"/>
                <a:gd name="T1" fmla="*/ 351 h 351"/>
                <a:gd name="T2" fmla="*/ 136 w 175"/>
                <a:gd name="T3" fmla="*/ 3 h 351"/>
                <a:gd name="T4" fmla="*/ 2 w 175"/>
                <a:gd name="T5" fmla="*/ 14 h 351"/>
                <a:gd name="T6" fmla="*/ 175 w 175"/>
                <a:gd name="T7" fmla="*/ 351 h 351"/>
              </a:gdLst>
              <a:ahLst/>
              <a:cxnLst>
                <a:cxn ang="0">
                  <a:pos x="T0" y="T1"/>
                </a:cxn>
                <a:cxn ang="0">
                  <a:pos x="T2" y="T3"/>
                </a:cxn>
                <a:cxn ang="0">
                  <a:pos x="T4" y="T5"/>
                </a:cxn>
                <a:cxn ang="0">
                  <a:pos x="T6" y="T7"/>
                </a:cxn>
              </a:cxnLst>
              <a:rect l="0" t="0" r="r" b="b"/>
              <a:pathLst>
                <a:path w="175" h="351">
                  <a:moveTo>
                    <a:pt x="175" y="351"/>
                  </a:moveTo>
                  <a:cubicBezTo>
                    <a:pt x="123" y="240"/>
                    <a:pt x="113" y="100"/>
                    <a:pt x="136" y="3"/>
                  </a:cubicBezTo>
                  <a:cubicBezTo>
                    <a:pt x="137" y="18"/>
                    <a:pt x="0" y="0"/>
                    <a:pt x="2" y="14"/>
                  </a:cubicBezTo>
                  <a:cubicBezTo>
                    <a:pt x="23" y="145"/>
                    <a:pt x="76" y="238"/>
                    <a:pt x="175" y="351"/>
                  </a:cubicBez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73" name="文本框 72"/>
          <p:cNvSpPr txBox="1"/>
          <p:nvPr/>
        </p:nvSpPr>
        <p:spPr>
          <a:xfrm>
            <a:off x="2681634" y="4496985"/>
            <a:ext cx="1305165" cy="523220"/>
          </a:xfrm>
          <a:prstGeom prst="rect">
            <a:avLst/>
          </a:prstGeom>
          <a:noFill/>
        </p:spPr>
        <p:txBody>
          <a:bodyPr wrap="none" rtlCol="0">
            <a:spAutoFit/>
          </a:bodyPr>
          <a:lstStyle/>
          <a:p>
            <a:pPr algn="ctr"/>
            <a:r>
              <a:rPr lang="en-US" altLang="zh-CN" sz="2800" dirty="0">
                <a:solidFill>
                  <a:schemeClr val="bg1"/>
                </a:solidFill>
                <a:latin typeface="Agency FB" panose="020B0503020202020204" pitchFamily="34" charset="0"/>
              </a:rPr>
              <a:t>OPTION 01</a:t>
            </a:r>
            <a:endParaRPr lang="zh-CN" altLang="en-US" sz="2800" dirty="0">
              <a:solidFill>
                <a:schemeClr val="bg1"/>
              </a:solidFill>
              <a:latin typeface="Agency FB" panose="020B0503020202020204" pitchFamily="34" charset="0"/>
            </a:endParaRPr>
          </a:p>
        </p:txBody>
      </p:sp>
      <p:sp>
        <p:nvSpPr>
          <p:cNvPr id="74" name="文本框 73"/>
          <p:cNvSpPr txBox="1"/>
          <p:nvPr/>
        </p:nvSpPr>
        <p:spPr>
          <a:xfrm>
            <a:off x="3734858" y="3337535"/>
            <a:ext cx="1539204" cy="584775"/>
          </a:xfrm>
          <a:prstGeom prst="rect">
            <a:avLst/>
          </a:prstGeom>
          <a:noFill/>
        </p:spPr>
        <p:txBody>
          <a:bodyPr wrap="none" rtlCol="0">
            <a:spAutoFit/>
          </a:bodyPr>
          <a:lstStyle/>
          <a:p>
            <a:pPr algn="ctr"/>
            <a:r>
              <a:rPr lang="en-US" altLang="zh-CN" sz="3200" dirty="0">
                <a:solidFill>
                  <a:schemeClr val="bg1"/>
                </a:solidFill>
                <a:latin typeface="Agency FB" panose="020B0503020202020204" pitchFamily="34" charset="0"/>
              </a:rPr>
              <a:t>OPTION 02</a:t>
            </a:r>
            <a:endParaRPr lang="zh-CN" altLang="en-US" sz="3200" dirty="0">
              <a:solidFill>
                <a:schemeClr val="bg1"/>
              </a:solidFill>
              <a:latin typeface="Agency FB" panose="020B0503020202020204" pitchFamily="34" charset="0"/>
            </a:endParaRPr>
          </a:p>
        </p:txBody>
      </p:sp>
      <p:sp>
        <p:nvSpPr>
          <p:cNvPr id="75" name="文本框 74"/>
          <p:cNvSpPr txBox="1"/>
          <p:nvPr/>
        </p:nvSpPr>
        <p:spPr>
          <a:xfrm>
            <a:off x="4731031" y="1817490"/>
            <a:ext cx="2491388" cy="923330"/>
          </a:xfrm>
          <a:prstGeom prst="rect">
            <a:avLst/>
          </a:prstGeom>
          <a:noFill/>
        </p:spPr>
        <p:txBody>
          <a:bodyPr wrap="none" rtlCol="0">
            <a:spAutoFit/>
          </a:bodyPr>
          <a:lstStyle/>
          <a:p>
            <a:pPr algn="ctr"/>
            <a:r>
              <a:rPr lang="en-US" altLang="zh-CN" sz="5400" dirty="0">
                <a:solidFill>
                  <a:schemeClr val="bg1"/>
                </a:solidFill>
                <a:latin typeface="Agency FB" panose="020B0503020202020204" pitchFamily="34" charset="0"/>
              </a:rPr>
              <a:t>OPTION 03</a:t>
            </a:r>
            <a:endParaRPr lang="zh-CN" altLang="en-US" sz="5400" dirty="0">
              <a:solidFill>
                <a:schemeClr val="bg1"/>
              </a:solidFill>
              <a:latin typeface="Agency FB" panose="020B0503020202020204" pitchFamily="34" charset="0"/>
            </a:endParaRPr>
          </a:p>
        </p:txBody>
      </p:sp>
      <p:sp>
        <p:nvSpPr>
          <p:cNvPr id="76" name="文本框 75"/>
          <p:cNvSpPr txBox="1"/>
          <p:nvPr/>
        </p:nvSpPr>
        <p:spPr>
          <a:xfrm>
            <a:off x="6679138" y="3383601"/>
            <a:ext cx="1535998" cy="584775"/>
          </a:xfrm>
          <a:prstGeom prst="rect">
            <a:avLst/>
          </a:prstGeom>
          <a:noFill/>
        </p:spPr>
        <p:txBody>
          <a:bodyPr wrap="none" rtlCol="0">
            <a:spAutoFit/>
          </a:bodyPr>
          <a:lstStyle/>
          <a:p>
            <a:pPr algn="ctr"/>
            <a:r>
              <a:rPr lang="en-US" altLang="zh-CN" sz="3200" dirty="0">
                <a:solidFill>
                  <a:schemeClr val="bg1"/>
                </a:solidFill>
                <a:latin typeface="Agency FB" panose="020B0503020202020204" pitchFamily="34" charset="0"/>
              </a:rPr>
              <a:t>OPTION 04</a:t>
            </a:r>
            <a:endParaRPr lang="zh-CN" altLang="en-US" sz="3200" dirty="0">
              <a:solidFill>
                <a:schemeClr val="bg1"/>
              </a:solidFill>
              <a:latin typeface="Agency FB" panose="020B0503020202020204" pitchFamily="34" charset="0"/>
            </a:endParaRPr>
          </a:p>
        </p:txBody>
      </p:sp>
      <p:sp>
        <p:nvSpPr>
          <p:cNvPr id="77" name="文本框 76"/>
          <p:cNvSpPr txBox="1"/>
          <p:nvPr/>
        </p:nvSpPr>
        <p:spPr>
          <a:xfrm>
            <a:off x="8138635" y="4378325"/>
            <a:ext cx="1378904" cy="523220"/>
          </a:xfrm>
          <a:prstGeom prst="rect">
            <a:avLst/>
          </a:prstGeom>
          <a:noFill/>
        </p:spPr>
        <p:txBody>
          <a:bodyPr wrap="none" rtlCol="0">
            <a:spAutoFit/>
          </a:bodyPr>
          <a:lstStyle/>
          <a:p>
            <a:pPr algn="ctr"/>
            <a:r>
              <a:rPr lang="en-US" altLang="zh-CN" sz="2800" dirty="0">
                <a:solidFill>
                  <a:schemeClr val="bg1"/>
                </a:solidFill>
                <a:latin typeface="Agency FB" panose="020B0503020202020204" pitchFamily="34" charset="0"/>
              </a:rPr>
              <a:t>OPTION 05</a:t>
            </a:r>
            <a:endParaRPr lang="zh-CN" altLang="en-US" sz="2800" dirty="0">
              <a:solidFill>
                <a:schemeClr val="bg1"/>
              </a:solidFill>
              <a:latin typeface="Agency FB" panose="020B0503020202020204" pitchFamily="34" charset="0"/>
            </a:endParaRPr>
          </a:p>
        </p:txBody>
      </p:sp>
      <p:sp>
        <p:nvSpPr>
          <p:cNvPr id="80" name="文本框 79"/>
          <p:cNvSpPr txBox="1"/>
          <p:nvPr/>
        </p:nvSpPr>
        <p:spPr>
          <a:xfrm>
            <a:off x="7681912" y="1687940"/>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81" name="文本框 80"/>
          <p:cNvSpPr txBox="1"/>
          <p:nvPr/>
        </p:nvSpPr>
        <p:spPr>
          <a:xfrm>
            <a:off x="8625949" y="3117542"/>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82" name="文本框 81"/>
          <p:cNvSpPr txBox="1"/>
          <p:nvPr/>
        </p:nvSpPr>
        <p:spPr>
          <a:xfrm>
            <a:off x="9671049" y="4299429"/>
            <a:ext cx="2856518" cy="720197"/>
          </a:xfrm>
          <a:prstGeom prst="rect">
            <a:avLst/>
          </a:prstGeom>
          <a:noFill/>
        </p:spPr>
        <p:txBody>
          <a:bodyPr wrap="square" rtlCol="0">
            <a:spAutoFit/>
          </a:bodyPr>
          <a:lstStyle/>
          <a:p>
            <a:pPr>
              <a:lnSpc>
                <a:spcPct val="120000"/>
              </a:lnSpc>
            </a:pPr>
            <a:r>
              <a:rPr lang="zh-CN" altLang="en-US" sz="2000" b="1" dirty="0">
                <a:solidFill>
                  <a:schemeClr val="tx1">
                    <a:lumMod val="65000"/>
                    <a:lumOff val="35000"/>
                  </a:schemeClr>
                </a:solidFill>
              </a:rPr>
              <a:t>添加标题</a:t>
            </a:r>
            <a:endParaRPr lang="en-US" altLang="zh-CN" sz="2000" b="1" dirty="0">
              <a:solidFill>
                <a:schemeClr val="tx1">
                  <a:lumMod val="65000"/>
                  <a:lumOff val="35000"/>
                </a:schemeClr>
              </a:solidFill>
            </a:endParaRPr>
          </a:p>
          <a:p>
            <a:pPr>
              <a:lnSpc>
                <a:spcPct val="120000"/>
              </a:lnSpc>
            </a:pPr>
            <a:r>
              <a:rPr lang="zh-CN" altLang="en-US" sz="1400" dirty="0">
                <a:solidFill>
                  <a:schemeClr val="tx1">
                    <a:lumMod val="65000"/>
                    <a:lumOff val="35000"/>
                  </a:schemeClr>
                </a:solidFill>
              </a:rPr>
              <a:t>添加内容添加内容</a:t>
            </a:r>
          </a:p>
        </p:txBody>
      </p:sp>
      <p:sp>
        <p:nvSpPr>
          <p:cNvPr id="84" name="文本框 83"/>
          <p:cNvSpPr txBox="1"/>
          <p:nvPr/>
        </p:nvSpPr>
        <p:spPr>
          <a:xfrm>
            <a:off x="783696" y="3132991"/>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85" name="文本框 84"/>
          <p:cNvSpPr txBox="1"/>
          <p:nvPr/>
        </p:nvSpPr>
        <p:spPr>
          <a:xfrm>
            <a:off x="-331518" y="4299429"/>
            <a:ext cx="2856518" cy="720197"/>
          </a:xfrm>
          <a:prstGeom prst="rect">
            <a:avLst/>
          </a:prstGeom>
          <a:noFill/>
        </p:spPr>
        <p:txBody>
          <a:bodyPr wrap="square" rtlCol="0">
            <a:spAutoFit/>
          </a:bodyPr>
          <a:lstStyle/>
          <a:p>
            <a:pPr algn="r">
              <a:lnSpc>
                <a:spcPct val="120000"/>
              </a:lnSpc>
            </a:pPr>
            <a:r>
              <a:rPr lang="zh-CN" altLang="en-US" sz="2000" b="1" dirty="0">
                <a:solidFill>
                  <a:schemeClr val="tx1">
                    <a:lumMod val="65000"/>
                    <a:lumOff val="35000"/>
                  </a:schemeClr>
                </a:solidFill>
              </a:rPr>
              <a:t>添加标题</a:t>
            </a:r>
            <a:endParaRPr lang="en-US" altLang="zh-CN" sz="2000" b="1" dirty="0">
              <a:solidFill>
                <a:schemeClr val="tx1">
                  <a:lumMod val="65000"/>
                  <a:lumOff val="35000"/>
                </a:schemeClr>
              </a:solidFill>
            </a:endParaRPr>
          </a:p>
          <a:p>
            <a:pPr algn="r">
              <a:lnSpc>
                <a:spcPct val="120000"/>
              </a:lnSpc>
            </a:pPr>
            <a:r>
              <a:rPr lang="zh-CN" altLang="en-US" sz="1400" dirty="0">
                <a:solidFill>
                  <a:schemeClr val="tx1">
                    <a:lumMod val="65000"/>
                    <a:lumOff val="35000"/>
                  </a:schemeClr>
                </a:solidFill>
              </a:rPr>
              <a:t>添加内容添加内容</a:t>
            </a:r>
          </a:p>
        </p:txBody>
      </p:sp>
      <p:sp>
        <p:nvSpPr>
          <p:cNvPr id="79"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五项并列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3578266325"/>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 name="圆角矩形 151"/>
          <p:cNvSpPr/>
          <p:nvPr/>
        </p:nvSpPr>
        <p:spPr>
          <a:xfrm>
            <a:off x="2667000" y="2279650"/>
            <a:ext cx="972000" cy="2533650"/>
          </a:xfrm>
          <a:prstGeom prst="roundRect">
            <a:avLst/>
          </a:prstGeom>
          <a:solidFill>
            <a:schemeClr val="bg1">
              <a:lumMod val="75000"/>
            </a:schemeClr>
          </a:solidFill>
          <a:ln>
            <a:noFill/>
          </a:ln>
          <a:effectLst>
            <a:innerShdw blurRad="190500" dist="50800" dir="13500000">
              <a:prstClr val="black">
                <a:alpha val="42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53" name="圆角矩形 152"/>
          <p:cNvSpPr/>
          <p:nvPr/>
        </p:nvSpPr>
        <p:spPr>
          <a:xfrm>
            <a:off x="4132725" y="2623150"/>
            <a:ext cx="972000" cy="2533650"/>
          </a:xfrm>
          <a:prstGeom prst="roundRect">
            <a:avLst/>
          </a:prstGeom>
          <a:solidFill>
            <a:schemeClr val="bg1">
              <a:lumMod val="75000"/>
            </a:schemeClr>
          </a:solidFill>
          <a:ln>
            <a:noFill/>
          </a:ln>
          <a:effectLst>
            <a:innerShdw blurRad="190500" dist="50800" dir="13500000">
              <a:prstClr val="black">
                <a:alpha val="42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54" name="圆角矩形 153"/>
          <p:cNvSpPr/>
          <p:nvPr/>
        </p:nvSpPr>
        <p:spPr>
          <a:xfrm>
            <a:off x="5613850" y="3051475"/>
            <a:ext cx="972000" cy="2533650"/>
          </a:xfrm>
          <a:prstGeom prst="roundRect">
            <a:avLst/>
          </a:prstGeom>
          <a:solidFill>
            <a:schemeClr val="bg1">
              <a:lumMod val="75000"/>
            </a:schemeClr>
          </a:solidFill>
          <a:ln>
            <a:noFill/>
          </a:ln>
          <a:effectLst>
            <a:innerShdw blurRad="190500" dist="50800" dir="13500000">
              <a:prstClr val="black">
                <a:alpha val="42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55" name="圆角矩形 154"/>
          <p:cNvSpPr/>
          <p:nvPr/>
        </p:nvSpPr>
        <p:spPr>
          <a:xfrm>
            <a:off x="7079575" y="2661250"/>
            <a:ext cx="972000" cy="2533650"/>
          </a:xfrm>
          <a:prstGeom prst="roundRect">
            <a:avLst/>
          </a:prstGeom>
          <a:solidFill>
            <a:schemeClr val="bg1">
              <a:lumMod val="75000"/>
            </a:schemeClr>
          </a:solidFill>
          <a:ln>
            <a:noFill/>
          </a:ln>
          <a:effectLst>
            <a:innerShdw blurRad="190500" dist="50800" dir="13500000">
              <a:prstClr val="black">
                <a:alpha val="42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56" name="圆角矩形 155"/>
          <p:cNvSpPr/>
          <p:nvPr/>
        </p:nvSpPr>
        <p:spPr>
          <a:xfrm>
            <a:off x="8560700" y="2279650"/>
            <a:ext cx="972000" cy="2533650"/>
          </a:xfrm>
          <a:prstGeom prst="roundRect">
            <a:avLst/>
          </a:prstGeom>
          <a:solidFill>
            <a:schemeClr val="bg1">
              <a:lumMod val="75000"/>
            </a:schemeClr>
          </a:solidFill>
          <a:ln>
            <a:noFill/>
          </a:ln>
          <a:effectLst>
            <a:innerShdw blurRad="190500" dist="50800" dir="13500000">
              <a:prstClr val="black">
                <a:alpha val="42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40" name="椭圆 139"/>
          <p:cNvSpPr/>
          <p:nvPr/>
        </p:nvSpPr>
        <p:spPr>
          <a:xfrm>
            <a:off x="2501150" y="4108450"/>
            <a:ext cx="1296000" cy="1296000"/>
          </a:xfrm>
          <a:prstGeom prst="ellipse">
            <a:avLst/>
          </a:prstGeom>
          <a:gradFill>
            <a:gsLst>
              <a:gs pos="0">
                <a:srgbClr val="FDD649"/>
              </a:gs>
              <a:gs pos="83000">
                <a:srgbClr val="F7AE0A"/>
              </a:gs>
            </a:gsLst>
            <a:lin ang="2700000" scaled="0"/>
          </a:gradFill>
          <a:ln w="28575" cap="flat">
            <a:noFill/>
            <a:prstDash val="solid"/>
            <a:miter lim="800000"/>
            <a:headEnd/>
            <a:tailEnd/>
          </a:ln>
          <a:effectLst>
            <a:outerShdw blurRad="152400" dist="76200" dir="2700000" algn="tl"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zh-CN" altLang="en-US" dirty="0">
              <a:solidFill>
                <a:schemeClr val="tx1"/>
              </a:solidFill>
            </a:endParaRPr>
          </a:p>
        </p:txBody>
      </p:sp>
      <p:sp>
        <p:nvSpPr>
          <p:cNvPr id="141" name="椭圆 140"/>
          <p:cNvSpPr/>
          <p:nvPr/>
        </p:nvSpPr>
        <p:spPr>
          <a:xfrm>
            <a:off x="3974575" y="4584700"/>
            <a:ext cx="1296000" cy="1296000"/>
          </a:xfrm>
          <a:prstGeom prst="ellipse">
            <a:avLst/>
          </a:prstGeom>
          <a:gradFill>
            <a:gsLst>
              <a:gs pos="0">
                <a:srgbClr val="F39800"/>
              </a:gs>
              <a:gs pos="93000">
                <a:srgbClr val="E60012"/>
              </a:gs>
            </a:gsLst>
            <a:lin ang="2700000" scaled="0"/>
          </a:gradFill>
          <a:ln w="28575" cap="flat">
            <a:noFill/>
            <a:prstDash val="solid"/>
            <a:miter lim="800000"/>
            <a:headEnd/>
            <a:tailEnd/>
          </a:ln>
          <a:effectLst>
            <a:outerShdw blurRad="152400" dist="76200" dir="2700000" algn="tl"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zh-CN" altLang="en-US" dirty="0">
              <a:solidFill>
                <a:schemeClr val="tx1"/>
              </a:solidFill>
            </a:endParaRPr>
          </a:p>
        </p:txBody>
      </p:sp>
      <p:sp>
        <p:nvSpPr>
          <p:cNvPr id="142" name="椭圆 141"/>
          <p:cNvSpPr/>
          <p:nvPr/>
        </p:nvSpPr>
        <p:spPr>
          <a:xfrm>
            <a:off x="5448000" y="5060950"/>
            <a:ext cx="1296000" cy="1296000"/>
          </a:xfrm>
          <a:prstGeom prst="ellipse">
            <a:avLst/>
          </a:prstGeom>
          <a:gradFill>
            <a:gsLst>
              <a:gs pos="0">
                <a:srgbClr val="D15D9F"/>
              </a:gs>
              <a:gs pos="85000">
                <a:srgbClr val="A80082"/>
              </a:gs>
            </a:gsLst>
            <a:lin ang="2700000" scaled="0"/>
          </a:gradFill>
          <a:ln w="28575" cap="flat">
            <a:noFill/>
            <a:prstDash val="solid"/>
            <a:miter lim="800000"/>
            <a:headEnd/>
            <a:tailEnd/>
          </a:ln>
          <a:effectLst>
            <a:outerShdw blurRad="152400" dist="76200" dir="2700000" algn="tl"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zh-CN" altLang="en-US" dirty="0">
              <a:solidFill>
                <a:schemeClr val="tx1"/>
              </a:solidFill>
            </a:endParaRPr>
          </a:p>
        </p:txBody>
      </p:sp>
      <p:sp>
        <p:nvSpPr>
          <p:cNvPr id="143" name="椭圆 142"/>
          <p:cNvSpPr/>
          <p:nvPr/>
        </p:nvSpPr>
        <p:spPr>
          <a:xfrm>
            <a:off x="6921425" y="4584700"/>
            <a:ext cx="1296000" cy="1296000"/>
          </a:xfrm>
          <a:prstGeom prst="ellipse">
            <a:avLst/>
          </a:prstGeom>
          <a:gradFill>
            <a:gsLst>
              <a:gs pos="0">
                <a:srgbClr val="93C092"/>
              </a:gs>
              <a:gs pos="70000">
                <a:srgbClr val="0079C2"/>
              </a:gs>
            </a:gsLst>
            <a:lin ang="2700000" scaled="0"/>
          </a:gradFill>
          <a:ln w="28575" cap="flat">
            <a:noFill/>
            <a:prstDash val="solid"/>
            <a:miter lim="800000"/>
            <a:headEnd/>
            <a:tailEnd/>
          </a:ln>
          <a:effectLst>
            <a:outerShdw blurRad="152400" dist="76200" dir="2700000" algn="tl"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zh-CN" altLang="en-US" dirty="0">
              <a:solidFill>
                <a:schemeClr val="tx1"/>
              </a:solidFill>
            </a:endParaRPr>
          </a:p>
        </p:txBody>
      </p:sp>
      <p:sp>
        <p:nvSpPr>
          <p:cNvPr id="144" name="椭圆 143"/>
          <p:cNvSpPr/>
          <p:nvPr/>
        </p:nvSpPr>
        <p:spPr>
          <a:xfrm>
            <a:off x="8394850" y="4108450"/>
            <a:ext cx="1296000" cy="1296000"/>
          </a:xfrm>
          <a:prstGeom prst="ellipse">
            <a:avLst/>
          </a:prstGeom>
          <a:gradFill>
            <a:gsLst>
              <a:gs pos="0">
                <a:srgbClr val="F9F307"/>
              </a:gs>
              <a:gs pos="87000">
                <a:srgbClr val="9CC535"/>
              </a:gs>
            </a:gsLst>
            <a:lin ang="2700000" scaled="0"/>
          </a:gradFill>
          <a:ln w="28575" cap="flat">
            <a:noFill/>
            <a:prstDash val="solid"/>
            <a:miter lim="800000"/>
            <a:headEnd/>
            <a:tailEnd/>
          </a:ln>
          <a:effectLst>
            <a:outerShdw blurRad="152400" dist="76200" dir="2700000" algn="tl"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zh-CN" altLang="en-US" dirty="0">
              <a:solidFill>
                <a:schemeClr val="tx1"/>
              </a:solidFill>
            </a:endParaRPr>
          </a:p>
        </p:txBody>
      </p:sp>
      <p:sp>
        <p:nvSpPr>
          <p:cNvPr id="147" name="椭圆 146"/>
          <p:cNvSpPr/>
          <p:nvPr/>
        </p:nvSpPr>
        <p:spPr>
          <a:xfrm>
            <a:off x="2501150" y="1327150"/>
            <a:ext cx="1296000" cy="1296000"/>
          </a:xfrm>
          <a:prstGeom prst="ellipse">
            <a:avLst/>
          </a:prstGeom>
          <a:gradFill>
            <a:gsLst>
              <a:gs pos="0">
                <a:srgbClr val="FDD649"/>
              </a:gs>
              <a:gs pos="83000">
                <a:srgbClr val="F7AE0A"/>
              </a:gs>
            </a:gsLst>
            <a:lin ang="2700000" scaled="0"/>
          </a:gradFill>
          <a:ln w="28575" cap="flat">
            <a:noFill/>
            <a:prstDash val="solid"/>
            <a:miter lim="800000"/>
            <a:headEnd/>
            <a:tailEnd/>
          </a:ln>
          <a:effectLst>
            <a:outerShdw blurRad="152400" dist="76200" dir="2700000" algn="tl"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zh-CN" altLang="en-US" dirty="0">
              <a:solidFill>
                <a:schemeClr val="tx1"/>
              </a:solidFill>
            </a:endParaRPr>
          </a:p>
        </p:txBody>
      </p:sp>
      <p:sp>
        <p:nvSpPr>
          <p:cNvPr id="148" name="椭圆 147"/>
          <p:cNvSpPr/>
          <p:nvPr/>
        </p:nvSpPr>
        <p:spPr>
          <a:xfrm>
            <a:off x="3974575" y="1803400"/>
            <a:ext cx="1296000" cy="1296000"/>
          </a:xfrm>
          <a:prstGeom prst="ellipse">
            <a:avLst/>
          </a:prstGeom>
          <a:gradFill>
            <a:gsLst>
              <a:gs pos="0">
                <a:srgbClr val="F39800"/>
              </a:gs>
              <a:gs pos="93000">
                <a:srgbClr val="E60012"/>
              </a:gs>
            </a:gsLst>
            <a:lin ang="2700000" scaled="0"/>
          </a:gradFill>
          <a:ln w="28575" cap="flat">
            <a:noFill/>
            <a:prstDash val="solid"/>
            <a:miter lim="800000"/>
            <a:headEnd/>
            <a:tailEnd/>
          </a:ln>
          <a:effectLst>
            <a:outerShdw blurRad="152400" dist="76200" dir="2700000" algn="tl"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zh-CN" altLang="en-US" dirty="0">
              <a:solidFill>
                <a:schemeClr val="tx1"/>
              </a:solidFill>
            </a:endParaRPr>
          </a:p>
        </p:txBody>
      </p:sp>
      <p:sp>
        <p:nvSpPr>
          <p:cNvPr id="149" name="椭圆 148"/>
          <p:cNvSpPr/>
          <p:nvPr/>
        </p:nvSpPr>
        <p:spPr>
          <a:xfrm>
            <a:off x="5448000" y="2279650"/>
            <a:ext cx="1296000" cy="1296000"/>
          </a:xfrm>
          <a:prstGeom prst="ellipse">
            <a:avLst/>
          </a:prstGeom>
          <a:gradFill>
            <a:gsLst>
              <a:gs pos="0">
                <a:srgbClr val="D15D9F"/>
              </a:gs>
              <a:gs pos="85000">
                <a:srgbClr val="A80082"/>
              </a:gs>
            </a:gsLst>
            <a:lin ang="2700000" scaled="0"/>
          </a:gradFill>
          <a:ln w="28575" cap="flat">
            <a:noFill/>
            <a:prstDash val="solid"/>
            <a:miter lim="800000"/>
            <a:headEnd/>
            <a:tailEnd/>
          </a:ln>
          <a:effectLst>
            <a:outerShdw blurRad="152400" dist="76200" dir="2700000" algn="tl"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zh-CN" altLang="en-US" dirty="0">
              <a:solidFill>
                <a:schemeClr val="tx1"/>
              </a:solidFill>
            </a:endParaRPr>
          </a:p>
        </p:txBody>
      </p:sp>
      <p:sp>
        <p:nvSpPr>
          <p:cNvPr id="150" name="椭圆 149"/>
          <p:cNvSpPr/>
          <p:nvPr/>
        </p:nvSpPr>
        <p:spPr>
          <a:xfrm>
            <a:off x="6921425" y="1803400"/>
            <a:ext cx="1296000" cy="1296000"/>
          </a:xfrm>
          <a:prstGeom prst="ellipse">
            <a:avLst/>
          </a:prstGeom>
          <a:gradFill>
            <a:gsLst>
              <a:gs pos="0">
                <a:srgbClr val="93C092"/>
              </a:gs>
              <a:gs pos="70000">
                <a:srgbClr val="0079C2"/>
              </a:gs>
            </a:gsLst>
            <a:lin ang="2700000" scaled="0"/>
          </a:gradFill>
          <a:ln w="28575" cap="flat">
            <a:noFill/>
            <a:prstDash val="solid"/>
            <a:miter lim="800000"/>
            <a:headEnd/>
            <a:tailEnd/>
          </a:ln>
          <a:effectLst>
            <a:outerShdw blurRad="152400" dist="76200" dir="2700000" algn="tl"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zh-CN" altLang="en-US" dirty="0">
              <a:solidFill>
                <a:schemeClr val="tx1"/>
              </a:solidFill>
            </a:endParaRPr>
          </a:p>
        </p:txBody>
      </p:sp>
      <p:sp>
        <p:nvSpPr>
          <p:cNvPr id="151" name="椭圆 150"/>
          <p:cNvSpPr/>
          <p:nvPr/>
        </p:nvSpPr>
        <p:spPr>
          <a:xfrm>
            <a:off x="8394850" y="1327150"/>
            <a:ext cx="1296000" cy="1296000"/>
          </a:xfrm>
          <a:prstGeom prst="ellipse">
            <a:avLst/>
          </a:prstGeom>
          <a:gradFill>
            <a:gsLst>
              <a:gs pos="0">
                <a:srgbClr val="F9F307"/>
              </a:gs>
              <a:gs pos="87000">
                <a:srgbClr val="9CC535"/>
              </a:gs>
            </a:gsLst>
            <a:lin ang="2700000" scaled="0"/>
          </a:gradFill>
          <a:ln w="28575" cap="flat">
            <a:noFill/>
            <a:prstDash val="solid"/>
            <a:miter lim="800000"/>
            <a:headEnd/>
            <a:tailEnd/>
          </a:ln>
          <a:effectLst>
            <a:outerShdw blurRad="152400" dist="76200" dir="2700000" algn="tl"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zh-CN" altLang="en-US" dirty="0"/>
          </a:p>
        </p:txBody>
      </p:sp>
      <p:sp>
        <p:nvSpPr>
          <p:cNvPr id="157" name="等腰三角形 156"/>
          <p:cNvSpPr/>
          <p:nvPr/>
        </p:nvSpPr>
        <p:spPr>
          <a:xfrm flipV="1">
            <a:off x="3009900" y="3790950"/>
            <a:ext cx="266700" cy="229914"/>
          </a:xfrm>
          <a:prstGeom prst="triangle">
            <a:avLst/>
          </a:prstGeom>
          <a:solidFill>
            <a:srgbClr val="7D828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latin typeface="Impact" panose="020B0806030902050204" pitchFamily="34" charset="0"/>
            </a:endParaRPr>
          </a:p>
        </p:txBody>
      </p:sp>
      <p:sp>
        <p:nvSpPr>
          <p:cNvPr id="158" name="等腰三角形 157"/>
          <p:cNvSpPr/>
          <p:nvPr/>
        </p:nvSpPr>
        <p:spPr>
          <a:xfrm flipV="1">
            <a:off x="4495800" y="4267200"/>
            <a:ext cx="266700" cy="229914"/>
          </a:xfrm>
          <a:prstGeom prst="triangle">
            <a:avLst/>
          </a:prstGeom>
          <a:solidFill>
            <a:srgbClr val="7D828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latin typeface="Impact" panose="020B0806030902050204" pitchFamily="34" charset="0"/>
            </a:endParaRPr>
          </a:p>
        </p:txBody>
      </p:sp>
      <p:sp>
        <p:nvSpPr>
          <p:cNvPr id="159" name="等腰三角形 158"/>
          <p:cNvSpPr/>
          <p:nvPr/>
        </p:nvSpPr>
        <p:spPr>
          <a:xfrm flipV="1">
            <a:off x="5981700" y="4743450"/>
            <a:ext cx="266700" cy="229914"/>
          </a:xfrm>
          <a:prstGeom prst="triangle">
            <a:avLst/>
          </a:prstGeom>
          <a:solidFill>
            <a:srgbClr val="7D828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latin typeface="Impact" panose="020B0806030902050204" pitchFamily="34" charset="0"/>
            </a:endParaRPr>
          </a:p>
        </p:txBody>
      </p:sp>
      <p:sp>
        <p:nvSpPr>
          <p:cNvPr id="160" name="等腰三角形 159"/>
          <p:cNvSpPr/>
          <p:nvPr/>
        </p:nvSpPr>
        <p:spPr>
          <a:xfrm flipV="1">
            <a:off x="7454900" y="4267200"/>
            <a:ext cx="266700" cy="229914"/>
          </a:xfrm>
          <a:prstGeom prst="triangle">
            <a:avLst/>
          </a:prstGeom>
          <a:solidFill>
            <a:srgbClr val="7D828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latin typeface="Impact" panose="020B0806030902050204" pitchFamily="34" charset="0"/>
            </a:endParaRPr>
          </a:p>
        </p:txBody>
      </p:sp>
      <p:sp>
        <p:nvSpPr>
          <p:cNvPr id="161" name="等腰三角形 160"/>
          <p:cNvSpPr/>
          <p:nvPr/>
        </p:nvSpPr>
        <p:spPr>
          <a:xfrm flipV="1">
            <a:off x="8928100" y="3790950"/>
            <a:ext cx="266700" cy="229914"/>
          </a:xfrm>
          <a:prstGeom prst="triangle">
            <a:avLst/>
          </a:prstGeom>
          <a:solidFill>
            <a:srgbClr val="7D828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latin typeface="Impact" panose="020B0806030902050204" pitchFamily="34" charset="0"/>
            </a:endParaRPr>
          </a:p>
        </p:txBody>
      </p:sp>
      <p:grpSp>
        <p:nvGrpSpPr>
          <p:cNvPr id="166" name="组合 165"/>
          <p:cNvGrpSpPr/>
          <p:nvPr/>
        </p:nvGrpSpPr>
        <p:grpSpPr>
          <a:xfrm>
            <a:off x="4376725" y="4890077"/>
            <a:ext cx="483999" cy="621032"/>
            <a:chOff x="2057400" y="3438526"/>
            <a:chExt cx="263526" cy="338137"/>
          </a:xfrm>
          <a:solidFill>
            <a:schemeClr val="bg1"/>
          </a:solidFill>
        </p:grpSpPr>
        <p:sp>
          <p:nvSpPr>
            <p:cNvPr id="167" name="Freeform 5"/>
            <p:cNvSpPr>
              <a:spLocks/>
            </p:cNvSpPr>
            <p:nvPr/>
          </p:nvSpPr>
          <p:spPr bwMode="auto">
            <a:xfrm>
              <a:off x="2243138" y="3438526"/>
              <a:ext cx="77788" cy="90488"/>
            </a:xfrm>
            <a:custGeom>
              <a:avLst/>
              <a:gdLst>
                <a:gd name="T0" fmla="*/ 18 w 49"/>
                <a:gd name="T1" fmla="*/ 0 h 57"/>
                <a:gd name="T2" fmla="*/ 0 w 49"/>
                <a:gd name="T3" fmla="*/ 24 h 57"/>
                <a:gd name="T4" fmla="*/ 30 w 49"/>
                <a:gd name="T5" fmla="*/ 57 h 57"/>
                <a:gd name="T6" fmla="*/ 49 w 49"/>
                <a:gd name="T7" fmla="*/ 35 h 57"/>
                <a:gd name="T8" fmla="*/ 18 w 49"/>
                <a:gd name="T9" fmla="*/ 0 h 57"/>
              </a:gdLst>
              <a:ahLst/>
              <a:cxnLst>
                <a:cxn ang="0">
                  <a:pos x="T0" y="T1"/>
                </a:cxn>
                <a:cxn ang="0">
                  <a:pos x="T2" y="T3"/>
                </a:cxn>
                <a:cxn ang="0">
                  <a:pos x="T4" y="T5"/>
                </a:cxn>
                <a:cxn ang="0">
                  <a:pos x="T6" y="T7"/>
                </a:cxn>
                <a:cxn ang="0">
                  <a:pos x="T8" y="T9"/>
                </a:cxn>
              </a:cxnLst>
              <a:rect l="0" t="0" r="r" b="b"/>
              <a:pathLst>
                <a:path w="49" h="57">
                  <a:moveTo>
                    <a:pt x="18" y="0"/>
                  </a:moveTo>
                  <a:lnTo>
                    <a:pt x="0" y="24"/>
                  </a:lnTo>
                  <a:lnTo>
                    <a:pt x="30" y="57"/>
                  </a:lnTo>
                  <a:lnTo>
                    <a:pt x="49" y="35"/>
                  </a:lnTo>
                  <a:lnTo>
                    <a:pt x="1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6"/>
            <p:cNvSpPr>
              <a:spLocks/>
            </p:cNvSpPr>
            <p:nvPr/>
          </p:nvSpPr>
          <p:spPr bwMode="auto">
            <a:xfrm>
              <a:off x="2243138" y="3438526"/>
              <a:ext cx="77788" cy="90488"/>
            </a:xfrm>
            <a:custGeom>
              <a:avLst/>
              <a:gdLst>
                <a:gd name="T0" fmla="*/ 18 w 49"/>
                <a:gd name="T1" fmla="*/ 0 h 57"/>
                <a:gd name="T2" fmla="*/ 0 w 49"/>
                <a:gd name="T3" fmla="*/ 24 h 57"/>
                <a:gd name="T4" fmla="*/ 30 w 49"/>
                <a:gd name="T5" fmla="*/ 57 h 57"/>
                <a:gd name="T6" fmla="*/ 49 w 49"/>
                <a:gd name="T7" fmla="*/ 35 h 57"/>
                <a:gd name="T8" fmla="*/ 18 w 49"/>
                <a:gd name="T9" fmla="*/ 0 h 57"/>
              </a:gdLst>
              <a:ahLst/>
              <a:cxnLst>
                <a:cxn ang="0">
                  <a:pos x="T0" y="T1"/>
                </a:cxn>
                <a:cxn ang="0">
                  <a:pos x="T2" y="T3"/>
                </a:cxn>
                <a:cxn ang="0">
                  <a:pos x="T4" y="T5"/>
                </a:cxn>
                <a:cxn ang="0">
                  <a:pos x="T6" y="T7"/>
                </a:cxn>
                <a:cxn ang="0">
                  <a:pos x="T8" y="T9"/>
                </a:cxn>
              </a:cxnLst>
              <a:rect l="0" t="0" r="r" b="b"/>
              <a:pathLst>
                <a:path w="49" h="57">
                  <a:moveTo>
                    <a:pt x="18" y="0"/>
                  </a:moveTo>
                  <a:lnTo>
                    <a:pt x="0" y="24"/>
                  </a:lnTo>
                  <a:lnTo>
                    <a:pt x="30" y="57"/>
                  </a:lnTo>
                  <a:lnTo>
                    <a:pt x="49" y="35"/>
                  </a:lnTo>
                  <a:lnTo>
                    <a:pt x="1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7"/>
            <p:cNvSpPr>
              <a:spLocks/>
            </p:cNvSpPr>
            <p:nvPr/>
          </p:nvSpPr>
          <p:spPr bwMode="auto">
            <a:xfrm>
              <a:off x="2141538" y="3487738"/>
              <a:ext cx="138113" cy="153988"/>
            </a:xfrm>
            <a:custGeom>
              <a:avLst/>
              <a:gdLst>
                <a:gd name="T0" fmla="*/ 28 w 37"/>
                <a:gd name="T1" fmla="*/ 0 h 41"/>
                <a:gd name="T2" fmla="*/ 25 w 37"/>
                <a:gd name="T3" fmla="*/ 3 h 41"/>
                <a:gd name="T4" fmla="*/ 8 w 37"/>
                <a:gd name="T5" fmla="*/ 12 h 41"/>
                <a:gd name="T6" fmla="*/ 4 w 37"/>
                <a:gd name="T7" fmla="*/ 14 h 41"/>
                <a:gd name="T8" fmla="*/ 0 w 37"/>
                <a:gd name="T9" fmla="*/ 27 h 41"/>
                <a:gd name="T10" fmla="*/ 0 w 37"/>
                <a:gd name="T11" fmla="*/ 30 h 41"/>
                <a:gd name="T12" fmla="*/ 1 w 37"/>
                <a:gd name="T13" fmla="*/ 40 h 41"/>
                <a:gd name="T14" fmla="*/ 1 w 37"/>
                <a:gd name="T15" fmla="*/ 40 h 41"/>
                <a:gd name="T16" fmla="*/ 1 w 37"/>
                <a:gd name="T17" fmla="*/ 40 h 41"/>
                <a:gd name="T18" fmla="*/ 1 w 37"/>
                <a:gd name="T19" fmla="*/ 41 h 41"/>
                <a:gd name="T20" fmla="*/ 1 w 37"/>
                <a:gd name="T21" fmla="*/ 32 h 41"/>
                <a:gd name="T22" fmla="*/ 8 w 37"/>
                <a:gd name="T23" fmla="*/ 32 h 41"/>
                <a:gd name="T24" fmla="*/ 7 w 37"/>
                <a:gd name="T25" fmla="*/ 29 h 41"/>
                <a:gd name="T26" fmla="*/ 11 w 37"/>
                <a:gd name="T27" fmla="*/ 23 h 41"/>
                <a:gd name="T28" fmla="*/ 15 w 37"/>
                <a:gd name="T29" fmla="*/ 24 h 41"/>
                <a:gd name="T30" fmla="*/ 14 w 37"/>
                <a:gd name="T31" fmla="*/ 27 h 41"/>
                <a:gd name="T32" fmla="*/ 10 w 37"/>
                <a:gd name="T33" fmla="*/ 32 h 41"/>
                <a:gd name="T34" fmla="*/ 11 w 37"/>
                <a:gd name="T35" fmla="*/ 37 h 41"/>
                <a:gd name="T36" fmla="*/ 13 w 37"/>
                <a:gd name="T37" fmla="*/ 37 h 41"/>
                <a:gd name="T38" fmla="*/ 16 w 37"/>
                <a:gd name="T39" fmla="*/ 36 h 41"/>
                <a:gd name="T40" fmla="*/ 16 w 37"/>
                <a:gd name="T41" fmla="*/ 36 h 41"/>
                <a:gd name="T42" fmla="*/ 16 w 37"/>
                <a:gd name="T43" fmla="*/ 36 h 41"/>
                <a:gd name="T44" fmla="*/ 24 w 37"/>
                <a:gd name="T45" fmla="*/ 28 h 41"/>
                <a:gd name="T46" fmla="*/ 34 w 37"/>
                <a:gd name="T47" fmla="*/ 14 h 41"/>
                <a:gd name="T48" fmla="*/ 37 w 37"/>
                <a:gd name="T49" fmla="*/ 10 h 41"/>
                <a:gd name="T50" fmla="*/ 28 w 37"/>
                <a:gd name="T5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7" h="41">
                  <a:moveTo>
                    <a:pt x="28" y="0"/>
                  </a:moveTo>
                  <a:cubicBezTo>
                    <a:pt x="25" y="3"/>
                    <a:pt x="25" y="3"/>
                    <a:pt x="25" y="3"/>
                  </a:cubicBezTo>
                  <a:cubicBezTo>
                    <a:pt x="8" y="12"/>
                    <a:pt x="8" y="12"/>
                    <a:pt x="8" y="12"/>
                  </a:cubicBezTo>
                  <a:cubicBezTo>
                    <a:pt x="8" y="12"/>
                    <a:pt x="5" y="13"/>
                    <a:pt x="4" y="14"/>
                  </a:cubicBezTo>
                  <a:cubicBezTo>
                    <a:pt x="4" y="16"/>
                    <a:pt x="0" y="26"/>
                    <a:pt x="0" y="27"/>
                  </a:cubicBezTo>
                  <a:cubicBezTo>
                    <a:pt x="0" y="28"/>
                    <a:pt x="0" y="30"/>
                    <a:pt x="0" y="30"/>
                  </a:cubicBezTo>
                  <a:cubicBezTo>
                    <a:pt x="0" y="31"/>
                    <a:pt x="0" y="37"/>
                    <a:pt x="1" y="40"/>
                  </a:cubicBezTo>
                  <a:cubicBezTo>
                    <a:pt x="1" y="40"/>
                    <a:pt x="1" y="40"/>
                    <a:pt x="1" y="40"/>
                  </a:cubicBezTo>
                  <a:cubicBezTo>
                    <a:pt x="1" y="40"/>
                    <a:pt x="1" y="40"/>
                    <a:pt x="1" y="40"/>
                  </a:cubicBezTo>
                  <a:cubicBezTo>
                    <a:pt x="1" y="40"/>
                    <a:pt x="1" y="41"/>
                    <a:pt x="1" y="41"/>
                  </a:cubicBezTo>
                  <a:cubicBezTo>
                    <a:pt x="1" y="32"/>
                    <a:pt x="1" y="32"/>
                    <a:pt x="1" y="32"/>
                  </a:cubicBezTo>
                  <a:cubicBezTo>
                    <a:pt x="8" y="32"/>
                    <a:pt x="8" y="32"/>
                    <a:pt x="8" y="32"/>
                  </a:cubicBezTo>
                  <a:cubicBezTo>
                    <a:pt x="7" y="29"/>
                    <a:pt x="7" y="29"/>
                    <a:pt x="7" y="29"/>
                  </a:cubicBezTo>
                  <a:cubicBezTo>
                    <a:pt x="11" y="23"/>
                    <a:pt x="11" y="23"/>
                    <a:pt x="11" y="23"/>
                  </a:cubicBezTo>
                  <a:cubicBezTo>
                    <a:pt x="12" y="23"/>
                    <a:pt x="14" y="24"/>
                    <a:pt x="15" y="24"/>
                  </a:cubicBezTo>
                  <a:cubicBezTo>
                    <a:pt x="15" y="25"/>
                    <a:pt x="15" y="27"/>
                    <a:pt x="14" y="27"/>
                  </a:cubicBezTo>
                  <a:cubicBezTo>
                    <a:pt x="14" y="28"/>
                    <a:pt x="12" y="31"/>
                    <a:pt x="10" y="32"/>
                  </a:cubicBezTo>
                  <a:cubicBezTo>
                    <a:pt x="10" y="33"/>
                    <a:pt x="9" y="35"/>
                    <a:pt x="11" y="37"/>
                  </a:cubicBezTo>
                  <a:cubicBezTo>
                    <a:pt x="11" y="37"/>
                    <a:pt x="12" y="37"/>
                    <a:pt x="13" y="37"/>
                  </a:cubicBezTo>
                  <a:cubicBezTo>
                    <a:pt x="14" y="37"/>
                    <a:pt x="16" y="36"/>
                    <a:pt x="16" y="36"/>
                  </a:cubicBezTo>
                  <a:cubicBezTo>
                    <a:pt x="16" y="36"/>
                    <a:pt x="16" y="36"/>
                    <a:pt x="16" y="36"/>
                  </a:cubicBezTo>
                  <a:cubicBezTo>
                    <a:pt x="16" y="36"/>
                    <a:pt x="16" y="36"/>
                    <a:pt x="16" y="36"/>
                  </a:cubicBezTo>
                  <a:cubicBezTo>
                    <a:pt x="16" y="36"/>
                    <a:pt x="22" y="29"/>
                    <a:pt x="24" y="28"/>
                  </a:cubicBezTo>
                  <a:cubicBezTo>
                    <a:pt x="27" y="27"/>
                    <a:pt x="34" y="21"/>
                    <a:pt x="34" y="14"/>
                  </a:cubicBezTo>
                  <a:cubicBezTo>
                    <a:pt x="37" y="10"/>
                    <a:pt x="37" y="10"/>
                    <a:pt x="37" y="10"/>
                  </a:cubicBezTo>
                  <a:cubicBezTo>
                    <a:pt x="28" y="0"/>
                    <a:pt x="28" y="0"/>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8"/>
            <p:cNvSpPr>
              <a:spLocks/>
            </p:cNvSpPr>
            <p:nvPr/>
          </p:nvSpPr>
          <p:spPr bwMode="auto">
            <a:xfrm>
              <a:off x="2057400" y="3611563"/>
              <a:ext cx="219075" cy="165100"/>
            </a:xfrm>
            <a:custGeom>
              <a:avLst/>
              <a:gdLst>
                <a:gd name="T0" fmla="*/ 31 w 58"/>
                <a:gd name="T1" fmla="*/ 0 h 44"/>
                <a:gd name="T2" fmla="*/ 24 w 58"/>
                <a:gd name="T3" fmla="*/ 0 h 44"/>
                <a:gd name="T4" fmla="*/ 24 w 58"/>
                <a:gd name="T5" fmla="*/ 41 h 44"/>
                <a:gd name="T6" fmla="*/ 22 w 58"/>
                <a:gd name="T7" fmla="*/ 41 h 44"/>
                <a:gd name="T8" fmla="*/ 22 w 58"/>
                <a:gd name="T9" fmla="*/ 14 h 44"/>
                <a:gd name="T10" fmla="*/ 12 w 58"/>
                <a:gd name="T11" fmla="*/ 14 h 44"/>
                <a:gd name="T12" fmla="*/ 12 w 58"/>
                <a:gd name="T13" fmla="*/ 41 h 44"/>
                <a:gd name="T14" fmla="*/ 9 w 58"/>
                <a:gd name="T15" fmla="*/ 41 h 44"/>
                <a:gd name="T16" fmla="*/ 9 w 58"/>
                <a:gd name="T17" fmla="*/ 26 h 44"/>
                <a:gd name="T18" fmla="*/ 0 w 58"/>
                <a:gd name="T19" fmla="*/ 26 h 44"/>
                <a:gd name="T20" fmla="*/ 0 w 58"/>
                <a:gd name="T21" fmla="*/ 41 h 44"/>
                <a:gd name="T22" fmla="*/ 0 w 58"/>
                <a:gd name="T23" fmla="*/ 44 h 44"/>
                <a:gd name="T24" fmla="*/ 58 w 58"/>
                <a:gd name="T25" fmla="*/ 44 h 44"/>
                <a:gd name="T26" fmla="*/ 58 w 58"/>
                <a:gd name="T27" fmla="*/ 41 h 44"/>
                <a:gd name="T28" fmla="*/ 58 w 58"/>
                <a:gd name="T29" fmla="*/ 19 h 44"/>
                <a:gd name="T30" fmla="*/ 49 w 58"/>
                <a:gd name="T31" fmla="*/ 19 h 44"/>
                <a:gd name="T32" fmla="*/ 49 w 58"/>
                <a:gd name="T33" fmla="*/ 41 h 44"/>
                <a:gd name="T34" fmla="*/ 46 w 58"/>
                <a:gd name="T35" fmla="*/ 41 h 44"/>
                <a:gd name="T36" fmla="*/ 46 w 58"/>
                <a:gd name="T37" fmla="*/ 11 h 44"/>
                <a:gd name="T38" fmla="*/ 37 w 58"/>
                <a:gd name="T39" fmla="*/ 11 h 44"/>
                <a:gd name="T40" fmla="*/ 37 w 58"/>
                <a:gd name="T41" fmla="*/ 41 h 44"/>
                <a:gd name="T42" fmla="*/ 34 w 58"/>
                <a:gd name="T43" fmla="*/ 41 h 44"/>
                <a:gd name="T44" fmla="*/ 34 w 58"/>
                <a:gd name="T45" fmla="*/ 5 h 44"/>
                <a:gd name="T46" fmla="*/ 31 w 58"/>
                <a:gd name="T47" fmla="*/ 4 h 44"/>
                <a:gd name="T48" fmla="*/ 31 w 58"/>
                <a:gd name="T49"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8" h="44">
                  <a:moveTo>
                    <a:pt x="31" y="0"/>
                  </a:moveTo>
                  <a:cubicBezTo>
                    <a:pt x="24" y="0"/>
                    <a:pt x="24" y="0"/>
                    <a:pt x="24" y="0"/>
                  </a:cubicBezTo>
                  <a:cubicBezTo>
                    <a:pt x="24" y="41"/>
                    <a:pt x="24" y="41"/>
                    <a:pt x="24" y="41"/>
                  </a:cubicBezTo>
                  <a:cubicBezTo>
                    <a:pt x="22" y="41"/>
                    <a:pt x="22" y="41"/>
                    <a:pt x="22" y="41"/>
                  </a:cubicBezTo>
                  <a:cubicBezTo>
                    <a:pt x="22" y="14"/>
                    <a:pt x="22" y="14"/>
                    <a:pt x="22" y="14"/>
                  </a:cubicBezTo>
                  <a:cubicBezTo>
                    <a:pt x="12" y="14"/>
                    <a:pt x="12" y="14"/>
                    <a:pt x="12" y="14"/>
                  </a:cubicBezTo>
                  <a:cubicBezTo>
                    <a:pt x="12" y="41"/>
                    <a:pt x="12" y="41"/>
                    <a:pt x="12" y="41"/>
                  </a:cubicBezTo>
                  <a:cubicBezTo>
                    <a:pt x="9" y="41"/>
                    <a:pt x="9" y="41"/>
                    <a:pt x="9" y="41"/>
                  </a:cubicBezTo>
                  <a:cubicBezTo>
                    <a:pt x="9" y="26"/>
                    <a:pt x="9" y="26"/>
                    <a:pt x="9" y="26"/>
                  </a:cubicBezTo>
                  <a:cubicBezTo>
                    <a:pt x="0" y="26"/>
                    <a:pt x="0" y="26"/>
                    <a:pt x="0" y="26"/>
                  </a:cubicBezTo>
                  <a:cubicBezTo>
                    <a:pt x="0" y="41"/>
                    <a:pt x="0" y="41"/>
                    <a:pt x="0" y="41"/>
                  </a:cubicBezTo>
                  <a:cubicBezTo>
                    <a:pt x="0" y="44"/>
                    <a:pt x="0" y="44"/>
                    <a:pt x="0" y="44"/>
                  </a:cubicBezTo>
                  <a:cubicBezTo>
                    <a:pt x="58" y="44"/>
                    <a:pt x="58" y="44"/>
                    <a:pt x="58" y="44"/>
                  </a:cubicBezTo>
                  <a:cubicBezTo>
                    <a:pt x="58" y="41"/>
                    <a:pt x="58" y="41"/>
                    <a:pt x="58" y="41"/>
                  </a:cubicBezTo>
                  <a:cubicBezTo>
                    <a:pt x="58" y="19"/>
                    <a:pt x="58" y="19"/>
                    <a:pt x="58" y="19"/>
                  </a:cubicBezTo>
                  <a:cubicBezTo>
                    <a:pt x="49" y="19"/>
                    <a:pt x="49" y="19"/>
                    <a:pt x="49" y="19"/>
                  </a:cubicBezTo>
                  <a:cubicBezTo>
                    <a:pt x="49" y="41"/>
                    <a:pt x="49" y="41"/>
                    <a:pt x="49" y="41"/>
                  </a:cubicBezTo>
                  <a:cubicBezTo>
                    <a:pt x="46" y="41"/>
                    <a:pt x="46" y="41"/>
                    <a:pt x="46" y="41"/>
                  </a:cubicBezTo>
                  <a:cubicBezTo>
                    <a:pt x="46" y="11"/>
                    <a:pt x="46" y="11"/>
                    <a:pt x="46" y="11"/>
                  </a:cubicBezTo>
                  <a:cubicBezTo>
                    <a:pt x="37" y="11"/>
                    <a:pt x="37" y="11"/>
                    <a:pt x="37" y="11"/>
                  </a:cubicBezTo>
                  <a:cubicBezTo>
                    <a:pt x="37" y="41"/>
                    <a:pt x="37" y="41"/>
                    <a:pt x="37" y="41"/>
                  </a:cubicBezTo>
                  <a:cubicBezTo>
                    <a:pt x="34" y="41"/>
                    <a:pt x="34" y="41"/>
                    <a:pt x="34" y="41"/>
                  </a:cubicBezTo>
                  <a:cubicBezTo>
                    <a:pt x="34" y="5"/>
                    <a:pt x="34" y="5"/>
                    <a:pt x="34" y="5"/>
                  </a:cubicBezTo>
                  <a:cubicBezTo>
                    <a:pt x="33" y="5"/>
                    <a:pt x="32" y="5"/>
                    <a:pt x="31" y="4"/>
                  </a:cubicBezTo>
                  <a:cubicBezTo>
                    <a:pt x="30" y="3"/>
                    <a:pt x="31" y="1"/>
                    <a:pt x="3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71" name="组合 170"/>
          <p:cNvGrpSpPr/>
          <p:nvPr/>
        </p:nvGrpSpPr>
        <p:grpSpPr>
          <a:xfrm>
            <a:off x="7290046" y="4865418"/>
            <a:ext cx="551058" cy="594792"/>
            <a:chOff x="3432175" y="1060451"/>
            <a:chExt cx="300038" cy="323850"/>
          </a:xfrm>
          <a:solidFill>
            <a:schemeClr val="bg1"/>
          </a:solidFill>
        </p:grpSpPr>
        <p:sp>
          <p:nvSpPr>
            <p:cNvPr id="172" name="Freeform 9"/>
            <p:cNvSpPr>
              <a:spLocks/>
            </p:cNvSpPr>
            <p:nvPr/>
          </p:nvSpPr>
          <p:spPr bwMode="auto">
            <a:xfrm>
              <a:off x="3608388" y="1060451"/>
              <a:ext cx="123825" cy="142875"/>
            </a:xfrm>
            <a:custGeom>
              <a:avLst/>
              <a:gdLst>
                <a:gd name="T0" fmla="*/ 26 w 33"/>
                <a:gd name="T1" fmla="*/ 0 h 38"/>
                <a:gd name="T2" fmla="*/ 17 w 33"/>
                <a:gd name="T3" fmla="*/ 7 h 38"/>
                <a:gd name="T4" fmla="*/ 16 w 33"/>
                <a:gd name="T5" fmla="*/ 17 h 38"/>
                <a:gd name="T6" fmla="*/ 0 w 33"/>
                <a:gd name="T7" fmla="*/ 34 h 38"/>
                <a:gd name="T8" fmla="*/ 4 w 33"/>
                <a:gd name="T9" fmla="*/ 38 h 38"/>
                <a:gd name="T10" fmla="*/ 18 w 33"/>
                <a:gd name="T11" fmla="*/ 19 h 38"/>
                <a:gd name="T12" fmla="*/ 19 w 33"/>
                <a:gd name="T13" fmla="*/ 19 h 38"/>
                <a:gd name="T14" fmla="*/ 28 w 33"/>
                <a:gd name="T15" fmla="*/ 17 h 38"/>
                <a:gd name="T16" fmla="*/ 33 w 33"/>
                <a:gd name="T17" fmla="*/ 6 h 38"/>
                <a:gd name="T18" fmla="*/ 26 w 33"/>
                <a:gd name="T19" fmla="*/ 9 h 38"/>
                <a:gd name="T20" fmla="*/ 26 w 33"/>
                <a:gd name="T21" fmla="*/ 8 h 38"/>
                <a:gd name="T22" fmla="*/ 25 w 33"/>
                <a:gd name="T23" fmla="*/ 8 h 38"/>
                <a:gd name="T24" fmla="*/ 25 w 33"/>
                <a:gd name="T25" fmla="*/ 8 h 38"/>
                <a:gd name="T26" fmla="*/ 26 w 33"/>
                <a:gd name="T2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 h="38">
                  <a:moveTo>
                    <a:pt x="26" y="0"/>
                  </a:moveTo>
                  <a:cubicBezTo>
                    <a:pt x="26" y="0"/>
                    <a:pt x="19" y="1"/>
                    <a:pt x="17" y="7"/>
                  </a:cubicBezTo>
                  <a:cubicBezTo>
                    <a:pt x="15" y="12"/>
                    <a:pt x="15" y="16"/>
                    <a:pt x="16" y="17"/>
                  </a:cubicBezTo>
                  <a:cubicBezTo>
                    <a:pt x="0" y="34"/>
                    <a:pt x="0" y="34"/>
                    <a:pt x="0" y="34"/>
                  </a:cubicBezTo>
                  <a:cubicBezTo>
                    <a:pt x="4" y="38"/>
                    <a:pt x="4" y="38"/>
                    <a:pt x="4" y="38"/>
                  </a:cubicBezTo>
                  <a:cubicBezTo>
                    <a:pt x="18" y="19"/>
                    <a:pt x="18" y="19"/>
                    <a:pt x="18" y="19"/>
                  </a:cubicBezTo>
                  <a:cubicBezTo>
                    <a:pt x="19" y="19"/>
                    <a:pt x="19" y="19"/>
                    <a:pt x="19" y="19"/>
                  </a:cubicBezTo>
                  <a:cubicBezTo>
                    <a:pt x="21" y="19"/>
                    <a:pt x="24" y="19"/>
                    <a:pt x="28" y="17"/>
                  </a:cubicBezTo>
                  <a:cubicBezTo>
                    <a:pt x="33" y="13"/>
                    <a:pt x="33" y="6"/>
                    <a:pt x="33" y="6"/>
                  </a:cubicBezTo>
                  <a:cubicBezTo>
                    <a:pt x="26" y="9"/>
                    <a:pt x="26" y="9"/>
                    <a:pt x="26" y="9"/>
                  </a:cubicBezTo>
                  <a:cubicBezTo>
                    <a:pt x="26" y="8"/>
                    <a:pt x="26" y="8"/>
                    <a:pt x="26" y="8"/>
                  </a:cubicBezTo>
                  <a:cubicBezTo>
                    <a:pt x="25" y="8"/>
                    <a:pt x="25" y="8"/>
                    <a:pt x="25" y="8"/>
                  </a:cubicBezTo>
                  <a:cubicBezTo>
                    <a:pt x="25" y="8"/>
                    <a:pt x="25" y="8"/>
                    <a:pt x="25" y="8"/>
                  </a:cubicBezTo>
                  <a:cubicBezTo>
                    <a:pt x="26" y="0"/>
                    <a:pt x="26" y="0"/>
                    <a:pt x="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10"/>
            <p:cNvSpPr>
              <a:spLocks/>
            </p:cNvSpPr>
            <p:nvPr/>
          </p:nvSpPr>
          <p:spPr bwMode="auto">
            <a:xfrm>
              <a:off x="3432175" y="1157288"/>
              <a:ext cx="239713" cy="227013"/>
            </a:xfrm>
            <a:custGeom>
              <a:avLst/>
              <a:gdLst>
                <a:gd name="T0" fmla="*/ 28 w 64"/>
                <a:gd name="T1" fmla="*/ 0 h 60"/>
                <a:gd name="T2" fmla="*/ 2 w 64"/>
                <a:gd name="T3" fmla="*/ 30 h 60"/>
                <a:gd name="T4" fmla="*/ 36 w 64"/>
                <a:gd name="T5" fmla="*/ 60 h 60"/>
                <a:gd name="T6" fmla="*/ 62 w 64"/>
                <a:gd name="T7" fmla="*/ 30 h 60"/>
                <a:gd name="T8" fmla="*/ 53 w 64"/>
                <a:gd name="T9" fmla="*/ 11 h 60"/>
                <a:gd name="T10" fmla="*/ 46 w 64"/>
                <a:gd name="T11" fmla="*/ 20 h 60"/>
                <a:gd name="T12" fmla="*/ 50 w 64"/>
                <a:gd name="T13" fmla="*/ 29 h 60"/>
                <a:gd name="T14" fmla="*/ 35 w 64"/>
                <a:gd name="T15" fmla="*/ 45 h 60"/>
                <a:gd name="T16" fmla="*/ 16 w 64"/>
                <a:gd name="T17" fmla="*/ 29 h 60"/>
                <a:gd name="T18" fmla="*/ 31 w 64"/>
                <a:gd name="T19" fmla="*/ 12 h 60"/>
                <a:gd name="T20" fmla="*/ 39 w 64"/>
                <a:gd name="T21" fmla="*/ 14 h 60"/>
                <a:gd name="T22" fmla="*/ 47 w 64"/>
                <a:gd name="T23" fmla="*/ 6 h 60"/>
                <a:gd name="T24" fmla="*/ 28 w 64"/>
                <a:gd name="T25"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60">
                  <a:moveTo>
                    <a:pt x="28" y="0"/>
                  </a:moveTo>
                  <a:cubicBezTo>
                    <a:pt x="12" y="0"/>
                    <a:pt x="0" y="13"/>
                    <a:pt x="2" y="30"/>
                  </a:cubicBezTo>
                  <a:cubicBezTo>
                    <a:pt x="4" y="46"/>
                    <a:pt x="20" y="60"/>
                    <a:pt x="36" y="60"/>
                  </a:cubicBezTo>
                  <a:cubicBezTo>
                    <a:pt x="53" y="60"/>
                    <a:pt x="64" y="46"/>
                    <a:pt x="62" y="30"/>
                  </a:cubicBezTo>
                  <a:cubicBezTo>
                    <a:pt x="61" y="23"/>
                    <a:pt x="58" y="16"/>
                    <a:pt x="53" y="11"/>
                  </a:cubicBezTo>
                  <a:cubicBezTo>
                    <a:pt x="46" y="20"/>
                    <a:pt x="46" y="20"/>
                    <a:pt x="46" y="20"/>
                  </a:cubicBezTo>
                  <a:cubicBezTo>
                    <a:pt x="48" y="23"/>
                    <a:pt x="49" y="26"/>
                    <a:pt x="50" y="29"/>
                  </a:cubicBezTo>
                  <a:cubicBezTo>
                    <a:pt x="51" y="38"/>
                    <a:pt x="44" y="45"/>
                    <a:pt x="35" y="45"/>
                  </a:cubicBezTo>
                  <a:cubicBezTo>
                    <a:pt x="26" y="45"/>
                    <a:pt x="18" y="38"/>
                    <a:pt x="16" y="29"/>
                  </a:cubicBezTo>
                  <a:cubicBezTo>
                    <a:pt x="15" y="20"/>
                    <a:pt x="22" y="12"/>
                    <a:pt x="31" y="12"/>
                  </a:cubicBezTo>
                  <a:cubicBezTo>
                    <a:pt x="34" y="12"/>
                    <a:pt x="37" y="13"/>
                    <a:pt x="39" y="14"/>
                  </a:cubicBezTo>
                  <a:cubicBezTo>
                    <a:pt x="47" y="6"/>
                    <a:pt x="47" y="6"/>
                    <a:pt x="47" y="6"/>
                  </a:cubicBezTo>
                  <a:cubicBezTo>
                    <a:pt x="41" y="2"/>
                    <a:pt x="35" y="0"/>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11"/>
            <p:cNvSpPr>
              <a:spLocks/>
            </p:cNvSpPr>
            <p:nvPr/>
          </p:nvSpPr>
          <p:spPr bwMode="auto">
            <a:xfrm>
              <a:off x="3506788" y="1217613"/>
              <a:ext cx="101600" cy="95250"/>
            </a:xfrm>
            <a:custGeom>
              <a:avLst/>
              <a:gdLst>
                <a:gd name="T0" fmla="*/ 12 w 27"/>
                <a:gd name="T1" fmla="*/ 0 h 25"/>
                <a:gd name="T2" fmla="*/ 1 w 27"/>
                <a:gd name="T3" fmla="*/ 13 h 25"/>
                <a:gd name="T4" fmla="*/ 15 w 27"/>
                <a:gd name="T5" fmla="*/ 25 h 25"/>
                <a:gd name="T6" fmla="*/ 26 w 27"/>
                <a:gd name="T7" fmla="*/ 13 h 25"/>
                <a:gd name="T8" fmla="*/ 24 w 27"/>
                <a:gd name="T9" fmla="*/ 7 h 25"/>
                <a:gd name="T10" fmla="*/ 22 w 27"/>
                <a:gd name="T11" fmla="*/ 7 h 25"/>
                <a:gd name="T12" fmla="*/ 21 w 27"/>
                <a:gd name="T13" fmla="*/ 7 h 25"/>
                <a:gd name="T14" fmla="*/ 15 w 27"/>
                <a:gd name="T15" fmla="*/ 13 h 25"/>
                <a:gd name="T16" fmla="*/ 13 w 27"/>
                <a:gd name="T17" fmla="*/ 11 h 25"/>
                <a:gd name="T18" fmla="*/ 17 w 27"/>
                <a:gd name="T19" fmla="*/ 4 h 25"/>
                <a:gd name="T20" fmla="*/ 17 w 27"/>
                <a:gd name="T21" fmla="*/ 1 h 25"/>
                <a:gd name="T22" fmla="*/ 12 w 27"/>
                <a:gd name="T23"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 h="25">
                  <a:moveTo>
                    <a:pt x="12" y="0"/>
                  </a:moveTo>
                  <a:cubicBezTo>
                    <a:pt x="5" y="0"/>
                    <a:pt x="0" y="6"/>
                    <a:pt x="1" y="13"/>
                  </a:cubicBezTo>
                  <a:cubicBezTo>
                    <a:pt x="2" y="20"/>
                    <a:pt x="8" y="25"/>
                    <a:pt x="15" y="25"/>
                  </a:cubicBezTo>
                  <a:cubicBezTo>
                    <a:pt x="22" y="25"/>
                    <a:pt x="27" y="20"/>
                    <a:pt x="26" y="13"/>
                  </a:cubicBezTo>
                  <a:cubicBezTo>
                    <a:pt x="26" y="10"/>
                    <a:pt x="25" y="8"/>
                    <a:pt x="24" y="7"/>
                  </a:cubicBezTo>
                  <a:cubicBezTo>
                    <a:pt x="23" y="7"/>
                    <a:pt x="22" y="7"/>
                    <a:pt x="22" y="7"/>
                  </a:cubicBezTo>
                  <a:cubicBezTo>
                    <a:pt x="21" y="7"/>
                    <a:pt x="21" y="7"/>
                    <a:pt x="21" y="7"/>
                  </a:cubicBezTo>
                  <a:cubicBezTo>
                    <a:pt x="15" y="13"/>
                    <a:pt x="15" y="13"/>
                    <a:pt x="15" y="13"/>
                  </a:cubicBezTo>
                  <a:cubicBezTo>
                    <a:pt x="13" y="11"/>
                    <a:pt x="13" y="11"/>
                    <a:pt x="13" y="11"/>
                  </a:cubicBezTo>
                  <a:cubicBezTo>
                    <a:pt x="17" y="4"/>
                    <a:pt x="17" y="4"/>
                    <a:pt x="17" y="4"/>
                  </a:cubicBezTo>
                  <a:cubicBezTo>
                    <a:pt x="17" y="3"/>
                    <a:pt x="17" y="2"/>
                    <a:pt x="17" y="1"/>
                  </a:cubicBezTo>
                  <a:cubicBezTo>
                    <a:pt x="16" y="0"/>
                    <a:pt x="14"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12"/>
            <p:cNvSpPr>
              <a:spLocks/>
            </p:cNvSpPr>
            <p:nvPr/>
          </p:nvSpPr>
          <p:spPr bwMode="auto">
            <a:xfrm>
              <a:off x="3563938" y="1192213"/>
              <a:ext cx="55563" cy="66675"/>
            </a:xfrm>
            <a:custGeom>
              <a:avLst/>
              <a:gdLst>
                <a:gd name="T0" fmla="*/ 11 w 15"/>
                <a:gd name="T1" fmla="*/ 0 h 18"/>
                <a:gd name="T2" fmla="*/ 5 w 15"/>
                <a:gd name="T3" fmla="*/ 8 h 18"/>
                <a:gd name="T4" fmla="*/ 4 w 15"/>
                <a:gd name="T5" fmla="*/ 11 h 18"/>
                <a:gd name="T6" fmla="*/ 0 w 15"/>
                <a:gd name="T7" fmla="*/ 18 h 18"/>
                <a:gd name="T8" fmla="*/ 0 w 15"/>
                <a:gd name="T9" fmla="*/ 18 h 18"/>
                <a:gd name="T10" fmla="*/ 6 w 15"/>
                <a:gd name="T11" fmla="*/ 12 h 18"/>
                <a:gd name="T12" fmla="*/ 7 w 15"/>
                <a:gd name="T13" fmla="*/ 12 h 18"/>
                <a:gd name="T14" fmla="*/ 9 w 15"/>
                <a:gd name="T15" fmla="*/ 11 h 18"/>
                <a:gd name="T16" fmla="*/ 15 w 15"/>
                <a:gd name="T17" fmla="*/ 3 h 18"/>
                <a:gd name="T18" fmla="*/ 11 w 15"/>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18">
                  <a:moveTo>
                    <a:pt x="11" y="0"/>
                  </a:moveTo>
                  <a:cubicBezTo>
                    <a:pt x="5" y="8"/>
                    <a:pt x="5" y="8"/>
                    <a:pt x="5" y="8"/>
                  </a:cubicBezTo>
                  <a:cubicBezTo>
                    <a:pt x="4" y="9"/>
                    <a:pt x="4" y="10"/>
                    <a:pt x="4" y="11"/>
                  </a:cubicBezTo>
                  <a:cubicBezTo>
                    <a:pt x="0" y="18"/>
                    <a:pt x="0" y="18"/>
                    <a:pt x="0" y="18"/>
                  </a:cubicBezTo>
                  <a:cubicBezTo>
                    <a:pt x="0" y="18"/>
                    <a:pt x="0" y="18"/>
                    <a:pt x="0" y="18"/>
                  </a:cubicBezTo>
                  <a:cubicBezTo>
                    <a:pt x="6" y="12"/>
                    <a:pt x="6" y="12"/>
                    <a:pt x="6" y="12"/>
                  </a:cubicBezTo>
                  <a:cubicBezTo>
                    <a:pt x="6" y="12"/>
                    <a:pt x="6" y="12"/>
                    <a:pt x="7" y="12"/>
                  </a:cubicBezTo>
                  <a:cubicBezTo>
                    <a:pt x="7" y="12"/>
                    <a:pt x="8" y="12"/>
                    <a:pt x="9" y="11"/>
                  </a:cubicBezTo>
                  <a:cubicBezTo>
                    <a:pt x="15" y="3"/>
                    <a:pt x="15" y="3"/>
                    <a:pt x="15" y="3"/>
                  </a:cubicBezTo>
                  <a:cubicBezTo>
                    <a:pt x="11" y="0"/>
                    <a:pt x="11"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76" name="组合 175"/>
          <p:cNvGrpSpPr/>
          <p:nvPr/>
        </p:nvGrpSpPr>
        <p:grpSpPr>
          <a:xfrm>
            <a:off x="2915374" y="4476548"/>
            <a:ext cx="475251" cy="559804"/>
            <a:chOff x="681038" y="1063626"/>
            <a:chExt cx="258763" cy="304800"/>
          </a:xfrm>
          <a:solidFill>
            <a:schemeClr val="bg1"/>
          </a:solidFill>
        </p:grpSpPr>
        <p:sp>
          <p:nvSpPr>
            <p:cNvPr id="177" name="Freeform 13"/>
            <p:cNvSpPr>
              <a:spLocks/>
            </p:cNvSpPr>
            <p:nvPr/>
          </p:nvSpPr>
          <p:spPr bwMode="auto">
            <a:xfrm>
              <a:off x="774700" y="1116013"/>
              <a:ext cx="82550" cy="101600"/>
            </a:xfrm>
            <a:custGeom>
              <a:avLst/>
              <a:gdLst>
                <a:gd name="T0" fmla="*/ 11 w 22"/>
                <a:gd name="T1" fmla="*/ 0 h 27"/>
                <a:gd name="T2" fmla="*/ 0 w 22"/>
                <a:gd name="T3" fmla="*/ 11 h 27"/>
                <a:gd name="T4" fmla="*/ 3 w 22"/>
                <a:gd name="T5" fmla="*/ 18 h 27"/>
                <a:gd name="T6" fmla="*/ 6 w 22"/>
                <a:gd name="T7" fmla="*/ 26 h 27"/>
                <a:gd name="T8" fmla="*/ 6 w 22"/>
                <a:gd name="T9" fmla="*/ 27 h 27"/>
                <a:gd name="T10" fmla="*/ 10 w 22"/>
                <a:gd name="T11" fmla="*/ 27 h 27"/>
                <a:gd name="T12" fmla="*/ 10 w 22"/>
                <a:gd name="T13" fmla="*/ 26 h 27"/>
                <a:gd name="T14" fmla="*/ 9 w 22"/>
                <a:gd name="T15" fmla="*/ 17 h 27"/>
                <a:gd name="T16" fmla="*/ 11 w 22"/>
                <a:gd name="T17" fmla="*/ 16 h 27"/>
                <a:gd name="T18" fmla="*/ 11 w 22"/>
                <a:gd name="T19" fmla="*/ 16 h 27"/>
                <a:gd name="T20" fmla="*/ 14 w 22"/>
                <a:gd name="T21" fmla="*/ 17 h 27"/>
                <a:gd name="T22" fmla="*/ 12 w 22"/>
                <a:gd name="T23" fmla="*/ 26 h 27"/>
                <a:gd name="T24" fmla="*/ 12 w 22"/>
                <a:gd name="T25" fmla="*/ 27 h 27"/>
                <a:gd name="T26" fmla="*/ 16 w 22"/>
                <a:gd name="T27" fmla="*/ 27 h 27"/>
                <a:gd name="T28" fmla="*/ 16 w 22"/>
                <a:gd name="T29" fmla="*/ 26 h 27"/>
                <a:gd name="T30" fmla="*/ 20 w 22"/>
                <a:gd name="T31" fmla="*/ 18 h 27"/>
                <a:gd name="T32" fmla="*/ 22 w 22"/>
                <a:gd name="T33" fmla="*/ 11 h 27"/>
                <a:gd name="T34" fmla="*/ 11 w 22"/>
                <a:gd name="T3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27">
                  <a:moveTo>
                    <a:pt x="11" y="0"/>
                  </a:moveTo>
                  <a:cubicBezTo>
                    <a:pt x="5" y="0"/>
                    <a:pt x="0" y="5"/>
                    <a:pt x="0" y="11"/>
                  </a:cubicBezTo>
                  <a:cubicBezTo>
                    <a:pt x="0" y="14"/>
                    <a:pt x="1" y="16"/>
                    <a:pt x="3" y="18"/>
                  </a:cubicBezTo>
                  <a:cubicBezTo>
                    <a:pt x="4" y="21"/>
                    <a:pt x="6" y="23"/>
                    <a:pt x="6" y="26"/>
                  </a:cubicBezTo>
                  <a:cubicBezTo>
                    <a:pt x="6" y="27"/>
                    <a:pt x="6" y="27"/>
                    <a:pt x="6" y="27"/>
                  </a:cubicBezTo>
                  <a:cubicBezTo>
                    <a:pt x="10" y="27"/>
                    <a:pt x="10" y="27"/>
                    <a:pt x="10" y="27"/>
                  </a:cubicBezTo>
                  <a:cubicBezTo>
                    <a:pt x="10" y="26"/>
                    <a:pt x="10" y="26"/>
                    <a:pt x="10" y="26"/>
                  </a:cubicBezTo>
                  <a:cubicBezTo>
                    <a:pt x="10" y="24"/>
                    <a:pt x="10" y="20"/>
                    <a:pt x="9" y="17"/>
                  </a:cubicBezTo>
                  <a:cubicBezTo>
                    <a:pt x="9" y="17"/>
                    <a:pt x="10" y="16"/>
                    <a:pt x="11" y="16"/>
                  </a:cubicBezTo>
                  <a:cubicBezTo>
                    <a:pt x="11" y="16"/>
                    <a:pt x="11" y="16"/>
                    <a:pt x="11" y="16"/>
                  </a:cubicBezTo>
                  <a:cubicBezTo>
                    <a:pt x="12" y="16"/>
                    <a:pt x="13" y="17"/>
                    <a:pt x="14" y="17"/>
                  </a:cubicBezTo>
                  <a:cubicBezTo>
                    <a:pt x="13" y="19"/>
                    <a:pt x="12" y="22"/>
                    <a:pt x="12" y="26"/>
                  </a:cubicBezTo>
                  <a:cubicBezTo>
                    <a:pt x="12" y="27"/>
                    <a:pt x="12" y="27"/>
                    <a:pt x="12" y="27"/>
                  </a:cubicBezTo>
                  <a:cubicBezTo>
                    <a:pt x="16" y="27"/>
                    <a:pt x="16" y="27"/>
                    <a:pt x="16" y="27"/>
                  </a:cubicBezTo>
                  <a:cubicBezTo>
                    <a:pt x="16" y="26"/>
                    <a:pt x="16" y="26"/>
                    <a:pt x="16" y="26"/>
                  </a:cubicBezTo>
                  <a:cubicBezTo>
                    <a:pt x="17" y="23"/>
                    <a:pt x="18" y="21"/>
                    <a:pt x="20" y="18"/>
                  </a:cubicBezTo>
                  <a:cubicBezTo>
                    <a:pt x="21" y="16"/>
                    <a:pt x="22" y="14"/>
                    <a:pt x="22" y="11"/>
                  </a:cubicBezTo>
                  <a:cubicBezTo>
                    <a:pt x="22" y="5"/>
                    <a:pt x="17"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14"/>
            <p:cNvSpPr>
              <a:spLocks noEditPoints="1"/>
            </p:cNvSpPr>
            <p:nvPr/>
          </p:nvSpPr>
          <p:spPr bwMode="auto">
            <a:xfrm>
              <a:off x="681038" y="1063626"/>
              <a:ext cx="258763" cy="304800"/>
            </a:xfrm>
            <a:custGeom>
              <a:avLst/>
              <a:gdLst>
                <a:gd name="T0" fmla="*/ 31 w 69"/>
                <a:gd name="T1" fmla="*/ 52 h 81"/>
                <a:gd name="T2" fmla="*/ 29 w 69"/>
                <a:gd name="T3" fmla="*/ 49 h 81"/>
                <a:gd name="T4" fmla="*/ 29 w 69"/>
                <a:gd name="T5" fmla="*/ 42 h 81"/>
                <a:gd name="T6" fmla="*/ 26 w 69"/>
                <a:gd name="T7" fmla="*/ 34 h 81"/>
                <a:gd name="T8" fmla="*/ 22 w 69"/>
                <a:gd name="T9" fmla="*/ 25 h 81"/>
                <a:gd name="T10" fmla="*/ 36 w 69"/>
                <a:gd name="T11" fmla="*/ 11 h 81"/>
                <a:gd name="T12" fmla="*/ 50 w 69"/>
                <a:gd name="T13" fmla="*/ 25 h 81"/>
                <a:gd name="T14" fmla="*/ 47 w 69"/>
                <a:gd name="T15" fmla="*/ 34 h 81"/>
                <a:gd name="T16" fmla="*/ 44 w 69"/>
                <a:gd name="T17" fmla="*/ 42 h 81"/>
                <a:gd name="T18" fmla="*/ 44 w 69"/>
                <a:gd name="T19" fmla="*/ 49 h 81"/>
                <a:gd name="T20" fmla="*/ 41 w 69"/>
                <a:gd name="T21" fmla="*/ 52 h 81"/>
                <a:gd name="T22" fmla="*/ 38 w 69"/>
                <a:gd name="T23" fmla="*/ 52 h 81"/>
                <a:gd name="T24" fmla="*/ 38 w 69"/>
                <a:gd name="T25" fmla="*/ 52 h 81"/>
                <a:gd name="T26" fmla="*/ 36 w 69"/>
                <a:gd name="T27" fmla="*/ 53 h 81"/>
                <a:gd name="T28" fmla="*/ 34 w 69"/>
                <a:gd name="T29" fmla="*/ 52 h 81"/>
                <a:gd name="T30" fmla="*/ 34 w 69"/>
                <a:gd name="T31" fmla="*/ 52 h 81"/>
                <a:gd name="T32" fmla="*/ 31 w 69"/>
                <a:gd name="T33" fmla="*/ 52 h 81"/>
                <a:gd name="T34" fmla="*/ 37 w 69"/>
                <a:gd name="T35" fmla="*/ 0 h 81"/>
                <a:gd name="T36" fmla="*/ 26 w 69"/>
                <a:gd name="T37" fmla="*/ 1 h 81"/>
                <a:gd name="T38" fmla="*/ 6 w 69"/>
                <a:gd name="T39" fmla="*/ 25 h 81"/>
                <a:gd name="T40" fmla="*/ 7 w 69"/>
                <a:gd name="T41" fmla="*/ 32 h 81"/>
                <a:gd name="T42" fmla="*/ 8 w 69"/>
                <a:gd name="T43" fmla="*/ 35 h 81"/>
                <a:gd name="T44" fmla="*/ 7 w 69"/>
                <a:gd name="T45" fmla="*/ 37 h 81"/>
                <a:gd name="T46" fmla="*/ 1 w 69"/>
                <a:gd name="T47" fmla="*/ 46 h 81"/>
                <a:gd name="T48" fmla="*/ 0 w 69"/>
                <a:gd name="T49" fmla="*/ 49 h 81"/>
                <a:gd name="T50" fmla="*/ 5 w 69"/>
                <a:gd name="T51" fmla="*/ 51 h 81"/>
                <a:gd name="T52" fmla="*/ 6 w 69"/>
                <a:gd name="T53" fmla="*/ 53 h 81"/>
                <a:gd name="T54" fmla="*/ 6 w 69"/>
                <a:gd name="T55" fmla="*/ 56 h 81"/>
                <a:gd name="T56" fmla="*/ 7 w 69"/>
                <a:gd name="T57" fmla="*/ 57 h 81"/>
                <a:gd name="T58" fmla="*/ 6 w 69"/>
                <a:gd name="T59" fmla="*/ 58 h 81"/>
                <a:gd name="T60" fmla="*/ 8 w 69"/>
                <a:gd name="T61" fmla="*/ 61 h 81"/>
                <a:gd name="T62" fmla="*/ 8 w 69"/>
                <a:gd name="T63" fmla="*/ 66 h 81"/>
                <a:gd name="T64" fmla="*/ 9 w 69"/>
                <a:gd name="T65" fmla="*/ 72 h 81"/>
                <a:gd name="T66" fmla="*/ 13 w 69"/>
                <a:gd name="T67" fmla="*/ 73 h 81"/>
                <a:gd name="T68" fmla="*/ 24 w 69"/>
                <a:gd name="T69" fmla="*/ 71 h 81"/>
                <a:gd name="T70" fmla="*/ 27 w 69"/>
                <a:gd name="T71" fmla="*/ 81 h 81"/>
                <a:gd name="T72" fmla="*/ 60 w 69"/>
                <a:gd name="T73" fmla="*/ 71 h 81"/>
                <a:gd name="T74" fmla="*/ 57 w 69"/>
                <a:gd name="T75" fmla="*/ 61 h 81"/>
                <a:gd name="T76" fmla="*/ 66 w 69"/>
                <a:gd name="T77" fmla="*/ 40 h 81"/>
                <a:gd name="T78" fmla="*/ 58 w 69"/>
                <a:gd name="T79" fmla="*/ 8 h 81"/>
                <a:gd name="T80" fmla="*/ 37 w 69"/>
                <a:gd name="T81"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9" h="81">
                  <a:moveTo>
                    <a:pt x="31" y="52"/>
                  </a:moveTo>
                  <a:cubicBezTo>
                    <a:pt x="30" y="52"/>
                    <a:pt x="29" y="51"/>
                    <a:pt x="29" y="49"/>
                  </a:cubicBezTo>
                  <a:cubicBezTo>
                    <a:pt x="29" y="42"/>
                    <a:pt x="29" y="42"/>
                    <a:pt x="29" y="42"/>
                  </a:cubicBezTo>
                  <a:cubicBezTo>
                    <a:pt x="29" y="39"/>
                    <a:pt x="28" y="37"/>
                    <a:pt x="26" y="34"/>
                  </a:cubicBezTo>
                  <a:cubicBezTo>
                    <a:pt x="24" y="31"/>
                    <a:pt x="22" y="28"/>
                    <a:pt x="22" y="25"/>
                  </a:cubicBezTo>
                  <a:cubicBezTo>
                    <a:pt x="22" y="18"/>
                    <a:pt x="29" y="11"/>
                    <a:pt x="36" y="11"/>
                  </a:cubicBezTo>
                  <a:cubicBezTo>
                    <a:pt x="44" y="11"/>
                    <a:pt x="50" y="18"/>
                    <a:pt x="50" y="25"/>
                  </a:cubicBezTo>
                  <a:cubicBezTo>
                    <a:pt x="50" y="28"/>
                    <a:pt x="49" y="31"/>
                    <a:pt x="47" y="34"/>
                  </a:cubicBezTo>
                  <a:cubicBezTo>
                    <a:pt x="45" y="37"/>
                    <a:pt x="44" y="39"/>
                    <a:pt x="44" y="42"/>
                  </a:cubicBezTo>
                  <a:cubicBezTo>
                    <a:pt x="44" y="49"/>
                    <a:pt x="44" y="49"/>
                    <a:pt x="44" y="49"/>
                  </a:cubicBezTo>
                  <a:cubicBezTo>
                    <a:pt x="43" y="51"/>
                    <a:pt x="42" y="52"/>
                    <a:pt x="41" y="52"/>
                  </a:cubicBezTo>
                  <a:cubicBezTo>
                    <a:pt x="38" y="52"/>
                    <a:pt x="38" y="52"/>
                    <a:pt x="38" y="52"/>
                  </a:cubicBezTo>
                  <a:cubicBezTo>
                    <a:pt x="38" y="52"/>
                    <a:pt x="38" y="52"/>
                    <a:pt x="38" y="52"/>
                  </a:cubicBezTo>
                  <a:cubicBezTo>
                    <a:pt x="38" y="53"/>
                    <a:pt x="37" y="53"/>
                    <a:pt x="36" y="53"/>
                  </a:cubicBezTo>
                  <a:cubicBezTo>
                    <a:pt x="35" y="53"/>
                    <a:pt x="35" y="53"/>
                    <a:pt x="34" y="52"/>
                  </a:cubicBezTo>
                  <a:cubicBezTo>
                    <a:pt x="34" y="52"/>
                    <a:pt x="34" y="52"/>
                    <a:pt x="34" y="52"/>
                  </a:cubicBezTo>
                  <a:cubicBezTo>
                    <a:pt x="31" y="52"/>
                    <a:pt x="31" y="52"/>
                    <a:pt x="31" y="52"/>
                  </a:cubicBezTo>
                  <a:moveTo>
                    <a:pt x="37" y="0"/>
                  </a:moveTo>
                  <a:cubicBezTo>
                    <a:pt x="34" y="0"/>
                    <a:pt x="30" y="0"/>
                    <a:pt x="26" y="1"/>
                  </a:cubicBezTo>
                  <a:cubicBezTo>
                    <a:pt x="17" y="4"/>
                    <a:pt x="8" y="11"/>
                    <a:pt x="6" y="25"/>
                  </a:cubicBezTo>
                  <a:cubicBezTo>
                    <a:pt x="6" y="29"/>
                    <a:pt x="6" y="31"/>
                    <a:pt x="7" y="32"/>
                  </a:cubicBezTo>
                  <a:cubicBezTo>
                    <a:pt x="7" y="33"/>
                    <a:pt x="8" y="34"/>
                    <a:pt x="8" y="35"/>
                  </a:cubicBezTo>
                  <a:cubicBezTo>
                    <a:pt x="8" y="36"/>
                    <a:pt x="8" y="36"/>
                    <a:pt x="7" y="37"/>
                  </a:cubicBezTo>
                  <a:cubicBezTo>
                    <a:pt x="1" y="46"/>
                    <a:pt x="1" y="46"/>
                    <a:pt x="1" y="46"/>
                  </a:cubicBezTo>
                  <a:cubicBezTo>
                    <a:pt x="0" y="47"/>
                    <a:pt x="0" y="48"/>
                    <a:pt x="0" y="49"/>
                  </a:cubicBezTo>
                  <a:cubicBezTo>
                    <a:pt x="2" y="50"/>
                    <a:pt x="5" y="50"/>
                    <a:pt x="5" y="51"/>
                  </a:cubicBezTo>
                  <a:cubicBezTo>
                    <a:pt x="6" y="51"/>
                    <a:pt x="7" y="52"/>
                    <a:pt x="6" y="53"/>
                  </a:cubicBezTo>
                  <a:cubicBezTo>
                    <a:pt x="6" y="54"/>
                    <a:pt x="5" y="56"/>
                    <a:pt x="6" y="56"/>
                  </a:cubicBezTo>
                  <a:cubicBezTo>
                    <a:pt x="7" y="57"/>
                    <a:pt x="7" y="57"/>
                    <a:pt x="7" y="57"/>
                  </a:cubicBezTo>
                  <a:cubicBezTo>
                    <a:pt x="7" y="57"/>
                    <a:pt x="7" y="57"/>
                    <a:pt x="6" y="58"/>
                  </a:cubicBezTo>
                  <a:cubicBezTo>
                    <a:pt x="6" y="59"/>
                    <a:pt x="6" y="60"/>
                    <a:pt x="8" y="61"/>
                  </a:cubicBezTo>
                  <a:cubicBezTo>
                    <a:pt x="8" y="61"/>
                    <a:pt x="9" y="63"/>
                    <a:pt x="8" y="66"/>
                  </a:cubicBezTo>
                  <a:cubicBezTo>
                    <a:pt x="8" y="68"/>
                    <a:pt x="7" y="71"/>
                    <a:pt x="9" y="72"/>
                  </a:cubicBezTo>
                  <a:cubicBezTo>
                    <a:pt x="10" y="73"/>
                    <a:pt x="11" y="73"/>
                    <a:pt x="13" y="73"/>
                  </a:cubicBezTo>
                  <a:cubicBezTo>
                    <a:pt x="16" y="73"/>
                    <a:pt x="21" y="72"/>
                    <a:pt x="24" y="71"/>
                  </a:cubicBezTo>
                  <a:cubicBezTo>
                    <a:pt x="24" y="71"/>
                    <a:pt x="25" y="74"/>
                    <a:pt x="27" y="81"/>
                  </a:cubicBezTo>
                  <a:cubicBezTo>
                    <a:pt x="60" y="71"/>
                    <a:pt x="60" y="71"/>
                    <a:pt x="60" y="71"/>
                  </a:cubicBezTo>
                  <a:cubicBezTo>
                    <a:pt x="58" y="66"/>
                    <a:pt x="58" y="63"/>
                    <a:pt x="57" y="61"/>
                  </a:cubicBezTo>
                  <a:cubicBezTo>
                    <a:pt x="57" y="57"/>
                    <a:pt x="64" y="49"/>
                    <a:pt x="66" y="40"/>
                  </a:cubicBezTo>
                  <a:cubicBezTo>
                    <a:pt x="69" y="30"/>
                    <a:pt x="69" y="17"/>
                    <a:pt x="58" y="8"/>
                  </a:cubicBezTo>
                  <a:cubicBezTo>
                    <a:pt x="52" y="3"/>
                    <a:pt x="45" y="0"/>
                    <a:pt x="3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79" name="组合 178"/>
          <p:cNvGrpSpPr/>
          <p:nvPr/>
        </p:nvGrpSpPr>
        <p:grpSpPr>
          <a:xfrm>
            <a:off x="5766532" y="5396066"/>
            <a:ext cx="658936" cy="539396"/>
            <a:chOff x="3378200" y="2670176"/>
            <a:chExt cx="358775" cy="293688"/>
          </a:xfrm>
          <a:solidFill>
            <a:schemeClr val="bg1"/>
          </a:solidFill>
        </p:grpSpPr>
        <p:sp>
          <p:nvSpPr>
            <p:cNvPr id="180" name="Freeform 18"/>
            <p:cNvSpPr>
              <a:spLocks/>
            </p:cNvSpPr>
            <p:nvPr/>
          </p:nvSpPr>
          <p:spPr bwMode="auto">
            <a:xfrm>
              <a:off x="3578225" y="2705101"/>
              <a:ext cx="158750" cy="258763"/>
            </a:xfrm>
            <a:custGeom>
              <a:avLst/>
              <a:gdLst>
                <a:gd name="T0" fmla="*/ 22 w 42"/>
                <a:gd name="T1" fmla="*/ 0 h 69"/>
                <a:gd name="T2" fmla="*/ 18 w 42"/>
                <a:gd name="T3" fmla="*/ 0 h 69"/>
                <a:gd name="T4" fmla="*/ 18 w 42"/>
                <a:gd name="T5" fmla="*/ 1 h 69"/>
                <a:gd name="T6" fmla="*/ 18 w 42"/>
                <a:gd name="T7" fmla="*/ 1 h 69"/>
                <a:gd name="T8" fmla="*/ 18 w 42"/>
                <a:gd name="T9" fmla="*/ 1 h 69"/>
                <a:gd name="T10" fmla="*/ 18 w 42"/>
                <a:gd name="T11" fmla="*/ 1 h 69"/>
                <a:gd name="T12" fmla="*/ 22 w 42"/>
                <a:gd name="T13" fmla="*/ 1 h 69"/>
                <a:gd name="T14" fmla="*/ 24 w 42"/>
                <a:gd name="T15" fmla="*/ 4 h 69"/>
                <a:gd name="T16" fmla="*/ 24 w 42"/>
                <a:gd name="T17" fmla="*/ 15 h 69"/>
                <a:gd name="T18" fmla="*/ 24 w 42"/>
                <a:gd name="T19" fmla="*/ 15 h 69"/>
                <a:gd name="T20" fmla="*/ 6 w 42"/>
                <a:gd name="T21" fmla="*/ 33 h 69"/>
                <a:gd name="T22" fmla="*/ 6 w 42"/>
                <a:gd name="T23" fmla="*/ 38 h 69"/>
                <a:gd name="T24" fmla="*/ 0 w 42"/>
                <a:gd name="T25" fmla="*/ 48 h 69"/>
                <a:gd name="T26" fmla="*/ 6 w 42"/>
                <a:gd name="T27" fmla="*/ 48 h 69"/>
                <a:gd name="T28" fmla="*/ 6 w 42"/>
                <a:gd name="T29" fmla="*/ 60 h 69"/>
                <a:gd name="T30" fmla="*/ 10 w 42"/>
                <a:gd name="T31" fmla="*/ 60 h 69"/>
                <a:gd name="T32" fmla="*/ 17 w 42"/>
                <a:gd name="T33" fmla="*/ 60 h 69"/>
                <a:gd name="T34" fmla="*/ 19 w 42"/>
                <a:gd name="T35" fmla="*/ 69 h 69"/>
                <a:gd name="T36" fmla="*/ 42 w 42"/>
                <a:gd name="T37" fmla="*/ 69 h 69"/>
                <a:gd name="T38" fmla="*/ 37 w 42"/>
                <a:gd name="T39" fmla="*/ 49 h 69"/>
                <a:gd name="T40" fmla="*/ 42 w 42"/>
                <a:gd name="T41" fmla="*/ 33 h 69"/>
                <a:gd name="T42" fmla="*/ 26 w 42"/>
                <a:gd name="T43" fmla="*/ 15 h 69"/>
                <a:gd name="T44" fmla="*/ 26 w 42"/>
                <a:gd name="T45" fmla="*/ 15 h 69"/>
                <a:gd name="T46" fmla="*/ 26 w 42"/>
                <a:gd name="T47" fmla="*/ 4 h 69"/>
                <a:gd name="T48" fmla="*/ 22 w 42"/>
                <a:gd name="T49"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 h="69">
                  <a:moveTo>
                    <a:pt x="22" y="0"/>
                  </a:moveTo>
                  <a:cubicBezTo>
                    <a:pt x="18" y="0"/>
                    <a:pt x="18" y="0"/>
                    <a:pt x="18" y="0"/>
                  </a:cubicBezTo>
                  <a:cubicBezTo>
                    <a:pt x="18" y="1"/>
                    <a:pt x="18" y="1"/>
                    <a:pt x="18" y="1"/>
                  </a:cubicBezTo>
                  <a:cubicBezTo>
                    <a:pt x="18" y="1"/>
                    <a:pt x="18" y="1"/>
                    <a:pt x="18" y="1"/>
                  </a:cubicBezTo>
                  <a:cubicBezTo>
                    <a:pt x="18" y="1"/>
                    <a:pt x="18" y="1"/>
                    <a:pt x="18" y="1"/>
                  </a:cubicBezTo>
                  <a:cubicBezTo>
                    <a:pt x="18" y="1"/>
                    <a:pt x="18" y="1"/>
                    <a:pt x="18" y="1"/>
                  </a:cubicBezTo>
                  <a:cubicBezTo>
                    <a:pt x="22" y="1"/>
                    <a:pt x="22" y="1"/>
                    <a:pt x="22" y="1"/>
                  </a:cubicBezTo>
                  <a:cubicBezTo>
                    <a:pt x="23" y="1"/>
                    <a:pt x="24" y="2"/>
                    <a:pt x="24" y="4"/>
                  </a:cubicBezTo>
                  <a:cubicBezTo>
                    <a:pt x="24" y="15"/>
                    <a:pt x="24" y="15"/>
                    <a:pt x="24" y="15"/>
                  </a:cubicBezTo>
                  <a:cubicBezTo>
                    <a:pt x="24" y="15"/>
                    <a:pt x="24" y="15"/>
                    <a:pt x="24" y="15"/>
                  </a:cubicBezTo>
                  <a:cubicBezTo>
                    <a:pt x="14" y="15"/>
                    <a:pt x="6" y="23"/>
                    <a:pt x="6" y="33"/>
                  </a:cubicBezTo>
                  <a:cubicBezTo>
                    <a:pt x="6" y="38"/>
                    <a:pt x="6" y="38"/>
                    <a:pt x="6" y="38"/>
                  </a:cubicBezTo>
                  <a:cubicBezTo>
                    <a:pt x="0" y="48"/>
                    <a:pt x="0" y="48"/>
                    <a:pt x="0" y="48"/>
                  </a:cubicBezTo>
                  <a:cubicBezTo>
                    <a:pt x="6" y="48"/>
                    <a:pt x="6" y="48"/>
                    <a:pt x="6" y="48"/>
                  </a:cubicBezTo>
                  <a:cubicBezTo>
                    <a:pt x="6" y="60"/>
                    <a:pt x="6" y="60"/>
                    <a:pt x="6" y="60"/>
                  </a:cubicBezTo>
                  <a:cubicBezTo>
                    <a:pt x="6" y="60"/>
                    <a:pt x="8" y="60"/>
                    <a:pt x="10" y="60"/>
                  </a:cubicBezTo>
                  <a:cubicBezTo>
                    <a:pt x="12" y="60"/>
                    <a:pt x="14" y="60"/>
                    <a:pt x="17" y="60"/>
                  </a:cubicBezTo>
                  <a:cubicBezTo>
                    <a:pt x="19" y="69"/>
                    <a:pt x="19" y="69"/>
                    <a:pt x="19" y="69"/>
                  </a:cubicBezTo>
                  <a:cubicBezTo>
                    <a:pt x="42" y="69"/>
                    <a:pt x="42" y="69"/>
                    <a:pt x="42" y="69"/>
                  </a:cubicBezTo>
                  <a:cubicBezTo>
                    <a:pt x="37" y="49"/>
                    <a:pt x="37" y="49"/>
                    <a:pt x="37" y="49"/>
                  </a:cubicBezTo>
                  <a:cubicBezTo>
                    <a:pt x="38" y="46"/>
                    <a:pt x="42" y="41"/>
                    <a:pt x="42" y="33"/>
                  </a:cubicBezTo>
                  <a:cubicBezTo>
                    <a:pt x="42" y="24"/>
                    <a:pt x="35" y="16"/>
                    <a:pt x="26" y="15"/>
                  </a:cubicBezTo>
                  <a:cubicBezTo>
                    <a:pt x="26" y="15"/>
                    <a:pt x="26" y="15"/>
                    <a:pt x="26" y="15"/>
                  </a:cubicBezTo>
                  <a:cubicBezTo>
                    <a:pt x="26" y="4"/>
                    <a:pt x="26" y="4"/>
                    <a:pt x="26" y="4"/>
                  </a:cubicBezTo>
                  <a:cubicBezTo>
                    <a:pt x="26" y="2"/>
                    <a:pt x="24" y="0"/>
                    <a:pt x="2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19"/>
            <p:cNvSpPr>
              <a:spLocks/>
            </p:cNvSpPr>
            <p:nvPr/>
          </p:nvSpPr>
          <p:spPr bwMode="auto">
            <a:xfrm>
              <a:off x="3378200" y="2705101"/>
              <a:ext cx="158750" cy="258763"/>
            </a:xfrm>
            <a:custGeom>
              <a:avLst/>
              <a:gdLst>
                <a:gd name="T0" fmla="*/ 24 w 42"/>
                <a:gd name="T1" fmla="*/ 0 h 69"/>
                <a:gd name="T2" fmla="*/ 21 w 42"/>
                <a:gd name="T3" fmla="*/ 0 h 69"/>
                <a:gd name="T4" fmla="*/ 17 w 42"/>
                <a:gd name="T5" fmla="*/ 4 h 69"/>
                <a:gd name="T6" fmla="*/ 17 w 42"/>
                <a:gd name="T7" fmla="*/ 15 h 69"/>
                <a:gd name="T8" fmla="*/ 17 w 42"/>
                <a:gd name="T9" fmla="*/ 15 h 69"/>
                <a:gd name="T10" fmla="*/ 0 w 42"/>
                <a:gd name="T11" fmla="*/ 33 h 69"/>
                <a:gd name="T12" fmla="*/ 6 w 42"/>
                <a:gd name="T13" fmla="*/ 49 h 69"/>
                <a:gd name="T14" fmla="*/ 0 w 42"/>
                <a:gd name="T15" fmla="*/ 69 h 69"/>
                <a:gd name="T16" fmla="*/ 24 w 42"/>
                <a:gd name="T17" fmla="*/ 69 h 69"/>
                <a:gd name="T18" fmla="*/ 26 w 42"/>
                <a:gd name="T19" fmla="*/ 60 h 69"/>
                <a:gd name="T20" fmla="*/ 32 w 42"/>
                <a:gd name="T21" fmla="*/ 60 h 69"/>
                <a:gd name="T22" fmla="*/ 37 w 42"/>
                <a:gd name="T23" fmla="*/ 60 h 69"/>
                <a:gd name="T24" fmla="*/ 37 w 42"/>
                <a:gd name="T25" fmla="*/ 48 h 69"/>
                <a:gd name="T26" fmla="*/ 42 w 42"/>
                <a:gd name="T27" fmla="*/ 48 h 69"/>
                <a:gd name="T28" fmla="*/ 37 w 42"/>
                <a:gd name="T29" fmla="*/ 38 h 69"/>
                <a:gd name="T30" fmla="*/ 37 w 42"/>
                <a:gd name="T31" fmla="*/ 33 h 69"/>
                <a:gd name="T32" fmla="*/ 18 w 42"/>
                <a:gd name="T33" fmla="*/ 15 h 69"/>
                <a:gd name="T34" fmla="*/ 18 w 42"/>
                <a:gd name="T35" fmla="*/ 4 h 69"/>
                <a:gd name="T36" fmla="*/ 21 w 42"/>
                <a:gd name="T37" fmla="*/ 1 h 69"/>
                <a:gd name="T38" fmla="*/ 24 w 42"/>
                <a:gd name="T39" fmla="*/ 1 h 69"/>
                <a:gd name="T40" fmla="*/ 24 w 42"/>
                <a:gd name="T41" fmla="*/ 1 h 69"/>
                <a:gd name="T42" fmla="*/ 24 w 42"/>
                <a:gd name="T4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 h="69">
                  <a:moveTo>
                    <a:pt x="24" y="0"/>
                  </a:moveTo>
                  <a:cubicBezTo>
                    <a:pt x="21" y="0"/>
                    <a:pt x="21" y="0"/>
                    <a:pt x="21" y="0"/>
                  </a:cubicBezTo>
                  <a:cubicBezTo>
                    <a:pt x="19" y="0"/>
                    <a:pt x="17" y="2"/>
                    <a:pt x="17" y="4"/>
                  </a:cubicBezTo>
                  <a:cubicBezTo>
                    <a:pt x="17" y="15"/>
                    <a:pt x="17" y="15"/>
                    <a:pt x="17" y="15"/>
                  </a:cubicBezTo>
                  <a:cubicBezTo>
                    <a:pt x="17" y="15"/>
                    <a:pt x="17" y="15"/>
                    <a:pt x="17" y="15"/>
                  </a:cubicBezTo>
                  <a:cubicBezTo>
                    <a:pt x="8" y="16"/>
                    <a:pt x="0" y="24"/>
                    <a:pt x="0" y="33"/>
                  </a:cubicBezTo>
                  <a:cubicBezTo>
                    <a:pt x="0" y="41"/>
                    <a:pt x="4" y="46"/>
                    <a:pt x="6" y="49"/>
                  </a:cubicBezTo>
                  <a:cubicBezTo>
                    <a:pt x="0" y="69"/>
                    <a:pt x="0" y="69"/>
                    <a:pt x="0" y="69"/>
                  </a:cubicBezTo>
                  <a:cubicBezTo>
                    <a:pt x="24" y="69"/>
                    <a:pt x="24" y="69"/>
                    <a:pt x="24" y="69"/>
                  </a:cubicBezTo>
                  <a:cubicBezTo>
                    <a:pt x="26" y="60"/>
                    <a:pt x="26" y="60"/>
                    <a:pt x="26" y="60"/>
                  </a:cubicBezTo>
                  <a:cubicBezTo>
                    <a:pt x="28" y="60"/>
                    <a:pt x="30" y="60"/>
                    <a:pt x="32" y="60"/>
                  </a:cubicBezTo>
                  <a:cubicBezTo>
                    <a:pt x="35" y="60"/>
                    <a:pt x="37" y="60"/>
                    <a:pt x="37" y="60"/>
                  </a:cubicBezTo>
                  <a:cubicBezTo>
                    <a:pt x="37" y="48"/>
                    <a:pt x="37" y="48"/>
                    <a:pt x="37" y="48"/>
                  </a:cubicBezTo>
                  <a:cubicBezTo>
                    <a:pt x="42" y="48"/>
                    <a:pt x="42" y="48"/>
                    <a:pt x="42" y="48"/>
                  </a:cubicBezTo>
                  <a:cubicBezTo>
                    <a:pt x="37" y="38"/>
                    <a:pt x="37" y="38"/>
                    <a:pt x="37" y="38"/>
                  </a:cubicBezTo>
                  <a:cubicBezTo>
                    <a:pt x="37" y="33"/>
                    <a:pt x="37" y="33"/>
                    <a:pt x="37" y="33"/>
                  </a:cubicBezTo>
                  <a:cubicBezTo>
                    <a:pt x="37" y="23"/>
                    <a:pt x="28" y="15"/>
                    <a:pt x="18" y="15"/>
                  </a:cubicBezTo>
                  <a:cubicBezTo>
                    <a:pt x="18" y="4"/>
                    <a:pt x="18" y="4"/>
                    <a:pt x="18" y="4"/>
                  </a:cubicBezTo>
                  <a:cubicBezTo>
                    <a:pt x="18" y="2"/>
                    <a:pt x="19" y="1"/>
                    <a:pt x="21" y="1"/>
                  </a:cubicBezTo>
                  <a:cubicBezTo>
                    <a:pt x="24" y="1"/>
                    <a:pt x="24" y="1"/>
                    <a:pt x="24" y="1"/>
                  </a:cubicBezTo>
                  <a:cubicBezTo>
                    <a:pt x="24" y="1"/>
                    <a:pt x="24" y="1"/>
                    <a:pt x="24" y="1"/>
                  </a:cubicBezTo>
                  <a:cubicBezTo>
                    <a:pt x="24" y="0"/>
                    <a:pt x="24" y="0"/>
                    <a:pt x="2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20"/>
            <p:cNvSpPr>
              <a:spLocks/>
            </p:cNvSpPr>
            <p:nvPr/>
          </p:nvSpPr>
          <p:spPr bwMode="auto">
            <a:xfrm>
              <a:off x="3552825" y="2670176"/>
              <a:ext cx="93663" cy="71438"/>
            </a:xfrm>
            <a:custGeom>
              <a:avLst/>
              <a:gdLst>
                <a:gd name="T0" fmla="*/ 16 w 25"/>
                <a:gd name="T1" fmla="*/ 0 h 19"/>
                <a:gd name="T2" fmla="*/ 8 w 25"/>
                <a:gd name="T3" fmla="*/ 0 h 19"/>
                <a:gd name="T4" fmla="*/ 8 w 25"/>
                <a:gd name="T5" fmla="*/ 3 h 19"/>
                <a:gd name="T6" fmla="*/ 1 w 25"/>
                <a:gd name="T7" fmla="*/ 3 h 19"/>
                <a:gd name="T8" fmla="*/ 0 w 25"/>
                <a:gd name="T9" fmla="*/ 5 h 19"/>
                <a:gd name="T10" fmla="*/ 1 w 25"/>
                <a:gd name="T11" fmla="*/ 6 h 19"/>
                <a:gd name="T12" fmla="*/ 8 w 25"/>
                <a:gd name="T13" fmla="*/ 6 h 19"/>
                <a:gd name="T14" fmla="*/ 8 w 25"/>
                <a:gd name="T15" fmla="*/ 13 h 19"/>
                <a:gd name="T16" fmla="*/ 1 w 25"/>
                <a:gd name="T17" fmla="*/ 13 h 19"/>
                <a:gd name="T18" fmla="*/ 0 w 25"/>
                <a:gd name="T19" fmla="*/ 14 h 19"/>
                <a:gd name="T20" fmla="*/ 1 w 25"/>
                <a:gd name="T21" fmla="*/ 16 h 19"/>
                <a:gd name="T22" fmla="*/ 8 w 25"/>
                <a:gd name="T23" fmla="*/ 16 h 19"/>
                <a:gd name="T24" fmla="*/ 8 w 25"/>
                <a:gd name="T25" fmla="*/ 19 h 19"/>
                <a:gd name="T26" fmla="*/ 16 w 25"/>
                <a:gd name="T27" fmla="*/ 19 h 19"/>
                <a:gd name="T28" fmla="*/ 25 w 25"/>
                <a:gd name="T29" fmla="*/ 10 h 19"/>
                <a:gd name="T30" fmla="*/ 25 w 25"/>
                <a:gd name="T31" fmla="*/ 10 h 19"/>
                <a:gd name="T32" fmla="*/ 25 w 25"/>
                <a:gd name="T33" fmla="*/ 10 h 19"/>
                <a:gd name="T34" fmla="*/ 16 w 25"/>
                <a:gd name="T3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 h="19">
                  <a:moveTo>
                    <a:pt x="16" y="0"/>
                  </a:moveTo>
                  <a:cubicBezTo>
                    <a:pt x="8" y="0"/>
                    <a:pt x="8" y="0"/>
                    <a:pt x="8" y="0"/>
                  </a:cubicBezTo>
                  <a:cubicBezTo>
                    <a:pt x="8" y="3"/>
                    <a:pt x="8" y="3"/>
                    <a:pt x="8" y="3"/>
                  </a:cubicBezTo>
                  <a:cubicBezTo>
                    <a:pt x="1" y="3"/>
                    <a:pt x="1" y="3"/>
                    <a:pt x="1" y="3"/>
                  </a:cubicBezTo>
                  <a:cubicBezTo>
                    <a:pt x="1" y="3"/>
                    <a:pt x="0" y="4"/>
                    <a:pt x="0" y="5"/>
                  </a:cubicBezTo>
                  <a:cubicBezTo>
                    <a:pt x="0" y="6"/>
                    <a:pt x="1" y="6"/>
                    <a:pt x="1" y="6"/>
                  </a:cubicBezTo>
                  <a:cubicBezTo>
                    <a:pt x="8" y="6"/>
                    <a:pt x="8" y="6"/>
                    <a:pt x="8" y="6"/>
                  </a:cubicBezTo>
                  <a:cubicBezTo>
                    <a:pt x="8" y="13"/>
                    <a:pt x="8" y="13"/>
                    <a:pt x="8" y="13"/>
                  </a:cubicBezTo>
                  <a:cubicBezTo>
                    <a:pt x="1" y="13"/>
                    <a:pt x="1" y="13"/>
                    <a:pt x="1" y="13"/>
                  </a:cubicBezTo>
                  <a:cubicBezTo>
                    <a:pt x="1" y="13"/>
                    <a:pt x="0" y="14"/>
                    <a:pt x="0" y="14"/>
                  </a:cubicBezTo>
                  <a:cubicBezTo>
                    <a:pt x="0" y="15"/>
                    <a:pt x="1" y="16"/>
                    <a:pt x="1" y="16"/>
                  </a:cubicBezTo>
                  <a:cubicBezTo>
                    <a:pt x="8" y="16"/>
                    <a:pt x="8" y="16"/>
                    <a:pt x="8" y="16"/>
                  </a:cubicBezTo>
                  <a:cubicBezTo>
                    <a:pt x="8" y="19"/>
                    <a:pt x="8" y="19"/>
                    <a:pt x="8" y="19"/>
                  </a:cubicBezTo>
                  <a:cubicBezTo>
                    <a:pt x="16" y="19"/>
                    <a:pt x="16" y="19"/>
                    <a:pt x="16" y="19"/>
                  </a:cubicBezTo>
                  <a:cubicBezTo>
                    <a:pt x="21" y="19"/>
                    <a:pt x="25" y="15"/>
                    <a:pt x="25" y="10"/>
                  </a:cubicBezTo>
                  <a:cubicBezTo>
                    <a:pt x="25" y="10"/>
                    <a:pt x="25" y="10"/>
                    <a:pt x="25" y="10"/>
                  </a:cubicBezTo>
                  <a:cubicBezTo>
                    <a:pt x="25" y="10"/>
                    <a:pt x="25" y="10"/>
                    <a:pt x="25" y="10"/>
                  </a:cubicBezTo>
                  <a:cubicBezTo>
                    <a:pt x="25" y="5"/>
                    <a:pt x="21" y="0"/>
                    <a:pt x="1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21"/>
            <p:cNvSpPr>
              <a:spLocks/>
            </p:cNvSpPr>
            <p:nvPr/>
          </p:nvSpPr>
          <p:spPr bwMode="auto">
            <a:xfrm>
              <a:off x="3468688" y="2670176"/>
              <a:ext cx="68263" cy="71438"/>
            </a:xfrm>
            <a:custGeom>
              <a:avLst/>
              <a:gdLst>
                <a:gd name="T0" fmla="*/ 18 w 18"/>
                <a:gd name="T1" fmla="*/ 0 h 19"/>
                <a:gd name="T2" fmla="*/ 10 w 18"/>
                <a:gd name="T3" fmla="*/ 0 h 19"/>
                <a:gd name="T4" fmla="*/ 0 w 18"/>
                <a:gd name="T5" fmla="*/ 10 h 19"/>
                <a:gd name="T6" fmla="*/ 10 w 18"/>
                <a:gd name="T7" fmla="*/ 19 h 19"/>
                <a:gd name="T8" fmla="*/ 18 w 18"/>
                <a:gd name="T9" fmla="*/ 19 h 19"/>
                <a:gd name="T10" fmla="*/ 18 w 18"/>
                <a:gd name="T11" fmla="*/ 0 h 19"/>
              </a:gdLst>
              <a:ahLst/>
              <a:cxnLst>
                <a:cxn ang="0">
                  <a:pos x="T0" y="T1"/>
                </a:cxn>
                <a:cxn ang="0">
                  <a:pos x="T2" y="T3"/>
                </a:cxn>
                <a:cxn ang="0">
                  <a:pos x="T4" y="T5"/>
                </a:cxn>
                <a:cxn ang="0">
                  <a:pos x="T6" y="T7"/>
                </a:cxn>
                <a:cxn ang="0">
                  <a:pos x="T8" y="T9"/>
                </a:cxn>
                <a:cxn ang="0">
                  <a:pos x="T10" y="T11"/>
                </a:cxn>
              </a:cxnLst>
              <a:rect l="0" t="0" r="r" b="b"/>
              <a:pathLst>
                <a:path w="18" h="19">
                  <a:moveTo>
                    <a:pt x="18" y="0"/>
                  </a:moveTo>
                  <a:cubicBezTo>
                    <a:pt x="10" y="0"/>
                    <a:pt x="10" y="0"/>
                    <a:pt x="10" y="0"/>
                  </a:cubicBezTo>
                  <a:cubicBezTo>
                    <a:pt x="4" y="0"/>
                    <a:pt x="0" y="5"/>
                    <a:pt x="0" y="10"/>
                  </a:cubicBezTo>
                  <a:cubicBezTo>
                    <a:pt x="0" y="15"/>
                    <a:pt x="4" y="19"/>
                    <a:pt x="10" y="19"/>
                  </a:cubicBezTo>
                  <a:cubicBezTo>
                    <a:pt x="18" y="19"/>
                    <a:pt x="18" y="19"/>
                    <a:pt x="18" y="19"/>
                  </a:cubicBezTo>
                  <a:cubicBezTo>
                    <a:pt x="18" y="0"/>
                    <a:pt x="18" y="0"/>
                    <a:pt x="1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84" name="组合 183"/>
          <p:cNvGrpSpPr/>
          <p:nvPr/>
        </p:nvGrpSpPr>
        <p:grpSpPr>
          <a:xfrm>
            <a:off x="8751534" y="4491364"/>
            <a:ext cx="691009" cy="600623"/>
            <a:chOff x="612775" y="2647951"/>
            <a:chExt cx="376238" cy="327025"/>
          </a:xfrm>
          <a:solidFill>
            <a:schemeClr val="bg1"/>
          </a:solidFill>
        </p:grpSpPr>
        <p:sp>
          <p:nvSpPr>
            <p:cNvPr id="185" name="Freeform 22"/>
            <p:cNvSpPr>
              <a:spLocks noEditPoints="1"/>
            </p:cNvSpPr>
            <p:nvPr/>
          </p:nvSpPr>
          <p:spPr bwMode="auto">
            <a:xfrm>
              <a:off x="612775" y="2727326"/>
              <a:ext cx="247650" cy="247650"/>
            </a:xfrm>
            <a:custGeom>
              <a:avLst/>
              <a:gdLst>
                <a:gd name="T0" fmla="*/ 33 w 66"/>
                <a:gd name="T1" fmla="*/ 46 h 66"/>
                <a:gd name="T2" fmla="*/ 21 w 66"/>
                <a:gd name="T3" fmla="*/ 33 h 66"/>
                <a:gd name="T4" fmla="*/ 33 w 66"/>
                <a:gd name="T5" fmla="*/ 21 h 66"/>
                <a:gd name="T6" fmla="*/ 45 w 66"/>
                <a:gd name="T7" fmla="*/ 33 h 66"/>
                <a:gd name="T8" fmla="*/ 33 w 66"/>
                <a:gd name="T9" fmla="*/ 46 h 66"/>
                <a:gd name="T10" fmla="*/ 36 w 66"/>
                <a:gd name="T11" fmla="*/ 0 h 66"/>
                <a:gd name="T12" fmla="*/ 30 w 66"/>
                <a:gd name="T13" fmla="*/ 0 h 66"/>
                <a:gd name="T14" fmla="*/ 28 w 66"/>
                <a:gd name="T15" fmla="*/ 3 h 66"/>
                <a:gd name="T16" fmla="*/ 28 w 66"/>
                <a:gd name="T17" fmla="*/ 8 h 66"/>
                <a:gd name="T18" fmla="*/ 18 w 66"/>
                <a:gd name="T19" fmla="*/ 12 h 66"/>
                <a:gd name="T20" fmla="*/ 15 w 66"/>
                <a:gd name="T21" fmla="*/ 8 h 66"/>
                <a:gd name="T22" fmla="*/ 13 w 66"/>
                <a:gd name="T23" fmla="*/ 7 h 66"/>
                <a:gd name="T24" fmla="*/ 12 w 66"/>
                <a:gd name="T25" fmla="*/ 8 h 66"/>
                <a:gd name="T26" fmla="*/ 7 w 66"/>
                <a:gd name="T27" fmla="*/ 12 h 66"/>
                <a:gd name="T28" fmla="*/ 8 w 66"/>
                <a:gd name="T29" fmla="*/ 15 h 66"/>
                <a:gd name="T30" fmla="*/ 11 w 66"/>
                <a:gd name="T31" fmla="*/ 19 h 66"/>
                <a:gd name="T32" fmla="*/ 7 w 66"/>
                <a:gd name="T33" fmla="*/ 28 h 66"/>
                <a:gd name="T34" fmla="*/ 2 w 66"/>
                <a:gd name="T35" fmla="*/ 28 h 66"/>
                <a:gd name="T36" fmla="*/ 0 w 66"/>
                <a:gd name="T37" fmla="*/ 30 h 66"/>
                <a:gd name="T38" fmla="*/ 0 w 66"/>
                <a:gd name="T39" fmla="*/ 37 h 66"/>
                <a:gd name="T40" fmla="*/ 2 w 66"/>
                <a:gd name="T41" fmla="*/ 38 h 66"/>
                <a:gd name="T42" fmla="*/ 7 w 66"/>
                <a:gd name="T43" fmla="*/ 38 h 66"/>
                <a:gd name="T44" fmla="*/ 11 w 66"/>
                <a:gd name="T45" fmla="*/ 48 h 66"/>
                <a:gd name="T46" fmla="*/ 8 w 66"/>
                <a:gd name="T47" fmla="*/ 52 h 66"/>
                <a:gd name="T48" fmla="*/ 7 w 66"/>
                <a:gd name="T49" fmla="*/ 54 h 66"/>
                <a:gd name="T50" fmla="*/ 12 w 66"/>
                <a:gd name="T51" fmla="*/ 59 h 66"/>
                <a:gd name="T52" fmla="*/ 13 w 66"/>
                <a:gd name="T53" fmla="*/ 60 h 66"/>
                <a:gd name="T54" fmla="*/ 15 w 66"/>
                <a:gd name="T55" fmla="*/ 59 h 66"/>
                <a:gd name="T56" fmla="*/ 18 w 66"/>
                <a:gd name="T57" fmla="*/ 55 h 66"/>
                <a:gd name="T58" fmla="*/ 28 w 66"/>
                <a:gd name="T59" fmla="*/ 59 h 66"/>
                <a:gd name="T60" fmla="*/ 28 w 66"/>
                <a:gd name="T61" fmla="*/ 64 h 66"/>
                <a:gd name="T62" fmla="*/ 30 w 66"/>
                <a:gd name="T63" fmla="*/ 66 h 66"/>
                <a:gd name="T64" fmla="*/ 36 w 66"/>
                <a:gd name="T65" fmla="*/ 66 h 66"/>
                <a:gd name="T66" fmla="*/ 38 w 66"/>
                <a:gd name="T67" fmla="*/ 64 h 66"/>
                <a:gd name="T68" fmla="*/ 38 w 66"/>
                <a:gd name="T69" fmla="*/ 59 h 66"/>
                <a:gd name="T70" fmla="*/ 48 w 66"/>
                <a:gd name="T71" fmla="*/ 55 h 66"/>
                <a:gd name="T72" fmla="*/ 51 w 66"/>
                <a:gd name="T73" fmla="*/ 59 h 66"/>
                <a:gd name="T74" fmla="*/ 53 w 66"/>
                <a:gd name="T75" fmla="*/ 60 h 66"/>
                <a:gd name="T76" fmla="*/ 54 w 66"/>
                <a:gd name="T77" fmla="*/ 59 h 66"/>
                <a:gd name="T78" fmla="*/ 59 w 66"/>
                <a:gd name="T79" fmla="*/ 54 h 66"/>
                <a:gd name="T80" fmla="*/ 58 w 66"/>
                <a:gd name="T81" fmla="*/ 52 h 66"/>
                <a:gd name="T82" fmla="*/ 55 w 66"/>
                <a:gd name="T83" fmla="*/ 48 h 66"/>
                <a:gd name="T84" fmla="*/ 59 w 66"/>
                <a:gd name="T85" fmla="*/ 38 h 66"/>
                <a:gd name="T86" fmla="*/ 64 w 66"/>
                <a:gd name="T87" fmla="*/ 38 h 66"/>
                <a:gd name="T88" fmla="*/ 66 w 66"/>
                <a:gd name="T89" fmla="*/ 37 h 66"/>
                <a:gd name="T90" fmla="*/ 66 w 66"/>
                <a:gd name="T91" fmla="*/ 30 h 66"/>
                <a:gd name="T92" fmla="*/ 64 w 66"/>
                <a:gd name="T93" fmla="*/ 28 h 66"/>
                <a:gd name="T94" fmla="*/ 59 w 66"/>
                <a:gd name="T95" fmla="*/ 28 h 66"/>
                <a:gd name="T96" fmla="*/ 55 w 66"/>
                <a:gd name="T97" fmla="*/ 19 h 66"/>
                <a:gd name="T98" fmla="*/ 58 w 66"/>
                <a:gd name="T99" fmla="*/ 15 h 66"/>
                <a:gd name="T100" fmla="*/ 59 w 66"/>
                <a:gd name="T101" fmla="*/ 12 h 66"/>
                <a:gd name="T102" fmla="*/ 54 w 66"/>
                <a:gd name="T103" fmla="*/ 8 h 66"/>
                <a:gd name="T104" fmla="*/ 53 w 66"/>
                <a:gd name="T105" fmla="*/ 7 h 66"/>
                <a:gd name="T106" fmla="*/ 51 w 66"/>
                <a:gd name="T107" fmla="*/ 8 h 66"/>
                <a:gd name="T108" fmla="*/ 48 w 66"/>
                <a:gd name="T109" fmla="*/ 12 h 66"/>
                <a:gd name="T110" fmla="*/ 38 w 66"/>
                <a:gd name="T111" fmla="*/ 8 h 66"/>
                <a:gd name="T112" fmla="*/ 38 w 66"/>
                <a:gd name="T113" fmla="*/ 3 h 66"/>
                <a:gd name="T114" fmla="*/ 36 w 66"/>
                <a:gd name="T115"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6" h="66">
                  <a:moveTo>
                    <a:pt x="33" y="46"/>
                  </a:moveTo>
                  <a:cubicBezTo>
                    <a:pt x="26" y="46"/>
                    <a:pt x="21" y="40"/>
                    <a:pt x="21" y="33"/>
                  </a:cubicBezTo>
                  <a:cubicBezTo>
                    <a:pt x="21" y="27"/>
                    <a:pt x="26" y="21"/>
                    <a:pt x="33" y="21"/>
                  </a:cubicBezTo>
                  <a:cubicBezTo>
                    <a:pt x="40" y="21"/>
                    <a:pt x="45" y="27"/>
                    <a:pt x="45" y="33"/>
                  </a:cubicBezTo>
                  <a:cubicBezTo>
                    <a:pt x="45" y="40"/>
                    <a:pt x="40" y="46"/>
                    <a:pt x="33" y="46"/>
                  </a:cubicBezTo>
                  <a:moveTo>
                    <a:pt x="36" y="0"/>
                  </a:moveTo>
                  <a:cubicBezTo>
                    <a:pt x="30" y="0"/>
                    <a:pt x="30" y="0"/>
                    <a:pt x="30" y="0"/>
                  </a:cubicBezTo>
                  <a:cubicBezTo>
                    <a:pt x="29" y="0"/>
                    <a:pt x="28" y="1"/>
                    <a:pt x="28" y="3"/>
                  </a:cubicBezTo>
                  <a:cubicBezTo>
                    <a:pt x="28" y="8"/>
                    <a:pt x="28" y="8"/>
                    <a:pt x="28" y="8"/>
                  </a:cubicBezTo>
                  <a:cubicBezTo>
                    <a:pt x="25" y="8"/>
                    <a:pt x="21" y="10"/>
                    <a:pt x="18" y="12"/>
                  </a:cubicBezTo>
                  <a:cubicBezTo>
                    <a:pt x="15" y="8"/>
                    <a:pt x="15" y="8"/>
                    <a:pt x="15" y="8"/>
                  </a:cubicBezTo>
                  <a:cubicBezTo>
                    <a:pt x="14" y="8"/>
                    <a:pt x="14" y="7"/>
                    <a:pt x="13" y="7"/>
                  </a:cubicBezTo>
                  <a:cubicBezTo>
                    <a:pt x="13" y="7"/>
                    <a:pt x="12" y="7"/>
                    <a:pt x="12" y="8"/>
                  </a:cubicBezTo>
                  <a:cubicBezTo>
                    <a:pt x="7" y="12"/>
                    <a:pt x="7" y="12"/>
                    <a:pt x="7" y="12"/>
                  </a:cubicBezTo>
                  <a:cubicBezTo>
                    <a:pt x="7" y="13"/>
                    <a:pt x="7" y="14"/>
                    <a:pt x="8" y="15"/>
                  </a:cubicBezTo>
                  <a:cubicBezTo>
                    <a:pt x="11" y="19"/>
                    <a:pt x="11" y="19"/>
                    <a:pt x="11" y="19"/>
                  </a:cubicBezTo>
                  <a:cubicBezTo>
                    <a:pt x="9" y="22"/>
                    <a:pt x="8" y="25"/>
                    <a:pt x="7" y="28"/>
                  </a:cubicBezTo>
                  <a:cubicBezTo>
                    <a:pt x="2" y="28"/>
                    <a:pt x="2" y="28"/>
                    <a:pt x="2" y="28"/>
                  </a:cubicBezTo>
                  <a:cubicBezTo>
                    <a:pt x="1" y="28"/>
                    <a:pt x="0" y="29"/>
                    <a:pt x="0" y="30"/>
                  </a:cubicBezTo>
                  <a:cubicBezTo>
                    <a:pt x="0" y="37"/>
                    <a:pt x="0" y="37"/>
                    <a:pt x="0" y="37"/>
                  </a:cubicBezTo>
                  <a:cubicBezTo>
                    <a:pt x="0" y="38"/>
                    <a:pt x="1" y="38"/>
                    <a:pt x="2" y="38"/>
                  </a:cubicBezTo>
                  <a:cubicBezTo>
                    <a:pt x="7" y="38"/>
                    <a:pt x="7" y="38"/>
                    <a:pt x="7" y="38"/>
                  </a:cubicBezTo>
                  <a:cubicBezTo>
                    <a:pt x="8" y="42"/>
                    <a:pt x="9" y="45"/>
                    <a:pt x="11" y="48"/>
                  </a:cubicBezTo>
                  <a:cubicBezTo>
                    <a:pt x="8" y="52"/>
                    <a:pt x="8" y="52"/>
                    <a:pt x="8" y="52"/>
                  </a:cubicBezTo>
                  <a:cubicBezTo>
                    <a:pt x="7" y="53"/>
                    <a:pt x="7" y="54"/>
                    <a:pt x="7" y="54"/>
                  </a:cubicBezTo>
                  <a:cubicBezTo>
                    <a:pt x="12" y="59"/>
                    <a:pt x="12" y="59"/>
                    <a:pt x="12" y="59"/>
                  </a:cubicBezTo>
                  <a:cubicBezTo>
                    <a:pt x="12" y="59"/>
                    <a:pt x="13" y="60"/>
                    <a:pt x="13" y="60"/>
                  </a:cubicBezTo>
                  <a:cubicBezTo>
                    <a:pt x="14" y="60"/>
                    <a:pt x="14" y="59"/>
                    <a:pt x="15" y="59"/>
                  </a:cubicBezTo>
                  <a:cubicBezTo>
                    <a:pt x="18" y="55"/>
                    <a:pt x="18" y="55"/>
                    <a:pt x="18" y="55"/>
                  </a:cubicBezTo>
                  <a:cubicBezTo>
                    <a:pt x="21" y="57"/>
                    <a:pt x="25" y="58"/>
                    <a:pt x="28" y="59"/>
                  </a:cubicBezTo>
                  <a:cubicBezTo>
                    <a:pt x="28" y="64"/>
                    <a:pt x="28" y="64"/>
                    <a:pt x="28" y="64"/>
                  </a:cubicBezTo>
                  <a:cubicBezTo>
                    <a:pt x="28" y="65"/>
                    <a:pt x="29" y="66"/>
                    <a:pt x="30" y="66"/>
                  </a:cubicBezTo>
                  <a:cubicBezTo>
                    <a:pt x="36" y="66"/>
                    <a:pt x="36" y="66"/>
                    <a:pt x="36" y="66"/>
                  </a:cubicBezTo>
                  <a:cubicBezTo>
                    <a:pt x="37" y="66"/>
                    <a:pt x="38" y="65"/>
                    <a:pt x="38" y="64"/>
                  </a:cubicBezTo>
                  <a:cubicBezTo>
                    <a:pt x="38" y="59"/>
                    <a:pt x="38" y="59"/>
                    <a:pt x="38" y="59"/>
                  </a:cubicBezTo>
                  <a:cubicBezTo>
                    <a:pt x="42" y="58"/>
                    <a:pt x="45" y="57"/>
                    <a:pt x="48" y="55"/>
                  </a:cubicBezTo>
                  <a:cubicBezTo>
                    <a:pt x="51" y="59"/>
                    <a:pt x="51" y="59"/>
                    <a:pt x="51" y="59"/>
                  </a:cubicBezTo>
                  <a:cubicBezTo>
                    <a:pt x="52" y="59"/>
                    <a:pt x="52" y="60"/>
                    <a:pt x="53" y="60"/>
                  </a:cubicBezTo>
                  <a:cubicBezTo>
                    <a:pt x="53" y="60"/>
                    <a:pt x="54" y="59"/>
                    <a:pt x="54" y="59"/>
                  </a:cubicBezTo>
                  <a:cubicBezTo>
                    <a:pt x="59" y="54"/>
                    <a:pt x="59" y="54"/>
                    <a:pt x="59" y="54"/>
                  </a:cubicBezTo>
                  <a:cubicBezTo>
                    <a:pt x="59" y="54"/>
                    <a:pt x="59" y="53"/>
                    <a:pt x="58" y="52"/>
                  </a:cubicBezTo>
                  <a:cubicBezTo>
                    <a:pt x="55" y="48"/>
                    <a:pt x="55" y="48"/>
                    <a:pt x="55" y="48"/>
                  </a:cubicBezTo>
                  <a:cubicBezTo>
                    <a:pt x="57" y="45"/>
                    <a:pt x="58" y="42"/>
                    <a:pt x="59" y="38"/>
                  </a:cubicBezTo>
                  <a:cubicBezTo>
                    <a:pt x="64" y="38"/>
                    <a:pt x="64" y="38"/>
                    <a:pt x="64" y="38"/>
                  </a:cubicBezTo>
                  <a:cubicBezTo>
                    <a:pt x="65" y="38"/>
                    <a:pt x="66" y="38"/>
                    <a:pt x="66" y="37"/>
                  </a:cubicBezTo>
                  <a:cubicBezTo>
                    <a:pt x="66" y="30"/>
                    <a:pt x="66" y="30"/>
                    <a:pt x="66" y="30"/>
                  </a:cubicBezTo>
                  <a:cubicBezTo>
                    <a:pt x="66" y="29"/>
                    <a:pt x="65" y="28"/>
                    <a:pt x="64" y="28"/>
                  </a:cubicBezTo>
                  <a:cubicBezTo>
                    <a:pt x="59" y="28"/>
                    <a:pt x="59" y="28"/>
                    <a:pt x="59" y="28"/>
                  </a:cubicBezTo>
                  <a:cubicBezTo>
                    <a:pt x="58" y="25"/>
                    <a:pt x="57" y="22"/>
                    <a:pt x="55" y="19"/>
                  </a:cubicBezTo>
                  <a:cubicBezTo>
                    <a:pt x="58" y="15"/>
                    <a:pt x="58" y="15"/>
                    <a:pt x="58" y="15"/>
                  </a:cubicBezTo>
                  <a:cubicBezTo>
                    <a:pt x="59" y="14"/>
                    <a:pt x="59" y="13"/>
                    <a:pt x="59" y="12"/>
                  </a:cubicBezTo>
                  <a:cubicBezTo>
                    <a:pt x="54" y="8"/>
                    <a:pt x="54" y="8"/>
                    <a:pt x="54" y="8"/>
                  </a:cubicBezTo>
                  <a:cubicBezTo>
                    <a:pt x="54" y="7"/>
                    <a:pt x="53" y="7"/>
                    <a:pt x="53" y="7"/>
                  </a:cubicBezTo>
                  <a:cubicBezTo>
                    <a:pt x="52" y="7"/>
                    <a:pt x="52" y="8"/>
                    <a:pt x="51" y="8"/>
                  </a:cubicBezTo>
                  <a:cubicBezTo>
                    <a:pt x="48" y="12"/>
                    <a:pt x="48" y="12"/>
                    <a:pt x="48" y="12"/>
                  </a:cubicBezTo>
                  <a:cubicBezTo>
                    <a:pt x="45" y="10"/>
                    <a:pt x="42" y="8"/>
                    <a:pt x="38" y="8"/>
                  </a:cubicBezTo>
                  <a:cubicBezTo>
                    <a:pt x="38" y="3"/>
                    <a:pt x="38" y="3"/>
                    <a:pt x="38" y="3"/>
                  </a:cubicBezTo>
                  <a:cubicBezTo>
                    <a:pt x="38" y="1"/>
                    <a:pt x="37" y="0"/>
                    <a:pt x="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23"/>
            <p:cNvSpPr>
              <a:spLocks noEditPoints="1"/>
            </p:cNvSpPr>
            <p:nvPr/>
          </p:nvSpPr>
          <p:spPr bwMode="auto">
            <a:xfrm>
              <a:off x="808038" y="2647951"/>
              <a:ext cx="180975" cy="180975"/>
            </a:xfrm>
            <a:custGeom>
              <a:avLst/>
              <a:gdLst>
                <a:gd name="T0" fmla="*/ 24 w 48"/>
                <a:gd name="T1" fmla="*/ 33 h 48"/>
                <a:gd name="T2" fmla="*/ 15 w 48"/>
                <a:gd name="T3" fmla="*/ 24 h 48"/>
                <a:gd name="T4" fmla="*/ 24 w 48"/>
                <a:gd name="T5" fmla="*/ 15 h 48"/>
                <a:gd name="T6" fmla="*/ 33 w 48"/>
                <a:gd name="T7" fmla="*/ 24 h 48"/>
                <a:gd name="T8" fmla="*/ 24 w 48"/>
                <a:gd name="T9" fmla="*/ 33 h 48"/>
                <a:gd name="T10" fmla="*/ 26 w 48"/>
                <a:gd name="T11" fmla="*/ 0 h 48"/>
                <a:gd name="T12" fmla="*/ 22 w 48"/>
                <a:gd name="T13" fmla="*/ 0 h 48"/>
                <a:gd name="T14" fmla="*/ 20 w 48"/>
                <a:gd name="T15" fmla="*/ 2 h 48"/>
                <a:gd name="T16" fmla="*/ 20 w 48"/>
                <a:gd name="T17" fmla="*/ 5 h 48"/>
                <a:gd name="T18" fmla="*/ 14 w 48"/>
                <a:gd name="T19" fmla="*/ 8 h 48"/>
                <a:gd name="T20" fmla="*/ 11 w 48"/>
                <a:gd name="T21" fmla="*/ 6 h 48"/>
                <a:gd name="T22" fmla="*/ 10 w 48"/>
                <a:gd name="T23" fmla="*/ 5 h 48"/>
                <a:gd name="T24" fmla="*/ 9 w 48"/>
                <a:gd name="T25" fmla="*/ 5 h 48"/>
                <a:gd name="T26" fmla="*/ 5 w 48"/>
                <a:gd name="T27" fmla="*/ 9 h 48"/>
                <a:gd name="T28" fmla="*/ 6 w 48"/>
                <a:gd name="T29" fmla="*/ 11 h 48"/>
                <a:gd name="T30" fmla="*/ 8 w 48"/>
                <a:gd name="T31" fmla="*/ 13 h 48"/>
                <a:gd name="T32" fmla="*/ 5 w 48"/>
                <a:gd name="T33" fmla="*/ 20 h 48"/>
                <a:gd name="T34" fmla="*/ 2 w 48"/>
                <a:gd name="T35" fmla="*/ 20 h 48"/>
                <a:gd name="T36" fmla="*/ 0 w 48"/>
                <a:gd name="T37" fmla="*/ 22 h 48"/>
                <a:gd name="T38" fmla="*/ 0 w 48"/>
                <a:gd name="T39" fmla="*/ 26 h 48"/>
                <a:gd name="T40" fmla="*/ 2 w 48"/>
                <a:gd name="T41" fmla="*/ 28 h 48"/>
                <a:gd name="T42" fmla="*/ 5 w 48"/>
                <a:gd name="T43" fmla="*/ 28 h 48"/>
                <a:gd name="T44" fmla="*/ 8 w 48"/>
                <a:gd name="T45" fmla="*/ 35 h 48"/>
                <a:gd name="T46" fmla="*/ 6 w 48"/>
                <a:gd name="T47" fmla="*/ 37 h 48"/>
                <a:gd name="T48" fmla="*/ 5 w 48"/>
                <a:gd name="T49" fmla="*/ 39 h 48"/>
                <a:gd name="T50" fmla="*/ 9 w 48"/>
                <a:gd name="T51" fmla="*/ 43 h 48"/>
                <a:gd name="T52" fmla="*/ 10 w 48"/>
                <a:gd name="T53" fmla="*/ 43 h 48"/>
                <a:gd name="T54" fmla="*/ 11 w 48"/>
                <a:gd name="T55" fmla="*/ 42 h 48"/>
                <a:gd name="T56" fmla="*/ 14 w 48"/>
                <a:gd name="T57" fmla="*/ 40 h 48"/>
                <a:gd name="T58" fmla="*/ 20 w 48"/>
                <a:gd name="T59" fmla="*/ 43 h 48"/>
                <a:gd name="T60" fmla="*/ 20 w 48"/>
                <a:gd name="T61" fmla="*/ 46 h 48"/>
                <a:gd name="T62" fmla="*/ 22 w 48"/>
                <a:gd name="T63" fmla="*/ 48 h 48"/>
                <a:gd name="T64" fmla="*/ 26 w 48"/>
                <a:gd name="T65" fmla="*/ 48 h 48"/>
                <a:gd name="T66" fmla="*/ 28 w 48"/>
                <a:gd name="T67" fmla="*/ 46 h 48"/>
                <a:gd name="T68" fmla="*/ 28 w 48"/>
                <a:gd name="T69" fmla="*/ 43 h 48"/>
                <a:gd name="T70" fmla="*/ 35 w 48"/>
                <a:gd name="T71" fmla="*/ 40 h 48"/>
                <a:gd name="T72" fmla="*/ 37 w 48"/>
                <a:gd name="T73" fmla="*/ 42 h 48"/>
                <a:gd name="T74" fmla="*/ 39 w 48"/>
                <a:gd name="T75" fmla="*/ 43 h 48"/>
                <a:gd name="T76" fmla="*/ 39 w 48"/>
                <a:gd name="T77" fmla="*/ 43 h 48"/>
                <a:gd name="T78" fmla="*/ 43 w 48"/>
                <a:gd name="T79" fmla="*/ 39 h 48"/>
                <a:gd name="T80" fmla="*/ 42 w 48"/>
                <a:gd name="T81" fmla="*/ 37 h 48"/>
                <a:gd name="T82" fmla="*/ 40 w 48"/>
                <a:gd name="T83" fmla="*/ 35 h 48"/>
                <a:gd name="T84" fmla="*/ 43 w 48"/>
                <a:gd name="T85" fmla="*/ 28 h 48"/>
                <a:gd name="T86" fmla="*/ 46 w 48"/>
                <a:gd name="T87" fmla="*/ 28 h 48"/>
                <a:gd name="T88" fmla="*/ 48 w 48"/>
                <a:gd name="T89" fmla="*/ 26 h 48"/>
                <a:gd name="T90" fmla="*/ 48 w 48"/>
                <a:gd name="T91" fmla="*/ 22 h 48"/>
                <a:gd name="T92" fmla="*/ 46 w 48"/>
                <a:gd name="T93" fmla="*/ 20 h 48"/>
                <a:gd name="T94" fmla="*/ 43 w 48"/>
                <a:gd name="T95" fmla="*/ 20 h 48"/>
                <a:gd name="T96" fmla="*/ 40 w 48"/>
                <a:gd name="T97" fmla="*/ 13 h 48"/>
                <a:gd name="T98" fmla="*/ 42 w 48"/>
                <a:gd name="T99" fmla="*/ 11 h 48"/>
                <a:gd name="T100" fmla="*/ 43 w 48"/>
                <a:gd name="T101" fmla="*/ 9 h 48"/>
                <a:gd name="T102" fmla="*/ 39 w 48"/>
                <a:gd name="T103" fmla="*/ 5 h 48"/>
                <a:gd name="T104" fmla="*/ 39 w 48"/>
                <a:gd name="T105" fmla="*/ 5 h 48"/>
                <a:gd name="T106" fmla="*/ 37 w 48"/>
                <a:gd name="T107" fmla="*/ 6 h 48"/>
                <a:gd name="T108" fmla="*/ 35 w 48"/>
                <a:gd name="T109" fmla="*/ 8 h 48"/>
                <a:gd name="T110" fmla="*/ 28 w 48"/>
                <a:gd name="T111" fmla="*/ 5 h 48"/>
                <a:gd name="T112" fmla="*/ 28 w 48"/>
                <a:gd name="T113" fmla="*/ 2 h 48"/>
                <a:gd name="T114" fmla="*/ 26 w 48"/>
                <a:gd name="T11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8" h="48">
                  <a:moveTo>
                    <a:pt x="24" y="33"/>
                  </a:moveTo>
                  <a:cubicBezTo>
                    <a:pt x="19" y="33"/>
                    <a:pt x="15" y="29"/>
                    <a:pt x="15" y="24"/>
                  </a:cubicBezTo>
                  <a:cubicBezTo>
                    <a:pt x="15" y="19"/>
                    <a:pt x="19" y="15"/>
                    <a:pt x="24" y="15"/>
                  </a:cubicBezTo>
                  <a:cubicBezTo>
                    <a:pt x="29" y="15"/>
                    <a:pt x="33" y="19"/>
                    <a:pt x="33" y="24"/>
                  </a:cubicBezTo>
                  <a:cubicBezTo>
                    <a:pt x="33" y="29"/>
                    <a:pt x="29" y="33"/>
                    <a:pt x="24" y="33"/>
                  </a:cubicBezTo>
                  <a:moveTo>
                    <a:pt x="26" y="0"/>
                  </a:moveTo>
                  <a:cubicBezTo>
                    <a:pt x="22" y="0"/>
                    <a:pt x="22" y="0"/>
                    <a:pt x="22" y="0"/>
                  </a:cubicBezTo>
                  <a:cubicBezTo>
                    <a:pt x="21" y="0"/>
                    <a:pt x="20" y="1"/>
                    <a:pt x="20" y="2"/>
                  </a:cubicBezTo>
                  <a:cubicBezTo>
                    <a:pt x="20" y="5"/>
                    <a:pt x="20" y="5"/>
                    <a:pt x="20" y="5"/>
                  </a:cubicBezTo>
                  <a:cubicBezTo>
                    <a:pt x="18" y="6"/>
                    <a:pt x="16" y="7"/>
                    <a:pt x="14" y="8"/>
                  </a:cubicBezTo>
                  <a:cubicBezTo>
                    <a:pt x="11" y="6"/>
                    <a:pt x="11" y="6"/>
                    <a:pt x="11" y="6"/>
                  </a:cubicBezTo>
                  <a:cubicBezTo>
                    <a:pt x="11" y="5"/>
                    <a:pt x="10" y="5"/>
                    <a:pt x="10" y="5"/>
                  </a:cubicBezTo>
                  <a:cubicBezTo>
                    <a:pt x="9" y="5"/>
                    <a:pt x="9" y="5"/>
                    <a:pt x="9" y="5"/>
                  </a:cubicBezTo>
                  <a:cubicBezTo>
                    <a:pt x="5" y="9"/>
                    <a:pt x="5" y="9"/>
                    <a:pt x="5" y="9"/>
                  </a:cubicBezTo>
                  <a:cubicBezTo>
                    <a:pt x="5" y="9"/>
                    <a:pt x="5" y="10"/>
                    <a:pt x="6" y="11"/>
                  </a:cubicBezTo>
                  <a:cubicBezTo>
                    <a:pt x="8" y="13"/>
                    <a:pt x="8" y="13"/>
                    <a:pt x="8" y="13"/>
                  </a:cubicBezTo>
                  <a:cubicBezTo>
                    <a:pt x="7" y="15"/>
                    <a:pt x="6" y="18"/>
                    <a:pt x="5" y="20"/>
                  </a:cubicBezTo>
                  <a:cubicBezTo>
                    <a:pt x="2" y="20"/>
                    <a:pt x="2" y="20"/>
                    <a:pt x="2" y="20"/>
                  </a:cubicBezTo>
                  <a:cubicBezTo>
                    <a:pt x="1" y="20"/>
                    <a:pt x="0" y="21"/>
                    <a:pt x="0" y="22"/>
                  </a:cubicBezTo>
                  <a:cubicBezTo>
                    <a:pt x="0" y="26"/>
                    <a:pt x="0" y="26"/>
                    <a:pt x="0" y="26"/>
                  </a:cubicBezTo>
                  <a:cubicBezTo>
                    <a:pt x="0" y="27"/>
                    <a:pt x="1" y="28"/>
                    <a:pt x="2" y="28"/>
                  </a:cubicBezTo>
                  <a:cubicBezTo>
                    <a:pt x="5" y="28"/>
                    <a:pt x="5" y="28"/>
                    <a:pt x="5" y="28"/>
                  </a:cubicBezTo>
                  <a:cubicBezTo>
                    <a:pt x="6" y="30"/>
                    <a:pt x="7" y="32"/>
                    <a:pt x="8" y="35"/>
                  </a:cubicBezTo>
                  <a:cubicBezTo>
                    <a:pt x="6" y="37"/>
                    <a:pt x="6" y="37"/>
                    <a:pt x="6" y="37"/>
                  </a:cubicBezTo>
                  <a:cubicBezTo>
                    <a:pt x="5" y="38"/>
                    <a:pt x="5" y="39"/>
                    <a:pt x="5" y="39"/>
                  </a:cubicBezTo>
                  <a:cubicBezTo>
                    <a:pt x="9" y="43"/>
                    <a:pt x="9" y="43"/>
                    <a:pt x="9" y="43"/>
                  </a:cubicBezTo>
                  <a:cubicBezTo>
                    <a:pt x="9" y="43"/>
                    <a:pt x="9" y="43"/>
                    <a:pt x="10" y="43"/>
                  </a:cubicBezTo>
                  <a:cubicBezTo>
                    <a:pt x="10" y="43"/>
                    <a:pt x="11" y="43"/>
                    <a:pt x="11" y="42"/>
                  </a:cubicBezTo>
                  <a:cubicBezTo>
                    <a:pt x="14" y="40"/>
                    <a:pt x="14" y="40"/>
                    <a:pt x="14" y="40"/>
                  </a:cubicBezTo>
                  <a:cubicBezTo>
                    <a:pt x="16" y="41"/>
                    <a:pt x="18" y="42"/>
                    <a:pt x="20" y="43"/>
                  </a:cubicBezTo>
                  <a:cubicBezTo>
                    <a:pt x="20" y="46"/>
                    <a:pt x="20" y="46"/>
                    <a:pt x="20" y="46"/>
                  </a:cubicBezTo>
                  <a:cubicBezTo>
                    <a:pt x="20" y="47"/>
                    <a:pt x="21" y="48"/>
                    <a:pt x="22" y="48"/>
                  </a:cubicBezTo>
                  <a:cubicBezTo>
                    <a:pt x="26" y="48"/>
                    <a:pt x="26" y="48"/>
                    <a:pt x="26" y="48"/>
                  </a:cubicBezTo>
                  <a:cubicBezTo>
                    <a:pt x="27" y="48"/>
                    <a:pt x="28" y="47"/>
                    <a:pt x="28" y="46"/>
                  </a:cubicBezTo>
                  <a:cubicBezTo>
                    <a:pt x="28" y="43"/>
                    <a:pt x="28" y="43"/>
                    <a:pt x="28" y="43"/>
                  </a:cubicBezTo>
                  <a:cubicBezTo>
                    <a:pt x="30" y="42"/>
                    <a:pt x="33" y="41"/>
                    <a:pt x="35" y="40"/>
                  </a:cubicBezTo>
                  <a:cubicBezTo>
                    <a:pt x="37" y="42"/>
                    <a:pt x="37" y="42"/>
                    <a:pt x="37" y="42"/>
                  </a:cubicBezTo>
                  <a:cubicBezTo>
                    <a:pt x="38" y="43"/>
                    <a:pt x="38" y="43"/>
                    <a:pt x="39" y="43"/>
                  </a:cubicBezTo>
                  <a:cubicBezTo>
                    <a:pt x="39" y="43"/>
                    <a:pt x="39" y="43"/>
                    <a:pt x="39" y="43"/>
                  </a:cubicBezTo>
                  <a:cubicBezTo>
                    <a:pt x="43" y="39"/>
                    <a:pt x="43" y="39"/>
                    <a:pt x="43" y="39"/>
                  </a:cubicBezTo>
                  <a:cubicBezTo>
                    <a:pt x="43" y="39"/>
                    <a:pt x="43" y="38"/>
                    <a:pt x="42" y="37"/>
                  </a:cubicBezTo>
                  <a:cubicBezTo>
                    <a:pt x="40" y="35"/>
                    <a:pt x="40" y="35"/>
                    <a:pt x="40" y="35"/>
                  </a:cubicBezTo>
                  <a:cubicBezTo>
                    <a:pt x="41" y="32"/>
                    <a:pt x="42" y="30"/>
                    <a:pt x="43" y="28"/>
                  </a:cubicBezTo>
                  <a:cubicBezTo>
                    <a:pt x="46" y="28"/>
                    <a:pt x="46" y="28"/>
                    <a:pt x="46" y="28"/>
                  </a:cubicBezTo>
                  <a:cubicBezTo>
                    <a:pt x="47" y="28"/>
                    <a:pt x="48" y="27"/>
                    <a:pt x="48" y="26"/>
                  </a:cubicBezTo>
                  <a:cubicBezTo>
                    <a:pt x="48" y="22"/>
                    <a:pt x="48" y="22"/>
                    <a:pt x="48" y="22"/>
                  </a:cubicBezTo>
                  <a:cubicBezTo>
                    <a:pt x="48" y="21"/>
                    <a:pt x="47" y="20"/>
                    <a:pt x="46" y="20"/>
                  </a:cubicBezTo>
                  <a:cubicBezTo>
                    <a:pt x="43" y="20"/>
                    <a:pt x="43" y="20"/>
                    <a:pt x="43" y="20"/>
                  </a:cubicBezTo>
                  <a:cubicBezTo>
                    <a:pt x="42" y="18"/>
                    <a:pt x="41" y="15"/>
                    <a:pt x="40" y="13"/>
                  </a:cubicBezTo>
                  <a:cubicBezTo>
                    <a:pt x="42" y="11"/>
                    <a:pt x="42" y="11"/>
                    <a:pt x="42" y="11"/>
                  </a:cubicBezTo>
                  <a:cubicBezTo>
                    <a:pt x="43" y="10"/>
                    <a:pt x="43" y="9"/>
                    <a:pt x="43" y="9"/>
                  </a:cubicBezTo>
                  <a:cubicBezTo>
                    <a:pt x="39" y="5"/>
                    <a:pt x="39" y="5"/>
                    <a:pt x="39" y="5"/>
                  </a:cubicBezTo>
                  <a:cubicBezTo>
                    <a:pt x="39" y="5"/>
                    <a:pt x="39" y="5"/>
                    <a:pt x="39" y="5"/>
                  </a:cubicBezTo>
                  <a:cubicBezTo>
                    <a:pt x="38" y="5"/>
                    <a:pt x="38" y="5"/>
                    <a:pt x="37" y="6"/>
                  </a:cubicBezTo>
                  <a:cubicBezTo>
                    <a:pt x="35" y="8"/>
                    <a:pt x="35" y="8"/>
                    <a:pt x="35" y="8"/>
                  </a:cubicBezTo>
                  <a:cubicBezTo>
                    <a:pt x="33" y="7"/>
                    <a:pt x="30" y="6"/>
                    <a:pt x="28" y="5"/>
                  </a:cubicBezTo>
                  <a:cubicBezTo>
                    <a:pt x="28" y="2"/>
                    <a:pt x="28" y="2"/>
                    <a:pt x="28" y="2"/>
                  </a:cubicBezTo>
                  <a:cubicBezTo>
                    <a:pt x="28" y="1"/>
                    <a:pt x="27" y="0"/>
                    <a:pt x="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62" name="椭圆 161"/>
          <p:cNvSpPr/>
          <p:nvPr/>
        </p:nvSpPr>
        <p:spPr>
          <a:xfrm>
            <a:off x="2622308" y="1452856"/>
            <a:ext cx="998545" cy="998544"/>
          </a:xfrm>
          <a:prstGeom prst="ellipse">
            <a:avLst/>
          </a:prstGeom>
          <a:gradFill flip="none" rotWithShape="1">
            <a:gsLst>
              <a:gs pos="100000">
                <a:srgbClr val="FFFFFF">
                  <a:lumMod val="100000"/>
                </a:srgbClr>
              </a:gs>
              <a:gs pos="0">
                <a:srgbClr val="D9D9DA"/>
              </a:gs>
            </a:gsLst>
            <a:lin ang="2700000" scaled="1"/>
            <a:tileRect/>
          </a:gradFill>
          <a:ln w="19050" cap="flat" cmpd="sng" algn="ctr">
            <a:gradFill flip="none" rotWithShape="1">
              <a:gsLst>
                <a:gs pos="100000">
                  <a:srgbClr val="FFFFFF"/>
                </a:gs>
                <a:gs pos="0">
                  <a:srgbClr val="D9D9DA"/>
                </a:gs>
              </a:gsLst>
              <a:lin ang="13500000" scaled="1"/>
              <a:tileRect/>
            </a:gradFill>
            <a:prstDash val="solid"/>
            <a:miter lim="800000"/>
          </a:ln>
          <a:effectLst>
            <a:outerShdw blurRad="279400" dist="165100" dir="2700000" algn="t" rotWithShape="0">
              <a:prstClr val="black">
                <a:alpha val="35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163" name="椭圆 162"/>
          <p:cNvSpPr/>
          <p:nvPr/>
        </p:nvSpPr>
        <p:spPr>
          <a:xfrm>
            <a:off x="4123303" y="1952128"/>
            <a:ext cx="998545" cy="998544"/>
          </a:xfrm>
          <a:prstGeom prst="ellipse">
            <a:avLst/>
          </a:prstGeom>
          <a:gradFill flip="none" rotWithShape="1">
            <a:gsLst>
              <a:gs pos="100000">
                <a:srgbClr val="FFFFFF">
                  <a:lumMod val="100000"/>
                </a:srgbClr>
              </a:gs>
              <a:gs pos="0">
                <a:srgbClr val="D9D9DA"/>
              </a:gs>
            </a:gsLst>
            <a:lin ang="2700000" scaled="1"/>
            <a:tileRect/>
          </a:gradFill>
          <a:ln w="19050" cap="flat" cmpd="sng" algn="ctr">
            <a:gradFill flip="none" rotWithShape="1">
              <a:gsLst>
                <a:gs pos="100000">
                  <a:srgbClr val="FFFFFF"/>
                </a:gs>
                <a:gs pos="0">
                  <a:srgbClr val="D9D9DA"/>
                </a:gs>
              </a:gsLst>
              <a:lin ang="13500000" scaled="1"/>
              <a:tileRect/>
            </a:gradFill>
            <a:prstDash val="solid"/>
            <a:miter lim="800000"/>
          </a:ln>
          <a:effectLst>
            <a:outerShdw blurRad="279400" dist="165100" dir="2700000" algn="t" rotWithShape="0">
              <a:prstClr val="black">
                <a:alpha val="35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164" name="椭圆 163"/>
          <p:cNvSpPr/>
          <p:nvPr/>
        </p:nvSpPr>
        <p:spPr>
          <a:xfrm>
            <a:off x="8534155" y="1452856"/>
            <a:ext cx="998545" cy="998544"/>
          </a:xfrm>
          <a:prstGeom prst="ellipse">
            <a:avLst/>
          </a:prstGeom>
          <a:gradFill flip="none" rotWithShape="1">
            <a:gsLst>
              <a:gs pos="100000">
                <a:srgbClr val="FFFFFF">
                  <a:lumMod val="100000"/>
                </a:srgbClr>
              </a:gs>
              <a:gs pos="0">
                <a:srgbClr val="D9D9DA"/>
              </a:gs>
            </a:gsLst>
            <a:lin ang="2700000" scaled="1"/>
            <a:tileRect/>
          </a:gradFill>
          <a:ln w="19050" cap="flat" cmpd="sng" algn="ctr">
            <a:gradFill flip="none" rotWithShape="1">
              <a:gsLst>
                <a:gs pos="100000">
                  <a:srgbClr val="FFFFFF"/>
                </a:gs>
                <a:gs pos="0">
                  <a:srgbClr val="D9D9DA"/>
                </a:gs>
              </a:gsLst>
              <a:lin ang="13500000" scaled="1"/>
              <a:tileRect/>
            </a:gradFill>
            <a:prstDash val="solid"/>
            <a:miter lim="800000"/>
          </a:ln>
          <a:effectLst>
            <a:outerShdw blurRad="279400" dist="165100" dir="2700000" algn="t" rotWithShape="0">
              <a:prstClr val="black">
                <a:alpha val="35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165" name="椭圆 164"/>
          <p:cNvSpPr/>
          <p:nvPr/>
        </p:nvSpPr>
        <p:spPr>
          <a:xfrm>
            <a:off x="7070153" y="1952128"/>
            <a:ext cx="998545" cy="998544"/>
          </a:xfrm>
          <a:prstGeom prst="ellipse">
            <a:avLst/>
          </a:prstGeom>
          <a:gradFill flip="none" rotWithShape="1">
            <a:gsLst>
              <a:gs pos="100000">
                <a:srgbClr val="FFFFFF">
                  <a:lumMod val="100000"/>
                </a:srgbClr>
              </a:gs>
              <a:gs pos="0">
                <a:srgbClr val="D9D9DA"/>
              </a:gs>
            </a:gsLst>
            <a:lin ang="2700000" scaled="1"/>
            <a:tileRect/>
          </a:gradFill>
          <a:ln w="19050" cap="flat" cmpd="sng" algn="ctr">
            <a:gradFill flip="none" rotWithShape="1">
              <a:gsLst>
                <a:gs pos="100000">
                  <a:srgbClr val="FFFFFF"/>
                </a:gs>
                <a:gs pos="0">
                  <a:srgbClr val="D9D9DA"/>
                </a:gs>
              </a:gsLst>
              <a:lin ang="13500000" scaled="1"/>
              <a:tileRect/>
            </a:gradFill>
            <a:prstDash val="solid"/>
            <a:miter lim="800000"/>
          </a:ln>
          <a:effectLst>
            <a:outerShdw blurRad="279400" dist="165100" dir="2700000" algn="t" rotWithShape="0">
              <a:prstClr val="black">
                <a:alpha val="35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187" name="椭圆 186"/>
          <p:cNvSpPr/>
          <p:nvPr/>
        </p:nvSpPr>
        <p:spPr>
          <a:xfrm>
            <a:off x="5592717" y="2428378"/>
            <a:ext cx="998545" cy="998544"/>
          </a:xfrm>
          <a:prstGeom prst="ellipse">
            <a:avLst/>
          </a:prstGeom>
          <a:gradFill flip="none" rotWithShape="1">
            <a:gsLst>
              <a:gs pos="100000">
                <a:srgbClr val="FFFFFF">
                  <a:lumMod val="100000"/>
                </a:srgbClr>
              </a:gs>
              <a:gs pos="0">
                <a:srgbClr val="D9D9DA"/>
              </a:gs>
            </a:gsLst>
            <a:lin ang="2700000" scaled="1"/>
            <a:tileRect/>
          </a:gradFill>
          <a:ln w="19050" cap="flat" cmpd="sng" algn="ctr">
            <a:gradFill flip="none" rotWithShape="1">
              <a:gsLst>
                <a:gs pos="100000">
                  <a:srgbClr val="FFFFFF"/>
                </a:gs>
                <a:gs pos="0">
                  <a:srgbClr val="D9D9DA"/>
                </a:gs>
              </a:gsLst>
              <a:lin ang="13500000" scaled="1"/>
              <a:tileRect/>
            </a:gradFill>
            <a:prstDash val="solid"/>
            <a:miter lim="800000"/>
          </a:ln>
          <a:effectLst>
            <a:outerShdw blurRad="279400" dist="165100" dir="2700000" algn="t" rotWithShape="0">
              <a:prstClr val="black">
                <a:alpha val="35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48" name="矩形 39"/>
          <p:cNvSpPr/>
          <p:nvPr/>
        </p:nvSpPr>
        <p:spPr>
          <a:xfrm>
            <a:off x="0" y="203088"/>
            <a:ext cx="2492990" cy="523220"/>
          </a:xfrm>
          <a:prstGeom prst="rect">
            <a:avLst/>
          </a:prstGeom>
          <a:noFill/>
        </p:spPr>
        <p:txBody>
          <a:bodyPr wrap="none" rtlCol="0">
            <a:spAutoFit/>
          </a:bodyPr>
          <a:lstStyle/>
          <a:p>
            <a:r>
              <a:rPr lang="zh-CN" altLang="en-US" sz="2800" b="1" dirty="0">
                <a:solidFill>
                  <a:schemeClr val="tx1">
                    <a:lumMod val="65000"/>
                    <a:lumOff val="35000"/>
                  </a:schemeClr>
                </a:solidFill>
              </a:rPr>
              <a:t>五项递进</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并列</a:t>
            </a:r>
            <a:endParaRPr lang="zh-CN" altLang="zh-CN" sz="2800" b="1" dirty="0">
              <a:solidFill>
                <a:schemeClr val="tx1">
                  <a:lumMod val="65000"/>
                  <a:lumOff val="35000"/>
                </a:schemeClr>
              </a:solidFill>
            </a:endParaRPr>
          </a:p>
        </p:txBody>
      </p:sp>
      <p:sp>
        <p:nvSpPr>
          <p:cNvPr id="50" name="文本框 49"/>
          <p:cNvSpPr txBox="1"/>
          <p:nvPr/>
        </p:nvSpPr>
        <p:spPr>
          <a:xfrm>
            <a:off x="2815360" y="1552798"/>
            <a:ext cx="607859" cy="892552"/>
          </a:xfrm>
          <a:prstGeom prst="rect">
            <a:avLst/>
          </a:prstGeom>
          <a:noFill/>
        </p:spPr>
        <p:txBody>
          <a:bodyPr wrap="none" rtlCol="0">
            <a:spAutoFit/>
          </a:bodyPr>
          <a:lstStyle/>
          <a:p>
            <a:pPr algn="ctr"/>
            <a:r>
              <a:rPr lang="en-US" altLang="zh-CN" sz="1600" dirty="0">
                <a:solidFill>
                  <a:schemeClr val="tx1">
                    <a:lumMod val="65000"/>
                    <a:lumOff val="35000"/>
                  </a:schemeClr>
                </a:solidFill>
              </a:rPr>
              <a:t>STEP</a:t>
            </a:r>
          </a:p>
          <a:p>
            <a:pPr algn="ctr"/>
            <a:r>
              <a:rPr lang="en-US" altLang="zh-CN" sz="3600" dirty="0">
                <a:solidFill>
                  <a:schemeClr val="tx1">
                    <a:lumMod val="65000"/>
                    <a:lumOff val="35000"/>
                  </a:schemeClr>
                </a:solidFill>
                <a:latin typeface="Impact" panose="020B0806030902050204" pitchFamily="34" charset="0"/>
              </a:rPr>
              <a:t>01</a:t>
            </a:r>
            <a:endParaRPr lang="zh-CN" altLang="en-US" sz="3600" dirty="0">
              <a:solidFill>
                <a:schemeClr val="tx1">
                  <a:lumMod val="65000"/>
                  <a:lumOff val="35000"/>
                </a:schemeClr>
              </a:solidFill>
              <a:latin typeface="Impact" panose="020B0806030902050204" pitchFamily="34" charset="0"/>
            </a:endParaRPr>
          </a:p>
        </p:txBody>
      </p:sp>
      <p:sp>
        <p:nvSpPr>
          <p:cNvPr id="51" name="文本框 50"/>
          <p:cNvSpPr txBox="1"/>
          <p:nvPr/>
        </p:nvSpPr>
        <p:spPr>
          <a:xfrm>
            <a:off x="4306275" y="2041328"/>
            <a:ext cx="663963" cy="892552"/>
          </a:xfrm>
          <a:prstGeom prst="rect">
            <a:avLst/>
          </a:prstGeom>
          <a:noFill/>
        </p:spPr>
        <p:txBody>
          <a:bodyPr wrap="none" rtlCol="0">
            <a:spAutoFit/>
          </a:bodyPr>
          <a:lstStyle/>
          <a:p>
            <a:pPr algn="ctr"/>
            <a:r>
              <a:rPr lang="en-US" altLang="zh-CN" sz="1600" dirty="0">
                <a:solidFill>
                  <a:schemeClr val="tx1">
                    <a:lumMod val="65000"/>
                    <a:lumOff val="35000"/>
                  </a:schemeClr>
                </a:solidFill>
              </a:rPr>
              <a:t>STEP</a:t>
            </a:r>
          </a:p>
          <a:p>
            <a:pPr algn="ctr"/>
            <a:r>
              <a:rPr lang="en-US" altLang="zh-CN" sz="3600" dirty="0">
                <a:solidFill>
                  <a:schemeClr val="tx1">
                    <a:lumMod val="65000"/>
                    <a:lumOff val="35000"/>
                  </a:schemeClr>
                </a:solidFill>
                <a:latin typeface="Impact" panose="020B0806030902050204" pitchFamily="34" charset="0"/>
              </a:rPr>
              <a:t>02</a:t>
            </a:r>
            <a:endParaRPr lang="zh-CN" altLang="en-US" sz="3600" dirty="0">
              <a:solidFill>
                <a:schemeClr val="tx1">
                  <a:lumMod val="65000"/>
                  <a:lumOff val="35000"/>
                </a:schemeClr>
              </a:solidFill>
              <a:latin typeface="Impact" panose="020B0806030902050204" pitchFamily="34" charset="0"/>
            </a:endParaRPr>
          </a:p>
        </p:txBody>
      </p:sp>
      <p:sp>
        <p:nvSpPr>
          <p:cNvPr id="52" name="文本框 51"/>
          <p:cNvSpPr txBox="1"/>
          <p:nvPr/>
        </p:nvSpPr>
        <p:spPr>
          <a:xfrm>
            <a:off x="7229671" y="2061819"/>
            <a:ext cx="662361" cy="892552"/>
          </a:xfrm>
          <a:prstGeom prst="rect">
            <a:avLst/>
          </a:prstGeom>
          <a:noFill/>
        </p:spPr>
        <p:txBody>
          <a:bodyPr wrap="none" rtlCol="0">
            <a:spAutoFit/>
          </a:bodyPr>
          <a:lstStyle/>
          <a:p>
            <a:pPr algn="ctr"/>
            <a:r>
              <a:rPr lang="en-US" altLang="zh-CN" sz="1600" dirty="0">
                <a:solidFill>
                  <a:schemeClr val="tx1">
                    <a:lumMod val="65000"/>
                    <a:lumOff val="35000"/>
                  </a:schemeClr>
                </a:solidFill>
              </a:rPr>
              <a:t>STEP</a:t>
            </a:r>
          </a:p>
          <a:p>
            <a:pPr algn="ctr"/>
            <a:r>
              <a:rPr lang="en-US" altLang="zh-CN" sz="3600" dirty="0">
                <a:solidFill>
                  <a:schemeClr val="tx1">
                    <a:lumMod val="65000"/>
                    <a:lumOff val="35000"/>
                  </a:schemeClr>
                </a:solidFill>
                <a:latin typeface="Impact" panose="020B0806030902050204" pitchFamily="34" charset="0"/>
              </a:rPr>
              <a:t>04</a:t>
            </a:r>
            <a:endParaRPr lang="zh-CN" altLang="en-US" sz="3600" dirty="0">
              <a:solidFill>
                <a:schemeClr val="tx1">
                  <a:lumMod val="65000"/>
                  <a:lumOff val="35000"/>
                </a:schemeClr>
              </a:solidFill>
              <a:latin typeface="Impact" panose="020B0806030902050204" pitchFamily="34" charset="0"/>
            </a:endParaRPr>
          </a:p>
        </p:txBody>
      </p:sp>
      <p:sp>
        <p:nvSpPr>
          <p:cNvPr id="53" name="文本框 52"/>
          <p:cNvSpPr txBox="1"/>
          <p:nvPr/>
        </p:nvSpPr>
        <p:spPr>
          <a:xfrm>
            <a:off x="5776656" y="2534370"/>
            <a:ext cx="676787" cy="892552"/>
          </a:xfrm>
          <a:prstGeom prst="rect">
            <a:avLst/>
          </a:prstGeom>
          <a:noFill/>
        </p:spPr>
        <p:txBody>
          <a:bodyPr wrap="none" rtlCol="0">
            <a:spAutoFit/>
          </a:bodyPr>
          <a:lstStyle/>
          <a:p>
            <a:pPr algn="ctr"/>
            <a:r>
              <a:rPr lang="en-US" altLang="zh-CN" sz="1600" dirty="0">
                <a:solidFill>
                  <a:schemeClr val="tx1">
                    <a:lumMod val="65000"/>
                    <a:lumOff val="35000"/>
                  </a:schemeClr>
                </a:solidFill>
              </a:rPr>
              <a:t>STEP</a:t>
            </a:r>
          </a:p>
          <a:p>
            <a:pPr algn="ctr"/>
            <a:r>
              <a:rPr lang="en-US" altLang="zh-CN" sz="3600" dirty="0">
                <a:solidFill>
                  <a:schemeClr val="tx1">
                    <a:lumMod val="65000"/>
                    <a:lumOff val="35000"/>
                  </a:schemeClr>
                </a:solidFill>
                <a:latin typeface="Impact" panose="020B0806030902050204" pitchFamily="34" charset="0"/>
              </a:rPr>
              <a:t>03</a:t>
            </a:r>
            <a:endParaRPr lang="zh-CN" altLang="en-US" sz="3600" dirty="0">
              <a:solidFill>
                <a:schemeClr val="tx1">
                  <a:lumMod val="65000"/>
                  <a:lumOff val="35000"/>
                </a:schemeClr>
              </a:solidFill>
              <a:latin typeface="Impact" panose="020B0806030902050204" pitchFamily="34" charset="0"/>
            </a:endParaRPr>
          </a:p>
        </p:txBody>
      </p:sp>
      <p:sp>
        <p:nvSpPr>
          <p:cNvPr id="54" name="文本框 53"/>
          <p:cNvSpPr txBox="1"/>
          <p:nvPr/>
        </p:nvSpPr>
        <p:spPr>
          <a:xfrm>
            <a:off x="8693429" y="1564072"/>
            <a:ext cx="679994" cy="892552"/>
          </a:xfrm>
          <a:prstGeom prst="rect">
            <a:avLst/>
          </a:prstGeom>
          <a:noFill/>
        </p:spPr>
        <p:txBody>
          <a:bodyPr wrap="none" rtlCol="0">
            <a:spAutoFit/>
          </a:bodyPr>
          <a:lstStyle/>
          <a:p>
            <a:pPr algn="ctr"/>
            <a:r>
              <a:rPr lang="en-US" altLang="zh-CN" sz="1600" dirty="0">
                <a:solidFill>
                  <a:schemeClr val="tx1">
                    <a:lumMod val="65000"/>
                    <a:lumOff val="35000"/>
                  </a:schemeClr>
                </a:solidFill>
              </a:rPr>
              <a:t>STEP</a:t>
            </a:r>
          </a:p>
          <a:p>
            <a:pPr algn="ctr"/>
            <a:r>
              <a:rPr lang="en-US" altLang="zh-CN" sz="3600" dirty="0">
                <a:solidFill>
                  <a:schemeClr val="tx1">
                    <a:lumMod val="65000"/>
                    <a:lumOff val="35000"/>
                  </a:schemeClr>
                </a:solidFill>
                <a:latin typeface="Impact" panose="020B0806030902050204" pitchFamily="34" charset="0"/>
              </a:rPr>
              <a:t>05</a:t>
            </a:r>
            <a:endParaRPr lang="zh-CN" altLang="en-US" sz="3600" dirty="0">
              <a:solidFill>
                <a:schemeClr val="tx1">
                  <a:lumMod val="65000"/>
                  <a:lumOff val="35000"/>
                </a:schemeClr>
              </a:solidFill>
              <a:latin typeface="Impact" panose="020B0806030902050204" pitchFamily="34" charset="0"/>
            </a:endParaRPr>
          </a:p>
        </p:txBody>
      </p:sp>
      <p:sp>
        <p:nvSpPr>
          <p:cNvPr id="2" name="文本框 1"/>
          <p:cNvSpPr txBox="1"/>
          <p:nvPr/>
        </p:nvSpPr>
        <p:spPr>
          <a:xfrm>
            <a:off x="2763093" y="3192019"/>
            <a:ext cx="800219" cy="461665"/>
          </a:xfrm>
          <a:prstGeom prst="rect">
            <a:avLst/>
          </a:prstGeom>
          <a:noFill/>
        </p:spPr>
        <p:txBody>
          <a:bodyPr wrap="none" rtlCol="0">
            <a:spAutoFit/>
          </a:bodyPr>
          <a:lstStyle/>
          <a:p>
            <a:r>
              <a:rPr lang="zh-CN" altLang="en-US" sz="2400" b="1" dirty="0">
                <a:solidFill>
                  <a:schemeClr val="tx1">
                    <a:lumMod val="65000"/>
                    <a:lumOff val="35000"/>
                  </a:schemeClr>
                </a:solidFill>
              </a:rPr>
              <a:t>标题</a:t>
            </a:r>
          </a:p>
        </p:txBody>
      </p:sp>
      <p:sp>
        <p:nvSpPr>
          <p:cNvPr id="60" name="文本框 59"/>
          <p:cNvSpPr txBox="1"/>
          <p:nvPr/>
        </p:nvSpPr>
        <p:spPr>
          <a:xfrm>
            <a:off x="8642740" y="3192019"/>
            <a:ext cx="800219" cy="461665"/>
          </a:xfrm>
          <a:prstGeom prst="rect">
            <a:avLst/>
          </a:prstGeom>
          <a:noFill/>
        </p:spPr>
        <p:txBody>
          <a:bodyPr wrap="none" rtlCol="0">
            <a:spAutoFit/>
          </a:bodyPr>
          <a:lstStyle/>
          <a:p>
            <a:r>
              <a:rPr lang="zh-CN" altLang="en-US" sz="2400" b="1" dirty="0">
                <a:solidFill>
                  <a:schemeClr val="tx1">
                    <a:lumMod val="65000"/>
                    <a:lumOff val="35000"/>
                  </a:schemeClr>
                </a:solidFill>
              </a:rPr>
              <a:t>标题</a:t>
            </a:r>
          </a:p>
        </p:txBody>
      </p:sp>
      <p:sp>
        <p:nvSpPr>
          <p:cNvPr id="61" name="文本框 60"/>
          <p:cNvSpPr txBox="1"/>
          <p:nvPr/>
        </p:nvSpPr>
        <p:spPr>
          <a:xfrm>
            <a:off x="4177794" y="3704512"/>
            <a:ext cx="800219" cy="461665"/>
          </a:xfrm>
          <a:prstGeom prst="rect">
            <a:avLst/>
          </a:prstGeom>
          <a:noFill/>
        </p:spPr>
        <p:txBody>
          <a:bodyPr wrap="none" rtlCol="0">
            <a:spAutoFit/>
          </a:bodyPr>
          <a:lstStyle/>
          <a:p>
            <a:r>
              <a:rPr lang="zh-CN" altLang="en-US" sz="2400" b="1" dirty="0">
                <a:solidFill>
                  <a:schemeClr val="tx1">
                    <a:lumMod val="65000"/>
                    <a:lumOff val="35000"/>
                  </a:schemeClr>
                </a:solidFill>
              </a:rPr>
              <a:t>标题</a:t>
            </a:r>
          </a:p>
        </p:txBody>
      </p:sp>
      <p:sp>
        <p:nvSpPr>
          <p:cNvPr id="62" name="文本框 61"/>
          <p:cNvSpPr txBox="1"/>
          <p:nvPr/>
        </p:nvSpPr>
        <p:spPr>
          <a:xfrm>
            <a:off x="7188734" y="3704512"/>
            <a:ext cx="800219" cy="461665"/>
          </a:xfrm>
          <a:prstGeom prst="rect">
            <a:avLst/>
          </a:prstGeom>
          <a:noFill/>
        </p:spPr>
        <p:txBody>
          <a:bodyPr wrap="none" rtlCol="0">
            <a:spAutoFit/>
          </a:bodyPr>
          <a:lstStyle/>
          <a:p>
            <a:r>
              <a:rPr lang="zh-CN" altLang="en-US" sz="2400" b="1" dirty="0">
                <a:solidFill>
                  <a:schemeClr val="tx1">
                    <a:lumMod val="65000"/>
                    <a:lumOff val="35000"/>
                  </a:schemeClr>
                </a:solidFill>
              </a:rPr>
              <a:t>标题</a:t>
            </a:r>
          </a:p>
        </p:txBody>
      </p:sp>
      <p:sp>
        <p:nvSpPr>
          <p:cNvPr id="63" name="文本框 62"/>
          <p:cNvSpPr txBox="1"/>
          <p:nvPr/>
        </p:nvSpPr>
        <p:spPr>
          <a:xfrm>
            <a:off x="5714939" y="4123035"/>
            <a:ext cx="800219" cy="461665"/>
          </a:xfrm>
          <a:prstGeom prst="rect">
            <a:avLst/>
          </a:prstGeom>
          <a:noFill/>
        </p:spPr>
        <p:txBody>
          <a:bodyPr wrap="none" rtlCol="0">
            <a:spAutoFit/>
          </a:bodyPr>
          <a:lstStyle/>
          <a:p>
            <a:r>
              <a:rPr lang="zh-CN" altLang="en-US" sz="2400" b="1" dirty="0">
                <a:solidFill>
                  <a:schemeClr val="tx1">
                    <a:lumMod val="65000"/>
                    <a:lumOff val="35000"/>
                  </a:schemeClr>
                </a:solidFill>
              </a:rPr>
              <a:t>标题</a:t>
            </a:r>
          </a:p>
        </p:txBody>
      </p:sp>
    </p:spTree>
    <p:extLst>
      <p:ext uri="{BB962C8B-B14F-4D97-AF65-F5344CB8AC3E}">
        <p14:creationId xmlns:p14="http://schemas.microsoft.com/office/powerpoint/2010/main" val="2044309132"/>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8" name="矩形 39"/>
          <p:cNvSpPr/>
          <p:nvPr/>
        </p:nvSpPr>
        <p:spPr>
          <a:xfrm>
            <a:off x="0" y="203088"/>
            <a:ext cx="2492990" cy="523220"/>
          </a:xfrm>
          <a:prstGeom prst="rect">
            <a:avLst/>
          </a:prstGeom>
          <a:noFill/>
        </p:spPr>
        <p:txBody>
          <a:bodyPr wrap="none" rtlCol="0">
            <a:spAutoFit/>
          </a:bodyPr>
          <a:lstStyle/>
          <a:p>
            <a:r>
              <a:rPr lang="zh-CN" altLang="en-US" sz="2800" b="1" dirty="0">
                <a:solidFill>
                  <a:schemeClr val="tx1">
                    <a:lumMod val="65000"/>
                    <a:lumOff val="35000"/>
                  </a:schemeClr>
                </a:solidFill>
              </a:rPr>
              <a:t>五项层级</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递进</a:t>
            </a:r>
            <a:endParaRPr lang="zh-CN" altLang="zh-CN" sz="2800" b="1" dirty="0">
              <a:solidFill>
                <a:schemeClr val="tx1">
                  <a:lumMod val="65000"/>
                  <a:lumOff val="35000"/>
                </a:schemeClr>
              </a:solidFill>
            </a:endParaRPr>
          </a:p>
        </p:txBody>
      </p:sp>
      <p:grpSp>
        <p:nvGrpSpPr>
          <p:cNvPr id="211" name="组合 209"/>
          <p:cNvGrpSpPr/>
          <p:nvPr/>
        </p:nvGrpSpPr>
        <p:grpSpPr>
          <a:xfrm>
            <a:off x="2144063" y="1477774"/>
            <a:ext cx="5591266" cy="4695395"/>
            <a:chOff x="3528020" y="-628650"/>
            <a:chExt cx="8894168" cy="7469084"/>
          </a:xfrm>
        </p:grpSpPr>
        <p:sp>
          <p:nvSpPr>
            <p:cNvPr id="219" name="Rectangle 142"/>
            <p:cNvSpPr>
              <a:spLocks noChangeArrowheads="1"/>
            </p:cNvSpPr>
            <p:nvPr/>
          </p:nvSpPr>
          <p:spPr bwMode="auto">
            <a:xfrm>
              <a:off x="4583328" y="5467350"/>
              <a:ext cx="4481512" cy="1228725"/>
            </a:xfrm>
            <a:prstGeom prst="rect">
              <a:avLst/>
            </a:prstGeom>
            <a:solidFill>
              <a:srgbClr val="585E6A"/>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22" name="Rectangle 141"/>
            <p:cNvSpPr>
              <a:spLocks noChangeArrowheads="1"/>
            </p:cNvSpPr>
            <p:nvPr/>
          </p:nvSpPr>
          <p:spPr bwMode="auto">
            <a:xfrm>
              <a:off x="4583328" y="4238625"/>
              <a:ext cx="5018087" cy="1223962"/>
            </a:xfrm>
            <a:prstGeom prst="rect">
              <a:avLst/>
            </a:prstGeom>
            <a:solidFill>
              <a:srgbClr val="E20380"/>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23" name="Rectangle 140"/>
            <p:cNvSpPr>
              <a:spLocks noChangeArrowheads="1"/>
            </p:cNvSpPr>
            <p:nvPr/>
          </p:nvSpPr>
          <p:spPr bwMode="auto">
            <a:xfrm>
              <a:off x="4583328" y="3025775"/>
              <a:ext cx="5641975" cy="1227137"/>
            </a:xfrm>
            <a:prstGeom prst="rect">
              <a:avLst/>
            </a:prstGeom>
            <a:solidFill>
              <a:srgbClr val="00BDE1"/>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24" name="Rectangle 138"/>
            <p:cNvSpPr>
              <a:spLocks noChangeArrowheads="1"/>
            </p:cNvSpPr>
            <p:nvPr/>
          </p:nvSpPr>
          <p:spPr bwMode="auto">
            <a:xfrm>
              <a:off x="4583328" y="568325"/>
              <a:ext cx="7197725" cy="1228725"/>
            </a:xfrm>
            <a:prstGeom prst="rect">
              <a:avLst/>
            </a:prstGeom>
            <a:solidFill>
              <a:srgbClr val="F6A031"/>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25" name="Rectangle 139"/>
            <p:cNvSpPr>
              <a:spLocks noChangeArrowheads="1"/>
            </p:cNvSpPr>
            <p:nvPr/>
          </p:nvSpPr>
          <p:spPr bwMode="auto">
            <a:xfrm>
              <a:off x="4583328" y="1797050"/>
              <a:ext cx="6457950" cy="1228725"/>
            </a:xfrm>
            <a:prstGeom prst="rect">
              <a:avLst/>
            </a:prstGeom>
            <a:solidFill>
              <a:srgbClr val="98BC00"/>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pic>
          <p:nvPicPr>
            <p:cNvPr id="226" name="图片 225"/>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295418" y="-551159"/>
              <a:ext cx="3718573" cy="7295487"/>
            </a:xfrm>
            <a:prstGeom prst="rect">
              <a:avLst/>
            </a:prstGeom>
          </p:spPr>
        </p:pic>
        <p:sp>
          <p:nvSpPr>
            <p:cNvPr id="227" name="Freeform 5"/>
            <p:cNvSpPr>
              <a:spLocks/>
            </p:cNvSpPr>
            <p:nvPr/>
          </p:nvSpPr>
          <p:spPr bwMode="auto">
            <a:xfrm>
              <a:off x="9444038" y="1808162"/>
              <a:ext cx="2646363" cy="4987926"/>
            </a:xfrm>
            <a:custGeom>
              <a:avLst/>
              <a:gdLst>
                <a:gd name="T0" fmla="*/ 1667 w 1667"/>
                <a:gd name="T1" fmla="*/ 194 h 3142"/>
                <a:gd name="T2" fmla="*/ 1667 w 1667"/>
                <a:gd name="T3" fmla="*/ 2544 h 3142"/>
                <a:gd name="T4" fmla="*/ 0 w 1667"/>
                <a:gd name="T5" fmla="*/ 3142 h 3142"/>
                <a:gd name="T6" fmla="*/ 1170 w 1667"/>
                <a:gd name="T7" fmla="*/ 0 h 3142"/>
                <a:gd name="T8" fmla="*/ 1667 w 1667"/>
                <a:gd name="T9" fmla="*/ 194 h 3142"/>
              </a:gdLst>
              <a:ahLst/>
              <a:cxnLst>
                <a:cxn ang="0">
                  <a:pos x="T0" y="T1"/>
                </a:cxn>
                <a:cxn ang="0">
                  <a:pos x="T2" y="T3"/>
                </a:cxn>
                <a:cxn ang="0">
                  <a:pos x="T4" y="T5"/>
                </a:cxn>
                <a:cxn ang="0">
                  <a:pos x="T6" y="T7"/>
                </a:cxn>
                <a:cxn ang="0">
                  <a:pos x="T8" y="T9"/>
                </a:cxn>
              </a:cxnLst>
              <a:rect l="0" t="0" r="r" b="b"/>
              <a:pathLst>
                <a:path w="1667" h="3142">
                  <a:moveTo>
                    <a:pt x="1667" y="194"/>
                  </a:moveTo>
                  <a:lnTo>
                    <a:pt x="1667" y="2544"/>
                  </a:lnTo>
                  <a:lnTo>
                    <a:pt x="0" y="3142"/>
                  </a:lnTo>
                  <a:lnTo>
                    <a:pt x="1170" y="0"/>
                  </a:lnTo>
                  <a:lnTo>
                    <a:pt x="1667" y="194"/>
                  </a:lnTo>
                  <a:close/>
                </a:path>
              </a:pathLst>
            </a:custGeom>
            <a:solidFill>
              <a:schemeClr val="bg1">
                <a:lumMod val="75000"/>
              </a:schemeClr>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28" name="Freeform 6"/>
            <p:cNvSpPr>
              <a:spLocks/>
            </p:cNvSpPr>
            <p:nvPr/>
          </p:nvSpPr>
          <p:spPr bwMode="auto">
            <a:xfrm>
              <a:off x="8628063" y="5618163"/>
              <a:ext cx="815975" cy="1177925"/>
            </a:xfrm>
            <a:custGeom>
              <a:avLst/>
              <a:gdLst>
                <a:gd name="T0" fmla="*/ 0 w 514"/>
                <a:gd name="T1" fmla="*/ 636 h 742"/>
                <a:gd name="T2" fmla="*/ 0 w 514"/>
                <a:gd name="T3" fmla="*/ 0 h 742"/>
                <a:gd name="T4" fmla="*/ 514 w 514"/>
                <a:gd name="T5" fmla="*/ 108 h 742"/>
                <a:gd name="T6" fmla="*/ 514 w 514"/>
                <a:gd name="T7" fmla="*/ 742 h 742"/>
                <a:gd name="T8" fmla="*/ 0 w 514"/>
                <a:gd name="T9" fmla="*/ 636 h 742"/>
              </a:gdLst>
              <a:ahLst/>
              <a:cxnLst>
                <a:cxn ang="0">
                  <a:pos x="T0" y="T1"/>
                </a:cxn>
                <a:cxn ang="0">
                  <a:pos x="T2" y="T3"/>
                </a:cxn>
                <a:cxn ang="0">
                  <a:pos x="T4" y="T5"/>
                </a:cxn>
                <a:cxn ang="0">
                  <a:pos x="T6" y="T7"/>
                </a:cxn>
                <a:cxn ang="0">
                  <a:pos x="T8" y="T9"/>
                </a:cxn>
              </a:cxnLst>
              <a:rect l="0" t="0" r="r" b="b"/>
              <a:pathLst>
                <a:path w="514" h="742">
                  <a:moveTo>
                    <a:pt x="0" y="636"/>
                  </a:moveTo>
                  <a:lnTo>
                    <a:pt x="0" y="0"/>
                  </a:lnTo>
                  <a:lnTo>
                    <a:pt x="514" y="108"/>
                  </a:lnTo>
                  <a:lnTo>
                    <a:pt x="514" y="742"/>
                  </a:lnTo>
                  <a:lnTo>
                    <a:pt x="0" y="636"/>
                  </a:lnTo>
                  <a:close/>
                </a:path>
              </a:pathLst>
            </a:custGeom>
            <a:solidFill>
              <a:srgbClr val="4E5460"/>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29" name="Freeform 7"/>
            <p:cNvSpPr>
              <a:spLocks/>
            </p:cNvSpPr>
            <p:nvPr/>
          </p:nvSpPr>
          <p:spPr bwMode="auto">
            <a:xfrm>
              <a:off x="8628063" y="5403850"/>
              <a:ext cx="1412875" cy="385763"/>
            </a:xfrm>
            <a:custGeom>
              <a:avLst/>
              <a:gdLst>
                <a:gd name="T0" fmla="*/ 376 w 890"/>
                <a:gd name="T1" fmla="*/ 0 h 243"/>
                <a:gd name="T2" fmla="*/ 0 w 890"/>
                <a:gd name="T3" fmla="*/ 135 h 243"/>
                <a:gd name="T4" fmla="*/ 514 w 890"/>
                <a:gd name="T5" fmla="*/ 243 h 243"/>
                <a:gd name="T6" fmla="*/ 890 w 890"/>
                <a:gd name="T7" fmla="*/ 104 h 243"/>
                <a:gd name="T8" fmla="*/ 376 w 890"/>
                <a:gd name="T9" fmla="*/ 0 h 243"/>
              </a:gdLst>
              <a:ahLst/>
              <a:cxnLst>
                <a:cxn ang="0">
                  <a:pos x="T0" y="T1"/>
                </a:cxn>
                <a:cxn ang="0">
                  <a:pos x="T2" y="T3"/>
                </a:cxn>
                <a:cxn ang="0">
                  <a:pos x="T4" y="T5"/>
                </a:cxn>
                <a:cxn ang="0">
                  <a:pos x="T6" y="T7"/>
                </a:cxn>
                <a:cxn ang="0">
                  <a:pos x="T8" y="T9"/>
                </a:cxn>
              </a:cxnLst>
              <a:rect l="0" t="0" r="r" b="b"/>
              <a:pathLst>
                <a:path w="890" h="243">
                  <a:moveTo>
                    <a:pt x="376" y="0"/>
                  </a:moveTo>
                  <a:lnTo>
                    <a:pt x="0" y="135"/>
                  </a:lnTo>
                  <a:lnTo>
                    <a:pt x="514" y="243"/>
                  </a:lnTo>
                  <a:lnTo>
                    <a:pt x="890" y="104"/>
                  </a:lnTo>
                  <a:lnTo>
                    <a:pt x="376" y="0"/>
                  </a:lnTo>
                  <a:close/>
                </a:path>
              </a:pathLst>
            </a:custGeom>
            <a:solidFill>
              <a:srgbClr val="485159"/>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30" name="Freeform 8"/>
            <p:cNvSpPr>
              <a:spLocks/>
            </p:cNvSpPr>
            <p:nvPr/>
          </p:nvSpPr>
          <p:spPr bwMode="auto">
            <a:xfrm>
              <a:off x="9444038" y="5568950"/>
              <a:ext cx="871538" cy="1227138"/>
            </a:xfrm>
            <a:custGeom>
              <a:avLst/>
              <a:gdLst>
                <a:gd name="T0" fmla="*/ 0 w 549"/>
                <a:gd name="T1" fmla="*/ 773 h 773"/>
                <a:gd name="T2" fmla="*/ 0 w 549"/>
                <a:gd name="T3" fmla="*/ 139 h 773"/>
                <a:gd name="T4" fmla="*/ 376 w 549"/>
                <a:gd name="T5" fmla="*/ 0 h 773"/>
                <a:gd name="T6" fmla="*/ 549 w 549"/>
                <a:gd name="T7" fmla="*/ 139 h 773"/>
                <a:gd name="T8" fmla="*/ 180 w 549"/>
                <a:gd name="T9" fmla="*/ 262 h 773"/>
                <a:gd name="T10" fmla="*/ 180 w 549"/>
                <a:gd name="T11" fmla="*/ 710 h 773"/>
                <a:gd name="T12" fmla="*/ 0 w 549"/>
                <a:gd name="T13" fmla="*/ 773 h 773"/>
              </a:gdLst>
              <a:ahLst/>
              <a:cxnLst>
                <a:cxn ang="0">
                  <a:pos x="T0" y="T1"/>
                </a:cxn>
                <a:cxn ang="0">
                  <a:pos x="T2" y="T3"/>
                </a:cxn>
                <a:cxn ang="0">
                  <a:pos x="T4" y="T5"/>
                </a:cxn>
                <a:cxn ang="0">
                  <a:pos x="T6" y="T7"/>
                </a:cxn>
                <a:cxn ang="0">
                  <a:pos x="T8" y="T9"/>
                </a:cxn>
                <a:cxn ang="0">
                  <a:pos x="T10" y="T11"/>
                </a:cxn>
                <a:cxn ang="0">
                  <a:pos x="T12" y="T13"/>
                </a:cxn>
              </a:cxnLst>
              <a:rect l="0" t="0" r="r" b="b"/>
              <a:pathLst>
                <a:path w="549" h="773">
                  <a:moveTo>
                    <a:pt x="0" y="773"/>
                  </a:moveTo>
                  <a:lnTo>
                    <a:pt x="0" y="139"/>
                  </a:lnTo>
                  <a:lnTo>
                    <a:pt x="376" y="0"/>
                  </a:lnTo>
                  <a:lnTo>
                    <a:pt x="549" y="139"/>
                  </a:lnTo>
                  <a:lnTo>
                    <a:pt x="180" y="262"/>
                  </a:lnTo>
                  <a:lnTo>
                    <a:pt x="180" y="710"/>
                  </a:lnTo>
                  <a:lnTo>
                    <a:pt x="0" y="773"/>
                  </a:lnTo>
                  <a:close/>
                </a:path>
              </a:pathLst>
            </a:custGeom>
            <a:solidFill>
              <a:srgbClr val="2C343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31" name="Freeform 9"/>
            <p:cNvSpPr>
              <a:spLocks/>
            </p:cNvSpPr>
            <p:nvPr/>
          </p:nvSpPr>
          <p:spPr bwMode="auto">
            <a:xfrm>
              <a:off x="9221788" y="4392613"/>
              <a:ext cx="815975" cy="1176338"/>
            </a:xfrm>
            <a:custGeom>
              <a:avLst/>
              <a:gdLst>
                <a:gd name="T0" fmla="*/ 0 w 514"/>
                <a:gd name="T1" fmla="*/ 637 h 741"/>
                <a:gd name="T2" fmla="*/ 0 w 514"/>
                <a:gd name="T3" fmla="*/ 0 h 741"/>
                <a:gd name="T4" fmla="*/ 514 w 514"/>
                <a:gd name="T5" fmla="*/ 107 h 741"/>
                <a:gd name="T6" fmla="*/ 514 w 514"/>
                <a:gd name="T7" fmla="*/ 741 h 741"/>
                <a:gd name="T8" fmla="*/ 0 w 514"/>
                <a:gd name="T9" fmla="*/ 637 h 741"/>
              </a:gdLst>
              <a:ahLst/>
              <a:cxnLst>
                <a:cxn ang="0">
                  <a:pos x="T0" y="T1"/>
                </a:cxn>
                <a:cxn ang="0">
                  <a:pos x="T2" y="T3"/>
                </a:cxn>
                <a:cxn ang="0">
                  <a:pos x="T4" y="T5"/>
                </a:cxn>
                <a:cxn ang="0">
                  <a:pos x="T6" y="T7"/>
                </a:cxn>
                <a:cxn ang="0">
                  <a:pos x="T8" y="T9"/>
                </a:cxn>
              </a:cxnLst>
              <a:rect l="0" t="0" r="r" b="b"/>
              <a:pathLst>
                <a:path w="514" h="741">
                  <a:moveTo>
                    <a:pt x="0" y="637"/>
                  </a:moveTo>
                  <a:lnTo>
                    <a:pt x="0" y="0"/>
                  </a:lnTo>
                  <a:lnTo>
                    <a:pt x="514" y="107"/>
                  </a:lnTo>
                  <a:lnTo>
                    <a:pt x="514" y="741"/>
                  </a:lnTo>
                  <a:lnTo>
                    <a:pt x="0" y="637"/>
                  </a:lnTo>
                  <a:close/>
                </a:path>
              </a:pathLst>
            </a:custGeom>
            <a:solidFill>
              <a:srgbClr val="990266"/>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32" name="Freeform 10"/>
            <p:cNvSpPr>
              <a:spLocks/>
            </p:cNvSpPr>
            <p:nvPr/>
          </p:nvSpPr>
          <p:spPr bwMode="auto">
            <a:xfrm>
              <a:off x="9221788" y="4175125"/>
              <a:ext cx="1412875" cy="387350"/>
            </a:xfrm>
            <a:custGeom>
              <a:avLst/>
              <a:gdLst>
                <a:gd name="T0" fmla="*/ 369 w 890"/>
                <a:gd name="T1" fmla="*/ 0 h 244"/>
                <a:gd name="T2" fmla="*/ 0 w 890"/>
                <a:gd name="T3" fmla="*/ 137 h 244"/>
                <a:gd name="T4" fmla="*/ 514 w 890"/>
                <a:gd name="T5" fmla="*/ 244 h 244"/>
                <a:gd name="T6" fmla="*/ 890 w 890"/>
                <a:gd name="T7" fmla="*/ 106 h 244"/>
                <a:gd name="T8" fmla="*/ 369 w 890"/>
                <a:gd name="T9" fmla="*/ 0 h 244"/>
              </a:gdLst>
              <a:ahLst/>
              <a:cxnLst>
                <a:cxn ang="0">
                  <a:pos x="T0" y="T1"/>
                </a:cxn>
                <a:cxn ang="0">
                  <a:pos x="T2" y="T3"/>
                </a:cxn>
                <a:cxn ang="0">
                  <a:pos x="T4" y="T5"/>
                </a:cxn>
                <a:cxn ang="0">
                  <a:pos x="T6" y="T7"/>
                </a:cxn>
                <a:cxn ang="0">
                  <a:pos x="T8" y="T9"/>
                </a:cxn>
              </a:cxnLst>
              <a:rect l="0" t="0" r="r" b="b"/>
              <a:pathLst>
                <a:path w="890" h="244">
                  <a:moveTo>
                    <a:pt x="369" y="0"/>
                  </a:moveTo>
                  <a:lnTo>
                    <a:pt x="0" y="137"/>
                  </a:lnTo>
                  <a:lnTo>
                    <a:pt x="514" y="244"/>
                  </a:lnTo>
                  <a:lnTo>
                    <a:pt x="890" y="106"/>
                  </a:lnTo>
                  <a:lnTo>
                    <a:pt x="369" y="0"/>
                  </a:lnTo>
                  <a:close/>
                </a:path>
              </a:pathLst>
            </a:custGeom>
            <a:solidFill>
              <a:srgbClr val="EA20A8"/>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33" name="Freeform 11"/>
            <p:cNvSpPr>
              <a:spLocks/>
            </p:cNvSpPr>
            <p:nvPr/>
          </p:nvSpPr>
          <p:spPr bwMode="auto">
            <a:xfrm>
              <a:off x="10037763" y="4343400"/>
              <a:ext cx="871538" cy="1446213"/>
            </a:xfrm>
            <a:custGeom>
              <a:avLst/>
              <a:gdLst>
                <a:gd name="T0" fmla="*/ 0 w 549"/>
                <a:gd name="T1" fmla="*/ 772 h 911"/>
                <a:gd name="T2" fmla="*/ 0 w 549"/>
                <a:gd name="T3" fmla="*/ 138 h 911"/>
                <a:gd name="T4" fmla="*/ 376 w 549"/>
                <a:gd name="T5" fmla="*/ 0 h 911"/>
                <a:gd name="T6" fmla="*/ 549 w 549"/>
                <a:gd name="T7" fmla="*/ 138 h 911"/>
                <a:gd name="T8" fmla="*/ 180 w 549"/>
                <a:gd name="T9" fmla="*/ 261 h 911"/>
                <a:gd name="T10" fmla="*/ 178 w 549"/>
                <a:gd name="T11" fmla="*/ 911 h 911"/>
                <a:gd name="T12" fmla="*/ 0 w 549"/>
                <a:gd name="T13" fmla="*/ 772 h 911"/>
              </a:gdLst>
              <a:ahLst/>
              <a:cxnLst>
                <a:cxn ang="0">
                  <a:pos x="T0" y="T1"/>
                </a:cxn>
                <a:cxn ang="0">
                  <a:pos x="T2" y="T3"/>
                </a:cxn>
                <a:cxn ang="0">
                  <a:pos x="T4" y="T5"/>
                </a:cxn>
                <a:cxn ang="0">
                  <a:pos x="T6" y="T7"/>
                </a:cxn>
                <a:cxn ang="0">
                  <a:pos x="T8" y="T9"/>
                </a:cxn>
                <a:cxn ang="0">
                  <a:pos x="T10" y="T11"/>
                </a:cxn>
                <a:cxn ang="0">
                  <a:pos x="T12" y="T13"/>
                </a:cxn>
              </a:cxnLst>
              <a:rect l="0" t="0" r="r" b="b"/>
              <a:pathLst>
                <a:path w="549" h="911">
                  <a:moveTo>
                    <a:pt x="0" y="772"/>
                  </a:moveTo>
                  <a:lnTo>
                    <a:pt x="0" y="138"/>
                  </a:lnTo>
                  <a:lnTo>
                    <a:pt x="376" y="0"/>
                  </a:lnTo>
                  <a:lnTo>
                    <a:pt x="549" y="138"/>
                  </a:lnTo>
                  <a:lnTo>
                    <a:pt x="180" y="261"/>
                  </a:lnTo>
                  <a:lnTo>
                    <a:pt x="178" y="911"/>
                  </a:lnTo>
                  <a:lnTo>
                    <a:pt x="0" y="772"/>
                  </a:lnTo>
                  <a:close/>
                </a:path>
              </a:pathLst>
            </a:custGeom>
            <a:solidFill>
              <a:srgbClr val="A00062"/>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34" name="Freeform 12"/>
            <p:cNvSpPr>
              <a:spLocks/>
            </p:cNvSpPr>
            <p:nvPr/>
          </p:nvSpPr>
          <p:spPr bwMode="auto">
            <a:xfrm>
              <a:off x="9807575" y="3163888"/>
              <a:ext cx="815975" cy="1179513"/>
            </a:xfrm>
            <a:custGeom>
              <a:avLst/>
              <a:gdLst>
                <a:gd name="T0" fmla="*/ 0 w 514"/>
                <a:gd name="T1" fmla="*/ 637 h 743"/>
                <a:gd name="T2" fmla="*/ 0 w 514"/>
                <a:gd name="T3" fmla="*/ 0 h 743"/>
                <a:gd name="T4" fmla="*/ 514 w 514"/>
                <a:gd name="T5" fmla="*/ 107 h 743"/>
                <a:gd name="T6" fmla="*/ 514 w 514"/>
                <a:gd name="T7" fmla="*/ 743 h 743"/>
                <a:gd name="T8" fmla="*/ 0 w 514"/>
                <a:gd name="T9" fmla="*/ 637 h 743"/>
              </a:gdLst>
              <a:ahLst/>
              <a:cxnLst>
                <a:cxn ang="0">
                  <a:pos x="T0" y="T1"/>
                </a:cxn>
                <a:cxn ang="0">
                  <a:pos x="T2" y="T3"/>
                </a:cxn>
                <a:cxn ang="0">
                  <a:pos x="T4" y="T5"/>
                </a:cxn>
                <a:cxn ang="0">
                  <a:pos x="T6" y="T7"/>
                </a:cxn>
                <a:cxn ang="0">
                  <a:pos x="T8" y="T9"/>
                </a:cxn>
              </a:cxnLst>
              <a:rect l="0" t="0" r="r" b="b"/>
              <a:pathLst>
                <a:path w="514" h="743">
                  <a:moveTo>
                    <a:pt x="0" y="637"/>
                  </a:moveTo>
                  <a:lnTo>
                    <a:pt x="0" y="0"/>
                  </a:lnTo>
                  <a:lnTo>
                    <a:pt x="514" y="107"/>
                  </a:lnTo>
                  <a:lnTo>
                    <a:pt x="514" y="743"/>
                  </a:lnTo>
                  <a:lnTo>
                    <a:pt x="0" y="637"/>
                  </a:lnTo>
                  <a:close/>
                </a:path>
              </a:pathLst>
            </a:custGeom>
            <a:solidFill>
              <a:srgbClr val="01A3C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35" name="Freeform 13"/>
            <p:cNvSpPr>
              <a:spLocks/>
            </p:cNvSpPr>
            <p:nvPr/>
          </p:nvSpPr>
          <p:spPr bwMode="auto">
            <a:xfrm>
              <a:off x="9807575" y="2954337"/>
              <a:ext cx="1414463" cy="379413"/>
            </a:xfrm>
            <a:custGeom>
              <a:avLst/>
              <a:gdLst>
                <a:gd name="T0" fmla="*/ 375 w 891"/>
                <a:gd name="T1" fmla="*/ 0 h 239"/>
                <a:gd name="T2" fmla="*/ 0 w 891"/>
                <a:gd name="T3" fmla="*/ 132 h 239"/>
                <a:gd name="T4" fmla="*/ 514 w 891"/>
                <a:gd name="T5" fmla="*/ 239 h 239"/>
                <a:gd name="T6" fmla="*/ 891 w 891"/>
                <a:gd name="T7" fmla="*/ 102 h 239"/>
                <a:gd name="T8" fmla="*/ 375 w 891"/>
                <a:gd name="T9" fmla="*/ 0 h 239"/>
              </a:gdLst>
              <a:ahLst/>
              <a:cxnLst>
                <a:cxn ang="0">
                  <a:pos x="T0" y="T1"/>
                </a:cxn>
                <a:cxn ang="0">
                  <a:pos x="T2" y="T3"/>
                </a:cxn>
                <a:cxn ang="0">
                  <a:pos x="T4" y="T5"/>
                </a:cxn>
                <a:cxn ang="0">
                  <a:pos x="T6" y="T7"/>
                </a:cxn>
                <a:cxn ang="0">
                  <a:pos x="T8" y="T9"/>
                </a:cxn>
              </a:cxnLst>
              <a:rect l="0" t="0" r="r" b="b"/>
              <a:pathLst>
                <a:path w="891" h="239">
                  <a:moveTo>
                    <a:pt x="375" y="0"/>
                  </a:moveTo>
                  <a:lnTo>
                    <a:pt x="0" y="132"/>
                  </a:lnTo>
                  <a:lnTo>
                    <a:pt x="514" y="239"/>
                  </a:lnTo>
                  <a:lnTo>
                    <a:pt x="891" y="102"/>
                  </a:lnTo>
                  <a:lnTo>
                    <a:pt x="375" y="0"/>
                  </a:lnTo>
                  <a:close/>
                </a:path>
              </a:pathLst>
            </a:custGeom>
            <a:solidFill>
              <a:srgbClr val="01A3C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36" name="Freeform 14"/>
            <p:cNvSpPr>
              <a:spLocks/>
            </p:cNvSpPr>
            <p:nvPr/>
          </p:nvSpPr>
          <p:spPr bwMode="auto">
            <a:xfrm>
              <a:off x="10623550" y="3116263"/>
              <a:ext cx="873125" cy="1446213"/>
            </a:xfrm>
            <a:custGeom>
              <a:avLst/>
              <a:gdLst>
                <a:gd name="T0" fmla="*/ 0 w 550"/>
                <a:gd name="T1" fmla="*/ 773 h 911"/>
                <a:gd name="T2" fmla="*/ 0 w 550"/>
                <a:gd name="T3" fmla="*/ 137 h 911"/>
                <a:gd name="T4" fmla="*/ 377 w 550"/>
                <a:gd name="T5" fmla="*/ 0 h 911"/>
                <a:gd name="T6" fmla="*/ 550 w 550"/>
                <a:gd name="T7" fmla="*/ 137 h 911"/>
                <a:gd name="T8" fmla="*/ 180 w 550"/>
                <a:gd name="T9" fmla="*/ 260 h 911"/>
                <a:gd name="T10" fmla="*/ 180 w 550"/>
                <a:gd name="T11" fmla="*/ 911 h 911"/>
                <a:gd name="T12" fmla="*/ 0 w 550"/>
                <a:gd name="T13" fmla="*/ 773 h 911"/>
              </a:gdLst>
              <a:ahLst/>
              <a:cxnLst>
                <a:cxn ang="0">
                  <a:pos x="T0" y="T1"/>
                </a:cxn>
                <a:cxn ang="0">
                  <a:pos x="T2" y="T3"/>
                </a:cxn>
                <a:cxn ang="0">
                  <a:pos x="T4" y="T5"/>
                </a:cxn>
                <a:cxn ang="0">
                  <a:pos x="T6" y="T7"/>
                </a:cxn>
                <a:cxn ang="0">
                  <a:pos x="T8" y="T9"/>
                </a:cxn>
                <a:cxn ang="0">
                  <a:pos x="T10" y="T11"/>
                </a:cxn>
                <a:cxn ang="0">
                  <a:pos x="T12" y="T13"/>
                </a:cxn>
              </a:cxnLst>
              <a:rect l="0" t="0" r="r" b="b"/>
              <a:pathLst>
                <a:path w="550" h="911">
                  <a:moveTo>
                    <a:pt x="0" y="773"/>
                  </a:moveTo>
                  <a:lnTo>
                    <a:pt x="0" y="137"/>
                  </a:lnTo>
                  <a:lnTo>
                    <a:pt x="377" y="0"/>
                  </a:lnTo>
                  <a:lnTo>
                    <a:pt x="550" y="137"/>
                  </a:lnTo>
                  <a:lnTo>
                    <a:pt x="180" y="260"/>
                  </a:lnTo>
                  <a:lnTo>
                    <a:pt x="180" y="911"/>
                  </a:lnTo>
                  <a:lnTo>
                    <a:pt x="0" y="773"/>
                  </a:lnTo>
                  <a:close/>
                </a:path>
              </a:pathLst>
            </a:custGeom>
            <a:solidFill>
              <a:srgbClr val="0086B3"/>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37" name="Freeform 15"/>
            <p:cNvSpPr>
              <a:spLocks/>
            </p:cNvSpPr>
            <p:nvPr/>
          </p:nvSpPr>
          <p:spPr bwMode="auto">
            <a:xfrm>
              <a:off x="10398125" y="1939925"/>
              <a:ext cx="812800" cy="1179513"/>
            </a:xfrm>
            <a:custGeom>
              <a:avLst/>
              <a:gdLst>
                <a:gd name="T0" fmla="*/ 0 w 512"/>
                <a:gd name="T1" fmla="*/ 637 h 743"/>
                <a:gd name="T2" fmla="*/ 0 w 512"/>
                <a:gd name="T3" fmla="*/ 0 h 743"/>
                <a:gd name="T4" fmla="*/ 512 w 512"/>
                <a:gd name="T5" fmla="*/ 107 h 743"/>
                <a:gd name="T6" fmla="*/ 512 w 512"/>
                <a:gd name="T7" fmla="*/ 743 h 743"/>
                <a:gd name="T8" fmla="*/ 0 w 512"/>
                <a:gd name="T9" fmla="*/ 637 h 743"/>
              </a:gdLst>
              <a:ahLst/>
              <a:cxnLst>
                <a:cxn ang="0">
                  <a:pos x="T0" y="T1"/>
                </a:cxn>
                <a:cxn ang="0">
                  <a:pos x="T2" y="T3"/>
                </a:cxn>
                <a:cxn ang="0">
                  <a:pos x="T4" y="T5"/>
                </a:cxn>
                <a:cxn ang="0">
                  <a:pos x="T6" y="T7"/>
                </a:cxn>
                <a:cxn ang="0">
                  <a:pos x="T8" y="T9"/>
                </a:cxn>
              </a:cxnLst>
              <a:rect l="0" t="0" r="r" b="b"/>
              <a:pathLst>
                <a:path w="512" h="743">
                  <a:moveTo>
                    <a:pt x="0" y="637"/>
                  </a:moveTo>
                  <a:lnTo>
                    <a:pt x="0" y="0"/>
                  </a:lnTo>
                  <a:lnTo>
                    <a:pt x="512" y="107"/>
                  </a:lnTo>
                  <a:lnTo>
                    <a:pt x="512" y="743"/>
                  </a:lnTo>
                  <a:lnTo>
                    <a:pt x="0" y="637"/>
                  </a:lnTo>
                  <a:close/>
                </a:path>
              </a:pathLst>
            </a:custGeom>
            <a:solidFill>
              <a:srgbClr val="72A200"/>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38" name="Freeform 16"/>
            <p:cNvSpPr>
              <a:spLocks/>
            </p:cNvSpPr>
            <p:nvPr/>
          </p:nvSpPr>
          <p:spPr bwMode="auto">
            <a:xfrm>
              <a:off x="10398125" y="1730375"/>
              <a:ext cx="1414463" cy="379413"/>
            </a:xfrm>
            <a:custGeom>
              <a:avLst/>
              <a:gdLst>
                <a:gd name="T0" fmla="*/ 372 w 891"/>
                <a:gd name="T1" fmla="*/ 0 h 239"/>
                <a:gd name="T2" fmla="*/ 0 w 891"/>
                <a:gd name="T3" fmla="*/ 132 h 239"/>
                <a:gd name="T4" fmla="*/ 512 w 891"/>
                <a:gd name="T5" fmla="*/ 239 h 239"/>
                <a:gd name="T6" fmla="*/ 891 w 891"/>
                <a:gd name="T7" fmla="*/ 101 h 239"/>
                <a:gd name="T8" fmla="*/ 372 w 891"/>
                <a:gd name="T9" fmla="*/ 0 h 239"/>
              </a:gdLst>
              <a:ahLst/>
              <a:cxnLst>
                <a:cxn ang="0">
                  <a:pos x="T0" y="T1"/>
                </a:cxn>
                <a:cxn ang="0">
                  <a:pos x="T2" y="T3"/>
                </a:cxn>
                <a:cxn ang="0">
                  <a:pos x="T4" y="T5"/>
                </a:cxn>
                <a:cxn ang="0">
                  <a:pos x="T6" y="T7"/>
                </a:cxn>
                <a:cxn ang="0">
                  <a:pos x="T8" y="T9"/>
                </a:cxn>
              </a:cxnLst>
              <a:rect l="0" t="0" r="r" b="b"/>
              <a:pathLst>
                <a:path w="891" h="239">
                  <a:moveTo>
                    <a:pt x="372" y="0"/>
                  </a:moveTo>
                  <a:lnTo>
                    <a:pt x="0" y="132"/>
                  </a:lnTo>
                  <a:lnTo>
                    <a:pt x="512" y="239"/>
                  </a:lnTo>
                  <a:lnTo>
                    <a:pt x="891" y="101"/>
                  </a:lnTo>
                  <a:lnTo>
                    <a:pt x="372" y="0"/>
                  </a:lnTo>
                  <a:close/>
                </a:path>
              </a:pathLst>
            </a:custGeom>
            <a:solidFill>
              <a:srgbClr val="92B900"/>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39" name="Freeform 17"/>
            <p:cNvSpPr>
              <a:spLocks/>
            </p:cNvSpPr>
            <p:nvPr/>
          </p:nvSpPr>
          <p:spPr bwMode="auto">
            <a:xfrm>
              <a:off x="11210925" y="1890712"/>
              <a:ext cx="871538" cy="1446213"/>
            </a:xfrm>
            <a:custGeom>
              <a:avLst/>
              <a:gdLst>
                <a:gd name="T0" fmla="*/ 0 w 549"/>
                <a:gd name="T1" fmla="*/ 774 h 911"/>
                <a:gd name="T2" fmla="*/ 0 w 549"/>
                <a:gd name="T3" fmla="*/ 138 h 911"/>
                <a:gd name="T4" fmla="*/ 379 w 549"/>
                <a:gd name="T5" fmla="*/ 0 h 911"/>
                <a:gd name="T6" fmla="*/ 549 w 549"/>
                <a:gd name="T7" fmla="*/ 138 h 911"/>
                <a:gd name="T8" fmla="*/ 182 w 549"/>
                <a:gd name="T9" fmla="*/ 261 h 911"/>
                <a:gd name="T10" fmla="*/ 180 w 549"/>
                <a:gd name="T11" fmla="*/ 911 h 911"/>
                <a:gd name="T12" fmla="*/ 0 w 549"/>
                <a:gd name="T13" fmla="*/ 774 h 911"/>
              </a:gdLst>
              <a:ahLst/>
              <a:cxnLst>
                <a:cxn ang="0">
                  <a:pos x="T0" y="T1"/>
                </a:cxn>
                <a:cxn ang="0">
                  <a:pos x="T2" y="T3"/>
                </a:cxn>
                <a:cxn ang="0">
                  <a:pos x="T4" y="T5"/>
                </a:cxn>
                <a:cxn ang="0">
                  <a:pos x="T6" y="T7"/>
                </a:cxn>
                <a:cxn ang="0">
                  <a:pos x="T8" y="T9"/>
                </a:cxn>
                <a:cxn ang="0">
                  <a:pos x="T10" y="T11"/>
                </a:cxn>
                <a:cxn ang="0">
                  <a:pos x="T12" y="T13"/>
                </a:cxn>
              </a:cxnLst>
              <a:rect l="0" t="0" r="r" b="b"/>
              <a:pathLst>
                <a:path w="549" h="911">
                  <a:moveTo>
                    <a:pt x="0" y="774"/>
                  </a:moveTo>
                  <a:lnTo>
                    <a:pt x="0" y="138"/>
                  </a:lnTo>
                  <a:lnTo>
                    <a:pt x="379" y="0"/>
                  </a:lnTo>
                  <a:lnTo>
                    <a:pt x="549" y="138"/>
                  </a:lnTo>
                  <a:lnTo>
                    <a:pt x="182" y="261"/>
                  </a:lnTo>
                  <a:lnTo>
                    <a:pt x="180" y="911"/>
                  </a:lnTo>
                  <a:lnTo>
                    <a:pt x="0" y="774"/>
                  </a:lnTo>
                  <a:close/>
                </a:path>
              </a:pathLst>
            </a:custGeom>
            <a:solidFill>
              <a:srgbClr val="658B00"/>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40" name="Freeform 18"/>
            <p:cNvSpPr>
              <a:spLocks/>
            </p:cNvSpPr>
            <p:nvPr/>
          </p:nvSpPr>
          <p:spPr bwMode="auto">
            <a:xfrm>
              <a:off x="11809413" y="884237"/>
              <a:ext cx="285750" cy="1231900"/>
            </a:xfrm>
            <a:custGeom>
              <a:avLst/>
              <a:gdLst>
                <a:gd name="T0" fmla="*/ 0 w 180"/>
                <a:gd name="T1" fmla="*/ 637 h 776"/>
                <a:gd name="T2" fmla="*/ 0 w 180"/>
                <a:gd name="T3" fmla="*/ 3 h 776"/>
                <a:gd name="T4" fmla="*/ 180 w 180"/>
                <a:gd name="T5" fmla="*/ 0 h 776"/>
                <a:gd name="T6" fmla="*/ 177 w 180"/>
                <a:gd name="T7" fmla="*/ 776 h 776"/>
                <a:gd name="T8" fmla="*/ 0 w 180"/>
                <a:gd name="T9" fmla="*/ 637 h 776"/>
              </a:gdLst>
              <a:ahLst/>
              <a:cxnLst>
                <a:cxn ang="0">
                  <a:pos x="T0" y="T1"/>
                </a:cxn>
                <a:cxn ang="0">
                  <a:pos x="T2" y="T3"/>
                </a:cxn>
                <a:cxn ang="0">
                  <a:pos x="T4" y="T5"/>
                </a:cxn>
                <a:cxn ang="0">
                  <a:pos x="T6" y="T7"/>
                </a:cxn>
                <a:cxn ang="0">
                  <a:pos x="T8" y="T9"/>
                </a:cxn>
              </a:cxnLst>
              <a:rect l="0" t="0" r="r" b="b"/>
              <a:pathLst>
                <a:path w="180" h="776">
                  <a:moveTo>
                    <a:pt x="0" y="637"/>
                  </a:moveTo>
                  <a:lnTo>
                    <a:pt x="0" y="3"/>
                  </a:lnTo>
                  <a:lnTo>
                    <a:pt x="180" y="0"/>
                  </a:lnTo>
                  <a:lnTo>
                    <a:pt x="177" y="776"/>
                  </a:lnTo>
                  <a:lnTo>
                    <a:pt x="0" y="637"/>
                  </a:lnTo>
                  <a:close/>
                </a:path>
              </a:pathLst>
            </a:custGeom>
            <a:solidFill>
              <a:srgbClr val="CB460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latin typeface="Impact" panose="020B0806030902050204" pitchFamily="34" charset="0"/>
              </a:endParaRPr>
            </a:p>
          </p:txBody>
        </p:sp>
        <p:sp>
          <p:nvSpPr>
            <p:cNvPr id="241" name="Freeform 19"/>
            <p:cNvSpPr>
              <a:spLocks/>
            </p:cNvSpPr>
            <p:nvPr/>
          </p:nvSpPr>
          <p:spPr bwMode="auto">
            <a:xfrm>
              <a:off x="10658475" y="-565150"/>
              <a:ext cx="1492250" cy="2460625"/>
            </a:xfrm>
            <a:custGeom>
              <a:avLst/>
              <a:gdLst>
                <a:gd name="T0" fmla="*/ 940 w 940"/>
                <a:gd name="T1" fmla="*/ 977 h 1550"/>
                <a:gd name="T2" fmla="*/ 528 w 940"/>
                <a:gd name="T3" fmla="*/ 0 h 1550"/>
                <a:gd name="T4" fmla="*/ 0 w 940"/>
                <a:gd name="T5" fmla="*/ 757 h 1550"/>
                <a:gd name="T6" fmla="*/ 211 w 940"/>
                <a:gd name="T7" fmla="*/ 812 h 1550"/>
                <a:gd name="T8" fmla="*/ 211 w 940"/>
                <a:gd name="T9" fmla="*/ 1446 h 1550"/>
                <a:gd name="T10" fmla="*/ 725 w 940"/>
                <a:gd name="T11" fmla="*/ 1550 h 1550"/>
                <a:gd name="T12" fmla="*/ 725 w 940"/>
                <a:gd name="T13" fmla="*/ 920 h 1550"/>
                <a:gd name="T14" fmla="*/ 940 w 940"/>
                <a:gd name="T15" fmla="*/ 977 h 15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0" h="1550">
                  <a:moveTo>
                    <a:pt x="940" y="977"/>
                  </a:moveTo>
                  <a:lnTo>
                    <a:pt x="528" y="0"/>
                  </a:lnTo>
                  <a:lnTo>
                    <a:pt x="0" y="757"/>
                  </a:lnTo>
                  <a:lnTo>
                    <a:pt x="211" y="812"/>
                  </a:lnTo>
                  <a:lnTo>
                    <a:pt x="211" y="1446"/>
                  </a:lnTo>
                  <a:lnTo>
                    <a:pt x="725" y="1550"/>
                  </a:lnTo>
                  <a:lnTo>
                    <a:pt x="725" y="920"/>
                  </a:lnTo>
                  <a:lnTo>
                    <a:pt x="940" y="977"/>
                  </a:lnTo>
                  <a:close/>
                </a:path>
              </a:pathLst>
            </a:custGeom>
            <a:solidFill>
              <a:srgbClr val="FF890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schemeClr val="lt1"/>
                </a:solidFill>
                <a:latin typeface="Impact" panose="020B0806030902050204" pitchFamily="34" charset="0"/>
              </a:endParaRPr>
            </a:p>
          </p:txBody>
        </p:sp>
        <p:sp>
          <p:nvSpPr>
            <p:cNvPr id="242" name="Freeform 20"/>
            <p:cNvSpPr>
              <a:spLocks/>
            </p:cNvSpPr>
            <p:nvPr/>
          </p:nvSpPr>
          <p:spPr bwMode="auto">
            <a:xfrm>
              <a:off x="11496675" y="-628650"/>
              <a:ext cx="925513" cy="1614488"/>
            </a:xfrm>
            <a:custGeom>
              <a:avLst/>
              <a:gdLst>
                <a:gd name="T0" fmla="*/ 583 w 583"/>
                <a:gd name="T1" fmla="*/ 953 h 1017"/>
                <a:gd name="T2" fmla="*/ 412 w 583"/>
                <a:gd name="T3" fmla="*/ 1017 h 1017"/>
                <a:gd name="T4" fmla="*/ 0 w 583"/>
                <a:gd name="T5" fmla="*/ 40 h 1017"/>
                <a:gd name="T6" fmla="*/ 159 w 583"/>
                <a:gd name="T7" fmla="*/ 0 h 1017"/>
                <a:gd name="T8" fmla="*/ 583 w 583"/>
                <a:gd name="T9" fmla="*/ 953 h 1017"/>
              </a:gdLst>
              <a:ahLst/>
              <a:cxnLst>
                <a:cxn ang="0">
                  <a:pos x="T0" y="T1"/>
                </a:cxn>
                <a:cxn ang="0">
                  <a:pos x="T2" y="T3"/>
                </a:cxn>
                <a:cxn ang="0">
                  <a:pos x="T4" y="T5"/>
                </a:cxn>
                <a:cxn ang="0">
                  <a:pos x="T6" y="T7"/>
                </a:cxn>
                <a:cxn ang="0">
                  <a:pos x="T8" y="T9"/>
                </a:cxn>
              </a:cxnLst>
              <a:rect l="0" t="0" r="r" b="b"/>
              <a:pathLst>
                <a:path w="583" h="1017">
                  <a:moveTo>
                    <a:pt x="583" y="953"/>
                  </a:moveTo>
                  <a:lnTo>
                    <a:pt x="412" y="1017"/>
                  </a:lnTo>
                  <a:lnTo>
                    <a:pt x="0" y="40"/>
                  </a:lnTo>
                  <a:lnTo>
                    <a:pt x="159" y="0"/>
                  </a:lnTo>
                  <a:lnTo>
                    <a:pt x="583" y="953"/>
                  </a:lnTo>
                  <a:close/>
                </a:path>
              </a:pathLst>
            </a:custGeom>
            <a:solidFill>
              <a:srgbClr val="FF8900"/>
            </a:solidFill>
            <a:ln w="3810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43" name="Oval 21"/>
            <p:cNvSpPr>
              <a:spLocks noChangeArrowheads="1"/>
            </p:cNvSpPr>
            <p:nvPr/>
          </p:nvSpPr>
          <p:spPr bwMode="auto">
            <a:xfrm>
              <a:off x="11136313" y="4010025"/>
              <a:ext cx="153988" cy="153988"/>
            </a:xfrm>
            <a:prstGeom prst="ellipse">
              <a:avLst/>
            </a:pr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44" name="Freeform 22"/>
            <p:cNvSpPr>
              <a:spLocks/>
            </p:cNvSpPr>
            <p:nvPr/>
          </p:nvSpPr>
          <p:spPr bwMode="auto">
            <a:xfrm>
              <a:off x="11056938" y="4178300"/>
              <a:ext cx="311150" cy="153988"/>
            </a:xfrm>
            <a:custGeom>
              <a:avLst/>
              <a:gdLst>
                <a:gd name="T0" fmla="*/ 41 w 83"/>
                <a:gd name="T1" fmla="*/ 0 h 41"/>
                <a:gd name="T2" fmla="*/ 0 w 83"/>
                <a:gd name="T3" fmla="*/ 41 h 41"/>
                <a:gd name="T4" fmla="*/ 83 w 83"/>
                <a:gd name="T5" fmla="*/ 41 h 41"/>
                <a:gd name="T6" fmla="*/ 41 w 83"/>
                <a:gd name="T7" fmla="*/ 0 h 41"/>
              </a:gdLst>
              <a:ahLst/>
              <a:cxnLst>
                <a:cxn ang="0">
                  <a:pos x="T0" y="T1"/>
                </a:cxn>
                <a:cxn ang="0">
                  <a:pos x="T2" y="T3"/>
                </a:cxn>
                <a:cxn ang="0">
                  <a:pos x="T4" y="T5"/>
                </a:cxn>
                <a:cxn ang="0">
                  <a:pos x="T6" y="T7"/>
                </a:cxn>
              </a:cxnLst>
              <a:rect l="0" t="0" r="r" b="b"/>
              <a:pathLst>
                <a:path w="83" h="41">
                  <a:moveTo>
                    <a:pt x="41" y="0"/>
                  </a:moveTo>
                  <a:cubicBezTo>
                    <a:pt x="18" y="0"/>
                    <a:pt x="0" y="18"/>
                    <a:pt x="0" y="41"/>
                  </a:cubicBezTo>
                  <a:cubicBezTo>
                    <a:pt x="83" y="41"/>
                    <a:pt x="83" y="41"/>
                    <a:pt x="83" y="41"/>
                  </a:cubicBezTo>
                  <a:cubicBezTo>
                    <a:pt x="83" y="18"/>
                    <a:pt x="64" y="0"/>
                    <a:pt x="41" y="0"/>
                  </a:cubicBezTo>
                  <a:close/>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45" name="Freeform 23"/>
            <p:cNvSpPr>
              <a:spLocks/>
            </p:cNvSpPr>
            <p:nvPr/>
          </p:nvSpPr>
          <p:spPr bwMode="auto">
            <a:xfrm>
              <a:off x="10669588" y="4851400"/>
              <a:ext cx="44450" cy="300038"/>
            </a:xfrm>
            <a:custGeom>
              <a:avLst/>
              <a:gdLst>
                <a:gd name="T0" fmla="*/ 12 w 12"/>
                <a:gd name="T1" fmla="*/ 74 h 80"/>
                <a:gd name="T2" fmla="*/ 6 w 12"/>
                <a:gd name="T3" fmla="*/ 80 h 80"/>
                <a:gd name="T4" fmla="*/ 6 w 12"/>
                <a:gd name="T5" fmla="*/ 80 h 80"/>
                <a:gd name="T6" fmla="*/ 0 w 12"/>
                <a:gd name="T7" fmla="*/ 74 h 80"/>
                <a:gd name="T8" fmla="*/ 0 w 12"/>
                <a:gd name="T9" fmla="*/ 5 h 80"/>
                <a:gd name="T10" fmla="*/ 6 w 12"/>
                <a:gd name="T11" fmla="*/ 0 h 80"/>
                <a:gd name="T12" fmla="*/ 6 w 12"/>
                <a:gd name="T13" fmla="*/ 0 h 80"/>
                <a:gd name="T14" fmla="*/ 12 w 12"/>
                <a:gd name="T15" fmla="*/ 5 h 80"/>
                <a:gd name="T16" fmla="*/ 12 w 12"/>
                <a:gd name="T17" fmla="*/ 74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80">
                  <a:moveTo>
                    <a:pt x="12" y="74"/>
                  </a:moveTo>
                  <a:cubicBezTo>
                    <a:pt x="12" y="77"/>
                    <a:pt x="9" y="80"/>
                    <a:pt x="6" y="80"/>
                  </a:cubicBezTo>
                  <a:cubicBezTo>
                    <a:pt x="6" y="80"/>
                    <a:pt x="6" y="80"/>
                    <a:pt x="6" y="80"/>
                  </a:cubicBezTo>
                  <a:cubicBezTo>
                    <a:pt x="3" y="80"/>
                    <a:pt x="0" y="77"/>
                    <a:pt x="0" y="74"/>
                  </a:cubicBezTo>
                  <a:cubicBezTo>
                    <a:pt x="0" y="5"/>
                    <a:pt x="0" y="5"/>
                    <a:pt x="0" y="5"/>
                  </a:cubicBezTo>
                  <a:cubicBezTo>
                    <a:pt x="0" y="2"/>
                    <a:pt x="3" y="0"/>
                    <a:pt x="6" y="0"/>
                  </a:cubicBezTo>
                  <a:cubicBezTo>
                    <a:pt x="6" y="0"/>
                    <a:pt x="6" y="0"/>
                    <a:pt x="6" y="0"/>
                  </a:cubicBezTo>
                  <a:cubicBezTo>
                    <a:pt x="9" y="0"/>
                    <a:pt x="12" y="2"/>
                    <a:pt x="12" y="5"/>
                  </a:cubicBezTo>
                  <a:lnTo>
                    <a:pt x="12" y="74"/>
                  </a:lnTo>
                  <a:close/>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46" name="Freeform 24"/>
            <p:cNvSpPr>
              <a:spLocks/>
            </p:cNvSpPr>
            <p:nvPr/>
          </p:nvSpPr>
          <p:spPr bwMode="auto">
            <a:xfrm>
              <a:off x="10752138" y="4918075"/>
              <a:ext cx="44450" cy="233363"/>
            </a:xfrm>
            <a:custGeom>
              <a:avLst/>
              <a:gdLst>
                <a:gd name="T0" fmla="*/ 12 w 12"/>
                <a:gd name="T1" fmla="*/ 56 h 62"/>
                <a:gd name="T2" fmla="*/ 6 w 12"/>
                <a:gd name="T3" fmla="*/ 62 h 62"/>
                <a:gd name="T4" fmla="*/ 6 w 12"/>
                <a:gd name="T5" fmla="*/ 62 h 62"/>
                <a:gd name="T6" fmla="*/ 0 w 12"/>
                <a:gd name="T7" fmla="*/ 56 h 62"/>
                <a:gd name="T8" fmla="*/ 0 w 12"/>
                <a:gd name="T9" fmla="*/ 5 h 62"/>
                <a:gd name="T10" fmla="*/ 6 w 12"/>
                <a:gd name="T11" fmla="*/ 0 h 62"/>
                <a:gd name="T12" fmla="*/ 6 w 12"/>
                <a:gd name="T13" fmla="*/ 0 h 62"/>
                <a:gd name="T14" fmla="*/ 12 w 12"/>
                <a:gd name="T15" fmla="*/ 5 h 62"/>
                <a:gd name="T16" fmla="*/ 12 w 12"/>
                <a:gd name="T17" fmla="*/ 5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62">
                  <a:moveTo>
                    <a:pt x="12" y="56"/>
                  </a:moveTo>
                  <a:cubicBezTo>
                    <a:pt x="12" y="59"/>
                    <a:pt x="9" y="62"/>
                    <a:pt x="6" y="62"/>
                  </a:cubicBezTo>
                  <a:cubicBezTo>
                    <a:pt x="6" y="62"/>
                    <a:pt x="6" y="62"/>
                    <a:pt x="6" y="62"/>
                  </a:cubicBezTo>
                  <a:cubicBezTo>
                    <a:pt x="3" y="62"/>
                    <a:pt x="0" y="59"/>
                    <a:pt x="0" y="56"/>
                  </a:cubicBezTo>
                  <a:cubicBezTo>
                    <a:pt x="0" y="5"/>
                    <a:pt x="0" y="5"/>
                    <a:pt x="0" y="5"/>
                  </a:cubicBezTo>
                  <a:cubicBezTo>
                    <a:pt x="0" y="2"/>
                    <a:pt x="3" y="0"/>
                    <a:pt x="6" y="0"/>
                  </a:cubicBezTo>
                  <a:cubicBezTo>
                    <a:pt x="6" y="0"/>
                    <a:pt x="6" y="0"/>
                    <a:pt x="6" y="0"/>
                  </a:cubicBezTo>
                  <a:cubicBezTo>
                    <a:pt x="9" y="0"/>
                    <a:pt x="12" y="2"/>
                    <a:pt x="12" y="5"/>
                  </a:cubicBezTo>
                  <a:lnTo>
                    <a:pt x="12" y="56"/>
                  </a:lnTo>
                  <a:close/>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47" name="Freeform 25"/>
            <p:cNvSpPr>
              <a:spLocks/>
            </p:cNvSpPr>
            <p:nvPr/>
          </p:nvSpPr>
          <p:spPr bwMode="auto">
            <a:xfrm>
              <a:off x="10582275" y="5027613"/>
              <a:ext cx="41275" cy="123825"/>
            </a:xfrm>
            <a:custGeom>
              <a:avLst/>
              <a:gdLst>
                <a:gd name="T0" fmla="*/ 11 w 11"/>
                <a:gd name="T1" fmla="*/ 27 h 33"/>
                <a:gd name="T2" fmla="*/ 6 w 11"/>
                <a:gd name="T3" fmla="*/ 33 h 33"/>
                <a:gd name="T4" fmla="*/ 6 w 11"/>
                <a:gd name="T5" fmla="*/ 33 h 33"/>
                <a:gd name="T6" fmla="*/ 0 w 11"/>
                <a:gd name="T7" fmla="*/ 27 h 33"/>
                <a:gd name="T8" fmla="*/ 0 w 11"/>
                <a:gd name="T9" fmla="*/ 6 h 33"/>
                <a:gd name="T10" fmla="*/ 6 w 11"/>
                <a:gd name="T11" fmla="*/ 0 h 33"/>
                <a:gd name="T12" fmla="*/ 6 w 11"/>
                <a:gd name="T13" fmla="*/ 0 h 33"/>
                <a:gd name="T14" fmla="*/ 11 w 11"/>
                <a:gd name="T15" fmla="*/ 6 h 33"/>
                <a:gd name="T16" fmla="*/ 11 w 11"/>
                <a:gd name="T17" fmla="*/ 2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33">
                  <a:moveTo>
                    <a:pt x="11" y="27"/>
                  </a:moveTo>
                  <a:cubicBezTo>
                    <a:pt x="11" y="30"/>
                    <a:pt x="9" y="33"/>
                    <a:pt x="6" y="33"/>
                  </a:cubicBezTo>
                  <a:cubicBezTo>
                    <a:pt x="6" y="33"/>
                    <a:pt x="6" y="33"/>
                    <a:pt x="6" y="33"/>
                  </a:cubicBezTo>
                  <a:cubicBezTo>
                    <a:pt x="2" y="33"/>
                    <a:pt x="0" y="30"/>
                    <a:pt x="0" y="27"/>
                  </a:cubicBezTo>
                  <a:cubicBezTo>
                    <a:pt x="0" y="6"/>
                    <a:pt x="0" y="6"/>
                    <a:pt x="0" y="6"/>
                  </a:cubicBezTo>
                  <a:cubicBezTo>
                    <a:pt x="0" y="3"/>
                    <a:pt x="2" y="0"/>
                    <a:pt x="6" y="0"/>
                  </a:cubicBezTo>
                  <a:cubicBezTo>
                    <a:pt x="6" y="0"/>
                    <a:pt x="6" y="0"/>
                    <a:pt x="6" y="0"/>
                  </a:cubicBezTo>
                  <a:cubicBezTo>
                    <a:pt x="9" y="0"/>
                    <a:pt x="11" y="3"/>
                    <a:pt x="11" y="6"/>
                  </a:cubicBezTo>
                  <a:lnTo>
                    <a:pt x="11" y="27"/>
                  </a:lnTo>
                  <a:close/>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48" name="Freeform 26"/>
            <p:cNvSpPr>
              <a:spLocks noEditPoints="1"/>
            </p:cNvSpPr>
            <p:nvPr/>
          </p:nvSpPr>
          <p:spPr bwMode="auto">
            <a:xfrm>
              <a:off x="11560175" y="5481638"/>
              <a:ext cx="387350" cy="263525"/>
            </a:xfrm>
            <a:custGeom>
              <a:avLst/>
              <a:gdLst>
                <a:gd name="T0" fmla="*/ 98 w 103"/>
                <a:gd name="T1" fmla="*/ 0 h 70"/>
                <a:gd name="T2" fmla="*/ 81 w 103"/>
                <a:gd name="T3" fmla="*/ 0 h 70"/>
                <a:gd name="T4" fmla="*/ 76 w 103"/>
                <a:gd name="T5" fmla="*/ 0 h 70"/>
                <a:gd name="T6" fmla="*/ 28 w 103"/>
                <a:gd name="T7" fmla="*/ 0 h 70"/>
                <a:gd name="T8" fmla="*/ 22 w 103"/>
                <a:gd name="T9" fmla="*/ 0 h 70"/>
                <a:gd name="T10" fmla="*/ 6 w 103"/>
                <a:gd name="T11" fmla="*/ 0 h 70"/>
                <a:gd name="T12" fmla="*/ 34 w 103"/>
                <a:gd name="T13" fmla="*/ 38 h 70"/>
                <a:gd name="T14" fmla="*/ 34 w 103"/>
                <a:gd name="T15" fmla="*/ 38 h 70"/>
                <a:gd name="T16" fmla="*/ 49 w 103"/>
                <a:gd name="T17" fmla="*/ 47 h 70"/>
                <a:gd name="T18" fmla="*/ 49 w 103"/>
                <a:gd name="T19" fmla="*/ 61 h 70"/>
                <a:gd name="T20" fmla="*/ 39 w 103"/>
                <a:gd name="T21" fmla="*/ 61 h 70"/>
                <a:gd name="T22" fmla="*/ 35 w 103"/>
                <a:gd name="T23" fmla="*/ 66 h 70"/>
                <a:gd name="T24" fmla="*/ 39 w 103"/>
                <a:gd name="T25" fmla="*/ 70 h 70"/>
                <a:gd name="T26" fmla="*/ 64 w 103"/>
                <a:gd name="T27" fmla="*/ 70 h 70"/>
                <a:gd name="T28" fmla="*/ 68 w 103"/>
                <a:gd name="T29" fmla="*/ 66 h 70"/>
                <a:gd name="T30" fmla="*/ 64 w 103"/>
                <a:gd name="T31" fmla="*/ 61 h 70"/>
                <a:gd name="T32" fmla="*/ 56 w 103"/>
                <a:gd name="T33" fmla="*/ 61 h 70"/>
                <a:gd name="T34" fmla="*/ 56 w 103"/>
                <a:gd name="T35" fmla="*/ 47 h 70"/>
                <a:gd name="T36" fmla="*/ 69 w 103"/>
                <a:gd name="T37" fmla="*/ 38 h 70"/>
                <a:gd name="T38" fmla="*/ 69 w 103"/>
                <a:gd name="T39" fmla="*/ 38 h 70"/>
                <a:gd name="T40" fmla="*/ 98 w 103"/>
                <a:gd name="T41" fmla="*/ 0 h 70"/>
                <a:gd name="T42" fmla="*/ 12 w 103"/>
                <a:gd name="T43" fmla="*/ 6 h 70"/>
                <a:gd name="T44" fmla="*/ 22 w 103"/>
                <a:gd name="T45" fmla="*/ 7 h 70"/>
                <a:gd name="T46" fmla="*/ 29 w 103"/>
                <a:gd name="T47" fmla="*/ 30 h 70"/>
                <a:gd name="T48" fmla="*/ 12 w 103"/>
                <a:gd name="T49" fmla="*/ 6 h 70"/>
                <a:gd name="T50" fmla="*/ 74 w 103"/>
                <a:gd name="T51" fmla="*/ 30 h 70"/>
                <a:gd name="T52" fmla="*/ 81 w 103"/>
                <a:gd name="T53" fmla="*/ 7 h 70"/>
                <a:gd name="T54" fmla="*/ 92 w 103"/>
                <a:gd name="T55" fmla="*/ 6 h 70"/>
                <a:gd name="T56" fmla="*/ 74 w 103"/>
                <a:gd name="T57" fmla="*/ 3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3" h="70">
                  <a:moveTo>
                    <a:pt x="98" y="0"/>
                  </a:moveTo>
                  <a:cubicBezTo>
                    <a:pt x="81" y="0"/>
                    <a:pt x="81" y="0"/>
                    <a:pt x="81" y="0"/>
                  </a:cubicBezTo>
                  <a:cubicBezTo>
                    <a:pt x="76" y="0"/>
                    <a:pt x="76" y="0"/>
                    <a:pt x="76" y="0"/>
                  </a:cubicBezTo>
                  <a:cubicBezTo>
                    <a:pt x="28" y="0"/>
                    <a:pt x="28" y="0"/>
                    <a:pt x="28" y="0"/>
                  </a:cubicBezTo>
                  <a:cubicBezTo>
                    <a:pt x="22" y="0"/>
                    <a:pt x="22" y="0"/>
                    <a:pt x="22" y="0"/>
                  </a:cubicBezTo>
                  <a:cubicBezTo>
                    <a:pt x="6" y="0"/>
                    <a:pt x="6" y="0"/>
                    <a:pt x="6" y="0"/>
                  </a:cubicBezTo>
                  <a:cubicBezTo>
                    <a:pt x="6" y="0"/>
                    <a:pt x="0" y="38"/>
                    <a:pt x="34" y="38"/>
                  </a:cubicBezTo>
                  <a:cubicBezTo>
                    <a:pt x="34" y="38"/>
                    <a:pt x="34" y="38"/>
                    <a:pt x="34" y="38"/>
                  </a:cubicBezTo>
                  <a:cubicBezTo>
                    <a:pt x="39" y="43"/>
                    <a:pt x="43" y="46"/>
                    <a:pt x="49" y="47"/>
                  </a:cubicBezTo>
                  <a:cubicBezTo>
                    <a:pt x="49" y="61"/>
                    <a:pt x="49" y="61"/>
                    <a:pt x="49" y="61"/>
                  </a:cubicBezTo>
                  <a:cubicBezTo>
                    <a:pt x="39" y="61"/>
                    <a:pt x="39" y="61"/>
                    <a:pt x="39" y="61"/>
                  </a:cubicBezTo>
                  <a:cubicBezTo>
                    <a:pt x="37" y="61"/>
                    <a:pt x="35" y="63"/>
                    <a:pt x="35" y="66"/>
                  </a:cubicBezTo>
                  <a:cubicBezTo>
                    <a:pt x="35" y="68"/>
                    <a:pt x="37" y="70"/>
                    <a:pt x="39" y="70"/>
                  </a:cubicBezTo>
                  <a:cubicBezTo>
                    <a:pt x="64" y="70"/>
                    <a:pt x="64" y="70"/>
                    <a:pt x="64" y="70"/>
                  </a:cubicBezTo>
                  <a:cubicBezTo>
                    <a:pt x="66" y="70"/>
                    <a:pt x="68" y="68"/>
                    <a:pt x="68" y="66"/>
                  </a:cubicBezTo>
                  <a:cubicBezTo>
                    <a:pt x="68" y="63"/>
                    <a:pt x="66" y="61"/>
                    <a:pt x="64" y="61"/>
                  </a:cubicBezTo>
                  <a:cubicBezTo>
                    <a:pt x="56" y="61"/>
                    <a:pt x="56" y="61"/>
                    <a:pt x="56" y="61"/>
                  </a:cubicBezTo>
                  <a:cubicBezTo>
                    <a:pt x="56" y="47"/>
                    <a:pt x="56" y="47"/>
                    <a:pt x="56" y="47"/>
                  </a:cubicBezTo>
                  <a:cubicBezTo>
                    <a:pt x="61" y="46"/>
                    <a:pt x="65" y="43"/>
                    <a:pt x="69" y="38"/>
                  </a:cubicBezTo>
                  <a:cubicBezTo>
                    <a:pt x="69" y="38"/>
                    <a:pt x="69" y="38"/>
                    <a:pt x="69" y="38"/>
                  </a:cubicBezTo>
                  <a:cubicBezTo>
                    <a:pt x="103" y="38"/>
                    <a:pt x="98" y="0"/>
                    <a:pt x="98" y="0"/>
                  </a:cubicBezTo>
                  <a:close/>
                  <a:moveTo>
                    <a:pt x="12" y="6"/>
                  </a:moveTo>
                  <a:cubicBezTo>
                    <a:pt x="22" y="7"/>
                    <a:pt x="22" y="7"/>
                    <a:pt x="22" y="7"/>
                  </a:cubicBezTo>
                  <a:cubicBezTo>
                    <a:pt x="23" y="15"/>
                    <a:pt x="26" y="23"/>
                    <a:pt x="29" y="30"/>
                  </a:cubicBezTo>
                  <a:cubicBezTo>
                    <a:pt x="23" y="29"/>
                    <a:pt x="13" y="24"/>
                    <a:pt x="12" y="6"/>
                  </a:cubicBezTo>
                  <a:close/>
                  <a:moveTo>
                    <a:pt x="74" y="30"/>
                  </a:moveTo>
                  <a:cubicBezTo>
                    <a:pt x="78" y="24"/>
                    <a:pt x="80" y="15"/>
                    <a:pt x="81" y="7"/>
                  </a:cubicBezTo>
                  <a:cubicBezTo>
                    <a:pt x="92" y="6"/>
                    <a:pt x="92" y="6"/>
                    <a:pt x="92" y="6"/>
                  </a:cubicBezTo>
                  <a:cubicBezTo>
                    <a:pt x="91" y="25"/>
                    <a:pt x="80" y="29"/>
                    <a:pt x="74" y="30"/>
                  </a:cubicBezTo>
                  <a:close/>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49" name="Freeform 27"/>
            <p:cNvSpPr>
              <a:spLocks/>
            </p:cNvSpPr>
            <p:nvPr/>
          </p:nvSpPr>
          <p:spPr bwMode="auto">
            <a:xfrm>
              <a:off x="10466388" y="5365750"/>
              <a:ext cx="307975" cy="376238"/>
            </a:xfrm>
            <a:custGeom>
              <a:avLst/>
              <a:gdLst>
                <a:gd name="T0" fmla="*/ 189 w 194"/>
                <a:gd name="T1" fmla="*/ 28 h 237"/>
                <a:gd name="T2" fmla="*/ 163 w 194"/>
                <a:gd name="T3" fmla="*/ 66 h 237"/>
                <a:gd name="T4" fmla="*/ 161 w 194"/>
                <a:gd name="T5" fmla="*/ 71 h 237"/>
                <a:gd name="T6" fmla="*/ 69 w 194"/>
                <a:gd name="T7" fmla="*/ 199 h 237"/>
                <a:gd name="T8" fmla="*/ 7 w 194"/>
                <a:gd name="T9" fmla="*/ 229 h 237"/>
                <a:gd name="T10" fmla="*/ 16 w 194"/>
                <a:gd name="T11" fmla="*/ 163 h 237"/>
                <a:gd name="T12" fmla="*/ 109 w 194"/>
                <a:gd name="T13" fmla="*/ 35 h 237"/>
                <a:gd name="T14" fmla="*/ 111 w 194"/>
                <a:gd name="T15" fmla="*/ 31 h 237"/>
                <a:gd name="T16" fmla="*/ 133 w 194"/>
                <a:gd name="T17" fmla="*/ 2 h 237"/>
                <a:gd name="T18" fmla="*/ 130 w 194"/>
                <a:gd name="T19" fmla="*/ 0 h 237"/>
                <a:gd name="T20" fmla="*/ 12 w 194"/>
                <a:gd name="T21" fmla="*/ 161 h 237"/>
                <a:gd name="T22" fmla="*/ 0 w 194"/>
                <a:gd name="T23" fmla="*/ 237 h 237"/>
                <a:gd name="T24" fmla="*/ 71 w 194"/>
                <a:gd name="T25" fmla="*/ 203 h 237"/>
                <a:gd name="T26" fmla="*/ 73 w 194"/>
                <a:gd name="T27" fmla="*/ 203 h 237"/>
                <a:gd name="T28" fmla="*/ 173 w 194"/>
                <a:gd name="T29" fmla="*/ 61 h 237"/>
                <a:gd name="T30" fmla="*/ 194 w 194"/>
                <a:gd name="T31" fmla="*/ 31 h 237"/>
                <a:gd name="T32" fmla="*/ 189 w 194"/>
                <a:gd name="T33" fmla="*/ 28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4" h="237">
                  <a:moveTo>
                    <a:pt x="189" y="28"/>
                  </a:moveTo>
                  <a:lnTo>
                    <a:pt x="163" y="66"/>
                  </a:lnTo>
                  <a:lnTo>
                    <a:pt x="161" y="71"/>
                  </a:lnTo>
                  <a:lnTo>
                    <a:pt x="69" y="199"/>
                  </a:lnTo>
                  <a:lnTo>
                    <a:pt x="7" y="229"/>
                  </a:lnTo>
                  <a:lnTo>
                    <a:pt x="16" y="163"/>
                  </a:lnTo>
                  <a:lnTo>
                    <a:pt x="109" y="35"/>
                  </a:lnTo>
                  <a:lnTo>
                    <a:pt x="111" y="31"/>
                  </a:lnTo>
                  <a:lnTo>
                    <a:pt x="133" y="2"/>
                  </a:lnTo>
                  <a:lnTo>
                    <a:pt x="130" y="0"/>
                  </a:lnTo>
                  <a:lnTo>
                    <a:pt x="12" y="161"/>
                  </a:lnTo>
                  <a:lnTo>
                    <a:pt x="0" y="237"/>
                  </a:lnTo>
                  <a:lnTo>
                    <a:pt x="71" y="203"/>
                  </a:lnTo>
                  <a:lnTo>
                    <a:pt x="73" y="203"/>
                  </a:lnTo>
                  <a:lnTo>
                    <a:pt x="173" y="61"/>
                  </a:lnTo>
                  <a:lnTo>
                    <a:pt x="194" y="31"/>
                  </a:lnTo>
                  <a:lnTo>
                    <a:pt x="189" y="28"/>
                  </a:lnTo>
                  <a:close/>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50" name="Freeform 28"/>
            <p:cNvSpPr>
              <a:spLocks/>
            </p:cNvSpPr>
            <p:nvPr/>
          </p:nvSpPr>
          <p:spPr bwMode="auto">
            <a:xfrm>
              <a:off x="10515600" y="5421313"/>
              <a:ext cx="153988" cy="211138"/>
            </a:xfrm>
            <a:custGeom>
              <a:avLst/>
              <a:gdLst>
                <a:gd name="T0" fmla="*/ 41 w 41"/>
                <a:gd name="T1" fmla="*/ 0 h 56"/>
                <a:gd name="T2" fmla="*/ 40 w 41"/>
                <a:gd name="T3" fmla="*/ 2 h 56"/>
                <a:gd name="T4" fmla="*/ 1 w 41"/>
                <a:gd name="T5" fmla="*/ 56 h 56"/>
                <a:gd name="T6" fmla="*/ 0 w 41"/>
                <a:gd name="T7" fmla="*/ 55 h 56"/>
                <a:gd name="T8" fmla="*/ 38 w 41"/>
                <a:gd name="T9" fmla="*/ 1 h 56"/>
                <a:gd name="T10" fmla="*/ 39 w 41"/>
                <a:gd name="T11" fmla="*/ 0 h 56"/>
                <a:gd name="T12" fmla="*/ 41 w 41"/>
                <a:gd name="T13" fmla="*/ 0 h 56"/>
              </a:gdLst>
              <a:ahLst/>
              <a:cxnLst>
                <a:cxn ang="0">
                  <a:pos x="T0" y="T1"/>
                </a:cxn>
                <a:cxn ang="0">
                  <a:pos x="T2" y="T3"/>
                </a:cxn>
                <a:cxn ang="0">
                  <a:pos x="T4" y="T5"/>
                </a:cxn>
                <a:cxn ang="0">
                  <a:pos x="T6" y="T7"/>
                </a:cxn>
                <a:cxn ang="0">
                  <a:pos x="T8" y="T9"/>
                </a:cxn>
                <a:cxn ang="0">
                  <a:pos x="T10" y="T11"/>
                </a:cxn>
                <a:cxn ang="0">
                  <a:pos x="T12" y="T13"/>
                </a:cxn>
              </a:cxnLst>
              <a:rect l="0" t="0" r="r" b="b"/>
              <a:pathLst>
                <a:path w="41" h="56">
                  <a:moveTo>
                    <a:pt x="41" y="0"/>
                  </a:moveTo>
                  <a:cubicBezTo>
                    <a:pt x="40" y="2"/>
                    <a:pt x="40" y="2"/>
                    <a:pt x="40" y="2"/>
                  </a:cubicBezTo>
                  <a:cubicBezTo>
                    <a:pt x="1" y="56"/>
                    <a:pt x="1" y="56"/>
                    <a:pt x="1" y="56"/>
                  </a:cubicBezTo>
                  <a:cubicBezTo>
                    <a:pt x="0" y="55"/>
                    <a:pt x="0" y="55"/>
                    <a:pt x="0" y="55"/>
                  </a:cubicBezTo>
                  <a:cubicBezTo>
                    <a:pt x="38" y="1"/>
                    <a:pt x="38" y="1"/>
                    <a:pt x="38" y="1"/>
                  </a:cubicBezTo>
                  <a:cubicBezTo>
                    <a:pt x="39" y="0"/>
                    <a:pt x="39" y="0"/>
                    <a:pt x="39" y="0"/>
                  </a:cubicBezTo>
                  <a:cubicBezTo>
                    <a:pt x="40" y="0"/>
                    <a:pt x="40" y="0"/>
                    <a:pt x="41" y="0"/>
                  </a:cubicBezTo>
                  <a:close/>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51" name="Freeform 29"/>
            <p:cNvSpPr>
              <a:spLocks/>
            </p:cNvSpPr>
            <p:nvPr/>
          </p:nvSpPr>
          <p:spPr bwMode="auto">
            <a:xfrm>
              <a:off x="10537825" y="5429250"/>
              <a:ext cx="157163" cy="222250"/>
            </a:xfrm>
            <a:custGeom>
              <a:avLst/>
              <a:gdLst>
                <a:gd name="T0" fmla="*/ 42 w 42"/>
                <a:gd name="T1" fmla="*/ 1 h 59"/>
                <a:gd name="T2" fmla="*/ 40 w 42"/>
                <a:gd name="T3" fmla="*/ 3 h 59"/>
                <a:gd name="T4" fmla="*/ 1 w 42"/>
                <a:gd name="T5" fmla="*/ 59 h 59"/>
                <a:gd name="T6" fmla="*/ 0 w 42"/>
                <a:gd name="T7" fmla="*/ 57 h 59"/>
                <a:gd name="T8" fmla="*/ 39 w 42"/>
                <a:gd name="T9" fmla="*/ 2 h 59"/>
                <a:gd name="T10" fmla="*/ 40 w 42"/>
                <a:gd name="T11" fmla="*/ 0 h 59"/>
                <a:gd name="T12" fmla="*/ 42 w 42"/>
                <a:gd name="T13" fmla="*/ 1 h 59"/>
              </a:gdLst>
              <a:ahLst/>
              <a:cxnLst>
                <a:cxn ang="0">
                  <a:pos x="T0" y="T1"/>
                </a:cxn>
                <a:cxn ang="0">
                  <a:pos x="T2" y="T3"/>
                </a:cxn>
                <a:cxn ang="0">
                  <a:pos x="T4" y="T5"/>
                </a:cxn>
                <a:cxn ang="0">
                  <a:pos x="T6" y="T7"/>
                </a:cxn>
                <a:cxn ang="0">
                  <a:pos x="T8" y="T9"/>
                </a:cxn>
                <a:cxn ang="0">
                  <a:pos x="T10" y="T11"/>
                </a:cxn>
                <a:cxn ang="0">
                  <a:pos x="T12" y="T13"/>
                </a:cxn>
              </a:cxnLst>
              <a:rect l="0" t="0" r="r" b="b"/>
              <a:pathLst>
                <a:path w="42" h="59">
                  <a:moveTo>
                    <a:pt x="42" y="1"/>
                  </a:moveTo>
                  <a:cubicBezTo>
                    <a:pt x="40" y="3"/>
                    <a:pt x="40" y="3"/>
                    <a:pt x="40" y="3"/>
                  </a:cubicBezTo>
                  <a:cubicBezTo>
                    <a:pt x="1" y="59"/>
                    <a:pt x="1" y="59"/>
                    <a:pt x="1" y="59"/>
                  </a:cubicBezTo>
                  <a:cubicBezTo>
                    <a:pt x="0" y="57"/>
                    <a:pt x="0" y="57"/>
                    <a:pt x="0" y="57"/>
                  </a:cubicBezTo>
                  <a:cubicBezTo>
                    <a:pt x="39" y="2"/>
                    <a:pt x="39" y="2"/>
                    <a:pt x="39" y="2"/>
                  </a:cubicBezTo>
                  <a:cubicBezTo>
                    <a:pt x="40" y="0"/>
                    <a:pt x="40" y="0"/>
                    <a:pt x="40" y="0"/>
                  </a:cubicBezTo>
                  <a:cubicBezTo>
                    <a:pt x="40" y="1"/>
                    <a:pt x="41" y="1"/>
                    <a:pt x="42" y="1"/>
                  </a:cubicBezTo>
                  <a:close/>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52" name="Freeform 30"/>
            <p:cNvSpPr>
              <a:spLocks/>
            </p:cNvSpPr>
            <p:nvPr/>
          </p:nvSpPr>
          <p:spPr bwMode="auto">
            <a:xfrm>
              <a:off x="10560050" y="5448300"/>
              <a:ext cx="158750" cy="217488"/>
            </a:xfrm>
            <a:custGeom>
              <a:avLst/>
              <a:gdLst>
                <a:gd name="T0" fmla="*/ 42 w 42"/>
                <a:gd name="T1" fmla="*/ 2 h 58"/>
                <a:gd name="T2" fmla="*/ 41 w 42"/>
                <a:gd name="T3" fmla="*/ 3 h 58"/>
                <a:gd name="T4" fmla="*/ 1 w 42"/>
                <a:gd name="T5" fmla="*/ 58 h 58"/>
                <a:gd name="T6" fmla="*/ 0 w 42"/>
                <a:gd name="T7" fmla="*/ 57 h 58"/>
                <a:gd name="T8" fmla="*/ 39 w 42"/>
                <a:gd name="T9" fmla="*/ 2 h 58"/>
                <a:gd name="T10" fmla="*/ 40 w 42"/>
                <a:gd name="T11" fmla="*/ 0 h 58"/>
                <a:gd name="T12" fmla="*/ 42 w 42"/>
                <a:gd name="T13" fmla="*/ 2 h 58"/>
              </a:gdLst>
              <a:ahLst/>
              <a:cxnLst>
                <a:cxn ang="0">
                  <a:pos x="T0" y="T1"/>
                </a:cxn>
                <a:cxn ang="0">
                  <a:pos x="T2" y="T3"/>
                </a:cxn>
                <a:cxn ang="0">
                  <a:pos x="T4" y="T5"/>
                </a:cxn>
                <a:cxn ang="0">
                  <a:pos x="T6" y="T7"/>
                </a:cxn>
                <a:cxn ang="0">
                  <a:pos x="T8" y="T9"/>
                </a:cxn>
                <a:cxn ang="0">
                  <a:pos x="T10" y="T11"/>
                </a:cxn>
                <a:cxn ang="0">
                  <a:pos x="T12" y="T13"/>
                </a:cxn>
              </a:cxnLst>
              <a:rect l="0" t="0" r="r" b="b"/>
              <a:pathLst>
                <a:path w="42" h="58">
                  <a:moveTo>
                    <a:pt x="42" y="2"/>
                  </a:moveTo>
                  <a:cubicBezTo>
                    <a:pt x="41" y="3"/>
                    <a:pt x="41" y="3"/>
                    <a:pt x="41" y="3"/>
                  </a:cubicBezTo>
                  <a:cubicBezTo>
                    <a:pt x="1" y="58"/>
                    <a:pt x="1" y="58"/>
                    <a:pt x="1" y="58"/>
                  </a:cubicBezTo>
                  <a:cubicBezTo>
                    <a:pt x="0" y="57"/>
                    <a:pt x="0" y="57"/>
                    <a:pt x="0" y="57"/>
                  </a:cubicBezTo>
                  <a:cubicBezTo>
                    <a:pt x="39" y="2"/>
                    <a:pt x="39" y="2"/>
                    <a:pt x="39" y="2"/>
                  </a:cubicBezTo>
                  <a:cubicBezTo>
                    <a:pt x="40" y="0"/>
                    <a:pt x="40" y="0"/>
                    <a:pt x="40" y="0"/>
                  </a:cubicBezTo>
                  <a:cubicBezTo>
                    <a:pt x="41" y="1"/>
                    <a:pt x="41" y="1"/>
                    <a:pt x="42" y="2"/>
                  </a:cubicBezTo>
                  <a:close/>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53" name="Freeform 31"/>
            <p:cNvSpPr>
              <a:spLocks/>
            </p:cNvSpPr>
            <p:nvPr/>
          </p:nvSpPr>
          <p:spPr bwMode="auto">
            <a:xfrm>
              <a:off x="10488613" y="5618163"/>
              <a:ext cx="93663" cy="69850"/>
            </a:xfrm>
            <a:custGeom>
              <a:avLst/>
              <a:gdLst>
                <a:gd name="T0" fmla="*/ 25 w 25"/>
                <a:gd name="T1" fmla="*/ 17 h 19"/>
                <a:gd name="T2" fmla="*/ 22 w 25"/>
                <a:gd name="T3" fmla="*/ 19 h 19"/>
                <a:gd name="T4" fmla="*/ 0 w 25"/>
                <a:gd name="T5" fmla="*/ 4 h 19"/>
                <a:gd name="T6" fmla="*/ 0 w 25"/>
                <a:gd name="T7" fmla="*/ 0 h 19"/>
                <a:gd name="T8" fmla="*/ 25 w 25"/>
                <a:gd name="T9" fmla="*/ 17 h 19"/>
              </a:gdLst>
              <a:ahLst/>
              <a:cxnLst>
                <a:cxn ang="0">
                  <a:pos x="T0" y="T1"/>
                </a:cxn>
                <a:cxn ang="0">
                  <a:pos x="T2" y="T3"/>
                </a:cxn>
                <a:cxn ang="0">
                  <a:pos x="T4" y="T5"/>
                </a:cxn>
                <a:cxn ang="0">
                  <a:pos x="T6" y="T7"/>
                </a:cxn>
                <a:cxn ang="0">
                  <a:pos x="T8" y="T9"/>
                </a:cxn>
              </a:cxnLst>
              <a:rect l="0" t="0" r="r" b="b"/>
              <a:pathLst>
                <a:path w="25" h="19">
                  <a:moveTo>
                    <a:pt x="25" y="17"/>
                  </a:moveTo>
                  <a:cubicBezTo>
                    <a:pt x="22" y="19"/>
                    <a:pt x="22" y="19"/>
                    <a:pt x="22" y="19"/>
                  </a:cubicBezTo>
                  <a:cubicBezTo>
                    <a:pt x="15" y="5"/>
                    <a:pt x="0" y="4"/>
                    <a:pt x="0" y="4"/>
                  </a:cubicBezTo>
                  <a:cubicBezTo>
                    <a:pt x="0" y="0"/>
                    <a:pt x="0" y="0"/>
                    <a:pt x="0" y="0"/>
                  </a:cubicBezTo>
                  <a:cubicBezTo>
                    <a:pt x="1" y="0"/>
                    <a:pt x="17" y="2"/>
                    <a:pt x="25" y="17"/>
                  </a:cubicBezTo>
                  <a:close/>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54" name="Freeform 32"/>
            <p:cNvSpPr>
              <a:spLocks/>
            </p:cNvSpPr>
            <p:nvPr/>
          </p:nvSpPr>
          <p:spPr bwMode="auto">
            <a:xfrm>
              <a:off x="10477500" y="5684838"/>
              <a:ext cx="41275" cy="33338"/>
            </a:xfrm>
            <a:custGeom>
              <a:avLst/>
              <a:gdLst>
                <a:gd name="T0" fmla="*/ 11 w 11"/>
                <a:gd name="T1" fmla="*/ 8 h 9"/>
                <a:gd name="T2" fmla="*/ 7 w 11"/>
                <a:gd name="T3" fmla="*/ 9 h 9"/>
                <a:gd name="T4" fmla="*/ 0 w 11"/>
                <a:gd name="T5" fmla="*/ 3 h 9"/>
                <a:gd name="T6" fmla="*/ 1 w 11"/>
                <a:gd name="T7" fmla="*/ 0 h 9"/>
                <a:gd name="T8" fmla="*/ 11 w 11"/>
                <a:gd name="T9" fmla="*/ 8 h 9"/>
              </a:gdLst>
              <a:ahLst/>
              <a:cxnLst>
                <a:cxn ang="0">
                  <a:pos x="T0" y="T1"/>
                </a:cxn>
                <a:cxn ang="0">
                  <a:pos x="T2" y="T3"/>
                </a:cxn>
                <a:cxn ang="0">
                  <a:pos x="T4" y="T5"/>
                </a:cxn>
                <a:cxn ang="0">
                  <a:pos x="T6" y="T7"/>
                </a:cxn>
                <a:cxn ang="0">
                  <a:pos x="T8" y="T9"/>
                </a:cxn>
              </a:cxnLst>
              <a:rect l="0" t="0" r="r" b="b"/>
              <a:pathLst>
                <a:path w="11" h="9">
                  <a:moveTo>
                    <a:pt x="11" y="8"/>
                  </a:moveTo>
                  <a:cubicBezTo>
                    <a:pt x="7" y="9"/>
                    <a:pt x="7" y="9"/>
                    <a:pt x="7" y="9"/>
                  </a:cubicBezTo>
                  <a:cubicBezTo>
                    <a:pt x="5" y="5"/>
                    <a:pt x="0" y="3"/>
                    <a:pt x="0" y="3"/>
                  </a:cubicBezTo>
                  <a:cubicBezTo>
                    <a:pt x="1" y="0"/>
                    <a:pt x="1" y="0"/>
                    <a:pt x="1" y="0"/>
                  </a:cubicBezTo>
                  <a:cubicBezTo>
                    <a:pt x="1" y="0"/>
                    <a:pt x="8" y="2"/>
                    <a:pt x="11" y="8"/>
                  </a:cubicBezTo>
                  <a:close/>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55" name="Freeform 33"/>
            <p:cNvSpPr>
              <a:spLocks noEditPoints="1"/>
            </p:cNvSpPr>
            <p:nvPr/>
          </p:nvSpPr>
          <p:spPr bwMode="auto">
            <a:xfrm>
              <a:off x="10631488" y="5346700"/>
              <a:ext cx="150813" cy="139700"/>
            </a:xfrm>
            <a:custGeom>
              <a:avLst/>
              <a:gdLst>
                <a:gd name="T0" fmla="*/ 15 w 40"/>
                <a:gd name="T1" fmla="*/ 22 h 37"/>
                <a:gd name="T2" fmla="*/ 10 w 40"/>
                <a:gd name="T3" fmla="*/ 20 h 37"/>
                <a:gd name="T4" fmla="*/ 4 w 40"/>
                <a:gd name="T5" fmla="*/ 18 h 37"/>
                <a:gd name="T6" fmla="*/ 2 w 40"/>
                <a:gd name="T7" fmla="*/ 20 h 37"/>
                <a:gd name="T8" fmla="*/ 9 w 40"/>
                <a:gd name="T9" fmla="*/ 22 h 37"/>
                <a:gd name="T10" fmla="*/ 14 w 40"/>
                <a:gd name="T11" fmla="*/ 24 h 37"/>
                <a:gd name="T12" fmla="*/ 20 w 40"/>
                <a:gd name="T13" fmla="*/ 29 h 37"/>
                <a:gd name="T14" fmla="*/ 17 w 40"/>
                <a:gd name="T15" fmla="*/ 23 h 37"/>
                <a:gd name="T16" fmla="*/ 15 w 40"/>
                <a:gd name="T17" fmla="*/ 22 h 37"/>
                <a:gd name="T18" fmla="*/ 10 w 40"/>
                <a:gd name="T19" fmla="*/ 20 h 37"/>
                <a:gd name="T20" fmla="*/ 4 w 40"/>
                <a:gd name="T21" fmla="*/ 18 h 37"/>
                <a:gd name="T22" fmla="*/ 2 w 40"/>
                <a:gd name="T23" fmla="*/ 20 h 37"/>
                <a:gd name="T24" fmla="*/ 9 w 40"/>
                <a:gd name="T25" fmla="*/ 22 h 37"/>
                <a:gd name="T26" fmla="*/ 14 w 40"/>
                <a:gd name="T27" fmla="*/ 24 h 37"/>
                <a:gd name="T28" fmla="*/ 20 w 40"/>
                <a:gd name="T29" fmla="*/ 29 h 37"/>
                <a:gd name="T30" fmla="*/ 17 w 40"/>
                <a:gd name="T31" fmla="*/ 23 h 37"/>
                <a:gd name="T32" fmla="*/ 28 w 40"/>
                <a:gd name="T33" fmla="*/ 2 h 37"/>
                <a:gd name="T34" fmla="*/ 14 w 40"/>
                <a:gd name="T35" fmla="*/ 0 h 37"/>
                <a:gd name="T36" fmla="*/ 11 w 40"/>
                <a:gd name="T37" fmla="*/ 5 h 37"/>
                <a:gd name="T38" fmla="*/ 2 w 40"/>
                <a:gd name="T39" fmla="*/ 20 h 37"/>
                <a:gd name="T40" fmla="*/ 7 w 40"/>
                <a:gd name="T41" fmla="*/ 21 h 37"/>
                <a:gd name="T42" fmla="*/ 12 w 40"/>
                <a:gd name="T43" fmla="*/ 23 h 37"/>
                <a:gd name="T44" fmla="*/ 15 w 40"/>
                <a:gd name="T45" fmla="*/ 25 h 37"/>
                <a:gd name="T46" fmla="*/ 22 w 40"/>
                <a:gd name="T47" fmla="*/ 30 h 37"/>
                <a:gd name="T48" fmla="*/ 24 w 40"/>
                <a:gd name="T49" fmla="*/ 35 h 37"/>
                <a:gd name="T50" fmla="*/ 29 w 40"/>
                <a:gd name="T51" fmla="*/ 31 h 37"/>
                <a:gd name="T52" fmla="*/ 25 w 40"/>
                <a:gd name="T53" fmla="*/ 33 h 37"/>
                <a:gd name="T54" fmla="*/ 21 w 40"/>
                <a:gd name="T55" fmla="*/ 27 h 37"/>
                <a:gd name="T56" fmla="*/ 15 w 40"/>
                <a:gd name="T57" fmla="*/ 22 h 37"/>
                <a:gd name="T58" fmla="*/ 10 w 40"/>
                <a:gd name="T59" fmla="*/ 20 h 37"/>
                <a:gd name="T60" fmla="*/ 4 w 40"/>
                <a:gd name="T61" fmla="*/ 18 h 37"/>
                <a:gd name="T62" fmla="*/ 12 w 40"/>
                <a:gd name="T63" fmla="*/ 6 h 37"/>
                <a:gd name="T64" fmla="*/ 27 w 40"/>
                <a:gd name="T65" fmla="*/ 4 h 37"/>
                <a:gd name="T66" fmla="*/ 36 w 40"/>
                <a:gd name="T67" fmla="*/ 17 h 37"/>
                <a:gd name="T68" fmla="*/ 17 w 40"/>
                <a:gd name="T69" fmla="*/ 23 h 37"/>
                <a:gd name="T70" fmla="*/ 13 w 40"/>
                <a:gd name="T71" fmla="*/ 21 h 37"/>
                <a:gd name="T72" fmla="*/ 8 w 40"/>
                <a:gd name="T73" fmla="*/ 20 h 37"/>
                <a:gd name="T74" fmla="*/ 3 w 40"/>
                <a:gd name="T75" fmla="*/ 18 h 37"/>
                <a:gd name="T76" fmla="*/ 7 w 40"/>
                <a:gd name="T77" fmla="*/ 21 h 37"/>
                <a:gd name="T78" fmla="*/ 12 w 40"/>
                <a:gd name="T79" fmla="*/ 23 h 37"/>
                <a:gd name="T80" fmla="*/ 15 w 40"/>
                <a:gd name="T81" fmla="*/ 25 h 37"/>
                <a:gd name="T82" fmla="*/ 21 w 40"/>
                <a:gd name="T83" fmla="*/ 27 h 37"/>
                <a:gd name="T84" fmla="*/ 17 w 40"/>
                <a:gd name="T85" fmla="*/ 23 h 37"/>
                <a:gd name="T86" fmla="*/ 13 w 40"/>
                <a:gd name="T87" fmla="*/ 21 h 37"/>
                <a:gd name="T88" fmla="*/ 8 w 40"/>
                <a:gd name="T89" fmla="*/ 20 h 37"/>
                <a:gd name="T90" fmla="*/ 3 w 40"/>
                <a:gd name="T91" fmla="*/ 18 h 37"/>
                <a:gd name="T92" fmla="*/ 7 w 40"/>
                <a:gd name="T93" fmla="*/ 21 h 37"/>
                <a:gd name="T94" fmla="*/ 12 w 40"/>
                <a:gd name="T95" fmla="*/ 23 h 37"/>
                <a:gd name="T96" fmla="*/ 15 w 40"/>
                <a:gd name="T97" fmla="*/ 25 h 37"/>
                <a:gd name="T98" fmla="*/ 21 w 40"/>
                <a:gd name="T99" fmla="*/ 2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0" h="37">
                  <a:moveTo>
                    <a:pt x="17" y="23"/>
                  </a:moveTo>
                  <a:cubicBezTo>
                    <a:pt x="16" y="23"/>
                    <a:pt x="15" y="23"/>
                    <a:pt x="15" y="22"/>
                  </a:cubicBezTo>
                  <a:cubicBezTo>
                    <a:pt x="14" y="22"/>
                    <a:pt x="14" y="22"/>
                    <a:pt x="13" y="21"/>
                  </a:cubicBezTo>
                  <a:cubicBezTo>
                    <a:pt x="12" y="21"/>
                    <a:pt x="11" y="21"/>
                    <a:pt x="10" y="20"/>
                  </a:cubicBezTo>
                  <a:cubicBezTo>
                    <a:pt x="9" y="20"/>
                    <a:pt x="9" y="20"/>
                    <a:pt x="8" y="20"/>
                  </a:cubicBezTo>
                  <a:cubicBezTo>
                    <a:pt x="6" y="19"/>
                    <a:pt x="5" y="19"/>
                    <a:pt x="4" y="18"/>
                  </a:cubicBezTo>
                  <a:cubicBezTo>
                    <a:pt x="3" y="18"/>
                    <a:pt x="3" y="18"/>
                    <a:pt x="3" y="18"/>
                  </a:cubicBezTo>
                  <a:cubicBezTo>
                    <a:pt x="2" y="20"/>
                    <a:pt x="2" y="20"/>
                    <a:pt x="2" y="20"/>
                  </a:cubicBezTo>
                  <a:cubicBezTo>
                    <a:pt x="3" y="20"/>
                    <a:pt x="5" y="21"/>
                    <a:pt x="7" y="21"/>
                  </a:cubicBezTo>
                  <a:cubicBezTo>
                    <a:pt x="7" y="21"/>
                    <a:pt x="8" y="22"/>
                    <a:pt x="9" y="22"/>
                  </a:cubicBezTo>
                  <a:cubicBezTo>
                    <a:pt x="10" y="22"/>
                    <a:pt x="11" y="23"/>
                    <a:pt x="12" y="23"/>
                  </a:cubicBezTo>
                  <a:cubicBezTo>
                    <a:pt x="13" y="23"/>
                    <a:pt x="13" y="24"/>
                    <a:pt x="14" y="24"/>
                  </a:cubicBezTo>
                  <a:cubicBezTo>
                    <a:pt x="14" y="24"/>
                    <a:pt x="15" y="25"/>
                    <a:pt x="15" y="25"/>
                  </a:cubicBezTo>
                  <a:cubicBezTo>
                    <a:pt x="17" y="26"/>
                    <a:pt x="19" y="27"/>
                    <a:pt x="20" y="29"/>
                  </a:cubicBezTo>
                  <a:cubicBezTo>
                    <a:pt x="21" y="27"/>
                    <a:pt x="21" y="27"/>
                    <a:pt x="21" y="27"/>
                  </a:cubicBezTo>
                  <a:cubicBezTo>
                    <a:pt x="20" y="26"/>
                    <a:pt x="18" y="24"/>
                    <a:pt x="17" y="23"/>
                  </a:cubicBezTo>
                  <a:close/>
                  <a:moveTo>
                    <a:pt x="17" y="23"/>
                  </a:moveTo>
                  <a:cubicBezTo>
                    <a:pt x="16" y="23"/>
                    <a:pt x="15" y="23"/>
                    <a:pt x="15" y="22"/>
                  </a:cubicBezTo>
                  <a:cubicBezTo>
                    <a:pt x="14" y="22"/>
                    <a:pt x="14" y="22"/>
                    <a:pt x="13" y="21"/>
                  </a:cubicBezTo>
                  <a:cubicBezTo>
                    <a:pt x="12" y="21"/>
                    <a:pt x="11" y="21"/>
                    <a:pt x="10" y="20"/>
                  </a:cubicBezTo>
                  <a:cubicBezTo>
                    <a:pt x="9" y="20"/>
                    <a:pt x="9" y="20"/>
                    <a:pt x="8" y="20"/>
                  </a:cubicBezTo>
                  <a:cubicBezTo>
                    <a:pt x="6" y="19"/>
                    <a:pt x="5" y="19"/>
                    <a:pt x="4" y="18"/>
                  </a:cubicBezTo>
                  <a:cubicBezTo>
                    <a:pt x="3" y="18"/>
                    <a:pt x="3" y="18"/>
                    <a:pt x="3" y="18"/>
                  </a:cubicBezTo>
                  <a:cubicBezTo>
                    <a:pt x="2" y="20"/>
                    <a:pt x="2" y="20"/>
                    <a:pt x="2" y="20"/>
                  </a:cubicBezTo>
                  <a:cubicBezTo>
                    <a:pt x="3" y="20"/>
                    <a:pt x="5" y="21"/>
                    <a:pt x="7" y="21"/>
                  </a:cubicBezTo>
                  <a:cubicBezTo>
                    <a:pt x="7" y="21"/>
                    <a:pt x="8" y="22"/>
                    <a:pt x="9" y="22"/>
                  </a:cubicBezTo>
                  <a:cubicBezTo>
                    <a:pt x="10" y="22"/>
                    <a:pt x="11" y="23"/>
                    <a:pt x="12" y="23"/>
                  </a:cubicBezTo>
                  <a:cubicBezTo>
                    <a:pt x="13" y="23"/>
                    <a:pt x="13" y="24"/>
                    <a:pt x="14" y="24"/>
                  </a:cubicBezTo>
                  <a:cubicBezTo>
                    <a:pt x="14" y="24"/>
                    <a:pt x="15" y="25"/>
                    <a:pt x="15" y="25"/>
                  </a:cubicBezTo>
                  <a:cubicBezTo>
                    <a:pt x="17" y="26"/>
                    <a:pt x="19" y="27"/>
                    <a:pt x="20" y="29"/>
                  </a:cubicBezTo>
                  <a:cubicBezTo>
                    <a:pt x="21" y="27"/>
                    <a:pt x="21" y="27"/>
                    <a:pt x="21" y="27"/>
                  </a:cubicBezTo>
                  <a:cubicBezTo>
                    <a:pt x="20" y="26"/>
                    <a:pt x="18" y="24"/>
                    <a:pt x="17" y="23"/>
                  </a:cubicBezTo>
                  <a:close/>
                  <a:moveTo>
                    <a:pt x="40" y="15"/>
                  </a:moveTo>
                  <a:cubicBezTo>
                    <a:pt x="40" y="15"/>
                    <a:pt x="37" y="6"/>
                    <a:pt x="28" y="2"/>
                  </a:cubicBezTo>
                  <a:cubicBezTo>
                    <a:pt x="24" y="0"/>
                    <a:pt x="20" y="0"/>
                    <a:pt x="15" y="0"/>
                  </a:cubicBezTo>
                  <a:cubicBezTo>
                    <a:pt x="14" y="0"/>
                    <a:pt x="14" y="0"/>
                    <a:pt x="14" y="0"/>
                  </a:cubicBezTo>
                  <a:cubicBezTo>
                    <a:pt x="11" y="5"/>
                    <a:pt x="11" y="5"/>
                    <a:pt x="11" y="5"/>
                  </a:cubicBezTo>
                  <a:cubicBezTo>
                    <a:pt x="11" y="5"/>
                    <a:pt x="11" y="5"/>
                    <a:pt x="11" y="5"/>
                  </a:cubicBezTo>
                  <a:cubicBezTo>
                    <a:pt x="0" y="20"/>
                    <a:pt x="0" y="20"/>
                    <a:pt x="0" y="20"/>
                  </a:cubicBezTo>
                  <a:cubicBezTo>
                    <a:pt x="2" y="20"/>
                    <a:pt x="2" y="20"/>
                    <a:pt x="2" y="20"/>
                  </a:cubicBezTo>
                  <a:cubicBezTo>
                    <a:pt x="2" y="20"/>
                    <a:pt x="2" y="20"/>
                    <a:pt x="2" y="20"/>
                  </a:cubicBezTo>
                  <a:cubicBezTo>
                    <a:pt x="3" y="20"/>
                    <a:pt x="5" y="21"/>
                    <a:pt x="7" y="21"/>
                  </a:cubicBezTo>
                  <a:cubicBezTo>
                    <a:pt x="7" y="21"/>
                    <a:pt x="8" y="22"/>
                    <a:pt x="9" y="22"/>
                  </a:cubicBezTo>
                  <a:cubicBezTo>
                    <a:pt x="10" y="22"/>
                    <a:pt x="11" y="23"/>
                    <a:pt x="12" y="23"/>
                  </a:cubicBezTo>
                  <a:cubicBezTo>
                    <a:pt x="13" y="23"/>
                    <a:pt x="13" y="24"/>
                    <a:pt x="14" y="24"/>
                  </a:cubicBezTo>
                  <a:cubicBezTo>
                    <a:pt x="14" y="24"/>
                    <a:pt x="15" y="25"/>
                    <a:pt x="15" y="25"/>
                  </a:cubicBezTo>
                  <a:cubicBezTo>
                    <a:pt x="17" y="26"/>
                    <a:pt x="19" y="27"/>
                    <a:pt x="20" y="29"/>
                  </a:cubicBezTo>
                  <a:cubicBezTo>
                    <a:pt x="21" y="29"/>
                    <a:pt x="21" y="30"/>
                    <a:pt x="22" y="30"/>
                  </a:cubicBezTo>
                  <a:cubicBezTo>
                    <a:pt x="23" y="32"/>
                    <a:pt x="23" y="33"/>
                    <a:pt x="24" y="35"/>
                  </a:cubicBezTo>
                  <a:cubicBezTo>
                    <a:pt x="24" y="35"/>
                    <a:pt x="24" y="35"/>
                    <a:pt x="24" y="35"/>
                  </a:cubicBezTo>
                  <a:cubicBezTo>
                    <a:pt x="25" y="37"/>
                    <a:pt x="25" y="37"/>
                    <a:pt x="25" y="37"/>
                  </a:cubicBezTo>
                  <a:cubicBezTo>
                    <a:pt x="29" y="31"/>
                    <a:pt x="29" y="31"/>
                    <a:pt x="29" y="31"/>
                  </a:cubicBezTo>
                  <a:cubicBezTo>
                    <a:pt x="40" y="15"/>
                    <a:pt x="40" y="15"/>
                    <a:pt x="40" y="15"/>
                  </a:cubicBezTo>
                  <a:close/>
                  <a:moveTo>
                    <a:pt x="25" y="33"/>
                  </a:moveTo>
                  <a:cubicBezTo>
                    <a:pt x="25" y="31"/>
                    <a:pt x="24" y="30"/>
                    <a:pt x="23" y="29"/>
                  </a:cubicBezTo>
                  <a:cubicBezTo>
                    <a:pt x="22" y="28"/>
                    <a:pt x="22" y="28"/>
                    <a:pt x="21" y="27"/>
                  </a:cubicBezTo>
                  <a:cubicBezTo>
                    <a:pt x="20" y="26"/>
                    <a:pt x="18" y="24"/>
                    <a:pt x="17" y="23"/>
                  </a:cubicBezTo>
                  <a:cubicBezTo>
                    <a:pt x="16" y="23"/>
                    <a:pt x="15" y="23"/>
                    <a:pt x="15" y="22"/>
                  </a:cubicBezTo>
                  <a:cubicBezTo>
                    <a:pt x="14" y="22"/>
                    <a:pt x="14" y="22"/>
                    <a:pt x="13" y="21"/>
                  </a:cubicBezTo>
                  <a:cubicBezTo>
                    <a:pt x="12" y="21"/>
                    <a:pt x="11" y="21"/>
                    <a:pt x="10" y="20"/>
                  </a:cubicBezTo>
                  <a:cubicBezTo>
                    <a:pt x="9" y="20"/>
                    <a:pt x="9" y="20"/>
                    <a:pt x="8" y="20"/>
                  </a:cubicBezTo>
                  <a:cubicBezTo>
                    <a:pt x="6" y="19"/>
                    <a:pt x="5" y="19"/>
                    <a:pt x="4" y="18"/>
                  </a:cubicBezTo>
                  <a:cubicBezTo>
                    <a:pt x="3" y="18"/>
                    <a:pt x="3" y="18"/>
                    <a:pt x="3" y="18"/>
                  </a:cubicBezTo>
                  <a:cubicBezTo>
                    <a:pt x="12" y="6"/>
                    <a:pt x="12" y="6"/>
                    <a:pt x="12" y="6"/>
                  </a:cubicBezTo>
                  <a:cubicBezTo>
                    <a:pt x="15" y="2"/>
                    <a:pt x="15" y="2"/>
                    <a:pt x="15" y="2"/>
                  </a:cubicBezTo>
                  <a:cubicBezTo>
                    <a:pt x="20" y="2"/>
                    <a:pt x="24" y="2"/>
                    <a:pt x="27" y="4"/>
                  </a:cubicBezTo>
                  <a:cubicBezTo>
                    <a:pt x="34" y="7"/>
                    <a:pt x="37" y="13"/>
                    <a:pt x="38" y="15"/>
                  </a:cubicBezTo>
                  <a:cubicBezTo>
                    <a:pt x="36" y="17"/>
                    <a:pt x="36" y="17"/>
                    <a:pt x="36" y="17"/>
                  </a:cubicBezTo>
                  <a:lnTo>
                    <a:pt x="25" y="33"/>
                  </a:lnTo>
                  <a:close/>
                  <a:moveTo>
                    <a:pt x="17" y="23"/>
                  </a:moveTo>
                  <a:cubicBezTo>
                    <a:pt x="16" y="23"/>
                    <a:pt x="15" y="23"/>
                    <a:pt x="15" y="22"/>
                  </a:cubicBezTo>
                  <a:cubicBezTo>
                    <a:pt x="14" y="22"/>
                    <a:pt x="14" y="22"/>
                    <a:pt x="13" y="21"/>
                  </a:cubicBezTo>
                  <a:cubicBezTo>
                    <a:pt x="12" y="21"/>
                    <a:pt x="11" y="21"/>
                    <a:pt x="10" y="20"/>
                  </a:cubicBezTo>
                  <a:cubicBezTo>
                    <a:pt x="9" y="20"/>
                    <a:pt x="9" y="20"/>
                    <a:pt x="8" y="20"/>
                  </a:cubicBezTo>
                  <a:cubicBezTo>
                    <a:pt x="6" y="19"/>
                    <a:pt x="5" y="19"/>
                    <a:pt x="4" y="18"/>
                  </a:cubicBezTo>
                  <a:cubicBezTo>
                    <a:pt x="3" y="18"/>
                    <a:pt x="3" y="18"/>
                    <a:pt x="3" y="18"/>
                  </a:cubicBezTo>
                  <a:cubicBezTo>
                    <a:pt x="2" y="20"/>
                    <a:pt x="2" y="20"/>
                    <a:pt x="2" y="20"/>
                  </a:cubicBezTo>
                  <a:cubicBezTo>
                    <a:pt x="3" y="20"/>
                    <a:pt x="5" y="21"/>
                    <a:pt x="7" y="21"/>
                  </a:cubicBezTo>
                  <a:cubicBezTo>
                    <a:pt x="7" y="21"/>
                    <a:pt x="8" y="22"/>
                    <a:pt x="9" y="22"/>
                  </a:cubicBezTo>
                  <a:cubicBezTo>
                    <a:pt x="10" y="22"/>
                    <a:pt x="11" y="23"/>
                    <a:pt x="12" y="23"/>
                  </a:cubicBezTo>
                  <a:cubicBezTo>
                    <a:pt x="13" y="23"/>
                    <a:pt x="13" y="24"/>
                    <a:pt x="14" y="24"/>
                  </a:cubicBezTo>
                  <a:cubicBezTo>
                    <a:pt x="14" y="24"/>
                    <a:pt x="15" y="25"/>
                    <a:pt x="15" y="25"/>
                  </a:cubicBezTo>
                  <a:cubicBezTo>
                    <a:pt x="17" y="26"/>
                    <a:pt x="19" y="27"/>
                    <a:pt x="20" y="29"/>
                  </a:cubicBezTo>
                  <a:cubicBezTo>
                    <a:pt x="21" y="27"/>
                    <a:pt x="21" y="27"/>
                    <a:pt x="21" y="27"/>
                  </a:cubicBezTo>
                  <a:cubicBezTo>
                    <a:pt x="20" y="26"/>
                    <a:pt x="18" y="24"/>
                    <a:pt x="17" y="23"/>
                  </a:cubicBezTo>
                  <a:close/>
                  <a:moveTo>
                    <a:pt x="17" y="23"/>
                  </a:moveTo>
                  <a:cubicBezTo>
                    <a:pt x="16" y="23"/>
                    <a:pt x="15" y="23"/>
                    <a:pt x="15" y="22"/>
                  </a:cubicBezTo>
                  <a:cubicBezTo>
                    <a:pt x="14" y="22"/>
                    <a:pt x="14" y="22"/>
                    <a:pt x="13" y="21"/>
                  </a:cubicBezTo>
                  <a:cubicBezTo>
                    <a:pt x="12" y="21"/>
                    <a:pt x="11" y="21"/>
                    <a:pt x="10" y="20"/>
                  </a:cubicBezTo>
                  <a:cubicBezTo>
                    <a:pt x="9" y="20"/>
                    <a:pt x="9" y="20"/>
                    <a:pt x="8" y="20"/>
                  </a:cubicBezTo>
                  <a:cubicBezTo>
                    <a:pt x="6" y="19"/>
                    <a:pt x="5" y="19"/>
                    <a:pt x="4" y="18"/>
                  </a:cubicBezTo>
                  <a:cubicBezTo>
                    <a:pt x="3" y="18"/>
                    <a:pt x="3" y="18"/>
                    <a:pt x="3" y="18"/>
                  </a:cubicBezTo>
                  <a:cubicBezTo>
                    <a:pt x="2" y="20"/>
                    <a:pt x="2" y="20"/>
                    <a:pt x="2" y="20"/>
                  </a:cubicBezTo>
                  <a:cubicBezTo>
                    <a:pt x="3" y="20"/>
                    <a:pt x="5" y="21"/>
                    <a:pt x="7" y="21"/>
                  </a:cubicBezTo>
                  <a:cubicBezTo>
                    <a:pt x="7" y="21"/>
                    <a:pt x="8" y="22"/>
                    <a:pt x="9" y="22"/>
                  </a:cubicBezTo>
                  <a:cubicBezTo>
                    <a:pt x="10" y="22"/>
                    <a:pt x="11" y="23"/>
                    <a:pt x="12" y="23"/>
                  </a:cubicBezTo>
                  <a:cubicBezTo>
                    <a:pt x="13" y="23"/>
                    <a:pt x="13" y="24"/>
                    <a:pt x="14" y="24"/>
                  </a:cubicBezTo>
                  <a:cubicBezTo>
                    <a:pt x="14" y="24"/>
                    <a:pt x="15" y="25"/>
                    <a:pt x="15" y="25"/>
                  </a:cubicBezTo>
                  <a:cubicBezTo>
                    <a:pt x="17" y="26"/>
                    <a:pt x="19" y="27"/>
                    <a:pt x="20" y="29"/>
                  </a:cubicBezTo>
                  <a:cubicBezTo>
                    <a:pt x="21" y="27"/>
                    <a:pt x="21" y="27"/>
                    <a:pt x="21" y="27"/>
                  </a:cubicBezTo>
                  <a:cubicBezTo>
                    <a:pt x="20" y="26"/>
                    <a:pt x="18" y="24"/>
                    <a:pt x="17" y="23"/>
                  </a:cubicBezTo>
                  <a:close/>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56" name="Freeform 34"/>
            <p:cNvSpPr>
              <a:spLocks/>
            </p:cNvSpPr>
            <p:nvPr/>
          </p:nvSpPr>
          <p:spPr bwMode="auto">
            <a:xfrm>
              <a:off x="11628438" y="2346325"/>
              <a:ext cx="300038" cy="431800"/>
            </a:xfrm>
            <a:custGeom>
              <a:avLst/>
              <a:gdLst>
                <a:gd name="T0" fmla="*/ 31 w 80"/>
                <a:gd name="T1" fmla="*/ 0 h 115"/>
                <a:gd name="T2" fmla="*/ 49 w 80"/>
                <a:gd name="T3" fmla="*/ 94 h 115"/>
                <a:gd name="T4" fmla="*/ 32 w 80"/>
                <a:gd name="T5" fmla="*/ 112 h 115"/>
                <a:gd name="T6" fmla="*/ 80 w 80"/>
                <a:gd name="T7" fmla="*/ 115 h 115"/>
                <a:gd name="T8" fmla="*/ 77 w 80"/>
                <a:gd name="T9" fmla="*/ 71 h 115"/>
                <a:gd name="T10" fmla="*/ 59 w 80"/>
                <a:gd name="T11" fmla="*/ 86 h 115"/>
                <a:gd name="T12" fmla="*/ 57 w 80"/>
                <a:gd name="T13" fmla="*/ 17 h 115"/>
                <a:gd name="T14" fmla="*/ 31 w 80"/>
                <a:gd name="T15" fmla="*/ 0 h 1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 h="115">
                  <a:moveTo>
                    <a:pt x="31" y="0"/>
                  </a:moveTo>
                  <a:cubicBezTo>
                    <a:pt x="31" y="0"/>
                    <a:pt x="0" y="60"/>
                    <a:pt x="49" y="94"/>
                  </a:cubicBezTo>
                  <a:cubicBezTo>
                    <a:pt x="32" y="112"/>
                    <a:pt x="32" y="112"/>
                    <a:pt x="32" y="112"/>
                  </a:cubicBezTo>
                  <a:cubicBezTo>
                    <a:pt x="80" y="115"/>
                    <a:pt x="80" y="115"/>
                    <a:pt x="80" y="115"/>
                  </a:cubicBezTo>
                  <a:cubicBezTo>
                    <a:pt x="77" y="71"/>
                    <a:pt x="77" y="71"/>
                    <a:pt x="77" y="71"/>
                  </a:cubicBezTo>
                  <a:cubicBezTo>
                    <a:pt x="59" y="86"/>
                    <a:pt x="59" y="86"/>
                    <a:pt x="59" y="86"/>
                  </a:cubicBezTo>
                  <a:cubicBezTo>
                    <a:pt x="59" y="86"/>
                    <a:pt x="28" y="55"/>
                    <a:pt x="57" y="17"/>
                  </a:cubicBezTo>
                  <a:lnTo>
                    <a:pt x="31" y="0"/>
                  </a:lnTo>
                  <a:close/>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57" name="Freeform 35"/>
            <p:cNvSpPr>
              <a:spLocks/>
            </p:cNvSpPr>
            <p:nvPr/>
          </p:nvSpPr>
          <p:spPr bwMode="auto">
            <a:xfrm>
              <a:off x="11620500" y="2346325"/>
              <a:ext cx="188913" cy="420688"/>
            </a:xfrm>
            <a:custGeom>
              <a:avLst/>
              <a:gdLst>
                <a:gd name="T0" fmla="*/ 40 w 50"/>
                <a:gd name="T1" fmla="*/ 95 h 112"/>
                <a:gd name="T2" fmla="*/ 26 w 50"/>
                <a:gd name="T3" fmla="*/ 111 h 112"/>
                <a:gd name="T4" fmla="*/ 34 w 50"/>
                <a:gd name="T5" fmla="*/ 112 h 112"/>
                <a:gd name="T6" fmla="*/ 50 w 50"/>
                <a:gd name="T7" fmla="*/ 95 h 112"/>
                <a:gd name="T8" fmla="*/ 40 w 50"/>
                <a:gd name="T9" fmla="*/ 95 h 112"/>
                <a:gd name="T10" fmla="*/ 22 w 50"/>
                <a:gd name="T11" fmla="*/ 10 h 112"/>
                <a:gd name="T12" fmla="*/ 33 w 50"/>
                <a:gd name="T13" fmla="*/ 0 h 112"/>
              </a:gdLst>
              <a:ahLst/>
              <a:cxnLst>
                <a:cxn ang="0">
                  <a:pos x="T0" y="T1"/>
                </a:cxn>
                <a:cxn ang="0">
                  <a:pos x="T2" y="T3"/>
                </a:cxn>
                <a:cxn ang="0">
                  <a:pos x="T4" y="T5"/>
                </a:cxn>
                <a:cxn ang="0">
                  <a:pos x="T6" y="T7"/>
                </a:cxn>
                <a:cxn ang="0">
                  <a:pos x="T8" y="T9"/>
                </a:cxn>
                <a:cxn ang="0">
                  <a:pos x="T10" y="T11"/>
                </a:cxn>
                <a:cxn ang="0">
                  <a:pos x="T12" y="T13"/>
                </a:cxn>
              </a:cxnLst>
              <a:rect l="0" t="0" r="r" b="b"/>
              <a:pathLst>
                <a:path w="50" h="112">
                  <a:moveTo>
                    <a:pt x="40" y="95"/>
                  </a:moveTo>
                  <a:cubicBezTo>
                    <a:pt x="26" y="111"/>
                    <a:pt x="26" y="111"/>
                    <a:pt x="26" y="111"/>
                  </a:cubicBezTo>
                  <a:cubicBezTo>
                    <a:pt x="34" y="112"/>
                    <a:pt x="34" y="112"/>
                    <a:pt x="34" y="112"/>
                  </a:cubicBezTo>
                  <a:cubicBezTo>
                    <a:pt x="50" y="95"/>
                    <a:pt x="50" y="95"/>
                    <a:pt x="50" y="95"/>
                  </a:cubicBezTo>
                  <a:cubicBezTo>
                    <a:pt x="40" y="95"/>
                    <a:pt x="40" y="95"/>
                    <a:pt x="40" y="95"/>
                  </a:cubicBezTo>
                  <a:cubicBezTo>
                    <a:pt x="40" y="95"/>
                    <a:pt x="0" y="64"/>
                    <a:pt x="22" y="10"/>
                  </a:cubicBezTo>
                  <a:cubicBezTo>
                    <a:pt x="33" y="0"/>
                    <a:pt x="33" y="0"/>
                    <a:pt x="33" y="0"/>
                  </a:cubicBezTo>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58" name="Freeform 36"/>
            <p:cNvSpPr>
              <a:spLocks/>
            </p:cNvSpPr>
            <p:nvPr/>
          </p:nvSpPr>
          <p:spPr bwMode="auto">
            <a:xfrm>
              <a:off x="11620500" y="2346325"/>
              <a:ext cx="188913" cy="420688"/>
            </a:xfrm>
            <a:custGeom>
              <a:avLst/>
              <a:gdLst>
                <a:gd name="T0" fmla="*/ 40 w 50"/>
                <a:gd name="T1" fmla="*/ 95 h 112"/>
                <a:gd name="T2" fmla="*/ 26 w 50"/>
                <a:gd name="T3" fmla="*/ 111 h 112"/>
                <a:gd name="T4" fmla="*/ 34 w 50"/>
                <a:gd name="T5" fmla="*/ 112 h 112"/>
                <a:gd name="T6" fmla="*/ 50 w 50"/>
                <a:gd name="T7" fmla="*/ 95 h 112"/>
                <a:gd name="T8" fmla="*/ 40 w 50"/>
                <a:gd name="T9" fmla="*/ 95 h 112"/>
                <a:gd name="T10" fmla="*/ 22 w 50"/>
                <a:gd name="T11" fmla="*/ 10 h 112"/>
                <a:gd name="T12" fmla="*/ 33 w 50"/>
                <a:gd name="T13" fmla="*/ 0 h 112"/>
              </a:gdLst>
              <a:ahLst/>
              <a:cxnLst>
                <a:cxn ang="0">
                  <a:pos x="T0" y="T1"/>
                </a:cxn>
                <a:cxn ang="0">
                  <a:pos x="T2" y="T3"/>
                </a:cxn>
                <a:cxn ang="0">
                  <a:pos x="T4" y="T5"/>
                </a:cxn>
                <a:cxn ang="0">
                  <a:pos x="T6" y="T7"/>
                </a:cxn>
                <a:cxn ang="0">
                  <a:pos x="T8" y="T9"/>
                </a:cxn>
                <a:cxn ang="0">
                  <a:pos x="T10" y="T11"/>
                </a:cxn>
                <a:cxn ang="0">
                  <a:pos x="T12" y="T13"/>
                </a:cxn>
              </a:cxnLst>
              <a:rect l="0" t="0" r="r" b="b"/>
              <a:pathLst>
                <a:path w="50" h="112">
                  <a:moveTo>
                    <a:pt x="40" y="95"/>
                  </a:moveTo>
                  <a:cubicBezTo>
                    <a:pt x="26" y="111"/>
                    <a:pt x="26" y="111"/>
                    <a:pt x="26" y="111"/>
                  </a:cubicBezTo>
                  <a:cubicBezTo>
                    <a:pt x="34" y="112"/>
                    <a:pt x="34" y="112"/>
                    <a:pt x="34" y="112"/>
                  </a:cubicBezTo>
                  <a:cubicBezTo>
                    <a:pt x="50" y="95"/>
                    <a:pt x="50" y="95"/>
                    <a:pt x="50" y="95"/>
                  </a:cubicBezTo>
                  <a:cubicBezTo>
                    <a:pt x="40" y="95"/>
                    <a:pt x="40" y="95"/>
                    <a:pt x="40" y="95"/>
                  </a:cubicBezTo>
                  <a:cubicBezTo>
                    <a:pt x="40" y="95"/>
                    <a:pt x="0" y="64"/>
                    <a:pt x="22" y="10"/>
                  </a:cubicBezTo>
                  <a:cubicBezTo>
                    <a:pt x="33" y="0"/>
                    <a:pt x="33" y="0"/>
                    <a:pt x="33" y="0"/>
                  </a:cubicBezTo>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59" name="Freeform 37"/>
            <p:cNvSpPr>
              <a:spLocks/>
            </p:cNvSpPr>
            <p:nvPr/>
          </p:nvSpPr>
          <p:spPr bwMode="auto">
            <a:xfrm>
              <a:off x="11834813" y="2608262"/>
              <a:ext cx="87313" cy="38100"/>
            </a:xfrm>
            <a:custGeom>
              <a:avLst/>
              <a:gdLst>
                <a:gd name="T0" fmla="*/ 55 w 55"/>
                <a:gd name="T1" fmla="*/ 0 h 24"/>
                <a:gd name="T2" fmla="*/ 24 w 55"/>
                <a:gd name="T3" fmla="*/ 0 h 24"/>
                <a:gd name="T4" fmla="*/ 0 w 55"/>
                <a:gd name="T5" fmla="*/ 24 h 24"/>
                <a:gd name="T6" fmla="*/ 55 w 55"/>
                <a:gd name="T7" fmla="*/ 0 h 24"/>
              </a:gdLst>
              <a:ahLst/>
              <a:cxnLst>
                <a:cxn ang="0">
                  <a:pos x="T0" y="T1"/>
                </a:cxn>
                <a:cxn ang="0">
                  <a:pos x="T2" y="T3"/>
                </a:cxn>
                <a:cxn ang="0">
                  <a:pos x="T4" y="T5"/>
                </a:cxn>
                <a:cxn ang="0">
                  <a:pos x="T6" y="T7"/>
                </a:cxn>
              </a:cxnLst>
              <a:rect l="0" t="0" r="r" b="b"/>
              <a:pathLst>
                <a:path w="55" h="24">
                  <a:moveTo>
                    <a:pt x="55" y="0"/>
                  </a:moveTo>
                  <a:lnTo>
                    <a:pt x="24" y="0"/>
                  </a:lnTo>
                  <a:lnTo>
                    <a:pt x="0" y="24"/>
                  </a:lnTo>
                  <a:lnTo>
                    <a:pt x="55" y="0"/>
                  </a:lnTo>
                  <a:close/>
                </a:path>
              </a:pathLst>
            </a:custGeom>
            <a:noFill/>
            <a:ln w="9525">
              <a:solidFill>
                <a:schemeClr val="bg1">
                  <a:lumMod val="50000"/>
                </a:schemeClr>
              </a:solidFill>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60" name="Freeform 38"/>
            <p:cNvSpPr>
              <a:spLocks/>
            </p:cNvSpPr>
            <p:nvPr/>
          </p:nvSpPr>
          <p:spPr bwMode="auto">
            <a:xfrm>
              <a:off x="11834813" y="2608262"/>
              <a:ext cx="87313" cy="38100"/>
            </a:xfrm>
            <a:custGeom>
              <a:avLst/>
              <a:gdLst>
                <a:gd name="T0" fmla="*/ 55 w 55"/>
                <a:gd name="T1" fmla="*/ 0 h 24"/>
                <a:gd name="T2" fmla="*/ 24 w 55"/>
                <a:gd name="T3" fmla="*/ 0 h 24"/>
                <a:gd name="T4" fmla="*/ 0 w 55"/>
                <a:gd name="T5" fmla="*/ 24 h 24"/>
              </a:gdLst>
              <a:ahLst/>
              <a:cxnLst>
                <a:cxn ang="0">
                  <a:pos x="T0" y="T1"/>
                </a:cxn>
                <a:cxn ang="0">
                  <a:pos x="T2" y="T3"/>
                </a:cxn>
                <a:cxn ang="0">
                  <a:pos x="T4" y="T5"/>
                </a:cxn>
              </a:cxnLst>
              <a:rect l="0" t="0" r="r" b="b"/>
              <a:pathLst>
                <a:path w="55" h="24">
                  <a:moveTo>
                    <a:pt x="55" y="0"/>
                  </a:moveTo>
                  <a:lnTo>
                    <a:pt x="24" y="0"/>
                  </a:lnTo>
                  <a:lnTo>
                    <a:pt x="0" y="24"/>
                  </a:lnTo>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61" name="Freeform 39"/>
            <p:cNvSpPr>
              <a:spLocks/>
            </p:cNvSpPr>
            <p:nvPr/>
          </p:nvSpPr>
          <p:spPr bwMode="auto">
            <a:xfrm>
              <a:off x="10315575" y="5918200"/>
              <a:ext cx="219075" cy="311150"/>
            </a:xfrm>
            <a:custGeom>
              <a:avLst/>
              <a:gdLst>
                <a:gd name="T0" fmla="*/ 36 w 58"/>
                <a:gd name="T1" fmla="*/ 0 h 83"/>
                <a:gd name="T2" fmla="*/ 22 w 58"/>
                <a:gd name="T3" fmla="*/ 68 h 83"/>
                <a:gd name="T4" fmla="*/ 35 w 58"/>
                <a:gd name="T5" fmla="*/ 81 h 83"/>
                <a:gd name="T6" fmla="*/ 0 w 58"/>
                <a:gd name="T7" fmla="*/ 83 h 83"/>
                <a:gd name="T8" fmla="*/ 2 w 58"/>
                <a:gd name="T9" fmla="*/ 51 h 83"/>
                <a:gd name="T10" fmla="*/ 15 w 58"/>
                <a:gd name="T11" fmla="*/ 62 h 83"/>
                <a:gd name="T12" fmla="*/ 17 w 58"/>
                <a:gd name="T13" fmla="*/ 12 h 83"/>
                <a:gd name="T14" fmla="*/ 36 w 58"/>
                <a:gd name="T15" fmla="*/ 0 h 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83">
                  <a:moveTo>
                    <a:pt x="36" y="0"/>
                  </a:moveTo>
                  <a:cubicBezTo>
                    <a:pt x="36" y="0"/>
                    <a:pt x="58" y="43"/>
                    <a:pt x="22" y="68"/>
                  </a:cubicBezTo>
                  <a:cubicBezTo>
                    <a:pt x="35" y="81"/>
                    <a:pt x="35" y="81"/>
                    <a:pt x="35" y="81"/>
                  </a:cubicBezTo>
                  <a:cubicBezTo>
                    <a:pt x="0" y="83"/>
                    <a:pt x="0" y="83"/>
                    <a:pt x="0" y="83"/>
                  </a:cubicBezTo>
                  <a:cubicBezTo>
                    <a:pt x="2" y="51"/>
                    <a:pt x="2" y="51"/>
                    <a:pt x="2" y="51"/>
                  </a:cubicBezTo>
                  <a:cubicBezTo>
                    <a:pt x="15" y="62"/>
                    <a:pt x="15" y="62"/>
                    <a:pt x="15" y="62"/>
                  </a:cubicBezTo>
                  <a:cubicBezTo>
                    <a:pt x="15" y="62"/>
                    <a:pt x="38" y="40"/>
                    <a:pt x="17" y="12"/>
                  </a:cubicBezTo>
                  <a:lnTo>
                    <a:pt x="36" y="0"/>
                  </a:lnTo>
                  <a:close/>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62" name="Freeform 40"/>
            <p:cNvSpPr>
              <a:spLocks/>
            </p:cNvSpPr>
            <p:nvPr/>
          </p:nvSpPr>
          <p:spPr bwMode="auto">
            <a:xfrm>
              <a:off x="10402888" y="5918200"/>
              <a:ext cx="138113" cy="303213"/>
            </a:xfrm>
            <a:custGeom>
              <a:avLst/>
              <a:gdLst>
                <a:gd name="T0" fmla="*/ 8 w 37"/>
                <a:gd name="T1" fmla="*/ 68 h 81"/>
                <a:gd name="T2" fmla="*/ 18 w 37"/>
                <a:gd name="T3" fmla="*/ 80 h 81"/>
                <a:gd name="T4" fmla="*/ 12 w 37"/>
                <a:gd name="T5" fmla="*/ 81 h 81"/>
                <a:gd name="T6" fmla="*/ 0 w 37"/>
                <a:gd name="T7" fmla="*/ 68 h 81"/>
                <a:gd name="T8" fmla="*/ 8 w 37"/>
                <a:gd name="T9" fmla="*/ 68 h 81"/>
                <a:gd name="T10" fmla="*/ 20 w 37"/>
                <a:gd name="T11" fmla="*/ 7 h 81"/>
                <a:gd name="T12" fmla="*/ 13 w 37"/>
                <a:gd name="T13" fmla="*/ 0 h 81"/>
              </a:gdLst>
              <a:ahLst/>
              <a:cxnLst>
                <a:cxn ang="0">
                  <a:pos x="T0" y="T1"/>
                </a:cxn>
                <a:cxn ang="0">
                  <a:pos x="T2" y="T3"/>
                </a:cxn>
                <a:cxn ang="0">
                  <a:pos x="T4" y="T5"/>
                </a:cxn>
                <a:cxn ang="0">
                  <a:pos x="T6" y="T7"/>
                </a:cxn>
                <a:cxn ang="0">
                  <a:pos x="T8" y="T9"/>
                </a:cxn>
                <a:cxn ang="0">
                  <a:pos x="T10" y="T11"/>
                </a:cxn>
                <a:cxn ang="0">
                  <a:pos x="T12" y="T13"/>
                </a:cxn>
              </a:cxnLst>
              <a:rect l="0" t="0" r="r" b="b"/>
              <a:pathLst>
                <a:path w="37" h="81">
                  <a:moveTo>
                    <a:pt x="8" y="68"/>
                  </a:moveTo>
                  <a:cubicBezTo>
                    <a:pt x="18" y="80"/>
                    <a:pt x="18" y="80"/>
                    <a:pt x="18" y="80"/>
                  </a:cubicBezTo>
                  <a:cubicBezTo>
                    <a:pt x="12" y="81"/>
                    <a:pt x="12" y="81"/>
                    <a:pt x="12" y="81"/>
                  </a:cubicBezTo>
                  <a:cubicBezTo>
                    <a:pt x="0" y="68"/>
                    <a:pt x="0" y="68"/>
                    <a:pt x="0" y="68"/>
                  </a:cubicBezTo>
                  <a:cubicBezTo>
                    <a:pt x="8" y="68"/>
                    <a:pt x="8" y="68"/>
                    <a:pt x="8" y="68"/>
                  </a:cubicBezTo>
                  <a:cubicBezTo>
                    <a:pt x="8" y="68"/>
                    <a:pt x="37" y="46"/>
                    <a:pt x="20" y="7"/>
                  </a:cubicBezTo>
                  <a:cubicBezTo>
                    <a:pt x="13" y="0"/>
                    <a:pt x="13" y="0"/>
                    <a:pt x="13" y="0"/>
                  </a:cubicBezTo>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63" name="Freeform 41"/>
            <p:cNvSpPr>
              <a:spLocks/>
            </p:cNvSpPr>
            <p:nvPr/>
          </p:nvSpPr>
          <p:spPr bwMode="auto">
            <a:xfrm>
              <a:off x="10402888" y="5918200"/>
              <a:ext cx="138113" cy="303213"/>
            </a:xfrm>
            <a:custGeom>
              <a:avLst/>
              <a:gdLst>
                <a:gd name="T0" fmla="*/ 8 w 37"/>
                <a:gd name="T1" fmla="*/ 68 h 81"/>
                <a:gd name="T2" fmla="*/ 18 w 37"/>
                <a:gd name="T3" fmla="*/ 80 h 81"/>
                <a:gd name="T4" fmla="*/ 12 w 37"/>
                <a:gd name="T5" fmla="*/ 81 h 81"/>
                <a:gd name="T6" fmla="*/ 0 w 37"/>
                <a:gd name="T7" fmla="*/ 68 h 81"/>
                <a:gd name="T8" fmla="*/ 8 w 37"/>
                <a:gd name="T9" fmla="*/ 68 h 81"/>
                <a:gd name="T10" fmla="*/ 20 w 37"/>
                <a:gd name="T11" fmla="*/ 7 h 81"/>
                <a:gd name="T12" fmla="*/ 13 w 37"/>
                <a:gd name="T13" fmla="*/ 0 h 81"/>
              </a:gdLst>
              <a:ahLst/>
              <a:cxnLst>
                <a:cxn ang="0">
                  <a:pos x="T0" y="T1"/>
                </a:cxn>
                <a:cxn ang="0">
                  <a:pos x="T2" y="T3"/>
                </a:cxn>
                <a:cxn ang="0">
                  <a:pos x="T4" y="T5"/>
                </a:cxn>
                <a:cxn ang="0">
                  <a:pos x="T6" y="T7"/>
                </a:cxn>
                <a:cxn ang="0">
                  <a:pos x="T8" y="T9"/>
                </a:cxn>
                <a:cxn ang="0">
                  <a:pos x="T10" y="T11"/>
                </a:cxn>
                <a:cxn ang="0">
                  <a:pos x="T12" y="T13"/>
                </a:cxn>
              </a:cxnLst>
              <a:rect l="0" t="0" r="r" b="b"/>
              <a:pathLst>
                <a:path w="37" h="81">
                  <a:moveTo>
                    <a:pt x="8" y="68"/>
                  </a:moveTo>
                  <a:cubicBezTo>
                    <a:pt x="18" y="80"/>
                    <a:pt x="18" y="80"/>
                    <a:pt x="18" y="80"/>
                  </a:cubicBezTo>
                  <a:cubicBezTo>
                    <a:pt x="12" y="81"/>
                    <a:pt x="12" y="81"/>
                    <a:pt x="12" y="81"/>
                  </a:cubicBezTo>
                  <a:cubicBezTo>
                    <a:pt x="0" y="68"/>
                    <a:pt x="0" y="68"/>
                    <a:pt x="0" y="68"/>
                  </a:cubicBezTo>
                  <a:cubicBezTo>
                    <a:pt x="8" y="68"/>
                    <a:pt x="8" y="68"/>
                    <a:pt x="8" y="68"/>
                  </a:cubicBezTo>
                  <a:cubicBezTo>
                    <a:pt x="8" y="68"/>
                    <a:pt x="37" y="46"/>
                    <a:pt x="20" y="7"/>
                  </a:cubicBezTo>
                  <a:cubicBezTo>
                    <a:pt x="13" y="0"/>
                    <a:pt x="13" y="0"/>
                    <a:pt x="13" y="0"/>
                  </a:cubicBezTo>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64" name="Freeform 42"/>
            <p:cNvSpPr>
              <a:spLocks/>
            </p:cNvSpPr>
            <p:nvPr/>
          </p:nvSpPr>
          <p:spPr bwMode="auto">
            <a:xfrm>
              <a:off x="10323513" y="6108700"/>
              <a:ext cx="60325" cy="26988"/>
            </a:xfrm>
            <a:custGeom>
              <a:avLst/>
              <a:gdLst>
                <a:gd name="T0" fmla="*/ 0 w 38"/>
                <a:gd name="T1" fmla="*/ 0 h 17"/>
                <a:gd name="T2" fmla="*/ 21 w 38"/>
                <a:gd name="T3" fmla="*/ 0 h 17"/>
                <a:gd name="T4" fmla="*/ 38 w 38"/>
                <a:gd name="T5" fmla="*/ 17 h 17"/>
                <a:gd name="T6" fmla="*/ 0 w 38"/>
                <a:gd name="T7" fmla="*/ 0 h 17"/>
              </a:gdLst>
              <a:ahLst/>
              <a:cxnLst>
                <a:cxn ang="0">
                  <a:pos x="T0" y="T1"/>
                </a:cxn>
                <a:cxn ang="0">
                  <a:pos x="T2" y="T3"/>
                </a:cxn>
                <a:cxn ang="0">
                  <a:pos x="T4" y="T5"/>
                </a:cxn>
                <a:cxn ang="0">
                  <a:pos x="T6" y="T7"/>
                </a:cxn>
              </a:cxnLst>
              <a:rect l="0" t="0" r="r" b="b"/>
              <a:pathLst>
                <a:path w="38" h="17">
                  <a:moveTo>
                    <a:pt x="0" y="0"/>
                  </a:moveTo>
                  <a:lnTo>
                    <a:pt x="21" y="0"/>
                  </a:lnTo>
                  <a:lnTo>
                    <a:pt x="38" y="17"/>
                  </a:lnTo>
                  <a:lnTo>
                    <a:pt x="0" y="0"/>
                  </a:lnTo>
                  <a:close/>
                </a:path>
              </a:pathLst>
            </a:custGeom>
            <a:noFill/>
            <a:ln>
              <a:solidFill>
                <a:schemeClr val="bg1">
                  <a:lumMod val="50000"/>
                </a:schemeClr>
              </a:solidFill>
            </a:ln>
          </p:spPr>
          <p:txBody>
            <a:bodyPr vert="horz" wrap="square" lIns="91440" tIns="45720" rIns="91440" bIns="45720" numCol="1" anchor="t" anchorCtr="0" compatLnSpc="1">
              <a:prstTxWarp prst="textNoShape">
                <a:avLst/>
              </a:prstTxWarp>
            </a:bodyPr>
            <a:lstStyle/>
            <a:p>
              <a:endParaRPr lang="zh-CN" altLang="en-US"/>
            </a:p>
          </p:txBody>
        </p:sp>
        <p:sp>
          <p:nvSpPr>
            <p:cNvPr id="265" name="Freeform 43"/>
            <p:cNvSpPr>
              <a:spLocks/>
            </p:cNvSpPr>
            <p:nvPr/>
          </p:nvSpPr>
          <p:spPr bwMode="auto">
            <a:xfrm>
              <a:off x="10323513" y="6108700"/>
              <a:ext cx="60325" cy="26988"/>
            </a:xfrm>
            <a:custGeom>
              <a:avLst/>
              <a:gdLst>
                <a:gd name="T0" fmla="*/ 0 w 38"/>
                <a:gd name="T1" fmla="*/ 0 h 17"/>
                <a:gd name="T2" fmla="*/ 21 w 38"/>
                <a:gd name="T3" fmla="*/ 0 h 17"/>
                <a:gd name="T4" fmla="*/ 38 w 38"/>
                <a:gd name="T5" fmla="*/ 17 h 17"/>
              </a:gdLst>
              <a:ahLst/>
              <a:cxnLst>
                <a:cxn ang="0">
                  <a:pos x="T0" y="T1"/>
                </a:cxn>
                <a:cxn ang="0">
                  <a:pos x="T2" y="T3"/>
                </a:cxn>
                <a:cxn ang="0">
                  <a:pos x="T4" y="T5"/>
                </a:cxn>
              </a:cxnLst>
              <a:rect l="0" t="0" r="r" b="b"/>
              <a:pathLst>
                <a:path w="38" h="17">
                  <a:moveTo>
                    <a:pt x="0" y="0"/>
                  </a:moveTo>
                  <a:lnTo>
                    <a:pt x="21" y="0"/>
                  </a:lnTo>
                  <a:lnTo>
                    <a:pt x="38" y="17"/>
                  </a:lnTo>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66" name="Freeform 44"/>
            <p:cNvSpPr>
              <a:spLocks/>
            </p:cNvSpPr>
            <p:nvPr/>
          </p:nvSpPr>
          <p:spPr bwMode="auto">
            <a:xfrm>
              <a:off x="11669713" y="3070225"/>
              <a:ext cx="379413" cy="409575"/>
            </a:xfrm>
            <a:custGeom>
              <a:avLst/>
              <a:gdLst>
                <a:gd name="T0" fmla="*/ 30 w 101"/>
                <a:gd name="T1" fmla="*/ 109 h 109"/>
                <a:gd name="T2" fmla="*/ 19 w 101"/>
                <a:gd name="T3" fmla="*/ 72 h 109"/>
                <a:gd name="T4" fmla="*/ 53 w 101"/>
                <a:gd name="T5" fmla="*/ 11 h 109"/>
                <a:gd name="T6" fmla="*/ 65 w 101"/>
                <a:gd name="T7" fmla="*/ 76 h 109"/>
                <a:gd name="T8" fmla="*/ 60 w 101"/>
                <a:gd name="T9" fmla="*/ 109 h 109"/>
              </a:gdLst>
              <a:ahLst/>
              <a:cxnLst>
                <a:cxn ang="0">
                  <a:pos x="T0" y="T1"/>
                </a:cxn>
                <a:cxn ang="0">
                  <a:pos x="T2" y="T3"/>
                </a:cxn>
                <a:cxn ang="0">
                  <a:pos x="T4" y="T5"/>
                </a:cxn>
                <a:cxn ang="0">
                  <a:pos x="T6" y="T7"/>
                </a:cxn>
                <a:cxn ang="0">
                  <a:pos x="T8" y="T9"/>
                </a:cxn>
              </a:cxnLst>
              <a:rect l="0" t="0" r="r" b="b"/>
              <a:pathLst>
                <a:path w="101" h="109">
                  <a:moveTo>
                    <a:pt x="30" y="109"/>
                  </a:moveTo>
                  <a:cubicBezTo>
                    <a:pt x="30" y="109"/>
                    <a:pt x="31" y="91"/>
                    <a:pt x="19" y="72"/>
                  </a:cubicBezTo>
                  <a:cubicBezTo>
                    <a:pt x="3" y="47"/>
                    <a:pt x="0" y="0"/>
                    <a:pt x="53" y="11"/>
                  </a:cubicBezTo>
                  <a:cubicBezTo>
                    <a:pt x="101" y="21"/>
                    <a:pt x="72" y="66"/>
                    <a:pt x="65" y="76"/>
                  </a:cubicBezTo>
                  <a:cubicBezTo>
                    <a:pt x="55" y="90"/>
                    <a:pt x="54" y="104"/>
                    <a:pt x="60" y="109"/>
                  </a:cubicBezTo>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67" name="Freeform 45"/>
            <p:cNvSpPr>
              <a:spLocks/>
            </p:cNvSpPr>
            <p:nvPr/>
          </p:nvSpPr>
          <p:spPr bwMode="auto">
            <a:xfrm>
              <a:off x="11669713" y="3070225"/>
              <a:ext cx="379413" cy="409575"/>
            </a:xfrm>
            <a:custGeom>
              <a:avLst/>
              <a:gdLst>
                <a:gd name="T0" fmla="*/ 30 w 101"/>
                <a:gd name="T1" fmla="*/ 109 h 109"/>
                <a:gd name="T2" fmla="*/ 19 w 101"/>
                <a:gd name="T3" fmla="*/ 72 h 109"/>
                <a:gd name="T4" fmla="*/ 53 w 101"/>
                <a:gd name="T5" fmla="*/ 11 h 109"/>
                <a:gd name="T6" fmla="*/ 65 w 101"/>
                <a:gd name="T7" fmla="*/ 76 h 109"/>
                <a:gd name="T8" fmla="*/ 60 w 101"/>
                <a:gd name="T9" fmla="*/ 109 h 109"/>
              </a:gdLst>
              <a:ahLst/>
              <a:cxnLst>
                <a:cxn ang="0">
                  <a:pos x="T0" y="T1"/>
                </a:cxn>
                <a:cxn ang="0">
                  <a:pos x="T2" y="T3"/>
                </a:cxn>
                <a:cxn ang="0">
                  <a:pos x="T4" y="T5"/>
                </a:cxn>
                <a:cxn ang="0">
                  <a:pos x="T6" y="T7"/>
                </a:cxn>
                <a:cxn ang="0">
                  <a:pos x="T8" y="T9"/>
                </a:cxn>
              </a:cxnLst>
              <a:rect l="0" t="0" r="r" b="b"/>
              <a:pathLst>
                <a:path w="101" h="109">
                  <a:moveTo>
                    <a:pt x="30" y="109"/>
                  </a:moveTo>
                  <a:cubicBezTo>
                    <a:pt x="30" y="109"/>
                    <a:pt x="31" y="91"/>
                    <a:pt x="19" y="72"/>
                  </a:cubicBezTo>
                  <a:cubicBezTo>
                    <a:pt x="3" y="47"/>
                    <a:pt x="0" y="0"/>
                    <a:pt x="53" y="11"/>
                  </a:cubicBezTo>
                  <a:cubicBezTo>
                    <a:pt x="101" y="21"/>
                    <a:pt x="72" y="66"/>
                    <a:pt x="65" y="76"/>
                  </a:cubicBezTo>
                  <a:cubicBezTo>
                    <a:pt x="55" y="90"/>
                    <a:pt x="54" y="104"/>
                    <a:pt x="60" y="109"/>
                  </a:cubicBezTo>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68" name="Freeform 46"/>
            <p:cNvSpPr>
              <a:spLocks/>
            </p:cNvSpPr>
            <p:nvPr/>
          </p:nvSpPr>
          <p:spPr bwMode="auto">
            <a:xfrm>
              <a:off x="11804650" y="3306763"/>
              <a:ext cx="63500" cy="169863"/>
            </a:xfrm>
            <a:custGeom>
              <a:avLst/>
              <a:gdLst>
                <a:gd name="T0" fmla="*/ 3 w 17"/>
                <a:gd name="T1" fmla="*/ 45 h 45"/>
                <a:gd name="T2" fmla="*/ 8 w 17"/>
                <a:gd name="T3" fmla="*/ 5 h 45"/>
                <a:gd name="T4" fmla="*/ 14 w 17"/>
                <a:gd name="T5" fmla="*/ 45 h 45"/>
              </a:gdLst>
              <a:ahLst/>
              <a:cxnLst>
                <a:cxn ang="0">
                  <a:pos x="T0" y="T1"/>
                </a:cxn>
                <a:cxn ang="0">
                  <a:pos x="T2" y="T3"/>
                </a:cxn>
                <a:cxn ang="0">
                  <a:pos x="T4" y="T5"/>
                </a:cxn>
              </a:cxnLst>
              <a:rect l="0" t="0" r="r" b="b"/>
              <a:pathLst>
                <a:path w="17" h="45">
                  <a:moveTo>
                    <a:pt x="3" y="45"/>
                  </a:moveTo>
                  <a:cubicBezTo>
                    <a:pt x="3" y="45"/>
                    <a:pt x="0" y="0"/>
                    <a:pt x="8" y="5"/>
                  </a:cubicBezTo>
                  <a:cubicBezTo>
                    <a:pt x="17" y="10"/>
                    <a:pt x="14" y="45"/>
                    <a:pt x="14" y="45"/>
                  </a:cubicBezTo>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69" name="Freeform 47"/>
            <p:cNvSpPr>
              <a:spLocks/>
            </p:cNvSpPr>
            <p:nvPr/>
          </p:nvSpPr>
          <p:spPr bwMode="auto">
            <a:xfrm>
              <a:off x="11804650" y="3306763"/>
              <a:ext cx="63500" cy="169863"/>
            </a:xfrm>
            <a:custGeom>
              <a:avLst/>
              <a:gdLst>
                <a:gd name="T0" fmla="*/ 3 w 17"/>
                <a:gd name="T1" fmla="*/ 45 h 45"/>
                <a:gd name="T2" fmla="*/ 8 w 17"/>
                <a:gd name="T3" fmla="*/ 5 h 45"/>
                <a:gd name="T4" fmla="*/ 14 w 17"/>
                <a:gd name="T5" fmla="*/ 45 h 45"/>
              </a:gdLst>
              <a:ahLst/>
              <a:cxnLst>
                <a:cxn ang="0">
                  <a:pos x="T0" y="T1"/>
                </a:cxn>
                <a:cxn ang="0">
                  <a:pos x="T2" y="T3"/>
                </a:cxn>
                <a:cxn ang="0">
                  <a:pos x="T4" y="T5"/>
                </a:cxn>
              </a:cxnLst>
              <a:rect l="0" t="0" r="r" b="b"/>
              <a:pathLst>
                <a:path w="17" h="45">
                  <a:moveTo>
                    <a:pt x="3" y="45"/>
                  </a:moveTo>
                  <a:cubicBezTo>
                    <a:pt x="3" y="45"/>
                    <a:pt x="0" y="0"/>
                    <a:pt x="8" y="5"/>
                  </a:cubicBezTo>
                  <a:cubicBezTo>
                    <a:pt x="17" y="10"/>
                    <a:pt x="14" y="45"/>
                    <a:pt x="14" y="45"/>
                  </a:cubicBezTo>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70" name="Freeform 48"/>
            <p:cNvSpPr>
              <a:spLocks/>
            </p:cNvSpPr>
            <p:nvPr/>
          </p:nvSpPr>
          <p:spPr bwMode="auto">
            <a:xfrm>
              <a:off x="11785600" y="3254375"/>
              <a:ext cx="98425" cy="112713"/>
            </a:xfrm>
            <a:custGeom>
              <a:avLst/>
              <a:gdLst>
                <a:gd name="T0" fmla="*/ 8 w 26"/>
                <a:gd name="T1" fmla="*/ 28 h 30"/>
                <a:gd name="T2" fmla="*/ 0 w 26"/>
                <a:gd name="T3" fmla="*/ 9 h 30"/>
                <a:gd name="T4" fmla="*/ 7 w 26"/>
                <a:gd name="T5" fmla="*/ 5 h 30"/>
                <a:gd name="T6" fmla="*/ 17 w 26"/>
                <a:gd name="T7" fmla="*/ 9 h 30"/>
                <a:gd name="T8" fmla="*/ 26 w 26"/>
                <a:gd name="T9" fmla="*/ 11 h 30"/>
                <a:gd name="T10" fmla="*/ 18 w 26"/>
                <a:gd name="T11" fmla="*/ 30 h 30"/>
              </a:gdLst>
              <a:ahLst/>
              <a:cxnLst>
                <a:cxn ang="0">
                  <a:pos x="T0" y="T1"/>
                </a:cxn>
                <a:cxn ang="0">
                  <a:pos x="T2" y="T3"/>
                </a:cxn>
                <a:cxn ang="0">
                  <a:pos x="T4" y="T5"/>
                </a:cxn>
                <a:cxn ang="0">
                  <a:pos x="T6" y="T7"/>
                </a:cxn>
                <a:cxn ang="0">
                  <a:pos x="T8" y="T9"/>
                </a:cxn>
                <a:cxn ang="0">
                  <a:pos x="T10" y="T11"/>
                </a:cxn>
              </a:cxnLst>
              <a:rect l="0" t="0" r="r" b="b"/>
              <a:pathLst>
                <a:path w="26" h="30">
                  <a:moveTo>
                    <a:pt x="8" y="28"/>
                  </a:moveTo>
                  <a:cubicBezTo>
                    <a:pt x="0" y="9"/>
                    <a:pt x="0" y="9"/>
                    <a:pt x="0" y="9"/>
                  </a:cubicBezTo>
                  <a:cubicBezTo>
                    <a:pt x="0" y="9"/>
                    <a:pt x="2" y="0"/>
                    <a:pt x="7" y="5"/>
                  </a:cubicBezTo>
                  <a:cubicBezTo>
                    <a:pt x="11" y="8"/>
                    <a:pt x="11" y="13"/>
                    <a:pt x="17" y="9"/>
                  </a:cubicBezTo>
                  <a:cubicBezTo>
                    <a:pt x="24" y="5"/>
                    <a:pt x="26" y="8"/>
                    <a:pt x="26" y="11"/>
                  </a:cubicBezTo>
                  <a:cubicBezTo>
                    <a:pt x="18" y="30"/>
                    <a:pt x="18" y="30"/>
                    <a:pt x="18" y="30"/>
                  </a:cubicBezTo>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71" name="Freeform 49"/>
            <p:cNvSpPr>
              <a:spLocks/>
            </p:cNvSpPr>
            <p:nvPr/>
          </p:nvSpPr>
          <p:spPr bwMode="auto">
            <a:xfrm>
              <a:off x="11785600" y="3254375"/>
              <a:ext cx="98425" cy="112713"/>
            </a:xfrm>
            <a:custGeom>
              <a:avLst/>
              <a:gdLst>
                <a:gd name="T0" fmla="*/ 8 w 26"/>
                <a:gd name="T1" fmla="*/ 28 h 30"/>
                <a:gd name="T2" fmla="*/ 0 w 26"/>
                <a:gd name="T3" fmla="*/ 9 h 30"/>
                <a:gd name="T4" fmla="*/ 7 w 26"/>
                <a:gd name="T5" fmla="*/ 5 h 30"/>
                <a:gd name="T6" fmla="*/ 17 w 26"/>
                <a:gd name="T7" fmla="*/ 9 h 30"/>
                <a:gd name="T8" fmla="*/ 26 w 26"/>
                <a:gd name="T9" fmla="*/ 11 h 30"/>
                <a:gd name="T10" fmla="*/ 18 w 26"/>
                <a:gd name="T11" fmla="*/ 30 h 30"/>
              </a:gdLst>
              <a:ahLst/>
              <a:cxnLst>
                <a:cxn ang="0">
                  <a:pos x="T0" y="T1"/>
                </a:cxn>
                <a:cxn ang="0">
                  <a:pos x="T2" y="T3"/>
                </a:cxn>
                <a:cxn ang="0">
                  <a:pos x="T4" y="T5"/>
                </a:cxn>
                <a:cxn ang="0">
                  <a:pos x="T6" y="T7"/>
                </a:cxn>
                <a:cxn ang="0">
                  <a:pos x="T8" y="T9"/>
                </a:cxn>
                <a:cxn ang="0">
                  <a:pos x="T10" y="T11"/>
                </a:cxn>
              </a:cxnLst>
              <a:rect l="0" t="0" r="r" b="b"/>
              <a:pathLst>
                <a:path w="26" h="30">
                  <a:moveTo>
                    <a:pt x="8" y="28"/>
                  </a:moveTo>
                  <a:cubicBezTo>
                    <a:pt x="0" y="9"/>
                    <a:pt x="0" y="9"/>
                    <a:pt x="0" y="9"/>
                  </a:cubicBezTo>
                  <a:cubicBezTo>
                    <a:pt x="0" y="9"/>
                    <a:pt x="2" y="0"/>
                    <a:pt x="7" y="5"/>
                  </a:cubicBezTo>
                  <a:cubicBezTo>
                    <a:pt x="11" y="8"/>
                    <a:pt x="11" y="13"/>
                    <a:pt x="17" y="9"/>
                  </a:cubicBezTo>
                  <a:cubicBezTo>
                    <a:pt x="24" y="5"/>
                    <a:pt x="26" y="8"/>
                    <a:pt x="26" y="11"/>
                  </a:cubicBezTo>
                  <a:cubicBezTo>
                    <a:pt x="18" y="30"/>
                    <a:pt x="18" y="30"/>
                    <a:pt x="18" y="30"/>
                  </a:cubicBezTo>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72" name="Freeform 50"/>
            <p:cNvSpPr>
              <a:spLocks/>
            </p:cNvSpPr>
            <p:nvPr/>
          </p:nvSpPr>
          <p:spPr bwMode="auto">
            <a:xfrm>
              <a:off x="11736388" y="3465513"/>
              <a:ext cx="177800" cy="52388"/>
            </a:xfrm>
            <a:custGeom>
              <a:avLst/>
              <a:gdLst>
                <a:gd name="T0" fmla="*/ 5 w 47"/>
                <a:gd name="T1" fmla="*/ 7 h 14"/>
                <a:gd name="T2" fmla="*/ 45 w 47"/>
                <a:gd name="T3" fmla="*/ 4 h 14"/>
                <a:gd name="T4" fmla="*/ 47 w 47"/>
                <a:gd name="T5" fmla="*/ 7 h 14"/>
                <a:gd name="T6" fmla="*/ 5 w 47"/>
                <a:gd name="T7" fmla="*/ 7 h 14"/>
              </a:gdLst>
              <a:ahLst/>
              <a:cxnLst>
                <a:cxn ang="0">
                  <a:pos x="T0" y="T1"/>
                </a:cxn>
                <a:cxn ang="0">
                  <a:pos x="T2" y="T3"/>
                </a:cxn>
                <a:cxn ang="0">
                  <a:pos x="T4" y="T5"/>
                </a:cxn>
                <a:cxn ang="0">
                  <a:pos x="T6" y="T7"/>
                </a:cxn>
              </a:cxnLst>
              <a:rect l="0" t="0" r="r" b="b"/>
              <a:pathLst>
                <a:path w="47" h="14">
                  <a:moveTo>
                    <a:pt x="5" y="7"/>
                  </a:moveTo>
                  <a:cubicBezTo>
                    <a:pt x="5" y="7"/>
                    <a:pt x="0" y="0"/>
                    <a:pt x="45" y="4"/>
                  </a:cubicBezTo>
                  <a:cubicBezTo>
                    <a:pt x="45" y="4"/>
                    <a:pt x="47" y="4"/>
                    <a:pt x="47" y="7"/>
                  </a:cubicBezTo>
                  <a:cubicBezTo>
                    <a:pt x="47" y="14"/>
                    <a:pt x="6" y="14"/>
                    <a:pt x="5" y="7"/>
                  </a:cubicBezTo>
                  <a:close/>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73" name="Freeform 51"/>
            <p:cNvSpPr>
              <a:spLocks/>
            </p:cNvSpPr>
            <p:nvPr/>
          </p:nvSpPr>
          <p:spPr bwMode="auto">
            <a:xfrm>
              <a:off x="11736388" y="3502025"/>
              <a:ext cx="177800" cy="53975"/>
            </a:xfrm>
            <a:custGeom>
              <a:avLst/>
              <a:gdLst>
                <a:gd name="T0" fmla="*/ 5 w 47"/>
                <a:gd name="T1" fmla="*/ 7 h 14"/>
                <a:gd name="T2" fmla="*/ 45 w 47"/>
                <a:gd name="T3" fmla="*/ 4 h 14"/>
                <a:gd name="T4" fmla="*/ 47 w 47"/>
                <a:gd name="T5" fmla="*/ 7 h 14"/>
                <a:gd name="T6" fmla="*/ 5 w 47"/>
                <a:gd name="T7" fmla="*/ 7 h 14"/>
              </a:gdLst>
              <a:ahLst/>
              <a:cxnLst>
                <a:cxn ang="0">
                  <a:pos x="T0" y="T1"/>
                </a:cxn>
                <a:cxn ang="0">
                  <a:pos x="T2" y="T3"/>
                </a:cxn>
                <a:cxn ang="0">
                  <a:pos x="T4" y="T5"/>
                </a:cxn>
                <a:cxn ang="0">
                  <a:pos x="T6" y="T7"/>
                </a:cxn>
              </a:cxnLst>
              <a:rect l="0" t="0" r="r" b="b"/>
              <a:pathLst>
                <a:path w="47" h="14">
                  <a:moveTo>
                    <a:pt x="5" y="7"/>
                  </a:moveTo>
                  <a:cubicBezTo>
                    <a:pt x="5" y="7"/>
                    <a:pt x="0" y="0"/>
                    <a:pt x="45" y="4"/>
                  </a:cubicBezTo>
                  <a:cubicBezTo>
                    <a:pt x="45" y="4"/>
                    <a:pt x="47" y="4"/>
                    <a:pt x="47" y="7"/>
                  </a:cubicBezTo>
                  <a:cubicBezTo>
                    <a:pt x="47" y="14"/>
                    <a:pt x="6" y="14"/>
                    <a:pt x="5" y="7"/>
                  </a:cubicBezTo>
                  <a:close/>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74" name="Freeform 52"/>
            <p:cNvSpPr>
              <a:spLocks/>
            </p:cNvSpPr>
            <p:nvPr/>
          </p:nvSpPr>
          <p:spPr bwMode="auto">
            <a:xfrm>
              <a:off x="11736388" y="3536950"/>
              <a:ext cx="177800" cy="55563"/>
            </a:xfrm>
            <a:custGeom>
              <a:avLst/>
              <a:gdLst>
                <a:gd name="T0" fmla="*/ 5 w 47"/>
                <a:gd name="T1" fmla="*/ 8 h 15"/>
                <a:gd name="T2" fmla="*/ 45 w 47"/>
                <a:gd name="T3" fmla="*/ 4 h 15"/>
                <a:gd name="T4" fmla="*/ 47 w 47"/>
                <a:gd name="T5" fmla="*/ 8 h 15"/>
                <a:gd name="T6" fmla="*/ 5 w 47"/>
                <a:gd name="T7" fmla="*/ 8 h 15"/>
              </a:gdLst>
              <a:ahLst/>
              <a:cxnLst>
                <a:cxn ang="0">
                  <a:pos x="T0" y="T1"/>
                </a:cxn>
                <a:cxn ang="0">
                  <a:pos x="T2" y="T3"/>
                </a:cxn>
                <a:cxn ang="0">
                  <a:pos x="T4" y="T5"/>
                </a:cxn>
                <a:cxn ang="0">
                  <a:pos x="T6" y="T7"/>
                </a:cxn>
              </a:cxnLst>
              <a:rect l="0" t="0" r="r" b="b"/>
              <a:pathLst>
                <a:path w="47" h="15">
                  <a:moveTo>
                    <a:pt x="5" y="8"/>
                  </a:moveTo>
                  <a:cubicBezTo>
                    <a:pt x="5" y="8"/>
                    <a:pt x="0" y="0"/>
                    <a:pt x="45" y="4"/>
                  </a:cubicBezTo>
                  <a:cubicBezTo>
                    <a:pt x="45" y="4"/>
                    <a:pt x="47" y="4"/>
                    <a:pt x="47" y="8"/>
                  </a:cubicBezTo>
                  <a:cubicBezTo>
                    <a:pt x="47" y="14"/>
                    <a:pt x="6" y="15"/>
                    <a:pt x="5" y="8"/>
                  </a:cubicBezTo>
                  <a:close/>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75" name="Freeform 53"/>
            <p:cNvSpPr>
              <a:spLocks/>
            </p:cNvSpPr>
            <p:nvPr/>
          </p:nvSpPr>
          <p:spPr bwMode="auto">
            <a:xfrm>
              <a:off x="11812588" y="3584575"/>
              <a:ext cx="60325" cy="87313"/>
            </a:xfrm>
            <a:custGeom>
              <a:avLst/>
              <a:gdLst>
                <a:gd name="T0" fmla="*/ 0 w 16"/>
                <a:gd name="T1" fmla="*/ 0 h 23"/>
                <a:gd name="T2" fmla="*/ 16 w 16"/>
                <a:gd name="T3" fmla="*/ 0 h 23"/>
              </a:gdLst>
              <a:ahLst/>
              <a:cxnLst>
                <a:cxn ang="0">
                  <a:pos x="T0" y="T1"/>
                </a:cxn>
                <a:cxn ang="0">
                  <a:pos x="T2" y="T3"/>
                </a:cxn>
              </a:cxnLst>
              <a:rect l="0" t="0" r="r" b="b"/>
              <a:pathLst>
                <a:path w="16" h="23">
                  <a:moveTo>
                    <a:pt x="0" y="0"/>
                  </a:moveTo>
                  <a:cubicBezTo>
                    <a:pt x="0" y="0"/>
                    <a:pt x="7" y="23"/>
                    <a:pt x="16" y="0"/>
                  </a:cubicBezTo>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76" name="Freeform 54"/>
            <p:cNvSpPr>
              <a:spLocks/>
            </p:cNvSpPr>
            <p:nvPr/>
          </p:nvSpPr>
          <p:spPr bwMode="auto">
            <a:xfrm>
              <a:off x="11812588" y="3584575"/>
              <a:ext cx="60325" cy="87313"/>
            </a:xfrm>
            <a:custGeom>
              <a:avLst/>
              <a:gdLst>
                <a:gd name="T0" fmla="*/ 0 w 16"/>
                <a:gd name="T1" fmla="*/ 0 h 23"/>
                <a:gd name="T2" fmla="*/ 16 w 16"/>
                <a:gd name="T3" fmla="*/ 0 h 23"/>
              </a:gdLst>
              <a:ahLst/>
              <a:cxnLst>
                <a:cxn ang="0">
                  <a:pos x="T0" y="T1"/>
                </a:cxn>
                <a:cxn ang="0">
                  <a:pos x="T2" y="T3"/>
                </a:cxn>
              </a:cxnLst>
              <a:rect l="0" t="0" r="r" b="b"/>
              <a:pathLst>
                <a:path w="16" h="23">
                  <a:moveTo>
                    <a:pt x="0" y="0"/>
                  </a:moveTo>
                  <a:cubicBezTo>
                    <a:pt x="0" y="0"/>
                    <a:pt x="7" y="23"/>
                    <a:pt x="16" y="0"/>
                  </a:cubicBezTo>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77" name="Freeform 55"/>
            <p:cNvSpPr>
              <a:spLocks/>
            </p:cNvSpPr>
            <p:nvPr/>
          </p:nvSpPr>
          <p:spPr bwMode="auto">
            <a:xfrm>
              <a:off x="11639550" y="3003550"/>
              <a:ext cx="82550" cy="90488"/>
            </a:xfrm>
            <a:custGeom>
              <a:avLst/>
              <a:gdLst>
                <a:gd name="T0" fmla="*/ 22 w 22"/>
                <a:gd name="T1" fmla="*/ 24 h 24"/>
                <a:gd name="T2" fmla="*/ 0 w 22"/>
                <a:gd name="T3" fmla="*/ 0 h 24"/>
              </a:gdLst>
              <a:ahLst/>
              <a:cxnLst>
                <a:cxn ang="0">
                  <a:pos x="T0" y="T1"/>
                </a:cxn>
                <a:cxn ang="0">
                  <a:pos x="T2" y="T3"/>
                </a:cxn>
              </a:cxnLst>
              <a:rect l="0" t="0" r="r" b="b"/>
              <a:pathLst>
                <a:path w="22" h="24">
                  <a:moveTo>
                    <a:pt x="22" y="24"/>
                  </a:moveTo>
                  <a:cubicBezTo>
                    <a:pt x="22" y="24"/>
                    <a:pt x="11" y="2"/>
                    <a:pt x="0" y="0"/>
                  </a:cubicBezTo>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78" name="Freeform 56"/>
            <p:cNvSpPr>
              <a:spLocks/>
            </p:cNvSpPr>
            <p:nvPr/>
          </p:nvSpPr>
          <p:spPr bwMode="auto">
            <a:xfrm>
              <a:off x="11639550" y="3003550"/>
              <a:ext cx="82550" cy="90488"/>
            </a:xfrm>
            <a:custGeom>
              <a:avLst/>
              <a:gdLst>
                <a:gd name="T0" fmla="*/ 22 w 22"/>
                <a:gd name="T1" fmla="*/ 24 h 24"/>
                <a:gd name="T2" fmla="*/ 0 w 22"/>
                <a:gd name="T3" fmla="*/ 0 h 24"/>
              </a:gdLst>
              <a:ahLst/>
              <a:cxnLst>
                <a:cxn ang="0">
                  <a:pos x="T0" y="T1"/>
                </a:cxn>
                <a:cxn ang="0">
                  <a:pos x="T2" y="T3"/>
                </a:cxn>
              </a:cxnLst>
              <a:rect l="0" t="0" r="r" b="b"/>
              <a:pathLst>
                <a:path w="22" h="24">
                  <a:moveTo>
                    <a:pt x="22" y="24"/>
                  </a:moveTo>
                  <a:cubicBezTo>
                    <a:pt x="22" y="24"/>
                    <a:pt x="11" y="2"/>
                    <a:pt x="0" y="0"/>
                  </a:cubicBezTo>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79" name="Freeform 57"/>
            <p:cNvSpPr>
              <a:spLocks/>
            </p:cNvSpPr>
            <p:nvPr/>
          </p:nvSpPr>
          <p:spPr bwMode="auto">
            <a:xfrm>
              <a:off x="11766550" y="3003550"/>
              <a:ext cx="19050" cy="71438"/>
            </a:xfrm>
            <a:custGeom>
              <a:avLst/>
              <a:gdLst>
                <a:gd name="T0" fmla="*/ 5 w 5"/>
                <a:gd name="T1" fmla="*/ 19 h 19"/>
                <a:gd name="T2" fmla="*/ 0 w 5"/>
                <a:gd name="T3" fmla="*/ 0 h 19"/>
              </a:gdLst>
              <a:ahLst/>
              <a:cxnLst>
                <a:cxn ang="0">
                  <a:pos x="T0" y="T1"/>
                </a:cxn>
                <a:cxn ang="0">
                  <a:pos x="T2" y="T3"/>
                </a:cxn>
              </a:cxnLst>
              <a:rect l="0" t="0" r="r" b="b"/>
              <a:pathLst>
                <a:path w="5" h="19">
                  <a:moveTo>
                    <a:pt x="5" y="19"/>
                  </a:moveTo>
                  <a:cubicBezTo>
                    <a:pt x="5" y="19"/>
                    <a:pt x="1" y="0"/>
                    <a:pt x="0" y="0"/>
                  </a:cubicBezTo>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80" name="Freeform 58"/>
            <p:cNvSpPr>
              <a:spLocks/>
            </p:cNvSpPr>
            <p:nvPr/>
          </p:nvSpPr>
          <p:spPr bwMode="auto">
            <a:xfrm>
              <a:off x="11766550" y="3003550"/>
              <a:ext cx="19050" cy="71438"/>
            </a:xfrm>
            <a:custGeom>
              <a:avLst/>
              <a:gdLst>
                <a:gd name="T0" fmla="*/ 5 w 5"/>
                <a:gd name="T1" fmla="*/ 19 h 19"/>
                <a:gd name="T2" fmla="*/ 0 w 5"/>
                <a:gd name="T3" fmla="*/ 0 h 19"/>
              </a:gdLst>
              <a:ahLst/>
              <a:cxnLst>
                <a:cxn ang="0">
                  <a:pos x="T0" y="T1"/>
                </a:cxn>
                <a:cxn ang="0">
                  <a:pos x="T2" y="T3"/>
                </a:cxn>
              </a:cxnLst>
              <a:rect l="0" t="0" r="r" b="b"/>
              <a:pathLst>
                <a:path w="5" h="19">
                  <a:moveTo>
                    <a:pt x="5" y="19"/>
                  </a:moveTo>
                  <a:cubicBezTo>
                    <a:pt x="5" y="19"/>
                    <a:pt x="1" y="0"/>
                    <a:pt x="0" y="0"/>
                  </a:cubicBezTo>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81" name="Freeform 59"/>
            <p:cNvSpPr>
              <a:spLocks/>
            </p:cNvSpPr>
            <p:nvPr/>
          </p:nvSpPr>
          <p:spPr bwMode="auto">
            <a:xfrm>
              <a:off x="11837988" y="2951162"/>
              <a:ext cx="19050" cy="123825"/>
            </a:xfrm>
            <a:custGeom>
              <a:avLst/>
              <a:gdLst>
                <a:gd name="T0" fmla="*/ 3 w 5"/>
                <a:gd name="T1" fmla="*/ 33 h 33"/>
                <a:gd name="T2" fmla="*/ 5 w 5"/>
                <a:gd name="T3" fmla="*/ 0 h 33"/>
              </a:gdLst>
              <a:ahLst/>
              <a:cxnLst>
                <a:cxn ang="0">
                  <a:pos x="T0" y="T1"/>
                </a:cxn>
                <a:cxn ang="0">
                  <a:pos x="T2" y="T3"/>
                </a:cxn>
              </a:cxnLst>
              <a:rect l="0" t="0" r="r" b="b"/>
              <a:pathLst>
                <a:path w="5" h="33">
                  <a:moveTo>
                    <a:pt x="3" y="33"/>
                  </a:moveTo>
                  <a:cubicBezTo>
                    <a:pt x="3" y="33"/>
                    <a:pt x="0" y="6"/>
                    <a:pt x="5" y="0"/>
                  </a:cubicBezTo>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82" name="Freeform 60"/>
            <p:cNvSpPr>
              <a:spLocks/>
            </p:cNvSpPr>
            <p:nvPr/>
          </p:nvSpPr>
          <p:spPr bwMode="auto">
            <a:xfrm>
              <a:off x="11837988" y="2951162"/>
              <a:ext cx="19050" cy="123825"/>
            </a:xfrm>
            <a:custGeom>
              <a:avLst/>
              <a:gdLst>
                <a:gd name="T0" fmla="*/ 3 w 5"/>
                <a:gd name="T1" fmla="*/ 33 h 33"/>
                <a:gd name="T2" fmla="*/ 5 w 5"/>
                <a:gd name="T3" fmla="*/ 0 h 33"/>
              </a:gdLst>
              <a:ahLst/>
              <a:cxnLst>
                <a:cxn ang="0">
                  <a:pos x="T0" y="T1"/>
                </a:cxn>
                <a:cxn ang="0">
                  <a:pos x="T2" y="T3"/>
                </a:cxn>
              </a:cxnLst>
              <a:rect l="0" t="0" r="r" b="b"/>
              <a:pathLst>
                <a:path w="5" h="33">
                  <a:moveTo>
                    <a:pt x="3" y="33"/>
                  </a:moveTo>
                  <a:cubicBezTo>
                    <a:pt x="3" y="33"/>
                    <a:pt x="0" y="6"/>
                    <a:pt x="5" y="0"/>
                  </a:cubicBezTo>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83" name="Freeform 61"/>
            <p:cNvSpPr>
              <a:spLocks/>
            </p:cNvSpPr>
            <p:nvPr/>
          </p:nvSpPr>
          <p:spPr bwMode="auto">
            <a:xfrm>
              <a:off x="11898313" y="3022600"/>
              <a:ext cx="26988" cy="63500"/>
            </a:xfrm>
            <a:custGeom>
              <a:avLst/>
              <a:gdLst>
                <a:gd name="T0" fmla="*/ 0 w 7"/>
                <a:gd name="T1" fmla="*/ 17 h 17"/>
                <a:gd name="T2" fmla="*/ 7 w 7"/>
                <a:gd name="T3" fmla="*/ 0 h 17"/>
              </a:gdLst>
              <a:ahLst/>
              <a:cxnLst>
                <a:cxn ang="0">
                  <a:pos x="T0" y="T1"/>
                </a:cxn>
                <a:cxn ang="0">
                  <a:pos x="T2" y="T3"/>
                </a:cxn>
              </a:cxnLst>
              <a:rect l="0" t="0" r="r" b="b"/>
              <a:pathLst>
                <a:path w="7" h="17">
                  <a:moveTo>
                    <a:pt x="0" y="17"/>
                  </a:moveTo>
                  <a:cubicBezTo>
                    <a:pt x="0" y="17"/>
                    <a:pt x="2" y="2"/>
                    <a:pt x="7" y="0"/>
                  </a:cubicBezTo>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84" name="Freeform 62"/>
            <p:cNvSpPr>
              <a:spLocks/>
            </p:cNvSpPr>
            <p:nvPr/>
          </p:nvSpPr>
          <p:spPr bwMode="auto">
            <a:xfrm>
              <a:off x="11898313" y="3022600"/>
              <a:ext cx="26988" cy="63500"/>
            </a:xfrm>
            <a:custGeom>
              <a:avLst/>
              <a:gdLst>
                <a:gd name="T0" fmla="*/ 0 w 7"/>
                <a:gd name="T1" fmla="*/ 17 h 17"/>
                <a:gd name="T2" fmla="*/ 7 w 7"/>
                <a:gd name="T3" fmla="*/ 0 h 17"/>
              </a:gdLst>
              <a:ahLst/>
              <a:cxnLst>
                <a:cxn ang="0">
                  <a:pos x="T0" y="T1"/>
                </a:cxn>
                <a:cxn ang="0">
                  <a:pos x="T2" y="T3"/>
                </a:cxn>
              </a:cxnLst>
              <a:rect l="0" t="0" r="r" b="b"/>
              <a:pathLst>
                <a:path w="7" h="17">
                  <a:moveTo>
                    <a:pt x="0" y="17"/>
                  </a:moveTo>
                  <a:cubicBezTo>
                    <a:pt x="0" y="17"/>
                    <a:pt x="2" y="2"/>
                    <a:pt x="7" y="0"/>
                  </a:cubicBezTo>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85" name="Freeform 63"/>
            <p:cNvSpPr>
              <a:spLocks/>
            </p:cNvSpPr>
            <p:nvPr/>
          </p:nvSpPr>
          <p:spPr bwMode="auto">
            <a:xfrm>
              <a:off x="11952288" y="3048000"/>
              <a:ext cx="88900" cy="60325"/>
            </a:xfrm>
            <a:custGeom>
              <a:avLst/>
              <a:gdLst>
                <a:gd name="T0" fmla="*/ 0 w 24"/>
                <a:gd name="T1" fmla="*/ 16 h 16"/>
                <a:gd name="T2" fmla="*/ 24 w 24"/>
                <a:gd name="T3" fmla="*/ 2 h 16"/>
              </a:gdLst>
              <a:ahLst/>
              <a:cxnLst>
                <a:cxn ang="0">
                  <a:pos x="T0" y="T1"/>
                </a:cxn>
                <a:cxn ang="0">
                  <a:pos x="T2" y="T3"/>
                </a:cxn>
              </a:cxnLst>
              <a:rect l="0" t="0" r="r" b="b"/>
              <a:pathLst>
                <a:path w="24" h="16">
                  <a:moveTo>
                    <a:pt x="0" y="16"/>
                  </a:moveTo>
                  <a:cubicBezTo>
                    <a:pt x="0" y="16"/>
                    <a:pt x="14" y="0"/>
                    <a:pt x="24" y="2"/>
                  </a:cubicBezTo>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86" name="Freeform 64"/>
            <p:cNvSpPr>
              <a:spLocks/>
            </p:cNvSpPr>
            <p:nvPr/>
          </p:nvSpPr>
          <p:spPr bwMode="auto">
            <a:xfrm>
              <a:off x="11952288" y="3048000"/>
              <a:ext cx="88900" cy="60325"/>
            </a:xfrm>
            <a:custGeom>
              <a:avLst/>
              <a:gdLst>
                <a:gd name="T0" fmla="*/ 0 w 24"/>
                <a:gd name="T1" fmla="*/ 16 h 16"/>
                <a:gd name="T2" fmla="*/ 24 w 24"/>
                <a:gd name="T3" fmla="*/ 2 h 16"/>
              </a:gdLst>
              <a:ahLst/>
              <a:cxnLst>
                <a:cxn ang="0">
                  <a:pos x="T0" y="T1"/>
                </a:cxn>
                <a:cxn ang="0">
                  <a:pos x="T2" y="T3"/>
                </a:cxn>
              </a:cxnLst>
              <a:rect l="0" t="0" r="r" b="b"/>
              <a:pathLst>
                <a:path w="24" h="16">
                  <a:moveTo>
                    <a:pt x="0" y="16"/>
                  </a:moveTo>
                  <a:cubicBezTo>
                    <a:pt x="0" y="16"/>
                    <a:pt x="14" y="0"/>
                    <a:pt x="24" y="2"/>
                  </a:cubicBezTo>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87" name="Freeform 65"/>
            <p:cNvSpPr>
              <a:spLocks/>
            </p:cNvSpPr>
            <p:nvPr/>
          </p:nvSpPr>
          <p:spPr bwMode="auto">
            <a:xfrm>
              <a:off x="11985625" y="3130550"/>
              <a:ext cx="38100" cy="11113"/>
            </a:xfrm>
            <a:custGeom>
              <a:avLst/>
              <a:gdLst>
                <a:gd name="T0" fmla="*/ 0 w 10"/>
                <a:gd name="T1" fmla="*/ 3 h 3"/>
                <a:gd name="T2" fmla="*/ 10 w 10"/>
                <a:gd name="T3" fmla="*/ 1 h 3"/>
              </a:gdLst>
              <a:ahLst/>
              <a:cxnLst>
                <a:cxn ang="0">
                  <a:pos x="T0" y="T1"/>
                </a:cxn>
                <a:cxn ang="0">
                  <a:pos x="T2" y="T3"/>
                </a:cxn>
              </a:cxnLst>
              <a:rect l="0" t="0" r="r" b="b"/>
              <a:pathLst>
                <a:path w="10" h="3">
                  <a:moveTo>
                    <a:pt x="0" y="3"/>
                  </a:moveTo>
                  <a:cubicBezTo>
                    <a:pt x="0" y="3"/>
                    <a:pt x="5" y="0"/>
                    <a:pt x="10" y="1"/>
                  </a:cubicBezTo>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88" name="Freeform 66"/>
            <p:cNvSpPr>
              <a:spLocks/>
            </p:cNvSpPr>
            <p:nvPr/>
          </p:nvSpPr>
          <p:spPr bwMode="auto">
            <a:xfrm>
              <a:off x="11985625" y="3130550"/>
              <a:ext cx="38100" cy="11113"/>
            </a:xfrm>
            <a:custGeom>
              <a:avLst/>
              <a:gdLst>
                <a:gd name="T0" fmla="*/ 0 w 10"/>
                <a:gd name="T1" fmla="*/ 3 h 3"/>
                <a:gd name="T2" fmla="*/ 10 w 10"/>
                <a:gd name="T3" fmla="*/ 1 h 3"/>
              </a:gdLst>
              <a:ahLst/>
              <a:cxnLst>
                <a:cxn ang="0">
                  <a:pos x="T0" y="T1"/>
                </a:cxn>
                <a:cxn ang="0">
                  <a:pos x="T2" y="T3"/>
                </a:cxn>
              </a:cxnLst>
              <a:rect l="0" t="0" r="r" b="b"/>
              <a:pathLst>
                <a:path w="10" h="3">
                  <a:moveTo>
                    <a:pt x="0" y="3"/>
                  </a:moveTo>
                  <a:cubicBezTo>
                    <a:pt x="0" y="3"/>
                    <a:pt x="5" y="0"/>
                    <a:pt x="10" y="1"/>
                  </a:cubicBezTo>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89" name="Freeform 67"/>
            <p:cNvSpPr>
              <a:spLocks/>
            </p:cNvSpPr>
            <p:nvPr/>
          </p:nvSpPr>
          <p:spPr bwMode="auto">
            <a:xfrm>
              <a:off x="11639550" y="3127375"/>
              <a:ext cx="41275" cy="14288"/>
            </a:xfrm>
            <a:custGeom>
              <a:avLst/>
              <a:gdLst>
                <a:gd name="T0" fmla="*/ 11 w 11"/>
                <a:gd name="T1" fmla="*/ 4 h 4"/>
                <a:gd name="T2" fmla="*/ 0 w 11"/>
                <a:gd name="T3" fmla="*/ 0 h 4"/>
              </a:gdLst>
              <a:ahLst/>
              <a:cxnLst>
                <a:cxn ang="0">
                  <a:pos x="T0" y="T1"/>
                </a:cxn>
                <a:cxn ang="0">
                  <a:pos x="T2" y="T3"/>
                </a:cxn>
              </a:cxnLst>
              <a:rect l="0" t="0" r="r" b="b"/>
              <a:pathLst>
                <a:path w="11" h="4">
                  <a:moveTo>
                    <a:pt x="11" y="4"/>
                  </a:moveTo>
                  <a:cubicBezTo>
                    <a:pt x="11" y="4"/>
                    <a:pt x="7" y="0"/>
                    <a:pt x="0" y="0"/>
                  </a:cubicBezTo>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90" name="Freeform 68"/>
            <p:cNvSpPr>
              <a:spLocks/>
            </p:cNvSpPr>
            <p:nvPr/>
          </p:nvSpPr>
          <p:spPr bwMode="auto">
            <a:xfrm>
              <a:off x="11639550" y="3127375"/>
              <a:ext cx="41275" cy="14288"/>
            </a:xfrm>
            <a:custGeom>
              <a:avLst/>
              <a:gdLst>
                <a:gd name="T0" fmla="*/ 11 w 11"/>
                <a:gd name="T1" fmla="*/ 4 h 4"/>
                <a:gd name="T2" fmla="*/ 0 w 11"/>
                <a:gd name="T3" fmla="*/ 0 h 4"/>
              </a:gdLst>
              <a:ahLst/>
              <a:cxnLst>
                <a:cxn ang="0">
                  <a:pos x="T0" y="T1"/>
                </a:cxn>
                <a:cxn ang="0">
                  <a:pos x="T2" y="T3"/>
                </a:cxn>
              </a:cxnLst>
              <a:rect l="0" t="0" r="r" b="b"/>
              <a:pathLst>
                <a:path w="11" h="4">
                  <a:moveTo>
                    <a:pt x="11" y="4"/>
                  </a:moveTo>
                  <a:cubicBezTo>
                    <a:pt x="11" y="4"/>
                    <a:pt x="7" y="0"/>
                    <a:pt x="0" y="0"/>
                  </a:cubicBezTo>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91" name="Freeform 69"/>
            <p:cNvSpPr>
              <a:spLocks/>
            </p:cNvSpPr>
            <p:nvPr/>
          </p:nvSpPr>
          <p:spPr bwMode="auto">
            <a:xfrm>
              <a:off x="9886950" y="6026150"/>
              <a:ext cx="117475" cy="150813"/>
            </a:xfrm>
            <a:custGeom>
              <a:avLst/>
              <a:gdLst>
                <a:gd name="T0" fmla="*/ 29 w 31"/>
                <a:gd name="T1" fmla="*/ 2 h 40"/>
                <a:gd name="T2" fmla="*/ 26 w 31"/>
                <a:gd name="T3" fmla="*/ 0 h 40"/>
                <a:gd name="T4" fmla="*/ 21 w 31"/>
                <a:gd name="T5" fmla="*/ 0 h 40"/>
                <a:gd name="T6" fmla="*/ 4 w 31"/>
                <a:gd name="T7" fmla="*/ 14 h 40"/>
                <a:gd name="T8" fmla="*/ 11 w 31"/>
                <a:gd name="T9" fmla="*/ 39 h 40"/>
                <a:gd name="T10" fmla="*/ 14 w 31"/>
                <a:gd name="T11" fmla="*/ 40 h 40"/>
                <a:gd name="T12" fmla="*/ 15 w 31"/>
                <a:gd name="T13" fmla="*/ 40 h 40"/>
                <a:gd name="T14" fmla="*/ 18 w 31"/>
                <a:gd name="T15" fmla="*/ 40 h 40"/>
                <a:gd name="T16" fmla="*/ 15 w 31"/>
                <a:gd name="T17" fmla="*/ 38 h 40"/>
                <a:gd name="T18" fmla="*/ 11 w 31"/>
                <a:gd name="T19" fmla="*/ 37 h 40"/>
                <a:gd name="T20" fmla="*/ 11 w 31"/>
                <a:gd name="T21" fmla="*/ 37 h 40"/>
                <a:gd name="T22" fmla="*/ 6 w 31"/>
                <a:gd name="T23" fmla="*/ 15 h 40"/>
                <a:gd name="T24" fmla="*/ 21 w 31"/>
                <a:gd name="T25" fmla="*/ 2 h 40"/>
                <a:gd name="T26" fmla="*/ 25 w 31"/>
                <a:gd name="T27" fmla="*/ 2 h 40"/>
                <a:gd name="T28" fmla="*/ 28 w 31"/>
                <a:gd name="T29" fmla="*/ 4 h 40"/>
                <a:gd name="T30" fmla="*/ 31 w 31"/>
                <a:gd name="T31" fmla="*/ 5 h 40"/>
                <a:gd name="T32" fmla="*/ 29 w 31"/>
                <a:gd name="T33" fmla="*/ 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 h="40">
                  <a:moveTo>
                    <a:pt x="29" y="2"/>
                  </a:moveTo>
                  <a:cubicBezTo>
                    <a:pt x="28" y="2"/>
                    <a:pt x="27" y="1"/>
                    <a:pt x="26" y="0"/>
                  </a:cubicBezTo>
                  <a:cubicBezTo>
                    <a:pt x="24" y="0"/>
                    <a:pt x="23" y="0"/>
                    <a:pt x="21" y="0"/>
                  </a:cubicBezTo>
                  <a:cubicBezTo>
                    <a:pt x="14" y="0"/>
                    <a:pt x="7" y="5"/>
                    <a:pt x="4" y="14"/>
                  </a:cubicBezTo>
                  <a:cubicBezTo>
                    <a:pt x="0" y="25"/>
                    <a:pt x="3" y="36"/>
                    <a:pt x="11" y="39"/>
                  </a:cubicBezTo>
                  <a:cubicBezTo>
                    <a:pt x="12" y="39"/>
                    <a:pt x="13" y="40"/>
                    <a:pt x="14" y="40"/>
                  </a:cubicBezTo>
                  <a:cubicBezTo>
                    <a:pt x="14" y="40"/>
                    <a:pt x="15" y="40"/>
                    <a:pt x="15" y="40"/>
                  </a:cubicBezTo>
                  <a:cubicBezTo>
                    <a:pt x="16" y="40"/>
                    <a:pt x="17" y="40"/>
                    <a:pt x="18" y="40"/>
                  </a:cubicBezTo>
                  <a:cubicBezTo>
                    <a:pt x="17" y="39"/>
                    <a:pt x="16" y="39"/>
                    <a:pt x="15" y="38"/>
                  </a:cubicBezTo>
                  <a:cubicBezTo>
                    <a:pt x="14" y="38"/>
                    <a:pt x="12" y="37"/>
                    <a:pt x="11" y="37"/>
                  </a:cubicBezTo>
                  <a:cubicBezTo>
                    <a:pt x="11" y="37"/>
                    <a:pt x="11" y="37"/>
                    <a:pt x="11" y="37"/>
                  </a:cubicBezTo>
                  <a:cubicBezTo>
                    <a:pt x="4" y="34"/>
                    <a:pt x="2" y="24"/>
                    <a:pt x="6" y="15"/>
                  </a:cubicBezTo>
                  <a:cubicBezTo>
                    <a:pt x="9" y="7"/>
                    <a:pt x="15" y="2"/>
                    <a:pt x="21" y="2"/>
                  </a:cubicBezTo>
                  <a:cubicBezTo>
                    <a:pt x="23" y="2"/>
                    <a:pt x="24" y="2"/>
                    <a:pt x="25" y="2"/>
                  </a:cubicBezTo>
                  <a:cubicBezTo>
                    <a:pt x="26" y="3"/>
                    <a:pt x="27" y="3"/>
                    <a:pt x="28" y="4"/>
                  </a:cubicBezTo>
                  <a:cubicBezTo>
                    <a:pt x="29" y="4"/>
                    <a:pt x="30" y="5"/>
                    <a:pt x="31" y="5"/>
                  </a:cubicBezTo>
                  <a:cubicBezTo>
                    <a:pt x="31" y="4"/>
                    <a:pt x="30" y="3"/>
                    <a:pt x="29" y="2"/>
                  </a:cubicBezTo>
                  <a:close/>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92" name="Freeform 70"/>
            <p:cNvSpPr>
              <a:spLocks noEditPoints="1"/>
            </p:cNvSpPr>
            <p:nvPr/>
          </p:nvSpPr>
          <p:spPr bwMode="auto">
            <a:xfrm>
              <a:off x="9913938" y="6034088"/>
              <a:ext cx="134938" cy="150813"/>
            </a:xfrm>
            <a:custGeom>
              <a:avLst/>
              <a:gdLst>
                <a:gd name="T0" fmla="*/ 25 w 36"/>
                <a:gd name="T1" fmla="*/ 1 h 40"/>
                <a:gd name="T2" fmla="*/ 22 w 36"/>
                <a:gd name="T3" fmla="*/ 0 h 40"/>
                <a:gd name="T4" fmla="*/ 21 w 36"/>
                <a:gd name="T5" fmla="*/ 0 h 40"/>
                <a:gd name="T6" fmla="*/ 18 w 36"/>
                <a:gd name="T7" fmla="*/ 0 h 40"/>
                <a:gd name="T8" fmla="*/ 3 w 36"/>
                <a:gd name="T9" fmla="*/ 14 h 40"/>
                <a:gd name="T10" fmla="*/ 4 w 36"/>
                <a:gd name="T11" fmla="*/ 35 h 40"/>
                <a:gd name="T12" fmla="*/ 7 w 36"/>
                <a:gd name="T13" fmla="*/ 38 h 40"/>
                <a:gd name="T14" fmla="*/ 10 w 36"/>
                <a:gd name="T15" fmla="*/ 40 h 40"/>
                <a:gd name="T16" fmla="*/ 14 w 36"/>
                <a:gd name="T17" fmla="*/ 40 h 40"/>
                <a:gd name="T18" fmla="*/ 32 w 36"/>
                <a:gd name="T19" fmla="*/ 26 h 40"/>
                <a:gd name="T20" fmla="*/ 25 w 36"/>
                <a:gd name="T21" fmla="*/ 1 h 40"/>
                <a:gd name="T22" fmla="*/ 30 w 36"/>
                <a:gd name="T23" fmla="*/ 25 h 40"/>
                <a:gd name="T24" fmla="*/ 14 w 36"/>
                <a:gd name="T25" fmla="*/ 38 h 40"/>
                <a:gd name="T26" fmla="*/ 11 w 36"/>
                <a:gd name="T27" fmla="*/ 38 h 40"/>
                <a:gd name="T28" fmla="*/ 11 w 36"/>
                <a:gd name="T29" fmla="*/ 38 h 40"/>
                <a:gd name="T30" fmla="*/ 8 w 36"/>
                <a:gd name="T31" fmla="*/ 36 h 40"/>
                <a:gd name="T32" fmla="*/ 5 w 36"/>
                <a:gd name="T33" fmla="*/ 15 h 40"/>
                <a:gd name="T34" fmla="*/ 21 w 36"/>
                <a:gd name="T35" fmla="*/ 2 h 40"/>
                <a:gd name="T36" fmla="*/ 21 w 36"/>
                <a:gd name="T37" fmla="*/ 2 h 40"/>
                <a:gd name="T38" fmla="*/ 24 w 36"/>
                <a:gd name="T39" fmla="*/ 3 h 40"/>
                <a:gd name="T40" fmla="*/ 24 w 36"/>
                <a:gd name="T41" fmla="*/ 3 h 40"/>
                <a:gd name="T42" fmla="*/ 30 w 36"/>
                <a:gd name="T43" fmla="*/ 2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 h="40">
                  <a:moveTo>
                    <a:pt x="25" y="1"/>
                  </a:moveTo>
                  <a:cubicBezTo>
                    <a:pt x="24" y="1"/>
                    <a:pt x="23" y="0"/>
                    <a:pt x="22" y="0"/>
                  </a:cubicBezTo>
                  <a:cubicBezTo>
                    <a:pt x="22" y="0"/>
                    <a:pt x="21" y="0"/>
                    <a:pt x="21" y="0"/>
                  </a:cubicBezTo>
                  <a:cubicBezTo>
                    <a:pt x="20" y="0"/>
                    <a:pt x="19" y="0"/>
                    <a:pt x="18" y="0"/>
                  </a:cubicBezTo>
                  <a:cubicBezTo>
                    <a:pt x="12" y="2"/>
                    <a:pt x="6" y="7"/>
                    <a:pt x="3" y="14"/>
                  </a:cubicBezTo>
                  <a:cubicBezTo>
                    <a:pt x="0" y="22"/>
                    <a:pt x="1" y="30"/>
                    <a:pt x="4" y="35"/>
                  </a:cubicBezTo>
                  <a:cubicBezTo>
                    <a:pt x="5" y="36"/>
                    <a:pt x="6" y="37"/>
                    <a:pt x="7" y="38"/>
                  </a:cubicBezTo>
                  <a:cubicBezTo>
                    <a:pt x="8" y="38"/>
                    <a:pt x="9" y="39"/>
                    <a:pt x="10" y="40"/>
                  </a:cubicBezTo>
                  <a:cubicBezTo>
                    <a:pt x="11" y="40"/>
                    <a:pt x="13" y="40"/>
                    <a:pt x="14" y="40"/>
                  </a:cubicBezTo>
                  <a:cubicBezTo>
                    <a:pt x="21" y="40"/>
                    <a:pt x="28" y="35"/>
                    <a:pt x="32" y="26"/>
                  </a:cubicBezTo>
                  <a:cubicBezTo>
                    <a:pt x="36" y="15"/>
                    <a:pt x="33" y="4"/>
                    <a:pt x="25" y="1"/>
                  </a:cubicBezTo>
                  <a:close/>
                  <a:moveTo>
                    <a:pt x="30" y="25"/>
                  </a:moveTo>
                  <a:cubicBezTo>
                    <a:pt x="27" y="33"/>
                    <a:pt x="20" y="38"/>
                    <a:pt x="14" y="38"/>
                  </a:cubicBezTo>
                  <a:cubicBezTo>
                    <a:pt x="13" y="38"/>
                    <a:pt x="12" y="38"/>
                    <a:pt x="11" y="38"/>
                  </a:cubicBezTo>
                  <a:cubicBezTo>
                    <a:pt x="11" y="38"/>
                    <a:pt x="11" y="38"/>
                    <a:pt x="11" y="38"/>
                  </a:cubicBezTo>
                  <a:cubicBezTo>
                    <a:pt x="10" y="37"/>
                    <a:pt x="9" y="37"/>
                    <a:pt x="8" y="36"/>
                  </a:cubicBezTo>
                  <a:cubicBezTo>
                    <a:pt x="3" y="32"/>
                    <a:pt x="2" y="23"/>
                    <a:pt x="5" y="15"/>
                  </a:cubicBezTo>
                  <a:cubicBezTo>
                    <a:pt x="8" y="8"/>
                    <a:pt x="15" y="2"/>
                    <a:pt x="21" y="2"/>
                  </a:cubicBezTo>
                  <a:cubicBezTo>
                    <a:pt x="21" y="2"/>
                    <a:pt x="21" y="2"/>
                    <a:pt x="21" y="2"/>
                  </a:cubicBezTo>
                  <a:cubicBezTo>
                    <a:pt x="22" y="2"/>
                    <a:pt x="23" y="3"/>
                    <a:pt x="24" y="3"/>
                  </a:cubicBezTo>
                  <a:cubicBezTo>
                    <a:pt x="24" y="3"/>
                    <a:pt x="24" y="3"/>
                    <a:pt x="24" y="3"/>
                  </a:cubicBezTo>
                  <a:cubicBezTo>
                    <a:pt x="31" y="6"/>
                    <a:pt x="34" y="16"/>
                    <a:pt x="30" y="25"/>
                  </a:cubicBezTo>
                  <a:close/>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93" name="Freeform 71"/>
            <p:cNvSpPr>
              <a:spLocks/>
            </p:cNvSpPr>
            <p:nvPr/>
          </p:nvSpPr>
          <p:spPr bwMode="auto">
            <a:xfrm>
              <a:off x="10033000" y="6270625"/>
              <a:ext cx="117475" cy="150813"/>
            </a:xfrm>
            <a:custGeom>
              <a:avLst/>
              <a:gdLst>
                <a:gd name="T0" fmla="*/ 29 w 31"/>
                <a:gd name="T1" fmla="*/ 2 h 40"/>
                <a:gd name="T2" fmla="*/ 26 w 31"/>
                <a:gd name="T3" fmla="*/ 1 h 40"/>
                <a:gd name="T4" fmla="*/ 21 w 31"/>
                <a:gd name="T5" fmla="*/ 0 h 40"/>
                <a:gd name="T6" fmla="*/ 4 w 31"/>
                <a:gd name="T7" fmla="*/ 14 h 40"/>
                <a:gd name="T8" fmla="*/ 10 w 31"/>
                <a:gd name="T9" fmla="*/ 39 h 40"/>
                <a:gd name="T10" fmla="*/ 14 w 31"/>
                <a:gd name="T11" fmla="*/ 40 h 40"/>
                <a:gd name="T12" fmla="*/ 15 w 31"/>
                <a:gd name="T13" fmla="*/ 40 h 40"/>
                <a:gd name="T14" fmla="*/ 17 w 31"/>
                <a:gd name="T15" fmla="*/ 40 h 40"/>
                <a:gd name="T16" fmla="*/ 15 w 31"/>
                <a:gd name="T17" fmla="*/ 38 h 40"/>
                <a:gd name="T18" fmla="*/ 11 w 31"/>
                <a:gd name="T19" fmla="*/ 37 h 40"/>
                <a:gd name="T20" fmla="*/ 11 w 31"/>
                <a:gd name="T21" fmla="*/ 37 h 40"/>
                <a:gd name="T22" fmla="*/ 6 w 31"/>
                <a:gd name="T23" fmla="*/ 15 h 40"/>
                <a:gd name="T24" fmla="*/ 21 w 31"/>
                <a:gd name="T25" fmla="*/ 2 h 40"/>
                <a:gd name="T26" fmla="*/ 25 w 31"/>
                <a:gd name="T27" fmla="*/ 2 h 40"/>
                <a:gd name="T28" fmla="*/ 28 w 31"/>
                <a:gd name="T29" fmla="*/ 4 h 40"/>
                <a:gd name="T30" fmla="*/ 31 w 31"/>
                <a:gd name="T31" fmla="*/ 5 h 40"/>
                <a:gd name="T32" fmla="*/ 29 w 31"/>
                <a:gd name="T33" fmla="*/ 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 h="40">
                  <a:moveTo>
                    <a:pt x="29" y="2"/>
                  </a:moveTo>
                  <a:cubicBezTo>
                    <a:pt x="28" y="2"/>
                    <a:pt x="27" y="1"/>
                    <a:pt x="26" y="1"/>
                  </a:cubicBezTo>
                  <a:cubicBezTo>
                    <a:pt x="24" y="0"/>
                    <a:pt x="23" y="0"/>
                    <a:pt x="21" y="0"/>
                  </a:cubicBezTo>
                  <a:cubicBezTo>
                    <a:pt x="14" y="0"/>
                    <a:pt x="7" y="5"/>
                    <a:pt x="4" y="14"/>
                  </a:cubicBezTo>
                  <a:cubicBezTo>
                    <a:pt x="0" y="25"/>
                    <a:pt x="3" y="36"/>
                    <a:pt x="10" y="39"/>
                  </a:cubicBezTo>
                  <a:cubicBezTo>
                    <a:pt x="11" y="39"/>
                    <a:pt x="13" y="40"/>
                    <a:pt x="14" y="40"/>
                  </a:cubicBezTo>
                  <a:cubicBezTo>
                    <a:pt x="14" y="40"/>
                    <a:pt x="15" y="40"/>
                    <a:pt x="15" y="40"/>
                  </a:cubicBezTo>
                  <a:cubicBezTo>
                    <a:pt x="16" y="40"/>
                    <a:pt x="17" y="40"/>
                    <a:pt x="17" y="40"/>
                  </a:cubicBezTo>
                  <a:cubicBezTo>
                    <a:pt x="16" y="39"/>
                    <a:pt x="15" y="39"/>
                    <a:pt x="15" y="38"/>
                  </a:cubicBezTo>
                  <a:cubicBezTo>
                    <a:pt x="13" y="38"/>
                    <a:pt x="12" y="38"/>
                    <a:pt x="11" y="37"/>
                  </a:cubicBezTo>
                  <a:cubicBezTo>
                    <a:pt x="11" y="37"/>
                    <a:pt x="11" y="37"/>
                    <a:pt x="11" y="37"/>
                  </a:cubicBezTo>
                  <a:cubicBezTo>
                    <a:pt x="4" y="34"/>
                    <a:pt x="2" y="24"/>
                    <a:pt x="6" y="15"/>
                  </a:cubicBezTo>
                  <a:cubicBezTo>
                    <a:pt x="9" y="7"/>
                    <a:pt x="15" y="2"/>
                    <a:pt x="21" y="2"/>
                  </a:cubicBezTo>
                  <a:cubicBezTo>
                    <a:pt x="23" y="2"/>
                    <a:pt x="24" y="2"/>
                    <a:pt x="25" y="2"/>
                  </a:cubicBezTo>
                  <a:cubicBezTo>
                    <a:pt x="26" y="3"/>
                    <a:pt x="27" y="4"/>
                    <a:pt x="28" y="4"/>
                  </a:cubicBezTo>
                  <a:cubicBezTo>
                    <a:pt x="29" y="4"/>
                    <a:pt x="30" y="5"/>
                    <a:pt x="31" y="5"/>
                  </a:cubicBezTo>
                  <a:cubicBezTo>
                    <a:pt x="31" y="4"/>
                    <a:pt x="30" y="3"/>
                    <a:pt x="29" y="2"/>
                  </a:cubicBezTo>
                  <a:close/>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94" name="Freeform 72"/>
            <p:cNvSpPr>
              <a:spLocks noEditPoints="1"/>
            </p:cNvSpPr>
            <p:nvPr/>
          </p:nvSpPr>
          <p:spPr bwMode="auto">
            <a:xfrm>
              <a:off x="10059988" y="6278563"/>
              <a:ext cx="134938" cy="150813"/>
            </a:xfrm>
            <a:custGeom>
              <a:avLst/>
              <a:gdLst>
                <a:gd name="T0" fmla="*/ 25 w 36"/>
                <a:gd name="T1" fmla="*/ 1 h 40"/>
                <a:gd name="T2" fmla="*/ 22 w 36"/>
                <a:gd name="T3" fmla="*/ 0 h 40"/>
                <a:gd name="T4" fmla="*/ 21 w 36"/>
                <a:gd name="T5" fmla="*/ 0 h 40"/>
                <a:gd name="T6" fmla="*/ 18 w 36"/>
                <a:gd name="T7" fmla="*/ 0 h 40"/>
                <a:gd name="T8" fmla="*/ 3 w 36"/>
                <a:gd name="T9" fmla="*/ 15 h 40"/>
                <a:gd name="T10" fmla="*/ 4 w 36"/>
                <a:gd name="T11" fmla="*/ 35 h 40"/>
                <a:gd name="T12" fmla="*/ 7 w 36"/>
                <a:gd name="T13" fmla="*/ 38 h 40"/>
                <a:gd name="T14" fmla="*/ 10 w 36"/>
                <a:gd name="T15" fmla="*/ 40 h 40"/>
                <a:gd name="T16" fmla="*/ 14 w 36"/>
                <a:gd name="T17" fmla="*/ 40 h 40"/>
                <a:gd name="T18" fmla="*/ 32 w 36"/>
                <a:gd name="T19" fmla="*/ 26 h 40"/>
                <a:gd name="T20" fmla="*/ 25 w 36"/>
                <a:gd name="T21" fmla="*/ 1 h 40"/>
                <a:gd name="T22" fmla="*/ 30 w 36"/>
                <a:gd name="T23" fmla="*/ 25 h 40"/>
                <a:gd name="T24" fmla="*/ 14 w 36"/>
                <a:gd name="T25" fmla="*/ 38 h 40"/>
                <a:gd name="T26" fmla="*/ 11 w 36"/>
                <a:gd name="T27" fmla="*/ 38 h 40"/>
                <a:gd name="T28" fmla="*/ 10 w 36"/>
                <a:gd name="T29" fmla="*/ 38 h 40"/>
                <a:gd name="T30" fmla="*/ 8 w 36"/>
                <a:gd name="T31" fmla="*/ 36 h 40"/>
                <a:gd name="T32" fmla="*/ 5 w 36"/>
                <a:gd name="T33" fmla="*/ 15 h 40"/>
                <a:gd name="T34" fmla="*/ 21 w 36"/>
                <a:gd name="T35" fmla="*/ 2 h 40"/>
                <a:gd name="T36" fmla="*/ 21 w 36"/>
                <a:gd name="T37" fmla="*/ 2 h 40"/>
                <a:gd name="T38" fmla="*/ 24 w 36"/>
                <a:gd name="T39" fmla="*/ 3 h 40"/>
                <a:gd name="T40" fmla="*/ 24 w 36"/>
                <a:gd name="T41" fmla="*/ 3 h 40"/>
                <a:gd name="T42" fmla="*/ 30 w 36"/>
                <a:gd name="T43" fmla="*/ 2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 h="40">
                  <a:moveTo>
                    <a:pt x="25" y="1"/>
                  </a:moveTo>
                  <a:cubicBezTo>
                    <a:pt x="24" y="1"/>
                    <a:pt x="23" y="0"/>
                    <a:pt x="22" y="0"/>
                  </a:cubicBezTo>
                  <a:cubicBezTo>
                    <a:pt x="21" y="0"/>
                    <a:pt x="21" y="0"/>
                    <a:pt x="21" y="0"/>
                  </a:cubicBezTo>
                  <a:cubicBezTo>
                    <a:pt x="20" y="0"/>
                    <a:pt x="19" y="0"/>
                    <a:pt x="18" y="0"/>
                  </a:cubicBezTo>
                  <a:cubicBezTo>
                    <a:pt x="12" y="2"/>
                    <a:pt x="6" y="7"/>
                    <a:pt x="3" y="15"/>
                  </a:cubicBezTo>
                  <a:cubicBezTo>
                    <a:pt x="0" y="22"/>
                    <a:pt x="1" y="30"/>
                    <a:pt x="4" y="35"/>
                  </a:cubicBezTo>
                  <a:cubicBezTo>
                    <a:pt x="5" y="36"/>
                    <a:pt x="6" y="37"/>
                    <a:pt x="7" y="38"/>
                  </a:cubicBezTo>
                  <a:cubicBezTo>
                    <a:pt x="8" y="39"/>
                    <a:pt x="9" y="39"/>
                    <a:pt x="10" y="40"/>
                  </a:cubicBezTo>
                  <a:cubicBezTo>
                    <a:pt x="11" y="40"/>
                    <a:pt x="13" y="40"/>
                    <a:pt x="14" y="40"/>
                  </a:cubicBezTo>
                  <a:cubicBezTo>
                    <a:pt x="21" y="40"/>
                    <a:pt x="28" y="35"/>
                    <a:pt x="32" y="26"/>
                  </a:cubicBezTo>
                  <a:cubicBezTo>
                    <a:pt x="36" y="15"/>
                    <a:pt x="33" y="4"/>
                    <a:pt x="25" y="1"/>
                  </a:cubicBezTo>
                  <a:close/>
                  <a:moveTo>
                    <a:pt x="30" y="25"/>
                  </a:moveTo>
                  <a:cubicBezTo>
                    <a:pt x="27" y="33"/>
                    <a:pt x="20" y="38"/>
                    <a:pt x="14" y="38"/>
                  </a:cubicBezTo>
                  <a:cubicBezTo>
                    <a:pt x="13" y="38"/>
                    <a:pt x="12" y="38"/>
                    <a:pt x="11" y="38"/>
                  </a:cubicBezTo>
                  <a:cubicBezTo>
                    <a:pt x="10" y="38"/>
                    <a:pt x="10" y="38"/>
                    <a:pt x="10" y="38"/>
                  </a:cubicBezTo>
                  <a:cubicBezTo>
                    <a:pt x="9" y="37"/>
                    <a:pt x="8" y="37"/>
                    <a:pt x="8" y="36"/>
                  </a:cubicBezTo>
                  <a:cubicBezTo>
                    <a:pt x="3" y="32"/>
                    <a:pt x="2" y="23"/>
                    <a:pt x="5" y="15"/>
                  </a:cubicBezTo>
                  <a:cubicBezTo>
                    <a:pt x="8" y="8"/>
                    <a:pt x="15" y="2"/>
                    <a:pt x="21" y="2"/>
                  </a:cubicBezTo>
                  <a:cubicBezTo>
                    <a:pt x="21" y="2"/>
                    <a:pt x="21" y="2"/>
                    <a:pt x="21" y="2"/>
                  </a:cubicBezTo>
                  <a:cubicBezTo>
                    <a:pt x="22" y="2"/>
                    <a:pt x="23" y="3"/>
                    <a:pt x="24" y="3"/>
                  </a:cubicBezTo>
                  <a:cubicBezTo>
                    <a:pt x="24" y="3"/>
                    <a:pt x="24" y="3"/>
                    <a:pt x="24" y="3"/>
                  </a:cubicBezTo>
                  <a:cubicBezTo>
                    <a:pt x="31" y="6"/>
                    <a:pt x="34" y="16"/>
                    <a:pt x="30" y="25"/>
                  </a:cubicBezTo>
                  <a:close/>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95" name="Freeform 73"/>
            <p:cNvSpPr>
              <a:spLocks noEditPoints="1"/>
            </p:cNvSpPr>
            <p:nvPr/>
          </p:nvSpPr>
          <p:spPr bwMode="auto">
            <a:xfrm>
              <a:off x="9909175" y="6034088"/>
              <a:ext cx="279400" cy="395288"/>
            </a:xfrm>
            <a:custGeom>
              <a:avLst/>
              <a:gdLst>
                <a:gd name="T0" fmla="*/ 126 w 176"/>
                <a:gd name="T1" fmla="*/ 0 h 249"/>
                <a:gd name="T2" fmla="*/ 5 w 176"/>
                <a:gd name="T3" fmla="*/ 244 h 249"/>
                <a:gd name="T4" fmla="*/ 0 w 176"/>
                <a:gd name="T5" fmla="*/ 249 h 249"/>
                <a:gd name="T6" fmla="*/ 0 w 176"/>
                <a:gd name="T7" fmla="*/ 249 h 249"/>
                <a:gd name="T8" fmla="*/ 48 w 176"/>
                <a:gd name="T9" fmla="*/ 249 h 249"/>
                <a:gd name="T10" fmla="*/ 176 w 176"/>
                <a:gd name="T11" fmla="*/ 0 h 249"/>
                <a:gd name="T12" fmla="*/ 126 w 176"/>
                <a:gd name="T13" fmla="*/ 0 h 249"/>
                <a:gd name="T14" fmla="*/ 45 w 176"/>
                <a:gd name="T15" fmla="*/ 244 h 249"/>
                <a:gd name="T16" fmla="*/ 10 w 176"/>
                <a:gd name="T17" fmla="*/ 244 h 249"/>
                <a:gd name="T18" fmla="*/ 131 w 176"/>
                <a:gd name="T19" fmla="*/ 5 h 249"/>
                <a:gd name="T20" fmla="*/ 166 w 176"/>
                <a:gd name="T21" fmla="*/ 5 h 249"/>
                <a:gd name="T22" fmla="*/ 133 w 176"/>
                <a:gd name="T23" fmla="*/ 73 h 249"/>
                <a:gd name="T24" fmla="*/ 45 w 176"/>
                <a:gd name="T25" fmla="*/ 244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6" h="249">
                  <a:moveTo>
                    <a:pt x="126" y="0"/>
                  </a:moveTo>
                  <a:lnTo>
                    <a:pt x="5" y="244"/>
                  </a:lnTo>
                  <a:lnTo>
                    <a:pt x="0" y="249"/>
                  </a:lnTo>
                  <a:lnTo>
                    <a:pt x="0" y="249"/>
                  </a:lnTo>
                  <a:lnTo>
                    <a:pt x="48" y="249"/>
                  </a:lnTo>
                  <a:lnTo>
                    <a:pt x="176" y="0"/>
                  </a:lnTo>
                  <a:lnTo>
                    <a:pt x="126" y="0"/>
                  </a:lnTo>
                  <a:close/>
                  <a:moveTo>
                    <a:pt x="45" y="244"/>
                  </a:moveTo>
                  <a:lnTo>
                    <a:pt x="10" y="244"/>
                  </a:lnTo>
                  <a:lnTo>
                    <a:pt x="131" y="5"/>
                  </a:lnTo>
                  <a:lnTo>
                    <a:pt x="166" y="5"/>
                  </a:lnTo>
                  <a:lnTo>
                    <a:pt x="133" y="73"/>
                  </a:lnTo>
                  <a:lnTo>
                    <a:pt x="45" y="244"/>
                  </a:lnTo>
                  <a:close/>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96" name="Freeform 74"/>
            <p:cNvSpPr>
              <a:spLocks/>
            </p:cNvSpPr>
            <p:nvPr/>
          </p:nvSpPr>
          <p:spPr bwMode="auto">
            <a:xfrm>
              <a:off x="9898063" y="6015038"/>
              <a:ext cx="285750" cy="414338"/>
            </a:xfrm>
            <a:custGeom>
              <a:avLst/>
              <a:gdLst>
                <a:gd name="T0" fmla="*/ 164 w 180"/>
                <a:gd name="T1" fmla="*/ 0 h 261"/>
                <a:gd name="T2" fmla="*/ 123 w 180"/>
                <a:gd name="T3" fmla="*/ 0 h 261"/>
                <a:gd name="T4" fmla="*/ 0 w 180"/>
                <a:gd name="T5" fmla="*/ 246 h 261"/>
                <a:gd name="T6" fmla="*/ 0 w 180"/>
                <a:gd name="T7" fmla="*/ 246 h 261"/>
                <a:gd name="T8" fmla="*/ 7 w 180"/>
                <a:gd name="T9" fmla="*/ 261 h 261"/>
                <a:gd name="T10" fmla="*/ 10 w 180"/>
                <a:gd name="T11" fmla="*/ 261 h 261"/>
                <a:gd name="T12" fmla="*/ 40 w 180"/>
                <a:gd name="T13" fmla="*/ 261 h 261"/>
                <a:gd name="T14" fmla="*/ 43 w 180"/>
                <a:gd name="T15" fmla="*/ 256 h 261"/>
                <a:gd name="T16" fmla="*/ 12 w 180"/>
                <a:gd name="T17" fmla="*/ 256 h 261"/>
                <a:gd name="T18" fmla="*/ 12 w 180"/>
                <a:gd name="T19" fmla="*/ 256 h 261"/>
                <a:gd name="T20" fmla="*/ 5 w 180"/>
                <a:gd name="T21" fmla="*/ 246 h 261"/>
                <a:gd name="T22" fmla="*/ 128 w 180"/>
                <a:gd name="T23" fmla="*/ 5 h 261"/>
                <a:gd name="T24" fmla="*/ 164 w 180"/>
                <a:gd name="T25" fmla="*/ 5 h 261"/>
                <a:gd name="T26" fmla="*/ 173 w 180"/>
                <a:gd name="T27" fmla="*/ 12 h 261"/>
                <a:gd name="T28" fmla="*/ 175 w 180"/>
                <a:gd name="T29" fmla="*/ 12 h 261"/>
                <a:gd name="T30" fmla="*/ 173 w 180"/>
                <a:gd name="T31" fmla="*/ 17 h 261"/>
                <a:gd name="T32" fmla="*/ 173 w 180"/>
                <a:gd name="T33" fmla="*/ 17 h 261"/>
                <a:gd name="T34" fmla="*/ 140 w 180"/>
                <a:gd name="T35" fmla="*/ 85 h 261"/>
                <a:gd name="T36" fmla="*/ 180 w 180"/>
                <a:gd name="T37" fmla="*/ 12 h 261"/>
                <a:gd name="T38" fmla="*/ 180 w 180"/>
                <a:gd name="T39" fmla="*/ 12 h 261"/>
                <a:gd name="T40" fmla="*/ 164 w 180"/>
                <a:gd name="T41" fmla="*/ 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0" h="261">
                  <a:moveTo>
                    <a:pt x="164" y="0"/>
                  </a:moveTo>
                  <a:lnTo>
                    <a:pt x="123" y="0"/>
                  </a:lnTo>
                  <a:lnTo>
                    <a:pt x="0" y="246"/>
                  </a:lnTo>
                  <a:lnTo>
                    <a:pt x="0" y="246"/>
                  </a:lnTo>
                  <a:lnTo>
                    <a:pt x="7" y="261"/>
                  </a:lnTo>
                  <a:lnTo>
                    <a:pt x="10" y="261"/>
                  </a:lnTo>
                  <a:lnTo>
                    <a:pt x="40" y="261"/>
                  </a:lnTo>
                  <a:lnTo>
                    <a:pt x="43" y="256"/>
                  </a:lnTo>
                  <a:lnTo>
                    <a:pt x="12" y="256"/>
                  </a:lnTo>
                  <a:lnTo>
                    <a:pt x="12" y="256"/>
                  </a:lnTo>
                  <a:lnTo>
                    <a:pt x="5" y="246"/>
                  </a:lnTo>
                  <a:lnTo>
                    <a:pt x="128" y="5"/>
                  </a:lnTo>
                  <a:lnTo>
                    <a:pt x="164" y="5"/>
                  </a:lnTo>
                  <a:lnTo>
                    <a:pt x="173" y="12"/>
                  </a:lnTo>
                  <a:lnTo>
                    <a:pt x="175" y="12"/>
                  </a:lnTo>
                  <a:lnTo>
                    <a:pt x="173" y="17"/>
                  </a:lnTo>
                  <a:lnTo>
                    <a:pt x="173" y="17"/>
                  </a:lnTo>
                  <a:lnTo>
                    <a:pt x="140" y="85"/>
                  </a:lnTo>
                  <a:lnTo>
                    <a:pt x="180" y="12"/>
                  </a:lnTo>
                  <a:lnTo>
                    <a:pt x="180" y="12"/>
                  </a:lnTo>
                  <a:lnTo>
                    <a:pt x="164" y="0"/>
                  </a:lnTo>
                  <a:close/>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97" name="Oval 75"/>
            <p:cNvSpPr>
              <a:spLocks noChangeArrowheads="1"/>
            </p:cNvSpPr>
            <p:nvPr/>
          </p:nvSpPr>
          <p:spPr bwMode="auto">
            <a:xfrm>
              <a:off x="10733088" y="5695950"/>
              <a:ext cx="312738" cy="312738"/>
            </a:xfrm>
            <a:prstGeom prst="ellipse">
              <a:avLst/>
            </a:pr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98" name="Oval 76"/>
            <p:cNvSpPr>
              <a:spLocks noChangeArrowheads="1"/>
            </p:cNvSpPr>
            <p:nvPr/>
          </p:nvSpPr>
          <p:spPr bwMode="auto">
            <a:xfrm>
              <a:off x="10766425" y="5726113"/>
              <a:ext cx="244475" cy="247650"/>
            </a:xfrm>
            <a:prstGeom prst="ellipse">
              <a:avLst/>
            </a:pr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99" name="Freeform 77"/>
            <p:cNvSpPr>
              <a:spLocks/>
            </p:cNvSpPr>
            <p:nvPr/>
          </p:nvSpPr>
          <p:spPr bwMode="auto">
            <a:xfrm>
              <a:off x="10642600" y="5973763"/>
              <a:ext cx="188913" cy="219075"/>
            </a:xfrm>
            <a:custGeom>
              <a:avLst/>
              <a:gdLst>
                <a:gd name="T0" fmla="*/ 40 w 50"/>
                <a:gd name="T1" fmla="*/ 0 h 58"/>
                <a:gd name="T2" fmla="*/ 4 w 50"/>
                <a:gd name="T3" fmla="*/ 51 h 58"/>
                <a:gd name="T4" fmla="*/ 50 w 50"/>
                <a:gd name="T5" fmla="*/ 6 h 58"/>
              </a:gdLst>
              <a:ahLst/>
              <a:cxnLst>
                <a:cxn ang="0">
                  <a:pos x="T0" y="T1"/>
                </a:cxn>
                <a:cxn ang="0">
                  <a:pos x="T2" y="T3"/>
                </a:cxn>
                <a:cxn ang="0">
                  <a:pos x="T4" y="T5"/>
                </a:cxn>
              </a:cxnLst>
              <a:rect l="0" t="0" r="r" b="b"/>
              <a:pathLst>
                <a:path w="50" h="58">
                  <a:moveTo>
                    <a:pt x="40" y="0"/>
                  </a:moveTo>
                  <a:cubicBezTo>
                    <a:pt x="40" y="0"/>
                    <a:pt x="0" y="44"/>
                    <a:pt x="4" y="51"/>
                  </a:cubicBezTo>
                  <a:cubicBezTo>
                    <a:pt x="8" y="58"/>
                    <a:pt x="29" y="42"/>
                    <a:pt x="50" y="6"/>
                  </a:cubicBezTo>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00" name="Freeform 78"/>
            <p:cNvSpPr>
              <a:spLocks/>
            </p:cNvSpPr>
            <p:nvPr/>
          </p:nvSpPr>
          <p:spPr bwMode="auto">
            <a:xfrm>
              <a:off x="10642600" y="5973763"/>
              <a:ext cx="188913" cy="219075"/>
            </a:xfrm>
            <a:custGeom>
              <a:avLst/>
              <a:gdLst>
                <a:gd name="T0" fmla="*/ 40 w 50"/>
                <a:gd name="T1" fmla="*/ 0 h 58"/>
                <a:gd name="T2" fmla="*/ 4 w 50"/>
                <a:gd name="T3" fmla="*/ 51 h 58"/>
                <a:gd name="T4" fmla="*/ 50 w 50"/>
                <a:gd name="T5" fmla="*/ 6 h 58"/>
              </a:gdLst>
              <a:ahLst/>
              <a:cxnLst>
                <a:cxn ang="0">
                  <a:pos x="T0" y="T1"/>
                </a:cxn>
                <a:cxn ang="0">
                  <a:pos x="T2" y="T3"/>
                </a:cxn>
                <a:cxn ang="0">
                  <a:pos x="T4" y="T5"/>
                </a:cxn>
              </a:cxnLst>
              <a:rect l="0" t="0" r="r" b="b"/>
              <a:pathLst>
                <a:path w="50" h="58">
                  <a:moveTo>
                    <a:pt x="40" y="0"/>
                  </a:moveTo>
                  <a:cubicBezTo>
                    <a:pt x="40" y="0"/>
                    <a:pt x="0" y="44"/>
                    <a:pt x="4" y="51"/>
                  </a:cubicBezTo>
                  <a:cubicBezTo>
                    <a:pt x="8" y="58"/>
                    <a:pt x="29" y="42"/>
                    <a:pt x="50" y="6"/>
                  </a:cubicBezTo>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01" name="Freeform 79"/>
            <p:cNvSpPr>
              <a:spLocks/>
            </p:cNvSpPr>
            <p:nvPr/>
          </p:nvSpPr>
          <p:spPr bwMode="auto">
            <a:xfrm>
              <a:off x="10936288" y="5767388"/>
              <a:ext cx="49213" cy="74613"/>
            </a:xfrm>
            <a:custGeom>
              <a:avLst/>
              <a:gdLst>
                <a:gd name="T0" fmla="*/ 0 w 13"/>
                <a:gd name="T1" fmla="*/ 0 h 20"/>
                <a:gd name="T2" fmla="*/ 13 w 13"/>
                <a:gd name="T3" fmla="*/ 20 h 20"/>
              </a:gdLst>
              <a:ahLst/>
              <a:cxnLst>
                <a:cxn ang="0">
                  <a:pos x="T0" y="T1"/>
                </a:cxn>
                <a:cxn ang="0">
                  <a:pos x="T2" y="T3"/>
                </a:cxn>
              </a:cxnLst>
              <a:rect l="0" t="0" r="r" b="b"/>
              <a:pathLst>
                <a:path w="13" h="20">
                  <a:moveTo>
                    <a:pt x="0" y="0"/>
                  </a:moveTo>
                  <a:cubicBezTo>
                    <a:pt x="0" y="0"/>
                    <a:pt x="10" y="4"/>
                    <a:pt x="13" y="20"/>
                  </a:cubicBezTo>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02" name="Freeform 80"/>
            <p:cNvSpPr>
              <a:spLocks/>
            </p:cNvSpPr>
            <p:nvPr/>
          </p:nvSpPr>
          <p:spPr bwMode="auto">
            <a:xfrm>
              <a:off x="10936288" y="5767388"/>
              <a:ext cx="49213" cy="74613"/>
            </a:xfrm>
            <a:custGeom>
              <a:avLst/>
              <a:gdLst>
                <a:gd name="T0" fmla="*/ 0 w 13"/>
                <a:gd name="T1" fmla="*/ 0 h 20"/>
                <a:gd name="T2" fmla="*/ 13 w 13"/>
                <a:gd name="T3" fmla="*/ 20 h 20"/>
              </a:gdLst>
              <a:ahLst/>
              <a:cxnLst>
                <a:cxn ang="0">
                  <a:pos x="T0" y="T1"/>
                </a:cxn>
                <a:cxn ang="0">
                  <a:pos x="T2" y="T3"/>
                </a:cxn>
              </a:cxnLst>
              <a:rect l="0" t="0" r="r" b="b"/>
              <a:pathLst>
                <a:path w="13" h="20">
                  <a:moveTo>
                    <a:pt x="0" y="0"/>
                  </a:moveTo>
                  <a:cubicBezTo>
                    <a:pt x="0" y="0"/>
                    <a:pt x="10" y="4"/>
                    <a:pt x="13" y="20"/>
                  </a:cubicBezTo>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03" name="Oval 81"/>
            <p:cNvSpPr>
              <a:spLocks noChangeArrowheads="1"/>
            </p:cNvSpPr>
            <p:nvPr/>
          </p:nvSpPr>
          <p:spPr bwMode="auto">
            <a:xfrm>
              <a:off x="11628438" y="4930775"/>
              <a:ext cx="327025" cy="325438"/>
            </a:xfrm>
            <a:prstGeom prst="ellipse">
              <a:avLst/>
            </a:pr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04" name="Oval 82"/>
            <p:cNvSpPr>
              <a:spLocks noChangeArrowheads="1"/>
            </p:cNvSpPr>
            <p:nvPr/>
          </p:nvSpPr>
          <p:spPr bwMode="auto">
            <a:xfrm>
              <a:off x="11661775" y="4964113"/>
              <a:ext cx="260350" cy="258763"/>
            </a:xfrm>
            <a:prstGeom prst="ellipse">
              <a:avLst/>
            </a:pr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05" name="Oval 83"/>
            <p:cNvSpPr>
              <a:spLocks noChangeArrowheads="1"/>
            </p:cNvSpPr>
            <p:nvPr/>
          </p:nvSpPr>
          <p:spPr bwMode="auto">
            <a:xfrm>
              <a:off x="11774488" y="5076825"/>
              <a:ext cx="34925" cy="30163"/>
            </a:xfrm>
            <a:prstGeom prst="ellipse">
              <a:avLst/>
            </a:pr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06" name="Freeform 84"/>
            <p:cNvSpPr>
              <a:spLocks/>
            </p:cNvSpPr>
            <p:nvPr/>
          </p:nvSpPr>
          <p:spPr bwMode="auto">
            <a:xfrm>
              <a:off x="11782425" y="4986338"/>
              <a:ext cx="19050" cy="93663"/>
            </a:xfrm>
            <a:custGeom>
              <a:avLst/>
              <a:gdLst>
                <a:gd name="T0" fmla="*/ 5 w 5"/>
                <a:gd name="T1" fmla="*/ 25 h 25"/>
                <a:gd name="T2" fmla="*/ 2 w 5"/>
                <a:gd name="T3" fmla="*/ 2 h 25"/>
                <a:gd name="T4" fmla="*/ 0 w 5"/>
                <a:gd name="T5" fmla="*/ 24 h 25"/>
              </a:gdLst>
              <a:ahLst/>
              <a:cxnLst>
                <a:cxn ang="0">
                  <a:pos x="T0" y="T1"/>
                </a:cxn>
                <a:cxn ang="0">
                  <a:pos x="T2" y="T3"/>
                </a:cxn>
                <a:cxn ang="0">
                  <a:pos x="T4" y="T5"/>
                </a:cxn>
              </a:cxnLst>
              <a:rect l="0" t="0" r="r" b="b"/>
              <a:pathLst>
                <a:path w="5" h="25">
                  <a:moveTo>
                    <a:pt x="5" y="25"/>
                  </a:moveTo>
                  <a:cubicBezTo>
                    <a:pt x="5" y="25"/>
                    <a:pt x="5" y="0"/>
                    <a:pt x="2" y="2"/>
                  </a:cubicBezTo>
                  <a:cubicBezTo>
                    <a:pt x="0" y="4"/>
                    <a:pt x="0" y="24"/>
                    <a:pt x="0" y="24"/>
                  </a:cubicBezTo>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07" name="Freeform 85"/>
            <p:cNvSpPr>
              <a:spLocks/>
            </p:cNvSpPr>
            <p:nvPr/>
          </p:nvSpPr>
          <p:spPr bwMode="auto">
            <a:xfrm>
              <a:off x="11782425" y="4986338"/>
              <a:ext cx="19050" cy="93663"/>
            </a:xfrm>
            <a:custGeom>
              <a:avLst/>
              <a:gdLst>
                <a:gd name="T0" fmla="*/ 5 w 5"/>
                <a:gd name="T1" fmla="*/ 25 h 25"/>
                <a:gd name="T2" fmla="*/ 2 w 5"/>
                <a:gd name="T3" fmla="*/ 2 h 25"/>
                <a:gd name="T4" fmla="*/ 0 w 5"/>
                <a:gd name="T5" fmla="*/ 24 h 25"/>
              </a:gdLst>
              <a:ahLst/>
              <a:cxnLst>
                <a:cxn ang="0">
                  <a:pos x="T0" y="T1"/>
                </a:cxn>
                <a:cxn ang="0">
                  <a:pos x="T2" y="T3"/>
                </a:cxn>
                <a:cxn ang="0">
                  <a:pos x="T4" y="T5"/>
                </a:cxn>
              </a:cxnLst>
              <a:rect l="0" t="0" r="r" b="b"/>
              <a:pathLst>
                <a:path w="5" h="25">
                  <a:moveTo>
                    <a:pt x="5" y="25"/>
                  </a:moveTo>
                  <a:cubicBezTo>
                    <a:pt x="5" y="25"/>
                    <a:pt x="5" y="0"/>
                    <a:pt x="2" y="2"/>
                  </a:cubicBezTo>
                  <a:cubicBezTo>
                    <a:pt x="0" y="4"/>
                    <a:pt x="0" y="24"/>
                    <a:pt x="0" y="24"/>
                  </a:cubicBezTo>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08" name="Freeform 86"/>
            <p:cNvSpPr>
              <a:spLocks/>
            </p:cNvSpPr>
            <p:nvPr/>
          </p:nvSpPr>
          <p:spPr bwMode="auto">
            <a:xfrm>
              <a:off x="11684000" y="5084763"/>
              <a:ext cx="95250" cy="36513"/>
            </a:xfrm>
            <a:custGeom>
              <a:avLst/>
              <a:gdLst>
                <a:gd name="T0" fmla="*/ 25 w 25"/>
                <a:gd name="T1" fmla="*/ 0 h 10"/>
                <a:gd name="T2" fmla="*/ 3 w 25"/>
                <a:gd name="T3" fmla="*/ 7 h 10"/>
                <a:gd name="T4" fmla="*/ 25 w 25"/>
                <a:gd name="T5" fmla="*/ 5 h 10"/>
              </a:gdLst>
              <a:ahLst/>
              <a:cxnLst>
                <a:cxn ang="0">
                  <a:pos x="T0" y="T1"/>
                </a:cxn>
                <a:cxn ang="0">
                  <a:pos x="T2" y="T3"/>
                </a:cxn>
                <a:cxn ang="0">
                  <a:pos x="T4" y="T5"/>
                </a:cxn>
              </a:cxnLst>
              <a:rect l="0" t="0" r="r" b="b"/>
              <a:pathLst>
                <a:path w="25" h="10">
                  <a:moveTo>
                    <a:pt x="25" y="0"/>
                  </a:moveTo>
                  <a:cubicBezTo>
                    <a:pt x="25" y="0"/>
                    <a:pt x="0" y="5"/>
                    <a:pt x="3" y="7"/>
                  </a:cubicBezTo>
                  <a:cubicBezTo>
                    <a:pt x="5" y="10"/>
                    <a:pt x="25" y="5"/>
                    <a:pt x="25" y="5"/>
                  </a:cubicBezTo>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09" name="Freeform 87"/>
            <p:cNvSpPr>
              <a:spLocks/>
            </p:cNvSpPr>
            <p:nvPr/>
          </p:nvSpPr>
          <p:spPr bwMode="auto">
            <a:xfrm>
              <a:off x="11684000" y="5084763"/>
              <a:ext cx="95250" cy="36513"/>
            </a:xfrm>
            <a:custGeom>
              <a:avLst/>
              <a:gdLst>
                <a:gd name="T0" fmla="*/ 25 w 25"/>
                <a:gd name="T1" fmla="*/ 0 h 10"/>
                <a:gd name="T2" fmla="*/ 3 w 25"/>
                <a:gd name="T3" fmla="*/ 7 h 10"/>
                <a:gd name="T4" fmla="*/ 25 w 25"/>
                <a:gd name="T5" fmla="*/ 5 h 10"/>
              </a:gdLst>
              <a:ahLst/>
              <a:cxnLst>
                <a:cxn ang="0">
                  <a:pos x="T0" y="T1"/>
                </a:cxn>
                <a:cxn ang="0">
                  <a:pos x="T2" y="T3"/>
                </a:cxn>
                <a:cxn ang="0">
                  <a:pos x="T4" y="T5"/>
                </a:cxn>
              </a:cxnLst>
              <a:rect l="0" t="0" r="r" b="b"/>
              <a:pathLst>
                <a:path w="25" h="10">
                  <a:moveTo>
                    <a:pt x="25" y="0"/>
                  </a:moveTo>
                  <a:cubicBezTo>
                    <a:pt x="25" y="0"/>
                    <a:pt x="0" y="5"/>
                    <a:pt x="3" y="7"/>
                  </a:cubicBezTo>
                  <a:cubicBezTo>
                    <a:pt x="5" y="10"/>
                    <a:pt x="25" y="5"/>
                    <a:pt x="25" y="5"/>
                  </a:cubicBezTo>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10" name="Freeform 88"/>
            <p:cNvSpPr>
              <a:spLocks/>
            </p:cNvSpPr>
            <p:nvPr/>
          </p:nvSpPr>
          <p:spPr bwMode="auto">
            <a:xfrm>
              <a:off x="11582400" y="4329113"/>
              <a:ext cx="0" cy="376238"/>
            </a:xfrm>
            <a:custGeom>
              <a:avLst/>
              <a:gdLst>
                <a:gd name="T0" fmla="*/ 0 h 237"/>
                <a:gd name="T1" fmla="*/ 237 h 237"/>
                <a:gd name="T2" fmla="*/ 0 h 237"/>
              </a:gdLst>
              <a:ahLst/>
              <a:cxnLst>
                <a:cxn ang="0">
                  <a:pos x="0" y="T0"/>
                </a:cxn>
                <a:cxn ang="0">
                  <a:pos x="0" y="T1"/>
                </a:cxn>
                <a:cxn ang="0">
                  <a:pos x="0" y="T2"/>
                </a:cxn>
              </a:cxnLst>
              <a:rect l="0" t="0" r="r" b="b"/>
              <a:pathLst>
                <a:path h="237">
                  <a:moveTo>
                    <a:pt x="0" y="0"/>
                  </a:moveTo>
                  <a:lnTo>
                    <a:pt x="0" y="237"/>
                  </a:lnTo>
                  <a:lnTo>
                    <a:pt x="0" y="0"/>
                  </a:lnTo>
                  <a:close/>
                </a:path>
              </a:pathLst>
            </a:custGeom>
            <a:no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11" name="Line 89"/>
            <p:cNvSpPr>
              <a:spLocks noChangeShapeType="1"/>
            </p:cNvSpPr>
            <p:nvPr/>
          </p:nvSpPr>
          <p:spPr bwMode="auto">
            <a:xfrm>
              <a:off x="11582400" y="4329113"/>
              <a:ext cx="0" cy="376238"/>
            </a:xfrm>
            <a:prstGeom prst="line">
              <a:avLst/>
            </a:prstGeom>
            <a:noFill/>
            <a:ln w="14288"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312" name="Freeform 90"/>
            <p:cNvSpPr>
              <a:spLocks/>
            </p:cNvSpPr>
            <p:nvPr/>
          </p:nvSpPr>
          <p:spPr bwMode="auto">
            <a:xfrm>
              <a:off x="11552238" y="4318000"/>
              <a:ext cx="49213" cy="63500"/>
            </a:xfrm>
            <a:custGeom>
              <a:avLst/>
              <a:gdLst>
                <a:gd name="T0" fmla="*/ 0 w 31"/>
                <a:gd name="T1" fmla="*/ 40 h 40"/>
                <a:gd name="T2" fmla="*/ 19 w 31"/>
                <a:gd name="T3" fmla="*/ 0 h 40"/>
                <a:gd name="T4" fmla="*/ 31 w 31"/>
                <a:gd name="T5" fmla="*/ 38 h 40"/>
                <a:gd name="T6" fmla="*/ 0 w 31"/>
                <a:gd name="T7" fmla="*/ 40 h 40"/>
              </a:gdLst>
              <a:ahLst/>
              <a:cxnLst>
                <a:cxn ang="0">
                  <a:pos x="T0" y="T1"/>
                </a:cxn>
                <a:cxn ang="0">
                  <a:pos x="T2" y="T3"/>
                </a:cxn>
                <a:cxn ang="0">
                  <a:pos x="T4" y="T5"/>
                </a:cxn>
                <a:cxn ang="0">
                  <a:pos x="T6" y="T7"/>
                </a:cxn>
              </a:cxnLst>
              <a:rect l="0" t="0" r="r" b="b"/>
              <a:pathLst>
                <a:path w="31" h="40">
                  <a:moveTo>
                    <a:pt x="0" y="40"/>
                  </a:moveTo>
                  <a:lnTo>
                    <a:pt x="19" y="0"/>
                  </a:lnTo>
                  <a:lnTo>
                    <a:pt x="31" y="38"/>
                  </a:lnTo>
                  <a:lnTo>
                    <a:pt x="0" y="40"/>
                  </a:lnTo>
                  <a:close/>
                </a:path>
              </a:pathLst>
            </a:custGeom>
            <a:noFill/>
            <a:ln>
              <a:solidFill>
                <a:schemeClr val="bg1">
                  <a:lumMod val="50000"/>
                </a:schemeClr>
              </a:solidFill>
            </a:ln>
          </p:spPr>
          <p:txBody>
            <a:bodyPr vert="horz" wrap="square" lIns="91440" tIns="45720" rIns="91440" bIns="45720" numCol="1" anchor="t" anchorCtr="0" compatLnSpc="1">
              <a:prstTxWarp prst="textNoShape">
                <a:avLst/>
              </a:prstTxWarp>
            </a:bodyPr>
            <a:lstStyle/>
            <a:p>
              <a:endParaRPr lang="zh-CN" altLang="en-US"/>
            </a:p>
          </p:txBody>
        </p:sp>
        <p:sp>
          <p:nvSpPr>
            <p:cNvPr id="313" name="Freeform 91"/>
            <p:cNvSpPr>
              <a:spLocks/>
            </p:cNvSpPr>
            <p:nvPr/>
          </p:nvSpPr>
          <p:spPr bwMode="auto">
            <a:xfrm>
              <a:off x="11552238" y="4318000"/>
              <a:ext cx="49213" cy="63500"/>
            </a:xfrm>
            <a:custGeom>
              <a:avLst/>
              <a:gdLst>
                <a:gd name="T0" fmla="*/ 0 w 31"/>
                <a:gd name="T1" fmla="*/ 40 h 40"/>
                <a:gd name="T2" fmla="*/ 19 w 31"/>
                <a:gd name="T3" fmla="*/ 0 h 40"/>
                <a:gd name="T4" fmla="*/ 31 w 31"/>
                <a:gd name="T5" fmla="*/ 38 h 40"/>
              </a:gdLst>
              <a:ahLst/>
              <a:cxnLst>
                <a:cxn ang="0">
                  <a:pos x="T0" y="T1"/>
                </a:cxn>
                <a:cxn ang="0">
                  <a:pos x="T2" y="T3"/>
                </a:cxn>
                <a:cxn ang="0">
                  <a:pos x="T4" y="T5"/>
                </a:cxn>
              </a:cxnLst>
              <a:rect l="0" t="0" r="r" b="b"/>
              <a:pathLst>
                <a:path w="31" h="40">
                  <a:moveTo>
                    <a:pt x="0" y="40"/>
                  </a:moveTo>
                  <a:lnTo>
                    <a:pt x="19" y="0"/>
                  </a:lnTo>
                  <a:lnTo>
                    <a:pt x="31" y="38"/>
                  </a:lnTo>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14" name="Freeform 92"/>
            <p:cNvSpPr>
              <a:spLocks/>
            </p:cNvSpPr>
            <p:nvPr/>
          </p:nvSpPr>
          <p:spPr bwMode="auto">
            <a:xfrm>
              <a:off x="11579225" y="4700588"/>
              <a:ext cx="365125" cy="0"/>
            </a:xfrm>
            <a:custGeom>
              <a:avLst/>
              <a:gdLst>
                <a:gd name="T0" fmla="*/ 230 w 230"/>
                <a:gd name="T1" fmla="*/ 0 w 230"/>
                <a:gd name="T2" fmla="*/ 230 w 230"/>
              </a:gdLst>
              <a:ahLst/>
              <a:cxnLst>
                <a:cxn ang="0">
                  <a:pos x="T0" y="0"/>
                </a:cxn>
                <a:cxn ang="0">
                  <a:pos x="T1" y="0"/>
                </a:cxn>
                <a:cxn ang="0">
                  <a:pos x="T2" y="0"/>
                </a:cxn>
              </a:cxnLst>
              <a:rect l="0" t="0" r="r" b="b"/>
              <a:pathLst>
                <a:path w="230">
                  <a:moveTo>
                    <a:pt x="230" y="0"/>
                  </a:moveTo>
                  <a:lnTo>
                    <a:pt x="0" y="0"/>
                  </a:lnTo>
                  <a:lnTo>
                    <a:pt x="230" y="0"/>
                  </a:lnTo>
                  <a:close/>
                </a:path>
              </a:pathLst>
            </a:custGeom>
            <a:noFill/>
            <a:ln w="9525">
              <a:solidFill>
                <a:schemeClr val="bg1">
                  <a:lumMod val="50000"/>
                </a:schemeClr>
              </a:solidFill>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15" name="Line 93"/>
            <p:cNvSpPr>
              <a:spLocks noChangeShapeType="1"/>
            </p:cNvSpPr>
            <p:nvPr/>
          </p:nvSpPr>
          <p:spPr bwMode="auto">
            <a:xfrm flipH="1">
              <a:off x="11579225" y="4700588"/>
              <a:ext cx="365125" cy="0"/>
            </a:xfrm>
            <a:prstGeom prst="line">
              <a:avLst/>
            </a:prstGeom>
            <a:noFill/>
            <a:ln w="14288"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316" name="Freeform 94"/>
            <p:cNvSpPr>
              <a:spLocks/>
            </p:cNvSpPr>
            <p:nvPr/>
          </p:nvSpPr>
          <p:spPr bwMode="auto">
            <a:xfrm>
              <a:off x="11895138" y="4670425"/>
              <a:ext cx="63500" cy="49213"/>
            </a:xfrm>
            <a:custGeom>
              <a:avLst/>
              <a:gdLst>
                <a:gd name="T0" fmla="*/ 0 w 40"/>
                <a:gd name="T1" fmla="*/ 0 h 31"/>
                <a:gd name="T2" fmla="*/ 40 w 40"/>
                <a:gd name="T3" fmla="*/ 19 h 31"/>
                <a:gd name="T4" fmla="*/ 2 w 40"/>
                <a:gd name="T5" fmla="*/ 31 h 31"/>
                <a:gd name="T6" fmla="*/ 0 w 40"/>
                <a:gd name="T7" fmla="*/ 0 h 31"/>
              </a:gdLst>
              <a:ahLst/>
              <a:cxnLst>
                <a:cxn ang="0">
                  <a:pos x="T0" y="T1"/>
                </a:cxn>
                <a:cxn ang="0">
                  <a:pos x="T2" y="T3"/>
                </a:cxn>
                <a:cxn ang="0">
                  <a:pos x="T4" y="T5"/>
                </a:cxn>
                <a:cxn ang="0">
                  <a:pos x="T6" y="T7"/>
                </a:cxn>
              </a:cxnLst>
              <a:rect l="0" t="0" r="r" b="b"/>
              <a:pathLst>
                <a:path w="40" h="31">
                  <a:moveTo>
                    <a:pt x="0" y="0"/>
                  </a:moveTo>
                  <a:lnTo>
                    <a:pt x="40" y="19"/>
                  </a:lnTo>
                  <a:lnTo>
                    <a:pt x="2" y="31"/>
                  </a:lnTo>
                  <a:lnTo>
                    <a:pt x="0" y="0"/>
                  </a:lnTo>
                  <a:close/>
                </a:path>
              </a:pathLst>
            </a:custGeom>
            <a:noFill/>
            <a:ln w="9525">
              <a:solidFill>
                <a:schemeClr val="bg1">
                  <a:lumMod val="50000"/>
                </a:schemeClr>
              </a:solidFill>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17" name="Freeform 95"/>
            <p:cNvSpPr>
              <a:spLocks/>
            </p:cNvSpPr>
            <p:nvPr/>
          </p:nvSpPr>
          <p:spPr bwMode="auto">
            <a:xfrm>
              <a:off x="11895138" y="4670425"/>
              <a:ext cx="63500" cy="49213"/>
            </a:xfrm>
            <a:custGeom>
              <a:avLst/>
              <a:gdLst>
                <a:gd name="T0" fmla="*/ 0 w 40"/>
                <a:gd name="T1" fmla="*/ 0 h 31"/>
                <a:gd name="T2" fmla="*/ 40 w 40"/>
                <a:gd name="T3" fmla="*/ 19 h 31"/>
                <a:gd name="T4" fmla="*/ 2 w 40"/>
                <a:gd name="T5" fmla="*/ 31 h 31"/>
              </a:gdLst>
              <a:ahLst/>
              <a:cxnLst>
                <a:cxn ang="0">
                  <a:pos x="T0" y="T1"/>
                </a:cxn>
                <a:cxn ang="0">
                  <a:pos x="T2" y="T3"/>
                </a:cxn>
                <a:cxn ang="0">
                  <a:pos x="T4" y="T5"/>
                </a:cxn>
              </a:cxnLst>
              <a:rect l="0" t="0" r="r" b="b"/>
              <a:pathLst>
                <a:path w="40" h="31">
                  <a:moveTo>
                    <a:pt x="0" y="0"/>
                  </a:moveTo>
                  <a:lnTo>
                    <a:pt x="40" y="19"/>
                  </a:lnTo>
                  <a:lnTo>
                    <a:pt x="2" y="31"/>
                  </a:lnTo>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18" name="Freeform 96"/>
            <p:cNvSpPr>
              <a:spLocks/>
            </p:cNvSpPr>
            <p:nvPr/>
          </p:nvSpPr>
          <p:spPr bwMode="auto">
            <a:xfrm>
              <a:off x="11582400" y="4449763"/>
              <a:ext cx="293688" cy="250825"/>
            </a:xfrm>
            <a:custGeom>
              <a:avLst/>
              <a:gdLst>
                <a:gd name="T0" fmla="*/ 0 w 78"/>
                <a:gd name="T1" fmla="*/ 64 h 67"/>
                <a:gd name="T2" fmla="*/ 14 w 78"/>
                <a:gd name="T3" fmla="*/ 33 h 67"/>
                <a:gd name="T4" fmla="*/ 37 w 78"/>
                <a:gd name="T5" fmla="*/ 49 h 67"/>
                <a:gd name="T6" fmla="*/ 62 w 78"/>
                <a:gd name="T7" fmla="*/ 10 h 67"/>
                <a:gd name="T8" fmla="*/ 78 w 78"/>
                <a:gd name="T9" fmla="*/ 67 h 67"/>
              </a:gdLst>
              <a:ahLst/>
              <a:cxnLst>
                <a:cxn ang="0">
                  <a:pos x="T0" y="T1"/>
                </a:cxn>
                <a:cxn ang="0">
                  <a:pos x="T2" y="T3"/>
                </a:cxn>
                <a:cxn ang="0">
                  <a:pos x="T4" y="T5"/>
                </a:cxn>
                <a:cxn ang="0">
                  <a:pos x="T6" y="T7"/>
                </a:cxn>
                <a:cxn ang="0">
                  <a:pos x="T8" y="T9"/>
                </a:cxn>
              </a:cxnLst>
              <a:rect l="0" t="0" r="r" b="b"/>
              <a:pathLst>
                <a:path w="78" h="67">
                  <a:moveTo>
                    <a:pt x="0" y="64"/>
                  </a:moveTo>
                  <a:cubicBezTo>
                    <a:pt x="0" y="64"/>
                    <a:pt x="4" y="29"/>
                    <a:pt x="14" y="33"/>
                  </a:cubicBezTo>
                  <a:cubicBezTo>
                    <a:pt x="24" y="37"/>
                    <a:pt x="25" y="54"/>
                    <a:pt x="37" y="49"/>
                  </a:cubicBezTo>
                  <a:cubicBezTo>
                    <a:pt x="50" y="43"/>
                    <a:pt x="41" y="0"/>
                    <a:pt x="62" y="10"/>
                  </a:cubicBezTo>
                  <a:cubicBezTo>
                    <a:pt x="77" y="17"/>
                    <a:pt x="78" y="67"/>
                    <a:pt x="78" y="67"/>
                  </a:cubicBezTo>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19" name="Freeform 97"/>
            <p:cNvSpPr>
              <a:spLocks/>
            </p:cNvSpPr>
            <p:nvPr/>
          </p:nvSpPr>
          <p:spPr bwMode="auto">
            <a:xfrm>
              <a:off x="11582400" y="4449763"/>
              <a:ext cx="293688" cy="250825"/>
            </a:xfrm>
            <a:custGeom>
              <a:avLst/>
              <a:gdLst>
                <a:gd name="T0" fmla="*/ 0 w 78"/>
                <a:gd name="T1" fmla="*/ 64 h 67"/>
                <a:gd name="T2" fmla="*/ 14 w 78"/>
                <a:gd name="T3" fmla="*/ 33 h 67"/>
                <a:gd name="T4" fmla="*/ 37 w 78"/>
                <a:gd name="T5" fmla="*/ 49 h 67"/>
                <a:gd name="T6" fmla="*/ 62 w 78"/>
                <a:gd name="T7" fmla="*/ 10 h 67"/>
                <a:gd name="T8" fmla="*/ 78 w 78"/>
                <a:gd name="T9" fmla="*/ 67 h 67"/>
              </a:gdLst>
              <a:ahLst/>
              <a:cxnLst>
                <a:cxn ang="0">
                  <a:pos x="T0" y="T1"/>
                </a:cxn>
                <a:cxn ang="0">
                  <a:pos x="T2" y="T3"/>
                </a:cxn>
                <a:cxn ang="0">
                  <a:pos x="T4" y="T5"/>
                </a:cxn>
                <a:cxn ang="0">
                  <a:pos x="T6" y="T7"/>
                </a:cxn>
                <a:cxn ang="0">
                  <a:pos x="T8" y="T9"/>
                </a:cxn>
              </a:cxnLst>
              <a:rect l="0" t="0" r="r" b="b"/>
              <a:pathLst>
                <a:path w="78" h="67">
                  <a:moveTo>
                    <a:pt x="0" y="64"/>
                  </a:moveTo>
                  <a:cubicBezTo>
                    <a:pt x="0" y="64"/>
                    <a:pt x="4" y="29"/>
                    <a:pt x="14" y="33"/>
                  </a:cubicBezTo>
                  <a:cubicBezTo>
                    <a:pt x="24" y="37"/>
                    <a:pt x="25" y="54"/>
                    <a:pt x="37" y="49"/>
                  </a:cubicBezTo>
                  <a:cubicBezTo>
                    <a:pt x="50" y="43"/>
                    <a:pt x="41" y="0"/>
                    <a:pt x="62" y="10"/>
                  </a:cubicBezTo>
                  <a:cubicBezTo>
                    <a:pt x="77" y="17"/>
                    <a:pt x="78" y="67"/>
                    <a:pt x="78" y="67"/>
                  </a:cubicBezTo>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20" name="Freeform 98"/>
            <p:cNvSpPr>
              <a:spLocks noEditPoints="1"/>
            </p:cNvSpPr>
            <p:nvPr/>
          </p:nvSpPr>
          <p:spPr bwMode="auto">
            <a:xfrm>
              <a:off x="11026775" y="5197475"/>
              <a:ext cx="277813" cy="280988"/>
            </a:xfrm>
            <a:custGeom>
              <a:avLst/>
              <a:gdLst>
                <a:gd name="T0" fmla="*/ 71 w 74"/>
                <a:gd name="T1" fmla="*/ 72 h 75"/>
                <a:gd name="T2" fmla="*/ 3 w 74"/>
                <a:gd name="T3" fmla="*/ 72 h 75"/>
                <a:gd name="T4" fmla="*/ 3 w 74"/>
                <a:gd name="T5" fmla="*/ 3 h 75"/>
                <a:gd name="T6" fmla="*/ 15 w 74"/>
                <a:gd name="T7" fmla="*/ 3 h 75"/>
                <a:gd name="T8" fmla="*/ 14 w 74"/>
                <a:gd name="T9" fmla="*/ 0 h 75"/>
                <a:gd name="T10" fmla="*/ 0 w 74"/>
                <a:gd name="T11" fmla="*/ 0 h 75"/>
                <a:gd name="T12" fmla="*/ 0 w 74"/>
                <a:gd name="T13" fmla="*/ 75 h 75"/>
                <a:gd name="T14" fmla="*/ 74 w 74"/>
                <a:gd name="T15" fmla="*/ 75 h 75"/>
                <a:gd name="T16" fmla="*/ 74 w 74"/>
                <a:gd name="T17" fmla="*/ 27 h 75"/>
                <a:gd name="T18" fmla="*/ 71 w 74"/>
                <a:gd name="T19" fmla="*/ 29 h 75"/>
                <a:gd name="T20" fmla="*/ 71 w 74"/>
                <a:gd name="T21" fmla="*/ 72 h 75"/>
                <a:gd name="T22" fmla="*/ 27 w 74"/>
                <a:gd name="T23" fmla="*/ 0 h 75"/>
                <a:gd name="T24" fmla="*/ 29 w 74"/>
                <a:gd name="T25" fmla="*/ 3 h 75"/>
                <a:gd name="T26" fmla="*/ 71 w 74"/>
                <a:gd name="T27" fmla="*/ 3 h 75"/>
                <a:gd name="T28" fmla="*/ 71 w 74"/>
                <a:gd name="T29" fmla="*/ 13 h 75"/>
                <a:gd name="T30" fmla="*/ 74 w 74"/>
                <a:gd name="T31" fmla="*/ 11 h 75"/>
                <a:gd name="T32" fmla="*/ 74 w 74"/>
                <a:gd name="T33" fmla="*/ 0 h 75"/>
                <a:gd name="T34" fmla="*/ 27 w 74"/>
                <a:gd name="T35"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4" h="75">
                  <a:moveTo>
                    <a:pt x="71" y="72"/>
                  </a:moveTo>
                  <a:cubicBezTo>
                    <a:pt x="3" y="72"/>
                    <a:pt x="3" y="72"/>
                    <a:pt x="3" y="72"/>
                  </a:cubicBezTo>
                  <a:cubicBezTo>
                    <a:pt x="3" y="3"/>
                    <a:pt x="3" y="3"/>
                    <a:pt x="3" y="3"/>
                  </a:cubicBezTo>
                  <a:cubicBezTo>
                    <a:pt x="15" y="3"/>
                    <a:pt x="15" y="3"/>
                    <a:pt x="15" y="3"/>
                  </a:cubicBezTo>
                  <a:cubicBezTo>
                    <a:pt x="15" y="2"/>
                    <a:pt x="15" y="1"/>
                    <a:pt x="14" y="0"/>
                  </a:cubicBezTo>
                  <a:cubicBezTo>
                    <a:pt x="0" y="0"/>
                    <a:pt x="0" y="0"/>
                    <a:pt x="0" y="0"/>
                  </a:cubicBezTo>
                  <a:cubicBezTo>
                    <a:pt x="0" y="75"/>
                    <a:pt x="0" y="75"/>
                    <a:pt x="0" y="75"/>
                  </a:cubicBezTo>
                  <a:cubicBezTo>
                    <a:pt x="74" y="75"/>
                    <a:pt x="74" y="75"/>
                    <a:pt x="74" y="75"/>
                  </a:cubicBezTo>
                  <a:cubicBezTo>
                    <a:pt x="74" y="27"/>
                    <a:pt x="74" y="27"/>
                    <a:pt x="74" y="27"/>
                  </a:cubicBezTo>
                  <a:cubicBezTo>
                    <a:pt x="73" y="28"/>
                    <a:pt x="72" y="29"/>
                    <a:pt x="71" y="29"/>
                  </a:cubicBezTo>
                  <a:lnTo>
                    <a:pt x="71" y="72"/>
                  </a:lnTo>
                  <a:close/>
                  <a:moveTo>
                    <a:pt x="27" y="0"/>
                  </a:moveTo>
                  <a:cubicBezTo>
                    <a:pt x="28" y="1"/>
                    <a:pt x="28" y="2"/>
                    <a:pt x="29" y="3"/>
                  </a:cubicBezTo>
                  <a:cubicBezTo>
                    <a:pt x="71" y="3"/>
                    <a:pt x="71" y="3"/>
                    <a:pt x="71" y="3"/>
                  </a:cubicBezTo>
                  <a:cubicBezTo>
                    <a:pt x="71" y="13"/>
                    <a:pt x="71" y="13"/>
                    <a:pt x="71" y="13"/>
                  </a:cubicBezTo>
                  <a:cubicBezTo>
                    <a:pt x="72" y="13"/>
                    <a:pt x="73" y="12"/>
                    <a:pt x="74" y="11"/>
                  </a:cubicBezTo>
                  <a:cubicBezTo>
                    <a:pt x="74" y="0"/>
                    <a:pt x="74" y="0"/>
                    <a:pt x="74" y="0"/>
                  </a:cubicBezTo>
                  <a:lnTo>
                    <a:pt x="27" y="0"/>
                  </a:lnTo>
                  <a:close/>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21" name="Freeform 99"/>
            <p:cNvSpPr>
              <a:spLocks noEditPoints="1"/>
            </p:cNvSpPr>
            <p:nvPr/>
          </p:nvSpPr>
          <p:spPr bwMode="auto">
            <a:xfrm>
              <a:off x="11056938" y="5137150"/>
              <a:ext cx="346075" cy="258763"/>
            </a:xfrm>
            <a:custGeom>
              <a:avLst/>
              <a:gdLst>
                <a:gd name="T0" fmla="*/ 92 w 92"/>
                <a:gd name="T1" fmla="*/ 22 h 69"/>
                <a:gd name="T2" fmla="*/ 84 w 92"/>
                <a:gd name="T3" fmla="*/ 17 h 69"/>
                <a:gd name="T4" fmla="*/ 66 w 92"/>
                <a:gd name="T5" fmla="*/ 24 h 69"/>
                <a:gd name="T6" fmla="*/ 63 w 92"/>
                <a:gd name="T7" fmla="*/ 26 h 69"/>
                <a:gd name="T8" fmla="*/ 45 w 92"/>
                <a:gd name="T9" fmla="*/ 39 h 69"/>
                <a:gd name="T10" fmla="*/ 36 w 92"/>
                <a:gd name="T11" fmla="*/ 45 h 69"/>
                <a:gd name="T12" fmla="*/ 29 w 92"/>
                <a:gd name="T13" fmla="*/ 31 h 69"/>
                <a:gd name="T14" fmla="*/ 24 w 92"/>
                <a:gd name="T15" fmla="*/ 19 h 69"/>
                <a:gd name="T16" fmla="*/ 23 w 92"/>
                <a:gd name="T17" fmla="*/ 16 h 69"/>
                <a:gd name="T18" fmla="*/ 9 w 92"/>
                <a:gd name="T19" fmla="*/ 0 h 69"/>
                <a:gd name="T20" fmla="*/ 1 w 92"/>
                <a:gd name="T21" fmla="*/ 7 h 69"/>
                <a:gd name="T22" fmla="*/ 0 w 92"/>
                <a:gd name="T23" fmla="*/ 8 h 69"/>
                <a:gd name="T24" fmla="*/ 1 w 92"/>
                <a:gd name="T25" fmla="*/ 8 h 69"/>
                <a:gd name="T26" fmla="*/ 3 w 92"/>
                <a:gd name="T27" fmla="*/ 16 h 69"/>
                <a:gd name="T28" fmla="*/ 4 w 92"/>
                <a:gd name="T29" fmla="*/ 19 h 69"/>
                <a:gd name="T30" fmla="*/ 28 w 92"/>
                <a:gd name="T31" fmla="*/ 69 h 69"/>
                <a:gd name="T32" fmla="*/ 63 w 92"/>
                <a:gd name="T33" fmla="*/ 49 h 69"/>
                <a:gd name="T34" fmla="*/ 66 w 92"/>
                <a:gd name="T35" fmla="*/ 47 h 69"/>
                <a:gd name="T36" fmla="*/ 91 w 92"/>
                <a:gd name="T37" fmla="*/ 26 h 69"/>
                <a:gd name="T38" fmla="*/ 92 w 92"/>
                <a:gd name="T39" fmla="*/ 22 h 69"/>
                <a:gd name="T40" fmla="*/ 86 w 92"/>
                <a:gd name="T41" fmla="*/ 27 h 69"/>
                <a:gd name="T42" fmla="*/ 66 w 92"/>
                <a:gd name="T43" fmla="*/ 43 h 69"/>
                <a:gd name="T44" fmla="*/ 63 w 92"/>
                <a:gd name="T45" fmla="*/ 45 h 69"/>
                <a:gd name="T46" fmla="*/ 28 w 92"/>
                <a:gd name="T47" fmla="*/ 66 h 69"/>
                <a:gd name="T48" fmla="*/ 7 w 92"/>
                <a:gd name="T49" fmla="*/ 19 h 69"/>
                <a:gd name="T50" fmla="*/ 6 w 92"/>
                <a:gd name="T51" fmla="*/ 16 h 69"/>
                <a:gd name="T52" fmla="*/ 4 w 92"/>
                <a:gd name="T53" fmla="*/ 8 h 69"/>
                <a:gd name="T54" fmla="*/ 9 w 92"/>
                <a:gd name="T55" fmla="*/ 3 h 69"/>
                <a:gd name="T56" fmla="*/ 19 w 92"/>
                <a:gd name="T57" fmla="*/ 16 h 69"/>
                <a:gd name="T58" fmla="*/ 21 w 92"/>
                <a:gd name="T59" fmla="*/ 19 h 69"/>
                <a:gd name="T60" fmla="*/ 27 w 92"/>
                <a:gd name="T61" fmla="*/ 32 h 69"/>
                <a:gd name="T62" fmla="*/ 36 w 92"/>
                <a:gd name="T63" fmla="*/ 49 h 69"/>
                <a:gd name="T64" fmla="*/ 37 w 92"/>
                <a:gd name="T65" fmla="*/ 49 h 69"/>
                <a:gd name="T66" fmla="*/ 47 w 92"/>
                <a:gd name="T67" fmla="*/ 41 h 69"/>
                <a:gd name="T68" fmla="*/ 63 w 92"/>
                <a:gd name="T69" fmla="*/ 29 h 69"/>
                <a:gd name="T70" fmla="*/ 66 w 92"/>
                <a:gd name="T71" fmla="*/ 27 h 69"/>
                <a:gd name="T72" fmla="*/ 84 w 92"/>
                <a:gd name="T73" fmla="*/ 20 h 69"/>
                <a:gd name="T74" fmla="*/ 89 w 92"/>
                <a:gd name="T75" fmla="*/ 23 h 69"/>
                <a:gd name="T76" fmla="*/ 86 w 92"/>
                <a:gd name="T77" fmla="*/ 2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2" h="69">
                  <a:moveTo>
                    <a:pt x="92" y="22"/>
                  </a:moveTo>
                  <a:cubicBezTo>
                    <a:pt x="90" y="19"/>
                    <a:pt x="87" y="17"/>
                    <a:pt x="84" y="17"/>
                  </a:cubicBezTo>
                  <a:cubicBezTo>
                    <a:pt x="79" y="17"/>
                    <a:pt x="73" y="20"/>
                    <a:pt x="66" y="24"/>
                  </a:cubicBezTo>
                  <a:cubicBezTo>
                    <a:pt x="65" y="24"/>
                    <a:pt x="64" y="25"/>
                    <a:pt x="63" y="26"/>
                  </a:cubicBezTo>
                  <a:cubicBezTo>
                    <a:pt x="57" y="30"/>
                    <a:pt x="50" y="35"/>
                    <a:pt x="45" y="39"/>
                  </a:cubicBezTo>
                  <a:cubicBezTo>
                    <a:pt x="41" y="42"/>
                    <a:pt x="37" y="45"/>
                    <a:pt x="36" y="45"/>
                  </a:cubicBezTo>
                  <a:cubicBezTo>
                    <a:pt x="35" y="44"/>
                    <a:pt x="32" y="37"/>
                    <a:pt x="29" y="31"/>
                  </a:cubicBezTo>
                  <a:cubicBezTo>
                    <a:pt x="28" y="27"/>
                    <a:pt x="26" y="23"/>
                    <a:pt x="24" y="19"/>
                  </a:cubicBezTo>
                  <a:cubicBezTo>
                    <a:pt x="24" y="18"/>
                    <a:pt x="23" y="17"/>
                    <a:pt x="23" y="16"/>
                  </a:cubicBezTo>
                  <a:cubicBezTo>
                    <a:pt x="18" y="6"/>
                    <a:pt x="14" y="0"/>
                    <a:pt x="9" y="0"/>
                  </a:cubicBezTo>
                  <a:cubicBezTo>
                    <a:pt x="6" y="0"/>
                    <a:pt x="3" y="2"/>
                    <a:pt x="1" y="7"/>
                  </a:cubicBezTo>
                  <a:cubicBezTo>
                    <a:pt x="0" y="8"/>
                    <a:pt x="0" y="8"/>
                    <a:pt x="0" y="8"/>
                  </a:cubicBezTo>
                  <a:cubicBezTo>
                    <a:pt x="1" y="8"/>
                    <a:pt x="1" y="8"/>
                    <a:pt x="1" y="8"/>
                  </a:cubicBezTo>
                  <a:cubicBezTo>
                    <a:pt x="1" y="10"/>
                    <a:pt x="2" y="13"/>
                    <a:pt x="3" y="16"/>
                  </a:cubicBezTo>
                  <a:cubicBezTo>
                    <a:pt x="3" y="17"/>
                    <a:pt x="4" y="18"/>
                    <a:pt x="4" y="19"/>
                  </a:cubicBezTo>
                  <a:cubicBezTo>
                    <a:pt x="10" y="38"/>
                    <a:pt x="21" y="69"/>
                    <a:pt x="28" y="69"/>
                  </a:cubicBezTo>
                  <a:cubicBezTo>
                    <a:pt x="33" y="69"/>
                    <a:pt x="49" y="59"/>
                    <a:pt x="63" y="49"/>
                  </a:cubicBezTo>
                  <a:cubicBezTo>
                    <a:pt x="64" y="48"/>
                    <a:pt x="65" y="48"/>
                    <a:pt x="66" y="47"/>
                  </a:cubicBezTo>
                  <a:cubicBezTo>
                    <a:pt x="78" y="39"/>
                    <a:pt x="88" y="30"/>
                    <a:pt x="91" y="26"/>
                  </a:cubicBezTo>
                  <a:cubicBezTo>
                    <a:pt x="91" y="25"/>
                    <a:pt x="92" y="23"/>
                    <a:pt x="92" y="22"/>
                  </a:cubicBezTo>
                  <a:close/>
                  <a:moveTo>
                    <a:pt x="86" y="27"/>
                  </a:moveTo>
                  <a:cubicBezTo>
                    <a:pt x="81" y="32"/>
                    <a:pt x="74" y="37"/>
                    <a:pt x="66" y="43"/>
                  </a:cubicBezTo>
                  <a:cubicBezTo>
                    <a:pt x="65" y="44"/>
                    <a:pt x="64" y="45"/>
                    <a:pt x="63" y="45"/>
                  </a:cubicBezTo>
                  <a:cubicBezTo>
                    <a:pt x="48" y="56"/>
                    <a:pt x="32" y="66"/>
                    <a:pt x="28" y="66"/>
                  </a:cubicBezTo>
                  <a:cubicBezTo>
                    <a:pt x="25" y="66"/>
                    <a:pt x="15" y="43"/>
                    <a:pt x="7" y="19"/>
                  </a:cubicBezTo>
                  <a:cubicBezTo>
                    <a:pt x="7" y="18"/>
                    <a:pt x="7" y="17"/>
                    <a:pt x="6" y="16"/>
                  </a:cubicBezTo>
                  <a:cubicBezTo>
                    <a:pt x="5" y="13"/>
                    <a:pt x="5" y="10"/>
                    <a:pt x="4" y="8"/>
                  </a:cubicBezTo>
                  <a:cubicBezTo>
                    <a:pt x="5" y="6"/>
                    <a:pt x="7" y="3"/>
                    <a:pt x="9" y="3"/>
                  </a:cubicBezTo>
                  <a:cubicBezTo>
                    <a:pt x="12" y="3"/>
                    <a:pt x="16" y="9"/>
                    <a:pt x="19" y="16"/>
                  </a:cubicBezTo>
                  <a:cubicBezTo>
                    <a:pt x="20" y="17"/>
                    <a:pt x="20" y="18"/>
                    <a:pt x="21" y="19"/>
                  </a:cubicBezTo>
                  <a:cubicBezTo>
                    <a:pt x="23" y="24"/>
                    <a:pt x="25" y="28"/>
                    <a:pt x="27" y="32"/>
                  </a:cubicBezTo>
                  <a:cubicBezTo>
                    <a:pt x="32" y="45"/>
                    <a:pt x="33" y="49"/>
                    <a:pt x="36" y="49"/>
                  </a:cubicBezTo>
                  <a:cubicBezTo>
                    <a:pt x="37" y="49"/>
                    <a:pt x="37" y="49"/>
                    <a:pt x="37" y="49"/>
                  </a:cubicBezTo>
                  <a:cubicBezTo>
                    <a:pt x="38" y="48"/>
                    <a:pt x="41" y="46"/>
                    <a:pt x="47" y="41"/>
                  </a:cubicBezTo>
                  <a:cubicBezTo>
                    <a:pt x="51" y="38"/>
                    <a:pt x="57" y="33"/>
                    <a:pt x="63" y="29"/>
                  </a:cubicBezTo>
                  <a:cubicBezTo>
                    <a:pt x="64" y="29"/>
                    <a:pt x="65" y="28"/>
                    <a:pt x="66" y="27"/>
                  </a:cubicBezTo>
                  <a:cubicBezTo>
                    <a:pt x="73" y="23"/>
                    <a:pt x="79" y="20"/>
                    <a:pt x="84" y="20"/>
                  </a:cubicBezTo>
                  <a:cubicBezTo>
                    <a:pt x="86" y="20"/>
                    <a:pt x="88" y="21"/>
                    <a:pt x="89" y="23"/>
                  </a:cubicBezTo>
                  <a:cubicBezTo>
                    <a:pt x="89" y="23"/>
                    <a:pt x="89" y="24"/>
                    <a:pt x="86" y="27"/>
                  </a:cubicBezTo>
                  <a:close/>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22" name="Freeform 100"/>
            <p:cNvSpPr>
              <a:spLocks/>
            </p:cNvSpPr>
            <p:nvPr/>
          </p:nvSpPr>
          <p:spPr bwMode="auto">
            <a:xfrm>
              <a:off x="11071225" y="4659313"/>
              <a:ext cx="327025" cy="214313"/>
            </a:xfrm>
            <a:custGeom>
              <a:avLst/>
              <a:gdLst>
                <a:gd name="T0" fmla="*/ 43 w 87"/>
                <a:gd name="T1" fmla="*/ 0 h 57"/>
                <a:gd name="T2" fmla="*/ 0 w 87"/>
                <a:gd name="T3" fmla="*/ 25 h 57"/>
                <a:gd name="T4" fmla="*/ 10 w 87"/>
                <a:gd name="T5" fmla="*/ 41 h 57"/>
                <a:gd name="T6" fmla="*/ 6 w 87"/>
                <a:gd name="T7" fmla="*/ 57 h 57"/>
                <a:gd name="T8" fmla="*/ 33 w 87"/>
                <a:gd name="T9" fmla="*/ 49 h 57"/>
                <a:gd name="T10" fmla="*/ 33 w 87"/>
                <a:gd name="T11" fmla="*/ 49 h 57"/>
                <a:gd name="T12" fmla="*/ 43 w 87"/>
                <a:gd name="T13" fmla="*/ 50 h 57"/>
                <a:gd name="T14" fmla="*/ 87 w 87"/>
                <a:gd name="T15" fmla="*/ 25 h 57"/>
                <a:gd name="T16" fmla="*/ 43 w 87"/>
                <a:gd name="T17"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57">
                  <a:moveTo>
                    <a:pt x="43" y="0"/>
                  </a:moveTo>
                  <a:cubicBezTo>
                    <a:pt x="19" y="0"/>
                    <a:pt x="0" y="11"/>
                    <a:pt x="0" y="25"/>
                  </a:cubicBezTo>
                  <a:cubicBezTo>
                    <a:pt x="0" y="31"/>
                    <a:pt x="4" y="37"/>
                    <a:pt x="10" y="41"/>
                  </a:cubicBezTo>
                  <a:cubicBezTo>
                    <a:pt x="6" y="57"/>
                    <a:pt x="6" y="57"/>
                    <a:pt x="6" y="57"/>
                  </a:cubicBezTo>
                  <a:cubicBezTo>
                    <a:pt x="33" y="49"/>
                    <a:pt x="33" y="49"/>
                    <a:pt x="33" y="49"/>
                  </a:cubicBezTo>
                  <a:cubicBezTo>
                    <a:pt x="33" y="49"/>
                    <a:pt x="33" y="49"/>
                    <a:pt x="33" y="49"/>
                  </a:cubicBezTo>
                  <a:cubicBezTo>
                    <a:pt x="37" y="50"/>
                    <a:pt x="40" y="50"/>
                    <a:pt x="43" y="50"/>
                  </a:cubicBezTo>
                  <a:cubicBezTo>
                    <a:pt x="68" y="50"/>
                    <a:pt x="87" y="39"/>
                    <a:pt x="87" y="25"/>
                  </a:cubicBezTo>
                  <a:cubicBezTo>
                    <a:pt x="87" y="11"/>
                    <a:pt x="68" y="0"/>
                    <a:pt x="43" y="0"/>
                  </a:cubicBezTo>
                  <a:close/>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23" name="Freeform 101"/>
            <p:cNvSpPr>
              <a:spLocks/>
            </p:cNvSpPr>
            <p:nvPr/>
          </p:nvSpPr>
          <p:spPr bwMode="auto">
            <a:xfrm>
              <a:off x="11180763" y="4757738"/>
              <a:ext cx="327025" cy="214313"/>
            </a:xfrm>
            <a:custGeom>
              <a:avLst/>
              <a:gdLst>
                <a:gd name="T0" fmla="*/ 43 w 87"/>
                <a:gd name="T1" fmla="*/ 0 h 57"/>
                <a:gd name="T2" fmla="*/ 0 w 87"/>
                <a:gd name="T3" fmla="*/ 25 h 57"/>
                <a:gd name="T4" fmla="*/ 10 w 87"/>
                <a:gd name="T5" fmla="*/ 41 h 57"/>
                <a:gd name="T6" fmla="*/ 6 w 87"/>
                <a:gd name="T7" fmla="*/ 57 h 57"/>
                <a:gd name="T8" fmla="*/ 33 w 87"/>
                <a:gd name="T9" fmla="*/ 49 h 57"/>
                <a:gd name="T10" fmla="*/ 33 w 87"/>
                <a:gd name="T11" fmla="*/ 49 h 57"/>
                <a:gd name="T12" fmla="*/ 43 w 87"/>
                <a:gd name="T13" fmla="*/ 50 h 57"/>
                <a:gd name="T14" fmla="*/ 87 w 87"/>
                <a:gd name="T15" fmla="*/ 25 h 57"/>
                <a:gd name="T16" fmla="*/ 43 w 87"/>
                <a:gd name="T17"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57">
                  <a:moveTo>
                    <a:pt x="43" y="0"/>
                  </a:moveTo>
                  <a:cubicBezTo>
                    <a:pt x="19" y="0"/>
                    <a:pt x="0" y="11"/>
                    <a:pt x="0" y="25"/>
                  </a:cubicBezTo>
                  <a:cubicBezTo>
                    <a:pt x="0" y="31"/>
                    <a:pt x="4" y="37"/>
                    <a:pt x="10" y="41"/>
                  </a:cubicBezTo>
                  <a:cubicBezTo>
                    <a:pt x="6" y="57"/>
                    <a:pt x="6" y="57"/>
                    <a:pt x="6" y="57"/>
                  </a:cubicBezTo>
                  <a:cubicBezTo>
                    <a:pt x="33" y="49"/>
                    <a:pt x="33" y="49"/>
                    <a:pt x="33" y="49"/>
                  </a:cubicBezTo>
                  <a:cubicBezTo>
                    <a:pt x="33" y="49"/>
                    <a:pt x="33" y="49"/>
                    <a:pt x="33" y="49"/>
                  </a:cubicBezTo>
                  <a:cubicBezTo>
                    <a:pt x="37" y="49"/>
                    <a:pt x="40" y="50"/>
                    <a:pt x="43" y="50"/>
                  </a:cubicBezTo>
                  <a:cubicBezTo>
                    <a:pt x="67" y="50"/>
                    <a:pt x="87" y="38"/>
                    <a:pt x="87" y="25"/>
                  </a:cubicBezTo>
                  <a:cubicBezTo>
                    <a:pt x="87" y="11"/>
                    <a:pt x="67" y="0"/>
                    <a:pt x="43" y="0"/>
                  </a:cubicBezTo>
                  <a:close/>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24" name="Freeform 102"/>
            <p:cNvSpPr>
              <a:spLocks/>
            </p:cNvSpPr>
            <p:nvPr/>
          </p:nvSpPr>
          <p:spPr bwMode="auto">
            <a:xfrm>
              <a:off x="10579100" y="4752975"/>
              <a:ext cx="266700" cy="109538"/>
            </a:xfrm>
            <a:custGeom>
              <a:avLst/>
              <a:gdLst>
                <a:gd name="T0" fmla="*/ 152 w 168"/>
                <a:gd name="T1" fmla="*/ 0 h 69"/>
                <a:gd name="T2" fmla="*/ 168 w 168"/>
                <a:gd name="T3" fmla="*/ 0 h 69"/>
                <a:gd name="T4" fmla="*/ 111 w 168"/>
                <a:gd name="T5" fmla="*/ 43 h 69"/>
                <a:gd name="T6" fmla="*/ 95 w 168"/>
                <a:gd name="T7" fmla="*/ 19 h 69"/>
                <a:gd name="T8" fmla="*/ 0 w 168"/>
                <a:gd name="T9" fmla="*/ 69 h 69"/>
                <a:gd name="T10" fmla="*/ 152 w 168"/>
                <a:gd name="T11" fmla="*/ 0 h 69"/>
              </a:gdLst>
              <a:ahLst/>
              <a:cxnLst>
                <a:cxn ang="0">
                  <a:pos x="T0" y="T1"/>
                </a:cxn>
                <a:cxn ang="0">
                  <a:pos x="T2" y="T3"/>
                </a:cxn>
                <a:cxn ang="0">
                  <a:pos x="T4" y="T5"/>
                </a:cxn>
                <a:cxn ang="0">
                  <a:pos x="T6" y="T7"/>
                </a:cxn>
                <a:cxn ang="0">
                  <a:pos x="T8" y="T9"/>
                </a:cxn>
                <a:cxn ang="0">
                  <a:pos x="T10" y="T11"/>
                </a:cxn>
              </a:cxnLst>
              <a:rect l="0" t="0" r="r" b="b"/>
              <a:pathLst>
                <a:path w="168" h="69">
                  <a:moveTo>
                    <a:pt x="152" y="0"/>
                  </a:moveTo>
                  <a:lnTo>
                    <a:pt x="168" y="0"/>
                  </a:lnTo>
                  <a:lnTo>
                    <a:pt x="111" y="43"/>
                  </a:lnTo>
                  <a:lnTo>
                    <a:pt x="95" y="19"/>
                  </a:lnTo>
                  <a:lnTo>
                    <a:pt x="0" y="69"/>
                  </a:lnTo>
                  <a:lnTo>
                    <a:pt x="152" y="0"/>
                  </a:lnTo>
                  <a:close/>
                </a:path>
              </a:pathLst>
            </a:custGeom>
            <a:noFill/>
            <a:ln>
              <a:solidFill>
                <a:schemeClr val="bg1">
                  <a:lumMod val="50000"/>
                </a:schemeClr>
              </a:solidFill>
            </a:ln>
          </p:spPr>
          <p:txBody>
            <a:bodyPr vert="horz" wrap="square" lIns="91440" tIns="45720" rIns="91440" bIns="45720" numCol="1" anchor="t" anchorCtr="0" compatLnSpc="1">
              <a:prstTxWarp prst="textNoShape">
                <a:avLst/>
              </a:prstTxWarp>
            </a:bodyPr>
            <a:lstStyle/>
            <a:p>
              <a:endParaRPr lang="zh-CN" altLang="en-US"/>
            </a:p>
          </p:txBody>
        </p:sp>
        <p:sp>
          <p:nvSpPr>
            <p:cNvPr id="325" name="Freeform 103"/>
            <p:cNvSpPr>
              <a:spLocks/>
            </p:cNvSpPr>
            <p:nvPr/>
          </p:nvSpPr>
          <p:spPr bwMode="auto">
            <a:xfrm>
              <a:off x="10579100" y="4752975"/>
              <a:ext cx="266700" cy="109538"/>
            </a:xfrm>
            <a:custGeom>
              <a:avLst/>
              <a:gdLst>
                <a:gd name="T0" fmla="*/ 152 w 168"/>
                <a:gd name="T1" fmla="*/ 0 h 69"/>
                <a:gd name="T2" fmla="*/ 168 w 168"/>
                <a:gd name="T3" fmla="*/ 0 h 69"/>
                <a:gd name="T4" fmla="*/ 111 w 168"/>
                <a:gd name="T5" fmla="*/ 43 h 69"/>
                <a:gd name="T6" fmla="*/ 95 w 168"/>
                <a:gd name="T7" fmla="*/ 19 h 69"/>
                <a:gd name="T8" fmla="*/ 0 w 168"/>
                <a:gd name="T9" fmla="*/ 69 h 69"/>
              </a:gdLst>
              <a:ahLst/>
              <a:cxnLst>
                <a:cxn ang="0">
                  <a:pos x="T0" y="T1"/>
                </a:cxn>
                <a:cxn ang="0">
                  <a:pos x="T2" y="T3"/>
                </a:cxn>
                <a:cxn ang="0">
                  <a:pos x="T4" y="T5"/>
                </a:cxn>
                <a:cxn ang="0">
                  <a:pos x="T6" y="T7"/>
                </a:cxn>
                <a:cxn ang="0">
                  <a:pos x="T8" y="T9"/>
                </a:cxn>
              </a:cxnLst>
              <a:rect l="0" t="0" r="r" b="b"/>
              <a:pathLst>
                <a:path w="168" h="69">
                  <a:moveTo>
                    <a:pt x="152" y="0"/>
                  </a:moveTo>
                  <a:lnTo>
                    <a:pt x="168" y="0"/>
                  </a:lnTo>
                  <a:lnTo>
                    <a:pt x="111" y="43"/>
                  </a:lnTo>
                  <a:lnTo>
                    <a:pt x="95" y="19"/>
                  </a:lnTo>
                  <a:lnTo>
                    <a:pt x="0" y="69"/>
                  </a:lnTo>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26" name="Freeform 104"/>
            <p:cNvSpPr>
              <a:spLocks/>
            </p:cNvSpPr>
            <p:nvPr/>
          </p:nvSpPr>
          <p:spPr bwMode="auto">
            <a:xfrm>
              <a:off x="10837863" y="4749800"/>
              <a:ext cx="11113" cy="30163"/>
            </a:xfrm>
            <a:custGeom>
              <a:avLst/>
              <a:gdLst>
                <a:gd name="T0" fmla="*/ 0 w 7"/>
                <a:gd name="T1" fmla="*/ 19 h 19"/>
                <a:gd name="T2" fmla="*/ 7 w 7"/>
                <a:gd name="T3" fmla="*/ 0 h 19"/>
                <a:gd name="T4" fmla="*/ 0 w 7"/>
                <a:gd name="T5" fmla="*/ 19 h 19"/>
              </a:gdLst>
              <a:ahLst/>
              <a:cxnLst>
                <a:cxn ang="0">
                  <a:pos x="T0" y="T1"/>
                </a:cxn>
                <a:cxn ang="0">
                  <a:pos x="T2" y="T3"/>
                </a:cxn>
                <a:cxn ang="0">
                  <a:pos x="T4" y="T5"/>
                </a:cxn>
              </a:cxnLst>
              <a:rect l="0" t="0" r="r" b="b"/>
              <a:pathLst>
                <a:path w="7" h="19">
                  <a:moveTo>
                    <a:pt x="0" y="19"/>
                  </a:moveTo>
                  <a:lnTo>
                    <a:pt x="7" y="0"/>
                  </a:lnTo>
                  <a:lnTo>
                    <a:pt x="0" y="19"/>
                  </a:lnTo>
                  <a:close/>
                </a:path>
              </a:pathLst>
            </a:custGeom>
            <a:noFill/>
            <a:ln>
              <a:solidFill>
                <a:schemeClr val="bg1">
                  <a:lumMod val="50000"/>
                </a:schemeClr>
              </a:solidFill>
            </a:ln>
          </p:spPr>
          <p:txBody>
            <a:bodyPr vert="horz" wrap="square" lIns="91440" tIns="45720" rIns="91440" bIns="45720" numCol="1" anchor="t" anchorCtr="0" compatLnSpc="1">
              <a:prstTxWarp prst="textNoShape">
                <a:avLst/>
              </a:prstTxWarp>
            </a:bodyPr>
            <a:lstStyle/>
            <a:p>
              <a:endParaRPr lang="zh-CN" altLang="en-US"/>
            </a:p>
          </p:txBody>
        </p:sp>
        <p:sp>
          <p:nvSpPr>
            <p:cNvPr id="327" name="Line 105"/>
            <p:cNvSpPr>
              <a:spLocks noChangeShapeType="1"/>
            </p:cNvSpPr>
            <p:nvPr/>
          </p:nvSpPr>
          <p:spPr bwMode="auto">
            <a:xfrm flipV="1">
              <a:off x="10837863" y="4749800"/>
              <a:ext cx="11113" cy="30163"/>
            </a:xfrm>
            <a:prstGeom prst="line">
              <a:avLst/>
            </a:prstGeom>
            <a:noFill/>
            <a:ln w="14288"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328" name="Freeform 106"/>
            <p:cNvSpPr>
              <a:spLocks/>
            </p:cNvSpPr>
            <p:nvPr/>
          </p:nvSpPr>
          <p:spPr bwMode="auto">
            <a:xfrm>
              <a:off x="11545888" y="3822700"/>
              <a:ext cx="469900" cy="446088"/>
            </a:xfrm>
            <a:custGeom>
              <a:avLst/>
              <a:gdLst>
                <a:gd name="T0" fmla="*/ 52 w 125"/>
                <a:gd name="T1" fmla="*/ 0 h 119"/>
                <a:gd name="T2" fmla="*/ 0 w 125"/>
                <a:gd name="T3" fmla="*/ 99 h 119"/>
                <a:gd name="T4" fmla="*/ 82 w 125"/>
                <a:gd name="T5" fmla="*/ 119 h 119"/>
                <a:gd name="T6" fmla="*/ 125 w 125"/>
                <a:gd name="T7" fmla="*/ 17 h 119"/>
                <a:gd name="T8" fmla="*/ 52 w 125"/>
                <a:gd name="T9" fmla="*/ 0 h 119"/>
              </a:gdLst>
              <a:ahLst/>
              <a:cxnLst>
                <a:cxn ang="0">
                  <a:pos x="T0" y="T1"/>
                </a:cxn>
                <a:cxn ang="0">
                  <a:pos x="T2" y="T3"/>
                </a:cxn>
                <a:cxn ang="0">
                  <a:pos x="T4" y="T5"/>
                </a:cxn>
                <a:cxn ang="0">
                  <a:pos x="T6" y="T7"/>
                </a:cxn>
                <a:cxn ang="0">
                  <a:pos x="T8" y="T9"/>
                </a:cxn>
              </a:cxnLst>
              <a:rect l="0" t="0" r="r" b="b"/>
              <a:pathLst>
                <a:path w="125" h="119">
                  <a:moveTo>
                    <a:pt x="52" y="0"/>
                  </a:moveTo>
                  <a:cubicBezTo>
                    <a:pt x="52" y="0"/>
                    <a:pt x="26" y="84"/>
                    <a:pt x="0" y="99"/>
                  </a:cubicBezTo>
                  <a:cubicBezTo>
                    <a:pt x="82" y="119"/>
                    <a:pt x="82" y="119"/>
                    <a:pt x="82" y="119"/>
                  </a:cubicBezTo>
                  <a:cubicBezTo>
                    <a:pt x="82" y="119"/>
                    <a:pt x="112" y="105"/>
                    <a:pt x="125" y="17"/>
                  </a:cubicBezTo>
                  <a:lnTo>
                    <a:pt x="52" y="0"/>
                  </a:lnTo>
                  <a:close/>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29" name="Freeform 107"/>
            <p:cNvSpPr>
              <a:spLocks/>
            </p:cNvSpPr>
            <p:nvPr/>
          </p:nvSpPr>
          <p:spPr bwMode="auto">
            <a:xfrm>
              <a:off x="11755438" y="3908425"/>
              <a:ext cx="188913" cy="44450"/>
            </a:xfrm>
            <a:custGeom>
              <a:avLst/>
              <a:gdLst>
                <a:gd name="T0" fmla="*/ 0 w 119"/>
                <a:gd name="T1" fmla="*/ 0 h 28"/>
                <a:gd name="T2" fmla="*/ 119 w 119"/>
                <a:gd name="T3" fmla="*/ 28 h 28"/>
                <a:gd name="T4" fmla="*/ 0 w 119"/>
                <a:gd name="T5" fmla="*/ 0 h 28"/>
              </a:gdLst>
              <a:ahLst/>
              <a:cxnLst>
                <a:cxn ang="0">
                  <a:pos x="T0" y="T1"/>
                </a:cxn>
                <a:cxn ang="0">
                  <a:pos x="T2" y="T3"/>
                </a:cxn>
                <a:cxn ang="0">
                  <a:pos x="T4" y="T5"/>
                </a:cxn>
              </a:cxnLst>
              <a:rect l="0" t="0" r="r" b="b"/>
              <a:pathLst>
                <a:path w="119" h="28">
                  <a:moveTo>
                    <a:pt x="0" y="0"/>
                  </a:moveTo>
                  <a:lnTo>
                    <a:pt x="119" y="28"/>
                  </a:lnTo>
                  <a:lnTo>
                    <a:pt x="0" y="0"/>
                  </a:lnTo>
                  <a:close/>
                </a:path>
              </a:pathLst>
            </a:custGeom>
            <a:noFill/>
            <a:ln w="9525">
              <a:solidFill>
                <a:schemeClr val="bg1">
                  <a:lumMod val="50000"/>
                </a:schemeClr>
              </a:solidFill>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30" name="Line 108"/>
            <p:cNvSpPr>
              <a:spLocks noChangeShapeType="1"/>
            </p:cNvSpPr>
            <p:nvPr/>
          </p:nvSpPr>
          <p:spPr bwMode="auto">
            <a:xfrm>
              <a:off x="11755438" y="3908425"/>
              <a:ext cx="188913" cy="44450"/>
            </a:xfrm>
            <a:prstGeom prst="line">
              <a:avLst/>
            </a:prstGeom>
            <a:noFill/>
            <a:ln w="14288"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331" name="Freeform 109"/>
            <p:cNvSpPr>
              <a:spLocks/>
            </p:cNvSpPr>
            <p:nvPr/>
          </p:nvSpPr>
          <p:spPr bwMode="auto">
            <a:xfrm>
              <a:off x="11744325" y="3949700"/>
              <a:ext cx="177800" cy="41275"/>
            </a:xfrm>
            <a:custGeom>
              <a:avLst/>
              <a:gdLst>
                <a:gd name="T0" fmla="*/ 0 w 112"/>
                <a:gd name="T1" fmla="*/ 0 h 26"/>
                <a:gd name="T2" fmla="*/ 112 w 112"/>
                <a:gd name="T3" fmla="*/ 26 h 26"/>
                <a:gd name="T4" fmla="*/ 0 w 112"/>
                <a:gd name="T5" fmla="*/ 0 h 26"/>
              </a:gdLst>
              <a:ahLst/>
              <a:cxnLst>
                <a:cxn ang="0">
                  <a:pos x="T0" y="T1"/>
                </a:cxn>
                <a:cxn ang="0">
                  <a:pos x="T2" y="T3"/>
                </a:cxn>
                <a:cxn ang="0">
                  <a:pos x="T4" y="T5"/>
                </a:cxn>
              </a:cxnLst>
              <a:rect l="0" t="0" r="r" b="b"/>
              <a:pathLst>
                <a:path w="112" h="26">
                  <a:moveTo>
                    <a:pt x="0" y="0"/>
                  </a:moveTo>
                  <a:lnTo>
                    <a:pt x="112" y="26"/>
                  </a:lnTo>
                  <a:lnTo>
                    <a:pt x="0" y="0"/>
                  </a:lnTo>
                  <a:close/>
                </a:path>
              </a:pathLst>
            </a:custGeom>
            <a:noFill/>
            <a:ln w="9525">
              <a:solidFill>
                <a:schemeClr val="bg1">
                  <a:lumMod val="50000"/>
                </a:schemeClr>
              </a:solidFill>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32" name="Line 110"/>
            <p:cNvSpPr>
              <a:spLocks noChangeShapeType="1"/>
            </p:cNvSpPr>
            <p:nvPr/>
          </p:nvSpPr>
          <p:spPr bwMode="auto">
            <a:xfrm>
              <a:off x="11744325" y="3949700"/>
              <a:ext cx="177800" cy="41275"/>
            </a:xfrm>
            <a:prstGeom prst="line">
              <a:avLst/>
            </a:prstGeom>
            <a:noFill/>
            <a:ln w="14288"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111"/>
            <p:cNvSpPr>
              <a:spLocks/>
            </p:cNvSpPr>
            <p:nvPr/>
          </p:nvSpPr>
          <p:spPr bwMode="auto">
            <a:xfrm>
              <a:off x="11736388" y="3994150"/>
              <a:ext cx="177800" cy="41275"/>
            </a:xfrm>
            <a:custGeom>
              <a:avLst/>
              <a:gdLst>
                <a:gd name="T0" fmla="*/ 0 w 112"/>
                <a:gd name="T1" fmla="*/ 0 h 26"/>
                <a:gd name="T2" fmla="*/ 112 w 112"/>
                <a:gd name="T3" fmla="*/ 26 h 26"/>
                <a:gd name="T4" fmla="*/ 0 w 112"/>
                <a:gd name="T5" fmla="*/ 0 h 26"/>
              </a:gdLst>
              <a:ahLst/>
              <a:cxnLst>
                <a:cxn ang="0">
                  <a:pos x="T0" y="T1"/>
                </a:cxn>
                <a:cxn ang="0">
                  <a:pos x="T2" y="T3"/>
                </a:cxn>
                <a:cxn ang="0">
                  <a:pos x="T4" y="T5"/>
                </a:cxn>
              </a:cxnLst>
              <a:rect l="0" t="0" r="r" b="b"/>
              <a:pathLst>
                <a:path w="112" h="26">
                  <a:moveTo>
                    <a:pt x="0" y="0"/>
                  </a:moveTo>
                  <a:lnTo>
                    <a:pt x="112" y="26"/>
                  </a:lnTo>
                  <a:lnTo>
                    <a:pt x="0" y="0"/>
                  </a:lnTo>
                  <a:close/>
                </a:path>
              </a:pathLst>
            </a:custGeom>
            <a:noFill/>
            <a:ln w="9525">
              <a:solidFill>
                <a:schemeClr val="bg1">
                  <a:lumMod val="50000"/>
                </a:schemeClr>
              </a:solidFill>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34" name="Line 112"/>
            <p:cNvSpPr>
              <a:spLocks noChangeShapeType="1"/>
            </p:cNvSpPr>
            <p:nvPr/>
          </p:nvSpPr>
          <p:spPr bwMode="auto">
            <a:xfrm>
              <a:off x="11736388" y="3994150"/>
              <a:ext cx="177800" cy="41275"/>
            </a:xfrm>
            <a:prstGeom prst="line">
              <a:avLst/>
            </a:prstGeom>
            <a:noFill/>
            <a:ln w="14288"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335" name="Freeform 113"/>
            <p:cNvSpPr>
              <a:spLocks/>
            </p:cNvSpPr>
            <p:nvPr/>
          </p:nvSpPr>
          <p:spPr bwMode="auto">
            <a:xfrm>
              <a:off x="11714163" y="4024313"/>
              <a:ext cx="177800" cy="41275"/>
            </a:xfrm>
            <a:custGeom>
              <a:avLst/>
              <a:gdLst>
                <a:gd name="T0" fmla="*/ 0 w 112"/>
                <a:gd name="T1" fmla="*/ 0 h 26"/>
                <a:gd name="T2" fmla="*/ 112 w 112"/>
                <a:gd name="T3" fmla="*/ 26 h 26"/>
                <a:gd name="T4" fmla="*/ 0 w 112"/>
                <a:gd name="T5" fmla="*/ 0 h 26"/>
              </a:gdLst>
              <a:ahLst/>
              <a:cxnLst>
                <a:cxn ang="0">
                  <a:pos x="T0" y="T1"/>
                </a:cxn>
                <a:cxn ang="0">
                  <a:pos x="T2" y="T3"/>
                </a:cxn>
                <a:cxn ang="0">
                  <a:pos x="T4" y="T5"/>
                </a:cxn>
              </a:cxnLst>
              <a:rect l="0" t="0" r="r" b="b"/>
              <a:pathLst>
                <a:path w="112" h="26">
                  <a:moveTo>
                    <a:pt x="0" y="0"/>
                  </a:moveTo>
                  <a:lnTo>
                    <a:pt x="112" y="26"/>
                  </a:lnTo>
                  <a:lnTo>
                    <a:pt x="0" y="0"/>
                  </a:lnTo>
                  <a:close/>
                </a:path>
              </a:pathLst>
            </a:custGeom>
            <a:noFill/>
            <a:ln w="9525">
              <a:solidFill>
                <a:schemeClr val="bg1">
                  <a:lumMod val="50000"/>
                </a:schemeClr>
              </a:solidFill>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36" name="Line 114"/>
            <p:cNvSpPr>
              <a:spLocks noChangeShapeType="1"/>
            </p:cNvSpPr>
            <p:nvPr/>
          </p:nvSpPr>
          <p:spPr bwMode="auto">
            <a:xfrm>
              <a:off x="11714163" y="4024313"/>
              <a:ext cx="177800" cy="41275"/>
            </a:xfrm>
            <a:prstGeom prst="line">
              <a:avLst/>
            </a:prstGeom>
            <a:noFill/>
            <a:ln w="14288"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337" name="Freeform 115"/>
            <p:cNvSpPr>
              <a:spLocks/>
            </p:cNvSpPr>
            <p:nvPr/>
          </p:nvSpPr>
          <p:spPr bwMode="auto">
            <a:xfrm>
              <a:off x="11695113" y="4070350"/>
              <a:ext cx="177800" cy="41275"/>
            </a:xfrm>
            <a:custGeom>
              <a:avLst/>
              <a:gdLst>
                <a:gd name="T0" fmla="*/ 0 w 112"/>
                <a:gd name="T1" fmla="*/ 0 h 26"/>
                <a:gd name="T2" fmla="*/ 112 w 112"/>
                <a:gd name="T3" fmla="*/ 26 h 26"/>
                <a:gd name="T4" fmla="*/ 0 w 112"/>
                <a:gd name="T5" fmla="*/ 0 h 26"/>
              </a:gdLst>
              <a:ahLst/>
              <a:cxnLst>
                <a:cxn ang="0">
                  <a:pos x="T0" y="T1"/>
                </a:cxn>
                <a:cxn ang="0">
                  <a:pos x="T2" y="T3"/>
                </a:cxn>
                <a:cxn ang="0">
                  <a:pos x="T4" y="T5"/>
                </a:cxn>
              </a:cxnLst>
              <a:rect l="0" t="0" r="r" b="b"/>
              <a:pathLst>
                <a:path w="112" h="26">
                  <a:moveTo>
                    <a:pt x="0" y="0"/>
                  </a:moveTo>
                  <a:lnTo>
                    <a:pt x="112" y="26"/>
                  </a:lnTo>
                  <a:lnTo>
                    <a:pt x="0" y="0"/>
                  </a:lnTo>
                  <a:close/>
                </a:path>
              </a:pathLst>
            </a:custGeom>
            <a:noFill/>
            <a:ln w="9525">
              <a:solidFill>
                <a:schemeClr val="bg1">
                  <a:lumMod val="50000"/>
                </a:schemeClr>
              </a:solidFill>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38" name="Line 116"/>
            <p:cNvSpPr>
              <a:spLocks noChangeShapeType="1"/>
            </p:cNvSpPr>
            <p:nvPr/>
          </p:nvSpPr>
          <p:spPr bwMode="auto">
            <a:xfrm>
              <a:off x="11695113" y="4070350"/>
              <a:ext cx="177800" cy="41275"/>
            </a:xfrm>
            <a:prstGeom prst="line">
              <a:avLst/>
            </a:prstGeom>
            <a:noFill/>
            <a:ln w="14288"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339" name="Freeform 117"/>
            <p:cNvSpPr>
              <a:spLocks/>
            </p:cNvSpPr>
            <p:nvPr/>
          </p:nvSpPr>
          <p:spPr bwMode="auto">
            <a:xfrm>
              <a:off x="11903075" y="3822700"/>
              <a:ext cx="77788" cy="88900"/>
            </a:xfrm>
            <a:custGeom>
              <a:avLst/>
              <a:gdLst>
                <a:gd name="T0" fmla="*/ 0 w 49"/>
                <a:gd name="T1" fmla="*/ 37 h 56"/>
                <a:gd name="T2" fmla="*/ 31 w 49"/>
                <a:gd name="T3" fmla="*/ 0 h 56"/>
                <a:gd name="T4" fmla="*/ 49 w 49"/>
                <a:gd name="T5" fmla="*/ 11 h 56"/>
                <a:gd name="T6" fmla="*/ 12 w 49"/>
                <a:gd name="T7" fmla="*/ 56 h 56"/>
                <a:gd name="T8" fmla="*/ 0 w 49"/>
                <a:gd name="T9" fmla="*/ 37 h 56"/>
              </a:gdLst>
              <a:ahLst/>
              <a:cxnLst>
                <a:cxn ang="0">
                  <a:pos x="T0" y="T1"/>
                </a:cxn>
                <a:cxn ang="0">
                  <a:pos x="T2" y="T3"/>
                </a:cxn>
                <a:cxn ang="0">
                  <a:pos x="T4" y="T5"/>
                </a:cxn>
                <a:cxn ang="0">
                  <a:pos x="T6" y="T7"/>
                </a:cxn>
                <a:cxn ang="0">
                  <a:pos x="T8" y="T9"/>
                </a:cxn>
              </a:cxnLst>
              <a:rect l="0" t="0" r="r" b="b"/>
              <a:pathLst>
                <a:path w="49" h="56">
                  <a:moveTo>
                    <a:pt x="0" y="37"/>
                  </a:moveTo>
                  <a:lnTo>
                    <a:pt x="31" y="0"/>
                  </a:lnTo>
                  <a:lnTo>
                    <a:pt x="49" y="11"/>
                  </a:lnTo>
                  <a:lnTo>
                    <a:pt x="12" y="56"/>
                  </a:lnTo>
                  <a:lnTo>
                    <a:pt x="0" y="37"/>
                  </a:lnTo>
                  <a:close/>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40" name="Freeform 118"/>
            <p:cNvSpPr>
              <a:spLocks/>
            </p:cNvSpPr>
            <p:nvPr/>
          </p:nvSpPr>
          <p:spPr bwMode="auto">
            <a:xfrm>
              <a:off x="11147425" y="3536950"/>
              <a:ext cx="374650" cy="258763"/>
            </a:xfrm>
            <a:custGeom>
              <a:avLst/>
              <a:gdLst>
                <a:gd name="T0" fmla="*/ 7 w 100"/>
                <a:gd name="T1" fmla="*/ 5 h 69"/>
                <a:gd name="T2" fmla="*/ 18 w 100"/>
                <a:gd name="T3" fmla="*/ 66 h 69"/>
                <a:gd name="T4" fmla="*/ 92 w 100"/>
                <a:gd name="T5" fmla="*/ 67 h 69"/>
                <a:gd name="T6" fmla="*/ 88 w 100"/>
                <a:gd name="T7" fmla="*/ 5 h 69"/>
                <a:gd name="T8" fmla="*/ 11 w 100"/>
                <a:gd name="T9" fmla="*/ 5 h 69"/>
                <a:gd name="T10" fmla="*/ 7 w 100"/>
                <a:gd name="T11" fmla="*/ 5 h 69"/>
              </a:gdLst>
              <a:ahLst/>
              <a:cxnLst>
                <a:cxn ang="0">
                  <a:pos x="T0" y="T1"/>
                </a:cxn>
                <a:cxn ang="0">
                  <a:pos x="T2" y="T3"/>
                </a:cxn>
                <a:cxn ang="0">
                  <a:pos x="T4" y="T5"/>
                </a:cxn>
                <a:cxn ang="0">
                  <a:pos x="T6" y="T7"/>
                </a:cxn>
                <a:cxn ang="0">
                  <a:pos x="T8" y="T9"/>
                </a:cxn>
                <a:cxn ang="0">
                  <a:pos x="T10" y="T11"/>
                </a:cxn>
              </a:cxnLst>
              <a:rect l="0" t="0" r="r" b="b"/>
              <a:pathLst>
                <a:path w="100" h="69">
                  <a:moveTo>
                    <a:pt x="7" y="5"/>
                  </a:moveTo>
                  <a:cubicBezTo>
                    <a:pt x="7" y="5"/>
                    <a:pt x="0" y="64"/>
                    <a:pt x="18" y="66"/>
                  </a:cubicBezTo>
                  <a:cubicBezTo>
                    <a:pt x="37" y="69"/>
                    <a:pt x="92" y="67"/>
                    <a:pt x="92" y="67"/>
                  </a:cubicBezTo>
                  <a:cubicBezTo>
                    <a:pt x="92" y="67"/>
                    <a:pt x="100" y="12"/>
                    <a:pt x="88" y="5"/>
                  </a:cubicBezTo>
                  <a:cubicBezTo>
                    <a:pt x="78" y="0"/>
                    <a:pt x="26" y="4"/>
                    <a:pt x="11" y="5"/>
                  </a:cubicBezTo>
                  <a:cubicBezTo>
                    <a:pt x="8" y="5"/>
                    <a:pt x="7" y="5"/>
                    <a:pt x="7" y="5"/>
                  </a:cubicBezTo>
                  <a:close/>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41" name="Freeform 119"/>
            <p:cNvSpPr>
              <a:spLocks/>
            </p:cNvSpPr>
            <p:nvPr/>
          </p:nvSpPr>
          <p:spPr bwMode="auto">
            <a:xfrm>
              <a:off x="11172825" y="3556000"/>
              <a:ext cx="304800" cy="127000"/>
            </a:xfrm>
            <a:custGeom>
              <a:avLst/>
              <a:gdLst>
                <a:gd name="T0" fmla="*/ 81 w 81"/>
                <a:gd name="T1" fmla="*/ 0 h 34"/>
                <a:gd name="T2" fmla="*/ 43 w 81"/>
                <a:gd name="T3" fmla="*/ 30 h 34"/>
                <a:gd name="T4" fmla="*/ 0 w 81"/>
                <a:gd name="T5" fmla="*/ 0 h 34"/>
              </a:gdLst>
              <a:ahLst/>
              <a:cxnLst>
                <a:cxn ang="0">
                  <a:pos x="T0" y="T1"/>
                </a:cxn>
                <a:cxn ang="0">
                  <a:pos x="T2" y="T3"/>
                </a:cxn>
                <a:cxn ang="0">
                  <a:pos x="T4" y="T5"/>
                </a:cxn>
              </a:cxnLst>
              <a:rect l="0" t="0" r="r" b="b"/>
              <a:pathLst>
                <a:path w="81" h="34">
                  <a:moveTo>
                    <a:pt x="81" y="0"/>
                  </a:moveTo>
                  <a:cubicBezTo>
                    <a:pt x="81" y="0"/>
                    <a:pt x="52" y="34"/>
                    <a:pt x="43" y="30"/>
                  </a:cubicBezTo>
                  <a:cubicBezTo>
                    <a:pt x="35" y="26"/>
                    <a:pt x="0" y="0"/>
                    <a:pt x="0" y="0"/>
                  </a:cubicBezTo>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42" name="Freeform 120"/>
            <p:cNvSpPr>
              <a:spLocks/>
            </p:cNvSpPr>
            <p:nvPr/>
          </p:nvSpPr>
          <p:spPr bwMode="auto">
            <a:xfrm>
              <a:off x="11172825" y="3556000"/>
              <a:ext cx="304800" cy="127000"/>
            </a:xfrm>
            <a:custGeom>
              <a:avLst/>
              <a:gdLst>
                <a:gd name="T0" fmla="*/ 81 w 81"/>
                <a:gd name="T1" fmla="*/ 0 h 34"/>
                <a:gd name="T2" fmla="*/ 43 w 81"/>
                <a:gd name="T3" fmla="*/ 30 h 34"/>
                <a:gd name="T4" fmla="*/ 0 w 81"/>
                <a:gd name="T5" fmla="*/ 0 h 34"/>
              </a:gdLst>
              <a:ahLst/>
              <a:cxnLst>
                <a:cxn ang="0">
                  <a:pos x="T0" y="T1"/>
                </a:cxn>
                <a:cxn ang="0">
                  <a:pos x="T2" y="T3"/>
                </a:cxn>
                <a:cxn ang="0">
                  <a:pos x="T4" y="T5"/>
                </a:cxn>
              </a:cxnLst>
              <a:rect l="0" t="0" r="r" b="b"/>
              <a:pathLst>
                <a:path w="81" h="34">
                  <a:moveTo>
                    <a:pt x="81" y="0"/>
                  </a:moveTo>
                  <a:cubicBezTo>
                    <a:pt x="81" y="0"/>
                    <a:pt x="52" y="34"/>
                    <a:pt x="43" y="30"/>
                  </a:cubicBezTo>
                  <a:cubicBezTo>
                    <a:pt x="35" y="26"/>
                    <a:pt x="0" y="0"/>
                    <a:pt x="0" y="0"/>
                  </a:cubicBezTo>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43" name="Freeform 121"/>
            <p:cNvSpPr>
              <a:spLocks/>
            </p:cNvSpPr>
            <p:nvPr/>
          </p:nvSpPr>
          <p:spPr bwMode="auto">
            <a:xfrm>
              <a:off x="11022013" y="3611563"/>
              <a:ext cx="98425" cy="0"/>
            </a:xfrm>
            <a:custGeom>
              <a:avLst/>
              <a:gdLst>
                <a:gd name="T0" fmla="*/ 0 w 62"/>
                <a:gd name="T1" fmla="*/ 62 w 62"/>
                <a:gd name="T2" fmla="*/ 0 w 62"/>
              </a:gdLst>
              <a:ahLst/>
              <a:cxnLst>
                <a:cxn ang="0">
                  <a:pos x="T0" y="0"/>
                </a:cxn>
                <a:cxn ang="0">
                  <a:pos x="T1" y="0"/>
                </a:cxn>
                <a:cxn ang="0">
                  <a:pos x="T2" y="0"/>
                </a:cxn>
              </a:cxnLst>
              <a:rect l="0" t="0" r="r" b="b"/>
              <a:pathLst>
                <a:path w="62">
                  <a:moveTo>
                    <a:pt x="0" y="0"/>
                  </a:moveTo>
                  <a:lnTo>
                    <a:pt x="6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Line 122"/>
            <p:cNvSpPr>
              <a:spLocks noChangeShapeType="1"/>
            </p:cNvSpPr>
            <p:nvPr/>
          </p:nvSpPr>
          <p:spPr bwMode="auto">
            <a:xfrm>
              <a:off x="11022013" y="3611563"/>
              <a:ext cx="98425" cy="0"/>
            </a:xfrm>
            <a:prstGeom prst="line">
              <a:avLst/>
            </a:prstGeom>
            <a:noFill/>
            <a:ln w="14288"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Freeform 123"/>
            <p:cNvSpPr>
              <a:spLocks/>
            </p:cNvSpPr>
            <p:nvPr/>
          </p:nvSpPr>
          <p:spPr bwMode="auto">
            <a:xfrm>
              <a:off x="11037888" y="3724275"/>
              <a:ext cx="98425" cy="0"/>
            </a:xfrm>
            <a:custGeom>
              <a:avLst/>
              <a:gdLst>
                <a:gd name="T0" fmla="*/ 0 w 62"/>
                <a:gd name="T1" fmla="*/ 62 w 62"/>
                <a:gd name="T2" fmla="*/ 0 w 62"/>
              </a:gdLst>
              <a:ahLst/>
              <a:cxnLst>
                <a:cxn ang="0">
                  <a:pos x="T0" y="0"/>
                </a:cxn>
                <a:cxn ang="0">
                  <a:pos x="T1" y="0"/>
                </a:cxn>
                <a:cxn ang="0">
                  <a:pos x="T2" y="0"/>
                </a:cxn>
              </a:cxnLst>
              <a:rect l="0" t="0" r="r" b="b"/>
              <a:pathLst>
                <a:path w="62">
                  <a:moveTo>
                    <a:pt x="0" y="0"/>
                  </a:moveTo>
                  <a:lnTo>
                    <a:pt x="62" y="0"/>
                  </a:lnTo>
                  <a:lnTo>
                    <a:pt x="0" y="0"/>
                  </a:lnTo>
                  <a:close/>
                </a:path>
              </a:pathLst>
            </a:custGeom>
            <a:noFill/>
            <a:ln>
              <a:solidFill>
                <a:schemeClr val="bg1">
                  <a:lumMod val="50000"/>
                </a:schemeClr>
              </a:solidFill>
            </a:ln>
          </p:spPr>
          <p:txBody>
            <a:bodyPr vert="horz" wrap="square" lIns="91440" tIns="45720" rIns="91440" bIns="45720" numCol="1" anchor="t" anchorCtr="0" compatLnSpc="1">
              <a:prstTxWarp prst="textNoShape">
                <a:avLst/>
              </a:prstTxWarp>
            </a:bodyPr>
            <a:lstStyle/>
            <a:p>
              <a:endParaRPr lang="zh-CN" altLang="en-US"/>
            </a:p>
          </p:txBody>
        </p:sp>
        <p:sp>
          <p:nvSpPr>
            <p:cNvPr id="346" name="Line 124"/>
            <p:cNvSpPr>
              <a:spLocks noChangeShapeType="1"/>
            </p:cNvSpPr>
            <p:nvPr/>
          </p:nvSpPr>
          <p:spPr bwMode="auto">
            <a:xfrm>
              <a:off x="11037888" y="3724275"/>
              <a:ext cx="98425" cy="0"/>
            </a:xfrm>
            <a:prstGeom prst="line">
              <a:avLst/>
            </a:prstGeom>
            <a:noFill/>
            <a:ln w="14288"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347" name="Freeform 125"/>
            <p:cNvSpPr>
              <a:spLocks/>
            </p:cNvSpPr>
            <p:nvPr/>
          </p:nvSpPr>
          <p:spPr bwMode="auto">
            <a:xfrm>
              <a:off x="10985500" y="3668713"/>
              <a:ext cx="134938" cy="0"/>
            </a:xfrm>
            <a:custGeom>
              <a:avLst/>
              <a:gdLst>
                <a:gd name="T0" fmla="*/ 0 w 85"/>
                <a:gd name="T1" fmla="*/ 85 w 85"/>
                <a:gd name="T2" fmla="*/ 0 w 85"/>
              </a:gdLst>
              <a:ahLst/>
              <a:cxnLst>
                <a:cxn ang="0">
                  <a:pos x="T0" y="0"/>
                </a:cxn>
                <a:cxn ang="0">
                  <a:pos x="T1" y="0"/>
                </a:cxn>
                <a:cxn ang="0">
                  <a:pos x="T2" y="0"/>
                </a:cxn>
              </a:cxnLst>
              <a:rect l="0" t="0" r="r" b="b"/>
              <a:pathLst>
                <a:path w="85">
                  <a:moveTo>
                    <a:pt x="0" y="0"/>
                  </a:moveTo>
                  <a:lnTo>
                    <a:pt x="85" y="0"/>
                  </a:lnTo>
                  <a:lnTo>
                    <a:pt x="0" y="0"/>
                  </a:lnTo>
                  <a:close/>
                </a:path>
              </a:pathLst>
            </a:custGeom>
            <a:noFill/>
            <a:ln>
              <a:solidFill>
                <a:schemeClr val="bg1">
                  <a:lumMod val="50000"/>
                </a:schemeClr>
              </a:solidFill>
            </a:ln>
          </p:spPr>
          <p:txBody>
            <a:bodyPr vert="horz" wrap="square" lIns="91440" tIns="45720" rIns="91440" bIns="45720" numCol="1" anchor="t" anchorCtr="0" compatLnSpc="1">
              <a:prstTxWarp prst="textNoShape">
                <a:avLst/>
              </a:prstTxWarp>
            </a:bodyPr>
            <a:lstStyle/>
            <a:p>
              <a:endParaRPr lang="zh-CN" altLang="en-US"/>
            </a:p>
          </p:txBody>
        </p:sp>
        <p:sp>
          <p:nvSpPr>
            <p:cNvPr id="348" name="Line 126"/>
            <p:cNvSpPr>
              <a:spLocks noChangeShapeType="1"/>
            </p:cNvSpPr>
            <p:nvPr/>
          </p:nvSpPr>
          <p:spPr bwMode="auto">
            <a:xfrm>
              <a:off x="10985500" y="3668713"/>
              <a:ext cx="134938" cy="0"/>
            </a:xfrm>
            <a:prstGeom prst="line">
              <a:avLst/>
            </a:prstGeom>
            <a:noFill/>
            <a:ln w="14288"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Freeform 127"/>
            <p:cNvSpPr>
              <a:spLocks/>
            </p:cNvSpPr>
            <p:nvPr/>
          </p:nvSpPr>
          <p:spPr bwMode="auto">
            <a:xfrm>
              <a:off x="11180763" y="4183063"/>
              <a:ext cx="63500" cy="36513"/>
            </a:xfrm>
            <a:custGeom>
              <a:avLst/>
              <a:gdLst>
                <a:gd name="T0" fmla="*/ 0 w 17"/>
                <a:gd name="T1" fmla="*/ 0 h 10"/>
                <a:gd name="T2" fmla="*/ 8 w 17"/>
                <a:gd name="T3" fmla="*/ 10 h 10"/>
                <a:gd name="T4" fmla="*/ 17 w 17"/>
                <a:gd name="T5" fmla="*/ 0 h 10"/>
              </a:gdLst>
              <a:ahLst/>
              <a:cxnLst>
                <a:cxn ang="0">
                  <a:pos x="T0" y="T1"/>
                </a:cxn>
                <a:cxn ang="0">
                  <a:pos x="T2" y="T3"/>
                </a:cxn>
                <a:cxn ang="0">
                  <a:pos x="T4" y="T5"/>
                </a:cxn>
              </a:cxnLst>
              <a:rect l="0" t="0" r="r" b="b"/>
              <a:pathLst>
                <a:path w="17" h="10">
                  <a:moveTo>
                    <a:pt x="0" y="0"/>
                  </a:moveTo>
                  <a:cubicBezTo>
                    <a:pt x="0" y="0"/>
                    <a:pt x="4" y="10"/>
                    <a:pt x="8" y="10"/>
                  </a:cubicBezTo>
                  <a:cubicBezTo>
                    <a:pt x="13" y="10"/>
                    <a:pt x="17" y="0"/>
                    <a:pt x="17" y="0"/>
                  </a:cubicBezTo>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50" name="Freeform 128"/>
            <p:cNvSpPr>
              <a:spLocks/>
            </p:cNvSpPr>
            <p:nvPr/>
          </p:nvSpPr>
          <p:spPr bwMode="auto">
            <a:xfrm>
              <a:off x="11180763" y="4183063"/>
              <a:ext cx="63500" cy="36513"/>
            </a:xfrm>
            <a:custGeom>
              <a:avLst/>
              <a:gdLst>
                <a:gd name="T0" fmla="*/ 0 w 17"/>
                <a:gd name="T1" fmla="*/ 0 h 10"/>
                <a:gd name="T2" fmla="*/ 8 w 17"/>
                <a:gd name="T3" fmla="*/ 10 h 10"/>
                <a:gd name="T4" fmla="*/ 17 w 17"/>
                <a:gd name="T5" fmla="*/ 0 h 10"/>
              </a:gdLst>
              <a:ahLst/>
              <a:cxnLst>
                <a:cxn ang="0">
                  <a:pos x="T0" y="T1"/>
                </a:cxn>
                <a:cxn ang="0">
                  <a:pos x="T2" y="T3"/>
                </a:cxn>
                <a:cxn ang="0">
                  <a:pos x="T4" y="T5"/>
                </a:cxn>
              </a:cxnLst>
              <a:rect l="0" t="0" r="r" b="b"/>
              <a:pathLst>
                <a:path w="17" h="10">
                  <a:moveTo>
                    <a:pt x="0" y="0"/>
                  </a:moveTo>
                  <a:cubicBezTo>
                    <a:pt x="0" y="0"/>
                    <a:pt x="4" y="10"/>
                    <a:pt x="8" y="10"/>
                  </a:cubicBezTo>
                  <a:cubicBezTo>
                    <a:pt x="13" y="10"/>
                    <a:pt x="17" y="0"/>
                    <a:pt x="17" y="0"/>
                  </a:cubicBezTo>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51" name="Freeform 129"/>
            <p:cNvSpPr>
              <a:spLocks/>
            </p:cNvSpPr>
            <p:nvPr/>
          </p:nvSpPr>
          <p:spPr bwMode="auto">
            <a:xfrm>
              <a:off x="11180763" y="4219575"/>
              <a:ext cx="68263" cy="117475"/>
            </a:xfrm>
            <a:custGeom>
              <a:avLst/>
              <a:gdLst>
                <a:gd name="T0" fmla="*/ 0 w 18"/>
                <a:gd name="T1" fmla="*/ 31 h 31"/>
                <a:gd name="T2" fmla="*/ 8 w 18"/>
                <a:gd name="T3" fmla="*/ 0 h 31"/>
                <a:gd name="T4" fmla="*/ 18 w 18"/>
                <a:gd name="T5" fmla="*/ 31 h 31"/>
                <a:gd name="T6" fmla="*/ 0 w 18"/>
                <a:gd name="T7" fmla="*/ 31 h 31"/>
              </a:gdLst>
              <a:ahLst/>
              <a:cxnLst>
                <a:cxn ang="0">
                  <a:pos x="T0" y="T1"/>
                </a:cxn>
                <a:cxn ang="0">
                  <a:pos x="T2" y="T3"/>
                </a:cxn>
                <a:cxn ang="0">
                  <a:pos x="T4" y="T5"/>
                </a:cxn>
                <a:cxn ang="0">
                  <a:pos x="T6" y="T7"/>
                </a:cxn>
              </a:cxnLst>
              <a:rect l="0" t="0" r="r" b="b"/>
              <a:pathLst>
                <a:path w="18" h="31">
                  <a:moveTo>
                    <a:pt x="0" y="31"/>
                  </a:moveTo>
                  <a:cubicBezTo>
                    <a:pt x="0" y="31"/>
                    <a:pt x="2" y="0"/>
                    <a:pt x="8" y="0"/>
                  </a:cubicBezTo>
                  <a:cubicBezTo>
                    <a:pt x="15" y="0"/>
                    <a:pt x="18" y="31"/>
                    <a:pt x="18" y="31"/>
                  </a:cubicBezTo>
                  <a:lnTo>
                    <a:pt x="0" y="31"/>
                  </a:lnTo>
                  <a:close/>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52" name="Freeform 130"/>
            <p:cNvSpPr>
              <a:spLocks/>
            </p:cNvSpPr>
            <p:nvPr/>
          </p:nvSpPr>
          <p:spPr bwMode="auto">
            <a:xfrm>
              <a:off x="11233150" y="5715000"/>
              <a:ext cx="203200" cy="228600"/>
            </a:xfrm>
            <a:custGeom>
              <a:avLst/>
              <a:gdLst>
                <a:gd name="T0" fmla="*/ 8 w 54"/>
                <a:gd name="T1" fmla="*/ 44 h 61"/>
                <a:gd name="T2" fmla="*/ 32 w 54"/>
                <a:gd name="T3" fmla="*/ 42 h 61"/>
                <a:gd name="T4" fmla="*/ 15 w 54"/>
                <a:gd name="T5" fmla="*/ 35 h 61"/>
                <a:gd name="T6" fmla="*/ 0 w 54"/>
                <a:gd name="T7" fmla="*/ 17 h 61"/>
                <a:gd name="T8" fmla="*/ 20 w 54"/>
                <a:gd name="T9" fmla="*/ 0 h 61"/>
                <a:gd name="T10" fmla="*/ 47 w 54"/>
                <a:gd name="T11" fmla="*/ 9 h 61"/>
                <a:gd name="T12" fmla="*/ 47 w 54"/>
                <a:gd name="T13" fmla="*/ 22 h 61"/>
                <a:gd name="T14" fmla="*/ 26 w 54"/>
                <a:gd name="T15" fmla="*/ 13 h 61"/>
                <a:gd name="T16" fmla="*/ 21 w 54"/>
                <a:gd name="T17" fmla="*/ 18 h 61"/>
                <a:gd name="T18" fmla="*/ 36 w 54"/>
                <a:gd name="T19" fmla="*/ 25 h 61"/>
                <a:gd name="T20" fmla="*/ 54 w 54"/>
                <a:gd name="T21" fmla="*/ 43 h 61"/>
                <a:gd name="T22" fmla="*/ 33 w 54"/>
                <a:gd name="T23" fmla="*/ 61 h 61"/>
                <a:gd name="T24" fmla="*/ 5 w 54"/>
                <a:gd name="T25" fmla="*/ 52 h 61"/>
                <a:gd name="T26" fmla="*/ 8 w 54"/>
                <a:gd name="T27" fmla="*/ 4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 h="61">
                  <a:moveTo>
                    <a:pt x="8" y="44"/>
                  </a:moveTo>
                  <a:cubicBezTo>
                    <a:pt x="10" y="44"/>
                    <a:pt x="32" y="46"/>
                    <a:pt x="32" y="42"/>
                  </a:cubicBezTo>
                  <a:cubicBezTo>
                    <a:pt x="32" y="39"/>
                    <a:pt x="24" y="38"/>
                    <a:pt x="15" y="35"/>
                  </a:cubicBezTo>
                  <a:cubicBezTo>
                    <a:pt x="7" y="33"/>
                    <a:pt x="0" y="28"/>
                    <a:pt x="0" y="17"/>
                  </a:cubicBezTo>
                  <a:cubicBezTo>
                    <a:pt x="0" y="5"/>
                    <a:pt x="12" y="0"/>
                    <a:pt x="20" y="0"/>
                  </a:cubicBezTo>
                  <a:cubicBezTo>
                    <a:pt x="28" y="0"/>
                    <a:pt x="45" y="4"/>
                    <a:pt x="47" y="9"/>
                  </a:cubicBezTo>
                  <a:cubicBezTo>
                    <a:pt x="47" y="22"/>
                    <a:pt x="47" y="22"/>
                    <a:pt x="47" y="22"/>
                  </a:cubicBezTo>
                  <a:cubicBezTo>
                    <a:pt x="47" y="17"/>
                    <a:pt x="32" y="13"/>
                    <a:pt x="26" y="13"/>
                  </a:cubicBezTo>
                  <a:cubicBezTo>
                    <a:pt x="23" y="13"/>
                    <a:pt x="21" y="15"/>
                    <a:pt x="21" y="18"/>
                  </a:cubicBezTo>
                  <a:cubicBezTo>
                    <a:pt x="21" y="21"/>
                    <a:pt x="28" y="22"/>
                    <a:pt x="36" y="25"/>
                  </a:cubicBezTo>
                  <a:cubicBezTo>
                    <a:pt x="44" y="28"/>
                    <a:pt x="54" y="31"/>
                    <a:pt x="54" y="43"/>
                  </a:cubicBezTo>
                  <a:cubicBezTo>
                    <a:pt x="54" y="54"/>
                    <a:pt x="44" y="61"/>
                    <a:pt x="33" y="61"/>
                  </a:cubicBezTo>
                  <a:cubicBezTo>
                    <a:pt x="24" y="61"/>
                    <a:pt x="8" y="57"/>
                    <a:pt x="5" y="52"/>
                  </a:cubicBezTo>
                  <a:cubicBezTo>
                    <a:pt x="5" y="52"/>
                    <a:pt x="4" y="44"/>
                    <a:pt x="8" y="44"/>
                  </a:cubicBezTo>
                  <a:close/>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53" name="Freeform 131"/>
            <p:cNvSpPr>
              <a:spLocks/>
            </p:cNvSpPr>
            <p:nvPr/>
          </p:nvSpPr>
          <p:spPr bwMode="auto">
            <a:xfrm>
              <a:off x="11301413" y="5673725"/>
              <a:ext cx="66675" cy="49213"/>
            </a:xfrm>
            <a:custGeom>
              <a:avLst/>
              <a:gdLst>
                <a:gd name="T0" fmla="*/ 4 w 42"/>
                <a:gd name="T1" fmla="*/ 26 h 31"/>
                <a:gd name="T2" fmla="*/ 0 w 42"/>
                <a:gd name="T3" fmla="*/ 0 h 31"/>
                <a:gd name="T4" fmla="*/ 42 w 42"/>
                <a:gd name="T5" fmla="*/ 7 h 31"/>
                <a:gd name="T6" fmla="*/ 40 w 42"/>
                <a:gd name="T7" fmla="*/ 31 h 31"/>
                <a:gd name="T8" fmla="*/ 4 w 42"/>
                <a:gd name="T9" fmla="*/ 26 h 31"/>
              </a:gdLst>
              <a:ahLst/>
              <a:cxnLst>
                <a:cxn ang="0">
                  <a:pos x="T0" y="T1"/>
                </a:cxn>
                <a:cxn ang="0">
                  <a:pos x="T2" y="T3"/>
                </a:cxn>
                <a:cxn ang="0">
                  <a:pos x="T4" y="T5"/>
                </a:cxn>
                <a:cxn ang="0">
                  <a:pos x="T6" y="T7"/>
                </a:cxn>
                <a:cxn ang="0">
                  <a:pos x="T8" y="T9"/>
                </a:cxn>
              </a:cxnLst>
              <a:rect l="0" t="0" r="r" b="b"/>
              <a:pathLst>
                <a:path w="42" h="31">
                  <a:moveTo>
                    <a:pt x="4" y="26"/>
                  </a:moveTo>
                  <a:lnTo>
                    <a:pt x="0" y="0"/>
                  </a:lnTo>
                  <a:lnTo>
                    <a:pt x="42" y="7"/>
                  </a:lnTo>
                  <a:lnTo>
                    <a:pt x="40" y="31"/>
                  </a:lnTo>
                  <a:lnTo>
                    <a:pt x="4" y="26"/>
                  </a:lnTo>
                  <a:close/>
                </a:path>
              </a:pathLst>
            </a:custGeom>
            <a:no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54" name="Freeform 132"/>
            <p:cNvSpPr>
              <a:spLocks/>
            </p:cNvSpPr>
            <p:nvPr/>
          </p:nvSpPr>
          <p:spPr bwMode="auto">
            <a:xfrm>
              <a:off x="11301413" y="5673725"/>
              <a:ext cx="66675" cy="49213"/>
            </a:xfrm>
            <a:custGeom>
              <a:avLst/>
              <a:gdLst>
                <a:gd name="T0" fmla="*/ 4 w 42"/>
                <a:gd name="T1" fmla="*/ 26 h 31"/>
                <a:gd name="T2" fmla="*/ 0 w 42"/>
                <a:gd name="T3" fmla="*/ 0 h 31"/>
                <a:gd name="T4" fmla="*/ 42 w 42"/>
                <a:gd name="T5" fmla="*/ 7 h 31"/>
                <a:gd name="T6" fmla="*/ 40 w 42"/>
                <a:gd name="T7" fmla="*/ 31 h 31"/>
              </a:gdLst>
              <a:ahLst/>
              <a:cxnLst>
                <a:cxn ang="0">
                  <a:pos x="T0" y="T1"/>
                </a:cxn>
                <a:cxn ang="0">
                  <a:pos x="T2" y="T3"/>
                </a:cxn>
                <a:cxn ang="0">
                  <a:pos x="T4" y="T5"/>
                </a:cxn>
                <a:cxn ang="0">
                  <a:pos x="T6" y="T7"/>
                </a:cxn>
              </a:cxnLst>
              <a:rect l="0" t="0" r="r" b="b"/>
              <a:pathLst>
                <a:path w="42" h="31">
                  <a:moveTo>
                    <a:pt x="4" y="26"/>
                  </a:moveTo>
                  <a:lnTo>
                    <a:pt x="0" y="0"/>
                  </a:lnTo>
                  <a:lnTo>
                    <a:pt x="42" y="7"/>
                  </a:lnTo>
                  <a:lnTo>
                    <a:pt x="40" y="31"/>
                  </a:lnTo>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55" name="Freeform 133"/>
            <p:cNvSpPr>
              <a:spLocks/>
            </p:cNvSpPr>
            <p:nvPr/>
          </p:nvSpPr>
          <p:spPr bwMode="auto">
            <a:xfrm>
              <a:off x="11307763" y="5937250"/>
              <a:ext cx="71438" cy="36513"/>
            </a:xfrm>
            <a:custGeom>
              <a:avLst/>
              <a:gdLst>
                <a:gd name="T0" fmla="*/ 0 w 45"/>
                <a:gd name="T1" fmla="*/ 0 h 23"/>
                <a:gd name="T2" fmla="*/ 0 w 45"/>
                <a:gd name="T3" fmla="*/ 23 h 23"/>
                <a:gd name="T4" fmla="*/ 45 w 45"/>
                <a:gd name="T5" fmla="*/ 23 h 23"/>
                <a:gd name="T6" fmla="*/ 38 w 45"/>
                <a:gd name="T7" fmla="*/ 4 h 23"/>
                <a:gd name="T8" fmla="*/ 0 w 45"/>
                <a:gd name="T9" fmla="*/ 0 h 23"/>
              </a:gdLst>
              <a:ahLst/>
              <a:cxnLst>
                <a:cxn ang="0">
                  <a:pos x="T0" y="T1"/>
                </a:cxn>
                <a:cxn ang="0">
                  <a:pos x="T2" y="T3"/>
                </a:cxn>
                <a:cxn ang="0">
                  <a:pos x="T4" y="T5"/>
                </a:cxn>
                <a:cxn ang="0">
                  <a:pos x="T6" y="T7"/>
                </a:cxn>
                <a:cxn ang="0">
                  <a:pos x="T8" y="T9"/>
                </a:cxn>
              </a:cxnLst>
              <a:rect l="0" t="0" r="r" b="b"/>
              <a:pathLst>
                <a:path w="45" h="23">
                  <a:moveTo>
                    <a:pt x="0" y="0"/>
                  </a:moveTo>
                  <a:lnTo>
                    <a:pt x="0" y="23"/>
                  </a:lnTo>
                  <a:lnTo>
                    <a:pt x="45" y="23"/>
                  </a:lnTo>
                  <a:lnTo>
                    <a:pt x="38" y="4"/>
                  </a:lnTo>
                  <a:lnTo>
                    <a:pt x="0" y="0"/>
                  </a:lnTo>
                  <a:close/>
                </a:path>
              </a:pathLst>
            </a:custGeom>
            <a:noFill/>
            <a:ln>
              <a:solidFill>
                <a:schemeClr val="bg1">
                  <a:lumMod val="50000"/>
                </a:schemeClr>
              </a:solidFill>
            </a:ln>
          </p:spPr>
          <p:txBody>
            <a:bodyPr vert="horz" wrap="square" lIns="91440" tIns="45720" rIns="91440" bIns="45720" numCol="1" anchor="t" anchorCtr="0" compatLnSpc="1">
              <a:prstTxWarp prst="textNoShape">
                <a:avLst/>
              </a:prstTxWarp>
            </a:bodyPr>
            <a:lstStyle/>
            <a:p>
              <a:endParaRPr lang="zh-CN" altLang="en-US"/>
            </a:p>
          </p:txBody>
        </p:sp>
        <p:sp>
          <p:nvSpPr>
            <p:cNvPr id="356" name="Freeform 134"/>
            <p:cNvSpPr>
              <a:spLocks/>
            </p:cNvSpPr>
            <p:nvPr/>
          </p:nvSpPr>
          <p:spPr bwMode="auto">
            <a:xfrm>
              <a:off x="11307763" y="5937250"/>
              <a:ext cx="71438" cy="36513"/>
            </a:xfrm>
            <a:custGeom>
              <a:avLst/>
              <a:gdLst>
                <a:gd name="T0" fmla="*/ 0 w 45"/>
                <a:gd name="T1" fmla="*/ 0 h 23"/>
                <a:gd name="T2" fmla="*/ 0 w 45"/>
                <a:gd name="T3" fmla="*/ 23 h 23"/>
                <a:gd name="T4" fmla="*/ 45 w 45"/>
                <a:gd name="T5" fmla="*/ 23 h 23"/>
                <a:gd name="T6" fmla="*/ 38 w 45"/>
                <a:gd name="T7" fmla="*/ 4 h 23"/>
              </a:gdLst>
              <a:ahLst/>
              <a:cxnLst>
                <a:cxn ang="0">
                  <a:pos x="T0" y="T1"/>
                </a:cxn>
                <a:cxn ang="0">
                  <a:pos x="T2" y="T3"/>
                </a:cxn>
                <a:cxn ang="0">
                  <a:pos x="T4" y="T5"/>
                </a:cxn>
                <a:cxn ang="0">
                  <a:pos x="T6" y="T7"/>
                </a:cxn>
              </a:cxnLst>
              <a:rect l="0" t="0" r="r" b="b"/>
              <a:pathLst>
                <a:path w="45" h="23">
                  <a:moveTo>
                    <a:pt x="0" y="0"/>
                  </a:moveTo>
                  <a:lnTo>
                    <a:pt x="0" y="23"/>
                  </a:lnTo>
                  <a:lnTo>
                    <a:pt x="45" y="23"/>
                  </a:lnTo>
                  <a:lnTo>
                    <a:pt x="38" y="4"/>
                  </a:lnTo>
                </a:path>
              </a:pathLst>
            </a:custGeom>
            <a:noFill/>
            <a:ln w="14288" cap="flat">
              <a:solidFill>
                <a:schemeClr val="bg1">
                  <a:lumMod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nvGrpSpPr>
            <p:cNvPr id="357" name="组合 139"/>
            <p:cNvGrpSpPr/>
            <p:nvPr/>
          </p:nvGrpSpPr>
          <p:grpSpPr>
            <a:xfrm>
              <a:off x="9219615" y="4171952"/>
              <a:ext cx="1413256" cy="1400521"/>
              <a:chOff x="9219615" y="4171952"/>
              <a:chExt cx="1413256" cy="1400521"/>
            </a:xfrm>
          </p:grpSpPr>
          <p:sp>
            <p:nvSpPr>
              <p:cNvPr id="413" name="Freeform 6"/>
              <p:cNvSpPr>
                <a:spLocks/>
              </p:cNvSpPr>
              <p:nvPr/>
            </p:nvSpPr>
            <p:spPr bwMode="auto">
              <a:xfrm>
                <a:off x="9219615" y="4394548"/>
                <a:ext cx="815975" cy="1177925"/>
              </a:xfrm>
              <a:custGeom>
                <a:avLst/>
                <a:gdLst>
                  <a:gd name="T0" fmla="*/ 0 w 514"/>
                  <a:gd name="T1" fmla="*/ 636 h 742"/>
                  <a:gd name="T2" fmla="*/ 0 w 514"/>
                  <a:gd name="T3" fmla="*/ 0 h 742"/>
                  <a:gd name="T4" fmla="*/ 514 w 514"/>
                  <a:gd name="T5" fmla="*/ 108 h 742"/>
                  <a:gd name="T6" fmla="*/ 514 w 514"/>
                  <a:gd name="T7" fmla="*/ 742 h 742"/>
                  <a:gd name="T8" fmla="*/ 0 w 514"/>
                  <a:gd name="T9" fmla="*/ 636 h 742"/>
                </a:gdLst>
                <a:ahLst/>
                <a:cxnLst>
                  <a:cxn ang="0">
                    <a:pos x="T0" y="T1"/>
                  </a:cxn>
                  <a:cxn ang="0">
                    <a:pos x="T2" y="T3"/>
                  </a:cxn>
                  <a:cxn ang="0">
                    <a:pos x="T4" y="T5"/>
                  </a:cxn>
                  <a:cxn ang="0">
                    <a:pos x="T6" y="T7"/>
                  </a:cxn>
                  <a:cxn ang="0">
                    <a:pos x="T8" y="T9"/>
                  </a:cxn>
                </a:cxnLst>
                <a:rect l="0" t="0" r="r" b="b"/>
                <a:pathLst>
                  <a:path w="514" h="742">
                    <a:moveTo>
                      <a:pt x="0" y="636"/>
                    </a:moveTo>
                    <a:lnTo>
                      <a:pt x="0" y="0"/>
                    </a:lnTo>
                    <a:lnTo>
                      <a:pt x="514" y="108"/>
                    </a:lnTo>
                    <a:lnTo>
                      <a:pt x="514" y="742"/>
                    </a:lnTo>
                    <a:lnTo>
                      <a:pt x="0" y="636"/>
                    </a:lnTo>
                    <a:close/>
                  </a:path>
                </a:pathLst>
              </a:custGeom>
              <a:gradFill flip="none" rotWithShape="1">
                <a:gsLst>
                  <a:gs pos="49000">
                    <a:srgbClr val="FFFFFF">
                      <a:alpha val="20000"/>
                    </a:srgbClr>
                  </a:gs>
                  <a:gs pos="0">
                    <a:schemeClr val="bg1">
                      <a:alpha val="40000"/>
                    </a:schemeClr>
                  </a:gs>
                  <a:gs pos="100000">
                    <a:schemeClr val="bg1">
                      <a:alpha val="0"/>
                    </a:schemeClr>
                  </a:gs>
                </a:gsLst>
                <a:lin ang="2700000" scaled="0"/>
                <a:tileRect/>
              </a:gra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414" name="Freeform 7"/>
              <p:cNvSpPr>
                <a:spLocks/>
              </p:cNvSpPr>
              <p:nvPr/>
            </p:nvSpPr>
            <p:spPr bwMode="auto">
              <a:xfrm>
                <a:off x="9219996" y="4171952"/>
                <a:ext cx="1412875" cy="391666"/>
              </a:xfrm>
              <a:custGeom>
                <a:avLst/>
                <a:gdLst>
                  <a:gd name="T0" fmla="*/ 376 w 890"/>
                  <a:gd name="T1" fmla="*/ 0 h 243"/>
                  <a:gd name="T2" fmla="*/ 0 w 890"/>
                  <a:gd name="T3" fmla="*/ 135 h 243"/>
                  <a:gd name="T4" fmla="*/ 514 w 890"/>
                  <a:gd name="T5" fmla="*/ 243 h 243"/>
                  <a:gd name="T6" fmla="*/ 890 w 890"/>
                  <a:gd name="T7" fmla="*/ 104 h 243"/>
                  <a:gd name="T8" fmla="*/ 376 w 890"/>
                  <a:gd name="T9" fmla="*/ 0 h 243"/>
                </a:gdLst>
                <a:ahLst/>
                <a:cxnLst>
                  <a:cxn ang="0">
                    <a:pos x="T0" y="T1"/>
                  </a:cxn>
                  <a:cxn ang="0">
                    <a:pos x="T2" y="T3"/>
                  </a:cxn>
                  <a:cxn ang="0">
                    <a:pos x="T4" y="T5"/>
                  </a:cxn>
                  <a:cxn ang="0">
                    <a:pos x="T6" y="T7"/>
                  </a:cxn>
                  <a:cxn ang="0">
                    <a:pos x="T8" y="T9"/>
                  </a:cxn>
                </a:cxnLst>
                <a:rect l="0" t="0" r="r" b="b"/>
                <a:pathLst>
                  <a:path w="890" h="243">
                    <a:moveTo>
                      <a:pt x="376" y="0"/>
                    </a:moveTo>
                    <a:lnTo>
                      <a:pt x="0" y="135"/>
                    </a:lnTo>
                    <a:lnTo>
                      <a:pt x="514" y="243"/>
                    </a:lnTo>
                    <a:lnTo>
                      <a:pt x="890" y="104"/>
                    </a:lnTo>
                    <a:lnTo>
                      <a:pt x="376" y="0"/>
                    </a:lnTo>
                    <a:close/>
                  </a:path>
                </a:pathLst>
              </a:custGeom>
              <a:gradFill flip="none" rotWithShape="1">
                <a:gsLst>
                  <a:gs pos="49000">
                    <a:srgbClr val="FFFFFF">
                      <a:alpha val="20000"/>
                    </a:srgbClr>
                  </a:gs>
                  <a:gs pos="0">
                    <a:schemeClr val="bg1">
                      <a:alpha val="40000"/>
                    </a:schemeClr>
                  </a:gs>
                  <a:gs pos="100000">
                    <a:schemeClr val="bg1">
                      <a:alpha val="0"/>
                    </a:schemeClr>
                  </a:gs>
                </a:gsLst>
                <a:lin ang="0" scaled="0"/>
                <a:tileRect/>
              </a:gra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358" name="组合 146"/>
            <p:cNvGrpSpPr/>
            <p:nvPr/>
          </p:nvGrpSpPr>
          <p:grpSpPr>
            <a:xfrm>
              <a:off x="10383838" y="1730024"/>
              <a:ext cx="1422780" cy="1384254"/>
              <a:chOff x="9219615" y="4222349"/>
              <a:chExt cx="1422780" cy="1384254"/>
            </a:xfrm>
          </p:grpSpPr>
          <p:sp>
            <p:nvSpPr>
              <p:cNvPr id="411" name="Freeform 6"/>
              <p:cNvSpPr>
                <a:spLocks/>
              </p:cNvSpPr>
              <p:nvPr/>
            </p:nvSpPr>
            <p:spPr bwMode="auto">
              <a:xfrm>
                <a:off x="9219615" y="4428678"/>
                <a:ext cx="827087" cy="1177925"/>
              </a:xfrm>
              <a:custGeom>
                <a:avLst/>
                <a:gdLst>
                  <a:gd name="T0" fmla="*/ 0 w 514"/>
                  <a:gd name="T1" fmla="*/ 636 h 742"/>
                  <a:gd name="T2" fmla="*/ 0 w 514"/>
                  <a:gd name="T3" fmla="*/ 0 h 742"/>
                  <a:gd name="T4" fmla="*/ 514 w 514"/>
                  <a:gd name="T5" fmla="*/ 108 h 742"/>
                  <a:gd name="T6" fmla="*/ 514 w 514"/>
                  <a:gd name="T7" fmla="*/ 742 h 742"/>
                  <a:gd name="T8" fmla="*/ 0 w 514"/>
                  <a:gd name="T9" fmla="*/ 636 h 742"/>
                </a:gdLst>
                <a:ahLst/>
                <a:cxnLst>
                  <a:cxn ang="0">
                    <a:pos x="T0" y="T1"/>
                  </a:cxn>
                  <a:cxn ang="0">
                    <a:pos x="T2" y="T3"/>
                  </a:cxn>
                  <a:cxn ang="0">
                    <a:pos x="T4" y="T5"/>
                  </a:cxn>
                  <a:cxn ang="0">
                    <a:pos x="T6" y="T7"/>
                  </a:cxn>
                  <a:cxn ang="0">
                    <a:pos x="T8" y="T9"/>
                  </a:cxn>
                </a:cxnLst>
                <a:rect l="0" t="0" r="r" b="b"/>
                <a:pathLst>
                  <a:path w="514" h="742">
                    <a:moveTo>
                      <a:pt x="0" y="636"/>
                    </a:moveTo>
                    <a:lnTo>
                      <a:pt x="0" y="0"/>
                    </a:lnTo>
                    <a:lnTo>
                      <a:pt x="514" y="108"/>
                    </a:lnTo>
                    <a:lnTo>
                      <a:pt x="514" y="742"/>
                    </a:lnTo>
                    <a:lnTo>
                      <a:pt x="0" y="636"/>
                    </a:lnTo>
                    <a:close/>
                  </a:path>
                </a:pathLst>
              </a:custGeom>
              <a:gradFill flip="none" rotWithShape="1">
                <a:gsLst>
                  <a:gs pos="49000">
                    <a:srgbClr val="FFFFFF">
                      <a:alpha val="20000"/>
                    </a:srgbClr>
                  </a:gs>
                  <a:gs pos="0">
                    <a:schemeClr val="bg1">
                      <a:alpha val="40000"/>
                    </a:schemeClr>
                  </a:gs>
                  <a:gs pos="100000">
                    <a:schemeClr val="bg1">
                      <a:alpha val="0"/>
                    </a:schemeClr>
                  </a:gs>
                </a:gsLst>
                <a:lin ang="2700000" scaled="0"/>
                <a:tileRect/>
              </a:gra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412" name="Freeform 7"/>
              <p:cNvSpPr>
                <a:spLocks/>
              </p:cNvSpPr>
              <p:nvPr/>
            </p:nvSpPr>
            <p:spPr bwMode="auto">
              <a:xfrm>
                <a:off x="9229520" y="4222349"/>
                <a:ext cx="1412875" cy="374207"/>
              </a:xfrm>
              <a:custGeom>
                <a:avLst/>
                <a:gdLst>
                  <a:gd name="T0" fmla="*/ 376 w 890"/>
                  <a:gd name="T1" fmla="*/ 0 h 243"/>
                  <a:gd name="T2" fmla="*/ 0 w 890"/>
                  <a:gd name="T3" fmla="*/ 135 h 243"/>
                  <a:gd name="T4" fmla="*/ 514 w 890"/>
                  <a:gd name="T5" fmla="*/ 243 h 243"/>
                  <a:gd name="T6" fmla="*/ 890 w 890"/>
                  <a:gd name="T7" fmla="*/ 104 h 243"/>
                  <a:gd name="T8" fmla="*/ 376 w 890"/>
                  <a:gd name="T9" fmla="*/ 0 h 243"/>
                </a:gdLst>
                <a:ahLst/>
                <a:cxnLst>
                  <a:cxn ang="0">
                    <a:pos x="T0" y="T1"/>
                  </a:cxn>
                  <a:cxn ang="0">
                    <a:pos x="T2" y="T3"/>
                  </a:cxn>
                  <a:cxn ang="0">
                    <a:pos x="T4" y="T5"/>
                  </a:cxn>
                  <a:cxn ang="0">
                    <a:pos x="T6" y="T7"/>
                  </a:cxn>
                  <a:cxn ang="0">
                    <a:pos x="T8" y="T9"/>
                  </a:cxn>
                </a:cxnLst>
                <a:rect l="0" t="0" r="r" b="b"/>
                <a:pathLst>
                  <a:path w="890" h="243">
                    <a:moveTo>
                      <a:pt x="376" y="0"/>
                    </a:moveTo>
                    <a:lnTo>
                      <a:pt x="0" y="135"/>
                    </a:lnTo>
                    <a:lnTo>
                      <a:pt x="514" y="243"/>
                    </a:lnTo>
                    <a:lnTo>
                      <a:pt x="890" y="104"/>
                    </a:lnTo>
                    <a:lnTo>
                      <a:pt x="376" y="0"/>
                    </a:lnTo>
                    <a:close/>
                  </a:path>
                </a:pathLst>
              </a:custGeom>
              <a:gradFill flip="none" rotWithShape="1">
                <a:gsLst>
                  <a:gs pos="49000">
                    <a:srgbClr val="FFFFFF">
                      <a:alpha val="20000"/>
                    </a:srgbClr>
                  </a:gs>
                  <a:gs pos="0">
                    <a:schemeClr val="bg1">
                      <a:alpha val="40000"/>
                    </a:schemeClr>
                  </a:gs>
                  <a:gs pos="100000">
                    <a:schemeClr val="bg1">
                      <a:alpha val="0"/>
                    </a:schemeClr>
                  </a:gs>
                </a:gsLst>
                <a:lin ang="0" scaled="0"/>
                <a:tileRect/>
              </a:gra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sp>
          <p:nvSpPr>
            <p:cNvPr id="359" name="Freeform 19"/>
            <p:cNvSpPr>
              <a:spLocks/>
            </p:cNvSpPr>
            <p:nvPr/>
          </p:nvSpPr>
          <p:spPr bwMode="auto">
            <a:xfrm>
              <a:off x="10658475" y="-563116"/>
              <a:ext cx="1492250" cy="2460625"/>
            </a:xfrm>
            <a:custGeom>
              <a:avLst/>
              <a:gdLst>
                <a:gd name="T0" fmla="*/ 940 w 940"/>
                <a:gd name="T1" fmla="*/ 977 h 1550"/>
                <a:gd name="T2" fmla="*/ 528 w 940"/>
                <a:gd name="T3" fmla="*/ 0 h 1550"/>
                <a:gd name="T4" fmla="*/ 0 w 940"/>
                <a:gd name="T5" fmla="*/ 757 h 1550"/>
                <a:gd name="T6" fmla="*/ 211 w 940"/>
                <a:gd name="T7" fmla="*/ 812 h 1550"/>
                <a:gd name="T8" fmla="*/ 211 w 940"/>
                <a:gd name="T9" fmla="*/ 1446 h 1550"/>
                <a:gd name="T10" fmla="*/ 725 w 940"/>
                <a:gd name="T11" fmla="*/ 1550 h 1550"/>
                <a:gd name="T12" fmla="*/ 725 w 940"/>
                <a:gd name="T13" fmla="*/ 920 h 1550"/>
                <a:gd name="T14" fmla="*/ 940 w 940"/>
                <a:gd name="T15" fmla="*/ 977 h 15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0" h="1550">
                  <a:moveTo>
                    <a:pt x="940" y="977"/>
                  </a:moveTo>
                  <a:lnTo>
                    <a:pt x="528" y="0"/>
                  </a:lnTo>
                  <a:lnTo>
                    <a:pt x="0" y="757"/>
                  </a:lnTo>
                  <a:lnTo>
                    <a:pt x="211" y="812"/>
                  </a:lnTo>
                  <a:lnTo>
                    <a:pt x="211" y="1446"/>
                  </a:lnTo>
                  <a:lnTo>
                    <a:pt x="725" y="1550"/>
                  </a:lnTo>
                  <a:lnTo>
                    <a:pt x="725" y="920"/>
                  </a:lnTo>
                  <a:lnTo>
                    <a:pt x="940" y="977"/>
                  </a:lnTo>
                  <a:close/>
                </a:path>
              </a:pathLst>
            </a:custGeom>
            <a:gradFill flip="none" rotWithShape="1">
              <a:gsLst>
                <a:gs pos="49000">
                  <a:srgbClr val="FFFFFF">
                    <a:alpha val="20000"/>
                  </a:srgbClr>
                </a:gs>
                <a:gs pos="0">
                  <a:schemeClr val="bg1">
                    <a:alpha val="40000"/>
                  </a:schemeClr>
                </a:gs>
                <a:gs pos="100000">
                  <a:schemeClr val="bg1">
                    <a:alpha val="0"/>
                  </a:schemeClr>
                </a:gs>
              </a:gsLst>
              <a:lin ang="5400000" scaled="0"/>
              <a:tileRect/>
            </a:gra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solidFill>
                  <a:schemeClr val="tx1"/>
                </a:solidFill>
              </a:endParaRPr>
            </a:p>
          </p:txBody>
        </p:sp>
        <p:pic>
          <p:nvPicPr>
            <p:cNvPr id="360" name="图片 359"/>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4580533" y="233465"/>
              <a:ext cx="247843" cy="6606969"/>
            </a:xfrm>
            <a:prstGeom prst="rect">
              <a:avLst/>
            </a:prstGeom>
          </p:spPr>
        </p:pic>
        <p:grpSp>
          <p:nvGrpSpPr>
            <p:cNvPr id="361" name="组合 159"/>
            <p:cNvGrpSpPr/>
            <p:nvPr/>
          </p:nvGrpSpPr>
          <p:grpSpPr>
            <a:xfrm>
              <a:off x="8625199" y="5395913"/>
              <a:ext cx="1413256" cy="1400521"/>
              <a:chOff x="9219615" y="4171952"/>
              <a:chExt cx="1413256" cy="1400521"/>
            </a:xfrm>
          </p:grpSpPr>
          <p:sp>
            <p:nvSpPr>
              <p:cNvPr id="409" name="Freeform 6"/>
              <p:cNvSpPr>
                <a:spLocks/>
              </p:cNvSpPr>
              <p:nvPr/>
            </p:nvSpPr>
            <p:spPr bwMode="auto">
              <a:xfrm>
                <a:off x="9219615" y="4394548"/>
                <a:ext cx="815975" cy="1177925"/>
              </a:xfrm>
              <a:custGeom>
                <a:avLst/>
                <a:gdLst>
                  <a:gd name="T0" fmla="*/ 0 w 514"/>
                  <a:gd name="T1" fmla="*/ 636 h 742"/>
                  <a:gd name="T2" fmla="*/ 0 w 514"/>
                  <a:gd name="T3" fmla="*/ 0 h 742"/>
                  <a:gd name="T4" fmla="*/ 514 w 514"/>
                  <a:gd name="T5" fmla="*/ 108 h 742"/>
                  <a:gd name="T6" fmla="*/ 514 w 514"/>
                  <a:gd name="T7" fmla="*/ 742 h 742"/>
                  <a:gd name="T8" fmla="*/ 0 w 514"/>
                  <a:gd name="T9" fmla="*/ 636 h 742"/>
                </a:gdLst>
                <a:ahLst/>
                <a:cxnLst>
                  <a:cxn ang="0">
                    <a:pos x="T0" y="T1"/>
                  </a:cxn>
                  <a:cxn ang="0">
                    <a:pos x="T2" y="T3"/>
                  </a:cxn>
                  <a:cxn ang="0">
                    <a:pos x="T4" y="T5"/>
                  </a:cxn>
                  <a:cxn ang="0">
                    <a:pos x="T6" y="T7"/>
                  </a:cxn>
                  <a:cxn ang="0">
                    <a:pos x="T8" y="T9"/>
                  </a:cxn>
                </a:cxnLst>
                <a:rect l="0" t="0" r="r" b="b"/>
                <a:pathLst>
                  <a:path w="514" h="742">
                    <a:moveTo>
                      <a:pt x="0" y="636"/>
                    </a:moveTo>
                    <a:lnTo>
                      <a:pt x="0" y="0"/>
                    </a:lnTo>
                    <a:lnTo>
                      <a:pt x="514" y="108"/>
                    </a:lnTo>
                    <a:lnTo>
                      <a:pt x="514" y="742"/>
                    </a:lnTo>
                    <a:lnTo>
                      <a:pt x="0" y="636"/>
                    </a:lnTo>
                    <a:close/>
                  </a:path>
                </a:pathLst>
              </a:custGeom>
              <a:gradFill flip="none" rotWithShape="1">
                <a:gsLst>
                  <a:gs pos="49000">
                    <a:srgbClr val="FFFFFF">
                      <a:alpha val="20000"/>
                    </a:srgbClr>
                  </a:gs>
                  <a:gs pos="0">
                    <a:schemeClr val="bg1">
                      <a:alpha val="40000"/>
                    </a:schemeClr>
                  </a:gs>
                  <a:gs pos="100000">
                    <a:schemeClr val="bg1">
                      <a:alpha val="0"/>
                    </a:schemeClr>
                  </a:gs>
                </a:gsLst>
                <a:lin ang="2700000" scaled="0"/>
                <a:tileRect/>
              </a:gra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410" name="Freeform 7"/>
              <p:cNvSpPr>
                <a:spLocks/>
              </p:cNvSpPr>
              <p:nvPr/>
            </p:nvSpPr>
            <p:spPr bwMode="auto">
              <a:xfrm>
                <a:off x="9219996" y="4171952"/>
                <a:ext cx="1412875" cy="391666"/>
              </a:xfrm>
              <a:custGeom>
                <a:avLst/>
                <a:gdLst>
                  <a:gd name="T0" fmla="*/ 376 w 890"/>
                  <a:gd name="T1" fmla="*/ 0 h 243"/>
                  <a:gd name="T2" fmla="*/ 0 w 890"/>
                  <a:gd name="T3" fmla="*/ 135 h 243"/>
                  <a:gd name="T4" fmla="*/ 514 w 890"/>
                  <a:gd name="T5" fmla="*/ 243 h 243"/>
                  <a:gd name="T6" fmla="*/ 890 w 890"/>
                  <a:gd name="T7" fmla="*/ 104 h 243"/>
                  <a:gd name="T8" fmla="*/ 376 w 890"/>
                  <a:gd name="T9" fmla="*/ 0 h 243"/>
                </a:gdLst>
                <a:ahLst/>
                <a:cxnLst>
                  <a:cxn ang="0">
                    <a:pos x="T0" y="T1"/>
                  </a:cxn>
                  <a:cxn ang="0">
                    <a:pos x="T2" y="T3"/>
                  </a:cxn>
                  <a:cxn ang="0">
                    <a:pos x="T4" y="T5"/>
                  </a:cxn>
                  <a:cxn ang="0">
                    <a:pos x="T6" y="T7"/>
                  </a:cxn>
                  <a:cxn ang="0">
                    <a:pos x="T8" y="T9"/>
                  </a:cxn>
                </a:cxnLst>
                <a:rect l="0" t="0" r="r" b="b"/>
                <a:pathLst>
                  <a:path w="890" h="243">
                    <a:moveTo>
                      <a:pt x="376" y="0"/>
                    </a:moveTo>
                    <a:lnTo>
                      <a:pt x="0" y="135"/>
                    </a:lnTo>
                    <a:lnTo>
                      <a:pt x="514" y="243"/>
                    </a:lnTo>
                    <a:lnTo>
                      <a:pt x="890" y="104"/>
                    </a:lnTo>
                    <a:lnTo>
                      <a:pt x="376" y="0"/>
                    </a:lnTo>
                    <a:close/>
                  </a:path>
                </a:pathLst>
              </a:custGeom>
              <a:gradFill flip="none" rotWithShape="1">
                <a:gsLst>
                  <a:gs pos="49000">
                    <a:srgbClr val="FFFFFF">
                      <a:alpha val="20000"/>
                    </a:srgbClr>
                  </a:gs>
                  <a:gs pos="0">
                    <a:schemeClr val="bg1">
                      <a:alpha val="40000"/>
                    </a:schemeClr>
                  </a:gs>
                  <a:gs pos="100000">
                    <a:schemeClr val="bg1">
                      <a:alpha val="0"/>
                    </a:schemeClr>
                  </a:gs>
                </a:gsLst>
                <a:lin ang="0" scaled="0"/>
                <a:tileRect/>
              </a:gra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362" name="组合 162"/>
            <p:cNvGrpSpPr/>
            <p:nvPr/>
          </p:nvGrpSpPr>
          <p:grpSpPr>
            <a:xfrm>
              <a:off x="3528020" y="5725856"/>
              <a:ext cx="792164" cy="777875"/>
              <a:chOff x="2020887" y="5410201"/>
              <a:chExt cx="792164" cy="777875"/>
            </a:xfrm>
          </p:grpSpPr>
          <p:sp>
            <p:nvSpPr>
              <p:cNvPr id="405" name="Freeform 10"/>
              <p:cNvSpPr>
                <a:spLocks noEditPoints="1"/>
              </p:cNvSpPr>
              <p:nvPr/>
            </p:nvSpPr>
            <p:spPr bwMode="auto">
              <a:xfrm>
                <a:off x="2227263" y="5410201"/>
                <a:ext cx="585788" cy="574675"/>
              </a:xfrm>
              <a:custGeom>
                <a:avLst/>
                <a:gdLst>
                  <a:gd name="T0" fmla="*/ 28 w 154"/>
                  <a:gd name="T1" fmla="*/ 126 h 153"/>
                  <a:gd name="T2" fmla="*/ 28 w 154"/>
                  <a:gd name="T3" fmla="*/ 27 h 153"/>
                  <a:gd name="T4" fmla="*/ 127 w 154"/>
                  <a:gd name="T5" fmla="*/ 27 h 153"/>
                  <a:gd name="T6" fmla="*/ 127 w 154"/>
                  <a:gd name="T7" fmla="*/ 126 h 153"/>
                  <a:gd name="T8" fmla="*/ 28 w 154"/>
                  <a:gd name="T9" fmla="*/ 126 h 153"/>
                  <a:gd name="T10" fmla="*/ 118 w 154"/>
                  <a:gd name="T11" fmla="*/ 35 h 153"/>
                  <a:gd name="T12" fmla="*/ 36 w 154"/>
                  <a:gd name="T13" fmla="*/ 35 h 153"/>
                  <a:gd name="T14" fmla="*/ 36 w 154"/>
                  <a:gd name="T15" fmla="*/ 118 h 153"/>
                  <a:gd name="T16" fmla="*/ 118 w 154"/>
                  <a:gd name="T17" fmla="*/ 118 h 153"/>
                  <a:gd name="T18" fmla="*/ 118 w 154"/>
                  <a:gd name="T19" fmla="*/ 35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4" h="153">
                    <a:moveTo>
                      <a:pt x="28" y="126"/>
                    </a:moveTo>
                    <a:cubicBezTo>
                      <a:pt x="0" y="99"/>
                      <a:pt x="0" y="54"/>
                      <a:pt x="28" y="27"/>
                    </a:cubicBezTo>
                    <a:cubicBezTo>
                      <a:pt x="55" y="0"/>
                      <a:pt x="99" y="0"/>
                      <a:pt x="127" y="27"/>
                    </a:cubicBezTo>
                    <a:cubicBezTo>
                      <a:pt x="154" y="54"/>
                      <a:pt x="154" y="99"/>
                      <a:pt x="127" y="126"/>
                    </a:cubicBezTo>
                    <a:cubicBezTo>
                      <a:pt x="99" y="153"/>
                      <a:pt x="55" y="153"/>
                      <a:pt x="28" y="126"/>
                    </a:cubicBezTo>
                    <a:close/>
                    <a:moveTo>
                      <a:pt x="118" y="35"/>
                    </a:moveTo>
                    <a:cubicBezTo>
                      <a:pt x="96" y="12"/>
                      <a:pt x="59" y="12"/>
                      <a:pt x="36" y="35"/>
                    </a:cubicBezTo>
                    <a:cubicBezTo>
                      <a:pt x="13" y="58"/>
                      <a:pt x="13" y="95"/>
                      <a:pt x="36" y="118"/>
                    </a:cubicBezTo>
                    <a:cubicBezTo>
                      <a:pt x="59" y="140"/>
                      <a:pt x="96" y="140"/>
                      <a:pt x="118" y="118"/>
                    </a:cubicBezTo>
                    <a:cubicBezTo>
                      <a:pt x="141" y="95"/>
                      <a:pt x="141" y="58"/>
                      <a:pt x="118" y="35"/>
                    </a:cubicBezTo>
                    <a:close/>
                  </a:path>
                </a:pathLst>
              </a:custGeom>
              <a:solidFill>
                <a:srgbClr val="6C69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 name="Freeform 11"/>
              <p:cNvSpPr>
                <a:spLocks/>
              </p:cNvSpPr>
              <p:nvPr/>
            </p:nvSpPr>
            <p:spPr bwMode="auto">
              <a:xfrm>
                <a:off x="2085975" y="5838826"/>
                <a:ext cx="293688" cy="285750"/>
              </a:xfrm>
              <a:custGeom>
                <a:avLst/>
                <a:gdLst>
                  <a:gd name="T0" fmla="*/ 34 w 185"/>
                  <a:gd name="T1" fmla="*/ 180 h 180"/>
                  <a:gd name="T2" fmla="*/ 0 w 185"/>
                  <a:gd name="T3" fmla="*/ 149 h 180"/>
                  <a:gd name="T4" fmla="*/ 151 w 185"/>
                  <a:gd name="T5" fmla="*/ 0 h 180"/>
                  <a:gd name="T6" fmla="*/ 185 w 185"/>
                  <a:gd name="T7" fmla="*/ 30 h 180"/>
                  <a:gd name="T8" fmla="*/ 34 w 185"/>
                  <a:gd name="T9" fmla="*/ 180 h 180"/>
                </a:gdLst>
                <a:ahLst/>
                <a:cxnLst>
                  <a:cxn ang="0">
                    <a:pos x="T0" y="T1"/>
                  </a:cxn>
                  <a:cxn ang="0">
                    <a:pos x="T2" y="T3"/>
                  </a:cxn>
                  <a:cxn ang="0">
                    <a:pos x="T4" y="T5"/>
                  </a:cxn>
                  <a:cxn ang="0">
                    <a:pos x="T6" y="T7"/>
                  </a:cxn>
                  <a:cxn ang="0">
                    <a:pos x="T8" y="T9"/>
                  </a:cxn>
                </a:cxnLst>
                <a:rect l="0" t="0" r="r" b="b"/>
                <a:pathLst>
                  <a:path w="185" h="180">
                    <a:moveTo>
                      <a:pt x="34" y="180"/>
                    </a:moveTo>
                    <a:lnTo>
                      <a:pt x="0" y="149"/>
                    </a:lnTo>
                    <a:lnTo>
                      <a:pt x="151" y="0"/>
                    </a:lnTo>
                    <a:lnTo>
                      <a:pt x="185" y="30"/>
                    </a:lnTo>
                    <a:lnTo>
                      <a:pt x="34" y="180"/>
                    </a:lnTo>
                    <a:close/>
                  </a:path>
                </a:pathLst>
              </a:custGeom>
              <a:solidFill>
                <a:srgbClr val="6C69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 name="Freeform 12"/>
              <p:cNvSpPr>
                <a:spLocks/>
              </p:cNvSpPr>
              <p:nvPr/>
            </p:nvSpPr>
            <p:spPr bwMode="auto">
              <a:xfrm>
                <a:off x="2020887" y="5899151"/>
                <a:ext cx="293688" cy="288925"/>
              </a:xfrm>
              <a:custGeom>
                <a:avLst/>
                <a:gdLst>
                  <a:gd name="T0" fmla="*/ 30 w 77"/>
                  <a:gd name="T1" fmla="*/ 71 h 77"/>
                  <a:gd name="T2" fmla="*/ 7 w 77"/>
                  <a:gd name="T3" fmla="*/ 71 h 77"/>
                  <a:gd name="T4" fmla="*/ 7 w 77"/>
                  <a:gd name="T5" fmla="*/ 71 h 77"/>
                  <a:gd name="T6" fmla="*/ 7 w 77"/>
                  <a:gd name="T7" fmla="*/ 48 h 77"/>
                  <a:gd name="T8" fmla="*/ 48 w 77"/>
                  <a:gd name="T9" fmla="*/ 6 h 77"/>
                  <a:gd name="T10" fmla="*/ 71 w 77"/>
                  <a:gd name="T11" fmla="*/ 6 h 77"/>
                  <a:gd name="T12" fmla="*/ 71 w 77"/>
                  <a:gd name="T13" fmla="*/ 6 h 77"/>
                  <a:gd name="T14" fmla="*/ 71 w 77"/>
                  <a:gd name="T15" fmla="*/ 29 h 77"/>
                  <a:gd name="T16" fmla="*/ 30 w 77"/>
                  <a:gd name="T17" fmla="*/ 71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77">
                    <a:moveTo>
                      <a:pt x="30" y="71"/>
                    </a:moveTo>
                    <a:cubicBezTo>
                      <a:pt x="23" y="77"/>
                      <a:pt x="13" y="77"/>
                      <a:pt x="7" y="71"/>
                    </a:cubicBezTo>
                    <a:cubicBezTo>
                      <a:pt x="7" y="71"/>
                      <a:pt x="7" y="71"/>
                      <a:pt x="7" y="71"/>
                    </a:cubicBezTo>
                    <a:cubicBezTo>
                      <a:pt x="0" y="64"/>
                      <a:pt x="0" y="54"/>
                      <a:pt x="7" y="48"/>
                    </a:cubicBezTo>
                    <a:cubicBezTo>
                      <a:pt x="48" y="6"/>
                      <a:pt x="48" y="6"/>
                      <a:pt x="48" y="6"/>
                    </a:cubicBezTo>
                    <a:cubicBezTo>
                      <a:pt x="54" y="0"/>
                      <a:pt x="64" y="0"/>
                      <a:pt x="71" y="6"/>
                    </a:cubicBezTo>
                    <a:cubicBezTo>
                      <a:pt x="71" y="6"/>
                      <a:pt x="71" y="6"/>
                      <a:pt x="71" y="6"/>
                    </a:cubicBezTo>
                    <a:cubicBezTo>
                      <a:pt x="77" y="13"/>
                      <a:pt x="77" y="23"/>
                      <a:pt x="71" y="29"/>
                    </a:cubicBezTo>
                    <a:lnTo>
                      <a:pt x="30" y="71"/>
                    </a:lnTo>
                    <a:close/>
                  </a:path>
                </a:pathLst>
              </a:custGeom>
              <a:solidFill>
                <a:srgbClr val="6C69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 name="Freeform 13"/>
              <p:cNvSpPr>
                <a:spLocks/>
              </p:cNvSpPr>
              <p:nvPr/>
            </p:nvSpPr>
            <p:spPr bwMode="auto">
              <a:xfrm>
                <a:off x="2633663" y="5630863"/>
                <a:ext cx="84138" cy="192088"/>
              </a:xfrm>
              <a:custGeom>
                <a:avLst/>
                <a:gdLst>
                  <a:gd name="T0" fmla="*/ 3 w 22"/>
                  <a:gd name="T1" fmla="*/ 50 h 51"/>
                  <a:gd name="T2" fmla="*/ 1 w 22"/>
                  <a:gd name="T3" fmla="*/ 48 h 51"/>
                  <a:gd name="T4" fmla="*/ 1 w 22"/>
                  <a:gd name="T5" fmla="*/ 44 h 51"/>
                  <a:gd name="T6" fmla="*/ 6 w 22"/>
                  <a:gd name="T7" fmla="*/ 5 h 51"/>
                  <a:gd name="T8" fmla="*/ 8 w 22"/>
                  <a:gd name="T9" fmla="*/ 1 h 51"/>
                  <a:gd name="T10" fmla="*/ 11 w 22"/>
                  <a:gd name="T11" fmla="*/ 0 h 51"/>
                  <a:gd name="T12" fmla="*/ 14 w 22"/>
                  <a:gd name="T13" fmla="*/ 2 h 51"/>
                  <a:gd name="T14" fmla="*/ 7 w 22"/>
                  <a:gd name="T15" fmla="*/ 50 h 51"/>
                  <a:gd name="T16" fmla="*/ 3 w 22"/>
                  <a:gd name="T17" fmla="*/ 5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51">
                    <a:moveTo>
                      <a:pt x="3" y="50"/>
                    </a:moveTo>
                    <a:cubicBezTo>
                      <a:pt x="1" y="48"/>
                      <a:pt x="1" y="48"/>
                      <a:pt x="1" y="48"/>
                    </a:cubicBezTo>
                    <a:cubicBezTo>
                      <a:pt x="0" y="47"/>
                      <a:pt x="0" y="45"/>
                      <a:pt x="1" y="44"/>
                    </a:cubicBezTo>
                    <a:cubicBezTo>
                      <a:pt x="12" y="30"/>
                      <a:pt x="8" y="12"/>
                      <a:pt x="6" y="5"/>
                    </a:cubicBezTo>
                    <a:cubicBezTo>
                      <a:pt x="6" y="4"/>
                      <a:pt x="6" y="2"/>
                      <a:pt x="8" y="1"/>
                    </a:cubicBezTo>
                    <a:cubicBezTo>
                      <a:pt x="11" y="0"/>
                      <a:pt x="11" y="0"/>
                      <a:pt x="11" y="0"/>
                    </a:cubicBezTo>
                    <a:cubicBezTo>
                      <a:pt x="12" y="0"/>
                      <a:pt x="14" y="1"/>
                      <a:pt x="14" y="2"/>
                    </a:cubicBezTo>
                    <a:cubicBezTo>
                      <a:pt x="17" y="10"/>
                      <a:pt x="22" y="33"/>
                      <a:pt x="7" y="50"/>
                    </a:cubicBezTo>
                    <a:cubicBezTo>
                      <a:pt x="6" y="51"/>
                      <a:pt x="4" y="51"/>
                      <a:pt x="3" y="50"/>
                    </a:cubicBezTo>
                    <a:close/>
                  </a:path>
                </a:pathLst>
              </a:custGeom>
              <a:solidFill>
                <a:srgbClr val="6C69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63" name="组合 167"/>
            <p:cNvGrpSpPr/>
            <p:nvPr/>
          </p:nvGrpSpPr>
          <p:grpSpPr>
            <a:xfrm>
              <a:off x="3635971" y="4539456"/>
              <a:ext cx="692150" cy="646113"/>
              <a:chOff x="2128838" y="4173538"/>
              <a:chExt cx="692150" cy="646113"/>
            </a:xfrm>
          </p:grpSpPr>
          <p:sp>
            <p:nvSpPr>
              <p:cNvPr id="398" name="Freeform 5"/>
              <p:cNvSpPr>
                <a:spLocks/>
              </p:cNvSpPr>
              <p:nvPr/>
            </p:nvSpPr>
            <p:spPr bwMode="auto">
              <a:xfrm>
                <a:off x="2600325" y="4270376"/>
                <a:ext cx="44450" cy="301625"/>
              </a:xfrm>
              <a:custGeom>
                <a:avLst/>
                <a:gdLst>
                  <a:gd name="T0" fmla="*/ 12 w 12"/>
                  <a:gd name="T1" fmla="*/ 75 h 80"/>
                  <a:gd name="T2" fmla="*/ 6 w 12"/>
                  <a:gd name="T3" fmla="*/ 80 h 80"/>
                  <a:gd name="T4" fmla="*/ 6 w 12"/>
                  <a:gd name="T5" fmla="*/ 80 h 80"/>
                  <a:gd name="T6" fmla="*/ 0 w 12"/>
                  <a:gd name="T7" fmla="*/ 75 h 80"/>
                  <a:gd name="T8" fmla="*/ 0 w 12"/>
                  <a:gd name="T9" fmla="*/ 6 h 80"/>
                  <a:gd name="T10" fmla="*/ 6 w 12"/>
                  <a:gd name="T11" fmla="*/ 0 h 80"/>
                  <a:gd name="T12" fmla="*/ 6 w 12"/>
                  <a:gd name="T13" fmla="*/ 0 h 80"/>
                  <a:gd name="T14" fmla="*/ 12 w 12"/>
                  <a:gd name="T15" fmla="*/ 6 h 80"/>
                  <a:gd name="T16" fmla="*/ 12 w 12"/>
                  <a:gd name="T17" fmla="*/ 7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80">
                    <a:moveTo>
                      <a:pt x="12" y="75"/>
                    </a:moveTo>
                    <a:cubicBezTo>
                      <a:pt x="12" y="78"/>
                      <a:pt x="9" y="80"/>
                      <a:pt x="6" y="80"/>
                    </a:cubicBezTo>
                    <a:cubicBezTo>
                      <a:pt x="6" y="80"/>
                      <a:pt x="6" y="80"/>
                      <a:pt x="6" y="80"/>
                    </a:cubicBezTo>
                    <a:cubicBezTo>
                      <a:pt x="2" y="80"/>
                      <a:pt x="0" y="78"/>
                      <a:pt x="0" y="75"/>
                    </a:cubicBezTo>
                    <a:cubicBezTo>
                      <a:pt x="0" y="6"/>
                      <a:pt x="0" y="6"/>
                      <a:pt x="0" y="6"/>
                    </a:cubicBezTo>
                    <a:cubicBezTo>
                      <a:pt x="0" y="3"/>
                      <a:pt x="2" y="0"/>
                      <a:pt x="6" y="0"/>
                    </a:cubicBezTo>
                    <a:cubicBezTo>
                      <a:pt x="6" y="0"/>
                      <a:pt x="6" y="0"/>
                      <a:pt x="6" y="0"/>
                    </a:cubicBezTo>
                    <a:cubicBezTo>
                      <a:pt x="9" y="0"/>
                      <a:pt x="12" y="3"/>
                      <a:pt x="12" y="6"/>
                    </a:cubicBezTo>
                    <a:lnTo>
                      <a:pt x="12" y="75"/>
                    </a:lnTo>
                    <a:close/>
                  </a:path>
                </a:pathLst>
              </a:custGeom>
              <a:solidFill>
                <a:srgbClr val="6C69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 name="Freeform 6"/>
              <p:cNvSpPr>
                <a:spLocks/>
              </p:cNvSpPr>
              <p:nvPr/>
            </p:nvSpPr>
            <p:spPr bwMode="auto">
              <a:xfrm>
                <a:off x="2679700" y="4338638"/>
                <a:ext cx="46038" cy="233363"/>
              </a:xfrm>
              <a:custGeom>
                <a:avLst/>
                <a:gdLst>
                  <a:gd name="T0" fmla="*/ 12 w 12"/>
                  <a:gd name="T1" fmla="*/ 57 h 62"/>
                  <a:gd name="T2" fmla="*/ 6 w 12"/>
                  <a:gd name="T3" fmla="*/ 62 h 62"/>
                  <a:gd name="T4" fmla="*/ 6 w 12"/>
                  <a:gd name="T5" fmla="*/ 62 h 62"/>
                  <a:gd name="T6" fmla="*/ 0 w 12"/>
                  <a:gd name="T7" fmla="*/ 57 h 62"/>
                  <a:gd name="T8" fmla="*/ 0 w 12"/>
                  <a:gd name="T9" fmla="*/ 6 h 62"/>
                  <a:gd name="T10" fmla="*/ 6 w 12"/>
                  <a:gd name="T11" fmla="*/ 0 h 62"/>
                  <a:gd name="T12" fmla="*/ 6 w 12"/>
                  <a:gd name="T13" fmla="*/ 0 h 62"/>
                  <a:gd name="T14" fmla="*/ 12 w 12"/>
                  <a:gd name="T15" fmla="*/ 6 h 62"/>
                  <a:gd name="T16" fmla="*/ 12 w 12"/>
                  <a:gd name="T17" fmla="*/ 57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62">
                    <a:moveTo>
                      <a:pt x="12" y="57"/>
                    </a:moveTo>
                    <a:cubicBezTo>
                      <a:pt x="12" y="60"/>
                      <a:pt x="9" y="62"/>
                      <a:pt x="6" y="62"/>
                    </a:cubicBezTo>
                    <a:cubicBezTo>
                      <a:pt x="6" y="62"/>
                      <a:pt x="6" y="62"/>
                      <a:pt x="6" y="62"/>
                    </a:cubicBezTo>
                    <a:cubicBezTo>
                      <a:pt x="3" y="62"/>
                      <a:pt x="0" y="60"/>
                      <a:pt x="0" y="57"/>
                    </a:cubicBezTo>
                    <a:cubicBezTo>
                      <a:pt x="0" y="6"/>
                      <a:pt x="0" y="6"/>
                      <a:pt x="0" y="6"/>
                    </a:cubicBezTo>
                    <a:cubicBezTo>
                      <a:pt x="0" y="3"/>
                      <a:pt x="3" y="0"/>
                      <a:pt x="6" y="0"/>
                    </a:cubicBezTo>
                    <a:cubicBezTo>
                      <a:pt x="6" y="0"/>
                      <a:pt x="6" y="0"/>
                      <a:pt x="6" y="0"/>
                    </a:cubicBezTo>
                    <a:cubicBezTo>
                      <a:pt x="9" y="0"/>
                      <a:pt x="12" y="3"/>
                      <a:pt x="12" y="6"/>
                    </a:cubicBezTo>
                    <a:lnTo>
                      <a:pt x="12" y="57"/>
                    </a:lnTo>
                    <a:close/>
                  </a:path>
                </a:pathLst>
              </a:custGeom>
              <a:solidFill>
                <a:srgbClr val="6C69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 name="Oval 14"/>
              <p:cNvSpPr>
                <a:spLocks noChangeArrowheads="1"/>
              </p:cNvSpPr>
              <p:nvPr/>
            </p:nvSpPr>
            <p:spPr bwMode="auto">
              <a:xfrm>
                <a:off x="2238375" y="4346576"/>
                <a:ext cx="209550" cy="206375"/>
              </a:xfrm>
              <a:prstGeom prst="ellipse">
                <a:avLst/>
              </a:prstGeom>
              <a:solidFill>
                <a:srgbClr val="6C69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 name="Freeform 15"/>
              <p:cNvSpPr>
                <a:spLocks/>
              </p:cNvSpPr>
              <p:nvPr/>
            </p:nvSpPr>
            <p:spPr bwMode="auto">
              <a:xfrm>
                <a:off x="2128838" y="4613276"/>
                <a:ext cx="425450" cy="206375"/>
              </a:xfrm>
              <a:custGeom>
                <a:avLst/>
                <a:gdLst>
                  <a:gd name="T0" fmla="*/ 56 w 112"/>
                  <a:gd name="T1" fmla="*/ 0 h 55"/>
                  <a:gd name="T2" fmla="*/ 0 w 112"/>
                  <a:gd name="T3" fmla="*/ 55 h 55"/>
                  <a:gd name="T4" fmla="*/ 112 w 112"/>
                  <a:gd name="T5" fmla="*/ 55 h 55"/>
                  <a:gd name="T6" fmla="*/ 56 w 112"/>
                  <a:gd name="T7" fmla="*/ 0 h 55"/>
                </a:gdLst>
                <a:ahLst/>
                <a:cxnLst>
                  <a:cxn ang="0">
                    <a:pos x="T0" y="T1"/>
                  </a:cxn>
                  <a:cxn ang="0">
                    <a:pos x="T2" y="T3"/>
                  </a:cxn>
                  <a:cxn ang="0">
                    <a:pos x="T4" y="T5"/>
                  </a:cxn>
                  <a:cxn ang="0">
                    <a:pos x="T6" y="T7"/>
                  </a:cxn>
                </a:cxnLst>
                <a:rect l="0" t="0" r="r" b="b"/>
                <a:pathLst>
                  <a:path w="112" h="55">
                    <a:moveTo>
                      <a:pt x="56" y="0"/>
                    </a:moveTo>
                    <a:cubicBezTo>
                      <a:pt x="25" y="0"/>
                      <a:pt x="0" y="25"/>
                      <a:pt x="0" y="55"/>
                    </a:cubicBezTo>
                    <a:cubicBezTo>
                      <a:pt x="112" y="55"/>
                      <a:pt x="112" y="55"/>
                      <a:pt x="112" y="55"/>
                    </a:cubicBezTo>
                    <a:cubicBezTo>
                      <a:pt x="112" y="25"/>
                      <a:pt x="87" y="0"/>
                      <a:pt x="56" y="0"/>
                    </a:cubicBezTo>
                    <a:close/>
                  </a:path>
                </a:pathLst>
              </a:custGeom>
              <a:solidFill>
                <a:srgbClr val="6C69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 name="Freeform 17"/>
              <p:cNvSpPr>
                <a:spLocks/>
              </p:cNvSpPr>
              <p:nvPr/>
            </p:nvSpPr>
            <p:spPr bwMode="auto">
              <a:xfrm>
                <a:off x="2417763" y="4173538"/>
                <a:ext cx="403225" cy="25400"/>
              </a:xfrm>
              <a:custGeom>
                <a:avLst/>
                <a:gdLst>
                  <a:gd name="T0" fmla="*/ 106 w 106"/>
                  <a:gd name="T1" fmla="*/ 3 h 7"/>
                  <a:gd name="T2" fmla="*/ 102 w 106"/>
                  <a:gd name="T3" fmla="*/ 7 h 7"/>
                  <a:gd name="T4" fmla="*/ 3 w 106"/>
                  <a:gd name="T5" fmla="*/ 7 h 7"/>
                  <a:gd name="T6" fmla="*/ 0 w 106"/>
                  <a:gd name="T7" fmla="*/ 3 h 7"/>
                  <a:gd name="T8" fmla="*/ 0 w 106"/>
                  <a:gd name="T9" fmla="*/ 3 h 7"/>
                  <a:gd name="T10" fmla="*/ 3 w 106"/>
                  <a:gd name="T11" fmla="*/ 0 h 7"/>
                  <a:gd name="T12" fmla="*/ 102 w 106"/>
                  <a:gd name="T13" fmla="*/ 0 h 7"/>
                  <a:gd name="T14" fmla="*/ 106 w 106"/>
                  <a:gd name="T15" fmla="*/ 3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 h="7">
                    <a:moveTo>
                      <a:pt x="106" y="3"/>
                    </a:moveTo>
                    <a:cubicBezTo>
                      <a:pt x="106" y="5"/>
                      <a:pt x="104" y="7"/>
                      <a:pt x="102" y="7"/>
                    </a:cubicBezTo>
                    <a:cubicBezTo>
                      <a:pt x="3" y="7"/>
                      <a:pt x="3" y="7"/>
                      <a:pt x="3" y="7"/>
                    </a:cubicBezTo>
                    <a:cubicBezTo>
                      <a:pt x="1" y="7"/>
                      <a:pt x="0" y="5"/>
                      <a:pt x="0" y="3"/>
                    </a:cubicBezTo>
                    <a:cubicBezTo>
                      <a:pt x="0" y="3"/>
                      <a:pt x="0" y="3"/>
                      <a:pt x="0" y="3"/>
                    </a:cubicBezTo>
                    <a:cubicBezTo>
                      <a:pt x="0" y="2"/>
                      <a:pt x="1" y="0"/>
                      <a:pt x="3" y="0"/>
                    </a:cubicBezTo>
                    <a:cubicBezTo>
                      <a:pt x="102" y="0"/>
                      <a:pt x="102" y="0"/>
                      <a:pt x="102" y="0"/>
                    </a:cubicBezTo>
                    <a:cubicBezTo>
                      <a:pt x="104" y="0"/>
                      <a:pt x="106" y="2"/>
                      <a:pt x="106" y="3"/>
                    </a:cubicBezTo>
                    <a:close/>
                  </a:path>
                </a:pathLst>
              </a:custGeom>
              <a:solidFill>
                <a:srgbClr val="6C69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 name="Freeform 18"/>
              <p:cNvSpPr>
                <a:spLocks/>
              </p:cNvSpPr>
              <p:nvPr/>
            </p:nvSpPr>
            <p:spPr bwMode="auto">
              <a:xfrm>
                <a:off x="2417763" y="4665663"/>
                <a:ext cx="403225" cy="22225"/>
              </a:xfrm>
              <a:custGeom>
                <a:avLst/>
                <a:gdLst>
                  <a:gd name="T0" fmla="*/ 106 w 106"/>
                  <a:gd name="T1" fmla="*/ 3 h 6"/>
                  <a:gd name="T2" fmla="*/ 102 w 106"/>
                  <a:gd name="T3" fmla="*/ 6 h 6"/>
                  <a:gd name="T4" fmla="*/ 3 w 106"/>
                  <a:gd name="T5" fmla="*/ 6 h 6"/>
                  <a:gd name="T6" fmla="*/ 0 w 106"/>
                  <a:gd name="T7" fmla="*/ 3 h 6"/>
                  <a:gd name="T8" fmla="*/ 0 w 106"/>
                  <a:gd name="T9" fmla="*/ 3 h 6"/>
                  <a:gd name="T10" fmla="*/ 3 w 106"/>
                  <a:gd name="T11" fmla="*/ 0 h 6"/>
                  <a:gd name="T12" fmla="*/ 102 w 106"/>
                  <a:gd name="T13" fmla="*/ 0 h 6"/>
                  <a:gd name="T14" fmla="*/ 106 w 106"/>
                  <a:gd name="T15" fmla="*/ 3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 h="6">
                    <a:moveTo>
                      <a:pt x="106" y="3"/>
                    </a:moveTo>
                    <a:cubicBezTo>
                      <a:pt x="106" y="5"/>
                      <a:pt x="104" y="6"/>
                      <a:pt x="102" y="6"/>
                    </a:cubicBezTo>
                    <a:cubicBezTo>
                      <a:pt x="3" y="6"/>
                      <a:pt x="3" y="6"/>
                      <a:pt x="3" y="6"/>
                    </a:cubicBezTo>
                    <a:cubicBezTo>
                      <a:pt x="1" y="6"/>
                      <a:pt x="0" y="5"/>
                      <a:pt x="0" y="3"/>
                    </a:cubicBezTo>
                    <a:cubicBezTo>
                      <a:pt x="0" y="3"/>
                      <a:pt x="0" y="3"/>
                      <a:pt x="0" y="3"/>
                    </a:cubicBezTo>
                    <a:cubicBezTo>
                      <a:pt x="0" y="1"/>
                      <a:pt x="1" y="0"/>
                      <a:pt x="3" y="0"/>
                    </a:cubicBezTo>
                    <a:cubicBezTo>
                      <a:pt x="102" y="0"/>
                      <a:pt x="102" y="0"/>
                      <a:pt x="102" y="0"/>
                    </a:cubicBezTo>
                    <a:cubicBezTo>
                      <a:pt x="104" y="0"/>
                      <a:pt x="106" y="1"/>
                      <a:pt x="106" y="3"/>
                    </a:cubicBezTo>
                    <a:close/>
                  </a:path>
                </a:pathLst>
              </a:custGeom>
              <a:solidFill>
                <a:srgbClr val="6C69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 name="Freeform 19"/>
              <p:cNvSpPr>
                <a:spLocks/>
              </p:cNvSpPr>
              <p:nvPr/>
            </p:nvSpPr>
            <p:spPr bwMode="auto">
              <a:xfrm>
                <a:off x="2508250" y="4451351"/>
                <a:ext cx="46038" cy="120650"/>
              </a:xfrm>
              <a:custGeom>
                <a:avLst/>
                <a:gdLst>
                  <a:gd name="T0" fmla="*/ 12 w 12"/>
                  <a:gd name="T1" fmla="*/ 27 h 32"/>
                  <a:gd name="T2" fmla="*/ 6 w 12"/>
                  <a:gd name="T3" fmla="*/ 32 h 32"/>
                  <a:gd name="T4" fmla="*/ 6 w 12"/>
                  <a:gd name="T5" fmla="*/ 32 h 32"/>
                  <a:gd name="T6" fmla="*/ 0 w 12"/>
                  <a:gd name="T7" fmla="*/ 27 h 32"/>
                  <a:gd name="T8" fmla="*/ 0 w 12"/>
                  <a:gd name="T9" fmla="*/ 5 h 32"/>
                  <a:gd name="T10" fmla="*/ 6 w 12"/>
                  <a:gd name="T11" fmla="*/ 0 h 32"/>
                  <a:gd name="T12" fmla="*/ 6 w 12"/>
                  <a:gd name="T13" fmla="*/ 0 h 32"/>
                  <a:gd name="T14" fmla="*/ 12 w 12"/>
                  <a:gd name="T15" fmla="*/ 5 h 32"/>
                  <a:gd name="T16" fmla="*/ 12 w 12"/>
                  <a:gd name="T17" fmla="*/ 27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32">
                    <a:moveTo>
                      <a:pt x="12" y="27"/>
                    </a:moveTo>
                    <a:cubicBezTo>
                      <a:pt x="12" y="30"/>
                      <a:pt x="9" y="32"/>
                      <a:pt x="6" y="32"/>
                    </a:cubicBezTo>
                    <a:cubicBezTo>
                      <a:pt x="6" y="32"/>
                      <a:pt x="6" y="32"/>
                      <a:pt x="6" y="32"/>
                    </a:cubicBezTo>
                    <a:cubicBezTo>
                      <a:pt x="3" y="32"/>
                      <a:pt x="0" y="30"/>
                      <a:pt x="0" y="27"/>
                    </a:cubicBezTo>
                    <a:cubicBezTo>
                      <a:pt x="0" y="5"/>
                      <a:pt x="0" y="5"/>
                      <a:pt x="0" y="5"/>
                    </a:cubicBezTo>
                    <a:cubicBezTo>
                      <a:pt x="0" y="2"/>
                      <a:pt x="3" y="0"/>
                      <a:pt x="6" y="0"/>
                    </a:cubicBezTo>
                    <a:cubicBezTo>
                      <a:pt x="6" y="0"/>
                      <a:pt x="6" y="0"/>
                      <a:pt x="6" y="0"/>
                    </a:cubicBezTo>
                    <a:cubicBezTo>
                      <a:pt x="9" y="0"/>
                      <a:pt x="12" y="2"/>
                      <a:pt x="12" y="5"/>
                    </a:cubicBezTo>
                    <a:lnTo>
                      <a:pt x="12" y="27"/>
                    </a:lnTo>
                    <a:close/>
                  </a:path>
                </a:pathLst>
              </a:custGeom>
              <a:solidFill>
                <a:srgbClr val="6C69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64" name="组合 175"/>
            <p:cNvGrpSpPr/>
            <p:nvPr/>
          </p:nvGrpSpPr>
          <p:grpSpPr>
            <a:xfrm>
              <a:off x="3666133" y="3357499"/>
              <a:ext cx="573088" cy="555625"/>
              <a:chOff x="2159000" y="3087688"/>
              <a:chExt cx="573088" cy="555625"/>
            </a:xfrm>
          </p:grpSpPr>
          <p:sp>
            <p:nvSpPr>
              <p:cNvPr id="378" name="Freeform 7"/>
              <p:cNvSpPr>
                <a:spLocks/>
              </p:cNvSpPr>
              <p:nvPr/>
            </p:nvSpPr>
            <p:spPr bwMode="auto">
              <a:xfrm>
                <a:off x="2663825" y="3263901"/>
                <a:ext cx="57150" cy="49213"/>
              </a:xfrm>
              <a:custGeom>
                <a:avLst/>
                <a:gdLst>
                  <a:gd name="T0" fmla="*/ 0 w 36"/>
                  <a:gd name="T1" fmla="*/ 5 h 31"/>
                  <a:gd name="T2" fmla="*/ 36 w 36"/>
                  <a:gd name="T3" fmla="*/ 0 h 31"/>
                  <a:gd name="T4" fmla="*/ 22 w 36"/>
                  <a:gd name="T5" fmla="*/ 31 h 31"/>
                  <a:gd name="T6" fmla="*/ 0 w 36"/>
                  <a:gd name="T7" fmla="*/ 5 h 31"/>
                </a:gdLst>
                <a:ahLst/>
                <a:cxnLst>
                  <a:cxn ang="0">
                    <a:pos x="T0" y="T1"/>
                  </a:cxn>
                  <a:cxn ang="0">
                    <a:pos x="T2" y="T3"/>
                  </a:cxn>
                  <a:cxn ang="0">
                    <a:pos x="T4" y="T5"/>
                  </a:cxn>
                  <a:cxn ang="0">
                    <a:pos x="T6" y="T7"/>
                  </a:cxn>
                </a:cxnLst>
                <a:rect l="0" t="0" r="r" b="b"/>
                <a:pathLst>
                  <a:path w="36" h="31">
                    <a:moveTo>
                      <a:pt x="0" y="5"/>
                    </a:moveTo>
                    <a:lnTo>
                      <a:pt x="36" y="0"/>
                    </a:lnTo>
                    <a:lnTo>
                      <a:pt x="22" y="31"/>
                    </a:lnTo>
                    <a:lnTo>
                      <a:pt x="0" y="5"/>
                    </a:lnTo>
                    <a:close/>
                  </a:path>
                </a:pathLst>
              </a:custGeom>
              <a:solidFill>
                <a:srgbClr val="6C69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 name="Freeform 8"/>
              <p:cNvSpPr>
                <a:spLocks/>
              </p:cNvSpPr>
              <p:nvPr/>
            </p:nvSpPr>
            <p:spPr bwMode="auto">
              <a:xfrm>
                <a:off x="2644775" y="3598863"/>
                <a:ext cx="19050" cy="44450"/>
              </a:xfrm>
              <a:custGeom>
                <a:avLst/>
                <a:gdLst>
                  <a:gd name="T0" fmla="*/ 3 w 5"/>
                  <a:gd name="T1" fmla="*/ 12 h 12"/>
                  <a:gd name="T2" fmla="*/ 0 w 5"/>
                  <a:gd name="T3" fmla="*/ 10 h 12"/>
                  <a:gd name="T4" fmla="*/ 0 w 5"/>
                  <a:gd name="T5" fmla="*/ 3 h 12"/>
                  <a:gd name="T6" fmla="*/ 3 w 5"/>
                  <a:gd name="T7" fmla="*/ 0 h 12"/>
                  <a:gd name="T8" fmla="*/ 3 w 5"/>
                  <a:gd name="T9" fmla="*/ 0 h 12"/>
                  <a:gd name="T10" fmla="*/ 5 w 5"/>
                  <a:gd name="T11" fmla="*/ 3 h 12"/>
                  <a:gd name="T12" fmla="*/ 5 w 5"/>
                  <a:gd name="T13" fmla="*/ 10 h 12"/>
                  <a:gd name="T14" fmla="*/ 3 w 5"/>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2">
                    <a:moveTo>
                      <a:pt x="3" y="12"/>
                    </a:moveTo>
                    <a:cubicBezTo>
                      <a:pt x="1" y="12"/>
                      <a:pt x="0" y="11"/>
                      <a:pt x="0" y="10"/>
                    </a:cubicBezTo>
                    <a:cubicBezTo>
                      <a:pt x="0" y="3"/>
                      <a:pt x="0" y="3"/>
                      <a:pt x="0" y="3"/>
                    </a:cubicBezTo>
                    <a:cubicBezTo>
                      <a:pt x="0" y="2"/>
                      <a:pt x="1" y="0"/>
                      <a:pt x="3" y="0"/>
                    </a:cubicBezTo>
                    <a:cubicBezTo>
                      <a:pt x="3" y="0"/>
                      <a:pt x="3" y="0"/>
                      <a:pt x="3" y="0"/>
                    </a:cubicBezTo>
                    <a:cubicBezTo>
                      <a:pt x="4" y="0"/>
                      <a:pt x="5" y="2"/>
                      <a:pt x="5" y="3"/>
                    </a:cubicBezTo>
                    <a:cubicBezTo>
                      <a:pt x="5" y="10"/>
                      <a:pt x="5" y="10"/>
                      <a:pt x="5" y="10"/>
                    </a:cubicBezTo>
                    <a:cubicBezTo>
                      <a:pt x="5" y="11"/>
                      <a:pt x="4" y="12"/>
                      <a:pt x="3" y="12"/>
                    </a:cubicBezTo>
                    <a:close/>
                  </a:path>
                </a:pathLst>
              </a:custGeom>
              <a:solidFill>
                <a:srgbClr val="6C69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 name="Freeform 9"/>
              <p:cNvSpPr>
                <a:spLocks/>
              </p:cNvSpPr>
              <p:nvPr/>
            </p:nvSpPr>
            <p:spPr bwMode="auto">
              <a:xfrm>
                <a:off x="2592388" y="3598863"/>
                <a:ext cx="19050" cy="44450"/>
              </a:xfrm>
              <a:custGeom>
                <a:avLst/>
                <a:gdLst>
                  <a:gd name="T0" fmla="*/ 3 w 5"/>
                  <a:gd name="T1" fmla="*/ 12 h 12"/>
                  <a:gd name="T2" fmla="*/ 0 w 5"/>
                  <a:gd name="T3" fmla="*/ 10 h 12"/>
                  <a:gd name="T4" fmla="*/ 0 w 5"/>
                  <a:gd name="T5" fmla="*/ 3 h 12"/>
                  <a:gd name="T6" fmla="*/ 3 w 5"/>
                  <a:gd name="T7" fmla="*/ 0 h 12"/>
                  <a:gd name="T8" fmla="*/ 3 w 5"/>
                  <a:gd name="T9" fmla="*/ 0 h 12"/>
                  <a:gd name="T10" fmla="*/ 5 w 5"/>
                  <a:gd name="T11" fmla="*/ 3 h 12"/>
                  <a:gd name="T12" fmla="*/ 5 w 5"/>
                  <a:gd name="T13" fmla="*/ 10 h 12"/>
                  <a:gd name="T14" fmla="*/ 3 w 5"/>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2">
                    <a:moveTo>
                      <a:pt x="3" y="12"/>
                    </a:moveTo>
                    <a:cubicBezTo>
                      <a:pt x="1" y="12"/>
                      <a:pt x="0" y="11"/>
                      <a:pt x="0" y="10"/>
                    </a:cubicBezTo>
                    <a:cubicBezTo>
                      <a:pt x="0" y="3"/>
                      <a:pt x="0" y="3"/>
                      <a:pt x="0" y="3"/>
                    </a:cubicBezTo>
                    <a:cubicBezTo>
                      <a:pt x="0" y="2"/>
                      <a:pt x="1" y="0"/>
                      <a:pt x="3" y="0"/>
                    </a:cubicBezTo>
                    <a:cubicBezTo>
                      <a:pt x="3" y="0"/>
                      <a:pt x="3" y="0"/>
                      <a:pt x="3" y="0"/>
                    </a:cubicBezTo>
                    <a:cubicBezTo>
                      <a:pt x="4" y="0"/>
                      <a:pt x="5" y="2"/>
                      <a:pt x="5" y="3"/>
                    </a:cubicBezTo>
                    <a:cubicBezTo>
                      <a:pt x="5" y="10"/>
                      <a:pt x="5" y="10"/>
                      <a:pt x="5" y="10"/>
                    </a:cubicBezTo>
                    <a:cubicBezTo>
                      <a:pt x="5" y="11"/>
                      <a:pt x="4" y="12"/>
                      <a:pt x="3" y="12"/>
                    </a:cubicBezTo>
                    <a:close/>
                  </a:path>
                </a:pathLst>
              </a:custGeom>
              <a:solidFill>
                <a:srgbClr val="6C69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 name="Freeform 20"/>
              <p:cNvSpPr>
                <a:spLocks/>
              </p:cNvSpPr>
              <p:nvPr/>
            </p:nvSpPr>
            <p:spPr bwMode="auto">
              <a:xfrm>
                <a:off x="2189163" y="3087688"/>
                <a:ext cx="30163" cy="533400"/>
              </a:xfrm>
              <a:custGeom>
                <a:avLst/>
                <a:gdLst>
                  <a:gd name="T0" fmla="*/ 8 w 8"/>
                  <a:gd name="T1" fmla="*/ 139 h 142"/>
                  <a:gd name="T2" fmla="*/ 4 w 8"/>
                  <a:gd name="T3" fmla="*/ 142 h 142"/>
                  <a:gd name="T4" fmla="*/ 4 w 8"/>
                  <a:gd name="T5" fmla="*/ 142 h 142"/>
                  <a:gd name="T6" fmla="*/ 0 w 8"/>
                  <a:gd name="T7" fmla="*/ 139 h 142"/>
                  <a:gd name="T8" fmla="*/ 0 w 8"/>
                  <a:gd name="T9" fmla="*/ 3 h 142"/>
                  <a:gd name="T10" fmla="*/ 4 w 8"/>
                  <a:gd name="T11" fmla="*/ 0 h 142"/>
                  <a:gd name="T12" fmla="*/ 4 w 8"/>
                  <a:gd name="T13" fmla="*/ 0 h 142"/>
                  <a:gd name="T14" fmla="*/ 8 w 8"/>
                  <a:gd name="T15" fmla="*/ 3 h 142"/>
                  <a:gd name="T16" fmla="*/ 8 w 8"/>
                  <a:gd name="T17" fmla="*/ 139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42">
                    <a:moveTo>
                      <a:pt x="8" y="139"/>
                    </a:moveTo>
                    <a:cubicBezTo>
                      <a:pt x="8" y="141"/>
                      <a:pt x="6" y="142"/>
                      <a:pt x="4" y="142"/>
                    </a:cubicBezTo>
                    <a:cubicBezTo>
                      <a:pt x="4" y="142"/>
                      <a:pt x="4" y="142"/>
                      <a:pt x="4" y="142"/>
                    </a:cubicBezTo>
                    <a:cubicBezTo>
                      <a:pt x="2" y="142"/>
                      <a:pt x="0" y="141"/>
                      <a:pt x="0" y="139"/>
                    </a:cubicBezTo>
                    <a:cubicBezTo>
                      <a:pt x="0" y="3"/>
                      <a:pt x="0" y="3"/>
                      <a:pt x="0" y="3"/>
                    </a:cubicBezTo>
                    <a:cubicBezTo>
                      <a:pt x="0" y="1"/>
                      <a:pt x="2" y="0"/>
                      <a:pt x="4" y="0"/>
                    </a:cubicBezTo>
                    <a:cubicBezTo>
                      <a:pt x="4" y="0"/>
                      <a:pt x="4" y="0"/>
                      <a:pt x="4" y="0"/>
                    </a:cubicBezTo>
                    <a:cubicBezTo>
                      <a:pt x="6" y="0"/>
                      <a:pt x="8" y="1"/>
                      <a:pt x="8" y="3"/>
                    </a:cubicBezTo>
                    <a:lnTo>
                      <a:pt x="8" y="139"/>
                    </a:lnTo>
                    <a:close/>
                  </a:path>
                </a:pathLst>
              </a:custGeom>
              <a:solidFill>
                <a:srgbClr val="6C69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 name="Freeform 21"/>
              <p:cNvSpPr>
                <a:spLocks/>
              </p:cNvSpPr>
              <p:nvPr/>
            </p:nvSpPr>
            <p:spPr bwMode="auto">
              <a:xfrm>
                <a:off x="2189163" y="3594101"/>
                <a:ext cx="542925" cy="26988"/>
              </a:xfrm>
              <a:custGeom>
                <a:avLst/>
                <a:gdLst>
                  <a:gd name="T0" fmla="*/ 4 w 143"/>
                  <a:gd name="T1" fmla="*/ 7 h 7"/>
                  <a:gd name="T2" fmla="*/ 0 w 143"/>
                  <a:gd name="T3" fmla="*/ 4 h 7"/>
                  <a:gd name="T4" fmla="*/ 0 w 143"/>
                  <a:gd name="T5" fmla="*/ 4 h 7"/>
                  <a:gd name="T6" fmla="*/ 4 w 143"/>
                  <a:gd name="T7" fmla="*/ 0 h 7"/>
                  <a:gd name="T8" fmla="*/ 139 w 143"/>
                  <a:gd name="T9" fmla="*/ 0 h 7"/>
                  <a:gd name="T10" fmla="*/ 143 w 143"/>
                  <a:gd name="T11" fmla="*/ 4 h 7"/>
                  <a:gd name="T12" fmla="*/ 143 w 143"/>
                  <a:gd name="T13" fmla="*/ 4 h 7"/>
                  <a:gd name="T14" fmla="*/ 139 w 143"/>
                  <a:gd name="T15" fmla="*/ 7 h 7"/>
                  <a:gd name="T16" fmla="*/ 4 w 143"/>
                  <a:gd name="T1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 h="7">
                    <a:moveTo>
                      <a:pt x="4" y="7"/>
                    </a:moveTo>
                    <a:cubicBezTo>
                      <a:pt x="2" y="7"/>
                      <a:pt x="0" y="6"/>
                      <a:pt x="0" y="4"/>
                    </a:cubicBezTo>
                    <a:cubicBezTo>
                      <a:pt x="0" y="4"/>
                      <a:pt x="0" y="4"/>
                      <a:pt x="0" y="4"/>
                    </a:cubicBezTo>
                    <a:cubicBezTo>
                      <a:pt x="0" y="1"/>
                      <a:pt x="2" y="0"/>
                      <a:pt x="4" y="0"/>
                    </a:cubicBezTo>
                    <a:cubicBezTo>
                      <a:pt x="139" y="0"/>
                      <a:pt x="139" y="0"/>
                      <a:pt x="139" y="0"/>
                    </a:cubicBezTo>
                    <a:cubicBezTo>
                      <a:pt x="141" y="0"/>
                      <a:pt x="143" y="1"/>
                      <a:pt x="143" y="4"/>
                    </a:cubicBezTo>
                    <a:cubicBezTo>
                      <a:pt x="143" y="4"/>
                      <a:pt x="143" y="4"/>
                      <a:pt x="143" y="4"/>
                    </a:cubicBezTo>
                    <a:cubicBezTo>
                      <a:pt x="143" y="6"/>
                      <a:pt x="141" y="7"/>
                      <a:pt x="139" y="7"/>
                    </a:cubicBezTo>
                    <a:lnTo>
                      <a:pt x="4" y="7"/>
                    </a:lnTo>
                    <a:close/>
                  </a:path>
                </a:pathLst>
              </a:custGeom>
              <a:solidFill>
                <a:srgbClr val="6C69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 name="Freeform 22"/>
              <p:cNvSpPr>
                <a:spLocks/>
              </p:cNvSpPr>
              <p:nvPr/>
            </p:nvSpPr>
            <p:spPr bwMode="auto">
              <a:xfrm>
                <a:off x="2203450" y="3289301"/>
                <a:ext cx="487363" cy="304800"/>
              </a:xfrm>
              <a:custGeom>
                <a:avLst/>
                <a:gdLst>
                  <a:gd name="T0" fmla="*/ 0 w 307"/>
                  <a:gd name="T1" fmla="*/ 192 h 192"/>
                  <a:gd name="T2" fmla="*/ 163 w 307"/>
                  <a:gd name="T3" fmla="*/ 53 h 192"/>
                  <a:gd name="T4" fmla="*/ 197 w 307"/>
                  <a:gd name="T5" fmla="*/ 83 h 192"/>
                  <a:gd name="T6" fmla="*/ 307 w 307"/>
                  <a:gd name="T7" fmla="*/ 0 h 192"/>
                </a:gdLst>
                <a:ahLst/>
                <a:cxnLst>
                  <a:cxn ang="0">
                    <a:pos x="T0" y="T1"/>
                  </a:cxn>
                  <a:cxn ang="0">
                    <a:pos x="T2" y="T3"/>
                  </a:cxn>
                  <a:cxn ang="0">
                    <a:pos x="T4" y="T5"/>
                  </a:cxn>
                  <a:cxn ang="0">
                    <a:pos x="T6" y="T7"/>
                  </a:cxn>
                </a:cxnLst>
                <a:rect l="0" t="0" r="r" b="b"/>
                <a:pathLst>
                  <a:path w="307" h="192">
                    <a:moveTo>
                      <a:pt x="0" y="192"/>
                    </a:moveTo>
                    <a:lnTo>
                      <a:pt x="163" y="53"/>
                    </a:lnTo>
                    <a:lnTo>
                      <a:pt x="197" y="83"/>
                    </a:lnTo>
                    <a:lnTo>
                      <a:pt x="307" y="0"/>
                    </a:lnTo>
                  </a:path>
                </a:pathLst>
              </a:custGeom>
              <a:noFill/>
              <a:ln w="30163" cap="flat">
                <a:solidFill>
                  <a:srgbClr val="6C696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384" name="Freeform 28"/>
              <p:cNvSpPr>
                <a:spLocks/>
              </p:cNvSpPr>
              <p:nvPr/>
            </p:nvSpPr>
            <p:spPr bwMode="auto">
              <a:xfrm>
                <a:off x="2159000" y="3522663"/>
                <a:ext cx="44450" cy="19050"/>
              </a:xfrm>
              <a:custGeom>
                <a:avLst/>
                <a:gdLst>
                  <a:gd name="T0" fmla="*/ 0 w 12"/>
                  <a:gd name="T1" fmla="*/ 2 h 5"/>
                  <a:gd name="T2" fmla="*/ 3 w 12"/>
                  <a:gd name="T3" fmla="*/ 0 h 5"/>
                  <a:gd name="T4" fmla="*/ 10 w 12"/>
                  <a:gd name="T5" fmla="*/ 0 h 5"/>
                  <a:gd name="T6" fmla="*/ 12 w 12"/>
                  <a:gd name="T7" fmla="*/ 2 h 5"/>
                  <a:gd name="T8" fmla="*/ 12 w 12"/>
                  <a:gd name="T9" fmla="*/ 2 h 5"/>
                  <a:gd name="T10" fmla="*/ 10 w 12"/>
                  <a:gd name="T11" fmla="*/ 5 h 5"/>
                  <a:gd name="T12" fmla="*/ 3 w 12"/>
                  <a:gd name="T13" fmla="*/ 5 h 5"/>
                  <a:gd name="T14" fmla="*/ 0 w 12"/>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5">
                    <a:moveTo>
                      <a:pt x="0" y="2"/>
                    </a:moveTo>
                    <a:cubicBezTo>
                      <a:pt x="0" y="1"/>
                      <a:pt x="1" y="0"/>
                      <a:pt x="3" y="0"/>
                    </a:cubicBezTo>
                    <a:cubicBezTo>
                      <a:pt x="10" y="0"/>
                      <a:pt x="10" y="0"/>
                      <a:pt x="10" y="0"/>
                    </a:cubicBezTo>
                    <a:cubicBezTo>
                      <a:pt x="11" y="0"/>
                      <a:pt x="12" y="1"/>
                      <a:pt x="12" y="2"/>
                    </a:cubicBezTo>
                    <a:cubicBezTo>
                      <a:pt x="12" y="2"/>
                      <a:pt x="12" y="2"/>
                      <a:pt x="12" y="2"/>
                    </a:cubicBezTo>
                    <a:cubicBezTo>
                      <a:pt x="12" y="4"/>
                      <a:pt x="11" y="5"/>
                      <a:pt x="10" y="5"/>
                    </a:cubicBezTo>
                    <a:cubicBezTo>
                      <a:pt x="3" y="5"/>
                      <a:pt x="3" y="5"/>
                      <a:pt x="3" y="5"/>
                    </a:cubicBezTo>
                    <a:cubicBezTo>
                      <a:pt x="1" y="5"/>
                      <a:pt x="0" y="4"/>
                      <a:pt x="0" y="2"/>
                    </a:cubicBezTo>
                    <a:close/>
                  </a:path>
                </a:pathLst>
              </a:custGeom>
              <a:solidFill>
                <a:srgbClr val="6C69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 name="Freeform 29"/>
              <p:cNvSpPr>
                <a:spLocks/>
              </p:cNvSpPr>
              <p:nvPr/>
            </p:nvSpPr>
            <p:spPr bwMode="auto">
              <a:xfrm>
                <a:off x="2159000" y="3470276"/>
                <a:ext cx="44450" cy="19050"/>
              </a:xfrm>
              <a:custGeom>
                <a:avLst/>
                <a:gdLst>
                  <a:gd name="T0" fmla="*/ 0 w 12"/>
                  <a:gd name="T1" fmla="*/ 2 h 5"/>
                  <a:gd name="T2" fmla="*/ 3 w 12"/>
                  <a:gd name="T3" fmla="*/ 0 h 5"/>
                  <a:gd name="T4" fmla="*/ 10 w 12"/>
                  <a:gd name="T5" fmla="*/ 0 h 5"/>
                  <a:gd name="T6" fmla="*/ 12 w 12"/>
                  <a:gd name="T7" fmla="*/ 2 h 5"/>
                  <a:gd name="T8" fmla="*/ 12 w 12"/>
                  <a:gd name="T9" fmla="*/ 2 h 5"/>
                  <a:gd name="T10" fmla="*/ 10 w 12"/>
                  <a:gd name="T11" fmla="*/ 5 h 5"/>
                  <a:gd name="T12" fmla="*/ 3 w 12"/>
                  <a:gd name="T13" fmla="*/ 5 h 5"/>
                  <a:gd name="T14" fmla="*/ 0 w 12"/>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5">
                    <a:moveTo>
                      <a:pt x="0" y="2"/>
                    </a:moveTo>
                    <a:cubicBezTo>
                      <a:pt x="0" y="1"/>
                      <a:pt x="1" y="0"/>
                      <a:pt x="3" y="0"/>
                    </a:cubicBezTo>
                    <a:cubicBezTo>
                      <a:pt x="10" y="0"/>
                      <a:pt x="10" y="0"/>
                      <a:pt x="10" y="0"/>
                    </a:cubicBezTo>
                    <a:cubicBezTo>
                      <a:pt x="11" y="0"/>
                      <a:pt x="12" y="1"/>
                      <a:pt x="12" y="2"/>
                    </a:cubicBezTo>
                    <a:cubicBezTo>
                      <a:pt x="12" y="2"/>
                      <a:pt x="12" y="2"/>
                      <a:pt x="12" y="2"/>
                    </a:cubicBezTo>
                    <a:cubicBezTo>
                      <a:pt x="12" y="4"/>
                      <a:pt x="11" y="5"/>
                      <a:pt x="10" y="5"/>
                    </a:cubicBezTo>
                    <a:cubicBezTo>
                      <a:pt x="3" y="5"/>
                      <a:pt x="3" y="5"/>
                      <a:pt x="3" y="5"/>
                    </a:cubicBezTo>
                    <a:cubicBezTo>
                      <a:pt x="1" y="5"/>
                      <a:pt x="0" y="4"/>
                      <a:pt x="0" y="2"/>
                    </a:cubicBezTo>
                    <a:close/>
                  </a:path>
                </a:pathLst>
              </a:custGeom>
              <a:solidFill>
                <a:srgbClr val="6C69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 name="Freeform 30"/>
              <p:cNvSpPr>
                <a:spLocks/>
              </p:cNvSpPr>
              <p:nvPr/>
            </p:nvSpPr>
            <p:spPr bwMode="auto">
              <a:xfrm>
                <a:off x="2159000" y="3417888"/>
                <a:ext cx="44450" cy="19050"/>
              </a:xfrm>
              <a:custGeom>
                <a:avLst/>
                <a:gdLst>
                  <a:gd name="T0" fmla="*/ 0 w 12"/>
                  <a:gd name="T1" fmla="*/ 2 h 5"/>
                  <a:gd name="T2" fmla="*/ 3 w 12"/>
                  <a:gd name="T3" fmla="*/ 0 h 5"/>
                  <a:gd name="T4" fmla="*/ 10 w 12"/>
                  <a:gd name="T5" fmla="*/ 0 h 5"/>
                  <a:gd name="T6" fmla="*/ 12 w 12"/>
                  <a:gd name="T7" fmla="*/ 2 h 5"/>
                  <a:gd name="T8" fmla="*/ 12 w 12"/>
                  <a:gd name="T9" fmla="*/ 2 h 5"/>
                  <a:gd name="T10" fmla="*/ 10 w 12"/>
                  <a:gd name="T11" fmla="*/ 5 h 5"/>
                  <a:gd name="T12" fmla="*/ 3 w 12"/>
                  <a:gd name="T13" fmla="*/ 5 h 5"/>
                  <a:gd name="T14" fmla="*/ 0 w 12"/>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5">
                    <a:moveTo>
                      <a:pt x="0" y="2"/>
                    </a:moveTo>
                    <a:cubicBezTo>
                      <a:pt x="0" y="1"/>
                      <a:pt x="1" y="0"/>
                      <a:pt x="3" y="0"/>
                    </a:cubicBezTo>
                    <a:cubicBezTo>
                      <a:pt x="10" y="0"/>
                      <a:pt x="10" y="0"/>
                      <a:pt x="10" y="0"/>
                    </a:cubicBezTo>
                    <a:cubicBezTo>
                      <a:pt x="11" y="0"/>
                      <a:pt x="12" y="1"/>
                      <a:pt x="12" y="2"/>
                    </a:cubicBezTo>
                    <a:cubicBezTo>
                      <a:pt x="12" y="2"/>
                      <a:pt x="12" y="2"/>
                      <a:pt x="12" y="2"/>
                    </a:cubicBezTo>
                    <a:cubicBezTo>
                      <a:pt x="12" y="4"/>
                      <a:pt x="11" y="5"/>
                      <a:pt x="10" y="5"/>
                    </a:cubicBezTo>
                    <a:cubicBezTo>
                      <a:pt x="3" y="5"/>
                      <a:pt x="3" y="5"/>
                      <a:pt x="3" y="5"/>
                    </a:cubicBezTo>
                    <a:cubicBezTo>
                      <a:pt x="1" y="5"/>
                      <a:pt x="0" y="4"/>
                      <a:pt x="0" y="2"/>
                    </a:cubicBezTo>
                    <a:close/>
                  </a:path>
                </a:pathLst>
              </a:custGeom>
              <a:solidFill>
                <a:srgbClr val="6C69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 name="Freeform 31"/>
              <p:cNvSpPr>
                <a:spLocks/>
              </p:cNvSpPr>
              <p:nvPr/>
            </p:nvSpPr>
            <p:spPr bwMode="auto">
              <a:xfrm>
                <a:off x="2159000" y="3365501"/>
                <a:ext cx="44450" cy="19050"/>
              </a:xfrm>
              <a:custGeom>
                <a:avLst/>
                <a:gdLst>
                  <a:gd name="T0" fmla="*/ 0 w 12"/>
                  <a:gd name="T1" fmla="*/ 2 h 5"/>
                  <a:gd name="T2" fmla="*/ 3 w 12"/>
                  <a:gd name="T3" fmla="*/ 0 h 5"/>
                  <a:gd name="T4" fmla="*/ 10 w 12"/>
                  <a:gd name="T5" fmla="*/ 0 h 5"/>
                  <a:gd name="T6" fmla="*/ 12 w 12"/>
                  <a:gd name="T7" fmla="*/ 2 h 5"/>
                  <a:gd name="T8" fmla="*/ 12 w 12"/>
                  <a:gd name="T9" fmla="*/ 2 h 5"/>
                  <a:gd name="T10" fmla="*/ 10 w 12"/>
                  <a:gd name="T11" fmla="*/ 5 h 5"/>
                  <a:gd name="T12" fmla="*/ 3 w 12"/>
                  <a:gd name="T13" fmla="*/ 5 h 5"/>
                  <a:gd name="T14" fmla="*/ 0 w 12"/>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5">
                    <a:moveTo>
                      <a:pt x="0" y="2"/>
                    </a:moveTo>
                    <a:cubicBezTo>
                      <a:pt x="0" y="1"/>
                      <a:pt x="1" y="0"/>
                      <a:pt x="3" y="0"/>
                    </a:cubicBezTo>
                    <a:cubicBezTo>
                      <a:pt x="10" y="0"/>
                      <a:pt x="10" y="0"/>
                      <a:pt x="10" y="0"/>
                    </a:cubicBezTo>
                    <a:cubicBezTo>
                      <a:pt x="11" y="0"/>
                      <a:pt x="12" y="1"/>
                      <a:pt x="12" y="2"/>
                    </a:cubicBezTo>
                    <a:cubicBezTo>
                      <a:pt x="12" y="2"/>
                      <a:pt x="12" y="2"/>
                      <a:pt x="12" y="2"/>
                    </a:cubicBezTo>
                    <a:cubicBezTo>
                      <a:pt x="12" y="4"/>
                      <a:pt x="11" y="5"/>
                      <a:pt x="10" y="5"/>
                    </a:cubicBezTo>
                    <a:cubicBezTo>
                      <a:pt x="3" y="5"/>
                      <a:pt x="3" y="5"/>
                      <a:pt x="3" y="5"/>
                    </a:cubicBezTo>
                    <a:cubicBezTo>
                      <a:pt x="1" y="5"/>
                      <a:pt x="0" y="4"/>
                      <a:pt x="0" y="2"/>
                    </a:cubicBezTo>
                    <a:close/>
                  </a:path>
                </a:pathLst>
              </a:custGeom>
              <a:solidFill>
                <a:srgbClr val="6C69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 name="Freeform 32"/>
              <p:cNvSpPr>
                <a:spLocks/>
              </p:cNvSpPr>
              <p:nvPr/>
            </p:nvSpPr>
            <p:spPr bwMode="auto">
              <a:xfrm>
                <a:off x="2159000" y="3313113"/>
                <a:ext cx="44450" cy="19050"/>
              </a:xfrm>
              <a:custGeom>
                <a:avLst/>
                <a:gdLst>
                  <a:gd name="T0" fmla="*/ 0 w 12"/>
                  <a:gd name="T1" fmla="*/ 2 h 5"/>
                  <a:gd name="T2" fmla="*/ 3 w 12"/>
                  <a:gd name="T3" fmla="*/ 0 h 5"/>
                  <a:gd name="T4" fmla="*/ 10 w 12"/>
                  <a:gd name="T5" fmla="*/ 0 h 5"/>
                  <a:gd name="T6" fmla="*/ 12 w 12"/>
                  <a:gd name="T7" fmla="*/ 2 h 5"/>
                  <a:gd name="T8" fmla="*/ 12 w 12"/>
                  <a:gd name="T9" fmla="*/ 2 h 5"/>
                  <a:gd name="T10" fmla="*/ 10 w 12"/>
                  <a:gd name="T11" fmla="*/ 5 h 5"/>
                  <a:gd name="T12" fmla="*/ 3 w 12"/>
                  <a:gd name="T13" fmla="*/ 5 h 5"/>
                  <a:gd name="T14" fmla="*/ 0 w 12"/>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5">
                    <a:moveTo>
                      <a:pt x="0" y="2"/>
                    </a:moveTo>
                    <a:cubicBezTo>
                      <a:pt x="0" y="1"/>
                      <a:pt x="1" y="0"/>
                      <a:pt x="3" y="0"/>
                    </a:cubicBezTo>
                    <a:cubicBezTo>
                      <a:pt x="10" y="0"/>
                      <a:pt x="10" y="0"/>
                      <a:pt x="10" y="0"/>
                    </a:cubicBezTo>
                    <a:cubicBezTo>
                      <a:pt x="11" y="0"/>
                      <a:pt x="12" y="1"/>
                      <a:pt x="12" y="2"/>
                    </a:cubicBezTo>
                    <a:cubicBezTo>
                      <a:pt x="12" y="2"/>
                      <a:pt x="12" y="2"/>
                      <a:pt x="12" y="2"/>
                    </a:cubicBezTo>
                    <a:cubicBezTo>
                      <a:pt x="12" y="4"/>
                      <a:pt x="11" y="5"/>
                      <a:pt x="10" y="5"/>
                    </a:cubicBezTo>
                    <a:cubicBezTo>
                      <a:pt x="3" y="5"/>
                      <a:pt x="3" y="5"/>
                      <a:pt x="3" y="5"/>
                    </a:cubicBezTo>
                    <a:cubicBezTo>
                      <a:pt x="1" y="5"/>
                      <a:pt x="0" y="4"/>
                      <a:pt x="0" y="2"/>
                    </a:cubicBezTo>
                    <a:close/>
                  </a:path>
                </a:pathLst>
              </a:custGeom>
              <a:solidFill>
                <a:srgbClr val="6C69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 name="Freeform 33"/>
              <p:cNvSpPr>
                <a:spLocks/>
              </p:cNvSpPr>
              <p:nvPr/>
            </p:nvSpPr>
            <p:spPr bwMode="auto">
              <a:xfrm>
                <a:off x="2159000" y="3260726"/>
                <a:ext cx="44450" cy="17463"/>
              </a:xfrm>
              <a:custGeom>
                <a:avLst/>
                <a:gdLst>
                  <a:gd name="T0" fmla="*/ 0 w 12"/>
                  <a:gd name="T1" fmla="*/ 2 h 5"/>
                  <a:gd name="T2" fmla="*/ 3 w 12"/>
                  <a:gd name="T3" fmla="*/ 0 h 5"/>
                  <a:gd name="T4" fmla="*/ 10 w 12"/>
                  <a:gd name="T5" fmla="*/ 0 h 5"/>
                  <a:gd name="T6" fmla="*/ 12 w 12"/>
                  <a:gd name="T7" fmla="*/ 2 h 5"/>
                  <a:gd name="T8" fmla="*/ 12 w 12"/>
                  <a:gd name="T9" fmla="*/ 2 h 5"/>
                  <a:gd name="T10" fmla="*/ 10 w 12"/>
                  <a:gd name="T11" fmla="*/ 5 h 5"/>
                  <a:gd name="T12" fmla="*/ 3 w 12"/>
                  <a:gd name="T13" fmla="*/ 5 h 5"/>
                  <a:gd name="T14" fmla="*/ 0 w 12"/>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5">
                    <a:moveTo>
                      <a:pt x="0" y="2"/>
                    </a:moveTo>
                    <a:cubicBezTo>
                      <a:pt x="0" y="1"/>
                      <a:pt x="1" y="0"/>
                      <a:pt x="3" y="0"/>
                    </a:cubicBezTo>
                    <a:cubicBezTo>
                      <a:pt x="10" y="0"/>
                      <a:pt x="10" y="0"/>
                      <a:pt x="10" y="0"/>
                    </a:cubicBezTo>
                    <a:cubicBezTo>
                      <a:pt x="11" y="0"/>
                      <a:pt x="12" y="1"/>
                      <a:pt x="12" y="2"/>
                    </a:cubicBezTo>
                    <a:cubicBezTo>
                      <a:pt x="12" y="2"/>
                      <a:pt x="12" y="2"/>
                      <a:pt x="12" y="2"/>
                    </a:cubicBezTo>
                    <a:cubicBezTo>
                      <a:pt x="12" y="4"/>
                      <a:pt x="11" y="5"/>
                      <a:pt x="10" y="5"/>
                    </a:cubicBezTo>
                    <a:cubicBezTo>
                      <a:pt x="3" y="5"/>
                      <a:pt x="3" y="5"/>
                      <a:pt x="3" y="5"/>
                    </a:cubicBezTo>
                    <a:cubicBezTo>
                      <a:pt x="1" y="5"/>
                      <a:pt x="0" y="4"/>
                      <a:pt x="0" y="2"/>
                    </a:cubicBezTo>
                    <a:close/>
                  </a:path>
                </a:pathLst>
              </a:custGeom>
              <a:solidFill>
                <a:srgbClr val="6C69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 name="Freeform 34"/>
              <p:cNvSpPr>
                <a:spLocks/>
              </p:cNvSpPr>
              <p:nvPr/>
            </p:nvSpPr>
            <p:spPr bwMode="auto">
              <a:xfrm>
                <a:off x="2159000" y="3222626"/>
                <a:ext cx="44450" cy="19050"/>
              </a:xfrm>
              <a:custGeom>
                <a:avLst/>
                <a:gdLst>
                  <a:gd name="T0" fmla="*/ 0 w 12"/>
                  <a:gd name="T1" fmla="*/ 2 h 5"/>
                  <a:gd name="T2" fmla="*/ 3 w 12"/>
                  <a:gd name="T3" fmla="*/ 0 h 5"/>
                  <a:gd name="T4" fmla="*/ 10 w 12"/>
                  <a:gd name="T5" fmla="*/ 0 h 5"/>
                  <a:gd name="T6" fmla="*/ 12 w 12"/>
                  <a:gd name="T7" fmla="*/ 2 h 5"/>
                  <a:gd name="T8" fmla="*/ 12 w 12"/>
                  <a:gd name="T9" fmla="*/ 2 h 5"/>
                  <a:gd name="T10" fmla="*/ 10 w 12"/>
                  <a:gd name="T11" fmla="*/ 5 h 5"/>
                  <a:gd name="T12" fmla="*/ 3 w 12"/>
                  <a:gd name="T13" fmla="*/ 5 h 5"/>
                  <a:gd name="T14" fmla="*/ 0 w 12"/>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5">
                    <a:moveTo>
                      <a:pt x="0" y="2"/>
                    </a:moveTo>
                    <a:cubicBezTo>
                      <a:pt x="0" y="1"/>
                      <a:pt x="1" y="0"/>
                      <a:pt x="3" y="0"/>
                    </a:cubicBezTo>
                    <a:cubicBezTo>
                      <a:pt x="10" y="0"/>
                      <a:pt x="10" y="0"/>
                      <a:pt x="10" y="0"/>
                    </a:cubicBezTo>
                    <a:cubicBezTo>
                      <a:pt x="11" y="0"/>
                      <a:pt x="12" y="1"/>
                      <a:pt x="12" y="2"/>
                    </a:cubicBezTo>
                    <a:cubicBezTo>
                      <a:pt x="12" y="2"/>
                      <a:pt x="12" y="2"/>
                      <a:pt x="12" y="2"/>
                    </a:cubicBezTo>
                    <a:cubicBezTo>
                      <a:pt x="12" y="4"/>
                      <a:pt x="11" y="5"/>
                      <a:pt x="10" y="5"/>
                    </a:cubicBezTo>
                    <a:cubicBezTo>
                      <a:pt x="3" y="5"/>
                      <a:pt x="3" y="5"/>
                      <a:pt x="3" y="5"/>
                    </a:cubicBezTo>
                    <a:cubicBezTo>
                      <a:pt x="1" y="5"/>
                      <a:pt x="0" y="4"/>
                      <a:pt x="0" y="2"/>
                    </a:cubicBezTo>
                    <a:close/>
                  </a:path>
                </a:pathLst>
              </a:custGeom>
              <a:solidFill>
                <a:srgbClr val="6C69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 name="Freeform 35"/>
              <p:cNvSpPr>
                <a:spLocks/>
              </p:cNvSpPr>
              <p:nvPr/>
            </p:nvSpPr>
            <p:spPr bwMode="auto">
              <a:xfrm>
                <a:off x="2159000" y="3170238"/>
                <a:ext cx="44450" cy="19050"/>
              </a:xfrm>
              <a:custGeom>
                <a:avLst/>
                <a:gdLst>
                  <a:gd name="T0" fmla="*/ 0 w 12"/>
                  <a:gd name="T1" fmla="*/ 2 h 5"/>
                  <a:gd name="T2" fmla="*/ 3 w 12"/>
                  <a:gd name="T3" fmla="*/ 0 h 5"/>
                  <a:gd name="T4" fmla="*/ 10 w 12"/>
                  <a:gd name="T5" fmla="*/ 0 h 5"/>
                  <a:gd name="T6" fmla="*/ 12 w 12"/>
                  <a:gd name="T7" fmla="*/ 2 h 5"/>
                  <a:gd name="T8" fmla="*/ 12 w 12"/>
                  <a:gd name="T9" fmla="*/ 2 h 5"/>
                  <a:gd name="T10" fmla="*/ 10 w 12"/>
                  <a:gd name="T11" fmla="*/ 5 h 5"/>
                  <a:gd name="T12" fmla="*/ 3 w 12"/>
                  <a:gd name="T13" fmla="*/ 5 h 5"/>
                  <a:gd name="T14" fmla="*/ 0 w 12"/>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5">
                    <a:moveTo>
                      <a:pt x="0" y="2"/>
                    </a:moveTo>
                    <a:cubicBezTo>
                      <a:pt x="0" y="1"/>
                      <a:pt x="1" y="0"/>
                      <a:pt x="3" y="0"/>
                    </a:cubicBezTo>
                    <a:cubicBezTo>
                      <a:pt x="10" y="0"/>
                      <a:pt x="10" y="0"/>
                      <a:pt x="10" y="0"/>
                    </a:cubicBezTo>
                    <a:cubicBezTo>
                      <a:pt x="11" y="0"/>
                      <a:pt x="12" y="1"/>
                      <a:pt x="12" y="2"/>
                    </a:cubicBezTo>
                    <a:cubicBezTo>
                      <a:pt x="12" y="2"/>
                      <a:pt x="12" y="2"/>
                      <a:pt x="12" y="2"/>
                    </a:cubicBezTo>
                    <a:cubicBezTo>
                      <a:pt x="12" y="4"/>
                      <a:pt x="11" y="5"/>
                      <a:pt x="10" y="5"/>
                    </a:cubicBezTo>
                    <a:cubicBezTo>
                      <a:pt x="3" y="5"/>
                      <a:pt x="3" y="5"/>
                      <a:pt x="3" y="5"/>
                    </a:cubicBezTo>
                    <a:cubicBezTo>
                      <a:pt x="1" y="5"/>
                      <a:pt x="0" y="4"/>
                      <a:pt x="0" y="2"/>
                    </a:cubicBezTo>
                    <a:close/>
                  </a:path>
                </a:pathLst>
              </a:custGeom>
              <a:solidFill>
                <a:srgbClr val="6C69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 name="Freeform 36"/>
              <p:cNvSpPr>
                <a:spLocks/>
              </p:cNvSpPr>
              <p:nvPr/>
            </p:nvSpPr>
            <p:spPr bwMode="auto">
              <a:xfrm>
                <a:off x="2538413" y="3598863"/>
                <a:ext cx="19050" cy="44450"/>
              </a:xfrm>
              <a:custGeom>
                <a:avLst/>
                <a:gdLst>
                  <a:gd name="T0" fmla="*/ 3 w 5"/>
                  <a:gd name="T1" fmla="*/ 12 h 12"/>
                  <a:gd name="T2" fmla="*/ 0 w 5"/>
                  <a:gd name="T3" fmla="*/ 10 h 12"/>
                  <a:gd name="T4" fmla="*/ 0 w 5"/>
                  <a:gd name="T5" fmla="*/ 3 h 12"/>
                  <a:gd name="T6" fmla="*/ 3 w 5"/>
                  <a:gd name="T7" fmla="*/ 0 h 12"/>
                  <a:gd name="T8" fmla="*/ 3 w 5"/>
                  <a:gd name="T9" fmla="*/ 0 h 12"/>
                  <a:gd name="T10" fmla="*/ 5 w 5"/>
                  <a:gd name="T11" fmla="*/ 3 h 12"/>
                  <a:gd name="T12" fmla="*/ 5 w 5"/>
                  <a:gd name="T13" fmla="*/ 10 h 12"/>
                  <a:gd name="T14" fmla="*/ 3 w 5"/>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2">
                    <a:moveTo>
                      <a:pt x="3" y="12"/>
                    </a:moveTo>
                    <a:cubicBezTo>
                      <a:pt x="1" y="12"/>
                      <a:pt x="0" y="11"/>
                      <a:pt x="0" y="10"/>
                    </a:cubicBezTo>
                    <a:cubicBezTo>
                      <a:pt x="0" y="3"/>
                      <a:pt x="0" y="3"/>
                      <a:pt x="0" y="3"/>
                    </a:cubicBezTo>
                    <a:cubicBezTo>
                      <a:pt x="0" y="2"/>
                      <a:pt x="1" y="0"/>
                      <a:pt x="3" y="0"/>
                    </a:cubicBezTo>
                    <a:cubicBezTo>
                      <a:pt x="3" y="0"/>
                      <a:pt x="3" y="0"/>
                      <a:pt x="3" y="0"/>
                    </a:cubicBezTo>
                    <a:cubicBezTo>
                      <a:pt x="4" y="0"/>
                      <a:pt x="5" y="2"/>
                      <a:pt x="5" y="3"/>
                    </a:cubicBezTo>
                    <a:cubicBezTo>
                      <a:pt x="5" y="10"/>
                      <a:pt x="5" y="10"/>
                      <a:pt x="5" y="10"/>
                    </a:cubicBezTo>
                    <a:cubicBezTo>
                      <a:pt x="5" y="11"/>
                      <a:pt x="4" y="12"/>
                      <a:pt x="3" y="12"/>
                    </a:cubicBezTo>
                    <a:close/>
                  </a:path>
                </a:pathLst>
              </a:custGeom>
              <a:solidFill>
                <a:srgbClr val="6C69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 name="Freeform 37"/>
              <p:cNvSpPr>
                <a:spLocks/>
              </p:cNvSpPr>
              <p:nvPr/>
            </p:nvSpPr>
            <p:spPr bwMode="auto">
              <a:xfrm>
                <a:off x="2486025" y="3598863"/>
                <a:ext cx="19050" cy="44450"/>
              </a:xfrm>
              <a:custGeom>
                <a:avLst/>
                <a:gdLst>
                  <a:gd name="T0" fmla="*/ 3 w 5"/>
                  <a:gd name="T1" fmla="*/ 12 h 12"/>
                  <a:gd name="T2" fmla="*/ 0 w 5"/>
                  <a:gd name="T3" fmla="*/ 10 h 12"/>
                  <a:gd name="T4" fmla="*/ 0 w 5"/>
                  <a:gd name="T5" fmla="*/ 3 h 12"/>
                  <a:gd name="T6" fmla="*/ 3 w 5"/>
                  <a:gd name="T7" fmla="*/ 0 h 12"/>
                  <a:gd name="T8" fmla="*/ 3 w 5"/>
                  <a:gd name="T9" fmla="*/ 0 h 12"/>
                  <a:gd name="T10" fmla="*/ 5 w 5"/>
                  <a:gd name="T11" fmla="*/ 3 h 12"/>
                  <a:gd name="T12" fmla="*/ 5 w 5"/>
                  <a:gd name="T13" fmla="*/ 10 h 12"/>
                  <a:gd name="T14" fmla="*/ 3 w 5"/>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2">
                    <a:moveTo>
                      <a:pt x="3" y="12"/>
                    </a:moveTo>
                    <a:cubicBezTo>
                      <a:pt x="1" y="12"/>
                      <a:pt x="0" y="11"/>
                      <a:pt x="0" y="10"/>
                    </a:cubicBezTo>
                    <a:cubicBezTo>
                      <a:pt x="0" y="3"/>
                      <a:pt x="0" y="3"/>
                      <a:pt x="0" y="3"/>
                    </a:cubicBezTo>
                    <a:cubicBezTo>
                      <a:pt x="0" y="2"/>
                      <a:pt x="1" y="0"/>
                      <a:pt x="3" y="0"/>
                    </a:cubicBezTo>
                    <a:cubicBezTo>
                      <a:pt x="3" y="0"/>
                      <a:pt x="3" y="0"/>
                      <a:pt x="3" y="0"/>
                    </a:cubicBezTo>
                    <a:cubicBezTo>
                      <a:pt x="4" y="0"/>
                      <a:pt x="5" y="2"/>
                      <a:pt x="5" y="3"/>
                    </a:cubicBezTo>
                    <a:cubicBezTo>
                      <a:pt x="5" y="10"/>
                      <a:pt x="5" y="10"/>
                      <a:pt x="5" y="10"/>
                    </a:cubicBezTo>
                    <a:cubicBezTo>
                      <a:pt x="5" y="11"/>
                      <a:pt x="4" y="12"/>
                      <a:pt x="3" y="12"/>
                    </a:cubicBezTo>
                    <a:close/>
                  </a:path>
                </a:pathLst>
              </a:custGeom>
              <a:solidFill>
                <a:srgbClr val="6C69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 name="Freeform 38"/>
              <p:cNvSpPr>
                <a:spLocks/>
              </p:cNvSpPr>
              <p:nvPr/>
            </p:nvSpPr>
            <p:spPr bwMode="auto">
              <a:xfrm>
                <a:off x="2432050" y="3598863"/>
                <a:ext cx="19050" cy="44450"/>
              </a:xfrm>
              <a:custGeom>
                <a:avLst/>
                <a:gdLst>
                  <a:gd name="T0" fmla="*/ 3 w 5"/>
                  <a:gd name="T1" fmla="*/ 12 h 12"/>
                  <a:gd name="T2" fmla="*/ 0 w 5"/>
                  <a:gd name="T3" fmla="*/ 10 h 12"/>
                  <a:gd name="T4" fmla="*/ 0 w 5"/>
                  <a:gd name="T5" fmla="*/ 3 h 12"/>
                  <a:gd name="T6" fmla="*/ 3 w 5"/>
                  <a:gd name="T7" fmla="*/ 0 h 12"/>
                  <a:gd name="T8" fmla="*/ 3 w 5"/>
                  <a:gd name="T9" fmla="*/ 0 h 12"/>
                  <a:gd name="T10" fmla="*/ 5 w 5"/>
                  <a:gd name="T11" fmla="*/ 3 h 12"/>
                  <a:gd name="T12" fmla="*/ 5 w 5"/>
                  <a:gd name="T13" fmla="*/ 10 h 12"/>
                  <a:gd name="T14" fmla="*/ 3 w 5"/>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2">
                    <a:moveTo>
                      <a:pt x="3" y="12"/>
                    </a:moveTo>
                    <a:cubicBezTo>
                      <a:pt x="1" y="12"/>
                      <a:pt x="0" y="11"/>
                      <a:pt x="0" y="10"/>
                    </a:cubicBezTo>
                    <a:cubicBezTo>
                      <a:pt x="0" y="3"/>
                      <a:pt x="0" y="3"/>
                      <a:pt x="0" y="3"/>
                    </a:cubicBezTo>
                    <a:cubicBezTo>
                      <a:pt x="0" y="2"/>
                      <a:pt x="1" y="0"/>
                      <a:pt x="3" y="0"/>
                    </a:cubicBezTo>
                    <a:cubicBezTo>
                      <a:pt x="3" y="0"/>
                      <a:pt x="3" y="0"/>
                      <a:pt x="3" y="0"/>
                    </a:cubicBezTo>
                    <a:cubicBezTo>
                      <a:pt x="4" y="0"/>
                      <a:pt x="5" y="2"/>
                      <a:pt x="5" y="3"/>
                    </a:cubicBezTo>
                    <a:cubicBezTo>
                      <a:pt x="5" y="10"/>
                      <a:pt x="5" y="10"/>
                      <a:pt x="5" y="10"/>
                    </a:cubicBezTo>
                    <a:cubicBezTo>
                      <a:pt x="5" y="11"/>
                      <a:pt x="4" y="12"/>
                      <a:pt x="3" y="12"/>
                    </a:cubicBezTo>
                    <a:close/>
                  </a:path>
                </a:pathLst>
              </a:custGeom>
              <a:solidFill>
                <a:srgbClr val="6C69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 name="Freeform 39"/>
              <p:cNvSpPr>
                <a:spLocks/>
              </p:cNvSpPr>
              <p:nvPr/>
            </p:nvSpPr>
            <p:spPr bwMode="auto">
              <a:xfrm>
                <a:off x="2379663" y="3598863"/>
                <a:ext cx="19050" cy="44450"/>
              </a:xfrm>
              <a:custGeom>
                <a:avLst/>
                <a:gdLst>
                  <a:gd name="T0" fmla="*/ 3 w 5"/>
                  <a:gd name="T1" fmla="*/ 12 h 12"/>
                  <a:gd name="T2" fmla="*/ 0 w 5"/>
                  <a:gd name="T3" fmla="*/ 10 h 12"/>
                  <a:gd name="T4" fmla="*/ 0 w 5"/>
                  <a:gd name="T5" fmla="*/ 3 h 12"/>
                  <a:gd name="T6" fmla="*/ 3 w 5"/>
                  <a:gd name="T7" fmla="*/ 0 h 12"/>
                  <a:gd name="T8" fmla="*/ 3 w 5"/>
                  <a:gd name="T9" fmla="*/ 0 h 12"/>
                  <a:gd name="T10" fmla="*/ 5 w 5"/>
                  <a:gd name="T11" fmla="*/ 3 h 12"/>
                  <a:gd name="T12" fmla="*/ 5 w 5"/>
                  <a:gd name="T13" fmla="*/ 10 h 12"/>
                  <a:gd name="T14" fmla="*/ 3 w 5"/>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2">
                    <a:moveTo>
                      <a:pt x="3" y="12"/>
                    </a:moveTo>
                    <a:cubicBezTo>
                      <a:pt x="1" y="12"/>
                      <a:pt x="0" y="11"/>
                      <a:pt x="0" y="10"/>
                    </a:cubicBezTo>
                    <a:cubicBezTo>
                      <a:pt x="0" y="3"/>
                      <a:pt x="0" y="3"/>
                      <a:pt x="0" y="3"/>
                    </a:cubicBezTo>
                    <a:cubicBezTo>
                      <a:pt x="0" y="2"/>
                      <a:pt x="1" y="0"/>
                      <a:pt x="3" y="0"/>
                    </a:cubicBezTo>
                    <a:cubicBezTo>
                      <a:pt x="3" y="0"/>
                      <a:pt x="3" y="0"/>
                      <a:pt x="3" y="0"/>
                    </a:cubicBezTo>
                    <a:cubicBezTo>
                      <a:pt x="4" y="0"/>
                      <a:pt x="5" y="2"/>
                      <a:pt x="5" y="3"/>
                    </a:cubicBezTo>
                    <a:cubicBezTo>
                      <a:pt x="5" y="10"/>
                      <a:pt x="5" y="10"/>
                      <a:pt x="5" y="10"/>
                    </a:cubicBezTo>
                    <a:cubicBezTo>
                      <a:pt x="5" y="11"/>
                      <a:pt x="4" y="12"/>
                      <a:pt x="3" y="12"/>
                    </a:cubicBezTo>
                    <a:close/>
                  </a:path>
                </a:pathLst>
              </a:custGeom>
              <a:solidFill>
                <a:srgbClr val="6C69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 name="Freeform 40"/>
              <p:cNvSpPr>
                <a:spLocks/>
              </p:cNvSpPr>
              <p:nvPr/>
            </p:nvSpPr>
            <p:spPr bwMode="auto">
              <a:xfrm>
                <a:off x="2325688" y="3598863"/>
                <a:ext cx="19050" cy="44450"/>
              </a:xfrm>
              <a:custGeom>
                <a:avLst/>
                <a:gdLst>
                  <a:gd name="T0" fmla="*/ 3 w 5"/>
                  <a:gd name="T1" fmla="*/ 12 h 12"/>
                  <a:gd name="T2" fmla="*/ 0 w 5"/>
                  <a:gd name="T3" fmla="*/ 10 h 12"/>
                  <a:gd name="T4" fmla="*/ 0 w 5"/>
                  <a:gd name="T5" fmla="*/ 3 h 12"/>
                  <a:gd name="T6" fmla="*/ 3 w 5"/>
                  <a:gd name="T7" fmla="*/ 0 h 12"/>
                  <a:gd name="T8" fmla="*/ 3 w 5"/>
                  <a:gd name="T9" fmla="*/ 0 h 12"/>
                  <a:gd name="T10" fmla="*/ 5 w 5"/>
                  <a:gd name="T11" fmla="*/ 3 h 12"/>
                  <a:gd name="T12" fmla="*/ 5 w 5"/>
                  <a:gd name="T13" fmla="*/ 10 h 12"/>
                  <a:gd name="T14" fmla="*/ 3 w 5"/>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2">
                    <a:moveTo>
                      <a:pt x="3" y="12"/>
                    </a:moveTo>
                    <a:cubicBezTo>
                      <a:pt x="1" y="12"/>
                      <a:pt x="0" y="11"/>
                      <a:pt x="0" y="10"/>
                    </a:cubicBezTo>
                    <a:cubicBezTo>
                      <a:pt x="0" y="3"/>
                      <a:pt x="0" y="3"/>
                      <a:pt x="0" y="3"/>
                    </a:cubicBezTo>
                    <a:cubicBezTo>
                      <a:pt x="0" y="2"/>
                      <a:pt x="1" y="0"/>
                      <a:pt x="3" y="0"/>
                    </a:cubicBezTo>
                    <a:cubicBezTo>
                      <a:pt x="3" y="0"/>
                      <a:pt x="3" y="0"/>
                      <a:pt x="3" y="0"/>
                    </a:cubicBezTo>
                    <a:cubicBezTo>
                      <a:pt x="4" y="0"/>
                      <a:pt x="5" y="2"/>
                      <a:pt x="5" y="3"/>
                    </a:cubicBezTo>
                    <a:cubicBezTo>
                      <a:pt x="5" y="10"/>
                      <a:pt x="5" y="10"/>
                      <a:pt x="5" y="10"/>
                    </a:cubicBezTo>
                    <a:cubicBezTo>
                      <a:pt x="5" y="11"/>
                      <a:pt x="4" y="12"/>
                      <a:pt x="3" y="12"/>
                    </a:cubicBezTo>
                    <a:close/>
                  </a:path>
                </a:pathLst>
              </a:custGeom>
              <a:solidFill>
                <a:srgbClr val="6C69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 name="Freeform 41"/>
              <p:cNvSpPr>
                <a:spLocks/>
              </p:cNvSpPr>
              <p:nvPr/>
            </p:nvSpPr>
            <p:spPr bwMode="auto">
              <a:xfrm>
                <a:off x="2273300" y="3598863"/>
                <a:ext cx="19050" cy="44450"/>
              </a:xfrm>
              <a:custGeom>
                <a:avLst/>
                <a:gdLst>
                  <a:gd name="T0" fmla="*/ 3 w 5"/>
                  <a:gd name="T1" fmla="*/ 12 h 12"/>
                  <a:gd name="T2" fmla="*/ 0 w 5"/>
                  <a:gd name="T3" fmla="*/ 10 h 12"/>
                  <a:gd name="T4" fmla="*/ 0 w 5"/>
                  <a:gd name="T5" fmla="*/ 3 h 12"/>
                  <a:gd name="T6" fmla="*/ 3 w 5"/>
                  <a:gd name="T7" fmla="*/ 0 h 12"/>
                  <a:gd name="T8" fmla="*/ 3 w 5"/>
                  <a:gd name="T9" fmla="*/ 0 h 12"/>
                  <a:gd name="T10" fmla="*/ 5 w 5"/>
                  <a:gd name="T11" fmla="*/ 3 h 12"/>
                  <a:gd name="T12" fmla="*/ 5 w 5"/>
                  <a:gd name="T13" fmla="*/ 10 h 12"/>
                  <a:gd name="T14" fmla="*/ 3 w 5"/>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2">
                    <a:moveTo>
                      <a:pt x="3" y="12"/>
                    </a:moveTo>
                    <a:cubicBezTo>
                      <a:pt x="1" y="12"/>
                      <a:pt x="0" y="11"/>
                      <a:pt x="0" y="10"/>
                    </a:cubicBezTo>
                    <a:cubicBezTo>
                      <a:pt x="0" y="3"/>
                      <a:pt x="0" y="3"/>
                      <a:pt x="0" y="3"/>
                    </a:cubicBezTo>
                    <a:cubicBezTo>
                      <a:pt x="0" y="2"/>
                      <a:pt x="1" y="0"/>
                      <a:pt x="3" y="0"/>
                    </a:cubicBezTo>
                    <a:cubicBezTo>
                      <a:pt x="3" y="0"/>
                      <a:pt x="3" y="0"/>
                      <a:pt x="3" y="0"/>
                    </a:cubicBezTo>
                    <a:cubicBezTo>
                      <a:pt x="4" y="0"/>
                      <a:pt x="5" y="2"/>
                      <a:pt x="5" y="3"/>
                    </a:cubicBezTo>
                    <a:cubicBezTo>
                      <a:pt x="5" y="10"/>
                      <a:pt x="5" y="10"/>
                      <a:pt x="5" y="10"/>
                    </a:cubicBezTo>
                    <a:cubicBezTo>
                      <a:pt x="5" y="11"/>
                      <a:pt x="4" y="12"/>
                      <a:pt x="3" y="12"/>
                    </a:cubicBezTo>
                    <a:close/>
                  </a:path>
                </a:pathLst>
              </a:custGeom>
              <a:solidFill>
                <a:srgbClr val="6C69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65" name="组合 196"/>
            <p:cNvGrpSpPr/>
            <p:nvPr/>
          </p:nvGrpSpPr>
          <p:grpSpPr>
            <a:xfrm>
              <a:off x="3680421" y="1968499"/>
              <a:ext cx="615950" cy="711201"/>
              <a:chOff x="2173288" y="1824038"/>
              <a:chExt cx="615950" cy="711201"/>
            </a:xfrm>
          </p:grpSpPr>
          <p:sp>
            <p:nvSpPr>
              <p:cNvPr id="372" name="Freeform 23"/>
              <p:cNvSpPr>
                <a:spLocks/>
              </p:cNvSpPr>
              <p:nvPr/>
            </p:nvSpPr>
            <p:spPr bwMode="auto">
              <a:xfrm>
                <a:off x="2644775" y="2090738"/>
                <a:ext cx="53975" cy="354013"/>
              </a:xfrm>
              <a:custGeom>
                <a:avLst/>
                <a:gdLst>
                  <a:gd name="T0" fmla="*/ 14 w 14"/>
                  <a:gd name="T1" fmla="*/ 88 h 94"/>
                  <a:gd name="T2" fmla="*/ 7 w 14"/>
                  <a:gd name="T3" fmla="*/ 94 h 94"/>
                  <a:gd name="T4" fmla="*/ 7 w 14"/>
                  <a:gd name="T5" fmla="*/ 94 h 94"/>
                  <a:gd name="T6" fmla="*/ 0 w 14"/>
                  <a:gd name="T7" fmla="*/ 88 h 94"/>
                  <a:gd name="T8" fmla="*/ 0 w 14"/>
                  <a:gd name="T9" fmla="*/ 6 h 94"/>
                  <a:gd name="T10" fmla="*/ 7 w 14"/>
                  <a:gd name="T11" fmla="*/ 0 h 94"/>
                  <a:gd name="T12" fmla="*/ 7 w 14"/>
                  <a:gd name="T13" fmla="*/ 0 h 94"/>
                  <a:gd name="T14" fmla="*/ 14 w 14"/>
                  <a:gd name="T15" fmla="*/ 6 h 94"/>
                  <a:gd name="T16" fmla="*/ 14 w 14"/>
                  <a:gd name="T17" fmla="*/ 8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94">
                    <a:moveTo>
                      <a:pt x="14" y="88"/>
                    </a:moveTo>
                    <a:cubicBezTo>
                      <a:pt x="14" y="91"/>
                      <a:pt x="11" y="94"/>
                      <a:pt x="7" y="94"/>
                    </a:cubicBezTo>
                    <a:cubicBezTo>
                      <a:pt x="7" y="94"/>
                      <a:pt x="7" y="94"/>
                      <a:pt x="7" y="94"/>
                    </a:cubicBezTo>
                    <a:cubicBezTo>
                      <a:pt x="3" y="94"/>
                      <a:pt x="0" y="91"/>
                      <a:pt x="0" y="88"/>
                    </a:cubicBezTo>
                    <a:cubicBezTo>
                      <a:pt x="0" y="6"/>
                      <a:pt x="0" y="6"/>
                      <a:pt x="0" y="6"/>
                    </a:cubicBezTo>
                    <a:cubicBezTo>
                      <a:pt x="0" y="3"/>
                      <a:pt x="3" y="0"/>
                      <a:pt x="7" y="0"/>
                    </a:cubicBezTo>
                    <a:cubicBezTo>
                      <a:pt x="7" y="0"/>
                      <a:pt x="7" y="0"/>
                      <a:pt x="7" y="0"/>
                    </a:cubicBezTo>
                    <a:cubicBezTo>
                      <a:pt x="11" y="0"/>
                      <a:pt x="14" y="3"/>
                      <a:pt x="14" y="6"/>
                    </a:cubicBezTo>
                    <a:lnTo>
                      <a:pt x="14" y="88"/>
                    </a:lnTo>
                    <a:close/>
                  </a:path>
                </a:pathLst>
              </a:custGeom>
              <a:solidFill>
                <a:srgbClr val="6C69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 name="Freeform 24"/>
              <p:cNvSpPr>
                <a:spLocks/>
              </p:cNvSpPr>
              <p:nvPr/>
            </p:nvSpPr>
            <p:spPr bwMode="auto">
              <a:xfrm>
                <a:off x="2462213" y="2170113"/>
                <a:ext cx="53975" cy="274638"/>
              </a:xfrm>
              <a:custGeom>
                <a:avLst/>
                <a:gdLst>
                  <a:gd name="T0" fmla="*/ 14 w 14"/>
                  <a:gd name="T1" fmla="*/ 67 h 73"/>
                  <a:gd name="T2" fmla="*/ 7 w 14"/>
                  <a:gd name="T3" fmla="*/ 73 h 73"/>
                  <a:gd name="T4" fmla="*/ 7 w 14"/>
                  <a:gd name="T5" fmla="*/ 73 h 73"/>
                  <a:gd name="T6" fmla="*/ 0 w 14"/>
                  <a:gd name="T7" fmla="*/ 67 h 73"/>
                  <a:gd name="T8" fmla="*/ 0 w 14"/>
                  <a:gd name="T9" fmla="*/ 7 h 73"/>
                  <a:gd name="T10" fmla="*/ 7 w 14"/>
                  <a:gd name="T11" fmla="*/ 0 h 73"/>
                  <a:gd name="T12" fmla="*/ 7 w 14"/>
                  <a:gd name="T13" fmla="*/ 0 h 73"/>
                  <a:gd name="T14" fmla="*/ 14 w 14"/>
                  <a:gd name="T15" fmla="*/ 7 h 73"/>
                  <a:gd name="T16" fmla="*/ 14 w 14"/>
                  <a:gd name="T17" fmla="*/ 67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73">
                    <a:moveTo>
                      <a:pt x="14" y="67"/>
                    </a:moveTo>
                    <a:cubicBezTo>
                      <a:pt x="14" y="70"/>
                      <a:pt x="11" y="73"/>
                      <a:pt x="7" y="73"/>
                    </a:cubicBezTo>
                    <a:cubicBezTo>
                      <a:pt x="7" y="73"/>
                      <a:pt x="7" y="73"/>
                      <a:pt x="7" y="73"/>
                    </a:cubicBezTo>
                    <a:cubicBezTo>
                      <a:pt x="3" y="73"/>
                      <a:pt x="0" y="70"/>
                      <a:pt x="0" y="67"/>
                    </a:cubicBezTo>
                    <a:cubicBezTo>
                      <a:pt x="0" y="7"/>
                      <a:pt x="0" y="7"/>
                      <a:pt x="0" y="7"/>
                    </a:cubicBezTo>
                    <a:cubicBezTo>
                      <a:pt x="0" y="3"/>
                      <a:pt x="3" y="0"/>
                      <a:pt x="7" y="0"/>
                    </a:cubicBezTo>
                    <a:cubicBezTo>
                      <a:pt x="7" y="0"/>
                      <a:pt x="7" y="0"/>
                      <a:pt x="7" y="0"/>
                    </a:cubicBezTo>
                    <a:cubicBezTo>
                      <a:pt x="11" y="0"/>
                      <a:pt x="14" y="3"/>
                      <a:pt x="14" y="7"/>
                    </a:cubicBezTo>
                    <a:lnTo>
                      <a:pt x="14" y="67"/>
                    </a:lnTo>
                    <a:close/>
                  </a:path>
                </a:pathLst>
              </a:custGeom>
              <a:solidFill>
                <a:srgbClr val="6C69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 name="Freeform 25"/>
              <p:cNvSpPr>
                <a:spLocks/>
              </p:cNvSpPr>
              <p:nvPr/>
            </p:nvSpPr>
            <p:spPr bwMode="auto">
              <a:xfrm>
                <a:off x="2268538" y="2301876"/>
                <a:ext cx="53975" cy="142875"/>
              </a:xfrm>
              <a:custGeom>
                <a:avLst/>
                <a:gdLst>
                  <a:gd name="T0" fmla="*/ 14 w 14"/>
                  <a:gd name="T1" fmla="*/ 32 h 38"/>
                  <a:gd name="T2" fmla="*/ 7 w 14"/>
                  <a:gd name="T3" fmla="*/ 38 h 38"/>
                  <a:gd name="T4" fmla="*/ 7 w 14"/>
                  <a:gd name="T5" fmla="*/ 38 h 38"/>
                  <a:gd name="T6" fmla="*/ 0 w 14"/>
                  <a:gd name="T7" fmla="*/ 32 h 38"/>
                  <a:gd name="T8" fmla="*/ 0 w 14"/>
                  <a:gd name="T9" fmla="*/ 7 h 38"/>
                  <a:gd name="T10" fmla="*/ 7 w 14"/>
                  <a:gd name="T11" fmla="*/ 0 h 38"/>
                  <a:gd name="T12" fmla="*/ 7 w 14"/>
                  <a:gd name="T13" fmla="*/ 0 h 38"/>
                  <a:gd name="T14" fmla="*/ 14 w 14"/>
                  <a:gd name="T15" fmla="*/ 7 h 38"/>
                  <a:gd name="T16" fmla="*/ 14 w 14"/>
                  <a:gd name="T17" fmla="*/ 3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38">
                    <a:moveTo>
                      <a:pt x="14" y="32"/>
                    </a:moveTo>
                    <a:cubicBezTo>
                      <a:pt x="14" y="35"/>
                      <a:pt x="11" y="38"/>
                      <a:pt x="7" y="38"/>
                    </a:cubicBezTo>
                    <a:cubicBezTo>
                      <a:pt x="7" y="38"/>
                      <a:pt x="7" y="38"/>
                      <a:pt x="7" y="38"/>
                    </a:cubicBezTo>
                    <a:cubicBezTo>
                      <a:pt x="3" y="38"/>
                      <a:pt x="0" y="35"/>
                      <a:pt x="0" y="32"/>
                    </a:cubicBezTo>
                    <a:cubicBezTo>
                      <a:pt x="0" y="7"/>
                      <a:pt x="0" y="7"/>
                      <a:pt x="0" y="7"/>
                    </a:cubicBezTo>
                    <a:cubicBezTo>
                      <a:pt x="0" y="3"/>
                      <a:pt x="3" y="0"/>
                      <a:pt x="7" y="0"/>
                    </a:cubicBezTo>
                    <a:cubicBezTo>
                      <a:pt x="7" y="0"/>
                      <a:pt x="7" y="0"/>
                      <a:pt x="7" y="0"/>
                    </a:cubicBezTo>
                    <a:cubicBezTo>
                      <a:pt x="11" y="0"/>
                      <a:pt x="14" y="3"/>
                      <a:pt x="14" y="7"/>
                    </a:cubicBezTo>
                    <a:lnTo>
                      <a:pt x="14" y="32"/>
                    </a:lnTo>
                    <a:close/>
                  </a:path>
                </a:pathLst>
              </a:custGeom>
              <a:solidFill>
                <a:srgbClr val="6C69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 name="Freeform 26"/>
              <p:cNvSpPr>
                <a:spLocks/>
              </p:cNvSpPr>
              <p:nvPr/>
            </p:nvSpPr>
            <p:spPr bwMode="auto">
              <a:xfrm>
                <a:off x="2173288" y="1854201"/>
                <a:ext cx="574675" cy="360363"/>
              </a:xfrm>
              <a:custGeom>
                <a:avLst/>
                <a:gdLst>
                  <a:gd name="T0" fmla="*/ 0 w 362"/>
                  <a:gd name="T1" fmla="*/ 227 h 227"/>
                  <a:gd name="T2" fmla="*/ 192 w 362"/>
                  <a:gd name="T3" fmla="*/ 64 h 227"/>
                  <a:gd name="T4" fmla="*/ 233 w 362"/>
                  <a:gd name="T5" fmla="*/ 100 h 227"/>
                  <a:gd name="T6" fmla="*/ 362 w 362"/>
                  <a:gd name="T7" fmla="*/ 0 h 227"/>
                </a:gdLst>
                <a:ahLst/>
                <a:cxnLst>
                  <a:cxn ang="0">
                    <a:pos x="T0" y="T1"/>
                  </a:cxn>
                  <a:cxn ang="0">
                    <a:pos x="T2" y="T3"/>
                  </a:cxn>
                  <a:cxn ang="0">
                    <a:pos x="T4" y="T5"/>
                  </a:cxn>
                  <a:cxn ang="0">
                    <a:pos x="T6" y="T7"/>
                  </a:cxn>
                </a:cxnLst>
                <a:rect l="0" t="0" r="r" b="b"/>
                <a:pathLst>
                  <a:path w="362" h="227">
                    <a:moveTo>
                      <a:pt x="0" y="227"/>
                    </a:moveTo>
                    <a:lnTo>
                      <a:pt x="192" y="64"/>
                    </a:lnTo>
                    <a:lnTo>
                      <a:pt x="233" y="100"/>
                    </a:lnTo>
                    <a:lnTo>
                      <a:pt x="362" y="0"/>
                    </a:lnTo>
                  </a:path>
                </a:pathLst>
              </a:custGeom>
              <a:noFill/>
              <a:ln w="30163" cap="flat">
                <a:solidFill>
                  <a:srgbClr val="6C696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376" name="Freeform 27"/>
              <p:cNvSpPr>
                <a:spLocks/>
              </p:cNvSpPr>
              <p:nvPr/>
            </p:nvSpPr>
            <p:spPr bwMode="auto">
              <a:xfrm>
                <a:off x="2717800" y="1824038"/>
                <a:ext cx="68263" cy="60325"/>
              </a:xfrm>
              <a:custGeom>
                <a:avLst/>
                <a:gdLst>
                  <a:gd name="T0" fmla="*/ 0 w 43"/>
                  <a:gd name="T1" fmla="*/ 7 h 38"/>
                  <a:gd name="T2" fmla="*/ 43 w 43"/>
                  <a:gd name="T3" fmla="*/ 0 h 38"/>
                  <a:gd name="T4" fmla="*/ 26 w 43"/>
                  <a:gd name="T5" fmla="*/ 38 h 38"/>
                  <a:gd name="T6" fmla="*/ 0 w 43"/>
                  <a:gd name="T7" fmla="*/ 7 h 38"/>
                </a:gdLst>
                <a:ahLst/>
                <a:cxnLst>
                  <a:cxn ang="0">
                    <a:pos x="T0" y="T1"/>
                  </a:cxn>
                  <a:cxn ang="0">
                    <a:pos x="T2" y="T3"/>
                  </a:cxn>
                  <a:cxn ang="0">
                    <a:pos x="T4" y="T5"/>
                  </a:cxn>
                  <a:cxn ang="0">
                    <a:pos x="T6" y="T7"/>
                  </a:cxn>
                </a:cxnLst>
                <a:rect l="0" t="0" r="r" b="b"/>
                <a:pathLst>
                  <a:path w="43" h="38">
                    <a:moveTo>
                      <a:pt x="0" y="7"/>
                    </a:moveTo>
                    <a:lnTo>
                      <a:pt x="43" y="0"/>
                    </a:lnTo>
                    <a:lnTo>
                      <a:pt x="26" y="38"/>
                    </a:lnTo>
                    <a:lnTo>
                      <a:pt x="0" y="7"/>
                    </a:lnTo>
                    <a:close/>
                  </a:path>
                </a:pathLst>
              </a:custGeom>
              <a:solidFill>
                <a:srgbClr val="6C69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 name="Rectangle 42"/>
              <p:cNvSpPr>
                <a:spLocks noChangeArrowheads="1"/>
              </p:cNvSpPr>
              <p:nvPr/>
            </p:nvSpPr>
            <p:spPr bwMode="auto">
              <a:xfrm>
                <a:off x="2173288" y="2428876"/>
                <a:ext cx="615950" cy="106363"/>
              </a:xfrm>
              <a:prstGeom prst="rect">
                <a:avLst/>
              </a:prstGeom>
              <a:solidFill>
                <a:srgbClr val="6C696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66" name="组合 203"/>
            <p:cNvGrpSpPr/>
            <p:nvPr/>
          </p:nvGrpSpPr>
          <p:grpSpPr>
            <a:xfrm>
              <a:off x="3620096" y="819149"/>
              <a:ext cx="741363" cy="500063"/>
              <a:chOff x="2112963" y="674688"/>
              <a:chExt cx="741363" cy="500063"/>
            </a:xfrm>
          </p:grpSpPr>
          <p:sp>
            <p:nvSpPr>
              <p:cNvPr id="367" name="Freeform 16"/>
              <p:cNvSpPr>
                <a:spLocks/>
              </p:cNvSpPr>
              <p:nvPr/>
            </p:nvSpPr>
            <p:spPr bwMode="auto">
              <a:xfrm>
                <a:off x="2268538" y="674688"/>
                <a:ext cx="427038" cy="338138"/>
              </a:xfrm>
              <a:custGeom>
                <a:avLst/>
                <a:gdLst>
                  <a:gd name="T0" fmla="*/ 56 w 112"/>
                  <a:gd name="T1" fmla="*/ 90 h 90"/>
                  <a:gd name="T2" fmla="*/ 0 w 112"/>
                  <a:gd name="T3" fmla="*/ 0 h 90"/>
                  <a:gd name="T4" fmla="*/ 112 w 112"/>
                  <a:gd name="T5" fmla="*/ 0 h 90"/>
                  <a:gd name="T6" fmla="*/ 56 w 112"/>
                  <a:gd name="T7" fmla="*/ 90 h 90"/>
                </a:gdLst>
                <a:ahLst/>
                <a:cxnLst>
                  <a:cxn ang="0">
                    <a:pos x="T0" y="T1"/>
                  </a:cxn>
                  <a:cxn ang="0">
                    <a:pos x="T2" y="T3"/>
                  </a:cxn>
                  <a:cxn ang="0">
                    <a:pos x="T4" y="T5"/>
                  </a:cxn>
                  <a:cxn ang="0">
                    <a:pos x="T6" y="T7"/>
                  </a:cxn>
                </a:cxnLst>
                <a:rect l="0" t="0" r="r" b="b"/>
                <a:pathLst>
                  <a:path w="112" h="90">
                    <a:moveTo>
                      <a:pt x="56" y="90"/>
                    </a:moveTo>
                    <a:cubicBezTo>
                      <a:pt x="25" y="90"/>
                      <a:pt x="0" y="50"/>
                      <a:pt x="0" y="0"/>
                    </a:cubicBezTo>
                    <a:cubicBezTo>
                      <a:pt x="112" y="0"/>
                      <a:pt x="112" y="0"/>
                      <a:pt x="112" y="0"/>
                    </a:cubicBezTo>
                    <a:cubicBezTo>
                      <a:pt x="112" y="50"/>
                      <a:pt x="87" y="90"/>
                      <a:pt x="56" y="90"/>
                    </a:cubicBezTo>
                    <a:close/>
                  </a:path>
                </a:pathLst>
              </a:custGeom>
              <a:solidFill>
                <a:srgbClr val="6C69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 name="Rectangle 43"/>
              <p:cNvSpPr>
                <a:spLocks noChangeArrowheads="1"/>
              </p:cNvSpPr>
              <p:nvPr/>
            </p:nvSpPr>
            <p:spPr bwMode="auto">
              <a:xfrm>
                <a:off x="2459038" y="971551"/>
                <a:ext cx="57150" cy="173038"/>
              </a:xfrm>
              <a:prstGeom prst="rect">
                <a:avLst/>
              </a:prstGeom>
              <a:solidFill>
                <a:srgbClr val="6C696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 name="Freeform 44"/>
              <p:cNvSpPr>
                <a:spLocks/>
              </p:cNvSpPr>
              <p:nvPr/>
            </p:nvSpPr>
            <p:spPr bwMode="auto">
              <a:xfrm>
                <a:off x="2363788" y="1114426"/>
                <a:ext cx="236538" cy="60325"/>
              </a:xfrm>
              <a:custGeom>
                <a:avLst/>
                <a:gdLst>
                  <a:gd name="T0" fmla="*/ 62 w 62"/>
                  <a:gd name="T1" fmla="*/ 8 h 16"/>
                  <a:gd name="T2" fmla="*/ 54 w 62"/>
                  <a:gd name="T3" fmla="*/ 0 h 16"/>
                  <a:gd name="T4" fmla="*/ 8 w 62"/>
                  <a:gd name="T5" fmla="*/ 0 h 16"/>
                  <a:gd name="T6" fmla="*/ 0 w 62"/>
                  <a:gd name="T7" fmla="*/ 8 h 16"/>
                  <a:gd name="T8" fmla="*/ 0 w 62"/>
                  <a:gd name="T9" fmla="*/ 8 h 16"/>
                  <a:gd name="T10" fmla="*/ 8 w 62"/>
                  <a:gd name="T11" fmla="*/ 16 h 16"/>
                  <a:gd name="T12" fmla="*/ 54 w 62"/>
                  <a:gd name="T13" fmla="*/ 16 h 16"/>
                  <a:gd name="T14" fmla="*/ 62 w 62"/>
                  <a:gd name="T15" fmla="*/ 8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16">
                    <a:moveTo>
                      <a:pt x="62" y="8"/>
                    </a:moveTo>
                    <a:cubicBezTo>
                      <a:pt x="62" y="3"/>
                      <a:pt x="59" y="0"/>
                      <a:pt x="54" y="0"/>
                    </a:cubicBezTo>
                    <a:cubicBezTo>
                      <a:pt x="8" y="0"/>
                      <a:pt x="8" y="0"/>
                      <a:pt x="8" y="0"/>
                    </a:cubicBezTo>
                    <a:cubicBezTo>
                      <a:pt x="3" y="0"/>
                      <a:pt x="0" y="3"/>
                      <a:pt x="0" y="8"/>
                    </a:cubicBezTo>
                    <a:cubicBezTo>
                      <a:pt x="0" y="8"/>
                      <a:pt x="0" y="8"/>
                      <a:pt x="0" y="8"/>
                    </a:cubicBezTo>
                    <a:cubicBezTo>
                      <a:pt x="0" y="12"/>
                      <a:pt x="3" y="16"/>
                      <a:pt x="8" y="16"/>
                    </a:cubicBezTo>
                    <a:cubicBezTo>
                      <a:pt x="54" y="16"/>
                      <a:pt x="54" y="16"/>
                      <a:pt x="54" y="16"/>
                    </a:cubicBezTo>
                    <a:cubicBezTo>
                      <a:pt x="59" y="16"/>
                      <a:pt x="62" y="12"/>
                      <a:pt x="62" y="8"/>
                    </a:cubicBezTo>
                    <a:close/>
                  </a:path>
                </a:pathLst>
              </a:custGeom>
              <a:solidFill>
                <a:srgbClr val="6C69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 name="Freeform 45"/>
              <p:cNvSpPr>
                <a:spLocks/>
              </p:cNvSpPr>
              <p:nvPr/>
            </p:nvSpPr>
            <p:spPr bwMode="auto">
              <a:xfrm>
                <a:off x="2112963" y="674688"/>
                <a:ext cx="490538" cy="277813"/>
              </a:xfrm>
              <a:custGeom>
                <a:avLst/>
                <a:gdLst>
                  <a:gd name="T0" fmla="*/ 53 w 129"/>
                  <a:gd name="T1" fmla="*/ 0 h 74"/>
                  <a:gd name="T2" fmla="*/ 10 w 129"/>
                  <a:gd name="T3" fmla="*/ 0 h 74"/>
                  <a:gd name="T4" fmla="*/ 65 w 129"/>
                  <a:gd name="T5" fmla="*/ 73 h 74"/>
                  <a:gd name="T6" fmla="*/ 61 w 129"/>
                  <a:gd name="T7" fmla="*/ 58 h 74"/>
                  <a:gd name="T8" fmla="*/ 23 w 129"/>
                  <a:gd name="T9" fmla="*/ 13 h 74"/>
                  <a:gd name="T10" fmla="*/ 51 w 129"/>
                  <a:gd name="T11" fmla="*/ 13 h 74"/>
                  <a:gd name="T12" fmla="*/ 53 w 129"/>
                  <a:gd name="T13" fmla="*/ 0 h 74"/>
                </a:gdLst>
                <a:ahLst/>
                <a:cxnLst>
                  <a:cxn ang="0">
                    <a:pos x="T0" y="T1"/>
                  </a:cxn>
                  <a:cxn ang="0">
                    <a:pos x="T2" y="T3"/>
                  </a:cxn>
                  <a:cxn ang="0">
                    <a:pos x="T4" y="T5"/>
                  </a:cxn>
                  <a:cxn ang="0">
                    <a:pos x="T6" y="T7"/>
                  </a:cxn>
                  <a:cxn ang="0">
                    <a:pos x="T8" y="T9"/>
                  </a:cxn>
                  <a:cxn ang="0">
                    <a:pos x="T10" y="T11"/>
                  </a:cxn>
                  <a:cxn ang="0">
                    <a:pos x="T12" y="T13"/>
                  </a:cxn>
                </a:cxnLst>
                <a:rect l="0" t="0" r="r" b="b"/>
                <a:pathLst>
                  <a:path w="129" h="74">
                    <a:moveTo>
                      <a:pt x="53" y="0"/>
                    </a:moveTo>
                    <a:cubicBezTo>
                      <a:pt x="10" y="0"/>
                      <a:pt x="10" y="0"/>
                      <a:pt x="10" y="0"/>
                    </a:cubicBezTo>
                    <a:cubicBezTo>
                      <a:pt x="10" y="0"/>
                      <a:pt x="0" y="73"/>
                      <a:pt x="65" y="73"/>
                    </a:cubicBezTo>
                    <a:cubicBezTo>
                      <a:pt x="129" y="74"/>
                      <a:pt x="61" y="58"/>
                      <a:pt x="61" y="58"/>
                    </a:cubicBezTo>
                    <a:cubicBezTo>
                      <a:pt x="61" y="58"/>
                      <a:pt x="24" y="59"/>
                      <a:pt x="23" y="13"/>
                    </a:cubicBezTo>
                    <a:cubicBezTo>
                      <a:pt x="51" y="13"/>
                      <a:pt x="51" y="13"/>
                      <a:pt x="51" y="13"/>
                    </a:cubicBezTo>
                    <a:lnTo>
                      <a:pt x="53" y="0"/>
                    </a:lnTo>
                    <a:close/>
                  </a:path>
                </a:pathLst>
              </a:custGeom>
              <a:solidFill>
                <a:srgbClr val="6C69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 name="Freeform 46"/>
              <p:cNvSpPr>
                <a:spLocks/>
              </p:cNvSpPr>
              <p:nvPr/>
            </p:nvSpPr>
            <p:spPr bwMode="auto">
              <a:xfrm>
                <a:off x="2363788" y="674688"/>
                <a:ext cx="490538" cy="277813"/>
              </a:xfrm>
              <a:custGeom>
                <a:avLst/>
                <a:gdLst>
                  <a:gd name="T0" fmla="*/ 76 w 129"/>
                  <a:gd name="T1" fmla="*/ 0 h 74"/>
                  <a:gd name="T2" fmla="*/ 119 w 129"/>
                  <a:gd name="T3" fmla="*/ 0 h 74"/>
                  <a:gd name="T4" fmla="*/ 65 w 129"/>
                  <a:gd name="T5" fmla="*/ 73 h 74"/>
                  <a:gd name="T6" fmla="*/ 68 w 129"/>
                  <a:gd name="T7" fmla="*/ 58 h 74"/>
                  <a:gd name="T8" fmla="*/ 106 w 129"/>
                  <a:gd name="T9" fmla="*/ 13 h 74"/>
                  <a:gd name="T10" fmla="*/ 78 w 129"/>
                  <a:gd name="T11" fmla="*/ 13 h 74"/>
                  <a:gd name="T12" fmla="*/ 76 w 129"/>
                  <a:gd name="T13" fmla="*/ 0 h 74"/>
                </a:gdLst>
                <a:ahLst/>
                <a:cxnLst>
                  <a:cxn ang="0">
                    <a:pos x="T0" y="T1"/>
                  </a:cxn>
                  <a:cxn ang="0">
                    <a:pos x="T2" y="T3"/>
                  </a:cxn>
                  <a:cxn ang="0">
                    <a:pos x="T4" y="T5"/>
                  </a:cxn>
                  <a:cxn ang="0">
                    <a:pos x="T6" y="T7"/>
                  </a:cxn>
                  <a:cxn ang="0">
                    <a:pos x="T8" y="T9"/>
                  </a:cxn>
                  <a:cxn ang="0">
                    <a:pos x="T10" y="T11"/>
                  </a:cxn>
                  <a:cxn ang="0">
                    <a:pos x="T12" y="T13"/>
                  </a:cxn>
                </a:cxnLst>
                <a:rect l="0" t="0" r="r" b="b"/>
                <a:pathLst>
                  <a:path w="129" h="74">
                    <a:moveTo>
                      <a:pt x="76" y="0"/>
                    </a:moveTo>
                    <a:cubicBezTo>
                      <a:pt x="119" y="0"/>
                      <a:pt x="119" y="0"/>
                      <a:pt x="119" y="0"/>
                    </a:cubicBezTo>
                    <a:cubicBezTo>
                      <a:pt x="119" y="0"/>
                      <a:pt x="129" y="73"/>
                      <a:pt x="65" y="73"/>
                    </a:cubicBezTo>
                    <a:cubicBezTo>
                      <a:pt x="0" y="74"/>
                      <a:pt x="68" y="58"/>
                      <a:pt x="68" y="58"/>
                    </a:cubicBezTo>
                    <a:cubicBezTo>
                      <a:pt x="68" y="58"/>
                      <a:pt x="106" y="59"/>
                      <a:pt x="106" y="13"/>
                    </a:cubicBezTo>
                    <a:cubicBezTo>
                      <a:pt x="78" y="13"/>
                      <a:pt x="78" y="13"/>
                      <a:pt x="78" y="13"/>
                    </a:cubicBezTo>
                    <a:lnTo>
                      <a:pt x="76" y="0"/>
                    </a:lnTo>
                    <a:close/>
                  </a:path>
                </a:pathLst>
              </a:custGeom>
              <a:solidFill>
                <a:srgbClr val="6C69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sp>
        <p:nvSpPr>
          <p:cNvPr id="415" name="矩形 414"/>
          <p:cNvSpPr/>
          <p:nvPr/>
        </p:nvSpPr>
        <p:spPr>
          <a:xfrm>
            <a:off x="7901858" y="3785265"/>
            <a:ext cx="2879982" cy="1052596"/>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添加内容添加内容添加内容添加内容添加内容添加内容添加内容</a:t>
            </a:r>
          </a:p>
        </p:txBody>
      </p:sp>
      <p:sp>
        <p:nvSpPr>
          <p:cNvPr id="416" name="文本框 415"/>
          <p:cNvSpPr txBox="1"/>
          <p:nvPr/>
        </p:nvSpPr>
        <p:spPr>
          <a:xfrm>
            <a:off x="2947298" y="2395565"/>
            <a:ext cx="2856518" cy="476541"/>
          </a:xfrm>
          <a:prstGeom prst="rect">
            <a:avLst/>
          </a:prstGeom>
          <a:noFill/>
        </p:spPr>
        <p:txBody>
          <a:bodyPr wrap="square" rtlCol="0">
            <a:spAutoFit/>
          </a:bodyPr>
          <a:lstStyle/>
          <a:p>
            <a:pPr>
              <a:lnSpc>
                <a:spcPct val="110000"/>
              </a:lnSpc>
            </a:pPr>
            <a:r>
              <a:rPr lang="zh-CN" altLang="en-US" sz="2400" b="1" dirty="0">
                <a:solidFill>
                  <a:schemeClr val="bg1"/>
                </a:solidFill>
              </a:rPr>
              <a:t>单击添加标题</a:t>
            </a:r>
            <a:endParaRPr lang="en-US" altLang="zh-CN" sz="2400" b="1" dirty="0">
              <a:solidFill>
                <a:schemeClr val="bg1"/>
              </a:solidFill>
            </a:endParaRPr>
          </a:p>
        </p:txBody>
      </p:sp>
      <p:sp>
        <p:nvSpPr>
          <p:cNvPr id="417" name="文本框 416"/>
          <p:cNvSpPr txBox="1"/>
          <p:nvPr/>
        </p:nvSpPr>
        <p:spPr>
          <a:xfrm>
            <a:off x="2947298" y="3167519"/>
            <a:ext cx="2856518" cy="476541"/>
          </a:xfrm>
          <a:prstGeom prst="rect">
            <a:avLst/>
          </a:prstGeom>
          <a:noFill/>
        </p:spPr>
        <p:txBody>
          <a:bodyPr wrap="square" rtlCol="0">
            <a:spAutoFit/>
          </a:bodyPr>
          <a:lstStyle/>
          <a:p>
            <a:pPr>
              <a:lnSpc>
                <a:spcPct val="110000"/>
              </a:lnSpc>
            </a:pPr>
            <a:r>
              <a:rPr lang="zh-CN" altLang="en-US" sz="2400" b="1" dirty="0">
                <a:solidFill>
                  <a:schemeClr val="bg1"/>
                </a:solidFill>
              </a:rPr>
              <a:t>单击添加标题</a:t>
            </a:r>
            <a:endParaRPr lang="en-US" altLang="zh-CN" sz="2400" b="1" dirty="0">
              <a:solidFill>
                <a:schemeClr val="bg1"/>
              </a:solidFill>
            </a:endParaRPr>
          </a:p>
        </p:txBody>
      </p:sp>
      <p:sp>
        <p:nvSpPr>
          <p:cNvPr id="418" name="文本框 417"/>
          <p:cNvSpPr txBox="1"/>
          <p:nvPr/>
        </p:nvSpPr>
        <p:spPr>
          <a:xfrm>
            <a:off x="2947298" y="3939473"/>
            <a:ext cx="2856518" cy="476541"/>
          </a:xfrm>
          <a:prstGeom prst="rect">
            <a:avLst/>
          </a:prstGeom>
          <a:noFill/>
        </p:spPr>
        <p:txBody>
          <a:bodyPr wrap="square" rtlCol="0">
            <a:spAutoFit/>
          </a:bodyPr>
          <a:lstStyle/>
          <a:p>
            <a:pPr>
              <a:lnSpc>
                <a:spcPct val="110000"/>
              </a:lnSpc>
            </a:pPr>
            <a:r>
              <a:rPr lang="zh-CN" altLang="en-US" sz="2400" b="1" dirty="0">
                <a:solidFill>
                  <a:schemeClr val="bg1"/>
                </a:solidFill>
              </a:rPr>
              <a:t>单击添加标题</a:t>
            </a:r>
            <a:endParaRPr lang="en-US" altLang="zh-CN" sz="2400" b="1" dirty="0">
              <a:solidFill>
                <a:schemeClr val="bg1"/>
              </a:solidFill>
            </a:endParaRPr>
          </a:p>
        </p:txBody>
      </p:sp>
      <p:sp>
        <p:nvSpPr>
          <p:cNvPr id="419" name="文本框 418"/>
          <p:cNvSpPr txBox="1"/>
          <p:nvPr/>
        </p:nvSpPr>
        <p:spPr>
          <a:xfrm>
            <a:off x="2947298" y="4711427"/>
            <a:ext cx="2856518" cy="476541"/>
          </a:xfrm>
          <a:prstGeom prst="rect">
            <a:avLst/>
          </a:prstGeom>
          <a:noFill/>
        </p:spPr>
        <p:txBody>
          <a:bodyPr wrap="square" rtlCol="0">
            <a:spAutoFit/>
          </a:bodyPr>
          <a:lstStyle/>
          <a:p>
            <a:pPr>
              <a:lnSpc>
                <a:spcPct val="110000"/>
              </a:lnSpc>
            </a:pPr>
            <a:r>
              <a:rPr lang="zh-CN" altLang="en-US" sz="2400" b="1" dirty="0">
                <a:solidFill>
                  <a:schemeClr val="bg1"/>
                </a:solidFill>
              </a:rPr>
              <a:t>单击添加标题</a:t>
            </a:r>
            <a:endParaRPr lang="en-US" altLang="zh-CN" sz="2400" b="1" dirty="0">
              <a:solidFill>
                <a:schemeClr val="bg1"/>
              </a:solidFill>
            </a:endParaRPr>
          </a:p>
        </p:txBody>
      </p:sp>
      <p:sp>
        <p:nvSpPr>
          <p:cNvPr id="420" name="文本框 419"/>
          <p:cNvSpPr txBox="1"/>
          <p:nvPr/>
        </p:nvSpPr>
        <p:spPr>
          <a:xfrm>
            <a:off x="2947298" y="5483381"/>
            <a:ext cx="2856518" cy="476541"/>
          </a:xfrm>
          <a:prstGeom prst="rect">
            <a:avLst/>
          </a:prstGeom>
          <a:noFill/>
        </p:spPr>
        <p:txBody>
          <a:bodyPr wrap="square" rtlCol="0">
            <a:spAutoFit/>
          </a:bodyPr>
          <a:lstStyle/>
          <a:p>
            <a:pPr>
              <a:lnSpc>
                <a:spcPct val="110000"/>
              </a:lnSpc>
            </a:pPr>
            <a:r>
              <a:rPr lang="zh-CN" altLang="en-US" sz="2400" b="1" dirty="0">
                <a:solidFill>
                  <a:schemeClr val="bg1"/>
                </a:solidFill>
              </a:rPr>
              <a:t>单击添加标题</a:t>
            </a:r>
            <a:endParaRPr lang="en-US" altLang="zh-CN" sz="2400" b="1" dirty="0">
              <a:solidFill>
                <a:schemeClr val="bg1"/>
              </a:solidFill>
            </a:endParaRPr>
          </a:p>
        </p:txBody>
      </p:sp>
      <p:sp>
        <p:nvSpPr>
          <p:cNvPr id="421" name="Freeform 6"/>
          <p:cNvSpPr>
            <a:spLocks/>
          </p:cNvSpPr>
          <p:nvPr/>
        </p:nvSpPr>
        <p:spPr bwMode="auto">
          <a:xfrm>
            <a:off x="6089931" y="3861181"/>
            <a:ext cx="512958" cy="740496"/>
          </a:xfrm>
          <a:custGeom>
            <a:avLst/>
            <a:gdLst>
              <a:gd name="T0" fmla="*/ 0 w 514"/>
              <a:gd name="T1" fmla="*/ 636 h 742"/>
              <a:gd name="T2" fmla="*/ 0 w 514"/>
              <a:gd name="T3" fmla="*/ 0 h 742"/>
              <a:gd name="T4" fmla="*/ 514 w 514"/>
              <a:gd name="T5" fmla="*/ 108 h 742"/>
              <a:gd name="T6" fmla="*/ 514 w 514"/>
              <a:gd name="T7" fmla="*/ 742 h 742"/>
              <a:gd name="T8" fmla="*/ 0 w 514"/>
              <a:gd name="T9" fmla="*/ 636 h 742"/>
            </a:gdLst>
            <a:ahLst/>
            <a:cxnLst>
              <a:cxn ang="0">
                <a:pos x="T0" y="T1"/>
              </a:cxn>
              <a:cxn ang="0">
                <a:pos x="T2" y="T3"/>
              </a:cxn>
              <a:cxn ang="0">
                <a:pos x="T4" y="T5"/>
              </a:cxn>
              <a:cxn ang="0">
                <a:pos x="T6" y="T7"/>
              </a:cxn>
              <a:cxn ang="0">
                <a:pos x="T8" y="T9"/>
              </a:cxn>
            </a:cxnLst>
            <a:rect l="0" t="0" r="r" b="b"/>
            <a:pathLst>
              <a:path w="514" h="742">
                <a:moveTo>
                  <a:pt x="0" y="636"/>
                </a:moveTo>
                <a:lnTo>
                  <a:pt x="0" y="0"/>
                </a:lnTo>
                <a:lnTo>
                  <a:pt x="514" y="108"/>
                </a:lnTo>
                <a:lnTo>
                  <a:pt x="514" y="742"/>
                </a:lnTo>
                <a:lnTo>
                  <a:pt x="0" y="636"/>
                </a:lnTo>
                <a:close/>
              </a:path>
            </a:pathLst>
          </a:custGeom>
          <a:gradFill flip="none" rotWithShape="1">
            <a:gsLst>
              <a:gs pos="49000">
                <a:srgbClr val="FFFFFF">
                  <a:alpha val="20000"/>
                </a:srgbClr>
              </a:gs>
              <a:gs pos="0">
                <a:schemeClr val="bg1">
                  <a:alpha val="40000"/>
                </a:schemeClr>
              </a:gs>
              <a:gs pos="100000">
                <a:schemeClr val="bg1">
                  <a:alpha val="0"/>
                </a:schemeClr>
              </a:gs>
            </a:gsLst>
            <a:lin ang="2700000" scaled="0"/>
            <a:tileRect/>
          </a:gra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422" name="Freeform 7"/>
          <p:cNvSpPr>
            <a:spLocks/>
          </p:cNvSpPr>
          <p:nvPr/>
        </p:nvSpPr>
        <p:spPr bwMode="auto">
          <a:xfrm>
            <a:off x="6090171" y="3724958"/>
            <a:ext cx="888195" cy="242508"/>
          </a:xfrm>
          <a:custGeom>
            <a:avLst/>
            <a:gdLst>
              <a:gd name="T0" fmla="*/ 376 w 890"/>
              <a:gd name="T1" fmla="*/ 0 h 243"/>
              <a:gd name="T2" fmla="*/ 0 w 890"/>
              <a:gd name="T3" fmla="*/ 135 h 243"/>
              <a:gd name="T4" fmla="*/ 514 w 890"/>
              <a:gd name="T5" fmla="*/ 243 h 243"/>
              <a:gd name="T6" fmla="*/ 890 w 890"/>
              <a:gd name="T7" fmla="*/ 104 h 243"/>
              <a:gd name="T8" fmla="*/ 376 w 890"/>
              <a:gd name="T9" fmla="*/ 0 h 243"/>
            </a:gdLst>
            <a:ahLst/>
            <a:cxnLst>
              <a:cxn ang="0">
                <a:pos x="T0" y="T1"/>
              </a:cxn>
              <a:cxn ang="0">
                <a:pos x="T2" y="T3"/>
              </a:cxn>
              <a:cxn ang="0">
                <a:pos x="T4" y="T5"/>
              </a:cxn>
              <a:cxn ang="0">
                <a:pos x="T6" y="T7"/>
              </a:cxn>
              <a:cxn ang="0">
                <a:pos x="T8" y="T9"/>
              </a:cxn>
            </a:cxnLst>
            <a:rect l="0" t="0" r="r" b="b"/>
            <a:pathLst>
              <a:path w="890" h="243">
                <a:moveTo>
                  <a:pt x="376" y="0"/>
                </a:moveTo>
                <a:lnTo>
                  <a:pt x="0" y="135"/>
                </a:lnTo>
                <a:lnTo>
                  <a:pt x="514" y="243"/>
                </a:lnTo>
                <a:lnTo>
                  <a:pt x="890" y="104"/>
                </a:lnTo>
                <a:lnTo>
                  <a:pt x="376" y="0"/>
                </a:lnTo>
                <a:close/>
              </a:path>
            </a:pathLst>
          </a:custGeom>
          <a:gradFill flip="none" rotWithShape="1">
            <a:gsLst>
              <a:gs pos="49000">
                <a:srgbClr val="FFFFFF">
                  <a:alpha val="20000"/>
                </a:srgbClr>
              </a:gs>
              <a:gs pos="0">
                <a:schemeClr val="bg1">
                  <a:alpha val="40000"/>
                </a:schemeClr>
              </a:gs>
              <a:gs pos="100000">
                <a:schemeClr val="bg1">
                  <a:alpha val="0"/>
                </a:schemeClr>
              </a:gs>
            </a:gsLst>
            <a:lin ang="0" scaled="0"/>
            <a:tileRect/>
          </a:gra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Tree>
    <p:extLst>
      <p:ext uri="{BB962C8B-B14F-4D97-AF65-F5344CB8AC3E}">
        <p14:creationId xmlns:p14="http://schemas.microsoft.com/office/powerpoint/2010/main" val="1082666921"/>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Oval 6"/>
          <p:cNvSpPr>
            <a:spLocks noChangeArrowheads="1"/>
          </p:cNvSpPr>
          <p:nvPr/>
        </p:nvSpPr>
        <p:spPr bwMode="auto">
          <a:xfrm>
            <a:off x="-2130425" y="2334047"/>
            <a:ext cx="6653213" cy="6653213"/>
          </a:xfrm>
          <a:prstGeom prst="ellipse">
            <a:avLst/>
          </a:prstGeom>
          <a:solidFill>
            <a:srgbClr val="FFFFFF"/>
          </a:solidFill>
          <a:ln w="15875" cap="flat">
            <a:noFill/>
            <a:prstDash val="solid"/>
            <a:miter lim="800000"/>
            <a:headEnd/>
            <a:tailEnd/>
          </a:ln>
          <a:effectLst>
            <a:outerShdw blurRad="203200" dist="38100" sx="101000" sy="101000" algn="l" rotWithShape="0">
              <a:prstClr val="black">
                <a:alpha val="32000"/>
              </a:prstClr>
            </a:outerShdw>
          </a:effectLst>
        </p:spPr>
        <p:txBody>
          <a:bodyPr vert="horz" wrap="square" lIns="91440" tIns="45720" rIns="91440" bIns="45720" numCol="1" anchor="t" anchorCtr="0" compatLnSpc="1">
            <a:prstTxWarp prst="textNoShape">
              <a:avLst/>
            </a:prstTxWarp>
          </a:bodyPr>
          <a:lstStyle/>
          <a:p>
            <a:endParaRPr lang="zh-CN" altLang="en-US"/>
          </a:p>
        </p:txBody>
      </p:sp>
      <p:sp>
        <p:nvSpPr>
          <p:cNvPr id="11" name="Oval 7"/>
          <p:cNvSpPr>
            <a:spLocks noChangeArrowheads="1"/>
          </p:cNvSpPr>
          <p:nvPr/>
        </p:nvSpPr>
        <p:spPr bwMode="auto">
          <a:xfrm>
            <a:off x="-2130425" y="2518197"/>
            <a:ext cx="6464301" cy="6469063"/>
          </a:xfrm>
          <a:prstGeom prst="ellipse">
            <a:avLst/>
          </a:prstGeom>
          <a:solidFill>
            <a:srgbClr val="DEE0E0"/>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2" name="Freeform 8"/>
          <p:cNvSpPr>
            <a:spLocks/>
          </p:cNvSpPr>
          <p:nvPr/>
        </p:nvSpPr>
        <p:spPr bwMode="auto">
          <a:xfrm>
            <a:off x="661987" y="1924472"/>
            <a:ext cx="1111250" cy="984250"/>
          </a:xfrm>
          <a:custGeom>
            <a:avLst/>
            <a:gdLst>
              <a:gd name="T0" fmla="*/ 216 w 296"/>
              <a:gd name="T1" fmla="*/ 213 h 262"/>
              <a:gd name="T2" fmla="*/ 49 w 296"/>
              <a:gd name="T3" fmla="*/ 217 h 262"/>
              <a:gd name="T4" fmla="*/ 45 w 296"/>
              <a:gd name="T5" fmla="*/ 49 h 262"/>
              <a:gd name="T6" fmla="*/ 213 w 296"/>
              <a:gd name="T7" fmla="*/ 46 h 262"/>
              <a:gd name="T8" fmla="*/ 296 w 296"/>
              <a:gd name="T9" fmla="*/ 129 h 262"/>
              <a:gd name="T10" fmla="*/ 216 w 296"/>
              <a:gd name="T11" fmla="*/ 213 h 262"/>
            </a:gdLst>
            <a:ahLst/>
            <a:cxnLst>
              <a:cxn ang="0">
                <a:pos x="T0" y="T1"/>
              </a:cxn>
              <a:cxn ang="0">
                <a:pos x="T2" y="T3"/>
              </a:cxn>
              <a:cxn ang="0">
                <a:pos x="T4" y="T5"/>
              </a:cxn>
              <a:cxn ang="0">
                <a:pos x="T6" y="T7"/>
              </a:cxn>
              <a:cxn ang="0">
                <a:pos x="T8" y="T9"/>
              </a:cxn>
              <a:cxn ang="0">
                <a:pos x="T10" y="T11"/>
              </a:cxn>
            </a:cxnLst>
            <a:rect l="0" t="0" r="r" b="b"/>
            <a:pathLst>
              <a:path w="296" h="262">
                <a:moveTo>
                  <a:pt x="216" y="213"/>
                </a:moveTo>
                <a:cubicBezTo>
                  <a:pt x="171" y="260"/>
                  <a:pt x="96" y="262"/>
                  <a:pt x="49" y="217"/>
                </a:cubicBezTo>
                <a:cubicBezTo>
                  <a:pt x="1" y="171"/>
                  <a:pt x="0" y="96"/>
                  <a:pt x="45" y="49"/>
                </a:cubicBezTo>
                <a:cubicBezTo>
                  <a:pt x="90" y="2"/>
                  <a:pt x="165" y="0"/>
                  <a:pt x="213" y="46"/>
                </a:cubicBezTo>
                <a:cubicBezTo>
                  <a:pt x="256" y="88"/>
                  <a:pt x="296" y="129"/>
                  <a:pt x="296" y="129"/>
                </a:cubicBezTo>
                <a:cubicBezTo>
                  <a:pt x="296" y="129"/>
                  <a:pt x="239" y="189"/>
                  <a:pt x="216" y="213"/>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3" name="Freeform 9"/>
          <p:cNvSpPr>
            <a:spLocks/>
          </p:cNvSpPr>
          <p:nvPr/>
        </p:nvSpPr>
        <p:spPr bwMode="auto">
          <a:xfrm>
            <a:off x="771525" y="2040359"/>
            <a:ext cx="908050" cy="755650"/>
          </a:xfrm>
          <a:custGeom>
            <a:avLst/>
            <a:gdLst>
              <a:gd name="T0" fmla="*/ 102 w 242"/>
              <a:gd name="T1" fmla="*/ 201 h 201"/>
              <a:gd name="T2" fmla="*/ 32 w 242"/>
              <a:gd name="T3" fmla="*/ 173 h 201"/>
              <a:gd name="T4" fmla="*/ 1 w 242"/>
              <a:gd name="T5" fmla="*/ 102 h 201"/>
              <a:gd name="T6" fmla="*/ 29 w 242"/>
              <a:gd name="T7" fmla="*/ 31 h 201"/>
              <a:gd name="T8" fmla="*/ 102 w 242"/>
              <a:gd name="T9" fmla="*/ 0 h 201"/>
              <a:gd name="T10" fmla="*/ 171 w 242"/>
              <a:gd name="T11" fmla="*/ 28 h 201"/>
              <a:gd name="T12" fmla="*/ 242 w 242"/>
              <a:gd name="T13" fmla="*/ 98 h 201"/>
              <a:gd name="T14" fmla="*/ 174 w 242"/>
              <a:gd name="T15" fmla="*/ 170 h 201"/>
              <a:gd name="T16" fmla="*/ 102 w 242"/>
              <a:gd name="T17" fmla="*/ 201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2" h="201">
                <a:moveTo>
                  <a:pt x="102" y="201"/>
                </a:moveTo>
                <a:cubicBezTo>
                  <a:pt x="75" y="201"/>
                  <a:pt x="51" y="191"/>
                  <a:pt x="32" y="173"/>
                </a:cubicBezTo>
                <a:cubicBezTo>
                  <a:pt x="13" y="154"/>
                  <a:pt x="2" y="129"/>
                  <a:pt x="1" y="102"/>
                </a:cubicBezTo>
                <a:cubicBezTo>
                  <a:pt x="0" y="75"/>
                  <a:pt x="10" y="50"/>
                  <a:pt x="29" y="31"/>
                </a:cubicBezTo>
                <a:cubicBezTo>
                  <a:pt x="48" y="11"/>
                  <a:pt x="74" y="0"/>
                  <a:pt x="102" y="0"/>
                </a:cubicBezTo>
                <a:cubicBezTo>
                  <a:pt x="128" y="0"/>
                  <a:pt x="152" y="10"/>
                  <a:pt x="171" y="28"/>
                </a:cubicBezTo>
                <a:cubicBezTo>
                  <a:pt x="200" y="55"/>
                  <a:pt x="227" y="83"/>
                  <a:pt x="242" y="98"/>
                </a:cubicBezTo>
                <a:cubicBezTo>
                  <a:pt x="224" y="117"/>
                  <a:pt x="191" y="152"/>
                  <a:pt x="174" y="170"/>
                </a:cubicBezTo>
                <a:cubicBezTo>
                  <a:pt x="155" y="190"/>
                  <a:pt x="129" y="201"/>
                  <a:pt x="102" y="201"/>
                </a:cubicBezTo>
                <a:close/>
              </a:path>
            </a:pathLst>
          </a:custGeom>
          <a:gradFill>
            <a:gsLst>
              <a:gs pos="20200">
                <a:srgbClr val="E95206"/>
              </a:gs>
              <a:gs pos="100000">
                <a:srgbClr val="FFE141"/>
              </a:gs>
            </a:gsLst>
            <a:lin ang="2700000" scaled="0"/>
          </a:gradFill>
          <a:ln w="28575" cap="flat">
            <a:gradFill>
              <a:gsLst>
                <a:gs pos="0">
                  <a:srgbClr val="FFE141"/>
                </a:gs>
                <a:gs pos="0">
                  <a:srgbClr val="FEDF00"/>
                </a:gs>
                <a:gs pos="100000">
                  <a:srgbClr val="E95306"/>
                </a:gs>
              </a:gsLst>
              <a:lin ang="2700000" scaled="0"/>
            </a:gradFill>
            <a:prstDash val="solid"/>
            <a:miter lim="800000"/>
            <a:headEnd/>
            <a:tailEnd/>
          </a:ln>
          <a:effectLst>
            <a:outerShdw blurRad="152400" dist="76200" dir="2700000" sx="102000" sy="102000" algn="tl"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zh-CN" altLang="en-US">
              <a:solidFill>
                <a:schemeClr val="tx1"/>
              </a:solidFill>
            </a:endParaRPr>
          </a:p>
        </p:txBody>
      </p:sp>
      <p:sp>
        <p:nvSpPr>
          <p:cNvPr id="14" name="Freeform 10"/>
          <p:cNvSpPr>
            <a:spLocks/>
          </p:cNvSpPr>
          <p:nvPr/>
        </p:nvSpPr>
        <p:spPr bwMode="auto">
          <a:xfrm>
            <a:off x="2074862" y="2135609"/>
            <a:ext cx="1001713" cy="971550"/>
          </a:xfrm>
          <a:custGeom>
            <a:avLst/>
            <a:gdLst>
              <a:gd name="T0" fmla="*/ 153 w 267"/>
              <a:gd name="T1" fmla="*/ 246 h 259"/>
              <a:gd name="T2" fmla="*/ 13 w 267"/>
              <a:gd name="T3" fmla="*/ 154 h 259"/>
              <a:gd name="T4" fmla="*/ 105 w 267"/>
              <a:gd name="T5" fmla="*/ 14 h 259"/>
              <a:gd name="T6" fmla="*/ 245 w 267"/>
              <a:gd name="T7" fmla="*/ 105 h 259"/>
              <a:gd name="T8" fmla="*/ 267 w 267"/>
              <a:gd name="T9" fmla="*/ 221 h 259"/>
              <a:gd name="T10" fmla="*/ 153 w 267"/>
              <a:gd name="T11" fmla="*/ 246 h 259"/>
            </a:gdLst>
            <a:ahLst/>
            <a:cxnLst>
              <a:cxn ang="0">
                <a:pos x="T0" y="T1"/>
              </a:cxn>
              <a:cxn ang="0">
                <a:pos x="T2" y="T3"/>
              </a:cxn>
              <a:cxn ang="0">
                <a:pos x="T4" y="T5"/>
              </a:cxn>
              <a:cxn ang="0">
                <a:pos x="T6" y="T7"/>
              </a:cxn>
              <a:cxn ang="0">
                <a:pos x="T8" y="T9"/>
              </a:cxn>
              <a:cxn ang="0">
                <a:pos x="T10" y="T11"/>
              </a:cxn>
            </a:cxnLst>
            <a:rect l="0" t="0" r="r" b="b"/>
            <a:pathLst>
              <a:path w="267" h="259">
                <a:moveTo>
                  <a:pt x="153" y="246"/>
                </a:moveTo>
                <a:cubicBezTo>
                  <a:pt x="89" y="259"/>
                  <a:pt x="27" y="218"/>
                  <a:pt x="13" y="154"/>
                </a:cubicBezTo>
                <a:cubicBezTo>
                  <a:pt x="0" y="90"/>
                  <a:pt x="41" y="27"/>
                  <a:pt x="105" y="14"/>
                </a:cubicBezTo>
                <a:cubicBezTo>
                  <a:pt x="169" y="0"/>
                  <a:pt x="231" y="41"/>
                  <a:pt x="245" y="105"/>
                </a:cubicBezTo>
                <a:cubicBezTo>
                  <a:pt x="257" y="165"/>
                  <a:pt x="267" y="221"/>
                  <a:pt x="267" y="221"/>
                </a:cubicBezTo>
                <a:cubicBezTo>
                  <a:pt x="267" y="221"/>
                  <a:pt x="186" y="239"/>
                  <a:pt x="153" y="246"/>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5" name="Freeform 11"/>
          <p:cNvSpPr>
            <a:spLocks/>
          </p:cNvSpPr>
          <p:nvPr/>
        </p:nvSpPr>
        <p:spPr bwMode="auto">
          <a:xfrm>
            <a:off x="2146300" y="2243559"/>
            <a:ext cx="852488" cy="755650"/>
          </a:xfrm>
          <a:custGeom>
            <a:avLst/>
            <a:gdLst>
              <a:gd name="T0" fmla="*/ 110 w 227"/>
              <a:gd name="T1" fmla="*/ 201 h 201"/>
              <a:gd name="T2" fmla="*/ 12 w 227"/>
              <a:gd name="T3" fmla="*/ 121 h 201"/>
              <a:gd name="T4" fmla="*/ 89 w 227"/>
              <a:gd name="T5" fmla="*/ 2 h 201"/>
              <a:gd name="T6" fmla="*/ 110 w 227"/>
              <a:gd name="T7" fmla="*/ 0 h 201"/>
              <a:gd name="T8" fmla="*/ 208 w 227"/>
              <a:gd name="T9" fmla="*/ 80 h 201"/>
              <a:gd name="T10" fmla="*/ 227 w 227"/>
              <a:gd name="T11" fmla="*/ 178 h 201"/>
              <a:gd name="T12" fmla="*/ 131 w 227"/>
              <a:gd name="T13" fmla="*/ 199 h 201"/>
              <a:gd name="T14" fmla="*/ 110 w 227"/>
              <a:gd name="T15" fmla="*/ 201 h 20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7" h="201">
                <a:moveTo>
                  <a:pt x="110" y="201"/>
                </a:moveTo>
                <a:cubicBezTo>
                  <a:pt x="63" y="201"/>
                  <a:pt x="21" y="168"/>
                  <a:pt x="12" y="121"/>
                </a:cubicBezTo>
                <a:cubicBezTo>
                  <a:pt x="0" y="67"/>
                  <a:pt x="35" y="14"/>
                  <a:pt x="89" y="2"/>
                </a:cubicBezTo>
                <a:cubicBezTo>
                  <a:pt x="96" y="1"/>
                  <a:pt x="103" y="0"/>
                  <a:pt x="110" y="0"/>
                </a:cubicBezTo>
                <a:cubicBezTo>
                  <a:pt x="157" y="0"/>
                  <a:pt x="199" y="34"/>
                  <a:pt x="208" y="80"/>
                </a:cubicBezTo>
                <a:cubicBezTo>
                  <a:pt x="217" y="119"/>
                  <a:pt x="224" y="157"/>
                  <a:pt x="227" y="178"/>
                </a:cubicBezTo>
                <a:cubicBezTo>
                  <a:pt x="202" y="184"/>
                  <a:pt x="154" y="194"/>
                  <a:pt x="131" y="199"/>
                </a:cubicBezTo>
                <a:cubicBezTo>
                  <a:pt x="124" y="201"/>
                  <a:pt x="117" y="201"/>
                  <a:pt x="110" y="201"/>
                </a:cubicBezTo>
                <a:close/>
              </a:path>
            </a:pathLst>
          </a:custGeom>
          <a:gradFill>
            <a:gsLst>
              <a:gs pos="100000">
                <a:srgbClr val="E8609E"/>
              </a:gs>
              <a:gs pos="18300">
                <a:srgbClr val="8F0A83"/>
              </a:gs>
            </a:gsLst>
            <a:lin ang="2700000" scaled="0"/>
          </a:gradFill>
          <a:ln w="28575" cap="flat">
            <a:gradFill>
              <a:gsLst>
                <a:gs pos="0">
                  <a:srgbClr val="DF007E"/>
                </a:gs>
                <a:gs pos="100000">
                  <a:srgbClr val="8F0A83"/>
                </a:gs>
              </a:gsLst>
              <a:lin ang="2700000" scaled="0"/>
            </a:gradFill>
            <a:prstDash val="solid"/>
            <a:miter lim="800000"/>
            <a:headEnd/>
            <a:tailEnd/>
          </a:ln>
          <a:effectLst>
            <a:outerShdw blurRad="152400" dist="76200" dir="2700000" sx="102000" sy="102000" algn="tl"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2"/>
          <p:cNvSpPr>
            <a:spLocks/>
          </p:cNvSpPr>
          <p:nvPr/>
        </p:nvSpPr>
        <p:spPr bwMode="auto">
          <a:xfrm>
            <a:off x="3200400" y="2999209"/>
            <a:ext cx="965200" cy="998538"/>
          </a:xfrm>
          <a:custGeom>
            <a:avLst/>
            <a:gdLst>
              <a:gd name="T0" fmla="*/ 106 w 257"/>
              <a:gd name="T1" fmla="*/ 245 h 266"/>
              <a:gd name="T2" fmla="*/ 12 w 257"/>
              <a:gd name="T3" fmla="*/ 106 h 266"/>
              <a:gd name="T4" fmla="*/ 151 w 257"/>
              <a:gd name="T5" fmla="*/ 12 h 266"/>
              <a:gd name="T6" fmla="*/ 245 w 257"/>
              <a:gd name="T7" fmla="*/ 150 h 266"/>
              <a:gd name="T8" fmla="*/ 220 w 257"/>
              <a:gd name="T9" fmla="*/ 266 h 266"/>
              <a:gd name="T10" fmla="*/ 106 w 257"/>
              <a:gd name="T11" fmla="*/ 245 h 266"/>
            </a:gdLst>
            <a:ahLst/>
            <a:cxnLst>
              <a:cxn ang="0">
                <a:pos x="T0" y="T1"/>
              </a:cxn>
              <a:cxn ang="0">
                <a:pos x="T2" y="T3"/>
              </a:cxn>
              <a:cxn ang="0">
                <a:pos x="T4" y="T5"/>
              </a:cxn>
              <a:cxn ang="0">
                <a:pos x="T6" y="T7"/>
              </a:cxn>
              <a:cxn ang="0">
                <a:pos x="T8" y="T9"/>
              </a:cxn>
              <a:cxn ang="0">
                <a:pos x="T10" y="T11"/>
              </a:cxn>
            </a:cxnLst>
            <a:rect l="0" t="0" r="r" b="b"/>
            <a:pathLst>
              <a:path w="257" h="266">
                <a:moveTo>
                  <a:pt x="106" y="245"/>
                </a:moveTo>
                <a:cubicBezTo>
                  <a:pt x="42" y="232"/>
                  <a:pt x="0" y="170"/>
                  <a:pt x="12" y="106"/>
                </a:cubicBezTo>
                <a:cubicBezTo>
                  <a:pt x="25" y="42"/>
                  <a:pt x="87" y="0"/>
                  <a:pt x="151" y="12"/>
                </a:cubicBezTo>
                <a:cubicBezTo>
                  <a:pt x="215" y="24"/>
                  <a:pt x="257" y="86"/>
                  <a:pt x="245" y="150"/>
                </a:cubicBezTo>
                <a:cubicBezTo>
                  <a:pt x="234" y="210"/>
                  <a:pt x="220" y="266"/>
                  <a:pt x="220" y="266"/>
                </a:cubicBezTo>
                <a:cubicBezTo>
                  <a:pt x="220" y="266"/>
                  <a:pt x="140" y="251"/>
                  <a:pt x="106" y="245"/>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7" name="Freeform 13"/>
          <p:cNvSpPr>
            <a:spLocks/>
          </p:cNvSpPr>
          <p:nvPr/>
        </p:nvSpPr>
        <p:spPr bwMode="auto">
          <a:xfrm>
            <a:off x="3294063" y="3103984"/>
            <a:ext cx="777875" cy="814388"/>
          </a:xfrm>
          <a:custGeom>
            <a:avLst/>
            <a:gdLst>
              <a:gd name="T0" fmla="*/ 182 w 207"/>
              <a:gd name="T1" fmla="*/ 217 h 217"/>
              <a:gd name="T2" fmla="*/ 85 w 207"/>
              <a:gd name="T3" fmla="*/ 199 h 217"/>
              <a:gd name="T4" fmla="*/ 20 w 207"/>
              <a:gd name="T5" fmla="*/ 157 h 217"/>
              <a:gd name="T6" fmla="*/ 5 w 207"/>
              <a:gd name="T7" fmla="*/ 81 h 217"/>
              <a:gd name="T8" fmla="*/ 103 w 207"/>
              <a:gd name="T9" fmla="*/ 0 h 217"/>
              <a:gd name="T10" fmla="*/ 122 w 207"/>
              <a:gd name="T11" fmla="*/ 1 h 217"/>
              <a:gd name="T12" fmla="*/ 187 w 207"/>
              <a:gd name="T13" fmla="*/ 44 h 217"/>
              <a:gd name="T14" fmla="*/ 202 w 207"/>
              <a:gd name="T15" fmla="*/ 119 h 217"/>
              <a:gd name="T16" fmla="*/ 182 w 207"/>
              <a:gd name="T17" fmla="*/ 217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7" h="217">
                <a:moveTo>
                  <a:pt x="182" y="217"/>
                </a:moveTo>
                <a:cubicBezTo>
                  <a:pt x="156" y="212"/>
                  <a:pt x="108" y="204"/>
                  <a:pt x="85" y="199"/>
                </a:cubicBezTo>
                <a:cubicBezTo>
                  <a:pt x="58" y="194"/>
                  <a:pt x="35" y="179"/>
                  <a:pt x="20" y="157"/>
                </a:cubicBezTo>
                <a:cubicBezTo>
                  <a:pt x="5" y="135"/>
                  <a:pt x="0" y="108"/>
                  <a:pt x="5" y="81"/>
                </a:cubicBezTo>
                <a:cubicBezTo>
                  <a:pt x="14" y="34"/>
                  <a:pt x="55" y="0"/>
                  <a:pt x="103" y="0"/>
                </a:cubicBezTo>
                <a:cubicBezTo>
                  <a:pt x="110" y="0"/>
                  <a:pt x="116" y="0"/>
                  <a:pt x="122" y="1"/>
                </a:cubicBezTo>
                <a:cubicBezTo>
                  <a:pt x="149" y="7"/>
                  <a:pt x="172" y="22"/>
                  <a:pt x="187" y="44"/>
                </a:cubicBezTo>
                <a:cubicBezTo>
                  <a:pt x="202" y="66"/>
                  <a:pt x="207" y="93"/>
                  <a:pt x="202" y="119"/>
                </a:cubicBezTo>
                <a:cubicBezTo>
                  <a:pt x="195" y="158"/>
                  <a:pt x="186" y="196"/>
                  <a:pt x="182" y="217"/>
                </a:cubicBezTo>
                <a:close/>
              </a:path>
            </a:pathLst>
          </a:custGeom>
          <a:gradFill>
            <a:gsLst>
              <a:gs pos="100000">
                <a:srgbClr val="009CE4"/>
              </a:gs>
              <a:gs pos="18300">
                <a:srgbClr val="004DA1"/>
              </a:gs>
            </a:gsLst>
            <a:lin ang="2700000" scaled="0"/>
          </a:gradFill>
          <a:ln w="28575" cap="flat">
            <a:gradFill>
              <a:gsLst>
                <a:gs pos="0">
                  <a:srgbClr val="009CE4"/>
                </a:gs>
                <a:gs pos="100000">
                  <a:srgbClr val="004DA1"/>
                </a:gs>
              </a:gsLst>
              <a:lin ang="2700000" scaled="0"/>
            </a:gradFill>
            <a:prstDash val="solid"/>
            <a:miter lim="800000"/>
            <a:headEnd/>
            <a:tailEnd/>
          </a:ln>
          <a:effectLst>
            <a:outerShdw blurRad="152400" dist="76200" dir="2700000" sx="102000" sy="102000" algn="tl"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4"/>
          <p:cNvSpPr>
            <a:spLocks/>
          </p:cNvSpPr>
          <p:nvPr/>
        </p:nvSpPr>
        <p:spPr bwMode="auto">
          <a:xfrm>
            <a:off x="3868738" y="4162847"/>
            <a:ext cx="1009650" cy="1119188"/>
          </a:xfrm>
          <a:custGeom>
            <a:avLst/>
            <a:gdLst>
              <a:gd name="T0" fmla="*/ 66 w 269"/>
              <a:gd name="T1" fmla="*/ 232 h 298"/>
              <a:gd name="T2" fmla="*/ 37 w 269"/>
              <a:gd name="T3" fmla="*/ 67 h 298"/>
              <a:gd name="T4" fmla="*/ 202 w 269"/>
              <a:gd name="T5" fmla="*/ 37 h 298"/>
              <a:gd name="T6" fmla="*/ 231 w 269"/>
              <a:gd name="T7" fmla="*/ 202 h 298"/>
              <a:gd name="T8" fmla="*/ 161 w 269"/>
              <a:gd name="T9" fmla="*/ 298 h 298"/>
              <a:gd name="T10" fmla="*/ 66 w 269"/>
              <a:gd name="T11" fmla="*/ 232 h 298"/>
            </a:gdLst>
            <a:ahLst/>
            <a:cxnLst>
              <a:cxn ang="0">
                <a:pos x="T0" y="T1"/>
              </a:cxn>
              <a:cxn ang="0">
                <a:pos x="T2" y="T3"/>
              </a:cxn>
              <a:cxn ang="0">
                <a:pos x="T4" y="T5"/>
              </a:cxn>
              <a:cxn ang="0">
                <a:pos x="T6" y="T7"/>
              </a:cxn>
              <a:cxn ang="0">
                <a:pos x="T8" y="T9"/>
              </a:cxn>
              <a:cxn ang="0">
                <a:pos x="T10" y="T11"/>
              </a:cxn>
            </a:cxnLst>
            <a:rect l="0" t="0" r="r" b="b"/>
            <a:pathLst>
              <a:path w="269" h="298">
                <a:moveTo>
                  <a:pt x="66" y="232"/>
                </a:moveTo>
                <a:cubicBezTo>
                  <a:pt x="13" y="194"/>
                  <a:pt x="0" y="120"/>
                  <a:pt x="37" y="67"/>
                </a:cubicBezTo>
                <a:cubicBezTo>
                  <a:pt x="75" y="13"/>
                  <a:pt x="148" y="0"/>
                  <a:pt x="202" y="37"/>
                </a:cubicBezTo>
                <a:cubicBezTo>
                  <a:pt x="256" y="75"/>
                  <a:pt x="269" y="149"/>
                  <a:pt x="231" y="202"/>
                </a:cubicBezTo>
                <a:cubicBezTo>
                  <a:pt x="196" y="252"/>
                  <a:pt x="161" y="298"/>
                  <a:pt x="161" y="298"/>
                </a:cubicBezTo>
                <a:cubicBezTo>
                  <a:pt x="161" y="298"/>
                  <a:pt x="94" y="251"/>
                  <a:pt x="66" y="232"/>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9" name="Freeform 15"/>
          <p:cNvSpPr>
            <a:spLocks/>
          </p:cNvSpPr>
          <p:nvPr/>
        </p:nvSpPr>
        <p:spPr bwMode="auto">
          <a:xfrm>
            <a:off x="3981450" y="4289847"/>
            <a:ext cx="781050" cy="896938"/>
          </a:xfrm>
          <a:custGeom>
            <a:avLst/>
            <a:gdLst>
              <a:gd name="T0" fmla="*/ 128 w 208"/>
              <a:gd name="T1" fmla="*/ 239 h 239"/>
              <a:gd name="T2" fmla="*/ 46 w 208"/>
              <a:gd name="T3" fmla="*/ 183 h 239"/>
              <a:gd name="T4" fmla="*/ 5 w 208"/>
              <a:gd name="T5" fmla="*/ 118 h 239"/>
              <a:gd name="T6" fmla="*/ 22 w 208"/>
              <a:gd name="T7" fmla="*/ 43 h 239"/>
              <a:gd name="T8" fmla="*/ 104 w 208"/>
              <a:gd name="T9" fmla="*/ 0 h 239"/>
              <a:gd name="T10" fmla="*/ 162 w 208"/>
              <a:gd name="T11" fmla="*/ 18 h 239"/>
              <a:gd name="T12" fmla="*/ 203 w 208"/>
              <a:gd name="T13" fmla="*/ 83 h 239"/>
              <a:gd name="T14" fmla="*/ 187 w 208"/>
              <a:gd name="T15" fmla="*/ 158 h 239"/>
              <a:gd name="T16" fmla="*/ 128 w 208"/>
              <a:gd name="T17" fmla="*/ 239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8" h="239">
                <a:moveTo>
                  <a:pt x="128" y="239"/>
                </a:moveTo>
                <a:cubicBezTo>
                  <a:pt x="106" y="224"/>
                  <a:pt x="66" y="197"/>
                  <a:pt x="46" y="183"/>
                </a:cubicBezTo>
                <a:cubicBezTo>
                  <a:pt x="24" y="168"/>
                  <a:pt x="10" y="144"/>
                  <a:pt x="5" y="118"/>
                </a:cubicBezTo>
                <a:cubicBezTo>
                  <a:pt x="0" y="92"/>
                  <a:pt x="6" y="65"/>
                  <a:pt x="22" y="43"/>
                </a:cubicBezTo>
                <a:cubicBezTo>
                  <a:pt x="41" y="16"/>
                  <a:pt x="71" y="0"/>
                  <a:pt x="104" y="0"/>
                </a:cubicBezTo>
                <a:cubicBezTo>
                  <a:pt x="125" y="0"/>
                  <a:pt x="145" y="6"/>
                  <a:pt x="162" y="18"/>
                </a:cubicBezTo>
                <a:cubicBezTo>
                  <a:pt x="184" y="34"/>
                  <a:pt x="198" y="57"/>
                  <a:pt x="203" y="83"/>
                </a:cubicBezTo>
                <a:cubicBezTo>
                  <a:pt x="208" y="109"/>
                  <a:pt x="202" y="136"/>
                  <a:pt x="187" y="158"/>
                </a:cubicBezTo>
                <a:cubicBezTo>
                  <a:pt x="164" y="191"/>
                  <a:pt x="140" y="222"/>
                  <a:pt x="128" y="239"/>
                </a:cubicBezTo>
                <a:close/>
              </a:path>
            </a:pathLst>
          </a:custGeom>
          <a:gradFill>
            <a:gsLst>
              <a:gs pos="100000">
                <a:srgbClr val="009FD0"/>
              </a:gs>
              <a:gs pos="18300">
                <a:srgbClr val="009B74"/>
              </a:gs>
            </a:gsLst>
            <a:lin ang="2700000" scaled="0"/>
          </a:gradFill>
          <a:ln w="28575" cap="flat">
            <a:gradFill>
              <a:gsLst>
                <a:gs pos="0">
                  <a:srgbClr val="009EE9"/>
                </a:gs>
                <a:gs pos="100000">
                  <a:srgbClr val="009B74"/>
                </a:gs>
              </a:gsLst>
              <a:lin ang="2700000" scaled="0"/>
            </a:gradFill>
            <a:prstDash val="solid"/>
            <a:miter lim="800000"/>
            <a:headEnd/>
            <a:tailEnd/>
          </a:ln>
          <a:effectLst>
            <a:outerShdw blurRad="152400" dist="76200" dir="2700000" sx="102000" sy="102000" algn="tl"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16"/>
          <p:cNvSpPr>
            <a:spLocks/>
          </p:cNvSpPr>
          <p:nvPr/>
        </p:nvSpPr>
        <p:spPr bwMode="auto">
          <a:xfrm>
            <a:off x="3940175" y="5502697"/>
            <a:ext cx="1006475" cy="1116013"/>
          </a:xfrm>
          <a:custGeom>
            <a:avLst/>
            <a:gdLst>
              <a:gd name="T0" fmla="*/ 40 w 268"/>
              <a:gd name="T1" fmla="*/ 205 h 297"/>
              <a:gd name="T2" fmla="*/ 63 w 268"/>
              <a:gd name="T3" fmla="*/ 39 h 297"/>
              <a:gd name="T4" fmla="*/ 229 w 268"/>
              <a:gd name="T5" fmla="*/ 62 h 297"/>
              <a:gd name="T6" fmla="*/ 206 w 268"/>
              <a:gd name="T7" fmla="*/ 228 h 297"/>
              <a:gd name="T8" fmla="*/ 110 w 268"/>
              <a:gd name="T9" fmla="*/ 297 h 297"/>
              <a:gd name="T10" fmla="*/ 40 w 268"/>
              <a:gd name="T11" fmla="*/ 205 h 297"/>
            </a:gdLst>
            <a:ahLst/>
            <a:cxnLst>
              <a:cxn ang="0">
                <a:pos x="T0" y="T1"/>
              </a:cxn>
              <a:cxn ang="0">
                <a:pos x="T2" y="T3"/>
              </a:cxn>
              <a:cxn ang="0">
                <a:pos x="T4" y="T5"/>
              </a:cxn>
              <a:cxn ang="0">
                <a:pos x="T6" y="T7"/>
              </a:cxn>
              <a:cxn ang="0">
                <a:pos x="T8" y="T9"/>
              </a:cxn>
              <a:cxn ang="0">
                <a:pos x="T10" y="T11"/>
              </a:cxn>
            </a:cxnLst>
            <a:rect l="0" t="0" r="r" b="b"/>
            <a:pathLst>
              <a:path w="268" h="297">
                <a:moveTo>
                  <a:pt x="40" y="205"/>
                </a:moveTo>
                <a:cubicBezTo>
                  <a:pt x="0" y="153"/>
                  <a:pt x="11" y="79"/>
                  <a:pt x="63" y="39"/>
                </a:cubicBezTo>
                <a:cubicBezTo>
                  <a:pt x="115" y="0"/>
                  <a:pt x="189" y="10"/>
                  <a:pt x="229" y="62"/>
                </a:cubicBezTo>
                <a:cubicBezTo>
                  <a:pt x="268" y="114"/>
                  <a:pt x="258" y="188"/>
                  <a:pt x="206" y="228"/>
                </a:cubicBezTo>
                <a:cubicBezTo>
                  <a:pt x="157" y="265"/>
                  <a:pt x="110" y="297"/>
                  <a:pt x="110" y="297"/>
                </a:cubicBezTo>
                <a:cubicBezTo>
                  <a:pt x="110" y="297"/>
                  <a:pt x="60" y="232"/>
                  <a:pt x="40" y="205"/>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1" name="Freeform 17"/>
          <p:cNvSpPr>
            <a:spLocks/>
          </p:cNvSpPr>
          <p:nvPr/>
        </p:nvSpPr>
        <p:spPr bwMode="auto">
          <a:xfrm>
            <a:off x="4056063" y="5626522"/>
            <a:ext cx="815975" cy="901700"/>
          </a:xfrm>
          <a:custGeom>
            <a:avLst/>
            <a:gdLst>
              <a:gd name="T0" fmla="*/ 83 w 217"/>
              <a:gd name="T1" fmla="*/ 240 h 240"/>
              <a:gd name="T2" fmla="*/ 23 w 217"/>
              <a:gd name="T3" fmla="*/ 161 h 240"/>
              <a:gd name="T4" fmla="*/ 4 w 217"/>
              <a:gd name="T5" fmla="*/ 87 h 240"/>
              <a:gd name="T6" fmla="*/ 42 w 217"/>
              <a:gd name="T7" fmla="*/ 20 h 240"/>
              <a:gd name="T8" fmla="*/ 103 w 217"/>
              <a:gd name="T9" fmla="*/ 0 h 240"/>
              <a:gd name="T10" fmla="*/ 183 w 217"/>
              <a:gd name="T11" fmla="*/ 40 h 240"/>
              <a:gd name="T12" fmla="*/ 164 w 217"/>
              <a:gd name="T13" fmla="*/ 181 h 240"/>
              <a:gd name="T14" fmla="*/ 83 w 217"/>
              <a:gd name="T15" fmla="*/ 240 h 2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7" h="240">
                <a:moveTo>
                  <a:pt x="83" y="240"/>
                </a:moveTo>
                <a:cubicBezTo>
                  <a:pt x="67" y="219"/>
                  <a:pt x="38" y="181"/>
                  <a:pt x="23" y="161"/>
                </a:cubicBezTo>
                <a:cubicBezTo>
                  <a:pt x="7" y="140"/>
                  <a:pt x="0" y="113"/>
                  <a:pt x="4" y="87"/>
                </a:cubicBezTo>
                <a:cubicBezTo>
                  <a:pt x="7" y="60"/>
                  <a:pt x="21" y="37"/>
                  <a:pt x="42" y="20"/>
                </a:cubicBezTo>
                <a:cubicBezTo>
                  <a:pt x="60" y="7"/>
                  <a:pt x="81" y="0"/>
                  <a:pt x="103" y="0"/>
                </a:cubicBezTo>
                <a:cubicBezTo>
                  <a:pt x="135" y="0"/>
                  <a:pt x="164" y="14"/>
                  <a:pt x="183" y="40"/>
                </a:cubicBezTo>
                <a:cubicBezTo>
                  <a:pt x="217" y="84"/>
                  <a:pt x="208" y="147"/>
                  <a:pt x="164" y="181"/>
                </a:cubicBezTo>
                <a:cubicBezTo>
                  <a:pt x="132" y="205"/>
                  <a:pt x="101" y="227"/>
                  <a:pt x="83" y="240"/>
                </a:cubicBezTo>
                <a:close/>
              </a:path>
            </a:pathLst>
          </a:custGeom>
          <a:gradFill>
            <a:gsLst>
              <a:gs pos="100000">
                <a:srgbClr val="E1E100"/>
              </a:gs>
              <a:gs pos="18300">
                <a:srgbClr val="68B72D"/>
              </a:gs>
            </a:gsLst>
            <a:lin ang="2700000" scaled="0"/>
          </a:gradFill>
          <a:ln w="28575" cap="flat">
            <a:gradFill>
              <a:gsLst>
                <a:gs pos="0">
                  <a:srgbClr val="E1E100"/>
                </a:gs>
                <a:gs pos="100000">
                  <a:srgbClr val="68B72D"/>
                </a:gs>
              </a:gsLst>
              <a:lin ang="2700000" scaled="0"/>
            </a:gradFill>
            <a:prstDash val="solid"/>
            <a:miter lim="800000"/>
            <a:headEnd/>
            <a:tailEnd/>
          </a:ln>
          <a:effectLst>
            <a:outerShdw blurRad="152400" dist="76200" dir="2700000" sx="102000" sy="102000" algn="tl"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zh-CN" altLang="en-US"/>
          </a:p>
        </p:txBody>
      </p:sp>
      <p:grpSp>
        <p:nvGrpSpPr>
          <p:cNvPr id="6" name="组合 5"/>
          <p:cNvGrpSpPr/>
          <p:nvPr/>
        </p:nvGrpSpPr>
        <p:grpSpPr>
          <a:xfrm>
            <a:off x="4194142" y="4544084"/>
            <a:ext cx="620838" cy="620838"/>
            <a:chOff x="4965700" y="3513138"/>
            <a:chExt cx="506413" cy="506413"/>
          </a:xfrm>
        </p:grpSpPr>
        <p:sp>
          <p:nvSpPr>
            <p:cNvPr id="27" name="Freeform 23"/>
            <p:cNvSpPr>
              <a:spLocks/>
            </p:cNvSpPr>
            <p:nvPr/>
          </p:nvSpPr>
          <p:spPr bwMode="auto">
            <a:xfrm>
              <a:off x="4973638" y="3516313"/>
              <a:ext cx="498475" cy="503238"/>
            </a:xfrm>
            <a:custGeom>
              <a:avLst/>
              <a:gdLst>
                <a:gd name="T0" fmla="*/ 314 w 314"/>
                <a:gd name="T1" fmla="*/ 166 h 317"/>
                <a:gd name="T2" fmla="*/ 165 w 314"/>
                <a:gd name="T3" fmla="*/ 317 h 317"/>
                <a:gd name="T4" fmla="*/ 0 w 314"/>
                <a:gd name="T5" fmla="*/ 151 h 317"/>
                <a:gd name="T6" fmla="*/ 0 w 314"/>
                <a:gd name="T7" fmla="*/ 2 h 317"/>
                <a:gd name="T8" fmla="*/ 151 w 314"/>
                <a:gd name="T9" fmla="*/ 0 h 317"/>
                <a:gd name="T10" fmla="*/ 314 w 314"/>
                <a:gd name="T11" fmla="*/ 166 h 317"/>
              </a:gdLst>
              <a:ahLst/>
              <a:cxnLst>
                <a:cxn ang="0">
                  <a:pos x="T0" y="T1"/>
                </a:cxn>
                <a:cxn ang="0">
                  <a:pos x="T2" y="T3"/>
                </a:cxn>
                <a:cxn ang="0">
                  <a:pos x="T4" y="T5"/>
                </a:cxn>
                <a:cxn ang="0">
                  <a:pos x="T6" y="T7"/>
                </a:cxn>
                <a:cxn ang="0">
                  <a:pos x="T8" y="T9"/>
                </a:cxn>
                <a:cxn ang="0">
                  <a:pos x="T10" y="T11"/>
                </a:cxn>
              </a:cxnLst>
              <a:rect l="0" t="0" r="r" b="b"/>
              <a:pathLst>
                <a:path w="314" h="317">
                  <a:moveTo>
                    <a:pt x="314" y="166"/>
                  </a:moveTo>
                  <a:lnTo>
                    <a:pt x="165" y="317"/>
                  </a:lnTo>
                  <a:lnTo>
                    <a:pt x="0" y="151"/>
                  </a:lnTo>
                  <a:lnTo>
                    <a:pt x="0" y="2"/>
                  </a:lnTo>
                  <a:lnTo>
                    <a:pt x="151" y="0"/>
                  </a:lnTo>
                  <a:lnTo>
                    <a:pt x="314" y="166"/>
                  </a:lnTo>
                  <a:close/>
                </a:path>
              </a:pathLst>
            </a:custGeom>
            <a:gradFill flip="none" rotWithShape="0">
              <a:gsLst>
                <a:gs pos="41000">
                  <a:schemeClr val="tx1">
                    <a:alpha val="10000"/>
                  </a:schemeClr>
                </a:gs>
                <a:gs pos="0">
                  <a:schemeClr val="bg1">
                    <a:lumMod val="65000"/>
                    <a:alpha val="66000"/>
                  </a:schemeClr>
                </a:gs>
                <a:gs pos="78000">
                  <a:schemeClr val="tx1">
                    <a:alpha val="0"/>
                  </a:schemeClr>
                </a:gs>
                <a:gs pos="100000">
                  <a:schemeClr val="tx1">
                    <a:alpha val="0"/>
                  </a:schemeClr>
                </a:gs>
              </a:gsLst>
              <a:lin ang="2700000" scaled="0"/>
              <a:tileRect/>
            </a:gradFill>
            <a:ln>
              <a:noFill/>
            </a:ln>
          </p:spPr>
          <p:txBody>
            <a:bodyPr vert="horz" wrap="square" lIns="91440" tIns="45720" rIns="91440" bIns="45720" numCol="1" anchor="t" anchorCtr="0" compatLnSpc="1">
              <a:prstTxWarp prst="textNoShape">
                <a:avLst/>
              </a:prstTxWarp>
              <a:noAutofit/>
            </a:bodyPr>
            <a:lstStyle/>
            <a:p>
              <a:endParaRPr lang="zh-CN" altLang="en-US"/>
            </a:p>
          </p:txBody>
        </p:sp>
        <p:sp>
          <p:nvSpPr>
            <p:cNvPr id="28" name="Freeform 24"/>
            <p:cNvSpPr>
              <a:spLocks noEditPoints="1"/>
            </p:cNvSpPr>
            <p:nvPr/>
          </p:nvSpPr>
          <p:spPr bwMode="auto">
            <a:xfrm>
              <a:off x="4965700" y="3513138"/>
              <a:ext cx="250825" cy="250825"/>
            </a:xfrm>
            <a:custGeom>
              <a:avLst/>
              <a:gdLst>
                <a:gd name="T0" fmla="*/ 62 w 67"/>
                <a:gd name="T1" fmla="*/ 0 h 67"/>
                <a:gd name="T2" fmla="*/ 5 w 67"/>
                <a:gd name="T3" fmla="*/ 0 h 67"/>
                <a:gd name="T4" fmla="*/ 0 w 67"/>
                <a:gd name="T5" fmla="*/ 5 h 67"/>
                <a:gd name="T6" fmla="*/ 0 w 67"/>
                <a:gd name="T7" fmla="*/ 62 h 67"/>
                <a:gd name="T8" fmla="*/ 5 w 67"/>
                <a:gd name="T9" fmla="*/ 67 h 67"/>
                <a:gd name="T10" fmla="*/ 62 w 67"/>
                <a:gd name="T11" fmla="*/ 67 h 67"/>
                <a:gd name="T12" fmla="*/ 67 w 67"/>
                <a:gd name="T13" fmla="*/ 62 h 67"/>
                <a:gd name="T14" fmla="*/ 67 w 67"/>
                <a:gd name="T15" fmla="*/ 5 h 67"/>
                <a:gd name="T16" fmla="*/ 62 w 67"/>
                <a:gd name="T17" fmla="*/ 0 h 67"/>
                <a:gd name="T18" fmla="*/ 64 w 67"/>
                <a:gd name="T19" fmla="*/ 59 h 67"/>
                <a:gd name="T20" fmla="*/ 59 w 67"/>
                <a:gd name="T21" fmla="*/ 64 h 67"/>
                <a:gd name="T22" fmla="*/ 8 w 67"/>
                <a:gd name="T23" fmla="*/ 64 h 67"/>
                <a:gd name="T24" fmla="*/ 3 w 67"/>
                <a:gd name="T25" fmla="*/ 59 h 67"/>
                <a:gd name="T26" fmla="*/ 3 w 67"/>
                <a:gd name="T27" fmla="*/ 8 h 67"/>
                <a:gd name="T28" fmla="*/ 8 w 67"/>
                <a:gd name="T29" fmla="*/ 3 h 67"/>
                <a:gd name="T30" fmla="*/ 59 w 67"/>
                <a:gd name="T31" fmla="*/ 3 h 67"/>
                <a:gd name="T32" fmla="*/ 64 w 67"/>
                <a:gd name="T33" fmla="*/ 8 h 67"/>
                <a:gd name="T34" fmla="*/ 64 w 67"/>
                <a:gd name="T35" fmla="*/ 5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7" h="67">
                  <a:moveTo>
                    <a:pt x="62" y="0"/>
                  </a:moveTo>
                  <a:cubicBezTo>
                    <a:pt x="5" y="0"/>
                    <a:pt x="5" y="0"/>
                    <a:pt x="5" y="0"/>
                  </a:cubicBezTo>
                  <a:cubicBezTo>
                    <a:pt x="2" y="0"/>
                    <a:pt x="0" y="2"/>
                    <a:pt x="0" y="5"/>
                  </a:cubicBezTo>
                  <a:cubicBezTo>
                    <a:pt x="0" y="62"/>
                    <a:pt x="0" y="62"/>
                    <a:pt x="0" y="62"/>
                  </a:cubicBezTo>
                  <a:cubicBezTo>
                    <a:pt x="0" y="65"/>
                    <a:pt x="2" y="67"/>
                    <a:pt x="5" y="67"/>
                  </a:cubicBezTo>
                  <a:cubicBezTo>
                    <a:pt x="62" y="67"/>
                    <a:pt x="62" y="67"/>
                    <a:pt x="62" y="67"/>
                  </a:cubicBezTo>
                  <a:cubicBezTo>
                    <a:pt x="65" y="67"/>
                    <a:pt x="67" y="65"/>
                    <a:pt x="67" y="62"/>
                  </a:cubicBezTo>
                  <a:cubicBezTo>
                    <a:pt x="67" y="5"/>
                    <a:pt x="67" y="5"/>
                    <a:pt x="67" y="5"/>
                  </a:cubicBezTo>
                  <a:cubicBezTo>
                    <a:pt x="67" y="2"/>
                    <a:pt x="65" y="0"/>
                    <a:pt x="62" y="0"/>
                  </a:cubicBezTo>
                  <a:close/>
                  <a:moveTo>
                    <a:pt x="64" y="59"/>
                  </a:moveTo>
                  <a:cubicBezTo>
                    <a:pt x="64" y="62"/>
                    <a:pt x="62" y="64"/>
                    <a:pt x="59" y="64"/>
                  </a:cubicBezTo>
                  <a:cubicBezTo>
                    <a:pt x="8" y="64"/>
                    <a:pt x="8" y="64"/>
                    <a:pt x="8" y="64"/>
                  </a:cubicBezTo>
                  <a:cubicBezTo>
                    <a:pt x="5" y="64"/>
                    <a:pt x="3" y="62"/>
                    <a:pt x="3" y="59"/>
                  </a:cubicBezTo>
                  <a:cubicBezTo>
                    <a:pt x="3" y="8"/>
                    <a:pt x="3" y="8"/>
                    <a:pt x="3" y="8"/>
                  </a:cubicBezTo>
                  <a:cubicBezTo>
                    <a:pt x="3" y="5"/>
                    <a:pt x="5" y="3"/>
                    <a:pt x="8" y="3"/>
                  </a:cubicBezTo>
                  <a:cubicBezTo>
                    <a:pt x="59" y="3"/>
                    <a:pt x="59" y="3"/>
                    <a:pt x="59" y="3"/>
                  </a:cubicBezTo>
                  <a:cubicBezTo>
                    <a:pt x="62" y="3"/>
                    <a:pt x="64" y="5"/>
                    <a:pt x="64" y="8"/>
                  </a:cubicBezTo>
                  <a:lnTo>
                    <a:pt x="64" y="59"/>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9" name="Freeform 25"/>
            <p:cNvSpPr>
              <a:spLocks noEditPoints="1"/>
            </p:cNvSpPr>
            <p:nvPr/>
          </p:nvSpPr>
          <p:spPr bwMode="auto">
            <a:xfrm>
              <a:off x="4987925" y="3535363"/>
              <a:ext cx="206375" cy="206375"/>
            </a:xfrm>
            <a:custGeom>
              <a:avLst/>
              <a:gdLst>
                <a:gd name="T0" fmla="*/ 50 w 55"/>
                <a:gd name="T1" fmla="*/ 0 h 55"/>
                <a:gd name="T2" fmla="*/ 4 w 55"/>
                <a:gd name="T3" fmla="*/ 0 h 55"/>
                <a:gd name="T4" fmla="*/ 0 w 55"/>
                <a:gd name="T5" fmla="*/ 4 h 55"/>
                <a:gd name="T6" fmla="*/ 0 w 55"/>
                <a:gd name="T7" fmla="*/ 51 h 55"/>
                <a:gd name="T8" fmla="*/ 4 w 55"/>
                <a:gd name="T9" fmla="*/ 55 h 55"/>
                <a:gd name="T10" fmla="*/ 50 w 55"/>
                <a:gd name="T11" fmla="*/ 55 h 55"/>
                <a:gd name="T12" fmla="*/ 55 w 55"/>
                <a:gd name="T13" fmla="*/ 51 h 55"/>
                <a:gd name="T14" fmla="*/ 55 w 55"/>
                <a:gd name="T15" fmla="*/ 4 h 55"/>
                <a:gd name="T16" fmla="*/ 50 w 55"/>
                <a:gd name="T17" fmla="*/ 0 h 55"/>
                <a:gd name="T18" fmla="*/ 41 w 55"/>
                <a:gd name="T19" fmla="*/ 30 h 55"/>
                <a:gd name="T20" fmla="*/ 19 w 55"/>
                <a:gd name="T21" fmla="*/ 43 h 55"/>
                <a:gd name="T22" fmla="*/ 16 w 55"/>
                <a:gd name="T23" fmla="*/ 43 h 55"/>
                <a:gd name="T24" fmla="*/ 15 w 55"/>
                <a:gd name="T25" fmla="*/ 41 h 55"/>
                <a:gd name="T26" fmla="*/ 15 w 55"/>
                <a:gd name="T27" fmla="*/ 15 h 55"/>
                <a:gd name="T28" fmla="*/ 16 w 55"/>
                <a:gd name="T29" fmla="*/ 13 h 55"/>
                <a:gd name="T30" fmla="*/ 19 w 55"/>
                <a:gd name="T31" fmla="*/ 13 h 55"/>
                <a:gd name="T32" fmla="*/ 41 w 55"/>
                <a:gd name="T33" fmla="*/ 26 h 55"/>
                <a:gd name="T34" fmla="*/ 42 w 55"/>
                <a:gd name="T35" fmla="*/ 28 h 55"/>
                <a:gd name="T36" fmla="*/ 41 w 55"/>
                <a:gd name="T37" fmla="*/ 3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5" h="55">
                  <a:moveTo>
                    <a:pt x="50" y="0"/>
                  </a:moveTo>
                  <a:cubicBezTo>
                    <a:pt x="4" y="0"/>
                    <a:pt x="4" y="0"/>
                    <a:pt x="4" y="0"/>
                  </a:cubicBezTo>
                  <a:cubicBezTo>
                    <a:pt x="2" y="0"/>
                    <a:pt x="0" y="2"/>
                    <a:pt x="0" y="4"/>
                  </a:cubicBezTo>
                  <a:cubicBezTo>
                    <a:pt x="0" y="51"/>
                    <a:pt x="0" y="51"/>
                    <a:pt x="0" y="51"/>
                  </a:cubicBezTo>
                  <a:cubicBezTo>
                    <a:pt x="0" y="53"/>
                    <a:pt x="2" y="55"/>
                    <a:pt x="4" y="55"/>
                  </a:cubicBezTo>
                  <a:cubicBezTo>
                    <a:pt x="50" y="55"/>
                    <a:pt x="50" y="55"/>
                    <a:pt x="50" y="55"/>
                  </a:cubicBezTo>
                  <a:cubicBezTo>
                    <a:pt x="53" y="55"/>
                    <a:pt x="55" y="53"/>
                    <a:pt x="55" y="51"/>
                  </a:cubicBezTo>
                  <a:cubicBezTo>
                    <a:pt x="55" y="4"/>
                    <a:pt x="55" y="4"/>
                    <a:pt x="55" y="4"/>
                  </a:cubicBezTo>
                  <a:cubicBezTo>
                    <a:pt x="55" y="2"/>
                    <a:pt x="53" y="0"/>
                    <a:pt x="50" y="0"/>
                  </a:cubicBezTo>
                  <a:close/>
                  <a:moveTo>
                    <a:pt x="41" y="30"/>
                  </a:moveTo>
                  <a:cubicBezTo>
                    <a:pt x="19" y="43"/>
                    <a:pt x="19" y="43"/>
                    <a:pt x="19" y="43"/>
                  </a:cubicBezTo>
                  <a:cubicBezTo>
                    <a:pt x="18" y="43"/>
                    <a:pt x="17" y="43"/>
                    <a:pt x="16" y="43"/>
                  </a:cubicBezTo>
                  <a:cubicBezTo>
                    <a:pt x="15" y="42"/>
                    <a:pt x="15" y="41"/>
                    <a:pt x="15" y="41"/>
                  </a:cubicBezTo>
                  <a:cubicBezTo>
                    <a:pt x="15" y="15"/>
                    <a:pt x="15" y="15"/>
                    <a:pt x="15" y="15"/>
                  </a:cubicBezTo>
                  <a:cubicBezTo>
                    <a:pt x="15" y="14"/>
                    <a:pt x="15" y="13"/>
                    <a:pt x="16" y="13"/>
                  </a:cubicBezTo>
                  <a:cubicBezTo>
                    <a:pt x="17" y="12"/>
                    <a:pt x="18" y="12"/>
                    <a:pt x="19" y="13"/>
                  </a:cubicBezTo>
                  <a:cubicBezTo>
                    <a:pt x="41" y="26"/>
                    <a:pt x="41" y="26"/>
                    <a:pt x="41" y="26"/>
                  </a:cubicBezTo>
                  <a:cubicBezTo>
                    <a:pt x="42" y="26"/>
                    <a:pt x="42" y="27"/>
                    <a:pt x="42" y="28"/>
                  </a:cubicBezTo>
                  <a:cubicBezTo>
                    <a:pt x="42" y="29"/>
                    <a:pt x="42" y="30"/>
                    <a:pt x="41" y="30"/>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3" name="组合 2"/>
          <p:cNvGrpSpPr/>
          <p:nvPr/>
        </p:nvGrpSpPr>
        <p:grpSpPr>
          <a:xfrm>
            <a:off x="972248" y="2228721"/>
            <a:ext cx="663654" cy="626676"/>
            <a:chOff x="1561306" y="1191420"/>
            <a:chExt cx="541338" cy="511175"/>
          </a:xfrm>
        </p:grpSpPr>
        <p:sp>
          <p:nvSpPr>
            <p:cNvPr id="30" name="Freeform 26"/>
            <p:cNvSpPr>
              <a:spLocks/>
            </p:cNvSpPr>
            <p:nvPr/>
          </p:nvSpPr>
          <p:spPr bwMode="auto">
            <a:xfrm>
              <a:off x="1561306" y="1199357"/>
              <a:ext cx="541338" cy="503238"/>
            </a:xfrm>
            <a:custGeom>
              <a:avLst/>
              <a:gdLst>
                <a:gd name="T0" fmla="*/ 341 w 341"/>
                <a:gd name="T1" fmla="*/ 187 h 317"/>
                <a:gd name="T2" fmla="*/ 211 w 341"/>
                <a:gd name="T3" fmla="*/ 317 h 317"/>
                <a:gd name="T4" fmla="*/ 0 w 341"/>
                <a:gd name="T5" fmla="*/ 109 h 317"/>
                <a:gd name="T6" fmla="*/ 17 w 341"/>
                <a:gd name="T7" fmla="*/ 2 h 317"/>
                <a:gd name="T8" fmla="*/ 128 w 341"/>
                <a:gd name="T9" fmla="*/ 0 h 317"/>
                <a:gd name="T10" fmla="*/ 173 w 341"/>
                <a:gd name="T11" fmla="*/ 45 h 317"/>
                <a:gd name="T12" fmla="*/ 203 w 341"/>
                <a:gd name="T13" fmla="*/ 52 h 317"/>
                <a:gd name="T14" fmla="*/ 341 w 341"/>
                <a:gd name="T15" fmla="*/ 187 h 3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1" h="317">
                  <a:moveTo>
                    <a:pt x="341" y="187"/>
                  </a:moveTo>
                  <a:lnTo>
                    <a:pt x="211" y="317"/>
                  </a:lnTo>
                  <a:lnTo>
                    <a:pt x="0" y="109"/>
                  </a:lnTo>
                  <a:lnTo>
                    <a:pt x="17" y="2"/>
                  </a:lnTo>
                  <a:lnTo>
                    <a:pt x="128" y="0"/>
                  </a:lnTo>
                  <a:lnTo>
                    <a:pt x="173" y="45"/>
                  </a:lnTo>
                  <a:lnTo>
                    <a:pt x="203" y="52"/>
                  </a:lnTo>
                  <a:lnTo>
                    <a:pt x="341" y="187"/>
                  </a:lnTo>
                  <a:close/>
                </a:path>
              </a:pathLst>
            </a:custGeom>
            <a:gradFill flip="none" rotWithShape="0">
              <a:gsLst>
                <a:gs pos="41000">
                  <a:schemeClr val="tx1">
                    <a:alpha val="10000"/>
                  </a:schemeClr>
                </a:gs>
                <a:gs pos="0">
                  <a:schemeClr val="bg1">
                    <a:lumMod val="65000"/>
                    <a:alpha val="66000"/>
                  </a:schemeClr>
                </a:gs>
                <a:gs pos="78000">
                  <a:schemeClr val="tx1">
                    <a:alpha val="0"/>
                  </a:schemeClr>
                </a:gs>
                <a:gs pos="100000">
                  <a:schemeClr val="tx1">
                    <a:alpha val="0"/>
                  </a:schemeClr>
                </a:gs>
              </a:gsLst>
              <a:lin ang="2700000" scaled="0"/>
              <a:tileRect/>
            </a:gradFill>
            <a:ln>
              <a:noFill/>
            </a:ln>
          </p:spPr>
          <p:txBody>
            <a:bodyPr vert="horz" wrap="square" lIns="91440" tIns="45720" rIns="91440" bIns="45720" numCol="1" anchor="t" anchorCtr="0" compatLnSpc="1">
              <a:prstTxWarp prst="textNoShape">
                <a:avLst/>
              </a:prstTxWarp>
              <a:noAutofit/>
            </a:bodyPr>
            <a:lstStyle/>
            <a:p>
              <a:endParaRPr lang="zh-CN" altLang="en-US"/>
            </a:p>
          </p:txBody>
        </p:sp>
        <p:sp>
          <p:nvSpPr>
            <p:cNvPr id="31" name="Freeform 27"/>
            <p:cNvSpPr>
              <a:spLocks noEditPoints="1"/>
            </p:cNvSpPr>
            <p:nvPr/>
          </p:nvSpPr>
          <p:spPr bwMode="auto">
            <a:xfrm>
              <a:off x="1685131" y="1266032"/>
              <a:ext cx="211138" cy="184150"/>
            </a:xfrm>
            <a:custGeom>
              <a:avLst/>
              <a:gdLst>
                <a:gd name="T0" fmla="*/ 54 w 56"/>
                <a:gd name="T1" fmla="*/ 32 h 49"/>
                <a:gd name="T2" fmla="*/ 54 w 56"/>
                <a:gd name="T3" fmla="*/ 32 h 49"/>
                <a:gd name="T4" fmla="*/ 54 w 56"/>
                <a:gd name="T5" fmla="*/ 7 h 49"/>
                <a:gd name="T6" fmla="*/ 48 w 56"/>
                <a:gd name="T7" fmla="*/ 0 h 49"/>
                <a:gd name="T8" fmla="*/ 26 w 56"/>
                <a:gd name="T9" fmla="*/ 0 h 49"/>
                <a:gd name="T10" fmla="*/ 26 w 56"/>
                <a:gd name="T11" fmla="*/ 14 h 49"/>
                <a:gd name="T12" fmla="*/ 19 w 56"/>
                <a:gd name="T13" fmla="*/ 21 h 49"/>
                <a:gd name="T14" fmla="*/ 16 w 56"/>
                <a:gd name="T15" fmla="*/ 21 h 49"/>
                <a:gd name="T16" fmla="*/ 16 w 56"/>
                <a:gd name="T17" fmla="*/ 21 h 49"/>
                <a:gd name="T18" fmla="*/ 13 w 56"/>
                <a:gd name="T19" fmla="*/ 24 h 49"/>
                <a:gd name="T20" fmla="*/ 10 w 56"/>
                <a:gd name="T21" fmla="*/ 21 h 49"/>
                <a:gd name="T22" fmla="*/ 10 w 56"/>
                <a:gd name="T23" fmla="*/ 21 h 49"/>
                <a:gd name="T24" fmla="*/ 0 w 56"/>
                <a:gd name="T25" fmla="*/ 21 h 49"/>
                <a:gd name="T26" fmla="*/ 0 w 56"/>
                <a:gd name="T27" fmla="*/ 32 h 49"/>
                <a:gd name="T28" fmla="*/ 6 w 56"/>
                <a:gd name="T29" fmla="*/ 39 h 49"/>
                <a:gd name="T30" fmla="*/ 45 w 56"/>
                <a:gd name="T31" fmla="*/ 39 h 49"/>
                <a:gd name="T32" fmla="*/ 56 w 56"/>
                <a:gd name="T33" fmla="*/ 49 h 49"/>
                <a:gd name="T34" fmla="*/ 54 w 56"/>
                <a:gd name="T35" fmla="*/ 32 h 49"/>
                <a:gd name="T36" fmla="*/ 27 w 56"/>
                <a:gd name="T37" fmla="*/ 24 h 49"/>
                <a:gd name="T38" fmla="*/ 24 w 56"/>
                <a:gd name="T39" fmla="*/ 21 h 49"/>
                <a:gd name="T40" fmla="*/ 27 w 56"/>
                <a:gd name="T41" fmla="*/ 18 h 49"/>
                <a:gd name="T42" fmla="*/ 30 w 56"/>
                <a:gd name="T43" fmla="*/ 21 h 49"/>
                <a:gd name="T44" fmla="*/ 27 w 56"/>
                <a:gd name="T45" fmla="*/ 24 h 49"/>
                <a:gd name="T46" fmla="*/ 42 w 56"/>
                <a:gd name="T47" fmla="*/ 24 h 49"/>
                <a:gd name="T48" fmla="*/ 39 w 56"/>
                <a:gd name="T49" fmla="*/ 21 h 49"/>
                <a:gd name="T50" fmla="*/ 42 w 56"/>
                <a:gd name="T51" fmla="*/ 18 h 49"/>
                <a:gd name="T52" fmla="*/ 45 w 56"/>
                <a:gd name="T53" fmla="*/ 21 h 49"/>
                <a:gd name="T54" fmla="*/ 42 w 56"/>
                <a:gd name="T55" fmla="*/ 2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6" h="49">
                  <a:moveTo>
                    <a:pt x="54" y="32"/>
                  </a:moveTo>
                  <a:cubicBezTo>
                    <a:pt x="54" y="32"/>
                    <a:pt x="54" y="32"/>
                    <a:pt x="54" y="32"/>
                  </a:cubicBezTo>
                  <a:cubicBezTo>
                    <a:pt x="54" y="7"/>
                    <a:pt x="54" y="7"/>
                    <a:pt x="54" y="7"/>
                  </a:cubicBezTo>
                  <a:cubicBezTo>
                    <a:pt x="54" y="3"/>
                    <a:pt x="51" y="0"/>
                    <a:pt x="48" y="0"/>
                  </a:cubicBezTo>
                  <a:cubicBezTo>
                    <a:pt x="26" y="0"/>
                    <a:pt x="26" y="0"/>
                    <a:pt x="26" y="0"/>
                  </a:cubicBezTo>
                  <a:cubicBezTo>
                    <a:pt x="26" y="14"/>
                    <a:pt x="26" y="14"/>
                    <a:pt x="26" y="14"/>
                  </a:cubicBezTo>
                  <a:cubicBezTo>
                    <a:pt x="26" y="18"/>
                    <a:pt x="23" y="21"/>
                    <a:pt x="19" y="21"/>
                  </a:cubicBezTo>
                  <a:cubicBezTo>
                    <a:pt x="16" y="21"/>
                    <a:pt x="16" y="21"/>
                    <a:pt x="16" y="21"/>
                  </a:cubicBezTo>
                  <a:cubicBezTo>
                    <a:pt x="16" y="21"/>
                    <a:pt x="16" y="21"/>
                    <a:pt x="16" y="21"/>
                  </a:cubicBezTo>
                  <a:cubicBezTo>
                    <a:pt x="16" y="23"/>
                    <a:pt x="15" y="24"/>
                    <a:pt x="13" y="24"/>
                  </a:cubicBezTo>
                  <a:cubicBezTo>
                    <a:pt x="12" y="24"/>
                    <a:pt x="10" y="23"/>
                    <a:pt x="10" y="21"/>
                  </a:cubicBezTo>
                  <a:cubicBezTo>
                    <a:pt x="10" y="21"/>
                    <a:pt x="10" y="21"/>
                    <a:pt x="10" y="21"/>
                  </a:cubicBezTo>
                  <a:cubicBezTo>
                    <a:pt x="0" y="21"/>
                    <a:pt x="0" y="21"/>
                    <a:pt x="0" y="21"/>
                  </a:cubicBezTo>
                  <a:cubicBezTo>
                    <a:pt x="0" y="32"/>
                    <a:pt x="0" y="32"/>
                    <a:pt x="0" y="32"/>
                  </a:cubicBezTo>
                  <a:cubicBezTo>
                    <a:pt x="0" y="36"/>
                    <a:pt x="3" y="39"/>
                    <a:pt x="6" y="39"/>
                  </a:cubicBezTo>
                  <a:cubicBezTo>
                    <a:pt x="45" y="39"/>
                    <a:pt x="45" y="39"/>
                    <a:pt x="45" y="39"/>
                  </a:cubicBezTo>
                  <a:cubicBezTo>
                    <a:pt x="56" y="49"/>
                    <a:pt x="56" y="49"/>
                    <a:pt x="56" y="49"/>
                  </a:cubicBezTo>
                  <a:lnTo>
                    <a:pt x="54" y="32"/>
                  </a:lnTo>
                  <a:close/>
                  <a:moveTo>
                    <a:pt x="27" y="24"/>
                  </a:moveTo>
                  <a:cubicBezTo>
                    <a:pt x="26" y="24"/>
                    <a:pt x="24" y="23"/>
                    <a:pt x="24" y="21"/>
                  </a:cubicBezTo>
                  <a:cubicBezTo>
                    <a:pt x="24" y="19"/>
                    <a:pt x="26" y="18"/>
                    <a:pt x="27" y="18"/>
                  </a:cubicBezTo>
                  <a:cubicBezTo>
                    <a:pt x="29" y="18"/>
                    <a:pt x="30" y="19"/>
                    <a:pt x="30" y="21"/>
                  </a:cubicBezTo>
                  <a:cubicBezTo>
                    <a:pt x="30" y="23"/>
                    <a:pt x="29" y="24"/>
                    <a:pt x="27" y="24"/>
                  </a:cubicBezTo>
                  <a:close/>
                  <a:moveTo>
                    <a:pt x="42" y="24"/>
                  </a:moveTo>
                  <a:cubicBezTo>
                    <a:pt x="40" y="24"/>
                    <a:pt x="39" y="23"/>
                    <a:pt x="39" y="21"/>
                  </a:cubicBezTo>
                  <a:cubicBezTo>
                    <a:pt x="39" y="19"/>
                    <a:pt x="40" y="18"/>
                    <a:pt x="42" y="18"/>
                  </a:cubicBezTo>
                  <a:cubicBezTo>
                    <a:pt x="43" y="18"/>
                    <a:pt x="45" y="19"/>
                    <a:pt x="45" y="21"/>
                  </a:cubicBezTo>
                  <a:cubicBezTo>
                    <a:pt x="45" y="23"/>
                    <a:pt x="43" y="24"/>
                    <a:pt x="42" y="24"/>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2" name="Freeform 28"/>
            <p:cNvSpPr>
              <a:spLocks noEditPoints="1"/>
            </p:cNvSpPr>
            <p:nvPr/>
          </p:nvSpPr>
          <p:spPr bwMode="auto">
            <a:xfrm>
              <a:off x="1561306" y="1191420"/>
              <a:ext cx="209550" cy="180975"/>
            </a:xfrm>
            <a:custGeom>
              <a:avLst/>
              <a:gdLst>
                <a:gd name="T0" fmla="*/ 50 w 56"/>
                <a:gd name="T1" fmla="*/ 0 h 48"/>
                <a:gd name="T2" fmla="*/ 8 w 56"/>
                <a:gd name="T3" fmla="*/ 0 h 48"/>
                <a:gd name="T4" fmla="*/ 2 w 56"/>
                <a:gd name="T5" fmla="*/ 6 h 48"/>
                <a:gd name="T6" fmla="*/ 2 w 56"/>
                <a:gd name="T7" fmla="*/ 32 h 48"/>
                <a:gd name="T8" fmla="*/ 2 w 56"/>
                <a:gd name="T9" fmla="*/ 33 h 48"/>
                <a:gd name="T10" fmla="*/ 0 w 56"/>
                <a:gd name="T11" fmla="*/ 48 h 48"/>
                <a:gd name="T12" fmla="*/ 10 w 56"/>
                <a:gd name="T13" fmla="*/ 38 h 48"/>
                <a:gd name="T14" fmla="*/ 50 w 56"/>
                <a:gd name="T15" fmla="*/ 38 h 48"/>
                <a:gd name="T16" fmla="*/ 56 w 56"/>
                <a:gd name="T17" fmla="*/ 32 h 48"/>
                <a:gd name="T18" fmla="*/ 56 w 56"/>
                <a:gd name="T19" fmla="*/ 6 h 48"/>
                <a:gd name="T20" fmla="*/ 50 w 56"/>
                <a:gd name="T21" fmla="*/ 0 h 48"/>
                <a:gd name="T22" fmla="*/ 14 w 56"/>
                <a:gd name="T23" fmla="*/ 23 h 48"/>
                <a:gd name="T24" fmla="*/ 11 w 56"/>
                <a:gd name="T25" fmla="*/ 19 h 48"/>
                <a:gd name="T26" fmla="*/ 14 w 56"/>
                <a:gd name="T27" fmla="*/ 15 h 48"/>
                <a:gd name="T28" fmla="*/ 18 w 56"/>
                <a:gd name="T29" fmla="*/ 19 h 48"/>
                <a:gd name="T30" fmla="*/ 14 w 56"/>
                <a:gd name="T31" fmla="*/ 23 h 48"/>
                <a:gd name="T32" fmla="*/ 29 w 56"/>
                <a:gd name="T33" fmla="*/ 23 h 48"/>
                <a:gd name="T34" fmla="*/ 25 w 56"/>
                <a:gd name="T35" fmla="*/ 19 h 48"/>
                <a:gd name="T36" fmla="*/ 29 w 56"/>
                <a:gd name="T37" fmla="*/ 15 h 48"/>
                <a:gd name="T38" fmla="*/ 32 w 56"/>
                <a:gd name="T39" fmla="*/ 19 h 48"/>
                <a:gd name="T40" fmla="*/ 29 w 56"/>
                <a:gd name="T41" fmla="*/ 23 h 48"/>
                <a:gd name="T42" fmla="*/ 43 w 56"/>
                <a:gd name="T43" fmla="*/ 23 h 48"/>
                <a:gd name="T44" fmla="*/ 39 w 56"/>
                <a:gd name="T45" fmla="*/ 19 h 48"/>
                <a:gd name="T46" fmla="*/ 43 w 56"/>
                <a:gd name="T47" fmla="*/ 15 h 48"/>
                <a:gd name="T48" fmla="*/ 47 w 56"/>
                <a:gd name="T49" fmla="*/ 19 h 48"/>
                <a:gd name="T50" fmla="*/ 43 w 56"/>
                <a:gd name="T51" fmla="*/ 23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6" h="48">
                  <a:moveTo>
                    <a:pt x="50" y="0"/>
                  </a:moveTo>
                  <a:cubicBezTo>
                    <a:pt x="8" y="0"/>
                    <a:pt x="8" y="0"/>
                    <a:pt x="8" y="0"/>
                  </a:cubicBezTo>
                  <a:cubicBezTo>
                    <a:pt x="5" y="0"/>
                    <a:pt x="2" y="3"/>
                    <a:pt x="2" y="6"/>
                  </a:cubicBezTo>
                  <a:cubicBezTo>
                    <a:pt x="2" y="32"/>
                    <a:pt x="2" y="32"/>
                    <a:pt x="2" y="32"/>
                  </a:cubicBezTo>
                  <a:cubicBezTo>
                    <a:pt x="2" y="32"/>
                    <a:pt x="2" y="32"/>
                    <a:pt x="2" y="33"/>
                  </a:cubicBezTo>
                  <a:cubicBezTo>
                    <a:pt x="0" y="48"/>
                    <a:pt x="0" y="48"/>
                    <a:pt x="0" y="48"/>
                  </a:cubicBezTo>
                  <a:cubicBezTo>
                    <a:pt x="10" y="38"/>
                    <a:pt x="10" y="38"/>
                    <a:pt x="10" y="38"/>
                  </a:cubicBezTo>
                  <a:cubicBezTo>
                    <a:pt x="50" y="38"/>
                    <a:pt x="50" y="38"/>
                    <a:pt x="50" y="38"/>
                  </a:cubicBezTo>
                  <a:cubicBezTo>
                    <a:pt x="53" y="38"/>
                    <a:pt x="56" y="35"/>
                    <a:pt x="56" y="32"/>
                  </a:cubicBezTo>
                  <a:cubicBezTo>
                    <a:pt x="56" y="6"/>
                    <a:pt x="56" y="6"/>
                    <a:pt x="56" y="6"/>
                  </a:cubicBezTo>
                  <a:cubicBezTo>
                    <a:pt x="56" y="3"/>
                    <a:pt x="53" y="0"/>
                    <a:pt x="50" y="0"/>
                  </a:cubicBezTo>
                  <a:close/>
                  <a:moveTo>
                    <a:pt x="14" y="23"/>
                  </a:moveTo>
                  <a:cubicBezTo>
                    <a:pt x="12" y="23"/>
                    <a:pt x="11" y="21"/>
                    <a:pt x="11" y="19"/>
                  </a:cubicBezTo>
                  <a:cubicBezTo>
                    <a:pt x="11" y="17"/>
                    <a:pt x="12" y="15"/>
                    <a:pt x="14" y="15"/>
                  </a:cubicBezTo>
                  <a:cubicBezTo>
                    <a:pt x="16" y="15"/>
                    <a:pt x="18" y="17"/>
                    <a:pt x="18" y="19"/>
                  </a:cubicBezTo>
                  <a:cubicBezTo>
                    <a:pt x="18" y="21"/>
                    <a:pt x="16" y="23"/>
                    <a:pt x="14" y="23"/>
                  </a:cubicBezTo>
                  <a:close/>
                  <a:moveTo>
                    <a:pt x="29" y="23"/>
                  </a:moveTo>
                  <a:cubicBezTo>
                    <a:pt x="26" y="23"/>
                    <a:pt x="25" y="21"/>
                    <a:pt x="25" y="19"/>
                  </a:cubicBezTo>
                  <a:cubicBezTo>
                    <a:pt x="25" y="17"/>
                    <a:pt x="26" y="15"/>
                    <a:pt x="29" y="15"/>
                  </a:cubicBezTo>
                  <a:cubicBezTo>
                    <a:pt x="31" y="15"/>
                    <a:pt x="32" y="17"/>
                    <a:pt x="32" y="19"/>
                  </a:cubicBezTo>
                  <a:cubicBezTo>
                    <a:pt x="32" y="21"/>
                    <a:pt x="31" y="23"/>
                    <a:pt x="29" y="23"/>
                  </a:cubicBezTo>
                  <a:close/>
                  <a:moveTo>
                    <a:pt x="43" y="23"/>
                  </a:moveTo>
                  <a:cubicBezTo>
                    <a:pt x="41" y="23"/>
                    <a:pt x="39" y="21"/>
                    <a:pt x="39" y="19"/>
                  </a:cubicBezTo>
                  <a:cubicBezTo>
                    <a:pt x="39" y="17"/>
                    <a:pt x="41" y="15"/>
                    <a:pt x="43" y="15"/>
                  </a:cubicBezTo>
                  <a:cubicBezTo>
                    <a:pt x="45" y="15"/>
                    <a:pt x="47" y="17"/>
                    <a:pt x="47" y="19"/>
                  </a:cubicBezTo>
                  <a:cubicBezTo>
                    <a:pt x="47" y="21"/>
                    <a:pt x="45" y="23"/>
                    <a:pt x="43" y="23"/>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4" name="组合 3"/>
          <p:cNvGrpSpPr/>
          <p:nvPr/>
        </p:nvGrpSpPr>
        <p:grpSpPr>
          <a:xfrm>
            <a:off x="2384644" y="2463485"/>
            <a:ext cx="589699" cy="589699"/>
            <a:chOff x="3159125" y="1349375"/>
            <a:chExt cx="481013" cy="481013"/>
          </a:xfrm>
        </p:grpSpPr>
        <p:sp>
          <p:nvSpPr>
            <p:cNvPr id="33" name="Freeform 29"/>
            <p:cNvSpPr>
              <a:spLocks/>
            </p:cNvSpPr>
            <p:nvPr/>
          </p:nvSpPr>
          <p:spPr bwMode="auto">
            <a:xfrm>
              <a:off x="3159125" y="1357313"/>
              <a:ext cx="481013" cy="473075"/>
            </a:xfrm>
            <a:custGeom>
              <a:avLst/>
              <a:gdLst>
                <a:gd name="T0" fmla="*/ 303 w 303"/>
                <a:gd name="T1" fmla="*/ 159 h 298"/>
                <a:gd name="T2" fmla="*/ 166 w 303"/>
                <a:gd name="T3" fmla="*/ 298 h 298"/>
                <a:gd name="T4" fmla="*/ 0 w 303"/>
                <a:gd name="T5" fmla="*/ 133 h 298"/>
                <a:gd name="T6" fmla="*/ 5 w 303"/>
                <a:gd name="T7" fmla="*/ 28 h 298"/>
                <a:gd name="T8" fmla="*/ 59 w 303"/>
                <a:gd name="T9" fmla="*/ 26 h 298"/>
                <a:gd name="T10" fmla="*/ 66 w 303"/>
                <a:gd name="T11" fmla="*/ 0 h 298"/>
                <a:gd name="T12" fmla="*/ 116 w 303"/>
                <a:gd name="T13" fmla="*/ 2 h 298"/>
                <a:gd name="T14" fmla="*/ 118 w 303"/>
                <a:gd name="T15" fmla="*/ 26 h 298"/>
                <a:gd name="T16" fmla="*/ 168 w 303"/>
                <a:gd name="T17" fmla="*/ 24 h 298"/>
                <a:gd name="T18" fmla="*/ 303 w 303"/>
                <a:gd name="T19" fmla="*/ 159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3" h="298">
                  <a:moveTo>
                    <a:pt x="303" y="159"/>
                  </a:moveTo>
                  <a:lnTo>
                    <a:pt x="166" y="298"/>
                  </a:lnTo>
                  <a:lnTo>
                    <a:pt x="0" y="133"/>
                  </a:lnTo>
                  <a:lnTo>
                    <a:pt x="5" y="28"/>
                  </a:lnTo>
                  <a:lnTo>
                    <a:pt x="59" y="26"/>
                  </a:lnTo>
                  <a:lnTo>
                    <a:pt x="66" y="0"/>
                  </a:lnTo>
                  <a:lnTo>
                    <a:pt x="116" y="2"/>
                  </a:lnTo>
                  <a:lnTo>
                    <a:pt x="118" y="26"/>
                  </a:lnTo>
                  <a:lnTo>
                    <a:pt x="168" y="24"/>
                  </a:lnTo>
                  <a:lnTo>
                    <a:pt x="303" y="159"/>
                  </a:lnTo>
                  <a:close/>
                </a:path>
              </a:pathLst>
            </a:custGeom>
            <a:gradFill flip="none" rotWithShape="0">
              <a:gsLst>
                <a:gs pos="41000">
                  <a:schemeClr val="tx1">
                    <a:alpha val="10000"/>
                  </a:schemeClr>
                </a:gs>
                <a:gs pos="0">
                  <a:schemeClr val="bg1">
                    <a:lumMod val="65000"/>
                    <a:alpha val="66000"/>
                  </a:schemeClr>
                </a:gs>
                <a:gs pos="78000">
                  <a:schemeClr val="tx1">
                    <a:alpha val="0"/>
                  </a:schemeClr>
                </a:gs>
                <a:gs pos="100000">
                  <a:schemeClr val="tx1">
                    <a:alpha val="0"/>
                  </a:schemeClr>
                </a:gs>
              </a:gsLst>
              <a:lin ang="2700000" scaled="0"/>
              <a:tileRect/>
            </a:gradFill>
            <a:ln>
              <a:noFill/>
            </a:ln>
          </p:spPr>
          <p:txBody>
            <a:bodyPr vert="horz" wrap="square" lIns="91440" tIns="45720" rIns="91440" bIns="45720" numCol="1" anchor="t" anchorCtr="0" compatLnSpc="1">
              <a:prstTxWarp prst="textNoShape">
                <a:avLst/>
              </a:prstTxWarp>
              <a:noAutofit/>
            </a:bodyPr>
            <a:lstStyle/>
            <a:p>
              <a:endParaRPr lang="zh-CN" altLang="en-US"/>
            </a:p>
          </p:txBody>
        </p:sp>
        <p:sp>
          <p:nvSpPr>
            <p:cNvPr id="34" name="Freeform 30"/>
            <p:cNvSpPr>
              <a:spLocks noEditPoints="1"/>
            </p:cNvSpPr>
            <p:nvPr/>
          </p:nvSpPr>
          <p:spPr bwMode="auto">
            <a:xfrm>
              <a:off x="3246438" y="1428750"/>
              <a:ext cx="112713" cy="112713"/>
            </a:xfrm>
            <a:custGeom>
              <a:avLst/>
              <a:gdLst>
                <a:gd name="T0" fmla="*/ 15 w 30"/>
                <a:gd name="T1" fmla="*/ 0 h 30"/>
                <a:gd name="T2" fmla="*/ 0 w 30"/>
                <a:gd name="T3" fmla="*/ 15 h 30"/>
                <a:gd name="T4" fmla="*/ 15 w 30"/>
                <a:gd name="T5" fmla="*/ 30 h 30"/>
                <a:gd name="T6" fmla="*/ 30 w 30"/>
                <a:gd name="T7" fmla="*/ 15 h 30"/>
                <a:gd name="T8" fmla="*/ 15 w 30"/>
                <a:gd name="T9" fmla="*/ 0 h 30"/>
                <a:gd name="T10" fmla="*/ 15 w 30"/>
                <a:gd name="T11" fmla="*/ 27 h 30"/>
                <a:gd name="T12" fmla="*/ 3 w 30"/>
                <a:gd name="T13" fmla="*/ 15 h 30"/>
                <a:gd name="T14" fmla="*/ 15 w 30"/>
                <a:gd name="T15" fmla="*/ 3 h 30"/>
                <a:gd name="T16" fmla="*/ 27 w 30"/>
                <a:gd name="T17" fmla="*/ 15 h 30"/>
                <a:gd name="T18" fmla="*/ 15 w 30"/>
                <a:gd name="T19" fmla="*/ 2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30">
                  <a:moveTo>
                    <a:pt x="15" y="0"/>
                  </a:moveTo>
                  <a:cubicBezTo>
                    <a:pt x="7" y="0"/>
                    <a:pt x="0" y="7"/>
                    <a:pt x="0" y="15"/>
                  </a:cubicBezTo>
                  <a:cubicBezTo>
                    <a:pt x="0" y="23"/>
                    <a:pt x="7" y="30"/>
                    <a:pt x="15" y="30"/>
                  </a:cubicBezTo>
                  <a:cubicBezTo>
                    <a:pt x="24" y="30"/>
                    <a:pt x="30" y="23"/>
                    <a:pt x="30" y="15"/>
                  </a:cubicBezTo>
                  <a:cubicBezTo>
                    <a:pt x="30" y="7"/>
                    <a:pt x="24" y="0"/>
                    <a:pt x="15" y="0"/>
                  </a:cubicBezTo>
                  <a:close/>
                  <a:moveTo>
                    <a:pt x="15" y="27"/>
                  </a:moveTo>
                  <a:cubicBezTo>
                    <a:pt x="9" y="27"/>
                    <a:pt x="3" y="22"/>
                    <a:pt x="3" y="15"/>
                  </a:cubicBezTo>
                  <a:cubicBezTo>
                    <a:pt x="3" y="8"/>
                    <a:pt x="9" y="3"/>
                    <a:pt x="15" y="3"/>
                  </a:cubicBezTo>
                  <a:cubicBezTo>
                    <a:pt x="22" y="3"/>
                    <a:pt x="27" y="8"/>
                    <a:pt x="27" y="15"/>
                  </a:cubicBezTo>
                  <a:cubicBezTo>
                    <a:pt x="27" y="22"/>
                    <a:pt x="22" y="27"/>
                    <a:pt x="15" y="27"/>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5" name="Freeform 31"/>
            <p:cNvSpPr>
              <a:spLocks noEditPoints="1"/>
            </p:cNvSpPr>
            <p:nvPr/>
          </p:nvSpPr>
          <p:spPr bwMode="auto">
            <a:xfrm>
              <a:off x="3159125" y="1349375"/>
              <a:ext cx="274638" cy="225425"/>
            </a:xfrm>
            <a:custGeom>
              <a:avLst/>
              <a:gdLst>
                <a:gd name="T0" fmla="*/ 68 w 73"/>
                <a:gd name="T1" fmla="*/ 11 h 60"/>
                <a:gd name="T2" fmla="*/ 52 w 73"/>
                <a:gd name="T3" fmla="*/ 11 h 60"/>
                <a:gd name="T4" fmla="*/ 52 w 73"/>
                <a:gd name="T5" fmla="*/ 4 h 60"/>
                <a:gd name="T6" fmla="*/ 48 w 73"/>
                <a:gd name="T7" fmla="*/ 0 h 60"/>
                <a:gd name="T8" fmla="*/ 29 w 73"/>
                <a:gd name="T9" fmla="*/ 0 h 60"/>
                <a:gd name="T10" fmla="*/ 25 w 73"/>
                <a:gd name="T11" fmla="*/ 4 h 60"/>
                <a:gd name="T12" fmla="*/ 25 w 73"/>
                <a:gd name="T13" fmla="*/ 11 h 60"/>
                <a:gd name="T14" fmla="*/ 21 w 73"/>
                <a:gd name="T15" fmla="*/ 11 h 60"/>
                <a:gd name="T16" fmla="*/ 21 w 73"/>
                <a:gd name="T17" fmla="*/ 11 h 60"/>
                <a:gd name="T18" fmla="*/ 18 w 73"/>
                <a:gd name="T19" fmla="*/ 7 h 60"/>
                <a:gd name="T20" fmla="*/ 9 w 73"/>
                <a:gd name="T21" fmla="*/ 7 h 60"/>
                <a:gd name="T22" fmla="*/ 6 w 73"/>
                <a:gd name="T23" fmla="*/ 11 h 60"/>
                <a:gd name="T24" fmla="*/ 6 w 73"/>
                <a:gd name="T25" fmla="*/ 11 h 60"/>
                <a:gd name="T26" fmla="*/ 4 w 73"/>
                <a:gd name="T27" fmla="*/ 11 h 60"/>
                <a:gd name="T28" fmla="*/ 0 w 73"/>
                <a:gd name="T29" fmla="*/ 15 h 60"/>
                <a:gd name="T30" fmla="*/ 0 w 73"/>
                <a:gd name="T31" fmla="*/ 55 h 60"/>
                <a:gd name="T32" fmla="*/ 4 w 73"/>
                <a:gd name="T33" fmla="*/ 60 h 60"/>
                <a:gd name="T34" fmla="*/ 68 w 73"/>
                <a:gd name="T35" fmla="*/ 60 h 60"/>
                <a:gd name="T36" fmla="*/ 73 w 73"/>
                <a:gd name="T37" fmla="*/ 55 h 60"/>
                <a:gd name="T38" fmla="*/ 73 w 73"/>
                <a:gd name="T39" fmla="*/ 15 h 60"/>
                <a:gd name="T40" fmla="*/ 68 w 73"/>
                <a:gd name="T41" fmla="*/ 11 h 60"/>
                <a:gd name="T42" fmla="*/ 16 w 73"/>
                <a:gd name="T43" fmla="*/ 21 h 60"/>
                <a:gd name="T44" fmla="*/ 8 w 73"/>
                <a:gd name="T45" fmla="*/ 21 h 60"/>
                <a:gd name="T46" fmla="*/ 5 w 73"/>
                <a:gd name="T47" fmla="*/ 19 h 60"/>
                <a:gd name="T48" fmla="*/ 8 w 73"/>
                <a:gd name="T49" fmla="*/ 16 h 60"/>
                <a:gd name="T50" fmla="*/ 16 w 73"/>
                <a:gd name="T51" fmla="*/ 16 h 60"/>
                <a:gd name="T52" fmla="*/ 18 w 73"/>
                <a:gd name="T53" fmla="*/ 19 h 60"/>
                <a:gd name="T54" fmla="*/ 16 w 73"/>
                <a:gd name="T55" fmla="*/ 21 h 60"/>
                <a:gd name="T56" fmla="*/ 31 w 73"/>
                <a:gd name="T57" fmla="*/ 4 h 60"/>
                <a:gd name="T58" fmla="*/ 46 w 73"/>
                <a:gd name="T59" fmla="*/ 4 h 60"/>
                <a:gd name="T60" fmla="*/ 47 w 73"/>
                <a:gd name="T61" fmla="*/ 6 h 60"/>
                <a:gd name="T62" fmla="*/ 46 w 73"/>
                <a:gd name="T63" fmla="*/ 7 h 60"/>
                <a:gd name="T64" fmla="*/ 31 w 73"/>
                <a:gd name="T65" fmla="*/ 7 h 60"/>
                <a:gd name="T66" fmla="*/ 30 w 73"/>
                <a:gd name="T67" fmla="*/ 6 h 60"/>
                <a:gd name="T68" fmla="*/ 31 w 73"/>
                <a:gd name="T69" fmla="*/ 4 h 60"/>
                <a:gd name="T70" fmla="*/ 38 w 73"/>
                <a:gd name="T71" fmla="*/ 54 h 60"/>
                <a:gd name="T72" fmla="*/ 20 w 73"/>
                <a:gd name="T73" fmla="*/ 36 h 60"/>
                <a:gd name="T74" fmla="*/ 38 w 73"/>
                <a:gd name="T75" fmla="*/ 18 h 60"/>
                <a:gd name="T76" fmla="*/ 56 w 73"/>
                <a:gd name="T77" fmla="*/ 36 h 60"/>
                <a:gd name="T78" fmla="*/ 38 w 73"/>
                <a:gd name="T79" fmla="*/ 54 h 60"/>
                <a:gd name="T80" fmla="*/ 65 w 73"/>
                <a:gd name="T81" fmla="*/ 21 h 60"/>
                <a:gd name="T82" fmla="*/ 62 w 73"/>
                <a:gd name="T83" fmla="*/ 18 h 60"/>
                <a:gd name="T84" fmla="*/ 65 w 73"/>
                <a:gd name="T85" fmla="*/ 16 h 60"/>
                <a:gd name="T86" fmla="*/ 68 w 73"/>
                <a:gd name="T87" fmla="*/ 18 h 60"/>
                <a:gd name="T88" fmla="*/ 65 w 73"/>
                <a:gd name="T89" fmla="*/ 21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3" h="60">
                  <a:moveTo>
                    <a:pt x="68" y="11"/>
                  </a:moveTo>
                  <a:cubicBezTo>
                    <a:pt x="52" y="11"/>
                    <a:pt x="52" y="11"/>
                    <a:pt x="52" y="11"/>
                  </a:cubicBezTo>
                  <a:cubicBezTo>
                    <a:pt x="52" y="4"/>
                    <a:pt x="52" y="4"/>
                    <a:pt x="52" y="4"/>
                  </a:cubicBezTo>
                  <a:cubicBezTo>
                    <a:pt x="52" y="2"/>
                    <a:pt x="50" y="0"/>
                    <a:pt x="48" y="0"/>
                  </a:cubicBezTo>
                  <a:cubicBezTo>
                    <a:pt x="29" y="0"/>
                    <a:pt x="29" y="0"/>
                    <a:pt x="29" y="0"/>
                  </a:cubicBezTo>
                  <a:cubicBezTo>
                    <a:pt x="27" y="0"/>
                    <a:pt x="25" y="2"/>
                    <a:pt x="25" y="4"/>
                  </a:cubicBezTo>
                  <a:cubicBezTo>
                    <a:pt x="25" y="11"/>
                    <a:pt x="25" y="11"/>
                    <a:pt x="25" y="11"/>
                  </a:cubicBezTo>
                  <a:cubicBezTo>
                    <a:pt x="21" y="11"/>
                    <a:pt x="21" y="11"/>
                    <a:pt x="21" y="11"/>
                  </a:cubicBezTo>
                  <a:cubicBezTo>
                    <a:pt x="21" y="11"/>
                    <a:pt x="21" y="11"/>
                    <a:pt x="21" y="11"/>
                  </a:cubicBezTo>
                  <a:cubicBezTo>
                    <a:pt x="21" y="10"/>
                    <a:pt x="20" y="7"/>
                    <a:pt x="18" y="7"/>
                  </a:cubicBezTo>
                  <a:cubicBezTo>
                    <a:pt x="9" y="7"/>
                    <a:pt x="9" y="7"/>
                    <a:pt x="9" y="7"/>
                  </a:cubicBezTo>
                  <a:cubicBezTo>
                    <a:pt x="8" y="7"/>
                    <a:pt x="6" y="10"/>
                    <a:pt x="6" y="11"/>
                  </a:cubicBezTo>
                  <a:cubicBezTo>
                    <a:pt x="6" y="11"/>
                    <a:pt x="6" y="11"/>
                    <a:pt x="6" y="11"/>
                  </a:cubicBezTo>
                  <a:cubicBezTo>
                    <a:pt x="4" y="11"/>
                    <a:pt x="4" y="11"/>
                    <a:pt x="4" y="11"/>
                  </a:cubicBezTo>
                  <a:cubicBezTo>
                    <a:pt x="2" y="11"/>
                    <a:pt x="0" y="13"/>
                    <a:pt x="0" y="15"/>
                  </a:cubicBezTo>
                  <a:cubicBezTo>
                    <a:pt x="0" y="55"/>
                    <a:pt x="0" y="55"/>
                    <a:pt x="0" y="55"/>
                  </a:cubicBezTo>
                  <a:cubicBezTo>
                    <a:pt x="0" y="58"/>
                    <a:pt x="2" y="60"/>
                    <a:pt x="4" y="60"/>
                  </a:cubicBezTo>
                  <a:cubicBezTo>
                    <a:pt x="68" y="60"/>
                    <a:pt x="68" y="60"/>
                    <a:pt x="68" y="60"/>
                  </a:cubicBezTo>
                  <a:cubicBezTo>
                    <a:pt x="71" y="60"/>
                    <a:pt x="73" y="58"/>
                    <a:pt x="73" y="55"/>
                  </a:cubicBezTo>
                  <a:cubicBezTo>
                    <a:pt x="73" y="15"/>
                    <a:pt x="73" y="15"/>
                    <a:pt x="73" y="15"/>
                  </a:cubicBezTo>
                  <a:cubicBezTo>
                    <a:pt x="73" y="13"/>
                    <a:pt x="71" y="11"/>
                    <a:pt x="68" y="11"/>
                  </a:cubicBezTo>
                  <a:close/>
                  <a:moveTo>
                    <a:pt x="16" y="21"/>
                  </a:moveTo>
                  <a:cubicBezTo>
                    <a:pt x="8" y="21"/>
                    <a:pt x="8" y="21"/>
                    <a:pt x="8" y="21"/>
                  </a:cubicBezTo>
                  <a:cubicBezTo>
                    <a:pt x="6" y="21"/>
                    <a:pt x="5" y="20"/>
                    <a:pt x="5" y="19"/>
                  </a:cubicBezTo>
                  <a:cubicBezTo>
                    <a:pt x="5" y="17"/>
                    <a:pt x="6" y="16"/>
                    <a:pt x="8" y="16"/>
                  </a:cubicBezTo>
                  <a:cubicBezTo>
                    <a:pt x="16" y="16"/>
                    <a:pt x="16" y="16"/>
                    <a:pt x="16" y="16"/>
                  </a:cubicBezTo>
                  <a:cubicBezTo>
                    <a:pt x="17" y="16"/>
                    <a:pt x="18" y="17"/>
                    <a:pt x="18" y="19"/>
                  </a:cubicBezTo>
                  <a:cubicBezTo>
                    <a:pt x="18" y="20"/>
                    <a:pt x="17" y="21"/>
                    <a:pt x="16" y="21"/>
                  </a:cubicBezTo>
                  <a:close/>
                  <a:moveTo>
                    <a:pt x="31" y="4"/>
                  </a:moveTo>
                  <a:cubicBezTo>
                    <a:pt x="46" y="4"/>
                    <a:pt x="46" y="4"/>
                    <a:pt x="46" y="4"/>
                  </a:cubicBezTo>
                  <a:cubicBezTo>
                    <a:pt x="46" y="4"/>
                    <a:pt x="47" y="5"/>
                    <a:pt x="47" y="6"/>
                  </a:cubicBezTo>
                  <a:cubicBezTo>
                    <a:pt x="47" y="6"/>
                    <a:pt x="46" y="7"/>
                    <a:pt x="46" y="7"/>
                  </a:cubicBezTo>
                  <a:cubicBezTo>
                    <a:pt x="31" y="7"/>
                    <a:pt x="31" y="7"/>
                    <a:pt x="31" y="7"/>
                  </a:cubicBezTo>
                  <a:cubicBezTo>
                    <a:pt x="31" y="7"/>
                    <a:pt x="30" y="6"/>
                    <a:pt x="30" y="6"/>
                  </a:cubicBezTo>
                  <a:cubicBezTo>
                    <a:pt x="30" y="5"/>
                    <a:pt x="31" y="4"/>
                    <a:pt x="31" y="4"/>
                  </a:cubicBezTo>
                  <a:close/>
                  <a:moveTo>
                    <a:pt x="38" y="54"/>
                  </a:moveTo>
                  <a:cubicBezTo>
                    <a:pt x="28" y="54"/>
                    <a:pt x="20" y="46"/>
                    <a:pt x="20" y="36"/>
                  </a:cubicBezTo>
                  <a:cubicBezTo>
                    <a:pt x="20" y="26"/>
                    <a:pt x="28" y="18"/>
                    <a:pt x="38" y="18"/>
                  </a:cubicBezTo>
                  <a:cubicBezTo>
                    <a:pt x="48" y="18"/>
                    <a:pt x="56" y="26"/>
                    <a:pt x="56" y="36"/>
                  </a:cubicBezTo>
                  <a:cubicBezTo>
                    <a:pt x="56" y="46"/>
                    <a:pt x="48" y="54"/>
                    <a:pt x="38" y="54"/>
                  </a:cubicBezTo>
                  <a:close/>
                  <a:moveTo>
                    <a:pt x="65" y="21"/>
                  </a:moveTo>
                  <a:cubicBezTo>
                    <a:pt x="64" y="21"/>
                    <a:pt x="62" y="20"/>
                    <a:pt x="62" y="18"/>
                  </a:cubicBezTo>
                  <a:cubicBezTo>
                    <a:pt x="62" y="17"/>
                    <a:pt x="64" y="16"/>
                    <a:pt x="65" y="16"/>
                  </a:cubicBezTo>
                  <a:cubicBezTo>
                    <a:pt x="67" y="16"/>
                    <a:pt x="68" y="17"/>
                    <a:pt x="68" y="18"/>
                  </a:cubicBezTo>
                  <a:cubicBezTo>
                    <a:pt x="68" y="20"/>
                    <a:pt x="67" y="21"/>
                    <a:pt x="65" y="21"/>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5" name="组合 4"/>
          <p:cNvGrpSpPr/>
          <p:nvPr/>
        </p:nvGrpSpPr>
        <p:grpSpPr>
          <a:xfrm>
            <a:off x="3497365" y="3354094"/>
            <a:ext cx="574129" cy="562452"/>
            <a:chOff x="4286250" y="2416175"/>
            <a:chExt cx="468313" cy="458788"/>
          </a:xfrm>
        </p:grpSpPr>
        <p:sp>
          <p:nvSpPr>
            <p:cNvPr id="36" name="Freeform 32"/>
            <p:cNvSpPr>
              <a:spLocks/>
            </p:cNvSpPr>
            <p:nvPr/>
          </p:nvSpPr>
          <p:spPr bwMode="auto">
            <a:xfrm>
              <a:off x="4289425" y="2419350"/>
              <a:ext cx="465138" cy="455613"/>
            </a:xfrm>
            <a:custGeom>
              <a:avLst/>
              <a:gdLst>
                <a:gd name="T0" fmla="*/ 293 w 293"/>
                <a:gd name="T1" fmla="*/ 157 h 287"/>
                <a:gd name="T2" fmla="*/ 163 w 293"/>
                <a:gd name="T3" fmla="*/ 287 h 287"/>
                <a:gd name="T4" fmla="*/ 0 w 293"/>
                <a:gd name="T5" fmla="*/ 123 h 287"/>
                <a:gd name="T6" fmla="*/ 28 w 293"/>
                <a:gd name="T7" fmla="*/ 104 h 287"/>
                <a:gd name="T8" fmla="*/ 33 w 293"/>
                <a:gd name="T9" fmla="*/ 5 h 287"/>
                <a:gd name="T10" fmla="*/ 137 w 293"/>
                <a:gd name="T11" fmla="*/ 0 h 287"/>
                <a:gd name="T12" fmla="*/ 293 w 293"/>
                <a:gd name="T13" fmla="*/ 157 h 287"/>
              </a:gdLst>
              <a:ahLst/>
              <a:cxnLst>
                <a:cxn ang="0">
                  <a:pos x="T0" y="T1"/>
                </a:cxn>
                <a:cxn ang="0">
                  <a:pos x="T2" y="T3"/>
                </a:cxn>
                <a:cxn ang="0">
                  <a:pos x="T4" y="T5"/>
                </a:cxn>
                <a:cxn ang="0">
                  <a:pos x="T6" y="T7"/>
                </a:cxn>
                <a:cxn ang="0">
                  <a:pos x="T8" y="T9"/>
                </a:cxn>
                <a:cxn ang="0">
                  <a:pos x="T10" y="T11"/>
                </a:cxn>
                <a:cxn ang="0">
                  <a:pos x="T12" y="T13"/>
                </a:cxn>
              </a:cxnLst>
              <a:rect l="0" t="0" r="r" b="b"/>
              <a:pathLst>
                <a:path w="293" h="287">
                  <a:moveTo>
                    <a:pt x="293" y="157"/>
                  </a:moveTo>
                  <a:lnTo>
                    <a:pt x="163" y="287"/>
                  </a:lnTo>
                  <a:lnTo>
                    <a:pt x="0" y="123"/>
                  </a:lnTo>
                  <a:lnTo>
                    <a:pt x="28" y="104"/>
                  </a:lnTo>
                  <a:lnTo>
                    <a:pt x="33" y="5"/>
                  </a:lnTo>
                  <a:lnTo>
                    <a:pt x="137" y="0"/>
                  </a:lnTo>
                  <a:lnTo>
                    <a:pt x="293" y="157"/>
                  </a:lnTo>
                  <a:close/>
                </a:path>
              </a:pathLst>
            </a:custGeom>
            <a:gradFill flip="none" rotWithShape="0">
              <a:gsLst>
                <a:gs pos="41000">
                  <a:schemeClr val="tx1">
                    <a:alpha val="10000"/>
                  </a:schemeClr>
                </a:gs>
                <a:gs pos="0">
                  <a:schemeClr val="bg1">
                    <a:lumMod val="65000"/>
                    <a:alpha val="66000"/>
                  </a:schemeClr>
                </a:gs>
                <a:gs pos="78000">
                  <a:schemeClr val="tx1">
                    <a:alpha val="0"/>
                  </a:schemeClr>
                </a:gs>
                <a:gs pos="100000">
                  <a:schemeClr val="tx1">
                    <a:alpha val="0"/>
                  </a:schemeClr>
                </a:gs>
              </a:gsLst>
              <a:lin ang="2700000" scaled="0"/>
              <a:tileRect/>
            </a:gradFill>
            <a:ln>
              <a:noFill/>
            </a:ln>
          </p:spPr>
          <p:txBody>
            <a:bodyPr vert="horz" wrap="square" lIns="91440" tIns="45720" rIns="91440" bIns="45720" numCol="1" anchor="t" anchorCtr="0" compatLnSpc="1">
              <a:prstTxWarp prst="textNoShape">
                <a:avLst/>
              </a:prstTxWarp>
              <a:noAutofit/>
            </a:bodyPr>
            <a:lstStyle/>
            <a:p>
              <a:endParaRPr lang="zh-CN" altLang="en-US"/>
            </a:p>
          </p:txBody>
        </p:sp>
        <p:sp>
          <p:nvSpPr>
            <p:cNvPr id="37" name="Freeform 33"/>
            <p:cNvSpPr>
              <a:spLocks noEditPoints="1"/>
            </p:cNvSpPr>
            <p:nvPr/>
          </p:nvSpPr>
          <p:spPr bwMode="auto">
            <a:xfrm>
              <a:off x="4286250" y="2416175"/>
              <a:ext cx="228600" cy="211138"/>
            </a:xfrm>
            <a:custGeom>
              <a:avLst/>
              <a:gdLst>
                <a:gd name="T0" fmla="*/ 56 w 61"/>
                <a:gd name="T1" fmla="*/ 0 h 56"/>
                <a:gd name="T2" fmla="*/ 17 w 61"/>
                <a:gd name="T3" fmla="*/ 0 h 56"/>
                <a:gd name="T4" fmla="*/ 13 w 61"/>
                <a:gd name="T5" fmla="*/ 5 h 56"/>
                <a:gd name="T6" fmla="*/ 13 w 61"/>
                <a:gd name="T7" fmla="*/ 7 h 56"/>
                <a:gd name="T8" fmla="*/ 13 w 61"/>
                <a:gd name="T9" fmla="*/ 9 h 56"/>
                <a:gd name="T10" fmla="*/ 13 w 61"/>
                <a:gd name="T11" fmla="*/ 45 h 56"/>
                <a:gd name="T12" fmla="*/ 8 w 61"/>
                <a:gd name="T13" fmla="*/ 44 h 56"/>
                <a:gd name="T14" fmla="*/ 0 w 61"/>
                <a:gd name="T15" fmla="*/ 50 h 56"/>
                <a:gd name="T16" fmla="*/ 8 w 61"/>
                <a:gd name="T17" fmla="*/ 56 h 56"/>
                <a:gd name="T18" fmla="*/ 16 w 61"/>
                <a:gd name="T19" fmla="*/ 50 h 56"/>
                <a:gd name="T20" fmla="*/ 16 w 61"/>
                <a:gd name="T21" fmla="*/ 50 h 56"/>
                <a:gd name="T22" fmla="*/ 16 w 61"/>
                <a:gd name="T23" fmla="*/ 50 h 56"/>
                <a:gd name="T24" fmla="*/ 16 w 61"/>
                <a:gd name="T25" fmla="*/ 20 h 56"/>
                <a:gd name="T26" fmla="*/ 58 w 61"/>
                <a:gd name="T27" fmla="*/ 20 h 56"/>
                <a:gd name="T28" fmla="*/ 58 w 61"/>
                <a:gd name="T29" fmla="*/ 45 h 56"/>
                <a:gd name="T30" fmla="*/ 53 w 61"/>
                <a:gd name="T31" fmla="*/ 44 h 56"/>
                <a:gd name="T32" fmla="*/ 44 w 61"/>
                <a:gd name="T33" fmla="*/ 50 h 56"/>
                <a:gd name="T34" fmla="*/ 53 w 61"/>
                <a:gd name="T35" fmla="*/ 56 h 56"/>
                <a:gd name="T36" fmla="*/ 61 w 61"/>
                <a:gd name="T37" fmla="*/ 50 h 56"/>
                <a:gd name="T38" fmla="*/ 61 w 61"/>
                <a:gd name="T39" fmla="*/ 50 h 56"/>
                <a:gd name="T40" fmla="*/ 61 w 61"/>
                <a:gd name="T41" fmla="*/ 50 h 56"/>
                <a:gd name="T42" fmla="*/ 61 w 61"/>
                <a:gd name="T43" fmla="*/ 9 h 56"/>
                <a:gd name="T44" fmla="*/ 61 w 61"/>
                <a:gd name="T45" fmla="*/ 7 h 56"/>
                <a:gd name="T46" fmla="*/ 61 w 61"/>
                <a:gd name="T47" fmla="*/ 5 h 56"/>
                <a:gd name="T48" fmla="*/ 56 w 61"/>
                <a:gd name="T49" fmla="*/ 0 h 56"/>
                <a:gd name="T50" fmla="*/ 16 w 61"/>
                <a:gd name="T51" fmla="*/ 17 h 56"/>
                <a:gd name="T52" fmla="*/ 16 w 61"/>
                <a:gd name="T53" fmla="*/ 13 h 56"/>
                <a:gd name="T54" fmla="*/ 17 w 61"/>
                <a:gd name="T55" fmla="*/ 13 h 56"/>
                <a:gd name="T56" fmla="*/ 56 w 61"/>
                <a:gd name="T57" fmla="*/ 13 h 56"/>
                <a:gd name="T58" fmla="*/ 58 w 61"/>
                <a:gd name="T59" fmla="*/ 13 h 56"/>
                <a:gd name="T60" fmla="*/ 58 w 61"/>
                <a:gd name="T61" fmla="*/ 17 h 56"/>
                <a:gd name="T62" fmla="*/ 16 w 61"/>
                <a:gd name="T63" fmla="*/ 17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1" h="56">
                  <a:moveTo>
                    <a:pt x="56" y="0"/>
                  </a:moveTo>
                  <a:cubicBezTo>
                    <a:pt x="17" y="0"/>
                    <a:pt x="17" y="0"/>
                    <a:pt x="17" y="0"/>
                  </a:cubicBezTo>
                  <a:cubicBezTo>
                    <a:pt x="15" y="0"/>
                    <a:pt x="13" y="2"/>
                    <a:pt x="13" y="5"/>
                  </a:cubicBezTo>
                  <a:cubicBezTo>
                    <a:pt x="13" y="7"/>
                    <a:pt x="13" y="7"/>
                    <a:pt x="13" y="7"/>
                  </a:cubicBezTo>
                  <a:cubicBezTo>
                    <a:pt x="13" y="9"/>
                    <a:pt x="13" y="9"/>
                    <a:pt x="13" y="9"/>
                  </a:cubicBezTo>
                  <a:cubicBezTo>
                    <a:pt x="13" y="45"/>
                    <a:pt x="13" y="45"/>
                    <a:pt x="13" y="45"/>
                  </a:cubicBezTo>
                  <a:cubicBezTo>
                    <a:pt x="12" y="44"/>
                    <a:pt x="10" y="44"/>
                    <a:pt x="8" y="44"/>
                  </a:cubicBezTo>
                  <a:cubicBezTo>
                    <a:pt x="4" y="44"/>
                    <a:pt x="0" y="46"/>
                    <a:pt x="0" y="50"/>
                  </a:cubicBezTo>
                  <a:cubicBezTo>
                    <a:pt x="0" y="53"/>
                    <a:pt x="4" y="56"/>
                    <a:pt x="8" y="56"/>
                  </a:cubicBezTo>
                  <a:cubicBezTo>
                    <a:pt x="13" y="56"/>
                    <a:pt x="16" y="53"/>
                    <a:pt x="16" y="50"/>
                  </a:cubicBezTo>
                  <a:cubicBezTo>
                    <a:pt x="16" y="50"/>
                    <a:pt x="16" y="50"/>
                    <a:pt x="16" y="50"/>
                  </a:cubicBezTo>
                  <a:cubicBezTo>
                    <a:pt x="16" y="50"/>
                    <a:pt x="16" y="50"/>
                    <a:pt x="16" y="50"/>
                  </a:cubicBezTo>
                  <a:cubicBezTo>
                    <a:pt x="16" y="20"/>
                    <a:pt x="16" y="20"/>
                    <a:pt x="16" y="20"/>
                  </a:cubicBezTo>
                  <a:cubicBezTo>
                    <a:pt x="58" y="20"/>
                    <a:pt x="58" y="20"/>
                    <a:pt x="58" y="20"/>
                  </a:cubicBezTo>
                  <a:cubicBezTo>
                    <a:pt x="58" y="45"/>
                    <a:pt x="58" y="45"/>
                    <a:pt x="58" y="45"/>
                  </a:cubicBezTo>
                  <a:cubicBezTo>
                    <a:pt x="56" y="44"/>
                    <a:pt x="54" y="44"/>
                    <a:pt x="53" y="44"/>
                  </a:cubicBezTo>
                  <a:cubicBezTo>
                    <a:pt x="48" y="44"/>
                    <a:pt x="44" y="46"/>
                    <a:pt x="44" y="50"/>
                  </a:cubicBezTo>
                  <a:cubicBezTo>
                    <a:pt x="44" y="53"/>
                    <a:pt x="48" y="56"/>
                    <a:pt x="53" y="56"/>
                  </a:cubicBezTo>
                  <a:cubicBezTo>
                    <a:pt x="57" y="56"/>
                    <a:pt x="61" y="53"/>
                    <a:pt x="61" y="50"/>
                  </a:cubicBezTo>
                  <a:cubicBezTo>
                    <a:pt x="61" y="50"/>
                    <a:pt x="61" y="50"/>
                    <a:pt x="61" y="50"/>
                  </a:cubicBezTo>
                  <a:cubicBezTo>
                    <a:pt x="61" y="50"/>
                    <a:pt x="61" y="50"/>
                    <a:pt x="61" y="50"/>
                  </a:cubicBezTo>
                  <a:cubicBezTo>
                    <a:pt x="61" y="9"/>
                    <a:pt x="61" y="9"/>
                    <a:pt x="61" y="9"/>
                  </a:cubicBezTo>
                  <a:cubicBezTo>
                    <a:pt x="61" y="7"/>
                    <a:pt x="61" y="7"/>
                    <a:pt x="61" y="7"/>
                  </a:cubicBezTo>
                  <a:cubicBezTo>
                    <a:pt x="61" y="5"/>
                    <a:pt x="61" y="5"/>
                    <a:pt x="61" y="5"/>
                  </a:cubicBezTo>
                  <a:cubicBezTo>
                    <a:pt x="61" y="2"/>
                    <a:pt x="59" y="0"/>
                    <a:pt x="56" y="0"/>
                  </a:cubicBezTo>
                  <a:close/>
                  <a:moveTo>
                    <a:pt x="16" y="17"/>
                  </a:moveTo>
                  <a:cubicBezTo>
                    <a:pt x="16" y="13"/>
                    <a:pt x="16" y="13"/>
                    <a:pt x="16" y="13"/>
                  </a:cubicBezTo>
                  <a:cubicBezTo>
                    <a:pt x="17" y="13"/>
                    <a:pt x="17" y="13"/>
                    <a:pt x="17" y="13"/>
                  </a:cubicBezTo>
                  <a:cubicBezTo>
                    <a:pt x="56" y="13"/>
                    <a:pt x="56" y="13"/>
                    <a:pt x="56" y="13"/>
                  </a:cubicBezTo>
                  <a:cubicBezTo>
                    <a:pt x="57" y="13"/>
                    <a:pt x="57" y="13"/>
                    <a:pt x="58" y="13"/>
                  </a:cubicBezTo>
                  <a:cubicBezTo>
                    <a:pt x="58" y="17"/>
                    <a:pt x="58" y="17"/>
                    <a:pt x="58" y="17"/>
                  </a:cubicBezTo>
                  <a:lnTo>
                    <a:pt x="16" y="17"/>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7" name="组合 6"/>
          <p:cNvGrpSpPr/>
          <p:nvPr/>
        </p:nvGrpSpPr>
        <p:grpSpPr>
          <a:xfrm>
            <a:off x="4272057" y="5946674"/>
            <a:ext cx="576075" cy="519635"/>
            <a:chOff x="5040313" y="4932363"/>
            <a:chExt cx="469900" cy="423863"/>
          </a:xfrm>
        </p:grpSpPr>
        <p:sp>
          <p:nvSpPr>
            <p:cNvPr id="38" name="Freeform 34"/>
            <p:cNvSpPr>
              <a:spLocks/>
            </p:cNvSpPr>
            <p:nvPr/>
          </p:nvSpPr>
          <p:spPr bwMode="auto">
            <a:xfrm>
              <a:off x="5043488" y="4935538"/>
              <a:ext cx="466725" cy="420688"/>
            </a:xfrm>
            <a:custGeom>
              <a:avLst/>
              <a:gdLst>
                <a:gd name="T0" fmla="*/ 294 w 294"/>
                <a:gd name="T1" fmla="*/ 137 h 265"/>
                <a:gd name="T2" fmla="*/ 166 w 294"/>
                <a:gd name="T3" fmla="*/ 265 h 265"/>
                <a:gd name="T4" fmla="*/ 0 w 294"/>
                <a:gd name="T5" fmla="*/ 99 h 265"/>
                <a:gd name="T6" fmla="*/ 0 w 294"/>
                <a:gd name="T7" fmla="*/ 7 h 265"/>
                <a:gd name="T8" fmla="*/ 5 w 294"/>
                <a:gd name="T9" fmla="*/ 0 h 265"/>
                <a:gd name="T10" fmla="*/ 157 w 294"/>
                <a:gd name="T11" fmla="*/ 0 h 265"/>
                <a:gd name="T12" fmla="*/ 294 w 294"/>
                <a:gd name="T13" fmla="*/ 137 h 265"/>
              </a:gdLst>
              <a:ahLst/>
              <a:cxnLst>
                <a:cxn ang="0">
                  <a:pos x="T0" y="T1"/>
                </a:cxn>
                <a:cxn ang="0">
                  <a:pos x="T2" y="T3"/>
                </a:cxn>
                <a:cxn ang="0">
                  <a:pos x="T4" y="T5"/>
                </a:cxn>
                <a:cxn ang="0">
                  <a:pos x="T6" y="T7"/>
                </a:cxn>
                <a:cxn ang="0">
                  <a:pos x="T8" y="T9"/>
                </a:cxn>
                <a:cxn ang="0">
                  <a:pos x="T10" y="T11"/>
                </a:cxn>
                <a:cxn ang="0">
                  <a:pos x="T12" y="T13"/>
                </a:cxn>
              </a:cxnLst>
              <a:rect l="0" t="0" r="r" b="b"/>
              <a:pathLst>
                <a:path w="294" h="265">
                  <a:moveTo>
                    <a:pt x="294" y="137"/>
                  </a:moveTo>
                  <a:lnTo>
                    <a:pt x="166" y="265"/>
                  </a:lnTo>
                  <a:lnTo>
                    <a:pt x="0" y="99"/>
                  </a:lnTo>
                  <a:lnTo>
                    <a:pt x="0" y="7"/>
                  </a:lnTo>
                  <a:lnTo>
                    <a:pt x="5" y="0"/>
                  </a:lnTo>
                  <a:lnTo>
                    <a:pt x="157" y="0"/>
                  </a:lnTo>
                  <a:lnTo>
                    <a:pt x="294" y="137"/>
                  </a:lnTo>
                  <a:close/>
                </a:path>
              </a:pathLst>
            </a:custGeom>
            <a:gradFill flip="none" rotWithShape="0">
              <a:gsLst>
                <a:gs pos="41000">
                  <a:schemeClr val="tx1">
                    <a:alpha val="10000"/>
                  </a:schemeClr>
                </a:gs>
                <a:gs pos="0">
                  <a:schemeClr val="bg1">
                    <a:lumMod val="65000"/>
                    <a:alpha val="66000"/>
                  </a:schemeClr>
                </a:gs>
                <a:gs pos="78000">
                  <a:schemeClr val="tx1">
                    <a:alpha val="0"/>
                  </a:schemeClr>
                </a:gs>
                <a:gs pos="100000">
                  <a:schemeClr val="tx1">
                    <a:alpha val="0"/>
                  </a:schemeClr>
                </a:gs>
              </a:gsLst>
              <a:lin ang="2700000" scaled="0"/>
              <a:tileRect/>
            </a:gradFill>
            <a:ln>
              <a:noFill/>
            </a:ln>
          </p:spPr>
          <p:txBody>
            <a:bodyPr vert="horz" wrap="square" lIns="91440" tIns="45720" rIns="91440" bIns="45720" numCol="1" anchor="t" anchorCtr="0" compatLnSpc="1">
              <a:prstTxWarp prst="textNoShape">
                <a:avLst/>
              </a:prstTxWarp>
              <a:noAutofit/>
            </a:bodyPr>
            <a:lstStyle/>
            <a:p>
              <a:endParaRPr lang="zh-CN" altLang="en-US"/>
            </a:p>
          </p:txBody>
        </p:sp>
        <p:sp>
          <p:nvSpPr>
            <p:cNvPr id="39" name="Freeform 35"/>
            <p:cNvSpPr>
              <a:spLocks/>
            </p:cNvSpPr>
            <p:nvPr/>
          </p:nvSpPr>
          <p:spPr bwMode="auto">
            <a:xfrm>
              <a:off x="5051425" y="4932363"/>
              <a:ext cx="241300" cy="101600"/>
            </a:xfrm>
            <a:custGeom>
              <a:avLst/>
              <a:gdLst>
                <a:gd name="T0" fmla="*/ 29 w 64"/>
                <a:gd name="T1" fmla="*/ 25 h 27"/>
                <a:gd name="T2" fmla="*/ 32 w 64"/>
                <a:gd name="T3" fmla="*/ 27 h 27"/>
                <a:gd name="T4" fmla="*/ 36 w 64"/>
                <a:gd name="T5" fmla="*/ 25 h 27"/>
                <a:gd name="T6" fmla="*/ 64 w 64"/>
                <a:gd name="T7" fmla="*/ 1 h 27"/>
                <a:gd name="T8" fmla="*/ 61 w 64"/>
                <a:gd name="T9" fmla="*/ 0 h 27"/>
                <a:gd name="T10" fmla="*/ 3 w 64"/>
                <a:gd name="T11" fmla="*/ 0 h 27"/>
                <a:gd name="T12" fmla="*/ 0 w 64"/>
                <a:gd name="T13" fmla="*/ 1 h 27"/>
                <a:gd name="T14" fmla="*/ 29 w 64"/>
                <a:gd name="T15" fmla="*/ 25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27">
                  <a:moveTo>
                    <a:pt x="29" y="25"/>
                  </a:moveTo>
                  <a:cubicBezTo>
                    <a:pt x="30" y="26"/>
                    <a:pt x="31" y="27"/>
                    <a:pt x="32" y="27"/>
                  </a:cubicBezTo>
                  <a:cubicBezTo>
                    <a:pt x="34" y="27"/>
                    <a:pt x="35" y="26"/>
                    <a:pt x="36" y="25"/>
                  </a:cubicBezTo>
                  <a:cubicBezTo>
                    <a:pt x="64" y="1"/>
                    <a:pt x="64" y="1"/>
                    <a:pt x="64" y="1"/>
                  </a:cubicBezTo>
                  <a:cubicBezTo>
                    <a:pt x="63" y="0"/>
                    <a:pt x="62" y="0"/>
                    <a:pt x="61" y="0"/>
                  </a:cubicBezTo>
                  <a:cubicBezTo>
                    <a:pt x="3" y="0"/>
                    <a:pt x="3" y="0"/>
                    <a:pt x="3" y="0"/>
                  </a:cubicBezTo>
                  <a:cubicBezTo>
                    <a:pt x="2" y="0"/>
                    <a:pt x="1" y="0"/>
                    <a:pt x="0" y="1"/>
                  </a:cubicBezTo>
                  <a:lnTo>
                    <a:pt x="29" y="25"/>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40" name="Freeform 36"/>
            <p:cNvSpPr>
              <a:spLocks/>
            </p:cNvSpPr>
            <p:nvPr/>
          </p:nvSpPr>
          <p:spPr bwMode="auto">
            <a:xfrm>
              <a:off x="5040313" y="4943475"/>
              <a:ext cx="263525" cy="157163"/>
            </a:xfrm>
            <a:custGeom>
              <a:avLst/>
              <a:gdLst>
                <a:gd name="T0" fmla="*/ 70 w 70"/>
                <a:gd name="T1" fmla="*/ 0 h 42"/>
                <a:gd name="T2" fmla="*/ 39 w 70"/>
                <a:gd name="T3" fmla="*/ 28 h 42"/>
                <a:gd name="T4" fmla="*/ 35 w 70"/>
                <a:gd name="T5" fmla="*/ 29 h 42"/>
                <a:gd name="T6" fmla="*/ 32 w 70"/>
                <a:gd name="T7" fmla="*/ 28 h 42"/>
                <a:gd name="T8" fmla="*/ 0 w 70"/>
                <a:gd name="T9" fmla="*/ 1 h 42"/>
                <a:gd name="T10" fmla="*/ 0 w 70"/>
                <a:gd name="T11" fmla="*/ 3 h 42"/>
                <a:gd name="T12" fmla="*/ 0 w 70"/>
                <a:gd name="T13" fmla="*/ 35 h 42"/>
                <a:gd name="T14" fmla="*/ 6 w 70"/>
                <a:gd name="T15" fmla="*/ 42 h 42"/>
                <a:gd name="T16" fmla="*/ 64 w 70"/>
                <a:gd name="T17" fmla="*/ 42 h 42"/>
                <a:gd name="T18" fmla="*/ 70 w 70"/>
                <a:gd name="T19" fmla="*/ 35 h 42"/>
                <a:gd name="T20" fmla="*/ 70 w 70"/>
                <a:gd name="T21" fmla="*/ 3 h 42"/>
                <a:gd name="T22" fmla="*/ 70 w 70"/>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0" h="42">
                  <a:moveTo>
                    <a:pt x="70" y="0"/>
                  </a:moveTo>
                  <a:cubicBezTo>
                    <a:pt x="39" y="28"/>
                    <a:pt x="39" y="28"/>
                    <a:pt x="39" y="28"/>
                  </a:cubicBezTo>
                  <a:cubicBezTo>
                    <a:pt x="38" y="28"/>
                    <a:pt x="37" y="29"/>
                    <a:pt x="35" y="29"/>
                  </a:cubicBezTo>
                  <a:cubicBezTo>
                    <a:pt x="34" y="29"/>
                    <a:pt x="33" y="28"/>
                    <a:pt x="32" y="28"/>
                  </a:cubicBezTo>
                  <a:cubicBezTo>
                    <a:pt x="0" y="1"/>
                    <a:pt x="0" y="1"/>
                    <a:pt x="0" y="1"/>
                  </a:cubicBezTo>
                  <a:cubicBezTo>
                    <a:pt x="0" y="1"/>
                    <a:pt x="0" y="2"/>
                    <a:pt x="0" y="3"/>
                  </a:cubicBezTo>
                  <a:cubicBezTo>
                    <a:pt x="0" y="35"/>
                    <a:pt x="0" y="35"/>
                    <a:pt x="0" y="35"/>
                  </a:cubicBezTo>
                  <a:cubicBezTo>
                    <a:pt x="0" y="39"/>
                    <a:pt x="3" y="42"/>
                    <a:pt x="6" y="42"/>
                  </a:cubicBezTo>
                  <a:cubicBezTo>
                    <a:pt x="64" y="42"/>
                    <a:pt x="64" y="42"/>
                    <a:pt x="64" y="42"/>
                  </a:cubicBezTo>
                  <a:cubicBezTo>
                    <a:pt x="67" y="42"/>
                    <a:pt x="70" y="39"/>
                    <a:pt x="70" y="35"/>
                  </a:cubicBezTo>
                  <a:cubicBezTo>
                    <a:pt x="70" y="3"/>
                    <a:pt x="70" y="3"/>
                    <a:pt x="70" y="3"/>
                  </a:cubicBezTo>
                  <a:cubicBezTo>
                    <a:pt x="70" y="3"/>
                    <a:pt x="70" y="1"/>
                    <a:pt x="70" y="0"/>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sp>
        <p:nvSpPr>
          <p:cNvPr id="71" name="文本框 70"/>
          <p:cNvSpPr txBox="1"/>
          <p:nvPr/>
        </p:nvSpPr>
        <p:spPr>
          <a:xfrm>
            <a:off x="5062538" y="5615058"/>
            <a:ext cx="2856518" cy="830997"/>
          </a:xfrm>
          <a:prstGeom prst="rect">
            <a:avLst/>
          </a:prstGeom>
          <a:noFill/>
        </p:spPr>
        <p:txBody>
          <a:bodyPr wrap="square" rtlCol="0">
            <a:spAutoFit/>
          </a:bodyPr>
          <a:lstStyle/>
          <a:p>
            <a:pPr>
              <a:lnSpc>
                <a:spcPct val="120000"/>
              </a:lnSpc>
            </a:pPr>
            <a:r>
              <a:rPr lang="zh-CN" altLang="en-US" sz="2400" b="1" dirty="0">
                <a:solidFill>
                  <a:srgbClr val="9FC628"/>
                </a:solidFill>
              </a:rPr>
              <a:t>添加标题</a:t>
            </a:r>
            <a:endParaRPr lang="en-US" altLang="zh-CN" sz="2400" b="1" dirty="0">
              <a:solidFill>
                <a:srgbClr val="9FC628"/>
              </a:solidFill>
            </a:endParaRPr>
          </a:p>
          <a:p>
            <a:pPr>
              <a:lnSpc>
                <a:spcPct val="120000"/>
              </a:lnSpc>
            </a:pPr>
            <a:r>
              <a:rPr lang="zh-CN" altLang="en-US" sz="1600" dirty="0">
                <a:solidFill>
                  <a:schemeClr val="tx1">
                    <a:lumMod val="65000"/>
                    <a:lumOff val="35000"/>
                  </a:schemeClr>
                </a:solidFill>
              </a:rPr>
              <a:t>添加内容添加内容</a:t>
            </a:r>
          </a:p>
        </p:txBody>
      </p:sp>
      <p:sp>
        <p:nvSpPr>
          <p:cNvPr id="72" name="文本框 71"/>
          <p:cNvSpPr txBox="1"/>
          <p:nvPr/>
        </p:nvSpPr>
        <p:spPr>
          <a:xfrm>
            <a:off x="661987" y="1112152"/>
            <a:ext cx="2856518" cy="830997"/>
          </a:xfrm>
          <a:prstGeom prst="rect">
            <a:avLst/>
          </a:prstGeom>
          <a:noFill/>
        </p:spPr>
        <p:txBody>
          <a:bodyPr wrap="square" rtlCol="0">
            <a:spAutoFit/>
          </a:bodyPr>
          <a:lstStyle/>
          <a:p>
            <a:pPr>
              <a:lnSpc>
                <a:spcPct val="120000"/>
              </a:lnSpc>
            </a:pPr>
            <a:r>
              <a:rPr lang="zh-CN" altLang="en-US" sz="2400" b="1" dirty="0">
                <a:solidFill>
                  <a:srgbClr val="FF8900"/>
                </a:solidFill>
              </a:rPr>
              <a:t>添加标题</a:t>
            </a:r>
            <a:endParaRPr lang="en-US" altLang="zh-CN" sz="2400" b="1" dirty="0">
              <a:solidFill>
                <a:srgbClr val="FF8900"/>
              </a:solidFill>
            </a:endParaRPr>
          </a:p>
          <a:p>
            <a:pPr>
              <a:lnSpc>
                <a:spcPct val="120000"/>
              </a:lnSpc>
            </a:pPr>
            <a:r>
              <a:rPr lang="zh-CN" altLang="en-US" sz="1600" dirty="0">
                <a:solidFill>
                  <a:schemeClr val="tx1">
                    <a:lumMod val="65000"/>
                    <a:lumOff val="35000"/>
                  </a:schemeClr>
                </a:solidFill>
              </a:rPr>
              <a:t>添加内容添加内容</a:t>
            </a:r>
          </a:p>
        </p:txBody>
      </p:sp>
      <p:sp>
        <p:nvSpPr>
          <p:cNvPr id="73" name="文本框 72"/>
          <p:cNvSpPr txBox="1"/>
          <p:nvPr/>
        </p:nvSpPr>
        <p:spPr>
          <a:xfrm>
            <a:off x="3364404" y="2051099"/>
            <a:ext cx="2856518" cy="830997"/>
          </a:xfrm>
          <a:prstGeom prst="rect">
            <a:avLst/>
          </a:prstGeom>
          <a:noFill/>
        </p:spPr>
        <p:txBody>
          <a:bodyPr wrap="square" rtlCol="0">
            <a:spAutoFit/>
          </a:bodyPr>
          <a:lstStyle/>
          <a:p>
            <a:pPr>
              <a:lnSpc>
                <a:spcPct val="120000"/>
              </a:lnSpc>
            </a:pPr>
            <a:r>
              <a:rPr lang="zh-CN" altLang="en-US" sz="2400" b="1" dirty="0">
                <a:solidFill>
                  <a:srgbClr val="6D5DA5"/>
                </a:solidFill>
              </a:rPr>
              <a:t>添加标题</a:t>
            </a:r>
            <a:endParaRPr lang="en-US" altLang="zh-CN" sz="2400" b="1" dirty="0">
              <a:solidFill>
                <a:srgbClr val="6D5DA5"/>
              </a:solidFill>
            </a:endParaRPr>
          </a:p>
          <a:p>
            <a:pPr>
              <a:lnSpc>
                <a:spcPct val="120000"/>
              </a:lnSpc>
            </a:pPr>
            <a:r>
              <a:rPr lang="zh-CN" altLang="en-US" sz="1600" dirty="0">
                <a:solidFill>
                  <a:schemeClr val="tx1">
                    <a:lumMod val="65000"/>
                    <a:lumOff val="35000"/>
                  </a:schemeClr>
                </a:solidFill>
              </a:rPr>
              <a:t>添加内容添加内容</a:t>
            </a:r>
          </a:p>
        </p:txBody>
      </p:sp>
      <p:sp>
        <p:nvSpPr>
          <p:cNvPr id="74" name="文本框 73"/>
          <p:cNvSpPr txBox="1"/>
          <p:nvPr/>
        </p:nvSpPr>
        <p:spPr>
          <a:xfrm>
            <a:off x="4347891" y="3034390"/>
            <a:ext cx="2856518" cy="830997"/>
          </a:xfrm>
          <a:prstGeom prst="rect">
            <a:avLst/>
          </a:prstGeom>
          <a:noFill/>
        </p:spPr>
        <p:txBody>
          <a:bodyPr wrap="square" rtlCol="0">
            <a:spAutoFit/>
          </a:bodyPr>
          <a:lstStyle/>
          <a:p>
            <a:pPr>
              <a:lnSpc>
                <a:spcPct val="120000"/>
              </a:lnSpc>
            </a:pPr>
            <a:r>
              <a:rPr lang="zh-CN" altLang="en-US" sz="2400" b="1" dirty="0">
                <a:solidFill>
                  <a:srgbClr val="007BC6"/>
                </a:solidFill>
              </a:rPr>
              <a:t>添加标题</a:t>
            </a:r>
            <a:endParaRPr lang="en-US" altLang="zh-CN" sz="2400" b="1" dirty="0">
              <a:solidFill>
                <a:srgbClr val="007BC6"/>
              </a:solidFill>
            </a:endParaRPr>
          </a:p>
          <a:p>
            <a:pPr>
              <a:lnSpc>
                <a:spcPct val="120000"/>
              </a:lnSpc>
            </a:pPr>
            <a:r>
              <a:rPr lang="zh-CN" altLang="en-US" sz="1600" dirty="0">
                <a:solidFill>
                  <a:schemeClr val="tx1">
                    <a:lumMod val="65000"/>
                    <a:lumOff val="35000"/>
                  </a:schemeClr>
                </a:solidFill>
              </a:rPr>
              <a:t>添加内容添加内容</a:t>
            </a:r>
          </a:p>
        </p:txBody>
      </p:sp>
      <p:sp>
        <p:nvSpPr>
          <p:cNvPr id="75" name="文本框 74"/>
          <p:cNvSpPr txBox="1"/>
          <p:nvPr/>
        </p:nvSpPr>
        <p:spPr>
          <a:xfrm>
            <a:off x="4933277" y="4289847"/>
            <a:ext cx="2856518" cy="830997"/>
          </a:xfrm>
          <a:prstGeom prst="rect">
            <a:avLst/>
          </a:prstGeom>
          <a:noFill/>
        </p:spPr>
        <p:txBody>
          <a:bodyPr wrap="square" rtlCol="0">
            <a:spAutoFit/>
          </a:bodyPr>
          <a:lstStyle/>
          <a:p>
            <a:pPr>
              <a:lnSpc>
                <a:spcPct val="120000"/>
              </a:lnSpc>
            </a:pPr>
            <a:r>
              <a:rPr lang="zh-CN" altLang="en-US" sz="2400" b="1" dirty="0">
                <a:solidFill>
                  <a:srgbClr val="4FB5B7"/>
                </a:solidFill>
              </a:rPr>
              <a:t>添加标题</a:t>
            </a:r>
            <a:endParaRPr lang="en-US" altLang="zh-CN" sz="2400" b="1" dirty="0">
              <a:solidFill>
                <a:srgbClr val="4FB5B7"/>
              </a:solidFill>
            </a:endParaRPr>
          </a:p>
          <a:p>
            <a:pPr>
              <a:lnSpc>
                <a:spcPct val="120000"/>
              </a:lnSpc>
            </a:pPr>
            <a:r>
              <a:rPr lang="zh-CN" altLang="en-US" sz="1600" dirty="0">
                <a:solidFill>
                  <a:schemeClr val="tx1">
                    <a:lumMod val="65000"/>
                    <a:lumOff val="35000"/>
                  </a:schemeClr>
                </a:solidFill>
              </a:rPr>
              <a:t>添加内容添加内容</a:t>
            </a:r>
          </a:p>
        </p:txBody>
      </p:sp>
      <p:sp>
        <p:nvSpPr>
          <p:cNvPr id="76" name="矩形 75"/>
          <p:cNvSpPr/>
          <p:nvPr/>
        </p:nvSpPr>
        <p:spPr>
          <a:xfrm>
            <a:off x="8052162" y="2067665"/>
            <a:ext cx="3650999" cy="1052596"/>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添加内容添加内容添加内容添加内容添加内容添加内容添加内容添加内容添加内容添加内容添加内容</a:t>
            </a:r>
          </a:p>
        </p:txBody>
      </p:sp>
      <p:sp>
        <p:nvSpPr>
          <p:cNvPr id="77" name="文本框 76"/>
          <p:cNvSpPr txBox="1"/>
          <p:nvPr/>
        </p:nvSpPr>
        <p:spPr>
          <a:xfrm>
            <a:off x="7789795" y="1112152"/>
            <a:ext cx="3913366" cy="535531"/>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78" name="Rectangle 58"/>
          <p:cNvSpPr/>
          <p:nvPr/>
        </p:nvSpPr>
        <p:spPr>
          <a:xfrm>
            <a:off x="6739246" y="1532420"/>
            <a:ext cx="4963915" cy="368371"/>
          </a:xfrm>
          <a:prstGeom prst="rect">
            <a:avLst/>
          </a:prstGeom>
        </p:spPr>
        <p:txBody>
          <a:bodyPr wrap="square">
            <a:spAutoFit/>
          </a:bodyPr>
          <a:lstStyle/>
          <a:p>
            <a:pPr algn="r">
              <a:lnSpc>
                <a:spcPct val="123000"/>
              </a:lnSpc>
              <a:spcBef>
                <a:spcPts val="600"/>
              </a:spcBef>
            </a:pPr>
            <a:r>
              <a:rPr lang="zh-CN" altLang="en-US" sz="1600" dirty="0">
                <a:solidFill>
                  <a:schemeClr val="tx1">
                    <a:lumMod val="65000"/>
                    <a:lumOff val="35000"/>
                  </a:schemeClr>
                </a:solidFill>
                <a:latin typeface="+mn-ea"/>
              </a:rPr>
              <a:t>单击此处添加副标题</a:t>
            </a:r>
          </a:p>
        </p:txBody>
      </p:sp>
      <p:sp>
        <p:nvSpPr>
          <p:cNvPr id="79" name="矩形 39"/>
          <p:cNvSpPr/>
          <p:nvPr/>
        </p:nvSpPr>
        <p:spPr>
          <a:xfrm>
            <a:off x="0" y="203088"/>
            <a:ext cx="3365024" cy="523220"/>
          </a:xfrm>
          <a:prstGeom prst="rect">
            <a:avLst/>
          </a:prstGeom>
          <a:noFill/>
        </p:spPr>
        <p:txBody>
          <a:bodyPr wrap="none" rtlCol="0">
            <a:spAutoFit/>
          </a:bodyPr>
          <a:lstStyle/>
          <a:p>
            <a:r>
              <a:rPr lang="zh-CN" altLang="en-US" sz="2800" b="1" dirty="0">
                <a:solidFill>
                  <a:schemeClr val="tx1">
                    <a:lumMod val="65000"/>
                    <a:lumOff val="35000"/>
                  </a:schemeClr>
                </a:solidFill>
              </a:rPr>
              <a:t>五项目录</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递进</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754000216"/>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 name="矩形 39"/>
          <p:cNvSpPr/>
          <p:nvPr/>
        </p:nvSpPr>
        <p:spPr>
          <a:xfrm>
            <a:off x="0" y="203088"/>
            <a:ext cx="3365024" cy="523220"/>
          </a:xfrm>
          <a:prstGeom prst="rect">
            <a:avLst/>
          </a:prstGeom>
          <a:noFill/>
        </p:spPr>
        <p:txBody>
          <a:bodyPr wrap="none" rtlCol="0">
            <a:spAutoFit/>
          </a:bodyPr>
          <a:lstStyle/>
          <a:p>
            <a:r>
              <a:rPr lang="zh-CN" altLang="en-US" sz="2800" b="1" dirty="0">
                <a:solidFill>
                  <a:schemeClr val="tx1">
                    <a:lumMod val="65000"/>
                    <a:lumOff val="35000"/>
                  </a:schemeClr>
                </a:solidFill>
              </a:rPr>
              <a:t>五项并列</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包含</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发散</a:t>
            </a:r>
            <a:endParaRPr lang="zh-CN" altLang="zh-CN" sz="2800" b="1" dirty="0">
              <a:solidFill>
                <a:schemeClr val="tx1">
                  <a:lumMod val="65000"/>
                  <a:lumOff val="35000"/>
                </a:schemeClr>
              </a:solidFill>
            </a:endParaRPr>
          </a:p>
        </p:txBody>
      </p:sp>
      <p:grpSp>
        <p:nvGrpSpPr>
          <p:cNvPr id="75" name="组合 30"/>
          <p:cNvGrpSpPr/>
          <p:nvPr/>
        </p:nvGrpSpPr>
        <p:grpSpPr>
          <a:xfrm>
            <a:off x="3679232" y="1807610"/>
            <a:ext cx="5094131" cy="4544537"/>
            <a:chOff x="4190221" y="1215939"/>
            <a:chExt cx="5094131" cy="4544537"/>
          </a:xfrm>
        </p:grpSpPr>
        <p:grpSp>
          <p:nvGrpSpPr>
            <p:cNvPr id="76" name="组合 15"/>
            <p:cNvGrpSpPr>
              <a:grpSpLocks noChangeAspect="1"/>
            </p:cNvGrpSpPr>
            <p:nvPr/>
          </p:nvGrpSpPr>
          <p:grpSpPr>
            <a:xfrm>
              <a:off x="6274004" y="1215939"/>
              <a:ext cx="1221574" cy="1224000"/>
              <a:chOff x="-319908" y="45285"/>
              <a:chExt cx="5924550" cy="5936320"/>
            </a:xfrm>
            <a:effectLst>
              <a:outerShdw blurRad="228600" dist="228600" dir="8100000" algn="tr" rotWithShape="0">
                <a:prstClr val="black">
                  <a:alpha val="28000"/>
                </a:prstClr>
              </a:outerShdw>
            </a:effectLst>
          </p:grpSpPr>
          <p:sp>
            <p:nvSpPr>
              <p:cNvPr id="98" name="椭圆 97"/>
              <p:cNvSpPr/>
              <p:nvPr/>
            </p:nvSpPr>
            <p:spPr>
              <a:xfrm>
                <a:off x="364303" y="735381"/>
                <a:ext cx="4556128" cy="4556128"/>
              </a:xfrm>
              <a:prstGeom prst="ellipse">
                <a:avLst/>
              </a:prstGeom>
              <a:solidFill>
                <a:srgbClr val="DADBDC"/>
              </a:solidFill>
              <a:ln w="57150">
                <a:gradFill flip="none" rotWithShape="1">
                  <a:gsLst>
                    <a:gs pos="2000">
                      <a:srgbClr val="FDFDFD"/>
                    </a:gs>
                    <a:gs pos="100000">
                      <a:srgbClr val="CBCDCE"/>
                    </a:gs>
                  </a:gsLst>
                  <a:lin ang="18900000" scaled="1"/>
                  <a:tileRect/>
                </a:gradFill>
              </a:ln>
              <a:effectLst>
                <a:innerShdw blurRad="203200" dist="101600" dir="18900000">
                  <a:prstClr val="black">
                    <a:alpha val="38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9" name="Freeform 25"/>
              <p:cNvSpPr>
                <a:spLocks noEditPoints="1"/>
              </p:cNvSpPr>
              <p:nvPr/>
            </p:nvSpPr>
            <p:spPr bwMode="auto">
              <a:xfrm>
                <a:off x="-319908" y="45285"/>
                <a:ext cx="5924550" cy="5936320"/>
              </a:xfrm>
              <a:custGeom>
                <a:avLst/>
                <a:gdLst>
                  <a:gd name="T0" fmla="*/ 121 w 1277"/>
                  <a:gd name="T1" fmla="*/ 737 h 1278"/>
                  <a:gd name="T2" fmla="*/ 141 w 1277"/>
                  <a:gd name="T3" fmla="*/ 813 h 1278"/>
                  <a:gd name="T4" fmla="*/ 54 w 1277"/>
                  <a:gd name="T5" fmla="*/ 898 h 1278"/>
                  <a:gd name="T6" fmla="*/ 122 w 1277"/>
                  <a:gd name="T7" fmla="*/ 1016 h 1278"/>
                  <a:gd name="T8" fmla="*/ 239 w 1277"/>
                  <a:gd name="T9" fmla="*/ 982 h 1278"/>
                  <a:gd name="T10" fmla="*/ 295 w 1277"/>
                  <a:gd name="T11" fmla="*/ 1038 h 1278"/>
                  <a:gd name="T12" fmla="*/ 262 w 1277"/>
                  <a:gd name="T13" fmla="*/ 1155 h 1278"/>
                  <a:gd name="T14" fmla="*/ 380 w 1277"/>
                  <a:gd name="T15" fmla="*/ 1223 h 1278"/>
                  <a:gd name="T16" fmla="*/ 464 w 1277"/>
                  <a:gd name="T17" fmla="*/ 1136 h 1278"/>
                  <a:gd name="T18" fmla="*/ 541 w 1277"/>
                  <a:gd name="T19" fmla="*/ 1157 h 1278"/>
                  <a:gd name="T20" fmla="*/ 570 w 1277"/>
                  <a:gd name="T21" fmla="*/ 1274 h 1278"/>
                  <a:gd name="T22" fmla="*/ 638 w 1277"/>
                  <a:gd name="T23" fmla="*/ 1278 h 1278"/>
                  <a:gd name="T24" fmla="*/ 706 w 1277"/>
                  <a:gd name="T25" fmla="*/ 1274 h 1278"/>
                  <a:gd name="T26" fmla="*/ 736 w 1277"/>
                  <a:gd name="T27" fmla="*/ 1157 h 1278"/>
                  <a:gd name="T28" fmla="*/ 813 w 1277"/>
                  <a:gd name="T29" fmla="*/ 1136 h 1278"/>
                  <a:gd name="T30" fmla="*/ 897 w 1277"/>
                  <a:gd name="T31" fmla="*/ 1223 h 1278"/>
                  <a:gd name="T32" fmla="*/ 1015 w 1277"/>
                  <a:gd name="T33" fmla="*/ 1155 h 1278"/>
                  <a:gd name="T34" fmla="*/ 982 w 1277"/>
                  <a:gd name="T35" fmla="*/ 1038 h 1278"/>
                  <a:gd name="T36" fmla="*/ 1038 w 1277"/>
                  <a:gd name="T37" fmla="*/ 982 h 1278"/>
                  <a:gd name="T38" fmla="*/ 1154 w 1277"/>
                  <a:gd name="T39" fmla="*/ 1016 h 1278"/>
                  <a:gd name="T40" fmla="*/ 1222 w 1277"/>
                  <a:gd name="T41" fmla="*/ 898 h 1278"/>
                  <a:gd name="T42" fmla="*/ 1135 w 1277"/>
                  <a:gd name="T43" fmla="*/ 813 h 1278"/>
                  <a:gd name="T44" fmla="*/ 1156 w 1277"/>
                  <a:gd name="T45" fmla="*/ 737 h 1278"/>
                  <a:gd name="T46" fmla="*/ 1273 w 1277"/>
                  <a:gd name="T47" fmla="*/ 707 h 1278"/>
                  <a:gd name="T48" fmla="*/ 1277 w 1277"/>
                  <a:gd name="T49" fmla="*/ 639 h 1278"/>
                  <a:gd name="T50" fmla="*/ 1273 w 1277"/>
                  <a:gd name="T51" fmla="*/ 571 h 1278"/>
                  <a:gd name="T52" fmla="*/ 1156 w 1277"/>
                  <a:gd name="T53" fmla="*/ 542 h 1278"/>
                  <a:gd name="T54" fmla="*/ 1135 w 1277"/>
                  <a:gd name="T55" fmla="*/ 465 h 1278"/>
                  <a:gd name="T56" fmla="*/ 1222 w 1277"/>
                  <a:gd name="T57" fmla="*/ 381 h 1278"/>
                  <a:gd name="T58" fmla="*/ 1154 w 1277"/>
                  <a:gd name="T59" fmla="*/ 263 h 1278"/>
                  <a:gd name="T60" fmla="*/ 1038 w 1277"/>
                  <a:gd name="T61" fmla="*/ 296 h 1278"/>
                  <a:gd name="T62" fmla="*/ 982 w 1277"/>
                  <a:gd name="T63" fmla="*/ 240 h 1278"/>
                  <a:gd name="T64" fmla="*/ 1015 w 1277"/>
                  <a:gd name="T65" fmla="*/ 123 h 1278"/>
                  <a:gd name="T66" fmla="*/ 897 w 1277"/>
                  <a:gd name="T67" fmla="*/ 55 h 1278"/>
                  <a:gd name="T68" fmla="*/ 813 w 1277"/>
                  <a:gd name="T69" fmla="*/ 142 h 1278"/>
                  <a:gd name="T70" fmla="*/ 736 w 1277"/>
                  <a:gd name="T71" fmla="*/ 122 h 1278"/>
                  <a:gd name="T72" fmla="*/ 706 w 1277"/>
                  <a:gd name="T73" fmla="*/ 4 h 1278"/>
                  <a:gd name="T74" fmla="*/ 638 w 1277"/>
                  <a:gd name="T75" fmla="*/ 0 h 1278"/>
                  <a:gd name="T76" fmla="*/ 570 w 1277"/>
                  <a:gd name="T77" fmla="*/ 4 h 1278"/>
                  <a:gd name="T78" fmla="*/ 541 w 1277"/>
                  <a:gd name="T79" fmla="*/ 122 h 1278"/>
                  <a:gd name="T80" fmla="*/ 464 w 1277"/>
                  <a:gd name="T81" fmla="*/ 142 h 1278"/>
                  <a:gd name="T82" fmla="*/ 380 w 1277"/>
                  <a:gd name="T83" fmla="*/ 55 h 1278"/>
                  <a:gd name="T84" fmla="*/ 262 w 1277"/>
                  <a:gd name="T85" fmla="*/ 123 h 1278"/>
                  <a:gd name="T86" fmla="*/ 295 w 1277"/>
                  <a:gd name="T87" fmla="*/ 240 h 1278"/>
                  <a:gd name="T88" fmla="*/ 239 w 1277"/>
                  <a:gd name="T89" fmla="*/ 296 h 1278"/>
                  <a:gd name="T90" fmla="*/ 122 w 1277"/>
                  <a:gd name="T91" fmla="*/ 263 h 1278"/>
                  <a:gd name="T92" fmla="*/ 54 w 1277"/>
                  <a:gd name="T93" fmla="*/ 381 h 1278"/>
                  <a:gd name="T94" fmla="*/ 141 w 1277"/>
                  <a:gd name="T95" fmla="*/ 465 h 1278"/>
                  <a:gd name="T96" fmla="*/ 121 w 1277"/>
                  <a:gd name="T97" fmla="*/ 542 h 1278"/>
                  <a:gd name="T98" fmla="*/ 3 w 1277"/>
                  <a:gd name="T99" fmla="*/ 571 h 1278"/>
                  <a:gd name="T100" fmla="*/ 0 w 1277"/>
                  <a:gd name="T101" fmla="*/ 639 h 1278"/>
                  <a:gd name="T102" fmla="*/ 3 w 1277"/>
                  <a:gd name="T103" fmla="*/ 707 h 1278"/>
                  <a:gd name="T104" fmla="*/ 121 w 1277"/>
                  <a:gd name="T105" fmla="*/ 737 h 1278"/>
                  <a:gd name="T106" fmla="*/ 152 w 1277"/>
                  <a:gd name="T107" fmla="*/ 639 h 1278"/>
                  <a:gd name="T108" fmla="*/ 638 w 1277"/>
                  <a:gd name="T109" fmla="*/ 153 h 1278"/>
                  <a:gd name="T110" fmla="*/ 1125 w 1277"/>
                  <a:gd name="T111" fmla="*/ 639 h 1278"/>
                  <a:gd name="T112" fmla="*/ 638 w 1277"/>
                  <a:gd name="T113" fmla="*/ 1126 h 1278"/>
                  <a:gd name="T114" fmla="*/ 152 w 1277"/>
                  <a:gd name="T115" fmla="*/ 639 h 1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77" h="1278">
                    <a:moveTo>
                      <a:pt x="121" y="737"/>
                    </a:moveTo>
                    <a:cubicBezTo>
                      <a:pt x="126" y="763"/>
                      <a:pt x="133" y="789"/>
                      <a:pt x="141" y="813"/>
                    </a:cubicBezTo>
                    <a:cubicBezTo>
                      <a:pt x="54" y="898"/>
                      <a:pt x="54" y="898"/>
                      <a:pt x="54" y="898"/>
                    </a:cubicBezTo>
                    <a:cubicBezTo>
                      <a:pt x="73" y="940"/>
                      <a:pt x="96" y="979"/>
                      <a:pt x="122" y="1016"/>
                    </a:cubicBezTo>
                    <a:cubicBezTo>
                      <a:pt x="239" y="982"/>
                      <a:pt x="239" y="982"/>
                      <a:pt x="239" y="982"/>
                    </a:cubicBezTo>
                    <a:cubicBezTo>
                      <a:pt x="256" y="1002"/>
                      <a:pt x="275" y="1021"/>
                      <a:pt x="295" y="1038"/>
                    </a:cubicBezTo>
                    <a:cubicBezTo>
                      <a:pt x="262" y="1155"/>
                      <a:pt x="262" y="1155"/>
                      <a:pt x="262" y="1155"/>
                    </a:cubicBezTo>
                    <a:cubicBezTo>
                      <a:pt x="298" y="1182"/>
                      <a:pt x="338" y="1205"/>
                      <a:pt x="380" y="1223"/>
                    </a:cubicBezTo>
                    <a:cubicBezTo>
                      <a:pt x="464" y="1136"/>
                      <a:pt x="464" y="1136"/>
                      <a:pt x="464" y="1136"/>
                    </a:cubicBezTo>
                    <a:cubicBezTo>
                      <a:pt x="489" y="1145"/>
                      <a:pt x="514" y="1152"/>
                      <a:pt x="541" y="1157"/>
                    </a:cubicBezTo>
                    <a:cubicBezTo>
                      <a:pt x="570" y="1274"/>
                      <a:pt x="570" y="1274"/>
                      <a:pt x="570" y="1274"/>
                    </a:cubicBezTo>
                    <a:cubicBezTo>
                      <a:pt x="593" y="1277"/>
                      <a:pt x="615" y="1278"/>
                      <a:pt x="638" y="1278"/>
                    </a:cubicBezTo>
                    <a:cubicBezTo>
                      <a:pt x="661" y="1278"/>
                      <a:pt x="684" y="1277"/>
                      <a:pt x="706" y="1274"/>
                    </a:cubicBezTo>
                    <a:cubicBezTo>
                      <a:pt x="736" y="1157"/>
                      <a:pt x="736" y="1157"/>
                      <a:pt x="736" y="1157"/>
                    </a:cubicBezTo>
                    <a:cubicBezTo>
                      <a:pt x="762" y="1152"/>
                      <a:pt x="788" y="1145"/>
                      <a:pt x="813" y="1136"/>
                    </a:cubicBezTo>
                    <a:cubicBezTo>
                      <a:pt x="897" y="1223"/>
                      <a:pt x="897" y="1223"/>
                      <a:pt x="897" y="1223"/>
                    </a:cubicBezTo>
                    <a:cubicBezTo>
                      <a:pt x="939" y="1205"/>
                      <a:pt x="978" y="1182"/>
                      <a:pt x="1015" y="1155"/>
                    </a:cubicBezTo>
                    <a:cubicBezTo>
                      <a:pt x="982" y="1038"/>
                      <a:pt x="982" y="1038"/>
                      <a:pt x="982" y="1038"/>
                    </a:cubicBezTo>
                    <a:cubicBezTo>
                      <a:pt x="1002" y="1021"/>
                      <a:pt x="1020" y="1002"/>
                      <a:pt x="1038" y="982"/>
                    </a:cubicBezTo>
                    <a:cubicBezTo>
                      <a:pt x="1154" y="1016"/>
                      <a:pt x="1154" y="1016"/>
                      <a:pt x="1154" y="1016"/>
                    </a:cubicBezTo>
                    <a:cubicBezTo>
                      <a:pt x="1181" y="979"/>
                      <a:pt x="1204" y="940"/>
                      <a:pt x="1222" y="898"/>
                    </a:cubicBezTo>
                    <a:cubicBezTo>
                      <a:pt x="1135" y="813"/>
                      <a:pt x="1135" y="813"/>
                      <a:pt x="1135" y="813"/>
                    </a:cubicBezTo>
                    <a:cubicBezTo>
                      <a:pt x="1144" y="789"/>
                      <a:pt x="1151" y="763"/>
                      <a:pt x="1156" y="737"/>
                    </a:cubicBezTo>
                    <a:cubicBezTo>
                      <a:pt x="1273" y="707"/>
                      <a:pt x="1273" y="707"/>
                      <a:pt x="1273" y="707"/>
                    </a:cubicBezTo>
                    <a:cubicBezTo>
                      <a:pt x="1276" y="685"/>
                      <a:pt x="1277" y="662"/>
                      <a:pt x="1277" y="639"/>
                    </a:cubicBezTo>
                    <a:cubicBezTo>
                      <a:pt x="1277" y="616"/>
                      <a:pt x="1276" y="593"/>
                      <a:pt x="1273" y="571"/>
                    </a:cubicBezTo>
                    <a:cubicBezTo>
                      <a:pt x="1156" y="542"/>
                      <a:pt x="1156" y="542"/>
                      <a:pt x="1156" y="542"/>
                    </a:cubicBezTo>
                    <a:cubicBezTo>
                      <a:pt x="1151" y="515"/>
                      <a:pt x="1144" y="490"/>
                      <a:pt x="1135" y="465"/>
                    </a:cubicBezTo>
                    <a:cubicBezTo>
                      <a:pt x="1222" y="381"/>
                      <a:pt x="1222" y="381"/>
                      <a:pt x="1222" y="381"/>
                    </a:cubicBezTo>
                    <a:cubicBezTo>
                      <a:pt x="1204" y="339"/>
                      <a:pt x="1181" y="299"/>
                      <a:pt x="1154" y="263"/>
                    </a:cubicBezTo>
                    <a:cubicBezTo>
                      <a:pt x="1038" y="296"/>
                      <a:pt x="1038" y="296"/>
                      <a:pt x="1038" y="296"/>
                    </a:cubicBezTo>
                    <a:cubicBezTo>
                      <a:pt x="1020" y="276"/>
                      <a:pt x="1002" y="257"/>
                      <a:pt x="982" y="240"/>
                    </a:cubicBezTo>
                    <a:cubicBezTo>
                      <a:pt x="1015" y="123"/>
                      <a:pt x="1015" y="123"/>
                      <a:pt x="1015" y="123"/>
                    </a:cubicBezTo>
                    <a:cubicBezTo>
                      <a:pt x="978" y="97"/>
                      <a:pt x="939" y="74"/>
                      <a:pt x="897" y="55"/>
                    </a:cubicBezTo>
                    <a:cubicBezTo>
                      <a:pt x="813" y="142"/>
                      <a:pt x="813" y="142"/>
                      <a:pt x="813" y="142"/>
                    </a:cubicBezTo>
                    <a:cubicBezTo>
                      <a:pt x="788" y="134"/>
                      <a:pt x="762" y="127"/>
                      <a:pt x="736" y="122"/>
                    </a:cubicBezTo>
                    <a:cubicBezTo>
                      <a:pt x="706" y="4"/>
                      <a:pt x="706" y="4"/>
                      <a:pt x="706" y="4"/>
                    </a:cubicBezTo>
                    <a:cubicBezTo>
                      <a:pt x="684" y="2"/>
                      <a:pt x="661" y="0"/>
                      <a:pt x="638" y="0"/>
                    </a:cubicBezTo>
                    <a:cubicBezTo>
                      <a:pt x="615" y="0"/>
                      <a:pt x="593" y="2"/>
                      <a:pt x="570" y="4"/>
                    </a:cubicBezTo>
                    <a:cubicBezTo>
                      <a:pt x="541" y="122"/>
                      <a:pt x="541" y="122"/>
                      <a:pt x="541" y="122"/>
                    </a:cubicBezTo>
                    <a:cubicBezTo>
                      <a:pt x="514" y="127"/>
                      <a:pt x="489" y="134"/>
                      <a:pt x="464" y="142"/>
                    </a:cubicBezTo>
                    <a:cubicBezTo>
                      <a:pt x="380" y="55"/>
                      <a:pt x="380" y="55"/>
                      <a:pt x="380" y="55"/>
                    </a:cubicBezTo>
                    <a:cubicBezTo>
                      <a:pt x="338" y="74"/>
                      <a:pt x="298" y="97"/>
                      <a:pt x="262" y="123"/>
                    </a:cubicBezTo>
                    <a:cubicBezTo>
                      <a:pt x="295" y="240"/>
                      <a:pt x="295" y="240"/>
                      <a:pt x="295" y="240"/>
                    </a:cubicBezTo>
                    <a:cubicBezTo>
                      <a:pt x="275" y="257"/>
                      <a:pt x="256" y="276"/>
                      <a:pt x="239" y="296"/>
                    </a:cubicBezTo>
                    <a:cubicBezTo>
                      <a:pt x="122" y="263"/>
                      <a:pt x="122" y="263"/>
                      <a:pt x="122" y="263"/>
                    </a:cubicBezTo>
                    <a:cubicBezTo>
                      <a:pt x="96" y="299"/>
                      <a:pt x="73" y="339"/>
                      <a:pt x="54" y="381"/>
                    </a:cubicBezTo>
                    <a:cubicBezTo>
                      <a:pt x="141" y="465"/>
                      <a:pt x="141" y="465"/>
                      <a:pt x="141" y="465"/>
                    </a:cubicBezTo>
                    <a:cubicBezTo>
                      <a:pt x="133" y="490"/>
                      <a:pt x="126" y="515"/>
                      <a:pt x="121" y="542"/>
                    </a:cubicBezTo>
                    <a:cubicBezTo>
                      <a:pt x="3" y="571"/>
                      <a:pt x="3" y="571"/>
                      <a:pt x="3" y="571"/>
                    </a:cubicBezTo>
                    <a:cubicBezTo>
                      <a:pt x="1" y="593"/>
                      <a:pt x="0" y="616"/>
                      <a:pt x="0" y="639"/>
                    </a:cubicBezTo>
                    <a:cubicBezTo>
                      <a:pt x="0" y="662"/>
                      <a:pt x="1" y="685"/>
                      <a:pt x="3" y="707"/>
                    </a:cubicBezTo>
                    <a:lnTo>
                      <a:pt x="121" y="737"/>
                    </a:lnTo>
                    <a:close/>
                    <a:moveTo>
                      <a:pt x="152" y="639"/>
                    </a:moveTo>
                    <a:cubicBezTo>
                      <a:pt x="152" y="370"/>
                      <a:pt x="370" y="153"/>
                      <a:pt x="638" y="153"/>
                    </a:cubicBezTo>
                    <a:cubicBezTo>
                      <a:pt x="907" y="153"/>
                      <a:pt x="1125" y="370"/>
                      <a:pt x="1125" y="639"/>
                    </a:cubicBezTo>
                    <a:cubicBezTo>
                      <a:pt x="1125" y="908"/>
                      <a:pt x="907" y="1126"/>
                      <a:pt x="638" y="1126"/>
                    </a:cubicBezTo>
                    <a:cubicBezTo>
                      <a:pt x="370" y="1126"/>
                      <a:pt x="152" y="908"/>
                      <a:pt x="152" y="639"/>
                    </a:cubicBezTo>
                    <a:close/>
                  </a:path>
                </a:pathLst>
              </a:custGeom>
              <a:gradFill flip="none" rotWithShape="1">
                <a:gsLst>
                  <a:gs pos="100000">
                    <a:srgbClr val="FFFFFF"/>
                  </a:gs>
                  <a:gs pos="0">
                    <a:srgbClr val="B8BBBC"/>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grpSp>
        <p:grpSp>
          <p:nvGrpSpPr>
            <p:cNvPr id="77" name="组合 18"/>
            <p:cNvGrpSpPr>
              <a:grpSpLocks noChangeAspect="1"/>
            </p:cNvGrpSpPr>
            <p:nvPr/>
          </p:nvGrpSpPr>
          <p:grpSpPr>
            <a:xfrm>
              <a:off x="4392959" y="4786545"/>
              <a:ext cx="972000" cy="973931"/>
              <a:chOff x="-319908" y="45285"/>
              <a:chExt cx="5924550" cy="5936320"/>
            </a:xfrm>
            <a:effectLst>
              <a:outerShdw blurRad="228600" dist="228600" dir="8100000" algn="tr" rotWithShape="0">
                <a:prstClr val="black">
                  <a:alpha val="28000"/>
                </a:prstClr>
              </a:outerShdw>
            </a:effectLst>
          </p:grpSpPr>
          <p:sp>
            <p:nvSpPr>
              <p:cNvPr id="96" name="椭圆 95"/>
              <p:cNvSpPr/>
              <p:nvPr/>
            </p:nvSpPr>
            <p:spPr>
              <a:xfrm>
                <a:off x="364303" y="735381"/>
                <a:ext cx="4556128" cy="4556128"/>
              </a:xfrm>
              <a:prstGeom prst="ellipse">
                <a:avLst/>
              </a:prstGeom>
              <a:solidFill>
                <a:srgbClr val="DADBDC"/>
              </a:solidFill>
              <a:ln w="57150">
                <a:gradFill flip="none" rotWithShape="1">
                  <a:gsLst>
                    <a:gs pos="2000">
                      <a:srgbClr val="FDFDFD"/>
                    </a:gs>
                    <a:gs pos="100000">
                      <a:srgbClr val="CBCDCE"/>
                    </a:gs>
                  </a:gsLst>
                  <a:lin ang="18900000" scaled="1"/>
                  <a:tileRect/>
                </a:gradFill>
              </a:ln>
              <a:effectLst>
                <a:innerShdw blurRad="203200" dist="101600" dir="18900000">
                  <a:prstClr val="black">
                    <a:alpha val="38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7" name="Freeform 25"/>
              <p:cNvSpPr>
                <a:spLocks noEditPoints="1"/>
              </p:cNvSpPr>
              <p:nvPr/>
            </p:nvSpPr>
            <p:spPr bwMode="auto">
              <a:xfrm>
                <a:off x="-319908" y="45285"/>
                <a:ext cx="5924550" cy="5936320"/>
              </a:xfrm>
              <a:custGeom>
                <a:avLst/>
                <a:gdLst>
                  <a:gd name="T0" fmla="*/ 121 w 1277"/>
                  <a:gd name="T1" fmla="*/ 737 h 1278"/>
                  <a:gd name="T2" fmla="*/ 141 w 1277"/>
                  <a:gd name="T3" fmla="*/ 813 h 1278"/>
                  <a:gd name="T4" fmla="*/ 54 w 1277"/>
                  <a:gd name="T5" fmla="*/ 898 h 1278"/>
                  <a:gd name="T6" fmla="*/ 122 w 1277"/>
                  <a:gd name="T7" fmla="*/ 1016 h 1278"/>
                  <a:gd name="T8" fmla="*/ 239 w 1277"/>
                  <a:gd name="T9" fmla="*/ 982 h 1278"/>
                  <a:gd name="T10" fmla="*/ 295 w 1277"/>
                  <a:gd name="T11" fmla="*/ 1038 h 1278"/>
                  <a:gd name="T12" fmla="*/ 262 w 1277"/>
                  <a:gd name="T13" fmla="*/ 1155 h 1278"/>
                  <a:gd name="T14" fmla="*/ 380 w 1277"/>
                  <a:gd name="T15" fmla="*/ 1223 h 1278"/>
                  <a:gd name="T16" fmla="*/ 464 w 1277"/>
                  <a:gd name="T17" fmla="*/ 1136 h 1278"/>
                  <a:gd name="T18" fmla="*/ 541 w 1277"/>
                  <a:gd name="T19" fmla="*/ 1157 h 1278"/>
                  <a:gd name="T20" fmla="*/ 570 w 1277"/>
                  <a:gd name="T21" fmla="*/ 1274 h 1278"/>
                  <a:gd name="T22" fmla="*/ 638 w 1277"/>
                  <a:gd name="T23" fmla="*/ 1278 h 1278"/>
                  <a:gd name="T24" fmla="*/ 706 w 1277"/>
                  <a:gd name="T25" fmla="*/ 1274 h 1278"/>
                  <a:gd name="T26" fmla="*/ 736 w 1277"/>
                  <a:gd name="T27" fmla="*/ 1157 h 1278"/>
                  <a:gd name="T28" fmla="*/ 813 w 1277"/>
                  <a:gd name="T29" fmla="*/ 1136 h 1278"/>
                  <a:gd name="T30" fmla="*/ 897 w 1277"/>
                  <a:gd name="T31" fmla="*/ 1223 h 1278"/>
                  <a:gd name="T32" fmla="*/ 1015 w 1277"/>
                  <a:gd name="T33" fmla="*/ 1155 h 1278"/>
                  <a:gd name="T34" fmla="*/ 982 w 1277"/>
                  <a:gd name="T35" fmla="*/ 1038 h 1278"/>
                  <a:gd name="T36" fmla="*/ 1038 w 1277"/>
                  <a:gd name="T37" fmla="*/ 982 h 1278"/>
                  <a:gd name="T38" fmla="*/ 1154 w 1277"/>
                  <a:gd name="T39" fmla="*/ 1016 h 1278"/>
                  <a:gd name="T40" fmla="*/ 1222 w 1277"/>
                  <a:gd name="T41" fmla="*/ 898 h 1278"/>
                  <a:gd name="T42" fmla="*/ 1135 w 1277"/>
                  <a:gd name="T43" fmla="*/ 813 h 1278"/>
                  <a:gd name="T44" fmla="*/ 1156 w 1277"/>
                  <a:gd name="T45" fmla="*/ 737 h 1278"/>
                  <a:gd name="T46" fmla="*/ 1273 w 1277"/>
                  <a:gd name="T47" fmla="*/ 707 h 1278"/>
                  <a:gd name="T48" fmla="*/ 1277 w 1277"/>
                  <a:gd name="T49" fmla="*/ 639 h 1278"/>
                  <a:gd name="T50" fmla="*/ 1273 w 1277"/>
                  <a:gd name="T51" fmla="*/ 571 h 1278"/>
                  <a:gd name="T52" fmla="*/ 1156 w 1277"/>
                  <a:gd name="T53" fmla="*/ 542 h 1278"/>
                  <a:gd name="T54" fmla="*/ 1135 w 1277"/>
                  <a:gd name="T55" fmla="*/ 465 h 1278"/>
                  <a:gd name="T56" fmla="*/ 1222 w 1277"/>
                  <a:gd name="T57" fmla="*/ 381 h 1278"/>
                  <a:gd name="T58" fmla="*/ 1154 w 1277"/>
                  <a:gd name="T59" fmla="*/ 263 h 1278"/>
                  <a:gd name="T60" fmla="*/ 1038 w 1277"/>
                  <a:gd name="T61" fmla="*/ 296 h 1278"/>
                  <a:gd name="T62" fmla="*/ 982 w 1277"/>
                  <a:gd name="T63" fmla="*/ 240 h 1278"/>
                  <a:gd name="T64" fmla="*/ 1015 w 1277"/>
                  <a:gd name="T65" fmla="*/ 123 h 1278"/>
                  <a:gd name="T66" fmla="*/ 897 w 1277"/>
                  <a:gd name="T67" fmla="*/ 55 h 1278"/>
                  <a:gd name="T68" fmla="*/ 813 w 1277"/>
                  <a:gd name="T69" fmla="*/ 142 h 1278"/>
                  <a:gd name="T70" fmla="*/ 736 w 1277"/>
                  <a:gd name="T71" fmla="*/ 122 h 1278"/>
                  <a:gd name="T72" fmla="*/ 706 w 1277"/>
                  <a:gd name="T73" fmla="*/ 4 h 1278"/>
                  <a:gd name="T74" fmla="*/ 638 w 1277"/>
                  <a:gd name="T75" fmla="*/ 0 h 1278"/>
                  <a:gd name="T76" fmla="*/ 570 w 1277"/>
                  <a:gd name="T77" fmla="*/ 4 h 1278"/>
                  <a:gd name="T78" fmla="*/ 541 w 1277"/>
                  <a:gd name="T79" fmla="*/ 122 h 1278"/>
                  <a:gd name="T80" fmla="*/ 464 w 1277"/>
                  <a:gd name="T81" fmla="*/ 142 h 1278"/>
                  <a:gd name="T82" fmla="*/ 380 w 1277"/>
                  <a:gd name="T83" fmla="*/ 55 h 1278"/>
                  <a:gd name="T84" fmla="*/ 262 w 1277"/>
                  <a:gd name="T85" fmla="*/ 123 h 1278"/>
                  <a:gd name="T86" fmla="*/ 295 w 1277"/>
                  <a:gd name="T87" fmla="*/ 240 h 1278"/>
                  <a:gd name="T88" fmla="*/ 239 w 1277"/>
                  <a:gd name="T89" fmla="*/ 296 h 1278"/>
                  <a:gd name="T90" fmla="*/ 122 w 1277"/>
                  <a:gd name="T91" fmla="*/ 263 h 1278"/>
                  <a:gd name="T92" fmla="*/ 54 w 1277"/>
                  <a:gd name="T93" fmla="*/ 381 h 1278"/>
                  <a:gd name="T94" fmla="*/ 141 w 1277"/>
                  <a:gd name="T95" fmla="*/ 465 h 1278"/>
                  <a:gd name="T96" fmla="*/ 121 w 1277"/>
                  <a:gd name="T97" fmla="*/ 542 h 1278"/>
                  <a:gd name="T98" fmla="*/ 3 w 1277"/>
                  <a:gd name="T99" fmla="*/ 571 h 1278"/>
                  <a:gd name="T100" fmla="*/ 0 w 1277"/>
                  <a:gd name="T101" fmla="*/ 639 h 1278"/>
                  <a:gd name="T102" fmla="*/ 3 w 1277"/>
                  <a:gd name="T103" fmla="*/ 707 h 1278"/>
                  <a:gd name="T104" fmla="*/ 121 w 1277"/>
                  <a:gd name="T105" fmla="*/ 737 h 1278"/>
                  <a:gd name="T106" fmla="*/ 152 w 1277"/>
                  <a:gd name="T107" fmla="*/ 639 h 1278"/>
                  <a:gd name="T108" fmla="*/ 638 w 1277"/>
                  <a:gd name="T109" fmla="*/ 153 h 1278"/>
                  <a:gd name="T110" fmla="*/ 1125 w 1277"/>
                  <a:gd name="T111" fmla="*/ 639 h 1278"/>
                  <a:gd name="T112" fmla="*/ 638 w 1277"/>
                  <a:gd name="T113" fmla="*/ 1126 h 1278"/>
                  <a:gd name="T114" fmla="*/ 152 w 1277"/>
                  <a:gd name="T115" fmla="*/ 639 h 1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77" h="1278">
                    <a:moveTo>
                      <a:pt x="121" y="737"/>
                    </a:moveTo>
                    <a:cubicBezTo>
                      <a:pt x="126" y="763"/>
                      <a:pt x="133" y="789"/>
                      <a:pt x="141" y="813"/>
                    </a:cubicBezTo>
                    <a:cubicBezTo>
                      <a:pt x="54" y="898"/>
                      <a:pt x="54" y="898"/>
                      <a:pt x="54" y="898"/>
                    </a:cubicBezTo>
                    <a:cubicBezTo>
                      <a:pt x="73" y="940"/>
                      <a:pt x="96" y="979"/>
                      <a:pt x="122" y="1016"/>
                    </a:cubicBezTo>
                    <a:cubicBezTo>
                      <a:pt x="239" y="982"/>
                      <a:pt x="239" y="982"/>
                      <a:pt x="239" y="982"/>
                    </a:cubicBezTo>
                    <a:cubicBezTo>
                      <a:pt x="256" y="1002"/>
                      <a:pt x="275" y="1021"/>
                      <a:pt x="295" y="1038"/>
                    </a:cubicBezTo>
                    <a:cubicBezTo>
                      <a:pt x="262" y="1155"/>
                      <a:pt x="262" y="1155"/>
                      <a:pt x="262" y="1155"/>
                    </a:cubicBezTo>
                    <a:cubicBezTo>
                      <a:pt x="298" y="1182"/>
                      <a:pt x="338" y="1205"/>
                      <a:pt x="380" y="1223"/>
                    </a:cubicBezTo>
                    <a:cubicBezTo>
                      <a:pt x="464" y="1136"/>
                      <a:pt x="464" y="1136"/>
                      <a:pt x="464" y="1136"/>
                    </a:cubicBezTo>
                    <a:cubicBezTo>
                      <a:pt x="489" y="1145"/>
                      <a:pt x="514" y="1152"/>
                      <a:pt x="541" y="1157"/>
                    </a:cubicBezTo>
                    <a:cubicBezTo>
                      <a:pt x="570" y="1274"/>
                      <a:pt x="570" y="1274"/>
                      <a:pt x="570" y="1274"/>
                    </a:cubicBezTo>
                    <a:cubicBezTo>
                      <a:pt x="593" y="1277"/>
                      <a:pt x="615" y="1278"/>
                      <a:pt x="638" y="1278"/>
                    </a:cubicBezTo>
                    <a:cubicBezTo>
                      <a:pt x="661" y="1278"/>
                      <a:pt x="684" y="1277"/>
                      <a:pt x="706" y="1274"/>
                    </a:cubicBezTo>
                    <a:cubicBezTo>
                      <a:pt x="736" y="1157"/>
                      <a:pt x="736" y="1157"/>
                      <a:pt x="736" y="1157"/>
                    </a:cubicBezTo>
                    <a:cubicBezTo>
                      <a:pt x="762" y="1152"/>
                      <a:pt x="788" y="1145"/>
                      <a:pt x="813" y="1136"/>
                    </a:cubicBezTo>
                    <a:cubicBezTo>
                      <a:pt x="897" y="1223"/>
                      <a:pt x="897" y="1223"/>
                      <a:pt x="897" y="1223"/>
                    </a:cubicBezTo>
                    <a:cubicBezTo>
                      <a:pt x="939" y="1205"/>
                      <a:pt x="978" y="1182"/>
                      <a:pt x="1015" y="1155"/>
                    </a:cubicBezTo>
                    <a:cubicBezTo>
                      <a:pt x="982" y="1038"/>
                      <a:pt x="982" y="1038"/>
                      <a:pt x="982" y="1038"/>
                    </a:cubicBezTo>
                    <a:cubicBezTo>
                      <a:pt x="1002" y="1021"/>
                      <a:pt x="1020" y="1002"/>
                      <a:pt x="1038" y="982"/>
                    </a:cubicBezTo>
                    <a:cubicBezTo>
                      <a:pt x="1154" y="1016"/>
                      <a:pt x="1154" y="1016"/>
                      <a:pt x="1154" y="1016"/>
                    </a:cubicBezTo>
                    <a:cubicBezTo>
                      <a:pt x="1181" y="979"/>
                      <a:pt x="1204" y="940"/>
                      <a:pt x="1222" y="898"/>
                    </a:cubicBezTo>
                    <a:cubicBezTo>
                      <a:pt x="1135" y="813"/>
                      <a:pt x="1135" y="813"/>
                      <a:pt x="1135" y="813"/>
                    </a:cubicBezTo>
                    <a:cubicBezTo>
                      <a:pt x="1144" y="789"/>
                      <a:pt x="1151" y="763"/>
                      <a:pt x="1156" y="737"/>
                    </a:cubicBezTo>
                    <a:cubicBezTo>
                      <a:pt x="1273" y="707"/>
                      <a:pt x="1273" y="707"/>
                      <a:pt x="1273" y="707"/>
                    </a:cubicBezTo>
                    <a:cubicBezTo>
                      <a:pt x="1276" y="685"/>
                      <a:pt x="1277" y="662"/>
                      <a:pt x="1277" y="639"/>
                    </a:cubicBezTo>
                    <a:cubicBezTo>
                      <a:pt x="1277" y="616"/>
                      <a:pt x="1276" y="593"/>
                      <a:pt x="1273" y="571"/>
                    </a:cubicBezTo>
                    <a:cubicBezTo>
                      <a:pt x="1156" y="542"/>
                      <a:pt x="1156" y="542"/>
                      <a:pt x="1156" y="542"/>
                    </a:cubicBezTo>
                    <a:cubicBezTo>
                      <a:pt x="1151" y="515"/>
                      <a:pt x="1144" y="490"/>
                      <a:pt x="1135" y="465"/>
                    </a:cubicBezTo>
                    <a:cubicBezTo>
                      <a:pt x="1222" y="381"/>
                      <a:pt x="1222" y="381"/>
                      <a:pt x="1222" y="381"/>
                    </a:cubicBezTo>
                    <a:cubicBezTo>
                      <a:pt x="1204" y="339"/>
                      <a:pt x="1181" y="299"/>
                      <a:pt x="1154" y="263"/>
                    </a:cubicBezTo>
                    <a:cubicBezTo>
                      <a:pt x="1038" y="296"/>
                      <a:pt x="1038" y="296"/>
                      <a:pt x="1038" y="296"/>
                    </a:cubicBezTo>
                    <a:cubicBezTo>
                      <a:pt x="1020" y="276"/>
                      <a:pt x="1002" y="257"/>
                      <a:pt x="982" y="240"/>
                    </a:cubicBezTo>
                    <a:cubicBezTo>
                      <a:pt x="1015" y="123"/>
                      <a:pt x="1015" y="123"/>
                      <a:pt x="1015" y="123"/>
                    </a:cubicBezTo>
                    <a:cubicBezTo>
                      <a:pt x="978" y="97"/>
                      <a:pt x="939" y="74"/>
                      <a:pt x="897" y="55"/>
                    </a:cubicBezTo>
                    <a:cubicBezTo>
                      <a:pt x="813" y="142"/>
                      <a:pt x="813" y="142"/>
                      <a:pt x="813" y="142"/>
                    </a:cubicBezTo>
                    <a:cubicBezTo>
                      <a:pt x="788" y="134"/>
                      <a:pt x="762" y="127"/>
                      <a:pt x="736" y="122"/>
                    </a:cubicBezTo>
                    <a:cubicBezTo>
                      <a:pt x="706" y="4"/>
                      <a:pt x="706" y="4"/>
                      <a:pt x="706" y="4"/>
                    </a:cubicBezTo>
                    <a:cubicBezTo>
                      <a:pt x="684" y="2"/>
                      <a:pt x="661" y="0"/>
                      <a:pt x="638" y="0"/>
                    </a:cubicBezTo>
                    <a:cubicBezTo>
                      <a:pt x="615" y="0"/>
                      <a:pt x="593" y="2"/>
                      <a:pt x="570" y="4"/>
                    </a:cubicBezTo>
                    <a:cubicBezTo>
                      <a:pt x="541" y="122"/>
                      <a:pt x="541" y="122"/>
                      <a:pt x="541" y="122"/>
                    </a:cubicBezTo>
                    <a:cubicBezTo>
                      <a:pt x="514" y="127"/>
                      <a:pt x="489" y="134"/>
                      <a:pt x="464" y="142"/>
                    </a:cubicBezTo>
                    <a:cubicBezTo>
                      <a:pt x="380" y="55"/>
                      <a:pt x="380" y="55"/>
                      <a:pt x="380" y="55"/>
                    </a:cubicBezTo>
                    <a:cubicBezTo>
                      <a:pt x="338" y="74"/>
                      <a:pt x="298" y="97"/>
                      <a:pt x="262" y="123"/>
                    </a:cubicBezTo>
                    <a:cubicBezTo>
                      <a:pt x="295" y="240"/>
                      <a:pt x="295" y="240"/>
                      <a:pt x="295" y="240"/>
                    </a:cubicBezTo>
                    <a:cubicBezTo>
                      <a:pt x="275" y="257"/>
                      <a:pt x="256" y="276"/>
                      <a:pt x="239" y="296"/>
                    </a:cubicBezTo>
                    <a:cubicBezTo>
                      <a:pt x="122" y="263"/>
                      <a:pt x="122" y="263"/>
                      <a:pt x="122" y="263"/>
                    </a:cubicBezTo>
                    <a:cubicBezTo>
                      <a:pt x="96" y="299"/>
                      <a:pt x="73" y="339"/>
                      <a:pt x="54" y="381"/>
                    </a:cubicBezTo>
                    <a:cubicBezTo>
                      <a:pt x="141" y="465"/>
                      <a:pt x="141" y="465"/>
                      <a:pt x="141" y="465"/>
                    </a:cubicBezTo>
                    <a:cubicBezTo>
                      <a:pt x="133" y="490"/>
                      <a:pt x="126" y="515"/>
                      <a:pt x="121" y="542"/>
                    </a:cubicBezTo>
                    <a:cubicBezTo>
                      <a:pt x="3" y="571"/>
                      <a:pt x="3" y="571"/>
                      <a:pt x="3" y="571"/>
                    </a:cubicBezTo>
                    <a:cubicBezTo>
                      <a:pt x="1" y="593"/>
                      <a:pt x="0" y="616"/>
                      <a:pt x="0" y="639"/>
                    </a:cubicBezTo>
                    <a:cubicBezTo>
                      <a:pt x="0" y="662"/>
                      <a:pt x="1" y="685"/>
                      <a:pt x="3" y="707"/>
                    </a:cubicBezTo>
                    <a:lnTo>
                      <a:pt x="121" y="737"/>
                    </a:lnTo>
                    <a:close/>
                    <a:moveTo>
                      <a:pt x="152" y="639"/>
                    </a:moveTo>
                    <a:cubicBezTo>
                      <a:pt x="152" y="370"/>
                      <a:pt x="370" y="153"/>
                      <a:pt x="638" y="153"/>
                    </a:cubicBezTo>
                    <a:cubicBezTo>
                      <a:pt x="907" y="153"/>
                      <a:pt x="1125" y="370"/>
                      <a:pt x="1125" y="639"/>
                    </a:cubicBezTo>
                    <a:cubicBezTo>
                      <a:pt x="1125" y="908"/>
                      <a:pt x="907" y="1126"/>
                      <a:pt x="638" y="1126"/>
                    </a:cubicBezTo>
                    <a:cubicBezTo>
                      <a:pt x="370" y="1126"/>
                      <a:pt x="152" y="908"/>
                      <a:pt x="152" y="639"/>
                    </a:cubicBezTo>
                    <a:close/>
                  </a:path>
                </a:pathLst>
              </a:custGeom>
              <a:gradFill flip="none" rotWithShape="1">
                <a:gsLst>
                  <a:gs pos="100000">
                    <a:srgbClr val="FFFFFF"/>
                  </a:gs>
                  <a:gs pos="0">
                    <a:srgbClr val="B8BBBC"/>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grpSp>
        <p:grpSp>
          <p:nvGrpSpPr>
            <p:cNvPr id="78" name="组合 21"/>
            <p:cNvGrpSpPr>
              <a:grpSpLocks noChangeAspect="1"/>
            </p:cNvGrpSpPr>
            <p:nvPr/>
          </p:nvGrpSpPr>
          <p:grpSpPr>
            <a:xfrm>
              <a:off x="4190221" y="3417970"/>
              <a:ext cx="1044000" cy="1046074"/>
              <a:chOff x="-319908" y="45285"/>
              <a:chExt cx="5924550" cy="5936320"/>
            </a:xfrm>
            <a:effectLst>
              <a:outerShdw blurRad="228600" dist="228600" dir="8100000" algn="tr" rotWithShape="0">
                <a:prstClr val="black">
                  <a:alpha val="28000"/>
                </a:prstClr>
              </a:outerShdw>
            </a:effectLst>
          </p:grpSpPr>
          <p:sp>
            <p:nvSpPr>
              <p:cNvPr id="94" name="椭圆 93"/>
              <p:cNvSpPr/>
              <p:nvPr/>
            </p:nvSpPr>
            <p:spPr>
              <a:xfrm>
                <a:off x="364303" y="735381"/>
                <a:ext cx="4556128" cy="4556128"/>
              </a:xfrm>
              <a:prstGeom prst="ellipse">
                <a:avLst/>
              </a:prstGeom>
              <a:solidFill>
                <a:srgbClr val="DADBDC"/>
              </a:solidFill>
              <a:ln w="57150">
                <a:gradFill flip="none" rotWithShape="1">
                  <a:gsLst>
                    <a:gs pos="2000">
                      <a:srgbClr val="FDFDFD"/>
                    </a:gs>
                    <a:gs pos="100000">
                      <a:srgbClr val="CBCDCE"/>
                    </a:gs>
                  </a:gsLst>
                  <a:lin ang="18900000" scaled="1"/>
                  <a:tileRect/>
                </a:gradFill>
              </a:ln>
              <a:effectLst>
                <a:innerShdw blurRad="203200" dist="101600" dir="18900000">
                  <a:prstClr val="black">
                    <a:alpha val="38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5" name="Freeform 25"/>
              <p:cNvSpPr>
                <a:spLocks noEditPoints="1"/>
              </p:cNvSpPr>
              <p:nvPr/>
            </p:nvSpPr>
            <p:spPr bwMode="auto">
              <a:xfrm>
                <a:off x="-319908" y="45285"/>
                <a:ext cx="5924550" cy="5936320"/>
              </a:xfrm>
              <a:custGeom>
                <a:avLst/>
                <a:gdLst>
                  <a:gd name="T0" fmla="*/ 121 w 1277"/>
                  <a:gd name="T1" fmla="*/ 737 h 1278"/>
                  <a:gd name="T2" fmla="*/ 141 w 1277"/>
                  <a:gd name="T3" fmla="*/ 813 h 1278"/>
                  <a:gd name="T4" fmla="*/ 54 w 1277"/>
                  <a:gd name="T5" fmla="*/ 898 h 1278"/>
                  <a:gd name="T6" fmla="*/ 122 w 1277"/>
                  <a:gd name="T7" fmla="*/ 1016 h 1278"/>
                  <a:gd name="T8" fmla="*/ 239 w 1277"/>
                  <a:gd name="T9" fmla="*/ 982 h 1278"/>
                  <a:gd name="T10" fmla="*/ 295 w 1277"/>
                  <a:gd name="T11" fmla="*/ 1038 h 1278"/>
                  <a:gd name="T12" fmla="*/ 262 w 1277"/>
                  <a:gd name="T13" fmla="*/ 1155 h 1278"/>
                  <a:gd name="T14" fmla="*/ 380 w 1277"/>
                  <a:gd name="T15" fmla="*/ 1223 h 1278"/>
                  <a:gd name="T16" fmla="*/ 464 w 1277"/>
                  <a:gd name="T17" fmla="*/ 1136 h 1278"/>
                  <a:gd name="T18" fmla="*/ 541 w 1277"/>
                  <a:gd name="T19" fmla="*/ 1157 h 1278"/>
                  <a:gd name="T20" fmla="*/ 570 w 1277"/>
                  <a:gd name="T21" fmla="*/ 1274 h 1278"/>
                  <a:gd name="T22" fmla="*/ 638 w 1277"/>
                  <a:gd name="T23" fmla="*/ 1278 h 1278"/>
                  <a:gd name="T24" fmla="*/ 706 w 1277"/>
                  <a:gd name="T25" fmla="*/ 1274 h 1278"/>
                  <a:gd name="T26" fmla="*/ 736 w 1277"/>
                  <a:gd name="T27" fmla="*/ 1157 h 1278"/>
                  <a:gd name="T28" fmla="*/ 813 w 1277"/>
                  <a:gd name="T29" fmla="*/ 1136 h 1278"/>
                  <a:gd name="T30" fmla="*/ 897 w 1277"/>
                  <a:gd name="T31" fmla="*/ 1223 h 1278"/>
                  <a:gd name="T32" fmla="*/ 1015 w 1277"/>
                  <a:gd name="T33" fmla="*/ 1155 h 1278"/>
                  <a:gd name="T34" fmla="*/ 982 w 1277"/>
                  <a:gd name="T35" fmla="*/ 1038 h 1278"/>
                  <a:gd name="T36" fmla="*/ 1038 w 1277"/>
                  <a:gd name="T37" fmla="*/ 982 h 1278"/>
                  <a:gd name="T38" fmla="*/ 1154 w 1277"/>
                  <a:gd name="T39" fmla="*/ 1016 h 1278"/>
                  <a:gd name="T40" fmla="*/ 1222 w 1277"/>
                  <a:gd name="T41" fmla="*/ 898 h 1278"/>
                  <a:gd name="T42" fmla="*/ 1135 w 1277"/>
                  <a:gd name="T43" fmla="*/ 813 h 1278"/>
                  <a:gd name="T44" fmla="*/ 1156 w 1277"/>
                  <a:gd name="T45" fmla="*/ 737 h 1278"/>
                  <a:gd name="T46" fmla="*/ 1273 w 1277"/>
                  <a:gd name="T47" fmla="*/ 707 h 1278"/>
                  <a:gd name="T48" fmla="*/ 1277 w 1277"/>
                  <a:gd name="T49" fmla="*/ 639 h 1278"/>
                  <a:gd name="T50" fmla="*/ 1273 w 1277"/>
                  <a:gd name="T51" fmla="*/ 571 h 1278"/>
                  <a:gd name="T52" fmla="*/ 1156 w 1277"/>
                  <a:gd name="T53" fmla="*/ 542 h 1278"/>
                  <a:gd name="T54" fmla="*/ 1135 w 1277"/>
                  <a:gd name="T55" fmla="*/ 465 h 1278"/>
                  <a:gd name="T56" fmla="*/ 1222 w 1277"/>
                  <a:gd name="T57" fmla="*/ 381 h 1278"/>
                  <a:gd name="T58" fmla="*/ 1154 w 1277"/>
                  <a:gd name="T59" fmla="*/ 263 h 1278"/>
                  <a:gd name="T60" fmla="*/ 1038 w 1277"/>
                  <a:gd name="T61" fmla="*/ 296 h 1278"/>
                  <a:gd name="T62" fmla="*/ 982 w 1277"/>
                  <a:gd name="T63" fmla="*/ 240 h 1278"/>
                  <a:gd name="T64" fmla="*/ 1015 w 1277"/>
                  <a:gd name="T65" fmla="*/ 123 h 1278"/>
                  <a:gd name="T66" fmla="*/ 897 w 1277"/>
                  <a:gd name="T67" fmla="*/ 55 h 1278"/>
                  <a:gd name="T68" fmla="*/ 813 w 1277"/>
                  <a:gd name="T69" fmla="*/ 142 h 1278"/>
                  <a:gd name="T70" fmla="*/ 736 w 1277"/>
                  <a:gd name="T71" fmla="*/ 122 h 1278"/>
                  <a:gd name="T72" fmla="*/ 706 w 1277"/>
                  <a:gd name="T73" fmla="*/ 4 h 1278"/>
                  <a:gd name="T74" fmla="*/ 638 w 1277"/>
                  <a:gd name="T75" fmla="*/ 0 h 1278"/>
                  <a:gd name="T76" fmla="*/ 570 w 1277"/>
                  <a:gd name="T77" fmla="*/ 4 h 1278"/>
                  <a:gd name="T78" fmla="*/ 541 w 1277"/>
                  <a:gd name="T79" fmla="*/ 122 h 1278"/>
                  <a:gd name="T80" fmla="*/ 464 w 1277"/>
                  <a:gd name="T81" fmla="*/ 142 h 1278"/>
                  <a:gd name="T82" fmla="*/ 380 w 1277"/>
                  <a:gd name="T83" fmla="*/ 55 h 1278"/>
                  <a:gd name="T84" fmla="*/ 262 w 1277"/>
                  <a:gd name="T85" fmla="*/ 123 h 1278"/>
                  <a:gd name="T86" fmla="*/ 295 w 1277"/>
                  <a:gd name="T87" fmla="*/ 240 h 1278"/>
                  <a:gd name="T88" fmla="*/ 239 w 1277"/>
                  <a:gd name="T89" fmla="*/ 296 h 1278"/>
                  <a:gd name="T90" fmla="*/ 122 w 1277"/>
                  <a:gd name="T91" fmla="*/ 263 h 1278"/>
                  <a:gd name="T92" fmla="*/ 54 w 1277"/>
                  <a:gd name="T93" fmla="*/ 381 h 1278"/>
                  <a:gd name="T94" fmla="*/ 141 w 1277"/>
                  <a:gd name="T95" fmla="*/ 465 h 1278"/>
                  <a:gd name="T96" fmla="*/ 121 w 1277"/>
                  <a:gd name="T97" fmla="*/ 542 h 1278"/>
                  <a:gd name="T98" fmla="*/ 3 w 1277"/>
                  <a:gd name="T99" fmla="*/ 571 h 1278"/>
                  <a:gd name="T100" fmla="*/ 0 w 1277"/>
                  <a:gd name="T101" fmla="*/ 639 h 1278"/>
                  <a:gd name="T102" fmla="*/ 3 w 1277"/>
                  <a:gd name="T103" fmla="*/ 707 h 1278"/>
                  <a:gd name="T104" fmla="*/ 121 w 1277"/>
                  <a:gd name="T105" fmla="*/ 737 h 1278"/>
                  <a:gd name="T106" fmla="*/ 152 w 1277"/>
                  <a:gd name="T107" fmla="*/ 639 h 1278"/>
                  <a:gd name="T108" fmla="*/ 638 w 1277"/>
                  <a:gd name="T109" fmla="*/ 153 h 1278"/>
                  <a:gd name="T110" fmla="*/ 1125 w 1277"/>
                  <a:gd name="T111" fmla="*/ 639 h 1278"/>
                  <a:gd name="T112" fmla="*/ 638 w 1277"/>
                  <a:gd name="T113" fmla="*/ 1126 h 1278"/>
                  <a:gd name="T114" fmla="*/ 152 w 1277"/>
                  <a:gd name="T115" fmla="*/ 639 h 1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77" h="1278">
                    <a:moveTo>
                      <a:pt x="121" y="737"/>
                    </a:moveTo>
                    <a:cubicBezTo>
                      <a:pt x="126" y="763"/>
                      <a:pt x="133" y="789"/>
                      <a:pt x="141" y="813"/>
                    </a:cubicBezTo>
                    <a:cubicBezTo>
                      <a:pt x="54" y="898"/>
                      <a:pt x="54" y="898"/>
                      <a:pt x="54" y="898"/>
                    </a:cubicBezTo>
                    <a:cubicBezTo>
                      <a:pt x="73" y="940"/>
                      <a:pt x="96" y="979"/>
                      <a:pt x="122" y="1016"/>
                    </a:cubicBezTo>
                    <a:cubicBezTo>
                      <a:pt x="239" y="982"/>
                      <a:pt x="239" y="982"/>
                      <a:pt x="239" y="982"/>
                    </a:cubicBezTo>
                    <a:cubicBezTo>
                      <a:pt x="256" y="1002"/>
                      <a:pt x="275" y="1021"/>
                      <a:pt x="295" y="1038"/>
                    </a:cubicBezTo>
                    <a:cubicBezTo>
                      <a:pt x="262" y="1155"/>
                      <a:pt x="262" y="1155"/>
                      <a:pt x="262" y="1155"/>
                    </a:cubicBezTo>
                    <a:cubicBezTo>
                      <a:pt x="298" y="1182"/>
                      <a:pt x="338" y="1205"/>
                      <a:pt x="380" y="1223"/>
                    </a:cubicBezTo>
                    <a:cubicBezTo>
                      <a:pt x="464" y="1136"/>
                      <a:pt x="464" y="1136"/>
                      <a:pt x="464" y="1136"/>
                    </a:cubicBezTo>
                    <a:cubicBezTo>
                      <a:pt x="489" y="1145"/>
                      <a:pt x="514" y="1152"/>
                      <a:pt x="541" y="1157"/>
                    </a:cubicBezTo>
                    <a:cubicBezTo>
                      <a:pt x="570" y="1274"/>
                      <a:pt x="570" y="1274"/>
                      <a:pt x="570" y="1274"/>
                    </a:cubicBezTo>
                    <a:cubicBezTo>
                      <a:pt x="593" y="1277"/>
                      <a:pt x="615" y="1278"/>
                      <a:pt x="638" y="1278"/>
                    </a:cubicBezTo>
                    <a:cubicBezTo>
                      <a:pt x="661" y="1278"/>
                      <a:pt x="684" y="1277"/>
                      <a:pt x="706" y="1274"/>
                    </a:cubicBezTo>
                    <a:cubicBezTo>
                      <a:pt x="736" y="1157"/>
                      <a:pt x="736" y="1157"/>
                      <a:pt x="736" y="1157"/>
                    </a:cubicBezTo>
                    <a:cubicBezTo>
                      <a:pt x="762" y="1152"/>
                      <a:pt x="788" y="1145"/>
                      <a:pt x="813" y="1136"/>
                    </a:cubicBezTo>
                    <a:cubicBezTo>
                      <a:pt x="897" y="1223"/>
                      <a:pt x="897" y="1223"/>
                      <a:pt x="897" y="1223"/>
                    </a:cubicBezTo>
                    <a:cubicBezTo>
                      <a:pt x="939" y="1205"/>
                      <a:pt x="978" y="1182"/>
                      <a:pt x="1015" y="1155"/>
                    </a:cubicBezTo>
                    <a:cubicBezTo>
                      <a:pt x="982" y="1038"/>
                      <a:pt x="982" y="1038"/>
                      <a:pt x="982" y="1038"/>
                    </a:cubicBezTo>
                    <a:cubicBezTo>
                      <a:pt x="1002" y="1021"/>
                      <a:pt x="1020" y="1002"/>
                      <a:pt x="1038" y="982"/>
                    </a:cubicBezTo>
                    <a:cubicBezTo>
                      <a:pt x="1154" y="1016"/>
                      <a:pt x="1154" y="1016"/>
                      <a:pt x="1154" y="1016"/>
                    </a:cubicBezTo>
                    <a:cubicBezTo>
                      <a:pt x="1181" y="979"/>
                      <a:pt x="1204" y="940"/>
                      <a:pt x="1222" y="898"/>
                    </a:cubicBezTo>
                    <a:cubicBezTo>
                      <a:pt x="1135" y="813"/>
                      <a:pt x="1135" y="813"/>
                      <a:pt x="1135" y="813"/>
                    </a:cubicBezTo>
                    <a:cubicBezTo>
                      <a:pt x="1144" y="789"/>
                      <a:pt x="1151" y="763"/>
                      <a:pt x="1156" y="737"/>
                    </a:cubicBezTo>
                    <a:cubicBezTo>
                      <a:pt x="1273" y="707"/>
                      <a:pt x="1273" y="707"/>
                      <a:pt x="1273" y="707"/>
                    </a:cubicBezTo>
                    <a:cubicBezTo>
                      <a:pt x="1276" y="685"/>
                      <a:pt x="1277" y="662"/>
                      <a:pt x="1277" y="639"/>
                    </a:cubicBezTo>
                    <a:cubicBezTo>
                      <a:pt x="1277" y="616"/>
                      <a:pt x="1276" y="593"/>
                      <a:pt x="1273" y="571"/>
                    </a:cubicBezTo>
                    <a:cubicBezTo>
                      <a:pt x="1156" y="542"/>
                      <a:pt x="1156" y="542"/>
                      <a:pt x="1156" y="542"/>
                    </a:cubicBezTo>
                    <a:cubicBezTo>
                      <a:pt x="1151" y="515"/>
                      <a:pt x="1144" y="490"/>
                      <a:pt x="1135" y="465"/>
                    </a:cubicBezTo>
                    <a:cubicBezTo>
                      <a:pt x="1222" y="381"/>
                      <a:pt x="1222" y="381"/>
                      <a:pt x="1222" y="381"/>
                    </a:cubicBezTo>
                    <a:cubicBezTo>
                      <a:pt x="1204" y="339"/>
                      <a:pt x="1181" y="299"/>
                      <a:pt x="1154" y="263"/>
                    </a:cubicBezTo>
                    <a:cubicBezTo>
                      <a:pt x="1038" y="296"/>
                      <a:pt x="1038" y="296"/>
                      <a:pt x="1038" y="296"/>
                    </a:cubicBezTo>
                    <a:cubicBezTo>
                      <a:pt x="1020" y="276"/>
                      <a:pt x="1002" y="257"/>
                      <a:pt x="982" y="240"/>
                    </a:cubicBezTo>
                    <a:cubicBezTo>
                      <a:pt x="1015" y="123"/>
                      <a:pt x="1015" y="123"/>
                      <a:pt x="1015" y="123"/>
                    </a:cubicBezTo>
                    <a:cubicBezTo>
                      <a:pt x="978" y="97"/>
                      <a:pt x="939" y="74"/>
                      <a:pt x="897" y="55"/>
                    </a:cubicBezTo>
                    <a:cubicBezTo>
                      <a:pt x="813" y="142"/>
                      <a:pt x="813" y="142"/>
                      <a:pt x="813" y="142"/>
                    </a:cubicBezTo>
                    <a:cubicBezTo>
                      <a:pt x="788" y="134"/>
                      <a:pt x="762" y="127"/>
                      <a:pt x="736" y="122"/>
                    </a:cubicBezTo>
                    <a:cubicBezTo>
                      <a:pt x="706" y="4"/>
                      <a:pt x="706" y="4"/>
                      <a:pt x="706" y="4"/>
                    </a:cubicBezTo>
                    <a:cubicBezTo>
                      <a:pt x="684" y="2"/>
                      <a:pt x="661" y="0"/>
                      <a:pt x="638" y="0"/>
                    </a:cubicBezTo>
                    <a:cubicBezTo>
                      <a:pt x="615" y="0"/>
                      <a:pt x="593" y="2"/>
                      <a:pt x="570" y="4"/>
                    </a:cubicBezTo>
                    <a:cubicBezTo>
                      <a:pt x="541" y="122"/>
                      <a:pt x="541" y="122"/>
                      <a:pt x="541" y="122"/>
                    </a:cubicBezTo>
                    <a:cubicBezTo>
                      <a:pt x="514" y="127"/>
                      <a:pt x="489" y="134"/>
                      <a:pt x="464" y="142"/>
                    </a:cubicBezTo>
                    <a:cubicBezTo>
                      <a:pt x="380" y="55"/>
                      <a:pt x="380" y="55"/>
                      <a:pt x="380" y="55"/>
                    </a:cubicBezTo>
                    <a:cubicBezTo>
                      <a:pt x="338" y="74"/>
                      <a:pt x="298" y="97"/>
                      <a:pt x="262" y="123"/>
                    </a:cubicBezTo>
                    <a:cubicBezTo>
                      <a:pt x="295" y="240"/>
                      <a:pt x="295" y="240"/>
                      <a:pt x="295" y="240"/>
                    </a:cubicBezTo>
                    <a:cubicBezTo>
                      <a:pt x="275" y="257"/>
                      <a:pt x="256" y="276"/>
                      <a:pt x="239" y="296"/>
                    </a:cubicBezTo>
                    <a:cubicBezTo>
                      <a:pt x="122" y="263"/>
                      <a:pt x="122" y="263"/>
                      <a:pt x="122" y="263"/>
                    </a:cubicBezTo>
                    <a:cubicBezTo>
                      <a:pt x="96" y="299"/>
                      <a:pt x="73" y="339"/>
                      <a:pt x="54" y="381"/>
                    </a:cubicBezTo>
                    <a:cubicBezTo>
                      <a:pt x="141" y="465"/>
                      <a:pt x="141" y="465"/>
                      <a:pt x="141" y="465"/>
                    </a:cubicBezTo>
                    <a:cubicBezTo>
                      <a:pt x="133" y="490"/>
                      <a:pt x="126" y="515"/>
                      <a:pt x="121" y="542"/>
                    </a:cubicBezTo>
                    <a:cubicBezTo>
                      <a:pt x="3" y="571"/>
                      <a:pt x="3" y="571"/>
                      <a:pt x="3" y="571"/>
                    </a:cubicBezTo>
                    <a:cubicBezTo>
                      <a:pt x="1" y="593"/>
                      <a:pt x="0" y="616"/>
                      <a:pt x="0" y="639"/>
                    </a:cubicBezTo>
                    <a:cubicBezTo>
                      <a:pt x="0" y="662"/>
                      <a:pt x="1" y="685"/>
                      <a:pt x="3" y="707"/>
                    </a:cubicBezTo>
                    <a:lnTo>
                      <a:pt x="121" y="737"/>
                    </a:lnTo>
                    <a:close/>
                    <a:moveTo>
                      <a:pt x="152" y="639"/>
                    </a:moveTo>
                    <a:cubicBezTo>
                      <a:pt x="152" y="370"/>
                      <a:pt x="370" y="153"/>
                      <a:pt x="638" y="153"/>
                    </a:cubicBezTo>
                    <a:cubicBezTo>
                      <a:pt x="907" y="153"/>
                      <a:pt x="1125" y="370"/>
                      <a:pt x="1125" y="639"/>
                    </a:cubicBezTo>
                    <a:cubicBezTo>
                      <a:pt x="1125" y="908"/>
                      <a:pt x="907" y="1126"/>
                      <a:pt x="638" y="1126"/>
                    </a:cubicBezTo>
                    <a:cubicBezTo>
                      <a:pt x="370" y="1126"/>
                      <a:pt x="152" y="908"/>
                      <a:pt x="152" y="639"/>
                    </a:cubicBezTo>
                    <a:close/>
                  </a:path>
                </a:pathLst>
              </a:custGeom>
              <a:gradFill flip="none" rotWithShape="1">
                <a:gsLst>
                  <a:gs pos="100000">
                    <a:srgbClr val="FFFFFF"/>
                  </a:gs>
                  <a:gs pos="0">
                    <a:srgbClr val="B8BBBC"/>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grpSp>
        <p:grpSp>
          <p:nvGrpSpPr>
            <p:cNvPr id="79" name="组合 27"/>
            <p:cNvGrpSpPr>
              <a:grpSpLocks noChangeAspect="1"/>
            </p:cNvGrpSpPr>
            <p:nvPr/>
          </p:nvGrpSpPr>
          <p:grpSpPr>
            <a:xfrm>
              <a:off x="4891469" y="2032406"/>
              <a:ext cx="1209154" cy="1211554"/>
              <a:chOff x="-319908" y="45285"/>
              <a:chExt cx="5924550" cy="5936320"/>
            </a:xfrm>
            <a:effectLst>
              <a:outerShdw blurRad="228600" dist="228600" dir="8100000" algn="tr" rotWithShape="0">
                <a:prstClr val="black">
                  <a:alpha val="28000"/>
                </a:prstClr>
              </a:outerShdw>
            </a:effectLst>
          </p:grpSpPr>
          <p:sp>
            <p:nvSpPr>
              <p:cNvPr id="92" name="椭圆 91"/>
              <p:cNvSpPr/>
              <p:nvPr/>
            </p:nvSpPr>
            <p:spPr>
              <a:xfrm>
                <a:off x="364303" y="735381"/>
                <a:ext cx="4556128" cy="4556128"/>
              </a:xfrm>
              <a:prstGeom prst="ellipse">
                <a:avLst/>
              </a:prstGeom>
              <a:solidFill>
                <a:srgbClr val="DADBDC"/>
              </a:solidFill>
              <a:ln w="57150">
                <a:gradFill flip="none" rotWithShape="1">
                  <a:gsLst>
                    <a:gs pos="2000">
                      <a:srgbClr val="FDFDFD"/>
                    </a:gs>
                    <a:gs pos="100000">
                      <a:srgbClr val="CBCDCE"/>
                    </a:gs>
                  </a:gsLst>
                  <a:lin ang="18900000" scaled="1"/>
                  <a:tileRect/>
                </a:gradFill>
              </a:ln>
              <a:effectLst>
                <a:innerShdw blurRad="203200" dist="101600" dir="18900000">
                  <a:prstClr val="black">
                    <a:alpha val="38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 name="Freeform 25"/>
              <p:cNvSpPr>
                <a:spLocks noEditPoints="1"/>
              </p:cNvSpPr>
              <p:nvPr/>
            </p:nvSpPr>
            <p:spPr bwMode="auto">
              <a:xfrm>
                <a:off x="-319908" y="45285"/>
                <a:ext cx="5924550" cy="5936320"/>
              </a:xfrm>
              <a:custGeom>
                <a:avLst/>
                <a:gdLst>
                  <a:gd name="T0" fmla="*/ 121 w 1277"/>
                  <a:gd name="T1" fmla="*/ 737 h 1278"/>
                  <a:gd name="T2" fmla="*/ 141 w 1277"/>
                  <a:gd name="T3" fmla="*/ 813 h 1278"/>
                  <a:gd name="T4" fmla="*/ 54 w 1277"/>
                  <a:gd name="T5" fmla="*/ 898 h 1278"/>
                  <a:gd name="T6" fmla="*/ 122 w 1277"/>
                  <a:gd name="T7" fmla="*/ 1016 h 1278"/>
                  <a:gd name="T8" fmla="*/ 239 w 1277"/>
                  <a:gd name="T9" fmla="*/ 982 h 1278"/>
                  <a:gd name="T10" fmla="*/ 295 w 1277"/>
                  <a:gd name="T11" fmla="*/ 1038 h 1278"/>
                  <a:gd name="T12" fmla="*/ 262 w 1277"/>
                  <a:gd name="T13" fmla="*/ 1155 h 1278"/>
                  <a:gd name="T14" fmla="*/ 380 w 1277"/>
                  <a:gd name="T15" fmla="*/ 1223 h 1278"/>
                  <a:gd name="T16" fmla="*/ 464 w 1277"/>
                  <a:gd name="T17" fmla="*/ 1136 h 1278"/>
                  <a:gd name="T18" fmla="*/ 541 w 1277"/>
                  <a:gd name="T19" fmla="*/ 1157 h 1278"/>
                  <a:gd name="T20" fmla="*/ 570 w 1277"/>
                  <a:gd name="T21" fmla="*/ 1274 h 1278"/>
                  <a:gd name="T22" fmla="*/ 638 w 1277"/>
                  <a:gd name="T23" fmla="*/ 1278 h 1278"/>
                  <a:gd name="T24" fmla="*/ 706 w 1277"/>
                  <a:gd name="T25" fmla="*/ 1274 h 1278"/>
                  <a:gd name="T26" fmla="*/ 736 w 1277"/>
                  <a:gd name="T27" fmla="*/ 1157 h 1278"/>
                  <a:gd name="T28" fmla="*/ 813 w 1277"/>
                  <a:gd name="T29" fmla="*/ 1136 h 1278"/>
                  <a:gd name="T30" fmla="*/ 897 w 1277"/>
                  <a:gd name="T31" fmla="*/ 1223 h 1278"/>
                  <a:gd name="T32" fmla="*/ 1015 w 1277"/>
                  <a:gd name="T33" fmla="*/ 1155 h 1278"/>
                  <a:gd name="T34" fmla="*/ 982 w 1277"/>
                  <a:gd name="T35" fmla="*/ 1038 h 1278"/>
                  <a:gd name="T36" fmla="*/ 1038 w 1277"/>
                  <a:gd name="T37" fmla="*/ 982 h 1278"/>
                  <a:gd name="T38" fmla="*/ 1154 w 1277"/>
                  <a:gd name="T39" fmla="*/ 1016 h 1278"/>
                  <a:gd name="T40" fmla="*/ 1222 w 1277"/>
                  <a:gd name="T41" fmla="*/ 898 h 1278"/>
                  <a:gd name="T42" fmla="*/ 1135 w 1277"/>
                  <a:gd name="T43" fmla="*/ 813 h 1278"/>
                  <a:gd name="T44" fmla="*/ 1156 w 1277"/>
                  <a:gd name="T45" fmla="*/ 737 h 1278"/>
                  <a:gd name="T46" fmla="*/ 1273 w 1277"/>
                  <a:gd name="T47" fmla="*/ 707 h 1278"/>
                  <a:gd name="T48" fmla="*/ 1277 w 1277"/>
                  <a:gd name="T49" fmla="*/ 639 h 1278"/>
                  <a:gd name="T50" fmla="*/ 1273 w 1277"/>
                  <a:gd name="T51" fmla="*/ 571 h 1278"/>
                  <a:gd name="T52" fmla="*/ 1156 w 1277"/>
                  <a:gd name="T53" fmla="*/ 542 h 1278"/>
                  <a:gd name="T54" fmla="*/ 1135 w 1277"/>
                  <a:gd name="T55" fmla="*/ 465 h 1278"/>
                  <a:gd name="T56" fmla="*/ 1222 w 1277"/>
                  <a:gd name="T57" fmla="*/ 381 h 1278"/>
                  <a:gd name="T58" fmla="*/ 1154 w 1277"/>
                  <a:gd name="T59" fmla="*/ 263 h 1278"/>
                  <a:gd name="T60" fmla="*/ 1038 w 1277"/>
                  <a:gd name="T61" fmla="*/ 296 h 1278"/>
                  <a:gd name="T62" fmla="*/ 982 w 1277"/>
                  <a:gd name="T63" fmla="*/ 240 h 1278"/>
                  <a:gd name="T64" fmla="*/ 1015 w 1277"/>
                  <a:gd name="T65" fmla="*/ 123 h 1278"/>
                  <a:gd name="T66" fmla="*/ 897 w 1277"/>
                  <a:gd name="T67" fmla="*/ 55 h 1278"/>
                  <a:gd name="T68" fmla="*/ 813 w 1277"/>
                  <a:gd name="T69" fmla="*/ 142 h 1278"/>
                  <a:gd name="T70" fmla="*/ 736 w 1277"/>
                  <a:gd name="T71" fmla="*/ 122 h 1278"/>
                  <a:gd name="T72" fmla="*/ 706 w 1277"/>
                  <a:gd name="T73" fmla="*/ 4 h 1278"/>
                  <a:gd name="T74" fmla="*/ 638 w 1277"/>
                  <a:gd name="T75" fmla="*/ 0 h 1278"/>
                  <a:gd name="T76" fmla="*/ 570 w 1277"/>
                  <a:gd name="T77" fmla="*/ 4 h 1278"/>
                  <a:gd name="T78" fmla="*/ 541 w 1277"/>
                  <a:gd name="T79" fmla="*/ 122 h 1278"/>
                  <a:gd name="T80" fmla="*/ 464 w 1277"/>
                  <a:gd name="T81" fmla="*/ 142 h 1278"/>
                  <a:gd name="T82" fmla="*/ 380 w 1277"/>
                  <a:gd name="T83" fmla="*/ 55 h 1278"/>
                  <a:gd name="T84" fmla="*/ 262 w 1277"/>
                  <a:gd name="T85" fmla="*/ 123 h 1278"/>
                  <a:gd name="T86" fmla="*/ 295 w 1277"/>
                  <a:gd name="T87" fmla="*/ 240 h 1278"/>
                  <a:gd name="T88" fmla="*/ 239 w 1277"/>
                  <a:gd name="T89" fmla="*/ 296 h 1278"/>
                  <a:gd name="T90" fmla="*/ 122 w 1277"/>
                  <a:gd name="T91" fmla="*/ 263 h 1278"/>
                  <a:gd name="T92" fmla="*/ 54 w 1277"/>
                  <a:gd name="T93" fmla="*/ 381 h 1278"/>
                  <a:gd name="T94" fmla="*/ 141 w 1277"/>
                  <a:gd name="T95" fmla="*/ 465 h 1278"/>
                  <a:gd name="T96" fmla="*/ 121 w 1277"/>
                  <a:gd name="T97" fmla="*/ 542 h 1278"/>
                  <a:gd name="T98" fmla="*/ 3 w 1277"/>
                  <a:gd name="T99" fmla="*/ 571 h 1278"/>
                  <a:gd name="T100" fmla="*/ 0 w 1277"/>
                  <a:gd name="T101" fmla="*/ 639 h 1278"/>
                  <a:gd name="T102" fmla="*/ 3 w 1277"/>
                  <a:gd name="T103" fmla="*/ 707 h 1278"/>
                  <a:gd name="T104" fmla="*/ 121 w 1277"/>
                  <a:gd name="T105" fmla="*/ 737 h 1278"/>
                  <a:gd name="T106" fmla="*/ 152 w 1277"/>
                  <a:gd name="T107" fmla="*/ 639 h 1278"/>
                  <a:gd name="T108" fmla="*/ 638 w 1277"/>
                  <a:gd name="T109" fmla="*/ 153 h 1278"/>
                  <a:gd name="T110" fmla="*/ 1125 w 1277"/>
                  <a:gd name="T111" fmla="*/ 639 h 1278"/>
                  <a:gd name="T112" fmla="*/ 638 w 1277"/>
                  <a:gd name="T113" fmla="*/ 1126 h 1278"/>
                  <a:gd name="T114" fmla="*/ 152 w 1277"/>
                  <a:gd name="T115" fmla="*/ 639 h 1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77" h="1278">
                    <a:moveTo>
                      <a:pt x="121" y="737"/>
                    </a:moveTo>
                    <a:cubicBezTo>
                      <a:pt x="126" y="763"/>
                      <a:pt x="133" y="789"/>
                      <a:pt x="141" y="813"/>
                    </a:cubicBezTo>
                    <a:cubicBezTo>
                      <a:pt x="54" y="898"/>
                      <a:pt x="54" y="898"/>
                      <a:pt x="54" y="898"/>
                    </a:cubicBezTo>
                    <a:cubicBezTo>
                      <a:pt x="73" y="940"/>
                      <a:pt x="96" y="979"/>
                      <a:pt x="122" y="1016"/>
                    </a:cubicBezTo>
                    <a:cubicBezTo>
                      <a:pt x="239" y="982"/>
                      <a:pt x="239" y="982"/>
                      <a:pt x="239" y="982"/>
                    </a:cubicBezTo>
                    <a:cubicBezTo>
                      <a:pt x="256" y="1002"/>
                      <a:pt x="275" y="1021"/>
                      <a:pt x="295" y="1038"/>
                    </a:cubicBezTo>
                    <a:cubicBezTo>
                      <a:pt x="262" y="1155"/>
                      <a:pt x="262" y="1155"/>
                      <a:pt x="262" y="1155"/>
                    </a:cubicBezTo>
                    <a:cubicBezTo>
                      <a:pt x="298" y="1182"/>
                      <a:pt x="338" y="1205"/>
                      <a:pt x="380" y="1223"/>
                    </a:cubicBezTo>
                    <a:cubicBezTo>
                      <a:pt x="464" y="1136"/>
                      <a:pt x="464" y="1136"/>
                      <a:pt x="464" y="1136"/>
                    </a:cubicBezTo>
                    <a:cubicBezTo>
                      <a:pt x="489" y="1145"/>
                      <a:pt x="514" y="1152"/>
                      <a:pt x="541" y="1157"/>
                    </a:cubicBezTo>
                    <a:cubicBezTo>
                      <a:pt x="570" y="1274"/>
                      <a:pt x="570" y="1274"/>
                      <a:pt x="570" y="1274"/>
                    </a:cubicBezTo>
                    <a:cubicBezTo>
                      <a:pt x="593" y="1277"/>
                      <a:pt x="615" y="1278"/>
                      <a:pt x="638" y="1278"/>
                    </a:cubicBezTo>
                    <a:cubicBezTo>
                      <a:pt x="661" y="1278"/>
                      <a:pt x="684" y="1277"/>
                      <a:pt x="706" y="1274"/>
                    </a:cubicBezTo>
                    <a:cubicBezTo>
                      <a:pt x="736" y="1157"/>
                      <a:pt x="736" y="1157"/>
                      <a:pt x="736" y="1157"/>
                    </a:cubicBezTo>
                    <a:cubicBezTo>
                      <a:pt x="762" y="1152"/>
                      <a:pt x="788" y="1145"/>
                      <a:pt x="813" y="1136"/>
                    </a:cubicBezTo>
                    <a:cubicBezTo>
                      <a:pt x="897" y="1223"/>
                      <a:pt x="897" y="1223"/>
                      <a:pt x="897" y="1223"/>
                    </a:cubicBezTo>
                    <a:cubicBezTo>
                      <a:pt x="939" y="1205"/>
                      <a:pt x="978" y="1182"/>
                      <a:pt x="1015" y="1155"/>
                    </a:cubicBezTo>
                    <a:cubicBezTo>
                      <a:pt x="982" y="1038"/>
                      <a:pt x="982" y="1038"/>
                      <a:pt x="982" y="1038"/>
                    </a:cubicBezTo>
                    <a:cubicBezTo>
                      <a:pt x="1002" y="1021"/>
                      <a:pt x="1020" y="1002"/>
                      <a:pt x="1038" y="982"/>
                    </a:cubicBezTo>
                    <a:cubicBezTo>
                      <a:pt x="1154" y="1016"/>
                      <a:pt x="1154" y="1016"/>
                      <a:pt x="1154" y="1016"/>
                    </a:cubicBezTo>
                    <a:cubicBezTo>
                      <a:pt x="1181" y="979"/>
                      <a:pt x="1204" y="940"/>
                      <a:pt x="1222" y="898"/>
                    </a:cubicBezTo>
                    <a:cubicBezTo>
                      <a:pt x="1135" y="813"/>
                      <a:pt x="1135" y="813"/>
                      <a:pt x="1135" y="813"/>
                    </a:cubicBezTo>
                    <a:cubicBezTo>
                      <a:pt x="1144" y="789"/>
                      <a:pt x="1151" y="763"/>
                      <a:pt x="1156" y="737"/>
                    </a:cubicBezTo>
                    <a:cubicBezTo>
                      <a:pt x="1273" y="707"/>
                      <a:pt x="1273" y="707"/>
                      <a:pt x="1273" y="707"/>
                    </a:cubicBezTo>
                    <a:cubicBezTo>
                      <a:pt x="1276" y="685"/>
                      <a:pt x="1277" y="662"/>
                      <a:pt x="1277" y="639"/>
                    </a:cubicBezTo>
                    <a:cubicBezTo>
                      <a:pt x="1277" y="616"/>
                      <a:pt x="1276" y="593"/>
                      <a:pt x="1273" y="571"/>
                    </a:cubicBezTo>
                    <a:cubicBezTo>
                      <a:pt x="1156" y="542"/>
                      <a:pt x="1156" y="542"/>
                      <a:pt x="1156" y="542"/>
                    </a:cubicBezTo>
                    <a:cubicBezTo>
                      <a:pt x="1151" y="515"/>
                      <a:pt x="1144" y="490"/>
                      <a:pt x="1135" y="465"/>
                    </a:cubicBezTo>
                    <a:cubicBezTo>
                      <a:pt x="1222" y="381"/>
                      <a:pt x="1222" y="381"/>
                      <a:pt x="1222" y="381"/>
                    </a:cubicBezTo>
                    <a:cubicBezTo>
                      <a:pt x="1204" y="339"/>
                      <a:pt x="1181" y="299"/>
                      <a:pt x="1154" y="263"/>
                    </a:cubicBezTo>
                    <a:cubicBezTo>
                      <a:pt x="1038" y="296"/>
                      <a:pt x="1038" y="296"/>
                      <a:pt x="1038" y="296"/>
                    </a:cubicBezTo>
                    <a:cubicBezTo>
                      <a:pt x="1020" y="276"/>
                      <a:pt x="1002" y="257"/>
                      <a:pt x="982" y="240"/>
                    </a:cubicBezTo>
                    <a:cubicBezTo>
                      <a:pt x="1015" y="123"/>
                      <a:pt x="1015" y="123"/>
                      <a:pt x="1015" y="123"/>
                    </a:cubicBezTo>
                    <a:cubicBezTo>
                      <a:pt x="978" y="97"/>
                      <a:pt x="939" y="74"/>
                      <a:pt x="897" y="55"/>
                    </a:cubicBezTo>
                    <a:cubicBezTo>
                      <a:pt x="813" y="142"/>
                      <a:pt x="813" y="142"/>
                      <a:pt x="813" y="142"/>
                    </a:cubicBezTo>
                    <a:cubicBezTo>
                      <a:pt x="788" y="134"/>
                      <a:pt x="762" y="127"/>
                      <a:pt x="736" y="122"/>
                    </a:cubicBezTo>
                    <a:cubicBezTo>
                      <a:pt x="706" y="4"/>
                      <a:pt x="706" y="4"/>
                      <a:pt x="706" y="4"/>
                    </a:cubicBezTo>
                    <a:cubicBezTo>
                      <a:pt x="684" y="2"/>
                      <a:pt x="661" y="0"/>
                      <a:pt x="638" y="0"/>
                    </a:cubicBezTo>
                    <a:cubicBezTo>
                      <a:pt x="615" y="0"/>
                      <a:pt x="593" y="2"/>
                      <a:pt x="570" y="4"/>
                    </a:cubicBezTo>
                    <a:cubicBezTo>
                      <a:pt x="541" y="122"/>
                      <a:pt x="541" y="122"/>
                      <a:pt x="541" y="122"/>
                    </a:cubicBezTo>
                    <a:cubicBezTo>
                      <a:pt x="514" y="127"/>
                      <a:pt x="489" y="134"/>
                      <a:pt x="464" y="142"/>
                    </a:cubicBezTo>
                    <a:cubicBezTo>
                      <a:pt x="380" y="55"/>
                      <a:pt x="380" y="55"/>
                      <a:pt x="380" y="55"/>
                    </a:cubicBezTo>
                    <a:cubicBezTo>
                      <a:pt x="338" y="74"/>
                      <a:pt x="298" y="97"/>
                      <a:pt x="262" y="123"/>
                    </a:cubicBezTo>
                    <a:cubicBezTo>
                      <a:pt x="295" y="240"/>
                      <a:pt x="295" y="240"/>
                      <a:pt x="295" y="240"/>
                    </a:cubicBezTo>
                    <a:cubicBezTo>
                      <a:pt x="275" y="257"/>
                      <a:pt x="256" y="276"/>
                      <a:pt x="239" y="296"/>
                    </a:cubicBezTo>
                    <a:cubicBezTo>
                      <a:pt x="122" y="263"/>
                      <a:pt x="122" y="263"/>
                      <a:pt x="122" y="263"/>
                    </a:cubicBezTo>
                    <a:cubicBezTo>
                      <a:pt x="96" y="299"/>
                      <a:pt x="73" y="339"/>
                      <a:pt x="54" y="381"/>
                    </a:cubicBezTo>
                    <a:cubicBezTo>
                      <a:pt x="141" y="465"/>
                      <a:pt x="141" y="465"/>
                      <a:pt x="141" y="465"/>
                    </a:cubicBezTo>
                    <a:cubicBezTo>
                      <a:pt x="133" y="490"/>
                      <a:pt x="126" y="515"/>
                      <a:pt x="121" y="542"/>
                    </a:cubicBezTo>
                    <a:cubicBezTo>
                      <a:pt x="3" y="571"/>
                      <a:pt x="3" y="571"/>
                      <a:pt x="3" y="571"/>
                    </a:cubicBezTo>
                    <a:cubicBezTo>
                      <a:pt x="1" y="593"/>
                      <a:pt x="0" y="616"/>
                      <a:pt x="0" y="639"/>
                    </a:cubicBezTo>
                    <a:cubicBezTo>
                      <a:pt x="0" y="662"/>
                      <a:pt x="1" y="685"/>
                      <a:pt x="3" y="707"/>
                    </a:cubicBezTo>
                    <a:lnTo>
                      <a:pt x="121" y="737"/>
                    </a:lnTo>
                    <a:close/>
                    <a:moveTo>
                      <a:pt x="152" y="639"/>
                    </a:moveTo>
                    <a:cubicBezTo>
                      <a:pt x="152" y="370"/>
                      <a:pt x="370" y="153"/>
                      <a:pt x="638" y="153"/>
                    </a:cubicBezTo>
                    <a:cubicBezTo>
                      <a:pt x="907" y="153"/>
                      <a:pt x="1125" y="370"/>
                      <a:pt x="1125" y="639"/>
                    </a:cubicBezTo>
                    <a:cubicBezTo>
                      <a:pt x="1125" y="908"/>
                      <a:pt x="907" y="1126"/>
                      <a:pt x="638" y="1126"/>
                    </a:cubicBezTo>
                    <a:cubicBezTo>
                      <a:pt x="370" y="1126"/>
                      <a:pt x="152" y="908"/>
                      <a:pt x="152" y="639"/>
                    </a:cubicBezTo>
                    <a:close/>
                  </a:path>
                </a:pathLst>
              </a:custGeom>
              <a:gradFill flip="none" rotWithShape="1">
                <a:gsLst>
                  <a:gs pos="100000">
                    <a:srgbClr val="FFFFFF"/>
                  </a:gs>
                  <a:gs pos="0">
                    <a:srgbClr val="B8BBBC"/>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grpSp>
        <p:grpSp>
          <p:nvGrpSpPr>
            <p:cNvPr id="80" name="组合 5"/>
            <p:cNvGrpSpPr/>
            <p:nvPr/>
          </p:nvGrpSpPr>
          <p:grpSpPr>
            <a:xfrm>
              <a:off x="5611702" y="3241332"/>
              <a:ext cx="2463257" cy="2468150"/>
              <a:chOff x="-319908" y="45285"/>
              <a:chExt cx="5924550" cy="5936320"/>
            </a:xfrm>
            <a:effectLst>
              <a:outerShdw blurRad="228600" dist="228600" dir="8100000" algn="tr" rotWithShape="0">
                <a:prstClr val="black">
                  <a:alpha val="28000"/>
                </a:prstClr>
              </a:outerShdw>
            </a:effectLst>
          </p:grpSpPr>
          <p:sp>
            <p:nvSpPr>
              <p:cNvPr id="90" name="椭圆 89"/>
              <p:cNvSpPr/>
              <p:nvPr/>
            </p:nvSpPr>
            <p:spPr>
              <a:xfrm>
                <a:off x="364303" y="735381"/>
                <a:ext cx="4556128" cy="4556128"/>
              </a:xfrm>
              <a:prstGeom prst="ellipse">
                <a:avLst/>
              </a:prstGeom>
              <a:solidFill>
                <a:srgbClr val="CED0D1"/>
              </a:solidFill>
              <a:ln w="57150">
                <a:gradFill flip="none" rotWithShape="1">
                  <a:gsLst>
                    <a:gs pos="2000">
                      <a:srgbClr val="FDFDFD"/>
                    </a:gs>
                    <a:gs pos="100000">
                      <a:srgbClr val="CBCDCE"/>
                    </a:gs>
                  </a:gsLst>
                  <a:lin ang="18900000" scaled="1"/>
                  <a:tileRect/>
                </a:gradFill>
              </a:ln>
              <a:effectLst>
                <a:innerShdw blurRad="203200" dist="101600" dir="18900000">
                  <a:prstClr val="black">
                    <a:alpha val="38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1" name="Freeform 25"/>
              <p:cNvSpPr>
                <a:spLocks noEditPoints="1"/>
              </p:cNvSpPr>
              <p:nvPr/>
            </p:nvSpPr>
            <p:spPr bwMode="auto">
              <a:xfrm>
                <a:off x="-319908" y="45285"/>
                <a:ext cx="5924550" cy="5936320"/>
              </a:xfrm>
              <a:custGeom>
                <a:avLst/>
                <a:gdLst>
                  <a:gd name="T0" fmla="*/ 121 w 1277"/>
                  <a:gd name="T1" fmla="*/ 737 h 1278"/>
                  <a:gd name="T2" fmla="*/ 141 w 1277"/>
                  <a:gd name="T3" fmla="*/ 813 h 1278"/>
                  <a:gd name="T4" fmla="*/ 54 w 1277"/>
                  <a:gd name="T5" fmla="*/ 898 h 1278"/>
                  <a:gd name="T6" fmla="*/ 122 w 1277"/>
                  <a:gd name="T7" fmla="*/ 1016 h 1278"/>
                  <a:gd name="T8" fmla="*/ 239 w 1277"/>
                  <a:gd name="T9" fmla="*/ 982 h 1278"/>
                  <a:gd name="T10" fmla="*/ 295 w 1277"/>
                  <a:gd name="T11" fmla="*/ 1038 h 1278"/>
                  <a:gd name="T12" fmla="*/ 262 w 1277"/>
                  <a:gd name="T13" fmla="*/ 1155 h 1278"/>
                  <a:gd name="T14" fmla="*/ 380 w 1277"/>
                  <a:gd name="T15" fmla="*/ 1223 h 1278"/>
                  <a:gd name="T16" fmla="*/ 464 w 1277"/>
                  <a:gd name="T17" fmla="*/ 1136 h 1278"/>
                  <a:gd name="T18" fmla="*/ 541 w 1277"/>
                  <a:gd name="T19" fmla="*/ 1157 h 1278"/>
                  <a:gd name="T20" fmla="*/ 570 w 1277"/>
                  <a:gd name="T21" fmla="*/ 1274 h 1278"/>
                  <a:gd name="T22" fmla="*/ 638 w 1277"/>
                  <a:gd name="T23" fmla="*/ 1278 h 1278"/>
                  <a:gd name="T24" fmla="*/ 706 w 1277"/>
                  <a:gd name="T25" fmla="*/ 1274 h 1278"/>
                  <a:gd name="T26" fmla="*/ 736 w 1277"/>
                  <a:gd name="T27" fmla="*/ 1157 h 1278"/>
                  <a:gd name="T28" fmla="*/ 813 w 1277"/>
                  <a:gd name="T29" fmla="*/ 1136 h 1278"/>
                  <a:gd name="T30" fmla="*/ 897 w 1277"/>
                  <a:gd name="T31" fmla="*/ 1223 h 1278"/>
                  <a:gd name="T32" fmla="*/ 1015 w 1277"/>
                  <a:gd name="T33" fmla="*/ 1155 h 1278"/>
                  <a:gd name="T34" fmla="*/ 982 w 1277"/>
                  <a:gd name="T35" fmla="*/ 1038 h 1278"/>
                  <a:gd name="T36" fmla="*/ 1038 w 1277"/>
                  <a:gd name="T37" fmla="*/ 982 h 1278"/>
                  <a:gd name="T38" fmla="*/ 1154 w 1277"/>
                  <a:gd name="T39" fmla="*/ 1016 h 1278"/>
                  <a:gd name="T40" fmla="*/ 1222 w 1277"/>
                  <a:gd name="T41" fmla="*/ 898 h 1278"/>
                  <a:gd name="T42" fmla="*/ 1135 w 1277"/>
                  <a:gd name="T43" fmla="*/ 813 h 1278"/>
                  <a:gd name="T44" fmla="*/ 1156 w 1277"/>
                  <a:gd name="T45" fmla="*/ 737 h 1278"/>
                  <a:gd name="T46" fmla="*/ 1273 w 1277"/>
                  <a:gd name="T47" fmla="*/ 707 h 1278"/>
                  <a:gd name="T48" fmla="*/ 1277 w 1277"/>
                  <a:gd name="T49" fmla="*/ 639 h 1278"/>
                  <a:gd name="T50" fmla="*/ 1273 w 1277"/>
                  <a:gd name="T51" fmla="*/ 571 h 1278"/>
                  <a:gd name="T52" fmla="*/ 1156 w 1277"/>
                  <a:gd name="T53" fmla="*/ 542 h 1278"/>
                  <a:gd name="T54" fmla="*/ 1135 w 1277"/>
                  <a:gd name="T55" fmla="*/ 465 h 1278"/>
                  <a:gd name="T56" fmla="*/ 1222 w 1277"/>
                  <a:gd name="T57" fmla="*/ 381 h 1278"/>
                  <a:gd name="T58" fmla="*/ 1154 w 1277"/>
                  <a:gd name="T59" fmla="*/ 263 h 1278"/>
                  <a:gd name="T60" fmla="*/ 1038 w 1277"/>
                  <a:gd name="T61" fmla="*/ 296 h 1278"/>
                  <a:gd name="T62" fmla="*/ 982 w 1277"/>
                  <a:gd name="T63" fmla="*/ 240 h 1278"/>
                  <a:gd name="T64" fmla="*/ 1015 w 1277"/>
                  <a:gd name="T65" fmla="*/ 123 h 1278"/>
                  <a:gd name="T66" fmla="*/ 897 w 1277"/>
                  <a:gd name="T67" fmla="*/ 55 h 1278"/>
                  <a:gd name="T68" fmla="*/ 813 w 1277"/>
                  <a:gd name="T69" fmla="*/ 142 h 1278"/>
                  <a:gd name="T70" fmla="*/ 736 w 1277"/>
                  <a:gd name="T71" fmla="*/ 122 h 1278"/>
                  <a:gd name="T72" fmla="*/ 706 w 1277"/>
                  <a:gd name="T73" fmla="*/ 4 h 1278"/>
                  <a:gd name="T74" fmla="*/ 638 w 1277"/>
                  <a:gd name="T75" fmla="*/ 0 h 1278"/>
                  <a:gd name="T76" fmla="*/ 570 w 1277"/>
                  <a:gd name="T77" fmla="*/ 4 h 1278"/>
                  <a:gd name="T78" fmla="*/ 541 w 1277"/>
                  <a:gd name="T79" fmla="*/ 122 h 1278"/>
                  <a:gd name="T80" fmla="*/ 464 w 1277"/>
                  <a:gd name="T81" fmla="*/ 142 h 1278"/>
                  <a:gd name="T82" fmla="*/ 380 w 1277"/>
                  <a:gd name="T83" fmla="*/ 55 h 1278"/>
                  <a:gd name="T84" fmla="*/ 262 w 1277"/>
                  <a:gd name="T85" fmla="*/ 123 h 1278"/>
                  <a:gd name="T86" fmla="*/ 295 w 1277"/>
                  <a:gd name="T87" fmla="*/ 240 h 1278"/>
                  <a:gd name="T88" fmla="*/ 239 w 1277"/>
                  <a:gd name="T89" fmla="*/ 296 h 1278"/>
                  <a:gd name="T90" fmla="*/ 122 w 1277"/>
                  <a:gd name="T91" fmla="*/ 263 h 1278"/>
                  <a:gd name="T92" fmla="*/ 54 w 1277"/>
                  <a:gd name="T93" fmla="*/ 381 h 1278"/>
                  <a:gd name="T94" fmla="*/ 141 w 1277"/>
                  <a:gd name="T95" fmla="*/ 465 h 1278"/>
                  <a:gd name="T96" fmla="*/ 121 w 1277"/>
                  <a:gd name="T97" fmla="*/ 542 h 1278"/>
                  <a:gd name="T98" fmla="*/ 3 w 1277"/>
                  <a:gd name="T99" fmla="*/ 571 h 1278"/>
                  <a:gd name="T100" fmla="*/ 0 w 1277"/>
                  <a:gd name="T101" fmla="*/ 639 h 1278"/>
                  <a:gd name="T102" fmla="*/ 3 w 1277"/>
                  <a:gd name="T103" fmla="*/ 707 h 1278"/>
                  <a:gd name="T104" fmla="*/ 121 w 1277"/>
                  <a:gd name="T105" fmla="*/ 737 h 1278"/>
                  <a:gd name="T106" fmla="*/ 152 w 1277"/>
                  <a:gd name="T107" fmla="*/ 639 h 1278"/>
                  <a:gd name="T108" fmla="*/ 638 w 1277"/>
                  <a:gd name="T109" fmla="*/ 153 h 1278"/>
                  <a:gd name="T110" fmla="*/ 1125 w 1277"/>
                  <a:gd name="T111" fmla="*/ 639 h 1278"/>
                  <a:gd name="T112" fmla="*/ 638 w 1277"/>
                  <a:gd name="T113" fmla="*/ 1126 h 1278"/>
                  <a:gd name="T114" fmla="*/ 152 w 1277"/>
                  <a:gd name="T115" fmla="*/ 639 h 1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77" h="1278">
                    <a:moveTo>
                      <a:pt x="121" y="737"/>
                    </a:moveTo>
                    <a:cubicBezTo>
                      <a:pt x="126" y="763"/>
                      <a:pt x="133" y="789"/>
                      <a:pt x="141" y="813"/>
                    </a:cubicBezTo>
                    <a:cubicBezTo>
                      <a:pt x="54" y="898"/>
                      <a:pt x="54" y="898"/>
                      <a:pt x="54" y="898"/>
                    </a:cubicBezTo>
                    <a:cubicBezTo>
                      <a:pt x="73" y="940"/>
                      <a:pt x="96" y="979"/>
                      <a:pt x="122" y="1016"/>
                    </a:cubicBezTo>
                    <a:cubicBezTo>
                      <a:pt x="239" y="982"/>
                      <a:pt x="239" y="982"/>
                      <a:pt x="239" y="982"/>
                    </a:cubicBezTo>
                    <a:cubicBezTo>
                      <a:pt x="256" y="1002"/>
                      <a:pt x="275" y="1021"/>
                      <a:pt x="295" y="1038"/>
                    </a:cubicBezTo>
                    <a:cubicBezTo>
                      <a:pt x="262" y="1155"/>
                      <a:pt x="262" y="1155"/>
                      <a:pt x="262" y="1155"/>
                    </a:cubicBezTo>
                    <a:cubicBezTo>
                      <a:pt x="298" y="1182"/>
                      <a:pt x="338" y="1205"/>
                      <a:pt x="380" y="1223"/>
                    </a:cubicBezTo>
                    <a:cubicBezTo>
                      <a:pt x="464" y="1136"/>
                      <a:pt x="464" y="1136"/>
                      <a:pt x="464" y="1136"/>
                    </a:cubicBezTo>
                    <a:cubicBezTo>
                      <a:pt x="489" y="1145"/>
                      <a:pt x="514" y="1152"/>
                      <a:pt x="541" y="1157"/>
                    </a:cubicBezTo>
                    <a:cubicBezTo>
                      <a:pt x="570" y="1274"/>
                      <a:pt x="570" y="1274"/>
                      <a:pt x="570" y="1274"/>
                    </a:cubicBezTo>
                    <a:cubicBezTo>
                      <a:pt x="593" y="1277"/>
                      <a:pt x="615" y="1278"/>
                      <a:pt x="638" y="1278"/>
                    </a:cubicBezTo>
                    <a:cubicBezTo>
                      <a:pt x="661" y="1278"/>
                      <a:pt x="684" y="1277"/>
                      <a:pt x="706" y="1274"/>
                    </a:cubicBezTo>
                    <a:cubicBezTo>
                      <a:pt x="736" y="1157"/>
                      <a:pt x="736" y="1157"/>
                      <a:pt x="736" y="1157"/>
                    </a:cubicBezTo>
                    <a:cubicBezTo>
                      <a:pt x="762" y="1152"/>
                      <a:pt x="788" y="1145"/>
                      <a:pt x="813" y="1136"/>
                    </a:cubicBezTo>
                    <a:cubicBezTo>
                      <a:pt x="897" y="1223"/>
                      <a:pt x="897" y="1223"/>
                      <a:pt x="897" y="1223"/>
                    </a:cubicBezTo>
                    <a:cubicBezTo>
                      <a:pt x="939" y="1205"/>
                      <a:pt x="978" y="1182"/>
                      <a:pt x="1015" y="1155"/>
                    </a:cubicBezTo>
                    <a:cubicBezTo>
                      <a:pt x="982" y="1038"/>
                      <a:pt x="982" y="1038"/>
                      <a:pt x="982" y="1038"/>
                    </a:cubicBezTo>
                    <a:cubicBezTo>
                      <a:pt x="1002" y="1021"/>
                      <a:pt x="1020" y="1002"/>
                      <a:pt x="1038" y="982"/>
                    </a:cubicBezTo>
                    <a:cubicBezTo>
                      <a:pt x="1154" y="1016"/>
                      <a:pt x="1154" y="1016"/>
                      <a:pt x="1154" y="1016"/>
                    </a:cubicBezTo>
                    <a:cubicBezTo>
                      <a:pt x="1181" y="979"/>
                      <a:pt x="1204" y="940"/>
                      <a:pt x="1222" y="898"/>
                    </a:cubicBezTo>
                    <a:cubicBezTo>
                      <a:pt x="1135" y="813"/>
                      <a:pt x="1135" y="813"/>
                      <a:pt x="1135" y="813"/>
                    </a:cubicBezTo>
                    <a:cubicBezTo>
                      <a:pt x="1144" y="789"/>
                      <a:pt x="1151" y="763"/>
                      <a:pt x="1156" y="737"/>
                    </a:cubicBezTo>
                    <a:cubicBezTo>
                      <a:pt x="1273" y="707"/>
                      <a:pt x="1273" y="707"/>
                      <a:pt x="1273" y="707"/>
                    </a:cubicBezTo>
                    <a:cubicBezTo>
                      <a:pt x="1276" y="685"/>
                      <a:pt x="1277" y="662"/>
                      <a:pt x="1277" y="639"/>
                    </a:cubicBezTo>
                    <a:cubicBezTo>
                      <a:pt x="1277" y="616"/>
                      <a:pt x="1276" y="593"/>
                      <a:pt x="1273" y="571"/>
                    </a:cubicBezTo>
                    <a:cubicBezTo>
                      <a:pt x="1156" y="542"/>
                      <a:pt x="1156" y="542"/>
                      <a:pt x="1156" y="542"/>
                    </a:cubicBezTo>
                    <a:cubicBezTo>
                      <a:pt x="1151" y="515"/>
                      <a:pt x="1144" y="490"/>
                      <a:pt x="1135" y="465"/>
                    </a:cubicBezTo>
                    <a:cubicBezTo>
                      <a:pt x="1222" y="381"/>
                      <a:pt x="1222" y="381"/>
                      <a:pt x="1222" y="381"/>
                    </a:cubicBezTo>
                    <a:cubicBezTo>
                      <a:pt x="1204" y="339"/>
                      <a:pt x="1181" y="299"/>
                      <a:pt x="1154" y="263"/>
                    </a:cubicBezTo>
                    <a:cubicBezTo>
                      <a:pt x="1038" y="296"/>
                      <a:pt x="1038" y="296"/>
                      <a:pt x="1038" y="296"/>
                    </a:cubicBezTo>
                    <a:cubicBezTo>
                      <a:pt x="1020" y="276"/>
                      <a:pt x="1002" y="257"/>
                      <a:pt x="982" y="240"/>
                    </a:cubicBezTo>
                    <a:cubicBezTo>
                      <a:pt x="1015" y="123"/>
                      <a:pt x="1015" y="123"/>
                      <a:pt x="1015" y="123"/>
                    </a:cubicBezTo>
                    <a:cubicBezTo>
                      <a:pt x="978" y="97"/>
                      <a:pt x="939" y="74"/>
                      <a:pt x="897" y="55"/>
                    </a:cubicBezTo>
                    <a:cubicBezTo>
                      <a:pt x="813" y="142"/>
                      <a:pt x="813" y="142"/>
                      <a:pt x="813" y="142"/>
                    </a:cubicBezTo>
                    <a:cubicBezTo>
                      <a:pt x="788" y="134"/>
                      <a:pt x="762" y="127"/>
                      <a:pt x="736" y="122"/>
                    </a:cubicBezTo>
                    <a:cubicBezTo>
                      <a:pt x="706" y="4"/>
                      <a:pt x="706" y="4"/>
                      <a:pt x="706" y="4"/>
                    </a:cubicBezTo>
                    <a:cubicBezTo>
                      <a:pt x="684" y="2"/>
                      <a:pt x="661" y="0"/>
                      <a:pt x="638" y="0"/>
                    </a:cubicBezTo>
                    <a:cubicBezTo>
                      <a:pt x="615" y="0"/>
                      <a:pt x="593" y="2"/>
                      <a:pt x="570" y="4"/>
                    </a:cubicBezTo>
                    <a:cubicBezTo>
                      <a:pt x="541" y="122"/>
                      <a:pt x="541" y="122"/>
                      <a:pt x="541" y="122"/>
                    </a:cubicBezTo>
                    <a:cubicBezTo>
                      <a:pt x="514" y="127"/>
                      <a:pt x="489" y="134"/>
                      <a:pt x="464" y="142"/>
                    </a:cubicBezTo>
                    <a:cubicBezTo>
                      <a:pt x="380" y="55"/>
                      <a:pt x="380" y="55"/>
                      <a:pt x="380" y="55"/>
                    </a:cubicBezTo>
                    <a:cubicBezTo>
                      <a:pt x="338" y="74"/>
                      <a:pt x="298" y="97"/>
                      <a:pt x="262" y="123"/>
                    </a:cubicBezTo>
                    <a:cubicBezTo>
                      <a:pt x="295" y="240"/>
                      <a:pt x="295" y="240"/>
                      <a:pt x="295" y="240"/>
                    </a:cubicBezTo>
                    <a:cubicBezTo>
                      <a:pt x="275" y="257"/>
                      <a:pt x="256" y="276"/>
                      <a:pt x="239" y="296"/>
                    </a:cubicBezTo>
                    <a:cubicBezTo>
                      <a:pt x="122" y="263"/>
                      <a:pt x="122" y="263"/>
                      <a:pt x="122" y="263"/>
                    </a:cubicBezTo>
                    <a:cubicBezTo>
                      <a:pt x="96" y="299"/>
                      <a:pt x="73" y="339"/>
                      <a:pt x="54" y="381"/>
                    </a:cubicBezTo>
                    <a:cubicBezTo>
                      <a:pt x="141" y="465"/>
                      <a:pt x="141" y="465"/>
                      <a:pt x="141" y="465"/>
                    </a:cubicBezTo>
                    <a:cubicBezTo>
                      <a:pt x="133" y="490"/>
                      <a:pt x="126" y="515"/>
                      <a:pt x="121" y="542"/>
                    </a:cubicBezTo>
                    <a:cubicBezTo>
                      <a:pt x="3" y="571"/>
                      <a:pt x="3" y="571"/>
                      <a:pt x="3" y="571"/>
                    </a:cubicBezTo>
                    <a:cubicBezTo>
                      <a:pt x="1" y="593"/>
                      <a:pt x="0" y="616"/>
                      <a:pt x="0" y="639"/>
                    </a:cubicBezTo>
                    <a:cubicBezTo>
                      <a:pt x="0" y="662"/>
                      <a:pt x="1" y="685"/>
                      <a:pt x="3" y="707"/>
                    </a:cubicBezTo>
                    <a:lnTo>
                      <a:pt x="121" y="737"/>
                    </a:lnTo>
                    <a:close/>
                    <a:moveTo>
                      <a:pt x="152" y="639"/>
                    </a:moveTo>
                    <a:cubicBezTo>
                      <a:pt x="152" y="370"/>
                      <a:pt x="370" y="153"/>
                      <a:pt x="638" y="153"/>
                    </a:cubicBezTo>
                    <a:cubicBezTo>
                      <a:pt x="907" y="153"/>
                      <a:pt x="1125" y="370"/>
                      <a:pt x="1125" y="639"/>
                    </a:cubicBezTo>
                    <a:cubicBezTo>
                      <a:pt x="1125" y="908"/>
                      <a:pt x="907" y="1126"/>
                      <a:pt x="638" y="1126"/>
                    </a:cubicBezTo>
                    <a:cubicBezTo>
                      <a:pt x="370" y="1126"/>
                      <a:pt x="152" y="908"/>
                      <a:pt x="152" y="639"/>
                    </a:cubicBezTo>
                    <a:close/>
                  </a:path>
                </a:pathLst>
              </a:custGeom>
              <a:gradFill flip="none" rotWithShape="1">
                <a:gsLst>
                  <a:gs pos="100000">
                    <a:srgbClr val="FFFFFF"/>
                  </a:gs>
                  <a:gs pos="0">
                    <a:srgbClr val="B8BBBC"/>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grpSp>
        <p:pic>
          <p:nvPicPr>
            <p:cNvPr id="81" name="图片 80"/>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902981" y="2232208"/>
              <a:ext cx="3863381" cy="3274890"/>
            </a:xfrm>
            <a:prstGeom prst="rect">
              <a:avLst/>
            </a:prstGeom>
          </p:spPr>
        </p:pic>
        <p:grpSp>
          <p:nvGrpSpPr>
            <p:cNvPr id="82" name="组合 1"/>
            <p:cNvGrpSpPr>
              <a:grpSpLocks noChangeAspect="1"/>
            </p:cNvGrpSpPr>
            <p:nvPr/>
          </p:nvGrpSpPr>
          <p:grpSpPr>
            <a:xfrm>
              <a:off x="7916352" y="1546849"/>
              <a:ext cx="1368000" cy="1370717"/>
              <a:chOff x="-319908" y="45285"/>
              <a:chExt cx="5924550" cy="5936320"/>
            </a:xfrm>
            <a:effectLst>
              <a:outerShdw blurRad="228600" dist="228600" dir="8100000" algn="tr" rotWithShape="0">
                <a:prstClr val="black">
                  <a:alpha val="28000"/>
                </a:prstClr>
              </a:outerShdw>
            </a:effectLst>
          </p:grpSpPr>
          <p:sp>
            <p:nvSpPr>
              <p:cNvPr id="88" name="椭圆 87"/>
              <p:cNvSpPr/>
              <p:nvPr/>
            </p:nvSpPr>
            <p:spPr>
              <a:xfrm>
                <a:off x="364303" y="735381"/>
                <a:ext cx="4556128" cy="4556128"/>
              </a:xfrm>
              <a:prstGeom prst="ellipse">
                <a:avLst/>
              </a:prstGeom>
              <a:solidFill>
                <a:srgbClr val="DADBDC"/>
              </a:solidFill>
              <a:ln w="57150">
                <a:gradFill flip="none" rotWithShape="1">
                  <a:gsLst>
                    <a:gs pos="2000">
                      <a:srgbClr val="FDFDFD"/>
                    </a:gs>
                    <a:gs pos="100000">
                      <a:srgbClr val="CBCDCE"/>
                    </a:gs>
                  </a:gsLst>
                  <a:lin ang="18900000" scaled="1"/>
                  <a:tileRect/>
                </a:gradFill>
              </a:ln>
              <a:effectLst>
                <a:innerShdw blurRad="203200" dist="101600" dir="18900000">
                  <a:prstClr val="black">
                    <a:alpha val="38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9" name="Freeform 25"/>
              <p:cNvSpPr>
                <a:spLocks noEditPoints="1"/>
              </p:cNvSpPr>
              <p:nvPr/>
            </p:nvSpPr>
            <p:spPr bwMode="auto">
              <a:xfrm>
                <a:off x="-319908" y="45285"/>
                <a:ext cx="5924550" cy="5936320"/>
              </a:xfrm>
              <a:custGeom>
                <a:avLst/>
                <a:gdLst>
                  <a:gd name="T0" fmla="*/ 121 w 1277"/>
                  <a:gd name="T1" fmla="*/ 737 h 1278"/>
                  <a:gd name="T2" fmla="*/ 141 w 1277"/>
                  <a:gd name="T3" fmla="*/ 813 h 1278"/>
                  <a:gd name="T4" fmla="*/ 54 w 1277"/>
                  <a:gd name="T5" fmla="*/ 898 h 1278"/>
                  <a:gd name="T6" fmla="*/ 122 w 1277"/>
                  <a:gd name="T7" fmla="*/ 1016 h 1278"/>
                  <a:gd name="T8" fmla="*/ 239 w 1277"/>
                  <a:gd name="T9" fmla="*/ 982 h 1278"/>
                  <a:gd name="T10" fmla="*/ 295 w 1277"/>
                  <a:gd name="T11" fmla="*/ 1038 h 1278"/>
                  <a:gd name="T12" fmla="*/ 262 w 1277"/>
                  <a:gd name="T13" fmla="*/ 1155 h 1278"/>
                  <a:gd name="T14" fmla="*/ 380 w 1277"/>
                  <a:gd name="T15" fmla="*/ 1223 h 1278"/>
                  <a:gd name="T16" fmla="*/ 464 w 1277"/>
                  <a:gd name="T17" fmla="*/ 1136 h 1278"/>
                  <a:gd name="T18" fmla="*/ 541 w 1277"/>
                  <a:gd name="T19" fmla="*/ 1157 h 1278"/>
                  <a:gd name="T20" fmla="*/ 570 w 1277"/>
                  <a:gd name="T21" fmla="*/ 1274 h 1278"/>
                  <a:gd name="T22" fmla="*/ 638 w 1277"/>
                  <a:gd name="T23" fmla="*/ 1278 h 1278"/>
                  <a:gd name="T24" fmla="*/ 706 w 1277"/>
                  <a:gd name="T25" fmla="*/ 1274 h 1278"/>
                  <a:gd name="T26" fmla="*/ 736 w 1277"/>
                  <a:gd name="T27" fmla="*/ 1157 h 1278"/>
                  <a:gd name="T28" fmla="*/ 813 w 1277"/>
                  <a:gd name="T29" fmla="*/ 1136 h 1278"/>
                  <a:gd name="T30" fmla="*/ 897 w 1277"/>
                  <a:gd name="T31" fmla="*/ 1223 h 1278"/>
                  <a:gd name="T32" fmla="*/ 1015 w 1277"/>
                  <a:gd name="T33" fmla="*/ 1155 h 1278"/>
                  <a:gd name="T34" fmla="*/ 982 w 1277"/>
                  <a:gd name="T35" fmla="*/ 1038 h 1278"/>
                  <a:gd name="T36" fmla="*/ 1038 w 1277"/>
                  <a:gd name="T37" fmla="*/ 982 h 1278"/>
                  <a:gd name="T38" fmla="*/ 1154 w 1277"/>
                  <a:gd name="T39" fmla="*/ 1016 h 1278"/>
                  <a:gd name="T40" fmla="*/ 1222 w 1277"/>
                  <a:gd name="T41" fmla="*/ 898 h 1278"/>
                  <a:gd name="T42" fmla="*/ 1135 w 1277"/>
                  <a:gd name="T43" fmla="*/ 813 h 1278"/>
                  <a:gd name="T44" fmla="*/ 1156 w 1277"/>
                  <a:gd name="T45" fmla="*/ 737 h 1278"/>
                  <a:gd name="T46" fmla="*/ 1273 w 1277"/>
                  <a:gd name="T47" fmla="*/ 707 h 1278"/>
                  <a:gd name="T48" fmla="*/ 1277 w 1277"/>
                  <a:gd name="T49" fmla="*/ 639 h 1278"/>
                  <a:gd name="T50" fmla="*/ 1273 w 1277"/>
                  <a:gd name="T51" fmla="*/ 571 h 1278"/>
                  <a:gd name="T52" fmla="*/ 1156 w 1277"/>
                  <a:gd name="T53" fmla="*/ 542 h 1278"/>
                  <a:gd name="T54" fmla="*/ 1135 w 1277"/>
                  <a:gd name="T55" fmla="*/ 465 h 1278"/>
                  <a:gd name="T56" fmla="*/ 1222 w 1277"/>
                  <a:gd name="T57" fmla="*/ 381 h 1278"/>
                  <a:gd name="T58" fmla="*/ 1154 w 1277"/>
                  <a:gd name="T59" fmla="*/ 263 h 1278"/>
                  <a:gd name="T60" fmla="*/ 1038 w 1277"/>
                  <a:gd name="T61" fmla="*/ 296 h 1278"/>
                  <a:gd name="T62" fmla="*/ 982 w 1277"/>
                  <a:gd name="T63" fmla="*/ 240 h 1278"/>
                  <a:gd name="T64" fmla="*/ 1015 w 1277"/>
                  <a:gd name="T65" fmla="*/ 123 h 1278"/>
                  <a:gd name="T66" fmla="*/ 897 w 1277"/>
                  <a:gd name="T67" fmla="*/ 55 h 1278"/>
                  <a:gd name="T68" fmla="*/ 813 w 1277"/>
                  <a:gd name="T69" fmla="*/ 142 h 1278"/>
                  <a:gd name="T70" fmla="*/ 736 w 1277"/>
                  <a:gd name="T71" fmla="*/ 122 h 1278"/>
                  <a:gd name="T72" fmla="*/ 706 w 1277"/>
                  <a:gd name="T73" fmla="*/ 4 h 1278"/>
                  <a:gd name="T74" fmla="*/ 638 w 1277"/>
                  <a:gd name="T75" fmla="*/ 0 h 1278"/>
                  <a:gd name="T76" fmla="*/ 570 w 1277"/>
                  <a:gd name="T77" fmla="*/ 4 h 1278"/>
                  <a:gd name="T78" fmla="*/ 541 w 1277"/>
                  <a:gd name="T79" fmla="*/ 122 h 1278"/>
                  <a:gd name="T80" fmla="*/ 464 w 1277"/>
                  <a:gd name="T81" fmla="*/ 142 h 1278"/>
                  <a:gd name="T82" fmla="*/ 380 w 1277"/>
                  <a:gd name="T83" fmla="*/ 55 h 1278"/>
                  <a:gd name="T84" fmla="*/ 262 w 1277"/>
                  <a:gd name="T85" fmla="*/ 123 h 1278"/>
                  <a:gd name="T86" fmla="*/ 295 w 1277"/>
                  <a:gd name="T87" fmla="*/ 240 h 1278"/>
                  <a:gd name="T88" fmla="*/ 239 w 1277"/>
                  <a:gd name="T89" fmla="*/ 296 h 1278"/>
                  <a:gd name="T90" fmla="*/ 122 w 1277"/>
                  <a:gd name="T91" fmla="*/ 263 h 1278"/>
                  <a:gd name="T92" fmla="*/ 54 w 1277"/>
                  <a:gd name="T93" fmla="*/ 381 h 1278"/>
                  <a:gd name="T94" fmla="*/ 141 w 1277"/>
                  <a:gd name="T95" fmla="*/ 465 h 1278"/>
                  <a:gd name="T96" fmla="*/ 121 w 1277"/>
                  <a:gd name="T97" fmla="*/ 542 h 1278"/>
                  <a:gd name="T98" fmla="*/ 3 w 1277"/>
                  <a:gd name="T99" fmla="*/ 571 h 1278"/>
                  <a:gd name="T100" fmla="*/ 0 w 1277"/>
                  <a:gd name="T101" fmla="*/ 639 h 1278"/>
                  <a:gd name="T102" fmla="*/ 3 w 1277"/>
                  <a:gd name="T103" fmla="*/ 707 h 1278"/>
                  <a:gd name="T104" fmla="*/ 121 w 1277"/>
                  <a:gd name="T105" fmla="*/ 737 h 1278"/>
                  <a:gd name="T106" fmla="*/ 152 w 1277"/>
                  <a:gd name="T107" fmla="*/ 639 h 1278"/>
                  <a:gd name="T108" fmla="*/ 638 w 1277"/>
                  <a:gd name="T109" fmla="*/ 153 h 1278"/>
                  <a:gd name="T110" fmla="*/ 1125 w 1277"/>
                  <a:gd name="T111" fmla="*/ 639 h 1278"/>
                  <a:gd name="T112" fmla="*/ 638 w 1277"/>
                  <a:gd name="T113" fmla="*/ 1126 h 1278"/>
                  <a:gd name="T114" fmla="*/ 152 w 1277"/>
                  <a:gd name="T115" fmla="*/ 639 h 1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77" h="1278">
                    <a:moveTo>
                      <a:pt x="121" y="737"/>
                    </a:moveTo>
                    <a:cubicBezTo>
                      <a:pt x="126" y="763"/>
                      <a:pt x="133" y="789"/>
                      <a:pt x="141" y="813"/>
                    </a:cubicBezTo>
                    <a:cubicBezTo>
                      <a:pt x="54" y="898"/>
                      <a:pt x="54" y="898"/>
                      <a:pt x="54" y="898"/>
                    </a:cubicBezTo>
                    <a:cubicBezTo>
                      <a:pt x="73" y="940"/>
                      <a:pt x="96" y="979"/>
                      <a:pt x="122" y="1016"/>
                    </a:cubicBezTo>
                    <a:cubicBezTo>
                      <a:pt x="239" y="982"/>
                      <a:pt x="239" y="982"/>
                      <a:pt x="239" y="982"/>
                    </a:cubicBezTo>
                    <a:cubicBezTo>
                      <a:pt x="256" y="1002"/>
                      <a:pt x="275" y="1021"/>
                      <a:pt x="295" y="1038"/>
                    </a:cubicBezTo>
                    <a:cubicBezTo>
                      <a:pt x="262" y="1155"/>
                      <a:pt x="262" y="1155"/>
                      <a:pt x="262" y="1155"/>
                    </a:cubicBezTo>
                    <a:cubicBezTo>
                      <a:pt x="298" y="1182"/>
                      <a:pt x="338" y="1205"/>
                      <a:pt x="380" y="1223"/>
                    </a:cubicBezTo>
                    <a:cubicBezTo>
                      <a:pt x="464" y="1136"/>
                      <a:pt x="464" y="1136"/>
                      <a:pt x="464" y="1136"/>
                    </a:cubicBezTo>
                    <a:cubicBezTo>
                      <a:pt x="489" y="1145"/>
                      <a:pt x="514" y="1152"/>
                      <a:pt x="541" y="1157"/>
                    </a:cubicBezTo>
                    <a:cubicBezTo>
                      <a:pt x="570" y="1274"/>
                      <a:pt x="570" y="1274"/>
                      <a:pt x="570" y="1274"/>
                    </a:cubicBezTo>
                    <a:cubicBezTo>
                      <a:pt x="593" y="1277"/>
                      <a:pt x="615" y="1278"/>
                      <a:pt x="638" y="1278"/>
                    </a:cubicBezTo>
                    <a:cubicBezTo>
                      <a:pt x="661" y="1278"/>
                      <a:pt x="684" y="1277"/>
                      <a:pt x="706" y="1274"/>
                    </a:cubicBezTo>
                    <a:cubicBezTo>
                      <a:pt x="736" y="1157"/>
                      <a:pt x="736" y="1157"/>
                      <a:pt x="736" y="1157"/>
                    </a:cubicBezTo>
                    <a:cubicBezTo>
                      <a:pt x="762" y="1152"/>
                      <a:pt x="788" y="1145"/>
                      <a:pt x="813" y="1136"/>
                    </a:cubicBezTo>
                    <a:cubicBezTo>
                      <a:pt x="897" y="1223"/>
                      <a:pt x="897" y="1223"/>
                      <a:pt x="897" y="1223"/>
                    </a:cubicBezTo>
                    <a:cubicBezTo>
                      <a:pt x="939" y="1205"/>
                      <a:pt x="978" y="1182"/>
                      <a:pt x="1015" y="1155"/>
                    </a:cubicBezTo>
                    <a:cubicBezTo>
                      <a:pt x="982" y="1038"/>
                      <a:pt x="982" y="1038"/>
                      <a:pt x="982" y="1038"/>
                    </a:cubicBezTo>
                    <a:cubicBezTo>
                      <a:pt x="1002" y="1021"/>
                      <a:pt x="1020" y="1002"/>
                      <a:pt x="1038" y="982"/>
                    </a:cubicBezTo>
                    <a:cubicBezTo>
                      <a:pt x="1154" y="1016"/>
                      <a:pt x="1154" y="1016"/>
                      <a:pt x="1154" y="1016"/>
                    </a:cubicBezTo>
                    <a:cubicBezTo>
                      <a:pt x="1181" y="979"/>
                      <a:pt x="1204" y="940"/>
                      <a:pt x="1222" y="898"/>
                    </a:cubicBezTo>
                    <a:cubicBezTo>
                      <a:pt x="1135" y="813"/>
                      <a:pt x="1135" y="813"/>
                      <a:pt x="1135" y="813"/>
                    </a:cubicBezTo>
                    <a:cubicBezTo>
                      <a:pt x="1144" y="789"/>
                      <a:pt x="1151" y="763"/>
                      <a:pt x="1156" y="737"/>
                    </a:cubicBezTo>
                    <a:cubicBezTo>
                      <a:pt x="1273" y="707"/>
                      <a:pt x="1273" y="707"/>
                      <a:pt x="1273" y="707"/>
                    </a:cubicBezTo>
                    <a:cubicBezTo>
                      <a:pt x="1276" y="685"/>
                      <a:pt x="1277" y="662"/>
                      <a:pt x="1277" y="639"/>
                    </a:cubicBezTo>
                    <a:cubicBezTo>
                      <a:pt x="1277" y="616"/>
                      <a:pt x="1276" y="593"/>
                      <a:pt x="1273" y="571"/>
                    </a:cubicBezTo>
                    <a:cubicBezTo>
                      <a:pt x="1156" y="542"/>
                      <a:pt x="1156" y="542"/>
                      <a:pt x="1156" y="542"/>
                    </a:cubicBezTo>
                    <a:cubicBezTo>
                      <a:pt x="1151" y="515"/>
                      <a:pt x="1144" y="490"/>
                      <a:pt x="1135" y="465"/>
                    </a:cubicBezTo>
                    <a:cubicBezTo>
                      <a:pt x="1222" y="381"/>
                      <a:pt x="1222" y="381"/>
                      <a:pt x="1222" y="381"/>
                    </a:cubicBezTo>
                    <a:cubicBezTo>
                      <a:pt x="1204" y="339"/>
                      <a:pt x="1181" y="299"/>
                      <a:pt x="1154" y="263"/>
                    </a:cubicBezTo>
                    <a:cubicBezTo>
                      <a:pt x="1038" y="296"/>
                      <a:pt x="1038" y="296"/>
                      <a:pt x="1038" y="296"/>
                    </a:cubicBezTo>
                    <a:cubicBezTo>
                      <a:pt x="1020" y="276"/>
                      <a:pt x="1002" y="257"/>
                      <a:pt x="982" y="240"/>
                    </a:cubicBezTo>
                    <a:cubicBezTo>
                      <a:pt x="1015" y="123"/>
                      <a:pt x="1015" y="123"/>
                      <a:pt x="1015" y="123"/>
                    </a:cubicBezTo>
                    <a:cubicBezTo>
                      <a:pt x="978" y="97"/>
                      <a:pt x="939" y="74"/>
                      <a:pt x="897" y="55"/>
                    </a:cubicBezTo>
                    <a:cubicBezTo>
                      <a:pt x="813" y="142"/>
                      <a:pt x="813" y="142"/>
                      <a:pt x="813" y="142"/>
                    </a:cubicBezTo>
                    <a:cubicBezTo>
                      <a:pt x="788" y="134"/>
                      <a:pt x="762" y="127"/>
                      <a:pt x="736" y="122"/>
                    </a:cubicBezTo>
                    <a:cubicBezTo>
                      <a:pt x="706" y="4"/>
                      <a:pt x="706" y="4"/>
                      <a:pt x="706" y="4"/>
                    </a:cubicBezTo>
                    <a:cubicBezTo>
                      <a:pt x="684" y="2"/>
                      <a:pt x="661" y="0"/>
                      <a:pt x="638" y="0"/>
                    </a:cubicBezTo>
                    <a:cubicBezTo>
                      <a:pt x="615" y="0"/>
                      <a:pt x="593" y="2"/>
                      <a:pt x="570" y="4"/>
                    </a:cubicBezTo>
                    <a:cubicBezTo>
                      <a:pt x="541" y="122"/>
                      <a:pt x="541" y="122"/>
                      <a:pt x="541" y="122"/>
                    </a:cubicBezTo>
                    <a:cubicBezTo>
                      <a:pt x="514" y="127"/>
                      <a:pt x="489" y="134"/>
                      <a:pt x="464" y="142"/>
                    </a:cubicBezTo>
                    <a:cubicBezTo>
                      <a:pt x="380" y="55"/>
                      <a:pt x="380" y="55"/>
                      <a:pt x="380" y="55"/>
                    </a:cubicBezTo>
                    <a:cubicBezTo>
                      <a:pt x="338" y="74"/>
                      <a:pt x="298" y="97"/>
                      <a:pt x="262" y="123"/>
                    </a:cubicBezTo>
                    <a:cubicBezTo>
                      <a:pt x="295" y="240"/>
                      <a:pt x="295" y="240"/>
                      <a:pt x="295" y="240"/>
                    </a:cubicBezTo>
                    <a:cubicBezTo>
                      <a:pt x="275" y="257"/>
                      <a:pt x="256" y="276"/>
                      <a:pt x="239" y="296"/>
                    </a:cubicBezTo>
                    <a:cubicBezTo>
                      <a:pt x="122" y="263"/>
                      <a:pt x="122" y="263"/>
                      <a:pt x="122" y="263"/>
                    </a:cubicBezTo>
                    <a:cubicBezTo>
                      <a:pt x="96" y="299"/>
                      <a:pt x="73" y="339"/>
                      <a:pt x="54" y="381"/>
                    </a:cubicBezTo>
                    <a:cubicBezTo>
                      <a:pt x="141" y="465"/>
                      <a:pt x="141" y="465"/>
                      <a:pt x="141" y="465"/>
                    </a:cubicBezTo>
                    <a:cubicBezTo>
                      <a:pt x="133" y="490"/>
                      <a:pt x="126" y="515"/>
                      <a:pt x="121" y="542"/>
                    </a:cubicBezTo>
                    <a:cubicBezTo>
                      <a:pt x="3" y="571"/>
                      <a:pt x="3" y="571"/>
                      <a:pt x="3" y="571"/>
                    </a:cubicBezTo>
                    <a:cubicBezTo>
                      <a:pt x="1" y="593"/>
                      <a:pt x="0" y="616"/>
                      <a:pt x="0" y="639"/>
                    </a:cubicBezTo>
                    <a:cubicBezTo>
                      <a:pt x="0" y="662"/>
                      <a:pt x="1" y="685"/>
                      <a:pt x="3" y="707"/>
                    </a:cubicBezTo>
                    <a:lnTo>
                      <a:pt x="121" y="737"/>
                    </a:lnTo>
                    <a:close/>
                    <a:moveTo>
                      <a:pt x="152" y="639"/>
                    </a:moveTo>
                    <a:cubicBezTo>
                      <a:pt x="152" y="370"/>
                      <a:pt x="370" y="153"/>
                      <a:pt x="638" y="153"/>
                    </a:cubicBezTo>
                    <a:cubicBezTo>
                      <a:pt x="907" y="153"/>
                      <a:pt x="1125" y="370"/>
                      <a:pt x="1125" y="639"/>
                    </a:cubicBezTo>
                    <a:cubicBezTo>
                      <a:pt x="1125" y="908"/>
                      <a:pt x="907" y="1126"/>
                      <a:pt x="638" y="1126"/>
                    </a:cubicBezTo>
                    <a:cubicBezTo>
                      <a:pt x="370" y="1126"/>
                      <a:pt x="152" y="908"/>
                      <a:pt x="152" y="639"/>
                    </a:cubicBezTo>
                    <a:close/>
                  </a:path>
                </a:pathLst>
              </a:custGeom>
              <a:gradFill flip="none" rotWithShape="1">
                <a:gsLst>
                  <a:gs pos="100000">
                    <a:srgbClr val="FFFFFF"/>
                  </a:gs>
                  <a:gs pos="0">
                    <a:srgbClr val="B8BBBC"/>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grpSp>
        <p:sp>
          <p:nvSpPr>
            <p:cNvPr id="83" name="Freeform 7"/>
            <p:cNvSpPr>
              <a:spLocks/>
            </p:cNvSpPr>
            <p:nvPr/>
          </p:nvSpPr>
          <p:spPr bwMode="auto">
            <a:xfrm>
              <a:off x="7076395" y="2645480"/>
              <a:ext cx="1329396" cy="1731973"/>
            </a:xfrm>
            <a:custGeom>
              <a:avLst/>
              <a:gdLst>
                <a:gd name="T0" fmla="*/ 518 w 568"/>
                <a:gd name="T1" fmla="*/ 275 h 740"/>
                <a:gd name="T2" fmla="*/ 513 w 568"/>
                <a:gd name="T3" fmla="*/ 278 h 740"/>
                <a:gd name="T4" fmla="*/ 509 w 568"/>
                <a:gd name="T5" fmla="*/ 273 h 740"/>
                <a:gd name="T6" fmla="*/ 495 w 568"/>
                <a:gd name="T7" fmla="*/ 202 h 740"/>
                <a:gd name="T8" fmla="*/ 492 w 568"/>
                <a:gd name="T9" fmla="*/ 197 h 740"/>
                <a:gd name="T10" fmla="*/ 487 w 568"/>
                <a:gd name="T11" fmla="*/ 200 h 740"/>
                <a:gd name="T12" fmla="*/ 127 w 568"/>
                <a:gd name="T13" fmla="*/ 740 h 740"/>
                <a:gd name="T14" fmla="*/ 0 w 568"/>
                <a:gd name="T15" fmla="*/ 655 h 740"/>
                <a:gd name="T16" fmla="*/ 360 w 568"/>
                <a:gd name="T17" fmla="*/ 115 h 740"/>
                <a:gd name="T18" fmla="*/ 361 w 568"/>
                <a:gd name="T19" fmla="*/ 109 h 740"/>
                <a:gd name="T20" fmla="*/ 356 w 568"/>
                <a:gd name="T21" fmla="*/ 108 h 740"/>
                <a:gd name="T22" fmla="*/ 282 w 568"/>
                <a:gd name="T23" fmla="*/ 123 h 740"/>
                <a:gd name="T24" fmla="*/ 276 w 568"/>
                <a:gd name="T25" fmla="*/ 122 h 740"/>
                <a:gd name="T26" fmla="*/ 277 w 568"/>
                <a:gd name="T27" fmla="*/ 115 h 740"/>
                <a:gd name="T28" fmla="*/ 322 w 568"/>
                <a:gd name="T29" fmla="*/ 48 h 740"/>
                <a:gd name="T30" fmla="*/ 339 w 568"/>
                <a:gd name="T31" fmla="*/ 37 h 740"/>
                <a:gd name="T32" fmla="*/ 518 w 568"/>
                <a:gd name="T33" fmla="*/ 1 h 740"/>
                <a:gd name="T34" fmla="*/ 526 w 568"/>
                <a:gd name="T35" fmla="*/ 3 h 740"/>
                <a:gd name="T36" fmla="*/ 531 w 568"/>
                <a:gd name="T37" fmla="*/ 10 h 740"/>
                <a:gd name="T38" fmla="*/ 541 w 568"/>
                <a:gd name="T39" fmla="*/ 59 h 740"/>
                <a:gd name="T40" fmla="*/ 543 w 568"/>
                <a:gd name="T41" fmla="*/ 70 h 740"/>
                <a:gd name="T42" fmla="*/ 543 w 568"/>
                <a:gd name="T43" fmla="*/ 70 h 740"/>
                <a:gd name="T44" fmla="*/ 545 w 568"/>
                <a:gd name="T45" fmla="*/ 81 h 740"/>
                <a:gd name="T46" fmla="*/ 567 w 568"/>
                <a:gd name="T47" fmla="*/ 187 h 740"/>
                <a:gd name="T48" fmla="*/ 563 w 568"/>
                <a:gd name="T49" fmla="*/ 208 h 740"/>
                <a:gd name="T50" fmla="*/ 518 w 568"/>
                <a:gd name="T51" fmla="*/ 275 h 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68" h="740">
                  <a:moveTo>
                    <a:pt x="518" y="275"/>
                  </a:moveTo>
                  <a:cubicBezTo>
                    <a:pt x="516" y="277"/>
                    <a:pt x="514" y="279"/>
                    <a:pt x="513" y="278"/>
                  </a:cubicBezTo>
                  <a:cubicBezTo>
                    <a:pt x="511" y="278"/>
                    <a:pt x="510" y="276"/>
                    <a:pt x="509" y="273"/>
                  </a:cubicBezTo>
                  <a:cubicBezTo>
                    <a:pt x="495" y="202"/>
                    <a:pt x="495" y="202"/>
                    <a:pt x="495" y="202"/>
                  </a:cubicBezTo>
                  <a:cubicBezTo>
                    <a:pt x="494" y="199"/>
                    <a:pt x="493" y="197"/>
                    <a:pt x="492" y="197"/>
                  </a:cubicBezTo>
                  <a:cubicBezTo>
                    <a:pt x="490" y="197"/>
                    <a:pt x="489" y="198"/>
                    <a:pt x="487" y="200"/>
                  </a:cubicBezTo>
                  <a:cubicBezTo>
                    <a:pt x="127" y="740"/>
                    <a:pt x="127" y="740"/>
                    <a:pt x="127" y="740"/>
                  </a:cubicBezTo>
                  <a:cubicBezTo>
                    <a:pt x="0" y="655"/>
                    <a:pt x="0" y="655"/>
                    <a:pt x="0" y="655"/>
                  </a:cubicBezTo>
                  <a:cubicBezTo>
                    <a:pt x="360" y="115"/>
                    <a:pt x="360" y="115"/>
                    <a:pt x="360" y="115"/>
                  </a:cubicBezTo>
                  <a:cubicBezTo>
                    <a:pt x="362" y="112"/>
                    <a:pt x="362" y="110"/>
                    <a:pt x="361" y="109"/>
                  </a:cubicBezTo>
                  <a:cubicBezTo>
                    <a:pt x="360" y="108"/>
                    <a:pt x="358" y="108"/>
                    <a:pt x="356" y="108"/>
                  </a:cubicBezTo>
                  <a:cubicBezTo>
                    <a:pt x="282" y="123"/>
                    <a:pt x="282" y="123"/>
                    <a:pt x="282" y="123"/>
                  </a:cubicBezTo>
                  <a:cubicBezTo>
                    <a:pt x="279" y="123"/>
                    <a:pt x="277" y="123"/>
                    <a:pt x="276" y="122"/>
                  </a:cubicBezTo>
                  <a:cubicBezTo>
                    <a:pt x="275" y="120"/>
                    <a:pt x="276" y="118"/>
                    <a:pt x="277" y="115"/>
                  </a:cubicBezTo>
                  <a:cubicBezTo>
                    <a:pt x="322" y="48"/>
                    <a:pt x="322" y="48"/>
                    <a:pt x="322" y="48"/>
                  </a:cubicBezTo>
                  <a:cubicBezTo>
                    <a:pt x="325" y="43"/>
                    <a:pt x="333" y="38"/>
                    <a:pt x="339" y="37"/>
                  </a:cubicBezTo>
                  <a:cubicBezTo>
                    <a:pt x="518" y="1"/>
                    <a:pt x="518" y="1"/>
                    <a:pt x="518" y="1"/>
                  </a:cubicBezTo>
                  <a:cubicBezTo>
                    <a:pt x="521" y="0"/>
                    <a:pt x="524" y="1"/>
                    <a:pt x="526" y="3"/>
                  </a:cubicBezTo>
                  <a:cubicBezTo>
                    <a:pt x="529" y="4"/>
                    <a:pt x="530" y="7"/>
                    <a:pt x="531" y="10"/>
                  </a:cubicBezTo>
                  <a:cubicBezTo>
                    <a:pt x="541" y="59"/>
                    <a:pt x="541" y="59"/>
                    <a:pt x="541" y="59"/>
                  </a:cubicBezTo>
                  <a:cubicBezTo>
                    <a:pt x="543" y="68"/>
                    <a:pt x="543" y="70"/>
                    <a:pt x="543" y="70"/>
                  </a:cubicBezTo>
                  <a:cubicBezTo>
                    <a:pt x="543" y="70"/>
                    <a:pt x="543" y="70"/>
                    <a:pt x="543" y="70"/>
                  </a:cubicBezTo>
                  <a:cubicBezTo>
                    <a:pt x="543" y="70"/>
                    <a:pt x="544" y="75"/>
                    <a:pt x="545" y="81"/>
                  </a:cubicBezTo>
                  <a:cubicBezTo>
                    <a:pt x="567" y="187"/>
                    <a:pt x="567" y="187"/>
                    <a:pt x="567" y="187"/>
                  </a:cubicBezTo>
                  <a:cubicBezTo>
                    <a:pt x="568" y="193"/>
                    <a:pt x="566" y="203"/>
                    <a:pt x="563" y="208"/>
                  </a:cubicBezTo>
                  <a:lnTo>
                    <a:pt x="518" y="275"/>
                  </a:lnTo>
                  <a:close/>
                </a:path>
              </a:pathLst>
            </a:custGeom>
            <a:gradFill flip="none" rotWithShape="1">
              <a:gsLst>
                <a:gs pos="100000">
                  <a:srgbClr val="FFFFFF"/>
                </a:gs>
                <a:gs pos="30000">
                  <a:srgbClr val="CED0D1"/>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84" name="Freeform 10"/>
            <p:cNvSpPr>
              <a:spLocks/>
            </p:cNvSpPr>
            <p:nvPr/>
          </p:nvSpPr>
          <p:spPr bwMode="auto">
            <a:xfrm>
              <a:off x="6600622" y="2397207"/>
              <a:ext cx="611285" cy="1760658"/>
            </a:xfrm>
            <a:custGeom>
              <a:avLst/>
              <a:gdLst>
                <a:gd name="T0" fmla="*/ 261 w 261"/>
                <a:gd name="T1" fmla="*/ 205 h 752"/>
                <a:gd name="T2" fmla="*/ 259 w 261"/>
                <a:gd name="T3" fmla="*/ 210 h 752"/>
                <a:gd name="T4" fmla="*/ 254 w 261"/>
                <a:gd name="T5" fmla="*/ 208 h 752"/>
                <a:gd name="T6" fmla="*/ 206 w 261"/>
                <a:gd name="T7" fmla="*/ 163 h 752"/>
                <a:gd name="T8" fmla="*/ 202 w 261"/>
                <a:gd name="T9" fmla="*/ 161 h 752"/>
                <a:gd name="T10" fmla="*/ 200 w 261"/>
                <a:gd name="T11" fmla="*/ 166 h 752"/>
                <a:gd name="T12" fmla="*/ 213 w 261"/>
                <a:gd name="T13" fmla="*/ 749 h 752"/>
                <a:gd name="T14" fmla="*/ 75 w 261"/>
                <a:gd name="T15" fmla="*/ 752 h 752"/>
                <a:gd name="T16" fmla="*/ 62 w 261"/>
                <a:gd name="T17" fmla="*/ 168 h 752"/>
                <a:gd name="T18" fmla="*/ 60 w 261"/>
                <a:gd name="T19" fmla="*/ 164 h 752"/>
                <a:gd name="T20" fmla="*/ 56 w 261"/>
                <a:gd name="T21" fmla="*/ 166 h 752"/>
                <a:gd name="T22" fmla="*/ 9 w 261"/>
                <a:gd name="T23" fmla="*/ 214 h 752"/>
                <a:gd name="T24" fmla="*/ 4 w 261"/>
                <a:gd name="T25" fmla="*/ 217 h 752"/>
                <a:gd name="T26" fmla="*/ 1 w 261"/>
                <a:gd name="T27" fmla="*/ 211 h 752"/>
                <a:gd name="T28" fmla="*/ 0 w 261"/>
                <a:gd name="T29" fmla="*/ 139 h 752"/>
                <a:gd name="T30" fmla="*/ 6 w 261"/>
                <a:gd name="T31" fmla="*/ 122 h 752"/>
                <a:gd name="T32" fmla="*/ 120 w 261"/>
                <a:gd name="T33" fmla="*/ 3 h 752"/>
                <a:gd name="T34" fmla="*/ 127 w 261"/>
                <a:gd name="T35" fmla="*/ 0 h 752"/>
                <a:gd name="T36" fmla="*/ 134 w 261"/>
                <a:gd name="T37" fmla="*/ 3 h 752"/>
                <a:gd name="T38" fmla="*/ 167 w 261"/>
                <a:gd name="T39" fmla="*/ 34 h 752"/>
                <a:gd name="T40" fmla="*/ 174 w 261"/>
                <a:gd name="T41" fmla="*/ 41 h 752"/>
                <a:gd name="T42" fmla="*/ 174 w 261"/>
                <a:gd name="T43" fmla="*/ 41 h 752"/>
                <a:gd name="T44" fmla="*/ 181 w 261"/>
                <a:gd name="T45" fmla="*/ 48 h 752"/>
                <a:gd name="T46" fmla="*/ 252 w 261"/>
                <a:gd name="T47" fmla="*/ 115 h 752"/>
                <a:gd name="T48" fmla="*/ 259 w 261"/>
                <a:gd name="T49" fmla="*/ 132 h 752"/>
                <a:gd name="T50" fmla="*/ 261 w 261"/>
                <a:gd name="T51" fmla="*/ 205 h 7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1" h="752">
                  <a:moveTo>
                    <a:pt x="261" y="205"/>
                  </a:moveTo>
                  <a:cubicBezTo>
                    <a:pt x="261" y="208"/>
                    <a:pt x="260" y="209"/>
                    <a:pt x="259" y="210"/>
                  </a:cubicBezTo>
                  <a:cubicBezTo>
                    <a:pt x="258" y="211"/>
                    <a:pt x="256" y="210"/>
                    <a:pt x="254" y="208"/>
                  </a:cubicBezTo>
                  <a:cubicBezTo>
                    <a:pt x="206" y="163"/>
                    <a:pt x="206" y="163"/>
                    <a:pt x="206" y="163"/>
                  </a:cubicBezTo>
                  <a:cubicBezTo>
                    <a:pt x="205" y="161"/>
                    <a:pt x="203" y="161"/>
                    <a:pt x="202" y="161"/>
                  </a:cubicBezTo>
                  <a:cubicBezTo>
                    <a:pt x="201" y="162"/>
                    <a:pt x="200" y="163"/>
                    <a:pt x="200" y="166"/>
                  </a:cubicBezTo>
                  <a:cubicBezTo>
                    <a:pt x="213" y="749"/>
                    <a:pt x="213" y="749"/>
                    <a:pt x="213" y="749"/>
                  </a:cubicBezTo>
                  <a:cubicBezTo>
                    <a:pt x="75" y="752"/>
                    <a:pt x="75" y="752"/>
                    <a:pt x="75" y="752"/>
                  </a:cubicBezTo>
                  <a:cubicBezTo>
                    <a:pt x="62" y="168"/>
                    <a:pt x="62" y="168"/>
                    <a:pt x="62" y="168"/>
                  </a:cubicBezTo>
                  <a:cubicBezTo>
                    <a:pt x="62" y="166"/>
                    <a:pt x="61" y="164"/>
                    <a:pt x="60" y="164"/>
                  </a:cubicBezTo>
                  <a:cubicBezTo>
                    <a:pt x="59" y="163"/>
                    <a:pt x="57" y="164"/>
                    <a:pt x="56" y="166"/>
                  </a:cubicBezTo>
                  <a:cubicBezTo>
                    <a:pt x="9" y="214"/>
                    <a:pt x="9" y="214"/>
                    <a:pt x="9" y="214"/>
                  </a:cubicBezTo>
                  <a:cubicBezTo>
                    <a:pt x="7" y="216"/>
                    <a:pt x="5" y="217"/>
                    <a:pt x="4" y="217"/>
                  </a:cubicBezTo>
                  <a:cubicBezTo>
                    <a:pt x="2" y="216"/>
                    <a:pt x="1" y="214"/>
                    <a:pt x="1" y="211"/>
                  </a:cubicBezTo>
                  <a:cubicBezTo>
                    <a:pt x="0" y="139"/>
                    <a:pt x="0" y="139"/>
                    <a:pt x="0" y="139"/>
                  </a:cubicBezTo>
                  <a:cubicBezTo>
                    <a:pt x="0" y="134"/>
                    <a:pt x="3" y="126"/>
                    <a:pt x="6" y="122"/>
                  </a:cubicBezTo>
                  <a:cubicBezTo>
                    <a:pt x="120" y="3"/>
                    <a:pt x="120" y="3"/>
                    <a:pt x="120" y="3"/>
                  </a:cubicBezTo>
                  <a:cubicBezTo>
                    <a:pt x="121" y="1"/>
                    <a:pt x="124" y="0"/>
                    <a:pt x="127" y="0"/>
                  </a:cubicBezTo>
                  <a:cubicBezTo>
                    <a:pt x="130" y="0"/>
                    <a:pt x="132" y="1"/>
                    <a:pt x="134" y="3"/>
                  </a:cubicBezTo>
                  <a:cubicBezTo>
                    <a:pt x="167" y="34"/>
                    <a:pt x="167" y="34"/>
                    <a:pt x="167" y="34"/>
                  </a:cubicBezTo>
                  <a:cubicBezTo>
                    <a:pt x="173" y="39"/>
                    <a:pt x="174" y="41"/>
                    <a:pt x="174" y="41"/>
                  </a:cubicBezTo>
                  <a:cubicBezTo>
                    <a:pt x="174" y="41"/>
                    <a:pt x="174" y="41"/>
                    <a:pt x="174" y="41"/>
                  </a:cubicBezTo>
                  <a:cubicBezTo>
                    <a:pt x="174" y="41"/>
                    <a:pt x="177" y="44"/>
                    <a:pt x="181" y="48"/>
                  </a:cubicBezTo>
                  <a:cubicBezTo>
                    <a:pt x="252" y="115"/>
                    <a:pt x="252" y="115"/>
                    <a:pt x="252" y="115"/>
                  </a:cubicBezTo>
                  <a:cubicBezTo>
                    <a:pt x="256" y="119"/>
                    <a:pt x="259" y="127"/>
                    <a:pt x="259" y="132"/>
                  </a:cubicBezTo>
                  <a:lnTo>
                    <a:pt x="261" y="205"/>
                  </a:lnTo>
                  <a:close/>
                </a:path>
              </a:pathLst>
            </a:custGeom>
            <a:gradFill flip="none" rotWithShape="1">
              <a:gsLst>
                <a:gs pos="100000">
                  <a:srgbClr val="FFFFFF"/>
                </a:gs>
                <a:gs pos="30000">
                  <a:srgbClr val="CED0D1"/>
                </a:gs>
              </a:gsLst>
              <a:lin ang="162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5" name="Freeform 13"/>
            <p:cNvSpPr>
              <a:spLocks/>
            </p:cNvSpPr>
            <p:nvPr/>
          </p:nvSpPr>
          <p:spPr bwMode="auto">
            <a:xfrm>
              <a:off x="5652043" y="3061905"/>
              <a:ext cx="1109808" cy="1360059"/>
            </a:xfrm>
            <a:custGeom>
              <a:avLst/>
              <a:gdLst>
                <a:gd name="T0" fmla="*/ 43 w 474"/>
                <a:gd name="T1" fmla="*/ 221 h 581"/>
                <a:gd name="T2" fmla="*/ 47 w 474"/>
                <a:gd name="T3" fmla="*/ 223 h 581"/>
                <a:gd name="T4" fmla="*/ 50 w 474"/>
                <a:gd name="T5" fmla="*/ 219 h 581"/>
                <a:gd name="T6" fmla="*/ 59 w 474"/>
                <a:gd name="T7" fmla="*/ 161 h 581"/>
                <a:gd name="T8" fmla="*/ 61 w 474"/>
                <a:gd name="T9" fmla="*/ 157 h 581"/>
                <a:gd name="T10" fmla="*/ 65 w 474"/>
                <a:gd name="T11" fmla="*/ 160 h 581"/>
                <a:gd name="T12" fmla="*/ 375 w 474"/>
                <a:gd name="T13" fmla="*/ 581 h 581"/>
                <a:gd name="T14" fmla="*/ 474 w 474"/>
                <a:gd name="T15" fmla="*/ 508 h 581"/>
                <a:gd name="T16" fmla="*/ 164 w 474"/>
                <a:gd name="T17" fmla="*/ 86 h 581"/>
                <a:gd name="T18" fmla="*/ 163 w 474"/>
                <a:gd name="T19" fmla="*/ 82 h 581"/>
                <a:gd name="T20" fmla="*/ 168 w 474"/>
                <a:gd name="T21" fmla="*/ 81 h 581"/>
                <a:gd name="T22" fmla="*/ 227 w 474"/>
                <a:gd name="T23" fmla="*/ 90 h 581"/>
                <a:gd name="T24" fmla="*/ 232 w 474"/>
                <a:gd name="T25" fmla="*/ 88 h 581"/>
                <a:gd name="T26" fmla="*/ 231 w 474"/>
                <a:gd name="T27" fmla="*/ 83 h 581"/>
                <a:gd name="T28" fmla="*/ 193 w 474"/>
                <a:gd name="T29" fmla="*/ 31 h 581"/>
                <a:gd name="T30" fmla="*/ 178 w 474"/>
                <a:gd name="T31" fmla="*/ 22 h 581"/>
                <a:gd name="T32" fmla="*/ 33 w 474"/>
                <a:gd name="T33" fmla="*/ 0 h 581"/>
                <a:gd name="T34" fmla="*/ 27 w 474"/>
                <a:gd name="T35" fmla="*/ 2 h 581"/>
                <a:gd name="T36" fmla="*/ 23 w 474"/>
                <a:gd name="T37" fmla="*/ 8 h 581"/>
                <a:gd name="T38" fmla="*/ 17 w 474"/>
                <a:gd name="T39" fmla="*/ 48 h 581"/>
                <a:gd name="T40" fmla="*/ 15 w 474"/>
                <a:gd name="T41" fmla="*/ 57 h 581"/>
                <a:gd name="T42" fmla="*/ 15 w 474"/>
                <a:gd name="T43" fmla="*/ 57 h 581"/>
                <a:gd name="T44" fmla="*/ 14 w 474"/>
                <a:gd name="T45" fmla="*/ 66 h 581"/>
                <a:gd name="T46" fmla="*/ 1 w 474"/>
                <a:gd name="T47" fmla="*/ 152 h 581"/>
                <a:gd name="T48" fmla="*/ 5 w 474"/>
                <a:gd name="T49" fmla="*/ 168 h 581"/>
                <a:gd name="T50" fmla="*/ 43 w 474"/>
                <a:gd name="T51" fmla="*/ 221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74" h="581">
                  <a:moveTo>
                    <a:pt x="43" y="221"/>
                  </a:moveTo>
                  <a:cubicBezTo>
                    <a:pt x="44" y="223"/>
                    <a:pt x="46" y="224"/>
                    <a:pt x="47" y="223"/>
                  </a:cubicBezTo>
                  <a:cubicBezTo>
                    <a:pt x="49" y="223"/>
                    <a:pt x="50" y="221"/>
                    <a:pt x="50" y="219"/>
                  </a:cubicBezTo>
                  <a:cubicBezTo>
                    <a:pt x="59" y="161"/>
                    <a:pt x="59" y="161"/>
                    <a:pt x="59" y="161"/>
                  </a:cubicBezTo>
                  <a:cubicBezTo>
                    <a:pt x="59" y="159"/>
                    <a:pt x="60" y="157"/>
                    <a:pt x="61" y="157"/>
                  </a:cubicBezTo>
                  <a:cubicBezTo>
                    <a:pt x="62" y="157"/>
                    <a:pt x="64" y="158"/>
                    <a:pt x="65" y="160"/>
                  </a:cubicBezTo>
                  <a:cubicBezTo>
                    <a:pt x="375" y="581"/>
                    <a:pt x="375" y="581"/>
                    <a:pt x="375" y="581"/>
                  </a:cubicBezTo>
                  <a:cubicBezTo>
                    <a:pt x="474" y="508"/>
                    <a:pt x="474" y="508"/>
                    <a:pt x="474" y="508"/>
                  </a:cubicBezTo>
                  <a:cubicBezTo>
                    <a:pt x="164" y="86"/>
                    <a:pt x="164" y="86"/>
                    <a:pt x="164" y="86"/>
                  </a:cubicBezTo>
                  <a:cubicBezTo>
                    <a:pt x="163" y="84"/>
                    <a:pt x="163" y="83"/>
                    <a:pt x="163" y="82"/>
                  </a:cubicBezTo>
                  <a:cubicBezTo>
                    <a:pt x="164" y="81"/>
                    <a:pt x="165" y="80"/>
                    <a:pt x="168" y="81"/>
                  </a:cubicBezTo>
                  <a:cubicBezTo>
                    <a:pt x="227" y="90"/>
                    <a:pt x="227" y="90"/>
                    <a:pt x="227" y="90"/>
                  </a:cubicBezTo>
                  <a:cubicBezTo>
                    <a:pt x="230" y="90"/>
                    <a:pt x="232" y="90"/>
                    <a:pt x="232" y="88"/>
                  </a:cubicBezTo>
                  <a:cubicBezTo>
                    <a:pt x="233" y="87"/>
                    <a:pt x="233" y="85"/>
                    <a:pt x="231" y="83"/>
                  </a:cubicBezTo>
                  <a:cubicBezTo>
                    <a:pt x="193" y="31"/>
                    <a:pt x="193" y="31"/>
                    <a:pt x="193" y="31"/>
                  </a:cubicBezTo>
                  <a:cubicBezTo>
                    <a:pt x="190" y="27"/>
                    <a:pt x="183" y="23"/>
                    <a:pt x="178" y="22"/>
                  </a:cubicBezTo>
                  <a:cubicBezTo>
                    <a:pt x="33" y="0"/>
                    <a:pt x="33" y="0"/>
                    <a:pt x="33" y="0"/>
                  </a:cubicBezTo>
                  <a:cubicBezTo>
                    <a:pt x="31" y="0"/>
                    <a:pt x="29" y="0"/>
                    <a:pt x="27" y="2"/>
                  </a:cubicBezTo>
                  <a:cubicBezTo>
                    <a:pt x="25" y="3"/>
                    <a:pt x="23" y="5"/>
                    <a:pt x="23" y="8"/>
                  </a:cubicBezTo>
                  <a:cubicBezTo>
                    <a:pt x="17" y="48"/>
                    <a:pt x="17" y="48"/>
                    <a:pt x="17" y="48"/>
                  </a:cubicBezTo>
                  <a:cubicBezTo>
                    <a:pt x="16" y="55"/>
                    <a:pt x="15" y="56"/>
                    <a:pt x="15" y="57"/>
                  </a:cubicBezTo>
                  <a:cubicBezTo>
                    <a:pt x="15" y="57"/>
                    <a:pt x="15" y="57"/>
                    <a:pt x="15" y="57"/>
                  </a:cubicBezTo>
                  <a:cubicBezTo>
                    <a:pt x="15" y="57"/>
                    <a:pt x="15" y="61"/>
                    <a:pt x="14" y="66"/>
                  </a:cubicBezTo>
                  <a:cubicBezTo>
                    <a:pt x="1" y="152"/>
                    <a:pt x="1" y="152"/>
                    <a:pt x="1" y="152"/>
                  </a:cubicBezTo>
                  <a:cubicBezTo>
                    <a:pt x="0" y="157"/>
                    <a:pt x="2" y="164"/>
                    <a:pt x="5" y="168"/>
                  </a:cubicBezTo>
                  <a:lnTo>
                    <a:pt x="43" y="221"/>
                  </a:lnTo>
                  <a:close/>
                </a:path>
              </a:pathLst>
            </a:custGeom>
            <a:gradFill flip="none" rotWithShape="1">
              <a:gsLst>
                <a:gs pos="100000">
                  <a:srgbClr val="FFFFFF"/>
                </a:gs>
                <a:gs pos="30000">
                  <a:srgbClr val="CED0D1"/>
                </a:gs>
              </a:gsLst>
              <a:lin ang="132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6" name="Freeform 16"/>
            <p:cNvSpPr>
              <a:spLocks/>
            </p:cNvSpPr>
            <p:nvPr/>
          </p:nvSpPr>
          <p:spPr bwMode="auto">
            <a:xfrm>
              <a:off x="5115932" y="3923441"/>
              <a:ext cx="1386766" cy="732948"/>
            </a:xfrm>
            <a:custGeom>
              <a:avLst/>
              <a:gdLst>
                <a:gd name="T0" fmla="*/ 126 w 592"/>
                <a:gd name="T1" fmla="*/ 218 h 313"/>
                <a:gd name="T2" fmla="*/ 131 w 592"/>
                <a:gd name="T3" fmla="*/ 218 h 313"/>
                <a:gd name="T4" fmla="*/ 130 w 592"/>
                <a:gd name="T5" fmla="*/ 213 h 313"/>
                <a:gd name="T6" fmla="*/ 107 w 592"/>
                <a:gd name="T7" fmla="*/ 166 h 313"/>
                <a:gd name="T8" fmla="*/ 107 w 592"/>
                <a:gd name="T9" fmla="*/ 162 h 313"/>
                <a:gd name="T10" fmla="*/ 111 w 592"/>
                <a:gd name="T11" fmla="*/ 162 h 313"/>
                <a:gd name="T12" fmla="*/ 556 w 592"/>
                <a:gd name="T13" fmla="*/ 313 h 313"/>
                <a:gd name="T14" fmla="*/ 592 w 592"/>
                <a:gd name="T15" fmla="*/ 208 h 313"/>
                <a:gd name="T16" fmla="*/ 146 w 592"/>
                <a:gd name="T17" fmla="*/ 57 h 313"/>
                <a:gd name="T18" fmla="*/ 143 w 592"/>
                <a:gd name="T19" fmla="*/ 54 h 313"/>
                <a:gd name="T20" fmla="*/ 146 w 592"/>
                <a:gd name="T21" fmla="*/ 51 h 313"/>
                <a:gd name="T22" fmla="*/ 194 w 592"/>
                <a:gd name="T23" fmla="*/ 27 h 313"/>
                <a:gd name="T24" fmla="*/ 197 w 592"/>
                <a:gd name="T25" fmla="*/ 23 h 313"/>
                <a:gd name="T26" fmla="*/ 194 w 592"/>
                <a:gd name="T27" fmla="*/ 20 h 313"/>
                <a:gd name="T28" fmla="*/ 139 w 592"/>
                <a:gd name="T29" fmla="*/ 1 h 313"/>
                <a:gd name="T30" fmla="*/ 123 w 592"/>
                <a:gd name="T31" fmla="*/ 2 h 313"/>
                <a:gd name="T32" fmla="*/ 5 w 592"/>
                <a:gd name="T33" fmla="*/ 61 h 313"/>
                <a:gd name="T34" fmla="*/ 1 w 592"/>
                <a:gd name="T35" fmla="*/ 66 h 313"/>
                <a:gd name="T36" fmla="*/ 1 w 592"/>
                <a:gd name="T37" fmla="*/ 72 h 313"/>
                <a:gd name="T38" fmla="*/ 17 w 592"/>
                <a:gd name="T39" fmla="*/ 105 h 313"/>
                <a:gd name="T40" fmla="*/ 21 w 592"/>
                <a:gd name="T41" fmla="*/ 112 h 313"/>
                <a:gd name="T42" fmla="*/ 21 w 592"/>
                <a:gd name="T43" fmla="*/ 112 h 313"/>
                <a:gd name="T44" fmla="*/ 25 w 592"/>
                <a:gd name="T45" fmla="*/ 119 h 313"/>
                <a:gd name="T46" fmla="*/ 59 w 592"/>
                <a:gd name="T47" fmla="*/ 190 h 313"/>
                <a:gd name="T48" fmla="*/ 71 w 592"/>
                <a:gd name="T49" fmla="*/ 200 h 313"/>
                <a:gd name="T50" fmla="*/ 126 w 592"/>
                <a:gd name="T51" fmla="*/ 218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92" h="313">
                  <a:moveTo>
                    <a:pt x="126" y="218"/>
                  </a:moveTo>
                  <a:cubicBezTo>
                    <a:pt x="128" y="219"/>
                    <a:pt x="130" y="219"/>
                    <a:pt x="131" y="218"/>
                  </a:cubicBezTo>
                  <a:cubicBezTo>
                    <a:pt x="131" y="217"/>
                    <a:pt x="131" y="215"/>
                    <a:pt x="130" y="213"/>
                  </a:cubicBezTo>
                  <a:cubicBezTo>
                    <a:pt x="107" y="166"/>
                    <a:pt x="107" y="166"/>
                    <a:pt x="107" y="166"/>
                  </a:cubicBezTo>
                  <a:cubicBezTo>
                    <a:pt x="106" y="164"/>
                    <a:pt x="106" y="163"/>
                    <a:pt x="107" y="162"/>
                  </a:cubicBezTo>
                  <a:cubicBezTo>
                    <a:pt x="107" y="161"/>
                    <a:pt x="109" y="161"/>
                    <a:pt x="111" y="162"/>
                  </a:cubicBezTo>
                  <a:cubicBezTo>
                    <a:pt x="556" y="313"/>
                    <a:pt x="556" y="313"/>
                    <a:pt x="556" y="313"/>
                  </a:cubicBezTo>
                  <a:cubicBezTo>
                    <a:pt x="592" y="208"/>
                    <a:pt x="592" y="208"/>
                    <a:pt x="592" y="208"/>
                  </a:cubicBezTo>
                  <a:cubicBezTo>
                    <a:pt x="146" y="57"/>
                    <a:pt x="146" y="57"/>
                    <a:pt x="146" y="57"/>
                  </a:cubicBezTo>
                  <a:cubicBezTo>
                    <a:pt x="144" y="56"/>
                    <a:pt x="143" y="55"/>
                    <a:pt x="143" y="54"/>
                  </a:cubicBezTo>
                  <a:cubicBezTo>
                    <a:pt x="143" y="53"/>
                    <a:pt x="144" y="52"/>
                    <a:pt x="146" y="51"/>
                  </a:cubicBezTo>
                  <a:cubicBezTo>
                    <a:pt x="194" y="27"/>
                    <a:pt x="194" y="27"/>
                    <a:pt x="194" y="27"/>
                  </a:cubicBezTo>
                  <a:cubicBezTo>
                    <a:pt x="196" y="26"/>
                    <a:pt x="197" y="25"/>
                    <a:pt x="197" y="23"/>
                  </a:cubicBezTo>
                  <a:cubicBezTo>
                    <a:pt x="197" y="22"/>
                    <a:pt x="196" y="21"/>
                    <a:pt x="194" y="20"/>
                  </a:cubicBezTo>
                  <a:cubicBezTo>
                    <a:pt x="139" y="1"/>
                    <a:pt x="139" y="1"/>
                    <a:pt x="139" y="1"/>
                  </a:cubicBezTo>
                  <a:cubicBezTo>
                    <a:pt x="134" y="0"/>
                    <a:pt x="128" y="0"/>
                    <a:pt x="123" y="2"/>
                  </a:cubicBezTo>
                  <a:cubicBezTo>
                    <a:pt x="5" y="61"/>
                    <a:pt x="5" y="61"/>
                    <a:pt x="5" y="61"/>
                  </a:cubicBezTo>
                  <a:cubicBezTo>
                    <a:pt x="3" y="62"/>
                    <a:pt x="2" y="63"/>
                    <a:pt x="1" y="66"/>
                  </a:cubicBezTo>
                  <a:cubicBezTo>
                    <a:pt x="0" y="68"/>
                    <a:pt x="0" y="70"/>
                    <a:pt x="1" y="72"/>
                  </a:cubicBezTo>
                  <a:cubicBezTo>
                    <a:pt x="17" y="105"/>
                    <a:pt x="17" y="105"/>
                    <a:pt x="17" y="105"/>
                  </a:cubicBezTo>
                  <a:cubicBezTo>
                    <a:pt x="20" y="110"/>
                    <a:pt x="21" y="112"/>
                    <a:pt x="21" y="112"/>
                  </a:cubicBezTo>
                  <a:cubicBezTo>
                    <a:pt x="21" y="112"/>
                    <a:pt x="21" y="112"/>
                    <a:pt x="21" y="112"/>
                  </a:cubicBezTo>
                  <a:cubicBezTo>
                    <a:pt x="21" y="112"/>
                    <a:pt x="23" y="115"/>
                    <a:pt x="25" y="119"/>
                  </a:cubicBezTo>
                  <a:cubicBezTo>
                    <a:pt x="59" y="190"/>
                    <a:pt x="59" y="190"/>
                    <a:pt x="59" y="190"/>
                  </a:cubicBezTo>
                  <a:cubicBezTo>
                    <a:pt x="61" y="194"/>
                    <a:pt x="66" y="198"/>
                    <a:pt x="71" y="200"/>
                  </a:cubicBezTo>
                  <a:lnTo>
                    <a:pt x="126" y="218"/>
                  </a:lnTo>
                  <a:close/>
                </a:path>
              </a:pathLst>
            </a:custGeom>
            <a:gradFill flip="none" rotWithShape="1">
              <a:gsLst>
                <a:gs pos="100000">
                  <a:srgbClr val="FFFFFF"/>
                </a:gs>
                <a:gs pos="30000">
                  <a:srgbClr val="CED0D1"/>
                </a:gs>
              </a:gsLst>
              <a:lin ang="108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7" name="Freeform 19"/>
            <p:cNvSpPr>
              <a:spLocks/>
            </p:cNvSpPr>
            <p:nvPr/>
          </p:nvSpPr>
          <p:spPr bwMode="auto">
            <a:xfrm>
              <a:off x="5189128" y="4733541"/>
              <a:ext cx="1259168" cy="620187"/>
            </a:xfrm>
            <a:custGeom>
              <a:avLst/>
              <a:gdLst>
                <a:gd name="T0" fmla="*/ 172 w 538"/>
                <a:gd name="T1" fmla="*/ 249 h 265"/>
                <a:gd name="T2" fmla="*/ 175 w 538"/>
                <a:gd name="T3" fmla="*/ 246 h 265"/>
                <a:gd name="T4" fmla="*/ 173 w 538"/>
                <a:gd name="T5" fmla="*/ 243 h 265"/>
                <a:gd name="T6" fmla="*/ 131 w 538"/>
                <a:gd name="T7" fmla="*/ 220 h 265"/>
                <a:gd name="T8" fmla="*/ 129 w 538"/>
                <a:gd name="T9" fmla="*/ 217 h 265"/>
                <a:gd name="T10" fmla="*/ 132 w 538"/>
                <a:gd name="T11" fmla="*/ 215 h 265"/>
                <a:gd name="T12" fmla="*/ 538 w 538"/>
                <a:gd name="T13" fmla="*/ 96 h 265"/>
                <a:gd name="T14" fmla="*/ 510 w 538"/>
                <a:gd name="T15" fmla="*/ 0 h 265"/>
                <a:gd name="T16" fmla="*/ 103 w 538"/>
                <a:gd name="T17" fmla="*/ 119 h 265"/>
                <a:gd name="T18" fmla="*/ 99 w 538"/>
                <a:gd name="T19" fmla="*/ 119 h 265"/>
                <a:gd name="T20" fmla="*/ 100 w 538"/>
                <a:gd name="T21" fmla="*/ 115 h 265"/>
                <a:gd name="T22" fmla="*/ 123 w 538"/>
                <a:gd name="T23" fmla="*/ 72 h 265"/>
                <a:gd name="T24" fmla="*/ 124 w 538"/>
                <a:gd name="T25" fmla="*/ 68 h 265"/>
                <a:gd name="T26" fmla="*/ 120 w 538"/>
                <a:gd name="T27" fmla="*/ 68 h 265"/>
                <a:gd name="T28" fmla="*/ 69 w 538"/>
                <a:gd name="T29" fmla="*/ 83 h 265"/>
                <a:gd name="T30" fmla="*/ 59 w 538"/>
                <a:gd name="T31" fmla="*/ 91 h 265"/>
                <a:gd name="T32" fmla="*/ 1 w 538"/>
                <a:gd name="T33" fmla="*/ 195 h 265"/>
                <a:gd name="T34" fmla="*/ 1 w 538"/>
                <a:gd name="T35" fmla="*/ 201 h 265"/>
                <a:gd name="T36" fmla="*/ 4 w 538"/>
                <a:gd name="T37" fmla="*/ 205 h 265"/>
                <a:gd name="T38" fmla="*/ 33 w 538"/>
                <a:gd name="T39" fmla="*/ 221 h 265"/>
                <a:gd name="T40" fmla="*/ 40 w 538"/>
                <a:gd name="T41" fmla="*/ 225 h 265"/>
                <a:gd name="T42" fmla="*/ 40 w 538"/>
                <a:gd name="T43" fmla="*/ 225 h 265"/>
                <a:gd name="T44" fmla="*/ 46 w 538"/>
                <a:gd name="T45" fmla="*/ 228 h 265"/>
                <a:gd name="T46" fmla="*/ 108 w 538"/>
                <a:gd name="T47" fmla="*/ 262 h 265"/>
                <a:gd name="T48" fmla="*/ 121 w 538"/>
                <a:gd name="T49" fmla="*/ 264 h 265"/>
                <a:gd name="T50" fmla="*/ 172 w 538"/>
                <a:gd name="T51" fmla="*/ 249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38" h="265">
                  <a:moveTo>
                    <a:pt x="172" y="249"/>
                  </a:moveTo>
                  <a:cubicBezTo>
                    <a:pt x="174" y="248"/>
                    <a:pt x="175" y="247"/>
                    <a:pt x="175" y="246"/>
                  </a:cubicBezTo>
                  <a:cubicBezTo>
                    <a:pt x="175" y="245"/>
                    <a:pt x="174" y="244"/>
                    <a:pt x="173" y="243"/>
                  </a:cubicBezTo>
                  <a:cubicBezTo>
                    <a:pt x="131" y="220"/>
                    <a:pt x="131" y="220"/>
                    <a:pt x="131" y="220"/>
                  </a:cubicBezTo>
                  <a:cubicBezTo>
                    <a:pt x="129" y="219"/>
                    <a:pt x="129" y="218"/>
                    <a:pt x="129" y="217"/>
                  </a:cubicBezTo>
                  <a:cubicBezTo>
                    <a:pt x="129" y="217"/>
                    <a:pt x="130" y="216"/>
                    <a:pt x="132" y="215"/>
                  </a:cubicBezTo>
                  <a:cubicBezTo>
                    <a:pt x="538" y="96"/>
                    <a:pt x="538" y="96"/>
                    <a:pt x="538" y="96"/>
                  </a:cubicBezTo>
                  <a:cubicBezTo>
                    <a:pt x="510" y="0"/>
                    <a:pt x="510" y="0"/>
                    <a:pt x="510" y="0"/>
                  </a:cubicBezTo>
                  <a:cubicBezTo>
                    <a:pt x="103" y="119"/>
                    <a:pt x="103" y="119"/>
                    <a:pt x="103" y="119"/>
                  </a:cubicBezTo>
                  <a:cubicBezTo>
                    <a:pt x="101" y="120"/>
                    <a:pt x="100" y="120"/>
                    <a:pt x="99" y="119"/>
                  </a:cubicBezTo>
                  <a:cubicBezTo>
                    <a:pt x="99" y="118"/>
                    <a:pt x="99" y="117"/>
                    <a:pt x="100" y="115"/>
                  </a:cubicBezTo>
                  <a:cubicBezTo>
                    <a:pt x="123" y="72"/>
                    <a:pt x="123" y="72"/>
                    <a:pt x="123" y="72"/>
                  </a:cubicBezTo>
                  <a:cubicBezTo>
                    <a:pt x="124" y="71"/>
                    <a:pt x="124" y="69"/>
                    <a:pt x="124" y="68"/>
                  </a:cubicBezTo>
                  <a:cubicBezTo>
                    <a:pt x="123" y="67"/>
                    <a:pt x="122" y="67"/>
                    <a:pt x="120" y="68"/>
                  </a:cubicBezTo>
                  <a:cubicBezTo>
                    <a:pt x="69" y="83"/>
                    <a:pt x="69" y="83"/>
                    <a:pt x="69" y="83"/>
                  </a:cubicBezTo>
                  <a:cubicBezTo>
                    <a:pt x="65" y="84"/>
                    <a:pt x="61" y="87"/>
                    <a:pt x="59" y="91"/>
                  </a:cubicBezTo>
                  <a:cubicBezTo>
                    <a:pt x="1" y="195"/>
                    <a:pt x="1" y="195"/>
                    <a:pt x="1" y="195"/>
                  </a:cubicBezTo>
                  <a:cubicBezTo>
                    <a:pt x="0" y="197"/>
                    <a:pt x="0" y="199"/>
                    <a:pt x="1" y="201"/>
                  </a:cubicBezTo>
                  <a:cubicBezTo>
                    <a:pt x="1" y="203"/>
                    <a:pt x="3" y="204"/>
                    <a:pt x="4" y="205"/>
                  </a:cubicBezTo>
                  <a:cubicBezTo>
                    <a:pt x="33" y="221"/>
                    <a:pt x="33" y="221"/>
                    <a:pt x="33" y="221"/>
                  </a:cubicBezTo>
                  <a:cubicBezTo>
                    <a:pt x="38" y="224"/>
                    <a:pt x="39" y="225"/>
                    <a:pt x="40" y="225"/>
                  </a:cubicBezTo>
                  <a:cubicBezTo>
                    <a:pt x="40" y="225"/>
                    <a:pt x="40" y="225"/>
                    <a:pt x="40" y="225"/>
                  </a:cubicBezTo>
                  <a:cubicBezTo>
                    <a:pt x="40" y="225"/>
                    <a:pt x="42" y="226"/>
                    <a:pt x="46" y="228"/>
                  </a:cubicBezTo>
                  <a:cubicBezTo>
                    <a:pt x="108" y="262"/>
                    <a:pt x="108" y="262"/>
                    <a:pt x="108" y="262"/>
                  </a:cubicBezTo>
                  <a:cubicBezTo>
                    <a:pt x="112" y="264"/>
                    <a:pt x="118" y="265"/>
                    <a:pt x="121" y="264"/>
                  </a:cubicBezTo>
                  <a:lnTo>
                    <a:pt x="172" y="249"/>
                  </a:lnTo>
                  <a:close/>
                </a:path>
              </a:pathLst>
            </a:custGeom>
            <a:gradFill flip="none" rotWithShape="1">
              <a:gsLst>
                <a:gs pos="100000">
                  <a:srgbClr val="FFFFFF"/>
                </a:gs>
                <a:gs pos="30000">
                  <a:srgbClr val="CED0D1"/>
                </a:gs>
              </a:gsLst>
              <a:lin ang="120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00" name="矩形 99"/>
          <p:cNvSpPr/>
          <p:nvPr/>
        </p:nvSpPr>
        <p:spPr>
          <a:xfrm>
            <a:off x="8532221" y="4492154"/>
            <a:ext cx="2879982" cy="1052596"/>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添加内容添加内容添加内容添加内容添加内容添加内容添加内容</a:t>
            </a:r>
          </a:p>
        </p:txBody>
      </p:sp>
      <p:sp>
        <p:nvSpPr>
          <p:cNvPr id="101" name="文本框 100"/>
          <p:cNvSpPr txBox="1"/>
          <p:nvPr/>
        </p:nvSpPr>
        <p:spPr>
          <a:xfrm>
            <a:off x="8532221" y="3913762"/>
            <a:ext cx="1723549" cy="461665"/>
          </a:xfrm>
          <a:prstGeom prst="rect">
            <a:avLst/>
          </a:prstGeom>
          <a:noFill/>
        </p:spPr>
        <p:txBody>
          <a:bodyPr wrap="none" rtlCol="0">
            <a:spAutoFit/>
          </a:bodyPr>
          <a:lstStyle/>
          <a:p>
            <a:r>
              <a:rPr lang="zh-CN" altLang="en-US" sz="2400" b="1" dirty="0">
                <a:solidFill>
                  <a:schemeClr val="tx1">
                    <a:lumMod val="65000"/>
                    <a:lumOff val="35000"/>
                  </a:schemeClr>
                </a:solidFill>
              </a:rPr>
              <a:t>添加主标题</a:t>
            </a:r>
          </a:p>
        </p:txBody>
      </p:sp>
      <p:sp>
        <p:nvSpPr>
          <p:cNvPr id="102" name="文本框 101"/>
          <p:cNvSpPr txBox="1"/>
          <p:nvPr/>
        </p:nvSpPr>
        <p:spPr>
          <a:xfrm>
            <a:off x="8847564" y="2349421"/>
            <a:ext cx="2856518" cy="830997"/>
          </a:xfrm>
          <a:prstGeom prst="rect">
            <a:avLst/>
          </a:prstGeom>
          <a:noFill/>
        </p:spPr>
        <p:txBody>
          <a:bodyPr wrap="square" rtlCol="0">
            <a:spAutoFit/>
          </a:bodyPr>
          <a:lstStyle/>
          <a:p>
            <a:pPr>
              <a:lnSpc>
                <a:spcPct val="120000"/>
              </a:lnSpc>
            </a:pPr>
            <a:r>
              <a:rPr lang="zh-CN" altLang="en-US" sz="2400" b="1" dirty="0">
                <a:solidFill>
                  <a:srgbClr val="FF8900"/>
                </a:solidFill>
              </a:rPr>
              <a:t>添加标题</a:t>
            </a:r>
            <a:endParaRPr lang="en-US" altLang="zh-CN" sz="2400" b="1" dirty="0">
              <a:solidFill>
                <a:srgbClr val="FF8900"/>
              </a:solidFill>
            </a:endParaRPr>
          </a:p>
          <a:p>
            <a:pPr>
              <a:lnSpc>
                <a:spcPct val="120000"/>
              </a:lnSpc>
            </a:pPr>
            <a:r>
              <a:rPr lang="zh-CN" altLang="en-US" sz="1600" dirty="0">
                <a:solidFill>
                  <a:schemeClr val="tx1">
                    <a:lumMod val="65000"/>
                    <a:lumOff val="35000"/>
                  </a:schemeClr>
                </a:solidFill>
              </a:rPr>
              <a:t>添加内容添加内容</a:t>
            </a:r>
          </a:p>
        </p:txBody>
      </p:sp>
      <p:sp>
        <p:nvSpPr>
          <p:cNvPr id="103" name="文本框 102"/>
          <p:cNvSpPr txBox="1"/>
          <p:nvPr/>
        </p:nvSpPr>
        <p:spPr>
          <a:xfrm>
            <a:off x="4801822" y="902923"/>
            <a:ext cx="2856518" cy="830997"/>
          </a:xfrm>
          <a:prstGeom prst="rect">
            <a:avLst/>
          </a:prstGeom>
          <a:noFill/>
        </p:spPr>
        <p:txBody>
          <a:bodyPr wrap="square" rtlCol="0">
            <a:spAutoFit/>
          </a:bodyPr>
          <a:lstStyle/>
          <a:p>
            <a:pPr algn="ctr">
              <a:lnSpc>
                <a:spcPct val="120000"/>
              </a:lnSpc>
            </a:pPr>
            <a:r>
              <a:rPr lang="zh-CN" altLang="en-US" sz="2400" b="1" dirty="0">
                <a:solidFill>
                  <a:srgbClr val="9FC628"/>
                </a:solidFill>
              </a:rPr>
              <a:t>添加标题</a:t>
            </a:r>
            <a:endParaRPr lang="en-US" altLang="zh-CN" sz="2400" b="1" dirty="0">
              <a:solidFill>
                <a:srgbClr val="9FC628"/>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04" name="文本框 103"/>
          <p:cNvSpPr txBox="1"/>
          <p:nvPr/>
        </p:nvSpPr>
        <p:spPr>
          <a:xfrm>
            <a:off x="623830" y="4198503"/>
            <a:ext cx="2856518" cy="830997"/>
          </a:xfrm>
          <a:prstGeom prst="rect">
            <a:avLst/>
          </a:prstGeom>
          <a:noFill/>
        </p:spPr>
        <p:txBody>
          <a:bodyPr wrap="square" rtlCol="0">
            <a:spAutoFit/>
          </a:bodyPr>
          <a:lstStyle/>
          <a:p>
            <a:pPr algn="r">
              <a:lnSpc>
                <a:spcPct val="120000"/>
              </a:lnSpc>
            </a:pPr>
            <a:r>
              <a:rPr lang="zh-CN" altLang="en-US" sz="2400" b="1" dirty="0">
                <a:solidFill>
                  <a:srgbClr val="6D5DA5"/>
                </a:solidFill>
              </a:rPr>
              <a:t>添加标题</a:t>
            </a:r>
            <a:endParaRPr lang="en-US" altLang="zh-CN" sz="2400" b="1" dirty="0">
              <a:solidFill>
                <a:srgbClr val="6D5DA5"/>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05" name="文本框 104"/>
          <p:cNvSpPr txBox="1"/>
          <p:nvPr/>
        </p:nvSpPr>
        <p:spPr>
          <a:xfrm>
            <a:off x="1418374" y="2797200"/>
            <a:ext cx="2856518" cy="830997"/>
          </a:xfrm>
          <a:prstGeom prst="rect">
            <a:avLst/>
          </a:prstGeom>
          <a:noFill/>
        </p:spPr>
        <p:txBody>
          <a:bodyPr wrap="square" rtlCol="0">
            <a:spAutoFit/>
          </a:bodyPr>
          <a:lstStyle/>
          <a:p>
            <a:pPr algn="r">
              <a:lnSpc>
                <a:spcPct val="120000"/>
              </a:lnSpc>
            </a:pPr>
            <a:r>
              <a:rPr lang="zh-CN" altLang="en-US" sz="2400" b="1" dirty="0">
                <a:solidFill>
                  <a:srgbClr val="007BC6"/>
                </a:solidFill>
              </a:rPr>
              <a:t>添加标题</a:t>
            </a:r>
            <a:endParaRPr lang="en-US" altLang="zh-CN" sz="2400" b="1" dirty="0">
              <a:solidFill>
                <a:srgbClr val="007BC6"/>
              </a:solidFill>
            </a:endParaRPr>
          </a:p>
          <a:p>
            <a:pPr algn="r">
              <a:lnSpc>
                <a:spcPct val="120000"/>
              </a:lnSpc>
            </a:pPr>
            <a:r>
              <a:rPr lang="zh-CN" altLang="en-US" sz="1600" dirty="0">
                <a:solidFill>
                  <a:schemeClr val="tx1">
                    <a:lumMod val="65000"/>
                    <a:lumOff val="35000"/>
                  </a:schemeClr>
                </a:solidFill>
              </a:rPr>
              <a:t>添加内容添加内容</a:t>
            </a:r>
          </a:p>
        </p:txBody>
      </p:sp>
      <p:grpSp>
        <p:nvGrpSpPr>
          <p:cNvPr id="106" name="组合 37"/>
          <p:cNvGrpSpPr/>
          <p:nvPr/>
        </p:nvGrpSpPr>
        <p:grpSpPr>
          <a:xfrm>
            <a:off x="7733397" y="2594478"/>
            <a:ext cx="681636" cy="507119"/>
            <a:chOff x="1924050" y="3932238"/>
            <a:chExt cx="527050" cy="392112"/>
          </a:xfrm>
        </p:grpSpPr>
        <p:sp>
          <p:nvSpPr>
            <p:cNvPr id="107" name="Freeform 109"/>
            <p:cNvSpPr>
              <a:spLocks noEditPoints="1"/>
            </p:cNvSpPr>
            <p:nvPr/>
          </p:nvSpPr>
          <p:spPr bwMode="auto">
            <a:xfrm>
              <a:off x="1924050" y="3954463"/>
              <a:ext cx="298450" cy="300037"/>
            </a:xfrm>
            <a:custGeom>
              <a:avLst/>
              <a:gdLst>
                <a:gd name="T0" fmla="*/ 132 w 136"/>
                <a:gd name="T1" fmla="*/ 91 h 136"/>
                <a:gd name="T2" fmla="*/ 122 w 136"/>
                <a:gd name="T3" fmla="*/ 83 h 136"/>
                <a:gd name="T4" fmla="*/ 135 w 136"/>
                <a:gd name="T5" fmla="*/ 72 h 136"/>
                <a:gd name="T6" fmla="*/ 136 w 136"/>
                <a:gd name="T7" fmla="*/ 63 h 136"/>
                <a:gd name="T8" fmla="*/ 123 w 136"/>
                <a:gd name="T9" fmla="*/ 60 h 136"/>
                <a:gd name="T10" fmla="*/ 122 w 136"/>
                <a:gd name="T11" fmla="*/ 52 h 136"/>
                <a:gd name="T12" fmla="*/ 132 w 136"/>
                <a:gd name="T13" fmla="*/ 44 h 136"/>
                <a:gd name="T14" fmla="*/ 127 w 136"/>
                <a:gd name="T15" fmla="*/ 35 h 136"/>
                <a:gd name="T16" fmla="*/ 110 w 136"/>
                <a:gd name="T17" fmla="*/ 32 h 136"/>
                <a:gd name="T18" fmla="*/ 116 w 136"/>
                <a:gd name="T19" fmla="*/ 20 h 136"/>
                <a:gd name="T20" fmla="*/ 108 w 136"/>
                <a:gd name="T21" fmla="*/ 14 h 136"/>
                <a:gd name="T22" fmla="*/ 96 w 136"/>
                <a:gd name="T23" fmla="*/ 20 h 136"/>
                <a:gd name="T24" fmla="*/ 92 w 136"/>
                <a:gd name="T25" fmla="*/ 18 h 136"/>
                <a:gd name="T26" fmla="*/ 92 w 136"/>
                <a:gd name="T27" fmla="*/ 4 h 136"/>
                <a:gd name="T28" fmla="*/ 83 w 136"/>
                <a:gd name="T29" fmla="*/ 2 h 136"/>
                <a:gd name="T30" fmla="*/ 69 w 136"/>
                <a:gd name="T31" fmla="*/ 13 h 136"/>
                <a:gd name="T32" fmla="*/ 64 w 136"/>
                <a:gd name="T33" fmla="*/ 0 h 136"/>
                <a:gd name="T34" fmla="*/ 55 w 136"/>
                <a:gd name="T35" fmla="*/ 2 h 136"/>
                <a:gd name="T36" fmla="*/ 54 w 136"/>
                <a:gd name="T37" fmla="*/ 15 h 136"/>
                <a:gd name="T38" fmla="*/ 38 w 136"/>
                <a:gd name="T39" fmla="*/ 8 h 136"/>
                <a:gd name="T40" fmla="*/ 29 w 136"/>
                <a:gd name="T41" fmla="*/ 12 h 136"/>
                <a:gd name="T42" fmla="*/ 33 w 136"/>
                <a:gd name="T43" fmla="*/ 25 h 136"/>
                <a:gd name="T44" fmla="*/ 16 w 136"/>
                <a:gd name="T45" fmla="*/ 25 h 136"/>
                <a:gd name="T46" fmla="*/ 10 w 136"/>
                <a:gd name="T47" fmla="*/ 32 h 136"/>
                <a:gd name="T48" fmla="*/ 19 w 136"/>
                <a:gd name="T49" fmla="*/ 43 h 136"/>
                <a:gd name="T50" fmla="*/ 3 w 136"/>
                <a:gd name="T51" fmla="*/ 50 h 136"/>
                <a:gd name="T52" fmla="*/ 0 w 136"/>
                <a:gd name="T53" fmla="*/ 59 h 136"/>
                <a:gd name="T54" fmla="*/ 13 w 136"/>
                <a:gd name="T55" fmla="*/ 65 h 136"/>
                <a:gd name="T56" fmla="*/ 1 w 136"/>
                <a:gd name="T57" fmla="*/ 78 h 136"/>
                <a:gd name="T58" fmla="*/ 2 w 136"/>
                <a:gd name="T59" fmla="*/ 87 h 136"/>
                <a:gd name="T60" fmla="*/ 16 w 136"/>
                <a:gd name="T61" fmla="*/ 88 h 136"/>
                <a:gd name="T62" fmla="*/ 11 w 136"/>
                <a:gd name="T63" fmla="*/ 104 h 136"/>
                <a:gd name="T64" fmla="*/ 16 w 136"/>
                <a:gd name="T65" fmla="*/ 112 h 136"/>
                <a:gd name="T66" fmla="*/ 29 w 136"/>
                <a:gd name="T67" fmla="*/ 107 h 136"/>
                <a:gd name="T68" fmla="*/ 31 w 136"/>
                <a:gd name="T69" fmla="*/ 124 h 136"/>
                <a:gd name="T70" fmla="*/ 39 w 136"/>
                <a:gd name="T71" fmla="*/ 130 h 136"/>
                <a:gd name="T72" fmla="*/ 48 w 136"/>
                <a:gd name="T73" fmla="*/ 120 h 136"/>
                <a:gd name="T74" fmla="*/ 57 w 136"/>
                <a:gd name="T75" fmla="*/ 135 h 136"/>
                <a:gd name="T76" fmla="*/ 66 w 136"/>
                <a:gd name="T77" fmla="*/ 136 h 136"/>
                <a:gd name="T78" fmla="*/ 71 w 136"/>
                <a:gd name="T79" fmla="*/ 124 h 136"/>
                <a:gd name="T80" fmla="*/ 85 w 136"/>
                <a:gd name="T81" fmla="*/ 133 h 136"/>
                <a:gd name="T82" fmla="*/ 94 w 136"/>
                <a:gd name="T83" fmla="*/ 131 h 136"/>
                <a:gd name="T84" fmla="*/ 93 w 136"/>
                <a:gd name="T85" fmla="*/ 118 h 136"/>
                <a:gd name="T86" fmla="*/ 110 w 136"/>
                <a:gd name="T87" fmla="*/ 121 h 136"/>
                <a:gd name="T88" fmla="*/ 117 w 136"/>
                <a:gd name="T89" fmla="*/ 115 h 136"/>
                <a:gd name="T90" fmla="*/ 111 w 136"/>
                <a:gd name="T91" fmla="*/ 104 h 136"/>
                <a:gd name="T92" fmla="*/ 128 w 136"/>
                <a:gd name="T93" fmla="*/ 100 h 136"/>
                <a:gd name="T94" fmla="*/ 106 w 136"/>
                <a:gd name="T95" fmla="*/ 58 h 136"/>
                <a:gd name="T96" fmla="*/ 79 w 136"/>
                <a:gd name="T97" fmla="*/ 106 h 136"/>
                <a:gd name="T98" fmla="*/ 30 w 136"/>
                <a:gd name="T99" fmla="*/ 79 h 136"/>
                <a:gd name="T100" fmla="*/ 58 w 136"/>
                <a:gd name="T101" fmla="*/ 30 h 136"/>
                <a:gd name="T102" fmla="*/ 106 w 136"/>
                <a:gd name="T103" fmla="*/ 5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6" h="136">
                  <a:moveTo>
                    <a:pt x="129" y="99"/>
                  </a:moveTo>
                  <a:cubicBezTo>
                    <a:pt x="132" y="91"/>
                    <a:pt x="132" y="91"/>
                    <a:pt x="132" y="91"/>
                  </a:cubicBezTo>
                  <a:cubicBezTo>
                    <a:pt x="133" y="91"/>
                    <a:pt x="132" y="90"/>
                    <a:pt x="132" y="90"/>
                  </a:cubicBezTo>
                  <a:cubicBezTo>
                    <a:pt x="122" y="83"/>
                    <a:pt x="122" y="83"/>
                    <a:pt x="122" y="83"/>
                  </a:cubicBezTo>
                  <a:cubicBezTo>
                    <a:pt x="123" y="80"/>
                    <a:pt x="123" y="78"/>
                    <a:pt x="124" y="75"/>
                  </a:cubicBezTo>
                  <a:cubicBezTo>
                    <a:pt x="135" y="72"/>
                    <a:pt x="135" y="72"/>
                    <a:pt x="135" y="72"/>
                  </a:cubicBezTo>
                  <a:cubicBezTo>
                    <a:pt x="136" y="72"/>
                    <a:pt x="136" y="72"/>
                    <a:pt x="136" y="72"/>
                  </a:cubicBezTo>
                  <a:cubicBezTo>
                    <a:pt x="136" y="63"/>
                    <a:pt x="136" y="63"/>
                    <a:pt x="136" y="63"/>
                  </a:cubicBezTo>
                  <a:cubicBezTo>
                    <a:pt x="136" y="62"/>
                    <a:pt x="136" y="62"/>
                    <a:pt x="135" y="62"/>
                  </a:cubicBezTo>
                  <a:cubicBezTo>
                    <a:pt x="123" y="60"/>
                    <a:pt x="123" y="60"/>
                    <a:pt x="123" y="60"/>
                  </a:cubicBezTo>
                  <a:cubicBezTo>
                    <a:pt x="123" y="58"/>
                    <a:pt x="123" y="56"/>
                    <a:pt x="122" y="54"/>
                  </a:cubicBezTo>
                  <a:cubicBezTo>
                    <a:pt x="122" y="53"/>
                    <a:pt x="122" y="53"/>
                    <a:pt x="122" y="52"/>
                  </a:cubicBezTo>
                  <a:cubicBezTo>
                    <a:pt x="131" y="45"/>
                    <a:pt x="131" y="45"/>
                    <a:pt x="131" y="45"/>
                  </a:cubicBezTo>
                  <a:cubicBezTo>
                    <a:pt x="132" y="45"/>
                    <a:pt x="132" y="44"/>
                    <a:pt x="132" y="44"/>
                  </a:cubicBezTo>
                  <a:cubicBezTo>
                    <a:pt x="128" y="36"/>
                    <a:pt x="128" y="36"/>
                    <a:pt x="128" y="36"/>
                  </a:cubicBezTo>
                  <a:cubicBezTo>
                    <a:pt x="128" y="35"/>
                    <a:pt x="127" y="35"/>
                    <a:pt x="127" y="35"/>
                  </a:cubicBezTo>
                  <a:cubicBezTo>
                    <a:pt x="115" y="38"/>
                    <a:pt x="115" y="38"/>
                    <a:pt x="115" y="38"/>
                  </a:cubicBezTo>
                  <a:cubicBezTo>
                    <a:pt x="114" y="36"/>
                    <a:pt x="112" y="34"/>
                    <a:pt x="110" y="32"/>
                  </a:cubicBezTo>
                  <a:cubicBezTo>
                    <a:pt x="116" y="21"/>
                    <a:pt x="116" y="21"/>
                    <a:pt x="116" y="21"/>
                  </a:cubicBezTo>
                  <a:cubicBezTo>
                    <a:pt x="117" y="21"/>
                    <a:pt x="117" y="20"/>
                    <a:pt x="116" y="20"/>
                  </a:cubicBezTo>
                  <a:cubicBezTo>
                    <a:pt x="110" y="14"/>
                    <a:pt x="110" y="14"/>
                    <a:pt x="110" y="14"/>
                  </a:cubicBezTo>
                  <a:cubicBezTo>
                    <a:pt x="109" y="14"/>
                    <a:pt x="109" y="14"/>
                    <a:pt x="108" y="14"/>
                  </a:cubicBezTo>
                  <a:cubicBezTo>
                    <a:pt x="99" y="21"/>
                    <a:pt x="99" y="21"/>
                    <a:pt x="99" y="21"/>
                  </a:cubicBezTo>
                  <a:cubicBezTo>
                    <a:pt x="98" y="21"/>
                    <a:pt x="97" y="20"/>
                    <a:pt x="96" y="20"/>
                  </a:cubicBezTo>
                  <a:cubicBezTo>
                    <a:pt x="96" y="20"/>
                    <a:pt x="96" y="20"/>
                    <a:pt x="96" y="20"/>
                  </a:cubicBezTo>
                  <a:cubicBezTo>
                    <a:pt x="95" y="19"/>
                    <a:pt x="93" y="18"/>
                    <a:pt x="92" y="18"/>
                  </a:cubicBezTo>
                  <a:cubicBezTo>
                    <a:pt x="93" y="6"/>
                    <a:pt x="93" y="6"/>
                    <a:pt x="93" y="6"/>
                  </a:cubicBezTo>
                  <a:cubicBezTo>
                    <a:pt x="93" y="5"/>
                    <a:pt x="93" y="5"/>
                    <a:pt x="92" y="4"/>
                  </a:cubicBezTo>
                  <a:cubicBezTo>
                    <a:pt x="84" y="2"/>
                    <a:pt x="84" y="2"/>
                    <a:pt x="84" y="2"/>
                  </a:cubicBezTo>
                  <a:cubicBezTo>
                    <a:pt x="84" y="2"/>
                    <a:pt x="83" y="2"/>
                    <a:pt x="83" y="2"/>
                  </a:cubicBezTo>
                  <a:cubicBezTo>
                    <a:pt x="77" y="13"/>
                    <a:pt x="77" y="13"/>
                    <a:pt x="77" y="13"/>
                  </a:cubicBezTo>
                  <a:cubicBezTo>
                    <a:pt x="74" y="13"/>
                    <a:pt x="72" y="13"/>
                    <a:pt x="69" y="13"/>
                  </a:cubicBezTo>
                  <a:cubicBezTo>
                    <a:pt x="65" y="1"/>
                    <a:pt x="65" y="1"/>
                    <a:pt x="65" y="1"/>
                  </a:cubicBezTo>
                  <a:cubicBezTo>
                    <a:pt x="65" y="0"/>
                    <a:pt x="65" y="0"/>
                    <a:pt x="64" y="0"/>
                  </a:cubicBezTo>
                  <a:cubicBezTo>
                    <a:pt x="56" y="1"/>
                    <a:pt x="56" y="1"/>
                    <a:pt x="56" y="1"/>
                  </a:cubicBezTo>
                  <a:cubicBezTo>
                    <a:pt x="55" y="1"/>
                    <a:pt x="55" y="1"/>
                    <a:pt x="55" y="2"/>
                  </a:cubicBezTo>
                  <a:cubicBezTo>
                    <a:pt x="54" y="14"/>
                    <a:pt x="54" y="14"/>
                    <a:pt x="54" y="14"/>
                  </a:cubicBezTo>
                  <a:cubicBezTo>
                    <a:pt x="54" y="14"/>
                    <a:pt x="54" y="15"/>
                    <a:pt x="54" y="15"/>
                  </a:cubicBezTo>
                  <a:cubicBezTo>
                    <a:pt x="51" y="15"/>
                    <a:pt x="49" y="16"/>
                    <a:pt x="47" y="17"/>
                  </a:cubicBezTo>
                  <a:cubicBezTo>
                    <a:pt x="38" y="8"/>
                    <a:pt x="38" y="8"/>
                    <a:pt x="38" y="8"/>
                  </a:cubicBezTo>
                  <a:cubicBezTo>
                    <a:pt x="38" y="7"/>
                    <a:pt x="37" y="7"/>
                    <a:pt x="37" y="7"/>
                  </a:cubicBezTo>
                  <a:cubicBezTo>
                    <a:pt x="29" y="12"/>
                    <a:pt x="29" y="12"/>
                    <a:pt x="29" y="12"/>
                  </a:cubicBezTo>
                  <a:cubicBezTo>
                    <a:pt x="29" y="12"/>
                    <a:pt x="29" y="13"/>
                    <a:pt x="29" y="13"/>
                  </a:cubicBezTo>
                  <a:cubicBezTo>
                    <a:pt x="33" y="25"/>
                    <a:pt x="33" y="25"/>
                    <a:pt x="33" y="25"/>
                  </a:cubicBezTo>
                  <a:cubicBezTo>
                    <a:pt x="31" y="26"/>
                    <a:pt x="29" y="28"/>
                    <a:pt x="28" y="30"/>
                  </a:cubicBezTo>
                  <a:cubicBezTo>
                    <a:pt x="16" y="25"/>
                    <a:pt x="16" y="25"/>
                    <a:pt x="16" y="25"/>
                  </a:cubicBezTo>
                  <a:cubicBezTo>
                    <a:pt x="16" y="25"/>
                    <a:pt x="15" y="25"/>
                    <a:pt x="15" y="25"/>
                  </a:cubicBezTo>
                  <a:cubicBezTo>
                    <a:pt x="10" y="32"/>
                    <a:pt x="10" y="32"/>
                    <a:pt x="10" y="32"/>
                  </a:cubicBezTo>
                  <a:cubicBezTo>
                    <a:pt x="10" y="33"/>
                    <a:pt x="10" y="33"/>
                    <a:pt x="10" y="34"/>
                  </a:cubicBezTo>
                  <a:cubicBezTo>
                    <a:pt x="19" y="43"/>
                    <a:pt x="19" y="43"/>
                    <a:pt x="19" y="43"/>
                  </a:cubicBezTo>
                  <a:cubicBezTo>
                    <a:pt x="18" y="45"/>
                    <a:pt x="17" y="47"/>
                    <a:pt x="16" y="50"/>
                  </a:cubicBezTo>
                  <a:cubicBezTo>
                    <a:pt x="3" y="50"/>
                    <a:pt x="3" y="50"/>
                    <a:pt x="3" y="50"/>
                  </a:cubicBezTo>
                  <a:cubicBezTo>
                    <a:pt x="3" y="50"/>
                    <a:pt x="2" y="50"/>
                    <a:pt x="2" y="51"/>
                  </a:cubicBezTo>
                  <a:cubicBezTo>
                    <a:pt x="0" y="59"/>
                    <a:pt x="0" y="59"/>
                    <a:pt x="0" y="59"/>
                  </a:cubicBezTo>
                  <a:cubicBezTo>
                    <a:pt x="0" y="60"/>
                    <a:pt x="1" y="60"/>
                    <a:pt x="1" y="60"/>
                  </a:cubicBezTo>
                  <a:cubicBezTo>
                    <a:pt x="13" y="65"/>
                    <a:pt x="13" y="65"/>
                    <a:pt x="13" y="65"/>
                  </a:cubicBezTo>
                  <a:cubicBezTo>
                    <a:pt x="12" y="68"/>
                    <a:pt x="13" y="70"/>
                    <a:pt x="13" y="73"/>
                  </a:cubicBezTo>
                  <a:cubicBezTo>
                    <a:pt x="1" y="78"/>
                    <a:pt x="1" y="78"/>
                    <a:pt x="1" y="78"/>
                  </a:cubicBezTo>
                  <a:cubicBezTo>
                    <a:pt x="1" y="78"/>
                    <a:pt x="1" y="78"/>
                    <a:pt x="1" y="79"/>
                  </a:cubicBezTo>
                  <a:cubicBezTo>
                    <a:pt x="2" y="87"/>
                    <a:pt x="2" y="87"/>
                    <a:pt x="2" y="87"/>
                  </a:cubicBezTo>
                  <a:cubicBezTo>
                    <a:pt x="3" y="88"/>
                    <a:pt x="3" y="88"/>
                    <a:pt x="4" y="88"/>
                  </a:cubicBezTo>
                  <a:cubicBezTo>
                    <a:pt x="16" y="88"/>
                    <a:pt x="16" y="88"/>
                    <a:pt x="16" y="88"/>
                  </a:cubicBezTo>
                  <a:cubicBezTo>
                    <a:pt x="17" y="90"/>
                    <a:pt x="18" y="93"/>
                    <a:pt x="19" y="95"/>
                  </a:cubicBezTo>
                  <a:cubicBezTo>
                    <a:pt x="11" y="104"/>
                    <a:pt x="11" y="104"/>
                    <a:pt x="11" y="104"/>
                  </a:cubicBezTo>
                  <a:cubicBezTo>
                    <a:pt x="11" y="104"/>
                    <a:pt x="11" y="105"/>
                    <a:pt x="11" y="105"/>
                  </a:cubicBezTo>
                  <a:cubicBezTo>
                    <a:pt x="16" y="112"/>
                    <a:pt x="16" y="112"/>
                    <a:pt x="16" y="112"/>
                  </a:cubicBezTo>
                  <a:cubicBezTo>
                    <a:pt x="16" y="113"/>
                    <a:pt x="17" y="113"/>
                    <a:pt x="17" y="113"/>
                  </a:cubicBezTo>
                  <a:cubicBezTo>
                    <a:pt x="29" y="107"/>
                    <a:pt x="29" y="107"/>
                    <a:pt x="29" y="107"/>
                  </a:cubicBezTo>
                  <a:cubicBezTo>
                    <a:pt x="30" y="109"/>
                    <a:pt x="32" y="111"/>
                    <a:pt x="34" y="112"/>
                  </a:cubicBezTo>
                  <a:cubicBezTo>
                    <a:pt x="31" y="124"/>
                    <a:pt x="31" y="124"/>
                    <a:pt x="31" y="124"/>
                  </a:cubicBezTo>
                  <a:cubicBezTo>
                    <a:pt x="30" y="125"/>
                    <a:pt x="31" y="125"/>
                    <a:pt x="31" y="125"/>
                  </a:cubicBezTo>
                  <a:cubicBezTo>
                    <a:pt x="39" y="130"/>
                    <a:pt x="39" y="130"/>
                    <a:pt x="39" y="130"/>
                  </a:cubicBezTo>
                  <a:cubicBezTo>
                    <a:pt x="39" y="130"/>
                    <a:pt x="40" y="130"/>
                    <a:pt x="40" y="129"/>
                  </a:cubicBezTo>
                  <a:cubicBezTo>
                    <a:pt x="48" y="120"/>
                    <a:pt x="48" y="120"/>
                    <a:pt x="48" y="120"/>
                  </a:cubicBezTo>
                  <a:cubicBezTo>
                    <a:pt x="50" y="121"/>
                    <a:pt x="53" y="122"/>
                    <a:pt x="55" y="123"/>
                  </a:cubicBezTo>
                  <a:cubicBezTo>
                    <a:pt x="57" y="135"/>
                    <a:pt x="57" y="135"/>
                    <a:pt x="57" y="135"/>
                  </a:cubicBezTo>
                  <a:cubicBezTo>
                    <a:pt x="57" y="135"/>
                    <a:pt x="57" y="136"/>
                    <a:pt x="58" y="136"/>
                  </a:cubicBezTo>
                  <a:cubicBezTo>
                    <a:pt x="66" y="136"/>
                    <a:pt x="66" y="136"/>
                    <a:pt x="66" y="136"/>
                  </a:cubicBezTo>
                  <a:cubicBezTo>
                    <a:pt x="67" y="136"/>
                    <a:pt x="67" y="136"/>
                    <a:pt x="67" y="136"/>
                  </a:cubicBezTo>
                  <a:cubicBezTo>
                    <a:pt x="71" y="124"/>
                    <a:pt x="71" y="124"/>
                    <a:pt x="71" y="124"/>
                  </a:cubicBezTo>
                  <a:cubicBezTo>
                    <a:pt x="73" y="124"/>
                    <a:pt x="76" y="124"/>
                    <a:pt x="79" y="123"/>
                  </a:cubicBezTo>
                  <a:cubicBezTo>
                    <a:pt x="85" y="133"/>
                    <a:pt x="85" y="133"/>
                    <a:pt x="85" y="133"/>
                  </a:cubicBezTo>
                  <a:cubicBezTo>
                    <a:pt x="85" y="134"/>
                    <a:pt x="85" y="134"/>
                    <a:pt x="86" y="134"/>
                  </a:cubicBezTo>
                  <a:cubicBezTo>
                    <a:pt x="94" y="131"/>
                    <a:pt x="94" y="131"/>
                    <a:pt x="94" y="131"/>
                  </a:cubicBezTo>
                  <a:cubicBezTo>
                    <a:pt x="95" y="131"/>
                    <a:pt x="95" y="131"/>
                    <a:pt x="95" y="130"/>
                  </a:cubicBezTo>
                  <a:cubicBezTo>
                    <a:pt x="93" y="118"/>
                    <a:pt x="93" y="118"/>
                    <a:pt x="93" y="118"/>
                  </a:cubicBezTo>
                  <a:cubicBezTo>
                    <a:pt x="96" y="117"/>
                    <a:pt x="98" y="116"/>
                    <a:pt x="100" y="114"/>
                  </a:cubicBezTo>
                  <a:cubicBezTo>
                    <a:pt x="110" y="121"/>
                    <a:pt x="110" y="121"/>
                    <a:pt x="110" y="121"/>
                  </a:cubicBezTo>
                  <a:cubicBezTo>
                    <a:pt x="110" y="121"/>
                    <a:pt x="111" y="121"/>
                    <a:pt x="111" y="121"/>
                  </a:cubicBezTo>
                  <a:cubicBezTo>
                    <a:pt x="117" y="115"/>
                    <a:pt x="117" y="115"/>
                    <a:pt x="117" y="115"/>
                  </a:cubicBezTo>
                  <a:cubicBezTo>
                    <a:pt x="118" y="115"/>
                    <a:pt x="118" y="114"/>
                    <a:pt x="118" y="114"/>
                  </a:cubicBezTo>
                  <a:cubicBezTo>
                    <a:pt x="111" y="104"/>
                    <a:pt x="111" y="104"/>
                    <a:pt x="111" y="104"/>
                  </a:cubicBezTo>
                  <a:cubicBezTo>
                    <a:pt x="113" y="102"/>
                    <a:pt x="115" y="100"/>
                    <a:pt x="116" y="97"/>
                  </a:cubicBezTo>
                  <a:cubicBezTo>
                    <a:pt x="128" y="100"/>
                    <a:pt x="128" y="100"/>
                    <a:pt x="128" y="100"/>
                  </a:cubicBezTo>
                  <a:cubicBezTo>
                    <a:pt x="128" y="100"/>
                    <a:pt x="129" y="99"/>
                    <a:pt x="129" y="99"/>
                  </a:cubicBezTo>
                  <a:close/>
                  <a:moveTo>
                    <a:pt x="106" y="58"/>
                  </a:moveTo>
                  <a:cubicBezTo>
                    <a:pt x="109" y="68"/>
                    <a:pt x="108" y="78"/>
                    <a:pt x="103" y="88"/>
                  </a:cubicBezTo>
                  <a:cubicBezTo>
                    <a:pt x="97" y="97"/>
                    <a:pt x="88" y="104"/>
                    <a:pt x="79" y="106"/>
                  </a:cubicBezTo>
                  <a:cubicBezTo>
                    <a:pt x="69" y="109"/>
                    <a:pt x="58" y="108"/>
                    <a:pt x="49" y="103"/>
                  </a:cubicBezTo>
                  <a:cubicBezTo>
                    <a:pt x="39" y="97"/>
                    <a:pt x="33" y="88"/>
                    <a:pt x="30" y="79"/>
                  </a:cubicBezTo>
                  <a:cubicBezTo>
                    <a:pt x="28" y="69"/>
                    <a:pt x="29" y="58"/>
                    <a:pt x="34" y="49"/>
                  </a:cubicBezTo>
                  <a:cubicBezTo>
                    <a:pt x="40" y="39"/>
                    <a:pt x="48" y="33"/>
                    <a:pt x="58" y="30"/>
                  </a:cubicBezTo>
                  <a:cubicBezTo>
                    <a:pt x="68" y="28"/>
                    <a:pt x="78" y="29"/>
                    <a:pt x="88" y="34"/>
                  </a:cubicBezTo>
                  <a:cubicBezTo>
                    <a:pt x="97" y="40"/>
                    <a:pt x="104" y="48"/>
                    <a:pt x="106" y="58"/>
                  </a:cubicBezTo>
                  <a:close/>
                </a:path>
              </a:pathLst>
            </a:custGeom>
            <a:solidFill>
              <a:srgbClr val="FF8900"/>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08" name="Freeform 110"/>
            <p:cNvSpPr>
              <a:spLocks noEditPoints="1"/>
            </p:cNvSpPr>
            <p:nvPr/>
          </p:nvSpPr>
          <p:spPr bwMode="auto">
            <a:xfrm>
              <a:off x="2189163" y="4084638"/>
              <a:ext cx="241300" cy="239712"/>
            </a:xfrm>
            <a:custGeom>
              <a:avLst/>
              <a:gdLst>
                <a:gd name="T0" fmla="*/ 106 w 109"/>
                <a:gd name="T1" fmla="*/ 73 h 109"/>
                <a:gd name="T2" fmla="*/ 98 w 109"/>
                <a:gd name="T3" fmla="*/ 66 h 109"/>
                <a:gd name="T4" fmla="*/ 108 w 109"/>
                <a:gd name="T5" fmla="*/ 58 h 109"/>
                <a:gd name="T6" fmla="*/ 109 w 109"/>
                <a:gd name="T7" fmla="*/ 50 h 109"/>
                <a:gd name="T8" fmla="*/ 99 w 109"/>
                <a:gd name="T9" fmla="*/ 48 h 109"/>
                <a:gd name="T10" fmla="*/ 97 w 109"/>
                <a:gd name="T11" fmla="*/ 42 h 109"/>
                <a:gd name="T12" fmla="*/ 105 w 109"/>
                <a:gd name="T13" fmla="*/ 35 h 109"/>
                <a:gd name="T14" fmla="*/ 102 w 109"/>
                <a:gd name="T15" fmla="*/ 28 h 109"/>
                <a:gd name="T16" fmla="*/ 88 w 109"/>
                <a:gd name="T17" fmla="*/ 25 h 109"/>
                <a:gd name="T18" fmla="*/ 93 w 109"/>
                <a:gd name="T19" fmla="*/ 16 h 109"/>
                <a:gd name="T20" fmla="*/ 87 w 109"/>
                <a:gd name="T21" fmla="*/ 11 h 109"/>
                <a:gd name="T22" fmla="*/ 77 w 109"/>
                <a:gd name="T23" fmla="*/ 16 h 109"/>
                <a:gd name="T24" fmla="*/ 74 w 109"/>
                <a:gd name="T25" fmla="*/ 14 h 109"/>
                <a:gd name="T26" fmla="*/ 74 w 109"/>
                <a:gd name="T27" fmla="*/ 4 h 109"/>
                <a:gd name="T28" fmla="*/ 67 w 109"/>
                <a:gd name="T29" fmla="*/ 2 h 109"/>
                <a:gd name="T30" fmla="*/ 56 w 109"/>
                <a:gd name="T31" fmla="*/ 10 h 109"/>
                <a:gd name="T32" fmla="*/ 52 w 109"/>
                <a:gd name="T33" fmla="*/ 0 h 109"/>
                <a:gd name="T34" fmla="*/ 44 w 109"/>
                <a:gd name="T35" fmla="*/ 2 h 109"/>
                <a:gd name="T36" fmla="*/ 43 w 109"/>
                <a:gd name="T37" fmla="*/ 12 h 109"/>
                <a:gd name="T38" fmla="*/ 31 w 109"/>
                <a:gd name="T39" fmla="*/ 6 h 109"/>
                <a:gd name="T40" fmla="*/ 24 w 109"/>
                <a:gd name="T41" fmla="*/ 9 h 109"/>
                <a:gd name="T42" fmla="*/ 27 w 109"/>
                <a:gd name="T43" fmla="*/ 20 h 109"/>
                <a:gd name="T44" fmla="*/ 13 w 109"/>
                <a:gd name="T45" fmla="*/ 20 h 109"/>
                <a:gd name="T46" fmla="*/ 8 w 109"/>
                <a:gd name="T47" fmla="*/ 26 h 109"/>
                <a:gd name="T48" fmla="*/ 15 w 109"/>
                <a:gd name="T49" fmla="*/ 34 h 109"/>
                <a:gd name="T50" fmla="*/ 3 w 109"/>
                <a:gd name="T51" fmla="*/ 40 h 109"/>
                <a:gd name="T52" fmla="*/ 1 w 109"/>
                <a:gd name="T53" fmla="*/ 47 h 109"/>
                <a:gd name="T54" fmla="*/ 10 w 109"/>
                <a:gd name="T55" fmla="*/ 52 h 109"/>
                <a:gd name="T56" fmla="*/ 1 w 109"/>
                <a:gd name="T57" fmla="*/ 62 h 109"/>
                <a:gd name="T58" fmla="*/ 2 w 109"/>
                <a:gd name="T59" fmla="*/ 70 h 109"/>
                <a:gd name="T60" fmla="*/ 13 w 109"/>
                <a:gd name="T61" fmla="*/ 70 h 109"/>
                <a:gd name="T62" fmla="*/ 9 w 109"/>
                <a:gd name="T63" fmla="*/ 83 h 109"/>
                <a:gd name="T64" fmla="*/ 13 w 109"/>
                <a:gd name="T65" fmla="*/ 90 h 109"/>
                <a:gd name="T66" fmla="*/ 23 w 109"/>
                <a:gd name="T67" fmla="*/ 86 h 109"/>
                <a:gd name="T68" fmla="*/ 25 w 109"/>
                <a:gd name="T69" fmla="*/ 99 h 109"/>
                <a:gd name="T70" fmla="*/ 31 w 109"/>
                <a:gd name="T71" fmla="*/ 104 h 109"/>
                <a:gd name="T72" fmla="*/ 38 w 109"/>
                <a:gd name="T73" fmla="*/ 96 h 109"/>
                <a:gd name="T74" fmla="*/ 46 w 109"/>
                <a:gd name="T75" fmla="*/ 107 h 109"/>
                <a:gd name="T76" fmla="*/ 53 w 109"/>
                <a:gd name="T77" fmla="*/ 109 h 109"/>
                <a:gd name="T78" fmla="*/ 57 w 109"/>
                <a:gd name="T79" fmla="*/ 99 h 109"/>
                <a:gd name="T80" fmla="*/ 68 w 109"/>
                <a:gd name="T81" fmla="*/ 107 h 109"/>
                <a:gd name="T82" fmla="*/ 75 w 109"/>
                <a:gd name="T83" fmla="*/ 105 h 109"/>
                <a:gd name="T84" fmla="*/ 75 w 109"/>
                <a:gd name="T85" fmla="*/ 94 h 109"/>
                <a:gd name="T86" fmla="*/ 88 w 109"/>
                <a:gd name="T87" fmla="*/ 97 h 109"/>
                <a:gd name="T88" fmla="*/ 94 w 109"/>
                <a:gd name="T89" fmla="*/ 92 h 109"/>
                <a:gd name="T90" fmla="*/ 89 w 109"/>
                <a:gd name="T91" fmla="*/ 83 h 109"/>
                <a:gd name="T92" fmla="*/ 102 w 109"/>
                <a:gd name="T93" fmla="*/ 79 h 109"/>
                <a:gd name="T94" fmla="*/ 85 w 109"/>
                <a:gd name="T95" fmla="*/ 46 h 109"/>
                <a:gd name="T96" fmla="*/ 63 w 109"/>
                <a:gd name="T97" fmla="*/ 85 h 109"/>
                <a:gd name="T98" fmla="*/ 24 w 109"/>
                <a:gd name="T99" fmla="*/ 63 h 109"/>
                <a:gd name="T100" fmla="*/ 47 w 109"/>
                <a:gd name="T101" fmla="*/ 24 h 109"/>
                <a:gd name="T102" fmla="*/ 85 w 109"/>
                <a:gd name="T103" fmla="*/ 4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9" h="109">
                  <a:moveTo>
                    <a:pt x="103" y="79"/>
                  </a:moveTo>
                  <a:cubicBezTo>
                    <a:pt x="106" y="73"/>
                    <a:pt x="106" y="73"/>
                    <a:pt x="106" y="73"/>
                  </a:cubicBezTo>
                  <a:cubicBezTo>
                    <a:pt x="106" y="72"/>
                    <a:pt x="106" y="72"/>
                    <a:pt x="106" y="72"/>
                  </a:cubicBezTo>
                  <a:cubicBezTo>
                    <a:pt x="98" y="66"/>
                    <a:pt x="98" y="66"/>
                    <a:pt x="98" y="66"/>
                  </a:cubicBezTo>
                  <a:cubicBezTo>
                    <a:pt x="98" y="64"/>
                    <a:pt x="99" y="62"/>
                    <a:pt x="99" y="60"/>
                  </a:cubicBezTo>
                  <a:cubicBezTo>
                    <a:pt x="108" y="58"/>
                    <a:pt x="108" y="58"/>
                    <a:pt x="108" y="58"/>
                  </a:cubicBezTo>
                  <a:cubicBezTo>
                    <a:pt x="109" y="58"/>
                    <a:pt x="109" y="58"/>
                    <a:pt x="109" y="57"/>
                  </a:cubicBezTo>
                  <a:cubicBezTo>
                    <a:pt x="109" y="50"/>
                    <a:pt x="109" y="50"/>
                    <a:pt x="109" y="50"/>
                  </a:cubicBezTo>
                  <a:cubicBezTo>
                    <a:pt x="109" y="50"/>
                    <a:pt x="109" y="50"/>
                    <a:pt x="108" y="50"/>
                  </a:cubicBezTo>
                  <a:cubicBezTo>
                    <a:pt x="99" y="48"/>
                    <a:pt x="99" y="48"/>
                    <a:pt x="99" y="48"/>
                  </a:cubicBezTo>
                  <a:cubicBezTo>
                    <a:pt x="99" y="46"/>
                    <a:pt x="98" y="44"/>
                    <a:pt x="98" y="43"/>
                  </a:cubicBezTo>
                  <a:cubicBezTo>
                    <a:pt x="98" y="42"/>
                    <a:pt x="98" y="42"/>
                    <a:pt x="97" y="42"/>
                  </a:cubicBezTo>
                  <a:cubicBezTo>
                    <a:pt x="105" y="36"/>
                    <a:pt x="105" y="36"/>
                    <a:pt x="105" y="36"/>
                  </a:cubicBezTo>
                  <a:cubicBezTo>
                    <a:pt x="105" y="36"/>
                    <a:pt x="106" y="35"/>
                    <a:pt x="105" y="35"/>
                  </a:cubicBezTo>
                  <a:cubicBezTo>
                    <a:pt x="103" y="29"/>
                    <a:pt x="103" y="29"/>
                    <a:pt x="103" y="29"/>
                  </a:cubicBezTo>
                  <a:cubicBezTo>
                    <a:pt x="102" y="28"/>
                    <a:pt x="102" y="28"/>
                    <a:pt x="102" y="28"/>
                  </a:cubicBezTo>
                  <a:cubicBezTo>
                    <a:pt x="92" y="30"/>
                    <a:pt x="92" y="30"/>
                    <a:pt x="92" y="30"/>
                  </a:cubicBezTo>
                  <a:cubicBezTo>
                    <a:pt x="91" y="29"/>
                    <a:pt x="90" y="27"/>
                    <a:pt x="88" y="25"/>
                  </a:cubicBezTo>
                  <a:cubicBezTo>
                    <a:pt x="93" y="17"/>
                    <a:pt x="93" y="17"/>
                    <a:pt x="93" y="17"/>
                  </a:cubicBezTo>
                  <a:cubicBezTo>
                    <a:pt x="93" y="17"/>
                    <a:pt x="93" y="16"/>
                    <a:pt x="93" y="16"/>
                  </a:cubicBezTo>
                  <a:cubicBezTo>
                    <a:pt x="88" y="11"/>
                    <a:pt x="88" y="11"/>
                    <a:pt x="88" y="11"/>
                  </a:cubicBezTo>
                  <a:cubicBezTo>
                    <a:pt x="88" y="11"/>
                    <a:pt x="87" y="11"/>
                    <a:pt x="87" y="11"/>
                  </a:cubicBezTo>
                  <a:cubicBezTo>
                    <a:pt x="79" y="17"/>
                    <a:pt x="79" y="17"/>
                    <a:pt x="79" y="17"/>
                  </a:cubicBezTo>
                  <a:cubicBezTo>
                    <a:pt x="78" y="17"/>
                    <a:pt x="78" y="16"/>
                    <a:pt x="77" y="16"/>
                  </a:cubicBezTo>
                  <a:cubicBezTo>
                    <a:pt x="77" y="16"/>
                    <a:pt x="77" y="16"/>
                    <a:pt x="77" y="16"/>
                  </a:cubicBezTo>
                  <a:cubicBezTo>
                    <a:pt x="76" y="15"/>
                    <a:pt x="75" y="15"/>
                    <a:pt x="74" y="14"/>
                  </a:cubicBezTo>
                  <a:cubicBezTo>
                    <a:pt x="74" y="4"/>
                    <a:pt x="74" y="4"/>
                    <a:pt x="74" y="4"/>
                  </a:cubicBezTo>
                  <a:cubicBezTo>
                    <a:pt x="75" y="4"/>
                    <a:pt x="74" y="4"/>
                    <a:pt x="74" y="4"/>
                  </a:cubicBezTo>
                  <a:cubicBezTo>
                    <a:pt x="67" y="1"/>
                    <a:pt x="67" y="1"/>
                    <a:pt x="67" y="1"/>
                  </a:cubicBezTo>
                  <a:cubicBezTo>
                    <a:pt x="67" y="1"/>
                    <a:pt x="67" y="2"/>
                    <a:pt x="67" y="2"/>
                  </a:cubicBezTo>
                  <a:cubicBezTo>
                    <a:pt x="62" y="11"/>
                    <a:pt x="62" y="11"/>
                    <a:pt x="62" y="11"/>
                  </a:cubicBezTo>
                  <a:cubicBezTo>
                    <a:pt x="60" y="10"/>
                    <a:pt x="58" y="10"/>
                    <a:pt x="56" y="10"/>
                  </a:cubicBezTo>
                  <a:cubicBezTo>
                    <a:pt x="52" y="1"/>
                    <a:pt x="52" y="1"/>
                    <a:pt x="52" y="1"/>
                  </a:cubicBezTo>
                  <a:cubicBezTo>
                    <a:pt x="52" y="0"/>
                    <a:pt x="52" y="0"/>
                    <a:pt x="52" y="0"/>
                  </a:cubicBezTo>
                  <a:cubicBezTo>
                    <a:pt x="45" y="1"/>
                    <a:pt x="45" y="1"/>
                    <a:pt x="45" y="1"/>
                  </a:cubicBezTo>
                  <a:cubicBezTo>
                    <a:pt x="44" y="1"/>
                    <a:pt x="44" y="1"/>
                    <a:pt x="44" y="2"/>
                  </a:cubicBezTo>
                  <a:cubicBezTo>
                    <a:pt x="43" y="12"/>
                    <a:pt x="43" y="12"/>
                    <a:pt x="43" y="12"/>
                  </a:cubicBezTo>
                  <a:cubicBezTo>
                    <a:pt x="43" y="12"/>
                    <a:pt x="43" y="12"/>
                    <a:pt x="43" y="12"/>
                  </a:cubicBezTo>
                  <a:cubicBezTo>
                    <a:pt x="41" y="12"/>
                    <a:pt x="39" y="13"/>
                    <a:pt x="38" y="13"/>
                  </a:cubicBezTo>
                  <a:cubicBezTo>
                    <a:pt x="31" y="6"/>
                    <a:pt x="31" y="6"/>
                    <a:pt x="31" y="6"/>
                  </a:cubicBezTo>
                  <a:cubicBezTo>
                    <a:pt x="31" y="6"/>
                    <a:pt x="30" y="6"/>
                    <a:pt x="30" y="6"/>
                  </a:cubicBezTo>
                  <a:cubicBezTo>
                    <a:pt x="24" y="9"/>
                    <a:pt x="24" y="9"/>
                    <a:pt x="24" y="9"/>
                  </a:cubicBezTo>
                  <a:cubicBezTo>
                    <a:pt x="23" y="10"/>
                    <a:pt x="23" y="10"/>
                    <a:pt x="24" y="10"/>
                  </a:cubicBezTo>
                  <a:cubicBezTo>
                    <a:pt x="27" y="20"/>
                    <a:pt x="27" y="20"/>
                    <a:pt x="27" y="20"/>
                  </a:cubicBezTo>
                  <a:cubicBezTo>
                    <a:pt x="25" y="21"/>
                    <a:pt x="24" y="23"/>
                    <a:pt x="22" y="24"/>
                  </a:cubicBezTo>
                  <a:cubicBezTo>
                    <a:pt x="13" y="20"/>
                    <a:pt x="13" y="20"/>
                    <a:pt x="13" y="20"/>
                  </a:cubicBezTo>
                  <a:cubicBezTo>
                    <a:pt x="13" y="20"/>
                    <a:pt x="12" y="20"/>
                    <a:pt x="12" y="20"/>
                  </a:cubicBezTo>
                  <a:cubicBezTo>
                    <a:pt x="8" y="26"/>
                    <a:pt x="8" y="26"/>
                    <a:pt x="8" y="26"/>
                  </a:cubicBezTo>
                  <a:cubicBezTo>
                    <a:pt x="8" y="26"/>
                    <a:pt x="8" y="27"/>
                    <a:pt x="8" y="27"/>
                  </a:cubicBezTo>
                  <a:cubicBezTo>
                    <a:pt x="15" y="34"/>
                    <a:pt x="15" y="34"/>
                    <a:pt x="15" y="34"/>
                  </a:cubicBezTo>
                  <a:cubicBezTo>
                    <a:pt x="14" y="36"/>
                    <a:pt x="13" y="38"/>
                    <a:pt x="13" y="40"/>
                  </a:cubicBezTo>
                  <a:cubicBezTo>
                    <a:pt x="3" y="40"/>
                    <a:pt x="3" y="40"/>
                    <a:pt x="3" y="40"/>
                  </a:cubicBezTo>
                  <a:cubicBezTo>
                    <a:pt x="2" y="40"/>
                    <a:pt x="2" y="40"/>
                    <a:pt x="2" y="40"/>
                  </a:cubicBezTo>
                  <a:cubicBezTo>
                    <a:pt x="1" y="47"/>
                    <a:pt x="1" y="47"/>
                    <a:pt x="1" y="47"/>
                  </a:cubicBezTo>
                  <a:cubicBezTo>
                    <a:pt x="0" y="48"/>
                    <a:pt x="1" y="48"/>
                    <a:pt x="1" y="48"/>
                  </a:cubicBezTo>
                  <a:cubicBezTo>
                    <a:pt x="10" y="52"/>
                    <a:pt x="10" y="52"/>
                    <a:pt x="10" y="52"/>
                  </a:cubicBezTo>
                  <a:cubicBezTo>
                    <a:pt x="10" y="54"/>
                    <a:pt x="10" y="56"/>
                    <a:pt x="10" y="58"/>
                  </a:cubicBezTo>
                  <a:cubicBezTo>
                    <a:pt x="1" y="62"/>
                    <a:pt x="1" y="62"/>
                    <a:pt x="1" y="62"/>
                  </a:cubicBezTo>
                  <a:cubicBezTo>
                    <a:pt x="1" y="62"/>
                    <a:pt x="1" y="63"/>
                    <a:pt x="1" y="63"/>
                  </a:cubicBezTo>
                  <a:cubicBezTo>
                    <a:pt x="2" y="70"/>
                    <a:pt x="2" y="70"/>
                    <a:pt x="2" y="70"/>
                  </a:cubicBezTo>
                  <a:cubicBezTo>
                    <a:pt x="2" y="70"/>
                    <a:pt x="3" y="71"/>
                    <a:pt x="3" y="70"/>
                  </a:cubicBezTo>
                  <a:cubicBezTo>
                    <a:pt x="13" y="70"/>
                    <a:pt x="13" y="70"/>
                    <a:pt x="13" y="70"/>
                  </a:cubicBezTo>
                  <a:cubicBezTo>
                    <a:pt x="14" y="72"/>
                    <a:pt x="15" y="74"/>
                    <a:pt x="16" y="76"/>
                  </a:cubicBezTo>
                  <a:cubicBezTo>
                    <a:pt x="9" y="83"/>
                    <a:pt x="9" y="83"/>
                    <a:pt x="9" y="83"/>
                  </a:cubicBezTo>
                  <a:cubicBezTo>
                    <a:pt x="9" y="83"/>
                    <a:pt x="9" y="84"/>
                    <a:pt x="9" y="84"/>
                  </a:cubicBezTo>
                  <a:cubicBezTo>
                    <a:pt x="13" y="90"/>
                    <a:pt x="13" y="90"/>
                    <a:pt x="13" y="90"/>
                  </a:cubicBezTo>
                  <a:cubicBezTo>
                    <a:pt x="13" y="90"/>
                    <a:pt x="14" y="90"/>
                    <a:pt x="14" y="90"/>
                  </a:cubicBezTo>
                  <a:cubicBezTo>
                    <a:pt x="23" y="86"/>
                    <a:pt x="23" y="86"/>
                    <a:pt x="23" y="86"/>
                  </a:cubicBezTo>
                  <a:cubicBezTo>
                    <a:pt x="24" y="87"/>
                    <a:pt x="26" y="89"/>
                    <a:pt x="28" y="90"/>
                  </a:cubicBezTo>
                  <a:cubicBezTo>
                    <a:pt x="25" y="99"/>
                    <a:pt x="25" y="99"/>
                    <a:pt x="25" y="99"/>
                  </a:cubicBezTo>
                  <a:cubicBezTo>
                    <a:pt x="25" y="100"/>
                    <a:pt x="25" y="100"/>
                    <a:pt x="25" y="100"/>
                  </a:cubicBezTo>
                  <a:cubicBezTo>
                    <a:pt x="31" y="104"/>
                    <a:pt x="31" y="104"/>
                    <a:pt x="31" y="104"/>
                  </a:cubicBezTo>
                  <a:cubicBezTo>
                    <a:pt x="31" y="104"/>
                    <a:pt x="32" y="104"/>
                    <a:pt x="32" y="103"/>
                  </a:cubicBezTo>
                  <a:cubicBezTo>
                    <a:pt x="38" y="96"/>
                    <a:pt x="38" y="96"/>
                    <a:pt x="38" y="96"/>
                  </a:cubicBezTo>
                  <a:cubicBezTo>
                    <a:pt x="40" y="97"/>
                    <a:pt x="42" y="97"/>
                    <a:pt x="44" y="98"/>
                  </a:cubicBezTo>
                  <a:cubicBezTo>
                    <a:pt x="46" y="107"/>
                    <a:pt x="46" y="107"/>
                    <a:pt x="46" y="107"/>
                  </a:cubicBezTo>
                  <a:cubicBezTo>
                    <a:pt x="45" y="108"/>
                    <a:pt x="46" y="108"/>
                    <a:pt x="46" y="108"/>
                  </a:cubicBezTo>
                  <a:cubicBezTo>
                    <a:pt x="53" y="109"/>
                    <a:pt x="53" y="109"/>
                    <a:pt x="53" y="109"/>
                  </a:cubicBezTo>
                  <a:cubicBezTo>
                    <a:pt x="53" y="109"/>
                    <a:pt x="54" y="109"/>
                    <a:pt x="54" y="108"/>
                  </a:cubicBezTo>
                  <a:cubicBezTo>
                    <a:pt x="57" y="99"/>
                    <a:pt x="57" y="99"/>
                    <a:pt x="57" y="99"/>
                  </a:cubicBezTo>
                  <a:cubicBezTo>
                    <a:pt x="59" y="99"/>
                    <a:pt x="61" y="99"/>
                    <a:pt x="63" y="98"/>
                  </a:cubicBezTo>
                  <a:cubicBezTo>
                    <a:pt x="68" y="107"/>
                    <a:pt x="68" y="107"/>
                    <a:pt x="68" y="107"/>
                  </a:cubicBezTo>
                  <a:cubicBezTo>
                    <a:pt x="68" y="107"/>
                    <a:pt x="68" y="107"/>
                    <a:pt x="69" y="107"/>
                  </a:cubicBezTo>
                  <a:cubicBezTo>
                    <a:pt x="75" y="105"/>
                    <a:pt x="75" y="105"/>
                    <a:pt x="75" y="105"/>
                  </a:cubicBezTo>
                  <a:cubicBezTo>
                    <a:pt x="76" y="105"/>
                    <a:pt x="76" y="104"/>
                    <a:pt x="76" y="104"/>
                  </a:cubicBezTo>
                  <a:cubicBezTo>
                    <a:pt x="75" y="94"/>
                    <a:pt x="75" y="94"/>
                    <a:pt x="75" y="94"/>
                  </a:cubicBezTo>
                  <a:cubicBezTo>
                    <a:pt x="77" y="94"/>
                    <a:pt x="78" y="92"/>
                    <a:pt x="80" y="91"/>
                  </a:cubicBezTo>
                  <a:cubicBezTo>
                    <a:pt x="88" y="97"/>
                    <a:pt x="88" y="97"/>
                    <a:pt x="88" y="97"/>
                  </a:cubicBezTo>
                  <a:cubicBezTo>
                    <a:pt x="88" y="97"/>
                    <a:pt x="89" y="97"/>
                    <a:pt x="89" y="97"/>
                  </a:cubicBezTo>
                  <a:cubicBezTo>
                    <a:pt x="94" y="92"/>
                    <a:pt x="94" y="92"/>
                    <a:pt x="94" y="92"/>
                  </a:cubicBezTo>
                  <a:cubicBezTo>
                    <a:pt x="94" y="92"/>
                    <a:pt x="94" y="91"/>
                    <a:pt x="94" y="91"/>
                  </a:cubicBezTo>
                  <a:cubicBezTo>
                    <a:pt x="89" y="83"/>
                    <a:pt x="89" y="83"/>
                    <a:pt x="89" y="83"/>
                  </a:cubicBezTo>
                  <a:cubicBezTo>
                    <a:pt x="91" y="81"/>
                    <a:pt x="92" y="79"/>
                    <a:pt x="93" y="78"/>
                  </a:cubicBezTo>
                  <a:cubicBezTo>
                    <a:pt x="102" y="79"/>
                    <a:pt x="102" y="79"/>
                    <a:pt x="102" y="79"/>
                  </a:cubicBezTo>
                  <a:cubicBezTo>
                    <a:pt x="103" y="80"/>
                    <a:pt x="103" y="79"/>
                    <a:pt x="103" y="79"/>
                  </a:cubicBezTo>
                  <a:close/>
                  <a:moveTo>
                    <a:pt x="85" y="46"/>
                  </a:moveTo>
                  <a:cubicBezTo>
                    <a:pt x="87" y="54"/>
                    <a:pt x="86" y="63"/>
                    <a:pt x="82" y="70"/>
                  </a:cubicBezTo>
                  <a:cubicBezTo>
                    <a:pt x="78" y="78"/>
                    <a:pt x="71" y="83"/>
                    <a:pt x="63" y="85"/>
                  </a:cubicBezTo>
                  <a:cubicBezTo>
                    <a:pt x="55" y="87"/>
                    <a:pt x="47" y="86"/>
                    <a:pt x="39" y="82"/>
                  </a:cubicBezTo>
                  <a:cubicBezTo>
                    <a:pt x="32" y="78"/>
                    <a:pt x="27" y="71"/>
                    <a:pt x="24" y="63"/>
                  </a:cubicBezTo>
                  <a:cubicBezTo>
                    <a:pt x="22" y="55"/>
                    <a:pt x="23" y="47"/>
                    <a:pt x="27" y="39"/>
                  </a:cubicBezTo>
                  <a:cubicBezTo>
                    <a:pt x="32" y="31"/>
                    <a:pt x="39" y="26"/>
                    <a:pt x="47" y="24"/>
                  </a:cubicBezTo>
                  <a:cubicBezTo>
                    <a:pt x="54" y="22"/>
                    <a:pt x="63" y="23"/>
                    <a:pt x="70" y="27"/>
                  </a:cubicBezTo>
                  <a:cubicBezTo>
                    <a:pt x="78" y="32"/>
                    <a:pt x="83" y="38"/>
                    <a:pt x="85" y="46"/>
                  </a:cubicBezTo>
                  <a:close/>
                </a:path>
              </a:pathLst>
            </a:custGeom>
            <a:solidFill>
              <a:srgbClr val="FF8900"/>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09" name="Freeform 111"/>
            <p:cNvSpPr>
              <a:spLocks noEditPoints="1"/>
            </p:cNvSpPr>
            <p:nvPr/>
          </p:nvSpPr>
          <p:spPr bwMode="auto">
            <a:xfrm>
              <a:off x="2282825" y="3932238"/>
              <a:ext cx="168275" cy="168275"/>
            </a:xfrm>
            <a:custGeom>
              <a:avLst/>
              <a:gdLst>
                <a:gd name="T0" fmla="*/ 75 w 77"/>
                <a:gd name="T1" fmla="*/ 49 h 76"/>
                <a:gd name="T2" fmla="*/ 69 w 77"/>
                <a:gd name="T3" fmla="*/ 45 h 76"/>
                <a:gd name="T4" fmla="*/ 76 w 77"/>
                <a:gd name="T5" fmla="*/ 39 h 76"/>
                <a:gd name="T6" fmla="*/ 76 w 77"/>
                <a:gd name="T7" fmla="*/ 33 h 76"/>
                <a:gd name="T8" fmla="*/ 69 w 77"/>
                <a:gd name="T9" fmla="*/ 32 h 76"/>
                <a:gd name="T10" fmla="*/ 68 w 77"/>
                <a:gd name="T11" fmla="*/ 28 h 76"/>
                <a:gd name="T12" fmla="*/ 73 w 77"/>
                <a:gd name="T13" fmla="*/ 23 h 76"/>
                <a:gd name="T14" fmla="*/ 70 w 77"/>
                <a:gd name="T15" fmla="*/ 18 h 76"/>
                <a:gd name="T16" fmla="*/ 61 w 77"/>
                <a:gd name="T17" fmla="*/ 17 h 76"/>
                <a:gd name="T18" fmla="*/ 64 w 77"/>
                <a:gd name="T19" fmla="*/ 10 h 76"/>
                <a:gd name="T20" fmla="*/ 59 w 77"/>
                <a:gd name="T21" fmla="*/ 7 h 76"/>
                <a:gd name="T22" fmla="*/ 53 w 77"/>
                <a:gd name="T23" fmla="*/ 10 h 76"/>
                <a:gd name="T24" fmla="*/ 50 w 77"/>
                <a:gd name="T25" fmla="*/ 9 h 76"/>
                <a:gd name="T26" fmla="*/ 50 w 77"/>
                <a:gd name="T27" fmla="*/ 2 h 76"/>
                <a:gd name="T28" fmla="*/ 45 w 77"/>
                <a:gd name="T29" fmla="*/ 1 h 76"/>
                <a:gd name="T30" fmla="*/ 38 w 77"/>
                <a:gd name="T31" fmla="*/ 7 h 76"/>
                <a:gd name="T32" fmla="*/ 34 w 77"/>
                <a:gd name="T33" fmla="*/ 0 h 76"/>
                <a:gd name="T34" fmla="*/ 29 w 77"/>
                <a:gd name="T35" fmla="*/ 1 h 76"/>
                <a:gd name="T36" fmla="*/ 29 w 77"/>
                <a:gd name="T37" fmla="*/ 8 h 76"/>
                <a:gd name="T38" fmla="*/ 20 w 77"/>
                <a:gd name="T39" fmla="*/ 5 h 76"/>
                <a:gd name="T40" fmla="*/ 15 w 77"/>
                <a:gd name="T41" fmla="*/ 8 h 76"/>
                <a:gd name="T42" fmla="*/ 18 w 77"/>
                <a:gd name="T43" fmla="*/ 15 h 76"/>
                <a:gd name="T44" fmla="*/ 8 w 77"/>
                <a:gd name="T45" fmla="*/ 15 h 76"/>
                <a:gd name="T46" fmla="*/ 5 w 77"/>
                <a:gd name="T47" fmla="*/ 20 h 76"/>
                <a:gd name="T48" fmla="*/ 10 w 77"/>
                <a:gd name="T49" fmla="*/ 25 h 76"/>
                <a:gd name="T50" fmla="*/ 2 w 77"/>
                <a:gd name="T51" fmla="*/ 30 h 76"/>
                <a:gd name="T52" fmla="*/ 0 w 77"/>
                <a:gd name="T53" fmla="*/ 35 h 76"/>
                <a:gd name="T54" fmla="*/ 7 w 77"/>
                <a:gd name="T55" fmla="*/ 38 h 76"/>
                <a:gd name="T56" fmla="*/ 1 w 77"/>
                <a:gd name="T57" fmla="*/ 45 h 76"/>
                <a:gd name="T58" fmla="*/ 2 w 77"/>
                <a:gd name="T59" fmla="*/ 51 h 76"/>
                <a:gd name="T60" fmla="*/ 10 w 77"/>
                <a:gd name="T61" fmla="*/ 51 h 76"/>
                <a:gd name="T62" fmla="*/ 7 w 77"/>
                <a:gd name="T63" fmla="*/ 60 h 76"/>
                <a:gd name="T64" fmla="*/ 10 w 77"/>
                <a:gd name="T65" fmla="*/ 64 h 76"/>
                <a:gd name="T66" fmla="*/ 17 w 77"/>
                <a:gd name="T67" fmla="*/ 61 h 76"/>
                <a:gd name="T68" fmla="*/ 19 w 77"/>
                <a:gd name="T69" fmla="*/ 71 h 76"/>
                <a:gd name="T70" fmla="*/ 23 w 77"/>
                <a:gd name="T71" fmla="*/ 73 h 76"/>
                <a:gd name="T72" fmla="*/ 28 w 77"/>
                <a:gd name="T73" fmla="*/ 68 h 76"/>
                <a:gd name="T74" fmla="*/ 34 w 77"/>
                <a:gd name="T75" fmla="*/ 76 h 76"/>
                <a:gd name="T76" fmla="*/ 39 w 77"/>
                <a:gd name="T77" fmla="*/ 76 h 76"/>
                <a:gd name="T78" fmla="*/ 41 w 77"/>
                <a:gd name="T79" fmla="*/ 69 h 76"/>
                <a:gd name="T80" fmla="*/ 49 w 77"/>
                <a:gd name="T81" fmla="*/ 74 h 76"/>
                <a:gd name="T82" fmla="*/ 55 w 77"/>
                <a:gd name="T83" fmla="*/ 73 h 76"/>
                <a:gd name="T84" fmla="*/ 54 w 77"/>
                <a:gd name="T85" fmla="*/ 65 h 76"/>
                <a:gd name="T86" fmla="*/ 63 w 77"/>
                <a:gd name="T87" fmla="*/ 67 h 76"/>
                <a:gd name="T88" fmla="*/ 67 w 77"/>
                <a:gd name="T89" fmla="*/ 63 h 76"/>
                <a:gd name="T90" fmla="*/ 64 w 77"/>
                <a:gd name="T91" fmla="*/ 57 h 76"/>
                <a:gd name="T92" fmla="*/ 73 w 77"/>
                <a:gd name="T93" fmla="*/ 54 h 76"/>
                <a:gd name="T94" fmla="*/ 59 w 77"/>
                <a:gd name="T95" fmla="*/ 31 h 76"/>
                <a:gd name="T96" fmla="*/ 45 w 77"/>
                <a:gd name="T97" fmla="*/ 59 h 76"/>
                <a:gd name="T98" fmla="*/ 17 w 77"/>
                <a:gd name="T99" fmla="*/ 45 h 76"/>
                <a:gd name="T100" fmla="*/ 32 w 77"/>
                <a:gd name="T101" fmla="*/ 17 h 76"/>
                <a:gd name="T102" fmla="*/ 59 w 77"/>
                <a:gd name="T103" fmla="*/ 3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7" h="76">
                  <a:moveTo>
                    <a:pt x="73" y="54"/>
                  </a:moveTo>
                  <a:cubicBezTo>
                    <a:pt x="75" y="49"/>
                    <a:pt x="75" y="49"/>
                    <a:pt x="75" y="49"/>
                  </a:cubicBezTo>
                  <a:cubicBezTo>
                    <a:pt x="75" y="49"/>
                    <a:pt x="75" y="49"/>
                    <a:pt x="75" y="49"/>
                  </a:cubicBezTo>
                  <a:cubicBezTo>
                    <a:pt x="69" y="45"/>
                    <a:pt x="69" y="45"/>
                    <a:pt x="69" y="45"/>
                  </a:cubicBezTo>
                  <a:cubicBezTo>
                    <a:pt x="69" y="44"/>
                    <a:pt x="70" y="42"/>
                    <a:pt x="70" y="41"/>
                  </a:cubicBezTo>
                  <a:cubicBezTo>
                    <a:pt x="76" y="39"/>
                    <a:pt x="76" y="39"/>
                    <a:pt x="76" y="39"/>
                  </a:cubicBezTo>
                  <a:cubicBezTo>
                    <a:pt x="76" y="39"/>
                    <a:pt x="77" y="38"/>
                    <a:pt x="77" y="38"/>
                  </a:cubicBezTo>
                  <a:cubicBezTo>
                    <a:pt x="76" y="33"/>
                    <a:pt x="76" y="33"/>
                    <a:pt x="76" y="33"/>
                  </a:cubicBezTo>
                  <a:cubicBezTo>
                    <a:pt x="76" y="33"/>
                    <a:pt x="76" y="33"/>
                    <a:pt x="76" y="33"/>
                  </a:cubicBezTo>
                  <a:cubicBezTo>
                    <a:pt x="69" y="32"/>
                    <a:pt x="69" y="32"/>
                    <a:pt x="69" y="32"/>
                  </a:cubicBezTo>
                  <a:cubicBezTo>
                    <a:pt x="69" y="31"/>
                    <a:pt x="69" y="30"/>
                    <a:pt x="68" y="28"/>
                  </a:cubicBezTo>
                  <a:cubicBezTo>
                    <a:pt x="68" y="28"/>
                    <a:pt x="68" y="28"/>
                    <a:pt x="68" y="28"/>
                  </a:cubicBezTo>
                  <a:cubicBezTo>
                    <a:pt x="73" y="23"/>
                    <a:pt x="73" y="23"/>
                    <a:pt x="73" y="23"/>
                  </a:cubicBezTo>
                  <a:cubicBezTo>
                    <a:pt x="73" y="23"/>
                    <a:pt x="73" y="23"/>
                    <a:pt x="73" y="23"/>
                  </a:cubicBezTo>
                  <a:cubicBezTo>
                    <a:pt x="71" y="18"/>
                    <a:pt x="71" y="18"/>
                    <a:pt x="71" y="18"/>
                  </a:cubicBezTo>
                  <a:cubicBezTo>
                    <a:pt x="71" y="18"/>
                    <a:pt x="71" y="18"/>
                    <a:pt x="70" y="18"/>
                  </a:cubicBezTo>
                  <a:cubicBezTo>
                    <a:pt x="64" y="20"/>
                    <a:pt x="64" y="20"/>
                    <a:pt x="64" y="20"/>
                  </a:cubicBezTo>
                  <a:cubicBezTo>
                    <a:pt x="63" y="19"/>
                    <a:pt x="62" y="18"/>
                    <a:pt x="61" y="17"/>
                  </a:cubicBezTo>
                  <a:cubicBezTo>
                    <a:pt x="64" y="10"/>
                    <a:pt x="64" y="10"/>
                    <a:pt x="64" y="10"/>
                  </a:cubicBezTo>
                  <a:cubicBezTo>
                    <a:pt x="64" y="10"/>
                    <a:pt x="64" y="10"/>
                    <a:pt x="64" y="10"/>
                  </a:cubicBezTo>
                  <a:cubicBezTo>
                    <a:pt x="60" y="7"/>
                    <a:pt x="60" y="7"/>
                    <a:pt x="60" y="7"/>
                  </a:cubicBezTo>
                  <a:cubicBezTo>
                    <a:pt x="60" y="7"/>
                    <a:pt x="60" y="7"/>
                    <a:pt x="59" y="7"/>
                  </a:cubicBezTo>
                  <a:cubicBezTo>
                    <a:pt x="54" y="11"/>
                    <a:pt x="54" y="11"/>
                    <a:pt x="54" y="11"/>
                  </a:cubicBezTo>
                  <a:cubicBezTo>
                    <a:pt x="54" y="11"/>
                    <a:pt x="53" y="11"/>
                    <a:pt x="53" y="10"/>
                  </a:cubicBezTo>
                  <a:cubicBezTo>
                    <a:pt x="53" y="10"/>
                    <a:pt x="53" y="10"/>
                    <a:pt x="53" y="10"/>
                  </a:cubicBezTo>
                  <a:cubicBezTo>
                    <a:pt x="52" y="10"/>
                    <a:pt x="51" y="10"/>
                    <a:pt x="50" y="9"/>
                  </a:cubicBezTo>
                  <a:cubicBezTo>
                    <a:pt x="51" y="2"/>
                    <a:pt x="51" y="2"/>
                    <a:pt x="51" y="2"/>
                  </a:cubicBezTo>
                  <a:cubicBezTo>
                    <a:pt x="51" y="2"/>
                    <a:pt x="50" y="2"/>
                    <a:pt x="50" y="2"/>
                  </a:cubicBezTo>
                  <a:cubicBezTo>
                    <a:pt x="46" y="1"/>
                    <a:pt x="46" y="1"/>
                    <a:pt x="46" y="1"/>
                  </a:cubicBezTo>
                  <a:cubicBezTo>
                    <a:pt x="45" y="0"/>
                    <a:pt x="45" y="1"/>
                    <a:pt x="45" y="1"/>
                  </a:cubicBezTo>
                  <a:cubicBezTo>
                    <a:pt x="42" y="7"/>
                    <a:pt x="42" y="7"/>
                    <a:pt x="42" y="7"/>
                  </a:cubicBezTo>
                  <a:cubicBezTo>
                    <a:pt x="40" y="7"/>
                    <a:pt x="39" y="7"/>
                    <a:pt x="38" y="7"/>
                  </a:cubicBezTo>
                  <a:cubicBezTo>
                    <a:pt x="35" y="1"/>
                    <a:pt x="35" y="1"/>
                    <a:pt x="35" y="1"/>
                  </a:cubicBezTo>
                  <a:cubicBezTo>
                    <a:pt x="35" y="0"/>
                    <a:pt x="35" y="0"/>
                    <a:pt x="34" y="0"/>
                  </a:cubicBezTo>
                  <a:cubicBezTo>
                    <a:pt x="30" y="1"/>
                    <a:pt x="30" y="1"/>
                    <a:pt x="30" y="1"/>
                  </a:cubicBezTo>
                  <a:cubicBezTo>
                    <a:pt x="29" y="1"/>
                    <a:pt x="29" y="1"/>
                    <a:pt x="29" y="1"/>
                  </a:cubicBezTo>
                  <a:cubicBezTo>
                    <a:pt x="29" y="8"/>
                    <a:pt x="29" y="8"/>
                    <a:pt x="29" y="8"/>
                  </a:cubicBezTo>
                  <a:cubicBezTo>
                    <a:pt x="29" y="8"/>
                    <a:pt x="29" y="8"/>
                    <a:pt x="29" y="8"/>
                  </a:cubicBezTo>
                  <a:cubicBezTo>
                    <a:pt x="27" y="9"/>
                    <a:pt x="26" y="9"/>
                    <a:pt x="25" y="10"/>
                  </a:cubicBezTo>
                  <a:cubicBezTo>
                    <a:pt x="20" y="5"/>
                    <a:pt x="20" y="5"/>
                    <a:pt x="20" y="5"/>
                  </a:cubicBezTo>
                  <a:cubicBezTo>
                    <a:pt x="20" y="5"/>
                    <a:pt x="19" y="5"/>
                    <a:pt x="19" y="5"/>
                  </a:cubicBezTo>
                  <a:cubicBezTo>
                    <a:pt x="15" y="8"/>
                    <a:pt x="15" y="8"/>
                    <a:pt x="15" y="8"/>
                  </a:cubicBezTo>
                  <a:cubicBezTo>
                    <a:pt x="15" y="8"/>
                    <a:pt x="15" y="8"/>
                    <a:pt x="15" y="8"/>
                  </a:cubicBezTo>
                  <a:cubicBezTo>
                    <a:pt x="18" y="15"/>
                    <a:pt x="18" y="15"/>
                    <a:pt x="18" y="15"/>
                  </a:cubicBezTo>
                  <a:cubicBezTo>
                    <a:pt x="17" y="16"/>
                    <a:pt x="16" y="17"/>
                    <a:pt x="15" y="18"/>
                  </a:cubicBezTo>
                  <a:cubicBezTo>
                    <a:pt x="8" y="15"/>
                    <a:pt x="8" y="15"/>
                    <a:pt x="8" y="15"/>
                  </a:cubicBezTo>
                  <a:cubicBezTo>
                    <a:pt x="8" y="15"/>
                    <a:pt x="8" y="15"/>
                    <a:pt x="7" y="16"/>
                  </a:cubicBezTo>
                  <a:cubicBezTo>
                    <a:pt x="5" y="20"/>
                    <a:pt x="5" y="20"/>
                    <a:pt x="5" y="20"/>
                  </a:cubicBezTo>
                  <a:cubicBezTo>
                    <a:pt x="5" y="20"/>
                    <a:pt x="5" y="20"/>
                    <a:pt x="5" y="20"/>
                  </a:cubicBezTo>
                  <a:cubicBezTo>
                    <a:pt x="10" y="25"/>
                    <a:pt x="10" y="25"/>
                    <a:pt x="10" y="25"/>
                  </a:cubicBezTo>
                  <a:cubicBezTo>
                    <a:pt x="9" y="27"/>
                    <a:pt x="9" y="28"/>
                    <a:pt x="9" y="29"/>
                  </a:cubicBezTo>
                  <a:cubicBezTo>
                    <a:pt x="2" y="30"/>
                    <a:pt x="2" y="30"/>
                    <a:pt x="2" y="30"/>
                  </a:cubicBezTo>
                  <a:cubicBezTo>
                    <a:pt x="1" y="30"/>
                    <a:pt x="1" y="30"/>
                    <a:pt x="1" y="30"/>
                  </a:cubicBezTo>
                  <a:cubicBezTo>
                    <a:pt x="0" y="35"/>
                    <a:pt x="0" y="35"/>
                    <a:pt x="0" y="35"/>
                  </a:cubicBezTo>
                  <a:cubicBezTo>
                    <a:pt x="0" y="35"/>
                    <a:pt x="0" y="35"/>
                    <a:pt x="1" y="35"/>
                  </a:cubicBezTo>
                  <a:cubicBezTo>
                    <a:pt x="7" y="38"/>
                    <a:pt x="7" y="38"/>
                    <a:pt x="7" y="38"/>
                  </a:cubicBezTo>
                  <a:cubicBezTo>
                    <a:pt x="7" y="39"/>
                    <a:pt x="7" y="41"/>
                    <a:pt x="7" y="42"/>
                  </a:cubicBezTo>
                  <a:cubicBezTo>
                    <a:pt x="1" y="45"/>
                    <a:pt x="1" y="45"/>
                    <a:pt x="1" y="45"/>
                  </a:cubicBezTo>
                  <a:cubicBezTo>
                    <a:pt x="1" y="45"/>
                    <a:pt x="1" y="46"/>
                    <a:pt x="1" y="46"/>
                  </a:cubicBezTo>
                  <a:cubicBezTo>
                    <a:pt x="2" y="51"/>
                    <a:pt x="2" y="51"/>
                    <a:pt x="2" y="51"/>
                  </a:cubicBezTo>
                  <a:cubicBezTo>
                    <a:pt x="2" y="51"/>
                    <a:pt x="2" y="51"/>
                    <a:pt x="3" y="51"/>
                  </a:cubicBezTo>
                  <a:cubicBezTo>
                    <a:pt x="10" y="51"/>
                    <a:pt x="10" y="51"/>
                    <a:pt x="10" y="51"/>
                  </a:cubicBezTo>
                  <a:cubicBezTo>
                    <a:pt x="10" y="52"/>
                    <a:pt x="11" y="53"/>
                    <a:pt x="12" y="54"/>
                  </a:cubicBezTo>
                  <a:cubicBezTo>
                    <a:pt x="7" y="60"/>
                    <a:pt x="7" y="60"/>
                    <a:pt x="7" y="60"/>
                  </a:cubicBezTo>
                  <a:cubicBezTo>
                    <a:pt x="7" y="60"/>
                    <a:pt x="7" y="60"/>
                    <a:pt x="7" y="61"/>
                  </a:cubicBezTo>
                  <a:cubicBezTo>
                    <a:pt x="10" y="64"/>
                    <a:pt x="10" y="64"/>
                    <a:pt x="10" y="64"/>
                  </a:cubicBezTo>
                  <a:cubicBezTo>
                    <a:pt x="11" y="65"/>
                    <a:pt x="11" y="65"/>
                    <a:pt x="11" y="64"/>
                  </a:cubicBezTo>
                  <a:cubicBezTo>
                    <a:pt x="17" y="61"/>
                    <a:pt x="17" y="61"/>
                    <a:pt x="17" y="61"/>
                  </a:cubicBezTo>
                  <a:cubicBezTo>
                    <a:pt x="18" y="62"/>
                    <a:pt x="19" y="63"/>
                    <a:pt x="21" y="64"/>
                  </a:cubicBezTo>
                  <a:cubicBezTo>
                    <a:pt x="19" y="71"/>
                    <a:pt x="19" y="71"/>
                    <a:pt x="19" y="71"/>
                  </a:cubicBezTo>
                  <a:cubicBezTo>
                    <a:pt x="19" y="71"/>
                    <a:pt x="19" y="71"/>
                    <a:pt x="19" y="71"/>
                  </a:cubicBezTo>
                  <a:cubicBezTo>
                    <a:pt x="23" y="73"/>
                    <a:pt x="23" y="73"/>
                    <a:pt x="23" y="73"/>
                  </a:cubicBezTo>
                  <a:cubicBezTo>
                    <a:pt x="24" y="74"/>
                    <a:pt x="24" y="73"/>
                    <a:pt x="24" y="73"/>
                  </a:cubicBezTo>
                  <a:cubicBezTo>
                    <a:pt x="28" y="68"/>
                    <a:pt x="28" y="68"/>
                    <a:pt x="28" y="68"/>
                  </a:cubicBezTo>
                  <a:cubicBezTo>
                    <a:pt x="30" y="68"/>
                    <a:pt x="31" y="69"/>
                    <a:pt x="33" y="69"/>
                  </a:cubicBezTo>
                  <a:cubicBezTo>
                    <a:pt x="34" y="76"/>
                    <a:pt x="34" y="76"/>
                    <a:pt x="34" y="76"/>
                  </a:cubicBezTo>
                  <a:cubicBezTo>
                    <a:pt x="34" y="76"/>
                    <a:pt x="34" y="76"/>
                    <a:pt x="34" y="76"/>
                  </a:cubicBezTo>
                  <a:cubicBezTo>
                    <a:pt x="39" y="76"/>
                    <a:pt x="39" y="76"/>
                    <a:pt x="39" y="76"/>
                  </a:cubicBezTo>
                  <a:cubicBezTo>
                    <a:pt x="39" y="76"/>
                    <a:pt x="40" y="76"/>
                    <a:pt x="40" y="76"/>
                  </a:cubicBezTo>
                  <a:cubicBezTo>
                    <a:pt x="41" y="69"/>
                    <a:pt x="41" y="69"/>
                    <a:pt x="41" y="69"/>
                  </a:cubicBezTo>
                  <a:cubicBezTo>
                    <a:pt x="43" y="69"/>
                    <a:pt x="44" y="69"/>
                    <a:pt x="46" y="69"/>
                  </a:cubicBezTo>
                  <a:cubicBezTo>
                    <a:pt x="49" y="74"/>
                    <a:pt x="49" y="74"/>
                    <a:pt x="49" y="74"/>
                  </a:cubicBezTo>
                  <a:cubicBezTo>
                    <a:pt x="49" y="74"/>
                    <a:pt x="50" y="75"/>
                    <a:pt x="50" y="74"/>
                  </a:cubicBezTo>
                  <a:cubicBezTo>
                    <a:pt x="55" y="73"/>
                    <a:pt x="55" y="73"/>
                    <a:pt x="55" y="73"/>
                  </a:cubicBezTo>
                  <a:cubicBezTo>
                    <a:pt x="55" y="73"/>
                    <a:pt x="55" y="72"/>
                    <a:pt x="55" y="72"/>
                  </a:cubicBezTo>
                  <a:cubicBezTo>
                    <a:pt x="54" y="65"/>
                    <a:pt x="54" y="65"/>
                    <a:pt x="54" y="65"/>
                  </a:cubicBezTo>
                  <a:cubicBezTo>
                    <a:pt x="55" y="65"/>
                    <a:pt x="56" y="64"/>
                    <a:pt x="57" y="63"/>
                  </a:cubicBezTo>
                  <a:cubicBezTo>
                    <a:pt x="63" y="67"/>
                    <a:pt x="63" y="67"/>
                    <a:pt x="63" y="67"/>
                  </a:cubicBezTo>
                  <a:cubicBezTo>
                    <a:pt x="63" y="67"/>
                    <a:pt x="64" y="67"/>
                    <a:pt x="64" y="67"/>
                  </a:cubicBezTo>
                  <a:cubicBezTo>
                    <a:pt x="67" y="63"/>
                    <a:pt x="67" y="63"/>
                    <a:pt x="67" y="63"/>
                  </a:cubicBezTo>
                  <a:cubicBezTo>
                    <a:pt x="67" y="63"/>
                    <a:pt x="67" y="63"/>
                    <a:pt x="67" y="62"/>
                  </a:cubicBezTo>
                  <a:cubicBezTo>
                    <a:pt x="64" y="57"/>
                    <a:pt x="64" y="57"/>
                    <a:pt x="64" y="57"/>
                  </a:cubicBezTo>
                  <a:cubicBezTo>
                    <a:pt x="64" y="56"/>
                    <a:pt x="65" y="54"/>
                    <a:pt x="66" y="53"/>
                  </a:cubicBezTo>
                  <a:cubicBezTo>
                    <a:pt x="73" y="54"/>
                    <a:pt x="73" y="54"/>
                    <a:pt x="73" y="54"/>
                  </a:cubicBezTo>
                  <a:cubicBezTo>
                    <a:pt x="73" y="54"/>
                    <a:pt x="73" y="54"/>
                    <a:pt x="73" y="54"/>
                  </a:cubicBezTo>
                  <a:close/>
                  <a:moveTo>
                    <a:pt x="59" y="31"/>
                  </a:moveTo>
                  <a:cubicBezTo>
                    <a:pt x="61" y="37"/>
                    <a:pt x="61" y="43"/>
                    <a:pt x="58" y="48"/>
                  </a:cubicBezTo>
                  <a:cubicBezTo>
                    <a:pt x="55" y="54"/>
                    <a:pt x="51" y="57"/>
                    <a:pt x="45" y="59"/>
                  </a:cubicBezTo>
                  <a:cubicBezTo>
                    <a:pt x="40" y="61"/>
                    <a:pt x="34" y="61"/>
                    <a:pt x="28" y="58"/>
                  </a:cubicBezTo>
                  <a:cubicBezTo>
                    <a:pt x="23" y="55"/>
                    <a:pt x="19" y="50"/>
                    <a:pt x="17" y="45"/>
                  </a:cubicBezTo>
                  <a:cubicBezTo>
                    <a:pt x="16" y="40"/>
                    <a:pt x="16" y="34"/>
                    <a:pt x="19" y="28"/>
                  </a:cubicBezTo>
                  <a:cubicBezTo>
                    <a:pt x="22" y="23"/>
                    <a:pt x="26" y="19"/>
                    <a:pt x="32" y="17"/>
                  </a:cubicBezTo>
                  <a:cubicBezTo>
                    <a:pt x="37" y="15"/>
                    <a:pt x="43" y="16"/>
                    <a:pt x="48" y="19"/>
                  </a:cubicBezTo>
                  <a:cubicBezTo>
                    <a:pt x="54" y="21"/>
                    <a:pt x="58" y="26"/>
                    <a:pt x="59" y="31"/>
                  </a:cubicBezTo>
                  <a:close/>
                </a:path>
              </a:pathLst>
            </a:custGeom>
            <a:solidFill>
              <a:srgbClr val="FF8900"/>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110" name="组合 42"/>
          <p:cNvGrpSpPr/>
          <p:nvPr/>
        </p:nvGrpSpPr>
        <p:grpSpPr>
          <a:xfrm>
            <a:off x="6178518" y="2148769"/>
            <a:ext cx="433514" cy="532820"/>
            <a:chOff x="2943225" y="1374775"/>
            <a:chExt cx="360363" cy="442913"/>
          </a:xfrm>
        </p:grpSpPr>
        <p:sp>
          <p:nvSpPr>
            <p:cNvPr id="111" name="Freeform 112"/>
            <p:cNvSpPr>
              <a:spLocks noEditPoints="1"/>
            </p:cNvSpPr>
            <p:nvPr/>
          </p:nvSpPr>
          <p:spPr bwMode="auto">
            <a:xfrm>
              <a:off x="2943225" y="1544638"/>
              <a:ext cx="85725" cy="273050"/>
            </a:xfrm>
            <a:custGeom>
              <a:avLst/>
              <a:gdLst>
                <a:gd name="T0" fmla="*/ 3 w 39"/>
                <a:gd name="T1" fmla="*/ 0 h 124"/>
                <a:gd name="T2" fmla="*/ 0 w 39"/>
                <a:gd name="T3" fmla="*/ 121 h 124"/>
                <a:gd name="T4" fmla="*/ 4 w 39"/>
                <a:gd name="T5" fmla="*/ 124 h 124"/>
                <a:gd name="T6" fmla="*/ 13 w 39"/>
                <a:gd name="T7" fmla="*/ 107 h 124"/>
                <a:gd name="T8" fmla="*/ 36 w 39"/>
                <a:gd name="T9" fmla="*/ 124 h 124"/>
                <a:gd name="T10" fmla="*/ 39 w 39"/>
                <a:gd name="T11" fmla="*/ 3 h 124"/>
                <a:gd name="T12" fmla="*/ 18 w 39"/>
                <a:gd name="T13" fmla="*/ 98 h 124"/>
                <a:gd name="T14" fmla="*/ 5 w 39"/>
                <a:gd name="T15" fmla="*/ 90 h 124"/>
                <a:gd name="T16" fmla="*/ 18 w 39"/>
                <a:gd name="T17" fmla="*/ 98 h 124"/>
                <a:gd name="T18" fmla="*/ 5 w 39"/>
                <a:gd name="T19" fmla="*/ 84 h 124"/>
                <a:gd name="T20" fmla="*/ 18 w 39"/>
                <a:gd name="T21" fmla="*/ 76 h 124"/>
                <a:gd name="T22" fmla="*/ 18 w 39"/>
                <a:gd name="T23" fmla="*/ 70 h 124"/>
                <a:gd name="T24" fmla="*/ 5 w 39"/>
                <a:gd name="T25" fmla="*/ 62 h 124"/>
                <a:gd name="T26" fmla="*/ 18 w 39"/>
                <a:gd name="T27" fmla="*/ 70 h 124"/>
                <a:gd name="T28" fmla="*/ 5 w 39"/>
                <a:gd name="T29" fmla="*/ 56 h 124"/>
                <a:gd name="T30" fmla="*/ 18 w 39"/>
                <a:gd name="T31" fmla="*/ 48 h 124"/>
                <a:gd name="T32" fmla="*/ 18 w 39"/>
                <a:gd name="T33" fmla="*/ 42 h 124"/>
                <a:gd name="T34" fmla="*/ 5 w 39"/>
                <a:gd name="T35" fmla="*/ 34 h 124"/>
                <a:gd name="T36" fmla="*/ 18 w 39"/>
                <a:gd name="T37" fmla="*/ 42 h 124"/>
                <a:gd name="T38" fmla="*/ 5 w 39"/>
                <a:gd name="T39" fmla="*/ 28 h 124"/>
                <a:gd name="T40" fmla="*/ 18 w 39"/>
                <a:gd name="T41" fmla="*/ 20 h 124"/>
                <a:gd name="T42" fmla="*/ 18 w 39"/>
                <a:gd name="T43" fmla="*/ 14 h 124"/>
                <a:gd name="T44" fmla="*/ 5 w 39"/>
                <a:gd name="T45" fmla="*/ 6 h 124"/>
                <a:gd name="T46" fmla="*/ 18 w 39"/>
                <a:gd name="T47" fmla="*/ 14 h 124"/>
                <a:gd name="T48" fmla="*/ 21 w 39"/>
                <a:gd name="T49" fmla="*/ 98 h 124"/>
                <a:gd name="T50" fmla="*/ 33 w 39"/>
                <a:gd name="T51" fmla="*/ 90 h 124"/>
                <a:gd name="T52" fmla="*/ 33 w 39"/>
                <a:gd name="T53" fmla="*/ 84 h 124"/>
                <a:gd name="T54" fmla="*/ 21 w 39"/>
                <a:gd name="T55" fmla="*/ 76 h 124"/>
                <a:gd name="T56" fmla="*/ 33 w 39"/>
                <a:gd name="T57" fmla="*/ 84 h 124"/>
                <a:gd name="T58" fmla="*/ 21 w 39"/>
                <a:gd name="T59" fmla="*/ 70 h 124"/>
                <a:gd name="T60" fmla="*/ 33 w 39"/>
                <a:gd name="T61" fmla="*/ 62 h 124"/>
                <a:gd name="T62" fmla="*/ 33 w 39"/>
                <a:gd name="T63" fmla="*/ 56 h 124"/>
                <a:gd name="T64" fmla="*/ 21 w 39"/>
                <a:gd name="T65" fmla="*/ 48 h 124"/>
                <a:gd name="T66" fmla="*/ 33 w 39"/>
                <a:gd name="T67" fmla="*/ 56 h 124"/>
                <a:gd name="T68" fmla="*/ 21 w 39"/>
                <a:gd name="T69" fmla="*/ 42 h 124"/>
                <a:gd name="T70" fmla="*/ 33 w 39"/>
                <a:gd name="T71" fmla="*/ 34 h 124"/>
                <a:gd name="T72" fmla="*/ 33 w 39"/>
                <a:gd name="T73" fmla="*/ 28 h 124"/>
                <a:gd name="T74" fmla="*/ 21 w 39"/>
                <a:gd name="T75" fmla="*/ 20 h 124"/>
                <a:gd name="T76" fmla="*/ 33 w 39"/>
                <a:gd name="T77" fmla="*/ 28 h 124"/>
                <a:gd name="T78" fmla="*/ 21 w 39"/>
                <a:gd name="T79" fmla="*/ 14 h 124"/>
                <a:gd name="T80" fmla="*/ 33 w 39"/>
                <a:gd name="T81" fmla="*/ 6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9" h="124">
                  <a:moveTo>
                    <a:pt x="36" y="0"/>
                  </a:moveTo>
                  <a:cubicBezTo>
                    <a:pt x="3" y="0"/>
                    <a:pt x="3" y="0"/>
                    <a:pt x="3" y="0"/>
                  </a:cubicBezTo>
                  <a:cubicBezTo>
                    <a:pt x="1" y="0"/>
                    <a:pt x="0" y="1"/>
                    <a:pt x="0" y="3"/>
                  </a:cubicBezTo>
                  <a:cubicBezTo>
                    <a:pt x="0" y="121"/>
                    <a:pt x="0" y="121"/>
                    <a:pt x="0" y="121"/>
                  </a:cubicBezTo>
                  <a:cubicBezTo>
                    <a:pt x="0" y="123"/>
                    <a:pt x="1" y="124"/>
                    <a:pt x="3" y="124"/>
                  </a:cubicBezTo>
                  <a:cubicBezTo>
                    <a:pt x="4" y="124"/>
                    <a:pt x="4" y="124"/>
                    <a:pt x="4" y="124"/>
                  </a:cubicBezTo>
                  <a:cubicBezTo>
                    <a:pt x="4" y="107"/>
                    <a:pt x="4" y="107"/>
                    <a:pt x="4" y="107"/>
                  </a:cubicBezTo>
                  <a:cubicBezTo>
                    <a:pt x="13" y="107"/>
                    <a:pt x="13" y="107"/>
                    <a:pt x="13" y="107"/>
                  </a:cubicBezTo>
                  <a:cubicBezTo>
                    <a:pt x="13" y="124"/>
                    <a:pt x="13" y="124"/>
                    <a:pt x="13" y="124"/>
                  </a:cubicBezTo>
                  <a:cubicBezTo>
                    <a:pt x="36" y="124"/>
                    <a:pt x="36" y="124"/>
                    <a:pt x="36" y="124"/>
                  </a:cubicBezTo>
                  <a:cubicBezTo>
                    <a:pt x="37" y="124"/>
                    <a:pt x="39" y="123"/>
                    <a:pt x="39" y="121"/>
                  </a:cubicBezTo>
                  <a:cubicBezTo>
                    <a:pt x="39" y="3"/>
                    <a:pt x="39" y="3"/>
                    <a:pt x="39" y="3"/>
                  </a:cubicBezTo>
                  <a:cubicBezTo>
                    <a:pt x="39" y="1"/>
                    <a:pt x="37" y="0"/>
                    <a:pt x="36" y="0"/>
                  </a:cubicBezTo>
                  <a:close/>
                  <a:moveTo>
                    <a:pt x="18" y="98"/>
                  </a:moveTo>
                  <a:cubicBezTo>
                    <a:pt x="5" y="98"/>
                    <a:pt x="5" y="98"/>
                    <a:pt x="5" y="98"/>
                  </a:cubicBezTo>
                  <a:cubicBezTo>
                    <a:pt x="5" y="90"/>
                    <a:pt x="5" y="90"/>
                    <a:pt x="5" y="90"/>
                  </a:cubicBezTo>
                  <a:cubicBezTo>
                    <a:pt x="18" y="90"/>
                    <a:pt x="18" y="90"/>
                    <a:pt x="18" y="90"/>
                  </a:cubicBezTo>
                  <a:lnTo>
                    <a:pt x="18" y="98"/>
                  </a:lnTo>
                  <a:close/>
                  <a:moveTo>
                    <a:pt x="18" y="84"/>
                  </a:moveTo>
                  <a:cubicBezTo>
                    <a:pt x="5" y="84"/>
                    <a:pt x="5" y="84"/>
                    <a:pt x="5" y="84"/>
                  </a:cubicBezTo>
                  <a:cubicBezTo>
                    <a:pt x="5" y="76"/>
                    <a:pt x="5" y="76"/>
                    <a:pt x="5" y="76"/>
                  </a:cubicBezTo>
                  <a:cubicBezTo>
                    <a:pt x="18" y="76"/>
                    <a:pt x="18" y="76"/>
                    <a:pt x="18" y="76"/>
                  </a:cubicBezTo>
                  <a:lnTo>
                    <a:pt x="18" y="84"/>
                  </a:lnTo>
                  <a:close/>
                  <a:moveTo>
                    <a:pt x="18" y="70"/>
                  </a:moveTo>
                  <a:cubicBezTo>
                    <a:pt x="5" y="70"/>
                    <a:pt x="5" y="70"/>
                    <a:pt x="5" y="70"/>
                  </a:cubicBezTo>
                  <a:cubicBezTo>
                    <a:pt x="5" y="62"/>
                    <a:pt x="5" y="62"/>
                    <a:pt x="5" y="62"/>
                  </a:cubicBezTo>
                  <a:cubicBezTo>
                    <a:pt x="18" y="62"/>
                    <a:pt x="18" y="62"/>
                    <a:pt x="18" y="62"/>
                  </a:cubicBezTo>
                  <a:lnTo>
                    <a:pt x="18" y="70"/>
                  </a:lnTo>
                  <a:close/>
                  <a:moveTo>
                    <a:pt x="18" y="56"/>
                  </a:moveTo>
                  <a:cubicBezTo>
                    <a:pt x="5" y="56"/>
                    <a:pt x="5" y="56"/>
                    <a:pt x="5" y="56"/>
                  </a:cubicBezTo>
                  <a:cubicBezTo>
                    <a:pt x="5" y="48"/>
                    <a:pt x="5" y="48"/>
                    <a:pt x="5" y="48"/>
                  </a:cubicBezTo>
                  <a:cubicBezTo>
                    <a:pt x="18" y="48"/>
                    <a:pt x="18" y="48"/>
                    <a:pt x="18" y="48"/>
                  </a:cubicBezTo>
                  <a:lnTo>
                    <a:pt x="18" y="56"/>
                  </a:lnTo>
                  <a:close/>
                  <a:moveTo>
                    <a:pt x="18" y="42"/>
                  </a:moveTo>
                  <a:cubicBezTo>
                    <a:pt x="5" y="42"/>
                    <a:pt x="5" y="42"/>
                    <a:pt x="5" y="42"/>
                  </a:cubicBezTo>
                  <a:cubicBezTo>
                    <a:pt x="5" y="34"/>
                    <a:pt x="5" y="34"/>
                    <a:pt x="5" y="34"/>
                  </a:cubicBezTo>
                  <a:cubicBezTo>
                    <a:pt x="18" y="34"/>
                    <a:pt x="18" y="34"/>
                    <a:pt x="18" y="34"/>
                  </a:cubicBezTo>
                  <a:lnTo>
                    <a:pt x="18" y="42"/>
                  </a:lnTo>
                  <a:close/>
                  <a:moveTo>
                    <a:pt x="18" y="28"/>
                  </a:moveTo>
                  <a:cubicBezTo>
                    <a:pt x="5" y="28"/>
                    <a:pt x="5" y="28"/>
                    <a:pt x="5" y="28"/>
                  </a:cubicBezTo>
                  <a:cubicBezTo>
                    <a:pt x="5" y="20"/>
                    <a:pt x="5" y="20"/>
                    <a:pt x="5" y="20"/>
                  </a:cubicBezTo>
                  <a:cubicBezTo>
                    <a:pt x="18" y="20"/>
                    <a:pt x="18" y="20"/>
                    <a:pt x="18" y="20"/>
                  </a:cubicBezTo>
                  <a:lnTo>
                    <a:pt x="18" y="28"/>
                  </a:lnTo>
                  <a:close/>
                  <a:moveTo>
                    <a:pt x="18" y="14"/>
                  </a:moveTo>
                  <a:cubicBezTo>
                    <a:pt x="5" y="14"/>
                    <a:pt x="5" y="14"/>
                    <a:pt x="5" y="14"/>
                  </a:cubicBezTo>
                  <a:cubicBezTo>
                    <a:pt x="5" y="6"/>
                    <a:pt x="5" y="6"/>
                    <a:pt x="5" y="6"/>
                  </a:cubicBezTo>
                  <a:cubicBezTo>
                    <a:pt x="18" y="6"/>
                    <a:pt x="18" y="6"/>
                    <a:pt x="18" y="6"/>
                  </a:cubicBezTo>
                  <a:lnTo>
                    <a:pt x="18" y="14"/>
                  </a:lnTo>
                  <a:close/>
                  <a:moveTo>
                    <a:pt x="33" y="98"/>
                  </a:moveTo>
                  <a:cubicBezTo>
                    <a:pt x="21" y="98"/>
                    <a:pt x="21" y="98"/>
                    <a:pt x="21" y="98"/>
                  </a:cubicBezTo>
                  <a:cubicBezTo>
                    <a:pt x="21" y="90"/>
                    <a:pt x="21" y="90"/>
                    <a:pt x="21" y="90"/>
                  </a:cubicBezTo>
                  <a:cubicBezTo>
                    <a:pt x="33" y="90"/>
                    <a:pt x="33" y="90"/>
                    <a:pt x="33" y="90"/>
                  </a:cubicBezTo>
                  <a:lnTo>
                    <a:pt x="33" y="98"/>
                  </a:lnTo>
                  <a:close/>
                  <a:moveTo>
                    <a:pt x="33" y="84"/>
                  </a:moveTo>
                  <a:cubicBezTo>
                    <a:pt x="21" y="84"/>
                    <a:pt x="21" y="84"/>
                    <a:pt x="21" y="84"/>
                  </a:cubicBezTo>
                  <a:cubicBezTo>
                    <a:pt x="21" y="76"/>
                    <a:pt x="21" y="76"/>
                    <a:pt x="21" y="76"/>
                  </a:cubicBezTo>
                  <a:cubicBezTo>
                    <a:pt x="33" y="76"/>
                    <a:pt x="33" y="76"/>
                    <a:pt x="33" y="76"/>
                  </a:cubicBezTo>
                  <a:lnTo>
                    <a:pt x="33" y="84"/>
                  </a:lnTo>
                  <a:close/>
                  <a:moveTo>
                    <a:pt x="33" y="70"/>
                  </a:moveTo>
                  <a:cubicBezTo>
                    <a:pt x="21" y="70"/>
                    <a:pt x="21" y="70"/>
                    <a:pt x="21" y="70"/>
                  </a:cubicBezTo>
                  <a:cubicBezTo>
                    <a:pt x="21" y="62"/>
                    <a:pt x="21" y="62"/>
                    <a:pt x="21" y="62"/>
                  </a:cubicBezTo>
                  <a:cubicBezTo>
                    <a:pt x="33" y="62"/>
                    <a:pt x="33" y="62"/>
                    <a:pt x="33" y="62"/>
                  </a:cubicBezTo>
                  <a:lnTo>
                    <a:pt x="33" y="70"/>
                  </a:lnTo>
                  <a:close/>
                  <a:moveTo>
                    <a:pt x="33" y="56"/>
                  </a:moveTo>
                  <a:cubicBezTo>
                    <a:pt x="21" y="56"/>
                    <a:pt x="21" y="56"/>
                    <a:pt x="21" y="56"/>
                  </a:cubicBezTo>
                  <a:cubicBezTo>
                    <a:pt x="21" y="48"/>
                    <a:pt x="21" y="48"/>
                    <a:pt x="21" y="48"/>
                  </a:cubicBezTo>
                  <a:cubicBezTo>
                    <a:pt x="33" y="48"/>
                    <a:pt x="33" y="48"/>
                    <a:pt x="33" y="48"/>
                  </a:cubicBezTo>
                  <a:lnTo>
                    <a:pt x="33" y="56"/>
                  </a:lnTo>
                  <a:close/>
                  <a:moveTo>
                    <a:pt x="33" y="42"/>
                  </a:moveTo>
                  <a:cubicBezTo>
                    <a:pt x="21" y="42"/>
                    <a:pt x="21" y="42"/>
                    <a:pt x="21" y="42"/>
                  </a:cubicBezTo>
                  <a:cubicBezTo>
                    <a:pt x="21" y="34"/>
                    <a:pt x="21" y="34"/>
                    <a:pt x="21" y="34"/>
                  </a:cubicBezTo>
                  <a:cubicBezTo>
                    <a:pt x="33" y="34"/>
                    <a:pt x="33" y="34"/>
                    <a:pt x="33" y="34"/>
                  </a:cubicBezTo>
                  <a:lnTo>
                    <a:pt x="33" y="42"/>
                  </a:lnTo>
                  <a:close/>
                  <a:moveTo>
                    <a:pt x="33" y="28"/>
                  </a:moveTo>
                  <a:cubicBezTo>
                    <a:pt x="21" y="28"/>
                    <a:pt x="21" y="28"/>
                    <a:pt x="21" y="28"/>
                  </a:cubicBezTo>
                  <a:cubicBezTo>
                    <a:pt x="21" y="20"/>
                    <a:pt x="21" y="20"/>
                    <a:pt x="21" y="20"/>
                  </a:cubicBezTo>
                  <a:cubicBezTo>
                    <a:pt x="33" y="20"/>
                    <a:pt x="33" y="20"/>
                    <a:pt x="33" y="20"/>
                  </a:cubicBezTo>
                  <a:lnTo>
                    <a:pt x="33" y="28"/>
                  </a:lnTo>
                  <a:close/>
                  <a:moveTo>
                    <a:pt x="33" y="14"/>
                  </a:moveTo>
                  <a:cubicBezTo>
                    <a:pt x="21" y="14"/>
                    <a:pt x="21" y="14"/>
                    <a:pt x="21" y="14"/>
                  </a:cubicBezTo>
                  <a:cubicBezTo>
                    <a:pt x="21" y="6"/>
                    <a:pt x="21" y="6"/>
                    <a:pt x="21" y="6"/>
                  </a:cubicBezTo>
                  <a:cubicBezTo>
                    <a:pt x="33" y="6"/>
                    <a:pt x="33" y="6"/>
                    <a:pt x="33" y="6"/>
                  </a:cubicBezTo>
                  <a:lnTo>
                    <a:pt x="33" y="14"/>
                  </a:lnTo>
                  <a:close/>
                </a:path>
              </a:pathLst>
            </a:custGeom>
            <a:solidFill>
              <a:srgbClr val="9FC628"/>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12" name="Freeform 113"/>
            <p:cNvSpPr>
              <a:spLocks noEditPoints="1"/>
            </p:cNvSpPr>
            <p:nvPr/>
          </p:nvSpPr>
          <p:spPr bwMode="auto">
            <a:xfrm>
              <a:off x="3182938" y="1662113"/>
              <a:ext cx="120650" cy="155575"/>
            </a:xfrm>
            <a:custGeom>
              <a:avLst/>
              <a:gdLst>
                <a:gd name="T0" fmla="*/ 53 w 55"/>
                <a:gd name="T1" fmla="*/ 0 h 71"/>
                <a:gd name="T2" fmla="*/ 2 w 55"/>
                <a:gd name="T3" fmla="*/ 0 h 71"/>
                <a:gd name="T4" fmla="*/ 0 w 55"/>
                <a:gd name="T5" fmla="*/ 1 h 71"/>
                <a:gd name="T6" fmla="*/ 0 w 55"/>
                <a:gd name="T7" fmla="*/ 70 h 71"/>
                <a:gd name="T8" fmla="*/ 2 w 55"/>
                <a:gd name="T9" fmla="*/ 71 h 71"/>
                <a:gd name="T10" fmla="*/ 53 w 55"/>
                <a:gd name="T11" fmla="*/ 71 h 71"/>
                <a:gd name="T12" fmla="*/ 55 w 55"/>
                <a:gd name="T13" fmla="*/ 70 h 71"/>
                <a:gd name="T14" fmla="*/ 55 w 55"/>
                <a:gd name="T15" fmla="*/ 1 h 71"/>
                <a:gd name="T16" fmla="*/ 53 w 55"/>
                <a:gd name="T17" fmla="*/ 0 h 71"/>
                <a:gd name="T18" fmla="*/ 25 w 55"/>
                <a:gd name="T19" fmla="*/ 60 h 71"/>
                <a:gd name="T20" fmla="*/ 3 w 55"/>
                <a:gd name="T21" fmla="*/ 60 h 71"/>
                <a:gd name="T22" fmla="*/ 3 w 55"/>
                <a:gd name="T23" fmla="*/ 51 h 71"/>
                <a:gd name="T24" fmla="*/ 25 w 55"/>
                <a:gd name="T25" fmla="*/ 51 h 71"/>
                <a:gd name="T26" fmla="*/ 25 w 55"/>
                <a:gd name="T27" fmla="*/ 60 h 71"/>
                <a:gd name="T28" fmla="*/ 25 w 55"/>
                <a:gd name="T29" fmla="*/ 44 h 71"/>
                <a:gd name="T30" fmla="*/ 3 w 55"/>
                <a:gd name="T31" fmla="*/ 44 h 71"/>
                <a:gd name="T32" fmla="*/ 3 w 55"/>
                <a:gd name="T33" fmla="*/ 35 h 71"/>
                <a:gd name="T34" fmla="*/ 25 w 55"/>
                <a:gd name="T35" fmla="*/ 35 h 71"/>
                <a:gd name="T36" fmla="*/ 25 w 55"/>
                <a:gd name="T37" fmla="*/ 44 h 71"/>
                <a:gd name="T38" fmla="*/ 25 w 55"/>
                <a:gd name="T39" fmla="*/ 29 h 71"/>
                <a:gd name="T40" fmla="*/ 3 w 55"/>
                <a:gd name="T41" fmla="*/ 29 h 71"/>
                <a:gd name="T42" fmla="*/ 3 w 55"/>
                <a:gd name="T43" fmla="*/ 20 h 71"/>
                <a:gd name="T44" fmla="*/ 25 w 55"/>
                <a:gd name="T45" fmla="*/ 20 h 71"/>
                <a:gd name="T46" fmla="*/ 25 w 55"/>
                <a:gd name="T47" fmla="*/ 29 h 71"/>
                <a:gd name="T48" fmla="*/ 25 w 55"/>
                <a:gd name="T49" fmla="*/ 14 h 71"/>
                <a:gd name="T50" fmla="*/ 3 w 55"/>
                <a:gd name="T51" fmla="*/ 14 h 71"/>
                <a:gd name="T52" fmla="*/ 3 w 55"/>
                <a:gd name="T53" fmla="*/ 4 h 71"/>
                <a:gd name="T54" fmla="*/ 25 w 55"/>
                <a:gd name="T55" fmla="*/ 4 h 71"/>
                <a:gd name="T56" fmla="*/ 25 w 55"/>
                <a:gd name="T57" fmla="*/ 14 h 71"/>
                <a:gd name="T58" fmla="*/ 52 w 55"/>
                <a:gd name="T59" fmla="*/ 60 h 71"/>
                <a:gd name="T60" fmla="*/ 30 w 55"/>
                <a:gd name="T61" fmla="*/ 60 h 71"/>
                <a:gd name="T62" fmla="*/ 30 w 55"/>
                <a:gd name="T63" fmla="*/ 51 h 71"/>
                <a:gd name="T64" fmla="*/ 52 w 55"/>
                <a:gd name="T65" fmla="*/ 51 h 71"/>
                <a:gd name="T66" fmla="*/ 52 w 55"/>
                <a:gd name="T67" fmla="*/ 60 h 71"/>
                <a:gd name="T68" fmla="*/ 52 w 55"/>
                <a:gd name="T69" fmla="*/ 44 h 71"/>
                <a:gd name="T70" fmla="*/ 30 w 55"/>
                <a:gd name="T71" fmla="*/ 44 h 71"/>
                <a:gd name="T72" fmla="*/ 30 w 55"/>
                <a:gd name="T73" fmla="*/ 35 h 71"/>
                <a:gd name="T74" fmla="*/ 52 w 55"/>
                <a:gd name="T75" fmla="*/ 35 h 71"/>
                <a:gd name="T76" fmla="*/ 52 w 55"/>
                <a:gd name="T77" fmla="*/ 44 h 71"/>
                <a:gd name="T78" fmla="*/ 52 w 55"/>
                <a:gd name="T79" fmla="*/ 29 h 71"/>
                <a:gd name="T80" fmla="*/ 30 w 55"/>
                <a:gd name="T81" fmla="*/ 29 h 71"/>
                <a:gd name="T82" fmla="*/ 30 w 55"/>
                <a:gd name="T83" fmla="*/ 20 h 71"/>
                <a:gd name="T84" fmla="*/ 52 w 55"/>
                <a:gd name="T85" fmla="*/ 20 h 71"/>
                <a:gd name="T86" fmla="*/ 52 w 55"/>
                <a:gd name="T87" fmla="*/ 29 h 71"/>
                <a:gd name="T88" fmla="*/ 52 w 55"/>
                <a:gd name="T89" fmla="*/ 14 h 71"/>
                <a:gd name="T90" fmla="*/ 30 w 55"/>
                <a:gd name="T91" fmla="*/ 14 h 71"/>
                <a:gd name="T92" fmla="*/ 30 w 55"/>
                <a:gd name="T93" fmla="*/ 4 h 71"/>
                <a:gd name="T94" fmla="*/ 52 w 55"/>
                <a:gd name="T95" fmla="*/ 4 h 71"/>
                <a:gd name="T96" fmla="*/ 52 w 55"/>
                <a:gd name="T97" fmla="*/ 14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5" h="71">
                  <a:moveTo>
                    <a:pt x="53" y="0"/>
                  </a:moveTo>
                  <a:cubicBezTo>
                    <a:pt x="2" y="0"/>
                    <a:pt x="2" y="0"/>
                    <a:pt x="2" y="0"/>
                  </a:cubicBezTo>
                  <a:cubicBezTo>
                    <a:pt x="1" y="0"/>
                    <a:pt x="0" y="1"/>
                    <a:pt x="0" y="1"/>
                  </a:cubicBezTo>
                  <a:cubicBezTo>
                    <a:pt x="0" y="70"/>
                    <a:pt x="0" y="70"/>
                    <a:pt x="0" y="70"/>
                  </a:cubicBezTo>
                  <a:cubicBezTo>
                    <a:pt x="0" y="70"/>
                    <a:pt x="1" y="71"/>
                    <a:pt x="2" y="71"/>
                  </a:cubicBezTo>
                  <a:cubicBezTo>
                    <a:pt x="53" y="71"/>
                    <a:pt x="53" y="71"/>
                    <a:pt x="53" y="71"/>
                  </a:cubicBezTo>
                  <a:cubicBezTo>
                    <a:pt x="54" y="71"/>
                    <a:pt x="55" y="70"/>
                    <a:pt x="55" y="70"/>
                  </a:cubicBezTo>
                  <a:cubicBezTo>
                    <a:pt x="55" y="1"/>
                    <a:pt x="55" y="1"/>
                    <a:pt x="55" y="1"/>
                  </a:cubicBezTo>
                  <a:cubicBezTo>
                    <a:pt x="55" y="1"/>
                    <a:pt x="54" y="0"/>
                    <a:pt x="53" y="0"/>
                  </a:cubicBezTo>
                  <a:close/>
                  <a:moveTo>
                    <a:pt x="25" y="60"/>
                  </a:moveTo>
                  <a:cubicBezTo>
                    <a:pt x="3" y="60"/>
                    <a:pt x="3" y="60"/>
                    <a:pt x="3" y="60"/>
                  </a:cubicBezTo>
                  <a:cubicBezTo>
                    <a:pt x="3" y="51"/>
                    <a:pt x="3" y="51"/>
                    <a:pt x="3" y="51"/>
                  </a:cubicBezTo>
                  <a:cubicBezTo>
                    <a:pt x="25" y="51"/>
                    <a:pt x="25" y="51"/>
                    <a:pt x="25" y="51"/>
                  </a:cubicBezTo>
                  <a:lnTo>
                    <a:pt x="25" y="60"/>
                  </a:lnTo>
                  <a:close/>
                  <a:moveTo>
                    <a:pt x="25" y="44"/>
                  </a:moveTo>
                  <a:cubicBezTo>
                    <a:pt x="3" y="44"/>
                    <a:pt x="3" y="44"/>
                    <a:pt x="3" y="44"/>
                  </a:cubicBezTo>
                  <a:cubicBezTo>
                    <a:pt x="3" y="35"/>
                    <a:pt x="3" y="35"/>
                    <a:pt x="3" y="35"/>
                  </a:cubicBezTo>
                  <a:cubicBezTo>
                    <a:pt x="25" y="35"/>
                    <a:pt x="25" y="35"/>
                    <a:pt x="25" y="35"/>
                  </a:cubicBezTo>
                  <a:lnTo>
                    <a:pt x="25" y="44"/>
                  </a:lnTo>
                  <a:close/>
                  <a:moveTo>
                    <a:pt x="25" y="29"/>
                  </a:moveTo>
                  <a:cubicBezTo>
                    <a:pt x="3" y="29"/>
                    <a:pt x="3" y="29"/>
                    <a:pt x="3" y="29"/>
                  </a:cubicBezTo>
                  <a:cubicBezTo>
                    <a:pt x="3" y="20"/>
                    <a:pt x="3" y="20"/>
                    <a:pt x="3" y="20"/>
                  </a:cubicBezTo>
                  <a:cubicBezTo>
                    <a:pt x="25" y="20"/>
                    <a:pt x="25" y="20"/>
                    <a:pt x="25" y="20"/>
                  </a:cubicBezTo>
                  <a:lnTo>
                    <a:pt x="25" y="29"/>
                  </a:lnTo>
                  <a:close/>
                  <a:moveTo>
                    <a:pt x="25" y="14"/>
                  </a:moveTo>
                  <a:cubicBezTo>
                    <a:pt x="3" y="14"/>
                    <a:pt x="3" y="14"/>
                    <a:pt x="3" y="14"/>
                  </a:cubicBezTo>
                  <a:cubicBezTo>
                    <a:pt x="3" y="4"/>
                    <a:pt x="3" y="4"/>
                    <a:pt x="3" y="4"/>
                  </a:cubicBezTo>
                  <a:cubicBezTo>
                    <a:pt x="25" y="4"/>
                    <a:pt x="25" y="4"/>
                    <a:pt x="25" y="4"/>
                  </a:cubicBezTo>
                  <a:lnTo>
                    <a:pt x="25" y="14"/>
                  </a:lnTo>
                  <a:close/>
                  <a:moveTo>
                    <a:pt x="52" y="60"/>
                  </a:moveTo>
                  <a:cubicBezTo>
                    <a:pt x="30" y="60"/>
                    <a:pt x="30" y="60"/>
                    <a:pt x="30" y="60"/>
                  </a:cubicBezTo>
                  <a:cubicBezTo>
                    <a:pt x="30" y="51"/>
                    <a:pt x="30" y="51"/>
                    <a:pt x="30" y="51"/>
                  </a:cubicBezTo>
                  <a:cubicBezTo>
                    <a:pt x="52" y="51"/>
                    <a:pt x="52" y="51"/>
                    <a:pt x="52" y="51"/>
                  </a:cubicBezTo>
                  <a:lnTo>
                    <a:pt x="52" y="60"/>
                  </a:lnTo>
                  <a:close/>
                  <a:moveTo>
                    <a:pt x="52" y="44"/>
                  </a:moveTo>
                  <a:cubicBezTo>
                    <a:pt x="30" y="44"/>
                    <a:pt x="30" y="44"/>
                    <a:pt x="30" y="44"/>
                  </a:cubicBezTo>
                  <a:cubicBezTo>
                    <a:pt x="30" y="35"/>
                    <a:pt x="30" y="35"/>
                    <a:pt x="30" y="35"/>
                  </a:cubicBezTo>
                  <a:cubicBezTo>
                    <a:pt x="52" y="35"/>
                    <a:pt x="52" y="35"/>
                    <a:pt x="52" y="35"/>
                  </a:cubicBezTo>
                  <a:lnTo>
                    <a:pt x="52" y="44"/>
                  </a:lnTo>
                  <a:close/>
                  <a:moveTo>
                    <a:pt x="52" y="29"/>
                  </a:moveTo>
                  <a:cubicBezTo>
                    <a:pt x="30" y="29"/>
                    <a:pt x="30" y="29"/>
                    <a:pt x="30" y="29"/>
                  </a:cubicBezTo>
                  <a:cubicBezTo>
                    <a:pt x="30" y="20"/>
                    <a:pt x="30" y="20"/>
                    <a:pt x="30" y="20"/>
                  </a:cubicBezTo>
                  <a:cubicBezTo>
                    <a:pt x="52" y="20"/>
                    <a:pt x="52" y="20"/>
                    <a:pt x="52" y="20"/>
                  </a:cubicBezTo>
                  <a:lnTo>
                    <a:pt x="52" y="29"/>
                  </a:lnTo>
                  <a:close/>
                  <a:moveTo>
                    <a:pt x="52" y="14"/>
                  </a:moveTo>
                  <a:cubicBezTo>
                    <a:pt x="30" y="14"/>
                    <a:pt x="30" y="14"/>
                    <a:pt x="30" y="14"/>
                  </a:cubicBezTo>
                  <a:cubicBezTo>
                    <a:pt x="30" y="4"/>
                    <a:pt x="30" y="4"/>
                    <a:pt x="30" y="4"/>
                  </a:cubicBezTo>
                  <a:cubicBezTo>
                    <a:pt x="52" y="4"/>
                    <a:pt x="52" y="4"/>
                    <a:pt x="52" y="4"/>
                  </a:cubicBezTo>
                  <a:lnTo>
                    <a:pt x="52" y="14"/>
                  </a:lnTo>
                  <a:close/>
                </a:path>
              </a:pathLst>
            </a:custGeom>
            <a:solidFill>
              <a:srgbClr val="9FC628"/>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13" name="Freeform 114"/>
            <p:cNvSpPr>
              <a:spLocks noEditPoints="1"/>
            </p:cNvSpPr>
            <p:nvPr/>
          </p:nvSpPr>
          <p:spPr bwMode="auto">
            <a:xfrm>
              <a:off x="3041650" y="1374775"/>
              <a:ext cx="125412" cy="442912"/>
            </a:xfrm>
            <a:custGeom>
              <a:avLst/>
              <a:gdLst>
                <a:gd name="T0" fmla="*/ 37 w 57"/>
                <a:gd name="T1" fmla="*/ 17 h 201"/>
                <a:gd name="T2" fmla="*/ 35 w 57"/>
                <a:gd name="T3" fmla="*/ 0 h 201"/>
                <a:gd name="T4" fmla="*/ 34 w 57"/>
                <a:gd name="T5" fmla="*/ 17 h 201"/>
                <a:gd name="T6" fmla="*/ 13 w 57"/>
                <a:gd name="T7" fmla="*/ 14 h 201"/>
                <a:gd name="T8" fmla="*/ 7 w 57"/>
                <a:gd name="T9" fmla="*/ 11 h 201"/>
                <a:gd name="T10" fmla="*/ 5 w 57"/>
                <a:gd name="T11" fmla="*/ 17 h 201"/>
                <a:gd name="T12" fmla="*/ 0 w 57"/>
                <a:gd name="T13" fmla="*/ 21 h 201"/>
                <a:gd name="T14" fmla="*/ 3 w 57"/>
                <a:gd name="T15" fmla="*/ 201 h 201"/>
                <a:gd name="T16" fmla="*/ 5 w 57"/>
                <a:gd name="T17" fmla="*/ 176 h 201"/>
                <a:gd name="T18" fmla="*/ 19 w 57"/>
                <a:gd name="T19" fmla="*/ 201 h 201"/>
                <a:gd name="T20" fmla="*/ 57 w 57"/>
                <a:gd name="T21" fmla="*/ 197 h 201"/>
                <a:gd name="T22" fmla="*/ 53 w 57"/>
                <a:gd name="T23" fmla="*/ 17 h 201"/>
                <a:gd name="T24" fmla="*/ 7 w 57"/>
                <a:gd name="T25" fmla="*/ 162 h 201"/>
                <a:gd name="T26" fmla="*/ 26 w 57"/>
                <a:gd name="T27" fmla="*/ 150 h 201"/>
                <a:gd name="T28" fmla="*/ 26 w 57"/>
                <a:gd name="T29" fmla="*/ 141 h 201"/>
                <a:gd name="T30" fmla="*/ 7 w 57"/>
                <a:gd name="T31" fmla="*/ 129 h 201"/>
                <a:gd name="T32" fmla="*/ 26 w 57"/>
                <a:gd name="T33" fmla="*/ 141 h 201"/>
                <a:gd name="T34" fmla="*/ 7 w 57"/>
                <a:gd name="T35" fmla="*/ 121 h 201"/>
                <a:gd name="T36" fmla="*/ 26 w 57"/>
                <a:gd name="T37" fmla="*/ 108 h 201"/>
                <a:gd name="T38" fmla="*/ 26 w 57"/>
                <a:gd name="T39" fmla="*/ 100 h 201"/>
                <a:gd name="T40" fmla="*/ 7 w 57"/>
                <a:gd name="T41" fmla="*/ 88 h 201"/>
                <a:gd name="T42" fmla="*/ 26 w 57"/>
                <a:gd name="T43" fmla="*/ 100 h 201"/>
                <a:gd name="T44" fmla="*/ 7 w 57"/>
                <a:gd name="T45" fmla="*/ 79 h 201"/>
                <a:gd name="T46" fmla="*/ 26 w 57"/>
                <a:gd name="T47" fmla="*/ 67 h 201"/>
                <a:gd name="T48" fmla="*/ 26 w 57"/>
                <a:gd name="T49" fmla="*/ 59 h 201"/>
                <a:gd name="T50" fmla="*/ 7 w 57"/>
                <a:gd name="T51" fmla="*/ 46 h 201"/>
                <a:gd name="T52" fmla="*/ 26 w 57"/>
                <a:gd name="T53" fmla="*/ 59 h 201"/>
                <a:gd name="T54" fmla="*/ 7 w 57"/>
                <a:gd name="T55" fmla="*/ 38 h 201"/>
                <a:gd name="T56" fmla="*/ 26 w 57"/>
                <a:gd name="T57" fmla="*/ 25 h 201"/>
                <a:gd name="T58" fmla="*/ 49 w 57"/>
                <a:gd name="T59" fmla="*/ 162 h 201"/>
                <a:gd name="T60" fmla="*/ 30 w 57"/>
                <a:gd name="T61" fmla="*/ 150 h 201"/>
                <a:gd name="T62" fmla="*/ 49 w 57"/>
                <a:gd name="T63" fmla="*/ 162 h 201"/>
                <a:gd name="T64" fmla="*/ 30 w 57"/>
                <a:gd name="T65" fmla="*/ 141 h 201"/>
                <a:gd name="T66" fmla="*/ 49 w 57"/>
                <a:gd name="T67" fmla="*/ 129 h 201"/>
                <a:gd name="T68" fmla="*/ 49 w 57"/>
                <a:gd name="T69" fmla="*/ 121 h 201"/>
                <a:gd name="T70" fmla="*/ 30 w 57"/>
                <a:gd name="T71" fmla="*/ 108 h 201"/>
                <a:gd name="T72" fmla="*/ 49 w 57"/>
                <a:gd name="T73" fmla="*/ 121 h 201"/>
                <a:gd name="T74" fmla="*/ 30 w 57"/>
                <a:gd name="T75" fmla="*/ 100 h 201"/>
                <a:gd name="T76" fmla="*/ 49 w 57"/>
                <a:gd name="T77" fmla="*/ 88 h 201"/>
                <a:gd name="T78" fmla="*/ 49 w 57"/>
                <a:gd name="T79" fmla="*/ 79 h 201"/>
                <a:gd name="T80" fmla="*/ 30 w 57"/>
                <a:gd name="T81" fmla="*/ 67 h 201"/>
                <a:gd name="T82" fmla="*/ 49 w 57"/>
                <a:gd name="T83" fmla="*/ 79 h 201"/>
                <a:gd name="T84" fmla="*/ 30 w 57"/>
                <a:gd name="T85" fmla="*/ 59 h 201"/>
                <a:gd name="T86" fmla="*/ 49 w 57"/>
                <a:gd name="T87" fmla="*/ 46 h 201"/>
                <a:gd name="T88" fmla="*/ 49 w 57"/>
                <a:gd name="T89" fmla="*/ 38 h 201"/>
                <a:gd name="T90" fmla="*/ 30 w 57"/>
                <a:gd name="T91" fmla="*/ 25 h 201"/>
                <a:gd name="T92" fmla="*/ 49 w 57"/>
                <a:gd name="T93" fmla="*/ 3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7" h="201">
                  <a:moveTo>
                    <a:pt x="53" y="17"/>
                  </a:moveTo>
                  <a:cubicBezTo>
                    <a:pt x="37" y="17"/>
                    <a:pt x="37" y="17"/>
                    <a:pt x="37" y="17"/>
                  </a:cubicBezTo>
                  <a:cubicBezTo>
                    <a:pt x="37" y="2"/>
                    <a:pt x="37" y="2"/>
                    <a:pt x="37" y="2"/>
                  </a:cubicBezTo>
                  <a:cubicBezTo>
                    <a:pt x="37" y="1"/>
                    <a:pt x="36" y="0"/>
                    <a:pt x="35" y="0"/>
                  </a:cubicBezTo>
                  <a:cubicBezTo>
                    <a:pt x="35" y="0"/>
                    <a:pt x="34" y="1"/>
                    <a:pt x="34" y="2"/>
                  </a:cubicBezTo>
                  <a:cubicBezTo>
                    <a:pt x="34" y="17"/>
                    <a:pt x="34" y="17"/>
                    <a:pt x="34" y="17"/>
                  </a:cubicBezTo>
                  <a:cubicBezTo>
                    <a:pt x="13" y="17"/>
                    <a:pt x="13" y="17"/>
                    <a:pt x="13" y="17"/>
                  </a:cubicBezTo>
                  <a:cubicBezTo>
                    <a:pt x="13" y="14"/>
                    <a:pt x="13" y="14"/>
                    <a:pt x="13" y="14"/>
                  </a:cubicBezTo>
                  <a:cubicBezTo>
                    <a:pt x="13" y="12"/>
                    <a:pt x="12" y="11"/>
                    <a:pt x="10" y="11"/>
                  </a:cubicBezTo>
                  <a:cubicBezTo>
                    <a:pt x="7" y="11"/>
                    <a:pt x="7" y="11"/>
                    <a:pt x="7" y="11"/>
                  </a:cubicBezTo>
                  <a:cubicBezTo>
                    <a:pt x="6" y="11"/>
                    <a:pt x="5" y="12"/>
                    <a:pt x="5" y="14"/>
                  </a:cubicBezTo>
                  <a:cubicBezTo>
                    <a:pt x="5" y="17"/>
                    <a:pt x="5" y="17"/>
                    <a:pt x="5" y="17"/>
                  </a:cubicBezTo>
                  <a:cubicBezTo>
                    <a:pt x="3" y="17"/>
                    <a:pt x="3" y="17"/>
                    <a:pt x="3" y="17"/>
                  </a:cubicBezTo>
                  <a:cubicBezTo>
                    <a:pt x="1" y="17"/>
                    <a:pt x="0" y="19"/>
                    <a:pt x="0" y="21"/>
                  </a:cubicBezTo>
                  <a:cubicBezTo>
                    <a:pt x="0" y="197"/>
                    <a:pt x="0" y="197"/>
                    <a:pt x="0" y="197"/>
                  </a:cubicBezTo>
                  <a:cubicBezTo>
                    <a:pt x="0" y="199"/>
                    <a:pt x="1" y="201"/>
                    <a:pt x="3" y="201"/>
                  </a:cubicBezTo>
                  <a:cubicBezTo>
                    <a:pt x="5" y="201"/>
                    <a:pt x="5" y="201"/>
                    <a:pt x="5" y="201"/>
                  </a:cubicBezTo>
                  <a:cubicBezTo>
                    <a:pt x="5" y="176"/>
                    <a:pt x="5" y="176"/>
                    <a:pt x="5" y="176"/>
                  </a:cubicBezTo>
                  <a:cubicBezTo>
                    <a:pt x="19" y="176"/>
                    <a:pt x="19" y="176"/>
                    <a:pt x="19" y="176"/>
                  </a:cubicBezTo>
                  <a:cubicBezTo>
                    <a:pt x="19" y="201"/>
                    <a:pt x="19" y="201"/>
                    <a:pt x="19" y="201"/>
                  </a:cubicBezTo>
                  <a:cubicBezTo>
                    <a:pt x="53" y="201"/>
                    <a:pt x="53" y="201"/>
                    <a:pt x="53" y="201"/>
                  </a:cubicBezTo>
                  <a:cubicBezTo>
                    <a:pt x="55" y="201"/>
                    <a:pt x="57" y="199"/>
                    <a:pt x="57" y="197"/>
                  </a:cubicBezTo>
                  <a:cubicBezTo>
                    <a:pt x="57" y="21"/>
                    <a:pt x="57" y="21"/>
                    <a:pt x="57" y="21"/>
                  </a:cubicBezTo>
                  <a:cubicBezTo>
                    <a:pt x="57" y="19"/>
                    <a:pt x="55" y="17"/>
                    <a:pt x="53" y="17"/>
                  </a:cubicBezTo>
                  <a:close/>
                  <a:moveTo>
                    <a:pt x="26" y="162"/>
                  </a:moveTo>
                  <a:cubicBezTo>
                    <a:pt x="7" y="162"/>
                    <a:pt x="7" y="162"/>
                    <a:pt x="7" y="162"/>
                  </a:cubicBezTo>
                  <a:cubicBezTo>
                    <a:pt x="7" y="150"/>
                    <a:pt x="7" y="150"/>
                    <a:pt x="7" y="150"/>
                  </a:cubicBezTo>
                  <a:cubicBezTo>
                    <a:pt x="26" y="150"/>
                    <a:pt x="26" y="150"/>
                    <a:pt x="26" y="150"/>
                  </a:cubicBezTo>
                  <a:lnTo>
                    <a:pt x="26" y="162"/>
                  </a:lnTo>
                  <a:close/>
                  <a:moveTo>
                    <a:pt x="26" y="141"/>
                  </a:moveTo>
                  <a:cubicBezTo>
                    <a:pt x="7" y="141"/>
                    <a:pt x="7" y="141"/>
                    <a:pt x="7" y="141"/>
                  </a:cubicBezTo>
                  <a:cubicBezTo>
                    <a:pt x="7" y="129"/>
                    <a:pt x="7" y="129"/>
                    <a:pt x="7" y="129"/>
                  </a:cubicBezTo>
                  <a:cubicBezTo>
                    <a:pt x="26" y="129"/>
                    <a:pt x="26" y="129"/>
                    <a:pt x="26" y="129"/>
                  </a:cubicBezTo>
                  <a:lnTo>
                    <a:pt x="26" y="141"/>
                  </a:lnTo>
                  <a:close/>
                  <a:moveTo>
                    <a:pt x="26" y="121"/>
                  </a:moveTo>
                  <a:cubicBezTo>
                    <a:pt x="7" y="121"/>
                    <a:pt x="7" y="121"/>
                    <a:pt x="7" y="121"/>
                  </a:cubicBezTo>
                  <a:cubicBezTo>
                    <a:pt x="7" y="108"/>
                    <a:pt x="7" y="108"/>
                    <a:pt x="7" y="108"/>
                  </a:cubicBezTo>
                  <a:cubicBezTo>
                    <a:pt x="26" y="108"/>
                    <a:pt x="26" y="108"/>
                    <a:pt x="26" y="108"/>
                  </a:cubicBezTo>
                  <a:lnTo>
                    <a:pt x="26" y="121"/>
                  </a:lnTo>
                  <a:close/>
                  <a:moveTo>
                    <a:pt x="26" y="100"/>
                  </a:moveTo>
                  <a:cubicBezTo>
                    <a:pt x="7" y="100"/>
                    <a:pt x="7" y="100"/>
                    <a:pt x="7" y="100"/>
                  </a:cubicBezTo>
                  <a:cubicBezTo>
                    <a:pt x="7" y="88"/>
                    <a:pt x="7" y="88"/>
                    <a:pt x="7" y="88"/>
                  </a:cubicBezTo>
                  <a:cubicBezTo>
                    <a:pt x="26" y="88"/>
                    <a:pt x="26" y="88"/>
                    <a:pt x="26" y="88"/>
                  </a:cubicBezTo>
                  <a:lnTo>
                    <a:pt x="26" y="100"/>
                  </a:lnTo>
                  <a:close/>
                  <a:moveTo>
                    <a:pt x="26" y="79"/>
                  </a:moveTo>
                  <a:cubicBezTo>
                    <a:pt x="7" y="79"/>
                    <a:pt x="7" y="79"/>
                    <a:pt x="7" y="79"/>
                  </a:cubicBezTo>
                  <a:cubicBezTo>
                    <a:pt x="7" y="67"/>
                    <a:pt x="7" y="67"/>
                    <a:pt x="7" y="67"/>
                  </a:cubicBezTo>
                  <a:cubicBezTo>
                    <a:pt x="26" y="67"/>
                    <a:pt x="26" y="67"/>
                    <a:pt x="26" y="67"/>
                  </a:cubicBezTo>
                  <a:lnTo>
                    <a:pt x="26" y="79"/>
                  </a:lnTo>
                  <a:close/>
                  <a:moveTo>
                    <a:pt x="26" y="59"/>
                  </a:moveTo>
                  <a:cubicBezTo>
                    <a:pt x="7" y="59"/>
                    <a:pt x="7" y="59"/>
                    <a:pt x="7" y="59"/>
                  </a:cubicBezTo>
                  <a:cubicBezTo>
                    <a:pt x="7" y="46"/>
                    <a:pt x="7" y="46"/>
                    <a:pt x="7" y="46"/>
                  </a:cubicBezTo>
                  <a:cubicBezTo>
                    <a:pt x="26" y="46"/>
                    <a:pt x="26" y="46"/>
                    <a:pt x="26" y="46"/>
                  </a:cubicBezTo>
                  <a:lnTo>
                    <a:pt x="26" y="59"/>
                  </a:lnTo>
                  <a:close/>
                  <a:moveTo>
                    <a:pt x="26" y="38"/>
                  </a:moveTo>
                  <a:cubicBezTo>
                    <a:pt x="7" y="38"/>
                    <a:pt x="7" y="38"/>
                    <a:pt x="7" y="38"/>
                  </a:cubicBezTo>
                  <a:cubicBezTo>
                    <a:pt x="7" y="25"/>
                    <a:pt x="7" y="25"/>
                    <a:pt x="7" y="25"/>
                  </a:cubicBezTo>
                  <a:cubicBezTo>
                    <a:pt x="26" y="25"/>
                    <a:pt x="26" y="25"/>
                    <a:pt x="26" y="25"/>
                  </a:cubicBezTo>
                  <a:lnTo>
                    <a:pt x="26" y="38"/>
                  </a:lnTo>
                  <a:close/>
                  <a:moveTo>
                    <a:pt x="49" y="162"/>
                  </a:moveTo>
                  <a:cubicBezTo>
                    <a:pt x="30" y="162"/>
                    <a:pt x="30" y="162"/>
                    <a:pt x="30" y="162"/>
                  </a:cubicBezTo>
                  <a:cubicBezTo>
                    <a:pt x="30" y="150"/>
                    <a:pt x="30" y="150"/>
                    <a:pt x="30" y="150"/>
                  </a:cubicBezTo>
                  <a:cubicBezTo>
                    <a:pt x="49" y="150"/>
                    <a:pt x="49" y="150"/>
                    <a:pt x="49" y="150"/>
                  </a:cubicBezTo>
                  <a:lnTo>
                    <a:pt x="49" y="162"/>
                  </a:lnTo>
                  <a:close/>
                  <a:moveTo>
                    <a:pt x="49" y="141"/>
                  </a:moveTo>
                  <a:cubicBezTo>
                    <a:pt x="30" y="141"/>
                    <a:pt x="30" y="141"/>
                    <a:pt x="30" y="141"/>
                  </a:cubicBezTo>
                  <a:cubicBezTo>
                    <a:pt x="30" y="129"/>
                    <a:pt x="30" y="129"/>
                    <a:pt x="30" y="129"/>
                  </a:cubicBezTo>
                  <a:cubicBezTo>
                    <a:pt x="49" y="129"/>
                    <a:pt x="49" y="129"/>
                    <a:pt x="49" y="129"/>
                  </a:cubicBezTo>
                  <a:lnTo>
                    <a:pt x="49" y="141"/>
                  </a:lnTo>
                  <a:close/>
                  <a:moveTo>
                    <a:pt x="49" y="121"/>
                  </a:moveTo>
                  <a:cubicBezTo>
                    <a:pt x="30" y="121"/>
                    <a:pt x="30" y="121"/>
                    <a:pt x="30" y="121"/>
                  </a:cubicBezTo>
                  <a:cubicBezTo>
                    <a:pt x="30" y="108"/>
                    <a:pt x="30" y="108"/>
                    <a:pt x="30" y="108"/>
                  </a:cubicBezTo>
                  <a:cubicBezTo>
                    <a:pt x="49" y="108"/>
                    <a:pt x="49" y="108"/>
                    <a:pt x="49" y="108"/>
                  </a:cubicBezTo>
                  <a:lnTo>
                    <a:pt x="49" y="121"/>
                  </a:lnTo>
                  <a:close/>
                  <a:moveTo>
                    <a:pt x="49" y="100"/>
                  </a:moveTo>
                  <a:cubicBezTo>
                    <a:pt x="30" y="100"/>
                    <a:pt x="30" y="100"/>
                    <a:pt x="30" y="100"/>
                  </a:cubicBezTo>
                  <a:cubicBezTo>
                    <a:pt x="30" y="88"/>
                    <a:pt x="30" y="88"/>
                    <a:pt x="30" y="88"/>
                  </a:cubicBezTo>
                  <a:cubicBezTo>
                    <a:pt x="49" y="88"/>
                    <a:pt x="49" y="88"/>
                    <a:pt x="49" y="88"/>
                  </a:cubicBezTo>
                  <a:lnTo>
                    <a:pt x="49" y="100"/>
                  </a:lnTo>
                  <a:close/>
                  <a:moveTo>
                    <a:pt x="49" y="79"/>
                  </a:moveTo>
                  <a:cubicBezTo>
                    <a:pt x="30" y="79"/>
                    <a:pt x="30" y="79"/>
                    <a:pt x="30" y="79"/>
                  </a:cubicBezTo>
                  <a:cubicBezTo>
                    <a:pt x="30" y="67"/>
                    <a:pt x="30" y="67"/>
                    <a:pt x="30" y="67"/>
                  </a:cubicBezTo>
                  <a:cubicBezTo>
                    <a:pt x="49" y="67"/>
                    <a:pt x="49" y="67"/>
                    <a:pt x="49" y="67"/>
                  </a:cubicBezTo>
                  <a:lnTo>
                    <a:pt x="49" y="79"/>
                  </a:lnTo>
                  <a:close/>
                  <a:moveTo>
                    <a:pt x="49" y="59"/>
                  </a:moveTo>
                  <a:cubicBezTo>
                    <a:pt x="30" y="59"/>
                    <a:pt x="30" y="59"/>
                    <a:pt x="30" y="59"/>
                  </a:cubicBezTo>
                  <a:cubicBezTo>
                    <a:pt x="30" y="46"/>
                    <a:pt x="30" y="46"/>
                    <a:pt x="30" y="46"/>
                  </a:cubicBezTo>
                  <a:cubicBezTo>
                    <a:pt x="49" y="46"/>
                    <a:pt x="49" y="46"/>
                    <a:pt x="49" y="46"/>
                  </a:cubicBezTo>
                  <a:lnTo>
                    <a:pt x="49" y="59"/>
                  </a:lnTo>
                  <a:close/>
                  <a:moveTo>
                    <a:pt x="49" y="38"/>
                  </a:moveTo>
                  <a:cubicBezTo>
                    <a:pt x="30" y="38"/>
                    <a:pt x="30" y="38"/>
                    <a:pt x="30" y="38"/>
                  </a:cubicBezTo>
                  <a:cubicBezTo>
                    <a:pt x="30" y="25"/>
                    <a:pt x="30" y="25"/>
                    <a:pt x="30" y="25"/>
                  </a:cubicBezTo>
                  <a:cubicBezTo>
                    <a:pt x="49" y="25"/>
                    <a:pt x="49" y="25"/>
                    <a:pt x="49" y="25"/>
                  </a:cubicBezTo>
                  <a:lnTo>
                    <a:pt x="49" y="38"/>
                  </a:lnTo>
                  <a:close/>
                </a:path>
              </a:pathLst>
            </a:custGeom>
            <a:solidFill>
              <a:srgbClr val="9FC628"/>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14" name="Freeform 115"/>
            <p:cNvSpPr>
              <a:spLocks/>
            </p:cNvSpPr>
            <p:nvPr/>
          </p:nvSpPr>
          <p:spPr bwMode="auto">
            <a:xfrm>
              <a:off x="3182938" y="1600200"/>
              <a:ext cx="120650" cy="57150"/>
            </a:xfrm>
            <a:custGeom>
              <a:avLst/>
              <a:gdLst>
                <a:gd name="T0" fmla="*/ 54 w 55"/>
                <a:gd name="T1" fmla="*/ 25 h 26"/>
                <a:gd name="T2" fmla="*/ 44 w 55"/>
                <a:gd name="T3" fmla="*/ 16 h 26"/>
                <a:gd name="T4" fmla="*/ 44 w 55"/>
                <a:gd name="T5" fmla="*/ 5 h 26"/>
                <a:gd name="T6" fmla="*/ 42 w 55"/>
                <a:gd name="T7" fmla="*/ 3 h 26"/>
                <a:gd name="T8" fmla="*/ 38 w 55"/>
                <a:gd name="T9" fmla="*/ 3 h 26"/>
                <a:gd name="T10" fmla="*/ 36 w 55"/>
                <a:gd name="T11" fmla="*/ 5 h 26"/>
                <a:gd name="T12" fmla="*/ 36 w 55"/>
                <a:gd name="T13" fmla="*/ 8 h 26"/>
                <a:gd name="T14" fmla="*/ 28 w 55"/>
                <a:gd name="T15" fmla="*/ 1 h 26"/>
                <a:gd name="T16" fmla="*/ 26 w 55"/>
                <a:gd name="T17" fmla="*/ 1 h 26"/>
                <a:gd name="T18" fmla="*/ 1 w 55"/>
                <a:gd name="T19" fmla="*/ 25 h 26"/>
                <a:gd name="T20" fmla="*/ 1 w 55"/>
                <a:gd name="T21" fmla="*/ 26 h 26"/>
                <a:gd name="T22" fmla="*/ 54 w 55"/>
                <a:gd name="T23" fmla="*/ 26 h 26"/>
                <a:gd name="T24" fmla="*/ 54 w 55"/>
                <a:gd name="T25" fmla="*/ 25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5" h="26">
                  <a:moveTo>
                    <a:pt x="54" y="25"/>
                  </a:moveTo>
                  <a:cubicBezTo>
                    <a:pt x="44" y="16"/>
                    <a:pt x="44" y="16"/>
                    <a:pt x="44" y="16"/>
                  </a:cubicBezTo>
                  <a:cubicBezTo>
                    <a:pt x="44" y="5"/>
                    <a:pt x="44" y="5"/>
                    <a:pt x="44" y="5"/>
                  </a:cubicBezTo>
                  <a:cubicBezTo>
                    <a:pt x="44" y="4"/>
                    <a:pt x="43" y="3"/>
                    <a:pt x="42" y="3"/>
                  </a:cubicBezTo>
                  <a:cubicBezTo>
                    <a:pt x="38" y="3"/>
                    <a:pt x="38" y="3"/>
                    <a:pt x="38" y="3"/>
                  </a:cubicBezTo>
                  <a:cubicBezTo>
                    <a:pt x="37" y="3"/>
                    <a:pt x="36" y="4"/>
                    <a:pt x="36" y="5"/>
                  </a:cubicBezTo>
                  <a:cubicBezTo>
                    <a:pt x="36" y="8"/>
                    <a:pt x="36" y="8"/>
                    <a:pt x="36" y="8"/>
                  </a:cubicBezTo>
                  <a:cubicBezTo>
                    <a:pt x="28" y="1"/>
                    <a:pt x="28" y="1"/>
                    <a:pt x="28" y="1"/>
                  </a:cubicBezTo>
                  <a:cubicBezTo>
                    <a:pt x="28" y="0"/>
                    <a:pt x="27" y="0"/>
                    <a:pt x="26" y="1"/>
                  </a:cubicBezTo>
                  <a:cubicBezTo>
                    <a:pt x="1" y="25"/>
                    <a:pt x="1" y="25"/>
                    <a:pt x="1" y="25"/>
                  </a:cubicBezTo>
                  <a:cubicBezTo>
                    <a:pt x="0" y="25"/>
                    <a:pt x="0" y="26"/>
                    <a:pt x="1" y="26"/>
                  </a:cubicBezTo>
                  <a:cubicBezTo>
                    <a:pt x="54" y="26"/>
                    <a:pt x="54" y="26"/>
                    <a:pt x="54" y="26"/>
                  </a:cubicBezTo>
                  <a:cubicBezTo>
                    <a:pt x="55" y="26"/>
                    <a:pt x="55" y="25"/>
                    <a:pt x="54" y="25"/>
                  </a:cubicBezTo>
                  <a:close/>
                </a:path>
              </a:pathLst>
            </a:custGeom>
            <a:solidFill>
              <a:srgbClr val="9FC628"/>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sp>
        <p:nvSpPr>
          <p:cNvPr id="115" name="文本框 114"/>
          <p:cNvSpPr txBox="1"/>
          <p:nvPr/>
        </p:nvSpPr>
        <p:spPr>
          <a:xfrm>
            <a:off x="926419" y="5579293"/>
            <a:ext cx="2856518" cy="830997"/>
          </a:xfrm>
          <a:prstGeom prst="rect">
            <a:avLst/>
          </a:prstGeom>
          <a:noFill/>
        </p:spPr>
        <p:txBody>
          <a:bodyPr wrap="square" rtlCol="0">
            <a:spAutoFit/>
          </a:bodyPr>
          <a:lstStyle/>
          <a:p>
            <a:pPr algn="r">
              <a:lnSpc>
                <a:spcPct val="120000"/>
              </a:lnSpc>
            </a:pPr>
            <a:r>
              <a:rPr lang="zh-CN" altLang="en-US" sz="2400" b="1" dirty="0">
                <a:solidFill>
                  <a:srgbClr val="CF0099"/>
                </a:solidFill>
              </a:rPr>
              <a:t>添加标题</a:t>
            </a:r>
            <a:endParaRPr lang="en-US" altLang="zh-CN" sz="2400" b="1" dirty="0">
              <a:solidFill>
                <a:srgbClr val="CF0099"/>
              </a:solidFill>
            </a:endParaRPr>
          </a:p>
          <a:p>
            <a:pPr algn="r">
              <a:lnSpc>
                <a:spcPct val="120000"/>
              </a:lnSpc>
            </a:pPr>
            <a:r>
              <a:rPr lang="zh-CN" altLang="en-US" sz="1600" dirty="0">
                <a:solidFill>
                  <a:schemeClr val="tx1">
                    <a:lumMod val="65000"/>
                    <a:lumOff val="35000"/>
                  </a:schemeClr>
                </a:solidFill>
              </a:rPr>
              <a:t>添加内容添加内容</a:t>
            </a:r>
          </a:p>
        </p:txBody>
      </p:sp>
      <p:grpSp>
        <p:nvGrpSpPr>
          <p:cNvPr id="116" name="组合 48"/>
          <p:cNvGrpSpPr/>
          <p:nvPr/>
        </p:nvGrpSpPr>
        <p:grpSpPr>
          <a:xfrm>
            <a:off x="4194498" y="5657646"/>
            <a:ext cx="333375" cy="414338"/>
            <a:chOff x="7206134" y="2670175"/>
            <a:chExt cx="333375" cy="414338"/>
          </a:xfrm>
          <a:solidFill>
            <a:srgbClr val="CF0099"/>
          </a:solidFill>
        </p:grpSpPr>
        <p:sp>
          <p:nvSpPr>
            <p:cNvPr id="117" name="Freeform 84"/>
            <p:cNvSpPr>
              <a:spLocks/>
            </p:cNvSpPr>
            <p:nvPr/>
          </p:nvSpPr>
          <p:spPr bwMode="auto">
            <a:xfrm>
              <a:off x="7358534" y="2852738"/>
              <a:ext cx="25400" cy="31750"/>
            </a:xfrm>
            <a:custGeom>
              <a:avLst/>
              <a:gdLst>
                <a:gd name="T0" fmla="*/ 7 w 13"/>
                <a:gd name="T1" fmla="*/ 0 h 16"/>
                <a:gd name="T2" fmla="*/ 0 w 13"/>
                <a:gd name="T3" fmla="*/ 6 h 16"/>
                <a:gd name="T4" fmla="*/ 7 w 13"/>
                <a:gd name="T5" fmla="*/ 16 h 16"/>
                <a:gd name="T6" fmla="*/ 13 w 13"/>
                <a:gd name="T7" fmla="*/ 6 h 16"/>
                <a:gd name="T8" fmla="*/ 7 w 13"/>
                <a:gd name="T9" fmla="*/ 0 h 16"/>
              </a:gdLst>
              <a:ahLst/>
              <a:cxnLst>
                <a:cxn ang="0">
                  <a:pos x="T0" y="T1"/>
                </a:cxn>
                <a:cxn ang="0">
                  <a:pos x="T2" y="T3"/>
                </a:cxn>
                <a:cxn ang="0">
                  <a:pos x="T4" y="T5"/>
                </a:cxn>
                <a:cxn ang="0">
                  <a:pos x="T6" y="T7"/>
                </a:cxn>
                <a:cxn ang="0">
                  <a:pos x="T8" y="T9"/>
                </a:cxn>
              </a:cxnLst>
              <a:rect l="0" t="0" r="r" b="b"/>
              <a:pathLst>
                <a:path w="13" h="16">
                  <a:moveTo>
                    <a:pt x="7" y="0"/>
                  </a:moveTo>
                  <a:cubicBezTo>
                    <a:pt x="6" y="0"/>
                    <a:pt x="1" y="0"/>
                    <a:pt x="0" y="6"/>
                  </a:cubicBezTo>
                  <a:cubicBezTo>
                    <a:pt x="0" y="10"/>
                    <a:pt x="4" y="14"/>
                    <a:pt x="7" y="16"/>
                  </a:cubicBezTo>
                  <a:cubicBezTo>
                    <a:pt x="9" y="14"/>
                    <a:pt x="13" y="9"/>
                    <a:pt x="13" y="6"/>
                  </a:cubicBezTo>
                  <a:cubicBezTo>
                    <a:pt x="12" y="0"/>
                    <a:pt x="7"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CF0099"/>
                </a:solidFill>
              </a:endParaRPr>
            </a:p>
          </p:txBody>
        </p:sp>
        <p:sp>
          <p:nvSpPr>
            <p:cNvPr id="118" name="Freeform 85"/>
            <p:cNvSpPr>
              <a:spLocks/>
            </p:cNvSpPr>
            <p:nvPr/>
          </p:nvSpPr>
          <p:spPr bwMode="auto">
            <a:xfrm>
              <a:off x="7306146" y="2884488"/>
              <a:ext cx="19050" cy="25400"/>
            </a:xfrm>
            <a:custGeom>
              <a:avLst/>
              <a:gdLst>
                <a:gd name="T0" fmla="*/ 5 w 10"/>
                <a:gd name="T1" fmla="*/ 1 h 12"/>
                <a:gd name="T2" fmla="*/ 2 w 10"/>
                <a:gd name="T3" fmla="*/ 1 h 12"/>
                <a:gd name="T4" fmla="*/ 1 w 10"/>
                <a:gd name="T5" fmla="*/ 2 h 12"/>
                <a:gd name="T6" fmla="*/ 0 w 10"/>
                <a:gd name="T7" fmla="*/ 5 h 12"/>
                <a:gd name="T8" fmla="*/ 9 w 10"/>
                <a:gd name="T9" fmla="*/ 12 h 12"/>
                <a:gd name="T10" fmla="*/ 10 w 10"/>
                <a:gd name="T11" fmla="*/ 12 h 12"/>
                <a:gd name="T12" fmla="*/ 5 w 10"/>
                <a:gd name="T13" fmla="*/ 1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5" y="1"/>
                  </a:moveTo>
                  <a:cubicBezTo>
                    <a:pt x="4" y="0"/>
                    <a:pt x="3" y="0"/>
                    <a:pt x="2" y="1"/>
                  </a:cubicBezTo>
                  <a:cubicBezTo>
                    <a:pt x="2" y="1"/>
                    <a:pt x="1" y="1"/>
                    <a:pt x="1" y="2"/>
                  </a:cubicBezTo>
                  <a:cubicBezTo>
                    <a:pt x="0" y="3"/>
                    <a:pt x="0" y="4"/>
                    <a:pt x="0" y="5"/>
                  </a:cubicBezTo>
                  <a:cubicBezTo>
                    <a:pt x="1" y="8"/>
                    <a:pt x="4" y="11"/>
                    <a:pt x="9" y="12"/>
                  </a:cubicBezTo>
                  <a:cubicBezTo>
                    <a:pt x="10" y="12"/>
                    <a:pt x="10" y="12"/>
                    <a:pt x="10" y="12"/>
                  </a:cubicBezTo>
                  <a:cubicBezTo>
                    <a:pt x="8" y="3"/>
                    <a:pt x="6" y="1"/>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CF0099"/>
                </a:solidFill>
              </a:endParaRPr>
            </a:p>
          </p:txBody>
        </p:sp>
        <p:sp>
          <p:nvSpPr>
            <p:cNvPr id="119" name="Freeform 86"/>
            <p:cNvSpPr>
              <a:spLocks/>
            </p:cNvSpPr>
            <p:nvPr/>
          </p:nvSpPr>
          <p:spPr bwMode="auto">
            <a:xfrm>
              <a:off x="7417271" y="2884488"/>
              <a:ext cx="20638" cy="23813"/>
            </a:xfrm>
            <a:custGeom>
              <a:avLst/>
              <a:gdLst>
                <a:gd name="T0" fmla="*/ 8 w 10"/>
                <a:gd name="T1" fmla="*/ 0 h 11"/>
                <a:gd name="T2" fmla="*/ 6 w 10"/>
                <a:gd name="T3" fmla="*/ 0 h 11"/>
                <a:gd name="T4" fmla="*/ 0 w 10"/>
                <a:gd name="T5" fmla="*/ 11 h 11"/>
                <a:gd name="T6" fmla="*/ 2 w 10"/>
                <a:gd name="T7" fmla="*/ 11 h 11"/>
                <a:gd name="T8" fmla="*/ 10 w 10"/>
                <a:gd name="T9" fmla="*/ 4 h 11"/>
                <a:gd name="T10" fmla="*/ 8 w 10"/>
                <a:gd name="T11" fmla="*/ 0 h 11"/>
              </a:gdLst>
              <a:ahLst/>
              <a:cxnLst>
                <a:cxn ang="0">
                  <a:pos x="T0" y="T1"/>
                </a:cxn>
                <a:cxn ang="0">
                  <a:pos x="T2" y="T3"/>
                </a:cxn>
                <a:cxn ang="0">
                  <a:pos x="T4" y="T5"/>
                </a:cxn>
                <a:cxn ang="0">
                  <a:pos x="T6" y="T7"/>
                </a:cxn>
                <a:cxn ang="0">
                  <a:pos x="T8" y="T9"/>
                </a:cxn>
                <a:cxn ang="0">
                  <a:pos x="T10" y="T11"/>
                </a:cxn>
              </a:cxnLst>
              <a:rect l="0" t="0" r="r" b="b"/>
              <a:pathLst>
                <a:path w="10" h="11">
                  <a:moveTo>
                    <a:pt x="8" y="0"/>
                  </a:moveTo>
                  <a:cubicBezTo>
                    <a:pt x="7" y="0"/>
                    <a:pt x="7" y="0"/>
                    <a:pt x="6" y="0"/>
                  </a:cubicBezTo>
                  <a:cubicBezTo>
                    <a:pt x="5" y="1"/>
                    <a:pt x="2" y="3"/>
                    <a:pt x="0" y="11"/>
                  </a:cubicBezTo>
                  <a:cubicBezTo>
                    <a:pt x="1" y="11"/>
                    <a:pt x="1" y="11"/>
                    <a:pt x="2" y="11"/>
                  </a:cubicBezTo>
                  <a:cubicBezTo>
                    <a:pt x="7" y="10"/>
                    <a:pt x="10" y="7"/>
                    <a:pt x="10" y="4"/>
                  </a:cubicBezTo>
                  <a:cubicBezTo>
                    <a:pt x="10" y="3"/>
                    <a:pt x="10"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CF0099"/>
                </a:solidFill>
              </a:endParaRPr>
            </a:p>
          </p:txBody>
        </p:sp>
        <p:sp>
          <p:nvSpPr>
            <p:cNvPr id="120" name="Freeform 87"/>
            <p:cNvSpPr>
              <a:spLocks noEditPoints="1"/>
            </p:cNvSpPr>
            <p:nvPr/>
          </p:nvSpPr>
          <p:spPr bwMode="auto">
            <a:xfrm>
              <a:off x="7242646" y="2759075"/>
              <a:ext cx="257175" cy="276225"/>
            </a:xfrm>
            <a:custGeom>
              <a:avLst/>
              <a:gdLst>
                <a:gd name="T0" fmla="*/ 115 w 127"/>
                <a:gd name="T1" fmla="*/ 37 h 136"/>
                <a:gd name="T2" fmla="*/ 64 w 127"/>
                <a:gd name="T3" fmla="*/ 3 h 136"/>
                <a:gd name="T4" fmla="*/ 13 w 127"/>
                <a:gd name="T5" fmla="*/ 37 h 136"/>
                <a:gd name="T6" fmla="*/ 39 w 127"/>
                <a:gd name="T7" fmla="*/ 114 h 136"/>
                <a:gd name="T8" fmla="*/ 39 w 127"/>
                <a:gd name="T9" fmla="*/ 136 h 136"/>
                <a:gd name="T10" fmla="*/ 64 w 127"/>
                <a:gd name="T11" fmla="*/ 136 h 136"/>
                <a:gd name="T12" fmla="*/ 88 w 127"/>
                <a:gd name="T13" fmla="*/ 136 h 136"/>
                <a:gd name="T14" fmla="*/ 89 w 127"/>
                <a:gd name="T15" fmla="*/ 114 h 136"/>
                <a:gd name="T16" fmla="*/ 115 w 127"/>
                <a:gd name="T17" fmla="*/ 37 h 136"/>
                <a:gd name="T18" fmla="*/ 85 w 127"/>
                <a:gd name="T19" fmla="*/ 78 h 136"/>
                <a:gd name="T20" fmla="*/ 84 w 127"/>
                <a:gd name="T21" fmla="*/ 85 h 136"/>
                <a:gd name="T22" fmla="*/ 76 w 127"/>
                <a:gd name="T23" fmla="*/ 132 h 136"/>
                <a:gd name="T24" fmla="*/ 72 w 127"/>
                <a:gd name="T25" fmla="*/ 131 h 136"/>
                <a:gd name="T26" fmla="*/ 80 w 127"/>
                <a:gd name="T27" fmla="*/ 84 h 136"/>
                <a:gd name="T28" fmla="*/ 81 w 127"/>
                <a:gd name="T29" fmla="*/ 77 h 136"/>
                <a:gd name="T30" fmla="*/ 64 w 127"/>
                <a:gd name="T31" fmla="*/ 68 h 136"/>
                <a:gd name="T32" fmla="*/ 47 w 127"/>
                <a:gd name="T33" fmla="*/ 77 h 136"/>
                <a:gd name="T34" fmla="*/ 48 w 127"/>
                <a:gd name="T35" fmla="*/ 85 h 136"/>
                <a:gd name="T36" fmla="*/ 55 w 127"/>
                <a:gd name="T37" fmla="*/ 131 h 136"/>
                <a:gd name="T38" fmla="*/ 51 w 127"/>
                <a:gd name="T39" fmla="*/ 132 h 136"/>
                <a:gd name="T40" fmla="*/ 44 w 127"/>
                <a:gd name="T41" fmla="*/ 85 h 136"/>
                <a:gd name="T42" fmla="*/ 43 w 127"/>
                <a:gd name="T43" fmla="*/ 78 h 136"/>
                <a:gd name="T44" fmla="*/ 40 w 127"/>
                <a:gd name="T45" fmla="*/ 78 h 136"/>
                <a:gd name="T46" fmla="*/ 27 w 127"/>
                <a:gd name="T47" fmla="*/ 67 h 136"/>
                <a:gd name="T48" fmla="*/ 31 w 127"/>
                <a:gd name="T49" fmla="*/ 59 h 136"/>
                <a:gd name="T50" fmla="*/ 38 w 127"/>
                <a:gd name="T51" fmla="*/ 59 h 136"/>
                <a:gd name="T52" fmla="*/ 46 w 127"/>
                <a:gd name="T53" fmla="*/ 73 h 136"/>
                <a:gd name="T54" fmla="*/ 60 w 127"/>
                <a:gd name="T55" fmla="*/ 65 h 136"/>
                <a:gd name="T56" fmla="*/ 53 w 127"/>
                <a:gd name="T57" fmla="*/ 52 h 136"/>
                <a:gd name="T58" fmla="*/ 64 w 127"/>
                <a:gd name="T59" fmla="*/ 41 h 136"/>
                <a:gd name="T60" fmla="*/ 75 w 127"/>
                <a:gd name="T61" fmla="*/ 51 h 136"/>
                <a:gd name="T62" fmla="*/ 67 w 127"/>
                <a:gd name="T63" fmla="*/ 65 h 136"/>
                <a:gd name="T64" fmla="*/ 82 w 127"/>
                <a:gd name="T65" fmla="*/ 73 h 136"/>
                <a:gd name="T66" fmla="*/ 90 w 127"/>
                <a:gd name="T67" fmla="*/ 58 h 136"/>
                <a:gd name="T68" fmla="*/ 96 w 127"/>
                <a:gd name="T69" fmla="*/ 58 h 136"/>
                <a:gd name="T70" fmla="*/ 101 w 127"/>
                <a:gd name="T71" fmla="*/ 67 h 136"/>
                <a:gd name="T72" fmla="*/ 88 w 127"/>
                <a:gd name="T73" fmla="*/ 78 h 136"/>
                <a:gd name="T74" fmla="*/ 85 w 127"/>
                <a:gd name="T75"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7" h="136">
                  <a:moveTo>
                    <a:pt x="115" y="37"/>
                  </a:moveTo>
                  <a:cubicBezTo>
                    <a:pt x="102" y="0"/>
                    <a:pt x="64" y="3"/>
                    <a:pt x="64" y="3"/>
                  </a:cubicBezTo>
                  <a:cubicBezTo>
                    <a:pt x="64" y="3"/>
                    <a:pt x="26" y="0"/>
                    <a:pt x="13" y="37"/>
                  </a:cubicBezTo>
                  <a:cubicBezTo>
                    <a:pt x="0" y="70"/>
                    <a:pt x="37" y="103"/>
                    <a:pt x="39" y="114"/>
                  </a:cubicBezTo>
                  <a:cubicBezTo>
                    <a:pt x="40" y="125"/>
                    <a:pt x="39" y="136"/>
                    <a:pt x="39" y="136"/>
                  </a:cubicBezTo>
                  <a:cubicBezTo>
                    <a:pt x="64" y="136"/>
                    <a:pt x="64" y="136"/>
                    <a:pt x="64" y="136"/>
                  </a:cubicBezTo>
                  <a:cubicBezTo>
                    <a:pt x="88" y="136"/>
                    <a:pt x="88" y="136"/>
                    <a:pt x="88" y="136"/>
                  </a:cubicBezTo>
                  <a:cubicBezTo>
                    <a:pt x="88" y="136"/>
                    <a:pt x="87" y="125"/>
                    <a:pt x="89" y="114"/>
                  </a:cubicBezTo>
                  <a:cubicBezTo>
                    <a:pt x="91" y="103"/>
                    <a:pt x="127" y="70"/>
                    <a:pt x="115" y="37"/>
                  </a:cubicBezTo>
                  <a:close/>
                  <a:moveTo>
                    <a:pt x="85" y="78"/>
                  </a:moveTo>
                  <a:cubicBezTo>
                    <a:pt x="85" y="80"/>
                    <a:pt x="85" y="82"/>
                    <a:pt x="84" y="85"/>
                  </a:cubicBezTo>
                  <a:cubicBezTo>
                    <a:pt x="82" y="102"/>
                    <a:pt x="76" y="131"/>
                    <a:pt x="76" y="132"/>
                  </a:cubicBezTo>
                  <a:cubicBezTo>
                    <a:pt x="72" y="131"/>
                    <a:pt x="72" y="131"/>
                    <a:pt x="72" y="131"/>
                  </a:cubicBezTo>
                  <a:cubicBezTo>
                    <a:pt x="72" y="131"/>
                    <a:pt x="78" y="101"/>
                    <a:pt x="80" y="84"/>
                  </a:cubicBezTo>
                  <a:cubicBezTo>
                    <a:pt x="80" y="82"/>
                    <a:pt x="80" y="80"/>
                    <a:pt x="81" y="77"/>
                  </a:cubicBezTo>
                  <a:cubicBezTo>
                    <a:pt x="74" y="75"/>
                    <a:pt x="67" y="70"/>
                    <a:pt x="64" y="68"/>
                  </a:cubicBezTo>
                  <a:cubicBezTo>
                    <a:pt x="61" y="70"/>
                    <a:pt x="54" y="75"/>
                    <a:pt x="47" y="77"/>
                  </a:cubicBezTo>
                  <a:cubicBezTo>
                    <a:pt x="48" y="80"/>
                    <a:pt x="48" y="82"/>
                    <a:pt x="48" y="85"/>
                  </a:cubicBezTo>
                  <a:cubicBezTo>
                    <a:pt x="51" y="102"/>
                    <a:pt x="55" y="131"/>
                    <a:pt x="55" y="131"/>
                  </a:cubicBezTo>
                  <a:cubicBezTo>
                    <a:pt x="51" y="132"/>
                    <a:pt x="51" y="132"/>
                    <a:pt x="51" y="132"/>
                  </a:cubicBezTo>
                  <a:cubicBezTo>
                    <a:pt x="51" y="131"/>
                    <a:pt x="46" y="102"/>
                    <a:pt x="44" y="85"/>
                  </a:cubicBezTo>
                  <a:cubicBezTo>
                    <a:pt x="43" y="83"/>
                    <a:pt x="43" y="80"/>
                    <a:pt x="43" y="78"/>
                  </a:cubicBezTo>
                  <a:cubicBezTo>
                    <a:pt x="42" y="78"/>
                    <a:pt x="41" y="78"/>
                    <a:pt x="40" y="78"/>
                  </a:cubicBezTo>
                  <a:cubicBezTo>
                    <a:pt x="32" y="77"/>
                    <a:pt x="27" y="72"/>
                    <a:pt x="27" y="67"/>
                  </a:cubicBezTo>
                  <a:cubicBezTo>
                    <a:pt x="26" y="64"/>
                    <a:pt x="28" y="60"/>
                    <a:pt x="31" y="59"/>
                  </a:cubicBezTo>
                  <a:cubicBezTo>
                    <a:pt x="33" y="58"/>
                    <a:pt x="36" y="58"/>
                    <a:pt x="38" y="59"/>
                  </a:cubicBezTo>
                  <a:cubicBezTo>
                    <a:pt x="42" y="61"/>
                    <a:pt x="44" y="67"/>
                    <a:pt x="46" y="73"/>
                  </a:cubicBezTo>
                  <a:cubicBezTo>
                    <a:pt x="52" y="71"/>
                    <a:pt x="57" y="67"/>
                    <a:pt x="60" y="65"/>
                  </a:cubicBezTo>
                  <a:cubicBezTo>
                    <a:pt x="57" y="62"/>
                    <a:pt x="52" y="57"/>
                    <a:pt x="53" y="52"/>
                  </a:cubicBezTo>
                  <a:cubicBezTo>
                    <a:pt x="53" y="43"/>
                    <a:pt x="60" y="41"/>
                    <a:pt x="64" y="41"/>
                  </a:cubicBezTo>
                  <a:cubicBezTo>
                    <a:pt x="67" y="41"/>
                    <a:pt x="74" y="43"/>
                    <a:pt x="75" y="51"/>
                  </a:cubicBezTo>
                  <a:cubicBezTo>
                    <a:pt x="75" y="57"/>
                    <a:pt x="71" y="62"/>
                    <a:pt x="67" y="65"/>
                  </a:cubicBezTo>
                  <a:cubicBezTo>
                    <a:pt x="70" y="67"/>
                    <a:pt x="76" y="71"/>
                    <a:pt x="82" y="73"/>
                  </a:cubicBezTo>
                  <a:cubicBezTo>
                    <a:pt x="83" y="66"/>
                    <a:pt x="86" y="60"/>
                    <a:pt x="90" y="58"/>
                  </a:cubicBezTo>
                  <a:cubicBezTo>
                    <a:pt x="92" y="57"/>
                    <a:pt x="94" y="57"/>
                    <a:pt x="96" y="58"/>
                  </a:cubicBezTo>
                  <a:cubicBezTo>
                    <a:pt x="100" y="59"/>
                    <a:pt x="101" y="63"/>
                    <a:pt x="101" y="67"/>
                  </a:cubicBezTo>
                  <a:cubicBezTo>
                    <a:pt x="100" y="71"/>
                    <a:pt x="96" y="76"/>
                    <a:pt x="88" y="78"/>
                  </a:cubicBezTo>
                  <a:cubicBezTo>
                    <a:pt x="87" y="78"/>
                    <a:pt x="86" y="78"/>
                    <a:pt x="85"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CF0099"/>
                </a:solidFill>
              </a:endParaRPr>
            </a:p>
          </p:txBody>
        </p:sp>
        <p:sp>
          <p:nvSpPr>
            <p:cNvPr id="121" name="Rectangle 88"/>
            <p:cNvSpPr>
              <a:spLocks noChangeArrowheads="1"/>
            </p:cNvSpPr>
            <p:nvPr/>
          </p:nvSpPr>
          <p:spPr bwMode="auto">
            <a:xfrm>
              <a:off x="7322021" y="3057525"/>
              <a:ext cx="98425" cy="269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CF0099"/>
                </a:solidFill>
              </a:endParaRPr>
            </a:p>
          </p:txBody>
        </p:sp>
        <p:sp>
          <p:nvSpPr>
            <p:cNvPr id="122" name="Freeform 89"/>
            <p:cNvSpPr>
              <a:spLocks/>
            </p:cNvSpPr>
            <p:nvPr/>
          </p:nvSpPr>
          <p:spPr bwMode="auto">
            <a:xfrm>
              <a:off x="7364884" y="2670175"/>
              <a:ext cx="15875" cy="74613"/>
            </a:xfrm>
            <a:custGeom>
              <a:avLst/>
              <a:gdLst>
                <a:gd name="T0" fmla="*/ 4 w 8"/>
                <a:gd name="T1" fmla="*/ 37 h 37"/>
                <a:gd name="T2" fmla="*/ 0 w 8"/>
                <a:gd name="T3" fmla="*/ 33 h 37"/>
                <a:gd name="T4" fmla="*/ 0 w 8"/>
                <a:gd name="T5" fmla="*/ 4 h 37"/>
                <a:gd name="T6" fmla="*/ 4 w 8"/>
                <a:gd name="T7" fmla="*/ 0 h 37"/>
                <a:gd name="T8" fmla="*/ 8 w 8"/>
                <a:gd name="T9" fmla="*/ 4 h 37"/>
                <a:gd name="T10" fmla="*/ 8 w 8"/>
                <a:gd name="T11" fmla="*/ 33 h 37"/>
                <a:gd name="T12" fmla="*/ 4 w 8"/>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8" h="37">
                  <a:moveTo>
                    <a:pt x="4" y="37"/>
                  </a:moveTo>
                  <a:cubicBezTo>
                    <a:pt x="1" y="37"/>
                    <a:pt x="0" y="35"/>
                    <a:pt x="0" y="33"/>
                  </a:cubicBezTo>
                  <a:cubicBezTo>
                    <a:pt x="0" y="4"/>
                    <a:pt x="0" y="4"/>
                    <a:pt x="0" y="4"/>
                  </a:cubicBezTo>
                  <a:cubicBezTo>
                    <a:pt x="0" y="2"/>
                    <a:pt x="1" y="0"/>
                    <a:pt x="4" y="0"/>
                  </a:cubicBezTo>
                  <a:cubicBezTo>
                    <a:pt x="6" y="0"/>
                    <a:pt x="8" y="2"/>
                    <a:pt x="8" y="4"/>
                  </a:cubicBezTo>
                  <a:cubicBezTo>
                    <a:pt x="8" y="33"/>
                    <a:pt x="8" y="33"/>
                    <a:pt x="8" y="33"/>
                  </a:cubicBezTo>
                  <a:cubicBezTo>
                    <a:pt x="8" y="35"/>
                    <a:pt x="6" y="37"/>
                    <a:pt x="4"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CF0099"/>
                </a:solidFill>
              </a:endParaRPr>
            </a:p>
          </p:txBody>
        </p:sp>
        <p:sp>
          <p:nvSpPr>
            <p:cNvPr id="123" name="Freeform 90"/>
            <p:cNvSpPr>
              <a:spLocks/>
            </p:cNvSpPr>
            <p:nvPr/>
          </p:nvSpPr>
          <p:spPr bwMode="auto">
            <a:xfrm>
              <a:off x="7277571" y="2706688"/>
              <a:ext cx="46038" cy="55563"/>
            </a:xfrm>
            <a:custGeom>
              <a:avLst/>
              <a:gdLst>
                <a:gd name="T0" fmla="*/ 19 w 23"/>
                <a:gd name="T1" fmla="*/ 27 h 27"/>
                <a:gd name="T2" fmla="*/ 15 w 23"/>
                <a:gd name="T3" fmla="*/ 26 h 27"/>
                <a:gd name="T4" fmla="*/ 1 w 23"/>
                <a:gd name="T5" fmla="*/ 7 h 27"/>
                <a:gd name="T6" fmla="*/ 2 w 23"/>
                <a:gd name="T7" fmla="*/ 1 h 27"/>
                <a:gd name="T8" fmla="*/ 8 w 23"/>
                <a:gd name="T9" fmla="*/ 2 h 27"/>
                <a:gd name="T10" fmla="*/ 22 w 23"/>
                <a:gd name="T11" fmla="*/ 21 h 27"/>
                <a:gd name="T12" fmla="*/ 21 w 23"/>
                <a:gd name="T13" fmla="*/ 27 h 27"/>
                <a:gd name="T14" fmla="*/ 19 w 23"/>
                <a:gd name="T15" fmla="*/ 27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27">
                  <a:moveTo>
                    <a:pt x="19" y="27"/>
                  </a:moveTo>
                  <a:cubicBezTo>
                    <a:pt x="17" y="27"/>
                    <a:pt x="16" y="27"/>
                    <a:pt x="15" y="26"/>
                  </a:cubicBezTo>
                  <a:cubicBezTo>
                    <a:pt x="1" y="7"/>
                    <a:pt x="1" y="7"/>
                    <a:pt x="1" y="7"/>
                  </a:cubicBezTo>
                  <a:cubicBezTo>
                    <a:pt x="0" y="5"/>
                    <a:pt x="0" y="2"/>
                    <a:pt x="2" y="1"/>
                  </a:cubicBezTo>
                  <a:cubicBezTo>
                    <a:pt x="4" y="0"/>
                    <a:pt x="6" y="0"/>
                    <a:pt x="8" y="2"/>
                  </a:cubicBezTo>
                  <a:cubicBezTo>
                    <a:pt x="22" y="21"/>
                    <a:pt x="22" y="21"/>
                    <a:pt x="22" y="21"/>
                  </a:cubicBezTo>
                  <a:cubicBezTo>
                    <a:pt x="23" y="22"/>
                    <a:pt x="23" y="25"/>
                    <a:pt x="21" y="27"/>
                  </a:cubicBezTo>
                  <a:cubicBezTo>
                    <a:pt x="20" y="27"/>
                    <a:pt x="19" y="27"/>
                    <a:pt x="19"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CF0099"/>
                </a:solidFill>
              </a:endParaRPr>
            </a:p>
          </p:txBody>
        </p:sp>
        <p:sp>
          <p:nvSpPr>
            <p:cNvPr id="124" name="Freeform 91"/>
            <p:cNvSpPr>
              <a:spLocks/>
            </p:cNvSpPr>
            <p:nvPr/>
          </p:nvSpPr>
          <p:spPr bwMode="auto">
            <a:xfrm>
              <a:off x="7425209" y="2705100"/>
              <a:ext cx="42863" cy="57150"/>
            </a:xfrm>
            <a:custGeom>
              <a:avLst/>
              <a:gdLst>
                <a:gd name="T0" fmla="*/ 5 w 21"/>
                <a:gd name="T1" fmla="*/ 28 h 28"/>
                <a:gd name="T2" fmla="*/ 3 w 21"/>
                <a:gd name="T3" fmla="*/ 28 h 28"/>
                <a:gd name="T4" fmla="*/ 1 w 21"/>
                <a:gd name="T5" fmla="*/ 22 h 28"/>
                <a:gd name="T6" fmla="*/ 13 w 21"/>
                <a:gd name="T7" fmla="*/ 3 h 28"/>
                <a:gd name="T8" fmla="*/ 18 w 21"/>
                <a:gd name="T9" fmla="*/ 2 h 28"/>
                <a:gd name="T10" fmla="*/ 20 w 21"/>
                <a:gd name="T11" fmla="*/ 7 h 28"/>
                <a:gd name="T12" fmla="*/ 8 w 21"/>
                <a:gd name="T13" fmla="*/ 26 h 28"/>
                <a:gd name="T14" fmla="*/ 5 w 21"/>
                <a:gd name="T15" fmla="*/ 2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8">
                  <a:moveTo>
                    <a:pt x="5" y="28"/>
                  </a:moveTo>
                  <a:cubicBezTo>
                    <a:pt x="4" y="28"/>
                    <a:pt x="3" y="28"/>
                    <a:pt x="3" y="28"/>
                  </a:cubicBezTo>
                  <a:cubicBezTo>
                    <a:pt x="1" y="27"/>
                    <a:pt x="0" y="24"/>
                    <a:pt x="1" y="22"/>
                  </a:cubicBezTo>
                  <a:cubicBezTo>
                    <a:pt x="13" y="3"/>
                    <a:pt x="13" y="3"/>
                    <a:pt x="13" y="3"/>
                  </a:cubicBezTo>
                  <a:cubicBezTo>
                    <a:pt x="14" y="1"/>
                    <a:pt x="16" y="0"/>
                    <a:pt x="18" y="2"/>
                  </a:cubicBezTo>
                  <a:cubicBezTo>
                    <a:pt x="20" y="3"/>
                    <a:pt x="21" y="5"/>
                    <a:pt x="20" y="7"/>
                  </a:cubicBezTo>
                  <a:cubicBezTo>
                    <a:pt x="8" y="26"/>
                    <a:pt x="8" y="26"/>
                    <a:pt x="8" y="26"/>
                  </a:cubicBezTo>
                  <a:cubicBezTo>
                    <a:pt x="8" y="28"/>
                    <a:pt x="6" y="28"/>
                    <a:pt x="5"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CF0099"/>
                </a:solidFill>
              </a:endParaRPr>
            </a:p>
          </p:txBody>
        </p:sp>
        <p:sp>
          <p:nvSpPr>
            <p:cNvPr id="125" name="Freeform 92"/>
            <p:cNvSpPr>
              <a:spLocks/>
            </p:cNvSpPr>
            <p:nvPr/>
          </p:nvSpPr>
          <p:spPr bwMode="auto">
            <a:xfrm>
              <a:off x="7480771" y="2770188"/>
              <a:ext cx="58738" cy="38100"/>
            </a:xfrm>
            <a:custGeom>
              <a:avLst/>
              <a:gdLst>
                <a:gd name="T0" fmla="*/ 5 w 29"/>
                <a:gd name="T1" fmla="*/ 19 h 19"/>
                <a:gd name="T2" fmla="*/ 1 w 29"/>
                <a:gd name="T3" fmla="*/ 17 h 19"/>
                <a:gd name="T4" fmla="*/ 3 w 29"/>
                <a:gd name="T5" fmla="*/ 12 h 19"/>
                <a:gd name="T6" fmla="*/ 22 w 29"/>
                <a:gd name="T7" fmla="*/ 1 h 19"/>
                <a:gd name="T8" fmla="*/ 28 w 29"/>
                <a:gd name="T9" fmla="*/ 3 h 19"/>
                <a:gd name="T10" fmla="*/ 26 w 29"/>
                <a:gd name="T11" fmla="*/ 8 h 19"/>
                <a:gd name="T12" fmla="*/ 7 w 29"/>
                <a:gd name="T13" fmla="*/ 19 h 19"/>
                <a:gd name="T14" fmla="*/ 5 w 29"/>
                <a:gd name="T15" fmla="*/ 19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9">
                  <a:moveTo>
                    <a:pt x="5" y="19"/>
                  </a:moveTo>
                  <a:cubicBezTo>
                    <a:pt x="3" y="19"/>
                    <a:pt x="2" y="19"/>
                    <a:pt x="1" y="17"/>
                  </a:cubicBezTo>
                  <a:cubicBezTo>
                    <a:pt x="0" y="15"/>
                    <a:pt x="1" y="13"/>
                    <a:pt x="3" y="12"/>
                  </a:cubicBezTo>
                  <a:cubicBezTo>
                    <a:pt x="22" y="1"/>
                    <a:pt x="22" y="1"/>
                    <a:pt x="22" y="1"/>
                  </a:cubicBezTo>
                  <a:cubicBezTo>
                    <a:pt x="24" y="0"/>
                    <a:pt x="27" y="0"/>
                    <a:pt x="28" y="3"/>
                  </a:cubicBezTo>
                  <a:cubicBezTo>
                    <a:pt x="29" y="5"/>
                    <a:pt x="28" y="7"/>
                    <a:pt x="26" y="8"/>
                  </a:cubicBezTo>
                  <a:cubicBezTo>
                    <a:pt x="7" y="19"/>
                    <a:pt x="7" y="19"/>
                    <a:pt x="7" y="19"/>
                  </a:cubicBezTo>
                  <a:cubicBezTo>
                    <a:pt x="6" y="19"/>
                    <a:pt x="6" y="19"/>
                    <a:pt x="5"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CF0099"/>
                </a:solidFill>
              </a:endParaRPr>
            </a:p>
          </p:txBody>
        </p:sp>
        <p:sp>
          <p:nvSpPr>
            <p:cNvPr id="126" name="Freeform 93"/>
            <p:cNvSpPr>
              <a:spLocks/>
            </p:cNvSpPr>
            <p:nvPr/>
          </p:nvSpPr>
          <p:spPr bwMode="auto">
            <a:xfrm>
              <a:off x="7206134" y="2770188"/>
              <a:ext cx="57150" cy="38100"/>
            </a:xfrm>
            <a:custGeom>
              <a:avLst/>
              <a:gdLst>
                <a:gd name="T0" fmla="*/ 24 w 28"/>
                <a:gd name="T1" fmla="*/ 19 h 19"/>
                <a:gd name="T2" fmla="*/ 22 w 28"/>
                <a:gd name="T3" fmla="*/ 19 h 19"/>
                <a:gd name="T4" fmla="*/ 2 w 28"/>
                <a:gd name="T5" fmla="*/ 8 h 19"/>
                <a:gd name="T6" fmla="*/ 1 w 28"/>
                <a:gd name="T7" fmla="*/ 3 h 19"/>
                <a:gd name="T8" fmla="*/ 6 w 28"/>
                <a:gd name="T9" fmla="*/ 1 h 19"/>
                <a:gd name="T10" fmla="*/ 26 w 28"/>
                <a:gd name="T11" fmla="*/ 12 h 19"/>
                <a:gd name="T12" fmla="*/ 27 w 28"/>
                <a:gd name="T13" fmla="*/ 17 h 19"/>
                <a:gd name="T14" fmla="*/ 24 w 28"/>
                <a:gd name="T15" fmla="*/ 19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9">
                  <a:moveTo>
                    <a:pt x="24" y="19"/>
                  </a:moveTo>
                  <a:cubicBezTo>
                    <a:pt x="23" y="19"/>
                    <a:pt x="22" y="19"/>
                    <a:pt x="22" y="19"/>
                  </a:cubicBezTo>
                  <a:cubicBezTo>
                    <a:pt x="2" y="8"/>
                    <a:pt x="2" y="8"/>
                    <a:pt x="2" y="8"/>
                  </a:cubicBezTo>
                  <a:cubicBezTo>
                    <a:pt x="0" y="7"/>
                    <a:pt x="0" y="5"/>
                    <a:pt x="1" y="3"/>
                  </a:cubicBezTo>
                  <a:cubicBezTo>
                    <a:pt x="2" y="1"/>
                    <a:pt x="4" y="0"/>
                    <a:pt x="6" y="1"/>
                  </a:cubicBezTo>
                  <a:cubicBezTo>
                    <a:pt x="26" y="12"/>
                    <a:pt x="26" y="12"/>
                    <a:pt x="26" y="12"/>
                  </a:cubicBezTo>
                  <a:cubicBezTo>
                    <a:pt x="28" y="13"/>
                    <a:pt x="28" y="15"/>
                    <a:pt x="27" y="17"/>
                  </a:cubicBezTo>
                  <a:cubicBezTo>
                    <a:pt x="27" y="19"/>
                    <a:pt x="25" y="19"/>
                    <a:pt x="24"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CF0099"/>
                </a:solidFill>
              </a:endParaRPr>
            </a:p>
          </p:txBody>
        </p:sp>
      </p:grpSp>
      <p:grpSp>
        <p:nvGrpSpPr>
          <p:cNvPr id="127" name="组合 59"/>
          <p:cNvGrpSpPr/>
          <p:nvPr/>
        </p:nvGrpSpPr>
        <p:grpSpPr>
          <a:xfrm>
            <a:off x="3947787" y="4343523"/>
            <a:ext cx="448481" cy="427622"/>
            <a:chOff x="5332413" y="374650"/>
            <a:chExt cx="477837" cy="455613"/>
          </a:xfrm>
          <a:solidFill>
            <a:srgbClr val="6D5DA5"/>
          </a:solidFill>
        </p:grpSpPr>
        <p:sp>
          <p:nvSpPr>
            <p:cNvPr id="128" name="Oval 118"/>
            <p:cNvSpPr>
              <a:spLocks noChangeArrowheads="1"/>
            </p:cNvSpPr>
            <p:nvPr/>
          </p:nvSpPr>
          <p:spPr bwMode="auto">
            <a:xfrm>
              <a:off x="5511800" y="754063"/>
              <a:ext cx="76200" cy="76200"/>
            </a:xfrm>
            <a:prstGeom prst="ellipse">
              <a:avLst/>
            </a:prstGeom>
            <a:grp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29" name="Oval 119"/>
            <p:cNvSpPr>
              <a:spLocks noChangeArrowheads="1"/>
            </p:cNvSpPr>
            <p:nvPr/>
          </p:nvSpPr>
          <p:spPr bwMode="auto">
            <a:xfrm>
              <a:off x="5697538" y="754063"/>
              <a:ext cx="73025" cy="76200"/>
            </a:xfrm>
            <a:prstGeom prst="ellipse">
              <a:avLst/>
            </a:prstGeom>
            <a:grp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30" name="Oval 120"/>
            <p:cNvSpPr>
              <a:spLocks noChangeArrowheads="1"/>
            </p:cNvSpPr>
            <p:nvPr/>
          </p:nvSpPr>
          <p:spPr bwMode="auto">
            <a:xfrm>
              <a:off x="5537200" y="541338"/>
              <a:ext cx="46037" cy="46037"/>
            </a:xfrm>
            <a:prstGeom prst="ellipse">
              <a:avLst/>
            </a:prstGeom>
            <a:grp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31" name="Oval 121"/>
            <p:cNvSpPr>
              <a:spLocks noChangeArrowheads="1"/>
            </p:cNvSpPr>
            <p:nvPr/>
          </p:nvSpPr>
          <p:spPr bwMode="auto">
            <a:xfrm>
              <a:off x="5694363" y="541338"/>
              <a:ext cx="47625" cy="46037"/>
            </a:xfrm>
            <a:prstGeom prst="ellipse">
              <a:avLst/>
            </a:prstGeom>
            <a:grp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32" name="Oval 122"/>
            <p:cNvSpPr>
              <a:spLocks noChangeArrowheads="1"/>
            </p:cNvSpPr>
            <p:nvPr/>
          </p:nvSpPr>
          <p:spPr bwMode="auto">
            <a:xfrm>
              <a:off x="5578475" y="615950"/>
              <a:ext cx="46037" cy="46037"/>
            </a:xfrm>
            <a:prstGeom prst="ellipse">
              <a:avLst/>
            </a:prstGeom>
            <a:grp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33" name="Oval 123"/>
            <p:cNvSpPr>
              <a:spLocks noChangeArrowheads="1"/>
            </p:cNvSpPr>
            <p:nvPr/>
          </p:nvSpPr>
          <p:spPr bwMode="auto">
            <a:xfrm>
              <a:off x="5657850" y="615950"/>
              <a:ext cx="46037" cy="46037"/>
            </a:xfrm>
            <a:prstGeom prst="ellipse">
              <a:avLst/>
            </a:prstGeom>
            <a:grp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34" name="Freeform 124"/>
            <p:cNvSpPr>
              <a:spLocks/>
            </p:cNvSpPr>
            <p:nvPr/>
          </p:nvSpPr>
          <p:spPr bwMode="auto">
            <a:xfrm>
              <a:off x="5332413" y="450850"/>
              <a:ext cx="477837" cy="277812"/>
            </a:xfrm>
            <a:custGeom>
              <a:avLst/>
              <a:gdLst>
                <a:gd name="T0" fmla="*/ 216 w 217"/>
                <a:gd name="T1" fmla="*/ 46 h 126"/>
                <a:gd name="T2" fmla="*/ 217 w 217"/>
                <a:gd name="T3" fmla="*/ 48 h 126"/>
                <a:gd name="T4" fmla="*/ 191 w 217"/>
                <a:gd name="T5" fmla="*/ 125 h 126"/>
                <a:gd name="T6" fmla="*/ 189 w 217"/>
                <a:gd name="T7" fmla="*/ 126 h 126"/>
                <a:gd name="T8" fmla="*/ 91 w 217"/>
                <a:gd name="T9" fmla="*/ 126 h 126"/>
                <a:gd name="T10" fmla="*/ 90 w 217"/>
                <a:gd name="T11" fmla="*/ 125 h 126"/>
                <a:gd name="T12" fmla="*/ 47 w 217"/>
                <a:gd name="T13" fmla="*/ 19 h 126"/>
                <a:gd name="T14" fmla="*/ 45 w 217"/>
                <a:gd name="T15" fmla="*/ 17 h 126"/>
                <a:gd name="T16" fmla="*/ 2 w 217"/>
                <a:gd name="T17" fmla="*/ 17 h 126"/>
                <a:gd name="T18" fmla="*/ 0 w 217"/>
                <a:gd name="T19" fmla="*/ 17 h 126"/>
                <a:gd name="T20" fmla="*/ 1 w 217"/>
                <a:gd name="T21" fmla="*/ 1 h 126"/>
                <a:gd name="T22" fmla="*/ 2 w 217"/>
                <a:gd name="T23" fmla="*/ 0 h 126"/>
                <a:gd name="T24" fmla="*/ 57 w 217"/>
                <a:gd name="T25" fmla="*/ 0 h 126"/>
                <a:gd name="T26" fmla="*/ 59 w 217"/>
                <a:gd name="T27" fmla="*/ 1 h 126"/>
                <a:gd name="T28" fmla="*/ 102 w 217"/>
                <a:gd name="T29" fmla="*/ 107 h 126"/>
                <a:gd name="T30" fmla="*/ 103 w 217"/>
                <a:gd name="T31" fmla="*/ 108 h 126"/>
                <a:gd name="T32" fmla="*/ 176 w 217"/>
                <a:gd name="T33" fmla="*/ 108 h 126"/>
                <a:gd name="T34" fmla="*/ 178 w 217"/>
                <a:gd name="T35" fmla="*/ 107 h 126"/>
                <a:gd name="T36" fmla="*/ 200 w 217"/>
                <a:gd name="T37" fmla="*/ 42 h 126"/>
                <a:gd name="T38" fmla="*/ 202 w 217"/>
                <a:gd name="T39" fmla="*/ 41 h 126"/>
                <a:gd name="T40" fmla="*/ 216 w 217"/>
                <a:gd name="T41" fmla="*/ 4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7" h="126">
                  <a:moveTo>
                    <a:pt x="216" y="46"/>
                  </a:moveTo>
                  <a:cubicBezTo>
                    <a:pt x="217" y="47"/>
                    <a:pt x="217" y="47"/>
                    <a:pt x="217" y="48"/>
                  </a:cubicBezTo>
                  <a:cubicBezTo>
                    <a:pt x="191" y="125"/>
                    <a:pt x="191" y="125"/>
                    <a:pt x="191" y="125"/>
                  </a:cubicBezTo>
                  <a:cubicBezTo>
                    <a:pt x="191" y="126"/>
                    <a:pt x="190" y="126"/>
                    <a:pt x="189" y="126"/>
                  </a:cubicBezTo>
                  <a:cubicBezTo>
                    <a:pt x="91" y="126"/>
                    <a:pt x="91" y="126"/>
                    <a:pt x="91" y="126"/>
                  </a:cubicBezTo>
                  <a:cubicBezTo>
                    <a:pt x="91" y="126"/>
                    <a:pt x="90" y="126"/>
                    <a:pt x="90" y="125"/>
                  </a:cubicBezTo>
                  <a:cubicBezTo>
                    <a:pt x="47" y="19"/>
                    <a:pt x="47" y="19"/>
                    <a:pt x="47" y="19"/>
                  </a:cubicBezTo>
                  <a:cubicBezTo>
                    <a:pt x="47" y="18"/>
                    <a:pt x="46" y="17"/>
                    <a:pt x="45" y="17"/>
                  </a:cubicBezTo>
                  <a:cubicBezTo>
                    <a:pt x="2" y="17"/>
                    <a:pt x="2" y="17"/>
                    <a:pt x="2" y="17"/>
                  </a:cubicBezTo>
                  <a:cubicBezTo>
                    <a:pt x="1" y="17"/>
                    <a:pt x="0" y="17"/>
                    <a:pt x="0" y="17"/>
                  </a:cubicBezTo>
                  <a:cubicBezTo>
                    <a:pt x="1" y="1"/>
                    <a:pt x="1" y="1"/>
                    <a:pt x="1" y="1"/>
                  </a:cubicBezTo>
                  <a:cubicBezTo>
                    <a:pt x="1" y="0"/>
                    <a:pt x="1" y="0"/>
                    <a:pt x="2" y="0"/>
                  </a:cubicBezTo>
                  <a:cubicBezTo>
                    <a:pt x="57" y="0"/>
                    <a:pt x="57" y="0"/>
                    <a:pt x="57" y="0"/>
                  </a:cubicBezTo>
                  <a:cubicBezTo>
                    <a:pt x="58" y="0"/>
                    <a:pt x="58" y="0"/>
                    <a:pt x="59" y="1"/>
                  </a:cubicBezTo>
                  <a:cubicBezTo>
                    <a:pt x="102" y="107"/>
                    <a:pt x="102" y="107"/>
                    <a:pt x="102" y="107"/>
                  </a:cubicBezTo>
                  <a:cubicBezTo>
                    <a:pt x="102" y="108"/>
                    <a:pt x="103" y="108"/>
                    <a:pt x="103" y="108"/>
                  </a:cubicBezTo>
                  <a:cubicBezTo>
                    <a:pt x="176" y="108"/>
                    <a:pt x="176" y="108"/>
                    <a:pt x="176" y="108"/>
                  </a:cubicBezTo>
                  <a:cubicBezTo>
                    <a:pt x="177" y="108"/>
                    <a:pt x="178" y="108"/>
                    <a:pt x="178" y="107"/>
                  </a:cubicBezTo>
                  <a:cubicBezTo>
                    <a:pt x="200" y="42"/>
                    <a:pt x="200" y="42"/>
                    <a:pt x="200" y="42"/>
                  </a:cubicBezTo>
                  <a:cubicBezTo>
                    <a:pt x="200" y="42"/>
                    <a:pt x="201" y="41"/>
                    <a:pt x="202" y="41"/>
                  </a:cubicBezTo>
                  <a:lnTo>
                    <a:pt x="216" y="46"/>
                  </a:lnTo>
                  <a:close/>
                </a:path>
              </a:pathLst>
            </a:custGeom>
            <a:grp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35" name="Freeform 125"/>
            <p:cNvSpPr>
              <a:spLocks/>
            </p:cNvSpPr>
            <p:nvPr/>
          </p:nvSpPr>
          <p:spPr bwMode="auto">
            <a:xfrm>
              <a:off x="5594350" y="374650"/>
              <a:ext cx="93662" cy="230187"/>
            </a:xfrm>
            <a:custGeom>
              <a:avLst/>
              <a:gdLst>
                <a:gd name="T0" fmla="*/ 14 w 43"/>
                <a:gd name="T1" fmla="*/ 105 h 105"/>
                <a:gd name="T2" fmla="*/ 13 w 43"/>
                <a:gd name="T3" fmla="*/ 104 h 105"/>
                <a:gd name="T4" fmla="*/ 13 w 43"/>
                <a:gd name="T5" fmla="*/ 38 h 105"/>
                <a:gd name="T6" fmla="*/ 12 w 43"/>
                <a:gd name="T7" fmla="*/ 37 h 105"/>
                <a:gd name="T8" fmla="*/ 1 w 43"/>
                <a:gd name="T9" fmla="*/ 37 h 105"/>
                <a:gd name="T10" fmla="*/ 0 w 43"/>
                <a:gd name="T11" fmla="*/ 36 h 105"/>
                <a:gd name="T12" fmla="*/ 21 w 43"/>
                <a:gd name="T13" fmla="*/ 1 h 105"/>
                <a:gd name="T14" fmla="*/ 22 w 43"/>
                <a:gd name="T15" fmla="*/ 1 h 105"/>
                <a:gd name="T16" fmla="*/ 43 w 43"/>
                <a:gd name="T17" fmla="*/ 36 h 105"/>
                <a:gd name="T18" fmla="*/ 42 w 43"/>
                <a:gd name="T19" fmla="*/ 37 h 105"/>
                <a:gd name="T20" fmla="*/ 31 w 43"/>
                <a:gd name="T21" fmla="*/ 37 h 105"/>
                <a:gd name="T22" fmla="*/ 30 w 43"/>
                <a:gd name="T23" fmla="*/ 38 h 105"/>
                <a:gd name="T24" fmla="*/ 30 w 43"/>
                <a:gd name="T25" fmla="*/ 104 h 105"/>
                <a:gd name="T26" fmla="*/ 29 w 43"/>
                <a:gd name="T27" fmla="*/ 105 h 105"/>
                <a:gd name="T28" fmla="*/ 14 w 43"/>
                <a:gd name="T29"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 h="105">
                  <a:moveTo>
                    <a:pt x="14" y="105"/>
                  </a:moveTo>
                  <a:cubicBezTo>
                    <a:pt x="13" y="105"/>
                    <a:pt x="13" y="104"/>
                    <a:pt x="13" y="104"/>
                  </a:cubicBezTo>
                  <a:cubicBezTo>
                    <a:pt x="13" y="38"/>
                    <a:pt x="13" y="38"/>
                    <a:pt x="13" y="38"/>
                  </a:cubicBezTo>
                  <a:cubicBezTo>
                    <a:pt x="13" y="37"/>
                    <a:pt x="12" y="37"/>
                    <a:pt x="12" y="37"/>
                  </a:cubicBezTo>
                  <a:cubicBezTo>
                    <a:pt x="1" y="37"/>
                    <a:pt x="1" y="37"/>
                    <a:pt x="1" y="37"/>
                  </a:cubicBezTo>
                  <a:cubicBezTo>
                    <a:pt x="0" y="37"/>
                    <a:pt x="0" y="36"/>
                    <a:pt x="0" y="36"/>
                  </a:cubicBezTo>
                  <a:cubicBezTo>
                    <a:pt x="21" y="1"/>
                    <a:pt x="21" y="1"/>
                    <a:pt x="21" y="1"/>
                  </a:cubicBezTo>
                  <a:cubicBezTo>
                    <a:pt x="21" y="0"/>
                    <a:pt x="22" y="0"/>
                    <a:pt x="22" y="1"/>
                  </a:cubicBezTo>
                  <a:cubicBezTo>
                    <a:pt x="43" y="36"/>
                    <a:pt x="43" y="36"/>
                    <a:pt x="43" y="36"/>
                  </a:cubicBezTo>
                  <a:cubicBezTo>
                    <a:pt x="43" y="36"/>
                    <a:pt x="43" y="37"/>
                    <a:pt x="42" y="37"/>
                  </a:cubicBezTo>
                  <a:cubicBezTo>
                    <a:pt x="31" y="37"/>
                    <a:pt x="31" y="37"/>
                    <a:pt x="31" y="37"/>
                  </a:cubicBezTo>
                  <a:cubicBezTo>
                    <a:pt x="31" y="37"/>
                    <a:pt x="30" y="37"/>
                    <a:pt x="30" y="38"/>
                  </a:cubicBezTo>
                  <a:cubicBezTo>
                    <a:pt x="30" y="104"/>
                    <a:pt x="30" y="104"/>
                    <a:pt x="30" y="104"/>
                  </a:cubicBezTo>
                  <a:cubicBezTo>
                    <a:pt x="30" y="104"/>
                    <a:pt x="30" y="105"/>
                    <a:pt x="29" y="105"/>
                  </a:cubicBezTo>
                  <a:lnTo>
                    <a:pt x="14" y="105"/>
                  </a:lnTo>
                  <a:close/>
                </a:path>
              </a:pathLst>
            </a:custGeom>
            <a:grp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136" name="组合 68"/>
          <p:cNvGrpSpPr/>
          <p:nvPr/>
        </p:nvGrpSpPr>
        <p:grpSpPr>
          <a:xfrm>
            <a:off x="4726482" y="3045010"/>
            <a:ext cx="434274" cy="444865"/>
            <a:chOff x="4267973" y="5745986"/>
            <a:chExt cx="611330" cy="626239"/>
          </a:xfrm>
        </p:grpSpPr>
        <p:sp>
          <p:nvSpPr>
            <p:cNvPr id="137" name="Freeform 116"/>
            <p:cNvSpPr>
              <a:spLocks/>
            </p:cNvSpPr>
            <p:nvPr/>
          </p:nvSpPr>
          <p:spPr bwMode="auto">
            <a:xfrm>
              <a:off x="4479703" y="5850360"/>
              <a:ext cx="399600" cy="468187"/>
            </a:xfrm>
            <a:custGeom>
              <a:avLst/>
              <a:gdLst>
                <a:gd name="T0" fmla="*/ 70 w 97"/>
                <a:gd name="T1" fmla="*/ 0 h 113"/>
                <a:gd name="T2" fmla="*/ 27 w 97"/>
                <a:gd name="T3" fmla="*/ 0 h 113"/>
                <a:gd name="T4" fmla="*/ 0 w 97"/>
                <a:gd name="T5" fmla="*/ 26 h 113"/>
                <a:gd name="T6" fmla="*/ 0 w 97"/>
                <a:gd name="T7" fmla="*/ 48 h 113"/>
                <a:gd name="T8" fmla="*/ 27 w 97"/>
                <a:gd name="T9" fmla="*/ 74 h 113"/>
                <a:gd name="T10" fmla="*/ 61 w 97"/>
                <a:gd name="T11" fmla="*/ 74 h 113"/>
                <a:gd name="T12" fmla="*/ 82 w 97"/>
                <a:gd name="T13" fmla="*/ 113 h 113"/>
                <a:gd name="T14" fmla="*/ 75 w 97"/>
                <a:gd name="T15" fmla="*/ 74 h 113"/>
                <a:gd name="T16" fmla="*/ 97 w 97"/>
                <a:gd name="T17" fmla="*/ 48 h 113"/>
                <a:gd name="T18" fmla="*/ 97 w 97"/>
                <a:gd name="T19" fmla="*/ 26 h 113"/>
                <a:gd name="T20" fmla="*/ 70 w 97"/>
                <a:gd name="T21" fmla="*/ 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7" h="113">
                  <a:moveTo>
                    <a:pt x="70" y="0"/>
                  </a:moveTo>
                  <a:cubicBezTo>
                    <a:pt x="27" y="0"/>
                    <a:pt x="27" y="0"/>
                    <a:pt x="27" y="0"/>
                  </a:cubicBezTo>
                  <a:cubicBezTo>
                    <a:pt x="12" y="0"/>
                    <a:pt x="0" y="12"/>
                    <a:pt x="0" y="26"/>
                  </a:cubicBezTo>
                  <a:cubicBezTo>
                    <a:pt x="0" y="48"/>
                    <a:pt x="0" y="48"/>
                    <a:pt x="0" y="48"/>
                  </a:cubicBezTo>
                  <a:cubicBezTo>
                    <a:pt x="0" y="62"/>
                    <a:pt x="12" y="74"/>
                    <a:pt x="27" y="74"/>
                  </a:cubicBezTo>
                  <a:cubicBezTo>
                    <a:pt x="61" y="74"/>
                    <a:pt x="61" y="74"/>
                    <a:pt x="61" y="74"/>
                  </a:cubicBezTo>
                  <a:cubicBezTo>
                    <a:pt x="62" y="83"/>
                    <a:pt x="66" y="109"/>
                    <a:pt x="82" y="113"/>
                  </a:cubicBezTo>
                  <a:cubicBezTo>
                    <a:pt x="82" y="113"/>
                    <a:pt x="73" y="87"/>
                    <a:pt x="75" y="74"/>
                  </a:cubicBezTo>
                  <a:cubicBezTo>
                    <a:pt x="87" y="72"/>
                    <a:pt x="97" y="61"/>
                    <a:pt x="97" y="48"/>
                  </a:cubicBezTo>
                  <a:cubicBezTo>
                    <a:pt x="97" y="26"/>
                    <a:pt x="97" y="26"/>
                    <a:pt x="97" y="26"/>
                  </a:cubicBezTo>
                  <a:cubicBezTo>
                    <a:pt x="97" y="12"/>
                    <a:pt x="85" y="0"/>
                    <a:pt x="70" y="0"/>
                  </a:cubicBezTo>
                  <a:close/>
                </a:path>
              </a:pathLst>
            </a:custGeom>
            <a:solidFill>
              <a:srgbClr val="007BC6"/>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38" name="Freeform 117"/>
            <p:cNvSpPr>
              <a:spLocks/>
            </p:cNvSpPr>
            <p:nvPr/>
          </p:nvSpPr>
          <p:spPr bwMode="auto">
            <a:xfrm>
              <a:off x="4267973" y="5745986"/>
              <a:ext cx="530812" cy="626239"/>
            </a:xfrm>
            <a:custGeom>
              <a:avLst/>
              <a:gdLst>
                <a:gd name="T0" fmla="*/ 47 w 128"/>
                <a:gd name="T1" fmla="*/ 73 h 151"/>
                <a:gd name="T2" fmla="*/ 47 w 128"/>
                <a:gd name="T3" fmla="*/ 50 h 151"/>
                <a:gd name="T4" fmla="*/ 76 w 128"/>
                <a:gd name="T5" fmla="*/ 21 h 151"/>
                <a:gd name="T6" fmla="*/ 124 w 128"/>
                <a:gd name="T7" fmla="*/ 21 h 151"/>
                <a:gd name="T8" fmla="*/ 128 w 128"/>
                <a:gd name="T9" fmla="*/ 21 h 151"/>
                <a:gd name="T10" fmla="*/ 102 w 128"/>
                <a:gd name="T11" fmla="*/ 0 h 151"/>
                <a:gd name="T12" fmla="*/ 26 w 128"/>
                <a:gd name="T13" fmla="*/ 0 h 151"/>
                <a:gd name="T14" fmla="*/ 0 w 128"/>
                <a:gd name="T15" fmla="*/ 27 h 151"/>
                <a:gd name="T16" fmla="*/ 0 w 128"/>
                <a:gd name="T17" fmla="*/ 73 h 151"/>
                <a:gd name="T18" fmla="*/ 26 w 128"/>
                <a:gd name="T19" fmla="*/ 100 h 151"/>
                <a:gd name="T20" fmla="*/ 38 w 128"/>
                <a:gd name="T21" fmla="*/ 100 h 151"/>
                <a:gd name="T22" fmla="*/ 14 w 128"/>
                <a:gd name="T23" fmla="*/ 145 h 151"/>
                <a:gd name="T24" fmla="*/ 65 w 128"/>
                <a:gd name="T25" fmla="*/ 100 h 151"/>
                <a:gd name="T26" fmla="*/ 47 w 128"/>
                <a:gd name="T27" fmla="*/ 73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151">
                  <a:moveTo>
                    <a:pt x="47" y="73"/>
                  </a:moveTo>
                  <a:cubicBezTo>
                    <a:pt x="47" y="50"/>
                    <a:pt x="47" y="50"/>
                    <a:pt x="47" y="50"/>
                  </a:cubicBezTo>
                  <a:cubicBezTo>
                    <a:pt x="47" y="34"/>
                    <a:pt x="60" y="21"/>
                    <a:pt x="76" y="21"/>
                  </a:cubicBezTo>
                  <a:cubicBezTo>
                    <a:pt x="124" y="21"/>
                    <a:pt x="124" y="21"/>
                    <a:pt x="124" y="21"/>
                  </a:cubicBezTo>
                  <a:cubicBezTo>
                    <a:pt x="125" y="21"/>
                    <a:pt x="126" y="21"/>
                    <a:pt x="128" y="21"/>
                  </a:cubicBezTo>
                  <a:cubicBezTo>
                    <a:pt x="125" y="9"/>
                    <a:pt x="114" y="0"/>
                    <a:pt x="102" y="0"/>
                  </a:cubicBezTo>
                  <a:cubicBezTo>
                    <a:pt x="26" y="0"/>
                    <a:pt x="26" y="0"/>
                    <a:pt x="26" y="0"/>
                  </a:cubicBezTo>
                  <a:cubicBezTo>
                    <a:pt x="12" y="0"/>
                    <a:pt x="0" y="12"/>
                    <a:pt x="0" y="27"/>
                  </a:cubicBezTo>
                  <a:cubicBezTo>
                    <a:pt x="0" y="73"/>
                    <a:pt x="0" y="73"/>
                    <a:pt x="0" y="73"/>
                  </a:cubicBezTo>
                  <a:cubicBezTo>
                    <a:pt x="0" y="88"/>
                    <a:pt x="12" y="100"/>
                    <a:pt x="26" y="100"/>
                  </a:cubicBezTo>
                  <a:cubicBezTo>
                    <a:pt x="38" y="100"/>
                    <a:pt x="38" y="100"/>
                    <a:pt x="38" y="100"/>
                  </a:cubicBezTo>
                  <a:cubicBezTo>
                    <a:pt x="38" y="112"/>
                    <a:pt x="34" y="140"/>
                    <a:pt x="14" y="145"/>
                  </a:cubicBezTo>
                  <a:cubicBezTo>
                    <a:pt x="14" y="145"/>
                    <a:pt x="52" y="151"/>
                    <a:pt x="65" y="100"/>
                  </a:cubicBezTo>
                  <a:cubicBezTo>
                    <a:pt x="54" y="96"/>
                    <a:pt x="47" y="85"/>
                    <a:pt x="47" y="73"/>
                  </a:cubicBezTo>
                  <a:close/>
                </a:path>
              </a:pathLst>
            </a:custGeom>
            <a:solidFill>
              <a:srgbClr val="007BC6"/>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sp>
        <p:nvSpPr>
          <p:cNvPr id="139" name="文本框 138"/>
          <p:cNvSpPr txBox="1"/>
          <p:nvPr/>
        </p:nvSpPr>
        <p:spPr>
          <a:xfrm>
            <a:off x="5490778" y="4831912"/>
            <a:ext cx="1669461"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p:txBody>
      </p:sp>
      <p:sp>
        <p:nvSpPr>
          <p:cNvPr id="140" name="Rectangle 58"/>
          <p:cNvSpPr/>
          <p:nvPr/>
        </p:nvSpPr>
        <p:spPr>
          <a:xfrm>
            <a:off x="5603443" y="5252180"/>
            <a:ext cx="1458887"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添加内容</a:t>
            </a:r>
          </a:p>
        </p:txBody>
      </p:sp>
    </p:spTree>
    <p:extLst>
      <p:ext uri="{BB962C8B-B14F-4D97-AF65-F5344CB8AC3E}">
        <p14:creationId xmlns:p14="http://schemas.microsoft.com/office/powerpoint/2010/main" val="180629365"/>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任意多边形 36"/>
          <p:cNvSpPr/>
          <p:nvPr/>
        </p:nvSpPr>
        <p:spPr>
          <a:xfrm>
            <a:off x="0" y="0"/>
            <a:ext cx="5574890" cy="6858000"/>
          </a:xfrm>
          <a:custGeom>
            <a:avLst/>
            <a:gdLst>
              <a:gd name="connsiteX0" fmla="*/ 0 w 5574890"/>
              <a:gd name="connsiteY0" fmla="*/ 0 h 6858000"/>
              <a:gd name="connsiteX1" fmla="*/ 5574890 w 5574890"/>
              <a:gd name="connsiteY1" fmla="*/ 0 h 6858000"/>
              <a:gd name="connsiteX2" fmla="*/ 5574890 w 5574890"/>
              <a:gd name="connsiteY2" fmla="*/ 711113 h 6858000"/>
              <a:gd name="connsiteX3" fmla="*/ 5572683 w 5574890"/>
              <a:gd name="connsiteY3" fmla="*/ 711000 h 6858000"/>
              <a:gd name="connsiteX4" fmla="*/ 2890683 w 5574890"/>
              <a:gd name="connsiteY4" fmla="*/ 3429000 h 6858000"/>
              <a:gd name="connsiteX5" fmla="*/ 5572683 w 5574890"/>
              <a:gd name="connsiteY5" fmla="*/ 6147000 h 6858000"/>
              <a:gd name="connsiteX6" fmla="*/ 5574890 w 5574890"/>
              <a:gd name="connsiteY6" fmla="*/ 6146887 h 6858000"/>
              <a:gd name="connsiteX7" fmla="*/ 5574890 w 5574890"/>
              <a:gd name="connsiteY7" fmla="*/ 6858000 h 6858000"/>
              <a:gd name="connsiteX8" fmla="*/ 0 w 5574890"/>
              <a:gd name="connsiteY8" fmla="*/ 6858000 h 6858000"/>
              <a:gd name="connsiteX9" fmla="*/ 0 w 5574890"/>
              <a:gd name="connsiteY9"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74890" h="6858000">
                <a:moveTo>
                  <a:pt x="0" y="0"/>
                </a:moveTo>
                <a:lnTo>
                  <a:pt x="5574890" y="0"/>
                </a:lnTo>
                <a:lnTo>
                  <a:pt x="5574890" y="711113"/>
                </a:lnTo>
                <a:lnTo>
                  <a:pt x="5572683" y="711000"/>
                </a:lnTo>
                <a:cubicBezTo>
                  <a:pt x="4091455" y="711000"/>
                  <a:pt x="2890683" y="1927890"/>
                  <a:pt x="2890683" y="3429000"/>
                </a:cubicBezTo>
                <a:cubicBezTo>
                  <a:pt x="2890683" y="4930110"/>
                  <a:pt x="4091455" y="6147000"/>
                  <a:pt x="5572683" y="6147000"/>
                </a:cubicBezTo>
                <a:lnTo>
                  <a:pt x="5574890" y="6146887"/>
                </a:lnTo>
                <a:lnTo>
                  <a:pt x="5574890" y="6858000"/>
                </a:lnTo>
                <a:lnTo>
                  <a:pt x="0" y="6858000"/>
                </a:lnTo>
                <a:lnTo>
                  <a:pt x="0" y="0"/>
                </a:lnTo>
                <a:close/>
              </a:path>
            </a:pathLst>
          </a:custGeom>
          <a:solidFill>
            <a:srgbClr val="F7F7F7"/>
          </a:solidFill>
          <a:ln>
            <a:noFill/>
          </a:ln>
          <a:effectLst>
            <a:outerShdw blurRad="241300" dist="38100" algn="l" rotWithShape="0">
              <a:prstClr val="black">
                <a:alpha val="31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latin typeface="Impact" panose="020B0806030902050204" pitchFamily="34" charset="0"/>
            </a:endParaRPr>
          </a:p>
        </p:txBody>
      </p:sp>
      <p:grpSp>
        <p:nvGrpSpPr>
          <p:cNvPr id="45" name="组合 5"/>
          <p:cNvGrpSpPr/>
          <p:nvPr/>
        </p:nvGrpSpPr>
        <p:grpSpPr>
          <a:xfrm>
            <a:off x="3791504" y="1294848"/>
            <a:ext cx="3859433" cy="4195279"/>
            <a:chOff x="6216652" y="1554163"/>
            <a:chExt cx="4378325" cy="4759325"/>
          </a:xfrm>
        </p:grpSpPr>
        <p:sp>
          <p:nvSpPr>
            <p:cNvPr id="46" name="Freeform 5"/>
            <p:cNvSpPr>
              <a:spLocks/>
            </p:cNvSpPr>
            <p:nvPr/>
          </p:nvSpPr>
          <p:spPr bwMode="auto">
            <a:xfrm>
              <a:off x="9734552" y="3933825"/>
              <a:ext cx="860425" cy="1684337"/>
            </a:xfrm>
            <a:custGeom>
              <a:avLst/>
              <a:gdLst>
                <a:gd name="T0" fmla="*/ 123 w 229"/>
                <a:gd name="T1" fmla="*/ 223 h 448"/>
                <a:gd name="T2" fmla="*/ 0 w 229"/>
                <a:gd name="T3" fmla="*/ 405 h 448"/>
                <a:gd name="T4" fmla="*/ 43 w 229"/>
                <a:gd name="T5" fmla="*/ 448 h 448"/>
                <a:gd name="T6" fmla="*/ 179 w 229"/>
                <a:gd name="T7" fmla="*/ 247 h 448"/>
                <a:gd name="T8" fmla="*/ 229 w 229"/>
                <a:gd name="T9" fmla="*/ 0 h 448"/>
                <a:gd name="T10" fmla="*/ 168 w 229"/>
                <a:gd name="T11" fmla="*/ 0 h 448"/>
                <a:gd name="T12" fmla="*/ 123 w 229"/>
                <a:gd name="T13" fmla="*/ 223 h 448"/>
              </a:gdLst>
              <a:ahLst/>
              <a:cxnLst>
                <a:cxn ang="0">
                  <a:pos x="T0" y="T1"/>
                </a:cxn>
                <a:cxn ang="0">
                  <a:pos x="T2" y="T3"/>
                </a:cxn>
                <a:cxn ang="0">
                  <a:pos x="T4" y="T5"/>
                </a:cxn>
                <a:cxn ang="0">
                  <a:pos x="T6" y="T7"/>
                </a:cxn>
                <a:cxn ang="0">
                  <a:pos x="T8" y="T9"/>
                </a:cxn>
                <a:cxn ang="0">
                  <a:pos x="T10" y="T11"/>
                </a:cxn>
                <a:cxn ang="0">
                  <a:pos x="T12" y="T13"/>
                </a:cxn>
              </a:cxnLst>
              <a:rect l="0" t="0" r="r" b="b"/>
              <a:pathLst>
                <a:path w="229" h="448">
                  <a:moveTo>
                    <a:pt x="123" y="223"/>
                  </a:moveTo>
                  <a:cubicBezTo>
                    <a:pt x="94" y="291"/>
                    <a:pt x="53" y="352"/>
                    <a:pt x="0" y="405"/>
                  </a:cubicBezTo>
                  <a:cubicBezTo>
                    <a:pt x="43" y="448"/>
                    <a:pt x="43" y="448"/>
                    <a:pt x="43" y="448"/>
                  </a:cubicBezTo>
                  <a:cubicBezTo>
                    <a:pt x="101" y="390"/>
                    <a:pt x="147" y="322"/>
                    <a:pt x="179" y="247"/>
                  </a:cubicBezTo>
                  <a:cubicBezTo>
                    <a:pt x="212" y="169"/>
                    <a:pt x="229" y="86"/>
                    <a:pt x="229" y="0"/>
                  </a:cubicBezTo>
                  <a:cubicBezTo>
                    <a:pt x="168" y="0"/>
                    <a:pt x="168" y="0"/>
                    <a:pt x="168" y="0"/>
                  </a:cubicBezTo>
                  <a:cubicBezTo>
                    <a:pt x="168" y="77"/>
                    <a:pt x="153" y="152"/>
                    <a:pt x="123" y="223"/>
                  </a:cubicBezTo>
                  <a:close/>
                </a:path>
              </a:pathLst>
            </a:custGeom>
            <a:gradFill>
              <a:gsLst>
                <a:gs pos="0">
                  <a:srgbClr val="93C092"/>
                </a:gs>
                <a:gs pos="70000">
                  <a:srgbClr val="0079C2"/>
                </a:gs>
              </a:gsLst>
              <a:lin ang="2700000" scaled="0"/>
            </a:gradFill>
            <a:ln w="28575" cap="flat">
              <a:noFill/>
              <a:prstDash val="solid"/>
              <a:miter lim="800000"/>
              <a:headEnd/>
              <a:tailEnd/>
            </a:ln>
            <a:effectLst>
              <a:innerShdw blurRad="152400" dist="76200" dir="13500000">
                <a:prstClr val="black">
                  <a:alpha val="28000"/>
                </a:prstClr>
              </a:innerShdw>
            </a:effec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6"/>
            <p:cNvSpPr>
              <a:spLocks/>
            </p:cNvSpPr>
            <p:nvPr/>
          </p:nvSpPr>
          <p:spPr bwMode="auto">
            <a:xfrm>
              <a:off x="8212140" y="5456238"/>
              <a:ext cx="1684338" cy="857250"/>
            </a:xfrm>
            <a:custGeom>
              <a:avLst/>
              <a:gdLst>
                <a:gd name="T0" fmla="*/ 405 w 448"/>
                <a:gd name="T1" fmla="*/ 0 h 228"/>
                <a:gd name="T2" fmla="*/ 223 w 448"/>
                <a:gd name="T3" fmla="*/ 123 h 228"/>
                <a:gd name="T4" fmla="*/ 0 w 448"/>
                <a:gd name="T5" fmla="*/ 168 h 228"/>
                <a:gd name="T6" fmla="*/ 0 w 448"/>
                <a:gd name="T7" fmla="*/ 228 h 228"/>
                <a:gd name="T8" fmla="*/ 247 w 448"/>
                <a:gd name="T9" fmla="*/ 179 h 228"/>
                <a:gd name="T10" fmla="*/ 448 w 448"/>
                <a:gd name="T11" fmla="*/ 43 h 228"/>
                <a:gd name="T12" fmla="*/ 448 w 448"/>
                <a:gd name="T13" fmla="*/ 43 h 228"/>
                <a:gd name="T14" fmla="*/ 405 w 448"/>
                <a:gd name="T15" fmla="*/ 0 h 2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8" h="228">
                  <a:moveTo>
                    <a:pt x="405" y="0"/>
                  </a:moveTo>
                  <a:cubicBezTo>
                    <a:pt x="353" y="52"/>
                    <a:pt x="291" y="94"/>
                    <a:pt x="223" y="123"/>
                  </a:cubicBezTo>
                  <a:cubicBezTo>
                    <a:pt x="153" y="152"/>
                    <a:pt x="78" y="168"/>
                    <a:pt x="0" y="168"/>
                  </a:cubicBezTo>
                  <a:cubicBezTo>
                    <a:pt x="0" y="228"/>
                    <a:pt x="0" y="228"/>
                    <a:pt x="0" y="228"/>
                  </a:cubicBezTo>
                  <a:cubicBezTo>
                    <a:pt x="86" y="228"/>
                    <a:pt x="169" y="212"/>
                    <a:pt x="247" y="179"/>
                  </a:cubicBezTo>
                  <a:cubicBezTo>
                    <a:pt x="322" y="147"/>
                    <a:pt x="390" y="101"/>
                    <a:pt x="448" y="43"/>
                  </a:cubicBezTo>
                  <a:cubicBezTo>
                    <a:pt x="448" y="43"/>
                    <a:pt x="448" y="43"/>
                    <a:pt x="448" y="43"/>
                  </a:cubicBezTo>
                  <a:cubicBezTo>
                    <a:pt x="405" y="0"/>
                    <a:pt x="405" y="0"/>
                    <a:pt x="405" y="0"/>
                  </a:cubicBezTo>
                  <a:close/>
                </a:path>
              </a:pathLst>
            </a:custGeom>
            <a:gradFill>
              <a:gsLst>
                <a:gs pos="0">
                  <a:srgbClr val="F9F307"/>
                </a:gs>
                <a:gs pos="87000">
                  <a:srgbClr val="9CC535"/>
                </a:gs>
              </a:gsLst>
              <a:lin ang="2700000" scaled="0"/>
            </a:gradFill>
            <a:ln w="28575" cap="flat">
              <a:noFill/>
              <a:prstDash val="solid"/>
              <a:miter lim="800000"/>
              <a:headEnd/>
              <a:tailEnd/>
            </a:ln>
            <a:effectLst>
              <a:innerShdw blurRad="152400" dist="76200" dir="13500000">
                <a:prstClr val="black">
                  <a:alpha val="28000"/>
                </a:prstClr>
              </a:innerShdw>
            </a:effec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7"/>
            <p:cNvSpPr>
              <a:spLocks/>
            </p:cNvSpPr>
            <p:nvPr/>
          </p:nvSpPr>
          <p:spPr bwMode="auto">
            <a:xfrm>
              <a:off x="6216652" y="5087938"/>
              <a:ext cx="1995488" cy="1225550"/>
            </a:xfrm>
            <a:custGeom>
              <a:avLst/>
              <a:gdLst>
                <a:gd name="T0" fmla="*/ 390 w 531"/>
                <a:gd name="T1" fmla="*/ 248 h 326"/>
                <a:gd name="T2" fmla="*/ 261 w 531"/>
                <a:gd name="T3" fmla="*/ 198 h 326"/>
                <a:gd name="T4" fmla="*/ 60 w 531"/>
                <a:gd name="T5" fmla="*/ 17 h 326"/>
                <a:gd name="T6" fmla="*/ 17 w 531"/>
                <a:gd name="T7" fmla="*/ 10 h 326"/>
                <a:gd name="T8" fmla="*/ 9 w 531"/>
                <a:gd name="T9" fmla="*/ 52 h 326"/>
                <a:gd name="T10" fmla="*/ 232 w 531"/>
                <a:gd name="T11" fmla="*/ 251 h 326"/>
                <a:gd name="T12" fmla="*/ 375 w 531"/>
                <a:gd name="T13" fmla="*/ 307 h 326"/>
                <a:gd name="T14" fmla="*/ 531 w 531"/>
                <a:gd name="T15" fmla="*/ 326 h 326"/>
                <a:gd name="T16" fmla="*/ 531 w 531"/>
                <a:gd name="T17" fmla="*/ 266 h 326"/>
                <a:gd name="T18" fmla="*/ 390 w 531"/>
                <a:gd name="T19" fmla="*/ 248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1" h="326">
                  <a:moveTo>
                    <a:pt x="390" y="248"/>
                  </a:moveTo>
                  <a:cubicBezTo>
                    <a:pt x="345" y="236"/>
                    <a:pt x="302" y="220"/>
                    <a:pt x="261" y="198"/>
                  </a:cubicBezTo>
                  <a:cubicBezTo>
                    <a:pt x="181" y="155"/>
                    <a:pt x="111" y="92"/>
                    <a:pt x="60" y="17"/>
                  </a:cubicBezTo>
                  <a:cubicBezTo>
                    <a:pt x="50" y="4"/>
                    <a:pt x="31" y="0"/>
                    <a:pt x="17" y="10"/>
                  </a:cubicBezTo>
                  <a:cubicBezTo>
                    <a:pt x="3" y="19"/>
                    <a:pt x="0" y="38"/>
                    <a:pt x="9" y="52"/>
                  </a:cubicBezTo>
                  <a:cubicBezTo>
                    <a:pt x="67" y="135"/>
                    <a:pt x="144" y="204"/>
                    <a:pt x="232" y="251"/>
                  </a:cubicBezTo>
                  <a:cubicBezTo>
                    <a:pt x="277" y="276"/>
                    <a:pt x="325" y="294"/>
                    <a:pt x="375" y="307"/>
                  </a:cubicBezTo>
                  <a:cubicBezTo>
                    <a:pt x="426" y="320"/>
                    <a:pt x="478" y="326"/>
                    <a:pt x="531" y="326"/>
                  </a:cubicBezTo>
                  <a:cubicBezTo>
                    <a:pt x="531" y="266"/>
                    <a:pt x="531" y="266"/>
                    <a:pt x="531" y="266"/>
                  </a:cubicBezTo>
                  <a:cubicBezTo>
                    <a:pt x="483" y="266"/>
                    <a:pt x="436" y="260"/>
                    <a:pt x="390" y="248"/>
                  </a:cubicBezTo>
                  <a:close/>
                </a:path>
              </a:pathLst>
            </a:custGeom>
            <a:gradFill>
              <a:gsLst>
                <a:gs pos="0">
                  <a:schemeClr val="bg1">
                    <a:lumMod val="75000"/>
                  </a:schemeClr>
                </a:gs>
                <a:gs pos="83000">
                  <a:schemeClr val="bg1">
                    <a:lumMod val="50000"/>
                  </a:schemeClr>
                </a:gs>
              </a:gsLst>
              <a:lin ang="2700000" scaled="0"/>
            </a:gradFill>
            <a:ln w="28575" cap="flat">
              <a:noFill/>
              <a:prstDash val="solid"/>
              <a:miter lim="800000"/>
              <a:headEnd/>
              <a:tailEnd/>
            </a:ln>
            <a:effectLst>
              <a:innerShdw blurRad="152400" dist="76200" dir="13500000">
                <a:prstClr val="black">
                  <a:alpha val="28000"/>
                </a:prstClr>
              </a:innerShdw>
            </a:effec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8"/>
            <p:cNvSpPr>
              <a:spLocks/>
            </p:cNvSpPr>
            <p:nvPr/>
          </p:nvSpPr>
          <p:spPr bwMode="auto">
            <a:xfrm>
              <a:off x="6216652" y="1554163"/>
              <a:ext cx="1995488" cy="1225550"/>
            </a:xfrm>
            <a:custGeom>
              <a:avLst/>
              <a:gdLst>
                <a:gd name="T0" fmla="*/ 375 w 531"/>
                <a:gd name="T1" fmla="*/ 19 h 326"/>
                <a:gd name="T2" fmla="*/ 232 w 531"/>
                <a:gd name="T3" fmla="*/ 75 h 326"/>
                <a:gd name="T4" fmla="*/ 10 w 531"/>
                <a:gd name="T5" fmla="*/ 274 h 326"/>
                <a:gd name="T6" fmla="*/ 18 w 531"/>
                <a:gd name="T7" fmla="*/ 316 h 326"/>
                <a:gd name="T8" fmla="*/ 60 w 531"/>
                <a:gd name="T9" fmla="*/ 308 h 326"/>
                <a:gd name="T10" fmla="*/ 261 w 531"/>
                <a:gd name="T11" fmla="*/ 128 h 326"/>
                <a:gd name="T12" fmla="*/ 390 w 531"/>
                <a:gd name="T13" fmla="*/ 78 h 326"/>
                <a:gd name="T14" fmla="*/ 531 w 531"/>
                <a:gd name="T15" fmla="*/ 61 h 326"/>
                <a:gd name="T16" fmla="*/ 531 w 531"/>
                <a:gd name="T17" fmla="*/ 0 h 326"/>
                <a:gd name="T18" fmla="*/ 375 w 531"/>
                <a:gd name="T19" fmla="*/ 19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1" h="326">
                  <a:moveTo>
                    <a:pt x="375" y="19"/>
                  </a:moveTo>
                  <a:cubicBezTo>
                    <a:pt x="325" y="32"/>
                    <a:pt x="277" y="51"/>
                    <a:pt x="232" y="75"/>
                  </a:cubicBezTo>
                  <a:cubicBezTo>
                    <a:pt x="144" y="122"/>
                    <a:pt x="67" y="191"/>
                    <a:pt x="10" y="274"/>
                  </a:cubicBezTo>
                  <a:cubicBezTo>
                    <a:pt x="0" y="287"/>
                    <a:pt x="4" y="306"/>
                    <a:pt x="18" y="316"/>
                  </a:cubicBezTo>
                  <a:cubicBezTo>
                    <a:pt x="32" y="326"/>
                    <a:pt x="50" y="322"/>
                    <a:pt x="60" y="308"/>
                  </a:cubicBezTo>
                  <a:cubicBezTo>
                    <a:pt x="112" y="233"/>
                    <a:pt x="181" y="171"/>
                    <a:pt x="261" y="128"/>
                  </a:cubicBezTo>
                  <a:cubicBezTo>
                    <a:pt x="302" y="107"/>
                    <a:pt x="345" y="90"/>
                    <a:pt x="390" y="78"/>
                  </a:cubicBezTo>
                  <a:cubicBezTo>
                    <a:pt x="436" y="67"/>
                    <a:pt x="483" y="61"/>
                    <a:pt x="531" y="61"/>
                  </a:cubicBezTo>
                  <a:cubicBezTo>
                    <a:pt x="531" y="0"/>
                    <a:pt x="531" y="0"/>
                    <a:pt x="531" y="0"/>
                  </a:cubicBezTo>
                  <a:cubicBezTo>
                    <a:pt x="478" y="0"/>
                    <a:pt x="426" y="6"/>
                    <a:pt x="375" y="19"/>
                  </a:cubicBezTo>
                  <a:close/>
                </a:path>
              </a:pathLst>
            </a:custGeom>
            <a:gradFill>
              <a:gsLst>
                <a:gs pos="0">
                  <a:srgbClr val="FDD649"/>
                </a:gs>
                <a:gs pos="83000">
                  <a:srgbClr val="F7AE0A"/>
                </a:gs>
              </a:gsLst>
              <a:lin ang="2700000" scaled="0"/>
            </a:gradFill>
            <a:ln w="28575" cap="flat">
              <a:noFill/>
              <a:prstDash val="solid"/>
              <a:miter lim="800000"/>
              <a:headEnd/>
              <a:tailEnd/>
            </a:ln>
            <a:effectLst>
              <a:innerShdw blurRad="152400" dist="76200" dir="13500000">
                <a:prstClr val="black">
                  <a:alpha val="28000"/>
                </a:prstClr>
              </a:innerShdw>
            </a:effec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9"/>
            <p:cNvSpPr>
              <a:spLocks/>
            </p:cNvSpPr>
            <p:nvPr/>
          </p:nvSpPr>
          <p:spPr bwMode="auto">
            <a:xfrm>
              <a:off x="8212140" y="1554163"/>
              <a:ext cx="1684338" cy="857250"/>
            </a:xfrm>
            <a:custGeom>
              <a:avLst/>
              <a:gdLst>
                <a:gd name="T0" fmla="*/ 247 w 448"/>
                <a:gd name="T1" fmla="*/ 50 h 228"/>
                <a:gd name="T2" fmla="*/ 0 w 448"/>
                <a:gd name="T3" fmla="*/ 0 h 228"/>
                <a:gd name="T4" fmla="*/ 0 w 448"/>
                <a:gd name="T5" fmla="*/ 61 h 228"/>
                <a:gd name="T6" fmla="*/ 223 w 448"/>
                <a:gd name="T7" fmla="*/ 106 h 228"/>
                <a:gd name="T8" fmla="*/ 405 w 448"/>
                <a:gd name="T9" fmla="*/ 228 h 228"/>
                <a:gd name="T10" fmla="*/ 405 w 448"/>
                <a:gd name="T11" fmla="*/ 228 h 228"/>
                <a:gd name="T12" fmla="*/ 448 w 448"/>
                <a:gd name="T13" fmla="*/ 185 h 228"/>
                <a:gd name="T14" fmla="*/ 247 w 448"/>
                <a:gd name="T15" fmla="*/ 50 h 2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8" h="228">
                  <a:moveTo>
                    <a:pt x="247" y="50"/>
                  </a:moveTo>
                  <a:cubicBezTo>
                    <a:pt x="169" y="17"/>
                    <a:pt x="86" y="0"/>
                    <a:pt x="0" y="0"/>
                  </a:cubicBezTo>
                  <a:cubicBezTo>
                    <a:pt x="0" y="61"/>
                    <a:pt x="0" y="61"/>
                    <a:pt x="0" y="61"/>
                  </a:cubicBezTo>
                  <a:cubicBezTo>
                    <a:pt x="78" y="61"/>
                    <a:pt x="153" y="76"/>
                    <a:pt x="223" y="106"/>
                  </a:cubicBezTo>
                  <a:cubicBezTo>
                    <a:pt x="291" y="135"/>
                    <a:pt x="353" y="176"/>
                    <a:pt x="405" y="228"/>
                  </a:cubicBezTo>
                  <a:cubicBezTo>
                    <a:pt x="405" y="228"/>
                    <a:pt x="405" y="228"/>
                    <a:pt x="405" y="228"/>
                  </a:cubicBezTo>
                  <a:cubicBezTo>
                    <a:pt x="448" y="185"/>
                    <a:pt x="448" y="185"/>
                    <a:pt x="448" y="185"/>
                  </a:cubicBezTo>
                  <a:cubicBezTo>
                    <a:pt x="390" y="127"/>
                    <a:pt x="322" y="82"/>
                    <a:pt x="247" y="50"/>
                  </a:cubicBezTo>
                  <a:close/>
                </a:path>
              </a:pathLst>
            </a:custGeom>
            <a:gradFill>
              <a:gsLst>
                <a:gs pos="0">
                  <a:srgbClr val="F39800"/>
                </a:gs>
                <a:gs pos="93000">
                  <a:srgbClr val="E60012"/>
                </a:gs>
              </a:gsLst>
              <a:lin ang="2700000" scaled="0"/>
            </a:gradFill>
            <a:ln w="28575" cap="flat">
              <a:noFill/>
              <a:prstDash val="solid"/>
              <a:miter lim="800000"/>
              <a:headEnd/>
              <a:tailEnd/>
            </a:ln>
            <a:effectLst>
              <a:innerShdw blurRad="152400" dist="76200" dir="13500000">
                <a:prstClr val="black">
                  <a:alpha val="28000"/>
                </a:prstClr>
              </a:innerShdw>
            </a:effec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10"/>
            <p:cNvSpPr>
              <a:spLocks/>
            </p:cNvSpPr>
            <p:nvPr/>
          </p:nvSpPr>
          <p:spPr bwMode="auto">
            <a:xfrm>
              <a:off x="9734552" y="2249488"/>
              <a:ext cx="860425" cy="1684337"/>
            </a:xfrm>
            <a:custGeom>
              <a:avLst/>
              <a:gdLst>
                <a:gd name="T0" fmla="*/ 43 w 229"/>
                <a:gd name="T1" fmla="*/ 0 h 448"/>
                <a:gd name="T2" fmla="*/ 43 w 229"/>
                <a:gd name="T3" fmla="*/ 0 h 448"/>
                <a:gd name="T4" fmla="*/ 0 w 229"/>
                <a:gd name="T5" fmla="*/ 43 h 448"/>
                <a:gd name="T6" fmla="*/ 123 w 229"/>
                <a:gd name="T7" fmla="*/ 225 h 448"/>
                <a:gd name="T8" fmla="*/ 168 w 229"/>
                <a:gd name="T9" fmla="*/ 448 h 448"/>
                <a:gd name="T10" fmla="*/ 229 w 229"/>
                <a:gd name="T11" fmla="*/ 448 h 448"/>
                <a:gd name="T12" fmla="*/ 179 w 229"/>
                <a:gd name="T13" fmla="*/ 202 h 448"/>
                <a:gd name="T14" fmla="*/ 43 w 229"/>
                <a:gd name="T15" fmla="*/ 0 h 4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9" h="448">
                  <a:moveTo>
                    <a:pt x="43" y="0"/>
                  </a:moveTo>
                  <a:cubicBezTo>
                    <a:pt x="43" y="0"/>
                    <a:pt x="43" y="0"/>
                    <a:pt x="43" y="0"/>
                  </a:cubicBezTo>
                  <a:cubicBezTo>
                    <a:pt x="0" y="43"/>
                    <a:pt x="0" y="43"/>
                    <a:pt x="0" y="43"/>
                  </a:cubicBezTo>
                  <a:cubicBezTo>
                    <a:pt x="53" y="96"/>
                    <a:pt x="94" y="157"/>
                    <a:pt x="123" y="225"/>
                  </a:cubicBezTo>
                  <a:cubicBezTo>
                    <a:pt x="153" y="296"/>
                    <a:pt x="168" y="371"/>
                    <a:pt x="168" y="448"/>
                  </a:cubicBezTo>
                  <a:cubicBezTo>
                    <a:pt x="229" y="448"/>
                    <a:pt x="229" y="448"/>
                    <a:pt x="229" y="448"/>
                  </a:cubicBezTo>
                  <a:cubicBezTo>
                    <a:pt x="229" y="363"/>
                    <a:pt x="212" y="280"/>
                    <a:pt x="179" y="202"/>
                  </a:cubicBezTo>
                  <a:cubicBezTo>
                    <a:pt x="147" y="126"/>
                    <a:pt x="101" y="58"/>
                    <a:pt x="43" y="0"/>
                  </a:cubicBezTo>
                  <a:close/>
                </a:path>
              </a:pathLst>
            </a:custGeom>
            <a:gradFill>
              <a:gsLst>
                <a:gs pos="0">
                  <a:srgbClr val="D15D9F"/>
                </a:gs>
                <a:gs pos="85000">
                  <a:srgbClr val="A80082"/>
                </a:gs>
              </a:gsLst>
              <a:lin ang="2700000" scaled="0"/>
            </a:gradFill>
            <a:ln w="28575" cap="flat">
              <a:noFill/>
              <a:prstDash val="solid"/>
              <a:miter lim="800000"/>
              <a:headEnd/>
              <a:tailEnd/>
            </a:ln>
            <a:effectLst>
              <a:innerShdw blurRad="152400" dist="76200" dir="13500000">
                <a:prstClr val="black">
                  <a:alpha val="28000"/>
                </a:prstClr>
              </a:innerShdw>
            </a:effectLst>
          </p:spPr>
          <p:txBody>
            <a:bodyPr vert="horz" wrap="square" lIns="91440" tIns="45720" rIns="91440" bIns="45720" numCol="1" anchor="t" anchorCtr="0" compatLnSpc="1">
              <a:prstTxWarp prst="textNoShape">
                <a:avLst/>
              </a:prstTxWarp>
            </a:bodyPr>
            <a:lstStyle/>
            <a:p>
              <a:endParaRPr lang="zh-CN" altLang="en-US"/>
            </a:p>
          </p:txBody>
        </p:sp>
      </p:grpSp>
      <p:pic>
        <p:nvPicPr>
          <p:cNvPr id="52" name="图片 5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6739876" y="1786078"/>
            <a:ext cx="470549" cy="470549"/>
          </a:xfrm>
          <a:prstGeom prst="rect">
            <a:avLst/>
          </a:prstGeom>
          <a:effectLst>
            <a:outerShdw blurRad="152400" dist="38100" dir="2700000" algn="tl" rotWithShape="0">
              <a:prstClr val="black">
                <a:alpha val="28000"/>
              </a:prstClr>
            </a:outerShdw>
          </a:effectLst>
        </p:spPr>
      </p:pic>
      <p:pic>
        <p:nvPicPr>
          <p:cNvPr id="53" name="图片 52"/>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681815" y="2096653"/>
            <a:ext cx="470549" cy="470549"/>
          </a:xfrm>
          <a:prstGeom prst="rect">
            <a:avLst/>
          </a:prstGeom>
          <a:effectLst>
            <a:outerShdw blurRad="152400" dist="38100" dir="2700000" algn="tl" rotWithShape="0">
              <a:prstClr val="black">
                <a:alpha val="28000"/>
              </a:prstClr>
            </a:outerShdw>
          </a:effectLst>
        </p:spPr>
      </p:pic>
      <p:pic>
        <p:nvPicPr>
          <p:cNvPr id="54" name="图片 53"/>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289852" y="3155891"/>
            <a:ext cx="470549" cy="470549"/>
          </a:xfrm>
          <a:prstGeom prst="rect">
            <a:avLst/>
          </a:prstGeom>
          <a:effectLst>
            <a:outerShdw blurRad="152400" dist="38100" dir="2700000" algn="tl" rotWithShape="0">
              <a:prstClr val="black">
                <a:alpha val="28000"/>
              </a:prstClr>
            </a:outerShdw>
          </a:effectLst>
        </p:spPr>
      </p:pic>
      <p:pic>
        <p:nvPicPr>
          <p:cNvPr id="55" name="图片 5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6721287" y="4609250"/>
            <a:ext cx="470549" cy="470549"/>
          </a:xfrm>
          <a:prstGeom prst="rect">
            <a:avLst/>
          </a:prstGeom>
          <a:effectLst>
            <a:outerShdw blurRad="152400" dist="38100" dir="2700000" algn="tl" rotWithShape="0">
              <a:prstClr val="black">
                <a:alpha val="28000"/>
              </a:prstClr>
            </a:outerShdw>
          </a:effectLst>
        </p:spPr>
      </p:pic>
      <p:pic>
        <p:nvPicPr>
          <p:cNvPr id="56" name="图片 55"/>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5325782" y="5162237"/>
            <a:ext cx="470549" cy="470549"/>
          </a:xfrm>
          <a:prstGeom prst="rect">
            <a:avLst/>
          </a:prstGeom>
          <a:effectLst>
            <a:outerShdw blurRad="152400" dist="38100" dir="2700000" algn="tl" rotWithShape="0">
              <a:prstClr val="black">
                <a:alpha val="28000"/>
              </a:prstClr>
            </a:outerShdw>
          </a:effectLst>
        </p:spPr>
      </p:pic>
      <p:pic>
        <p:nvPicPr>
          <p:cNvPr id="57" name="图片 56"/>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681815" y="4328713"/>
            <a:ext cx="470549" cy="470549"/>
          </a:xfrm>
          <a:prstGeom prst="rect">
            <a:avLst/>
          </a:prstGeom>
        </p:spPr>
      </p:pic>
      <p:grpSp>
        <p:nvGrpSpPr>
          <p:cNvPr id="58" name="组合 33"/>
          <p:cNvGrpSpPr/>
          <p:nvPr/>
        </p:nvGrpSpPr>
        <p:grpSpPr>
          <a:xfrm>
            <a:off x="4164096" y="1995372"/>
            <a:ext cx="2863046" cy="2867091"/>
            <a:chOff x="4061176" y="2249488"/>
            <a:chExt cx="4494213" cy="4500563"/>
          </a:xfrm>
          <a:effectLst>
            <a:outerShdw blurRad="228600" dist="63500" dir="2700000" algn="tl" rotWithShape="0">
              <a:prstClr val="black">
                <a:alpha val="22000"/>
              </a:prstClr>
            </a:outerShdw>
          </a:effectLst>
        </p:grpSpPr>
        <p:sp>
          <p:nvSpPr>
            <p:cNvPr id="59" name="Oval 52"/>
            <p:cNvSpPr>
              <a:spLocks noChangeArrowheads="1"/>
            </p:cNvSpPr>
            <p:nvPr/>
          </p:nvSpPr>
          <p:spPr bwMode="auto">
            <a:xfrm>
              <a:off x="4061176" y="2249488"/>
              <a:ext cx="4494213" cy="4500563"/>
            </a:xfrm>
            <a:prstGeom prst="ellipse">
              <a:avLst/>
            </a:prstGeom>
            <a:gradFill flip="none" rotWithShape="1">
              <a:gsLst>
                <a:gs pos="8000">
                  <a:schemeClr val="bg1"/>
                </a:gs>
                <a:gs pos="100000">
                  <a:schemeClr val="bg1">
                    <a:lumMod val="65000"/>
                  </a:schemeClr>
                </a:gs>
              </a:gsLst>
              <a:path path="shape">
                <a:fillToRect l="50000" t="50000" r="50000" b="50000"/>
              </a:path>
              <a:tileRect/>
            </a:gradFill>
            <a:ln w="1746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 name="Freeform 59"/>
            <p:cNvSpPr>
              <a:spLocks noEditPoints="1"/>
            </p:cNvSpPr>
            <p:nvPr/>
          </p:nvSpPr>
          <p:spPr bwMode="auto">
            <a:xfrm>
              <a:off x="4727926" y="2468562"/>
              <a:ext cx="3776663" cy="3808413"/>
            </a:xfrm>
            <a:custGeom>
              <a:avLst/>
              <a:gdLst>
                <a:gd name="T0" fmla="*/ 639 w 1006"/>
                <a:gd name="T1" fmla="*/ 216 h 1014"/>
                <a:gd name="T2" fmla="*/ 666 w 1006"/>
                <a:gd name="T3" fmla="*/ 231 h 1014"/>
                <a:gd name="T4" fmla="*/ 695 w 1006"/>
                <a:gd name="T5" fmla="*/ 299 h 1014"/>
                <a:gd name="T6" fmla="*/ 645 w 1006"/>
                <a:gd name="T7" fmla="*/ 257 h 1014"/>
                <a:gd name="T8" fmla="*/ 408 w 1006"/>
                <a:gd name="T9" fmla="*/ 0 h 1014"/>
                <a:gd name="T10" fmla="*/ 239 w 1006"/>
                <a:gd name="T11" fmla="*/ 68 h 1014"/>
                <a:gd name="T12" fmla="*/ 292 w 1006"/>
                <a:gd name="T13" fmla="*/ 85 h 1014"/>
                <a:gd name="T14" fmla="*/ 341 w 1006"/>
                <a:gd name="T15" fmla="*/ 114 h 1014"/>
                <a:gd name="T16" fmla="*/ 350 w 1006"/>
                <a:gd name="T17" fmla="*/ 71 h 1014"/>
                <a:gd name="T18" fmla="*/ 404 w 1006"/>
                <a:gd name="T19" fmla="*/ 54 h 1014"/>
                <a:gd name="T20" fmla="*/ 469 w 1006"/>
                <a:gd name="T21" fmla="*/ 83 h 1014"/>
                <a:gd name="T22" fmla="*/ 415 w 1006"/>
                <a:gd name="T23" fmla="*/ 112 h 1014"/>
                <a:gd name="T24" fmla="*/ 369 w 1006"/>
                <a:gd name="T25" fmla="*/ 133 h 1014"/>
                <a:gd name="T26" fmla="*/ 291 w 1006"/>
                <a:gd name="T27" fmla="*/ 132 h 1014"/>
                <a:gd name="T28" fmla="*/ 266 w 1006"/>
                <a:gd name="T29" fmla="*/ 113 h 1014"/>
                <a:gd name="T30" fmla="*/ 221 w 1006"/>
                <a:gd name="T31" fmla="*/ 161 h 1014"/>
                <a:gd name="T32" fmla="*/ 160 w 1006"/>
                <a:gd name="T33" fmla="*/ 188 h 1014"/>
                <a:gd name="T34" fmla="*/ 175 w 1006"/>
                <a:gd name="T35" fmla="*/ 225 h 1014"/>
                <a:gd name="T36" fmla="*/ 99 w 1006"/>
                <a:gd name="T37" fmla="*/ 256 h 1014"/>
                <a:gd name="T38" fmla="*/ 116 w 1006"/>
                <a:gd name="T39" fmla="*/ 297 h 1014"/>
                <a:gd name="T40" fmla="*/ 177 w 1006"/>
                <a:gd name="T41" fmla="*/ 284 h 1014"/>
                <a:gd name="T42" fmla="*/ 221 w 1006"/>
                <a:gd name="T43" fmla="*/ 234 h 1014"/>
                <a:gd name="T44" fmla="*/ 286 w 1006"/>
                <a:gd name="T45" fmla="*/ 240 h 1014"/>
                <a:gd name="T46" fmla="*/ 344 w 1006"/>
                <a:gd name="T47" fmla="*/ 278 h 1014"/>
                <a:gd name="T48" fmla="*/ 304 w 1006"/>
                <a:gd name="T49" fmla="*/ 227 h 1014"/>
                <a:gd name="T50" fmla="*/ 367 w 1006"/>
                <a:gd name="T51" fmla="*/ 261 h 1014"/>
                <a:gd name="T52" fmla="*/ 402 w 1006"/>
                <a:gd name="T53" fmla="*/ 262 h 1014"/>
                <a:gd name="T54" fmla="*/ 450 w 1006"/>
                <a:gd name="T55" fmla="*/ 253 h 1014"/>
                <a:gd name="T56" fmla="*/ 507 w 1006"/>
                <a:gd name="T57" fmla="*/ 227 h 1014"/>
                <a:gd name="T58" fmla="*/ 561 w 1006"/>
                <a:gd name="T59" fmla="*/ 201 h 1014"/>
                <a:gd name="T60" fmla="*/ 540 w 1006"/>
                <a:gd name="T61" fmla="*/ 264 h 1014"/>
                <a:gd name="T62" fmla="*/ 437 w 1006"/>
                <a:gd name="T63" fmla="*/ 275 h 1014"/>
                <a:gd name="T64" fmla="*/ 526 w 1006"/>
                <a:gd name="T65" fmla="*/ 297 h 1014"/>
                <a:gd name="T66" fmla="*/ 481 w 1006"/>
                <a:gd name="T67" fmla="*/ 351 h 1014"/>
                <a:gd name="T68" fmla="*/ 369 w 1006"/>
                <a:gd name="T69" fmla="*/ 353 h 1014"/>
                <a:gd name="T70" fmla="*/ 267 w 1006"/>
                <a:gd name="T71" fmla="*/ 300 h 1014"/>
                <a:gd name="T72" fmla="*/ 149 w 1006"/>
                <a:gd name="T73" fmla="*/ 319 h 1014"/>
                <a:gd name="T74" fmla="*/ 94 w 1006"/>
                <a:gd name="T75" fmla="*/ 340 h 1014"/>
                <a:gd name="T76" fmla="*/ 12 w 1006"/>
                <a:gd name="T77" fmla="*/ 481 h 1014"/>
                <a:gd name="T78" fmla="*/ 94 w 1006"/>
                <a:gd name="T79" fmla="*/ 621 h 1014"/>
                <a:gd name="T80" fmla="*/ 216 w 1006"/>
                <a:gd name="T81" fmla="*/ 620 h 1014"/>
                <a:gd name="T82" fmla="*/ 282 w 1006"/>
                <a:gd name="T83" fmla="*/ 732 h 1014"/>
                <a:gd name="T84" fmla="*/ 296 w 1006"/>
                <a:gd name="T85" fmla="*/ 925 h 1014"/>
                <a:gd name="T86" fmla="*/ 384 w 1006"/>
                <a:gd name="T87" fmla="*/ 1007 h 1014"/>
                <a:gd name="T88" fmla="*/ 484 w 1006"/>
                <a:gd name="T89" fmla="*/ 879 h 1014"/>
                <a:gd name="T90" fmla="*/ 577 w 1006"/>
                <a:gd name="T91" fmla="*/ 645 h 1014"/>
                <a:gd name="T92" fmla="*/ 594 w 1006"/>
                <a:gd name="T93" fmla="*/ 559 h 1014"/>
                <a:gd name="T94" fmla="*/ 517 w 1006"/>
                <a:gd name="T95" fmla="*/ 445 h 1014"/>
                <a:gd name="T96" fmla="*/ 533 w 1006"/>
                <a:gd name="T97" fmla="*/ 414 h 1014"/>
                <a:gd name="T98" fmla="*/ 600 w 1006"/>
                <a:gd name="T99" fmla="*/ 527 h 1014"/>
                <a:gd name="T100" fmla="*/ 714 w 1006"/>
                <a:gd name="T101" fmla="*/ 428 h 1014"/>
                <a:gd name="T102" fmla="*/ 660 w 1006"/>
                <a:gd name="T103" fmla="*/ 412 h 1014"/>
                <a:gd name="T104" fmla="*/ 692 w 1006"/>
                <a:gd name="T105" fmla="*/ 398 h 1014"/>
                <a:gd name="T106" fmla="*/ 790 w 1006"/>
                <a:gd name="T107" fmla="*/ 414 h 1014"/>
                <a:gd name="T108" fmla="*/ 828 w 1006"/>
                <a:gd name="T109" fmla="*/ 442 h 1014"/>
                <a:gd name="T110" fmla="*/ 872 w 1006"/>
                <a:gd name="T111" fmla="*/ 530 h 1014"/>
                <a:gd name="T112" fmla="*/ 973 w 1006"/>
                <a:gd name="T113" fmla="*/ 466 h 1014"/>
                <a:gd name="T114" fmla="*/ 713 w 1006"/>
                <a:gd name="T115" fmla="*/ 21 h 1014"/>
                <a:gd name="T116" fmla="*/ 607 w 1006"/>
                <a:gd name="T117" fmla="*/ 28 h 1014"/>
                <a:gd name="T118" fmla="*/ 586 w 1006"/>
                <a:gd name="T119" fmla="*/ 35 h 1014"/>
                <a:gd name="T120" fmla="*/ 525 w 1006"/>
                <a:gd name="T121" fmla="*/ 54 h 1014"/>
                <a:gd name="T122" fmla="*/ 497 w 1006"/>
                <a:gd name="T123" fmla="*/ 26 h 1014"/>
                <a:gd name="T124" fmla="*/ 495 w 1006"/>
                <a:gd name="T125" fmla="*/ 12 h 10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6" h="1014">
                  <a:moveTo>
                    <a:pt x="884" y="576"/>
                  </a:moveTo>
                  <a:cubicBezTo>
                    <a:pt x="884" y="576"/>
                    <a:pt x="884" y="576"/>
                    <a:pt x="884" y="576"/>
                  </a:cubicBezTo>
                  <a:cubicBezTo>
                    <a:pt x="884" y="576"/>
                    <a:pt x="884" y="576"/>
                    <a:pt x="884" y="576"/>
                  </a:cubicBezTo>
                  <a:cubicBezTo>
                    <a:pt x="884" y="576"/>
                    <a:pt x="884" y="576"/>
                    <a:pt x="884" y="576"/>
                  </a:cubicBezTo>
                  <a:cubicBezTo>
                    <a:pt x="884" y="576"/>
                    <a:pt x="884" y="576"/>
                    <a:pt x="884" y="576"/>
                  </a:cubicBezTo>
                  <a:moveTo>
                    <a:pt x="94" y="243"/>
                  </a:moveTo>
                  <a:cubicBezTo>
                    <a:pt x="94" y="243"/>
                    <a:pt x="94" y="243"/>
                    <a:pt x="94" y="243"/>
                  </a:cubicBezTo>
                  <a:cubicBezTo>
                    <a:pt x="94" y="243"/>
                    <a:pt x="94" y="243"/>
                    <a:pt x="94" y="243"/>
                  </a:cubicBezTo>
                  <a:cubicBezTo>
                    <a:pt x="94" y="243"/>
                    <a:pt x="94" y="243"/>
                    <a:pt x="94" y="243"/>
                  </a:cubicBezTo>
                  <a:moveTo>
                    <a:pt x="499" y="220"/>
                  </a:moveTo>
                  <a:cubicBezTo>
                    <a:pt x="499" y="220"/>
                    <a:pt x="499" y="220"/>
                    <a:pt x="499" y="220"/>
                  </a:cubicBezTo>
                  <a:cubicBezTo>
                    <a:pt x="499" y="220"/>
                    <a:pt x="499" y="220"/>
                    <a:pt x="499" y="220"/>
                  </a:cubicBezTo>
                  <a:moveTo>
                    <a:pt x="318" y="118"/>
                  </a:moveTo>
                  <a:cubicBezTo>
                    <a:pt x="318" y="118"/>
                    <a:pt x="318" y="118"/>
                    <a:pt x="318" y="118"/>
                  </a:cubicBezTo>
                  <a:cubicBezTo>
                    <a:pt x="318" y="118"/>
                    <a:pt x="318" y="118"/>
                    <a:pt x="318" y="118"/>
                  </a:cubicBezTo>
                  <a:cubicBezTo>
                    <a:pt x="318" y="118"/>
                    <a:pt x="318" y="118"/>
                    <a:pt x="318" y="118"/>
                  </a:cubicBezTo>
                  <a:moveTo>
                    <a:pt x="393" y="61"/>
                  </a:moveTo>
                  <a:cubicBezTo>
                    <a:pt x="393" y="61"/>
                    <a:pt x="393" y="61"/>
                    <a:pt x="393" y="61"/>
                  </a:cubicBezTo>
                  <a:cubicBezTo>
                    <a:pt x="393" y="61"/>
                    <a:pt x="393" y="61"/>
                    <a:pt x="393" y="61"/>
                  </a:cubicBezTo>
                  <a:cubicBezTo>
                    <a:pt x="393" y="61"/>
                    <a:pt x="393" y="61"/>
                    <a:pt x="393" y="61"/>
                  </a:cubicBezTo>
                  <a:moveTo>
                    <a:pt x="565" y="42"/>
                  </a:moveTo>
                  <a:cubicBezTo>
                    <a:pt x="565" y="42"/>
                    <a:pt x="565" y="42"/>
                    <a:pt x="565" y="42"/>
                  </a:cubicBezTo>
                  <a:cubicBezTo>
                    <a:pt x="565" y="42"/>
                    <a:pt x="565" y="42"/>
                    <a:pt x="565" y="42"/>
                  </a:cubicBezTo>
                  <a:cubicBezTo>
                    <a:pt x="565" y="42"/>
                    <a:pt x="565" y="42"/>
                    <a:pt x="565" y="42"/>
                  </a:cubicBezTo>
                  <a:moveTo>
                    <a:pt x="639" y="216"/>
                  </a:moveTo>
                  <a:cubicBezTo>
                    <a:pt x="642" y="215"/>
                    <a:pt x="644" y="215"/>
                    <a:pt x="645" y="215"/>
                  </a:cubicBezTo>
                  <a:cubicBezTo>
                    <a:pt x="646" y="215"/>
                    <a:pt x="648" y="215"/>
                    <a:pt x="650" y="213"/>
                  </a:cubicBezTo>
                  <a:cubicBezTo>
                    <a:pt x="650" y="213"/>
                    <a:pt x="650" y="213"/>
                    <a:pt x="650" y="213"/>
                  </a:cubicBezTo>
                  <a:cubicBezTo>
                    <a:pt x="656" y="209"/>
                    <a:pt x="664" y="206"/>
                    <a:pt x="668" y="206"/>
                  </a:cubicBezTo>
                  <a:cubicBezTo>
                    <a:pt x="668" y="206"/>
                    <a:pt x="668" y="206"/>
                    <a:pt x="668" y="206"/>
                  </a:cubicBezTo>
                  <a:cubicBezTo>
                    <a:pt x="669" y="205"/>
                    <a:pt x="670" y="205"/>
                    <a:pt x="671" y="205"/>
                  </a:cubicBezTo>
                  <a:cubicBezTo>
                    <a:pt x="671" y="205"/>
                    <a:pt x="671" y="205"/>
                    <a:pt x="671" y="205"/>
                  </a:cubicBezTo>
                  <a:cubicBezTo>
                    <a:pt x="676" y="205"/>
                    <a:pt x="681" y="206"/>
                    <a:pt x="683" y="206"/>
                  </a:cubicBezTo>
                  <a:cubicBezTo>
                    <a:pt x="683" y="206"/>
                    <a:pt x="683" y="206"/>
                    <a:pt x="683" y="206"/>
                  </a:cubicBezTo>
                  <a:cubicBezTo>
                    <a:pt x="685" y="207"/>
                    <a:pt x="687" y="208"/>
                    <a:pt x="689" y="210"/>
                  </a:cubicBezTo>
                  <a:cubicBezTo>
                    <a:pt x="690" y="212"/>
                    <a:pt x="691" y="214"/>
                    <a:pt x="691" y="217"/>
                  </a:cubicBezTo>
                  <a:cubicBezTo>
                    <a:pt x="691" y="217"/>
                    <a:pt x="691" y="217"/>
                    <a:pt x="691" y="218"/>
                  </a:cubicBezTo>
                  <a:cubicBezTo>
                    <a:pt x="691" y="220"/>
                    <a:pt x="689" y="222"/>
                    <a:pt x="687" y="224"/>
                  </a:cubicBezTo>
                  <a:cubicBezTo>
                    <a:pt x="686" y="225"/>
                    <a:pt x="683" y="226"/>
                    <a:pt x="681" y="227"/>
                  </a:cubicBezTo>
                  <a:cubicBezTo>
                    <a:pt x="680" y="228"/>
                    <a:pt x="679" y="228"/>
                    <a:pt x="678" y="228"/>
                  </a:cubicBezTo>
                  <a:cubicBezTo>
                    <a:pt x="678" y="228"/>
                    <a:pt x="678" y="228"/>
                    <a:pt x="678" y="228"/>
                  </a:cubicBezTo>
                  <a:cubicBezTo>
                    <a:pt x="678" y="228"/>
                    <a:pt x="678" y="228"/>
                    <a:pt x="678" y="228"/>
                  </a:cubicBezTo>
                  <a:cubicBezTo>
                    <a:pt x="678" y="228"/>
                    <a:pt x="678" y="228"/>
                    <a:pt x="678" y="228"/>
                  </a:cubicBezTo>
                  <a:cubicBezTo>
                    <a:pt x="677" y="228"/>
                    <a:pt x="677" y="228"/>
                    <a:pt x="677" y="228"/>
                  </a:cubicBezTo>
                  <a:cubicBezTo>
                    <a:pt x="677" y="228"/>
                    <a:pt x="677" y="228"/>
                    <a:pt x="677" y="228"/>
                  </a:cubicBezTo>
                  <a:cubicBezTo>
                    <a:pt x="677" y="228"/>
                    <a:pt x="677" y="228"/>
                    <a:pt x="677" y="228"/>
                  </a:cubicBezTo>
                  <a:cubicBezTo>
                    <a:pt x="677" y="228"/>
                    <a:pt x="677" y="228"/>
                    <a:pt x="677" y="228"/>
                  </a:cubicBezTo>
                  <a:cubicBezTo>
                    <a:pt x="676" y="228"/>
                    <a:pt x="674" y="228"/>
                    <a:pt x="672" y="229"/>
                  </a:cubicBezTo>
                  <a:cubicBezTo>
                    <a:pt x="671" y="229"/>
                    <a:pt x="668" y="230"/>
                    <a:pt x="667" y="230"/>
                  </a:cubicBezTo>
                  <a:cubicBezTo>
                    <a:pt x="667" y="231"/>
                    <a:pt x="666" y="231"/>
                    <a:pt x="666" y="231"/>
                  </a:cubicBezTo>
                  <a:cubicBezTo>
                    <a:pt x="666" y="231"/>
                    <a:pt x="666" y="232"/>
                    <a:pt x="667" y="232"/>
                  </a:cubicBezTo>
                  <a:cubicBezTo>
                    <a:pt x="668" y="233"/>
                    <a:pt x="669" y="234"/>
                    <a:pt x="670" y="234"/>
                  </a:cubicBezTo>
                  <a:cubicBezTo>
                    <a:pt x="671" y="236"/>
                    <a:pt x="674" y="238"/>
                    <a:pt x="675" y="240"/>
                  </a:cubicBezTo>
                  <a:cubicBezTo>
                    <a:pt x="675" y="240"/>
                    <a:pt x="675" y="240"/>
                    <a:pt x="675" y="240"/>
                  </a:cubicBezTo>
                  <a:cubicBezTo>
                    <a:pt x="676" y="241"/>
                    <a:pt x="677" y="242"/>
                    <a:pt x="678" y="243"/>
                  </a:cubicBezTo>
                  <a:cubicBezTo>
                    <a:pt x="679" y="244"/>
                    <a:pt x="681" y="245"/>
                    <a:pt x="682" y="246"/>
                  </a:cubicBezTo>
                  <a:cubicBezTo>
                    <a:pt x="683" y="246"/>
                    <a:pt x="684" y="247"/>
                    <a:pt x="685" y="248"/>
                  </a:cubicBezTo>
                  <a:cubicBezTo>
                    <a:pt x="685" y="248"/>
                    <a:pt x="685" y="249"/>
                    <a:pt x="685" y="250"/>
                  </a:cubicBezTo>
                  <a:cubicBezTo>
                    <a:pt x="685" y="250"/>
                    <a:pt x="685" y="250"/>
                    <a:pt x="685" y="250"/>
                  </a:cubicBezTo>
                  <a:cubicBezTo>
                    <a:pt x="685" y="250"/>
                    <a:pt x="685" y="250"/>
                    <a:pt x="685" y="250"/>
                  </a:cubicBezTo>
                  <a:cubicBezTo>
                    <a:pt x="685" y="251"/>
                    <a:pt x="685" y="252"/>
                    <a:pt x="685" y="253"/>
                  </a:cubicBezTo>
                  <a:cubicBezTo>
                    <a:pt x="684" y="253"/>
                    <a:pt x="684" y="254"/>
                    <a:pt x="683" y="255"/>
                  </a:cubicBezTo>
                  <a:cubicBezTo>
                    <a:pt x="683" y="256"/>
                    <a:pt x="682" y="257"/>
                    <a:pt x="682" y="257"/>
                  </a:cubicBezTo>
                  <a:cubicBezTo>
                    <a:pt x="682" y="258"/>
                    <a:pt x="682" y="258"/>
                    <a:pt x="683" y="259"/>
                  </a:cubicBezTo>
                  <a:cubicBezTo>
                    <a:pt x="683" y="259"/>
                    <a:pt x="683" y="259"/>
                    <a:pt x="683" y="259"/>
                  </a:cubicBezTo>
                  <a:cubicBezTo>
                    <a:pt x="685" y="262"/>
                    <a:pt x="685" y="265"/>
                    <a:pt x="686" y="267"/>
                  </a:cubicBezTo>
                  <a:cubicBezTo>
                    <a:pt x="686" y="269"/>
                    <a:pt x="686" y="270"/>
                    <a:pt x="687" y="272"/>
                  </a:cubicBezTo>
                  <a:cubicBezTo>
                    <a:pt x="687" y="272"/>
                    <a:pt x="687" y="272"/>
                    <a:pt x="687" y="272"/>
                  </a:cubicBezTo>
                  <a:cubicBezTo>
                    <a:pt x="688" y="273"/>
                    <a:pt x="688" y="274"/>
                    <a:pt x="689" y="274"/>
                  </a:cubicBezTo>
                  <a:cubicBezTo>
                    <a:pt x="691" y="275"/>
                    <a:pt x="692" y="276"/>
                    <a:pt x="693" y="277"/>
                  </a:cubicBezTo>
                  <a:cubicBezTo>
                    <a:pt x="694" y="278"/>
                    <a:pt x="694" y="280"/>
                    <a:pt x="695" y="281"/>
                  </a:cubicBezTo>
                  <a:cubicBezTo>
                    <a:pt x="695" y="281"/>
                    <a:pt x="695" y="281"/>
                    <a:pt x="695" y="281"/>
                  </a:cubicBezTo>
                  <a:cubicBezTo>
                    <a:pt x="695" y="284"/>
                    <a:pt x="695" y="288"/>
                    <a:pt x="695" y="291"/>
                  </a:cubicBezTo>
                  <a:cubicBezTo>
                    <a:pt x="695" y="294"/>
                    <a:pt x="695" y="296"/>
                    <a:pt x="695" y="298"/>
                  </a:cubicBezTo>
                  <a:cubicBezTo>
                    <a:pt x="695" y="298"/>
                    <a:pt x="695" y="299"/>
                    <a:pt x="695" y="299"/>
                  </a:cubicBezTo>
                  <a:cubicBezTo>
                    <a:pt x="695" y="299"/>
                    <a:pt x="695" y="299"/>
                    <a:pt x="695" y="299"/>
                  </a:cubicBezTo>
                  <a:cubicBezTo>
                    <a:pt x="695" y="299"/>
                    <a:pt x="695" y="299"/>
                    <a:pt x="695" y="299"/>
                  </a:cubicBezTo>
                  <a:cubicBezTo>
                    <a:pt x="695" y="300"/>
                    <a:pt x="696" y="300"/>
                    <a:pt x="696" y="301"/>
                  </a:cubicBezTo>
                  <a:cubicBezTo>
                    <a:pt x="696" y="302"/>
                    <a:pt x="695" y="303"/>
                    <a:pt x="695" y="304"/>
                  </a:cubicBezTo>
                  <a:cubicBezTo>
                    <a:pt x="694" y="304"/>
                    <a:pt x="694" y="305"/>
                    <a:pt x="693" y="305"/>
                  </a:cubicBezTo>
                  <a:cubicBezTo>
                    <a:pt x="691" y="306"/>
                    <a:pt x="688" y="306"/>
                    <a:pt x="684" y="306"/>
                  </a:cubicBezTo>
                  <a:cubicBezTo>
                    <a:pt x="684" y="306"/>
                    <a:pt x="684" y="306"/>
                    <a:pt x="684" y="306"/>
                  </a:cubicBezTo>
                  <a:cubicBezTo>
                    <a:pt x="682" y="306"/>
                    <a:pt x="680" y="306"/>
                    <a:pt x="678" y="306"/>
                  </a:cubicBezTo>
                  <a:cubicBezTo>
                    <a:pt x="678" y="306"/>
                    <a:pt x="677" y="306"/>
                    <a:pt x="677" y="306"/>
                  </a:cubicBezTo>
                  <a:cubicBezTo>
                    <a:pt x="677" y="306"/>
                    <a:pt x="677" y="306"/>
                    <a:pt x="677" y="306"/>
                  </a:cubicBezTo>
                  <a:cubicBezTo>
                    <a:pt x="673" y="306"/>
                    <a:pt x="669" y="306"/>
                    <a:pt x="666" y="305"/>
                  </a:cubicBezTo>
                  <a:cubicBezTo>
                    <a:pt x="663" y="305"/>
                    <a:pt x="660" y="303"/>
                    <a:pt x="658" y="301"/>
                  </a:cubicBezTo>
                  <a:cubicBezTo>
                    <a:pt x="656" y="300"/>
                    <a:pt x="654" y="298"/>
                    <a:pt x="652" y="296"/>
                  </a:cubicBezTo>
                  <a:cubicBezTo>
                    <a:pt x="649" y="294"/>
                    <a:pt x="647" y="292"/>
                    <a:pt x="646" y="291"/>
                  </a:cubicBezTo>
                  <a:cubicBezTo>
                    <a:pt x="646" y="291"/>
                    <a:pt x="646" y="291"/>
                    <a:pt x="646" y="291"/>
                  </a:cubicBezTo>
                  <a:cubicBezTo>
                    <a:pt x="645" y="290"/>
                    <a:pt x="645" y="289"/>
                    <a:pt x="645" y="288"/>
                  </a:cubicBezTo>
                  <a:cubicBezTo>
                    <a:pt x="645" y="286"/>
                    <a:pt x="646" y="284"/>
                    <a:pt x="647" y="282"/>
                  </a:cubicBezTo>
                  <a:cubicBezTo>
                    <a:pt x="648" y="280"/>
                    <a:pt x="649" y="278"/>
                    <a:pt x="650" y="277"/>
                  </a:cubicBezTo>
                  <a:cubicBezTo>
                    <a:pt x="650" y="277"/>
                    <a:pt x="650" y="277"/>
                    <a:pt x="650" y="277"/>
                  </a:cubicBezTo>
                  <a:cubicBezTo>
                    <a:pt x="651" y="276"/>
                    <a:pt x="651" y="276"/>
                    <a:pt x="652" y="275"/>
                  </a:cubicBezTo>
                  <a:cubicBezTo>
                    <a:pt x="653" y="274"/>
                    <a:pt x="653" y="273"/>
                    <a:pt x="653" y="272"/>
                  </a:cubicBezTo>
                  <a:cubicBezTo>
                    <a:pt x="653" y="272"/>
                    <a:pt x="653" y="271"/>
                    <a:pt x="653" y="270"/>
                  </a:cubicBezTo>
                  <a:cubicBezTo>
                    <a:pt x="653" y="270"/>
                    <a:pt x="653" y="270"/>
                    <a:pt x="653" y="270"/>
                  </a:cubicBezTo>
                  <a:cubicBezTo>
                    <a:pt x="652" y="268"/>
                    <a:pt x="650" y="265"/>
                    <a:pt x="649" y="262"/>
                  </a:cubicBezTo>
                  <a:cubicBezTo>
                    <a:pt x="647" y="260"/>
                    <a:pt x="646" y="258"/>
                    <a:pt x="645" y="257"/>
                  </a:cubicBezTo>
                  <a:cubicBezTo>
                    <a:pt x="645" y="257"/>
                    <a:pt x="645" y="257"/>
                    <a:pt x="645" y="257"/>
                  </a:cubicBezTo>
                  <a:cubicBezTo>
                    <a:pt x="645" y="257"/>
                    <a:pt x="645" y="257"/>
                    <a:pt x="645" y="257"/>
                  </a:cubicBezTo>
                  <a:cubicBezTo>
                    <a:pt x="644" y="256"/>
                    <a:pt x="643" y="255"/>
                    <a:pt x="641" y="253"/>
                  </a:cubicBezTo>
                  <a:cubicBezTo>
                    <a:pt x="640" y="252"/>
                    <a:pt x="638" y="250"/>
                    <a:pt x="637" y="249"/>
                  </a:cubicBezTo>
                  <a:cubicBezTo>
                    <a:pt x="637" y="248"/>
                    <a:pt x="636" y="247"/>
                    <a:pt x="636" y="245"/>
                  </a:cubicBezTo>
                  <a:cubicBezTo>
                    <a:pt x="636" y="245"/>
                    <a:pt x="636" y="245"/>
                    <a:pt x="636" y="245"/>
                  </a:cubicBezTo>
                  <a:cubicBezTo>
                    <a:pt x="636" y="245"/>
                    <a:pt x="636" y="245"/>
                    <a:pt x="636" y="245"/>
                  </a:cubicBezTo>
                  <a:cubicBezTo>
                    <a:pt x="636" y="245"/>
                    <a:pt x="636" y="245"/>
                    <a:pt x="636" y="245"/>
                  </a:cubicBezTo>
                  <a:cubicBezTo>
                    <a:pt x="636" y="245"/>
                    <a:pt x="636" y="245"/>
                    <a:pt x="636" y="245"/>
                  </a:cubicBezTo>
                  <a:cubicBezTo>
                    <a:pt x="636" y="244"/>
                    <a:pt x="636" y="243"/>
                    <a:pt x="637" y="242"/>
                  </a:cubicBezTo>
                  <a:cubicBezTo>
                    <a:pt x="637" y="241"/>
                    <a:pt x="637" y="241"/>
                    <a:pt x="638" y="241"/>
                  </a:cubicBezTo>
                  <a:cubicBezTo>
                    <a:pt x="638" y="240"/>
                    <a:pt x="638" y="240"/>
                    <a:pt x="638" y="240"/>
                  </a:cubicBezTo>
                  <a:cubicBezTo>
                    <a:pt x="637" y="240"/>
                    <a:pt x="637" y="240"/>
                    <a:pt x="637" y="240"/>
                  </a:cubicBezTo>
                  <a:cubicBezTo>
                    <a:pt x="637" y="240"/>
                    <a:pt x="637" y="239"/>
                    <a:pt x="636" y="239"/>
                  </a:cubicBezTo>
                  <a:cubicBezTo>
                    <a:pt x="636" y="239"/>
                    <a:pt x="636" y="239"/>
                    <a:pt x="636" y="239"/>
                  </a:cubicBezTo>
                  <a:cubicBezTo>
                    <a:pt x="634" y="237"/>
                    <a:pt x="632" y="235"/>
                    <a:pt x="631" y="234"/>
                  </a:cubicBezTo>
                  <a:cubicBezTo>
                    <a:pt x="630" y="232"/>
                    <a:pt x="629" y="230"/>
                    <a:pt x="629" y="228"/>
                  </a:cubicBezTo>
                  <a:cubicBezTo>
                    <a:pt x="629" y="227"/>
                    <a:pt x="629" y="226"/>
                    <a:pt x="631" y="225"/>
                  </a:cubicBezTo>
                  <a:cubicBezTo>
                    <a:pt x="631" y="225"/>
                    <a:pt x="631" y="225"/>
                    <a:pt x="631" y="225"/>
                  </a:cubicBezTo>
                  <a:cubicBezTo>
                    <a:pt x="631" y="224"/>
                    <a:pt x="633" y="222"/>
                    <a:pt x="634" y="221"/>
                  </a:cubicBezTo>
                  <a:cubicBezTo>
                    <a:pt x="635" y="219"/>
                    <a:pt x="637" y="217"/>
                    <a:pt x="639" y="216"/>
                  </a:cubicBezTo>
                  <a:cubicBezTo>
                    <a:pt x="639" y="216"/>
                    <a:pt x="639" y="216"/>
                    <a:pt x="639" y="216"/>
                  </a:cubicBezTo>
                  <a:moveTo>
                    <a:pt x="412" y="0"/>
                  </a:moveTo>
                  <a:cubicBezTo>
                    <a:pt x="411" y="0"/>
                    <a:pt x="409" y="0"/>
                    <a:pt x="408" y="0"/>
                  </a:cubicBezTo>
                  <a:cubicBezTo>
                    <a:pt x="408" y="0"/>
                    <a:pt x="408" y="0"/>
                    <a:pt x="408" y="0"/>
                  </a:cubicBezTo>
                  <a:cubicBezTo>
                    <a:pt x="408" y="0"/>
                    <a:pt x="408" y="0"/>
                    <a:pt x="408" y="0"/>
                  </a:cubicBezTo>
                  <a:cubicBezTo>
                    <a:pt x="405" y="0"/>
                    <a:pt x="397" y="2"/>
                    <a:pt x="393" y="3"/>
                  </a:cubicBezTo>
                  <a:cubicBezTo>
                    <a:pt x="393" y="3"/>
                    <a:pt x="393" y="3"/>
                    <a:pt x="393" y="3"/>
                  </a:cubicBezTo>
                  <a:cubicBezTo>
                    <a:pt x="392" y="3"/>
                    <a:pt x="392" y="3"/>
                    <a:pt x="392" y="3"/>
                  </a:cubicBezTo>
                  <a:cubicBezTo>
                    <a:pt x="385" y="5"/>
                    <a:pt x="367" y="9"/>
                    <a:pt x="358" y="10"/>
                  </a:cubicBezTo>
                  <a:cubicBezTo>
                    <a:pt x="358" y="10"/>
                    <a:pt x="358" y="10"/>
                    <a:pt x="358" y="10"/>
                  </a:cubicBezTo>
                  <a:cubicBezTo>
                    <a:pt x="351" y="10"/>
                    <a:pt x="346" y="12"/>
                    <a:pt x="343" y="14"/>
                  </a:cubicBezTo>
                  <a:cubicBezTo>
                    <a:pt x="342" y="14"/>
                    <a:pt x="341" y="15"/>
                    <a:pt x="341" y="15"/>
                  </a:cubicBezTo>
                  <a:cubicBezTo>
                    <a:pt x="341" y="15"/>
                    <a:pt x="341" y="15"/>
                    <a:pt x="341" y="15"/>
                  </a:cubicBezTo>
                  <a:cubicBezTo>
                    <a:pt x="340" y="16"/>
                    <a:pt x="340" y="16"/>
                    <a:pt x="339" y="17"/>
                  </a:cubicBezTo>
                  <a:cubicBezTo>
                    <a:pt x="339" y="17"/>
                    <a:pt x="338" y="18"/>
                    <a:pt x="337" y="18"/>
                  </a:cubicBezTo>
                  <a:cubicBezTo>
                    <a:pt x="335" y="19"/>
                    <a:pt x="333" y="20"/>
                    <a:pt x="331" y="21"/>
                  </a:cubicBezTo>
                  <a:cubicBezTo>
                    <a:pt x="326" y="24"/>
                    <a:pt x="321" y="26"/>
                    <a:pt x="316" y="28"/>
                  </a:cubicBezTo>
                  <a:cubicBezTo>
                    <a:pt x="313" y="30"/>
                    <a:pt x="311" y="31"/>
                    <a:pt x="310" y="32"/>
                  </a:cubicBezTo>
                  <a:cubicBezTo>
                    <a:pt x="310" y="32"/>
                    <a:pt x="310" y="32"/>
                    <a:pt x="310" y="32"/>
                  </a:cubicBezTo>
                  <a:cubicBezTo>
                    <a:pt x="309" y="33"/>
                    <a:pt x="309" y="33"/>
                    <a:pt x="308" y="34"/>
                  </a:cubicBezTo>
                  <a:cubicBezTo>
                    <a:pt x="308" y="35"/>
                    <a:pt x="307" y="36"/>
                    <a:pt x="306" y="37"/>
                  </a:cubicBezTo>
                  <a:cubicBezTo>
                    <a:pt x="305" y="40"/>
                    <a:pt x="302" y="42"/>
                    <a:pt x="296" y="44"/>
                  </a:cubicBezTo>
                  <a:cubicBezTo>
                    <a:pt x="296" y="44"/>
                    <a:pt x="296" y="44"/>
                    <a:pt x="296" y="44"/>
                  </a:cubicBezTo>
                  <a:cubicBezTo>
                    <a:pt x="285" y="48"/>
                    <a:pt x="263" y="58"/>
                    <a:pt x="258" y="60"/>
                  </a:cubicBezTo>
                  <a:cubicBezTo>
                    <a:pt x="258" y="60"/>
                    <a:pt x="258" y="60"/>
                    <a:pt x="258" y="60"/>
                  </a:cubicBezTo>
                  <a:cubicBezTo>
                    <a:pt x="258" y="60"/>
                    <a:pt x="258" y="60"/>
                    <a:pt x="258" y="60"/>
                  </a:cubicBezTo>
                  <a:cubicBezTo>
                    <a:pt x="253" y="62"/>
                    <a:pt x="248" y="63"/>
                    <a:pt x="243" y="65"/>
                  </a:cubicBezTo>
                  <a:cubicBezTo>
                    <a:pt x="242" y="65"/>
                    <a:pt x="241" y="66"/>
                    <a:pt x="240" y="66"/>
                  </a:cubicBezTo>
                  <a:cubicBezTo>
                    <a:pt x="239" y="67"/>
                    <a:pt x="239" y="67"/>
                    <a:pt x="239" y="68"/>
                  </a:cubicBezTo>
                  <a:cubicBezTo>
                    <a:pt x="239" y="69"/>
                    <a:pt x="239" y="70"/>
                    <a:pt x="240" y="71"/>
                  </a:cubicBezTo>
                  <a:cubicBezTo>
                    <a:pt x="240" y="71"/>
                    <a:pt x="240" y="71"/>
                    <a:pt x="240" y="71"/>
                  </a:cubicBezTo>
                  <a:cubicBezTo>
                    <a:pt x="241" y="73"/>
                    <a:pt x="241" y="76"/>
                    <a:pt x="242" y="78"/>
                  </a:cubicBezTo>
                  <a:cubicBezTo>
                    <a:pt x="243" y="81"/>
                    <a:pt x="243" y="84"/>
                    <a:pt x="244" y="86"/>
                  </a:cubicBezTo>
                  <a:cubicBezTo>
                    <a:pt x="244" y="86"/>
                    <a:pt x="244" y="86"/>
                    <a:pt x="244" y="86"/>
                  </a:cubicBezTo>
                  <a:cubicBezTo>
                    <a:pt x="244" y="88"/>
                    <a:pt x="245" y="91"/>
                    <a:pt x="246" y="93"/>
                  </a:cubicBezTo>
                  <a:cubicBezTo>
                    <a:pt x="247" y="95"/>
                    <a:pt x="249" y="96"/>
                    <a:pt x="252" y="96"/>
                  </a:cubicBezTo>
                  <a:cubicBezTo>
                    <a:pt x="252" y="96"/>
                    <a:pt x="252" y="96"/>
                    <a:pt x="252" y="96"/>
                  </a:cubicBezTo>
                  <a:cubicBezTo>
                    <a:pt x="253" y="96"/>
                    <a:pt x="254" y="96"/>
                    <a:pt x="256" y="96"/>
                  </a:cubicBezTo>
                  <a:cubicBezTo>
                    <a:pt x="256" y="96"/>
                    <a:pt x="256" y="96"/>
                    <a:pt x="256" y="96"/>
                  </a:cubicBezTo>
                  <a:cubicBezTo>
                    <a:pt x="256" y="96"/>
                    <a:pt x="256" y="96"/>
                    <a:pt x="256" y="96"/>
                  </a:cubicBezTo>
                  <a:cubicBezTo>
                    <a:pt x="257" y="96"/>
                    <a:pt x="257" y="96"/>
                    <a:pt x="257" y="96"/>
                  </a:cubicBezTo>
                  <a:cubicBezTo>
                    <a:pt x="260" y="96"/>
                    <a:pt x="263" y="96"/>
                    <a:pt x="266" y="96"/>
                  </a:cubicBezTo>
                  <a:cubicBezTo>
                    <a:pt x="269" y="96"/>
                    <a:pt x="271" y="95"/>
                    <a:pt x="272" y="94"/>
                  </a:cubicBezTo>
                  <a:cubicBezTo>
                    <a:pt x="272" y="94"/>
                    <a:pt x="272" y="94"/>
                    <a:pt x="272" y="94"/>
                  </a:cubicBezTo>
                  <a:cubicBezTo>
                    <a:pt x="274" y="94"/>
                    <a:pt x="277" y="92"/>
                    <a:pt x="281" y="90"/>
                  </a:cubicBezTo>
                  <a:cubicBezTo>
                    <a:pt x="284" y="88"/>
                    <a:pt x="288" y="87"/>
                    <a:pt x="289" y="86"/>
                  </a:cubicBezTo>
                  <a:cubicBezTo>
                    <a:pt x="290" y="86"/>
                    <a:pt x="290" y="85"/>
                    <a:pt x="290" y="85"/>
                  </a:cubicBezTo>
                  <a:cubicBezTo>
                    <a:pt x="290" y="85"/>
                    <a:pt x="290" y="85"/>
                    <a:pt x="290" y="85"/>
                  </a:cubicBezTo>
                  <a:cubicBezTo>
                    <a:pt x="291" y="85"/>
                    <a:pt x="291" y="85"/>
                    <a:pt x="291" y="85"/>
                  </a:cubicBezTo>
                  <a:cubicBezTo>
                    <a:pt x="292" y="85"/>
                    <a:pt x="292" y="85"/>
                    <a:pt x="292" y="85"/>
                  </a:cubicBezTo>
                  <a:cubicBezTo>
                    <a:pt x="292" y="85"/>
                    <a:pt x="292" y="85"/>
                    <a:pt x="292" y="85"/>
                  </a:cubicBezTo>
                  <a:cubicBezTo>
                    <a:pt x="292" y="85"/>
                    <a:pt x="292" y="85"/>
                    <a:pt x="292" y="85"/>
                  </a:cubicBezTo>
                  <a:cubicBezTo>
                    <a:pt x="292" y="85"/>
                    <a:pt x="292" y="85"/>
                    <a:pt x="292" y="85"/>
                  </a:cubicBezTo>
                  <a:cubicBezTo>
                    <a:pt x="292" y="85"/>
                    <a:pt x="292" y="85"/>
                    <a:pt x="292" y="85"/>
                  </a:cubicBezTo>
                  <a:cubicBezTo>
                    <a:pt x="292" y="86"/>
                    <a:pt x="292" y="86"/>
                    <a:pt x="292" y="86"/>
                  </a:cubicBezTo>
                  <a:cubicBezTo>
                    <a:pt x="293" y="86"/>
                    <a:pt x="293" y="86"/>
                    <a:pt x="293" y="86"/>
                  </a:cubicBezTo>
                  <a:cubicBezTo>
                    <a:pt x="293" y="86"/>
                    <a:pt x="293" y="86"/>
                    <a:pt x="293" y="86"/>
                  </a:cubicBezTo>
                  <a:cubicBezTo>
                    <a:pt x="294" y="87"/>
                    <a:pt x="295" y="88"/>
                    <a:pt x="296" y="88"/>
                  </a:cubicBezTo>
                  <a:cubicBezTo>
                    <a:pt x="298" y="90"/>
                    <a:pt x="300" y="92"/>
                    <a:pt x="302" y="94"/>
                  </a:cubicBezTo>
                  <a:cubicBezTo>
                    <a:pt x="302" y="95"/>
                    <a:pt x="302" y="96"/>
                    <a:pt x="302" y="97"/>
                  </a:cubicBezTo>
                  <a:cubicBezTo>
                    <a:pt x="302" y="97"/>
                    <a:pt x="302" y="97"/>
                    <a:pt x="302" y="97"/>
                  </a:cubicBezTo>
                  <a:cubicBezTo>
                    <a:pt x="302" y="98"/>
                    <a:pt x="302" y="100"/>
                    <a:pt x="303" y="101"/>
                  </a:cubicBezTo>
                  <a:cubicBezTo>
                    <a:pt x="303" y="102"/>
                    <a:pt x="303" y="103"/>
                    <a:pt x="304" y="104"/>
                  </a:cubicBezTo>
                  <a:cubicBezTo>
                    <a:pt x="304" y="104"/>
                    <a:pt x="304" y="104"/>
                    <a:pt x="304" y="104"/>
                  </a:cubicBezTo>
                  <a:cubicBezTo>
                    <a:pt x="305" y="104"/>
                    <a:pt x="306" y="105"/>
                    <a:pt x="307" y="106"/>
                  </a:cubicBezTo>
                  <a:cubicBezTo>
                    <a:pt x="308" y="107"/>
                    <a:pt x="309" y="108"/>
                    <a:pt x="310" y="109"/>
                  </a:cubicBezTo>
                  <a:cubicBezTo>
                    <a:pt x="313" y="112"/>
                    <a:pt x="316" y="115"/>
                    <a:pt x="317" y="117"/>
                  </a:cubicBezTo>
                  <a:cubicBezTo>
                    <a:pt x="317" y="117"/>
                    <a:pt x="318" y="118"/>
                    <a:pt x="318" y="118"/>
                  </a:cubicBezTo>
                  <a:cubicBezTo>
                    <a:pt x="318" y="119"/>
                    <a:pt x="318" y="119"/>
                    <a:pt x="318" y="119"/>
                  </a:cubicBezTo>
                  <a:cubicBezTo>
                    <a:pt x="318" y="119"/>
                    <a:pt x="318" y="119"/>
                    <a:pt x="318" y="119"/>
                  </a:cubicBezTo>
                  <a:cubicBezTo>
                    <a:pt x="319" y="119"/>
                    <a:pt x="320" y="120"/>
                    <a:pt x="321" y="120"/>
                  </a:cubicBezTo>
                  <a:cubicBezTo>
                    <a:pt x="322" y="121"/>
                    <a:pt x="324" y="122"/>
                    <a:pt x="326" y="122"/>
                  </a:cubicBezTo>
                  <a:cubicBezTo>
                    <a:pt x="326" y="122"/>
                    <a:pt x="326" y="122"/>
                    <a:pt x="326" y="122"/>
                  </a:cubicBezTo>
                  <a:cubicBezTo>
                    <a:pt x="326" y="122"/>
                    <a:pt x="326" y="122"/>
                    <a:pt x="326" y="122"/>
                  </a:cubicBezTo>
                  <a:cubicBezTo>
                    <a:pt x="326" y="122"/>
                    <a:pt x="326" y="122"/>
                    <a:pt x="326" y="122"/>
                  </a:cubicBezTo>
                  <a:cubicBezTo>
                    <a:pt x="327" y="122"/>
                    <a:pt x="327" y="122"/>
                    <a:pt x="328" y="121"/>
                  </a:cubicBezTo>
                  <a:cubicBezTo>
                    <a:pt x="328" y="121"/>
                    <a:pt x="328" y="121"/>
                    <a:pt x="328" y="121"/>
                  </a:cubicBezTo>
                  <a:cubicBezTo>
                    <a:pt x="329" y="120"/>
                    <a:pt x="331" y="118"/>
                    <a:pt x="333" y="116"/>
                  </a:cubicBezTo>
                  <a:cubicBezTo>
                    <a:pt x="335" y="115"/>
                    <a:pt x="338" y="114"/>
                    <a:pt x="341" y="114"/>
                  </a:cubicBezTo>
                  <a:cubicBezTo>
                    <a:pt x="341" y="114"/>
                    <a:pt x="341" y="114"/>
                    <a:pt x="341" y="114"/>
                  </a:cubicBezTo>
                  <a:cubicBezTo>
                    <a:pt x="342" y="114"/>
                    <a:pt x="342" y="114"/>
                    <a:pt x="342" y="114"/>
                  </a:cubicBezTo>
                  <a:cubicBezTo>
                    <a:pt x="342" y="114"/>
                    <a:pt x="342" y="114"/>
                    <a:pt x="342" y="114"/>
                  </a:cubicBezTo>
                  <a:cubicBezTo>
                    <a:pt x="344" y="114"/>
                    <a:pt x="345" y="113"/>
                    <a:pt x="346" y="112"/>
                  </a:cubicBezTo>
                  <a:cubicBezTo>
                    <a:pt x="347" y="111"/>
                    <a:pt x="348" y="109"/>
                    <a:pt x="348" y="108"/>
                  </a:cubicBezTo>
                  <a:cubicBezTo>
                    <a:pt x="348" y="107"/>
                    <a:pt x="348" y="107"/>
                    <a:pt x="348" y="107"/>
                  </a:cubicBezTo>
                  <a:cubicBezTo>
                    <a:pt x="348" y="107"/>
                    <a:pt x="348" y="107"/>
                    <a:pt x="348" y="107"/>
                  </a:cubicBezTo>
                  <a:cubicBezTo>
                    <a:pt x="348" y="107"/>
                    <a:pt x="348" y="107"/>
                    <a:pt x="348" y="107"/>
                  </a:cubicBezTo>
                  <a:cubicBezTo>
                    <a:pt x="348" y="106"/>
                    <a:pt x="347" y="104"/>
                    <a:pt x="347" y="103"/>
                  </a:cubicBezTo>
                  <a:cubicBezTo>
                    <a:pt x="346" y="101"/>
                    <a:pt x="346" y="100"/>
                    <a:pt x="346" y="98"/>
                  </a:cubicBezTo>
                  <a:cubicBezTo>
                    <a:pt x="346" y="97"/>
                    <a:pt x="346" y="96"/>
                    <a:pt x="347" y="95"/>
                  </a:cubicBezTo>
                  <a:cubicBezTo>
                    <a:pt x="347" y="94"/>
                    <a:pt x="349" y="94"/>
                    <a:pt x="350" y="93"/>
                  </a:cubicBezTo>
                  <a:cubicBezTo>
                    <a:pt x="350" y="93"/>
                    <a:pt x="350" y="93"/>
                    <a:pt x="350" y="93"/>
                  </a:cubicBezTo>
                  <a:cubicBezTo>
                    <a:pt x="352" y="93"/>
                    <a:pt x="355" y="91"/>
                    <a:pt x="358" y="90"/>
                  </a:cubicBezTo>
                  <a:cubicBezTo>
                    <a:pt x="362" y="88"/>
                    <a:pt x="365" y="86"/>
                    <a:pt x="366" y="85"/>
                  </a:cubicBezTo>
                  <a:cubicBezTo>
                    <a:pt x="367" y="85"/>
                    <a:pt x="367" y="85"/>
                    <a:pt x="367" y="85"/>
                  </a:cubicBezTo>
                  <a:cubicBezTo>
                    <a:pt x="367" y="85"/>
                    <a:pt x="367" y="85"/>
                    <a:pt x="367" y="85"/>
                  </a:cubicBezTo>
                  <a:cubicBezTo>
                    <a:pt x="366" y="84"/>
                    <a:pt x="366" y="84"/>
                    <a:pt x="365" y="83"/>
                  </a:cubicBezTo>
                  <a:cubicBezTo>
                    <a:pt x="364" y="83"/>
                    <a:pt x="363" y="82"/>
                    <a:pt x="361" y="81"/>
                  </a:cubicBezTo>
                  <a:cubicBezTo>
                    <a:pt x="358" y="79"/>
                    <a:pt x="354" y="77"/>
                    <a:pt x="352" y="75"/>
                  </a:cubicBezTo>
                  <a:cubicBezTo>
                    <a:pt x="351" y="75"/>
                    <a:pt x="351" y="74"/>
                    <a:pt x="351" y="74"/>
                  </a:cubicBezTo>
                  <a:cubicBezTo>
                    <a:pt x="350" y="73"/>
                    <a:pt x="350" y="73"/>
                    <a:pt x="350" y="72"/>
                  </a:cubicBezTo>
                  <a:cubicBezTo>
                    <a:pt x="350" y="71"/>
                    <a:pt x="350" y="71"/>
                    <a:pt x="350" y="71"/>
                  </a:cubicBezTo>
                  <a:cubicBezTo>
                    <a:pt x="350" y="71"/>
                    <a:pt x="350" y="71"/>
                    <a:pt x="350" y="71"/>
                  </a:cubicBezTo>
                  <a:cubicBezTo>
                    <a:pt x="350" y="71"/>
                    <a:pt x="350" y="71"/>
                    <a:pt x="350" y="71"/>
                  </a:cubicBezTo>
                  <a:cubicBezTo>
                    <a:pt x="351" y="70"/>
                    <a:pt x="351" y="67"/>
                    <a:pt x="353" y="64"/>
                  </a:cubicBezTo>
                  <a:cubicBezTo>
                    <a:pt x="355" y="61"/>
                    <a:pt x="358" y="58"/>
                    <a:pt x="362" y="56"/>
                  </a:cubicBezTo>
                  <a:cubicBezTo>
                    <a:pt x="362" y="56"/>
                    <a:pt x="362" y="56"/>
                    <a:pt x="362" y="56"/>
                  </a:cubicBezTo>
                  <a:cubicBezTo>
                    <a:pt x="365" y="55"/>
                    <a:pt x="370" y="54"/>
                    <a:pt x="375" y="53"/>
                  </a:cubicBezTo>
                  <a:cubicBezTo>
                    <a:pt x="379" y="51"/>
                    <a:pt x="383" y="50"/>
                    <a:pt x="385" y="49"/>
                  </a:cubicBezTo>
                  <a:cubicBezTo>
                    <a:pt x="386" y="48"/>
                    <a:pt x="386" y="48"/>
                    <a:pt x="386" y="48"/>
                  </a:cubicBezTo>
                  <a:cubicBezTo>
                    <a:pt x="387" y="47"/>
                    <a:pt x="387" y="46"/>
                    <a:pt x="387" y="45"/>
                  </a:cubicBezTo>
                  <a:cubicBezTo>
                    <a:pt x="387" y="43"/>
                    <a:pt x="387" y="42"/>
                    <a:pt x="388" y="40"/>
                  </a:cubicBezTo>
                  <a:cubicBezTo>
                    <a:pt x="388" y="39"/>
                    <a:pt x="389" y="38"/>
                    <a:pt x="391" y="38"/>
                  </a:cubicBezTo>
                  <a:cubicBezTo>
                    <a:pt x="391" y="38"/>
                    <a:pt x="391" y="38"/>
                    <a:pt x="391" y="38"/>
                  </a:cubicBezTo>
                  <a:cubicBezTo>
                    <a:pt x="392" y="37"/>
                    <a:pt x="397" y="36"/>
                    <a:pt x="401" y="34"/>
                  </a:cubicBezTo>
                  <a:cubicBezTo>
                    <a:pt x="406" y="33"/>
                    <a:pt x="411" y="32"/>
                    <a:pt x="414" y="32"/>
                  </a:cubicBezTo>
                  <a:cubicBezTo>
                    <a:pt x="414" y="32"/>
                    <a:pt x="414" y="32"/>
                    <a:pt x="414" y="32"/>
                  </a:cubicBezTo>
                  <a:cubicBezTo>
                    <a:pt x="414" y="32"/>
                    <a:pt x="414" y="32"/>
                    <a:pt x="414" y="32"/>
                  </a:cubicBezTo>
                  <a:cubicBezTo>
                    <a:pt x="414" y="32"/>
                    <a:pt x="414" y="32"/>
                    <a:pt x="414" y="32"/>
                  </a:cubicBezTo>
                  <a:cubicBezTo>
                    <a:pt x="415" y="32"/>
                    <a:pt x="415" y="32"/>
                    <a:pt x="415" y="32"/>
                  </a:cubicBezTo>
                  <a:cubicBezTo>
                    <a:pt x="415" y="32"/>
                    <a:pt x="415" y="32"/>
                    <a:pt x="415" y="32"/>
                  </a:cubicBezTo>
                  <a:cubicBezTo>
                    <a:pt x="417" y="32"/>
                    <a:pt x="419" y="33"/>
                    <a:pt x="420" y="33"/>
                  </a:cubicBezTo>
                  <a:cubicBezTo>
                    <a:pt x="422" y="34"/>
                    <a:pt x="424" y="35"/>
                    <a:pt x="425" y="36"/>
                  </a:cubicBezTo>
                  <a:cubicBezTo>
                    <a:pt x="426" y="37"/>
                    <a:pt x="426" y="38"/>
                    <a:pt x="426" y="40"/>
                  </a:cubicBezTo>
                  <a:cubicBezTo>
                    <a:pt x="426" y="41"/>
                    <a:pt x="426" y="42"/>
                    <a:pt x="425" y="43"/>
                  </a:cubicBezTo>
                  <a:cubicBezTo>
                    <a:pt x="425" y="43"/>
                    <a:pt x="425" y="43"/>
                    <a:pt x="425" y="43"/>
                  </a:cubicBezTo>
                  <a:cubicBezTo>
                    <a:pt x="424" y="43"/>
                    <a:pt x="423" y="44"/>
                    <a:pt x="421" y="45"/>
                  </a:cubicBezTo>
                  <a:cubicBezTo>
                    <a:pt x="419" y="46"/>
                    <a:pt x="417" y="47"/>
                    <a:pt x="415" y="48"/>
                  </a:cubicBezTo>
                  <a:cubicBezTo>
                    <a:pt x="411" y="50"/>
                    <a:pt x="406" y="53"/>
                    <a:pt x="404" y="54"/>
                  </a:cubicBezTo>
                  <a:cubicBezTo>
                    <a:pt x="403" y="54"/>
                    <a:pt x="403" y="54"/>
                    <a:pt x="403" y="54"/>
                  </a:cubicBezTo>
                  <a:cubicBezTo>
                    <a:pt x="403" y="54"/>
                    <a:pt x="403" y="54"/>
                    <a:pt x="403" y="54"/>
                  </a:cubicBezTo>
                  <a:cubicBezTo>
                    <a:pt x="403" y="54"/>
                    <a:pt x="403" y="54"/>
                    <a:pt x="403" y="54"/>
                  </a:cubicBezTo>
                  <a:cubicBezTo>
                    <a:pt x="402" y="55"/>
                    <a:pt x="402" y="55"/>
                    <a:pt x="401" y="55"/>
                  </a:cubicBezTo>
                  <a:cubicBezTo>
                    <a:pt x="401" y="56"/>
                    <a:pt x="400" y="56"/>
                    <a:pt x="399" y="57"/>
                  </a:cubicBezTo>
                  <a:cubicBezTo>
                    <a:pt x="397" y="58"/>
                    <a:pt x="396" y="59"/>
                    <a:pt x="394" y="60"/>
                  </a:cubicBezTo>
                  <a:cubicBezTo>
                    <a:pt x="394" y="60"/>
                    <a:pt x="393" y="61"/>
                    <a:pt x="393" y="61"/>
                  </a:cubicBezTo>
                  <a:cubicBezTo>
                    <a:pt x="393" y="62"/>
                    <a:pt x="393" y="63"/>
                    <a:pt x="393" y="63"/>
                  </a:cubicBezTo>
                  <a:cubicBezTo>
                    <a:pt x="393" y="64"/>
                    <a:pt x="393" y="66"/>
                    <a:pt x="393" y="67"/>
                  </a:cubicBezTo>
                  <a:cubicBezTo>
                    <a:pt x="393" y="69"/>
                    <a:pt x="394" y="72"/>
                    <a:pt x="394" y="74"/>
                  </a:cubicBezTo>
                  <a:cubicBezTo>
                    <a:pt x="394" y="75"/>
                    <a:pt x="395" y="76"/>
                    <a:pt x="395" y="76"/>
                  </a:cubicBezTo>
                  <a:cubicBezTo>
                    <a:pt x="396" y="77"/>
                    <a:pt x="399" y="78"/>
                    <a:pt x="403" y="79"/>
                  </a:cubicBezTo>
                  <a:cubicBezTo>
                    <a:pt x="406" y="80"/>
                    <a:pt x="410" y="81"/>
                    <a:pt x="413" y="81"/>
                  </a:cubicBezTo>
                  <a:cubicBezTo>
                    <a:pt x="413" y="81"/>
                    <a:pt x="413" y="81"/>
                    <a:pt x="413" y="81"/>
                  </a:cubicBezTo>
                  <a:cubicBezTo>
                    <a:pt x="414" y="81"/>
                    <a:pt x="414" y="81"/>
                    <a:pt x="414" y="81"/>
                  </a:cubicBezTo>
                  <a:cubicBezTo>
                    <a:pt x="414" y="81"/>
                    <a:pt x="415" y="81"/>
                    <a:pt x="415" y="81"/>
                  </a:cubicBezTo>
                  <a:cubicBezTo>
                    <a:pt x="415" y="81"/>
                    <a:pt x="415" y="81"/>
                    <a:pt x="415" y="81"/>
                  </a:cubicBezTo>
                  <a:cubicBezTo>
                    <a:pt x="419" y="81"/>
                    <a:pt x="427" y="80"/>
                    <a:pt x="435" y="79"/>
                  </a:cubicBezTo>
                  <a:cubicBezTo>
                    <a:pt x="443" y="79"/>
                    <a:pt x="452" y="78"/>
                    <a:pt x="455" y="78"/>
                  </a:cubicBezTo>
                  <a:cubicBezTo>
                    <a:pt x="456" y="78"/>
                    <a:pt x="456" y="78"/>
                    <a:pt x="456" y="78"/>
                  </a:cubicBezTo>
                  <a:cubicBezTo>
                    <a:pt x="456" y="78"/>
                    <a:pt x="456" y="78"/>
                    <a:pt x="456" y="78"/>
                  </a:cubicBezTo>
                  <a:cubicBezTo>
                    <a:pt x="456" y="78"/>
                    <a:pt x="457" y="78"/>
                    <a:pt x="457" y="78"/>
                  </a:cubicBezTo>
                  <a:cubicBezTo>
                    <a:pt x="457" y="78"/>
                    <a:pt x="457" y="78"/>
                    <a:pt x="457" y="78"/>
                  </a:cubicBezTo>
                  <a:cubicBezTo>
                    <a:pt x="459" y="78"/>
                    <a:pt x="463" y="80"/>
                    <a:pt x="466" y="81"/>
                  </a:cubicBezTo>
                  <a:cubicBezTo>
                    <a:pt x="467" y="82"/>
                    <a:pt x="468" y="82"/>
                    <a:pt x="469" y="83"/>
                  </a:cubicBezTo>
                  <a:cubicBezTo>
                    <a:pt x="469" y="83"/>
                    <a:pt x="470" y="84"/>
                    <a:pt x="470" y="85"/>
                  </a:cubicBezTo>
                  <a:cubicBezTo>
                    <a:pt x="470" y="86"/>
                    <a:pt x="470" y="86"/>
                    <a:pt x="469" y="86"/>
                  </a:cubicBezTo>
                  <a:cubicBezTo>
                    <a:pt x="469" y="87"/>
                    <a:pt x="469" y="87"/>
                    <a:pt x="469" y="87"/>
                  </a:cubicBezTo>
                  <a:cubicBezTo>
                    <a:pt x="469" y="87"/>
                    <a:pt x="469" y="87"/>
                    <a:pt x="469" y="87"/>
                  </a:cubicBezTo>
                  <a:cubicBezTo>
                    <a:pt x="468" y="88"/>
                    <a:pt x="468" y="88"/>
                    <a:pt x="467" y="88"/>
                  </a:cubicBezTo>
                  <a:cubicBezTo>
                    <a:pt x="467" y="88"/>
                    <a:pt x="467" y="88"/>
                    <a:pt x="466" y="88"/>
                  </a:cubicBezTo>
                  <a:cubicBezTo>
                    <a:pt x="465" y="88"/>
                    <a:pt x="464" y="89"/>
                    <a:pt x="463" y="89"/>
                  </a:cubicBezTo>
                  <a:cubicBezTo>
                    <a:pt x="460" y="89"/>
                    <a:pt x="457" y="90"/>
                    <a:pt x="453" y="90"/>
                  </a:cubicBezTo>
                  <a:cubicBezTo>
                    <a:pt x="446" y="91"/>
                    <a:pt x="439" y="92"/>
                    <a:pt x="436" y="92"/>
                  </a:cubicBezTo>
                  <a:cubicBezTo>
                    <a:pt x="436" y="92"/>
                    <a:pt x="436" y="92"/>
                    <a:pt x="436" y="92"/>
                  </a:cubicBezTo>
                  <a:cubicBezTo>
                    <a:pt x="436" y="92"/>
                    <a:pt x="436" y="92"/>
                    <a:pt x="436" y="92"/>
                  </a:cubicBezTo>
                  <a:cubicBezTo>
                    <a:pt x="435" y="92"/>
                    <a:pt x="432" y="92"/>
                    <a:pt x="430" y="92"/>
                  </a:cubicBezTo>
                  <a:cubicBezTo>
                    <a:pt x="430" y="92"/>
                    <a:pt x="429" y="92"/>
                    <a:pt x="429" y="92"/>
                  </a:cubicBezTo>
                  <a:cubicBezTo>
                    <a:pt x="425" y="92"/>
                    <a:pt x="420" y="92"/>
                    <a:pt x="417" y="92"/>
                  </a:cubicBezTo>
                  <a:cubicBezTo>
                    <a:pt x="417" y="92"/>
                    <a:pt x="416" y="92"/>
                    <a:pt x="416" y="92"/>
                  </a:cubicBezTo>
                  <a:cubicBezTo>
                    <a:pt x="417" y="93"/>
                    <a:pt x="417" y="93"/>
                    <a:pt x="417" y="93"/>
                  </a:cubicBezTo>
                  <a:cubicBezTo>
                    <a:pt x="419" y="95"/>
                    <a:pt x="421" y="96"/>
                    <a:pt x="422" y="98"/>
                  </a:cubicBezTo>
                  <a:cubicBezTo>
                    <a:pt x="423" y="99"/>
                    <a:pt x="424" y="100"/>
                    <a:pt x="424" y="102"/>
                  </a:cubicBezTo>
                  <a:cubicBezTo>
                    <a:pt x="424" y="102"/>
                    <a:pt x="424" y="102"/>
                    <a:pt x="424" y="102"/>
                  </a:cubicBezTo>
                  <a:cubicBezTo>
                    <a:pt x="424" y="102"/>
                    <a:pt x="424" y="102"/>
                    <a:pt x="424" y="102"/>
                  </a:cubicBezTo>
                  <a:cubicBezTo>
                    <a:pt x="424" y="104"/>
                    <a:pt x="423" y="105"/>
                    <a:pt x="422" y="107"/>
                  </a:cubicBezTo>
                  <a:cubicBezTo>
                    <a:pt x="421" y="108"/>
                    <a:pt x="420" y="110"/>
                    <a:pt x="418" y="111"/>
                  </a:cubicBezTo>
                  <a:cubicBezTo>
                    <a:pt x="417" y="111"/>
                    <a:pt x="416" y="112"/>
                    <a:pt x="415" y="112"/>
                  </a:cubicBezTo>
                  <a:cubicBezTo>
                    <a:pt x="415" y="112"/>
                    <a:pt x="415" y="112"/>
                    <a:pt x="415" y="112"/>
                  </a:cubicBezTo>
                  <a:cubicBezTo>
                    <a:pt x="415" y="112"/>
                    <a:pt x="415" y="112"/>
                    <a:pt x="415" y="112"/>
                  </a:cubicBezTo>
                  <a:cubicBezTo>
                    <a:pt x="415" y="112"/>
                    <a:pt x="415" y="112"/>
                    <a:pt x="415" y="112"/>
                  </a:cubicBezTo>
                  <a:cubicBezTo>
                    <a:pt x="415" y="112"/>
                    <a:pt x="415" y="112"/>
                    <a:pt x="415" y="112"/>
                  </a:cubicBezTo>
                  <a:cubicBezTo>
                    <a:pt x="414" y="112"/>
                    <a:pt x="413" y="112"/>
                    <a:pt x="412" y="111"/>
                  </a:cubicBezTo>
                  <a:cubicBezTo>
                    <a:pt x="412" y="111"/>
                    <a:pt x="412" y="111"/>
                    <a:pt x="412" y="111"/>
                  </a:cubicBezTo>
                  <a:cubicBezTo>
                    <a:pt x="412" y="111"/>
                    <a:pt x="412" y="111"/>
                    <a:pt x="412" y="111"/>
                  </a:cubicBezTo>
                  <a:cubicBezTo>
                    <a:pt x="411" y="110"/>
                    <a:pt x="408" y="109"/>
                    <a:pt x="406" y="108"/>
                  </a:cubicBezTo>
                  <a:cubicBezTo>
                    <a:pt x="403" y="108"/>
                    <a:pt x="401" y="107"/>
                    <a:pt x="399" y="107"/>
                  </a:cubicBezTo>
                  <a:cubicBezTo>
                    <a:pt x="399" y="107"/>
                    <a:pt x="399" y="107"/>
                    <a:pt x="399" y="107"/>
                  </a:cubicBezTo>
                  <a:cubicBezTo>
                    <a:pt x="399" y="107"/>
                    <a:pt x="399" y="107"/>
                    <a:pt x="399" y="107"/>
                  </a:cubicBezTo>
                  <a:cubicBezTo>
                    <a:pt x="399" y="107"/>
                    <a:pt x="399" y="107"/>
                    <a:pt x="399" y="107"/>
                  </a:cubicBezTo>
                  <a:cubicBezTo>
                    <a:pt x="398" y="107"/>
                    <a:pt x="398" y="107"/>
                    <a:pt x="397" y="107"/>
                  </a:cubicBezTo>
                  <a:cubicBezTo>
                    <a:pt x="397" y="107"/>
                    <a:pt x="397" y="107"/>
                    <a:pt x="396" y="108"/>
                  </a:cubicBezTo>
                  <a:cubicBezTo>
                    <a:pt x="396" y="108"/>
                    <a:pt x="396" y="108"/>
                    <a:pt x="396" y="108"/>
                  </a:cubicBezTo>
                  <a:cubicBezTo>
                    <a:pt x="396" y="108"/>
                    <a:pt x="396" y="108"/>
                    <a:pt x="396" y="108"/>
                  </a:cubicBezTo>
                  <a:cubicBezTo>
                    <a:pt x="396" y="109"/>
                    <a:pt x="395" y="111"/>
                    <a:pt x="394" y="114"/>
                  </a:cubicBezTo>
                  <a:cubicBezTo>
                    <a:pt x="393" y="116"/>
                    <a:pt x="392" y="119"/>
                    <a:pt x="391" y="122"/>
                  </a:cubicBezTo>
                  <a:cubicBezTo>
                    <a:pt x="390" y="124"/>
                    <a:pt x="389" y="125"/>
                    <a:pt x="388" y="126"/>
                  </a:cubicBezTo>
                  <a:cubicBezTo>
                    <a:pt x="388" y="126"/>
                    <a:pt x="388" y="126"/>
                    <a:pt x="388" y="126"/>
                  </a:cubicBezTo>
                  <a:cubicBezTo>
                    <a:pt x="388" y="126"/>
                    <a:pt x="388" y="126"/>
                    <a:pt x="388" y="126"/>
                  </a:cubicBezTo>
                  <a:cubicBezTo>
                    <a:pt x="385" y="128"/>
                    <a:pt x="380" y="131"/>
                    <a:pt x="376" y="133"/>
                  </a:cubicBezTo>
                  <a:cubicBezTo>
                    <a:pt x="375" y="133"/>
                    <a:pt x="373" y="133"/>
                    <a:pt x="372" y="133"/>
                  </a:cubicBezTo>
                  <a:cubicBezTo>
                    <a:pt x="372" y="133"/>
                    <a:pt x="372" y="133"/>
                    <a:pt x="372" y="133"/>
                  </a:cubicBezTo>
                  <a:cubicBezTo>
                    <a:pt x="372" y="133"/>
                    <a:pt x="372" y="133"/>
                    <a:pt x="372" y="133"/>
                  </a:cubicBezTo>
                  <a:cubicBezTo>
                    <a:pt x="371" y="133"/>
                    <a:pt x="370" y="133"/>
                    <a:pt x="369" y="133"/>
                  </a:cubicBezTo>
                  <a:cubicBezTo>
                    <a:pt x="369" y="133"/>
                    <a:pt x="369" y="133"/>
                    <a:pt x="369" y="133"/>
                  </a:cubicBezTo>
                  <a:cubicBezTo>
                    <a:pt x="369" y="133"/>
                    <a:pt x="369" y="133"/>
                    <a:pt x="369" y="133"/>
                  </a:cubicBezTo>
                  <a:cubicBezTo>
                    <a:pt x="369" y="133"/>
                    <a:pt x="368" y="132"/>
                    <a:pt x="366" y="132"/>
                  </a:cubicBezTo>
                  <a:cubicBezTo>
                    <a:pt x="365" y="132"/>
                    <a:pt x="363" y="132"/>
                    <a:pt x="361" y="132"/>
                  </a:cubicBezTo>
                  <a:cubicBezTo>
                    <a:pt x="361" y="132"/>
                    <a:pt x="361" y="132"/>
                    <a:pt x="361" y="132"/>
                  </a:cubicBezTo>
                  <a:cubicBezTo>
                    <a:pt x="360" y="132"/>
                    <a:pt x="360" y="132"/>
                    <a:pt x="360" y="132"/>
                  </a:cubicBezTo>
                  <a:cubicBezTo>
                    <a:pt x="360" y="132"/>
                    <a:pt x="360" y="132"/>
                    <a:pt x="360" y="132"/>
                  </a:cubicBezTo>
                  <a:cubicBezTo>
                    <a:pt x="355" y="132"/>
                    <a:pt x="349" y="132"/>
                    <a:pt x="345" y="134"/>
                  </a:cubicBezTo>
                  <a:cubicBezTo>
                    <a:pt x="342" y="136"/>
                    <a:pt x="339" y="137"/>
                    <a:pt x="337" y="138"/>
                  </a:cubicBezTo>
                  <a:cubicBezTo>
                    <a:pt x="335" y="139"/>
                    <a:pt x="333" y="140"/>
                    <a:pt x="330" y="140"/>
                  </a:cubicBezTo>
                  <a:cubicBezTo>
                    <a:pt x="330" y="140"/>
                    <a:pt x="330" y="140"/>
                    <a:pt x="330" y="140"/>
                  </a:cubicBezTo>
                  <a:cubicBezTo>
                    <a:pt x="330" y="140"/>
                    <a:pt x="330" y="140"/>
                    <a:pt x="330" y="140"/>
                  </a:cubicBezTo>
                  <a:cubicBezTo>
                    <a:pt x="329" y="140"/>
                    <a:pt x="327" y="139"/>
                    <a:pt x="325" y="138"/>
                  </a:cubicBezTo>
                  <a:cubicBezTo>
                    <a:pt x="325" y="138"/>
                    <a:pt x="325" y="138"/>
                    <a:pt x="325" y="138"/>
                  </a:cubicBezTo>
                  <a:cubicBezTo>
                    <a:pt x="324" y="137"/>
                    <a:pt x="323" y="136"/>
                    <a:pt x="322" y="135"/>
                  </a:cubicBezTo>
                  <a:cubicBezTo>
                    <a:pt x="322" y="134"/>
                    <a:pt x="321" y="134"/>
                    <a:pt x="320" y="134"/>
                  </a:cubicBezTo>
                  <a:cubicBezTo>
                    <a:pt x="320" y="133"/>
                    <a:pt x="319" y="133"/>
                    <a:pt x="318" y="133"/>
                  </a:cubicBezTo>
                  <a:cubicBezTo>
                    <a:pt x="317" y="133"/>
                    <a:pt x="316" y="133"/>
                    <a:pt x="315" y="134"/>
                  </a:cubicBezTo>
                  <a:cubicBezTo>
                    <a:pt x="315" y="134"/>
                    <a:pt x="315" y="134"/>
                    <a:pt x="315" y="134"/>
                  </a:cubicBezTo>
                  <a:cubicBezTo>
                    <a:pt x="309" y="135"/>
                    <a:pt x="303" y="136"/>
                    <a:pt x="298" y="136"/>
                  </a:cubicBezTo>
                  <a:cubicBezTo>
                    <a:pt x="298" y="136"/>
                    <a:pt x="298" y="136"/>
                    <a:pt x="298" y="136"/>
                  </a:cubicBezTo>
                  <a:cubicBezTo>
                    <a:pt x="298" y="136"/>
                    <a:pt x="298" y="136"/>
                    <a:pt x="298" y="136"/>
                  </a:cubicBezTo>
                  <a:cubicBezTo>
                    <a:pt x="298" y="136"/>
                    <a:pt x="298" y="136"/>
                    <a:pt x="298" y="136"/>
                  </a:cubicBezTo>
                  <a:cubicBezTo>
                    <a:pt x="297" y="136"/>
                    <a:pt x="296" y="135"/>
                    <a:pt x="295" y="135"/>
                  </a:cubicBezTo>
                  <a:cubicBezTo>
                    <a:pt x="294" y="135"/>
                    <a:pt x="293" y="135"/>
                    <a:pt x="292" y="134"/>
                  </a:cubicBezTo>
                  <a:cubicBezTo>
                    <a:pt x="292" y="134"/>
                    <a:pt x="291" y="133"/>
                    <a:pt x="291" y="132"/>
                  </a:cubicBezTo>
                  <a:cubicBezTo>
                    <a:pt x="291" y="131"/>
                    <a:pt x="292" y="131"/>
                    <a:pt x="292" y="131"/>
                  </a:cubicBezTo>
                  <a:cubicBezTo>
                    <a:pt x="292" y="131"/>
                    <a:pt x="292" y="131"/>
                    <a:pt x="292" y="131"/>
                  </a:cubicBezTo>
                  <a:cubicBezTo>
                    <a:pt x="292" y="131"/>
                    <a:pt x="292" y="131"/>
                    <a:pt x="292" y="131"/>
                  </a:cubicBezTo>
                  <a:cubicBezTo>
                    <a:pt x="292" y="130"/>
                    <a:pt x="293" y="129"/>
                    <a:pt x="294" y="128"/>
                  </a:cubicBezTo>
                  <a:cubicBezTo>
                    <a:pt x="295" y="128"/>
                    <a:pt x="296" y="127"/>
                    <a:pt x="297" y="127"/>
                  </a:cubicBezTo>
                  <a:cubicBezTo>
                    <a:pt x="299" y="126"/>
                    <a:pt x="302" y="125"/>
                    <a:pt x="304" y="124"/>
                  </a:cubicBezTo>
                  <a:cubicBezTo>
                    <a:pt x="304" y="123"/>
                    <a:pt x="305" y="123"/>
                    <a:pt x="306" y="122"/>
                  </a:cubicBezTo>
                  <a:cubicBezTo>
                    <a:pt x="305" y="122"/>
                    <a:pt x="303" y="122"/>
                    <a:pt x="302" y="121"/>
                  </a:cubicBezTo>
                  <a:cubicBezTo>
                    <a:pt x="300" y="121"/>
                    <a:pt x="298" y="121"/>
                    <a:pt x="297" y="120"/>
                  </a:cubicBezTo>
                  <a:cubicBezTo>
                    <a:pt x="295" y="120"/>
                    <a:pt x="294" y="120"/>
                    <a:pt x="293" y="119"/>
                  </a:cubicBezTo>
                  <a:cubicBezTo>
                    <a:pt x="293" y="119"/>
                    <a:pt x="293" y="119"/>
                    <a:pt x="293" y="119"/>
                  </a:cubicBezTo>
                  <a:cubicBezTo>
                    <a:pt x="293" y="119"/>
                    <a:pt x="293" y="119"/>
                    <a:pt x="293" y="119"/>
                  </a:cubicBezTo>
                  <a:cubicBezTo>
                    <a:pt x="292" y="118"/>
                    <a:pt x="292" y="117"/>
                    <a:pt x="292" y="116"/>
                  </a:cubicBezTo>
                  <a:cubicBezTo>
                    <a:pt x="291" y="115"/>
                    <a:pt x="291" y="114"/>
                    <a:pt x="291" y="113"/>
                  </a:cubicBezTo>
                  <a:cubicBezTo>
                    <a:pt x="291" y="111"/>
                    <a:pt x="290" y="108"/>
                    <a:pt x="290" y="106"/>
                  </a:cubicBezTo>
                  <a:cubicBezTo>
                    <a:pt x="290" y="105"/>
                    <a:pt x="289" y="104"/>
                    <a:pt x="289" y="104"/>
                  </a:cubicBezTo>
                  <a:cubicBezTo>
                    <a:pt x="288" y="104"/>
                    <a:pt x="288" y="104"/>
                    <a:pt x="288" y="104"/>
                  </a:cubicBezTo>
                  <a:cubicBezTo>
                    <a:pt x="288" y="104"/>
                    <a:pt x="288" y="104"/>
                    <a:pt x="288" y="104"/>
                  </a:cubicBezTo>
                  <a:cubicBezTo>
                    <a:pt x="288" y="104"/>
                    <a:pt x="288" y="104"/>
                    <a:pt x="288" y="104"/>
                  </a:cubicBezTo>
                  <a:cubicBezTo>
                    <a:pt x="288" y="104"/>
                    <a:pt x="288" y="104"/>
                    <a:pt x="288" y="104"/>
                  </a:cubicBezTo>
                  <a:cubicBezTo>
                    <a:pt x="288" y="104"/>
                    <a:pt x="288" y="104"/>
                    <a:pt x="288" y="104"/>
                  </a:cubicBezTo>
                  <a:cubicBezTo>
                    <a:pt x="288" y="104"/>
                    <a:pt x="288" y="104"/>
                    <a:pt x="288" y="104"/>
                  </a:cubicBezTo>
                  <a:cubicBezTo>
                    <a:pt x="288" y="104"/>
                    <a:pt x="288" y="104"/>
                    <a:pt x="288" y="104"/>
                  </a:cubicBezTo>
                  <a:cubicBezTo>
                    <a:pt x="285" y="105"/>
                    <a:pt x="281" y="106"/>
                    <a:pt x="276" y="108"/>
                  </a:cubicBezTo>
                  <a:cubicBezTo>
                    <a:pt x="272" y="109"/>
                    <a:pt x="268" y="111"/>
                    <a:pt x="266" y="113"/>
                  </a:cubicBezTo>
                  <a:cubicBezTo>
                    <a:pt x="265" y="113"/>
                    <a:pt x="265" y="113"/>
                    <a:pt x="265" y="113"/>
                  </a:cubicBezTo>
                  <a:cubicBezTo>
                    <a:pt x="266" y="115"/>
                    <a:pt x="267" y="118"/>
                    <a:pt x="268" y="120"/>
                  </a:cubicBezTo>
                  <a:cubicBezTo>
                    <a:pt x="269" y="123"/>
                    <a:pt x="270" y="126"/>
                    <a:pt x="271" y="128"/>
                  </a:cubicBezTo>
                  <a:cubicBezTo>
                    <a:pt x="271" y="129"/>
                    <a:pt x="272" y="130"/>
                    <a:pt x="272" y="131"/>
                  </a:cubicBezTo>
                  <a:cubicBezTo>
                    <a:pt x="272" y="131"/>
                    <a:pt x="272" y="131"/>
                    <a:pt x="272" y="131"/>
                  </a:cubicBezTo>
                  <a:cubicBezTo>
                    <a:pt x="273" y="132"/>
                    <a:pt x="273" y="133"/>
                    <a:pt x="273" y="134"/>
                  </a:cubicBezTo>
                  <a:cubicBezTo>
                    <a:pt x="273" y="136"/>
                    <a:pt x="272" y="138"/>
                    <a:pt x="271" y="139"/>
                  </a:cubicBezTo>
                  <a:cubicBezTo>
                    <a:pt x="269" y="140"/>
                    <a:pt x="267" y="141"/>
                    <a:pt x="265" y="141"/>
                  </a:cubicBezTo>
                  <a:cubicBezTo>
                    <a:pt x="265" y="141"/>
                    <a:pt x="265" y="141"/>
                    <a:pt x="265" y="141"/>
                  </a:cubicBezTo>
                  <a:cubicBezTo>
                    <a:pt x="264" y="141"/>
                    <a:pt x="263" y="142"/>
                    <a:pt x="262" y="142"/>
                  </a:cubicBezTo>
                  <a:cubicBezTo>
                    <a:pt x="262" y="142"/>
                    <a:pt x="262" y="142"/>
                    <a:pt x="262" y="142"/>
                  </a:cubicBezTo>
                  <a:cubicBezTo>
                    <a:pt x="262" y="142"/>
                    <a:pt x="262" y="142"/>
                    <a:pt x="262" y="142"/>
                  </a:cubicBezTo>
                  <a:cubicBezTo>
                    <a:pt x="261" y="142"/>
                    <a:pt x="259" y="141"/>
                    <a:pt x="258" y="141"/>
                  </a:cubicBezTo>
                  <a:cubicBezTo>
                    <a:pt x="258" y="141"/>
                    <a:pt x="258" y="141"/>
                    <a:pt x="258" y="141"/>
                  </a:cubicBezTo>
                  <a:cubicBezTo>
                    <a:pt x="258" y="141"/>
                    <a:pt x="258" y="141"/>
                    <a:pt x="258" y="141"/>
                  </a:cubicBezTo>
                  <a:cubicBezTo>
                    <a:pt x="257" y="141"/>
                    <a:pt x="256" y="141"/>
                    <a:pt x="255" y="141"/>
                  </a:cubicBezTo>
                  <a:cubicBezTo>
                    <a:pt x="255" y="141"/>
                    <a:pt x="255" y="141"/>
                    <a:pt x="255" y="141"/>
                  </a:cubicBezTo>
                  <a:cubicBezTo>
                    <a:pt x="254" y="141"/>
                    <a:pt x="254" y="141"/>
                    <a:pt x="254" y="141"/>
                  </a:cubicBezTo>
                  <a:cubicBezTo>
                    <a:pt x="254" y="141"/>
                    <a:pt x="254" y="141"/>
                    <a:pt x="254" y="141"/>
                  </a:cubicBezTo>
                  <a:cubicBezTo>
                    <a:pt x="251" y="141"/>
                    <a:pt x="248" y="142"/>
                    <a:pt x="246" y="143"/>
                  </a:cubicBezTo>
                  <a:cubicBezTo>
                    <a:pt x="240" y="146"/>
                    <a:pt x="234" y="151"/>
                    <a:pt x="230" y="154"/>
                  </a:cubicBezTo>
                  <a:cubicBezTo>
                    <a:pt x="229" y="155"/>
                    <a:pt x="228" y="156"/>
                    <a:pt x="228" y="156"/>
                  </a:cubicBezTo>
                  <a:cubicBezTo>
                    <a:pt x="228" y="156"/>
                    <a:pt x="228" y="156"/>
                    <a:pt x="228" y="156"/>
                  </a:cubicBezTo>
                  <a:cubicBezTo>
                    <a:pt x="227" y="157"/>
                    <a:pt x="226" y="158"/>
                    <a:pt x="225" y="159"/>
                  </a:cubicBezTo>
                  <a:cubicBezTo>
                    <a:pt x="224" y="160"/>
                    <a:pt x="223" y="160"/>
                    <a:pt x="221" y="161"/>
                  </a:cubicBezTo>
                  <a:cubicBezTo>
                    <a:pt x="219" y="162"/>
                    <a:pt x="216" y="164"/>
                    <a:pt x="214" y="165"/>
                  </a:cubicBezTo>
                  <a:cubicBezTo>
                    <a:pt x="212" y="165"/>
                    <a:pt x="211" y="166"/>
                    <a:pt x="210" y="167"/>
                  </a:cubicBezTo>
                  <a:cubicBezTo>
                    <a:pt x="210" y="167"/>
                    <a:pt x="210" y="167"/>
                    <a:pt x="210" y="167"/>
                  </a:cubicBezTo>
                  <a:cubicBezTo>
                    <a:pt x="210" y="167"/>
                    <a:pt x="210" y="167"/>
                    <a:pt x="210" y="167"/>
                  </a:cubicBezTo>
                  <a:cubicBezTo>
                    <a:pt x="210" y="167"/>
                    <a:pt x="210" y="167"/>
                    <a:pt x="210" y="167"/>
                  </a:cubicBezTo>
                  <a:cubicBezTo>
                    <a:pt x="210" y="167"/>
                    <a:pt x="210" y="167"/>
                    <a:pt x="210" y="167"/>
                  </a:cubicBezTo>
                  <a:cubicBezTo>
                    <a:pt x="210" y="167"/>
                    <a:pt x="210" y="167"/>
                    <a:pt x="210" y="167"/>
                  </a:cubicBezTo>
                  <a:cubicBezTo>
                    <a:pt x="209" y="168"/>
                    <a:pt x="208" y="170"/>
                    <a:pt x="206" y="171"/>
                  </a:cubicBezTo>
                  <a:cubicBezTo>
                    <a:pt x="205" y="173"/>
                    <a:pt x="203" y="175"/>
                    <a:pt x="200" y="176"/>
                  </a:cubicBezTo>
                  <a:cubicBezTo>
                    <a:pt x="200" y="176"/>
                    <a:pt x="200" y="176"/>
                    <a:pt x="200" y="176"/>
                  </a:cubicBezTo>
                  <a:cubicBezTo>
                    <a:pt x="198" y="176"/>
                    <a:pt x="196" y="178"/>
                    <a:pt x="194" y="179"/>
                  </a:cubicBezTo>
                  <a:cubicBezTo>
                    <a:pt x="192" y="180"/>
                    <a:pt x="189" y="181"/>
                    <a:pt x="187" y="182"/>
                  </a:cubicBezTo>
                  <a:cubicBezTo>
                    <a:pt x="186" y="183"/>
                    <a:pt x="184" y="183"/>
                    <a:pt x="183" y="183"/>
                  </a:cubicBezTo>
                  <a:cubicBezTo>
                    <a:pt x="183" y="183"/>
                    <a:pt x="183" y="183"/>
                    <a:pt x="183" y="183"/>
                  </a:cubicBezTo>
                  <a:cubicBezTo>
                    <a:pt x="183" y="183"/>
                    <a:pt x="183" y="183"/>
                    <a:pt x="183" y="183"/>
                  </a:cubicBezTo>
                  <a:cubicBezTo>
                    <a:pt x="182" y="183"/>
                    <a:pt x="182" y="183"/>
                    <a:pt x="182" y="183"/>
                  </a:cubicBezTo>
                  <a:cubicBezTo>
                    <a:pt x="182" y="183"/>
                    <a:pt x="182" y="183"/>
                    <a:pt x="182" y="183"/>
                  </a:cubicBezTo>
                  <a:cubicBezTo>
                    <a:pt x="181" y="183"/>
                    <a:pt x="179" y="182"/>
                    <a:pt x="177" y="182"/>
                  </a:cubicBezTo>
                  <a:cubicBezTo>
                    <a:pt x="175" y="181"/>
                    <a:pt x="173" y="180"/>
                    <a:pt x="171" y="180"/>
                  </a:cubicBezTo>
                  <a:cubicBezTo>
                    <a:pt x="171" y="180"/>
                    <a:pt x="170" y="179"/>
                    <a:pt x="169" y="179"/>
                  </a:cubicBezTo>
                  <a:cubicBezTo>
                    <a:pt x="169" y="180"/>
                    <a:pt x="169" y="182"/>
                    <a:pt x="169" y="183"/>
                  </a:cubicBezTo>
                  <a:cubicBezTo>
                    <a:pt x="168" y="184"/>
                    <a:pt x="167" y="186"/>
                    <a:pt x="165" y="187"/>
                  </a:cubicBezTo>
                  <a:cubicBezTo>
                    <a:pt x="164" y="188"/>
                    <a:pt x="163" y="189"/>
                    <a:pt x="162" y="189"/>
                  </a:cubicBezTo>
                  <a:cubicBezTo>
                    <a:pt x="162" y="189"/>
                    <a:pt x="162" y="189"/>
                    <a:pt x="162" y="189"/>
                  </a:cubicBezTo>
                  <a:cubicBezTo>
                    <a:pt x="161" y="189"/>
                    <a:pt x="160" y="189"/>
                    <a:pt x="160" y="188"/>
                  </a:cubicBezTo>
                  <a:cubicBezTo>
                    <a:pt x="160" y="188"/>
                    <a:pt x="160" y="188"/>
                    <a:pt x="160" y="188"/>
                  </a:cubicBezTo>
                  <a:cubicBezTo>
                    <a:pt x="160" y="188"/>
                    <a:pt x="160" y="188"/>
                    <a:pt x="160" y="188"/>
                  </a:cubicBezTo>
                  <a:cubicBezTo>
                    <a:pt x="159" y="188"/>
                    <a:pt x="157" y="188"/>
                    <a:pt x="155" y="188"/>
                  </a:cubicBezTo>
                  <a:cubicBezTo>
                    <a:pt x="154" y="188"/>
                    <a:pt x="154" y="188"/>
                    <a:pt x="154" y="188"/>
                  </a:cubicBezTo>
                  <a:cubicBezTo>
                    <a:pt x="154" y="188"/>
                    <a:pt x="154" y="188"/>
                    <a:pt x="154" y="188"/>
                  </a:cubicBezTo>
                  <a:cubicBezTo>
                    <a:pt x="154" y="188"/>
                    <a:pt x="154" y="188"/>
                    <a:pt x="154" y="188"/>
                  </a:cubicBezTo>
                  <a:cubicBezTo>
                    <a:pt x="151" y="188"/>
                    <a:pt x="146" y="188"/>
                    <a:pt x="144" y="189"/>
                  </a:cubicBezTo>
                  <a:cubicBezTo>
                    <a:pt x="143" y="189"/>
                    <a:pt x="143" y="189"/>
                    <a:pt x="143" y="189"/>
                  </a:cubicBezTo>
                  <a:cubicBezTo>
                    <a:pt x="143" y="189"/>
                    <a:pt x="143" y="189"/>
                    <a:pt x="143" y="189"/>
                  </a:cubicBezTo>
                  <a:cubicBezTo>
                    <a:pt x="143" y="190"/>
                    <a:pt x="144" y="191"/>
                    <a:pt x="145" y="192"/>
                  </a:cubicBezTo>
                  <a:cubicBezTo>
                    <a:pt x="147" y="193"/>
                    <a:pt x="150" y="195"/>
                    <a:pt x="152" y="195"/>
                  </a:cubicBezTo>
                  <a:cubicBezTo>
                    <a:pt x="152" y="195"/>
                    <a:pt x="152" y="195"/>
                    <a:pt x="152" y="195"/>
                  </a:cubicBezTo>
                  <a:cubicBezTo>
                    <a:pt x="154" y="195"/>
                    <a:pt x="157" y="196"/>
                    <a:pt x="160" y="197"/>
                  </a:cubicBezTo>
                  <a:cubicBezTo>
                    <a:pt x="163" y="199"/>
                    <a:pt x="166" y="200"/>
                    <a:pt x="168" y="202"/>
                  </a:cubicBezTo>
                  <a:cubicBezTo>
                    <a:pt x="170" y="203"/>
                    <a:pt x="171" y="204"/>
                    <a:pt x="171" y="206"/>
                  </a:cubicBezTo>
                  <a:cubicBezTo>
                    <a:pt x="171" y="206"/>
                    <a:pt x="171" y="206"/>
                    <a:pt x="171" y="206"/>
                  </a:cubicBezTo>
                  <a:cubicBezTo>
                    <a:pt x="171" y="206"/>
                    <a:pt x="171" y="206"/>
                    <a:pt x="171" y="206"/>
                  </a:cubicBezTo>
                  <a:cubicBezTo>
                    <a:pt x="171" y="206"/>
                    <a:pt x="171" y="206"/>
                    <a:pt x="171" y="206"/>
                  </a:cubicBezTo>
                  <a:cubicBezTo>
                    <a:pt x="171" y="206"/>
                    <a:pt x="171" y="206"/>
                    <a:pt x="171" y="206"/>
                  </a:cubicBezTo>
                  <a:cubicBezTo>
                    <a:pt x="173" y="210"/>
                    <a:pt x="173" y="216"/>
                    <a:pt x="174" y="219"/>
                  </a:cubicBezTo>
                  <a:cubicBezTo>
                    <a:pt x="174" y="220"/>
                    <a:pt x="174" y="221"/>
                    <a:pt x="175" y="221"/>
                  </a:cubicBezTo>
                  <a:cubicBezTo>
                    <a:pt x="175" y="221"/>
                    <a:pt x="175" y="221"/>
                    <a:pt x="175" y="221"/>
                  </a:cubicBezTo>
                  <a:cubicBezTo>
                    <a:pt x="175" y="221"/>
                    <a:pt x="175" y="221"/>
                    <a:pt x="175" y="221"/>
                  </a:cubicBezTo>
                  <a:cubicBezTo>
                    <a:pt x="175" y="221"/>
                    <a:pt x="175" y="221"/>
                    <a:pt x="175" y="221"/>
                  </a:cubicBezTo>
                  <a:cubicBezTo>
                    <a:pt x="175" y="222"/>
                    <a:pt x="175" y="224"/>
                    <a:pt x="175" y="225"/>
                  </a:cubicBezTo>
                  <a:cubicBezTo>
                    <a:pt x="175" y="229"/>
                    <a:pt x="174" y="234"/>
                    <a:pt x="172" y="237"/>
                  </a:cubicBezTo>
                  <a:cubicBezTo>
                    <a:pt x="171" y="238"/>
                    <a:pt x="170" y="239"/>
                    <a:pt x="168" y="239"/>
                  </a:cubicBezTo>
                  <a:cubicBezTo>
                    <a:pt x="168" y="239"/>
                    <a:pt x="168" y="239"/>
                    <a:pt x="168" y="239"/>
                  </a:cubicBezTo>
                  <a:cubicBezTo>
                    <a:pt x="168" y="240"/>
                    <a:pt x="167" y="240"/>
                    <a:pt x="165" y="240"/>
                  </a:cubicBezTo>
                  <a:cubicBezTo>
                    <a:pt x="164" y="240"/>
                    <a:pt x="163" y="240"/>
                    <a:pt x="161" y="240"/>
                  </a:cubicBezTo>
                  <a:cubicBezTo>
                    <a:pt x="161" y="240"/>
                    <a:pt x="161" y="240"/>
                    <a:pt x="161" y="240"/>
                  </a:cubicBezTo>
                  <a:cubicBezTo>
                    <a:pt x="161" y="240"/>
                    <a:pt x="161" y="240"/>
                    <a:pt x="161" y="240"/>
                  </a:cubicBezTo>
                  <a:cubicBezTo>
                    <a:pt x="150" y="240"/>
                    <a:pt x="132" y="239"/>
                    <a:pt x="127" y="238"/>
                  </a:cubicBezTo>
                  <a:cubicBezTo>
                    <a:pt x="127" y="238"/>
                    <a:pt x="127" y="238"/>
                    <a:pt x="127" y="238"/>
                  </a:cubicBezTo>
                  <a:cubicBezTo>
                    <a:pt x="125" y="238"/>
                    <a:pt x="122" y="237"/>
                    <a:pt x="119" y="236"/>
                  </a:cubicBezTo>
                  <a:cubicBezTo>
                    <a:pt x="117" y="235"/>
                    <a:pt x="114" y="234"/>
                    <a:pt x="111" y="234"/>
                  </a:cubicBezTo>
                  <a:cubicBezTo>
                    <a:pt x="111" y="234"/>
                    <a:pt x="111" y="234"/>
                    <a:pt x="111" y="234"/>
                  </a:cubicBezTo>
                  <a:cubicBezTo>
                    <a:pt x="111" y="234"/>
                    <a:pt x="111" y="234"/>
                    <a:pt x="111" y="234"/>
                  </a:cubicBezTo>
                  <a:cubicBezTo>
                    <a:pt x="111" y="234"/>
                    <a:pt x="111" y="234"/>
                    <a:pt x="111" y="234"/>
                  </a:cubicBezTo>
                  <a:cubicBezTo>
                    <a:pt x="110" y="234"/>
                    <a:pt x="108" y="235"/>
                    <a:pt x="107" y="236"/>
                  </a:cubicBezTo>
                  <a:cubicBezTo>
                    <a:pt x="107" y="236"/>
                    <a:pt x="107" y="236"/>
                    <a:pt x="107" y="236"/>
                  </a:cubicBezTo>
                  <a:cubicBezTo>
                    <a:pt x="105" y="237"/>
                    <a:pt x="103" y="238"/>
                    <a:pt x="101" y="239"/>
                  </a:cubicBezTo>
                  <a:cubicBezTo>
                    <a:pt x="99" y="240"/>
                    <a:pt x="96" y="241"/>
                    <a:pt x="95" y="242"/>
                  </a:cubicBezTo>
                  <a:cubicBezTo>
                    <a:pt x="94" y="242"/>
                    <a:pt x="94" y="243"/>
                    <a:pt x="94" y="243"/>
                  </a:cubicBezTo>
                  <a:cubicBezTo>
                    <a:pt x="94" y="243"/>
                    <a:pt x="94" y="243"/>
                    <a:pt x="94" y="243"/>
                  </a:cubicBezTo>
                  <a:cubicBezTo>
                    <a:pt x="94" y="243"/>
                    <a:pt x="94" y="243"/>
                    <a:pt x="94" y="243"/>
                  </a:cubicBezTo>
                  <a:cubicBezTo>
                    <a:pt x="95" y="245"/>
                    <a:pt x="96" y="246"/>
                    <a:pt x="97" y="248"/>
                  </a:cubicBezTo>
                  <a:cubicBezTo>
                    <a:pt x="98" y="250"/>
                    <a:pt x="99" y="252"/>
                    <a:pt x="99" y="254"/>
                  </a:cubicBezTo>
                  <a:cubicBezTo>
                    <a:pt x="99" y="254"/>
                    <a:pt x="99" y="255"/>
                    <a:pt x="99" y="256"/>
                  </a:cubicBezTo>
                  <a:cubicBezTo>
                    <a:pt x="99" y="256"/>
                    <a:pt x="99" y="256"/>
                    <a:pt x="99" y="256"/>
                  </a:cubicBezTo>
                  <a:cubicBezTo>
                    <a:pt x="99" y="256"/>
                    <a:pt x="99" y="256"/>
                    <a:pt x="99" y="256"/>
                  </a:cubicBezTo>
                  <a:cubicBezTo>
                    <a:pt x="99" y="256"/>
                    <a:pt x="99" y="257"/>
                    <a:pt x="99" y="258"/>
                  </a:cubicBezTo>
                  <a:cubicBezTo>
                    <a:pt x="99" y="259"/>
                    <a:pt x="99" y="260"/>
                    <a:pt x="99" y="261"/>
                  </a:cubicBezTo>
                  <a:cubicBezTo>
                    <a:pt x="99" y="263"/>
                    <a:pt x="99" y="265"/>
                    <a:pt x="98" y="268"/>
                  </a:cubicBezTo>
                  <a:cubicBezTo>
                    <a:pt x="98" y="270"/>
                    <a:pt x="96" y="272"/>
                    <a:pt x="94" y="274"/>
                  </a:cubicBezTo>
                  <a:cubicBezTo>
                    <a:pt x="94" y="274"/>
                    <a:pt x="94" y="274"/>
                    <a:pt x="94" y="274"/>
                  </a:cubicBezTo>
                  <a:cubicBezTo>
                    <a:pt x="92" y="276"/>
                    <a:pt x="92" y="278"/>
                    <a:pt x="92" y="279"/>
                  </a:cubicBezTo>
                  <a:cubicBezTo>
                    <a:pt x="92" y="280"/>
                    <a:pt x="92" y="282"/>
                    <a:pt x="93" y="283"/>
                  </a:cubicBezTo>
                  <a:cubicBezTo>
                    <a:pt x="93" y="284"/>
                    <a:pt x="94" y="285"/>
                    <a:pt x="95" y="285"/>
                  </a:cubicBezTo>
                  <a:cubicBezTo>
                    <a:pt x="95" y="285"/>
                    <a:pt x="95" y="285"/>
                    <a:pt x="95" y="285"/>
                  </a:cubicBezTo>
                  <a:cubicBezTo>
                    <a:pt x="96" y="286"/>
                    <a:pt x="96" y="287"/>
                    <a:pt x="96" y="288"/>
                  </a:cubicBezTo>
                  <a:cubicBezTo>
                    <a:pt x="96" y="288"/>
                    <a:pt x="96" y="289"/>
                    <a:pt x="96" y="290"/>
                  </a:cubicBezTo>
                  <a:cubicBezTo>
                    <a:pt x="96" y="292"/>
                    <a:pt x="96" y="294"/>
                    <a:pt x="96" y="295"/>
                  </a:cubicBezTo>
                  <a:cubicBezTo>
                    <a:pt x="96" y="296"/>
                    <a:pt x="96" y="297"/>
                    <a:pt x="96" y="297"/>
                  </a:cubicBezTo>
                  <a:cubicBezTo>
                    <a:pt x="96" y="298"/>
                    <a:pt x="97" y="298"/>
                    <a:pt x="97" y="298"/>
                  </a:cubicBezTo>
                  <a:cubicBezTo>
                    <a:pt x="97" y="298"/>
                    <a:pt x="97" y="298"/>
                    <a:pt x="97" y="298"/>
                  </a:cubicBezTo>
                  <a:cubicBezTo>
                    <a:pt x="97" y="298"/>
                    <a:pt x="97" y="298"/>
                    <a:pt x="97" y="298"/>
                  </a:cubicBezTo>
                  <a:cubicBezTo>
                    <a:pt x="97" y="298"/>
                    <a:pt x="97" y="298"/>
                    <a:pt x="97" y="298"/>
                  </a:cubicBezTo>
                  <a:cubicBezTo>
                    <a:pt x="99" y="298"/>
                    <a:pt x="104" y="297"/>
                    <a:pt x="107" y="297"/>
                  </a:cubicBezTo>
                  <a:cubicBezTo>
                    <a:pt x="111" y="297"/>
                    <a:pt x="114" y="296"/>
                    <a:pt x="114" y="296"/>
                  </a:cubicBezTo>
                  <a:cubicBezTo>
                    <a:pt x="116" y="296"/>
                    <a:pt x="116" y="296"/>
                    <a:pt x="116" y="296"/>
                  </a:cubicBezTo>
                  <a:cubicBezTo>
                    <a:pt x="116" y="297"/>
                    <a:pt x="116" y="297"/>
                    <a:pt x="116" y="297"/>
                  </a:cubicBezTo>
                  <a:cubicBezTo>
                    <a:pt x="116" y="297"/>
                    <a:pt x="116" y="297"/>
                    <a:pt x="116" y="297"/>
                  </a:cubicBezTo>
                  <a:cubicBezTo>
                    <a:pt x="116" y="297"/>
                    <a:pt x="116" y="297"/>
                    <a:pt x="116" y="297"/>
                  </a:cubicBezTo>
                  <a:cubicBezTo>
                    <a:pt x="116" y="297"/>
                    <a:pt x="116" y="297"/>
                    <a:pt x="116" y="297"/>
                  </a:cubicBezTo>
                  <a:cubicBezTo>
                    <a:pt x="117" y="297"/>
                    <a:pt x="117" y="297"/>
                    <a:pt x="117" y="297"/>
                  </a:cubicBezTo>
                  <a:cubicBezTo>
                    <a:pt x="117" y="298"/>
                    <a:pt x="117" y="298"/>
                    <a:pt x="117" y="298"/>
                  </a:cubicBezTo>
                  <a:cubicBezTo>
                    <a:pt x="117" y="298"/>
                    <a:pt x="117" y="298"/>
                    <a:pt x="117" y="298"/>
                  </a:cubicBezTo>
                  <a:cubicBezTo>
                    <a:pt x="117" y="298"/>
                    <a:pt x="117" y="298"/>
                    <a:pt x="117" y="298"/>
                  </a:cubicBezTo>
                  <a:cubicBezTo>
                    <a:pt x="117" y="299"/>
                    <a:pt x="117" y="299"/>
                    <a:pt x="117" y="299"/>
                  </a:cubicBezTo>
                  <a:cubicBezTo>
                    <a:pt x="117" y="299"/>
                    <a:pt x="118" y="300"/>
                    <a:pt x="118" y="301"/>
                  </a:cubicBezTo>
                  <a:cubicBezTo>
                    <a:pt x="120" y="303"/>
                    <a:pt x="121" y="306"/>
                    <a:pt x="122" y="307"/>
                  </a:cubicBezTo>
                  <a:cubicBezTo>
                    <a:pt x="123" y="307"/>
                    <a:pt x="123" y="307"/>
                    <a:pt x="123" y="307"/>
                  </a:cubicBezTo>
                  <a:cubicBezTo>
                    <a:pt x="123" y="307"/>
                    <a:pt x="123" y="307"/>
                    <a:pt x="123" y="307"/>
                  </a:cubicBezTo>
                  <a:cubicBezTo>
                    <a:pt x="123" y="306"/>
                    <a:pt x="124" y="306"/>
                    <a:pt x="126" y="305"/>
                  </a:cubicBezTo>
                  <a:cubicBezTo>
                    <a:pt x="127" y="304"/>
                    <a:pt x="128" y="303"/>
                    <a:pt x="130" y="302"/>
                  </a:cubicBezTo>
                  <a:cubicBezTo>
                    <a:pt x="133" y="300"/>
                    <a:pt x="137" y="298"/>
                    <a:pt x="141" y="298"/>
                  </a:cubicBezTo>
                  <a:cubicBezTo>
                    <a:pt x="141" y="298"/>
                    <a:pt x="141" y="298"/>
                    <a:pt x="141" y="298"/>
                  </a:cubicBezTo>
                  <a:cubicBezTo>
                    <a:pt x="141" y="298"/>
                    <a:pt x="141" y="298"/>
                    <a:pt x="141" y="298"/>
                  </a:cubicBezTo>
                  <a:cubicBezTo>
                    <a:pt x="143" y="298"/>
                    <a:pt x="145" y="298"/>
                    <a:pt x="147" y="298"/>
                  </a:cubicBezTo>
                  <a:cubicBezTo>
                    <a:pt x="147" y="298"/>
                    <a:pt x="148" y="298"/>
                    <a:pt x="148" y="298"/>
                  </a:cubicBezTo>
                  <a:cubicBezTo>
                    <a:pt x="148" y="298"/>
                    <a:pt x="148" y="298"/>
                    <a:pt x="148" y="298"/>
                  </a:cubicBezTo>
                  <a:cubicBezTo>
                    <a:pt x="151" y="298"/>
                    <a:pt x="154" y="298"/>
                    <a:pt x="157" y="298"/>
                  </a:cubicBezTo>
                  <a:cubicBezTo>
                    <a:pt x="160" y="298"/>
                    <a:pt x="162" y="297"/>
                    <a:pt x="162" y="297"/>
                  </a:cubicBezTo>
                  <a:cubicBezTo>
                    <a:pt x="162" y="297"/>
                    <a:pt x="162" y="297"/>
                    <a:pt x="162" y="297"/>
                  </a:cubicBezTo>
                  <a:cubicBezTo>
                    <a:pt x="164" y="295"/>
                    <a:pt x="167" y="292"/>
                    <a:pt x="171" y="289"/>
                  </a:cubicBezTo>
                  <a:cubicBezTo>
                    <a:pt x="174" y="286"/>
                    <a:pt x="176" y="284"/>
                    <a:pt x="176" y="284"/>
                  </a:cubicBezTo>
                  <a:cubicBezTo>
                    <a:pt x="177" y="284"/>
                    <a:pt x="177" y="284"/>
                    <a:pt x="177" y="284"/>
                  </a:cubicBezTo>
                  <a:cubicBezTo>
                    <a:pt x="177" y="284"/>
                    <a:pt x="177" y="284"/>
                    <a:pt x="177" y="284"/>
                  </a:cubicBezTo>
                  <a:cubicBezTo>
                    <a:pt x="177" y="284"/>
                    <a:pt x="177" y="284"/>
                    <a:pt x="177" y="284"/>
                  </a:cubicBezTo>
                  <a:cubicBezTo>
                    <a:pt x="178" y="283"/>
                    <a:pt x="178" y="283"/>
                    <a:pt x="178" y="283"/>
                  </a:cubicBezTo>
                  <a:cubicBezTo>
                    <a:pt x="178" y="283"/>
                    <a:pt x="178" y="283"/>
                    <a:pt x="179" y="283"/>
                  </a:cubicBezTo>
                  <a:cubicBezTo>
                    <a:pt x="180" y="283"/>
                    <a:pt x="181" y="282"/>
                    <a:pt x="182" y="282"/>
                  </a:cubicBezTo>
                  <a:cubicBezTo>
                    <a:pt x="182" y="281"/>
                    <a:pt x="183" y="281"/>
                    <a:pt x="183" y="281"/>
                  </a:cubicBezTo>
                  <a:cubicBezTo>
                    <a:pt x="183" y="281"/>
                    <a:pt x="183" y="281"/>
                    <a:pt x="183" y="281"/>
                  </a:cubicBezTo>
                  <a:cubicBezTo>
                    <a:pt x="183" y="280"/>
                    <a:pt x="183" y="280"/>
                    <a:pt x="183" y="280"/>
                  </a:cubicBezTo>
                  <a:cubicBezTo>
                    <a:pt x="183" y="279"/>
                    <a:pt x="182" y="278"/>
                    <a:pt x="182" y="277"/>
                  </a:cubicBezTo>
                  <a:cubicBezTo>
                    <a:pt x="182" y="275"/>
                    <a:pt x="181" y="274"/>
                    <a:pt x="181" y="272"/>
                  </a:cubicBezTo>
                  <a:cubicBezTo>
                    <a:pt x="181" y="271"/>
                    <a:pt x="181" y="270"/>
                    <a:pt x="182" y="269"/>
                  </a:cubicBezTo>
                  <a:cubicBezTo>
                    <a:pt x="182" y="268"/>
                    <a:pt x="183" y="267"/>
                    <a:pt x="184" y="266"/>
                  </a:cubicBezTo>
                  <a:cubicBezTo>
                    <a:pt x="186" y="265"/>
                    <a:pt x="188" y="263"/>
                    <a:pt x="191" y="261"/>
                  </a:cubicBezTo>
                  <a:cubicBezTo>
                    <a:pt x="193" y="259"/>
                    <a:pt x="195" y="257"/>
                    <a:pt x="198" y="255"/>
                  </a:cubicBezTo>
                  <a:cubicBezTo>
                    <a:pt x="199" y="254"/>
                    <a:pt x="201" y="253"/>
                    <a:pt x="202" y="253"/>
                  </a:cubicBezTo>
                  <a:cubicBezTo>
                    <a:pt x="202" y="253"/>
                    <a:pt x="202" y="253"/>
                    <a:pt x="202" y="253"/>
                  </a:cubicBezTo>
                  <a:cubicBezTo>
                    <a:pt x="202" y="253"/>
                    <a:pt x="202" y="253"/>
                    <a:pt x="202" y="253"/>
                  </a:cubicBezTo>
                  <a:cubicBezTo>
                    <a:pt x="202" y="253"/>
                    <a:pt x="202" y="253"/>
                    <a:pt x="202" y="253"/>
                  </a:cubicBezTo>
                  <a:cubicBezTo>
                    <a:pt x="203" y="253"/>
                    <a:pt x="203" y="253"/>
                    <a:pt x="203" y="253"/>
                  </a:cubicBezTo>
                  <a:cubicBezTo>
                    <a:pt x="203" y="253"/>
                    <a:pt x="203" y="253"/>
                    <a:pt x="203" y="253"/>
                  </a:cubicBezTo>
                  <a:cubicBezTo>
                    <a:pt x="204" y="253"/>
                    <a:pt x="204" y="253"/>
                    <a:pt x="204" y="253"/>
                  </a:cubicBezTo>
                  <a:cubicBezTo>
                    <a:pt x="205" y="253"/>
                    <a:pt x="207" y="253"/>
                    <a:pt x="209" y="251"/>
                  </a:cubicBezTo>
                  <a:cubicBezTo>
                    <a:pt x="210" y="250"/>
                    <a:pt x="211" y="248"/>
                    <a:pt x="211" y="247"/>
                  </a:cubicBezTo>
                  <a:cubicBezTo>
                    <a:pt x="211" y="247"/>
                    <a:pt x="211" y="247"/>
                    <a:pt x="211" y="247"/>
                  </a:cubicBezTo>
                  <a:cubicBezTo>
                    <a:pt x="211" y="247"/>
                    <a:pt x="211" y="247"/>
                    <a:pt x="211" y="247"/>
                  </a:cubicBezTo>
                  <a:cubicBezTo>
                    <a:pt x="212" y="245"/>
                    <a:pt x="212" y="242"/>
                    <a:pt x="214" y="239"/>
                  </a:cubicBezTo>
                  <a:cubicBezTo>
                    <a:pt x="215" y="237"/>
                    <a:pt x="218" y="234"/>
                    <a:pt x="221" y="234"/>
                  </a:cubicBezTo>
                  <a:cubicBezTo>
                    <a:pt x="221" y="234"/>
                    <a:pt x="221" y="234"/>
                    <a:pt x="221" y="234"/>
                  </a:cubicBezTo>
                  <a:cubicBezTo>
                    <a:pt x="221" y="234"/>
                    <a:pt x="221" y="234"/>
                    <a:pt x="221" y="234"/>
                  </a:cubicBezTo>
                  <a:cubicBezTo>
                    <a:pt x="222" y="234"/>
                    <a:pt x="223" y="234"/>
                    <a:pt x="223" y="234"/>
                  </a:cubicBezTo>
                  <a:cubicBezTo>
                    <a:pt x="226" y="234"/>
                    <a:pt x="229" y="234"/>
                    <a:pt x="233" y="235"/>
                  </a:cubicBezTo>
                  <a:cubicBezTo>
                    <a:pt x="233" y="235"/>
                    <a:pt x="233" y="235"/>
                    <a:pt x="233" y="235"/>
                  </a:cubicBezTo>
                  <a:cubicBezTo>
                    <a:pt x="236" y="236"/>
                    <a:pt x="239" y="236"/>
                    <a:pt x="241" y="236"/>
                  </a:cubicBezTo>
                  <a:cubicBezTo>
                    <a:pt x="241" y="236"/>
                    <a:pt x="241" y="236"/>
                    <a:pt x="241" y="236"/>
                  </a:cubicBezTo>
                  <a:cubicBezTo>
                    <a:pt x="241" y="236"/>
                    <a:pt x="241" y="236"/>
                    <a:pt x="241" y="236"/>
                  </a:cubicBezTo>
                  <a:cubicBezTo>
                    <a:pt x="241" y="236"/>
                    <a:pt x="242" y="236"/>
                    <a:pt x="242" y="236"/>
                  </a:cubicBezTo>
                  <a:cubicBezTo>
                    <a:pt x="242" y="236"/>
                    <a:pt x="242" y="236"/>
                    <a:pt x="242" y="236"/>
                  </a:cubicBezTo>
                  <a:cubicBezTo>
                    <a:pt x="242" y="236"/>
                    <a:pt x="242" y="236"/>
                    <a:pt x="242" y="236"/>
                  </a:cubicBezTo>
                  <a:cubicBezTo>
                    <a:pt x="247" y="235"/>
                    <a:pt x="255" y="233"/>
                    <a:pt x="260" y="231"/>
                  </a:cubicBezTo>
                  <a:cubicBezTo>
                    <a:pt x="262" y="230"/>
                    <a:pt x="265" y="229"/>
                    <a:pt x="268" y="227"/>
                  </a:cubicBezTo>
                  <a:cubicBezTo>
                    <a:pt x="270" y="226"/>
                    <a:pt x="273" y="225"/>
                    <a:pt x="275" y="225"/>
                  </a:cubicBezTo>
                  <a:cubicBezTo>
                    <a:pt x="275" y="225"/>
                    <a:pt x="275" y="225"/>
                    <a:pt x="275" y="225"/>
                  </a:cubicBezTo>
                  <a:cubicBezTo>
                    <a:pt x="276" y="225"/>
                    <a:pt x="277" y="226"/>
                    <a:pt x="278" y="226"/>
                  </a:cubicBezTo>
                  <a:cubicBezTo>
                    <a:pt x="278" y="226"/>
                    <a:pt x="278" y="226"/>
                    <a:pt x="278" y="226"/>
                  </a:cubicBezTo>
                  <a:cubicBezTo>
                    <a:pt x="279" y="227"/>
                    <a:pt x="280" y="228"/>
                    <a:pt x="280" y="229"/>
                  </a:cubicBezTo>
                  <a:cubicBezTo>
                    <a:pt x="281" y="230"/>
                    <a:pt x="281" y="231"/>
                    <a:pt x="282" y="232"/>
                  </a:cubicBezTo>
                  <a:cubicBezTo>
                    <a:pt x="283" y="234"/>
                    <a:pt x="284" y="237"/>
                    <a:pt x="285" y="239"/>
                  </a:cubicBezTo>
                  <a:cubicBezTo>
                    <a:pt x="285" y="240"/>
                    <a:pt x="286" y="240"/>
                    <a:pt x="286" y="240"/>
                  </a:cubicBezTo>
                  <a:cubicBezTo>
                    <a:pt x="286" y="240"/>
                    <a:pt x="286" y="240"/>
                    <a:pt x="286" y="240"/>
                  </a:cubicBezTo>
                  <a:cubicBezTo>
                    <a:pt x="286" y="240"/>
                    <a:pt x="286" y="240"/>
                    <a:pt x="286" y="240"/>
                  </a:cubicBezTo>
                  <a:cubicBezTo>
                    <a:pt x="286" y="240"/>
                    <a:pt x="286" y="240"/>
                    <a:pt x="286" y="240"/>
                  </a:cubicBezTo>
                  <a:cubicBezTo>
                    <a:pt x="286" y="240"/>
                    <a:pt x="286" y="240"/>
                    <a:pt x="286" y="240"/>
                  </a:cubicBezTo>
                  <a:cubicBezTo>
                    <a:pt x="287" y="241"/>
                    <a:pt x="288" y="242"/>
                    <a:pt x="290" y="242"/>
                  </a:cubicBezTo>
                  <a:cubicBezTo>
                    <a:pt x="291" y="243"/>
                    <a:pt x="292" y="244"/>
                    <a:pt x="294" y="245"/>
                  </a:cubicBezTo>
                  <a:cubicBezTo>
                    <a:pt x="297" y="247"/>
                    <a:pt x="300" y="250"/>
                    <a:pt x="301" y="250"/>
                  </a:cubicBezTo>
                  <a:cubicBezTo>
                    <a:pt x="301" y="250"/>
                    <a:pt x="301" y="250"/>
                    <a:pt x="301" y="250"/>
                  </a:cubicBezTo>
                  <a:cubicBezTo>
                    <a:pt x="303" y="250"/>
                    <a:pt x="304" y="251"/>
                    <a:pt x="306" y="252"/>
                  </a:cubicBezTo>
                  <a:cubicBezTo>
                    <a:pt x="308" y="253"/>
                    <a:pt x="310" y="254"/>
                    <a:pt x="312" y="255"/>
                  </a:cubicBezTo>
                  <a:cubicBezTo>
                    <a:pt x="317" y="258"/>
                    <a:pt x="321" y="260"/>
                    <a:pt x="322" y="261"/>
                  </a:cubicBezTo>
                  <a:cubicBezTo>
                    <a:pt x="322" y="261"/>
                    <a:pt x="322" y="261"/>
                    <a:pt x="322" y="261"/>
                  </a:cubicBezTo>
                  <a:cubicBezTo>
                    <a:pt x="323" y="261"/>
                    <a:pt x="323" y="262"/>
                    <a:pt x="324" y="263"/>
                  </a:cubicBezTo>
                  <a:cubicBezTo>
                    <a:pt x="325" y="263"/>
                    <a:pt x="325" y="264"/>
                    <a:pt x="326" y="265"/>
                  </a:cubicBezTo>
                  <a:cubicBezTo>
                    <a:pt x="327" y="267"/>
                    <a:pt x="328" y="269"/>
                    <a:pt x="329" y="270"/>
                  </a:cubicBezTo>
                  <a:cubicBezTo>
                    <a:pt x="330" y="271"/>
                    <a:pt x="331" y="271"/>
                    <a:pt x="331" y="271"/>
                  </a:cubicBezTo>
                  <a:cubicBezTo>
                    <a:pt x="331" y="271"/>
                    <a:pt x="331" y="271"/>
                    <a:pt x="331" y="271"/>
                  </a:cubicBezTo>
                  <a:cubicBezTo>
                    <a:pt x="334" y="272"/>
                    <a:pt x="336" y="273"/>
                    <a:pt x="337" y="275"/>
                  </a:cubicBezTo>
                  <a:cubicBezTo>
                    <a:pt x="338" y="277"/>
                    <a:pt x="339" y="279"/>
                    <a:pt x="339" y="280"/>
                  </a:cubicBezTo>
                  <a:cubicBezTo>
                    <a:pt x="339" y="281"/>
                    <a:pt x="339" y="282"/>
                    <a:pt x="338" y="283"/>
                  </a:cubicBezTo>
                  <a:cubicBezTo>
                    <a:pt x="338" y="283"/>
                    <a:pt x="338" y="283"/>
                    <a:pt x="338" y="283"/>
                  </a:cubicBezTo>
                  <a:cubicBezTo>
                    <a:pt x="338" y="283"/>
                    <a:pt x="337" y="285"/>
                    <a:pt x="337" y="286"/>
                  </a:cubicBezTo>
                  <a:cubicBezTo>
                    <a:pt x="337" y="287"/>
                    <a:pt x="336" y="288"/>
                    <a:pt x="336" y="288"/>
                  </a:cubicBezTo>
                  <a:cubicBezTo>
                    <a:pt x="336" y="288"/>
                    <a:pt x="337" y="288"/>
                    <a:pt x="337" y="288"/>
                  </a:cubicBezTo>
                  <a:cubicBezTo>
                    <a:pt x="338" y="288"/>
                    <a:pt x="339" y="287"/>
                    <a:pt x="340" y="286"/>
                  </a:cubicBezTo>
                  <a:cubicBezTo>
                    <a:pt x="343" y="285"/>
                    <a:pt x="345" y="283"/>
                    <a:pt x="345" y="282"/>
                  </a:cubicBezTo>
                  <a:cubicBezTo>
                    <a:pt x="345" y="282"/>
                    <a:pt x="345" y="282"/>
                    <a:pt x="345" y="282"/>
                  </a:cubicBezTo>
                  <a:cubicBezTo>
                    <a:pt x="345" y="281"/>
                    <a:pt x="345" y="281"/>
                    <a:pt x="345" y="281"/>
                  </a:cubicBezTo>
                  <a:cubicBezTo>
                    <a:pt x="345" y="281"/>
                    <a:pt x="345" y="279"/>
                    <a:pt x="344" y="278"/>
                  </a:cubicBezTo>
                  <a:cubicBezTo>
                    <a:pt x="344" y="276"/>
                    <a:pt x="343" y="275"/>
                    <a:pt x="342" y="273"/>
                  </a:cubicBezTo>
                  <a:cubicBezTo>
                    <a:pt x="342" y="272"/>
                    <a:pt x="341" y="271"/>
                    <a:pt x="341" y="270"/>
                  </a:cubicBezTo>
                  <a:cubicBezTo>
                    <a:pt x="341" y="269"/>
                    <a:pt x="342" y="268"/>
                    <a:pt x="342" y="268"/>
                  </a:cubicBezTo>
                  <a:cubicBezTo>
                    <a:pt x="343" y="267"/>
                    <a:pt x="343" y="267"/>
                    <a:pt x="344" y="266"/>
                  </a:cubicBezTo>
                  <a:cubicBezTo>
                    <a:pt x="344" y="266"/>
                    <a:pt x="344" y="266"/>
                    <a:pt x="344" y="266"/>
                  </a:cubicBezTo>
                  <a:cubicBezTo>
                    <a:pt x="345" y="266"/>
                    <a:pt x="345" y="266"/>
                    <a:pt x="346" y="266"/>
                  </a:cubicBezTo>
                  <a:cubicBezTo>
                    <a:pt x="346" y="266"/>
                    <a:pt x="346" y="266"/>
                    <a:pt x="346" y="266"/>
                  </a:cubicBezTo>
                  <a:cubicBezTo>
                    <a:pt x="347" y="266"/>
                    <a:pt x="348" y="266"/>
                    <a:pt x="350" y="267"/>
                  </a:cubicBezTo>
                  <a:cubicBezTo>
                    <a:pt x="351" y="267"/>
                    <a:pt x="352" y="268"/>
                    <a:pt x="353" y="269"/>
                  </a:cubicBezTo>
                  <a:cubicBezTo>
                    <a:pt x="354" y="269"/>
                    <a:pt x="355" y="270"/>
                    <a:pt x="356" y="270"/>
                  </a:cubicBezTo>
                  <a:cubicBezTo>
                    <a:pt x="357" y="270"/>
                    <a:pt x="357" y="271"/>
                    <a:pt x="357" y="271"/>
                  </a:cubicBezTo>
                  <a:cubicBezTo>
                    <a:pt x="357" y="271"/>
                    <a:pt x="357" y="270"/>
                    <a:pt x="357" y="270"/>
                  </a:cubicBezTo>
                  <a:cubicBezTo>
                    <a:pt x="356" y="270"/>
                    <a:pt x="356" y="269"/>
                    <a:pt x="355" y="267"/>
                  </a:cubicBezTo>
                  <a:cubicBezTo>
                    <a:pt x="353" y="265"/>
                    <a:pt x="350" y="263"/>
                    <a:pt x="348" y="262"/>
                  </a:cubicBezTo>
                  <a:cubicBezTo>
                    <a:pt x="346" y="260"/>
                    <a:pt x="345" y="260"/>
                    <a:pt x="344" y="260"/>
                  </a:cubicBezTo>
                  <a:cubicBezTo>
                    <a:pt x="344" y="260"/>
                    <a:pt x="344" y="260"/>
                    <a:pt x="344" y="260"/>
                  </a:cubicBezTo>
                  <a:cubicBezTo>
                    <a:pt x="341" y="259"/>
                    <a:pt x="337" y="258"/>
                    <a:pt x="334" y="256"/>
                  </a:cubicBezTo>
                  <a:cubicBezTo>
                    <a:pt x="330" y="255"/>
                    <a:pt x="326" y="253"/>
                    <a:pt x="324" y="250"/>
                  </a:cubicBezTo>
                  <a:cubicBezTo>
                    <a:pt x="324" y="250"/>
                    <a:pt x="324" y="250"/>
                    <a:pt x="324" y="250"/>
                  </a:cubicBezTo>
                  <a:cubicBezTo>
                    <a:pt x="322" y="247"/>
                    <a:pt x="316" y="240"/>
                    <a:pt x="311" y="236"/>
                  </a:cubicBezTo>
                  <a:cubicBezTo>
                    <a:pt x="310" y="234"/>
                    <a:pt x="309" y="233"/>
                    <a:pt x="308" y="233"/>
                  </a:cubicBezTo>
                  <a:cubicBezTo>
                    <a:pt x="308" y="233"/>
                    <a:pt x="308" y="233"/>
                    <a:pt x="308" y="233"/>
                  </a:cubicBezTo>
                  <a:cubicBezTo>
                    <a:pt x="308" y="233"/>
                    <a:pt x="308" y="233"/>
                    <a:pt x="308" y="233"/>
                  </a:cubicBezTo>
                  <a:cubicBezTo>
                    <a:pt x="307" y="232"/>
                    <a:pt x="306" y="232"/>
                    <a:pt x="306" y="230"/>
                  </a:cubicBezTo>
                  <a:cubicBezTo>
                    <a:pt x="305" y="229"/>
                    <a:pt x="304" y="228"/>
                    <a:pt x="304" y="227"/>
                  </a:cubicBezTo>
                  <a:cubicBezTo>
                    <a:pt x="302" y="225"/>
                    <a:pt x="301" y="222"/>
                    <a:pt x="301" y="219"/>
                  </a:cubicBezTo>
                  <a:cubicBezTo>
                    <a:pt x="301" y="218"/>
                    <a:pt x="302" y="217"/>
                    <a:pt x="302" y="217"/>
                  </a:cubicBezTo>
                  <a:cubicBezTo>
                    <a:pt x="302" y="216"/>
                    <a:pt x="303" y="215"/>
                    <a:pt x="304" y="215"/>
                  </a:cubicBezTo>
                  <a:cubicBezTo>
                    <a:pt x="305" y="214"/>
                    <a:pt x="306" y="214"/>
                    <a:pt x="307" y="214"/>
                  </a:cubicBezTo>
                  <a:cubicBezTo>
                    <a:pt x="307" y="214"/>
                    <a:pt x="307" y="214"/>
                    <a:pt x="307" y="214"/>
                  </a:cubicBezTo>
                  <a:cubicBezTo>
                    <a:pt x="310" y="214"/>
                    <a:pt x="314" y="215"/>
                    <a:pt x="317" y="216"/>
                  </a:cubicBezTo>
                  <a:cubicBezTo>
                    <a:pt x="321" y="217"/>
                    <a:pt x="324" y="219"/>
                    <a:pt x="326" y="220"/>
                  </a:cubicBezTo>
                  <a:cubicBezTo>
                    <a:pt x="326" y="220"/>
                    <a:pt x="326" y="220"/>
                    <a:pt x="326" y="220"/>
                  </a:cubicBezTo>
                  <a:cubicBezTo>
                    <a:pt x="328" y="222"/>
                    <a:pt x="330" y="225"/>
                    <a:pt x="332" y="228"/>
                  </a:cubicBezTo>
                  <a:cubicBezTo>
                    <a:pt x="335" y="231"/>
                    <a:pt x="337" y="233"/>
                    <a:pt x="339" y="234"/>
                  </a:cubicBezTo>
                  <a:cubicBezTo>
                    <a:pt x="339" y="235"/>
                    <a:pt x="339" y="235"/>
                    <a:pt x="339" y="235"/>
                  </a:cubicBezTo>
                  <a:cubicBezTo>
                    <a:pt x="340" y="235"/>
                    <a:pt x="340" y="235"/>
                    <a:pt x="340" y="235"/>
                  </a:cubicBezTo>
                  <a:cubicBezTo>
                    <a:pt x="340" y="235"/>
                    <a:pt x="340" y="235"/>
                    <a:pt x="340" y="235"/>
                  </a:cubicBezTo>
                  <a:cubicBezTo>
                    <a:pt x="340" y="235"/>
                    <a:pt x="340" y="235"/>
                    <a:pt x="340" y="235"/>
                  </a:cubicBezTo>
                  <a:cubicBezTo>
                    <a:pt x="340" y="235"/>
                    <a:pt x="340" y="235"/>
                    <a:pt x="340" y="235"/>
                  </a:cubicBezTo>
                  <a:cubicBezTo>
                    <a:pt x="342" y="235"/>
                    <a:pt x="343" y="235"/>
                    <a:pt x="345" y="236"/>
                  </a:cubicBezTo>
                  <a:cubicBezTo>
                    <a:pt x="347" y="237"/>
                    <a:pt x="348" y="238"/>
                    <a:pt x="350" y="239"/>
                  </a:cubicBezTo>
                  <a:cubicBezTo>
                    <a:pt x="354" y="242"/>
                    <a:pt x="358" y="244"/>
                    <a:pt x="360" y="245"/>
                  </a:cubicBezTo>
                  <a:cubicBezTo>
                    <a:pt x="360" y="245"/>
                    <a:pt x="360" y="245"/>
                    <a:pt x="360" y="245"/>
                  </a:cubicBezTo>
                  <a:cubicBezTo>
                    <a:pt x="363" y="247"/>
                    <a:pt x="364" y="248"/>
                    <a:pt x="366" y="250"/>
                  </a:cubicBezTo>
                  <a:cubicBezTo>
                    <a:pt x="367" y="252"/>
                    <a:pt x="368" y="253"/>
                    <a:pt x="368" y="255"/>
                  </a:cubicBezTo>
                  <a:cubicBezTo>
                    <a:pt x="368" y="256"/>
                    <a:pt x="368" y="256"/>
                    <a:pt x="368" y="256"/>
                  </a:cubicBezTo>
                  <a:cubicBezTo>
                    <a:pt x="368" y="256"/>
                    <a:pt x="368" y="256"/>
                    <a:pt x="368" y="256"/>
                  </a:cubicBezTo>
                  <a:cubicBezTo>
                    <a:pt x="368" y="257"/>
                    <a:pt x="368" y="258"/>
                    <a:pt x="367" y="259"/>
                  </a:cubicBezTo>
                  <a:cubicBezTo>
                    <a:pt x="367" y="259"/>
                    <a:pt x="367" y="260"/>
                    <a:pt x="367" y="261"/>
                  </a:cubicBezTo>
                  <a:cubicBezTo>
                    <a:pt x="367" y="261"/>
                    <a:pt x="367" y="262"/>
                    <a:pt x="367" y="262"/>
                  </a:cubicBezTo>
                  <a:cubicBezTo>
                    <a:pt x="368" y="263"/>
                    <a:pt x="369" y="264"/>
                    <a:pt x="370" y="264"/>
                  </a:cubicBezTo>
                  <a:cubicBezTo>
                    <a:pt x="370" y="264"/>
                    <a:pt x="370" y="264"/>
                    <a:pt x="370" y="264"/>
                  </a:cubicBezTo>
                  <a:cubicBezTo>
                    <a:pt x="373" y="267"/>
                    <a:pt x="377" y="271"/>
                    <a:pt x="381" y="275"/>
                  </a:cubicBezTo>
                  <a:cubicBezTo>
                    <a:pt x="384" y="279"/>
                    <a:pt x="387" y="283"/>
                    <a:pt x="389" y="286"/>
                  </a:cubicBezTo>
                  <a:cubicBezTo>
                    <a:pt x="390" y="289"/>
                    <a:pt x="394" y="295"/>
                    <a:pt x="397" y="298"/>
                  </a:cubicBezTo>
                  <a:cubicBezTo>
                    <a:pt x="398" y="299"/>
                    <a:pt x="398" y="299"/>
                    <a:pt x="399" y="299"/>
                  </a:cubicBezTo>
                  <a:cubicBezTo>
                    <a:pt x="399" y="299"/>
                    <a:pt x="399" y="299"/>
                    <a:pt x="399" y="299"/>
                  </a:cubicBezTo>
                  <a:cubicBezTo>
                    <a:pt x="399" y="299"/>
                    <a:pt x="399" y="299"/>
                    <a:pt x="399" y="299"/>
                  </a:cubicBezTo>
                  <a:cubicBezTo>
                    <a:pt x="399" y="299"/>
                    <a:pt x="400" y="299"/>
                    <a:pt x="400" y="299"/>
                  </a:cubicBezTo>
                  <a:cubicBezTo>
                    <a:pt x="401" y="298"/>
                    <a:pt x="402" y="297"/>
                    <a:pt x="403" y="295"/>
                  </a:cubicBezTo>
                  <a:cubicBezTo>
                    <a:pt x="405" y="292"/>
                    <a:pt x="406" y="289"/>
                    <a:pt x="407" y="286"/>
                  </a:cubicBezTo>
                  <a:cubicBezTo>
                    <a:pt x="407" y="285"/>
                    <a:pt x="408" y="285"/>
                    <a:pt x="408" y="284"/>
                  </a:cubicBezTo>
                  <a:cubicBezTo>
                    <a:pt x="408" y="282"/>
                    <a:pt x="407" y="281"/>
                    <a:pt x="406" y="280"/>
                  </a:cubicBezTo>
                  <a:cubicBezTo>
                    <a:pt x="406" y="278"/>
                    <a:pt x="405" y="277"/>
                    <a:pt x="404" y="276"/>
                  </a:cubicBezTo>
                  <a:cubicBezTo>
                    <a:pt x="404" y="276"/>
                    <a:pt x="404" y="276"/>
                    <a:pt x="404" y="276"/>
                  </a:cubicBezTo>
                  <a:cubicBezTo>
                    <a:pt x="404" y="276"/>
                    <a:pt x="404" y="276"/>
                    <a:pt x="404" y="276"/>
                  </a:cubicBezTo>
                  <a:cubicBezTo>
                    <a:pt x="403" y="274"/>
                    <a:pt x="401" y="270"/>
                    <a:pt x="400" y="267"/>
                  </a:cubicBezTo>
                  <a:cubicBezTo>
                    <a:pt x="400" y="267"/>
                    <a:pt x="399" y="266"/>
                    <a:pt x="399" y="265"/>
                  </a:cubicBezTo>
                  <a:cubicBezTo>
                    <a:pt x="399" y="264"/>
                    <a:pt x="399" y="264"/>
                    <a:pt x="400" y="263"/>
                  </a:cubicBezTo>
                  <a:cubicBezTo>
                    <a:pt x="400" y="263"/>
                    <a:pt x="401" y="262"/>
                    <a:pt x="402" y="262"/>
                  </a:cubicBezTo>
                  <a:cubicBezTo>
                    <a:pt x="402" y="262"/>
                    <a:pt x="402" y="262"/>
                    <a:pt x="402" y="262"/>
                  </a:cubicBezTo>
                  <a:cubicBezTo>
                    <a:pt x="402" y="262"/>
                    <a:pt x="402" y="262"/>
                    <a:pt x="402" y="262"/>
                  </a:cubicBezTo>
                  <a:cubicBezTo>
                    <a:pt x="402" y="262"/>
                    <a:pt x="402" y="262"/>
                    <a:pt x="402" y="262"/>
                  </a:cubicBezTo>
                  <a:cubicBezTo>
                    <a:pt x="402" y="262"/>
                    <a:pt x="402" y="262"/>
                    <a:pt x="402" y="262"/>
                  </a:cubicBezTo>
                  <a:cubicBezTo>
                    <a:pt x="402" y="262"/>
                    <a:pt x="402" y="262"/>
                    <a:pt x="402" y="262"/>
                  </a:cubicBezTo>
                  <a:cubicBezTo>
                    <a:pt x="402" y="262"/>
                    <a:pt x="402" y="262"/>
                    <a:pt x="402" y="262"/>
                  </a:cubicBezTo>
                  <a:cubicBezTo>
                    <a:pt x="403" y="262"/>
                    <a:pt x="403" y="262"/>
                    <a:pt x="403" y="262"/>
                  </a:cubicBezTo>
                  <a:cubicBezTo>
                    <a:pt x="404" y="263"/>
                    <a:pt x="404" y="263"/>
                    <a:pt x="405" y="264"/>
                  </a:cubicBezTo>
                  <a:cubicBezTo>
                    <a:pt x="406" y="264"/>
                    <a:pt x="406" y="265"/>
                    <a:pt x="407" y="265"/>
                  </a:cubicBezTo>
                  <a:cubicBezTo>
                    <a:pt x="408" y="266"/>
                    <a:pt x="410" y="267"/>
                    <a:pt x="411" y="267"/>
                  </a:cubicBezTo>
                  <a:cubicBezTo>
                    <a:pt x="411" y="267"/>
                    <a:pt x="411" y="267"/>
                    <a:pt x="411" y="267"/>
                  </a:cubicBezTo>
                  <a:cubicBezTo>
                    <a:pt x="411" y="267"/>
                    <a:pt x="411" y="267"/>
                    <a:pt x="411" y="267"/>
                  </a:cubicBezTo>
                  <a:cubicBezTo>
                    <a:pt x="411" y="267"/>
                    <a:pt x="411" y="267"/>
                    <a:pt x="412" y="266"/>
                  </a:cubicBezTo>
                  <a:cubicBezTo>
                    <a:pt x="414" y="264"/>
                    <a:pt x="416" y="262"/>
                    <a:pt x="418" y="261"/>
                  </a:cubicBezTo>
                  <a:cubicBezTo>
                    <a:pt x="420" y="259"/>
                    <a:pt x="422" y="258"/>
                    <a:pt x="425" y="258"/>
                  </a:cubicBezTo>
                  <a:cubicBezTo>
                    <a:pt x="425" y="258"/>
                    <a:pt x="425" y="258"/>
                    <a:pt x="425" y="258"/>
                  </a:cubicBezTo>
                  <a:cubicBezTo>
                    <a:pt x="425" y="258"/>
                    <a:pt x="425" y="258"/>
                    <a:pt x="425" y="258"/>
                  </a:cubicBezTo>
                  <a:cubicBezTo>
                    <a:pt x="426" y="258"/>
                    <a:pt x="426" y="258"/>
                    <a:pt x="427" y="258"/>
                  </a:cubicBezTo>
                  <a:cubicBezTo>
                    <a:pt x="427" y="258"/>
                    <a:pt x="427" y="258"/>
                    <a:pt x="427" y="258"/>
                  </a:cubicBezTo>
                  <a:cubicBezTo>
                    <a:pt x="429" y="259"/>
                    <a:pt x="430" y="261"/>
                    <a:pt x="432" y="262"/>
                  </a:cubicBezTo>
                  <a:cubicBezTo>
                    <a:pt x="433" y="262"/>
                    <a:pt x="434" y="263"/>
                    <a:pt x="435" y="263"/>
                  </a:cubicBezTo>
                  <a:cubicBezTo>
                    <a:pt x="435" y="263"/>
                    <a:pt x="435" y="263"/>
                    <a:pt x="435" y="263"/>
                  </a:cubicBezTo>
                  <a:cubicBezTo>
                    <a:pt x="435" y="263"/>
                    <a:pt x="435" y="263"/>
                    <a:pt x="435" y="263"/>
                  </a:cubicBezTo>
                  <a:cubicBezTo>
                    <a:pt x="435" y="263"/>
                    <a:pt x="435" y="263"/>
                    <a:pt x="435" y="263"/>
                  </a:cubicBezTo>
                  <a:cubicBezTo>
                    <a:pt x="437" y="263"/>
                    <a:pt x="440" y="262"/>
                    <a:pt x="443" y="261"/>
                  </a:cubicBezTo>
                  <a:cubicBezTo>
                    <a:pt x="445" y="260"/>
                    <a:pt x="448" y="259"/>
                    <a:pt x="450" y="258"/>
                  </a:cubicBezTo>
                  <a:cubicBezTo>
                    <a:pt x="450" y="257"/>
                    <a:pt x="450" y="257"/>
                    <a:pt x="450" y="257"/>
                  </a:cubicBezTo>
                  <a:cubicBezTo>
                    <a:pt x="450" y="257"/>
                    <a:pt x="450" y="257"/>
                    <a:pt x="450" y="256"/>
                  </a:cubicBezTo>
                  <a:cubicBezTo>
                    <a:pt x="450" y="255"/>
                    <a:pt x="450" y="254"/>
                    <a:pt x="450" y="253"/>
                  </a:cubicBezTo>
                  <a:cubicBezTo>
                    <a:pt x="450" y="251"/>
                    <a:pt x="451" y="248"/>
                    <a:pt x="452" y="246"/>
                  </a:cubicBezTo>
                  <a:cubicBezTo>
                    <a:pt x="452" y="246"/>
                    <a:pt x="452" y="246"/>
                    <a:pt x="452" y="246"/>
                  </a:cubicBezTo>
                  <a:cubicBezTo>
                    <a:pt x="454" y="244"/>
                    <a:pt x="456" y="242"/>
                    <a:pt x="458" y="239"/>
                  </a:cubicBezTo>
                  <a:cubicBezTo>
                    <a:pt x="460" y="237"/>
                    <a:pt x="462" y="234"/>
                    <a:pt x="463" y="232"/>
                  </a:cubicBezTo>
                  <a:cubicBezTo>
                    <a:pt x="464" y="230"/>
                    <a:pt x="464" y="229"/>
                    <a:pt x="464" y="228"/>
                  </a:cubicBezTo>
                  <a:cubicBezTo>
                    <a:pt x="464" y="226"/>
                    <a:pt x="464" y="223"/>
                    <a:pt x="465" y="219"/>
                  </a:cubicBezTo>
                  <a:cubicBezTo>
                    <a:pt x="466" y="216"/>
                    <a:pt x="468" y="213"/>
                    <a:pt x="473" y="211"/>
                  </a:cubicBezTo>
                  <a:cubicBezTo>
                    <a:pt x="478" y="208"/>
                    <a:pt x="485" y="206"/>
                    <a:pt x="490" y="206"/>
                  </a:cubicBezTo>
                  <a:cubicBezTo>
                    <a:pt x="490" y="206"/>
                    <a:pt x="490" y="206"/>
                    <a:pt x="490" y="206"/>
                  </a:cubicBezTo>
                  <a:cubicBezTo>
                    <a:pt x="490" y="206"/>
                    <a:pt x="490" y="206"/>
                    <a:pt x="490" y="206"/>
                  </a:cubicBezTo>
                  <a:cubicBezTo>
                    <a:pt x="492" y="206"/>
                    <a:pt x="494" y="206"/>
                    <a:pt x="495" y="207"/>
                  </a:cubicBezTo>
                  <a:cubicBezTo>
                    <a:pt x="495" y="207"/>
                    <a:pt x="495" y="207"/>
                    <a:pt x="495" y="207"/>
                  </a:cubicBezTo>
                  <a:cubicBezTo>
                    <a:pt x="496" y="208"/>
                    <a:pt x="498" y="209"/>
                    <a:pt x="501" y="209"/>
                  </a:cubicBezTo>
                  <a:cubicBezTo>
                    <a:pt x="503" y="210"/>
                    <a:pt x="505" y="210"/>
                    <a:pt x="506" y="211"/>
                  </a:cubicBezTo>
                  <a:cubicBezTo>
                    <a:pt x="507" y="211"/>
                    <a:pt x="507" y="211"/>
                    <a:pt x="507" y="211"/>
                  </a:cubicBezTo>
                  <a:cubicBezTo>
                    <a:pt x="514" y="212"/>
                    <a:pt x="514" y="212"/>
                    <a:pt x="514" y="212"/>
                  </a:cubicBezTo>
                  <a:cubicBezTo>
                    <a:pt x="508" y="215"/>
                    <a:pt x="508" y="215"/>
                    <a:pt x="508" y="215"/>
                  </a:cubicBezTo>
                  <a:cubicBezTo>
                    <a:pt x="508" y="215"/>
                    <a:pt x="508" y="215"/>
                    <a:pt x="507" y="215"/>
                  </a:cubicBezTo>
                  <a:cubicBezTo>
                    <a:pt x="507" y="215"/>
                    <a:pt x="506" y="216"/>
                    <a:pt x="505" y="216"/>
                  </a:cubicBezTo>
                  <a:cubicBezTo>
                    <a:pt x="504" y="217"/>
                    <a:pt x="502" y="218"/>
                    <a:pt x="501" y="219"/>
                  </a:cubicBezTo>
                  <a:cubicBezTo>
                    <a:pt x="500" y="220"/>
                    <a:pt x="500" y="220"/>
                    <a:pt x="500" y="220"/>
                  </a:cubicBezTo>
                  <a:cubicBezTo>
                    <a:pt x="500" y="221"/>
                    <a:pt x="501" y="222"/>
                    <a:pt x="502" y="224"/>
                  </a:cubicBezTo>
                  <a:cubicBezTo>
                    <a:pt x="503" y="225"/>
                    <a:pt x="504" y="226"/>
                    <a:pt x="505" y="227"/>
                  </a:cubicBezTo>
                  <a:cubicBezTo>
                    <a:pt x="506" y="227"/>
                    <a:pt x="506" y="227"/>
                    <a:pt x="507" y="227"/>
                  </a:cubicBezTo>
                  <a:cubicBezTo>
                    <a:pt x="507" y="227"/>
                    <a:pt x="507" y="227"/>
                    <a:pt x="507" y="227"/>
                  </a:cubicBezTo>
                  <a:cubicBezTo>
                    <a:pt x="508" y="227"/>
                    <a:pt x="509" y="227"/>
                    <a:pt x="510" y="226"/>
                  </a:cubicBezTo>
                  <a:cubicBezTo>
                    <a:pt x="512" y="226"/>
                    <a:pt x="514" y="225"/>
                    <a:pt x="516" y="224"/>
                  </a:cubicBezTo>
                  <a:cubicBezTo>
                    <a:pt x="518" y="223"/>
                    <a:pt x="520" y="222"/>
                    <a:pt x="522" y="222"/>
                  </a:cubicBezTo>
                  <a:cubicBezTo>
                    <a:pt x="520" y="219"/>
                    <a:pt x="518" y="217"/>
                    <a:pt x="515" y="214"/>
                  </a:cubicBezTo>
                  <a:cubicBezTo>
                    <a:pt x="514" y="213"/>
                    <a:pt x="514" y="213"/>
                    <a:pt x="514" y="213"/>
                  </a:cubicBezTo>
                  <a:cubicBezTo>
                    <a:pt x="516" y="211"/>
                    <a:pt x="516" y="211"/>
                    <a:pt x="516" y="211"/>
                  </a:cubicBezTo>
                  <a:cubicBezTo>
                    <a:pt x="516" y="211"/>
                    <a:pt x="516" y="211"/>
                    <a:pt x="516" y="211"/>
                  </a:cubicBezTo>
                  <a:cubicBezTo>
                    <a:pt x="516" y="211"/>
                    <a:pt x="516" y="211"/>
                    <a:pt x="516" y="211"/>
                  </a:cubicBezTo>
                  <a:cubicBezTo>
                    <a:pt x="516" y="211"/>
                    <a:pt x="516" y="211"/>
                    <a:pt x="516" y="211"/>
                  </a:cubicBezTo>
                  <a:cubicBezTo>
                    <a:pt x="516" y="211"/>
                    <a:pt x="516" y="211"/>
                    <a:pt x="516" y="211"/>
                  </a:cubicBezTo>
                  <a:cubicBezTo>
                    <a:pt x="516" y="211"/>
                    <a:pt x="516" y="211"/>
                    <a:pt x="516" y="211"/>
                  </a:cubicBezTo>
                  <a:cubicBezTo>
                    <a:pt x="516" y="211"/>
                    <a:pt x="516" y="211"/>
                    <a:pt x="516" y="211"/>
                  </a:cubicBezTo>
                  <a:cubicBezTo>
                    <a:pt x="517" y="211"/>
                    <a:pt x="517" y="211"/>
                    <a:pt x="517" y="211"/>
                  </a:cubicBezTo>
                  <a:cubicBezTo>
                    <a:pt x="517" y="211"/>
                    <a:pt x="517" y="211"/>
                    <a:pt x="518" y="210"/>
                  </a:cubicBezTo>
                  <a:cubicBezTo>
                    <a:pt x="519" y="210"/>
                    <a:pt x="521" y="209"/>
                    <a:pt x="523" y="208"/>
                  </a:cubicBezTo>
                  <a:cubicBezTo>
                    <a:pt x="526" y="207"/>
                    <a:pt x="531" y="205"/>
                    <a:pt x="535" y="204"/>
                  </a:cubicBezTo>
                  <a:cubicBezTo>
                    <a:pt x="538" y="203"/>
                    <a:pt x="540" y="202"/>
                    <a:pt x="541" y="202"/>
                  </a:cubicBezTo>
                  <a:cubicBezTo>
                    <a:pt x="541" y="202"/>
                    <a:pt x="541" y="202"/>
                    <a:pt x="541" y="202"/>
                  </a:cubicBezTo>
                  <a:cubicBezTo>
                    <a:pt x="544" y="202"/>
                    <a:pt x="549" y="202"/>
                    <a:pt x="553" y="201"/>
                  </a:cubicBezTo>
                  <a:cubicBezTo>
                    <a:pt x="557" y="201"/>
                    <a:pt x="561" y="201"/>
                    <a:pt x="561" y="201"/>
                  </a:cubicBezTo>
                  <a:cubicBezTo>
                    <a:pt x="561" y="201"/>
                    <a:pt x="561" y="201"/>
                    <a:pt x="561" y="201"/>
                  </a:cubicBezTo>
                  <a:cubicBezTo>
                    <a:pt x="561" y="201"/>
                    <a:pt x="561" y="201"/>
                    <a:pt x="561" y="201"/>
                  </a:cubicBezTo>
                  <a:cubicBezTo>
                    <a:pt x="561" y="201"/>
                    <a:pt x="561" y="201"/>
                    <a:pt x="561" y="201"/>
                  </a:cubicBezTo>
                  <a:cubicBezTo>
                    <a:pt x="561" y="201"/>
                    <a:pt x="561" y="201"/>
                    <a:pt x="561" y="201"/>
                  </a:cubicBezTo>
                  <a:cubicBezTo>
                    <a:pt x="561" y="201"/>
                    <a:pt x="561" y="201"/>
                    <a:pt x="561" y="201"/>
                  </a:cubicBezTo>
                  <a:cubicBezTo>
                    <a:pt x="561" y="201"/>
                    <a:pt x="561" y="201"/>
                    <a:pt x="562" y="201"/>
                  </a:cubicBezTo>
                  <a:cubicBezTo>
                    <a:pt x="562" y="201"/>
                    <a:pt x="563" y="202"/>
                    <a:pt x="563" y="202"/>
                  </a:cubicBezTo>
                  <a:cubicBezTo>
                    <a:pt x="563" y="203"/>
                    <a:pt x="563" y="203"/>
                    <a:pt x="563" y="203"/>
                  </a:cubicBezTo>
                  <a:cubicBezTo>
                    <a:pt x="563" y="203"/>
                    <a:pt x="563" y="203"/>
                    <a:pt x="563" y="203"/>
                  </a:cubicBezTo>
                  <a:cubicBezTo>
                    <a:pt x="563" y="205"/>
                    <a:pt x="563" y="205"/>
                    <a:pt x="563" y="205"/>
                  </a:cubicBezTo>
                  <a:cubicBezTo>
                    <a:pt x="562" y="205"/>
                    <a:pt x="562" y="205"/>
                    <a:pt x="562" y="205"/>
                  </a:cubicBezTo>
                  <a:cubicBezTo>
                    <a:pt x="562" y="205"/>
                    <a:pt x="562" y="205"/>
                    <a:pt x="562" y="205"/>
                  </a:cubicBezTo>
                  <a:cubicBezTo>
                    <a:pt x="561" y="206"/>
                    <a:pt x="561" y="206"/>
                    <a:pt x="560" y="207"/>
                  </a:cubicBezTo>
                  <a:cubicBezTo>
                    <a:pt x="559" y="208"/>
                    <a:pt x="557" y="210"/>
                    <a:pt x="555" y="211"/>
                  </a:cubicBezTo>
                  <a:cubicBezTo>
                    <a:pt x="550" y="215"/>
                    <a:pt x="546" y="220"/>
                    <a:pt x="544" y="222"/>
                  </a:cubicBezTo>
                  <a:cubicBezTo>
                    <a:pt x="544" y="223"/>
                    <a:pt x="544" y="223"/>
                    <a:pt x="544" y="223"/>
                  </a:cubicBezTo>
                  <a:cubicBezTo>
                    <a:pt x="544" y="224"/>
                    <a:pt x="545" y="224"/>
                    <a:pt x="546" y="225"/>
                  </a:cubicBezTo>
                  <a:cubicBezTo>
                    <a:pt x="548" y="225"/>
                    <a:pt x="550" y="226"/>
                    <a:pt x="552" y="227"/>
                  </a:cubicBezTo>
                  <a:cubicBezTo>
                    <a:pt x="556" y="229"/>
                    <a:pt x="560" y="230"/>
                    <a:pt x="563" y="232"/>
                  </a:cubicBezTo>
                  <a:cubicBezTo>
                    <a:pt x="563" y="232"/>
                    <a:pt x="563" y="232"/>
                    <a:pt x="563" y="232"/>
                  </a:cubicBezTo>
                  <a:cubicBezTo>
                    <a:pt x="564" y="233"/>
                    <a:pt x="567" y="234"/>
                    <a:pt x="570" y="236"/>
                  </a:cubicBezTo>
                  <a:cubicBezTo>
                    <a:pt x="573" y="237"/>
                    <a:pt x="576" y="239"/>
                    <a:pt x="578" y="241"/>
                  </a:cubicBezTo>
                  <a:cubicBezTo>
                    <a:pt x="579" y="243"/>
                    <a:pt x="581" y="244"/>
                    <a:pt x="581" y="246"/>
                  </a:cubicBezTo>
                  <a:cubicBezTo>
                    <a:pt x="581" y="248"/>
                    <a:pt x="582" y="251"/>
                    <a:pt x="582" y="254"/>
                  </a:cubicBezTo>
                  <a:cubicBezTo>
                    <a:pt x="582" y="256"/>
                    <a:pt x="582" y="258"/>
                    <a:pt x="580" y="260"/>
                  </a:cubicBezTo>
                  <a:cubicBezTo>
                    <a:pt x="579" y="261"/>
                    <a:pt x="576" y="262"/>
                    <a:pt x="573" y="263"/>
                  </a:cubicBezTo>
                  <a:cubicBezTo>
                    <a:pt x="565" y="264"/>
                    <a:pt x="556" y="266"/>
                    <a:pt x="549" y="266"/>
                  </a:cubicBezTo>
                  <a:cubicBezTo>
                    <a:pt x="548" y="266"/>
                    <a:pt x="548" y="266"/>
                    <a:pt x="548" y="266"/>
                  </a:cubicBezTo>
                  <a:cubicBezTo>
                    <a:pt x="548" y="266"/>
                    <a:pt x="548" y="266"/>
                    <a:pt x="548" y="266"/>
                  </a:cubicBezTo>
                  <a:cubicBezTo>
                    <a:pt x="545" y="266"/>
                    <a:pt x="543" y="266"/>
                    <a:pt x="540" y="264"/>
                  </a:cubicBezTo>
                  <a:cubicBezTo>
                    <a:pt x="537" y="262"/>
                    <a:pt x="531" y="257"/>
                    <a:pt x="526" y="255"/>
                  </a:cubicBezTo>
                  <a:cubicBezTo>
                    <a:pt x="524" y="255"/>
                    <a:pt x="523" y="254"/>
                    <a:pt x="522" y="254"/>
                  </a:cubicBezTo>
                  <a:cubicBezTo>
                    <a:pt x="522" y="254"/>
                    <a:pt x="522" y="254"/>
                    <a:pt x="522" y="254"/>
                  </a:cubicBezTo>
                  <a:cubicBezTo>
                    <a:pt x="522" y="254"/>
                    <a:pt x="522" y="254"/>
                    <a:pt x="522" y="254"/>
                  </a:cubicBezTo>
                  <a:cubicBezTo>
                    <a:pt x="521" y="254"/>
                    <a:pt x="521" y="254"/>
                    <a:pt x="521" y="254"/>
                  </a:cubicBezTo>
                  <a:cubicBezTo>
                    <a:pt x="521" y="254"/>
                    <a:pt x="521" y="254"/>
                    <a:pt x="521" y="254"/>
                  </a:cubicBezTo>
                  <a:cubicBezTo>
                    <a:pt x="521" y="254"/>
                    <a:pt x="521" y="254"/>
                    <a:pt x="521" y="254"/>
                  </a:cubicBezTo>
                  <a:cubicBezTo>
                    <a:pt x="519" y="255"/>
                    <a:pt x="517" y="255"/>
                    <a:pt x="515" y="255"/>
                  </a:cubicBezTo>
                  <a:cubicBezTo>
                    <a:pt x="513" y="256"/>
                    <a:pt x="511" y="256"/>
                    <a:pt x="508" y="256"/>
                  </a:cubicBezTo>
                  <a:cubicBezTo>
                    <a:pt x="503" y="256"/>
                    <a:pt x="498" y="256"/>
                    <a:pt x="494" y="257"/>
                  </a:cubicBezTo>
                  <a:cubicBezTo>
                    <a:pt x="494" y="257"/>
                    <a:pt x="494" y="257"/>
                    <a:pt x="494" y="257"/>
                  </a:cubicBezTo>
                  <a:cubicBezTo>
                    <a:pt x="489" y="258"/>
                    <a:pt x="486" y="260"/>
                    <a:pt x="483" y="262"/>
                  </a:cubicBezTo>
                  <a:cubicBezTo>
                    <a:pt x="480" y="263"/>
                    <a:pt x="477" y="265"/>
                    <a:pt x="474" y="265"/>
                  </a:cubicBezTo>
                  <a:cubicBezTo>
                    <a:pt x="474" y="265"/>
                    <a:pt x="474" y="265"/>
                    <a:pt x="474" y="265"/>
                  </a:cubicBezTo>
                  <a:cubicBezTo>
                    <a:pt x="474" y="265"/>
                    <a:pt x="474" y="265"/>
                    <a:pt x="474" y="265"/>
                  </a:cubicBezTo>
                  <a:cubicBezTo>
                    <a:pt x="474" y="265"/>
                    <a:pt x="474" y="265"/>
                    <a:pt x="474" y="265"/>
                  </a:cubicBezTo>
                  <a:cubicBezTo>
                    <a:pt x="473" y="264"/>
                    <a:pt x="473" y="264"/>
                    <a:pt x="473" y="264"/>
                  </a:cubicBezTo>
                  <a:cubicBezTo>
                    <a:pt x="473" y="264"/>
                    <a:pt x="473" y="264"/>
                    <a:pt x="473" y="264"/>
                  </a:cubicBezTo>
                  <a:cubicBezTo>
                    <a:pt x="473" y="264"/>
                    <a:pt x="472" y="264"/>
                    <a:pt x="471" y="264"/>
                  </a:cubicBezTo>
                  <a:cubicBezTo>
                    <a:pt x="471" y="264"/>
                    <a:pt x="471" y="264"/>
                    <a:pt x="471" y="264"/>
                  </a:cubicBezTo>
                  <a:cubicBezTo>
                    <a:pt x="471" y="264"/>
                    <a:pt x="471" y="264"/>
                    <a:pt x="471" y="264"/>
                  </a:cubicBezTo>
                  <a:cubicBezTo>
                    <a:pt x="468" y="264"/>
                    <a:pt x="463" y="266"/>
                    <a:pt x="460" y="268"/>
                  </a:cubicBezTo>
                  <a:cubicBezTo>
                    <a:pt x="459" y="269"/>
                    <a:pt x="457" y="270"/>
                    <a:pt x="455" y="270"/>
                  </a:cubicBezTo>
                  <a:cubicBezTo>
                    <a:pt x="453" y="271"/>
                    <a:pt x="451" y="272"/>
                    <a:pt x="449" y="272"/>
                  </a:cubicBezTo>
                  <a:cubicBezTo>
                    <a:pt x="445" y="273"/>
                    <a:pt x="440" y="274"/>
                    <a:pt x="437" y="275"/>
                  </a:cubicBezTo>
                  <a:cubicBezTo>
                    <a:pt x="437" y="275"/>
                    <a:pt x="437" y="275"/>
                    <a:pt x="436" y="276"/>
                  </a:cubicBezTo>
                  <a:cubicBezTo>
                    <a:pt x="436" y="276"/>
                    <a:pt x="436" y="277"/>
                    <a:pt x="436" y="279"/>
                  </a:cubicBezTo>
                  <a:cubicBezTo>
                    <a:pt x="436" y="281"/>
                    <a:pt x="436" y="283"/>
                    <a:pt x="437" y="285"/>
                  </a:cubicBezTo>
                  <a:cubicBezTo>
                    <a:pt x="437" y="288"/>
                    <a:pt x="438" y="290"/>
                    <a:pt x="439" y="291"/>
                  </a:cubicBezTo>
                  <a:cubicBezTo>
                    <a:pt x="440" y="292"/>
                    <a:pt x="440" y="293"/>
                    <a:pt x="441" y="293"/>
                  </a:cubicBezTo>
                  <a:cubicBezTo>
                    <a:pt x="441" y="293"/>
                    <a:pt x="441" y="293"/>
                    <a:pt x="441" y="293"/>
                  </a:cubicBezTo>
                  <a:cubicBezTo>
                    <a:pt x="445" y="294"/>
                    <a:pt x="450" y="296"/>
                    <a:pt x="454" y="298"/>
                  </a:cubicBezTo>
                  <a:cubicBezTo>
                    <a:pt x="459" y="299"/>
                    <a:pt x="463" y="301"/>
                    <a:pt x="465" y="303"/>
                  </a:cubicBezTo>
                  <a:cubicBezTo>
                    <a:pt x="466" y="303"/>
                    <a:pt x="466" y="303"/>
                    <a:pt x="466" y="303"/>
                  </a:cubicBezTo>
                  <a:cubicBezTo>
                    <a:pt x="466" y="303"/>
                    <a:pt x="466" y="303"/>
                    <a:pt x="466" y="303"/>
                  </a:cubicBezTo>
                  <a:cubicBezTo>
                    <a:pt x="466" y="303"/>
                    <a:pt x="466" y="303"/>
                    <a:pt x="466" y="303"/>
                  </a:cubicBezTo>
                  <a:cubicBezTo>
                    <a:pt x="466" y="303"/>
                    <a:pt x="466" y="303"/>
                    <a:pt x="466" y="303"/>
                  </a:cubicBezTo>
                  <a:cubicBezTo>
                    <a:pt x="467" y="303"/>
                    <a:pt x="469" y="303"/>
                    <a:pt x="470" y="302"/>
                  </a:cubicBezTo>
                  <a:cubicBezTo>
                    <a:pt x="470" y="302"/>
                    <a:pt x="470" y="302"/>
                    <a:pt x="470" y="302"/>
                  </a:cubicBezTo>
                  <a:cubicBezTo>
                    <a:pt x="473" y="301"/>
                    <a:pt x="475" y="300"/>
                    <a:pt x="478" y="300"/>
                  </a:cubicBezTo>
                  <a:cubicBezTo>
                    <a:pt x="478" y="300"/>
                    <a:pt x="478" y="300"/>
                    <a:pt x="478" y="300"/>
                  </a:cubicBezTo>
                  <a:cubicBezTo>
                    <a:pt x="478" y="300"/>
                    <a:pt x="478" y="300"/>
                    <a:pt x="478" y="300"/>
                  </a:cubicBezTo>
                  <a:cubicBezTo>
                    <a:pt x="479" y="300"/>
                    <a:pt x="480" y="300"/>
                    <a:pt x="481" y="300"/>
                  </a:cubicBezTo>
                  <a:cubicBezTo>
                    <a:pt x="481" y="300"/>
                    <a:pt x="481" y="300"/>
                    <a:pt x="481" y="300"/>
                  </a:cubicBezTo>
                  <a:cubicBezTo>
                    <a:pt x="485" y="300"/>
                    <a:pt x="488" y="303"/>
                    <a:pt x="490" y="304"/>
                  </a:cubicBezTo>
                  <a:cubicBezTo>
                    <a:pt x="492" y="306"/>
                    <a:pt x="494" y="307"/>
                    <a:pt x="497" y="307"/>
                  </a:cubicBezTo>
                  <a:cubicBezTo>
                    <a:pt x="497" y="307"/>
                    <a:pt x="498" y="307"/>
                    <a:pt x="499" y="307"/>
                  </a:cubicBezTo>
                  <a:cubicBezTo>
                    <a:pt x="499" y="307"/>
                    <a:pt x="499" y="307"/>
                    <a:pt x="499" y="307"/>
                  </a:cubicBezTo>
                  <a:cubicBezTo>
                    <a:pt x="503" y="306"/>
                    <a:pt x="508" y="304"/>
                    <a:pt x="513" y="302"/>
                  </a:cubicBezTo>
                  <a:cubicBezTo>
                    <a:pt x="518" y="300"/>
                    <a:pt x="523" y="298"/>
                    <a:pt x="526" y="297"/>
                  </a:cubicBezTo>
                  <a:cubicBezTo>
                    <a:pt x="527" y="297"/>
                    <a:pt x="528" y="297"/>
                    <a:pt x="529" y="297"/>
                  </a:cubicBezTo>
                  <a:cubicBezTo>
                    <a:pt x="529" y="297"/>
                    <a:pt x="529" y="297"/>
                    <a:pt x="529" y="297"/>
                  </a:cubicBezTo>
                  <a:cubicBezTo>
                    <a:pt x="529" y="297"/>
                    <a:pt x="529" y="297"/>
                    <a:pt x="529" y="297"/>
                  </a:cubicBezTo>
                  <a:cubicBezTo>
                    <a:pt x="530" y="297"/>
                    <a:pt x="530" y="297"/>
                    <a:pt x="530" y="297"/>
                  </a:cubicBezTo>
                  <a:cubicBezTo>
                    <a:pt x="531" y="297"/>
                    <a:pt x="531" y="297"/>
                    <a:pt x="531" y="297"/>
                  </a:cubicBezTo>
                  <a:cubicBezTo>
                    <a:pt x="531" y="297"/>
                    <a:pt x="531" y="297"/>
                    <a:pt x="531" y="297"/>
                  </a:cubicBezTo>
                  <a:cubicBezTo>
                    <a:pt x="531" y="298"/>
                    <a:pt x="532" y="298"/>
                    <a:pt x="532" y="299"/>
                  </a:cubicBezTo>
                  <a:cubicBezTo>
                    <a:pt x="532" y="299"/>
                    <a:pt x="532" y="299"/>
                    <a:pt x="532" y="300"/>
                  </a:cubicBezTo>
                  <a:cubicBezTo>
                    <a:pt x="532" y="301"/>
                    <a:pt x="532" y="302"/>
                    <a:pt x="531" y="303"/>
                  </a:cubicBezTo>
                  <a:cubicBezTo>
                    <a:pt x="531" y="304"/>
                    <a:pt x="530" y="305"/>
                    <a:pt x="529" y="307"/>
                  </a:cubicBezTo>
                  <a:cubicBezTo>
                    <a:pt x="527" y="309"/>
                    <a:pt x="526" y="312"/>
                    <a:pt x="524" y="315"/>
                  </a:cubicBezTo>
                  <a:cubicBezTo>
                    <a:pt x="524" y="317"/>
                    <a:pt x="523" y="318"/>
                    <a:pt x="523" y="319"/>
                  </a:cubicBezTo>
                  <a:cubicBezTo>
                    <a:pt x="523" y="320"/>
                    <a:pt x="523" y="320"/>
                    <a:pt x="523" y="320"/>
                  </a:cubicBezTo>
                  <a:cubicBezTo>
                    <a:pt x="523" y="321"/>
                    <a:pt x="523" y="321"/>
                    <a:pt x="523" y="322"/>
                  </a:cubicBezTo>
                  <a:cubicBezTo>
                    <a:pt x="523" y="326"/>
                    <a:pt x="522" y="330"/>
                    <a:pt x="520" y="334"/>
                  </a:cubicBezTo>
                  <a:cubicBezTo>
                    <a:pt x="518" y="339"/>
                    <a:pt x="516" y="342"/>
                    <a:pt x="513" y="345"/>
                  </a:cubicBezTo>
                  <a:cubicBezTo>
                    <a:pt x="513" y="345"/>
                    <a:pt x="513" y="345"/>
                    <a:pt x="513" y="345"/>
                  </a:cubicBezTo>
                  <a:cubicBezTo>
                    <a:pt x="509" y="348"/>
                    <a:pt x="503" y="353"/>
                    <a:pt x="499" y="355"/>
                  </a:cubicBezTo>
                  <a:cubicBezTo>
                    <a:pt x="497" y="356"/>
                    <a:pt x="496" y="357"/>
                    <a:pt x="494" y="357"/>
                  </a:cubicBezTo>
                  <a:cubicBezTo>
                    <a:pt x="494" y="357"/>
                    <a:pt x="494" y="357"/>
                    <a:pt x="494" y="357"/>
                  </a:cubicBezTo>
                  <a:cubicBezTo>
                    <a:pt x="493" y="357"/>
                    <a:pt x="493" y="357"/>
                    <a:pt x="492" y="356"/>
                  </a:cubicBezTo>
                  <a:cubicBezTo>
                    <a:pt x="490" y="355"/>
                    <a:pt x="489" y="354"/>
                    <a:pt x="487" y="353"/>
                  </a:cubicBezTo>
                  <a:cubicBezTo>
                    <a:pt x="485" y="352"/>
                    <a:pt x="483" y="351"/>
                    <a:pt x="481" y="351"/>
                  </a:cubicBezTo>
                  <a:cubicBezTo>
                    <a:pt x="481" y="351"/>
                    <a:pt x="481" y="351"/>
                    <a:pt x="481" y="351"/>
                  </a:cubicBezTo>
                  <a:cubicBezTo>
                    <a:pt x="481" y="351"/>
                    <a:pt x="481" y="351"/>
                    <a:pt x="481" y="351"/>
                  </a:cubicBezTo>
                  <a:cubicBezTo>
                    <a:pt x="479" y="351"/>
                    <a:pt x="477" y="352"/>
                    <a:pt x="475" y="353"/>
                  </a:cubicBezTo>
                  <a:cubicBezTo>
                    <a:pt x="475" y="353"/>
                    <a:pt x="475" y="353"/>
                    <a:pt x="475" y="353"/>
                  </a:cubicBezTo>
                  <a:cubicBezTo>
                    <a:pt x="473" y="354"/>
                    <a:pt x="471" y="356"/>
                    <a:pt x="469" y="358"/>
                  </a:cubicBezTo>
                  <a:cubicBezTo>
                    <a:pt x="467" y="360"/>
                    <a:pt x="465" y="362"/>
                    <a:pt x="463" y="363"/>
                  </a:cubicBezTo>
                  <a:cubicBezTo>
                    <a:pt x="462" y="364"/>
                    <a:pt x="460" y="364"/>
                    <a:pt x="458" y="364"/>
                  </a:cubicBezTo>
                  <a:cubicBezTo>
                    <a:pt x="458" y="364"/>
                    <a:pt x="458" y="364"/>
                    <a:pt x="458" y="364"/>
                  </a:cubicBezTo>
                  <a:cubicBezTo>
                    <a:pt x="455" y="364"/>
                    <a:pt x="453" y="363"/>
                    <a:pt x="450" y="361"/>
                  </a:cubicBezTo>
                  <a:cubicBezTo>
                    <a:pt x="450" y="361"/>
                    <a:pt x="450" y="361"/>
                    <a:pt x="450" y="361"/>
                  </a:cubicBezTo>
                  <a:cubicBezTo>
                    <a:pt x="438" y="354"/>
                    <a:pt x="428" y="352"/>
                    <a:pt x="422" y="351"/>
                  </a:cubicBezTo>
                  <a:cubicBezTo>
                    <a:pt x="422" y="351"/>
                    <a:pt x="421" y="351"/>
                    <a:pt x="420" y="351"/>
                  </a:cubicBezTo>
                  <a:cubicBezTo>
                    <a:pt x="419" y="351"/>
                    <a:pt x="417" y="351"/>
                    <a:pt x="415" y="351"/>
                  </a:cubicBezTo>
                  <a:cubicBezTo>
                    <a:pt x="415" y="351"/>
                    <a:pt x="415" y="351"/>
                    <a:pt x="415" y="351"/>
                  </a:cubicBezTo>
                  <a:cubicBezTo>
                    <a:pt x="413" y="351"/>
                    <a:pt x="411" y="351"/>
                    <a:pt x="410" y="351"/>
                  </a:cubicBezTo>
                  <a:cubicBezTo>
                    <a:pt x="408" y="351"/>
                    <a:pt x="407" y="351"/>
                    <a:pt x="406" y="351"/>
                  </a:cubicBezTo>
                  <a:cubicBezTo>
                    <a:pt x="405" y="351"/>
                    <a:pt x="404" y="350"/>
                    <a:pt x="403" y="349"/>
                  </a:cubicBezTo>
                  <a:cubicBezTo>
                    <a:pt x="402" y="349"/>
                    <a:pt x="402" y="348"/>
                    <a:pt x="402" y="347"/>
                  </a:cubicBezTo>
                  <a:cubicBezTo>
                    <a:pt x="402" y="347"/>
                    <a:pt x="402" y="347"/>
                    <a:pt x="402" y="347"/>
                  </a:cubicBezTo>
                  <a:cubicBezTo>
                    <a:pt x="402" y="347"/>
                    <a:pt x="402" y="347"/>
                    <a:pt x="402" y="347"/>
                  </a:cubicBezTo>
                  <a:cubicBezTo>
                    <a:pt x="402" y="346"/>
                    <a:pt x="402" y="346"/>
                    <a:pt x="402" y="346"/>
                  </a:cubicBezTo>
                  <a:cubicBezTo>
                    <a:pt x="402" y="345"/>
                    <a:pt x="401" y="343"/>
                    <a:pt x="399" y="342"/>
                  </a:cubicBezTo>
                  <a:cubicBezTo>
                    <a:pt x="398" y="340"/>
                    <a:pt x="396" y="339"/>
                    <a:pt x="393" y="339"/>
                  </a:cubicBezTo>
                  <a:cubicBezTo>
                    <a:pt x="391" y="339"/>
                    <a:pt x="389" y="340"/>
                    <a:pt x="387" y="340"/>
                  </a:cubicBezTo>
                  <a:cubicBezTo>
                    <a:pt x="387" y="340"/>
                    <a:pt x="387" y="340"/>
                    <a:pt x="387" y="340"/>
                  </a:cubicBezTo>
                  <a:cubicBezTo>
                    <a:pt x="379" y="343"/>
                    <a:pt x="373" y="347"/>
                    <a:pt x="370" y="350"/>
                  </a:cubicBezTo>
                  <a:cubicBezTo>
                    <a:pt x="369" y="351"/>
                    <a:pt x="369" y="352"/>
                    <a:pt x="369" y="353"/>
                  </a:cubicBezTo>
                  <a:cubicBezTo>
                    <a:pt x="369" y="355"/>
                    <a:pt x="368" y="357"/>
                    <a:pt x="368" y="359"/>
                  </a:cubicBezTo>
                  <a:cubicBezTo>
                    <a:pt x="367" y="361"/>
                    <a:pt x="366" y="363"/>
                    <a:pt x="364" y="364"/>
                  </a:cubicBezTo>
                  <a:cubicBezTo>
                    <a:pt x="363" y="365"/>
                    <a:pt x="362" y="366"/>
                    <a:pt x="360" y="366"/>
                  </a:cubicBezTo>
                  <a:cubicBezTo>
                    <a:pt x="360" y="366"/>
                    <a:pt x="360" y="366"/>
                    <a:pt x="360" y="366"/>
                  </a:cubicBezTo>
                  <a:cubicBezTo>
                    <a:pt x="360" y="366"/>
                    <a:pt x="360" y="366"/>
                    <a:pt x="360" y="366"/>
                  </a:cubicBezTo>
                  <a:cubicBezTo>
                    <a:pt x="360" y="366"/>
                    <a:pt x="360" y="366"/>
                    <a:pt x="360" y="366"/>
                  </a:cubicBezTo>
                  <a:cubicBezTo>
                    <a:pt x="359" y="366"/>
                    <a:pt x="358" y="366"/>
                    <a:pt x="357" y="365"/>
                  </a:cubicBezTo>
                  <a:cubicBezTo>
                    <a:pt x="357" y="365"/>
                    <a:pt x="357" y="365"/>
                    <a:pt x="357" y="365"/>
                  </a:cubicBezTo>
                  <a:cubicBezTo>
                    <a:pt x="355" y="365"/>
                    <a:pt x="350" y="363"/>
                    <a:pt x="345" y="362"/>
                  </a:cubicBezTo>
                  <a:cubicBezTo>
                    <a:pt x="340" y="360"/>
                    <a:pt x="334" y="358"/>
                    <a:pt x="330" y="356"/>
                  </a:cubicBezTo>
                  <a:cubicBezTo>
                    <a:pt x="327" y="354"/>
                    <a:pt x="325" y="352"/>
                    <a:pt x="324" y="350"/>
                  </a:cubicBezTo>
                  <a:cubicBezTo>
                    <a:pt x="323" y="347"/>
                    <a:pt x="320" y="345"/>
                    <a:pt x="317" y="344"/>
                  </a:cubicBezTo>
                  <a:cubicBezTo>
                    <a:pt x="314" y="343"/>
                    <a:pt x="310" y="342"/>
                    <a:pt x="307" y="342"/>
                  </a:cubicBezTo>
                  <a:cubicBezTo>
                    <a:pt x="307" y="342"/>
                    <a:pt x="307" y="342"/>
                    <a:pt x="307" y="342"/>
                  </a:cubicBezTo>
                  <a:cubicBezTo>
                    <a:pt x="302" y="342"/>
                    <a:pt x="292" y="339"/>
                    <a:pt x="285" y="337"/>
                  </a:cubicBezTo>
                  <a:cubicBezTo>
                    <a:pt x="282" y="336"/>
                    <a:pt x="280" y="335"/>
                    <a:pt x="278" y="334"/>
                  </a:cubicBezTo>
                  <a:cubicBezTo>
                    <a:pt x="277" y="333"/>
                    <a:pt x="276" y="333"/>
                    <a:pt x="276" y="332"/>
                  </a:cubicBezTo>
                  <a:cubicBezTo>
                    <a:pt x="275" y="331"/>
                    <a:pt x="275" y="331"/>
                    <a:pt x="275" y="330"/>
                  </a:cubicBezTo>
                  <a:cubicBezTo>
                    <a:pt x="275" y="329"/>
                    <a:pt x="276" y="328"/>
                    <a:pt x="276" y="327"/>
                  </a:cubicBezTo>
                  <a:cubicBezTo>
                    <a:pt x="278" y="326"/>
                    <a:pt x="280" y="322"/>
                    <a:pt x="282" y="319"/>
                  </a:cubicBezTo>
                  <a:cubicBezTo>
                    <a:pt x="284" y="315"/>
                    <a:pt x="285" y="312"/>
                    <a:pt x="285" y="310"/>
                  </a:cubicBezTo>
                  <a:cubicBezTo>
                    <a:pt x="284" y="310"/>
                    <a:pt x="284" y="310"/>
                    <a:pt x="284" y="310"/>
                  </a:cubicBezTo>
                  <a:cubicBezTo>
                    <a:pt x="284" y="309"/>
                    <a:pt x="284" y="308"/>
                    <a:pt x="283" y="307"/>
                  </a:cubicBezTo>
                  <a:cubicBezTo>
                    <a:pt x="282" y="306"/>
                    <a:pt x="281" y="305"/>
                    <a:pt x="279" y="304"/>
                  </a:cubicBezTo>
                  <a:cubicBezTo>
                    <a:pt x="276" y="302"/>
                    <a:pt x="271" y="300"/>
                    <a:pt x="267" y="300"/>
                  </a:cubicBezTo>
                  <a:cubicBezTo>
                    <a:pt x="267" y="300"/>
                    <a:pt x="267" y="300"/>
                    <a:pt x="267" y="300"/>
                  </a:cubicBezTo>
                  <a:cubicBezTo>
                    <a:pt x="267" y="300"/>
                    <a:pt x="267" y="300"/>
                    <a:pt x="267" y="300"/>
                  </a:cubicBezTo>
                  <a:cubicBezTo>
                    <a:pt x="267" y="300"/>
                    <a:pt x="267" y="300"/>
                    <a:pt x="267" y="300"/>
                  </a:cubicBezTo>
                  <a:cubicBezTo>
                    <a:pt x="266" y="300"/>
                    <a:pt x="264" y="300"/>
                    <a:pt x="263" y="300"/>
                  </a:cubicBezTo>
                  <a:cubicBezTo>
                    <a:pt x="263" y="300"/>
                    <a:pt x="263" y="300"/>
                    <a:pt x="263" y="300"/>
                  </a:cubicBezTo>
                  <a:cubicBezTo>
                    <a:pt x="263" y="300"/>
                    <a:pt x="263" y="300"/>
                    <a:pt x="263" y="300"/>
                  </a:cubicBezTo>
                  <a:cubicBezTo>
                    <a:pt x="254" y="302"/>
                    <a:pt x="242" y="306"/>
                    <a:pt x="231" y="306"/>
                  </a:cubicBezTo>
                  <a:cubicBezTo>
                    <a:pt x="231" y="306"/>
                    <a:pt x="231" y="306"/>
                    <a:pt x="231" y="306"/>
                  </a:cubicBezTo>
                  <a:cubicBezTo>
                    <a:pt x="231" y="306"/>
                    <a:pt x="231" y="306"/>
                    <a:pt x="231" y="306"/>
                  </a:cubicBezTo>
                  <a:cubicBezTo>
                    <a:pt x="228" y="306"/>
                    <a:pt x="226" y="306"/>
                    <a:pt x="224" y="306"/>
                  </a:cubicBezTo>
                  <a:cubicBezTo>
                    <a:pt x="219" y="304"/>
                    <a:pt x="216" y="304"/>
                    <a:pt x="212" y="304"/>
                  </a:cubicBezTo>
                  <a:cubicBezTo>
                    <a:pt x="212" y="304"/>
                    <a:pt x="212" y="304"/>
                    <a:pt x="212" y="304"/>
                  </a:cubicBezTo>
                  <a:cubicBezTo>
                    <a:pt x="212" y="304"/>
                    <a:pt x="212" y="304"/>
                    <a:pt x="212" y="304"/>
                  </a:cubicBezTo>
                  <a:cubicBezTo>
                    <a:pt x="208" y="304"/>
                    <a:pt x="204" y="305"/>
                    <a:pt x="200" y="306"/>
                  </a:cubicBezTo>
                  <a:cubicBezTo>
                    <a:pt x="200" y="306"/>
                    <a:pt x="200" y="306"/>
                    <a:pt x="200" y="306"/>
                  </a:cubicBezTo>
                  <a:cubicBezTo>
                    <a:pt x="197" y="307"/>
                    <a:pt x="192" y="310"/>
                    <a:pt x="186" y="312"/>
                  </a:cubicBezTo>
                  <a:cubicBezTo>
                    <a:pt x="180" y="315"/>
                    <a:pt x="173" y="317"/>
                    <a:pt x="167" y="319"/>
                  </a:cubicBezTo>
                  <a:cubicBezTo>
                    <a:pt x="164" y="320"/>
                    <a:pt x="160" y="321"/>
                    <a:pt x="158" y="321"/>
                  </a:cubicBezTo>
                  <a:cubicBezTo>
                    <a:pt x="158" y="321"/>
                    <a:pt x="158" y="321"/>
                    <a:pt x="158" y="321"/>
                  </a:cubicBezTo>
                  <a:cubicBezTo>
                    <a:pt x="158" y="321"/>
                    <a:pt x="158" y="321"/>
                    <a:pt x="158" y="321"/>
                  </a:cubicBezTo>
                  <a:cubicBezTo>
                    <a:pt x="157" y="321"/>
                    <a:pt x="156" y="321"/>
                    <a:pt x="155" y="321"/>
                  </a:cubicBezTo>
                  <a:cubicBezTo>
                    <a:pt x="155" y="320"/>
                    <a:pt x="155" y="320"/>
                    <a:pt x="155" y="320"/>
                  </a:cubicBezTo>
                  <a:cubicBezTo>
                    <a:pt x="155" y="320"/>
                    <a:pt x="155" y="320"/>
                    <a:pt x="155" y="320"/>
                  </a:cubicBezTo>
                  <a:cubicBezTo>
                    <a:pt x="153" y="319"/>
                    <a:pt x="152" y="319"/>
                    <a:pt x="149" y="319"/>
                  </a:cubicBezTo>
                  <a:cubicBezTo>
                    <a:pt x="149" y="319"/>
                    <a:pt x="149" y="319"/>
                    <a:pt x="149" y="319"/>
                  </a:cubicBezTo>
                  <a:cubicBezTo>
                    <a:pt x="149" y="319"/>
                    <a:pt x="149" y="319"/>
                    <a:pt x="149" y="319"/>
                  </a:cubicBezTo>
                  <a:cubicBezTo>
                    <a:pt x="147" y="319"/>
                    <a:pt x="144" y="319"/>
                    <a:pt x="141" y="319"/>
                  </a:cubicBezTo>
                  <a:cubicBezTo>
                    <a:pt x="141" y="319"/>
                    <a:pt x="141" y="319"/>
                    <a:pt x="141" y="319"/>
                  </a:cubicBezTo>
                  <a:cubicBezTo>
                    <a:pt x="141" y="320"/>
                    <a:pt x="140" y="320"/>
                    <a:pt x="140" y="320"/>
                  </a:cubicBezTo>
                  <a:cubicBezTo>
                    <a:pt x="140" y="320"/>
                    <a:pt x="140" y="320"/>
                    <a:pt x="140" y="320"/>
                  </a:cubicBezTo>
                  <a:cubicBezTo>
                    <a:pt x="140" y="320"/>
                    <a:pt x="140" y="320"/>
                    <a:pt x="140" y="320"/>
                  </a:cubicBezTo>
                  <a:cubicBezTo>
                    <a:pt x="137" y="320"/>
                    <a:pt x="134" y="319"/>
                    <a:pt x="132" y="318"/>
                  </a:cubicBezTo>
                  <a:cubicBezTo>
                    <a:pt x="132" y="318"/>
                    <a:pt x="132" y="318"/>
                    <a:pt x="132" y="318"/>
                  </a:cubicBezTo>
                  <a:cubicBezTo>
                    <a:pt x="130" y="317"/>
                    <a:pt x="129" y="316"/>
                    <a:pt x="127" y="316"/>
                  </a:cubicBezTo>
                  <a:cubicBezTo>
                    <a:pt x="127" y="316"/>
                    <a:pt x="127" y="316"/>
                    <a:pt x="127" y="316"/>
                  </a:cubicBezTo>
                  <a:cubicBezTo>
                    <a:pt x="127" y="316"/>
                    <a:pt x="127" y="316"/>
                    <a:pt x="127" y="316"/>
                  </a:cubicBezTo>
                  <a:cubicBezTo>
                    <a:pt x="127" y="316"/>
                    <a:pt x="127" y="316"/>
                    <a:pt x="127" y="316"/>
                  </a:cubicBezTo>
                  <a:cubicBezTo>
                    <a:pt x="127" y="316"/>
                    <a:pt x="127" y="316"/>
                    <a:pt x="127" y="316"/>
                  </a:cubicBezTo>
                  <a:cubicBezTo>
                    <a:pt x="127" y="317"/>
                    <a:pt x="127" y="317"/>
                    <a:pt x="127" y="317"/>
                  </a:cubicBezTo>
                  <a:cubicBezTo>
                    <a:pt x="127" y="317"/>
                    <a:pt x="127" y="317"/>
                    <a:pt x="127" y="317"/>
                  </a:cubicBezTo>
                  <a:cubicBezTo>
                    <a:pt x="127" y="317"/>
                    <a:pt x="127" y="317"/>
                    <a:pt x="127" y="317"/>
                  </a:cubicBezTo>
                  <a:cubicBezTo>
                    <a:pt x="124" y="317"/>
                    <a:pt x="122" y="318"/>
                    <a:pt x="120" y="320"/>
                  </a:cubicBezTo>
                  <a:cubicBezTo>
                    <a:pt x="118" y="321"/>
                    <a:pt x="116" y="323"/>
                    <a:pt x="115" y="325"/>
                  </a:cubicBezTo>
                  <a:cubicBezTo>
                    <a:pt x="115" y="325"/>
                    <a:pt x="115" y="325"/>
                    <a:pt x="115" y="325"/>
                  </a:cubicBezTo>
                  <a:cubicBezTo>
                    <a:pt x="115" y="325"/>
                    <a:pt x="115" y="325"/>
                    <a:pt x="115" y="325"/>
                  </a:cubicBezTo>
                  <a:cubicBezTo>
                    <a:pt x="113" y="328"/>
                    <a:pt x="109" y="331"/>
                    <a:pt x="106" y="333"/>
                  </a:cubicBezTo>
                  <a:cubicBezTo>
                    <a:pt x="102" y="336"/>
                    <a:pt x="97" y="338"/>
                    <a:pt x="94" y="340"/>
                  </a:cubicBezTo>
                  <a:cubicBezTo>
                    <a:pt x="94" y="340"/>
                    <a:pt x="94" y="340"/>
                    <a:pt x="94" y="340"/>
                  </a:cubicBezTo>
                  <a:cubicBezTo>
                    <a:pt x="94" y="340"/>
                    <a:pt x="94" y="340"/>
                    <a:pt x="94" y="340"/>
                  </a:cubicBezTo>
                  <a:cubicBezTo>
                    <a:pt x="94" y="340"/>
                    <a:pt x="94" y="340"/>
                    <a:pt x="94" y="340"/>
                  </a:cubicBezTo>
                  <a:cubicBezTo>
                    <a:pt x="94" y="340"/>
                    <a:pt x="94" y="340"/>
                    <a:pt x="94" y="340"/>
                  </a:cubicBezTo>
                  <a:cubicBezTo>
                    <a:pt x="89" y="343"/>
                    <a:pt x="83" y="346"/>
                    <a:pt x="81" y="349"/>
                  </a:cubicBezTo>
                  <a:cubicBezTo>
                    <a:pt x="80" y="350"/>
                    <a:pt x="80" y="351"/>
                    <a:pt x="80" y="352"/>
                  </a:cubicBezTo>
                  <a:cubicBezTo>
                    <a:pt x="80" y="352"/>
                    <a:pt x="80" y="352"/>
                    <a:pt x="80" y="352"/>
                  </a:cubicBezTo>
                  <a:cubicBezTo>
                    <a:pt x="80" y="352"/>
                    <a:pt x="80" y="352"/>
                    <a:pt x="80" y="352"/>
                  </a:cubicBezTo>
                  <a:cubicBezTo>
                    <a:pt x="81" y="354"/>
                    <a:pt x="81" y="356"/>
                    <a:pt x="82" y="358"/>
                  </a:cubicBezTo>
                  <a:cubicBezTo>
                    <a:pt x="83" y="360"/>
                    <a:pt x="84" y="362"/>
                    <a:pt x="84" y="364"/>
                  </a:cubicBezTo>
                  <a:cubicBezTo>
                    <a:pt x="84" y="368"/>
                    <a:pt x="82" y="372"/>
                    <a:pt x="78" y="375"/>
                  </a:cubicBezTo>
                  <a:cubicBezTo>
                    <a:pt x="78" y="375"/>
                    <a:pt x="78" y="375"/>
                    <a:pt x="78" y="375"/>
                  </a:cubicBezTo>
                  <a:cubicBezTo>
                    <a:pt x="69" y="382"/>
                    <a:pt x="58" y="389"/>
                    <a:pt x="53" y="392"/>
                  </a:cubicBezTo>
                  <a:cubicBezTo>
                    <a:pt x="53" y="392"/>
                    <a:pt x="53" y="392"/>
                    <a:pt x="53" y="392"/>
                  </a:cubicBezTo>
                  <a:cubicBezTo>
                    <a:pt x="52" y="394"/>
                    <a:pt x="49" y="397"/>
                    <a:pt x="47" y="400"/>
                  </a:cubicBezTo>
                  <a:cubicBezTo>
                    <a:pt x="45" y="403"/>
                    <a:pt x="43" y="406"/>
                    <a:pt x="42" y="407"/>
                  </a:cubicBezTo>
                  <a:cubicBezTo>
                    <a:pt x="42" y="407"/>
                    <a:pt x="42" y="407"/>
                    <a:pt x="42" y="407"/>
                  </a:cubicBezTo>
                  <a:cubicBezTo>
                    <a:pt x="42" y="407"/>
                    <a:pt x="41" y="408"/>
                    <a:pt x="41" y="408"/>
                  </a:cubicBezTo>
                  <a:cubicBezTo>
                    <a:pt x="40" y="409"/>
                    <a:pt x="40" y="409"/>
                    <a:pt x="39" y="410"/>
                  </a:cubicBezTo>
                  <a:cubicBezTo>
                    <a:pt x="38" y="411"/>
                    <a:pt x="36" y="413"/>
                    <a:pt x="34" y="415"/>
                  </a:cubicBezTo>
                  <a:cubicBezTo>
                    <a:pt x="30" y="419"/>
                    <a:pt x="25" y="423"/>
                    <a:pt x="22" y="427"/>
                  </a:cubicBezTo>
                  <a:cubicBezTo>
                    <a:pt x="20" y="429"/>
                    <a:pt x="18" y="432"/>
                    <a:pt x="18" y="432"/>
                  </a:cubicBezTo>
                  <a:cubicBezTo>
                    <a:pt x="18" y="432"/>
                    <a:pt x="18" y="432"/>
                    <a:pt x="18" y="432"/>
                  </a:cubicBezTo>
                  <a:cubicBezTo>
                    <a:pt x="17" y="435"/>
                    <a:pt x="14" y="442"/>
                    <a:pt x="11" y="448"/>
                  </a:cubicBezTo>
                  <a:cubicBezTo>
                    <a:pt x="9" y="452"/>
                    <a:pt x="7" y="456"/>
                    <a:pt x="7" y="458"/>
                  </a:cubicBezTo>
                  <a:cubicBezTo>
                    <a:pt x="7" y="459"/>
                    <a:pt x="8" y="461"/>
                    <a:pt x="9" y="463"/>
                  </a:cubicBezTo>
                  <a:cubicBezTo>
                    <a:pt x="11" y="467"/>
                    <a:pt x="13" y="473"/>
                    <a:pt x="13" y="478"/>
                  </a:cubicBezTo>
                  <a:cubicBezTo>
                    <a:pt x="13" y="479"/>
                    <a:pt x="13" y="480"/>
                    <a:pt x="12" y="481"/>
                  </a:cubicBezTo>
                  <a:cubicBezTo>
                    <a:pt x="12" y="481"/>
                    <a:pt x="12" y="481"/>
                    <a:pt x="12" y="481"/>
                  </a:cubicBezTo>
                  <a:cubicBezTo>
                    <a:pt x="11" y="492"/>
                    <a:pt x="7" y="508"/>
                    <a:pt x="4" y="515"/>
                  </a:cubicBezTo>
                  <a:cubicBezTo>
                    <a:pt x="4" y="515"/>
                    <a:pt x="4" y="515"/>
                    <a:pt x="4" y="515"/>
                  </a:cubicBezTo>
                  <a:cubicBezTo>
                    <a:pt x="2" y="519"/>
                    <a:pt x="0" y="525"/>
                    <a:pt x="0" y="530"/>
                  </a:cubicBezTo>
                  <a:cubicBezTo>
                    <a:pt x="0" y="533"/>
                    <a:pt x="1" y="536"/>
                    <a:pt x="3" y="539"/>
                  </a:cubicBezTo>
                  <a:cubicBezTo>
                    <a:pt x="3" y="539"/>
                    <a:pt x="3" y="539"/>
                    <a:pt x="3" y="539"/>
                  </a:cubicBezTo>
                  <a:cubicBezTo>
                    <a:pt x="5" y="542"/>
                    <a:pt x="9" y="546"/>
                    <a:pt x="14" y="551"/>
                  </a:cubicBezTo>
                  <a:cubicBezTo>
                    <a:pt x="19" y="555"/>
                    <a:pt x="24" y="560"/>
                    <a:pt x="28" y="565"/>
                  </a:cubicBezTo>
                  <a:cubicBezTo>
                    <a:pt x="31" y="568"/>
                    <a:pt x="33" y="570"/>
                    <a:pt x="34" y="573"/>
                  </a:cubicBezTo>
                  <a:cubicBezTo>
                    <a:pt x="34" y="573"/>
                    <a:pt x="34" y="573"/>
                    <a:pt x="34" y="573"/>
                  </a:cubicBezTo>
                  <a:cubicBezTo>
                    <a:pt x="34" y="573"/>
                    <a:pt x="34" y="573"/>
                    <a:pt x="34" y="573"/>
                  </a:cubicBezTo>
                  <a:cubicBezTo>
                    <a:pt x="34" y="573"/>
                    <a:pt x="34" y="573"/>
                    <a:pt x="34" y="573"/>
                  </a:cubicBezTo>
                  <a:cubicBezTo>
                    <a:pt x="35" y="576"/>
                    <a:pt x="36" y="579"/>
                    <a:pt x="36" y="582"/>
                  </a:cubicBezTo>
                  <a:cubicBezTo>
                    <a:pt x="36" y="585"/>
                    <a:pt x="37" y="587"/>
                    <a:pt x="39" y="589"/>
                  </a:cubicBezTo>
                  <a:cubicBezTo>
                    <a:pt x="40" y="590"/>
                    <a:pt x="41" y="591"/>
                    <a:pt x="44" y="592"/>
                  </a:cubicBezTo>
                  <a:cubicBezTo>
                    <a:pt x="44" y="592"/>
                    <a:pt x="44" y="592"/>
                    <a:pt x="44" y="592"/>
                  </a:cubicBezTo>
                  <a:cubicBezTo>
                    <a:pt x="54" y="595"/>
                    <a:pt x="64" y="600"/>
                    <a:pt x="71" y="605"/>
                  </a:cubicBezTo>
                  <a:cubicBezTo>
                    <a:pt x="73" y="606"/>
                    <a:pt x="74" y="608"/>
                    <a:pt x="75" y="609"/>
                  </a:cubicBezTo>
                  <a:cubicBezTo>
                    <a:pt x="75" y="609"/>
                    <a:pt x="75" y="609"/>
                    <a:pt x="75" y="609"/>
                  </a:cubicBezTo>
                  <a:cubicBezTo>
                    <a:pt x="77" y="611"/>
                    <a:pt x="79" y="614"/>
                    <a:pt x="83" y="617"/>
                  </a:cubicBezTo>
                  <a:cubicBezTo>
                    <a:pt x="86" y="619"/>
                    <a:pt x="90" y="621"/>
                    <a:pt x="93" y="621"/>
                  </a:cubicBezTo>
                  <a:cubicBezTo>
                    <a:pt x="93" y="621"/>
                    <a:pt x="93" y="621"/>
                    <a:pt x="93" y="621"/>
                  </a:cubicBezTo>
                  <a:cubicBezTo>
                    <a:pt x="93" y="621"/>
                    <a:pt x="93" y="621"/>
                    <a:pt x="93" y="621"/>
                  </a:cubicBezTo>
                  <a:cubicBezTo>
                    <a:pt x="93" y="621"/>
                    <a:pt x="94" y="621"/>
                    <a:pt x="94" y="621"/>
                  </a:cubicBezTo>
                  <a:cubicBezTo>
                    <a:pt x="94" y="621"/>
                    <a:pt x="94" y="621"/>
                    <a:pt x="94" y="621"/>
                  </a:cubicBezTo>
                  <a:cubicBezTo>
                    <a:pt x="97" y="620"/>
                    <a:pt x="100" y="619"/>
                    <a:pt x="104" y="617"/>
                  </a:cubicBezTo>
                  <a:cubicBezTo>
                    <a:pt x="108" y="615"/>
                    <a:pt x="112" y="614"/>
                    <a:pt x="116" y="612"/>
                  </a:cubicBezTo>
                  <a:cubicBezTo>
                    <a:pt x="118" y="611"/>
                    <a:pt x="121" y="611"/>
                    <a:pt x="123" y="611"/>
                  </a:cubicBezTo>
                  <a:cubicBezTo>
                    <a:pt x="123" y="611"/>
                    <a:pt x="123" y="611"/>
                    <a:pt x="123" y="611"/>
                  </a:cubicBezTo>
                  <a:cubicBezTo>
                    <a:pt x="123" y="611"/>
                    <a:pt x="123" y="611"/>
                    <a:pt x="123" y="611"/>
                  </a:cubicBezTo>
                  <a:cubicBezTo>
                    <a:pt x="124" y="611"/>
                    <a:pt x="124" y="611"/>
                    <a:pt x="124" y="611"/>
                  </a:cubicBezTo>
                  <a:cubicBezTo>
                    <a:pt x="124" y="611"/>
                    <a:pt x="124" y="611"/>
                    <a:pt x="124" y="611"/>
                  </a:cubicBezTo>
                  <a:cubicBezTo>
                    <a:pt x="127" y="611"/>
                    <a:pt x="129" y="613"/>
                    <a:pt x="131" y="614"/>
                  </a:cubicBezTo>
                  <a:cubicBezTo>
                    <a:pt x="133" y="615"/>
                    <a:pt x="135" y="616"/>
                    <a:pt x="138" y="616"/>
                  </a:cubicBezTo>
                  <a:cubicBezTo>
                    <a:pt x="138" y="616"/>
                    <a:pt x="138" y="616"/>
                    <a:pt x="138" y="616"/>
                  </a:cubicBezTo>
                  <a:cubicBezTo>
                    <a:pt x="138" y="616"/>
                    <a:pt x="138" y="616"/>
                    <a:pt x="138" y="616"/>
                  </a:cubicBezTo>
                  <a:cubicBezTo>
                    <a:pt x="140" y="616"/>
                    <a:pt x="142" y="615"/>
                    <a:pt x="145" y="614"/>
                  </a:cubicBezTo>
                  <a:cubicBezTo>
                    <a:pt x="145" y="614"/>
                    <a:pt x="145" y="614"/>
                    <a:pt x="145" y="614"/>
                  </a:cubicBezTo>
                  <a:cubicBezTo>
                    <a:pt x="154" y="610"/>
                    <a:pt x="170" y="603"/>
                    <a:pt x="181" y="599"/>
                  </a:cubicBezTo>
                  <a:cubicBezTo>
                    <a:pt x="185" y="598"/>
                    <a:pt x="188" y="597"/>
                    <a:pt x="190" y="597"/>
                  </a:cubicBezTo>
                  <a:cubicBezTo>
                    <a:pt x="190" y="597"/>
                    <a:pt x="190" y="597"/>
                    <a:pt x="190" y="597"/>
                  </a:cubicBezTo>
                  <a:cubicBezTo>
                    <a:pt x="190" y="597"/>
                    <a:pt x="190" y="597"/>
                    <a:pt x="190" y="597"/>
                  </a:cubicBezTo>
                  <a:cubicBezTo>
                    <a:pt x="191" y="597"/>
                    <a:pt x="191" y="597"/>
                    <a:pt x="191" y="597"/>
                  </a:cubicBezTo>
                  <a:cubicBezTo>
                    <a:pt x="191" y="597"/>
                    <a:pt x="191" y="597"/>
                    <a:pt x="191" y="597"/>
                  </a:cubicBezTo>
                  <a:cubicBezTo>
                    <a:pt x="196" y="598"/>
                    <a:pt x="203" y="599"/>
                    <a:pt x="208" y="602"/>
                  </a:cubicBezTo>
                  <a:cubicBezTo>
                    <a:pt x="210" y="604"/>
                    <a:pt x="211" y="605"/>
                    <a:pt x="212" y="608"/>
                  </a:cubicBezTo>
                  <a:cubicBezTo>
                    <a:pt x="212" y="608"/>
                    <a:pt x="212" y="608"/>
                    <a:pt x="212" y="608"/>
                  </a:cubicBezTo>
                  <a:cubicBezTo>
                    <a:pt x="212" y="608"/>
                    <a:pt x="212" y="608"/>
                    <a:pt x="212" y="608"/>
                  </a:cubicBezTo>
                  <a:cubicBezTo>
                    <a:pt x="212" y="610"/>
                    <a:pt x="213" y="613"/>
                    <a:pt x="214" y="615"/>
                  </a:cubicBezTo>
                  <a:cubicBezTo>
                    <a:pt x="214" y="617"/>
                    <a:pt x="215" y="619"/>
                    <a:pt x="216" y="620"/>
                  </a:cubicBezTo>
                  <a:cubicBezTo>
                    <a:pt x="217" y="620"/>
                    <a:pt x="217" y="621"/>
                    <a:pt x="219" y="621"/>
                  </a:cubicBezTo>
                  <a:cubicBezTo>
                    <a:pt x="219" y="621"/>
                    <a:pt x="219" y="621"/>
                    <a:pt x="219" y="621"/>
                  </a:cubicBezTo>
                  <a:cubicBezTo>
                    <a:pt x="220" y="621"/>
                    <a:pt x="220" y="621"/>
                    <a:pt x="220" y="621"/>
                  </a:cubicBezTo>
                  <a:cubicBezTo>
                    <a:pt x="222" y="620"/>
                    <a:pt x="225" y="619"/>
                    <a:pt x="229" y="619"/>
                  </a:cubicBezTo>
                  <a:cubicBezTo>
                    <a:pt x="233" y="618"/>
                    <a:pt x="238" y="617"/>
                    <a:pt x="242" y="617"/>
                  </a:cubicBezTo>
                  <a:cubicBezTo>
                    <a:pt x="242" y="617"/>
                    <a:pt x="242" y="617"/>
                    <a:pt x="242" y="617"/>
                  </a:cubicBezTo>
                  <a:cubicBezTo>
                    <a:pt x="242" y="617"/>
                    <a:pt x="242" y="617"/>
                    <a:pt x="242" y="617"/>
                  </a:cubicBezTo>
                  <a:cubicBezTo>
                    <a:pt x="244" y="617"/>
                    <a:pt x="246" y="617"/>
                    <a:pt x="247" y="618"/>
                  </a:cubicBezTo>
                  <a:cubicBezTo>
                    <a:pt x="249" y="618"/>
                    <a:pt x="251" y="620"/>
                    <a:pt x="251" y="621"/>
                  </a:cubicBezTo>
                  <a:cubicBezTo>
                    <a:pt x="253" y="624"/>
                    <a:pt x="253" y="628"/>
                    <a:pt x="254" y="632"/>
                  </a:cubicBezTo>
                  <a:cubicBezTo>
                    <a:pt x="254" y="636"/>
                    <a:pt x="255" y="641"/>
                    <a:pt x="255" y="645"/>
                  </a:cubicBezTo>
                  <a:cubicBezTo>
                    <a:pt x="255" y="649"/>
                    <a:pt x="254" y="652"/>
                    <a:pt x="254" y="654"/>
                  </a:cubicBezTo>
                  <a:cubicBezTo>
                    <a:pt x="254" y="655"/>
                    <a:pt x="253" y="656"/>
                    <a:pt x="253" y="657"/>
                  </a:cubicBezTo>
                  <a:cubicBezTo>
                    <a:pt x="253" y="657"/>
                    <a:pt x="253" y="657"/>
                    <a:pt x="253" y="657"/>
                  </a:cubicBezTo>
                  <a:cubicBezTo>
                    <a:pt x="252" y="657"/>
                    <a:pt x="252" y="658"/>
                    <a:pt x="251" y="660"/>
                  </a:cubicBezTo>
                  <a:cubicBezTo>
                    <a:pt x="250" y="661"/>
                    <a:pt x="249" y="663"/>
                    <a:pt x="249" y="665"/>
                  </a:cubicBezTo>
                  <a:cubicBezTo>
                    <a:pt x="247" y="669"/>
                    <a:pt x="246" y="673"/>
                    <a:pt x="246" y="676"/>
                  </a:cubicBezTo>
                  <a:cubicBezTo>
                    <a:pt x="246" y="677"/>
                    <a:pt x="246" y="678"/>
                    <a:pt x="246" y="678"/>
                  </a:cubicBezTo>
                  <a:cubicBezTo>
                    <a:pt x="246" y="678"/>
                    <a:pt x="246" y="678"/>
                    <a:pt x="246" y="678"/>
                  </a:cubicBezTo>
                  <a:cubicBezTo>
                    <a:pt x="248" y="679"/>
                    <a:pt x="249" y="681"/>
                    <a:pt x="250" y="683"/>
                  </a:cubicBezTo>
                  <a:cubicBezTo>
                    <a:pt x="252" y="685"/>
                    <a:pt x="253" y="687"/>
                    <a:pt x="255" y="690"/>
                  </a:cubicBezTo>
                  <a:cubicBezTo>
                    <a:pt x="258" y="695"/>
                    <a:pt x="261" y="700"/>
                    <a:pt x="263" y="702"/>
                  </a:cubicBezTo>
                  <a:cubicBezTo>
                    <a:pt x="263" y="702"/>
                    <a:pt x="263" y="702"/>
                    <a:pt x="263" y="702"/>
                  </a:cubicBezTo>
                  <a:cubicBezTo>
                    <a:pt x="265" y="704"/>
                    <a:pt x="269" y="710"/>
                    <a:pt x="273" y="715"/>
                  </a:cubicBezTo>
                  <a:cubicBezTo>
                    <a:pt x="277" y="721"/>
                    <a:pt x="281" y="728"/>
                    <a:pt x="282" y="732"/>
                  </a:cubicBezTo>
                  <a:cubicBezTo>
                    <a:pt x="283" y="733"/>
                    <a:pt x="283" y="734"/>
                    <a:pt x="283" y="735"/>
                  </a:cubicBezTo>
                  <a:cubicBezTo>
                    <a:pt x="284" y="736"/>
                    <a:pt x="284" y="736"/>
                    <a:pt x="284" y="737"/>
                  </a:cubicBezTo>
                  <a:cubicBezTo>
                    <a:pt x="284" y="739"/>
                    <a:pt x="283" y="742"/>
                    <a:pt x="282" y="744"/>
                  </a:cubicBezTo>
                  <a:cubicBezTo>
                    <a:pt x="281" y="746"/>
                    <a:pt x="281" y="747"/>
                    <a:pt x="281" y="749"/>
                  </a:cubicBezTo>
                  <a:cubicBezTo>
                    <a:pt x="281" y="749"/>
                    <a:pt x="281" y="750"/>
                    <a:pt x="281" y="751"/>
                  </a:cubicBezTo>
                  <a:cubicBezTo>
                    <a:pt x="281" y="751"/>
                    <a:pt x="281" y="751"/>
                    <a:pt x="281" y="751"/>
                  </a:cubicBezTo>
                  <a:cubicBezTo>
                    <a:pt x="282" y="752"/>
                    <a:pt x="283" y="756"/>
                    <a:pt x="285" y="759"/>
                  </a:cubicBezTo>
                  <a:cubicBezTo>
                    <a:pt x="287" y="763"/>
                    <a:pt x="288" y="767"/>
                    <a:pt x="288" y="772"/>
                  </a:cubicBezTo>
                  <a:cubicBezTo>
                    <a:pt x="288" y="774"/>
                    <a:pt x="288" y="775"/>
                    <a:pt x="288" y="776"/>
                  </a:cubicBezTo>
                  <a:cubicBezTo>
                    <a:pt x="287" y="782"/>
                    <a:pt x="286" y="785"/>
                    <a:pt x="284" y="788"/>
                  </a:cubicBezTo>
                  <a:cubicBezTo>
                    <a:pt x="282" y="791"/>
                    <a:pt x="280" y="793"/>
                    <a:pt x="278" y="796"/>
                  </a:cubicBezTo>
                  <a:cubicBezTo>
                    <a:pt x="278" y="796"/>
                    <a:pt x="278" y="796"/>
                    <a:pt x="278" y="796"/>
                  </a:cubicBezTo>
                  <a:cubicBezTo>
                    <a:pt x="277" y="796"/>
                    <a:pt x="276" y="798"/>
                    <a:pt x="275" y="800"/>
                  </a:cubicBezTo>
                  <a:cubicBezTo>
                    <a:pt x="274" y="802"/>
                    <a:pt x="274" y="804"/>
                    <a:pt x="273" y="807"/>
                  </a:cubicBezTo>
                  <a:cubicBezTo>
                    <a:pt x="272" y="812"/>
                    <a:pt x="272" y="817"/>
                    <a:pt x="271" y="820"/>
                  </a:cubicBezTo>
                  <a:cubicBezTo>
                    <a:pt x="271" y="822"/>
                    <a:pt x="270" y="823"/>
                    <a:pt x="269" y="824"/>
                  </a:cubicBezTo>
                  <a:cubicBezTo>
                    <a:pt x="268" y="826"/>
                    <a:pt x="267" y="827"/>
                    <a:pt x="266" y="829"/>
                  </a:cubicBezTo>
                  <a:cubicBezTo>
                    <a:pt x="264" y="831"/>
                    <a:pt x="262" y="834"/>
                    <a:pt x="262" y="837"/>
                  </a:cubicBezTo>
                  <a:cubicBezTo>
                    <a:pt x="262" y="839"/>
                    <a:pt x="263" y="842"/>
                    <a:pt x="267" y="845"/>
                  </a:cubicBezTo>
                  <a:cubicBezTo>
                    <a:pt x="267" y="845"/>
                    <a:pt x="267" y="845"/>
                    <a:pt x="267" y="845"/>
                  </a:cubicBezTo>
                  <a:cubicBezTo>
                    <a:pt x="279" y="856"/>
                    <a:pt x="287" y="872"/>
                    <a:pt x="291" y="884"/>
                  </a:cubicBezTo>
                  <a:cubicBezTo>
                    <a:pt x="291" y="884"/>
                    <a:pt x="291" y="884"/>
                    <a:pt x="291" y="884"/>
                  </a:cubicBezTo>
                  <a:cubicBezTo>
                    <a:pt x="292" y="889"/>
                    <a:pt x="293" y="896"/>
                    <a:pt x="293" y="904"/>
                  </a:cubicBezTo>
                  <a:cubicBezTo>
                    <a:pt x="294" y="912"/>
                    <a:pt x="294" y="919"/>
                    <a:pt x="295" y="923"/>
                  </a:cubicBezTo>
                  <a:cubicBezTo>
                    <a:pt x="295" y="924"/>
                    <a:pt x="295" y="925"/>
                    <a:pt x="296" y="925"/>
                  </a:cubicBezTo>
                  <a:cubicBezTo>
                    <a:pt x="296" y="925"/>
                    <a:pt x="296" y="925"/>
                    <a:pt x="296" y="925"/>
                  </a:cubicBezTo>
                  <a:cubicBezTo>
                    <a:pt x="297" y="927"/>
                    <a:pt x="299" y="931"/>
                    <a:pt x="302" y="935"/>
                  </a:cubicBezTo>
                  <a:cubicBezTo>
                    <a:pt x="305" y="939"/>
                    <a:pt x="308" y="943"/>
                    <a:pt x="310" y="947"/>
                  </a:cubicBezTo>
                  <a:cubicBezTo>
                    <a:pt x="310" y="947"/>
                    <a:pt x="310" y="947"/>
                    <a:pt x="310" y="947"/>
                  </a:cubicBezTo>
                  <a:cubicBezTo>
                    <a:pt x="311" y="950"/>
                    <a:pt x="314" y="954"/>
                    <a:pt x="317" y="958"/>
                  </a:cubicBezTo>
                  <a:cubicBezTo>
                    <a:pt x="320" y="962"/>
                    <a:pt x="323" y="966"/>
                    <a:pt x="325" y="968"/>
                  </a:cubicBezTo>
                  <a:cubicBezTo>
                    <a:pt x="325" y="968"/>
                    <a:pt x="325" y="968"/>
                    <a:pt x="325" y="968"/>
                  </a:cubicBezTo>
                  <a:cubicBezTo>
                    <a:pt x="327" y="972"/>
                    <a:pt x="330" y="980"/>
                    <a:pt x="330" y="987"/>
                  </a:cubicBezTo>
                  <a:cubicBezTo>
                    <a:pt x="330" y="988"/>
                    <a:pt x="330" y="990"/>
                    <a:pt x="329" y="991"/>
                  </a:cubicBezTo>
                  <a:cubicBezTo>
                    <a:pt x="329" y="993"/>
                    <a:pt x="329" y="994"/>
                    <a:pt x="329" y="995"/>
                  </a:cubicBezTo>
                  <a:cubicBezTo>
                    <a:pt x="329" y="1000"/>
                    <a:pt x="331" y="1005"/>
                    <a:pt x="333" y="1008"/>
                  </a:cubicBezTo>
                  <a:cubicBezTo>
                    <a:pt x="333" y="1008"/>
                    <a:pt x="333" y="1008"/>
                    <a:pt x="333" y="1008"/>
                  </a:cubicBezTo>
                  <a:cubicBezTo>
                    <a:pt x="333" y="1009"/>
                    <a:pt x="334" y="1009"/>
                    <a:pt x="335" y="1010"/>
                  </a:cubicBezTo>
                  <a:cubicBezTo>
                    <a:pt x="336" y="1011"/>
                    <a:pt x="338" y="1011"/>
                    <a:pt x="339" y="1012"/>
                  </a:cubicBezTo>
                  <a:cubicBezTo>
                    <a:pt x="342" y="1013"/>
                    <a:pt x="346" y="1014"/>
                    <a:pt x="350" y="1014"/>
                  </a:cubicBezTo>
                  <a:cubicBezTo>
                    <a:pt x="350" y="1014"/>
                    <a:pt x="350" y="1014"/>
                    <a:pt x="350" y="1014"/>
                  </a:cubicBezTo>
                  <a:cubicBezTo>
                    <a:pt x="350" y="1014"/>
                    <a:pt x="350" y="1014"/>
                    <a:pt x="350" y="1014"/>
                  </a:cubicBezTo>
                  <a:cubicBezTo>
                    <a:pt x="350" y="1014"/>
                    <a:pt x="350" y="1014"/>
                    <a:pt x="350" y="1014"/>
                  </a:cubicBezTo>
                  <a:cubicBezTo>
                    <a:pt x="352" y="1014"/>
                    <a:pt x="354" y="1014"/>
                    <a:pt x="355" y="1013"/>
                  </a:cubicBezTo>
                  <a:cubicBezTo>
                    <a:pt x="355" y="1013"/>
                    <a:pt x="355" y="1013"/>
                    <a:pt x="355" y="1013"/>
                  </a:cubicBezTo>
                  <a:cubicBezTo>
                    <a:pt x="361" y="1010"/>
                    <a:pt x="369" y="1007"/>
                    <a:pt x="379" y="1006"/>
                  </a:cubicBezTo>
                  <a:cubicBezTo>
                    <a:pt x="379" y="1006"/>
                    <a:pt x="379" y="1006"/>
                    <a:pt x="379" y="1006"/>
                  </a:cubicBezTo>
                  <a:cubicBezTo>
                    <a:pt x="379" y="1006"/>
                    <a:pt x="379" y="1006"/>
                    <a:pt x="379" y="1006"/>
                  </a:cubicBezTo>
                  <a:cubicBezTo>
                    <a:pt x="381" y="1006"/>
                    <a:pt x="383" y="1006"/>
                    <a:pt x="384" y="1007"/>
                  </a:cubicBezTo>
                  <a:cubicBezTo>
                    <a:pt x="384" y="1007"/>
                    <a:pt x="384" y="1007"/>
                    <a:pt x="384" y="1007"/>
                  </a:cubicBezTo>
                  <a:cubicBezTo>
                    <a:pt x="384" y="1007"/>
                    <a:pt x="384" y="1007"/>
                    <a:pt x="384" y="1007"/>
                  </a:cubicBezTo>
                  <a:cubicBezTo>
                    <a:pt x="385" y="1007"/>
                    <a:pt x="387" y="1007"/>
                    <a:pt x="388" y="1007"/>
                  </a:cubicBezTo>
                  <a:cubicBezTo>
                    <a:pt x="388" y="1007"/>
                    <a:pt x="388" y="1007"/>
                    <a:pt x="388" y="1007"/>
                  </a:cubicBezTo>
                  <a:cubicBezTo>
                    <a:pt x="388" y="1007"/>
                    <a:pt x="388" y="1007"/>
                    <a:pt x="388" y="1007"/>
                  </a:cubicBezTo>
                  <a:cubicBezTo>
                    <a:pt x="397" y="1007"/>
                    <a:pt x="407" y="1002"/>
                    <a:pt x="416" y="994"/>
                  </a:cubicBezTo>
                  <a:cubicBezTo>
                    <a:pt x="416" y="994"/>
                    <a:pt x="416" y="994"/>
                    <a:pt x="416" y="994"/>
                  </a:cubicBezTo>
                  <a:cubicBezTo>
                    <a:pt x="420" y="991"/>
                    <a:pt x="424" y="986"/>
                    <a:pt x="428" y="981"/>
                  </a:cubicBezTo>
                  <a:cubicBezTo>
                    <a:pt x="432" y="975"/>
                    <a:pt x="436" y="969"/>
                    <a:pt x="439" y="965"/>
                  </a:cubicBezTo>
                  <a:cubicBezTo>
                    <a:pt x="441" y="962"/>
                    <a:pt x="443" y="959"/>
                    <a:pt x="445" y="958"/>
                  </a:cubicBezTo>
                  <a:cubicBezTo>
                    <a:pt x="445" y="958"/>
                    <a:pt x="445" y="958"/>
                    <a:pt x="445" y="958"/>
                  </a:cubicBezTo>
                  <a:cubicBezTo>
                    <a:pt x="448" y="955"/>
                    <a:pt x="451" y="952"/>
                    <a:pt x="454" y="950"/>
                  </a:cubicBezTo>
                  <a:cubicBezTo>
                    <a:pt x="456" y="948"/>
                    <a:pt x="457" y="946"/>
                    <a:pt x="458" y="943"/>
                  </a:cubicBezTo>
                  <a:cubicBezTo>
                    <a:pt x="458" y="942"/>
                    <a:pt x="458" y="941"/>
                    <a:pt x="458" y="939"/>
                  </a:cubicBezTo>
                  <a:cubicBezTo>
                    <a:pt x="458" y="937"/>
                    <a:pt x="458" y="934"/>
                    <a:pt x="458" y="931"/>
                  </a:cubicBezTo>
                  <a:cubicBezTo>
                    <a:pt x="458" y="928"/>
                    <a:pt x="458" y="924"/>
                    <a:pt x="461" y="921"/>
                  </a:cubicBezTo>
                  <a:cubicBezTo>
                    <a:pt x="463" y="918"/>
                    <a:pt x="466" y="916"/>
                    <a:pt x="469" y="913"/>
                  </a:cubicBezTo>
                  <a:cubicBezTo>
                    <a:pt x="473" y="911"/>
                    <a:pt x="476" y="909"/>
                    <a:pt x="479" y="908"/>
                  </a:cubicBezTo>
                  <a:cubicBezTo>
                    <a:pt x="480" y="907"/>
                    <a:pt x="482" y="906"/>
                    <a:pt x="482" y="905"/>
                  </a:cubicBezTo>
                  <a:cubicBezTo>
                    <a:pt x="482" y="905"/>
                    <a:pt x="482" y="905"/>
                    <a:pt x="482" y="905"/>
                  </a:cubicBezTo>
                  <a:cubicBezTo>
                    <a:pt x="482" y="905"/>
                    <a:pt x="482" y="905"/>
                    <a:pt x="482" y="905"/>
                  </a:cubicBezTo>
                  <a:cubicBezTo>
                    <a:pt x="482" y="905"/>
                    <a:pt x="482" y="905"/>
                    <a:pt x="482" y="905"/>
                  </a:cubicBezTo>
                  <a:cubicBezTo>
                    <a:pt x="482" y="904"/>
                    <a:pt x="483" y="904"/>
                    <a:pt x="483" y="903"/>
                  </a:cubicBezTo>
                  <a:cubicBezTo>
                    <a:pt x="483" y="902"/>
                    <a:pt x="484" y="901"/>
                    <a:pt x="484" y="899"/>
                  </a:cubicBezTo>
                  <a:cubicBezTo>
                    <a:pt x="485" y="895"/>
                    <a:pt x="485" y="890"/>
                    <a:pt x="485" y="886"/>
                  </a:cubicBezTo>
                  <a:cubicBezTo>
                    <a:pt x="485" y="883"/>
                    <a:pt x="485" y="880"/>
                    <a:pt x="484" y="879"/>
                  </a:cubicBezTo>
                  <a:cubicBezTo>
                    <a:pt x="484" y="876"/>
                    <a:pt x="482" y="873"/>
                    <a:pt x="481" y="871"/>
                  </a:cubicBezTo>
                  <a:cubicBezTo>
                    <a:pt x="480" y="868"/>
                    <a:pt x="479" y="866"/>
                    <a:pt x="479" y="863"/>
                  </a:cubicBezTo>
                  <a:cubicBezTo>
                    <a:pt x="479" y="861"/>
                    <a:pt x="480" y="859"/>
                    <a:pt x="482" y="857"/>
                  </a:cubicBezTo>
                  <a:cubicBezTo>
                    <a:pt x="482" y="857"/>
                    <a:pt x="482" y="857"/>
                    <a:pt x="482" y="857"/>
                  </a:cubicBezTo>
                  <a:cubicBezTo>
                    <a:pt x="482" y="857"/>
                    <a:pt x="482" y="857"/>
                    <a:pt x="482" y="857"/>
                  </a:cubicBezTo>
                  <a:cubicBezTo>
                    <a:pt x="485" y="854"/>
                    <a:pt x="488" y="852"/>
                    <a:pt x="492" y="850"/>
                  </a:cubicBezTo>
                  <a:cubicBezTo>
                    <a:pt x="495" y="847"/>
                    <a:pt x="499" y="844"/>
                    <a:pt x="502" y="840"/>
                  </a:cubicBezTo>
                  <a:cubicBezTo>
                    <a:pt x="506" y="835"/>
                    <a:pt x="512" y="832"/>
                    <a:pt x="516" y="828"/>
                  </a:cubicBezTo>
                  <a:cubicBezTo>
                    <a:pt x="521" y="825"/>
                    <a:pt x="526" y="821"/>
                    <a:pt x="530" y="817"/>
                  </a:cubicBezTo>
                  <a:cubicBezTo>
                    <a:pt x="530" y="817"/>
                    <a:pt x="530" y="817"/>
                    <a:pt x="530" y="817"/>
                  </a:cubicBezTo>
                  <a:cubicBezTo>
                    <a:pt x="533" y="813"/>
                    <a:pt x="535" y="810"/>
                    <a:pt x="536" y="806"/>
                  </a:cubicBezTo>
                  <a:cubicBezTo>
                    <a:pt x="537" y="802"/>
                    <a:pt x="537" y="798"/>
                    <a:pt x="537" y="793"/>
                  </a:cubicBezTo>
                  <a:cubicBezTo>
                    <a:pt x="537" y="793"/>
                    <a:pt x="538" y="793"/>
                    <a:pt x="538" y="792"/>
                  </a:cubicBezTo>
                  <a:cubicBezTo>
                    <a:pt x="538" y="789"/>
                    <a:pt x="536" y="782"/>
                    <a:pt x="534" y="774"/>
                  </a:cubicBezTo>
                  <a:cubicBezTo>
                    <a:pt x="533" y="767"/>
                    <a:pt x="531" y="759"/>
                    <a:pt x="529" y="753"/>
                  </a:cubicBezTo>
                  <a:cubicBezTo>
                    <a:pt x="528" y="748"/>
                    <a:pt x="527" y="745"/>
                    <a:pt x="527" y="743"/>
                  </a:cubicBezTo>
                  <a:cubicBezTo>
                    <a:pt x="527" y="743"/>
                    <a:pt x="527" y="743"/>
                    <a:pt x="527" y="743"/>
                  </a:cubicBezTo>
                  <a:cubicBezTo>
                    <a:pt x="526" y="739"/>
                    <a:pt x="523" y="734"/>
                    <a:pt x="523" y="728"/>
                  </a:cubicBezTo>
                  <a:cubicBezTo>
                    <a:pt x="523" y="724"/>
                    <a:pt x="524" y="719"/>
                    <a:pt x="528" y="713"/>
                  </a:cubicBezTo>
                  <a:cubicBezTo>
                    <a:pt x="533" y="703"/>
                    <a:pt x="540" y="688"/>
                    <a:pt x="546" y="679"/>
                  </a:cubicBezTo>
                  <a:cubicBezTo>
                    <a:pt x="548" y="675"/>
                    <a:pt x="550" y="673"/>
                    <a:pt x="552" y="671"/>
                  </a:cubicBezTo>
                  <a:cubicBezTo>
                    <a:pt x="552" y="671"/>
                    <a:pt x="552" y="671"/>
                    <a:pt x="552" y="671"/>
                  </a:cubicBezTo>
                  <a:cubicBezTo>
                    <a:pt x="552" y="671"/>
                    <a:pt x="552" y="671"/>
                    <a:pt x="552" y="671"/>
                  </a:cubicBezTo>
                  <a:cubicBezTo>
                    <a:pt x="555" y="669"/>
                    <a:pt x="559" y="664"/>
                    <a:pt x="563" y="659"/>
                  </a:cubicBezTo>
                  <a:cubicBezTo>
                    <a:pt x="568" y="654"/>
                    <a:pt x="573" y="649"/>
                    <a:pt x="577" y="645"/>
                  </a:cubicBezTo>
                  <a:cubicBezTo>
                    <a:pt x="579" y="643"/>
                    <a:pt x="582" y="641"/>
                    <a:pt x="584" y="640"/>
                  </a:cubicBezTo>
                  <a:cubicBezTo>
                    <a:pt x="584" y="640"/>
                    <a:pt x="584" y="640"/>
                    <a:pt x="584" y="640"/>
                  </a:cubicBezTo>
                  <a:cubicBezTo>
                    <a:pt x="587" y="638"/>
                    <a:pt x="589" y="638"/>
                    <a:pt x="593" y="636"/>
                  </a:cubicBezTo>
                  <a:cubicBezTo>
                    <a:pt x="596" y="634"/>
                    <a:pt x="600" y="631"/>
                    <a:pt x="607" y="624"/>
                  </a:cubicBezTo>
                  <a:cubicBezTo>
                    <a:pt x="613" y="617"/>
                    <a:pt x="617" y="612"/>
                    <a:pt x="620" y="608"/>
                  </a:cubicBezTo>
                  <a:cubicBezTo>
                    <a:pt x="622" y="603"/>
                    <a:pt x="625" y="599"/>
                    <a:pt x="629" y="593"/>
                  </a:cubicBezTo>
                  <a:cubicBezTo>
                    <a:pt x="634" y="585"/>
                    <a:pt x="639" y="573"/>
                    <a:pt x="643" y="565"/>
                  </a:cubicBezTo>
                  <a:cubicBezTo>
                    <a:pt x="644" y="563"/>
                    <a:pt x="645" y="561"/>
                    <a:pt x="645" y="560"/>
                  </a:cubicBezTo>
                  <a:cubicBezTo>
                    <a:pt x="646" y="559"/>
                    <a:pt x="647" y="556"/>
                    <a:pt x="648" y="554"/>
                  </a:cubicBezTo>
                  <a:cubicBezTo>
                    <a:pt x="649" y="551"/>
                    <a:pt x="649" y="549"/>
                    <a:pt x="649" y="547"/>
                  </a:cubicBezTo>
                  <a:cubicBezTo>
                    <a:pt x="649" y="546"/>
                    <a:pt x="649" y="546"/>
                    <a:pt x="649" y="545"/>
                  </a:cubicBezTo>
                  <a:cubicBezTo>
                    <a:pt x="649" y="545"/>
                    <a:pt x="649" y="545"/>
                    <a:pt x="649" y="545"/>
                  </a:cubicBezTo>
                  <a:cubicBezTo>
                    <a:pt x="649" y="545"/>
                    <a:pt x="649" y="545"/>
                    <a:pt x="649" y="545"/>
                  </a:cubicBezTo>
                  <a:cubicBezTo>
                    <a:pt x="649" y="545"/>
                    <a:pt x="649" y="545"/>
                    <a:pt x="649" y="545"/>
                  </a:cubicBezTo>
                  <a:cubicBezTo>
                    <a:pt x="647" y="545"/>
                    <a:pt x="645" y="546"/>
                    <a:pt x="643" y="546"/>
                  </a:cubicBezTo>
                  <a:cubicBezTo>
                    <a:pt x="640" y="547"/>
                    <a:pt x="638" y="547"/>
                    <a:pt x="635" y="548"/>
                  </a:cubicBezTo>
                  <a:cubicBezTo>
                    <a:pt x="629" y="549"/>
                    <a:pt x="623" y="551"/>
                    <a:pt x="619" y="552"/>
                  </a:cubicBezTo>
                  <a:cubicBezTo>
                    <a:pt x="618" y="552"/>
                    <a:pt x="617" y="552"/>
                    <a:pt x="616" y="552"/>
                  </a:cubicBezTo>
                  <a:cubicBezTo>
                    <a:pt x="616" y="552"/>
                    <a:pt x="616" y="552"/>
                    <a:pt x="616" y="552"/>
                  </a:cubicBezTo>
                  <a:cubicBezTo>
                    <a:pt x="616" y="552"/>
                    <a:pt x="616" y="552"/>
                    <a:pt x="616" y="552"/>
                  </a:cubicBezTo>
                  <a:cubicBezTo>
                    <a:pt x="616" y="552"/>
                    <a:pt x="615" y="552"/>
                    <a:pt x="613" y="553"/>
                  </a:cubicBezTo>
                  <a:cubicBezTo>
                    <a:pt x="612" y="554"/>
                    <a:pt x="609" y="555"/>
                    <a:pt x="607" y="555"/>
                  </a:cubicBezTo>
                  <a:cubicBezTo>
                    <a:pt x="603" y="557"/>
                    <a:pt x="598" y="559"/>
                    <a:pt x="594" y="559"/>
                  </a:cubicBezTo>
                  <a:cubicBezTo>
                    <a:pt x="594" y="559"/>
                    <a:pt x="594" y="559"/>
                    <a:pt x="594" y="559"/>
                  </a:cubicBezTo>
                  <a:cubicBezTo>
                    <a:pt x="594" y="559"/>
                    <a:pt x="594" y="559"/>
                    <a:pt x="594" y="559"/>
                  </a:cubicBezTo>
                  <a:cubicBezTo>
                    <a:pt x="592" y="559"/>
                    <a:pt x="591" y="559"/>
                    <a:pt x="589" y="558"/>
                  </a:cubicBezTo>
                  <a:cubicBezTo>
                    <a:pt x="589" y="558"/>
                    <a:pt x="589" y="558"/>
                    <a:pt x="589" y="558"/>
                  </a:cubicBezTo>
                  <a:cubicBezTo>
                    <a:pt x="588" y="557"/>
                    <a:pt x="586" y="556"/>
                    <a:pt x="584" y="555"/>
                  </a:cubicBezTo>
                  <a:cubicBezTo>
                    <a:pt x="582" y="555"/>
                    <a:pt x="580" y="554"/>
                    <a:pt x="578" y="553"/>
                  </a:cubicBezTo>
                  <a:cubicBezTo>
                    <a:pt x="577" y="553"/>
                    <a:pt x="576" y="552"/>
                    <a:pt x="576" y="551"/>
                  </a:cubicBezTo>
                  <a:cubicBezTo>
                    <a:pt x="575" y="551"/>
                    <a:pt x="575" y="550"/>
                    <a:pt x="575" y="549"/>
                  </a:cubicBezTo>
                  <a:cubicBezTo>
                    <a:pt x="575" y="549"/>
                    <a:pt x="575" y="548"/>
                    <a:pt x="575" y="548"/>
                  </a:cubicBezTo>
                  <a:cubicBezTo>
                    <a:pt x="575" y="548"/>
                    <a:pt x="575" y="548"/>
                    <a:pt x="575" y="547"/>
                  </a:cubicBezTo>
                  <a:cubicBezTo>
                    <a:pt x="575" y="546"/>
                    <a:pt x="575" y="543"/>
                    <a:pt x="573" y="541"/>
                  </a:cubicBezTo>
                  <a:cubicBezTo>
                    <a:pt x="572" y="538"/>
                    <a:pt x="570" y="536"/>
                    <a:pt x="569" y="535"/>
                  </a:cubicBezTo>
                  <a:cubicBezTo>
                    <a:pt x="567" y="533"/>
                    <a:pt x="564" y="530"/>
                    <a:pt x="561" y="527"/>
                  </a:cubicBezTo>
                  <a:cubicBezTo>
                    <a:pt x="558" y="524"/>
                    <a:pt x="554" y="520"/>
                    <a:pt x="551" y="517"/>
                  </a:cubicBezTo>
                  <a:cubicBezTo>
                    <a:pt x="549" y="516"/>
                    <a:pt x="548" y="514"/>
                    <a:pt x="547" y="513"/>
                  </a:cubicBezTo>
                  <a:cubicBezTo>
                    <a:pt x="544" y="511"/>
                    <a:pt x="542" y="508"/>
                    <a:pt x="540" y="503"/>
                  </a:cubicBezTo>
                  <a:cubicBezTo>
                    <a:pt x="538" y="499"/>
                    <a:pt x="537" y="495"/>
                    <a:pt x="536" y="491"/>
                  </a:cubicBezTo>
                  <a:cubicBezTo>
                    <a:pt x="535" y="488"/>
                    <a:pt x="533" y="485"/>
                    <a:pt x="531" y="482"/>
                  </a:cubicBezTo>
                  <a:cubicBezTo>
                    <a:pt x="529" y="479"/>
                    <a:pt x="527" y="476"/>
                    <a:pt x="526" y="473"/>
                  </a:cubicBezTo>
                  <a:cubicBezTo>
                    <a:pt x="524" y="467"/>
                    <a:pt x="523" y="463"/>
                    <a:pt x="523" y="458"/>
                  </a:cubicBezTo>
                  <a:cubicBezTo>
                    <a:pt x="523" y="458"/>
                    <a:pt x="523" y="457"/>
                    <a:pt x="523" y="457"/>
                  </a:cubicBezTo>
                  <a:cubicBezTo>
                    <a:pt x="523" y="457"/>
                    <a:pt x="523" y="457"/>
                    <a:pt x="523" y="457"/>
                  </a:cubicBezTo>
                  <a:cubicBezTo>
                    <a:pt x="523" y="457"/>
                    <a:pt x="523" y="457"/>
                    <a:pt x="523" y="457"/>
                  </a:cubicBezTo>
                  <a:cubicBezTo>
                    <a:pt x="523" y="456"/>
                    <a:pt x="523" y="456"/>
                    <a:pt x="523" y="456"/>
                  </a:cubicBezTo>
                  <a:cubicBezTo>
                    <a:pt x="523" y="455"/>
                    <a:pt x="522" y="453"/>
                    <a:pt x="521" y="451"/>
                  </a:cubicBezTo>
                  <a:cubicBezTo>
                    <a:pt x="520" y="449"/>
                    <a:pt x="518" y="447"/>
                    <a:pt x="517" y="445"/>
                  </a:cubicBezTo>
                  <a:cubicBezTo>
                    <a:pt x="517" y="445"/>
                    <a:pt x="517" y="445"/>
                    <a:pt x="517" y="445"/>
                  </a:cubicBezTo>
                  <a:cubicBezTo>
                    <a:pt x="516" y="444"/>
                    <a:pt x="516" y="442"/>
                    <a:pt x="515" y="440"/>
                  </a:cubicBezTo>
                  <a:cubicBezTo>
                    <a:pt x="514" y="438"/>
                    <a:pt x="514" y="436"/>
                    <a:pt x="513" y="434"/>
                  </a:cubicBezTo>
                  <a:cubicBezTo>
                    <a:pt x="511" y="429"/>
                    <a:pt x="510" y="424"/>
                    <a:pt x="508" y="421"/>
                  </a:cubicBezTo>
                  <a:cubicBezTo>
                    <a:pt x="508" y="421"/>
                    <a:pt x="508" y="421"/>
                    <a:pt x="508" y="421"/>
                  </a:cubicBezTo>
                  <a:cubicBezTo>
                    <a:pt x="505" y="415"/>
                    <a:pt x="500" y="404"/>
                    <a:pt x="498" y="400"/>
                  </a:cubicBezTo>
                  <a:cubicBezTo>
                    <a:pt x="498" y="400"/>
                    <a:pt x="498" y="400"/>
                    <a:pt x="498" y="400"/>
                  </a:cubicBezTo>
                  <a:cubicBezTo>
                    <a:pt x="498" y="399"/>
                    <a:pt x="498" y="399"/>
                    <a:pt x="498" y="399"/>
                  </a:cubicBezTo>
                  <a:cubicBezTo>
                    <a:pt x="498" y="398"/>
                    <a:pt x="497" y="398"/>
                    <a:pt x="497" y="398"/>
                  </a:cubicBezTo>
                  <a:cubicBezTo>
                    <a:pt x="496" y="396"/>
                    <a:pt x="495" y="395"/>
                    <a:pt x="494" y="393"/>
                  </a:cubicBezTo>
                  <a:cubicBezTo>
                    <a:pt x="492" y="389"/>
                    <a:pt x="489" y="385"/>
                    <a:pt x="488" y="381"/>
                  </a:cubicBezTo>
                  <a:cubicBezTo>
                    <a:pt x="486" y="378"/>
                    <a:pt x="485" y="375"/>
                    <a:pt x="485" y="373"/>
                  </a:cubicBezTo>
                  <a:cubicBezTo>
                    <a:pt x="485" y="372"/>
                    <a:pt x="485" y="372"/>
                    <a:pt x="486" y="371"/>
                  </a:cubicBezTo>
                  <a:cubicBezTo>
                    <a:pt x="487" y="368"/>
                    <a:pt x="487" y="368"/>
                    <a:pt x="487" y="368"/>
                  </a:cubicBezTo>
                  <a:cubicBezTo>
                    <a:pt x="489" y="371"/>
                    <a:pt x="489" y="371"/>
                    <a:pt x="489" y="371"/>
                  </a:cubicBezTo>
                  <a:cubicBezTo>
                    <a:pt x="489" y="371"/>
                    <a:pt x="490" y="371"/>
                    <a:pt x="491" y="372"/>
                  </a:cubicBezTo>
                  <a:cubicBezTo>
                    <a:pt x="492" y="373"/>
                    <a:pt x="493" y="375"/>
                    <a:pt x="494" y="376"/>
                  </a:cubicBezTo>
                  <a:cubicBezTo>
                    <a:pt x="497" y="380"/>
                    <a:pt x="501" y="383"/>
                    <a:pt x="503" y="385"/>
                  </a:cubicBezTo>
                  <a:cubicBezTo>
                    <a:pt x="504" y="385"/>
                    <a:pt x="504" y="385"/>
                    <a:pt x="504" y="385"/>
                  </a:cubicBezTo>
                  <a:cubicBezTo>
                    <a:pt x="505" y="386"/>
                    <a:pt x="507" y="386"/>
                    <a:pt x="509" y="386"/>
                  </a:cubicBezTo>
                  <a:cubicBezTo>
                    <a:pt x="511" y="386"/>
                    <a:pt x="514" y="387"/>
                    <a:pt x="516" y="388"/>
                  </a:cubicBezTo>
                  <a:cubicBezTo>
                    <a:pt x="517" y="388"/>
                    <a:pt x="518" y="389"/>
                    <a:pt x="519" y="390"/>
                  </a:cubicBezTo>
                  <a:cubicBezTo>
                    <a:pt x="519" y="390"/>
                    <a:pt x="519" y="390"/>
                    <a:pt x="519" y="390"/>
                  </a:cubicBezTo>
                  <a:cubicBezTo>
                    <a:pt x="520" y="391"/>
                    <a:pt x="521" y="392"/>
                    <a:pt x="522" y="394"/>
                  </a:cubicBezTo>
                  <a:cubicBezTo>
                    <a:pt x="523" y="396"/>
                    <a:pt x="524" y="399"/>
                    <a:pt x="526" y="401"/>
                  </a:cubicBezTo>
                  <a:cubicBezTo>
                    <a:pt x="529" y="406"/>
                    <a:pt x="532" y="411"/>
                    <a:pt x="533" y="414"/>
                  </a:cubicBezTo>
                  <a:cubicBezTo>
                    <a:pt x="535" y="417"/>
                    <a:pt x="542" y="426"/>
                    <a:pt x="546" y="433"/>
                  </a:cubicBezTo>
                  <a:cubicBezTo>
                    <a:pt x="547" y="436"/>
                    <a:pt x="548" y="438"/>
                    <a:pt x="548" y="439"/>
                  </a:cubicBezTo>
                  <a:cubicBezTo>
                    <a:pt x="548" y="439"/>
                    <a:pt x="548" y="439"/>
                    <a:pt x="548" y="439"/>
                  </a:cubicBezTo>
                  <a:cubicBezTo>
                    <a:pt x="549" y="440"/>
                    <a:pt x="549" y="441"/>
                    <a:pt x="549" y="442"/>
                  </a:cubicBezTo>
                  <a:cubicBezTo>
                    <a:pt x="549" y="444"/>
                    <a:pt x="548" y="447"/>
                    <a:pt x="548" y="448"/>
                  </a:cubicBezTo>
                  <a:cubicBezTo>
                    <a:pt x="547" y="450"/>
                    <a:pt x="547" y="452"/>
                    <a:pt x="547" y="453"/>
                  </a:cubicBezTo>
                  <a:cubicBezTo>
                    <a:pt x="547" y="454"/>
                    <a:pt x="547" y="454"/>
                    <a:pt x="547" y="454"/>
                  </a:cubicBezTo>
                  <a:cubicBezTo>
                    <a:pt x="547" y="454"/>
                    <a:pt x="547" y="455"/>
                    <a:pt x="548" y="455"/>
                  </a:cubicBezTo>
                  <a:cubicBezTo>
                    <a:pt x="548" y="455"/>
                    <a:pt x="548" y="455"/>
                    <a:pt x="548" y="455"/>
                  </a:cubicBezTo>
                  <a:cubicBezTo>
                    <a:pt x="554" y="458"/>
                    <a:pt x="559" y="464"/>
                    <a:pt x="562" y="471"/>
                  </a:cubicBezTo>
                  <a:cubicBezTo>
                    <a:pt x="564" y="474"/>
                    <a:pt x="567" y="479"/>
                    <a:pt x="570" y="484"/>
                  </a:cubicBezTo>
                  <a:cubicBezTo>
                    <a:pt x="573" y="490"/>
                    <a:pt x="577" y="495"/>
                    <a:pt x="578" y="498"/>
                  </a:cubicBezTo>
                  <a:cubicBezTo>
                    <a:pt x="579" y="499"/>
                    <a:pt x="579" y="500"/>
                    <a:pt x="579" y="501"/>
                  </a:cubicBezTo>
                  <a:cubicBezTo>
                    <a:pt x="579" y="502"/>
                    <a:pt x="579" y="503"/>
                    <a:pt x="580" y="505"/>
                  </a:cubicBezTo>
                  <a:cubicBezTo>
                    <a:pt x="580" y="508"/>
                    <a:pt x="580" y="510"/>
                    <a:pt x="580" y="512"/>
                  </a:cubicBezTo>
                  <a:cubicBezTo>
                    <a:pt x="580" y="516"/>
                    <a:pt x="580" y="520"/>
                    <a:pt x="580" y="521"/>
                  </a:cubicBezTo>
                  <a:cubicBezTo>
                    <a:pt x="580" y="521"/>
                    <a:pt x="580" y="522"/>
                    <a:pt x="581" y="522"/>
                  </a:cubicBezTo>
                  <a:cubicBezTo>
                    <a:pt x="581" y="523"/>
                    <a:pt x="582" y="524"/>
                    <a:pt x="582" y="525"/>
                  </a:cubicBezTo>
                  <a:cubicBezTo>
                    <a:pt x="584" y="527"/>
                    <a:pt x="586" y="530"/>
                    <a:pt x="587" y="531"/>
                  </a:cubicBezTo>
                  <a:cubicBezTo>
                    <a:pt x="588" y="531"/>
                    <a:pt x="588" y="531"/>
                    <a:pt x="588" y="531"/>
                  </a:cubicBezTo>
                  <a:cubicBezTo>
                    <a:pt x="588" y="531"/>
                    <a:pt x="588" y="531"/>
                    <a:pt x="588" y="531"/>
                  </a:cubicBezTo>
                  <a:cubicBezTo>
                    <a:pt x="588" y="531"/>
                    <a:pt x="588" y="531"/>
                    <a:pt x="588" y="531"/>
                  </a:cubicBezTo>
                  <a:cubicBezTo>
                    <a:pt x="588" y="531"/>
                    <a:pt x="588" y="531"/>
                    <a:pt x="589" y="531"/>
                  </a:cubicBezTo>
                  <a:cubicBezTo>
                    <a:pt x="590" y="531"/>
                    <a:pt x="591" y="530"/>
                    <a:pt x="592" y="530"/>
                  </a:cubicBezTo>
                  <a:cubicBezTo>
                    <a:pt x="594" y="529"/>
                    <a:pt x="597" y="528"/>
                    <a:pt x="600" y="527"/>
                  </a:cubicBezTo>
                  <a:cubicBezTo>
                    <a:pt x="606" y="525"/>
                    <a:pt x="613" y="523"/>
                    <a:pt x="619" y="521"/>
                  </a:cubicBezTo>
                  <a:cubicBezTo>
                    <a:pt x="622" y="520"/>
                    <a:pt x="626" y="519"/>
                    <a:pt x="628" y="519"/>
                  </a:cubicBezTo>
                  <a:cubicBezTo>
                    <a:pt x="628" y="519"/>
                    <a:pt x="628" y="519"/>
                    <a:pt x="628" y="519"/>
                  </a:cubicBezTo>
                  <a:cubicBezTo>
                    <a:pt x="631" y="518"/>
                    <a:pt x="635" y="518"/>
                    <a:pt x="640" y="517"/>
                  </a:cubicBezTo>
                  <a:cubicBezTo>
                    <a:pt x="644" y="517"/>
                    <a:pt x="648" y="515"/>
                    <a:pt x="652" y="514"/>
                  </a:cubicBezTo>
                  <a:cubicBezTo>
                    <a:pt x="654" y="513"/>
                    <a:pt x="655" y="511"/>
                    <a:pt x="656" y="510"/>
                  </a:cubicBezTo>
                  <a:cubicBezTo>
                    <a:pt x="656" y="510"/>
                    <a:pt x="656" y="510"/>
                    <a:pt x="656" y="510"/>
                  </a:cubicBezTo>
                  <a:cubicBezTo>
                    <a:pt x="661" y="501"/>
                    <a:pt x="669" y="494"/>
                    <a:pt x="678" y="492"/>
                  </a:cubicBezTo>
                  <a:cubicBezTo>
                    <a:pt x="678" y="492"/>
                    <a:pt x="678" y="492"/>
                    <a:pt x="678" y="492"/>
                  </a:cubicBezTo>
                  <a:cubicBezTo>
                    <a:pt x="682" y="491"/>
                    <a:pt x="686" y="490"/>
                    <a:pt x="689" y="489"/>
                  </a:cubicBezTo>
                  <a:cubicBezTo>
                    <a:pt x="693" y="488"/>
                    <a:pt x="695" y="486"/>
                    <a:pt x="697" y="485"/>
                  </a:cubicBezTo>
                  <a:cubicBezTo>
                    <a:pt x="698" y="484"/>
                    <a:pt x="701" y="482"/>
                    <a:pt x="703" y="481"/>
                  </a:cubicBezTo>
                  <a:cubicBezTo>
                    <a:pt x="706" y="479"/>
                    <a:pt x="709" y="478"/>
                    <a:pt x="711" y="476"/>
                  </a:cubicBezTo>
                  <a:cubicBezTo>
                    <a:pt x="713" y="475"/>
                    <a:pt x="714" y="474"/>
                    <a:pt x="715" y="473"/>
                  </a:cubicBezTo>
                  <a:cubicBezTo>
                    <a:pt x="715" y="473"/>
                    <a:pt x="715" y="473"/>
                    <a:pt x="715" y="473"/>
                  </a:cubicBezTo>
                  <a:cubicBezTo>
                    <a:pt x="716" y="472"/>
                    <a:pt x="716" y="471"/>
                    <a:pt x="717" y="469"/>
                  </a:cubicBezTo>
                  <a:cubicBezTo>
                    <a:pt x="717" y="468"/>
                    <a:pt x="717" y="466"/>
                    <a:pt x="718" y="463"/>
                  </a:cubicBezTo>
                  <a:cubicBezTo>
                    <a:pt x="719" y="462"/>
                    <a:pt x="720" y="461"/>
                    <a:pt x="722" y="459"/>
                  </a:cubicBezTo>
                  <a:cubicBezTo>
                    <a:pt x="727" y="456"/>
                    <a:pt x="730" y="450"/>
                    <a:pt x="733" y="446"/>
                  </a:cubicBezTo>
                  <a:cubicBezTo>
                    <a:pt x="733" y="445"/>
                    <a:pt x="733" y="445"/>
                    <a:pt x="733" y="444"/>
                  </a:cubicBezTo>
                  <a:cubicBezTo>
                    <a:pt x="733" y="442"/>
                    <a:pt x="733" y="440"/>
                    <a:pt x="732" y="438"/>
                  </a:cubicBezTo>
                  <a:cubicBezTo>
                    <a:pt x="730" y="436"/>
                    <a:pt x="729" y="435"/>
                    <a:pt x="727" y="434"/>
                  </a:cubicBezTo>
                  <a:cubicBezTo>
                    <a:pt x="727" y="434"/>
                    <a:pt x="727" y="434"/>
                    <a:pt x="727" y="434"/>
                  </a:cubicBezTo>
                  <a:cubicBezTo>
                    <a:pt x="726" y="433"/>
                    <a:pt x="723" y="432"/>
                    <a:pt x="721" y="431"/>
                  </a:cubicBezTo>
                  <a:cubicBezTo>
                    <a:pt x="719" y="430"/>
                    <a:pt x="716" y="429"/>
                    <a:pt x="714" y="428"/>
                  </a:cubicBezTo>
                  <a:cubicBezTo>
                    <a:pt x="713" y="428"/>
                    <a:pt x="712" y="427"/>
                    <a:pt x="711" y="426"/>
                  </a:cubicBezTo>
                  <a:cubicBezTo>
                    <a:pt x="710" y="425"/>
                    <a:pt x="710" y="425"/>
                    <a:pt x="709" y="424"/>
                  </a:cubicBezTo>
                  <a:cubicBezTo>
                    <a:pt x="709" y="424"/>
                    <a:pt x="709" y="424"/>
                    <a:pt x="709" y="424"/>
                  </a:cubicBezTo>
                  <a:cubicBezTo>
                    <a:pt x="709" y="424"/>
                    <a:pt x="709" y="424"/>
                    <a:pt x="709" y="424"/>
                  </a:cubicBezTo>
                  <a:cubicBezTo>
                    <a:pt x="709" y="422"/>
                    <a:pt x="708" y="415"/>
                    <a:pt x="707" y="411"/>
                  </a:cubicBezTo>
                  <a:cubicBezTo>
                    <a:pt x="706" y="412"/>
                    <a:pt x="705" y="413"/>
                    <a:pt x="703" y="415"/>
                  </a:cubicBezTo>
                  <a:cubicBezTo>
                    <a:pt x="700" y="418"/>
                    <a:pt x="695" y="422"/>
                    <a:pt x="692" y="424"/>
                  </a:cubicBezTo>
                  <a:cubicBezTo>
                    <a:pt x="691" y="424"/>
                    <a:pt x="690" y="424"/>
                    <a:pt x="689" y="424"/>
                  </a:cubicBezTo>
                  <a:cubicBezTo>
                    <a:pt x="689" y="424"/>
                    <a:pt x="689" y="424"/>
                    <a:pt x="689" y="424"/>
                  </a:cubicBezTo>
                  <a:cubicBezTo>
                    <a:pt x="689" y="424"/>
                    <a:pt x="689" y="424"/>
                    <a:pt x="689" y="424"/>
                  </a:cubicBezTo>
                  <a:cubicBezTo>
                    <a:pt x="689" y="424"/>
                    <a:pt x="689" y="424"/>
                    <a:pt x="689" y="424"/>
                  </a:cubicBezTo>
                  <a:cubicBezTo>
                    <a:pt x="689" y="424"/>
                    <a:pt x="689" y="424"/>
                    <a:pt x="689" y="424"/>
                  </a:cubicBezTo>
                  <a:cubicBezTo>
                    <a:pt x="689" y="424"/>
                    <a:pt x="688" y="425"/>
                    <a:pt x="686" y="425"/>
                  </a:cubicBezTo>
                  <a:cubicBezTo>
                    <a:pt x="685" y="425"/>
                    <a:pt x="684" y="425"/>
                    <a:pt x="682" y="426"/>
                  </a:cubicBezTo>
                  <a:cubicBezTo>
                    <a:pt x="679" y="426"/>
                    <a:pt x="676" y="427"/>
                    <a:pt x="673" y="427"/>
                  </a:cubicBezTo>
                  <a:cubicBezTo>
                    <a:pt x="673" y="427"/>
                    <a:pt x="673" y="427"/>
                    <a:pt x="673" y="427"/>
                  </a:cubicBezTo>
                  <a:cubicBezTo>
                    <a:pt x="673" y="427"/>
                    <a:pt x="673" y="427"/>
                    <a:pt x="673" y="427"/>
                  </a:cubicBezTo>
                  <a:cubicBezTo>
                    <a:pt x="673" y="427"/>
                    <a:pt x="673" y="427"/>
                    <a:pt x="673" y="427"/>
                  </a:cubicBezTo>
                  <a:cubicBezTo>
                    <a:pt x="673" y="427"/>
                    <a:pt x="673" y="427"/>
                    <a:pt x="673" y="427"/>
                  </a:cubicBezTo>
                  <a:cubicBezTo>
                    <a:pt x="672" y="427"/>
                    <a:pt x="670" y="427"/>
                    <a:pt x="669" y="426"/>
                  </a:cubicBezTo>
                  <a:cubicBezTo>
                    <a:pt x="669" y="426"/>
                    <a:pt x="669" y="426"/>
                    <a:pt x="669" y="426"/>
                  </a:cubicBezTo>
                  <a:cubicBezTo>
                    <a:pt x="667" y="426"/>
                    <a:pt x="666" y="424"/>
                    <a:pt x="665" y="423"/>
                  </a:cubicBezTo>
                  <a:cubicBezTo>
                    <a:pt x="665" y="422"/>
                    <a:pt x="664" y="420"/>
                    <a:pt x="664" y="419"/>
                  </a:cubicBezTo>
                  <a:cubicBezTo>
                    <a:pt x="663" y="416"/>
                    <a:pt x="662" y="414"/>
                    <a:pt x="660" y="412"/>
                  </a:cubicBezTo>
                  <a:cubicBezTo>
                    <a:pt x="660" y="412"/>
                    <a:pt x="660" y="412"/>
                    <a:pt x="660" y="412"/>
                  </a:cubicBezTo>
                  <a:cubicBezTo>
                    <a:pt x="656" y="407"/>
                    <a:pt x="650" y="402"/>
                    <a:pt x="645" y="396"/>
                  </a:cubicBezTo>
                  <a:cubicBezTo>
                    <a:pt x="645" y="396"/>
                    <a:pt x="645" y="396"/>
                    <a:pt x="645" y="396"/>
                  </a:cubicBezTo>
                  <a:cubicBezTo>
                    <a:pt x="642" y="392"/>
                    <a:pt x="638" y="386"/>
                    <a:pt x="636" y="381"/>
                  </a:cubicBezTo>
                  <a:cubicBezTo>
                    <a:pt x="635" y="379"/>
                    <a:pt x="635" y="378"/>
                    <a:pt x="635" y="376"/>
                  </a:cubicBezTo>
                  <a:cubicBezTo>
                    <a:pt x="635" y="376"/>
                    <a:pt x="635" y="375"/>
                    <a:pt x="635" y="375"/>
                  </a:cubicBezTo>
                  <a:cubicBezTo>
                    <a:pt x="635" y="373"/>
                    <a:pt x="636" y="371"/>
                    <a:pt x="637" y="369"/>
                  </a:cubicBezTo>
                  <a:cubicBezTo>
                    <a:pt x="637" y="367"/>
                    <a:pt x="638" y="365"/>
                    <a:pt x="640" y="363"/>
                  </a:cubicBezTo>
                  <a:cubicBezTo>
                    <a:pt x="641" y="362"/>
                    <a:pt x="643" y="361"/>
                    <a:pt x="645" y="361"/>
                  </a:cubicBezTo>
                  <a:cubicBezTo>
                    <a:pt x="645" y="361"/>
                    <a:pt x="645" y="361"/>
                    <a:pt x="645" y="361"/>
                  </a:cubicBezTo>
                  <a:cubicBezTo>
                    <a:pt x="645" y="361"/>
                    <a:pt x="645" y="361"/>
                    <a:pt x="645" y="361"/>
                  </a:cubicBezTo>
                  <a:cubicBezTo>
                    <a:pt x="645" y="361"/>
                    <a:pt x="645" y="361"/>
                    <a:pt x="645" y="361"/>
                  </a:cubicBezTo>
                  <a:cubicBezTo>
                    <a:pt x="646" y="361"/>
                    <a:pt x="647" y="362"/>
                    <a:pt x="648" y="362"/>
                  </a:cubicBezTo>
                  <a:cubicBezTo>
                    <a:pt x="648" y="362"/>
                    <a:pt x="648" y="362"/>
                    <a:pt x="648" y="362"/>
                  </a:cubicBezTo>
                  <a:cubicBezTo>
                    <a:pt x="648" y="362"/>
                    <a:pt x="648" y="362"/>
                    <a:pt x="648" y="362"/>
                  </a:cubicBezTo>
                  <a:cubicBezTo>
                    <a:pt x="652" y="363"/>
                    <a:pt x="654" y="366"/>
                    <a:pt x="656" y="369"/>
                  </a:cubicBezTo>
                  <a:cubicBezTo>
                    <a:pt x="658" y="372"/>
                    <a:pt x="660" y="375"/>
                    <a:pt x="661" y="378"/>
                  </a:cubicBezTo>
                  <a:cubicBezTo>
                    <a:pt x="663" y="379"/>
                    <a:pt x="664" y="381"/>
                    <a:pt x="665" y="381"/>
                  </a:cubicBezTo>
                  <a:cubicBezTo>
                    <a:pt x="665" y="381"/>
                    <a:pt x="665" y="381"/>
                    <a:pt x="665" y="381"/>
                  </a:cubicBezTo>
                  <a:cubicBezTo>
                    <a:pt x="671" y="384"/>
                    <a:pt x="678" y="390"/>
                    <a:pt x="683" y="394"/>
                  </a:cubicBezTo>
                  <a:cubicBezTo>
                    <a:pt x="686" y="397"/>
                    <a:pt x="689" y="398"/>
                    <a:pt x="692" y="398"/>
                  </a:cubicBezTo>
                  <a:cubicBezTo>
                    <a:pt x="692" y="398"/>
                    <a:pt x="692" y="398"/>
                    <a:pt x="692" y="398"/>
                  </a:cubicBezTo>
                  <a:cubicBezTo>
                    <a:pt x="692" y="398"/>
                    <a:pt x="692" y="398"/>
                    <a:pt x="692" y="398"/>
                  </a:cubicBezTo>
                  <a:cubicBezTo>
                    <a:pt x="692" y="398"/>
                    <a:pt x="692" y="398"/>
                    <a:pt x="692" y="398"/>
                  </a:cubicBezTo>
                  <a:cubicBezTo>
                    <a:pt x="692" y="398"/>
                    <a:pt x="692" y="398"/>
                    <a:pt x="692" y="398"/>
                  </a:cubicBezTo>
                  <a:cubicBezTo>
                    <a:pt x="692" y="398"/>
                    <a:pt x="692" y="398"/>
                    <a:pt x="692" y="398"/>
                  </a:cubicBezTo>
                  <a:cubicBezTo>
                    <a:pt x="692" y="398"/>
                    <a:pt x="692" y="398"/>
                    <a:pt x="692" y="398"/>
                  </a:cubicBezTo>
                  <a:cubicBezTo>
                    <a:pt x="693" y="398"/>
                    <a:pt x="693" y="398"/>
                    <a:pt x="694" y="398"/>
                  </a:cubicBezTo>
                  <a:cubicBezTo>
                    <a:pt x="694" y="398"/>
                    <a:pt x="694" y="398"/>
                    <a:pt x="694" y="398"/>
                  </a:cubicBezTo>
                  <a:cubicBezTo>
                    <a:pt x="695" y="398"/>
                    <a:pt x="698" y="396"/>
                    <a:pt x="702" y="395"/>
                  </a:cubicBezTo>
                  <a:cubicBezTo>
                    <a:pt x="705" y="394"/>
                    <a:pt x="708" y="393"/>
                    <a:pt x="711" y="393"/>
                  </a:cubicBezTo>
                  <a:cubicBezTo>
                    <a:pt x="711" y="393"/>
                    <a:pt x="711" y="393"/>
                    <a:pt x="711" y="393"/>
                  </a:cubicBezTo>
                  <a:cubicBezTo>
                    <a:pt x="711" y="393"/>
                    <a:pt x="711" y="393"/>
                    <a:pt x="711" y="393"/>
                  </a:cubicBezTo>
                  <a:cubicBezTo>
                    <a:pt x="712" y="393"/>
                    <a:pt x="713" y="393"/>
                    <a:pt x="714" y="394"/>
                  </a:cubicBezTo>
                  <a:cubicBezTo>
                    <a:pt x="714" y="394"/>
                    <a:pt x="715" y="395"/>
                    <a:pt x="716" y="395"/>
                  </a:cubicBezTo>
                  <a:cubicBezTo>
                    <a:pt x="716" y="395"/>
                    <a:pt x="716" y="395"/>
                    <a:pt x="716" y="395"/>
                  </a:cubicBezTo>
                  <a:cubicBezTo>
                    <a:pt x="716" y="395"/>
                    <a:pt x="716" y="395"/>
                    <a:pt x="716" y="395"/>
                  </a:cubicBezTo>
                  <a:cubicBezTo>
                    <a:pt x="717" y="397"/>
                    <a:pt x="717" y="400"/>
                    <a:pt x="718" y="402"/>
                  </a:cubicBezTo>
                  <a:cubicBezTo>
                    <a:pt x="719" y="404"/>
                    <a:pt x="719" y="406"/>
                    <a:pt x="720" y="407"/>
                  </a:cubicBezTo>
                  <a:cubicBezTo>
                    <a:pt x="721" y="408"/>
                    <a:pt x="721" y="408"/>
                    <a:pt x="722" y="408"/>
                  </a:cubicBezTo>
                  <a:cubicBezTo>
                    <a:pt x="722" y="408"/>
                    <a:pt x="722" y="408"/>
                    <a:pt x="722" y="408"/>
                  </a:cubicBezTo>
                  <a:cubicBezTo>
                    <a:pt x="722" y="408"/>
                    <a:pt x="722" y="408"/>
                    <a:pt x="722" y="408"/>
                  </a:cubicBezTo>
                  <a:cubicBezTo>
                    <a:pt x="722" y="408"/>
                    <a:pt x="722" y="408"/>
                    <a:pt x="722" y="408"/>
                  </a:cubicBezTo>
                  <a:cubicBezTo>
                    <a:pt x="725" y="408"/>
                    <a:pt x="728" y="408"/>
                    <a:pt x="731" y="408"/>
                  </a:cubicBezTo>
                  <a:cubicBezTo>
                    <a:pt x="732" y="408"/>
                    <a:pt x="732" y="408"/>
                    <a:pt x="732" y="408"/>
                  </a:cubicBezTo>
                  <a:cubicBezTo>
                    <a:pt x="732" y="408"/>
                    <a:pt x="732" y="408"/>
                    <a:pt x="732" y="408"/>
                  </a:cubicBezTo>
                  <a:cubicBezTo>
                    <a:pt x="736" y="408"/>
                    <a:pt x="741" y="408"/>
                    <a:pt x="744" y="410"/>
                  </a:cubicBezTo>
                  <a:cubicBezTo>
                    <a:pt x="744" y="410"/>
                    <a:pt x="744" y="410"/>
                    <a:pt x="744" y="410"/>
                  </a:cubicBezTo>
                  <a:cubicBezTo>
                    <a:pt x="747" y="412"/>
                    <a:pt x="751" y="413"/>
                    <a:pt x="755" y="413"/>
                  </a:cubicBezTo>
                  <a:cubicBezTo>
                    <a:pt x="759" y="413"/>
                    <a:pt x="764" y="413"/>
                    <a:pt x="767" y="413"/>
                  </a:cubicBezTo>
                  <a:cubicBezTo>
                    <a:pt x="773" y="414"/>
                    <a:pt x="784" y="414"/>
                    <a:pt x="790" y="414"/>
                  </a:cubicBezTo>
                  <a:cubicBezTo>
                    <a:pt x="790" y="414"/>
                    <a:pt x="790" y="414"/>
                    <a:pt x="790" y="414"/>
                  </a:cubicBezTo>
                  <a:cubicBezTo>
                    <a:pt x="790" y="414"/>
                    <a:pt x="790" y="414"/>
                    <a:pt x="790" y="414"/>
                  </a:cubicBezTo>
                  <a:cubicBezTo>
                    <a:pt x="792" y="414"/>
                    <a:pt x="796" y="413"/>
                    <a:pt x="800" y="413"/>
                  </a:cubicBezTo>
                  <a:cubicBezTo>
                    <a:pt x="800" y="413"/>
                    <a:pt x="800" y="413"/>
                    <a:pt x="800" y="413"/>
                  </a:cubicBezTo>
                  <a:cubicBezTo>
                    <a:pt x="800" y="413"/>
                    <a:pt x="800" y="413"/>
                    <a:pt x="800" y="413"/>
                  </a:cubicBezTo>
                  <a:cubicBezTo>
                    <a:pt x="800" y="413"/>
                    <a:pt x="800" y="413"/>
                    <a:pt x="800" y="413"/>
                  </a:cubicBezTo>
                  <a:cubicBezTo>
                    <a:pt x="802" y="413"/>
                    <a:pt x="804" y="413"/>
                    <a:pt x="805" y="414"/>
                  </a:cubicBezTo>
                  <a:cubicBezTo>
                    <a:pt x="807" y="415"/>
                    <a:pt x="808" y="416"/>
                    <a:pt x="809" y="418"/>
                  </a:cubicBezTo>
                  <a:cubicBezTo>
                    <a:pt x="809" y="420"/>
                    <a:pt x="810" y="423"/>
                    <a:pt x="812" y="426"/>
                  </a:cubicBezTo>
                  <a:cubicBezTo>
                    <a:pt x="813" y="428"/>
                    <a:pt x="815" y="430"/>
                    <a:pt x="817" y="431"/>
                  </a:cubicBezTo>
                  <a:cubicBezTo>
                    <a:pt x="817" y="431"/>
                    <a:pt x="817" y="431"/>
                    <a:pt x="817" y="431"/>
                  </a:cubicBezTo>
                  <a:cubicBezTo>
                    <a:pt x="817" y="431"/>
                    <a:pt x="817" y="431"/>
                    <a:pt x="818" y="431"/>
                  </a:cubicBezTo>
                  <a:cubicBezTo>
                    <a:pt x="818" y="431"/>
                    <a:pt x="818" y="431"/>
                    <a:pt x="818" y="431"/>
                  </a:cubicBezTo>
                  <a:cubicBezTo>
                    <a:pt x="818" y="431"/>
                    <a:pt x="818" y="431"/>
                    <a:pt x="818" y="431"/>
                  </a:cubicBezTo>
                  <a:cubicBezTo>
                    <a:pt x="818" y="431"/>
                    <a:pt x="818" y="431"/>
                    <a:pt x="818" y="431"/>
                  </a:cubicBezTo>
                  <a:cubicBezTo>
                    <a:pt x="819" y="431"/>
                    <a:pt x="820" y="431"/>
                    <a:pt x="821" y="431"/>
                  </a:cubicBezTo>
                  <a:cubicBezTo>
                    <a:pt x="821" y="431"/>
                    <a:pt x="821" y="431"/>
                    <a:pt x="821" y="431"/>
                  </a:cubicBezTo>
                  <a:cubicBezTo>
                    <a:pt x="822" y="430"/>
                    <a:pt x="824" y="430"/>
                    <a:pt x="825" y="430"/>
                  </a:cubicBezTo>
                  <a:cubicBezTo>
                    <a:pt x="825" y="430"/>
                    <a:pt x="825" y="430"/>
                    <a:pt x="825" y="430"/>
                  </a:cubicBezTo>
                  <a:cubicBezTo>
                    <a:pt x="825" y="430"/>
                    <a:pt x="825" y="430"/>
                    <a:pt x="825" y="430"/>
                  </a:cubicBezTo>
                  <a:cubicBezTo>
                    <a:pt x="826" y="430"/>
                    <a:pt x="826" y="430"/>
                    <a:pt x="827" y="431"/>
                  </a:cubicBezTo>
                  <a:cubicBezTo>
                    <a:pt x="828" y="431"/>
                    <a:pt x="829" y="431"/>
                    <a:pt x="829" y="432"/>
                  </a:cubicBezTo>
                  <a:cubicBezTo>
                    <a:pt x="830" y="433"/>
                    <a:pt x="830" y="434"/>
                    <a:pt x="830" y="434"/>
                  </a:cubicBezTo>
                  <a:cubicBezTo>
                    <a:pt x="830" y="435"/>
                    <a:pt x="830" y="436"/>
                    <a:pt x="829" y="437"/>
                  </a:cubicBezTo>
                  <a:cubicBezTo>
                    <a:pt x="828" y="439"/>
                    <a:pt x="828" y="440"/>
                    <a:pt x="828" y="442"/>
                  </a:cubicBezTo>
                  <a:cubicBezTo>
                    <a:pt x="828" y="445"/>
                    <a:pt x="830" y="448"/>
                    <a:pt x="832" y="450"/>
                  </a:cubicBezTo>
                  <a:cubicBezTo>
                    <a:pt x="832" y="451"/>
                    <a:pt x="834" y="453"/>
                    <a:pt x="836" y="454"/>
                  </a:cubicBezTo>
                  <a:cubicBezTo>
                    <a:pt x="838" y="455"/>
                    <a:pt x="841" y="456"/>
                    <a:pt x="842" y="456"/>
                  </a:cubicBezTo>
                  <a:cubicBezTo>
                    <a:pt x="843" y="456"/>
                    <a:pt x="843" y="456"/>
                    <a:pt x="843" y="456"/>
                  </a:cubicBezTo>
                  <a:cubicBezTo>
                    <a:pt x="843" y="455"/>
                    <a:pt x="845" y="455"/>
                    <a:pt x="848" y="454"/>
                  </a:cubicBezTo>
                  <a:cubicBezTo>
                    <a:pt x="850" y="453"/>
                    <a:pt x="852" y="453"/>
                    <a:pt x="855" y="453"/>
                  </a:cubicBezTo>
                  <a:cubicBezTo>
                    <a:pt x="855" y="453"/>
                    <a:pt x="855" y="453"/>
                    <a:pt x="855" y="453"/>
                  </a:cubicBezTo>
                  <a:cubicBezTo>
                    <a:pt x="856" y="453"/>
                    <a:pt x="857" y="453"/>
                    <a:pt x="858" y="454"/>
                  </a:cubicBezTo>
                  <a:cubicBezTo>
                    <a:pt x="859" y="454"/>
                    <a:pt x="860" y="456"/>
                    <a:pt x="860" y="457"/>
                  </a:cubicBezTo>
                  <a:cubicBezTo>
                    <a:pt x="860" y="457"/>
                    <a:pt x="860" y="457"/>
                    <a:pt x="860" y="457"/>
                  </a:cubicBezTo>
                  <a:cubicBezTo>
                    <a:pt x="860" y="457"/>
                    <a:pt x="860" y="457"/>
                    <a:pt x="860" y="457"/>
                  </a:cubicBezTo>
                  <a:cubicBezTo>
                    <a:pt x="860" y="457"/>
                    <a:pt x="860" y="457"/>
                    <a:pt x="860" y="457"/>
                  </a:cubicBezTo>
                  <a:cubicBezTo>
                    <a:pt x="860" y="459"/>
                    <a:pt x="859" y="460"/>
                    <a:pt x="859" y="462"/>
                  </a:cubicBezTo>
                  <a:cubicBezTo>
                    <a:pt x="858" y="463"/>
                    <a:pt x="857" y="465"/>
                    <a:pt x="857" y="467"/>
                  </a:cubicBezTo>
                  <a:cubicBezTo>
                    <a:pt x="855" y="470"/>
                    <a:pt x="854" y="474"/>
                    <a:pt x="854" y="476"/>
                  </a:cubicBezTo>
                  <a:cubicBezTo>
                    <a:pt x="854" y="477"/>
                    <a:pt x="854" y="477"/>
                    <a:pt x="855" y="478"/>
                  </a:cubicBezTo>
                  <a:cubicBezTo>
                    <a:pt x="857" y="480"/>
                    <a:pt x="858" y="484"/>
                    <a:pt x="859" y="488"/>
                  </a:cubicBezTo>
                  <a:cubicBezTo>
                    <a:pt x="860" y="492"/>
                    <a:pt x="861" y="496"/>
                    <a:pt x="861" y="499"/>
                  </a:cubicBezTo>
                  <a:cubicBezTo>
                    <a:pt x="861" y="500"/>
                    <a:pt x="861" y="500"/>
                    <a:pt x="861" y="500"/>
                  </a:cubicBezTo>
                  <a:cubicBezTo>
                    <a:pt x="861" y="500"/>
                    <a:pt x="861" y="501"/>
                    <a:pt x="861" y="501"/>
                  </a:cubicBezTo>
                  <a:cubicBezTo>
                    <a:pt x="861" y="505"/>
                    <a:pt x="862" y="512"/>
                    <a:pt x="864" y="517"/>
                  </a:cubicBezTo>
                  <a:cubicBezTo>
                    <a:pt x="865" y="518"/>
                    <a:pt x="865" y="520"/>
                    <a:pt x="866" y="520"/>
                  </a:cubicBezTo>
                  <a:cubicBezTo>
                    <a:pt x="866" y="520"/>
                    <a:pt x="866" y="520"/>
                    <a:pt x="866" y="520"/>
                  </a:cubicBezTo>
                  <a:cubicBezTo>
                    <a:pt x="867" y="521"/>
                    <a:pt x="868" y="522"/>
                    <a:pt x="869" y="524"/>
                  </a:cubicBezTo>
                  <a:cubicBezTo>
                    <a:pt x="870" y="526"/>
                    <a:pt x="871" y="528"/>
                    <a:pt x="872" y="530"/>
                  </a:cubicBezTo>
                  <a:cubicBezTo>
                    <a:pt x="874" y="535"/>
                    <a:pt x="876" y="541"/>
                    <a:pt x="878" y="546"/>
                  </a:cubicBezTo>
                  <a:cubicBezTo>
                    <a:pt x="879" y="550"/>
                    <a:pt x="880" y="554"/>
                    <a:pt x="880" y="559"/>
                  </a:cubicBezTo>
                  <a:cubicBezTo>
                    <a:pt x="881" y="563"/>
                    <a:pt x="882" y="568"/>
                    <a:pt x="883" y="572"/>
                  </a:cubicBezTo>
                  <a:cubicBezTo>
                    <a:pt x="883" y="574"/>
                    <a:pt x="884" y="575"/>
                    <a:pt x="884" y="576"/>
                  </a:cubicBezTo>
                  <a:cubicBezTo>
                    <a:pt x="885" y="576"/>
                    <a:pt x="885" y="576"/>
                    <a:pt x="885" y="576"/>
                  </a:cubicBezTo>
                  <a:cubicBezTo>
                    <a:pt x="885" y="576"/>
                    <a:pt x="885" y="576"/>
                    <a:pt x="886" y="576"/>
                  </a:cubicBezTo>
                  <a:cubicBezTo>
                    <a:pt x="886" y="575"/>
                    <a:pt x="887" y="575"/>
                    <a:pt x="888" y="574"/>
                  </a:cubicBezTo>
                  <a:cubicBezTo>
                    <a:pt x="890" y="573"/>
                    <a:pt x="892" y="572"/>
                    <a:pt x="894" y="570"/>
                  </a:cubicBezTo>
                  <a:cubicBezTo>
                    <a:pt x="899" y="567"/>
                    <a:pt x="903" y="563"/>
                    <a:pt x="905" y="561"/>
                  </a:cubicBezTo>
                  <a:cubicBezTo>
                    <a:pt x="905" y="561"/>
                    <a:pt x="905" y="561"/>
                    <a:pt x="905" y="561"/>
                  </a:cubicBezTo>
                  <a:cubicBezTo>
                    <a:pt x="906" y="560"/>
                    <a:pt x="906" y="559"/>
                    <a:pt x="907" y="558"/>
                  </a:cubicBezTo>
                  <a:cubicBezTo>
                    <a:pt x="907" y="557"/>
                    <a:pt x="907" y="556"/>
                    <a:pt x="908" y="555"/>
                  </a:cubicBezTo>
                  <a:cubicBezTo>
                    <a:pt x="908" y="552"/>
                    <a:pt x="909" y="548"/>
                    <a:pt x="912" y="543"/>
                  </a:cubicBezTo>
                  <a:cubicBezTo>
                    <a:pt x="914" y="538"/>
                    <a:pt x="915" y="535"/>
                    <a:pt x="915" y="533"/>
                  </a:cubicBezTo>
                  <a:cubicBezTo>
                    <a:pt x="915" y="530"/>
                    <a:pt x="914" y="528"/>
                    <a:pt x="914" y="524"/>
                  </a:cubicBezTo>
                  <a:cubicBezTo>
                    <a:pt x="914" y="523"/>
                    <a:pt x="914" y="522"/>
                    <a:pt x="914" y="521"/>
                  </a:cubicBezTo>
                  <a:cubicBezTo>
                    <a:pt x="915" y="517"/>
                    <a:pt x="915" y="514"/>
                    <a:pt x="915" y="511"/>
                  </a:cubicBezTo>
                  <a:cubicBezTo>
                    <a:pt x="916" y="509"/>
                    <a:pt x="916" y="506"/>
                    <a:pt x="918" y="504"/>
                  </a:cubicBezTo>
                  <a:cubicBezTo>
                    <a:pt x="919" y="503"/>
                    <a:pt x="921" y="502"/>
                    <a:pt x="923" y="501"/>
                  </a:cubicBezTo>
                  <a:cubicBezTo>
                    <a:pt x="925" y="500"/>
                    <a:pt x="929" y="498"/>
                    <a:pt x="934" y="496"/>
                  </a:cubicBezTo>
                  <a:cubicBezTo>
                    <a:pt x="938" y="493"/>
                    <a:pt x="942" y="490"/>
                    <a:pt x="945" y="487"/>
                  </a:cubicBezTo>
                  <a:cubicBezTo>
                    <a:pt x="947" y="485"/>
                    <a:pt x="949" y="484"/>
                    <a:pt x="949" y="483"/>
                  </a:cubicBezTo>
                  <a:cubicBezTo>
                    <a:pt x="951" y="481"/>
                    <a:pt x="952" y="479"/>
                    <a:pt x="954" y="478"/>
                  </a:cubicBezTo>
                  <a:cubicBezTo>
                    <a:pt x="956" y="476"/>
                    <a:pt x="959" y="475"/>
                    <a:pt x="961" y="473"/>
                  </a:cubicBezTo>
                  <a:cubicBezTo>
                    <a:pt x="966" y="471"/>
                    <a:pt x="971" y="468"/>
                    <a:pt x="973" y="466"/>
                  </a:cubicBezTo>
                  <a:cubicBezTo>
                    <a:pt x="975" y="465"/>
                    <a:pt x="976" y="462"/>
                    <a:pt x="978" y="459"/>
                  </a:cubicBezTo>
                  <a:cubicBezTo>
                    <a:pt x="979" y="457"/>
                    <a:pt x="980" y="454"/>
                    <a:pt x="982" y="452"/>
                  </a:cubicBezTo>
                  <a:cubicBezTo>
                    <a:pt x="983" y="451"/>
                    <a:pt x="985" y="450"/>
                    <a:pt x="987" y="448"/>
                  </a:cubicBezTo>
                  <a:cubicBezTo>
                    <a:pt x="990" y="447"/>
                    <a:pt x="992" y="446"/>
                    <a:pt x="994" y="445"/>
                  </a:cubicBezTo>
                  <a:cubicBezTo>
                    <a:pt x="996" y="445"/>
                    <a:pt x="997" y="444"/>
                    <a:pt x="998" y="444"/>
                  </a:cubicBezTo>
                  <a:cubicBezTo>
                    <a:pt x="998" y="444"/>
                    <a:pt x="998" y="444"/>
                    <a:pt x="998" y="444"/>
                  </a:cubicBezTo>
                  <a:cubicBezTo>
                    <a:pt x="998" y="444"/>
                    <a:pt x="998" y="444"/>
                    <a:pt x="998" y="444"/>
                  </a:cubicBezTo>
                  <a:cubicBezTo>
                    <a:pt x="998" y="444"/>
                    <a:pt x="998" y="444"/>
                    <a:pt x="998" y="444"/>
                  </a:cubicBezTo>
                  <a:cubicBezTo>
                    <a:pt x="999" y="444"/>
                    <a:pt x="1001" y="445"/>
                    <a:pt x="1001" y="446"/>
                  </a:cubicBezTo>
                  <a:cubicBezTo>
                    <a:pt x="1001" y="446"/>
                    <a:pt x="1001" y="446"/>
                    <a:pt x="1001" y="446"/>
                  </a:cubicBezTo>
                  <a:cubicBezTo>
                    <a:pt x="1002" y="446"/>
                    <a:pt x="1002" y="446"/>
                    <a:pt x="1002" y="446"/>
                  </a:cubicBezTo>
                  <a:cubicBezTo>
                    <a:pt x="1003" y="446"/>
                    <a:pt x="1003" y="446"/>
                    <a:pt x="1004" y="446"/>
                  </a:cubicBezTo>
                  <a:cubicBezTo>
                    <a:pt x="1005" y="446"/>
                    <a:pt x="1005" y="446"/>
                    <a:pt x="1005" y="446"/>
                  </a:cubicBezTo>
                  <a:cubicBezTo>
                    <a:pt x="1005" y="446"/>
                    <a:pt x="1005" y="446"/>
                    <a:pt x="1005" y="446"/>
                  </a:cubicBezTo>
                  <a:cubicBezTo>
                    <a:pt x="1005" y="446"/>
                    <a:pt x="1006" y="446"/>
                    <a:pt x="1006" y="446"/>
                  </a:cubicBezTo>
                  <a:cubicBezTo>
                    <a:pt x="980" y="266"/>
                    <a:pt x="873" y="112"/>
                    <a:pt x="723" y="22"/>
                  </a:cubicBezTo>
                  <a:cubicBezTo>
                    <a:pt x="723" y="22"/>
                    <a:pt x="723" y="22"/>
                    <a:pt x="722" y="22"/>
                  </a:cubicBezTo>
                  <a:cubicBezTo>
                    <a:pt x="722" y="22"/>
                    <a:pt x="722" y="22"/>
                    <a:pt x="722" y="22"/>
                  </a:cubicBezTo>
                  <a:cubicBezTo>
                    <a:pt x="722" y="22"/>
                    <a:pt x="722" y="22"/>
                    <a:pt x="722" y="22"/>
                  </a:cubicBezTo>
                  <a:cubicBezTo>
                    <a:pt x="719" y="22"/>
                    <a:pt x="717" y="21"/>
                    <a:pt x="715" y="21"/>
                  </a:cubicBezTo>
                  <a:cubicBezTo>
                    <a:pt x="715" y="21"/>
                    <a:pt x="715" y="21"/>
                    <a:pt x="715" y="21"/>
                  </a:cubicBezTo>
                  <a:cubicBezTo>
                    <a:pt x="715" y="21"/>
                    <a:pt x="715" y="21"/>
                    <a:pt x="715" y="21"/>
                  </a:cubicBezTo>
                  <a:cubicBezTo>
                    <a:pt x="714" y="21"/>
                    <a:pt x="714" y="21"/>
                    <a:pt x="714" y="21"/>
                  </a:cubicBezTo>
                  <a:cubicBezTo>
                    <a:pt x="714" y="21"/>
                    <a:pt x="714" y="21"/>
                    <a:pt x="714" y="21"/>
                  </a:cubicBezTo>
                  <a:cubicBezTo>
                    <a:pt x="714" y="21"/>
                    <a:pt x="713" y="21"/>
                    <a:pt x="713" y="21"/>
                  </a:cubicBezTo>
                  <a:cubicBezTo>
                    <a:pt x="713" y="21"/>
                    <a:pt x="713" y="21"/>
                    <a:pt x="713" y="21"/>
                  </a:cubicBezTo>
                  <a:cubicBezTo>
                    <a:pt x="711" y="22"/>
                    <a:pt x="708" y="23"/>
                    <a:pt x="705" y="24"/>
                  </a:cubicBezTo>
                  <a:cubicBezTo>
                    <a:pt x="701" y="25"/>
                    <a:pt x="697" y="26"/>
                    <a:pt x="693" y="26"/>
                  </a:cubicBezTo>
                  <a:cubicBezTo>
                    <a:pt x="693" y="26"/>
                    <a:pt x="693" y="26"/>
                    <a:pt x="693" y="26"/>
                  </a:cubicBezTo>
                  <a:cubicBezTo>
                    <a:pt x="693" y="26"/>
                    <a:pt x="693" y="26"/>
                    <a:pt x="693" y="26"/>
                  </a:cubicBezTo>
                  <a:cubicBezTo>
                    <a:pt x="691" y="26"/>
                    <a:pt x="690" y="25"/>
                    <a:pt x="689" y="25"/>
                  </a:cubicBezTo>
                  <a:cubicBezTo>
                    <a:pt x="689" y="25"/>
                    <a:pt x="689" y="25"/>
                    <a:pt x="689" y="25"/>
                  </a:cubicBezTo>
                  <a:cubicBezTo>
                    <a:pt x="689" y="25"/>
                    <a:pt x="689" y="25"/>
                    <a:pt x="689" y="25"/>
                  </a:cubicBezTo>
                  <a:cubicBezTo>
                    <a:pt x="685" y="24"/>
                    <a:pt x="683" y="22"/>
                    <a:pt x="683" y="21"/>
                  </a:cubicBezTo>
                  <a:cubicBezTo>
                    <a:pt x="682" y="21"/>
                    <a:pt x="682" y="21"/>
                    <a:pt x="682" y="21"/>
                  </a:cubicBezTo>
                  <a:cubicBezTo>
                    <a:pt x="682" y="21"/>
                    <a:pt x="681" y="21"/>
                    <a:pt x="680" y="21"/>
                  </a:cubicBezTo>
                  <a:cubicBezTo>
                    <a:pt x="680" y="21"/>
                    <a:pt x="680" y="21"/>
                    <a:pt x="680" y="21"/>
                  </a:cubicBezTo>
                  <a:cubicBezTo>
                    <a:pt x="680" y="21"/>
                    <a:pt x="680" y="21"/>
                    <a:pt x="680" y="21"/>
                  </a:cubicBezTo>
                  <a:cubicBezTo>
                    <a:pt x="679" y="21"/>
                    <a:pt x="678" y="21"/>
                    <a:pt x="677" y="21"/>
                  </a:cubicBezTo>
                  <a:cubicBezTo>
                    <a:pt x="677" y="21"/>
                    <a:pt x="677" y="21"/>
                    <a:pt x="677" y="21"/>
                  </a:cubicBezTo>
                  <a:cubicBezTo>
                    <a:pt x="669" y="22"/>
                    <a:pt x="650" y="25"/>
                    <a:pt x="644" y="26"/>
                  </a:cubicBezTo>
                  <a:cubicBezTo>
                    <a:pt x="640" y="27"/>
                    <a:pt x="639" y="27"/>
                    <a:pt x="637" y="28"/>
                  </a:cubicBezTo>
                  <a:cubicBezTo>
                    <a:pt x="635" y="29"/>
                    <a:pt x="633" y="30"/>
                    <a:pt x="628" y="31"/>
                  </a:cubicBezTo>
                  <a:cubicBezTo>
                    <a:pt x="628" y="31"/>
                    <a:pt x="628" y="31"/>
                    <a:pt x="628" y="31"/>
                  </a:cubicBezTo>
                  <a:cubicBezTo>
                    <a:pt x="625" y="32"/>
                    <a:pt x="622" y="33"/>
                    <a:pt x="619" y="33"/>
                  </a:cubicBezTo>
                  <a:cubicBezTo>
                    <a:pt x="618" y="33"/>
                    <a:pt x="618" y="33"/>
                    <a:pt x="618" y="33"/>
                  </a:cubicBezTo>
                  <a:cubicBezTo>
                    <a:pt x="618" y="33"/>
                    <a:pt x="618" y="33"/>
                    <a:pt x="618" y="33"/>
                  </a:cubicBezTo>
                  <a:cubicBezTo>
                    <a:pt x="614" y="32"/>
                    <a:pt x="611" y="32"/>
                    <a:pt x="609" y="31"/>
                  </a:cubicBezTo>
                  <a:cubicBezTo>
                    <a:pt x="608" y="31"/>
                    <a:pt x="608" y="30"/>
                    <a:pt x="607" y="30"/>
                  </a:cubicBezTo>
                  <a:cubicBezTo>
                    <a:pt x="607" y="29"/>
                    <a:pt x="607" y="29"/>
                    <a:pt x="607" y="28"/>
                  </a:cubicBezTo>
                  <a:cubicBezTo>
                    <a:pt x="607" y="28"/>
                    <a:pt x="607" y="28"/>
                    <a:pt x="607" y="28"/>
                  </a:cubicBezTo>
                  <a:cubicBezTo>
                    <a:pt x="607" y="26"/>
                    <a:pt x="607" y="26"/>
                    <a:pt x="608" y="25"/>
                  </a:cubicBezTo>
                  <a:cubicBezTo>
                    <a:pt x="609" y="25"/>
                    <a:pt x="609" y="25"/>
                    <a:pt x="610" y="24"/>
                  </a:cubicBezTo>
                  <a:cubicBezTo>
                    <a:pt x="611" y="24"/>
                    <a:pt x="612" y="23"/>
                    <a:pt x="613" y="23"/>
                  </a:cubicBezTo>
                  <a:cubicBezTo>
                    <a:pt x="611" y="22"/>
                    <a:pt x="610" y="22"/>
                    <a:pt x="608" y="21"/>
                  </a:cubicBezTo>
                  <a:cubicBezTo>
                    <a:pt x="605" y="20"/>
                    <a:pt x="601" y="19"/>
                    <a:pt x="599" y="19"/>
                  </a:cubicBezTo>
                  <a:cubicBezTo>
                    <a:pt x="599" y="19"/>
                    <a:pt x="599" y="19"/>
                    <a:pt x="599" y="19"/>
                  </a:cubicBezTo>
                  <a:cubicBezTo>
                    <a:pt x="599" y="19"/>
                    <a:pt x="599" y="19"/>
                    <a:pt x="599" y="19"/>
                  </a:cubicBezTo>
                  <a:cubicBezTo>
                    <a:pt x="599" y="19"/>
                    <a:pt x="599" y="19"/>
                    <a:pt x="599" y="19"/>
                  </a:cubicBezTo>
                  <a:cubicBezTo>
                    <a:pt x="599" y="19"/>
                    <a:pt x="598" y="19"/>
                    <a:pt x="598" y="19"/>
                  </a:cubicBezTo>
                  <a:cubicBezTo>
                    <a:pt x="598" y="21"/>
                    <a:pt x="598" y="22"/>
                    <a:pt x="598" y="23"/>
                  </a:cubicBezTo>
                  <a:cubicBezTo>
                    <a:pt x="598" y="23"/>
                    <a:pt x="598" y="24"/>
                    <a:pt x="598" y="25"/>
                  </a:cubicBezTo>
                  <a:cubicBezTo>
                    <a:pt x="598" y="25"/>
                    <a:pt x="599" y="26"/>
                    <a:pt x="599" y="27"/>
                  </a:cubicBezTo>
                  <a:cubicBezTo>
                    <a:pt x="599" y="27"/>
                    <a:pt x="599" y="27"/>
                    <a:pt x="599" y="27"/>
                  </a:cubicBezTo>
                  <a:cubicBezTo>
                    <a:pt x="599" y="27"/>
                    <a:pt x="599" y="27"/>
                    <a:pt x="599" y="27"/>
                  </a:cubicBezTo>
                  <a:cubicBezTo>
                    <a:pt x="600" y="28"/>
                    <a:pt x="601" y="29"/>
                    <a:pt x="602" y="30"/>
                  </a:cubicBezTo>
                  <a:cubicBezTo>
                    <a:pt x="603" y="32"/>
                    <a:pt x="604" y="32"/>
                    <a:pt x="605" y="34"/>
                  </a:cubicBezTo>
                  <a:cubicBezTo>
                    <a:pt x="605" y="34"/>
                    <a:pt x="605" y="35"/>
                    <a:pt x="605" y="35"/>
                  </a:cubicBezTo>
                  <a:cubicBezTo>
                    <a:pt x="605" y="36"/>
                    <a:pt x="605" y="36"/>
                    <a:pt x="605" y="37"/>
                  </a:cubicBezTo>
                  <a:cubicBezTo>
                    <a:pt x="604" y="37"/>
                    <a:pt x="604" y="37"/>
                    <a:pt x="604" y="37"/>
                  </a:cubicBezTo>
                  <a:cubicBezTo>
                    <a:pt x="603" y="38"/>
                    <a:pt x="602" y="38"/>
                    <a:pt x="602" y="38"/>
                  </a:cubicBezTo>
                  <a:cubicBezTo>
                    <a:pt x="602" y="38"/>
                    <a:pt x="602" y="38"/>
                    <a:pt x="602" y="38"/>
                  </a:cubicBezTo>
                  <a:cubicBezTo>
                    <a:pt x="600" y="38"/>
                    <a:pt x="599" y="38"/>
                    <a:pt x="597" y="37"/>
                  </a:cubicBezTo>
                  <a:cubicBezTo>
                    <a:pt x="597" y="37"/>
                    <a:pt x="597" y="37"/>
                    <a:pt x="597" y="37"/>
                  </a:cubicBezTo>
                  <a:cubicBezTo>
                    <a:pt x="591" y="36"/>
                    <a:pt x="588" y="35"/>
                    <a:pt x="586" y="35"/>
                  </a:cubicBezTo>
                  <a:cubicBezTo>
                    <a:pt x="585" y="35"/>
                    <a:pt x="585" y="35"/>
                    <a:pt x="585" y="35"/>
                  </a:cubicBezTo>
                  <a:cubicBezTo>
                    <a:pt x="583" y="35"/>
                    <a:pt x="582" y="35"/>
                    <a:pt x="579" y="37"/>
                  </a:cubicBezTo>
                  <a:cubicBezTo>
                    <a:pt x="579" y="37"/>
                    <a:pt x="579" y="37"/>
                    <a:pt x="579" y="37"/>
                  </a:cubicBezTo>
                  <a:cubicBezTo>
                    <a:pt x="576" y="38"/>
                    <a:pt x="573" y="38"/>
                    <a:pt x="571" y="39"/>
                  </a:cubicBezTo>
                  <a:cubicBezTo>
                    <a:pt x="568" y="40"/>
                    <a:pt x="565" y="41"/>
                    <a:pt x="565" y="42"/>
                  </a:cubicBezTo>
                  <a:cubicBezTo>
                    <a:pt x="565" y="42"/>
                    <a:pt x="565" y="42"/>
                    <a:pt x="565" y="42"/>
                  </a:cubicBezTo>
                  <a:cubicBezTo>
                    <a:pt x="565" y="42"/>
                    <a:pt x="565" y="43"/>
                    <a:pt x="565" y="43"/>
                  </a:cubicBezTo>
                  <a:cubicBezTo>
                    <a:pt x="566" y="44"/>
                    <a:pt x="566" y="44"/>
                    <a:pt x="566" y="45"/>
                  </a:cubicBezTo>
                  <a:cubicBezTo>
                    <a:pt x="567" y="45"/>
                    <a:pt x="567" y="46"/>
                    <a:pt x="567" y="47"/>
                  </a:cubicBezTo>
                  <a:cubicBezTo>
                    <a:pt x="567" y="48"/>
                    <a:pt x="567" y="48"/>
                    <a:pt x="566" y="49"/>
                  </a:cubicBezTo>
                  <a:cubicBezTo>
                    <a:pt x="566" y="49"/>
                    <a:pt x="565" y="50"/>
                    <a:pt x="565" y="50"/>
                  </a:cubicBezTo>
                  <a:cubicBezTo>
                    <a:pt x="563" y="50"/>
                    <a:pt x="562" y="50"/>
                    <a:pt x="560" y="50"/>
                  </a:cubicBezTo>
                  <a:cubicBezTo>
                    <a:pt x="560" y="50"/>
                    <a:pt x="559" y="50"/>
                    <a:pt x="559" y="50"/>
                  </a:cubicBezTo>
                  <a:cubicBezTo>
                    <a:pt x="559" y="50"/>
                    <a:pt x="559" y="50"/>
                    <a:pt x="559" y="50"/>
                  </a:cubicBezTo>
                  <a:cubicBezTo>
                    <a:pt x="557" y="50"/>
                    <a:pt x="554" y="50"/>
                    <a:pt x="551" y="50"/>
                  </a:cubicBezTo>
                  <a:cubicBezTo>
                    <a:pt x="551" y="50"/>
                    <a:pt x="551" y="50"/>
                    <a:pt x="551" y="50"/>
                  </a:cubicBezTo>
                  <a:cubicBezTo>
                    <a:pt x="550" y="50"/>
                    <a:pt x="548" y="50"/>
                    <a:pt x="547" y="50"/>
                  </a:cubicBezTo>
                  <a:cubicBezTo>
                    <a:pt x="547" y="50"/>
                    <a:pt x="546" y="50"/>
                    <a:pt x="546" y="50"/>
                  </a:cubicBezTo>
                  <a:cubicBezTo>
                    <a:pt x="540" y="50"/>
                    <a:pt x="536" y="51"/>
                    <a:pt x="533" y="52"/>
                  </a:cubicBezTo>
                  <a:cubicBezTo>
                    <a:pt x="533" y="52"/>
                    <a:pt x="533" y="52"/>
                    <a:pt x="533" y="52"/>
                  </a:cubicBezTo>
                  <a:cubicBezTo>
                    <a:pt x="531" y="52"/>
                    <a:pt x="530" y="53"/>
                    <a:pt x="529" y="53"/>
                  </a:cubicBezTo>
                  <a:cubicBezTo>
                    <a:pt x="527" y="54"/>
                    <a:pt x="526" y="54"/>
                    <a:pt x="525" y="54"/>
                  </a:cubicBezTo>
                  <a:cubicBezTo>
                    <a:pt x="525" y="54"/>
                    <a:pt x="525" y="54"/>
                    <a:pt x="525" y="54"/>
                  </a:cubicBezTo>
                  <a:cubicBezTo>
                    <a:pt x="525" y="54"/>
                    <a:pt x="525" y="54"/>
                    <a:pt x="525" y="54"/>
                  </a:cubicBezTo>
                  <a:cubicBezTo>
                    <a:pt x="525" y="54"/>
                    <a:pt x="525" y="54"/>
                    <a:pt x="525" y="54"/>
                  </a:cubicBezTo>
                  <a:cubicBezTo>
                    <a:pt x="524" y="54"/>
                    <a:pt x="523" y="54"/>
                    <a:pt x="522" y="53"/>
                  </a:cubicBezTo>
                  <a:cubicBezTo>
                    <a:pt x="522" y="53"/>
                    <a:pt x="522" y="53"/>
                    <a:pt x="522" y="53"/>
                  </a:cubicBezTo>
                  <a:cubicBezTo>
                    <a:pt x="522" y="53"/>
                    <a:pt x="522" y="53"/>
                    <a:pt x="522" y="53"/>
                  </a:cubicBezTo>
                  <a:cubicBezTo>
                    <a:pt x="519" y="51"/>
                    <a:pt x="517" y="47"/>
                    <a:pt x="516" y="44"/>
                  </a:cubicBezTo>
                  <a:cubicBezTo>
                    <a:pt x="514" y="41"/>
                    <a:pt x="512" y="39"/>
                    <a:pt x="510" y="38"/>
                  </a:cubicBezTo>
                  <a:cubicBezTo>
                    <a:pt x="510" y="38"/>
                    <a:pt x="510" y="38"/>
                    <a:pt x="510" y="38"/>
                  </a:cubicBezTo>
                  <a:cubicBezTo>
                    <a:pt x="510" y="38"/>
                    <a:pt x="510" y="38"/>
                    <a:pt x="510" y="38"/>
                  </a:cubicBezTo>
                  <a:cubicBezTo>
                    <a:pt x="505" y="36"/>
                    <a:pt x="500" y="32"/>
                    <a:pt x="497" y="30"/>
                  </a:cubicBezTo>
                  <a:cubicBezTo>
                    <a:pt x="496" y="30"/>
                    <a:pt x="496" y="29"/>
                    <a:pt x="496" y="29"/>
                  </a:cubicBezTo>
                  <a:cubicBezTo>
                    <a:pt x="496" y="29"/>
                    <a:pt x="496" y="29"/>
                    <a:pt x="496" y="29"/>
                  </a:cubicBezTo>
                  <a:cubicBezTo>
                    <a:pt x="496" y="29"/>
                    <a:pt x="496" y="29"/>
                    <a:pt x="496" y="29"/>
                  </a:cubicBezTo>
                  <a:cubicBezTo>
                    <a:pt x="496" y="28"/>
                    <a:pt x="496" y="28"/>
                    <a:pt x="496" y="28"/>
                  </a:cubicBezTo>
                  <a:cubicBezTo>
                    <a:pt x="496" y="29"/>
                    <a:pt x="496" y="29"/>
                    <a:pt x="496" y="29"/>
                  </a:cubicBezTo>
                  <a:cubicBezTo>
                    <a:pt x="497" y="28"/>
                    <a:pt x="497" y="28"/>
                    <a:pt x="497" y="28"/>
                  </a:cubicBezTo>
                  <a:cubicBezTo>
                    <a:pt x="497" y="28"/>
                    <a:pt x="497" y="28"/>
                    <a:pt x="497" y="28"/>
                  </a:cubicBezTo>
                  <a:cubicBezTo>
                    <a:pt x="497" y="26"/>
                    <a:pt x="497" y="26"/>
                    <a:pt x="497" y="26"/>
                  </a:cubicBezTo>
                  <a:cubicBezTo>
                    <a:pt x="497" y="26"/>
                    <a:pt x="497" y="26"/>
                    <a:pt x="497" y="26"/>
                  </a:cubicBezTo>
                  <a:cubicBezTo>
                    <a:pt x="497" y="26"/>
                    <a:pt x="497" y="26"/>
                    <a:pt x="497" y="26"/>
                  </a:cubicBezTo>
                  <a:cubicBezTo>
                    <a:pt x="497" y="26"/>
                    <a:pt x="497" y="26"/>
                    <a:pt x="497" y="26"/>
                  </a:cubicBezTo>
                  <a:cubicBezTo>
                    <a:pt x="497" y="26"/>
                    <a:pt x="497" y="26"/>
                    <a:pt x="497" y="26"/>
                  </a:cubicBezTo>
                  <a:cubicBezTo>
                    <a:pt x="497" y="26"/>
                    <a:pt x="497" y="26"/>
                    <a:pt x="497" y="26"/>
                  </a:cubicBezTo>
                  <a:cubicBezTo>
                    <a:pt x="497" y="26"/>
                    <a:pt x="497" y="26"/>
                    <a:pt x="497" y="26"/>
                  </a:cubicBezTo>
                  <a:cubicBezTo>
                    <a:pt x="497" y="26"/>
                    <a:pt x="497" y="26"/>
                    <a:pt x="497" y="26"/>
                  </a:cubicBezTo>
                  <a:cubicBezTo>
                    <a:pt x="497" y="26"/>
                    <a:pt x="497" y="26"/>
                    <a:pt x="497" y="26"/>
                  </a:cubicBezTo>
                  <a:cubicBezTo>
                    <a:pt x="497" y="26"/>
                    <a:pt x="497" y="26"/>
                    <a:pt x="497" y="26"/>
                  </a:cubicBezTo>
                  <a:cubicBezTo>
                    <a:pt x="497" y="26"/>
                    <a:pt x="497" y="26"/>
                    <a:pt x="497" y="26"/>
                  </a:cubicBezTo>
                  <a:cubicBezTo>
                    <a:pt x="498" y="26"/>
                    <a:pt x="498" y="26"/>
                    <a:pt x="499" y="26"/>
                  </a:cubicBezTo>
                  <a:cubicBezTo>
                    <a:pt x="500" y="26"/>
                    <a:pt x="501" y="27"/>
                    <a:pt x="503" y="27"/>
                  </a:cubicBezTo>
                  <a:cubicBezTo>
                    <a:pt x="507" y="28"/>
                    <a:pt x="512" y="29"/>
                    <a:pt x="517" y="30"/>
                  </a:cubicBezTo>
                  <a:cubicBezTo>
                    <a:pt x="528" y="32"/>
                    <a:pt x="540" y="34"/>
                    <a:pt x="547" y="34"/>
                  </a:cubicBezTo>
                  <a:cubicBezTo>
                    <a:pt x="547" y="34"/>
                    <a:pt x="547" y="34"/>
                    <a:pt x="547" y="34"/>
                  </a:cubicBezTo>
                  <a:cubicBezTo>
                    <a:pt x="548" y="34"/>
                    <a:pt x="548" y="34"/>
                    <a:pt x="548" y="34"/>
                  </a:cubicBezTo>
                  <a:cubicBezTo>
                    <a:pt x="548" y="34"/>
                    <a:pt x="548" y="34"/>
                    <a:pt x="548" y="34"/>
                  </a:cubicBezTo>
                  <a:cubicBezTo>
                    <a:pt x="549" y="34"/>
                    <a:pt x="550" y="34"/>
                    <a:pt x="550" y="34"/>
                  </a:cubicBezTo>
                  <a:cubicBezTo>
                    <a:pt x="553" y="33"/>
                    <a:pt x="558" y="32"/>
                    <a:pt x="562" y="31"/>
                  </a:cubicBezTo>
                  <a:cubicBezTo>
                    <a:pt x="565" y="31"/>
                    <a:pt x="568" y="30"/>
                    <a:pt x="570" y="29"/>
                  </a:cubicBezTo>
                  <a:cubicBezTo>
                    <a:pt x="569" y="29"/>
                    <a:pt x="569" y="29"/>
                    <a:pt x="569" y="29"/>
                  </a:cubicBezTo>
                  <a:cubicBezTo>
                    <a:pt x="567" y="28"/>
                    <a:pt x="564" y="27"/>
                    <a:pt x="562" y="25"/>
                  </a:cubicBezTo>
                  <a:cubicBezTo>
                    <a:pt x="556" y="23"/>
                    <a:pt x="549" y="20"/>
                    <a:pt x="547" y="20"/>
                  </a:cubicBezTo>
                  <a:cubicBezTo>
                    <a:pt x="547" y="20"/>
                    <a:pt x="547" y="20"/>
                    <a:pt x="547" y="20"/>
                  </a:cubicBezTo>
                  <a:cubicBezTo>
                    <a:pt x="547" y="20"/>
                    <a:pt x="547" y="20"/>
                    <a:pt x="547" y="20"/>
                  </a:cubicBezTo>
                  <a:cubicBezTo>
                    <a:pt x="544" y="19"/>
                    <a:pt x="539" y="18"/>
                    <a:pt x="535" y="16"/>
                  </a:cubicBezTo>
                  <a:cubicBezTo>
                    <a:pt x="530" y="15"/>
                    <a:pt x="525" y="14"/>
                    <a:pt x="521" y="14"/>
                  </a:cubicBezTo>
                  <a:cubicBezTo>
                    <a:pt x="521" y="14"/>
                    <a:pt x="521" y="14"/>
                    <a:pt x="521" y="14"/>
                  </a:cubicBezTo>
                  <a:cubicBezTo>
                    <a:pt x="521" y="14"/>
                    <a:pt x="521" y="14"/>
                    <a:pt x="520" y="14"/>
                  </a:cubicBezTo>
                  <a:cubicBezTo>
                    <a:pt x="520" y="14"/>
                    <a:pt x="520" y="14"/>
                    <a:pt x="520" y="14"/>
                  </a:cubicBezTo>
                  <a:cubicBezTo>
                    <a:pt x="517" y="14"/>
                    <a:pt x="513" y="14"/>
                    <a:pt x="510" y="14"/>
                  </a:cubicBezTo>
                  <a:cubicBezTo>
                    <a:pt x="509" y="14"/>
                    <a:pt x="509" y="14"/>
                    <a:pt x="508" y="14"/>
                  </a:cubicBezTo>
                  <a:cubicBezTo>
                    <a:pt x="508" y="14"/>
                    <a:pt x="508" y="14"/>
                    <a:pt x="508" y="14"/>
                  </a:cubicBezTo>
                  <a:cubicBezTo>
                    <a:pt x="504" y="14"/>
                    <a:pt x="499" y="14"/>
                    <a:pt x="495" y="12"/>
                  </a:cubicBezTo>
                  <a:cubicBezTo>
                    <a:pt x="495" y="12"/>
                    <a:pt x="495" y="12"/>
                    <a:pt x="495" y="12"/>
                  </a:cubicBezTo>
                  <a:cubicBezTo>
                    <a:pt x="487" y="9"/>
                    <a:pt x="477" y="8"/>
                    <a:pt x="474" y="8"/>
                  </a:cubicBezTo>
                  <a:cubicBezTo>
                    <a:pt x="474" y="8"/>
                    <a:pt x="474" y="8"/>
                    <a:pt x="474" y="8"/>
                  </a:cubicBezTo>
                  <a:cubicBezTo>
                    <a:pt x="472" y="8"/>
                    <a:pt x="470" y="7"/>
                    <a:pt x="468" y="6"/>
                  </a:cubicBezTo>
                  <a:cubicBezTo>
                    <a:pt x="466" y="4"/>
                    <a:pt x="464" y="3"/>
                    <a:pt x="462" y="2"/>
                  </a:cubicBezTo>
                  <a:cubicBezTo>
                    <a:pt x="462" y="2"/>
                    <a:pt x="462" y="2"/>
                    <a:pt x="462" y="2"/>
                  </a:cubicBezTo>
                  <a:cubicBezTo>
                    <a:pt x="462" y="2"/>
                    <a:pt x="460" y="2"/>
                    <a:pt x="458" y="2"/>
                  </a:cubicBezTo>
                  <a:cubicBezTo>
                    <a:pt x="457" y="1"/>
                    <a:pt x="454" y="1"/>
                    <a:pt x="452" y="1"/>
                  </a:cubicBezTo>
                  <a:cubicBezTo>
                    <a:pt x="447" y="1"/>
                    <a:pt x="441" y="1"/>
                    <a:pt x="436" y="0"/>
                  </a:cubicBezTo>
                  <a:cubicBezTo>
                    <a:pt x="436" y="0"/>
                    <a:pt x="436" y="0"/>
                    <a:pt x="436" y="0"/>
                  </a:cubicBezTo>
                  <a:cubicBezTo>
                    <a:pt x="429" y="0"/>
                    <a:pt x="421" y="0"/>
                    <a:pt x="415" y="0"/>
                  </a:cubicBezTo>
                  <a:cubicBezTo>
                    <a:pt x="414" y="0"/>
                    <a:pt x="413" y="0"/>
                    <a:pt x="412" y="0"/>
                  </a:cubicBezTo>
                  <a:cubicBezTo>
                    <a:pt x="412" y="0"/>
                    <a:pt x="412" y="0"/>
                    <a:pt x="412" y="0"/>
                  </a:cubicBezTo>
                </a:path>
              </a:pathLst>
            </a:custGeom>
            <a:solidFill>
              <a:srgbClr val="F5F5F5"/>
            </a:solidFill>
            <a:ln>
              <a:noFill/>
            </a:ln>
          </p:spPr>
          <p:txBody>
            <a:bodyPr vert="horz" wrap="square" lIns="91440" tIns="45720" rIns="91440" bIns="45720" numCol="1" anchor="t" anchorCtr="0" compatLnSpc="1">
              <a:prstTxWarp prst="textNoShape">
                <a:avLst/>
              </a:prstTxWarp>
            </a:bodyPr>
            <a:lstStyle/>
            <a:p>
              <a:endParaRPr lang="zh-CN" altLang="en-US"/>
            </a:p>
          </p:txBody>
        </p:sp>
      </p:grpSp>
      <p:sp>
        <p:nvSpPr>
          <p:cNvPr id="61" name="椭圆 60"/>
          <p:cNvSpPr/>
          <p:nvPr/>
        </p:nvSpPr>
        <p:spPr>
          <a:xfrm>
            <a:off x="6660449" y="1710777"/>
            <a:ext cx="623795" cy="623795"/>
          </a:xfrm>
          <a:prstGeom prst="ellipse">
            <a:avLst/>
          </a:prstGeom>
          <a:gradFill>
            <a:gsLst>
              <a:gs pos="22000">
                <a:schemeClr val="bg1">
                  <a:alpha val="40000"/>
                </a:schemeClr>
              </a:gs>
              <a:gs pos="50000">
                <a:srgbClr val="FFFFFF">
                  <a:alpha val="10000"/>
                </a:srgbClr>
              </a:gs>
              <a:gs pos="50000">
                <a:schemeClr val="bg1">
                  <a:alpha val="20000"/>
                </a:schemeClr>
              </a:gs>
              <a:gs pos="15000">
                <a:schemeClr val="bg1">
                  <a:alpha val="87000"/>
                </a:schemeClr>
              </a:gs>
            </a:gsLst>
            <a:lin ang="2700000" scaled="0"/>
          </a:gradFill>
          <a:ln>
            <a:gradFill>
              <a:gsLst>
                <a:gs pos="75000">
                  <a:srgbClr val="F0F0F0"/>
                </a:gs>
                <a:gs pos="50000">
                  <a:srgbClr val="C8C8C8"/>
                </a:gs>
                <a:gs pos="25000">
                  <a:srgbClr val="F0F0F0"/>
                </a:gs>
                <a:gs pos="0">
                  <a:schemeClr val="bg1"/>
                </a:gs>
                <a:gs pos="100000">
                  <a:schemeClr val="bg1"/>
                </a:gs>
              </a:gsLst>
              <a:lin ang="2700000" scaled="0"/>
            </a:gradFill>
          </a:ln>
          <a:effectLst>
            <a:outerShdw blurRad="228600" dist="88900" dir="2700000" algn="tl"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62" name="椭圆 61"/>
          <p:cNvSpPr/>
          <p:nvPr/>
        </p:nvSpPr>
        <p:spPr>
          <a:xfrm>
            <a:off x="3602388" y="2021352"/>
            <a:ext cx="623795" cy="623795"/>
          </a:xfrm>
          <a:prstGeom prst="ellipse">
            <a:avLst/>
          </a:prstGeom>
          <a:gradFill>
            <a:gsLst>
              <a:gs pos="22000">
                <a:schemeClr val="bg1">
                  <a:alpha val="40000"/>
                </a:schemeClr>
              </a:gs>
              <a:gs pos="50000">
                <a:srgbClr val="FFFFFF">
                  <a:alpha val="10000"/>
                </a:srgbClr>
              </a:gs>
              <a:gs pos="50000">
                <a:schemeClr val="bg1">
                  <a:alpha val="20000"/>
                </a:schemeClr>
              </a:gs>
              <a:gs pos="15000">
                <a:schemeClr val="bg1">
                  <a:alpha val="87000"/>
                </a:schemeClr>
              </a:gs>
            </a:gsLst>
            <a:lin ang="2700000" scaled="0"/>
          </a:gradFill>
          <a:ln>
            <a:gradFill>
              <a:gsLst>
                <a:gs pos="75000">
                  <a:srgbClr val="F0F0F0"/>
                </a:gs>
                <a:gs pos="50000">
                  <a:srgbClr val="C8C8C8"/>
                </a:gs>
                <a:gs pos="25000">
                  <a:srgbClr val="F0F0F0"/>
                </a:gs>
                <a:gs pos="0">
                  <a:schemeClr val="bg1"/>
                </a:gs>
                <a:gs pos="100000">
                  <a:schemeClr val="bg1"/>
                </a:gs>
              </a:gsLst>
              <a:lin ang="2700000" scaled="0"/>
            </a:gradFill>
          </a:ln>
          <a:effectLst>
            <a:outerShdw blurRad="228600" dist="88900" dir="2700000" algn="tl"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63" name="椭圆 62"/>
          <p:cNvSpPr/>
          <p:nvPr/>
        </p:nvSpPr>
        <p:spPr>
          <a:xfrm>
            <a:off x="7210425" y="3080590"/>
            <a:ext cx="623795" cy="623795"/>
          </a:xfrm>
          <a:prstGeom prst="ellipse">
            <a:avLst/>
          </a:prstGeom>
          <a:gradFill>
            <a:gsLst>
              <a:gs pos="22000">
                <a:schemeClr val="bg1">
                  <a:alpha val="40000"/>
                </a:schemeClr>
              </a:gs>
              <a:gs pos="50000">
                <a:srgbClr val="FFFFFF">
                  <a:alpha val="10000"/>
                </a:srgbClr>
              </a:gs>
              <a:gs pos="50000">
                <a:schemeClr val="bg1">
                  <a:alpha val="20000"/>
                </a:schemeClr>
              </a:gs>
              <a:gs pos="15000">
                <a:schemeClr val="bg1">
                  <a:alpha val="87000"/>
                </a:schemeClr>
              </a:gs>
            </a:gsLst>
            <a:lin ang="2700000" scaled="0"/>
          </a:gradFill>
          <a:ln>
            <a:gradFill>
              <a:gsLst>
                <a:gs pos="75000">
                  <a:srgbClr val="F0F0F0"/>
                </a:gs>
                <a:gs pos="50000">
                  <a:srgbClr val="C8C8C8"/>
                </a:gs>
                <a:gs pos="25000">
                  <a:srgbClr val="F0F0F0"/>
                </a:gs>
                <a:gs pos="0">
                  <a:schemeClr val="bg1"/>
                </a:gs>
                <a:gs pos="100000">
                  <a:schemeClr val="bg1"/>
                </a:gs>
              </a:gsLst>
              <a:lin ang="2700000" scaled="0"/>
            </a:gradFill>
          </a:ln>
          <a:effectLst>
            <a:outerShdw blurRad="228600" dist="88900" dir="2700000" algn="tl"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64" name="椭圆 63"/>
          <p:cNvSpPr/>
          <p:nvPr/>
        </p:nvSpPr>
        <p:spPr>
          <a:xfrm>
            <a:off x="6641860" y="4533949"/>
            <a:ext cx="623795" cy="623795"/>
          </a:xfrm>
          <a:prstGeom prst="ellipse">
            <a:avLst/>
          </a:prstGeom>
          <a:gradFill>
            <a:gsLst>
              <a:gs pos="22000">
                <a:schemeClr val="bg1">
                  <a:alpha val="40000"/>
                </a:schemeClr>
              </a:gs>
              <a:gs pos="50000">
                <a:srgbClr val="FFFFFF">
                  <a:alpha val="10000"/>
                </a:srgbClr>
              </a:gs>
              <a:gs pos="50000">
                <a:schemeClr val="bg1">
                  <a:alpha val="20000"/>
                </a:schemeClr>
              </a:gs>
              <a:gs pos="15000">
                <a:schemeClr val="bg1">
                  <a:alpha val="87000"/>
                </a:schemeClr>
              </a:gs>
            </a:gsLst>
            <a:lin ang="2700000" scaled="0"/>
          </a:gradFill>
          <a:ln>
            <a:gradFill>
              <a:gsLst>
                <a:gs pos="75000">
                  <a:srgbClr val="F0F0F0"/>
                </a:gs>
                <a:gs pos="50000">
                  <a:srgbClr val="C8C8C8"/>
                </a:gs>
                <a:gs pos="25000">
                  <a:srgbClr val="F0F0F0"/>
                </a:gs>
                <a:gs pos="0">
                  <a:schemeClr val="bg1"/>
                </a:gs>
                <a:gs pos="100000">
                  <a:schemeClr val="bg1"/>
                </a:gs>
              </a:gsLst>
              <a:lin ang="2700000" scaled="0"/>
            </a:gradFill>
          </a:ln>
          <a:effectLst>
            <a:outerShdw blurRad="228600" dist="88900" dir="2700000" algn="tl"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65" name="椭圆 64"/>
          <p:cNvSpPr/>
          <p:nvPr/>
        </p:nvSpPr>
        <p:spPr>
          <a:xfrm>
            <a:off x="5246355" y="5086936"/>
            <a:ext cx="623795" cy="623795"/>
          </a:xfrm>
          <a:prstGeom prst="ellipse">
            <a:avLst/>
          </a:prstGeom>
          <a:gradFill>
            <a:gsLst>
              <a:gs pos="22000">
                <a:schemeClr val="bg1">
                  <a:alpha val="40000"/>
                </a:schemeClr>
              </a:gs>
              <a:gs pos="50000">
                <a:srgbClr val="FFFFFF">
                  <a:alpha val="10000"/>
                </a:srgbClr>
              </a:gs>
              <a:gs pos="50000">
                <a:schemeClr val="bg1">
                  <a:alpha val="20000"/>
                </a:schemeClr>
              </a:gs>
              <a:gs pos="15000">
                <a:schemeClr val="bg1">
                  <a:alpha val="87000"/>
                </a:schemeClr>
              </a:gs>
            </a:gsLst>
            <a:lin ang="2700000" scaled="0"/>
          </a:gradFill>
          <a:ln>
            <a:gradFill>
              <a:gsLst>
                <a:gs pos="75000">
                  <a:srgbClr val="F0F0F0"/>
                </a:gs>
                <a:gs pos="50000">
                  <a:srgbClr val="C8C8C8"/>
                </a:gs>
                <a:gs pos="25000">
                  <a:srgbClr val="F0F0F0"/>
                </a:gs>
                <a:gs pos="0">
                  <a:schemeClr val="bg1"/>
                </a:gs>
                <a:gs pos="100000">
                  <a:schemeClr val="bg1"/>
                </a:gs>
              </a:gsLst>
              <a:lin ang="2700000" scaled="0"/>
            </a:gradFill>
          </a:ln>
          <a:effectLst>
            <a:outerShdw blurRad="228600" dist="88900" dir="2700000" algn="tl"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66" name="椭圆 65"/>
          <p:cNvSpPr/>
          <p:nvPr/>
        </p:nvSpPr>
        <p:spPr>
          <a:xfrm>
            <a:off x="3602388" y="4253412"/>
            <a:ext cx="623795" cy="623795"/>
          </a:xfrm>
          <a:prstGeom prst="ellipse">
            <a:avLst/>
          </a:prstGeom>
          <a:gradFill>
            <a:gsLst>
              <a:gs pos="22000">
                <a:schemeClr val="bg1">
                  <a:alpha val="40000"/>
                </a:schemeClr>
              </a:gs>
              <a:gs pos="50000">
                <a:srgbClr val="FFFFFF">
                  <a:alpha val="10000"/>
                </a:srgbClr>
              </a:gs>
              <a:gs pos="50000">
                <a:schemeClr val="bg1">
                  <a:alpha val="20000"/>
                </a:schemeClr>
              </a:gs>
              <a:gs pos="15000">
                <a:schemeClr val="bg1">
                  <a:alpha val="87000"/>
                </a:schemeClr>
              </a:gs>
            </a:gsLst>
            <a:lin ang="2700000" scaled="0"/>
          </a:gradFill>
          <a:ln>
            <a:gradFill>
              <a:gsLst>
                <a:gs pos="75000">
                  <a:srgbClr val="F0F0F0"/>
                </a:gs>
                <a:gs pos="50000">
                  <a:srgbClr val="C8C8C8"/>
                </a:gs>
                <a:gs pos="25000">
                  <a:srgbClr val="F0F0F0"/>
                </a:gs>
                <a:gs pos="0">
                  <a:schemeClr val="bg1"/>
                </a:gs>
                <a:gs pos="100000">
                  <a:schemeClr val="bg1"/>
                </a:gs>
              </a:gsLst>
              <a:lin ang="2700000" scaled="0"/>
            </a:gradFill>
          </a:ln>
          <a:effectLst>
            <a:outerShdw blurRad="228600" dist="88900" dir="2700000" algn="tl"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nvGrpSpPr>
          <p:cNvPr id="67" name="组合 1"/>
          <p:cNvGrpSpPr/>
          <p:nvPr/>
        </p:nvGrpSpPr>
        <p:grpSpPr>
          <a:xfrm>
            <a:off x="5246355" y="1142685"/>
            <a:ext cx="623795" cy="623795"/>
            <a:chOff x="5246355" y="1142685"/>
            <a:chExt cx="623795" cy="623795"/>
          </a:xfrm>
        </p:grpSpPr>
        <p:pic>
          <p:nvPicPr>
            <p:cNvPr id="91" name="图片 90"/>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5325782" y="1217986"/>
              <a:ext cx="470549" cy="470549"/>
            </a:xfrm>
            <a:prstGeom prst="rect">
              <a:avLst/>
            </a:prstGeom>
            <a:effectLst>
              <a:outerShdw blurRad="152400" dist="38100" dir="2700000" algn="tl" rotWithShape="0">
                <a:prstClr val="black">
                  <a:alpha val="28000"/>
                </a:prstClr>
              </a:outerShdw>
            </a:effectLst>
          </p:spPr>
        </p:pic>
        <p:sp>
          <p:nvSpPr>
            <p:cNvPr id="92" name="椭圆 91"/>
            <p:cNvSpPr/>
            <p:nvPr/>
          </p:nvSpPr>
          <p:spPr>
            <a:xfrm>
              <a:off x="5246355" y="1142685"/>
              <a:ext cx="623795" cy="623795"/>
            </a:xfrm>
            <a:prstGeom prst="ellipse">
              <a:avLst/>
            </a:prstGeom>
            <a:gradFill>
              <a:gsLst>
                <a:gs pos="22000">
                  <a:schemeClr val="bg1">
                    <a:alpha val="40000"/>
                  </a:schemeClr>
                </a:gs>
                <a:gs pos="50000">
                  <a:srgbClr val="FFFFFF">
                    <a:alpha val="10000"/>
                  </a:srgbClr>
                </a:gs>
                <a:gs pos="50000">
                  <a:schemeClr val="bg1">
                    <a:alpha val="20000"/>
                  </a:schemeClr>
                </a:gs>
                <a:gs pos="15000">
                  <a:schemeClr val="bg1">
                    <a:alpha val="87000"/>
                  </a:schemeClr>
                </a:gs>
              </a:gsLst>
              <a:lin ang="2700000" scaled="0"/>
            </a:gradFill>
            <a:ln>
              <a:gradFill>
                <a:gsLst>
                  <a:gs pos="75000">
                    <a:srgbClr val="F0F0F0"/>
                  </a:gs>
                  <a:gs pos="50000">
                    <a:srgbClr val="C8C8C8"/>
                  </a:gs>
                  <a:gs pos="25000">
                    <a:srgbClr val="F0F0F0"/>
                  </a:gs>
                  <a:gs pos="0">
                    <a:schemeClr val="bg1"/>
                  </a:gs>
                  <a:gs pos="100000">
                    <a:schemeClr val="bg1"/>
                  </a:gs>
                </a:gsLst>
                <a:lin ang="2700000" scaled="0"/>
              </a:gradFill>
            </a:ln>
            <a:effectLst>
              <a:outerShdw blurRad="228600" dist="88900" dir="2700000" algn="tl"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93" name="Freeform 74"/>
            <p:cNvSpPr>
              <a:spLocks noEditPoints="1"/>
            </p:cNvSpPr>
            <p:nvPr/>
          </p:nvSpPr>
          <p:spPr bwMode="auto">
            <a:xfrm>
              <a:off x="5493361" y="1289273"/>
              <a:ext cx="130369" cy="289441"/>
            </a:xfrm>
            <a:custGeom>
              <a:avLst/>
              <a:gdLst>
                <a:gd name="T0" fmla="*/ 14 w 46"/>
                <a:gd name="T1" fmla="*/ 0 h 102"/>
                <a:gd name="T2" fmla="*/ 30 w 46"/>
                <a:gd name="T3" fmla="*/ 0 h 102"/>
                <a:gd name="T4" fmla="*/ 46 w 46"/>
                <a:gd name="T5" fmla="*/ 102 h 102"/>
                <a:gd name="T6" fmla="*/ 33 w 46"/>
                <a:gd name="T7" fmla="*/ 102 h 102"/>
                <a:gd name="T8" fmla="*/ 30 w 46"/>
                <a:gd name="T9" fmla="*/ 83 h 102"/>
                <a:gd name="T10" fmla="*/ 15 w 46"/>
                <a:gd name="T11" fmla="*/ 83 h 102"/>
                <a:gd name="T12" fmla="*/ 12 w 46"/>
                <a:gd name="T13" fmla="*/ 102 h 102"/>
                <a:gd name="T14" fmla="*/ 0 w 46"/>
                <a:gd name="T15" fmla="*/ 102 h 102"/>
                <a:gd name="T16" fmla="*/ 14 w 46"/>
                <a:gd name="T17" fmla="*/ 0 h 102"/>
                <a:gd name="T18" fmla="*/ 29 w 46"/>
                <a:gd name="T19" fmla="*/ 70 h 102"/>
                <a:gd name="T20" fmla="*/ 22 w 46"/>
                <a:gd name="T21" fmla="*/ 17 h 102"/>
                <a:gd name="T22" fmla="*/ 21 w 46"/>
                <a:gd name="T23" fmla="*/ 36 h 102"/>
                <a:gd name="T24" fmla="*/ 16 w 46"/>
                <a:gd name="T25" fmla="*/ 70 h 102"/>
                <a:gd name="T26" fmla="*/ 29 w 46"/>
                <a:gd name="T27" fmla="*/ 7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 h="102">
                  <a:moveTo>
                    <a:pt x="14" y="0"/>
                  </a:moveTo>
                  <a:cubicBezTo>
                    <a:pt x="30" y="0"/>
                    <a:pt x="30" y="0"/>
                    <a:pt x="30" y="0"/>
                  </a:cubicBezTo>
                  <a:cubicBezTo>
                    <a:pt x="46" y="102"/>
                    <a:pt x="46" y="102"/>
                    <a:pt x="46" y="102"/>
                  </a:cubicBezTo>
                  <a:cubicBezTo>
                    <a:pt x="33" y="102"/>
                    <a:pt x="33" y="102"/>
                    <a:pt x="33" y="102"/>
                  </a:cubicBezTo>
                  <a:cubicBezTo>
                    <a:pt x="30" y="83"/>
                    <a:pt x="30" y="83"/>
                    <a:pt x="30" y="83"/>
                  </a:cubicBezTo>
                  <a:cubicBezTo>
                    <a:pt x="15" y="83"/>
                    <a:pt x="15" y="83"/>
                    <a:pt x="15" y="83"/>
                  </a:cubicBezTo>
                  <a:cubicBezTo>
                    <a:pt x="12" y="102"/>
                    <a:pt x="12" y="102"/>
                    <a:pt x="12" y="102"/>
                  </a:cubicBezTo>
                  <a:cubicBezTo>
                    <a:pt x="0" y="102"/>
                    <a:pt x="0" y="102"/>
                    <a:pt x="0" y="102"/>
                  </a:cubicBezTo>
                  <a:lnTo>
                    <a:pt x="14" y="0"/>
                  </a:lnTo>
                  <a:close/>
                  <a:moveTo>
                    <a:pt x="29" y="70"/>
                  </a:moveTo>
                  <a:cubicBezTo>
                    <a:pt x="22" y="17"/>
                    <a:pt x="22" y="17"/>
                    <a:pt x="22" y="17"/>
                  </a:cubicBezTo>
                  <a:cubicBezTo>
                    <a:pt x="22" y="23"/>
                    <a:pt x="22" y="30"/>
                    <a:pt x="21" y="36"/>
                  </a:cubicBezTo>
                  <a:cubicBezTo>
                    <a:pt x="21" y="38"/>
                    <a:pt x="19" y="49"/>
                    <a:pt x="16" y="70"/>
                  </a:cubicBezTo>
                  <a:lnTo>
                    <a:pt x="29" y="70"/>
                  </a:lnTo>
                  <a:close/>
                </a:path>
              </a:pathLst>
            </a:custGeom>
            <a:solidFill>
              <a:srgbClr val="F2BB28"/>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sp>
        <p:nvSpPr>
          <p:cNvPr id="94" name="Freeform 75"/>
          <p:cNvSpPr>
            <a:spLocks noEditPoints="1"/>
          </p:cNvSpPr>
          <p:nvPr/>
        </p:nvSpPr>
        <p:spPr bwMode="auto">
          <a:xfrm>
            <a:off x="6917418" y="1876128"/>
            <a:ext cx="116016" cy="291834"/>
          </a:xfrm>
          <a:custGeom>
            <a:avLst/>
            <a:gdLst>
              <a:gd name="T0" fmla="*/ 0 w 41"/>
              <a:gd name="T1" fmla="*/ 0 h 103"/>
              <a:gd name="T2" fmla="*/ 27 w 41"/>
              <a:gd name="T3" fmla="*/ 0 h 103"/>
              <a:gd name="T4" fmla="*/ 41 w 41"/>
              <a:gd name="T5" fmla="*/ 17 h 103"/>
              <a:gd name="T6" fmla="*/ 41 w 41"/>
              <a:gd name="T7" fmla="*/ 36 h 103"/>
              <a:gd name="T8" fmla="*/ 31 w 41"/>
              <a:gd name="T9" fmla="*/ 48 h 103"/>
              <a:gd name="T10" fmla="*/ 38 w 41"/>
              <a:gd name="T11" fmla="*/ 52 h 103"/>
              <a:gd name="T12" fmla="*/ 41 w 41"/>
              <a:gd name="T13" fmla="*/ 59 h 103"/>
              <a:gd name="T14" fmla="*/ 41 w 41"/>
              <a:gd name="T15" fmla="*/ 86 h 103"/>
              <a:gd name="T16" fmla="*/ 36 w 41"/>
              <a:gd name="T17" fmla="*/ 99 h 103"/>
              <a:gd name="T18" fmla="*/ 22 w 41"/>
              <a:gd name="T19" fmla="*/ 103 h 103"/>
              <a:gd name="T20" fmla="*/ 0 w 41"/>
              <a:gd name="T21" fmla="*/ 103 h 103"/>
              <a:gd name="T22" fmla="*/ 0 w 41"/>
              <a:gd name="T23" fmla="*/ 0 h 103"/>
              <a:gd name="T24" fmla="*/ 18 w 41"/>
              <a:gd name="T25" fmla="*/ 43 h 103"/>
              <a:gd name="T26" fmla="*/ 27 w 41"/>
              <a:gd name="T27" fmla="*/ 39 h 103"/>
              <a:gd name="T28" fmla="*/ 28 w 41"/>
              <a:gd name="T29" fmla="*/ 28 h 103"/>
              <a:gd name="T30" fmla="*/ 28 w 41"/>
              <a:gd name="T31" fmla="*/ 25 h 103"/>
              <a:gd name="T32" fmla="*/ 28 w 41"/>
              <a:gd name="T33" fmla="*/ 22 h 103"/>
              <a:gd name="T34" fmla="*/ 20 w 41"/>
              <a:gd name="T35" fmla="*/ 12 h 103"/>
              <a:gd name="T36" fmla="*/ 13 w 41"/>
              <a:gd name="T37" fmla="*/ 12 h 103"/>
              <a:gd name="T38" fmla="*/ 13 w 41"/>
              <a:gd name="T39" fmla="*/ 43 h 103"/>
              <a:gd name="T40" fmla="*/ 16 w 41"/>
              <a:gd name="T41" fmla="*/ 43 h 103"/>
              <a:gd name="T42" fmla="*/ 18 w 41"/>
              <a:gd name="T43" fmla="*/ 43 h 103"/>
              <a:gd name="T44" fmla="*/ 22 w 41"/>
              <a:gd name="T45" fmla="*/ 90 h 103"/>
              <a:gd name="T46" fmla="*/ 28 w 41"/>
              <a:gd name="T47" fmla="*/ 81 h 103"/>
              <a:gd name="T48" fmla="*/ 28 w 41"/>
              <a:gd name="T49" fmla="*/ 61 h 103"/>
              <a:gd name="T50" fmla="*/ 23 w 41"/>
              <a:gd name="T51" fmla="*/ 54 h 103"/>
              <a:gd name="T52" fmla="*/ 13 w 41"/>
              <a:gd name="T53" fmla="*/ 54 h 103"/>
              <a:gd name="T54" fmla="*/ 13 w 41"/>
              <a:gd name="T55" fmla="*/ 90 h 103"/>
              <a:gd name="T56" fmla="*/ 22 w 41"/>
              <a:gd name="T57" fmla="*/ 9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 h="103">
                <a:moveTo>
                  <a:pt x="0" y="0"/>
                </a:moveTo>
                <a:cubicBezTo>
                  <a:pt x="27" y="0"/>
                  <a:pt x="27" y="0"/>
                  <a:pt x="27" y="0"/>
                </a:cubicBezTo>
                <a:cubicBezTo>
                  <a:pt x="36" y="0"/>
                  <a:pt x="41" y="5"/>
                  <a:pt x="41" y="17"/>
                </a:cubicBezTo>
                <a:cubicBezTo>
                  <a:pt x="41" y="36"/>
                  <a:pt x="41" y="36"/>
                  <a:pt x="41" y="36"/>
                </a:cubicBezTo>
                <a:cubicBezTo>
                  <a:pt x="41" y="42"/>
                  <a:pt x="37" y="46"/>
                  <a:pt x="31" y="48"/>
                </a:cubicBezTo>
                <a:cubicBezTo>
                  <a:pt x="34" y="48"/>
                  <a:pt x="36" y="50"/>
                  <a:pt x="38" y="52"/>
                </a:cubicBezTo>
                <a:cubicBezTo>
                  <a:pt x="40" y="54"/>
                  <a:pt x="41" y="56"/>
                  <a:pt x="41" y="59"/>
                </a:cubicBezTo>
                <a:cubicBezTo>
                  <a:pt x="41" y="86"/>
                  <a:pt x="41" y="86"/>
                  <a:pt x="41" y="86"/>
                </a:cubicBezTo>
                <a:cubicBezTo>
                  <a:pt x="41" y="92"/>
                  <a:pt x="39" y="97"/>
                  <a:pt x="36" y="99"/>
                </a:cubicBezTo>
                <a:cubicBezTo>
                  <a:pt x="33" y="101"/>
                  <a:pt x="28" y="103"/>
                  <a:pt x="22" y="103"/>
                </a:cubicBezTo>
                <a:cubicBezTo>
                  <a:pt x="0" y="103"/>
                  <a:pt x="0" y="103"/>
                  <a:pt x="0" y="103"/>
                </a:cubicBezTo>
                <a:lnTo>
                  <a:pt x="0" y="0"/>
                </a:lnTo>
                <a:close/>
                <a:moveTo>
                  <a:pt x="18" y="43"/>
                </a:moveTo>
                <a:cubicBezTo>
                  <a:pt x="23" y="43"/>
                  <a:pt x="26" y="42"/>
                  <a:pt x="27" y="39"/>
                </a:cubicBezTo>
                <a:cubicBezTo>
                  <a:pt x="27" y="37"/>
                  <a:pt x="28" y="34"/>
                  <a:pt x="28" y="28"/>
                </a:cubicBezTo>
                <a:cubicBezTo>
                  <a:pt x="28" y="25"/>
                  <a:pt x="28" y="25"/>
                  <a:pt x="28" y="25"/>
                </a:cubicBezTo>
                <a:cubicBezTo>
                  <a:pt x="28" y="22"/>
                  <a:pt x="28" y="22"/>
                  <a:pt x="28" y="22"/>
                </a:cubicBezTo>
                <a:cubicBezTo>
                  <a:pt x="28" y="15"/>
                  <a:pt x="25" y="12"/>
                  <a:pt x="20" y="12"/>
                </a:cubicBezTo>
                <a:cubicBezTo>
                  <a:pt x="13" y="12"/>
                  <a:pt x="13" y="12"/>
                  <a:pt x="13" y="12"/>
                </a:cubicBezTo>
                <a:cubicBezTo>
                  <a:pt x="13" y="43"/>
                  <a:pt x="13" y="43"/>
                  <a:pt x="13" y="43"/>
                </a:cubicBezTo>
                <a:cubicBezTo>
                  <a:pt x="16" y="43"/>
                  <a:pt x="16" y="43"/>
                  <a:pt x="16" y="43"/>
                </a:cubicBezTo>
                <a:lnTo>
                  <a:pt x="18" y="43"/>
                </a:lnTo>
                <a:close/>
                <a:moveTo>
                  <a:pt x="22" y="90"/>
                </a:moveTo>
                <a:cubicBezTo>
                  <a:pt x="26" y="90"/>
                  <a:pt x="28" y="87"/>
                  <a:pt x="28" y="81"/>
                </a:cubicBezTo>
                <a:cubicBezTo>
                  <a:pt x="28" y="61"/>
                  <a:pt x="28" y="61"/>
                  <a:pt x="28" y="61"/>
                </a:cubicBezTo>
                <a:cubicBezTo>
                  <a:pt x="28" y="57"/>
                  <a:pt x="26" y="55"/>
                  <a:pt x="23" y="54"/>
                </a:cubicBezTo>
                <a:cubicBezTo>
                  <a:pt x="13" y="54"/>
                  <a:pt x="13" y="54"/>
                  <a:pt x="13" y="54"/>
                </a:cubicBezTo>
                <a:cubicBezTo>
                  <a:pt x="13" y="90"/>
                  <a:pt x="13" y="90"/>
                  <a:pt x="13" y="90"/>
                </a:cubicBezTo>
                <a:lnTo>
                  <a:pt x="22" y="90"/>
                </a:lnTo>
                <a:close/>
              </a:path>
            </a:pathLst>
          </a:custGeom>
          <a:solidFill>
            <a:srgbClr val="E95907"/>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5" name="Freeform 76"/>
          <p:cNvSpPr>
            <a:spLocks/>
          </p:cNvSpPr>
          <p:nvPr/>
        </p:nvSpPr>
        <p:spPr bwMode="auto">
          <a:xfrm>
            <a:off x="7464462" y="3250622"/>
            <a:ext cx="124388" cy="297814"/>
          </a:xfrm>
          <a:custGeom>
            <a:avLst/>
            <a:gdLst>
              <a:gd name="T0" fmla="*/ 0 w 44"/>
              <a:gd name="T1" fmla="*/ 24 h 105"/>
              <a:gd name="T2" fmla="*/ 6 w 44"/>
              <a:gd name="T3" fmla="*/ 7 h 105"/>
              <a:gd name="T4" fmla="*/ 22 w 44"/>
              <a:gd name="T5" fmla="*/ 0 h 105"/>
              <a:gd name="T6" fmla="*/ 39 w 44"/>
              <a:gd name="T7" fmla="*/ 8 h 105"/>
              <a:gd name="T8" fmla="*/ 44 w 44"/>
              <a:gd name="T9" fmla="*/ 26 h 105"/>
              <a:gd name="T10" fmla="*/ 44 w 44"/>
              <a:gd name="T11" fmla="*/ 39 h 105"/>
              <a:gd name="T12" fmla="*/ 30 w 44"/>
              <a:gd name="T13" fmla="*/ 39 h 105"/>
              <a:gd name="T14" fmla="*/ 30 w 44"/>
              <a:gd name="T15" fmla="*/ 23 h 105"/>
              <a:gd name="T16" fmla="*/ 23 w 44"/>
              <a:gd name="T17" fmla="*/ 12 h 105"/>
              <a:gd name="T18" fmla="*/ 15 w 44"/>
              <a:gd name="T19" fmla="*/ 16 h 105"/>
              <a:gd name="T20" fmla="*/ 13 w 44"/>
              <a:gd name="T21" fmla="*/ 26 h 105"/>
              <a:gd name="T22" fmla="*/ 13 w 44"/>
              <a:gd name="T23" fmla="*/ 85 h 105"/>
              <a:gd name="T24" fmla="*/ 16 w 44"/>
              <a:gd name="T25" fmla="*/ 91 h 105"/>
              <a:gd name="T26" fmla="*/ 22 w 44"/>
              <a:gd name="T27" fmla="*/ 94 h 105"/>
              <a:gd name="T28" fmla="*/ 30 w 44"/>
              <a:gd name="T29" fmla="*/ 81 h 105"/>
              <a:gd name="T30" fmla="*/ 30 w 44"/>
              <a:gd name="T31" fmla="*/ 62 h 105"/>
              <a:gd name="T32" fmla="*/ 44 w 44"/>
              <a:gd name="T33" fmla="*/ 62 h 105"/>
              <a:gd name="T34" fmla="*/ 44 w 44"/>
              <a:gd name="T35" fmla="*/ 81 h 105"/>
              <a:gd name="T36" fmla="*/ 38 w 44"/>
              <a:gd name="T37" fmla="*/ 98 h 105"/>
              <a:gd name="T38" fmla="*/ 22 w 44"/>
              <a:gd name="T39" fmla="*/ 105 h 105"/>
              <a:gd name="T40" fmla="*/ 0 w 44"/>
              <a:gd name="T41" fmla="*/ 80 h 105"/>
              <a:gd name="T42" fmla="*/ 0 w 44"/>
              <a:gd name="T43" fmla="*/ 24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4" h="105">
                <a:moveTo>
                  <a:pt x="0" y="24"/>
                </a:moveTo>
                <a:cubicBezTo>
                  <a:pt x="0" y="17"/>
                  <a:pt x="2" y="12"/>
                  <a:pt x="6" y="7"/>
                </a:cubicBezTo>
                <a:cubicBezTo>
                  <a:pt x="10" y="3"/>
                  <a:pt x="15" y="0"/>
                  <a:pt x="22" y="0"/>
                </a:cubicBezTo>
                <a:cubicBezTo>
                  <a:pt x="30" y="0"/>
                  <a:pt x="36" y="3"/>
                  <a:pt x="39" y="8"/>
                </a:cubicBezTo>
                <a:cubicBezTo>
                  <a:pt x="42" y="12"/>
                  <a:pt x="44" y="18"/>
                  <a:pt x="44" y="26"/>
                </a:cubicBezTo>
                <a:cubicBezTo>
                  <a:pt x="44" y="39"/>
                  <a:pt x="44" y="39"/>
                  <a:pt x="44" y="39"/>
                </a:cubicBezTo>
                <a:cubicBezTo>
                  <a:pt x="30" y="39"/>
                  <a:pt x="30" y="39"/>
                  <a:pt x="30" y="39"/>
                </a:cubicBezTo>
                <a:cubicBezTo>
                  <a:pt x="30" y="23"/>
                  <a:pt x="30" y="23"/>
                  <a:pt x="30" y="23"/>
                </a:cubicBezTo>
                <a:cubicBezTo>
                  <a:pt x="30" y="16"/>
                  <a:pt x="28" y="12"/>
                  <a:pt x="23" y="12"/>
                </a:cubicBezTo>
                <a:cubicBezTo>
                  <a:pt x="19" y="12"/>
                  <a:pt x="16" y="14"/>
                  <a:pt x="15" y="16"/>
                </a:cubicBezTo>
                <a:cubicBezTo>
                  <a:pt x="14" y="18"/>
                  <a:pt x="13" y="22"/>
                  <a:pt x="13" y="26"/>
                </a:cubicBezTo>
                <a:cubicBezTo>
                  <a:pt x="13" y="85"/>
                  <a:pt x="13" y="85"/>
                  <a:pt x="13" y="85"/>
                </a:cubicBezTo>
                <a:cubicBezTo>
                  <a:pt x="13" y="88"/>
                  <a:pt x="14" y="90"/>
                  <a:pt x="16" y="91"/>
                </a:cubicBezTo>
                <a:cubicBezTo>
                  <a:pt x="18" y="93"/>
                  <a:pt x="20" y="94"/>
                  <a:pt x="22" y="94"/>
                </a:cubicBezTo>
                <a:cubicBezTo>
                  <a:pt x="28" y="94"/>
                  <a:pt x="30" y="89"/>
                  <a:pt x="30" y="81"/>
                </a:cubicBezTo>
                <a:cubicBezTo>
                  <a:pt x="30" y="62"/>
                  <a:pt x="30" y="62"/>
                  <a:pt x="30" y="62"/>
                </a:cubicBezTo>
                <a:cubicBezTo>
                  <a:pt x="44" y="62"/>
                  <a:pt x="44" y="62"/>
                  <a:pt x="44" y="62"/>
                </a:cubicBezTo>
                <a:cubicBezTo>
                  <a:pt x="44" y="81"/>
                  <a:pt x="44" y="81"/>
                  <a:pt x="44" y="81"/>
                </a:cubicBezTo>
                <a:cubicBezTo>
                  <a:pt x="44" y="88"/>
                  <a:pt x="42" y="94"/>
                  <a:pt x="38" y="98"/>
                </a:cubicBezTo>
                <a:cubicBezTo>
                  <a:pt x="34" y="103"/>
                  <a:pt x="29" y="105"/>
                  <a:pt x="22" y="105"/>
                </a:cubicBezTo>
                <a:cubicBezTo>
                  <a:pt x="7" y="105"/>
                  <a:pt x="0" y="97"/>
                  <a:pt x="0" y="80"/>
                </a:cubicBezTo>
                <a:lnTo>
                  <a:pt x="0" y="24"/>
                </a:lnTo>
                <a:close/>
              </a:path>
            </a:pathLst>
          </a:custGeom>
          <a:solidFill>
            <a:srgbClr val="B7288D"/>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6" name="Freeform 77"/>
          <p:cNvSpPr>
            <a:spLocks noEditPoints="1"/>
          </p:cNvSpPr>
          <p:nvPr/>
        </p:nvSpPr>
        <p:spPr bwMode="auto">
          <a:xfrm>
            <a:off x="6903417" y="4713778"/>
            <a:ext cx="116016" cy="288246"/>
          </a:xfrm>
          <a:custGeom>
            <a:avLst/>
            <a:gdLst>
              <a:gd name="T0" fmla="*/ 0 w 41"/>
              <a:gd name="T1" fmla="*/ 0 h 102"/>
              <a:gd name="T2" fmla="*/ 24 w 41"/>
              <a:gd name="T3" fmla="*/ 0 h 102"/>
              <a:gd name="T4" fmla="*/ 37 w 41"/>
              <a:gd name="T5" fmla="*/ 3 h 102"/>
              <a:gd name="T6" fmla="*/ 41 w 41"/>
              <a:gd name="T7" fmla="*/ 15 h 102"/>
              <a:gd name="T8" fmla="*/ 41 w 41"/>
              <a:gd name="T9" fmla="*/ 86 h 102"/>
              <a:gd name="T10" fmla="*/ 37 w 41"/>
              <a:gd name="T11" fmla="*/ 98 h 102"/>
              <a:gd name="T12" fmla="*/ 24 w 41"/>
              <a:gd name="T13" fmla="*/ 102 h 102"/>
              <a:gd name="T14" fmla="*/ 0 w 41"/>
              <a:gd name="T15" fmla="*/ 102 h 102"/>
              <a:gd name="T16" fmla="*/ 0 w 41"/>
              <a:gd name="T17" fmla="*/ 0 h 102"/>
              <a:gd name="T18" fmla="*/ 20 w 41"/>
              <a:gd name="T19" fmla="*/ 90 h 102"/>
              <a:gd name="T20" fmla="*/ 26 w 41"/>
              <a:gd name="T21" fmla="*/ 87 h 102"/>
              <a:gd name="T22" fmla="*/ 27 w 41"/>
              <a:gd name="T23" fmla="*/ 80 h 102"/>
              <a:gd name="T24" fmla="*/ 27 w 41"/>
              <a:gd name="T25" fmla="*/ 18 h 102"/>
              <a:gd name="T26" fmla="*/ 25 w 41"/>
              <a:gd name="T27" fmla="*/ 14 h 102"/>
              <a:gd name="T28" fmla="*/ 21 w 41"/>
              <a:gd name="T29" fmla="*/ 12 h 102"/>
              <a:gd name="T30" fmla="*/ 16 w 41"/>
              <a:gd name="T31" fmla="*/ 12 h 102"/>
              <a:gd name="T32" fmla="*/ 15 w 41"/>
              <a:gd name="T33" fmla="*/ 12 h 102"/>
              <a:gd name="T34" fmla="*/ 13 w 41"/>
              <a:gd name="T35" fmla="*/ 12 h 102"/>
              <a:gd name="T36" fmla="*/ 13 w 41"/>
              <a:gd name="T37" fmla="*/ 90 h 102"/>
              <a:gd name="T38" fmla="*/ 20 w 41"/>
              <a:gd name="T39" fmla="*/ 9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02">
                <a:moveTo>
                  <a:pt x="0" y="0"/>
                </a:moveTo>
                <a:cubicBezTo>
                  <a:pt x="24" y="0"/>
                  <a:pt x="24" y="0"/>
                  <a:pt x="24" y="0"/>
                </a:cubicBezTo>
                <a:cubicBezTo>
                  <a:pt x="29" y="0"/>
                  <a:pt x="34" y="1"/>
                  <a:pt x="37" y="3"/>
                </a:cubicBezTo>
                <a:cubicBezTo>
                  <a:pt x="39" y="6"/>
                  <a:pt x="41" y="10"/>
                  <a:pt x="41" y="15"/>
                </a:cubicBezTo>
                <a:cubicBezTo>
                  <a:pt x="41" y="86"/>
                  <a:pt x="41" y="86"/>
                  <a:pt x="41" y="86"/>
                </a:cubicBezTo>
                <a:cubicBezTo>
                  <a:pt x="41" y="92"/>
                  <a:pt x="39" y="96"/>
                  <a:pt x="37" y="98"/>
                </a:cubicBezTo>
                <a:cubicBezTo>
                  <a:pt x="34" y="101"/>
                  <a:pt x="30" y="102"/>
                  <a:pt x="24" y="102"/>
                </a:cubicBezTo>
                <a:cubicBezTo>
                  <a:pt x="0" y="102"/>
                  <a:pt x="0" y="102"/>
                  <a:pt x="0" y="102"/>
                </a:cubicBezTo>
                <a:lnTo>
                  <a:pt x="0" y="0"/>
                </a:lnTo>
                <a:close/>
                <a:moveTo>
                  <a:pt x="20" y="90"/>
                </a:moveTo>
                <a:cubicBezTo>
                  <a:pt x="23" y="90"/>
                  <a:pt x="25" y="89"/>
                  <a:pt x="26" y="87"/>
                </a:cubicBezTo>
                <a:cubicBezTo>
                  <a:pt x="27" y="86"/>
                  <a:pt x="27" y="83"/>
                  <a:pt x="27" y="80"/>
                </a:cubicBezTo>
                <a:cubicBezTo>
                  <a:pt x="27" y="18"/>
                  <a:pt x="27" y="18"/>
                  <a:pt x="27" y="18"/>
                </a:cubicBezTo>
                <a:cubicBezTo>
                  <a:pt x="27" y="16"/>
                  <a:pt x="27" y="15"/>
                  <a:pt x="25" y="14"/>
                </a:cubicBezTo>
                <a:cubicBezTo>
                  <a:pt x="24" y="12"/>
                  <a:pt x="23" y="12"/>
                  <a:pt x="21" y="12"/>
                </a:cubicBezTo>
                <a:cubicBezTo>
                  <a:pt x="16" y="12"/>
                  <a:pt x="16" y="12"/>
                  <a:pt x="16" y="12"/>
                </a:cubicBezTo>
                <a:cubicBezTo>
                  <a:pt x="15" y="12"/>
                  <a:pt x="15" y="12"/>
                  <a:pt x="15" y="12"/>
                </a:cubicBezTo>
                <a:cubicBezTo>
                  <a:pt x="13" y="12"/>
                  <a:pt x="13" y="12"/>
                  <a:pt x="13" y="12"/>
                </a:cubicBezTo>
                <a:cubicBezTo>
                  <a:pt x="13" y="90"/>
                  <a:pt x="13" y="90"/>
                  <a:pt x="13" y="90"/>
                </a:cubicBezTo>
                <a:lnTo>
                  <a:pt x="20" y="90"/>
                </a:lnTo>
                <a:close/>
              </a:path>
            </a:pathLst>
          </a:custGeom>
          <a:solidFill>
            <a:srgbClr val="1A77A1"/>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7" name="Freeform 78"/>
          <p:cNvSpPr>
            <a:spLocks/>
          </p:cNvSpPr>
          <p:nvPr/>
        </p:nvSpPr>
        <p:spPr bwMode="auto">
          <a:xfrm>
            <a:off x="5522959" y="5274741"/>
            <a:ext cx="99272" cy="288246"/>
          </a:xfrm>
          <a:custGeom>
            <a:avLst/>
            <a:gdLst>
              <a:gd name="T0" fmla="*/ 0 w 83"/>
              <a:gd name="T1" fmla="*/ 0 h 241"/>
              <a:gd name="T2" fmla="*/ 83 w 83"/>
              <a:gd name="T3" fmla="*/ 0 h 241"/>
              <a:gd name="T4" fmla="*/ 83 w 83"/>
              <a:gd name="T5" fmla="*/ 28 h 241"/>
              <a:gd name="T6" fmla="*/ 33 w 83"/>
              <a:gd name="T7" fmla="*/ 28 h 241"/>
              <a:gd name="T8" fmla="*/ 33 w 83"/>
              <a:gd name="T9" fmla="*/ 99 h 241"/>
              <a:gd name="T10" fmla="*/ 76 w 83"/>
              <a:gd name="T11" fmla="*/ 99 h 241"/>
              <a:gd name="T12" fmla="*/ 76 w 83"/>
              <a:gd name="T13" fmla="*/ 130 h 241"/>
              <a:gd name="T14" fmla="*/ 33 w 83"/>
              <a:gd name="T15" fmla="*/ 130 h 241"/>
              <a:gd name="T16" fmla="*/ 33 w 83"/>
              <a:gd name="T17" fmla="*/ 210 h 241"/>
              <a:gd name="T18" fmla="*/ 80 w 83"/>
              <a:gd name="T19" fmla="*/ 210 h 241"/>
              <a:gd name="T20" fmla="*/ 80 w 83"/>
              <a:gd name="T21" fmla="*/ 241 h 241"/>
              <a:gd name="T22" fmla="*/ 0 w 83"/>
              <a:gd name="T23" fmla="*/ 241 h 241"/>
              <a:gd name="T24" fmla="*/ 0 w 83"/>
              <a:gd name="T25"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3" h="241">
                <a:moveTo>
                  <a:pt x="0" y="0"/>
                </a:moveTo>
                <a:lnTo>
                  <a:pt x="83" y="0"/>
                </a:lnTo>
                <a:lnTo>
                  <a:pt x="83" y="28"/>
                </a:lnTo>
                <a:lnTo>
                  <a:pt x="33" y="28"/>
                </a:lnTo>
                <a:lnTo>
                  <a:pt x="33" y="99"/>
                </a:lnTo>
                <a:lnTo>
                  <a:pt x="76" y="99"/>
                </a:lnTo>
                <a:lnTo>
                  <a:pt x="76" y="130"/>
                </a:lnTo>
                <a:lnTo>
                  <a:pt x="33" y="130"/>
                </a:lnTo>
                <a:lnTo>
                  <a:pt x="33" y="210"/>
                </a:lnTo>
                <a:lnTo>
                  <a:pt x="80" y="210"/>
                </a:lnTo>
                <a:lnTo>
                  <a:pt x="80" y="241"/>
                </a:lnTo>
                <a:lnTo>
                  <a:pt x="0" y="241"/>
                </a:lnTo>
                <a:lnTo>
                  <a:pt x="0" y="0"/>
                </a:lnTo>
                <a:close/>
              </a:path>
            </a:pathLst>
          </a:custGeom>
          <a:solidFill>
            <a:srgbClr val="ADC322"/>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8" name="等腰三角形 79"/>
          <p:cNvSpPr/>
          <p:nvPr/>
        </p:nvSpPr>
        <p:spPr>
          <a:xfrm rot="16200000">
            <a:off x="3716787" y="4445325"/>
            <a:ext cx="268572" cy="231528"/>
          </a:xfrm>
          <a:prstGeom prst="triangl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latin typeface="Impact" panose="020B0806030902050204" pitchFamily="34" charset="0"/>
            </a:endParaRPr>
          </a:p>
        </p:txBody>
      </p:sp>
      <p:sp>
        <p:nvSpPr>
          <p:cNvPr id="99" name="等腰三角形 80"/>
          <p:cNvSpPr/>
          <p:nvPr/>
        </p:nvSpPr>
        <p:spPr>
          <a:xfrm rot="5400000" flipH="1">
            <a:off x="3804569" y="2211180"/>
            <a:ext cx="268572" cy="231528"/>
          </a:xfrm>
          <a:prstGeom prst="triangl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latin typeface="Impact" panose="020B0806030902050204" pitchFamily="34" charset="0"/>
            </a:endParaRPr>
          </a:p>
        </p:txBody>
      </p:sp>
      <p:sp>
        <p:nvSpPr>
          <p:cNvPr id="100" name="文本框 99"/>
          <p:cNvSpPr txBox="1"/>
          <p:nvPr/>
        </p:nvSpPr>
        <p:spPr>
          <a:xfrm>
            <a:off x="7901561" y="2932512"/>
            <a:ext cx="2856518" cy="830997"/>
          </a:xfrm>
          <a:prstGeom prst="rect">
            <a:avLst/>
          </a:prstGeom>
          <a:noFill/>
        </p:spPr>
        <p:txBody>
          <a:bodyPr wrap="square" rtlCol="0">
            <a:spAutoFit/>
          </a:bodyPr>
          <a:lstStyle/>
          <a:p>
            <a:pPr>
              <a:lnSpc>
                <a:spcPct val="120000"/>
              </a:lnSpc>
            </a:pPr>
            <a:r>
              <a:rPr lang="zh-CN" altLang="en-US" sz="2400" b="1" dirty="0">
                <a:solidFill>
                  <a:srgbClr val="B7288D"/>
                </a:solidFill>
              </a:rPr>
              <a:t>添加标题</a:t>
            </a:r>
            <a:endParaRPr lang="en-US" altLang="zh-CN" sz="2400" b="1" dirty="0">
              <a:solidFill>
                <a:srgbClr val="B7288D"/>
              </a:solidFill>
            </a:endParaRPr>
          </a:p>
          <a:p>
            <a:pPr>
              <a:lnSpc>
                <a:spcPct val="120000"/>
              </a:lnSpc>
            </a:pPr>
            <a:r>
              <a:rPr lang="zh-CN" altLang="en-US" sz="1600" dirty="0">
                <a:solidFill>
                  <a:schemeClr val="tx1">
                    <a:lumMod val="65000"/>
                    <a:lumOff val="35000"/>
                  </a:schemeClr>
                </a:solidFill>
              </a:rPr>
              <a:t>添加内容添加内容</a:t>
            </a:r>
          </a:p>
        </p:txBody>
      </p:sp>
      <p:sp>
        <p:nvSpPr>
          <p:cNvPr id="101" name="文本框 100"/>
          <p:cNvSpPr txBox="1"/>
          <p:nvPr/>
        </p:nvSpPr>
        <p:spPr>
          <a:xfrm>
            <a:off x="5793875" y="441534"/>
            <a:ext cx="2856518" cy="830997"/>
          </a:xfrm>
          <a:prstGeom prst="rect">
            <a:avLst/>
          </a:prstGeom>
          <a:noFill/>
        </p:spPr>
        <p:txBody>
          <a:bodyPr wrap="square" rtlCol="0">
            <a:spAutoFit/>
          </a:bodyPr>
          <a:lstStyle/>
          <a:p>
            <a:pPr>
              <a:lnSpc>
                <a:spcPct val="120000"/>
              </a:lnSpc>
            </a:pPr>
            <a:r>
              <a:rPr lang="zh-CN" altLang="en-US" sz="2400" b="1" dirty="0">
                <a:solidFill>
                  <a:srgbClr val="FFC000"/>
                </a:solidFill>
              </a:rPr>
              <a:t>添加标题</a:t>
            </a:r>
            <a:endParaRPr lang="en-US" altLang="zh-CN" sz="2400" b="1" dirty="0">
              <a:solidFill>
                <a:srgbClr val="FFC000"/>
              </a:solidFill>
            </a:endParaRPr>
          </a:p>
          <a:p>
            <a:pPr>
              <a:lnSpc>
                <a:spcPct val="120000"/>
              </a:lnSpc>
            </a:pPr>
            <a:r>
              <a:rPr lang="zh-CN" altLang="en-US" sz="1600" dirty="0">
                <a:solidFill>
                  <a:schemeClr val="tx1">
                    <a:lumMod val="65000"/>
                    <a:lumOff val="35000"/>
                  </a:schemeClr>
                </a:solidFill>
              </a:rPr>
              <a:t>添加内容添加内容</a:t>
            </a:r>
          </a:p>
        </p:txBody>
      </p:sp>
      <p:sp>
        <p:nvSpPr>
          <p:cNvPr id="102" name="文本框 101"/>
          <p:cNvSpPr txBox="1"/>
          <p:nvPr/>
        </p:nvSpPr>
        <p:spPr>
          <a:xfrm>
            <a:off x="7271530" y="1587522"/>
            <a:ext cx="2856518" cy="830997"/>
          </a:xfrm>
          <a:prstGeom prst="rect">
            <a:avLst/>
          </a:prstGeom>
          <a:noFill/>
        </p:spPr>
        <p:txBody>
          <a:bodyPr wrap="square" rtlCol="0">
            <a:spAutoFit/>
          </a:bodyPr>
          <a:lstStyle/>
          <a:p>
            <a:pPr>
              <a:lnSpc>
                <a:spcPct val="120000"/>
              </a:lnSpc>
            </a:pPr>
            <a:r>
              <a:rPr lang="zh-CN" altLang="en-US" sz="2400" b="1" dirty="0">
                <a:solidFill>
                  <a:srgbClr val="FF8900"/>
                </a:solidFill>
              </a:rPr>
              <a:t>添加标题</a:t>
            </a:r>
            <a:endParaRPr lang="en-US" altLang="zh-CN" sz="2400" b="1" dirty="0">
              <a:solidFill>
                <a:srgbClr val="FF8900"/>
              </a:solidFill>
            </a:endParaRPr>
          </a:p>
          <a:p>
            <a:pPr>
              <a:lnSpc>
                <a:spcPct val="120000"/>
              </a:lnSpc>
            </a:pPr>
            <a:r>
              <a:rPr lang="zh-CN" altLang="en-US" sz="1600" dirty="0">
                <a:solidFill>
                  <a:schemeClr val="tx1">
                    <a:lumMod val="65000"/>
                    <a:lumOff val="35000"/>
                  </a:schemeClr>
                </a:solidFill>
              </a:rPr>
              <a:t>添加内容添加内容</a:t>
            </a:r>
          </a:p>
        </p:txBody>
      </p:sp>
      <p:sp>
        <p:nvSpPr>
          <p:cNvPr id="103" name="文本框 102"/>
          <p:cNvSpPr txBox="1"/>
          <p:nvPr/>
        </p:nvSpPr>
        <p:spPr>
          <a:xfrm>
            <a:off x="7271530" y="4461708"/>
            <a:ext cx="2856518" cy="830997"/>
          </a:xfrm>
          <a:prstGeom prst="rect">
            <a:avLst/>
          </a:prstGeom>
          <a:noFill/>
        </p:spPr>
        <p:txBody>
          <a:bodyPr wrap="square" rtlCol="0">
            <a:spAutoFit/>
          </a:bodyPr>
          <a:lstStyle/>
          <a:p>
            <a:pPr>
              <a:lnSpc>
                <a:spcPct val="120000"/>
              </a:lnSpc>
            </a:pPr>
            <a:r>
              <a:rPr lang="zh-CN" altLang="en-US" sz="2400" b="1" dirty="0">
                <a:solidFill>
                  <a:srgbClr val="309EDA"/>
                </a:solidFill>
              </a:rPr>
              <a:t>添加标题</a:t>
            </a:r>
            <a:endParaRPr lang="en-US" altLang="zh-CN" sz="2400" b="1" dirty="0">
              <a:solidFill>
                <a:srgbClr val="309EDA"/>
              </a:solidFill>
            </a:endParaRPr>
          </a:p>
          <a:p>
            <a:pPr>
              <a:lnSpc>
                <a:spcPct val="120000"/>
              </a:lnSpc>
            </a:pPr>
            <a:r>
              <a:rPr lang="zh-CN" altLang="en-US" sz="1600" dirty="0">
                <a:solidFill>
                  <a:schemeClr val="tx1">
                    <a:lumMod val="65000"/>
                    <a:lumOff val="35000"/>
                  </a:schemeClr>
                </a:solidFill>
              </a:rPr>
              <a:t>添加内容添加内容</a:t>
            </a:r>
          </a:p>
        </p:txBody>
      </p:sp>
      <p:sp>
        <p:nvSpPr>
          <p:cNvPr id="104" name="文本框 103"/>
          <p:cNvSpPr txBox="1"/>
          <p:nvPr/>
        </p:nvSpPr>
        <p:spPr>
          <a:xfrm>
            <a:off x="5793875" y="5499910"/>
            <a:ext cx="2856518" cy="830997"/>
          </a:xfrm>
          <a:prstGeom prst="rect">
            <a:avLst/>
          </a:prstGeom>
          <a:noFill/>
        </p:spPr>
        <p:txBody>
          <a:bodyPr wrap="square" rtlCol="0">
            <a:spAutoFit/>
          </a:bodyPr>
          <a:lstStyle/>
          <a:p>
            <a:pPr>
              <a:lnSpc>
                <a:spcPct val="120000"/>
              </a:lnSpc>
            </a:pPr>
            <a:r>
              <a:rPr lang="zh-CN" altLang="en-US" sz="2400" b="1" dirty="0">
                <a:solidFill>
                  <a:srgbClr val="ADC322"/>
                </a:solidFill>
              </a:rPr>
              <a:t>添加标题</a:t>
            </a:r>
            <a:endParaRPr lang="en-US" altLang="zh-CN" sz="2400" b="1" dirty="0">
              <a:solidFill>
                <a:srgbClr val="ADC322"/>
              </a:solidFill>
            </a:endParaRPr>
          </a:p>
          <a:p>
            <a:pPr>
              <a:lnSpc>
                <a:spcPct val="120000"/>
              </a:lnSpc>
            </a:pPr>
            <a:r>
              <a:rPr lang="zh-CN" altLang="en-US" sz="1600" dirty="0">
                <a:solidFill>
                  <a:schemeClr val="tx1">
                    <a:lumMod val="65000"/>
                    <a:lumOff val="35000"/>
                  </a:schemeClr>
                </a:solidFill>
              </a:rPr>
              <a:t>添加内容添加内容</a:t>
            </a:r>
          </a:p>
        </p:txBody>
      </p:sp>
      <p:sp>
        <p:nvSpPr>
          <p:cNvPr id="105" name="矩形 104"/>
          <p:cNvSpPr/>
          <p:nvPr/>
        </p:nvSpPr>
        <p:spPr>
          <a:xfrm>
            <a:off x="682364" y="2247090"/>
            <a:ext cx="1839828" cy="1372683"/>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添加内容添加内容添加内容添加内容添加内容添加内容添加内容</a:t>
            </a:r>
          </a:p>
        </p:txBody>
      </p:sp>
      <p:sp>
        <p:nvSpPr>
          <p:cNvPr id="106" name="文本框 105"/>
          <p:cNvSpPr txBox="1"/>
          <p:nvPr/>
        </p:nvSpPr>
        <p:spPr>
          <a:xfrm>
            <a:off x="4688228" y="2998501"/>
            <a:ext cx="1669461" cy="504241"/>
          </a:xfrm>
          <a:prstGeom prst="rect">
            <a:avLst/>
          </a:prstGeom>
          <a:noFill/>
        </p:spPr>
        <p:txBody>
          <a:bodyPr wrap="square" rtlCol="0">
            <a:spAutoFit/>
          </a:bodyPr>
          <a:lstStyle/>
          <a:p>
            <a:pPr algn="ctr">
              <a:lnSpc>
                <a:spcPct val="120000"/>
              </a:lnSpc>
            </a:pPr>
            <a:r>
              <a:rPr lang="zh-CN" altLang="en-US" sz="2400" b="1" dirty="0">
                <a:solidFill>
                  <a:srgbClr val="81B843"/>
                </a:solidFill>
              </a:rPr>
              <a:t>添加标题</a:t>
            </a:r>
            <a:endParaRPr lang="en-US" altLang="zh-CN" sz="2400" b="1" dirty="0">
              <a:solidFill>
                <a:srgbClr val="81B843"/>
              </a:solidFill>
            </a:endParaRPr>
          </a:p>
        </p:txBody>
      </p:sp>
      <p:sp>
        <p:nvSpPr>
          <p:cNvPr id="107" name="Rectangle 58"/>
          <p:cNvSpPr/>
          <p:nvPr/>
        </p:nvSpPr>
        <p:spPr>
          <a:xfrm>
            <a:off x="4800893" y="3418769"/>
            <a:ext cx="1458887"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添加内容</a:t>
            </a:r>
          </a:p>
        </p:txBody>
      </p:sp>
      <p:sp>
        <p:nvSpPr>
          <p:cNvPr id="108" name="矩形 39"/>
          <p:cNvSpPr/>
          <p:nvPr/>
        </p:nvSpPr>
        <p:spPr>
          <a:xfrm>
            <a:off x="0" y="203088"/>
            <a:ext cx="2492990" cy="523220"/>
          </a:xfrm>
          <a:prstGeom prst="rect">
            <a:avLst/>
          </a:prstGeom>
          <a:noFill/>
        </p:spPr>
        <p:txBody>
          <a:bodyPr wrap="none" rtlCol="0">
            <a:spAutoFit/>
          </a:bodyPr>
          <a:lstStyle/>
          <a:p>
            <a:r>
              <a:rPr lang="zh-CN" altLang="en-US" sz="2800" b="1" dirty="0">
                <a:solidFill>
                  <a:schemeClr val="tx1">
                    <a:lumMod val="65000"/>
                    <a:lumOff val="35000"/>
                  </a:schemeClr>
                </a:solidFill>
              </a:rPr>
              <a:t>五项并列</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目录</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443344344"/>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 name="Freeform 5"/>
          <p:cNvSpPr>
            <a:spLocks noChangeAspect="1"/>
          </p:cNvSpPr>
          <p:nvPr/>
        </p:nvSpPr>
        <p:spPr bwMode="auto">
          <a:xfrm>
            <a:off x="5943269" y="461612"/>
            <a:ext cx="305462" cy="5909669"/>
          </a:xfrm>
          <a:custGeom>
            <a:avLst/>
            <a:gdLst>
              <a:gd name="T0" fmla="*/ 113 w 113"/>
              <a:gd name="T1" fmla="*/ 2184 h 2241"/>
              <a:gd name="T2" fmla="*/ 56 w 113"/>
              <a:gd name="T3" fmla="*/ 2241 h 2241"/>
              <a:gd name="T4" fmla="*/ 56 w 113"/>
              <a:gd name="T5" fmla="*/ 2241 h 2241"/>
              <a:gd name="T6" fmla="*/ 0 w 113"/>
              <a:gd name="T7" fmla="*/ 2184 h 2241"/>
              <a:gd name="T8" fmla="*/ 0 w 113"/>
              <a:gd name="T9" fmla="*/ 57 h 2241"/>
              <a:gd name="T10" fmla="*/ 56 w 113"/>
              <a:gd name="T11" fmla="*/ 0 h 2241"/>
              <a:gd name="T12" fmla="*/ 56 w 113"/>
              <a:gd name="T13" fmla="*/ 0 h 2241"/>
              <a:gd name="T14" fmla="*/ 113 w 113"/>
              <a:gd name="T15" fmla="*/ 57 h 2241"/>
              <a:gd name="T16" fmla="*/ 113 w 113"/>
              <a:gd name="T17" fmla="*/ 2184 h 2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2241">
                <a:moveTo>
                  <a:pt x="113" y="2184"/>
                </a:moveTo>
                <a:cubicBezTo>
                  <a:pt x="113" y="2215"/>
                  <a:pt x="88" y="2241"/>
                  <a:pt x="56" y="2241"/>
                </a:cubicBezTo>
                <a:cubicBezTo>
                  <a:pt x="56" y="2241"/>
                  <a:pt x="56" y="2241"/>
                  <a:pt x="56" y="2241"/>
                </a:cubicBezTo>
                <a:cubicBezTo>
                  <a:pt x="25" y="2241"/>
                  <a:pt x="0" y="2215"/>
                  <a:pt x="0" y="2184"/>
                </a:cubicBezTo>
                <a:cubicBezTo>
                  <a:pt x="0" y="57"/>
                  <a:pt x="0" y="57"/>
                  <a:pt x="0" y="57"/>
                </a:cubicBezTo>
                <a:cubicBezTo>
                  <a:pt x="0" y="25"/>
                  <a:pt x="25" y="0"/>
                  <a:pt x="56" y="0"/>
                </a:cubicBezTo>
                <a:cubicBezTo>
                  <a:pt x="56" y="0"/>
                  <a:pt x="56" y="0"/>
                  <a:pt x="56" y="0"/>
                </a:cubicBezTo>
                <a:cubicBezTo>
                  <a:pt x="88" y="0"/>
                  <a:pt x="113" y="25"/>
                  <a:pt x="113" y="57"/>
                </a:cubicBezTo>
                <a:lnTo>
                  <a:pt x="113" y="2184"/>
                </a:lnTo>
                <a:close/>
              </a:path>
            </a:pathLst>
          </a:custGeom>
          <a:gradFill>
            <a:gsLst>
              <a:gs pos="0">
                <a:schemeClr val="bg1">
                  <a:alpha val="40000"/>
                </a:schemeClr>
              </a:gs>
              <a:gs pos="98000">
                <a:schemeClr val="bg1">
                  <a:alpha val="20000"/>
                </a:schemeClr>
              </a:gs>
            </a:gsLst>
            <a:lin ang="0" scaled="0"/>
          </a:gradFill>
          <a:ln>
            <a:noFill/>
          </a:ln>
          <a:effectLst>
            <a:outerShdw blurRad="228600" dist="88900" dir="2700000" algn="tl"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nvGrpSpPr>
          <p:cNvPr id="85" name="组合 103"/>
          <p:cNvGrpSpPr>
            <a:grpSpLocks noChangeAspect="1"/>
          </p:cNvGrpSpPr>
          <p:nvPr/>
        </p:nvGrpSpPr>
        <p:grpSpPr>
          <a:xfrm>
            <a:off x="6036754" y="547860"/>
            <a:ext cx="137915" cy="5716800"/>
            <a:chOff x="1944688" y="-528638"/>
            <a:chExt cx="196850" cy="8159751"/>
          </a:xfrm>
        </p:grpSpPr>
        <p:sp>
          <p:nvSpPr>
            <p:cNvPr id="88" name="Freeform 5"/>
            <p:cNvSpPr>
              <a:spLocks/>
            </p:cNvSpPr>
            <p:nvPr/>
          </p:nvSpPr>
          <p:spPr bwMode="auto">
            <a:xfrm>
              <a:off x="1944688" y="1011238"/>
              <a:ext cx="196850" cy="1268413"/>
            </a:xfrm>
            <a:custGeom>
              <a:avLst/>
              <a:gdLst>
                <a:gd name="T0" fmla="*/ 25 w 50"/>
                <a:gd name="T1" fmla="*/ 338 h 338"/>
                <a:gd name="T2" fmla="*/ 0 w 50"/>
                <a:gd name="T3" fmla="*/ 307 h 338"/>
                <a:gd name="T4" fmla="*/ 0 w 50"/>
                <a:gd name="T5" fmla="*/ 32 h 338"/>
                <a:gd name="T6" fmla="*/ 25 w 50"/>
                <a:gd name="T7" fmla="*/ 0 h 338"/>
                <a:gd name="T8" fmla="*/ 50 w 50"/>
                <a:gd name="T9" fmla="*/ 32 h 338"/>
                <a:gd name="T10" fmla="*/ 50 w 50"/>
                <a:gd name="T11" fmla="*/ 307 h 338"/>
                <a:gd name="T12" fmla="*/ 25 w 50"/>
                <a:gd name="T13" fmla="*/ 338 h 338"/>
              </a:gdLst>
              <a:ahLst/>
              <a:cxnLst>
                <a:cxn ang="0">
                  <a:pos x="T0" y="T1"/>
                </a:cxn>
                <a:cxn ang="0">
                  <a:pos x="T2" y="T3"/>
                </a:cxn>
                <a:cxn ang="0">
                  <a:pos x="T4" y="T5"/>
                </a:cxn>
                <a:cxn ang="0">
                  <a:pos x="T6" y="T7"/>
                </a:cxn>
                <a:cxn ang="0">
                  <a:pos x="T8" y="T9"/>
                </a:cxn>
                <a:cxn ang="0">
                  <a:pos x="T10" y="T11"/>
                </a:cxn>
                <a:cxn ang="0">
                  <a:pos x="T12" y="T13"/>
                </a:cxn>
              </a:cxnLst>
              <a:rect l="0" t="0" r="r" b="b"/>
              <a:pathLst>
                <a:path w="50" h="338">
                  <a:moveTo>
                    <a:pt x="25" y="338"/>
                  </a:moveTo>
                  <a:cubicBezTo>
                    <a:pt x="11" y="338"/>
                    <a:pt x="0" y="324"/>
                    <a:pt x="0" y="307"/>
                  </a:cubicBezTo>
                  <a:cubicBezTo>
                    <a:pt x="0" y="32"/>
                    <a:pt x="0" y="32"/>
                    <a:pt x="0" y="32"/>
                  </a:cubicBezTo>
                  <a:cubicBezTo>
                    <a:pt x="0" y="14"/>
                    <a:pt x="11" y="0"/>
                    <a:pt x="25" y="0"/>
                  </a:cubicBezTo>
                  <a:cubicBezTo>
                    <a:pt x="39" y="0"/>
                    <a:pt x="50" y="14"/>
                    <a:pt x="50" y="32"/>
                  </a:cubicBezTo>
                  <a:cubicBezTo>
                    <a:pt x="50" y="307"/>
                    <a:pt x="50" y="307"/>
                    <a:pt x="50" y="307"/>
                  </a:cubicBezTo>
                  <a:cubicBezTo>
                    <a:pt x="50" y="324"/>
                    <a:pt x="39" y="338"/>
                    <a:pt x="25" y="338"/>
                  </a:cubicBezTo>
                  <a:close/>
                </a:path>
              </a:pathLst>
            </a:custGeom>
            <a:solidFill>
              <a:srgbClr val="C00078"/>
            </a:solidFill>
            <a:ln w="15875" cap="flat">
              <a:noFill/>
              <a:prstDash val="solid"/>
              <a:miter lim="800000"/>
              <a:headEnd/>
              <a:tailEnd/>
            </a:ln>
            <a:effectLst>
              <a:innerShdw blurRad="63500" dist="50800" dir="10800000">
                <a:prstClr val="black">
                  <a:alpha val="31000"/>
                </a:prstClr>
              </a:innerShdw>
            </a:effec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6"/>
            <p:cNvSpPr>
              <a:spLocks/>
            </p:cNvSpPr>
            <p:nvPr/>
          </p:nvSpPr>
          <p:spPr bwMode="auto">
            <a:xfrm>
              <a:off x="1944688" y="2279650"/>
              <a:ext cx="196850" cy="1273175"/>
            </a:xfrm>
            <a:custGeom>
              <a:avLst/>
              <a:gdLst>
                <a:gd name="T0" fmla="*/ 25 w 50"/>
                <a:gd name="T1" fmla="*/ 339 h 339"/>
                <a:gd name="T2" fmla="*/ 0 w 50"/>
                <a:gd name="T3" fmla="*/ 307 h 339"/>
                <a:gd name="T4" fmla="*/ 0 w 50"/>
                <a:gd name="T5" fmla="*/ 32 h 339"/>
                <a:gd name="T6" fmla="*/ 25 w 50"/>
                <a:gd name="T7" fmla="*/ 0 h 339"/>
                <a:gd name="T8" fmla="*/ 50 w 50"/>
                <a:gd name="T9" fmla="*/ 32 h 339"/>
                <a:gd name="T10" fmla="*/ 50 w 50"/>
                <a:gd name="T11" fmla="*/ 307 h 339"/>
                <a:gd name="T12" fmla="*/ 25 w 50"/>
                <a:gd name="T13" fmla="*/ 339 h 339"/>
              </a:gdLst>
              <a:ahLst/>
              <a:cxnLst>
                <a:cxn ang="0">
                  <a:pos x="T0" y="T1"/>
                </a:cxn>
                <a:cxn ang="0">
                  <a:pos x="T2" y="T3"/>
                </a:cxn>
                <a:cxn ang="0">
                  <a:pos x="T4" y="T5"/>
                </a:cxn>
                <a:cxn ang="0">
                  <a:pos x="T6" y="T7"/>
                </a:cxn>
                <a:cxn ang="0">
                  <a:pos x="T8" y="T9"/>
                </a:cxn>
                <a:cxn ang="0">
                  <a:pos x="T10" y="T11"/>
                </a:cxn>
                <a:cxn ang="0">
                  <a:pos x="T12" y="T13"/>
                </a:cxn>
              </a:cxnLst>
              <a:rect l="0" t="0" r="r" b="b"/>
              <a:pathLst>
                <a:path w="50" h="339">
                  <a:moveTo>
                    <a:pt x="25" y="339"/>
                  </a:moveTo>
                  <a:cubicBezTo>
                    <a:pt x="11" y="339"/>
                    <a:pt x="0" y="324"/>
                    <a:pt x="0" y="307"/>
                  </a:cubicBezTo>
                  <a:cubicBezTo>
                    <a:pt x="0" y="32"/>
                    <a:pt x="0" y="32"/>
                    <a:pt x="0" y="32"/>
                  </a:cubicBezTo>
                  <a:cubicBezTo>
                    <a:pt x="0" y="14"/>
                    <a:pt x="11" y="0"/>
                    <a:pt x="25" y="0"/>
                  </a:cubicBezTo>
                  <a:cubicBezTo>
                    <a:pt x="39" y="0"/>
                    <a:pt x="50" y="14"/>
                    <a:pt x="50" y="32"/>
                  </a:cubicBezTo>
                  <a:cubicBezTo>
                    <a:pt x="50" y="307"/>
                    <a:pt x="50" y="307"/>
                    <a:pt x="50" y="307"/>
                  </a:cubicBezTo>
                  <a:cubicBezTo>
                    <a:pt x="50" y="324"/>
                    <a:pt x="39" y="339"/>
                    <a:pt x="25" y="339"/>
                  </a:cubicBezTo>
                  <a:close/>
                </a:path>
              </a:pathLst>
            </a:custGeom>
            <a:solidFill>
              <a:srgbClr val="42A8E0"/>
            </a:solidFill>
            <a:ln w="15875" cap="flat">
              <a:noFill/>
              <a:prstDash val="solid"/>
              <a:miter lim="800000"/>
              <a:headEnd/>
              <a:tailEnd/>
            </a:ln>
            <a:effectLst>
              <a:innerShdw blurRad="63500" dist="50800" dir="10800000">
                <a:prstClr val="black">
                  <a:alpha val="31000"/>
                </a:prstClr>
              </a:innerShdw>
            </a:effec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7"/>
            <p:cNvSpPr>
              <a:spLocks/>
            </p:cNvSpPr>
            <p:nvPr/>
          </p:nvSpPr>
          <p:spPr bwMode="auto">
            <a:xfrm>
              <a:off x="1944688" y="3567113"/>
              <a:ext cx="196850" cy="1268413"/>
            </a:xfrm>
            <a:custGeom>
              <a:avLst/>
              <a:gdLst>
                <a:gd name="T0" fmla="*/ 25 w 50"/>
                <a:gd name="T1" fmla="*/ 338 h 338"/>
                <a:gd name="T2" fmla="*/ 0 w 50"/>
                <a:gd name="T3" fmla="*/ 306 h 338"/>
                <a:gd name="T4" fmla="*/ 0 w 50"/>
                <a:gd name="T5" fmla="*/ 31 h 338"/>
                <a:gd name="T6" fmla="*/ 25 w 50"/>
                <a:gd name="T7" fmla="*/ 0 h 338"/>
                <a:gd name="T8" fmla="*/ 50 w 50"/>
                <a:gd name="T9" fmla="*/ 31 h 338"/>
                <a:gd name="T10" fmla="*/ 50 w 50"/>
                <a:gd name="T11" fmla="*/ 306 h 338"/>
                <a:gd name="T12" fmla="*/ 25 w 50"/>
                <a:gd name="T13" fmla="*/ 338 h 338"/>
              </a:gdLst>
              <a:ahLst/>
              <a:cxnLst>
                <a:cxn ang="0">
                  <a:pos x="T0" y="T1"/>
                </a:cxn>
                <a:cxn ang="0">
                  <a:pos x="T2" y="T3"/>
                </a:cxn>
                <a:cxn ang="0">
                  <a:pos x="T4" y="T5"/>
                </a:cxn>
                <a:cxn ang="0">
                  <a:pos x="T6" y="T7"/>
                </a:cxn>
                <a:cxn ang="0">
                  <a:pos x="T8" y="T9"/>
                </a:cxn>
                <a:cxn ang="0">
                  <a:pos x="T10" y="T11"/>
                </a:cxn>
                <a:cxn ang="0">
                  <a:pos x="T12" y="T13"/>
                </a:cxn>
              </a:cxnLst>
              <a:rect l="0" t="0" r="r" b="b"/>
              <a:pathLst>
                <a:path w="50" h="338">
                  <a:moveTo>
                    <a:pt x="25" y="338"/>
                  </a:moveTo>
                  <a:cubicBezTo>
                    <a:pt x="11" y="338"/>
                    <a:pt x="0" y="324"/>
                    <a:pt x="0" y="306"/>
                  </a:cubicBezTo>
                  <a:cubicBezTo>
                    <a:pt x="0" y="31"/>
                    <a:pt x="0" y="31"/>
                    <a:pt x="0" y="31"/>
                  </a:cubicBezTo>
                  <a:cubicBezTo>
                    <a:pt x="0" y="14"/>
                    <a:pt x="11" y="0"/>
                    <a:pt x="25" y="0"/>
                  </a:cubicBezTo>
                  <a:cubicBezTo>
                    <a:pt x="39" y="0"/>
                    <a:pt x="50" y="14"/>
                    <a:pt x="50" y="31"/>
                  </a:cubicBezTo>
                  <a:cubicBezTo>
                    <a:pt x="50" y="306"/>
                    <a:pt x="50" y="306"/>
                    <a:pt x="50" y="306"/>
                  </a:cubicBezTo>
                  <a:cubicBezTo>
                    <a:pt x="50" y="324"/>
                    <a:pt x="39" y="338"/>
                    <a:pt x="25" y="338"/>
                  </a:cubicBezTo>
                  <a:close/>
                </a:path>
              </a:pathLst>
            </a:custGeom>
            <a:solidFill>
              <a:srgbClr val="009FB1"/>
            </a:solidFill>
            <a:ln w="15875" cap="flat">
              <a:noFill/>
              <a:prstDash val="solid"/>
              <a:miter lim="800000"/>
              <a:headEnd/>
              <a:tailEnd/>
            </a:ln>
            <a:effectLst>
              <a:innerShdw blurRad="63500" dist="50800" dir="10800000">
                <a:prstClr val="black">
                  <a:alpha val="31000"/>
                </a:prstClr>
              </a:innerShdw>
            </a:effec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12"/>
            <p:cNvSpPr>
              <a:spLocks/>
            </p:cNvSpPr>
            <p:nvPr/>
          </p:nvSpPr>
          <p:spPr bwMode="auto">
            <a:xfrm>
              <a:off x="1944688" y="-528638"/>
              <a:ext cx="196850" cy="1539875"/>
            </a:xfrm>
            <a:custGeom>
              <a:avLst/>
              <a:gdLst>
                <a:gd name="T0" fmla="*/ 25 w 50"/>
                <a:gd name="T1" fmla="*/ 410 h 410"/>
                <a:gd name="T2" fmla="*/ 0 w 50"/>
                <a:gd name="T3" fmla="*/ 379 h 410"/>
                <a:gd name="T4" fmla="*/ 0 w 50"/>
                <a:gd name="T5" fmla="*/ 32 h 410"/>
                <a:gd name="T6" fmla="*/ 25 w 50"/>
                <a:gd name="T7" fmla="*/ 0 h 410"/>
                <a:gd name="T8" fmla="*/ 50 w 50"/>
                <a:gd name="T9" fmla="*/ 32 h 410"/>
                <a:gd name="T10" fmla="*/ 50 w 50"/>
                <a:gd name="T11" fmla="*/ 379 h 410"/>
                <a:gd name="T12" fmla="*/ 25 w 50"/>
                <a:gd name="T13" fmla="*/ 410 h 410"/>
              </a:gdLst>
              <a:ahLst/>
              <a:cxnLst>
                <a:cxn ang="0">
                  <a:pos x="T0" y="T1"/>
                </a:cxn>
                <a:cxn ang="0">
                  <a:pos x="T2" y="T3"/>
                </a:cxn>
                <a:cxn ang="0">
                  <a:pos x="T4" y="T5"/>
                </a:cxn>
                <a:cxn ang="0">
                  <a:pos x="T6" y="T7"/>
                </a:cxn>
                <a:cxn ang="0">
                  <a:pos x="T8" y="T9"/>
                </a:cxn>
                <a:cxn ang="0">
                  <a:pos x="T10" y="T11"/>
                </a:cxn>
                <a:cxn ang="0">
                  <a:pos x="T12" y="T13"/>
                </a:cxn>
              </a:cxnLst>
              <a:rect l="0" t="0" r="r" b="b"/>
              <a:pathLst>
                <a:path w="50" h="410">
                  <a:moveTo>
                    <a:pt x="25" y="410"/>
                  </a:moveTo>
                  <a:cubicBezTo>
                    <a:pt x="11" y="410"/>
                    <a:pt x="0" y="396"/>
                    <a:pt x="0" y="379"/>
                  </a:cubicBezTo>
                  <a:cubicBezTo>
                    <a:pt x="0" y="32"/>
                    <a:pt x="0" y="32"/>
                    <a:pt x="0" y="32"/>
                  </a:cubicBezTo>
                  <a:cubicBezTo>
                    <a:pt x="0" y="14"/>
                    <a:pt x="11" y="0"/>
                    <a:pt x="25" y="0"/>
                  </a:cubicBezTo>
                  <a:cubicBezTo>
                    <a:pt x="39" y="0"/>
                    <a:pt x="50" y="14"/>
                    <a:pt x="50" y="32"/>
                  </a:cubicBezTo>
                  <a:cubicBezTo>
                    <a:pt x="50" y="379"/>
                    <a:pt x="50" y="379"/>
                    <a:pt x="50" y="379"/>
                  </a:cubicBezTo>
                  <a:cubicBezTo>
                    <a:pt x="50" y="396"/>
                    <a:pt x="39" y="410"/>
                    <a:pt x="25" y="410"/>
                  </a:cubicBezTo>
                  <a:close/>
                </a:path>
              </a:pathLst>
            </a:custGeom>
            <a:solidFill>
              <a:srgbClr val="F39804"/>
            </a:solidFill>
            <a:ln w="15875" cap="flat">
              <a:noFill/>
              <a:prstDash val="solid"/>
              <a:miter lim="800000"/>
              <a:headEnd/>
              <a:tailEnd/>
            </a:ln>
            <a:effectLst>
              <a:innerShdw blurRad="63500" dist="50800" dir="10800000">
                <a:prstClr val="black">
                  <a:alpha val="31000"/>
                </a:prstClr>
              </a:innerShdw>
            </a:effec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8"/>
            <p:cNvSpPr>
              <a:spLocks/>
            </p:cNvSpPr>
            <p:nvPr/>
          </p:nvSpPr>
          <p:spPr bwMode="auto">
            <a:xfrm>
              <a:off x="1944688" y="4821238"/>
              <a:ext cx="196850" cy="1270000"/>
            </a:xfrm>
            <a:custGeom>
              <a:avLst/>
              <a:gdLst>
                <a:gd name="T0" fmla="*/ 25 w 50"/>
                <a:gd name="T1" fmla="*/ 338 h 338"/>
                <a:gd name="T2" fmla="*/ 0 w 50"/>
                <a:gd name="T3" fmla="*/ 306 h 338"/>
                <a:gd name="T4" fmla="*/ 0 w 50"/>
                <a:gd name="T5" fmla="*/ 31 h 338"/>
                <a:gd name="T6" fmla="*/ 25 w 50"/>
                <a:gd name="T7" fmla="*/ 0 h 338"/>
                <a:gd name="T8" fmla="*/ 50 w 50"/>
                <a:gd name="T9" fmla="*/ 31 h 338"/>
                <a:gd name="T10" fmla="*/ 50 w 50"/>
                <a:gd name="T11" fmla="*/ 306 h 338"/>
                <a:gd name="T12" fmla="*/ 25 w 50"/>
                <a:gd name="T13" fmla="*/ 338 h 338"/>
              </a:gdLst>
              <a:ahLst/>
              <a:cxnLst>
                <a:cxn ang="0">
                  <a:pos x="T0" y="T1"/>
                </a:cxn>
                <a:cxn ang="0">
                  <a:pos x="T2" y="T3"/>
                </a:cxn>
                <a:cxn ang="0">
                  <a:pos x="T4" y="T5"/>
                </a:cxn>
                <a:cxn ang="0">
                  <a:pos x="T6" y="T7"/>
                </a:cxn>
                <a:cxn ang="0">
                  <a:pos x="T8" y="T9"/>
                </a:cxn>
                <a:cxn ang="0">
                  <a:pos x="T10" y="T11"/>
                </a:cxn>
                <a:cxn ang="0">
                  <a:pos x="T12" y="T13"/>
                </a:cxn>
              </a:cxnLst>
              <a:rect l="0" t="0" r="r" b="b"/>
              <a:pathLst>
                <a:path w="50" h="338">
                  <a:moveTo>
                    <a:pt x="25" y="338"/>
                  </a:moveTo>
                  <a:cubicBezTo>
                    <a:pt x="11" y="338"/>
                    <a:pt x="0" y="324"/>
                    <a:pt x="0" y="306"/>
                  </a:cubicBezTo>
                  <a:cubicBezTo>
                    <a:pt x="0" y="31"/>
                    <a:pt x="0" y="31"/>
                    <a:pt x="0" y="31"/>
                  </a:cubicBezTo>
                  <a:cubicBezTo>
                    <a:pt x="0" y="14"/>
                    <a:pt x="11" y="0"/>
                    <a:pt x="25" y="0"/>
                  </a:cubicBezTo>
                  <a:cubicBezTo>
                    <a:pt x="39" y="0"/>
                    <a:pt x="50" y="14"/>
                    <a:pt x="50" y="31"/>
                  </a:cubicBezTo>
                  <a:cubicBezTo>
                    <a:pt x="50" y="306"/>
                    <a:pt x="50" y="306"/>
                    <a:pt x="50" y="306"/>
                  </a:cubicBezTo>
                  <a:cubicBezTo>
                    <a:pt x="50" y="324"/>
                    <a:pt x="39" y="338"/>
                    <a:pt x="25" y="338"/>
                  </a:cubicBezTo>
                  <a:close/>
                </a:path>
              </a:pathLst>
            </a:custGeom>
            <a:solidFill>
              <a:srgbClr val="BBD610"/>
            </a:solidFill>
            <a:ln w="15875" cap="flat">
              <a:noFill/>
              <a:prstDash val="solid"/>
              <a:miter lim="800000"/>
              <a:headEnd/>
              <a:tailEnd/>
            </a:ln>
            <a:effectLst>
              <a:innerShdw blurRad="63500" dist="50800" dir="10800000">
                <a:prstClr val="black">
                  <a:alpha val="31000"/>
                </a:prstClr>
              </a:innerShdw>
            </a:effec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9"/>
            <p:cNvSpPr>
              <a:spLocks/>
            </p:cNvSpPr>
            <p:nvPr/>
          </p:nvSpPr>
          <p:spPr bwMode="auto">
            <a:xfrm>
              <a:off x="1944688" y="6091238"/>
              <a:ext cx="196850" cy="1539875"/>
            </a:xfrm>
            <a:custGeom>
              <a:avLst/>
              <a:gdLst>
                <a:gd name="T0" fmla="*/ 25 w 50"/>
                <a:gd name="T1" fmla="*/ 410 h 410"/>
                <a:gd name="T2" fmla="*/ 0 w 50"/>
                <a:gd name="T3" fmla="*/ 378 h 410"/>
                <a:gd name="T4" fmla="*/ 0 w 50"/>
                <a:gd name="T5" fmla="*/ 31 h 410"/>
                <a:gd name="T6" fmla="*/ 25 w 50"/>
                <a:gd name="T7" fmla="*/ 0 h 410"/>
                <a:gd name="T8" fmla="*/ 50 w 50"/>
                <a:gd name="T9" fmla="*/ 31 h 410"/>
                <a:gd name="T10" fmla="*/ 50 w 50"/>
                <a:gd name="T11" fmla="*/ 378 h 410"/>
                <a:gd name="T12" fmla="*/ 25 w 50"/>
                <a:gd name="T13" fmla="*/ 410 h 410"/>
              </a:gdLst>
              <a:ahLst/>
              <a:cxnLst>
                <a:cxn ang="0">
                  <a:pos x="T0" y="T1"/>
                </a:cxn>
                <a:cxn ang="0">
                  <a:pos x="T2" y="T3"/>
                </a:cxn>
                <a:cxn ang="0">
                  <a:pos x="T4" y="T5"/>
                </a:cxn>
                <a:cxn ang="0">
                  <a:pos x="T6" y="T7"/>
                </a:cxn>
                <a:cxn ang="0">
                  <a:pos x="T8" y="T9"/>
                </a:cxn>
                <a:cxn ang="0">
                  <a:pos x="T10" y="T11"/>
                </a:cxn>
                <a:cxn ang="0">
                  <a:pos x="T12" y="T13"/>
                </a:cxn>
              </a:cxnLst>
              <a:rect l="0" t="0" r="r" b="b"/>
              <a:pathLst>
                <a:path w="50" h="410">
                  <a:moveTo>
                    <a:pt x="25" y="410"/>
                  </a:moveTo>
                  <a:cubicBezTo>
                    <a:pt x="11" y="410"/>
                    <a:pt x="0" y="396"/>
                    <a:pt x="0" y="378"/>
                  </a:cubicBezTo>
                  <a:cubicBezTo>
                    <a:pt x="0" y="31"/>
                    <a:pt x="0" y="31"/>
                    <a:pt x="0" y="31"/>
                  </a:cubicBezTo>
                  <a:cubicBezTo>
                    <a:pt x="0" y="14"/>
                    <a:pt x="11" y="0"/>
                    <a:pt x="25" y="0"/>
                  </a:cubicBezTo>
                  <a:cubicBezTo>
                    <a:pt x="39" y="0"/>
                    <a:pt x="50" y="14"/>
                    <a:pt x="50" y="31"/>
                  </a:cubicBezTo>
                  <a:cubicBezTo>
                    <a:pt x="50" y="378"/>
                    <a:pt x="50" y="378"/>
                    <a:pt x="50" y="378"/>
                  </a:cubicBezTo>
                  <a:cubicBezTo>
                    <a:pt x="50" y="396"/>
                    <a:pt x="39" y="410"/>
                    <a:pt x="25" y="410"/>
                  </a:cubicBezTo>
                  <a:close/>
                </a:path>
              </a:pathLst>
            </a:custGeom>
            <a:solidFill>
              <a:srgbClr val="FFF100"/>
            </a:solidFill>
            <a:ln w="15875" cap="flat">
              <a:noFill/>
              <a:prstDash val="solid"/>
              <a:miter lim="800000"/>
              <a:headEnd/>
              <a:tailEnd/>
            </a:ln>
            <a:effectLst>
              <a:innerShdw blurRad="63500" dist="50800" dir="10800000">
                <a:prstClr val="black">
                  <a:alpha val="31000"/>
                </a:prstClr>
              </a:innerShdw>
            </a:effectLst>
          </p:spPr>
          <p:txBody>
            <a:bodyPr vert="horz" wrap="square" lIns="91440" tIns="45720" rIns="91440" bIns="45720" numCol="1" anchor="t" anchorCtr="0" compatLnSpc="1">
              <a:prstTxWarp prst="textNoShape">
                <a:avLst/>
              </a:prstTxWarp>
            </a:bodyPr>
            <a:lstStyle/>
            <a:p>
              <a:endParaRPr lang="zh-CN" altLang="en-US"/>
            </a:p>
          </p:txBody>
        </p:sp>
      </p:grpSp>
      <p:sp>
        <p:nvSpPr>
          <p:cNvPr id="95" name="圆角矩形 94"/>
          <p:cNvSpPr/>
          <p:nvPr/>
        </p:nvSpPr>
        <p:spPr>
          <a:xfrm>
            <a:off x="6828731" y="1219200"/>
            <a:ext cx="2266950" cy="914400"/>
          </a:xfrm>
          <a:prstGeom prst="roundRect">
            <a:avLst>
              <a:gd name="adj" fmla="val 6250"/>
            </a:avLst>
          </a:prstGeom>
          <a:gradFill>
            <a:gsLst>
              <a:gs pos="0">
                <a:schemeClr val="bg1">
                  <a:alpha val="40000"/>
                </a:schemeClr>
              </a:gs>
              <a:gs pos="98000">
                <a:schemeClr val="bg1">
                  <a:alpha val="20000"/>
                </a:schemeClr>
              </a:gs>
            </a:gsLst>
            <a:lin ang="0" scaled="0"/>
          </a:gradFill>
          <a:ln>
            <a:gradFill>
              <a:gsLst>
                <a:gs pos="0">
                  <a:schemeClr val="bg1"/>
                </a:gs>
                <a:gs pos="100000">
                  <a:schemeClr val="bg1">
                    <a:lumMod val="85000"/>
                  </a:schemeClr>
                </a:gs>
              </a:gsLst>
              <a:lin ang="2700000" scaled="0"/>
            </a:gradFill>
          </a:ln>
          <a:effectLst>
            <a:outerShdw blurRad="228600" dist="88900" dir="2700000" algn="tl"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prstClr val="white"/>
              </a:solidFill>
            </a:endParaRPr>
          </a:p>
        </p:txBody>
      </p:sp>
      <p:sp>
        <p:nvSpPr>
          <p:cNvPr id="96" name="圆角矩形 95"/>
          <p:cNvSpPr/>
          <p:nvPr/>
        </p:nvSpPr>
        <p:spPr>
          <a:xfrm>
            <a:off x="6828731" y="2971799"/>
            <a:ext cx="2266950" cy="914400"/>
          </a:xfrm>
          <a:prstGeom prst="roundRect">
            <a:avLst>
              <a:gd name="adj" fmla="val 6250"/>
            </a:avLst>
          </a:prstGeom>
          <a:gradFill>
            <a:gsLst>
              <a:gs pos="0">
                <a:schemeClr val="bg1">
                  <a:alpha val="40000"/>
                </a:schemeClr>
              </a:gs>
              <a:gs pos="98000">
                <a:schemeClr val="bg1">
                  <a:alpha val="20000"/>
                </a:schemeClr>
              </a:gs>
            </a:gsLst>
            <a:lin ang="0" scaled="0"/>
          </a:gradFill>
          <a:ln>
            <a:gradFill>
              <a:gsLst>
                <a:gs pos="0">
                  <a:schemeClr val="bg1"/>
                </a:gs>
                <a:gs pos="100000">
                  <a:schemeClr val="bg1">
                    <a:lumMod val="85000"/>
                  </a:schemeClr>
                </a:gs>
              </a:gsLst>
              <a:lin ang="2700000" scaled="0"/>
            </a:gradFill>
          </a:ln>
          <a:effectLst>
            <a:outerShdw blurRad="228600" dist="88900" dir="2700000" algn="tl"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prstClr val="white"/>
              </a:solidFill>
            </a:endParaRPr>
          </a:p>
        </p:txBody>
      </p:sp>
      <p:sp>
        <p:nvSpPr>
          <p:cNvPr id="97" name="圆角矩形 96"/>
          <p:cNvSpPr/>
          <p:nvPr/>
        </p:nvSpPr>
        <p:spPr>
          <a:xfrm>
            <a:off x="6828731" y="4724398"/>
            <a:ext cx="2266950" cy="914400"/>
          </a:xfrm>
          <a:prstGeom prst="roundRect">
            <a:avLst>
              <a:gd name="adj" fmla="val 6250"/>
            </a:avLst>
          </a:prstGeom>
          <a:gradFill>
            <a:gsLst>
              <a:gs pos="0">
                <a:schemeClr val="bg1">
                  <a:alpha val="40000"/>
                </a:schemeClr>
              </a:gs>
              <a:gs pos="98000">
                <a:schemeClr val="bg1">
                  <a:alpha val="20000"/>
                </a:schemeClr>
              </a:gs>
            </a:gsLst>
            <a:lin ang="0" scaled="0"/>
          </a:gradFill>
          <a:ln>
            <a:gradFill>
              <a:gsLst>
                <a:gs pos="0">
                  <a:schemeClr val="bg1"/>
                </a:gs>
                <a:gs pos="100000">
                  <a:schemeClr val="bg1">
                    <a:lumMod val="85000"/>
                  </a:schemeClr>
                </a:gs>
              </a:gsLst>
              <a:lin ang="2700000" scaled="0"/>
            </a:gradFill>
          </a:ln>
          <a:effectLst>
            <a:outerShdw blurRad="228600" dist="88900" dir="2700000" algn="tl"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prstClr val="white"/>
              </a:solidFill>
            </a:endParaRPr>
          </a:p>
        </p:txBody>
      </p:sp>
      <p:sp>
        <p:nvSpPr>
          <p:cNvPr id="98" name="圆角矩形 97"/>
          <p:cNvSpPr/>
          <p:nvPr/>
        </p:nvSpPr>
        <p:spPr>
          <a:xfrm>
            <a:off x="3110953" y="2114550"/>
            <a:ext cx="2266950" cy="914400"/>
          </a:xfrm>
          <a:prstGeom prst="roundRect">
            <a:avLst>
              <a:gd name="adj" fmla="val 6250"/>
            </a:avLst>
          </a:prstGeom>
          <a:gradFill>
            <a:gsLst>
              <a:gs pos="0">
                <a:schemeClr val="bg1">
                  <a:alpha val="40000"/>
                </a:schemeClr>
              </a:gs>
              <a:gs pos="98000">
                <a:schemeClr val="bg1">
                  <a:alpha val="20000"/>
                </a:schemeClr>
              </a:gs>
            </a:gsLst>
            <a:lin ang="0" scaled="0"/>
          </a:gradFill>
          <a:ln>
            <a:gradFill>
              <a:gsLst>
                <a:gs pos="0">
                  <a:schemeClr val="bg1"/>
                </a:gs>
                <a:gs pos="100000">
                  <a:schemeClr val="bg1">
                    <a:lumMod val="85000"/>
                  </a:schemeClr>
                </a:gs>
              </a:gsLst>
              <a:lin ang="2700000" scaled="0"/>
            </a:gradFill>
          </a:ln>
          <a:effectLst>
            <a:outerShdw blurRad="228600" dist="88900" dir="2700000" algn="tl"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prstClr val="white"/>
              </a:solidFill>
            </a:endParaRPr>
          </a:p>
        </p:txBody>
      </p:sp>
      <p:sp>
        <p:nvSpPr>
          <p:cNvPr id="99" name="圆角矩形 98"/>
          <p:cNvSpPr/>
          <p:nvPr/>
        </p:nvSpPr>
        <p:spPr>
          <a:xfrm>
            <a:off x="3110953" y="3886199"/>
            <a:ext cx="2266950" cy="914400"/>
          </a:xfrm>
          <a:prstGeom prst="roundRect">
            <a:avLst>
              <a:gd name="adj" fmla="val 6250"/>
            </a:avLst>
          </a:prstGeom>
          <a:gradFill>
            <a:gsLst>
              <a:gs pos="0">
                <a:schemeClr val="bg1">
                  <a:alpha val="40000"/>
                </a:schemeClr>
              </a:gs>
              <a:gs pos="98000">
                <a:schemeClr val="bg1">
                  <a:alpha val="20000"/>
                </a:schemeClr>
              </a:gs>
            </a:gsLst>
            <a:lin ang="0" scaled="0"/>
          </a:gradFill>
          <a:ln>
            <a:gradFill>
              <a:gsLst>
                <a:gs pos="0">
                  <a:schemeClr val="bg1"/>
                </a:gs>
                <a:gs pos="100000">
                  <a:schemeClr val="bg1">
                    <a:lumMod val="85000"/>
                  </a:schemeClr>
                </a:gs>
              </a:gsLst>
              <a:lin ang="2700000" scaled="0"/>
            </a:gradFill>
          </a:ln>
          <a:effectLst>
            <a:outerShdw blurRad="228600" dist="88900" dir="2700000" algn="tl"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prstClr val="white"/>
              </a:solidFill>
            </a:endParaRPr>
          </a:p>
        </p:txBody>
      </p:sp>
      <p:grpSp>
        <p:nvGrpSpPr>
          <p:cNvPr id="100" name="组合 11"/>
          <p:cNvGrpSpPr/>
          <p:nvPr/>
        </p:nvGrpSpPr>
        <p:grpSpPr>
          <a:xfrm>
            <a:off x="5902644" y="1424592"/>
            <a:ext cx="386711" cy="386711"/>
            <a:chOff x="5246355" y="1142685"/>
            <a:chExt cx="623795" cy="623795"/>
          </a:xfrm>
        </p:grpSpPr>
        <p:pic>
          <p:nvPicPr>
            <p:cNvPr id="101" name="图片 100"/>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5325782" y="1217986"/>
              <a:ext cx="470549" cy="470549"/>
            </a:xfrm>
            <a:prstGeom prst="rect">
              <a:avLst/>
            </a:prstGeom>
            <a:effectLst>
              <a:outerShdw blurRad="152400" dist="38100" dir="2700000" algn="tl" rotWithShape="0">
                <a:prstClr val="black">
                  <a:alpha val="28000"/>
                </a:prstClr>
              </a:outerShdw>
            </a:effectLst>
          </p:spPr>
        </p:pic>
        <p:sp>
          <p:nvSpPr>
            <p:cNvPr id="102" name="椭圆 101"/>
            <p:cNvSpPr/>
            <p:nvPr/>
          </p:nvSpPr>
          <p:spPr>
            <a:xfrm>
              <a:off x="5246355" y="1142685"/>
              <a:ext cx="623795" cy="623795"/>
            </a:xfrm>
            <a:prstGeom prst="ellipse">
              <a:avLst/>
            </a:prstGeom>
            <a:gradFill>
              <a:gsLst>
                <a:gs pos="22000">
                  <a:schemeClr val="bg1">
                    <a:alpha val="40000"/>
                  </a:schemeClr>
                </a:gs>
                <a:gs pos="50000">
                  <a:srgbClr val="FFFFFF">
                    <a:alpha val="10000"/>
                  </a:srgbClr>
                </a:gs>
                <a:gs pos="50000">
                  <a:schemeClr val="bg1">
                    <a:alpha val="20000"/>
                  </a:schemeClr>
                </a:gs>
                <a:gs pos="15000">
                  <a:schemeClr val="bg1">
                    <a:alpha val="87000"/>
                  </a:schemeClr>
                </a:gs>
              </a:gsLst>
              <a:lin ang="2700000" scaled="0"/>
            </a:gradFill>
            <a:ln>
              <a:gradFill>
                <a:gsLst>
                  <a:gs pos="75000">
                    <a:srgbClr val="F0F0F0"/>
                  </a:gs>
                  <a:gs pos="50000">
                    <a:srgbClr val="C8C8C8"/>
                  </a:gs>
                  <a:gs pos="25000">
                    <a:srgbClr val="F0F0F0"/>
                  </a:gs>
                  <a:gs pos="0">
                    <a:schemeClr val="bg1"/>
                  </a:gs>
                  <a:gs pos="100000">
                    <a:schemeClr val="bg1"/>
                  </a:gs>
                </a:gsLst>
                <a:lin ang="2700000" scaled="0"/>
              </a:gradFill>
            </a:ln>
            <a:effectLst>
              <a:outerShdw blurRad="228600" dist="88900" dir="2700000" algn="tl"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03" name="Freeform 74"/>
            <p:cNvSpPr>
              <a:spLocks noEditPoints="1"/>
            </p:cNvSpPr>
            <p:nvPr/>
          </p:nvSpPr>
          <p:spPr bwMode="auto">
            <a:xfrm>
              <a:off x="5493361" y="1289273"/>
              <a:ext cx="130369" cy="289441"/>
            </a:xfrm>
            <a:custGeom>
              <a:avLst/>
              <a:gdLst>
                <a:gd name="T0" fmla="*/ 14 w 46"/>
                <a:gd name="T1" fmla="*/ 0 h 102"/>
                <a:gd name="T2" fmla="*/ 30 w 46"/>
                <a:gd name="T3" fmla="*/ 0 h 102"/>
                <a:gd name="T4" fmla="*/ 46 w 46"/>
                <a:gd name="T5" fmla="*/ 102 h 102"/>
                <a:gd name="T6" fmla="*/ 33 w 46"/>
                <a:gd name="T7" fmla="*/ 102 h 102"/>
                <a:gd name="T8" fmla="*/ 30 w 46"/>
                <a:gd name="T9" fmla="*/ 83 h 102"/>
                <a:gd name="T10" fmla="*/ 15 w 46"/>
                <a:gd name="T11" fmla="*/ 83 h 102"/>
                <a:gd name="T12" fmla="*/ 12 w 46"/>
                <a:gd name="T13" fmla="*/ 102 h 102"/>
                <a:gd name="T14" fmla="*/ 0 w 46"/>
                <a:gd name="T15" fmla="*/ 102 h 102"/>
                <a:gd name="T16" fmla="*/ 14 w 46"/>
                <a:gd name="T17" fmla="*/ 0 h 102"/>
                <a:gd name="T18" fmla="*/ 29 w 46"/>
                <a:gd name="T19" fmla="*/ 70 h 102"/>
                <a:gd name="T20" fmla="*/ 22 w 46"/>
                <a:gd name="T21" fmla="*/ 17 h 102"/>
                <a:gd name="T22" fmla="*/ 21 w 46"/>
                <a:gd name="T23" fmla="*/ 36 h 102"/>
                <a:gd name="T24" fmla="*/ 16 w 46"/>
                <a:gd name="T25" fmla="*/ 70 h 102"/>
                <a:gd name="T26" fmla="*/ 29 w 46"/>
                <a:gd name="T27" fmla="*/ 7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 h="102">
                  <a:moveTo>
                    <a:pt x="14" y="0"/>
                  </a:moveTo>
                  <a:cubicBezTo>
                    <a:pt x="30" y="0"/>
                    <a:pt x="30" y="0"/>
                    <a:pt x="30" y="0"/>
                  </a:cubicBezTo>
                  <a:cubicBezTo>
                    <a:pt x="46" y="102"/>
                    <a:pt x="46" y="102"/>
                    <a:pt x="46" y="102"/>
                  </a:cubicBezTo>
                  <a:cubicBezTo>
                    <a:pt x="33" y="102"/>
                    <a:pt x="33" y="102"/>
                    <a:pt x="33" y="102"/>
                  </a:cubicBezTo>
                  <a:cubicBezTo>
                    <a:pt x="30" y="83"/>
                    <a:pt x="30" y="83"/>
                    <a:pt x="30" y="83"/>
                  </a:cubicBezTo>
                  <a:cubicBezTo>
                    <a:pt x="15" y="83"/>
                    <a:pt x="15" y="83"/>
                    <a:pt x="15" y="83"/>
                  </a:cubicBezTo>
                  <a:cubicBezTo>
                    <a:pt x="12" y="102"/>
                    <a:pt x="12" y="102"/>
                    <a:pt x="12" y="102"/>
                  </a:cubicBezTo>
                  <a:cubicBezTo>
                    <a:pt x="0" y="102"/>
                    <a:pt x="0" y="102"/>
                    <a:pt x="0" y="102"/>
                  </a:cubicBezTo>
                  <a:lnTo>
                    <a:pt x="14" y="0"/>
                  </a:lnTo>
                  <a:close/>
                  <a:moveTo>
                    <a:pt x="29" y="70"/>
                  </a:moveTo>
                  <a:cubicBezTo>
                    <a:pt x="22" y="17"/>
                    <a:pt x="22" y="17"/>
                    <a:pt x="22" y="17"/>
                  </a:cubicBezTo>
                  <a:cubicBezTo>
                    <a:pt x="22" y="23"/>
                    <a:pt x="22" y="30"/>
                    <a:pt x="21" y="36"/>
                  </a:cubicBezTo>
                  <a:cubicBezTo>
                    <a:pt x="21" y="38"/>
                    <a:pt x="19" y="49"/>
                    <a:pt x="16" y="70"/>
                  </a:cubicBezTo>
                  <a:lnTo>
                    <a:pt x="29" y="70"/>
                  </a:lnTo>
                  <a:close/>
                </a:path>
              </a:pathLst>
            </a:custGeom>
            <a:solidFill>
              <a:srgbClr val="F2BB28"/>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111" name="组合 15"/>
          <p:cNvGrpSpPr/>
          <p:nvPr/>
        </p:nvGrpSpPr>
        <p:grpSpPr>
          <a:xfrm>
            <a:off x="5902644" y="2379150"/>
            <a:ext cx="385200" cy="385200"/>
            <a:chOff x="6660449" y="1710777"/>
            <a:chExt cx="623795" cy="623795"/>
          </a:xfrm>
        </p:grpSpPr>
        <p:pic>
          <p:nvPicPr>
            <p:cNvPr id="112" name="图片 11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6739876" y="1786078"/>
              <a:ext cx="470549" cy="470549"/>
            </a:xfrm>
            <a:prstGeom prst="rect">
              <a:avLst/>
            </a:prstGeom>
            <a:effectLst>
              <a:outerShdw blurRad="152400" dist="38100" dir="2700000" algn="tl" rotWithShape="0">
                <a:prstClr val="black">
                  <a:alpha val="28000"/>
                </a:prstClr>
              </a:outerShdw>
            </a:effectLst>
          </p:spPr>
        </p:pic>
        <p:sp>
          <p:nvSpPr>
            <p:cNvPr id="113" name="椭圆 112"/>
            <p:cNvSpPr/>
            <p:nvPr/>
          </p:nvSpPr>
          <p:spPr>
            <a:xfrm>
              <a:off x="6660449" y="1710777"/>
              <a:ext cx="623795" cy="623795"/>
            </a:xfrm>
            <a:prstGeom prst="ellipse">
              <a:avLst/>
            </a:prstGeom>
            <a:gradFill>
              <a:gsLst>
                <a:gs pos="22000">
                  <a:schemeClr val="bg1">
                    <a:alpha val="40000"/>
                  </a:schemeClr>
                </a:gs>
                <a:gs pos="50000">
                  <a:srgbClr val="FFFFFF">
                    <a:alpha val="10000"/>
                  </a:srgbClr>
                </a:gs>
                <a:gs pos="50000">
                  <a:schemeClr val="bg1">
                    <a:alpha val="20000"/>
                  </a:schemeClr>
                </a:gs>
                <a:gs pos="15000">
                  <a:schemeClr val="bg1">
                    <a:alpha val="87000"/>
                  </a:schemeClr>
                </a:gs>
              </a:gsLst>
              <a:lin ang="2700000" scaled="0"/>
            </a:gradFill>
            <a:ln>
              <a:gradFill>
                <a:gsLst>
                  <a:gs pos="75000">
                    <a:srgbClr val="F0F0F0"/>
                  </a:gs>
                  <a:gs pos="50000">
                    <a:srgbClr val="C8C8C8"/>
                  </a:gs>
                  <a:gs pos="25000">
                    <a:srgbClr val="F0F0F0"/>
                  </a:gs>
                  <a:gs pos="0">
                    <a:schemeClr val="bg1"/>
                  </a:gs>
                  <a:gs pos="100000">
                    <a:schemeClr val="bg1"/>
                  </a:gs>
                </a:gsLst>
                <a:lin ang="2700000" scaled="0"/>
              </a:gradFill>
            </a:ln>
            <a:effectLst>
              <a:outerShdw blurRad="228600" dist="88900" dir="2700000" algn="tl"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14" name="Freeform 75"/>
            <p:cNvSpPr>
              <a:spLocks noEditPoints="1"/>
            </p:cNvSpPr>
            <p:nvPr/>
          </p:nvSpPr>
          <p:spPr bwMode="auto">
            <a:xfrm>
              <a:off x="6917418" y="1876128"/>
              <a:ext cx="116016" cy="291834"/>
            </a:xfrm>
            <a:custGeom>
              <a:avLst/>
              <a:gdLst>
                <a:gd name="T0" fmla="*/ 0 w 41"/>
                <a:gd name="T1" fmla="*/ 0 h 103"/>
                <a:gd name="T2" fmla="*/ 27 w 41"/>
                <a:gd name="T3" fmla="*/ 0 h 103"/>
                <a:gd name="T4" fmla="*/ 41 w 41"/>
                <a:gd name="T5" fmla="*/ 17 h 103"/>
                <a:gd name="T6" fmla="*/ 41 w 41"/>
                <a:gd name="T7" fmla="*/ 36 h 103"/>
                <a:gd name="T8" fmla="*/ 31 w 41"/>
                <a:gd name="T9" fmla="*/ 48 h 103"/>
                <a:gd name="T10" fmla="*/ 38 w 41"/>
                <a:gd name="T11" fmla="*/ 52 h 103"/>
                <a:gd name="T12" fmla="*/ 41 w 41"/>
                <a:gd name="T13" fmla="*/ 59 h 103"/>
                <a:gd name="T14" fmla="*/ 41 w 41"/>
                <a:gd name="T15" fmla="*/ 86 h 103"/>
                <a:gd name="T16" fmla="*/ 36 w 41"/>
                <a:gd name="T17" fmla="*/ 99 h 103"/>
                <a:gd name="T18" fmla="*/ 22 w 41"/>
                <a:gd name="T19" fmla="*/ 103 h 103"/>
                <a:gd name="T20" fmla="*/ 0 w 41"/>
                <a:gd name="T21" fmla="*/ 103 h 103"/>
                <a:gd name="T22" fmla="*/ 0 w 41"/>
                <a:gd name="T23" fmla="*/ 0 h 103"/>
                <a:gd name="T24" fmla="*/ 18 w 41"/>
                <a:gd name="T25" fmla="*/ 43 h 103"/>
                <a:gd name="T26" fmla="*/ 27 w 41"/>
                <a:gd name="T27" fmla="*/ 39 h 103"/>
                <a:gd name="T28" fmla="*/ 28 w 41"/>
                <a:gd name="T29" fmla="*/ 28 h 103"/>
                <a:gd name="T30" fmla="*/ 28 w 41"/>
                <a:gd name="T31" fmla="*/ 25 h 103"/>
                <a:gd name="T32" fmla="*/ 28 w 41"/>
                <a:gd name="T33" fmla="*/ 22 h 103"/>
                <a:gd name="T34" fmla="*/ 20 w 41"/>
                <a:gd name="T35" fmla="*/ 12 h 103"/>
                <a:gd name="T36" fmla="*/ 13 w 41"/>
                <a:gd name="T37" fmla="*/ 12 h 103"/>
                <a:gd name="T38" fmla="*/ 13 w 41"/>
                <a:gd name="T39" fmla="*/ 43 h 103"/>
                <a:gd name="T40" fmla="*/ 16 w 41"/>
                <a:gd name="T41" fmla="*/ 43 h 103"/>
                <a:gd name="T42" fmla="*/ 18 w 41"/>
                <a:gd name="T43" fmla="*/ 43 h 103"/>
                <a:gd name="T44" fmla="*/ 22 w 41"/>
                <a:gd name="T45" fmla="*/ 90 h 103"/>
                <a:gd name="T46" fmla="*/ 28 w 41"/>
                <a:gd name="T47" fmla="*/ 81 h 103"/>
                <a:gd name="T48" fmla="*/ 28 w 41"/>
                <a:gd name="T49" fmla="*/ 61 h 103"/>
                <a:gd name="T50" fmla="*/ 23 w 41"/>
                <a:gd name="T51" fmla="*/ 54 h 103"/>
                <a:gd name="T52" fmla="*/ 13 w 41"/>
                <a:gd name="T53" fmla="*/ 54 h 103"/>
                <a:gd name="T54" fmla="*/ 13 w 41"/>
                <a:gd name="T55" fmla="*/ 90 h 103"/>
                <a:gd name="T56" fmla="*/ 22 w 41"/>
                <a:gd name="T57" fmla="*/ 9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 h="103">
                  <a:moveTo>
                    <a:pt x="0" y="0"/>
                  </a:moveTo>
                  <a:cubicBezTo>
                    <a:pt x="27" y="0"/>
                    <a:pt x="27" y="0"/>
                    <a:pt x="27" y="0"/>
                  </a:cubicBezTo>
                  <a:cubicBezTo>
                    <a:pt x="36" y="0"/>
                    <a:pt x="41" y="5"/>
                    <a:pt x="41" y="17"/>
                  </a:cubicBezTo>
                  <a:cubicBezTo>
                    <a:pt x="41" y="36"/>
                    <a:pt x="41" y="36"/>
                    <a:pt x="41" y="36"/>
                  </a:cubicBezTo>
                  <a:cubicBezTo>
                    <a:pt x="41" y="42"/>
                    <a:pt x="37" y="46"/>
                    <a:pt x="31" y="48"/>
                  </a:cubicBezTo>
                  <a:cubicBezTo>
                    <a:pt x="34" y="48"/>
                    <a:pt x="36" y="50"/>
                    <a:pt x="38" y="52"/>
                  </a:cubicBezTo>
                  <a:cubicBezTo>
                    <a:pt x="40" y="54"/>
                    <a:pt x="41" y="56"/>
                    <a:pt x="41" y="59"/>
                  </a:cubicBezTo>
                  <a:cubicBezTo>
                    <a:pt x="41" y="86"/>
                    <a:pt x="41" y="86"/>
                    <a:pt x="41" y="86"/>
                  </a:cubicBezTo>
                  <a:cubicBezTo>
                    <a:pt x="41" y="92"/>
                    <a:pt x="39" y="97"/>
                    <a:pt x="36" y="99"/>
                  </a:cubicBezTo>
                  <a:cubicBezTo>
                    <a:pt x="33" y="101"/>
                    <a:pt x="28" y="103"/>
                    <a:pt x="22" y="103"/>
                  </a:cubicBezTo>
                  <a:cubicBezTo>
                    <a:pt x="0" y="103"/>
                    <a:pt x="0" y="103"/>
                    <a:pt x="0" y="103"/>
                  </a:cubicBezTo>
                  <a:lnTo>
                    <a:pt x="0" y="0"/>
                  </a:lnTo>
                  <a:close/>
                  <a:moveTo>
                    <a:pt x="18" y="43"/>
                  </a:moveTo>
                  <a:cubicBezTo>
                    <a:pt x="23" y="43"/>
                    <a:pt x="26" y="42"/>
                    <a:pt x="27" y="39"/>
                  </a:cubicBezTo>
                  <a:cubicBezTo>
                    <a:pt x="27" y="37"/>
                    <a:pt x="28" y="34"/>
                    <a:pt x="28" y="28"/>
                  </a:cubicBezTo>
                  <a:cubicBezTo>
                    <a:pt x="28" y="25"/>
                    <a:pt x="28" y="25"/>
                    <a:pt x="28" y="25"/>
                  </a:cubicBezTo>
                  <a:cubicBezTo>
                    <a:pt x="28" y="22"/>
                    <a:pt x="28" y="22"/>
                    <a:pt x="28" y="22"/>
                  </a:cubicBezTo>
                  <a:cubicBezTo>
                    <a:pt x="28" y="15"/>
                    <a:pt x="25" y="12"/>
                    <a:pt x="20" y="12"/>
                  </a:cubicBezTo>
                  <a:cubicBezTo>
                    <a:pt x="13" y="12"/>
                    <a:pt x="13" y="12"/>
                    <a:pt x="13" y="12"/>
                  </a:cubicBezTo>
                  <a:cubicBezTo>
                    <a:pt x="13" y="43"/>
                    <a:pt x="13" y="43"/>
                    <a:pt x="13" y="43"/>
                  </a:cubicBezTo>
                  <a:cubicBezTo>
                    <a:pt x="16" y="43"/>
                    <a:pt x="16" y="43"/>
                    <a:pt x="16" y="43"/>
                  </a:cubicBezTo>
                  <a:lnTo>
                    <a:pt x="18" y="43"/>
                  </a:lnTo>
                  <a:close/>
                  <a:moveTo>
                    <a:pt x="22" y="90"/>
                  </a:moveTo>
                  <a:cubicBezTo>
                    <a:pt x="26" y="90"/>
                    <a:pt x="28" y="87"/>
                    <a:pt x="28" y="81"/>
                  </a:cubicBezTo>
                  <a:cubicBezTo>
                    <a:pt x="28" y="61"/>
                    <a:pt x="28" y="61"/>
                    <a:pt x="28" y="61"/>
                  </a:cubicBezTo>
                  <a:cubicBezTo>
                    <a:pt x="28" y="57"/>
                    <a:pt x="26" y="55"/>
                    <a:pt x="23" y="54"/>
                  </a:cubicBezTo>
                  <a:cubicBezTo>
                    <a:pt x="13" y="54"/>
                    <a:pt x="13" y="54"/>
                    <a:pt x="13" y="54"/>
                  </a:cubicBezTo>
                  <a:cubicBezTo>
                    <a:pt x="13" y="90"/>
                    <a:pt x="13" y="90"/>
                    <a:pt x="13" y="90"/>
                  </a:cubicBezTo>
                  <a:lnTo>
                    <a:pt x="22" y="90"/>
                  </a:lnTo>
                  <a:close/>
                </a:path>
              </a:pathLst>
            </a:custGeom>
            <a:solidFill>
              <a:srgbClr val="E95907"/>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115" name="组合 19"/>
          <p:cNvGrpSpPr/>
          <p:nvPr/>
        </p:nvGrpSpPr>
        <p:grpSpPr>
          <a:xfrm>
            <a:off x="5903400" y="3236399"/>
            <a:ext cx="385200" cy="385200"/>
            <a:chOff x="7210425" y="3080590"/>
            <a:chExt cx="623795" cy="623795"/>
          </a:xfrm>
        </p:grpSpPr>
        <p:pic>
          <p:nvPicPr>
            <p:cNvPr id="116" name="图片 115"/>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289852" y="3155891"/>
              <a:ext cx="470549" cy="470549"/>
            </a:xfrm>
            <a:prstGeom prst="rect">
              <a:avLst/>
            </a:prstGeom>
            <a:effectLst>
              <a:outerShdw blurRad="152400" dist="38100" dir="2700000" algn="tl" rotWithShape="0">
                <a:prstClr val="black">
                  <a:alpha val="28000"/>
                </a:prstClr>
              </a:outerShdw>
            </a:effectLst>
          </p:spPr>
        </p:pic>
        <p:sp>
          <p:nvSpPr>
            <p:cNvPr id="117" name="椭圆 116"/>
            <p:cNvSpPr/>
            <p:nvPr/>
          </p:nvSpPr>
          <p:spPr>
            <a:xfrm>
              <a:off x="7210425" y="3080590"/>
              <a:ext cx="623795" cy="623795"/>
            </a:xfrm>
            <a:prstGeom prst="ellipse">
              <a:avLst/>
            </a:prstGeom>
            <a:gradFill>
              <a:gsLst>
                <a:gs pos="22000">
                  <a:schemeClr val="bg1">
                    <a:alpha val="40000"/>
                  </a:schemeClr>
                </a:gs>
                <a:gs pos="50000">
                  <a:srgbClr val="FFFFFF">
                    <a:alpha val="10000"/>
                  </a:srgbClr>
                </a:gs>
                <a:gs pos="50000">
                  <a:schemeClr val="bg1">
                    <a:alpha val="20000"/>
                  </a:schemeClr>
                </a:gs>
                <a:gs pos="15000">
                  <a:schemeClr val="bg1">
                    <a:alpha val="87000"/>
                  </a:schemeClr>
                </a:gs>
              </a:gsLst>
              <a:lin ang="2700000" scaled="0"/>
            </a:gradFill>
            <a:ln>
              <a:gradFill>
                <a:gsLst>
                  <a:gs pos="75000">
                    <a:srgbClr val="F0F0F0"/>
                  </a:gs>
                  <a:gs pos="50000">
                    <a:srgbClr val="C8C8C8"/>
                  </a:gs>
                  <a:gs pos="25000">
                    <a:srgbClr val="F0F0F0"/>
                  </a:gs>
                  <a:gs pos="0">
                    <a:schemeClr val="bg1"/>
                  </a:gs>
                  <a:gs pos="100000">
                    <a:schemeClr val="bg1"/>
                  </a:gs>
                </a:gsLst>
                <a:lin ang="2700000" scaled="0"/>
              </a:gradFill>
            </a:ln>
            <a:effectLst>
              <a:outerShdw blurRad="228600" dist="88900" dir="2700000" algn="tl"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18" name="Freeform 76"/>
            <p:cNvSpPr>
              <a:spLocks/>
            </p:cNvSpPr>
            <p:nvPr/>
          </p:nvSpPr>
          <p:spPr bwMode="auto">
            <a:xfrm>
              <a:off x="7464462" y="3250622"/>
              <a:ext cx="124388" cy="297814"/>
            </a:xfrm>
            <a:custGeom>
              <a:avLst/>
              <a:gdLst>
                <a:gd name="T0" fmla="*/ 0 w 44"/>
                <a:gd name="T1" fmla="*/ 24 h 105"/>
                <a:gd name="T2" fmla="*/ 6 w 44"/>
                <a:gd name="T3" fmla="*/ 7 h 105"/>
                <a:gd name="T4" fmla="*/ 22 w 44"/>
                <a:gd name="T5" fmla="*/ 0 h 105"/>
                <a:gd name="T6" fmla="*/ 39 w 44"/>
                <a:gd name="T7" fmla="*/ 8 h 105"/>
                <a:gd name="T8" fmla="*/ 44 w 44"/>
                <a:gd name="T9" fmla="*/ 26 h 105"/>
                <a:gd name="T10" fmla="*/ 44 w 44"/>
                <a:gd name="T11" fmla="*/ 39 h 105"/>
                <a:gd name="T12" fmla="*/ 30 w 44"/>
                <a:gd name="T13" fmla="*/ 39 h 105"/>
                <a:gd name="T14" fmla="*/ 30 w 44"/>
                <a:gd name="T15" fmla="*/ 23 h 105"/>
                <a:gd name="T16" fmla="*/ 23 w 44"/>
                <a:gd name="T17" fmla="*/ 12 h 105"/>
                <a:gd name="T18" fmla="*/ 15 w 44"/>
                <a:gd name="T19" fmla="*/ 16 h 105"/>
                <a:gd name="T20" fmla="*/ 13 w 44"/>
                <a:gd name="T21" fmla="*/ 26 h 105"/>
                <a:gd name="T22" fmla="*/ 13 w 44"/>
                <a:gd name="T23" fmla="*/ 85 h 105"/>
                <a:gd name="T24" fmla="*/ 16 w 44"/>
                <a:gd name="T25" fmla="*/ 91 h 105"/>
                <a:gd name="T26" fmla="*/ 22 w 44"/>
                <a:gd name="T27" fmla="*/ 94 h 105"/>
                <a:gd name="T28" fmla="*/ 30 w 44"/>
                <a:gd name="T29" fmla="*/ 81 h 105"/>
                <a:gd name="T30" fmla="*/ 30 w 44"/>
                <a:gd name="T31" fmla="*/ 62 h 105"/>
                <a:gd name="T32" fmla="*/ 44 w 44"/>
                <a:gd name="T33" fmla="*/ 62 h 105"/>
                <a:gd name="T34" fmla="*/ 44 w 44"/>
                <a:gd name="T35" fmla="*/ 81 h 105"/>
                <a:gd name="T36" fmla="*/ 38 w 44"/>
                <a:gd name="T37" fmla="*/ 98 h 105"/>
                <a:gd name="T38" fmla="*/ 22 w 44"/>
                <a:gd name="T39" fmla="*/ 105 h 105"/>
                <a:gd name="T40" fmla="*/ 0 w 44"/>
                <a:gd name="T41" fmla="*/ 80 h 105"/>
                <a:gd name="T42" fmla="*/ 0 w 44"/>
                <a:gd name="T43" fmla="*/ 24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4" h="105">
                  <a:moveTo>
                    <a:pt x="0" y="24"/>
                  </a:moveTo>
                  <a:cubicBezTo>
                    <a:pt x="0" y="17"/>
                    <a:pt x="2" y="12"/>
                    <a:pt x="6" y="7"/>
                  </a:cubicBezTo>
                  <a:cubicBezTo>
                    <a:pt x="10" y="3"/>
                    <a:pt x="15" y="0"/>
                    <a:pt x="22" y="0"/>
                  </a:cubicBezTo>
                  <a:cubicBezTo>
                    <a:pt x="30" y="0"/>
                    <a:pt x="36" y="3"/>
                    <a:pt x="39" y="8"/>
                  </a:cubicBezTo>
                  <a:cubicBezTo>
                    <a:pt x="42" y="12"/>
                    <a:pt x="44" y="18"/>
                    <a:pt x="44" y="26"/>
                  </a:cubicBezTo>
                  <a:cubicBezTo>
                    <a:pt x="44" y="39"/>
                    <a:pt x="44" y="39"/>
                    <a:pt x="44" y="39"/>
                  </a:cubicBezTo>
                  <a:cubicBezTo>
                    <a:pt x="30" y="39"/>
                    <a:pt x="30" y="39"/>
                    <a:pt x="30" y="39"/>
                  </a:cubicBezTo>
                  <a:cubicBezTo>
                    <a:pt x="30" y="23"/>
                    <a:pt x="30" y="23"/>
                    <a:pt x="30" y="23"/>
                  </a:cubicBezTo>
                  <a:cubicBezTo>
                    <a:pt x="30" y="16"/>
                    <a:pt x="28" y="12"/>
                    <a:pt x="23" y="12"/>
                  </a:cubicBezTo>
                  <a:cubicBezTo>
                    <a:pt x="19" y="12"/>
                    <a:pt x="16" y="14"/>
                    <a:pt x="15" y="16"/>
                  </a:cubicBezTo>
                  <a:cubicBezTo>
                    <a:pt x="14" y="18"/>
                    <a:pt x="13" y="22"/>
                    <a:pt x="13" y="26"/>
                  </a:cubicBezTo>
                  <a:cubicBezTo>
                    <a:pt x="13" y="85"/>
                    <a:pt x="13" y="85"/>
                    <a:pt x="13" y="85"/>
                  </a:cubicBezTo>
                  <a:cubicBezTo>
                    <a:pt x="13" y="88"/>
                    <a:pt x="14" y="90"/>
                    <a:pt x="16" y="91"/>
                  </a:cubicBezTo>
                  <a:cubicBezTo>
                    <a:pt x="18" y="93"/>
                    <a:pt x="20" y="94"/>
                    <a:pt x="22" y="94"/>
                  </a:cubicBezTo>
                  <a:cubicBezTo>
                    <a:pt x="28" y="94"/>
                    <a:pt x="30" y="89"/>
                    <a:pt x="30" y="81"/>
                  </a:cubicBezTo>
                  <a:cubicBezTo>
                    <a:pt x="30" y="62"/>
                    <a:pt x="30" y="62"/>
                    <a:pt x="30" y="62"/>
                  </a:cubicBezTo>
                  <a:cubicBezTo>
                    <a:pt x="44" y="62"/>
                    <a:pt x="44" y="62"/>
                    <a:pt x="44" y="62"/>
                  </a:cubicBezTo>
                  <a:cubicBezTo>
                    <a:pt x="44" y="81"/>
                    <a:pt x="44" y="81"/>
                    <a:pt x="44" y="81"/>
                  </a:cubicBezTo>
                  <a:cubicBezTo>
                    <a:pt x="44" y="88"/>
                    <a:pt x="42" y="94"/>
                    <a:pt x="38" y="98"/>
                  </a:cubicBezTo>
                  <a:cubicBezTo>
                    <a:pt x="34" y="103"/>
                    <a:pt x="29" y="105"/>
                    <a:pt x="22" y="105"/>
                  </a:cubicBezTo>
                  <a:cubicBezTo>
                    <a:pt x="7" y="105"/>
                    <a:pt x="0" y="97"/>
                    <a:pt x="0" y="80"/>
                  </a:cubicBezTo>
                  <a:lnTo>
                    <a:pt x="0" y="24"/>
                  </a:lnTo>
                  <a:close/>
                </a:path>
              </a:pathLst>
            </a:custGeom>
            <a:solidFill>
              <a:srgbClr val="4BADE1"/>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119" name="组合 23"/>
          <p:cNvGrpSpPr/>
          <p:nvPr/>
        </p:nvGrpSpPr>
        <p:grpSpPr>
          <a:xfrm>
            <a:off x="5903400" y="4150799"/>
            <a:ext cx="385200" cy="385200"/>
            <a:chOff x="6641860" y="4533949"/>
            <a:chExt cx="623795" cy="623795"/>
          </a:xfrm>
        </p:grpSpPr>
        <p:pic>
          <p:nvPicPr>
            <p:cNvPr id="120" name="图片 119"/>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6721287" y="4609250"/>
              <a:ext cx="470549" cy="470549"/>
            </a:xfrm>
            <a:prstGeom prst="rect">
              <a:avLst/>
            </a:prstGeom>
            <a:effectLst>
              <a:outerShdw blurRad="152400" dist="38100" dir="2700000" algn="tl" rotWithShape="0">
                <a:prstClr val="black">
                  <a:alpha val="28000"/>
                </a:prstClr>
              </a:outerShdw>
            </a:effectLst>
          </p:spPr>
        </p:pic>
        <p:sp>
          <p:nvSpPr>
            <p:cNvPr id="121" name="椭圆 120"/>
            <p:cNvSpPr/>
            <p:nvPr/>
          </p:nvSpPr>
          <p:spPr>
            <a:xfrm>
              <a:off x="6641860" y="4533949"/>
              <a:ext cx="623795" cy="623795"/>
            </a:xfrm>
            <a:prstGeom prst="ellipse">
              <a:avLst/>
            </a:prstGeom>
            <a:gradFill>
              <a:gsLst>
                <a:gs pos="22000">
                  <a:schemeClr val="bg1">
                    <a:alpha val="40000"/>
                  </a:schemeClr>
                </a:gs>
                <a:gs pos="50000">
                  <a:srgbClr val="FFFFFF">
                    <a:alpha val="10000"/>
                  </a:srgbClr>
                </a:gs>
                <a:gs pos="50000">
                  <a:schemeClr val="bg1">
                    <a:alpha val="20000"/>
                  </a:schemeClr>
                </a:gs>
                <a:gs pos="15000">
                  <a:schemeClr val="bg1">
                    <a:alpha val="87000"/>
                  </a:schemeClr>
                </a:gs>
              </a:gsLst>
              <a:lin ang="2700000" scaled="0"/>
            </a:gradFill>
            <a:ln>
              <a:gradFill>
                <a:gsLst>
                  <a:gs pos="75000">
                    <a:srgbClr val="F0F0F0"/>
                  </a:gs>
                  <a:gs pos="50000">
                    <a:srgbClr val="C8C8C8"/>
                  </a:gs>
                  <a:gs pos="25000">
                    <a:srgbClr val="F0F0F0"/>
                  </a:gs>
                  <a:gs pos="0">
                    <a:schemeClr val="bg1"/>
                  </a:gs>
                  <a:gs pos="100000">
                    <a:schemeClr val="bg1"/>
                  </a:gs>
                </a:gsLst>
                <a:lin ang="2700000" scaled="0"/>
              </a:gradFill>
            </a:ln>
            <a:effectLst>
              <a:outerShdw blurRad="228600" dist="88900" dir="2700000" algn="tl"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22" name="Freeform 77"/>
            <p:cNvSpPr>
              <a:spLocks noEditPoints="1"/>
            </p:cNvSpPr>
            <p:nvPr/>
          </p:nvSpPr>
          <p:spPr bwMode="auto">
            <a:xfrm>
              <a:off x="6903417" y="4713778"/>
              <a:ext cx="116016" cy="288246"/>
            </a:xfrm>
            <a:custGeom>
              <a:avLst/>
              <a:gdLst>
                <a:gd name="T0" fmla="*/ 0 w 41"/>
                <a:gd name="T1" fmla="*/ 0 h 102"/>
                <a:gd name="T2" fmla="*/ 24 w 41"/>
                <a:gd name="T3" fmla="*/ 0 h 102"/>
                <a:gd name="T4" fmla="*/ 37 w 41"/>
                <a:gd name="T5" fmla="*/ 3 h 102"/>
                <a:gd name="T6" fmla="*/ 41 w 41"/>
                <a:gd name="T7" fmla="*/ 15 h 102"/>
                <a:gd name="T8" fmla="*/ 41 w 41"/>
                <a:gd name="T9" fmla="*/ 86 h 102"/>
                <a:gd name="T10" fmla="*/ 37 w 41"/>
                <a:gd name="T11" fmla="*/ 98 h 102"/>
                <a:gd name="T12" fmla="*/ 24 w 41"/>
                <a:gd name="T13" fmla="*/ 102 h 102"/>
                <a:gd name="T14" fmla="*/ 0 w 41"/>
                <a:gd name="T15" fmla="*/ 102 h 102"/>
                <a:gd name="T16" fmla="*/ 0 w 41"/>
                <a:gd name="T17" fmla="*/ 0 h 102"/>
                <a:gd name="T18" fmla="*/ 20 w 41"/>
                <a:gd name="T19" fmla="*/ 90 h 102"/>
                <a:gd name="T20" fmla="*/ 26 w 41"/>
                <a:gd name="T21" fmla="*/ 87 h 102"/>
                <a:gd name="T22" fmla="*/ 27 w 41"/>
                <a:gd name="T23" fmla="*/ 80 h 102"/>
                <a:gd name="T24" fmla="*/ 27 w 41"/>
                <a:gd name="T25" fmla="*/ 18 h 102"/>
                <a:gd name="T26" fmla="*/ 25 w 41"/>
                <a:gd name="T27" fmla="*/ 14 h 102"/>
                <a:gd name="T28" fmla="*/ 21 w 41"/>
                <a:gd name="T29" fmla="*/ 12 h 102"/>
                <a:gd name="T30" fmla="*/ 16 w 41"/>
                <a:gd name="T31" fmla="*/ 12 h 102"/>
                <a:gd name="T32" fmla="*/ 15 w 41"/>
                <a:gd name="T33" fmla="*/ 12 h 102"/>
                <a:gd name="T34" fmla="*/ 13 w 41"/>
                <a:gd name="T35" fmla="*/ 12 h 102"/>
                <a:gd name="T36" fmla="*/ 13 w 41"/>
                <a:gd name="T37" fmla="*/ 90 h 102"/>
                <a:gd name="T38" fmla="*/ 20 w 41"/>
                <a:gd name="T39" fmla="*/ 9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02">
                  <a:moveTo>
                    <a:pt x="0" y="0"/>
                  </a:moveTo>
                  <a:cubicBezTo>
                    <a:pt x="24" y="0"/>
                    <a:pt x="24" y="0"/>
                    <a:pt x="24" y="0"/>
                  </a:cubicBezTo>
                  <a:cubicBezTo>
                    <a:pt x="29" y="0"/>
                    <a:pt x="34" y="1"/>
                    <a:pt x="37" y="3"/>
                  </a:cubicBezTo>
                  <a:cubicBezTo>
                    <a:pt x="39" y="6"/>
                    <a:pt x="41" y="10"/>
                    <a:pt x="41" y="15"/>
                  </a:cubicBezTo>
                  <a:cubicBezTo>
                    <a:pt x="41" y="86"/>
                    <a:pt x="41" y="86"/>
                    <a:pt x="41" y="86"/>
                  </a:cubicBezTo>
                  <a:cubicBezTo>
                    <a:pt x="41" y="92"/>
                    <a:pt x="39" y="96"/>
                    <a:pt x="37" y="98"/>
                  </a:cubicBezTo>
                  <a:cubicBezTo>
                    <a:pt x="34" y="101"/>
                    <a:pt x="30" y="102"/>
                    <a:pt x="24" y="102"/>
                  </a:cubicBezTo>
                  <a:cubicBezTo>
                    <a:pt x="0" y="102"/>
                    <a:pt x="0" y="102"/>
                    <a:pt x="0" y="102"/>
                  </a:cubicBezTo>
                  <a:lnTo>
                    <a:pt x="0" y="0"/>
                  </a:lnTo>
                  <a:close/>
                  <a:moveTo>
                    <a:pt x="20" y="90"/>
                  </a:moveTo>
                  <a:cubicBezTo>
                    <a:pt x="23" y="90"/>
                    <a:pt x="25" y="89"/>
                    <a:pt x="26" y="87"/>
                  </a:cubicBezTo>
                  <a:cubicBezTo>
                    <a:pt x="27" y="86"/>
                    <a:pt x="27" y="83"/>
                    <a:pt x="27" y="80"/>
                  </a:cubicBezTo>
                  <a:cubicBezTo>
                    <a:pt x="27" y="18"/>
                    <a:pt x="27" y="18"/>
                    <a:pt x="27" y="18"/>
                  </a:cubicBezTo>
                  <a:cubicBezTo>
                    <a:pt x="27" y="16"/>
                    <a:pt x="27" y="15"/>
                    <a:pt x="25" y="14"/>
                  </a:cubicBezTo>
                  <a:cubicBezTo>
                    <a:pt x="24" y="12"/>
                    <a:pt x="23" y="12"/>
                    <a:pt x="21" y="12"/>
                  </a:cubicBezTo>
                  <a:cubicBezTo>
                    <a:pt x="16" y="12"/>
                    <a:pt x="16" y="12"/>
                    <a:pt x="16" y="12"/>
                  </a:cubicBezTo>
                  <a:cubicBezTo>
                    <a:pt x="15" y="12"/>
                    <a:pt x="15" y="12"/>
                    <a:pt x="15" y="12"/>
                  </a:cubicBezTo>
                  <a:cubicBezTo>
                    <a:pt x="13" y="12"/>
                    <a:pt x="13" y="12"/>
                    <a:pt x="13" y="12"/>
                  </a:cubicBezTo>
                  <a:cubicBezTo>
                    <a:pt x="13" y="90"/>
                    <a:pt x="13" y="90"/>
                    <a:pt x="13" y="90"/>
                  </a:cubicBezTo>
                  <a:lnTo>
                    <a:pt x="20" y="90"/>
                  </a:lnTo>
                  <a:close/>
                </a:path>
              </a:pathLst>
            </a:custGeom>
            <a:solidFill>
              <a:srgbClr val="009DAB"/>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123" name="组合 27"/>
          <p:cNvGrpSpPr/>
          <p:nvPr/>
        </p:nvGrpSpPr>
        <p:grpSpPr>
          <a:xfrm>
            <a:off x="5903400" y="4988998"/>
            <a:ext cx="385200" cy="385200"/>
            <a:chOff x="5246355" y="5086936"/>
            <a:chExt cx="623795" cy="623795"/>
          </a:xfrm>
        </p:grpSpPr>
        <p:pic>
          <p:nvPicPr>
            <p:cNvPr id="124" name="图片 123"/>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5325782" y="5162237"/>
              <a:ext cx="470549" cy="470549"/>
            </a:xfrm>
            <a:prstGeom prst="rect">
              <a:avLst/>
            </a:prstGeom>
            <a:effectLst>
              <a:outerShdw blurRad="152400" dist="38100" dir="2700000" algn="tl" rotWithShape="0">
                <a:prstClr val="black">
                  <a:alpha val="28000"/>
                </a:prstClr>
              </a:outerShdw>
            </a:effectLst>
          </p:spPr>
        </p:pic>
        <p:sp>
          <p:nvSpPr>
            <p:cNvPr id="125" name="椭圆 124"/>
            <p:cNvSpPr/>
            <p:nvPr/>
          </p:nvSpPr>
          <p:spPr>
            <a:xfrm>
              <a:off x="5246355" y="5086936"/>
              <a:ext cx="623795" cy="623795"/>
            </a:xfrm>
            <a:prstGeom prst="ellipse">
              <a:avLst/>
            </a:prstGeom>
            <a:gradFill>
              <a:gsLst>
                <a:gs pos="22000">
                  <a:schemeClr val="bg1">
                    <a:alpha val="40000"/>
                  </a:schemeClr>
                </a:gs>
                <a:gs pos="50000">
                  <a:srgbClr val="FFFFFF">
                    <a:alpha val="10000"/>
                  </a:srgbClr>
                </a:gs>
                <a:gs pos="50000">
                  <a:schemeClr val="bg1">
                    <a:alpha val="20000"/>
                  </a:schemeClr>
                </a:gs>
                <a:gs pos="15000">
                  <a:schemeClr val="bg1">
                    <a:alpha val="87000"/>
                  </a:schemeClr>
                </a:gs>
              </a:gsLst>
              <a:lin ang="2700000" scaled="0"/>
            </a:gradFill>
            <a:ln>
              <a:gradFill>
                <a:gsLst>
                  <a:gs pos="75000">
                    <a:srgbClr val="F0F0F0"/>
                  </a:gs>
                  <a:gs pos="50000">
                    <a:srgbClr val="C8C8C8"/>
                  </a:gs>
                  <a:gs pos="25000">
                    <a:srgbClr val="F0F0F0"/>
                  </a:gs>
                  <a:gs pos="0">
                    <a:schemeClr val="bg1"/>
                  </a:gs>
                  <a:gs pos="100000">
                    <a:schemeClr val="bg1"/>
                  </a:gs>
                </a:gsLst>
                <a:lin ang="2700000" scaled="0"/>
              </a:gradFill>
            </a:ln>
            <a:effectLst>
              <a:outerShdw blurRad="228600" dist="88900" dir="2700000" algn="tl"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26" name="Freeform 78"/>
            <p:cNvSpPr>
              <a:spLocks/>
            </p:cNvSpPr>
            <p:nvPr/>
          </p:nvSpPr>
          <p:spPr bwMode="auto">
            <a:xfrm>
              <a:off x="5522959" y="5274741"/>
              <a:ext cx="99272" cy="288246"/>
            </a:xfrm>
            <a:custGeom>
              <a:avLst/>
              <a:gdLst>
                <a:gd name="T0" fmla="*/ 0 w 83"/>
                <a:gd name="T1" fmla="*/ 0 h 241"/>
                <a:gd name="T2" fmla="*/ 83 w 83"/>
                <a:gd name="T3" fmla="*/ 0 h 241"/>
                <a:gd name="T4" fmla="*/ 83 w 83"/>
                <a:gd name="T5" fmla="*/ 28 h 241"/>
                <a:gd name="T6" fmla="*/ 33 w 83"/>
                <a:gd name="T7" fmla="*/ 28 h 241"/>
                <a:gd name="T8" fmla="*/ 33 w 83"/>
                <a:gd name="T9" fmla="*/ 99 h 241"/>
                <a:gd name="T10" fmla="*/ 76 w 83"/>
                <a:gd name="T11" fmla="*/ 99 h 241"/>
                <a:gd name="T12" fmla="*/ 76 w 83"/>
                <a:gd name="T13" fmla="*/ 130 h 241"/>
                <a:gd name="T14" fmla="*/ 33 w 83"/>
                <a:gd name="T15" fmla="*/ 130 h 241"/>
                <a:gd name="T16" fmla="*/ 33 w 83"/>
                <a:gd name="T17" fmla="*/ 210 h 241"/>
                <a:gd name="T18" fmla="*/ 80 w 83"/>
                <a:gd name="T19" fmla="*/ 210 h 241"/>
                <a:gd name="T20" fmla="*/ 80 w 83"/>
                <a:gd name="T21" fmla="*/ 241 h 241"/>
                <a:gd name="T22" fmla="*/ 0 w 83"/>
                <a:gd name="T23" fmla="*/ 241 h 241"/>
                <a:gd name="T24" fmla="*/ 0 w 83"/>
                <a:gd name="T25"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3" h="241">
                  <a:moveTo>
                    <a:pt x="0" y="0"/>
                  </a:moveTo>
                  <a:lnTo>
                    <a:pt x="83" y="0"/>
                  </a:lnTo>
                  <a:lnTo>
                    <a:pt x="83" y="28"/>
                  </a:lnTo>
                  <a:lnTo>
                    <a:pt x="33" y="28"/>
                  </a:lnTo>
                  <a:lnTo>
                    <a:pt x="33" y="99"/>
                  </a:lnTo>
                  <a:lnTo>
                    <a:pt x="76" y="99"/>
                  </a:lnTo>
                  <a:lnTo>
                    <a:pt x="76" y="130"/>
                  </a:lnTo>
                  <a:lnTo>
                    <a:pt x="33" y="130"/>
                  </a:lnTo>
                  <a:lnTo>
                    <a:pt x="33" y="210"/>
                  </a:lnTo>
                  <a:lnTo>
                    <a:pt x="80" y="210"/>
                  </a:lnTo>
                  <a:lnTo>
                    <a:pt x="80" y="241"/>
                  </a:lnTo>
                  <a:lnTo>
                    <a:pt x="0" y="241"/>
                  </a:lnTo>
                  <a:lnTo>
                    <a:pt x="0" y="0"/>
                  </a:lnTo>
                  <a:close/>
                </a:path>
              </a:pathLst>
            </a:custGeom>
            <a:solidFill>
              <a:srgbClr val="ADC322"/>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127" name="组合 31"/>
          <p:cNvGrpSpPr/>
          <p:nvPr/>
        </p:nvGrpSpPr>
        <p:grpSpPr>
          <a:xfrm>
            <a:off x="6544438" y="1322343"/>
            <a:ext cx="642938" cy="642938"/>
            <a:chOff x="4189272" y="2036587"/>
            <a:chExt cx="1467132" cy="1467132"/>
          </a:xfrm>
        </p:grpSpPr>
        <p:grpSp>
          <p:nvGrpSpPr>
            <p:cNvPr id="128" name="组合 32"/>
            <p:cNvGrpSpPr/>
            <p:nvPr/>
          </p:nvGrpSpPr>
          <p:grpSpPr>
            <a:xfrm>
              <a:off x="4292078" y="2140153"/>
              <a:ext cx="1260000" cy="1260000"/>
              <a:chOff x="4006193" y="973259"/>
              <a:chExt cx="1224129" cy="1224130"/>
            </a:xfrm>
          </p:grpSpPr>
          <p:pic>
            <p:nvPicPr>
              <p:cNvPr id="133" name="图片 132"/>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4006193" y="973259"/>
                <a:ext cx="1224129" cy="1224130"/>
              </a:xfrm>
              <a:prstGeom prst="rect">
                <a:avLst/>
              </a:prstGeom>
              <a:effectLst>
                <a:outerShdw blurRad="279400" dist="152400" dir="2700000" sx="102000" sy="102000" algn="tl" rotWithShape="0">
                  <a:prstClr val="black">
                    <a:alpha val="28000"/>
                  </a:prstClr>
                </a:outerShdw>
              </a:effectLst>
            </p:spPr>
          </p:pic>
          <p:sp>
            <p:nvSpPr>
              <p:cNvPr id="134" name="椭圆 133"/>
              <p:cNvSpPr/>
              <p:nvPr/>
            </p:nvSpPr>
            <p:spPr>
              <a:xfrm>
                <a:off x="4132257" y="1099324"/>
                <a:ext cx="972000" cy="972000"/>
              </a:xfrm>
              <a:prstGeom prst="ellipse">
                <a:avLst/>
              </a:prstGeom>
              <a:gradFill>
                <a:gsLst>
                  <a:gs pos="0">
                    <a:srgbClr val="F28F00"/>
                  </a:gs>
                  <a:gs pos="98000">
                    <a:srgbClr val="E60C12"/>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29" name="Freeform 55"/>
            <p:cNvSpPr>
              <a:spLocks/>
            </p:cNvSpPr>
            <p:nvPr/>
          </p:nvSpPr>
          <p:spPr bwMode="auto">
            <a:xfrm>
              <a:off x="4687019" y="2476874"/>
              <a:ext cx="850572" cy="808467"/>
            </a:xfrm>
            <a:custGeom>
              <a:avLst/>
              <a:gdLst>
                <a:gd name="T0" fmla="*/ 137 w 303"/>
                <a:gd name="T1" fmla="*/ 288 h 288"/>
                <a:gd name="T2" fmla="*/ 0 w 303"/>
                <a:gd name="T3" fmla="*/ 174 h 288"/>
                <a:gd name="T4" fmla="*/ 2 w 303"/>
                <a:gd name="T5" fmla="*/ 15 h 288"/>
                <a:gd name="T6" fmla="*/ 54 w 303"/>
                <a:gd name="T7" fmla="*/ 10 h 288"/>
                <a:gd name="T8" fmla="*/ 85 w 303"/>
                <a:gd name="T9" fmla="*/ 43 h 288"/>
                <a:gd name="T10" fmla="*/ 106 w 303"/>
                <a:gd name="T11" fmla="*/ 22 h 288"/>
                <a:gd name="T12" fmla="*/ 128 w 303"/>
                <a:gd name="T13" fmla="*/ 0 h 288"/>
                <a:gd name="T14" fmla="*/ 303 w 303"/>
                <a:gd name="T15" fmla="*/ 150 h 288"/>
                <a:gd name="T16" fmla="*/ 137 w 303"/>
                <a:gd name="T17" fmla="*/ 288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3" h="288">
                  <a:moveTo>
                    <a:pt x="137" y="288"/>
                  </a:moveTo>
                  <a:lnTo>
                    <a:pt x="0" y="174"/>
                  </a:lnTo>
                  <a:lnTo>
                    <a:pt x="2" y="15"/>
                  </a:lnTo>
                  <a:lnTo>
                    <a:pt x="54" y="10"/>
                  </a:lnTo>
                  <a:lnTo>
                    <a:pt x="85" y="43"/>
                  </a:lnTo>
                  <a:lnTo>
                    <a:pt x="106" y="22"/>
                  </a:lnTo>
                  <a:lnTo>
                    <a:pt x="128" y="0"/>
                  </a:lnTo>
                  <a:lnTo>
                    <a:pt x="303" y="150"/>
                  </a:lnTo>
                  <a:lnTo>
                    <a:pt x="137" y="288"/>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0" name="Freeform 56"/>
            <p:cNvSpPr>
              <a:spLocks noEditPoints="1"/>
            </p:cNvSpPr>
            <p:nvPr/>
          </p:nvSpPr>
          <p:spPr bwMode="auto">
            <a:xfrm>
              <a:off x="4653335" y="2471256"/>
              <a:ext cx="204924" cy="513713"/>
            </a:xfrm>
            <a:custGeom>
              <a:avLst/>
              <a:gdLst>
                <a:gd name="T0" fmla="*/ 17 w 31"/>
                <a:gd name="T1" fmla="*/ 0 h 77"/>
                <a:gd name="T2" fmla="*/ 28 w 31"/>
                <a:gd name="T3" fmla="*/ 5 h 77"/>
                <a:gd name="T4" fmla="*/ 31 w 31"/>
                <a:gd name="T5" fmla="*/ 18 h 77"/>
                <a:gd name="T6" fmla="*/ 31 w 31"/>
                <a:gd name="T7" fmla="*/ 63 h 77"/>
                <a:gd name="T8" fmla="*/ 27 w 31"/>
                <a:gd name="T9" fmla="*/ 74 h 77"/>
                <a:gd name="T10" fmla="*/ 16 w 31"/>
                <a:gd name="T11" fmla="*/ 77 h 77"/>
                <a:gd name="T12" fmla="*/ 2 w 31"/>
                <a:gd name="T13" fmla="*/ 72 h 77"/>
                <a:gd name="T14" fmla="*/ 0 w 31"/>
                <a:gd name="T15" fmla="*/ 57 h 77"/>
                <a:gd name="T16" fmla="*/ 0 w 31"/>
                <a:gd name="T17" fmla="*/ 21 h 77"/>
                <a:gd name="T18" fmla="*/ 3 w 31"/>
                <a:gd name="T19" fmla="*/ 6 h 77"/>
                <a:gd name="T20" fmla="*/ 17 w 31"/>
                <a:gd name="T21" fmla="*/ 0 h 77"/>
                <a:gd name="T22" fmla="*/ 16 w 31"/>
                <a:gd name="T23" fmla="*/ 70 h 77"/>
                <a:gd name="T24" fmla="*/ 22 w 31"/>
                <a:gd name="T25" fmla="*/ 59 h 77"/>
                <a:gd name="T26" fmla="*/ 22 w 31"/>
                <a:gd name="T27" fmla="*/ 17 h 77"/>
                <a:gd name="T28" fmla="*/ 16 w 31"/>
                <a:gd name="T29" fmla="*/ 7 h 77"/>
                <a:gd name="T30" fmla="*/ 9 w 31"/>
                <a:gd name="T31" fmla="*/ 17 h 77"/>
                <a:gd name="T32" fmla="*/ 9 w 31"/>
                <a:gd name="T33" fmla="*/ 20 h 77"/>
                <a:gd name="T34" fmla="*/ 9 w 31"/>
                <a:gd name="T35" fmla="*/ 23 h 77"/>
                <a:gd name="T36" fmla="*/ 9 w 31"/>
                <a:gd name="T37" fmla="*/ 35 h 77"/>
                <a:gd name="T38" fmla="*/ 9 w 31"/>
                <a:gd name="T39" fmla="*/ 48 h 77"/>
                <a:gd name="T40" fmla="*/ 9 w 31"/>
                <a:gd name="T41" fmla="*/ 59 h 77"/>
                <a:gd name="T42" fmla="*/ 16 w 31"/>
                <a:gd name="T43" fmla="*/ 7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77">
                  <a:moveTo>
                    <a:pt x="17" y="0"/>
                  </a:moveTo>
                  <a:cubicBezTo>
                    <a:pt x="22" y="0"/>
                    <a:pt x="26" y="2"/>
                    <a:pt x="28" y="5"/>
                  </a:cubicBezTo>
                  <a:cubicBezTo>
                    <a:pt x="30" y="8"/>
                    <a:pt x="31" y="12"/>
                    <a:pt x="31" y="18"/>
                  </a:cubicBezTo>
                  <a:cubicBezTo>
                    <a:pt x="31" y="63"/>
                    <a:pt x="31" y="63"/>
                    <a:pt x="31" y="63"/>
                  </a:cubicBezTo>
                  <a:cubicBezTo>
                    <a:pt x="31" y="67"/>
                    <a:pt x="30" y="71"/>
                    <a:pt x="27" y="74"/>
                  </a:cubicBezTo>
                  <a:cubicBezTo>
                    <a:pt x="24" y="76"/>
                    <a:pt x="21" y="77"/>
                    <a:pt x="16" y="77"/>
                  </a:cubicBezTo>
                  <a:cubicBezTo>
                    <a:pt x="9" y="77"/>
                    <a:pt x="5" y="76"/>
                    <a:pt x="2" y="72"/>
                  </a:cubicBezTo>
                  <a:cubicBezTo>
                    <a:pt x="1" y="69"/>
                    <a:pt x="0" y="64"/>
                    <a:pt x="0" y="57"/>
                  </a:cubicBezTo>
                  <a:cubicBezTo>
                    <a:pt x="0" y="21"/>
                    <a:pt x="0" y="21"/>
                    <a:pt x="0" y="21"/>
                  </a:cubicBezTo>
                  <a:cubicBezTo>
                    <a:pt x="0" y="14"/>
                    <a:pt x="1" y="8"/>
                    <a:pt x="3" y="6"/>
                  </a:cubicBezTo>
                  <a:cubicBezTo>
                    <a:pt x="5" y="2"/>
                    <a:pt x="10" y="0"/>
                    <a:pt x="17" y="0"/>
                  </a:cubicBezTo>
                  <a:close/>
                  <a:moveTo>
                    <a:pt x="16" y="70"/>
                  </a:moveTo>
                  <a:cubicBezTo>
                    <a:pt x="20" y="70"/>
                    <a:pt x="22" y="66"/>
                    <a:pt x="22" y="59"/>
                  </a:cubicBezTo>
                  <a:cubicBezTo>
                    <a:pt x="22" y="17"/>
                    <a:pt x="22" y="17"/>
                    <a:pt x="22" y="17"/>
                  </a:cubicBezTo>
                  <a:cubicBezTo>
                    <a:pt x="22" y="10"/>
                    <a:pt x="20" y="7"/>
                    <a:pt x="16" y="7"/>
                  </a:cubicBezTo>
                  <a:cubicBezTo>
                    <a:pt x="11" y="7"/>
                    <a:pt x="9" y="11"/>
                    <a:pt x="9" y="17"/>
                  </a:cubicBezTo>
                  <a:cubicBezTo>
                    <a:pt x="9" y="20"/>
                    <a:pt x="9" y="20"/>
                    <a:pt x="9" y="20"/>
                  </a:cubicBezTo>
                  <a:cubicBezTo>
                    <a:pt x="9" y="23"/>
                    <a:pt x="9" y="23"/>
                    <a:pt x="9" y="23"/>
                  </a:cubicBezTo>
                  <a:cubicBezTo>
                    <a:pt x="9" y="35"/>
                    <a:pt x="9" y="35"/>
                    <a:pt x="9" y="35"/>
                  </a:cubicBezTo>
                  <a:cubicBezTo>
                    <a:pt x="9" y="48"/>
                    <a:pt x="9" y="48"/>
                    <a:pt x="9" y="48"/>
                  </a:cubicBezTo>
                  <a:cubicBezTo>
                    <a:pt x="9" y="59"/>
                    <a:pt x="9" y="59"/>
                    <a:pt x="9" y="59"/>
                  </a:cubicBezTo>
                  <a:cubicBezTo>
                    <a:pt x="9" y="66"/>
                    <a:pt x="11" y="70"/>
                    <a:pt x="16" y="70"/>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31" name="Freeform 57"/>
            <p:cNvSpPr>
              <a:spLocks/>
            </p:cNvSpPr>
            <p:nvPr/>
          </p:nvSpPr>
          <p:spPr bwMode="auto">
            <a:xfrm>
              <a:off x="4925631" y="2476869"/>
              <a:ext cx="120709" cy="508099"/>
            </a:xfrm>
            <a:custGeom>
              <a:avLst/>
              <a:gdLst>
                <a:gd name="T0" fmla="*/ 0 w 18"/>
                <a:gd name="T1" fmla="*/ 11 h 76"/>
                <a:gd name="T2" fmla="*/ 11 w 18"/>
                <a:gd name="T3" fmla="*/ 0 h 76"/>
                <a:gd name="T4" fmla="*/ 18 w 18"/>
                <a:gd name="T5" fmla="*/ 0 h 76"/>
                <a:gd name="T6" fmla="*/ 18 w 18"/>
                <a:gd name="T7" fmla="*/ 76 h 76"/>
                <a:gd name="T8" fmla="*/ 8 w 18"/>
                <a:gd name="T9" fmla="*/ 76 h 76"/>
                <a:gd name="T10" fmla="*/ 8 w 18"/>
                <a:gd name="T11" fmla="*/ 19 h 76"/>
                <a:gd name="T12" fmla="*/ 0 w 18"/>
                <a:gd name="T13" fmla="*/ 19 h 76"/>
                <a:gd name="T14" fmla="*/ 0 w 18"/>
                <a:gd name="T15" fmla="*/ 11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76">
                  <a:moveTo>
                    <a:pt x="0" y="11"/>
                  </a:moveTo>
                  <a:cubicBezTo>
                    <a:pt x="7" y="10"/>
                    <a:pt x="10" y="7"/>
                    <a:pt x="11" y="0"/>
                  </a:cubicBezTo>
                  <a:cubicBezTo>
                    <a:pt x="18" y="0"/>
                    <a:pt x="18" y="0"/>
                    <a:pt x="18" y="0"/>
                  </a:cubicBezTo>
                  <a:cubicBezTo>
                    <a:pt x="18" y="76"/>
                    <a:pt x="18" y="76"/>
                    <a:pt x="18" y="76"/>
                  </a:cubicBezTo>
                  <a:cubicBezTo>
                    <a:pt x="8" y="76"/>
                    <a:pt x="8" y="76"/>
                    <a:pt x="8" y="76"/>
                  </a:cubicBezTo>
                  <a:cubicBezTo>
                    <a:pt x="8" y="19"/>
                    <a:pt x="8" y="19"/>
                    <a:pt x="8" y="19"/>
                  </a:cubicBezTo>
                  <a:cubicBezTo>
                    <a:pt x="0" y="19"/>
                    <a:pt x="0" y="19"/>
                    <a:pt x="0" y="19"/>
                  </a:cubicBezTo>
                  <a:lnTo>
                    <a:pt x="0" y="11"/>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32" name="椭圆 131"/>
            <p:cNvSpPr/>
            <p:nvPr/>
          </p:nvSpPr>
          <p:spPr>
            <a:xfrm>
              <a:off x="4189272" y="2036587"/>
              <a:ext cx="1467132" cy="1467132"/>
            </a:xfrm>
            <a:prstGeom prst="ellipse">
              <a:avLst/>
            </a:prstGeom>
            <a:gradFill>
              <a:gsLst>
                <a:gs pos="22000">
                  <a:schemeClr val="bg1">
                    <a:alpha val="40000"/>
                  </a:schemeClr>
                </a:gs>
                <a:gs pos="50000">
                  <a:srgbClr val="FFFFFF">
                    <a:alpha val="10000"/>
                  </a:srgbClr>
                </a:gs>
                <a:gs pos="50000">
                  <a:schemeClr val="bg1">
                    <a:alpha val="20000"/>
                  </a:schemeClr>
                </a:gs>
                <a:gs pos="15000">
                  <a:schemeClr val="bg1">
                    <a:alpha val="87000"/>
                  </a:schemeClr>
                </a:gs>
              </a:gsLst>
              <a:lin ang="2700000" scaled="0"/>
            </a:gradFill>
            <a:ln>
              <a:gradFill>
                <a:gsLst>
                  <a:gs pos="75000">
                    <a:srgbClr val="F0F0F0"/>
                  </a:gs>
                  <a:gs pos="50000">
                    <a:srgbClr val="C8C8C8"/>
                  </a:gs>
                  <a:gs pos="25000">
                    <a:srgbClr val="F0F0F0"/>
                  </a:gs>
                  <a:gs pos="0">
                    <a:schemeClr val="bg1"/>
                  </a:gs>
                  <a:gs pos="100000">
                    <a:schemeClr val="bg1"/>
                  </a:gs>
                </a:gsLst>
                <a:lin ang="2700000" scaled="0"/>
              </a:gradFill>
            </a:ln>
            <a:effectLst>
              <a:outerShdw blurRad="228600" dist="88900" dir="2700000" algn="tl"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grpSp>
        <p:nvGrpSpPr>
          <p:cNvPr id="135" name="组合 7"/>
          <p:cNvGrpSpPr/>
          <p:nvPr/>
        </p:nvGrpSpPr>
        <p:grpSpPr>
          <a:xfrm>
            <a:off x="6542976" y="4858581"/>
            <a:ext cx="644400" cy="644400"/>
            <a:chOff x="6542976" y="4858581"/>
            <a:chExt cx="644400" cy="644400"/>
          </a:xfrm>
        </p:grpSpPr>
        <p:grpSp>
          <p:nvGrpSpPr>
            <p:cNvPr id="136" name="组合 47"/>
            <p:cNvGrpSpPr/>
            <p:nvPr/>
          </p:nvGrpSpPr>
          <p:grpSpPr>
            <a:xfrm>
              <a:off x="6589418" y="4913687"/>
              <a:ext cx="553423" cy="553423"/>
              <a:chOff x="3911311" y="4294153"/>
              <a:chExt cx="1260000" cy="1260000"/>
            </a:xfrm>
          </p:grpSpPr>
          <p:pic>
            <p:nvPicPr>
              <p:cNvPr id="142" name="图片 141"/>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3911311" y="4294153"/>
                <a:ext cx="1260000" cy="1260000"/>
              </a:xfrm>
              <a:prstGeom prst="rect">
                <a:avLst/>
              </a:prstGeom>
              <a:effectLst>
                <a:outerShdw blurRad="279400" dist="152400" dir="2700000" sx="102000" sy="102000" algn="tl" rotWithShape="0">
                  <a:prstClr val="black">
                    <a:alpha val="28000"/>
                  </a:prstClr>
                </a:outerShdw>
              </a:effectLst>
            </p:spPr>
          </p:pic>
          <p:sp>
            <p:nvSpPr>
              <p:cNvPr id="143" name="椭圆 142"/>
              <p:cNvSpPr/>
              <p:nvPr/>
            </p:nvSpPr>
            <p:spPr>
              <a:xfrm>
                <a:off x="4041069" y="4423912"/>
                <a:ext cx="1000483" cy="1000482"/>
              </a:xfrm>
              <a:prstGeom prst="ellipse">
                <a:avLst/>
              </a:prstGeom>
              <a:gradFill>
                <a:gsLst>
                  <a:gs pos="0">
                    <a:srgbClr val="E0E200"/>
                  </a:gs>
                  <a:gs pos="84000">
                    <a:srgbClr val="94C11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37" name="组合 62"/>
            <p:cNvGrpSpPr>
              <a:grpSpLocks noChangeAspect="1"/>
            </p:cNvGrpSpPr>
            <p:nvPr/>
          </p:nvGrpSpPr>
          <p:grpSpPr>
            <a:xfrm>
              <a:off x="6754357" y="5076768"/>
              <a:ext cx="409403" cy="361387"/>
              <a:chOff x="3390900" y="228600"/>
              <a:chExt cx="771525" cy="681038"/>
            </a:xfrm>
          </p:grpSpPr>
          <p:sp>
            <p:nvSpPr>
              <p:cNvPr id="139" name="Freeform 14"/>
              <p:cNvSpPr>
                <a:spLocks/>
              </p:cNvSpPr>
              <p:nvPr/>
            </p:nvSpPr>
            <p:spPr bwMode="auto">
              <a:xfrm>
                <a:off x="3421063" y="236538"/>
                <a:ext cx="741362" cy="673100"/>
              </a:xfrm>
              <a:custGeom>
                <a:avLst/>
                <a:gdLst>
                  <a:gd name="T0" fmla="*/ 204 w 467"/>
                  <a:gd name="T1" fmla="*/ 424 h 424"/>
                  <a:gd name="T2" fmla="*/ 0 w 467"/>
                  <a:gd name="T3" fmla="*/ 256 h 424"/>
                  <a:gd name="T4" fmla="*/ 3 w 467"/>
                  <a:gd name="T5" fmla="*/ 19 h 424"/>
                  <a:gd name="T6" fmla="*/ 83 w 467"/>
                  <a:gd name="T7" fmla="*/ 12 h 424"/>
                  <a:gd name="T8" fmla="*/ 123 w 467"/>
                  <a:gd name="T9" fmla="*/ 50 h 424"/>
                  <a:gd name="T10" fmla="*/ 142 w 467"/>
                  <a:gd name="T11" fmla="*/ 10 h 424"/>
                  <a:gd name="T12" fmla="*/ 214 w 467"/>
                  <a:gd name="T13" fmla="*/ 0 h 424"/>
                  <a:gd name="T14" fmla="*/ 467 w 467"/>
                  <a:gd name="T15" fmla="*/ 218 h 424"/>
                  <a:gd name="T16" fmla="*/ 204 w 467"/>
                  <a:gd name="T17" fmla="*/ 424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7" h="424">
                    <a:moveTo>
                      <a:pt x="204" y="424"/>
                    </a:moveTo>
                    <a:lnTo>
                      <a:pt x="0" y="256"/>
                    </a:lnTo>
                    <a:lnTo>
                      <a:pt x="3" y="19"/>
                    </a:lnTo>
                    <a:lnTo>
                      <a:pt x="83" y="12"/>
                    </a:lnTo>
                    <a:lnTo>
                      <a:pt x="123" y="50"/>
                    </a:lnTo>
                    <a:lnTo>
                      <a:pt x="142" y="10"/>
                    </a:lnTo>
                    <a:lnTo>
                      <a:pt x="214" y="0"/>
                    </a:lnTo>
                    <a:lnTo>
                      <a:pt x="467" y="218"/>
                    </a:lnTo>
                    <a:lnTo>
                      <a:pt x="204" y="424"/>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0" name="Freeform 15"/>
              <p:cNvSpPr>
                <a:spLocks noEditPoints="1"/>
              </p:cNvSpPr>
              <p:nvPr/>
            </p:nvSpPr>
            <p:spPr bwMode="auto">
              <a:xfrm>
                <a:off x="3390900" y="228600"/>
                <a:ext cx="177800" cy="436563"/>
              </a:xfrm>
              <a:custGeom>
                <a:avLst/>
                <a:gdLst>
                  <a:gd name="T0" fmla="*/ 25 w 47"/>
                  <a:gd name="T1" fmla="*/ 0 h 116"/>
                  <a:gd name="T2" fmla="*/ 43 w 47"/>
                  <a:gd name="T3" fmla="*/ 8 h 116"/>
                  <a:gd name="T4" fmla="*/ 47 w 47"/>
                  <a:gd name="T5" fmla="*/ 27 h 116"/>
                  <a:gd name="T6" fmla="*/ 47 w 47"/>
                  <a:gd name="T7" fmla="*/ 94 h 116"/>
                  <a:gd name="T8" fmla="*/ 41 w 47"/>
                  <a:gd name="T9" fmla="*/ 110 h 116"/>
                  <a:gd name="T10" fmla="*/ 24 w 47"/>
                  <a:gd name="T11" fmla="*/ 116 h 116"/>
                  <a:gd name="T12" fmla="*/ 4 w 47"/>
                  <a:gd name="T13" fmla="*/ 107 h 116"/>
                  <a:gd name="T14" fmla="*/ 0 w 47"/>
                  <a:gd name="T15" fmla="*/ 85 h 116"/>
                  <a:gd name="T16" fmla="*/ 0 w 47"/>
                  <a:gd name="T17" fmla="*/ 32 h 116"/>
                  <a:gd name="T18" fmla="*/ 4 w 47"/>
                  <a:gd name="T19" fmla="*/ 8 h 116"/>
                  <a:gd name="T20" fmla="*/ 25 w 47"/>
                  <a:gd name="T21" fmla="*/ 0 h 116"/>
                  <a:gd name="T22" fmla="*/ 24 w 47"/>
                  <a:gd name="T23" fmla="*/ 105 h 116"/>
                  <a:gd name="T24" fmla="*/ 34 w 47"/>
                  <a:gd name="T25" fmla="*/ 89 h 116"/>
                  <a:gd name="T26" fmla="*/ 34 w 47"/>
                  <a:gd name="T27" fmla="*/ 25 h 116"/>
                  <a:gd name="T28" fmla="*/ 24 w 47"/>
                  <a:gd name="T29" fmla="*/ 11 h 116"/>
                  <a:gd name="T30" fmla="*/ 14 w 47"/>
                  <a:gd name="T31" fmla="*/ 26 h 116"/>
                  <a:gd name="T32" fmla="*/ 14 w 47"/>
                  <a:gd name="T33" fmla="*/ 30 h 116"/>
                  <a:gd name="T34" fmla="*/ 14 w 47"/>
                  <a:gd name="T35" fmla="*/ 35 h 116"/>
                  <a:gd name="T36" fmla="*/ 14 w 47"/>
                  <a:gd name="T37" fmla="*/ 53 h 116"/>
                  <a:gd name="T38" fmla="*/ 14 w 47"/>
                  <a:gd name="T39" fmla="*/ 72 h 116"/>
                  <a:gd name="T40" fmla="*/ 14 w 47"/>
                  <a:gd name="T41" fmla="*/ 89 h 116"/>
                  <a:gd name="T42" fmla="*/ 24 w 47"/>
                  <a:gd name="T43" fmla="*/ 10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 h="116">
                    <a:moveTo>
                      <a:pt x="25" y="0"/>
                    </a:moveTo>
                    <a:cubicBezTo>
                      <a:pt x="33" y="0"/>
                      <a:pt x="39" y="2"/>
                      <a:pt x="43" y="8"/>
                    </a:cubicBezTo>
                    <a:cubicBezTo>
                      <a:pt x="45" y="12"/>
                      <a:pt x="47" y="18"/>
                      <a:pt x="47" y="27"/>
                    </a:cubicBezTo>
                    <a:cubicBezTo>
                      <a:pt x="47" y="94"/>
                      <a:pt x="47" y="94"/>
                      <a:pt x="47" y="94"/>
                    </a:cubicBezTo>
                    <a:cubicBezTo>
                      <a:pt x="47" y="101"/>
                      <a:pt x="45" y="106"/>
                      <a:pt x="41" y="110"/>
                    </a:cubicBezTo>
                    <a:cubicBezTo>
                      <a:pt x="37" y="114"/>
                      <a:pt x="31" y="116"/>
                      <a:pt x="24" y="116"/>
                    </a:cubicBezTo>
                    <a:cubicBezTo>
                      <a:pt x="14" y="116"/>
                      <a:pt x="7" y="113"/>
                      <a:pt x="4" y="107"/>
                    </a:cubicBezTo>
                    <a:cubicBezTo>
                      <a:pt x="1" y="103"/>
                      <a:pt x="0" y="96"/>
                      <a:pt x="0" y="85"/>
                    </a:cubicBezTo>
                    <a:cubicBezTo>
                      <a:pt x="0" y="32"/>
                      <a:pt x="0" y="32"/>
                      <a:pt x="0" y="32"/>
                    </a:cubicBezTo>
                    <a:cubicBezTo>
                      <a:pt x="0" y="20"/>
                      <a:pt x="1" y="13"/>
                      <a:pt x="4" y="8"/>
                    </a:cubicBezTo>
                    <a:cubicBezTo>
                      <a:pt x="8" y="3"/>
                      <a:pt x="15" y="0"/>
                      <a:pt x="25" y="0"/>
                    </a:cubicBezTo>
                    <a:close/>
                    <a:moveTo>
                      <a:pt x="24" y="105"/>
                    </a:moveTo>
                    <a:cubicBezTo>
                      <a:pt x="30" y="105"/>
                      <a:pt x="34" y="100"/>
                      <a:pt x="34" y="89"/>
                    </a:cubicBezTo>
                    <a:cubicBezTo>
                      <a:pt x="34" y="25"/>
                      <a:pt x="34" y="25"/>
                      <a:pt x="34" y="25"/>
                    </a:cubicBezTo>
                    <a:cubicBezTo>
                      <a:pt x="34" y="16"/>
                      <a:pt x="30" y="11"/>
                      <a:pt x="24" y="11"/>
                    </a:cubicBezTo>
                    <a:cubicBezTo>
                      <a:pt x="17" y="11"/>
                      <a:pt x="14" y="16"/>
                      <a:pt x="14" y="26"/>
                    </a:cubicBezTo>
                    <a:cubicBezTo>
                      <a:pt x="14" y="30"/>
                      <a:pt x="14" y="30"/>
                      <a:pt x="14" y="30"/>
                    </a:cubicBezTo>
                    <a:cubicBezTo>
                      <a:pt x="14" y="35"/>
                      <a:pt x="14" y="35"/>
                      <a:pt x="14" y="35"/>
                    </a:cubicBezTo>
                    <a:cubicBezTo>
                      <a:pt x="14" y="53"/>
                      <a:pt x="14" y="53"/>
                      <a:pt x="14" y="53"/>
                    </a:cubicBezTo>
                    <a:cubicBezTo>
                      <a:pt x="14" y="72"/>
                      <a:pt x="14" y="72"/>
                      <a:pt x="14" y="72"/>
                    </a:cubicBezTo>
                    <a:cubicBezTo>
                      <a:pt x="14" y="89"/>
                      <a:pt x="14" y="89"/>
                      <a:pt x="14" y="89"/>
                    </a:cubicBezTo>
                    <a:cubicBezTo>
                      <a:pt x="14" y="99"/>
                      <a:pt x="17" y="105"/>
                      <a:pt x="24" y="105"/>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41" name="Freeform 16"/>
              <p:cNvSpPr>
                <a:spLocks/>
              </p:cNvSpPr>
              <p:nvPr/>
            </p:nvSpPr>
            <p:spPr bwMode="auto">
              <a:xfrm>
                <a:off x="3605213" y="236538"/>
                <a:ext cx="166687" cy="428625"/>
              </a:xfrm>
              <a:custGeom>
                <a:avLst/>
                <a:gdLst>
                  <a:gd name="T0" fmla="*/ 13 w 44"/>
                  <a:gd name="T1" fmla="*/ 78 h 114"/>
                  <a:gd name="T2" fmla="*/ 13 w 44"/>
                  <a:gd name="T3" fmla="*/ 92 h 114"/>
                  <a:gd name="T4" fmla="*/ 21 w 44"/>
                  <a:gd name="T5" fmla="*/ 103 h 114"/>
                  <a:gd name="T6" fmla="*/ 29 w 44"/>
                  <a:gd name="T7" fmla="*/ 99 h 114"/>
                  <a:gd name="T8" fmla="*/ 30 w 44"/>
                  <a:gd name="T9" fmla="*/ 89 h 114"/>
                  <a:gd name="T10" fmla="*/ 30 w 44"/>
                  <a:gd name="T11" fmla="*/ 54 h 114"/>
                  <a:gd name="T12" fmla="*/ 21 w 44"/>
                  <a:gd name="T13" fmla="*/ 44 h 114"/>
                  <a:gd name="T14" fmla="*/ 13 w 44"/>
                  <a:gd name="T15" fmla="*/ 48 h 114"/>
                  <a:gd name="T16" fmla="*/ 12 w 44"/>
                  <a:gd name="T17" fmla="*/ 57 h 114"/>
                  <a:gd name="T18" fmla="*/ 0 w 44"/>
                  <a:gd name="T19" fmla="*/ 57 h 114"/>
                  <a:gd name="T20" fmla="*/ 0 w 44"/>
                  <a:gd name="T21" fmla="*/ 54 h 114"/>
                  <a:gd name="T22" fmla="*/ 0 w 44"/>
                  <a:gd name="T23" fmla="*/ 39 h 114"/>
                  <a:gd name="T24" fmla="*/ 0 w 44"/>
                  <a:gd name="T25" fmla="*/ 24 h 114"/>
                  <a:gd name="T26" fmla="*/ 1 w 44"/>
                  <a:gd name="T27" fmla="*/ 0 h 114"/>
                  <a:gd name="T28" fmla="*/ 41 w 44"/>
                  <a:gd name="T29" fmla="*/ 0 h 114"/>
                  <a:gd name="T30" fmla="*/ 41 w 44"/>
                  <a:gd name="T31" fmla="*/ 13 h 114"/>
                  <a:gd name="T32" fmla="*/ 13 w 44"/>
                  <a:gd name="T33" fmla="*/ 13 h 114"/>
                  <a:gd name="T34" fmla="*/ 13 w 44"/>
                  <a:gd name="T35" fmla="*/ 37 h 114"/>
                  <a:gd name="T36" fmla="*/ 26 w 44"/>
                  <a:gd name="T37" fmla="*/ 32 h 114"/>
                  <a:gd name="T38" fmla="*/ 41 w 44"/>
                  <a:gd name="T39" fmla="*/ 38 h 114"/>
                  <a:gd name="T40" fmla="*/ 44 w 44"/>
                  <a:gd name="T41" fmla="*/ 54 h 114"/>
                  <a:gd name="T42" fmla="*/ 44 w 44"/>
                  <a:gd name="T43" fmla="*/ 94 h 114"/>
                  <a:gd name="T44" fmla="*/ 22 w 44"/>
                  <a:gd name="T45" fmla="*/ 114 h 114"/>
                  <a:gd name="T46" fmla="*/ 5 w 44"/>
                  <a:gd name="T47" fmla="*/ 109 h 114"/>
                  <a:gd name="T48" fmla="*/ 0 w 44"/>
                  <a:gd name="T49" fmla="*/ 91 h 114"/>
                  <a:gd name="T50" fmla="*/ 0 w 44"/>
                  <a:gd name="T51" fmla="*/ 78 h 114"/>
                  <a:gd name="T52" fmla="*/ 13 w 44"/>
                  <a:gd name="T53" fmla="*/ 78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4" h="114">
                    <a:moveTo>
                      <a:pt x="13" y="78"/>
                    </a:moveTo>
                    <a:cubicBezTo>
                      <a:pt x="13" y="92"/>
                      <a:pt x="13" y="92"/>
                      <a:pt x="13" y="92"/>
                    </a:cubicBezTo>
                    <a:cubicBezTo>
                      <a:pt x="13" y="99"/>
                      <a:pt x="16" y="103"/>
                      <a:pt x="21" y="103"/>
                    </a:cubicBezTo>
                    <a:cubicBezTo>
                      <a:pt x="25" y="103"/>
                      <a:pt x="28" y="102"/>
                      <a:pt x="29" y="99"/>
                    </a:cubicBezTo>
                    <a:cubicBezTo>
                      <a:pt x="30" y="97"/>
                      <a:pt x="30" y="94"/>
                      <a:pt x="30" y="89"/>
                    </a:cubicBezTo>
                    <a:cubicBezTo>
                      <a:pt x="30" y="54"/>
                      <a:pt x="30" y="54"/>
                      <a:pt x="30" y="54"/>
                    </a:cubicBezTo>
                    <a:cubicBezTo>
                      <a:pt x="30" y="48"/>
                      <a:pt x="27" y="44"/>
                      <a:pt x="21" y="44"/>
                    </a:cubicBezTo>
                    <a:cubicBezTo>
                      <a:pt x="17" y="44"/>
                      <a:pt x="15" y="46"/>
                      <a:pt x="13" y="48"/>
                    </a:cubicBezTo>
                    <a:cubicBezTo>
                      <a:pt x="12" y="50"/>
                      <a:pt x="12" y="53"/>
                      <a:pt x="12" y="57"/>
                    </a:cubicBezTo>
                    <a:cubicBezTo>
                      <a:pt x="0" y="57"/>
                      <a:pt x="0" y="57"/>
                      <a:pt x="0" y="57"/>
                    </a:cubicBezTo>
                    <a:cubicBezTo>
                      <a:pt x="0" y="54"/>
                      <a:pt x="0" y="54"/>
                      <a:pt x="0" y="54"/>
                    </a:cubicBezTo>
                    <a:cubicBezTo>
                      <a:pt x="0" y="39"/>
                      <a:pt x="0" y="39"/>
                      <a:pt x="0" y="39"/>
                    </a:cubicBezTo>
                    <a:cubicBezTo>
                      <a:pt x="0" y="24"/>
                      <a:pt x="0" y="24"/>
                      <a:pt x="0" y="24"/>
                    </a:cubicBezTo>
                    <a:cubicBezTo>
                      <a:pt x="0" y="13"/>
                      <a:pt x="0" y="5"/>
                      <a:pt x="1" y="0"/>
                    </a:cubicBezTo>
                    <a:cubicBezTo>
                      <a:pt x="41" y="0"/>
                      <a:pt x="41" y="0"/>
                      <a:pt x="41" y="0"/>
                    </a:cubicBezTo>
                    <a:cubicBezTo>
                      <a:pt x="41" y="13"/>
                      <a:pt x="41" y="13"/>
                      <a:pt x="41" y="13"/>
                    </a:cubicBezTo>
                    <a:cubicBezTo>
                      <a:pt x="13" y="13"/>
                      <a:pt x="13" y="13"/>
                      <a:pt x="13" y="13"/>
                    </a:cubicBezTo>
                    <a:cubicBezTo>
                      <a:pt x="13" y="37"/>
                      <a:pt x="13" y="37"/>
                      <a:pt x="13" y="37"/>
                    </a:cubicBezTo>
                    <a:cubicBezTo>
                      <a:pt x="17" y="34"/>
                      <a:pt x="22" y="32"/>
                      <a:pt x="26" y="32"/>
                    </a:cubicBezTo>
                    <a:cubicBezTo>
                      <a:pt x="33" y="32"/>
                      <a:pt x="38" y="34"/>
                      <a:pt x="41" y="38"/>
                    </a:cubicBezTo>
                    <a:cubicBezTo>
                      <a:pt x="43" y="42"/>
                      <a:pt x="44" y="47"/>
                      <a:pt x="44" y="54"/>
                    </a:cubicBezTo>
                    <a:cubicBezTo>
                      <a:pt x="44" y="94"/>
                      <a:pt x="44" y="94"/>
                      <a:pt x="44" y="94"/>
                    </a:cubicBezTo>
                    <a:cubicBezTo>
                      <a:pt x="44" y="108"/>
                      <a:pt x="37" y="114"/>
                      <a:pt x="22" y="114"/>
                    </a:cubicBezTo>
                    <a:cubicBezTo>
                      <a:pt x="14" y="114"/>
                      <a:pt x="8" y="113"/>
                      <a:pt x="5" y="109"/>
                    </a:cubicBezTo>
                    <a:cubicBezTo>
                      <a:pt x="1" y="105"/>
                      <a:pt x="0" y="99"/>
                      <a:pt x="0" y="91"/>
                    </a:cubicBezTo>
                    <a:cubicBezTo>
                      <a:pt x="0" y="78"/>
                      <a:pt x="0" y="78"/>
                      <a:pt x="0" y="78"/>
                    </a:cubicBezTo>
                    <a:lnTo>
                      <a:pt x="13" y="78"/>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sp>
          <p:nvSpPr>
            <p:cNvPr id="138" name="椭圆 137"/>
            <p:cNvSpPr/>
            <p:nvPr/>
          </p:nvSpPr>
          <p:spPr>
            <a:xfrm>
              <a:off x="6542976" y="4858581"/>
              <a:ext cx="644400" cy="644400"/>
            </a:xfrm>
            <a:prstGeom prst="ellipse">
              <a:avLst/>
            </a:prstGeom>
            <a:gradFill>
              <a:gsLst>
                <a:gs pos="22000">
                  <a:schemeClr val="bg1">
                    <a:alpha val="40000"/>
                  </a:schemeClr>
                </a:gs>
                <a:gs pos="50000">
                  <a:srgbClr val="FFFFFF">
                    <a:alpha val="10000"/>
                  </a:srgbClr>
                </a:gs>
                <a:gs pos="50000">
                  <a:schemeClr val="bg1">
                    <a:alpha val="20000"/>
                  </a:schemeClr>
                </a:gs>
                <a:gs pos="15000">
                  <a:schemeClr val="bg1">
                    <a:alpha val="87000"/>
                  </a:schemeClr>
                </a:gs>
              </a:gsLst>
              <a:lin ang="2700000" scaled="0"/>
            </a:gradFill>
            <a:ln>
              <a:gradFill>
                <a:gsLst>
                  <a:gs pos="75000">
                    <a:srgbClr val="F0F0F0"/>
                  </a:gs>
                  <a:gs pos="50000">
                    <a:srgbClr val="C8C8C8"/>
                  </a:gs>
                  <a:gs pos="25000">
                    <a:srgbClr val="F0F0F0"/>
                  </a:gs>
                  <a:gs pos="0">
                    <a:schemeClr val="bg1"/>
                  </a:gs>
                  <a:gs pos="100000">
                    <a:schemeClr val="bg1"/>
                  </a:gs>
                </a:gsLst>
                <a:lin ang="2700000" scaled="0"/>
              </a:gradFill>
            </a:ln>
            <a:effectLst>
              <a:outerShdw blurRad="228600" dist="88900" dir="2700000" algn="tl"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sp>
        <p:nvSpPr>
          <p:cNvPr id="144" name="文本框 143"/>
          <p:cNvSpPr txBox="1"/>
          <p:nvPr/>
        </p:nvSpPr>
        <p:spPr>
          <a:xfrm>
            <a:off x="7324034" y="1267786"/>
            <a:ext cx="1837813"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a:t>
            </a:r>
          </a:p>
        </p:txBody>
      </p:sp>
      <p:sp>
        <p:nvSpPr>
          <p:cNvPr id="145" name="文本框 144"/>
          <p:cNvSpPr txBox="1"/>
          <p:nvPr/>
        </p:nvSpPr>
        <p:spPr>
          <a:xfrm>
            <a:off x="7324034" y="2996092"/>
            <a:ext cx="1837813"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a:t>
            </a:r>
          </a:p>
        </p:txBody>
      </p:sp>
      <p:sp>
        <p:nvSpPr>
          <p:cNvPr id="146" name="文本框 145"/>
          <p:cNvSpPr txBox="1"/>
          <p:nvPr/>
        </p:nvSpPr>
        <p:spPr>
          <a:xfrm>
            <a:off x="7324034" y="4765282"/>
            <a:ext cx="1837813"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a:t>
            </a:r>
          </a:p>
        </p:txBody>
      </p:sp>
      <p:sp>
        <p:nvSpPr>
          <p:cNvPr id="147" name="文本框 146"/>
          <p:cNvSpPr txBox="1"/>
          <p:nvPr/>
        </p:nvSpPr>
        <p:spPr>
          <a:xfrm>
            <a:off x="3411528" y="2162493"/>
            <a:ext cx="1837813"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a:t>
            </a:r>
          </a:p>
        </p:txBody>
      </p:sp>
      <p:sp>
        <p:nvSpPr>
          <p:cNvPr id="148" name="文本框 147"/>
          <p:cNvSpPr txBox="1"/>
          <p:nvPr/>
        </p:nvSpPr>
        <p:spPr>
          <a:xfrm>
            <a:off x="3411528" y="3905012"/>
            <a:ext cx="1837813"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a:t>
            </a:r>
          </a:p>
        </p:txBody>
      </p:sp>
      <p:grpSp>
        <p:nvGrpSpPr>
          <p:cNvPr id="149" name="组合 1"/>
          <p:cNvGrpSpPr/>
          <p:nvPr/>
        </p:nvGrpSpPr>
        <p:grpSpPr>
          <a:xfrm>
            <a:off x="5061554" y="2248733"/>
            <a:ext cx="644400" cy="644400"/>
            <a:chOff x="5061554" y="2248733"/>
            <a:chExt cx="644400" cy="644400"/>
          </a:xfrm>
        </p:grpSpPr>
        <p:pic>
          <p:nvPicPr>
            <p:cNvPr id="150" name="图片 149"/>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5108168" y="2294222"/>
              <a:ext cx="553423" cy="553423"/>
            </a:xfrm>
            <a:prstGeom prst="rect">
              <a:avLst/>
            </a:prstGeom>
            <a:effectLst>
              <a:outerShdw blurRad="279400" dist="152400" dir="2700000" sx="102000" sy="102000" algn="tl" rotWithShape="0">
                <a:prstClr val="black">
                  <a:alpha val="28000"/>
                </a:prstClr>
              </a:outerShdw>
            </a:effectLst>
          </p:spPr>
        </p:pic>
        <p:sp>
          <p:nvSpPr>
            <p:cNvPr id="151" name="椭圆 150"/>
            <p:cNvSpPr/>
            <p:nvPr/>
          </p:nvSpPr>
          <p:spPr>
            <a:xfrm>
              <a:off x="5165160" y="2351215"/>
              <a:ext cx="439436" cy="439436"/>
            </a:xfrm>
            <a:prstGeom prst="ellipse">
              <a:avLst/>
            </a:prstGeom>
            <a:gradFill>
              <a:gsLst>
                <a:gs pos="0">
                  <a:srgbClr val="9F73B0"/>
                </a:gs>
                <a:gs pos="100000">
                  <a:srgbClr val="253C9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2" name="Freeform 58"/>
            <p:cNvSpPr>
              <a:spLocks/>
            </p:cNvSpPr>
            <p:nvPr/>
          </p:nvSpPr>
          <p:spPr bwMode="auto">
            <a:xfrm>
              <a:off x="5276948" y="2471760"/>
              <a:ext cx="382224" cy="351399"/>
            </a:xfrm>
            <a:custGeom>
              <a:avLst/>
              <a:gdLst>
                <a:gd name="T0" fmla="*/ 137 w 310"/>
                <a:gd name="T1" fmla="*/ 285 h 285"/>
                <a:gd name="T2" fmla="*/ 0 w 310"/>
                <a:gd name="T3" fmla="*/ 171 h 285"/>
                <a:gd name="T4" fmla="*/ 2 w 310"/>
                <a:gd name="T5" fmla="*/ 12 h 285"/>
                <a:gd name="T6" fmla="*/ 54 w 310"/>
                <a:gd name="T7" fmla="*/ 7 h 285"/>
                <a:gd name="T8" fmla="*/ 87 w 310"/>
                <a:gd name="T9" fmla="*/ 40 h 285"/>
                <a:gd name="T10" fmla="*/ 97 w 310"/>
                <a:gd name="T11" fmla="*/ 7 h 285"/>
                <a:gd name="T12" fmla="*/ 137 w 310"/>
                <a:gd name="T13" fmla="*/ 0 h 285"/>
                <a:gd name="T14" fmla="*/ 310 w 310"/>
                <a:gd name="T15" fmla="*/ 150 h 285"/>
                <a:gd name="T16" fmla="*/ 137 w 310"/>
                <a:gd name="T17" fmla="*/ 285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0" h="285">
                  <a:moveTo>
                    <a:pt x="137" y="285"/>
                  </a:moveTo>
                  <a:lnTo>
                    <a:pt x="0" y="171"/>
                  </a:lnTo>
                  <a:lnTo>
                    <a:pt x="2" y="12"/>
                  </a:lnTo>
                  <a:lnTo>
                    <a:pt x="54" y="7"/>
                  </a:lnTo>
                  <a:lnTo>
                    <a:pt x="87" y="40"/>
                  </a:lnTo>
                  <a:lnTo>
                    <a:pt x="97" y="7"/>
                  </a:lnTo>
                  <a:lnTo>
                    <a:pt x="137" y="0"/>
                  </a:lnTo>
                  <a:lnTo>
                    <a:pt x="310" y="150"/>
                  </a:lnTo>
                  <a:lnTo>
                    <a:pt x="137" y="285"/>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3" name="Freeform 59"/>
            <p:cNvSpPr>
              <a:spLocks noEditPoints="1"/>
            </p:cNvSpPr>
            <p:nvPr/>
          </p:nvSpPr>
          <p:spPr bwMode="auto">
            <a:xfrm>
              <a:off x="5262152" y="2465595"/>
              <a:ext cx="90008" cy="225635"/>
            </a:xfrm>
            <a:custGeom>
              <a:avLst/>
              <a:gdLst>
                <a:gd name="T0" fmla="*/ 17 w 31"/>
                <a:gd name="T1" fmla="*/ 0 h 77"/>
                <a:gd name="T2" fmla="*/ 28 w 31"/>
                <a:gd name="T3" fmla="*/ 5 h 77"/>
                <a:gd name="T4" fmla="*/ 31 w 31"/>
                <a:gd name="T5" fmla="*/ 18 h 77"/>
                <a:gd name="T6" fmla="*/ 31 w 31"/>
                <a:gd name="T7" fmla="*/ 62 h 77"/>
                <a:gd name="T8" fmla="*/ 27 w 31"/>
                <a:gd name="T9" fmla="*/ 73 h 77"/>
                <a:gd name="T10" fmla="*/ 16 w 31"/>
                <a:gd name="T11" fmla="*/ 77 h 77"/>
                <a:gd name="T12" fmla="*/ 3 w 31"/>
                <a:gd name="T13" fmla="*/ 71 h 77"/>
                <a:gd name="T14" fmla="*/ 0 w 31"/>
                <a:gd name="T15" fmla="*/ 56 h 77"/>
                <a:gd name="T16" fmla="*/ 0 w 31"/>
                <a:gd name="T17" fmla="*/ 21 h 77"/>
                <a:gd name="T18" fmla="*/ 3 w 31"/>
                <a:gd name="T19" fmla="*/ 5 h 77"/>
                <a:gd name="T20" fmla="*/ 17 w 31"/>
                <a:gd name="T21" fmla="*/ 0 h 77"/>
                <a:gd name="T22" fmla="*/ 16 w 31"/>
                <a:gd name="T23" fmla="*/ 70 h 77"/>
                <a:gd name="T24" fmla="*/ 22 w 31"/>
                <a:gd name="T25" fmla="*/ 59 h 77"/>
                <a:gd name="T26" fmla="*/ 22 w 31"/>
                <a:gd name="T27" fmla="*/ 17 h 77"/>
                <a:gd name="T28" fmla="*/ 16 w 31"/>
                <a:gd name="T29" fmla="*/ 7 h 77"/>
                <a:gd name="T30" fmla="*/ 9 w 31"/>
                <a:gd name="T31" fmla="*/ 17 h 77"/>
                <a:gd name="T32" fmla="*/ 9 w 31"/>
                <a:gd name="T33" fmla="*/ 20 h 77"/>
                <a:gd name="T34" fmla="*/ 9 w 31"/>
                <a:gd name="T35" fmla="*/ 23 h 77"/>
                <a:gd name="T36" fmla="*/ 9 w 31"/>
                <a:gd name="T37" fmla="*/ 35 h 77"/>
                <a:gd name="T38" fmla="*/ 9 w 31"/>
                <a:gd name="T39" fmla="*/ 48 h 77"/>
                <a:gd name="T40" fmla="*/ 9 w 31"/>
                <a:gd name="T41" fmla="*/ 59 h 77"/>
                <a:gd name="T42" fmla="*/ 16 w 31"/>
                <a:gd name="T43" fmla="*/ 7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77">
                  <a:moveTo>
                    <a:pt x="17" y="0"/>
                  </a:moveTo>
                  <a:cubicBezTo>
                    <a:pt x="22" y="0"/>
                    <a:pt x="26" y="1"/>
                    <a:pt x="28" y="5"/>
                  </a:cubicBezTo>
                  <a:cubicBezTo>
                    <a:pt x="30" y="8"/>
                    <a:pt x="31" y="12"/>
                    <a:pt x="31" y="18"/>
                  </a:cubicBezTo>
                  <a:cubicBezTo>
                    <a:pt x="31" y="62"/>
                    <a:pt x="31" y="62"/>
                    <a:pt x="31" y="62"/>
                  </a:cubicBezTo>
                  <a:cubicBezTo>
                    <a:pt x="31" y="67"/>
                    <a:pt x="30" y="71"/>
                    <a:pt x="27" y="73"/>
                  </a:cubicBezTo>
                  <a:cubicBezTo>
                    <a:pt x="25" y="76"/>
                    <a:pt x="21" y="77"/>
                    <a:pt x="16" y="77"/>
                  </a:cubicBezTo>
                  <a:cubicBezTo>
                    <a:pt x="9" y="77"/>
                    <a:pt x="5" y="75"/>
                    <a:pt x="3" y="71"/>
                  </a:cubicBezTo>
                  <a:cubicBezTo>
                    <a:pt x="1" y="69"/>
                    <a:pt x="0" y="64"/>
                    <a:pt x="0" y="56"/>
                  </a:cubicBezTo>
                  <a:cubicBezTo>
                    <a:pt x="0" y="21"/>
                    <a:pt x="0" y="21"/>
                    <a:pt x="0" y="21"/>
                  </a:cubicBezTo>
                  <a:cubicBezTo>
                    <a:pt x="0" y="13"/>
                    <a:pt x="1" y="8"/>
                    <a:pt x="3" y="5"/>
                  </a:cubicBezTo>
                  <a:cubicBezTo>
                    <a:pt x="5" y="2"/>
                    <a:pt x="10" y="0"/>
                    <a:pt x="17" y="0"/>
                  </a:cubicBezTo>
                  <a:close/>
                  <a:moveTo>
                    <a:pt x="16" y="70"/>
                  </a:moveTo>
                  <a:cubicBezTo>
                    <a:pt x="20" y="70"/>
                    <a:pt x="22" y="66"/>
                    <a:pt x="22" y="59"/>
                  </a:cubicBezTo>
                  <a:cubicBezTo>
                    <a:pt x="22" y="17"/>
                    <a:pt x="22" y="17"/>
                    <a:pt x="22" y="17"/>
                  </a:cubicBezTo>
                  <a:cubicBezTo>
                    <a:pt x="22" y="10"/>
                    <a:pt x="20" y="7"/>
                    <a:pt x="16" y="7"/>
                  </a:cubicBezTo>
                  <a:cubicBezTo>
                    <a:pt x="11" y="7"/>
                    <a:pt x="9" y="10"/>
                    <a:pt x="9" y="17"/>
                  </a:cubicBezTo>
                  <a:cubicBezTo>
                    <a:pt x="9" y="20"/>
                    <a:pt x="9" y="20"/>
                    <a:pt x="9" y="20"/>
                  </a:cubicBezTo>
                  <a:cubicBezTo>
                    <a:pt x="9" y="23"/>
                    <a:pt x="9" y="23"/>
                    <a:pt x="9" y="23"/>
                  </a:cubicBezTo>
                  <a:cubicBezTo>
                    <a:pt x="9" y="35"/>
                    <a:pt x="9" y="35"/>
                    <a:pt x="9" y="35"/>
                  </a:cubicBezTo>
                  <a:cubicBezTo>
                    <a:pt x="9" y="48"/>
                    <a:pt x="9" y="48"/>
                    <a:pt x="9" y="48"/>
                  </a:cubicBezTo>
                  <a:cubicBezTo>
                    <a:pt x="9" y="59"/>
                    <a:pt x="9" y="59"/>
                    <a:pt x="9" y="59"/>
                  </a:cubicBezTo>
                  <a:cubicBezTo>
                    <a:pt x="9" y="66"/>
                    <a:pt x="11" y="70"/>
                    <a:pt x="16" y="70"/>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54" name="Freeform 60"/>
            <p:cNvSpPr>
              <a:spLocks/>
            </p:cNvSpPr>
            <p:nvPr/>
          </p:nvSpPr>
          <p:spPr bwMode="auto">
            <a:xfrm>
              <a:off x="5369421" y="2465595"/>
              <a:ext cx="91240" cy="225635"/>
            </a:xfrm>
            <a:custGeom>
              <a:avLst/>
              <a:gdLst>
                <a:gd name="T0" fmla="*/ 0 w 31"/>
                <a:gd name="T1" fmla="*/ 16 h 77"/>
                <a:gd name="T2" fmla="*/ 4 w 31"/>
                <a:gd name="T3" fmla="*/ 4 h 77"/>
                <a:gd name="T4" fmla="*/ 16 w 31"/>
                <a:gd name="T5" fmla="*/ 0 h 77"/>
                <a:gd name="T6" fmla="*/ 29 w 31"/>
                <a:gd name="T7" fmla="*/ 6 h 77"/>
                <a:gd name="T8" fmla="*/ 31 w 31"/>
                <a:gd name="T9" fmla="*/ 22 h 77"/>
                <a:gd name="T10" fmla="*/ 30 w 31"/>
                <a:gd name="T11" fmla="*/ 30 h 77"/>
                <a:gd name="T12" fmla="*/ 27 w 31"/>
                <a:gd name="T13" fmla="*/ 38 h 77"/>
                <a:gd name="T14" fmla="*/ 18 w 31"/>
                <a:gd name="T15" fmla="*/ 52 h 77"/>
                <a:gd name="T16" fmla="*/ 11 w 31"/>
                <a:gd name="T17" fmla="*/ 68 h 77"/>
                <a:gd name="T18" fmla="*/ 31 w 31"/>
                <a:gd name="T19" fmla="*/ 68 h 77"/>
                <a:gd name="T20" fmla="*/ 31 w 31"/>
                <a:gd name="T21" fmla="*/ 76 h 77"/>
                <a:gd name="T22" fmla="*/ 8 w 31"/>
                <a:gd name="T23" fmla="*/ 77 h 77"/>
                <a:gd name="T24" fmla="*/ 0 w 31"/>
                <a:gd name="T25" fmla="*/ 76 h 77"/>
                <a:gd name="T26" fmla="*/ 0 w 31"/>
                <a:gd name="T27" fmla="*/ 76 h 77"/>
                <a:gd name="T28" fmla="*/ 5 w 31"/>
                <a:gd name="T29" fmla="*/ 55 h 77"/>
                <a:gd name="T30" fmla="*/ 17 w 31"/>
                <a:gd name="T31" fmla="*/ 37 h 77"/>
                <a:gd name="T32" fmla="*/ 21 w 31"/>
                <a:gd name="T33" fmla="*/ 20 h 77"/>
                <a:gd name="T34" fmla="*/ 21 w 31"/>
                <a:gd name="T35" fmla="*/ 19 h 77"/>
                <a:gd name="T36" fmla="*/ 21 w 31"/>
                <a:gd name="T37" fmla="*/ 17 h 77"/>
                <a:gd name="T38" fmla="*/ 21 w 31"/>
                <a:gd name="T39" fmla="*/ 12 h 77"/>
                <a:gd name="T40" fmla="*/ 15 w 31"/>
                <a:gd name="T41" fmla="*/ 7 h 77"/>
                <a:gd name="T42" fmla="*/ 10 w 31"/>
                <a:gd name="T43" fmla="*/ 16 h 77"/>
                <a:gd name="T44" fmla="*/ 10 w 31"/>
                <a:gd name="T45" fmla="*/ 19 h 77"/>
                <a:gd name="T46" fmla="*/ 10 w 31"/>
                <a:gd name="T47" fmla="*/ 21 h 77"/>
                <a:gd name="T48" fmla="*/ 10 w 31"/>
                <a:gd name="T49" fmla="*/ 23 h 77"/>
                <a:gd name="T50" fmla="*/ 10 w 31"/>
                <a:gd name="T51" fmla="*/ 26 h 77"/>
                <a:gd name="T52" fmla="*/ 0 w 31"/>
                <a:gd name="T53" fmla="*/ 26 h 77"/>
                <a:gd name="T54" fmla="*/ 0 w 31"/>
                <a:gd name="T55" fmla="*/ 1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1" h="77">
                  <a:moveTo>
                    <a:pt x="0" y="16"/>
                  </a:moveTo>
                  <a:cubicBezTo>
                    <a:pt x="0" y="10"/>
                    <a:pt x="2" y="6"/>
                    <a:pt x="4" y="4"/>
                  </a:cubicBezTo>
                  <a:cubicBezTo>
                    <a:pt x="6" y="1"/>
                    <a:pt x="10" y="0"/>
                    <a:pt x="16" y="0"/>
                  </a:cubicBezTo>
                  <a:cubicBezTo>
                    <a:pt x="23" y="0"/>
                    <a:pt x="27" y="2"/>
                    <a:pt x="29" y="6"/>
                  </a:cubicBezTo>
                  <a:cubicBezTo>
                    <a:pt x="30" y="9"/>
                    <a:pt x="31" y="14"/>
                    <a:pt x="31" y="22"/>
                  </a:cubicBezTo>
                  <a:cubicBezTo>
                    <a:pt x="31" y="25"/>
                    <a:pt x="31" y="28"/>
                    <a:pt x="30" y="30"/>
                  </a:cubicBezTo>
                  <a:cubicBezTo>
                    <a:pt x="30" y="32"/>
                    <a:pt x="29" y="35"/>
                    <a:pt x="27" y="38"/>
                  </a:cubicBezTo>
                  <a:cubicBezTo>
                    <a:pt x="18" y="52"/>
                    <a:pt x="18" y="52"/>
                    <a:pt x="18" y="52"/>
                  </a:cubicBezTo>
                  <a:cubicBezTo>
                    <a:pt x="14" y="58"/>
                    <a:pt x="12" y="63"/>
                    <a:pt x="11" y="68"/>
                  </a:cubicBezTo>
                  <a:cubicBezTo>
                    <a:pt x="31" y="68"/>
                    <a:pt x="31" y="68"/>
                    <a:pt x="31" y="68"/>
                  </a:cubicBezTo>
                  <a:cubicBezTo>
                    <a:pt x="31" y="76"/>
                    <a:pt x="31" y="76"/>
                    <a:pt x="31" y="76"/>
                  </a:cubicBezTo>
                  <a:cubicBezTo>
                    <a:pt x="8" y="77"/>
                    <a:pt x="8" y="77"/>
                    <a:pt x="8" y="77"/>
                  </a:cubicBezTo>
                  <a:cubicBezTo>
                    <a:pt x="0" y="76"/>
                    <a:pt x="0" y="76"/>
                    <a:pt x="0" y="76"/>
                  </a:cubicBezTo>
                  <a:cubicBezTo>
                    <a:pt x="0" y="76"/>
                    <a:pt x="0" y="76"/>
                    <a:pt x="0" y="76"/>
                  </a:cubicBezTo>
                  <a:cubicBezTo>
                    <a:pt x="0" y="68"/>
                    <a:pt x="2" y="61"/>
                    <a:pt x="5" y="55"/>
                  </a:cubicBezTo>
                  <a:cubicBezTo>
                    <a:pt x="7" y="51"/>
                    <a:pt x="11" y="45"/>
                    <a:pt x="17" y="37"/>
                  </a:cubicBezTo>
                  <a:cubicBezTo>
                    <a:pt x="20" y="32"/>
                    <a:pt x="21" y="27"/>
                    <a:pt x="21" y="20"/>
                  </a:cubicBezTo>
                  <a:cubicBezTo>
                    <a:pt x="21" y="19"/>
                    <a:pt x="21" y="19"/>
                    <a:pt x="21" y="19"/>
                  </a:cubicBezTo>
                  <a:cubicBezTo>
                    <a:pt x="21" y="17"/>
                    <a:pt x="21" y="17"/>
                    <a:pt x="21" y="17"/>
                  </a:cubicBezTo>
                  <a:cubicBezTo>
                    <a:pt x="21" y="15"/>
                    <a:pt x="21" y="13"/>
                    <a:pt x="21" y="12"/>
                  </a:cubicBezTo>
                  <a:cubicBezTo>
                    <a:pt x="20" y="9"/>
                    <a:pt x="18" y="7"/>
                    <a:pt x="15" y="7"/>
                  </a:cubicBezTo>
                  <a:cubicBezTo>
                    <a:pt x="11" y="7"/>
                    <a:pt x="10" y="10"/>
                    <a:pt x="10" y="16"/>
                  </a:cubicBezTo>
                  <a:cubicBezTo>
                    <a:pt x="10" y="19"/>
                    <a:pt x="10" y="19"/>
                    <a:pt x="10" y="19"/>
                  </a:cubicBezTo>
                  <a:cubicBezTo>
                    <a:pt x="10" y="21"/>
                    <a:pt x="10" y="21"/>
                    <a:pt x="10" y="21"/>
                  </a:cubicBezTo>
                  <a:cubicBezTo>
                    <a:pt x="10" y="23"/>
                    <a:pt x="10" y="23"/>
                    <a:pt x="10" y="23"/>
                  </a:cubicBezTo>
                  <a:cubicBezTo>
                    <a:pt x="10" y="26"/>
                    <a:pt x="10" y="26"/>
                    <a:pt x="10" y="26"/>
                  </a:cubicBezTo>
                  <a:cubicBezTo>
                    <a:pt x="0" y="26"/>
                    <a:pt x="0" y="26"/>
                    <a:pt x="0" y="26"/>
                  </a:cubicBezTo>
                  <a:lnTo>
                    <a:pt x="0" y="16"/>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55" name="椭圆 154"/>
            <p:cNvSpPr/>
            <p:nvPr/>
          </p:nvSpPr>
          <p:spPr>
            <a:xfrm>
              <a:off x="5061554" y="2248733"/>
              <a:ext cx="644400" cy="644400"/>
            </a:xfrm>
            <a:prstGeom prst="ellipse">
              <a:avLst/>
            </a:prstGeom>
            <a:gradFill>
              <a:gsLst>
                <a:gs pos="22000">
                  <a:schemeClr val="bg1">
                    <a:alpha val="40000"/>
                  </a:schemeClr>
                </a:gs>
                <a:gs pos="50000">
                  <a:srgbClr val="FFFFFF">
                    <a:alpha val="10000"/>
                  </a:srgbClr>
                </a:gs>
                <a:gs pos="50000">
                  <a:schemeClr val="bg1">
                    <a:alpha val="20000"/>
                  </a:schemeClr>
                </a:gs>
                <a:gs pos="15000">
                  <a:schemeClr val="bg1">
                    <a:alpha val="87000"/>
                  </a:schemeClr>
                </a:gs>
              </a:gsLst>
              <a:lin ang="2700000" scaled="0"/>
            </a:gradFill>
            <a:ln>
              <a:gradFill>
                <a:gsLst>
                  <a:gs pos="75000">
                    <a:srgbClr val="F0F0F0"/>
                  </a:gs>
                  <a:gs pos="50000">
                    <a:srgbClr val="C8C8C8"/>
                  </a:gs>
                  <a:gs pos="25000">
                    <a:srgbClr val="F0F0F0"/>
                  </a:gs>
                  <a:gs pos="0">
                    <a:schemeClr val="bg1"/>
                  </a:gs>
                  <a:gs pos="100000">
                    <a:schemeClr val="bg1"/>
                  </a:gs>
                </a:gsLst>
                <a:lin ang="2700000" scaled="0"/>
              </a:gradFill>
            </a:ln>
            <a:effectLst>
              <a:outerShdw blurRad="228600" dist="88900" dir="2700000" algn="tl"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grpSp>
        <p:nvGrpSpPr>
          <p:cNvPr id="156" name="组合 3"/>
          <p:cNvGrpSpPr/>
          <p:nvPr/>
        </p:nvGrpSpPr>
        <p:grpSpPr>
          <a:xfrm>
            <a:off x="6542976" y="3084060"/>
            <a:ext cx="644400" cy="644400"/>
            <a:chOff x="6542976" y="3084060"/>
            <a:chExt cx="644400" cy="644400"/>
          </a:xfrm>
        </p:grpSpPr>
        <p:pic>
          <p:nvPicPr>
            <p:cNvPr id="157" name="图片 156"/>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6589418" y="3139166"/>
              <a:ext cx="553423" cy="553423"/>
            </a:xfrm>
            <a:prstGeom prst="rect">
              <a:avLst/>
            </a:prstGeom>
            <a:effectLst>
              <a:outerShdw blurRad="279400" dist="152400" dir="2700000" sx="102000" sy="102000" algn="tl" rotWithShape="0">
                <a:prstClr val="black">
                  <a:alpha val="28000"/>
                </a:prstClr>
              </a:outerShdw>
            </a:effectLst>
          </p:spPr>
        </p:pic>
        <p:sp>
          <p:nvSpPr>
            <p:cNvPr id="158" name="椭圆 157"/>
            <p:cNvSpPr/>
            <p:nvPr/>
          </p:nvSpPr>
          <p:spPr>
            <a:xfrm>
              <a:off x="6646411" y="3196159"/>
              <a:ext cx="439437" cy="439436"/>
            </a:xfrm>
            <a:prstGeom prst="ellipse">
              <a:avLst/>
            </a:prstGeom>
            <a:gradFill>
              <a:gsLst>
                <a:gs pos="0">
                  <a:srgbClr val="86C1A8"/>
                </a:gs>
                <a:gs pos="74000">
                  <a:srgbClr val="0080C8"/>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9" name="Freeform 61"/>
            <p:cNvSpPr>
              <a:spLocks/>
            </p:cNvSpPr>
            <p:nvPr/>
          </p:nvSpPr>
          <p:spPr bwMode="auto">
            <a:xfrm>
              <a:off x="6771469" y="3289526"/>
              <a:ext cx="382224" cy="352632"/>
            </a:xfrm>
            <a:custGeom>
              <a:avLst/>
              <a:gdLst>
                <a:gd name="T0" fmla="*/ 140 w 310"/>
                <a:gd name="T1" fmla="*/ 286 h 286"/>
                <a:gd name="T2" fmla="*/ 0 w 310"/>
                <a:gd name="T3" fmla="*/ 172 h 286"/>
                <a:gd name="T4" fmla="*/ 2 w 310"/>
                <a:gd name="T5" fmla="*/ 12 h 286"/>
                <a:gd name="T6" fmla="*/ 57 w 310"/>
                <a:gd name="T7" fmla="*/ 7 h 286"/>
                <a:gd name="T8" fmla="*/ 88 w 310"/>
                <a:gd name="T9" fmla="*/ 41 h 286"/>
                <a:gd name="T10" fmla="*/ 97 w 310"/>
                <a:gd name="T11" fmla="*/ 7 h 286"/>
                <a:gd name="T12" fmla="*/ 135 w 310"/>
                <a:gd name="T13" fmla="*/ 0 h 286"/>
                <a:gd name="T14" fmla="*/ 310 w 310"/>
                <a:gd name="T15" fmla="*/ 150 h 286"/>
                <a:gd name="T16" fmla="*/ 140 w 310"/>
                <a:gd name="T17" fmla="*/ 286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0" h="286">
                  <a:moveTo>
                    <a:pt x="140" y="286"/>
                  </a:moveTo>
                  <a:lnTo>
                    <a:pt x="0" y="172"/>
                  </a:lnTo>
                  <a:lnTo>
                    <a:pt x="2" y="12"/>
                  </a:lnTo>
                  <a:lnTo>
                    <a:pt x="57" y="7"/>
                  </a:lnTo>
                  <a:lnTo>
                    <a:pt x="88" y="41"/>
                  </a:lnTo>
                  <a:lnTo>
                    <a:pt x="97" y="7"/>
                  </a:lnTo>
                  <a:lnTo>
                    <a:pt x="135" y="0"/>
                  </a:lnTo>
                  <a:lnTo>
                    <a:pt x="310" y="150"/>
                  </a:lnTo>
                  <a:lnTo>
                    <a:pt x="140" y="286"/>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0" name="Freeform 62"/>
            <p:cNvSpPr>
              <a:spLocks noEditPoints="1"/>
            </p:cNvSpPr>
            <p:nvPr/>
          </p:nvSpPr>
          <p:spPr bwMode="auto">
            <a:xfrm>
              <a:off x="6756674" y="3284594"/>
              <a:ext cx="91240" cy="225635"/>
            </a:xfrm>
            <a:custGeom>
              <a:avLst/>
              <a:gdLst>
                <a:gd name="T0" fmla="*/ 17 w 31"/>
                <a:gd name="T1" fmla="*/ 0 h 77"/>
                <a:gd name="T2" fmla="*/ 29 w 31"/>
                <a:gd name="T3" fmla="*/ 5 h 77"/>
                <a:gd name="T4" fmla="*/ 31 w 31"/>
                <a:gd name="T5" fmla="*/ 18 h 77"/>
                <a:gd name="T6" fmla="*/ 31 w 31"/>
                <a:gd name="T7" fmla="*/ 62 h 77"/>
                <a:gd name="T8" fmla="*/ 27 w 31"/>
                <a:gd name="T9" fmla="*/ 73 h 77"/>
                <a:gd name="T10" fmla="*/ 16 w 31"/>
                <a:gd name="T11" fmla="*/ 77 h 77"/>
                <a:gd name="T12" fmla="*/ 3 w 31"/>
                <a:gd name="T13" fmla="*/ 72 h 77"/>
                <a:gd name="T14" fmla="*/ 0 w 31"/>
                <a:gd name="T15" fmla="*/ 56 h 77"/>
                <a:gd name="T16" fmla="*/ 0 w 31"/>
                <a:gd name="T17" fmla="*/ 21 h 77"/>
                <a:gd name="T18" fmla="*/ 3 w 31"/>
                <a:gd name="T19" fmla="*/ 5 h 77"/>
                <a:gd name="T20" fmla="*/ 17 w 31"/>
                <a:gd name="T21" fmla="*/ 0 h 77"/>
                <a:gd name="T22" fmla="*/ 16 w 31"/>
                <a:gd name="T23" fmla="*/ 70 h 77"/>
                <a:gd name="T24" fmla="*/ 23 w 31"/>
                <a:gd name="T25" fmla="*/ 59 h 77"/>
                <a:gd name="T26" fmla="*/ 23 w 31"/>
                <a:gd name="T27" fmla="*/ 17 h 77"/>
                <a:gd name="T28" fmla="*/ 16 w 31"/>
                <a:gd name="T29" fmla="*/ 7 h 77"/>
                <a:gd name="T30" fmla="*/ 9 w 31"/>
                <a:gd name="T31" fmla="*/ 17 h 77"/>
                <a:gd name="T32" fmla="*/ 9 w 31"/>
                <a:gd name="T33" fmla="*/ 20 h 77"/>
                <a:gd name="T34" fmla="*/ 9 w 31"/>
                <a:gd name="T35" fmla="*/ 23 h 77"/>
                <a:gd name="T36" fmla="*/ 9 w 31"/>
                <a:gd name="T37" fmla="*/ 35 h 77"/>
                <a:gd name="T38" fmla="*/ 9 w 31"/>
                <a:gd name="T39" fmla="*/ 48 h 77"/>
                <a:gd name="T40" fmla="*/ 9 w 31"/>
                <a:gd name="T41" fmla="*/ 59 h 77"/>
                <a:gd name="T42" fmla="*/ 16 w 31"/>
                <a:gd name="T43" fmla="*/ 7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77">
                  <a:moveTo>
                    <a:pt x="17" y="0"/>
                  </a:moveTo>
                  <a:cubicBezTo>
                    <a:pt x="22" y="0"/>
                    <a:pt x="26" y="2"/>
                    <a:pt x="29" y="5"/>
                  </a:cubicBezTo>
                  <a:cubicBezTo>
                    <a:pt x="30" y="8"/>
                    <a:pt x="31" y="12"/>
                    <a:pt x="31" y="18"/>
                  </a:cubicBezTo>
                  <a:cubicBezTo>
                    <a:pt x="31" y="62"/>
                    <a:pt x="31" y="62"/>
                    <a:pt x="31" y="62"/>
                  </a:cubicBezTo>
                  <a:cubicBezTo>
                    <a:pt x="31" y="67"/>
                    <a:pt x="30" y="71"/>
                    <a:pt x="27" y="73"/>
                  </a:cubicBezTo>
                  <a:cubicBezTo>
                    <a:pt x="25" y="76"/>
                    <a:pt x="21" y="77"/>
                    <a:pt x="16" y="77"/>
                  </a:cubicBezTo>
                  <a:cubicBezTo>
                    <a:pt x="10" y="77"/>
                    <a:pt x="5" y="75"/>
                    <a:pt x="3" y="72"/>
                  </a:cubicBezTo>
                  <a:cubicBezTo>
                    <a:pt x="1" y="69"/>
                    <a:pt x="0" y="64"/>
                    <a:pt x="0" y="56"/>
                  </a:cubicBezTo>
                  <a:cubicBezTo>
                    <a:pt x="0" y="21"/>
                    <a:pt x="0" y="21"/>
                    <a:pt x="0" y="21"/>
                  </a:cubicBezTo>
                  <a:cubicBezTo>
                    <a:pt x="0" y="14"/>
                    <a:pt x="1" y="8"/>
                    <a:pt x="3" y="5"/>
                  </a:cubicBezTo>
                  <a:cubicBezTo>
                    <a:pt x="5" y="2"/>
                    <a:pt x="10" y="0"/>
                    <a:pt x="17" y="0"/>
                  </a:cubicBezTo>
                  <a:close/>
                  <a:moveTo>
                    <a:pt x="16" y="70"/>
                  </a:moveTo>
                  <a:cubicBezTo>
                    <a:pt x="20" y="70"/>
                    <a:pt x="23" y="66"/>
                    <a:pt x="23" y="59"/>
                  </a:cubicBezTo>
                  <a:cubicBezTo>
                    <a:pt x="23" y="17"/>
                    <a:pt x="23" y="17"/>
                    <a:pt x="23" y="17"/>
                  </a:cubicBezTo>
                  <a:cubicBezTo>
                    <a:pt x="23" y="10"/>
                    <a:pt x="20" y="7"/>
                    <a:pt x="16" y="7"/>
                  </a:cubicBezTo>
                  <a:cubicBezTo>
                    <a:pt x="12" y="7"/>
                    <a:pt x="9" y="10"/>
                    <a:pt x="9" y="17"/>
                  </a:cubicBezTo>
                  <a:cubicBezTo>
                    <a:pt x="9" y="20"/>
                    <a:pt x="9" y="20"/>
                    <a:pt x="9" y="20"/>
                  </a:cubicBezTo>
                  <a:cubicBezTo>
                    <a:pt x="9" y="23"/>
                    <a:pt x="9" y="23"/>
                    <a:pt x="9" y="23"/>
                  </a:cubicBezTo>
                  <a:cubicBezTo>
                    <a:pt x="9" y="35"/>
                    <a:pt x="9" y="35"/>
                    <a:pt x="9" y="35"/>
                  </a:cubicBezTo>
                  <a:cubicBezTo>
                    <a:pt x="9" y="48"/>
                    <a:pt x="9" y="48"/>
                    <a:pt x="9" y="48"/>
                  </a:cubicBezTo>
                  <a:cubicBezTo>
                    <a:pt x="9" y="59"/>
                    <a:pt x="9" y="59"/>
                    <a:pt x="9" y="59"/>
                  </a:cubicBezTo>
                  <a:cubicBezTo>
                    <a:pt x="9" y="66"/>
                    <a:pt x="12" y="70"/>
                    <a:pt x="16" y="70"/>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61" name="Freeform 63"/>
            <p:cNvSpPr>
              <a:spLocks/>
            </p:cNvSpPr>
            <p:nvPr/>
          </p:nvSpPr>
          <p:spPr bwMode="auto">
            <a:xfrm>
              <a:off x="6865176" y="3284594"/>
              <a:ext cx="87542" cy="225635"/>
            </a:xfrm>
            <a:custGeom>
              <a:avLst/>
              <a:gdLst>
                <a:gd name="T0" fmla="*/ 9 w 30"/>
                <a:gd name="T1" fmla="*/ 54 h 77"/>
                <a:gd name="T2" fmla="*/ 9 w 30"/>
                <a:gd name="T3" fmla="*/ 62 h 77"/>
                <a:gd name="T4" fmla="*/ 10 w 30"/>
                <a:gd name="T5" fmla="*/ 68 h 77"/>
                <a:gd name="T6" fmla="*/ 16 w 30"/>
                <a:gd name="T7" fmla="*/ 70 h 77"/>
                <a:gd name="T8" fmla="*/ 21 w 30"/>
                <a:gd name="T9" fmla="*/ 65 h 77"/>
                <a:gd name="T10" fmla="*/ 21 w 30"/>
                <a:gd name="T11" fmla="*/ 58 h 77"/>
                <a:gd name="T12" fmla="*/ 21 w 30"/>
                <a:gd name="T13" fmla="*/ 52 h 77"/>
                <a:gd name="T14" fmla="*/ 20 w 30"/>
                <a:gd name="T15" fmla="*/ 43 h 77"/>
                <a:gd name="T16" fmla="*/ 12 w 30"/>
                <a:gd name="T17" fmla="*/ 39 h 77"/>
                <a:gd name="T18" fmla="*/ 10 w 30"/>
                <a:gd name="T19" fmla="*/ 39 h 77"/>
                <a:gd name="T20" fmla="*/ 7 w 30"/>
                <a:gd name="T21" fmla="*/ 40 h 77"/>
                <a:gd name="T22" fmla="*/ 7 w 30"/>
                <a:gd name="T23" fmla="*/ 31 h 77"/>
                <a:gd name="T24" fmla="*/ 9 w 30"/>
                <a:gd name="T25" fmla="*/ 31 h 77"/>
                <a:gd name="T26" fmla="*/ 19 w 30"/>
                <a:gd name="T27" fmla="*/ 22 h 77"/>
                <a:gd name="T28" fmla="*/ 19 w 30"/>
                <a:gd name="T29" fmla="*/ 14 h 77"/>
                <a:gd name="T30" fmla="*/ 14 w 30"/>
                <a:gd name="T31" fmla="*/ 7 h 77"/>
                <a:gd name="T32" fmla="*/ 9 w 30"/>
                <a:gd name="T33" fmla="*/ 15 h 77"/>
                <a:gd name="T34" fmla="*/ 9 w 30"/>
                <a:gd name="T35" fmla="*/ 17 h 77"/>
                <a:gd name="T36" fmla="*/ 9 w 30"/>
                <a:gd name="T37" fmla="*/ 19 h 77"/>
                <a:gd name="T38" fmla="*/ 0 w 30"/>
                <a:gd name="T39" fmla="*/ 19 h 77"/>
                <a:gd name="T40" fmla="*/ 0 w 30"/>
                <a:gd name="T41" fmla="*/ 12 h 77"/>
                <a:gd name="T42" fmla="*/ 15 w 30"/>
                <a:gd name="T43" fmla="*/ 0 h 77"/>
                <a:gd name="T44" fmla="*/ 29 w 30"/>
                <a:gd name="T45" fmla="*/ 13 h 77"/>
                <a:gd name="T46" fmla="*/ 29 w 30"/>
                <a:gd name="T47" fmla="*/ 17 h 77"/>
                <a:gd name="T48" fmla="*/ 29 w 30"/>
                <a:gd name="T49" fmla="*/ 20 h 77"/>
                <a:gd name="T50" fmla="*/ 22 w 30"/>
                <a:gd name="T51" fmla="*/ 34 h 77"/>
                <a:gd name="T52" fmla="*/ 28 w 30"/>
                <a:gd name="T53" fmla="*/ 39 h 77"/>
                <a:gd name="T54" fmla="*/ 30 w 30"/>
                <a:gd name="T55" fmla="*/ 48 h 77"/>
                <a:gd name="T56" fmla="*/ 30 w 30"/>
                <a:gd name="T57" fmla="*/ 64 h 77"/>
                <a:gd name="T58" fmla="*/ 14 w 30"/>
                <a:gd name="T59" fmla="*/ 77 h 77"/>
                <a:gd name="T60" fmla="*/ 0 w 30"/>
                <a:gd name="T61" fmla="*/ 64 h 77"/>
                <a:gd name="T62" fmla="*/ 0 w 30"/>
                <a:gd name="T63" fmla="*/ 54 h 77"/>
                <a:gd name="T64" fmla="*/ 9 w 30"/>
                <a:gd name="T65" fmla="*/ 5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 h="77">
                  <a:moveTo>
                    <a:pt x="9" y="54"/>
                  </a:moveTo>
                  <a:cubicBezTo>
                    <a:pt x="9" y="62"/>
                    <a:pt x="9" y="62"/>
                    <a:pt x="9" y="62"/>
                  </a:cubicBezTo>
                  <a:cubicBezTo>
                    <a:pt x="9" y="65"/>
                    <a:pt x="9" y="67"/>
                    <a:pt x="10" y="68"/>
                  </a:cubicBezTo>
                  <a:cubicBezTo>
                    <a:pt x="11" y="69"/>
                    <a:pt x="13" y="70"/>
                    <a:pt x="16" y="70"/>
                  </a:cubicBezTo>
                  <a:cubicBezTo>
                    <a:pt x="18" y="70"/>
                    <a:pt x="20" y="68"/>
                    <a:pt x="21" y="65"/>
                  </a:cubicBezTo>
                  <a:cubicBezTo>
                    <a:pt x="21" y="64"/>
                    <a:pt x="21" y="62"/>
                    <a:pt x="21" y="58"/>
                  </a:cubicBezTo>
                  <a:cubicBezTo>
                    <a:pt x="21" y="52"/>
                    <a:pt x="21" y="52"/>
                    <a:pt x="21" y="52"/>
                  </a:cubicBezTo>
                  <a:cubicBezTo>
                    <a:pt x="21" y="48"/>
                    <a:pt x="21" y="45"/>
                    <a:pt x="20" y="43"/>
                  </a:cubicBezTo>
                  <a:cubicBezTo>
                    <a:pt x="18" y="41"/>
                    <a:pt x="16" y="39"/>
                    <a:pt x="12" y="39"/>
                  </a:cubicBezTo>
                  <a:cubicBezTo>
                    <a:pt x="11" y="39"/>
                    <a:pt x="11" y="39"/>
                    <a:pt x="10" y="39"/>
                  </a:cubicBezTo>
                  <a:cubicBezTo>
                    <a:pt x="9" y="39"/>
                    <a:pt x="8" y="40"/>
                    <a:pt x="7" y="40"/>
                  </a:cubicBezTo>
                  <a:cubicBezTo>
                    <a:pt x="7" y="31"/>
                    <a:pt x="7" y="31"/>
                    <a:pt x="7" y="31"/>
                  </a:cubicBezTo>
                  <a:cubicBezTo>
                    <a:pt x="9" y="31"/>
                    <a:pt x="9" y="31"/>
                    <a:pt x="9" y="31"/>
                  </a:cubicBezTo>
                  <a:cubicBezTo>
                    <a:pt x="16" y="31"/>
                    <a:pt x="19" y="28"/>
                    <a:pt x="19" y="22"/>
                  </a:cubicBezTo>
                  <a:cubicBezTo>
                    <a:pt x="19" y="14"/>
                    <a:pt x="19" y="14"/>
                    <a:pt x="19" y="14"/>
                  </a:cubicBezTo>
                  <a:cubicBezTo>
                    <a:pt x="19" y="9"/>
                    <a:pt x="18" y="7"/>
                    <a:pt x="14" y="7"/>
                  </a:cubicBezTo>
                  <a:cubicBezTo>
                    <a:pt x="11" y="7"/>
                    <a:pt x="9" y="10"/>
                    <a:pt x="9" y="15"/>
                  </a:cubicBezTo>
                  <a:cubicBezTo>
                    <a:pt x="9" y="17"/>
                    <a:pt x="9" y="17"/>
                    <a:pt x="9" y="17"/>
                  </a:cubicBezTo>
                  <a:cubicBezTo>
                    <a:pt x="9" y="19"/>
                    <a:pt x="9" y="19"/>
                    <a:pt x="9" y="19"/>
                  </a:cubicBezTo>
                  <a:cubicBezTo>
                    <a:pt x="0" y="19"/>
                    <a:pt x="0" y="19"/>
                    <a:pt x="0" y="19"/>
                  </a:cubicBezTo>
                  <a:cubicBezTo>
                    <a:pt x="0" y="12"/>
                    <a:pt x="0" y="12"/>
                    <a:pt x="0" y="12"/>
                  </a:cubicBezTo>
                  <a:cubicBezTo>
                    <a:pt x="0" y="4"/>
                    <a:pt x="5" y="0"/>
                    <a:pt x="15" y="0"/>
                  </a:cubicBezTo>
                  <a:cubicBezTo>
                    <a:pt x="24" y="0"/>
                    <a:pt x="29" y="4"/>
                    <a:pt x="29" y="13"/>
                  </a:cubicBezTo>
                  <a:cubicBezTo>
                    <a:pt x="29" y="17"/>
                    <a:pt x="29" y="17"/>
                    <a:pt x="29" y="17"/>
                  </a:cubicBezTo>
                  <a:cubicBezTo>
                    <a:pt x="29" y="20"/>
                    <a:pt x="29" y="20"/>
                    <a:pt x="29" y="20"/>
                  </a:cubicBezTo>
                  <a:cubicBezTo>
                    <a:pt x="29" y="27"/>
                    <a:pt x="26" y="31"/>
                    <a:pt x="22" y="34"/>
                  </a:cubicBezTo>
                  <a:cubicBezTo>
                    <a:pt x="25" y="35"/>
                    <a:pt x="27" y="36"/>
                    <a:pt x="28" y="39"/>
                  </a:cubicBezTo>
                  <a:cubicBezTo>
                    <a:pt x="29" y="41"/>
                    <a:pt x="30" y="44"/>
                    <a:pt x="30" y="48"/>
                  </a:cubicBezTo>
                  <a:cubicBezTo>
                    <a:pt x="30" y="64"/>
                    <a:pt x="30" y="64"/>
                    <a:pt x="30" y="64"/>
                  </a:cubicBezTo>
                  <a:cubicBezTo>
                    <a:pt x="30" y="73"/>
                    <a:pt x="25" y="77"/>
                    <a:pt x="14" y="77"/>
                  </a:cubicBezTo>
                  <a:cubicBezTo>
                    <a:pt x="5" y="77"/>
                    <a:pt x="0" y="73"/>
                    <a:pt x="0" y="64"/>
                  </a:cubicBezTo>
                  <a:cubicBezTo>
                    <a:pt x="0" y="54"/>
                    <a:pt x="0" y="54"/>
                    <a:pt x="0" y="54"/>
                  </a:cubicBezTo>
                  <a:lnTo>
                    <a:pt x="9" y="54"/>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62" name="椭圆 161"/>
            <p:cNvSpPr/>
            <p:nvPr/>
          </p:nvSpPr>
          <p:spPr>
            <a:xfrm>
              <a:off x="6542976" y="3084060"/>
              <a:ext cx="644400" cy="644400"/>
            </a:xfrm>
            <a:prstGeom prst="ellipse">
              <a:avLst/>
            </a:prstGeom>
            <a:gradFill>
              <a:gsLst>
                <a:gs pos="22000">
                  <a:schemeClr val="bg1">
                    <a:alpha val="40000"/>
                  </a:schemeClr>
                </a:gs>
                <a:gs pos="50000">
                  <a:srgbClr val="FFFFFF">
                    <a:alpha val="10000"/>
                  </a:srgbClr>
                </a:gs>
                <a:gs pos="50000">
                  <a:schemeClr val="bg1">
                    <a:alpha val="20000"/>
                  </a:schemeClr>
                </a:gs>
                <a:gs pos="15000">
                  <a:schemeClr val="bg1">
                    <a:alpha val="87000"/>
                  </a:schemeClr>
                </a:gs>
              </a:gsLst>
              <a:lin ang="2700000" scaled="0"/>
            </a:gradFill>
            <a:ln>
              <a:gradFill>
                <a:gsLst>
                  <a:gs pos="75000">
                    <a:srgbClr val="F0F0F0"/>
                  </a:gs>
                  <a:gs pos="50000">
                    <a:srgbClr val="C8C8C8"/>
                  </a:gs>
                  <a:gs pos="25000">
                    <a:srgbClr val="F0F0F0"/>
                  </a:gs>
                  <a:gs pos="0">
                    <a:schemeClr val="bg1"/>
                  </a:gs>
                  <a:gs pos="100000">
                    <a:schemeClr val="bg1"/>
                  </a:gs>
                </a:gsLst>
                <a:lin ang="2700000" scaled="0"/>
              </a:gradFill>
            </a:ln>
            <a:effectLst>
              <a:outerShdw blurRad="228600" dist="88900" dir="2700000" algn="tl"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grpSp>
        <p:nvGrpSpPr>
          <p:cNvPr id="163" name="组合 2"/>
          <p:cNvGrpSpPr/>
          <p:nvPr/>
        </p:nvGrpSpPr>
        <p:grpSpPr>
          <a:xfrm>
            <a:off x="5061554" y="4039289"/>
            <a:ext cx="644400" cy="644400"/>
            <a:chOff x="5061554" y="4039289"/>
            <a:chExt cx="644400" cy="644400"/>
          </a:xfrm>
        </p:grpSpPr>
        <p:pic>
          <p:nvPicPr>
            <p:cNvPr id="164" name="图片 163"/>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5107043" y="4084779"/>
              <a:ext cx="553422" cy="553423"/>
            </a:xfrm>
            <a:prstGeom prst="rect">
              <a:avLst/>
            </a:prstGeom>
            <a:effectLst>
              <a:outerShdw blurRad="279400" dist="152400" dir="2700000" sx="102000" sy="102000" algn="tl" rotWithShape="0">
                <a:prstClr val="black">
                  <a:alpha val="28000"/>
                </a:prstClr>
              </a:outerShdw>
            </a:effectLst>
          </p:spPr>
        </p:pic>
        <p:sp>
          <p:nvSpPr>
            <p:cNvPr id="165" name="椭圆 164"/>
            <p:cNvSpPr/>
            <p:nvPr/>
          </p:nvSpPr>
          <p:spPr>
            <a:xfrm>
              <a:off x="5164036" y="4141772"/>
              <a:ext cx="439436" cy="439436"/>
            </a:xfrm>
            <a:prstGeom prst="ellipse">
              <a:avLst/>
            </a:prstGeom>
            <a:gradFill>
              <a:gsLst>
                <a:gs pos="12000">
                  <a:srgbClr val="009FD0"/>
                </a:gs>
                <a:gs pos="100000">
                  <a:srgbClr val="009B74"/>
                </a:gs>
              </a:gsLst>
              <a:lin ang="2700000" scaled="0"/>
            </a:gradFill>
            <a:ln w="28575" cap="flat">
              <a:no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zh-CN" altLang="en-US">
                <a:solidFill>
                  <a:schemeClr val="tx1"/>
                </a:solidFill>
              </a:endParaRPr>
            </a:p>
          </p:txBody>
        </p:sp>
        <p:sp>
          <p:nvSpPr>
            <p:cNvPr id="166" name="Freeform 64"/>
            <p:cNvSpPr>
              <a:spLocks/>
            </p:cNvSpPr>
            <p:nvPr/>
          </p:nvSpPr>
          <p:spPr bwMode="auto">
            <a:xfrm>
              <a:off x="5283102" y="4239881"/>
              <a:ext cx="388388" cy="355099"/>
            </a:xfrm>
            <a:custGeom>
              <a:avLst/>
              <a:gdLst>
                <a:gd name="T0" fmla="*/ 140 w 315"/>
                <a:gd name="T1" fmla="*/ 288 h 288"/>
                <a:gd name="T2" fmla="*/ 0 w 315"/>
                <a:gd name="T3" fmla="*/ 176 h 288"/>
                <a:gd name="T4" fmla="*/ 2 w 315"/>
                <a:gd name="T5" fmla="*/ 14 h 288"/>
                <a:gd name="T6" fmla="*/ 57 w 315"/>
                <a:gd name="T7" fmla="*/ 9 h 288"/>
                <a:gd name="T8" fmla="*/ 97 w 315"/>
                <a:gd name="T9" fmla="*/ 57 h 288"/>
                <a:gd name="T10" fmla="*/ 113 w 315"/>
                <a:gd name="T11" fmla="*/ 9 h 288"/>
                <a:gd name="T12" fmla="*/ 140 w 315"/>
                <a:gd name="T13" fmla="*/ 0 h 288"/>
                <a:gd name="T14" fmla="*/ 315 w 315"/>
                <a:gd name="T15" fmla="*/ 150 h 288"/>
                <a:gd name="T16" fmla="*/ 140 w 315"/>
                <a:gd name="T17" fmla="*/ 288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5" h="288">
                  <a:moveTo>
                    <a:pt x="140" y="288"/>
                  </a:moveTo>
                  <a:lnTo>
                    <a:pt x="0" y="176"/>
                  </a:lnTo>
                  <a:lnTo>
                    <a:pt x="2" y="14"/>
                  </a:lnTo>
                  <a:lnTo>
                    <a:pt x="57" y="9"/>
                  </a:lnTo>
                  <a:lnTo>
                    <a:pt x="97" y="57"/>
                  </a:lnTo>
                  <a:lnTo>
                    <a:pt x="113" y="9"/>
                  </a:lnTo>
                  <a:lnTo>
                    <a:pt x="140" y="0"/>
                  </a:lnTo>
                  <a:lnTo>
                    <a:pt x="315" y="150"/>
                  </a:lnTo>
                  <a:lnTo>
                    <a:pt x="140" y="288"/>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7" name="Freeform 65"/>
            <p:cNvSpPr>
              <a:spLocks noEditPoints="1"/>
            </p:cNvSpPr>
            <p:nvPr/>
          </p:nvSpPr>
          <p:spPr bwMode="auto">
            <a:xfrm>
              <a:off x="5268306" y="4236181"/>
              <a:ext cx="90008" cy="229335"/>
            </a:xfrm>
            <a:custGeom>
              <a:avLst/>
              <a:gdLst>
                <a:gd name="T0" fmla="*/ 17 w 31"/>
                <a:gd name="T1" fmla="*/ 0 h 78"/>
                <a:gd name="T2" fmla="*/ 29 w 31"/>
                <a:gd name="T3" fmla="*/ 5 h 78"/>
                <a:gd name="T4" fmla="*/ 31 w 31"/>
                <a:gd name="T5" fmla="*/ 18 h 78"/>
                <a:gd name="T6" fmla="*/ 31 w 31"/>
                <a:gd name="T7" fmla="*/ 63 h 78"/>
                <a:gd name="T8" fmla="*/ 27 w 31"/>
                <a:gd name="T9" fmla="*/ 74 h 78"/>
                <a:gd name="T10" fmla="*/ 16 w 31"/>
                <a:gd name="T11" fmla="*/ 78 h 78"/>
                <a:gd name="T12" fmla="*/ 3 w 31"/>
                <a:gd name="T13" fmla="*/ 72 h 78"/>
                <a:gd name="T14" fmla="*/ 0 w 31"/>
                <a:gd name="T15" fmla="*/ 57 h 78"/>
                <a:gd name="T16" fmla="*/ 0 w 31"/>
                <a:gd name="T17" fmla="*/ 21 h 78"/>
                <a:gd name="T18" fmla="*/ 3 w 31"/>
                <a:gd name="T19" fmla="*/ 6 h 78"/>
                <a:gd name="T20" fmla="*/ 17 w 31"/>
                <a:gd name="T21" fmla="*/ 0 h 78"/>
                <a:gd name="T22" fmla="*/ 16 w 31"/>
                <a:gd name="T23" fmla="*/ 70 h 78"/>
                <a:gd name="T24" fmla="*/ 23 w 31"/>
                <a:gd name="T25" fmla="*/ 60 h 78"/>
                <a:gd name="T26" fmla="*/ 23 w 31"/>
                <a:gd name="T27" fmla="*/ 17 h 78"/>
                <a:gd name="T28" fmla="*/ 16 w 31"/>
                <a:gd name="T29" fmla="*/ 7 h 78"/>
                <a:gd name="T30" fmla="*/ 9 w 31"/>
                <a:gd name="T31" fmla="*/ 17 h 78"/>
                <a:gd name="T32" fmla="*/ 9 w 31"/>
                <a:gd name="T33" fmla="*/ 20 h 78"/>
                <a:gd name="T34" fmla="*/ 9 w 31"/>
                <a:gd name="T35" fmla="*/ 23 h 78"/>
                <a:gd name="T36" fmla="*/ 9 w 31"/>
                <a:gd name="T37" fmla="*/ 36 h 78"/>
                <a:gd name="T38" fmla="*/ 9 w 31"/>
                <a:gd name="T39" fmla="*/ 48 h 78"/>
                <a:gd name="T40" fmla="*/ 9 w 31"/>
                <a:gd name="T41" fmla="*/ 59 h 78"/>
                <a:gd name="T42" fmla="*/ 16 w 31"/>
                <a:gd name="T43" fmla="*/ 7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78">
                  <a:moveTo>
                    <a:pt x="17" y="0"/>
                  </a:moveTo>
                  <a:cubicBezTo>
                    <a:pt x="22" y="0"/>
                    <a:pt x="26" y="2"/>
                    <a:pt x="29" y="5"/>
                  </a:cubicBezTo>
                  <a:cubicBezTo>
                    <a:pt x="31" y="8"/>
                    <a:pt x="31" y="12"/>
                    <a:pt x="31" y="18"/>
                  </a:cubicBezTo>
                  <a:cubicBezTo>
                    <a:pt x="31" y="63"/>
                    <a:pt x="31" y="63"/>
                    <a:pt x="31" y="63"/>
                  </a:cubicBezTo>
                  <a:cubicBezTo>
                    <a:pt x="31" y="67"/>
                    <a:pt x="30" y="71"/>
                    <a:pt x="27" y="74"/>
                  </a:cubicBezTo>
                  <a:cubicBezTo>
                    <a:pt x="25" y="76"/>
                    <a:pt x="21" y="78"/>
                    <a:pt x="16" y="78"/>
                  </a:cubicBezTo>
                  <a:cubicBezTo>
                    <a:pt x="10" y="78"/>
                    <a:pt x="5" y="76"/>
                    <a:pt x="3" y="72"/>
                  </a:cubicBezTo>
                  <a:cubicBezTo>
                    <a:pt x="1" y="69"/>
                    <a:pt x="0" y="64"/>
                    <a:pt x="0" y="57"/>
                  </a:cubicBezTo>
                  <a:cubicBezTo>
                    <a:pt x="0" y="21"/>
                    <a:pt x="0" y="21"/>
                    <a:pt x="0" y="21"/>
                  </a:cubicBezTo>
                  <a:cubicBezTo>
                    <a:pt x="0" y="14"/>
                    <a:pt x="1" y="9"/>
                    <a:pt x="3" y="6"/>
                  </a:cubicBezTo>
                  <a:cubicBezTo>
                    <a:pt x="5" y="2"/>
                    <a:pt x="10" y="0"/>
                    <a:pt x="17" y="0"/>
                  </a:cubicBezTo>
                  <a:close/>
                  <a:moveTo>
                    <a:pt x="16" y="70"/>
                  </a:moveTo>
                  <a:cubicBezTo>
                    <a:pt x="20" y="70"/>
                    <a:pt x="23" y="67"/>
                    <a:pt x="23" y="60"/>
                  </a:cubicBezTo>
                  <a:cubicBezTo>
                    <a:pt x="23" y="17"/>
                    <a:pt x="23" y="17"/>
                    <a:pt x="23" y="17"/>
                  </a:cubicBezTo>
                  <a:cubicBezTo>
                    <a:pt x="23" y="11"/>
                    <a:pt x="20" y="7"/>
                    <a:pt x="16" y="7"/>
                  </a:cubicBezTo>
                  <a:cubicBezTo>
                    <a:pt x="12" y="7"/>
                    <a:pt x="9" y="11"/>
                    <a:pt x="9" y="17"/>
                  </a:cubicBezTo>
                  <a:cubicBezTo>
                    <a:pt x="9" y="20"/>
                    <a:pt x="9" y="20"/>
                    <a:pt x="9" y="20"/>
                  </a:cubicBezTo>
                  <a:cubicBezTo>
                    <a:pt x="9" y="23"/>
                    <a:pt x="9" y="23"/>
                    <a:pt x="9" y="23"/>
                  </a:cubicBezTo>
                  <a:cubicBezTo>
                    <a:pt x="9" y="36"/>
                    <a:pt x="9" y="36"/>
                    <a:pt x="9" y="36"/>
                  </a:cubicBezTo>
                  <a:cubicBezTo>
                    <a:pt x="9" y="48"/>
                    <a:pt x="9" y="48"/>
                    <a:pt x="9" y="48"/>
                  </a:cubicBezTo>
                  <a:cubicBezTo>
                    <a:pt x="9" y="59"/>
                    <a:pt x="9" y="59"/>
                    <a:pt x="9" y="59"/>
                  </a:cubicBezTo>
                  <a:cubicBezTo>
                    <a:pt x="9" y="67"/>
                    <a:pt x="12" y="70"/>
                    <a:pt x="16" y="70"/>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68" name="Freeform 66"/>
            <p:cNvSpPr>
              <a:spLocks noEditPoints="1"/>
            </p:cNvSpPr>
            <p:nvPr/>
          </p:nvSpPr>
          <p:spPr bwMode="auto">
            <a:xfrm>
              <a:off x="5368177" y="4239881"/>
              <a:ext cx="104803" cy="223170"/>
            </a:xfrm>
            <a:custGeom>
              <a:avLst/>
              <a:gdLst>
                <a:gd name="T0" fmla="*/ 17 w 36"/>
                <a:gd name="T1" fmla="*/ 0 h 76"/>
                <a:gd name="T2" fmla="*/ 30 w 36"/>
                <a:gd name="T3" fmla="*/ 0 h 76"/>
                <a:gd name="T4" fmla="*/ 30 w 36"/>
                <a:gd name="T5" fmla="*/ 51 h 76"/>
                <a:gd name="T6" fmla="*/ 36 w 36"/>
                <a:gd name="T7" fmla="*/ 51 h 76"/>
                <a:gd name="T8" fmla="*/ 36 w 36"/>
                <a:gd name="T9" fmla="*/ 58 h 76"/>
                <a:gd name="T10" fmla="*/ 30 w 36"/>
                <a:gd name="T11" fmla="*/ 58 h 76"/>
                <a:gd name="T12" fmla="*/ 30 w 36"/>
                <a:gd name="T13" fmla="*/ 76 h 76"/>
                <a:gd name="T14" fmla="*/ 21 w 36"/>
                <a:gd name="T15" fmla="*/ 76 h 76"/>
                <a:gd name="T16" fmla="*/ 21 w 36"/>
                <a:gd name="T17" fmla="*/ 58 h 76"/>
                <a:gd name="T18" fmla="*/ 0 w 36"/>
                <a:gd name="T19" fmla="*/ 58 h 76"/>
                <a:gd name="T20" fmla="*/ 0 w 36"/>
                <a:gd name="T21" fmla="*/ 51 h 76"/>
                <a:gd name="T22" fmla="*/ 17 w 36"/>
                <a:gd name="T23" fmla="*/ 0 h 76"/>
                <a:gd name="T24" fmla="*/ 21 w 36"/>
                <a:gd name="T25" fmla="*/ 51 h 76"/>
                <a:gd name="T26" fmla="*/ 21 w 36"/>
                <a:gd name="T27" fmla="*/ 11 h 76"/>
                <a:gd name="T28" fmla="*/ 15 w 36"/>
                <a:gd name="T29" fmla="*/ 31 h 76"/>
                <a:gd name="T30" fmla="*/ 9 w 36"/>
                <a:gd name="T31" fmla="*/ 51 h 76"/>
                <a:gd name="T32" fmla="*/ 21 w 36"/>
                <a:gd name="T33" fmla="*/ 5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6" h="76">
                  <a:moveTo>
                    <a:pt x="17" y="0"/>
                  </a:moveTo>
                  <a:cubicBezTo>
                    <a:pt x="30" y="0"/>
                    <a:pt x="30" y="0"/>
                    <a:pt x="30" y="0"/>
                  </a:cubicBezTo>
                  <a:cubicBezTo>
                    <a:pt x="30" y="51"/>
                    <a:pt x="30" y="51"/>
                    <a:pt x="30" y="51"/>
                  </a:cubicBezTo>
                  <a:cubicBezTo>
                    <a:pt x="36" y="51"/>
                    <a:pt x="36" y="51"/>
                    <a:pt x="36" y="51"/>
                  </a:cubicBezTo>
                  <a:cubicBezTo>
                    <a:pt x="36" y="58"/>
                    <a:pt x="36" y="58"/>
                    <a:pt x="36" y="58"/>
                  </a:cubicBezTo>
                  <a:cubicBezTo>
                    <a:pt x="30" y="58"/>
                    <a:pt x="30" y="58"/>
                    <a:pt x="30" y="58"/>
                  </a:cubicBezTo>
                  <a:cubicBezTo>
                    <a:pt x="30" y="76"/>
                    <a:pt x="30" y="76"/>
                    <a:pt x="30" y="76"/>
                  </a:cubicBezTo>
                  <a:cubicBezTo>
                    <a:pt x="21" y="76"/>
                    <a:pt x="21" y="76"/>
                    <a:pt x="21" y="76"/>
                  </a:cubicBezTo>
                  <a:cubicBezTo>
                    <a:pt x="21" y="58"/>
                    <a:pt x="21" y="58"/>
                    <a:pt x="21" y="58"/>
                  </a:cubicBezTo>
                  <a:cubicBezTo>
                    <a:pt x="0" y="58"/>
                    <a:pt x="0" y="58"/>
                    <a:pt x="0" y="58"/>
                  </a:cubicBezTo>
                  <a:cubicBezTo>
                    <a:pt x="0" y="51"/>
                    <a:pt x="0" y="51"/>
                    <a:pt x="0" y="51"/>
                  </a:cubicBezTo>
                  <a:lnTo>
                    <a:pt x="17" y="0"/>
                  </a:lnTo>
                  <a:close/>
                  <a:moveTo>
                    <a:pt x="21" y="51"/>
                  </a:moveTo>
                  <a:cubicBezTo>
                    <a:pt x="21" y="11"/>
                    <a:pt x="21" y="11"/>
                    <a:pt x="21" y="11"/>
                  </a:cubicBezTo>
                  <a:cubicBezTo>
                    <a:pt x="20" y="15"/>
                    <a:pt x="17" y="22"/>
                    <a:pt x="15" y="31"/>
                  </a:cubicBezTo>
                  <a:cubicBezTo>
                    <a:pt x="12" y="40"/>
                    <a:pt x="10" y="47"/>
                    <a:pt x="9" y="51"/>
                  </a:cubicBezTo>
                  <a:lnTo>
                    <a:pt x="21" y="51"/>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69" name="椭圆 168"/>
            <p:cNvSpPr/>
            <p:nvPr/>
          </p:nvSpPr>
          <p:spPr>
            <a:xfrm>
              <a:off x="5061554" y="4039289"/>
              <a:ext cx="644400" cy="644400"/>
            </a:xfrm>
            <a:prstGeom prst="ellipse">
              <a:avLst/>
            </a:prstGeom>
            <a:gradFill>
              <a:gsLst>
                <a:gs pos="22000">
                  <a:schemeClr val="bg1">
                    <a:alpha val="40000"/>
                  </a:schemeClr>
                </a:gs>
                <a:gs pos="50000">
                  <a:srgbClr val="FFFFFF">
                    <a:alpha val="10000"/>
                  </a:srgbClr>
                </a:gs>
                <a:gs pos="50000">
                  <a:schemeClr val="bg1">
                    <a:alpha val="20000"/>
                  </a:schemeClr>
                </a:gs>
                <a:gs pos="15000">
                  <a:schemeClr val="bg1">
                    <a:alpha val="87000"/>
                  </a:schemeClr>
                </a:gs>
              </a:gsLst>
              <a:lin ang="2700000" scaled="0"/>
            </a:gradFill>
            <a:ln>
              <a:gradFill>
                <a:gsLst>
                  <a:gs pos="75000">
                    <a:srgbClr val="F0F0F0"/>
                  </a:gs>
                  <a:gs pos="50000">
                    <a:srgbClr val="C8C8C8"/>
                  </a:gs>
                  <a:gs pos="25000">
                    <a:srgbClr val="F0F0F0"/>
                  </a:gs>
                  <a:gs pos="0">
                    <a:schemeClr val="bg1"/>
                  </a:gs>
                  <a:gs pos="100000">
                    <a:schemeClr val="bg1"/>
                  </a:gs>
                </a:gsLst>
                <a:lin ang="2700000" scaled="0"/>
              </a:gradFill>
            </a:ln>
            <a:effectLst>
              <a:outerShdw blurRad="228600" dist="88900" dir="2700000" algn="tl"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spTree>
    <p:extLst>
      <p:ext uri="{BB962C8B-B14F-4D97-AF65-F5344CB8AC3E}">
        <p14:creationId xmlns:p14="http://schemas.microsoft.com/office/powerpoint/2010/main" val="313113096"/>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5"/>
          <p:cNvSpPr>
            <a:spLocks noEditPoints="1"/>
          </p:cNvSpPr>
          <p:nvPr/>
        </p:nvSpPr>
        <p:spPr bwMode="auto">
          <a:xfrm>
            <a:off x="3030538" y="3017212"/>
            <a:ext cx="2249488" cy="427038"/>
          </a:xfrm>
          <a:custGeom>
            <a:avLst/>
            <a:gdLst>
              <a:gd name="T0" fmla="*/ 1382 w 1417"/>
              <a:gd name="T1" fmla="*/ 6 h 269"/>
              <a:gd name="T2" fmla="*/ 1417 w 1417"/>
              <a:gd name="T3" fmla="*/ 8 h 269"/>
              <a:gd name="T4" fmla="*/ 1357 w 1417"/>
              <a:gd name="T5" fmla="*/ 11 h 269"/>
              <a:gd name="T6" fmla="*/ 1325 w 1417"/>
              <a:gd name="T7" fmla="*/ 25 h 269"/>
              <a:gd name="T8" fmla="*/ 1357 w 1417"/>
              <a:gd name="T9" fmla="*/ 11 h 269"/>
              <a:gd name="T10" fmla="*/ 1265 w 1417"/>
              <a:gd name="T11" fmla="*/ 28 h 269"/>
              <a:gd name="T12" fmla="*/ 1300 w 1417"/>
              <a:gd name="T13" fmla="*/ 30 h 269"/>
              <a:gd name="T14" fmla="*/ 1239 w 1417"/>
              <a:gd name="T15" fmla="*/ 32 h 269"/>
              <a:gd name="T16" fmla="*/ 1207 w 1417"/>
              <a:gd name="T17" fmla="*/ 47 h 269"/>
              <a:gd name="T18" fmla="*/ 1239 w 1417"/>
              <a:gd name="T19" fmla="*/ 32 h 269"/>
              <a:gd name="T20" fmla="*/ 1147 w 1417"/>
              <a:gd name="T21" fmla="*/ 49 h 269"/>
              <a:gd name="T22" fmla="*/ 1182 w 1417"/>
              <a:gd name="T23" fmla="*/ 52 h 269"/>
              <a:gd name="T24" fmla="*/ 1122 w 1417"/>
              <a:gd name="T25" fmla="*/ 54 h 269"/>
              <a:gd name="T26" fmla="*/ 1090 w 1417"/>
              <a:gd name="T27" fmla="*/ 69 h 269"/>
              <a:gd name="T28" fmla="*/ 1122 w 1417"/>
              <a:gd name="T29" fmla="*/ 54 h 269"/>
              <a:gd name="T30" fmla="*/ 1029 w 1417"/>
              <a:gd name="T31" fmla="*/ 71 h 269"/>
              <a:gd name="T32" fmla="*/ 1065 w 1417"/>
              <a:gd name="T33" fmla="*/ 73 h 269"/>
              <a:gd name="T34" fmla="*/ 1004 w 1417"/>
              <a:gd name="T35" fmla="*/ 76 h 269"/>
              <a:gd name="T36" fmla="*/ 972 w 1417"/>
              <a:gd name="T37" fmla="*/ 90 h 269"/>
              <a:gd name="T38" fmla="*/ 1004 w 1417"/>
              <a:gd name="T39" fmla="*/ 76 h 269"/>
              <a:gd name="T40" fmla="*/ 912 w 1417"/>
              <a:gd name="T41" fmla="*/ 93 h 269"/>
              <a:gd name="T42" fmla="*/ 947 w 1417"/>
              <a:gd name="T43" fmla="*/ 95 h 269"/>
              <a:gd name="T44" fmla="*/ 887 w 1417"/>
              <a:gd name="T45" fmla="*/ 97 h 269"/>
              <a:gd name="T46" fmla="*/ 855 w 1417"/>
              <a:gd name="T47" fmla="*/ 112 h 269"/>
              <a:gd name="T48" fmla="*/ 887 w 1417"/>
              <a:gd name="T49" fmla="*/ 97 h 269"/>
              <a:gd name="T50" fmla="*/ 794 w 1417"/>
              <a:gd name="T51" fmla="*/ 114 h 269"/>
              <a:gd name="T52" fmla="*/ 829 w 1417"/>
              <a:gd name="T53" fmla="*/ 117 h 269"/>
              <a:gd name="T54" fmla="*/ 769 w 1417"/>
              <a:gd name="T55" fmla="*/ 119 h 269"/>
              <a:gd name="T56" fmla="*/ 737 w 1417"/>
              <a:gd name="T57" fmla="*/ 134 h 269"/>
              <a:gd name="T58" fmla="*/ 769 w 1417"/>
              <a:gd name="T59" fmla="*/ 119 h 269"/>
              <a:gd name="T60" fmla="*/ 677 w 1417"/>
              <a:gd name="T61" fmla="*/ 136 h 269"/>
              <a:gd name="T62" fmla="*/ 712 w 1417"/>
              <a:gd name="T63" fmla="*/ 138 h 269"/>
              <a:gd name="T64" fmla="*/ 651 w 1417"/>
              <a:gd name="T65" fmla="*/ 141 h 269"/>
              <a:gd name="T66" fmla="*/ 619 w 1417"/>
              <a:gd name="T67" fmla="*/ 155 h 269"/>
              <a:gd name="T68" fmla="*/ 651 w 1417"/>
              <a:gd name="T69" fmla="*/ 141 h 269"/>
              <a:gd name="T70" fmla="*/ 559 w 1417"/>
              <a:gd name="T71" fmla="*/ 158 h 269"/>
              <a:gd name="T72" fmla="*/ 594 w 1417"/>
              <a:gd name="T73" fmla="*/ 160 h 269"/>
              <a:gd name="T74" fmla="*/ 534 w 1417"/>
              <a:gd name="T75" fmla="*/ 162 h 269"/>
              <a:gd name="T76" fmla="*/ 502 w 1417"/>
              <a:gd name="T77" fmla="*/ 177 h 269"/>
              <a:gd name="T78" fmla="*/ 534 w 1417"/>
              <a:gd name="T79" fmla="*/ 162 h 269"/>
              <a:gd name="T80" fmla="*/ 442 w 1417"/>
              <a:gd name="T81" fmla="*/ 179 h 269"/>
              <a:gd name="T82" fmla="*/ 477 w 1417"/>
              <a:gd name="T83" fmla="*/ 182 h 269"/>
              <a:gd name="T84" fmla="*/ 416 w 1417"/>
              <a:gd name="T85" fmla="*/ 184 h 269"/>
              <a:gd name="T86" fmla="*/ 384 w 1417"/>
              <a:gd name="T87" fmla="*/ 199 h 269"/>
              <a:gd name="T88" fmla="*/ 416 w 1417"/>
              <a:gd name="T89" fmla="*/ 184 h 269"/>
              <a:gd name="T90" fmla="*/ 324 w 1417"/>
              <a:gd name="T91" fmla="*/ 201 h 269"/>
              <a:gd name="T92" fmla="*/ 359 w 1417"/>
              <a:gd name="T93" fmla="*/ 203 h 269"/>
              <a:gd name="T94" fmla="*/ 299 w 1417"/>
              <a:gd name="T95" fmla="*/ 206 h 269"/>
              <a:gd name="T96" fmla="*/ 267 w 1417"/>
              <a:gd name="T97" fmla="*/ 220 h 269"/>
              <a:gd name="T98" fmla="*/ 299 w 1417"/>
              <a:gd name="T99" fmla="*/ 206 h 269"/>
              <a:gd name="T100" fmla="*/ 206 w 1417"/>
              <a:gd name="T101" fmla="*/ 223 h 269"/>
              <a:gd name="T102" fmla="*/ 242 w 1417"/>
              <a:gd name="T103" fmla="*/ 225 h 269"/>
              <a:gd name="T104" fmla="*/ 181 w 1417"/>
              <a:gd name="T105" fmla="*/ 227 h 269"/>
              <a:gd name="T106" fmla="*/ 149 w 1417"/>
              <a:gd name="T107" fmla="*/ 242 h 269"/>
              <a:gd name="T108" fmla="*/ 181 w 1417"/>
              <a:gd name="T109" fmla="*/ 227 h 269"/>
              <a:gd name="T110" fmla="*/ 89 w 1417"/>
              <a:gd name="T111" fmla="*/ 244 h 269"/>
              <a:gd name="T112" fmla="*/ 124 w 1417"/>
              <a:gd name="T113" fmla="*/ 247 h 269"/>
              <a:gd name="T114" fmla="*/ 64 w 1417"/>
              <a:gd name="T115" fmla="*/ 249 h 269"/>
              <a:gd name="T116" fmla="*/ 32 w 1417"/>
              <a:gd name="T117" fmla="*/ 264 h 269"/>
              <a:gd name="T118" fmla="*/ 64 w 1417"/>
              <a:gd name="T119" fmla="*/ 249 h 269"/>
              <a:gd name="T120" fmla="*/ 0 w 1417"/>
              <a:gd name="T121" fmla="*/ 261 h 269"/>
              <a:gd name="T122" fmla="*/ 6 w 1417"/>
              <a:gd name="T123" fmla="*/ 268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17" h="269">
                <a:moveTo>
                  <a:pt x="1416" y="0"/>
                </a:moveTo>
                <a:lnTo>
                  <a:pt x="1382" y="6"/>
                </a:lnTo>
                <a:lnTo>
                  <a:pt x="1384" y="15"/>
                </a:lnTo>
                <a:lnTo>
                  <a:pt x="1417" y="8"/>
                </a:lnTo>
                <a:lnTo>
                  <a:pt x="1416" y="0"/>
                </a:lnTo>
                <a:close/>
                <a:moveTo>
                  <a:pt x="1357" y="11"/>
                </a:moveTo>
                <a:lnTo>
                  <a:pt x="1323" y="17"/>
                </a:lnTo>
                <a:lnTo>
                  <a:pt x="1325" y="25"/>
                </a:lnTo>
                <a:lnTo>
                  <a:pt x="1358" y="19"/>
                </a:lnTo>
                <a:lnTo>
                  <a:pt x="1357" y="11"/>
                </a:lnTo>
                <a:close/>
                <a:moveTo>
                  <a:pt x="1298" y="22"/>
                </a:moveTo>
                <a:lnTo>
                  <a:pt x="1265" y="28"/>
                </a:lnTo>
                <a:lnTo>
                  <a:pt x="1266" y="36"/>
                </a:lnTo>
                <a:lnTo>
                  <a:pt x="1300" y="30"/>
                </a:lnTo>
                <a:lnTo>
                  <a:pt x="1298" y="22"/>
                </a:lnTo>
                <a:close/>
                <a:moveTo>
                  <a:pt x="1239" y="32"/>
                </a:moveTo>
                <a:lnTo>
                  <a:pt x="1206" y="39"/>
                </a:lnTo>
                <a:lnTo>
                  <a:pt x="1207" y="47"/>
                </a:lnTo>
                <a:lnTo>
                  <a:pt x="1241" y="41"/>
                </a:lnTo>
                <a:lnTo>
                  <a:pt x="1239" y="32"/>
                </a:lnTo>
                <a:close/>
                <a:moveTo>
                  <a:pt x="1181" y="43"/>
                </a:moveTo>
                <a:lnTo>
                  <a:pt x="1147" y="49"/>
                </a:lnTo>
                <a:lnTo>
                  <a:pt x="1148" y="58"/>
                </a:lnTo>
                <a:lnTo>
                  <a:pt x="1182" y="52"/>
                </a:lnTo>
                <a:lnTo>
                  <a:pt x="1181" y="43"/>
                </a:lnTo>
                <a:close/>
                <a:moveTo>
                  <a:pt x="1122" y="54"/>
                </a:moveTo>
                <a:lnTo>
                  <a:pt x="1088" y="60"/>
                </a:lnTo>
                <a:lnTo>
                  <a:pt x="1090" y="69"/>
                </a:lnTo>
                <a:lnTo>
                  <a:pt x="1123" y="63"/>
                </a:lnTo>
                <a:lnTo>
                  <a:pt x="1122" y="54"/>
                </a:lnTo>
                <a:close/>
                <a:moveTo>
                  <a:pt x="1063" y="65"/>
                </a:moveTo>
                <a:lnTo>
                  <a:pt x="1029" y="71"/>
                </a:lnTo>
                <a:lnTo>
                  <a:pt x="1031" y="80"/>
                </a:lnTo>
                <a:lnTo>
                  <a:pt x="1065" y="73"/>
                </a:lnTo>
                <a:lnTo>
                  <a:pt x="1063" y="65"/>
                </a:lnTo>
                <a:close/>
                <a:moveTo>
                  <a:pt x="1004" y="76"/>
                </a:moveTo>
                <a:lnTo>
                  <a:pt x="971" y="82"/>
                </a:lnTo>
                <a:lnTo>
                  <a:pt x="972" y="90"/>
                </a:lnTo>
                <a:lnTo>
                  <a:pt x="1006" y="84"/>
                </a:lnTo>
                <a:lnTo>
                  <a:pt x="1004" y="76"/>
                </a:lnTo>
                <a:close/>
                <a:moveTo>
                  <a:pt x="945" y="87"/>
                </a:moveTo>
                <a:lnTo>
                  <a:pt x="912" y="93"/>
                </a:lnTo>
                <a:lnTo>
                  <a:pt x="913" y="101"/>
                </a:lnTo>
                <a:lnTo>
                  <a:pt x="947" y="95"/>
                </a:lnTo>
                <a:lnTo>
                  <a:pt x="945" y="87"/>
                </a:lnTo>
                <a:close/>
                <a:moveTo>
                  <a:pt x="887" y="97"/>
                </a:moveTo>
                <a:lnTo>
                  <a:pt x="853" y="104"/>
                </a:lnTo>
                <a:lnTo>
                  <a:pt x="855" y="112"/>
                </a:lnTo>
                <a:lnTo>
                  <a:pt x="888" y="106"/>
                </a:lnTo>
                <a:lnTo>
                  <a:pt x="887" y="97"/>
                </a:lnTo>
                <a:close/>
                <a:moveTo>
                  <a:pt x="828" y="108"/>
                </a:moveTo>
                <a:lnTo>
                  <a:pt x="794" y="114"/>
                </a:lnTo>
                <a:lnTo>
                  <a:pt x="796" y="123"/>
                </a:lnTo>
                <a:lnTo>
                  <a:pt x="829" y="117"/>
                </a:lnTo>
                <a:lnTo>
                  <a:pt x="828" y="108"/>
                </a:lnTo>
                <a:close/>
                <a:moveTo>
                  <a:pt x="769" y="119"/>
                </a:moveTo>
                <a:lnTo>
                  <a:pt x="735" y="125"/>
                </a:lnTo>
                <a:lnTo>
                  <a:pt x="737" y="134"/>
                </a:lnTo>
                <a:lnTo>
                  <a:pt x="771" y="127"/>
                </a:lnTo>
                <a:lnTo>
                  <a:pt x="769" y="119"/>
                </a:lnTo>
                <a:close/>
                <a:moveTo>
                  <a:pt x="710" y="130"/>
                </a:moveTo>
                <a:lnTo>
                  <a:pt x="677" y="136"/>
                </a:lnTo>
                <a:lnTo>
                  <a:pt x="678" y="144"/>
                </a:lnTo>
                <a:lnTo>
                  <a:pt x="712" y="138"/>
                </a:lnTo>
                <a:lnTo>
                  <a:pt x="710" y="130"/>
                </a:lnTo>
                <a:close/>
                <a:moveTo>
                  <a:pt x="651" y="141"/>
                </a:moveTo>
                <a:lnTo>
                  <a:pt x="618" y="147"/>
                </a:lnTo>
                <a:lnTo>
                  <a:pt x="619" y="155"/>
                </a:lnTo>
                <a:lnTo>
                  <a:pt x="653" y="149"/>
                </a:lnTo>
                <a:lnTo>
                  <a:pt x="651" y="141"/>
                </a:lnTo>
                <a:close/>
                <a:moveTo>
                  <a:pt x="593" y="152"/>
                </a:moveTo>
                <a:lnTo>
                  <a:pt x="559" y="158"/>
                </a:lnTo>
                <a:lnTo>
                  <a:pt x="561" y="166"/>
                </a:lnTo>
                <a:lnTo>
                  <a:pt x="594" y="160"/>
                </a:lnTo>
                <a:lnTo>
                  <a:pt x="593" y="152"/>
                </a:lnTo>
                <a:close/>
                <a:moveTo>
                  <a:pt x="534" y="162"/>
                </a:moveTo>
                <a:lnTo>
                  <a:pt x="500" y="169"/>
                </a:lnTo>
                <a:lnTo>
                  <a:pt x="502" y="177"/>
                </a:lnTo>
                <a:lnTo>
                  <a:pt x="535" y="171"/>
                </a:lnTo>
                <a:lnTo>
                  <a:pt x="534" y="162"/>
                </a:lnTo>
                <a:close/>
                <a:moveTo>
                  <a:pt x="475" y="173"/>
                </a:moveTo>
                <a:lnTo>
                  <a:pt x="442" y="179"/>
                </a:lnTo>
                <a:lnTo>
                  <a:pt x="443" y="188"/>
                </a:lnTo>
                <a:lnTo>
                  <a:pt x="477" y="182"/>
                </a:lnTo>
                <a:lnTo>
                  <a:pt x="475" y="173"/>
                </a:lnTo>
                <a:close/>
                <a:moveTo>
                  <a:pt x="416" y="184"/>
                </a:moveTo>
                <a:lnTo>
                  <a:pt x="383" y="190"/>
                </a:lnTo>
                <a:lnTo>
                  <a:pt x="384" y="199"/>
                </a:lnTo>
                <a:lnTo>
                  <a:pt x="418" y="192"/>
                </a:lnTo>
                <a:lnTo>
                  <a:pt x="416" y="184"/>
                </a:lnTo>
                <a:close/>
                <a:moveTo>
                  <a:pt x="358" y="195"/>
                </a:moveTo>
                <a:lnTo>
                  <a:pt x="324" y="201"/>
                </a:lnTo>
                <a:lnTo>
                  <a:pt x="326" y="209"/>
                </a:lnTo>
                <a:lnTo>
                  <a:pt x="359" y="203"/>
                </a:lnTo>
                <a:lnTo>
                  <a:pt x="358" y="195"/>
                </a:lnTo>
                <a:close/>
                <a:moveTo>
                  <a:pt x="299" y="206"/>
                </a:moveTo>
                <a:lnTo>
                  <a:pt x="265" y="212"/>
                </a:lnTo>
                <a:lnTo>
                  <a:pt x="267" y="220"/>
                </a:lnTo>
                <a:lnTo>
                  <a:pt x="300" y="214"/>
                </a:lnTo>
                <a:lnTo>
                  <a:pt x="299" y="206"/>
                </a:lnTo>
                <a:close/>
                <a:moveTo>
                  <a:pt x="240" y="217"/>
                </a:moveTo>
                <a:lnTo>
                  <a:pt x="206" y="223"/>
                </a:lnTo>
                <a:lnTo>
                  <a:pt x="208" y="231"/>
                </a:lnTo>
                <a:lnTo>
                  <a:pt x="242" y="225"/>
                </a:lnTo>
                <a:lnTo>
                  <a:pt x="240" y="217"/>
                </a:lnTo>
                <a:close/>
                <a:moveTo>
                  <a:pt x="181" y="227"/>
                </a:moveTo>
                <a:lnTo>
                  <a:pt x="148" y="234"/>
                </a:lnTo>
                <a:lnTo>
                  <a:pt x="149" y="242"/>
                </a:lnTo>
                <a:lnTo>
                  <a:pt x="183" y="236"/>
                </a:lnTo>
                <a:lnTo>
                  <a:pt x="181" y="227"/>
                </a:lnTo>
                <a:close/>
                <a:moveTo>
                  <a:pt x="122" y="238"/>
                </a:moveTo>
                <a:lnTo>
                  <a:pt x="89" y="244"/>
                </a:lnTo>
                <a:lnTo>
                  <a:pt x="90" y="253"/>
                </a:lnTo>
                <a:lnTo>
                  <a:pt x="124" y="247"/>
                </a:lnTo>
                <a:lnTo>
                  <a:pt x="122" y="238"/>
                </a:lnTo>
                <a:close/>
                <a:moveTo>
                  <a:pt x="64" y="249"/>
                </a:moveTo>
                <a:lnTo>
                  <a:pt x="30" y="255"/>
                </a:lnTo>
                <a:lnTo>
                  <a:pt x="32" y="264"/>
                </a:lnTo>
                <a:lnTo>
                  <a:pt x="65" y="257"/>
                </a:lnTo>
                <a:lnTo>
                  <a:pt x="64" y="249"/>
                </a:lnTo>
                <a:close/>
                <a:moveTo>
                  <a:pt x="5" y="260"/>
                </a:moveTo>
                <a:lnTo>
                  <a:pt x="0" y="261"/>
                </a:lnTo>
                <a:lnTo>
                  <a:pt x="2" y="269"/>
                </a:lnTo>
                <a:lnTo>
                  <a:pt x="6" y="268"/>
                </a:lnTo>
                <a:lnTo>
                  <a:pt x="5" y="260"/>
                </a:lnTo>
                <a:close/>
              </a:path>
            </a:pathLst>
          </a:custGeom>
          <a:gradFill>
            <a:gsLst>
              <a:gs pos="0">
                <a:srgbClr val="D6009E"/>
              </a:gs>
              <a:gs pos="74000">
                <a:srgbClr val="C40091"/>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 name="Oval 42"/>
          <p:cNvSpPr>
            <a:spLocks noChangeArrowheads="1"/>
          </p:cNvSpPr>
          <p:nvPr/>
        </p:nvSpPr>
        <p:spPr bwMode="auto">
          <a:xfrm>
            <a:off x="2862263" y="3272800"/>
            <a:ext cx="339725" cy="339725"/>
          </a:xfrm>
          <a:prstGeom prst="ellipse">
            <a:avLst/>
          </a:prstGeom>
          <a:gradFill>
            <a:gsLst>
              <a:gs pos="0">
                <a:srgbClr val="D6009E"/>
              </a:gs>
              <a:gs pos="74000">
                <a:srgbClr val="C40091"/>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1" name="Oval 51"/>
          <p:cNvSpPr>
            <a:spLocks noChangeArrowheads="1"/>
          </p:cNvSpPr>
          <p:nvPr/>
        </p:nvSpPr>
        <p:spPr bwMode="auto">
          <a:xfrm>
            <a:off x="5110163" y="2855287"/>
            <a:ext cx="338138" cy="339725"/>
          </a:xfrm>
          <a:prstGeom prst="ellipse">
            <a:avLst/>
          </a:prstGeom>
          <a:gradFill>
            <a:gsLst>
              <a:gs pos="0">
                <a:srgbClr val="D6009E"/>
              </a:gs>
              <a:gs pos="74000">
                <a:srgbClr val="C40091"/>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4" name="Freeform 54"/>
          <p:cNvSpPr>
            <a:spLocks noEditPoints="1"/>
          </p:cNvSpPr>
          <p:nvPr/>
        </p:nvSpPr>
        <p:spPr bwMode="auto">
          <a:xfrm>
            <a:off x="6799263" y="3734762"/>
            <a:ext cx="927100" cy="582613"/>
          </a:xfrm>
          <a:custGeom>
            <a:avLst/>
            <a:gdLst>
              <a:gd name="T0" fmla="*/ 4 w 584"/>
              <a:gd name="T1" fmla="*/ 0 h 367"/>
              <a:gd name="T2" fmla="*/ 33 w 584"/>
              <a:gd name="T3" fmla="*/ 18 h 367"/>
              <a:gd name="T4" fmla="*/ 29 w 584"/>
              <a:gd name="T5" fmla="*/ 25 h 367"/>
              <a:gd name="T6" fmla="*/ 0 w 584"/>
              <a:gd name="T7" fmla="*/ 8 h 367"/>
              <a:gd name="T8" fmla="*/ 4 w 584"/>
              <a:gd name="T9" fmla="*/ 0 h 367"/>
              <a:gd name="T10" fmla="*/ 55 w 584"/>
              <a:gd name="T11" fmla="*/ 32 h 367"/>
              <a:gd name="T12" fmla="*/ 84 w 584"/>
              <a:gd name="T13" fmla="*/ 50 h 367"/>
              <a:gd name="T14" fmla="*/ 80 w 584"/>
              <a:gd name="T15" fmla="*/ 57 h 367"/>
              <a:gd name="T16" fmla="*/ 51 w 584"/>
              <a:gd name="T17" fmla="*/ 39 h 367"/>
              <a:gd name="T18" fmla="*/ 55 w 584"/>
              <a:gd name="T19" fmla="*/ 32 h 367"/>
              <a:gd name="T20" fmla="*/ 106 w 584"/>
              <a:gd name="T21" fmla="*/ 63 h 367"/>
              <a:gd name="T22" fmla="*/ 135 w 584"/>
              <a:gd name="T23" fmla="*/ 81 h 367"/>
              <a:gd name="T24" fmla="*/ 131 w 584"/>
              <a:gd name="T25" fmla="*/ 88 h 367"/>
              <a:gd name="T26" fmla="*/ 101 w 584"/>
              <a:gd name="T27" fmla="*/ 70 h 367"/>
              <a:gd name="T28" fmla="*/ 106 w 584"/>
              <a:gd name="T29" fmla="*/ 63 h 367"/>
              <a:gd name="T30" fmla="*/ 157 w 584"/>
              <a:gd name="T31" fmla="*/ 95 h 367"/>
              <a:gd name="T32" fmla="*/ 186 w 584"/>
              <a:gd name="T33" fmla="*/ 113 h 367"/>
              <a:gd name="T34" fmla="*/ 181 w 584"/>
              <a:gd name="T35" fmla="*/ 120 h 367"/>
              <a:gd name="T36" fmla="*/ 152 w 584"/>
              <a:gd name="T37" fmla="*/ 102 h 367"/>
              <a:gd name="T38" fmla="*/ 157 w 584"/>
              <a:gd name="T39" fmla="*/ 95 h 367"/>
              <a:gd name="T40" fmla="*/ 208 w 584"/>
              <a:gd name="T41" fmla="*/ 126 h 367"/>
              <a:gd name="T42" fmla="*/ 237 w 584"/>
              <a:gd name="T43" fmla="*/ 144 h 367"/>
              <a:gd name="T44" fmla="*/ 232 w 584"/>
              <a:gd name="T45" fmla="*/ 151 h 367"/>
              <a:gd name="T46" fmla="*/ 203 w 584"/>
              <a:gd name="T47" fmla="*/ 133 h 367"/>
              <a:gd name="T48" fmla="*/ 208 w 584"/>
              <a:gd name="T49" fmla="*/ 126 h 367"/>
              <a:gd name="T50" fmla="*/ 258 w 584"/>
              <a:gd name="T51" fmla="*/ 158 h 367"/>
              <a:gd name="T52" fmla="*/ 288 w 584"/>
              <a:gd name="T53" fmla="*/ 176 h 367"/>
              <a:gd name="T54" fmla="*/ 283 w 584"/>
              <a:gd name="T55" fmla="*/ 183 h 367"/>
              <a:gd name="T56" fmla="*/ 254 w 584"/>
              <a:gd name="T57" fmla="*/ 165 h 367"/>
              <a:gd name="T58" fmla="*/ 258 w 584"/>
              <a:gd name="T59" fmla="*/ 158 h 367"/>
              <a:gd name="T60" fmla="*/ 309 w 584"/>
              <a:gd name="T61" fmla="*/ 189 h 367"/>
              <a:gd name="T62" fmla="*/ 338 w 584"/>
              <a:gd name="T63" fmla="*/ 207 h 367"/>
              <a:gd name="T64" fmla="*/ 334 w 584"/>
              <a:gd name="T65" fmla="*/ 214 h 367"/>
              <a:gd name="T66" fmla="*/ 305 w 584"/>
              <a:gd name="T67" fmla="*/ 196 h 367"/>
              <a:gd name="T68" fmla="*/ 309 w 584"/>
              <a:gd name="T69" fmla="*/ 189 h 367"/>
              <a:gd name="T70" fmla="*/ 360 w 584"/>
              <a:gd name="T71" fmla="*/ 221 h 367"/>
              <a:gd name="T72" fmla="*/ 389 w 584"/>
              <a:gd name="T73" fmla="*/ 239 h 367"/>
              <a:gd name="T74" fmla="*/ 385 w 584"/>
              <a:gd name="T75" fmla="*/ 246 h 367"/>
              <a:gd name="T76" fmla="*/ 356 w 584"/>
              <a:gd name="T77" fmla="*/ 228 h 367"/>
              <a:gd name="T78" fmla="*/ 360 w 584"/>
              <a:gd name="T79" fmla="*/ 221 h 367"/>
              <a:gd name="T80" fmla="*/ 411 w 584"/>
              <a:gd name="T81" fmla="*/ 252 h 367"/>
              <a:gd name="T82" fmla="*/ 440 w 584"/>
              <a:gd name="T83" fmla="*/ 270 h 367"/>
              <a:gd name="T84" fmla="*/ 436 w 584"/>
              <a:gd name="T85" fmla="*/ 277 h 367"/>
              <a:gd name="T86" fmla="*/ 406 w 584"/>
              <a:gd name="T87" fmla="*/ 259 h 367"/>
              <a:gd name="T88" fmla="*/ 411 w 584"/>
              <a:gd name="T89" fmla="*/ 252 h 367"/>
              <a:gd name="T90" fmla="*/ 462 w 584"/>
              <a:gd name="T91" fmla="*/ 284 h 367"/>
              <a:gd name="T92" fmla="*/ 491 w 584"/>
              <a:gd name="T93" fmla="*/ 301 h 367"/>
              <a:gd name="T94" fmla="*/ 486 w 584"/>
              <a:gd name="T95" fmla="*/ 309 h 367"/>
              <a:gd name="T96" fmla="*/ 457 w 584"/>
              <a:gd name="T97" fmla="*/ 291 h 367"/>
              <a:gd name="T98" fmla="*/ 462 w 584"/>
              <a:gd name="T99" fmla="*/ 284 h 367"/>
              <a:gd name="T100" fmla="*/ 513 w 584"/>
              <a:gd name="T101" fmla="*/ 315 h 367"/>
              <a:gd name="T102" fmla="*/ 542 w 584"/>
              <a:gd name="T103" fmla="*/ 333 h 367"/>
              <a:gd name="T104" fmla="*/ 537 w 584"/>
              <a:gd name="T105" fmla="*/ 340 h 367"/>
              <a:gd name="T106" fmla="*/ 508 w 584"/>
              <a:gd name="T107" fmla="*/ 322 h 367"/>
              <a:gd name="T108" fmla="*/ 513 w 584"/>
              <a:gd name="T109" fmla="*/ 315 h 367"/>
              <a:gd name="T110" fmla="*/ 563 w 584"/>
              <a:gd name="T111" fmla="*/ 346 h 367"/>
              <a:gd name="T112" fmla="*/ 584 w 584"/>
              <a:gd name="T113" fmla="*/ 359 h 367"/>
              <a:gd name="T114" fmla="*/ 580 w 584"/>
              <a:gd name="T115" fmla="*/ 367 h 367"/>
              <a:gd name="T116" fmla="*/ 559 w 584"/>
              <a:gd name="T117" fmla="*/ 354 h 367"/>
              <a:gd name="T118" fmla="*/ 563 w 584"/>
              <a:gd name="T119" fmla="*/ 346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84" h="367">
                <a:moveTo>
                  <a:pt x="4" y="0"/>
                </a:moveTo>
                <a:lnTo>
                  <a:pt x="33" y="18"/>
                </a:lnTo>
                <a:lnTo>
                  <a:pt x="29" y="25"/>
                </a:lnTo>
                <a:lnTo>
                  <a:pt x="0" y="8"/>
                </a:lnTo>
                <a:lnTo>
                  <a:pt x="4" y="0"/>
                </a:lnTo>
                <a:close/>
                <a:moveTo>
                  <a:pt x="55" y="32"/>
                </a:moveTo>
                <a:lnTo>
                  <a:pt x="84" y="50"/>
                </a:lnTo>
                <a:lnTo>
                  <a:pt x="80" y="57"/>
                </a:lnTo>
                <a:lnTo>
                  <a:pt x="51" y="39"/>
                </a:lnTo>
                <a:lnTo>
                  <a:pt x="55" y="32"/>
                </a:lnTo>
                <a:close/>
                <a:moveTo>
                  <a:pt x="106" y="63"/>
                </a:moveTo>
                <a:lnTo>
                  <a:pt x="135" y="81"/>
                </a:lnTo>
                <a:lnTo>
                  <a:pt x="131" y="88"/>
                </a:lnTo>
                <a:lnTo>
                  <a:pt x="101" y="70"/>
                </a:lnTo>
                <a:lnTo>
                  <a:pt x="106" y="63"/>
                </a:lnTo>
                <a:close/>
                <a:moveTo>
                  <a:pt x="157" y="95"/>
                </a:moveTo>
                <a:lnTo>
                  <a:pt x="186" y="113"/>
                </a:lnTo>
                <a:lnTo>
                  <a:pt x="181" y="120"/>
                </a:lnTo>
                <a:lnTo>
                  <a:pt x="152" y="102"/>
                </a:lnTo>
                <a:lnTo>
                  <a:pt x="157" y="95"/>
                </a:lnTo>
                <a:close/>
                <a:moveTo>
                  <a:pt x="208" y="126"/>
                </a:moveTo>
                <a:lnTo>
                  <a:pt x="237" y="144"/>
                </a:lnTo>
                <a:lnTo>
                  <a:pt x="232" y="151"/>
                </a:lnTo>
                <a:lnTo>
                  <a:pt x="203" y="133"/>
                </a:lnTo>
                <a:lnTo>
                  <a:pt x="208" y="126"/>
                </a:lnTo>
                <a:close/>
                <a:moveTo>
                  <a:pt x="258" y="158"/>
                </a:moveTo>
                <a:lnTo>
                  <a:pt x="288" y="176"/>
                </a:lnTo>
                <a:lnTo>
                  <a:pt x="283" y="183"/>
                </a:lnTo>
                <a:lnTo>
                  <a:pt x="254" y="165"/>
                </a:lnTo>
                <a:lnTo>
                  <a:pt x="258" y="158"/>
                </a:lnTo>
                <a:close/>
                <a:moveTo>
                  <a:pt x="309" y="189"/>
                </a:moveTo>
                <a:lnTo>
                  <a:pt x="338" y="207"/>
                </a:lnTo>
                <a:lnTo>
                  <a:pt x="334" y="214"/>
                </a:lnTo>
                <a:lnTo>
                  <a:pt x="305" y="196"/>
                </a:lnTo>
                <a:lnTo>
                  <a:pt x="309" y="189"/>
                </a:lnTo>
                <a:close/>
                <a:moveTo>
                  <a:pt x="360" y="221"/>
                </a:moveTo>
                <a:lnTo>
                  <a:pt x="389" y="239"/>
                </a:lnTo>
                <a:lnTo>
                  <a:pt x="385" y="246"/>
                </a:lnTo>
                <a:lnTo>
                  <a:pt x="356" y="228"/>
                </a:lnTo>
                <a:lnTo>
                  <a:pt x="360" y="221"/>
                </a:lnTo>
                <a:close/>
                <a:moveTo>
                  <a:pt x="411" y="252"/>
                </a:moveTo>
                <a:lnTo>
                  <a:pt x="440" y="270"/>
                </a:lnTo>
                <a:lnTo>
                  <a:pt x="436" y="277"/>
                </a:lnTo>
                <a:lnTo>
                  <a:pt x="406" y="259"/>
                </a:lnTo>
                <a:lnTo>
                  <a:pt x="411" y="252"/>
                </a:lnTo>
                <a:close/>
                <a:moveTo>
                  <a:pt x="462" y="284"/>
                </a:moveTo>
                <a:lnTo>
                  <a:pt x="491" y="301"/>
                </a:lnTo>
                <a:lnTo>
                  <a:pt x="486" y="309"/>
                </a:lnTo>
                <a:lnTo>
                  <a:pt x="457" y="291"/>
                </a:lnTo>
                <a:lnTo>
                  <a:pt x="462" y="284"/>
                </a:lnTo>
                <a:close/>
                <a:moveTo>
                  <a:pt x="513" y="315"/>
                </a:moveTo>
                <a:lnTo>
                  <a:pt x="542" y="333"/>
                </a:lnTo>
                <a:lnTo>
                  <a:pt x="537" y="340"/>
                </a:lnTo>
                <a:lnTo>
                  <a:pt x="508" y="322"/>
                </a:lnTo>
                <a:lnTo>
                  <a:pt x="513" y="315"/>
                </a:lnTo>
                <a:close/>
                <a:moveTo>
                  <a:pt x="563" y="346"/>
                </a:moveTo>
                <a:lnTo>
                  <a:pt x="584" y="359"/>
                </a:lnTo>
                <a:lnTo>
                  <a:pt x="580" y="367"/>
                </a:lnTo>
                <a:lnTo>
                  <a:pt x="559" y="354"/>
                </a:lnTo>
                <a:lnTo>
                  <a:pt x="563" y="346"/>
                </a:lnTo>
                <a:close/>
              </a:path>
            </a:pathLst>
          </a:custGeom>
          <a:gradFill>
            <a:gsLst>
              <a:gs pos="0">
                <a:srgbClr val="9F73B0"/>
              </a:gs>
              <a:gs pos="100000">
                <a:srgbClr val="253C9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5" name="Freeform 55"/>
          <p:cNvSpPr>
            <a:spLocks noEditPoints="1"/>
          </p:cNvSpPr>
          <p:nvPr/>
        </p:nvSpPr>
        <p:spPr bwMode="auto">
          <a:xfrm>
            <a:off x="6970713" y="3012450"/>
            <a:ext cx="2192338" cy="436563"/>
          </a:xfrm>
          <a:custGeom>
            <a:avLst/>
            <a:gdLst>
              <a:gd name="T0" fmla="*/ 35 w 1381"/>
              <a:gd name="T1" fmla="*/ 6 h 275"/>
              <a:gd name="T2" fmla="*/ 0 w 1381"/>
              <a:gd name="T3" fmla="*/ 8 h 275"/>
              <a:gd name="T4" fmla="*/ 60 w 1381"/>
              <a:gd name="T5" fmla="*/ 11 h 275"/>
              <a:gd name="T6" fmla="*/ 92 w 1381"/>
              <a:gd name="T7" fmla="*/ 26 h 275"/>
              <a:gd name="T8" fmla="*/ 60 w 1381"/>
              <a:gd name="T9" fmla="*/ 11 h 275"/>
              <a:gd name="T10" fmla="*/ 153 w 1381"/>
              <a:gd name="T11" fmla="*/ 29 h 275"/>
              <a:gd name="T12" fmla="*/ 117 w 1381"/>
              <a:gd name="T13" fmla="*/ 31 h 275"/>
              <a:gd name="T14" fmla="*/ 178 w 1381"/>
              <a:gd name="T15" fmla="*/ 34 h 275"/>
              <a:gd name="T16" fmla="*/ 210 w 1381"/>
              <a:gd name="T17" fmla="*/ 49 h 275"/>
              <a:gd name="T18" fmla="*/ 178 w 1381"/>
              <a:gd name="T19" fmla="*/ 34 h 275"/>
              <a:gd name="T20" fmla="*/ 270 w 1381"/>
              <a:gd name="T21" fmla="*/ 52 h 275"/>
              <a:gd name="T22" fmla="*/ 235 w 1381"/>
              <a:gd name="T23" fmla="*/ 54 h 275"/>
              <a:gd name="T24" fmla="*/ 295 w 1381"/>
              <a:gd name="T25" fmla="*/ 57 h 275"/>
              <a:gd name="T26" fmla="*/ 327 w 1381"/>
              <a:gd name="T27" fmla="*/ 71 h 275"/>
              <a:gd name="T28" fmla="*/ 295 w 1381"/>
              <a:gd name="T29" fmla="*/ 57 h 275"/>
              <a:gd name="T30" fmla="*/ 387 w 1381"/>
              <a:gd name="T31" fmla="*/ 74 h 275"/>
              <a:gd name="T32" fmla="*/ 352 w 1381"/>
              <a:gd name="T33" fmla="*/ 76 h 275"/>
              <a:gd name="T34" fmla="*/ 413 w 1381"/>
              <a:gd name="T35" fmla="*/ 79 h 275"/>
              <a:gd name="T36" fmla="*/ 445 w 1381"/>
              <a:gd name="T37" fmla="*/ 94 h 275"/>
              <a:gd name="T38" fmla="*/ 413 w 1381"/>
              <a:gd name="T39" fmla="*/ 79 h 275"/>
              <a:gd name="T40" fmla="*/ 505 w 1381"/>
              <a:gd name="T41" fmla="*/ 97 h 275"/>
              <a:gd name="T42" fmla="*/ 470 w 1381"/>
              <a:gd name="T43" fmla="*/ 99 h 275"/>
              <a:gd name="T44" fmla="*/ 530 w 1381"/>
              <a:gd name="T45" fmla="*/ 102 h 275"/>
              <a:gd name="T46" fmla="*/ 562 w 1381"/>
              <a:gd name="T47" fmla="*/ 117 h 275"/>
              <a:gd name="T48" fmla="*/ 530 w 1381"/>
              <a:gd name="T49" fmla="*/ 102 h 275"/>
              <a:gd name="T50" fmla="*/ 622 w 1381"/>
              <a:gd name="T51" fmla="*/ 120 h 275"/>
              <a:gd name="T52" fmla="*/ 587 w 1381"/>
              <a:gd name="T53" fmla="*/ 122 h 275"/>
              <a:gd name="T54" fmla="*/ 647 w 1381"/>
              <a:gd name="T55" fmla="*/ 125 h 275"/>
              <a:gd name="T56" fmla="*/ 679 w 1381"/>
              <a:gd name="T57" fmla="*/ 139 h 275"/>
              <a:gd name="T58" fmla="*/ 647 w 1381"/>
              <a:gd name="T59" fmla="*/ 125 h 275"/>
              <a:gd name="T60" fmla="*/ 739 w 1381"/>
              <a:gd name="T61" fmla="*/ 142 h 275"/>
              <a:gd name="T62" fmla="*/ 704 w 1381"/>
              <a:gd name="T63" fmla="*/ 144 h 275"/>
              <a:gd name="T64" fmla="*/ 765 w 1381"/>
              <a:gd name="T65" fmla="*/ 147 h 275"/>
              <a:gd name="T66" fmla="*/ 797 w 1381"/>
              <a:gd name="T67" fmla="*/ 162 h 275"/>
              <a:gd name="T68" fmla="*/ 765 w 1381"/>
              <a:gd name="T69" fmla="*/ 147 h 275"/>
              <a:gd name="T70" fmla="*/ 857 w 1381"/>
              <a:gd name="T71" fmla="*/ 165 h 275"/>
              <a:gd name="T72" fmla="*/ 822 w 1381"/>
              <a:gd name="T73" fmla="*/ 167 h 275"/>
              <a:gd name="T74" fmla="*/ 882 w 1381"/>
              <a:gd name="T75" fmla="*/ 170 h 275"/>
              <a:gd name="T76" fmla="*/ 914 w 1381"/>
              <a:gd name="T77" fmla="*/ 185 h 275"/>
              <a:gd name="T78" fmla="*/ 882 w 1381"/>
              <a:gd name="T79" fmla="*/ 170 h 275"/>
              <a:gd name="T80" fmla="*/ 974 w 1381"/>
              <a:gd name="T81" fmla="*/ 188 h 275"/>
              <a:gd name="T82" fmla="*/ 939 w 1381"/>
              <a:gd name="T83" fmla="*/ 189 h 275"/>
              <a:gd name="T84" fmla="*/ 999 w 1381"/>
              <a:gd name="T85" fmla="*/ 192 h 275"/>
              <a:gd name="T86" fmla="*/ 1031 w 1381"/>
              <a:gd name="T87" fmla="*/ 207 h 275"/>
              <a:gd name="T88" fmla="*/ 999 w 1381"/>
              <a:gd name="T89" fmla="*/ 192 h 275"/>
              <a:gd name="T90" fmla="*/ 1092 w 1381"/>
              <a:gd name="T91" fmla="*/ 210 h 275"/>
              <a:gd name="T92" fmla="*/ 1056 w 1381"/>
              <a:gd name="T93" fmla="*/ 212 h 275"/>
              <a:gd name="T94" fmla="*/ 1117 w 1381"/>
              <a:gd name="T95" fmla="*/ 215 h 275"/>
              <a:gd name="T96" fmla="*/ 1149 w 1381"/>
              <a:gd name="T97" fmla="*/ 230 h 275"/>
              <a:gd name="T98" fmla="*/ 1117 w 1381"/>
              <a:gd name="T99" fmla="*/ 215 h 275"/>
              <a:gd name="T100" fmla="*/ 1209 w 1381"/>
              <a:gd name="T101" fmla="*/ 233 h 275"/>
              <a:gd name="T102" fmla="*/ 1174 w 1381"/>
              <a:gd name="T103" fmla="*/ 235 h 275"/>
              <a:gd name="T104" fmla="*/ 1234 w 1381"/>
              <a:gd name="T105" fmla="*/ 238 h 275"/>
              <a:gd name="T106" fmla="*/ 1266 w 1381"/>
              <a:gd name="T107" fmla="*/ 253 h 275"/>
              <a:gd name="T108" fmla="*/ 1234 w 1381"/>
              <a:gd name="T109" fmla="*/ 238 h 275"/>
              <a:gd name="T110" fmla="*/ 1326 w 1381"/>
              <a:gd name="T111" fmla="*/ 256 h 275"/>
              <a:gd name="T112" fmla="*/ 1291 w 1381"/>
              <a:gd name="T113" fmla="*/ 258 h 275"/>
              <a:gd name="T114" fmla="*/ 1352 w 1381"/>
              <a:gd name="T115" fmla="*/ 260 h 275"/>
              <a:gd name="T116" fmla="*/ 1379 w 1381"/>
              <a:gd name="T117" fmla="*/ 275 h 275"/>
              <a:gd name="T118" fmla="*/ 1352 w 1381"/>
              <a:gd name="T119" fmla="*/ 26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81" h="275">
                <a:moveTo>
                  <a:pt x="2" y="0"/>
                </a:moveTo>
                <a:lnTo>
                  <a:pt x="35" y="6"/>
                </a:lnTo>
                <a:lnTo>
                  <a:pt x="34" y="15"/>
                </a:lnTo>
                <a:lnTo>
                  <a:pt x="0" y="8"/>
                </a:lnTo>
                <a:lnTo>
                  <a:pt x="2" y="0"/>
                </a:lnTo>
                <a:close/>
                <a:moveTo>
                  <a:pt x="60" y="11"/>
                </a:moveTo>
                <a:lnTo>
                  <a:pt x="94" y="18"/>
                </a:lnTo>
                <a:lnTo>
                  <a:pt x="92" y="26"/>
                </a:lnTo>
                <a:lnTo>
                  <a:pt x="59" y="20"/>
                </a:lnTo>
                <a:lnTo>
                  <a:pt x="60" y="11"/>
                </a:lnTo>
                <a:close/>
                <a:moveTo>
                  <a:pt x="119" y="23"/>
                </a:moveTo>
                <a:lnTo>
                  <a:pt x="153" y="29"/>
                </a:lnTo>
                <a:lnTo>
                  <a:pt x="151" y="37"/>
                </a:lnTo>
                <a:lnTo>
                  <a:pt x="117" y="31"/>
                </a:lnTo>
                <a:lnTo>
                  <a:pt x="119" y="23"/>
                </a:lnTo>
                <a:close/>
                <a:moveTo>
                  <a:pt x="178" y="34"/>
                </a:moveTo>
                <a:lnTo>
                  <a:pt x="211" y="40"/>
                </a:lnTo>
                <a:lnTo>
                  <a:pt x="210" y="49"/>
                </a:lnTo>
                <a:lnTo>
                  <a:pt x="176" y="42"/>
                </a:lnTo>
                <a:lnTo>
                  <a:pt x="178" y="34"/>
                </a:lnTo>
                <a:close/>
                <a:moveTo>
                  <a:pt x="236" y="45"/>
                </a:moveTo>
                <a:lnTo>
                  <a:pt x="270" y="52"/>
                </a:lnTo>
                <a:lnTo>
                  <a:pt x="268" y="60"/>
                </a:lnTo>
                <a:lnTo>
                  <a:pt x="235" y="54"/>
                </a:lnTo>
                <a:lnTo>
                  <a:pt x="236" y="45"/>
                </a:lnTo>
                <a:close/>
                <a:moveTo>
                  <a:pt x="295" y="57"/>
                </a:moveTo>
                <a:lnTo>
                  <a:pt x="329" y="63"/>
                </a:lnTo>
                <a:lnTo>
                  <a:pt x="327" y="71"/>
                </a:lnTo>
                <a:lnTo>
                  <a:pt x="294" y="65"/>
                </a:lnTo>
                <a:lnTo>
                  <a:pt x="295" y="57"/>
                </a:lnTo>
                <a:close/>
                <a:moveTo>
                  <a:pt x="354" y="68"/>
                </a:moveTo>
                <a:lnTo>
                  <a:pt x="387" y="74"/>
                </a:lnTo>
                <a:lnTo>
                  <a:pt x="386" y="83"/>
                </a:lnTo>
                <a:lnTo>
                  <a:pt x="352" y="76"/>
                </a:lnTo>
                <a:lnTo>
                  <a:pt x="354" y="68"/>
                </a:lnTo>
                <a:close/>
                <a:moveTo>
                  <a:pt x="413" y="79"/>
                </a:moveTo>
                <a:lnTo>
                  <a:pt x="446" y="86"/>
                </a:lnTo>
                <a:lnTo>
                  <a:pt x="445" y="94"/>
                </a:lnTo>
                <a:lnTo>
                  <a:pt x="411" y="87"/>
                </a:lnTo>
                <a:lnTo>
                  <a:pt x="413" y="79"/>
                </a:lnTo>
                <a:close/>
                <a:moveTo>
                  <a:pt x="471" y="90"/>
                </a:moveTo>
                <a:lnTo>
                  <a:pt x="505" y="97"/>
                </a:lnTo>
                <a:lnTo>
                  <a:pt x="503" y="105"/>
                </a:lnTo>
                <a:lnTo>
                  <a:pt x="470" y="99"/>
                </a:lnTo>
                <a:lnTo>
                  <a:pt x="471" y="90"/>
                </a:lnTo>
                <a:close/>
                <a:moveTo>
                  <a:pt x="530" y="102"/>
                </a:moveTo>
                <a:lnTo>
                  <a:pt x="564" y="108"/>
                </a:lnTo>
                <a:lnTo>
                  <a:pt x="562" y="117"/>
                </a:lnTo>
                <a:lnTo>
                  <a:pt x="528" y="110"/>
                </a:lnTo>
                <a:lnTo>
                  <a:pt x="530" y="102"/>
                </a:lnTo>
                <a:close/>
                <a:moveTo>
                  <a:pt x="589" y="113"/>
                </a:moveTo>
                <a:lnTo>
                  <a:pt x="622" y="120"/>
                </a:lnTo>
                <a:lnTo>
                  <a:pt x="621" y="128"/>
                </a:lnTo>
                <a:lnTo>
                  <a:pt x="587" y="122"/>
                </a:lnTo>
                <a:lnTo>
                  <a:pt x="589" y="113"/>
                </a:lnTo>
                <a:close/>
                <a:moveTo>
                  <a:pt x="647" y="125"/>
                </a:moveTo>
                <a:lnTo>
                  <a:pt x="681" y="131"/>
                </a:lnTo>
                <a:lnTo>
                  <a:pt x="679" y="139"/>
                </a:lnTo>
                <a:lnTo>
                  <a:pt x="646" y="133"/>
                </a:lnTo>
                <a:lnTo>
                  <a:pt x="647" y="125"/>
                </a:lnTo>
                <a:close/>
                <a:moveTo>
                  <a:pt x="706" y="136"/>
                </a:moveTo>
                <a:lnTo>
                  <a:pt x="739" y="142"/>
                </a:lnTo>
                <a:lnTo>
                  <a:pt x="738" y="151"/>
                </a:lnTo>
                <a:lnTo>
                  <a:pt x="704" y="144"/>
                </a:lnTo>
                <a:lnTo>
                  <a:pt x="706" y="136"/>
                </a:lnTo>
                <a:close/>
                <a:moveTo>
                  <a:pt x="765" y="147"/>
                </a:moveTo>
                <a:lnTo>
                  <a:pt x="798" y="154"/>
                </a:lnTo>
                <a:lnTo>
                  <a:pt x="797" y="162"/>
                </a:lnTo>
                <a:lnTo>
                  <a:pt x="763" y="156"/>
                </a:lnTo>
                <a:lnTo>
                  <a:pt x="765" y="147"/>
                </a:lnTo>
                <a:close/>
                <a:moveTo>
                  <a:pt x="823" y="159"/>
                </a:moveTo>
                <a:lnTo>
                  <a:pt x="857" y="165"/>
                </a:lnTo>
                <a:lnTo>
                  <a:pt x="855" y="173"/>
                </a:lnTo>
                <a:lnTo>
                  <a:pt x="822" y="167"/>
                </a:lnTo>
                <a:lnTo>
                  <a:pt x="823" y="159"/>
                </a:lnTo>
                <a:close/>
                <a:moveTo>
                  <a:pt x="882" y="170"/>
                </a:moveTo>
                <a:lnTo>
                  <a:pt x="916" y="176"/>
                </a:lnTo>
                <a:lnTo>
                  <a:pt x="914" y="185"/>
                </a:lnTo>
                <a:lnTo>
                  <a:pt x="881" y="178"/>
                </a:lnTo>
                <a:lnTo>
                  <a:pt x="882" y="170"/>
                </a:lnTo>
                <a:close/>
                <a:moveTo>
                  <a:pt x="941" y="181"/>
                </a:moveTo>
                <a:lnTo>
                  <a:pt x="974" y="188"/>
                </a:lnTo>
                <a:lnTo>
                  <a:pt x="973" y="196"/>
                </a:lnTo>
                <a:lnTo>
                  <a:pt x="939" y="189"/>
                </a:lnTo>
                <a:lnTo>
                  <a:pt x="941" y="181"/>
                </a:lnTo>
                <a:close/>
                <a:moveTo>
                  <a:pt x="999" y="192"/>
                </a:moveTo>
                <a:lnTo>
                  <a:pt x="1033" y="199"/>
                </a:lnTo>
                <a:lnTo>
                  <a:pt x="1031" y="207"/>
                </a:lnTo>
                <a:lnTo>
                  <a:pt x="998" y="201"/>
                </a:lnTo>
                <a:lnTo>
                  <a:pt x="999" y="192"/>
                </a:lnTo>
                <a:close/>
                <a:moveTo>
                  <a:pt x="1058" y="204"/>
                </a:moveTo>
                <a:lnTo>
                  <a:pt x="1092" y="210"/>
                </a:lnTo>
                <a:lnTo>
                  <a:pt x="1090" y="219"/>
                </a:lnTo>
                <a:lnTo>
                  <a:pt x="1056" y="212"/>
                </a:lnTo>
                <a:lnTo>
                  <a:pt x="1058" y="204"/>
                </a:lnTo>
                <a:close/>
                <a:moveTo>
                  <a:pt x="1117" y="215"/>
                </a:moveTo>
                <a:lnTo>
                  <a:pt x="1150" y="222"/>
                </a:lnTo>
                <a:lnTo>
                  <a:pt x="1149" y="230"/>
                </a:lnTo>
                <a:lnTo>
                  <a:pt x="1115" y="224"/>
                </a:lnTo>
                <a:lnTo>
                  <a:pt x="1117" y="215"/>
                </a:lnTo>
                <a:close/>
                <a:moveTo>
                  <a:pt x="1175" y="227"/>
                </a:moveTo>
                <a:lnTo>
                  <a:pt x="1209" y="233"/>
                </a:lnTo>
                <a:lnTo>
                  <a:pt x="1207" y="241"/>
                </a:lnTo>
                <a:lnTo>
                  <a:pt x="1174" y="235"/>
                </a:lnTo>
                <a:lnTo>
                  <a:pt x="1175" y="227"/>
                </a:lnTo>
                <a:close/>
                <a:moveTo>
                  <a:pt x="1234" y="238"/>
                </a:moveTo>
                <a:lnTo>
                  <a:pt x="1268" y="244"/>
                </a:lnTo>
                <a:lnTo>
                  <a:pt x="1266" y="253"/>
                </a:lnTo>
                <a:lnTo>
                  <a:pt x="1233" y="246"/>
                </a:lnTo>
                <a:lnTo>
                  <a:pt x="1234" y="238"/>
                </a:lnTo>
                <a:close/>
                <a:moveTo>
                  <a:pt x="1293" y="249"/>
                </a:moveTo>
                <a:lnTo>
                  <a:pt x="1326" y="256"/>
                </a:lnTo>
                <a:lnTo>
                  <a:pt x="1325" y="264"/>
                </a:lnTo>
                <a:lnTo>
                  <a:pt x="1291" y="258"/>
                </a:lnTo>
                <a:lnTo>
                  <a:pt x="1293" y="249"/>
                </a:lnTo>
                <a:close/>
                <a:moveTo>
                  <a:pt x="1352" y="260"/>
                </a:moveTo>
                <a:lnTo>
                  <a:pt x="1381" y="266"/>
                </a:lnTo>
                <a:lnTo>
                  <a:pt x="1379" y="275"/>
                </a:lnTo>
                <a:lnTo>
                  <a:pt x="1350" y="269"/>
                </a:lnTo>
                <a:lnTo>
                  <a:pt x="1352" y="260"/>
                </a:lnTo>
                <a:close/>
              </a:path>
            </a:pathLst>
          </a:custGeom>
          <a:gradFill>
            <a:gsLst>
              <a:gs pos="0">
                <a:srgbClr val="86C1A8"/>
              </a:gs>
              <a:gs pos="74000">
                <a:srgbClr val="0080C8"/>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Oval 43"/>
          <p:cNvSpPr>
            <a:spLocks noChangeArrowheads="1"/>
          </p:cNvSpPr>
          <p:nvPr/>
        </p:nvSpPr>
        <p:spPr bwMode="auto">
          <a:xfrm>
            <a:off x="4354513" y="4141162"/>
            <a:ext cx="338138" cy="338138"/>
          </a:xfrm>
          <a:prstGeom prst="ellipse">
            <a:avLst/>
          </a:prstGeom>
          <a:gradFill>
            <a:gsLst>
              <a:gs pos="0">
                <a:srgbClr val="F28F00"/>
              </a:gs>
              <a:gs pos="98000">
                <a:srgbClr val="E60C12"/>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5" name="Oval 45"/>
          <p:cNvSpPr>
            <a:spLocks noChangeArrowheads="1"/>
          </p:cNvSpPr>
          <p:nvPr/>
        </p:nvSpPr>
        <p:spPr bwMode="auto">
          <a:xfrm>
            <a:off x="7554913" y="4141162"/>
            <a:ext cx="338138" cy="338138"/>
          </a:xfrm>
          <a:prstGeom prst="ellipse">
            <a:avLst/>
          </a:prstGeom>
          <a:gradFill>
            <a:gsLst>
              <a:gs pos="0">
                <a:srgbClr val="9F73B0"/>
              </a:gs>
              <a:gs pos="100000">
                <a:srgbClr val="253C9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6" name="Oval 46"/>
          <p:cNvSpPr>
            <a:spLocks noChangeArrowheads="1"/>
          </p:cNvSpPr>
          <p:nvPr/>
        </p:nvSpPr>
        <p:spPr bwMode="auto">
          <a:xfrm>
            <a:off x="8991600" y="3272800"/>
            <a:ext cx="339725" cy="339725"/>
          </a:xfrm>
          <a:prstGeom prst="ellipse">
            <a:avLst/>
          </a:prstGeom>
          <a:gradFill>
            <a:gsLst>
              <a:gs pos="0">
                <a:srgbClr val="86C1A8"/>
              </a:gs>
              <a:gs pos="74000">
                <a:srgbClr val="0080C8"/>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8" name="Oval 48"/>
          <p:cNvSpPr>
            <a:spLocks noChangeArrowheads="1"/>
          </p:cNvSpPr>
          <p:nvPr/>
        </p:nvSpPr>
        <p:spPr bwMode="auto">
          <a:xfrm>
            <a:off x="5286375" y="3564900"/>
            <a:ext cx="338138" cy="338138"/>
          </a:xfrm>
          <a:prstGeom prst="ellipse">
            <a:avLst/>
          </a:prstGeom>
          <a:gradFill>
            <a:gsLst>
              <a:gs pos="0">
                <a:srgbClr val="F28F00"/>
              </a:gs>
              <a:gs pos="98000">
                <a:srgbClr val="E60C12"/>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9" name="Oval 49"/>
          <p:cNvSpPr>
            <a:spLocks noChangeArrowheads="1"/>
          </p:cNvSpPr>
          <p:nvPr/>
        </p:nvSpPr>
        <p:spPr bwMode="auto">
          <a:xfrm>
            <a:off x="6635750" y="3564900"/>
            <a:ext cx="339725" cy="338138"/>
          </a:xfrm>
          <a:prstGeom prst="ellipse">
            <a:avLst/>
          </a:prstGeom>
          <a:gradFill>
            <a:gsLst>
              <a:gs pos="0">
                <a:srgbClr val="9F73B0"/>
              </a:gs>
              <a:gs pos="100000">
                <a:srgbClr val="253C9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0" name="Oval 50"/>
          <p:cNvSpPr>
            <a:spLocks noChangeArrowheads="1"/>
          </p:cNvSpPr>
          <p:nvPr/>
        </p:nvSpPr>
        <p:spPr bwMode="auto">
          <a:xfrm>
            <a:off x="6805613" y="2853700"/>
            <a:ext cx="339725" cy="339725"/>
          </a:xfrm>
          <a:prstGeom prst="ellipse">
            <a:avLst/>
          </a:prstGeom>
          <a:gradFill>
            <a:gsLst>
              <a:gs pos="0">
                <a:srgbClr val="86C1A8"/>
              </a:gs>
              <a:gs pos="74000">
                <a:srgbClr val="0080C8"/>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2" name="Freeform 52"/>
          <p:cNvSpPr>
            <a:spLocks noEditPoints="1"/>
          </p:cNvSpPr>
          <p:nvPr/>
        </p:nvSpPr>
        <p:spPr bwMode="auto">
          <a:xfrm>
            <a:off x="4519613" y="3728412"/>
            <a:ext cx="939800" cy="588963"/>
          </a:xfrm>
          <a:custGeom>
            <a:avLst/>
            <a:gdLst>
              <a:gd name="T0" fmla="*/ 587 w 592"/>
              <a:gd name="T1" fmla="*/ 0 h 371"/>
              <a:gd name="T2" fmla="*/ 558 w 592"/>
              <a:gd name="T3" fmla="*/ 18 h 371"/>
              <a:gd name="T4" fmla="*/ 563 w 592"/>
              <a:gd name="T5" fmla="*/ 25 h 371"/>
              <a:gd name="T6" fmla="*/ 592 w 592"/>
              <a:gd name="T7" fmla="*/ 7 h 371"/>
              <a:gd name="T8" fmla="*/ 587 w 592"/>
              <a:gd name="T9" fmla="*/ 0 h 371"/>
              <a:gd name="T10" fmla="*/ 537 w 592"/>
              <a:gd name="T11" fmla="*/ 31 h 371"/>
              <a:gd name="T12" fmla="*/ 507 w 592"/>
              <a:gd name="T13" fmla="*/ 49 h 371"/>
              <a:gd name="T14" fmla="*/ 512 w 592"/>
              <a:gd name="T15" fmla="*/ 57 h 371"/>
              <a:gd name="T16" fmla="*/ 541 w 592"/>
              <a:gd name="T17" fmla="*/ 39 h 371"/>
              <a:gd name="T18" fmla="*/ 537 w 592"/>
              <a:gd name="T19" fmla="*/ 31 h 371"/>
              <a:gd name="T20" fmla="*/ 486 w 592"/>
              <a:gd name="T21" fmla="*/ 63 h 371"/>
              <a:gd name="T22" fmla="*/ 457 w 592"/>
              <a:gd name="T23" fmla="*/ 81 h 371"/>
              <a:gd name="T24" fmla="*/ 461 w 592"/>
              <a:gd name="T25" fmla="*/ 88 h 371"/>
              <a:gd name="T26" fmla="*/ 490 w 592"/>
              <a:gd name="T27" fmla="*/ 70 h 371"/>
              <a:gd name="T28" fmla="*/ 486 w 592"/>
              <a:gd name="T29" fmla="*/ 63 h 371"/>
              <a:gd name="T30" fmla="*/ 435 w 592"/>
              <a:gd name="T31" fmla="*/ 94 h 371"/>
              <a:gd name="T32" fmla="*/ 406 w 592"/>
              <a:gd name="T33" fmla="*/ 112 h 371"/>
              <a:gd name="T34" fmla="*/ 410 w 592"/>
              <a:gd name="T35" fmla="*/ 120 h 371"/>
              <a:gd name="T36" fmla="*/ 439 w 592"/>
              <a:gd name="T37" fmla="*/ 102 h 371"/>
              <a:gd name="T38" fmla="*/ 435 w 592"/>
              <a:gd name="T39" fmla="*/ 94 h 371"/>
              <a:gd name="T40" fmla="*/ 384 w 592"/>
              <a:gd name="T41" fmla="*/ 126 h 371"/>
              <a:gd name="T42" fmla="*/ 355 w 592"/>
              <a:gd name="T43" fmla="*/ 144 h 371"/>
              <a:gd name="T44" fmla="*/ 360 w 592"/>
              <a:gd name="T45" fmla="*/ 151 h 371"/>
              <a:gd name="T46" fmla="*/ 389 w 592"/>
              <a:gd name="T47" fmla="*/ 133 h 371"/>
              <a:gd name="T48" fmla="*/ 384 w 592"/>
              <a:gd name="T49" fmla="*/ 126 h 371"/>
              <a:gd name="T50" fmla="*/ 333 w 592"/>
              <a:gd name="T51" fmla="*/ 157 h 371"/>
              <a:gd name="T52" fmla="*/ 304 w 592"/>
              <a:gd name="T53" fmla="*/ 175 h 371"/>
              <a:gd name="T54" fmla="*/ 309 w 592"/>
              <a:gd name="T55" fmla="*/ 183 h 371"/>
              <a:gd name="T56" fmla="*/ 338 w 592"/>
              <a:gd name="T57" fmla="*/ 165 h 371"/>
              <a:gd name="T58" fmla="*/ 333 w 592"/>
              <a:gd name="T59" fmla="*/ 157 h 371"/>
              <a:gd name="T60" fmla="*/ 282 w 592"/>
              <a:gd name="T61" fmla="*/ 189 h 371"/>
              <a:gd name="T62" fmla="*/ 253 w 592"/>
              <a:gd name="T63" fmla="*/ 207 h 371"/>
              <a:gd name="T64" fmla="*/ 258 w 592"/>
              <a:gd name="T65" fmla="*/ 214 h 371"/>
              <a:gd name="T66" fmla="*/ 287 w 592"/>
              <a:gd name="T67" fmla="*/ 196 h 371"/>
              <a:gd name="T68" fmla="*/ 282 w 592"/>
              <a:gd name="T69" fmla="*/ 189 h 371"/>
              <a:gd name="T70" fmla="*/ 232 w 592"/>
              <a:gd name="T71" fmla="*/ 220 h 371"/>
              <a:gd name="T72" fmla="*/ 202 w 592"/>
              <a:gd name="T73" fmla="*/ 238 h 371"/>
              <a:gd name="T74" fmla="*/ 207 w 592"/>
              <a:gd name="T75" fmla="*/ 246 h 371"/>
              <a:gd name="T76" fmla="*/ 236 w 592"/>
              <a:gd name="T77" fmla="*/ 228 h 371"/>
              <a:gd name="T78" fmla="*/ 232 w 592"/>
              <a:gd name="T79" fmla="*/ 220 h 371"/>
              <a:gd name="T80" fmla="*/ 181 w 592"/>
              <a:gd name="T81" fmla="*/ 252 h 371"/>
              <a:gd name="T82" fmla="*/ 152 w 592"/>
              <a:gd name="T83" fmla="*/ 270 h 371"/>
              <a:gd name="T84" fmla="*/ 156 w 592"/>
              <a:gd name="T85" fmla="*/ 277 h 371"/>
              <a:gd name="T86" fmla="*/ 185 w 592"/>
              <a:gd name="T87" fmla="*/ 259 h 371"/>
              <a:gd name="T88" fmla="*/ 181 w 592"/>
              <a:gd name="T89" fmla="*/ 252 h 371"/>
              <a:gd name="T90" fmla="*/ 130 w 592"/>
              <a:gd name="T91" fmla="*/ 283 h 371"/>
              <a:gd name="T92" fmla="*/ 101 w 592"/>
              <a:gd name="T93" fmla="*/ 301 h 371"/>
              <a:gd name="T94" fmla="*/ 105 w 592"/>
              <a:gd name="T95" fmla="*/ 308 h 371"/>
              <a:gd name="T96" fmla="*/ 134 w 592"/>
              <a:gd name="T97" fmla="*/ 290 h 371"/>
              <a:gd name="T98" fmla="*/ 130 w 592"/>
              <a:gd name="T99" fmla="*/ 283 h 371"/>
              <a:gd name="T100" fmla="*/ 79 w 592"/>
              <a:gd name="T101" fmla="*/ 315 h 371"/>
              <a:gd name="T102" fmla="*/ 50 w 592"/>
              <a:gd name="T103" fmla="*/ 333 h 371"/>
              <a:gd name="T104" fmla="*/ 55 w 592"/>
              <a:gd name="T105" fmla="*/ 340 h 371"/>
              <a:gd name="T106" fmla="*/ 84 w 592"/>
              <a:gd name="T107" fmla="*/ 322 h 371"/>
              <a:gd name="T108" fmla="*/ 79 w 592"/>
              <a:gd name="T109" fmla="*/ 315 h 371"/>
              <a:gd name="T110" fmla="*/ 28 w 592"/>
              <a:gd name="T111" fmla="*/ 346 h 371"/>
              <a:gd name="T112" fmla="*/ 0 w 592"/>
              <a:gd name="T113" fmla="*/ 363 h 371"/>
              <a:gd name="T114" fmla="*/ 5 w 592"/>
              <a:gd name="T115" fmla="*/ 371 h 371"/>
              <a:gd name="T116" fmla="*/ 33 w 592"/>
              <a:gd name="T117" fmla="*/ 353 h 371"/>
              <a:gd name="T118" fmla="*/ 28 w 592"/>
              <a:gd name="T119" fmla="*/ 346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92" h="371">
                <a:moveTo>
                  <a:pt x="587" y="0"/>
                </a:moveTo>
                <a:lnTo>
                  <a:pt x="558" y="18"/>
                </a:lnTo>
                <a:lnTo>
                  <a:pt x="563" y="25"/>
                </a:lnTo>
                <a:lnTo>
                  <a:pt x="592" y="7"/>
                </a:lnTo>
                <a:lnTo>
                  <a:pt x="587" y="0"/>
                </a:lnTo>
                <a:close/>
                <a:moveTo>
                  <a:pt x="537" y="31"/>
                </a:moveTo>
                <a:lnTo>
                  <a:pt x="507" y="49"/>
                </a:lnTo>
                <a:lnTo>
                  <a:pt x="512" y="57"/>
                </a:lnTo>
                <a:lnTo>
                  <a:pt x="541" y="39"/>
                </a:lnTo>
                <a:lnTo>
                  <a:pt x="537" y="31"/>
                </a:lnTo>
                <a:close/>
                <a:moveTo>
                  <a:pt x="486" y="63"/>
                </a:moveTo>
                <a:lnTo>
                  <a:pt x="457" y="81"/>
                </a:lnTo>
                <a:lnTo>
                  <a:pt x="461" y="88"/>
                </a:lnTo>
                <a:lnTo>
                  <a:pt x="490" y="70"/>
                </a:lnTo>
                <a:lnTo>
                  <a:pt x="486" y="63"/>
                </a:lnTo>
                <a:close/>
                <a:moveTo>
                  <a:pt x="435" y="94"/>
                </a:moveTo>
                <a:lnTo>
                  <a:pt x="406" y="112"/>
                </a:lnTo>
                <a:lnTo>
                  <a:pt x="410" y="120"/>
                </a:lnTo>
                <a:lnTo>
                  <a:pt x="439" y="102"/>
                </a:lnTo>
                <a:lnTo>
                  <a:pt x="435" y="94"/>
                </a:lnTo>
                <a:close/>
                <a:moveTo>
                  <a:pt x="384" y="126"/>
                </a:moveTo>
                <a:lnTo>
                  <a:pt x="355" y="144"/>
                </a:lnTo>
                <a:lnTo>
                  <a:pt x="360" y="151"/>
                </a:lnTo>
                <a:lnTo>
                  <a:pt x="389" y="133"/>
                </a:lnTo>
                <a:lnTo>
                  <a:pt x="384" y="126"/>
                </a:lnTo>
                <a:close/>
                <a:moveTo>
                  <a:pt x="333" y="157"/>
                </a:moveTo>
                <a:lnTo>
                  <a:pt x="304" y="175"/>
                </a:lnTo>
                <a:lnTo>
                  <a:pt x="309" y="183"/>
                </a:lnTo>
                <a:lnTo>
                  <a:pt x="338" y="165"/>
                </a:lnTo>
                <a:lnTo>
                  <a:pt x="333" y="157"/>
                </a:lnTo>
                <a:close/>
                <a:moveTo>
                  <a:pt x="282" y="189"/>
                </a:moveTo>
                <a:lnTo>
                  <a:pt x="253" y="207"/>
                </a:lnTo>
                <a:lnTo>
                  <a:pt x="258" y="214"/>
                </a:lnTo>
                <a:lnTo>
                  <a:pt x="287" y="196"/>
                </a:lnTo>
                <a:lnTo>
                  <a:pt x="282" y="189"/>
                </a:lnTo>
                <a:close/>
                <a:moveTo>
                  <a:pt x="232" y="220"/>
                </a:moveTo>
                <a:lnTo>
                  <a:pt x="202" y="238"/>
                </a:lnTo>
                <a:lnTo>
                  <a:pt x="207" y="246"/>
                </a:lnTo>
                <a:lnTo>
                  <a:pt x="236" y="228"/>
                </a:lnTo>
                <a:lnTo>
                  <a:pt x="232" y="220"/>
                </a:lnTo>
                <a:close/>
                <a:moveTo>
                  <a:pt x="181" y="252"/>
                </a:moveTo>
                <a:lnTo>
                  <a:pt x="152" y="270"/>
                </a:lnTo>
                <a:lnTo>
                  <a:pt x="156" y="277"/>
                </a:lnTo>
                <a:lnTo>
                  <a:pt x="185" y="259"/>
                </a:lnTo>
                <a:lnTo>
                  <a:pt x="181" y="252"/>
                </a:lnTo>
                <a:close/>
                <a:moveTo>
                  <a:pt x="130" y="283"/>
                </a:moveTo>
                <a:lnTo>
                  <a:pt x="101" y="301"/>
                </a:lnTo>
                <a:lnTo>
                  <a:pt x="105" y="308"/>
                </a:lnTo>
                <a:lnTo>
                  <a:pt x="134" y="290"/>
                </a:lnTo>
                <a:lnTo>
                  <a:pt x="130" y="283"/>
                </a:lnTo>
                <a:close/>
                <a:moveTo>
                  <a:pt x="79" y="315"/>
                </a:moveTo>
                <a:lnTo>
                  <a:pt x="50" y="333"/>
                </a:lnTo>
                <a:lnTo>
                  <a:pt x="55" y="340"/>
                </a:lnTo>
                <a:lnTo>
                  <a:pt x="84" y="322"/>
                </a:lnTo>
                <a:lnTo>
                  <a:pt x="79" y="315"/>
                </a:lnTo>
                <a:close/>
                <a:moveTo>
                  <a:pt x="28" y="346"/>
                </a:moveTo>
                <a:lnTo>
                  <a:pt x="0" y="363"/>
                </a:lnTo>
                <a:lnTo>
                  <a:pt x="5" y="371"/>
                </a:lnTo>
                <a:lnTo>
                  <a:pt x="33" y="353"/>
                </a:lnTo>
                <a:lnTo>
                  <a:pt x="28" y="346"/>
                </a:lnTo>
                <a:close/>
              </a:path>
            </a:pathLst>
          </a:custGeom>
          <a:gradFill>
            <a:gsLst>
              <a:gs pos="0">
                <a:srgbClr val="F28F00"/>
              </a:gs>
              <a:gs pos="98000">
                <a:srgbClr val="E60C12"/>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3" name="Freeform 53"/>
          <p:cNvSpPr>
            <a:spLocks noEditPoints="1"/>
          </p:cNvSpPr>
          <p:nvPr/>
        </p:nvSpPr>
        <p:spPr bwMode="auto">
          <a:xfrm>
            <a:off x="6121400" y="4087187"/>
            <a:ext cx="17463" cy="528638"/>
          </a:xfrm>
          <a:custGeom>
            <a:avLst/>
            <a:gdLst>
              <a:gd name="T0" fmla="*/ 9 w 11"/>
              <a:gd name="T1" fmla="*/ 0 h 333"/>
              <a:gd name="T2" fmla="*/ 9 w 11"/>
              <a:gd name="T3" fmla="*/ 34 h 333"/>
              <a:gd name="T4" fmla="*/ 0 w 11"/>
              <a:gd name="T5" fmla="*/ 34 h 333"/>
              <a:gd name="T6" fmla="*/ 0 w 11"/>
              <a:gd name="T7" fmla="*/ 0 h 333"/>
              <a:gd name="T8" fmla="*/ 9 w 11"/>
              <a:gd name="T9" fmla="*/ 0 h 333"/>
              <a:gd name="T10" fmla="*/ 9 w 11"/>
              <a:gd name="T11" fmla="*/ 59 h 333"/>
              <a:gd name="T12" fmla="*/ 9 w 11"/>
              <a:gd name="T13" fmla="*/ 94 h 333"/>
              <a:gd name="T14" fmla="*/ 1 w 11"/>
              <a:gd name="T15" fmla="*/ 94 h 333"/>
              <a:gd name="T16" fmla="*/ 1 w 11"/>
              <a:gd name="T17" fmla="*/ 60 h 333"/>
              <a:gd name="T18" fmla="*/ 9 w 11"/>
              <a:gd name="T19" fmla="*/ 59 h 333"/>
              <a:gd name="T20" fmla="*/ 9 w 11"/>
              <a:gd name="T21" fmla="*/ 119 h 333"/>
              <a:gd name="T22" fmla="*/ 10 w 11"/>
              <a:gd name="T23" fmla="*/ 153 h 333"/>
              <a:gd name="T24" fmla="*/ 1 w 11"/>
              <a:gd name="T25" fmla="*/ 154 h 333"/>
              <a:gd name="T26" fmla="*/ 1 w 11"/>
              <a:gd name="T27" fmla="*/ 119 h 333"/>
              <a:gd name="T28" fmla="*/ 9 w 11"/>
              <a:gd name="T29" fmla="*/ 119 h 333"/>
              <a:gd name="T30" fmla="*/ 10 w 11"/>
              <a:gd name="T31" fmla="*/ 179 h 333"/>
              <a:gd name="T32" fmla="*/ 10 w 11"/>
              <a:gd name="T33" fmla="*/ 213 h 333"/>
              <a:gd name="T34" fmla="*/ 2 w 11"/>
              <a:gd name="T35" fmla="*/ 213 h 333"/>
              <a:gd name="T36" fmla="*/ 1 w 11"/>
              <a:gd name="T37" fmla="*/ 179 h 333"/>
              <a:gd name="T38" fmla="*/ 10 w 11"/>
              <a:gd name="T39" fmla="*/ 179 h 333"/>
              <a:gd name="T40" fmla="*/ 10 w 11"/>
              <a:gd name="T41" fmla="*/ 239 h 333"/>
              <a:gd name="T42" fmla="*/ 11 w 11"/>
              <a:gd name="T43" fmla="*/ 273 h 333"/>
              <a:gd name="T44" fmla="*/ 2 w 11"/>
              <a:gd name="T45" fmla="*/ 273 h 333"/>
              <a:gd name="T46" fmla="*/ 2 w 11"/>
              <a:gd name="T47" fmla="*/ 239 h 333"/>
              <a:gd name="T48" fmla="*/ 10 w 11"/>
              <a:gd name="T49" fmla="*/ 239 h 333"/>
              <a:gd name="T50" fmla="*/ 11 w 11"/>
              <a:gd name="T51" fmla="*/ 299 h 333"/>
              <a:gd name="T52" fmla="*/ 11 w 11"/>
              <a:gd name="T53" fmla="*/ 333 h 333"/>
              <a:gd name="T54" fmla="*/ 3 w 11"/>
              <a:gd name="T55" fmla="*/ 333 h 333"/>
              <a:gd name="T56" fmla="*/ 2 w 11"/>
              <a:gd name="T57" fmla="*/ 299 h 333"/>
              <a:gd name="T58" fmla="*/ 11 w 11"/>
              <a:gd name="T59" fmla="*/ 299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 h="333">
                <a:moveTo>
                  <a:pt x="9" y="0"/>
                </a:moveTo>
                <a:lnTo>
                  <a:pt x="9" y="34"/>
                </a:lnTo>
                <a:lnTo>
                  <a:pt x="0" y="34"/>
                </a:lnTo>
                <a:lnTo>
                  <a:pt x="0" y="0"/>
                </a:lnTo>
                <a:lnTo>
                  <a:pt x="9" y="0"/>
                </a:lnTo>
                <a:close/>
                <a:moveTo>
                  <a:pt x="9" y="59"/>
                </a:moveTo>
                <a:lnTo>
                  <a:pt x="9" y="94"/>
                </a:lnTo>
                <a:lnTo>
                  <a:pt x="1" y="94"/>
                </a:lnTo>
                <a:lnTo>
                  <a:pt x="1" y="60"/>
                </a:lnTo>
                <a:lnTo>
                  <a:pt x="9" y="59"/>
                </a:lnTo>
                <a:close/>
                <a:moveTo>
                  <a:pt x="9" y="119"/>
                </a:moveTo>
                <a:lnTo>
                  <a:pt x="10" y="153"/>
                </a:lnTo>
                <a:lnTo>
                  <a:pt x="1" y="154"/>
                </a:lnTo>
                <a:lnTo>
                  <a:pt x="1" y="119"/>
                </a:lnTo>
                <a:lnTo>
                  <a:pt x="9" y="119"/>
                </a:lnTo>
                <a:close/>
                <a:moveTo>
                  <a:pt x="10" y="179"/>
                </a:moveTo>
                <a:lnTo>
                  <a:pt x="10" y="213"/>
                </a:lnTo>
                <a:lnTo>
                  <a:pt x="2" y="213"/>
                </a:lnTo>
                <a:lnTo>
                  <a:pt x="1" y="179"/>
                </a:lnTo>
                <a:lnTo>
                  <a:pt x="10" y="179"/>
                </a:lnTo>
                <a:close/>
                <a:moveTo>
                  <a:pt x="10" y="239"/>
                </a:moveTo>
                <a:lnTo>
                  <a:pt x="11" y="273"/>
                </a:lnTo>
                <a:lnTo>
                  <a:pt x="2" y="273"/>
                </a:lnTo>
                <a:lnTo>
                  <a:pt x="2" y="239"/>
                </a:lnTo>
                <a:lnTo>
                  <a:pt x="10" y="239"/>
                </a:lnTo>
                <a:close/>
                <a:moveTo>
                  <a:pt x="11" y="299"/>
                </a:moveTo>
                <a:lnTo>
                  <a:pt x="11" y="333"/>
                </a:lnTo>
                <a:lnTo>
                  <a:pt x="3" y="333"/>
                </a:lnTo>
                <a:lnTo>
                  <a:pt x="2" y="299"/>
                </a:lnTo>
                <a:lnTo>
                  <a:pt x="11" y="299"/>
                </a:lnTo>
                <a:close/>
              </a:path>
            </a:pathLst>
          </a:custGeom>
          <a:gradFill>
            <a:gsLst>
              <a:gs pos="0">
                <a:srgbClr val="E0E200"/>
              </a:gs>
              <a:gs pos="84000">
                <a:srgbClr val="94C11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4" name="Oval 44"/>
          <p:cNvSpPr>
            <a:spLocks noChangeArrowheads="1"/>
          </p:cNvSpPr>
          <p:nvPr/>
        </p:nvSpPr>
        <p:spPr bwMode="auto">
          <a:xfrm>
            <a:off x="5962650" y="4479300"/>
            <a:ext cx="338138" cy="339725"/>
          </a:xfrm>
          <a:prstGeom prst="ellipse">
            <a:avLst/>
          </a:prstGeom>
          <a:gradFill>
            <a:gsLst>
              <a:gs pos="0">
                <a:srgbClr val="E0E200"/>
              </a:gs>
              <a:gs pos="84000">
                <a:srgbClr val="94C11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7" name="Oval 47"/>
          <p:cNvSpPr>
            <a:spLocks noChangeArrowheads="1"/>
          </p:cNvSpPr>
          <p:nvPr/>
        </p:nvSpPr>
        <p:spPr bwMode="auto">
          <a:xfrm>
            <a:off x="5962650" y="3922087"/>
            <a:ext cx="338138" cy="339725"/>
          </a:xfrm>
          <a:prstGeom prst="ellipse">
            <a:avLst/>
          </a:prstGeom>
          <a:gradFill>
            <a:gsLst>
              <a:gs pos="0">
                <a:srgbClr val="E0E200"/>
              </a:gs>
              <a:gs pos="84000">
                <a:srgbClr val="94C11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Oval 37"/>
          <p:cNvSpPr>
            <a:spLocks noChangeArrowheads="1"/>
          </p:cNvSpPr>
          <p:nvPr/>
        </p:nvSpPr>
        <p:spPr bwMode="auto">
          <a:xfrm>
            <a:off x="5292725" y="2391737"/>
            <a:ext cx="1679575" cy="1684338"/>
          </a:xfrm>
          <a:prstGeom prst="ellipse">
            <a:avLst/>
          </a:prstGeom>
          <a:solidFill>
            <a:srgbClr val="F0F0F0"/>
          </a:solidFill>
          <a:ln w="28575" cap="flat" cmpd="sng" algn="ctr">
            <a:gradFill flip="none" rotWithShape="1">
              <a:gsLst>
                <a:gs pos="100000">
                  <a:srgbClr val="FFFFFF"/>
                </a:gs>
                <a:gs pos="0">
                  <a:srgbClr val="D9D9DA"/>
                </a:gs>
              </a:gsLst>
              <a:lin ang="13500000" scaled="1"/>
              <a:tileRect/>
            </a:gradFill>
            <a:prstDash val="solid"/>
            <a:miter lim="800000"/>
          </a:ln>
          <a:effectLst>
            <a:outerShdw blurRad="279400" dist="165100" dir="2700000" algn="t" rotWithShape="0">
              <a:prstClr val="black">
                <a:alpha val="35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23" name="椭圆 22"/>
          <p:cNvSpPr/>
          <p:nvPr/>
        </p:nvSpPr>
        <p:spPr>
          <a:xfrm>
            <a:off x="5396614" y="2498008"/>
            <a:ext cx="1471796" cy="1471796"/>
          </a:xfrm>
          <a:prstGeom prst="ellipse">
            <a:avLst/>
          </a:prstGeom>
          <a:gradFill>
            <a:gsLst>
              <a:gs pos="0">
                <a:schemeClr val="bg1">
                  <a:lumMod val="75000"/>
                </a:schemeClr>
              </a:gs>
              <a:gs pos="74000">
                <a:schemeClr val="tx1">
                  <a:lumMod val="65000"/>
                  <a:lumOff val="35000"/>
                </a:schemeClr>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89" name="组合 88"/>
          <p:cNvGrpSpPr/>
          <p:nvPr/>
        </p:nvGrpSpPr>
        <p:grpSpPr>
          <a:xfrm>
            <a:off x="3526525" y="4142132"/>
            <a:ext cx="1144800" cy="1144800"/>
            <a:chOff x="3602165" y="3262632"/>
            <a:chExt cx="1025477" cy="1025477"/>
          </a:xfrm>
        </p:grpSpPr>
        <p:sp>
          <p:nvSpPr>
            <p:cNvPr id="90" name="椭圆 89"/>
            <p:cNvSpPr/>
            <p:nvPr/>
          </p:nvSpPr>
          <p:spPr>
            <a:xfrm>
              <a:off x="3602165" y="3262632"/>
              <a:ext cx="1025477" cy="1025477"/>
            </a:xfrm>
            <a:prstGeom prst="ellipse">
              <a:avLst/>
            </a:prstGeom>
            <a:gradFill flip="none" rotWithShape="1">
              <a:gsLst>
                <a:gs pos="0">
                  <a:srgbClr val="F0F0F0"/>
                </a:gs>
                <a:gs pos="100000">
                  <a:srgbClr val="F1F1F1"/>
                </a:gs>
              </a:gsLst>
              <a:lin ang="2700000" scaled="1"/>
              <a:tileRect/>
            </a:gradFill>
            <a:ln w="28575">
              <a:gradFill flip="none" rotWithShape="1">
                <a:gsLst>
                  <a:gs pos="100000">
                    <a:srgbClr val="FFFFFF"/>
                  </a:gs>
                  <a:gs pos="0">
                    <a:srgbClr val="CECED0"/>
                  </a:gs>
                </a:gsLst>
                <a:lin ang="13500000" scaled="1"/>
                <a:tileRect/>
              </a:gra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1" name="椭圆 90"/>
            <p:cNvSpPr/>
            <p:nvPr/>
          </p:nvSpPr>
          <p:spPr>
            <a:xfrm>
              <a:off x="3671551" y="3332018"/>
              <a:ext cx="886705" cy="886705"/>
            </a:xfrm>
            <a:prstGeom prst="ellipse">
              <a:avLst/>
            </a:prstGeom>
            <a:gradFill>
              <a:gsLst>
                <a:gs pos="0">
                  <a:srgbClr val="F28F00"/>
                </a:gs>
                <a:gs pos="98000">
                  <a:srgbClr val="E60C12"/>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92" name="组合 91"/>
            <p:cNvGrpSpPr/>
            <p:nvPr/>
          </p:nvGrpSpPr>
          <p:grpSpPr>
            <a:xfrm>
              <a:off x="3924473" y="3591676"/>
              <a:ext cx="678076" cy="610690"/>
              <a:chOff x="952501" y="6013451"/>
              <a:chExt cx="511175" cy="460375"/>
            </a:xfrm>
          </p:grpSpPr>
          <p:sp>
            <p:nvSpPr>
              <p:cNvPr id="93" name="Freeform 58"/>
              <p:cNvSpPr>
                <a:spLocks/>
              </p:cNvSpPr>
              <p:nvPr/>
            </p:nvSpPr>
            <p:spPr bwMode="auto">
              <a:xfrm>
                <a:off x="971551" y="6021388"/>
                <a:ext cx="492125" cy="452438"/>
              </a:xfrm>
              <a:custGeom>
                <a:avLst/>
                <a:gdLst>
                  <a:gd name="T0" fmla="*/ 137 w 310"/>
                  <a:gd name="T1" fmla="*/ 285 h 285"/>
                  <a:gd name="T2" fmla="*/ 0 w 310"/>
                  <a:gd name="T3" fmla="*/ 171 h 285"/>
                  <a:gd name="T4" fmla="*/ 2 w 310"/>
                  <a:gd name="T5" fmla="*/ 12 h 285"/>
                  <a:gd name="T6" fmla="*/ 54 w 310"/>
                  <a:gd name="T7" fmla="*/ 7 h 285"/>
                  <a:gd name="T8" fmla="*/ 87 w 310"/>
                  <a:gd name="T9" fmla="*/ 40 h 285"/>
                  <a:gd name="T10" fmla="*/ 97 w 310"/>
                  <a:gd name="T11" fmla="*/ 7 h 285"/>
                  <a:gd name="T12" fmla="*/ 137 w 310"/>
                  <a:gd name="T13" fmla="*/ 0 h 285"/>
                  <a:gd name="T14" fmla="*/ 310 w 310"/>
                  <a:gd name="T15" fmla="*/ 150 h 285"/>
                  <a:gd name="T16" fmla="*/ 137 w 310"/>
                  <a:gd name="T17" fmla="*/ 285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0" h="285">
                    <a:moveTo>
                      <a:pt x="137" y="285"/>
                    </a:moveTo>
                    <a:lnTo>
                      <a:pt x="0" y="171"/>
                    </a:lnTo>
                    <a:lnTo>
                      <a:pt x="2" y="12"/>
                    </a:lnTo>
                    <a:lnTo>
                      <a:pt x="54" y="7"/>
                    </a:lnTo>
                    <a:lnTo>
                      <a:pt x="87" y="40"/>
                    </a:lnTo>
                    <a:lnTo>
                      <a:pt x="97" y="7"/>
                    </a:lnTo>
                    <a:lnTo>
                      <a:pt x="137" y="0"/>
                    </a:lnTo>
                    <a:lnTo>
                      <a:pt x="310" y="150"/>
                    </a:lnTo>
                    <a:lnTo>
                      <a:pt x="137" y="285"/>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4" name="Freeform 59"/>
              <p:cNvSpPr>
                <a:spLocks noEditPoints="1"/>
              </p:cNvSpPr>
              <p:nvPr/>
            </p:nvSpPr>
            <p:spPr bwMode="auto">
              <a:xfrm>
                <a:off x="952501" y="6013451"/>
                <a:ext cx="115888" cy="290513"/>
              </a:xfrm>
              <a:custGeom>
                <a:avLst/>
                <a:gdLst>
                  <a:gd name="T0" fmla="*/ 17 w 31"/>
                  <a:gd name="T1" fmla="*/ 0 h 77"/>
                  <a:gd name="T2" fmla="*/ 28 w 31"/>
                  <a:gd name="T3" fmla="*/ 5 h 77"/>
                  <a:gd name="T4" fmla="*/ 31 w 31"/>
                  <a:gd name="T5" fmla="*/ 18 h 77"/>
                  <a:gd name="T6" fmla="*/ 31 w 31"/>
                  <a:gd name="T7" fmla="*/ 62 h 77"/>
                  <a:gd name="T8" fmla="*/ 27 w 31"/>
                  <a:gd name="T9" fmla="*/ 73 h 77"/>
                  <a:gd name="T10" fmla="*/ 16 w 31"/>
                  <a:gd name="T11" fmla="*/ 77 h 77"/>
                  <a:gd name="T12" fmla="*/ 3 w 31"/>
                  <a:gd name="T13" fmla="*/ 71 h 77"/>
                  <a:gd name="T14" fmla="*/ 0 w 31"/>
                  <a:gd name="T15" fmla="*/ 56 h 77"/>
                  <a:gd name="T16" fmla="*/ 0 w 31"/>
                  <a:gd name="T17" fmla="*/ 21 h 77"/>
                  <a:gd name="T18" fmla="*/ 3 w 31"/>
                  <a:gd name="T19" fmla="*/ 5 h 77"/>
                  <a:gd name="T20" fmla="*/ 17 w 31"/>
                  <a:gd name="T21" fmla="*/ 0 h 77"/>
                  <a:gd name="T22" fmla="*/ 16 w 31"/>
                  <a:gd name="T23" fmla="*/ 70 h 77"/>
                  <a:gd name="T24" fmla="*/ 22 w 31"/>
                  <a:gd name="T25" fmla="*/ 59 h 77"/>
                  <a:gd name="T26" fmla="*/ 22 w 31"/>
                  <a:gd name="T27" fmla="*/ 17 h 77"/>
                  <a:gd name="T28" fmla="*/ 16 w 31"/>
                  <a:gd name="T29" fmla="*/ 7 h 77"/>
                  <a:gd name="T30" fmla="*/ 9 w 31"/>
                  <a:gd name="T31" fmla="*/ 17 h 77"/>
                  <a:gd name="T32" fmla="*/ 9 w 31"/>
                  <a:gd name="T33" fmla="*/ 20 h 77"/>
                  <a:gd name="T34" fmla="*/ 9 w 31"/>
                  <a:gd name="T35" fmla="*/ 23 h 77"/>
                  <a:gd name="T36" fmla="*/ 9 w 31"/>
                  <a:gd name="T37" fmla="*/ 35 h 77"/>
                  <a:gd name="T38" fmla="*/ 9 w 31"/>
                  <a:gd name="T39" fmla="*/ 48 h 77"/>
                  <a:gd name="T40" fmla="*/ 9 w 31"/>
                  <a:gd name="T41" fmla="*/ 59 h 77"/>
                  <a:gd name="T42" fmla="*/ 16 w 31"/>
                  <a:gd name="T43" fmla="*/ 7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77">
                    <a:moveTo>
                      <a:pt x="17" y="0"/>
                    </a:moveTo>
                    <a:cubicBezTo>
                      <a:pt x="22" y="0"/>
                      <a:pt x="26" y="1"/>
                      <a:pt x="28" y="5"/>
                    </a:cubicBezTo>
                    <a:cubicBezTo>
                      <a:pt x="30" y="8"/>
                      <a:pt x="31" y="12"/>
                      <a:pt x="31" y="18"/>
                    </a:cubicBezTo>
                    <a:cubicBezTo>
                      <a:pt x="31" y="62"/>
                      <a:pt x="31" y="62"/>
                      <a:pt x="31" y="62"/>
                    </a:cubicBezTo>
                    <a:cubicBezTo>
                      <a:pt x="31" y="67"/>
                      <a:pt x="30" y="71"/>
                      <a:pt x="27" y="73"/>
                    </a:cubicBezTo>
                    <a:cubicBezTo>
                      <a:pt x="25" y="76"/>
                      <a:pt x="21" y="77"/>
                      <a:pt x="16" y="77"/>
                    </a:cubicBezTo>
                    <a:cubicBezTo>
                      <a:pt x="9" y="77"/>
                      <a:pt x="5" y="75"/>
                      <a:pt x="3" y="71"/>
                    </a:cubicBezTo>
                    <a:cubicBezTo>
                      <a:pt x="1" y="69"/>
                      <a:pt x="0" y="64"/>
                      <a:pt x="0" y="56"/>
                    </a:cubicBezTo>
                    <a:cubicBezTo>
                      <a:pt x="0" y="21"/>
                      <a:pt x="0" y="21"/>
                      <a:pt x="0" y="21"/>
                    </a:cubicBezTo>
                    <a:cubicBezTo>
                      <a:pt x="0" y="13"/>
                      <a:pt x="1" y="8"/>
                      <a:pt x="3" y="5"/>
                    </a:cubicBezTo>
                    <a:cubicBezTo>
                      <a:pt x="5" y="2"/>
                      <a:pt x="10" y="0"/>
                      <a:pt x="17" y="0"/>
                    </a:cubicBezTo>
                    <a:close/>
                    <a:moveTo>
                      <a:pt x="16" y="70"/>
                    </a:moveTo>
                    <a:cubicBezTo>
                      <a:pt x="20" y="70"/>
                      <a:pt x="22" y="66"/>
                      <a:pt x="22" y="59"/>
                    </a:cubicBezTo>
                    <a:cubicBezTo>
                      <a:pt x="22" y="17"/>
                      <a:pt x="22" y="17"/>
                      <a:pt x="22" y="17"/>
                    </a:cubicBezTo>
                    <a:cubicBezTo>
                      <a:pt x="22" y="10"/>
                      <a:pt x="20" y="7"/>
                      <a:pt x="16" y="7"/>
                    </a:cubicBezTo>
                    <a:cubicBezTo>
                      <a:pt x="11" y="7"/>
                      <a:pt x="9" y="10"/>
                      <a:pt x="9" y="17"/>
                    </a:cubicBezTo>
                    <a:cubicBezTo>
                      <a:pt x="9" y="20"/>
                      <a:pt x="9" y="20"/>
                      <a:pt x="9" y="20"/>
                    </a:cubicBezTo>
                    <a:cubicBezTo>
                      <a:pt x="9" y="23"/>
                      <a:pt x="9" y="23"/>
                      <a:pt x="9" y="23"/>
                    </a:cubicBezTo>
                    <a:cubicBezTo>
                      <a:pt x="9" y="35"/>
                      <a:pt x="9" y="35"/>
                      <a:pt x="9" y="35"/>
                    </a:cubicBezTo>
                    <a:cubicBezTo>
                      <a:pt x="9" y="48"/>
                      <a:pt x="9" y="48"/>
                      <a:pt x="9" y="48"/>
                    </a:cubicBezTo>
                    <a:cubicBezTo>
                      <a:pt x="9" y="59"/>
                      <a:pt x="9" y="59"/>
                      <a:pt x="9" y="59"/>
                    </a:cubicBezTo>
                    <a:cubicBezTo>
                      <a:pt x="9" y="66"/>
                      <a:pt x="11" y="70"/>
                      <a:pt x="16" y="70"/>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5" name="Freeform 60"/>
              <p:cNvSpPr>
                <a:spLocks/>
              </p:cNvSpPr>
              <p:nvPr/>
            </p:nvSpPr>
            <p:spPr bwMode="auto">
              <a:xfrm>
                <a:off x="1090613" y="6013451"/>
                <a:ext cx="117475" cy="290513"/>
              </a:xfrm>
              <a:custGeom>
                <a:avLst/>
                <a:gdLst>
                  <a:gd name="T0" fmla="*/ 0 w 31"/>
                  <a:gd name="T1" fmla="*/ 16 h 77"/>
                  <a:gd name="T2" fmla="*/ 4 w 31"/>
                  <a:gd name="T3" fmla="*/ 4 h 77"/>
                  <a:gd name="T4" fmla="*/ 16 w 31"/>
                  <a:gd name="T5" fmla="*/ 0 h 77"/>
                  <a:gd name="T6" fmla="*/ 29 w 31"/>
                  <a:gd name="T7" fmla="*/ 6 h 77"/>
                  <a:gd name="T8" fmla="*/ 31 w 31"/>
                  <a:gd name="T9" fmla="*/ 22 h 77"/>
                  <a:gd name="T10" fmla="*/ 30 w 31"/>
                  <a:gd name="T11" fmla="*/ 30 h 77"/>
                  <a:gd name="T12" fmla="*/ 27 w 31"/>
                  <a:gd name="T13" fmla="*/ 38 h 77"/>
                  <a:gd name="T14" fmla="*/ 18 w 31"/>
                  <a:gd name="T15" fmla="*/ 52 h 77"/>
                  <a:gd name="T16" fmla="*/ 11 w 31"/>
                  <a:gd name="T17" fmla="*/ 68 h 77"/>
                  <a:gd name="T18" fmla="*/ 31 w 31"/>
                  <a:gd name="T19" fmla="*/ 68 h 77"/>
                  <a:gd name="T20" fmla="*/ 31 w 31"/>
                  <a:gd name="T21" fmla="*/ 76 h 77"/>
                  <a:gd name="T22" fmla="*/ 8 w 31"/>
                  <a:gd name="T23" fmla="*/ 77 h 77"/>
                  <a:gd name="T24" fmla="*/ 0 w 31"/>
                  <a:gd name="T25" fmla="*/ 76 h 77"/>
                  <a:gd name="T26" fmla="*/ 0 w 31"/>
                  <a:gd name="T27" fmla="*/ 76 h 77"/>
                  <a:gd name="T28" fmla="*/ 5 w 31"/>
                  <a:gd name="T29" fmla="*/ 55 h 77"/>
                  <a:gd name="T30" fmla="*/ 17 w 31"/>
                  <a:gd name="T31" fmla="*/ 37 h 77"/>
                  <a:gd name="T32" fmla="*/ 21 w 31"/>
                  <a:gd name="T33" fmla="*/ 20 h 77"/>
                  <a:gd name="T34" fmla="*/ 21 w 31"/>
                  <a:gd name="T35" fmla="*/ 19 h 77"/>
                  <a:gd name="T36" fmla="*/ 21 w 31"/>
                  <a:gd name="T37" fmla="*/ 17 h 77"/>
                  <a:gd name="T38" fmla="*/ 21 w 31"/>
                  <a:gd name="T39" fmla="*/ 12 h 77"/>
                  <a:gd name="T40" fmla="*/ 15 w 31"/>
                  <a:gd name="T41" fmla="*/ 7 h 77"/>
                  <a:gd name="T42" fmla="*/ 10 w 31"/>
                  <a:gd name="T43" fmla="*/ 16 h 77"/>
                  <a:gd name="T44" fmla="*/ 10 w 31"/>
                  <a:gd name="T45" fmla="*/ 19 h 77"/>
                  <a:gd name="T46" fmla="*/ 10 w 31"/>
                  <a:gd name="T47" fmla="*/ 21 h 77"/>
                  <a:gd name="T48" fmla="*/ 10 w 31"/>
                  <a:gd name="T49" fmla="*/ 23 h 77"/>
                  <a:gd name="T50" fmla="*/ 10 w 31"/>
                  <a:gd name="T51" fmla="*/ 26 h 77"/>
                  <a:gd name="T52" fmla="*/ 0 w 31"/>
                  <a:gd name="T53" fmla="*/ 26 h 77"/>
                  <a:gd name="T54" fmla="*/ 0 w 31"/>
                  <a:gd name="T55" fmla="*/ 1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1" h="77">
                    <a:moveTo>
                      <a:pt x="0" y="16"/>
                    </a:moveTo>
                    <a:cubicBezTo>
                      <a:pt x="0" y="10"/>
                      <a:pt x="2" y="6"/>
                      <a:pt x="4" y="4"/>
                    </a:cubicBezTo>
                    <a:cubicBezTo>
                      <a:pt x="6" y="1"/>
                      <a:pt x="10" y="0"/>
                      <a:pt x="16" y="0"/>
                    </a:cubicBezTo>
                    <a:cubicBezTo>
                      <a:pt x="23" y="0"/>
                      <a:pt x="27" y="2"/>
                      <a:pt x="29" y="6"/>
                    </a:cubicBezTo>
                    <a:cubicBezTo>
                      <a:pt x="30" y="9"/>
                      <a:pt x="31" y="14"/>
                      <a:pt x="31" y="22"/>
                    </a:cubicBezTo>
                    <a:cubicBezTo>
                      <a:pt x="31" y="25"/>
                      <a:pt x="31" y="28"/>
                      <a:pt x="30" y="30"/>
                    </a:cubicBezTo>
                    <a:cubicBezTo>
                      <a:pt x="30" y="32"/>
                      <a:pt x="29" y="35"/>
                      <a:pt x="27" y="38"/>
                    </a:cubicBezTo>
                    <a:cubicBezTo>
                      <a:pt x="18" y="52"/>
                      <a:pt x="18" y="52"/>
                      <a:pt x="18" y="52"/>
                    </a:cubicBezTo>
                    <a:cubicBezTo>
                      <a:pt x="14" y="58"/>
                      <a:pt x="12" y="63"/>
                      <a:pt x="11" y="68"/>
                    </a:cubicBezTo>
                    <a:cubicBezTo>
                      <a:pt x="31" y="68"/>
                      <a:pt x="31" y="68"/>
                      <a:pt x="31" y="68"/>
                    </a:cubicBezTo>
                    <a:cubicBezTo>
                      <a:pt x="31" y="76"/>
                      <a:pt x="31" y="76"/>
                      <a:pt x="31" y="76"/>
                    </a:cubicBezTo>
                    <a:cubicBezTo>
                      <a:pt x="8" y="77"/>
                      <a:pt x="8" y="77"/>
                      <a:pt x="8" y="77"/>
                    </a:cubicBezTo>
                    <a:cubicBezTo>
                      <a:pt x="0" y="76"/>
                      <a:pt x="0" y="76"/>
                      <a:pt x="0" y="76"/>
                    </a:cubicBezTo>
                    <a:cubicBezTo>
                      <a:pt x="0" y="76"/>
                      <a:pt x="0" y="76"/>
                      <a:pt x="0" y="76"/>
                    </a:cubicBezTo>
                    <a:cubicBezTo>
                      <a:pt x="0" y="68"/>
                      <a:pt x="2" y="61"/>
                      <a:pt x="5" y="55"/>
                    </a:cubicBezTo>
                    <a:cubicBezTo>
                      <a:pt x="7" y="51"/>
                      <a:pt x="11" y="45"/>
                      <a:pt x="17" y="37"/>
                    </a:cubicBezTo>
                    <a:cubicBezTo>
                      <a:pt x="20" y="32"/>
                      <a:pt x="21" y="27"/>
                      <a:pt x="21" y="20"/>
                    </a:cubicBezTo>
                    <a:cubicBezTo>
                      <a:pt x="21" y="19"/>
                      <a:pt x="21" y="19"/>
                      <a:pt x="21" y="19"/>
                    </a:cubicBezTo>
                    <a:cubicBezTo>
                      <a:pt x="21" y="17"/>
                      <a:pt x="21" y="17"/>
                      <a:pt x="21" y="17"/>
                    </a:cubicBezTo>
                    <a:cubicBezTo>
                      <a:pt x="21" y="15"/>
                      <a:pt x="21" y="13"/>
                      <a:pt x="21" y="12"/>
                    </a:cubicBezTo>
                    <a:cubicBezTo>
                      <a:pt x="20" y="9"/>
                      <a:pt x="18" y="7"/>
                      <a:pt x="15" y="7"/>
                    </a:cubicBezTo>
                    <a:cubicBezTo>
                      <a:pt x="11" y="7"/>
                      <a:pt x="10" y="10"/>
                      <a:pt x="10" y="16"/>
                    </a:cubicBezTo>
                    <a:cubicBezTo>
                      <a:pt x="10" y="19"/>
                      <a:pt x="10" y="19"/>
                      <a:pt x="10" y="19"/>
                    </a:cubicBezTo>
                    <a:cubicBezTo>
                      <a:pt x="10" y="21"/>
                      <a:pt x="10" y="21"/>
                      <a:pt x="10" y="21"/>
                    </a:cubicBezTo>
                    <a:cubicBezTo>
                      <a:pt x="10" y="23"/>
                      <a:pt x="10" y="23"/>
                      <a:pt x="10" y="23"/>
                    </a:cubicBezTo>
                    <a:cubicBezTo>
                      <a:pt x="10" y="26"/>
                      <a:pt x="10" y="26"/>
                      <a:pt x="10" y="26"/>
                    </a:cubicBezTo>
                    <a:cubicBezTo>
                      <a:pt x="0" y="26"/>
                      <a:pt x="0" y="26"/>
                      <a:pt x="0" y="26"/>
                    </a:cubicBezTo>
                    <a:lnTo>
                      <a:pt x="0" y="16"/>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96" name="组合 95"/>
          <p:cNvGrpSpPr/>
          <p:nvPr/>
        </p:nvGrpSpPr>
        <p:grpSpPr>
          <a:xfrm>
            <a:off x="1881769" y="2931275"/>
            <a:ext cx="1144800" cy="1144800"/>
            <a:chOff x="2880139" y="5262388"/>
            <a:chExt cx="1025477" cy="1025477"/>
          </a:xfrm>
        </p:grpSpPr>
        <p:sp>
          <p:nvSpPr>
            <p:cNvPr id="97" name="椭圆 96"/>
            <p:cNvSpPr/>
            <p:nvPr/>
          </p:nvSpPr>
          <p:spPr>
            <a:xfrm>
              <a:off x="2880139" y="5262388"/>
              <a:ext cx="1025477" cy="1025477"/>
            </a:xfrm>
            <a:prstGeom prst="ellipse">
              <a:avLst/>
            </a:prstGeom>
            <a:gradFill flip="none" rotWithShape="1">
              <a:gsLst>
                <a:gs pos="0">
                  <a:srgbClr val="F0F0F0"/>
                </a:gs>
                <a:gs pos="100000">
                  <a:srgbClr val="F1F1F1"/>
                </a:gs>
              </a:gsLst>
              <a:lin ang="2700000" scaled="1"/>
              <a:tileRect/>
            </a:gradFill>
            <a:ln w="28575">
              <a:gradFill flip="none" rotWithShape="1">
                <a:gsLst>
                  <a:gs pos="100000">
                    <a:srgbClr val="FFFFFF"/>
                  </a:gs>
                  <a:gs pos="0">
                    <a:srgbClr val="CECED0"/>
                  </a:gs>
                </a:gsLst>
                <a:lin ang="13500000" scaled="1"/>
                <a:tileRect/>
              </a:gra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8" name="椭圆 97"/>
            <p:cNvSpPr/>
            <p:nvPr/>
          </p:nvSpPr>
          <p:spPr>
            <a:xfrm>
              <a:off x="2949525" y="5331774"/>
              <a:ext cx="886705" cy="886705"/>
            </a:xfrm>
            <a:prstGeom prst="ellipse">
              <a:avLst/>
            </a:prstGeom>
            <a:gradFill>
              <a:gsLst>
                <a:gs pos="0">
                  <a:srgbClr val="D6009E"/>
                </a:gs>
                <a:gs pos="74000">
                  <a:srgbClr val="C40091"/>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99" name="组合 98"/>
            <p:cNvGrpSpPr/>
            <p:nvPr/>
          </p:nvGrpSpPr>
          <p:grpSpPr>
            <a:xfrm>
              <a:off x="3217164" y="5587077"/>
              <a:ext cx="663336" cy="610690"/>
              <a:chOff x="12327405" y="858403"/>
              <a:chExt cx="833274" cy="767141"/>
            </a:xfrm>
          </p:grpSpPr>
          <p:sp>
            <p:nvSpPr>
              <p:cNvPr id="100" name="Freeform 55"/>
              <p:cNvSpPr>
                <a:spLocks/>
              </p:cNvSpPr>
              <p:nvPr/>
            </p:nvSpPr>
            <p:spPr bwMode="auto">
              <a:xfrm>
                <a:off x="12359149" y="863694"/>
                <a:ext cx="801530" cy="761850"/>
              </a:xfrm>
              <a:custGeom>
                <a:avLst/>
                <a:gdLst>
                  <a:gd name="T0" fmla="*/ 137 w 303"/>
                  <a:gd name="T1" fmla="*/ 288 h 288"/>
                  <a:gd name="T2" fmla="*/ 0 w 303"/>
                  <a:gd name="T3" fmla="*/ 174 h 288"/>
                  <a:gd name="T4" fmla="*/ 2 w 303"/>
                  <a:gd name="T5" fmla="*/ 15 h 288"/>
                  <a:gd name="T6" fmla="*/ 54 w 303"/>
                  <a:gd name="T7" fmla="*/ 10 h 288"/>
                  <a:gd name="T8" fmla="*/ 85 w 303"/>
                  <a:gd name="T9" fmla="*/ 43 h 288"/>
                  <a:gd name="T10" fmla="*/ 106 w 303"/>
                  <a:gd name="T11" fmla="*/ 22 h 288"/>
                  <a:gd name="T12" fmla="*/ 128 w 303"/>
                  <a:gd name="T13" fmla="*/ 0 h 288"/>
                  <a:gd name="T14" fmla="*/ 303 w 303"/>
                  <a:gd name="T15" fmla="*/ 150 h 288"/>
                  <a:gd name="T16" fmla="*/ 137 w 303"/>
                  <a:gd name="T17" fmla="*/ 288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3" h="288">
                    <a:moveTo>
                      <a:pt x="137" y="288"/>
                    </a:moveTo>
                    <a:lnTo>
                      <a:pt x="0" y="174"/>
                    </a:lnTo>
                    <a:lnTo>
                      <a:pt x="2" y="15"/>
                    </a:lnTo>
                    <a:lnTo>
                      <a:pt x="54" y="10"/>
                    </a:lnTo>
                    <a:lnTo>
                      <a:pt x="85" y="43"/>
                    </a:lnTo>
                    <a:lnTo>
                      <a:pt x="106" y="22"/>
                    </a:lnTo>
                    <a:lnTo>
                      <a:pt x="128" y="0"/>
                    </a:lnTo>
                    <a:lnTo>
                      <a:pt x="303" y="150"/>
                    </a:lnTo>
                    <a:lnTo>
                      <a:pt x="137" y="288"/>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1" name="Freeform 56"/>
              <p:cNvSpPr>
                <a:spLocks noEditPoints="1"/>
              </p:cNvSpPr>
              <p:nvPr/>
            </p:nvSpPr>
            <p:spPr bwMode="auto">
              <a:xfrm>
                <a:off x="12327405" y="858403"/>
                <a:ext cx="193109" cy="484093"/>
              </a:xfrm>
              <a:custGeom>
                <a:avLst/>
                <a:gdLst>
                  <a:gd name="T0" fmla="*/ 17 w 31"/>
                  <a:gd name="T1" fmla="*/ 0 h 77"/>
                  <a:gd name="T2" fmla="*/ 28 w 31"/>
                  <a:gd name="T3" fmla="*/ 5 h 77"/>
                  <a:gd name="T4" fmla="*/ 31 w 31"/>
                  <a:gd name="T5" fmla="*/ 18 h 77"/>
                  <a:gd name="T6" fmla="*/ 31 w 31"/>
                  <a:gd name="T7" fmla="*/ 63 h 77"/>
                  <a:gd name="T8" fmla="*/ 27 w 31"/>
                  <a:gd name="T9" fmla="*/ 74 h 77"/>
                  <a:gd name="T10" fmla="*/ 16 w 31"/>
                  <a:gd name="T11" fmla="*/ 77 h 77"/>
                  <a:gd name="T12" fmla="*/ 2 w 31"/>
                  <a:gd name="T13" fmla="*/ 72 h 77"/>
                  <a:gd name="T14" fmla="*/ 0 w 31"/>
                  <a:gd name="T15" fmla="*/ 57 h 77"/>
                  <a:gd name="T16" fmla="*/ 0 w 31"/>
                  <a:gd name="T17" fmla="*/ 21 h 77"/>
                  <a:gd name="T18" fmla="*/ 3 w 31"/>
                  <a:gd name="T19" fmla="*/ 6 h 77"/>
                  <a:gd name="T20" fmla="*/ 17 w 31"/>
                  <a:gd name="T21" fmla="*/ 0 h 77"/>
                  <a:gd name="T22" fmla="*/ 16 w 31"/>
                  <a:gd name="T23" fmla="*/ 70 h 77"/>
                  <a:gd name="T24" fmla="*/ 22 w 31"/>
                  <a:gd name="T25" fmla="*/ 59 h 77"/>
                  <a:gd name="T26" fmla="*/ 22 w 31"/>
                  <a:gd name="T27" fmla="*/ 17 h 77"/>
                  <a:gd name="T28" fmla="*/ 16 w 31"/>
                  <a:gd name="T29" fmla="*/ 7 h 77"/>
                  <a:gd name="T30" fmla="*/ 9 w 31"/>
                  <a:gd name="T31" fmla="*/ 17 h 77"/>
                  <a:gd name="T32" fmla="*/ 9 w 31"/>
                  <a:gd name="T33" fmla="*/ 20 h 77"/>
                  <a:gd name="T34" fmla="*/ 9 w 31"/>
                  <a:gd name="T35" fmla="*/ 23 h 77"/>
                  <a:gd name="T36" fmla="*/ 9 w 31"/>
                  <a:gd name="T37" fmla="*/ 35 h 77"/>
                  <a:gd name="T38" fmla="*/ 9 w 31"/>
                  <a:gd name="T39" fmla="*/ 48 h 77"/>
                  <a:gd name="T40" fmla="*/ 9 w 31"/>
                  <a:gd name="T41" fmla="*/ 59 h 77"/>
                  <a:gd name="T42" fmla="*/ 16 w 31"/>
                  <a:gd name="T43" fmla="*/ 7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77">
                    <a:moveTo>
                      <a:pt x="17" y="0"/>
                    </a:moveTo>
                    <a:cubicBezTo>
                      <a:pt x="22" y="0"/>
                      <a:pt x="26" y="2"/>
                      <a:pt x="28" y="5"/>
                    </a:cubicBezTo>
                    <a:cubicBezTo>
                      <a:pt x="30" y="8"/>
                      <a:pt x="31" y="12"/>
                      <a:pt x="31" y="18"/>
                    </a:cubicBezTo>
                    <a:cubicBezTo>
                      <a:pt x="31" y="63"/>
                      <a:pt x="31" y="63"/>
                      <a:pt x="31" y="63"/>
                    </a:cubicBezTo>
                    <a:cubicBezTo>
                      <a:pt x="31" y="67"/>
                      <a:pt x="30" y="71"/>
                      <a:pt x="27" y="74"/>
                    </a:cubicBezTo>
                    <a:cubicBezTo>
                      <a:pt x="24" y="76"/>
                      <a:pt x="21" y="77"/>
                      <a:pt x="16" y="77"/>
                    </a:cubicBezTo>
                    <a:cubicBezTo>
                      <a:pt x="9" y="77"/>
                      <a:pt x="5" y="76"/>
                      <a:pt x="2" y="72"/>
                    </a:cubicBezTo>
                    <a:cubicBezTo>
                      <a:pt x="1" y="69"/>
                      <a:pt x="0" y="64"/>
                      <a:pt x="0" y="57"/>
                    </a:cubicBezTo>
                    <a:cubicBezTo>
                      <a:pt x="0" y="21"/>
                      <a:pt x="0" y="21"/>
                      <a:pt x="0" y="21"/>
                    </a:cubicBezTo>
                    <a:cubicBezTo>
                      <a:pt x="0" y="14"/>
                      <a:pt x="1" y="8"/>
                      <a:pt x="3" y="6"/>
                    </a:cubicBezTo>
                    <a:cubicBezTo>
                      <a:pt x="5" y="2"/>
                      <a:pt x="10" y="0"/>
                      <a:pt x="17" y="0"/>
                    </a:cubicBezTo>
                    <a:close/>
                    <a:moveTo>
                      <a:pt x="16" y="70"/>
                    </a:moveTo>
                    <a:cubicBezTo>
                      <a:pt x="20" y="70"/>
                      <a:pt x="22" y="66"/>
                      <a:pt x="22" y="59"/>
                    </a:cubicBezTo>
                    <a:cubicBezTo>
                      <a:pt x="22" y="17"/>
                      <a:pt x="22" y="17"/>
                      <a:pt x="22" y="17"/>
                    </a:cubicBezTo>
                    <a:cubicBezTo>
                      <a:pt x="22" y="10"/>
                      <a:pt x="20" y="7"/>
                      <a:pt x="16" y="7"/>
                    </a:cubicBezTo>
                    <a:cubicBezTo>
                      <a:pt x="11" y="7"/>
                      <a:pt x="9" y="11"/>
                      <a:pt x="9" y="17"/>
                    </a:cubicBezTo>
                    <a:cubicBezTo>
                      <a:pt x="9" y="20"/>
                      <a:pt x="9" y="20"/>
                      <a:pt x="9" y="20"/>
                    </a:cubicBezTo>
                    <a:cubicBezTo>
                      <a:pt x="9" y="23"/>
                      <a:pt x="9" y="23"/>
                      <a:pt x="9" y="23"/>
                    </a:cubicBezTo>
                    <a:cubicBezTo>
                      <a:pt x="9" y="35"/>
                      <a:pt x="9" y="35"/>
                      <a:pt x="9" y="35"/>
                    </a:cubicBezTo>
                    <a:cubicBezTo>
                      <a:pt x="9" y="48"/>
                      <a:pt x="9" y="48"/>
                      <a:pt x="9" y="48"/>
                    </a:cubicBezTo>
                    <a:cubicBezTo>
                      <a:pt x="9" y="59"/>
                      <a:pt x="9" y="59"/>
                      <a:pt x="9" y="59"/>
                    </a:cubicBezTo>
                    <a:cubicBezTo>
                      <a:pt x="9" y="66"/>
                      <a:pt x="11" y="70"/>
                      <a:pt x="16" y="70"/>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02" name="Freeform 57"/>
              <p:cNvSpPr>
                <a:spLocks/>
              </p:cNvSpPr>
              <p:nvPr/>
            </p:nvSpPr>
            <p:spPr bwMode="auto">
              <a:xfrm>
                <a:off x="12584001" y="863694"/>
                <a:ext cx="113749" cy="478803"/>
              </a:xfrm>
              <a:custGeom>
                <a:avLst/>
                <a:gdLst>
                  <a:gd name="T0" fmla="*/ 0 w 18"/>
                  <a:gd name="T1" fmla="*/ 11 h 76"/>
                  <a:gd name="T2" fmla="*/ 11 w 18"/>
                  <a:gd name="T3" fmla="*/ 0 h 76"/>
                  <a:gd name="T4" fmla="*/ 18 w 18"/>
                  <a:gd name="T5" fmla="*/ 0 h 76"/>
                  <a:gd name="T6" fmla="*/ 18 w 18"/>
                  <a:gd name="T7" fmla="*/ 76 h 76"/>
                  <a:gd name="T8" fmla="*/ 8 w 18"/>
                  <a:gd name="T9" fmla="*/ 76 h 76"/>
                  <a:gd name="T10" fmla="*/ 8 w 18"/>
                  <a:gd name="T11" fmla="*/ 19 h 76"/>
                  <a:gd name="T12" fmla="*/ 0 w 18"/>
                  <a:gd name="T13" fmla="*/ 19 h 76"/>
                  <a:gd name="T14" fmla="*/ 0 w 18"/>
                  <a:gd name="T15" fmla="*/ 11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76">
                    <a:moveTo>
                      <a:pt x="0" y="11"/>
                    </a:moveTo>
                    <a:cubicBezTo>
                      <a:pt x="7" y="10"/>
                      <a:pt x="10" y="7"/>
                      <a:pt x="11" y="0"/>
                    </a:cubicBezTo>
                    <a:cubicBezTo>
                      <a:pt x="18" y="0"/>
                      <a:pt x="18" y="0"/>
                      <a:pt x="18" y="0"/>
                    </a:cubicBezTo>
                    <a:cubicBezTo>
                      <a:pt x="18" y="76"/>
                      <a:pt x="18" y="76"/>
                      <a:pt x="18" y="76"/>
                    </a:cubicBezTo>
                    <a:cubicBezTo>
                      <a:pt x="8" y="76"/>
                      <a:pt x="8" y="76"/>
                      <a:pt x="8" y="76"/>
                    </a:cubicBezTo>
                    <a:cubicBezTo>
                      <a:pt x="8" y="19"/>
                      <a:pt x="8" y="19"/>
                      <a:pt x="8" y="19"/>
                    </a:cubicBezTo>
                    <a:cubicBezTo>
                      <a:pt x="0" y="19"/>
                      <a:pt x="0" y="19"/>
                      <a:pt x="0" y="19"/>
                    </a:cubicBezTo>
                    <a:lnTo>
                      <a:pt x="0" y="11"/>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103" name="组合 102"/>
          <p:cNvGrpSpPr/>
          <p:nvPr/>
        </p:nvGrpSpPr>
        <p:grpSpPr>
          <a:xfrm>
            <a:off x="7507076" y="4152275"/>
            <a:ext cx="1144800" cy="1144800"/>
            <a:chOff x="7575494" y="3262632"/>
            <a:chExt cx="1032920" cy="1025477"/>
          </a:xfrm>
        </p:grpSpPr>
        <p:sp>
          <p:nvSpPr>
            <p:cNvPr id="104" name="椭圆 103"/>
            <p:cNvSpPr/>
            <p:nvPr/>
          </p:nvSpPr>
          <p:spPr>
            <a:xfrm>
              <a:off x="7575494" y="3262632"/>
              <a:ext cx="1025477" cy="1025477"/>
            </a:xfrm>
            <a:prstGeom prst="ellipse">
              <a:avLst/>
            </a:prstGeom>
            <a:gradFill flip="none" rotWithShape="1">
              <a:gsLst>
                <a:gs pos="0">
                  <a:srgbClr val="F0F0F0"/>
                </a:gs>
                <a:gs pos="100000">
                  <a:srgbClr val="F1F1F1"/>
                </a:gs>
              </a:gsLst>
              <a:lin ang="2700000" scaled="1"/>
              <a:tileRect/>
            </a:gradFill>
            <a:ln w="28575">
              <a:gradFill flip="none" rotWithShape="1">
                <a:gsLst>
                  <a:gs pos="100000">
                    <a:srgbClr val="FFFFFF"/>
                  </a:gs>
                  <a:gs pos="0">
                    <a:srgbClr val="CECED0"/>
                  </a:gs>
                </a:gsLst>
                <a:lin ang="13500000" scaled="1"/>
                <a:tileRect/>
              </a:gra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5" name="椭圆 104"/>
            <p:cNvSpPr/>
            <p:nvPr/>
          </p:nvSpPr>
          <p:spPr>
            <a:xfrm>
              <a:off x="7644880" y="3332018"/>
              <a:ext cx="886705" cy="886705"/>
            </a:xfrm>
            <a:prstGeom prst="ellipse">
              <a:avLst/>
            </a:prstGeom>
            <a:gradFill>
              <a:gsLst>
                <a:gs pos="0">
                  <a:srgbClr val="9F73B0"/>
                </a:gs>
                <a:gs pos="100000">
                  <a:srgbClr val="253C9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06" name="组合 105"/>
            <p:cNvGrpSpPr/>
            <p:nvPr/>
          </p:nvGrpSpPr>
          <p:grpSpPr>
            <a:xfrm>
              <a:off x="7919808" y="3594220"/>
              <a:ext cx="688606" cy="612796"/>
              <a:chOff x="688976" y="7240588"/>
              <a:chExt cx="519113" cy="461963"/>
            </a:xfrm>
          </p:grpSpPr>
          <p:sp>
            <p:nvSpPr>
              <p:cNvPr id="107" name="Freeform 64"/>
              <p:cNvSpPr>
                <a:spLocks/>
              </p:cNvSpPr>
              <p:nvPr/>
            </p:nvSpPr>
            <p:spPr bwMode="auto">
              <a:xfrm>
                <a:off x="708026" y="7245351"/>
                <a:ext cx="500063" cy="457200"/>
              </a:xfrm>
              <a:custGeom>
                <a:avLst/>
                <a:gdLst>
                  <a:gd name="T0" fmla="*/ 140 w 315"/>
                  <a:gd name="T1" fmla="*/ 288 h 288"/>
                  <a:gd name="T2" fmla="*/ 0 w 315"/>
                  <a:gd name="T3" fmla="*/ 176 h 288"/>
                  <a:gd name="T4" fmla="*/ 2 w 315"/>
                  <a:gd name="T5" fmla="*/ 14 h 288"/>
                  <a:gd name="T6" fmla="*/ 57 w 315"/>
                  <a:gd name="T7" fmla="*/ 9 h 288"/>
                  <a:gd name="T8" fmla="*/ 97 w 315"/>
                  <a:gd name="T9" fmla="*/ 57 h 288"/>
                  <a:gd name="T10" fmla="*/ 113 w 315"/>
                  <a:gd name="T11" fmla="*/ 9 h 288"/>
                  <a:gd name="T12" fmla="*/ 140 w 315"/>
                  <a:gd name="T13" fmla="*/ 0 h 288"/>
                  <a:gd name="T14" fmla="*/ 315 w 315"/>
                  <a:gd name="T15" fmla="*/ 150 h 288"/>
                  <a:gd name="T16" fmla="*/ 140 w 315"/>
                  <a:gd name="T17" fmla="*/ 288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5" h="288">
                    <a:moveTo>
                      <a:pt x="140" y="288"/>
                    </a:moveTo>
                    <a:lnTo>
                      <a:pt x="0" y="176"/>
                    </a:lnTo>
                    <a:lnTo>
                      <a:pt x="2" y="14"/>
                    </a:lnTo>
                    <a:lnTo>
                      <a:pt x="57" y="9"/>
                    </a:lnTo>
                    <a:lnTo>
                      <a:pt x="97" y="57"/>
                    </a:lnTo>
                    <a:lnTo>
                      <a:pt x="113" y="9"/>
                    </a:lnTo>
                    <a:lnTo>
                      <a:pt x="140" y="0"/>
                    </a:lnTo>
                    <a:lnTo>
                      <a:pt x="315" y="150"/>
                    </a:lnTo>
                    <a:lnTo>
                      <a:pt x="140" y="288"/>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8" name="Freeform 65"/>
              <p:cNvSpPr>
                <a:spLocks noEditPoints="1"/>
              </p:cNvSpPr>
              <p:nvPr/>
            </p:nvSpPr>
            <p:spPr bwMode="auto">
              <a:xfrm>
                <a:off x="688976" y="7240588"/>
                <a:ext cx="115888" cy="295275"/>
              </a:xfrm>
              <a:custGeom>
                <a:avLst/>
                <a:gdLst>
                  <a:gd name="T0" fmla="*/ 17 w 31"/>
                  <a:gd name="T1" fmla="*/ 0 h 78"/>
                  <a:gd name="T2" fmla="*/ 29 w 31"/>
                  <a:gd name="T3" fmla="*/ 5 h 78"/>
                  <a:gd name="T4" fmla="*/ 31 w 31"/>
                  <a:gd name="T5" fmla="*/ 18 h 78"/>
                  <a:gd name="T6" fmla="*/ 31 w 31"/>
                  <a:gd name="T7" fmla="*/ 63 h 78"/>
                  <a:gd name="T8" fmla="*/ 27 w 31"/>
                  <a:gd name="T9" fmla="*/ 74 h 78"/>
                  <a:gd name="T10" fmla="*/ 16 w 31"/>
                  <a:gd name="T11" fmla="*/ 78 h 78"/>
                  <a:gd name="T12" fmla="*/ 3 w 31"/>
                  <a:gd name="T13" fmla="*/ 72 h 78"/>
                  <a:gd name="T14" fmla="*/ 0 w 31"/>
                  <a:gd name="T15" fmla="*/ 57 h 78"/>
                  <a:gd name="T16" fmla="*/ 0 w 31"/>
                  <a:gd name="T17" fmla="*/ 21 h 78"/>
                  <a:gd name="T18" fmla="*/ 3 w 31"/>
                  <a:gd name="T19" fmla="*/ 6 h 78"/>
                  <a:gd name="T20" fmla="*/ 17 w 31"/>
                  <a:gd name="T21" fmla="*/ 0 h 78"/>
                  <a:gd name="T22" fmla="*/ 16 w 31"/>
                  <a:gd name="T23" fmla="*/ 70 h 78"/>
                  <a:gd name="T24" fmla="*/ 23 w 31"/>
                  <a:gd name="T25" fmla="*/ 60 h 78"/>
                  <a:gd name="T26" fmla="*/ 23 w 31"/>
                  <a:gd name="T27" fmla="*/ 17 h 78"/>
                  <a:gd name="T28" fmla="*/ 16 w 31"/>
                  <a:gd name="T29" fmla="*/ 7 h 78"/>
                  <a:gd name="T30" fmla="*/ 9 w 31"/>
                  <a:gd name="T31" fmla="*/ 17 h 78"/>
                  <a:gd name="T32" fmla="*/ 9 w 31"/>
                  <a:gd name="T33" fmla="*/ 20 h 78"/>
                  <a:gd name="T34" fmla="*/ 9 w 31"/>
                  <a:gd name="T35" fmla="*/ 23 h 78"/>
                  <a:gd name="T36" fmla="*/ 9 w 31"/>
                  <a:gd name="T37" fmla="*/ 36 h 78"/>
                  <a:gd name="T38" fmla="*/ 9 w 31"/>
                  <a:gd name="T39" fmla="*/ 48 h 78"/>
                  <a:gd name="T40" fmla="*/ 9 w 31"/>
                  <a:gd name="T41" fmla="*/ 59 h 78"/>
                  <a:gd name="T42" fmla="*/ 16 w 31"/>
                  <a:gd name="T43" fmla="*/ 7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78">
                    <a:moveTo>
                      <a:pt x="17" y="0"/>
                    </a:moveTo>
                    <a:cubicBezTo>
                      <a:pt x="22" y="0"/>
                      <a:pt x="26" y="2"/>
                      <a:pt x="29" y="5"/>
                    </a:cubicBezTo>
                    <a:cubicBezTo>
                      <a:pt x="31" y="8"/>
                      <a:pt x="31" y="12"/>
                      <a:pt x="31" y="18"/>
                    </a:cubicBezTo>
                    <a:cubicBezTo>
                      <a:pt x="31" y="63"/>
                      <a:pt x="31" y="63"/>
                      <a:pt x="31" y="63"/>
                    </a:cubicBezTo>
                    <a:cubicBezTo>
                      <a:pt x="31" y="67"/>
                      <a:pt x="30" y="71"/>
                      <a:pt x="27" y="74"/>
                    </a:cubicBezTo>
                    <a:cubicBezTo>
                      <a:pt x="25" y="76"/>
                      <a:pt x="21" y="78"/>
                      <a:pt x="16" y="78"/>
                    </a:cubicBezTo>
                    <a:cubicBezTo>
                      <a:pt x="10" y="78"/>
                      <a:pt x="5" y="76"/>
                      <a:pt x="3" y="72"/>
                    </a:cubicBezTo>
                    <a:cubicBezTo>
                      <a:pt x="1" y="69"/>
                      <a:pt x="0" y="64"/>
                      <a:pt x="0" y="57"/>
                    </a:cubicBezTo>
                    <a:cubicBezTo>
                      <a:pt x="0" y="21"/>
                      <a:pt x="0" y="21"/>
                      <a:pt x="0" y="21"/>
                    </a:cubicBezTo>
                    <a:cubicBezTo>
                      <a:pt x="0" y="14"/>
                      <a:pt x="1" y="9"/>
                      <a:pt x="3" y="6"/>
                    </a:cubicBezTo>
                    <a:cubicBezTo>
                      <a:pt x="5" y="2"/>
                      <a:pt x="10" y="0"/>
                      <a:pt x="17" y="0"/>
                    </a:cubicBezTo>
                    <a:close/>
                    <a:moveTo>
                      <a:pt x="16" y="70"/>
                    </a:moveTo>
                    <a:cubicBezTo>
                      <a:pt x="20" y="70"/>
                      <a:pt x="23" y="67"/>
                      <a:pt x="23" y="60"/>
                    </a:cubicBezTo>
                    <a:cubicBezTo>
                      <a:pt x="23" y="17"/>
                      <a:pt x="23" y="17"/>
                      <a:pt x="23" y="17"/>
                    </a:cubicBezTo>
                    <a:cubicBezTo>
                      <a:pt x="23" y="11"/>
                      <a:pt x="20" y="7"/>
                      <a:pt x="16" y="7"/>
                    </a:cubicBezTo>
                    <a:cubicBezTo>
                      <a:pt x="12" y="7"/>
                      <a:pt x="9" y="11"/>
                      <a:pt x="9" y="17"/>
                    </a:cubicBezTo>
                    <a:cubicBezTo>
                      <a:pt x="9" y="20"/>
                      <a:pt x="9" y="20"/>
                      <a:pt x="9" y="20"/>
                    </a:cubicBezTo>
                    <a:cubicBezTo>
                      <a:pt x="9" y="23"/>
                      <a:pt x="9" y="23"/>
                      <a:pt x="9" y="23"/>
                    </a:cubicBezTo>
                    <a:cubicBezTo>
                      <a:pt x="9" y="36"/>
                      <a:pt x="9" y="36"/>
                      <a:pt x="9" y="36"/>
                    </a:cubicBezTo>
                    <a:cubicBezTo>
                      <a:pt x="9" y="48"/>
                      <a:pt x="9" y="48"/>
                      <a:pt x="9" y="48"/>
                    </a:cubicBezTo>
                    <a:cubicBezTo>
                      <a:pt x="9" y="59"/>
                      <a:pt x="9" y="59"/>
                      <a:pt x="9" y="59"/>
                    </a:cubicBezTo>
                    <a:cubicBezTo>
                      <a:pt x="9" y="67"/>
                      <a:pt x="12" y="70"/>
                      <a:pt x="16" y="70"/>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09" name="Freeform 66"/>
              <p:cNvSpPr>
                <a:spLocks noEditPoints="1"/>
              </p:cNvSpPr>
              <p:nvPr/>
            </p:nvSpPr>
            <p:spPr bwMode="auto">
              <a:xfrm>
                <a:off x="817563" y="7245351"/>
                <a:ext cx="134938" cy="287338"/>
              </a:xfrm>
              <a:custGeom>
                <a:avLst/>
                <a:gdLst>
                  <a:gd name="T0" fmla="*/ 17 w 36"/>
                  <a:gd name="T1" fmla="*/ 0 h 76"/>
                  <a:gd name="T2" fmla="*/ 30 w 36"/>
                  <a:gd name="T3" fmla="*/ 0 h 76"/>
                  <a:gd name="T4" fmla="*/ 30 w 36"/>
                  <a:gd name="T5" fmla="*/ 51 h 76"/>
                  <a:gd name="T6" fmla="*/ 36 w 36"/>
                  <a:gd name="T7" fmla="*/ 51 h 76"/>
                  <a:gd name="T8" fmla="*/ 36 w 36"/>
                  <a:gd name="T9" fmla="*/ 58 h 76"/>
                  <a:gd name="T10" fmla="*/ 30 w 36"/>
                  <a:gd name="T11" fmla="*/ 58 h 76"/>
                  <a:gd name="T12" fmla="*/ 30 w 36"/>
                  <a:gd name="T13" fmla="*/ 76 h 76"/>
                  <a:gd name="T14" fmla="*/ 21 w 36"/>
                  <a:gd name="T15" fmla="*/ 76 h 76"/>
                  <a:gd name="T16" fmla="*/ 21 w 36"/>
                  <a:gd name="T17" fmla="*/ 58 h 76"/>
                  <a:gd name="T18" fmla="*/ 0 w 36"/>
                  <a:gd name="T19" fmla="*/ 58 h 76"/>
                  <a:gd name="T20" fmla="*/ 0 w 36"/>
                  <a:gd name="T21" fmla="*/ 51 h 76"/>
                  <a:gd name="T22" fmla="*/ 17 w 36"/>
                  <a:gd name="T23" fmla="*/ 0 h 76"/>
                  <a:gd name="T24" fmla="*/ 21 w 36"/>
                  <a:gd name="T25" fmla="*/ 51 h 76"/>
                  <a:gd name="T26" fmla="*/ 21 w 36"/>
                  <a:gd name="T27" fmla="*/ 11 h 76"/>
                  <a:gd name="T28" fmla="*/ 15 w 36"/>
                  <a:gd name="T29" fmla="*/ 31 h 76"/>
                  <a:gd name="T30" fmla="*/ 9 w 36"/>
                  <a:gd name="T31" fmla="*/ 51 h 76"/>
                  <a:gd name="T32" fmla="*/ 21 w 36"/>
                  <a:gd name="T33" fmla="*/ 5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6" h="76">
                    <a:moveTo>
                      <a:pt x="17" y="0"/>
                    </a:moveTo>
                    <a:cubicBezTo>
                      <a:pt x="30" y="0"/>
                      <a:pt x="30" y="0"/>
                      <a:pt x="30" y="0"/>
                    </a:cubicBezTo>
                    <a:cubicBezTo>
                      <a:pt x="30" y="51"/>
                      <a:pt x="30" y="51"/>
                      <a:pt x="30" y="51"/>
                    </a:cubicBezTo>
                    <a:cubicBezTo>
                      <a:pt x="36" y="51"/>
                      <a:pt x="36" y="51"/>
                      <a:pt x="36" y="51"/>
                    </a:cubicBezTo>
                    <a:cubicBezTo>
                      <a:pt x="36" y="58"/>
                      <a:pt x="36" y="58"/>
                      <a:pt x="36" y="58"/>
                    </a:cubicBezTo>
                    <a:cubicBezTo>
                      <a:pt x="30" y="58"/>
                      <a:pt x="30" y="58"/>
                      <a:pt x="30" y="58"/>
                    </a:cubicBezTo>
                    <a:cubicBezTo>
                      <a:pt x="30" y="76"/>
                      <a:pt x="30" y="76"/>
                      <a:pt x="30" y="76"/>
                    </a:cubicBezTo>
                    <a:cubicBezTo>
                      <a:pt x="21" y="76"/>
                      <a:pt x="21" y="76"/>
                      <a:pt x="21" y="76"/>
                    </a:cubicBezTo>
                    <a:cubicBezTo>
                      <a:pt x="21" y="58"/>
                      <a:pt x="21" y="58"/>
                      <a:pt x="21" y="58"/>
                    </a:cubicBezTo>
                    <a:cubicBezTo>
                      <a:pt x="0" y="58"/>
                      <a:pt x="0" y="58"/>
                      <a:pt x="0" y="58"/>
                    </a:cubicBezTo>
                    <a:cubicBezTo>
                      <a:pt x="0" y="51"/>
                      <a:pt x="0" y="51"/>
                      <a:pt x="0" y="51"/>
                    </a:cubicBezTo>
                    <a:lnTo>
                      <a:pt x="17" y="0"/>
                    </a:lnTo>
                    <a:close/>
                    <a:moveTo>
                      <a:pt x="21" y="51"/>
                    </a:moveTo>
                    <a:cubicBezTo>
                      <a:pt x="21" y="11"/>
                      <a:pt x="21" y="11"/>
                      <a:pt x="21" y="11"/>
                    </a:cubicBezTo>
                    <a:cubicBezTo>
                      <a:pt x="20" y="15"/>
                      <a:pt x="17" y="22"/>
                      <a:pt x="15" y="31"/>
                    </a:cubicBezTo>
                    <a:cubicBezTo>
                      <a:pt x="12" y="40"/>
                      <a:pt x="10" y="47"/>
                      <a:pt x="9" y="51"/>
                    </a:cubicBezTo>
                    <a:lnTo>
                      <a:pt x="21" y="51"/>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110" name="组合 109"/>
          <p:cNvGrpSpPr/>
          <p:nvPr/>
        </p:nvGrpSpPr>
        <p:grpSpPr>
          <a:xfrm>
            <a:off x="5540375" y="4626937"/>
            <a:ext cx="1144800" cy="1144800"/>
            <a:chOff x="5583262" y="2385107"/>
            <a:chExt cx="1030500" cy="1025477"/>
          </a:xfrm>
        </p:grpSpPr>
        <p:sp>
          <p:nvSpPr>
            <p:cNvPr id="111" name="椭圆 110"/>
            <p:cNvSpPr/>
            <p:nvPr/>
          </p:nvSpPr>
          <p:spPr>
            <a:xfrm>
              <a:off x="5583262" y="2385107"/>
              <a:ext cx="1025477" cy="1025477"/>
            </a:xfrm>
            <a:prstGeom prst="ellipse">
              <a:avLst/>
            </a:prstGeom>
            <a:gradFill flip="none" rotWithShape="1">
              <a:gsLst>
                <a:gs pos="0">
                  <a:srgbClr val="F0F0F0"/>
                </a:gs>
                <a:gs pos="100000">
                  <a:srgbClr val="F1F1F1"/>
                </a:gs>
              </a:gsLst>
              <a:lin ang="2700000" scaled="1"/>
              <a:tileRect/>
            </a:gradFill>
            <a:ln w="28575">
              <a:gradFill flip="none" rotWithShape="1">
                <a:gsLst>
                  <a:gs pos="100000">
                    <a:srgbClr val="FFFFFF"/>
                  </a:gs>
                  <a:gs pos="0">
                    <a:srgbClr val="CECED0"/>
                  </a:gs>
                </a:gsLst>
                <a:lin ang="13500000" scaled="1"/>
                <a:tileRect/>
              </a:gra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2" name="椭圆 111"/>
            <p:cNvSpPr/>
            <p:nvPr/>
          </p:nvSpPr>
          <p:spPr>
            <a:xfrm>
              <a:off x="5652648" y="2454493"/>
              <a:ext cx="886705" cy="886705"/>
            </a:xfrm>
            <a:prstGeom prst="ellipse">
              <a:avLst/>
            </a:prstGeom>
            <a:gradFill>
              <a:gsLst>
                <a:gs pos="0">
                  <a:srgbClr val="E0E200"/>
                </a:gs>
                <a:gs pos="84000">
                  <a:srgbClr val="94C11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13" name="组合 112"/>
            <p:cNvGrpSpPr/>
            <p:nvPr/>
          </p:nvGrpSpPr>
          <p:grpSpPr>
            <a:xfrm>
              <a:off x="5935686" y="2718129"/>
              <a:ext cx="678076" cy="610690"/>
              <a:chOff x="5405438" y="6815138"/>
              <a:chExt cx="511175" cy="460375"/>
            </a:xfrm>
          </p:grpSpPr>
          <p:sp>
            <p:nvSpPr>
              <p:cNvPr id="114" name="Freeform 61"/>
              <p:cNvSpPr>
                <a:spLocks/>
              </p:cNvSpPr>
              <p:nvPr/>
            </p:nvSpPr>
            <p:spPr bwMode="auto">
              <a:xfrm>
                <a:off x="5424488" y="6821488"/>
                <a:ext cx="492125" cy="454025"/>
              </a:xfrm>
              <a:custGeom>
                <a:avLst/>
                <a:gdLst>
                  <a:gd name="T0" fmla="*/ 140 w 310"/>
                  <a:gd name="T1" fmla="*/ 286 h 286"/>
                  <a:gd name="T2" fmla="*/ 0 w 310"/>
                  <a:gd name="T3" fmla="*/ 172 h 286"/>
                  <a:gd name="T4" fmla="*/ 2 w 310"/>
                  <a:gd name="T5" fmla="*/ 12 h 286"/>
                  <a:gd name="T6" fmla="*/ 57 w 310"/>
                  <a:gd name="T7" fmla="*/ 7 h 286"/>
                  <a:gd name="T8" fmla="*/ 88 w 310"/>
                  <a:gd name="T9" fmla="*/ 41 h 286"/>
                  <a:gd name="T10" fmla="*/ 97 w 310"/>
                  <a:gd name="T11" fmla="*/ 7 h 286"/>
                  <a:gd name="T12" fmla="*/ 135 w 310"/>
                  <a:gd name="T13" fmla="*/ 0 h 286"/>
                  <a:gd name="T14" fmla="*/ 310 w 310"/>
                  <a:gd name="T15" fmla="*/ 150 h 286"/>
                  <a:gd name="T16" fmla="*/ 140 w 310"/>
                  <a:gd name="T17" fmla="*/ 286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0" h="286">
                    <a:moveTo>
                      <a:pt x="140" y="286"/>
                    </a:moveTo>
                    <a:lnTo>
                      <a:pt x="0" y="172"/>
                    </a:lnTo>
                    <a:lnTo>
                      <a:pt x="2" y="12"/>
                    </a:lnTo>
                    <a:lnTo>
                      <a:pt x="57" y="7"/>
                    </a:lnTo>
                    <a:lnTo>
                      <a:pt x="88" y="41"/>
                    </a:lnTo>
                    <a:lnTo>
                      <a:pt x="97" y="7"/>
                    </a:lnTo>
                    <a:lnTo>
                      <a:pt x="135" y="0"/>
                    </a:lnTo>
                    <a:lnTo>
                      <a:pt x="310" y="150"/>
                    </a:lnTo>
                    <a:lnTo>
                      <a:pt x="140" y="286"/>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5" name="Freeform 62"/>
              <p:cNvSpPr>
                <a:spLocks noEditPoints="1"/>
              </p:cNvSpPr>
              <p:nvPr/>
            </p:nvSpPr>
            <p:spPr bwMode="auto">
              <a:xfrm>
                <a:off x="5405438" y="6815138"/>
                <a:ext cx="117475" cy="290513"/>
              </a:xfrm>
              <a:custGeom>
                <a:avLst/>
                <a:gdLst>
                  <a:gd name="T0" fmla="*/ 17 w 31"/>
                  <a:gd name="T1" fmla="*/ 0 h 77"/>
                  <a:gd name="T2" fmla="*/ 29 w 31"/>
                  <a:gd name="T3" fmla="*/ 5 h 77"/>
                  <a:gd name="T4" fmla="*/ 31 w 31"/>
                  <a:gd name="T5" fmla="*/ 18 h 77"/>
                  <a:gd name="T6" fmla="*/ 31 w 31"/>
                  <a:gd name="T7" fmla="*/ 62 h 77"/>
                  <a:gd name="T8" fmla="*/ 27 w 31"/>
                  <a:gd name="T9" fmla="*/ 73 h 77"/>
                  <a:gd name="T10" fmla="*/ 16 w 31"/>
                  <a:gd name="T11" fmla="*/ 77 h 77"/>
                  <a:gd name="T12" fmla="*/ 3 w 31"/>
                  <a:gd name="T13" fmla="*/ 72 h 77"/>
                  <a:gd name="T14" fmla="*/ 0 w 31"/>
                  <a:gd name="T15" fmla="*/ 56 h 77"/>
                  <a:gd name="T16" fmla="*/ 0 w 31"/>
                  <a:gd name="T17" fmla="*/ 21 h 77"/>
                  <a:gd name="T18" fmla="*/ 3 w 31"/>
                  <a:gd name="T19" fmla="*/ 5 h 77"/>
                  <a:gd name="T20" fmla="*/ 17 w 31"/>
                  <a:gd name="T21" fmla="*/ 0 h 77"/>
                  <a:gd name="T22" fmla="*/ 16 w 31"/>
                  <a:gd name="T23" fmla="*/ 70 h 77"/>
                  <a:gd name="T24" fmla="*/ 23 w 31"/>
                  <a:gd name="T25" fmla="*/ 59 h 77"/>
                  <a:gd name="T26" fmla="*/ 23 w 31"/>
                  <a:gd name="T27" fmla="*/ 17 h 77"/>
                  <a:gd name="T28" fmla="*/ 16 w 31"/>
                  <a:gd name="T29" fmla="*/ 7 h 77"/>
                  <a:gd name="T30" fmla="*/ 9 w 31"/>
                  <a:gd name="T31" fmla="*/ 17 h 77"/>
                  <a:gd name="T32" fmla="*/ 9 w 31"/>
                  <a:gd name="T33" fmla="*/ 20 h 77"/>
                  <a:gd name="T34" fmla="*/ 9 w 31"/>
                  <a:gd name="T35" fmla="*/ 23 h 77"/>
                  <a:gd name="T36" fmla="*/ 9 w 31"/>
                  <a:gd name="T37" fmla="*/ 35 h 77"/>
                  <a:gd name="T38" fmla="*/ 9 w 31"/>
                  <a:gd name="T39" fmla="*/ 48 h 77"/>
                  <a:gd name="T40" fmla="*/ 9 w 31"/>
                  <a:gd name="T41" fmla="*/ 59 h 77"/>
                  <a:gd name="T42" fmla="*/ 16 w 31"/>
                  <a:gd name="T43" fmla="*/ 7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77">
                    <a:moveTo>
                      <a:pt x="17" y="0"/>
                    </a:moveTo>
                    <a:cubicBezTo>
                      <a:pt x="22" y="0"/>
                      <a:pt x="26" y="2"/>
                      <a:pt x="29" y="5"/>
                    </a:cubicBezTo>
                    <a:cubicBezTo>
                      <a:pt x="30" y="8"/>
                      <a:pt x="31" y="12"/>
                      <a:pt x="31" y="18"/>
                    </a:cubicBezTo>
                    <a:cubicBezTo>
                      <a:pt x="31" y="62"/>
                      <a:pt x="31" y="62"/>
                      <a:pt x="31" y="62"/>
                    </a:cubicBezTo>
                    <a:cubicBezTo>
                      <a:pt x="31" y="67"/>
                      <a:pt x="30" y="71"/>
                      <a:pt x="27" y="73"/>
                    </a:cubicBezTo>
                    <a:cubicBezTo>
                      <a:pt x="25" y="76"/>
                      <a:pt x="21" y="77"/>
                      <a:pt x="16" y="77"/>
                    </a:cubicBezTo>
                    <a:cubicBezTo>
                      <a:pt x="10" y="77"/>
                      <a:pt x="5" y="75"/>
                      <a:pt x="3" y="72"/>
                    </a:cubicBezTo>
                    <a:cubicBezTo>
                      <a:pt x="1" y="69"/>
                      <a:pt x="0" y="64"/>
                      <a:pt x="0" y="56"/>
                    </a:cubicBezTo>
                    <a:cubicBezTo>
                      <a:pt x="0" y="21"/>
                      <a:pt x="0" y="21"/>
                      <a:pt x="0" y="21"/>
                    </a:cubicBezTo>
                    <a:cubicBezTo>
                      <a:pt x="0" y="14"/>
                      <a:pt x="1" y="8"/>
                      <a:pt x="3" y="5"/>
                    </a:cubicBezTo>
                    <a:cubicBezTo>
                      <a:pt x="5" y="2"/>
                      <a:pt x="10" y="0"/>
                      <a:pt x="17" y="0"/>
                    </a:cubicBezTo>
                    <a:close/>
                    <a:moveTo>
                      <a:pt x="16" y="70"/>
                    </a:moveTo>
                    <a:cubicBezTo>
                      <a:pt x="20" y="70"/>
                      <a:pt x="23" y="66"/>
                      <a:pt x="23" y="59"/>
                    </a:cubicBezTo>
                    <a:cubicBezTo>
                      <a:pt x="23" y="17"/>
                      <a:pt x="23" y="17"/>
                      <a:pt x="23" y="17"/>
                    </a:cubicBezTo>
                    <a:cubicBezTo>
                      <a:pt x="23" y="10"/>
                      <a:pt x="20" y="7"/>
                      <a:pt x="16" y="7"/>
                    </a:cubicBezTo>
                    <a:cubicBezTo>
                      <a:pt x="12" y="7"/>
                      <a:pt x="9" y="10"/>
                      <a:pt x="9" y="17"/>
                    </a:cubicBezTo>
                    <a:cubicBezTo>
                      <a:pt x="9" y="20"/>
                      <a:pt x="9" y="20"/>
                      <a:pt x="9" y="20"/>
                    </a:cubicBezTo>
                    <a:cubicBezTo>
                      <a:pt x="9" y="23"/>
                      <a:pt x="9" y="23"/>
                      <a:pt x="9" y="23"/>
                    </a:cubicBezTo>
                    <a:cubicBezTo>
                      <a:pt x="9" y="35"/>
                      <a:pt x="9" y="35"/>
                      <a:pt x="9" y="35"/>
                    </a:cubicBezTo>
                    <a:cubicBezTo>
                      <a:pt x="9" y="48"/>
                      <a:pt x="9" y="48"/>
                      <a:pt x="9" y="48"/>
                    </a:cubicBezTo>
                    <a:cubicBezTo>
                      <a:pt x="9" y="59"/>
                      <a:pt x="9" y="59"/>
                      <a:pt x="9" y="59"/>
                    </a:cubicBezTo>
                    <a:cubicBezTo>
                      <a:pt x="9" y="66"/>
                      <a:pt x="12" y="70"/>
                      <a:pt x="16" y="70"/>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16" name="Freeform 63"/>
              <p:cNvSpPr>
                <a:spLocks/>
              </p:cNvSpPr>
              <p:nvPr/>
            </p:nvSpPr>
            <p:spPr bwMode="auto">
              <a:xfrm>
                <a:off x="5545138" y="6815138"/>
                <a:ext cx="112713" cy="290513"/>
              </a:xfrm>
              <a:custGeom>
                <a:avLst/>
                <a:gdLst>
                  <a:gd name="T0" fmla="*/ 9 w 30"/>
                  <a:gd name="T1" fmla="*/ 54 h 77"/>
                  <a:gd name="T2" fmla="*/ 9 w 30"/>
                  <a:gd name="T3" fmla="*/ 62 h 77"/>
                  <a:gd name="T4" fmla="*/ 10 w 30"/>
                  <a:gd name="T5" fmla="*/ 68 h 77"/>
                  <a:gd name="T6" fmla="*/ 16 w 30"/>
                  <a:gd name="T7" fmla="*/ 70 h 77"/>
                  <a:gd name="T8" fmla="*/ 21 w 30"/>
                  <a:gd name="T9" fmla="*/ 65 h 77"/>
                  <a:gd name="T10" fmla="*/ 21 w 30"/>
                  <a:gd name="T11" fmla="*/ 58 h 77"/>
                  <a:gd name="T12" fmla="*/ 21 w 30"/>
                  <a:gd name="T13" fmla="*/ 52 h 77"/>
                  <a:gd name="T14" fmla="*/ 20 w 30"/>
                  <a:gd name="T15" fmla="*/ 43 h 77"/>
                  <a:gd name="T16" fmla="*/ 12 w 30"/>
                  <a:gd name="T17" fmla="*/ 39 h 77"/>
                  <a:gd name="T18" fmla="*/ 10 w 30"/>
                  <a:gd name="T19" fmla="*/ 39 h 77"/>
                  <a:gd name="T20" fmla="*/ 7 w 30"/>
                  <a:gd name="T21" fmla="*/ 40 h 77"/>
                  <a:gd name="T22" fmla="*/ 7 w 30"/>
                  <a:gd name="T23" fmla="*/ 31 h 77"/>
                  <a:gd name="T24" fmla="*/ 9 w 30"/>
                  <a:gd name="T25" fmla="*/ 31 h 77"/>
                  <a:gd name="T26" fmla="*/ 19 w 30"/>
                  <a:gd name="T27" fmla="*/ 22 h 77"/>
                  <a:gd name="T28" fmla="*/ 19 w 30"/>
                  <a:gd name="T29" fmla="*/ 14 h 77"/>
                  <a:gd name="T30" fmla="*/ 14 w 30"/>
                  <a:gd name="T31" fmla="*/ 7 h 77"/>
                  <a:gd name="T32" fmla="*/ 9 w 30"/>
                  <a:gd name="T33" fmla="*/ 15 h 77"/>
                  <a:gd name="T34" fmla="*/ 9 w 30"/>
                  <a:gd name="T35" fmla="*/ 17 h 77"/>
                  <a:gd name="T36" fmla="*/ 9 w 30"/>
                  <a:gd name="T37" fmla="*/ 19 h 77"/>
                  <a:gd name="T38" fmla="*/ 0 w 30"/>
                  <a:gd name="T39" fmla="*/ 19 h 77"/>
                  <a:gd name="T40" fmla="*/ 0 w 30"/>
                  <a:gd name="T41" fmla="*/ 12 h 77"/>
                  <a:gd name="T42" fmla="*/ 15 w 30"/>
                  <a:gd name="T43" fmla="*/ 0 h 77"/>
                  <a:gd name="T44" fmla="*/ 29 w 30"/>
                  <a:gd name="T45" fmla="*/ 13 h 77"/>
                  <a:gd name="T46" fmla="*/ 29 w 30"/>
                  <a:gd name="T47" fmla="*/ 17 h 77"/>
                  <a:gd name="T48" fmla="*/ 29 w 30"/>
                  <a:gd name="T49" fmla="*/ 20 h 77"/>
                  <a:gd name="T50" fmla="*/ 22 w 30"/>
                  <a:gd name="T51" fmla="*/ 34 h 77"/>
                  <a:gd name="T52" fmla="*/ 28 w 30"/>
                  <a:gd name="T53" fmla="*/ 39 h 77"/>
                  <a:gd name="T54" fmla="*/ 30 w 30"/>
                  <a:gd name="T55" fmla="*/ 48 h 77"/>
                  <a:gd name="T56" fmla="*/ 30 w 30"/>
                  <a:gd name="T57" fmla="*/ 64 h 77"/>
                  <a:gd name="T58" fmla="*/ 14 w 30"/>
                  <a:gd name="T59" fmla="*/ 77 h 77"/>
                  <a:gd name="T60" fmla="*/ 0 w 30"/>
                  <a:gd name="T61" fmla="*/ 64 h 77"/>
                  <a:gd name="T62" fmla="*/ 0 w 30"/>
                  <a:gd name="T63" fmla="*/ 54 h 77"/>
                  <a:gd name="T64" fmla="*/ 9 w 30"/>
                  <a:gd name="T65" fmla="*/ 5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 h="77">
                    <a:moveTo>
                      <a:pt x="9" y="54"/>
                    </a:moveTo>
                    <a:cubicBezTo>
                      <a:pt x="9" y="62"/>
                      <a:pt x="9" y="62"/>
                      <a:pt x="9" y="62"/>
                    </a:cubicBezTo>
                    <a:cubicBezTo>
                      <a:pt x="9" y="65"/>
                      <a:pt x="9" y="67"/>
                      <a:pt x="10" y="68"/>
                    </a:cubicBezTo>
                    <a:cubicBezTo>
                      <a:pt x="11" y="69"/>
                      <a:pt x="13" y="70"/>
                      <a:pt x="16" y="70"/>
                    </a:cubicBezTo>
                    <a:cubicBezTo>
                      <a:pt x="18" y="70"/>
                      <a:pt x="20" y="68"/>
                      <a:pt x="21" y="65"/>
                    </a:cubicBezTo>
                    <a:cubicBezTo>
                      <a:pt x="21" y="64"/>
                      <a:pt x="21" y="62"/>
                      <a:pt x="21" y="58"/>
                    </a:cubicBezTo>
                    <a:cubicBezTo>
                      <a:pt x="21" y="52"/>
                      <a:pt x="21" y="52"/>
                      <a:pt x="21" y="52"/>
                    </a:cubicBezTo>
                    <a:cubicBezTo>
                      <a:pt x="21" y="48"/>
                      <a:pt x="21" y="45"/>
                      <a:pt x="20" y="43"/>
                    </a:cubicBezTo>
                    <a:cubicBezTo>
                      <a:pt x="18" y="41"/>
                      <a:pt x="16" y="39"/>
                      <a:pt x="12" y="39"/>
                    </a:cubicBezTo>
                    <a:cubicBezTo>
                      <a:pt x="11" y="39"/>
                      <a:pt x="11" y="39"/>
                      <a:pt x="10" y="39"/>
                    </a:cubicBezTo>
                    <a:cubicBezTo>
                      <a:pt x="9" y="39"/>
                      <a:pt x="8" y="40"/>
                      <a:pt x="7" y="40"/>
                    </a:cubicBezTo>
                    <a:cubicBezTo>
                      <a:pt x="7" y="31"/>
                      <a:pt x="7" y="31"/>
                      <a:pt x="7" y="31"/>
                    </a:cubicBezTo>
                    <a:cubicBezTo>
                      <a:pt x="9" y="31"/>
                      <a:pt x="9" y="31"/>
                      <a:pt x="9" y="31"/>
                    </a:cubicBezTo>
                    <a:cubicBezTo>
                      <a:pt x="16" y="31"/>
                      <a:pt x="19" y="28"/>
                      <a:pt x="19" y="22"/>
                    </a:cubicBezTo>
                    <a:cubicBezTo>
                      <a:pt x="19" y="14"/>
                      <a:pt x="19" y="14"/>
                      <a:pt x="19" y="14"/>
                    </a:cubicBezTo>
                    <a:cubicBezTo>
                      <a:pt x="19" y="9"/>
                      <a:pt x="18" y="7"/>
                      <a:pt x="14" y="7"/>
                    </a:cubicBezTo>
                    <a:cubicBezTo>
                      <a:pt x="11" y="7"/>
                      <a:pt x="9" y="10"/>
                      <a:pt x="9" y="15"/>
                    </a:cubicBezTo>
                    <a:cubicBezTo>
                      <a:pt x="9" y="17"/>
                      <a:pt x="9" y="17"/>
                      <a:pt x="9" y="17"/>
                    </a:cubicBezTo>
                    <a:cubicBezTo>
                      <a:pt x="9" y="19"/>
                      <a:pt x="9" y="19"/>
                      <a:pt x="9" y="19"/>
                    </a:cubicBezTo>
                    <a:cubicBezTo>
                      <a:pt x="0" y="19"/>
                      <a:pt x="0" y="19"/>
                      <a:pt x="0" y="19"/>
                    </a:cubicBezTo>
                    <a:cubicBezTo>
                      <a:pt x="0" y="12"/>
                      <a:pt x="0" y="12"/>
                      <a:pt x="0" y="12"/>
                    </a:cubicBezTo>
                    <a:cubicBezTo>
                      <a:pt x="0" y="4"/>
                      <a:pt x="5" y="0"/>
                      <a:pt x="15" y="0"/>
                    </a:cubicBezTo>
                    <a:cubicBezTo>
                      <a:pt x="24" y="0"/>
                      <a:pt x="29" y="4"/>
                      <a:pt x="29" y="13"/>
                    </a:cubicBezTo>
                    <a:cubicBezTo>
                      <a:pt x="29" y="17"/>
                      <a:pt x="29" y="17"/>
                      <a:pt x="29" y="17"/>
                    </a:cubicBezTo>
                    <a:cubicBezTo>
                      <a:pt x="29" y="20"/>
                      <a:pt x="29" y="20"/>
                      <a:pt x="29" y="20"/>
                    </a:cubicBezTo>
                    <a:cubicBezTo>
                      <a:pt x="29" y="27"/>
                      <a:pt x="26" y="31"/>
                      <a:pt x="22" y="34"/>
                    </a:cubicBezTo>
                    <a:cubicBezTo>
                      <a:pt x="25" y="35"/>
                      <a:pt x="27" y="36"/>
                      <a:pt x="28" y="39"/>
                    </a:cubicBezTo>
                    <a:cubicBezTo>
                      <a:pt x="29" y="41"/>
                      <a:pt x="30" y="44"/>
                      <a:pt x="30" y="48"/>
                    </a:cubicBezTo>
                    <a:cubicBezTo>
                      <a:pt x="30" y="64"/>
                      <a:pt x="30" y="64"/>
                      <a:pt x="30" y="64"/>
                    </a:cubicBezTo>
                    <a:cubicBezTo>
                      <a:pt x="30" y="73"/>
                      <a:pt x="25" y="77"/>
                      <a:pt x="14" y="77"/>
                    </a:cubicBezTo>
                    <a:cubicBezTo>
                      <a:pt x="5" y="77"/>
                      <a:pt x="0" y="73"/>
                      <a:pt x="0" y="64"/>
                    </a:cubicBezTo>
                    <a:cubicBezTo>
                      <a:pt x="0" y="54"/>
                      <a:pt x="0" y="54"/>
                      <a:pt x="0" y="54"/>
                    </a:cubicBezTo>
                    <a:lnTo>
                      <a:pt x="9" y="54"/>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131" name="组合 130"/>
          <p:cNvGrpSpPr/>
          <p:nvPr/>
        </p:nvGrpSpPr>
        <p:grpSpPr>
          <a:xfrm>
            <a:off x="9170088" y="2931275"/>
            <a:ext cx="1144800" cy="1144800"/>
            <a:chOff x="8338609" y="5262388"/>
            <a:chExt cx="1025477" cy="1025477"/>
          </a:xfrm>
        </p:grpSpPr>
        <p:sp>
          <p:nvSpPr>
            <p:cNvPr id="132" name="椭圆 131"/>
            <p:cNvSpPr/>
            <p:nvPr/>
          </p:nvSpPr>
          <p:spPr>
            <a:xfrm>
              <a:off x="8338609" y="5262388"/>
              <a:ext cx="1025477" cy="1025477"/>
            </a:xfrm>
            <a:prstGeom prst="ellipse">
              <a:avLst/>
            </a:prstGeom>
            <a:gradFill flip="none" rotWithShape="1">
              <a:gsLst>
                <a:gs pos="0">
                  <a:srgbClr val="F0F0F0"/>
                </a:gs>
                <a:gs pos="100000">
                  <a:srgbClr val="F1F1F1"/>
                </a:gs>
              </a:gsLst>
              <a:lin ang="2700000" scaled="1"/>
              <a:tileRect/>
            </a:gradFill>
            <a:ln w="28575">
              <a:gradFill flip="none" rotWithShape="1">
                <a:gsLst>
                  <a:gs pos="100000">
                    <a:srgbClr val="FFFFFF"/>
                  </a:gs>
                  <a:gs pos="0">
                    <a:srgbClr val="CECED0"/>
                  </a:gs>
                </a:gsLst>
                <a:lin ang="13500000" scaled="1"/>
                <a:tileRect/>
              </a:gra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3" name="椭圆 132"/>
            <p:cNvSpPr/>
            <p:nvPr/>
          </p:nvSpPr>
          <p:spPr>
            <a:xfrm>
              <a:off x="8407995" y="5331774"/>
              <a:ext cx="886705" cy="886705"/>
            </a:xfrm>
            <a:prstGeom prst="ellipse">
              <a:avLst/>
            </a:prstGeom>
            <a:gradFill>
              <a:gsLst>
                <a:gs pos="0">
                  <a:srgbClr val="86C1A8"/>
                </a:gs>
                <a:gs pos="74000">
                  <a:srgbClr val="0080C8"/>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34" name="组合 133"/>
            <p:cNvGrpSpPr>
              <a:grpSpLocks noChangeAspect="1"/>
            </p:cNvGrpSpPr>
            <p:nvPr/>
          </p:nvGrpSpPr>
          <p:grpSpPr>
            <a:xfrm>
              <a:off x="8667737" y="5579510"/>
              <a:ext cx="691522" cy="610418"/>
              <a:chOff x="3390900" y="228600"/>
              <a:chExt cx="771525" cy="681038"/>
            </a:xfrm>
          </p:grpSpPr>
          <p:sp>
            <p:nvSpPr>
              <p:cNvPr id="135" name="Freeform 14"/>
              <p:cNvSpPr>
                <a:spLocks/>
              </p:cNvSpPr>
              <p:nvPr/>
            </p:nvSpPr>
            <p:spPr bwMode="auto">
              <a:xfrm>
                <a:off x="3421063" y="236538"/>
                <a:ext cx="741362" cy="673100"/>
              </a:xfrm>
              <a:custGeom>
                <a:avLst/>
                <a:gdLst>
                  <a:gd name="T0" fmla="*/ 204 w 467"/>
                  <a:gd name="T1" fmla="*/ 424 h 424"/>
                  <a:gd name="T2" fmla="*/ 0 w 467"/>
                  <a:gd name="T3" fmla="*/ 256 h 424"/>
                  <a:gd name="T4" fmla="*/ 3 w 467"/>
                  <a:gd name="T5" fmla="*/ 19 h 424"/>
                  <a:gd name="T6" fmla="*/ 83 w 467"/>
                  <a:gd name="T7" fmla="*/ 12 h 424"/>
                  <a:gd name="T8" fmla="*/ 123 w 467"/>
                  <a:gd name="T9" fmla="*/ 50 h 424"/>
                  <a:gd name="T10" fmla="*/ 142 w 467"/>
                  <a:gd name="T11" fmla="*/ 10 h 424"/>
                  <a:gd name="T12" fmla="*/ 214 w 467"/>
                  <a:gd name="T13" fmla="*/ 0 h 424"/>
                  <a:gd name="T14" fmla="*/ 467 w 467"/>
                  <a:gd name="T15" fmla="*/ 218 h 424"/>
                  <a:gd name="T16" fmla="*/ 204 w 467"/>
                  <a:gd name="T17" fmla="*/ 424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7" h="424">
                    <a:moveTo>
                      <a:pt x="204" y="424"/>
                    </a:moveTo>
                    <a:lnTo>
                      <a:pt x="0" y="256"/>
                    </a:lnTo>
                    <a:lnTo>
                      <a:pt x="3" y="19"/>
                    </a:lnTo>
                    <a:lnTo>
                      <a:pt x="83" y="12"/>
                    </a:lnTo>
                    <a:lnTo>
                      <a:pt x="123" y="50"/>
                    </a:lnTo>
                    <a:lnTo>
                      <a:pt x="142" y="10"/>
                    </a:lnTo>
                    <a:lnTo>
                      <a:pt x="214" y="0"/>
                    </a:lnTo>
                    <a:lnTo>
                      <a:pt x="467" y="218"/>
                    </a:lnTo>
                    <a:lnTo>
                      <a:pt x="204" y="424"/>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6" name="Freeform 15"/>
              <p:cNvSpPr>
                <a:spLocks noEditPoints="1"/>
              </p:cNvSpPr>
              <p:nvPr/>
            </p:nvSpPr>
            <p:spPr bwMode="auto">
              <a:xfrm>
                <a:off x="3390900" y="228600"/>
                <a:ext cx="177800" cy="436563"/>
              </a:xfrm>
              <a:custGeom>
                <a:avLst/>
                <a:gdLst>
                  <a:gd name="T0" fmla="*/ 25 w 47"/>
                  <a:gd name="T1" fmla="*/ 0 h 116"/>
                  <a:gd name="T2" fmla="*/ 43 w 47"/>
                  <a:gd name="T3" fmla="*/ 8 h 116"/>
                  <a:gd name="T4" fmla="*/ 47 w 47"/>
                  <a:gd name="T5" fmla="*/ 27 h 116"/>
                  <a:gd name="T6" fmla="*/ 47 w 47"/>
                  <a:gd name="T7" fmla="*/ 94 h 116"/>
                  <a:gd name="T8" fmla="*/ 41 w 47"/>
                  <a:gd name="T9" fmla="*/ 110 h 116"/>
                  <a:gd name="T10" fmla="*/ 24 w 47"/>
                  <a:gd name="T11" fmla="*/ 116 h 116"/>
                  <a:gd name="T12" fmla="*/ 4 w 47"/>
                  <a:gd name="T13" fmla="*/ 107 h 116"/>
                  <a:gd name="T14" fmla="*/ 0 w 47"/>
                  <a:gd name="T15" fmla="*/ 85 h 116"/>
                  <a:gd name="T16" fmla="*/ 0 w 47"/>
                  <a:gd name="T17" fmla="*/ 32 h 116"/>
                  <a:gd name="T18" fmla="*/ 4 w 47"/>
                  <a:gd name="T19" fmla="*/ 8 h 116"/>
                  <a:gd name="T20" fmla="*/ 25 w 47"/>
                  <a:gd name="T21" fmla="*/ 0 h 116"/>
                  <a:gd name="T22" fmla="*/ 24 w 47"/>
                  <a:gd name="T23" fmla="*/ 105 h 116"/>
                  <a:gd name="T24" fmla="*/ 34 w 47"/>
                  <a:gd name="T25" fmla="*/ 89 h 116"/>
                  <a:gd name="T26" fmla="*/ 34 w 47"/>
                  <a:gd name="T27" fmla="*/ 25 h 116"/>
                  <a:gd name="T28" fmla="*/ 24 w 47"/>
                  <a:gd name="T29" fmla="*/ 11 h 116"/>
                  <a:gd name="T30" fmla="*/ 14 w 47"/>
                  <a:gd name="T31" fmla="*/ 26 h 116"/>
                  <a:gd name="T32" fmla="*/ 14 w 47"/>
                  <a:gd name="T33" fmla="*/ 30 h 116"/>
                  <a:gd name="T34" fmla="*/ 14 w 47"/>
                  <a:gd name="T35" fmla="*/ 35 h 116"/>
                  <a:gd name="T36" fmla="*/ 14 w 47"/>
                  <a:gd name="T37" fmla="*/ 53 h 116"/>
                  <a:gd name="T38" fmla="*/ 14 w 47"/>
                  <a:gd name="T39" fmla="*/ 72 h 116"/>
                  <a:gd name="T40" fmla="*/ 14 w 47"/>
                  <a:gd name="T41" fmla="*/ 89 h 116"/>
                  <a:gd name="T42" fmla="*/ 24 w 47"/>
                  <a:gd name="T43" fmla="*/ 10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 h="116">
                    <a:moveTo>
                      <a:pt x="25" y="0"/>
                    </a:moveTo>
                    <a:cubicBezTo>
                      <a:pt x="33" y="0"/>
                      <a:pt x="39" y="2"/>
                      <a:pt x="43" y="8"/>
                    </a:cubicBezTo>
                    <a:cubicBezTo>
                      <a:pt x="45" y="12"/>
                      <a:pt x="47" y="18"/>
                      <a:pt x="47" y="27"/>
                    </a:cubicBezTo>
                    <a:cubicBezTo>
                      <a:pt x="47" y="94"/>
                      <a:pt x="47" y="94"/>
                      <a:pt x="47" y="94"/>
                    </a:cubicBezTo>
                    <a:cubicBezTo>
                      <a:pt x="47" y="101"/>
                      <a:pt x="45" y="106"/>
                      <a:pt x="41" y="110"/>
                    </a:cubicBezTo>
                    <a:cubicBezTo>
                      <a:pt x="37" y="114"/>
                      <a:pt x="31" y="116"/>
                      <a:pt x="24" y="116"/>
                    </a:cubicBezTo>
                    <a:cubicBezTo>
                      <a:pt x="14" y="116"/>
                      <a:pt x="7" y="113"/>
                      <a:pt x="4" y="107"/>
                    </a:cubicBezTo>
                    <a:cubicBezTo>
                      <a:pt x="1" y="103"/>
                      <a:pt x="0" y="96"/>
                      <a:pt x="0" y="85"/>
                    </a:cubicBezTo>
                    <a:cubicBezTo>
                      <a:pt x="0" y="32"/>
                      <a:pt x="0" y="32"/>
                      <a:pt x="0" y="32"/>
                    </a:cubicBezTo>
                    <a:cubicBezTo>
                      <a:pt x="0" y="20"/>
                      <a:pt x="1" y="13"/>
                      <a:pt x="4" y="8"/>
                    </a:cubicBezTo>
                    <a:cubicBezTo>
                      <a:pt x="8" y="3"/>
                      <a:pt x="15" y="0"/>
                      <a:pt x="25" y="0"/>
                    </a:cubicBezTo>
                    <a:close/>
                    <a:moveTo>
                      <a:pt x="24" y="105"/>
                    </a:moveTo>
                    <a:cubicBezTo>
                      <a:pt x="30" y="105"/>
                      <a:pt x="34" y="100"/>
                      <a:pt x="34" y="89"/>
                    </a:cubicBezTo>
                    <a:cubicBezTo>
                      <a:pt x="34" y="25"/>
                      <a:pt x="34" y="25"/>
                      <a:pt x="34" y="25"/>
                    </a:cubicBezTo>
                    <a:cubicBezTo>
                      <a:pt x="34" y="16"/>
                      <a:pt x="30" y="11"/>
                      <a:pt x="24" y="11"/>
                    </a:cubicBezTo>
                    <a:cubicBezTo>
                      <a:pt x="17" y="11"/>
                      <a:pt x="14" y="16"/>
                      <a:pt x="14" y="26"/>
                    </a:cubicBezTo>
                    <a:cubicBezTo>
                      <a:pt x="14" y="30"/>
                      <a:pt x="14" y="30"/>
                      <a:pt x="14" y="30"/>
                    </a:cubicBezTo>
                    <a:cubicBezTo>
                      <a:pt x="14" y="35"/>
                      <a:pt x="14" y="35"/>
                      <a:pt x="14" y="35"/>
                    </a:cubicBezTo>
                    <a:cubicBezTo>
                      <a:pt x="14" y="53"/>
                      <a:pt x="14" y="53"/>
                      <a:pt x="14" y="53"/>
                    </a:cubicBezTo>
                    <a:cubicBezTo>
                      <a:pt x="14" y="72"/>
                      <a:pt x="14" y="72"/>
                      <a:pt x="14" y="72"/>
                    </a:cubicBezTo>
                    <a:cubicBezTo>
                      <a:pt x="14" y="89"/>
                      <a:pt x="14" y="89"/>
                      <a:pt x="14" y="89"/>
                    </a:cubicBezTo>
                    <a:cubicBezTo>
                      <a:pt x="14" y="99"/>
                      <a:pt x="17" y="105"/>
                      <a:pt x="24" y="105"/>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37" name="Freeform 16"/>
              <p:cNvSpPr>
                <a:spLocks/>
              </p:cNvSpPr>
              <p:nvPr/>
            </p:nvSpPr>
            <p:spPr bwMode="auto">
              <a:xfrm>
                <a:off x="3605213" y="236538"/>
                <a:ext cx="166687" cy="428625"/>
              </a:xfrm>
              <a:custGeom>
                <a:avLst/>
                <a:gdLst>
                  <a:gd name="T0" fmla="*/ 13 w 44"/>
                  <a:gd name="T1" fmla="*/ 78 h 114"/>
                  <a:gd name="T2" fmla="*/ 13 w 44"/>
                  <a:gd name="T3" fmla="*/ 92 h 114"/>
                  <a:gd name="T4" fmla="*/ 21 w 44"/>
                  <a:gd name="T5" fmla="*/ 103 h 114"/>
                  <a:gd name="T6" fmla="*/ 29 w 44"/>
                  <a:gd name="T7" fmla="*/ 99 h 114"/>
                  <a:gd name="T8" fmla="*/ 30 w 44"/>
                  <a:gd name="T9" fmla="*/ 89 h 114"/>
                  <a:gd name="T10" fmla="*/ 30 w 44"/>
                  <a:gd name="T11" fmla="*/ 54 h 114"/>
                  <a:gd name="T12" fmla="*/ 21 w 44"/>
                  <a:gd name="T13" fmla="*/ 44 h 114"/>
                  <a:gd name="T14" fmla="*/ 13 w 44"/>
                  <a:gd name="T15" fmla="*/ 48 h 114"/>
                  <a:gd name="T16" fmla="*/ 12 w 44"/>
                  <a:gd name="T17" fmla="*/ 57 h 114"/>
                  <a:gd name="T18" fmla="*/ 0 w 44"/>
                  <a:gd name="T19" fmla="*/ 57 h 114"/>
                  <a:gd name="T20" fmla="*/ 0 w 44"/>
                  <a:gd name="T21" fmla="*/ 54 h 114"/>
                  <a:gd name="T22" fmla="*/ 0 w 44"/>
                  <a:gd name="T23" fmla="*/ 39 h 114"/>
                  <a:gd name="T24" fmla="*/ 0 w 44"/>
                  <a:gd name="T25" fmla="*/ 24 h 114"/>
                  <a:gd name="T26" fmla="*/ 1 w 44"/>
                  <a:gd name="T27" fmla="*/ 0 h 114"/>
                  <a:gd name="T28" fmla="*/ 41 w 44"/>
                  <a:gd name="T29" fmla="*/ 0 h 114"/>
                  <a:gd name="T30" fmla="*/ 41 w 44"/>
                  <a:gd name="T31" fmla="*/ 13 h 114"/>
                  <a:gd name="T32" fmla="*/ 13 w 44"/>
                  <a:gd name="T33" fmla="*/ 13 h 114"/>
                  <a:gd name="T34" fmla="*/ 13 w 44"/>
                  <a:gd name="T35" fmla="*/ 37 h 114"/>
                  <a:gd name="T36" fmla="*/ 26 w 44"/>
                  <a:gd name="T37" fmla="*/ 32 h 114"/>
                  <a:gd name="T38" fmla="*/ 41 w 44"/>
                  <a:gd name="T39" fmla="*/ 38 h 114"/>
                  <a:gd name="T40" fmla="*/ 44 w 44"/>
                  <a:gd name="T41" fmla="*/ 54 h 114"/>
                  <a:gd name="T42" fmla="*/ 44 w 44"/>
                  <a:gd name="T43" fmla="*/ 94 h 114"/>
                  <a:gd name="T44" fmla="*/ 22 w 44"/>
                  <a:gd name="T45" fmla="*/ 114 h 114"/>
                  <a:gd name="T46" fmla="*/ 5 w 44"/>
                  <a:gd name="T47" fmla="*/ 109 h 114"/>
                  <a:gd name="T48" fmla="*/ 0 w 44"/>
                  <a:gd name="T49" fmla="*/ 91 h 114"/>
                  <a:gd name="T50" fmla="*/ 0 w 44"/>
                  <a:gd name="T51" fmla="*/ 78 h 114"/>
                  <a:gd name="T52" fmla="*/ 13 w 44"/>
                  <a:gd name="T53" fmla="*/ 78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4" h="114">
                    <a:moveTo>
                      <a:pt x="13" y="78"/>
                    </a:moveTo>
                    <a:cubicBezTo>
                      <a:pt x="13" y="92"/>
                      <a:pt x="13" y="92"/>
                      <a:pt x="13" y="92"/>
                    </a:cubicBezTo>
                    <a:cubicBezTo>
                      <a:pt x="13" y="99"/>
                      <a:pt x="16" y="103"/>
                      <a:pt x="21" y="103"/>
                    </a:cubicBezTo>
                    <a:cubicBezTo>
                      <a:pt x="25" y="103"/>
                      <a:pt x="28" y="102"/>
                      <a:pt x="29" y="99"/>
                    </a:cubicBezTo>
                    <a:cubicBezTo>
                      <a:pt x="30" y="97"/>
                      <a:pt x="30" y="94"/>
                      <a:pt x="30" y="89"/>
                    </a:cubicBezTo>
                    <a:cubicBezTo>
                      <a:pt x="30" y="54"/>
                      <a:pt x="30" y="54"/>
                      <a:pt x="30" y="54"/>
                    </a:cubicBezTo>
                    <a:cubicBezTo>
                      <a:pt x="30" y="48"/>
                      <a:pt x="27" y="44"/>
                      <a:pt x="21" y="44"/>
                    </a:cubicBezTo>
                    <a:cubicBezTo>
                      <a:pt x="17" y="44"/>
                      <a:pt x="15" y="46"/>
                      <a:pt x="13" y="48"/>
                    </a:cubicBezTo>
                    <a:cubicBezTo>
                      <a:pt x="12" y="50"/>
                      <a:pt x="12" y="53"/>
                      <a:pt x="12" y="57"/>
                    </a:cubicBezTo>
                    <a:cubicBezTo>
                      <a:pt x="0" y="57"/>
                      <a:pt x="0" y="57"/>
                      <a:pt x="0" y="57"/>
                    </a:cubicBezTo>
                    <a:cubicBezTo>
                      <a:pt x="0" y="54"/>
                      <a:pt x="0" y="54"/>
                      <a:pt x="0" y="54"/>
                    </a:cubicBezTo>
                    <a:cubicBezTo>
                      <a:pt x="0" y="39"/>
                      <a:pt x="0" y="39"/>
                      <a:pt x="0" y="39"/>
                    </a:cubicBezTo>
                    <a:cubicBezTo>
                      <a:pt x="0" y="24"/>
                      <a:pt x="0" y="24"/>
                      <a:pt x="0" y="24"/>
                    </a:cubicBezTo>
                    <a:cubicBezTo>
                      <a:pt x="0" y="13"/>
                      <a:pt x="0" y="5"/>
                      <a:pt x="1" y="0"/>
                    </a:cubicBezTo>
                    <a:cubicBezTo>
                      <a:pt x="41" y="0"/>
                      <a:pt x="41" y="0"/>
                      <a:pt x="41" y="0"/>
                    </a:cubicBezTo>
                    <a:cubicBezTo>
                      <a:pt x="41" y="13"/>
                      <a:pt x="41" y="13"/>
                      <a:pt x="41" y="13"/>
                    </a:cubicBezTo>
                    <a:cubicBezTo>
                      <a:pt x="13" y="13"/>
                      <a:pt x="13" y="13"/>
                      <a:pt x="13" y="13"/>
                    </a:cubicBezTo>
                    <a:cubicBezTo>
                      <a:pt x="13" y="37"/>
                      <a:pt x="13" y="37"/>
                      <a:pt x="13" y="37"/>
                    </a:cubicBezTo>
                    <a:cubicBezTo>
                      <a:pt x="17" y="34"/>
                      <a:pt x="22" y="32"/>
                      <a:pt x="26" y="32"/>
                    </a:cubicBezTo>
                    <a:cubicBezTo>
                      <a:pt x="33" y="32"/>
                      <a:pt x="38" y="34"/>
                      <a:pt x="41" y="38"/>
                    </a:cubicBezTo>
                    <a:cubicBezTo>
                      <a:pt x="43" y="42"/>
                      <a:pt x="44" y="47"/>
                      <a:pt x="44" y="54"/>
                    </a:cubicBezTo>
                    <a:cubicBezTo>
                      <a:pt x="44" y="94"/>
                      <a:pt x="44" y="94"/>
                      <a:pt x="44" y="94"/>
                    </a:cubicBezTo>
                    <a:cubicBezTo>
                      <a:pt x="44" y="108"/>
                      <a:pt x="37" y="114"/>
                      <a:pt x="22" y="114"/>
                    </a:cubicBezTo>
                    <a:cubicBezTo>
                      <a:pt x="14" y="114"/>
                      <a:pt x="8" y="113"/>
                      <a:pt x="5" y="109"/>
                    </a:cubicBezTo>
                    <a:cubicBezTo>
                      <a:pt x="1" y="105"/>
                      <a:pt x="0" y="99"/>
                      <a:pt x="0" y="91"/>
                    </a:cubicBezTo>
                    <a:cubicBezTo>
                      <a:pt x="0" y="78"/>
                      <a:pt x="0" y="78"/>
                      <a:pt x="0" y="78"/>
                    </a:cubicBezTo>
                    <a:lnTo>
                      <a:pt x="13" y="78"/>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sp>
        <p:nvSpPr>
          <p:cNvPr id="138" name="文本框 137"/>
          <p:cNvSpPr txBox="1"/>
          <p:nvPr/>
        </p:nvSpPr>
        <p:spPr>
          <a:xfrm>
            <a:off x="5286669" y="2846203"/>
            <a:ext cx="1669461" cy="504241"/>
          </a:xfrm>
          <a:prstGeom prst="rect">
            <a:avLst/>
          </a:prstGeom>
          <a:noFill/>
        </p:spPr>
        <p:txBody>
          <a:bodyPr wrap="square" rtlCol="0">
            <a:spAutoFit/>
          </a:bodyPr>
          <a:lstStyle/>
          <a:p>
            <a:pPr algn="ctr">
              <a:lnSpc>
                <a:spcPct val="120000"/>
              </a:lnSpc>
            </a:pPr>
            <a:r>
              <a:rPr lang="zh-CN" altLang="en-US" sz="2400" b="1" dirty="0">
                <a:solidFill>
                  <a:schemeClr val="bg1"/>
                </a:solidFill>
              </a:rPr>
              <a:t>添加标题</a:t>
            </a:r>
            <a:endParaRPr lang="en-US" altLang="zh-CN" sz="2400" b="1" dirty="0">
              <a:solidFill>
                <a:schemeClr val="bg1"/>
              </a:solidFill>
            </a:endParaRPr>
          </a:p>
        </p:txBody>
      </p:sp>
      <p:sp>
        <p:nvSpPr>
          <p:cNvPr id="139" name="Rectangle 58"/>
          <p:cNvSpPr/>
          <p:nvPr/>
        </p:nvSpPr>
        <p:spPr>
          <a:xfrm>
            <a:off x="5391956" y="3266471"/>
            <a:ext cx="1458887" cy="368371"/>
          </a:xfrm>
          <a:prstGeom prst="rect">
            <a:avLst/>
          </a:prstGeom>
        </p:spPr>
        <p:txBody>
          <a:bodyPr wrap="square">
            <a:spAutoFit/>
          </a:bodyPr>
          <a:lstStyle/>
          <a:p>
            <a:pPr algn="ctr">
              <a:lnSpc>
                <a:spcPct val="123000"/>
              </a:lnSpc>
              <a:spcBef>
                <a:spcPts val="600"/>
              </a:spcBef>
            </a:pPr>
            <a:r>
              <a:rPr lang="zh-CN" altLang="en-US" sz="1600" dirty="0">
                <a:solidFill>
                  <a:schemeClr val="bg1"/>
                </a:solidFill>
                <a:latin typeface="+mn-ea"/>
              </a:rPr>
              <a:t>添加内容</a:t>
            </a:r>
          </a:p>
        </p:txBody>
      </p:sp>
      <p:sp>
        <p:nvSpPr>
          <p:cNvPr id="140" name="文本框 139"/>
          <p:cNvSpPr txBox="1"/>
          <p:nvPr/>
        </p:nvSpPr>
        <p:spPr>
          <a:xfrm>
            <a:off x="8991600" y="1958025"/>
            <a:ext cx="3097762"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141" name="文本框 140"/>
          <p:cNvSpPr txBox="1"/>
          <p:nvPr/>
        </p:nvSpPr>
        <p:spPr>
          <a:xfrm>
            <a:off x="271828" y="1930706"/>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42" name="文本框 141"/>
          <p:cNvSpPr txBox="1"/>
          <p:nvPr/>
        </p:nvSpPr>
        <p:spPr>
          <a:xfrm>
            <a:off x="8991600" y="4380010"/>
            <a:ext cx="3097762"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143" name="文本框 142"/>
          <p:cNvSpPr txBox="1"/>
          <p:nvPr/>
        </p:nvSpPr>
        <p:spPr>
          <a:xfrm>
            <a:off x="271828" y="4352691"/>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44" name="文本框 143"/>
          <p:cNvSpPr txBox="1"/>
          <p:nvPr/>
        </p:nvSpPr>
        <p:spPr>
          <a:xfrm>
            <a:off x="4667741" y="5919374"/>
            <a:ext cx="2856518" cy="830997"/>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ctr">
              <a:lnSpc>
                <a:spcPct val="120000"/>
              </a:lnSpc>
            </a:pPr>
            <a:r>
              <a:rPr lang="zh-CN" altLang="en-US" sz="1600" dirty="0">
                <a:solidFill>
                  <a:schemeClr val="tx1">
                    <a:lumMod val="65000"/>
                    <a:lumOff val="35000"/>
                  </a:schemeClr>
                </a:solidFill>
              </a:rPr>
              <a:t>添加内容添加内容</a:t>
            </a:r>
          </a:p>
        </p:txBody>
      </p:sp>
      <p:sp>
        <p:nvSpPr>
          <p:cNvPr id="145" name="文本框 144"/>
          <p:cNvSpPr txBox="1"/>
          <p:nvPr/>
        </p:nvSpPr>
        <p:spPr>
          <a:xfrm>
            <a:off x="4139317" y="1429647"/>
            <a:ext cx="3913366"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146" name="Rectangle 58"/>
          <p:cNvSpPr/>
          <p:nvPr/>
        </p:nvSpPr>
        <p:spPr>
          <a:xfrm>
            <a:off x="3614043" y="1849915"/>
            <a:ext cx="4963915"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单击此处添加副标题</a:t>
            </a:r>
          </a:p>
        </p:txBody>
      </p:sp>
      <p:sp>
        <p:nvSpPr>
          <p:cNvPr id="147" name="矩形 39"/>
          <p:cNvSpPr/>
          <p:nvPr/>
        </p:nvSpPr>
        <p:spPr>
          <a:xfrm>
            <a:off x="0" y="203088"/>
            <a:ext cx="2492990" cy="523220"/>
          </a:xfrm>
          <a:prstGeom prst="rect">
            <a:avLst/>
          </a:prstGeom>
          <a:noFill/>
        </p:spPr>
        <p:txBody>
          <a:bodyPr wrap="none" rtlCol="0">
            <a:spAutoFit/>
          </a:bodyPr>
          <a:lstStyle/>
          <a:p>
            <a:r>
              <a:rPr lang="zh-CN" altLang="en-US" sz="2800" b="1" dirty="0">
                <a:solidFill>
                  <a:schemeClr val="tx1">
                    <a:lumMod val="65000"/>
                    <a:lumOff val="35000"/>
                  </a:schemeClr>
                </a:solidFill>
              </a:rPr>
              <a:t>五项并列</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包含</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689134121"/>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 name="Freeform 39"/>
          <p:cNvSpPr>
            <a:spLocks/>
          </p:cNvSpPr>
          <p:nvPr/>
        </p:nvSpPr>
        <p:spPr bwMode="auto">
          <a:xfrm>
            <a:off x="3973692" y="5634038"/>
            <a:ext cx="219075" cy="346075"/>
          </a:xfrm>
          <a:custGeom>
            <a:avLst/>
            <a:gdLst>
              <a:gd name="T0" fmla="*/ 0 w 138"/>
              <a:gd name="T1" fmla="*/ 0 h 218"/>
              <a:gd name="T2" fmla="*/ 138 w 138"/>
              <a:gd name="T3" fmla="*/ 109 h 218"/>
              <a:gd name="T4" fmla="*/ 0 w 138"/>
              <a:gd name="T5" fmla="*/ 218 h 218"/>
              <a:gd name="T6" fmla="*/ 0 w 138"/>
              <a:gd name="T7" fmla="*/ 0 h 218"/>
            </a:gdLst>
            <a:ahLst/>
            <a:cxnLst>
              <a:cxn ang="0">
                <a:pos x="T0" y="T1"/>
              </a:cxn>
              <a:cxn ang="0">
                <a:pos x="T2" y="T3"/>
              </a:cxn>
              <a:cxn ang="0">
                <a:pos x="T4" y="T5"/>
              </a:cxn>
              <a:cxn ang="0">
                <a:pos x="T6" y="T7"/>
              </a:cxn>
            </a:cxnLst>
            <a:rect l="0" t="0" r="r" b="b"/>
            <a:pathLst>
              <a:path w="138" h="218">
                <a:moveTo>
                  <a:pt x="0" y="0"/>
                </a:moveTo>
                <a:lnTo>
                  <a:pt x="138" y="109"/>
                </a:lnTo>
                <a:lnTo>
                  <a:pt x="0" y="218"/>
                </a:lnTo>
                <a:lnTo>
                  <a:pt x="0" y="0"/>
                </a:lnTo>
                <a:close/>
              </a:path>
            </a:pathLst>
          </a:custGeom>
          <a:gradFill>
            <a:gsLst>
              <a:gs pos="0">
                <a:srgbClr val="D6009E"/>
              </a:gs>
              <a:gs pos="74000">
                <a:srgbClr val="C40091"/>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60" name="Freeform 40"/>
          <p:cNvSpPr>
            <a:spLocks/>
          </p:cNvSpPr>
          <p:nvPr/>
        </p:nvSpPr>
        <p:spPr bwMode="auto">
          <a:xfrm>
            <a:off x="5918200" y="3524250"/>
            <a:ext cx="349250" cy="219075"/>
          </a:xfrm>
          <a:custGeom>
            <a:avLst/>
            <a:gdLst>
              <a:gd name="T0" fmla="*/ 220 w 220"/>
              <a:gd name="T1" fmla="*/ 0 h 138"/>
              <a:gd name="T2" fmla="*/ 111 w 220"/>
              <a:gd name="T3" fmla="*/ 138 h 138"/>
              <a:gd name="T4" fmla="*/ 0 w 220"/>
              <a:gd name="T5" fmla="*/ 0 h 138"/>
              <a:gd name="T6" fmla="*/ 220 w 220"/>
              <a:gd name="T7" fmla="*/ 0 h 138"/>
            </a:gdLst>
            <a:ahLst/>
            <a:cxnLst>
              <a:cxn ang="0">
                <a:pos x="T0" y="T1"/>
              </a:cxn>
              <a:cxn ang="0">
                <a:pos x="T2" y="T3"/>
              </a:cxn>
              <a:cxn ang="0">
                <a:pos x="T4" y="T5"/>
              </a:cxn>
              <a:cxn ang="0">
                <a:pos x="T6" y="T7"/>
              </a:cxn>
            </a:cxnLst>
            <a:rect l="0" t="0" r="r" b="b"/>
            <a:pathLst>
              <a:path w="220" h="138">
                <a:moveTo>
                  <a:pt x="220" y="0"/>
                </a:moveTo>
                <a:lnTo>
                  <a:pt x="111" y="138"/>
                </a:lnTo>
                <a:lnTo>
                  <a:pt x="0" y="0"/>
                </a:lnTo>
                <a:lnTo>
                  <a:pt x="220" y="0"/>
                </a:lnTo>
                <a:close/>
              </a:path>
            </a:pathLst>
          </a:custGeom>
          <a:gradFill>
            <a:gsLst>
              <a:gs pos="0">
                <a:srgbClr val="E0E200"/>
              </a:gs>
              <a:gs pos="84000">
                <a:srgbClr val="94C11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61" name="Freeform 41"/>
          <p:cNvSpPr>
            <a:spLocks/>
          </p:cNvSpPr>
          <p:nvPr/>
        </p:nvSpPr>
        <p:spPr bwMode="auto">
          <a:xfrm>
            <a:off x="8054975" y="5634038"/>
            <a:ext cx="219075" cy="346075"/>
          </a:xfrm>
          <a:custGeom>
            <a:avLst/>
            <a:gdLst>
              <a:gd name="T0" fmla="*/ 138 w 138"/>
              <a:gd name="T1" fmla="*/ 218 h 218"/>
              <a:gd name="T2" fmla="*/ 0 w 138"/>
              <a:gd name="T3" fmla="*/ 109 h 218"/>
              <a:gd name="T4" fmla="*/ 138 w 138"/>
              <a:gd name="T5" fmla="*/ 0 h 218"/>
              <a:gd name="T6" fmla="*/ 138 w 138"/>
              <a:gd name="T7" fmla="*/ 218 h 218"/>
            </a:gdLst>
            <a:ahLst/>
            <a:cxnLst>
              <a:cxn ang="0">
                <a:pos x="T0" y="T1"/>
              </a:cxn>
              <a:cxn ang="0">
                <a:pos x="T2" y="T3"/>
              </a:cxn>
              <a:cxn ang="0">
                <a:pos x="T4" y="T5"/>
              </a:cxn>
              <a:cxn ang="0">
                <a:pos x="T6" y="T7"/>
              </a:cxn>
            </a:cxnLst>
            <a:rect l="0" t="0" r="r" b="b"/>
            <a:pathLst>
              <a:path w="138" h="218">
                <a:moveTo>
                  <a:pt x="138" y="218"/>
                </a:moveTo>
                <a:lnTo>
                  <a:pt x="0" y="109"/>
                </a:lnTo>
                <a:lnTo>
                  <a:pt x="138" y="0"/>
                </a:lnTo>
                <a:lnTo>
                  <a:pt x="138" y="218"/>
                </a:lnTo>
                <a:close/>
              </a:path>
            </a:pathLst>
          </a:custGeom>
          <a:gradFill>
            <a:gsLst>
              <a:gs pos="0">
                <a:srgbClr val="86C1A8"/>
              </a:gs>
              <a:gs pos="74000">
                <a:srgbClr val="0080C8"/>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62" name="Freeform 42"/>
          <p:cNvSpPr>
            <a:spLocks/>
          </p:cNvSpPr>
          <p:nvPr/>
        </p:nvSpPr>
        <p:spPr bwMode="auto">
          <a:xfrm>
            <a:off x="7510463" y="4040188"/>
            <a:ext cx="274637" cy="277813"/>
          </a:xfrm>
          <a:custGeom>
            <a:avLst/>
            <a:gdLst>
              <a:gd name="T0" fmla="*/ 173 w 173"/>
              <a:gd name="T1" fmla="*/ 156 h 175"/>
              <a:gd name="T2" fmla="*/ 0 w 173"/>
              <a:gd name="T3" fmla="*/ 175 h 175"/>
              <a:gd name="T4" fmla="*/ 19 w 173"/>
              <a:gd name="T5" fmla="*/ 0 h 175"/>
              <a:gd name="T6" fmla="*/ 173 w 173"/>
              <a:gd name="T7" fmla="*/ 156 h 175"/>
            </a:gdLst>
            <a:ahLst/>
            <a:cxnLst>
              <a:cxn ang="0">
                <a:pos x="T0" y="T1"/>
              </a:cxn>
              <a:cxn ang="0">
                <a:pos x="T2" y="T3"/>
              </a:cxn>
              <a:cxn ang="0">
                <a:pos x="T4" y="T5"/>
              </a:cxn>
              <a:cxn ang="0">
                <a:pos x="T6" y="T7"/>
              </a:cxn>
            </a:cxnLst>
            <a:rect l="0" t="0" r="r" b="b"/>
            <a:pathLst>
              <a:path w="173" h="175">
                <a:moveTo>
                  <a:pt x="173" y="156"/>
                </a:moveTo>
                <a:lnTo>
                  <a:pt x="0" y="175"/>
                </a:lnTo>
                <a:lnTo>
                  <a:pt x="19" y="0"/>
                </a:lnTo>
                <a:lnTo>
                  <a:pt x="173" y="156"/>
                </a:lnTo>
                <a:close/>
              </a:path>
            </a:pathLst>
          </a:custGeom>
          <a:gradFill>
            <a:gsLst>
              <a:gs pos="0">
                <a:srgbClr val="9F73B0"/>
              </a:gs>
              <a:gs pos="100000">
                <a:srgbClr val="253C9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63" name="Freeform 43"/>
          <p:cNvSpPr>
            <a:spLocks/>
          </p:cNvSpPr>
          <p:nvPr/>
        </p:nvSpPr>
        <p:spPr bwMode="auto">
          <a:xfrm>
            <a:off x="4449763" y="4040188"/>
            <a:ext cx="274637" cy="277813"/>
          </a:xfrm>
          <a:custGeom>
            <a:avLst/>
            <a:gdLst>
              <a:gd name="T0" fmla="*/ 154 w 173"/>
              <a:gd name="T1" fmla="*/ 0 h 175"/>
              <a:gd name="T2" fmla="*/ 173 w 173"/>
              <a:gd name="T3" fmla="*/ 175 h 175"/>
              <a:gd name="T4" fmla="*/ 0 w 173"/>
              <a:gd name="T5" fmla="*/ 156 h 175"/>
              <a:gd name="T6" fmla="*/ 154 w 173"/>
              <a:gd name="T7" fmla="*/ 0 h 175"/>
            </a:gdLst>
            <a:ahLst/>
            <a:cxnLst>
              <a:cxn ang="0">
                <a:pos x="T0" y="T1"/>
              </a:cxn>
              <a:cxn ang="0">
                <a:pos x="T2" y="T3"/>
              </a:cxn>
              <a:cxn ang="0">
                <a:pos x="T4" y="T5"/>
              </a:cxn>
              <a:cxn ang="0">
                <a:pos x="T6" y="T7"/>
              </a:cxn>
            </a:cxnLst>
            <a:rect l="0" t="0" r="r" b="b"/>
            <a:pathLst>
              <a:path w="173" h="175">
                <a:moveTo>
                  <a:pt x="154" y="0"/>
                </a:moveTo>
                <a:lnTo>
                  <a:pt x="173" y="175"/>
                </a:lnTo>
                <a:lnTo>
                  <a:pt x="0" y="156"/>
                </a:lnTo>
                <a:lnTo>
                  <a:pt x="154" y="0"/>
                </a:lnTo>
                <a:close/>
              </a:path>
            </a:pathLst>
          </a:custGeom>
          <a:gradFill>
            <a:gsLst>
              <a:gs pos="0">
                <a:srgbClr val="F28F00"/>
              </a:gs>
              <a:gs pos="98000">
                <a:srgbClr val="E60C12"/>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25" name="AutoShape 17"/>
          <p:cNvSpPr>
            <a:spLocks noChangeAspect="1" noChangeArrowheads="1" noTextEdit="1"/>
          </p:cNvSpPr>
          <p:nvPr/>
        </p:nvSpPr>
        <p:spPr bwMode="auto">
          <a:xfrm>
            <a:off x="4205044" y="4334868"/>
            <a:ext cx="3800224" cy="20207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19"/>
          <p:cNvSpPr>
            <a:spLocks/>
          </p:cNvSpPr>
          <p:nvPr/>
        </p:nvSpPr>
        <p:spPr bwMode="auto">
          <a:xfrm>
            <a:off x="4690944" y="4338138"/>
            <a:ext cx="2827115" cy="1906325"/>
          </a:xfrm>
          <a:custGeom>
            <a:avLst/>
            <a:gdLst>
              <a:gd name="T0" fmla="*/ 1828 w 1828"/>
              <a:gd name="T1" fmla="*/ 1175 h 1231"/>
              <a:gd name="T2" fmla="*/ 1786 w 1828"/>
              <a:gd name="T3" fmla="*/ 1231 h 1231"/>
              <a:gd name="T4" fmla="*/ 42 w 1828"/>
              <a:gd name="T5" fmla="*/ 1231 h 1231"/>
              <a:gd name="T6" fmla="*/ 0 w 1828"/>
              <a:gd name="T7" fmla="*/ 1175 h 1231"/>
              <a:gd name="T8" fmla="*/ 0 w 1828"/>
              <a:gd name="T9" fmla="*/ 56 h 1231"/>
              <a:gd name="T10" fmla="*/ 42 w 1828"/>
              <a:gd name="T11" fmla="*/ 0 h 1231"/>
              <a:gd name="T12" fmla="*/ 1786 w 1828"/>
              <a:gd name="T13" fmla="*/ 0 h 1231"/>
              <a:gd name="T14" fmla="*/ 1828 w 1828"/>
              <a:gd name="T15" fmla="*/ 56 h 1231"/>
              <a:gd name="T16" fmla="*/ 1828 w 1828"/>
              <a:gd name="T17" fmla="*/ 1175 h 1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28" h="1231">
                <a:moveTo>
                  <a:pt x="1828" y="1175"/>
                </a:moveTo>
                <a:cubicBezTo>
                  <a:pt x="1828" y="1206"/>
                  <a:pt x="1809" y="1231"/>
                  <a:pt x="1786" y="1231"/>
                </a:cubicBezTo>
                <a:cubicBezTo>
                  <a:pt x="42" y="1231"/>
                  <a:pt x="42" y="1231"/>
                  <a:pt x="42" y="1231"/>
                </a:cubicBezTo>
                <a:cubicBezTo>
                  <a:pt x="19" y="1231"/>
                  <a:pt x="0" y="1206"/>
                  <a:pt x="0" y="1175"/>
                </a:cubicBezTo>
                <a:cubicBezTo>
                  <a:pt x="0" y="56"/>
                  <a:pt x="0" y="56"/>
                  <a:pt x="0" y="56"/>
                </a:cubicBezTo>
                <a:cubicBezTo>
                  <a:pt x="0" y="25"/>
                  <a:pt x="19" y="0"/>
                  <a:pt x="42" y="0"/>
                </a:cubicBezTo>
                <a:cubicBezTo>
                  <a:pt x="1786" y="0"/>
                  <a:pt x="1786" y="0"/>
                  <a:pt x="1786" y="0"/>
                </a:cubicBezTo>
                <a:cubicBezTo>
                  <a:pt x="1809" y="0"/>
                  <a:pt x="1828" y="25"/>
                  <a:pt x="1828" y="56"/>
                </a:cubicBezTo>
                <a:lnTo>
                  <a:pt x="1828" y="1175"/>
                </a:lnTo>
                <a:close/>
              </a:path>
            </a:pathLst>
          </a:custGeom>
          <a:solidFill>
            <a:srgbClr val="04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Rectangle 20"/>
          <p:cNvSpPr>
            <a:spLocks noChangeArrowheads="1"/>
          </p:cNvSpPr>
          <p:nvPr/>
        </p:nvSpPr>
        <p:spPr bwMode="auto">
          <a:xfrm>
            <a:off x="4803427" y="4443427"/>
            <a:ext cx="2609343" cy="1608768"/>
          </a:xfrm>
          <a:prstGeom prst="rect">
            <a:avLst/>
          </a:prstGeom>
          <a:solidFill>
            <a:srgbClr val="00A0E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21"/>
          <p:cNvSpPr>
            <a:spLocks/>
          </p:cNvSpPr>
          <p:nvPr/>
        </p:nvSpPr>
        <p:spPr bwMode="auto">
          <a:xfrm>
            <a:off x="4186733" y="6258197"/>
            <a:ext cx="3812649" cy="92864"/>
          </a:xfrm>
          <a:custGeom>
            <a:avLst/>
            <a:gdLst>
              <a:gd name="T0" fmla="*/ 15 w 2465"/>
              <a:gd name="T1" fmla="*/ 8 h 60"/>
              <a:gd name="T2" fmla="*/ 108 w 2465"/>
              <a:gd name="T3" fmla="*/ 60 h 60"/>
              <a:gd name="T4" fmla="*/ 2369 w 2465"/>
              <a:gd name="T5" fmla="*/ 60 h 60"/>
              <a:gd name="T6" fmla="*/ 2465 w 2465"/>
              <a:gd name="T7" fmla="*/ 20 h 60"/>
              <a:gd name="T8" fmla="*/ 2465 w 2465"/>
              <a:gd name="T9" fmla="*/ 0 h 60"/>
              <a:gd name="T10" fmla="*/ 15 w 2465"/>
              <a:gd name="T11" fmla="*/ 8 h 60"/>
            </a:gdLst>
            <a:ahLst/>
            <a:cxnLst>
              <a:cxn ang="0">
                <a:pos x="T0" y="T1"/>
              </a:cxn>
              <a:cxn ang="0">
                <a:pos x="T2" y="T3"/>
              </a:cxn>
              <a:cxn ang="0">
                <a:pos x="T4" y="T5"/>
              </a:cxn>
              <a:cxn ang="0">
                <a:pos x="T6" y="T7"/>
              </a:cxn>
              <a:cxn ang="0">
                <a:pos x="T8" y="T9"/>
              </a:cxn>
              <a:cxn ang="0">
                <a:pos x="T10" y="T11"/>
              </a:cxn>
            </a:cxnLst>
            <a:rect l="0" t="0" r="r" b="b"/>
            <a:pathLst>
              <a:path w="2465" h="60">
                <a:moveTo>
                  <a:pt x="15" y="8"/>
                </a:moveTo>
                <a:cubicBezTo>
                  <a:pt x="15" y="8"/>
                  <a:pt x="0" y="37"/>
                  <a:pt x="108" y="60"/>
                </a:cubicBezTo>
                <a:cubicBezTo>
                  <a:pt x="2369" y="60"/>
                  <a:pt x="2369" y="60"/>
                  <a:pt x="2369" y="60"/>
                </a:cubicBezTo>
                <a:cubicBezTo>
                  <a:pt x="2369" y="60"/>
                  <a:pt x="2445" y="55"/>
                  <a:pt x="2465" y="20"/>
                </a:cubicBezTo>
                <a:cubicBezTo>
                  <a:pt x="2465" y="0"/>
                  <a:pt x="2465" y="0"/>
                  <a:pt x="2465" y="0"/>
                </a:cubicBezTo>
                <a:lnTo>
                  <a:pt x="15" y="8"/>
                </a:lnTo>
                <a:close/>
              </a:path>
            </a:pathLst>
          </a:custGeom>
          <a:solidFill>
            <a:srgbClr val="5F6766"/>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29" name="Freeform 22"/>
          <p:cNvSpPr>
            <a:spLocks/>
          </p:cNvSpPr>
          <p:nvPr/>
        </p:nvSpPr>
        <p:spPr bwMode="auto">
          <a:xfrm>
            <a:off x="4208314" y="6182336"/>
            <a:ext cx="3796954" cy="117715"/>
          </a:xfrm>
          <a:custGeom>
            <a:avLst/>
            <a:gdLst>
              <a:gd name="T0" fmla="*/ 1 w 2455"/>
              <a:gd name="T1" fmla="*/ 0 h 76"/>
              <a:gd name="T2" fmla="*/ 2452 w 2455"/>
              <a:gd name="T3" fmla="*/ 0 h 76"/>
              <a:gd name="T4" fmla="*/ 2452 w 2455"/>
              <a:gd name="T5" fmla="*/ 63 h 76"/>
              <a:gd name="T6" fmla="*/ 2427 w 2455"/>
              <a:gd name="T7" fmla="*/ 69 h 76"/>
              <a:gd name="T8" fmla="*/ 24 w 2455"/>
              <a:gd name="T9" fmla="*/ 69 h 76"/>
              <a:gd name="T10" fmla="*/ 0 w 2455"/>
              <a:gd name="T11" fmla="*/ 61 h 76"/>
              <a:gd name="T12" fmla="*/ 1 w 2455"/>
              <a:gd name="T13" fmla="*/ 0 h 76"/>
            </a:gdLst>
            <a:ahLst/>
            <a:cxnLst>
              <a:cxn ang="0">
                <a:pos x="T0" y="T1"/>
              </a:cxn>
              <a:cxn ang="0">
                <a:pos x="T2" y="T3"/>
              </a:cxn>
              <a:cxn ang="0">
                <a:pos x="T4" y="T5"/>
              </a:cxn>
              <a:cxn ang="0">
                <a:pos x="T6" y="T7"/>
              </a:cxn>
              <a:cxn ang="0">
                <a:pos x="T8" y="T9"/>
              </a:cxn>
              <a:cxn ang="0">
                <a:pos x="T10" y="T11"/>
              </a:cxn>
              <a:cxn ang="0">
                <a:pos x="T12" y="T13"/>
              </a:cxn>
            </a:cxnLst>
            <a:rect l="0" t="0" r="r" b="b"/>
            <a:pathLst>
              <a:path w="2455" h="76">
                <a:moveTo>
                  <a:pt x="1" y="0"/>
                </a:moveTo>
                <a:cubicBezTo>
                  <a:pt x="2452" y="0"/>
                  <a:pt x="2452" y="0"/>
                  <a:pt x="2452" y="0"/>
                </a:cubicBezTo>
                <a:cubicBezTo>
                  <a:pt x="2452" y="63"/>
                  <a:pt x="2452" y="63"/>
                  <a:pt x="2452" y="63"/>
                </a:cubicBezTo>
                <a:cubicBezTo>
                  <a:pt x="2452" y="63"/>
                  <a:pt x="2455" y="71"/>
                  <a:pt x="2427" y="69"/>
                </a:cubicBezTo>
                <a:cubicBezTo>
                  <a:pt x="24" y="69"/>
                  <a:pt x="24" y="69"/>
                  <a:pt x="24" y="69"/>
                </a:cubicBezTo>
                <a:cubicBezTo>
                  <a:pt x="24" y="69"/>
                  <a:pt x="2" y="76"/>
                  <a:pt x="0" y="61"/>
                </a:cubicBezTo>
                <a:lnTo>
                  <a:pt x="1" y="0"/>
                </a:lnTo>
                <a:close/>
              </a:path>
            </a:pathLst>
          </a:custGeom>
          <a:gradFill flip="none" rotWithShape="1">
            <a:gsLst>
              <a:gs pos="0">
                <a:srgbClr val="E0E0E2"/>
              </a:gs>
              <a:gs pos="35000">
                <a:srgbClr val="E0E0E2"/>
              </a:gs>
              <a:gs pos="100000">
                <a:srgbClr val="646464"/>
              </a:gs>
              <a:gs pos="98000">
                <a:srgbClr val="F4F4F4"/>
              </a:gs>
              <a:gs pos="67000">
                <a:srgbClr val="CDCDCE"/>
              </a:gs>
            </a:gsLst>
            <a:path path="circle">
              <a:fillToRect l="50000" t="-80000" r="50000" b="180000"/>
            </a:path>
            <a:tileRect/>
          </a:gra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30" name="Freeform 23"/>
          <p:cNvSpPr>
            <a:spLocks/>
          </p:cNvSpPr>
          <p:nvPr/>
        </p:nvSpPr>
        <p:spPr bwMode="auto">
          <a:xfrm>
            <a:off x="7683514" y="6232038"/>
            <a:ext cx="140604" cy="13734"/>
          </a:xfrm>
          <a:custGeom>
            <a:avLst/>
            <a:gdLst>
              <a:gd name="T0" fmla="*/ 91 w 91"/>
              <a:gd name="T1" fmla="*/ 5 h 9"/>
              <a:gd name="T2" fmla="*/ 87 w 91"/>
              <a:gd name="T3" fmla="*/ 9 h 9"/>
              <a:gd name="T4" fmla="*/ 4 w 91"/>
              <a:gd name="T5" fmla="*/ 9 h 9"/>
              <a:gd name="T6" fmla="*/ 0 w 91"/>
              <a:gd name="T7" fmla="*/ 5 h 9"/>
              <a:gd name="T8" fmla="*/ 0 w 91"/>
              <a:gd name="T9" fmla="*/ 5 h 9"/>
              <a:gd name="T10" fmla="*/ 4 w 91"/>
              <a:gd name="T11" fmla="*/ 0 h 9"/>
              <a:gd name="T12" fmla="*/ 87 w 91"/>
              <a:gd name="T13" fmla="*/ 0 h 9"/>
              <a:gd name="T14" fmla="*/ 91 w 91"/>
              <a:gd name="T15" fmla="*/ 5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1" h="9">
                <a:moveTo>
                  <a:pt x="91" y="5"/>
                </a:moveTo>
                <a:cubicBezTo>
                  <a:pt x="91" y="7"/>
                  <a:pt x="89" y="9"/>
                  <a:pt x="87" y="9"/>
                </a:cubicBezTo>
                <a:cubicBezTo>
                  <a:pt x="4" y="9"/>
                  <a:pt x="4" y="9"/>
                  <a:pt x="4" y="9"/>
                </a:cubicBezTo>
                <a:cubicBezTo>
                  <a:pt x="2" y="9"/>
                  <a:pt x="0" y="7"/>
                  <a:pt x="0" y="5"/>
                </a:cubicBezTo>
                <a:cubicBezTo>
                  <a:pt x="0" y="5"/>
                  <a:pt x="0" y="5"/>
                  <a:pt x="0" y="5"/>
                </a:cubicBezTo>
                <a:cubicBezTo>
                  <a:pt x="0" y="2"/>
                  <a:pt x="2" y="0"/>
                  <a:pt x="4" y="0"/>
                </a:cubicBezTo>
                <a:cubicBezTo>
                  <a:pt x="87" y="0"/>
                  <a:pt x="87" y="0"/>
                  <a:pt x="87" y="0"/>
                </a:cubicBezTo>
                <a:cubicBezTo>
                  <a:pt x="89" y="0"/>
                  <a:pt x="91" y="2"/>
                  <a:pt x="91" y="5"/>
                </a:cubicBezTo>
                <a:close/>
              </a:path>
            </a:pathLst>
          </a:custGeom>
          <a:solidFill>
            <a:srgbClr val="5F6766"/>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31" name="Freeform 27"/>
          <p:cNvSpPr>
            <a:spLocks/>
          </p:cNvSpPr>
          <p:nvPr/>
        </p:nvSpPr>
        <p:spPr bwMode="auto">
          <a:xfrm>
            <a:off x="6359878" y="618560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w="15875"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33" name="Freeform 24"/>
          <p:cNvSpPr>
            <a:spLocks/>
          </p:cNvSpPr>
          <p:nvPr/>
        </p:nvSpPr>
        <p:spPr bwMode="auto">
          <a:xfrm>
            <a:off x="5833431" y="6183644"/>
            <a:ext cx="535602" cy="58857"/>
          </a:xfrm>
          <a:custGeom>
            <a:avLst/>
            <a:gdLst>
              <a:gd name="T0" fmla="*/ 9 w 346"/>
              <a:gd name="T1" fmla="*/ 0 h 38"/>
              <a:gd name="T2" fmla="*/ 31 w 346"/>
              <a:gd name="T3" fmla="*/ 34 h 38"/>
              <a:gd name="T4" fmla="*/ 315 w 346"/>
              <a:gd name="T5" fmla="*/ 34 h 38"/>
              <a:gd name="T6" fmla="*/ 342 w 346"/>
              <a:gd name="T7" fmla="*/ 1 h 38"/>
              <a:gd name="T8" fmla="*/ 9 w 346"/>
              <a:gd name="T9" fmla="*/ 0 h 38"/>
            </a:gdLst>
            <a:ahLst/>
            <a:cxnLst>
              <a:cxn ang="0">
                <a:pos x="T0" y="T1"/>
              </a:cxn>
              <a:cxn ang="0">
                <a:pos x="T2" y="T3"/>
              </a:cxn>
              <a:cxn ang="0">
                <a:pos x="T4" y="T5"/>
              </a:cxn>
              <a:cxn ang="0">
                <a:pos x="T6" y="T7"/>
              </a:cxn>
              <a:cxn ang="0">
                <a:pos x="T8" y="T9"/>
              </a:cxn>
            </a:cxnLst>
            <a:rect l="0" t="0" r="r" b="b"/>
            <a:pathLst>
              <a:path w="346" h="38">
                <a:moveTo>
                  <a:pt x="9" y="0"/>
                </a:moveTo>
                <a:cubicBezTo>
                  <a:pt x="9" y="0"/>
                  <a:pt x="0" y="31"/>
                  <a:pt x="31" y="34"/>
                </a:cubicBezTo>
                <a:cubicBezTo>
                  <a:pt x="315" y="34"/>
                  <a:pt x="315" y="34"/>
                  <a:pt x="315" y="34"/>
                </a:cubicBezTo>
                <a:cubicBezTo>
                  <a:pt x="315" y="34"/>
                  <a:pt x="346" y="38"/>
                  <a:pt x="342" y="1"/>
                </a:cubicBezTo>
                <a:lnTo>
                  <a:pt x="9" y="0"/>
                </a:lnTo>
                <a:close/>
              </a:path>
            </a:pathLst>
          </a:custGeom>
          <a:gradFill flip="none" rotWithShape="1">
            <a:gsLst>
              <a:gs pos="21000">
                <a:srgbClr val="DEDEDE"/>
              </a:gs>
              <a:gs pos="100000">
                <a:srgbClr val="585858"/>
              </a:gs>
            </a:gsLst>
            <a:lin ang="5400000" scaled="1"/>
            <a:tileRect/>
          </a:gra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36" name="矩形 39"/>
          <p:cNvSpPr/>
          <p:nvPr/>
        </p:nvSpPr>
        <p:spPr>
          <a:xfrm>
            <a:off x="0" y="203088"/>
            <a:ext cx="2492990" cy="523220"/>
          </a:xfrm>
          <a:prstGeom prst="rect">
            <a:avLst/>
          </a:prstGeom>
          <a:noFill/>
        </p:spPr>
        <p:txBody>
          <a:bodyPr wrap="none" rtlCol="0">
            <a:spAutoFit/>
          </a:bodyPr>
          <a:lstStyle/>
          <a:p>
            <a:r>
              <a:rPr lang="zh-CN" altLang="en-US" sz="2800" b="1" dirty="0">
                <a:solidFill>
                  <a:schemeClr val="tx1">
                    <a:lumMod val="65000"/>
                    <a:lumOff val="35000"/>
                  </a:schemeClr>
                </a:solidFill>
              </a:rPr>
              <a:t>五项并列</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包含</a:t>
            </a:r>
            <a:endParaRPr lang="zh-CN" altLang="zh-CN" sz="2800" b="1" dirty="0">
              <a:solidFill>
                <a:schemeClr val="tx1">
                  <a:lumMod val="65000"/>
                  <a:lumOff val="35000"/>
                </a:schemeClr>
              </a:solidFill>
            </a:endParaRPr>
          </a:p>
        </p:txBody>
      </p:sp>
      <p:sp>
        <p:nvSpPr>
          <p:cNvPr id="138" name="文本框 137"/>
          <p:cNvSpPr txBox="1"/>
          <p:nvPr/>
        </p:nvSpPr>
        <p:spPr>
          <a:xfrm>
            <a:off x="9389035" y="5393053"/>
            <a:ext cx="2867360"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139" name="文本框 138"/>
          <p:cNvSpPr txBox="1"/>
          <p:nvPr/>
        </p:nvSpPr>
        <p:spPr>
          <a:xfrm>
            <a:off x="11551" y="5393053"/>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41" name="文本框 140"/>
          <p:cNvSpPr txBox="1"/>
          <p:nvPr/>
        </p:nvSpPr>
        <p:spPr>
          <a:xfrm>
            <a:off x="8590544" y="3373730"/>
            <a:ext cx="3097762"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142" name="文本框 141"/>
          <p:cNvSpPr txBox="1"/>
          <p:nvPr/>
        </p:nvSpPr>
        <p:spPr>
          <a:xfrm>
            <a:off x="745647" y="3373730"/>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43" name="文本框 142"/>
          <p:cNvSpPr txBox="1"/>
          <p:nvPr/>
        </p:nvSpPr>
        <p:spPr>
          <a:xfrm>
            <a:off x="4667741" y="1590233"/>
            <a:ext cx="2856518" cy="830997"/>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ctr">
              <a:lnSpc>
                <a:spcPct val="120000"/>
              </a:lnSpc>
            </a:pPr>
            <a:r>
              <a:rPr lang="zh-CN" altLang="en-US" sz="1600" dirty="0">
                <a:solidFill>
                  <a:schemeClr val="tx1">
                    <a:lumMod val="65000"/>
                    <a:lumOff val="35000"/>
                  </a:schemeClr>
                </a:solidFill>
              </a:rPr>
              <a:t>添加内容添加内容</a:t>
            </a:r>
          </a:p>
        </p:txBody>
      </p:sp>
      <p:grpSp>
        <p:nvGrpSpPr>
          <p:cNvPr id="2" name="组合 1"/>
          <p:cNvGrpSpPr/>
          <p:nvPr/>
        </p:nvGrpSpPr>
        <p:grpSpPr>
          <a:xfrm>
            <a:off x="2880139" y="5262388"/>
            <a:ext cx="1025477" cy="1025477"/>
            <a:chOff x="2880139" y="5262388"/>
            <a:chExt cx="1025477" cy="1025477"/>
          </a:xfrm>
        </p:grpSpPr>
        <p:sp>
          <p:nvSpPr>
            <p:cNvPr id="157" name="椭圆 156"/>
            <p:cNvSpPr/>
            <p:nvPr/>
          </p:nvSpPr>
          <p:spPr>
            <a:xfrm>
              <a:off x="2880139" y="5262388"/>
              <a:ext cx="1025477" cy="1025477"/>
            </a:xfrm>
            <a:prstGeom prst="ellipse">
              <a:avLst/>
            </a:prstGeom>
            <a:gradFill flip="none" rotWithShape="1">
              <a:gsLst>
                <a:gs pos="0">
                  <a:srgbClr val="F0F0F0"/>
                </a:gs>
                <a:gs pos="100000">
                  <a:srgbClr val="F1F1F1"/>
                </a:gs>
              </a:gsLst>
              <a:lin ang="2700000" scaled="1"/>
              <a:tileRect/>
            </a:gradFill>
            <a:ln w="28575">
              <a:gradFill flip="none" rotWithShape="1">
                <a:gsLst>
                  <a:gs pos="100000">
                    <a:srgbClr val="FFFFFF"/>
                  </a:gs>
                  <a:gs pos="0">
                    <a:srgbClr val="CECED0"/>
                  </a:gs>
                </a:gsLst>
                <a:lin ang="13500000" scaled="1"/>
                <a:tileRect/>
              </a:gra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8" name="椭圆 157"/>
            <p:cNvSpPr/>
            <p:nvPr/>
          </p:nvSpPr>
          <p:spPr>
            <a:xfrm>
              <a:off x="2949525" y="5331774"/>
              <a:ext cx="886705" cy="886705"/>
            </a:xfrm>
            <a:prstGeom prst="ellipse">
              <a:avLst/>
            </a:prstGeom>
            <a:gradFill>
              <a:gsLst>
                <a:gs pos="0">
                  <a:srgbClr val="D6009E"/>
                </a:gs>
                <a:gs pos="74000">
                  <a:srgbClr val="C40091"/>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64" name="组合 163"/>
            <p:cNvGrpSpPr/>
            <p:nvPr/>
          </p:nvGrpSpPr>
          <p:grpSpPr>
            <a:xfrm>
              <a:off x="3217164" y="5587077"/>
              <a:ext cx="663336" cy="610690"/>
              <a:chOff x="12327405" y="858403"/>
              <a:chExt cx="833274" cy="767141"/>
            </a:xfrm>
          </p:grpSpPr>
          <p:sp>
            <p:nvSpPr>
              <p:cNvPr id="165" name="Freeform 55"/>
              <p:cNvSpPr>
                <a:spLocks/>
              </p:cNvSpPr>
              <p:nvPr/>
            </p:nvSpPr>
            <p:spPr bwMode="auto">
              <a:xfrm>
                <a:off x="12359149" y="863694"/>
                <a:ext cx="801530" cy="761850"/>
              </a:xfrm>
              <a:custGeom>
                <a:avLst/>
                <a:gdLst>
                  <a:gd name="T0" fmla="*/ 137 w 303"/>
                  <a:gd name="T1" fmla="*/ 288 h 288"/>
                  <a:gd name="T2" fmla="*/ 0 w 303"/>
                  <a:gd name="T3" fmla="*/ 174 h 288"/>
                  <a:gd name="T4" fmla="*/ 2 w 303"/>
                  <a:gd name="T5" fmla="*/ 15 h 288"/>
                  <a:gd name="T6" fmla="*/ 54 w 303"/>
                  <a:gd name="T7" fmla="*/ 10 h 288"/>
                  <a:gd name="T8" fmla="*/ 85 w 303"/>
                  <a:gd name="T9" fmla="*/ 43 h 288"/>
                  <a:gd name="T10" fmla="*/ 106 w 303"/>
                  <a:gd name="T11" fmla="*/ 22 h 288"/>
                  <a:gd name="T12" fmla="*/ 128 w 303"/>
                  <a:gd name="T13" fmla="*/ 0 h 288"/>
                  <a:gd name="T14" fmla="*/ 303 w 303"/>
                  <a:gd name="T15" fmla="*/ 150 h 288"/>
                  <a:gd name="T16" fmla="*/ 137 w 303"/>
                  <a:gd name="T17" fmla="*/ 288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3" h="288">
                    <a:moveTo>
                      <a:pt x="137" y="288"/>
                    </a:moveTo>
                    <a:lnTo>
                      <a:pt x="0" y="174"/>
                    </a:lnTo>
                    <a:lnTo>
                      <a:pt x="2" y="15"/>
                    </a:lnTo>
                    <a:lnTo>
                      <a:pt x="54" y="10"/>
                    </a:lnTo>
                    <a:lnTo>
                      <a:pt x="85" y="43"/>
                    </a:lnTo>
                    <a:lnTo>
                      <a:pt x="106" y="22"/>
                    </a:lnTo>
                    <a:lnTo>
                      <a:pt x="128" y="0"/>
                    </a:lnTo>
                    <a:lnTo>
                      <a:pt x="303" y="150"/>
                    </a:lnTo>
                    <a:lnTo>
                      <a:pt x="137" y="288"/>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6" name="Freeform 56"/>
              <p:cNvSpPr>
                <a:spLocks noEditPoints="1"/>
              </p:cNvSpPr>
              <p:nvPr/>
            </p:nvSpPr>
            <p:spPr bwMode="auto">
              <a:xfrm>
                <a:off x="12327405" y="858403"/>
                <a:ext cx="193109" cy="484093"/>
              </a:xfrm>
              <a:custGeom>
                <a:avLst/>
                <a:gdLst>
                  <a:gd name="T0" fmla="*/ 17 w 31"/>
                  <a:gd name="T1" fmla="*/ 0 h 77"/>
                  <a:gd name="T2" fmla="*/ 28 w 31"/>
                  <a:gd name="T3" fmla="*/ 5 h 77"/>
                  <a:gd name="T4" fmla="*/ 31 w 31"/>
                  <a:gd name="T5" fmla="*/ 18 h 77"/>
                  <a:gd name="T6" fmla="*/ 31 w 31"/>
                  <a:gd name="T7" fmla="*/ 63 h 77"/>
                  <a:gd name="T8" fmla="*/ 27 w 31"/>
                  <a:gd name="T9" fmla="*/ 74 h 77"/>
                  <a:gd name="T10" fmla="*/ 16 w 31"/>
                  <a:gd name="T11" fmla="*/ 77 h 77"/>
                  <a:gd name="T12" fmla="*/ 2 w 31"/>
                  <a:gd name="T13" fmla="*/ 72 h 77"/>
                  <a:gd name="T14" fmla="*/ 0 w 31"/>
                  <a:gd name="T15" fmla="*/ 57 h 77"/>
                  <a:gd name="T16" fmla="*/ 0 w 31"/>
                  <a:gd name="T17" fmla="*/ 21 h 77"/>
                  <a:gd name="T18" fmla="*/ 3 w 31"/>
                  <a:gd name="T19" fmla="*/ 6 h 77"/>
                  <a:gd name="T20" fmla="*/ 17 w 31"/>
                  <a:gd name="T21" fmla="*/ 0 h 77"/>
                  <a:gd name="T22" fmla="*/ 16 w 31"/>
                  <a:gd name="T23" fmla="*/ 70 h 77"/>
                  <a:gd name="T24" fmla="*/ 22 w 31"/>
                  <a:gd name="T25" fmla="*/ 59 h 77"/>
                  <a:gd name="T26" fmla="*/ 22 w 31"/>
                  <a:gd name="T27" fmla="*/ 17 h 77"/>
                  <a:gd name="T28" fmla="*/ 16 w 31"/>
                  <a:gd name="T29" fmla="*/ 7 h 77"/>
                  <a:gd name="T30" fmla="*/ 9 w 31"/>
                  <a:gd name="T31" fmla="*/ 17 h 77"/>
                  <a:gd name="T32" fmla="*/ 9 w 31"/>
                  <a:gd name="T33" fmla="*/ 20 h 77"/>
                  <a:gd name="T34" fmla="*/ 9 w 31"/>
                  <a:gd name="T35" fmla="*/ 23 h 77"/>
                  <a:gd name="T36" fmla="*/ 9 w 31"/>
                  <a:gd name="T37" fmla="*/ 35 h 77"/>
                  <a:gd name="T38" fmla="*/ 9 w 31"/>
                  <a:gd name="T39" fmla="*/ 48 h 77"/>
                  <a:gd name="T40" fmla="*/ 9 w 31"/>
                  <a:gd name="T41" fmla="*/ 59 h 77"/>
                  <a:gd name="T42" fmla="*/ 16 w 31"/>
                  <a:gd name="T43" fmla="*/ 7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77">
                    <a:moveTo>
                      <a:pt x="17" y="0"/>
                    </a:moveTo>
                    <a:cubicBezTo>
                      <a:pt x="22" y="0"/>
                      <a:pt x="26" y="2"/>
                      <a:pt x="28" y="5"/>
                    </a:cubicBezTo>
                    <a:cubicBezTo>
                      <a:pt x="30" y="8"/>
                      <a:pt x="31" y="12"/>
                      <a:pt x="31" y="18"/>
                    </a:cubicBezTo>
                    <a:cubicBezTo>
                      <a:pt x="31" y="63"/>
                      <a:pt x="31" y="63"/>
                      <a:pt x="31" y="63"/>
                    </a:cubicBezTo>
                    <a:cubicBezTo>
                      <a:pt x="31" y="67"/>
                      <a:pt x="30" y="71"/>
                      <a:pt x="27" y="74"/>
                    </a:cubicBezTo>
                    <a:cubicBezTo>
                      <a:pt x="24" y="76"/>
                      <a:pt x="21" y="77"/>
                      <a:pt x="16" y="77"/>
                    </a:cubicBezTo>
                    <a:cubicBezTo>
                      <a:pt x="9" y="77"/>
                      <a:pt x="5" y="76"/>
                      <a:pt x="2" y="72"/>
                    </a:cubicBezTo>
                    <a:cubicBezTo>
                      <a:pt x="1" y="69"/>
                      <a:pt x="0" y="64"/>
                      <a:pt x="0" y="57"/>
                    </a:cubicBezTo>
                    <a:cubicBezTo>
                      <a:pt x="0" y="21"/>
                      <a:pt x="0" y="21"/>
                      <a:pt x="0" y="21"/>
                    </a:cubicBezTo>
                    <a:cubicBezTo>
                      <a:pt x="0" y="14"/>
                      <a:pt x="1" y="8"/>
                      <a:pt x="3" y="6"/>
                    </a:cubicBezTo>
                    <a:cubicBezTo>
                      <a:pt x="5" y="2"/>
                      <a:pt x="10" y="0"/>
                      <a:pt x="17" y="0"/>
                    </a:cubicBezTo>
                    <a:close/>
                    <a:moveTo>
                      <a:pt x="16" y="70"/>
                    </a:moveTo>
                    <a:cubicBezTo>
                      <a:pt x="20" y="70"/>
                      <a:pt x="22" y="66"/>
                      <a:pt x="22" y="59"/>
                    </a:cubicBezTo>
                    <a:cubicBezTo>
                      <a:pt x="22" y="17"/>
                      <a:pt x="22" y="17"/>
                      <a:pt x="22" y="17"/>
                    </a:cubicBezTo>
                    <a:cubicBezTo>
                      <a:pt x="22" y="10"/>
                      <a:pt x="20" y="7"/>
                      <a:pt x="16" y="7"/>
                    </a:cubicBezTo>
                    <a:cubicBezTo>
                      <a:pt x="11" y="7"/>
                      <a:pt x="9" y="11"/>
                      <a:pt x="9" y="17"/>
                    </a:cubicBezTo>
                    <a:cubicBezTo>
                      <a:pt x="9" y="20"/>
                      <a:pt x="9" y="20"/>
                      <a:pt x="9" y="20"/>
                    </a:cubicBezTo>
                    <a:cubicBezTo>
                      <a:pt x="9" y="23"/>
                      <a:pt x="9" y="23"/>
                      <a:pt x="9" y="23"/>
                    </a:cubicBezTo>
                    <a:cubicBezTo>
                      <a:pt x="9" y="35"/>
                      <a:pt x="9" y="35"/>
                      <a:pt x="9" y="35"/>
                    </a:cubicBezTo>
                    <a:cubicBezTo>
                      <a:pt x="9" y="48"/>
                      <a:pt x="9" y="48"/>
                      <a:pt x="9" y="48"/>
                    </a:cubicBezTo>
                    <a:cubicBezTo>
                      <a:pt x="9" y="59"/>
                      <a:pt x="9" y="59"/>
                      <a:pt x="9" y="59"/>
                    </a:cubicBezTo>
                    <a:cubicBezTo>
                      <a:pt x="9" y="66"/>
                      <a:pt x="11" y="70"/>
                      <a:pt x="16" y="70"/>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67" name="Freeform 57"/>
              <p:cNvSpPr>
                <a:spLocks/>
              </p:cNvSpPr>
              <p:nvPr/>
            </p:nvSpPr>
            <p:spPr bwMode="auto">
              <a:xfrm>
                <a:off x="12584001" y="863694"/>
                <a:ext cx="113749" cy="478803"/>
              </a:xfrm>
              <a:custGeom>
                <a:avLst/>
                <a:gdLst>
                  <a:gd name="T0" fmla="*/ 0 w 18"/>
                  <a:gd name="T1" fmla="*/ 11 h 76"/>
                  <a:gd name="T2" fmla="*/ 11 w 18"/>
                  <a:gd name="T3" fmla="*/ 0 h 76"/>
                  <a:gd name="T4" fmla="*/ 18 w 18"/>
                  <a:gd name="T5" fmla="*/ 0 h 76"/>
                  <a:gd name="T6" fmla="*/ 18 w 18"/>
                  <a:gd name="T7" fmla="*/ 76 h 76"/>
                  <a:gd name="T8" fmla="*/ 8 w 18"/>
                  <a:gd name="T9" fmla="*/ 76 h 76"/>
                  <a:gd name="T10" fmla="*/ 8 w 18"/>
                  <a:gd name="T11" fmla="*/ 19 h 76"/>
                  <a:gd name="T12" fmla="*/ 0 w 18"/>
                  <a:gd name="T13" fmla="*/ 19 h 76"/>
                  <a:gd name="T14" fmla="*/ 0 w 18"/>
                  <a:gd name="T15" fmla="*/ 11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76">
                    <a:moveTo>
                      <a:pt x="0" y="11"/>
                    </a:moveTo>
                    <a:cubicBezTo>
                      <a:pt x="7" y="10"/>
                      <a:pt x="10" y="7"/>
                      <a:pt x="11" y="0"/>
                    </a:cubicBezTo>
                    <a:cubicBezTo>
                      <a:pt x="18" y="0"/>
                      <a:pt x="18" y="0"/>
                      <a:pt x="18" y="0"/>
                    </a:cubicBezTo>
                    <a:cubicBezTo>
                      <a:pt x="18" y="76"/>
                      <a:pt x="18" y="76"/>
                      <a:pt x="18" y="76"/>
                    </a:cubicBezTo>
                    <a:cubicBezTo>
                      <a:pt x="8" y="76"/>
                      <a:pt x="8" y="76"/>
                      <a:pt x="8" y="76"/>
                    </a:cubicBezTo>
                    <a:cubicBezTo>
                      <a:pt x="8" y="19"/>
                      <a:pt x="8" y="19"/>
                      <a:pt x="8" y="19"/>
                    </a:cubicBezTo>
                    <a:cubicBezTo>
                      <a:pt x="0" y="19"/>
                      <a:pt x="0" y="19"/>
                      <a:pt x="0" y="19"/>
                    </a:cubicBezTo>
                    <a:lnTo>
                      <a:pt x="0" y="11"/>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3" name="组合 2"/>
          <p:cNvGrpSpPr/>
          <p:nvPr/>
        </p:nvGrpSpPr>
        <p:grpSpPr>
          <a:xfrm>
            <a:off x="3602165" y="3262632"/>
            <a:ext cx="1025477" cy="1025477"/>
            <a:chOff x="3602165" y="3262632"/>
            <a:chExt cx="1025477" cy="1025477"/>
          </a:xfrm>
        </p:grpSpPr>
        <p:sp>
          <p:nvSpPr>
            <p:cNvPr id="145" name="椭圆 144"/>
            <p:cNvSpPr/>
            <p:nvPr/>
          </p:nvSpPr>
          <p:spPr>
            <a:xfrm>
              <a:off x="3602165" y="3262632"/>
              <a:ext cx="1025477" cy="1025477"/>
            </a:xfrm>
            <a:prstGeom prst="ellipse">
              <a:avLst/>
            </a:prstGeom>
            <a:gradFill flip="none" rotWithShape="1">
              <a:gsLst>
                <a:gs pos="0">
                  <a:srgbClr val="F0F0F0"/>
                </a:gs>
                <a:gs pos="100000">
                  <a:srgbClr val="F1F1F1"/>
                </a:gs>
              </a:gsLst>
              <a:lin ang="2700000" scaled="1"/>
              <a:tileRect/>
            </a:gradFill>
            <a:ln w="28575">
              <a:gradFill flip="none" rotWithShape="1">
                <a:gsLst>
                  <a:gs pos="100000">
                    <a:srgbClr val="FFFFFF"/>
                  </a:gs>
                  <a:gs pos="0">
                    <a:srgbClr val="CECED0"/>
                  </a:gs>
                </a:gsLst>
                <a:lin ang="13500000" scaled="1"/>
                <a:tileRect/>
              </a:gra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6" name="椭圆 145"/>
            <p:cNvSpPr/>
            <p:nvPr/>
          </p:nvSpPr>
          <p:spPr>
            <a:xfrm>
              <a:off x="3671551" y="3332018"/>
              <a:ext cx="886705" cy="886705"/>
            </a:xfrm>
            <a:prstGeom prst="ellipse">
              <a:avLst/>
            </a:prstGeom>
            <a:gradFill>
              <a:gsLst>
                <a:gs pos="0">
                  <a:srgbClr val="F28F00"/>
                </a:gs>
                <a:gs pos="98000">
                  <a:srgbClr val="E60C12"/>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68" name="组合 167"/>
            <p:cNvGrpSpPr/>
            <p:nvPr/>
          </p:nvGrpSpPr>
          <p:grpSpPr>
            <a:xfrm>
              <a:off x="3924473" y="3591676"/>
              <a:ext cx="678076" cy="610690"/>
              <a:chOff x="952501" y="6013451"/>
              <a:chExt cx="511175" cy="460375"/>
            </a:xfrm>
          </p:grpSpPr>
          <p:sp>
            <p:nvSpPr>
              <p:cNvPr id="169" name="Freeform 58"/>
              <p:cNvSpPr>
                <a:spLocks/>
              </p:cNvSpPr>
              <p:nvPr/>
            </p:nvSpPr>
            <p:spPr bwMode="auto">
              <a:xfrm>
                <a:off x="971551" y="6021388"/>
                <a:ext cx="492125" cy="452438"/>
              </a:xfrm>
              <a:custGeom>
                <a:avLst/>
                <a:gdLst>
                  <a:gd name="T0" fmla="*/ 137 w 310"/>
                  <a:gd name="T1" fmla="*/ 285 h 285"/>
                  <a:gd name="T2" fmla="*/ 0 w 310"/>
                  <a:gd name="T3" fmla="*/ 171 h 285"/>
                  <a:gd name="T4" fmla="*/ 2 w 310"/>
                  <a:gd name="T5" fmla="*/ 12 h 285"/>
                  <a:gd name="T6" fmla="*/ 54 w 310"/>
                  <a:gd name="T7" fmla="*/ 7 h 285"/>
                  <a:gd name="T8" fmla="*/ 87 w 310"/>
                  <a:gd name="T9" fmla="*/ 40 h 285"/>
                  <a:gd name="T10" fmla="*/ 97 w 310"/>
                  <a:gd name="T11" fmla="*/ 7 h 285"/>
                  <a:gd name="T12" fmla="*/ 137 w 310"/>
                  <a:gd name="T13" fmla="*/ 0 h 285"/>
                  <a:gd name="T14" fmla="*/ 310 w 310"/>
                  <a:gd name="T15" fmla="*/ 150 h 285"/>
                  <a:gd name="T16" fmla="*/ 137 w 310"/>
                  <a:gd name="T17" fmla="*/ 285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0" h="285">
                    <a:moveTo>
                      <a:pt x="137" y="285"/>
                    </a:moveTo>
                    <a:lnTo>
                      <a:pt x="0" y="171"/>
                    </a:lnTo>
                    <a:lnTo>
                      <a:pt x="2" y="12"/>
                    </a:lnTo>
                    <a:lnTo>
                      <a:pt x="54" y="7"/>
                    </a:lnTo>
                    <a:lnTo>
                      <a:pt x="87" y="40"/>
                    </a:lnTo>
                    <a:lnTo>
                      <a:pt x="97" y="7"/>
                    </a:lnTo>
                    <a:lnTo>
                      <a:pt x="137" y="0"/>
                    </a:lnTo>
                    <a:lnTo>
                      <a:pt x="310" y="150"/>
                    </a:lnTo>
                    <a:lnTo>
                      <a:pt x="137" y="285"/>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0" name="Freeform 59"/>
              <p:cNvSpPr>
                <a:spLocks noEditPoints="1"/>
              </p:cNvSpPr>
              <p:nvPr/>
            </p:nvSpPr>
            <p:spPr bwMode="auto">
              <a:xfrm>
                <a:off x="952501" y="6013451"/>
                <a:ext cx="115888" cy="290513"/>
              </a:xfrm>
              <a:custGeom>
                <a:avLst/>
                <a:gdLst>
                  <a:gd name="T0" fmla="*/ 17 w 31"/>
                  <a:gd name="T1" fmla="*/ 0 h 77"/>
                  <a:gd name="T2" fmla="*/ 28 w 31"/>
                  <a:gd name="T3" fmla="*/ 5 h 77"/>
                  <a:gd name="T4" fmla="*/ 31 w 31"/>
                  <a:gd name="T5" fmla="*/ 18 h 77"/>
                  <a:gd name="T6" fmla="*/ 31 w 31"/>
                  <a:gd name="T7" fmla="*/ 62 h 77"/>
                  <a:gd name="T8" fmla="*/ 27 w 31"/>
                  <a:gd name="T9" fmla="*/ 73 h 77"/>
                  <a:gd name="T10" fmla="*/ 16 w 31"/>
                  <a:gd name="T11" fmla="*/ 77 h 77"/>
                  <a:gd name="T12" fmla="*/ 3 w 31"/>
                  <a:gd name="T13" fmla="*/ 71 h 77"/>
                  <a:gd name="T14" fmla="*/ 0 w 31"/>
                  <a:gd name="T15" fmla="*/ 56 h 77"/>
                  <a:gd name="T16" fmla="*/ 0 w 31"/>
                  <a:gd name="T17" fmla="*/ 21 h 77"/>
                  <a:gd name="T18" fmla="*/ 3 w 31"/>
                  <a:gd name="T19" fmla="*/ 5 h 77"/>
                  <a:gd name="T20" fmla="*/ 17 w 31"/>
                  <a:gd name="T21" fmla="*/ 0 h 77"/>
                  <a:gd name="T22" fmla="*/ 16 w 31"/>
                  <a:gd name="T23" fmla="*/ 70 h 77"/>
                  <a:gd name="T24" fmla="*/ 22 w 31"/>
                  <a:gd name="T25" fmla="*/ 59 h 77"/>
                  <a:gd name="T26" fmla="*/ 22 w 31"/>
                  <a:gd name="T27" fmla="*/ 17 h 77"/>
                  <a:gd name="T28" fmla="*/ 16 w 31"/>
                  <a:gd name="T29" fmla="*/ 7 h 77"/>
                  <a:gd name="T30" fmla="*/ 9 w 31"/>
                  <a:gd name="T31" fmla="*/ 17 h 77"/>
                  <a:gd name="T32" fmla="*/ 9 w 31"/>
                  <a:gd name="T33" fmla="*/ 20 h 77"/>
                  <a:gd name="T34" fmla="*/ 9 w 31"/>
                  <a:gd name="T35" fmla="*/ 23 h 77"/>
                  <a:gd name="T36" fmla="*/ 9 w 31"/>
                  <a:gd name="T37" fmla="*/ 35 h 77"/>
                  <a:gd name="T38" fmla="*/ 9 w 31"/>
                  <a:gd name="T39" fmla="*/ 48 h 77"/>
                  <a:gd name="T40" fmla="*/ 9 w 31"/>
                  <a:gd name="T41" fmla="*/ 59 h 77"/>
                  <a:gd name="T42" fmla="*/ 16 w 31"/>
                  <a:gd name="T43" fmla="*/ 7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77">
                    <a:moveTo>
                      <a:pt x="17" y="0"/>
                    </a:moveTo>
                    <a:cubicBezTo>
                      <a:pt x="22" y="0"/>
                      <a:pt x="26" y="1"/>
                      <a:pt x="28" y="5"/>
                    </a:cubicBezTo>
                    <a:cubicBezTo>
                      <a:pt x="30" y="8"/>
                      <a:pt x="31" y="12"/>
                      <a:pt x="31" y="18"/>
                    </a:cubicBezTo>
                    <a:cubicBezTo>
                      <a:pt x="31" y="62"/>
                      <a:pt x="31" y="62"/>
                      <a:pt x="31" y="62"/>
                    </a:cubicBezTo>
                    <a:cubicBezTo>
                      <a:pt x="31" y="67"/>
                      <a:pt x="30" y="71"/>
                      <a:pt x="27" y="73"/>
                    </a:cubicBezTo>
                    <a:cubicBezTo>
                      <a:pt x="25" y="76"/>
                      <a:pt x="21" y="77"/>
                      <a:pt x="16" y="77"/>
                    </a:cubicBezTo>
                    <a:cubicBezTo>
                      <a:pt x="9" y="77"/>
                      <a:pt x="5" y="75"/>
                      <a:pt x="3" y="71"/>
                    </a:cubicBezTo>
                    <a:cubicBezTo>
                      <a:pt x="1" y="69"/>
                      <a:pt x="0" y="64"/>
                      <a:pt x="0" y="56"/>
                    </a:cubicBezTo>
                    <a:cubicBezTo>
                      <a:pt x="0" y="21"/>
                      <a:pt x="0" y="21"/>
                      <a:pt x="0" y="21"/>
                    </a:cubicBezTo>
                    <a:cubicBezTo>
                      <a:pt x="0" y="13"/>
                      <a:pt x="1" y="8"/>
                      <a:pt x="3" y="5"/>
                    </a:cubicBezTo>
                    <a:cubicBezTo>
                      <a:pt x="5" y="2"/>
                      <a:pt x="10" y="0"/>
                      <a:pt x="17" y="0"/>
                    </a:cubicBezTo>
                    <a:close/>
                    <a:moveTo>
                      <a:pt x="16" y="70"/>
                    </a:moveTo>
                    <a:cubicBezTo>
                      <a:pt x="20" y="70"/>
                      <a:pt x="22" y="66"/>
                      <a:pt x="22" y="59"/>
                    </a:cubicBezTo>
                    <a:cubicBezTo>
                      <a:pt x="22" y="17"/>
                      <a:pt x="22" y="17"/>
                      <a:pt x="22" y="17"/>
                    </a:cubicBezTo>
                    <a:cubicBezTo>
                      <a:pt x="22" y="10"/>
                      <a:pt x="20" y="7"/>
                      <a:pt x="16" y="7"/>
                    </a:cubicBezTo>
                    <a:cubicBezTo>
                      <a:pt x="11" y="7"/>
                      <a:pt x="9" y="10"/>
                      <a:pt x="9" y="17"/>
                    </a:cubicBezTo>
                    <a:cubicBezTo>
                      <a:pt x="9" y="20"/>
                      <a:pt x="9" y="20"/>
                      <a:pt x="9" y="20"/>
                    </a:cubicBezTo>
                    <a:cubicBezTo>
                      <a:pt x="9" y="23"/>
                      <a:pt x="9" y="23"/>
                      <a:pt x="9" y="23"/>
                    </a:cubicBezTo>
                    <a:cubicBezTo>
                      <a:pt x="9" y="35"/>
                      <a:pt x="9" y="35"/>
                      <a:pt x="9" y="35"/>
                    </a:cubicBezTo>
                    <a:cubicBezTo>
                      <a:pt x="9" y="48"/>
                      <a:pt x="9" y="48"/>
                      <a:pt x="9" y="48"/>
                    </a:cubicBezTo>
                    <a:cubicBezTo>
                      <a:pt x="9" y="59"/>
                      <a:pt x="9" y="59"/>
                      <a:pt x="9" y="59"/>
                    </a:cubicBezTo>
                    <a:cubicBezTo>
                      <a:pt x="9" y="66"/>
                      <a:pt x="11" y="70"/>
                      <a:pt x="16" y="70"/>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71" name="Freeform 60"/>
              <p:cNvSpPr>
                <a:spLocks/>
              </p:cNvSpPr>
              <p:nvPr/>
            </p:nvSpPr>
            <p:spPr bwMode="auto">
              <a:xfrm>
                <a:off x="1090613" y="6013451"/>
                <a:ext cx="117475" cy="290513"/>
              </a:xfrm>
              <a:custGeom>
                <a:avLst/>
                <a:gdLst>
                  <a:gd name="T0" fmla="*/ 0 w 31"/>
                  <a:gd name="T1" fmla="*/ 16 h 77"/>
                  <a:gd name="T2" fmla="*/ 4 w 31"/>
                  <a:gd name="T3" fmla="*/ 4 h 77"/>
                  <a:gd name="T4" fmla="*/ 16 w 31"/>
                  <a:gd name="T5" fmla="*/ 0 h 77"/>
                  <a:gd name="T6" fmla="*/ 29 w 31"/>
                  <a:gd name="T7" fmla="*/ 6 h 77"/>
                  <a:gd name="T8" fmla="*/ 31 w 31"/>
                  <a:gd name="T9" fmla="*/ 22 h 77"/>
                  <a:gd name="T10" fmla="*/ 30 w 31"/>
                  <a:gd name="T11" fmla="*/ 30 h 77"/>
                  <a:gd name="T12" fmla="*/ 27 w 31"/>
                  <a:gd name="T13" fmla="*/ 38 h 77"/>
                  <a:gd name="T14" fmla="*/ 18 w 31"/>
                  <a:gd name="T15" fmla="*/ 52 h 77"/>
                  <a:gd name="T16" fmla="*/ 11 w 31"/>
                  <a:gd name="T17" fmla="*/ 68 h 77"/>
                  <a:gd name="T18" fmla="*/ 31 w 31"/>
                  <a:gd name="T19" fmla="*/ 68 h 77"/>
                  <a:gd name="T20" fmla="*/ 31 w 31"/>
                  <a:gd name="T21" fmla="*/ 76 h 77"/>
                  <a:gd name="T22" fmla="*/ 8 w 31"/>
                  <a:gd name="T23" fmla="*/ 77 h 77"/>
                  <a:gd name="T24" fmla="*/ 0 w 31"/>
                  <a:gd name="T25" fmla="*/ 76 h 77"/>
                  <a:gd name="T26" fmla="*/ 0 w 31"/>
                  <a:gd name="T27" fmla="*/ 76 h 77"/>
                  <a:gd name="T28" fmla="*/ 5 w 31"/>
                  <a:gd name="T29" fmla="*/ 55 h 77"/>
                  <a:gd name="T30" fmla="*/ 17 w 31"/>
                  <a:gd name="T31" fmla="*/ 37 h 77"/>
                  <a:gd name="T32" fmla="*/ 21 w 31"/>
                  <a:gd name="T33" fmla="*/ 20 h 77"/>
                  <a:gd name="T34" fmla="*/ 21 w 31"/>
                  <a:gd name="T35" fmla="*/ 19 h 77"/>
                  <a:gd name="T36" fmla="*/ 21 w 31"/>
                  <a:gd name="T37" fmla="*/ 17 h 77"/>
                  <a:gd name="T38" fmla="*/ 21 w 31"/>
                  <a:gd name="T39" fmla="*/ 12 h 77"/>
                  <a:gd name="T40" fmla="*/ 15 w 31"/>
                  <a:gd name="T41" fmla="*/ 7 h 77"/>
                  <a:gd name="T42" fmla="*/ 10 w 31"/>
                  <a:gd name="T43" fmla="*/ 16 h 77"/>
                  <a:gd name="T44" fmla="*/ 10 w 31"/>
                  <a:gd name="T45" fmla="*/ 19 h 77"/>
                  <a:gd name="T46" fmla="*/ 10 w 31"/>
                  <a:gd name="T47" fmla="*/ 21 h 77"/>
                  <a:gd name="T48" fmla="*/ 10 w 31"/>
                  <a:gd name="T49" fmla="*/ 23 h 77"/>
                  <a:gd name="T50" fmla="*/ 10 w 31"/>
                  <a:gd name="T51" fmla="*/ 26 h 77"/>
                  <a:gd name="T52" fmla="*/ 0 w 31"/>
                  <a:gd name="T53" fmla="*/ 26 h 77"/>
                  <a:gd name="T54" fmla="*/ 0 w 31"/>
                  <a:gd name="T55" fmla="*/ 1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1" h="77">
                    <a:moveTo>
                      <a:pt x="0" y="16"/>
                    </a:moveTo>
                    <a:cubicBezTo>
                      <a:pt x="0" y="10"/>
                      <a:pt x="2" y="6"/>
                      <a:pt x="4" y="4"/>
                    </a:cubicBezTo>
                    <a:cubicBezTo>
                      <a:pt x="6" y="1"/>
                      <a:pt x="10" y="0"/>
                      <a:pt x="16" y="0"/>
                    </a:cubicBezTo>
                    <a:cubicBezTo>
                      <a:pt x="23" y="0"/>
                      <a:pt x="27" y="2"/>
                      <a:pt x="29" y="6"/>
                    </a:cubicBezTo>
                    <a:cubicBezTo>
                      <a:pt x="30" y="9"/>
                      <a:pt x="31" y="14"/>
                      <a:pt x="31" y="22"/>
                    </a:cubicBezTo>
                    <a:cubicBezTo>
                      <a:pt x="31" y="25"/>
                      <a:pt x="31" y="28"/>
                      <a:pt x="30" y="30"/>
                    </a:cubicBezTo>
                    <a:cubicBezTo>
                      <a:pt x="30" y="32"/>
                      <a:pt x="29" y="35"/>
                      <a:pt x="27" y="38"/>
                    </a:cubicBezTo>
                    <a:cubicBezTo>
                      <a:pt x="18" y="52"/>
                      <a:pt x="18" y="52"/>
                      <a:pt x="18" y="52"/>
                    </a:cubicBezTo>
                    <a:cubicBezTo>
                      <a:pt x="14" y="58"/>
                      <a:pt x="12" y="63"/>
                      <a:pt x="11" y="68"/>
                    </a:cubicBezTo>
                    <a:cubicBezTo>
                      <a:pt x="31" y="68"/>
                      <a:pt x="31" y="68"/>
                      <a:pt x="31" y="68"/>
                    </a:cubicBezTo>
                    <a:cubicBezTo>
                      <a:pt x="31" y="76"/>
                      <a:pt x="31" y="76"/>
                      <a:pt x="31" y="76"/>
                    </a:cubicBezTo>
                    <a:cubicBezTo>
                      <a:pt x="8" y="77"/>
                      <a:pt x="8" y="77"/>
                      <a:pt x="8" y="77"/>
                    </a:cubicBezTo>
                    <a:cubicBezTo>
                      <a:pt x="0" y="76"/>
                      <a:pt x="0" y="76"/>
                      <a:pt x="0" y="76"/>
                    </a:cubicBezTo>
                    <a:cubicBezTo>
                      <a:pt x="0" y="76"/>
                      <a:pt x="0" y="76"/>
                      <a:pt x="0" y="76"/>
                    </a:cubicBezTo>
                    <a:cubicBezTo>
                      <a:pt x="0" y="68"/>
                      <a:pt x="2" y="61"/>
                      <a:pt x="5" y="55"/>
                    </a:cubicBezTo>
                    <a:cubicBezTo>
                      <a:pt x="7" y="51"/>
                      <a:pt x="11" y="45"/>
                      <a:pt x="17" y="37"/>
                    </a:cubicBezTo>
                    <a:cubicBezTo>
                      <a:pt x="20" y="32"/>
                      <a:pt x="21" y="27"/>
                      <a:pt x="21" y="20"/>
                    </a:cubicBezTo>
                    <a:cubicBezTo>
                      <a:pt x="21" y="19"/>
                      <a:pt x="21" y="19"/>
                      <a:pt x="21" y="19"/>
                    </a:cubicBezTo>
                    <a:cubicBezTo>
                      <a:pt x="21" y="17"/>
                      <a:pt x="21" y="17"/>
                      <a:pt x="21" y="17"/>
                    </a:cubicBezTo>
                    <a:cubicBezTo>
                      <a:pt x="21" y="15"/>
                      <a:pt x="21" y="13"/>
                      <a:pt x="21" y="12"/>
                    </a:cubicBezTo>
                    <a:cubicBezTo>
                      <a:pt x="20" y="9"/>
                      <a:pt x="18" y="7"/>
                      <a:pt x="15" y="7"/>
                    </a:cubicBezTo>
                    <a:cubicBezTo>
                      <a:pt x="11" y="7"/>
                      <a:pt x="10" y="10"/>
                      <a:pt x="10" y="16"/>
                    </a:cubicBezTo>
                    <a:cubicBezTo>
                      <a:pt x="10" y="19"/>
                      <a:pt x="10" y="19"/>
                      <a:pt x="10" y="19"/>
                    </a:cubicBezTo>
                    <a:cubicBezTo>
                      <a:pt x="10" y="21"/>
                      <a:pt x="10" y="21"/>
                      <a:pt x="10" y="21"/>
                    </a:cubicBezTo>
                    <a:cubicBezTo>
                      <a:pt x="10" y="23"/>
                      <a:pt x="10" y="23"/>
                      <a:pt x="10" y="23"/>
                    </a:cubicBezTo>
                    <a:cubicBezTo>
                      <a:pt x="10" y="26"/>
                      <a:pt x="10" y="26"/>
                      <a:pt x="10" y="26"/>
                    </a:cubicBezTo>
                    <a:cubicBezTo>
                      <a:pt x="0" y="26"/>
                      <a:pt x="0" y="26"/>
                      <a:pt x="0" y="26"/>
                    </a:cubicBezTo>
                    <a:lnTo>
                      <a:pt x="0" y="16"/>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4" name="组合 3"/>
          <p:cNvGrpSpPr/>
          <p:nvPr/>
        </p:nvGrpSpPr>
        <p:grpSpPr>
          <a:xfrm>
            <a:off x="5583262" y="2385107"/>
            <a:ext cx="1030500" cy="1025477"/>
            <a:chOff x="5583262" y="2385107"/>
            <a:chExt cx="1030500" cy="1025477"/>
          </a:xfrm>
        </p:grpSpPr>
        <p:sp>
          <p:nvSpPr>
            <p:cNvPr id="148" name="椭圆 147"/>
            <p:cNvSpPr/>
            <p:nvPr/>
          </p:nvSpPr>
          <p:spPr>
            <a:xfrm>
              <a:off x="5583262" y="2385107"/>
              <a:ext cx="1025477" cy="1025477"/>
            </a:xfrm>
            <a:prstGeom prst="ellipse">
              <a:avLst/>
            </a:prstGeom>
            <a:gradFill flip="none" rotWithShape="1">
              <a:gsLst>
                <a:gs pos="0">
                  <a:srgbClr val="F0F0F0"/>
                </a:gs>
                <a:gs pos="100000">
                  <a:srgbClr val="F1F1F1"/>
                </a:gs>
              </a:gsLst>
              <a:lin ang="2700000" scaled="1"/>
              <a:tileRect/>
            </a:gradFill>
            <a:ln w="28575">
              <a:gradFill flip="none" rotWithShape="1">
                <a:gsLst>
                  <a:gs pos="100000">
                    <a:srgbClr val="FFFFFF"/>
                  </a:gs>
                  <a:gs pos="0">
                    <a:srgbClr val="CECED0"/>
                  </a:gs>
                </a:gsLst>
                <a:lin ang="13500000" scaled="1"/>
                <a:tileRect/>
              </a:gra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9" name="椭圆 148"/>
            <p:cNvSpPr/>
            <p:nvPr/>
          </p:nvSpPr>
          <p:spPr>
            <a:xfrm>
              <a:off x="5652648" y="2454493"/>
              <a:ext cx="886705" cy="886705"/>
            </a:xfrm>
            <a:prstGeom prst="ellipse">
              <a:avLst/>
            </a:prstGeom>
            <a:gradFill>
              <a:gsLst>
                <a:gs pos="0">
                  <a:srgbClr val="E0E200"/>
                </a:gs>
                <a:gs pos="84000">
                  <a:srgbClr val="94C11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72" name="组合 171"/>
            <p:cNvGrpSpPr/>
            <p:nvPr/>
          </p:nvGrpSpPr>
          <p:grpSpPr>
            <a:xfrm>
              <a:off x="5935686" y="2718129"/>
              <a:ext cx="678076" cy="610690"/>
              <a:chOff x="5405438" y="6815138"/>
              <a:chExt cx="511175" cy="460375"/>
            </a:xfrm>
          </p:grpSpPr>
          <p:sp>
            <p:nvSpPr>
              <p:cNvPr id="173" name="Freeform 61"/>
              <p:cNvSpPr>
                <a:spLocks/>
              </p:cNvSpPr>
              <p:nvPr/>
            </p:nvSpPr>
            <p:spPr bwMode="auto">
              <a:xfrm>
                <a:off x="5424488" y="6821488"/>
                <a:ext cx="492125" cy="454025"/>
              </a:xfrm>
              <a:custGeom>
                <a:avLst/>
                <a:gdLst>
                  <a:gd name="T0" fmla="*/ 140 w 310"/>
                  <a:gd name="T1" fmla="*/ 286 h 286"/>
                  <a:gd name="T2" fmla="*/ 0 w 310"/>
                  <a:gd name="T3" fmla="*/ 172 h 286"/>
                  <a:gd name="T4" fmla="*/ 2 w 310"/>
                  <a:gd name="T5" fmla="*/ 12 h 286"/>
                  <a:gd name="T6" fmla="*/ 57 w 310"/>
                  <a:gd name="T7" fmla="*/ 7 h 286"/>
                  <a:gd name="T8" fmla="*/ 88 w 310"/>
                  <a:gd name="T9" fmla="*/ 41 h 286"/>
                  <a:gd name="T10" fmla="*/ 97 w 310"/>
                  <a:gd name="T11" fmla="*/ 7 h 286"/>
                  <a:gd name="T12" fmla="*/ 135 w 310"/>
                  <a:gd name="T13" fmla="*/ 0 h 286"/>
                  <a:gd name="T14" fmla="*/ 310 w 310"/>
                  <a:gd name="T15" fmla="*/ 150 h 286"/>
                  <a:gd name="T16" fmla="*/ 140 w 310"/>
                  <a:gd name="T17" fmla="*/ 286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0" h="286">
                    <a:moveTo>
                      <a:pt x="140" y="286"/>
                    </a:moveTo>
                    <a:lnTo>
                      <a:pt x="0" y="172"/>
                    </a:lnTo>
                    <a:lnTo>
                      <a:pt x="2" y="12"/>
                    </a:lnTo>
                    <a:lnTo>
                      <a:pt x="57" y="7"/>
                    </a:lnTo>
                    <a:lnTo>
                      <a:pt x="88" y="41"/>
                    </a:lnTo>
                    <a:lnTo>
                      <a:pt x="97" y="7"/>
                    </a:lnTo>
                    <a:lnTo>
                      <a:pt x="135" y="0"/>
                    </a:lnTo>
                    <a:lnTo>
                      <a:pt x="310" y="150"/>
                    </a:lnTo>
                    <a:lnTo>
                      <a:pt x="140" y="286"/>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4" name="Freeform 62"/>
              <p:cNvSpPr>
                <a:spLocks noEditPoints="1"/>
              </p:cNvSpPr>
              <p:nvPr/>
            </p:nvSpPr>
            <p:spPr bwMode="auto">
              <a:xfrm>
                <a:off x="5405438" y="6815138"/>
                <a:ext cx="117475" cy="290513"/>
              </a:xfrm>
              <a:custGeom>
                <a:avLst/>
                <a:gdLst>
                  <a:gd name="T0" fmla="*/ 17 w 31"/>
                  <a:gd name="T1" fmla="*/ 0 h 77"/>
                  <a:gd name="T2" fmla="*/ 29 w 31"/>
                  <a:gd name="T3" fmla="*/ 5 h 77"/>
                  <a:gd name="T4" fmla="*/ 31 w 31"/>
                  <a:gd name="T5" fmla="*/ 18 h 77"/>
                  <a:gd name="T6" fmla="*/ 31 w 31"/>
                  <a:gd name="T7" fmla="*/ 62 h 77"/>
                  <a:gd name="T8" fmla="*/ 27 w 31"/>
                  <a:gd name="T9" fmla="*/ 73 h 77"/>
                  <a:gd name="T10" fmla="*/ 16 w 31"/>
                  <a:gd name="T11" fmla="*/ 77 h 77"/>
                  <a:gd name="T12" fmla="*/ 3 w 31"/>
                  <a:gd name="T13" fmla="*/ 72 h 77"/>
                  <a:gd name="T14" fmla="*/ 0 w 31"/>
                  <a:gd name="T15" fmla="*/ 56 h 77"/>
                  <a:gd name="T16" fmla="*/ 0 w 31"/>
                  <a:gd name="T17" fmla="*/ 21 h 77"/>
                  <a:gd name="T18" fmla="*/ 3 w 31"/>
                  <a:gd name="T19" fmla="*/ 5 h 77"/>
                  <a:gd name="T20" fmla="*/ 17 w 31"/>
                  <a:gd name="T21" fmla="*/ 0 h 77"/>
                  <a:gd name="T22" fmla="*/ 16 w 31"/>
                  <a:gd name="T23" fmla="*/ 70 h 77"/>
                  <a:gd name="T24" fmla="*/ 23 w 31"/>
                  <a:gd name="T25" fmla="*/ 59 h 77"/>
                  <a:gd name="T26" fmla="*/ 23 w 31"/>
                  <a:gd name="T27" fmla="*/ 17 h 77"/>
                  <a:gd name="T28" fmla="*/ 16 w 31"/>
                  <a:gd name="T29" fmla="*/ 7 h 77"/>
                  <a:gd name="T30" fmla="*/ 9 w 31"/>
                  <a:gd name="T31" fmla="*/ 17 h 77"/>
                  <a:gd name="T32" fmla="*/ 9 w 31"/>
                  <a:gd name="T33" fmla="*/ 20 h 77"/>
                  <a:gd name="T34" fmla="*/ 9 w 31"/>
                  <a:gd name="T35" fmla="*/ 23 h 77"/>
                  <a:gd name="T36" fmla="*/ 9 w 31"/>
                  <a:gd name="T37" fmla="*/ 35 h 77"/>
                  <a:gd name="T38" fmla="*/ 9 w 31"/>
                  <a:gd name="T39" fmla="*/ 48 h 77"/>
                  <a:gd name="T40" fmla="*/ 9 w 31"/>
                  <a:gd name="T41" fmla="*/ 59 h 77"/>
                  <a:gd name="T42" fmla="*/ 16 w 31"/>
                  <a:gd name="T43" fmla="*/ 7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77">
                    <a:moveTo>
                      <a:pt x="17" y="0"/>
                    </a:moveTo>
                    <a:cubicBezTo>
                      <a:pt x="22" y="0"/>
                      <a:pt x="26" y="2"/>
                      <a:pt x="29" y="5"/>
                    </a:cubicBezTo>
                    <a:cubicBezTo>
                      <a:pt x="30" y="8"/>
                      <a:pt x="31" y="12"/>
                      <a:pt x="31" y="18"/>
                    </a:cubicBezTo>
                    <a:cubicBezTo>
                      <a:pt x="31" y="62"/>
                      <a:pt x="31" y="62"/>
                      <a:pt x="31" y="62"/>
                    </a:cubicBezTo>
                    <a:cubicBezTo>
                      <a:pt x="31" y="67"/>
                      <a:pt x="30" y="71"/>
                      <a:pt x="27" y="73"/>
                    </a:cubicBezTo>
                    <a:cubicBezTo>
                      <a:pt x="25" y="76"/>
                      <a:pt x="21" y="77"/>
                      <a:pt x="16" y="77"/>
                    </a:cubicBezTo>
                    <a:cubicBezTo>
                      <a:pt x="10" y="77"/>
                      <a:pt x="5" y="75"/>
                      <a:pt x="3" y="72"/>
                    </a:cubicBezTo>
                    <a:cubicBezTo>
                      <a:pt x="1" y="69"/>
                      <a:pt x="0" y="64"/>
                      <a:pt x="0" y="56"/>
                    </a:cubicBezTo>
                    <a:cubicBezTo>
                      <a:pt x="0" y="21"/>
                      <a:pt x="0" y="21"/>
                      <a:pt x="0" y="21"/>
                    </a:cubicBezTo>
                    <a:cubicBezTo>
                      <a:pt x="0" y="14"/>
                      <a:pt x="1" y="8"/>
                      <a:pt x="3" y="5"/>
                    </a:cubicBezTo>
                    <a:cubicBezTo>
                      <a:pt x="5" y="2"/>
                      <a:pt x="10" y="0"/>
                      <a:pt x="17" y="0"/>
                    </a:cubicBezTo>
                    <a:close/>
                    <a:moveTo>
                      <a:pt x="16" y="70"/>
                    </a:moveTo>
                    <a:cubicBezTo>
                      <a:pt x="20" y="70"/>
                      <a:pt x="23" y="66"/>
                      <a:pt x="23" y="59"/>
                    </a:cubicBezTo>
                    <a:cubicBezTo>
                      <a:pt x="23" y="17"/>
                      <a:pt x="23" y="17"/>
                      <a:pt x="23" y="17"/>
                    </a:cubicBezTo>
                    <a:cubicBezTo>
                      <a:pt x="23" y="10"/>
                      <a:pt x="20" y="7"/>
                      <a:pt x="16" y="7"/>
                    </a:cubicBezTo>
                    <a:cubicBezTo>
                      <a:pt x="12" y="7"/>
                      <a:pt x="9" y="10"/>
                      <a:pt x="9" y="17"/>
                    </a:cubicBezTo>
                    <a:cubicBezTo>
                      <a:pt x="9" y="20"/>
                      <a:pt x="9" y="20"/>
                      <a:pt x="9" y="20"/>
                    </a:cubicBezTo>
                    <a:cubicBezTo>
                      <a:pt x="9" y="23"/>
                      <a:pt x="9" y="23"/>
                      <a:pt x="9" y="23"/>
                    </a:cubicBezTo>
                    <a:cubicBezTo>
                      <a:pt x="9" y="35"/>
                      <a:pt x="9" y="35"/>
                      <a:pt x="9" y="35"/>
                    </a:cubicBezTo>
                    <a:cubicBezTo>
                      <a:pt x="9" y="48"/>
                      <a:pt x="9" y="48"/>
                      <a:pt x="9" y="48"/>
                    </a:cubicBezTo>
                    <a:cubicBezTo>
                      <a:pt x="9" y="59"/>
                      <a:pt x="9" y="59"/>
                      <a:pt x="9" y="59"/>
                    </a:cubicBezTo>
                    <a:cubicBezTo>
                      <a:pt x="9" y="66"/>
                      <a:pt x="12" y="70"/>
                      <a:pt x="16" y="70"/>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75" name="Freeform 63"/>
              <p:cNvSpPr>
                <a:spLocks/>
              </p:cNvSpPr>
              <p:nvPr/>
            </p:nvSpPr>
            <p:spPr bwMode="auto">
              <a:xfrm>
                <a:off x="5545138" y="6815138"/>
                <a:ext cx="112713" cy="290513"/>
              </a:xfrm>
              <a:custGeom>
                <a:avLst/>
                <a:gdLst>
                  <a:gd name="T0" fmla="*/ 9 w 30"/>
                  <a:gd name="T1" fmla="*/ 54 h 77"/>
                  <a:gd name="T2" fmla="*/ 9 w 30"/>
                  <a:gd name="T3" fmla="*/ 62 h 77"/>
                  <a:gd name="T4" fmla="*/ 10 w 30"/>
                  <a:gd name="T5" fmla="*/ 68 h 77"/>
                  <a:gd name="T6" fmla="*/ 16 w 30"/>
                  <a:gd name="T7" fmla="*/ 70 h 77"/>
                  <a:gd name="T8" fmla="*/ 21 w 30"/>
                  <a:gd name="T9" fmla="*/ 65 h 77"/>
                  <a:gd name="T10" fmla="*/ 21 w 30"/>
                  <a:gd name="T11" fmla="*/ 58 h 77"/>
                  <a:gd name="T12" fmla="*/ 21 w 30"/>
                  <a:gd name="T13" fmla="*/ 52 h 77"/>
                  <a:gd name="T14" fmla="*/ 20 w 30"/>
                  <a:gd name="T15" fmla="*/ 43 h 77"/>
                  <a:gd name="T16" fmla="*/ 12 w 30"/>
                  <a:gd name="T17" fmla="*/ 39 h 77"/>
                  <a:gd name="T18" fmla="*/ 10 w 30"/>
                  <a:gd name="T19" fmla="*/ 39 h 77"/>
                  <a:gd name="T20" fmla="*/ 7 w 30"/>
                  <a:gd name="T21" fmla="*/ 40 h 77"/>
                  <a:gd name="T22" fmla="*/ 7 w 30"/>
                  <a:gd name="T23" fmla="*/ 31 h 77"/>
                  <a:gd name="T24" fmla="*/ 9 w 30"/>
                  <a:gd name="T25" fmla="*/ 31 h 77"/>
                  <a:gd name="T26" fmla="*/ 19 w 30"/>
                  <a:gd name="T27" fmla="*/ 22 h 77"/>
                  <a:gd name="T28" fmla="*/ 19 w 30"/>
                  <a:gd name="T29" fmla="*/ 14 h 77"/>
                  <a:gd name="T30" fmla="*/ 14 w 30"/>
                  <a:gd name="T31" fmla="*/ 7 h 77"/>
                  <a:gd name="T32" fmla="*/ 9 w 30"/>
                  <a:gd name="T33" fmla="*/ 15 h 77"/>
                  <a:gd name="T34" fmla="*/ 9 w 30"/>
                  <a:gd name="T35" fmla="*/ 17 h 77"/>
                  <a:gd name="T36" fmla="*/ 9 w 30"/>
                  <a:gd name="T37" fmla="*/ 19 h 77"/>
                  <a:gd name="T38" fmla="*/ 0 w 30"/>
                  <a:gd name="T39" fmla="*/ 19 h 77"/>
                  <a:gd name="T40" fmla="*/ 0 w 30"/>
                  <a:gd name="T41" fmla="*/ 12 h 77"/>
                  <a:gd name="T42" fmla="*/ 15 w 30"/>
                  <a:gd name="T43" fmla="*/ 0 h 77"/>
                  <a:gd name="T44" fmla="*/ 29 w 30"/>
                  <a:gd name="T45" fmla="*/ 13 h 77"/>
                  <a:gd name="T46" fmla="*/ 29 w 30"/>
                  <a:gd name="T47" fmla="*/ 17 h 77"/>
                  <a:gd name="T48" fmla="*/ 29 w 30"/>
                  <a:gd name="T49" fmla="*/ 20 h 77"/>
                  <a:gd name="T50" fmla="*/ 22 w 30"/>
                  <a:gd name="T51" fmla="*/ 34 h 77"/>
                  <a:gd name="T52" fmla="*/ 28 w 30"/>
                  <a:gd name="T53" fmla="*/ 39 h 77"/>
                  <a:gd name="T54" fmla="*/ 30 w 30"/>
                  <a:gd name="T55" fmla="*/ 48 h 77"/>
                  <a:gd name="T56" fmla="*/ 30 w 30"/>
                  <a:gd name="T57" fmla="*/ 64 h 77"/>
                  <a:gd name="T58" fmla="*/ 14 w 30"/>
                  <a:gd name="T59" fmla="*/ 77 h 77"/>
                  <a:gd name="T60" fmla="*/ 0 w 30"/>
                  <a:gd name="T61" fmla="*/ 64 h 77"/>
                  <a:gd name="T62" fmla="*/ 0 w 30"/>
                  <a:gd name="T63" fmla="*/ 54 h 77"/>
                  <a:gd name="T64" fmla="*/ 9 w 30"/>
                  <a:gd name="T65" fmla="*/ 5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 h="77">
                    <a:moveTo>
                      <a:pt x="9" y="54"/>
                    </a:moveTo>
                    <a:cubicBezTo>
                      <a:pt x="9" y="62"/>
                      <a:pt x="9" y="62"/>
                      <a:pt x="9" y="62"/>
                    </a:cubicBezTo>
                    <a:cubicBezTo>
                      <a:pt x="9" y="65"/>
                      <a:pt x="9" y="67"/>
                      <a:pt x="10" y="68"/>
                    </a:cubicBezTo>
                    <a:cubicBezTo>
                      <a:pt x="11" y="69"/>
                      <a:pt x="13" y="70"/>
                      <a:pt x="16" y="70"/>
                    </a:cubicBezTo>
                    <a:cubicBezTo>
                      <a:pt x="18" y="70"/>
                      <a:pt x="20" y="68"/>
                      <a:pt x="21" y="65"/>
                    </a:cubicBezTo>
                    <a:cubicBezTo>
                      <a:pt x="21" y="64"/>
                      <a:pt x="21" y="62"/>
                      <a:pt x="21" y="58"/>
                    </a:cubicBezTo>
                    <a:cubicBezTo>
                      <a:pt x="21" y="52"/>
                      <a:pt x="21" y="52"/>
                      <a:pt x="21" y="52"/>
                    </a:cubicBezTo>
                    <a:cubicBezTo>
                      <a:pt x="21" y="48"/>
                      <a:pt x="21" y="45"/>
                      <a:pt x="20" y="43"/>
                    </a:cubicBezTo>
                    <a:cubicBezTo>
                      <a:pt x="18" y="41"/>
                      <a:pt x="16" y="39"/>
                      <a:pt x="12" y="39"/>
                    </a:cubicBezTo>
                    <a:cubicBezTo>
                      <a:pt x="11" y="39"/>
                      <a:pt x="11" y="39"/>
                      <a:pt x="10" y="39"/>
                    </a:cubicBezTo>
                    <a:cubicBezTo>
                      <a:pt x="9" y="39"/>
                      <a:pt x="8" y="40"/>
                      <a:pt x="7" y="40"/>
                    </a:cubicBezTo>
                    <a:cubicBezTo>
                      <a:pt x="7" y="31"/>
                      <a:pt x="7" y="31"/>
                      <a:pt x="7" y="31"/>
                    </a:cubicBezTo>
                    <a:cubicBezTo>
                      <a:pt x="9" y="31"/>
                      <a:pt x="9" y="31"/>
                      <a:pt x="9" y="31"/>
                    </a:cubicBezTo>
                    <a:cubicBezTo>
                      <a:pt x="16" y="31"/>
                      <a:pt x="19" y="28"/>
                      <a:pt x="19" y="22"/>
                    </a:cubicBezTo>
                    <a:cubicBezTo>
                      <a:pt x="19" y="14"/>
                      <a:pt x="19" y="14"/>
                      <a:pt x="19" y="14"/>
                    </a:cubicBezTo>
                    <a:cubicBezTo>
                      <a:pt x="19" y="9"/>
                      <a:pt x="18" y="7"/>
                      <a:pt x="14" y="7"/>
                    </a:cubicBezTo>
                    <a:cubicBezTo>
                      <a:pt x="11" y="7"/>
                      <a:pt x="9" y="10"/>
                      <a:pt x="9" y="15"/>
                    </a:cubicBezTo>
                    <a:cubicBezTo>
                      <a:pt x="9" y="17"/>
                      <a:pt x="9" y="17"/>
                      <a:pt x="9" y="17"/>
                    </a:cubicBezTo>
                    <a:cubicBezTo>
                      <a:pt x="9" y="19"/>
                      <a:pt x="9" y="19"/>
                      <a:pt x="9" y="19"/>
                    </a:cubicBezTo>
                    <a:cubicBezTo>
                      <a:pt x="0" y="19"/>
                      <a:pt x="0" y="19"/>
                      <a:pt x="0" y="19"/>
                    </a:cubicBezTo>
                    <a:cubicBezTo>
                      <a:pt x="0" y="12"/>
                      <a:pt x="0" y="12"/>
                      <a:pt x="0" y="12"/>
                    </a:cubicBezTo>
                    <a:cubicBezTo>
                      <a:pt x="0" y="4"/>
                      <a:pt x="5" y="0"/>
                      <a:pt x="15" y="0"/>
                    </a:cubicBezTo>
                    <a:cubicBezTo>
                      <a:pt x="24" y="0"/>
                      <a:pt x="29" y="4"/>
                      <a:pt x="29" y="13"/>
                    </a:cubicBezTo>
                    <a:cubicBezTo>
                      <a:pt x="29" y="17"/>
                      <a:pt x="29" y="17"/>
                      <a:pt x="29" y="17"/>
                    </a:cubicBezTo>
                    <a:cubicBezTo>
                      <a:pt x="29" y="20"/>
                      <a:pt x="29" y="20"/>
                      <a:pt x="29" y="20"/>
                    </a:cubicBezTo>
                    <a:cubicBezTo>
                      <a:pt x="29" y="27"/>
                      <a:pt x="26" y="31"/>
                      <a:pt x="22" y="34"/>
                    </a:cubicBezTo>
                    <a:cubicBezTo>
                      <a:pt x="25" y="35"/>
                      <a:pt x="27" y="36"/>
                      <a:pt x="28" y="39"/>
                    </a:cubicBezTo>
                    <a:cubicBezTo>
                      <a:pt x="29" y="41"/>
                      <a:pt x="30" y="44"/>
                      <a:pt x="30" y="48"/>
                    </a:cubicBezTo>
                    <a:cubicBezTo>
                      <a:pt x="30" y="64"/>
                      <a:pt x="30" y="64"/>
                      <a:pt x="30" y="64"/>
                    </a:cubicBezTo>
                    <a:cubicBezTo>
                      <a:pt x="30" y="73"/>
                      <a:pt x="25" y="77"/>
                      <a:pt x="14" y="77"/>
                    </a:cubicBezTo>
                    <a:cubicBezTo>
                      <a:pt x="5" y="77"/>
                      <a:pt x="0" y="73"/>
                      <a:pt x="0" y="64"/>
                    </a:cubicBezTo>
                    <a:cubicBezTo>
                      <a:pt x="0" y="54"/>
                      <a:pt x="0" y="54"/>
                      <a:pt x="0" y="54"/>
                    </a:cubicBezTo>
                    <a:lnTo>
                      <a:pt x="9" y="54"/>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5" name="组合 4"/>
          <p:cNvGrpSpPr/>
          <p:nvPr/>
        </p:nvGrpSpPr>
        <p:grpSpPr>
          <a:xfrm>
            <a:off x="7575494" y="3262632"/>
            <a:ext cx="1032920" cy="1025477"/>
            <a:chOff x="7575494" y="3262632"/>
            <a:chExt cx="1032920" cy="1025477"/>
          </a:xfrm>
        </p:grpSpPr>
        <p:sp>
          <p:nvSpPr>
            <p:cNvPr id="151" name="椭圆 150"/>
            <p:cNvSpPr/>
            <p:nvPr/>
          </p:nvSpPr>
          <p:spPr>
            <a:xfrm>
              <a:off x="7575494" y="3262632"/>
              <a:ext cx="1025477" cy="1025477"/>
            </a:xfrm>
            <a:prstGeom prst="ellipse">
              <a:avLst/>
            </a:prstGeom>
            <a:gradFill flip="none" rotWithShape="1">
              <a:gsLst>
                <a:gs pos="0">
                  <a:srgbClr val="F0F0F0"/>
                </a:gs>
                <a:gs pos="100000">
                  <a:srgbClr val="F1F1F1"/>
                </a:gs>
              </a:gsLst>
              <a:lin ang="2700000" scaled="1"/>
              <a:tileRect/>
            </a:gradFill>
            <a:ln w="28575">
              <a:gradFill flip="none" rotWithShape="1">
                <a:gsLst>
                  <a:gs pos="100000">
                    <a:srgbClr val="FFFFFF"/>
                  </a:gs>
                  <a:gs pos="0">
                    <a:srgbClr val="CECED0"/>
                  </a:gs>
                </a:gsLst>
                <a:lin ang="13500000" scaled="1"/>
                <a:tileRect/>
              </a:gra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2" name="椭圆 151"/>
            <p:cNvSpPr/>
            <p:nvPr/>
          </p:nvSpPr>
          <p:spPr>
            <a:xfrm>
              <a:off x="7644880" y="3332018"/>
              <a:ext cx="886705" cy="886705"/>
            </a:xfrm>
            <a:prstGeom prst="ellipse">
              <a:avLst/>
            </a:prstGeom>
            <a:gradFill>
              <a:gsLst>
                <a:gs pos="0">
                  <a:srgbClr val="9F73B0"/>
                </a:gs>
                <a:gs pos="100000">
                  <a:srgbClr val="253C9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76" name="组合 175"/>
            <p:cNvGrpSpPr/>
            <p:nvPr/>
          </p:nvGrpSpPr>
          <p:grpSpPr>
            <a:xfrm>
              <a:off x="7919808" y="3594220"/>
              <a:ext cx="688606" cy="612796"/>
              <a:chOff x="688976" y="7240588"/>
              <a:chExt cx="519113" cy="461963"/>
            </a:xfrm>
          </p:grpSpPr>
          <p:sp>
            <p:nvSpPr>
              <p:cNvPr id="177" name="Freeform 64"/>
              <p:cNvSpPr>
                <a:spLocks/>
              </p:cNvSpPr>
              <p:nvPr/>
            </p:nvSpPr>
            <p:spPr bwMode="auto">
              <a:xfrm>
                <a:off x="708026" y="7245351"/>
                <a:ext cx="500063" cy="457200"/>
              </a:xfrm>
              <a:custGeom>
                <a:avLst/>
                <a:gdLst>
                  <a:gd name="T0" fmla="*/ 140 w 315"/>
                  <a:gd name="T1" fmla="*/ 288 h 288"/>
                  <a:gd name="T2" fmla="*/ 0 w 315"/>
                  <a:gd name="T3" fmla="*/ 176 h 288"/>
                  <a:gd name="T4" fmla="*/ 2 w 315"/>
                  <a:gd name="T5" fmla="*/ 14 h 288"/>
                  <a:gd name="T6" fmla="*/ 57 w 315"/>
                  <a:gd name="T7" fmla="*/ 9 h 288"/>
                  <a:gd name="T8" fmla="*/ 97 w 315"/>
                  <a:gd name="T9" fmla="*/ 57 h 288"/>
                  <a:gd name="T10" fmla="*/ 113 w 315"/>
                  <a:gd name="T11" fmla="*/ 9 h 288"/>
                  <a:gd name="T12" fmla="*/ 140 w 315"/>
                  <a:gd name="T13" fmla="*/ 0 h 288"/>
                  <a:gd name="T14" fmla="*/ 315 w 315"/>
                  <a:gd name="T15" fmla="*/ 150 h 288"/>
                  <a:gd name="T16" fmla="*/ 140 w 315"/>
                  <a:gd name="T17" fmla="*/ 288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5" h="288">
                    <a:moveTo>
                      <a:pt x="140" y="288"/>
                    </a:moveTo>
                    <a:lnTo>
                      <a:pt x="0" y="176"/>
                    </a:lnTo>
                    <a:lnTo>
                      <a:pt x="2" y="14"/>
                    </a:lnTo>
                    <a:lnTo>
                      <a:pt x="57" y="9"/>
                    </a:lnTo>
                    <a:lnTo>
                      <a:pt x="97" y="57"/>
                    </a:lnTo>
                    <a:lnTo>
                      <a:pt x="113" y="9"/>
                    </a:lnTo>
                    <a:lnTo>
                      <a:pt x="140" y="0"/>
                    </a:lnTo>
                    <a:lnTo>
                      <a:pt x="315" y="150"/>
                    </a:lnTo>
                    <a:lnTo>
                      <a:pt x="140" y="288"/>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8" name="Freeform 65"/>
              <p:cNvSpPr>
                <a:spLocks noEditPoints="1"/>
              </p:cNvSpPr>
              <p:nvPr/>
            </p:nvSpPr>
            <p:spPr bwMode="auto">
              <a:xfrm>
                <a:off x="688976" y="7240588"/>
                <a:ext cx="115888" cy="295275"/>
              </a:xfrm>
              <a:custGeom>
                <a:avLst/>
                <a:gdLst>
                  <a:gd name="T0" fmla="*/ 17 w 31"/>
                  <a:gd name="T1" fmla="*/ 0 h 78"/>
                  <a:gd name="T2" fmla="*/ 29 w 31"/>
                  <a:gd name="T3" fmla="*/ 5 h 78"/>
                  <a:gd name="T4" fmla="*/ 31 w 31"/>
                  <a:gd name="T5" fmla="*/ 18 h 78"/>
                  <a:gd name="T6" fmla="*/ 31 w 31"/>
                  <a:gd name="T7" fmla="*/ 63 h 78"/>
                  <a:gd name="T8" fmla="*/ 27 w 31"/>
                  <a:gd name="T9" fmla="*/ 74 h 78"/>
                  <a:gd name="T10" fmla="*/ 16 w 31"/>
                  <a:gd name="T11" fmla="*/ 78 h 78"/>
                  <a:gd name="T12" fmla="*/ 3 w 31"/>
                  <a:gd name="T13" fmla="*/ 72 h 78"/>
                  <a:gd name="T14" fmla="*/ 0 w 31"/>
                  <a:gd name="T15" fmla="*/ 57 h 78"/>
                  <a:gd name="T16" fmla="*/ 0 w 31"/>
                  <a:gd name="T17" fmla="*/ 21 h 78"/>
                  <a:gd name="T18" fmla="*/ 3 w 31"/>
                  <a:gd name="T19" fmla="*/ 6 h 78"/>
                  <a:gd name="T20" fmla="*/ 17 w 31"/>
                  <a:gd name="T21" fmla="*/ 0 h 78"/>
                  <a:gd name="T22" fmla="*/ 16 w 31"/>
                  <a:gd name="T23" fmla="*/ 70 h 78"/>
                  <a:gd name="T24" fmla="*/ 23 w 31"/>
                  <a:gd name="T25" fmla="*/ 60 h 78"/>
                  <a:gd name="T26" fmla="*/ 23 w 31"/>
                  <a:gd name="T27" fmla="*/ 17 h 78"/>
                  <a:gd name="T28" fmla="*/ 16 w 31"/>
                  <a:gd name="T29" fmla="*/ 7 h 78"/>
                  <a:gd name="T30" fmla="*/ 9 w 31"/>
                  <a:gd name="T31" fmla="*/ 17 h 78"/>
                  <a:gd name="T32" fmla="*/ 9 w 31"/>
                  <a:gd name="T33" fmla="*/ 20 h 78"/>
                  <a:gd name="T34" fmla="*/ 9 w 31"/>
                  <a:gd name="T35" fmla="*/ 23 h 78"/>
                  <a:gd name="T36" fmla="*/ 9 w 31"/>
                  <a:gd name="T37" fmla="*/ 36 h 78"/>
                  <a:gd name="T38" fmla="*/ 9 w 31"/>
                  <a:gd name="T39" fmla="*/ 48 h 78"/>
                  <a:gd name="T40" fmla="*/ 9 w 31"/>
                  <a:gd name="T41" fmla="*/ 59 h 78"/>
                  <a:gd name="T42" fmla="*/ 16 w 31"/>
                  <a:gd name="T43" fmla="*/ 7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78">
                    <a:moveTo>
                      <a:pt x="17" y="0"/>
                    </a:moveTo>
                    <a:cubicBezTo>
                      <a:pt x="22" y="0"/>
                      <a:pt x="26" y="2"/>
                      <a:pt x="29" y="5"/>
                    </a:cubicBezTo>
                    <a:cubicBezTo>
                      <a:pt x="31" y="8"/>
                      <a:pt x="31" y="12"/>
                      <a:pt x="31" y="18"/>
                    </a:cubicBezTo>
                    <a:cubicBezTo>
                      <a:pt x="31" y="63"/>
                      <a:pt x="31" y="63"/>
                      <a:pt x="31" y="63"/>
                    </a:cubicBezTo>
                    <a:cubicBezTo>
                      <a:pt x="31" y="67"/>
                      <a:pt x="30" y="71"/>
                      <a:pt x="27" y="74"/>
                    </a:cubicBezTo>
                    <a:cubicBezTo>
                      <a:pt x="25" y="76"/>
                      <a:pt x="21" y="78"/>
                      <a:pt x="16" y="78"/>
                    </a:cubicBezTo>
                    <a:cubicBezTo>
                      <a:pt x="10" y="78"/>
                      <a:pt x="5" y="76"/>
                      <a:pt x="3" y="72"/>
                    </a:cubicBezTo>
                    <a:cubicBezTo>
                      <a:pt x="1" y="69"/>
                      <a:pt x="0" y="64"/>
                      <a:pt x="0" y="57"/>
                    </a:cubicBezTo>
                    <a:cubicBezTo>
                      <a:pt x="0" y="21"/>
                      <a:pt x="0" y="21"/>
                      <a:pt x="0" y="21"/>
                    </a:cubicBezTo>
                    <a:cubicBezTo>
                      <a:pt x="0" y="14"/>
                      <a:pt x="1" y="9"/>
                      <a:pt x="3" y="6"/>
                    </a:cubicBezTo>
                    <a:cubicBezTo>
                      <a:pt x="5" y="2"/>
                      <a:pt x="10" y="0"/>
                      <a:pt x="17" y="0"/>
                    </a:cubicBezTo>
                    <a:close/>
                    <a:moveTo>
                      <a:pt x="16" y="70"/>
                    </a:moveTo>
                    <a:cubicBezTo>
                      <a:pt x="20" y="70"/>
                      <a:pt x="23" y="67"/>
                      <a:pt x="23" y="60"/>
                    </a:cubicBezTo>
                    <a:cubicBezTo>
                      <a:pt x="23" y="17"/>
                      <a:pt x="23" y="17"/>
                      <a:pt x="23" y="17"/>
                    </a:cubicBezTo>
                    <a:cubicBezTo>
                      <a:pt x="23" y="11"/>
                      <a:pt x="20" y="7"/>
                      <a:pt x="16" y="7"/>
                    </a:cubicBezTo>
                    <a:cubicBezTo>
                      <a:pt x="12" y="7"/>
                      <a:pt x="9" y="11"/>
                      <a:pt x="9" y="17"/>
                    </a:cubicBezTo>
                    <a:cubicBezTo>
                      <a:pt x="9" y="20"/>
                      <a:pt x="9" y="20"/>
                      <a:pt x="9" y="20"/>
                    </a:cubicBezTo>
                    <a:cubicBezTo>
                      <a:pt x="9" y="23"/>
                      <a:pt x="9" y="23"/>
                      <a:pt x="9" y="23"/>
                    </a:cubicBezTo>
                    <a:cubicBezTo>
                      <a:pt x="9" y="36"/>
                      <a:pt x="9" y="36"/>
                      <a:pt x="9" y="36"/>
                    </a:cubicBezTo>
                    <a:cubicBezTo>
                      <a:pt x="9" y="48"/>
                      <a:pt x="9" y="48"/>
                      <a:pt x="9" y="48"/>
                    </a:cubicBezTo>
                    <a:cubicBezTo>
                      <a:pt x="9" y="59"/>
                      <a:pt x="9" y="59"/>
                      <a:pt x="9" y="59"/>
                    </a:cubicBezTo>
                    <a:cubicBezTo>
                      <a:pt x="9" y="67"/>
                      <a:pt x="12" y="70"/>
                      <a:pt x="16" y="70"/>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79" name="Freeform 66"/>
              <p:cNvSpPr>
                <a:spLocks noEditPoints="1"/>
              </p:cNvSpPr>
              <p:nvPr/>
            </p:nvSpPr>
            <p:spPr bwMode="auto">
              <a:xfrm>
                <a:off x="817563" y="7245351"/>
                <a:ext cx="134938" cy="287338"/>
              </a:xfrm>
              <a:custGeom>
                <a:avLst/>
                <a:gdLst>
                  <a:gd name="T0" fmla="*/ 17 w 36"/>
                  <a:gd name="T1" fmla="*/ 0 h 76"/>
                  <a:gd name="T2" fmla="*/ 30 w 36"/>
                  <a:gd name="T3" fmla="*/ 0 h 76"/>
                  <a:gd name="T4" fmla="*/ 30 w 36"/>
                  <a:gd name="T5" fmla="*/ 51 h 76"/>
                  <a:gd name="T6" fmla="*/ 36 w 36"/>
                  <a:gd name="T7" fmla="*/ 51 h 76"/>
                  <a:gd name="T8" fmla="*/ 36 w 36"/>
                  <a:gd name="T9" fmla="*/ 58 h 76"/>
                  <a:gd name="T10" fmla="*/ 30 w 36"/>
                  <a:gd name="T11" fmla="*/ 58 h 76"/>
                  <a:gd name="T12" fmla="*/ 30 w 36"/>
                  <a:gd name="T13" fmla="*/ 76 h 76"/>
                  <a:gd name="T14" fmla="*/ 21 w 36"/>
                  <a:gd name="T15" fmla="*/ 76 h 76"/>
                  <a:gd name="T16" fmla="*/ 21 w 36"/>
                  <a:gd name="T17" fmla="*/ 58 h 76"/>
                  <a:gd name="T18" fmla="*/ 0 w 36"/>
                  <a:gd name="T19" fmla="*/ 58 h 76"/>
                  <a:gd name="T20" fmla="*/ 0 w 36"/>
                  <a:gd name="T21" fmla="*/ 51 h 76"/>
                  <a:gd name="T22" fmla="*/ 17 w 36"/>
                  <a:gd name="T23" fmla="*/ 0 h 76"/>
                  <a:gd name="T24" fmla="*/ 21 w 36"/>
                  <a:gd name="T25" fmla="*/ 51 h 76"/>
                  <a:gd name="T26" fmla="*/ 21 w 36"/>
                  <a:gd name="T27" fmla="*/ 11 h 76"/>
                  <a:gd name="T28" fmla="*/ 15 w 36"/>
                  <a:gd name="T29" fmla="*/ 31 h 76"/>
                  <a:gd name="T30" fmla="*/ 9 w 36"/>
                  <a:gd name="T31" fmla="*/ 51 h 76"/>
                  <a:gd name="T32" fmla="*/ 21 w 36"/>
                  <a:gd name="T33" fmla="*/ 5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6" h="76">
                    <a:moveTo>
                      <a:pt x="17" y="0"/>
                    </a:moveTo>
                    <a:cubicBezTo>
                      <a:pt x="30" y="0"/>
                      <a:pt x="30" y="0"/>
                      <a:pt x="30" y="0"/>
                    </a:cubicBezTo>
                    <a:cubicBezTo>
                      <a:pt x="30" y="51"/>
                      <a:pt x="30" y="51"/>
                      <a:pt x="30" y="51"/>
                    </a:cubicBezTo>
                    <a:cubicBezTo>
                      <a:pt x="36" y="51"/>
                      <a:pt x="36" y="51"/>
                      <a:pt x="36" y="51"/>
                    </a:cubicBezTo>
                    <a:cubicBezTo>
                      <a:pt x="36" y="58"/>
                      <a:pt x="36" y="58"/>
                      <a:pt x="36" y="58"/>
                    </a:cubicBezTo>
                    <a:cubicBezTo>
                      <a:pt x="30" y="58"/>
                      <a:pt x="30" y="58"/>
                      <a:pt x="30" y="58"/>
                    </a:cubicBezTo>
                    <a:cubicBezTo>
                      <a:pt x="30" y="76"/>
                      <a:pt x="30" y="76"/>
                      <a:pt x="30" y="76"/>
                    </a:cubicBezTo>
                    <a:cubicBezTo>
                      <a:pt x="21" y="76"/>
                      <a:pt x="21" y="76"/>
                      <a:pt x="21" y="76"/>
                    </a:cubicBezTo>
                    <a:cubicBezTo>
                      <a:pt x="21" y="58"/>
                      <a:pt x="21" y="58"/>
                      <a:pt x="21" y="58"/>
                    </a:cubicBezTo>
                    <a:cubicBezTo>
                      <a:pt x="0" y="58"/>
                      <a:pt x="0" y="58"/>
                      <a:pt x="0" y="58"/>
                    </a:cubicBezTo>
                    <a:cubicBezTo>
                      <a:pt x="0" y="51"/>
                      <a:pt x="0" y="51"/>
                      <a:pt x="0" y="51"/>
                    </a:cubicBezTo>
                    <a:lnTo>
                      <a:pt x="17" y="0"/>
                    </a:lnTo>
                    <a:close/>
                    <a:moveTo>
                      <a:pt x="21" y="51"/>
                    </a:moveTo>
                    <a:cubicBezTo>
                      <a:pt x="21" y="11"/>
                      <a:pt x="21" y="11"/>
                      <a:pt x="21" y="11"/>
                    </a:cubicBezTo>
                    <a:cubicBezTo>
                      <a:pt x="20" y="15"/>
                      <a:pt x="17" y="22"/>
                      <a:pt x="15" y="31"/>
                    </a:cubicBezTo>
                    <a:cubicBezTo>
                      <a:pt x="12" y="40"/>
                      <a:pt x="10" y="47"/>
                      <a:pt x="9" y="51"/>
                    </a:cubicBezTo>
                    <a:lnTo>
                      <a:pt x="21" y="51"/>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6" name="组合 5"/>
          <p:cNvGrpSpPr/>
          <p:nvPr/>
        </p:nvGrpSpPr>
        <p:grpSpPr>
          <a:xfrm>
            <a:off x="8338609" y="5262388"/>
            <a:ext cx="1025477" cy="1025477"/>
            <a:chOff x="8338609" y="5262388"/>
            <a:chExt cx="1025477" cy="1025477"/>
          </a:xfrm>
        </p:grpSpPr>
        <p:sp>
          <p:nvSpPr>
            <p:cNvPr id="154" name="椭圆 153"/>
            <p:cNvSpPr/>
            <p:nvPr/>
          </p:nvSpPr>
          <p:spPr>
            <a:xfrm>
              <a:off x="8338609" y="5262388"/>
              <a:ext cx="1025477" cy="1025477"/>
            </a:xfrm>
            <a:prstGeom prst="ellipse">
              <a:avLst/>
            </a:prstGeom>
            <a:gradFill flip="none" rotWithShape="1">
              <a:gsLst>
                <a:gs pos="0">
                  <a:srgbClr val="F0F0F0"/>
                </a:gs>
                <a:gs pos="100000">
                  <a:srgbClr val="F1F1F1"/>
                </a:gs>
              </a:gsLst>
              <a:lin ang="2700000" scaled="1"/>
              <a:tileRect/>
            </a:gradFill>
            <a:ln w="28575">
              <a:gradFill flip="none" rotWithShape="1">
                <a:gsLst>
                  <a:gs pos="100000">
                    <a:srgbClr val="FFFFFF"/>
                  </a:gs>
                  <a:gs pos="0">
                    <a:srgbClr val="CECED0"/>
                  </a:gs>
                </a:gsLst>
                <a:lin ang="13500000" scaled="1"/>
                <a:tileRect/>
              </a:gra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5" name="椭圆 154"/>
            <p:cNvSpPr/>
            <p:nvPr/>
          </p:nvSpPr>
          <p:spPr>
            <a:xfrm>
              <a:off x="8407995" y="5331774"/>
              <a:ext cx="886705" cy="886705"/>
            </a:xfrm>
            <a:prstGeom prst="ellipse">
              <a:avLst/>
            </a:prstGeom>
            <a:gradFill>
              <a:gsLst>
                <a:gs pos="0">
                  <a:srgbClr val="86C1A8"/>
                </a:gs>
                <a:gs pos="74000">
                  <a:srgbClr val="0080C8"/>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80" name="组合 179"/>
            <p:cNvGrpSpPr>
              <a:grpSpLocks noChangeAspect="1"/>
            </p:cNvGrpSpPr>
            <p:nvPr/>
          </p:nvGrpSpPr>
          <p:grpSpPr>
            <a:xfrm>
              <a:off x="8667737" y="5579510"/>
              <a:ext cx="691522" cy="610418"/>
              <a:chOff x="3390900" y="228600"/>
              <a:chExt cx="771525" cy="681038"/>
            </a:xfrm>
          </p:grpSpPr>
          <p:sp>
            <p:nvSpPr>
              <p:cNvPr id="181" name="Freeform 14"/>
              <p:cNvSpPr>
                <a:spLocks/>
              </p:cNvSpPr>
              <p:nvPr/>
            </p:nvSpPr>
            <p:spPr bwMode="auto">
              <a:xfrm>
                <a:off x="3421063" y="236538"/>
                <a:ext cx="741362" cy="673100"/>
              </a:xfrm>
              <a:custGeom>
                <a:avLst/>
                <a:gdLst>
                  <a:gd name="T0" fmla="*/ 204 w 467"/>
                  <a:gd name="T1" fmla="*/ 424 h 424"/>
                  <a:gd name="T2" fmla="*/ 0 w 467"/>
                  <a:gd name="T3" fmla="*/ 256 h 424"/>
                  <a:gd name="T4" fmla="*/ 3 w 467"/>
                  <a:gd name="T5" fmla="*/ 19 h 424"/>
                  <a:gd name="T6" fmla="*/ 83 w 467"/>
                  <a:gd name="T7" fmla="*/ 12 h 424"/>
                  <a:gd name="T8" fmla="*/ 123 w 467"/>
                  <a:gd name="T9" fmla="*/ 50 h 424"/>
                  <a:gd name="T10" fmla="*/ 142 w 467"/>
                  <a:gd name="T11" fmla="*/ 10 h 424"/>
                  <a:gd name="T12" fmla="*/ 214 w 467"/>
                  <a:gd name="T13" fmla="*/ 0 h 424"/>
                  <a:gd name="T14" fmla="*/ 467 w 467"/>
                  <a:gd name="T15" fmla="*/ 218 h 424"/>
                  <a:gd name="T16" fmla="*/ 204 w 467"/>
                  <a:gd name="T17" fmla="*/ 424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7" h="424">
                    <a:moveTo>
                      <a:pt x="204" y="424"/>
                    </a:moveTo>
                    <a:lnTo>
                      <a:pt x="0" y="256"/>
                    </a:lnTo>
                    <a:lnTo>
                      <a:pt x="3" y="19"/>
                    </a:lnTo>
                    <a:lnTo>
                      <a:pt x="83" y="12"/>
                    </a:lnTo>
                    <a:lnTo>
                      <a:pt x="123" y="50"/>
                    </a:lnTo>
                    <a:lnTo>
                      <a:pt x="142" y="10"/>
                    </a:lnTo>
                    <a:lnTo>
                      <a:pt x="214" y="0"/>
                    </a:lnTo>
                    <a:lnTo>
                      <a:pt x="467" y="218"/>
                    </a:lnTo>
                    <a:lnTo>
                      <a:pt x="204" y="424"/>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2" name="Freeform 15"/>
              <p:cNvSpPr>
                <a:spLocks noEditPoints="1"/>
              </p:cNvSpPr>
              <p:nvPr/>
            </p:nvSpPr>
            <p:spPr bwMode="auto">
              <a:xfrm>
                <a:off x="3390900" y="228600"/>
                <a:ext cx="177800" cy="436563"/>
              </a:xfrm>
              <a:custGeom>
                <a:avLst/>
                <a:gdLst>
                  <a:gd name="T0" fmla="*/ 25 w 47"/>
                  <a:gd name="T1" fmla="*/ 0 h 116"/>
                  <a:gd name="T2" fmla="*/ 43 w 47"/>
                  <a:gd name="T3" fmla="*/ 8 h 116"/>
                  <a:gd name="T4" fmla="*/ 47 w 47"/>
                  <a:gd name="T5" fmla="*/ 27 h 116"/>
                  <a:gd name="T6" fmla="*/ 47 w 47"/>
                  <a:gd name="T7" fmla="*/ 94 h 116"/>
                  <a:gd name="T8" fmla="*/ 41 w 47"/>
                  <a:gd name="T9" fmla="*/ 110 h 116"/>
                  <a:gd name="T10" fmla="*/ 24 w 47"/>
                  <a:gd name="T11" fmla="*/ 116 h 116"/>
                  <a:gd name="T12" fmla="*/ 4 w 47"/>
                  <a:gd name="T13" fmla="*/ 107 h 116"/>
                  <a:gd name="T14" fmla="*/ 0 w 47"/>
                  <a:gd name="T15" fmla="*/ 85 h 116"/>
                  <a:gd name="T16" fmla="*/ 0 w 47"/>
                  <a:gd name="T17" fmla="*/ 32 h 116"/>
                  <a:gd name="T18" fmla="*/ 4 w 47"/>
                  <a:gd name="T19" fmla="*/ 8 h 116"/>
                  <a:gd name="T20" fmla="*/ 25 w 47"/>
                  <a:gd name="T21" fmla="*/ 0 h 116"/>
                  <a:gd name="T22" fmla="*/ 24 w 47"/>
                  <a:gd name="T23" fmla="*/ 105 h 116"/>
                  <a:gd name="T24" fmla="*/ 34 w 47"/>
                  <a:gd name="T25" fmla="*/ 89 h 116"/>
                  <a:gd name="T26" fmla="*/ 34 w 47"/>
                  <a:gd name="T27" fmla="*/ 25 h 116"/>
                  <a:gd name="T28" fmla="*/ 24 w 47"/>
                  <a:gd name="T29" fmla="*/ 11 h 116"/>
                  <a:gd name="T30" fmla="*/ 14 w 47"/>
                  <a:gd name="T31" fmla="*/ 26 h 116"/>
                  <a:gd name="T32" fmla="*/ 14 w 47"/>
                  <a:gd name="T33" fmla="*/ 30 h 116"/>
                  <a:gd name="T34" fmla="*/ 14 w 47"/>
                  <a:gd name="T35" fmla="*/ 35 h 116"/>
                  <a:gd name="T36" fmla="*/ 14 w 47"/>
                  <a:gd name="T37" fmla="*/ 53 h 116"/>
                  <a:gd name="T38" fmla="*/ 14 w 47"/>
                  <a:gd name="T39" fmla="*/ 72 h 116"/>
                  <a:gd name="T40" fmla="*/ 14 w 47"/>
                  <a:gd name="T41" fmla="*/ 89 h 116"/>
                  <a:gd name="T42" fmla="*/ 24 w 47"/>
                  <a:gd name="T43" fmla="*/ 10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 h="116">
                    <a:moveTo>
                      <a:pt x="25" y="0"/>
                    </a:moveTo>
                    <a:cubicBezTo>
                      <a:pt x="33" y="0"/>
                      <a:pt x="39" y="2"/>
                      <a:pt x="43" y="8"/>
                    </a:cubicBezTo>
                    <a:cubicBezTo>
                      <a:pt x="45" y="12"/>
                      <a:pt x="47" y="18"/>
                      <a:pt x="47" y="27"/>
                    </a:cubicBezTo>
                    <a:cubicBezTo>
                      <a:pt x="47" y="94"/>
                      <a:pt x="47" y="94"/>
                      <a:pt x="47" y="94"/>
                    </a:cubicBezTo>
                    <a:cubicBezTo>
                      <a:pt x="47" y="101"/>
                      <a:pt x="45" y="106"/>
                      <a:pt x="41" y="110"/>
                    </a:cubicBezTo>
                    <a:cubicBezTo>
                      <a:pt x="37" y="114"/>
                      <a:pt x="31" y="116"/>
                      <a:pt x="24" y="116"/>
                    </a:cubicBezTo>
                    <a:cubicBezTo>
                      <a:pt x="14" y="116"/>
                      <a:pt x="7" y="113"/>
                      <a:pt x="4" y="107"/>
                    </a:cubicBezTo>
                    <a:cubicBezTo>
                      <a:pt x="1" y="103"/>
                      <a:pt x="0" y="96"/>
                      <a:pt x="0" y="85"/>
                    </a:cubicBezTo>
                    <a:cubicBezTo>
                      <a:pt x="0" y="32"/>
                      <a:pt x="0" y="32"/>
                      <a:pt x="0" y="32"/>
                    </a:cubicBezTo>
                    <a:cubicBezTo>
                      <a:pt x="0" y="20"/>
                      <a:pt x="1" y="13"/>
                      <a:pt x="4" y="8"/>
                    </a:cubicBezTo>
                    <a:cubicBezTo>
                      <a:pt x="8" y="3"/>
                      <a:pt x="15" y="0"/>
                      <a:pt x="25" y="0"/>
                    </a:cubicBezTo>
                    <a:close/>
                    <a:moveTo>
                      <a:pt x="24" y="105"/>
                    </a:moveTo>
                    <a:cubicBezTo>
                      <a:pt x="30" y="105"/>
                      <a:pt x="34" y="100"/>
                      <a:pt x="34" y="89"/>
                    </a:cubicBezTo>
                    <a:cubicBezTo>
                      <a:pt x="34" y="25"/>
                      <a:pt x="34" y="25"/>
                      <a:pt x="34" y="25"/>
                    </a:cubicBezTo>
                    <a:cubicBezTo>
                      <a:pt x="34" y="16"/>
                      <a:pt x="30" y="11"/>
                      <a:pt x="24" y="11"/>
                    </a:cubicBezTo>
                    <a:cubicBezTo>
                      <a:pt x="17" y="11"/>
                      <a:pt x="14" y="16"/>
                      <a:pt x="14" y="26"/>
                    </a:cubicBezTo>
                    <a:cubicBezTo>
                      <a:pt x="14" y="30"/>
                      <a:pt x="14" y="30"/>
                      <a:pt x="14" y="30"/>
                    </a:cubicBezTo>
                    <a:cubicBezTo>
                      <a:pt x="14" y="35"/>
                      <a:pt x="14" y="35"/>
                      <a:pt x="14" y="35"/>
                    </a:cubicBezTo>
                    <a:cubicBezTo>
                      <a:pt x="14" y="53"/>
                      <a:pt x="14" y="53"/>
                      <a:pt x="14" y="53"/>
                    </a:cubicBezTo>
                    <a:cubicBezTo>
                      <a:pt x="14" y="72"/>
                      <a:pt x="14" y="72"/>
                      <a:pt x="14" y="72"/>
                    </a:cubicBezTo>
                    <a:cubicBezTo>
                      <a:pt x="14" y="89"/>
                      <a:pt x="14" y="89"/>
                      <a:pt x="14" y="89"/>
                    </a:cubicBezTo>
                    <a:cubicBezTo>
                      <a:pt x="14" y="99"/>
                      <a:pt x="17" y="105"/>
                      <a:pt x="24" y="105"/>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83" name="Freeform 16"/>
              <p:cNvSpPr>
                <a:spLocks/>
              </p:cNvSpPr>
              <p:nvPr/>
            </p:nvSpPr>
            <p:spPr bwMode="auto">
              <a:xfrm>
                <a:off x="3605213" y="236538"/>
                <a:ext cx="166687" cy="428625"/>
              </a:xfrm>
              <a:custGeom>
                <a:avLst/>
                <a:gdLst>
                  <a:gd name="T0" fmla="*/ 13 w 44"/>
                  <a:gd name="T1" fmla="*/ 78 h 114"/>
                  <a:gd name="T2" fmla="*/ 13 w 44"/>
                  <a:gd name="T3" fmla="*/ 92 h 114"/>
                  <a:gd name="T4" fmla="*/ 21 w 44"/>
                  <a:gd name="T5" fmla="*/ 103 h 114"/>
                  <a:gd name="T6" fmla="*/ 29 w 44"/>
                  <a:gd name="T7" fmla="*/ 99 h 114"/>
                  <a:gd name="T8" fmla="*/ 30 w 44"/>
                  <a:gd name="T9" fmla="*/ 89 h 114"/>
                  <a:gd name="T10" fmla="*/ 30 w 44"/>
                  <a:gd name="T11" fmla="*/ 54 h 114"/>
                  <a:gd name="T12" fmla="*/ 21 w 44"/>
                  <a:gd name="T13" fmla="*/ 44 h 114"/>
                  <a:gd name="T14" fmla="*/ 13 w 44"/>
                  <a:gd name="T15" fmla="*/ 48 h 114"/>
                  <a:gd name="T16" fmla="*/ 12 w 44"/>
                  <a:gd name="T17" fmla="*/ 57 h 114"/>
                  <a:gd name="T18" fmla="*/ 0 w 44"/>
                  <a:gd name="T19" fmla="*/ 57 h 114"/>
                  <a:gd name="T20" fmla="*/ 0 w 44"/>
                  <a:gd name="T21" fmla="*/ 54 h 114"/>
                  <a:gd name="T22" fmla="*/ 0 w 44"/>
                  <a:gd name="T23" fmla="*/ 39 h 114"/>
                  <a:gd name="T24" fmla="*/ 0 w 44"/>
                  <a:gd name="T25" fmla="*/ 24 h 114"/>
                  <a:gd name="T26" fmla="*/ 1 w 44"/>
                  <a:gd name="T27" fmla="*/ 0 h 114"/>
                  <a:gd name="T28" fmla="*/ 41 w 44"/>
                  <a:gd name="T29" fmla="*/ 0 h 114"/>
                  <a:gd name="T30" fmla="*/ 41 w 44"/>
                  <a:gd name="T31" fmla="*/ 13 h 114"/>
                  <a:gd name="T32" fmla="*/ 13 w 44"/>
                  <a:gd name="T33" fmla="*/ 13 h 114"/>
                  <a:gd name="T34" fmla="*/ 13 w 44"/>
                  <a:gd name="T35" fmla="*/ 37 h 114"/>
                  <a:gd name="T36" fmla="*/ 26 w 44"/>
                  <a:gd name="T37" fmla="*/ 32 h 114"/>
                  <a:gd name="T38" fmla="*/ 41 w 44"/>
                  <a:gd name="T39" fmla="*/ 38 h 114"/>
                  <a:gd name="T40" fmla="*/ 44 w 44"/>
                  <a:gd name="T41" fmla="*/ 54 h 114"/>
                  <a:gd name="T42" fmla="*/ 44 w 44"/>
                  <a:gd name="T43" fmla="*/ 94 h 114"/>
                  <a:gd name="T44" fmla="*/ 22 w 44"/>
                  <a:gd name="T45" fmla="*/ 114 h 114"/>
                  <a:gd name="T46" fmla="*/ 5 w 44"/>
                  <a:gd name="T47" fmla="*/ 109 h 114"/>
                  <a:gd name="T48" fmla="*/ 0 w 44"/>
                  <a:gd name="T49" fmla="*/ 91 h 114"/>
                  <a:gd name="T50" fmla="*/ 0 w 44"/>
                  <a:gd name="T51" fmla="*/ 78 h 114"/>
                  <a:gd name="T52" fmla="*/ 13 w 44"/>
                  <a:gd name="T53" fmla="*/ 78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4" h="114">
                    <a:moveTo>
                      <a:pt x="13" y="78"/>
                    </a:moveTo>
                    <a:cubicBezTo>
                      <a:pt x="13" y="92"/>
                      <a:pt x="13" y="92"/>
                      <a:pt x="13" y="92"/>
                    </a:cubicBezTo>
                    <a:cubicBezTo>
                      <a:pt x="13" y="99"/>
                      <a:pt x="16" y="103"/>
                      <a:pt x="21" y="103"/>
                    </a:cubicBezTo>
                    <a:cubicBezTo>
                      <a:pt x="25" y="103"/>
                      <a:pt x="28" y="102"/>
                      <a:pt x="29" y="99"/>
                    </a:cubicBezTo>
                    <a:cubicBezTo>
                      <a:pt x="30" y="97"/>
                      <a:pt x="30" y="94"/>
                      <a:pt x="30" y="89"/>
                    </a:cubicBezTo>
                    <a:cubicBezTo>
                      <a:pt x="30" y="54"/>
                      <a:pt x="30" y="54"/>
                      <a:pt x="30" y="54"/>
                    </a:cubicBezTo>
                    <a:cubicBezTo>
                      <a:pt x="30" y="48"/>
                      <a:pt x="27" y="44"/>
                      <a:pt x="21" y="44"/>
                    </a:cubicBezTo>
                    <a:cubicBezTo>
                      <a:pt x="17" y="44"/>
                      <a:pt x="15" y="46"/>
                      <a:pt x="13" y="48"/>
                    </a:cubicBezTo>
                    <a:cubicBezTo>
                      <a:pt x="12" y="50"/>
                      <a:pt x="12" y="53"/>
                      <a:pt x="12" y="57"/>
                    </a:cubicBezTo>
                    <a:cubicBezTo>
                      <a:pt x="0" y="57"/>
                      <a:pt x="0" y="57"/>
                      <a:pt x="0" y="57"/>
                    </a:cubicBezTo>
                    <a:cubicBezTo>
                      <a:pt x="0" y="54"/>
                      <a:pt x="0" y="54"/>
                      <a:pt x="0" y="54"/>
                    </a:cubicBezTo>
                    <a:cubicBezTo>
                      <a:pt x="0" y="39"/>
                      <a:pt x="0" y="39"/>
                      <a:pt x="0" y="39"/>
                    </a:cubicBezTo>
                    <a:cubicBezTo>
                      <a:pt x="0" y="24"/>
                      <a:pt x="0" y="24"/>
                      <a:pt x="0" y="24"/>
                    </a:cubicBezTo>
                    <a:cubicBezTo>
                      <a:pt x="0" y="13"/>
                      <a:pt x="0" y="5"/>
                      <a:pt x="1" y="0"/>
                    </a:cubicBezTo>
                    <a:cubicBezTo>
                      <a:pt x="41" y="0"/>
                      <a:pt x="41" y="0"/>
                      <a:pt x="41" y="0"/>
                    </a:cubicBezTo>
                    <a:cubicBezTo>
                      <a:pt x="41" y="13"/>
                      <a:pt x="41" y="13"/>
                      <a:pt x="41" y="13"/>
                    </a:cubicBezTo>
                    <a:cubicBezTo>
                      <a:pt x="13" y="13"/>
                      <a:pt x="13" y="13"/>
                      <a:pt x="13" y="13"/>
                    </a:cubicBezTo>
                    <a:cubicBezTo>
                      <a:pt x="13" y="37"/>
                      <a:pt x="13" y="37"/>
                      <a:pt x="13" y="37"/>
                    </a:cubicBezTo>
                    <a:cubicBezTo>
                      <a:pt x="17" y="34"/>
                      <a:pt x="22" y="32"/>
                      <a:pt x="26" y="32"/>
                    </a:cubicBezTo>
                    <a:cubicBezTo>
                      <a:pt x="33" y="32"/>
                      <a:pt x="38" y="34"/>
                      <a:pt x="41" y="38"/>
                    </a:cubicBezTo>
                    <a:cubicBezTo>
                      <a:pt x="43" y="42"/>
                      <a:pt x="44" y="47"/>
                      <a:pt x="44" y="54"/>
                    </a:cubicBezTo>
                    <a:cubicBezTo>
                      <a:pt x="44" y="94"/>
                      <a:pt x="44" y="94"/>
                      <a:pt x="44" y="94"/>
                    </a:cubicBezTo>
                    <a:cubicBezTo>
                      <a:pt x="44" y="108"/>
                      <a:pt x="37" y="114"/>
                      <a:pt x="22" y="114"/>
                    </a:cubicBezTo>
                    <a:cubicBezTo>
                      <a:pt x="14" y="114"/>
                      <a:pt x="8" y="113"/>
                      <a:pt x="5" y="109"/>
                    </a:cubicBezTo>
                    <a:cubicBezTo>
                      <a:pt x="1" y="105"/>
                      <a:pt x="0" y="99"/>
                      <a:pt x="0" y="91"/>
                    </a:cubicBezTo>
                    <a:cubicBezTo>
                      <a:pt x="0" y="78"/>
                      <a:pt x="0" y="78"/>
                      <a:pt x="0" y="78"/>
                    </a:cubicBezTo>
                    <a:lnTo>
                      <a:pt x="13" y="78"/>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sp>
        <p:nvSpPr>
          <p:cNvPr id="184" name="Freeform 285"/>
          <p:cNvSpPr>
            <a:spLocks noEditPoints="1"/>
          </p:cNvSpPr>
          <p:nvPr/>
        </p:nvSpPr>
        <p:spPr bwMode="auto">
          <a:xfrm>
            <a:off x="5474260" y="4633670"/>
            <a:ext cx="1234514" cy="1249866"/>
          </a:xfrm>
          <a:custGeom>
            <a:avLst/>
            <a:gdLst>
              <a:gd name="T0" fmla="*/ 101 w 201"/>
              <a:gd name="T1" fmla="*/ 60 h 203"/>
              <a:gd name="T2" fmla="*/ 58 w 201"/>
              <a:gd name="T3" fmla="*/ 103 h 203"/>
              <a:gd name="T4" fmla="*/ 101 w 201"/>
              <a:gd name="T5" fmla="*/ 147 h 203"/>
              <a:gd name="T6" fmla="*/ 144 w 201"/>
              <a:gd name="T7" fmla="*/ 103 h 203"/>
              <a:gd name="T8" fmla="*/ 101 w 201"/>
              <a:gd name="T9" fmla="*/ 60 h 203"/>
              <a:gd name="T10" fmla="*/ 180 w 201"/>
              <a:gd name="T11" fmla="*/ 101 h 203"/>
              <a:gd name="T12" fmla="*/ 180 w 201"/>
              <a:gd name="T13" fmla="*/ 95 h 203"/>
              <a:gd name="T14" fmla="*/ 201 w 201"/>
              <a:gd name="T15" fmla="*/ 90 h 203"/>
              <a:gd name="T16" fmla="*/ 193 w 201"/>
              <a:gd name="T17" fmla="*/ 61 h 203"/>
              <a:gd name="T18" fmla="*/ 172 w 201"/>
              <a:gd name="T19" fmla="*/ 67 h 203"/>
              <a:gd name="T20" fmla="*/ 162 w 201"/>
              <a:gd name="T21" fmla="*/ 51 h 203"/>
              <a:gd name="T22" fmla="*/ 176 w 201"/>
              <a:gd name="T23" fmla="*/ 34 h 203"/>
              <a:gd name="T24" fmla="*/ 153 w 201"/>
              <a:gd name="T25" fmla="*/ 15 h 203"/>
              <a:gd name="T26" fmla="*/ 139 w 201"/>
              <a:gd name="T27" fmla="*/ 32 h 203"/>
              <a:gd name="T28" fmla="*/ 115 w 201"/>
              <a:gd name="T29" fmla="*/ 23 h 203"/>
              <a:gd name="T30" fmla="*/ 115 w 201"/>
              <a:gd name="T31" fmla="*/ 1 h 203"/>
              <a:gd name="T32" fmla="*/ 101 w 201"/>
              <a:gd name="T33" fmla="*/ 0 h 203"/>
              <a:gd name="T34" fmla="*/ 86 w 201"/>
              <a:gd name="T35" fmla="*/ 1 h 203"/>
              <a:gd name="T36" fmla="*/ 86 w 201"/>
              <a:gd name="T37" fmla="*/ 23 h 203"/>
              <a:gd name="T38" fmla="*/ 68 w 201"/>
              <a:gd name="T39" fmla="*/ 29 h 203"/>
              <a:gd name="T40" fmla="*/ 55 w 201"/>
              <a:gd name="T41" fmla="*/ 11 h 203"/>
              <a:gd name="T42" fmla="*/ 31 w 201"/>
              <a:gd name="T43" fmla="*/ 28 h 203"/>
              <a:gd name="T44" fmla="*/ 43 w 201"/>
              <a:gd name="T45" fmla="*/ 46 h 203"/>
              <a:gd name="T46" fmla="*/ 32 w 201"/>
              <a:gd name="T47" fmla="*/ 60 h 203"/>
              <a:gd name="T48" fmla="*/ 12 w 201"/>
              <a:gd name="T49" fmla="*/ 53 h 203"/>
              <a:gd name="T50" fmla="*/ 1 w 201"/>
              <a:gd name="T51" fmla="*/ 81 h 203"/>
              <a:gd name="T52" fmla="*/ 22 w 201"/>
              <a:gd name="T53" fmla="*/ 88 h 203"/>
              <a:gd name="T54" fmla="*/ 21 w 201"/>
              <a:gd name="T55" fmla="*/ 101 h 203"/>
              <a:gd name="T56" fmla="*/ 21 w 201"/>
              <a:gd name="T57" fmla="*/ 107 h 203"/>
              <a:gd name="T58" fmla="*/ 0 w 201"/>
              <a:gd name="T59" fmla="*/ 113 h 203"/>
              <a:gd name="T60" fmla="*/ 7 w 201"/>
              <a:gd name="T61" fmla="*/ 142 h 203"/>
              <a:gd name="T62" fmla="*/ 28 w 201"/>
              <a:gd name="T63" fmla="*/ 136 h 203"/>
              <a:gd name="T64" fmla="*/ 39 w 201"/>
              <a:gd name="T65" fmla="*/ 152 h 203"/>
              <a:gd name="T66" fmla="*/ 25 w 201"/>
              <a:gd name="T67" fmla="*/ 169 h 203"/>
              <a:gd name="T68" fmla="*/ 47 w 201"/>
              <a:gd name="T69" fmla="*/ 188 h 203"/>
              <a:gd name="T70" fmla="*/ 61 w 201"/>
              <a:gd name="T71" fmla="*/ 171 h 203"/>
              <a:gd name="T72" fmla="*/ 86 w 201"/>
              <a:gd name="T73" fmla="*/ 180 h 203"/>
              <a:gd name="T74" fmla="*/ 86 w 201"/>
              <a:gd name="T75" fmla="*/ 202 h 203"/>
              <a:gd name="T76" fmla="*/ 101 w 201"/>
              <a:gd name="T77" fmla="*/ 203 h 203"/>
              <a:gd name="T78" fmla="*/ 115 w 201"/>
              <a:gd name="T79" fmla="*/ 202 h 203"/>
              <a:gd name="T80" fmla="*/ 115 w 201"/>
              <a:gd name="T81" fmla="*/ 180 h 203"/>
              <a:gd name="T82" fmla="*/ 134 w 201"/>
              <a:gd name="T83" fmla="*/ 174 h 203"/>
              <a:gd name="T84" fmla="*/ 146 w 201"/>
              <a:gd name="T85" fmla="*/ 192 h 203"/>
              <a:gd name="T86" fmla="*/ 170 w 201"/>
              <a:gd name="T87" fmla="*/ 175 h 203"/>
              <a:gd name="T88" fmla="*/ 158 w 201"/>
              <a:gd name="T89" fmla="*/ 157 h 203"/>
              <a:gd name="T90" fmla="*/ 169 w 201"/>
              <a:gd name="T91" fmla="*/ 142 h 203"/>
              <a:gd name="T92" fmla="*/ 190 w 201"/>
              <a:gd name="T93" fmla="*/ 150 h 203"/>
              <a:gd name="T94" fmla="*/ 200 w 201"/>
              <a:gd name="T95" fmla="*/ 121 h 203"/>
              <a:gd name="T96" fmla="*/ 179 w 201"/>
              <a:gd name="T97" fmla="*/ 114 h 203"/>
              <a:gd name="T98" fmla="*/ 180 w 201"/>
              <a:gd name="T99" fmla="*/ 101 h 203"/>
              <a:gd name="T100" fmla="*/ 101 w 201"/>
              <a:gd name="T101" fmla="*/ 158 h 203"/>
              <a:gd name="T102" fmla="*/ 47 w 201"/>
              <a:gd name="T103" fmla="*/ 103 h 203"/>
              <a:gd name="T104" fmla="*/ 101 w 201"/>
              <a:gd name="T105" fmla="*/ 49 h 203"/>
              <a:gd name="T106" fmla="*/ 155 w 201"/>
              <a:gd name="T107" fmla="*/ 103 h 203"/>
              <a:gd name="T108" fmla="*/ 101 w 201"/>
              <a:gd name="T109" fmla="*/ 158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01" h="203">
                <a:moveTo>
                  <a:pt x="101" y="60"/>
                </a:moveTo>
                <a:cubicBezTo>
                  <a:pt x="77" y="60"/>
                  <a:pt x="58" y="80"/>
                  <a:pt x="58" y="103"/>
                </a:cubicBezTo>
                <a:cubicBezTo>
                  <a:pt x="58" y="127"/>
                  <a:pt x="77" y="147"/>
                  <a:pt x="101" y="147"/>
                </a:cubicBezTo>
                <a:cubicBezTo>
                  <a:pt x="125" y="147"/>
                  <a:pt x="144" y="127"/>
                  <a:pt x="144" y="103"/>
                </a:cubicBezTo>
                <a:cubicBezTo>
                  <a:pt x="144" y="80"/>
                  <a:pt x="125" y="60"/>
                  <a:pt x="101" y="60"/>
                </a:cubicBezTo>
                <a:close/>
                <a:moveTo>
                  <a:pt x="180" y="101"/>
                </a:moveTo>
                <a:cubicBezTo>
                  <a:pt x="180" y="99"/>
                  <a:pt x="180" y="97"/>
                  <a:pt x="180" y="95"/>
                </a:cubicBezTo>
                <a:cubicBezTo>
                  <a:pt x="201" y="90"/>
                  <a:pt x="201" y="90"/>
                  <a:pt x="201" y="90"/>
                </a:cubicBezTo>
                <a:cubicBezTo>
                  <a:pt x="200" y="80"/>
                  <a:pt x="197" y="70"/>
                  <a:pt x="193" y="61"/>
                </a:cubicBezTo>
                <a:cubicBezTo>
                  <a:pt x="172" y="67"/>
                  <a:pt x="172" y="67"/>
                  <a:pt x="172" y="67"/>
                </a:cubicBezTo>
                <a:cubicBezTo>
                  <a:pt x="170" y="61"/>
                  <a:pt x="166" y="56"/>
                  <a:pt x="162" y="51"/>
                </a:cubicBezTo>
                <a:cubicBezTo>
                  <a:pt x="176" y="34"/>
                  <a:pt x="176" y="34"/>
                  <a:pt x="176" y="34"/>
                </a:cubicBezTo>
                <a:cubicBezTo>
                  <a:pt x="170" y="27"/>
                  <a:pt x="162" y="20"/>
                  <a:pt x="153" y="15"/>
                </a:cubicBezTo>
                <a:cubicBezTo>
                  <a:pt x="139" y="32"/>
                  <a:pt x="139" y="32"/>
                  <a:pt x="139" y="32"/>
                </a:cubicBezTo>
                <a:cubicBezTo>
                  <a:pt x="132" y="28"/>
                  <a:pt x="124" y="25"/>
                  <a:pt x="115" y="23"/>
                </a:cubicBezTo>
                <a:cubicBezTo>
                  <a:pt x="115" y="1"/>
                  <a:pt x="115" y="1"/>
                  <a:pt x="115" y="1"/>
                </a:cubicBezTo>
                <a:cubicBezTo>
                  <a:pt x="111" y="1"/>
                  <a:pt x="106" y="0"/>
                  <a:pt x="101" y="0"/>
                </a:cubicBezTo>
                <a:cubicBezTo>
                  <a:pt x="95" y="0"/>
                  <a:pt x="91" y="1"/>
                  <a:pt x="86" y="1"/>
                </a:cubicBezTo>
                <a:cubicBezTo>
                  <a:pt x="86" y="23"/>
                  <a:pt x="86" y="23"/>
                  <a:pt x="86" y="23"/>
                </a:cubicBezTo>
                <a:cubicBezTo>
                  <a:pt x="79" y="24"/>
                  <a:pt x="73" y="26"/>
                  <a:pt x="68" y="29"/>
                </a:cubicBezTo>
                <a:cubicBezTo>
                  <a:pt x="55" y="11"/>
                  <a:pt x="55" y="11"/>
                  <a:pt x="55" y="11"/>
                </a:cubicBezTo>
                <a:cubicBezTo>
                  <a:pt x="46" y="15"/>
                  <a:pt x="38" y="21"/>
                  <a:pt x="31" y="28"/>
                </a:cubicBezTo>
                <a:cubicBezTo>
                  <a:pt x="43" y="46"/>
                  <a:pt x="43" y="46"/>
                  <a:pt x="43" y="46"/>
                </a:cubicBezTo>
                <a:cubicBezTo>
                  <a:pt x="39" y="50"/>
                  <a:pt x="35" y="55"/>
                  <a:pt x="32" y="60"/>
                </a:cubicBezTo>
                <a:cubicBezTo>
                  <a:pt x="12" y="53"/>
                  <a:pt x="12" y="53"/>
                  <a:pt x="12" y="53"/>
                </a:cubicBezTo>
                <a:cubicBezTo>
                  <a:pt x="7" y="62"/>
                  <a:pt x="3" y="71"/>
                  <a:pt x="1" y="81"/>
                </a:cubicBezTo>
                <a:cubicBezTo>
                  <a:pt x="22" y="88"/>
                  <a:pt x="22" y="88"/>
                  <a:pt x="22" y="88"/>
                </a:cubicBezTo>
                <a:cubicBezTo>
                  <a:pt x="21" y="93"/>
                  <a:pt x="21" y="97"/>
                  <a:pt x="21" y="101"/>
                </a:cubicBezTo>
                <a:cubicBezTo>
                  <a:pt x="21" y="103"/>
                  <a:pt x="21" y="105"/>
                  <a:pt x="21" y="107"/>
                </a:cubicBezTo>
                <a:cubicBezTo>
                  <a:pt x="0" y="113"/>
                  <a:pt x="0" y="113"/>
                  <a:pt x="0" y="113"/>
                </a:cubicBezTo>
                <a:cubicBezTo>
                  <a:pt x="1" y="123"/>
                  <a:pt x="4" y="133"/>
                  <a:pt x="7" y="142"/>
                </a:cubicBezTo>
                <a:cubicBezTo>
                  <a:pt x="28" y="136"/>
                  <a:pt x="28" y="136"/>
                  <a:pt x="28" y="136"/>
                </a:cubicBezTo>
                <a:cubicBezTo>
                  <a:pt x="31" y="142"/>
                  <a:pt x="35" y="147"/>
                  <a:pt x="39" y="152"/>
                </a:cubicBezTo>
                <a:cubicBezTo>
                  <a:pt x="25" y="169"/>
                  <a:pt x="25" y="169"/>
                  <a:pt x="25" y="169"/>
                </a:cubicBezTo>
                <a:cubicBezTo>
                  <a:pt x="31" y="176"/>
                  <a:pt x="39" y="182"/>
                  <a:pt x="47" y="188"/>
                </a:cubicBezTo>
                <a:cubicBezTo>
                  <a:pt x="61" y="171"/>
                  <a:pt x="61" y="171"/>
                  <a:pt x="61" y="171"/>
                </a:cubicBezTo>
                <a:cubicBezTo>
                  <a:pt x="69" y="175"/>
                  <a:pt x="77" y="178"/>
                  <a:pt x="86" y="180"/>
                </a:cubicBezTo>
                <a:cubicBezTo>
                  <a:pt x="86" y="202"/>
                  <a:pt x="86" y="202"/>
                  <a:pt x="86" y="202"/>
                </a:cubicBezTo>
                <a:cubicBezTo>
                  <a:pt x="91" y="202"/>
                  <a:pt x="95" y="203"/>
                  <a:pt x="101" y="203"/>
                </a:cubicBezTo>
                <a:cubicBezTo>
                  <a:pt x="106" y="203"/>
                  <a:pt x="111" y="202"/>
                  <a:pt x="115" y="202"/>
                </a:cubicBezTo>
                <a:cubicBezTo>
                  <a:pt x="115" y="180"/>
                  <a:pt x="115" y="180"/>
                  <a:pt x="115" y="180"/>
                </a:cubicBezTo>
                <a:cubicBezTo>
                  <a:pt x="122" y="179"/>
                  <a:pt x="128" y="177"/>
                  <a:pt x="134" y="174"/>
                </a:cubicBezTo>
                <a:cubicBezTo>
                  <a:pt x="146" y="192"/>
                  <a:pt x="146" y="192"/>
                  <a:pt x="146" y="192"/>
                </a:cubicBezTo>
                <a:cubicBezTo>
                  <a:pt x="155" y="188"/>
                  <a:pt x="163" y="182"/>
                  <a:pt x="170" y="175"/>
                </a:cubicBezTo>
                <a:cubicBezTo>
                  <a:pt x="158" y="157"/>
                  <a:pt x="158" y="157"/>
                  <a:pt x="158" y="157"/>
                </a:cubicBezTo>
                <a:cubicBezTo>
                  <a:pt x="162" y="153"/>
                  <a:pt x="166" y="148"/>
                  <a:pt x="169" y="142"/>
                </a:cubicBezTo>
                <a:cubicBezTo>
                  <a:pt x="190" y="150"/>
                  <a:pt x="190" y="150"/>
                  <a:pt x="190" y="150"/>
                </a:cubicBezTo>
                <a:cubicBezTo>
                  <a:pt x="194" y="141"/>
                  <a:pt x="198" y="131"/>
                  <a:pt x="200" y="121"/>
                </a:cubicBezTo>
                <a:cubicBezTo>
                  <a:pt x="179" y="114"/>
                  <a:pt x="179" y="114"/>
                  <a:pt x="179" y="114"/>
                </a:cubicBezTo>
                <a:cubicBezTo>
                  <a:pt x="180" y="110"/>
                  <a:pt x="180" y="106"/>
                  <a:pt x="180" y="101"/>
                </a:cubicBezTo>
                <a:close/>
                <a:moveTo>
                  <a:pt x="101" y="158"/>
                </a:moveTo>
                <a:cubicBezTo>
                  <a:pt x="71" y="158"/>
                  <a:pt x="47" y="133"/>
                  <a:pt x="47" y="103"/>
                </a:cubicBezTo>
                <a:cubicBezTo>
                  <a:pt x="47" y="73"/>
                  <a:pt x="71" y="49"/>
                  <a:pt x="101" y="49"/>
                </a:cubicBezTo>
                <a:cubicBezTo>
                  <a:pt x="131" y="49"/>
                  <a:pt x="155" y="73"/>
                  <a:pt x="155" y="103"/>
                </a:cubicBezTo>
                <a:cubicBezTo>
                  <a:pt x="155" y="133"/>
                  <a:pt x="131" y="158"/>
                  <a:pt x="101" y="158"/>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5" name="Freeform 28"/>
          <p:cNvSpPr>
            <a:spLocks/>
          </p:cNvSpPr>
          <p:nvPr/>
        </p:nvSpPr>
        <p:spPr bwMode="auto">
          <a:xfrm>
            <a:off x="5654243" y="4335146"/>
            <a:ext cx="1885397" cy="1721906"/>
          </a:xfrm>
          <a:custGeom>
            <a:avLst/>
            <a:gdLst>
              <a:gd name="T0" fmla="*/ 772 w 1219"/>
              <a:gd name="T1" fmla="*/ 0 h 1112"/>
              <a:gd name="T2" fmla="*/ 1147 w 1219"/>
              <a:gd name="T3" fmla="*/ 0 h 1112"/>
              <a:gd name="T4" fmla="*/ 1211 w 1219"/>
              <a:gd name="T5" fmla="*/ 63 h 1112"/>
              <a:gd name="T6" fmla="*/ 1209 w 1219"/>
              <a:gd name="T7" fmla="*/ 1112 h 1112"/>
              <a:gd name="T8" fmla="*/ 0 w 1219"/>
              <a:gd name="T9" fmla="*/ 1112 h 1112"/>
            </a:gdLst>
            <a:ahLst/>
            <a:cxnLst>
              <a:cxn ang="0">
                <a:pos x="T0" y="T1"/>
              </a:cxn>
              <a:cxn ang="0">
                <a:pos x="T2" y="T3"/>
              </a:cxn>
              <a:cxn ang="0">
                <a:pos x="T4" y="T5"/>
              </a:cxn>
              <a:cxn ang="0">
                <a:pos x="T6" y="T7"/>
              </a:cxn>
              <a:cxn ang="0">
                <a:pos x="T8" y="T9"/>
              </a:cxn>
            </a:cxnLst>
            <a:rect l="0" t="0" r="r" b="b"/>
            <a:pathLst>
              <a:path w="1219" h="1112">
                <a:moveTo>
                  <a:pt x="772" y="0"/>
                </a:moveTo>
                <a:cubicBezTo>
                  <a:pt x="1147" y="0"/>
                  <a:pt x="1147" y="0"/>
                  <a:pt x="1147" y="0"/>
                </a:cubicBezTo>
                <a:cubicBezTo>
                  <a:pt x="1147" y="0"/>
                  <a:pt x="1219" y="0"/>
                  <a:pt x="1211" y="63"/>
                </a:cubicBezTo>
                <a:cubicBezTo>
                  <a:pt x="1209" y="1112"/>
                  <a:pt x="1209" y="1112"/>
                  <a:pt x="1209" y="1112"/>
                </a:cubicBezTo>
                <a:cubicBezTo>
                  <a:pt x="0" y="1112"/>
                  <a:pt x="0" y="1112"/>
                  <a:pt x="0" y="1112"/>
                </a:cubicBezTo>
              </a:path>
            </a:pathLst>
          </a:custGeom>
          <a:solidFill>
            <a:srgbClr val="FFFFFF">
              <a:alpha val="20000"/>
            </a:srgbClr>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55" name="椭圆 54"/>
          <p:cNvSpPr/>
          <p:nvPr/>
        </p:nvSpPr>
        <p:spPr>
          <a:xfrm>
            <a:off x="4785519" y="6381102"/>
            <a:ext cx="2620963" cy="187221"/>
          </a:xfrm>
          <a:prstGeom prst="ellipse">
            <a:avLst/>
          </a:prstGeom>
          <a:gradFill flip="none" rotWithShape="1">
            <a:gsLst>
              <a:gs pos="0">
                <a:schemeClr val="tx1">
                  <a:lumMod val="95000"/>
                  <a:lumOff val="5000"/>
                  <a:alpha val="65000"/>
                </a:schemeClr>
              </a:gs>
              <a:gs pos="90000">
                <a:schemeClr val="tx1">
                  <a:alpha val="0"/>
                  <a:lumMod val="0"/>
                  <a:lumOff val="100000"/>
                </a:schemeClr>
              </a:gs>
            </a:gsLst>
            <a:path path="shape">
              <a:fillToRect l="50000" t="50000" r="50000" b="50000"/>
            </a:path>
            <a:tileRect/>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1690841954"/>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4441787" y="2045973"/>
            <a:ext cx="3308427" cy="3520756"/>
            <a:chOff x="4545055" y="111168"/>
            <a:chExt cx="5847365" cy="6222638"/>
          </a:xfrm>
          <a:effectLst>
            <a:outerShdw blurRad="469900" dist="127000" dir="8100000" sx="101000" sy="101000" algn="tr" rotWithShape="0">
              <a:prstClr val="black">
                <a:alpha val="31000"/>
              </a:prstClr>
            </a:outerShdw>
          </a:effectLst>
        </p:grpSpPr>
        <p:sp>
          <p:nvSpPr>
            <p:cNvPr id="3" name="椭圆 2"/>
            <p:cNvSpPr/>
            <p:nvPr/>
          </p:nvSpPr>
          <p:spPr>
            <a:xfrm>
              <a:off x="4545055" y="486441"/>
              <a:ext cx="5847365" cy="5847365"/>
            </a:xfrm>
            <a:prstGeom prst="ellipse">
              <a:avLst/>
            </a:prstGeom>
            <a:gradFill flip="none" rotWithShape="1">
              <a:gsLst>
                <a:gs pos="68000">
                  <a:srgbClr val="B4B6B5"/>
                </a:gs>
                <a:gs pos="33000">
                  <a:srgbClr val="F6F6F6"/>
                </a:gs>
                <a:gs pos="83000">
                  <a:srgbClr val="F5F5F5"/>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 name="组合 3"/>
            <p:cNvGrpSpPr/>
            <p:nvPr/>
          </p:nvGrpSpPr>
          <p:grpSpPr>
            <a:xfrm>
              <a:off x="4863017" y="707274"/>
              <a:ext cx="5521326" cy="5356225"/>
              <a:chOff x="3328988" y="855663"/>
              <a:chExt cx="5521326" cy="5356225"/>
            </a:xfrm>
            <a:solidFill>
              <a:srgbClr val="5A97C5"/>
            </a:solidFill>
          </p:grpSpPr>
          <p:sp>
            <p:nvSpPr>
              <p:cNvPr id="7" name="Freeform 95"/>
              <p:cNvSpPr>
                <a:spLocks/>
              </p:cNvSpPr>
              <p:nvPr/>
            </p:nvSpPr>
            <p:spPr bwMode="auto">
              <a:xfrm>
                <a:off x="3705226" y="1693863"/>
                <a:ext cx="49213" cy="55563"/>
              </a:xfrm>
              <a:custGeom>
                <a:avLst/>
                <a:gdLst>
                  <a:gd name="T0" fmla="*/ 13 w 13"/>
                  <a:gd name="T1" fmla="*/ 0 h 15"/>
                  <a:gd name="T2" fmla="*/ 11 w 13"/>
                  <a:gd name="T3" fmla="*/ 2 h 15"/>
                  <a:gd name="T4" fmla="*/ 10 w 13"/>
                  <a:gd name="T5" fmla="*/ 3 h 15"/>
                  <a:gd name="T6" fmla="*/ 7 w 13"/>
                  <a:gd name="T7" fmla="*/ 7 h 15"/>
                  <a:gd name="T8" fmla="*/ 3 w 13"/>
                  <a:gd name="T9" fmla="*/ 11 h 15"/>
                  <a:gd name="T10" fmla="*/ 2 w 13"/>
                  <a:gd name="T11" fmla="*/ 13 h 15"/>
                  <a:gd name="T12" fmla="*/ 0 w 13"/>
                  <a:gd name="T13" fmla="*/ 15 h 15"/>
                  <a:gd name="T14" fmla="*/ 10 w 13"/>
                  <a:gd name="T15" fmla="*/ 4 h 15"/>
                  <a:gd name="T16" fmla="*/ 9 w 13"/>
                  <a:gd name="T17" fmla="*/ 4 h 15"/>
                  <a:gd name="T18" fmla="*/ 13 w 13"/>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5">
                    <a:moveTo>
                      <a:pt x="13" y="0"/>
                    </a:moveTo>
                    <a:cubicBezTo>
                      <a:pt x="11" y="2"/>
                      <a:pt x="11" y="2"/>
                      <a:pt x="11" y="2"/>
                    </a:cubicBezTo>
                    <a:cubicBezTo>
                      <a:pt x="10" y="3"/>
                      <a:pt x="10" y="3"/>
                      <a:pt x="10" y="3"/>
                    </a:cubicBezTo>
                    <a:cubicBezTo>
                      <a:pt x="7" y="7"/>
                      <a:pt x="7" y="7"/>
                      <a:pt x="7" y="7"/>
                    </a:cubicBezTo>
                    <a:cubicBezTo>
                      <a:pt x="3" y="11"/>
                      <a:pt x="3" y="11"/>
                      <a:pt x="3" y="11"/>
                    </a:cubicBezTo>
                    <a:cubicBezTo>
                      <a:pt x="3" y="12"/>
                      <a:pt x="2" y="12"/>
                      <a:pt x="2" y="13"/>
                    </a:cubicBezTo>
                    <a:cubicBezTo>
                      <a:pt x="1" y="14"/>
                      <a:pt x="1" y="14"/>
                      <a:pt x="0" y="15"/>
                    </a:cubicBezTo>
                    <a:cubicBezTo>
                      <a:pt x="0" y="15"/>
                      <a:pt x="1" y="14"/>
                      <a:pt x="10" y="4"/>
                    </a:cubicBezTo>
                    <a:cubicBezTo>
                      <a:pt x="9" y="4"/>
                      <a:pt x="9" y="4"/>
                      <a:pt x="9" y="4"/>
                    </a:cubicBezTo>
                    <a:cubicBezTo>
                      <a:pt x="13" y="0"/>
                      <a:pt x="13"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96"/>
              <p:cNvSpPr>
                <a:spLocks/>
              </p:cNvSpPr>
              <p:nvPr/>
            </p:nvSpPr>
            <p:spPr bwMode="auto">
              <a:xfrm>
                <a:off x="6956426" y="919163"/>
                <a:ext cx="112713" cy="52388"/>
              </a:xfrm>
              <a:custGeom>
                <a:avLst/>
                <a:gdLst>
                  <a:gd name="T0" fmla="*/ 1 w 30"/>
                  <a:gd name="T1" fmla="*/ 0 h 14"/>
                  <a:gd name="T2" fmla="*/ 0 w 30"/>
                  <a:gd name="T3" fmla="*/ 0 h 14"/>
                  <a:gd name="T4" fmla="*/ 2 w 30"/>
                  <a:gd name="T5" fmla="*/ 2 h 14"/>
                  <a:gd name="T6" fmla="*/ 4 w 30"/>
                  <a:gd name="T7" fmla="*/ 3 h 14"/>
                  <a:gd name="T8" fmla="*/ 6 w 30"/>
                  <a:gd name="T9" fmla="*/ 4 h 14"/>
                  <a:gd name="T10" fmla="*/ 10 w 30"/>
                  <a:gd name="T11" fmla="*/ 7 h 14"/>
                  <a:gd name="T12" fmla="*/ 12 w 30"/>
                  <a:gd name="T13" fmla="*/ 9 h 14"/>
                  <a:gd name="T14" fmla="*/ 15 w 30"/>
                  <a:gd name="T15" fmla="*/ 10 h 14"/>
                  <a:gd name="T16" fmla="*/ 27 w 30"/>
                  <a:gd name="T17" fmla="*/ 13 h 14"/>
                  <a:gd name="T18" fmla="*/ 30 w 30"/>
                  <a:gd name="T19" fmla="*/ 14 h 14"/>
                  <a:gd name="T20" fmla="*/ 10 w 30"/>
                  <a:gd name="T21" fmla="*/ 1 h 14"/>
                  <a:gd name="T22" fmla="*/ 9 w 30"/>
                  <a:gd name="T23" fmla="*/ 1 h 14"/>
                  <a:gd name="T24" fmla="*/ 8 w 30"/>
                  <a:gd name="T25" fmla="*/ 1 h 14"/>
                  <a:gd name="T26" fmla="*/ 9 w 30"/>
                  <a:gd name="T27" fmla="*/ 3 h 14"/>
                  <a:gd name="T28" fmla="*/ 9 w 30"/>
                  <a:gd name="T29" fmla="*/ 3 h 14"/>
                  <a:gd name="T30" fmla="*/ 5 w 30"/>
                  <a:gd name="T31" fmla="*/ 2 h 14"/>
                  <a:gd name="T32" fmla="*/ 1 w 30"/>
                  <a:gd name="T3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 h="14">
                    <a:moveTo>
                      <a:pt x="1" y="0"/>
                    </a:moveTo>
                    <a:cubicBezTo>
                      <a:pt x="1" y="0"/>
                      <a:pt x="0" y="0"/>
                      <a:pt x="0" y="0"/>
                    </a:cubicBezTo>
                    <a:cubicBezTo>
                      <a:pt x="1" y="1"/>
                      <a:pt x="1" y="1"/>
                      <a:pt x="2" y="2"/>
                    </a:cubicBezTo>
                    <a:cubicBezTo>
                      <a:pt x="3" y="2"/>
                      <a:pt x="3" y="3"/>
                      <a:pt x="4" y="3"/>
                    </a:cubicBezTo>
                    <a:cubicBezTo>
                      <a:pt x="6" y="4"/>
                      <a:pt x="6" y="4"/>
                      <a:pt x="6" y="4"/>
                    </a:cubicBezTo>
                    <a:cubicBezTo>
                      <a:pt x="10" y="6"/>
                      <a:pt x="10" y="6"/>
                      <a:pt x="10" y="7"/>
                    </a:cubicBezTo>
                    <a:cubicBezTo>
                      <a:pt x="10" y="8"/>
                      <a:pt x="12" y="8"/>
                      <a:pt x="12" y="9"/>
                    </a:cubicBezTo>
                    <a:cubicBezTo>
                      <a:pt x="15" y="10"/>
                      <a:pt x="15" y="10"/>
                      <a:pt x="15" y="10"/>
                    </a:cubicBezTo>
                    <a:cubicBezTo>
                      <a:pt x="22" y="10"/>
                      <a:pt x="22" y="10"/>
                      <a:pt x="27" y="13"/>
                    </a:cubicBezTo>
                    <a:cubicBezTo>
                      <a:pt x="27" y="13"/>
                      <a:pt x="29" y="14"/>
                      <a:pt x="30" y="14"/>
                    </a:cubicBezTo>
                    <a:cubicBezTo>
                      <a:pt x="28" y="7"/>
                      <a:pt x="10" y="1"/>
                      <a:pt x="10" y="1"/>
                    </a:cubicBezTo>
                    <a:cubicBezTo>
                      <a:pt x="9" y="1"/>
                      <a:pt x="9" y="1"/>
                      <a:pt x="9" y="1"/>
                    </a:cubicBezTo>
                    <a:cubicBezTo>
                      <a:pt x="8" y="1"/>
                      <a:pt x="8" y="1"/>
                      <a:pt x="8" y="1"/>
                    </a:cubicBezTo>
                    <a:cubicBezTo>
                      <a:pt x="9" y="2"/>
                      <a:pt x="9" y="2"/>
                      <a:pt x="9" y="3"/>
                    </a:cubicBezTo>
                    <a:cubicBezTo>
                      <a:pt x="9" y="3"/>
                      <a:pt x="9" y="3"/>
                      <a:pt x="9" y="3"/>
                    </a:cubicBezTo>
                    <a:cubicBezTo>
                      <a:pt x="9" y="3"/>
                      <a:pt x="8" y="3"/>
                      <a:pt x="5" y="2"/>
                    </a:cubicBezTo>
                    <a:cubicBezTo>
                      <a:pt x="3" y="1"/>
                      <a:pt x="2"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97"/>
              <p:cNvSpPr>
                <a:spLocks/>
              </p:cNvSpPr>
              <p:nvPr/>
            </p:nvSpPr>
            <p:spPr bwMode="auto">
              <a:xfrm>
                <a:off x="6942138" y="922338"/>
                <a:ext cx="47625" cy="26988"/>
              </a:xfrm>
              <a:custGeom>
                <a:avLst/>
                <a:gdLst>
                  <a:gd name="T0" fmla="*/ 0 w 13"/>
                  <a:gd name="T1" fmla="*/ 0 h 7"/>
                  <a:gd name="T2" fmla="*/ 1 w 13"/>
                  <a:gd name="T3" fmla="*/ 2 h 7"/>
                  <a:gd name="T4" fmla="*/ 12 w 13"/>
                  <a:gd name="T5" fmla="*/ 7 h 7"/>
                  <a:gd name="T6" fmla="*/ 13 w 13"/>
                  <a:gd name="T7" fmla="*/ 7 h 7"/>
                  <a:gd name="T8" fmla="*/ 2 w 13"/>
                  <a:gd name="T9" fmla="*/ 0 h 7"/>
                  <a:gd name="T10" fmla="*/ 0 w 13"/>
                  <a:gd name="T11" fmla="*/ 0 h 7"/>
                </a:gdLst>
                <a:ahLst/>
                <a:cxnLst>
                  <a:cxn ang="0">
                    <a:pos x="T0" y="T1"/>
                  </a:cxn>
                  <a:cxn ang="0">
                    <a:pos x="T2" y="T3"/>
                  </a:cxn>
                  <a:cxn ang="0">
                    <a:pos x="T4" y="T5"/>
                  </a:cxn>
                  <a:cxn ang="0">
                    <a:pos x="T6" y="T7"/>
                  </a:cxn>
                  <a:cxn ang="0">
                    <a:pos x="T8" y="T9"/>
                  </a:cxn>
                  <a:cxn ang="0">
                    <a:pos x="T10" y="T11"/>
                  </a:cxn>
                </a:cxnLst>
                <a:rect l="0" t="0" r="r" b="b"/>
                <a:pathLst>
                  <a:path w="13" h="7">
                    <a:moveTo>
                      <a:pt x="0" y="0"/>
                    </a:moveTo>
                    <a:cubicBezTo>
                      <a:pt x="0" y="1"/>
                      <a:pt x="0" y="2"/>
                      <a:pt x="1" y="2"/>
                    </a:cubicBezTo>
                    <a:cubicBezTo>
                      <a:pt x="5" y="4"/>
                      <a:pt x="10" y="7"/>
                      <a:pt x="12" y="7"/>
                    </a:cubicBezTo>
                    <a:cubicBezTo>
                      <a:pt x="12" y="7"/>
                      <a:pt x="12" y="7"/>
                      <a:pt x="13" y="7"/>
                    </a:cubicBezTo>
                    <a:cubicBezTo>
                      <a:pt x="12" y="4"/>
                      <a:pt x="4" y="1"/>
                      <a:pt x="2"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98"/>
              <p:cNvSpPr>
                <a:spLocks/>
              </p:cNvSpPr>
              <p:nvPr/>
            </p:nvSpPr>
            <p:spPr bwMode="auto">
              <a:xfrm>
                <a:off x="6881813" y="927101"/>
                <a:ext cx="77788" cy="22225"/>
              </a:xfrm>
              <a:custGeom>
                <a:avLst/>
                <a:gdLst>
                  <a:gd name="T0" fmla="*/ 7 w 21"/>
                  <a:gd name="T1" fmla="*/ 0 h 6"/>
                  <a:gd name="T2" fmla="*/ 5 w 21"/>
                  <a:gd name="T3" fmla="*/ 0 h 6"/>
                  <a:gd name="T4" fmla="*/ 4 w 21"/>
                  <a:gd name="T5" fmla="*/ 1 h 6"/>
                  <a:gd name="T6" fmla="*/ 3 w 21"/>
                  <a:gd name="T7" fmla="*/ 0 h 6"/>
                  <a:gd name="T8" fmla="*/ 0 w 21"/>
                  <a:gd name="T9" fmla="*/ 0 h 6"/>
                  <a:gd name="T10" fmla="*/ 5 w 21"/>
                  <a:gd name="T11" fmla="*/ 3 h 6"/>
                  <a:gd name="T12" fmla="*/ 8 w 21"/>
                  <a:gd name="T13" fmla="*/ 4 h 6"/>
                  <a:gd name="T14" fmla="*/ 16 w 21"/>
                  <a:gd name="T15" fmla="*/ 6 h 6"/>
                  <a:gd name="T16" fmla="*/ 10 w 21"/>
                  <a:gd name="T17" fmla="*/ 0 h 6"/>
                  <a:gd name="T18" fmla="*/ 7 w 21"/>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6">
                    <a:moveTo>
                      <a:pt x="7" y="0"/>
                    </a:moveTo>
                    <a:cubicBezTo>
                      <a:pt x="7" y="0"/>
                      <a:pt x="6" y="0"/>
                      <a:pt x="5" y="0"/>
                    </a:cubicBezTo>
                    <a:cubicBezTo>
                      <a:pt x="5" y="0"/>
                      <a:pt x="5" y="1"/>
                      <a:pt x="4" y="1"/>
                    </a:cubicBezTo>
                    <a:cubicBezTo>
                      <a:pt x="4" y="1"/>
                      <a:pt x="4" y="1"/>
                      <a:pt x="3" y="0"/>
                    </a:cubicBezTo>
                    <a:cubicBezTo>
                      <a:pt x="0" y="0"/>
                      <a:pt x="0" y="0"/>
                      <a:pt x="0" y="0"/>
                    </a:cubicBezTo>
                    <a:cubicBezTo>
                      <a:pt x="0" y="2"/>
                      <a:pt x="5" y="3"/>
                      <a:pt x="5" y="3"/>
                    </a:cubicBezTo>
                    <a:cubicBezTo>
                      <a:pt x="8" y="4"/>
                      <a:pt x="8" y="4"/>
                      <a:pt x="8" y="4"/>
                    </a:cubicBezTo>
                    <a:cubicBezTo>
                      <a:pt x="11" y="5"/>
                      <a:pt x="11" y="5"/>
                      <a:pt x="16" y="6"/>
                    </a:cubicBezTo>
                    <a:cubicBezTo>
                      <a:pt x="21" y="2"/>
                      <a:pt x="11" y="0"/>
                      <a:pt x="10" y="0"/>
                    </a:cubicBezTo>
                    <a:cubicBezTo>
                      <a:pt x="10" y="0"/>
                      <a:pt x="9"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99"/>
              <p:cNvSpPr>
                <a:spLocks/>
              </p:cNvSpPr>
              <p:nvPr/>
            </p:nvSpPr>
            <p:spPr bwMode="auto">
              <a:xfrm>
                <a:off x="6415088" y="985838"/>
                <a:ext cx="93663" cy="34925"/>
              </a:xfrm>
              <a:custGeom>
                <a:avLst/>
                <a:gdLst>
                  <a:gd name="T0" fmla="*/ 6 w 25"/>
                  <a:gd name="T1" fmla="*/ 0 h 9"/>
                  <a:gd name="T2" fmla="*/ 0 w 25"/>
                  <a:gd name="T3" fmla="*/ 3 h 9"/>
                  <a:gd name="T4" fmla="*/ 4 w 25"/>
                  <a:gd name="T5" fmla="*/ 6 h 9"/>
                  <a:gd name="T6" fmla="*/ 22 w 25"/>
                  <a:gd name="T7" fmla="*/ 9 h 9"/>
                  <a:gd name="T8" fmla="*/ 25 w 25"/>
                  <a:gd name="T9" fmla="*/ 8 h 9"/>
                  <a:gd name="T10" fmla="*/ 7 w 25"/>
                  <a:gd name="T11" fmla="*/ 0 h 9"/>
                  <a:gd name="T12" fmla="*/ 6 w 25"/>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25" h="9">
                    <a:moveTo>
                      <a:pt x="6" y="0"/>
                    </a:moveTo>
                    <a:cubicBezTo>
                      <a:pt x="5" y="0"/>
                      <a:pt x="5" y="1"/>
                      <a:pt x="0" y="3"/>
                    </a:cubicBezTo>
                    <a:cubicBezTo>
                      <a:pt x="2" y="6"/>
                      <a:pt x="2" y="6"/>
                      <a:pt x="4" y="6"/>
                    </a:cubicBezTo>
                    <a:cubicBezTo>
                      <a:pt x="4" y="6"/>
                      <a:pt x="17" y="9"/>
                      <a:pt x="22" y="9"/>
                    </a:cubicBezTo>
                    <a:cubicBezTo>
                      <a:pt x="24" y="9"/>
                      <a:pt x="25" y="8"/>
                      <a:pt x="25" y="8"/>
                    </a:cubicBezTo>
                    <a:cubicBezTo>
                      <a:pt x="25" y="7"/>
                      <a:pt x="18" y="1"/>
                      <a:pt x="7" y="0"/>
                    </a:cubicBezTo>
                    <a:cubicBezTo>
                      <a:pt x="7" y="0"/>
                      <a:pt x="7"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100"/>
              <p:cNvSpPr>
                <a:spLocks/>
              </p:cNvSpPr>
              <p:nvPr/>
            </p:nvSpPr>
            <p:spPr bwMode="auto">
              <a:xfrm>
                <a:off x="8677276" y="3854451"/>
                <a:ext cx="150813" cy="384175"/>
              </a:xfrm>
              <a:custGeom>
                <a:avLst/>
                <a:gdLst>
                  <a:gd name="T0" fmla="*/ 40 w 40"/>
                  <a:gd name="T1" fmla="*/ 0 h 102"/>
                  <a:gd name="T2" fmla="*/ 38 w 40"/>
                  <a:gd name="T3" fmla="*/ 2 h 102"/>
                  <a:gd name="T4" fmla="*/ 36 w 40"/>
                  <a:gd name="T5" fmla="*/ 2 h 102"/>
                  <a:gd name="T6" fmla="*/ 33 w 40"/>
                  <a:gd name="T7" fmla="*/ 11 h 102"/>
                  <a:gd name="T8" fmla="*/ 31 w 40"/>
                  <a:gd name="T9" fmla="*/ 16 h 102"/>
                  <a:gd name="T10" fmla="*/ 28 w 40"/>
                  <a:gd name="T11" fmla="*/ 25 h 102"/>
                  <a:gd name="T12" fmla="*/ 25 w 40"/>
                  <a:gd name="T13" fmla="*/ 29 h 102"/>
                  <a:gd name="T14" fmla="*/ 18 w 40"/>
                  <a:gd name="T15" fmla="*/ 43 h 102"/>
                  <a:gd name="T16" fmla="*/ 16 w 40"/>
                  <a:gd name="T17" fmla="*/ 55 h 102"/>
                  <a:gd name="T18" fmla="*/ 14 w 40"/>
                  <a:gd name="T19" fmla="*/ 55 h 102"/>
                  <a:gd name="T20" fmla="*/ 12 w 40"/>
                  <a:gd name="T21" fmla="*/ 61 h 102"/>
                  <a:gd name="T22" fmla="*/ 10 w 40"/>
                  <a:gd name="T23" fmla="*/ 71 h 102"/>
                  <a:gd name="T24" fmla="*/ 8 w 40"/>
                  <a:gd name="T25" fmla="*/ 69 h 102"/>
                  <a:gd name="T26" fmla="*/ 6 w 40"/>
                  <a:gd name="T27" fmla="*/ 74 h 102"/>
                  <a:gd name="T28" fmla="*/ 0 w 40"/>
                  <a:gd name="T29" fmla="*/ 100 h 102"/>
                  <a:gd name="T30" fmla="*/ 5 w 40"/>
                  <a:gd name="T31" fmla="*/ 102 h 102"/>
                  <a:gd name="T32" fmla="*/ 19 w 40"/>
                  <a:gd name="T33" fmla="*/ 75 h 102"/>
                  <a:gd name="T34" fmla="*/ 22 w 40"/>
                  <a:gd name="T35" fmla="*/ 64 h 102"/>
                  <a:gd name="T36" fmla="*/ 28 w 40"/>
                  <a:gd name="T37" fmla="*/ 48 h 102"/>
                  <a:gd name="T38" fmla="*/ 29 w 40"/>
                  <a:gd name="T39" fmla="*/ 38 h 102"/>
                  <a:gd name="T40" fmla="*/ 31 w 40"/>
                  <a:gd name="T41" fmla="*/ 33 h 102"/>
                  <a:gd name="T42" fmla="*/ 33 w 40"/>
                  <a:gd name="T43" fmla="*/ 30 h 102"/>
                  <a:gd name="T44" fmla="*/ 35 w 40"/>
                  <a:gd name="T45" fmla="*/ 21 h 102"/>
                  <a:gd name="T46" fmla="*/ 39 w 40"/>
                  <a:gd name="T47" fmla="*/ 9 h 102"/>
                  <a:gd name="T48" fmla="*/ 40 w 40"/>
                  <a:gd name="T4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0" h="102">
                    <a:moveTo>
                      <a:pt x="40" y="0"/>
                    </a:moveTo>
                    <a:cubicBezTo>
                      <a:pt x="39" y="1"/>
                      <a:pt x="39" y="2"/>
                      <a:pt x="38" y="2"/>
                    </a:cubicBezTo>
                    <a:cubicBezTo>
                      <a:pt x="37" y="2"/>
                      <a:pt x="37" y="2"/>
                      <a:pt x="36" y="2"/>
                    </a:cubicBezTo>
                    <a:cubicBezTo>
                      <a:pt x="35" y="5"/>
                      <a:pt x="34" y="8"/>
                      <a:pt x="33" y="11"/>
                    </a:cubicBezTo>
                    <a:cubicBezTo>
                      <a:pt x="31" y="16"/>
                      <a:pt x="31" y="16"/>
                      <a:pt x="31" y="16"/>
                    </a:cubicBezTo>
                    <a:cubicBezTo>
                      <a:pt x="28" y="25"/>
                      <a:pt x="28" y="25"/>
                      <a:pt x="28" y="25"/>
                    </a:cubicBezTo>
                    <a:cubicBezTo>
                      <a:pt x="25" y="29"/>
                      <a:pt x="25" y="29"/>
                      <a:pt x="25" y="29"/>
                    </a:cubicBezTo>
                    <a:cubicBezTo>
                      <a:pt x="18" y="43"/>
                      <a:pt x="18" y="43"/>
                      <a:pt x="18" y="43"/>
                    </a:cubicBezTo>
                    <a:cubicBezTo>
                      <a:pt x="16" y="55"/>
                      <a:pt x="16" y="55"/>
                      <a:pt x="16" y="55"/>
                    </a:cubicBezTo>
                    <a:cubicBezTo>
                      <a:pt x="14" y="55"/>
                      <a:pt x="14" y="55"/>
                      <a:pt x="14" y="55"/>
                    </a:cubicBezTo>
                    <a:cubicBezTo>
                      <a:pt x="12" y="61"/>
                      <a:pt x="12" y="61"/>
                      <a:pt x="12" y="61"/>
                    </a:cubicBezTo>
                    <a:cubicBezTo>
                      <a:pt x="10" y="71"/>
                      <a:pt x="10" y="71"/>
                      <a:pt x="10" y="71"/>
                    </a:cubicBezTo>
                    <a:cubicBezTo>
                      <a:pt x="8" y="69"/>
                      <a:pt x="8" y="69"/>
                      <a:pt x="8" y="69"/>
                    </a:cubicBezTo>
                    <a:cubicBezTo>
                      <a:pt x="6" y="74"/>
                      <a:pt x="6" y="74"/>
                      <a:pt x="6" y="74"/>
                    </a:cubicBezTo>
                    <a:cubicBezTo>
                      <a:pt x="0" y="100"/>
                      <a:pt x="0" y="100"/>
                      <a:pt x="0" y="100"/>
                    </a:cubicBezTo>
                    <a:cubicBezTo>
                      <a:pt x="5" y="102"/>
                      <a:pt x="5" y="102"/>
                      <a:pt x="5" y="102"/>
                    </a:cubicBezTo>
                    <a:cubicBezTo>
                      <a:pt x="19" y="75"/>
                      <a:pt x="19" y="75"/>
                      <a:pt x="19" y="75"/>
                    </a:cubicBezTo>
                    <a:cubicBezTo>
                      <a:pt x="22" y="64"/>
                      <a:pt x="22" y="64"/>
                      <a:pt x="22" y="64"/>
                    </a:cubicBezTo>
                    <a:cubicBezTo>
                      <a:pt x="28" y="48"/>
                      <a:pt x="28" y="48"/>
                      <a:pt x="28" y="48"/>
                    </a:cubicBezTo>
                    <a:cubicBezTo>
                      <a:pt x="28" y="45"/>
                      <a:pt x="29" y="42"/>
                      <a:pt x="29" y="38"/>
                    </a:cubicBezTo>
                    <a:cubicBezTo>
                      <a:pt x="31" y="33"/>
                      <a:pt x="31" y="33"/>
                      <a:pt x="31" y="33"/>
                    </a:cubicBezTo>
                    <a:cubicBezTo>
                      <a:pt x="33" y="30"/>
                      <a:pt x="33" y="30"/>
                      <a:pt x="33" y="30"/>
                    </a:cubicBezTo>
                    <a:cubicBezTo>
                      <a:pt x="35" y="21"/>
                      <a:pt x="35" y="21"/>
                      <a:pt x="35" y="21"/>
                    </a:cubicBezTo>
                    <a:cubicBezTo>
                      <a:pt x="39" y="9"/>
                      <a:pt x="39" y="9"/>
                      <a:pt x="39" y="9"/>
                    </a:cubicBezTo>
                    <a:cubicBezTo>
                      <a:pt x="40" y="0"/>
                      <a:pt x="40"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01"/>
              <p:cNvSpPr>
                <a:spLocks/>
              </p:cNvSpPr>
              <p:nvPr/>
            </p:nvSpPr>
            <p:spPr bwMode="auto">
              <a:xfrm>
                <a:off x="8528051" y="4233863"/>
                <a:ext cx="146050" cy="82550"/>
              </a:xfrm>
              <a:custGeom>
                <a:avLst/>
                <a:gdLst>
                  <a:gd name="T0" fmla="*/ 20 w 39"/>
                  <a:gd name="T1" fmla="*/ 0 h 22"/>
                  <a:gd name="T2" fmla="*/ 16 w 39"/>
                  <a:gd name="T3" fmla="*/ 5 h 22"/>
                  <a:gd name="T4" fmla="*/ 11 w 39"/>
                  <a:gd name="T5" fmla="*/ 9 h 22"/>
                  <a:gd name="T6" fmla="*/ 7 w 39"/>
                  <a:gd name="T7" fmla="*/ 8 h 22"/>
                  <a:gd name="T8" fmla="*/ 4 w 39"/>
                  <a:gd name="T9" fmla="*/ 11 h 22"/>
                  <a:gd name="T10" fmla="*/ 0 w 39"/>
                  <a:gd name="T11" fmla="*/ 18 h 22"/>
                  <a:gd name="T12" fmla="*/ 5 w 39"/>
                  <a:gd name="T13" fmla="*/ 22 h 22"/>
                  <a:gd name="T14" fmla="*/ 11 w 39"/>
                  <a:gd name="T15" fmla="*/ 18 h 22"/>
                  <a:gd name="T16" fmla="*/ 20 w 39"/>
                  <a:gd name="T17" fmla="*/ 19 h 22"/>
                  <a:gd name="T18" fmla="*/ 23 w 39"/>
                  <a:gd name="T19" fmla="*/ 15 h 22"/>
                  <a:gd name="T20" fmla="*/ 30 w 39"/>
                  <a:gd name="T21" fmla="*/ 19 h 22"/>
                  <a:gd name="T22" fmla="*/ 34 w 39"/>
                  <a:gd name="T23" fmla="*/ 16 h 22"/>
                  <a:gd name="T24" fmla="*/ 38 w 39"/>
                  <a:gd name="T25" fmla="*/ 12 h 22"/>
                  <a:gd name="T26" fmla="*/ 39 w 39"/>
                  <a:gd name="T27" fmla="*/ 6 h 22"/>
                  <a:gd name="T28" fmla="*/ 35 w 39"/>
                  <a:gd name="T29" fmla="*/ 1 h 22"/>
                  <a:gd name="T30" fmla="*/ 34 w 39"/>
                  <a:gd name="T31" fmla="*/ 1 h 22"/>
                  <a:gd name="T32" fmla="*/ 29 w 39"/>
                  <a:gd name="T33" fmla="*/ 8 h 22"/>
                  <a:gd name="T34" fmla="*/ 27 w 39"/>
                  <a:gd name="T35" fmla="*/ 8 h 22"/>
                  <a:gd name="T36" fmla="*/ 23 w 39"/>
                  <a:gd name="T37" fmla="*/ 2 h 22"/>
                  <a:gd name="T38" fmla="*/ 20 w 39"/>
                  <a:gd name="T3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 h="22">
                    <a:moveTo>
                      <a:pt x="20" y="0"/>
                    </a:moveTo>
                    <a:cubicBezTo>
                      <a:pt x="16" y="5"/>
                      <a:pt x="16" y="5"/>
                      <a:pt x="16" y="5"/>
                    </a:cubicBezTo>
                    <a:cubicBezTo>
                      <a:pt x="15" y="7"/>
                      <a:pt x="13" y="9"/>
                      <a:pt x="11" y="9"/>
                    </a:cubicBezTo>
                    <a:cubicBezTo>
                      <a:pt x="10" y="9"/>
                      <a:pt x="9" y="9"/>
                      <a:pt x="7" y="8"/>
                    </a:cubicBezTo>
                    <a:cubicBezTo>
                      <a:pt x="6" y="9"/>
                      <a:pt x="5" y="10"/>
                      <a:pt x="4" y="11"/>
                    </a:cubicBezTo>
                    <a:cubicBezTo>
                      <a:pt x="0" y="18"/>
                      <a:pt x="0" y="18"/>
                      <a:pt x="0" y="18"/>
                    </a:cubicBezTo>
                    <a:cubicBezTo>
                      <a:pt x="5" y="22"/>
                      <a:pt x="5" y="22"/>
                      <a:pt x="5" y="22"/>
                    </a:cubicBezTo>
                    <a:cubicBezTo>
                      <a:pt x="11" y="18"/>
                      <a:pt x="11" y="18"/>
                      <a:pt x="11" y="18"/>
                    </a:cubicBezTo>
                    <a:cubicBezTo>
                      <a:pt x="20" y="19"/>
                      <a:pt x="20" y="19"/>
                      <a:pt x="20" y="19"/>
                    </a:cubicBezTo>
                    <a:cubicBezTo>
                      <a:pt x="23" y="15"/>
                      <a:pt x="23" y="15"/>
                      <a:pt x="23" y="15"/>
                    </a:cubicBezTo>
                    <a:cubicBezTo>
                      <a:pt x="30" y="19"/>
                      <a:pt x="30" y="19"/>
                      <a:pt x="30" y="19"/>
                    </a:cubicBezTo>
                    <a:cubicBezTo>
                      <a:pt x="34" y="16"/>
                      <a:pt x="34" y="16"/>
                      <a:pt x="34" y="16"/>
                    </a:cubicBezTo>
                    <a:cubicBezTo>
                      <a:pt x="38" y="12"/>
                      <a:pt x="38" y="12"/>
                      <a:pt x="38" y="12"/>
                    </a:cubicBezTo>
                    <a:cubicBezTo>
                      <a:pt x="39" y="6"/>
                      <a:pt x="39" y="6"/>
                      <a:pt x="39" y="6"/>
                    </a:cubicBezTo>
                    <a:cubicBezTo>
                      <a:pt x="37" y="2"/>
                      <a:pt x="36" y="1"/>
                      <a:pt x="35" y="1"/>
                    </a:cubicBezTo>
                    <a:cubicBezTo>
                      <a:pt x="35" y="1"/>
                      <a:pt x="35" y="1"/>
                      <a:pt x="34" y="1"/>
                    </a:cubicBezTo>
                    <a:cubicBezTo>
                      <a:pt x="34" y="1"/>
                      <a:pt x="33" y="2"/>
                      <a:pt x="29" y="8"/>
                    </a:cubicBezTo>
                    <a:cubicBezTo>
                      <a:pt x="28" y="8"/>
                      <a:pt x="28" y="8"/>
                      <a:pt x="27" y="8"/>
                    </a:cubicBezTo>
                    <a:cubicBezTo>
                      <a:pt x="26" y="8"/>
                      <a:pt x="23" y="5"/>
                      <a:pt x="23" y="2"/>
                    </a:cubicBezTo>
                    <a:cubicBezTo>
                      <a:pt x="22" y="1"/>
                      <a:pt x="21" y="1"/>
                      <a:pt x="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02"/>
              <p:cNvSpPr>
                <a:spLocks/>
              </p:cNvSpPr>
              <p:nvPr/>
            </p:nvSpPr>
            <p:spPr bwMode="auto">
              <a:xfrm>
                <a:off x="8701088" y="4076701"/>
                <a:ext cx="14288" cy="25400"/>
              </a:xfrm>
              <a:custGeom>
                <a:avLst/>
                <a:gdLst>
                  <a:gd name="T0" fmla="*/ 2 w 4"/>
                  <a:gd name="T1" fmla="*/ 0 h 7"/>
                  <a:gd name="T2" fmla="*/ 1 w 4"/>
                  <a:gd name="T3" fmla="*/ 0 h 7"/>
                  <a:gd name="T4" fmla="*/ 0 w 4"/>
                  <a:gd name="T5" fmla="*/ 6 h 7"/>
                  <a:gd name="T6" fmla="*/ 1 w 4"/>
                  <a:gd name="T7" fmla="*/ 7 h 7"/>
                  <a:gd name="T8" fmla="*/ 4 w 4"/>
                  <a:gd name="T9" fmla="*/ 3 h 7"/>
                  <a:gd name="T10" fmla="*/ 3 w 4"/>
                  <a:gd name="T11" fmla="*/ 0 h 7"/>
                  <a:gd name="T12" fmla="*/ 2 w 4"/>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4" h="7">
                    <a:moveTo>
                      <a:pt x="2" y="0"/>
                    </a:moveTo>
                    <a:cubicBezTo>
                      <a:pt x="2" y="0"/>
                      <a:pt x="1" y="0"/>
                      <a:pt x="1" y="0"/>
                    </a:cubicBezTo>
                    <a:cubicBezTo>
                      <a:pt x="1" y="2"/>
                      <a:pt x="0" y="4"/>
                      <a:pt x="0" y="6"/>
                    </a:cubicBezTo>
                    <a:cubicBezTo>
                      <a:pt x="1" y="7"/>
                      <a:pt x="1" y="7"/>
                      <a:pt x="1" y="7"/>
                    </a:cubicBezTo>
                    <a:cubicBezTo>
                      <a:pt x="3" y="5"/>
                      <a:pt x="4" y="3"/>
                      <a:pt x="4" y="3"/>
                    </a:cubicBezTo>
                    <a:cubicBezTo>
                      <a:pt x="4" y="3"/>
                      <a:pt x="4" y="0"/>
                      <a:pt x="3" y="0"/>
                    </a:cubicBezTo>
                    <a:cubicBezTo>
                      <a:pt x="3"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03"/>
              <p:cNvSpPr>
                <a:spLocks/>
              </p:cNvSpPr>
              <p:nvPr/>
            </p:nvSpPr>
            <p:spPr bwMode="auto">
              <a:xfrm>
                <a:off x="8685213" y="4106863"/>
                <a:ext cx="15875" cy="33338"/>
              </a:xfrm>
              <a:custGeom>
                <a:avLst/>
                <a:gdLst>
                  <a:gd name="T0" fmla="*/ 2 w 4"/>
                  <a:gd name="T1" fmla="*/ 0 h 9"/>
                  <a:gd name="T2" fmla="*/ 0 w 4"/>
                  <a:gd name="T3" fmla="*/ 6 h 9"/>
                  <a:gd name="T4" fmla="*/ 0 w 4"/>
                  <a:gd name="T5" fmla="*/ 7 h 9"/>
                  <a:gd name="T6" fmla="*/ 1 w 4"/>
                  <a:gd name="T7" fmla="*/ 9 h 9"/>
                  <a:gd name="T8" fmla="*/ 3 w 4"/>
                  <a:gd name="T9" fmla="*/ 6 h 9"/>
                  <a:gd name="T10" fmla="*/ 4 w 4"/>
                  <a:gd name="T11" fmla="*/ 2 h 9"/>
                  <a:gd name="T12" fmla="*/ 3 w 4"/>
                  <a:gd name="T13" fmla="*/ 0 h 9"/>
                  <a:gd name="T14" fmla="*/ 2 w 4"/>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9">
                    <a:moveTo>
                      <a:pt x="2" y="0"/>
                    </a:moveTo>
                    <a:cubicBezTo>
                      <a:pt x="1" y="0"/>
                      <a:pt x="1" y="2"/>
                      <a:pt x="0" y="6"/>
                    </a:cubicBezTo>
                    <a:cubicBezTo>
                      <a:pt x="0" y="6"/>
                      <a:pt x="0" y="7"/>
                      <a:pt x="0" y="7"/>
                    </a:cubicBezTo>
                    <a:cubicBezTo>
                      <a:pt x="0" y="8"/>
                      <a:pt x="1" y="8"/>
                      <a:pt x="1" y="9"/>
                    </a:cubicBezTo>
                    <a:cubicBezTo>
                      <a:pt x="3" y="6"/>
                      <a:pt x="3" y="6"/>
                      <a:pt x="3" y="6"/>
                    </a:cubicBezTo>
                    <a:cubicBezTo>
                      <a:pt x="4" y="2"/>
                      <a:pt x="4" y="2"/>
                      <a:pt x="4" y="2"/>
                    </a:cubicBezTo>
                    <a:cubicBezTo>
                      <a:pt x="3" y="1"/>
                      <a:pt x="3" y="1"/>
                      <a:pt x="3" y="0"/>
                    </a:cubicBezTo>
                    <a:cubicBezTo>
                      <a:pt x="3"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04"/>
              <p:cNvSpPr>
                <a:spLocks/>
              </p:cNvSpPr>
              <p:nvPr/>
            </p:nvSpPr>
            <p:spPr bwMode="auto">
              <a:xfrm>
                <a:off x="8670926" y="4095751"/>
                <a:ext cx="14288" cy="44450"/>
              </a:xfrm>
              <a:custGeom>
                <a:avLst/>
                <a:gdLst>
                  <a:gd name="T0" fmla="*/ 3 w 4"/>
                  <a:gd name="T1" fmla="*/ 0 h 12"/>
                  <a:gd name="T2" fmla="*/ 2 w 4"/>
                  <a:gd name="T3" fmla="*/ 0 h 12"/>
                  <a:gd name="T4" fmla="*/ 0 w 4"/>
                  <a:gd name="T5" fmla="*/ 8 h 12"/>
                  <a:gd name="T6" fmla="*/ 0 w 4"/>
                  <a:gd name="T7" fmla="*/ 12 h 12"/>
                  <a:gd name="T8" fmla="*/ 0 w 4"/>
                  <a:gd name="T9" fmla="*/ 12 h 12"/>
                  <a:gd name="T10" fmla="*/ 4 w 4"/>
                  <a:gd name="T11" fmla="*/ 1 h 12"/>
                  <a:gd name="T12" fmla="*/ 3 w 4"/>
                  <a:gd name="T13" fmla="*/ 0 h 12"/>
                  <a:gd name="T14" fmla="*/ 3 w 4"/>
                  <a:gd name="T15" fmla="*/ 0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2">
                    <a:moveTo>
                      <a:pt x="3" y="0"/>
                    </a:moveTo>
                    <a:cubicBezTo>
                      <a:pt x="2" y="0"/>
                      <a:pt x="2" y="0"/>
                      <a:pt x="2" y="0"/>
                    </a:cubicBezTo>
                    <a:cubicBezTo>
                      <a:pt x="1" y="2"/>
                      <a:pt x="0" y="6"/>
                      <a:pt x="0" y="8"/>
                    </a:cubicBezTo>
                    <a:cubicBezTo>
                      <a:pt x="0" y="12"/>
                      <a:pt x="0" y="12"/>
                      <a:pt x="0" y="12"/>
                    </a:cubicBezTo>
                    <a:cubicBezTo>
                      <a:pt x="0" y="12"/>
                      <a:pt x="0" y="12"/>
                      <a:pt x="0" y="12"/>
                    </a:cubicBezTo>
                    <a:cubicBezTo>
                      <a:pt x="3" y="12"/>
                      <a:pt x="4" y="8"/>
                      <a:pt x="4" y="1"/>
                    </a:cubicBezTo>
                    <a:cubicBezTo>
                      <a:pt x="4" y="0"/>
                      <a:pt x="3" y="0"/>
                      <a:pt x="3" y="0"/>
                    </a:cubicBezTo>
                    <a:cubicBezTo>
                      <a:pt x="3"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05"/>
              <p:cNvSpPr>
                <a:spLocks/>
              </p:cNvSpPr>
              <p:nvPr/>
            </p:nvSpPr>
            <p:spPr bwMode="auto">
              <a:xfrm>
                <a:off x="8542338" y="3681413"/>
                <a:ext cx="153988" cy="439738"/>
              </a:xfrm>
              <a:custGeom>
                <a:avLst/>
                <a:gdLst>
                  <a:gd name="T0" fmla="*/ 15 w 41"/>
                  <a:gd name="T1" fmla="*/ 0 h 117"/>
                  <a:gd name="T2" fmla="*/ 7 w 41"/>
                  <a:gd name="T3" fmla="*/ 14 h 117"/>
                  <a:gd name="T4" fmla="*/ 5 w 41"/>
                  <a:gd name="T5" fmla="*/ 17 h 117"/>
                  <a:gd name="T6" fmla="*/ 8 w 41"/>
                  <a:gd name="T7" fmla="*/ 20 h 117"/>
                  <a:gd name="T8" fmla="*/ 9 w 41"/>
                  <a:gd name="T9" fmla="*/ 23 h 117"/>
                  <a:gd name="T10" fmla="*/ 8 w 41"/>
                  <a:gd name="T11" fmla="*/ 31 h 117"/>
                  <a:gd name="T12" fmla="*/ 11 w 41"/>
                  <a:gd name="T13" fmla="*/ 32 h 117"/>
                  <a:gd name="T14" fmla="*/ 4 w 41"/>
                  <a:gd name="T15" fmla="*/ 57 h 117"/>
                  <a:gd name="T16" fmla="*/ 8 w 41"/>
                  <a:gd name="T17" fmla="*/ 66 h 117"/>
                  <a:gd name="T18" fmla="*/ 8 w 41"/>
                  <a:gd name="T19" fmla="*/ 67 h 117"/>
                  <a:gd name="T20" fmla="*/ 7 w 41"/>
                  <a:gd name="T21" fmla="*/ 83 h 117"/>
                  <a:gd name="T22" fmla="*/ 9 w 41"/>
                  <a:gd name="T23" fmla="*/ 91 h 117"/>
                  <a:gd name="T24" fmla="*/ 7 w 41"/>
                  <a:gd name="T25" fmla="*/ 99 h 117"/>
                  <a:gd name="T26" fmla="*/ 5 w 41"/>
                  <a:gd name="T27" fmla="*/ 113 h 117"/>
                  <a:gd name="T28" fmla="*/ 8 w 41"/>
                  <a:gd name="T29" fmla="*/ 117 h 117"/>
                  <a:gd name="T30" fmla="*/ 11 w 41"/>
                  <a:gd name="T31" fmla="*/ 115 h 117"/>
                  <a:gd name="T32" fmla="*/ 16 w 41"/>
                  <a:gd name="T33" fmla="*/ 110 h 117"/>
                  <a:gd name="T34" fmla="*/ 17 w 41"/>
                  <a:gd name="T35" fmla="*/ 110 h 117"/>
                  <a:gd name="T36" fmla="*/ 20 w 41"/>
                  <a:gd name="T37" fmla="*/ 116 h 117"/>
                  <a:gd name="T38" fmla="*/ 24 w 41"/>
                  <a:gd name="T39" fmla="*/ 110 h 117"/>
                  <a:gd name="T40" fmla="*/ 29 w 41"/>
                  <a:gd name="T41" fmla="*/ 110 h 117"/>
                  <a:gd name="T42" fmla="*/ 30 w 41"/>
                  <a:gd name="T43" fmla="*/ 110 h 117"/>
                  <a:gd name="T44" fmla="*/ 40 w 41"/>
                  <a:gd name="T45" fmla="*/ 81 h 117"/>
                  <a:gd name="T46" fmla="*/ 40 w 41"/>
                  <a:gd name="T47" fmla="*/ 80 h 117"/>
                  <a:gd name="T48" fmla="*/ 40 w 41"/>
                  <a:gd name="T49" fmla="*/ 79 h 117"/>
                  <a:gd name="T50" fmla="*/ 40 w 41"/>
                  <a:gd name="T51" fmla="*/ 78 h 117"/>
                  <a:gd name="T52" fmla="*/ 40 w 41"/>
                  <a:gd name="T53" fmla="*/ 77 h 117"/>
                  <a:gd name="T54" fmla="*/ 40 w 41"/>
                  <a:gd name="T55" fmla="*/ 76 h 117"/>
                  <a:gd name="T56" fmla="*/ 40 w 41"/>
                  <a:gd name="T57" fmla="*/ 75 h 117"/>
                  <a:gd name="T58" fmla="*/ 38 w 41"/>
                  <a:gd name="T59" fmla="*/ 65 h 117"/>
                  <a:gd name="T60" fmla="*/ 35 w 41"/>
                  <a:gd name="T61" fmla="*/ 66 h 117"/>
                  <a:gd name="T62" fmla="*/ 33 w 41"/>
                  <a:gd name="T63" fmla="*/ 68 h 117"/>
                  <a:gd name="T64" fmla="*/ 33 w 41"/>
                  <a:gd name="T65" fmla="*/ 67 h 117"/>
                  <a:gd name="T66" fmla="*/ 34 w 41"/>
                  <a:gd name="T67" fmla="*/ 56 h 117"/>
                  <a:gd name="T68" fmla="*/ 33 w 41"/>
                  <a:gd name="T69" fmla="*/ 51 h 117"/>
                  <a:gd name="T70" fmla="*/ 28 w 41"/>
                  <a:gd name="T71" fmla="*/ 44 h 117"/>
                  <a:gd name="T72" fmla="*/ 26 w 41"/>
                  <a:gd name="T73" fmla="*/ 35 h 117"/>
                  <a:gd name="T74" fmla="*/ 25 w 41"/>
                  <a:gd name="T75" fmla="*/ 36 h 117"/>
                  <a:gd name="T76" fmla="*/ 23 w 41"/>
                  <a:gd name="T77" fmla="*/ 29 h 117"/>
                  <a:gd name="T78" fmla="*/ 24 w 41"/>
                  <a:gd name="T79" fmla="*/ 27 h 117"/>
                  <a:gd name="T80" fmla="*/ 19 w 41"/>
                  <a:gd name="T81" fmla="*/ 3 h 117"/>
                  <a:gd name="T82" fmla="*/ 17 w 41"/>
                  <a:gd name="T83" fmla="*/ 1 h 117"/>
                  <a:gd name="T84" fmla="*/ 15 w 41"/>
                  <a:gd name="T85"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1" h="117">
                    <a:moveTo>
                      <a:pt x="15" y="0"/>
                    </a:moveTo>
                    <a:cubicBezTo>
                      <a:pt x="11" y="13"/>
                      <a:pt x="10" y="14"/>
                      <a:pt x="7" y="14"/>
                    </a:cubicBezTo>
                    <a:cubicBezTo>
                      <a:pt x="6" y="15"/>
                      <a:pt x="5" y="15"/>
                      <a:pt x="5" y="17"/>
                    </a:cubicBezTo>
                    <a:cubicBezTo>
                      <a:pt x="5" y="18"/>
                      <a:pt x="6" y="20"/>
                      <a:pt x="8" y="20"/>
                    </a:cubicBezTo>
                    <a:cubicBezTo>
                      <a:pt x="9" y="21"/>
                      <a:pt x="9" y="22"/>
                      <a:pt x="9" y="23"/>
                    </a:cubicBezTo>
                    <a:cubicBezTo>
                      <a:pt x="7" y="27"/>
                      <a:pt x="7" y="27"/>
                      <a:pt x="8" y="31"/>
                    </a:cubicBezTo>
                    <a:cubicBezTo>
                      <a:pt x="9" y="31"/>
                      <a:pt x="10" y="32"/>
                      <a:pt x="11" y="32"/>
                    </a:cubicBezTo>
                    <a:cubicBezTo>
                      <a:pt x="13" y="39"/>
                      <a:pt x="13" y="43"/>
                      <a:pt x="4" y="57"/>
                    </a:cubicBezTo>
                    <a:cubicBezTo>
                      <a:pt x="0" y="62"/>
                      <a:pt x="3" y="63"/>
                      <a:pt x="8" y="66"/>
                    </a:cubicBezTo>
                    <a:cubicBezTo>
                      <a:pt x="8" y="67"/>
                      <a:pt x="8" y="67"/>
                      <a:pt x="8" y="67"/>
                    </a:cubicBezTo>
                    <a:cubicBezTo>
                      <a:pt x="8" y="72"/>
                      <a:pt x="5" y="77"/>
                      <a:pt x="7" y="83"/>
                    </a:cubicBezTo>
                    <a:cubicBezTo>
                      <a:pt x="9" y="91"/>
                      <a:pt x="9" y="91"/>
                      <a:pt x="9" y="91"/>
                    </a:cubicBezTo>
                    <a:cubicBezTo>
                      <a:pt x="9" y="92"/>
                      <a:pt x="9" y="93"/>
                      <a:pt x="7" y="99"/>
                    </a:cubicBezTo>
                    <a:cubicBezTo>
                      <a:pt x="5" y="104"/>
                      <a:pt x="5" y="112"/>
                      <a:pt x="5" y="113"/>
                    </a:cubicBezTo>
                    <a:cubicBezTo>
                      <a:pt x="6" y="116"/>
                      <a:pt x="7" y="117"/>
                      <a:pt x="8" y="117"/>
                    </a:cubicBezTo>
                    <a:cubicBezTo>
                      <a:pt x="10" y="117"/>
                      <a:pt x="11" y="115"/>
                      <a:pt x="11" y="115"/>
                    </a:cubicBezTo>
                    <a:cubicBezTo>
                      <a:pt x="14" y="111"/>
                      <a:pt x="15" y="110"/>
                      <a:pt x="16" y="110"/>
                    </a:cubicBezTo>
                    <a:cubicBezTo>
                      <a:pt x="16" y="110"/>
                      <a:pt x="17" y="110"/>
                      <a:pt x="17" y="110"/>
                    </a:cubicBezTo>
                    <a:cubicBezTo>
                      <a:pt x="20" y="110"/>
                      <a:pt x="18" y="114"/>
                      <a:pt x="20" y="116"/>
                    </a:cubicBezTo>
                    <a:cubicBezTo>
                      <a:pt x="23" y="116"/>
                      <a:pt x="23" y="112"/>
                      <a:pt x="24" y="110"/>
                    </a:cubicBezTo>
                    <a:cubicBezTo>
                      <a:pt x="26" y="110"/>
                      <a:pt x="27" y="110"/>
                      <a:pt x="29" y="110"/>
                    </a:cubicBezTo>
                    <a:cubicBezTo>
                      <a:pt x="29" y="110"/>
                      <a:pt x="29" y="110"/>
                      <a:pt x="30" y="110"/>
                    </a:cubicBezTo>
                    <a:cubicBezTo>
                      <a:pt x="32" y="99"/>
                      <a:pt x="32" y="99"/>
                      <a:pt x="40" y="81"/>
                    </a:cubicBezTo>
                    <a:cubicBezTo>
                      <a:pt x="40" y="80"/>
                      <a:pt x="40" y="80"/>
                      <a:pt x="40" y="80"/>
                    </a:cubicBezTo>
                    <a:cubicBezTo>
                      <a:pt x="40" y="79"/>
                      <a:pt x="40" y="79"/>
                      <a:pt x="40" y="79"/>
                    </a:cubicBezTo>
                    <a:cubicBezTo>
                      <a:pt x="40" y="78"/>
                      <a:pt x="40" y="78"/>
                      <a:pt x="40" y="78"/>
                    </a:cubicBezTo>
                    <a:cubicBezTo>
                      <a:pt x="40" y="77"/>
                      <a:pt x="40" y="77"/>
                      <a:pt x="40" y="77"/>
                    </a:cubicBezTo>
                    <a:cubicBezTo>
                      <a:pt x="40" y="76"/>
                      <a:pt x="40" y="76"/>
                      <a:pt x="40" y="76"/>
                    </a:cubicBezTo>
                    <a:cubicBezTo>
                      <a:pt x="40" y="75"/>
                      <a:pt x="40" y="75"/>
                      <a:pt x="40" y="75"/>
                    </a:cubicBezTo>
                    <a:cubicBezTo>
                      <a:pt x="41" y="67"/>
                      <a:pt x="39" y="65"/>
                      <a:pt x="38" y="65"/>
                    </a:cubicBezTo>
                    <a:cubicBezTo>
                      <a:pt x="37" y="65"/>
                      <a:pt x="36" y="65"/>
                      <a:pt x="35" y="66"/>
                    </a:cubicBezTo>
                    <a:cubicBezTo>
                      <a:pt x="35" y="66"/>
                      <a:pt x="34" y="67"/>
                      <a:pt x="33" y="68"/>
                    </a:cubicBezTo>
                    <a:cubicBezTo>
                      <a:pt x="33" y="67"/>
                      <a:pt x="33" y="67"/>
                      <a:pt x="33" y="67"/>
                    </a:cubicBezTo>
                    <a:cubicBezTo>
                      <a:pt x="32" y="63"/>
                      <a:pt x="35" y="60"/>
                      <a:pt x="34" y="56"/>
                    </a:cubicBezTo>
                    <a:cubicBezTo>
                      <a:pt x="34" y="54"/>
                      <a:pt x="33" y="51"/>
                      <a:pt x="33" y="51"/>
                    </a:cubicBezTo>
                    <a:cubicBezTo>
                      <a:pt x="32" y="48"/>
                      <a:pt x="29" y="47"/>
                      <a:pt x="28" y="44"/>
                    </a:cubicBezTo>
                    <a:cubicBezTo>
                      <a:pt x="26" y="36"/>
                      <a:pt x="26" y="36"/>
                      <a:pt x="26" y="35"/>
                    </a:cubicBezTo>
                    <a:cubicBezTo>
                      <a:pt x="26" y="36"/>
                      <a:pt x="26" y="36"/>
                      <a:pt x="25" y="36"/>
                    </a:cubicBezTo>
                    <a:cubicBezTo>
                      <a:pt x="24" y="36"/>
                      <a:pt x="22" y="32"/>
                      <a:pt x="23" y="29"/>
                    </a:cubicBezTo>
                    <a:cubicBezTo>
                      <a:pt x="24" y="28"/>
                      <a:pt x="24" y="28"/>
                      <a:pt x="24" y="27"/>
                    </a:cubicBezTo>
                    <a:cubicBezTo>
                      <a:pt x="24" y="26"/>
                      <a:pt x="19" y="3"/>
                      <a:pt x="19" y="3"/>
                    </a:cubicBezTo>
                    <a:cubicBezTo>
                      <a:pt x="19" y="2"/>
                      <a:pt x="19" y="2"/>
                      <a:pt x="17" y="1"/>
                    </a:cubicBezTo>
                    <a:cubicBezTo>
                      <a:pt x="16" y="1"/>
                      <a:pt x="16" y="1"/>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06"/>
              <p:cNvSpPr>
                <a:spLocks/>
              </p:cNvSpPr>
              <p:nvPr/>
            </p:nvSpPr>
            <p:spPr bwMode="auto">
              <a:xfrm>
                <a:off x="6670676" y="5057776"/>
                <a:ext cx="195263" cy="247650"/>
              </a:xfrm>
              <a:custGeom>
                <a:avLst/>
                <a:gdLst>
                  <a:gd name="T0" fmla="*/ 51 w 52"/>
                  <a:gd name="T1" fmla="*/ 0 h 66"/>
                  <a:gd name="T2" fmla="*/ 39 w 52"/>
                  <a:gd name="T3" fmla="*/ 4 h 66"/>
                  <a:gd name="T4" fmla="*/ 32 w 52"/>
                  <a:gd name="T5" fmla="*/ 17 h 66"/>
                  <a:gd name="T6" fmla="*/ 24 w 52"/>
                  <a:gd name="T7" fmla="*/ 20 h 66"/>
                  <a:gd name="T8" fmla="*/ 21 w 52"/>
                  <a:gd name="T9" fmla="*/ 25 h 66"/>
                  <a:gd name="T10" fmla="*/ 14 w 52"/>
                  <a:gd name="T11" fmla="*/ 28 h 66"/>
                  <a:gd name="T12" fmla="*/ 14 w 52"/>
                  <a:gd name="T13" fmla="*/ 28 h 66"/>
                  <a:gd name="T14" fmla="*/ 7 w 52"/>
                  <a:gd name="T15" fmla="*/ 26 h 66"/>
                  <a:gd name="T16" fmla="*/ 2 w 52"/>
                  <a:gd name="T17" fmla="*/ 25 h 66"/>
                  <a:gd name="T18" fmla="*/ 1 w 52"/>
                  <a:gd name="T19" fmla="*/ 25 h 66"/>
                  <a:gd name="T20" fmla="*/ 1 w 52"/>
                  <a:gd name="T21" fmla="*/ 32 h 66"/>
                  <a:gd name="T22" fmla="*/ 4 w 52"/>
                  <a:gd name="T23" fmla="*/ 37 h 66"/>
                  <a:gd name="T24" fmla="*/ 3 w 52"/>
                  <a:gd name="T25" fmla="*/ 41 h 66"/>
                  <a:gd name="T26" fmla="*/ 13 w 52"/>
                  <a:gd name="T27" fmla="*/ 40 h 66"/>
                  <a:gd name="T28" fmla="*/ 8 w 52"/>
                  <a:gd name="T29" fmla="*/ 52 h 66"/>
                  <a:gd name="T30" fmla="*/ 14 w 52"/>
                  <a:gd name="T31" fmla="*/ 64 h 66"/>
                  <a:gd name="T32" fmla="*/ 18 w 52"/>
                  <a:gd name="T33" fmla="*/ 66 h 66"/>
                  <a:gd name="T34" fmla="*/ 24 w 52"/>
                  <a:gd name="T35" fmla="*/ 60 h 66"/>
                  <a:gd name="T36" fmla="*/ 21 w 52"/>
                  <a:gd name="T37" fmla="*/ 56 h 66"/>
                  <a:gd name="T38" fmla="*/ 22 w 52"/>
                  <a:gd name="T39" fmla="*/ 50 h 66"/>
                  <a:gd name="T40" fmla="*/ 31 w 52"/>
                  <a:gd name="T41" fmla="*/ 48 h 66"/>
                  <a:gd name="T42" fmla="*/ 36 w 52"/>
                  <a:gd name="T43" fmla="*/ 41 h 66"/>
                  <a:gd name="T44" fmla="*/ 28 w 52"/>
                  <a:gd name="T45" fmla="*/ 37 h 66"/>
                  <a:gd name="T46" fmla="*/ 35 w 52"/>
                  <a:gd name="T47" fmla="*/ 18 h 66"/>
                  <a:gd name="T48" fmla="*/ 49 w 52"/>
                  <a:gd name="T49" fmla="*/ 10 h 66"/>
                  <a:gd name="T50" fmla="*/ 52 w 52"/>
                  <a:gd name="T51" fmla="*/ 1 h 66"/>
                  <a:gd name="T52" fmla="*/ 51 w 52"/>
                  <a:gd name="T53"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2" h="66">
                    <a:moveTo>
                      <a:pt x="51" y="0"/>
                    </a:moveTo>
                    <a:cubicBezTo>
                      <a:pt x="48" y="1"/>
                      <a:pt x="39" y="4"/>
                      <a:pt x="39" y="4"/>
                    </a:cubicBezTo>
                    <a:cubicBezTo>
                      <a:pt x="36" y="7"/>
                      <a:pt x="34" y="13"/>
                      <a:pt x="32" y="17"/>
                    </a:cubicBezTo>
                    <a:cubicBezTo>
                      <a:pt x="24" y="20"/>
                      <a:pt x="24" y="20"/>
                      <a:pt x="24" y="20"/>
                    </a:cubicBezTo>
                    <a:cubicBezTo>
                      <a:pt x="21" y="25"/>
                      <a:pt x="21" y="25"/>
                      <a:pt x="21" y="25"/>
                    </a:cubicBezTo>
                    <a:cubicBezTo>
                      <a:pt x="14" y="28"/>
                      <a:pt x="14" y="28"/>
                      <a:pt x="14" y="28"/>
                    </a:cubicBezTo>
                    <a:cubicBezTo>
                      <a:pt x="14" y="28"/>
                      <a:pt x="14" y="28"/>
                      <a:pt x="14" y="28"/>
                    </a:cubicBezTo>
                    <a:cubicBezTo>
                      <a:pt x="8" y="28"/>
                      <a:pt x="7" y="27"/>
                      <a:pt x="7" y="26"/>
                    </a:cubicBezTo>
                    <a:cubicBezTo>
                      <a:pt x="6" y="26"/>
                      <a:pt x="5" y="25"/>
                      <a:pt x="2" y="25"/>
                    </a:cubicBezTo>
                    <a:cubicBezTo>
                      <a:pt x="1" y="25"/>
                      <a:pt x="1" y="25"/>
                      <a:pt x="1" y="25"/>
                    </a:cubicBezTo>
                    <a:cubicBezTo>
                      <a:pt x="1" y="27"/>
                      <a:pt x="0" y="30"/>
                      <a:pt x="1" y="32"/>
                    </a:cubicBezTo>
                    <a:cubicBezTo>
                      <a:pt x="4" y="37"/>
                      <a:pt x="4" y="37"/>
                      <a:pt x="4" y="37"/>
                    </a:cubicBezTo>
                    <a:cubicBezTo>
                      <a:pt x="4" y="39"/>
                      <a:pt x="3" y="40"/>
                      <a:pt x="3" y="41"/>
                    </a:cubicBezTo>
                    <a:cubicBezTo>
                      <a:pt x="13" y="40"/>
                      <a:pt x="13" y="40"/>
                      <a:pt x="13" y="40"/>
                    </a:cubicBezTo>
                    <a:cubicBezTo>
                      <a:pt x="8" y="52"/>
                      <a:pt x="8" y="52"/>
                      <a:pt x="8" y="52"/>
                    </a:cubicBezTo>
                    <a:cubicBezTo>
                      <a:pt x="14" y="64"/>
                      <a:pt x="14" y="64"/>
                      <a:pt x="14" y="64"/>
                    </a:cubicBezTo>
                    <a:cubicBezTo>
                      <a:pt x="18" y="66"/>
                      <a:pt x="18" y="66"/>
                      <a:pt x="18" y="66"/>
                    </a:cubicBezTo>
                    <a:cubicBezTo>
                      <a:pt x="24" y="60"/>
                      <a:pt x="24" y="60"/>
                      <a:pt x="24" y="60"/>
                    </a:cubicBezTo>
                    <a:cubicBezTo>
                      <a:pt x="21" y="56"/>
                      <a:pt x="21" y="56"/>
                      <a:pt x="21" y="56"/>
                    </a:cubicBezTo>
                    <a:cubicBezTo>
                      <a:pt x="21" y="54"/>
                      <a:pt x="22" y="52"/>
                      <a:pt x="22" y="50"/>
                    </a:cubicBezTo>
                    <a:cubicBezTo>
                      <a:pt x="31" y="48"/>
                      <a:pt x="31" y="48"/>
                      <a:pt x="31" y="48"/>
                    </a:cubicBezTo>
                    <a:cubicBezTo>
                      <a:pt x="36" y="41"/>
                      <a:pt x="36" y="41"/>
                      <a:pt x="36" y="41"/>
                    </a:cubicBezTo>
                    <a:cubicBezTo>
                      <a:pt x="28" y="37"/>
                      <a:pt x="28" y="37"/>
                      <a:pt x="28" y="37"/>
                    </a:cubicBezTo>
                    <a:cubicBezTo>
                      <a:pt x="35" y="18"/>
                      <a:pt x="35" y="18"/>
                      <a:pt x="35" y="18"/>
                    </a:cubicBezTo>
                    <a:cubicBezTo>
                      <a:pt x="49" y="10"/>
                      <a:pt x="49" y="10"/>
                      <a:pt x="49" y="10"/>
                    </a:cubicBezTo>
                    <a:cubicBezTo>
                      <a:pt x="52" y="4"/>
                      <a:pt x="52" y="2"/>
                      <a:pt x="52" y="1"/>
                    </a:cubicBezTo>
                    <a:cubicBezTo>
                      <a:pt x="51" y="0"/>
                      <a:pt x="51"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07"/>
              <p:cNvSpPr>
                <a:spLocks/>
              </p:cNvSpPr>
              <p:nvPr/>
            </p:nvSpPr>
            <p:spPr bwMode="auto">
              <a:xfrm>
                <a:off x="6761163" y="5275263"/>
                <a:ext cx="146050" cy="233363"/>
              </a:xfrm>
              <a:custGeom>
                <a:avLst/>
                <a:gdLst>
                  <a:gd name="T0" fmla="*/ 16 w 39"/>
                  <a:gd name="T1" fmla="*/ 0 h 62"/>
                  <a:gd name="T2" fmla="*/ 10 w 39"/>
                  <a:gd name="T3" fmla="*/ 3 h 62"/>
                  <a:gd name="T4" fmla="*/ 1 w 39"/>
                  <a:gd name="T5" fmla="*/ 5 h 62"/>
                  <a:gd name="T6" fmla="*/ 0 w 39"/>
                  <a:gd name="T7" fmla="*/ 14 h 62"/>
                  <a:gd name="T8" fmla="*/ 4 w 39"/>
                  <a:gd name="T9" fmla="*/ 22 h 62"/>
                  <a:gd name="T10" fmla="*/ 1 w 39"/>
                  <a:gd name="T11" fmla="*/ 31 h 62"/>
                  <a:gd name="T12" fmla="*/ 7 w 39"/>
                  <a:gd name="T13" fmla="*/ 33 h 62"/>
                  <a:gd name="T14" fmla="*/ 12 w 39"/>
                  <a:gd name="T15" fmla="*/ 37 h 62"/>
                  <a:gd name="T16" fmla="*/ 10 w 39"/>
                  <a:gd name="T17" fmla="*/ 45 h 62"/>
                  <a:gd name="T18" fmla="*/ 17 w 39"/>
                  <a:gd name="T19" fmla="*/ 59 h 62"/>
                  <a:gd name="T20" fmla="*/ 21 w 39"/>
                  <a:gd name="T21" fmla="*/ 62 h 62"/>
                  <a:gd name="T22" fmla="*/ 28 w 39"/>
                  <a:gd name="T23" fmla="*/ 57 h 62"/>
                  <a:gd name="T24" fmla="*/ 36 w 39"/>
                  <a:gd name="T25" fmla="*/ 56 h 62"/>
                  <a:gd name="T26" fmla="*/ 39 w 39"/>
                  <a:gd name="T27" fmla="*/ 50 h 62"/>
                  <a:gd name="T28" fmla="*/ 35 w 39"/>
                  <a:gd name="T29" fmla="*/ 35 h 62"/>
                  <a:gd name="T30" fmla="*/ 30 w 39"/>
                  <a:gd name="T31" fmla="*/ 33 h 62"/>
                  <a:gd name="T32" fmla="*/ 29 w 39"/>
                  <a:gd name="T33" fmla="*/ 29 h 62"/>
                  <a:gd name="T34" fmla="*/ 23 w 39"/>
                  <a:gd name="T35" fmla="*/ 27 h 62"/>
                  <a:gd name="T36" fmla="*/ 20 w 39"/>
                  <a:gd name="T37" fmla="*/ 13 h 62"/>
                  <a:gd name="T38" fmla="*/ 16 w 39"/>
                  <a:gd name="T39" fmla="*/ 10 h 62"/>
                  <a:gd name="T40" fmla="*/ 20 w 39"/>
                  <a:gd name="T41" fmla="*/ 4 h 62"/>
                  <a:gd name="T42" fmla="*/ 16 w 39"/>
                  <a:gd name="T4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9" h="62">
                    <a:moveTo>
                      <a:pt x="16" y="0"/>
                    </a:moveTo>
                    <a:cubicBezTo>
                      <a:pt x="10" y="3"/>
                      <a:pt x="10" y="3"/>
                      <a:pt x="10" y="3"/>
                    </a:cubicBezTo>
                    <a:cubicBezTo>
                      <a:pt x="1" y="5"/>
                      <a:pt x="1" y="5"/>
                      <a:pt x="1" y="5"/>
                    </a:cubicBezTo>
                    <a:cubicBezTo>
                      <a:pt x="0" y="14"/>
                      <a:pt x="0" y="14"/>
                      <a:pt x="0" y="14"/>
                    </a:cubicBezTo>
                    <a:cubicBezTo>
                      <a:pt x="4" y="22"/>
                      <a:pt x="4" y="22"/>
                      <a:pt x="4" y="22"/>
                    </a:cubicBezTo>
                    <a:cubicBezTo>
                      <a:pt x="3" y="25"/>
                      <a:pt x="2" y="28"/>
                      <a:pt x="1" y="31"/>
                    </a:cubicBezTo>
                    <a:cubicBezTo>
                      <a:pt x="7" y="33"/>
                      <a:pt x="7" y="33"/>
                      <a:pt x="7" y="33"/>
                    </a:cubicBezTo>
                    <a:cubicBezTo>
                      <a:pt x="12" y="37"/>
                      <a:pt x="12" y="37"/>
                      <a:pt x="12" y="37"/>
                    </a:cubicBezTo>
                    <a:cubicBezTo>
                      <a:pt x="10" y="45"/>
                      <a:pt x="10" y="45"/>
                      <a:pt x="10" y="45"/>
                    </a:cubicBezTo>
                    <a:cubicBezTo>
                      <a:pt x="17" y="59"/>
                      <a:pt x="17" y="59"/>
                      <a:pt x="17" y="59"/>
                    </a:cubicBezTo>
                    <a:cubicBezTo>
                      <a:pt x="21" y="62"/>
                      <a:pt x="21" y="62"/>
                      <a:pt x="21" y="62"/>
                    </a:cubicBezTo>
                    <a:cubicBezTo>
                      <a:pt x="28" y="57"/>
                      <a:pt x="28" y="57"/>
                      <a:pt x="28" y="57"/>
                    </a:cubicBezTo>
                    <a:cubicBezTo>
                      <a:pt x="36" y="56"/>
                      <a:pt x="36" y="56"/>
                      <a:pt x="36" y="56"/>
                    </a:cubicBezTo>
                    <a:cubicBezTo>
                      <a:pt x="37" y="54"/>
                      <a:pt x="38" y="52"/>
                      <a:pt x="39" y="50"/>
                    </a:cubicBezTo>
                    <a:cubicBezTo>
                      <a:pt x="35" y="35"/>
                      <a:pt x="35" y="35"/>
                      <a:pt x="35" y="35"/>
                    </a:cubicBezTo>
                    <a:cubicBezTo>
                      <a:pt x="30" y="33"/>
                      <a:pt x="30" y="33"/>
                      <a:pt x="30" y="33"/>
                    </a:cubicBezTo>
                    <a:cubicBezTo>
                      <a:pt x="29" y="29"/>
                      <a:pt x="29" y="29"/>
                      <a:pt x="29" y="29"/>
                    </a:cubicBezTo>
                    <a:cubicBezTo>
                      <a:pt x="23" y="27"/>
                      <a:pt x="23" y="27"/>
                      <a:pt x="23" y="27"/>
                    </a:cubicBezTo>
                    <a:cubicBezTo>
                      <a:pt x="20" y="13"/>
                      <a:pt x="20" y="13"/>
                      <a:pt x="20" y="13"/>
                    </a:cubicBezTo>
                    <a:cubicBezTo>
                      <a:pt x="16" y="10"/>
                      <a:pt x="16" y="10"/>
                      <a:pt x="16" y="10"/>
                    </a:cubicBezTo>
                    <a:cubicBezTo>
                      <a:pt x="20" y="4"/>
                      <a:pt x="20" y="4"/>
                      <a:pt x="20" y="4"/>
                    </a:cubicBezTo>
                    <a:cubicBezTo>
                      <a:pt x="16" y="0"/>
                      <a:pt x="16" y="0"/>
                      <a:pt x="1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108"/>
              <p:cNvSpPr>
                <a:spLocks/>
              </p:cNvSpPr>
              <p:nvPr/>
            </p:nvSpPr>
            <p:spPr bwMode="auto">
              <a:xfrm>
                <a:off x="8489951" y="4271963"/>
                <a:ext cx="33338" cy="41275"/>
              </a:xfrm>
              <a:custGeom>
                <a:avLst/>
                <a:gdLst>
                  <a:gd name="T0" fmla="*/ 8 w 9"/>
                  <a:gd name="T1" fmla="*/ 0 h 11"/>
                  <a:gd name="T2" fmla="*/ 4 w 9"/>
                  <a:gd name="T3" fmla="*/ 2 h 11"/>
                  <a:gd name="T4" fmla="*/ 1 w 9"/>
                  <a:gd name="T5" fmla="*/ 6 h 11"/>
                  <a:gd name="T6" fmla="*/ 1 w 9"/>
                  <a:gd name="T7" fmla="*/ 11 h 11"/>
                  <a:gd name="T8" fmla="*/ 3 w 9"/>
                  <a:gd name="T9" fmla="*/ 10 h 11"/>
                  <a:gd name="T10" fmla="*/ 7 w 9"/>
                  <a:gd name="T11" fmla="*/ 6 h 11"/>
                  <a:gd name="T12" fmla="*/ 9 w 9"/>
                  <a:gd name="T13" fmla="*/ 1 h 11"/>
                  <a:gd name="T14" fmla="*/ 8 w 9"/>
                  <a:gd name="T15" fmla="*/ 0 h 11"/>
                  <a:gd name="T16" fmla="*/ 8 w 9"/>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1">
                    <a:moveTo>
                      <a:pt x="8" y="0"/>
                    </a:moveTo>
                    <a:cubicBezTo>
                      <a:pt x="7" y="0"/>
                      <a:pt x="6" y="0"/>
                      <a:pt x="4" y="2"/>
                    </a:cubicBezTo>
                    <a:cubicBezTo>
                      <a:pt x="2" y="4"/>
                      <a:pt x="2" y="4"/>
                      <a:pt x="1" y="6"/>
                    </a:cubicBezTo>
                    <a:cubicBezTo>
                      <a:pt x="0" y="10"/>
                      <a:pt x="1" y="11"/>
                      <a:pt x="1" y="11"/>
                    </a:cubicBezTo>
                    <a:cubicBezTo>
                      <a:pt x="2" y="11"/>
                      <a:pt x="2" y="10"/>
                      <a:pt x="3" y="10"/>
                    </a:cubicBezTo>
                    <a:cubicBezTo>
                      <a:pt x="4" y="9"/>
                      <a:pt x="7" y="6"/>
                      <a:pt x="7" y="6"/>
                    </a:cubicBezTo>
                    <a:cubicBezTo>
                      <a:pt x="8" y="5"/>
                      <a:pt x="9" y="3"/>
                      <a:pt x="9" y="1"/>
                    </a:cubicBezTo>
                    <a:cubicBezTo>
                      <a:pt x="9" y="1"/>
                      <a:pt x="9"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109"/>
              <p:cNvSpPr>
                <a:spLocks/>
              </p:cNvSpPr>
              <p:nvPr/>
            </p:nvSpPr>
            <p:spPr bwMode="auto">
              <a:xfrm>
                <a:off x="8475663" y="4252913"/>
                <a:ext cx="22225" cy="26988"/>
              </a:xfrm>
              <a:custGeom>
                <a:avLst/>
                <a:gdLst>
                  <a:gd name="T0" fmla="*/ 3 w 6"/>
                  <a:gd name="T1" fmla="*/ 0 h 7"/>
                  <a:gd name="T2" fmla="*/ 0 w 6"/>
                  <a:gd name="T3" fmla="*/ 6 h 7"/>
                  <a:gd name="T4" fmla="*/ 5 w 6"/>
                  <a:gd name="T5" fmla="*/ 7 h 7"/>
                  <a:gd name="T6" fmla="*/ 6 w 6"/>
                  <a:gd name="T7" fmla="*/ 0 h 7"/>
                  <a:gd name="T8" fmla="*/ 3 w 6"/>
                  <a:gd name="T9" fmla="*/ 0 h 7"/>
                </a:gdLst>
                <a:ahLst/>
                <a:cxnLst>
                  <a:cxn ang="0">
                    <a:pos x="T0" y="T1"/>
                  </a:cxn>
                  <a:cxn ang="0">
                    <a:pos x="T2" y="T3"/>
                  </a:cxn>
                  <a:cxn ang="0">
                    <a:pos x="T4" y="T5"/>
                  </a:cxn>
                  <a:cxn ang="0">
                    <a:pos x="T6" y="T7"/>
                  </a:cxn>
                  <a:cxn ang="0">
                    <a:pos x="T8" y="T9"/>
                  </a:cxn>
                </a:cxnLst>
                <a:rect l="0" t="0" r="r" b="b"/>
                <a:pathLst>
                  <a:path w="6" h="7">
                    <a:moveTo>
                      <a:pt x="3" y="0"/>
                    </a:moveTo>
                    <a:cubicBezTo>
                      <a:pt x="0" y="6"/>
                      <a:pt x="0" y="6"/>
                      <a:pt x="0" y="6"/>
                    </a:cubicBezTo>
                    <a:cubicBezTo>
                      <a:pt x="5" y="7"/>
                      <a:pt x="5" y="7"/>
                      <a:pt x="5" y="7"/>
                    </a:cubicBezTo>
                    <a:cubicBezTo>
                      <a:pt x="5" y="5"/>
                      <a:pt x="6" y="2"/>
                      <a:pt x="6" y="0"/>
                    </a:cubicBezTo>
                    <a:cubicBezTo>
                      <a:pt x="3"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110"/>
              <p:cNvSpPr>
                <a:spLocks/>
              </p:cNvSpPr>
              <p:nvPr/>
            </p:nvSpPr>
            <p:spPr bwMode="auto">
              <a:xfrm>
                <a:off x="8429626" y="4297363"/>
                <a:ext cx="49213" cy="38100"/>
              </a:xfrm>
              <a:custGeom>
                <a:avLst/>
                <a:gdLst>
                  <a:gd name="T0" fmla="*/ 5 w 13"/>
                  <a:gd name="T1" fmla="*/ 0 h 10"/>
                  <a:gd name="T2" fmla="*/ 0 w 13"/>
                  <a:gd name="T3" fmla="*/ 5 h 10"/>
                  <a:gd name="T4" fmla="*/ 1 w 13"/>
                  <a:gd name="T5" fmla="*/ 10 h 10"/>
                  <a:gd name="T6" fmla="*/ 7 w 13"/>
                  <a:gd name="T7" fmla="*/ 7 h 10"/>
                  <a:gd name="T8" fmla="*/ 11 w 13"/>
                  <a:gd name="T9" fmla="*/ 0 h 10"/>
                  <a:gd name="T10" fmla="*/ 5 w 13"/>
                  <a:gd name="T11" fmla="*/ 0 h 10"/>
                </a:gdLst>
                <a:ahLst/>
                <a:cxnLst>
                  <a:cxn ang="0">
                    <a:pos x="T0" y="T1"/>
                  </a:cxn>
                  <a:cxn ang="0">
                    <a:pos x="T2" y="T3"/>
                  </a:cxn>
                  <a:cxn ang="0">
                    <a:pos x="T4" y="T5"/>
                  </a:cxn>
                  <a:cxn ang="0">
                    <a:pos x="T6" y="T7"/>
                  </a:cxn>
                  <a:cxn ang="0">
                    <a:pos x="T8" y="T9"/>
                  </a:cxn>
                  <a:cxn ang="0">
                    <a:pos x="T10" y="T11"/>
                  </a:cxn>
                </a:cxnLst>
                <a:rect l="0" t="0" r="r" b="b"/>
                <a:pathLst>
                  <a:path w="13" h="10">
                    <a:moveTo>
                      <a:pt x="5" y="0"/>
                    </a:moveTo>
                    <a:cubicBezTo>
                      <a:pt x="0" y="5"/>
                      <a:pt x="0" y="5"/>
                      <a:pt x="0" y="5"/>
                    </a:cubicBezTo>
                    <a:cubicBezTo>
                      <a:pt x="1" y="10"/>
                      <a:pt x="1" y="10"/>
                      <a:pt x="1" y="10"/>
                    </a:cubicBezTo>
                    <a:cubicBezTo>
                      <a:pt x="7" y="7"/>
                      <a:pt x="7" y="7"/>
                      <a:pt x="7" y="7"/>
                    </a:cubicBezTo>
                    <a:cubicBezTo>
                      <a:pt x="9" y="6"/>
                      <a:pt x="13" y="4"/>
                      <a:pt x="11" y="0"/>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111"/>
              <p:cNvSpPr>
                <a:spLocks/>
              </p:cNvSpPr>
              <p:nvPr/>
            </p:nvSpPr>
            <p:spPr bwMode="auto">
              <a:xfrm>
                <a:off x="8415338" y="4244976"/>
                <a:ext cx="47625" cy="34925"/>
              </a:xfrm>
              <a:custGeom>
                <a:avLst/>
                <a:gdLst>
                  <a:gd name="T0" fmla="*/ 11 w 13"/>
                  <a:gd name="T1" fmla="*/ 0 h 9"/>
                  <a:gd name="T2" fmla="*/ 8 w 13"/>
                  <a:gd name="T3" fmla="*/ 3 h 9"/>
                  <a:gd name="T4" fmla="*/ 1 w 13"/>
                  <a:gd name="T5" fmla="*/ 3 h 9"/>
                  <a:gd name="T6" fmla="*/ 2 w 13"/>
                  <a:gd name="T7" fmla="*/ 7 h 9"/>
                  <a:gd name="T8" fmla="*/ 11 w 13"/>
                  <a:gd name="T9" fmla="*/ 9 h 9"/>
                  <a:gd name="T10" fmla="*/ 13 w 13"/>
                  <a:gd name="T11" fmla="*/ 5 h 9"/>
                  <a:gd name="T12" fmla="*/ 11 w 13"/>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3" h="9">
                    <a:moveTo>
                      <a:pt x="11" y="0"/>
                    </a:moveTo>
                    <a:cubicBezTo>
                      <a:pt x="8" y="3"/>
                      <a:pt x="8" y="3"/>
                      <a:pt x="8" y="3"/>
                    </a:cubicBezTo>
                    <a:cubicBezTo>
                      <a:pt x="1" y="3"/>
                      <a:pt x="1" y="3"/>
                      <a:pt x="1" y="3"/>
                    </a:cubicBezTo>
                    <a:cubicBezTo>
                      <a:pt x="0" y="6"/>
                      <a:pt x="0" y="6"/>
                      <a:pt x="2" y="7"/>
                    </a:cubicBezTo>
                    <a:cubicBezTo>
                      <a:pt x="3" y="8"/>
                      <a:pt x="7" y="9"/>
                      <a:pt x="11" y="9"/>
                    </a:cubicBezTo>
                    <a:cubicBezTo>
                      <a:pt x="12" y="8"/>
                      <a:pt x="12" y="6"/>
                      <a:pt x="13" y="5"/>
                    </a:cubicBezTo>
                    <a:cubicBezTo>
                      <a:pt x="11" y="0"/>
                      <a:pt x="11"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112"/>
              <p:cNvSpPr>
                <a:spLocks/>
              </p:cNvSpPr>
              <p:nvPr/>
            </p:nvSpPr>
            <p:spPr bwMode="auto">
              <a:xfrm>
                <a:off x="7151688" y="4530726"/>
                <a:ext cx="120650" cy="87313"/>
              </a:xfrm>
              <a:custGeom>
                <a:avLst/>
                <a:gdLst>
                  <a:gd name="T0" fmla="*/ 30 w 32"/>
                  <a:gd name="T1" fmla="*/ 0 h 23"/>
                  <a:gd name="T2" fmla="*/ 23 w 32"/>
                  <a:gd name="T3" fmla="*/ 4 h 23"/>
                  <a:gd name="T4" fmla="*/ 14 w 32"/>
                  <a:gd name="T5" fmla="*/ 11 h 23"/>
                  <a:gd name="T6" fmla="*/ 4 w 32"/>
                  <a:gd name="T7" fmla="*/ 16 h 23"/>
                  <a:gd name="T8" fmla="*/ 0 w 32"/>
                  <a:gd name="T9" fmla="*/ 23 h 23"/>
                  <a:gd name="T10" fmla="*/ 8 w 32"/>
                  <a:gd name="T11" fmla="*/ 22 h 23"/>
                  <a:gd name="T12" fmla="*/ 20 w 32"/>
                  <a:gd name="T13" fmla="*/ 13 h 23"/>
                  <a:gd name="T14" fmla="*/ 30 w 32"/>
                  <a:gd name="T15" fmla="*/ 8 h 23"/>
                  <a:gd name="T16" fmla="*/ 32 w 32"/>
                  <a:gd name="T17" fmla="*/ 1 h 23"/>
                  <a:gd name="T18" fmla="*/ 31 w 32"/>
                  <a:gd name="T19" fmla="*/ 0 h 23"/>
                  <a:gd name="T20" fmla="*/ 30 w 32"/>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23">
                    <a:moveTo>
                      <a:pt x="30" y="0"/>
                    </a:moveTo>
                    <a:cubicBezTo>
                      <a:pt x="28" y="0"/>
                      <a:pt x="26" y="1"/>
                      <a:pt x="23" y="4"/>
                    </a:cubicBezTo>
                    <a:cubicBezTo>
                      <a:pt x="20" y="6"/>
                      <a:pt x="17" y="9"/>
                      <a:pt x="14" y="11"/>
                    </a:cubicBezTo>
                    <a:cubicBezTo>
                      <a:pt x="10" y="14"/>
                      <a:pt x="6" y="15"/>
                      <a:pt x="4" y="16"/>
                    </a:cubicBezTo>
                    <a:cubicBezTo>
                      <a:pt x="2" y="18"/>
                      <a:pt x="1" y="21"/>
                      <a:pt x="0" y="23"/>
                    </a:cubicBezTo>
                    <a:cubicBezTo>
                      <a:pt x="8" y="22"/>
                      <a:pt x="8" y="22"/>
                      <a:pt x="8" y="22"/>
                    </a:cubicBezTo>
                    <a:cubicBezTo>
                      <a:pt x="12" y="19"/>
                      <a:pt x="16" y="16"/>
                      <a:pt x="20" y="13"/>
                    </a:cubicBezTo>
                    <a:cubicBezTo>
                      <a:pt x="23" y="11"/>
                      <a:pt x="26" y="10"/>
                      <a:pt x="30" y="8"/>
                    </a:cubicBezTo>
                    <a:cubicBezTo>
                      <a:pt x="30" y="6"/>
                      <a:pt x="31" y="3"/>
                      <a:pt x="32" y="1"/>
                    </a:cubicBezTo>
                    <a:cubicBezTo>
                      <a:pt x="32" y="1"/>
                      <a:pt x="31" y="0"/>
                      <a:pt x="31" y="0"/>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113"/>
              <p:cNvSpPr>
                <a:spLocks/>
              </p:cNvSpPr>
              <p:nvPr/>
            </p:nvSpPr>
            <p:spPr bwMode="auto">
              <a:xfrm>
                <a:off x="3328988" y="1163638"/>
                <a:ext cx="2387600" cy="5048250"/>
              </a:xfrm>
              <a:custGeom>
                <a:avLst/>
                <a:gdLst>
                  <a:gd name="T0" fmla="*/ 135 w 635"/>
                  <a:gd name="T1" fmla="*/ 116 h 1343"/>
                  <a:gd name="T2" fmla="*/ 101 w 635"/>
                  <a:gd name="T3" fmla="*/ 167 h 1343"/>
                  <a:gd name="T4" fmla="*/ 132 w 635"/>
                  <a:gd name="T5" fmla="*/ 124 h 1343"/>
                  <a:gd name="T6" fmla="*/ 21 w 635"/>
                  <a:gd name="T7" fmla="*/ 580 h 1343"/>
                  <a:gd name="T8" fmla="*/ 38 w 635"/>
                  <a:gd name="T9" fmla="*/ 597 h 1343"/>
                  <a:gd name="T10" fmla="*/ 36 w 635"/>
                  <a:gd name="T11" fmla="*/ 613 h 1343"/>
                  <a:gd name="T12" fmla="*/ 124 w 635"/>
                  <a:gd name="T13" fmla="*/ 703 h 1343"/>
                  <a:gd name="T14" fmla="*/ 160 w 635"/>
                  <a:gd name="T15" fmla="*/ 756 h 1343"/>
                  <a:gd name="T16" fmla="*/ 197 w 635"/>
                  <a:gd name="T17" fmla="*/ 769 h 1343"/>
                  <a:gd name="T18" fmla="*/ 207 w 635"/>
                  <a:gd name="T19" fmla="*/ 882 h 1343"/>
                  <a:gd name="T20" fmla="*/ 201 w 635"/>
                  <a:gd name="T21" fmla="*/ 915 h 1343"/>
                  <a:gd name="T22" fmla="*/ 330 w 635"/>
                  <a:gd name="T23" fmla="*/ 1142 h 1343"/>
                  <a:gd name="T24" fmla="*/ 379 w 635"/>
                  <a:gd name="T25" fmla="*/ 1271 h 1343"/>
                  <a:gd name="T26" fmla="*/ 390 w 635"/>
                  <a:gd name="T27" fmla="*/ 1294 h 1343"/>
                  <a:gd name="T28" fmla="*/ 414 w 635"/>
                  <a:gd name="T29" fmla="*/ 1320 h 1343"/>
                  <a:gd name="T30" fmla="*/ 445 w 635"/>
                  <a:gd name="T31" fmla="*/ 1341 h 1343"/>
                  <a:gd name="T32" fmla="*/ 433 w 635"/>
                  <a:gd name="T33" fmla="*/ 1305 h 1343"/>
                  <a:gd name="T34" fmla="*/ 421 w 635"/>
                  <a:gd name="T35" fmla="*/ 1248 h 1343"/>
                  <a:gd name="T36" fmla="*/ 452 w 635"/>
                  <a:gd name="T37" fmla="*/ 1195 h 1343"/>
                  <a:gd name="T38" fmla="*/ 499 w 635"/>
                  <a:gd name="T39" fmla="*/ 1156 h 1343"/>
                  <a:gd name="T40" fmla="*/ 597 w 635"/>
                  <a:gd name="T41" fmla="*/ 1048 h 1343"/>
                  <a:gd name="T42" fmla="*/ 595 w 635"/>
                  <a:gd name="T43" fmla="*/ 1015 h 1343"/>
                  <a:gd name="T44" fmla="*/ 555 w 635"/>
                  <a:gd name="T45" fmla="*/ 901 h 1343"/>
                  <a:gd name="T46" fmla="*/ 475 w 635"/>
                  <a:gd name="T47" fmla="*/ 874 h 1343"/>
                  <a:gd name="T48" fmla="*/ 449 w 635"/>
                  <a:gd name="T49" fmla="*/ 821 h 1343"/>
                  <a:gd name="T50" fmla="*/ 413 w 635"/>
                  <a:gd name="T51" fmla="*/ 813 h 1343"/>
                  <a:gd name="T52" fmla="*/ 385 w 635"/>
                  <a:gd name="T53" fmla="*/ 791 h 1343"/>
                  <a:gd name="T54" fmla="*/ 327 w 635"/>
                  <a:gd name="T55" fmla="*/ 761 h 1343"/>
                  <a:gd name="T56" fmla="*/ 269 w 635"/>
                  <a:gd name="T57" fmla="*/ 735 h 1343"/>
                  <a:gd name="T58" fmla="*/ 207 w 635"/>
                  <a:gd name="T59" fmla="*/ 756 h 1343"/>
                  <a:gd name="T60" fmla="*/ 133 w 635"/>
                  <a:gd name="T61" fmla="*/ 677 h 1343"/>
                  <a:gd name="T62" fmla="*/ 108 w 635"/>
                  <a:gd name="T63" fmla="*/ 651 h 1343"/>
                  <a:gd name="T64" fmla="*/ 138 w 635"/>
                  <a:gd name="T65" fmla="*/ 532 h 1343"/>
                  <a:gd name="T66" fmla="*/ 185 w 635"/>
                  <a:gd name="T67" fmla="*/ 532 h 1343"/>
                  <a:gd name="T68" fmla="*/ 224 w 635"/>
                  <a:gd name="T69" fmla="*/ 504 h 1343"/>
                  <a:gd name="T70" fmla="*/ 267 w 635"/>
                  <a:gd name="T71" fmla="*/ 454 h 1343"/>
                  <a:gd name="T72" fmla="*/ 352 w 635"/>
                  <a:gd name="T73" fmla="*/ 382 h 1343"/>
                  <a:gd name="T74" fmla="*/ 386 w 635"/>
                  <a:gd name="T75" fmla="*/ 383 h 1343"/>
                  <a:gd name="T76" fmla="*/ 380 w 635"/>
                  <a:gd name="T77" fmla="*/ 355 h 1343"/>
                  <a:gd name="T78" fmla="*/ 368 w 635"/>
                  <a:gd name="T79" fmla="*/ 324 h 1343"/>
                  <a:gd name="T80" fmla="*/ 468 w 635"/>
                  <a:gd name="T81" fmla="*/ 299 h 1343"/>
                  <a:gd name="T82" fmla="*/ 443 w 635"/>
                  <a:gd name="T83" fmla="*/ 248 h 1343"/>
                  <a:gd name="T84" fmla="*/ 395 w 635"/>
                  <a:gd name="T85" fmla="*/ 208 h 1343"/>
                  <a:gd name="T86" fmla="*/ 360 w 635"/>
                  <a:gd name="T87" fmla="*/ 166 h 1343"/>
                  <a:gd name="T88" fmla="*/ 261 w 635"/>
                  <a:gd name="T89" fmla="*/ 220 h 1343"/>
                  <a:gd name="T90" fmla="*/ 299 w 635"/>
                  <a:gd name="T91" fmla="*/ 140 h 1343"/>
                  <a:gd name="T92" fmla="*/ 346 w 635"/>
                  <a:gd name="T93" fmla="*/ 114 h 1343"/>
                  <a:gd name="T94" fmla="*/ 381 w 635"/>
                  <a:gd name="T95" fmla="*/ 103 h 1343"/>
                  <a:gd name="T96" fmla="*/ 368 w 635"/>
                  <a:gd name="T97" fmla="*/ 88 h 1343"/>
                  <a:gd name="T98" fmla="*/ 357 w 635"/>
                  <a:gd name="T99" fmla="*/ 80 h 1343"/>
                  <a:gd name="T100" fmla="*/ 361 w 635"/>
                  <a:gd name="T101" fmla="*/ 61 h 1343"/>
                  <a:gd name="T102" fmla="*/ 340 w 635"/>
                  <a:gd name="T103" fmla="*/ 67 h 1343"/>
                  <a:gd name="T104" fmla="*/ 315 w 635"/>
                  <a:gd name="T105" fmla="*/ 80 h 1343"/>
                  <a:gd name="T106" fmla="*/ 265 w 635"/>
                  <a:gd name="T107" fmla="*/ 46 h 1343"/>
                  <a:gd name="T108" fmla="*/ 243 w 635"/>
                  <a:gd name="T109" fmla="*/ 39 h 1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35" h="1343">
                    <a:moveTo>
                      <a:pt x="272" y="0"/>
                    </a:moveTo>
                    <a:cubicBezTo>
                      <a:pt x="270" y="1"/>
                      <a:pt x="268" y="3"/>
                      <a:pt x="266" y="4"/>
                    </a:cubicBezTo>
                    <a:cubicBezTo>
                      <a:pt x="265" y="5"/>
                      <a:pt x="264" y="6"/>
                      <a:pt x="263" y="6"/>
                    </a:cubicBezTo>
                    <a:cubicBezTo>
                      <a:pt x="259" y="8"/>
                      <a:pt x="256" y="10"/>
                      <a:pt x="253" y="13"/>
                    </a:cubicBezTo>
                    <a:cubicBezTo>
                      <a:pt x="237" y="25"/>
                      <a:pt x="222" y="36"/>
                      <a:pt x="209" y="47"/>
                    </a:cubicBezTo>
                    <a:cubicBezTo>
                      <a:pt x="185" y="66"/>
                      <a:pt x="163" y="86"/>
                      <a:pt x="135" y="116"/>
                    </a:cubicBezTo>
                    <a:cubicBezTo>
                      <a:pt x="133" y="118"/>
                      <a:pt x="130" y="121"/>
                      <a:pt x="127" y="125"/>
                    </a:cubicBezTo>
                    <a:cubicBezTo>
                      <a:pt x="116" y="136"/>
                      <a:pt x="114" y="139"/>
                      <a:pt x="107" y="150"/>
                    </a:cubicBezTo>
                    <a:cubicBezTo>
                      <a:pt x="106" y="151"/>
                      <a:pt x="105" y="152"/>
                      <a:pt x="101" y="158"/>
                    </a:cubicBezTo>
                    <a:cubicBezTo>
                      <a:pt x="102" y="158"/>
                      <a:pt x="102" y="158"/>
                      <a:pt x="103" y="158"/>
                    </a:cubicBezTo>
                    <a:cubicBezTo>
                      <a:pt x="100" y="163"/>
                      <a:pt x="100" y="164"/>
                      <a:pt x="100" y="167"/>
                    </a:cubicBezTo>
                    <a:cubicBezTo>
                      <a:pt x="101" y="167"/>
                      <a:pt x="101" y="167"/>
                      <a:pt x="101" y="167"/>
                    </a:cubicBezTo>
                    <a:cubicBezTo>
                      <a:pt x="106" y="163"/>
                      <a:pt x="105" y="160"/>
                      <a:pt x="105" y="158"/>
                    </a:cubicBezTo>
                    <a:cubicBezTo>
                      <a:pt x="114" y="141"/>
                      <a:pt x="114" y="140"/>
                      <a:pt x="123" y="130"/>
                    </a:cubicBezTo>
                    <a:cubicBezTo>
                      <a:pt x="124" y="129"/>
                      <a:pt x="125" y="128"/>
                      <a:pt x="126" y="128"/>
                    </a:cubicBezTo>
                    <a:cubicBezTo>
                      <a:pt x="127" y="127"/>
                      <a:pt x="129" y="126"/>
                      <a:pt x="130" y="125"/>
                    </a:cubicBezTo>
                    <a:cubicBezTo>
                      <a:pt x="130" y="125"/>
                      <a:pt x="130" y="126"/>
                      <a:pt x="129" y="127"/>
                    </a:cubicBezTo>
                    <a:cubicBezTo>
                      <a:pt x="130" y="126"/>
                      <a:pt x="131" y="125"/>
                      <a:pt x="132" y="124"/>
                    </a:cubicBezTo>
                    <a:cubicBezTo>
                      <a:pt x="129" y="128"/>
                      <a:pt x="129" y="128"/>
                      <a:pt x="129" y="128"/>
                    </a:cubicBezTo>
                    <a:cubicBezTo>
                      <a:pt x="100" y="184"/>
                      <a:pt x="85" y="247"/>
                      <a:pt x="54" y="302"/>
                    </a:cubicBezTo>
                    <a:cubicBezTo>
                      <a:pt x="59" y="287"/>
                      <a:pt x="59" y="287"/>
                      <a:pt x="59" y="287"/>
                    </a:cubicBezTo>
                    <a:cubicBezTo>
                      <a:pt x="58" y="288"/>
                      <a:pt x="57" y="288"/>
                      <a:pt x="55" y="289"/>
                    </a:cubicBezTo>
                    <a:cubicBezTo>
                      <a:pt x="0" y="432"/>
                      <a:pt x="0" y="432"/>
                      <a:pt x="8" y="509"/>
                    </a:cubicBezTo>
                    <a:cubicBezTo>
                      <a:pt x="8" y="510"/>
                      <a:pt x="5" y="570"/>
                      <a:pt x="21" y="580"/>
                    </a:cubicBezTo>
                    <a:cubicBezTo>
                      <a:pt x="20" y="568"/>
                      <a:pt x="20" y="568"/>
                      <a:pt x="20" y="568"/>
                    </a:cubicBezTo>
                    <a:cubicBezTo>
                      <a:pt x="19" y="568"/>
                      <a:pt x="12" y="515"/>
                      <a:pt x="13" y="489"/>
                    </a:cubicBezTo>
                    <a:cubicBezTo>
                      <a:pt x="15" y="487"/>
                      <a:pt x="17" y="485"/>
                      <a:pt x="19" y="484"/>
                    </a:cubicBezTo>
                    <a:cubicBezTo>
                      <a:pt x="19" y="500"/>
                      <a:pt x="19" y="505"/>
                      <a:pt x="20" y="522"/>
                    </a:cubicBezTo>
                    <a:cubicBezTo>
                      <a:pt x="25" y="540"/>
                      <a:pt x="25" y="540"/>
                      <a:pt x="25" y="540"/>
                    </a:cubicBezTo>
                    <a:cubicBezTo>
                      <a:pt x="28" y="560"/>
                      <a:pt x="34" y="578"/>
                      <a:pt x="38" y="597"/>
                    </a:cubicBezTo>
                    <a:cubicBezTo>
                      <a:pt x="38" y="598"/>
                      <a:pt x="38" y="599"/>
                      <a:pt x="37" y="600"/>
                    </a:cubicBezTo>
                    <a:cubicBezTo>
                      <a:pt x="37" y="601"/>
                      <a:pt x="37" y="602"/>
                      <a:pt x="37" y="603"/>
                    </a:cubicBezTo>
                    <a:cubicBezTo>
                      <a:pt x="37" y="604"/>
                      <a:pt x="37" y="605"/>
                      <a:pt x="37" y="606"/>
                    </a:cubicBezTo>
                    <a:cubicBezTo>
                      <a:pt x="37" y="607"/>
                      <a:pt x="36" y="608"/>
                      <a:pt x="36" y="609"/>
                    </a:cubicBezTo>
                    <a:cubicBezTo>
                      <a:pt x="36" y="609"/>
                      <a:pt x="36" y="610"/>
                      <a:pt x="36" y="611"/>
                    </a:cubicBezTo>
                    <a:cubicBezTo>
                      <a:pt x="36" y="612"/>
                      <a:pt x="36" y="613"/>
                      <a:pt x="36" y="613"/>
                    </a:cubicBezTo>
                    <a:cubicBezTo>
                      <a:pt x="36" y="614"/>
                      <a:pt x="36" y="614"/>
                      <a:pt x="36" y="615"/>
                    </a:cubicBezTo>
                    <a:cubicBezTo>
                      <a:pt x="36" y="615"/>
                      <a:pt x="36" y="615"/>
                      <a:pt x="36" y="615"/>
                    </a:cubicBezTo>
                    <a:cubicBezTo>
                      <a:pt x="58" y="660"/>
                      <a:pt x="74" y="670"/>
                      <a:pt x="81" y="673"/>
                    </a:cubicBezTo>
                    <a:cubicBezTo>
                      <a:pt x="82" y="672"/>
                      <a:pt x="84" y="670"/>
                      <a:pt x="86" y="668"/>
                    </a:cubicBezTo>
                    <a:cubicBezTo>
                      <a:pt x="90" y="669"/>
                      <a:pt x="90" y="669"/>
                      <a:pt x="115" y="698"/>
                    </a:cubicBezTo>
                    <a:cubicBezTo>
                      <a:pt x="124" y="703"/>
                      <a:pt x="124" y="703"/>
                      <a:pt x="124" y="703"/>
                    </a:cubicBezTo>
                    <a:cubicBezTo>
                      <a:pt x="136" y="711"/>
                      <a:pt x="136" y="711"/>
                      <a:pt x="136" y="711"/>
                    </a:cubicBezTo>
                    <a:cubicBezTo>
                      <a:pt x="141" y="707"/>
                      <a:pt x="141" y="707"/>
                      <a:pt x="141" y="707"/>
                    </a:cubicBezTo>
                    <a:cubicBezTo>
                      <a:pt x="148" y="725"/>
                      <a:pt x="148" y="725"/>
                      <a:pt x="148" y="725"/>
                    </a:cubicBezTo>
                    <a:cubicBezTo>
                      <a:pt x="154" y="736"/>
                      <a:pt x="154" y="736"/>
                      <a:pt x="154" y="736"/>
                    </a:cubicBezTo>
                    <a:cubicBezTo>
                      <a:pt x="155" y="747"/>
                      <a:pt x="155" y="747"/>
                      <a:pt x="155" y="747"/>
                    </a:cubicBezTo>
                    <a:cubicBezTo>
                      <a:pt x="160" y="756"/>
                      <a:pt x="160" y="756"/>
                      <a:pt x="160" y="756"/>
                    </a:cubicBezTo>
                    <a:cubicBezTo>
                      <a:pt x="166" y="755"/>
                      <a:pt x="166" y="755"/>
                      <a:pt x="166" y="755"/>
                    </a:cubicBezTo>
                    <a:cubicBezTo>
                      <a:pt x="172" y="766"/>
                      <a:pt x="172" y="766"/>
                      <a:pt x="172" y="766"/>
                    </a:cubicBezTo>
                    <a:cubicBezTo>
                      <a:pt x="185" y="775"/>
                      <a:pt x="185" y="775"/>
                      <a:pt x="185" y="775"/>
                    </a:cubicBezTo>
                    <a:cubicBezTo>
                      <a:pt x="194" y="786"/>
                      <a:pt x="194" y="786"/>
                      <a:pt x="194" y="786"/>
                    </a:cubicBezTo>
                    <a:cubicBezTo>
                      <a:pt x="200" y="785"/>
                      <a:pt x="200" y="785"/>
                      <a:pt x="200" y="785"/>
                    </a:cubicBezTo>
                    <a:cubicBezTo>
                      <a:pt x="197" y="769"/>
                      <a:pt x="197" y="769"/>
                      <a:pt x="197" y="769"/>
                    </a:cubicBezTo>
                    <a:cubicBezTo>
                      <a:pt x="209" y="768"/>
                      <a:pt x="209" y="768"/>
                      <a:pt x="209" y="768"/>
                    </a:cubicBezTo>
                    <a:cubicBezTo>
                      <a:pt x="212" y="785"/>
                      <a:pt x="212" y="785"/>
                      <a:pt x="212" y="785"/>
                    </a:cubicBezTo>
                    <a:cubicBezTo>
                      <a:pt x="227" y="807"/>
                      <a:pt x="219" y="830"/>
                      <a:pt x="217" y="835"/>
                    </a:cubicBezTo>
                    <a:cubicBezTo>
                      <a:pt x="215" y="835"/>
                      <a:pt x="213" y="834"/>
                      <a:pt x="212" y="834"/>
                    </a:cubicBezTo>
                    <a:cubicBezTo>
                      <a:pt x="198" y="857"/>
                      <a:pt x="198" y="857"/>
                      <a:pt x="200" y="879"/>
                    </a:cubicBezTo>
                    <a:cubicBezTo>
                      <a:pt x="207" y="882"/>
                      <a:pt x="207" y="882"/>
                      <a:pt x="207" y="882"/>
                    </a:cubicBezTo>
                    <a:cubicBezTo>
                      <a:pt x="205" y="887"/>
                      <a:pt x="201" y="895"/>
                      <a:pt x="199" y="901"/>
                    </a:cubicBezTo>
                    <a:cubicBezTo>
                      <a:pt x="199" y="902"/>
                      <a:pt x="199" y="903"/>
                      <a:pt x="199" y="904"/>
                    </a:cubicBezTo>
                    <a:cubicBezTo>
                      <a:pt x="199" y="905"/>
                      <a:pt x="199" y="906"/>
                      <a:pt x="200" y="907"/>
                    </a:cubicBezTo>
                    <a:cubicBezTo>
                      <a:pt x="200" y="908"/>
                      <a:pt x="200" y="909"/>
                      <a:pt x="200" y="910"/>
                    </a:cubicBezTo>
                    <a:cubicBezTo>
                      <a:pt x="200" y="911"/>
                      <a:pt x="200" y="911"/>
                      <a:pt x="200" y="912"/>
                    </a:cubicBezTo>
                    <a:cubicBezTo>
                      <a:pt x="200" y="913"/>
                      <a:pt x="201" y="914"/>
                      <a:pt x="201" y="915"/>
                    </a:cubicBezTo>
                    <a:cubicBezTo>
                      <a:pt x="201" y="915"/>
                      <a:pt x="201" y="916"/>
                      <a:pt x="201" y="916"/>
                    </a:cubicBezTo>
                    <a:cubicBezTo>
                      <a:pt x="201" y="917"/>
                      <a:pt x="201" y="917"/>
                      <a:pt x="201" y="918"/>
                    </a:cubicBezTo>
                    <a:cubicBezTo>
                      <a:pt x="201" y="918"/>
                      <a:pt x="201" y="918"/>
                      <a:pt x="206" y="919"/>
                    </a:cubicBezTo>
                    <a:cubicBezTo>
                      <a:pt x="220" y="932"/>
                      <a:pt x="250" y="993"/>
                      <a:pt x="251" y="994"/>
                    </a:cubicBezTo>
                    <a:cubicBezTo>
                      <a:pt x="261" y="1021"/>
                      <a:pt x="295" y="1020"/>
                      <a:pt x="309" y="1044"/>
                    </a:cubicBezTo>
                    <a:cubicBezTo>
                      <a:pt x="309" y="1044"/>
                      <a:pt x="318" y="1081"/>
                      <a:pt x="330" y="1142"/>
                    </a:cubicBezTo>
                    <a:cubicBezTo>
                      <a:pt x="330" y="1163"/>
                      <a:pt x="339" y="1182"/>
                      <a:pt x="341" y="1202"/>
                    </a:cubicBezTo>
                    <a:cubicBezTo>
                      <a:pt x="349" y="1217"/>
                      <a:pt x="349" y="1217"/>
                      <a:pt x="349" y="1217"/>
                    </a:cubicBezTo>
                    <a:cubicBezTo>
                      <a:pt x="349" y="1217"/>
                      <a:pt x="352" y="1235"/>
                      <a:pt x="363" y="1251"/>
                    </a:cubicBezTo>
                    <a:cubicBezTo>
                      <a:pt x="362" y="1240"/>
                      <a:pt x="362" y="1240"/>
                      <a:pt x="362" y="1240"/>
                    </a:cubicBezTo>
                    <a:cubicBezTo>
                      <a:pt x="363" y="1240"/>
                      <a:pt x="365" y="1241"/>
                      <a:pt x="367" y="1241"/>
                    </a:cubicBezTo>
                    <a:cubicBezTo>
                      <a:pt x="372" y="1251"/>
                      <a:pt x="375" y="1261"/>
                      <a:pt x="379" y="1271"/>
                    </a:cubicBezTo>
                    <a:cubicBezTo>
                      <a:pt x="372" y="1268"/>
                      <a:pt x="372" y="1268"/>
                      <a:pt x="372" y="1268"/>
                    </a:cubicBezTo>
                    <a:cubicBezTo>
                      <a:pt x="371" y="1277"/>
                      <a:pt x="371" y="1277"/>
                      <a:pt x="371" y="1277"/>
                    </a:cubicBezTo>
                    <a:cubicBezTo>
                      <a:pt x="379" y="1279"/>
                      <a:pt x="379" y="1279"/>
                      <a:pt x="379" y="1279"/>
                    </a:cubicBezTo>
                    <a:cubicBezTo>
                      <a:pt x="386" y="1286"/>
                      <a:pt x="386" y="1286"/>
                      <a:pt x="386" y="1286"/>
                    </a:cubicBezTo>
                    <a:cubicBezTo>
                      <a:pt x="387" y="1286"/>
                      <a:pt x="388" y="1286"/>
                      <a:pt x="390" y="1287"/>
                    </a:cubicBezTo>
                    <a:cubicBezTo>
                      <a:pt x="390" y="1294"/>
                      <a:pt x="390" y="1294"/>
                      <a:pt x="390" y="1294"/>
                    </a:cubicBezTo>
                    <a:cubicBezTo>
                      <a:pt x="381" y="1287"/>
                      <a:pt x="381" y="1287"/>
                      <a:pt x="381" y="1287"/>
                    </a:cubicBezTo>
                    <a:cubicBezTo>
                      <a:pt x="384" y="1294"/>
                      <a:pt x="384" y="1294"/>
                      <a:pt x="384" y="1294"/>
                    </a:cubicBezTo>
                    <a:cubicBezTo>
                      <a:pt x="396" y="1301"/>
                      <a:pt x="396" y="1301"/>
                      <a:pt x="396" y="1301"/>
                    </a:cubicBezTo>
                    <a:cubicBezTo>
                      <a:pt x="405" y="1312"/>
                      <a:pt x="405" y="1312"/>
                      <a:pt x="405" y="1312"/>
                    </a:cubicBezTo>
                    <a:cubicBezTo>
                      <a:pt x="411" y="1315"/>
                      <a:pt x="411" y="1315"/>
                      <a:pt x="411" y="1315"/>
                    </a:cubicBezTo>
                    <a:cubicBezTo>
                      <a:pt x="414" y="1320"/>
                      <a:pt x="414" y="1320"/>
                      <a:pt x="414" y="1320"/>
                    </a:cubicBezTo>
                    <a:cubicBezTo>
                      <a:pt x="421" y="1322"/>
                      <a:pt x="421" y="1322"/>
                      <a:pt x="421" y="1322"/>
                    </a:cubicBezTo>
                    <a:cubicBezTo>
                      <a:pt x="427" y="1326"/>
                      <a:pt x="427" y="1326"/>
                      <a:pt x="427" y="1326"/>
                    </a:cubicBezTo>
                    <a:cubicBezTo>
                      <a:pt x="434" y="1326"/>
                      <a:pt x="434" y="1326"/>
                      <a:pt x="434" y="1326"/>
                    </a:cubicBezTo>
                    <a:cubicBezTo>
                      <a:pt x="442" y="1334"/>
                      <a:pt x="442" y="1334"/>
                      <a:pt x="442" y="1334"/>
                    </a:cubicBezTo>
                    <a:cubicBezTo>
                      <a:pt x="439" y="1336"/>
                      <a:pt x="439" y="1336"/>
                      <a:pt x="439" y="1336"/>
                    </a:cubicBezTo>
                    <a:cubicBezTo>
                      <a:pt x="445" y="1341"/>
                      <a:pt x="445" y="1341"/>
                      <a:pt x="445" y="1341"/>
                    </a:cubicBezTo>
                    <a:cubicBezTo>
                      <a:pt x="456" y="1343"/>
                      <a:pt x="456" y="1343"/>
                      <a:pt x="456" y="1343"/>
                    </a:cubicBezTo>
                    <a:cubicBezTo>
                      <a:pt x="474" y="1341"/>
                      <a:pt x="474" y="1341"/>
                      <a:pt x="474" y="1341"/>
                    </a:cubicBezTo>
                    <a:cubicBezTo>
                      <a:pt x="446" y="1327"/>
                      <a:pt x="446" y="1327"/>
                      <a:pt x="446" y="1327"/>
                    </a:cubicBezTo>
                    <a:cubicBezTo>
                      <a:pt x="432" y="1319"/>
                      <a:pt x="432" y="1319"/>
                      <a:pt x="432" y="1319"/>
                    </a:cubicBezTo>
                    <a:cubicBezTo>
                      <a:pt x="429" y="1307"/>
                      <a:pt x="429" y="1307"/>
                      <a:pt x="429" y="1307"/>
                    </a:cubicBezTo>
                    <a:cubicBezTo>
                      <a:pt x="433" y="1305"/>
                      <a:pt x="433" y="1305"/>
                      <a:pt x="433" y="1305"/>
                    </a:cubicBezTo>
                    <a:cubicBezTo>
                      <a:pt x="432" y="1294"/>
                      <a:pt x="432" y="1294"/>
                      <a:pt x="432" y="1294"/>
                    </a:cubicBezTo>
                    <a:cubicBezTo>
                      <a:pt x="437" y="1289"/>
                      <a:pt x="437" y="1289"/>
                      <a:pt x="437" y="1289"/>
                    </a:cubicBezTo>
                    <a:cubicBezTo>
                      <a:pt x="436" y="1288"/>
                      <a:pt x="435" y="1286"/>
                      <a:pt x="430" y="1283"/>
                    </a:cubicBezTo>
                    <a:cubicBezTo>
                      <a:pt x="425" y="1281"/>
                      <a:pt x="419" y="1277"/>
                      <a:pt x="415" y="1274"/>
                    </a:cubicBezTo>
                    <a:cubicBezTo>
                      <a:pt x="419" y="1271"/>
                      <a:pt x="422" y="1265"/>
                      <a:pt x="423" y="1261"/>
                    </a:cubicBezTo>
                    <a:cubicBezTo>
                      <a:pt x="421" y="1248"/>
                      <a:pt x="421" y="1248"/>
                      <a:pt x="421" y="1248"/>
                    </a:cubicBezTo>
                    <a:cubicBezTo>
                      <a:pt x="413" y="1235"/>
                      <a:pt x="413" y="1235"/>
                      <a:pt x="413" y="1235"/>
                    </a:cubicBezTo>
                    <a:cubicBezTo>
                      <a:pt x="427" y="1239"/>
                      <a:pt x="427" y="1239"/>
                      <a:pt x="427" y="1239"/>
                    </a:cubicBezTo>
                    <a:cubicBezTo>
                      <a:pt x="429" y="1235"/>
                      <a:pt x="431" y="1230"/>
                      <a:pt x="433" y="1226"/>
                    </a:cubicBezTo>
                    <a:cubicBezTo>
                      <a:pt x="461" y="1220"/>
                      <a:pt x="461" y="1220"/>
                      <a:pt x="465" y="1211"/>
                    </a:cubicBezTo>
                    <a:cubicBezTo>
                      <a:pt x="457" y="1202"/>
                      <a:pt x="457" y="1202"/>
                      <a:pt x="457" y="1202"/>
                    </a:cubicBezTo>
                    <a:cubicBezTo>
                      <a:pt x="452" y="1195"/>
                      <a:pt x="452" y="1195"/>
                      <a:pt x="452" y="1195"/>
                    </a:cubicBezTo>
                    <a:cubicBezTo>
                      <a:pt x="442" y="1189"/>
                      <a:pt x="442" y="1189"/>
                      <a:pt x="442" y="1189"/>
                    </a:cubicBezTo>
                    <a:cubicBezTo>
                      <a:pt x="446" y="1186"/>
                      <a:pt x="446" y="1186"/>
                      <a:pt x="446" y="1186"/>
                    </a:cubicBezTo>
                    <a:cubicBezTo>
                      <a:pt x="453" y="1189"/>
                      <a:pt x="462" y="1192"/>
                      <a:pt x="468" y="1194"/>
                    </a:cubicBezTo>
                    <a:cubicBezTo>
                      <a:pt x="488" y="1180"/>
                      <a:pt x="489" y="1178"/>
                      <a:pt x="495" y="1171"/>
                    </a:cubicBezTo>
                    <a:cubicBezTo>
                      <a:pt x="494" y="1169"/>
                      <a:pt x="493" y="1166"/>
                      <a:pt x="493" y="1164"/>
                    </a:cubicBezTo>
                    <a:cubicBezTo>
                      <a:pt x="499" y="1156"/>
                      <a:pt x="499" y="1156"/>
                      <a:pt x="499" y="1156"/>
                    </a:cubicBezTo>
                    <a:cubicBezTo>
                      <a:pt x="515" y="1139"/>
                      <a:pt x="515" y="1139"/>
                      <a:pt x="515" y="1139"/>
                    </a:cubicBezTo>
                    <a:cubicBezTo>
                      <a:pt x="513" y="1131"/>
                      <a:pt x="512" y="1123"/>
                      <a:pt x="511" y="1114"/>
                    </a:cubicBezTo>
                    <a:cubicBezTo>
                      <a:pt x="529" y="1106"/>
                      <a:pt x="529" y="1106"/>
                      <a:pt x="529" y="1106"/>
                    </a:cubicBezTo>
                    <a:cubicBezTo>
                      <a:pt x="540" y="1098"/>
                      <a:pt x="540" y="1098"/>
                      <a:pt x="540" y="1098"/>
                    </a:cubicBezTo>
                    <a:cubicBezTo>
                      <a:pt x="549" y="1098"/>
                      <a:pt x="561" y="1096"/>
                      <a:pt x="569" y="1095"/>
                    </a:cubicBezTo>
                    <a:cubicBezTo>
                      <a:pt x="590" y="1067"/>
                      <a:pt x="592" y="1062"/>
                      <a:pt x="597" y="1048"/>
                    </a:cubicBezTo>
                    <a:cubicBezTo>
                      <a:pt x="596" y="1046"/>
                      <a:pt x="596" y="1045"/>
                      <a:pt x="596" y="1043"/>
                    </a:cubicBezTo>
                    <a:cubicBezTo>
                      <a:pt x="596" y="1041"/>
                      <a:pt x="596" y="1039"/>
                      <a:pt x="596" y="1038"/>
                    </a:cubicBezTo>
                    <a:cubicBezTo>
                      <a:pt x="596" y="1035"/>
                      <a:pt x="596" y="1033"/>
                      <a:pt x="596" y="1031"/>
                    </a:cubicBezTo>
                    <a:cubicBezTo>
                      <a:pt x="596" y="1029"/>
                      <a:pt x="596" y="1027"/>
                      <a:pt x="596" y="1025"/>
                    </a:cubicBezTo>
                    <a:cubicBezTo>
                      <a:pt x="595" y="1023"/>
                      <a:pt x="595" y="1021"/>
                      <a:pt x="595" y="1020"/>
                    </a:cubicBezTo>
                    <a:cubicBezTo>
                      <a:pt x="595" y="1018"/>
                      <a:pt x="595" y="1017"/>
                      <a:pt x="595" y="1015"/>
                    </a:cubicBezTo>
                    <a:cubicBezTo>
                      <a:pt x="595" y="1014"/>
                      <a:pt x="595" y="1013"/>
                      <a:pt x="595" y="1012"/>
                    </a:cubicBezTo>
                    <a:cubicBezTo>
                      <a:pt x="595" y="1011"/>
                      <a:pt x="595" y="1011"/>
                      <a:pt x="595" y="1011"/>
                    </a:cubicBezTo>
                    <a:cubicBezTo>
                      <a:pt x="610" y="1002"/>
                      <a:pt x="610" y="1002"/>
                      <a:pt x="610" y="1002"/>
                    </a:cubicBezTo>
                    <a:cubicBezTo>
                      <a:pt x="635" y="957"/>
                      <a:pt x="635" y="957"/>
                      <a:pt x="635" y="957"/>
                    </a:cubicBezTo>
                    <a:cubicBezTo>
                      <a:pt x="635" y="948"/>
                      <a:pt x="633" y="941"/>
                      <a:pt x="632" y="935"/>
                    </a:cubicBezTo>
                    <a:cubicBezTo>
                      <a:pt x="605" y="932"/>
                      <a:pt x="582" y="901"/>
                      <a:pt x="555" y="901"/>
                    </a:cubicBezTo>
                    <a:cubicBezTo>
                      <a:pt x="547" y="901"/>
                      <a:pt x="538" y="904"/>
                      <a:pt x="529" y="911"/>
                    </a:cubicBezTo>
                    <a:cubicBezTo>
                      <a:pt x="534" y="899"/>
                      <a:pt x="534" y="899"/>
                      <a:pt x="534" y="899"/>
                    </a:cubicBezTo>
                    <a:cubicBezTo>
                      <a:pt x="524" y="894"/>
                      <a:pt x="512" y="888"/>
                      <a:pt x="502" y="883"/>
                    </a:cubicBezTo>
                    <a:cubicBezTo>
                      <a:pt x="492" y="894"/>
                      <a:pt x="492" y="894"/>
                      <a:pt x="484" y="896"/>
                    </a:cubicBezTo>
                    <a:cubicBezTo>
                      <a:pt x="484" y="890"/>
                      <a:pt x="486" y="884"/>
                      <a:pt x="488" y="879"/>
                    </a:cubicBezTo>
                    <a:cubicBezTo>
                      <a:pt x="475" y="874"/>
                      <a:pt x="475" y="874"/>
                      <a:pt x="475" y="874"/>
                    </a:cubicBezTo>
                    <a:cubicBezTo>
                      <a:pt x="464" y="889"/>
                      <a:pt x="464" y="889"/>
                      <a:pt x="464" y="889"/>
                    </a:cubicBezTo>
                    <a:cubicBezTo>
                      <a:pt x="460" y="878"/>
                      <a:pt x="460" y="878"/>
                      <a:pt x="460" y="878"/>
                    </a:cubicBezTo>
                    <a:cubicBezTo>
                      <a:pt x="464" y="874"/>
                      <a:pt x="469" y="869"/>
                      <a:pt x="472" y="865"/>
                    </a:cubicBezTo>
                    <a:cubicBezTo>
                      <a:pt x="464" y="855"/>
                      <a:pt x="464" y="855"/>
                      <a:pt x="461" y="836"/>
                    </a:cubicBezTo>
                    <a:cubicBezTo>
                      <a:pt x="459" y="835"/>
                      <a:pt x="456" y="834"/>
                      <a:pt x="454" y="833"/>
                    </a:cubicBezTo>
                    <a:cubicBezTo>
                      <a:pt x="449" y="821"/>
                      <a:pt x="449" y="821"/>
                      <a:pt x="449" y="821"/>
                    </a:cubicBezTo>
                    <a:cubicBezTo>
                      <a:pt x="426" y="813"/>
                      <a:pt x="426" y="813"/>
                      <a:pt x="426" y="813"/>
                    </a:cubicBezTo>
                    <a:cubicBezTo>
                      <a:pt x="425" y="813"/>
                      <a:pt x="425" y="813"/>
                      <a:pt x="425" y="813"/>
                    </a:cubicBezTo>
                    <a:cubicBezTo>
                      <a:pt x="425" y="813"/>
                      <a:pt x="424" y="813"/>
                      <a:pt x="423" y="813"/>
                    </a:cubicBezTo>
                    <a:cubicBezTo>
                      <a:pt x="422" y="813"/>
                      <a:pt x="421" y="813"/>
                      <a:pt x="420" y="813"/>
                    </a:cubicBezTo>
                    <a:cubicBezTo>
                      <a:pt x="419" y="813"/>
                      <a:pt x="418" y="813"/>
                      <a:pt x="417" y="813"/>
                    </a:cubicBezTo>
                    <a:cubicBezTo>
                      <a:pt x="415" y="813"/>
                      <a:pt x="414" y="813"/>
                      <a:pt x="413" y="813"/>
                    </a:cubicBezTo>
                    <a:cubicBezTo>
                      <a:pt x="412" y="813"/>
                      <a:pt x="410" y="812"/>
                      <a:pt x="409" y="812"/>
                    </a:cubicBezTo>
                    <a:cubicBezTo>
                      <a:pt x="408" y="812"/>
                      <a:pt x="407" y="812"/>
                      <a:pt x="406" y="812"/>
                    </a:cubicBezTo>
                    <a:cubicBezTo>
                      <a:pt x="405" y="812"/>
                      <a:pt x="405" y="812"/>
                      <a:pt x="401" y="811"/>
                    </a:cubicBezTo>
                    <a:cubicBezTo>
                      <a:pt x="400" y="809"/>
                      <a:pt x="398" y="807"/>
                      <a:pt x="397" y="805"/>
                    </a:cubicBezTo>
                    <a:cubicBezTo>
                      <a:pt x="388" y="803"/>
                      <a:pt x="388" y="803"/>
                      <a:pt x="388" y="803"/>
                    </a:cubicBezTo>
                    <a:cubicBezTo>
                      <a:pt x="385" y="791"/>
                      <a:pt x="385" y="791"/>
                      <a:pt x="385" y="791"/>
                    </a:cubicBezTo>
                    <a:cubicBezTo>
                      <a:pt x="374" y="785"/>
                      <a:pt x="374" y="785"/>
                      <a:pt x="374" y="785"/>
                    </a:cubicBezTo>
                    <a:cubicBezTo>
                      <a:pt x="363" y="786"/>
                      <a:pt x="363" y="786"/>
                      <a:pt x="363" y="786"/>
                    </a:cubicBezTo>
                    <a:cubicBezTo>
                      <a:pt x="364" y="774"/>
                      <a:pt x="364" y="774"/>
                      <a:pt x="364" y="774"/>
                    </a:cubicBezTo>
                    <a:cubicBezTo>
                      <a:pt x="363" y="762"/>
                      <a:pt x="363" y="762"/>
                      <a:pt x="363" y="762"/>
                    </a:cubicBezTo>
                    <a:cubicBezTo>
                      <a:pt x="342" y="762"/>
                      <a:pt x="342" y="762"/>
                      <a:pt x="342" y="762"/>
                    </a:cubicBezTo>
                    <a:cubicBezTo>
                      <a:pt x="337" y="762"/>
                      <a:pt x="332" y="761"/>
                      <a:pt x="327" y="761"/>
                    </a:cubicBezTo>
                    <a:cubicBezTo>
                      <a:pt x="311" y="756"/>
                      <a:pt x="311" y="756"/>
                      <a:pt x="311" y="756"/>
                    </a:cubicBezTo>
                    <a:cubicBezTo>
                      <a:pt x="297" y="751"/>
                      <a:pt x="297" y="751"/>
                      <a:pt x="297" y="751"/>
                    </a:cubicBezTo>
                    <a:cubicBezTo>
                      <a:pt x="289" y="742"/>
                      <a:pt x="289" y="742"/>
                      <a:pt x="289" y="742"/>
                    </a:cubicBezTo>
                    <a:cubicBezTo>
                      <a:pt x="281" y="734"/>
                      <a:pt x="281" y="734"/>
                      <a:pt x="281" y="734"/>
                    </a:cubicBezTo>
                    <a:cubicBezTo>
                      <a:pt x="270" y="752"/>
                      <a:pt x="270" y="752"/>
                      <a:pt x="270" y="752"/>
                    </a:cubicBezTo>
                    <a:cubicBezTo>
                      <a:pt x="269" y="735"/>
                      <a:pt x="269" y="735"/>
                      <a:pt x="269" y="735"/>
                    </a:cubicBezTo>
                    <a:cubicBezTo>
                      <a:pt x="258" y="744"/>
                      <a:pt x="258" y="744"/>
                      <a:pt x="258" y="744"/>
                    </a:cubicBezTo>
                    <a:cubicBezTo>
                      <a:pt x="236" y="752"/>
                      <a:pt x="236" y="752"/>
                      <a:pt x="236" y="752"/>
                    </a:cubicBezTo>
                    <a:cubicBezTo>
                      <a:pt x="230" y="767"/>
                      <a:pt x="230" y="767"/>
                      <a:pt x="230" y="767"/>
                    </a:cubicBezTo>
                    <a:cubicBezTo>
                      <a:pt x="223" y="774"/>
                      <a:pt x="223" y="774"/>
                      <a:pt x="223" y="774"/>
                    </a:cubicBezTo>
                    <a:cubicBezTo>
                      <a:pt x="216" y="763"/>
                      <a:pt x="216" y="763"/>
                      <a:pt x="216" y="763"/>
                    </a:cubicBezTo>
                    <a:cubicBezTo>
                      <a:pt x="207" y="756"/>
                      <a:pt x="207" y="756"/>
                      <a:pt x="207" y="756"/>
                    </a:cubicBezTo>
                    <a:cubicBezTo>
                      <a:pt x="191" y="762"/>
                      <a:pt x="191" y="762"/>
                      <a:pt x="191" y="762"/>
                    </a:cubicBezTo>
                    <a:cubicBezTo>
                      <a:pt x="177" y="753"/>
                      <a:pt x="177" y="753"/>
                      <a:pt x="177" y="753"/>
                    </a:cubicBezTo>
                    <a:cubicBezTo>
                      <a:pt x="171" y="737"/>
                      <a:pt x="171" y="737"/>
                      <a:pt x="171" y="737"/>
                    </a:cubicBezTo>
                    <a:cubicBezTo>
                      <a:pt x="171" y="720"/>
                      <a:pt x="175" y="696"/>
                      <a:pt x="167" y="680"/>
                    </a:cubicBezTo>
                    <a:cubicBezTo>
                      <a:pt x="160" y="681"/>
                      <a:pt x="156" y="681"/>
                      <a:pt x="152" y="681"/>
                    </a:cubicBezTo>
                    <a:cubicBezTo>
                      <a:pt x="146" y="681"/>
                      <a:pt x="143" y="680"/>
                      <a:pt x="133" y="677"/>
                    </a:cubicBezTo>
                    <a:cubicBezTo>
                      <a:pt x="138" y="657"/>
                      <a:pt x="138" y="657"/>
                      <a:pt x="138" y="657"/>
                    </a:cubicBezTo>
                    <a:cubicBezTo>
                      <a:pt x="140" y="656"/>
                      <a:pt x="143" y="654"/>
                      <a:pt x="144" y="652"/>
                    </a:cubicBezTo>
                    <a:cubicBezTo>
                      <a:pt x="144" y="652"/>
                      <a:pt x="162" y="617"/>
                      <a:pt x="140" y="617"/>
                    </a:cubicBezTo>
                    <a:cubicBezTo>
                      <a:pt x="139" y="617"/>
                      <a:pt x="137" y="617"/>
                      <a:pt x="134" y="618"/>
                    </a:cubicBezTo>
                    <a:cubicBezTo>
                      <a:pt x="128" y="628"/>
                      <a:pt x="125" y="639"/>
                      <a:pt x="120" y="649"/>
                    </a:cubicBezTo>
                    <a:cubicBezTo>
                      <a:pt x="115" y="650"/>
                      <a:pt x="111" y="651"/>
                      <a:pt x="108" y="651"/>
                    </a:cubicBezTo>
                    <a:cubicBezTo>
                      <a:pt x="85" y="651"/>
                      <a:pt x="85" y="628"/>
                      <a:pt x="84" y="582"/>
                    </a:cubicBezTo>
                    <a:cubicBezTo>
                      <a:pt x="90" y="560"/>
                      <a:pt x="90" y="560"/>
                      <a:pt x="90" y="560"/>
                    </a:cubicBezTo>
                    <a:cubicBezTo>
                      <a:pt x="91" y="554"/>
                      <a:pt x="92" y="548"/>
                      <a:pt x="93" y="542"/>
                    </a:cubicBezTo>
                    <a:cubicBezTo>
                      <a:pt x="113" y="526"/>
                      <a:pt x="113" y="526"/>
                      <a:pt x="113" y="526"/>
                    </a:cubicBezTo>
                    <a:cubicBezTo>
                      <a:pt x="129" y="523"/>
                      <a:pt x="129" y="523"/>
                      <a:pt x="129" y="523"/>
                    </a:cubicBezTo>
                    <a:cubicBezTo>
                      <a:pt x="138" y="532"/>
                      <a:pt x="138" y="532"/>
                      <a:pt x="138" y="532"/>
                    </a:cubicBezTo>
                    <a:cubicBezTo>
                      <a:pt x="149" y="532"/>
                      <a:pt x="149" y="532"/>
                      <a:pt x="149" y="532"/>
                    </a:cubicBezTo>
                    <a:cubicBezTo>
                      <a:pt x="143" y="519"/>
                      <a:pt x="143" y="519"/>
                      <a:pt x="143" y="519"/>
                    </a:cubicBezTo>
                    <a:cubicBezTo>
                      <a:pt x="163" y="521"/>
                      <a:pt x="163" y="521"/>
                      <a:pt x="163" y="521"/>
                    </a:cubicBezTo>
                    <a:cubicBezTo>
                      <a:pt x="175" y="529"/>
                      <a:pt x="175" y="529"/>
                      <a:pt x="175" y="529"/>
                    </a:cubicBezTo>
                    <a:cubicBezTo>
                      <a:pt x="178" y="538"/>
                      <a:pt x="178" y="538"/>
                      <a:pt x="178" y="538"/>
                    </a:cubicBezTo>
                    <a:cubicBezTo>
                      <a:pt x="185" y="532"/>
                      <a:pt x="185" y="532"/>
                      <a:pt x="185" y="532"/>
                    </a:cubicBezTo>
                    <a:cubicBezTo>
                      <a:pt x="195" y="542"/>
                      <a:pt x="195" y="542"/>
                      <a:pt x="195" y="542"/>
                    </a:cubicBezTo>
                    <a:cubicBezTo>
                      <a:pt x="194" y="550"/>
                      <a:pt x="192" y="558"/>
                      <a:pt x="191" y="566"/>
                    </a:cubicBezTo>
                    <a:cubicBezTo>
                      <a:pt x="205" y="592"/>
                      <a:pt x="205" y="592"/>
                      <a:pt x="205" y="592"/>
                    </a:cubicBezTo>
                    <a:cubicBezTo>
                      <a:pt x="213" y="572"/>
                      <a:pt x="213" y="572"/>
                      <a:pt x="213" y="572"/>
                    </a:cubicBezTo>
                    <a:cubicBezTo>
                      <a:pt x="206" y="520"/>
                      <a:pt x="206" y="520"/>
                      <a:pt x="206" y="520"/>
                    </a:cubicBezTo>
                    <a:cubicBezTo>
                      <a:pt x="224" y="504"/>
                      <a:pt x="224" y="504"/>
                      <a:pt x="224" y="504"/>
                    </a:cubicBezTo>
                    <a:cubicBezTo>
                      <a:pt x="244" y="490"/>
                      <a:pt x="244" y="490"/>
                      <a:pt x="244" y="490"/>
                    </a:cubicBezTo>
                    <a:cubicBezTo>
                      <a:pt x="263" y="473"/>
                      <a:pt x="263" y="473"/>
                      <a:pt x="263" y="473"/>
                    </a:cubicBezTo>
                    <a:cubicBezTo>
                      <a:pt x="256" y="462"/>
                      <a:pt x="256" y="462"/>
                      <a:pt x="256" y="462"/>
                    </a:cubicBezTo>
                    <a:cubicBezTo>
                      <a:pt x="258" y="444"/>
                      <a:pt x="258" y="444"/>
                      <a:pt x="258" y="444"/>
                    </a:cubicBezTo>
                    <a:cubicBezTo>
                      <a:pt x="267" y="437"/>
                      <a:pt x="267" y="437"/>
                      <a:pt x="267" y="437"/>
                    </a:cubicBezTo>
                    <a:cubicBezTo>
                      <a:pt x="267" y="454"/>
                      <a:pt x="267" y="454"/>
                      <a:pt x="267" y="454"/>
                    </a:cubicBezTo>
                    <a:cubicBezTo>
                      <a:pt x="281" y="444"/>
                      <a:pt x="281" y="444"/>
                      <a:pt x="281" y="444"/>
                    </a:cubicBezTo>
                    <a:cubicBezTo>
                      <a:pt x="289" y="424"/>
                      <a:pt x="289" y="424"/>
                      <a:pt x="289" y="424"/>
                    </a:cubicBezTo>
                    <a:cubicBezTo>
                      <a:pt x="318" y="413"/>
                      <a:pt x="318" y="413"/>
                      <a:pt x="318" y="413"/>
                    </a:cubicBezTo>
                    <a:cubicBezTo>
                      <a:pt x="317" y="401"/>
                      <a:pt x="317" y="401"/>
                      <a:pt x="317" y="401"/>
                    </a:cubicBezTo>
                    <a:cubicBezTo>
                      <a:pt x="338" y="380"/>
                      <a:pt x="338" y="380"/>
                      <a:pt x="338" y="380"/>
                    </a:cubicBezTo>
                    <a:cubicBezTo>
                      <a:pt x="343" y="381"/>
                      <a:pt x="348" y="381"/>
                      <a:pt x="352" y="382"/>
                    </a:cubicBezTo>
                    <a:cubicBezTo>
                      <a:pt x="366" y="373"/>
                      <a:pt x="366" y="373"/>
                      <a:pt x="366" y="373"/>
                    </a:cubicBezTo>
                    <a:cubicBezTo>
                      <a:pt x="383" y="372"/>
                      <a:pt x="383" y="372"/>
                      <a:pt x="383" y="372"/>
                    </a:cubicBezTo>
                    <a:cubicBezTo>
                      <a:pt x="361" y="385"/>
                      <a:pt x="361" y="385"/>
                      <a:pt x="361" y="385"/>
                    </a:cubicBezTo>
                    <a:cubicBezTo>
                      <a:pt x="361" y="395"/>
                      <a:pt x="361" y="395"/>
                      <a:pt x="361" y="395"/>
                    </a:cubicBezTo>
                    <a:cubicBezTo>
                      <a:pt x="368" y="398"/>
                      <a:pt x="368" y="398"/>
                      <a:pt x="368" y="398"/>
                    </a:cubicBezTo>
                    <a:cubicBezTo>
                      <a:pt x="386" y="383"/>
                      <a:pt x="386" y="383"/>
                      <a:pt x="386" y="383"/>
                    </a:cubicBezTo>
                    <a:cubicBezTo>
                      <a:pt x="400" y="381"/>
                      <a:pt x="400" y="381"/>
                      <a:pt x="400" y="381"/>
                    </a:cubicBezTo>
                    <a:cubicBezTo>
                      <a:pt x="410" y="372"/>
                      <a:pt x="410" y="372"/>
                      <a:pt x="410" y="372"/>
                    </a:cubicBezTo>
                    <a:cubicBezTo>
                      <a:pt x="418" y="371"/>
                      <a:pt x="418" y="371"/>
                      <a:pt x="418" y="371"/>
                    </a:cubicBezTo>
                    <a:cubicBezTo>
                      <a:pt x="416" y="368"/>
                      <a:pt x="413" y="364"/>
                      <a:pt x="411" y="361"/>
                    </a:cubicBezTo>
                    <a:cubicBezTo>
                      <a:pt x="405" y="366"/>
                      <a:pt x="401" y="369"/>
                      <a:pt x="397" y="369"/>
                    </a:cubicBezTo>
                    <a:cubicBezTo>
                      <a:pt x="391" y="369"/>
                      <a:pt x="386" y="365"/>
                      <a:pt x="380" y="355"/>
                    </a:cubicBezTo>
                    <a:cubicBezTo>
                      <a:pt x="382" y="349"/>
                      <a:pt x="383" y="344"/>
                      <a:pt x="385" y="338"/>
                    </a:cubicBezTo>
                    <a:cubicBezTo>
                      <a:pt x="391" y="333"/>
                      <a:pt x="391" y="333"/>
                      <a:pt x="391" y="333"/>
                    </a:cubicBezTo>
                    <a:cubicBezTo>
                      <a:pt x="382" y="330"/>
                      <a:pt x="377" y="329"/>
                      <a:pt x="372" y="329"/>
                    </a:cubicBezTo>
                    <a:cubicBezTo>
                      <a:pt x="366" y="329"/>
                      <a:pt x="360" y="331"/>
                      <a:pt x="348" y="337"/>
                    </a:cubicBezTo>
                    <a:cubicBezTo>
                      <a:pt x="358" y="324"/>
                      <a:pt x="358" y="324"/>
                      <a:pt x="358" y="324"/>
                    </a:cubicBezTo>
                    <a:cubicBezTo>
                      <a:pt x="368" y="324"/>
                      <a:pt x="368" y="324"/>
                      <a:pt x="368" y="324"/>
                    </a:cubicBezTo>
                    <a:cubicBezTo>
                      <a:pt x="377" y="317"/>
                      <a:pt x="377" y="317"/>
                      <a:pt x="377" y="317"/>
                    </a:cubicBezTo>
                    <a:cubicBezTo>
                      <a:pt x="389" y="318"/>
                      <a:pt x="402" y="319"/>
                      <a:pt x="415" y="320"/>
                    </a:cubicBezTo>
                    <a:cubicBezTo>
                      <a:pt x="429" y="319"/>
                      <a:pt x="429" y="319"/>
                      <a:pt x="429" y="319"/>
                    </a:cubicBezTo>
                    <a:cubicBezTo>
                      <a:pt x="440" y="310"/>
                      <a:pt x="440" y="310"/>
                      <a:pt x="440" y="310"/>
                    </a:cubicBezTo>
                    <a:cubicBezTo>
                      <a:pt x="455" y="307"/>
                      <a:pt x="455" y="307"/>
                      <a:pt x="455" y="307"/>
                    </a:cubicBezTo>
                    <a:cubicBezTo>
                      <a:pt x="468" y="299"/>
                      <a:pt x="468" y="299"/>
                      <a:pt x="468" y="299"/>
                    </a:cubicBezTo>
                    <a:cubicBezTo>
                      <a:pt x="469" y="283"/>
                      <a:pt x="469" y="283"/>
                      <a:pt x="469" y="283"/>
                    </a:cubicBezTo>
                    <a:cubicBezTo>
                      <a:pt x="458" y="279"/>
                      <a:pt x="458" y="279"/>
                      <a:pt x="458" y="279"/>
                    </a:cubicBezTo>
                    <a:cubicBezTo>
                      <a:pt x="441" y="281"/>
                      <a:pt x="441" y="281"/>
                      <a:pt x="441" y="281"/>
                    </a:cubicBezTo>
                    <a:cubicBezTo>
                      <a:pt x="458" y="271"/>
                      <a:pt x="458" y="271"/>
                      <a:pt x="458" y="271"/>
                    </a:cubicBezTo>
                    <a:cubicBezTo>
                      <a:pt x="443" y="260"/>
                      <a:pt x="443" y="260"/>
                      <a:pt x="443" y="260"/>
                    </a:cubicBezTo>
                    <a:cubicBezTo>
                      <a:pt x="443" y="248"/>
                      <a:pt x="443" y="248"/>
                      <a:pt x="443" y="248"/>
                    </a:cubicBezTo>
                    <a:cubicBezTo>
                      <a:pt x="437" y="244"/>
                      <a:pt x="437" y="244"/>
                      <a:pt x="437" y="244"/>
                    </a:cubicBezTo>
                    <a:cubicBezTo>
                      <a:pt x="443" y="229"/>
                      <a:pt x="443" y="229"/>
                      <a:pt x="443" y="229"/>
                    </a:cubicBezTo>
                    <a:cubicBezTo>
                      <a:pt x="441" y="217"/>
                      <a:pt x="441" y="217"/>
                      <a:pt x="441" y="217"/>
                    </a:cubicBezTo>
                    <a:cubicBezTo>
                      <a:pt x="440" y="196"/>
                      <a:pt x="440" y="196"/>
                      <a:pt x="440" y="196"/>
                    </a:cubicBezTo>
                    <a:cubicBezTo>
                      <a:pt x="430" y="200"/>
                      <a:pt x="430" y="200"/>
                      <a:pt x="404" y="218"/>
                    </a:cubicBezTo>
                    <a:cubicBezTo>
                      <a:pt x="401" y="215"/>
                      <a:pt x="397" y="211"/>
                      <a:pt x="395" y="208"/>
                    </a:cubicBezTo>
                    <a:cubicBezTo>
                      <a:pt x="396" y="200"/>
                      <a:pt x="401" y="192"/>
                      <a:pt x="399" y="183"/>
                    </a:cubicBezTo>
                    <a:cubicBezTo>
                      <a:pt x="397" y="182"/>
                      <a:pt x="395" y="181"/>
                      <a:pt x="393" y="180"/>
                    </a:cubicBezTo>
                    <a:cubicBezTo>
                      <a:pt x="389" y="166"/>
                      <a:pt x="389" y="166"/>
                      <a:pt x="389" y="166"/>
                    </a:cubicBezTo>
                    <a:cubicBezTo>
                      <a:pt x="376" y="169"/>
                      <a:pt x="376" y="169"/>
                      <a:pt x="376" y="169"/>
                    </a:cubicBezTo>
                    <a:cubicBezTo>
                      <a:pt x="367" y="164"/>
                      <a:pt x="367" y="164"/>
                      <a:pt x="367" y="164"/>
                    </a:cubicBezTo>
                    <a:cubicBezTo>
                      <a:pt x="360" y="166"/>
                      <a:pt x="360" y="166"/>
                      <a:pt x="360" y="166"/>
                    </a:cubicBezTo>
                    <a:cubicBezTo>
                      <a:pt x="345" y="192"/>
                      <a:pt x="345" y="192"/>
                      <a:pt x="336" y="204"/>
                    </a:cubicBezTo>
                    <a:cubicBezTo>
                      <a:pt x="344" y="224"/>
                      <a:pt x="337" y="229"/>
                      <a:pt x="305" y="255"/>
                    </a:cubicBezTo>
                    <a:cubicBezTo>
                      <a:pt x="301" y="284"/>
                      <a:pt x="298" y="288"/>
                      <a:pt x="288" y="288"/>
                    </a:cubicBezTo>
                    <a:cubicBezTo>
                      <a:pt x="286" y="288"/>
                      <a:pt x="284" y="288"/>
                      <a:pt x="282" y="288"/>
                    </a:cubicBezTo>
                    <a:cubicBezTo>
                      <a:pt x="279" y="273"/>
                      <a:pt x="288" y="260"/>
                      <a:pt x="287" y="245"/>
                    </a:cubicBezTo>
                    <a:cubicBezTo>
                      <a:pt x="270" y="242"/>
                      <a:pt x="269" y="240"/>
                      <a:pt x="261" y="220"/>
                    </a:cubicBezTo>
                    <a:cubicBezTo>
                      <a:pt x="257" y="215"/>
                      <a:pt x="257" y="215"/>
                      <a:pt x="257" y="215"/>
                    </a:cubicBezTo>
                    <a:cubicBezTo>
                      <a:pt x="245" y="215"/>
                      <a:pt x="245" y="215"/>
                      <a:pt x="245" y="215"/>
                    </a:cubicBezTo>
                    <a:cubicBezTo>
                      <a:pt x="251" y="198"/>
                      <a:pt x="251" y="198"/>
                      <a:pt x="251" y="198"/>
                    </a:cubicBezTo>
                    <a:cubicBezTo>
                      <a:pt x="250" y="196"/>
                      <a:pt x="249" y="193"/>
                      <a:pt x="248" y="191"/>
                    </a:cubicBezTo>
                    <a:cubicBezTo>
                      <a:pt x="264" y="168"/>
                      <a:pt x="270" y="162"/>
                      <a:pt x="296" y="149"/>
                    </a:cubicBezTo>
                    <a:cubicBezTo>
                      <a:pt x="297" y="146"/>
                      <a:pt x="298" y="142"/>
                      <a:pt x="299" y="140"/>
                    </a:cubicBezTo>
                    <a:cubicBezTo>
                      <a:pt x="301" y="138"/>
                      <a:pt x="301" y="138"/>
                      <a:pt x="320" y="135"/>
                    </a:cubicBezTo>
                    <a:cubicBezTo>
                      <a:pt x="323" y="132"/>
                      <a:pt x="328" y="128"/>
                      <a:pt x="332" y="125"/>
                    </a:cubicBezTo>
                    <a:cubicBezTo>
                      <a:pt x="330" y="124"/>
                      <a:pt x="328" y="123"/>
                      <a:pt x="326" y="122"/>
                    </a:cubicBezTo>
                    <a:cubicBezTo>
                      <a:pt x="327" y="121"/>
                      <a:pt x="330" y="119"/>
                      <a:pt x="331" y="117"/>
                    </a:cubicBezTo>
                    <a:cubicBezTo>
                      <a:pt x="333" y="118"/>
                      <a:pt x="336" y="119"/>
                      <a:pt x="338" y="120"/>
                    </a:cubicBezTo>
                    <a:cubicBezTo>
                      <a:pt x="346" y="114"/>
                      <a:pt x="346" y="114"/>
                      <a:pt x="346" y="114"/>
                    </a:cubicBezTo>
                    <a:cubicBezTo>
                      <a:pt x="349" y="107"/>
                      <a:pt x="349" y="107"/>
                      <a:pt x="349" y="107"/>
                    </a:cubicBezTo>
                    <a:cubicBezTo>
                      <a:pt x="354" y="109"/>
                      <a:pt x="354" y="109"/>
                      <a:pt x="354" y="109"/>
                    </a:cubicBezTo>
                    <a:cubicBezTo>
                      <a:pt x="354" y="114"/>
                      <a:pt x="354" y="114"/>
                      <a:pt x="354" y="114"/>
                    </a:cubicBezTo>
                    <a:cubicBezTo>
                      <a:pt x="363" y="109"/>
                      <a:pt x="363" y="109"/>
                      <a:pt x="363" y="109"/>
                    </a:cubicBezTo>
                    <a:cubicBezTo>
                      <a:pt x="366" y="113"/>
                      <a:pt x="366" y="113"/>
                      <a:pt x="366" y="113"/>
                    </a:cubicBezTo>
                    <a:cubicBezTo>
                      <a:pt x="381" y="103"/>
                      <a:pt x="381" y="103"/>
                      <a:pt x="381" y="103"/>
                    </a:cubicBezTo>
                    <a:cubicBezTo>
                      <a:pt x="382" y="93"/>
                      <a:pt x="382" y="93"/>
                      <a:pt x="382" y="93"/>
                    </a:cubicBezTo>
                    <a:cubicBezTo>
                      <a:pt x="392" y="84"/>
                      <a:pt x="392" y="84"/>
                      <a:pt x="392" y="84"/>
                    </a:cubicBezTo>
                    <a:cubicBezTo>
                      <a:pt x="394" y="73"/>
                      <a:pt x="394" y="73"/>
                      <a:pt x="394" y="73"/>
                    </a:cubicBezTo>
                    <a:cubicBezTo>
                      <a:pt x="390" y="73"/>
                      <a:pt x="386" y="72"/>
                      <a:pt x="383" y="72"/>
                    </a:cubicBezTo>
                    <a:cubicBezTo>
                      <a:pt x="378" y="80"/>
                      <a:pt x="378" y="80"/>
                      <a:pt x="378" y="80"/>
                    </a:cubicBezTo>
                    <a:cubicBezTo>
                      <a:pt x="368" y="88"/>
                      <a:pt x="368" y="88"/>
                      <a:pt x="368" y="88"/>
                    </a:cubicBezTo>
                    <a:cubicBezTo>
                      <a:pt x="356" y="98"/>
                      <a:pt x="356" y="98"/>
                      <a:pt x="356" y="98"/>
                    </a:cubicBezTo>
                    <a:cubicBezTo>
                      <a:pt x="353" y="96"/>
                      <a:pt x="353" y="96"/>
                      <a:pt x="353" y="96"/>
                    </a:cubicBezTo>
                    <a:cubicBezTo>
                      <a:pt x="352" y="91"/>
                      <a:pt x="352" y="91"/>
                      <a:pt x="352" y="91"/>
                    </a:cubicBezTo>
                    <a:cubicBezTo>
                      <a:pt x="365" y="78"/>
                      <a:pt x="365" y="78"/>
                      <a:pt x="365" y="78"/>
                    </a:cubicBezTo>
                    <a:cubicBezTo>
                      <a:pt x="364" y="75"/>
                      <a:pt x="364" y="75"/>
                      <a:pt x="364" y="75"/>
                    </a:cubicBezTo>
                    <a:cubicBezTo>
                      <a:pt x="357" y="80"/>
                      <a:pt x="357" y="80"/>
                      <a:pt x="357" y="80"/>
                    </a:cubicBezTo>
                    <a:cubicBezTo>
                      <a:pt x="354" y="84"/>
                      <a:pt x="354" y="84"/>
                      <a:pt x="354" y="84"/>
                    </a:cubicBezTo>
                    <a:cubicBezTo>
                      <a:pt x="348" y="86"/>
                      <a:pt x="348" y="86"/>
                      <a:pt x="348" y="86"/>
                    </a:cubicBezTo>
                    <a:cubicBezTo>
                      <a:pt x="353" y="77"/>
                      <a:pt x="353" y="77"/>
                      <a:pt x="353" y="77"/>
                    </a:cubicBezTo>
                    <a:cubicBezTo>
                      <a:pt x="355" y="74"/>
                      <a:pt x="358" y="71"/>
                      <a:pt x="361" y="68"/>
                    </a:cubicBezTo>
                    <a:cubicBezTo>
                      <a:pt x="358" y="68"/>
                      <a:pt x="356" y="67"/>
                      <a:pt x="354" y="67"/>
                    </a:cubicBezTo>
                    <a:cubicBezTo>
                      <a:pt x="361" y="61"/>
                      <a:pt x="361" y="61"/>
                      <a:pt x="361" y="61"/>
                    </a:cubicBezTo>
                    <a:cubicBezTo>
                      <a:pt x="370" y="47"/>
                      <a:pt x="370" y="47"/>
                      <a:pt x="370" y="47"/>
                    </a:cubicBezTo>
                    <a:cubicBezTo>
                      <a:pt x="367" y="43"/>
                      <a:pt x="367" y="43"/>
                      <a:pt x="367" y="43"/>
                    </a:cubicBezTo>
                    <a:cubicBezTo>
                      <a:pt x="360" y="46"/>
                      <a:pt x="360" y="46"/>
                      <a:pt x="360" y="46"/>
                    </a:cubicBezTo>
                    <a:cubicBezTo>
                      <a:pt x="353" y="50"/>
                      <a:pt x="353" y="50"/>
                      <a:pt x="353" y="50"/>
                    </a:cubicBezTo>
                    <a:cubicBezTo>
                      <a:pt x="349" y="56"/>
                      <a:pt x="349" y="56"/>
                      <a:pt x="349" y="56"/>
                    </a:cubicBezTo>
                    <a:cubicBezTo>
                      <a:pt x="340" y="67"/>
                      <a:pt x="340" y="67"/>
                      <a:pt x="340" y="67"/>
                    </a:cubicBezTo>
                    <a:cubicBezTo>
                      <a:pt x="341" y="69"/>
                      <a:pt x="341" y="72"/>
                      <a:pt x="342" y="75"/>
                    </a:cubicBezTo>
                    <a:cubicBezTo>
                      <a:pt x="335" y="82"/>
                      <a:pt x="334" y="83"/>
                      <a:pt x="322" y="86"/>
                    </a:cubicBezTo>
                    <a:cubicBezTo>
                      <a:pt x="313" y="96"/>
                      <a:pt x="313" y="96"/>
                      <a:pt x="313" y="96"/>
                    </a:cubicBezTo>
                    <a:cubicBezTo>
                      <a:pt x="316" y="88"/>
                      <a:pt x="316" y="88"/>
                      <a:pt x="316" y="88"/>
                    </a:cubicBezTo>
                    <a:cubicBezTo>
                      <a:pt x="321" y="81"/>
                      <a:pt x="321" y="81"/>
                      <a:pt x="321" y="81"/>
                    </a:cubicBezTo>
                    <a:cubicBezTo>
                      <a:pt x="319" y="81"/>
                      <a:pt x="317" y="80"/>
                      <a:pt x="315" y="80"/>
                    </a:cubicBezTo>
                    <a:cubicBezTo>
                      <a:pt x="312" y="82"/>
                      <a:pt x="309" y="85"/>
                      <a:pt x="306" y="88"/>
                    </a:cubicBezTo>
                    <a:cubicBezTo>
                      <a:pt x="294" y="84"/>
                      <a:pt x="294" y="81"/>
                      <a:pt x="293" y="71"/>
                    </a:cubicBezTo>
                    <a:cubicBezTo>
                      <a:pt x="286" y="74"/>
                      <a:pt x="286" y="74"/>
                      <a:pt x="267" y="88"/>
                    </a:cubicBezTo>
                    <a:cubicBezTo>
                      <a:pt x="271" y="79"/>
                      <a:pt x="271" y="78"/>
                      <a:pt x="263" y="68"/>
                    </a:cubicBezTo>
                    <a:cubicBezTo>
                      <a:pt x="265" y="67"/>
                      <a:pt x="267" y="65"/>
                      <a:pt x="268" y="64"/>
                    </a:cubicBezTo>
                    <a:cubicBezTo>
                      <a:pt x="268" y="59"/>
                      <a:pt x="267" y="51"/>
                      <a:pt x="265" y="46"/>
                    </a:cubicBezTo>
                    <a:cubicBezTo>
                      <a:pt x="263" y="46"/>
                      <a:pt x="260" y="46"/>
                      <a:pt x="258" y="47"/>
                    </a:cubicBezTo>
                    <a:cubicBezTo>
                      <a:pt x="259" y="45"/>
                      <a:pt x="261" y="42"/>
                      <a:pt x="263" y="41"/>
                    </a:cubicBezTo>
                    <a:cubicBezTo>
                      <a:pt x="260" y="42"/>
                      <a:pt x="257" y="43"/>
                      <a:pt x="255" y="44"/>
                    </a:cubicBezTo>
                    <a:cubicBezTo>
                      <a:pt x="259" y="41"/>
                      <a:pt x="263" y="37"/>
                      <a:pt x="266" y="33"/>
                    </a:cubicBezTo>
                    <a:cubicBezTo>
                      <a:pt x="265" y="33"/>
                      <a:pt x="264" y="33"/>
                      <a:pt x="263" y="33"/>
                    </a:cubicBezTo>
                    <a:cubicBezTo>
                      <a:pt x="260" y="33"/>
                      <a:pt x="257" y="34"/>
                      <a:pt x="243" y="39"/>
                    </a:cubicBezTo>
                    <a:cubicBezTo>
                      <a:pt x="240" y="39"/>
                      <a:pt x="240" y="39"/>
                      <a:pt x="240" y="39"/>
                    </a:cubicBezTo>
                    <a:cubicBezTo>
                      <a:pt x="238" y="41"/>
                      <a:pt x="236" y="42"/>
                      <a:pt x="234" y="43"/>
                    </a:cubicBezTo>
                    <a:cubicBezTo>
                      <a:pt x="255" y="14"/>
                      <a:pt x="255" y="14"/>
                      <a:pt x="261" y="9"/>
                    </a:cubicBezTo>
                    <a:cubicBezTo>
                      <a:pt x="267" y="3"/>
                      <a:pt x="267" y="3"/>
                      <a:pt x="267" y="3"/>
                    </a:cubicBezTo>
                    <a:cubicBezTo>
                      <a:pt x="269" y="2"/>
                      <a:pt x="270" y="1"/>
                      <a:pt x="27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114"/>
              <p:cNvSpPr>
                <a:spLocks/>
              </p:cNvSpPr>
              <p:nvPr/>
            </p:nvSpPr>
            <p:spPr bwMode="auto">
              <a:xfrm>
                <a:off x="4524376" y="1611313"/>
                <a:ext cx="158750" cy="127000"/>
              </a:xfrm>
              <a:custGeom>
                <a:avLst/>
                <a:gdLst>
                  <a:gd name="T0" fmla="*/ 76 w 100"/>
                  <a:gd name="T1" fmla="*/ 0 h 80"/>
                  <a:gd name="T2" fmla="*/ 62 w 100"/>
                  <a:gd name="T3" fmla="*/ 2 h 80"/>
                  <a:gd name="T4" fmla="*/ 33 w 100"/>
                  <a:gd name="T5" fmla="*/ 35 h 80"/>
                  <a:gd name="T6" fmla="*/ 3 w 100"/>
                  <a:gd name="T7" fmla="*/ 56 h 80"/>
                  <a:gd name="T8" fmla="*/ 0 w 100"/>
                  <a:gd name="T9" fmla="*/ 68 h 80"/>
                  <a:gd name="T10" fmla="*/ 22 w 100"/>
                  <a:gd name="T11" fmla="*/ 61 h 80"/>
                  <a:gd name="T12" fmla="*/ 15 w 100"/>
                  <a:gd name="T13" fmla="*/ 80 h 80"/>
                  <a:gd name="T14" fmla="*/ 36 w 100"/>
                  <a:gd name="T15" fmla="*/ 71 h 80"/>
                  <a:gd name="T16" fmla="*/ 60 w 100"/>
                  <a:gd name="T17" fmla="*/ 47 h 80"/>
                  <a:gd name="T18" fmla="*/ 71 w 100"/>
                  <a:gd name="T19" fmla="*/ 66 h 80"/>
                  <a:gd name="T20" fmla="*/ 90 w 100"/>
                  <a:gd name="T21" fmla="*/ 66 h 80"/>
                  <a:gd name="T22" fmla="*/ 100 w 100"/>
                  <a:gd name="T23" fmla="*/ 54 h 80"/>
                  <a:gd name="T24" fmla="*/ 83 w 100"/>
                  <a:gd name="T25" fmla="*/ 49 h 80"/>
                  <a:gd name="T26" fmla="*/ 88 w 100"/>
                  <a:gd name="T27" fmla="*/ 37 h 80"/>
                  <a:gd name="T28" fmla="*/ 71 w 100"/>
                  <a:gd name="T29" fmla="*/ 14 h 80"/>
                  <a:gd name="T30" fmla="*/ 76 w 100"/>
                  <a:gd name="T31"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0" h="80">
                    <a:moveTo>
                      <a:pt x="76" y="0"/>
                    </a:moveTo>
                    <a:lnTo>
                      <a:pt x="62" y="2"/>
                    </a:lnTo>
                    <a:lnTo>
                      <a:pt x="33" y="35"/>
                    </a:lnTo>
                    <a:lnTo>
                      <a:pt x="3" y="56"/>
                    </a:lnTo>
                    <a:lnTo>
                      <a:pt x="0" y="68"/>
                    </a:lnTo>
                    <a:lnTo>
                      <a:pt x="22" y="61"/>
                    </a:lnTo>
                    <a:lnTo>
                      <a:pt x="15" y="80"/>
                    </a:lnTo>
                    <a:lnTo>
                      <a:pt x="36" y="71"/>
                    </a:lnTo>
                    <a:lnTo>
                      <a:pt x="60" y="47"/>
                    </a:lnTo>
                    <a:lnTo>
                      <a:pt x="71" y="66"/>
                    </a:lnTo>
                    <a:lnTo>
                      <a:pt x="90" y="66"/>
                    </a:lnTo>
                    <a:lnTo>
                      <a:pt x="100" y="54"/>
                    </a:lnTo>
                    <a:lnTo>
                      <a:pt x="83" y="49"/>
                    </a:lnTo>
                    <a:lnTo>
                      <a:pt x="88" y="37"/>
                    </a:lnTo>
                    <a:lnTo>
                      <a:pt x="71" y="14"/>
                    </a:lnTo>
                    <a:lnTo>
                      <a:pt x="7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115"/>
              <p:cNvSpPr>
                <a:spLocks/>
              </p:cNvSpPr>
              <p:nvPr/>
            </p:nvSpPr>
            <p:spPr bwMode="auto">
              <a:xfrm>
                <a:off x="4524376" y="1611313"/>
                <a:ext cx="158750" cy="127000"/>
              </a:xfrm>
              <a:custGeom>
                <a:avLst/>
                <a:gdLst>
                  <a:gd name="T0" fmla="*/ 76 w 100"/>
                  <a:gd name="T1" fmla="*/ 0 h 80"/>
                  <a:gd name="T2" fmla="*/ 62 w 100"/>
                  <a:gd name="T3" fmla="*/ 2 h 80"/>
                  <a:gd name="T4" fmla="*/ 33 w 100"/>
                  <a:gd name="T5" fmla="*/ 35 h 80"/>
                  <a:gd name="T6" fmla="*/ 3 w 100"/>
                  <a:gd name="T7" fmla="*/ 56 h 80"/>
                  <a:gd name="T8" fmla="*/ 0 w 100"/>
                  <a:gd name="T9" fmla="*/ 68 h 80"/>
                  <a:gd name="T10" fmla="*/ 22 w 100"/>
                  <a:gd name="T11" fmla="*/ 61 h 80"/>
                  <a:gd name="T12" fmla="*/ 15 w 100"/>
                  <a:gd name="T13" fmla="*/ 80 h 80"/>
                  <a:gd name="T14" fmla="*/ 36 w 100"/>
                  <a:gd name="T15" fmla="*/ 71 h 80"/>
                  <a:gd name="T16" fmla="*/ 60 w 100"/>
                  <a:gd name="T17" fmla="*/ 47 h 80"/>
                  <a:gd name="T18" fmla="*/ 71 w 100"/>
                  <a:gd name="T19" fmla="*/ 66 h 80"/>
                  <a:gd name="T20" fmla="*/ 90 w 100"/>
                  <a:gd name="T21" fmla="*/ 66 h 80"/>
                  <a:gd name="T22" fmla="*/ 100 w 100"/>
                  <a:gd name="T23" fmla="*/ 54 h 80"/>
                  <a:gd name="T24" fmla="*/ 83 w 100"/>
                  <a:gd name="T25" fmla="*/ 49 h 80"/>
                  <a:gd name="T26" fmla="*/ 88 w 100"/>
                  <a:gd name="T27" fmla="*/ 37 h 80"/>
                  <a:gd name="T28" fmla="*/ 71 w 100"/>
                  <a:gd name="T29" fmla="*/ 14 h 80"/>
                  <a:gd name="T30" fmla="*/ 76 w 100"/>
                  <a:gd name="T31"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0" h="80">
                    <a:moveTo>
                      <a:pt x="76" y="0"/>
                    </a:moveTo>
                    <a:lnTo>
                      <a:pt x="62" y="2"/>
                    </a:lnTo>
                    <a:lnTo>
                      <a:pt x="33" y="35"/>
                    </a:lnTo>
                    <a:lnTo>
                      <a:pt x="3" y="56"/>
                    </a:lnTo>
                    <a:lnTo>
                      <a:pt x="0" y="68"/>
                    </a:lnTo>
                    <a:lnTo>
                      <a:pt x="22" y="61"/>
                    </a:lnTo>
                    <a:lnTo>
                      <a:pt x="15" y="80"/>
                    </a:lnTo>
                    <a:lnTo>
                      <a:pt x="36" y="71"/>
                    </a:lnTo>
                    <a:lnTo>
                      <a:pt x="60" y="47"/>
                    </a:lnTo>
                    <a:lnTo>
                      <a:pt x="71" y="66"/>
                    </a:lnTo>
                    <a:lnTo>
                      <a:pt x="90" y="66"/>
                    </a:lnTo>
                    <a:lnTo>
                      <a:pt x="100" y="54"/>
                    </a:lnTo>
                    <a:lnTo>
                      <a:pt x="83" y="49"/>
                    </a:lnTo>
                    <a:lnTo>
                      <a:pt x="88" y="37"/>
                    </a:lnTo>
                    <a:lnTo>
                      <a:pt x="71" y="14"/>
                    </a:lnTo>
                    <a:lnTo>
                      <a:pt x="76"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116"/>
              <p:cNvSpPr>
                <a:spLocks/>
              </p:cNvSpPr>
              <p:nvPr/>
            </p:nvSpPr>
            <p:spPr bwMode="auto">
              <a:xfrm>
                <a:off x="4554538" y="1738313"/>
                <a:ext cx="60325" cy="52388"/>
              </a:xfrm>
              <a:custGeom>
                <a:avLst/>
                <a:gdLst>
                  <a:gd name="T0" fmla="*/ 16 w 16"/>
                  <a:gd name="T1" fmla="*/ 0 h 14"/>
                  <a:gd name="T2" fmla="*/ 8 w 16"/>
                  <a:gd name="T3" fmla="*/ 0 h 14"/>
                  <a:gd name="T4" fmla="*/ 0 w 16"/>
                  <a:gd name="T5" fmla="*/ 7 h 14"/>
                  <a:gd name="T6" fmla="*/ 0 w 16"/>
                  <a:gd name="T7" fmla="*/ 14 h 14"/>
                  <a:gd name="T8" fmla="*/ 11 w 16"/>
                  <a:gd name="T9" fmla="*/ 8 h 14"/>
                  <a:gd name="T10" fmla="*/ 16 w 16"/>
                  <a:gd name="T11" fmla="*/ 0 h 14"/>
                </a:gdLst>
                <a:ahLst/>
                <a:cxnLst>
                  <a:cxn ang="0">
                    <a:pos x="T0" y="T1"/>
                  </a:cxn>
                  <a:cxn ang="0">
                    <a:pos x="T2" y="T3"/>
                  </a:cxn>
                  <a:cxn ang="0">
                    <a:pos x="T4" y="T5"/>
                  </a:cxn>
                  <a:cxn ang="0">
                    <a:pos x="T6" y="T7"/>
                  </a:cxn>
                  <a:cxn ang="0">
                    <a:pos x="T8" y="T9"/>
                  </a:cxn>
                  <a:cxn ang="0">
                    <a:pos x="T10" y="T11"/>
                  </a:cxn>
                </a:cxnLst>
                <a:rect l="0" t="0" r="r" b="b"/>
                <a:pathLst>
                  <a:path w="16" h="14">
                    <a:moveTo>
                      <a:pt x="16" y="0"/>
                    </a:moveTo>
                    <a:cubicBezTo>
                      <a:pt x="8" y="0"/>
                      <a:pt x="8" y="0"/>
                      <a:pt x="8" y="0"/>
                    </a:cubicBezTo>
                    <a:cubicBezTo>
                      <a:pt x="0" y="7"/>
                      <a:pt x="0" y="7"/>
                      <a:pt x="0" y="7"/>
                    </a:cubicBezTo>
                    <a:cubicBezTo>
                      <a:pt x="0" y="14"/>
                      <a:pt x="0" y="14"/>
                      <a:pt x="0" y="14"/>
                    </a:cubicBezTo>
                    <a:cubicBezTo>
                      <a:pt x="11" y="8"/>
                      <a:pt x="11" y="8"/>
                      <a:pt x="11" y="8"/>
                    </a:cubicBezTo>
                    <a:cubicBezTo>
                      <a:pt x="13" y="6"/>
                      <a:pt x="14" y="3"/>
                      <a:pt x="1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117"/>
              <p:cNvSpPr>
                <a:spLocks/>
              </p:cNvSpPr>
              <p:nvPr/>
            </p:nvSpPr>
            <p:spPr bwMode="auto">
              <a:xfrm>
                <a:off x="4614863" y="1765301"/>
                <a:ext cx="33338" cy="52388"/>
              </a:xfrm>
              <a:custGeom>
                <a:avLst/>
                <a:gdLst>
                  <a:gd name="T0" fmla="*/ 17 w 21"/>
                  <a:gd name="T1" fmla="*/ 0 h 33"/>
                  <a:gd name="T2" fmla="*/ 0 w 21"/>
                  <a:gd name="T3" fmla="*/ 21 h 33"/>
                  <a:gd name="T4" fmla="*/ 5 w 21"/>
                  <a:gd name="T5" fmla="*/ 33 h 33"/>
                  <a:gd name="T6" fmla="*/ 21 w 21"/>
                  <a:gd name="T7" fmla="*/ 16 h 33"/>
                  <a:gd name="T8" fmla="*/ 17 w 21"/>
                  <a:gd name="T9" fmla="*/ 0 h 33"/>
                </a:gdLst>
                <a:ahLst/>
                <a:cxnLst>
                  <a:cxn ang="0">
                    <a:pos x="T0" y="T1"/>
                  </a:cxn>
                  <a:cxn ang="0">
                    <a:pos x="T2" y="T3"/>
                  </a:cxn>
                  <a:cxn ang="0">
                    <a:pos x="T4" y="T5"/>
                  </a:cxn>
                  <a:cxn ang="0">
                    <a:pos x="T6" y="T7"/>
                  </a:cxn>
                  <a:cxn ang="0">
                    <a:pos x="T8" y="T9"/>
                  </a:cxn>
                </a:cxnLst>
                <a:rect l="0" t="0" r="r" b="b"/>
                <a:pathLst>
                  <a:path w="21" h="33">
                    <a:moveTo>
                      <a:pt x="17" y="0"/>
                    </a:moveTo>
                    <a:lnTo>
                      <a:pt x="0" y="21"/>
                    </a:lnTo>
                    <a:lnTo>
                      <a:pt x="5" y="33"/>
                    </a:lnTo>
                    <a:lnTo>
                      <a:pt x="21" y="16"/>
                    </a:lnTo>
                    <a:lnTo>
                      <a:pt x="1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118"/>
              <p:cNvSpPr>
                <a:spLocks/>
              </p:cNvSpPr>
              <p:nvPr/>
            </p:nvSpPr>
            <p:spPr bwMode="auto">
              <a:xfrm>
                <a:off x="4614863" y="1765301"/>
                <a:ext cx="33338" cy="52388"/>
              </a:xfrm>
              <a:custGeom>
                <a:avLst/>
                <a:gdLst>
                  <a:gd name="T0" fmla="*/ 17 w 21"/>
                  <a:gd name="T1" fmla="*/ 0 h 33"/>
                  <a:gd name="T2" fmla="*/ 0 w 21"/>
                  <a:gd name="T3" fmla="*/ 21 h 33"/>
                  <a:gd name="T4" fmla="*/ 5 w 21"/>
                  <a:gd name="T5" fmla="*/ 33 h 33"/>
                  <a:gd name="T6" fmla="*/ 21 w 21"/>
                  <a:gd name="T7" fmla="*/ 16 h 33"/>
                  <a:gd name="T8" fmla="*/ 17 w 21"/>
                  <a:gd name="T9" fmla="*/ 0 h 33"/>
                </a:gdLst>
                <a:ahLst/>
                <a:cxnLst>
                  <a:cxn ang="0">
                    <a:pos x="T0" y="T1"/>
                  </a:cxn>
                  <a:cxn ang="0">
                    <a:pos x="T2" y="T3"/>
                  </a:cxn>
                  <a:cxn ang="0">
                    <a:pos x="T4" y="T5"/>
                  </a:cxn>
                  <a:cxn ang="0">
                    <a:pos x="T6" y="T7"/>
                  </a:cxn>
                  <a:cxn ang="0">
                    <a:pos x="T8" y="T9"/>
                  </a:cxn>
                </a:cxnLst>
                <a:rect l="0" t="0" r="r" b="b"/>
                <a:pathLst>
                  <a:path w="21" h="33">
                    <a:moveTo>
                      <a:pt x="17" y="0"/>
                    </a:moveTo>
                    <a:lnTo>
                      <a:pt x="0" y="21"/>
                    </a:lnTo>
                    <a:lnTo>
                      <a:pt x="5" y="33"/>
                    </a:lnTo>
                    <a:lnTo>
                      <a:pt x="21" y="16"/>
                    </a:lnTo>
                    <a:lnTo>
                      <a:pt x="17"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119"/>
              <p:cNvSpPr>
                <a:spLocks/>
              </p:cNvSpPr>
              <p:nvPr/>
            </p:nvSpPr>
            <p:spPr bwMode="auto">
              <a:xfrm>
                <a:off x="4919663" y="2324101"/>
                <a:ext cx="222250" cy="225425"/>
              </a:xfrm>
              <a:custGeom>
                <a:avLst/>
                <a:gdLst>
                  <a:gd name="T0" fmla="*/ 46 w 59"/>
                  <a:gd name="T1" fmla="*/ 0 h 60"/>
                  <a:gd name="T2" fmla="*/ 26 w 59"/>
                  <a:gd name="T3" fmla="*/ 13 h 60"/>
                  <a:gd name="T4" fmla="*/ 13 w 59"/>
                  <a:gd name="T5" fmla="*/ 27 h 60"/>
                  <a:gd name="T6" fmla="*/ 0 w 59"/>
                  <a:gd name="T7" fmla="*/ 37 h 60"/>
                  <a:gd name="T8" fmla="*/ 0 w 59"/>
                  <a:gd name="T9" fmla="*/ 46 h 60"/>
                  <a:gd name="T10" fmla="*/ 32 w 59"/>
                  <a:gd name="T11" fmla="*/ 45 h 60"/>
                  <a:gd name="T12" fmla="*/ 31 w 59"/>
                  <a:gd name="T13" fmla="*/ 54 h 60"/>
                  <a:gd name="T14" fmla="*/ 44 w 59"/>
                  <a:gd name="T15" fmla="*/ 49 h 60"/>
                  <a:gd name="T16" fmla="*/ 47 w 59"/>
                  <a:gd name="T17" fmla="*/ 60 h 60"/>
                  <a:gd name="T18" fmla="*/ 58 w 59"/>
                  <a:gd name="T19" fmla="*/ 53 h 60"/>
                  <a:gd name="T20" fmla="*/ 59 w 59"/>
                  <a:gd name="T21" fmla="*/ 39 h 60"/>
                  <a:gd name="T22" fmla="*/ 52 w 59"/>
                  <a:gd name="T23" fmla="*/ 33 h 60"/>
                  <a:gd name="T24" fmla="*/ 53 w 59"/>
                  <a:gd name="T25" fmla="*/ 27 h 60"/>
                  <a:gd name="T26" fmla="*/ 40 w 59"/>
                  <a:gd name="T27" fmla="*/ 22 h 60"/>
                  <a:gd name="T28" fmla="*/ 46 w 59"/>
                  <a:gd name="T29"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9" h="60">
                    <a:moveTo>
                      <a:pt x="46" y="0"/>
                    </a:moveTo>
                    <a:cubicBezTo>
                      <a:pt x="26" y="13"/>
                      <a:pt x="26" y="13"/>
                      <a:pt x="26" y="13"/>
                    </a:cubicBezTo>
                    <a:cubicBezTo>
                      <a:pt x="13" y="27"/>
                      <a:pt x="13" y="27"/>
                      <a:pt x="13" y="27"/>
                    </a:cubicBezTo>
                    <a:cubicBezTo>
                      <a:pt x="0" y="37"/>
                      <a:pt x="0" y="37"/>
                      <a:pt x="0" y="37"/>
                    </a:cubicBezTo>
                    <a:cubicBezTo>
                      <a:pt x="0" y="46"/>
                      <a:pt x="0" y="46"/>
                      <a:pt x="0" y="46"/>
                    </a:cubicBezTo>
                    <a:cubicBezTo>
                      <a:pt x="32" y="45"/>
                      <a:pt x="32" y="45"/>
                      <a:pt x="32" y="45"/>
                    </a:cubicBezTo>
                    <a:cubicBezTo>
                      <a:pt x="32" y="48"/>
                      <a:pt x="31" y="51"/>
                      <a:pt x="31" y="54"/>
                    </a:cubicBezTo>
                    <a:cubicBezTo>
                      <a:pt x="44" y="49"/>
                      <a:pt x="44" y="49"/>
                      <a:pt x="44" y="49"/>
                    </a:cubicBezTo>
                    <a:cubicBezTo>
                      <a:pt x="47" y="60"/>
                      <a:pt x="47" y="60"/>
                      <a:pt x="47" y="60"/>
                    </a:cubicBezTo>
                    <a:cubicBezTo>
                      <a:pt x="58" y="53"/>
                      <a:pt x="58" y="53"/>
                      <a:pt x="58" y="53"/>
                    </a:cubicBezTo>
                    <a:cubicBezTo>
                      <a:pt x="59" y="39"/>
                      <a:pt x="59" y="39"/>
                      <a:pt x="59" y="39"/>
                    </a:cubicBezTo>
                    <a:cubicBezTo>
                      <a:pt x="52" y="33"/>
                      <a:pt x="52" y="33"/>
                      <a:pt x="52" y="33"/>
                    </a:cubicBezTo>
                    <a:cubicBezTo>
                      <a:pt x="52" y="31"/>
                      <a:pt x="52" y="29"/>
                      <a:pt x="53" y="27"/>
                    </a:cubicBezTo>
                    <a:cubicBezTo>
                      <a:pt x="49" y="25"/>
                      <a:pt x="44" y="23"/>
                      <a:pt x="40" y="22"/>
                    </a:cubicBezTo>
                    <a:cubicBezTo>
                      <a:pt x="38" y="10"/>
                      <a:pt x="44" y="3"/>
                      <a:pt x="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120"/>
              <p:cNvSpPr>
                <a:spLocks/>
              </p:cNvSpPr>
              <p:nvPr/>
            </p:nvSpPr>
            <p:spPr bwMode="auto">
              <a:xfrm>
                <a:off x="3957638" y="3452813"/>
                <a:ext cx="307975" cy="165100"/>
              </a:xfrm>
              <a:custGeom>
                <a:avLst/>
                <a:gdLst>
                  <a:gd name="T0" fmla="*/ 30 w 82"/>
                  <a:gd name="T1" fmla="*/ 0 h 44"/>
                  <a:gd name="T2" fmla="*/ 0 w 82"/>
                  <a:gd name="T3" fmla="*/ 11 h 44"/>
                  <a:gd name="T4" fmla="*/ 18 w 82"/>
                  <a:gd name="T5" fmla="*/ 7 h 44"/>
                  <a:gd name="T6" fmla="*/ 25 w 82"/>
                  <a:gd name="T7" fmla="*/ 15 h 44"/>
                  <a:gd name="T8" fmla="*/ 36 w 82"/>
                  <a:gd name="T9" fmla="*/ 15 h 44"/>
                  <a:gd name="T10" fmla="*/ 46 w 82"/>
                  <a:gd name="T11" fmla="*/ 29 h 44"/>
                  <a:gd name="T12" fmla="*/ 57 w 82"/>
                  <a:gd name="T13" fmla="*/ 31 h 44"/>
                  <a:gd name="T14" fmla="*/ 57 w 82"/>
                  <a:gd name="T15" fmla="*/ 41 h 44"/>
                  <a:gd name="T16" fmla="*/ 65 w 82"/>
                  <a:gd name="T17" fmla="*/ 40 h 44"/>
                  <a:gd name="T18" fmla="*/ 74 w 82"/>
                  <a:gd name="T19" fmla="*/ 44 h 44"/>
                  <a:gd name="T20" fmla="*/ 82 w 82"/>
                  <a:gd name="T21" fmla="*/ 35 h 44"/>
                  <a:gd name="T22" fmla="*/ 56 w 82"/>
                  <a:gd name="T23" fmla="*/ 15 h 44"/>
                  <a:gd name="T24" fmla="*/ 30 w 82"/>
                  <a:gd name="T25"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2" h="44">
                    <a:moveTo>
                      <a:pt x="30" y="0"/>
                    </a:moveTo>
                    <a:cubicBezTo>
                      <a:pt x="6" y="0"/>
                      <a:pt x="3" y="0"/>
                      <a:pt x="0" y="11"/>
                    </a:cubicBezTo>
                    <a:cubicBezTo>
                      <a:pt x="18" y="7"/>
                      <a:pt x="18" y="7"/>
                      <a:pt x="18" y="7"/>
                    </a:cubicBezTo>
                    <a:cubicBezTo>
                      <a:pt x="25" y="15"/>
                      <a:pt x="25" y="15"/>
                      <a:pt x="25" y="15"/>
                    </a:cubicBezTo>
                    <a:cubicBezTo>
                      <a:pt x="36" y="15"/>
                      <a:pt x="36" y="15"/>
                      <a:pt x="36" y="15"/>
                    </a:cubicBezTo>
                    <a:cubicBezTo>
                      <a:pt x="46" y="29"/>
                      <a:pt x="46" y="29"/>
                      <a:pt x="46" y="29"/>
                    </a:cubicBezTo>
                    <a:cubicBezTo>
                      <a:pt x="50" y="30"/>
                      <a:pt x="53" y="30"/>
                      <a:pt x="57" y="31"/>
                    </a:cubicBezTo>
                    <a:cubicBezTo>
                      <a:pt x="57" y="34"/>
                      <a:pt x="57" y="38"/>
                      <a:pt x="57" y="41"/>
                    </a:cubicBezTo>
                    <a:cubicBezTo>
                      <a:pt x="61" y="40"/>
                      <a:pt x="63" y="40"/>
                      <a:pt x="65" y="40"/>
                    </a:cubicBezTo>
                    <a:cubicBezTo>
                      <a:pt x="69" y="40"/>
                      <a:pt x="71" y="41"/>
                      <a:pt x="74" y="44"/>
                    </a:cubicBezTo>
                    <a:cubicBezTo>
                      <a:pt x="76" y="42"/>
                      <a:pt x="79" y="38"/>
                      <a:pt x="82" y="35"/>
                    </a:cubicBezTo>
                    <a:cubicBezTo>
                      <a:pt x="73" y="29"/>
                      <a:pt x="65" y="21"/>
                      <a:pt x="56" y="15"/>
                    </a:cubicBezTo>
                    <a:cubicBezTo>
                      <a:pt x="53" y="13"/>
                      <a:pt x="48" y="1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121"/>
              <p:cNvSpPr>
                <a:spLocks/>
              </p:cNvSpPr>
              <p:nvPr/>
            </p:nvSpPr>
            <p:spPr bwMode="auto">
              <a:xfrm>
                <a:off x="4257676" y="3606801"/>
                <a:ext cx="200025" cy="120650"/>
              </a:xfrm>
              <a:custGeom>
                <a:avLst/>
                <a:gdLst>
                  <a:gd name="T0" fmla="*/ 11 w 53"/>
                  <a:gd name="T1" fmla="*/ 0 h 32"/>
                  <a:gd name="T2" fmla="*/ 14 w 53"/>
                  <a:gd name="T3" fmla="*/ 14 h 32"/>
                  <a:gd name="T4" fmla="*/ 0 w 53"/>
                  <a:gd name="T5" fmla="*/ 13 h 32"/>
                  <a:gd name="T6" fmla="*/ 20 w 53"/>
                  <a:gd name="T7" fmla="*/ 25 h 32"/>
                  <a:gd name="T8" fmla="*/ 24 w 53"/>
                  <a:gd name="T9" fmla="*/ 32 h 32"/>
                  <a:gd name="T10" fmla="*/ 31 w 53"/>
                  <a:gd name="T11" fmla="*/ 23 h 32"/>
                  <a:gd name="T12" fmla="*/ 43 w 53"/>
                  <a:gd name="T13" fmla="*/ 22 h 32"/>
                  <a:gd name="T14" fmla="*/ 53 w 53"/>
                  <a:gd name="T15" fmla="*/ 20 h 32"/>
                  <a:gd name="T16" fmla="*/ 49 w 53"/>
                  <a:gd name="T17" fmla="*/ 11 h 32"/>
                  <a:gd name="T18" fmla="*/ 11 w 53"/>
                  <a:gd name="T19"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32">
                    <a:moveTo>
                      <a:pt x="11" y="0"/>
                    </a:moveTo>
                    <a:cubicBezTo>
                      <a:pt x="14" y="14"/>
                      <a:pt x="14" y="14"/>
                      <a:pt x="14" y="14"/>
                    </a:cubicBezTo>
                    <a:cubicBezTo>
                      <a:pt x="9" y="14"/>
                      <a:pt x="5" y="13"/>
                      <a:pt x="0" y="13"/>
                    </a:cubicBezTo>
                    <a:cubicBezTo>
                      <a:pt x="0" y="15"/>
                      <a:pt x="0" y="24"/>
                      <a:pt x="20" y="25"/>
                    </a:cubicBezTo>
                    <a:cubicBezTo>
                      <a:pt x="24" y="32"/>
                      <a:pt x="24" y="32"/>
                      <a:pt x="24" y="32"/>
                    </a:cubicBezTo>
                    <a:cubicBezTo>
                      <a:pt x="31" y="23"/>
                      <a:pt x="31" y="23"/>
                      <a:pt x="31" y="23"/>
                    </a:cubicBezTo>
                    <a:cubicBezTo>
                      <a:pt x="43" y="22"/>
                      <a:pt x="43" y="22"/>
                      <a:pt x="43" y="22"/>
                    </a:cubicBezTo>
                    <a:cubicBezTo>
                      <a:pt x="53" y="20"/>
                      <a:pt x="53" y="20"/>
                      <a:pt x="53" y="20"/>
                    </a:cubicBezTo>
                    <a:cubicBezTo>
                      <a:pt x="52" y="17"/>
                      <a:pt x="50" y="13"/>
                      <a:pt x="49" y="11"/>
                    </a:cubicBezTo>
                    <a:cubicBezTo>
                      <a:pt x="36" y="7"/>
                      <a:pt x="24" y="3"/>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122"/>
              <p:cNvSpPr>
                <a:spLocks/>
              </p:cNvSpPr>
              <p:nvPr/>
            </p:nvSpPr>
            <p:spPr bwMode="auto">
              <a:xfrm>
                <a:off x="4122738" y="3648076"/>
                <a:ext cx="82550" cy="63500"/>
              </a:xfrm>
              <a:custGeom>
                <a:avLst/>
                <a:gdLst>
                  <a:gd name="T0" fmla="*/ 19 w 52"/>
                  <a:gd name="T1" fmla="*/ 0 h 40"/>
                  <a:gd name="T2" fmla="*/ 0 w 52"/>
                  <a:gd name="T3" fmla="*/ 7 h 40"/>
                  <a:gd name="T4" fmla="*/ 21 w 52"/>
                  <a:gd name="T5" fmla="*/ 40 h 40"/>
                  <a:gd name="T6" fmla="*/ 52 w 52"/>
                  <a:gd name="T7" fmla="*/ 35 h 40"/>
                  <a:gd name="T8" fmla="*/ 40 w 52"/>
                  <a:gd name="T9" fmla="*/ 7 h 40"/>
                  <a:gd name="T10" fmla="*/ 19 w 52"/>
                  <a:gd name="T11" fmla="*/ 0 h 40"/>
                </a:gdLst>
                <a:ahLst/>
                <a:cxnLst>
                  <a:cxn ang="0">
                    <a:pos x="T0" y="T1"/>
                  </a:cxn>
                  <a:cxn ang="0">
                    <a:pos x="T2" y="T3"/>
                  </a:cxn>
                  <a:cxn ang="0">
                    <a:pos x="T4" y="T5"/>
                  </a:cxn>
                  <a:cxn ang="0">
                    <a:pos x="T6" y="T7"/>
                  </a:cxn>
                  <a:cxn ang="0">
                    <a:pos x="T8" y="T9"/>
                  </a:cxn>
                  <a:cxn ang="0">
                    <a:pos x="T10" y="T11"/>
                  </a:cxn>
                </a:cxnLst>
                <a:rect l="0" t="0" r="r" b="b"/>
                <a:pathLst>
                  <a:path w="52" h="40">
                    <a:moveTo>
                      <a:pt x="19" y="0"/>
                    </a:moveTo>
                    <a:lnTo>
                      <a:pt x="0" y="7"/>
                    </a:lnTo>
                    <a:lnTo>
                      <a:pt x="21" y="40"/>
                    </a:lnTo>
                    <a:lnTo>
                      <a:pt x="52" y="35"/>
                    </a:lnTo>
                    <a:lnTo>
                      <a:pt x="40" y="7"/>
                    </a:lnTo>
                    <a:lnTo>
                      <a:pt x="1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123"/>
              <p:cNvSpPr>
                <a:spLocks/>
              </p:cNvSpPr>
              <p:nvPr/>
            </p:nvSpPr>
            <p:spPr bwMode="auto">
              <a:xfrm>
                <a:off x="4122738" y="3648076"/>
                <a:ext cx="82550" cy="63500"/>
              </a:xfrm>
              <a:custGeom>
                <a:avLst/>
                <a:gdLst>
                  <a:gd name="T0" fmla="*/ 19 w 52"/>
                  <a:gd name="T1" fmla="*/ 0 h 40"/>
                  <a:gd name="T2" fmla="*/ 0 w 52"/>
                  <a:gd name="T3" fmla="*/ 7 h 40"/>
                  <a:gd name="T4" fmla="*/ 21 w 52"/>
                  <a:gd name="T5" fmla="*/ 40 h 40"/>
                  <a:gd name="T6" fmla="*/ 52 w 52"/>
                  <a:gd name="T7" fmla="*/ 35 h 40"/>
                  <a:gd name="T8" fmla="*/ 40 w 52"/>
                  <a:gd name="T9" fmla="*/ 7 h 40"/>
                  <a:gd name="T10" fmla="*/ 19 w 52"/>
                  <a:gd name="T11" fmla="*/ 0 h 40"/>
                </a:gdLst>
                <a:ahLst/>
                <a:cxnLst>
                  <a:cxn ang="0">
                    <a:pos x="T0" y="T1"/>
                  </a:cxn>
                  <a:cxn ang="0">
                    <a:pos x="T2" y="T3"/>
                  </a:cxn>
                  <a:cxn ang="0">
                    <a:pos x="T4" y="T5"/>
                  </a:cxn>
                  <a:cxn ang="0">
                    <a:pos x="T6" y="T7"/>
                  </a:cxn>
                  <a:cxn ang="0">
                    <a:pos x="T8" y="T9"/>
                  </a:cxn>
                  <a:cxn ang="0">
                    <a:pos x="T10" y="T11"/>
                  </a:cxn>
                </a:cxnLst>
                <a:rect l="0" t="0" r="r" b="b"/>
                <a:pathLst>
                  <a:path w="52" h="40">
                    <a:moveTo>
                      <a:pt x="19" y="0"/>
                    </a:moveTo>
                    <a:lnTo>
                      <a:pt x="0" y="7"/>
                    </a:lnTo>
                    <a:lnTo>
                      <a:pt x="21" y="40"/>
                    </a:lnTo>
                    <a:lnTo>
                      <a:pt x="52" y="35"/>
                    </a:lnTo>
                    <a:lnTo>
                      <a:pt x="40" y="7"/>
                    </a:lnTo>
                    <a:lnTo>
                      <a:pt x="1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124"/>
              <p:cNvSpPr>
                <a:spLocks/>
              </p:cNvSpPr>
              <p:nvPr/>
            </p:nvSpPr>
            <p:spPr bwMode="auto">
              <a:xfrm>
                <a:off x="4494213" y="3678238"/>
                <a:ext cx="65088" cy="52388"/>
              </a:xfrm>
              <a:custGeom>
                <a:avLst/>
                <a:gdLst>
                  <a:gd name="T0" fmla="*/ 5 w 41"/>
                  <a:gd name="T1" fmla="*/ 0 h 33"/>
                  <a:gd name="T2" fmla="*/ 0 w 41"/>
                  <a:gd name="T3" fmla="*/ 28 h 33"/>
                  <a:gd name="T4" fmla="*/ 26 w 41"/>
                  <a:gd name="T5" fmla="*/ 33 h 33"/>
                  <a:gd name="T6" fmla="*/ 41 w 41"/>
                  <a:gd name="T7" fmla="*/ 19 h 33"/>
                  <a:gd name="T8" fmla="*/ 5 w 41"/>
                  <a:gd name="T9" fmla="*/ 0 h 33"/>
                </a:gdLst>
                <a:ahLst/>
                <a:cxnLst>
                  <a:cxn ang="0">
                    <a:pos x="T0" y="T1"/>
                  </a:cxn>
                  <a:cxn ang="0">
                    <a:pos x="T2" y="T3"/>
                  </a:cxn>
                  <a:cxn ang="0">
                    <a:pos x="T4" y="T5"/>
                  </a:cxn>
                  <a:cxn ang="0">
                    <a:pos x="T6" y="T7"/>
                  </a:cxn>
                  <a:cxn ang="0">
                    <a:pos x="T8" y="T9"/>
                  </a:cxn>
                </a:cxnLst>
                <a:rect l="0" t="0" r="r" b="b"/>
                <a:pathLst>
                  <a:path w="41" h="33">
                    <a:moveTo>
                      <a:pt x="5" y="0"/>
                    </a:moveTo>
                    <a:lnTo>
                      <a:pt x="0" y="28"/>
                    </a:lnTo>
                    <a:lnTo>
                      <a:pt x="26" y="33"/>
                    </a:lnTo>
                    <a:lnTo>
                      <a:pt x="41" y="19"/>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125"/>
              <p:cNvSpPr>
                <a:spLocks/>
              </p:cNvSpPr>
              <p:nvPr/>
            </p:nvSpPr>
            <p:spPr bwMode="auto">
              <a:xfrm>
                <a:off x="4494213" y="3678238"/>
                <a:ext cx="65088" cy="52388"/>
              </a:xfrm>
              <a:custGeom>
                <a:avLst/>
                <a:gdLst>
                  <a:gd name="T0" fmla="*/ 5 w 41"/>
                  <a:gd name="T1" fmla="*/ 0 h 33"/>
                  <a:gd name="T2" fmla="*/ 0 w 41"/>
                  <a:gd name="T3" fmla="*/ 28 h 33"/>
                  <a:gd name="T4" fmla="*/ 26 w 41"/>
                  <a:gd name="T5" fmla="*/ 33 h 33"/>
                  <a:gd name="T6" fmla="*/ 41 w 41"/>
                  <a:gd name="T7" fmla="*/ 19 h 33"/>
                  <a:gd name="T8" fmla="*/ 5 w 41"/>
                  <a:gd name="T9" fmla="*/ 0 h 33"/>
                </a:gdLst>
                <a:ahLst/>
                <a:cxnLst>
                  <a:cxn ang="0">
                    <a:pos x="T0" y="T1"/>
                  </a:cxn>
                  <a:cxn ang="0">
                    <a:pos x="T2" y="T3"/>
                  </a:cxn>
                  <a:cxn ang="0">
                    <a:pos x="T4" y="T5"/>
                  </a:cxn>
                  <a:cxn ang="0">
                    <a:pos x="T6" y="T7"/>
                  </a:cxn>
                  <a:cxn ang="0">
                    <a:pos x="T8" y="T9"/>
                  </a:cxn>
                </a:cxnLst>
                <a:rect l="0" t="0" r="r" b="b"/>
                <a:pathLst>
                  <a:path w="41" h="33">
                    <a:moveTo>
                      <a:pt x="5" y="0"/>
                    </a:moveTo>
                    <a:lnTo>
                      <a:pt x="0" y="28"/>
                    </a:lnTo>
                    <a:lnTo>
                      <a:pt x="26" y="33"/>
                    </a:lnTo>
                    <a:lnTo>
                      <a:pt x="41" y="19"/>
                    </a:lnTo>
                    <a:lnTo>
                      <a:pt x="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126"/>
              <p:cNvSpPr>
                <a:spLocks/>
              </p:cNvSpPr>
              <p:nvPr/>
            </p:nvSpPr>
            <p:spPr bwMode="auto">
              <a:xfrm>
                <a:off x="4149726" y="3381376"/>
                <a:ext cx="44450" cy="71438"/>
              </a:xfrm>
              <a:custGeom>
                <a:avLst/>
                <a:gdLst>
                  <a:gd name="T0" fmla="*/ 7 w 28"/>
                  <a:gd name="T1" fmla="*/ 0 h 45"/>
                  <a:gd name="T2" fmla="*/ 0 w 28"/>
                  <a:gd name="T3" fmla="*/ 28 h 45"/>
                  <a:gd name="T4" fmla="*/ 19 w 28"/>
                  <a:gd name="T5" fmla="*/ 45 h 45"/>
                  <a:gd name="T6" fmla="*/ 28 w 28"/>
                  <a:gd name="T7" fmla="*/ 23 h 45"/>
                  <a:gd name="T8" fmla="*/ 7 w 28"/>
                  <a:gd name="T9" fmla="*/ 0 h 45"/>
                </a:gdLst>
                <a:ahLst/>
                <a:cxnLst>
                  <a:cxn ang="0">
                    <a:pos x="T0" y="T1"/>
                  </a:cxn>
                  <a:cxn ang="0">
                    <a:pos x="T2" y="T3"/>
                  </a:cxn>
                  <a:cxn ang="0">
                    <a:pos x="T4" y="T5"/>
                  </a:cxn>
                  <a:cxn ang="0">
                    <a:pos x="T6" y="T7"/>
                  </a:cxn>
                  <a:cxn ang="0">
                    <a:pos x="T8" y="T9"/>
                  </a:cxn>
                </a:cxnLst>
                <a:rect l="0" t="0" r="r" b="b"/>
                <a:pathLst>
                  <a:path w="28" h="45">
                    <a:moveTo>
                      <a:pt x="7" y="0"/>
                    </a:moveTo>
                    <a:lnTo>
                      <a:pt x="0" y="28"/>
                    </a:lnTo>
                    <a:lnTo>
                      <a:pt x="19" y="45"/>
                    </a:lnTo>
                    <a:lnTo>
                      <a:pt x="28" y="23"/>
                    </a:lnTo>
                    <a:lnTo>
                      <a:pt x="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127"/>
              <p:cNvSpPr>
                <a:spLocks/>
              </p:cNvSpPr>
              <p:nvPr/>
            </p:nvSpPr>
            <p:spPr bwMode="auto">
              <a:xfrm>
                <a:off x="4149726" y="3381376"/>
                <a:ext cx="44450" cy="71438"/>
              </a:xfrm>
              <a:custGeom>
                <a:avLst/>
                <a:gdLst>
                  <a:gd name="T0" fmla="*/ 7 w 28"/>
                  <a:gd name="T1" fmla="*/ 0 h 45"/>
                  <a:gd name="T2" fmla="*/ 0 w 28"/>
                  <a:gd name="T3" fmla="*/ 28 h 45"/>
                  <a:gd name="T4" fmla="*/ 19 w 28"/>
                  <a:gd name="T5" fmla="*/ 45 h 45"/>
                  <a:gd name="T6" fmla="*/ 28 w 28"/>
                  <a:gd name="T7" fmla="*/ 23 h 45"/>
                  <a:gd name="T8" fmla="*/ 7 w 28"/>
                  <a:gd name="T9" fmla="*/ 0 h 45"/>
                </a:gdLst>
                <a:ahLst/>
                <a:cxnLst>
                  <a:cxn ang="0">
                    <a:pos x="T0" y="T1"/>
                  </a:cxn>
                  <a:cxn ang="0">
                    <a:pos x="T2" y="T3"/>
                  </a:cxn>
                  <a:cxn ang="0">
                    <a:pos x="T4" y="T5"/>
                  </a:cxn>
                  <a:cxn ang="0">
                    <a:pos x="T6" y="T7"/>
                  </a:cxn>
                  <a:cxn ang="0">
                    <a:pos x="T8" y="T9"/>
                  </a:cxn>
                </a:cxnLst>
                <a:rect l="0" t="0" r="r" b="b"/>
                <a:pathLst>
                  <a:path w="28" h="45">
                    <a:moveTo>
                      <a:pt x="7" y="0"/>
                    </a:moveTo>
                    <a:lnTo>
                      <a:pt x="0" y="28"/>
                    </a:lnTo>
                    <a:lnTo>
                      <a:pt x="19" y="45"/>
                    </a:lnTo>
                    <a:lnTo>
                      <a:pt x="28" y="23"/>
                    </a:lnTo>
                    <a:lnTo>
                      <a:pt x="7"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128"/>
              <p:cNvSpPr>
                <a:spLocks/>
              </p:cNvSpPr>
              <p:nvPr/>
            </p:nvSpPr>
            <p:spPr bwMode="auto">
              <a:xfrm>
                <a:off x="4606926" y="3117851"/>
                <a:ext cx="49213" cy="41275"/>
              </a:xfrm>
              <a:custGeom>
                <a:avLst/>
                <a:gdLst>
                  <a:gd name="T0" fmla="*/ 10 w 31"/>
                  <a:gd name="T1" fmla="*/ 0 h 26"/>
                  <a:gd name="T2" fmla="*/ 0 w 31"/>
                  <a:gd name="T3" fmla="*/ 26 h 26"/>
                  <a:gd name="T4" fmla="*/ 31 w 31"/>
                  <a:gd name="T5" fmla="*/ 24 h 26"/>
                  <a:gd name="T6" fmla="*/ 31 w 31"/>
                  <a:gd name="T7" fmla="*/ 7 h 26"/>
                  <a:gd name="T8" fmla="*/ 10 w 31"/>
                  <a:gd name="T9" fmla="*/ 0 h 26"/>
                </a:gdLst>
                <a:ahLst/>
                <a:cxnLst>
                  <a:cxn ang="0">
                    <a:pos x="T0" y="T1"/>
                  </a:cxn>
                  <a:cxn ang="0">
                    <a:pos x="T2" y="T3"/>
                  </a:cxn>
                  <a:cxn ang="0">
                    <a:pos x="T4" y="T5"/>
                  </a:cxn>
                  <a:cxn ang="0">
                    <a:pos x="T6" y="T7"/>
                  </a:cxn>
                  <a:cxn ang="0">
                    <a:pos x="T8" y="T9"/>
                  </a:cxn>
                </a:cxnLst>
                <a:rect l="0" t="0" r="r" b="b"/>
                <a:pathLst>
                  <a:path w="31" h="26">
                    <a:moveTo>
                      <a:pt x="10" y="0"/>
                    </a:moveTo>
                    <a:lnTo>
                      <a:pt x="0" y="26"/>
                    </a:lnTo>
                    <a:lnTo>
                      <a:pt x="31" y="24"/>
                    </a:lnTo>
                    <a:lnTo>
                      <a:pt x="31" y="7"/>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129"/>
              <p:cNvSpPr>
                <a:spLocks/>
              </p:cNvSpPr>
              <p:nvPr/>
            </p:nvSpPr>
            <p:spPr bwMode="auto">
              <a:xfrm>
                <a:off x="4606926" y="3117851"/>
                <a:ext cx="49213" cy="41275"/>
              </a:xfrm>
              <a:custGeom>
                <a:avLst/>
                <a:gdLst>
                  <a:gd name="T0" fmla="*/ 10 w 31"/>
                  <a:gd name="T1" fmla="*/ 0 h 26"/>
                  <a:gd name="T2" fmla="*/ 0 w 31"/>
                  <a:gd name="T3" fmla="*/ 26 h 26"/>
                  <a:gd name="T4" fmla="*/ 31 w 31"/>
                  <a:gd name="T5" fmla="*/ 24 h 26"/>
                  <a:gd name="T6" fmla="*/ 31 w 31"/>
                  <a:gd name="T7" fmla="*/ 7 h 26"/>
                  <a:gd name="T8" fmla="*/ 10 w 31"/>
                  <a:gd name="T9" fmla="*/ 0 h 26"/>
                </a:gdLst>
                <a:ahLst/>
                <a:cxnLst>
                  <a:cxn ang="0">
                    <a:pos x="T0" y="T1"/>
                  </a:cxn>
                  <a:cxn ang="0">
                    <a:pos x="T2" y="T3"/>
                  </a:cxn>
                  <a:cxn ang="0">
                    <a:pos x="T4" y="T5"/>
                  </a:cxn>
                  <a:cxn ang="0">
                    <a:pos x="T6" y="T7"/>
                  </a:cxn>
                  <a:cxn ang="0">
                    <a:pos x="T8" y="T9"/>
                  </a:cxn>
                </a:cxnLst>
                <a:rect l="0" t="0" r="r" b="b"/>
                <a:pathLst>
                  <a:path w="31" h="26">
                    <a:moveTo>
                      <a:pt x="10" y="0"/>
                    </a:moveTo>
                    <a:lnTo>
                      <a:pt x="0" y="26"/>
                    </a:lnTo>
                    <a:lnTo>
                      <a:pt x="31" y="24"/>
                    </a:lnTo>
                    <a:lnTo>
                      <a:pt x="31" y="7"/>
                    </a:lnTo>
                    <a:lnTo>
                      <a:pt x="1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130"/>
              <p:cNvSpPr>
                <a:spLocks/>
              </p:cNvSpPr>
              <p:nvPr/>
            </p:nvSpPr>
            <p:spPr bwMode="auto">
              <a:xfrm>
                <a:off x="5141913" y="6105526"/>
                <a:ext cx="41275" cy="41275"/>
              </a:xfrm>
              <a:custGeom>
                <a:avLst/>
                <a:gdLst>
                  <a:gd name="T0" fmla="*/ 4 w 11"/>
                  <a:gd name="T1" fmla="*/ 0 h 11"/>
                  <a:gd name="T2" fmla="*/ 0 w 11"/>
                  <a:gd name="T3" fmla="*/ 8 h 11"/>
                  <a:gd name="T4" fmla="*/ 11 w 11"/>
                  <a:gd name="T5" fmla="*/ 11 h 11"/>
                  <a:gd name="T6" fmla="*/ 11 w 11"/>
                  <a:gd name="T7" fmla="*/ 6 h 11"/>
                  <a:gd name="T8" fmla="*/ 4 w 11"/>
                  <a:gd name="T9" fmla="*/ 0 h 11"/>
                </a:gdLst>
                <a:ahLst/>
                <a:cxnLst>
                  <a:cxn ang="0">
                    <a:pos x="T0" y="T1"/>
                  </a:cxn>
                  <a:cxn ang="0">
                    <a:pos x="T2" y="T3"/>
                  </a:cxn>
                  <a:cxn ang="0">
                    <a:pos x="T4" y="T5"/>
                  </a:cxn>
                  <a:cxn ang="0">
                    <a:pos x="T6" y="T7"/>
                  </a:cxn>
                  <a:cxn ang="0">
                    <a:pos x="T8" y="T9"/>
                  </a:cxn>
                </a:cxnLst>
                <a:rect l="0" t="0" r="r" b="b"/>
                <a:pathLst>
                  <a:path w="11" h="11">
                    <a:moveTo>
                      <a:pt x="4" y="0"/>
                    </a:moveTo>
                    <a:cubicBezTo>
                      <a:pt x="2" y="3"/>
                      <a:pt x="0" y="7"/>
                      <a:pt x="0" y="8"/>
                    </a:cubicBezTo>
                    <a:cubicBezTo>
                      <a:pt x="11" y="11"/>
                      <a:pt x="11" y="11"/>
                      <a:pt x="11" y="11"/>
                    </a:cubicBezTo>
                    <a:cubicBezTo>
                      <a:pt x="11" y="6"/>
                      <a:pt x="11" y="6"/>
                      <a:pt x="11" y="6"/>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131"/>
              <p:cNvSpPr>
                <a:spLocks/>
              </p:cNvSpPr>
              <p:nvPr/>
            </p:nvSpPr>
            <p:spPr bwMode="auto">
              <a:xfrm>
                <a:off x="5200651" y="6127751"/>
                <a:ext cx="30163" cy="19050"/>
              </a:xfrm>
              <a:custGeom>
                <a:avLst/>
                <a:gdLst>
                  <a:gd name="T0" fmla="*/ 10 w 19"/>
                  <a:gd name="T1" fmla="*/ 0 h 12"/>
                  <a:gd name="T2" fmla="*/ 0 w 19"/>
                  <a:gd name="T3" fmla="*/ 12 h 12"/>
                  <a:gd name="T4" fmla="*/ 19 w 19"/>
                  <a:gd name="T5" fmla="*/ 10 h 12"/>
                  <a:gd name="T6" fmla="*/ 10 w 19"/>
                  <a:gd name="T7" fmla="*/ 0 h 12"/>
                </a:gdLst>
                <a:ahLst/>
                <a:cxnLst>
                  <a:cxn ang="0">
                    <a:pos x="T0" y="T1"/>
                  </a:cxn>
                  <a:cxn ang="0">
                    <a:pos x="T2" y="T3"/>
                  </a:cxn>
                  <a:cxn ang="0">
                    <a:pos x="T4" y="T5"/>
                  </a:cxn>
                  <a:cxn ang="0">
                    <a:pos x="T6" y="T7"/>
                  </a:cxn>
                </a:cxnLst>
                <a:rect l="0" t="0" r="r" b="b"/>
                <a:pathLst>
                  <a:path w="19" h="12">
                    <a:moveTo>
                      <a:pt x="10" y="0"/>
                    </a:moveTo>
                    <a:lnTo>
                      <a:pt x="0" y="12"/>
                    </a:lnTo>
                    <a:lnTo>
                      <a:pt x="19" y="10"/>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132"/>
              <p:cNvSpPr>
                <a:spLocks/>
              </p:cNvSpPr>
              <p:nvPr/>
            </p:nvSpPr>
            <p:spPr bwMode="auto">
              <a:xfrm>
                <a:off x="5200651" y="6127751"/>
                <a:ext cx="30163" cy="19050"/>
              </a:xfrm>
              <a:custGeom>
                <a:avLst/>
                <a:gdLst>
                  <a:gd name="T0" fmla="*/ 10 w 19"/>
                  <a:gd name="T1" fmla="*/ 0 h 12"/>
                  <a:gd name="T2" fmla="*/ 0 w 19"/>
                  <a:gd name="T3" fmla="*/ 12 h 12"/>
                  <a:gd name="T4" fmla="*/ 19 w 19"/>
                  <a:gd name="T5" fmla="*/ 10 h 12"/>
                  <a:gd name="T6" fmla="*/ 10 w 19"/>
                  <a:gd name="T7" fmla="*/ 0 h 12"/>
                </a:gdLst>
                <a:ahLst/>
                <a:cxnLst>
                  <a:cxn ang="0">
                    <a:pos x="T0" y="T1"/>
                  </a:cxn>
                  <a:cxn ang="0">
                    <a:pos x="T2" y="T3"/>
                  </a:cxn>
                  <a:cxn ang="0">
                    <a:pos x="T4" y="T5"/>
                  </a:cxn>
                  <a:cxn ang="0">
                    <a:pos x="T6" y="T7"/>
                  </a:cxn>
                </a:cxnLst>
                <a:rect l="0" t="0" r="r" b="b"/>
                <a:pathLst>
                  <a:path w="19" h="12">
                    <a:moveTo>
                      <a:pt x="10" y="0"/>
                    </a:moveTo>
                    <a:lnTo>
                      <a:pt x="0" y="12"/>
                    </a:lnTo>
                    <a:lnTo>
                      <a:pt x="19" y="10"/>
                    </a:lnTo>
                    <a:lnTo>
                      <a:pt x="1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133"/>
              <p:cNvSpPr>
                <a:spLocks/>
              </p:cNvSpPr>
              <p:nvPr/>
            </p:nvSpPr>
            <p:spPr bwMode="auto">
              <a:xfrm>
                <a:off x="3597276" y="1933576"/>
                <a:ext cx="52388" cy="87313"/>
              </a:xfrm>
              <a:custGeom>
                <a:avLst/>
                <a:gdLst>
                  <a:gd name="T0" fmla="*/ 14 w 14"/>
                  <a:gd name="T1" fmla="*/ 0 h 23"/>
                  <a:gd name="T2" fmla="*/ 5 w 14"/>
                  <a:gd name="T3" fmla="*/ 12 h 23"/>
                  <a:gd name="T4" fmla="*/ 1 w 14"/>
                  <a:gd name="T5" fmla="*/ 23 h 23"/>
                  <a:gd name="T6" fmla="*/ 4 w 14"/>
                  <a:gd name="T7" fmla="*/ 20 h 23"/>
                  <a:gd name="T8" fmla="*/ 11 w 14"/>
                  <a:gd name="T9" fmla="*/ 8 h 23"/>
                  <a:gd name="T10" fmla="*/ 14 w 14"/>
                  <a:gd name="T11" fmla="*/ 0 h 23"/>
                </a:gdLst>
                <a:ahLst/>
                <a:cxnLst>
                  <a:cxn ang="0">
                    <a:pos x="T0" y="T1"/>
                  </a:cxn>
                  <a:cxn ang="0">
                    <a:pos x="T2" y="T3"/>
                  </a:cxn>
                  <a:cxn ang="0">
                    <a:pos x="T4" y="T5"/>
                  </a:cxn>
                  <a:cxn ang="0">
                    <a:pos x="T6" y="T7"/>
                  </a:cxn>
                  <a:cxn ang="0">
                    <a:pos x="T8" y="T9"/>
                  </a:cxn>
                  <a:cxn ang="0">
                    <a:pos x="T10" y="T11"/>
                  </a:cxn>
                </a:cxnLst>
                <a:rect l="0" t="0" r="r" b="b"/>
                <a:pathLst>
                  <a:path w="14" h="23">
                    <a:moveTo>
                      <a:pt x="14" y="0"/>
                    </a:moveTo>
                    <a:cubicBezTo>
                      <a:pt x="11" y="3"/>
                      <a:pt x="7" y="8"/>
                      <a:pt x="5" y="12"/>
                    </a:cubicBezTo>
                    <a:cubicBezTo>
                      <a:pt x="5" y="12"/>
                      <a:pt x="0" y="21"/>
                      <a:pt x="1" y="23"/>
                    </a:cubicBezTo>
                    <a:cubicBezTo>
                      <a:pt x="1" y="23"/>
                      <a:pt x="2" y="23"/>
                      <a:pt x="4" y="20"/>
                    </a:cubicBezTo>
                    <a:cubicBezTo>
                      <a:pt x="6" y="16"/>
                      <a:pt x="11" y="9"/>
                      <a:pt x="11" y="8"/>
                    </a:cubicBezTo>
                    <a:cubicBezTo>
                      <a:pt x="14" y="0"/>
                      <a:pt x="14"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134"/>
              <p:cNvSpPr>
                <a:spLocks/>
              </p:cNvSpPr>
              <p:nvPr/>
            </p:nvSpPr>
            <p:spPr bwMode="auto">
              <a:xfrm>
                <a:off x="3686176" y="1779588"/>
                <a:ext cx="60325" cy="90488"/>
              </a:xfrm>
              <a:custGeom>
                <a:avLst/>
                <a:gdLst>
                  <a:gd name="T0" fmla="*/ 16 w 16"/>
                  <a:gd name="T1" fmla="*/ 0 h 24"/>
                  <a:gd name="T2" fmla="*/ 0 w 16"/>
                  <a:gd name="T3" fmla="*/ 24 h 24"/>
                  <a:gd name="T4" fmla="*/ 0 w 16"/>
                  <a:gd name="T5" fmla="*/ 23 h 24"/>
                  <a:gd name="T6" fmla="*/ 16 w 16"/>
                  <a:gd name="T7" fmla="*/ 0 h 24"/>
                </a:gdLst>
                <a:ahLst/>
                <a:cxnLst>
                  <a:cxn ang="0">
                    <a:pos x="T0" y="T1"/>
                  </a:cxn>
                  <a:cxn ang="0">
                    <a:pos x="T2" y="T3"/>
                  </a:cxn>
                  <a:cxn ang="0">
                    <a:pos x="T4" y="T5"/>
                  </a:cxn>
                  <a:cxn ang="0">
                    <a:pos x="T6" y="T7"/>
                  </a:cxn>
                </a:cxnLst>
                <a:rect l="0" t="0" r="r" b="b"/>
                <a:pathLst>
                  <a:path w="16" h="24">
                    <a:moveTo>
                      <a:pt x="16" y="0"/>
                    </a:moveTo>
                    <a:cubicBezTo>
                      <a:pt x="2" y="19"/>
                      <a:pt x="0" y="23"/>
                      <a:pt x="0" y="24"/>
                    </a:cubicBezTo>
                    <a:cubicBezTo>
                      <a:pt x="0" y="24"/>
                      <a:pt x="0" y="24"/>
                      <a:pt x="0" y="23"/>
                    </a:cubicBezTo>
                    <a:cubicBezTo>
                      <a:pt x="2" y="22"/>
                      <a:pt x="16" y="1"/>
                      <a:pt x="1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135"/>
              <p:cNvSpPr>
                <a:spLocks/>
              </p:cNvSpPr>
              <p:nvPr/>
            </p:nvSpPr>
            <p:spPr bwMode="auto">
              <a:xfrm>
                <a:off x="3551238" y="2106613"/>
                <a:ext cx="33338" cy="101600"/>
              </a:xfrm>
              <a:custGeom>
                <a:avLst/>
                <a:gdLst>
                  <a:gd name="T0" fmla="*/ 7 w 9"/>
                  <a:gd name="T1" fmla="*/ 0 h 27"/>
                  <a:gd name="T2" fmla="*/ 1 w 9"/>
                  <a:gd name="T3" fmla="*/ 7 h 27"/>
                  <a:gd name="T4" fmla="*/ 2 w 9"/>
                  <a:gd name="T5" fmla="*/ 7 h 27"/>
                  <a:gd name="T6" fmla="*/ 3 w 9"/>
                  <a:gd name="T7" fmla="*/ 16 h 27"/>
                  <a:gd name="T8" fmla="*/ 0 w 9"/>
                  <a:gd name="T9" fmla="*/ 27 h 27"/>
                  <a:gd name="T10" fmla="*/ 6 w 9"/>
                  <a:gd name="T11" fmla="*/ 23 h 27"/>
                  <a:gd name="T12" fmla="*/ 9 w 9"/>
                  <a:gd name="T13" fmla="*/ 6 h 27"/>
                  <a:gd name="T14" fmla="*/ 7 w 9"/>
                  <a:gd name="T15" fmla="*/ 0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27">
                    <a:moveTo>
                      <a:pt x="7" y="0"/>
                    </a:moveTo>
                    <a:cubicBezTo>
                      <a:pt x="6" y="2"/>
                      <a:pt x="3" y="5"/>
                      <a:pt x="1" y="7"/>
                    </a:cubicBezTo>
                    <a:cubicBezTo>
                      <a:pt x="1" y="7"/>
                      <a:pt x="1" y="7"/>
                      <a:pt x="2" y="7"/>
                    </a:cubicBezTo>
                    <a:cubicBezTo>
                      <a:pt x="3" y="7"/>
                      <a:pt x="3" y="15"/>
                      <a:pt x="3" y="16"/>
                    </a:cubicBezTo>
                    <a:cubicBezTo>
                      <a:pt x="1" y="22"/>
                      <a:pt x="0" y="26"/>
                      <a:pt x="0" y="27"/>
                    </a:cubicBezTo>
                    <a:cubicBezTo>
                      <a:pt x="1" y="27"/>
                      <a:pt x="2" y="27"/>
                      <a:pt x="6" y="23"/>
                    </a:cubicBezTo>
                    <a:cubicBezTo>
                      <a:pt x="6" y="22"/>
                      <a:pt x="9" y="7"/>
                      <a:pt x="9" y="6"/>
                    </a:cubicBezTo>
                    <a:cubicBezTo>
                      <a:pt x="9" y="5"/>
                      <a:pt x="9" y="3"/>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136"/>
              <p:cNvSpPr>
                <a:spLocks/>
              </p:cNvSpPr>
              <p:nvPr/>
            </p:nvSpPr>
            <p:spPr bwMode="auto">
              <a:xfrm>
                <a:off x="4392613" y="1133476"/>
                <a:ext cx="222250" cy="142875"/>
              </a:xfrm>
              <a:custGeom>
                <a:avLst/>
                <a:gdLst>
                  <a:gd name="T0" fmla="*/ 56 w 59"/>
                  <a:gd name="T1" fmla="*/ 0 h 38"/>
                  <a:gd name="T2" fmla="*/ 52 w 59"/>
                  <a:gd name="T3" fmla="*/ 2 h 38"/>
                  <a:gd name="T4" fmla="*/ 50 w 59"/>
                  <a:gd name="T5" fmla="*/ 1 h 38"/>
                  <a:gd name="T6" fmla="*/ 42 w 59"/>
                  <a:gd name="T7" fmla="*/ 6 h 38"/>
                  <a:gd name="T8" fmla="*/ 37 w 59"/>
                  <a:gd name="T9" fmla="*/ 10 h 38"/>
                  <a:gd name="T10" fmla="*/ 34 w 59"/>
                  <a:gd name="T11" fmla="*/ 11 h 38"/>
                  <a:gd name="T12" fmla="*/ 22 w 59"/>
                  <a:gd name="T13" fmla="*/ 18 h 38"/>
                  <a:gd name="T14" fmla="*/ 11 w 59"/>
                  <a:gd name="T15" fmla="*/ 25 h 38"/>
                  <a:gd name="T16" fmla="*/ 10 w 59"/>
                  <a:gd name="T17" fmla="*/ 28 h 38"/>
                  <a:gd name="T18" fmla="*/ 0 w 59"/>
                  <a:gd name="T19" fmla="*/ 38 h 38"/>
                  <a:gd name="T20" fmla="*/ 11 w 59"/>
                  <a:gd name="T21" fmla="*/ 33 h 38"/>
                  <a:gd name="T22" fmla="*/ 10 w 59"/>
                  <a:gd name="T23" fmla="*/ 35 h 38"/>
                  <a:gd name="T24" fmla="*/ 10 w 59"/>
                  <a:gd name="T25" fmla="*/ 35 h 38"/>
                  <a:gd name="T26" fmla="*/ 20 w 59"/>
                  <a:gd name="T27" fmla="*/ 28 h 38"/>
                  <a:gd name="T28" fmla="*/ 25 w 59"/>
                  <a:gd name="T29" fmla="*/ 27 h 38"/>
                  <a:gd name="T30" fmla="*/ 32 w 59"/>
                  <a:gd name="T31" fmla="*/ 22 h 38"/>
                  <a:gd name="T32" fmla="*/ 52 w 59"/>
                  <a:gd name="T33" fmla="*/ 16 h 38"/>
                  <a:gd name="T34" fmla="*/ 59 w 59"/>
                  <a:gd name="T35" fmla="*/ 8 h 38"/>
                  <a:gd name="T36" fmla="*/ 57 w 59"/>
                  <a:gd name="T37" fmla="*/ 6 h 38"/>
                  <a:gd name="T38" fmla="*/ 52 w 59"/>
                  <a:gd name="T39" fmla="*/ 8 h 38"/>
                  <a:gd name="T40" fmla="*/ 51 w 59"/>
                  <a:gd name="T41" fmla="*/ 7 h 38"/>
                  <a:gd name="T42" fmla="*/ 58 w 59"/>
                  <a:gd name="T43" fmla="*/ 2 h 38"/>
                  <a:gd name="T44" fmla="*/ 56 w 59"/>
                  <a:gd name="T45"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9" h="38">
                    <a:moveTo>
                      <a:pt x="56" y="0"/>
                    </a:moveTo>
                    <a:cubicBezTo>
                      <a:pt x="52" y="2"/>
                      <a:pt x="52" y="2"/>
                      <a:pt x="52" y="2"/>
                    </a:cubicBezTo>
                    <a:cubicBezTo>
                      <a:pt x="50" y="1"/>
                      <a:pt x="50" y="1"/>
                      <a:pt x="50" y="1"/>
                    </a:cubicBezTo>
                    <a:cubicBezTo>
                      <a:pt x="42" y="6"/>
                      <a:pt x="42" y="6"/>
                      <a:pt x="42" y="6"/>
                    </a:cubicBezTo>
                    <a:cubicBezTo>
                      <a:pt x="37" y="10"/>
                      <a:pt x="37" y="10"/>
                      <a:pt x="37" y="10"/>
                    </a:cubicBezTo>
                    <a:cubicBezTo>
                      <a:pt x="34" y="11"/>
                      <a:pt x="34" y="11"/>
                      <a:pt x="34" y="11"/>
                    </a:cubicBezTo>
                    <a:cubicBezTo>
                      <a:pt x="22" y="18"/>
                      <a:pt x="22" y="18"/>
                      <a:pt x="22" y="18"/>
                    </a:cubicBezTo>
                    <a:cubicBezTo>
                      <a:pt x="11" y="25"/>
                      <a:pt x="11" y="25"/>
                      <a:pt x="11" y="25"/>
                    </a:cubicBezTo>
                    <a:cubicBezTo>
                      <a:pt x="10" y="26"/>
                      <a:pt x="11" y="27"/>
                      <a:pt x="10" y="28"/>
                    </a:cubicBezTo>
                    <a:cubicBezTo>
                      <a:pt x="9" y="29"/>
                      <a:pt x="0" y="36"/>
                      <a:pt x="0" y="38"/>
                    </a:cubicBezTo>
                    <a:cubicBezTo>
                      <a:pt x="4" y="37"/>
                      <a:pt x="7" y="33"/>
                      <a:pt x="11" y="33"/>
                    </a:cubicBezTo>
                    <a:cubicBezTo>
                      <a:pt x="11" y="34"/>
                      <a:pt x="10" y="34"/>
                      <a:pt x="10" y="35"/>
                    </a:cubicBezTo>
                    <a:cubicBezTo>
                      <a:pt x="10" y="35"/>
                      <a:pt x="10" y="35"/>
                      <a:pt x="10" y="35"/>
                    </a:cubicBezTo>
                    <a:cubicBezTo>
                      <a:pt x="11" y="35"/>
                      <a:pt x="12" y="34"/>
                      <a:pt x="20" y="28"/>
                    </a:cubicBezTo>
                    <a:cubicBezTo>
                      <a:pt x="25" y="27"/>
                      <a:pt x="25" y="27"/>
                      <a:pt x="25" y="27"/>
                    </a:cubicBezTo>
                    <a:cubicBezTo>
                      <a:pt x="32" y="22"/>
                      <a:pt x="32" y="22"/>
                      <a:pt x="32" y="22"/>
                    </a:cubicBezTo>
                    <a:cubicBezTo>
                      <a:pt x="52" y="16"/>
                      <a:pt x="52" y="16"/>
                      <a:pt x="52" y="16"/>
                    </a:cubicBezTo>
                    <a:cubicBezTo>
                      <a:pt x="59" y="8"/>
                      <a:pt x="59" y="8"/>
                      <a:pt x="59" y="8"/>
                    </a:cubicBezTo>
                    <a:cubicBezTo>
                      <a:pt x="57" y="6"/>
                      <a:pt x="57" y="6"/>
                      <a:pt x="57" y="6"/>
                    </a:cubicBezTo>
                    <a:cubicBezTo>
                      <a:pt x="52" y="8"/>
                      <a:pt x="52" y="8"/>
                      <a:pt x="52" y="8"/>
                    </a:cubicBezTo>
                    <a:cubicBezTo>
                      <a:pt x="51" y="7"/>
                      <a:pt x="51" y="7"/>
                      <a:pt x="51" y="7"/>
                    </a:cubicBezTo>
                    <a:cubicBezTo>
                      <a:pt x="58" y="2"/>
                      <a:pt x="58" y="2"/>
                      <a:pt x="58" y="2"/>
                    </a:cubicBezTo>
                    <a:cubicBezTo>
                      <a:pt x="56" y="0"/>
                      <a:pt x="56" y="0"/>
                      <a:pt x="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137"/>
              <p:cNvSpPr>
                <a:spLocks/>
              </p:cNvSpPr>
              <p:nvPr/>
            </p:nvSpPr>
            <p:spPr bwMode="auto">
              <a:xfrm>
                <a:off x="4356101" y="1208088"/>
                <a:ext cx="285750" cy="214313"/>
              </a:xfrm>
              <a:custGeom>
                <a:avLst/>
                <a:gdLst>
                  <a:gd name="T0" fmla="*/ 57 w 76"/>
                  <a:gd name="T1" fmla="*/ 0 h 57"/>
                  <a:gd name="T2" fmla="*/ 45 w 76"/>
                  <a:gd name="T3" fmla="*/ 3 h 57"/>
                  <a:gd name="T4" fmla="*/ 39 w 76"/>
                  <a:gd name="T5" fmla="*/ 7 h 57"/>
                  <a:gd name="T6" fmla="*/ 34 w 76"/>
                  <a:gd name="T7" fmla="*/ 10 h 57"/>
                  <a:gd name="T8" fmla="*/ 27 w 76"/>
                  <a:gd name="T9" fmla="*/ 14 h 57"/>
                  <a:gd name="T10" fmla="*/ 28 w 76"/>
                  <a:gd name="T11" fmla="*/ 15 h 57"/>
                  <a:gd name="T12" fmla="*/ 27 w 76"/>
                  <a:gd name="T13" fmla="*/ 17 h 57"/>
                  <a:gd name="T14" fmla="*/ 28 w 76"/>
                  <a:gd name="T15" fmla="*/ 18 h 57"/>
                  <a:gd name="T16" fmla="*/ 33 w 76"/>
                  <a:gd name="T17" fmla="*/ 16 h 57"/>
                  <a:gd name="T18" fmla="*/ 32 w 76"/>
                  <a:gd name="T19" fmla="*/ 19 h 57"/>
                  <a:gd name="T20" fmla="*/ 26 w 76"/>
                  <a:gd name="T21" fmla="*/ 21 h 57"/>
                  <a:gd name="T22" fmla="*/ 23 w 76"/>
                  <a:gd name="T23" fmla="*/ 20 h 57"/>
                  <a:gd name="T24" fmla="*/ 18 w 76"/>
                  <a:gd name="T25" fmla="*/ 23 h 57"/>
                  <a:gd name="T26" fmla="*/ 16 w 76"/>
                  <a:gd name="T27" fmla="*/ 26 h 57"/>
                  <a:gd name="T28" fmla="*/ 27 w 76"/>
                  <a:gd name="T29" fmla="*/ 29 h 57"/>
                  <a:gd name="T30" fmla="*/ 28 w 76"/>
                  <a:gd name="T31" fmla="*/ 29 h 57"/>
                  <a:gd name="T32" fmla="*/ 24 w 76"/>
                  <a:gd name="T33" fmla="*/ 34 h 57"/>
                  <a:gd name="T34" fmla="*/ 12 w 76"/>
                  <a:gd name="T35" fmla="*/ 31 h 57"/>
                  <a:gd name="T36" fmla="*/ 12 w 76"/>
                  <a:gd name="T37" fmla="*/ 31 h 57"/>
                  <a:gd name="T38" fmla="*/ 8 w 76"/>
                  <a:gd name="T39" fmla="*/ 33 h 57"/>
                  <a:gd name="T40" fmla="*/ 0 w 76"/>
                  <a:gd name="T41" fmla="*/ 41 h 57"/>
                  <a:gd name="T42" fmla="*/ 6 w 76"/>
                  <a:gd name="T43" fmla="*/ 44 h 57"/>
                  <a:gd name="T44" fmla="*/ 0 w 76"/>
                  <a:gd name="T45" fmla="*/ 52 h 57"/>
                  <a:gd name="T46" fmla="*/ 8 w 76"/>
                  <a:gd name="T47" fmla="*/ 54 h 57"/>
                  <a:gd name="T48" fmla="*/ 30 w 76"/>
                  <a:gd name="T49" fmla="*/ 46 h 57"/>
                  <a:gd name="T50" fmla="*/ 29 w 76"/>
                  <a:gd name="T51" fmla="*/ 57 h 57"/>
                  <a:gd name="T52" fmla="*/ 35 w 76"/>
                  <a:gd name="T53" fmla="*/ 57 h 57"/>
                  <a:gd name="T54" fmla="*/ 41 w 76"/>
                  <a:gd name="T55" fmla="*/ 53 h 57"/>
                  <a:gd name="T56" fmla="*/ 44 w 76"/>
                  <a:gd name="T57" fmla="*/ 48 h 57"/>
                  <a:gd name="T58" fmla="*/ 46 w 76"/>
                  <a:gd name="T59" fmla="*/ 48 h 57"/>
                  <a:gd name="T60" fmla="*/ 48 w 76"/>
                  <a:gd name="T61" fmla="*/ 48 h 57"/>
                  <a:gd name="T62" fmla="*/ 49 w 76"/>
                  <a:gd name="T63" fmla="*/ 48 h 57"/>
                  <a:gd name="T64" fmla="*/ 50 w 76"/>
                  <a:gd name="T65" fmla="*/ 48 h 57"/>
                  <a:gd name="T66" fmla="*/ 54 w 76"/>
                  <a:gd name="T67" fmla="*/ 40 h 57"/>
                  <a:gd name="T68" fmla="*/ 55 w 76"/>
                  <a:gd name="T69" fmla="*/ 31 h 57"/>
                  <a:gd name="T70" fmla="*/ 64 w 76"/>
                  <a:gd name="T71" fmla="*/ 24 h 57"/>
                  <a:gd name="T72" fmla="*/ 74 w 76"/>
                  <a:gd name="T73" fmla="*/ 5 h 57"/>
                  <a:gd name="T74" fmla="*/ 57 w 76"/>
                  <a:gd name="T75" fmla="*/ 20 h 57"/>
                  <a:gd name="T76" fmla="*/ 52 w 76"/>
                  <a:gd name="T77" fmla="*/ 22 h 57"/>
                  <a:gd name="T78" fmla="*/ 52 w 76"/>
                  <a:gd name="T79" fmla="*/ 22 h 57"/>
                  <a:gd name="T80" fmla="*/ 57 w 76"/>
                  <a:gd name="T81" fmla="*/ 17 h 57"/>
                  <a:gd name="T82" fmla="*/ 66 w 76"/>
                  <a:gd name="T83" fmla="*/ 7 h 57"/>
                  <a:gd name="T84" fmla="*/ 65 w 76"/>
                  <a:gd name="T85" fmla="*/ 6 h 57"/>
                  <a:gd name="T86" fmla="*/ 58 w 76"/>
                  <a:gd name="T87" fmla="*/ 12 h 57"/>
                  <a:gd name="T88" fmla="*/ 57 w 76"/>
                  <a:gd name="T89" fmla="*/ 12 h 57"/>
                  <a:gd name="T90" fmla="*/ 52 w 76"/>
                  <a:gd name="T91" fmla="*/ 13 h 57"/>
                  <a:gd name="T92" fmla="*/ 59 w 76"/>
                  <a:gd name="T93" fmla="*/ 4 h 57"/>
                  <a:gd name="T94" fmla="*/ 51 w 76"/>
                  <a:gd name="T95" fmla="*/ 9 h 57"/>
                  <a:gd name="T96" fmla="*/ 48 w 76"/>
                  <a:gd name="T97" fmla="*/ 9 h 57"/>
                  <a:gd name="T98" fmla="*/ 58 w 76"/>
                  <a:gd name="T99" fmla="*/ 2 h 57"/>
                  <a:gd name="T100" fmla="*/ 57 w 76"/>
                  <a:gd name="T101"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6" h="57">
                    <a:moveTo>
                      <a:pt x="57" y="0"/>
                    </a:moveTo>
                    <a:cubicBezTo>
                      <a:pt x="45" y="3"/>
                      <a:pt x="45" y="3"/>
                      <a:pt x="45" y="3"/>
                    </a:cubicBezTo>
                    <a:cubicBezTo>
                      <a:pt x="39" y="7"/>
                      <a:pt x="39" y="7"/>
                      <a:pt x="39" y="7"/>
                    </a:cubicBezTo>
                    <a:cubicBezTo>
                      <a:pt x="34" y="10"/>
                      <a:pt x="34" y="10"/>
                      <a:pt x="34" y="10"/>
                    </a:cubicBezTo>
                    <a:cubicBezTo>
                      <a:pt x="27" y="14"/>
                      <a:pt x="27" y="14"/>
                      <a:pt x="27" y="14"/>
                    </a:cubicBezTo>
                    <a:cubicBezTo>
                      <a:pt x="28" y="15"/>
                      <a:pt x="28" y="15"/>
                      <a:pt x="28" y="15"/>
                    </a:cubicBezTo>
                    <a:cubicBezTo>
                      <a:pt x="27" y="16"/>
                      <a:pt x="27" y="16"/>
                      <a:pt x="27" y="17"/>
                    </a:cubicBezTo>
                    <a:cubicBezTo>
                      <a:pt x="27" y="18"/>
                      <a:pt x="27" y="18"/>
                      <a:pt x="28" y="18"/>
                    </a:cubicBezTo>
                    <a:cubicBezTo>
                      <a:pt x="29" y="18"/>
                      <a:pt x="31" y="17"/>
                      <a:pt x="33" y="16"/>
                    </a:cubicBezTo>
                    <a:cubicBezTo>
                      <a:pt x="32" y="17"/>
                      <a:pt x="32" y="18"/>
                      <a:pt x="32" y="19"/>
                    </a:cubicBezTo>
                    <a:cubicBezTo>
                      <a:pt x="28" y="20"/>
                      <a:pt x="27" y="21"/>
                      <a:pt x="26" y="21"/>
                    </a:cubicBezTo>
                    <a:cubicBezTo>
                      <a:pt x="25" y="21"/>
                      <a:pt x="24" y="21"/>
                      <a:pt x="23" y="20"/>
                    </a:cubicBezTo>
                    <a:cubicBezTo>
                      <a:pt x="18" y="23"/>
                      <a:pt x="18" y="23"/>
                      <a:pt x="18" y="23"/>
                    </a:cubicBezTo>
                    <a:cubicBezTo>
                      <a:pt x="17" y="24"/>
                      <a:pt x="16" y="25"/>
                      <a:pt x="16" y="26"/>
                    </a:cubicBezTo>
                    <a:cubicBezTo>
                      <a:pt x="18" y="28"/>
                      <a:pt x="20" y="29"/>
                      <a:pt x="27" y="29"/>
                    </a:cubicBezTo>
                    <a:cubicBezTo>
                      <a:pt x="27" y="29"/>
                      <a:pt x="28" y="29"/>
                      <a:pt x="28" y="29"/>
                    </a:cubicBezTo>
                    <a:cubicBezTo>
                      <a:pt x="27" y="31"/>
                      <a:pt x="25" y="32"/>
                      <a:pt x="24" y="34"/>
                    </a:cubicBezTo>
                    <a:cubicBezTo>
                      <a:pt x="20" y="33"/>
                      <a:pt x="16" y="31"/>
                      <a:pt x="12" y="31"/>
                    </a:cubicBezTo>
                    <a:cubicBezTo>
                      <a:pt x="12" y="31"/>
                      <a:pt x="12" y="31"/>
                      <a:pt x="12" y="31"/>
                    </a:cubicBezTo>
                    <a:cubicBezTo>
                      <a:pt x="12" y="31"/>
                      <a:pt x="10" y="32"/>
                      <a:pt x="8" y="33"/>
                    </a:cubicBezTo>
                    <a:cubicBezTo>
                      <a:pt x="0" y="41"/>
                      <a:pt x="0" y="41"/>
                      <a:pt x="0" y="41"/>
                    </a:cubicBezTo>
                    <a:cubicBezTo>
                      <a:pt x="6" y="44"/>
                      <a:pt x="6" y="44"/>
                      <a:pt x="6" y="44"/>
                    </a:cubicBezTo>
                    <a:cubicBezTo>
                      <a:pt x="4" y="47"/>
                      <a:pt x="2" y="50"/>
                      <a:pt x="0" y="52"/>
                    </a:cubicBezTo>
                    <a:cubicBezTo>
                      <a:pt x="3" y="53"/>
                      <a:pt x="5" y="54"/>
                      <a:pt x="8" y="54"/>
                    </a:cubicBezTo>
                    <a:cubicBezTo>
                      <a:pt x="12" y="54"/>
                      <a:pt x="18" y="52"/>
                      <a:pt x="30" y="46"/>
                    </a:cubicBezTo>
                    <a:cubicBezTo>
                      <a:pt x="24" y="56"/>
                      <a:pt x="27" y="57"/>
                      <a:pt x="29" y="57"/>
                    </a:cubicBezTo>
                    <a:cubicBezTo>
                      <a:pt x="32" y="57"/>
                      <a:pt x="33" y="57"/>
                      <a:pt x="35" y="57"/>
                    </a:cubicBezTo>
                    <a:cubicBezTo>
                      <a:pt x="39" y="57"/>
                      <a:pt x="40" y="56"/>
                      <a:pt x="41" y="53"/>
                    </a:cubicBezTo>
                    <a:cubicBezTo>
                      <a:pt x="43" y="49"/>
                      <a:pt x="43" y="49"/>
                      <a:pt x="44" y="48"/>
                    </a:cubicBezTo>
                    <a:cubicBezTo>
                      <a:pt x="44" y="48"/>
                      <a:pt x="45" y="48"/>
                      <a:pt x="46" y="48"/>
                    </a:cubicBezTo>
                    <a:cubicBezTo>
                      <a:pt x="46" y="48"/>
                      <a:pt x="47" y="48"/>
                      <a:pt x="48" y="48"/>
                    </a:cubicBezTo>
                    <a:cubicBezTo>
                      <a:pt x="48" y="48"/>
                      <a:pt x="49" y="48"/>
                      <a:pt x="49" y="48"/>
                    </a:cubicBezTo>
                    <a:cubicBezTo>
                      <a:pt x="50" y="48"/>
                      <a:pt x="50" y="48"/>
                      <a:pt x="50" y="48"/>
                    </a:cubicBezTo>
                    <a:cubicBezTo>
                      <a:pt x="52" y="48"/>
                      <a:pt x="55" y="40"/>
                      <a:pt x="54" y="40"/>
                    </a:cubicBezTo>
                    <a:cubicBezTo>
                      <a:pt x="52" y="38"/>
                      <a:pt x="51" y="38"/>
                      <a:pt x="55" y="31"/>
                    </a:cubicBezTo>
                    <a:cubicBezTo>
                      <a:pt x="58" y="29"/>
                      <a:pt x="61" y="27"/>
                      <a:pt x="64" y="24"/>
                    </a:cubicBezTo>
                    <a:cubicBezTo>
                      <a:pt x="76" y="10"/>
                      <a:pt x="76" y="9"/>
                      <a:pt x="74" y="5"/>
                    </a:cubicBezTo>
                    <a:cubicBezTo>
                      <a:pt x="70" y="8"/>
                      <a:pt x="61" y="15"/>
                      <a:pt x="57" y="20"/>
                    </a:cubicBezTo>
                    <a:cubicBezTo>
                      <a:pt x="55" y="22"/>
                      <a:pt x="53" y="22"/>
                      <a:pt x="52" y="22"/>
                    </a:cubicBezTo>
                    <a:cubicBezTo>
                      <a:pt x="52" y="22"/>
                      <a:pt x="52" y="22"/>
                      <a:pt x="52" y="22"/>
                    </a:cubicBezTo>
                    <a:cubicBezTo>
                      <a:pt x="52" y="21"/>
                      <a:pt x="53" y="21"/>
                      <a:pt x="57" y="17"/>
                    </a:cubicBezTo>
                    <a:cubicBezTo>
                      <a:pt x="60" y="15"/>
                      <a:pt x="66" y="10"/>
                      <a:pt x="66" y="7"/>
                    </a:cubicBezTo>
                    <a:cubicBezTo>
                      <a:pt x="65" y="6"/>
                      <a:pt x="65" y="6"/>
                      <a:pt x="65" y="6"/>
                    </a:cubicBezTo>
                    <a:cubicBezTo>
                      <a:pt x="63" y="8"/>
                      <a:pt x="60" y="10"/>
                      <a:pt x="58" y="12"/>
                    </a:cubicBezTo>
                    <a:cubicBezTo>
                      <a:pt x="58" y="12"/>
                      <a:pt x="57" y="12"/>
                      <a:pt x="57" y="12"/>
                    </a:cubicBezTo>
                    <a:cubicBezTo>
                      <a:pt x="56" y="12"/>
                      <a:pt x="55" y="12"/>
                      <a:pt x="52" y="13"/>
                    </a:cubicBezTo>
                    <a:cubicBezTo>
                      <a:pt x="62" y="6"/>
                      <a:pt x="62" y="6"/>
                      <a:pt x="59" y="4"/>
                    </a:cubicBezTo>
                    <a:cubicBezTo>
                      <a:pt x="51" y="9"/>
                      <a:pt x="51" y="9"/>
                      <a:pt x="51" y="9"/>
                    </a:cubicBezTo>
                    <a:cubicBezTo>
                      <a:pt x="48" y="9"/>
                      <a:pt x="48" y="9"/>
                      <a:pt x="48" y="9"/>
                    </a:cubicBezTo>
                    <a:cubicBezTo>
                      <a:pt x="58" y="2"/>
                      <a:pt x="58" y="2"/>
                      <a:pt x="58" y="2"/>
                    </a:cubicBezTo>
                    <a:cubicBezTo>
                      <a:pt x="57" y="0"/>
                      <a:pt x="57" y="0"/>
                      <a:pt x="5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138"/>
              <p:cNvSpPr>
                <a:spLocks/>
              </p:cNvSpPr>
              <p:nvPr/>
            </p:nvSpPr>
            <p:spPr bwMode="auto">
              <a:xfrm>
                <a:off x="4645026" y="1212851"/>
                <a:ext cx="52388" cy="41275"/>
              </a:xfrm>
              <a:custGeom>
                <a:avLst/>
                <a:gdLst>
                  <a:gd name="T0" fmla="*/ 8 w 14"/>
                  <a:gd name="T1" fmla="*/ 0 h 11"/>
                  <a:gd name="T2" fmla="*/ 6 w 14"/>
                  <a:gd name="T3" fmla="*/ 0 h 11"/>
                  <a:gd name="T4" fmla="*/ 3 w 14"/>
                  <a:gd name="T5" fmla="*/ 3 h 11"/>
                  <a:gd name="T6" fmla="*/ 5 w 14"/>
                  <a:gd name="T7" fmla="*/ 4 h 11"/>
                  <a:gd name="T8" fmla="*/ 1 w 14"/>
                  <a:gd name="T9" fmla="*/ 9 h 11"/>
                  <a:gd name="T10" fmla="*/ 1 w 14"/>
                  <a:gd name="T11" fmla="*/ 11 h 11"/>
                  <a:gd name="T12" fmla="*/ 13 w 14"/>
                  <a:gd name="T13" fmla="*/ 3 h 11"/>
                  <a:gd name="T14" fmla="*/ 11 w 14"/>
                  <a:gd name="T15" fmla="*/ 0 h 11"/>
                  <a:gd name="T16" fmla="*/ 8 w 14"/>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1">
                    <a:moveTo>
                      <a:pt x="8" y="0"/>
                    </a:moveTo>
                    <a:cubicBezTo>
                      <a:pt x="7" y="0"/>
                      <a:pt x="7" y="0"/>
                      <a:pt x="6" y="0"/>
                    </a:cubicBezTo>
                    <a:cubicBezTo>
                      <a:pt x="3" y="3"/>
                      <a:pt x="3" y="3"/>
                      <a:pt x="3" y="3"/>
                    </a:cubicBezTo>
                    <a:cubicBezTo>
                      <a:pt x="4" y="4"/>
                      <a:pt x="4" y="4"/>
                      <a:pt x="5" y="4"/>
                    </a:cubicBezTo>
                    <a:cubicBezTo>
                      <a:pt x="2" y="7"/>
                      <a:pt x="1" y="9"/>
                      <a:pt x="1" y="9"/>
                    </a:cubicBezTo>
                    <a:cubicBezTo>
                      <a:pt x="0" y="10"/>
                      <a:pt x="0" y="10"/>
                      <a:pt x="1" y="11"/>
                    </a:cubicBezTo>
                    <a:cubicBezTo>
                      <a:pt x="4" y="8"/>
                      <a:pt x="10" y="6"/>
                      <a:pt x="13" y="3"/>
                    </a:cubicBezTo>
                    <a:cubicBezTo>
                      <a:pt x="13" y="2"/>
                      <a:pt x="14" y="1"/>
                      <a:pt x="11" y="0"/>
                    </a:cubicBezTo>
                    <a:cubicBezTo>
                      <a:pt x="11" y="0"/>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139"/>
              <p:cNvSpPr>
                <a:spLocks/>
              </p:cNvSpPr>
              <p:nvPr/>
            </p:nvSpPr>
            <p:spPr bwMode="auto">
              <a:xfrm>
                <a:off x="4645026" y="1223963"/>
                <a:ext cx="139700" cy="104775"/>
              </a:xfrm>
              <a:custGeom>
                <a:avLst/>
                <a:gdLst>
                  <a:gd name="T0" fmla="*/ 27 w 37"/>
                  <a:gd name="T1" fmla="*/ 0 h 28"/>
                  <a:gd name="T2" fmla="*/ 16 w 37"/>
                  <a:gd name="T3" fmla="*/ 5 h 28"/>
                  <a:gd name="T4" fmla="*/ 18 w 37"/>
                  <a:gd name="T5" fmla="*/ 5 h 28"/>
                  <a:gd name="T6" fmla="*/ 15 w 37"/>
                  <a:gd name="T7" fmla="*/ 10 h 28"/>
                  <a:gd name="T8" fmla="*/ 13 w 37"/>
                  <a:gd name="T9" fmla="*/ 11 h 28"/>
                  <a:gd name="T10" fmla="*/ 12 w 37"/>
                  <a:gd name="T11" fmla="*/ 10 h 28"/>
                  <a:gd name="T12" fmla="*/ 13 w 37"/>
                  <a:gd name="T13" fmla="*/ 7 h 28"/>
                  <a:gd name="T14" fmla="*/ 12 w 37"/>
                  <a:gd name="T15" fmla="*/ 7 h 28"/>
                  <a:gd name="T16" fmla="*/ 1 w 37"/>
                  <a:gd name="T17" fmla="*/ 17 h 28"/>
                  <a:gd name="T18" fmla="*/ 3 w 37"/>
                  <a:gd name="T19" fmla="*/ 16 h 28"/>
                  <a:gd name="T20" fmla="*/ 4 w 37"/>
                  <a:gd name="T21" fmla="*/ 19 h 28"/>
                  <a:gd name="T22" fmla="*/ 0 w 37"/>
                  <a:gd name="T23" fmla="*/ 28 h 28"/>
                  <a:gd name="T24" fmla="*/ 5 w 37"/>
                  <a:gd name="T25" fmla="*/ 25 h 28"/>
                  <a:gd name="T26" fmla="*/ 5 w 37"/>
                  <a:gd name="T27" fmla="*/ 25 h 28"/>
                  <a:gd name="T28" fmla="*/ 7 w 37"/>
                  <a:gd name="T29" fmla="*/ 27 h 28"/>
                  <a:gd name="T30" fmla="*/ 7 w 37"/>
                  <a:gd name="T31" fmla="*/ 27 h 28"/>
                  <a:gd name="T32" fmla="*/ 8 w 37"/>
                  <a:gd name="T33" fmla="*/ 27 h 28"/>
                  <a:gd name="T34" fmla="*/ 26 w 37"/>
                  <a:gd name="T35" fmla="*/ 13 h 28"/>
                  <a:gd name="T36" fmla="*/ 27 w 37"/>
                  <a:gd name="T37" fmla="*/ 13 h 28"/>
                  <a:gd name="T38" fmla="*/ 24 w 37"/>
                  <a:gd name="T39" fmla="*/ 13 h 28"/>
                  <a:gd name="T40" fmla="*/ 24 w 37"/>
                  <a:gd name="T41" fmla="*/ 11 h 28"/>
                  <a:gd name="T42" fmla="*/ 21 w 37"/>
                  <a:gd name="T43" fmla="*/ 10 h 28"/>
                  <a:gd name="T44" fmla="*/ 28 w 37"/>
                  <a:gd name="T45" fmla="*/ 6 h 28"/>
                  <a:gd name="T46" fmla="*/ 36 w 37"/>
                  <a:gd name="T47" fmla="*/ 3 h 28"/>
                  <a:gd name="T48" fmla="*/ 35 w 37"/>
                  <a:gd name="T49" fmla="*/ 0 h 28"/>
                  <a:gd name="T50" fmla="*/ 35 w 37"/>
                  <a:gd name="T51" fmla="*/ 0 h 28"/>
                  <a:gd name="T52" fmla="*/ 31 w 37"/>
                  <a:gd name="T53" fmla="*/ 1 h 28"/>
                  <a:gd name="T54" fmla="*/ 29 w 37"/>
                  <a:gd name="T55" fmla="*/ 1 h 28"/>
                  <a:gd name="T56" fmla="*/ 28 w 37"/>
                  <a:gd name="T57" fmla="*/ 0 h 28"/>
                  <a:gd name="T58" fmla="*/ 27 w 37"/>
                  <a:gd name="T5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7" h="28">
                    <a:moveTo>
                      <a:pt x="27" y="0"/>
                    </a:moveTo>
                    <a:cubicBezTo>
                      <a:pt x="24" y="0"/>
                      <a:pt x="17" y="3"/>
                      <a:pt x="16" y="5"/>
                    </a:cubicBezTo>
                    <a:cubicBezTo>
                      <a:pt x="16" y="5"/>
                      <a:pt x="16" y="5"/>
                      <a:pt x="18" y="5"/>
                    </a:cubicBezTo>
                    <a:cubicBezTo>
                      <a:pt x="21" y="6"/>
                      <a:pt x="17" y="9"/>
                      <a:pt x="15" y="10"/>
                    </a:cubicBezTo>
                    <a:cubicBezTo>
                      <a:pt x="14" y="11"/>
                      <a:pt x="13" y="11"/>
                      <a:pt x="13" y="11"/>
                    </a:cubicBezTo>
                    <a:cubicBezTo>
                      <a:pt x="12" y="11"/>
                      <a:pt x="12" y="11"/>
                      <a:pt x="12" y="10"/>
                    </a:cubicBezTo>
                    <a:cubicBezTo>
                      <a:pt x="10" y="9"/>
                      <a:pt x="13" y="8"/>
                      <a:pt x="13" y="7"/>
                    </a:cubicBezTo>
                    <a:cubicBezTo>
                      <a:pt x="13" y="7"/>
                      <a:pt x="13" y="7"/>
                      <a:pt x="12" y="7"/>
                    </a:cubicBezTo>
                    <a:cubicBezTo>
                      <a:pt x="9" y="7"/>
                      <a:pt x="3" y="11"/>
                      <a:pt x="1" y="17"/>
                    </a:cubicBezTo>
                    <a:cubicBezTo>
                      <a:pt x="2" y="16"/>
                      <a:pt x="2" y="16"/>
                      <a:pt x="3" y="16"/>
                    </a:cubicBezTo>
                    <a:cubicBezTo>
                      <a:pt x="5" y="16"/>
                      <a:pt x="4" y="18"/>
                      <a:pt x="4" y="19"/>
                    </a:cubicBezTo>
                    <a:cubicBezTo>
                      <a:pt x="3" y="21"/>
                      <a:pt x="0" y="27"/>
                      <a:pt x="0" y="28"/>
                    </a:cubicBezTo>
                    <a:cubicBezTo>
                      <a:pt x="2" y="28"/>
                      <a:pt x="3" y="25"/>
                      <a:pt x="5" y="25"/>
                    </a:cubicBezTo>
                    <a:cubicBezTo>
                      <a:pt x="5" y="25"/>
                      <a:pt x="5" y="25"/>
                      <a:pt x="5" y="25"/>
                    </a:cubicBezTo>
                    <a:cubicBezTo>
                      <a:pt x="6" y="25"/>
                      <a:pt x="6" y="27"/>
                      <a:pt x="7" y="27"/>
                    </a:cubicBezTo>
                    <a:cubicBezTo>
                      <a:pt x="7" y="27"/>
                      <a:pt x="7" y="27"/>
                      <a:pt x="7" y="27"/>
                    </a:cubicBezTo>
                    <a:cubicBezTo>
                      <a:pt x="7" y="27"/>
                      <a:pt x="8" y="27"/>
                      <a:pt x="8" y="27"/>
                    </a:cubicBezTo>
                    <a:cubicBezTo>
                      <a:pt x="9" y="26"/>
                      <a:pt x="9" y="26"/>
                      <a:pt x="26" y="13"/>
                    </a:cubicBezTo>
                    <a:cubicBezTo>
                      <a:pt x="27" y="13"/>
                      <a:pt x="27" y="13"/>
                      <a:pt x="27" y="13"/>
                    </a:cubicBezTo>
                    <a:cubicBezTo>
                      <a:pt x="24" y="13"/>
                      <a:pt x="24" y="13"/>
                      <a:pt x="24" y="13"/>
                    </a:cubicBezTo>
                    <a:cubicBezTo>
                      <a:pt x="24" y="11"/>
                      <a:pt x="24" y="11"/>
                      <a:pt x="24" y="11"/>
                    </a:cubicBezTo>
                    <a:cubicBezTo>
                      <a:pt x="23" y="10"/>
                      <a:pt x="22" y="10"/>
                      <a:pt x="21" y="10"/>
                    </a:cubicBezTo>
                    <a:cubicBezTo>
                      <a:pt x="23" y="8"/>
                      <a:pt x="26" y="6"/>
                      <a:pt x="28" y="6"/>
                    </a:cubicBezTo>
                    <a:cubicBezTo>
                      <a:pt x="32" y="5"/>
                      <a:pt x="36" y="3"/>
                      <a:pt x="36" y="3"/>
                    </a:cubicBezTo>
                    <a:cubicBezTo>
                      <a:pt x="36" y="3"/>
                      <a:pt x="37" y="1"/>
                      <a:pt x="35" y="0"/>
                    </a:cubicBezTo>
                    <a:cubicBezTo>
                      <a:pt x="35" y="0"/>
                      <a:pt x="35" y="0"/>
                      <a:pt x="35" y="0"/>
                    </a:cubicBezTo>
                    <a:cubicBezTo>
                      <a:pt x="34" y="0"/>
                      <a:pt x="34" y="0"/>
                      <a:pt x="31" y="1"/>
                    </a:cubicBezTo>
                    <a:cubicBezTo>
                      <a:pt x="30" y="1"/>
                      <a:pt x="30" y="1"/>
                      <a:pt x="29" y="1"/>
                    </a:cubicBezTo>
                    <a:cubicBezTo>
                      <a:pt x="29" y="1"/>
                      <a:pt x="28" y="1"/>
                      <a:pt x="28" y="0"/>
                    </a:cubicBezTo>
                    <a:cubicBezTo>
                      <a:pt x="28" y="0"/>
                      <a:pt x="28" y="0"/>
                      <a:pt x="2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140"/>
              <p:cNvSpPr>
                <a:spLocks/>
              </p:cNvSpPr>
              <p:nvPr/>
            </p:nvSpPr>
            <p:spPr bwMode="auto">
              <a:xfrm>
                <a:off x="4532313" y="1400176"/>
                <a:ext cx="68263" cy="55563"/>
              </a:xfrm>
              <a:custGeom>
                <a:avLst/>
                <a:gdLst>
                  <a:gd name="T0" fmla="*/ 14 w 18"/>
                  <a:gd name="T1" fmla="*/ 0 h 15"/>
                  <a:gd name="T2" fmla="*/ 13 w 18"/>
                  <a:gd name="T3" fmla="*/ 0 h 15"/>
                  <a:gd name="T4" fmla="*/ 3 w 18"/>
                  <a:gd name="T5" fmla="*/ 6 h 15"/>
                  <a:gd name="T6" fmla="*/ 0 w 18"/>
                  <a:gd name="T7" fmla="*/ 8 h 15"/>
                  <a:gd name="T8" fmla="*/ 1 w 18"/>
                  <a:gd name="T9" fmla="*/ 10 h 15"/>
                  <a:gd name="T10" fmla="*/ 2 w 18"/>
                  <a:gd name="T11" fmla="*/ 11 h 15"/>
                  <a:gd name="T12" fmla="*/ 1 w 18"/>
                  <a:gd name="T13" fmla="*/ 12 h 15"/>
                  <a:gd name="T14" fmla="*/ 3 w 18"/>
                  <a:gd name="T15" fmla="*/ 15 h 15"/>
                  <a:gd name="T16" fmla="*/ 7 w 18"/>
                  <a:gd name="T17" fmla="*/ 15 h 15"/>
                  <a:gd name="T18" fmla="*/ 14 w 18"/>
                  <a:gd name="T19" fmla="*/ 13 h 15"/>
                  <a:gd name="T20" fmla="*/ 18 w 18"/>
                  <a:gd name="T21" fmla="*/ 9 h 15"/>
                  <a:gd name="T22" fmla="*/ 14 w 18"/>
                  <a:gd name="T23" fmla="*/ 6 h 15"/>
                  <a:gd name="T24" fmla="*/ 14 w 18"/>
                  <a:gd name="T25" fmla="*/ 6 h 15"/>
                  <a:gd name="T26" fmla="*/ 15 w 18"/>
                  <a:gd name="T27" fmla="*/ 0 h 15"/>
                  <a:gd name="T28" fmla="*/ 14 w 18"/>
                  <a:gd name="T2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15">
                    <a:moveTo>
                      <a:pt x="14" y="0"/>
                    </a:moveTo>
                    <a:cubicBezTo>
                      <a:pt x="14" y="0"/>
                      <a:pt x="14" y="0"/>
                      <a:pt x="13" y="0"/>
                    </a:cubicBezTo>
                    <a:cubicBezTo>
                      <a:pt x="3" y="6"/>
                      <a:pt x="3" y="6"/>
                      <a:pt x="3" y="6"/>
                    </a:cubicBezTo>
                    <a:cubicBezTo>
                      <a:pt x="2" y="7"/>
                      <a:pt x="1" y="7"/>
                      <a:pt x="0" y="8"/>
                    </a:cubicBezTo>
                    <a:cubicBezTo>
                      <a:pt x="0" y="8"/>
                      <a:pt x="0" y="9"/>
                      <a:pt x="1" y="10"/>
                    </a:cubicBezTo>
                    <a:cubicBezTo>
                      <a:pt x="1" y="11"/>
                      <a:pt x="1" y="11"/>
                      <a:pt x="2" y="11"/>
                    </a:cubicBezTo>
                    <a:cubicBezTo>
                      <a:pt x="2" y="12"/>
                      <a:pt x="1" y="12"/>
                      <a:pt x="1" y="12"/>
                    </a:cubicBezTo>
                    <a:cubicBezTo>
                      <a:pt x="1" y="14"/>
                      <a:pt x="3" y="15"/>
                      <a:pt x="3" y="15"/>
                    </a:cubicBezTo>
                    <a:cubicBezTo>
                      <a:pt x="5" y="15"/>
                      <a:pt x="6" y="15"/>
                      <a:pt x="7" y="15"/>
                    </a:cubicBezTo>
                    <a:cubicBezTo>
                      <a:pt x="12" y="15"/>
                      <a:pt x="13" y="15"/>
                      <a:pt x="14" y="13"/>
                    </a:cubicBezTo>
                    <a:cubicBezTo>
                      <a:pt x="15" y="12"/>
                      <a:pt x="17" y="10"/>
                      <a:pt x="18" y="9"/>
                    </a:cubicBezTo>
                    <a:cubicBezTo>
                      <a:pt x="16" y="8"/>
                      <a:pt x="15" y="6"/>
                      <a:pt x="14" y="6"/>
                    </a:cubicBezTo>
                    <a:cubicBezTo>
                      <a:pt x="14" y="6"/>
                      <a:pt x="14" y="6"/>
                      <a:pt x="14" y="6"/>
                    </a:cubicBezTo>
                    <a:cubicBezTo>
                      <a:pt x="15" y="0"/>
                      <a:pt x="15" y="0"/>
                      <a:pt x="15" y="0"/>
                    </a:cubicBezTo>
                    <a:cubicBezTo>
                      <a:pt x="15" y="0"/>
                      <a:pt x="15"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141"/>
              <p:cNvSpPr>
                <a:spLocks/>
              </p:cNvSpPr>
              <p:nvPr/>
            </p:nvSpPr>
            <p:spPr bwMode="auto">
              <a:xfrm>
                <a:off x="4727576" y="1227138"/>
                <a:ext cx="147638" cy="85725"/>
              </a:xfrm>
              <a:custGeom>
                <a:avLst/>
                <a:gdLst>
                  <a:gd name="T0" fmla="*/ 23 w 39"/>
                  <a:gd name="T1" fmla="*/ 0 h 23"/>
                  <a:gd name="T2" fmla="*/ 0 w 39"/>
                  <a:gd name="T3" fmla="*/ 22 h 23"/>
                  <a:gd name="T4" fmla="*/ 3 w 39"/>
                  <a:gd name="T5" fmla="*/ 23 h 23"/>
                  <a:gd name="T6" fmla="*/ 6 w 39"/>
                  <a:gd name="T7" fmla="*/ 22 h 23"/>
                  <a:gd name="T8" fmla="*/ 12 w 39"/>
                  <a:gd name="T9" fmla="*/ 16 h 23"/>
                  <a:gd name="T10" fmla="*/ 12 w 39"/>
                  <a:gd name="T11" fmla="*/ 16 h 23"/>
                  <a:gd name="T12" fmla="*/ 12 w 39"/>
                  <a:gd name="T13" fmla="*/ 16 h 23"/>
                  <a:gd name="T14" fmla="*/ 15 w 39"/>
                  <a:gd name="T15" fmla="*/ 16 h 23"/>
                  <a:gd name="T16" fmla="*/ 17 w 39"/>
                  <a:gd name="T17" fmla="*/ 16 h 23"/>
                  <a:gd name="T18" fmla="*/ 22 w 39"/>
                  <a:gd name="T19" fmla="*/ 14 h 23"/>
                  <a:gd name="T20" fmla="*/ 39 w 39"/>
                  <a:gd name="T21" fmla="*/ 3 h 23"/>
                  <a:gd name="T22" fmla="*/ 39 w 39"/>
                  <a:gd name="T23" fmla="*/ 4 h 23"/>
                  <a:gd name="T24" fmla="*/ 27 w 39"/>
                  <a:gd name="T25" fmla="*/ 1 h 23"/>
                  <a:gd name="T26" fmla="*/ 23 w 39"/>
                  <a:gd name="T27"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 h="23">
                    <a:moveTo>
                      <a:pt x="23" y="0"/>
                    </a:moveTo>
                    <a:cubicBezTo>
                      <a:pt x="18" y="0"/>
                      <a:pt x="15" y="4"/>
                      <a:pt x="0" y="22"/>
                    </a:cubicBezTo>
                    <a:cubicBezTo>
                      <a:pt x="2" y="22"/>
                      <a:pt x="2" y="23"/>
                      <a:pt x="3" y="23"/>
                    </a:cubicBezTo>
                    <a:cubicBezTo>
                      <a:pt x="4" y="23"/>
                      <a:pt x="5" y="22"/>
                      <a:pt x="6" y="22"/>
                    </a:cubicBezTo>
                    <a:cubicBezTo>
                      <a:pt x="9" y="20"/>
                      <a:pt x="10" y="18"/>
                      <a:pt x="12" y="16"/>
                    </a:cubicBezTo>
                    <a:cubicBezTo>
                      <a:pt x="12" y="16"/>
                      <a:pt x="12" y="16"/>
                      <a:pt x="12" y="16"/>
                    </a:cubicBezTo>
                    <a:cubicBezTo>
                      <a:pt x="12" y="16"/>
                      <a:pt x="12" y="16"/>
                      <a:pt x="12" y="16"/>
                    </a:cubicBezTo>
                    <a:cubicBezTo>
                      <a:pt x="13" y="16"/>
                      <a:pt x="14" y="16"/>
                      <a:pt x="15" y="16"/>
                    </a:cubicBezTo>
                    <a:cubicBezTo>
                      <a:pt x="16" y="16"/>
                      <a:pt x="17" y="16"/>
                      <a:pt x="17" y="16"/>
                    </a:cubicBezTo>
                    <a:cubicBezTo>
                      <a:pt x="17" y="16"/>
                      <a:pt x="19" y="16"/>
                      <a:pt x="22" y="14"/>
                    </a:cubicBezTo>
                    <a:cubicBezTo>
                      <a:pt x="24" y="13"/>
                      <a:pt x="27" y="12"/>
                      <a:pt x="39" y="3"/>
                    </a:cubicBezTo>
                    <a:cubicBezTo>
                      <a:pt x="39" y="3"/>
                      <a:pt x="39" y="4"/>
                      <a:pt x="39" y="4"/>
                    </a:cubicBezTo>
                    <a:cubicBezTo>
                      <a:pt x="35" y="4"/>
                      <a:pt x="31" y="1"/>
                      <a:pt x="27" y="1"/>
                    </a:cubicBezTo>
                    <a:cubicBezTo>
                      <a:pt x="26" y="0"/>
                      <a:pt x="24" y="0"/>
                      <a:pt x="2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142"/>
              <p:cNvSpPr>
                <a:spLocks/>
              </p:cNvSpPr>
              <p:nvPr/>
            </p:nvSpPr>
            <p:spPr bwMode="auto">
              <a:xfrm>
                <a:off x="4732338" y="1249363"/>
                <a:ext cx="446088" cy="582613"/>
              </a:xfrm>
              <a:custGeom>
                <a:avLst/>
                <a:gdLst>
                  <a:gd name="T0" fmla="*/ 8 w 119"/>
                  <a:gd name="T1" fmla="*/ 28 h 155"/>
                  <a:gd name="T2" fmla="*/ 16 w 119"/>
                  <a:gd name="T3" fmla="*/ 28 h 155"/>
                  <a:gd name="T4" fmla="*/ 17 w 119"/>
                  <a:gd name="T5" fmla="*/ 29 h 155"/>
                  <a:gd name="T6" fmla="*/ 7 w 119"/>
                  <a:gd name="T7" fmla="*/ 32 h 155"/>
                  <a:gd name="T8" fmla="*/ 5 w 119"/>
                  <a:gd name="T9" fmla="*/ 42 h 155"/>
                  <a:gd name="T10" fmla="*/ 9 w 119"/>
                  <a:gd name="T11" fmla="*/ 41 h 155"/>
                  <a:gd name="T12" fmla="*/ 25 w 119"/>
                  <a:gd name="T13" fmla="*/ 48 h 155"/>
                  <a:gd name="T14" fmla="*/ 40 w 119"/>
                  <a:gd name="T15" fmla="*/ 50 h 155"/>
                  <a:gd name="T16" fmla="*/ 48 w 119"/>
                  <a:gd name="T17" fmla="*/ 52 h 155"/>
                  <a:gd name="T18" fmla="*/ 46 w 119"/>
                  <a:gd name="T19" fmla="*/ 62 h 155"/>
                  <a:gd name="T20" fmla="*/ 51 w 119"/>
                  <a:gd name="T21" fmla="*/ 62 h 155"/>
                  <a:gd name="T22" fmla="*/ 54 w 119"/>
                  <a:gd name="T23" fmla="*/ 70 h 155"/>
                  <a:gd name="T24" fmla="*/ 43 w 119"/>
                  <a:gd name="T25" fmla="*/ 93 h 155"/>
                  <a:gd name="T26" fmla="*/ 35 w 119"/>
                  <a:gd name="T27" fmla="*/ 104 h 155"/>
                  <a:gd name="T28" fmla="*/ 12 w 119"/>
                  <a:gd name="T29" fmla="*/ 105 h 155"/>
                  <a:gd name="T30" fmla="*/ 4 w 119"/>
                  <a:gd name="T31" fmla="*/ 122 h 155"/>
                  <a:gd name="T32" fmla="*/ 19 w 119"/>
                  <a:gd name="T33" fmla="*/ 118 h 155"/>
                  <a:gd name="T34" fmla="*/ 29 w 119"/>
                  <a:gd name="T35" fmla="*/ 128 h 155"/>
                  <a:gd name="T36" fmla="*/ 32 w 119"/>
                  <a:gd name="T37" fmla="*/ 135 h 155"/>
                  <a:gd name="T38" fmla="*/ 39 w 119"/>
                  <a:gd name="T39" fmla="*/ 140 h 155"/>
                  <a:gd name="T40" fmla="*/ 57 w 119"/>
                  <a:gd name="T41" fmla="*/ 155 h 155"/>
                  <a:gd name="T42" fmla="*/ 54 w 119"/>
                  <a:gd name="T43" fmla="*/ 130 h 155"/>
                  <a:gd name="T44" fmla="*/ 75 w 119"/>
                  <a:gd name="T45" fmla="*/ 136 h 155"/>
                  <a:gd name="T46" fmla="*/ 74 w 119"/>
                  <a:gd name="T47" fmla="*/ 102 h 155"/>
                  <a:gd name="T48" fmla="*/ 83 w 119"/>
                  <a:gd name="T49" fmla="*/ 98 h 155"/>
                  <a:gd name="T50" fmla="*/ 92 w 119"/>
                  <a:gd name="T51" fmla="*/ 116 h 155"/>
                  <a:gd name="T52" fmla="*/ 102 w 119"/>
                  <a:gd name="T53" fmla="*/ 110 h 155"/>
                  <a:gd name="T54" fmla="*/ 115 w 119"/>
                  <a:gd name="T55" fmla="*/ 104 h 155"/>
                  <a:gd name="T56" fmla="*/ 118 w 119"/>
                  <a:gd name="T57" fmla="*/ 96 h 155"/>
                  <a:gd name="T58" fmla="*/ 96 w 119"/>
                  <a:gd name="T59" fmla="*/ 77 h 155"/>
                  <a:gd name="T60" fmla="*/ 98 w 119"/>
                  <a:gd name="T61" fmla="*/ 66 h 155"/>
                  <a:gd name="T62" fmla="*/ 101 w 119"/>
                  <a:gd name="T63" fmla="*/ 61 h 155"/>
                  <a:gd name="T64" fmla="*/ 99 w 119"/>
                  <a:gd name="T65" fmla="*/ 61 h 155"/>
                  <a:gd name="T66" fmla="*/ 102 w 119"/>
                  <a:gd name="T67" fmla="*/ 53 h 155"/>
                  <a:gd name="T68" fmla="*/ 94 w 119"/>
                  <a:gd name="T69" fmla="*/ 53 h 155"/>
                  <a:gd name="T70" fmla="*/ 90 w 119"/>
                  <a:gd name="T71" fmla="*/ 45 h 155"/>
                  <a:gd name="T72" fmla="*/ 87 w 119"/>
                  <a:gd name="T73" fmla="*/ 40 h 155"/>
                  <a:gd name="T74" fmla="*/ 92 w 119"/>
                  <a:gd name="T75" fmla="*/ 35 h 155"/>
                  <a:gd name="T76" fmla="*/ 81 w 119"/>
                  <a:gd name="T77" fmla="*/ 34 h 155"/>
                  <a:gd name="T78" fmla="*/ 84 w 119"/>
                  <a:gd name="T79" fmla="*/ 30 h 155"/>
                  <a:gd name="T80" fmla="*/ 84 w 119"/>
                  <a:gd name="T81" fmla="*/ 27 h 155"/>
                  <a:gd name="T82" fmla="*/ 75 w 119"/>
                  <a:gd name="T83" fmla="*/ 16 h 155"/>
                  <a:gd name="T84" fmla="*/ 65 w 119"/>
                  <a:gd name="T85" fmla="*/ 24 h 155"/>
                  <a:gd name="T86" fmla="*/ 65 w 119"/>
                  <a:gd name="T87" fmla="*/ 20 h 155"/>
                  <a:gd name="T88" fmla="*/ 63 w 119"/>
                  <a:gd name="T89" fmla="*/ 20 h 155"/>
                  <a:gd name="T90" fmla="*/ 54 w 119"/>
                  <a:gd name="T91" fmla="*/ 24 h 155"/>
                  <a:gd name="T92" fmla="*/ 62 w 119"/>
                  <a:gd name="T93" fmla="*/ 5 h 155"/>
                  <a:gd name="T94" fmla="*/ 40 w 119"/>
                  <a:gd name="T95" fmla="*/ 16 h 155"/>
                  <a:gd name="T96" fmla="*/ 28 w 119"/>
                  <a:gd name="T97" fmla="*/ 29 h 155"/>
                  <a:gd name="T98" fmla="*/ 57 w 119"/>
                  <a:gd name="T99" fmla="*/ 2 h 155"/>
                  <a:gd name="T100" fmla="*/ 50 w 119"/>
                  <a:gd name="T101"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9" h="155">
                    <a:moveTo>
                      <a:pt x="50" y="0"/>
                    </a:moveTo>
                    <a:cubicBezTo>
                      <a:pt x="39" y="0"/>
                      <a:pt x="18" y="16"/>
                      <a:pt x="8" y="28"/>
                    </a:cubicBezTo>
                    <a:cubicBezTo>
                      <a:pt x="9" y="28"/>
                      <a:pt x="10" y="29"/>
                      <a:pt x="11" y="29"/>
                    </a:cubicBezTo>
                    <a:cubicBezTo>
                      <a:pt x="14" y="28"/>
                      <a:pt x="15" y="28"/>
                      <a:pt x="16" y="28"/>
                    </a:cubicBezTo>
                    <a:cubicBezTo>
                      <a:pt x="17" y="28"/>
                      <a:pt x="17" y="28"/>
                      <a:pt x="17" y="28"/>
                    </a:cubicBezTo>
                    <a:cubicBezTo>
                      <a:pt x="17" y="29"/>
                      <a:pt x="17" y="29"/>
                      <a:pt x="17" y="29"/>
                    </a:cubicBezTo>
                    <a:cubicBezTo>
                      <a:pt x="15" y="32"/>
                      <a:pt x="13" y="32"/>
                      <a:pt x="11" y="32"/>
                    </a:cubicBezTo>
                    <a:cubicBezTo>
                      <a:pt x="9" y="32"/>
                      <a:pt x="8" y="32"/>
                      <a:pt x="7" y="32"/>
                    </a:cubicBezTo>
                    <a:cubicBezTo>
                      <a:pt x="6" y="33"/>
                      <a:pt x="4" y="35"/>
                      <a:pt x="2" y="37"/>
                    </a:cubicBezTo>
                    <a:cubicBezTo>
                      <a:pt x="3" y="38"/>
                      <a:pt x="4" y="40"/>
                      <a:pt x="5" y="42"/>
                    </a:cubicBezTo>
                    <a:cubicBezTo>
                      <a:pt x="6" y="41"/>
                      <a:pt x="7" y="41"/>
                      <a:pt x="8" y="41"/>
                    </a:cubicBezTo>
                    <a:cubicBezTo>
                      <a:pt x="9" y="41"/>
                      <a:pt x="9" y="41"/>
                      <a:pt x="9" y="41"/>
                    </a:cubicBezTo>
                    <a:cubicBezTo>
                      <a:pt x="9" y="43"/>
                      <a:pt x="9" y="45"/>
                      <a:pt x="25" y="48"/>
                    </a:cubicBezTo>
                    <a:cubicBezTo>
                      <a:pt x="25" y="48"/>
                      <a:pt x="25" y="48"/>
                      <a:pt x="25" y="48"/>
                    </a:cubicBezTo>
                    <a:cubicBezTo>
                      <a:pt x="26" y="48"/>
                      <a:pt x="27" y="48"/>
                      <a:pt x="34" y="46"/>
                    </a:cubicBezTo>
                    <a:cubicBezTo>
                      <a:pt x="37" y="49"/>
                      <a:pt x="38" y="50"/>
                      <a:pt x="40" y="50"/>
                    </a:cubicBezTo>
                    <a:cubicBezTo>
                      <a:pt x="42" y="50"/>
                      <a:pt x="44" y="48"/>
                      <a:pt x="48" y="44"/>
                    </a:cubicBezTo>
                    <a:cubicBezTo>
                      <a:pt x="49" y="48"/>
                      <a:pt x="49" y="50"/>
                      <a:pt x="48" y="52"/>
                    </a:cubicBezTo>
                    <a:cubicBezTo>
                      <a:pt x="49" y="52"/>
                      <a:pt x="50" y="53"/>
                      <a:pt x="51" y="53"/>
                    </a:cubicBezTo>
                    <a:cubicBezTo>
                      <a:pt x="53" y="60"/>
                      <a:pt x="53" y="60"/>
                      <a:pt x="46" y="62"/>
                    </a:cubicBezTo>
                    <a:cubicBezTo>
                      <a:pt x="46" y="66"/>
                      <a:pt x="46" y="66"/>
                      <a:pt x="46" y="66"/>
                    </a:cubicBezTo>
                    <a:cubicBezTo>
                      <a:pt x="51" y="62"/>
                      <a:pt x="51" y="62"/>
                      <a:pt x="51" y="62"/>
                    </a:cubicBezTo>
                    <a:cubicBezTo>
                      <a:pt x="52" y="63"/>
                      <a:pt x="53" y="64"/>
                      <a:pt x="54" y="65"/>
                    </a:cubicBezTo>
                    <a:cubicBezTo>
                      <a:pt x="53" y="66"/>
                      <a:pt x="53" y="66"/>
                      <a:pt x="54" y="70"/>
                    </a:cubicBezTo>
                    <a:cubicBezTo>
                      <a:pt x="55" y="71"/>
                      <a:pt x="55" y="72"/>
                      <a:pt x="55" y="73"/>
                    </a:cubicBezTo>
                    <a:cubicBezTo>
                      <a:pt x="55" y="73"/>
                      <a:pt x="65" y="81"/>
                      <a:pt x="43" y="93"/>
                    </a:cubicBezTo>
                    <a:cubicBezTo>
                      <a:pt x="33" y="98"/>
                      <a:pt x="33" y="98"/>
                      <a:pt x="33" y="99"/>
                    </a:cubicBezTo>
                    <a:cubicBezTo>
                      <a:pt x="34" y="101"/>
                      <a:pt x="34" y="101"/>
                      <a:pt x="35" y="104"/>
                    </a:cubicBezTo>
                    <a:cubicBezTo>
                      <a:pt x="32" y="107"/>
                      <a:pt x="27" y="106"/>
                      <a:pt x="24" y="109"/>
                    </a:cubicBezTo>
                    <a:cubicBezTo>
                      <a:pt x="18" y="107"/>
                      <a:pt x="15" y="105"/>
                      <a:pt x="12" y="105"/>
                    </a:cubicBezTo>
                    <a:cubicBezTo>
                      <a:pt x="9" y="105"/>
                      <a:pt x="7" y="107"/>
                      <a:pt x="4" y="111"/>
                    </a:cubicBezTo>
                    <a:cubicBezTo>
                      <a:pt x="0" y="116"/>
                      <a:pt x="2" y="121"/>
                      <a:pt x="4" y="122"/>
                    </a:cubicBezTo>
                    <a:cubicBezTo>
                      <a:pt x="5" y="122"/>
                      <a:pt x="6" y="122"/>
                      <a:pt x="7" y="122"/>
                    </a:cubicBezTo>
                    <a:cubicBezTo>
                      <a:pt x="11" y="122"/>
                      <a:pt x="15" y="118"/>
                      <a:pt x="19" y="118"/>
                    </a:cubicBezTo>
                    <a:cubicBezTo>
                      <a:pt x="21" y="116"/>
                      <a:pt x="23" y="114"/>
                      <a:pt x="25" y="112"/>
                    </a:cubicBezTo>
                    <a:cubicBezTo>
                      <a:pt x="26" y="114"/>
                      <a:pt x="26" y="114"/>
                      <a:pt x="29" y="128"/>
                    </a:cubicBezTo>
                    <a:cubicBezTo>
                      <a:pt x="34" y="130"/>
                      <a:pt x="34" y="130"/>
                      <a:pt x="34" y="130"/>
                    </a:cubicBezTo>
                    <a:cubicBezTo>
                      <a:pt x="32" y="135"/>
                      <a:pt x="32" y="135"/>
                      <a:pt x="32" y="135"/>
                    </a:cubicBezTo>
                    <a:cubicBezTo>
                      <a:pt x="32" y="138"/>
                      <a:pt x="32" y="142"/>
                      <a:pt x="33" y="145"/>
                    </a:cubicBezTo>
                    <a:cubicBezTo>
                      <a:pt x="37" y="141"/>
                      <a:pt x="38" y="140"/>
                      <a:pt x="39" y="140"/>
                    </a:cubicBezTo>
                    <a:cubicBezTo>
                      <a:pt x="41" y="142"/>
                      <a:pt x="40" y="145"/>
                      <a:pt x="42" y="147"/>
                    </a:cubicBezTo>
                    <a:cubicBezTo>
                      <a:pt x="57" y="155"/>
                      <a:pt x="57" y="155"/>
                      <a:pt x="57" y="155"/>
                    </a:cubicBezTo>
                    <a:cubicBezTo>
                      <a:pt x="60" y="149"/>
                      <a:pt x="59" y="148"/>
                      <a:pt x="59" y="147"/>
                    </a:cubicBezTo>
                    <a:cubicBezTo>
                      <a:pt x="59" y="147"/>
                      <a:pt x="47" y="133"/>
                      <a:pt x="54" y="130"/>
                    </a:cubicBezTo>
                    <a:cubicBezTo>
                      <a:pt x="62" y="142"/>
                      <a:pt x="69" y="144"/>
                      <a:pt x="69" y="144"/>
                    </a:cubicBezTo>
                    <a:cubicBezTo>
                      <a:pt x="73" y="138"/>
                      <a:pt x="74" y="138"/>
                      <a:pt x="75" y="136"/>
                    </a:cubicBezTo>
                    <a:cubicBezTo>
                      <a:pt x="76" y="137"/>
                      <a:pt x="76" y="137"/>
                      <a:pt x="76" y="137"/>
                    </a:cubicBezTo>
                    <a:cubicBezTo>
                      <a:pt x="77" y="136"/>
                      <a:pt x="69" y="111"/>
                      <a:pt x="74" y="102"/>
                    </a:cubicBezTo>
                    <a:cubicBezTo>
                      <a:pt x="76" y="100"/>
                      <a:pt x="79" y="98"/>
                      <a:pt x="82" y="98"/>
                    </a:cubicBezTo>
                    <a:cubicBezTo>
                      <a:pt x="82" y="98"/>
                      <a:pt x="83" y="98"/>
                      <a:pt x="83" y="98"/>
                    </a:cubicBezTo>
                    <a:cubicBezTo>
                      <a:pt x="83" y="99"/>
                      <a:pt x="84" y="99"/>
                      <a:pt x="86" y="112"/>
                    </a:cubicBezTo>
                    <a:cubicBezTo>
                      <a:pt x="92" y="116"/>
                      <a:pt x="92" y="116"/>
                      <a:pt x="92" y="116"/>
                    </a:cubicBezTo>
                    <a:cubicBezTo>
                      <a:pt x="95" y="110"/>
                      <a:pt x="95" y="110"/>
                      <a:pt x="95" y="110"/>
                    </a:cubicBezTo>
                    <a:cubicBezTo>
                      <a:pt x="102" y="110"/>
                      <a:pt x="102" y="110"/>
                      <a:pt x="102" y="110"/>
                    </a:cubicBezTo>
                    <a:cubicBezTo>
                      <a:pt x="107" y="103"/>
                      <a:pt x="107" y="103"/>
                      <a:pt x="107" y="103"/>
                    </a:cubicBezTo>
                    <a:cubicBezTo>
                      <a:pt x="110" y="103"/>
                      <a:pt x="113" y="103"/>
                      <a:pt x="115" y="104"/>
                    </a:cubicBezTo>
                    <a:cubicBezTo>
                      <a:pt x="116" y="103"/>
                      <a:pt x="116" y="102"/>
                      <a:pt x="117" y="101"/>
                    </a:cubicBezTo>
                    <a:cubicBezTo>
                      <a:pt x="119" y="97"/>
                      <a:pt x="118" y="97"/>
                      <a:pt x="118" y="96"/>
                    </a:cubicBezTo>
                    <a:cubicBezTo>
                      <a:pt x="111" y="87"/>
                      <a:pt x="109" y="86"/>
                      <a:pt x="106" y="85"/>
                    </a:cubicBezTo>
                    <a:cubicBezTo>
                      <a:pt x="100" y="84"/>
                      <a:pt x="97" y="83"/>
                      <a:pt x="96" y="77"/>
                    </a:cubicBezTo>
                    <a:cubicBezTo>
                      <a:pt x="95" y="73"/>
                      <a:pt x="86" y="75"/>
                      <a:pt x="87" y="69"/>
                    </a:cubicBezTo>
                    <a:cubicBezTo>
                      <a:pt x="87" y="68"/>
                      <a:pt x="88" y="67"/>
                      <a:pt x="98" y="66"/>
                    </a:cubicBezTo>
                    <a:cubicBezTo>
                      <a:pt x="101" y="66"/>
                      <a:pt x="102" y="61"/>
                      <a:pt x="102" y="61"/>
                    </a:cubicBezTo>
                    <a:cubicBezTo>
                      <a:pt x="102" y="61"/>
                      <a:pt x="101" y="61"/>
                      <a:pt x="101" y="61"/>
                    </a:cubicBezTo>
                    <a:cubicBezTo>
                      <a:pt x="101" y="61"/>
                      <a:pt x="100" y="61"/>
                      <a:pt x="100" y="61"/>
                    </a:cubicBezTo>
                    <a:cubicBezTo>
                      <a:pt x="100" y="61"/>
                      <a:pt x="100" y="61"/>
                      <a:pt x="99" y="61"/>
                    </a:cubicBezTo>
                    <a:cubicBezTo>
                      <a:pt x="98" y="61"/>
                      <a:pt x="98" y="61"/>
                      <a:pt x="97" y="60"/>
                    </a:cubicBezTo>
                    <a:cubicBezTo>
                      <a:pt x="98" y="57"/>
                      <a:pt x="102" y="56"/>
                      <a:pt x="102" y="53"/>
                    </a:cubicBezTo>
                    <a:cubicBezTo>
                      <a:pt x="102" y="53"/>
                      <a:pt x="101" y="53"/>
                      <a:pt x="101" y="53"/>
                    </a:cubicBezTo>
                    <a:cubicBezTo>
                      <a:pt x="100" y="53"/>
                      <a:pt x="98" y="53"/>
                      <a:pt x="94" y="53"/>
                    </a:cubicBezTo>
                    <a:cubicBezTo>
                      <a:pt x="98" y="50"/>
                      <a:pt x="99" y="49"/>
                      <a:pt x="100" y="48"/>
                    </a:cubicBezTo>
                    <a:cubicBezTo>
                      <a:pt x="99" y="47"/>
                      <a:pt x="99" y="47"/>
                      <a:pt x="90" y="45"/>
                    </a:cubicBezTo>
                    <a:cubicBezTo>
                      <a:pt x="90" y="43"/>
                      <a:pt x="90" y="43"/>
                      <a:pt x="92" y="41"/>
                    </a:cubicBezTo>
                    <a:cubicBezTo>
                      <a:pt x="91" y="41"/>
                      <a:pt x="89" y="40"/>
                      <a:pt x="87" y="40"/>
                    </a:cubicBezTo>
                    <a:cubicBezTo>
                      <a:pt x="90" y="38"/>
                      <a:pt x="91" y="38"/>
                      <a:pt x="92" y="37"/>
                    </a:cubicBezTo>
                    <a:cubicBezTo>
                      <a:pt x="92" y="36"/>
                      <a:pt x="92" y="36"/>
                      <a:pt x="92" y="35"/>
                    </a:cubicBezTo>
                    <a:cubicBezTo>
                      <a:pt x="90" y="34"/>
                      <a:pt x="89" y="34"/>
                      <a:pt x="87" y="34"/>
                    </a:cubicBezTo>
                    <a:cubicBezTo>
                      <a:pt x="86" y="34"/>
                      <a:pt x="84" y="34"/>
                      <a:pt x="81" y="34"/>
                    </a:cubicBezTo>
                    <a:cubicBezTo>
                      <a:pt x="81" y="34"/>
                      <a:pt x="81" y="34"/>
                      <a:pt x="81" y="34"/>
                    </a:cubicBezTo>
                    <a:cubicBezTo>
                      <a:pt x="82" y="33"/>
                      <a:pt x="82" y="32"/>
                      <a:pt x="84" y="30"/>
                    </a:cubicBezTo>
                    <a:cubicBezTo>
                      <a:pt x="83" y="30"/>
                      <a:pt x="81" y="30"/>
                      <a:pt x="80" y="30"/>
                    </a:cubicBezTo>
                    <a:cubicBezTo>
                      <a:pt x="83" y="28"/>
                      <a:pt x="84" y="27"/>
                      <a:pt x="84" y="27"/>
                    </a:cubicBezTo>
                    <a:cubicBezTo>
                      <a:pt x="84" y="25"/>
                      <a:pt x="83" y="23"/>
                      <a:pt x="83" y="21"/>
                    </a:cubicBezTo>
                    <a:cubicBezTo>
                      <a:pt x="79" y="17"/>
                      <a:pt x="76" y="16"/>
                      <a:pt x="75" y="16"/>
                    </a:cubicBezTo>
                    <a:cubicBezTo>
                      <a:pt x="75" y="16"/>
                      <a:pt x="75" y="16"/>
                      <a:pt x="75" y="16"/>
                    </a:cubicBezTo>
                    <a:cubicBezTo>
                      <a:pt x="70" y="17"/>
                      <a:pt x="69" y="22"/>
                      <a:pt x="65" y="24"/>
                    </a:cubicBezTo>
                    <a:cubicBezTo>
                      <a:pt x="65" y="23"/>
                      <a:pt x="65" y="22"/>
                      <a:pt x="65" y="21"/>
                    </a:cubicBezTo>
                    <a:cubicBezTo>
                      <a:pt x="65" y="20"/>
                      <a:pt x="65" y="20"/>
                      <a:pt x="65" y="20"/>
                    </a:cubicBezTo>
                    <a:cubicBezTo>
                      <a:pt x="64" y="20"/>
                      <a:pt x="64" y="20"/>
                      <a:pt x="64" y="20"/>
                    </a:cubicBezTo>
                    <a:cubicBezTo>
                      <a:pt x="63" y="20"/>
                      <a:pt x="63" y="20"/>
                      <a:pt x="63" y="20"/>
                    </a:cubicBezTo>
                    <a:cubicBezTo>
                      <a:pt x="59" y="23"/>
                      <a:pt x="57" y="25"/>
                      <a:pt x="56" y="25"/>
                    </a:cubicBezTo>
                    <a:cubicBezTo>
                      <a:pt x="55" y="25"/>
                      <a:pt x="55" y="24"/>
                      <a:pt x="54" y="24"/>
                    </a:cubicBezTo>
                    <a:cubicBezTo>
                      <a:pt x="57" y="17"/>
                      <a:pt x="67" y="16"/>
                      <a:pt x="67" y="7"/>
                    </a:cubicBezTo>
                    <a:cubicBezTo>
                      <a:pt x="67" y="6"/>
                      <a:pt x="65" y="5"/>
                      <a:pt x="62" y="5"/>
                    </a:cubicBezTo>
                    <a:cubicBezTo>
                      <a:pt x="58" y="5"/>
                      <a:pt x="52" y="6"/>
                      <a:pt x="43" y="12"/>
                    </a:cubicBezTo>
                    <a:cubicBezTo>
                      <a:pt x="42" y="14"/>
                      <a:pt x="41" y="15"/>
                      <a:pt x="40" y="16"/>
                    </a:cubicBezTo>
                    <a:cubicBezTo>
                      <a:pt x="42" y="19"/>
                      <a:pt x="39" y="19"/>
                      <a:pt x="35" y="20"/>
                    </a:cubicBezTo>
                    <a:cubicBezTo>
                      <a:pt x="35" y="23"/>
                      <a:pt x="34" y="29"/>
                      <a:pt x="28" y="29"/>
                    </a:cubicBezTo>
                    <a:cubicBezTo>
                      <a:pt x="28" y="29"/>
                      <a:pt x="28" y="29"/>
                      <a:pt x="28" y="29"/>
                    </a:cubicBezTo>
                    <a:cubicBezTo>
                      <a:pt x="30" y="16"/>
                      <a:pt x="38" y="12"/>
                      <a:pt x="57" y="2"/>
                    </a:cubicBezTo>
                    <a:cubicBezTo>
                      <a:pt x="54" y="0"/>
                      <a:pt x="53" y="0"/>
                      <a:pt x="51" y="0"/>
                    </a:cubicBezTo>
                    <a:cubicBezTo>
                      <a:pt x="51" y="0"/>
                      <a:pt x="50"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143"/>
              <p:cNvSpPr>
                <a:spLocks/>
              </p:cNvSpPr>
              <p:nvPr/>
            </p:nvSpPr>
            <p:spPr bwMode="auto">
              <a:xfrm>
                <a:off x="4829176" y="1512888"/>
                <a:ext cx="79375" cy="52388"/>
              </a:xfrm>
              <a:custGeom>
                <a:avLst/>
                <a:gdLst>
                  <a:gd name="T0" fmla="*/ 15 w 21"/>
                  <a:gd name="T1" fmla="*/ 0 h 14"/>
                  <a:gd name="T2" fmla="*/ 10 w 21"/>
                  <a:gd name="T3" fmla="*/ 1 h 14"/>
                  <a:gd name="T4" fmla="*/ 8 w 21"/>
                  <a:gd name="T5" fmla="*/ 4 h 14"/>
                  <a:gd name="T6" fmla="*/ 5 w 21"/>
                  <a:gd name="T7" fmla="*/ 8 h 14"/>
                  <a:gd name="T8" fmla="*/ 1 w 21"/>
                  <a:gd name="T9" fmla="*/ 12 h 14"/>
                  <a:gd name="T10" fmla="*/ 0 w 21"/>
                  <a:gd name="T11" fmla="*/ 13 h 14"/>
                  <a:gd name="T12" fmla="*/ 4 w 21"/>
                  <a:gd name="T13" fmla="*/ 14 h 14"/>
                  <a:gd name="T14" fmla="*/ 10 w 21"/>
                  <a:gd name="T15" fmla="*/ 13 h 14"/>
                  <a:gd name="T16" fmla="*/ 16 w 21"/>
                  <a:gd name="T17" fmla="*/ 10 h 14"/>
                  <a:gd name="T18" fmla="*/ 17 w 21"/>
                  <a:gd name="T19" fmla="*/ 9 h 14"/>
                  <a:gd name="T20" fmla="*/ 18 w 21"/>
                  <a:gd name="T21" fmla="*/ 7 h 14"/>
                  <a:gd name="T22" fmla="*/ 19 w 21"/>
                  <a:gd name="T23" fmla="*/ 6 h 14"/>
                  <a:gd name="T24" fmla="*/ 19 w 21"/>
                  <a:gd name="T25" fmla="*/ 5 h 14"/>
                  <a:gd name="T26" fmla="*/ 20 w 21"/>
                  <a:gd name="T27" fmla="*/ 4 h 14"/>
                  <a:gd name="T28" fmla="*/ 21 w 21"/>
                  <a:gd name="T29" fmla="*/ 3 h 14"/>
                  <a:gd name="T30" fmla="*/ 21 w 21"/>
                  <a:gd name="T31" fmla="*/ 3 h 14"/>
                  <a:gd name="T32" fmla="*/ 16 w 21"/>
                  <a:gd name="T33" fmla="*/ 0 h 14"/>
                  <a:gd name="T34" fmla="*/ 15 w 21"/>
                  <a:gd name="T3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14">
                    <a:moveTo>
                      <a:pt x="15" y="0"/>
                    </a:moveTo>
                    <a:cubicBezTo>
                      <a:pt x="12" y="0"/>
                      <a:pt x="10" y="1"/>
                      <a:pt x="10" y="1"/>
                    </a:cubicBezTo>
                    <a:cubicBezTo>
                      <a:pt x="10" y="1"/>
                      <a:pt x="9" y="2"/>
                      <a:pt x="8" y="4"/>
                    </a:cubicBezTo>
                    <a:cubicBezTo>
                      <a:pt x="7" y="5"/>
                      <a:pt x="6" y="6"/>
                      <a:pt x="5" y="8"/>
                    </a:cubicBezTo>
                    <a:cubicBezTo>
                      <a:pt x="4" y="9"/>
                      <a:pt x="2" y="10"/>
                      <a:pt x="1" y="12"/>
                    </a:cubicBezTo>
                    <a:cubicBezTo>
                      <a:pt x="1" y="13"/>
                      <a:pt x="0" y="13"/>
                      <a:pt x="0" y="13"/>
                    </a:cubicBezTo>
                    <a:cubicBezTo>
                      <a:pt x="0" y="13"/>
                      <a:pt x="2" y="14"/>
                      <a:pt x="4" y="14"/>
                    </a:cubicBezTo>
                    <a:cubicBezTo>
                      <a:pt x="7" y="14"/>
                      <a:pt x="10" y="13"/>
                      <a:pt x="10" y="13"/>
                    </a:cubicBezTo>
                    <a:cubicBezTo>
                      <a:pt x="14" y="12"/>
                      <a:pt x="15" y="11"/>
                      <a:pt x="16" y="10"/>
                    </a:cubicBezTo>
                    <a:cubicBezTo>
                      <a:pt x="17" y="9"/>
                      <a:pt x="17" y="9"/>
                      <a:pt x="17" y="9"/>
                    </a:cubicBezTo>
                    <a:cubicBezTo>
                      <a:pt x="17" y="8"/>
                      <a:pt x="18" y="8"/>
                      <a:pt x="18" y="7"/>
                    </a:cubicBezTo>
                    <a:cubicBezTo>
                      <a:pt x="18" y="7"/>
                      <a:pt x="18" y="7"/>
                      <a:pt x="19" y="6"/>
                    </a:cubicBezTo>
                    <a:cubicBezTo>
                      <a:pt x="19" y="6"/>
                      <a:pt x="19" y="5"/>
                      <a:pt x="19" y="5"/>
                    </a:cubicBezTo>
                    <a:cubicBezTo>
                      <a:pt x="20" y="4"/>
                      <a:pt x="20" y="4"/>
                      <a:pt x="20" y="4"/>
                    </a:cubicBezTo>
                    <a:cubicBezTo>
                      <a:pt x="21" y="3"/>
                      <a:pt x="21" y="3"/>
                      <a:pt x="21" y="3"/>
                    </a:cubicBezTo>
                    <a:cubicBezTo>
                      <a:pt x="21" y="3"/>
                      <a:pt x="21" y="3"/>
                      <a:pt x="21" y="3"/>
                    </a:cubicBezTo>
                    <a:cubicBezTo>
                      <a:pt x="19" y="1"/>
                      <a:pt x="17" y="0"/>
                      <a:pt x="16" y="0"/>
                    </a:cubicBezTo>
                    <a:cubicBezTo>
                      <a:pt x="15" y="0"/>
                      <a:pt x="15"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144"/>
              <p:cNvSpPr>
                <a:spLocks/>
              </p:cNvSpPr>
              <p:nvPr/>
            </p:nvSpPr>
            <p:spPr bwMode="auto">
              <a:xfrm>
                <a:off x="4903788" y="1524001"/>
                <a:ext cx="30163" cy="30163"/>
              </a:xfrm>
              <a:custGeom>
                <a:avLst/>
                <a:gdLst>
                  <a:gd name="T0" fmla="*/ 5 w 8"/>
                  <a:gd name="T1" fmla="*/ 0 h 8"/>
                  <a:gd name="T2" fmla="*/ 1 w 8"/>
                  <a:gd name="T3" fmla="*/ 5 h 8"/>
                  <a:gd name="T4" fmla="*/ 3 w 8"/>
                  <a:gd name="T5" fmla="*/ 8 h 8"/>
                  <a:gd name="T6" fmla="*/ 6 w 8"/>
                  <a:gd name="T7" fmla="*/ 7 h 8"/>
                  <a:gd name="T8" fmla="*/ 5 w 8"/>
                  <a:gd name="T9" fmla="*/ 0 h 8"/>
                  <a:gd name="T10" fmla="*/ 5 w 8"/>
                  <a:gd name="T11" fmla="*/ 0 h 8"/>
                </a:gdLst>
                <a:ahLst/>
                <a:cxnLst>
                  <a:cxn ang="0">
                    <a:pos x="T0" y="T1"/>
                  </a:cxn>
                  <a:cxn ang="0">
                    <a:pos x="T2" y="T3"/>
                  </a:cxn>
                  <a:cxn ang="0">
                    <a:pos x="T4" y="T5"/>
                  </a:cxn>
                  <a:cxn ang="0">
                    <a:pos x="T6" y="T7"/>
                  </a:cxn>
                  <a:cxn ang="0">
                    <a:pos x="T8" y="T9"/>
                  </a:cxn>
                  <a:cxn ang="0">
                    <a:pos x="T10" y="T11"/>
                  </a:cxn>
                </a:cxnLst>
                <a:rect l="0" t="0" r="r" b="b"/>
                <a:pathLst>
                  <a:path w="8" h="8">
                    <a:moveTo>
                      <a:pt x="5" y="0"/>
                    </a:moveTo>
                    <a:cubicBezTo>
                      <a:pt x="3" y="0"/>
                      <a:pt x="0" y="2"/>
                      <a:pt x="1" y="5"/>
                    </a:cubicBezTo>
                    <a:cubicBezTo>
                      <a:pt x="1" y="7"/>
                      <a:pt x="2" y="8"/>
                      <a:pt x="3" y="8"/>
                    </a:cubicBezTo>
                    <a:cubicBezTo>
                      <a:pt x="4" y="8"/>
                      <a:pt x="5" y="8"/>
                      <a:pt x="6" y="7"/>
                    </a:cubicBezTo>
                    <a:cubicBezTo>
                      <a:pt x="7" y="5"/>
                      <a:pt x="8" y="1"/>
                      <a:pt x="5" y="0"/>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145"/>
              <p:cNvSpPr>
                <a:spLocks/>
              </p:cNvSpPr>
              <p:nvPr/>
            </p:nvSpPr>
            <p:spPr bwMode="auto">
              <a:xfrm>
                <a:off x="4683126" y="1039813"/>
                <a:ext cx="142875" cy="52388"/>
              </a:xfrm>
              <a:custGeom>
                <a:avLst/>
                <a:gdLst>
                  <a:gd name="T0" fmla="*/ 38 w 38"/>
                  <a:gd name="T1" fmla="*/ 0 h 14"/>
                  <a:gd name="T2" fmla="*/ 31 w 38"/>
                  <a:gd name="T3" fmla="*/ 3 h 14"/>
                  <a:gd name="T4" fmla="*/ 35 w 38"/>
                  <a:gd name="T5" fmla="*/ 0 h 14"/>
                  <a:gd name="T6" fmla="*/ 35 w 38"/>
                  <a:gd name="T7" fmla="*/ 0 h 14"/>
                  <a:gd name="T8" fmla="*/ 7 w 38"/>
                  <a:gd name="T9" fmla="*/ 8 h 14"/>
                  <a:gd name="T10" fmla="*/ 0 w 38"/>
                  <a:gd name="T11" fmla="*/ 14 h 14"/>
                  <a:gd name="T12" fmla="*/ 6 w 38"/>
                  <a:gd name="T13" fmla="*/ 11 h 14"/>
                  <a:gd name="T14" fmla="*/ 6 w 38"/>
                  <a:gd name="T15" fmla="*/ 11 h 14"/>
                  <a:gd name="T16" fmla="*/ 4 w 38"/>
                  <a:gd name="T17" fmla="*/ 13 h 14"/>
                  <a:gd name="T18" fmla="*/ 4 w 38"/>
                  <a:gd name="T19" fmla="*/ 13 h 14"/>
                  <a:gd name="T20" fmla="*/ 8 w 38"/>
                  <a:gd name="T21" fmla="*/ 12 h 14"/>
                  <a:gd name="T22" fmla="*/ 11 w 38"/>
                  <a:gd name="T23" fmla="*/ 12 h 14"/>
                  <a:gd name="T24" fmla="*/ 22 w 38"/>
                  <a:gd name="T25" fmla="*/ 6 h 14"/>
                  <a:gd name="T26" fmla="*/ 21 w 38"/>
                  <a:gd name="T27" fmla="*/ 7 h 14"/>
                  <a:gd name="T28" fmla="*/ 13 w 38"/>
                  <a:gd name="T29" fmla="*/ 12 h 14"/>
                  <a:gd name="T30" fmla="*/ 34 w 38"/>
                  <a:gd name="T31" fmla="*/ 3 h 14"/>
                  <a:gd name="T32" fmla="*/ 38 w 38"/>
                  <a:gd name="T3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8" h="14">
                    <a:moveTo>
                      <a:pt x="38" y="0"/>
                    </a:moveTo>
                    <a:cubicBezTo>
                      <a:pt x="35" y="0"/>
                      <a:pt x="33" y="2"/>
                      <a:pt x="31" y="3"/>
                    </a:cubicBezTo>
                    <a:cubicBezTo>
                      <a:pt x="32" y="2"/>
                      <a:pt x="34" y="2"/>
                      <a:pt x="35" y="0"/>
                    </a:cubicBezTo>
                    <a:cubicBezTo>
                      <a:pt x="35" y="0"/>
                      <a:pt x="35" y="0"/>
                      <a:pt x="35" y="0"/>
                    </a:cubicBezTo>
                    <a:cubicBezTo>
                      <a:pt x="31" y="0"/>
                      <a:pt x="7" y="8"/>
                      <a:pt x="7" y="8"/>
                    </a:cubicBezTo>
                    <a:cubicBezTo>
                      <a:pt x="6" y="8"/>
                      <a:pt x="1" y="10"/>
                      <a:pt x="0" y="14"/>
                    </a:cubicBezTo>
                    <a:cubicBezTo>
                      <a:pt x="5" y="11"/>
                      <a:pt x="6" y="11"/>
                      <a:pt x="6" y="11"/>
                    </a:cubicBezTo>
                    <a:cubicBezTo>
                      <a:pt x="6" y="11"/>
                      <a:pt x="6" y="11"/>
                      <a:pt x="6" y="11"/>
                    </a:cubicBezTo>
                    <a:cubicBezTo>
                      <a:pt x="6" y="11"/>
                      <a:pt x="5" y="12"/>
                      <a:pt x="4" y="13"/>
                    </a:cubicBezTo>
                    <a:cubicBezTo>
                      <a:pt x="4" y="13"/>
                      <a:pt x="4" y="13"/>
                      <a:pt x="4" y="13"/>
                    </a:cubicBezTo>
                    <a:cubicBezTo>
                      <a:pt x="5" y="13"/>
                      <a:pt x="6" y="13"/>
                      <a:pt x="8" y="12"/>
                    </a:cubicBezTo>
                    <a:cubicBezTo>
                      <a:pt x="9" y="12"/>
                      <a:pt x="11" y="12"/>
                      <a:pt x="11" y="12"/>
                    </a:cubicBezTo>
                    <a:cubicBezTo>
                      <a:pt x="12" y="11"/>
                      <a:pt x="21" y="6"/>
                      <a:pt x="22" y="6"/>
                    </a:cubicBezTo>
                    <a:cubicBezTo>
                      <a:pt x="22" y="6"/>
                      <a:pt x="22" y="6"/>
                      <a:pt x="21" y="7"/>
                    </a:cubicBezTo>
                    <a:cubicBezTo>
                      <a:pt x="13" y="11"/>
                      <a:pt x="13" y="11"/>
                      <a:pt x="13" y="12"/>
                    </a:cubicBezTo>
                    <a:cubicBezTo>
                      <a:pt x="17" y="12"/>
                      <a:pt x="23" y="9"/>
                      <a:pt x="34" y="3"/>
                    </a:cubicBezTo>
                    <a:cubicBezTo>
                      <a:pt x="34" y="3"/>
                      <a:pt x="38" y="1"/>
                      <a:pt x="3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146"/>
              <p:cNvSpPr>
                <a:spLocks/>
              </p:cNvSpPr>
              <p:nvPr/>
            </p:nvSpPr>
            <p:spPr bwMode="auto">
              <a:xfrm>
                <a:off x="4672013" y="1092201"/>
                <a:ext cx="44450" cy="22225"/>
              </a:xfrm>
              <a:custGeom>
                <a:avLst/>
                <a:gdLst>
                  <a:gd name="T0" fmla="*/ 11 w 12"/>
                  <a:gd name="T1" fmla="*/ 0 h 6"/>
                  <a:gd name="T2" fmla="*/ 0 w 12"/>
                  <a:gd name="T3" fmla="*/ 6 h 6"/>
                  <a:gd name="T4" fmla="*/ 0 w 12"/>
                  <a:gd name="T5" fmla="*/ 6 h 6"/>
                  <a:gd name="T6" fmla="*/ 11 w 12"/>
                  <a:gd name="T7" fmla="*/ 2 h 6"/>
                  <a:gd name="T8" fmla="*/ 12 w 12"/>
                  <a:gd name="T9" fmla="*/ 0 h 6"/>
                  <a:gd name="T10" fmla="*/ 11 w 12"/>
                  <a:gd name="T11" fmla="*/ 0 h 6"/>
                </a:gdLst>
                <a:ahLst/>
                <a:cxnLst>
                  <a:cxn ang="0">
                    <a:pos x="T0" y="T1"/>
                  </a:cxn>
                  <a:cxn ang="0">
                    <a:pos x="T2" y="T3"/>
                  </a:cxn>
                  <a:cxn ang="0">
                    <a:pos x="T4" y="T5"/>
                  </a:cxn>
                  <a:cxn ang="0">
                    <a:pos x="T6" y="T7"/>
                  </a:cxn>
                  <a:cxn ang="0">
                    <a:pos x="T8" y="T9"/>
                  </a:cxn>
                  <a:cxn ang="0">
                    <a:pos x="T10" y="T11"/>
                  </a:cxn>
                </a:cxnLst>
                <a:rect l="0" t="0" r="r" b="b"/>
                <a:pathLst>
                  <a:path w="12" h="6">
                    <a:moveTo>
                      <a:pt x="11" y="0"/>
                    </a:moveTo>
                    <a:cubicBezTo>
                      <a:pt x="8" y="0"/>
                      <a:pt x="0" y="5"/>
                      <a:pt x="0" y="6"/>
                    </a:cubicBezTo>
                    <a:cubicBezTo>
                      <a:pt x="0" y="6"/>
                      <a:pt x="0" y="6"/>
                      <a:pt x="0" y="6"/>
                    </a:cubicBezTo>
                    <a:cubicBezTo>
                      <a:pt x="2" y="6"/>
                      <a:pt x="8" y="3"/>
                      <a:pt x="11" y="2"/>
                    </a:cubicBezTo>
                    <a:cubicBezTo>
                      <a:pt x="12" y="1"/>
                      <a:pt x="12" y="0"/>
                      <a:pt x="12" y="0"/>
                    </a:cubicBezTo>
                    <a:cubicBezTo>
                      <a:pt x="11" y="0"/>
                      <a:pt x="11"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147"/>
              <p:cNvSpPr>
                <a:spLocks/>
              </p:cNvSpPr>
              <p:nvPr/>
            </p:nvSpPr>
            <p:spPr bwMode="auto">
              <a:xfrm>
                <a:off x="4645026" y="1081088"/>
                <a:ext cx="192088" cy="85725"/>
              </a:xfrm>
              <a:custGeom>
                <a:avLst/>
                <a:gdLst>
                  <a:gd name="T0" fmla="*/ 50 w 51"/>
                  <a:gd name="T1" fmla="*/ 0 h 23"/>
                  <a:gd name="T2" fmla="*/ 39 w 51"/>
                  <a:gd name="T3" fmla="*/ 4 h 23"/>
                  <a:gd name="T4" fmla="*/ 38 w 51"/>
                  <a:gd name="T5" fmla="*/ 7 h 23"/>
                  <a:gd name="T6" fmla="*/ 31 w 51"/>
                  <a:gd name="T7" fmla="*/ 11 h 23"/>
                  <a:gd name="T8" fmla="*/ 27 w 51"/>
                  <a:gd name="T9" fmla="*/ 13 h 23"/>
                  <a:gd name="T10" fmla="*/ 23 w 51"/>
                  <a:gd name="T11" fmla="*/ 13 h 23"/>
                  <a:gd name="T12" fmla="*/ 27 w 51"/>
                  <a:gd name="T13" fmla="*/ 9 h 23"/>
                  <a:gd name="T14" fmla="*/ 32 w 51"/>
                  <a:gd name="T15" fmla="*/ 5 h 23"/>
                  <a:gd name="T16" fmla="*/ 34 w 51"/>
                  <a:gd name="T17" fmla="*/ 1 h 23"/>
                  <a:gd name="T18" fmla="*/ 34 w 51"/>
                  <a:gd name="T19" fmla="*/ 0 h 23"/>
                  <a:gd name="T20" fmla="*/ 34 w 51"/>
                  <a:gd name="T21" fmla="*/ 0 h 23"/>
                  <a:gd name="T22" fmla="*/ 24 w 51"/>
                  <a:gd name="T23" fmla="*/ 3 h 23"/>
                  <a:gd name="T24" fmla="*/ 21 w 51"/>
                  <a:gd name="T25" fmla="*/ 6 h 23"/>
                  <a:gd name="T26" fmla="*/ 20 w 51"/>
                  <a:gd name="T27" fmla="*/ 6 h 23"/>
                  <a:gd name="T28" fmla="*/ 19 w 51"/>
                  <a:gd name="T29" fmla="*/ 6 h 23"/>
                  <a:gd name="T30" fmla="*/ 18 w 51"/>
                  <a:gd name="T31" fmla="*/ 6 h 23"/>
                  <a:gd name="T32" fmla="*/ 17 w 51"/>
                  <a:gd name="T33" fmla="*/ 6 h 23"/>
                  <a:gd name="T34" fmla="*/ 12 w 51"/>
                  <a:gd name="T35" fmla="*/ 10 h 23"/>
                  <a:gd name="T36" fmla="*/ 7 w 51"/>
                  <a:gd name="T37" fmla="*/ 11 h 23"/>
                  <a:gd name="T38" fmla="*/ 8 w 51"/>
                  <a:gd name="T39" fmla="*/ 14 h 23"/>
                  <a:gd name="T40" fmla="*/ 12 w 51"/>
                  <a:gd name="T41" fmla="*/ 13 h 23"/>
                  <a:gd name="T42" fmla="*/ 16 w 51"/>
                  <a:gd name="T43" fmla="*/ 12 h 23"/>
                  <a:gd name="T44" fmla="*/ 17 w 51"/>
                  <a:gd name="T45" fmla="*/ 13 h 23"/>
                  <a:gd name="T46" fmla="*/ 14 w 51"/>
                  <a:gd name="T47" fmla="*/ 15 h 23"/>
                  <a:gd name="T48" fmla="*/ 16 w 51"/>
                  <a:gd name="T49" fmla="*/ 16 h 23"/>
                  <a:gd name="T50" fmla="*/ 16 w 51"/>
                  <a:gd name="T51" fmla="*/ 17 h 23"/>
                  <a:gd name="T52" fmla="*/ 11 w 51"/>
                  <a:gd name="T53" fmla="*/ 19 h 23"/>
                  <a:gd name="T54" fmla="*/ 10 w 51"/>
                  <a:gd name="T55" fmla="*/ 19 h 23"/>
                  <a:gd name="T56" fmla="*/ 8 w 51"/>
                  <a:gd name="T57" fmla="*/ 18 h 23"/>
                  <a:gd name="T58" fmla="*/ 0 w 51"/>
                  <a:gd name="T59" fmla="*/ 22 h 23"/>
                  <a:gd name="T60" fmla="*/ 2 w 51"/>
                  <a:gd name="T61" fmla="*/ 23 h 23"/>
                  <a:gd name="T62" fmla="*/ 3 w 51"/>
                  <a:gd name="T63" fmla="*/ 23 h 23"/>
                  <a:gd name="T64" fmla="*/ 4 w 51"/>
                  <a:gd name="T65" fmla="*/ 23 h 23"/>
                  <a:gd name="T66" fmla="*/ 22 w 51"/>
                  <a:gd name="T67" fmla="*/ 19 h 23"/>
                  <a:gd name="T68" fmla="*/ 25 w 51"/>
                  <a:gd name="T69" fmla="*/ 19 h 23"/>
                  <a:gd name="T70" fmla="*/ 26 w 51"/>
                  <a:gd name="T71" fmla="*/ 20 h 23"/>
                  <a:gd name="T72" fmla="*/ 27 w 51"/>
                  <a:gd name="T73" fmla="*/ 20 h 23"/>
                  <a:gd name="T74" fmla="*/ 28 w 51"/>
                  <a:gd name="T75" fmla="*/ 20 h 23"/>
                  <a:gd name="T76" fmla="*/ 39 w 51"/>
                  <a:gd name="T77" fmla="*/ 15 h 23"/>
                  <a:gd name="T78" fmla="*/ 46 w 51"/>
                  <a:gd name="T79" fmla="*/ 9 h 23"/>
                  <a:gd name="T80" fmla="*/ 45 w 51"/>
                  <a:gd name="T81" fmla="*/ 9 h 23"/>
                  <a:gd name="T82" fmla="*/ 42 w 51"/>
                  <a:gd name="T83" fmla="*/ 10 h 23"/>
                  <a:gd name="T84" fmla="*/ 39 w 51"/>
                  <a:gd name="T85" fmla="*/ 12 h 23"/>
                  <a:gd name="T86" fmla="*/ 36 w 51"/>
                  <a:gd name="T87" fmla="*/ 11 h 23"/>
                  <a:gd name="T88" fmla="*/ 51 w 51"/>
                  <a:gd name="T89" fmla="*/ 0 h 23"/>
                  <a:gd name="T90" fmla="*/ 50 w 51"/>
                  <a:gd name="T9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1" h="23">
                    <a:moveTo>
                      <a:pt x="50" y="0"/>
                    </a:moveTo>
                    <a:cubicBezTo>
                      <a:pt x="49" y="0"/>
                      <a:pt x="47" y="1"/>
                      <a:pt x="39" y="4"/>
                    </a:cubicBezTo>
                    <a:cubicBezTo>
                      <a:pt x="38" y="7"/>
                      <a:pt x="38" y="7"/>
                      <a:pt x="38" y="7"/>
                    </a:cubicBezTo>
                    <a:cubicBezTo>
                      <a:pt x="36" y="8"/>
                      <a:pt x="33" y="10"/>
                      <a:pt x="31" y="11"/>
                    </a:cubicBezTo>
                    <a:cubicBezTo>
                      <a:pt x="30" y="13"/>
                      <a:pt x="30" y="13"/>
                      <a:pt x="27" y="13"/>
                    </a:cubicBezTo>
                    <a:cubicBezTo>
                      <a:pt x="26" y="13"/>
                      <a:pt x="25" y="13"/>
                      <a:pt x="23" y="13"/>
                    </a:cubicBezTo>
                    <a:cubicBezTo>
                      <a:pt x="23" y="12"/>
                      <a:pt x="23" y="12"/>
                      <a:pt x="27" y="9"/>
                    </a:cubicBezTo>
                    <a:cubicBezTo>
                      <a:pt x="29" y="7"/>
                      <a:pt x="31" y="5"/>
                      <a:pt x="32" y="5"/>
                    </a:cubicBezTo>
                    <a:cubicBezTo>
                      <a:pt x="33" y="4"/>
                      <a:pt x="33" y="2"/>
                      <a:pt x="34" y="1"/>
                    </a:cubicBezTo>
                    <a:cubicBezTo>
                      <a:pt x="34" y="0"/>
                      <a:pt x="34" y="0"/>
                      <a:pt x="34" y="0"/>
                    </a:cubicBezTo>
                    <a:cubicBezTo>
                      <a:pt x="34" y="0"/>
                      <a:pt x="34" y="0"/>
                      <a:pt x="34" y="0"/>
                    </a:cubicBezTo>
                    <a:cubicBezTo>
                      <a:pt x="33" y="0"/>
                      <a:pt x="27" y="1"/>
                      <a:pt x="24" y="3"/>
                    </a:cubicBezTo>
                    <a:cubicBezTo>
                      <a:pt x="23" y="4"/>
                      <a:pt x="22" y="5"/>
                      <a:pt x="21" y="6"/>
                    </a:cubicBezTo>
                    <a:cubicBezTo>
                      <a:pt x="21" y="6"/>
                      <a:pt x="21" y="6"/>
                      <a:pt x="20" y="6"/>
                    </a:cubicBezTo>
                    <a:cubicBezTo>
                      <a:pt x="20" y="6"/>
                      <a:pt x="20" y="6"/>
                      <a:pt x="19" y="6"/>
                    </a:cubicBezTo>
                    <a:cubicBezTo>
                      <a:pt x="19" y="6"/>
                      <a:pt x="18" y="6"/>
                      <a:pt x="18" y="6"/>
                    </a:cubicBezTo>
                    <a:cubicBezTo>
                      <a:pt x="18" y="6"/>
                      <a:pt x="17" y="6"/>
                      <a:pt x="17" y="6"/>
                    </a:cubicBezTo>
                    <a:cubicBezTo>
                      <a:pt x="14" y="7"/>
                      <a:pt x="12" y="10"/>
                      <a:pt x="12" y="10"/>
                    </a:cubicBezTo>
                    <a:cubicBezTo>
                      <a:pt x="11" y="10"/>
                      <a:pt x="8" y="10"/>
                      <a:pt x="7" y="11"/>
                    </a:cubicBezTo>
                    <a:cubicBezTo>
                      <a:pt x="7" y="12"/>
                      <a:pt x="6" y="14"/>
                      <a:pt x="8" y="14"/>
                    </a:cubicBezTo>
                    <a:cubicBezTo>
                      <a:pt x="9" y="14"/>
                      <a:pt x="10" y="14"/>
                      <a:pt x="12" y="13"/>
                    </a:cubicBezTo>
                    <a:cubicBezTo>
                      <a:pt x="14" y="13"/>
                      <a:pt x="15" y="12"/>
                      <a:pt x="16" y="12"/>
                    </a:cubicBezTo>
                    <a:cubicBezTo>
                      <a:pt x="16" y="12"/>
                      <a:pt x="16" y="12"/>
                      <a:pt x="17" y="13"/>
                    </a:cubicBezTo>
                    <a:cubicBezTo>
                      <a:pt x="16" y="14"/>
                      <a:pt x="14" y="14"/>
                      <a:pt x="14" y="15"/>
                    </a:cubicBezTo>
                    <a:cubicBezTo>
                      <a:pt x="15" y="15"/>
                      <a:pt x="16" y="15"/>
                      <a:pt x="16" y="16"/>
                    </a:cubicBezTo>
                    <a:cubicBezTo>
                      <a:pt x="17" y="16"/>
                      <a:pt x="17" y="17"/>
                      <a:pt x="16" y="17"/>
                    </a:cubicBezTo>
                    <a:cubicBezTo>
                      <a:pt x="16" y="17"/>
                      <a:pt x="15" y="19"/>
                      <a:pt x="11" y="19"/>
                    </a:cubicBezTo>
                    <a:cubicBezTo>
                      <a:pt x="11" y="19"/>
                      <a:pt x="11" y="19"/>
                      <a:pt x="10" y="19"/>
                    </a:cubicBezTo>
                    <a:cubicBezTo>
                      <a:pt x="9" y="19"/>
                      <a:pt x="9" y="18"/>
                      <a:pt x="8" y="18"/>
                    </a:cubicBezTo>
                    <a:cubicBezTo>
                      <a:pt x="3" y="18"/>
                      <a:pt x="0" y="22"/>
                      <a:pt x="0" y="22"/>
                    </a:cubicBezTo>
                    <a:cubicBezTo>
                      <a:pt x="0" y="23"/>
                      <a:pt x="1" y="23"/>
                      <a:pt x="2" y="23"/>
                    </a:cubicBezTo>
                    <a:cubicBezTo>
                      <a:pt x="3" y="23"/>
                      <a:pt x="3" y="23"/>
                      <a:pt x="3" y="23"/>
                    </a:cubicBezTo>
                    <a:cubicBezTo>
                      <a:pt x="4" y="23"/>
                      <a:pt x="4" y="23"/>
                      <a:pt x="4" y="23"/>
                    </a:cubicBezTo>
                    <a:cubicBezTo>
                      <a:pt x="10" y="22"/>
                      <a:pt x="16" y="20"/>
                      <a:pt x="22" y="19"/>
                    </a:cubicBezTo>
                    <a:cubicBezTo>
                      <a:pt x="23" y="19"/>
                      <a:pt x="24" y="19"/>
                      <a:pt x="25" y="19"/>
                    </a:cubicBezTo>
                    <a:cubicBezTo>
                      <a:pt x="25" y="19"/>
                      <a:pt x="26" y="19"/>
                      <a:pt x="26" y="20"/>
                    </a:cubicBezTo>
                    <a:cubicBezTo>
                      <a:pt x="26" y="20"/>
                      <a:pt x="27" y="20"/>
                      <a:pt x="27" y="20"/>
                    </a:cubicBezTo>
                    <a:cubicBezTo>
                      <a:pt x="28" y="20"/>
                      <a:pt x="28" y="20"/>
                      <a:pt x="28" y="20"/>
                    </a:cubicBezTo>
                    <a:cubicBezTo>
                      <a:pt x="30" y="20"/>
                      <a:pt x="33" y="19"/>
                      <a:pt x="39" y="15"/>
                    </a:cubicBezTo>
                    <a:cubicBezTo>
                      <a:pt x="46" y="10"/>
                      <a:pt x="46" y="10"/>
                      <a:pt x="46" y="9"/>
                    </a:cubicBezTo>
                    <a:cubicBezTo>
                      <a:pt x="46" y="9"/>
                      <a:pt x="46" y="9"/>
                      <a:pt x="45" y="9"/>
                    </a:cubicBezTo>
                    <a:cubicBezTo>
                      <a:pt x="45" y="9"/>
                      <a:pt x="44" y="9"/>
                      <a:pt x="42" y="10"/>
                    </a:cubicBezTo>
                    <a:cubicBezTo>
                      <a:pt x="39" y="12"/>
                      <a:pt x="39" y="12"/>
                      <a:pt x="39" y="12"/>
                    </a:cubicBezTo>
                    <a:cubicBezTo>
                      <a:pt x="38" y="11"/>
                      <a:pt x="37" y="11"/>
                      <a:pt x="36" y="11"/>
                    </a:cubicBezTo>
                    <a:cubicBezTo>
                      <a:pt x="51" y="1"/>
                      <a:pt x="51" y="1"/>
                      <a:pt x="51" y="0"/>
                    </a:cubicBezTo>
                    <a:cubicBezTo>
                      <a:pt x="51" y="0"/>
                      <a:pt x="51"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148"/>
              <p:cNvSpPr>
                <a:spLocks/>
              </p:cNvSpPr>
              <p:nvPr/>
            </p:nvSpPr>
            <p:spPr bwMode="auto">
              <a:xfrm>
                <a:off x="4845051" y="1020763"/>
                <a:ext cx="33338" cy="22225"/>
              </a:xfrm>
              <a:custGeom>
                <a:avLst/>
                <a:gdLst>
                  <a:gd name="T0" fmla="*/ 9 w 9"/>
                  <a:gd name="T1" fmla="*/ 0 h 6"/>
                  <a:gd name="T2" fmla="*/ 6 w 9"/>
                  <a:gd name="T3" fmla="*/ 1 h 6"/>
                  <a:gd name="T4" fmla="*/ 0 w 9"/>
                  <a:gd name="T5" fmla="*/ 6 h 6"/>
                  <a:gd name="T6" fmla="*/ 5 w 9"/>
                  <a:gd name="T7" fmla="*/ 3 h 6"/>
                  <a:gd name="T8" fmla="*/ 9 w 9"/>
                  <a:gd name="T9" fmla="*/ 0 h 6"/>
                  <a:gd name="T10" fmla="*/ 9 w 9"/>
                  <a:gd name="T11" fmla="*/ 0 h 6"/>
                </a:gdLst>
                <a:ahLst/>
                <a:cxnLst>
                  <a:cxn ang="0">
                    <a:pos x="T0" y="T1"/>
                  </a:cxn>
                  <a:cxn ang="0">
                    <a:pos x="T2" y="T3"/>
                  </a:cxn>
                  <a:cxn ang="0">
                    <a:pos x="T4" y="T5"/>
                  </a:cxn>
                  <a:cxn ang="0">
                    <a:pos x="T6" y="T7"/>
                  </a:cxn>
                  <a:cxn ang="0">
                    <a:pos x="T8" y="T9"/>
                  </a:cxn>
                  <a:cxn ang="0">
                    <a:pos x="T10" y="T11"/>
                  </a:cxn>
                </a:cxnLst>
                <a:rect l="0" t="0" r="r" b="b"/>
                <a:pathLst>
                  <a:path w="9" h="6">
                    <a:moveTo>
                      <a:pt x="9" y="0"/>
                    </a:moveTo>
                    <a:cubicBezTo>
                      <a:pt x="9" y="0"/>
                      <a:pt x="8" y="0"/>
                      <a:pt x="6" y="1"/>
                    </a:cubicBezTo>
                    <a:cubicBezTo>
                      <a:pt x="0" y="6"/>
                      <a:pt x="0" y="6"/>
                      <a:pt x="0" y="6"/>
                    </a:cubicBezTo>
                    <a:cubicBezTo>
                      <a:pt x="2" y="5"/>
                      <a:pt x="4" y="4"/>
                      <a:pt x="5" y="3"/>
                    </a:cubicBezTo>
                    <a:cubicBezTo>
                      <a:pt x="5" y="3"/>
                      <a:pt x="9" y="1"/>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149"/>
              <p:cNvSpPr>
                <a:spLocks/>
              </p:cNvSpPr>
              <p:nvPr/>
            </p:nvSpPr>
            <p:spPr bwMode="auto">
              <a:xfrm>
                <a:off x="4832351" y="1031876"/>
                <a:ext cx="68263" cy="25400"/>
              </a:xfrm>
              <a:custGeom>
                <a:avLst/>
                <a:gdLst>
                  <a:gd name="T0" fmla="*/ 11 w 18"/>
                  <a:gd name="T1" fmla="*/ 0 h 7"/>
                  <a:gd name="T2" fmla="*/ 0 w 18"/>
                  <a:gd name="T3" fmla="*/ 7 h 7"/>
                  <a:gd name="T4" fmla="*/ 5 w 18"/>
                  <a:gd name="T5" fmla="*/ 7 h 7"/>
                  <a:gd name="T6" fmla="*/ 7 w 18"/>
                  <a:gd name="T7" fmla="*/ 7 h 7"/>
                  <a:gd name="T8" fmla="*/ 11 w 18"/>
                  <a:gd name="T9" fmla="*/ 4 h 7"/>
                  <a:gd name="T10" fmla="*/ 18 w 18"/>
                  <a:gd name="T11" fmla="*/ 1 h 7"/>
                  <a:gd name="T12" fmla="*/ 16 w 18"/>
                  <a:gd name="T13" fmla="*/ 0 h 7"/>
                  <a:gd name="T14" fmla="*/ 16 w 18"/>
                  <a:gd name="T15" fmla="*/ 1 h 7"/>
                  <a:gd name="T16" fmla="*/ 15 w 18"/>
                  <a:gd name="T17" fmla="*/ 1 h 7"/>
                  <a:gd name="T18" fmla="*/ 15 w 18"/>
                  <a:gd name="T19" fmla="*/ 0 h 7"/>
                  <a:gd name="T20" fmla="*/ 11 w 18"/>
                  <a:gd name="T2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7">
                    <a:moveTo>
                      <a:pt x="11" y="0"/>
                    </a:moveTo>
                    <a:cubicBezTo>
                      <a:pt x="10" y="0"/>
                      <a:pt x="4" y="3"/>
                      <a:pt x="0" y="7"/>
                    </a:cubicBezTo>
                    <a:cubicBezTo>
                      <a:pt x="2" y="7"/>
                      <a:pt x="3" y="7"/>
                      <a:pt x="5" y="7"/>
                    </a:cubicBezTo>
                    <a:cubicBezTo>
                      <a:pt x="6" y="7"/>
                      <a:pt x="6" y="7"/>
                      <a:pt x="7" y="7"/>
                    </a:cubicBezTo>
                    <a:cubicBezTo>
                      <a:pt x="11" y="4"/>
                      <a:pt x="11" y="4"/>
                      <a:pt x="11" y="4"/>
                    </a:cubicBezTo>
                    <a:cubicBezTo>
                      <a:pt x="13" y="3"/>
                      <a:pt x="16" y="2"/>
                      <a:pt x="18" y="1"/>
                    </a:cubicBezTo>
                    <a:cubicBezTo>
                      <a:pt x="17" y="1"/>
                      <a:pt x="17" y="0"/>
                      <a:pt x="16" y="0"/>
                    </a:cubicBezTo>
                    <a:cubicBezTo>
                      <a:pt x="16" y="0"/>
                      <a:pt x="16" y="0"/>
                      <a:pt x="16" y="1"/>
                    </a:cubicBezTo>
                    <a:cubicBezTo>
                      <a:pt x="16" y="1"/>
                      <a:pt x="16" y="1"/>
                      <a:pt x="15" y="1"/>
                    </a:cubicBezTo>
                    <a:cubicBezTo>
                      <a:pt x="15" y="1"/>
                      <a:pt x="15" y="1"/>
                      <a:pt x="15" y="0"/>
                    </a:cubicBezTo>
                    <a:cubicBezTo>
                      <a:pt x="14" y="0"/>
                      <a:pt x="12"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150"/>
              <p:cNvSpPr>
                <a:spLocks/>
              </p:cNvSpPr>
              <p:nvPr/>
            </p:nvSpPr>
            <p:spPr bwMode="auto">
              <a:xfrm>
                <a:off x="4897438" y="1004888"/>
                <a:ext cx="60325" cy="23813"/>
              </a:xfrm>
              <a:custGeom>
                <a:avLst/>
                <a:gdLst>
                  <a:gd name="T0" fmla="*/ 15 w 16"/>
                  <a:gd name="T1" fmla="*/ 0 h 6"/>
                  <a:gd name="T2" fmla="*/ 14 w 16"/>
                  <a:gd name="T3" fmla="*/ 0 h 6"/>
                  <a:gd name="T4" fmla="*/ 12 w 16"/>
                  <a:gd name="T5" fmla="*/ 0 h 6"/>
                  <a:gd name="T6" fmla="*/ 12 w 16"/>
                  <a:gd name="T7" fmla="*/ 0 h 6"/>
                  <a:gd name="T8" fmla="*/ 1 w 16"/>
                  <a:gd name="T9" fmla="*/ 2 h 6"/>
                  <a:gd name="T10" fmla="*/ 0 w 16"/>
                  <a:gd name="T11" fmla="*/ 5 h 6"/>
                  <a:gd name="T12" fmla="*/ 4 w 16"/>
                  <a:gd name="T13" fmla="*/ 4 h 6"/>
                  <a:gd name="T14" fmla="*/ 4 w 16"/>
                  <a:gd name="T15" fmla="*/ 5 h 6"/>
                  <a:gd name="T16" fmla="*/ 5 w 16"/>
                  <a:gd name="T17" fmla="*/ 6 h 6"/>
                  <a:gd name="T18" fmla="*/ 10 w 16"/>
                  <a:gd name="T19" fmla="*/ 4 h 6"/>
                  <a:gd name="T20" fmla="*/ 16 w 16"/>
                  <a:gd name="T21" fmla="*/ 0 h 6"/>
                  <a:gd name="T22" fmla="*/ 15 w 16"/>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6">
                    <a:moveTo>
                      <a:pt x="15" y="0"/>
                    </a:moveTo>
                    <a:cubicBezTo>
                      <a:pt x="14" y="0"/>
                      <a:pt x="14" y="0"/>
                      <a:pt x="14" y="0"/>
                    </a:cubicBezTo>
                    <a:cubicBezTo>
                      <a:pt x="13" y="0"/>
                      <a:pt x="13" y="0"/>
                      <a:pt x="12" y="0"/>
                    </a:cubicBezTo>
                    <a:cubicBezTo>
                      <a:pt x="12" y="0"/>
                      <a:pt x="12" y="0"/>
                      <a:pt x="12" y="0"/>
                    </a:cubicBezTo>
                    <a:cubicBezTo>
                      <a:pt x="1" y="2"/>
                      <a:pt x="1" y="2"/>
                      <a:pt x="1" y="2"/>
                    </a:cubicBezTo>
                    <a:cubicBezTo>
                      <a:pt x="0" y="3"/>
                      <a:pt x="0" y="4"/>
                      <a:pt x="0" y="5"/>
                    </a:cubicBezTo>
                    <a:cubicBezTo>
                      <a:pt x="2" y="4"/>
                      <a:pt x="3" y="4"/>
                      <a:pt x="4" y="4"/>
                    </a:cubicBezTo>
                    <a:cubicBezTo>
                      <a:pt x="4" y="4"/>
                      <a:pt x="4" y="4"/>
                      <a:pt x="4" y="5"/>
                    </a:cubicBezTo>
                    <a:cubicBezTo>
                      <a:pt x="4" y="6"/>
                      <a:pt x="4" y="6"/>
                      <a:pt x="5" y="6"/>
                    </a:cubicBezTo>
                    <a:cubicBezTo>
                      <a:pt x="5" y="6"/>
                      <a:pt x="7" y="5"/>
                      <a:pt x="10" y="4"/>
                    </a:cubicBezTo>
                    <a:cubicBezTo>
                      <a:pt x="15" y="1"/>
                      <a:pt x="16" y="0"/>
                      <a:pt x="16" y="0"/>
                    </a:cubicBezTo>
                    <a:cubicBezTo>
                      <a:pt x="16" y="0"/>
                      <a:pt x="15"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151"/>
              <p:cNvSpPr>
                <a:spLocks/>
              </p:cNvSpPr>
              <p:nvPr/>
            </p:nvSpPr>
            <p:spPr bwMode="auto">
              <a:xfrm>
                <a:off x="4803776" y="1095376"/>
                <a:ext cx="112713" cy="82550"/>
              </a:xfrm>
              <a:custGeom>
                <a:avLst/>
                <a:gdLst>
                  <a:gd name="T0" fmla="*/ 16 w 30"/>
                  <a:gd name="T1" fmla="*/ 0 h 22"/>
                  <a:gd name="T2" fmla="*/ 4 w 30"/>
                  <a:gd name="T3" fmla="*/ 13 h 22"/>
                  <a:gd name="T4" fmla="*/ 8 w 30"/>
                  <a:gd name="T5" fmla="*/ 13 h 22"/>
                  <a:gd name="T6" fmla="*/ 8 w 30"/>
                  <a:gd name="T7" fmla="*/ 13 h 22"/>
                  <a:gd name="T8" fmla="*/ 12 w 30"/>
                  <a:gd name="T9" fmla="*/ 14 h 22"/>
                  <a:gd name="T10" fmla="*/ 7 w 30"/>
                  <a:gd name="T11" fmla="*/ 17 h 22"/>
                  <a:gd name="T12" fmla="*/ 0 w 30"/>
                  <a:gd name="T13" fmla="*/ 22 h 22"/>
                  <a:gd name="T14" fmla="*/ 4 w 30"/>
                  <a:gd name="T15" fmla="*/ 22 h 22"/>
                  <a:gd name="T16" fmla="*/ 16 w 30"/>
                  <a:gd name="T17" fmla="*/ 16 h 22"/>
                  <a:gd name="T18" fmla="*/ 19 w 30"/>
                  <a:gd name="T19" fmla="*/ 15 h 22"/>
                  <a:gd name="T20" fmla="*/ 30 w 30"/>
                  <a:gd name="T21" fmla="*/ 6 h 22"/>
                  <a:gd name="T22" fmla="*/ 27 w 30"/>
                  <a:gd name="T23" fmla="*/ 4 h 22"/>
                  <a:gd name="T24" fmla="*/ 28 w 30"/>
                  <a:gd name="T25" fmla="*/ 1 h 22"/>
                  <a:gd name="T26" fmla="*/ 28 w 30"/>
                  <a:gd name="T27" fmla="*/ 1 h 22"/>
                  <a:gd name="T28" fmla="*/ 19 w 30"/>
                  <a:gd name="T29" fmla="*/ 9 h 22"/>
                  <a:gd name="T30" fmla="*/ 14 w 30"/>
                  <a:gd name="T31" fmla="*/ 11 h 22"/>
                  <a:gd name="T32" fmla="*/ 20 w 30"/>
                  <a:gd name="T33" fmla="*/ 5 h 22"/>
                  <a:gd name="T34" fmla="*/ 19 w 30"/>
                  <a:gd name="T35" fmla="*/ 4 h 22"/>
                  <a:gd name="T36" fmla="*/ 16 w 30"/>
                  <a:gd name="T37" fmla="*/ 6 h 22"/>
                  <a:gd name="T38" fmla="*/ 11 w 30"/>
                  <a:gd name="T39" fmla="*/ 10 h 22"/>
                  <a:gd name="T40" fmla="*/ 10 w 30"/>
                  <a:gd name="T41" fmla="*/ 10 h 22"/>
                  <a:gd name="T42" fmla="*/ 10 w 30"/>
                  <a:gd name="T43" fmla="*/ 10 h 22"/>
                  <a:gd name="T44" fmla="*/ 18 w 30"/>
                  <a:gd name="T45" fmla="*/ 1 h 22"/>
                  <a:gd name="T46" fmla="*/ 16 w 30"/>
                  <a:gd name="T4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0" h="22">
                    <a:moveTo>
                      <a:pt x="16" y="0"/>
                    </a:moveTo>
                    <a:cubicBezTo>
                      <a:pt x="13" y="0"/>
                      <a:pt x="5" y="10"/>
                      <a:pt x="4" y="13"/>
                    </a:cubicBezTo>
                    <a:cubicBezTo>
                      <a:pt x="6" y="13"/>
                      <a:pt x="7" y="13"/>
                      <a:pt x="8" y="13"/>
                    </a:cubicBezTo>
                    <a:cubicBezTo>
                      <a:pt x="8" y="13"/>
                      <a:pt x="8" y="13"/>
                      <a:pt x="8" y="13"/>
                    </a:cubicBezTo>
                    <a:cubicBezTo>
                      <a:pt x="9" y="13"/>
                      <a:pt x="9" y="13"/>
                      <a:pt x="12" y="14"/>
                    </a:cubicBezTo>
                    <a:cubicBezTo>
                      <a:pt x="7" y="17"/>
                      <a:pt x="7" y="17"/>
                      <a:pt x="7" y="17"/>
                    </a:cubicBezTo>
                    <a:cubicBezTo>
                      <a:pt x="5" y="18"/>
                      <a:pt x="2" y="20"/>
                      <a:pt x="0" y="22"/>
                    </a:cubicBezTo>
                    <a:cubicBezTo>
                      <a:pt x="2" y="22"/>
                      <a:pt x="3" y="22"/>
                      <a:pt x="4" y="22"/>
                    </a:cubicBezTo>
                    <a:cubicBezTo>
                      <a:pt x="8" y="22"/>
                      <a:pt x="9" y="21"/>
                      <a:pt x="16" y="16"/>
                    </a:cubicBezTo>
                    <a:cubicBezTo>
                      <a:pt x="19" y="15"/>
                      <a:pt x="19" y="15"/>
                      <a:pt x="19" y="15"/>
                    </a:cubicBezTo>
                    <a:cubicBezTo>
                      <a:pt x="22" y="13"/>
                      <a:pt x="26" y="9"/>
                      <a:pt x="30" y="6"/>
                    </a:cubicBezTo>
                    <a:cubicBezTo>
                      <a:pt x="27" y="5"/>
                      <a:pt x="27" y="5"/>
                      <a:pt x="27" y="4"/>
                    </a:cubicBezTo>
                    <a:cubicBezTo>
                      <a:pt x="28" y="1"/>
                      <a:pt x="28" y="1"/>
                      <a:pt x="28" y="1"/>
                    </a:cubicBezTo>
                    <a:cubicBezTo>
                      <a:pt x="28" y="1"/>
                      <a:pt x="28" y="1"/>
                      <a:pt x="28" y="1"/>
                    </a:cubicBezTo>
                    <a:cubicBezTo>
                      <a:pt x="27" y="1"/>
                      <a:pt x="27" y="1"/>
                      <a:pt x="19" y="9"/>
                    </a:cubicBezTo>
                    <a:cubicBezTo>
                      <a:pt x="17" y="9"/>
                      <a:pt x="16" y="10"/>
                      <a:pt x="14" y="11"/>
                    </a:cubicBezTo>
                    <a:cubicBezTo>
                      <a:pt x="19" y="6"/>
                      <a:pt x="20" y="5"/>
                      <a:pt x="20" y="5"/>
                    </a:cubicBezTo>
                    <a:cubicBezTo>
                      <a:pt x="20" y="5"/>
                      <a:pt x="20" y="4"/>
                      <a:pt x="19" y="4"/>
                    </a:cubicBezTo>
                    <a:cubicBezTo>
                      <a:pt x="19" y="4"/>
                      <a:pt x="18" y="5"/>
                      <a:pt x="16" y="6"/>
                    </a:cubicBezTo>
                    <a:cubicBezTo>
                      <a:pt x="15" y="7"/>
                      <a:pt x="13" y="9"/>
                      <a:pt x="11" y="10"/>
                    </a:cubicBezTo>
                    <a:cubicBezTo>
                      <a:pt x="11" y="10"/>
                      <a:pt x="10" y="10"/>
                      <a:pt x="10" y="10"/>
                    </a:cubicBezTo>
                    <a:cubicBezTo>
                      <a:pt x="10" y="10"/>
                      <a:pt x="10" y="10"/>
                      <a:pt x="10" y="10"/>
                    </a:cubicBezTo>
                    <a:cubicBezTo>
                      <a:pt x="18" y="2"/>
                      <a:pt x="18" y="2"/>
                      <a:pt x="18" y="1"/>
                    </a:cubicBezTo>
                    <a:cubicBezTo>
                      <a:pt x="17" y="1"/>
                      <a:pt x="17" y="0"/>
                      <a:pt x="1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152"/>
              <p:cNvSpPr>
                <a:spLocks/>
              </p:cNvSpPr>
              <p:nvPr/>
            </p:nvSpPr>
            <p:spPr bwMode="auto">
              <a:xfrm>
                <a:off x="4859338" y="1152526"/>
                <a:ext cx="49213" cy="47625"/>
              </a:xfrm>
              <a:custGeom>
                <a:avLst/>
                <a:gdLst>
                  <a:gd name="T0" fmla="*/ 12 w 13"/>
                  <a:gd name="T1" fmla="*/ 0 h 13"/>
                  <a:gd name="T2" fmla="*/ 5 w 13"/>
                  <a:gd name="T3" fmla="*/ 3 h 13"/>
                  <a:gd name="T4" fmla="*/ 0 w 13"/>
                  <a:gd name="T5" fmla="*/ 7 h 13"/>
                  <a:gd name="T6" fmla="*/ 1 w 13"/>
                  <a:gd name="T7" fmla="*/ 12 h 13"/>
                  <a:gd name="T8" fmla="*/ 1 w 13"/>
                  <a:gd name="T9" fmla="*/ 13 h 13"/>
                  <a:gd name="T10" fmla="*/ 4 w 13"/>
                  <a:gd name="T11" fmla="*/ 12 h 13"/>
                  <a:gd name="T12" fmla="*/ 12 w 13"/>
                  <a:gd name="T13" fmla="*/ 5 h 13"/>
                  <a:gd name="T14" fmla="*/ 12 w 13"/>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3">
                    <a:moveTo>
                      <a:pt x="12" y="0"/>
                    </a:moveTo>
                    <a:cubicBezTo>
                      <a:pt x="5" y="3"/>
                      <a:pt x="5" y="3"/>
                      <a:pt x="5" y="3"/>
                    </a:cubicBezTo>
                    <a:cubicBezTo>
                      <a:pt x="2" y="5"/>
                      <a:pt x="0" y="7"/>
                      <a:pt x="0" y="7"/>
                    </a:cubicBezTo>
                    <a:cubicBezTo>
                      <a:pt x="0" y="7"/>
                      <a:pt x="0" y="12"/>
                      <a:pt x="1" y="12"/>
                    </a:cubicBezTo>
                    <a:cubicBezTo>
                      <a:pt x="1" y="13"/>
                      <a:pt x="1" y="13"/>
                      <a:pt x="1" y="13"/>
                    </a:cubicBezTo>
                    <a:cubicBezTo>
                      <a:pt x="2" y="13"/>
                      <a:pt x="3" y="12"/>
                      <a:pt x="4" y="12"/>
                    </a:cubicBezTo>
                    <a:cubicBezTo>
                      <a:pt x="4" y="12"/>
                      <a:pt x="10" y="7"/>
                      <a:pt x="12" y="5"/>
                    </a:cubicBezTo>
                    <a:cubicBezTo>
                      <a:pt x="12" y="4"/>
                      <a:pt x="13" y="2"/>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153"/>
              <p:cNvSpPr>
                <a:spLocks/>
              </p:cNvSpPr>
              <p:nvPr/>
            </p:nvSpPr>
            <p:spPr bwMode="auto">
              <a:xfrm>
                <a:off x="4897438" y="1100138"/>
                <a:ext cx="190500" cy="134938"/>
              </a:xfrm>
              <a:custGeom>
                <a:avLst/>
                <a:gdLst>
                  <a:gd name="T0" fmla="*/ 17 w 51"/>
                  <a:gd name="T1" fmla="*/ 0 h 36"/>
                  <a:gd name="T2" fmla="*/ 9 w 51"/>
                  <a:gd name="T3" fmla="*/ 10 h 36"/>
                  <a:gd name="T4" fmla="*/ 16 w 51"/>
                  <a:gd name="T5" fmla="*/ 10 h 36"/>
                  <a:gd name="T6" fmla="*/ 8 w 51"/>
                  <a:gd name="T7" fmla="*/ 18 h 36"/>
                  <a:gd name="T8" fmla="*/ 0 w 51"/>
                  <a:gd name="T9" fmla="*/ 27 h 36"/>
                  <a:gd name="T10" fmla="*/ 2 w 51"/>
                  <a:gd name="T11" fmla="*/ 27 h 36"/>
                  <a:gd name="T12" fmla="*/ 1 w 51"/>
                  <a:gd name="T13" fmla="*/ 29 h 36"/>
                  <a:gd name="T14" fmla="*/ 4 w 51"/>
                  <a:gd name="T15" fmla="*/ 30 h 36"/>
                  <a:gd name="T16" fmla="*/ 12 w 51"/>
                  <a:gd name="T17" fmla="*/ 28 h 36"/>
                  <a:gd name="T18" fmla="*/ 8 w 51"/>
                  <a:gd name="T19" fmla="*/ 32 h 36"/>
                  <a:gd name="T20" fmla="*/ 25 w 51"/>
                  <a:gd name="T21" fmla="*/ 33 h 36"/>
                  <a:gd name="T22" fmla="*/ 30 w 51"/>
                  <a:gd name="T23" fmla="*/ 30 h 36"/>
                  <a:gd name="T24" fmla="*/ 28 w 51"/>
                  <a:gd name="T25" fmla="*/ 35 h 36"/>
                  <a:gd name="T26" fmla="*/ 29 w 51"/>
                  <a:gd name="T27" fmla="*/ 35 h 36"/>
                  <a:gd name="T28" fmla="*/ 30 w 51"/>
                  <a:gd name="T29" fmla="*/ 36 h 36"/>
                  <a:gd name="T30" fmla="*/ 32 w 51"/>
                  <a:gd name="T31" fmla="*/ 36 h 36"/>
                  <a:gd name="T32" fmla="*/ 33 w 51"/>
                  <a:gd name="T33" fmla="*/ 36 h 36"/>
                  <a:gd name="T34" fmla="*/ 35 w 51"/>
                  <a:gd name="T35" fmla="*/ 36 h 36"/>
                  <a:gd name="T36" fmla="*/ 36 w 51"/>
                  <a:gd name="T37" fmla="*/ 36 h 36"/>
                  <a:gd name="T38" fmla="*/ 37 w 51"/>
                  <a:gd name="T39" fmla="*/ 36 h 36"/>
                  <a:gd name="T40" fmla="*/ 45 w 51"/>
                  <a:gd name="T41" fmla="*/ 29 h 36"/>
                  <a:gd name="T42" fmla="*/ 46 w 51"/>
                  <a:gd name="T43" fmla="*/ 29 h 36"/>
                  <a:gd name="T44" fmla="*/ 47 w 51"/>
                  <a:gd name="T45" fmla="*/ 29 h 36"/>
                  <a:gd name="T46" fmla="*/ 50 w 51"/>
                  <a:gd name="T47" fmla="*/ 23 h 36"/>
                  <a:gd name="T48" fmla="*/ 39 w 51"/>
                  <a:gd name="T49" fmla="*/ 19 h 36"/>
                  <a:gd name="T50" fmla="*/ 39 w 51"/>
                  <a:gd name="T51" fmla="*/ 19 h 36"/>
                  <a:gd name="T52" fmla="*/ 31 w 51"/>
                  <a:gd name="T53" fmla="*/ 22 h 36"/>
                  <a:gd name="T54" fmla="*/ 31 w 51"/>
                  <a:gd name="T55" fmla="*/ 22 h 36"/>
                  <a:gd name="T56" fmla="*/ 19 w 51"/>
                  <a:gd name="T57" fmla="*/ 19 h 36"/>
                  <a:gd name="T58" fmla="*/ 22 w 51"/>
                  <a:gd name="T59" fmla="*/ 13 h 36"/>
                  <a:gd name="T60" fmla="*/ 28 w 51"/>
                  <a:gd name="T61" fmla="*/ 6 h 36"/>
                  <a:gd name="T62" fmla="*/ 27 w 51"/>
                  <a:gd name="T63" fmla="*/ 5 h 36"/>
                  <a:gd name="T64" fmla="*/ 24 w 51"/>
                  <a:gd name="T65" fmla="*/ 6 h 36"/>
                  <a:gd name="T66" fmla="*/ 22 w 51"/>
                  <a:gd name="T67" fmla="*/ 6 h 36"/>
                  <a:gd name="T68" fmla="*/ 21 w 51"/>
                  <a:gd name="T69" fmla="*/ 6 h 36"/>
                  <a:gd name="T70" fmla="*/ 21 w 51"/>
                  <a:gd name="T71" fmla="*/ 5 h 36"/>
                  <a:gd name="T72" fmla="*/ 18 w 51"/>
                  <a:gd name="T73" fmla="*/ 0 h 36"/>
                  <a:gd name="T74" fmla="*/ 17 w 51"/>
                  <a:gd name="T75"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 h="36">
                    <a:moveTo>
                      <a:pt x="17" y="0"/>
                    </a:moveTo>
                    <a:cubicBezTo>
                      <a:pt x="16" y="0"/>
                      <a:pt x="8" y="4"/>
                      <a:pt x="9" y="10"/>
                    </a:cubicBezTo>
                    <a:cubicBezTo>
                      <a:pt x="16" y="10"/>
                      <a:pt x="16" y="10"/>
                      <a:pt x="16" y="10"/>
                    </a:cubicBezTo>
                    <a:cubicBezTo>
                      <a:pt x="9" y="17"/>
                      <a:pt x="9" y="17"/>
                      <a:pt x="8" y="18"/>
                    </a:cubicBezTo>
                    <a:cubicBezTo>
                      <a:pt x="4" y="21"/>
                      <a:pt x="1" y="22"/>
                      <a:pt x="0" y="27"/>
                    </a:cubicBezTo>
                    <a:cubicBezTo>
                      <a:pt x="1" y="27"/>
                      <a:pt x="1" y="27"/>
                      <a:pt x="2" y="27"/>
                    </a:cubicBezTo>
                    <a:cubicBezTo>
                      <a:pt x="2" y="28"/>
                      <a:pt x="2" y="29"/>
                      <a:pt x="1" y="29"/>
                    </a:cubicBezTo>
                    <a:cubicBezTo>
                      <a:pt x="2" y="29"/>
                      <a:pt x="3" y="30"/>
                      <a:pt x="4" y="30"/>
                    </a:cubicBezTo>
                    <a:cubicBezTo>
                      <a:pt x="5" y="30"/>
                      <a:pt x="7" y="29"/>
                      <a:pt x="12" y="28"/>
                    </a:cubicBezTo>
                    <a:cubicBezTo>
                      <a:pt x="8" y="32"/>
                      <a:pt x="8" y="32"/>
                      <a:pt x="8" y="32"/>
                    </a:cubicBezTo>
                    <a:cubicBezTo>
                      <a:pt x="25" y="33"/>
                      <a:pt x="25" y="33"/>
                      <a:pt x="25" y="33"/>
                    </a:cubicBezTo>
                    <a:cubicBezTo>
                      <a:pt x="27" y="32"/>
                      <a:pt x="28" y="31"/>
                      <a:pt x="30" y="30"/>
                    </a:cubicBezTo>
                    <a:cubicBezTo>
                      <a:pt x="28" y="35"/>
                      <a:pt x="28" y="35"/>
                      <a:pt x="28" y="35"/>
                    </a:cubicBezTo>
                    <a:cubicBezTo>
                      <a:pt x="29" y="35"/>
                      <a:pt x="29" y="35"/>
                      <a:pt x="29" y="35"/>
                    </a:cubicBezTo>
                    <a:cubicBezTo>
                      <a:pt x="29" y="35"/>
                      <a:pt x="30" y="35"/>
                      <a:pt x="30" y="36"/>
                    </a:cubicBezTo>
                    <a:cubicBezTo>
                      <a:pt x="31" y="36"/>
                      <a:pt x="31" y="36"/>
                      <a:pt x="32" y="36"/>
                    </a:cubicBezTo>
                    <a:cubicBezTo>
                      <a:pt x="32" y="36"/>
                      <a:pt x="33" y="36"/>
                      <a:pt x="33" y="36"/>
                    </a:cubicBezTo>
                    <a:cubicBezTo>
                      <a:pt x="34" y="36"/>
                      <a:pt x="34" y="36"/>
                      <a:pt x="35" y="36"/>
                    </a:cubicBezTo>
                    <a:cubicBezTo>
                      <a:pt x="35" y="36"/>
                      <a:pt x="36" y="36"/>
                      <a:pt x="36" y="36"/>
                    </a:cubicBezTo>
                    <a:cubicBezTo>
                      <a:pt x="37" y="36"/>
                      <a:pt x="37" y="36"/>
                      <a:pt x="37" y="36"/>
                    </a:cubicBezTo>
                    <a:cubicBezTo>
                      <a:pt x="40" y="34"/>
                      <a:pt x="42" y="31"/>
                      <a:pt x="45" y="29"/>
                    </a:cubicBezTo>
                    <a:cubicBezTo>
                      <a:pt x="45" y="29"/>
                      <a:pt x="46" y="29"/>
                      <a:pt x="46" y="29"/>
                    </a:cubicBezTo>
                    <a:cubicBezTo>
                      <a:pt x="47" y="29"/>
                      <a:pt x="47" y="29"/>
                      <a:pt x="47" y="29"/>
                    </a:cubicBezTo>
                    <a:cubicBezTo>
                      <a:pt x="47" y="29"/>
                      <a:pt x="51" y="24"/>
                      <a:pt x="50" y="23"/>
                    </a:cubicBezTo>
                    <a:cubicBezTo>
                      <a:pt x="48" y="20"/>
                      <a:pt x="40" y="19"/>
                      <a:pt x="39" y="19"/>
                    </a:cubicBezTo>
                    <a:cubicBezTo>
                      <a:pt x="39" y="19"/>
                      <a:pt x="39" y="19"/>
                      <a:pt x="39" y="19"/>
                    </a:cubicBezTo>
                    <a:cubicBezTo>
                      <a:pt x="35" y="21"/>
                      <a:pt x="32" y="22"/>
                      <a:pt x="31" y="22"/>
                    </a:cubicBezTo>
                    <a:cubicBezTo>
                      <a:pt x="31" y="22"/>
                      <a:pt x="31" y="22"/>
                      <a:pt x="31" y="22"/>
                    </a:cubicBezTo>
                    <a:cubicBezTo>
                      <a:pt x="28" y="22"/>
                      <a:pt x="20" y="19"/>
                      <a:pt x="19" y="19"/>
                    </a:cubicBezTo>
                    <a:cubicBezTo>
                      <a:pt x="21" y="14"/>
                      <a:pt x="21" y="14"/>
                      <a:pt x="22" y="13"/>
                    </a:cubicBezTo>
                    <a:cubicBezTo>
                      <a:pt x="24" y="11"/>
                      <a:pt x="28" y="6"/>
                      <a:pt x="28" y="6"/>
                    </a:cubicBezTo>
                    <a:cubicBezTo>
                      <a:pt x="27" y="5"/>
                      <a:pt x="27" y="5"/>
                      <a:pt x="27" y="5"/>
                    </a:cubicBezTo>
                    <a:cubicBezTo>
                      <a:pt x="26" y="5"/>
                      <a:pt x="25" y="6"/>
                      <a:pt x="24" y="6"/>
                    </a:cubicBezTo>
                    <a:cubicBezTo>
                      <a:pt x="24" y="6"/>
                      <a:pt x="23" y="6"/>
                      <a:pt x="22" y="6"/>
                    </a:cubicBezTo>
                    <a:cubicBezTo>
                      <a:pt x="22" y="6"/>
                      <a:pt x="21" y="6"/>
                      <a:pt x="21" y="6"/>
                    </a:cubicBezTo>
                    <a:cubicBezTo>
                      <a:pt x="21" y="6"/>
                      <a:pt x="20" y="6"/>
                      <a:pt x="21" y="5"/>
                    </a:cubicBezTo>
                    <a:cubicBezTo>
                      <a:pt x="22" y="3"/>
                      <a:pt x="19" y="1"/>
                      <a:pt x="18" y="0"/>
                    </a:cubicBezTo>
                    <a:cubicBezTo>
                      <a:pt x="17" y="0"/>
                      <a:pt x="17" y="0"/>
                      <a:pt x="1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154"/>
              <p:cNvSpPr>
                <a:spLocks/>
              </p:cNvSpPr>
              <p:nvPr/>
            </p:nvSpPr>
            <p:spPr bwMode="auto">
              <a:xfrm>
                <a:off x="4957763" y="990601"/>
                <a:ext cx="88900" cy="74613"/>
              </a:xfrm>
              <a:custGeom>
                <a:avLst/>
                <a:gdLst>
                  <a:gd name="T0" fmla="*/ 20 w 24"/>
                  <a:gd name="T1" fmla="*/ 0 h 20"/>
                  <a:gd name="T2" fmla="*/ 18 w 24"/>
                  <a:gd name="T3" fmla="*/ 0 h 20"/>
                  <a:gd name="T4" fmla="*/ 12 w 24"/>
                  <a:gd name="T5" fmla="*/ 4 h 20"/>
                  <a:gd name="T6" fmla="*/ 11 w 24"/>
                  <a:gd name="T7" fmla="*/ 6 h 20"/>
                  <a:gd name="T8" fmla="*/ 9 w 24"/>
                  <a:gd name="T9" fmla="*/ 9 h 20"/>
                  <a:gd name="T10" fmla="*/ 7 w 24"/>
                  <a:gd name="T11" fmla="*/ 9 h 20"/>
                  <a:gd name="T12" fmla="*/ 4 w 24"/>
                  <a:gd name="T13" fmla="*/ 9 h 20"/>
                  <a:gd name="T14" fmla="*/ 0 w 24"/>
                  <a:gd name="T15" fmla="*/ 11 h 20"/>
                  <a:gd name="T16" fmla="*/ 1 w 24"/>
                  <a:gd name="T17" fmla="*/ 12 h 20"/>
                  <a:gd name="T18" fmla="*/ 5 w 24"/>
                  <a:gd name="T19" fmla="*/ 13 h 20"/>
                  <a:gd name="T20" fmla="*/ 6 w 24"/>
                  <a:gd name="T21" fmla="*/ 14 h 20"/>
                  <a:gd name="T22" fmla="*/ 7 w 24"/>
                  <a:gd name="T23" fmla="*/ 14 h 20"/>
                  <a:gd name="T24" fmla="*/ 7 w 24"/>
                  <a:gd name="T25" fmla="*/ 14 h 20"/>
                  <a:gd name="T26" fmla="*/ 8 w 24"/>
                  <a:gd name="T27" fmla="*/ 14 h 20"/>
                  <a:gd name="T28" fmla="*/ 8 w 24"/>
                  <a:gd name="T29" fmla="*/ 14 h 20"/>
                  <a:gd name="T30" fmla="*/ 2 w 24"/>
                  <a:gd name="T31" fmla="*/ 19 h 20"/>
                  <a:gd name="T32" fmla="*/ 4 w 24"/>
                  <a:gd name="T33" fmla="*/ 20 h 20"/>
                  <a:gd name="T34" fmla="*/ 10 w 24"/>
                  <a:gd name="T35" fmla="*/ 17 h 20"/>
                  <a:gd name="T36" fmla="*/ 12 w 24"/>
                  <a:gd name="T37" fmla="*/ 14 h 20"/>
                  <a:gd name="T38" fmla="*/ 17 w 24"/>
                  <a:gd name="T39" fmla="*/ 11 h 20"/>
                  <a:gd name="T40" fmla="*/ 20 w 24"/>
                  <a:gd name="T41" fmla="*/ 6 h 20"/>
                  <a:gd name="T42" fmla="*/ 21 w 24"/>
                  <a:gd name="T43" fmla="*/ 5 h 20"/>
                  <a:gd name="T44" fmla="*/ 20 w 24"/>
                  <a:gd name="T45" fmla="*/ 5 h 20"/>
                  <a:gd name="T46" fmla="*/ 17 w 24"/>
                  <a:gd name="T47" fmla="*/ 6 h 20"/>
                  <a:gd name="T48" fmla="*/ 23 w 24"/>
                  <a:gd name="T49" fmla="*/ 1 h 20"/>
                  <a:gd name="T50" fmla="*/ 23 w 24"/>
                  <a:gd name="T51" fmla="*/ 1 h 20"/>
                  <a:gd name="T52" fmla="*/ 20 w 24"/>
                  <a:gd name="T5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 h="20">
                    <a:moveTo>
                      <a:pt x="20" y="0"/>
                    </a:moveTo>
                    <a:cubicBezTo>
                      <a:pt x="19" y="0"/>
                      <a:pt x="19" y="0"/>
                      <a:pt x="18" y="0"/>
                    </a:cubicBezTo>
                    <a:cubicBezTo>
                      <a:pt x="12" y="4"/>
                      <a:pt x="12" y="4"/>
                      <a:pt x="12" y="4"/>
                    </a:cubicBezTo>
                    <a:cubicBezTo>
                      <a:pt x="11" y="6"/>
                      <a:pt x="11" y="6"/>
                      <a:pt x="11" y="6"/>
                    </a:cubicBezTo>
                    <a:cubicBezTo>
                      <a:pt x="11" y="7"/>
                      <a:pt x="10" y="9"/>
                      <a:pt x="9" y="9"/>
                    </a:cubicBezTo>
                    <a:cubicBezTo>
                      <a:pt x="9" y="9"/>
                      <a:pt x="8" y="9"/>
                      <a:pt x="7" y="9"/>
                    </a:cubicBezTo>
                    <a:cubicBezTo>
                      <a:pt x="6" y="9"/>
                      <a:pt x="5" y="9"/>
                      <a:pt x="4" y="9"/>
                    </a:cubicBezTo>
                    <a:cubicBezTo>
                      <a:pt x="3" y="10"/>
                      <a:pt x="1" y="11"/>
                      <a:pt x="0" y="11"/>
                    </a:cubicBezTo>
                    <a:cubicBezTo>
                      <a:pt x="0" y="12"/>
                      <a:pt x="0" y="12"/>
                      <a:pt x="1" y="12"/>
                    </a:cubicBezTo>
                    <a:cubicBezTo>
                      <a:pt x="1" y="12"/>
                      <a:pt x="2" y="12"/>
                      <a:pt x="5" y="13"/>
                    </a:cubicBezTo>
                    <a:cubicBezTo>
                      <a:pt x="5" y="13"/>
                      <a:pt x="5" y="13"/>
                      <a:pt x="6" y="14"/>
                    </a:cubicBezTo>
                    <a:cubicBezTo>
                      <a:pt x="6" y="14"/>
                      <a:pt x="7" y="14"/>
                      <a:pt x="7" y="14"/>
                    </a:cubicBezTo>
                    <a:cubicBezTo>
                      <a:pt x="7" y="14"/>
                      <a:pt x="7" y="14"/>
                      <a:pt x="7" y="14"/>
                    </a:cubicBezTo>
                    <a:cubicBezTo>
                      <a:pt x="8" y="14"/>
                      <a:pt x="8" y="14"/>
                      <a:pt x="8" y="14"/>
                    </a:cubicBezTo>
                    <a:cubicBezTo>
                      <a:pt x="8" y="14"/>
                      <a:pt x="8" y="14"/>
                      <a:pt x="8" y="14"/>
                    </a:cubicBezTo>
                    <a:cubicBezTo>
                      <a:pt x="8" y="14"/>
                      <a:pt x="8" y="14"/>
                      <a:pt x="2" y="19"/>
                    </a:cubicBezTo>
                    <a:cubicBezTo>
                      <a:pt x="4" y="20"/>
                      <a:pt x="4" y="20"/>
                      <a:pt x="4" y="20"/>
                    </a:cubicBezTo>
                    <a:cubicBezTo>
                      <a:pt x="10" y="17"/>
                      <a:pt x="10" y="17"/>
                      <a:pt x="10" y="17"/>
                    </a:cubicBezTo>
                    <a:cubicBezTo>
                      <a:pt x="11" y="16"/>
                      <a:pt x="11" y="15"/>
                      <a:pt x="12" y="14"/>
                    </a:cubicBezTo>
                    <a:cubicBezTo>
                      <a:pt x="14" y="13"/>
                      <a:pt x="17" y="11"/>
                      <a:pt x="17" y="11"/>
                    </a:cubicBezTo>
                    <a:cubicBezTo>
                      <a:pt x="19" y="9"/>
                      <a:pt x="19" y="7"/>
                      <a:pt x="20" y="6"/>
                    </a:cubicBezTo>
                    <a:cubicBezTo>
                      <a:pt x="21" y="5"/>
                      <a:pt x="21" y="5"/>
                      <a:pt x="21" y="5"/>
                    </a:cubicBezTo>
                    <a:cubicBezTo>
                      <a:pt x="20" y="5"/>
                      <a:pt x="20" y="5"/>
                      <a:pt x="20" y="5"/>
                    </a:cubicBezTo>
                    <a:cubicBezTo>
                      <a:pt x="19" y="5"/>
                      <a:pt x="18" y="5"/>
                      <a:pt x="17" y="6"/>
                    </a:cubicBezTo>
                    <a:cubicBezTo>
                      <a:pt x="19" y="4"/>
                      <a:pt x="19" y="4"/>
                      <a:pt x="23" y="1"/>
                    </a:cubicBezTo>
                    <a:cubicBezTo>
                      <a:pt x="24" y="1"/>
                      <a:pt x="24" y="1"/>
                      <a:pt x="23" y="1"/>
                    </a:cubicBezTo>
                    <a:cubicBezTo>
                      <a:pt x="23" y="0"/>
                      <a:pt x="22" y="0"/>
                      <a:pt x="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155"/>
              <p:cNvSpPr>
                <a:spLocks/>
              </p:cNvSpPr>
              <p:nvPr/>
            </p:nvSpPr>
            <p:spPr bwMode="auto">
              <a:xfrm>
                <a:off x="5013326" y="1023938"/>
                <a:ext cx="41275" cy="38100"/>
              </a:xfrm>
              <a:custGeom>
                <a:avLst/>
                <a:gdLst>
                  <a:gd name="T0" fmla="*/ 11 w 11"/>
                  <a:gd name="T1" fmla="*/ 0 h 10"/>
                  <a:gd name="T2" fmla="*/ 7 w 11"/>
                  <a:gd name="T3" fmla="*/ 1 h 10"/>
                  <a:gd name="T4" fmla="*/ 2 w 11"/>
                  <a:gd name="T5" fmla="*/ 5 h 10"/>
                  <a:gd name="T6" fmla="*/ 0 w 11"/>
                  <a:gd name="T7" fmla="*/ 7 h 10"/>
                  <a:gd name="T8" fmla="*/ 1 w 11"/>
                  <a:gd name="T9" fmla="*/ 8 h 10"/>
                  <a:gd name="T10" fmla="*/ 0 w 11"/>
                  <a:gd name="T11" fmla="*/ 10 h 10"/>
                  <a:gd name="T12" fmla="*/ 3 w 11"/>
                  <a:gd name="T13" fmla="*/ 10 h 10"/>
                  <a:gd name="T14" fmla="*/ 8 w 11"/>
                  <a:gd name="T15" fmla="*/ 8 h 10"/>
                  <a:gd name="T16" fmla="*/ 11 w 11"/>
                  <a:gd name="T17" fmla="*/ 5 h 10"/>
                  <a:gd name="T18" fmla="*/ 10 w 11"/>
                  <a:gd name="T19" fmla="*/ 5 h 10"/>
                  <a:gd name="T20" fmla="*/ 10 w 11"/>
                  <a:gd name="T21" fmla="*/ 5 h 10"/>
                  <a:gd name="T22" fmla="*/ 10 w 11"/>
                  <a:gd name="T23" fmla="*/ 4 h 10"/>
                  <a:gd name="T24" fmla="*/ 11 w 11"/>
                  <a:gd name="T2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0">
                    <a:moveTo>
                      <a:pt x="11" y="0"/>
                    </a:moveTo>
                    <a:cubicBezTo>
                      <a:pt x="7" y="1"/>
                      <a:pt x="7" y="1"/>
                      <a:pt x="7" y="1"/>
                    </a:cubicBezTo>
                    <a:cubicBezTo>
                      <a:pt x="2" y="5"/>
                      <a:pt x="2" y="5"/>
                      <a:pt x="2" y="5"/>
                    </a:cubicBezTo>
                    <a:cubicBezTo>
                      <a:pt x="0" y="7"/>
                      <a:pt x="0" y="7"/>
                      <a:pt x="0" y="7"/>
                    </a:cubicBezTo>
                    <a:cubicBezTo>
                      <a:pt x="1" y="8"/>
                      <a:pt x="1" y="8"/>
                      <a:pt x="1" y="8"/>
                    </a:cubicBezTo>
                    <a:cubicBezTo>
                      <a:pt x="0" y="10"/>
                      <a:pt x="0" y="10"/>
                      <a:pt x="0" y="10"/>
                    </a:cubicBezTo>
                    <a:cubicBezTo>
                      <a:pt x="1" y="10"/>
                      <a:pt x="2" y="10"/>
                      <a:pt x="3" y="10"/>
                    </a:cubicBezTo>
                    <a:cubicBezTo>
                      <a:pt x="8" y="8"/>
                      <a:pt x="8" y="8"/>
                      <a:pt x="8" y="8"/>
                    </a:cubicBezTo>
                    <a:cubicBezTo>
                      <a:pt x="9" y="7"/>
                      <a:pt x="10" y="6"/>
                      <a:pt x="11" y="5"/>
                    </a:cubicBezTo>
                    <a:cubicBezTo>
                      <a:pt x="11" y="5"/>
                      <a:pt x="10" y="5"/>
                      <a:pt x="10" y="5"/>
                    </a:cubicBezTo>
                    <a:cubicBezTo>
                      <a:pt x="10" y="5"/>
                      <a:pt x="10" y="5"/>
                      <a:pt x="10" y="5"/>
                    </a:cubicBezTo>
                    <a:cubicBezTo>
                      <a:pt x="9" y="5"/>
                      <a:pt x="10" y="5"/>
                      <a:pt x="10" y="4"/>
                    </a:cubicBezTo>
                    <a:cubicBezTo>
                      <a:pt x="10" y="3"/>
                      <a:pt x="11" y="2"/>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156"/>
              <p:cNvSpPr>
                <a:spLocks/>
              </p:cNvSpPr>
              <p:nvPr/>
            </p:nvSpPr>
            <p:spPr bwMode="auto">
              <a:xfrm>
                <a:off x="5092701" y="968376"/>
                <a:ext cx="36513" cy="25400"/>
              </a:xfrm>
              <a:custGeom>
                <a:avLst/>
                <a:gdLst>
                  <a:gd name="T0" fmla="*/ 9 w 10"/>
                  <a:gd name="T1" fmla="*/ 0 h 7"/>
                  <a:gd name="T2" fmla="*/ 1 w 10"/>
                  <a:gd name="T3" fmla="*/ 4 h 7"/>
                  <a:gd name="T4" fmla="*/ 0 w 10"/>
                  <a:gd name="T5" fmla="*/ 6 h 7"/>
                  <a:gd name="T6" fmla="*/ 0 w 10"/>
                  <a:gd name="T7" fmla="*/ 7 h 7"/>
                  <a:gd name="T8" fmla="*/ 2 w 10"/>
                  <a:gd name="T9" fmla="*/ 6 h 7"/>
                  <a:gd name="T10" fmla="*/ 7 w 10"/>
                  <a:gd name="T11" fmla="*/ 3 h 7"/>
                  <a:gd name="T12" fmla="*/ 9 w 10"/>
                  <a:gd name="T13" fmla="*/ 0 h 7"/>
                  <a:gd name="T14" fmla="*/ 9 w 10"/>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7">
                    <a:moveTo>
                      <a:pt x="9" y="0"/>
                    </a:moveTo>
                    <a:cubicBezTo>
                      <a:pt x="7" y="0"/>
                      <a:pt x="1" y="4"/>
                      <a:pt x="1" y="4"/>
                    </a:cubicBezTo>
                    <a:cubicBezTo>
                      <a:pt x="0" y="5"/>
                      <a:pt x="0" y="5"/>
                      <a:pt x="0" y="6"/>
                    </a:cubicBezTo>
                    <a:cubicBezTo>
                      <a:pt x="0" y="7"/>
                      <a:pt x="0" y="7"/>
                      <a:pt x="0" y="7"/>
                    </a:cubicBezTo>
                    <a:cubicBezTo>
                      <a:pt x="2" y="6"/>
                      <a:pt x="2" y="6"/>
                      <a:pt x="2" y="6"/>
                    </a:cubicBezTo>
                    <a:cubicBezTo>
                      <a:pt x="7" y="3"/>
                      <a:pt x="7" y="3"/>
                      <a:pt x="7" y="3"/>
                    </a:cubicBezTo>
                    <a:cubicBezTo>
                      <a:pt x="10" y="1"/>
                      <a:pt x="10" y="1"/>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157"/>
              <p:cNvSpPr>
                <a:spLocks/>
              </p:cNvSpPr>
              <p:nvPr/>
            </p:nvSpPr>
            <p:spPr bwMode="auto">
              <a:xfrm>
                <a:off x="4983163" y="1268413"/>
                <a:ext cx="79375" cy="38100"/>
              </a:xfrm>
              <a:custGeom>
                <a:avLst/>
                <a:gdLst>
                  <a:gd name="T0" fmla="*/ 6 w 21"/>
                  <a:gd name="T1" fmla="*/ 0 h 10"/>
                  <a:gd name="T2" fmla="*/ 4 w 21"/>
                  <a:gd name="T3" fmla="*/ 3 h 10"/>
                  <a:gd name="T4" fmla="*/ 2 w 21"/>
                  <a:gd name="T5" fmla="*/ 6 h 10"/>
                  <a:gd name="T6" fmla="*/ 0 w 21"/>
                  <a:gd name="T7" fmla="*/ 9 h 10"/>
                  <a:gd name="T8" fmla="*/ 3 w 21"/>
                  <a:gd name="T9" fmla="*/ 10 h 10"/>
                  <a:gd name="T10" fmla="*/ 6 w 21"/>
                  <a:gd name="T11" fmla="*/ 10 h 10"/>
                  <a:gd name="T12" fmla="*/ 8 w 21"/>
                  <a:gd name="T13" fmla="*/ 10 h 10"/>
                  <a:gd name="T14" fmla="*/ 8 w 21"/>
                  <a:gd name="T15" fmla="*/ 10 h 10"/>
                  <a:gd name="T16" fmla="*/ 14 w 21"/>
                  <a:gd name="T17" fmla="*/ 10 h 10"/>
                  <a:gd name="T18" fmla="*/ 17 w 21"/>
                  <a:gd name="T19" fmla="*/ 10 h 10"/>
                  <a:gd name="T20" fmla="*/ 13 w 21"/>
                  <a:gd name="T21" fmla="*/ 1 h 10"/>
                  <a:gd name="T22" fmla="*/ 6 w 21"/>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0">
                    <a:moveTo>
                      <a:pt x="6" y="0"/>
                    </a:moveTo>
                    <a:cubicBezTo>
                      <a:pt x="4" y="2"/>
                      <a:pt x="4" y="3"/>
                      <a:pt x="4" y="3"/>
                    </a:cubicBezTo>
                    <a:cubicBezTo>
                      <a:pt x="3" y="4"/>
                      <a:pt x="3" y="5"/>
                      <a:pt x="2" y="6"/>
                    </a:cubicBezTo>
                    <a:cubicBezTo>
                      <a:pt x="2" y="7"/>
                      <a:pt x="1" y="8"/>
                      <a:pt x="0" y="9"/>
                    </a:cubicBezTo>
                    <a:cubicBezTo>
                      <a:pt x="1" y="10"/>
                      <a:pt x="2" y="10"/>
                      <a:pt x="3" y="10"/>
                    </a:cubicBezTo>
                    <a:cubicBezTo>
                      <a:pt x="4" y="10"/>
                      <a:pt x="5" y="10"/>
                      <a:pt x="6" y="10"/>
                    </a:cubicBezTo>
                    <a:cubicBezTo>
                      <a:pt x="6" y="10"/>
                      <a:pt x="7" y="10"/>
                      <a:pt x="8" y="10"/>
                    </a:cubicBezTo>
                    <a:cubicBezTo>
                      <a:pt x="8" y="10"/>
                      <a:pt x="8" y="10"/>
                      <a:pt x="8" y="10"/>
                    </a:cubicBezTo>
                    <a:cubicBezTo>
                      <a:pt x="10" y="10"/>
                      <a:pt x="12" y="10"/>
                      <a:pt x="14" y="10"/>
                    </a:cubicBezTo>
                    <a:cubicBezTo>
                      <a:pt x="15" y="10"/>
                      <a:pt x="16" y="10"/>
                      <a:pt x="17" y="10"/>
                    </a:cubicBezTo>
                    <a:cubicBezTo>
                      <a:pt x="17" y="9"/>
                      <a:pt x="21" y="2"/>
                      <a:pt x="13" y="1"/>
                    </a:cubicBezTo>
                    <a:cubicBezTo>
                      <a:pt x="11" y="0"/>
                      <a:pt x="9" y="1"/>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158"/>
              <p:cNvSpPr>
                <a:spLocks/>
              </p:cNvSpPr>
              <p:nvPr/>
            </p:nvSpPr>
            <p:spPr bwMode="auto">
              <a:xfrm>
                <a:off x="5010151" y="892176"/>
                <a:ext cx="601663" cy="271463"/>
              </a:xfrm>
              <a:custGeom>
                <a:avLst/>
                <a:gdLst>
                  <a:gd name="T0" fmla="*/ 121 w 160"/>
                  <a:gd name="T1" fmla="*/ 6 h 72"/>
                  <a:gd name="T2" fmla="*/ 120 w 160"/>
                  <a:gd name="T3" fmla="*/ 2 h 72"/>
                  <a:gd name="T4" fmla="*/ 111 w 160"/>
                  <a:gd name="T5" fmla="*/ 3 h 72"/>
                  <a:gd name="T6" fmla="*/ 103 w 160"/>
                  <a:gd name="T7" fmla="*/ 4 h 72"/>
                  <a:gd name="T8" fmla="*/ 91 w 160"/>
                  <a:gd name="T9" fmla="*/ 9 h 72"/>
                  <a:gd name="T10" fmla="*/ 82 w 160"/>
                  <a:gd name="T11" fmla="*/ 9 h 72"/>
                  <a:gd name="T12" fmla="*/ 74 w 160"/>
                  <a:gd name="T13" fmla="*/ 10 h 72"/>
                  <a:gd name="T14" fmla="*/ 78 w 160"/>
                  <a:gd name="T15" fmla="*/ 12 h 72"/>
                  <a:gd name="T16" fmla="*/ 75 w 160"/>
                  <a:gd name="T17" fmla="*/ 16 h 72"/>
                  <a:gd name="T18" fmla="*/ 68 w 160"/>
                  <a:gd name="T19" fmla="*/ 22 h 72"/>
                  <a:gd name="T20" fmla="*/ 78 w 160"/>
                  <a:gd name="T21" fmla="*/ 23 h 72"/>
                  <a:gd name="T22" fmla="*/ 89 w 160"/>
                  <a:gd name="T23" fmla="*/ 24 h 72"/>
                  <a:gd name="T24" fmla="*/ 71 w 160"/>
                  <a:gd name="T25" fmla="*/ 33 h 72"/>
                  <a:gd name="T26" fmla="*/ 70 w 160"/>
                  <a:gd name="T27" fmla="*/ 26 h 72"/>
                  <a:gd name="T28" fmla="*/ 67 w 160"/>
                  <a:gd name="T29" fmla="*/ 25 h 72"/>
                  <a:gd name="T30" fmla="*/ 65 w 160"/>
                  <a:gd name="T31" fmla="*/ 25 h 72"/>
                  <a:gd name="T32" fmla="*/ 52 w 160"/>
                  <a:gd name="T33" fmla="*/ 40 h 72"/>
                  <a:gd name="T34" fmla="*/ 49 w 160"/>
                  <a:gd name="T35" fmla="*/ 41 h 72"/>
                  <a:gd name="T36" fmla="*/ 30 w 160"/>
                  <a:gd name="T37" fmla="*/ 47 h 72"/>
                  <a:gd name="T38" fmla="*/ 42 w 160"/>
                  <a:gd name="T39" fmla="*/ 44 h 72"/>
                  <a:gd name="T40" fmla="*/ 29 w 160"/>
                  <a:gd name="T41" fmla="*/ 53 h 72"/>
                  <a:gd name="T42" fmla="*/ 36 w 160"/>
                  <a:gd name="T43" fmla="*/ 55 h 72"/>
                  <a:gd name="T44" fmla="*/ 25 w 160"/>
                  <a:gd name="T45" fmla="*/ 50 h 72"/>
                  <a:gd name="T46" fmla="*/ 8 w 160"/>
                  <a:gd name="T47" fmla="*/ 58 h 72"/>
                  <a:gd name="T48" fmla="*/ 5 w 160"/>
                  <a:gd name="T49" fmla="*/ 63 h 72"/>
                  <a:gd name="T50" fmla="*/ 10 w 160"/>
                  <a:gd name="T51" fmla="*/ 65 h 72"/>
                  <a:gd name="T52" fmla="*/ 19 w 160"/>
                  <a:gd name="T53" fmla="*/ 66 h 72"/>
                  <a:gd name="T54" fmla="*/ 27 w 160"/>
                  <a:gd name="T55" fmla="*/ 69 h 72"/>
                  <a:gd name="T56" fmla="*/ 45 w 160"/>
                  <a:gd name="T57" fmla="*/ 65 h 72"/>
                  <a:gd name="T58" fmla="*/ 39 w 160"/>
                  <a:gd name="T59" fmla="*/ 64 h 72"/>
                  <a:gd name="T60" fmla="*/ 35 w 160"/>
                  <a:gd name="T61" fmla="*/ 61 h 72"/>
                  <a:gd name="T62" fmla="*/ 41 w 160"/>
                  <a:gd name="T63" fmla="*/ 57 h 72"/>
                  <a:gd name="T64" fmla="*/ 71 w 160"/>
                  <a:gd name="T65" fmla="*/ 50 h 72"/>
                  <a:gd name="T66" fmla="*/ 75 w 160"/>
                  <a:gd name="T67" fmla="*/ 47 h 72"/>
                  <a:gd name="T68" fmla="*/ 81 w 160"/>
                  <a:gd name="T69" fmla="*/ 42 h 72"/>
                  <a:gd name="T70" fmla="*/ 82 w 160"/>
                  <a:gd name="T71" fmla="*/ 37 h 72"/>
                  <a:gd name="T72" fmla="*/ 91 w 160"/>
                  <a:gd name="T73" fmla="*/ 38 h 72"/>
                  <a:gd name="T74" fmla="*/ 94 w 160"/>
                  <a:gd name="T75" fmla="*/ 37 h 72"/>
                  <a:gd name="T76" fmla="*/ 106 w 160"/>
                  <a:gd name="T77" fmla="*/ 32 h 72"/>
                  <a:gd name="T78" fmla="*/ 137 w 160"/>
                  <a:gd name="T79" fmla="*/ 20 h 72"/>
                  <a:gd name="T80" fmla="*/ 132 w 160"/>
                  <a:gd name="T81" fmla="*/ 20 h 72"/>
                  <a:gd name="T82" fmla="*/ 132 w 160"/>
                  <a:gd name="T83" fmla="*/ 17 h 72"/>
                  <a:gd name="T84" fmla="*/ 157 w 160"/>
                  <a:gd name="T85" fmla="*/ 9 h 72"/>
                  <a:gd name="T86" fmla="*/ 151 w 160"/>
                  <a:gd name="T87" fmla="*/ 6 h 72"/>
                  <a:gd name="T88" fmla="*/ 152 w 160"/>
                  <a:gd name="T89" fmla="*/ 4 h 72"/>
                  <a:gd name="T90" fmla="*/ 143 w 160"/>
                  <a:gd name="T91" fmla="*/ 2 h 72"/>
                  <a:gd name="T92" fmla="*/ 132 w 160"/>
                  <a:gd name="T93" fmla="*/ 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0" h="72">
                    <a:moveTo>
                      <a:pt x="130" y="0"/>
                    </a:moveTo>
                    <a:cubicBezTo>
                      <a:pt x="129" y="0"/>
                      <a:pt x="127" y="1"/>
                      <a:pt x="124" y="5"/>
                    </a:cubicBezTo>
                    <a:cubicBezTo>
                      <a:pt x="123" y="5"/>
                      <a:pt x="122" y="6"/>
                      <a:pt x="121" y="6"/>
                    </a:cubicBezTo>
                    <a:cubicBezTo>
                      <a:pt x="122" y="5"/>
                      <a:pt x="122" y="4"/>
                      <a:pt x="123" y="3"/>
                    </a:cubicBezTo>
                    <a:cubicBezTo>
                      <a:pt x="122" y="2"/>
                      <a:pt x="122" y="2"/>
                      <a:pt x="122" y="2"/>
                    </a:cubicBezTo>
                    <a:cubicBezTo>
                      <a:pt x="122" y="2"/>
                      <a:pt x="121" y="2"/>
                      <a:pt x="120" y="2"/>
                    </a:cubicBezTo>
                    <a:cubicBezTo>
                      <a:pt x="119" y="2"/>
                      <a:pt x="119" y="2"/>
                      <a:pt x="117" y="2"/>
                    </a:cubicBezTo>
                    <a:cubicBezTo>
                      <a:pt x="115" y="2"/>
                      <a:pt x="115" y="2"/>
                      <a:pt x="115" y="2"/>
                    </a:cubicBezTo>
                    <a:cubicBezTo>
                      <a:pt x="111" y="3"/>
                      <a:pt x="111" y="3"/>
                      <a:pt x="111" y="3"/>
                    </a:cubicBezTo>
                    <a:cubicBezTo>
                      <a:pt x="110" y="3"/>
                      <a:pt x="110" y="3"/>
                      <a:pt x="110" y="3"/>
                    </a:cubicBezTo>
                    <a:cubicBezTo>
                      <a:pt x="107" y="5"/>
                      <a:pt x="105" y="7"/>
                      <a:pt x="102" y="9"/>
                    </a:cubicBezTo>
                    <a:cubicBezTo>
                      <a:pt x="101" y="7"/>
                      <a:pt x="102" y="6"/>
                      <a:pt x="103" y="4"/>
                    </a:cubicBezTo>
                    <a:cubicBezTo>
                      <a:pt x="102" y="4"/>
                      <a:pt x="102" y="3"/>
                      <a:pt x="101" y="3"/>
                    </a:cubicBezTo>
                    <a:cubicBezTo>
                      <a:pt x="99" y="3"/>
                      <a:pt x="98" y="5"/>
                      <a:pt x="96" y="6"/>
                    </a:cubicBezTo>
                    <a:cubicBezTo>
                      <a:pt x="95" y="8"/>
                      <a:pt x="93" y="9"/>
                      <a:pt x="91" y="9"/>
                    </a:cubicBezTo>
                    <a:cubicBezTo>
                      <a:pt x="91" y="9"/>
                      <a:pt x="90" y="9"/>
                      <a:pt x="89" y="9"/>
                    </a:cubicBezTo>
                    <a:cubicBezTo>
                      <a:pt x="89" y="7"/>
                      <a:pt x="91" y="7"/>
                      <a:pt x="92" y="6"/>
                    </a:cubicBezTo>
                    <a:cubicBezTo>
                      <a:pt x="89" y="6"/>
                      <a:pt x="86" y="9"/>
                      <a:pt x="82" y="9"/>
                    </a:cubicBezTo>
                    <a:cubicBezTo>
                      <a:pt x="81" y="9"/>
                      <a:pt x="80" y="8"/>
                      <a:pt x="79" y="7"/>
                    </a:cubicBezTo>
                    <a:cubicBezTo>
                      <a:pt x="77" y="8"/>
                      <a:pt x="74" y="9"/>
                      <a:pt x="72" y="10"/>
                    </a:cubicBezTo>
                    <a:cubicBezTo>
                      <a:pt x="73" y="10"/>
                      <a:pt x="73" y="10"/>
                      <a:pt x="74" y="10"/>
                    </a:cubicBezTo>
                    <a:cubicBezTo>
                      <a:pt x="75" y="10"/>
                      <a:pt x="75" y="10"/>
                      <a:pt x="76" y="11"/>
                    </a:cubicBezTo>
                    <a:cubicBezTo>
                      <a:pt x="74" y="12"/>
                      <a:pt x="72" y="12"/>
                      <a:pt x="71" y="13"/>
                    </a:cubicBezTo>
                    <a:cubicBezTo>
                      <a:pt x="78" y="12"/>
                      <a:pt x="78" y="12"/>
                      <a:pt x="78" y="12"/>
                    </a:cubicBezTo>
                    <a:cubicBezTo>
                      <a:pt x="71" y="14"/>
                      <a:pt x="70" y="14"/>
                      <a:pt x="69" y="15"/>
                    </a:cubicBezTo>
                    <a:cubicBezTo>
                      <a:pt x="70" y="16"/>
                      <a:pt x="72" y="16"/>
                      <a:pt x="73" y="16"/>
                    </a:cubicBezTo>
                    <a:cubicBezTo>
                      <a:pt x="74" y="16"/>
                      <a:pt x="74" y="16"/>
                      <a:pt x="75" y="16"/>
                    </a:cubicBezTo>
                    <a:cubicBezTo>
                      <a:pt x="76" y="16"/>
                      <a:pt x="77" y="16"/>
                      <a:pt x="78" y="16"/>
                    </a:cubicBezTo>
                    <a:cubicBezTo>
                      <a:pt x="78" y="16"/>
                      <a:pt x="79" y="16"/>
                      <a:pt x="80" y="16"/>
                    </a:cubicBezTo>
                    <a:cubicBezTo>
                      <a:pt x="79" y="17"/>
                      <a:pt x="77" y="18"/>
                      <a:pt x="68" y="22"/>
                    </a:cubicBezTo>
                    <a:cubicBezTo>
                      <a:pt x="70" y="22"/>
                      <a:pt x="72" y="23"/>
                      <a:pt x="73" y="23"/>
                    </a:cubicBezTo>
                    <a:cubicBezTo>
                      <a:pt x="75" y="22"/>
                      <a:pt x="75" y="22"/>
                      <a:pt x="76" y="22"/>
                    </a:cubicBezTo>
                    <a:cubicBezTo>
                      <a:pt x="76" y="23"/>
                      <a:pt x="77" y="23"/>
                      <a:pt x="78" y="23"/>
                    </a:cubicBezTo>
                    <a:cubicBezTo>
                      <a:pt x="81" y="23"/>
                      <a:pt x="81" y="23"/>
                      <a:pt x="100" y="17"/>
                    </a:cubicBezTo>
                    <a:cubicBezTo>
                      <a:pt x="101" y="17"/>
                      <a:pt x="103" y="17"/>
                      <a:pt x="104" y="17"/>
                    </a:cubicBezTo>
                    <a:cubicBezTo>
                      <a:pt x="99" y="19"/>
                      <a:pt x="94" y="22"/>
                      <a:pt x="89" y="24"/>
                    </a:cubicBezTo>
                    <a:cubicBezTo>
                      <a:pt x="87" y="25"/>
                      <a:pt x="83" y="26"/>
                      <a:pt x="78" y="26"/>
                    </a:cubicBezTo>
                    <a:cubicBezTo>
                      <a:pt x="77" y="26"/>
                      <a:pt x="75" y="26"/>
                      <a:pt x="73" y="26"/>
                    </a:cubicBezTo>
                    <a:cubicBezTo>
                      <a:pt x="70" y="31"/>
                      <a:pt x="70" y="32"/>
                      <a:pt x="71" y="33"/>
                    </a:cubicBezTo>
                    <a:cubicBezTo>
                      <a:pt x="68" y="32"/>
                      <a:pt x="67" y="32"/>
                      <a:pt x="71" y="26"/>
                    </a:cubicBezTo>
                    <a:cubicBezTo>
                      <a:pt x="71" y="26"/>
                      <a:pt x="71" y="26"/>
                      <a:pt x="71" y="26"/>
                    </a:cubicBezTo>
                    <a:cubicBezTo>
                      <a:pt x="70" y="26"/>
                      <a:pt x="70" y="26"/>
                      <a:pt x="70" y="26"/>
                    </a:cubicBezTo>
                    <a:cubicBezTo>
                      <a:pt x="69" y="26"/>
                      <a:pt x="69" y="26"/>
                      <a:pt x="69" y="26"/>
                    </a:cubicBezTo>
                    <a:cubicBezTo>
                      <a:pt x="68" y="25"/>
                      <a:pt x="68" y="25"/>
                      <a:pt x="68" y="25"/>
                    </a:cubicBezTo>
                    <a:cubicBezTo>
                      <a:pt x="67" y="25"/>
                      <a:pt x="67" y="25"/>
                      <a:pt x="67" y="25"/>
                    </a:cubicBezTo>
                    <a:cubicBezTo>
                      <a:pt x="66" y="25"/>
                      <a:pt x="66" y="25"/>
                      <a:pt x="66" y="25"/>
                    </a:cubicBezTo>
                    <a:cubicBezTo>
                      <a:pt x="66" y="25"/>
                      <a:pt x="66" y="25"/>
                      <a:pt x="65" y="25"/>
                    </a:cubicBezTo>
                    <a:cubicBezTo>
                      <a:pt x="65" y="25"/>
                      <a:pt x="65" y="25"/>
                      <a:pt x="65" y="25"/>
                    </a:cubicBezTo>
                    <a:cubicBezTo>
                      <a:pt x="63" y="26"/>
                      <a:pt x="57" y="27"/>
                      <a:pt x="57" y="30"/>
                    </a:cubicBezTo>
                    <a:cubicBezTo>
                      <a:pt x="57" y="30"/>
                      <a:pt x="57" y="31"/>
                      <a:pt x="58" y="32"/>
                    </a:cubicBezTo>
                    <a:cubicBezTo>
                      <a:pt x="52" y="38"/>
                      <a:pt x="52" y="38"/>
                      <a:pt x="52" y="40"/>
                    </a:cubicBezTo>
                    <a:cubicBezTo>
                      <a:pt x="54" y="40"/>
                      <a:pt x="56" y="40"/>
                      <a:pt x="57" y="40"/>
                    </a:cubicBezTo>
                    <a:cubicBezTo>
                      <a:pt x="55" y="42"/>
                      <a:pt x="54" y="43"/>
                      <a:pt x="53" y="43"/>
                    </a:cubicBezTo>
                    <a:cubicBezTo>
                      <a:pt x="52" y="43"/>
                      <a:pt x="51" y="42"/>
                      <a:pt x="49" y="41"/>
                    </a:cubicBezTo>
                    <a:cubicBezTo>
                      <a:pt x="48" y="40"/>
                      <a:pt x="46" y="40"/>
                      <a:pt x="45" y="40"/>
                    </a:cubicBezTo>
                    <a:cubicBezTo>
                      <a:pt x="41" y="40"/>
                      <a:pt x="38" y="41"/>
                      <a:pt x="30" y="46"/>
                    </a:cubicBezTo>
                    <a:cubicBezTo>
                      <a:pt x="30" y="47"/>
                      <a:pt x="30" y="47"/>
                      <a:pt x="30" y="47"/>
                    </a:cubicBezTo>
                    <a:cubicBezTo>
                      <a:pt x="30" y="47"/>
                      <a:pt x="31" y="47"/>
                      <a:pt x="31" y="47"/>
                    </a:cubicBezTo>
                    <a:cubicBezTo>
                      <a:pt x="33" y="47"/>
                      <a:pt x="35" y="46"/>
                      <a:pt x="36" y="45"/>
                    </a:cubicBezTo>
                    <a:cubicBezTo>
                      <a:pt x="38" y="45"/>
                      <a:pt x="40" y="44"/>
                      <a:pt x="42" y="44"/>
                    </a:cubicBezTo>
                    <a:cubicBezTo>
                      <a:pt x="42" y="44"/>
                      <a:pt x="42" y="44"/>
                      <a:pt x="42" y="44"/>
                    </a:cubicBezTo>
                    <a:cubicBezTo>
                      <a:pt x="39" y="48"/>
                      <a:pt x="39" y="48"/>
                      <a:pt x="30" y="52"/>
                    </a:cubicBezTo>
                    <a:cubicBezTo>
                      <a:pt x="29" y="53"/>
                      <a:pt x="29" y="53"/>
                      <a:pt x="29" y="53"/>
                    </a:cubicBezTo>
                    <a:cubicBezTo>
                      <a:pt x="30" y="54"/>
                      <a:pt x="32" y="55"/>
                      <a:pt x="33" y="55"/>
                    </a:cubicBezTo>
                    <a:cubicBezTo>
                      <a:pt x="37" y="55"/>
                      <a:pt x="41" y="49"/>
                      <a:pt x="45" y="49"/>
                    </a:cubicBezTo>
                    <a:cubicBezTo>
                      <a:pt x="43" y="52"/>
                      <a:pt x="36" y="55"/>
                      <a:pt x="36" y="55"/>
                    </a:cubicBezTo>
                    <a:cubicBezTo>
                      <a:pt x="32" y="57"/>
                      <a:pt x="29" y="58"/>
                      <a:pt x="28" y="58"/>
                    </a:cubicBezTo>
                    <a:cubicBezTo>
                      <a:pt x="25" y="58"/>
                      <a:pt x="26" y="55"/>
                      <a:pt x="28" y="51"/>
                    </a:cubicBezTo>
                    <a:cubicBezTo>
                      <a:pt x="27" y="50"/>
                      <a:pt x="26" y="50"/>
                      <a:pt x="25" y="50"/>
                    </a:cubicBezTo>
                    <a:cubicBezTo>
                      <a:pt x="22" y="50"/>
                      <a:pt x="18" y="54"/>
                      <a:pt x="18" y="56"/>
                    </a:cubicBezTo>
                    <a:cubicBezTo>
                      <a:pt x="18" y="56"/>
                      <a:pt x="20" y="59"/>
                      <a:pt x="15" y="59"/>
                    </a:cubicBezTo>
                    <a:cubicBezTo>
                      <a:pt x="14" y="59"/>
                      <a:pt x="12" y="59"/>
                      <a:pt x="8" y="58"/>
                    </a:cubicBezTo>
                    <a:cubicBezTo>
                      <a:pt x="1" y="62"/>
                      <a:pt x="1" y="62"/>
                      <a:pt x="1" y="62"/>
                    </a:cubicBezTo>
                    <a:cubicBezTo>
                      <a:pt x="1" y="63"/>
                      <a:pt x="1" y="64"/>
                      <a:pt x="0" y="65"/>
                    </a:cubicBezTo>
                    <a:cubicBezTo>
                      <a:pt x="4" y="63"/>
                      <a:pt x="4" y="63"/>
                      <a:pt x="5" y="63"/>
                    </a:cubicBezTo>
                    <a:cubicBezTo>
                      <a:pt x="5" y="64"/>
                      <a:pt x="5" y="64"/>
                      <a:pt x="5" y="64"/>
                    </a:cubicBezTo>
                    <a:cubicBezTo>
                      <a:pt x="6" y="64"/>
                      <a:pt x="6" y="65"/>
                      <a:pt x="7" y="65"/>
                    </a:cubicBezTo>
                    <a:cubicBezTo>
                      <a:pt x="8" y="65"/>
                      <a:pt x="8" y="65"/>
                      <a:pt x="10" y="65"/>
                    </a:cubicBezTo>
                    <a:cubicBezTo>
                      <a:pt x="10" y="65"/>
                      <a:pt x="9" y="66"/>
                      <a:pt x="9" y="67"/>
                    </a:cubicBezTo>
                    <a:cubicBezTo>
                      <a:pt x="10" y="68"/>
                      <a:pt x="11" y="69"/>
                      <a:pt x="13" y="69"/>
                    </a:cubicBezTo>
                    <a:cubicBezTo>
                      <a:pt x="14" y="69"/>
                      <a:pt x="16" y="68"/>
                      <a:pt x="19" y="66"/>
                    </a:cubicBezTo>
                    <a:cubicBezTo>
                      <a:pt x="18" y="68"/>
                      <a:pt x="18" y="68"/>
                      <a:pt x="18" y="68"/>
                    </a:cubicBezTo>
                    <a:cubicBezTo>
                      <a:pt x="23" y="67"/>
                      <a:pt x="23" y="67"/>
                      <a:pt x="23" y="67"/>
                    </a:cubicBezTo>
                    <a:cubicBezTo>
                      <a:pt x="27" y="69"/>
                      <a:pt x="27" y="69"/>
                      <a:pt x="27" y="69"/>
                    </a:cubicBezTo>
                    <a:cubicBezTo>
                      <a:pt x="26" y="70"/>
                      <a:pt x="25" y="71"/>
                      <a:pt x="24" y="72"/>
                    </a:cubicBezTo>
                    <a:cubicBezTo>
                      <a:pt x="35" y="70"/>
                      <a:pt x="35" y="70"/>
                      <a:pt x="40" y="68"/>
                    </a:cubicBezTo>
                    <a:cubicBezTo>
                      <a:pt x="45" y="65"/>
                      <a:pt x="45" y="65"/>
                      <a:pt x="45" y="65"/>
                    </a:cubicBezTo>
                    <a:cubicBezTo>
                      <a:pt x="45" y="63"/>
                      <a:pt x="45" y="63"/>
                      <a:pt x="45" y="63"/>
                    </a:cubicBezTo>
                    <a:cubicBezTo>
                      <a:pt x="39" y="66"/>
                      <a:pt x="39" y="66"/>
                      <a:pt x="39" y="66"/>
                    </a:cubicBezTo>
                    <a:cubicBezTo>
                      <a:pt x="39" y="64"/>
                      <a:pt x="39" y="64"/>
                      <a:pt x="39" y="64"/>
                    </a:cubicBezTo>
                    <a:cubicBezTo>
                      <a:pt x="42" y="62"/>
                      <a:pt x="42" y="62"/>
                      <a:pt x="42" y="62"/>
                    </a:cubicBezTo>
                    <a:cubicBezTo>
                      <a:pt x="41" y="61"/>
                      <a:pt x="40" y="61"/>
                      <a:pt x="39" y="60"/>
                    </a:cubicBezTo>
                    <a:cubicBezTo>
                      <a:pt x="37" y="60"/>
                      <a:pt x="37" y="61"/>
                      <a:pt x="35" y="61"/>
                    </a:cubicBezTo>
                    <a:cubicBezTo>
                      <a:pt x="35" y="60"/>
                      <a:pt x="35" y="60"/>
                      <a:pt x="35" y="60"/>
                    </a:cubicBezTo>
                    <a:cubicBezTo>
                      <a:pt x="36" y="59"/>
                      <a:pt x="36" y="59"/>
                      <a:pt x="36" y="58"/>
                    </a:cubicBezTo>
                    <a:cubicBezTo>
                      <a:pt x="38" y="58"/>
                      <a:pt x="39" y="58"/>
                      <a:pt x="41" y="57"/>
                    </a:cubicBezTo>
                    <a:cubicBezTo>
                      <a:pt x="41" y="59"/>
                      <a:pt x="41" y="59"/>
                      <a:pt x="45" y="59"/>
                    </a:cubicBezTo>
                    <a:cubicBezTo>
                      <a:pt x="46" y="59"/>
                      <a:pt x="47" y="59"/>
                      <a:pt x="49" y="59"/>
                    </a:cubicBezTo>
                    <a:cubicBezTo>
                      <a:pt x="55" y="54"/>
                      <a:pt x="64" y="54"/>
                      <a:pt x="71" y="50"/>
                    </a:cubicBezTo>
                    <a:cubicBezTo>
                      <a:pt x="68" y="49"/>
                      <a:pt x="68" y="49"/>
                      <a:pt x="68" y="49"/>
                    </a:cubicBezTo>
                    <a:cubicBezTo>
                      <a:pt x="71" y="46"/>
                      <a:pt x="71" y="46"/>
                      <a:pt x="71" y="46"/>
                    </a:cubicBezTo>
                    <a:cubicBezTo>
                      <a:pt x="75" y="47"/>
                      <a:pt x="75" y="47"/>
                      <a:pt x="75" y="47"/>
                    </a:cubicBezTo>
                    <a:cubicBezTo>
                      <a:pt x="79" y="44"/>
                      <a:pt x="79" y="44"/>
                      <a:pt x="79" y="44"/>
                    </a:cubicBezTo>
                    <a:cubicBezTo>
                      <a:pt x="75" y="44"/>
                      <a:pt x="75" y="44"/>
                      <a:pt x="75" y="44"/>
                    </a:cubicBezTo>
                    <a:cubicBezTo>
                      <a:pt x="81" y="42"/>
                      <a:pt x="81" y="42"/>
                      <a:pt x="81" y="42"/>
                    </a:cubicBezTo>
                    <a:cubicBezTo>
                      <a:pt x="79" y="41"/>
                      <a:pt x="79" y="41"/>
                      <a:pt x="79" y="41"/>
                    </a:cubicBezTo>
                    <a:cubicBezTo>
                      <a:pt x="76" y="39"/>
                      <a:pt x="76" y="39"/>
                      <a:pt x="76" y="39"/>
                    </a:cubicBezTo>
                    <a:cubicBezTo>
                      <a:pt x="78" y="38"/>
                      <a:pt x="80" y="37"/>
                      <a:pt x="82" y="37"/>
                    </a:cubicBezTo>
                    <a:cubicBezTo>
                      <a:pt x="83" y="37"/>
                      <a:pt x="84" y="37"/>
                      <a:pt x="85" y="38"/>
                    </a:cubicBezTo>
                    <a:cubicBezTo>
                      <a:pt x="86" y="38"/>
                      <a:pt x="87" y="38"/>
                      <a:pt x="89" y="38"/>
                    </a:cubicBezTo>
                    <a:cubicBezTo>
                      <a:pt x="89" y="38"/>
                      <a:pt x="90" y="38"/>
                      <a:pt x="91" y="38"/>
                    </a:cubicBezTo>
                    <a:cubicBezTo>
                      <a:pt x="92" y="34"/>
                      <a:pt x="92" y="34"/>
                      <a:pt x="92" y="34"/>
                    </a:cubicBezTo>
                    <a:cubicBezTo>
                      <a:pt x="93" y="34"/>
                      <a:pt x="94" y="34"/>
                      <a:pt x="95" y="34"/>
                    </a:cubicBezTo>
                    <a:cubicBezTo>
                      <a:pt x="94" y="36"/>
                      <a:pt x="94" y="36"/>
                      <a:pt x="94" y="37"/>
                    </a:cubicBezTo>
                    <a:cubicBezTo>
                      <a:pt x="94" y="37"/>
                      <a:pt x="95" y="38"/>
                      <a:pt x="95" y="38"/>
                    </a:cubicBezTo>
                    <a:cubicBezTo>
                      <a:pt x="96" y="38"/>
                      <a:pt x="97" y="37"/>
                      <a:pt x="99" y="36"/>
                    </a:cubicBezTo>
                    <a:cubicBezTo>
                      <a:pt x="106" y="32"/>
                      <a:pt x="106" y="32"/>
                      <a:pt x="106" y="32"/>
                    </a:cubicBezTo>
                    <a:cubicBezTo>
                      <a:pt x="110" y="30"/>
                      <a:pt x="110" y="30"/>
                      <a:pt x="110" y="30"/>
                    </a:cubicBezTo>
                    <a:cubicBezTo>
                      <a:pt x="117" y="29"/>
                      <a:pt x="139" y="22"/>
                      <a:pt x="140" y="20"/>
                    </a:cubicBezTo>
                    <a:cubicBezTo>
                      <a:pt x="139" y="20"/>
                      <a:pt x="138" y="20"/>
                      <a:pt x="137" y="20"/>
                    </a:cubicBezTo>
                    <a:cubicBezTo>
                      <a:pt x="137" y="20"/>
                      <a:pt x="136" y="20"/>
                      <a:pt x="135" y="20"/>
                    </a:cubicBezTo>
                    <a:cubicBezTo>
                      <a:pt x="135" y="20"/>
                      <a:pt x="134" y="20"/>
                      <a:pt x="133" y="20"/>
                    </a:cubicBezTo>
                    <a:cubicBezTo>
                      <a:pt x="133" y="20"/>
                      <a:pt x="132" y="20"/>
                      <a:pt x="132" y="20"/>
                    </a:cubicBezTo>
                    <a:cubicBezTo>
                      <a:pt x="125" y="21"/>
                      <a:pt x="125" y="21"/>
                      <a:pt x="125" y="21"/>
                    </a:cubicBezTo>
                    <a:cubicBezTo>
                      <a:pt x="130" y="19"/>
                      <a:pt x="130" y="19"/>
                      <a:pt x="130" y="19"/>
                    </a:cubicBezTo>
                    <a:cubicBezTo>
                      <a:pt x="131" y="19"/>
                      <a:pt x="131" y="18"/>
                      <a:pt x="132" y="17"/>
                    </a:cubicBezTo>
                    <a:cubicBezTo>
                      <a:pt x="140" y="16"/>
                      <a:pt x="148" y="16"/>
                      <a:pt x="157" y="14"/>
                    </a:cubicBezTo>
                    <a:cubicBezTo>
                      <a:pt x="158" y="13"/>
                      <a:pt x="159" y="11"/>
                      <a:pt x="160" y="10"/>
                    </a:cubicBezTo>
                    <a:cubicBezTo>
                      <a:pt x="159" y="9"/>
                      <a:pt x="158" y="9"/>
                      <a:pt x="157" y="9"/>
                    </a:cubicBezTo>
                    <a:cubicBezTo>
                      <a:pt x="157" y="9"/>
                      <a:pt x="157" y="9"/>
                      <a:pt x="156" y="9"/>
                    </a:cubicBezTo>
                    <a:cubicBezTo>
                      <a:pt x="157" y="8"/>
                      <a:pt x="157" y="8"/>
                      <a:pt x="158" y="7"/>
                    </a:cubicBezTo>
                    <a:cubicBezTo>
                      <a:pt x="155" y="6"/>
                      <a:pt x="153" y="6"/>
                      <a:pt x="151" y="6"/>
                    </a:cubicBezTo>
                    <a:cubicBezTo>
                      <a:pt x="150" y="6"/>
                      <a:pt x="149" y="6"/>
                      <a:pt x="149" y="6"/>
                    </a:cubicBezTo>
                    <a:cubicBezTo>
                      <a:pt x="148" y="6"/>
                      <a:pt x="148" y="6"/>
                      <a:pt x="147" y="6"/>
                    </a:cubicBezTo>
                    <a:cubicBezTo>
                      <a:pt x="149" y="5"/>
                      <a:pt x="150" y="5"/>
                      <a:pt x="152" y="4"/>
                    </a:cubicBezTo>
                    <a:cubicBezTo>
                      <a:pt x="148" y="4"/>
                      <a:pt x="148" y="4"/>
                      <a:pt x="146" y="3"/>
                    </a:cubicBezTo>
                    <a:cubicBezTo>
                      <a:pt x="145" y="2"/>
                      <a:pt x="145" y="2"/>
                      <a:pt x="145" y="2"/>
                    </a:cubicBezTo>
                    <a:cubicBezTo>
                      <a:pt x="143" y="2"/>
                      <a:pt x="143" y="2"/>
                      <a:pt x="143" y="2"/>
                    </a:cubicBezTo>
                    <a:cubicBezTo>
                      <a:pt x="138" y="4"/>
                      <a:pt x="138" y="4"/>
                      <a:pt x="138" y="4"/>
                    </a:cubicBezTo>
                    <a:cubicBezTo>
                      <a:pt x="141" y="1"/>
                      <a:pt x="141" y="1"/>
                      <a:pt x="141" y="1"/>
                    </a:cubicBezTo>
                    <a:cubicBezTo>
                      <a:pt x="139" y="2"/>
                      <a:pt x="139" y="2"/>
                      <a:pt x="132" y="5"/>
                    </a:cubicBezTo>
                    <a:cubicBezTo>
                      <a:pt x="133" y="3"/>
                      <a:pt x="134" y="2"/>
                      <a:pt x="134" y="1"/>
                    </a:cubicBezTo>
                    <a:cubicBezTo>
                      <a:pt x="132" y="0"/>
                      <a:pt x="131" y="0"/>
                      <a:pt x="1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159"/>
              <p:cNvSpPr>
                <a:spLocks/>
              </p:cNvSpPr>
              <p:nvPr/>
            </p:nvSpPr>
            <p:spPr bwMode="auto">
              <a:xfrm>
                <a:off x="5073651" y="938213"/>
                <a:ext cx="187325" cy="131763"/>
              </a:xfrm>
              <a:custGeom>
                <a:avLst/>
                <a:gdLst>
                  <a:gd name="T0" fmla="*/ 47 w 50"/>
                  <a:gd name="T1" fmla="*/ 0 h 35"/>
                  <a:gd name="T2" fmla="*/ 43 w 50"/>
                  <a:gd name="T3" fmla="*/ 2 h 35"/>
                  <a:gd name="T4" fmla="*/ 38 w 50"/>
                  <a:gd name="T5" fmla="*/ 3 h 35"/>
                  <a:gd name="T6" fmla="*/ 35 w 50"/>
                  <a:gd name="T7" fmla="*/ 4 h 35"/>
                  <a:gd name="T8" fmla="*/ 33 w 50"/>
                  <a:gd name="T9" fmla="*/ 7 h 35"/>
                  <a:gd name="T10" fmla="*/ 31 w 50"/>
                  <a:gd name="T11" fmla="*/ 7 h 35"/>
                  <a:gd name="T12" fmla="*/ 29 w 50"/>
                  <a:gd name="T13" fmla="*/ 6 h 35"/>
                  <a:gd name="T14" fmla="*/ 25 w 50"/>
                  <a:gd name="T15" fmla="*/ 9 h 35"/>
                  <a:gd name="T16" fmla="*/ 26 w 50"/>
                  <a:gd name="T17" fmla="*/ 10 h 35"/>
                  <a:gd name="T18" fmla="*/ 21 w 50"/>
                  <a:gd name="T19" fmla="*/ 13 h 35"/>
                  <a:gd name="T20" fmla="*/ 20 w 50"/>
                  <a:gd name="T21" fmla="*/ 13 h 35"/>
                  <a:gd name="T22" fmla="*/ 22 w 50"/>
                  <a:gd name="T23" fmla="*/ 10 h 35"/>
                  <a:gd name="T24" fmla="*/ 19 w 50"/>
                  <a:gd name="T25" fmla="*/ 10 h 35"/>
                  <a:gd name="T26" fmla="*/ 8 w 50"/>
                  <a:gd name="T27" fmla="*/ 20 h 35"/>
                  <a:gd name="T28" fmla="*/ 15 w 50"/>
                  <a:gd name="T29" fmla="*/ 20 h 35"/>
                  <a:gd name="T30" fmla="*/ 20 w 50"/>
                  <a:gd name="T31" fmla="*/ 19 h 35"/>
                  <a:gd name="T32" fmla="*/ 18 w 50"/>
                  <a:gd name="T33" fmla="*/ 23 h 35"/>
                  <a:gd name="T34" fmla="*/ 10 w 50"/>
                  <a:gd name="T35" fmla="*/ 22 h 35"/>
                  <a:gd name="T36" fmla="*/ 6 w 50"/>
                  <a:gd name="T37" fmla="*/ 23 h 35"/>
                  <a:gd name="T38" fmla="*/ 3 w 50"/>
                  <a:gd name="T39" fmla="*/ 27 h 35"/>
                  <a:gd name="T40" fmla="*/ 5 w 50"/>
                  <a:gd name="T41" fmla="*/ 28 h 35"/>
                  <a:gd name="T42" fmla="*/ 1 w 50"/>
                  <a:gd name="T43" fmla="*/ 34 h 35"/>
                  <a:gd name="T44" fmla="*/ 6 w 50"/>
                  <a:gd name="T45" fmla="*/ 32 h 35"/>
                  <a:gd name="T46" fmla="*/ 10 w 50"/>
                  <a:gd name="T47" fmla="*/ 29 h 35"/>
                  <a:gd name="T48" fmla="*/ 8 w 50"/>
                  <a:gd name="T49" fmla="*/ 35 h 35"/>
                  <a:gd name="T50" fmla="*/ 12 w 50"/>
                  <a:gd name="T51" fmla="*/ 32 h 35"/>
                  <a:gd name="T52" fmla="*/ 13 w 50"/>
                  <a:gd name="T53" fmla="*/ 33 h 35"/>
                  <a:gd name="T54" fmla="*/ 18 w 50"/>
                  <a:gd name="T55" fmla="*/ 29 h 35"/>
                  <a:gd name="T56" fmla="*/ 20 w 50"/>
                  <a:gd name="T57" fmla="*/ 27 h 35"/>
                  <a:gd name="T58" fmla="*/ 25 w 50"/>
                  <a:gd name="T59" fmla="*/ 24 h 35"/>
                  <a:gd name="T60" fmla="*/ 26 w 50"/>
                  <a:gd name="T61" fmla="*/ 25 h 35"/>
                  <a:gd name="T62" fmla="*/ 21 w 50"/>
                  <a:gd name="T63" fmla="*/ 28 h 35"/>
                  <a:gd name="T64" fmla="*/ 26 w 50"/>
                  <a:gd name="T65" fmla="*/ 26 h 35"/>
                  <a:gd name="T66" fmla="*/ 28 w 50"/>
                  <a:gd name="T67" fmla="*/ 26 h 35"/>
                  <a:gd name="T68" fmla="*/ 29 w 50"/>
                  <a:gd name="T69" fmla="*/ 26 h 35"/>
                  <a:gd name="T70" fmla="*/ 29 w 50"/>
                  <a:gd name="T71" fmla="*/ 26 h 35"/>
                  <a:gd name="T72" fmla="*/ 31 w 50"/>
                  <a:gd name="T73" fmla="*/ 26 h 35"/>
                  <a:gd name="T74" fmla="*/ 35 w 50"/>
                  <a:gd name="T75" fmla="*/ 23 h 35"/>
                  <a:gd name="T76" fmla="*/ 37 w 50"/>
                  <a:gd name="T77" fmla="*/ 21 h 35"/>
                  <a:gd name="T78" fmla="*/ 34 w 50"/>
                  <a:gd name="T79" fmla="*/ 22 h 35"/>
                  <a:gd name="T80" fmla="*/ 33 w 50"/>
                  <a:gd name="T81" fmla="*/ 22 h 35"/>
                  <a:gd name="T82" fmla="*/ 39 w 50"/>
                  <a:gd name="T83" fmla="*/ 16 h 35"/>
                  <a:gd name="T84" fmla="*/ 40 w 50"/>
                  <a:gd name="T85" fmla="*/ 14 h 35"/>
                  <a:gd name="T86" fmla="*/ 45 w 50"/>
                  <a:gd name="T87" fmla="*/ 11 h 35"/>
                  <a:gd name="T88" fmla="*/ 41 w 50"/>
                  <a:gd name="T89" fmla="*/ 12 h 35"/>
                  <a:gd name="T90" fmla="*/ 37 w 50"/>
                  <a:gd name="T91" fmla="*/ 14 h 35"/>
                  <a:gd name="T92" fmla="*/ 39 w 50"/>
                  <a:gd name="T93" fmla="*/ 12 h 35"/>
                  <a:gd name="T94" fmla="*/ 42 w 50"/>
                  <a:gd name="T95" fmla="*/ 10 h 35"/>
                  <a:gd name="T96" fmla="*/ 50 w 50"/>
                  <a:gd name="T97" fmla="*/ 1 h 35"/>
                  <a:gd name="T98" fmla="*/ 47 w 50"/>
                  <a:gd name="T9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0" h="35">
                    <a:moveTo>
                      <a:pt x="47" y="0"/>
                    </a:moveTo>
                    <a:cubicBezTo>
                      <a:pt x="45" y="0"/>
                      <a:pt x="45" y="1"/>
                      <a:pt x="43" y="2"/>
                    </a:cubicBezTo>
                    <a:cubicBezTo>
                      <a:pt x="38" y="3"/>
                      <a:pt x="38" y="3"/>
                      <a:pt x="38" y="3"/>
                    </a:cubicBezTo>
                    <a:cubicBezTo>
                      <a:pt x="35" y="4"/>
                      <a:pt x="35" y="4"/>
                      <a:pt x="35" y="4"/>
                    </a:cubicBezTo>
                    <a:cubicBezTo>
                      <a:pt x="33" y="7"/>
                      <a:pt x="33" y="7"/>
                      <a:pt x="33" y="7"/>
                    </a:cubicBezTo>
                    <a:cubicBezTo>
                      <a:pt x="31" y="7"/>
                      <a:pt x="31" y="7"/>
                      <a:pt x="31" y="7"/>
                    </a:cubicBezTo>
                    <a:cubicBezTo>
                      <a:pt x="29" y="6"/>
                      <a:pt x="29" y="6"/>
                      <a:pt x="29" y="6"/>
                    </a:cubicBezTo>
                    <a:cubicBezTo>
                      <a:pt x="27" y="7"/>
                      <a:pt x="26" y="8"/>
                      <a:pt x="25" y="9"/>
                    </a:cubicBezTo>
                    <a:cubicBezTo>
                      <a:pt x="26" y="9"/>
                      <a:pt x="26" y="10"/>
                      <a:pt x="26" y="10"/>
                    </a:cubicBezTo>
                    <a:cubicBezTo>
                      <a:pt x="26" y="10"/>
                      <a:pt x="22" y="13"/>
                      <a:pt x="21" y="13"/>
                    </a:cubicBezTo>
                    <a:cubicBezTo>
                      <a:pt x="20" y="13"/>
                      <a:pt x="20" y="13"/>
                      <a:pt x="20" y="13"/>
                    </a:cubicBezTo>
                    <a:cubicBezTo>
                      <a:pt x="20" y="12"/>
                      <a:pt x="20" y="12"/>
                      <a:pt x="22" y="10"/>
                    </a:cubicBezTo>
                    <a:cubicBezTo>
                      <a:pt x="19" y="10"/>
                      <a:pt x="19" y="10"/>
                      <a:pt x="19" y="10"/>
                    </a:cubicBezTo>
                    <a:cubicBezTo>
                      <a:pt x="8" y="20"/>
                      <a:pt x="8" y="20"/>
                      <a:pt x="8" y="20"/>
                    </a:cubicBezTo>
                    <a:cubicBezTo>
                      <a:pt x="15" y="20"/>
                      <a:pt x="15" y="20"/>
                      <a:pt x="15" y="20"/>
                    </a:cubicBezTo>
                    <a:cubicBezTo>
                      <a:pt x="20" y="19"/>
                      <a:pt x="20" y="19"/>
                      <a:pt x="20" y="19"/>
                    </a:cubicBezTo>
                    <a:cubicBezTo>
                      <a:pt x="18" y="23"/>
                      <a:pt x="18" y="23"/>
                      <a:pt x="18" y="23"/>
                    </a:cubicBezTo>
                    <a:cubicBezTo>
                      <a:pt x="10" y="22"/>
                      <a:pt x="10" y="22"/>
                      <a:pt x="10" y="22"/>
                    </a:cubicBezTo>
                    <a:cubicBezTo>
                      <a:pt x="6" y="23"/>
                      <a:pt x="6" y="23"/>
                      <a:pt x="6" y="23"/>
                    </a:cubicBezTo>
                    <a:cubicBezTo>
                      <a:pt x="3" y="27"/>
                      <a:pt x="3" y="27"/>
                      <a:pt x="3" y="27"/>
                    </a:cubicBezTo>
                    <a:cubicBezTo>
                      <a:pt x="3" y="28"/>
                      <a:pt x="4" y="28"/>
                      <a:pt x="5" y="28"/>
                    </a:cubicBezTo>
                    <a:cubicBezTo>
                      <a:pt x="0" y="30"/>
                      <a:pt x="0" y="30"/>
                      <a:pt x="1" y="34"/>
                    </a:cubicBezTo>
                    <a:cubicBezTo>
                      <a:pt x="2" y="33"/>
                      <a:pt x="4" y="33"/>
                      <a:pt x="6" y="32"/>
                    </a:cubicBezTo>
                    <a:cubicBezTo>
                      <a:pt x="9" y="29"/>
                      <a:pt x="10" y="29"/>
                      <a:pt x="10" y="29"/>
                    </a:cubicBezTo>
                    <a:cubicBezTo>
                      <a:pt x="10" y="30"/>
                      <a:pt x="11" y="30"/>
                      <a:pt x="8" y="35"/>
                    </a:cubicBezTo>
                    <a:cubicBezTo>
                      <a:pt x="9" y="34"/>
                      <a:pt x="10" y="33"/>
                      <a:pt x="12" y="32"/>
                    </a:cubicBezTo>
                    <a:cubicBezTo>
                      <a:pt x="13" y="33"/>
                      <a:pt x="13" y="33"/>
                      <a:pt x="13" y="33"/>
                    </a:cubicBezTo>
                    <a:cubicBezTo>
                      <a:pt x="18" y="29"/>
                      <a:pt x="18" y="29"/>
                      <a:pt x="18" y="29"/>
                    </a:cubicBezTo>
                    <a:cubicBezTo>
                      <a:pt x="20" y="27"/>
                      <a:pt x="20" y="27"/>
                      <a:pt x="20" y="27"/>
                    </a:cubicBezTo>
                    <a:cubicBezTo>
                      <a:pt x="25" y="24"/>
                      <a:pt x="25" y="24"/>
                      <a:pt x="25" y="24"/>
                    </a:cubicBezTo>
                    <a:cubicBezTo>
                      <a:pt x="26" y="25"/>
                      <a:pt x="26" y="25"/>
                      <a:pt x="26" y="25"/>
                    </a:cubicBezTo>
                    <a:cubicBezTo>
                      <a:pt x="24" y="26"/>
                      <a:pt x="22" y="27"/>
                      <a:pt x="21" y="28"/>
                    </a:cubicBezTo>
                    <a:cubicBezTo>
                      <a:pt x="22" y="28"/>
                      <a:pt x="23" y="28"/>
                      <a:pt x="26" y="26"/>
                    </a:cubicBezTo>
                    <a:cubicBezTo>
                      <a:pt x="27" y="26"/>
                      <a:pt x="28" y="26"/>
                      <a:pt x="28" y="26"/>
                    </a:cubicBezTo>
                    <a:cubicBezTo>
                      <a:pt x="28" y="26"/>
                      <a:pt x="28" y="26"/>
                      <a:pt x="29" y="26"/>
                    </a:cubicBezTo>
                    <a:cubicBezTo>
                      <a:pt x="29" y="26"/>
                      <a:pt x="29" y="26"/>
                      <a:pt x="29" y="26"/>
                    </a:cubicBezTo>
                    <a:cubicBezTo>
                      <a:pt x="30" y="26"/>
                      <a:pt x="30" y="26"/>
                      <a:pt x="31" y="26"/>
                    </a:cubicBezTo>
                    <a:cubicBezTo>
                      <a:pt x="31" y="25"/>
                      <a:pt x="32" y="25"/>
                      <a:pt x="35" y="23"/>
                    </a:cubicBezTo>
                    <a:cubicBezTo>
                      <a:pt x="36" y="23"/>
                      <a:pt x="37" y="22"/>
                      <a:pt x="37" y="21"/>
                    </a:cubicBezTo>
                    <a:cubicBezTo>
                      <a:pt x="35" y="22"/>
                      <a:pt x="34" y="22"/>
                      <a:pt x="34" y="22"/>
                    </a:cubicBezTo>
                    <a:cubicBezTo>
                      <a:pt x="33" y="22"/>
                      <a:pt x="33" y="22"/>
                      <a:pt x="33" y="22"/>
                    </a:cubicBezTo>
                    <a:cubicBezTo>
                      <a:pt x="33" y="21"/>
                      <a:pt x="33" y="21"/>
                      <a:pt x="39" y="16"/>
                    </a:cubicBezTo>
                    <a:cubicBezTo>
                      <a:pt x="40" y="14"/>
                      <a:pt x="40" y="14"/>
                      <a:pt x="40" y="14"/>
                    </a:cubicBezTo>
                    <a:cubicBezTo>
                      <a:pt x="42" y="13"/>
                      <a:pt x="44" y="12"/>
                      <a:pt x="45" y="11"/>
                    </a:cubicBezTo>
                    <a:cubicBezTo>
                      <a:pt x="41" y="12"/>
                      <a:pt x="41" y="12"/>
                      <a:pt x="41" y="12"/>
                    </a:cubicBezTo>
                    <a:cubicBezTo>
                      <a:pt x="37" y="14"/>
                      <a:pt x="37" y="14"/>
                      <a:pt x="37" y="14"/>
                    </a:cubicBezTo>
                    <a:cubicBezTo>
                      <a:pt x="39" y="12"/>
                      <a:pt x="39" y="12"/>
                      <a:pt x="39" y="12"/>
                    </a:cubicBezTo>
                    <a:cubicBezTo>
                      <a:pt x="40" y="11"/>
                      <a:pt x="41" y="11"/>
                      <a:pt x="42" y="10"/>
                    </a:cubicBezTo>
                    <a:cubicBezTo>
                      <a:pt x="39" y="9"/>
                      <a:pt x="39" y="9"/>
                      <a:pt x="50" y="1"/>
                    </a:cubicBezTo>
                    <a:cubicBezTo>
                      <a:pt x="49" y="0"/>
                      <a:pt x="48" y="0"/>
                      <a:pt x="4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160"/>
              <p:cNvSpPr>
                <a:spLocks/>
              </p:cNvSpPr>
              <p:nvPr/>
            </p:nvSpPr>
            <p:spPr bwMode="auto">
              <a:xfrm>
                <a:off x="5272088" y="903288"/>
                <a:ext cx="914400" cy="1052513"/>
              </a:xfrm>
              <a:custGeom>
                <a:avLst/>
                <a:gdLst>
                  <a:gd name="T0" fmla="*/ 147 w 243"/>
                  <a:gd name="T1" fmla="*/ 2 h 280"/>
                  <a:gd name="T2" fmla="*/ 132 w 243"/>
                  <a:gd name="T3" fmla="*/ 8 h 280"/>
                  <a:gd name="T4" fmla="*/ 136 w 243"/>
                  <a:gd name="T5" fmla="*/ 17 h 280"/>
                  <a:gd name="T6" fmla="*/ 122 w 243"/>
                  <a:gd name="T7" fmla="*/ 9 h 280"/>
                  <a:gd name="T8" fmla="*/ 116 w 243"/>
                  <a:gd name="T9" fmla="*/ 15 h 280"/>
                  <a:gd name="T10" fmla="*/ 113 w 243"/>
                  <a:gd name="T11" fmla="*/ 9 h 280"/>
                  <a:gd name="T12" fmla="*/ 108 w 243"/>
                  <a:gd name="T13" fmla="*/ 11 h 280"/>
                  <a:gd name="T14" fmla="*/ 91 w 243"/>
                  <a:gd name="T15" fmla="*/ 17 h 280"/>
                  <a:gd name="T16" fmla="*/ 83 w 243"/>
                  <a:gd name="T17" fmla="*/ 15 h 280"/>
                  <a:gd name="T18" fmla="*/ 71 w 243"/>
                  <a:gd name="T19" fmla="*/ 20 h 280"/>
                  <a:gd name="T20" fmla="*/ 45 w 243"/>
                  <a:gd name="T21" fmla="*/ 30 h 280"/>
                  <a:gd name="T22" fmla="*/ 37 w 243"/>
                  <a:gd name="T23" fmla="*/ 43 h 280"/>
                  <a:gd name="T24" fmla="*/ 23 w 243"/>
                  <a:gd name="T25" fmla="*/ 44 h 280"/>
                  <a:gd name="T26" fmla="*/ 7 w 243"/>
                  <a:gd name="T27" fmla="*/ 49 h 280"/>
                  <a:gd name="T28" fmla="*/ 14 w 243"/>
                  <a:gd name="T29" fmla="*/ 58 h 280"/>
                  <a:gd name="T30" fmla="*/ 25 w 243"/>
                  <a:gd name="T31" fmla="*/ 58 h 280"/>
                  <a:gd name="T32" fmla="*/ 4 w 243"/>
                  <a:gd name="T33" fmla="*/ 61 h 280"/>
                  <a:gd name="T34" fmla="*/ 7 w 243"/>
                  <a:gd name="T35" fmla="*/ 69 h 280"/>
                  <a:gd name="T36" fmla="*/ 5 w 243"/>
                  <a:gd name="T37" fmla="*/ 78 h 280"/>
                  <a:gd name="T38" fmla="*/ 26 w 243"/>
                  <a:gd name="T39" fmla="*/ 74 h 280"/>
                  <a:gd name="T40" fmla="*/ 29 w 243"/>
                  <a:gd name="T41" fmla="*/ 133 h 280"/>
                  <a:gd name="T42" fmla="*/ 52 w 243"/>
                  <a:gd name="T43" fmla="*/ 142 h 280"/>
                  <a:gd name="T44" fmla="*/ 42 w 243"/>
                  <a:gd name="T45" fmla="*/ 143 h 280"/>
                  <a:gd name="T46" fmla="*/ 51 w 243"/>
                  <a:gd name="T47" fmla="*/ 155 h 280"/>
                  <a:gd name="T48" fmla="*/ 41 w 243"/>
                  <a:gd name="T49" fmla="*/ 182 h 280"/>
                  <a:gd name="T50" fmla="*/ 18 w 243"/>
                  <a:gd name="T51" fmla="*/ 189 h 280"/>
                  <a:gd name="T52" fmla="*/ 31 w 243"/>
                  <a:gd name="T53" fmla="*/ 217 h 280"/>
                  <a:gd name="T54" fmla="*/ 27 w 243"/>
                  <a:gd name="T55" fmla="*/ 241 h 280"/>
                  <a:gd name="T56" fmla="*/ 38 w 243"/>
                  <a:gd name="T57" fmla="*/ 268 h 280"/>
                  <a:gd name="T58" fmla="*/ 61 w 243"/>
                  <a:gd name="T59" fmla="*/ 280 h 280"/>
                  <a:gd name="T60" fmla="*/ 80 w 243"/>
                  <a:gd name="T61" fmla="*/ 246 h 280"/>
                  <a:gd name="T62" fmla="*/ 103 w 243"/>
                  <a:gd name="T63" fmla="*/ 219 h 280"/>
                  <a:gd name="T64" fmla="*/ 166 w 243"/>
                  <a:gd name="T65" fmla="*/ 177 h 280"/>
                  <a:gd name="T66" fmla="*/ 228 w 243"/>
                  <a:gd name="T67" fmla="*/ 157 h 280"/>
                  <a:gd name="T68" fmla="*/ 231 w 243"/>
                  <a:gd name="T69" fmla="*/ 151 h 280"/>
                  <a:gd name="T70" fmla="*/ 220 w 243"/>
                  <a:gd name="T71" fmla="*/ 129 h 280"/>
                  <a:gd name="T72" fmla="*/ 222 w 243"/>
                  <a:gd name="T73" fmla="*/ 121 h 280"/>
                  <a:gd name="T74" fmla="*/ 211 w 243"/>
                  <a:gd name="T75" fmla="*/ 114 h 280"/>
                  <a:gd name="T76" fmla="*/ 233 w 243"/>
                  <a:gd name="T77" fmla="*/ 106 h 280"/>
                  <a:gd name="T78" fmla="*/ 231 w 243"/>
                  <a:gd name="T79" fmla="*/ 93 h 280"/>
                  <a:gd name="T80" fmla="*/ 224 w 243"/>
                  <a:gd name="T81" fmla="*/ 81 h 280"/>
                  <a:gd name="T82" fmla="*/ 237 w 243"/>
                  <a:gd name="T83" fmla="*/ 81 h 280"/>
                  <a:gd name="T84" fmla="*/ 228 w 243"/>
                  <a:gd name="T85" fmla="*/ 62 h 280"/>
                  <a:gd name="T86" fmla="*/ 225 w 243"/>
                  <a:gd name="T87" fmla="*/ 43 h 280"/>
                  <a:gd name="T88" fmla="*/ 226 w 243"/>
                  <a:gd name="T89" fmla="*/ 39 h 280"/>
                  <a:gd name="T90" fmla="*/ 220 w 243"/>
                  <a:gd name="T91" fmla="*/ 37 h 280"/>
                  <a:gd name="T92" fmla="*/ 234 w 243"/>
                  <a:gd name="T93" fmla="*/ 34 h 280"/>
                  <a:gd name="T94" fmla="*/ 243 w 243"/>
                  <a:gd name="T95" fmla="*/ 24 h 280"/>
                  <a:gd name="T96" fmla="*/ 226 w 243"/>
                  <a:gd name="T97" fmla="*/ 18 h 280"/>
                  <a:gd name="T98" fmla="*/ 216 w 243"/>
                  <a:gd name="T99" fmla="*/ 20 h 280"/>
                  <a:gd name="T100" fmla="*/ 206 w 243"/>
                  <a:gd name="T101" fmla="*/ 15 h 280"/>
                  <a:gd name="T102" fmla="*/ 194 w 243"/>
                  <a:gd name="T103" fmla="*/ 21 h 280"/>
                  <a:gd name="T104" fmla="*/ 182 w 243"/>
                  <a:gd name="T105" fmla="*/ 17 h 280"/>
                  <a:gd name="T106" fmla="*/ 200 w 243"/>
                  <a:gd name="T107" fmla="*/ 15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43" h="280">
                    <a:moveTo>
                      <a:pt x="183" y="0"/>
                    </a:moveTo>
                    <a:cubicBezTo>
                      <a:pt x="174" y="0"/>
                      <a:pt x="165" y="3"/>
                      <a:pt x="155" y="3"/>
                    </a:cubicBezTo>
                    <a:cubicBezTo>
                      <a:pt x="153" y="3"/>
                      <a:pt x="150" y="3"/>
                      <a:pt x="147" y="2"/>
                    </a:cubicBezTo>
                    <a:cubicBezTo>
                      <a:pt x="137" y="4"/>
                      <a:pt x="137" y="4"/>
                      <a:pt x="137" y="4"/>
                    </a:cubicBezTo>
                    <a:cubicBezTo>
                      <a:pt x="135" y="7"/>
                      <a:pt x="135" y="7"/>
                      <a:pt x="135" y="7"/>
                    </a:cubicBezTo>
                    <a:cubicBezTo>
                      <a:pt x="132" y="8"/>
                      <a:pt x="132" y="8"/>
                      <a:pt x="132" y="8"/>
                    </a:cubicBezTo>
                    <a:cubicBezTo>
                      <a:pt x="129" y="9"/>
                      <a:pt x="129" y="9"/>
                      <a:pt x="129" y="9"/>
                    </a:cubicBezTo>
                    <a:cubicBezTo>
                      <a:pt x="131" y="12"/>
                      <a:pt x="131" y="12"/>
                      <a:pt x="131" y="12"/>
                    </a:cubicBezTo>
                    <a:cubicBezTo>
                      <a:pt x="136" y="17"/>
                      <a:pt x="136" y="17"/>
                      <a:pt x="136" y="17"/>
                    </a:cubicBezTo>
                    <a:cubicBezTo>
                      <a:pt x="133" y="19"/>
                      <a:pt x="133" y="19"/>
                      <a:pt x="133" y="19"/>
                    </a:cubicBezTo>
                    <a:cubicBezTo>
                      <a:pt x="125" y="9"/>
                      <a:pt x="125" y="9"/>
                      <a:pt x="125" y="9"/>
                    </a:cubicBezTo>
                    <a:cubicBezTo>
                      <a:pt x="122" y="9"/>
                      <a:pt x="122" y="9"/>
                      <a:pt x="122" y="9"/>
                    </a:cubicBezTo>
                    <a:cubicBezTo>
                      <a:pt x="119" y="11"/>
                      <a:pt x="119" y="11"/>
                      <a:pt x="119" y="11"/>
                    </a:cubicBezTo>
                    <a:cubicBezTo>
                      <a:pt x="119" y="12"/>
                      <a:pt x="119" y="13"/>
                      <a:pt x="119" y="14"/>
                    </a:cubicBezTo>
                    <a:cubicBezTo>
                      <a:pt x="118" y="15"/>
                      <a:pt x="117" y="15"/>
                      <a:pt x="116" y="15"/>
                    </a:cubicBezTo>
                    <a:cubicBezTo>
                      <a:pt x="116" y="15"/>
                      <a:pt x="115" y="15"/>
                      <a:pt x="114" y="14"/>
                    </a:cubicBezTo>
                    <a:cubicBezTo>
                      <a:pt x="114" y="13"/>
                      <a:pt x="114" y="12"/>
                      <a:pt x="114" y="10"/>
                    </a:cubicBezTo>
                    <a:cubicBezTo>
                      <a:pt x="113" y="9"/>
                      <a:pt x="113" y="9"/>
                      <a:pt x="113" y="9"/>
                    </a:cubicBezTo>
                    <a:cubicBezTo>
                      <a:pt x="109" y="15"/>
                      <a:pt x="109" y="15"/>
                      <a:pt x="109" y="15"/>
                    </a:cubicBezTo>
                    <a:cubicBezTo>
                      <a:pt x="106" y="15"/>
                      <a:pt x="106" y="15"/>
                      <a:pt x="106" y="15"/>
                    </a:cubicBezTo>
                    <a:cubicBezTo>
                      <a:pt x="108" y="11"/>
                      <a:pt x="108" y="11"/>
                      <a:pt x="108" y="11"/>
                    </a:cubicBezTo>
                    <a:cubicBezTo>
                      <a:pt x="101" y="11"/>
                      <a:pt x="101" y="11"/>
                      <a:pt x="101" y="11"/>
                    </a:cubicBezTo>
                    <a:cubicBezTo>
                      <a:pt x="93" y="12"/>
                      <a:pt x="93" y="12"/>
                      <a:pt x="93" y="12"/>
                    </a:cubicBezTo>
                    <a:cubicBezTo>
                      <a:pt x="91" y="17"/>
                      <a:pt x="91" y="17"/>
                      <a:pt x="91" y="17"/>
                    </a:cubicBezTo>
                    <a:cubicBezTo>
                      <a:pt x="89" y="17"/>
                      <a:pt x="89" y="17"/>
                      <a:pt x="89" y="17"/>
                    </a:cubicBezTo>
                    <a:cubicBezTo>
                      <a:pt x="89" y="13"/>
                      <a:pt x="89" y="13"/>
                      <a:pt x="89" y="13"/>
                    </a:cubicBezTo>
                    <a:cubicBezTo>
                      <a:pt x="83" y="15"/>
                      <a:pt x="83" y="15"/>
                      <a:pt x="83" y="15"/>
                    </a:cubicBezTo>
                    <a:cubicBezTo>
                      <a:pt x="81" y="18"/>
                      <a:pt x="81" y="18"/>
                      <a:pt x="81" y="18"/>
                    </a:cubicBezTo>
                    <a:cubicBezTo>
                      <a:pt x="75" y="22"/>
                      <a:pt x="75" y="22"/>
                      <a:pt x="75" y="22"/>
                    </a:cubicBezTo>
                    <a:cubicBezTo>
                      <a:pt x="71" y="20"/>
                      <a:pt x="71" y="20"/>
                      <a:pt x="71" y="20"/>
                    </a:cubicBezTo>
                    <a:cubicBezTo>
                      <a:pt x="68" y="21"/>
                      <a:pt x="68" y="21"/>
                      <a:pt x="68" y="21"/>
                    </a:cubicBezTo>
                    <a:cubicBezTo>
                      <a:pt x="53" y="26"/>
                      <a:pt x="53" y="26"/>
                      <a:pt x="53" y="26"/>
                    </a:cubicBezTo>
                    <a:cubicBezTo>
                      <a:pt x="45" y="30"/>
                      <a:pt x="45" y="30"/>
                      <a:pt x="45" y="30"/>
                    </a:cubicBezTo>
                    <a:cubicBezTo>
                      <a:pt x="49" y="33"/>
                      <a:pt x="49" y="33"/>
                      <a:pt x="49" y="33"/>
                    </a:cubicBezTo>
                    <a:cubicBezTo>
                      <a:pt x="53" y="32"/>
                      <a:pt x="53" y="32"/>
                      <a:pt x="53" y="32"/>
                    </a:cubicBezTo>
                    <a:cubicBezTo>
                      <a:pt x="46" y="39"/>
                      <a:pt x="42" y="43"/>
                      <a:pt x="37" y="43"/>
                    </a:cubicBezTo>
                    <a:cubicBezTo>
                      <a:pt x="35" y="43"/>
                      <a:pt x="34" y="42"/>
                      <a:pt x="32" y="42"/>
                    </a:cubicBezTo>
                    <a:cubicBezTo>
                      <a:pt x="25" y="46"/>
                      <a:pt x="25" y="46"/>
                      <a:pt x="25" y="46"/>
                    </a:cubicBezTo>
                    <a:cubicBezTo>
                      <a:pt x="23" y="44"/>
                      <a:pt x="23" y="44"/>
                      <a:pt x="23" y="44"/>
                    </a:cubicBezTo>
                    <a:cubicBezTo>
                      <a:pt x="19" y="46"/>
                      <a:pt x="19" y="46"/>
                      <a:pt x="19" y="46"/>
                    </a:cubicBezTo>
                    <a:cubicBezTo>
                      <a:pt x="18" y="46"/>
                      <a:pt x="16" y="46"/>
                      <a:pt x="15" y="45"/>
                    </a:cubicBezTo>
                    <a:cubicBezTo>
                      <a:pt x="7" y="49"/>
                      <a:pt x="7" y="49"/>
                      <a:pt x="7" y="49"/>
                    </a:cubicBezTo>
                    <a:cubicBezTo>
                      <a:pt x="7" y="54"/>
                      <a:pt x="7" y="54"/>
                      <a:pt x="7" y="54"/>
                    </a:cubicBezTo>
                    <a:cubicBezTo>
                      <a:pt x="10" y="58"/>
                      <a:pt x="10" y="58"/>
                      <a:pt x="10" y="58"/>
                    </a:cubicBezTo>
                    <a:cubicBezTo>
                      <a:pt x="12" y="58"/>
                      <a:pt x="13" y="58"/>
                      <a:pt x="14" y="58"/>
                    </a:cubicBezTo>
                    <a:cubicBezTo>
                      <a:pt x="16" y="58"/>
                      <a:pt x="17" y="58"/>
                      <a:pt x="18" y="58"/>
                    </a:cubicBezTo>
                    <a:cubicBezTo>
                      <a:pt x="19" y="58"/>
                      <a:pt x="21" y="58"/>
                      <a:pt x="22" y="58"/>
                    </a:cubicBezTo>
                    <a:cubicBezTo>
                      <a:pt x="23" y="58"/>
                      <a:pt x="24" y="58"/>
                      <a:pt x="25" y="58"/>
                    </a:cubicBezTo>
                    <a:cubicBezTo>
                      <a:pt x="20" y="61"/>
                      <a:pt x="20" y="61"/>
                      <a:pt x="20" y="61"/>
                    </a:cubicBezTo>
                    <a:cubicBezTo>
                      <a:pt x="13" y="62"/>
                      <a:pt x="10" y="62"/>
                      <a:pt x="8" y="62"/>
                    </a:cubicBezTo>
                    <a:cubicBezTo>
                      <a:pt x="6" y="62"/>
                      <a:pt x="5" y="62"/>
                      <a:pt x="4" y="61"/>
                    </a:cubicBezTo>
                    <a:cubicBezTo>
                      <a:pt x="1" y="63"/>
                      <a:pt x="1" y="63"/>
                      <a:pt x="1" y="63"/>
                    </a:cubicBezTo>
                    <a:cubicBezTo>
                      <a:pt x="2" y="67"/>
                      <a:pt x="2" y="67"/>
                      <a:pt x="2" y="67"/>
                    </a:cubicBezTo>
                    <a:cubicBezTo>
                      <a:pt x="3" y="68"/>
                      <a:pt x="6" y="68"/>
                      <a:pt x="7" y="69"/>
                    </a:cubicBezTo>
                    <a:cubicBezTo>
                      <a:pt x="3" y="70"/>
                      <a:pt x="2" y="71"/>
                      <a:pt x="0" y="72"/>
                    </a:cubicBezTo>
                    <a:cubicBezTo>
                      <a:pt x="0" y="72"/>
                      <a:pt x="0" y="73"/>
                      <a:pt x="0" y="73"/>
                    </a:cubicBezTo>
                    <a:cubicBezTo>
                      <a:pt x="2" y="75"/>
                      <a:pt x="2" y="76"/>
                      <a:pt x="5" y="78"/>
                    </a:cubicBezTo>
                    <a:cubicBezTo>
                      <a:pt x="14" y="72"/>
                      <a:pt x="14" y="72"/>
                      <a:pt x="14" y="72"/>
                    </a:cubicBezTo>
                    <a:cubicBezTo>
                      <a:pt x="13" y="76"/>
                      <a:pt x="13" y="76"/>
                      <a:pt x="13" y="76"/>
                    </a:cubicBezTo>
                    <a:cubicBezTo>
                      <a:pt x="19" y="75"/>
                      <a:pt x="23" y="74"/>
                      <a:pt x="26" y="74"/>
                    </a:cubicBezTo>
                    <a:cubicBezTo>
                      <a:pt x="33" y="74"/>
                      <a:pt x="35" y="77"/>
                      <a:pt x="40" y="84"/>
                    </a:cubicBezTo>
                    <a:cubicBezTo>
                      <a:pt x="34" y="97"/>
                      <a:pt x="51" y="116"/>
                      <a:pt x="34" y="124"/>
                    </a:cubicBezTo>
                    <a:cubicBezTo>
                      <a:pt x="29" y="133"/>
                      <a:pt x="29" y="133"/>
                      <a:pt x="29" y="133"/>
                    </a:cubicBezTo>
                    <a:cubicBezTo>
                      <a:pt x="34" y="133"/>
                      <a:pt x="38" y="128"/>
                      <a:pt x="43" y="128"/>
                    </a:cubicBezTo>
                    <a:cubicBezTo>
                      <a:pt x="43" y="128"/>
                      <a:pt x="44" y="129"/>
                      <a:pt x="45" y="129"/>
                    </a:cubicBezTo>
                    <a:cubicBezTo>
                      <a:pt x="46" y="129"/>
                      <a:pt x="47" y="131"/>
                      <a:pt x="52" y="142"/>
                    </a:cubicBezTo>
                    <a:cubicBezTo>
                      <a:pt x="53" y="145"/>
                      <a:pt x="53" y="145"/>
                      <a:pt x="53" y="145"/>
                    </a:cubicBezTo>
                    <a:cubicBezTo>
                      <a:pt x="49" y="147"/>
                      <a:pt x="49" y="147"/>
                      <a:pt x="49" y="147"/>
                    </a:cubicBezTo>
                    <a:cubicBezTo>
                      <a:pt x="42" y="143"/>
                      <a:pt x="42" y="143"/>
                      <a:pt x="42" y="143"/>
                    </a:cubicBezTo>
                    <a:cubicBezTo>
                      <a:pt x="34" y="146"/>
                      <a:pt x="34" y="146"/>
                      <a:pt x="34" y="146"/>
                    </a:cubicBezTo>
                    <a:cubicBezTo>
                      <a:pt x="42" y="154"/>
                      <a:pt x="42" y="154"/>
                      <a:pt x="42" y="154"/>
                    </a:cubicBezTo>
                    <a:cubicBezTo>
                      <a:pt x="45" y="154"/>
                      <a:pt x="49" y="155"/>
                      <a:pt x="51" y="155"/>
                    </a:cubicBezTo>
                    <a:cubicBezTo>
                      <a:pt x="52" y="158"/>
                      <a:pt x="52" y="159"/>
                      <a:pt x="46" y="162"/>
                    </a:cubicBezTo>
                    <a:cubicBezTo>
                      <a:pt x="44" y="167"/>
                      <a:pt x="44" y="167"/>
                      <a:pt x="44" y="167"/>
                    </a:cubicBezTo>
                    <a:cubicBezTo>
                      <a:pt x="41" y="182"/>
                      <a:pt x="41" y="182"/>
                      <a:pt x="41" y="182"/>
                    </a:cubicBezTo>
                    <a:cubicBezTo>
                      <a:pt x="26" y="179"/>
                      <a:pt x="26" y="179"/>
                      <a:pt x="26" y="179"/>
                    </a:cubicBezTo>
                    <a:cubicBezTo>
                      <a:pt x="20" y="183"/>
                      <a:pt x="20" y="183"/>
                      <a:pt x="20" y="183"/>
                    </a:cubicBezTo>
                    <a:cubicBezTo>
                      <a:pt x="18" y="189"/>
                      <a:pt x="18" y="189"/>
                      <a:pt x="18" y="189"/>
                    </a:cubicBezTo>
                    <a:cubicBezTo>
                      <a:pt x="19" y="190"/>
                      <a:pt x="21" y="191"/>
                      <a:pt x="22" y="191"/>
                    </a:cubicBezTo>
                    <a:cubicBezTo>
                      <a:pt x="14" y="197"/>
                      <a:pt x="14" y="197"/>
                      <a:pt x="22" y="218"/>
                    </a:cubicBezTo>
                    <a:cubicBezTo>
                      <a:pt x="25" y="218"/>
                      <a:pt x="29" y="218"/>
                      <a:pt x="31" y="217"/>
                    </a:cubicBezTo>
                    <a:cubicBezTo>
                      <a:pt x="30" y="223"/>
                      <a:pt x="30" y="225"/>
                      <a:pt x="23" y="227"/>
                    </a:cubicBezTo>
                    <a:cubicBezTo>
                      <a:pt x="22" y="236"/>
                      <a:pt x="22" y="236"/>
                      <a:pt x="22" y="236"/>
                    </a:cubicBezTo>
                    <a:cubicBezTo>
                      <a:pt x="27" y="241"/>
                      <a:pt x="27" y="241"/>
                      <a:pt x="27" y="241"/>
                    </a:cubicBezTo>
                    <a:cubicBezTo>
                      <a:pt x="26" y="242"/>
                      <a:pt x="26" y="245"/>
                      <a:pt x="25" y="246"/>
                    </a:cubicBezTo>
                    <a:cubicBezTo>
                      <a:pt x="30" y="252"/>
                      <a:pt x="28" y="262"/>
                      <a:pt x="36" y="267"/>
                    </a:cubicBezTo>
                    <a:cubicBezTo>
                      <a:pt x="36" y="268"/>
                      <a:pt x="37" y="268"/>
                      <a:pt x="38" y="268"/>
                    </a:cubicBezTo>
                    <a:cubicBezTo>
                      <a:pt x="39" y="268"/>
                      <a:pt x="43" y="267"/>
                      <a:pt x="53" y="264"/>
                    </a:cubicBezTo>
                    <a:cubicBezTo>
                      <a:pt x="52" y="266"/>
                      <a:pt x="51" y="269"/>
                      <a:pt x="51" y="270"/>
                    </a:cubicBezTo>
                    <a:cubicBezTo>
                      <a:pt x="58" y="279"/>
                      <a:pt x="60" y="280"/>
                      <a:pt x="61" y="280"/>
                    </a:cubicBezTo>
                    <a:cubicBezTo>
                      <a:pt x="61" y="280"/>
                      <a:pt x="61" y="280"/>
                      <a:pt x="61" y="280"/>
                    </a:cubicBezTo>
                    <a:cubicBezTo>
                      <a:pt x="67" y="280"/>
                      <a:pt x="89" y="260"/>
                      <a:pt x="80" y="246"/>
                    </a:cubicBezTo>
                    <a:cubicBezTo>
                      <a:pt x="80" y="246"/>
                      <a:pt x="80" y="246"/>
                      <a:pt x="80" y="246"/>
                    </a:cubicBezTo>
                    <a:cubicBezTo>
                      <a:pt x="90" y="246"/>
                      <a:pt x="97" y="239"/>
                      <a:pt x="97" y="230"/>
                    </a:cubicBezTo>
                    <a:cubicBezTo>
                      <a:pt x="100" y="222"/>
                      <a:pt x="100" y="222"/>
                      <a:pt x="100" y="222"/>
                    </a:cubicBezTo>
                    <a:cubicBezTo>
                      <a:pt x="103" y="219"/>
                      <a:pt x="103" y="219"/>
                      <a:pt x="103" y="219"/>
                    </a:cubicBezTo>
                    <a:cubicBezTo>
                      <a:pt x="104" y="216"/>
                      <a:pt x="106" y="213"/>
                      <a:pt x="108" y="211"/>
                    </a:cubicBezTo>
                    <a:cubicBezTo>
                      <a:pt x="140" y="210"/>
                      <a:pt x="141" y="209"/>
                      <a:pt x="164" y="182"/>
                    </a:cubicBezTo>
                    <a:cubicBezTo>
                      <a:pt x="166" y="177"/>
                      <a:pt x="166" y="177"/>
                      <a:pt x="166" y="177"/>
                    </a:cubicBezTo>
                    <a:cubicBezTo>
                      <a:pt x="169" y="179"/>
                      <a:pt x="172" y="181"/>
                      <a:pt x="174" y="183"/>
                    </a:cubicBezTo>
                    <a:cubicBezTo>
                      <a:pt x="205" y="177"/>
                      <a:pt x="206" y="177"/>
                      <a:pt x="227" y="161"/>
                    </a:cubicBezTo>
                    <a:cubicBezTo>
                      <a:pt x="228" y="157"/>
                      <a:pt x="228" y="157"/>
                      <a:pt x="228" y="157"/>
                    </a:cubicBezTo>
                    <a:cubicBezTo>
                      <a:pt x="206" y="152"/>
                      <a:pt x="206" y="152"/>
                      <a:pt x="209" y="141"/>
                    </a:cubicBezTo>
                    <a:cubicBezTo>
                      <a:pt x="219" y="150"/>
                      <a:pt x="223" y="153"/>
                      <a:pt x="226" y="153"/>
                    </a:cubicBezTo>
                    <a:cubicBezTo>
                      <a:pt x="228" y="153"/>
                      <a:pt x="229" y="152"/>
                      <a:pt x="231" y="151"/>
                    </a:cubicBezTo>
                    <a:cubicBezTo>
                      <a:pt x="230" y="147"/>
                      <a:pt x="229" y="142"/>
                      <a:pt x="228" y="138"/>
                    </a:cubicBezTo>
                    <a:cubicBezTo>
                      <a:pt x="220" y="135"/>
                      <a:pt x="218" y="133"/>
                      <a:pt x="216" y="129"/>
                    </a:cubicBezTo>
                    <a:cubicBezTo>
                      <a:pt x="218" y="129"/>
                      <a:pt x="219" y="129"/>
                      <a:pt x="220" y="129"/>
                    </a:cubicBezTo>
                    <a:cubicBezTo>
                      <a:pt x="227" y="134"/>
                      <a:pt x="227" y="134"/>
                      <a:pt x="227" y="134"/>
                    </a:cubicBezTo>
                    <a:cubicBezTo>
                      <a:pt x="227" y="131"/>
                      <a:pt x="227" y="127"/>
                      <a:pt x="227" y="124"/>
                    </a:cubicBezTo>
                    <a:cubicBezTo>
                      <a:pt x="225" y="122"/>
                      <a:pt x="224" y="121"/>
                      <a:pt x="222" y="121"/>
                    </a:cubicBezTo>
                    <a:cubicBezTo>
                      <a:pt x="220" y="121"/>
                      <a:pt x="217" y="122"/>
                      <a:pt x="213" y="124"/>
                    </a:cubicBezTo>
                    <a:cubicBezTo>
                      <a:pt x="208" y="118"/>
                      <a:pt x="208" y="118"/>
                      <a:pt x="208" y="118"/>
                    </a:cubicBezTo>
                    <a:cubicBezTo>
                      <a:pt x="209" y="117"/>
                      <a:pt x="210" y="116"/>
                      <a:pt x="211" y="114"/>
                    </a:cubicBezTo>
                    <a:cubicBezTo>
                      <a:pt x="216" y="115"/>
                      <a:pt x="219" y="116"/>
                      <a:pt x="221" y="116"/>
                    </a:cubicBezTo>
                    <a:cubicBezTo>
                      <a:pt x="224" y="116"/>
                      <a:pt x="227" y="115"/>
                      <a:pt x="234" y="112"/>
                    </a:cubicBezTo>
                    <a:cubicBezTo>
                      <a:pt x="233" y="110"/>
                      <a:pt x="233" y="108"/>
                      <a:pt x="233" y="106"/>
                    </a:cubicBezTo>
                    <a:cubicBezTo>
                      <a:pt x="238" y="104"/>
                      <a:pt x="238" y="104"/>
                      <a:pt x="238" y="104"/>
                    </a:cubicBezTo>
                    <a:cubicBezTo>
                      <a:pt x="233" y="97"/>
                      <a:pt x="233" y="97"/>
                      <a:pt x="233" y="97"/>
                    </a:cubicBezTo>
                    <a:cubicBezTo>
                      <a:pt x="231" y="93"/>
                      <a:pt x="231" y="93"/>
                      <a:pt x="231" y="93"/>
                    </a:cubicBezTo>
                    <a:cubicBezTo>
                      <a:pt x="233" y="92"/>
                      <a:pt x="235" y="91"/>
                      <a:pt x="237" y="90"/>
                    </a:cubicBezTo>
                    <a:cubicBezTo>
                      <a:pt x="235" y="85"/>
                      <a:pt x="235" y="84"/>
                      <a:pt x="229" y="82"/>
                    </a:cubicBezTo>
                    <a:cubicBezTo>
                      <a:pt x="224" y="81"/>
                      <a:pt x="224" y="81"/>
                      <a:pt x="224" y="81"/>
                    </a:cubicBezTo>
                    <a:cubicBezTo>
                      <a:pt x="224" y="79"/>
                      <a:pt x="224" y="77"/>
                      <a:pt x="224" y="75"/>
                    </a:cubicBezTo>
                    <a:cubicBezTo>
                      <a:pt x="227" y="74"/>
                      <a:pt x="227" y="74"/>
                      <a:pt x="230" y="73"/>
                    </a:cubicBezTo>
                    <a:cubicBezTo>
                      <a:pt x="233" y="75"/>
                      <a:pt x="234" y="79"/>
                      <a:pt x="237" y="81"/>
                    </a:cubicBezTo>
                    <a:cubicBezTo>
                      <a:pt x="238" y="79"/>
                      <a:pt x="239" y="79"/>
                      <a:pt x="238" y="71"/>
                    </a:cubicBezTo>
                    <a:cubicBezTo>
                      <a:pt x="228" y="67"/>
                      <a:pt x="228" y="67"/>
                      <a:pt x="227" y="65"/>
                    </a:cubicBezTo>
                    <a:cubicBezTo>
                      <a:pt x="227" y="64"/>
                      <a:pt x="228" y="63"/>
                      <a:pt x="228" y="62"/>
                    </a:cubicBezTo>
                    <a:cubicBezTo>
                      <a:pt x="226" y="61"/>
                      <a:pt x="223" y="61"/>
                      <a:pt x="220" y="59"/>
                    </a:cubicBezTo>
                    <a:cubicBezTo>
                      <a:pt x="222" y="51"/>
                      <a:pt x="222" y="50"/>
                      <a:pt x="225" y="49"/>
                    </a:cubicBezTo>
                    <a:cubicBezTo>
                      <a:pt x="225" y="47"/>
                      <a:pt x="225" y="44"/>
                      <a:pt x="225" y="43"/>
                    </a:cubicBezTo>
                    <a:cubicBezTo>
                      <a:pt x="232" y="41"/>
                      <a:pt x="232" y="41"/>
                      <a:pt x="232" y="39"/>
                    </a:cubicBezTo>
                    <a:cubicBezTo>
                      <a:pt x="231" y="39"/>
                      <a:pt x="231" y="39"/>
                      <a:pt x="230" y="39"/>
                    </a:cubicBezTo>
                    <a:cubicBezTo>
                      <a:pt x="229" y="39"/>
                      <a:pt x="228" y="39"/>
                      <a:pt x="226" y="39"/>
                    </a:cubicBezTo>
                    <a:cubicBezTo>
                      <a:pt x="225" y="39"/>
                      <a:pt x="224" y="39"/>
                      <a:pt x="222" y="39"/>
                    </a:cubicBezTo>
                    <a:cubicBezTo>
                      <a:pt x="222" y="39"/>
                      <a:pt x="222" y="39"/>
                      <a:pt x="221" y="39"/>
                    </a:cubicBezTo>
                    <a:cubicBezTo>
                      <a:pt x="220" y="37"/>
                      <a:pt x="220" y="37"/>
                      <a:pt x="220" y="37"/>
                    </a:cubicBezTo>
                    <a:cubicBezTo>
                      <a:pt x="226" y="36"/>
                      <a:pt x="228" y="35"/>
                      <a:pt x="230" y="35"/>
                    </a:cubicBezTo>
                    <a:cubicBezTo>
                      <a:pt x="231" y="35"/>
                      <a:pt x="232" y="35"/>
                      <a:pt x="233" y="36"/>
                    </a:cubicBezTo>
                    <a:cubicBezTo>
                      <a:pt x="233" y="35"/>
                      <a:pt x="233" y="34"/>
                      <a:pt x="234" y="34"/>
                    </a:cubicBezTo>
                    <a:cubicBezTo>
                      <a:pt x="230" y="33"/>
                      <a:pt x="229" y="33"/>
                      <a:pt x="223" y="32"/>
                    </a:cubicBezTo>
                    <a:cubicBezTo>
                      <a:pt x="238" y="26"/>
                      <a:pt x="238" y="26"/>
                      <a:pt x="239" y="25"/>
                    </a:cubicBezTo>
                    <a:cubicBezTo>
                      <a:pt x="242" y="25"/>
                      <a:pt x="242" y="25"/>
                      <a:pt x="243" y="24"/>
                    </a:cubicBezTo>
                    <a:cubicBezTo>
                      <a:pt x="243" y="23"/>
                      <a:pt x="243" y="21"/>
                      <a:pt x="243" y="20"/>
                    </a:cubicBezTo>
                    <a:cubicBezTo>
                      <a:pt x="241" y="18"/>
                      <a:pt x="238" y="17"/>
                      <a:pt x="234" y="17"/>
                    </a:cubicBezTo>
                    <a:cubicBezTo>
                      <a:pt x="231" y="17"/>
                      <a:pt x="228" y="18"/>
                      <a:pt x="226" y="18"/>
                    </a:cubicBezTo>
                    <a:cubicBezTo>
                      <a:pt x="225" y="21"/>
                      <a:pt x="225" y="21"/>
                      <a:pt x="224" y="22"/>
                    </a:cubicBezTo>
                    <a:cubicBezTo>
                      <a:pt x="222" y="22"/>
                      <a:pt x="222" y="22"/>
                      <a:pt x="219" y="20"/>
                    </a:cubicBezTo>
                    <a:cubicBezTo>
                      <a:pt x="218" y="20"/>
                      <a:pt x="217" y="20"/>
                      <a:pt x="216" y="20"/>
                    </a:cubicBezTo>
                    <a:cubicBezTo>
                      <a:pt x="209" y="29"/>
                      <a:pt x="209" y="29"/>
                      <a:pt x="205" y="32"/>
                    </a:cubicBezTo>
                    <a:cubicBezTo>
                      <a:pt x="206" y="26"/>
                      <a:pt x="206" y="25"/>
                      <a:pt x="212" y="21"/>
                    </a:cubicBezTo>
                    <a:cubicBezTo>
                      <a:pt x="211" y="15"/>
                      <a:pt x="208" y="15"/>
                      <a:pt x="206" y="15"/>
                    </a:cubicBezTo>
                    <a:cubicBezTo>
                      <a:pt x="206" y="15"/>
                      <a:pt x="206" y="15"/>
                      <a:pt x="205" y="15"/>
                    </a:cubicBezTo>
                    <a:cubicBezTo>
                      <a:pt x="203" y="19"/>
                      <a:pt x="202" y="21"/>
                      <a:pt x="196" y="21"/>
                    </a:cubicBezTo>
                    <a:cubicBezTo>
                      <a:pt x="195" y="21"/>
                      <a:pt x="195" y="21"/>
                      <a:pt x="194" y="21"/>
                    </a:cubicBezTo>
                    <a:cubicBezTo>
                      <a:pt x="200" y="17"/>
                      <a:pt x="200" y="17"/>
                      <a:pt x="200" y="17"/>
                    </a:cubicBezTo>
                    <a:cubicBezTo>
                      <a:pt x="198" y="17"/>
                      <a:pt x="197" y="17"/>
                      <a:pt x="196" y="17"/>
                    </a:cubicBezTo>
                    <a:cubicBezTo>
                      <a:pt x="193" y="17"/>
                      <a:pt x="190" y="17"/>
                      <a:pt x="182" y="17"/>
                    </a:cubicBezTo>
                    <a:cubicBezTo>
                      <a:pt x="184" y="15"/>
                      <a:pt x="188" y="14"/>
                      <a:pt x="191" y="14"/>
                    </a:cubicBezTo>
                    <a:cubicBezTo>
                      <a:pt x="192" y="14"/>
                      <a:pt x="194" y="14"/>
                      <a:pt x="195" y="14"/>
                    </a:cubicBezTo>
                    <a:cubicBezTo>
                      <a:pt x="197" y="14"/>
                      <a:pt x="198" y="15"/>
                      <a:pt x="200" y="15"/>
                    </a:cubicBezTo>
                    <a:cubicBezTo>
                      <a:pt x="203" y="15"/>
                      <a:pt x="207" y="14"/>
                      <a:pt x="210" y="11"/>
                    </a:cubicBezTo>
                    <a:cubicBezTo>
                      <a:pt x="210" y="10"/>
                      <a:pt x="197" y="0"/>
                      <a:pt x="1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161"/>
              <p:cNvSpPr>
                <a:spLocks/>
              </p:cNvSpPr>
              <p:nvPr/>
            </p:nvSpPr>
            <p:spPr bwMode="auto">
              <a:xfrm>
                <a:off x="4795838" y="2373313"/>
                <a:ext cx="71438" cy="49213"/>
              </a:xfrm>
              <a:custGeom>
                <a:avLst/>
                <a:gdLst>
                  <a:gd name="T0" fmla="*/ 2 w 19"/>
                  <a:gd name="T1" fmla="*/ 0 h 13"/>
                  <a:gd name="T2" fmla="*/ 1 w 19"/>
                  <a:gd name="T3" fmla="*/ 0 h 13"/>
                  <a:gd name="T4" fmla="*/ 8 w 19"/>
                  <a:gd name="T5" fmla="*/ 10 h 13"/>
                  <a:gd name="T6" fmla="*/ 17 w 19"/>
                  <a:gd name="T7" fmla="*/ 13 h 13"/>
                  <a:gd name="T8" fmla="*/ 18 w 19"/>
                  <a:gd name="T9" fmla="*/ 12 h 13"/>
                  <a:gd name="T10" fmla="*/ 19 w 19"/>
                  <a:gd name="T11" fmla="*/ 11 h 13"/>
                  <a:gd name="T12" fmla="*/ 18 w 19"/>
                  <a:gd name="T13" fmla="*/ 7 h 13"/>
                  <a:gd name="T14" fmla="*/ 12 w 19"/>
                  <a:gd name="T15" fmla="*/ 1 h 13"/>
                  <a:gd name="T16" fmla="*/ 3 w 19"/>
                  <a:gd name="T17" fmla="*/ 0 h 13"/>
                  <a:gd name="T18" fmla="*/ 2 w 19"/>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13">
                    <a:moveTo>
                      <a:pt x="2" y="0"/>
                    </a:moveTo>
                    <a:cubicBezTo>
                      <a:pt x="2" y="0"/>
                      <a:pt x="1" y="0"/>
                      <a:pt x="1" y="0"/>
                    </a:cubicBezTo>
                    <a:cubicBezTo>
                      <a:pt x="0" y="1"/>
                      <a:pt x="8" y="10"/>
                      <a:pt x="8" y="10"/>
                    </a:cubicBezTo>
                    <a:cubicBezTo>
                      <a:pt x="8" y="10"/>
                      <a:pt x="13" y="13"/>
                      <a:pt x="17" y="13"/>
                    </a:cubicBezTo>
                    <a:cubicBezTo>
                      <a:pt x="17" y="13"/>
                      <a:pt x="18" y="13"/>
                      <a:pt x="18" y="12"/>
                    </a:cubicBezTo>
                    <a:cubicBezTo>
                      <a:pt x="19" y="11"/>
                      <a:pt x="19" y="11"/>
                      <a:pt x="19" y="11"/>
                    </a:cubicBezTo>
                    <a:cubicBezTo>
                      <a:pt x="18" y="7"/>
                      <a:pt x="18" y="7"/>
                      <a:pt x="18" y="7"/>
                    </a:cubicBezTo>
                    <a:cubicBezTo>
                      <a:pt x="16" y="5"/>
                      <a:pt x="14" y="2"/>
                      <a:pt x="12" y="1"/>
                    </a:cubicBezTo>
                    <a:cubicBezTo>
                      <a:pt x="12" y="1"/>
                      <a:pt x="8" y="0"/>
                      <a:pt x="3" y="0"/>
                    </a:cubicBezTo>
                    <a:cubicBezTo>
                      <a:pt x="3"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162"/>
              <p:cNvSpPr>
                <a:spLocks/>
              </p:cNvSpPr>
              <p:nvPr/>
            </p:nvSpPr>
            <p:spPr bwMode="auto">
              <a:xfrm>
                <a:off x="6099176" y="1655763"/>
                <a:ext cx="282575" cy="150813"/>
              </a:xfrm>
              <a:custGeom>
                <a:avLst/>
                <a:gdLst>
                  <a:gd name="T0" fmla="*/ 55 w 75"/>
                  <a:gd name="T1" fmla="*/ 0 h 40"/>
                  <a:gd name="T2" fmla="*/ 52 w 75"/>
                  <a:gd name="T3" fmla="*/ 4 h 40"/>
                  <a:gd name="T4" fmla="*/ 48 w 75"/>
                  <a:gd name="T5" fmla="*/ 7 h 40"/>
                  <a:gd name="T6" fmla="*/ 42 w 75"/>
                  <a:gd name="T7" fmla="*/ 7 h 40"/>
                  <a:gd name="T8" fmla="*/ 38 w 75"/>
                  <a:gd name="T9" fmla="*/ 5 h 40"/>
                  <a:gd name="T10" fmla="*/ 34 w 75"/>
                  <a:gd name="T11" fmla="*/ 12 h 40"/>
                  <a:gd name="T12" fmla="*/ 31 w 75"/>
                  <a:gd name="T13" fmla="*/ 7 h 40"/>
                  <a:gd name="T14" fmla="*/ 28 w 75"/>
                  <a:gd name="T15" fmla="*/ 7 h 40"/>
                  <a:gd name="T16" fmla="*/ 26 w 75"/>
                  <a:gd name="T17" fmla="*/ 13 h 40"/>
                  <a:gd name="T18" fmla="*/ 21 w 75"/>
                  <a:gd name="T19" fmla="*/ 14 h 40"/>
                  <a:gd name="T20" fmla="*/ 20 w 75"/>
                  <a:gd name="T21" fmla="*/ 8 h 40"/>
                  <a:gd name="T22" fmla="*/ 15 w 75"/>
                  <a:gd name="T23" fmla="*/ 3 h 40"/>
                  <a:gd name="T24" fmla="*/ 8 w 75"/>
                  <a:gd name="T25" fmla="*/ 1 h 40"/>
                  <a:gd name="T26" fmla="*/ 4 w 75"/>
                  <a:gd name="T27" fmla="*/ 8 h 40"/>
                  <a:gd name="T28" fmla="*/ 0 w 75"/>
                  <a:gd name="T29" fmla="*/ 15 h 40"/>
                  <a:gd name="T30" fmla="*/ 7 w 75"/>
                  <a:gd name="T31" fmla="*/ 16 h 40"/>
                  <a:gd name="T32" fmla="*/ 10 w 75"/>
                  <a:gd name="T33" fmla="*/ 20 h 40"/>
                  <a:gd name="T34" fmla="*/ 4 w 75"/>
                  <a:gd name="T35" fmla="*/ 19 h 40"/>
                  <a:gd name="T36" fmla="*/ 3 w 75"/>
                  <a:gd name="T37" fmla="*/ 23 h 40"/>
                  <a:gd name="T38" fmla="*/ 11 w 75"/>
                  <a:gd name="T39" fmla="*/ 25 h 40"/>
                  <a:gd name="T40" fmla="*/ 11 w 75"/>
                  <a:gd name="T41" fmla="*/ 25 h 40"/>
                  <a:gd name="T42" fmla="*/ 16 w 75"/>
                  <a:gd name="T43" fmla="*/ 25 h 40"/>
                  <a:gd name="T44" fmla="*/ 19 w 75"/>
                  <a:gd name="T45" fmla="*/ 28 h 40"/>
                  <a:gd name="T46" fmla="*/ 11 w 75"/>
                  <a:gd name="T47" fmla="*/ 35 h 40"/>
                  <a:gd name="T48" fmla="*/ 18 w 75"/>
                  <a:gd name="T49" fmla="*/ 36 h 40"/>
                  <a:gd name="T50" fmla="*/ 28 w 75"/>
                  <a:gd name="T51" fmla="*/ 36 h 40"/>
                  <a:gd name="T52" fmla="*/ 34 w 75"/>
                  <a:gd name="T53" fmla="*/ 40 h 40"/>
                  <a:gd name="T54" fmla="*/ 43 w 75"/>
                  <a:gd name="T55" fmla="*/ 40 h 40"/>
                  <a:gd name="T56" fmla="*/ 61 w 75"/>
                  <a:gd name="T57" fmla="*/ 32 h 40"/>
                  <a:gd name="T58" fmla="*/ 75 w 75"/>
                  <a:gd name="T59" fmla="*/ 19 h 40"/>
                  <a:gd name="T60" fmla="*/ 75 w 75"/>
                  <a:gd name="T61" fmla="*/ 18 h 40"/>
                  <a:gd name="T62" fmla="*/ 70 w 75"/>
                  <a:gd name="T63" fmla="*/ 10 h 40"/>
                  <a:gd name="T64" fmla="*/ 64 w 75"/>
                  <a:gd name="T65" fmla="*/ 6 h 40"/>
                  <a:gd name="T66" fmla="*/ 55 w 75"/>
                  <a:gd name="T6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5" h="40">
                    <a:moveTo>
                      <a:pt x="55" y="0"/>
                    </a:moveTo>
                    <a:cubicBezTo>
                      <a:pt x="52" y="4"/>
                      <a:pt x="52" y="4"/>
                      <a:pt x="52" y="4"/>
                    </a:cubicBezTo>
                    <a:cubicBezTo>
                      <a:pt x="48" y="7"/>
                      <a:pt x="48" y="7"/>
                      <a:pt x="48" y="7"/>
                    </a:cubicBezTo>
                    <a:cubicBezTo>
                      <a:pt x="42" y="7"/>
                      <a:pt x="42" y="7"/>
                      <a:pt x="42" y="7"/>
                    </a:cubicBezTo>
                    <a:cubicBezTo>
                      <a:pt x="41" y="6"/>
                      <a:pt x="39" y="6"/>
                      <a:pt x="38" y="5"/>
                    </a:cubicBezTo>
                    <a:cubicBezTo>
                      <a:pt x="37" y="10"/>
                      <a:pt x="35" y="11"/>
                      <a:pt x="34" y="12"/>
                    </a:cubicBezTo>
                    <a:cubicBezTo>
                      <a:pt x="31" y="7"/>
                      <a:pt x="31" y="7"/>
                      <a:pt x="31" y="7"/>
                    </a:cubicBezTo>
                    <a:cubicBezTo>
                      <a:pt x="28" y="7"/>
                      <a:pt x="28" y="7"/>
                      <a:pt x="28" y="7"/>
                    </a:cubicBezTo>
                    <a:cubicBezTo>
                      <a:pt x="26" y="13"/>
                      <a:pt x="26" y="13"/>
                      <a:pt x="26" y="13"/>
                    </a:cubicBezTo>
                    <a:cubicBezTo>
                      <a:pt x="24" y="13"/>
                      <a:pt x="23" y="13"/>
                      <a:pt x="21" y="14"/>
                    </a:cubicBezTo>
                    <a:cubicBezTo>
                      <a:pt x="20" y="8"/>
                      <a:pt x="20" y="8"/>
                      <a:pt x="20" y="8"/>
                    </a:cubicBezTo>
                    <a:cubicBezTo>
                      <a:pt x="15" y="3"/>
                      <a:pt x="15" y="3"/>
                      <a:pt x="15" y="3"/>
                    </a:cubicBezTo>
                    <a:cubicBezTo>
                      <a:pt x="8" y="1"/>
                      <a:pt x="8" y="1"/>
                      <a:pt x="8" y="1"/>
                    </a:cubicBezTo>
                    <a:cubicBezTo>
                      <a:pt x="4" y="8"/>
                      <a:pt x="4" y="8"/>
                      <a:pt x="4" y="8"/>
                    </a:cubicBezTo>
                    <a:cubicBezTo>
                      <a:pt x="0" y="15"/>
                      <a:pt x="0" y="15"/>
                      <a:pt x="0" y="15"/>
                    </a:cubicBezTo>
                    <a:cubicBezTo>
                      <a:pt x="7" y="16"/>
                      <a:pt x="7" y="16"/>
                      <a:pt x="7" y="16"/>
                    </a:cubicBezTo>
                    <a:cubicBezTo>
                      <a:pt x="10" y="20"/>
                      <a:pt x="10" y="20"/>
                      <a:pt x="10" y="20"/>
                    </a:cubicBezTo>
                    <a:cubicBezTo>
                      <a:pt x="4" y="19"/>
                      <a:pt x="4" y="19"/>
                      <a:pt x="4" y="19"/>
                    </a:cubicBezTo>
                    <a:cubicBezTo>
                      <a:pt x="3" y="23"/>
                      <a:pt x="3" y="23"/>
                      <a:pt x="3" y="23"/>
                    </a:cubicBezTo>
                    <a:cubicBezTo>
                      <a:pt x="11" y="25"/>
                      <a:pt x="11" y="25"/>
                      <a:pt x="11" y="25"/>
                    </a:cubicBezTo>
                    <a:cubicBezTo>
                      <a:pt x="11" y="25"/>
                      <a:pt x="11" y="25"/>
                      <a:pt x="11" y="25"/>
                    </a:cubicBezTo>
                    <a:cubicBezTo>
                      <a:pt x="13" y="25"/>
                      <a:pt x="14" y="25"/>
                      <a:pt x="16" y="25"/>
                    </a:cubicBezTo>
                    <a:cubicBezTo>
                      <a:pt x="19" y="27"/>
                      <a:pt x="19" y="28"/>
                      <a:pt x="19" y="28"/>
                    </a:cubicBezTo>
                    <a:cubicBezTo>
                      <a:pt x="18" y="29"/>
                      <a:pt x="17" y="29"/>
                      <a:pt x="11" y="35"/>
                    </a:cubicBezTo>
                    <a:cubicBezTo>
                      <a:pt x="18" y="36"/>
                      <a:pt x="18" y="36"/>
                      <a:pt x="18" y="36"/>
                    </a:cubicBezTo>
                    <a:cubicBezTo>
                      <a:pt x="21" y="36"/>
                      <a:pt x="25" y="36"/>
                      <a:pt x="28" y="36"/>
                    </a:cubicBezTo>
                    <a:cubicBezTo>
                      <a:pt x="34" y="40"/>
                      <a:pt x="34" y="40"/>
                      <a:pt x="34" y="40"/>
                    </a:cubicBezTo>
                    <a:cubicBezTo>
                      <a:pt x="37" y="40"/>
                      <a:pt x="40" y="40"/>
                      <a:pt x="43" y="40"/>
                    </a:cubicBezTo>
                    <a:cubicBezTo>
                      <a:pt x="48" y="36"/>
                      <a:pt x="52" y="33"/>
                      <a:pt x="61" y="32"/>
                    </a:cubicBezTo>
                    <a:cubicBezTo>
                      <a:pt x="63" y="32"/>
                      <a:pt x="65" y="31"/>
                      <a:pt x="75" y="19"/>
                    </a:cubicBezTo>
                    <a:cubicBezTo>
                      <a:pt x="75" y="18"/>
                      <a:pt x="75" y="18"/>
                      <a:pt x="75" y="18"/>
                    </a:cubicBezTo>
                    <a:cubicBezTo>
                      <a:pt x="70" y="10"/>
                      <a:pt x="70" y="10"/>
                      <a:pt x="70" y="10"/>
                    </a:cubicBezTo>
                    <a:cubicBezTo>
                      <a:pt x="64" y="6"/>
                      <a:pt x="64" y="6"/>
                      <a:pt x="64" y="6"/>
                    </a:cubicBezTo>
                    <a:cubicBezTo>
                      <a:pt x="55" y="0"/>
                      <a:pt x="55"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163"/>
              <p:cNvSpPr>
                <a:spLocks/>
              </p:cNvSpPr>
              <p:nvPr/>
            </p:nvSpPr>
            <p:spPr bwMode="auto">
              <a:xfrm>
                <a:off x="6562726" y="2189163"/>
                <a:ext cx="153988" cy="161925"/>
              </a:xfrm>
              <a:custGeom>
                <a:avLst/>
                <a:gdLst>
                  <a:gd name="T0" fmla="*/ 31 w 41"/>
                  <a:gd name="T1" fmla="*/ 0 h 43"/>
                  <a:gd name="T2" fmla="*/ 30 w 41"/>
                  <a:gd name="T3" fmla="*/ 0 h 43"/>
                  <a:gd name="T4" fmla="*/ 28 w 41"/>
                  <a:gd name="T5" fmla="*/ 0 h 43"/>
                  <a:gd name="T6" fmla="*/ 27 w 41"/>
                  <a:gd name="T7" fmla="*/ 0 h 43"/>
                  <a:gd name="T8" fmla="*/ 25 w 41"/>
                  <a:gd name="T9" fmla="*/ 0 h 43"/>
                  <a:gd name="T10" fmla="*/ 24 w 41"/>
                  <a:gd name="T11" fmla="*/ 0 h 43"/>
                  <a:gd name="T12" fmla="*/ 22 w 41"/>
                  <a:gd name="T13" fmla="*/ 0 h 43"/>
                  <a:gd name="T14" fmla="*/ 21 w 41"/>
                  <a:gd name="T15" fmla="*/ 0 h 43"/>
                  <a:gd name="T16" fmla="*/ 10 w 41"/>
                  <a:gd name="T17" fmla="*/ 10 h 43"/>
                  <a:gd name="T18" fmla="*/ 3 w 41"/>
                  <a:gd name="T19" fmla="*/ 7 h 43"/>
                  <a:gd name="T20" fmla="*/ 1 w 41"/>
                  <a:gd name="T21" fmla="*/ 16 h 43"/>
                  <a:gd name="T22" fmla="*/ 0 w 41"/>
                  <a:gd name="T23" fmla="*/ 21 h 43"/>
                  <a:gd name="T24" fmla="*/ 7 w 41"/>
                  <a:gd name="T25" fmla="*/ 20 h 43"/>
                  <a:gd name="T26" fmla="*/ 12 w 41"/>
                  <a:gd name="T27" fmla="*/ 25 h 43"/>
                  <a:gd name="T28" fmla="*/ 8 w 41"/>
                  <a:gd name="T29" fmla="*/ 25 h 43"/>
                  <a:gd name="T30" fmla="*/ 3 w 41"/>
                  <a:gd name="T31" fmla="*/ 33 h 43"/>
                  <a:gd name="T32" fmla="*/ 5 w 41"/>
                  <a:gd name="T33" fmla="*/ 40 h 43"/>
                  <a:gd name="T34" fmla="*/ 13 w 41"/>
                  <a:gd name="T35" fmla="*/ 43 h 43"/>
                  <a:gd name="T36" fmla="*/ 35 w 41"/>
                  <a:gd name="T37" fmla="*/ 32 h 43"/>
                  <a:gd name="T38" fmla="*/ 35 w 41"/>
                  <a:gd name="T39" fmla="*/ 19 h 43"/>
                  <a:gd name="T40" fmla="*/ 31 w 41"/>
                  <a:gd name="T41" fmla="*/ 14 h 43"/>
                  <a:gd name="T42" fmla="*/ 39 w 41"/>
                  <a:gd name="T43" fmla="*/ 8 h 43"/>
                  <a:gd name="T44" fmla="*/ 31 w 41"/>
                  <a:gd name="T45"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1" h="43">
                    <a:moveTo>
                      <a:pt x="31" y="0"/>
                    </a:moveTo>
                    <a:cubicBezTo>
                      <a:pt x="30" y="0"/>
                      <a:pt x="30" y="0"/>
                      <a:pt x="30" y="0"/>
                    </a:cubicBezTo>
                    <a:cubicBezTo>
                      <a:pt x="29" y="0"/>
                      <a:pt x="29" y="0"/>
                      <a:pt x="28" y="0"/>
                    </a:cubicBezTo>
                    <a:cubicBezTo>
                      <a:pt x="28" y="0"/>
                      <a:pt x="27" y="0"/>
                      <a:pt x="27" y="0"/>
                    </a:cubicBezTo>
                    <a:cubicBezTo>
                      <a:pt x="26" y="0"/>
                      <a:pt x="26" y="0"/>
                      <a:pt x="25" y="0"/>
                    </a:cubicBezTo>
                    <a:cubicBezTo>
                      <a:pt x="25" y="0"/>
                      <a:pt x="24" y="0"/>
                      <a:pt x="24" y="0"/>
                    </a:cubicBezTo>
                    <a:cubicBezTo>
                      <a:pt x="23" y="0"/>
                      <a:pt x="23" y="0"/>
                      <a:pt x="22" y="0"/>
                    </a:cubicBezTo>
                    <a:cubicBezTo>
                      <a:pt x="21" y="0"/>
                      <a:pt x="21" y="0"/>
                      <a:pt x="21" y="0"/>
                    </a:cubicBezTo>
                    <a:cubicBezTo>
                      <a:pt x="18" y="7"/>
                      <a:pt x="14" y="10"/>
                      <a:pt x="10" y="10"/>
                    </a:cubicBezTo>
                    <a:cubicBezTo>
                      <a:pt x="8" y="10"/>
                      <a:pt x="5" y="9"/>
                      <a:pt x="3" y="7"/>
                    </a:cubicBezTo>
                    <a:cubicBezTo>
                      <a:pt x="1" y="16"/>
                      <a:pt x="1" y="16"/>
                      <a:pt x="1" y="16"/>
                    </a:cubicBezTo>
                    <a:cubicBezTo>
                      <a:pt x="0" y="21"/>
                      <a:pt x="0" y="21"/>
                      <a:pt x="0" y="21"/>
                    </a:cubicBezTo>
                    <a:cubicBezTo>
                      <a:pt x="2" y="21"/>
                      <a:pt x="5" y="20"/>
                      <a:pt x="7" y="20"/>
                    </a:cubicBezTo>
                    <a:cubicBezTo>
                      <a:pt x="12" y="25"/>
                      <a:pt x="12" y="25"/>
                      <a:pt x="12" y="25"/>
                    </a:cubicBezTo>
                    <a:cubicBezTo>
                      <a:pt x="8" y="25"/>
                      <a:pt x="8" y="25"/>
                      <a:pt x="8" y="25"/>
                    </a:cubicBezTo>
                    <a:cubicBezTo>
                      <a:pt x="3" y="33"/>
                      <a:pt x="3" y="33"/>
                      <a:pt x="3" y="33"/>
                    </a:cubicBezTo>
                    <a:cubicBezTo>
                      <a:pt x="5" y="40"/>
                      <a:pt x="5" y="40"/>
                      <a:pt x="5" y="40"/>
                    </a:cubicBezTo>
                    <a:cubicBezTo>
                      <a:pt x="8" y="41"/>
                      <a:pt x="11" y="42"/>
                      <a:pt x="13" y="43"/>
                    </a:cubicBezTo>
                    <a:cubicBezTo>
                      <a:pt x="20" y="39"/>
                      <a:pt x="29" y="36"/>
                      <a:pt x="35" y="32"/>
                    </a:cubicBezTo>
                    <a:cubicBezTo>
                      <a:pt x="35" y="19"/>
                      <a:pt x="35" y="19"/>
                      <a:pt x="35" y="19"/>
                    </a:cubicBezTo>
                    <a:cubicBezTo>
                      <a:pt x="31" y="14"/>
                      <a:pt x="31" y="14"/>
                      <a:pt x="31" y="14"/>
                    </a:cubicBezTo>
                    <a:cubicBezTo>
                      <a:pt x="37" y="10"/>
                      <a:pt x="39" y="8"/>
                      <a:pt x="39" y="8"/>
                    </a:cubicBezTo>
                    <a:cubicBezTo>
                      <a:pt x="41" y="5"/>
                      <a:pt x="34" y="0"/>
                      <a:pt x="3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164"/>
              <p:cNvSpPr>
                <a:spLocks/>
              </p:cNvSpPr>
              <p:nvPr/>
            </p:nvSpPr>
            <p:spPr bwMode="auto">
              <a:xfrm>
                <a:off x="6662738" y="2008188"/>
                <a:ext cx="293688" cy="403225"/>
              </a:xfrm>
              <a:custGeom>
                <a:avLst/>
                <a:gdLst>
                  <a:gd name="T0" fmla="*/ 5 w 78"/>
                  <a:gd name="T1" fmla="*/ 10 h 107"/>
                  <a:gd name="T2" fmla="*/ 0 w 78"/>
                  <a:gd name="T3" fmla="*/ 20 h 107"/>
                  <a:gd name="T4" fmla="*/ 8 w 78"/>
                  <a:gd name="T5" fmla="*/ 25 h 107"/>
                  <a:gd name="T6" fmla="*/ 4 w 78"/>
                  <a:gd name="T7" fmla="*/ 35 h 107"/>
                  <a:gd name="T8" fmla="*/ 14 w 78"/>
                  <a:gd name="T9" fmla="*/ 34 h 107"/>
                  <a:gd name="T10" fmla="*/ 16 w 78"/>
                  <a:gd name="T11" fmla="*/ 43 h 107"/>
                  <a:gd name="T12" fmla="*/ 17 w 78"/>
                  <a:gd name="T13" fmla="*/ 51 h 107"/>
                  <a:gd name="T14" fmla="*/ 27 w 78"/>
                  <a:gd name="T15" fmla="*/ 47 h 107"/>
                  <a:gd name="T16" fmla="*/ 30 w 78"/>
                  <a:gd name="T17" fmla="*/ 52 h 107"/>
                  <a:gd name="T18" fmla="*/ 37 w 78"/>
                  <a:gd name="T19" fmla="*/ 67 h 107"/>
                  <a:gd name="T20" fmla="*/ 27 w 78"/>
                  <a:gd name="T21" fmla="*/ 66 h 107"/>
                  <a:gd name="T22" fmla="*/ 24 w 78"/>
                  <a:gd name="T23" fmla="*/ 80 h 107"/>
                  <a:gd name="T24" fmla="*/ 24 w 78"/>
                  <a:gd name="T25" fmla="*/ 88 h 107"/>
                  <a:gd name="T26" fmla="*/ 35 w 78"/>
                  <a:gd name="T27" fmla="*/ 89 h 107"/>
                  <a:gd name="T28" fmla="*/ 44 w 78"/>
                  <a:gd name="T29" fmla="*/ 83 h 107"/>
                  <a:gd name="T30" fmla="*/ 39 w 78"/>
                  <a:gd name="T31" fmla="*/ 92 h 107"/>
                  <a:gd name="T32" fmla="*/ 21 w 78"/>
                  <a:gd name="T33" fmla="*/ 103 h 107"/>
                  <a:gd name="T34" fmla="*/ 38 w 78"/>
                  <a:gd name="T35" fmla="*/ 102 h 107"/>
                  <a:gd name="T36" fmla="*/ 47 w 78"/>
                  <a:gd name="T37" fmla="*/ 96 h 107"/>
                  <a:gd name="T38" fmla="*/ 67 w 78"/>
                  <a:gd name="T39" fmla="*/ 97 h 107"/>
                  <a:gd name="T40" fmla="*/ 76 w 78"/>
                  <a:gd name="T41" fmla="*/ 90 h 107"/>
                  <a:gd name="T42" fmla="*/ 78 w 78"/>
                  <a:gd name="T43" fmla="*/ 77 h 107"/>
                  <a:gd name="T44" fmla="*/ 64 w 78"/>
                  <a:gd name="T45" fmla="*/ 73 h 107"/>
                  <a:gd name="T46" fmla="*/ 58 w 78"/>
                  <a:gd name="T47" fmla="*/ 59 h 107"/>
                  <a:gd name="T48" fmla="*/ 42 w 78"/>
                  <a:gd name="T49" fmla="*/ 47 h 107"/>
                  <a:gd name="T50" fmla="*/ 36 w 78"/>
                  <a:gd name="T51" fmla="*/ 33 h 107"/>
                  <a:gd name="T52" fmla="*/ 28 w 78"/>
                  <a:gd name="T53" fmla="*/ 38 h 107"/>
                  <a:gd name="T54" fmla="*/ 23 w 78"/>
                  <a:gd name="T55" fmla="*/ 34 h 107"/>
                  <a:gd name="T56" fmla="*/ 31 w 78"/>
                  <a:gd name="T57" fmla="*/ 20 h 107"/>
                  <a:gd name="T58" fmla="*/ 22 w 78"/>
                  <a:gd name="T59" fmla="*/ 13 h 107"/>
                  <a:gd name="T60" fmla="*/ 13 w 78"/>
                  <a:gd name="T61" fmla="*/ 13 h 107"/>
                  <a:gd name="T62" fmla="*/ 20 w 78"/>
                  <a:gd name="T63" fmla="*/ 3 h 107"/>
                  <a:gd name="T64" fmla="*/ 4 w 78"/>
                  <a:gd name="T65"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8" h="107">
                    <a:moveTo>
                      <a:pt x="4" y="0"/>
                    </a:moveTo>
                    <a:cubicBezTo>
                      <a:pt x="5" y="10"/>
                      <a:pt x="5" y="10"/>
                      <a:pt x="5" y="10"/>
                    </a:cubicBezTo>
                    <a:cubicBezTo>
                      <a:pt x="3" y="11"/>
                      <a:pt x="2" y="11"/>
                      <a:pt x="0" y="11"/>
                    </a:cubicBezTo>
                    <a:cubicBezTo>
                      <a:pt x="0" y="20"/>
                      <a:pt x="0" y="20"/>
                      <a:pt x="0" y="20"/>
                    </a:cubicBezTo>
                    <a:cubicBezTo>
                      <a:pt x="5" y="25"/>
                      <a:pt x="5" y="25"/>
                      <a:pt x="5" y="25"/>
                    </a:cubicBezTo>
                    <a:cubicBezTo>
                      <a:pt x="8" y="25"/>
                      <a:pt x="8" y="25"/>
                      <a:pt x="8" y="25"/>
                    </a:cubicBezTo>
                    <a:cubicBezTo>
                      <a:pt x="6" y="30"/>
                      <a:pt x="6" y="30"/>
                      <a:pt x="6" y="30"/>
                    </a:cubicBezTo>
                    <a:cubicBezTo>
                      <a:pt x="4" y="35"/>
                      <a:pt x="4" y="35"/>
                      <a:pt x="4" y="35"/>
                    </a:cubicBezTo>
                    <a:cubicBezTo>
                      <a:pt x="10" y="37"/>
                      <a:pt x="10" y="37"/>
                      <a:pt x="10" y="37"/>
                    </a:cubicBezTo>
                    <a:cubicBezTo>
                      <a:pt x="14" y="34"/>
                      <a:pt x="14" y="34"/>
                      <a:pt x="14" y="34"/>
                    </a:cubicBezTo>
                    <a:cubicBezTo>
                      <a:pt x="18" y="39"/>
                      <a:pt x="18" y="39"/>
                      <a:pt x="18" y="39"/>
                    </a:cubicBezTo>
                    <a:cubicBezTo>
                      <a:pt x="16" y="43"/>
                      <a:pt x="16" y="43"/>
                      <a:pt x="16" y="43"/>
                    </a:cubicBezTo>
                    <a:cubicBezTo>
                      <a:pt x="13" y="46"/>
                      <a:pt x="13" y="46"/>
                      <a:pt x="13" y="46"/>
                    </a:cubicBezTo>
                    <a:cubicBezTo>
                      <a:pt x="17" y="51"/>
                      <a:pt x="17" y="51"/>
                      <a:pt x="17" y="51"/>
                    </a:cubicBezTo>
                    <a:cubicBezTo>
                      <a:pt x="19" y="51"/>
                      <a:pt x="22" y="51"/>
                      <a:pt x="25" y="51"/>
                    </a:cubicBezTo>
                    <a:cubicBezTo>
                      <a:pt x="27" y="47"/>
                      <a:pt x="27" y="47"/>
                      <a:pt x="27" y="47"/>
                    </a:cubicBezTo>
                    <a:cubicBezTo>
                      <a:pt x="31" y="48"/>
                      <a:pt x="31" y="48"/>
                      <a:pt x="31" y="48"/>
                    </a:cubicBezTo>
                    <a:cubicBezTo>
                      <a:pt x="30" y="52"/>
                      <a:pt x="30" y="52"/>
                      <a:pt x="30" y="52"/>
                    </a:cubicBezTo>
                    <a:cubicBezTo>
                      <a:pt x="35" y="56"/>
                      <a:pt x="35" y="56"/>
                      <a:pt x="35" y="56"/>
                    </a:cubicBezTo>
                    <a:cubicBezTo>
                      <a:pt x="37" y="67"/>
                      <a:pt x="37" y="67"/>
                      <a:pt x="37" y="67"/>
                    </a:cubicBezTo>
                    <a:cubicBezTo>
                      <a:pt x="35" y="67"/>
                      <a:pt x="33" y="67"/>
                      <a:pt x="31" y="67"/>
                    </a:cubicBezTo>
                    <a:cubicBezTo>
                      <a:pt x="27" y="66"/>
                      <a:pt x="27" y="66"/>
                      <a:pt x="27" y="66"/>
                    </a:cubicBezTo>
                    <a:cubicBezTo>
                      <a:pt x="26" y="67"/>
                      <a:pt x="24" y="68"/>
                      <a:pt x="23" y="69"/>
                    </a:cubicBezTo>
                    <a:cubicBezTo>
                      <a:pt x="30" y="72"/>
                      <a:pt x="30" y="74"/>
                      <a:pt x="24" y="80"/>
                    </a:cubicBezTo>
                    <a:cubicBezTo>
                      <a:pt x="21" y="85"/>
                      <a:pt x="21" y="85"/>
                      <a:pt x="21" y="85"/>
                    </a:cubicBezTo>
                    <a:cubicBezTo>
                      <a:pt x="24" y="88"/>
                      <a:pt x="24" y="88"/>
                      <a:pt x="24" y="88"/>
                    </a:cubicBezTo>
                    <a:cubicBezTo>
                      <a:pt x="29" y="85"/>
                      <a:pt x="29" y="85"/>
                      <a:pt x="29" y="85"/>
                    </a:cubicBezTo>
                    <a:cubicBezTo>
                      <a:pt x="35" y="89"/>
                      <a:pt x="35" y="89"/>
                      <a:pt x="35" y="89"/>
                    </a:cubicBezTo>
                    <a:cubicBezTo>
                      <a:pt x="42" y="86"/>
                      <a:pt x="42" y="86"/>
                      <a:pt x="42" y="86"/>
                    </a:cubicBezTo>
                    <a:cubicBezTo>
                      <a:pt x="44" y="83"/>
                      <a:pt x="44" y="83"/>
                      <a:pt x="44" y="83"/>
                    </a:cubicBezTo>
                    <a:cubicBezTo>
                      <a:pt x="44" y="85"/>
                      <a:pt x="45" y="86"/>
                      <a:pt x="45" y="88"/>
                    </a:cubicBezTo>
                    <a:cubicBezTo>
                      <a:pt x="39" y="92"/>
                      <a:pt x="39" y="92"/>
                      <a:pt x="39" y="92"/>
                    </a:cubicBezTo>
                    <a:cubicBezTo>
                      <a:pt x="32" y="92"/>
                      <a:pt x="32" y="92"/>
                      <a:pt x="32" y="92"/>
                    </a:cubicBezTo>
                    <a:cubicBezTo>
                      <a:pt x="21" y="103"/>
                      <a:pt x="21" y="103"/>
                      <a:pt x="21" y="103"/>
                    </a:cubicBezTo>
                    <a:cubicBezTo>
                      <a:pt x="22" y="104"/>
                      <a:pt x="24" y="106"/>
                      <a:pt x="25" y="107"/>
                    </a:cubicBezTo>
                    <a:cubicBezTo>
                      <a:pt x="32" y="103"/>
                      <a:pt x="35" y="103"/>
                      <a:pt x="38" y="102"/>
                    </a:cubicBezTo>
                    <a:cubicBezTo>
                      <a:pt x="40" y="96"/>
                      <a:pt x="40" y="96"/>
                      <a:pt x="40" y="96"/>
                    </a:cubicBezTo>
                    <a:cubicBezTo>
                      <a:pt x="42" y="96"/>
                      <a:pt x="44" y="96"/>
                      <a:pt x="47" y="96"/>
                    </a:cubicBezTo>
                    <a:cubicBezTo>
                      <a:pt x="56" y="98"/>
                      <a:pt x="56" y="98"/>
                      <a:pt x="56" y="98"/>
                    </a:cubicBezTo>
                    <a:cubicBezTo>
                      <a:pt x="60" y="98"/>
                      <a:pt x="63" y="98"/>
                      <a:pt x="67" y="97"/>
                    </a:cubicBezTo>
                    <a:cubicBezTo>
                      <a:pt x="73" y="95"/>
                      <a:pt x="73" y="95"/>
                      <a:pt x="73" y="95"/>
                    </a:cubicBezTo>
                    <a:cubicBezTo>
                      <a:pt x="76" y="90"/>
                      <a:pt x="76" y="90"/>
                      <a:pt x="76" y="90"/>
                    </a:cubicBezTo>
                    <a:cubicBezTo>
                      <a:pt x="69" y="88"/>
                      <a:pt x="69" y="88"/>
                      <a:pt x="69" y="88"/>
                    </a:cubicBezTo>
                    <a:cubicBezTo>
                      <a:pt x="72" y="84"/>
                      <a:pt x="76" y="81"/>
                      <a:pt x="78" y="77"/>
                    </a:cubicBezTo>
                    <a:cubicBezTo>
                      <a:pt x="78" y="76"/>
                      <a:pt x="78" y="74"/>
                      <a:pt x="72" y="70"/>
                    </a:cubicBezTo>
                    <a:cubicBezTo>
                      <a:pt x="64" y="73"/>
                      <a:pt x="64" y="73"/>
                      <a:pt x="64" y="73"/>
                    </a:cubicBezTo>
                    <a:cubicBezTo>
                      <a:pt x="60" y="70"/>
                      <a:pt x="60" y="70"/>
                      <a:pt x="60" y="70"/>
                    </a:cubicBezTo>
                    <a:cubicBezTo>
                      <a:pt x="58" y="59"/>
                      <a:pt x="58" y="59"/>
                      <a:pt x="58" y="59"/>
                    </a:cubicBezTo>
                    <a:cubicBezTo>
                      <a:pt x="48" y="48"/>
                      <a:pt x="48" y="48"/>
                      <a:pt x="48" y="48"/>
                    </a:cubicBezTo>
                    <a:cubicBezTo>
                      <a:pt x="42" y="47"/>
                      <a:pt x="42" y="47"/>
                      <a:pt x="42" y="47"/>
                    </a:cubicBezTo>
                    <a:cubicBezTo>
                      <a:pt x="40" y="39"/>
                      <a:pt x="40" y="39"/>
                      <a:pt x="40" y="39"/>
                    </a:cubicBezTo>
                    <a:cubicBezTo>
                      <a:pt x="36" y="33"/>
                      <a:pt x="36" y="33"/>
                      <a:pt x="36" y="33"/>
                    </a:cubicBezTo>
                    <a:cubicBezTo>
                      <a:pt x="34" y="34"/>
                      <a:pt x="32" y="34"/>
                      <a:pt x="30" y="34"/>
                    </a:cubicBezTo>
                    <a:cubicBezTo>
                      <a:pt x="28" y="38"/>
                      <a:pt x="28" y="38"/>
                      <a:pt x="28" y="38"/>
                    </a:cubicBezTo>
                    <a:cubicBezTo>
                      <a:pt x="26" y="38"/>
                      <a:pt x="25" y="38"/>
                      <a:pt x="24" y="38"/>
                    </a:cubicBezTo>
                    <a:cubicBezTo>
                      <a:pt x="23" y="37"/>
                      <a:pt x="23" y="35"/>
                      <a:pt x="23" y="34"/>
                    </a:cubicBezTo>
                    <a:cubicBezTo>
                      <a:pt x="26" y="28"/>
                      <a:pt x="26" y="28"/>
                      <a:pt x="26" y="28"/>
                    </a:cubicBezTo>
                    <a:cubicBezTo>
                      <a:pt x="31" y="20"/>
                      <a:pt x="31" y="20"/>
                      <a:pt x="31" y="20"/>
                    </a:cubicBezTo>
                    <a:cubicBezTo>
                      <a:pt x="31" y="12"/>
                      <a:pt x="31" y="12"/>
                      <a:pt x="31" y="12"/>
                    </a:cubicBezTo>
                    <a:cubicBezTo>
                      <a:pt x="22" y="13"/>
                      <a:pt x="22" y="13"/>
                      <a:pt x="22" y="13"/>
                    </a:cubicBezTo>
                    <a:cubicBezTo>
                      <a:pt x="16" y="16"/>
                      <a:pt x="16" y="16"/>
                      <a:pt x="16" y="16"/>
                    </a:cubicBezTo>
                    <a:cubicBezTo>
                      <a:pt x="13" y="13"/>
                      <a:pt x="13" y="13"/>
                      <a:pt x="13" y="13"/>
                    </a:cubicBezTo>
                    <a:cubicBezTo>
                      <a:pt x="17" y="8"/>
                      <a:pt x="17" y="8"/>
                      <a:pt x="17" y="8"/>
                    </a:cubicBezTo>
                    <a:cubicBezTo>
                      <a:pt x="20" y="3"/>
                      <a:pt x="20" y="3"/>
                      <a:pt x="20" y="3"/>
                    </a:cubicBezTo>
                    <a:cubicBezTo>
                      <a:pt x="12" y="1"/>
                      <a:pt x="12" y="1"/>
                      <a:pt x="12" y="1"/>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165"/>
              <p:cNvSpPr>
                <a:spLocks/>
              </p:cNvSpPr>
              <p:nvPr/>
            </p:nvSpPr>
            <p:spPr bwMode="auto">
              <a:xfrm>
                <a:off x="6596063" y="1001713"/>
                <a:ext cx="112713" cy="52388"/>
              </a:xfrm>
              <a:custGeom>
                <a:avLst/>
                <a:gdLst>
                  <a:gd name="T0" fmla="*/ 9 w 30"/>
                  <a:gd name="T1" fmla="*/ 0 h 14"/>
                  <a:gd name="T2" fmla="*/ 9 w 30"/>
                  <a:gd name="T3" fmla="*/ 3 h 14"/>
                  <a:gd name="T4" fmla="*/ 5 w 30"/>
                  <a:gd name="T5" fmla="*/ 2 h 14"/>
                  <a:gd name="T6" fmla="*/ 0 w 30"/>
                  <a:gd name="T7" fmla="*/ 1 h 14"/>
                  <a:gd name="T8" fmla="*/ 0 w 30"/>
                  <a:gd name="T9" fmla="*/ 5 h 14"/>
                  <a:gd name="T10" fmla="*/ 4 w 30"/>
                  <a:gd name="T11" fmla="*/ 9 h 14"/>
                  <a:gd name="T12" fmla="*/ 9 w 30"/>
                  <a:gd name="T13" fmla="*/ 9 h 14"/>
                  <a:gd name="T14" fmla="*/ 9 w 30"/>
                  <a:gd name="T15" fmla="*/ 7 h 14"/>
                  <a:gd name="T16" fmla="*/ 12 w 30"/>
                  <a:gd name="T17" fmla="*/ 7 h 14"/>
                  <a:gd name="T18" fmla="*/ 15 w 30"/>
                  <a:gd name="T19" fmla="*/ 7 h 14"/>
                  <a:gd name="T20" fmla="*/ 15 w 30"/>
                  <a:gd name="T21" fmla="*/ 8 h 14"/>
                  <a:gd name="T22" fmla="*/ 12 w 30"/>
                  <a:gd name="T23" fmla="*/ 9 h 14"/>
                  <a:gd name="T24" fmla="*/ 15 w 30"/>
                  <a:gd name="T25" fmla="*/ 12 h 14"/>
                  <a:gd name="T26" fmla="*/ 19 w 30"/>
                  <a:gd name="T27" fmla="*/ 12 h 14"/>
                  <a:gd name="T28" fmla="*/ 20 w 30"/>
                  <a:gd name="T29" fmla="*/ 10 h 14"/>
                  <a:gd name="T30" fmla="*/ 25 w 30"/>
                  <a:gd name="T31" fmla="*/ 13 h 14"/>
                  <a:gd name="T32" fmla="*/ 30 w 30"/>
                  <a:gd name="T33" fmla="*/ 14 h 14"/>
                  <a:gd name="T34" fmla="*/ 26 w 30"/>
                  <a:gd name="T35" fmla="*/ 10 h 14"/>
                  <a:gd name="T36" fmla="*/ 30 w 30"/>
                  <a:gd name="T37" fmla="*/ 11 h 14"/>
                  <a:gd name="T38" fmla="*/ 28 w 30"/>
                  <a:gd name="T39" fmla="*/ 7 h 14"/>
                  <a:gd name="T40" fmla="*/ 25 w 30"/>
                  <a:gd name="T41" fmla="*/ 2 h 14"/>
                  <a:gd name="T42" fmla="*/ 15 w 30"/>
                  <a:gd name="T43" fmla="*/ 1 h 14"/>
                  <a:gd name="T44" fmla="*/ 13 w 30"/>
                  <a:gd name="T45" fmla="*/ 2 h 14"/>
                  <a:gd name="T46" fmla="*/ 9 w 30"/>
                  <a:gd name="T4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0" h="14">
                    <a:moveTo>
                      <a:pt x="9" y="0"/>
                    </a:moveTo>
                    <a:cubicBezTo>
                      <a:pt x="9" y="3"/>
                      <a:pt x="9" y="3"/>
                      <a:pt x="9" y="3"/>
                    </a:cubicBezTo>
                    <a:cubicBezTo>
                      <a:pt x="5" y="2"/>
                      <a:pt x="5" y="2"/>
                      <a:pt x="5" y="2"/>
                    </a:cubicBezTo>
                    <a:cubicBezTo>
                      <a:pt x="0" y="1"/>
                      <a:pt x="0" y="1"/>
                      <a:pt x="0" y="1"/>
                    </a:cubicBezTo>
                    <a:cubicBezTo>
                      <a:pt x="0" y="5"/>
                      <a:pt x="0" y="5"/>
                      <a:pt x="0" y="5"/>
                    </a:cubicBezTo>
                    <a:cubicBezTo>
                      <a:pt x="4" y="9"/>
                      <a:pt x="4" y="9"/>
                      <a:pt x="4" y="9"/>
                    </a:cubicBezTo>
                    <a:cubicBezTo>
                      <a:pt x="9" y="9"/>
                      <a:pt x="9" y="9"/>
                      <a:pt x="9" y="9"/>
                    </a:cubicBezTo>
                    <a:cubicBezTo>
                      <a:pt x="9" y="7"/>
                      <a:pt x="9" y="7"/>
                      <a:pt x="9" y="7"/>
                    </a:cubicBezTo>
                    <a:cubicBezTo>
                      <a:pt x="12" y="7"/>
                      <a:pt x="12" y="7"/>
                      <a:pt x="12" y="7"/>
                    </a:cubicBezTo>
                    <a:cubicBezTo>
                      <a:pt x="15" y="7"/>
                      <a:pt x="15" y="7"/>
                      <a:pt x="15" y="7"/>
                    </a:cubicBezTo>
                    <a:cubicBezTo>
                      <a:pt x="15" y="8"/>
                      <a:pt x="15" y="8"/>
                      <a:pt x="15" y="8"/>
                    </a:cubicBezTo>
                    <a:cubicBezTo>
                      <a:pt x="14" y="9"/>
                      <a:pt x="13" y="9"/>
                      <a:pt x="12" y="9"/>
                    </a:cubicBezTo>
                    <a:cubicBezTo>
                      <a:pt x="15" y="12"/>
                      <a:pt x="15" y="12"/>
                      <a:pt x="15" y="12"/>
                    </a:cubicBezTo>
                    <a:cubicBezTo>
                      <a:pt x="19" y="12"/>
                      <a:pt x="19" y="12"/>
                      <a:pt x="19" y="12"/>
                    </a:cubicBezTo>
                    <a:cubicBezTo>
                      <a:pt x="20" y="10"/>
                      <a:pt x="20" y="10"/>
                      <a:pt x="20" y="10"/>
                    </a:cubicBezTo>
                    <a:cubicBezTo>
                      <a:pt x="25" y="13"/>
                      <a:pt x="25" y="13"/>
                      <a:pt x="25" y="13"/>
                    </a:cubicBezTo>
                    <a:cubicBezTo>
                      <a:pt x="30" y="14"/>
                      <a:pt x="30" y="14"/>
                      <a:pt x="30" y="14"/>
                    </a:cubicBezTo>
                    <a:cubicBezTo>
                      <a:pt x="26" y="10"/>
                      <a:pt x="26" y="10"/>
                      <a:pt x="26" y="10"/>
                    </a:cubicBezTo>
                    <a:cubicBezTo>
                      <a:pt x="30" y="11"/>
                      <a:pt x="30" y="11"/>
                      <a:pt x="30" y="11"/>
                    </a:cubicBezTo>
                    <a:cubicBezTo>
                      <a:pt x="28" y="7"/>
                      <a:pt x="28" y="7"/>
                      <a:pt x="28" y="7"/>
                    </a:cubicBezTo>
                    <a:cubicBezTo>
                      <a:pt x="25" y="2"/>
                      <a:pt x="25" y="2"/>
                      <a:pt x="25" y="2"/>
                    </a:cubicBezTo>
                    <a:cubicBezTo>
                      <a:pt x="15" y="1"/>
                      <a:pt x="15" y="1"/>
                      <a:pt x="15" y="1"/>
                    </a:cubicBezTo>
                    <a:cubicBezTo>
                      <a:pt x="13" y="2"/>
                      <a:pt x="13" y="2"/>
                      <a:pt x="13" y="2"/>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166"/>
              <p:cNvSpPr>
                <a:spLocks/>
              </p:cNvSpPr>
              <p:nvPr/>
            </p:nvSpPr>
            <p:spPr bwMode="auto">
              <a:xfrm>
                <a:off x="7132638" y="2128838"/>
                <a:ext cx="30163" cy="34925"/>
              </a:xfrm>
              <a:custGeom>
                <a:avLst/>
                <a:gdLst>
                  <a:gd name="T0" fmla="*/ 4 w 8"/>
                  <a:gd name="T1" fmla="*/ 0 h 9"/>
                  <a:gd name="T2" fmla="*/ 0 w 8"/>
                  <a:gd name="T3" fmla="*/ 1 h 9"/>
                  <a:gd name="T4" fmla="*/ 1 w 8"/>
                  <a:gd name="T5" fmla="*/ 6 h 9"/>
                  <a:gd name="T6" fmla="*/ 7 w 8"/>
                  <a:gd name="T7" fmla="*/ 9 h 9"/>
                  <a:gd name="T8" fmla="*/ 7 w 8"/>
                  <a:gd name="T9" fmla="*/ 2 h 9"/>
                  <a:gd name="T10" fmla="*/ 4 w 8"/>
                  <a:gd name="T11" fmla="*/ 0 h 9"/>
                </a:gdLst>
                <a:ahLst/>
                <a:cxnLst>
                  <a:cxn ang="0">
                    <a:pos x="T0" y="T1"/>
                  </a:cxn>
                  <a:cxn ang="0">
                    <a:pos x="T2" y="T3"/>
                  </a:cxn>
                  <a:cxn ang="0">
                    <a:pos x="T4" y="T5"/>
                  </a:cxn>
                  <a:cxn ang="0">
                    <a:pos x="T6" y="T7"/>
                  </a:cxn>
                  <a:cxn ang="0">
                    <a:pos x="T8" y="T9"/>
                  </a:cxn>
                  <a:cxn ang="0">
                    <a:pos x="T10" y="T11"/>
                  </a:cxn>
                </a:cxnLst>
                <a:rect l="0" t="0" r="r" b="b"/>
                <a:pathLst>
                  <a:path w="8" h="9">
                    <a:moveTo>
                      <a:pt x="4" y="0"/>
                    </a:moveTo>
                    <a:cubicBezTo>
                      <a:pt x="3" y="0"/>
                      <a:pt x="0" y="1"/>
                      <a:pt x="0" y="1"/>
                    </a:cubicBezTo>
                    <a:cubicBezTo>
                      <a:pt x="0" y="1"/>
                      <a:pt x="0" y="4"/>
                      <a:pt x="1" y="6"/>
                    </a:cubicBezTo>
                    <a:cubicBezTo>
                      <a:pt x="2" y="7"/>
                      <a:pt x="7" y="9"/>
                      <a:pt x="7" y="9"/>
                    </a:cubicBezTo>
                    <a:cubicBezTo>
                      <a:pt x="8" y="8"/>
                      <a:pt x="7" y="2"/>
                      <a:pt x="7" y="2"/>
                    </a:cubicBezTo>
                    <a:cubicBezTo>
                      <a:pt x="6" y="0"/>
                      <a:pt x="5"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167"/>
              <p:cNvSpPr>
                <a:spLocks/>
              </p:cNvSpPr>
              <p:nvPr/>
            </p:nvSpPr>
            <p:spPr bwMode="auto">
              <a:xfrm>
                <a:off x="7156451" y="2122488"/>
                <a:ext cx="41275" cy="33338"/>
              </a:xfrm>
              <a:custGeom>
                <a:avLst/>
                <a:gdLst>
                  <a:gd name="T0" fmla="*/ 6 w 11"/>
                  <a:gd name="T1" fmla="*/ 0 h 9"/>
                  <a:gd name="T2" fmla="*/ 1 w 11"/>
                  <a:gd name="T3" fmla="*/ 1 h 9"/>
                  <a:gd name="T4" fmla="*/ 6 w 11"/>
                  <a:gd name="T5" fmla="*/ 8 h 9"/>
                  <a:gd name="T6" fmla="*/ 10 w 11"/>
                  <a:gd name="T7" fmla="*/ 9 h 9"/>
                  <a:gd name="T8" fmla="*/ 11 w 11"/>
                  <a:gd name="T9" fmla="*/ 9 h 9"/>
                  <a:gd name="T10" fmla="*/ 9 w 11"/>
                  <a:gd name="T11" fmla="*/ 3 h 9"/>
                  <a:gd name="T12" fmla="*/ 6 w 11"/>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1" h="9">
                    <a:moveTo>
                      <a:pt x="6" y="0"/>
                    </a:moveTo>
                    <a:cubicBezTo>
                      <a:pt x="3" y="0"/>
                      <a:pt x="1" y="0"/>
                      <a:pt x="1" y="1"/>
                    </a:cubicBezTo>
                    <a:cubicBezTo>
                      <a:pt x="0" y="2"/>
                      <a:pt x="4" y="6"/>
                      <a:pt x="6" y="8"/>
                    </a:cubicBezTo>
                    <a:cubicBezTo>
                      <a:pt x="7" y="9"/>
                      <a:pt x="7" y="9"/>
                      <a:pt x="10" y="9"/>
                    </a:cubicBezTo>
                    <a:cubicBezTo>
                      <a:pt x="10" y="9"/>
                      <a:pt x="11" y="9"/>
                      <a:pt x="11" y="9"/>
                    </a:cubicBezTo>
                    <a:cubicBezTo>
                      <a:pt x="9" y="3"/>
                      <a:pt x="9" y="3"/>
                      <a:pt x="9" y="3"/>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168"/>
              <p:cNvSpPr>
                <a:spLocks/>
              </p:cNvSpPr>
              <p:nvPr/>
            </p:nvSpPr>
            <p:spPr bwMode="auto">
              <a:xfrm>
                <a:off x="7181851" y="2106613"/>
                <a:ext cx="26988" cy="22225"/>
              </a:xfrm>
              <a:custGeom>
                <a:avLst/>
                <a:gdLst>
                  <a:gd name="T0" fmla="*/ 0 w 7"/>
                  <a:gd name="T1" fmla="*/ 0 h 6"/>
                  <a:gd name="T2" fmla="*/ 0 w 7"/>
                  <a:gd name="T3" fmla="*/ 3 h 6"/>
                  <a:gd name="T4" fmla="*/ 5 w 7"/>
                  <a:gd name="T5" fmla="*/ 6 h 6"/>
                  <a:gd name="T6" fmla="*/ 6 w 7"/>
                  <a:gd name="T7" fmla="*/ 6 h 6"/>
                  <a:gd name="T8" fmla="*/ 7 w 7"/>
                  <a:gd name="T9" fmla="*/ 6 h 6"/>
                  <a:gd name="T10" fmla="*/ 4 w 7"/>
                  <a:gd name="T11" fmla="*/ 0 h 6"/>
                  <a:gd name="T12" fmla="*/ 0 w 7"/>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7" h="6">
                    <a:moveTo>
                      <a:pt x="0" y="0"/>
                    </a:moveTo>
                    <a:cubicBezTo>
                      <a:pt x="0" y="3"/>
                      <a:pt x="0" y="3"/>
                      <a:pt x="0" y="3"/>
                    </a:cubicBezTo>
                    <a:cubicBezTo>
                      <a:pt x="2" y="4"/>
                      <a:pt x="3" y="6"/>
                      <a:pt x="5" y="6"/>
                    </a:cubicBezTo>
                    <a:cubicBezTo>
                      <a:pt x="5" y="6"/>
                      <a:pt x="5" y="6"/>
                      <a:pt x="6" y="6"/>
                    </a:cubicBezTo>
                    <a:cubicBezTo>
                      <a:pt x="6" y="6"/>
                      <a:pt x="7" y="6"/>
                      <a:pt x="7" y="6"/>
                    </a:cubicBezTo>
                    <a:cubicBezTo>
                      <a:pt x="7" y="6"/>
                      <a:pt x="6" y="4"/>
                      <a:pt x="4"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169"/>
              <p:cNvSpPr>
                <a:spLocks/>
              </p:cNvSpPr>
              <p:nvPr/>
            </p:nvSpPr>
            <p:spPr bwMode="auto">
              <a:xfrm>
                <a:off x="6907213" y="855663"/>
                <a:ext cx="106363" cy="41275"/>
              </a:xfrm>
              <a:custGeom>
                <a:avLst/>
                <a:gdLst>
                  <a:gd name="T0" fmla="*/ 1 w 28"/>
                  <a:gd name="T1" fmla="*/ 0 h 11"/>
                  <a:gd name="T2" fmla="*/ 0 w 28"/>
                  <a:gd name="T3" fmla="*/ 0 h 11"/>
                  <a:gd name="T4" fmla="*/ 8 w 28"/>
                  <a:gd name="T5" fmla="*/ 4 h 11"/>
                  <a:gd name="T6" fmla="*/ 11 w 28"/>
                  <a:gd name="T7" fmla="*/ 5 h 11"/>
                  <a:gd name="T8" fmla="*/ 18 w 28"/>
                  <a:gd name="T9" fmla="*/ 8 h 11"/>
                  <a:gd name="T10" fmla="*/ 28 w 28"/>
                  <a:gd name="T11" fmla="*/ 11 h 11"/>
                  <a:gd name="T12" fmla="*/ 28 w 28"/>
                  <a:gd name="T13" fmla="*/ 11 h 11"/>
                  <a:gd name="T14" fmla="*/ 13 w 28"/>
                  <a:gd name="T15" fmla="*/ 4 h 11"/>
                  <a:gd name="T16" fmla="*/ 1 w 28"/>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1">
                    <a:moveTo>
                      <a:pt x="1" y="0"/>
                    </a:moveTo>
                    <a:cubicBezTo>
                      <a:pt x="1" y="0"/>
                      <a:pt x="0" y="0"/>
                      <a:pt x="0" y="0"/>
                    </a:cubicBezTo>
                    <a:cubicBezTo>
                      <a:pt x="7" y="3"/>
                      <a:pt x="7" y="3"/>
                      <a:pt x="8" y="4"/>
                    </a:cubicBezTo>
                    <a:cubicBezTo>
                      <a:pt x="11" y="5"/>
                      <a:pt x="11" y="5"/>
                      <a:pt x="11" y="5"/>
                    </a:cubicBezTo>
                    <a:cubicBezTo>
                      <a:pt x="18" y="8"/>
                      <a:pt x="18" y="8"/>
                      <a:pt x="18" y="8"/>
                    </a:cubicBezTo>
                    <a:cubicBezTo>
                      <a:pt x="26" y="11"/>
                      <a:pt x="28" y="11"/>
                      <a:pt x="28" y="11"/>
                    </a:cubicBezTo>
                    <a:cubicBezTo>
                      <a:pt x="28" y="11"/>
                      <a:pt x="28" y="11"/>
                      <a:pt x="28" y="11"/>
                    </a:cubicBezTo>
                    <a:cubicBezTo>
                      <a:pt x="24" y="8"/>
                      <a:pt x="22" y="7"/>
                      <a:pt x="13" y="4"/>
                    </a:cubicBezTo>
                    <a:cubicBezTo>
                      <a:pt x="13" y="4"/>
                      <a:pt x="2"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170"/>
              <p:cNvSpPr>
                <a:spLocks/>
              </p:cNvSpPr>
              <p:nvPr/>
            </p:nvSpPr>
            <p:spPr bwMode="auto">
              <a:xfrm>
                <a:off x="7005638" y="889001"/>
                <a:ext cx="101600" cy="41275"/>
              </a:xfrm>
              <a:custGeom>
                <a:avLst/>
                <a:gdLst>
                  <a:gd name="T0" fmla="*/ 1 w 27"/>
                  <a:gd name="T1" fmla="*/ 0 h 11"/>
                  <a:gd name="T2" fmla="*/ 4 w 27"/>
                  <a:gd name="T3" fmla="*/ 1 h 11"/>
                  <a:gd name="T4" fmla="*/ 0 w 27"/>
                  <a:gd name="T5" fmla="*/ 0 h 11"/>
                  <a:gd name="T6" fmla="*/ 14 w 27"/>
                  <a:gd name="T7" fmla="*/ 7 h 11"/>
                  <a:gd name="T8" fmla="*/ 24 w 27"/>
                  <a:gd name="T9" fmla="*/ 10 h 11"/>
                  <a:gd name="T10" fmla="*/ 23 w 27"/>
                  <a:gd name="T11" fmla="*/ 9 h 11"/>
                  <a:gd name="T12" fmla="*/ 27 w 27"/>
                  <a:gd name="T13" fmla="*/ 11 h 11"/>
                  <a:gd name="T14" fmla="*/ 24 w 27"/>
                  <a:gd name="T15" fmla="*/ 9 h 11"/>
                  <a:gd name="T16" fmla="*/ 19 w 27"/>
                  <a:gd name="T17" fmla="*/ 7 h 11"/>
                  <a:gd name="T18" fmla="*/ 10 w 27"/>
                  <a:gd name="T19" fmla="*/ 3 h 11"/>
                  <a:gd name="T20" fmla="*/ 4 w 27"/>
                  <a:gd name="T21" fmla="*/ 1 h 11"/>
                  <a:gd name="T22" fmla="*/ 1 w 27"/>
                  <a:gd name="T2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 h="11">
                    <a:moveTo>
                      <a:pt x="1" y="0"/>
                    </a:moveTo>
                    <a:cubicBezTo>
                      <a:pt x="2" y="0"/>
                      <a:pt x="3" y="1"/>
                      <a:pt x="4" y="1"/>
                    </a:cubicBezTo>
                    <a:cubicBezTo>
                      <a:pt x="4" y="1"/>
                      <a:pt x="4" y="1"/>
                      <a:pt x="0" y="0"/>
                    </a:cubicBezTo>
                    <a:cubicBezTo>
                      <a:pt x="4" y="2"/>
                      <a:pt x="9" y="5"/>
                      <a:pt x="14" y="7"/>
                    </a:cubicBezTo>
                    <a:cubicBezTo>
                      <a:pt x="14" y="7"/>
                      <a:pt x="22" y="10"/>
                      <a:pt x="24" y="10"/>
                    </a:cubicBezTo>
                    <a:cubicBezTo>
                      <a:pt x="24" y="10"/>
                      <a:pt x="24" y="10"/>
                      <a:pt x="23" y="9"/>
                    </a:cubicBezTo>
                    <a:cubicBezTo>
                      <a:pt x="27" y="11"/>
                      <a:pt x="27" y="11"/>
                      <a:pt x="27" y="11"/>
                    </a:cubicBezTo>
                    <a:cubicBezTo>
                      <a:pt x="26" y="10"/>
                      <a:pt x="25" y="9"/>
                      <a:pt x="24" y="9"/>
                    </a:cubicBezTo>
                    <a:cubicBezTo>
                      <a:pt x="19" y="7"/>
                      <a:pt x="19" y="7"/>
                      <a:pt x="19" y="7"/>
                    </a:cubicBezTo>
                    <a:cubicBezTo>
                      <a:pt x="16" y="6"/>
                      <a:pt x="13" y="4"/>
                      <a:pt x="10" y="3"/>
                    </a:cubicBezTo>
                    <a:cubicBezTo>
                      <a:pt x="9" y="3"/>
                      <a:pt x="7" y="2"/>
                      <a:pt x="4"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171"/>
              <p:cNvSpPr>
                <a:spLocks noEditPoints="1"/>
              </p:cNvSpPr>
              <p:nvPr/>
            </p:nvSpPr>
            <p:spPr bwMode="auto">
              <a:xfrm>
                <a:off x="7043738" y="900113"/>
                <a:ext cx="123825" cy="52388"/>
              </a:xfrm>
              <a:custGeom>
                <a:avLst/>
                <a:gdLst>
                  <a:gd name="T0" fmla="*/ 3 w 33"/>
                  <a:gd name="T1" fmla="*/ 0 h 14"/>
                  <a:gd name="T2" fmla="*/ 3 w 33"/>
                  <a:gd name="T3" fmla="*/ 0 h 14"/>
                  <a:gd name="T4" fmla="*/ 3 w 33"/>
                  <a:gd name="T5" fmla="*/ 0 h 14"/>
                  <a:gd name="T6" fmla="*/ 0 w 33"/>
                  <a:gd name="T7" fmla="*/ 0 h 14"/>
                  <a:gd name="T8" fmla="*/ 33 w 33"/>
                  <a:gd name="T9" fmla="*/ 14 h 14"/>
                  <a:gd name="T10" fmla="*/ 21 w 33"/>
                  <a:gd name="T11" fmla="*/ 8 h 14"/>
                  <a:gd name="T12" fmla="*/ 12 w 33"/>
                  <a:gd name="T13" fmla="*/ 4 h 14"/>
                  <a:gd name="T14" fmla="*/ 3 w 33"/>
                  <a:gd name="T15" fmla="*/ 0 h 14"/>
                  <a:gd name="T16" fmla="*/ 6 w 33"/>
                  <a:gd name="T17" fmla="*/ 2 h 14"/>
                  <a:gd name="T18" fmla="*/ 0 w 33"/>
                  <a:gd name="T1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14">
                    <a:moveTo>
                      <a:pt x="3" y="0"/>
                    </a:moveTo>
                    <a:cubicBezTo>
                      <a:pt x="3" y="0"/>
                      <a:pt x="3" y="0"/>
                      <a:pt x="3" y="0"/>
                    </a:cubicBezTo>
                    <a:cubicBezTo>
                      <a:pt x="3" y="0"/>
                      <a:pt x="3" y="0"/>
                      <a:pt x="3" y="0"/>
                    </a:cubicBezTo>
                    <a:moveTo>
                      <a:pt x="0" y="0"/>
                    </a:moveTo>
                    <a:cubicBezTo>
                      <a:pt x="0" y="0"/>
                      <a:pt x="32" y="14"/>
                      <a:pt x="33" y="14"/>
                    </a:cubicBezTo>
                    <a:cubicBezTo>
                      <a:pt x="33" y="14"/>
                      <a:pt x="22" y="8"/>
                      <a:pt x="21" y="8"/>
                    </a:cubicBezTo>
                    <a:cubicBezTo>
                      <a:pt x="21" y="8"/>
                      <a:pt x="18" y="7"/>
                      <a:pt x="12" y="4"/>
                    </a:cubicBezTo>
                    <a:cubicBezTo>
                      <a:pt x="11" y="3"/>
                      <a:pt x="3" y="1"/>
                      <a:pt x="3" y="0"/>
                    </a:cubicBezTo>
                    <a:cubicBezTo>
                      <a:pt x="6" y="2"/>
                      <a:pt x="6" y="2"/>
                      <a:pt x="6" y="2"/>
                    </a:cubicBezTo>
                    <a:cubicBezTo>
                      <a:pt x="4" y="1"/>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172"/>
              <p:cNvSpPr>
                <a:spLocks/>
              </p:cNvSpPr>
              <p:nvPr/>
            </p:nvSpPr>
            <p:spPr bwMode="auto">
              <a:xfrm>
                <a:off x="8839201" y="3771901"/>
                <a:ext cx="11113" cy="142875"/>
              </a:xfrm>
              <a:custGeom>
                <a:avLst/>
                <a:gdLst>
                  <a:gd name="T0" fmla="*/ 2 w 3"/>
                  <a:gd name="T1" fmla="*/ 0 h 38"/>
                  <a:gd name="T2" fmla="*/ 0 w 3"/>
                  <a:gd name="T3" fmla="*/ 28 h 38"/>
                  <a:gd name="T4" fmla="*/ 0 w 3"/>
                  <a:gd name="T5" fmla="*/ 38 h 38"/>
                  <a:gd name="T6" fmla="*/ 2 w 3"/>
                  <a:gd name="T7" fmla="*/ 21 h 38"/>
                  <a:gd name="T8" fmla="*/ 2 w 3"/>
                  <a:gd name="T9" fmla="*/ 0 h 38"/>
                </a:gdLst>
                <a:ahLst/>
                <a:cxnLst>
                  <a:cxn ang="0">
                    <a:pos x="T0" y="T1"/>
                  </a:cxn>
                  <a:cxn ang="0">
                    <a:pos x="T2" y="T3"/>
                  </a:cxn>
                  <a:cxn ang="0">
                    <a:pos x="T4" y="T5"/>
                  </a:cxn>
                  <a:cxn ang="0">
                    <a:pos x="T6" y="T7"/>
                  </a:cxn>
                  <a:cxn ang="0">
                    <a:pos x="T8" y="T9"/>
                  </a:cxn>
                </a:cxnLst>
                <a:rect l="0" t="0" r="r" b="b"/>
                <a:pathLst>
                  <a:path w="3" h="38">
                    <a:moveTo>
                      <a:pt x="2" y="0"/>
                    </a:moveTo>
                    <a:cubicBezTo>
                      <a:pt x="2" y="10"/>
                      <a:pt x="1" y="19"/>
                      <a:pt x="0" y="28"/>
                    </a:cubicBezTo>
                    <a:cubicBezTo>
                      <a:pt x="0" y="37"/>
                      <a:pt x="0" y="37"/>
                      <a:pt x="0" y="38"/>
                    </a:cubicBezTo>
                    <a:cubicBezTo>
                      <a:pt x="1" y="36"/>
                      <a:pt x="2" y="25"/>
                      <a:pt x="2" y="21"/>
                    </a:cubicBezTo>
                    <a:cubicBezTo>
                      <a:pt x="2" y="21"/>
                      <a:pt x="3" y="3"/>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173"/>
              <p:cNvSpPr>
                <a:spLocks/>
              </p:cNvSpPr>
              <p:nvPr/>
            </p:nvSpPr>
            <p:spPr bwMode="auto">
              <a:xfrm>
                <a:off x="7256463" y="2779713"/>
                <a:ext cx="53975" cy="85725"/>
              </a:xfrm>
              <a:custGeom>
                <a:avLst/>
                <a:gdLst>
                  <a:gd name="T0" fmla="*/ 6 w 14"/>
                  <a:gd name="T1" fmla="*/ 0 h 23"/>
                  <a:gd name="T2" fmla="*/ 6 w 14"/>
                  <a:gd name="T3" fmla="*/ 0 h 23"/>
                  <a:gd name="T4" fmla="*/ 0 w 14"/>
                  <a:gd name="T5" fmla="*/ 3 h 23"/>
                  <a:gd name="T6" fmla="*/ 0 w 14"/>
                  <a:gd name="T7" fmla="*/ 9 h 23"/>
                  <a:gd name="T8" fmla="*/ 4 w 14"/>
                  <a:gd name="T9" fmla="*/ 11 h 23"/>
                  <a:gd name="T10" fmla="*/ 5 w 14"/>
                  <a:gd name="T11" fmla="*/ 23 h 23"/>
                  <a:gd name="T12" fmla="*/ 10 w 14"/>
                  <a:gd name="T13" fmla="*/ 23 h 23"/>
                  <a:gd name="T14" fmla="*/ 14 w 14"/>
                  <a:gd name="T15" fmla="*/ 18 h 23"/>
                  <a:gd name="T16" fmla="*/ 12 w 14"/>
                  <a:gd name="T17" fmla="*/ 2 h 23"/>
                  <a:gd name="T18" fmla="*/ 6 w 14"/>
                  <a:gd name="T1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23">
                    <a:moveTo>
                      <a:pt x="6" y="0"/>
                    </a:moveTo>
                    <a:cubicBezTo>
                      <a:pt x="6" y="0"/>
                      <a:pt x="6" y="0"/>
                      <a:pt x="6" y="0"/>
                    </a:cubicBezTo>
                    <a:cubicBezTo>
                      <a:pt x="0" y="3"/>
                      <a:pt x="0" y="3"/>
                      <a:pt x="0" y="3"/>
                    </a:cubicBezTo>
                    <a:cubicBezTo>
                      <a:pt x="0" y="9"/>
                      <a:pt x="0" y="9"/>
                      <a:pt x="0" y="9"/>
                    </a:cubicBezTo>
                    <a:cubicBezTo>
                      <a:pt x="4" y="11"/>
                      <a:pt x="4" y="11"/>
                      <a:pt x="4" y="11"/>
                    </a:cubicBezTo>
                    <a:cubicBezTo>
                      <a:pt x="5" y="23"/>
                      <a:pt x="5" y="23"/>
                      <a:pt x="5" y="23"/>
                    </a:cubicBezTo>
                    <a:cubicBezTo>
                      <a:pt x="10" y="23"/>
                      <a:pt x="10" y="23"/>
                      <a:pt x="10" y="23"/>
                    </a:cubicBezTo>
                    <a:cubicBezTo>
                      <a:pt x="14" y="18"/>
                      <a:pt x="14" y="18"/>
                      <a:pt x="14" y="18"/>
                    </a:cubicBezTo>
                    <a:cubicBezTo>
                      <a:pt x="13" y="13"/>
                      <a:pt x="12" y="7"/>
                      <a:pt x="12" y="2"/>
                    </a:cubicBezTo>
                    <a:cubicBezTo>
                      <a:pt x="9" y="0"/>
                      <a:pt x="7"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174"/>
              <p:cNvSpPr>
                <a:spLocks/>
              </p:cNvSpPr>
              <p:nvPr/>
            </p:nvSpPr>
            <p:spPr bwMode="auto">
              <a:xfrm>
                <a:off x="7253288" y="2697163"/>
                <a:ext cx="33338" cy="66675"/>
              </a:xfrm>
              <a:custGeom>
                <a:avLst/>
                <a:gdLst>
                  <a:gd name="T0" fmla="*/ 7 w 21"/>
                  <a:gd name="T1" fmla="*/ 0 h 42"/>
                  <a:gd name="T2" fmla="*/ 0 w 21"/>
                  <a:gd name="T3" fmla="*/ 14 h 42"/>
                  <a:gd name="T4" fmla="*/ 2 w 21"/>
                  <a:gd name="T5" fmla="*/ 38 h 42"/>
                  <a:gd name="T6" fmla="*/ 17 w 21"/>
                  <a:gd name="T7" fmla="*/ 42 h 42"/>
                  <a:gd name="T8" fmla="*/ 21 w 21"/>
                  <a:gd name="T9" fmla="*/ 16 h 42"/>
                  <a:gd name="T10" fmla="*/ 14 w 21"/>
                  <a:gd name="T11" fmla="*/ 2 h 42"/>
                  <a:gd name="T12" fmla="*/ 7 w 21"/>
                  <a:gd name="T13" fmla="*/ 0 h 42"/>
                </a:gdLst>
                <a:ahLst/>
                <a:cxnLst>
                  <a:cxn ang="0">
                    <a:pos x="T0" y="T1"/>
                  </a:cxn>
                  <a:cxn ang="0">
                    <a:pos x="T2" y="T3"/>
                  </a:cxn>
                  <a:cxn ang="0">
                    <a:pos x="T4" y="T5"/>
                  </a:cxn>
                  <a:cxn ang="0">
                    <a:pos x="T6" y="T7"/>
                  </a:cxn>
                  <a:cxn ang="0">
                    <a:pos x="T8" y="T9"/>
                  </a:cxn>
                  <a:cxn ang="0">
                    <a:pos x="T10" y="T11"/>
                  </a:cxn>
                  <a:cxn ang="0">
                    <a:pos x="T12" y="T13"/>
                  </a:cxn>
                </a:cxnLst>
                <a:rect l="0" t="0" r="r" b="b"/>
                <a:pathLst>
                  <a:path w="21" h="42">
                    <a:moveTo>
                      <a:pt x="7" y="0"/>
                    </a:moveTo>
                    <a:lnTo>
                      <a:pt x="0" y="14"/>
                    </a:lnTo>
                    <a:lnTo>
                      <a:pt x="2" y="38"/>
                    </a:lnTo>
                    <a:lnTo>
                      <a:pt x="17" y="42"/>
                    </a:lnTo>
                    <a:lnTo>
                      <a:pt x="21" y="16"/>
                    </a:lnTo>
                    <a:lnTo>
                      <a:pt x="14" y="2"/>
                    </a:lnTo>
                    <a:lnTo>
                      <a:pt x="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175"/>
              <p:cNvSpPr>
                <a:spLocks/>
              </p:cNvSpPr>
              <p:nvPr/>
            </p:nvSpPr>
            <p:spPr bwMode="auto">
              <a:xfrm>
                <a:off x="7253288" y="2697163"/>
                <a:ext cx="33338" cy="66675"/>
              </a:xfrm>
              <a:custGeom>
                <a:avLst/>
                <a:gdLst>
                  <a:gd name="T0" fmla="*/ 7 w 21"/>
                  <a:gd name="T1" fmla="*/ 0 h 42"/>
                  <a:gd name="T2" fmla="*/ 0 w 21"/>
                  <a:gd name="T3" fmla="*/ 14 h 42"/>
                  <a:gd name="T4" fmla="*/ 2 w 21"/>
                  <a:gd name="T5" fmla="*/ 38 h 42"/>
                  <a:gd name="T6" fmla="*/ 17 w 21"/>
                  <a:gd name="T7" fmla="*/ 42 h 42"/>
                  <a:gd name="T8" fmla="*/ 21 w 21"/>
                  <a:gd name="T9" fmla="*/ 16 h 42"/>
                  <a:gd name="T10" fmla="*/ 14 w 21"/>
                  <a:gd name="T11" fmla="*/ 2 h 42"/>
                  <a:gd name="T12" fmla="*/ 7 w 21"/>
                  <a:gd name="T13" fmla="*/ 0 h 42"/>
                </a:gdLst>
                <a:ahLst/>
                <a:cxnLst>
                  <a:cxn ang="0">
                    <a:pos x="T0" y="T1"/>
                  </a:cxn>
                  <a:cxn ang="0">
                    <a:pos x="T2" y="T3"/>
                  </a:cxn>
                  <a:cxn ang="0">
                    <a:pos x="T4" y="T5"/>
                  </a:cxn>
                  <a:cxn ang="0">
                    <a:pos x="T6" y="T7"/>
                  </a:cxn>
                  <a:cxn ang="0">
                    <a:pos x="T8" y="T9"/>
                  </a:cxn>
                  <a:cxn ang="0">
                    <a:pos x="T10" y="T11"/>
                  </a:cxn>
                  <a:cxn ang="0">
                    <a:pos x="T12" y="T13"/>
                  </a:cxn>
                </a:cxnLst>
                <a:rect l="0" t="0" r="r" b="b"/>
                <a:pathLst>
                  <a:path w="21" h="42">
                    <a:moveTo>
                      <a:pt x="7" y="0"/>
                    </a:moveTo>
                    <a:lnTo>
                      <a:pt x="0" y="14"/>
                    </a:lnTo>
                    <a:lnTo>
                      <a:pt x="2" y="38"/>
                    </a:lnTo>
                    <a:lnTo>
                      <a:pt x="17" y="42"/>
                    </a:lnTo>
                    <a:lnTo>
                      <a:pt x="21" y="16"/>
                    </a:lnTo>
                    <a:lnTo>
                      <a:pt x="14" y="2"/>
                    </a:lnTo>
                    <a:lnTo>
                      <a:pt x="7"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176"/>
              <p:cNvSpPr>
                <a:spLocks/>
              </p:cNvSpPr>
              <p:nvPr/>
            </p:nvSpPr>
            <p:spPr bwMode="auto">
              <a:xfrm>
                <a:off x="7412038" y="2889251"/>
                <a:ext cx="82550" cy="63500"/>
              </a:xfrm>
              <a:custGeom>
                <a:avLst/>
                <a:gdLst>
                  <a:gd name="T0" fmla="*/ 49 w 52"/>
                  <a:gd name="T1" fmla="*/ 0 h 40"/>
                  <a:gd name="T2" fmla="*/ 2 w 52"/>
                  <a:gd name="T3" fmla="*/ 4 h 40"/>
                  <a:gd name="T4" fmla="*/ 0 w 52"/>
                  <a:gd name="T5" fmla="*/ 16 h 40"/>
                  <a:gd name="T6" fmla="*/ 11 w 52"/>
                  <a:gd name="T7" fmla="*/ 23 h 40"/>
                  <a:gd name="T8" fmla="*/ 21 w 52"/>
                  <a:gd name="T9" fmla="*/ 26 h 40"/>
                  <a:gd name="T10" fmla="*/ 42 w 52"/>
                  <a:gd name="T11" fmla="*/ 40 h 40"/>
                  <a:gd name="T12" fmla="*/ 52 w 52"/>
                  <a:gd name="T13" fmla="*/ 37 h 40"/>
                  <a:gd name="T14" fmla="*/ 49 w 52"/>
                  <a:gd name="T15" fmla="*/ 18 h 40"/>
                  <a:gd name="T16" fmla="*/ 52 w 52"/>
                  <a:gd name="T17" fmla="*/ 9 h 40"/>
                  <a:gd name="T18" fmla="*/ 49 w 52"/>
                  <a:gd name="T1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40">
                    <a:moveTo>
                      <a:pt x="49" y="0"/>
                    </a:moveTo>
                    <a:lnTo>
                      <a:pt x="2" y="4"/>
                    </a:lnTo>
                    <a:lnTo>
                      <a:pt x="0" y="16"/>
                    </a:lnTo>
                    <a:lnTo>
                      <a:pt x="11" y="23"/>
                    </a:lnTo>
                    <a:lnTo>
                      <a:pt x="21" y="26"/>
                    </a:lnTo>
                    <a:lnTo>
                      <a:pt x="42" y="40"/>
                    </a:lnTo>
                    <a:lnTo>
                      <a:pt x="52" y="37"/>
                    </a:lnTo>
                    <a:lnTo>
                      <a:pt x="49" y="18"/>
                    </a:lnTo>
                    <a:lnTo>
                      <a:pt x="52" y="9"/>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177"/>
              <p:cNvSpPr>
                <a:spLocks/>
              </p:cNvSpPr>
              <p:nvPr/>
            </p:nvSpPr>
            <p:spPr bwMode="auto">
              <a:xfrm>
                <a:off x="7412038" y="2889251"/>
                <a:ext cx="82550" cy="63500"/>
              </a:xfrm>
              <a:custGeom>
                <a:avLst/>
                <a:gdLst>
                  <a:gd name="T0" fmla="*/ 49 w 52"/>
                  <a:gd name="T1" fmla="*/ 0 h 40"/>
                  <a:gd name="T2" fmla="*/ 2 w 52"/>
                  <a:gd name="T3" fmla="*/ 4 h 40"/>
                  <a:gd name="T4" fmla="*/ 0 w 52"/>
                  <a:gd name="T5" fmla="*/ 16 h 40"/>
                  <a:gd name="T6" fmla="*/ 11 w 52"/>
                  <a:gd name="T7" fmla="*/ 23 h 40"/>
                  <a:gd name="T8" fmla="*/ 21 w 52"/>
                  <a:gd name="T9" fmla="*/ 26 h 40"/>
                  <a:gd name="T10" fmla="*/ 42 w 52"/>
                  <a:gd name="T11" fmla="*/ 40 h 40"/>
                  <a:gd name="T12" fmla="*/ 52 w 52"/>
                  <a:gd name="T13" fmla="*/ 37 h 40"/>
                  <a:gd name="T14" fmla="*/ 49 w 52"/>
                  <a:gd name="T15" fmla="*/ 18 h 40"/>
                  <a:gd name="T16" fmla="*/ 52 w 52"/>
                  <a:gd name="T17" fmla="*/ 9 h 40"/>
                  <a:gd name="T18" fmla="*/ 49 w 52"/>
                  <a:gd name="T1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40">
                    <a:moveTo>
                      <a:pt x="49" y="0"/>
                    </a:moveTo>
                    <a:lnTo>
                      <a:pt x="2" y="4"/>
                    </a:lnTo>
                    <a:lnTo>
                      <a:pt x="0" y="16"/>
                    </a:lnTo>
                    <a:lnTo>
                      <a:pt x="11" y="23"/>
                    </a:lnTo>
                    <a:lnTo>
                      <a:pt x="21" y="26"/>
                    </a:lnTo>
                    <a:lnTo>
                      <a:pt x="42" y="40"/>
                    </a:lnTo>
                    <a:lnTo>
                      <a:pt x="52" y="37"/>
                    </a:lnTo>
                    <a:lnTo>
                      <a:pt x="49" y="18"/>
                    </a:lnTo>
                    <a:lnTo>
                      <a:pt x="52" y="9"/>
                    </a:lnTo>
                    <a:lnTo>
                      <a:pt x="4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178"/>
              <p:cNvSpPr>
                <a:spLocks/>
              </p:cNvSpPr>
              <p:nvPr/>
            </p:nvSpPr>
            <p:spPr bwMode="auto">
              <a:xfrm>
                <a:off x="7753351" y="2971801"/>
                <a:ext cx="41275" cy="17463"/>
              </a:xfrm>
              <a:custGeom>
                <a:avLst/>
                <a:gdLst>
                  <a:gd name="T0" fmla="*/ 1 w 11"/>
                  <a:gd name="T1" fmla="*/ 0 h 5"/>
                  <a:gd name="T2" fmla="*/ 0 w 11"/>
                  <a:gd name="T3" fmla="*/ 5 h 5"/>
                  <a:gd name="T4" fmla="*/ 5 w 11"/>
                  <a:gd name="T5" fmla="*/ 4 h 5"/>
                  <a:gd name="T6" fmla="*/ 9 w 11"/>
                  <a:gd name="T7" fmla="*/ 5 h 5"/>
                  <a:gd name="T8" fmla="*/ 11 w 11"/>
                  <a:gd name="T9" fmla="*/ 1 h 5"/>
                  <a:gd name="T10" fmla="*/ 1 w 11"/>
                  <a:gd name="T11" fmla="*/ 0 h 5"/>
                </a:gdLst>
                <a:ahLst/>
                <a:cxnLst>
                  <a:cxn ang="0">
                    <a:pos x="T0" y="T1"/>
                  </a:cxn>
                  <a:cxn ang="0">
                    <a:pos x="T2" y="T3"/>
                  </a:cxn>
                  <a:cxn ang="0">
                    <a:pos x="T4" y="T5"/>
                  </a:cxn>
                  <a:cxn ang="0">
                    <a:pos x="T6" y="T7"/>
                  </a:cxn>
                  <a:cxn ang="0">
                    <a:pos x="T8" y="T9"/>
                  </a:cxn>
                  <a:cxn ang="0">
                    <a:pos x="T10" y="T11"/>
                  </a:cxn>
                </a:cxnLst>
                <a:rect l="0" t="0" r="r" b="b"/>
                <a:pathLst>
                  <a:path w="11" h="5">
                    <a:moveTo>
                      <a:pt x="1" y="0"/>
                    </a:moveTo>
                    <a:cubicBezTo>
                      <a:pt x="0" y="5"/>
                      <a:pt x="0" y="5"/>
                      <a:pt x="0" y="5"/>
                    </a:cubicBezTo>
                    <a:cubicBezTo>
                      <a:pt x="2" y="5"/>
                      <a:pt x="4" y="5"/>
                      <a:pt x="5" y="4"/>
                    </a:cubicBezTo>
                    <a:cubicBezTo>
                      <a:pt x="9" y="5"/>
                      <a:pt x="9" y="5"/>
                      <a:pt x="9" y="5"/>
                    </a:cubicBezTo>
                    <a:cubicBezTo>
                      <a:pt x="11" y="1"/>
                      <a:pt x="11" y="1"/>
                      <a:pt x="11"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179"/>
              <p:cNvSpPr>
                <a:spLocks/>
              </p:cNvSpPr>
              <p:nvPr/>
            </p:nvSpPr>
            <p:spPr bwMode="auto">
              <a:xfrm>
                <a:off x="7802563" y="2971801"/>
                <a:ext cx="33338" cy="22225"/>
              </a:xfrm>
              <a:custGeom>
                <a:avLst/>
                <a:gdLst>
                  <a:gd name="T0" fmla="*/ 5 w 9"/>
                  <a:gd name="T1" fmla="*/ 0 h 6"/>
                  <a:gd name="T2" fmla="*/ 3 w 9"/>
                  <a:gd name="T3" fmla="*/ 0 h 6"/>
                  <a:gd name="T4" fmla="*/ 0 w 9"/>
                  <a:gd name="T5" fmla="*/ 1 h 6"/>
                  <a:gd name="T6" fmla="*/ 1 w 9"/>
                  <a:gd name="T7" fmla="*/ 6 h 6"/>
                  <a:gd name="T8" fmla="*/ 9 w 9"/>
                  <a:gd name="T9" fmla="*/ 6 h 6"/>
                  <a:gd name="T10" fmla="*/ 9 w 9"/>
                  <a:gd name="T11" fmla="*/ 2 h 6"/>
                  <a:gd name="T12" fmla="*/ 5 w 9"/>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9" h="6">
                    <a:moveTo>
                      <a:pt x="5" y="0"/>
                    </a:moveTo>
                    <a:cubicBezTo>
                      <a:pt x="4" y="0"/>
                      <a:pt x="3" y="0"/>
                      <a:pt x="3" y="0"/>
                    </a:cubicBezTo>
                    <a:cubicBezTo>
                      <a:pt x="2" y="0"/>
                      <a:pt x="1" y="1"/>
                      <a:pt x="0" y="1"/>
                    </a:cubicBezTo>
                    <a:cubicBezTo>
                      <a:pt x="1" y="3"/>
                      <a:pt x="1" y="4"/>
                      <a:pt x="1" y="6"/>
                    </a:cubicBezTo>
                    <a:cubicBezTo>
                      <a:pt x="9" y="6"/>
                      <a:pt x="9" y="6"/>
                      <a:pt x="9" y="6"/>
                    </a:cubicBezTo>
                    <a:cubicBezTo>
                      <a:pt x="9" y="5"/>
                      <a:pt x="9" y="3"/>
                      <a:pt x="9" y="2"/>
                    </a:cubicBezTo>
                    <a:cubicBezTo>
                      <a:pt x="8" y="0"/>
                      <a:pt x="7"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180"/>
              <p:cNvSpPr>
                <a:spLocks/>
              </p:cNvSpPr>
              <p:nvPr/>
            </p:nvSpPr>
            <p:spPr bwMode="auto">
              <a:xfrm>
                <a:off x="7986713" y="2941638"/>
                <a:ext cx="41275" cy="44450"/>
              </a:xfrm>
              <a:custGeom>
                <a:avLst/>
                <a:gdLst>
                  <a:gd name="T0" fmla="*/ 11 w 11"/>
                  <a:gd name="T1" fmla="*/ 0 h 12"/>
                  <a:gd name="T2" fmla="*/ 10 w 11"/>
                  <a:gd name="T3" fmla="*/ 0 h 12"/>
                  <a:gd name="T4" fmla="*/ 4 w 11"/>
                  <a:gd name="T5" fmla="*/ 2 h 12"/>
                  <a:gd name="T6" fmla="*/ 0 w 11"/>
                  <a:gd name="T7" fmla="*/ 7 h 12"/>
                  <a:gd name="T8" fmla="*/ 2 w 11"/>
                  <a:gd name="T9" fmla="*/ 12 h 12"/>
                  <a:gd name="T10" fmla="*/ 3 w 11"/>
                  <a:gd name="T11" fmla="*/ 12 h 12"/>
                  <a:gd name="T12" fmla="*/ 8 w 11"/>
                  <a:gd name="T13" fmla="*/ 10 h 12"/>
                  <a:gd name="T14" fmla="*/ 11 w 11"/>
                  <a:gd name="T15" fmla="*/ 1 h 12"/>
                  <a:gd name="T16" fmla="*/ 11 w 11"/>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2">
                    <a:moveTo>
                      <a:pt x="11" y="0"/>
                    </a:moveTo>
                    <a:cubicBezTo>
                      <a:pt x="11" y="0"/>
                      <a:pt x="10" y="0"/>
                      <a:pt x="10" y="0"/>
                    </a:cubicBezTo>
                    <a:cubicBezTo>
                      <a:pt x="9" y="0"/>
                      <a:pt x="8" y="0"/>
                      <a:pt x="4" y="2"/>
                    </a:cubicBezTo>
                    <a:cubicBezTo>
                      <a:pt x="3" y="3"/>
                      <a:pt x="1" y="5"/>
                      <a:pt x="0" y="7"/>
                    </a:cubicBezTo>
                    <a:cubicBezTo>
                      <a:pt x="0" y="9"/>
                      <a:pt x="1" y="11"/>
                      <a:pt x="2" y="12"/>
                    </a:cubicBezTo>
                    <a:cubicBezTo>
                      <a:pt x="2" y="12"/>
                      <a:pt x="2" y="12"/>
                      <a:pt x="3" y="12"/>
                    </a:cubicBezTo>
                    <a:cubicBezTo>
                      <a:pt x="5" y="12"/>
                      <a:pt x="7" y="11"/>
                      <a:pt x="8" y="10"/>
                    </a:cubicBezTo>
                    <a:cubicBezTo>
                      <a:pt x="9" y="9"/>
                      <a:pt x="11" y="2"/>
                      <a:pt x="11" y="1"/>
                    </a:cubicBezTo>
                    <a:cubicBezTo>
                      <a:pt x="11" y="0"/>
                      <a:pt x="11"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181"/>
              <p:cNvSpPr>
                <a:spLocks noEditPoints="1"/>
              </p:cNvSpPr>
              <p:nvPr/>
            </p:nvSpPr>
            <p:spPr bwMode="auto">
              <a:xfrm>
                <a:off x="6291263" y="949326"/>
                <a:ext cx="2559050" cy="4672013"/>
              </a:xfrm>
              <a:custGeom>
                <a:avLst/>
                <a:gdLst>
                  <a:gd name="T0" fmla="*/ 589 w 681"/>
                  <a:gd name="T1" fmla="*/ 791 h 1243"/>
                  <a:gd name="T2" fmla="*/ 589 w 681"/>
                  <a:gd name="T3" fmla="*/ 635 h 1243"/>
                  <a:gd name="T4" fmla="*/ 453 w 681"/>
                  <a:gd name="T5" fmla="*/ 391 h 1243"/>
                  <a:gd name="T6" fmla="*/ 453 w 681"/>
                  <a:gd name="T7" fmla="*/ 442 h 1243"/>
                  <a:gd name="T8" fmla="*/ 420 w 681"/>
                  <a:gd name="T9" fmla="*/ 399 h 1243"/>
                  <a:gd name="T10" fmla="*/ 504 w 681"/>
                  <a:gd name="T11" fmla="*/ 405 h 1243"/>
                  <a:gd name="T12" fmla="*/ 540 w 681"/>
                  <a:gd name="T13" fmla="*/ 443 h 1243"/>
                  <a:gd name="T14" fmla="*/ 530 w 681"/>
                  <a:gd name="T15" fmla="*/ 455 h 1243"/>
                  <a:gd name="T16" fmla="*/ 518 w 681"/>
                  <a:gd name="T17" fmla="*/ 437 h 1243"/>
                  <a:gd name="T18" fmla="*/ 504 w 681"/>
                  <a:gd name="T19" fmla="*/ 414 h 1243"/>
                  <a:gd name="T20" fmla="*/ 286 w 681"/>
                  <a:gd name="T21" fmla="*/ 141 h 1243"/>
                  <a:gd name="T22" fmla="*/ 321 w 681"/>
                  <a:gd name="T23" fmla="*/ 190 h 1243"/>
                  <a:gd name="T24" fmla="*/ 200 w 681"/>
                  <a:gd name="T25" fmla="*/ 110 h 1243"/>
                  <a:gd name="T26" fmla="*/ 218 w 681"/>
                  <a:gd name="T27" fmla="*/ 119 h 1243"/>
                  <a:gd name="T28" fmla="*/ 262 w 681"/>
                  <a:gd name="T29" fmla="*/ 22 h 1243"/>
                  <a:gd name="T30" fmla="*/ 165 w 681"/>
                  <a:gd name="T31" fmla="*/ 27 h 1243"/>
                  <a:gd name="T32" fmla="*/ 118 w 681"/>
                  <a:gd name="T33" fmla="*/ 41 h 1243"/>
                  <a:gd name="T34" fmla="*/ 78 w 681"/>
                  <a:gd name="T35" fmla="*/ 23 h 1243"/>
                  <a:gd name="T36" fmla="*/ 24 w 681"/>
                  <a:gd name="T37" fmla="*/ 48 h 1243"/>
                  <a:gd name="T38" fmla="*/ 69 w 681"/>
                  <a:gd name="T39" fmla="*/ 60 h 1243"/>
                  <a:gd name="T40" fmla="*/ 206 w 681"/>
                  <a:gd name="T41" fmla="*/ 132 h 1243"/>
                  <a:gd name="T42" fmla="*/ 182 w 681"/>
                  <a:gd name="T43" fmla="*/ 146 h 1243"/>
                  <a:gd name="T44" fmla="*/ 184 w 681"/>
                  <a:gd name="T45" fmla="*/ 208 h 1243"/>
                  <a:gd name="T46" fmla="*/ 198 w 681"/>
                  <a:gd name="T47" fmla="*/ 288 h 1243"/>
                  <a:gd name="T48" fmla="*/ 261 w 681"/>
                  <a:gd name="T49" fmla="*/ 305 h 1243"/>
                  <a:gd name="T50" fmla="*/ 243 w 681"/>
                  <a:gd name="T51" fmla="*/ 216 h 1243"/>
                  <a:gd name="T52" fmla="*/ 271 w 681"/>
                  <a:gd name="T53" fmla="*/ 247 h 1243"/>
                  <a:gd name="T54" fmla="*/ 305 w 681"/>
                  <a:gd name="T55" fmla="*/ 274 h 1243"/>
                  <a:gd name="T56" fmla="*/ 253 w 681"/>
                  <a:gd name="T57" fmla="*/ 327 h 1243"/>
                  <a:gd name="T58" fmla="*/ 206 w 681"/>
                  <a:gd name="T59" fmla="*/ 341 h 1243"/>
                  <a:gd name="T60" fmla="*/ 147 w 681"/>
                  <a:gd name="T61" fmla="*/ 406 h 1243"/>
                  <a:gd name="T62" fmla="*/ 142 w 681"/>
                  <a:gd name="T63" fmla="*/ 465 h 1243"/>
                  <a:gd name="T64" fmla="*/ 136 w 681"/>
                  <a:gd name="T65" fmla="*/ 545 h 1243"/>
                  <a:gd name="T66" fmla="*/ 209 w 681"/>
                  <a:gd name="T67" fmla="*/ 474 h 1243"/>
                  <a:gd name="T68" fmla="*/ 310 w 681"/>
                  <a:gd name="T69" fmla="*/ 493 h 1243"/>
                  <a:gd name="T70" fmla="*/ 274 w 681"/>
                  <a:gd name="T71" fmla="*/ 435 h 1243"/>
                  <a:gd name="T72" fmla="*/ 379 w 681"/>
                  <a:gd name="T73" fmla="*/ 519 h 1243"/>
                  <a:gd name="T74" fmla="*/ 378 w 681"/>
                  <a:gd name="T75" fmla="*/ 484 h 1243"/>
                  <a:gd name="T76" fmla="*/ 437 w 681"/>
                  <a:gd name="T77" fmla="*/ 526 h 1243"/>
                  <a:gd name="T78" fmla="*/ 456 w 681"/>
                  <a:gd name="T79" fmla="*/ 576 h 1243"/>
                  <a:gd name="T80" fmla="*/ 286 w 681"/>
                  <a:gd name="T81" fmla="*/ 547 h 1243"/>
                  <a:gd name="T82" fmla="*/ 107 w 681"/>
                  <a:gd name="T83" fmla="*/ 595 h 1243"/>
                  <a:gd name="T84" fmla="*/ 93 w 681"/>
                  <a:gd name="T85" fmla="*/ 870 h 1243"/>
                  <a:gd name="T86" fmla="*/ 292 w 681"/>
                  <a:gd name="T87" fmla="*/ 925 h 1243"/>
                  <a:gd name="T88" fmla="*/ 286 w 681"/>
                  <a:gd name="T89" fmla="*/ 1097 h 1243"/>
                  <a:gd name="T90" fmla="*/ 290 w 681"/>
                  <a:gd name="T91" fmla="*/ 1243 h 1243"/>
                  <a:gd name="T92" fmla="*/ 460 w 681"/>
                  <a:gd name="T93" fmla="*/ 1109 h 1243"/>
                  <a:gd name="T94" fmla="*/ 494 w 681"/>
                  <a:gd name="T95" fmla="*/ 1131 h 1243"/>
                  <a:gd name="T96" fmla="*/ 540 w 681"/>
                  <a:gd name="T97" fmla="*/ 953 h 1243"/>
                  <a:gd name="T98" fmla="*/ 566 w 681"/>
                  <a:gd name="T99" fmla="*/ 859 h 1243"/>
                  <a:gd name="T100" fmla="*/ 590 w 681"/>
                  <a:gd name="T101" fmla="*/ 839 h 1243"/>
                  <a:gd name="T102" fmla="*/ 572 w 681"/>
                  <a:gd name="T103" fmla="*/ 777 h 1243"/>
                  <a:gd name="T104" fmla="*/ 508 w 681"/>
                  <a:gd name="T105" fmla="*/ 706 h 1243"/>
                  <a:gd name="T106" fmla="*/ 547 w 681"/>
                  <a:gd name="T107" fmla="*/ 748 h 1243"/>
                  <a:gd name="T108" fmla="*/ 600 w 681"/>
                  <a:gd name="T109" fmla="*/ 714 h 1243"/>
                  <a:gd name="T110" fmla="*/ 618 w 681"/>
                  <a:gd name="T111" fmla="*/ 671 h 1243"/>
                  <a:gd name="T112" fmla="*/ 605 w 681"/>
                  <a:gd name="T113" fmla="*/ 602 h 1243"/>
                  <a:gd name="T114" fmla="*/ 654 w 681"/>
                  <a:gd name="T115" fmla="*/ 705 h 1243"/>
                  <a:gd name="T116" fmla="*/ 681 w 681"/>
                  <a:gd name="T117" fmla="*/ 663 h 1243"/>
                  <a:gd name="T118" fmla="*/ 240 w 681"/>
                  <a:gd name="T119" fmla="*/ 4 h 1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81" h="1243">
                    <a:moveTo>
                      <a:pt x="248" y="7"/>
                    </a:moveTo>
                    <a:cubicBezTo>
                      <a:pt x="248" y="7"/>
                      <a:pt x="248" y="7"/>
                      <a:pt x="248" y="7"/>
                    </a:cubicBezTo>
                    <a:cubicBezTo>
                      <a:pt x="248" y="7"/>
                      <a:pt x="248" y="7"/>
                      <a:pt x="248" y="7"/>
                    </a:cubicBezTo>
                    <a:cubicBezTo>
                      <a:pt x="248" y="7"/>
                      <a:pt x="248" y="7"/>
                      <a:pt x="248" y="7"/>
                    </a:cubicBezTo>
                    <a:moveTo>
                      <a:pt x="580" y="824"/>
                    </a:moveTo>
                    <a:cubicBezTo>
                      <a:pt x="581" y="820"/>
                      <a:pt x="583" y="816"/>
                      <a:pt x="584" y="811"/>
                    </a:cubicBezTo>
                    <a:cubicBezTo>
                      <a:pt x="584" y="812"/>
                      <a:pt x="584" y="812"/>
                      <a:pt x="584" y="812"/>
                    </a:cubicBezTo>
                    <a:cubicBezTo>
                      <a:pt x="583" y="819"/>
                      <a:pt x="583" y="819"/>
                      <a:pt x="583" y="819"/>
                    </a:cubicBezTo>
                    <a:cubicBezTo>
                      <a:pt x="580" y="824"/>
                      <a:pt x="580" y="824"/>
                      <a:pt x="580" y="824"/>
                    </a:cubicBezTo>
                    <a:moveTo>
                      <a:pt x="589" y="806"/>
                    </a:moveTo>
                    <a:cubicBezTo>
                      <a:pt x="586" y="802"/>
                      <a:pt x="586" y="802"/>
                      <a:pt x="586" y="802"/>
                    </a:cubicBezTo>
                    <a:cubicBezTo>
                      <a:pt x="587" y="798"/>
                      <a:pt x="588" y="794"/>
                      <a:pt x="589" y="791"/>
                    </a:cubicBezTo>
                    <a:cubicBezTo>
                      <a:pt x="589" y="791"/>
                      <a:pt x="590" y="791"/>
                      <a:pt x="590" y="791"/>
                    </a:cubicBezTo>
                    <a:cubicBezTo>
                      <a:pt x="591" y="791"/>
                      <a:pt x="592" y="792"/>
                      <a:pt x="593" y="797"/>
                    </a:cubicBezTo>
                    <a:cubicBezTo>
                      <a:pt x="592" y="799"/>
                      <a:pt x="592" y="801"/>
                      <a:pt x="592" y="803"/>
                    </a:cubicBezTo>
                    <a:cubicBezTo>
                      <a:pt x="589" y="806"/>
                      <a:pt x="589" y="806"/>
                      <a:pt x="589" y="806"/>
                    </a:cubicBezTo>
                    <a:moveTo>
                      <a:pt x="574" y="611"/>
                    </a:moveTo>
                    <a:cubicBezTo>
                      <a:pt x="559" y="589"/>
                      <a:pt x="559" y="589"/>
                      <a:pt x="561" y="574"/>
                    </a:cubicBezTo>
                    <a:cubicBezTo>
                      <a:pt x="576" y="579"/>
                      <a:pt x="580" y="597"/>
                      <a:pt x="593" y="604"/>
                    </a:cubicBezTo>
                    <a:cubicBezTo>
                      <a:pt x="593" y="617"/>
                      <a:pt x="593" y="617"/>
                      <a:pt x="593" y="617"/>
                    </a:cubicBezTo>
                    <a:cubicBezTo>
                      <a:pt x="595" y="624"/>
                      <a:pt x="595" y="624"/>
                      <a:pt x="595" y="624"/>
                    </a:cubicBezTo>
                    <a:cubicBezTo>
                      <a:pt x="598" y="628"/>
                      <a:pt x="598" y="628"/>
                      <a:pt x="598" y="628"/>
                    </a:cubicBezTo>
                    <a:cubicBezTo>
                      <a:pt x="595" y="632"/>
                      <a:pt x="594" y="632"/>
                      <a:pt x="592" y="633"/>
                    </a:cubicBezTo>
                    <a:cubicBezTo>
                      <a:pt x="589" y="635"/>
                      <a:pt x="589" y="635"/>
                      <a:pt x="589" y="635"/>
                    </a:cubicBezTo>
                    <a:cubicBezTo>
                      <a:pt x="584" y="631"/>
                      <a:pt x="584" y="631"/>
                      <a:pt x="584" y="631"/>
                    </a:cubicBezTo>
                    <a:cubicBezTo>
                      <a:pt x="584" y="628"/>
                      <a:pt x="583" y="624"/>
                      <a:pt x="583" y="620"/>
                    </a:cubicBezTo>
                    <a:cubicBezTo>
                      <a:pt x="579" y="616"/>
                      <a:pt x="579" y="616"/>
                      <a:pt x="579" y="616"/>
                    </a:cubicBezTo>
                    <a:cubicBezTo>
                      <a:pt x="578" y="610"/>
                      <a:pt x="578" y="610"/>
                      <a:pt x="578" y="610"/>
                    </a:cubicBezTo>
                    <a:cubicBezTo>
                      <a:pt x="576" y="610"/>
                      <a:pt x="575" y="611"/>
                      <a:pt x="574" y="611"/>
                    </a:cubicBezTo>
                    <a:moveTo>
                      <a:pt x="440" y="408"/>
                    </a:moveTo>
                    <a:cubicBezTo>
                      <a:pt x="434" y="399"/>
                      <a:pt x="434" y="399"/>
                      <a:pt x="434" y="399"/>
                    </a:cubicBezTo>
                    <a:cubicBezTo>
                      <a:pt x="439" y="390"/>
                      <a:pt x="439" y="390"/>
                      <a:pt x="439" y="390"/>
                    </a:cubicBezTo>
                    <a:cubicBezTo>
                      <a:pt x="445" y="388"/>
                      <a:pt x="445" y="388"/>
                      <a:pt x="445" y="388"/>
                    </a:cubicBezTo>
                    <a:cubicBezTo>
                      <a:pt x="450" y="383"/>
                      <a:pt x="450" y="383"/>
                      <a:pt x="450" y="383"/>
                    </a:cubicBezTo>
                    <a:cubicBezTo>
                      <a:pt x="451" y="383"/>
                      <a:pt x="452" y="383"/>
                      <a:pt x="453" y="383"/>
                    </a:cubicBezTo>
                    <a:cubicBezTo>
                      <a:pt x="453" y="391"/>
                      <a:pt x="453" y="391"/>
                      <a:pt x="453" y="391"/>
                    </a:cubicBezTo>
                    <a:cubicBezTo>
                      <a:pt x="457" y="400"/>
                      <a:pt x="457" y="400"/>
                      <a:pt x="457" y="400"/>
                    </a:cubicBezTo>
                    <a:cubicBezTo>
                      <a:pt x="457" y="407"/>
                      <a:pt x="457" y="407"/>
                      <a:pt x="457" y="407"/>
                    </a:cubicBezTo>
                    <a:cubicBezTo>
                      <a:pt x="458" y="410"/>
                      <a:pt x="459" y="412"/>
                      <a:pt x="460" y="415"/>
                    </a:cubicBezTo>
                    <a:cubicBezTo>
                      <a:pt x="468" y="418"/>
                      <a:pt x="468" y="418"/>
                      <a:pt x="468" y="418"/>
                    </a:cubicBezTo>
                    <a:cubicBezTo>
                      <a:pt x="476" y="422"/>
                      <a:pt x="476" y="422"/>
                      <a:pt x="476" y="422"/>
                    </a:cubicBezTo>
                    <a:cubicBezTo>
                      <a:pt x="487" y="432"/>
                      <a:pt x="487" y="432"/>
                      <a:pt x="487" y="432"/>
                    </a:cubicBezTo>
                    <a:cubicBezTo>
                      <a:pt x="493" y="444"/>
                      <a:pt x="493" y="444"/>
                      <a:pt x="493" y="444"/>
                    </a:cubicBezTo>
                    <a:cubicBezTo>
                      <a:pt x="488" y="452"/>
                      <a:pt x="488" y="452"/>
                      <a:pt x="488" y="452"/>
                    </a:cubicBezTo>
                    <a:cubicBezTo>
                      <a:pt x="474" y="456"/>
                      <a:pt x="474" y="456"/>
                      <a:pt x="474" y="456"/>
                    </a:cubicBezTo>
                    <a:cubicBezTo>
                      <a:pt x="463" y="450"/>
                      <a:pt x="463" y="450"/>
                      <a:pt x="463" y="450"/>
                    </a:cubicBezTo>
                    <a:cubicBezTo>
                      <a:pt x="457" y="450"/>
                      <a:pt x="457" y="450"/>
                      <a:pt x="457" y="450"/>
                    </a:cubicBezTo>
                    <a:cubicBezTo>
                      <a:pt x="453" y="442"/>
                      <a:pt x="453" y="442"/>
                      <a:pt x="453" y="442"/>
                    </a:cubicBezTo>
                    <a:cubicBezTo>
                      <a:pt x="440" y="447"/>
                      <a:pt x="440" y="447"/>
                      <a:pt x="440" y="447"/>
                    </a:cubicBezTo>
                    <a:cubicBezTo>
                      <a:pt x="434" y="461"/>
                      <a:pt x="434" y="461"/>
                      <a:pt x="434" y="461"/>
                    </a:cubicBezTo>
                    <a:cubicBezTo>
                      <a:pt x="416" y="460"/>
                      <a:pt x="416" y="460"/>
                      <a:pt x="416" y="460"/>
                    </a:cubicBezTo>
                    <a:cubicBezTo>
                      <a:pt x="406" y="452"/>
                      <a:pt x="406" y="452"/>
                      <a:pt x="406" y="452"/>
                    </a:cubicBezTo>
                    <a:cubicBezTo>
                      <a:pt x="403" y="447"/>
                      <a:pt x="403" y="447"/>
                      <a:pt x="403" y="447"/>
                    </a:cubicBezTo>
                    <a:cubicBezTo>
                      <a:pt x="402" y="433"/>
                      <a:pt x="402" y="433"/>
                      <a:pt x="402" y="433"/>
                    </a:cubicBezTo>
                    <a:cubicBezTo>
                      <a:pt x="406" y="429"/>
                      <a:pt x="406" y="429"/>
                      <a:pt x="406" y="429"/>
                    </a:cubicBezTo>
                    <a:cubicBezTo>
                      <a:pt x="404" y="418"/>
                      <a:pt x="404" y="418"/>
                      <a:pt x="404" y="418"/>
                    </a:cubicBezTo>
                    <a:cubicBezTo>
                      <a:pt x="409" y="411"/>
                      <a:pt x="409" y="411"/>
                      <a:pt x="409" y="411"/>
                    </a:cubicBezTo>
                    <a:cubicBezTo>
                      <a:pt x="408" y="400"/>
                      <a:pt x="408" y="400"/>
                      <a:pt x="408" y="400"/>
                    </a:cubicBezTo>
                    <a:cubicBezTo>
                      <a:pt x="414" y="395"/>
                      <a:pt x="414" y="395"/>
                      <a:pt x="414" y="395"/>
                    </a:cubicBezTo>
                    <a:cubicBezTo>
                      <a:pt x="420" y="399"/>
                      <a:pt x="420" y="399"/>
                      <a:pt x="420" y="399"/>
                    </a:cubicBezTo>
                    <a:cubicBezTo>
                      <a:pt x="427" y="399"/>
                      <a:pt x="427" y="399"/>
                      <a:pt x="427" y="399"/>
                    </a:cubicBezTo>
                    <a:cubicBezTo>
                      <a:pt x="427" y="410"/>
                      <a:pt x="427" y="410"/>
                      <a:pt x="427" y="410"/>
                    </a:cubicBezTo>
                    <a:cubicBezTo>
                      <a:pt x="435" y="419"/>
                      <a:pt x="435" y="419"/>
                      <a:pt x="435" y="419"/>
                    </a:cubicBezTo>
                    <a:cubicBezTo>
                      <a:pt x="440" y="417"/>
                      <a:pt x="440" y="417"/>
                      <a:pt x="440" y="417"/>
                    </a:cubicBezTo>
                    <a:cubicBezTo>
                      <a:pt x="441" y="412"/>
                      <a:pt x="441" y="412"/>
                      <a:pt x="441" y="412"/>
                    </a:cubicBezTo>
                    <a:cubicBezTo>
                      <a:pt x="444" y="412"/>
                      <a:pt x="447" y="411"/>
                      <a:pt x="450" y="411"/>
                    </a:cubicBezTo>
                    <a:cubicBezTo>
                      <a:pt x="449" y="406"/>
                      <a:pt x="449" y="406"/>
                      <a:pt x="449" y="406"/>
                    </a:cubicBezTo>
                    <a:cubicBezTo>
                      <a:pt x="446" y="407"/>
                      <a:pt x="443" y="407"/>
                      <a:pt x="440" y="408"/>
                    </a:cubicBezTo>
                    <a:moveTo>
                      <a:pt x="518" y="423"/>
                    </a:moveTo>
                    <a:cubicBezTo>
                      <a:pt x="519" y="421"/>
                      <a:pt x="519" y="421"/>
                      <a:pt x="519" y="421"/>
                    </a:cubicBezTo>
                    <a:cubicBezTo>
                      <a:pt x="514" y="417"/>
                      <a:pt x="514" y="417"/>
                      <a:pt x="514" y="417"/>
                    </a:cubicBezTo>
                    <a:cubicBezTo>
                      <a:pt x="504" y="405"/>
                      <a:pt x="504" y="405"/>
                      <a:pt x="504" y="405"/>
                    </a:cubicBezTo>
                    <a:cubicBezTo>
                      <a:pt x="500" y="404"/>
                      <a:pt x="500" y="404"/>
                      <a:pt x="500" y="404"/>
                    </a:cubicBezTo>
                    <a:cubicBezTo>
                      <a:pt x="500" y="392"/>
                      <a:pt x="500" y="392"/>
                      <a:pt x="500" y="392"/>
                    </a:cubicBezTo>
                    <a:cubicBezTo>
                      <a:pt x="506" y="383"/>
                      <a:pt x="506" y="383"/>
                      <a:pt x="506" y="383"/>
                    </a:cubicBezTo>
                    <a:cubicBezTo>
                      <a:pt x="516" y="382"/>
                      <a:pt x="516" y="382"/>
                      <a:pt x="516" y="382"/>
                    </a:cubicBezTo>
                    <a:cubicBezTo>
                      <a:pt x="524" y="392"/>
                      <a:pt x="524" y="392"/>
                      <a:pt x="524" y="392"/>
                    </a:cubicBezTo>
                    <a:cubicBezTo>
                      <a:pt x="527" y="403"/>
                      <a:pt x="527" y="403"/>
                      <a:pt x="527" y="403"/>
                    </a:cubicBezTo>
                    <a:cubicBezTo>
                      <a:pt x="519" y="402"/>
                      <a:pt x="519" y="402"/>
                      <a:pt x="519" y="402"/>
                    </a:cubicBezTo>
                    <a:cubicBezTo>
                      <a:pt x="521" y="410"/>
                      <a:pt x="521" y="410"/>
                      <a:pt x="521" y="410"/>
                    </a:cubicBezTo>
                    <a:cubicBezTo>
                      <a:pt x="518" y="414"/>
                      <a:pt x="518" y="414"/>
                      <a:pt x="518" y="414"/>
                    </a:cubicBezTo>
                    <a:cubicBezTo>
                      <a:pt x="528" y="426"/>
                      <a:pt x="528" y="426"/>
                      <a:pt x="528" y="426"/>
                    </a:cubicBezTo>
                    <a:cubicBezTo>
                      <a:pt x="539" y="433"/>
                      <a:pt x="539" y="433"/>
                      <a:pt x="539" y="433"/>
                    </a:cubicBezTo>
                    <a:cubicBezTo>
                      <a:pt x="540" y="443"/>
                      <a:pt x="540" y="443"/>
                      <a:pt x="540" y="443"/>
                    </a:cubicBezTo>
                    <a:cubicBezTo>
                      <a:pt x="546" y="453"/>
                      <a:pt x="546" y="453"/>
                      <a:pt x="546" y="453"/>
                    </a:cubicBezTo>
                    <a:cubicBezTo>
                      <a:pt x="546" y="459"/>
                      <a:pt x="546" y="459"/>
                      <a:pt x="546" y="459"/>
                    </a:cubicBezTo>
                    <a:cubicBezTo>
                      <a:pt x="558" y="473"/>
                      <a:pt x="558" y="473"/>
                      <a:pt x="558" y="473"/>
                    </a:cubicBezTo>
                    <a:cubicBezTo>
                      <a:pt x="562" y="491"/>
                      <a:pt x="562" y="491"/>
                      <a:pt x="562" y="491"/>
                    </a:cubicBezTo>
                    <a:cubicBezTo>
                      <a:pt x="556" y="499"/>
                      <a:pt x="556" y="499"/>
                      <a:pt x="556" y="499"/>
                    </a:cubicBezTo>
                    <a:cubicBezTo>
                      <a:pt x="546" y="495"/>
                      <a:pt x="546" y="495"/>
                      <a:pt x="546" y="495"/>
                    </a:cubicBezTo>
                    <a:cubicBezTo>
                      <a:pt x="538" y="487"/>
                      <a:pt x="538" y="487"/>
                      <a:pt x="538" y="487"/>
                    </a:cubicBezTo>
                    <a:cubicBezTo>
                      <a:pt x="533" y="473"/>
                      <a:pt x="533" y="473"/>
                      <a:pt x="533" y="473"/>
                    </a:cubicBezTo>
                    <a:cubicBezTo>
                      <a:pt x="536" y="474"/>
                      <a:pt x="536" y="474"/>
                      <a:pt x="536" y="474"/>
                    </a:cubicBezTo>
                    <a:cubicBezTo>
                      <a:pt x="534" y="464"/>
                      <a:pt x="534" y="464"/>
                      <a:pt x="534" y="464"/>
                    </a:cubicBezTo>
                    <a:cubicBezTo>
                      <a:pt x="536" y="461"/>
                      <a:pt x="536" y="461"/>
                      <a:pt x="536" y="461"/>
                    </a:cubicBezTo>
                    <a:cubicBezTo>
                      <a:pt x="530" y="455"/>
                      <a:pt x="530" y="455"/>
                      <a:pt x="530" y="455"/>
                    </a:cubicBezTo>
                    <a:cubicBezTo>
                      <a:pt x="529" y="454"/>
                      <a:pt x="529" y="454"/>
                      <a:pt x="529" y="454"/>
                    </a:cubicBezTo>
                    <a:cubicBezTo>
                      <a:pt x="527" y="448"/>
                      <a:pt x="527" y="448"/>
                      <a:pt x="527" y="448"/>
                    </a:cubicBezTo>
                    <a:cubicBezTo>
                      <a:pt x="529" y="446"/>
                      <a:pt x="529" y="446"/>
                      <a:pt x="529" y="446"/>
                    </a:cubicBezTo>
                    <a:cubicBezTo>
                      <a:pt x="528" y="442"/>
                      <a:pt x="528" y="442"/>
                      <a:pt x="528" y="442"/>
                    </a:cubicBezTo>
                    <a:cubicBezTo>
                      <a:pt x="524" y="437"/>
                      <a:pt x="524" y="437"/>
                      <a:pt x="524" y="437"/>
                    </a:cubicBezTo>
                    <a:cubicBezTo>
                      <a:pt x="524" y="432"/>
                      <a:pt x="524" y="432"/>
                      <a:pt x="524" y="432"/>
                    </a:cubicBezTo>
                    <a:cubicBezTo>
                      <a:pt x="527" y="434"/>
                      <a:pt x="527" y="434"/>
                      <a:pt x="527" y="434"/>
                    </a:cubicBezTo>
                    <a:cubicBezTo>
                      <a:pt x="530" y="434"/>
                      <a:pt x="530" y="434"/>
                      <a:pt x="530" y="434"/>
                    </a:cubicBezTo>
                    <a:cubicBezTo>
                      <a:pt x="523" y="426"/>
                      <a:pt x="523" y="426"/>
                      <a:pt x="523" y="426"/>
                    </a:cubicBezTo>
                    <a:cubicBezTo>
                      <a:pt x="519" y="426"/>
                      <a:pt x="519" y="426"/>
                      <a:pt x="519" y="426"/>
                    </a:cubicBezTo>
                    <a:cubicBezTo>
                      <a:pt x="516" y="430"/>
                      <a:pt x="516" y="430"/>
                      <a:pt x="516" y="430"/>
                    </a:cubicBezTo>
                    <a:cubicBezTo>
                      <a:pt x="518" y="437"/>
                      <a:pt x="518" y="437"/>
                      <a:pt x="518" y="437"/>
                    </a:cubicBezTo>
                    <a:cubicBezTo>
                      <a:pt x="521" y="438"/>
                      <a:pt x="521" y="438"/>
                      <a:pt x="521" y="438"/>
                    </a:cubicBezTo>
                    <a:cubicBezTo>
                      <a:pt x="521" y="440"/>
                      <a:pt x="522" y="443"/>
                      <a:pt x="522" y="445"/>
                    </a:cubicBezTo>
                    <a:cubicBezTo>
                      <a:pt x="522" y="444"/>
                      <a:pt x="522" y="444"/>
                      <a:pt x="522" y="444"/>
                    </a:cubicBezTo>
                    <a:cubicBezTo>
                      <a:pt x="513" y="434"/>
                      <a:pt x="513" y="434"/>
                      <a:pt x="513" y="434"/>
                    </a:cubicBezTo>
                    <a:cubicBezTo>
                      <a:pt x="514" y="432"/>
                      <a:pt x="514" y="432"/>
                      <a:pt x="514" y="432"/>
                    </a:cubicBezTo>
                    <a:cubicBezTo>
                      <a:pt x="513" y="429"/>
                      <a:pt x="513" y="429"/>
                      <a:pt x="513" y="429"/>
                    </a:cubicBezTo>
                    <a:cubicBezTo>
                      <a:pt x="513" y="427"/>
                      <a:pt x="513" y="427"/>
                      <a:pt x="513" y="427"/>
                    </a:cubicBezTo>
                    <a:cubicBezTo>
                      <a:pt x="509" y="423"/>
                      <a:pt x="509" y="423"/>
                      <a:pt x="509" y="423"/>
                    </a:cubicBezTo>
                    <a:cubicBezTo>
                      <a:pt x="507" y="423"/>
                      <a:pt x="507" y="423"/>
                      <a:pt x="507" y="423"/>
                    </a:cubicBezTo>
                    <a:cubicBezTo>
                      <a:pt x="500" y="414"/>
                      <a:pt x="500" y="414"/>
                      <a:pt x="500" y="414"/>
                    </a:cubicBezTo>
                    <a:cubicBezTo>
                      <a:pt x="500" y="412"/>
                      <a:pt x="500" y="412"/>
                      <a:pt x="500" y="412"/>
                    </a:cubicBezTo>
                    <a:cubicBezTo>
                      <a:pt x="504" y="414"/>
                      <a:pt x="504" y="414"/>
                      <a:pt x="504" y="414"/>
                    </a:cubicBezTo>
                    <a:cubicBezTo>
                      <a:pt x="508" y="418"/>
                      <a:pt x="508" y="418"/>
                      <a:pt x="508" y="418"/>
                    </a:cubicBezTo>
                    <a:cubicBezTo>
                      <a:pt x="515" y="421"/>
                      <a:pt x="515" y="421"/>
                      <a:pt x="515" y="421"/>
                    </a:cubicBezTo>
                    <a:cubicBezTo>
                      <a:pt x="518" y="423"/>
                      <a:pt x="518" y="423"/>
                      <a:pt x="518" y="423"/>
                    </a:cubicBezTo>
                    <a:moveTo>
                      <a:pt x="338" y="155"/>
                    </a:moveTo>
                    <a:cubicBezTo>
                      <a:pt x="329" y="155"/>
                      <a:pt x="324" y="150"/>
                      <a:pt x="321" y="141"/>
                    </a:cubicBezTo>
                    <a:cubicBezTo>
                      <a:pt x="326" y="143"/>
                      <a:pt x="331" y="145"/>
                      <a:pt x="337" y="149"/>
                    </a:cubicBezTo>
                    <a:cubicBezTo>
                      <a:pt x="337" y="151"/>
                      <a:pt x="338" y="153"/>
                      <a:pt x="339" y="155"/>
                    </a:cubicBezTo>
                    <a:cubicBezTo>
                      <a:pt x="339" y="155"/>
                      <a:pt x="338" y="155"/>
                      <a:pt x="338" y="155"/>
                    </a:cubicBezTo>
                    <a:moveTo>
                      <a:pt x="307" y="172"/>
                    </a:moveTo>
                    <a:cubicBezTo>
                      <a:pt x="310" y="172"/>
                      <a:pt x="313" y="172"/>
                      <a:pt x="316" y="170"/>
                    </a:cubicBezTo>
                    <a:cubicBezTo>
                      <a:pt x="319" y="159"/>
                      <a:pt x="320" y="157"/>
                      <a:pt x="287" y="142"/>
                    </a:cubicBezTo>
                    <a:cubicBezTo>
                      <a:pt x="287" y="142"/>
                      <a:pt x="286" y="141"/>
                      <a:pt x="286" y="141"/>
                    </a:cubicBezTo>
                    <a:cubicBezTo>
                      <a:pt x="286" y="140"/>
                      <a:pt x="287" y="138"/>
                      <a:pt x="288" y="137"/>
                    </a:cubicBezTo>
                    <a:cubicBezTo>
                      <a:pt x="292" y="137"/>
                      <a:pt x="295" y="137"/>
                      <a:pt x="299" y="137"/>
                    </a:cubicBezTo>
                    <a:cubicBezTo>
                      <a:pt x="303" y="137"/>
                      <a:pt x="306" y="137"/>
                      <a:pt x="310" y="138"/>
                    </a:cubicBezTo>
                    <a:cubicBezTo>
                      <a:pt x="313" y="142"/>
                      <a:pt x="317" y="147"/>
                      <a:pt x="320" y="151"/>
                    </a:cubicBezTo>
                    <a:cubicBezTo>
                      <a:pt x="327" y="156"/>
                      <a:pt x="327" y="156"/>
                      <a:pt x="327" y="156"/>
                    </a:cubicBezTo>
                    <a:cubicBezTo>
                      <a:pt x="335" y="166"/>
                      <a:pt x="335" y="166"/>
                      <a:pt x="335" y="166"/>
                    </a:cubicBezTo>
                    <a:cubicBezTo>
                      <a:pt x="325" y="164"/>
                      <a:pt x="325" y="164"/>
                      <a:pt x="325" y="164"/>
                    </a:cubicBezTo>
                    <a:cubicBezTo>
                      <a:pt x="326" y="178"/>
                      <a:pt x="326" y="178"/>
                      <a:pt x="326" y="178"/>
                    </a:cubicBezTo>
                    <a:cubicBezTo>
                      <a:pt x="333" y="185"/>
                      <a:pt x="333" y="185"/>
                      <a:pt x="333" y="185"/>
                    </a:cubicBezTo>
                    <a:cubicBezTo>
                      <a:pt x="336" y="189"/>
                      <a:pt x="336" y="189"/>
                      <a:pt x="336" y="189"/>
                    </a:cubicBezTo>
                    <a:cubicBezTo>
                      <a:pt x="326" y="188"/>
                      <a:pt x="325" y="188"/>
                      <a:pt x="318" y="183"/>
                    </a:cubicBezTo>
                    <a:cubicBezTo>
                      <a:pt x="319" y="185"/>
                      <a:pt x="320" y="188"/>
                      <a:pt x="321" y="190"/>
                    </a:cubicBezTo>
                    <a:cubicBezTo>
                      <a:pt x="323" y="191"/>
                      <a:pt x="327" y="192"/>
                      <a:pt x="329" y="193"/>
                    </a:cubicBezTo>
                    <a:cubicBezTo>
                      <a:pt x="333" y="199"/>
                      <a:pt x="333" y="199"/>
                      <a:pt x="333" y="199"/>
                    </a:cubicBezTo>
                    <a:cubicBezTo>
                      <a:pt x="333" y="199"/>
                      <a:pt x="333" y="199"/>
                      <a:pt x="332" y="199"/>
                    </a:cubicBezTo>
                    <a:cubicBezTo>
                      <a:pt x="325" y="199"/>
                      <a:pt x="319" y="195"/>
                      <a:pt x="313" y="193"/>
                    </a:cubicBezTo>
                    <a:cubicBezTo>
                      <a:pt x="309" y="189"/>
                      <a:pt x="309" y="189"/>
                      <a:pt x="309" y="189"/>
                    </a:cubicBezTo>
                    <a:cubicBezTo>
                      <a:pt x="299" y="177"/>
                      <a:pt x="299" y="177"/>
                      <a:pt x="299" y="177"/>
                    </a:cubicBezTo>
                    <a:cubicBezTo>
                      <a:pt x="286" y="171"/>
                      <a:pt x="286" y="171"/>
                      <a:pt x="280" y="166"/>
                    </a:cubicBezTo>
                    <a:cubicBezTo>
                      <a:pt x="289" y="167"/>
                      <a:pt x="298" y="172"/>
                      <a:pt x="307" y="172"/>
                    </a:cubicBezTo>
                    <a:moveTo>
                      <a:pt x="210" y="120"/>
                    </a:moveTo>
                    <a:cubicBezTo>
                      <a:pt x="209" y="120"/>
                      <a:pt x="208" y="120"/>
                      <a:pt x="207" y="119"/>
                    </a:cubicBezTo>
                    <a:cubicBezTo>
                      <a:pt x="203" y="119"/>
                      <a:pt x="190" y="109"/>
                      <a:pt x="188" y="99"/>
                    </a:cubicBezTo>
                    <a:cubicBezTo>
                      <a:pt x="194" y="100"/>
                      <a:pt x="197" y="100"/>
                      <a:pt x="200" y="110"/>
                    </a:cubicBezTo>
                    <a:cubicBezTo>
                      <a:pt x="208" y="111"/>
                      <a:pt x="208" y="111"/>
                      <a:pt x="208" y="111"/>
                    </a:cubicBezTo>
                    <a:cubicBezTo>
                      <a:pt x="213" y="113"/>
                      <a:pt x="219" y="115"/>
                      <a:pt x="224" y="117"/>
                    </a:cubicBezTo>
                    <a:cubicBezTo>
                      <a:pt x="222" y="115"/>
                      <a:pt x="220" y="112"/>
                      <a:pt x="218" y="110"/>
                    </a:cubicBezTo>
                    <a:cubicBezTo>
                      <a:pt x="260" y="129"/>
                      <a:pt x="262" y="130"/>
                      <a:pt x="267" y="136"/>
                    </a:cubicBezTo>
                    <a:cubicBezTo>
                      <a:pt x="265" y="137"/>
                      <a:pt x="263" y="137"/>
                      <a:pt x="260" y="137"/>
                    </a:cubicBezTo>
                    <a:cubicBezTo>
                      <a:pt x="255" y="137"/>
                      <a:pt x="249" y="136"/>
                      <a:pt x="238" y="132"/>
                    </a:cubicBezTo>
                    <a:cubicBezTo>
                      <a:pt x="239" y="132"/>
                      <a:pt x="240" y="131"/>
                      <a:pt x="241" y="130"/>
                    </a:cubicBezTo>
                    <a:cubicBezTo>
                      <a:pt x="239" y="126"/>
                      <a:pt x="239" y="126"/>
                      <a:pt x="239" y="126"/>
                    </a:cubicBezTo>
                    <a:cubicBezTo>
                      <a:pt x="229" y="121"/>
                      <a:pt x="229" y="121"/>
                      <a:pt x="229" y="121"/>
                    </a:cubicBezTo>
                    <a:cubicBezTo>
                      <a:pt x="227" y="123"/>
                      <a:pt x="227" y="123"/>
                      <a:pt x="227" y="123"/>
                    </a:cubicBezTo>
                    <a:cubicBezTo>
                      <a:pt x="221" y="119"/>
                      <a:pt x="221" y="119"/>
                      <a:pt x="221" y="119"/>
                    </a:cubicBezTo>
                    <a:cubicBezTo>
                      <a:pt x="220" y="119"/>
                      <a:pt x="219" y="119"/>
                      <a:pt x="218" y="119"/>
                    </a:cubicBezTo>
                    <a:cubicBezTo>
                      <a:pt x="218" y="124"/>
                      <a:pt x="218" y="124"/>
                      <a:pt x="218" y="124"/>
                    </a:cubicBezTo>
                    <a:cubicBezTo>
                      <a:pt x="215" y="123"/>
                      <a:pt x="213" y="122"/>
                      <a:pt x="211" y="121"/>
                    </a:cubicBezTo>
                    <a:cubicBezTo>
                      <a:pt x="210" y="120"/>
                      <a:pt x="210" y="120"/>
                      <a:pt x="210" y="120"/>
                    </a:cubicBezTo>
                    <a:cubicBezTo>
                      <a:pt x="210" y="120"/>
                      <a:pt x="210" y="120"/>
                      <a:pt x="210" y="120"/>
                    </a:cubicBezTo>
                    <a:moveTo>
                      <a:pt x="233" y="0"/>
                    </a:moveTo>
                    <a:cubicBezTo>
                      <a:pt x="233" y="1"/>
                      <a:pt x="242" y="5"/>
                      <a:pt x="242" y="5"/>
                    </a:cubicBezTo>
                    <a:cubicBezTo>
                      <a:pt x="245" y="7"/>
                      <a:pt x="245" y="7"/>
                      <a:pt x="245" y="7"/>
                    </a:cubicBezTo>
                    <a:cubicBezTo>
                      <a:pt x="253" y="11"/>
                      <a:pt x="261" y="15"/>
                      <a:pt x="267" y="18"/>
                    </a:cubicBezTo>
                    <a:cubicBezTo>
                      <a:pt x="267" y="19"/>
                      <a:pt x="267" y="19"/>
                      <a:pt x="267" y="19"/>
                    </a:cubicBezTo>
                    <a:cubicBezTo>
                      <a:pt x="272" y="23"/>
                      <a:pt x="278" y="26"/>
                      <a:pt x="283" y="30"/>
                    </a:cubicBezTo>
                    <a:cubicBezTo>
                      <a:pt x="282" y="30"/>
                      <a:pt x="281" y="30"/>
                      <a:pt x="281" y="30"/>
                    </a:cubicBezTo>
                    <a:cubicBezTo>
                      <a:pt x="276" y="30"/>
                      <a:pt x="273" y="29"/>
                      <a:pt x="262" y="22"/>
                    </a:cubicBezTo>
                    <a:cubicBezTo>
                      <a:pt x="260" y="22"/>
                      <a:pt x="260" y="22"/>
                      <a:pt x="260" y="22"/>
                    </a:cubicBezTo>
                    <a:cubicBezTo>
                      <a:pt x="261" y="23"/>
                      <a:pt x="261" y="23"/>
                      <a:pt x="261" y="23"/>
                    </a:cubicBezTo>
                    <a:cubicBezTo>
                      <a:pt x="259" y="23"/>
                      <a:pt x="258" y="23"/>
                      <a:pt x="257" y="23"/>
                    </a:cubicBezTo>
                    <a:cubicBezTo>
                      <a:pt x="256" y="23"/>
                      <a:pt x="256" y="23"/>
                      <a:pt x="256" y="23"/>
                    </a:cubicBezTo>
                    <a:cubicBezTo>
                      <a:pt x="259" y="27"/>
                      <a:pt x="259" y="27"/>
                      <a:pt x="266" y="31"/>
                    </a:cubicBezTo>
                    <a:cubicBezTo>
                      <a:pt x="275" y="37"/>
                      <a:pt x="276" y="37"/>
                      <a:pt x="277" y="42"/>
                    </a:cubicBezTo>
                    <a:cubicBezTo>
                      <a:pt x="239" y="24"/>
                      <a:pt x="219" y="19"/>
                      <a:pt x="208" y="19"/>
                    </a:cubicBezTo>
                    <a:cubicBezTo>
                      <a:pt x="202" y="19"/>
                      <a:pt x="198" y="20"/>
                      <a:pt x="195" y="21"/>
                    </a:cubicBezTo>
                    <a:cubicBezTo>
                      <a:pt x="196" y="22"/>
                      <a:pt x="197" y="23"/>
                      <a:pt x="198" y="24"/>
                    </a:cubicBezTo>
                    <a:cubicBezTo>
                      <a:pt x="198" y="25"/>
                      <a:pt x="197" y="27"/>
                      <a:pt x="197" y="28"/>
                    </a:cubicBezTo>
                    <a:cubicBezTo>
                      <a:pt x="192" y="29"/>
                      <a:pt x="189" y="29"/>
                      <a:pt x="185" y="29"/>
                    </a:cubicBezTo>
                    <a:cubicBezTo>
                      <a:pt x="181" y="29"/>
                      <a:pt x="176" y="28"/>
                      <a:pt x="165" y="27"/>
                    </a:cubicBezTo>
                    <a:cubicBezTo>
                      <a:pt x="164" y="28"/>
                      <a:pt x="162" y="28"/>
                      <a:pt x="161" y="29"/>
                    </a:cubicBezTo>
                    <a:cubicBezTo>
                      <a:pt x="163" y="31"/>
                      <a:pt x="165" y="34"/>
                      <a:pt x="166" y="36"/>
                    </a:cubicBezTo>
                    <a:cubicBezTo>
                      <a:pt x="165" y="36"/>
                      <a:pt x="165" y="36"/>
                      <a:pt x="164" y="36"/>
                    </a:cubicBezTo>
                    <a:cubicBezTo>
                      <a:pt x="162" y="36"/>
                      <a:pt x="159" y="36"/>
                      <a:pt x="157" y="35"/>
                    </a:cubicBezTo>
                    <a:cubicBezTo>
                      <a:pt x="133" y="35"/>
                      <a:pt x="133" y="35"/>
                      <a:pt x="133" y="35"/>
                    </a:cubicBezTo>
                    <a:cubicBezTo>
                      <a:pt x="128" y="32"/>
                      <a:pt x="128" y="32"/>
                      <a:pt x="128" y="32"/>
                    </a:cubicBezTo>
                    <a:cubicBezTo>
                      <a:pt x="123" y="32"/>
                      <a:pt x="123" y="32"/>
                      <a:pt x="123" y="32"/>
                    </a:cubicBezTo>
                    <a:cubicBezTo>
                      <a:pt x="124" y="33"/>
                      <a:pt x="125" y="35"/>
                      <a:pt x="125" y="36"/>
                    </a:cubicBezTo>
                    <a:cubicBezTo>
                      <a:pt x="124" y="37"/>
                      <a:pt x="123" y="39"/>
                      <a:pt x="122" y="39"/>
                    </a:cubicBezTo>
                    <a:cubicBezTo>
                      <a:pt x="120" y="38"/>
                      <a:pt x="120" y="38"/>
                      <a:pt x="120" y="38"/>
                    </a:cubicBezTo>
                    <a:cubicBezTo>
                      <a:pt x="121" y="40"/>
                      <a:pt x="121" y="40"/>
                      <a:pt x="121" y="40"/>
                    </a:cubicBezTo>
                    <a:cubicBezTo>
                      <a:pt x="120" y="41"/>
                      <a:pt x="119" y="41"/>
                      <a:pt x="118" y="41"/>
                    </a:cubicBezTo>
                    <a:cubicBezTo>
                      <a:pt x="118" y="41"/>
                      <a:pt x="117" y="41"/>
                      <a:pt x="116" y="40"/>
                    </a:cubicBezTo>
                    <a:cubicBezTo>
                      <a:pt x="118" y="39"/>
                      <a:pt x="118" y="39"/>
                      <a:pt x="118" y="39"/>
                    </a:cubicBezTo>
                    <a:cubicBezTo>
                      <a:pt x="113" y="36"/>
                      <a:pt x="113" y="36"/>
                      <a:pt x="113" y="36"/>
                    </a:cubicBezTo>
                    <a:cubicBezTo>
                      <a:pt x="111" y="36"/>
                      <a:pt x="111" y="36"/>
                      <a:pt x="111" y="36"/>
                    </a:cubicBezTo>
                    <a:cubicBezTo>
                      <a:pt x="111" y="35"/>
                      <a:pt x="112" y="34"/>
                      <a:pt x="112" y="33"/>
                    </a:cubicBezTo>
                    <a:cubicBezTo>
                      <a:pt x="111" y="31"/>
                      <a:pt x="109" y="29"/>
                      <a:pt x="108" y="28"/>
                    </a:cubicBezTo>
                    <a:cubicBezTo>
                      <a:pt x="102" y="27"/>
                      <a:pt x="97" y="27"/>
                      <a:pt x="92" y="27"/>
                    </a:cubicBezTo>
                    <a:cubicBezTo>
                      <a:pt x="91" y="26"/>
                      <a:pt x="91" y="26"/>
                      <a:pt x="91" y="26"/>
                    </a:cubicBezTo>
                    <a:cubicBezTo>
                      <a:pt x="88" y="26"/>
                      <a:pt x="88" y="26"/>
                      <a:pt x="88" y="26"/>
                    </a:cubicBezTo>
                    <a:cubicBezTo>
                      <a:pt x="86" y="26"/>
                      <a:pt x="86" y="26"/>
                      <a:pt x="86" y="26"/>
                    </a:cubicBezTo>
                    <a:cubicBezTo>
                      <a:pt x="82" y="23"/>
                      <a:pt x="80" y="21"/>
                      <a:pt x="77" y="20"/>
                    </a:cubicBezTo>
                    <a:cubicBezTo>
                      <a:pt x="77" y="20"/>
                      <a:pt x="76" y="21"/>
                      <a:pt x="78" y="23"/>
                    </a:cubicBezTo>
                    <a:cubicBezTo>
                      <a:pt x="83" y="27"/>
                      <a:pt x="83" y="27"/>
                      <a:pt x="83" y="27"/>
                    </a:cubicBezTo>
                    <a:cubicBezTo>
                      <a:pt x="82" y="27"/>
                      <a:pt x="82" y="27"/>
                      <a:pt x="81" y="27"/>
                    </a:cubicBezTo>
                    <a:cubicBezTo>
                      <a:pt x="79" y="25"/>
                      <a:pt x="79" y="25"/>
                      <a:pt x="79" y="25"/>
                    </a:cubicBezTo>
                    <a:cubicBezTo>
                      <a:pt x="74" y="24"/>
                      <a:pt x="74" y="24"/>
                      <a:pt x="74" y="24"/>
                    </a:cubicBezTo>
                    <a:cubicBezTo>
                      <a:pt x="73" y="25"/>
                      <a:pt x="73" y="25"/>
                      <a:pt x="73" y="25"/>
                    </a:cubicBezTo>
                    <a:cubicBezTo>
                      <a:pt x="69" y="23"/>
                      <a:pt x="69" y="23"/>
                      <a:pt x="69" y="23"/>
                    </a:cubicBezTo>
                    <a:cubicBezTo>
                      <a:pt x="67" y="23"/>
                      <a:pt x="65" y="23"/>
                      <a:pt x="63" y="24"/>
                    </a:cubicBezTo>
                    <a:cubicBezTo>
                      <a:pt x="63" y="26"/>
                      <a:pt x="63" y="26"/>
                      <a:pt x="63" y="26"/>
                    </a:cubicBezTo>
                    <a:cubicBezTo>
                      <a:pt x="68" y="30"/>
                      <a:pt x="68" y="30"/>
                      <a:pt x="68" y="30"/>
                    </a:cubicBezTo>
                    <a:cubicBezTo>
                      <a:pt x="56" y="34"/>
                      <a:pt x="46" y="42"/>
                      <a:pt x="29" y="55"/>
                    </a:cubicBezTo>
                    <a:cubicBezTo>
                      <a:pt x="28" y="55"/>
                      <a:pt x="27" y="53"/>
                      <a:pt x="26" y="52"/>
                    </a:cubicBezTo>
                    <a:cubicBezTo>
                      <a:pt x="25" y="51"/>
                      <a:pt x="24" y="49"/>
                      <a:pt x="24" y="48"/>
                    </a:cubicBezTo>
                    <a:cubicBezTo>
                      <a:pt x="7" y="49"/>
                      <a:pt x="7" y="49"/>
                      <a:pt x="0" y="56"/>
                    </a:cubicBezTo>
                    <a:cubicBezTo>
                      <a:pt x="5" y="61"/>
                      <a:pt x="5" y="61"/>
                      <a:pt x="5" y="61"/>
                    </a:cubicBezTo>
                    <a:cubicBezTo>
                      <a:pt x="6" y="62"/>
                      <a:pt x="9" y="62"/>
                      <a:pt x="20" y="64"/>
                    </a:cubicBezTo>
                    <a:cubicBezTo>
                      <a:pt x="20" y="65"/>
                      <a:pt x="20" y="67"/>
                      <a:pt x="21" y="68"/>
                    </a:cubicBezTo>
                    <a:cubicBezTo>
                      <a:pt x="27" y="75"/>
                      <a:pt x="27" y="75"/>
                      <a:pt x="27" y="75"/>
                    </a:cubicBezTo>
                    <a:cubicBezTo>
                      <a:pt x="42" y="71"/>
                      <a:pt x="42" y="71"/>
                      <a:pt x="45" y="68"/>
                    </a:cubicBezTo>
                    <a:cubicBezTo>
                      <a:pt x="45" y="67"/>
                      <a:pt x="45" y="65"/>
                      <a:pt x="44" y="64"/>
                    </a:cubicBezTo>
                    <a:cubicBezTo>
                      <a:pt x="50" y="64"/>
                      <a:pt x="53" y="65"/>
                      <a:pt x="56" y="65"/>
                    </a:cubicBezTo>
                    <a:cubicBezTo>
                      <a:pt x="58" y="65"/>
                      <a:pt x="59" y="64"/>
                      <a:pt x="61" y="64"/>
                    </a:cubicBezTo>
                    <a:cubicBezTo>
                      <a:pt x="61" y="62"/>
                      <a:pt x="60" y="60"/>
                      <a:pt x="60" y="59"/>
                    </a:cubicBezTo>
                    <a:cubicBezTo>
                      <a:pt x="61" y="59"/>
                      <a:pt x="61" y="59"/>
                      <a:pt x="62" y="59"/>
                    </a:cubicBezTo>
                    <a:cubicBezTo>
                      <a:pt x="64" y="59"/>
                      <a:pt x="67" y="59"/>
                      <a:pt x="69" y="60"/>
                    </a:cubicBezTo>
                    <a:cubicBezTo>
                      <a:pt x="70" y="70"/>
                      <a:pt x="76" y="72"/>
                      <a:pt x="84" y="72"/>
                    </a:cubicBezTo>
                    <a:cubicBezTo>
                      <a:pt x="88" y="72"/>
                      <a:pt x="93" y="72"/>
                      <a:pt x="97" y="71"/>
                    </a:cubicBezTo>
                    <a:cubicBezTo>
                      <a:pt x="97" y="72"/>
                      <a:pt x="97" y="74"/>
                      <a:pt x="97" y="75"/>
                    </a:cubicBezTo>
                    <a:cubicBezTo>
                      <a:pt x="89" y="79"/>
                      <a:pt x="83" y="81"/>
                      <a:pt x="86" y="93"/>
                    </a:cubicBezTo>
                    <a:cubicBezTo>
                      <a:pt x="126" y="106"/>
                      <a:pt x="126" y="106"/>
                      <a:pt x="159" y="120"/>
                    </a:cubicBezTo>
                    <a:cubicBezTo>
                      <a:pt x="159" y="119"/>
                      <a:pt x="161" y="118"/>
                      <a:pt x="161" y="117"/>
                    </a:cubicBezTo>
                    <a:cubicBezTo>
                      <a:pt x="176" y="118"/>
                      <a:pt x="176" y="118"/>
                      <a:pt x="188" y="123"/>
                    </a:cubicBezTo>
                    <a:cubicBezTo>
                      <a:pt x="190" y="123"/>
                      <a:pt x="191" y="122"/>
                      <a:pt x="192" y="121"/>
                    </a:cubicBezTo>
                    <a:cubicBezTo>
                      <a:pt x="193" y="123"/>
                      <a:pt x="194" y="124"/>
                      <a:pt x="194" y="125"/>
                    </a:cubicBezTo>
                    <a:cubicBezTo>
                      <a:pt x="199" y="126"/>
                      <a:pt x="203" y="127"/>
                      <a:pt x="206" y="128"/>
                    </a:cubicBezTo>
                    <a:cubicBezTo>
                      <a:pt x="207" y="131"/>
                      <a:pt x="207" y="131"/>
                      <a:pt x="207" y="131"/>
                    </a:cubicBezTo>
                    <a:cubicBezTo>
                      <a:pt x="206" y="132"/>
                      <a:pt x="206" y="132"/>
                      <a:pt x="206" y="132"/>
                    </a:cubicBezTo>
                    <a:cubicBezTo>
                      <a:pt x="202" y="127"/>
                      <a:pt x="202" y="127"/>
                      <a:pt x="202" y="127"/>
                    </a:cubicBezTo>
                    <a:cubicBezTo>
                      <a:pt x="198" y="130"/>
                      <a:pt x="198" y="130"/>
                      <a:pt x="198" y="130"/>
                    </a:cubicBezTo>
                    <a:cubicBezTo>
                      <a:pt x="200" y="134"/>
                      <a:pt x="200" y="134"/>
                      <a:pt x="200" y="134"/>
                    </a:cubicBezTo>
                    <a:cubicBezTo>
                      <a:pt x="197" y="137"/>
                      <a:pt x="197" y="137"/>
                      <a:pt x="197" y="137"/>
                    </a:cubicBezTo>
                    <a:cubicBezTo>
                      <a:pt x="191" y="133"/>
                      <a:pt x="191" y="133"/>
                      <a:pt x="191" y="133"/>
                    </a:cubicBezTo>
                    <a:cubicBezTo>
                      <a:pt x="188" y="135"/>
                      <a:pt x="188" y="135"/>
                      <a:pt x="188" y="135"/>
                    </a:cubicBezTo>
                    <a:cubicBezTo>
                      <a:pt x="190" y="141"/>
                      <a:pt x="190" y="141"/>
                      <a:pt x="190" y="141"/>
                    </a:cubicBezTo>
                    <a:cubicBezTo>
                      <a:pt x="185" y="140"/>
                      <a:pt x="185" y="140"/>
                      <a:pt x="185" y="140"/>
                    </a:cubicBezTo>
                    <a:cubicBezTo>
                      <a:pt x="186" y="145"/>
                      <a:pt x="186" y="145"/>
                      <a:pt x="186" y="145"/>
                    </a:cubicBezTo>
                    <a:cubicBezTo>
                      <a:pt x="191" y="149"/>
                      <a:pt x="191" y="149"/>
                      <a:pt x="191" y="149"/>
                    </a:cubicBezTo>
                    <a:cubicBezTo>
                      <a:pt x="188" y="151"/>
                      <a:pt x="188" y="151"/>
                      <a:pt x="188" y="151"/>
                    </a:cubicBezTo>
                    <a:cubicBezTo>
                      <a:pt x="182" y="146"/>
                      <a:pt x="182" y="146"/>
                      <a:pt x="182" y="146"/>
                    </a:cubicBezTo>
                    <a:cubicBezTo>
                      <a:pt x="178" y="148"/>
                      <a:pt x="178" y="148"/>
                      <a:pt x="178" y="148"/>
                    </a:cubicBezTo>
                    <a:cubicBezTo>
                      <a:pt x="182" y="156"/>
                      <a:pt x="182" y="156"/>
                      <a:pt x="182" y="156"/>
                    </a:cubicBezTo>
                    <a:cubicBezTo>
                      <a:pt x="188" y="156"/>
                      <a:pt x="188" y="156"/>
                      <a:pt x="188" y="156"/>
                    </a:cubicBezTo>
                    <a:cubicBezTo>
                      <a:pt x="189" y="154"/>
                      <a:pt x="189" y="154"/>
                      <a:pt x="189" y="154"/>
                    </a:cubicBezTo>
                    <a:cubicBezTo>
                      <a:pt x="190" y="156"/>
                      <a:pt x="191" y="157"/>
                      <a:pt x="192" y="159"/>
                    </a:cubicBezTo>
                    <a:cubicBezTo>
                      <a:pt x="188" y="161"/>
                      <a:pt x="188" y="161"/>
                      <a:pt x="188" y="161"/>
                    </a:cubicBezTo>
                    <a:cubicBezTo>
                      <a:pt x="190" y="166"/>
                      <a:pt x="190" y="166"/>
                      <a:pt x="190" y="166"/>
                    </a:cubicBezTo>
                    <a:cubicBezTo>
                      <a:pt x="185" y="175"/>
                      <a:pt x="185" y="175"/>
                      <a:pt x="185" y="175"/>
                    </a:cubicBezTo>
                    <a:cubicBezTo>
                      <a:pt x="188" y="183"/>
                      <a:pt x="188" y="183"/>
                      <a:pt x="188" y="183"/>
                    </a:cubicBezTo>
                    <a:cubicBezTo>
                      <a:pt x="185" y="185"/>
                      <a:pt x="185" y="185"/>
                      <a:pt x="185" y="185"/>
                    </a:cubicBezTo>
                    <a:cubicBezTo>
                      <a:pt x="188" y="203"/>
                      <a:pt x="188" y="203"/>
                      <a:pt x="188" y="203"/>
                    </a:cubicBezTo>
                    <a:cubicBezTo>
                      <a:pt x="184" y="208"/>
                      <a:pt x="184" y="208"/>
                      <a:pt x="184" y="208"/>
                    </a:cubicBezTo>
                    <a:cubicBezTo>
                      <a:pt x="181" y="215"/>
                      <a:pt x="181" y="215"/>
                      <a:pt x="181" y="215"/>
                    </a:cubicBezTo>
                    <a:cubicBezTo>
                      <a:pt x="186" y="218"/>
                      <a:pt x="186" y="218"/>
                      <a:pt x="186" y="218"/>
                    </a:cubicBezTo>
                    <a:cubicBezTo>
                      <a:pt x="184" y="219"/>
                      <a:pt x="182" y="219"/>
                      <a:pt x="180" y="219"/>
                    </a:cubicBezTo>
                    <a:cubicBezTo>
                      <a:pt x="180" y="222"/>
                      <a:pt x="179" y="225"/>
                      <a:pt x="179" y="227"/>
                    </a:cubicBezTo>
                    <a:cubicBezTo>
                      <a:pt x="175" y="229"/>
                      <a:pt x="169" y="232"/>
                      <a:pt x="165" y="233"/>
                    </a:cubicBezTo>
                    <a:cubicBezTo>
                      <a:pt x="163" y="243"/>
                      <a:pt x="163" y="245"/>
                      <a:pt x="177" y="261"/>
                    </a:cubicBezTo>
                    <a:cubicBezTo>
                      <a:pt x="173" y="267"/>
                      <a:pt x="173" y="267"/>
                      <a:pt x="173" y="267"/>
                    </a:cubicBezTo>
                    <a:cubicBezTo>
                      <a:pt x="173" y="269"/>
                      <a:pt x="174" y="270"/>
                      <a:pt x="174" y="272"/>
                    </a:cubicBezTo>
                    <a:cubicBezTo>
                      <a:pt x="180" y="271"/>
                      <a:pt x="180" y="271"/>
                      <a:pt x="180" y="271"/>
                    </a:cubicBezTo>
                    <a:cubicBezTo>
                      <a:pt x="179" y="280"/>
                      <a:pt x="179" y="280"/>
                      <a:pt x="179" y="280"/>
                    </a:cubicBezTo>
                    <a:cubicBezTo>
                      <a:pt x="186" y="284"/>
                      <a:pt x="186" y="284"/>
                      <a:pt x="186" y="284"/>
                    </a:cubicBezTo>
                    <a:cubicBezTo>
                      <a:pt x="198" y="288"/>
                      <a:pt x="198" y="288"/>
                      <a:pt x="198" y="288"/>
                    </a:cubicBezTo>
                    <a:cubicBezTo>
                      <a:pt x="204" y="282"/>
                      <a:pt x="204" y="282"/>
                      <a:pt x="204" y="282"/>
                    </a:cubicBezTo>
                    <a:cubicBezTo>
                      <a:pt x="206" y="273"/>
                      <a:pt x="206" y="273"/>
                      <a:pt x="206" y="273"/>
                    </a:cubicBezTo>
                    <a:cubicBezTo>
                      <a:pt x="210" y="272"/>
                      <a:pt x="210" y="272"/>
                      <a:pt x="210" y="272"/>
                    </a:cubicBezTo>
                    <a:cubicBezTo>
                      <a:pt x="209" y="266"/>
                      <a:pt x="209" y="266"/>
                      <a:pt x="209" y="266"/>
                    </a:cubicBezTo>
                    <a:cubicBezTo>
                      <a:pt x="214" y="273"/>
                      <a:pt x="214" y="273"/>
                      <a:pt x="214" y="273"/>
                    </a:cubicBezTo>
                    <a:cubicBezTo>
                      <a:pt x="221" y="278"/>
                      <a:pt x="221" y="278"/>
                      <a:pt x="221" y="278"/>
                    </a:cubicBezTo>
                    <a:cubicBezTo>
                      <a:pt x="235" y="296"/>
                      <a:pt x="235" y="296"/>
                      <a:pt x="235" y="296"/>
                    </a:cubicBezTo>
                    <a:cubicBezTo>
                      <a:pt x="242" y="308"/>
                      <a:pt x="242" y="308"/>
                      <a:pt x="242" y="308"/>
                    </a:cubicBezTo>
                    <a:cubicBezTo>
                      <a:pt x="247" y="314"/>
                      <a:pt x="247" y="314"/>
                      <a:pt x="247" y="314"/>
                    </a:cubicBezTo>
                    <a:cubicBezTo>
                      <a:pt x="254" y="313"/>
                      <a:pt x="254" y="313"/>
                      <a:pt x="254" y="313"/>
                    </a:cubicBezTo>
                    <a:cubicBezTo>
                      <a:pt x="254" y="306"/>
                      <a:pt x="254" y="306"/>
                      <a:pt x="254" y="306"/>
                    </a:cubicBezTo>
                    <a:cubicBezTo>
                      <a:pt x="256" y="306"/>
                      <a:pt x="259" y="305"/>
                      <a:pt x="261" y="305"/>
                    </a:cubicBezTo>
                    <a:cubicBezTo>
                      <a:pt x="262" y="297"/>
                      <a:pt x="262" y="297"/>
                      <a:pt x="262" y="297"/>
                    </a:cubicBezTo>
                    <a:cubicBezTo>
                      <a:pt x="257" y="275"/>
                      <a:pt x="257" y="275"/>
                      <a:pt x="257" y="275"/>
                    </a:cubicBezTo>
                    <a:cubicBezTo>
                      <a:pt x="261" y="273"/>
                      <a:pt x="261" y="273"/>
                      <a:pt x="261" y="273"/>
                    </a:cubicBezTo>
                    <a:cubicBezTo>
                      <a:pt x="264" y="266"/>
                      <a:pt x="264" y="266"/>
                      <a:pt x="264" y="266"/>
                    </a:cubicBezTo>
                    <a:cubicBezTo>
                      <a:pt x="260" y="257"/>
                      <a:pt x="260" y="257"/>
                      <a:pt x="260" y="257"/>
                    </a:cubicBezTo>
                    <a:cubicBezTo>
                      <a:pt x="254" y="252"/>
                      <a:pt x="254" y="252"/>
                      <a:pt x="254" y="252"/>
                    </a:cubicBezTo>
                    <a:cubicBezTo>
                      <a:pt x="246" y="250"/>
                      <a:pt x="246" y="250"/>
                      <a:pt x="246" y="250"/>
                    </a:cubicBezTo>
                    <a:cubicBezTo>
                      <a:pt x="239" y="238"/>
                      <a:pt x="239" y="238"/>
                      <a:pt x="239" y="238"/>
                    </a:cubicBezTo>
                    <a:cubicBezTo>
                      <a:pt x="237" y="232"/>
                      <a:pt x="237" y="232"/>
                      <a:pt x="237" y="232"/>
                    </a:cubicBezTo>
                    <a:cubicBezTo>
                      <a:pt x="239" y="224"/>
                      <a:pt x="239" y="224"/>
                      <a:pt x="239" y="224"/>
                    </a:cubicBezTo>
                    <a:cubicBezTo>
                      <a:pt x="239" y="217"/>
                      <a:pt x="239" y="217"/>
                      <a:pt x="239" y="217"/>
                    </a:cubicBezTo>
                    <a:cubicBezTo>
                      <a:pt x="243" y="216"/>
                      <a:pt x="243" y="216"/>
                      <a:pt x="243" y="216"/>
                    </a:cubicBezTo>
                    <a:cubicBezTo>
                      <a:pt x="244" y="212"/>
                      <a:pt x="244" y="212"/>
                      <a:pt x="241" y="189"/>
                    </a:cubicBezTo>
                    <a:cubicBezTo>
                      <a:pt x="242" y="188"/>
                      <a:pt x="244" y="186"/>
                      <a:pt x="245" y="184"/>
                    </a:cubicBezTo>
                    <a:cubicBezTo>
                      <a:pt x="248" y="185"/>
                      <a:pt x="253" y="186"/>
                      <a:pt x="256" y="187"/>
                    </a:cubicBezTo>
                    <a:cubicBezTo>
                      <a:pt x="258" y="189"/>
                      <a:pt x="258" y="189"/>
                      <a:pt x="258" y="189"/>
                    </a:cubicBezTo>
                    <a:cubicBezTo>
                      <a:pt x="259" y="190"/>
                      <a:pt x="260" y="192"/>
                      <a:pt x="260" y="194"/>
                    </a:cubicBezTo>
                    <a:cubicBezTo>
                      <a:pt x="259" y="194"/>
                      <a:pt x="259" y="194"/>
                      <a:pt x="259" y="194"/>
                    </a:cubicBezTo>
                    <a:cubicBezTo>
                      <a:pt x="256" y="209"/>
                      <a:pt x="256" y="209"/>
                      <a:pt x="256" y="209"/>
                    </a:cubicBezTo>
                    <a:cubicBezTo>
                      <a:pt x="257" y="215"/>
                      <a:pt x="257" y="215"/>
                      <a:pt x="257" y="215"/>
                    </a:cubicBezTo>
                    <a:cubicBezTo>
                      <a:pt x="254" y="219"/>
                      <a:pt x="254" y="219"/>
                      <a:pt x="254" y="219"/>
                    </a:cubicBezTo>
                    <a:cubicBezTo>
                      <a:pt x="258" y="229"/>
                      <a:pt x="258" y="229"/>
                      <a:pt x="258" y="229"/>
                    </a:cubicBezTo>
                    <a:cubicBezTo>
                      <a:pt x="265" y="236"/>
                      <a:pt x="265" y="236"/>
                      <a:pt x="265" y="236"/>
                    </a:cubicBezTo>
                    <a:cubicBezTo>
                      <a:pt x="267" y="240"/>
                      <a:pt x="269" y="243"/>
                      <a:pt x="271" y="247"/>
                    </a:cubicBezTo>
                    <a:cubicBezTo>
                      <a:pt x="286" y="252"/>
                      <a:pt x="286" y="252"/>
                      <a:pt x="286" y="252"/>
                    </a:cubicBezTo>
                    <a:cubicBezTo>
                      <a:pt x="293" y="250"/>
                      <a:pt x="300" y="247"/>
                      <a:pt x="307" y="245"/>
                    </a:cubicBezTo>
                    <a:cubicBezTo>
                      <a:pt x="307" y="243"/>
                      <a:pt x="307" y="241"/>
                      <a:pt x="308" y="240"/>
                    </a:cubicBezTo>
                    <a:cubicBezTo>
                      <a:pt x="314" y="246"/>
                      <a:pt x="314" y="246"/>
                      <a:pt x="314" y="246"/>
                    </a:cubicBezTo>
                    <a:cubicBezTo>
                      <a:pt x="321" y="248"/>
                      <a:pt x="321" y="248"/>
                      <a:pt x="321" y="248"/>
                    </a:cubicBezTo>
                    <a:cubicBezTo>
                      <a:pt x="320" y="249"/>
                      <a:pt x="318" y="251"/>
                      <a:pt x="317" y="253"/>
                    </a:cubicBezTo>
                    <a:cubicBezTo>
                      <a:pt x="314" y="259"/>
                      <a:pt x="312" y="259"/>
                      <a:pt x="310" y="259"/>
                    </a:cubicBezTo>
                    <a:cubicBezTo>
                      <a:pt x="303" y="257"/>
                      <a:pt x="303" y="257"/>
                      <a:pt x="303" y="257"/>
                    </a:cubicBezTo>
                    <a:cubicBezTo>
                      <a:pt x="293" y="262"/>
                      <a:pt x="293" y="262"/>
                      <a:pt x="293" y="262"/>
                    </a:cubicBezTo>
                    <a:cubicBezTo>
                      <a:pt x="295" y="269"/>
                      <a:pt x="295" y="269"/>
                      <a:pt x="295" y="269"/>
                    </a:cubicBezTo>
                    <a:cubicBezTo>
                      <a:pt x="299" y="273"/>
                      <a:pt x="299" y="273"/>
                      <a:pt x="299" y="273"/>
                    </a:cubicBezTo>
                    <a:cubicBezTo>
                      <a:pt x="305" y="274"/>
                      <a:pt x="305" y="274"/>
                      <a:pt x="305" y="274"/>
                    </a:cubicBezTo>
                    <a:cubicBezTo>
                      <a:pt x="306" y="280"/>
                      <a:pt x="306" y="280"/>
                      <a:pt x="306" y="280"/>
                    </a:cubicBezTo>
                    <a:cubicBezTo>
                      <a:pt x="307" y="282"/>
                      <a:pt x="308" y="285"/>
                      <a:pt x="309" y="288"/>
                    </a:cubicBezTo>
                    <a:cubicBezTo>
                      <a:pt x="304" y="287"/>
                      <a:pt x="297" y="285"/>
                      <a:pt x="292" y="284"/>
                    </a:cubicBezTo>
                    <a:cubicBezTo>
                      <a:pt x="289" y="294"/>
                      <a:pt x="289" y="294"/>
                      <a:pt x="289" y="294"/>
                    </a:cubicBezTo>
                    <a:cubicBezTo>
                      <a:pt x="297" y="306"/>
                      <a:pt x="297" y="306"/>
                      <a:pt x="297" y="306"/>
                    </a:cubicBezTo>
                    <a:cubicBezTo>
                      <a:pt x="300" y="312"/>
                      <a:pt x="300" y="312"/>
                      <a:pt x="300" y="312"/>
                    </a:cubicBezTo>
                    <a:cubicBezTo>
                      <a:pt x="300" y="316"/>
                      <a:pt x="300" y="316"/>
                      <a:pt x="300" y="316"/>
                    </a:cubicBezTo>
                    <a:cubicBezTo>
                      <a:pt x="298" y="316"/>
                      <a:pt x="296" y="316"/>
                      <a:pt x="294" y="316"/>
                    </a:cubicBezTo>
                    <a:cubicBezTo>
                      <a:pt x="294" y="322"/>
                      <a:pt x="294" y="322"/>
                      <a:pt x="294" y="322"/>
                    </a:cubicBezTo>
                    <a:cubicBezTo>
                      <a:pt x="290" y="322"/>
                      <a:pt x="284" y="321"/>
                      <a:pt x="280" y="319"/>
                    </a:cubicBezTo>
                    <a:cubicBezTo>
                      <a:pt x="275" y="323"/>
                      <a:pt x="270" y="328"/>
                      <a:pt x="264" y="332"/>
                    </a:cubicBezTo>
                    <a:cubicBezTo>
                      <a:pt x="261" y="331"/>
                      <a:pt x="256" y="329"/>
                      <a:pt x="253" y="327"/>
                    </a:cubicBezTo>
                    <a:cubicBezTo>
                      <a:pt x="245" y="329"/>
                      <a:pt x="239" y="330"/>
                      <a:pt x="235" y="330"/>
                    </a:cubicBezTo>
                    <a:cubicBezTo>
                      <a:pt x="220" y="330"/>
                      <a:pt x="219" y="322"/>
                      <a:pt x="221" y="313"/>
                    </a:cubicBezTo>
                    <a:cubicBezTo>
                      <a:pt x="222" y="311"/>
                      <a:pt x="225" y="308"/>
                      <a:pt x="226" y="306"/>
                    </a:cubicBezTo>
                    <a:cubicBezTo>
                      <a:pt x="222" y="301"/>
                      <a:pt x="222" y="301"/>
                      <a:pt x="222" y="301"/>
                    </a:cubicBezTo>
                    <a:cubicBezTo>
                      <a:pt x="220" y="292"/>
                      <a:pt x="220" y="292"/>
                      <a:pt x="220" y="292"/>
                    </a:cubicBezTo>
                    <a:cubicBezTo>
                      <a:pt x="217" y="295"/>
                      <a:pt x="213" y="299"/>
                      <a:pt x="209" y="301"/>
                    </a:cubicBezTo>
                    <a:cubicBezTo>
                      <a:pt x="209" y="304"/>
                      <a:pt x="208" y="308"/>
                      <a:pt x="208" y="311"/>
                    </a:cubicBezTo>
                    <a:cubicBezTo>
                      <a:pt x="217" y="324"/>
                      <a:pt x="217" y="324"/>
                      <a:pt x="217" y="324"/>
                    </a:cubicBezTo>
                    <a:cubicBezTo>
                      <a:pt x="224" y="337"/>
                      <a:pt x="224" y="337"/>
                      <a:pt x="224" y="337"/>
                    </a:cubicBezTo>
                    <a:cubicBezTo>
                      <a:pt x="219" y="342"/>
                      <a:pt x="219" y="342"/>
                      <a:pt x="219" y="342"/>
                    </a:cubicBezTo>
                    <a:cubicBezTo>
                      <a:pt x="210" y="337"/>
                      <a:pt x="210" y="337"/>
                      <a:pt x="210" y="337"/>
                    </a:cubicBezTo>
                    <a:cubicBezTo>
                      <a:pt x="206" y="341"/>
                      <a:pt x="206" y="341"/>
                      <a:pt x="206" y="341"/>
                    </a:cubicBezTo>
                    <a:cubicBezTo>
                      <a:pt x="200" y="343"/>
                      <a:pt x="200" y="343"/>
                      <a:pt x="200" y="343"/>
                    </a:cubicBezTo>
                    <a:cubicBezTo>
                      <a:pt x="200" y="351"/>
                      <a:pt x="200" y="351"/>
                      <a:pt x="200" y="351"/>
                    </a:cubicBezTo>
                    <a:cubicBezTo>
                      <a:pt x="195" y="349"/>
                      <a:pt x="195" y="349"/>
                      <a:pt x="195" y="349"/>
                    </a:cubicBezTo>
                    <a:cubicBezTo>
                      <a:pt x="190" y="369"/>
                      <a:pt x="189" y="369"/>
                      <a:pt x="179" y="374"/>
                    </a:cubicBezTo>
                    <a:cubicBezTo>
                      <a:pt x="179" y="384"/>
                      <a:pt x="179" y="384"/>
                      <a:pt x="179" y="384"/>
                    </a:cubicBezTo>
                    <a:cubicBezTo>
                      <a:pt x="173" y="387"/>
                      <a:pt x="173" y="387"/>
                      <a:pt x="173" y="387"/>
                    </a:cubicBezTo>
                    <a:cubicBezTo>
                      <a:pt x="168" y="394"/>
                      <a:pt x="168" y="394"/>
                      <a:pt x="168" y="394"/>
                    </a:cubicBezTo>
                    <a:cubicBezTo>
                      <a:pt x="160" y="395"/>
                      <a:pt x="160" y="395"/>
                      <a:pt x="160" y="395"/>
                    </a:cubicBezTo>
                    <a:cubicBezTo>
                      <a:pt x="155" y="393"/>
                      <a:pt x="155" y="393"/>
                      <a:pt x="155" y="393"/>
                    </a:cubicBezTo>
                    <a:cubicBezTo>
                      <a:pt x="159" y="403"/>
                      <a:pt x="159" y="403"/>
                      <a:pt x="159" y="403"/>
                    </a:cubicBezTo>
                    <a:cubicBezTo>
                      <a:pt x="152" y="405"/>
                      <a:pt x="152" y="405"/>
                      <a:pt x="152" y="405"/>
                    </a:cubicBezTo>
                    <a:cubicBezTo>
                      <a:pt x="147" y="406"/>
                      <a:pt x="147" y="406"/>
                      <a:pt x="147" y="406"/>
                    </a:cubicBezTo>
                    <a:cubicBezTo>
                      <a:pt x="145" y="401"/>
                      <a:pt x="145" y="401"/>
                      <a:pt x="145" y="401"/>
                    </a:cubicBezTo>
                    <a:cubicBezTo>
                      <a:pt x="136" y="401"/>
                      <a:pt x="136" y="401"/>
                      <a:pt x="136" y="401"/>
                    </a:cubicBezTo>
                    <a:cubicBezTo>
                      <a:pt x="131" y="407"/>
                      <a:pt x="131" y="407"/>
                      <a:pt x="131" y="407"/>
                    </a:cubicBezTo>
                    <a:cubicBezTo>
                      <a:pt x="134" y="411"/>
                      <a:pt x="134" y="411"/>
                      <a:pt x="134" y="411"/>
                    </a:cubicBezTo>
                    <a:cubicBezTo>
                      <a:pt x="146" y="415"/>
                      <a:pt x="146" y="415"/>
                      <a:pt x="146" y="415"/>
                    </a:cubicBezTo>
                    <a:cubicBezTo>
                      <a:pt x="157" y="425"/>
                      <a:pt x="157" y="425"/>
                      <a:pt x="157" y="425"/>
                    </a:cubicBezTo>
                    <a:cubicBezTo>
                      <a:pt x="167" y="431"/>
                      <a:pt x="167" y="431"/>
                      <a:pt x="167" y="431"/>
                    </a:cubicBezTo>
                    <a:cubicBezTo>
                      <a:pt x="172" y="439"/>
                      <a:pt x="172" y="439"/>
                      <a:pt x="172" y="439"/>
                    </a:cubicBezTo>
                    <a:cubicBezTo>
                      <a:pt x="168" y="443"/>
                      <a:pt x="168" y="443"/>
                      <a:pt x="168" y="443"/>
                    </a:cubicBezTo>
                    <a:cubicBezTo>
                      <a:pt x="168" y="452"/>
                      <a:pt x="168" y="452"/>
                      <a:pt x="168" y="452"/>
                    </a:cubicBezTo>
                    <a:cubicBezTo>
                      <a:pt x="168" y="462"/>
                      <a:pt x="168" y="462"/>
                      <a:pt x="168" y="462"/>
                    </a:cubicBezTo>
                    <a:cubicBezTo>
                      <a:pt x="142" y="465"/>
                      <a:pt x="142" y="465"/>
                      <a:pt x="142" y="465"/>
                    </a:cubicBezTo>
                    <a:cubicBezTo>
                      <a:pt x="138" y="463"/>
                      <a:pt x="138" y="463"/>
                      <a:pt x="138" y="463"/>
                    </a:cubicBezTo>
                    <a:cubicBezTo>
                      <a:pt x="114" y="463"/>
                      <a:pt x="114" y="463"/>
                      <a:pt x="114" y="463"/>
                    </a:cubicBezTo>
                    <a:cubicBezTo>
                      <a:pt x="105" y="467"/>
                      <a:pt x="105" y="467"/>
                      <a:pt x="105" y="467"/>
                    </a:cubicBezTo>
                    <a:cubicBezTo>
                      <a:pt x="101" y="471"/>
                      <a:pt x="101" y="471"/>
                      <a:pt x="101" y="471"/>
                    </a:cubicBezTo>
                    <a:cubicBezTo>
                      <a:pt x="107" y="482"/>
                      <a:pt x="107" y="482"/>
                      <a:pt x="107" y="482"/>
                    </a:cubicBezTo>
                    <a:cubicBezTo>
                      <a:pt x="107" y="508"/>
                      <a:pt x="107" y="508"/>
                      <a:pt x="107" y="508"/>
                    </a:cubicBezTo>
                    <a:cubicBezTo>
                      <a:pt x="101" y="515"/>
                      <a:pt x="101" y="515"/>
                      <a:pt x="101" y="515"/>
                    </a:cubicBezTo>
                    <a:cubicBezTo>
                      <a:pt x="110" y="527"/>
                      <a:pt x="110" y="527"/>
                      <a:pt x="110" y="527"/>
                    </a:cubicBezTo>
                    <a:cubicBezTo>
                      <a:pt x="110" y="532"/>
                      <a:pt x="111" y="537"/>
                      <a:pt x="111" y="542"/>
                    </a:cubicBezTo>
                    <a:cubicBezTo>
                      <a:pt x="124" y="540"/>
                      <a:pt x="124" y="540"/>
                      <a:pt x="124" y="540"/>
                    </a:cubicBezTo>
                    <a:cubicBezTo>
                      <a:pt x="131" y="539"/>
                      <a:pt x="131" y="539"/>
                      <a:pt x="131" y="539"/>
                    </a:cubicBezTo>
                    <a:cubicBezTo>
                      <a:pt x="136" y="545"/>
                      <a:pt x="136" y="545"/>
                      <a:pt x="136" y="545"/>
                    </a:cubicBezTo>
                    <a:cubicBezTo>
                      <a:pt x="144" y="548"/>
                      <a:pt x="144" y="548"/>
                      <a:pt x="144" y="548"/>
                    </a:cubicBezTo>
                    <a:cubicBezTo>
                      <a:pt x="157" y="542"/>
                      <a:pt x="157" y="542"/>
                      <a:pt x="157" y="542"/>
                    </a:cubicBezTo>
                    <a:cubicBezTo>
                      <a:pt x="161" y="542"/>
                      <a:pt x="166" y="541"/>
                      <a:pt x="170" y="541"/>
                    </a:cubicBezTo>
                    <a:cubicBezTo>
                      <a:pt x="179" y="537"/>
                      <a:pt x="179" y="537"/>
                      <a:pt x="179" y="537"/>
                    </a:cubicBezTo>
                    <a:cubicBezTo>
                      <a:pt x="179" y="529"/>
                      <a:pt x="179" y="529"/>
                      <a:pt x="179" y="529"/>
                    </a:cubicBezTo>
                    <a:cubicBezTo>
                      <a:pt x="185" y="530"/>
                      <a:pt x="185" y="530"/>
                      <a:pt x="185" y="530"/>
                    </a:cubicBezTo>
                    <a:cubicBezTo>
                      <a:pt x="189" y="520"/>
                      <a:pt x="189" y="520"/>
                      <a:pt x="189" y="520"/>
                    </a:cubicBezTo>
                    <a:cubicBezTo>
                      <a:pt x="187" y="512"/>
                      <a:pt x="187" y="512"/>
                      <a:pt x="187" y="512"/>
                    </a:cubicBezTo>
                    <a:cubicBezTo>
                      <a:pt x="193" y="493"/>
                      <a:pt x="193" y="493"/>
                      <a:pt x="193" y="493"/>
                    </a:cubicBezTo>
                    <a:cubicBezTo>
                      <a:pt x="199" y="488"/>
                      <a:pt x="199" y="488"/>
                      <a:pt x="199" y="488"/>
                    </a:cubicBezTo>
                    <a:cubicBezTo>
                      <a:pt x="208" y="482"/>
                      <a:pt x="208" y="482"/>
                      <a:pt x="208" y="482"/>
                    </a:cubicBezTo>
                    <a:cubicBezTo>
                      <a:pt x="209" y="474"/>
                      <a:pt x="209" y="474"/>
                      <a:pt x="209" y="474"/>
                    </a:cubicBezTo>
                    <a:cubicBezTo>
                      <a:pt x="209" y="463"/>
                      <a:pt x="209" y="463"/>
                      <a:pt x="209" y="463"/>
                    </a:cubicBezTo>
                    <a:cubicBezTo>
                      <a:pt x="219" y="460"/>
                      <a:pt x="219" y="460"/>
                      <a:pt x="219" y="460"/>
                    </a:cubicBezTo>
                    <a:cubicBezTo>
                      <a:pt x="231" y="464"/>
                      <a:pt x="231" y="464"/>
                      <a:pt x="231" y="464"/>
                    </a:cubicBezTo>
                    <a:cubicBezTo>
                      <a:pt x="237" y="465"/>
                      <a:pt x="237" y="465"/>
                      <a:pt x="237" y="465"/>
                    </a:cubicBezTo>
                    <a:cubicBezTo>
                      <a:pt x="239" y="459"/>
                      <a:pt x="245" y="456"/>
                      <a:pt x="248" y="450"/>
                    </a:cubicBezTo>
                    <a:cubicBezTo>
                      <a:pt x="250" y="450"/>
                      <a:pt x="252" y="449"/>
                      <a:pt x="254" y="449"/>
                    </a:cubicBezTo>
                    <a:cubicBezTo>
                      <a:pt x="257" y="449"/>
                      <a:pt x="259" y="450"/>
                      <a:pt x="261" y="450"/>
                    </a:cubicBezTo>
                    <a:cubicBezTo>
                      <a:pt x="263" y="455"/>
                      <a:pt x="267" y="461"/>
                      <a:pt x="269" y="466"/>
                    </a:cubicBezTo>
                    <a:cubicBezTo>
                      <a:pt x="279" y="471"/>
                      <a:pt x="279" y="471"/>
                      <a:pt x="279" y="471"/>
                    </a:cubicBezTo>
                    <a:cubicBezTo>
                      <a:pt x="290" y="480"/>
                      <a:pt x="290" y="480"/>
                      <a:pt x="290" y="480"/>
                    </a:cubicBezTo>
                    <a:cubicBezTo>
                      <a:pt x="300" y="481"/>
                      <a:pt x="300" y="481"/>
                      <a:pt x="300" y="481"/>
                    </a:cubicBezTo>
                    <a:cubicBezTo>
                      <a:pt x="310" y="493"/>
                      <a:pt x="310" y="493"/>
                      <a:pt x="310" y="493"/>
                    </a:cubicBezTo>
                    <a:cubicBezTo>
                      <a:pt x="322" y="499"/>
                      <a:pt x="322" y="499"/>
                      <a:pt x="322" y="499"/>
                    </a:cubicBezTo>
                    <a:cubicBezTo>
                      <a:pt x="321" y="512"/>
                      <a:pt x="321" y="512"/>
                      <a:pt x="321" y="512"/>
                    </a:cubicBezTo>
                    <a:cubicBezTo>
                      <a:pt x="326" y="518"/>
                      <a:pt x="326" y="518"/>
                      <a:pt x="326" y="518"/>
                    </a:cubicBezTo>
                    <a:cubicBezTo>
                      <a:pt x="327" y="514"/>
                      <a:pt x="330" y="509"/>
                      <a:pt x="333" y="506"/>
                    </a:cubicBezTo>
                    <a:cubicBezTo>
                      <a:pt x="331" y="502"/>
                      <a:pt x="329" y="497"/>
                      <a:pt x="327" y="494"/>
                    </a:cubicBezTo>
                    <a:cubicBezTo>
                      <a:pt x="328" y="493"/>
                      <a:pt x="330" y="491"/>
                      <a:pt x="331" y="489"/>
                    </a:cubicBezTo>
                    <a:cubicBezTo>
                      <a:pt x="333" y="490"/>
                      <a:pt x="335" y="491"/>
                      <a:pt x="337" y="492"/>
                    </a:cubicBezTo>
                    <a:cubicBezTo>
                      <a:pt x="338" y="491"/>
                      <a:pt x="340" y="490"/>
                      <a:pt x="341" y="489"/>
                    </a:cubicBezTo>
                    <a:cubicBezTo>
                      <a:pt x="333" y="483"/>
                      <a:pt x="331" y="482"/>
                      <a:pt x="320" y="479"/>
                    </a:cubicBezTo>
                    <a:cubicBezTo>
                      <a:pt x="319" y="477"/>
                      <a:pt x="317" y="474"/>
                      <a:pt x="316" y="472"/>
                    </a:cubicBezTo>
                    <a:cubicBezTo>
                      <a:pt x="301" y="472"/>
                      <a:pt x="301" y="472"/>
                      <a:pt x="293" y="453"/>
                    </a:cubicBezTo>
                    <a:cubicBezTo>
                      <a:pt x="278" y="446"/>
                      <a:pt x="277" y="445"/>
                      <a:pt x="274" y="435"/>
                    </a:cubicBezTo>
                    <a:cubicBezTo>
                      <a:pt x="276" y="433"/>
                      <a:pt x="278" y="431"/>
                      <a:pt x="280" y="429"/>
                    </a:cubicBezTo>
                    <a:cubicBezTo>
                      <a:pt x="283" y="426"/>
                      <a:pt x="283" y="426"/>
                      <a:pt x="283" y="426"/>
                    </a:cubicBezTo>
                    <a:cubicBezTo>
                      <a:pt x="287" y="430"/>
                      <a:pt x="287" y="430"/>
                      <a:pt x="287" y="430"/>
                    </a:cubicBezTo>
                    <a:cubicBezTo>
                      <a:pt x="288" y="436"/>
                      <a:pt x="288" y="436"/>
                      <a:pt x="288" y="436"/>
                    </a:cubicBezTo>
                    <a:cubicBezTo>
                      <a:pt x="294" y="438"/>
                      <a:pt x="294" y="438"/>
                      <a:pt x="294" y="438"/>
                    </a:cubicBezTo>
                    <a:cubicBezTo>
                      <a:pt x="298" y="436"/>
                      <a:pt x="298" y="436"/>
                      <a:pt x="298" y="436"/>
                    </a:cubicBezTo>
                    <a:cubicBezTo>
                      <a:pt x="316" y="463"/>
                      <a:pt x="349" y="474"/>
                      <a:pt x="363" y="505"/>
                    </a:cubicBezTo>
                    <a:cubicBezTo>
                      <a:pt x="365" y="505"/>
                      <a:pt x="368" y="506"/>
                      <a:pt x="370" y="506"/>
                    </a:cubicBezTo>
                    <a:cubicBezTo>
                      <a:pt x="369" y="507"/>
                      <a:pt x="368" y="509"/>
                      <a:pt x="366" y="511"/>
                    </a:cubicBezTo>
                    <a:cubicBezTo>
                      <a:pt x="369" y="519"/>
                      <a:pt x="371" y="526"/>
                      <a:pt x="383" y="528"/>
                    </a:cubicBezTo>
                    <a:cubicBezTo>
                      <a:pt x="383" y="523"/>
                      <a:pt x="383" y="523"/>
                      <a:pt x="383" y="523"/>
                    </a:cubicBezTo>
                    <a:cubicBezTo>
                      <a:pt x="382" y="522"/>
                      <a:pt x="380" y="520"/>
                      <a:pt x="379" y="519"/>
                    </a:cubicBezTo>
                    <a:cubicBezTo>
                      <a:pt x="380" y="516"/>
                      <a:pt x="381" y="516"/>
                      <a:pt x="383" y="516"/>
                    </a:cubicBezTo>
                    <a:cubicBezTo>
                      <a:pt x="384" y="513"/>
                      <a:pt x="384" y="513"/>
                      <a:pt x="384" y="513"/>
                    </a:cubicBezTo>
                    <a:cubicBezTo>
                      <a:pt x="387" y="511"/>
                      <a:pt x="387" y="511"/>
                      <a:pt x="387" y="511"/>
                    </a:cubicBezTo>
                    <a:cubicBezTo>
                      <a:pt x="385" y="505"/>
                      <a:pt x="385" y="505"/>
                      <a:pt x="385" y="505"/>
                    </a:cubicBezTo>
                    <a:cubicBezTo>
                      <a:pt x="381" y="502"/>
                      <a:pt x="381" y="502"/>
                      <a:pt x="381" y="502"/>
                    </a:cubicBezTo>
                    <a:cubicBezTo>
                      <a:pt x="377" y="500"/>
                      <a:pt x="373" y="496"/>
                      <a:pt x="371" y="493"/>
                    </a:cubicBezTo>
                    <a:cubicBezTo>
                      <a:pt x="368" y="489"/>
                      <a:pt x="368" y="489"/>
                      <a:pt x="368" y="488"/>
                    </a:cubicBezTo>
                    <a:cubicBezTo>
                      <a:pt x="367" y="487"/>
                      <a:pt x="367" y="487"/>
                      <a:pt x="367" y="487"/>
                    </a:cubicBezTo>
                    <a:cubicBezTo>
                      <a:pt x="367" y="486"/>
                      <a:pt x="367" y="486"/>
                      <a:pt x="367" y="486"/>
                    </a:cubicBezTo>
                    <a:cubicBezTo>
                      <a:pt x="367" y="486"/>
                      <a:pt x="372" y="483"/>
                      <a:pt x="372" y="483"/>
                    </a:cubicBezTo>
                    <a:cubicBezTo>
                      <a:pt x="376" y="487"/>
                      <a:pt x="376" y="487"/>
                      <a:pt x="376" y="487"/>
                    </a:cubicBezTo>
                    <a:cubicBezTo>
                      <a:pt x="378" y="484"/>
                      <a:pt x="378" y="484"/>
                      <a:pt x="378" y="484"/>
                    </a:cubicBezTo>
                    <a:cubicBezTo>
                      <a:pt x="376" y="478"/>
                      <a:pt x="376" y="478"/>
                      <a:pt x="376" y="478"/>
                    </a:cubicBezTo>
                    <a:cubicBezTo>
                      <a:pt x="380" y="477"/>
                      <a:pt x="386" y="476"/>
                      <a:pt x="390" y="475"/>
                    </a:cubicBezTo>
                    <a:cubicBezTo>
                      <a:pt x="391" y="476"/>
                      <a:pt x="393" y="478"/>
                      <a:pt x="394" y="480"/>
                    </a:cubicBezTo>
                    <a:cubicBezTo>
                      <a:pt x="396" y="479"/>
                      <a:pt x="398" y="479"/>
                      <a:pt x="400" y="479"/>
                    </a:cubicBezTo>
                    <a:cubicBezTo>
                      <a:pt x="401" y="475"/>
                      <a:pt x="404" y="471"/>
                      <a:pt x="407" y="469"/>
                    </a:cubicBezTo>
                    <a:cubicBezTo>
                      <a:pt x="410" y="471"/>
                      <a:pt x="415" y="472"/>
                      <a:pt x="418" y="474"/>
                    </a:cubicBezTo>
                    <a:cubicBezTo>
                      <a:pt x="417" y="476"/>
                      <a:pt x="416" y="478"/>
                      <a:pt x="415" y="480"/>
                    </a:cubicBezTo>
                    <a:cubicBezTo>
                      <a:pt x="402" y="483"/>
                      <a:pt x="402" y="483"/>
                      <a:pt x="397" y="488"/>
                    </a:cubicBezTo>
                    <a:cubicBezTo>
                      <a:pt x="398" y="492"/>
                      <a:pt x="398" y="492"/>
                      <a:pt x="398" y="492"/>
                    </a:cubicBezTo>
                    <a:cubicBezTo>
                      <a:pt x="404" y="493"/>
                      <a:pt x="404" y="493"/>
                      <a:pt x="404" y="493"/>
                    </a:cubicBezTo>
                    <a:cubicBezTo>
                      <a:pt x="405" y="496"/>
                      <a:pt x="406" y="502"/>
                      <a:pt x="405" y="506"/>
                    </a:cubicBezTo>
                    <a:cubicBezTo>
                      <a:pt x="418" y="521"/>
                      <a:pt x="418" y="521"/>
                      <a:pt x="437" y="526"/>
                    </a:cubicBezTo>
                    <a:cubicBezTo>
                      <a:pt x="436" y="524"/>
                      <a:pt x="435" y="521"/>
                      <a:pt x="435" y="519"/>
                    </a:cubicBezTo>
                    <a:cubicBezTo>
                      <a:pt x="436" y="519"/>
                      <a:pt x="439" y="518"/>
                      <a:pt x="441" y="517"/>
                    </a:cubicBezTo>
                    <a:cubicBezTo>
                      <a:pt x="443" y="519"/>
                      <a:pt x="447" y="521"/>
                      <a:pt x="449" y="523"/>
                    </a:cubicBezTo>
                    <a:cubicBezTo>
                      <a:pt x="452" y="523"/>
                      <a:pt x="454" y="522"/>
                      <a:pt x="457" y="522"/>
                    </a:cubicBezTo>
                    <a:cubicBezTo>
                      <a:pt x="460" y="517"/>
                      <a:pt x="460" y="517"/>
                      <a:pt x="460" y="517"/>
                    </a:cubicBezTo>
                    <a:cubicBezTo>
                      <a:pt x="468" y="515"/>
                      <a:pt x="468" y="515"/>
                      <a:pt x="468" y="515"/>
                    </a:cubicBezTo>
                    <a:cubicBezTo>
                      <a:pt x="470" y="512"/>
                      <a:pt x="470" y="512"/>
                      <a:pt x="470" y="512"/>
                    </a:cubicBezTo>
                    <a:cubicBezTo>
                      <a:pt x="475" y="513"/>
                      <a:pt x="475" y="513"/>
                      <a:pt x="475" y="513"/>
                    </a:cubicBezTo>
                    <a:cubicBezTo>
                      <a:pt x="472" y="521"/>
                      <a:pt x="472" y="521"/>
                      <a:pt x="472" y="521"/>
                    </a:cubicBezTo>
                    <a:cubicBezTo>
                      <a:pt x="477" y="533"/>
                      <a:pt x="480" y="541"/>
                      <a:pt x="474" y="578"/>
                    </a:cubicBezTo>
                    <a:cubicBezTo>
                      <a:pt x="469" y="578"/>
                      <a:pt x="466" y="579"/>
                      <a:pt x="463" y="579"/>
                    </a:cubicBezTo>
                    <a:cubicBezTo>
                      <a:pt x="460" y="579"/>
                      <a:pt x="459" y="578"/>
                      <a:pt x="456" y="576"/>
                    </a:cubicBezTo>
                    <a:cubicBezTo>
                      <a:pt x="445" y="576"/>
                      <a:pt x="436" y="583"/>
                      <a:pt x="425" y="583"/>
                    </a:cubicBezTo>
                    <a:cubicBezTo>
                      <a:pt x="423" y="583"/>
                      <a:pt x="421" y="583"/>
                      <a:pt x="418" y="582"/>
                    </a:cubicBezTo>
                    <a:cubicBezTo>
                      <a:pt x="415" y="581"/>
                      <a:pt x="413" y="581"/>
                      <a:pt x="411" y="581"/>
                    </a:cubicBezTo>
                    <a:cubicBezTo>
                      <a:pt x="409" y="581"/>
                      <a:pt x="408" y="581"/>
                      <a:pt x="407" y="581"/>
                    </a:cubicBezTo>
                    <a:cubicBezTo>
                      <a:pt x="389" y="571"/>
                      <a:pt x="389" y="571"/>
                      <a:pt x="377" y="570"/>
                    </a:cubicBezTo>
                    <a:cubicBezTo>
                      <a:pt x="368" y="582"/>
                      <a:pt x="368" y="582"/>
                      <a:pt x="368" y="582"/>
                    </a:cubicBezTo>
                    <a:cubicBezTo>
                      <a:pt x="371" y="592"/>
                      <a:pt x="371" y="592"/>
                      <a:pt x="371" y="592"/>
                    </a:cubicBezTo>
                    <a:cubicBezTo>
                      <a:pt x="366" y="603"/>
                      <a:pt x="366" y="603"/>
                      <a:pt x="366" y="603"/>
                    </a:cubicBezTo>
                    <a:cubicBezTo>
                      <a:pt x="350" y="592"/>
                      <a:pt x="350" y="592"/>
                      <a:pt x="339" y="591"/>
                    </a:cubicBezTo>
                    <a:cubicBezTo>
                      <a:pt x="324" y="575"/>
                      <a:pt x="300" y="579"/>
                      <a:pt x="285" y="563"/>
                    </a:cubicBezTo>
                    <a:cubicBezTo>
                      <a:pt x="288" y="559"/>
                      <a:pt x="290" y="555"/>
                      <a:pt x="292" y="551"/>
                    </a:cubicBezTo>
                    <a:cubicBezTo>
                      <a:pt x="290" y="550"/>
                      <a:pt x="288" y="548"/>
                      <a:pt x="286" y="547"/>
                    </a:cubicBezTo>
                    <a:cubicBezTo>
                      <a:pt x="286" y="545"/>
                      <a:pt x="286" y="543"/>
                      <a:pt x="286" y="541"/>
                    </a:cubicBezTo>
                    <a:cubicBezTo>
                      <a:pt x="287" y="539"/>
                      <a:pt x="289" y="538"/>
                      <a:pt x="291" y="536"/>
                    </a:cubicBezTo>
                    <a:cubicBezTo>
                      <a:pt x="287" y="535"/>
                      <a:pt x="283" y="532"/>
                      <a:pt x="280" y="529"/>
                    </a:cubicBezTo>
                    <a:cubicBezTo>
                      <a:pt x="207" y="548"/>
                      <a:pt x="198" y="551"/>
                      <a:pt x="191" y="551"/>
                    </a:cubicBezTo>
                    <a:cubicBezTo>
                      <a:pt x="190" y="551"/>
                      <a:pt x="190" y="551"/>
                      <a:pt x="189" y="551"/>
                    </a:cubicBezTo>
                    <a:cubicBezTo>
                      <a:pt x="186" y="554"/>
                      <a:pt x="182" y="558"/>
                      <a:pt x="179" y="561"/>
                    </a:cubicBezTo>
                    <a:cubicBezTo>
                      <a:pt x="172" y="560"/>
                      <a:pt x="163" y="560"/>
                      <a:pt x="156" y="559"/>
                    </a:cubicBezTo>
                    <a:cubicBezTo>
                      <a:pt x="151" y="559"/>
                      <a:pt x="151" y="559"/>
                      <a:pt x="151" y="559"/>
                    </a:cubicBezTo>
                    <a:cubicBezTo>
                      <a:pt x="147" y="554"/>
                      <a:pt x="147" y="554"/>
                      <a:pt x="147" y="554"/>
                    </a:cubicBezTo>
                    <a:cubicBezTo>
                      <a:pt x="146" y="554"/>
                      <a:pt x="146" y="554"/>
                      <a:pt x="126" y="580"/>
                    </a:cubicBezTo>
                    <a:cubicBezTo>
                      <a:pt x="116" y="581"/>
                      <a:pt x="116" y="581"/>
                      <a:pt x="116" y="581"/>
                    </a:cubicBezTo>
                    <a:cubicBezTo>
                      <a:pt x="107" y="595"/>
                      <a:pt x="107" y="595"/>
                      <a:pt x="107" y="595"/>
                    </a:cubicBezTo>
                    <a:cubicBezTo>
                      <a:pt x="111" y="636"/>
                      <a:pt x="67" y="648"/>
                      <a:pt x="58" y="681"/>
                    </a:cubicBezTo>
                    <a:cubicBezTo>
                      <a:pt x="50" y="686"/>
                      <a:pt x="50" y="686"/>
                      <a:pt x="50" y="686"/>
                    </a:cubicBezTo>
                    <a:cubicBezTo>
                      <a:pt x="38" y="713"/>
                      <a:pt x="38" y="713"/>
                      <a:pt x="38" y="713"/>
                    </a:cubicBezTo>
                    <a:cubicBezTo>
                      <a:pt x="38" y="716"/>
                      <a:pt x="38" y="719"/>
                      <a:pt x="38" y="722"/>
                    </a:cubicBezTo>
                    <a:cubicBezTo>
                      <a:pt x="41" y="724"/>
                      <a:pt x="45" y="729"/>
                      <a:pt x="46" y="732"/>
                    </a:cubicBezTo>
                    <a:cubicBezTo>
                      <a:pt x="45" y="734"/>
                      <a:pt x="44" y="736"/>
                      <a:pt x="43" y="738"/>
                    </a:cubicBezTo>
                    <a:cubicBezTo>
                      <a:pt x="45" y="741"/>
                      <a:pt x="48" y="745"/>
                      <a:pt x="50" y="749"/>
                    </a:cubicBezTo>
                    <a:cubicBezTo>
                      <a:pt x="40" y="778"/>
                      <a:pt x="40" y="778"/>
                      <a:pt x="37" y="782"/>
                    </a:cubicBezTo>
                    <a:cubicBezTo>
                      <a:pt x="41" y="801"/>
                      <a:pt x="45" y="814"/>
                      <a:pt x="45" y="814"/>
                    </a:cubicBezTo>
                    <a:cubicBezTo>
                      <a:pt x="53" y="824"/>
                      <a:pt x="53" y="824"/>
                      <a:pt x="77" y="851"/>
                    </a:cubicBezTo>
                    <a:cubicBezTo>
                      <a:pt x="81" y="860"/>
                      <a:pt x="81" y="860"/>
                      <a:pt x="81" y="860"/>
                    </a:cubicBezTo>
                    <a:cubicBezTo>
                      <a:pt x="93" y="870"/>
                      <a:pt x="93" y="870"/>
                      <a:pt x="93" y="870"/>
                    </a:cubicBezTo>
                    <a:cubicBezTo>
                      <a:pt x="99" y="877"/>
                      <a:pt x="99" y="877"/>
                      <a:pt x="99" y="877"/>
                    </a:cubicBezTo>
                    <a:cubicBezTo>
                      <a:pt x="109" y="883"/>
                      <a:pt x="109" y="883"/>
                      <a:pt x="109" y="883"/>
                    </a:cubicBezTo>
                    <a:cubicBezTo>
                      <a:pt x="117" y="892"/>
                      <a:pt x="127" y="895"/>
                      <a:pt x="136" y="895"/>
                    </a:cubicBezTo>
                    <a:cubicBezTo>
                      <a:pt x="143" y="895"/>
                      <a:pt x="150" y="893"/>
                      <a:pt x="158" y="891"/>
                    </a:cubicBezTo>
                    <a:cubicBezTo>
                      <a:pt x="165" y="890"/>
                      <a:pt x="172" y="888"/>
                      <a:pt x="180" y="888"/>
                    </a:cubicBezTo>
                    <a:cubicBezTo>
                      <a:pt x="181" y="888"/>
                      <a:pt x="182" y="888"/>
                      <a:pt x="183" y="888"/>
                    </a:cubicBezTo>
                    <a:cubicBezTo>
                      <a:pt x="187" y="888"/>
                      <a:pt x="190" y="888"/>
                      <a:pt x="193" y="888"/>
                    </a:cubicBezTo>
                    <a:cubicBezTo>
                      <a:pt x="240" y="879"/>
                      <a:pt x="252" y="876"/>
                      <a:pt x="256" y="876"/>
                    </a:cubicBezTo>
                    <a:cubicBezTo>
                      <a:pt x="257" y="876"/>
                      <a:pt x="258" y="877"/>
                      <a:pt x="259" y="877"/>
                    </a:cubicBezTo>
                    <a:cubicBezTo>
                      <a:pt x="260" y="887"/>
                      <a:pt x="260" y="887"/>
                      <a:pt x="260" y="887"/>
                    </a:cubicBezTo>
                    <a:cubicBezTo>
                      <a:pt x="291" y="887"/>
                      <a:pt x="291" y="887"/>
                      <a:pt x="295" y="891"/>
                    </a:cubicBezTo>
                    <a:cubicBezTo>
                      <a:pt x="298" y="906"/>
                      <a:pt x="298" y="906"/>
                      <a:pt x="292" y="925"/>
                    </a:cubicBezTo>
                    <a:cubicBezTo>
                      <a:pt x="284" y="935"/>
                      <a:pt x="284" y="935"/>
                      <a:pt x="284" y="935"/>
                    </a:cubicBezTo>
                    <a:cubicBezTo>
                      <a:pt x="285" y="942"/>
                      <a:pt x="285" y="942"/>
                      <a:pt x="285" y="942"/>
                    </a:cubicBezTo>
                    <a:cubicBezTo>
                      <a:pt x="292" y="954"/>
                      <a:pt x="302" y="964"/>
                      <a:pt x="307" y="977"/>
                    </a:cubicBezTo>
                    <a:cubicBezTo>
                      <a:pt x="308" y="986"/>
                      <a:pt x="308" y="986"/>
                      <a:pt x="308" y="986"/>
                    </a:cubicBezTo>
                    <a:cubicBezTo>
                      <a:pt x="308" y="988"/>
                      <a:pt x="308" y="990"/>
                      <a:pt x="307" y="992"/>
                    </a:cubicBezTo>
                    <a:cubicBezTo>
                      <a:pt x="313" y="1010"/>
                      <a:pt x="313" y="1010"/>
                      <a:pt x="313" y="1010"/>
                    </a:cubicBezTo>
                    <a:cubicBezTo>
                      <a:pt x="311" y="1018"/>
                      <a:pt x="311" y="1018"/>
                      <a:pt x="311" y="1018"/>
                    </a:cubicBezTo>
                    <a:cubicBezTo>
                      <a:pt x="316" y="1044"/>
                      <a:pt x="296" y="1061"/>
                      <a:pt x="289" y="1082"/>
                    </a:cubicBezTo>
                    <a:cubicBezTo>
                      <a:pt x="288" y="1085"/>
                      <a:pt x="288" y="1086"/>
                      <a:pt x="288" y="1087"/>
                    </a:cubicBezTo>
                    <a:cubicBezTo>
                      <a:pt x="288" y="1088"/>
                      <a:pt x="287" y="1089"/>
                      <a:pt x="287" y="1090"/>
                    </a:cubicBezTo>
                    <a:cubicBezTo>
                      <a:pt x="287" y="1091"/>
                      <a:pt x="287" y="1093"/>
                      <a:pt x="286" y="1094"/>
                    </a:cubicBezTo>
                    <a:cubicBezTo>
                      <a:pt x="286" y="1095"/>
                      <a:pt x="286" y="1096"/>
                      <a:pt x="286" y="1097"/>
                    </a:cubicBezTo>
                    <a:cubicBezTo>
                      <a:pt x="285" y="1098"/>
                      <a:pt x="285" y="1099"/>
                      <a:pt x="285" y="1100"/>
                    </a:cubicBezTo>
                    <a:cubicBezTo>
                      <a:pt x="285" y="1101"/>
                      <a:pt x="284" y="1102"/>
                      <a:pt x="284" y="1103"/>
                    </a:cubicBezTo>
                    <a:cubicBezTo>
                      <a:pt x="284" y="1103"/>
                      <a:pt x="284" y="1104"/>
                      <a:pt x="284" y="1105"/>
                    </a:cubicBezTo>
                    <a:cubicBezTo>
                      <a:pt x="284" y="1105"/>
                      <a:pt x="284" y="1105"/>
                      <a:pt x="284" y="1105"/>
                    </a:cubicBezTo>
                    <a:cubicBezTo>
                      <a:pt x="289" y="1118"/>
                      <a:pt x="289" y="1119"/>
                      <a:pt x="291" y="1186"/>
                    </a:cubicBezTo>
                    <a:cubicBezTo>
                      <a:pt x="289" y="1189"/>
                      <a:pt x="289" y="1189"/>
                      <a:pt x="289" y="1189"/>
                    </a:cubicBezTo>
                    <a:cubicBezTo>
                      <a:pt x="291" y="1190"/>
                      <a:pt x="291" y="1190"/>
                      <a:pt x="291" y="1190"/>
                    </a:cubicBezTo>
                    <a:cubicBezTo>
                      <a:pt x="291" y="1194"/>
                      <a:pt x="291" y="1198"/>
                      <a:pt x="291" y="1202"/>
                    </a:cubicBezTo>
                    <a:cubicBezTo>
                      <a:pt x="290" y="1210"/>
                      <a:pt x="290" y="1210"/>
                      <a:pt x="290" y="1210"/>
                    </a:cubicBezTo>
                    <a:cubicBezTo>
                      <a:pt x="292" y="1218"/>
                      <a:pt x="293" y="1219"/>
                      <a:pt x="284" y="1228"/>
                    </a:cubicBezTo>
                    <a:cubicBezTo>
                      <a:pt x="285" y="1230"/>
                      <a:pt x="285" y="1234"/>
                      <a:pt x="285" y="1236"/>
                    </a:cubicBezTo>
                    <a:cubicBezTo>
                      <a:pt x="290" y="1243"/>
                      <a:pt x="290" y="1243"/>
                      <a:pt x="290" y="1243"/>
                    </a:cubicBezTo>
                    <a:cubicBezTo>
                      <a:pt x="292" y="1242"/>
                      <a:pt x="292" y="1242"/>
                      <a:pt x="333" y="1231"/>
                    </a:cubicBezTo>
                    <a:cubicBezTo>
                      <a:pt x="341" y="1228"/>
                      <a:pt x="341" y="1228"/>
                      <a:pt x="341" y="1228"/>
                    </a:cubicBezTo>
                    <a:cubicBezTo>
                      <a:pt x="361" y="1213"/>
                      <a:pt x="378" y="1194"/>
                      <a:pt x="397" y="1179"/>
                    </a:cubicBezTo>
                    <a:cubicBezTo>
                      <a:pt x="404" y="1167"/>
                      <a:pt x="404" y="1167"/>
                      <a:pt x="404" y="1167"/>
                    </a:cubicBezTo>
                    <a:cubicBezTo>
                      <a:pt x="408" y="1162"/>
                      <a:pt x="408" y="1162"/>
                      <a:pt x="408" y="1162"/>
                    </a:cubicBezTo>
                    <a:cubicBezTo>
                      <a:pt x="408" y="1157"/>
                      <a:pt x="408" y="1157"/>
                      <a:pt x="408" y="1157"/>
                    </a:cubicBezTo>
                    <a:cubicBezTo>
                      <a:pt x="414" y="1150"/>
                      <a:pt x="414" y="1150"/>
                      <a:pt x="414" y="1150"/>
                    </a:cubicBezTo>
                    <a:cubicBezTo>
                      <a:pt x="429" y="1140"/>
                      <a:pt x="429" y="1140"/>
                      <a:pt x="429" y="1140"/>
                    </a:cubicBezTo>
                    <a:cubicBezTo>
                      <a:pt x="437" y="1123"/>
                      <a:pt x="437" y="1123"/>
                      <a:pt x="437" y="1123"/>
                    </a:cubicBezTo>
                    <a:cubicBezTo>
                      <a:pt x="440" y="1114"/>
                      <a:pt x="443" y="1105"/>
                      <a:pt x="447" y="1097"/>
                    </a:cubicBezTo>
                    <a:cubicBezTo>
                      <a:pt x="450" y="1098"/>
                      <a:pt x="451" y="1101"/>
                      <a:pt x="452" y="1105"/>
                    </a:cubicBezTo>
                    <a:cubicBezTo>
                      <a:pt x="454" y="1106"/>
                      <a:pt x="457" y="1108"/>
                      <a:pt x="460" y="1109"/>
                    </a:cubicBezTo>
                    <a:cubicBezTo>
                      <a:pt x="461" y="1115"/>
                      <a:pt x="461" y="1115"/>
                      <a:pt x="461" y="1115"/>
                    </a:cubicBezTo>
                    <a:cubicBezTo>
                      <a:pt x="464" y="1115"/>
                      <a:pt x="464" y="1115"/>
                      <a:pt x="464" y="1115"/>
                    </a:cubicBezTo>
                    <a:cubicBezTo>
                      <a:pt x="463" y="1118"/>
                      <a:pt x="461" y="1121"/>
                      <a:pt x="459" y="1124"/>
                    </a:cubicBezTo>
                    <a:cubicBezTo>
                      <a:pt x="460" y="1128"/>
                      <a:pt x="460" y="1128"/>
                      <a:pt x="460" y="1128"/>
                    </a:cubicBezTo>
                    <a:cubicBezTo>
                      <a:pt x="464" y="1129"/>
                      <a:pt x="468" y="1130"/>
                      <a:pt x="471" y="1131"/>
                    </a:cubicBezTo>
                    <a:cubicBezTo>
                      <a:pt x="471" y="1136"/>
                      <a:pt x="471" y="1136"/>
                      <a:pt x="471" y="1136"/>
                    </a:cubicBezTo>
                    <a:cubicBezTo>
                      <a:pt x="474" y="1136"/>
                      <a:pt x="474" y="1136"/>
                      <a:pt x="474" y="1136"/>
                    </a:cubicBezTo>
                    <a:cubicBezTo>
                      <a:pt x="472" y="1142"/>
                      <a:pt x="472" y="1142"/>
                      <a:pt x="473" y="1144"/>
                    </a:cubicBezTo>
                    <a:cubicBezTo>
                      <a:pt x="474" y="1144"/>
                      <a:pt x="476" y="1145"/>
                      <a:pt x="477" y="1145"/>
                    </a:cubicBezTo>
                    <a:cubicBezTo>
                      <a:pt x="480" y="1145"/>
                      <a:pt x="482" y="1143"/>
                      <a:pt x="491" y="1138"/>
                    </a:cubicBezTo>
                    <a:cubicBezTo>
                      <a:pt x="495" y="1131"/>
                      <a:pt x="495" y="1131"/>
                      <a:pt x="495" y="1131"/>
                    </a:cubicBezTo>
                    <a:cubicBezTo>
                      <a:pt x="494" y="1131"/>
                      <a:pt x="494" y="1131"/>
                      <a:pt x="494" y="1131"/>
                    </a:cubicBezTo>
                    <a:cubicBezTo>
                      <a:pt x="496" y="1128"/>
                      <a:pt x="498" y="1124"/>
                      <a:pt x="502" y="1118"/>
                    </a:cubicBezTo>
                    <a:cubicBezTo>
                      <a:pt x="505" y="1112"/>
                      <a:pt x="509" y="1106"/>
                      <a:pt x="513" y="1099"/>
                    </a:cubicBezTo>
                    <a:cubicBezTo>
                      <a:pt x="522" y="1086"/>
                      <a:pt x="534" y="1075"/>
                      <a:pt x="541" y="1061"/>
                    </a:cubicBezTo>
                    <a:cubicBezTo>
                      <a:pt x="536" y="1064"/>
                      <a:pt x="536" y="1064"/>
                      <a:pt x="536" y="1064"/>
                    </a:cubicBezTo>
                    <a:cubicBezTo>
                      <a:pt x="538" y="1057"/>
                      <a:pt x="538" y="1057"/>
                      <a:pt x="538" y="1057"/>
                    </a:cubicBezTo>
                    <a:cubicBezTo>
                      <a:pt x="553" y="1042"/>
                      <a:pt x="556" y="1024"/>
                      <a:pt x="556" y="1017"/>
                    </a:cubicBezTo>
                    <a:cubicBezTo>
                      <a:pt x="555" y="1017"/>
                      <a:pt x="554" y="1016"/>
                      <a:pt x="553" y="1016"/>
                    </a:cubicBezTo>
                    <a:cubicBezTo>
                      <a:pt x="554" y="1004"/>
                      <a:pt x="554" y="1004"/>
                      <a:pt x="542" y="993"/>
                    </a:cubicBezTo>
                    <a:cubicBezTo>
                      <a:pt x="542" y="993"/>
                      <a:pt x="535" y="981"/>
                      <a:pt x="544" y="965"/>
                    </a:cubicBezTo>
                    <a:cubicBezTo>
                      <a:pt x="543" y="964"/>
                      <a:pt x="543" y="962"/>
                      <a:pt x="542" y="960"/>
                    </a:cubicBezTo>
                    <a:cubicBezTo>
                      <a:pt x="539" y="959"/>
                      <a:pt x="539" y="959"/>
                      <a:pt x="539" y="959"/>
                    </a:cubicBezTo>
                    <a:cubicBezTo>
                      <a:pt x="540" y="953"/>
                      <a:pt x="540" y="953"/>
                      <a:pt x="540" y="953"/>
                    </a:cubicBezTo>
                    <a:cubicBezTo>
                      <a:pt x="538" y="955"/>
                      <a:pt x="538" y="955"/>
                      <a:pt x="536" y="957"/>
                    </a:cubicBezTo>
                    <a:cubicBezTo>
                      <a:pt x="535" y="954"/>
                      <a:pt x="535" y="954"/>
                      <a:pt x="539" y="945"/>
                    </a:cubicBezTo>
                    <a:cubicBezTo>
                      <a:pt x="538" y="943"/>
                      <a:pt x="537" y="941"/>
                      <a:pt x="537" y="939"/>
                    </a:cubicBezTo>
                    <a:cubicBezTo>
                      <a:pt x="534" y="935"/>
                      <a:pt x="534" y="935"/>
                      <a:pt x="534" y="935"/>
                    </a:cubicBezTo>
                    <a:cubicBezTo>
                      <a:pt x="532" y="931"/>
                      <a:pt x="532" y="931"/>
                      <a:pt x="532" y="931"/>
                    </a:cubicBezTo>
                    <a:cubicBezTo>
                      <a:pt x="528" y="927"/>
                      <a:pt x="528" y="927"/>
                      <a:pt x="528" y="927"/>
                    </a:cubicBezTo>
                    <a:cubicBezTo>
                      <a:pt x="522" y="933"/>
                      <a:pt x="520" y="936"/>
                      <a:pt x="518" y="936"/>
                    </a:cubicBezTo>
                    <a:cubicBezTo>
                      <a:pt x="527" y="919"/>
                      <a:pt x="539" y="903"/>
                      <a:pt x="550" y="887"/>
                    </a:cubicBezTo>
                    <a:cubicBezTo>
                      <a:pt x="554" y="893"/>
                      <a:pt x="556" y="899"/>
                      <a:pt x="556" y="899"/>
                    </a:cubicBezTo>
                    <a:cubicBezTo>
                      <a:pt x="557" y="896"/>
                      <a:pt x="557" y="893"/>
                      <a:pt x="558" y="890"/>
                    </a:cubicBezTo>
                    <a:cubicBezTo>
                      <a:pt x="554" y="881"/>
                      <a:pt x="554" y="881"/>
                      <a:pt x="554" y="881"/>
                    </a:cubicBezTo>
                    <a:cubicBezTo>
                      <a:pt x="559" y="874"/>
                      <a:pt x="563" y="867"/>
                      <a:pt x="566" y="859"/>
                    </a:cubicBezTo>
                    <a:cubicBezTo>
                      <a:pt x="568" y="853"/>
                      <a:pt x="572" y="845"/>
                      <a:pt x="575" y="836"/>
                    </a:cubicBezTo>
                    <a:cubicBezTo>
                      <a:pt x="575" y="837"/>
                      <a:pt x="575" y="837"/>
                      <a:pt x="575" y="837"/>
                    </a:cubicBezTo>
                    <a:cubicBezTo>
                      <a:pt x="577" y="841"/>
                      <a:pt x="578" y="843"/>
                      <a:pt x="579" y="843"/>
                    </a:cubicBezTo>
                    <a:cubicBezTo>
                      <a:pt x="580" y="843"/>
                      <a:pt x="581" y="841"/>
                      <a:pt x="582" y="839"/>
                    </a:cubicBezTo>
                    <a:cubicBezTo>
                      <a:pt x="584" y="834"/>
                      <a:pt x="584" y="834"/>
                      <a:pt x="585" y="822"/>
                    </a:cubicBezTo>
                    <a:cubicBezTo>
                      <a:pt x="588" y="823"/>
                      <a:pt x="588" y="823"/>
                      <a:pt x="588" y="823"/>
                    </a:cubicBezTo>
                    <a:cubicBezTo>
                      <a:pt x="588" y="830"/>
                      <a:pt x="588" y="830"/>
                      <a:pt x="588" y="830"/>
                    </a:cubicBezTo>
                    <a:cubicBezTo>
                      <a:pt x="586" y="836"/>
                      <a:pt x="586" y="836"/>
                      <a:pt x="586" y="836"/>
                    </a:cubicBezTo>
                    <a:cubicBezTo>
                      <a:pt x="583" y="850"/>
                      <a:pt x="583" y="850"/>
                      <a:pt x="583" y="850"/>
                    </a:cubicBezTo>
                    <a:cubicBezTo>
                      <a:pt x="587" y="852"/>
                      <a:pt x="587" y="852"/>
                      <a:pt x="587" y="852"/>
                    </a:cubicBezTo>
                    <a:cubicBezTo>
                      <a:pt x="589" y="845"/>
                      <a:pt x="589" y="845"/>
                      <a:pt x="589" y="845"/>
                    </a:cubicBezTo>
                    <a:cubicBezTo>
                      <a:pt x="590" y="839"/>
                      <a:pt x="590" y="839"/>
                      <a:pt x="590" y="839"/>
                    </a:cubicBezTo>
                    <a:cubicBezTo>
                      <a:pt x="593" y="835"/>
                      <a:pt x="593" y="835"/>
                      <a:pt x="593" y="835"/>
                    </a:cubicBezTo>
                    <a:cubicBezTo>
                      <a:pt x="595" y="829"/>
                      <a:pt x="595" y="826"/>
                      <a:pt x="596" y="819"/>
                    </a:cubicBezTo>
                    <a:cubicBezTo>
                      <a:pt x="596" y="815"/>
                      <a:pt x="597" y="811"/>
                      <a:pt x="597" y="807"/>
                    </a:cubicBezTo>
                    <a:cubicBezTo>
                      <a:pt x="597" y="805"/>
                      <a:pt x="597" y="803"/>
                      <a:pt x="596" y="801"/>
                    </a:cubicBezTo>
                    <a:cubicBezTo>
                      <a:pt x="595" y="799"/>
                      <a:pt x="597" y="796"/>
                      <a:pt x="598" y="793"/>
                    </a:cubicBezTo>
                    <a:cubicBezTo>
                      <a:pt x="598" y="785"/>
                      <a:pt x="598" y="785"/>
                      <a:pt x="598" y="785"/>
                    </a:cubicBezTo>
                    <a:cubicBezTo>
                      <a:pt x="592" y="780"/>
                      <a:pt x="592" y="780"/>
                      <a:pt x="592" y="780"/>
                    </a:cubicBezTo>
                    <a:cubicBezTo>
                      <a:pt x="591" y="781"/>
                      <a:pt x="591" y="781"/>
                      <a:pt x="591" y="781"/>
                    </a:cubicBezTo>
                    <a:cubicBezTo>
                      <a:pt x="591" y="777"/>
                      <a:pt x="591" y="773"/>
                      <a:pt x="591" y="770"/>
                    </a:cubicBezTo>
                    <a:cubicBezTo>
                      <a:pt x="587" y="772"/>
                      <a:pt x="582" y="775"/>
                      <a:pt x="577" y="779"/>
                    </a:cubicBezTo>
                    <a:cubicBezTo>
                      <a:pt x="577" y="778"/>
                      <a:pt x="576" y="776"/>
                      <a:pt x="576" y="775"/>
                    </a:cubicBezTo>
                    <a:cubicBezTo>
                      <a:pt x="572" y="777"/>
                      <a:pt x="572" y="777"/>
                      <a:pt x="572" y="777"/>
                    </a:cubicBezTo>
                    <a:cubicBezTo>
                      <a:pt x="573" y="779"/>
                      <a:pt x="573" y="780"/>
                      <a:pt x="573" y="782"/>
                    </a:cubicBezTo>
                    <a:cubicBezTo>
                      <a:pt x="565" y="788"/>
                      <a:pt x="557" y="793"/>
                      <a:pt x="557" y="793"/>
                    </a:cubicBezTo>
                    <a:cubicBezTo>
                      <a:pt x="552" y="785"/>
                      <a:pt x="552" y="785"/>
                      <a:pt x="552" y="785"/>
                    </a:cubicBezTo>
                    <a:cubicBezTo>
                      <a:pt x="547" y="788"/>
                      <a:pt x="547" y="788"/>
                      <a:pt x="547" y="788"/>
                    </a:cubicBezTo>
                    <a:cubicBezTo>
                      <a:pt x="545" y="781"/>
                      <a:pt x="545" y="781"/>
                      <a:pt x="545" y="781"/>
                    </a:cubicBezTo>
                    <a:cubicBezTo>
                      <a:pt x="547" y="776"/>
                      <a:pt x="547" y="776"/>
                      <a:pt x="547" y="776"/>
                    </a:cubicBezTo>
                    <a:cubicBezTo>
                      <a:pt x="543" y="761"/>
                      <a:pt x="543" y="761"/>
                      <a:pt x="543" y="761"/>
                    </a:cubicBezTo>
                    <a:cubicBezTo>
                      <a:pt x="532" y="749"/>
                      <a:pt x="532" y="749"/>
                      <a:pt x="532" y="749"/>
                    </a:cubicBezTo>
                    <a:cubicBezTo>
                      <a:pt x="526" y="745"/>
                      <a:pt x="526" y="745"/>
                      <a:pt x="526" y="745"/>
                    </a:cubicBezTo>
                    <a:cubicBezTo>
                      <a:pt x="525" y="736"/>
                      <a:pt x="525" y="736"/>
                      <a:pt x="525" y="736"/>
                    </a:cubicBezTo>
                    <a:cubicBezTo>
                      <a:pt x="513" y="710"/>
                      <a:pt x="513" y="710"/>
                      <a:pt x="513" y="710"/>
                    </a:cubicBezTo>
                    <a:cubicBezTo>
                      <a:pt x="508" y="706"/>
                      <a:pt x="508" y="706"/>
                      <a:pt x="508" y="706"/>
                    </a:cubicBezTo>
                    <a:cubicBezTo>
                      <a:pt x="507" y="681"/>
                      <a:pt x="507" y="681"/>
                      <a:pt x="507" y="681"/>
                    </a:cubicBezTo>
                    <a:cubicBezTo>
                      <a:pt x="502" y="672"/>
                      <a:pt x="502" y="672"/>
                      <a:pt x="502" y="672"/>
                    </a:cubicBezTo>
                    <a:cubicBezTo>
                      <a:pt x="494" y="668"/>
                      <a:pt x="494" y="668"/>
                      <a:pt x="494" y="668"/>
                    </a:cubicBezTo>
                    <a:cubicBezTo>
                      <a:pt x="494" y="657"/>
                      <a:pt x="494" y="657"/>
                      <a:pt x="494" y="657"/>
                    </a:cubicBezTo>
                    <a:cubicBezTo>
                      <a:pt x="475" y="627"/>
                      <a:pt x="475" y="626"/>
                      <a:pt x="479" y="613"/>
                    </a:cubicBezTo>
                    <a:cubicBezTo>
                      <a:pt x="480" y="600"/>
                      <a:pt x="480" y="600"/>
                      <a:pt x="480" y="600"/>
                    </a:cubicBezTo>
                    <a:cubicBezTo>
                      <a:pt x="483" y="619"/>
                      <a:pt x="500" y="631"/>
                      <a:pt x="504" y="649"/>
                    </a:cubicBezTo>
                    <a:cubicBezTo>
                      <a:pt x="507" y="654"/>
                      <a:pt x="507" y="654"/>
                      <a:pt x="507" y="654"/>
                    </a:cubicBezTo>
                    <a:cubicBezTo>
                      <a:pt x="516" y="657"/>
                      <a:pt x="516" y="657"/>
                      <a:pt x="519" y="682"/>
                    </a:cubicBezTo>
                    <a:cubicBezTo>
                      <a:pt x="524" y="689"/>
                      <a:pt x="524" y="689"/>
                      <a:pt x="524" y="689"/>
                    </a:cubicBezTo>
                    <a:cubicBezTo>
                      <a:pt x="530" y="692"/>
                      <a:pt x="530" y="692"/>
                      <a:pt x="530" y="692"/>
                    </a:cubicBezTo>
                    <a:cubicBezTo>
                      <a:pt x="545" y="728"/>
                      <a:pt x="545" y="728"/>
                      <a:pt x="547" y="748"/>
                    </a:cubicBezTo>
                    <a:cubicBezTo>
                      <a:pt x="549" y="761"/>
                      <a:pt x="549" y="761"/>
                      <a:pt x="549" y="761"/>
                    </a:cubicBezTo>
                    <a:cubicBezTo>
                      <a:pt x="551" y="769"/>
                      <a:pt x="551" y="769"/>
                      <a:pt x="551" y="769"/>
                    </a:cubicBezTo>
                    <a:cubicBezTo>
                      <a:pt x="552" y="769"/>
                      <a:pt x="552" y="769"/>
                      <a:pt x="553" y="769"/>
                    </a:cubicBezTo>
                    <a:cubicBezTo>
                      <a:pt x="550" y="781"/>
                      <a:pt x="550" y="781"/>
                      <a:pt x="550" y="781"/>
                    </a:cubicBezTo>
                    <a:cubicBezTo>
                      <a:pt x="554" y="787"/>
                      <a:pt x="554" y="787"/>
                      <a:pt x="554" y="787"/>
                    </a:cubicBezTo>
                    <a:cubicBezTo>
                      <a:pt x="557" y="777"/>
                      <a:pt x="557" y="777"/>
                      <a:pt x="557" y="777"/>
                    </a:cubicBezTo>
                    <a:cubicBezTo>
                      <a:pt x="559" y="768"/>
                      <a:pt x="559" y="768"/>
                      <a:pt x="559" y="768"/>
                    </a:cubicBezTo>
                    <a:cubicBezTo>
                      <a:pt x="562" y="764"/>
                      <a:pt x="567" y="760"/>
                      <a:pt x="571" y="758"/>
                    </a:cubicBezTo>
                    <a:cubicBezTo>
                      <a:pt x="576" y="750"/>
                      <a:pt x="576" y="750"/>
                      <a:pt x="576" y="750"/>
                    </a:cubicBezTo>
                    <a:cubicBezTo>
                      <a:pt x="578" y="750"/>
                      <a:pt x="580" y="749"/>
                      <a:pt x="582" y="749"/>
                    </a:cubicBezTo>
                    <a:cubicBezTo>
                      <a:pt x="585" y="740"/>
                      <a:pt x="592" y="732"/>
                      <a:pt x="595" y="723"/>
                    </a:cubicBezTo>
                    <a:cubicBezTo>
                      <a:pt x="600" y="714"/>
                      <a:pt x="600" y="714"/>
                      <a:pt x="600" y="714"/>
                    </a:cubicBezTo>
                    <a:cubicBezTo>
                      <a:pt x="602" y="714"/>
                      <a:pt x="604" y="713"/>
                      <a:pt x="606" y="713"/>
                    </a:cubicBezTo>
                    <a:cubicBezTo>
                      <a:pt x="607" y="710"/>
                      <a:pt x="609" y="705"/>
                      <a:pt x="610" y="701"/>
                    </a:cubicBezTo>
                    <a:cubicBezTo>
                      <a:pt x="611" y="702"/>
                      <a:pt x="611" y="703"/>
                      <a:pt x="611" y="704"/>
                    </a:cubicBezTo>
                    <a:cubicBezTo>
                      <a:pt x="612" y="708"/>
                      <a:pt x="612" y="708"/>
                      <a:pt x="613" y="709"/>
                    </a:cubicBezTo>
                    <a:cubicBezTo>
                      <a:pt x="615" y="710"/>
                      <a:pt x="615" y="711"/>
                      <a:pt x="616" y="716"/>
                    </a:cubicBezTo>
                    <a:cubicBezTo>
                      <a:pt x="617" y="715"/>
                      <a:pt x="617" y="715"/>
                      <a:pt x="617" y="715"/>
                    </a:cubicBezTo>
                    <a:cubicBezTo>
                      <a:pt x="616" y="707"/>
                      <a:pt x="616" y="707"/>
                      <a:pt x="616" y="706"/>
                    </a:cubicBezTo>
                    <a:cubicBezTo>
                      <a:pt x="615" y="703"/>
                      <a:pt x="614" y="701"/>
                      <a:pt x="613" y="699"/>
                    </a:cubicBezTo>
                    <a:cubicBezTo>
                      <a:pt x="614" y="698"/>
                      <a:pt x="614" y="698"/>
                      <a:pt x="614" y="698"/>
                    </a:cubicBezTo>
                    <a:cubicBezTo>
                      <a:pt x="615" y="690"/>
                      <a:pt x="615" y="690"/>
                      <a:pt x="615" y="690"/>
                    </a:cubicBezTo>
                    <a:cubicBezTo>
                      <a:pt x="618" y="685"/>
                      <a:pt x="618" y="685"/>
                      <a:pt x="618" y="685"/>
                    </a:cubicBezTo>
                    <a:cubicBezTo>
                      <a:pt x="618" y="671"/>
                      <a:pt x="618" y="671"/>
                      <a:pt x="618" y="671"/>
                    </a:cubicBezTo>
                    <a:cubicBezTo>
                      <a:pt x="620" y="668"/>
                      <a:pt x="620" y="668"/>
                      <a:pt x="620" y="668"/>
                    </a:cubicBezTo>
                    <a:cubicBezTo>
                      <a:pt x="624" y="655"/>
                      <a:pt x="624" y="655"/>
                      <a:pt x="624" y="655"/>
                    </a:cubicBezTo>
                    <a:cubicBezTo>
                      <a:pt x="624" y="647"/>
                      <a:pt x="624" y="647"/>
                      <a:pt x="624" y="647"/>
                    </a:cubicBezTo>
                    <a:cubicBezTo>
                      <a:pt x="618" y="634"/>
                      <a:pt x="618" y="634"/>
                      <a:pt x="618" y="634"/>
                    </a:cubicBezTo>
                    <a:cubicBezTo>
                      <a:pt x="612" y="633"/>
                      <a:pt x="612" y="633"/>
                      <a:pt x="612" y="633"/>
                    </a:cubicBezTo>
                    <a:cubicBezTo>
                      <a:pt x="607" y="630"/>
                      <a:pt x="607" y="630"/>
                      <a:pt x="607" y="630"/>
                    </a:cubicBezTo>
                    <a:cubicBezTo>
                      <a:pt x="604" y="614"/>
                      <a:pt x="604" y="614"/>
                      <a:pt x="604" y="614"/>
                    </a:cubicBezTo>
                    <a:cubicBezTo>
                      <a:pt x="603" y="615"/>
                      <a:pt x="603" y="616"/>
                      <a:pt x="602" y="617"/>
                    </a:cubicBezTo>
                    <a:cubicBezTo>
                      <a:pt x="601" y="603"/>
                      <a:pt x="601" y="603"/>
                      <a:pt x="601" y="603"/>
                    </a:cubicBezTo>
                    <a:cubicBezTo>
                      <a:pt x="599" y="601"/>
                      <a:pt x="599" y="601"/>
                      <a:pt x="599" y="601"/>
                    </a:cubicBezTo>
                    <a:cubicBezTo>
                      <a:pt x="599" y="601"/>
                      <a:pt x="599" y="600"/>
                      <a:pt x="599" y="600"/>
                    </a:cubicBezTo>
                    <a:cubicBezTo>
                      <a:pt x="601" y="601"/>
                      <a:pt x="604" y="602"/>
                      <a:pt x="605" y="602"/>
                    </a:cubicBezTo>
                    <a:cubicBezTo>
                      <a:pt x="608" y="611"/>
                      <a:pt x="611" y="615"/>
                      <a:pt x="616" y="615"/>
                    </a:cubicBezTo>
                    <a:cubicBezTo>
                      <a:pt x="622" y="615"/>
                      <a:pt x="629" y="610"/>
                      <a:pt x="637" y="604"/>
                    </a:cubicBezTo>
                    <a:cubicBezTo>
                      <a:pt x="639" y="605"/>
                      <a:pt x="639" y="605"/>
                      <a:pt x="639" y="605"/>
                    </a:cubicBezTo>
                    <a:cubicBezTo>
                      <a:pt x="640" y="613"/>
                      <a:pt x="640" y="613"/>
                      <a:pt x="640" y="613"/>
                    </a:cubicBezTo>
                    <a:cubicBezTo>
                      <a:pt x="640" y="614"/>
                      <a:pt x="641" y="614"/>
                      <a:pt x="641" y="614"/>
                    </a:cubicBezTo>
                    <a:cubicBezTo>
                      <a:pt x="642" y="617"/>
                      <a:pt x="642" y="617"/>
                      <a:pt x="642" y="617"/>
                    </a:cubicBezTo>
                    <a:cubicBezTo>
                      <a:pt x="643" y="619"/>
                      <a:pt x="643" y="619"/>
                      <a:pt x="643" y="619"/>
                    </a:cubicBezTo>
                    <a:cubicBezTo>
                      <a:pt x="645" y="618"/>
                      <a:pt x="645" y="618"/>
                      <a:pt x="645" y="618"/>
                    </a:cubicBezTo>
                    <a:cubicBezTo>
                      <a:pt x="646" y="613"/>
                      <a:pt x="646" y="613"/>
                      <a:pt x="646" y="613"/>
                    </a:cubicBezTo>
                    <a:cubicBezTo>
                      <a:pt x="647" y="614"/>
                      <a:pt x="647" y="616"/>
                      <a:pt x="648" y="617"/>
                    </a:cubicBezTo>
                    <a:cubicBezTo>
                      <a:pt x="648" y="627"/>
                      <a:pt x="647" y="643"/>
                      <a:pt x="647" y="665"/>
                    </a:cubicBezTo>
                    <a:cubicBezTo>
                      <a:pt x="646" y="691"/>
                      <a:pt x="646" y="700"/>
                      <a:pt x="654" y="705"/>
                    </a:cubicBezTo>
                    <a:cubicBezTo>
                      <a:pt x="655" y="715"/>
                      <a:pt x="655" y="715"/>
                      <a:pt x="655" y="715"/>
                    </a:cubicBezTo>
                    <a:cubicBezTo>
                      <a:pt x="656" y="717"/>
                      <a:pt x="657" y="721"/>
                      <a:pt x="659" y="724"/>
                    </a:cubicBezTo>
                    <a:cubicBezTo>
                      <a:pt x="659" y="720"/>
                      <a:pt x="659" y="716"/>
                      <a:pt x="658" y="712"/>
                    </a:cubicBezTo>
                    <a:cubicBezTo>
                      <a:pt x="662" y="704"/>
                      <a:pt x="664" y="696"/>
                      <a:pt x="667" y="688"/>
                    </a:cubicBezTo>
                    <a:cubicBezTo>
                      <a:pt x="668" y="697"/>
                      <a:pt x="669" y="707"/>
                      <a:pt x="670" y="718"/>
                    </a:cubicBezTo>
                    <a:cubicBezTo>
                      <a:pt x="670" y="728"/>
                      <a:pt x="670" y="733"/>
                      <a:pt x="668" y="744"/>
                    </a:cubicBezTo>
                    <a:cubicBezTo>
                      <a:pt x="665" y="764"/>
                      <a:pt x="642" y="780"/>
                      <a:pt x="656" y="803"/>
                    </a:cubicBezTo>
                    <a:cubicBezTo>
                      <a:pt x="669" y="782"/>
                      <a:pt x="666" y="758"/>
                      <a:pt x="672" y="736"/>
                    </a:cubicBezTo>
                    <a:cubicBezTo>
                      <a:pt x="673" y="747"/>
                      <a:pt x="675" y="758"/>
                      <a:pt x="676" y="771"/>
                    </a:cubicBezTo>
                    <a:cubicBezTo>
                      <a:pt x="678" y="762"/>
                      <a:pt x="678" y="762"/>
                      <a:pt x="680" y="742"/>
                    </a:cubicBezTo>
                    <a:cubicBezTo>
                      <a:pt x="681" y="708"/>
                      <a:pt x="681" y="705"/>
                      <a:pt x="680" y="694"/>
                    </a:cubicBezTo>
                    <a:cubicBezTo>
                      <a:pt x="680" y="679"/>
                      <a:pt x="681" y="663"/>
                      <a:pt x="681" y="663"/>
                    </a:cubicBezTo>
                    <a:cubicBezTo>
                      <a:pt x="680" y="645"/>
                      <a:pt x="679" y="626"/>
                      <a:pt x="676" y="606"/>
                    </a:cubicBezTo>
                    <a:cubicBezTo>
                      <a:pt x="676" y="607"/>
                      <a:pt x="676" y="608"/>
                      <a:pt x="677" y="608"/>
                    </a:cubicBezTo>
                    <a:cubicBezTo>
                      <a:pt x="676" y="607"/>
                      <a:pt x="676" y="605"/>
                      <a:pt x="676" y="604"/>
                    </a:cubicBezTo>
                    <a:cubicBezTo>
                      <a:pt x="669" y="549"/>
                      <a:pt x="653" y="488"/>
                      <a:pt x="629" y="425"/>
                    </a:cubicBezTo>
                    <a:cubicBezTo>
                      <a:pt x="612" y="381"/>
                      <a:pt x="592" y="342"/>
                      <a:pt x="571" y="307"/>
                    </a:cubicBezTo>
                    <a:cubicBezTo>
                      <a:pt x="531" y="239"/>
                      <a:pt x="479" y="173"/>
                      <a:pt x="412" y="117"/>
                    </a:cubicBezTo>
                    <a:cubicBezTo>
                      <a:pt x="379" y="89"/>
                      <a:pt x="354" y="71"/>
                      <a:pt x="331" y="55"/>
                    </a:cubicBezTo>
                    <a:cubicBezTo>
                      <a:pt x="325" y="51"/>
                      <a:pt x="318" y="47"/>
                      <a:pt x="312" y="43"/>
                    </a:cubicBezTo>
                    <a:cubicBezTo>
                      <a:pt x="311" y="43"/>
                      <a:pt x="311" y="43"/>
                      <a:pt x="311" y="43"/>
                    </a:cubicBezTo>
                    <a:cubicBezTo>
                      <a:pt x="293" y="32"/>
                      <a:pt x="273" y="21"/>
                      <a:pt x="248" y="7"/>
                    </a:cubicBezTo>
                    <a:cubicBezTo>
                      <a:pt x="248" y="7"/>
                      <a:pt x="240" y="3"/>
                      <a:pt x="240" y="3"/>
                    </a:cubicBezTo>
                    <a:cubicBezTo>
                      <a:pt x="240" y="4"/>
                      <a:pt x="240" y="4"/>
                      <a:pt x="240" y="4"/>
                    </a:cubicBezTo>
                    <a:cubicBezTo>
                      <a:pt x="233" y="0"/>
                      <a:pt x="233" y="0"/>
                      <a:pt x="2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5" name="Freeform 200"/>
            <p:cNvSpPr>
              <a:spLocks noEditPoints="1"/>
            </p:cNvSpPr>
            <p:nvPr/>
          </p:nvSpPr>
          <p:spPr bwMode="auto">
            <a:xfrm>
              <a:off x="4556630" y="488156"/>
              <a:ext cx="5827713" cy="5827713"/>
            </a:xfrm>
            <a:custGeom>
              <a:avLst/>
              <a:gdLst>
                <a:gd name="T0" fmla="*/ 773 w 1551"/>
                <a:gd name="T1" fmla="*/ 1517 h 1551"/>
                <a:gd name="T2" fmla="*/ 716 w 1551"/>
                <a:gd name="T3" fmla="*/ 1516 h 1551"/>
                <a:gd name="T4" fmla="*/ 652 w 1551"/>
                <a:gd name="T5" fmla="*/ 1511 h 1551"/>
                <a:gd name="T6" fmla="*/ 536 w 1551"/>
                <a:gd name="T7" fmla="*/ 1495 h 1551"/>
                <a:gd name="T8" fmla="*/ 773 w 1551"/>
                <a:gd name="T9" fmla="*/ 1511 h 1551"/>
                <a:gd name="T10" fmla="*/ 1033 w 1551"/>
                <a:gd name="T11" fmla="*/ 1346 h 1551"/>
                <a:gd name="T12" fmla="*/ 698 w 1551"/>
                <a:gd name="T13" fmla="*/ 1489 h 1551"/>
                <a:gd name="T14" fmla="*/ 572 w 1551"/>
                <a:gd name="T15" fmla="*/ 1496 h 1551"/>
                <a:gd name="T16" fmla="*/ 1328 w 1551"/>
                <a:gd name="T17" fmla="*/ 1287 h 1551"/>
                <a:gd name="T18" fmla="*/ 232 w 1551"/>
                <a:gd name="T19" fmla="*/ 1320 h 1551"/>
                <a:gd name="T20" fmla="*/ 902 w 1551"/>
                <a:gd name="T21" fmla="*/ 1350 h 1551"/>
                <a:gd name="T22" fmla="*/ 1110 w 1551"/>
                <a:gd name="T23" fmla="*/ 1153 h 1551"/>
                <a:gd name="T24" fmla="*/ 636 w 1551"/>
                <a:gd name="T25" fmla="*/ 1323 h 1551"/>
                <a:gd name="T26" fmla="*/ 368 w 1551"/>
                <a:gd name="T27" fmla="*/ 1319 h 1551"/>
                <a:gd name="T28" fmla="*/ 1380 w 1551"/>
                <a:gd name="T29" fmla="*/ 1252 h 1551"/>
                <a:gd name="T30" fmla="*/ 256 w 1551"/>
                <a:gd name="T31" fmla="*/ 1126 h 1551"/>
                <a:gd name="T32" fmla="*/ 590 w 1551"/>
                <a:gd name="T33" fmla="*/ 942 h 1551"/>
                <a:gd name="T34" fmla="*/ 440 w 1551"/>
                <a:gd name="T35" fmla="*/ 1146 h 1551"/>
                <a:gd name="T36" fmla="*/ 1118 w 1551"/>
                <a:gd name="T37" fmla="*/ 1146 h 1551"/>
                <a:gd name="T38" fmla="*/ 1489 w 1551"/>
                <a:gd name="T39" fmla="*/ 861 h 1551"/>
                <a:gd name="T40" fmla="*/ 1298 w 1551"/>
                <a:gd name="T41" fmla="*/ 1120 h 1551"/>
                <a:gd name="T42" fmla="*/ 51 w 1551"/>
                <a:gd name="T43" fmla="*/ 1027 h 1551"/>
                <a:gd name="T44" fmla="*/ 779 w 1551"/>
                <a:gd name="T45" fmla="*/ 940 h 1551"/>
                <a:gd name="T46" fmla="*/ 392 w 1551"/>
                <a:gd name="T47" fmla="*/ 776 h 1551"/>
                <a:gd name="T48" fmla="*/ 1159 w 1551"/>
                <a:gd name="T49" fmla="*/ 776 h 1551"/>
                <a:gd name="T50" fmla="*/ 387 w 1551"/>
                <a:gd name="T51" fmla="*/ 776 h 1551"/>
                <a:gd name="T52" fmla="*/ 1158 w 1551"/>
                <a:gd name="T53" fmla="*/ 922 h 1551"/>
                <a:gd name="T54" fmla="*/ 200 w 1551"/>
                <a:gd name="T55" fmla="*/ 893 h 1551"/>
                <a:gd name="T56" fmla="*/ 1518 w 1551"/>
                <a:gd name="T57" fmla="*/ 639 h 1551"/>
                <a:gd name="T58" fmla="*/ 779 w 1551"/>
                <a:gd name="T59" fmla="*/ 515 h 1551"/>
                <a:gd name="T60" fmla="*/ 971 w 1551"/>
                <a:gd name="T61" fmla="*/ 720 h 1551"/>
                <a:gd name="T62" fmla="*/ 580 w 1551"/>
                <a:gd name="T63" fmla="*/ 720 h 1551"/>
                <a:gd name="T64" fmla="*/ 203 w 1551"/>
                <a:gd name="T65" fmla="*/ 685 h 1551"/>
                <a:gd name="T66" fmla="*/ 1464 w 1551"/>
                <a:gd name="T67" fmla="*/ 430 h 1551"/>
                <a:gd name="T68" fmla="*/ 27 w 1551"/>
                <a:gd name="T69" fmla="*/ 624 h 1551"/>
                <a:gd name="T70" fmla="*/ 598 w 1551"/>
                <a:gd name="T71" fmla="*/ 506 h 1551"/>
                <a:gd name="T72" fmla="*/ 592 w 1551"/>
                <a:gd name="T73" fmla="*/ 506 h 1551"/>
                <a:gd name="T74" fmla="*/ 1133 w 1551"/>
                <a:gd name="T75" fmla="*/ 496 h 1551"/>
                <a:gd name="T76" fmla="*/ 1139 w 1551"/>
                <a:gd name="T77" fmla="*/ 495 h 1551"/>
                <a:gd name="T78" fmla="*/ 95 w 1551"/>
                <a:gd name="T79" fmla="*/ 430 h 1551"/>
                <a:gd name="T80" fmla="*/ 1313 w 1551"/>
                <a:gd name="T81" fmla="*/ 475 h 1551"/>
                <a:gd name="T82" fmla="*/ 1339 w 1551"/>
                <a:gd name="T83" fmla="*/ 471 h 1551"/>
                <a:gd name="T84" fmla="*/ 779 w 1551"/>
                <a:gd name="T85" fmla="*/ 229 h 1551"/>
                <a:gd name="T86" fmla="*/ 622 w 1551"/>
                <a:gd name="T87" fmla="*/ 71 h 1551"/>
                <a:gd name="T88" fmla="*/ 929 w 1551"/>
                <a:gd name="T89" fmla="*/ 291 h 1551"/>
                <a:gd name="T90" fmla="*/ 1076 w 1551"/>
                <a:gd name="T91" fmla="*/ 282 h 1551"/>
                <a:gd name="T92" fmla="*/ 273 w 1551"/>
                <a:gd name="T93" fmla="*/ 254 h 1551"/>
                <a:gd name="T94" fmla="*/ 1215 w 1551"/>
                <a:gd name="T95" fmla="*/ 267 h 1551"/>
                <a:gd name="T96" fmla="*/ 1221 w 1551"/>
                <a:gd name="T97" fmla="*/ 266 h 1551"/>
                <a:gd name="T98" fmla="*/ 1001 w 1551"/>
                <a:gd name="T99" fmla="*/ 60 h 1551"/>
                <a:gd name="T100" fmla="*/ 841 w 1551"/>
                <a:gd name="T101" fmla="*/ 11 h 1551"/>
                <a:gd name="T102" fmla="*/ 857 w 1551"/>
                <a:gd name="T103" fmla="*/ 67 h 1551"/>
                <a:gd name="T104" fmla="*/ 739 w 1551"/>
                <a:gd name="T105" fmla="*/ 21 h 1551"/>
                <a:gd name="T106" fmla="*/ 850 w 1551"/>
                <a:gd name="T107" fmla="*/ 68 h 1551"/>
                <a:gd name="T108" fmla="*/ 19 w 1551"/>
                <a:gd name="T109" fmla="*/ 605 h 1551"/>
                <a:gd name="T110" fmla="*/ 762 w 1551"/>
                <a:gd name="T111" fmla="*/ 1551 h 1551"/>
                <a:gd name="T112" fmla="*/ 1504 w 1551"/>
                <a:gd name="T113" fmla="*/ 1041 h 1551"/>
                <a:gd name="T114" fmla="*/ 1465 w 1551"/>
                <a:gd name="T115" fmla="*/ 417 h 1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51" h="1551">
                  <a:moveTo>
                    <a:pt x="779" y="1545"/>
                  </a:moveTo>
                  <a:cubicBezTo>
                    <a:pt x="779" y="1541"/>
                    <a:pt x="779" y="1531"/>
                    <a:pt x="779" y="1517"/>
                  </a:cubicBezTo>
                  <a:cubicBezTo>
                    <a:pt x="795" y="1517"/>
                    <a:pt x="811" y="1516"/>
                    <a:pt x="827" y="1516"/>
                  </a:cubicBezTo>
                  <a:cubicBezTo>
                    <a:pt x="822" y="1521"/>
                    <a:pt x="818" y="1526"/>
                    <a:pt x="813" y="1530"/>
                  </a:cubicBezTo>
                  <a:cubicBezTo>
                    <a:pt x="802" y="1539"/>
                    <a:pt x="790" y="1544"/>
                    <a:pt x="779" y="1545"/>
                  </a:cubicBezTo>
                  <a:moveTo>
                    <a:pt x="773" y="1545"/>
                  </a:moveTo>
                  <a:cubicBezTo>
                    <a:pt x="761" y="1544"/>
                    <a:pt x="750" y="1539"/>
                    <a:pt x="739" y="1530"/>
                  </a:cubicBezTo>
                  <a:cubicBezTo>
                    <a:pt x="734" y="1526"/>
                    <a:pt x="729" y="1521"/>
                    <a:pt x="724" y="1516"/>
                  </a:cubicBezTo>
                  <a:cubicBezTo>
                    <a:pt x="740" y="1516"/>
                    <a:pt x="756" y="1517"/>
                    <a:pt x="773" y="1517"/>
                  </a:cubicBezTo>
                  <a:cubicBezTo>
                    <a:pt x="773" y="1531"/>
                    <a:pt x="773" y="1541"/>
                    <a:pt x="773" y="1545"/>
                  </a:cubicBezTo>
                  <a:moveTo>
                    <a:pt x="805" y="1543"/>
                  </a:moveTo>
                  <a:cubicBezTo>
                    <a:pt x="809" y="1541"/>
                    <a:pt x="813" y="1538"/>
                    <a:pt x="817" y="1535"/>
                  </a:cubicBezTo>
                  <a:cubicBezTo>
                    <a:pt x="823" y="1529"/>
                    <a:pt x="829" y="1523"/>
                    <a:pt x="835" y="1516"/>
                  </a:cubicBezTo>
                  <a:cubicBezTo>
                    <a:pt x="852" y="1515"/>
                    <a:pt x="870" y="1514"/>
                    <a:pt x="886" y="1513"/>
                  </a:cubicBezTo>
                  <a:cubicBezTo>
                    <a:pt x="860" y="1528"/>
                    <a:pt x="833" y="1539"/>
                    <a:pt x="805" y="1543"/>
                  </a:cubicBezTo>
                  <a:moveTo>
                    <a:pt x="747" y="1543"/>
                  </a:moveTo>
                  <a:cubicBezTo>
                    <a:pt x="719" y="1539"/>
                    <a:pt x="691" y="1528"/>
                    <a:pt x="665" y="1512"/>
                  </a:cubicBezTo>
                  <a:cubicBezTo>
                    <a:pt x="682" y="1514"/>
                    <a:pt x="699" y="1515"/>
                    <a:pt x="716" y="1516"/>
                  </a:cubicBezTo>
                  <a:cubicBezTo>
                    <a:pt x="722" y="1523"/>
                    <a:pt x="729" y="1529"/>
                    <a:pt x="735" y="1535"/>
                  </a:cubicBezTo>
                  <a:cubicBezTo>
                    <a:pt x="739" y="1538"/>
                    <a:pt x="743" y="1541"/>
                    <a:pt x="747" y="1543"/>
                  </a:cubicBezTo>
                  <a:moveTo>
                    <a:pt x="841" y="1540"/>
                  </a:moveTo>
                  <a:cubicBezTo>
                    <a:pt x="861" y="1534"/>
                    <a:pt x="880" y="1524"/>
                    <a:pt x="899" y="1512"/>
                  </a:cubicBezTo>
                  <a:cubicBezTo>
                    <a:pt x="920" y="1510"/>
                    <a:pt x="941" y="1507"/>
                    <a:pt x="961" y="1505"/>
                  </a:cubicBezTo>
                  <a:cubicBezTo>
                    <a:pt x="922" y="1522"/>
                    <a:pt x="882" y="1534"/>
                    <a:pt x="841" y="1540"/>
                  </a:cubicBezTo>
                  <a:moveTo>
                    <a:pt x="711" y="1540"/>
                  </a:moveTo>
                  <a:cubicBezTo>
                    <a:pt x="669" y="1534"/>
                    <a:pt x="629" y="1522"/>
                    <a:pt x="590" y="1504"/>
                  </a:cubicBezTo>
                  <a:cubicBezTo>
                    <a:pt x="610" y="1507"/>
                    <a:pt x="631" y="1510"/>
                    <a:pt x="652" y="1511"/>
                  </a:cubicBezTo>
                  <a:cubicBezTo>
                    <a:pt x="671" y="1524"/>
                    <a:pt x="691" y="1534"/>
                    <a:pt x="711" y="1540"/>
                  </a:cubicBezTo>
                  <a:moveTo>
                    <a:pt x="885" y="1538"/>
                  </a:moveTo>
                  <a:cubicBezTo>
                    <a:pt x="918" y="1529"/>
                    <a:pt x="950" y="1517"/>
                    <a:pt x="981" y="1502"/>
                  </a:cubicBezTo>
                  <a:cubicBezTo>
                    <a:pt x="992" y="1500"/>
                    <a:pt x="1003" y="1498"/>
                    <a:pt x="1013" y="1496"/>
                  </a:cubicBezTo>
                  <a:cubicBezTo>
                    <a:pt x="1043" y="1490"/>
                    <a:pt x="1071" y="1484"/>
                    <a:pt x="1095" y="1476"/>
                  </a:cubicBezTo>
                  <a:cubicBezTo>
                    <a:pt x="1030" y="1506"/>
                    <a:pt x="959" y="1527"/>
                    <a:pt x="885" y="1538"/>
                  </a:cubicBezTo>
                  <a:moveTo>
                    <a:pt x="667" y="1538"/>
                  </a:moveTo>
                  <a:cubicBezTo>
                    <a:pt x="591" y="1527"/>
                    <a:pt x="519" y="1505"/>
                    <a:pt x="452" y="1474"/>
                  </a:cubicBezTo>
                  <a:cubicBezTo>
                    <a:pt x="477" y="1482"/>
                    <a:pt x="505" y="1489"/>
                    <a:pt x="536" y="1495"/>
                  </a:cubicBezTo>
                  <a:cubicBezTo>
                    <a:pt x="547" y="1497"/>
                    <a:pt x="558" y="1499"/>
                    <a:pt x="570" y="1501"/>
                  </a:cubicBezTo>
                  <a:cubicBezTo>
                    <a:pt x="601" y="1517"/>
                    <a:pt x="634" y="1529"/>
                    <a:pt x="667" y="1538"/>
                  </a:cubicBezTo>
                  <a:moveTo>
                    <a:pt x="779" y="1511"/>
                  </a:moveTo>
                  <a:cubicBezTo>
                    <a:pt x="779" y="1478"/>
                    <a:pt x="779" y="1426"/>
                    <a:pt x="779" y="1358"/>
                  </a:cubicBezTo>
                  <a:cubicBezTo>
                    <a:pt x="820" y="1358"/>
                    <a:pt x="861" y="1357"/>
                    <a:pt x="900" y="1356"/>
                  </a:cubicBezTo>
                  <a:cubicBezTo>
                    <a:pt x="885" y="1410"/>
                    <a:pt x="867" y="1454"/>
                    <a:pt x="848" y="1486"/>
                  </a:cubicBezTo>
                  <a:cubicBezTo>
                    <a:pt x="843" y="1495"/>
                    <a:pt x="838" y="1503"/>
                    <a:pt x="832" y="1510"/>
                  </a:cubicBezTo>
                  <a:cubicBezTo>
                    <a:pt x="815" y="1511"/>
                    <a:pt x="797" y="1511"/>
                    <a:pt x="779" y="1511"/>
                  </a:cubicBezTo>
                  <a:moveTo>
                    <a:pt x="773" y="1511"/>
                  </a:moveTo>
                  <a:cubicBezTo>
                    <a:pt x="755" y="1511"/>
                    <a:pt x="737" y="1510"/>
                    <a:pt x="719" y="1510"/>
                  </a:cubicBezTo>
                  <a:cubicBezTo>
                    <a:pt x="705" y="1491"/>
                    <a:pt x="691" y="1466"/>
                    <a:pt x="678" y="1435"/>
                  </a:cubicBezTo>
                  <a:cubicBezTo>
                    <a:pt x="669" y="1412"/>
                    <a:pt x="660" y="1385"/>
                    <a:pt x="651" y="1356"/>
                  </a:cubicBezTo>
                  <a:cubicBezTo>
                    <a:pt x="691" y="1357"/>
                    <a:pt x="731" y="1358"/>
                    <a:pt x="773" y="1358"/>
                  </a:cubicBezTo>
                  <a:cubicBezTo>
                    <a:pt x="773" y="1426"/>
                    <a:pt x="773" y="1478"/>
                    <a:pt x="773" y="1511"/>
                  </a:cubicBezTo>
                  <a:moveTo>
                    <a:pt x="840" y="1510"/>
                  </a:moveTo>
                  <a:cubicBezTo>
                    <a:pt x="854" y="1491"/>
                    <a:pt x="867" y="1467"/>
                    <a:pt x="879" y="1437"/>
                  </a:cubicBezTo>
                  <a:cubicBezTo>
                    <a:pt x="889" y="1413"/>
                    <a:pt x="898" y="1386"/>
                    <a:pt x="906" y="1355"/>
                  </a:cubicBezTo>
                  <a:cubicBezTo>
                    <a:pt x="950" y="1353"/>
                    <a:pt x="993" y="1350"/>
                    <a:pt x="1033" y="1346"/>
                  </a:cubicBezTo>
                  <a:cubicBezTo>
                    <a:pt x="1001" y="1404"/>
                    <a:pt x="964" y="1451"/>
                    <a:pt x="924" y="1485"/>
                  </a:cubicBezTo>
                  <a:cubicBezTo>
                    <a:pt x="915" y="1493"/>
                    <a:pt x="906" y="1500"/>
                    <a:pt x="897" y="1506"/>
                  </a:cubicBezTo>
                  <a:cubicBezTo>
                    <a:pt x="878" y="1507"/>
                    <a:pt x="859" y="1509"/>
                    <a:pt x="840" y="1510"/>
                  </a:cubicBezTo>
                  <a:moveTo>
                    <a:pt x="712" y="1509"/>
                  </a:moveTo>
                  <a:cubicBezTo>
                    <a:pt x="692" y="1509"/>
                    <a:pt x="673" y="1507"/>
                    <a:pt x="654" y="1506"/>
                  </a:cubicBezTo>
                  <a:cubicBezTo>
                    <a:pt x="645" y="1500"/>
                    <a:pt x="636" y="1493"/>
                    <a:pt x="627" y="1485"/>
                  </a:cubicBezTo>
                  <a:cubicBezTo>
                    <a:pt x="587" y="1451"/>
                    <a:pt x="551" y="1404"/>
                    <a:pt x="519" y="1346"/>
                  </a:cubicBezTo>
                  <a:cubicBezTo>
                    <a:pt x="559" y="1350"/>
                    <a:pt x="601" y="1353"/>
                    <a:pt x="645" y="1355"/>
                  </a:cubicBezTo>
                  <a:cubicBezTo>
                    <a:pt x="661" y="1410"/>
                    <a:pt x="678" y="1456"/>
                    <a:pt x="698" y="1489"/>
                  </a:cubicBezTo>
                  <a:cubicBezTo>
                    <a:pt x="703" y="1496"/>
                    <a:pt x="707" y="1503"/>
                    <a:pt x="712" y="1509"/>
                  </a:cubicBezTo>
                  <a:moveTo>
                    <a:pt x="909" y="1505"/>
                  </a:moveTo>
                  <a:cubicBezTo>
                    <a:pt x="915" y="1500"/>
                    <a:pt x="922" y="1495"/>
                    <a:pt x="928" y="1490"/>
                  </a:cubicBezTo>
                  <a:cubicBezTo>
                    <a:pt x="970" y="1454"/>
                    <a:pt x="1007" y="1405"/>
                    <a:pt x="1040" y="1346"/>
                  </a:cubicBezTo>
                  <a:cubicBezTo>
                    <a:pt x="1090" y="1341"/>
                    <a:pt x="1136" y="1334"/>
                    <a:pt x="1178" y="1326"/>
                  </a:cubicBezTo>
                  <a:cubicBezTo>
                    <a:pt x="1122" y="1400"/>
                    <a:pt x="1054" y="1458"/>
                    <a:pt x="979" y="1496"/>
                  </a:cubicBezTo>
                  <a:cubicBezTo>
                    <a:pt x="956" y="1500"/>
                    <a:pt x="933" y="1502"/>
                    <a:pt x="909" y="1505"/>
                  </a:cubicBezTo>
                  <a:moveTo>
                    <a:pt x="643" y="1505"/>
                  </a:moveTo>
                  <a:cubicBezTo>
                    <a:pt x="618" y="1502"/>
                    <a:pt x="594" y="1499"/>
                    <a:pt x="572" y="1496"/>
                  </a:cubicBezTo>
                  <a:cubicBezTo>
                    <a:pt x="497" y="1458"/>
                    <a:pt x="429" y="1400"/>
                    <a:pt x="373" y="1326"/>
                  </a:cubicBezTo>
                  <a:cubicBezTo>
                    <a:pt x="396" y="1330"/>
                    <a:pt x="421" y="1334"/>
                    <a:pt x="448" y="1338"/>
                  </a:cubicBezTo>
                  <a:cubicBezTo>
                    <a:pt x="468" y="1341"/>
                    <a:pt x="490" y="1343"/>
                    <a:pt x="512" y="1345"/>
                  </a:cubicBezTo>
                  <a:cubicBezTo>
                    <a:pt x="544" y="1405"/>
                    <a:pt x="582" y="1454"/>
                    <a:pt x="624" y="1490"/>
                  </a:cubicBezTo>
                  <a:cubicBezTo>
                    <a:pt x="630" y="1495"/>
                    <a:pt x="636" y="1500"/>
                    <a:pt x="643" y="1505"/>
                  </a:cubicBezTo>
                  <a:moveTo>
                    <a:pt x="997" y="1493"/>
                  </a:moveTo>
                  <a:cubicBezTo>
                    <a:pt x="1069" y="1454"/>
                    <a:pt x="1133" y="1396"/>
                    <a:pt x="1187" y="1325"/>
                  </a:cubicBezTo>
                  <a:cubicBezTo>
                    <a:pt x="1188" y="1325"/>
                    <a:pt x="1189" y="1324"/>
                    <a:pt x="1190" y="1324"/>
                  </a:cubicBezTo>
                  <a:cubicBezTo>
                    <a:pt x="1245" y="1314"/>
                    <a:pt x="1292" y="1301"/>
                    <a:pt x="1328" y="1287"/>
                  </a:cubicBezTo>
                  <a:cubicBezTo>
                    <a:pt x="1343" y="1281"/>
                    <a:pt x="1356" y="1274"/>
                    <a:pt x="1368" y="1268"/>
                  </a:cubicBezTo>
                  <a:cubicBezTo>
                    <a:pt x="1353" y="1286"/>
                    <a:pt x="1337" y="1303"/>
                    <a:pt x="1320" y="1320"/>
                  </a:cubicBezTo>
                  <a:cubicBezTo>
                    <a:pt x="1268" y="1372"/>
                    <a:pt x="1208" y="1416"/>
                    <a:pt x="1143" y="1452"/>
                  </a:cubicBezTo>
                  <a:cubicBezTo>
                    <a:pt x="1109" y="1467"/>
                    <a:pt x="1064" y="1480"/>
                    <a:pt x="1012" y="1490"/>
                  </a:cubicBezTo>
                  <a:cubicBezTo>
                    <a:pt x="1007" y="1491"/>
                    <a:pt x="1002" y="1492"/>
                    <a:pt x="997" y="1493"/>
                  </a:cubicBezTo>
                  <a:moveTo>
                    <a:pt x="553" y="1492"/>
                  </a:moveTo>
                  <a:cubicBezTo>
                    <a:pt x="548" y="1491"/>
                    <a:pt x="543" y="1490"/>
                    <a:pt x="537" y="1489"/>
                  </a:cubicBezTo>
                  <a:cubicBezTo>
                    <a:pt x="481" y="1478"/>
                    <a:pt x="433" y="1463"/>
                    <a:pt x="398" y="1446"/>
                  </a:cubicBezTo>
                  <a:cubicBezTo>
                    <a:pt x="337" y="1411"/>
                    <a:pt x="281" y="1369"/>
                    <a:pt x="232" y="1320"/>
                  </a:cubicBezTo>
                  <a:cubicBezTo>
                    <a:pt x="215" y="1303"/>
                    <a:pt x="198" y="1285"/>
                    <a:pt x="183" y="1266"/>
                  </a:cubicBezTo>
                  <a:cubicBezTo>
                    <a:pt x="193" y="1273"/>
                    <a:pt x="206" y="1279"/>
                    <a:pt x="220" y="1285"/>
                  </a:cubicBezTo>
                  <a:cubicBezTo>
                    <a:pt x="257" y="1300"/>
                    <a:pt x="306" y="1313"/>
                    <a:pt x="364" y="1325"/>
                  </a:cubicBezTo>
                  <a:cubicBezTo>
                    <a:pt x="418" y="1396"/>
                    <a:pt x="482" y="1453"/>
                    <a:pt x="553" y="1492"/>
                  </a:cubicBezTo>
                  <a:moveTo>
                    <a:pt x="779" y="1352"/>
                  </a:moveTo>
                  <a:cubicBezTo>
                    <a:pt x="779" y="1299"/>
                    <a:pt x="779" y="1237"/>
                    <a:pt x="779" y="1168"/>
                  </a:cubicBezTo>
                  <a:cubicBezTo>
                    <a:pt x="834" y="1168"/>
                    <a:pt x="888" y="1167"/>
                    <a:pt x="940" y="1164"/>
                  </a:cubicBezTo>
                  <a:cubicBezTo>
                    <a:pt x="931" y="1222"/>
                    <a:pt x="921" y="1274"/>
                    <a:pt x="909" y="1321"/>
                  </a:cubicBezTo>
                  <a:cubicBezTo>
                    <a:pt x="907" y="1331"/>
                    <a:pt x="905" y="1340"/>
                    <a:pt x="902" y="1350"/>
                  </a:cubicBezTo>
                  <a:cubicBezTo>
                    <a:pt x="862" y="1351"/>
                    <a:pt x="821" y="1352"/>
                    <a:pt x="779" y="1352"/>
                  </a:cubicBezTo>
                  <a:moveTo>
                    <a:pt x="773" y="1352"/>
                  </a:moveTo>
                  <a:cubicBezTo>
                    <a:pt x="731" y="1352"/>
                    <a:pt x="689" y="1351"/>
                    <a:pt x="650" y="1350"/>
                  </a:cubicBezTo>
                  <a:cubicBezTo>
                    <a:pt x="635" y="1296"/>
                    <a:pt x="622" y="1234"/>
                    <a:pt x="612" y="1164"/>
                  </a:cubicBezTo>
                  <a:cubicBezTo>
                    <a:pt x="664" y="1167"/>
                    <a:pt x="717" y="1168"/>
                    <a:pt x="773" y="1168"/>
                  </a:cubicBezTo>
                  <a:cubicBezTo>
                    <a:pt x="773" y="1237"/>
                    <a:pt x="773" y="1299"/>
                    <a:pt x="773" y="1352"/>
                  </a:cubicBezTo>
                  <a:moveTo>
                    <a:pt x="908" y="1349"/>
                  </a:moveTo>
                  <a:cubicBezTo>
                    <a:pt x="923" y="1296"/>
                    <a:pt x="936" y="1233"/>
                    <a:pt x="946" y="1164"/>
                  </a:cubicBezTo>
                  <a:cubicBezTo>
                    <a:pt x="1003" y="1162"/>
                    <a:pt x="1058" y="1158"/>
                    <a:pt x="1110" y="1153"/>
                  </a:cubicBezTo>
                  <a:cubicBezTo>
                    <a:pt x="1093" y="1214"/>
                    <a:pt x="1071" y="1271"/>
                    <a:pt x="1046" y="1321"/>
                  </a:cubicBezTo>
                  <a:cubicBezTo>
                    <a:pt x="1043" y="1327"/>
                    <a:pt x="1040" y="1334"/>
                    <a:pt x="1036" y="1340"/>
                  </a:cubicBezTo>
                  <a:cubicBezTo>
                    <a:pt x="996" y="1344"/>
                    <a:pt x="953" y="1347"/>
                    <a:pt x="908" y="1349"/>
                  </a:cubicBezTo>
                  <a:moveTo>
                    <a:pt x="643" y="1349"/>
                  </a:moveTo>
                  <a:cubicBezTo>
                    <a:pt x="599" y="1347"/>
                    <a:pt x="556" y="1344"/>
                    <a:pt x="515" y="1340"/>
                  </a:cubicBezTo>
                  <a:cubicBezTo>
                    <a:pt x="494" y="1300"/>
                    <a:pt x="475" y="1255"/>
                    <a:pt x="458" y="1207"/>
                  </a:cubicBezTo>
                  <a:cubicBezTo>
                    <a:pt x="452" y="1189"/>
                    <a:pt x="447" y="1171"/>
                    <a:pt x="442" y="1152"/>
                  </a:cubicBezTo>
                  <a:cubicBezTo>
                    <a:pt x="493" y="1158"/>
                    <a:pt x="548" y="1161"/>
                    <a:pt x="606" y="1164"/>
                  </a:cubicBezTo>
                  <a:cubicBezTo>
                    <a:pt x="614" y="1222"/>
                    <a:pt x="625" y="1275"/>
                    <a:pt x="636" y="1323"/>
                  </a:cubicBezTo>
                  <a:cubicBezTo>
                    <a:pt x="639" y="1332"/>
                    <a:pt x="641" y="1341"/>
                    <a:pt x="643" y="1349"/>
                  </a:cubicBezTo>
                  <a:moveTo>
                    <a:pt x="1043" y="1339"/>
                  </a:moveTo>
                  <a:cubicBezTo>
                    <a:pt x="1064" y="1300"/>
                    <a:pt x="1083" y="1256"/>
                    <a:pt x="1099" y="1208"/>
                  </a:cubicBezTo>
                  <a:cubicBezTo>
                    <a:pt x="1105" y="1190"/>
                    <a:pt x="1111" y="1171"/>
                    <a:pt x="1116" y="1152"/>
                  </a:cubicBezTo>
                  <a:cubicBezTo>
                    <a:pt x="1180" y="1146"/>
                    <a:pt x="1238" y="1138"/>
                    <a:pt x="1288" y="1128"/>
                  </a:cubicBezTo>
                  <a:cubicBezTo>
                    <a:pt x="1261" y="1199"/>
                    <a:pt x="1225" y="1263"/>
                    <a:pt x="1184" y="1319"/>
                  </a:cubicBezTo>
                  <a:cubicBezTo>
                    <a:pt x="1141" y="1327"/>
                    <a:pt x="1094" y="1334"/>
                    <a:pt x="1043" y="1339"/>
                  </a:cubicBezTo>
                  <a:moveTo>
                    <a:pt x="508" y="1339"/>
                  </a:moveTo>
                  <a:cubicBezTo>
                    <a:pt x="457" y="1334"/>
                    <a:pt x="410" y="1327"/>
                    <a:pt x="368" y="1319"/>
                  </a:cubicBezTo>
                  <a:cubicBezTo>
                    <a:pt x="326" y="1263"/>
                    <a:pt x="291" y="1199"/>
                    <a:pt x="263" y="1128"/>
                  </a:cubicBezTo>
                  <a:cubicBezTo>
                    <a:pt x="314" y="1137"/>
                    <a:pt x="372" y="1145"/>
                    <a:pt x="435" y="1152"/>
                  </a:cubicBezTo>
                  <a:cubicBezTo>
                    <a:pt x="453" y="1215"/>
                    <a:pt x="475" y="1272"/>
                    <a:pt x="500" y="1323"/>
                  </a:cubicBezTo>
                  <a:cubicBezTo>
                    <a:pt x="503" y="1329"/>
                    <a:pt x="506" y="1334"/>
                    <a:pt x="508" y="1339"/>
                  </a:cubicBezTo>
                  <a:moveTo>
                    <a:pt x="1192" y="1318"/>
                  </a:moveTo>
                  <a:cubicBezTo>
                    <a:pt x="1233" y="1262"/>
                    <a:pt x="1268" y="1197"/>
                    <a:pt x="1295" y="1127"/>
                  </a:cubicBezTo>
                  <a:cubicBezTo>
                    <a:pt x="1360" y="1114"/>
                    <a:pt x="1413" y="1100"/>
                    <a:pt x="1449" y="1083"/>
                  </a:cubicBezTo>
                  <a:cubicBezTo>
                    <a:pt x="1468" y="1075"/>
                    <a:pt x="1482" y="1066"/>
                    <a:pt x="1492" y="1057"/>
                  </a:cubicBezTo>
                  <a:cubicBezTo>
                    <a:pt x="1465" y="1127"/>
                    <a:pt x="1427" y="1193"/>
                    <a:pt x="1380" y="1252"/>
                  </a:cubicBezTo>
                  <a:cubicBezTo>
                    <a:pt x="1368" y="1262"/>
                    <a:pt x="1349" y="1272"/>
                    <a:pt x="1326" y="1281"/>
                  </a:cubicBezTo>
                  <a:cubicBezTo>
                    <a:pt x="1291" y="1295"/>
                    <a:pt x="1246" y="1307"/>
                    <a:pt x="1192" y="1318"/>
                  </a:cubicBezTo>
                  <a:moveTo>
                    <a:pt x="359" y="1318"/>
                  </a:moveTo>
                  <a:cubicBezTo>
                    <a:pt x="303" y="1307"/>
                    <a:pt x="257" y="1294"/>
                    <a:pt x="222" y="1279"/>
                  </a:cubicBezTo>
                  <a:cubicBezTo>
                    <a:pt x="199" y="1270"/>
                    <a:pt x="181" y="1260"/>
                    <a:pt x="169" y="1249"/>
                  </a:cubicBezTo>
                  <a:cubicBezTo>
                    <a:pt x="123" y="1190"/>
                    <a:pt x="85" y="1124"/>
                    <a:pt x="58" y="1053"/>
                  </a:cubicBezTo>
                  <a:cubicBezTo>
                    <a:pt x="59" y="1055"/>
                    <a:pt x="60" y="1056"/>
                    <a:pt x="61" y="1057"/>
                  </a:cubicBezTo>
                  <a:cubicBezTo>
                    <a:pt x="79" y="1073"/>
                    <a:pt x="110" y="1088"/>
                    <a:pt x="153" y="1101"/>
                  </a:cubicBezTo>
                  <a:cubicBezTo>
                    <a:pt x="182" y="1110"/>
                    <a:pt x="217" y="1119"/>
                    <a:pt x="256" y="1126"/>
                  </a:cubicBezTo>
                  <a:cubicBezTo>
                    <a:pt x="283" y="1197"/>
                    <a:pt x="318" y="1261"/>
                    <a:pt x="359" y="1318"/>
                  </a:cubicBezTo>
                  <a:moveTo>
                    <a:pt x="779" y="1162"/>
                  </a:moveTo>
                  <a:cubicBezTo>
                    <a:pt x="779" y="1096"/>
                    <a:pt x="779" y="1023"/>
                    <a:pt x="779" y="946"/>
                  </a:cubicBezTo>
                  <a:cubicBezTo>
                    <a:pt x="842" y="946"/>
                    <a:pt x="903" y="944"/>
                    <a:pt x="961" y="942"/>
                  </a:cubicBezTo>
                  <a:cubicBezTo>
                    <a:pt x="957" y="1019"/>
                    <a:pt x="950" y="1092"/>
                    <a:pt x="941" y="1159"/>
                  </a:cubicBezTo>
                  <a:cubicBezTo>
                    <a:pt x="889" y="1161"/>
                    <a:pt x="834" y="1162"/>
                    <a:pt x="779" y="1162"/>
                  </a:cubicBezTo>
                  <a:moveTo>
                    <a:pt x="773" y="1162"/>
                  </a:moveTo>
                  <a:cubicBezTo>
                    <a:pt x="717" y="1162"/>
                    <a:pt x="663" y="1161"/>
                    <a:pt x="611" y="1158"/>
                  </a:cubicBezTo>
                  <a:cubicBezTo>
                    <a:pt x="601" y="1092"/>
                    <a:pt x="594" y="1019"/>
                    <a:pt x="590" y="942"/>
                  </a:cubicBezTo>
                  <a:cubicBezTo>
                    <a:pt x="649" y="944"/>
                    <a:pt x="710" y="946"/>
                    <a:pt x="773" y="946"/>
                  </a:cubicBezTo>
                  <a:cubicBezTo>
                    <a:pt x="773" y="1023"/>
                    <a:pt x="773" y="1096"/>
                    <a:pt x="773" y="1162"/>
                  </a:cubicBezTo>
                  <a:moveTo>
                    <a:pt x="947" y="1158"/>
                  </a:moveTo>
                  <a:cubicBezTo>
                    <a:pt x="956" y="1092"/>
                    <a:pt x="963" y="1019"/>
                    <a:pt x="967" y="941"/>
                  </a:cubicBezTo>
                  <a:cubicBezTo>
                    <a:pt x="1032" y="938"/>
                    <a:pt x="1094" y="934"/>
                    <a:pt x="1152" y="928"/>
                  </a:cubicBezTo>
                  <a:cubicBezTo>
                    <a:pt x="1144" y="1006"/>
                    <a:pt x="1130" y="1079"/>
                    <a:pt x="1112" y="1147"/>
                  </a:cubicBezTo>
                  <a:cubicBezTo>
                    <a:pt x="1060" y="1152"/>
                    <a:pt x="1005" y="1156"/>
                    <a:pt x="947" y="1158"/>
                  </a:cubicBezTo>
                  <a:moveTo>
                    <a:pt x="605" y="1158"/>
                  </a:moveTo>
                  <a:cubicBezTo>
                    <a:pt x="547" y="1155"/>
                    <a:pt x="492" y="1151"/>
                    <a:pt x="440" y="1146"/>
                  </a:cubicBezTo>
                  <a:cubicBezTo>
                    <a:pt x="421" y="1079"/>
                    <a:pt x="408" y="1006"/>
                    <a:pt x="400" y="928"/>
                  </a:cubicBezTo>
                  <a:cubicBezTo>
                    <a:pt x="457" y="934"/>
                    <a:pt x="519" y="938"/>
                    <a:pt x="584" y="941"/>
                  </a:cubicBezTo>
                  <a:cubicBezTo>
                    <a:pt x="588" y="1019"/>
                    <a:pt x="595" y="1091"/>
                    <a:pt x="605" y="1158"/>
                  </a:cubicBezTo>
                  <a:moveTo>
                    <a:pt x="1118" y="1146"/>
                  </a:moveTo>
                  <a:cubicBezTo>
                    <a:pt x="1136" y="1079"/>
                    <a:pt x="1150" y="1005"/>
                    <a:pt x="1158" y="928"/>
                  </a:cubicBezTo>
                  <a:cubicBezTo>
                    <a:pt x="1218" y="922"/>
                    <a:pt x="1274" y="914"/>
                    <a:pt x="1323" y="905"/>
                  </a:cubicBezTo>
                  <a:cubicBezTo>
                    <a:pt x="1330" y="904"/>
                    <a:pt x="1338" y="902"/>
                    <a:pt x="1345" y="901"/>
                  </a:cubicBezTo>
                  <a:cubicBezTo>
                    <a:pt x="1335" y="979"/>
                    <a:pt x="1317" y="1053"/>
                    <a:pt x="1291" y="1122"/>
                  </a:cubicBezTo>
                  <a:cubicBezTo>
                    <a:pt x="1240" y="1131"/>
                    <a:pt x="1182" y="1139"/>
                    <a:pt x="1118" y="1146"/>
                  </a:cubicBezTo>
                  <a:moveTo>
                    <a:pt x="434" y="1146"/>
                  </a:moveTo>
                  <a:cubicBezTo>
                    <a:pt x="370" y="1139"/>
                    <a:pt x="313" y="1131"/>
                    <a:pt x="262" y="1122"/>
                  </a:cubicBezTo>
                  <a:cubicBezTo>
                    <a:pt x="262" y="1121"/>
                    <a:pt x="261" y="1121"/>
                    <a:pt x="261" y="1121"/>
                  </a:cubicBezTo>
                  <a:cubicBezTo>
                    <a:pt x="235" y="1053"/>
                    <a:pt x="216" y="979"/>
                    <a:pt x="207" y="901"/>
                  </a:cubicBezTo>
                  <a:cubicBezTo>
                    <a:pt x="261" y="911"/>
                    <a:pt x="324" y="920"/>
                    <a:pt x="394" y="928"/>
                  </a:cubicBezTo>
                  <a:cubicBezTo>
                    <a:pt x="402" y="1005"/>
                    <a:pt x="415" y="1078"/>
                    <a:pt x="434" y="1146"/>
                  </a:cubicBezTo>
                  <a:moveTo>
                    <a:pt x="1298" y="1120"/>
                  </a:moveTo>
                  <a:cubicBezTo>
                    <a:pt x="1323" y="1052"/>
                    <a:pt x="1341" y="978"/>
                    <a:pt x="1351" y="900"/>
                  </a:cubicBezTo>
                  <a:cubicBezTo>
                    <a:pt x="1408" y="889"/>
                    <a:pt x="1455" y="875"/>
                    <a:pt x="1489" y="861"/>
                  </a:cubicBezTo>
                  <a:cubicBezTo>
                    <a:pt x="1509" y="853"/>
                    <a:pt x="1524" y="844"/>
                    <a:pt x="1535" y="835"/>
                  </a:cubicBezTo>
                  <a:cubicBezTo>
                    <a:pt x="1538" y="831"/>
                    <a:pt x="1541" y="828"/>
                    <a:pt x="1544" y="825"/>
                  </a:cubicBezTo>
                  <a:cubicBezTo>
                    <a:pt x="1539" y="895"/>
                    <a:pt x="1526" y="963"/>
                    <a:pt x="1503" y="1027"/>
                  </a:cubicBezTo>
                  <a:cubicBezTo>
                    <a:pt x="1502" y="1027"/>
                    <a:pt x="1502" y="1027"/>
                    <a:pt x="1502" y="1027"/>
                  </a:cubicBezTo>
                  <a:cubicBezTo>
                    <a:pt x="1502" y="1028"/>
                    <a:pt x="1502" y="1030"/>
                    <a:pt x="1502" y="1031"/>
                  </a:cubicBezTo>
                  <a:cubicBezTo>
                    <a:pt x="1501" y="1034"/>
                    <a:pt x="1500" y="1037"/>
                    <a:pt x="1499" y="1039"/>
                  </a:cubicBezTo>
                  <a:cubicBezTo>
                    <a:pt x="1497" y="1044"/>
                    <a:pt x="1493" y="1048"/>
                    <a:pt x="1488" y="1052"/>
                  </a:cubicBezTo>
                  <a:cubicBezTo>
                    <a:pt x="1472" y="1068"/>
                    <a:pt x="1441" y="1082"/>
                    <a:pt x="1399" y="1096"/>
                  </a:cubicBezTo>
                  <a:cubicBezTo>
                    <a:pt x="1370" y="1105"/>
                    <a:pt x="1336" y="1113"/>
                    <a:pt x="1298" y="1120"/>
                  </a:cubicBezTo>
                  <a:moveTo>
                    <a:pt x="48" y="1027"/>
                  </a:moveTo>
                  <a:cubicBezTo>
                    <a:pt x="26" y="962"/>
                    <a:pt x="12" y="893"/>
                    <a:pt x="8" y="821"/>
                  </a:cubicBezTo>
                  <a:cubicBezTo>
                    <a:pt x="10" y="826"/>
                    <a:pt x="14" y="830"/>
                    <a:pt x="19" y="835"/>
                  </a:cubicBezTo>
                  <a:cubicBezTo>
                    <a:pt x="38" y="851"/>
                    <a:pt x="71" y="866"/>
                    <a:pt x="116" y="879"/>
                  </a:cubicBezTo>
                  <a:cubicBezTo>
                    <a:pt x="141" y="886"/>
                    <a:pt x="169" y="893"/>
                    <a:pt x="201" y="899"/>
                  </a:cubicBezTo>
                  <a:cubicBezTo>
                    <a:pt x="210" y="977"/>
                    <a:pt x="228" y="1052"/>
                    <a:pt x="254" y="1120"/>
                  </a:cubicBezTo>
                  <a:cubicBezTo>
                    <a:pt x="192" y="1108"/>
                    <a:pt x="142" y="1094"/>
                    <a:pt x="107" y="1078"/>
                  </a:cubicBezTo>
                  <a:cubicBezTo>
                    <a:pt x="89" y="1070"/>
                    <a:pt x="75" y="1061"/>
                    <a:pt x="65" y="1052"/>
                  </a:cubicBezTo>
                  <a:cubicBezTo>
                    <a:pt x="56" y="1044"/>
                    <a:pt x="51" y="1035"/>
                    <a:pt x="51" y="1027"/>
                  </a:cubicBezTo>
                  <a:cubicBezTo>
                    <a:pt x="48" y="1027"/>
                    <a:pt x="48" y="1027"/>
                    <a:pt x="48" y="1027"/>
                  </a:cubicBezTo>
                  <a:moveTo>
                    <a:pt x="773" y="940"/>
                  </a:moveTo>
                  <a:cubicBezTo>
                    <a:pt x="710" y="940"/>
                    <a:pt x="648" y="938"/>
                    <a:pt x="590" y="936"/>
                  </a:cubicBezTo>
                  <a:cubicBezTo>
                    <a:pt x="587" y="884"/>
                    <a:pt x="586" y="830"/>
                    <a:pt x="586" y="776"/>
                  </a:cubicBezTo>
                  <a:cubicBezTo>
                    <a:pt x="586" y="759"/>
                    <a:pt x="586" y="743"/>
                    <a:pt x="586" y="727"/>
                  </a:cubicBezTo>
                  <a:cubicBezTo>
                    <a:pt x="646" y="729"/>
                    <a:pt x="708" y="730"/>
                    <a:pt x="773" y="730"/>
                  </a:cubicBezTo>
                  <a:cubicBezTo>
                    <a:pt x="773" y="745"/>
                    <a:pt x="773" y="760"/>
                    <a:pt x="773" y="776"/>
                  </a:cubicBezTo>
                  <a:cubicBezTo>
                    <a:pt x="773" y="832"/>
                    <a:pt x="773" y="887"/>
                    <a:pt x="773" y="940"/>
                  </a:cubicBezTo>
                  <a:moveTo>
                    <a:pt x="779" y="940"/>
                  </a:moveTo>
                  <a:cubicBezTo>
                    <a:pt x="779" y="887"/>
                    <a:pt x="779" y="832"/>
                    <a:pt x="779" y="776"/>
                  </a:cubicBezTo>
                  <a:cubicBezTo>
                    <a:pt x="779" y="760"/>
                    <a:pt x="779" y="745"/>
                    <a:pt x="779" y="730"/>
                  </a:cubicBezTo>
                  <a:cubicBezTo>
                    <a:pt x="843" y="730"/>
                    <a:pt x="906" y="729"/>
                    <a:pt x="966" y="727"/>
                  </a:cubicBezTo>
                  <a:cubicBezTo>
                    <a:pt x="966" y="743"/>
                    <a:pt x="966" y="759"/>
                    <a:pt x="966" y="776"/>
                  </a:cubicBezTo>
                  <a:cubicBezTo>
                    <a:pt x="966" y="831"/>
                    <a:pt x="965" y="884"/>
                    <a:pt x="962" y="936"/>
                  </a:cubicBezTo>
                  <a:cubicBezTo>
                    <a:pt x="903" y="938"/>
                    <a:pt x="842" y="940"/>
                    <a:pt x="779" y="940"/>
                  </a:cubicBezTo>
                  <a:moveTo>
                    <a:pt x="584" y="935"/>
                  </a:moveTo>
                  <a:cubicBezTo>
                    <a:pt x="519" y="932"/>
                    <a:pt x="457" y="928"/>
                    <a:pt x="399" y="922"/>
                  </a:cubicBezTo>
                  <a:cubicBezTo>
                    <a:pt x="395" y="875"/>
                    <a:pt x="392" y="826"/>
                    <a:pt x="392" y="776"/>
                  </a:cubicBezTo>
                  <a:cubicBezTo>
                    <a:pt x="392" y="755"/>
                    <a:pt x="393" y="735"/>
                    <a:pt x="394" y="715"/>
                  </a:cubicBezTo>
                  <a:cubicBezTo>
                    <a:pt x="451" y="720"/>
                    <a:pt x="514" y="724"/>
                    <a:pt x="580" y="726"/>
                  </a:cubicBezTo>
                  <a:cubicBezTo>
                    <a:pt x="580" y="743"/>
                    <a:pt x="580" y="759"/>
                    <a:pt x="580" y="776"/>
                  </a:cubicBezTo>
                  <a:cubicBezTo>
                    <a:pt x="580" y="830"/>
                    <a:pt x="581" y="884"/>
                    <a:pt x="584" y="935"/>
                  </a:cubicBezTo>
                  <a:moveTo>
                    <a:pt x="968" y="936"/>
                  </a:moveTo>
                  <a:cubicBezTo>
                    <a:pt x="970" y="884"/>
                    <a:pt x="972" y="830"/>
                    <a:pt x="972" y="776"/>
                  </a:cubicBezTo>
                  <a:cubicBezTo>
                    <a:pt x="972" y="759"/>
                    <a:pt x="972" y="743"/>
                    <a:pt x="971" y="726"/>
                  </a:cubicBezTo>
                  <a:cubicBezTo>
                    <a:pt x="1038" y="724"/>
                    <a:pt x="1100" y="720"/>
                    <a:pt x="1158" y="715"/>
                  </a:cubicBezTo>
                  <a:cubicBezTo>
                    <a:pt x="1159" y="735"/>
                    <a:pt x="1159" y="755"/>
                    <a:pt x="1159" y="776"/>
                  </a:cubicBezTo>
                  <a:cubicBezTo>
                    <a:pt x="1159" y="826"/>
                    <a:pt x="1157" y="875"/>
                    <a:pt x="1152" y="922"/>
                  </a:cubicBezTo>
                  <a:cubicBezTo>
                    <a:pt x="1095" y="928"/>
                    <a:pt x="1033" y="933"/>
                    <a:pt x="968" y="936"/>
                  </a:cubicBezTo>
                  <a:moveTo>
                    <a:pt x="393" y="922"/>
                  </a:moveTo>
                  <a:cubicBezTo>
                    <a:pt x="334" y="915"/>
                    <a:pt x="280" y="908"/>
                    <a:pt x="232" y="899"/>
                  </a:cubicBezTo>
                  <a:cubicBezTo>
                    <a:pt x="223" y="898"/>
                    <a:pt x="215" y="896"/>
                    <a:pt x="206" y="895"/>
                  </a:cubicBezTo>
                  <a:cubicBezTo>
                    <a:pt x="202" y="856"/>
                    <a:pt x="199" y="816"/>
                    <a:pt x="199" y="776"/>
                  </a:cubicBezTo>
                  <a:cubicBezTo>
                    <a:pt x="199" y="747"/>
                    <a:pt x="200" y="719"/>
                    <a:pt x="203" y="691"/>
                  </a:cubicBezTo>
                  <a:cubicBezTo>
                    <a:pt x="256" y="700"/>
                    <a:pt x="318" y="708"/>
                    <a:pt x="388" y="714"/>
                  </a:cubicBezTo>
                  <a:cubicBezTo>
                    <a:pt x="387" y="734"/>
                    <a:pt x="387" y="755"/>
                    <a:pt x="387" y="776"/>
                  </a:cubicBezTo>
                  <a:cubicBezTo>
                    <a:pt x="387" y="825"/>
                    <a:pt x="389" y="874"/>
                    <a:pt x="393" y="922"/>
                  </a:cubicBezTo>
                  <a:moveTo>
                    <a:pt x="1158" y="922"/>
                  </a:moveTo>
                  <a:cubicBezTo>
                    <a:pt x="1163" y="874"/>
                    <a:pt x="1165" y="826"/>
                    <a:pt x="1165" y="776"/>
                  </a:cubicBezTo>
                  <a:cubicBezTo>
                    <a:pt x="1165" y="755"/>
                    <a:pt x="1165" y="734"/>
                    <a:pt x="1164" y="714"/>
                  </a:cubicBezTo>
                  <a:cubicBezTo>
                    <a:pt x="1217" y="709"/>
                    <a:pt x="1267" y="703"/>
                    <a:pt x="1310" y="697"/>
                  </a:cubicBezTo>
                  <a:cubicBezTo>
                    <a:pt x="1324" y="695"/>
                    <a:pt x="1337" y="693"/>
                    <a:pt x="1349" y="691"/>
                  </a:cubicBezTo>
                  <a:cubicBezTo>
                    <a:pt x="1351" y="719"/>
                    <a:pt x="1352" y="747"/>
                    <a:pt x="1352" y="776"/>
                  </a:cubicBezTo>
                  <a:cubicBezTo>
                    <a:pt x="1352" y="816"/>
                    <a:pt x="1350" y="856"/>
                    <a:pt x="1345" y="895"/>
                  </a:cubicBezTo>
                  <a:cubicBezTo>
                    <a:pt x="1291" y="906"/>
                    <a:pt x="1228" y="915"/>
                    <a:pt x="1158" y="922"/>
                  </a:cubicBezTo>
                  <a:moveTo>
                    <a:pt x="7" y="804"/>
                  </a:moveTo>
                  <a:cubicBezTo>
                    <a:pt x="6" y="795"/>
                    <a:pt x="6" y="785"/>
                    <a:pt x="6" y="776"/>
                  </a:cubicBezTo>
                  <a:cubicBezTo>
                    <a:pt x="6" y="724"/>
                    <a:pt x="11" y="674"/>
                    <a:pt x="21" y="625"/>
                  </a:cubicBezTo>
                  <a:cubicBezTo>
                    <a:pt x="21" y="626"/>
                    <a:pt x="21" y="626"/>
                    <a:pt x="22" y="627"/>
                  </a:cubicBezTo>
                  <a:cubicBezTo>
                    <a:pt x="27" y="635"/>
                    <a:pt x="37" y="642"/>
                    <a:pt x="50" y="649"/>
                  </a:cubicBezTo>
                  <a:cubicBezTo>
                    <a:pt x="74" y="661"/>
                    <a:pt x="109" y="672"/>
                    <a:pt x="155" y="681"/>
                  </a:cubicBezTo>
                  <a:cubicBezTo>
                    <a:pt x="168" y="684"/>
                    <a:pt x="182" y="687"/>
                    <a:pt x="197" y="690"/>
                  </a:cubicBezTo>
                  <a:cubicBezTo>
                    <a:pt x="195" y="718"/>
                    <a:pt x="193" y="747"/>
                    <a:pt x="193" y="776"/>
                  </a:cubicBezTo>
                  <a:cubicBezTo>
                    <a:pt x="193" y="816"/>
                    <a:pt x="196" y="855"/>
                    <a:pt x="200" y="893"/>
                  </a:cubicBezTo>
                  <a:cubicBezTo>
                    <a:pt x="145" y="882"/>
                    <a:pt x="100" y="869"/>
                    <a:pt x="67" y="856"/>
                  </a:cubicBezTo>
                  <a:cubicBezTo>
                    <a:pt x="48" y="847"/>
                    <a:pt x="33" y="839"/>
                    <a:pt x="23" y="830"/>
                  </a:cubicBezTo>
                  <a:cubicBezTo>
                    <a:pt x="13" y="821"/>
                    <a:pt x="8" y="813"/>
                    <a:pt x="8" y="804"/>
                  </a:cubicBezTo>
                  <a:cubicBezTo>
                    <a:pt x="7" y="804"/>
                    <a:pt x="7" y="804"/>
                    <a:pt x="7" y="804"/>
                  </a:cubicBezTo>
                  <a:moveTo>
                    <a:pt x="1351" y="894"/>
                  </a:moveTo>
                  <a:cubicBezTo>
                    <a:pt x="1356" y="855"/>
                    <a:pt x="1358" y="816"/>
                    <a:pt x="1358" y="776"/>
                  </a:cubicBezTo>
                  <a:cubicBezTo>
                    <a:pt x="1358" y="747"/>
                    <a:pt x="1357" y="718"/>
                    <a:pt x="1355" y="690"/>
                  </a:cubicBezTo>
                  <a:cubicBezTo>
                    <a:pt x="1403" y="681"/>
                    <a:pt x="1443" y="671"/>
                    <a:pt x="1473" y="661"/>
                  </a:cubicBezTo>
                  <a:cubicBezTo>
                    <a:pt x="1492" y="654"/>
                    <a:pt x="1507" y="647"/>
                    <a:pt x="1518" y="639"/>
                  </a:cubicBezTo>
                  <a:cubicBezTo>
                    <a:pt x="1523" y="635"/>
                    <a:pt x="1527" y="631"/>
                    <a:pt x="1530" y="627"/>
                  </a:cubicBezTo>
                  <a:cubicBezTo>
                    <a:pt x="1530" y="626"/>
                    <a:pt x="1530" y="626"/>
                    <a:pt x="1531" y="625"/>
                  </a:cubicBezTo>
                  <a:cubicBezTo>
                    <a:pt x="1540" y="674"/>
                    <a:pt x="1545" y="724"/>
                    <a:pt x="1545" y="776"/>
                  </a:cubicBezTo>
                  <a:cubicBezTo>
                    <a:pt x="1545" y="787"/>
                    <a:pt x="1545" y="799"/>
                    <a:pt x="1545" y="810"/>
                  </a:cubicBezTo>
                  <a:cubicBezTo>
                    <a:pt x="1543" y="817"/>
                    <a:pt x="1538" y="823"/>
                    <a:pt x="1531" y="830"/>
                  </a:cubicBezTo>
                  <a:cubicBezTo>
                    <a:pt x="1513" y="845"/>
                    <a:pt x="1481" y="860"/>
                    <a:pt x="1436" y="873"/>
                  </a:cubicBezTo>
                  <a:cubicBezTo>
                    <a:pt x="1411" y="881"/>
                    <a:pt x="1383" y="887"/>
                    <a:pt x="1351" y="894"/>
                  </a:cubicBezTo>
                  <a:moveTo>
                    <a:pt x="779" y="724"/>
                  </a:moveTo>
                  <a:cubicBezTo>
                    <a:pt x="779" y="651"/>
                    <a:pt x="779" y="581"/>
                    <a:pt x="779" y="515"/>
                  </a:cubicBezTo>
                  <a:cubicBezTo>
                    <a:pt x="839" y="515"/>
                    <a:pt x="898" y="514"/>
                    <a:pt x="954" y="512"/>
                  </a:cubicBezTo>
                  <a:cubicBezTo>
                    <a:pt x="960" y="578"/>
                    <a:pt x="964" y="648"/>
                    <a:pt x="966" y="721"/>
                  </a:cubicBezTo>
                  <a:cubicBezTo>
                    <a:pt x="906" y="723"/>
                    <a:pt x="843" y="724"/>
                    <a:pt x="779" y="724"/>
                  </a:cubicBezTo>
                  <a:moveTo>
                    <a:pt x="773" y="724"/>
                  </a:moveTo>
                  <a:cubicBezTo>
                    <a:pt x="708" y="724"/>
                    <a:pt x="646" y="723"/>
                    <a:pt x="586" y="721"/>
                  </a:cubicBezTo>
                  <a:cubicBezTo>
                    <a:pt x="587" y="648"/>
                    <a:pt x="591" y="578"/>
                    <a:pt x="597" y="512"/>
                  </a:cubicBezTo>
                  <a:cubicBezTo>
                    <a:pt x="653" y="514"/>
                    <a:pt x="712" y="515"/>
                    <a:pt x="773" y="515"/>
                  </a:cubicBezTo>
                  <a:cubicBezTo>
                    <a:pt x="773" y="581"/>
                    <a:pt x="773" y="651"/>
                    <a:pt x="773" y="724"/>
                  </a:cubicBezTo>
                  <a:moveTo>
                    <a:pt x="971" y="720"/>
                  </a:moveTo>
                  <a:cubicBezTo>
                    <a:pt x="970" y="648"/>
                    <a:pt x="966" y="577"/>
                    <a:pt x="960" y="511"/>
                  </a:cubicBezTo>
                  <a:cubicBezTo>
                    <a:pt x="1022" y="509"/>
                    <a:pt x="1081" y="506"/>
                    <a:pt x="1134" y="502"/>
                  </a:cubicBezTo>
                  <a:cubicBezTo>
                    <a:pt x="1146" y="567"/>
                    <a:pt x="1155" y="636"/>
                    <a:pt x="1158" y="709"/>
                  </a:cubicBezTo>
                  <a:cubicBezTo>
                    <a:pt x="1100" y="714"/>
                    <a:pt x="1038" y="718"/>
                    <a:pt x="971" y="720"/>
                  </a:cubicBezTo>
                  <a:moveTo>
                    <a:pt x="580" y="720"/>
                  </a:moveTo>
                  <a:cubicBezTo>
                    <a:pt x="514" y="718"/>
                    <a:pt x="452" y="714"/>
                    <a:pt x="394" y="709"/>
                  </a:cubicBezTo>
                  <a:cubicBezTo>
                    <a:pt x="397" y="636"/>
                    <a:pt x="405" y="567"/>
                    <a:pt x="417" y="502"/>
                  </a:cubicBezTo>
                  <a:cubicBezTo>
                    <a:pt x="471" y="506"/>
                    <a:pt x="529" y="509"/>
                    <a:pt x="591" y="511"/>
                  </a:cubicBezTo>
                  <a:cubicBezTo>
                    <a:pt x="585" y="577"/>
                    <a:pt x="581" y="648"/>
                    <a:pt x="580" y="720"/>
                  </a:cubicBezTo>
                  <a:moveTo>
                    <a:pt x="1164" y="708"/>
                  </a:moveTo>
                  <a:cubicBezTo>
                    <a:pt x="1160" y="636"/>
                    <a:pt x="1152" y="566"/>
                    <a:pt x="1140" y="501"/>
                  </a:cubicBezTo>
                  <a:cubicBezTo>
                    <a:pt x="1184" y="498"/>
                    <a:pt x="1225" y="493"/>
                    <a:pt x="1262" y="489"/>
                  </a:cubicBezTo>
                  <a:cubicBezTo>
                    <a:pt x="1278" y="486"/>
                    <a:pt x="1294" y="484"/>
                    <a:pt x="1309" y="482"/>
                  </a:cubicBezTo>
                  <a:cubicBezTo>
                    <a:pt x="1329" y="546"/>
                    <a:pt x="1342" y="614"/>
                    <a:pt x="1348" y="685"/>
                  </a:cubicBezTo>
                  <a:cubicBezTo>
                    <a:pt x="1296" y="694"/>
                    <a:pt x="1233" y="702"/>
                    <a:pt x="1164" y="708"/>
                  </a:cubicBezTo>
                  <a:moveTo>
                    <a:pt x="388" y="708"/>
                  </a:moveTo>
                  <a:cubicBezTo>
                    <a:pt x="335" y="703"/>
                    <a:pt x="286" y="698"/>
                    <a:pt x="242" y="691"/>
                  </a:cubicBezTo>
                  <a:cubicBezTo>
                    <a:pt x="229" y="689"/>
                    <a:pt x="216" y="687"/>
                    <a:pt x="203" y="685"/>
                  </a:cubicBezTo>
                  <a:cubicBezTo>
                    <a:pt x="210" y="614"/>
                    <a:pt x="223" y="546"/>
                    <a:pt x="243" y="482"/>
                  </a:cubicBezTo>
                  <a:cubicBezTo>
                    <a:pt x="290" y="489"/>
                    <a:pt x="347" y="496"/>
                    <a:pt x="412" y="501"/>
                  </a:cubicBezTo>
                  <a:cubicBezTo>
                    <a:pt x="399" y="566"/>
                    <a:pt x="391" y="636"/>
                    <a:pt x="388" y="708"/>
                  </a:cubicBezTo>
                  <a:moveTo>
                    <a:pt x="1354" y="684"/>
                  </a:moveTo>
                  <a:cubicBezTo>
                    <a:pt x="1348" y="613"/>
                    <a:pt x="1334" y="545"/>
                    <a:pt x="1315" y="481"/>
                  </a:cubicBezTo>
                  <a:cubicBezTo>
                    <a:pt x="1353" y="475"/>
                    <a:pt x="1385" y="468"/>
                    <a:pt x="1410" y="460"/>
                  </a:cubicBezTo>
                  <a:cubicBezTo>
                    <a:pt x="1427" y="455"/>
                    <a:pt x="1441" y="449"/>
                    <a:pt x="1450" y="443"/>
                  </a:cubicBezTo>
                  <a:cubicBezTo>
                    <a:pt x="1455" y="440"/>
                    <a:pt x="1459" y="437"/>
                    <a:pt x="1461" y="434"/>
                  </a:cubicBezTo>
                  <a:cubicBezTo>
                    <a:pt x="1462" y="433"/>
                    <a:pt x="1463" y="431"/>
                    <a:pt x="1464" y="430"/>
                  </a:cubicBezTo>
                  <a:cubicBezTo>
                    <a:pt x="1493" y="488"/>
                    <a:pt x="1515" y="549"/>
                    <a:pt x="1528" y="614"/>
                  </a:cubicBezTo>
                  <a:cubicBezTo>
                    <a:pt x="1528" y="617"/>
                    <a:pt x="1527" y="620"/>
                    <a:pt x="1525" y="624"/>
                  </a:cubicBezTo>
                  <a:cubicBezTo>
                    <a:pt x="1521" y="630"/>
                    <a:pt x="1512" y="637"/>
                    <a:pt x="1499" y="643"/>
                  </a:cubicBezTo>
                  <a:cubicBezTo>
                    <a:pt x="1476" y="655"/>
                    <a:pt x="1441" y="666"/>
                    <a:pt x="1395" y="676"/>
                  </a:cubicBezTo>
                  <a:cubicBezTo>
                    <a:pt x="1382" y="678"/>
                    <a:pt x="1369" y="681"/>
                    <a:pt x="1354" y="684"/>
                  </a:cubicBezTo>
                  <a:moveTo>
                    <a:pt x="197" y="684"/>
                  </a:moveTo>
                  <a:cubicBezTo>
                    <a:pt x="150" y="675"/>
                    <a:pt x="110" y="665"/>
                    <a:pt x="81" y="655"/>
                  </a:cubicBezTo>
                  <a:cubicBezTo>
                    <a:pt x="62" y="648"/>
                    <a:pt x="47" y="641"/>
                    <a:pt x="37" y="634"/>
                  </a:cubicBezTo>
                  <a:cubicBezTo>
                    <a:pt x="32" y="631"/>
                    <a:pt x="29" y="627"/>
                    <a:pt x="27" y="624"/>
                  </a:cubicBezTo>
                  <a:cubicBezTo>
                    <a:pt x="24" y="620"/>
                    <a:pt x="23" y="617"/>
                    <a:pt x="23" y="614"/>
                  </a:cubicBezTo>
                  <a:cubicBezTo>
                    <a:pt x="37" y="549"/>
                    <a:pt x="59" y="488"/>
                    <a:pt x="88" y="430"/>
                  </a:cubicBezTo>
                  <a:cubicBezTo>
                    <a:pt x="89" y="431"/>
                    <a:pt x="89" y="432"/>
                    <a:pt x="90" y="434"/>
                  </a:cubicBezTo>
                  <a:cubicBezTo>
                    <a:pt x="95" y="440"/>
                    <a:pt x="104" y="445"/>
                    <a:pt x="116" y="451"/>
                  </a:cubicBezTo>
                  <a:cubicBezTo>
                    <a:pt x="138" y="460"/>
                    <a:pt x="170" y="469"/>
                    <a:pt x="212" y="476"/>
                  </a:cubicBezTo>
                  <a:cubicBezTo>
                    <a:pt x="220" y="478"/>
                    <a:pt x="228" y="479"/>
                    <a:pt x="237" y="481"/>
                  </a:cubicBezTo>
                  <a:cubicBezTo>
                    <a:pt x="217" y="545"/>
                    <a:pt x="204" y="613"/>
                    <a:pt x="197" y="684"/>
                  </a:cubicBezTo>
                  <a:moveTo>
                    <a:pt x="773" y="509"/>
                  </a:moveTo>
                  <a:cubicBezTo>
                    <a:pt x="712" y="509"/>
                    <a:pt x="654" y="508"/>
                    <a:pt x="598" y="506"/>
                  </a:cubicBezTo>
                  <a:cubicBezTo>
                    <a:pt x="605" y="430"/>
                    <a:pt x="615" y="359"/>
                    <a:pt x="627" y="297"/>
                  </a:cubicBezTo>
                  <a:cubicBezTo>
                    <a:pt x="674" y="298"/>
                    <a:pt x="722" y="299"/>
                    <a:pt x="773" y="299"/>
                  </a:cubicBezTo>
                  <a:cubicBezTo>
                    <a:pt x="773" y="362"/>
                    <a:pt x="773" y="433"/>
                    <a:pt x="773" y="509"/>
                  </a:cubicBezTo>
                  <a:moveTo>
                    <a:pt x="779" y="509"/>
                  </a:moveTo>
                  <a:cubicBezTo>
                    <a:pt x="779" y="433"/>
                    <a:pt x="779" y="362"/>
                    <a:pt x="779" y="299"/>
                  </a:cubicBezTo>
                  <a:cubicBezTo>
                    <a:pt x="829" y="299"/>
                    <a:pt x="878" y="298"/>
                    <a:pt x="924" y="297"/>
                  </a:cubicBezTo>
                  <a:cubicBezTo>
                    <a:pt x="937" y="359"/>
                    <a:pt x="947" y="430"/>
                    <a:pt x="954" y="506"/>
                  </a:cubicBezTo>
                  <a:cubicBezTo>
                    <a:pt x="898" y="508"/>
                    <a:pt x="839" y="509"/>
                    <a:pt x="779" y="509"/>
                  </a:cubicBezTo>
                  <a:moveTo>
                    <a:pt x="592" y="506"/>
                  </a:moveTo>
                  <a:cubicBezTo>
                    <a:pt x="530" y="503"/>
                    <a:pt x="472" y="500"/>
                    <a:pt x="419" y="496"/>
                  </a:cubicBezTo>
                  <a:cubicBezTo>
                    <a:pt x="433" y="420"/>
                    <a:pt x="454" y="351"/>
                    <a:pt x="479" y="289"/>
                  </a:cubicBezTo>
                  <a:cubicBezTo>
                    <a:pt x="523" y="292"/>
                    <a:pt x="570" y="295"/>
                    <a:pt x="621" y="297"/>
                  </a:cubicBezTo>
                  <a:cubicBezTo>
                    <a:pt x="609" y="359"/>
                    <a:pt x="599" y="430"/>
                    <a:pt x="592" y="506"/>
                  </a:cubicBezTo>
                  <a:moveTo>
                    <a:pt x="960" y="506"/>
                  </a:moveTo>
                  <a:cubicBezTo>
                    <a:pt x="953" y="430"/>
                    <a:pt x="943" y="359"/>
                    <a:pt x="930" y="296"/>
                  </a:cubicBezTo>
                  <a:cubicBezTo>
                    <a:pt x="981" y="295"/>
                    <a:pt x="1029" y="292"/>
                    <a:pt x="1073" y="289"/>
                  </a:cubicBezTo>
                  <a:cubicBezTo>
                    <a:pt x="1080" y="307"/>
                    <a:pt x="1087" y="325"/>
                    <a:pt x="1093" y="345"/>
                  </a:cubicBezTo>
                  <a:cubicBezTo>
                    <a:pt x="1109" y="392"/>
                    <a:pt x="1123" y="442"/>
                    <a:pt x="1133" y="496"/>
                  </a:cubicBezTo>
                  <a:cubicBezTo>
                    <a:pt x="1080" y="500"/>
                    <a:pt x="1021" y="503"/>
                    <a:pt x="960" y="506"/>
                  </a:cubicBezTo>
                  <a:moveTo>
                    <a:pt x="413" y="495"/>
                  </a:moveTo>
                  <a:cubicBezTo>
                    <a:pt x="368" y="492"/>
                    <a:pt x="327" y="488"/>
                    <a:pt x="291" y="483"/>
                  </a:cubicBezTo>
                  <a:cubicBezTo>
                    <a:pt x="274" y="481"/>
                    <a:pt x="259" y="478"/>
                    <a:pt x="245" y="476"/>
                  </a:cubicBezTo>
                  <a:cubicBezTo>
                    <a:pt x="268" y="402"/>
                    <a:pt x="300" y="334"/>
                    <a:pt x="339" y="274"/>
                  </a:cubicBezTo>
                  <a:cubicBezTo>
                    <a:pt x="376" y="279"/>
                    <a:pt x="421" y="284"/>
                    <a:pt x="473" y="288"/>
                  </a:cubicBezTo>
                  <a:cubicBezTo>
                    <a:pt x="466" y="306"/>
                    <a:pt x="459" y="324"/>
                    <a:pt x="453" y="343"/>
                  </a:cubicBezTo>
                  <a:cubicBezTo>
                    <a:pt x="437" y="390"/>
                    <a:pt x="423" y="441"/>
                    <a:pt x="413" y="495"/>
                  </a:cubicBezTo>
                  <a:moveTo>
                    <a:pt x="1139" y="495"/>
                  </a:moveTo>
                  <a:cubicBezTo>
                    <a:pt x="1124" y="420"/>
                    <a:pt x="1104" y="350"/>
                    <a:pt x="1079" y="288"/>
                  </a:cubicBezTo>
                  <a:cubicBezTo>
                    <a:pt x="1108" y="286"/>
                    <a:pt x="1135" y="283"/>
                    <a:pt x="1160" y="280"/>
                  </a:cubicBezTo>
                  <a:cubicBezTo>
                    <a:pt x="1179" y="278"/>
                    <a:pt x="1196" y="276"/>
                    <a:pt x="1212" y="273"/>
                  </a:cubicBezTo>
                  <a:cubicBezTo>
                    <a:pt x="1251" y="333"/>
                    <a:pt x="1283" y="402"/>
                    <a:pt x="1307" y="476"/>
                  </a:cubicBezTo>
                  <a:cubicBezTo>
                    <a:pt x="1260" y="484"/>
                    <a:pt x="1203" y="490"/>
                    <a:pt x="1139" y="495"/>
                  </a:cubicBezTo>
                  <a:moveTo>
                    <a:pt x="239" y="475"/>
                  </a:moveTo>
                  <a:cubicBezTo>
                    <a:pt x="200" y="469"/>
                    <a:pt x="168" y="462"/>
                    <a:pt x="144" y="455"/>
                  </a:cubicBezTo>
                  <a:cubicBezTo>
                    <a:pt x="127" y="449"/>
                    <a:pt x="113" y="444"/>
                    <a:pt x="105" y="438"/>
                  </a:cubicBezTo>
                  <a:cubicBezTo>
                    <a:pt x="100" y="435"/>
                    <a:pt x="97" y="433"/>
                    <a:pt x="95" y="430"/>
                  </a:cubicBezTo>
                  <a:cubicBezTo>
                    <a:pt x="93" y="427"/>
                    <a:pt x="92" y="425"/>
                    <a:pt x="92" y="423"/>
                  </a:cubicBezTo>
                  <a:cubicBezTo>
                    <a:pt x="92" y="422"/>
                    <a:pt x="92" y="422"/>
                    <a:pt x="92" y="422"/>
                  </a:cubicBezTo>
                  <a:cubicBezTo>
                    <a:pt x="128" y="353"/>
                    <a:pt x="173" y="290"/>
                    <a:pt x="227" y="236"/>
                  </a:cubicBezTo>
                  <a:cubicBezTo>
                    <a:pt x="228" y="237"/>
                    <a:pt x="229" y="239"/>
                    <a:pt x="230" y="240"/>
                  </a:cubicBezTo>
                  <a:cubicBezTo>
                    <a:pt x="234" y="245"/>
                    <a:pt x="241" y="249"/>
                    <a:pt x="251" y="253"/>
                  </a:cubicBezTo>
                  <a:cubicBezTo>
                    <a:pt x="268" y="260"/>
                    <a:pt x="294" y="266"/>
                    <a:pt x="327" y="272"/>
                  </a:cubicBezTo>
                  <a:cubicBezTo>
                    <a:pt x="329" y="272"/>
                    <a:pt x="331" y="272"/>
                    <a:pt x="333" y="273"/>
                  </a:cubicBezTo>
                  <a:cubicBezTo>
                    <a:pt x="294" y="333"/>
                    <a:pt x="262" y="401"/>
                    <a:pt x="239" y="475"/>
                  </a:cubicBezTo>
                  <a:moveTo>
                    <a:pt x="1313" y="475"/>
                  </a:moveTo>
                  <a:cubicBezTo>
                    <a:pt x="1289" y="401"/>
                    <a:pt x="1258" y="333"/>
                    <a:pt x="1219" y="272"/>
                  </a:cubicBezTo>
                  <a:cubicBezTo>
                    <a:pt x="1242" y="268"/>
                    <a:pt x="1261" y="264"/>
                    <a:pt x="1277" y="260"/>
                  </a:cubicBezTo>
                  <a:cubicBezTo>
                    <a:pt x="1291" y="256"/>
                    <a:pt x="1302" y="252"/>
                    <a:pt x="1309" y="247"/>
                  </a:cubicBezTo>
                  <a:cubicBezTo>
                    <a:pt x="1313" y="245"/>
                    <a:pt x="1316" y="243"/>
                    <a:pt x="1318" y="240"/>
                  </a:cubicBezTo>
                  <a:cubicBezTo>
                    <a:pt x="1320" y="238"/>
                    <a:pt x="1322" y="236"/>
                    <a:pt x="1322" y="233"/>
                  </a:cubicBezTo>
                  <a:cubicBezTo>
                    <a:pt x="1377" y="289"/>
                    <a:pt x="1424" y="352"/>
                    <a:pt x="1460" y="422"/>
                  </a:cubicBezTo>
                  <a:cubicBezTo>
                    <a:pt x="1460" y="425"/>
                    <a:pt x="1459" y="427"/>
                    <a:pt x="1457" y="430"/>
                  </a:cubicBezTo>
                  <a:cubicBezTo>
                    <a:pt x="1453" y="435"/>
                    <a:pt x="1445" y="440"/>
                    <a:pt x="1433" y="445"/>
                  </a:cubicBezTo>
                  <a:cubicBezTo>
                    <a:pt x="1412" y="454"/>
                    <a:pt x="1380" y="463"/>
                    <a:pt x="1339" y="471"/>
                  </a:cubicBezTo>
                  <a:cubicBezTo>
                    <a:pt x="1331" y="472"/>
                    <a:pt x="1322" y="474"/>
                    <a:pt x="1313" y="475"/>
                  </a:cubicBezTo>
                  <a:moveTo>
                    <a:pt x="773" y="293"/>
                  </a:moveTo>
                  <a:cubicBezTo>
                    <a:pt x="723" y="293"/>
                    <a:pt x="674" y="292"/>
                    <a:pt x="628" y="291"/>
                  </a:cubicBezTo>
                  <a:cubicBezTo>
                    <a:pt x="633" y="270"/>
                    <a:pt x="637" y="249"/>
                    <a:pt x="642" y="230"/>
                  </a:cubicBezTo>
                  <a:cubicBezTo>
                    <a:pt x="658" y="165"/>
                    <a:pt x="677" y="112"/>
                    <a:pt x="698" y="73"/>
                  </a:cubicBezTo>
                  <a:cubicBezTo>
                    <a:pt x="722" y="74"/>
                    <a:pt x="747" y="74"/>
                    <a:pt x="773" y="74"/>
                  </a:cubicBezTo>
                  <a:cubicBezTo>
                    <a:pt x="773" y="125"/>
                    <a:pt x="773" y="200"/>
                    <a:pt x="773" y="293"/>
                  </a:cubicBezTo>
                  <a:moveTo>
                    <a:pt x="779" y="293"/>
                  </a:moveTo>
                  <a:cubicBezTo>
                    <a:pt x="779" y="271"/>
                    <a:pt x="779" y="250"/>
                    <a:pt x="779" y="229"/>
                  </a:cubicBezTo>
                  <a:cubicBezTo>
                    <a:pt x="779" y="165"/>
                    <a:pt x="779" y="113"/>
                    <a:pt x="779" y="74"/>
                  </a:cubicBezTo>
                  <a:cubicBezTo>
                    <a:pt x="804" y="74"/>
                    <a:pt x="829" y="74"/>
                    <a:pt x="853" y="73"/>
                  </a:cubicBezTo>
                  <a:cubicBezTo>
                    <a:pt x="860" y="86"/>
                    <a:pt x="867" y="100"/>
                    <a:pt x="873" y="116"/>
                  </a:cubicBezTo>
                  <a:cubicBezTo>
                    <a:pt x="892" y="162"/>
                    <a:pt x="909" y="222"/>
                    <a:pt x="923" y="291"/>
                  </a:cubicBezTo>
                  <a:cubicBezTo>
                    <a:pt x="877" y="292"/>
                    <a:pt x="829" y="293"/>
                    <a:pt x="779" y="293"/>
                  </a:cubicBezTo>
                  <a:moveTo>
                    <a:pt x="622" y="291"/>
                  </a:moveTo>
                  <a:cubicBezTo>
                    <a:pt x="572" y="289"/>
                    <a:pt x="525" y="286"/>
                    <a:pt x="481" y="283"/>
                  </a:cubicBezTo>
                  <a:cubicBezTo>
                    <a:pt x="489" y="265"/>
                    <a:pt x="497" y="247"/>
                    <a:pt x="505" y="231"/>
                  </a:cubicBezTo>
                  <a:cubicBezTo>
                    <a:pt x="539" y="164"/>
                    <a:pt x="578" y="109"/>
                    <a:pt x="622" y="71"/>
                  </a:cubicBezTo>
                  <a:cubicBezTo>
                    <a:pt x="643" y="72"/>
                    <a:pt x="667" y="73"/>
                    <a:pt x="692" y="73"/>
                  </a:cubicBezTo>
                  <a:cubicBezTo>
                    <a:pt x="685" y="85"/>
                    <a:pt x="679" y="99"/>
                    <a:pt x="673" y="114"/>
                  </a:cubicBezTo>
                  <a:cubicBezTo>
                    <a:pt x="654" y="161"/>
                    <a:pt x="636" y="221"/>
                    <a:pt x="622" y="291"/>
                  </a:cubicBezTo>
                  <a:moveTo>
                    <a:pt x="929" y="291"/>
                  </a:moveTo>
                  <a:cubicBezTo>
                    <a:pt x="925" y="269"/>
                    <a:pt x="920" y="248"/>
                    <a:pt x="915" y="229"/>
                  </a:cubicBezTo>
                  <a:cubicBezTo>
                    <a:pt x="899" y="165"/>
                    <a:pt x="881" y="112"/>
                    <a:pt x="860" y="73"/>
                  </a:cubicBezTo>
                  <a:cubicBezTo>
                    <a:pt x="885" y="73"/>
                    <a:pt x="908" y="72"/>
                    <a:pt x="930" y="71"/>
                  </a:cubicBezTo>
                  <a:cubicBezTo>
                    <a:pt x="984" y="119"/>
                    <a:pt x="1032" y="192"/>
                    <a:pt x="1070" y="283"/>
                  </a:cubicBezTo>
                  <a:cubicBezTo>
                    <a:pt x="1027" y="286"/>
                    <a:pt x="980" y="289"/>
                    <a:pt x="929" y="291"/>
                  </a:cubicBezTo>
                  <a:moveTo>
                    <a:pt x="475" y="283"/>
                  </a:moveTo>
                  <a:cubicBezTo>
                    <a:pt x="444" y="280"/>
                    <a:pt x="416" y="278"/>
                    <a:pt x="390" y="274"/>
                  </a:cubicBezTo>
                  <a:cubicBezTo>
                    <a:pt x="373" y="272"/>
                    <a:pt x="357" y="270"/>
                    <a:pt x="342" y="268"/>
                  </a:cubicBezTo>
                  <a:cubicBezTo>
                    <a:pt x="351" y="255"/>
                    <a:pt x="359" y="243"/>
                    <a:pt x="368" y="231"/>
                  </a:cubicBezTo>
                  <a:cubicBezTo>
                    <a:pt x="421" y="161"/>
                    <a:pt x="483" y="105"/>
                    <a:pt x="552" y="66"/>
                  </a:cubicBezTo>
                  <a:cubicBezTo>
                    <a:pt x="566" y="68"/>
                    <a:pt x="582" y="69"/>
                    <a:pt x="599" y="70"/>
                  </a:cubicBezTo>
                  <a:cubicBezTo>
                    <a:pt x="604" y="70"/>
                    <a:pt x="608" y="70"/>
                    <a:pt x="613" y="71"/>
                  </a:cubicBezTo>
                  <a:cubicBezTo>
                    <a:pt x="559" y="120"/>
                    <a:pt x="512" y="193"/>
                    <a:pt x="475" y="283"/>
                  </a:cubicBezTo>
                  <a:moveTo>
                    <a:pt x="1076" y="282"/>
                  </a:moveTo>
                  <a:cubicBezTo>
                    <a:pt x="1069" y="264"/>
                    <a:pt x="1060" y="245"/>
                    <a:pt x="1052" y="228"/>
                  </a:cubicBezTo>
                  <a:cubicBezTo>
                    <a:pt x="1019" y="163"/>
                    <a:pt x="981" y="109"/>
                    <a:pt x="938" y="70"/>
                  </a:cubicBezTo>
                  <a:cubicBezTo>
                    <a:pt x="943" y="70"/>
                    <a:pt x="948" y="70"/>
                    <a:pt x="952" y="70"/>
                  </a:cubicBezTo>
                  <a:cubicBezTo>
                    <a:pt x="970" y="69"/>
                    <a:pt x="985" y="67"/>
                    <a:pt x="999" y="66"/>
                  </a:cubicBezTo>
                  <a:cubicBezTo>
                    <a:pt x="1069" y="105"/>
                    <a:pt x="1131" y="161"/>
                    <a:pt x="1183" y="231"/>
                  </a:cubicBezTo>
                  <a:cubicBezTo>
                    <a:pt x="1192" y="243"/>
                    <a:pt x="1201" y="255"/>
                    <a:pt x="1209" y="268"/>
                  </a:cubicBezTo>
                  <a:cubicBezTo>
                    <a:pt x="1172" y="273"/>
                    <a:pt x="1127" y="278"/>
                    <a:pt x="1076" y="282"/>
                  </a:cubicBezTo>
                  <a:moveTo>
                    <a:pt x="336" y="267"/>
                  </a:moveTo>
                  <a:cubicBezTo>
                    <a:pt x="311" y="263"/>
                    <a:pt x="290" y="259"/>
                    <a:pt x="273" y="254"/>
                  </a:cubicBezTo>
                  <a:cubicBezTo>
                    <a:pt x="260" y="250"/>
                    <a:pt x="249" y="246"/>
                    <a:pt x="242" y="242"/>
                  </a:cubicBezTo>
                  <a:cubicBezTo>
                    <a:pt x="239" y="240"/>
                    <a:pt x="236" y="238"/>
                    <a:pt x="235" y="237"/>
                  </a:cubicBezTo>
                  <a:cubicBezTo>
                    <a:pt x="233" y="235"/>
                    <a:pt x="233" y="233"/>
                    <a:pt x="233" y="232"/>
                  </a:cubicBezTo>
                  <a:cubicBezTo>
                    <a:pt x="233" y="231"/>
                    <a:pt x="233" y="231"/>
                    <a:pt x="233" y="230"/>
                  </a:cubicBezTo>
                  <a:cubicBezTo>
                    <a:pt x="307" y="156"/>
                    <a:pt x="397" y="97"/>
                    <a:pt x="496" y="58"/>
                  </a:cubicBezTo>
                  <a:cubicBezTo>
                    <a:pt x="506" y="61"/>
                    <a:pt x="522" y="63"/>
                    <a:pt x="542" y="65"/>
                  </a:cubicBezTo>
                  <a:cubicBezTo>
                    <a:pt x="475" y="104"/>
                    <a:pt x="415" y="160"/>
                    <a:pt x="364" y="228"/>
                  </a:cubicBezTo>
                  <a:cubicBezTo>
                    <a:pt x="354" y="240"/>
                    <a:pt x="345" y="253"/>
                    <a:pt x="336" y="267"/>
                  </a:cubicBezTo>
                  <a:moveTo>
                    <a:pt x="1215" y="267"/>
                  </a:moveTo>
                  <a:cubicBezTo>
                    <a:pt x="1206" y="253"/>
                    <a:pt x="1197" y="240"/>
                    <a:pt x="1188" y="228"/>
                  </a:cubicBezTo>
                  <a:cubicBezTo>
                    <a:pt x="1137" y="160"/>
                    <a:pt x="1077" y="104"/>
                    <a:pt x="1010" y="65"/>
                  </a:cubicBezTo>
                  <a:cubicBezTo>
                    <a:pt x="1029" y="63"/>
                    <a:pt x="1045" y="61"/>
                    <a:pt x="1054" y="58"/>
                  </a:cubicBezTo>
                  <a:cubicBezTo>
                    <a:pt x="1153" y="96"/>
                    <a:pt x="1241" y="154"/>
                    <a:pt x="1315" y="226"/>
                  </a:cubicBezTo>
                  <a:cubicBezTo>
                    <a:pt x="1314" y="227"/>
                    <a:pt x="1314" y="227"/>
                    <a:pt x="1314" y="227"/>
                  </a:cubicBezTo>
                  <a:cubicBezTo>
                    <a:pt x="1316" y="229"/>
                    <a:pt x="1316" y="231"/>
                    <a:pt x="1316" y="232"/>
                  </a:cubicBezTo>
                  <a:cubicBezTo>
                    <a:pt x="1316" y="233"/>
                    <a:pt x="1316" y="235"/>
                    <a:pt x="1314" y="237"/>
                  </a:cubicBezTo>
                  <a:cubicBezTo>
                    <a:pt x="1311" y="240"/>
                    <a:pt x="1305" y="244"/>
                    <a:pt x="1295" y="248"/>
                  </a:cubicBezTo>
                  <a:cubicBezTo>
                    <a:pt x="1279" y="254"/>
                    <a:pt x="1254" y="260"/>
                    <a:pt x="1221" y="266"/>
                  </a:cubicBezTo>
                  <a:cubicBezTo>
                    <a:pt x="1219" y="266"/>
                    <a:pt x="1217" y="266"/>
                    <a:pt x="1215" y="267"/>
                  </a:cubicBezTo>
                  <a:moveTo>
                    <a:pt x="550" y="60"/>
                  </a:moveTo>
                  <a:cubicBezTo>
                    <a:pt x="532" y="59"/>
                    <a:pt x="517" y="57"/>
                    <a:pt x="506" y="55"/>
                  </a:cubicBezTo>
                  <a:cubicBezTo>
                    <a:pt x="557" y="35"/>
                    <a:pt x="611" y="21"/>
                    <a:pt x="667" y="14"/>
                  </a:cubicBezTo>
                  <a:cubicBezTo>
                    <a:pt x="626" y="24"/>
                    <a:pt x="587" y="40"/>
                    <a:pt x="550" y="60"/>
                  </a:cubicBezTo>
                  <a:moveTo>
                    <a:pt x="1001" y="60"/>
                  </a:moveTo>
                  <a:cubicBezTo>
                    <a:pt x="964" y="39"/>
                    <a:pt x="925" y="24"/>
                    <a:pt x="885" y="14"/>
                  </a:cubicBezTo>
                  <a:cubicBezTo>
                    <a:pt x="940" y="21"/>
                    <a:pt x="994" y="35"/>
                    <a:pt x="1044" y="54"/>
                  </a:cubicBezTo>
                  <a:cubicBezTo>
                    <a:pt x="1034" y="56"/>
                    <a:pt x="1019" y="58"/>
                    <a:pt x="1001" y="60"/>
                  </a:cubicBezTo>
                  <a:moveTo>
                    <a:pt x="620" y="65"/>
                  </a:moveTo>
                  <a:cubicBezTo>
                    <a:pt x="613" y="65"/>
                    <a:pt x="606" y="64"/>
                    <a:pt x="599" y="64"/>
                  </a:cubicBezTo>
                  <a:cubicBezTo>
                    <a:pt x="586" y="63"/>
                    <a:pt x="573" y="62"/>
                    <a:pt x="561" y="61"/>
                  </a:cubicBezTo>
                  <a:cubicBezTo>
                    <a:pt x="608" y="36"/>
                    <a:pt x="658" y="19"/>
                    <a:pt x="711" y="11"/>
                  </a:cubicBezTo>
                  <a:cubicBezTo>
                    <a:pt x="680" y="21"/>
                    <a:pt x="651" y="38"/>
                    <a:pt x="624" y="61"/>
                  </a:cubicBezTo>
                  <a:cubicBezTo>
                    <a:pt x="622" y="63"/>
                    <a:pt x="621" y="64"/>
                    <a:pt x="620" y="65"/>
                  </a:cubicBezTo>
                  <a:moveTo>
                    <a:pt x="932" y="65"/>
                  </a:moveTo>
                  <a:cubicBezTo>
                    <a:pt x="931" y="64"/>
                    <a:pt x="929" y="63"/>
                    <a:pt x="928" y="61"/>
                  </a:cubicBezTo>
                  <a:cubicBezTo>
                    <a:pt x="901" y="38"/>
                    <a:pt x="871" y="21"/>
                    <a:pt x="841" y="11"/>
                  </a:cubicBezTo>
                  <a:cubicBezTo>
                    <a:pt x="893" y="19"/>
                    <a:pt x="943" y="36"/>
                    <a:pt x="990" y="61"/>
                  </a:cubicBezTo>
                  <a:cubicBezTo>
                    <a:pt x="978" y="62"/>
                    <a:pt x="966" y="63"/>
                    <a:pt x="952" y="64"/>
                  </a:cubicBezTo>
                  <a:cubicBezTo>
                    <a:pt x="945" y="64"/>
                    <a:pt x="939" y="64"/>
                    <a:pt x="932" y="65"/>
                  </a:cubicBezTo>
                  <a:moveTo>
                    <a:pt x="695" y="68"/>
                  </a:moveTo>
                  <a:cubicBezTo>
                    <a:pt x="671" y="67"/>
                    <a:pt x="649" y="66"/>
                    <a:pt x="628" y="65"/>
                  </a:cubicBezTo>
                  <a:cubicBezTo>
                    <a:pt x="665" y="34"/>
                    <a:pt x="705" y="14"/>
                    <a:pt x="747" y="8"/>
                  </a:cubicBezTo>
                  <a:cubicBezTo>
                    <a:pt x="743" y="10"/>
                    <a:pt x="739" y="13"/>
                    <a:pt x="735" y="16"/>
                  </a:cubicBezTo>
                  <a:cubicBezTo>
                    <a:pt x="721" y="28"/>
                    <a:pt x="708" y="45"/>
                    <a:pt x="695" y="68"/>
                  </a:cubicBezTo>
                  <a:moveTo>
                    <a:pt x="857" y="67"/>
                  </a:moveTo>
                  <a:cubicBezTo>
                    <a:pt x="856" y="66"/>
                    <a:pt x="855" y="64"/>
                    <a:pt x="853" y="62"/>
                  </a:cubicBezTo>
                  <a:cubicBezTo>
                    <a:pt x="842" y="42"/>
                    <a:pt x="830" y="27"/>
                    <a:pt x="817" y="16"/>
                  </a:cubicBezTo>
                  <a:cubicBezTo>
                    <a:pt x="813" y="13"/>
                    <a:pt x="809" y="10"/>
                    <a:pt x="805" y="8"/>
                  </a:cubicBezTo>
                  <a:cubicBezTo>
                    <a:pt x="846" y="14"/>
                    <a:pt x="886" y="34"/>
                    <a:pt x="923" y="65"/>
                  </a:cubicBezTo>
                  <a:cubicBezTo>
                    <a:pt x="903" y="66"/>
                    <a:pt x="880" y="67"/>
                    <a:pt x="857" y="67"/>
                  </a:cubicBezTo>
                  <a:moveTo>
                    <a:pt x="773" y="68"/>
                  </a:moveTo>
                  <a:cubicBezTo>
                    <a:pt x="748" y="68"/>
                    <a:pt x="724" y="68"/>
                    <a:pt x="702" y="68"/>
                  </a:cubicBezTo>
                  <a:cubicBezTo>
                    <a:pt x="702" y="67"/>
                    <a:pt x="703" y="66"/>
                    <a:pt x="703" y="65"/>
                  </a:cubicBezTo>
                  <a:cubicBezTo>
                    <a:pt x="715" y="46"/>
                    <a:pt x="727" y="31"/>
                    <a:pt x="739" y="21"/>
                  </a:cubicBezTo>
                  <a:cubicBezTo>
                    <a:pt x="750" y="12"/>
                    <a:pt x="761" y="7"/>
                    <a:pt x="773" y="6"/>
                  </a:cubicBezTo>
                  <a:cubicBezTo>
                    <a:pt x="773" y="9"/>
                    <a:pt x="773" y="13"/>
                    <a:pt x="773" y="19"/>
                  </a:cubicBezTo>
                  <a:cubicBezTo>
                    <a:pt x="773" y="30"/>
                    <a:pt x="773" y="47"/>
                    <a:pt x="773" y="68"/>
                  </a:cubicBezTo>
                  <a:moveTo>
                    <a:pt x="779" y="68"/>
                  </a:moveTo>
                  <a:cubicBezTo>
                    <a:pt x="779" y="67"/>
                    <a:pt x="779" y="65"/>
                    <a:pt x="779" y="64"/>
                  </a:cubicBezTo>
                  <a:cubicBezTo>
                    <a:pt x="779" y="44"/>
                    <a:pt x="779" y="29"/>
                    <a:pt x="779" y="19"/>
                  </a:cubicBezTo>
                  <a:cubicBezTo>
                    <a:pt x="779" y="13"/>
                    <a:pt x="779" y="9"/>
                    <a:pt x="779" y="6"/>
                  </a:cubicBezTo>
                  <a:cubicBezTo>
                    <a:pt x="790" y="7"/>
                    <a:pt x="802" y="12"/>
                    <a:pt x="813" y="21"/>
                  </a:cubicBezTo>
                  <a:cubicBezTo>
                    <a:pt x="826" y="31"/>
                    <a:pt x="838" y="47"/>
                    <a:pt x="850" y="68"/>
                  </a:cubicBezTo>
                  <a:cubicBezTo>
                    <a:pt x="827" y="68"/>
                    <a:pt x="803" y="68"/>
                    <a:pt x="779" y="68"/>
                  </a:cubicBezTo>
                  <a:moveTo>
                    <a:pt x="776" y="0"/>
                  </a:moveTo>
                  <a:cubicBezTo>
                    <a:pt x="564" y="0"/>
                    <a:pt x="373" y="85"/>
                    <a:pt x="233" y="222"/>
                  </a:cubicBezTo>
                  <a:cubicBezTo>
                    <a:pt x="233" y="221"/>
                    <a:pt x="233" y="221"/>
                    <a:pt x="233" y="221"/>
                  </a:cubicBezTo>
                  <a:cubicBezTo>
                    <a:pt x="231" y="223"/>
                    <a:pt x="229" y="225"/>
                    <a:pt x="228" y="227"/>
                  </a:cubicBezTo>
                  <a:cubicBezTo>
                    <a:pt x="173" y="282"/>
                    <a:pt x="126" y="345"/>
                    <a:pt x="89" y="415"/>
                  </a:cubicBezTo>
                  <a:cubicBezTo>
                    <a:pt x="89" y="414"/>
                    <a:pt x="89" y="414"/>
                    <a:pt x="89" y="414"/>
                  </a:cubicBezTo>
                  <a:cubicBezTo>
                    <a:pt x="87" y="416"/>
                    <a:pt x="87" y="418"/>
                    <a:pt x="86" y="420"/>
                  </a:cubicBezTo>
                  <a:cubicBezTo>
                    <a:pt x="56" y="478"/>
                    <a:pt x="34" y="540"/>
                    <a:pt x="19" y="605"/>
                  </a:cubicBezTo>
                  <a:cubicBezTo>
                    <a:pt x="18" y="608"/>
                    <a:pt x="17" y="611"/>
                    <a:pt x="17" y="613"/>
                  </a:cubicBezTo>
                  <a:cubicBezTo>
                    <a:pt x="6" y="666"/>
                    <a:pt x="0" y="720"/>
                    <a:pt x="0" y="776"/>
                  </a:cubicBezTo>
                  <a:cubicBezTo>
                    <a:pt x="0" y="947"/>
                    <a:pt x="56" y="1106"/>
                    <a:pt x="151" y="1235"/>
                  </a:cubicBezTo>
                  <a:cubicBezTo>
                    <a:pt x="150" y="1236"/>
                    <a:pt x="150" y="1236"/>
                    <a:pt x="150" y="1236"/>
                  </a:cubicBezTo>
                  <a:cubicBezTo>
                    <a:pt x="153" y="1242"/>
                    <a:pt x="158" y="1248"/>
                    <a:pt x="165" y="1253"/>
                  </a:cubicBezTo>
                  <a:cubicBezTo>
                    <a:pt x="223" y="1327"/>
                    <a:pt x="293" y="1390"/>
                    <a:pt x="373" y="1438"/>
                  </a:cubicBezTo>
                  <a:cubicBezTo>
                    <a:pt x="373" y="1439"/>
                    <a:pt x="373" y="1439"/>
                    <a:pt x="373" y="1439"/>
                  </a:cubicBezTo>
                  <a:cubicBezTo>
                    <a:pt x="379" y="1443"/>
                    <a:pt x="387" y="1447"/>
                    <a:pt x="395" y="1451"/>
                  </a:cubicBezTo>
                  <a:cubicBezTo>
                    <a:pt x="503" y="1513"/>
                    <a:pt x="628" y="1548"/>
                    <a:pt x="762" y="1551"/>
                  </a:cubicBezTo>
                  <a:cubicBezTo>
                    <a:pt x="766" y="1551"/>
                    <a:pt x="771" y="1551"/>
                    <a:pt x="776" y="1551"/>
                  </a:cubicBezTo>
                  <a:cubicBezTo>
                    <a:pt x="780" y="1551"/>
                    <a:pt x="785" y="1551"/>
                    <a:pt x="790" y="1551"/>
                  </a:cubicBezTo>
                  <a:cubicBezTo>
                    <a:pt x="919" y="1549"/>
                    <a:pt x="1040" y="1515"/>
                    <a:pt x="1146" y="1457"/>
                  </a:cubicBezTo>
                  <a:cubicBezTo>
                    <a:pt x="1157" y="1452"/>
                    <a:pt x="1167" y="1447"/>
                    <a:pt x="1176" y="1442"/>
                  </a:cubicBezTo>
                  <a:cubicBezTo>
                    <a:pt x="1176" y="1440"/>
                    <a:pt x="1176" y="1440"/>
                    <a:pt x="1176" y="1440"/>
                  </a:cubicBezTo>
                  <a:cubicBezTo>
                    <a:pt x="1256" y="1392"/>
                    <a:pt x="1327" y="1329"/>
                    <a:pt x="1385" y="1256"/>
                  </a:cubicBezTo>
                  <a:cubicBezTo>
                    <a:pt x="1391" y="1250"/>
                    <a:pt x="1397" y="1245"/>
                    <a:pt x="1401" y="1239"/>
                  </a:cubicBezTo>
                  <a:cubicBezTo>
                    <a:pt x="1399" y="1238"/>
                    <a:pt x="1399" y="1238"/>
                    <a:pt x="1399" y="1238"/>
                  </a:cubicBezTo>
                  <a:cubicBezTo>
                    <a:pt x="1443" y="1178"/>
                    <a:pt x="1479" y="1112"/>
                    <a:pt x="1504" y="1041"/>
                  </a:cubicBezTo>
                  <a:cubicBezTo>
                    <a:pt x="1506" y="1039"/>
                    <a:pt x="1507" y="1036"/>
                    <a:pt x="1508" y="1033"/>
                  </a:cubicBezTo>
                  <a:cubicBezTo>
                    <a:pt x="1532" y="963"/>
                    <a:pt x="1547" y="889"/>
                    <a:pt x="1550" y="811"/>
                  </a:cubicBezTo>
                  <a:cubicBezTo>
                    <a:pt x="1551" y="809"/>
                    <a:pt x="1551" y="807"/>
                    <a:pt x="1551" y="804"/>
                  </a:cubicBezTo>
                  <a:cubicBezTo>
                    <a:pt x="1551" y="804"/>
                    <a:pt x="1551" y="804"/>
                    <a:pt x="1551" y="804"/>
                  </a:cubicBezTo>
                  <a:cubicBezTo>
                    <a:pt x="1551" y="795"/>
                    <a:pt x="1551" y="785"/>
                    <a:pt x="1551" y="776"/>
                  </a:cubicBezTo>
                  <a:cubicBezTo>
                    <a:pt x="1551" y="720"/>
                    <a:pt x="1545" y="666"/>
                    <a:pt x="1534" y="613"/>
                  </a:cubicBezTo>
                  <a:cubicBezTo>
                    <a:pt x="1534" y="611"/>
                    <a:pt x="1534" y="609"/>
                    <a:pt x="1533" y="607"/>
                  </a:cubicBezTo>
                  <a:cubicBezTo>
                    <a:pt x="1518" y="541"/>
                    <a:pt x="1495" y="479"/>
                    <a:pt x="1466" y="421"/>
                  </a:cubicBezTo>
                  <a:cubicBezTo>
                    <a:pt x="1465" y="420"/>
                    <a:pt x="1465" y="418"/>
                    <a:pt x="1465" y="417"/>
                  </a:cubicBezTo>
                  <a:cubicBezTo>
                    <a:pt x="1464" y="417"/>
                    <a:pt x="1464" y="417"/>
                    <a:pt x="1464" y="417"/>
                  </a:cubicBezTo>
                  <a:cubicBezTo>
                    <a:pt x="1337" y="174"/>
                    <a:pt x="1083" y="6"/>
                    <a:pt x="791" y="0"/>
                  </a:cubicBezTo>
                  <a:cubicBezTo>
                    <a:pt x="786" y="0"/>
                    <a:pt x="781" y="0"/>
                    <a:pt x="776"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 name="Freeform 178"/>
            <p:cNvSpPr>
              <a:spLocks/>
            </p:cNvSpPr>
            <p:nvPr/>
          </p:nvSpPr>
          <p:spPr bwMode="auto">
            <a:xfrm>
              <a:off x="4981827" y="111168"/>
              <a:ext cx="4519613" cy="3157538"/>
            </a:xfrm>
            <a:custGeom>
              <a:avLst/>
              <a:gdLst>
                <a:gd name="T0" fmla="*/ 698 w 1202"/>
                <a:gd name="T1" fmla="*/ 0 h 839"/>
                <a:gd name="T2" fmla="*/ 487 w 1202"/>
                <a:gd name="T3" fmla="*/ 31 h 839"/>
                <a:gd name="T4" fmla="*/ 63 w 1202"/>
                <a:gd name="T5" fmla="*/ 578 h 839"/>
                <a:gd name="T6" fmla="*/ 503 w 1202"/>
                <a:gd name="T7" fmla="*/ 839 h 839"/>
                <a:gd name="T8" fmla="*/ 715 w 1202"/>
                <a:gd name="T9" fmla="*/ 807 h 839"/>
                <a:gd name="T10" fmla="*/ 1139 w 1202"/>
                <a:gd name="T11" fmla="*/ 261 h 839"/>
                <a:gd name="T12" fmla="*/ 698 w 1202"/>
                <a:gd name="T13" fmla="*/ 0 h 839"/>
              </a:gdLst>
              <a:ahLst/>
              <a:cxnLst>
                <a:cxn ang="0">
                  <a:pos x="T0" y="T1"/>
                </a:cxn>
                <a:cxn ang="0">
                  <a:pos x="T2" y="T3"/>
                </a:cxn>
                <a:cxn ang="0">
                  <a:pos x="T4" y="T5"/>
                </a:cxn>
                <a:cxn ang="0">
                  <a:pos x="T6" y="T7"/>
                </a:cxn>
                <a:cxn ang="0">
                  <a:pos x="T8" y="T9"/>
                </a:cxn>
                <a:cxn ang="0">
                  <a:pos x="T10" y="T11"/>
                </a:cxn>
                <a:cxn ang="0">
                  <a:pos x="T12" y="T13"/>
                </a:cxn>
              </a:cxnLst>
              <a:rect l="0" t="0" r="r" b="b"/>
              <a:pathLst>
                <a:path w="1202" h="839">
                  <a:moveTo>
                    <a:pt x="698" y="0"/>
                  </a:moveTo>
                  <a:cubicBezTo>
                    <a:pt x="630" y="0"/>
                    <a:pt x="558" y="10"/>
                    <a:pt x="487" y="31"/>
                  </a:cubicBezTo>
                  <a:cubicBezTo>
                    <a:pt x="189" y="119"/>
                    <a:pt x="0" y="364"/>
                    <a:pt x="63" y="578"/>
                  </a:cubicBezTo>
                  <a:cubicBezTo>
                    <a:pt x="111" y="740"/>
                    <a:pt x="290" y="839"/>
                    <a:pt x="503" y="839"/>
                  </a:cubicBezTo>
                  <a:cubicBezTo>
                    <a:pt x="572" y="839"/>
                    <a:pt x="643" y="829"/>
                    <a:pt x="715" y="807"/>
                  </a:cubicBezTo>
                  <a:cubicBezTo>
                    <a:pt x="1012" y="720"/>
                    <a:pt x="1202" y="475"/>
                    <a:pt x="1139" y="261"/>
                  </a:cubicBezTo>
                  <a:cubicBezTo>
                    <a:pt x="1091" y="98"/>
                    <a:pt x="912" y="0"/>
                    <a:pt x="698" y="0"/>
                  </a:cubicBezTo>
                </a:path>
              </a:pathLst>
            </a:custGeom>
            <a:gradFill>
              <a:gsLst>
                <a:gs pos="0">
                  <a:schemeClr val="bg1">
                    <a:lumMod val="100000"/>
                    <a:alpha val="5000"/>
                  </a:schemeClr>
                </a:gs>
                <a:gs pos="100000">
                  <a:schemeClr val="bg1">
                    <a:alpha val="70000"/>
                    <a:lumMod val="39000"/>
                    <a:lumOff val="61000"/>
                  </a:schemeClr>
                </a:gs>
              </a:gsLst>
              <a:lin ang="0" scaled="0"/>
            </a:gradFill>
            <a:ln>
              <a:noFill/>
            </a:ln>
            <a:effectLst>
              <a:softEdge rad="431800"/>
            </a:effectLst>
          </p:spPr>
          <p:txBody>
            <a:bodyPr vert="horz" wrap="square" lIns="91440" tIns="45720" rIns="91440" bIns="45720" numCol="1" anchor="t" anchorCtr="0" compatLnSpc="1">
              <a:prstTxWarp prst="textNoShape">
                <a:avLst/>
              </a:prstTxWarp>
            </a:bodyPr>
            <a:lstStyle/>
            <a:p>
              <a:endParaRPr lang="zh-CN" altLang="en-US"/>
            </a:p>
          </p:txBody>
        </p:sp>
      </p:grpSp>
      <p:sp>
        <p:nvSpPr>
          <p:cNvPr id="94" name="Freeform 22"/>
          <p:cNvSpPr>
            <a:spLocks/>
          </p:cNvSpPr>
          <p:nvPr/>
        </p:nvSpPr>
        <p:spPr bwMode="auto">
          <a:xfrm>
            <a:off x="5485606" y="1835282"/>
            <a:ext cx="1265238" cy="0"/>
          </a:xfrm>
          <a:custGeom>
            <a:avLst/>
            <a:gdLst>
              <a:gd name="T0" fmla="*/ 797 w 797"/>
              <a:gd name="T1" fmla="*/ 0 w 797"/>
              <a:gd name="T2" fmla="*/ 797 w 797"/>
            </a:gdLst>
            <a:ahLst/>
            <a:cxnLst>
              <a:cxn ang="0">
                <a:pos x="T0" y="0"/>
              </a:cxn>
              <a:cxn ang="0">
                <a:pos x="T1" y="0"/>
              </a:cxn>
              <a:cxn ang="0">
                <a:pos x="T2" y="0"/>
              </a:cxn>
            </a:cxnLst>
            <a:rect l="0" t="0" r="r" b="b"/>
            <a:pathLst>
              <a:path w="797">
                <a:moveTo>
                  <a:pt x="797" y="0"/>
                </a:moveTo>
                <a:lnTo>
                  <a:pt x="0" y="0"/>
                </a:lnTo>
                <a:lnTo>
                  <a:pt x="797" y="0"/>
                </a:lnTo>
                <a:close/>
              </a:path>
            </a:pathLst>
          </a:custGeom>
          <a:solidFill>
            <a:srgbClr val="FFFFFF"/>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5" name="Line 23"/>
          <p:cNvSpPr>
            <a:spLocks noChangeShapeType="1"/>
          </p:cNvSpPr>
          <p:nvPr/>
        </p:nvSpPr>
        <p:spPr bwMode="auto">
          <a:xfrm flipH="1">
            <a:off x="5485606" y="1835282"/>
            <a:ext cx="1265238" cy="0"/>
          </a:xfrm>
          <a:prstGeom prst="line">
            <a:avLst/>
          </a:prstGeom>
          <a:noFill/>
          <a:ln w="14288" cap="flat">
            <a:solidFill>
              <a:schemeClr val="tx1">
                <a:lumMod val="65000"/>
                <a:lumOff val="3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24"/>
          <p:cNvSpPr>
            <a:spLocks/>
          </p:cNvSpPr>
          <p:nvPr/>
        </p:nvSpPr>
        <p:spPr bwMode="auto">
          <a:xfrm>
            <a:off x="5139531" y="1238382"/>
            <a:ext cx="188913" cy="800100"/>
          </a:xfrm>
          <a:custGeom>
            <a:avLst/>
            <a:gdLst>
              <a:gd name="T0" fmla="*/ 69 w 119"/>
              <a:gd name="T1" fmla="*/ 60 h 504"/>
              <a:gd name="T2" fmla="*/ 69 w 119"/>
              <a:gd name="T3" fmla="*/ 444 h 504"/>
              <a:gd name="T4" fmla="*/ 119 w 119"/>
              <a:gd name="T5" fmla="*/ 444 h 504"/>
              <a:gd name="T6" fmla="*/ 119 w 119"/>
              <a:gd name="T7" fmla="*/ 504 h 504"/>
              <a:gd name="T8" fmla="*/ 0 w 119"/>
              <a:gd name="T9" fmla="*/ 504 h 504"/>
              <a:gd name="T10" fmla="*/ 0 w 119"/>
              <a:gd name="T11" fmla="*/ 0 h 504"/>
              <a:gd name="T12" fmla="*/ 119 w 119"/>
              <a:gd name="T13" fmla="*/ 0 h 504"/>
              <a:gd name="T14" fmla="*/ 119 w 119"/>
              <a:gd name="T15" fmla="*/ 60 h 504"/>
              <a:gd name="T16" fmla="*/ 69 w 119"/>
              <a:gd name="T17" fmla="*/ 60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504">
                <a:moveTo>
                  <a:pt x="69" y="60"/>
                </a:moveTo>
                <a:lnTo>
                  <a:pt x="69" y="444"/>
                </a:lnTo>
                <a:lnTo>
                  <a:pt x="119" y="444"/>
                </a:lnTo>
                <a:lnTo>
                  <a:pt x="119" y="504"/>
                </a:lnTo>
                <a:lnTo>
                  <a:pt x="0" y="504"/>
                </a:lnTo>
                <a:lnTo>
                  <a:pt x="0" y="0"/>
                </a:lnTo>
                <a:lnTo>
                  <a:pt x="119" y="0"/>
                </a:lnTo>
                <a:lnTo>
                  <a:pt x="119" y="60"/>
                </a:lnTo>
                <a:lnTo>
                  <a:pt x="69" y="60"/>
                </a:lnTo>
                <a:close/>
              </a:path>
            </a:pathLst>
          </a:custGeom>
          <a:noFill/>
          <a:ln w="14288" cap="flat">
            <a:solidFill>
              <a:schemeClr val="tx1">
                <a:lumMod val="65000"/>
                <a:lumOff val="3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7" name="Freeform 25"/>
          <p:cNvSpPr>
            <a:spLocks/>
          </p:cNvSpPr>
          <p:nvPr/>
        </p:nvSpPr>
        <p:spPr bwMode="auto">
          <a:xfrm>
            <a:off x="6863556" y="1238382"/>
            <a:ext cx="188913" cy="800100"/>
          </a:xfrm>
          <a:custGeom>
            <a:avLst/>
            <a:gdLst>
              <a:gd name="T0" fmla="*/ 52 w 119"/>
              <a:gd name="T1" fmla="*/ 60 h 504"/>
              <a:gd name="T2" fmla="*/ 0 w 119"/>
              <a:gd name="T3" fmla="*/ 60 h 504"/>
              <a:gd name="T4" fmla="*/ 0 w 119"/>
              <a:gd name="T5" fmla="*/ 0 h 504"/>
              <a:gd name="T6" fmla="*/ 119 w 119"/>
              <a:gd name="T7" fmla="*/ 0 h 504"/>
              <a:gd name="T8" fmla="*/ 119 w 119"/>
              <a:gd name="T9" fmla="*/ 504 h 504"/>
              <a:gd name="T10" fmla="*/ 0 w 119"/>
              <a:gd name="T11" fmla="*/ 504 h 504"/>
              <a:gd name="T12" fmla="*/ 0 w 119"/>
              <a:gd name="T13" fmla="*/ 444 h 504"/>
              <a:gd name="T14" fmla="*/ 52 w 119"/>
              <a:gd name="T15" fmla="*/ 444 h 504"/>
              <a:gd name="T16" fmla="*/ 52 w 119"/>
              <a:gd name="T17" fmla="*/ 60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504">
                <a:moveTo>
                  <a:pt x="52" y="60"/>
                </a:moveTo>
                <a:lnTo>
                  <a:pt x="0" y="60"/>
                </a:lnTo>
                <a:lnTo>
                  <a:pt x="0" y="0"/>
                </a:lnTo>
                <a:lnTo>
                  <a:pt x="119" y="0"/>
                </a:lnTo>
                <a:lnTo>
                  <a:pt x="119" y="504"/>
                </a:lnTo>
                <a:lnTo>
                  <a:pt x="0" y="504"/>
                </a:lnTo>
                <a:lnTo>
                  <a:pt x="0" y="444"/>
                </a:lnTo>
                <a:lnTo>
                  <a:pt x="52" y="444"/>
                </a:lnTo>
                <a:lnTo>
                  <a:pt x="52" y="60"/>
                </a:lnTo>
                <a:close/>
              </a:path>
            </a:pathLst>
          </a:custGeom>
          <a:noFill/>
          <a:ln w="14288" cap="flat">
            <a:solidFill>
              <a:schemeClr val="tx1">
                <a:lumMod val="65000"/>
                <a:lumOff val="3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8" name="文本框 97"/>
          <p:cNvSpPr txBox="1"/>
          <p:nvPr/>
        </p:nvSpPr>
        <p:spPr>
          <a:xfrm>
            <a:off x="5653643" y="1194333"/>
            <a:ext cx="1005403" cy="584775"/>
          </a:xfrm>
          <a:prstGeom prst="rect">
            <a:avLst/>
          </a:prstGeom>
          <a:noFill/>
        </p:spPr>
        <p:txBody>
          <a:bodyPr wrap="none" rtlCol="0">
            <a:spAutoFit/>
          </a:bodyPr>
          <a:lstStyle/>
          <a:p>
            <a:r>
              <a:rPr lang="zh-CN" altLang="en-US" sz="3200" b="1" dirty="0">
                <a:solidFill>
                  <a:schemeClr val="tx1">
                    <a:lumMod val="65000"/>
                    <a:lumOff val="35000"/>
                  </a:schemeClr>
                </a:solidFill>
              </a:rPr>
              <a:t>标题</a:t>
            </a:r>
          </a:p>
        </p:txBody>
      </p:sp>
      <p:grpSp>
        <p:nvGrpSpPr>
          <p:cNvPr id="207" name="组合 206"/>
          <p:cNvGrpSpPr/>
          <p:nvPr/>
        </p:nvGrpSpPr>
        <p:grpSpPr>
          <a:xfrm>
            <a:off x="1520047" y="2360103"/>
            <a:ext cx="2106612" cy="1209674"/>
            <a:chOff x="8587581" y="2038482"/>
            <a:chExt cx="2106612" cy="1209674"/>
          </a:xfrm>
        </p:grpSpPr>
        <p:sp>
          <p:nvSpPr>
            <p:cNvPr id="100" name="Freeform 7"/>
            <p:cNvSpPr>
              <a:spLocks/>
            </p:cNvSpPr>
            <p:nvPr/>
          </p:nvSpPr>
          <p:spPr bwMode="auto">
            <a:xfrm>
              <a:off x="9143206" y="2287719"/>
              <a:ext cx="49212" cy="33337"/>
            </a:xfrm>
            <a:custGeom>
              <a:avLst/>
              <a:gdLst>
                <a:gd name="T0" fmla="*/ 31 w 31"/>
                <a:gd name="T1" fmla="*/ 14 h 21"/>
                <a:gd name="T2" fmla="*/ 31 w 31"/>
                <a:gd name="T3" fmla="*/ 12 h 21"/>
                <a:gd name="T4" fmla="*/ 24 w 31"/>
                <a:gd name="T5" fmla="*/ 12 h 21"/>
                <a:gd name="T6" fmla="*/ 24 w 31"/>
                <a:gd name="T7" fmla="*/ 9 h 21"/>
                <a:gd name="T8" fmla="*/ 12 w 31"/>
                <a:gd name="T9" fmla="*/ 5 h 21"/>
                <a:gd name="T10" fmla="*/ 12 w 31"/>
                <a:gd name="T11" fmla="*/ 0 h 21"/>
                <a:gd name="T12" fmla="*/ 7 w 31"/>
                <a:gd name="T13" fmla="*/ 2 h 21"/>
                <a:gd name="T14" fmla="*/ 5 w 31"/>
                <a:gd name="T15" fmla="*/ 9 h 21"/>
                <a:gd name="T16" fmla="*/ 0 w 31"/>
                <a:gd name="T17" fmla="*/ 16 h 21"/>
                <a:gd name="T18" fmla="*/ 2 w 31"/>
                <a:gd name="T19" fmla="*/ 19 h 21"/>
                <a:gd name="T20" fmla="*/ 7 w 31"/>
                <a:gd name="T21" fmla="*/ 16 h 21"/>
                <a:gd name="T22" fmla="*/ 7 w 31"/>
                <a:gd name="T23" fmla="*/ 21 h 21"/>
                <a:gd name="T24" fmla="*/ 14 w 31"/>
                <a:gd name="T25" fmla="*/ 16 h 21"/>
                <a:gd name="T26" fmla="*/ 17 w 31"/>
                <a:gd name="T27" fmla="*/ 12 h 21"/>
                <a:gd name="T28" fmla="*/ 24 w 31"/>
                <a:gd name="T29" fmla="*/ 16 h 21"/>
                <a:gd name="T30" fmla="*/ 31 w 31"/>
                <a:gd name="T31" fmla="*/ 14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21">
                  <a:moveTo>
                    <a:pt x="31" y="14"/>
                  </a:moveTo>
                  <a:lnTo>
                    <a:pt x="31" y="12"/>
                  </a:lnTo>
                  <a:lnTo>
                    <a:pt x="24" y="12"/>
                  </a:lnTo>
                  <a:lnTo>
                    <a:pt x="24" y="9"/>
                  </a:lnTo>
                  <a:lnTo>
                    <a:pt x="12" y="5"/>
                  </a:lnTo>
                  <a:lnTo>
                    <a:pt x="12" y="0"/>
                  </a:lnTo>
                  <a:lnTo>
                    <a:pt x="7" y="2"/>
                  </a:lnTo>
                  <a:lnTo>
                    <a:pt x="5" y="9"/>
                  </a:lnTo>
                  <a:lnTo>
                    <a:pt x="0" y="16"/>
                  </a:lnTo>
                  <a:lnTo>
                    <a:pt x="2" y="19"/>
                  </a:lnTo>
                  <a:lnTo>
                    <a:pt x="7" y="16"/>
                  </a:lnTo>
                  <a:lnTo>
                    <a:pt x="7" y="21"/>
                  </a:lnTo>
                  <a:lnTo>
                    <a:pt x="14" y="16"/>
                  </a:lnTo>
                  <a:lnTo>
                    <a:pt x="17" y="12"/>
                  </a:lnTo>
                  <a:lnTo>
                    <a:pt x="24" y="16"/>
                  </a:lnTo>
                  <a:lnTo>
                    <a:pt x="31" y="14"/>
                  </a:lnTo>
                  <a:close/>
                </a:path>
              </a:pathLst>
            </a:custGeom>
            <a:solidFill>
              <a:srgbClr val="127D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8"/>
            <p:cNvSpPr>
              <a:spLocks/>
            </p:cNvSpPr>
            <p:nvPr/>
          </p:nvSpPr>
          <p:spPr bwMode="auto">
            <a:xfrm>
              <a:off x="9165431" y="2317882"/>
              <a:ext cx="11112" cy="14287"/>
            </a:xfrm>
            <a:custGeom>
              <a:avLst/>
              <a:gdLst>
                <a:gd name="T0" fmla="*/ 3 w 7"/>
                <a:gd name="T1" fmla="*/ 9 h 9"/>
                <a:gd name="T2" fmla="*/ 7 w 7"/>
                <a:gd name="T3" fmla="*/ 5 h 9"/>
                <a:gd name="T4" fmla="*/ 7 w 7"/>
                <a:gd name="T5" fmla="*/ 0 h 9"/>
                <a:gd name="T6" fmla="*/ 3 w 7"/>
                <a:gd name="T7" fmla="*/ 0 h 9"/>
                <a:gd name="T8" fmla="*/ 0 w 7"/>
                <a:gd name="T9" fmla="*/ 5 h 9"/>
                <a:gd name="T10" fmla="*/ 3 w 7"/>
                <a:gd name="T11" fmla="*/ 9 h 9"/>
              </a:gdLst>
              <a:ahLst/>
              <a:cxnLst>
                <a:cxn ang="0">
                  <a:pos x="T0" y="T1"/>
                </a:cxn>
                <a:cxn ang="0">
                  <a:pos x="T2" y="T3"/>
                </a:cxn>
                <a:cxn ang="0">
                  <a:pos x="T4" y="T5"/>
                </a:cxn>
                <a:cxn ang="0">
                  <a:pos x="T6" y="T7"/>
                </a:cxn>
                <a:cxn ang="0">
                  <a:pos x="T8" y="T9"/>
                </a:cxn>
                <a:cxn ang="0">
                  <a:pos x="T10" y="T11"/>
                </a:cxn>
              </a:cxnLst>
              <a:rect l="0" t="0" r="r" b="b"/>
              <a:pathLst>
                <a:path w="7" h="9">
                  <a:moveTo>
                    <a:pt x="3" y="9"/>
                  </a:moveTo>
                  <a:lnTo>
                    <a:pt x="7" y="5"/>
                  </a:lnTo>
                  <a:lnTo>
                    <a:pt x="7" y="0"/>
                  </a:lnTo>
                  <a:lnTo>
                    <a:pt x="3" y="0"/>
                  </a:lnTo>
                  <a:lnTo>
                    <a:pt x="0" y="5"/>
                  </a:lnTo>
                  <a:lnTo>
                    <a:pt x="3" y="9"/>
                  </a:lnTo>
                  <a:close/>
                </a:path>
              </a:pathLst>
            </a:custGeom>
            <a:solidFill>
              <a:srgbClr val="127D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9"/>
            <p:cNvSpPr>
              <a:spLocks/>
            </p:cNvSpPr>
            <p:nvPr/>
          </p:nvSpPr>
          <p:spPr bwMode="auto">
            <a:xfrm>
              <a:off x="9187656" y="2325819"/>
              <a:ext cx="12700" cy="11112"/>
            </a:xfrm>
            <a:custGeom>
              <a:avLst/>
              <a:gdLst>
                <a:gd name="T0" fmla="*/ 8 w 8"/>
                <a:gd name="T1" fmla="*/ 2 h 7"/>
                <a:gd name="T2" fmla="*/ 3 w 8"/>
                <a:gd name="T3" fmla="*/ 0 h 7"/>
                <a:gd name="T4" fmla="*/ 0 w 8"/>
                <a:gd name="T5" fmla="*/ 4 h 7"/>
                <a:gd name="T6" fmla="*/ 5 w 8"/>
                <a:gd name="T7" fmla="*/ 7 h 7"/>
                <a:gd name="T8" fmla="*/ 8 w 8"/>
                <a:gd name="T9" fmla="*/ 2 h 7"/>
              </a:gdLst>
              <a:ahLst/>
              <a:cxnLst>
                <a:cxn ang="0">
                  <a:pos x="T0" y="T1"/>
                </a:cxn>
                <a:cxn ang="0">
                  <a:pos x="T2" y="T3"/>
                </a:cxn>
                <a:cxn ang="0">
                  <a:pos x="T4" y="T5"/>
                </a:cxn>
                <a:cxn ang="0">
                  <a:pos x="T6" y="T7"/>
                </a:cxn>
                <a:cxn ang="0">
                  <a:pos x="T8" y="T9"/>
                </a:cxn>
              </a:cxnLst>
              <a:rect l="0" t="0" r="r" b="b"/>
              <a:pathLst>
                <a:path w="8" h="7">
                  <a:moveTo>
                    <a:pt x="8" y="2"/>
                  </a:moveTo>
                  <a:lnTo>
                    <a:pt x="3" y="0"/>
                  </a:lnTo>
                  <a:lnTo>
                    <a:pt x="0" y="4"/>
                  </a:lnTo>
                  <a:lnTo>
                    <a:pt x="5" y="7"/>
                  </a:lnTo>
                  <a:lnTo>
                    <a:pt x="8" y="2"/>
                  </a:lnTo>
                  <a:close/>
                </a:path>
              </a:pathLst>
            </a:custGeom>
            <a:solidFill>
              <a:srgbClr val="127D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10"/>
            <p:cNvSpPr>
              <a:spLocks/>
            </p:cNvSpPr>
            <p:nvPr/>
          </p:nvSpPr>
          <p:spPr bwMode="auto">
            <a:xfrm>
              <a:off x="9330531" y="2433769"/>
              <a:ext cx="49212" cy="42862"/>
            </a:xfrm>
            <a:custGeom>
              <a:avLst/>
              <a:gdLst>
                <a:gd name="T0" fmla="*/ 11 w 13"/>
                <a:gd name="T1" fmla="*/ 6 h 11"/>
                <a:gd name="T2" fmla="*/ 11 w 13"/>
                <a:gd name="T3" fmla="*/ 5 h 11"/>
                <a:gd name="T4" fmla="*/ 8 w 13"/>
                <a:gd name="T5" fmla="*/ 4 h 11"/>
                <a:gd name="T6" fmla="*/ 8 w 13"/>
                <a:gd name="T7" fmla="*/ 0 h 11"/>
                <a:gd name="T8" fmla="*/ 4 w 13"/>
                <a:gd name="T9" fmla="*/ 2 h 11"/>
                <a:gd name="T10" fmla="*/ 2 w 13"/>
                <a:gd name="T11" fmla="*/ 5 h 11"/>
                <a:gd name="T12" fmla="*/ 0 w 13"/>
                <a:gd name="T13" fmla="*/ 7 h 11"/>
                <a:gd name="T14" fmla="*/ 0 w 13"/>
                <a:gd name="T15" fmla="*/ 9 h 11"/>
                <a:gd name="T16" fmla="*/ 7 w 13"/>
                <a:gd name="T17" fmla="*/ 9 h 11"/>
                <a:gd name="T18" fmla="*/ 7 w 13"/>
                <a:gd name="T19" fmla="*/ 10 h 11"/>
                <a:gd name="T20" fmla="*/ 10 w 13"/>
                <a:gd name="T21" fmla="*/ 9 h 11"/>
                <a:gd name="T22" fmla="*/ 11 w 13"/>
                <a:gd name="T23" fmla="*/ 11 h 11"/>
                <a:gd name="T24" fmla="*/ 13 w 13"/>
                <a:gd name="T25" fmla="*/ 10 h 11"/>
                <a:gd name="T26" fmla="*/ 12 w 13"/>
                <a:gd name="T27" fmla="*/ 7 h 11"/>
                <a:gd name="T28" fmla="*/ 11 w 13"/>
                <a:gd name="T29"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1">
                  <a:moveTo>
                    <a:pt x="11" y="6"/>
                  </a:moveTo>
                  <a:cubicBezTo>
                    <a:pt x="11" y="5"/>
                    <a:pt x="11" y="5"/>
                    <a:pt x="11" y="5"/>
                  </a:cubicBezTo>
                  <a:cubicBezTo>
                    <a:pt x="8" y="4"/>
                    <a:pt x="8" y="4"/>
                    <a:pt x="8" y="4"/>
                  </a:cubicBezTo>
                  <a:cubicBezTo>
                    <a:pt x="8" y="4"/>
                    <a:pt x="6" y="1"/>
                    <a:pt x="8" y="0"/>
                  </a:cubicBezTo>
                  <a:cubicBezTo>
                    <a:pt x="4" y="2"/>
                    <a:pt x="4" y="2"/>
                    <a:pt x="4" y="2"/>
                  </a:cubicBezTo>
                  <a:cubicBezTo>
                    <a:pt x="2" y="5"/>
                    <a:pt x="2" y="5"/>
                    <a:pt x="2" y="5"/>
                  </a:cubicBezTo>
                  <a:cubicBezTo>
                    <a:pt x="0" y="7"/>
                    <a:pt x="0" y="7"/>
                    <a:pt x="0" y="7"/>
                  </a:cubicBezTo>
                  <a:cubicBezTo>
                    <a:pt x="0" y="9"/>
                    <a:pt x="0" y="9"/>
                    <a:pt x="0" y="9"/>
                  </a:cubicBezTo>
                  <a:cubicBezTo>
                    <a:pt x="7" y="9"/>
                    <a:pt x="7" y="9"/>
                    <a:pt x="7" y="9"/>
                  </a:cubicBezTo>
                  <a:cubicBezTo>
                    <a:pt x="7" y="10"/>
                    <a:pt x="7" y="10"/>
                    <a:pt x="7" y="10"/>
                  </a:cubicBezTo>
                  <a:cubicBezTo>
                    <a:pt x="10" y="9"/>
                    <a:pt x="10" y="9"/>
                    <a:pt x="10" y="9"/>
                  </a:cubicBezTo>
                  <a:cubicBezTo>
                    <a:pt x="11" y="11"/>
                    <a:pt x="11" y="11"/>
                    <a:pt x="11" y="11"/>
                  </a:cubicBezTo>
                  <a:cubicBezTo>
                    <a:pt x="13" y="10"/>
                    <a:pt x="13" y="10"/>
                    <a:pt x="13" y="10"/>
                  </a:cubicBezTo>
                  <a:cubicBezTo>
                    <a:pt x="12" y="7"/>
                    <a:pt x="12" y="7"/>
                    <a:pt x="12" y="7"/>
                  </a:cubicBezTo>
                  <a:lnTo>
                    <a:pt x="11" y="6"/>
                  </a:lnTo>
                  <a:close/>
                </a:path>
              </a:pathLst>
            </a:custGeom>
            <a:solidFill>
              <a:srgbClr val="127D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11"/>
            <p:cNvSpPr>
              <a:spLocks/>
            </p:cNvSpPr>
            <p:nvPr/>
          </p:nvSpPr>
          <p:spPr bwMode="auto">
            <a:xfrm>
              <a:off x="9157493" y="2657607"/>
              <a:ext cx="71437" cy="25400"/>
            </a:xfrm>
            <a:custGeom>
              <a:avLst/>
              <a:gdLst>
                <a:gd name="T0" fmla="*/ 14 w 19"/>
                <a:gd name="T1" fmla="*/ 3 h 7"/>
                <a:gd name="T2" fmla="*/ 7 w 19"/>
                <a:gd name="T3" fmla="*/ 0 h 7"/>
                <a:gd name="T4" fmla="*/ 2 w 19"/>
                <a:gd name="T5" fmla="*/ 1 h 7"/>
                <a:gd name="T6" fmla="*/ 0 w 19"/>
                <a:gd name="T7" fmla="*/ 3 h 7"/>
                <a:gd name="T8" fmla="*/ 4 w 19"/>
                <a:gd name="T9" fmla="*/ 2 h 7"/>
                <a:gd name="T10" fmla="*/ 6 w 19"/>
                <a:gd name="T11" fmla="*/ 3 h 7"/>
                <a:gd name="T12" fmla="*/ 9 w 19"/>
                <a:gd name="T13" fmla="*/ 3 h 7"/>
                <a:gd name="T14" fmla="*/ 11 w 19"/>
                <a:gd name="T15" fmla="*/ 5 h 7"/>
                <a:gd name="T16" fmla="*/ 14 w 19"/>
                <a:gd name="T17" fmla="*/ 5 h 7"/>
                <a:gd name="T18" fmla="*/ 14 w 19"/>
                <a:gd name="T19" fmla="*/ 7 h 7"/>
                <a:gd name="T20" fmla="*/ 16 w 19"/>
                <a:gd name="T21" fmla="*/ 6 h 7"/>
                <a:gd name="T22" fmla="*/ 18 w 19"/>
                <a:gd name="T23" fmla="*/ 7 h 7"/>
                <a:gd name="T24" fmla="*/ 19 w 19"/>
                <a:gd name="T25" fmla="*/ 5 h 7"/>
                <a:gd name="T26" fmla="*/ 14 w 19"/>
                <a:gd name="T27"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7">
                  <a:moveTo>
                    <a:pt x="14" y="3"/>
                  </a:moveTo>
                  <a:cubicBezTo>
                    <a:pt x="13" y="2"/>
                    <a:pt x="7" y="0"/>
                    <a:pt x="7" y="0"/>
                  </a:cubicBezTo>
                  <a:cubicBezTo>
                    <a:pt x="7" y="0"/>
                    <a:pt x="4" y="0"/>
                    <a:pt x="2" y="1"/>
                  </a:cubicBezTo>
                  <a:cubicBezTo>
                    <a:pt x="1" y="1"/>
                    <a:pt x="0" y="3"/>
                    <a:pt x="0" y="3"/>
                  </a:cubicBezTo>
                  <a:cubicBezTo>
                    <a:pt x="4" y="2"/>
                    <a:pt x="4" y="2"/>
                    <a:pt x="4" y="2"/>
                  </a:cubicBezTo>
                  <a:cubicBezTo>
                    <a:pt x="6" y="3"/>
                    <a:pt x="6" y="3"/>
                    <a:pt x="6" y="3"/>
                  </a:cubicBezTo>
                  <a:cubicBezTo>
                    <a:pt x="9" y="3"/>
                    <a:pt x="9" y="3"/>
                    <a:pt x="9" y="3"/>
                  </a:cubicBezTo>
                  <a:cubicBezTo>
                    <a:pt x="11" y="5"/>
                    <a:pt x="11" y="5"/>
                    <a:pt x="11" y="5"/>
                  </a:cubicBezTo>
                  <a:cubicBezTo>
                    <a:pt x="14" y="5"/>
                    <a:pt x="14" y="5"/>
                    <a:pt x="14" y="5"/>
                  </a:cubicBezTo>
                  <a:cubicBezTo>
                    <a:pt x="14" y="7"/>
                    <a:pt x="14" y="7"/>
                    <a:pt x="14" y="7"/>
                  </a:cubicBezTo>
                  <a:cubicBezTo>
                    <a:pt x="14" y="7"/>
                    <a:pt x="14" y="7"/>
                    <a:pt x="16" y="6"/>
                  </a:cubicBezTo>
                  <a:cubicBezTo>
                    <a:pt x="17" y="6"/>
                    <a:pt x="18" y="7"/>
                    <a:pt x="18" y="7"/>
                  </a:cubicBezTo>
                  <a:cubicBezTo>
                    <a:pt x="19" y="5"/>
                    <a:pt x="19" y="5"/>
                    <a:pt x="19" y="5"/>
                  </a:cubicBezTo>
                  <a:cubicBezTo>
                    <a:pt x="19" y="5"/>
                    <a:pt x="15" y="3"/>
                    <a:pt x="14" y="3"/>
                  </a:cubicBezTo>
                  <a:close/>
                </a:path>
              </a:pathLst>
            </a:custGeom>
            <a:solidFill>
              <a:srgbClr val="127D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12"/>
            <p:cNvSpPr>
              <a:spLocks/>
            </p:cNvSpPr>
            <p:nvPr/>
          </p:nvSpPr>
          <p:spPr bwMode="auto">
            <a:xfrm>
              <a:off x="9228931" y="2679832"/>
              <a:ext cx="46037" cy="19050"/>
            </a:xfrm>
            <a:custGeom>
              <a:avLst/>
              <a:gdLst>
                <a:gd name="T0" fmla="*/ 2 w 12"/>
                <a:gd name="T1" fmla="*/ 0 h 5"/>
                <a:gd name="T2" fmla="*/ 3 w 12"/>
                <a:gd name="T3" fmla="*/ 2 h 5"/>
                <a:gd name="T4" fmla="*/ 0 w 12"/>
                <a:gd name="T5" fmla="*/ 2 h 5"/>
                <a:gd name="T6" fmla="*/ 5 w 12"/>
                <a:gd name="T7" fmla="*/ 4 h 5"/>
                <a:gd name="T8" fmla="*/ 6 w 12"/>
                <a:gd name="T9" fmla="*/ 5 h 5"/>
                <a:gd name="T10" fmla="*/ 7 w 12"/>
                <a:gd name="T11" fmla="*/ 4 h 5"/>
                <a:gd name="T12" fmla="*/ 9 w 12"/>
                <a:gd name="T13" fmla="*/ 3 h 5"/>
                <a:gd name="T14" fmla="*/ 12 w 12"/>
                <a:gd name="T15" fmla="*/ 3 h 5"/>
                <a:gd name="T16" fmla="*/ 11 w 12"/>
                <a:gd name="T17" fmla="*/ 1 h 5"/>
                <a:gd name="T18" fmla="*/ 2 w 12"/>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5">
                  <a:moveTo>
                    <a:pt x="2" y="0"/>
                  </a:moveTo>
                  <a:cubicBezTo>
                    <a:pt x="3" y="2"/>
                    <a:pt x="3" y="2"/>
                    <a:pt x="3" y="2"/>
                  </a:cubicBezTo>
                  <a:cubicBezTo>
                    <a:pt x="0" y="2"/>
                    <a:pt x="0" y="2"/>
                    <a:pt x="0" y="2"/>
                  </a:cubicBezTo>
                  <a:cubicBezTo>
                    <a:pt x="0" y="4"/>
                    <a:pt x="5" y="4"/>
                    <a:pt x="5" y="4"/>
                  </a:cubicBezTo>
                  <a:cubicBezTo>
                    <a:pt x="6" y="5"/>
                    <a:pt x="6" y="5"/>
                    <a:pt x="6" y="5"/>
                  </a:cubicBezTo>
                  <a:cubicBezTo>
                    <a:pt x="7" y="4"/>
                    <a:pt x="7" y="4"/>
                    <a:pt x="7" y="4"/>
                  </a:cubicBezTo>
                  <a:cubicBezTo>
                    <a:pt x="9" y="3"/>
                    <a:pt x="9" y="3"/>
                    <a:pt x="9" y="3"/>
                  </a:cubicBezTo>
                  <a:cubicBezTo>
                    <a:pt x="12" y="3"/>
                    <a:pt x="12" y="3"/>
                    <a:pt x="12" y="3"/>
                  </a:cubicBezTo>
                  <a:cubicBezTo>
                    <a:pt x="11" y="1"/>
                    <a:pt x="11" y="1"/>
                    <a:pt x="11" y="1"/>
                  </a:cubicBezTo>
                  <a:lnTo>
                    <a:pt x="2" y="0"/>
                  </a:lnTo>
                  <a:close/>
                </a:path>
              </a:pathLst>
            </a:custGeom>
            <a:solidFill>
              <a:srgbClr val="127D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13"/>
            <p:cNvSpPr>
              <a:spLocks/>
            </p:cNvSpPr>
            <p:nvPr/>
          </p:nvSpPr>
          <p:spPr bwMode="auto">
            <a:xfrm>
              <a:off x="9200356" y="2690944"/>
              <a:ext cx="17462" cy="11112"/>
            </a:xfrm>
            <a:custGeom>
              <a:avLst/>
              <a:gdLst>
                <a:gd name="T0" fmla="*/ 4 w 11"/>
                <a:gd name="T1" fmla="*/ 0 h 7"/>
                <a:gd name="T2" fmla="*/ 0 w 11"/>
                <a:gd name="T3" fmla="*/ 0 h 7"/>
                <a:gd name="T4" fmla="*/ 7 w 11"/>
                <a:gd name="T5" fmla="*/ 7 h 7"/>
                <a:gd name="T6" fmla="*/ 11 w 11"/>
                <a:gd name="T7" fmla="*/ 5 h 7"/>
                <a:gd name="T8" fmla="*/ 9 w 11"/>
                <a:gd name="T9" fmla="*/ 0 h 7"/>
                <a:gd name="T10" fmla="*/ 4 w 11"/>
                <a:gd name="T11" fmla="*/ 0 h 7"/>
              </a:gdLst>
              <a:ahLst/>
              <a:cxnLst>
                <a:cxn ang="0">
                  <a:pos x="T0" y="T1"/>
                </a:cxn>
                <a:cxn ang="0">
                  <a:pos x="T2" y="T3"/>
                </a:cxn>
                <a:cxn ang="0">
                  <a:pos x="T4" y="T5"/>
                </a:cxn>
                <a:cxn ang="0">
                  <a:pos x="T6" y="T7"/>
                </a:cxn>
                <a:cxn ang="0">
                  <a:pos x="T8" y="T9"/>
                </a:cxn>
                <a:cxn ang="0">
                  <a:pos x="T10" y="T11"/>
                </a:cxn>
              </a:cxnLst>
              <a:rect l="0" t="0" r="r" b="b"/>
              <a:pathLst>
                <a:path w="11" h="7">
                  <a:moveTo>
                    <a:pt x="4" y="0"/>
                  </a:moveTo>
                  <a:lnTo>
                    <a:pt x="0" y="0"/>
                  </a:lnTo>
                  <a:lnTo>
                    <a:pt x="7" y="7"/>
                  </a:lnTo>
                  <a:lnTo>
                    <a:pt x="11" y="5"/>
                  </a:lnTo>
                  <a:lnTo>
                    <a:pt x="9" y="0"/>
                  </a:lnTo>
                  <a:lnTo>
                    <a:pt x="4" y="0"/>
                  </a:lnTo>
                  <a:close/>
                </a:path>
              </a:pathLst>
            </a:custGeom>
            <a:solidFill>
              <a:srgbClr val="127D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14"/>
            <p:cNvSpPr>
              <a:spLocks/>
            </p:cNvSpPr>
            <p:nvPr/>
          </p:nvSpPr>
          <p:spPr bwMode="auto">
            <a:xfrm>
              <a:off x="9282906" y="2687769"/>
              <a:ext cx="11112" cy="11112"/>
            </a:xfrm>
            <a:custGeom>
              <a:avLst/>
              <a:gdLst>
                <a:gd name="T0" fmla="*/ 0 w 7"/>
                <a:gd name="T1" fmla="*/ 4 h 7"/>
                <a:gd name="T2" fmla="*/ 4 w 7"/>
                <a:gd name="T3" fmla="*/ 7 h 7"/>
                <a:gd name="T4" fmla="*/ 7 w 7"/>
                <a:gd name="T5" fmla="*/ 4 h 7"/>
                <a:gd name="T6" fmla="*/ 0 w 7"/>
                <a:gd name="T7" fmla="*/ 0 h 7"/>
                <a:gd name="T8" fmla="*/ 0 w 7"/>
                <a:gd name="T9" fmla="*/ 4 h 7"/>
              </a:gdLst>
              <a:ahLst/>
              <a:cxnLst>
                <a:cxn ang="0">
                  <a:pos x="T0" y="T1"/>
                </a:cxn>
                <a:cxn ang="0">
                  <a:pos x="T2" y="T3"/>
                </a:cxn>
                <a:cxn ang="0">
                  <a:pos x="T4" y="T5"/>
                </a:cxn>
                <a:cxn ang="0">
                  <a:pos x="T6" y="T7"/>
                </a:cxn>
                <a:cxn ang="0">
                  <a:pos x="T8" y="T9"/>
                </a:cxn>
              </a:cxnLst>
              <a:rect l="0" t="0" r="r" b="b"/>
              <a:pathLst>
                <a:path w="7" h="7">
                  <a:moveTo>
                    <a:pt x="0" y="4"/>
                  </a:moveTo>
                  <a:lnTo>
                    <a:pt x="4" y="7"/>
                  </a:lnTo>
                  <a:lnTo>
                    <a:pt x="7" y="4"/>
                  </a:lnTo>
                  <a:lnTo>
                    <a:pt x="0" y="0"/>
                  </a:lnTo>
                  <a:lnTo>
                    <a:pt x="0" y="4"/>
                  </a:lnTo>
                  <a:close/>
                </a:path>
              </a:pathLst>
            </a:custGeom>
            <a:solidFill>
              <a:srgbClr val="127D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15"/>
            <p:cNvSpPr>
              <a:spLocks/>
            </p:cNvSpPr>
            <p:nvPr/>
          </p:nvSpPr>
          <p:spPr bwMode="auto">
            <a:xfrm>
              <a:off x="9203531" y="2641732"/>
              <a:ext cx="7937" cy="15875"/>
            </a:xfrm>
            <a:custGeom>
              <a:avLst/>
              <a:gdLst>
                <a:gd name="T0" fmla="*/ 5 w 5"/>
                <a:gd name="T1" fmla="*/ 5 h 10"/>
                <a:gd name="T2" fmla="*/ 0 w 5"/>
                <a:gd name="T3" fmla="*/ 0 h 10"/>
                <a:gd name="T4" fmla="*/ 0 w 5"/>
                <a:gd name="T5" fmla="*/ 5 h 10"/>
                <a:gd name="T6" fmla="*/ 5 w 5"/>
                <a:gd name="T7" fmla="*/ 10 h 10"/>
                <a:gd name="T8" fmla="*/ 5 w 5"/>
                <a:gd name="T9" fmla="*/ 5 h 10"/>
              </a:gdLst>
              <a:ahLst/>
              <a:cxnLst>
                <a:cxn ang="0">
                  <a:pos x="T0" y="T1"/>
                </a:cxn>
                <a:cxn ang="0">
                  <a:pos x="T2" y="T3"/>
                </a:cxn>
                <a:cxn ang="0">
                  <a:pos x="T4" y="T5"/>
                </a:cxn>
                <a:cxn ang="0">
                  <a:pos x="T6" y="T7"/>
                </a:cxn>
                <a:cxn ang="0">
                  <a:pos x="T8" y="T9"/>
                </a:cxn>
              </a:cxnLst>
              <a:rect l="0" t="0" r="r" b="b"/>
              <a:pathLst>
                <a:path w="5" h="10">
                  <a:moveTo>
                    <a:pt x="5" y="5"/>
                  </a:moveTo>
                  <a:lnTo>
                    <a:pt x="0" y="0"/>
                  </a:lnTo>
                  <a:lnTo>
                    <a:pt x="0" y="5"/>
                  </a:lnTo>
                  <a:lnTo>
                    <a:pt x="5" y="10"/>
                  </a:lnTo>
                  <a:lnTo>
                    <a:pt x="5" y="5"/>
                  </a:lnTo>
                  <a:close/>
                </a:path>
              </a:pathLst>
            </a:custGeom>
            <a:solidFill>
              <a:srgbClr val="127D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16"/>
            <p:cNvSpPr>
              <a:spLocks/>
            </p:cNvSpPr>
            <p:nvPr/>
          </p:nvSpPr>
          <p:spPr bwMode="auto">
            <a:xfrm>
              <a:off x="8832056" y="2403607"/>
              <a:ext cx="14287" cy="19050"/>
            </a:xfrm>
            <a:custGeom>
              <a:avLst/>
              <a:gdLst>
                <a:gd name="T0" fmla="*/ 0 w 4"/>
                <a:gd name="T1" fmla="*/ 0 h 5"/>
                <a:gd name="T2" fmla="*/ 0 w 4"/>
                <a:gd name="T3" fmla="*/ 3 h 5"/>
                <a:gd name="T4" fmla="*/ 3 w 4"/>
                <a:gd name="T5" fmla="*/ 5 h 5"/>
                <a:gd name="T6" fmla="*/ 3 w 4"/>
                <a:gd name="T7" fmla="*/ 2 h 5"/>
                <a:gd name="T8" fmla="*/ 0 w 4"/>
                <a:gd name="T9" fmla="*/ 0 h 5"/>
              </a:gdLst>
              <a:ahLst/>
              <a:cxnLst>
                <a:cxn ang="0">
                  <a:pos x="T0" y="T1"/>
                </a:cxn>
                <a:cxn ang="0">
                  <a:pos x="T2" y="T3"/>
                </a:cxn>
                <a:cxn ang="0">
                  <a:pos x="T4" y="T5"/>
                </a:cxn>
                <a:cxn ang="0">
                  <a:pos x="T6" y="T7"/>
                </a:cxn>
                <a:cxn ang="0">
                  <a:pos x="T8" y="T9"/>
                </a:cxn>
              </a:cxnLst>
              <a:rect l="0" t="0" r="r" b="b"/>
              <a:pathLst>
                <a:path w="4" h="5">
                  <a:moveTo>
                    <a:pt x="0" y="0"/>
                  </a:moveTo>
                  <a:cubicBezTo>
                    <a:pt x="0" y="3"/>
                    <a:pt x="0" y="3"/>
                    <a:pt x="0" y="3"/>
                  </a:cubicBezTo>
                  <a:cubicBezTo>
                    <a:pt x="0" y="3"/>
                    <a:pt x="1" y="5"/>
                    <a:pt x="3" y="5"/>
                  </a:cubicBezTo>
                  <a:cubicBezTo>
                    <a:pt x="4" y="5"/>
                    <a:pt x="3" y="2"/>
                    <a:pt x="3" y="2"/>
                  </a:cubicBezTo>
                  <a:lnTo>
                    <a:pt x="0" y="0"/>
                  </a:lnTo>
                  <a:close/>
                </a:path>
              </a:pathLst>
            </a:custGeom>
            <a:solidFill>
              <a:srgbClr val="127D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17"/>
            <p:cNvSpPr>
              <a:spLocks/>
            </p:cNvSpPr>
            <p:nvPr/>
          </p:nvSpPr>
          <p:spPr bwMode="auto">
            <a:xfrm>
              <a:off x="8813006" y="2373444"/>
              <a:ext cx="11112" cy="23812"/>
            </a:xfrm>
            <a:custGeom>
              <a:avLst/>
              <a:gdLst>
                <a:gd name="T0" fmla="*/ 0 w 3"/>
                <a:gd name="T1" fmla="*/ 0 h 6"/>
                <a:gd name="T2" fmla="*/ 1 w 3"/>
                <a:gd name="T3" fmla="*/ 2 h 6"/>
                <a:gd name="T4" fmla="*/ 3 w 3"/>
                <a:gd name="T5" fmla="*/ 5 h 6"/>
                <a:gd name="T6" fmla="*/ 0 w 3"/>
                <a:gd name="T7" fmla="*/ 0 h 6"/>
              </a:gdLst>
              <a:ahLst/>
              <a:cxnLst>
                <a:cxn ang="0">
                  <a:pos x="T0" y="T1"/>
                </a:cxn>
                <a:cxn ang="0">
                  <a:pos x="T2" y="T3"/>
                </a:cxn>
                <a:cxn ang="0">
                  <a:pos x="T4" y="T5"/>
                </a:cxn>
                <a:cxn ang="0">
                  <a:pos x="T6" y="T7"/>
                </a:cxn>
              </a:cxnLst>
              <a:rect l="0" t="0" r="r" b="b"/>
              <a:pathLst>
                <a:path w="3" h="6">
                  <a:moveTo>
                    <a:pt x="0" y="0"/>
                  </a:moveTo>
                  <a:cubicBezTo>
                    <a:pt x="1" y="2"/>
                    <a:pt x="1" y="2"/>
                    <a:pt x="1" y="2"/>
                  </a:cubicBezTo>
                  <a:cubicBezTo>
                    <a:pt x="1" y="2"/>
                    <a:pt x="3" y="6"/>
                    <a:pt x="3" y="5"/>
                  </a:cubicBezTo>
                  <a:cubicBezTo>
                    <a:pt x="3" y="4"/>
                    <a:pt x="1" y="0"/>
                    <a:pt x="0" y="0"/>
                  </a:cubicBezTo>
                  <a:close/>
                </a:path>
              </a:pathLst>
            </a:custGeom>
            <a:solidFill>
              <a:srgbClr val="127D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18"/>
            <p:cNvSpPr>
              <a:spLocks/>
            </p:cNvSpPr>
            <p:nvPr/>
          </p:nvSpPr>
          <p:spPr bwMode="auto">
            <a:xfrm>
              <a:off x="8587581" y="2343282"/>
              <a:ext cx="22225" cy="12700"/>
            </a:xfrm>
            <a:custGeom>
              <a:avLst/>
              <a:gdLst>
                <a:gd name="T0" fmla="*/ 3 w 6"/>
                <a:gd name="T1" fmla="*/ 1 h 3"/>
                <a:gd name="T2" fmla="*/ 6 w 6"/>
                <a:gd name="T3" fmla="*/ 3 h 3"/>
                <a:gd name="T4" fmla="*/ 3 w 6"/>
                <a:gd name="T5" fmla="*/ 1 h 3"/>
              </a:gdLst>
              <a:ahLst/>
              <a:cxnLst>
                <a:cxn ang="0">
                  <a:pos x="T0" y="T1"/>
                </a:cxn>
                <a:cxn ang="0">
                  <a:pos x="T2" y="T3"/>
                </a:cxn>
                <a:cxn ang="0">
                  <a:pos x="T4" y="T5"/>
                </a:cxn>
              </a:cxnLst>
              <a:rect l="0" t="0" r="r" b="b"/>
              <a:pathLst>
                <a:path w="6" h="3">
                  <a:moveTo>
                    <a:pt x="3" y="1"/>
                  </a:moveTo>
                  <a:cubicBezTo>
                    <a:pt x="0" y="2"/>
                    <a:pt x="4" y="3"/>
                    <a:pt x="6" y="3"/>
                  </a:cubicBezTo>
                  <a:cubicBezTo>
                    <a:pt x="6" y="3"/>
                    <a:pt x="6" y="0"/>
                    <a:pt x="3" y="1"/>
                  </a:cubicBezTo>
                  <a:close/>
                </a:path>
              </a:pathLst>
            </a:custGeom>
            <a:solidFill>
              <a:srgbClr val="127D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19"/>
            <p:cNvSpPr>
              <a:spLocks/>
            </p:cNvSpPr>
            <p:nvPr/>
          </p:nvSpPr>
          <p:spPr bwMode="auto">
            <a:xfrm>
              <a:off x="8681243" y="2370269"/>
              <a:ext cx="22225" cy="15875"/>
            </a:xfrm>
            <a:custGeom>
              <a:avLst/>
              <a:gdLst>
                <a:gd name="T0" fmla="*/ 3 w 6"/>
                <a:gd name="T1" fmla="*/ 1 h 4"/>
                <a:gd name="T2" fmla="*/ 2 w 6"/>
                <a:gd name="T3" fmla="*/ 2 h 4"/>
                <a:gd name="T4" fmla="*/ 1 w 6"/>
                <a:gd name="T5" fmla="*/ 1 h 4"/>
                <a:gd name="T6" fmla="*/ 0 w 6"/>
                <a:gd name="T7" fmla="*/ 2 h 4"/>
                <a:gd name="T8" fmla="*/ 3 w 6"/>
                <a:gd name="T9" fmla="*/ 4 h 4"/>
                <a:gd name="T10" fmla="*/ 6 w 6"/>
                <a:gd name="T11" fmla="*/ 2 h 4"/>
                <a:gd name="T12" fmla="*/ 6 w 6"/>
                <a:gd name="T13" fmla="*/ 0 h 4"/>
                <a:gd name="T14" fmla="*/ 3 w 6"/>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4">
                  <a:moveTo>
                    <a:pt x="3" y="1"/>
                  </a:moveTo>
                  <a:cubicBezTo>
                    <a:pt x="2" y="2"/>
                    <a:pt x="2" y="2"/>
                    <a:pt x="2" y="2"/>
                  </a:cubicBezTo>
                  <a:cubicBezTo>
                    <a:pt x="1" y="1"/>
                    <a:pt x="1" y="1"/>
                    <a:pt x="1" y="1"/>
                  </a:cubicBezTo>
                  <a:cubicBezTo>
                    <a:pt x="0" y="2"/>
                    <a:pt x="0" y="2"/>
                    <a:pt x="0" y="2"/>
                  </a:cubicBezTo>
                  <a:cubicBezTo>
                    <a:pt x="0" y="2"/>
                    <a:pt x="1" y="4"/>
                    <a:pt x="3" y="4"/>
                  </a:cubicBezTo>
                  <a:cubicBezTo>
                    <a:pt x="4" y="3"/>
                    <a:pt x="6" y="2"/>
                    <a:pt x="6" y="2"/>
                  </a:cubicBezTo>
                  <a:cubicBezTo>
                    <a:pt x="6" y="0"/>
                    <a:pt x="6" y="0"/>
                    <a:pt x="6" y="0"/>
                  </a:cubicBezTo>
                  <a:lnTo>
                    <a:pt x="3" y="1"/>
                  </a:lnTo>
                  <a:close/>
                </a:path>
              </a:pathLst>
            </a:custGeom>
            <a:solidFill>
              <a:srgbClr val="127D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20"/>
            <p:cNvSpPr>
              <a:spLocks/>
            </p:cNvSpPr>
            <p:nvPr/>
          </p:nvSpPr>
          <p:spPr bwMode="auto">
            <a:xfrm>
              <a:off x="8862218" y="2438532"/>
              <a:ext cx="33337" cy="19050"/>
            </a:xfrm>
            <a:custGeom>
              <a:avLst/>
              <a:gdLst>
                <a:gd name="T0" fmla="*/ 9 w 9"/>
                <a:gd name="T1" fmla="*/ 4 h 5"/>
                <a:gd name="T2" fmla="*/ 7 w 9"/>
                <a:gd name="T3" fmla="*/ 3 h 5"/>
                <a:gd name="T4" fmla="*/ 5 w 9"/>
                <a:gd name="T5" fmla="*/ 1 h 5"/>
                <a:gd name="T6" fmla="*/ 1 w 9"/>
                <a:gd name="T7" fmla="*/ 0 h 5"/>
                <a:gd name="T8" fmla="*/ 0 w 9"/>
                <a:gd name="T9" fmla="*/ 2 h 5"/>
                <a:gd name="T10" fmla="*/ 4 w 9"/>
                <a:gd name="T11" fmla="*/ 3 h 5"/>
                <a:gd name="T12" fmla="*/ 7 w 9"/>
                <a:gd name="T13" fmla="*/ 5 h 5"/>
                <a:gd name="T14" fmla="*/ 9 w 9"/>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5">
                  <a:moveTo>
                    <a:pt x="9" y="4"/>
                  </a:moveTo>
                  <a:cubicBezTo>
                    <a:pt x="9" y="4"/>
                    <a:pt x="9" y="4"/>
                    <a:pt x="7" y="3"/>
                  </a:cubicBezTo>
                  <a:cubicBezTo>
                    <a:pt x="6" y="2"/>
                    <a:pt x="6" y="2"/>
                    <a:pt x="5" y="1"/>
                  </a:cubicBezTo>
                  <a:cubicBezTo>
                    <a:pt x="4" y="1"/>
                    <a:pt x="1" y="0"/>
                    <a:pt x="1" y="0"/>
                  </a:cubicBezTo>
                  <a:cubicBezTo>
                    <a:pt x="0" y="2"/>
                    <a:pt x="0" y="2"/>
                    <a:pt x="0" y="2"/>
                  </a:cubicBezTo>
                  <a:cubicBezTo>
                    <a:pt x="1" y="1"/>
                    <a:pt x="4" y="3"/>
                    <a:pt x="4" y="3"/>
                  </a:cubicBezTo>
                  <a:cubicBezTo>
                    <a:pt x="4" y="3"/>
                    <a:pt x="6" y="5"/>
                    <a:pt x="7" y="5"/>
                  </a:cubicBezTo>
                  <a:cubicBezTo>
                    <a:pt x="8" y="5"/>
                    <a:pt x="9" y="4"/>
                    <a:pt x="9" y="4"/>
                  </a:cubicBezTo>
                  <a:close/>
                </a:path>
              </a:pathLst>
            </a:custGeom>
            <a:solidFill>
              <a:srgbClr val="127D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21"/>
            <p:cNvSpPr>
              <a:spLocks/>
            </p:cNvSpPr>
            <p:nvPr/>
          </p:nvSpPr>
          <p:spPr bwMode="auto">
            <a:xfrm>
              <a:off x="8879681" y="2178182"/>
              <a:ext cx="71437" cy="49212"/>
            </a:xfrm>
            <a:custGeom>
              <a:avLst/>
              <a:gdLst>
                <a:gd name="T0" fmla="*/ 5 w 19"/>
                <a:gd name="T1" fmla="*/ 12 h 13"/>
                <a:gd name="T2" fmla="*/ 7 w 19"/>
                <a:gd name="T3" fmla="*/ 11 h 13"/>
                <a:gd name="T4" fmla="*/ 9 w 19"/>
                <a:gd name="T5" fmla="*/ 11 h 13"/>
                <a:gd name="T6" fmla="*/ 10 w 19"/>
                <a:gd name="T7" fmla="*/ 9 h 13"/>
                <a:gd name="T8" fmla="*/ 12 w 19"/>
                <a:gd name="T9" fmla="*/ 8 h 13"/>
                <a:gd name="T10" fmla="*/ 12 w 19"/>
                <a:gd name="T11" fmla="*/ 7 h 13"/>
                <a:gd name="T12" fmla="*/ 19 w 19"/>
                <a:gd name="T13" fmla="*/ 4 h 13"/>
                <a:gd name="T14" fmla="*/ 16 w 19"/>
                <a:gd name="T15" fmla="*/ 2 h 13"/>
                <a:gd name="T16" fmla="*/ 13 w 19"/>
                <a:gd name="T17" fmla="*/ 1 h 13"/>
                <a:gd name="T18" fmla="*/ 12 w 19"/>
                <a:gd name="T19" fmla="*/ 2 h 13"/>
                <a:gd name="T20" fmla="*/ 10 w 19"/>
                <a:gd name="T21" fmla="*/ 2 h 13"/>
                <a:gd name="T22" fmla="*/ 9 w 19"/>
                <a:gd name="T23" fmla="*/ 0 h 13"/>
                <a:gd name="T24" fmla="*/ 7 w 19"/>
                <a:gd name="T25" fmla="*/ 0 h 13"/>
                <a:gd name="T26" fmla="*/ 6 w 19"/>
                <a:gd name="T27" fmla="*/ 1 h 13"/>
                <a:gd name="T28" fmla="*/ 2 w 19"/>
                <a:gd name="T29" fmla="*/ 1 h 13"/>
                <a:gd name="T30" fmla="*/ 3 w 19"/>
                <a:gd name="T31" fmla="*/ 3 h 13"/>
                <a:gd name="T32" fmla="*/ 4 w 19"/>
                <a:gd name="T33" fmla="*/ 4 h 13"/>
                <a:gd name="T34" fmla="*/ 3 w 19"/>
                <a:gd name="T35" fmla="*/ 4 h 13"/>
                <a:gd name="T36" fmla="*/ 1 w 19"/>
                <a:gd name="T37" fmla="*/ 7 h 13"/>
                <a:gd name="T38" fmla="*/ 0 w 19"/>
                <a:gd name="T39" fmla="*/ 9 h 13"/>
                <a:gd name="T40" fmla="*/ 3 w 19"/>
                <a:gd name="T41" fmla="*/ 10 h 13"/>
                <a:gd name="T42" fmla="*/ 5 w 19"/>
                <a:gd name="T43"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3">
                  <a:moveTo>
                    <a:pt x="5" y="12"/>
                  </a:moveTo>
                  <a:cubicBezTo>
                    <a:pt x="5" y="13"/>
                    <a:pt x="6" y="12"/>
                    <a:pt x="7" y="11"/>
                  </a:cubicBezTo>
                  <a:cubicBezTo>
                    <a:pt x="9" y="10"/>
                    <a:pt x="9" y="11"/>
                    <a:pt x="9" y="11"/>
                  </a:cubicBezTo>
                  <a:cubicBezTo>
                    <a:pt x="10" y="11"/>
                    <a:pt x="10" y="9"/>
                    <a:pt x="10" y="9"/>
                  </a:cubicBezTo>
                  <a:cubicBezTo>
                    <a:pt x="12" y="8"/>
                    <a:pt x="12" y="8"/>
                    <a:pt x="12" y="8"/>
                  </a:cubicBezTo>
                  <a:cubicBezTo>
                    <a:pt x="12" y="7"/>
                    <a:pt x="12" y="7"/>
                    <a:pt x="12" y="7"/>
                  </a:cubicBezTo>
                  <a:cubicBezTo>
                    <a:pt x="19" y="4"/>
                    <a:pt x="19" y="4"/>
                    <a:pt x="19" y="4"/>
                  </a:cubicBezTo>
                  <a:cubicBezTo>
                    <a:pt x="16" y="2"/>
                    <a:pt x="16" y="2"/>
                    <a:pt x="16" y="2"/>
                  </a:cubicBezTo>
                  <a:cubicBezTo>
                    <a:pt x="13" y="1"/>
                    <a:pt x="13" y="1"/>
                    <a:pt x="13" y="1"/>
                  </a:cubicBezTo>
                  <a:cubicBezTo>
                    <a:pt x="12" y="2"/>
                    <a:pt x="12" y="2"/>
                    <a:pt x="12" y="2"/>
                  </a:cubicBezTo>
                  <a:cubicBezTo>
                    <a:pt x="10" y="2"/>
                    <a:pt x="10" y="2"/>
                    <a:pt x="10" y="2"/>
                  </a:cubicBezTo>
                  <a:cubicBezTo>
                    <a:pt x="9" y="0"/>
                    <a:pt x="9" y="0"/>
                    <a:pt x="9" y="0"/>
                  </a:cubicBezTo>
                  <a:cubicBezTo>
                    <a:pt x="7" y="0"/>
                    <a:pt x="7" y="0"/>
                    <a:pt x="7" y="0"/>
                  </a:cubicBezTo>
                  <a:cubicBezTo>
                    <a:pt x="6" y="1"/>
                    <a:pt x="6" y="1"/>
                    <a:pt x="6" y="1"/>
                  </a:cubicBezTo>
                  <a:cubicBezTo>
                    <a:pt x="2" y="1"/>
                    <a:pt x="2" y="1"/>
                    <a:pt x="2" y="1"/>
                  </a:cubicBezTo>
                  <a:cubicBezTo>
                    <a:pt x="3" y="3"/>
                    <a:pt x="3" y="3"/>
                    <a:pt x="3" y="3"/>
                  </a:cubicBezTo>
                  <a:cubicBezTo>
                    <a:pt x="4" y="4"/>
                    <a:pt x="4" y="4"/>
                    <a:pt x="4" y="4"/>
                  </a:cubicBezTo>
                  <a:cubicBezTo>
                    <a:pt x="3" y="4"/>
                    <a:pt x="3" y="4"/>
                    <a:pt x="3" y="4"/>
                  </a:cubicBezTo>
                  <a:cubicBezTo>
                    <a:pt x="1" y="7"/>
                    <a:pt x="1" y="7"/>
                    <a:pt x="1" y="7"/>
                  </a:cubicBezTo>
                  <a:cubicBezTo>
                    <a:pt x="0" y="9"/>
                    <a:pt x="0" y="9"/>
                    <a:pt x="0" y="9"/>
                  </a:cubicBezTo>
                  <a:cubicBezTo>
                    <a:pt x="3" y="10"/>
                    <a:pt x="3" y="10"/>
                    <a:pt x="3" y="10"/>
                  </a:cubicBezTo>
                  <a:cubicBezTo>
                    <a:pt x="3" y="10"/>
                    <a:pt x="4" y="11"/>
                    <a:pt x="5" y="12"/>
                  </a:cubicBezTo>
                  <a:close/>
                </a:path>
              </a:pathLst>
            </a:custGeom>
            <a:solidFill>
              <a:srgbClr val="127D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22"/>
            <p:cNvSpPr>
              <a:spLocks/>
            </p:cNvSpPr>
            <p:nvPr/>
          </p:nvSpPr>
          <p:spPr bwMode="auto">
            <a:xfrm>
              <a:off x="8928893" y="2197232"/>
              <a:ext cx="120650" cy="60325"/>
            </a:xfrm>
            <a:custGeom>
              <a:avLst/>
              <a:gdLst>
                <a:gd name="T0" fmla="*/ 32 w 32"/>
                <a:gd name="T1" fmla="*/ 12 h 16"/>
                <a:gd name="T2" fmla="*/ 30 w 32"/>
                <a:gd name="T3" fmla="*/ 10 h 16"/>
                <a:gd name="T4" fmla="*/ 28 w 32"/>
                <a:gd name="T5" fmla="*/ 9 h 16"/>
                <a:gd name="T6" fmla="*/ 26 w 32"/>
                <a:gd name="T7" fmla="*/ 8 h 16"/>
                <a:gd name="T8" fmla="*/ 26 w 32"/>
                <a:gd name="T9" fmla="*/ 5 h 16"/>
                <a:gd name="T10" fmla="*/ 24 w 32"/>
                <a:gd name="T11" fmla="*/ 2 h 16"/>
                <a:gd name="T12" fmla="*/ 19 w 32"/>
                <a:gd name="T13" fmla="*/ 0 h 16"/>
                <a:gd name="T14" fmla="*/ 19 w 32"/>
                <a:gd name="T15" fmla="*/ 3 h 16"/>
                <a:gd name="T16" fmla="*/ 20 w 32"/>
                <a:gd name="T17" fmla="*/ 5 h 16"/>
                <a:gd name="T18" fmla="*/ 19 w 32"/>
                <a:gd name="T19" fmla="*/ 6 h 16"/>
                <a:gd name="T20" fmla="*/ 18 w 32"/>
                <a:gd name="T21" fmla="*/ 3 h 16"/>
                <a:gd name="T22" fmla="*/ 17 w 32"/>
                <a:gd name="T23" fmla="*/ 2 h 16"/>
                <a:gd name="T24" fmla="*/ 15 w 32"/>
                <a:gd name="T25" fmla="*/ 1 h 16"/>
                <a:gd name="T26" fmla="*/ 16 w 32"/>
                <a:gd name="T27" fmla="*/ 3 h 16"/>
                <a:gd name="T28" fmla="*/ 15 w 32"/>
                <a:gd name="T29" fmla="*/ 3 h 16"/>
                <a:gd name="T30" fmla="*/ 13 w 32"/>
                <a:gd name="T31" fmla="*/ 4 h 16"/>
                <a:gd name="T32" fmla="*/ 13 w 32"/>
                <a:gd name="T33" fmla="*/ 2 h 16"/>
                <a:gd name="T34" fmla="*/ 10 w 32"/>
                <a:gd name="T35" fmla="*/ 1 h 16"/>
                <a:gd name="T36" fmla="*/ 10 w 32"/>
                <a:gd name="T37" fmla="*/ 3 h 16"/>
                <a:gd name="T38" fmla="*/ 8 w 32"/>
                <a:gd name="T39" fmla="*/ 3 h 16"/>
                <a:gd name="T40" fmla="*/ 8 w 32"/>
                <a:gd name="T41" fmla="*/ 0 h 16"/>
                <a:gd name="T42" fmla="*/ 6 w 32"/>
                <a:gd name="T43" fmla="*/ 0 h 16"/>
                <a:gd name="T44" fmla="*/ 2 w 32"/>
                <a:gd name="T45" fmla="*/ 2 h 16"/>
                <a:gd name="T46" fmla="*/ 1 w 32"/>
                <a:gd name="T47" fmla="*/ 3 h 16"/>
                <a:gd name="T48" fmla="*/ 0 w 32"/>
                <a:gd name="T49" fmla="*/ 4 h 16"/>
                <a:gd name="T50" fmla="*/ 0 w 32"/>
                <a:gd name="T51" fmla="*/ 5 h 16"/>
                <a:gd name="T52" fmla="*/ 1 w 32"/>
                <a:gd name="T53" fmla="*/ 6 h 16"/>
                <a:gd name="T54" fmla="*/ 3 w 32"/>
                <a:gd name="T55" fmla="*/ 6 h 16"/>
                <a:gd name="T56" fmla="*/ 5 w 32"/>
                <a:gd name="T57" fmla="*/ 5 h 16"/>
                <a:gd name="T58" fmla="*/ 6 w 32"/>
                <a:gd name="T59" fmla="*/ 6 h 16"/>
                <a:gd name="T60" fmla="*/ 5 w 32"/>
                <a:gd name="T61" fmla="*/ 7 h 16"/>
                <a:gd name="T62" fmla="*/ 2 w 32"/>
                <a:gd name="T63" fmla="*/ 7 h 16"/>
                <a:gd name="T64" fmla="*/ 1 w 32"/>
                <a:gd name="T65" fmla="*/ 8 h 16"/>
                <a:gd name="T66" fmla="*/ 2 w 32"/>
                <a:gd name="T67" fmla="*/ 9 h 16"/>
                <a:gd name="T68" fmla="*/ 8 w 32"/>
                <a:gd name="T69" fmla="*/ 9 h 16"/>
                <a:gd name="T70" fmla="*/ 11 w 32"/>
                <a:gd name="T71" fmla="*/ 9 h 16"/>
                <a:gd name="T72" fmla="*/ 12 w 32"/>
                <a:gd name="T73" fmla="*/ 10 h 16"/>
                <a:gd name="T74" fmla="*/ 5 w 32"/>
                <a:gd name="T75" fmla="*/ 10 h 16"/>
                <a:gd name="T76" fmla="*/ 3 w 32"/>
                <a:gd name="T77" fmla="*/ 11 h 16"/>
                <a:gd name="T78" fmla="*/ 4 w 32"/>
                <a:gd name="T79" fmla="*/ 13 h 16"/>
                <a:gd name="T80" fmla="*/ 9 w 32"/>
                <a:gd name="T81" fmla="*/ 13 h 16"/>
                <a:gd name="T82" fmla="*/ 10 w 32"/>
                <a:gd name="T83" fmla="*/ 15 h 16"/>
                <a:gd name="T84" fmla="*/ 17 w 32"/>
                <a:gd name="T85" fmla="*/ 15 h 16"/>
                <a:gd name="T86" fmla="*/ 22 w 32"/>
                <a:gd name="T87" fmla="*/ 12 h 16"/>
                <a:gd name="T88" fmla="*/ 22 w 32"/>
                <a:gd name="T89" fmla="*/ 13 h 16"/>
                <a:gd name="T90" fmla="*/ 25 w 32"/>
                <a:gd name="T91" fmla="*/ 15 h 16"/>
                <a:gd name="T92" fmla="*/ 31 w 32"/>
                <a:gd name="T93" fmla="*/ 14 h 16"/>
                <a:gd name="T94" fmla="*/ 29 w 32"/>
                <a:gd name="T95" fmla="*/ 12 h 16"/>
                <a:gd name="T96" fmla="*/ 32 w 32"/>
                <a:gd name="T97"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2" h="16">
                  <a:moveTo>
                    <a:pt x="32" y="12"/>
                  </a:moveTo>
                  <a:cubicBezTo>
                    <a:pt x="30" y="10"/>
                    <a:pt x="30" y="10"/>
                    <a:pt x="30" y="10"/>
                  </a:cubicBezTo>
                  <a:cubicBezTo>
                    <a:pt x="30" y="10"/>
                    <a:pt x="29" y="9"/>
                    <a:pt x="28" y="9"/>
                  </a:cubicBezTo>
                  <a:cubicBezTo>
                    <a:pt x="27" y="9"/>
                    <a:pt x="26" y="8"/>
                    <a:pt x="26" y="8"/>
                  </a:cubicBezTo>
                  <a:cubicBezTo>
                    <a:pt x="26" y="5"/>
                    <a:pt x="26" y="5"/>
                    <a:pt x="26" y="5"/>
                  </a:cubicBezTo>
                  <a:cubicBezTo>
                    <a:pt x="26" y="5"/>
                    <a:pt x="25" y="4"/>
                    <a:pt x="24" y="2"/>
                  </a:cubicBezTo>
                  <a:cubicBezTo>
                    <a:pt x="23" y="1"/>
                    <a:pt x="19" y="0"/>
                    <a:pt x="19" y="0"/>
                  </a:cubicBezTo>
                  <a:cubicBezTo>
                    <a:pt x="19" y="0"/>
                    <a:pt x="19" y="1"/>
                    <a:pt x="19" y="3"/>
                  </a:cubicBezTo>
                  <a:cubicBezTo>
                    <a:pt x="20" y="4"/>
                    <a:pt x="20" y="5"/>
                    <a:pt x="20" y="5"/>
                  </a:cubicBezTo>
                  <a:cubicBezTo>
                    <a:pt x="20" y="5"/>
                    <a:pt x="20" y="6"/>
                    <a:pt x="19" y="6"/>
                  </a:cubicBezTo>
                  <a:cubicBezTo>
                    <a:pt x="18" y="6"/>
                    <a:pt x="19" y="4"/>
                    <a:pt x="18" y="3"/>
                  </a:cubicBezTo>
                  <a:cubicBezTo>
                    <a:pt x="18" y="2"/>
                    <a:pt x="17" y="2"/>
                    <a:pt x="17" y="2"/>
                  </a:cubicBezTo>
                  <a:cubicBezTo>
                    <a:pt x="16" y="1"/>
                    <a:pt x="15" y="1"/>
                    <a:pt x="15" y="1"/>
                  </a:cubicBezTo>
                  <a:cubicBezTo>
                    <a:pt x="16" y="3"/>
                    <a:pt x="16" y="3"/>
                    <a:pt x="16" y="3"/>
                  </a:cubicBezTo>
                  <a:cubicBezTo>
                    <a:pt x="16" y="3"/>
                    <a:pt x="15" y="3"/>
                    <a:pt x="15" y="3"/>
                  </a:cubicBezTo>
                  <a:cubicBezTo>
                    <a:pt x="14" y="3"/>
                    <a:pt x="13" y="4"/>
                    <a:pt x="13" y="4"/>
                  </a:cubicBezTo>
                  <a:cubicBezTo>
                    <a:pt x="13" y="4"/>
                    <a:pt x="13" y="3"/>
                    <a:pt x="13" y="2"/>
                  </a:cubicBezTo>
                  <a:cubicBezTo>
                    <a:pt x="14" y="1"/>
                    <a:pt x="10" y="1"/>
                    <a:pt x="10" y="1"/>
                  </a:cubicBezTo>
                  <a:cubicBezTo>
                    <a:pt x="10" y="3"/>
                    <a:pt x="10" y="3"/>
                    <a:pt x="10" y="3"/>
                  </a:cubicBezTo>
                  <a:cubicBezTo>
                    <a:pt x="8" y="3"/>
                    <a:pt x="8" y="3"/>
                    <a:pt x="8" y="3"/>
                  </a:cubicBezTo>
                  <a:cubicBezTo>
                    <a:pt x="8" y="0"/>
                    <a:pt x="8" y="0"/>
                    <a:pt x="8" y="0"/>
                  </a:cubicBezTo>
                  <a:cubicBezTo>
                    <a:pt x="6" y="0"/>
                    <a:pt x="6" y="0"/>
                    <a:pt x="6" y="0"/>
                  </a:cubicBezTo>
                  <a:cubicBezTo>
                    <a:pt x="2" y="2"/>
                    <a:pt x="2" y="2"/>
                    <a:pt x="2" y="2"/>
                  </a:cubicBezTo>
                  <a:cubicBezTo>
                    <a:pt x="1" y="3"/>
                    <a:pt x="1" y="3"/>
                    <a:pt x="1" y="3"/>
                  </a:cubicBezTo>
                  <a:cubicBezTo>
                    <a:pt x="0" y="4"/>
                    <a:pt x="0" y="4"/>
                    <a:pt x="0" y="4"/>
                  </a:cubicBezTo>
                  <a:cubicBezTo>
                    <a:pt x="0" y="5"/>
                    <a:pt x="0" y="5"/>
                    <a:pt x="0" y="5"/>
                  </a:cubicBezTo>
                  <a:cubicBezTo>
                    <a:pt x="1" y="6"/>
                    <a:pt x="1" y="6"/>
                    <a:pt x="1" y="6"/>
                  </a:cubicBezTo>
                  <a:cubicBezTo>
                    <a:pt x="1" y="6"/>
                    <a:pt x="2" y="6"/>
                    <a:pt x="3" y="6"/>
                  </a:cubicBezTo>
                  <a:cubicBezTo>
                    <a:pt x="4" y="6"/>
                    <a:pt x="5" y="5"/>
                    <a:pt x="5" y="5"/>
                  </a:cubicBezTo>
                  <a:cubicBezTo>
                    <a:pt x="6" y="6"/>
                    <a:pt x="6" y="6"/>
                    <a:pt x="6" y="6"/>
                  </a:cubicBezTo>
                  <a:cubicBezTo>
                    <a:pt x="6" y="6"/>
                    <a:pt x="5" y="7"/>
                    <a:pt x="5" y="7"/>
                  </a:cubicBezTo>
                  <a:cubicBezTo>
                    <a:pt x="4" y="7"/>
                    <a:pt x="2" y="7"/>
                    <a:pt x="2" y="7"/>
                  </a:cubicBezTo>
                  <a:cubicBezTo>
                    <a:pt x="1" y="8"/>
                    <a:pt x="1" y="8"/>
                    <a:pt x="1" y="8"/>
                  </a:cubicBezTo>
                  <a:cubicBezTo>
                    <a:pt x="2" y="9"/>
                    <a:pt x="2" y="9"/>
                    <a:pt x="2" y="9"/>
                  </a:cubicBezTo>
                  <a:cubicBezTo>
                    <a:pt x="2" y="9"/>
                    <a:pt x="5" y="9"/>
                    <a:pt x="8" y="9"/>
                  </a:cubicBezTo>
                  <a:cubicBezTo>
                    <a:pt x="10" y="9"/>
                    <a:pt x="11" y="9"/>
                    <a:pt x="11" y="9"/>
                  </a:cubicBezTo>
                  <a:cubicBezTo>
                    <a:pt x="12" y="10"/>
                    <a:pt x="12" y="10"/>
                    <a:pt x="12" y="10"/>
                  </a:cubicBezTo>
                  <a:cubicBezTo>
                    <a:pt x="12" y="10"/>
                    <a:pt x="7" y="10"/>
                    <a:pt x="5" y="10"/>
                  </a:cubicBezTo>
                  <a:cubicBezTo>
                    <a:pt x="3" y="10"/>
                    <a:pt x="3" y="11"/>
                    <a:pt x="3" y="11"/>
                  </a:cubicBezTo>
                  <a:cubicBezTo>
                    <a:pt x="4" y="13"/>
                    <a:pt x="4" y="13"/>
                    <a:pt x="4" y="13"/>
                  </a:cubicBezTo>
                  <a:cubicBezTo>
                    <a:pt x="9" y="13"/>
                    <a:pt x="9" y="13"/>
                    <a:pt x="9" y="13"/>
                  </a:cubicBezTo>
                  <a:cubicBezTo>
                    <a:pt x="10" y="15"/>
                    <a:pt x="10" y="15"/>
                    <a:pt x="10" y="15"/>
                  </a:cubicBezTo>
                  <a:cubicBezTo>
                    <a:pt x="10" y="15"/>
                    <a:pt x="15" y="16"/>
                    <a:pt x="17" y="15"/>
                  </a:cubicBezTo>
                  <a:cubicBezTo>
                    <a:pt x="19" y="14"/>
                    <a:pt x="22" y="12"/>
                    <a:pt x="22" y="12"/>
                  </a:cubicBezTo>
                  <a:cubicBezTo>
                    <a:pt x="22" y="13"/>
                    <a:pt x="22" y="13"/>
                    <a:pt x="22" y="13"/>
                  </a:cubicBezTo>
                  <a:cubicBezTo>
                    <a:pt x="22" y="13"/>
                    <a:pt x="24" y="15"/>
                    <a:pt x="25" y="15"/>
                  </a:cubicBezTo>
                  <a:cubicBezTo>
                    <a:pt x="27" y="15"/>
                    <a:pt x="31" y="14"/>
                    <a:pt x="31" y="14"/>
                  </a:cubicBezTo>
                  <a:cubicBezTo>
                    <a:pt x="31" y="14"/>
                    <a:pt x="29" y="13"/>
                    <a:pt x="29" y="12"/>
                  </a:cubicBezTo>
                  <a:cubicBezTo>
                    <a:pt x="29" y="12"/>
                    <a:pt x="32" y="12"/>
                    <a:pt x="32" y="12"/>
                  </a:cubicBezTo>
                  <a:close/>
                </a:path>
              </a:pathLst>
            </a:custGeom>
            <a:solidFill>
              <a:srgbClr val="127D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23"/>
            <p:cNvSpPr>
              <a:spLocks/>
            </p:cNvSpPr>
            <p:nvPr/>
          </p:nvSpPr>
          <p:spPr bwMode="auto">
            <a:xfrm>
              <a:off x="9008268" y="2189294"/>
              <a:ext cx="19050" cy="15875"/>
            </a:xfrm>
            <a:custGeom>
              <a:avLst/>
              <a:gdLst>
                <a:gd name="T0" fmla="*/ 0 w 5"/>
                <a:gd name="T1" fmla="*/ 1 h 4"/>
                <a:gd name="T2" fmla="*/ 1 w 5"/>
                <a:gd name="T3" fmla="*/ 2 h 4"/>
                <a:gd name="T4" fmla="*/ 2 w 5"/>
                <a:gd name="T5" fmla="*/ 2 h 4"/>
                <a:gd name="T6" fmla="*/ 4 w 5"/>
                <a:gd name="T7" fmla="*/ 3 h 4"/>
                <a:gd name="T8" fmla="*/ 5 w 5"/>
                <a:gd name="T9" fmla="*/ 4 h 4"/>
                <a:gd name="T10" fmla="*/ 5 w 5"/>
                <a:gd name="T11" fmla="*/ 1 h 4"/>
                <a:gd name="T12" fmla="*/ 0 w 5"/>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0" y="1"/>
                  </a:moveTo>
                  <a:cubicBezTo>
                    <a:pt x="1" y="2"/>
                    <a:pt x="1" y="2"/>
                    <a:pt x="1" y="2"/>
                  </a:cubicBezTo>
                  <a:cubicBezTo>
                    <a:pt x="2" y="2"/>
                    <a:pt x="2" y="2"/>
                    <a:pt x="2" y="2"/>
                  </a:cubicBezTo>
                  <a:cubicBezTo>
                    <a:pt x="2" y="2"/>
                    <a:pt x="3" y="3"/>
                    <a:pt x="4" y="3"/>
                  </a:cubicBezTo>
                  <a:cubicBezTo>
                    <a:pt x="5" y="4"/>
                    <a:pt x="5" y="4"/>
                    <a:pt x="5" y="4"/>
                  </a:cubicBezTo>
                  <a:cubicBezTo>
                    <a:pt x="5" y="1"/>
                    <a:pt x="5" y="1"/>
                    <a:pt x="5" y="1"/>
                  </a:cubicBezTo>
                  <a:cubicBezTo>
                    <a:pt x="5" y="1"/>
                    <a:pt x="5" y="0"/>
                    <a:pt x="0" y="1"/>
                  </a:cubicBezTo>
                  <a:close/>
                </a:path>
              </a:pathLst>
            </a:custGeom>
            <a:solidFill>
              <a:srgbClr val="127D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24"/>
            <p:cNvSpPr>
              <a:spLocks/>
            </p:cNvSpPr>
            <p:nvPr/>
          </p:nvSpPr>
          <p:spPr bwMode="auto">
            <a:xfrm>
              <a:off x="9038431" y="2189294"/>
              <a:ext cx="44450" cy="30162"/>
            </a:xfrm>
            <a:custGeom>
              <a:avLst/>
              <a:gdLst>
                <a:gd name="T0" fmla="*/ 10 w 12"/>
                <a:gd name="T1" fmla="*/ 4 h 8"/>
                <a:gd name="T2" fmla="*/ 9 w 12"/>
                <a:gd name="T3" fmla="*/ 3 h 8"/>
                <a:gd name="T4" fmla="*/ 8 w 12"/>
                <a:gd name="T5" fmla="*/ 3 h 8"/>
                <a:gd name="T6" fmla="*/ 9 w 12"/>
                <a:gd name="T7" fmla="*/ 2 h 8"/>
                <a:gd name="T8" fmla="*/ 11 w 12"/>
                <a:gd name="T9" fmla="*/ 0 h 8"/>
                <a:gd name="T10" fmla="*/ 8 w 12"/>
                <a:gd name="T11" fmla="*/ 0 h 8"/>
                <a:gd name="T12" fmla="*/ 6 w 12"/>
                <a:gd name="T13" fmla="*/ 0 h 8"/>
                <a:gd name="T14" fmla="*/ 2 w 12"/>
                <a:gd name="T15" fmla="*/ 1 h 8"/>
                <a:gd name="T16" fmla="*/ 5 w 12"/>
                <a:gd name="T17" fmla="*/ 3 h 8"/>
                <a:gd name="T18" fmla="*/ 3 w 12"/>
                <a:gd name="T19" fmla="*/ 3 h 8"/>
                <a:gd name="T20" fmla="*/ 2 w 12"/>
                <a:gd name="T21" fmla="*/ 3 h 8"/>
                <a:gd name="T22" fmla="*/ 0 w 12"/>
                <a:gd name="T23" fmla="*/ 4 h 8"/>
                <a:gd name="T24" fmla="*/ 2 w 12"/>
                <a:gd name="T25" fmla="*/ 6 h 8"/>
                <a:gd name="T26" fmla="*/ 4 w 12"/>
                <a:gd name="T27" fmla="*/ 6 h 8"/>
                <a:gd name="T28" fmla="*/ 7 w 12"/>
                <a:gd name="T29" fmla="*/ 8 h 8"/>
                <a:gd name="T30" fmla="*/ 8 w 12"/>
                <a:gd name="T31" fmla="*/ 8 h 8"/>
                <a:gd name="T32" fmla="*/ 10 w 12"/>
                <a:gd name="T33" fmla="*/ 8 h 8"/>
                <a:gd name="T34" fmla="*/ 12 w 12"/>
                <a:gd name="T35" fmla="*/ 4 h 8"/>
                <a:gd name="T36" fmla="*/ 10 w 12"/>
                <a:gd name="T3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 h="8">
                  <a:moveTo>
                    <a:pt x="10" y="4"/>
                  </a:moveTo>
                  <a:cubicBezTo>
                    <a:pt x="9" y="3"/>
                    <a:pt x="9" y="3"/>
                    <a:pt x="9" y="3"/>
                  </a:cubicBezTo>
                  <a:cubicBezTo>
                    <a:pt x="8" y="3"/>
                    <a:pt x="8" y="3"/>
                    <a:pt x="8" y="3"/>
                  </a:cubicBezTo>
                  <a:cubicBezTo>
                    <a:pt x="8" y="3"/>
                    <a:pt x="8" y="2"/>
                    <a:pt x="9" y="2"/>
                  </a:cubicBezTo>
                  <a:cubicBezTo>
                    <a:pt x="10" y="1"/>
                    <a:pt x="11" y="0"/>
                    <a:pt x="11" y="0"/>
                  </a:cubicBezTo>
                  <a:cubicBezTo>
                    <a:pt x="11" y="0"/>
                    <a:pt x="9" y="0"/>
                    <a:pt x="8" y="0"/>
                  </a:cubicBezTo>
                  <a:cubicBezTo>
                    <a:pt x="7" y="0"/>
                    <a:pt x="6" y="1"/>
                    <a:pt x="6" y="0"/>
                  </a:cubicBezTo>
                  <a:cubicBezTo>
                    <a:pt x="5" y="0"/>
                    <a:pt x="3" y="0"/>
                    <a:pt x="2" y="1"/>
                  </a:cubicBezTo>
                  <a:cubicBezTo>
                    <a:pt x="2" y="3"/>
                    <a:pt x="5" y="1"/>
                    <a:pt x="5" y="3"/>
                  </a:cubicBezTo>
                  <a:cubicBezTo>
                    <a:pt x="5" y="4"/>
                    <a:pt x="3" y="3"/>
                    <a:pt x="3" y="3"/>
                  </a:cubicBezTo>
                  <a:cubicBezTo>
                    <a:pt x="3" y="3"/>
                    <a:pt x="2" y="2"/>
                    <a:pt x="2" y="3"/>
                  </a:cubicBezTo>
                  <a:cubicBezTo>
                    <a:pt x="1" y="3"/>
                    <a:pt x="0" y="3"/>
                    <a:pt x="0" y="4"/>
                  </a:cubicBezTo>
                  <a:cubicBezTo>
                    <a:pt x="1" y="5"/>
                    <a:pt x="2" y="6"/>
                    <a:pt x="2" y="6"/>
                  </a:cubicBezTo>
                  <a:cubicBezTo>
                    <a:pt x="2" y="6"/>
                    <a:pt x="3" y="5"/>
                    <a:pt x="4" y="6"/>
                  </a:cubicBezTo>
                  <a:cubicBezTo>
                    <a:pt x="5" y="6"/>
                    <a:pt x="7" y="8"/>
                    <a:pt x="7" y="8"/>
                  </a:cubicBezTo>
                  <a:cubicBezTo>
                    <a:pt x="8" y="8"/>
                    <a:pt x="8" y="8"/>
                    <a:pt x="8" y="8"/>
                  </a:cubicBezTo>
                  <a:cubicBezTo>
                    <a:pt x="9" y="8"/>
                    <a:pt x="10" y="8"/>
                    <a:pt x="10" y="8"/>
                  </a:cubicBezTo>
                  <a:cubicBezTo>
                    <a:pt x="11" y="7"/>
                    <a:pt x="12" y="4"/>
                    <a:pt x="12" y="4"/>
                  </a:cubicBezTo>
                  <a:lnTo>
                    <a:pt x="10" y="4"/>
                  </a:lnTo>
                  <a:close/>
                </a:path>
              </a:pathLst>
            </a:custGeom>
            <a:solidFill>
              <a:srgbClr val="127D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25"/>
            <p:cNvSpPr>
              <a:spLocks/>
            </p:cNvSpPr>
            <p:nvPr/>
          </p:nvSpPr>
          <p:spPr bwMode="auto">
            <a:xfrm>
              <a:off x="9060656" y="2238507"/>
              <a:ext cx="30162" cy="19050"/>
            </a:xfrm>
            <a:custGeom>
              <a:avLst/>
              <a:gdLst>
                <a:gd name="T0" fmla="*/ 3 w 8"/>
                <a:gd name="T1" fmla="*/ 1 h 5"/>
                <a:gd name="T2" fmla="*/ 0 w 8"/>
                <a:gd name="T3" fmla="*/ 3 h 5"/>
                <a:gd name="T4" fmla="*/ 2 w 8"/>
                <a:gd name="T5" fmla="*/ 4 h 5"/>
                <a:gd name="T6" fmla="*/ 4 w 8"/>
                <a:gd name="T7" fmla="*/ 5 h 5"/>
                <a:gd name="T8" fmla="*/ 8 w 8"/>
                <a:gd name="T9" fmla="*/ 4 h 5"/>
                <a:gd name="T10" fmla="*/ 8 w 8"/>
                <a:gd name="T11" fmla="*/ 3 h 5"/>
                <a:gd name="T12" fmla="*/ 5 w 8"/>
                <a:gd name="T13" fmla="*/ 2 h 5"/>
                <a:gd name="T14" fmla="*/ 4 w 8"/>
                <a:gd name="T15" fmla="*/ 1 h 5"/>
                <a:gd name="T16" fmla="*/ 3 w 8"/>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5">
                  <a:moveTo>
                    <a:pt x="3" y="1"/>
                  </a:moveTo>
                  <a:cubicBezTo>
                    <a:pt x="2" y="2"/>
                    <a:pt x="0" y="3"/>
                    <a:pt x="0" y="3"/>
                  </a:cubicBezTo>
                  <a:cubicBezTo>
                    <a:pt x="0" y="4"/>
                    <a:pt x="2" y="4"/>
                    <a:pt x="2" y="4"/>
                  </a:cubicBezTo>
                  <a:cubicBezTo>
                    <a:pt x="3" y="5"/>
                    <a:pt x="4" y="5"/>
                    <a:pt x="4" y="5"/>
                  </a:cubicBezTo>
                  <a:cubicBezTo>
                    <a:pt x="4" y="5"/>
                    <a:pt x="7" y="5"/>
                    <a:pt x="8" y="4"/>
                  </a:cubicBezTo>
                  <a:cubicBezTo>
                    <a:pt x="8" y="4"/>
                    <a:pt x="8" y="3"/>
                    <a:pt x="8" y="3"/>
                  </a:cubicBezTo>
                  <a:cubicBezTo>
                    <a:pt x="8" y="3"/>
                    <a:pt x="5" y="2"/>
                    <a:pt x="5" y="2"/>
                  </a:cubicBezTo>
                  <a:cubicBezTo>
                    <a:pt x="4" y="1"/>
                    <a:pt x="4" y="1"/>
                    <a:pt x="4" y="1"/>
                  </a:cubicBezTo>
                  <a:cubicBezTo>
                    <a:pt x="4" y="1"/>
                    <a:pt x="3" y="0"/>
                    <a:pt x="3" y="1"/>
                  </a:cubicBezTo>
                  <a:close/>
                </a:path>
              </a:pathLst>
            </a:custGeom>
            <a:solidFill>
              <a:srgbClr val="127D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26"/>
            <p:cNvSpPr>
              <a:spLocks/>
            </p:cNvSpPr>
            <p:nvPr/>
          </p:nvSpPr>
          <p:spPr bwMode="auto">
            <a:xfrm>
              <a:off x="9082881" y="2186119"/>
              <a:ext cx="41275" cy="25400"/>
            </a:xfrm>
            <a:custGeom>
              <a:avLst/>
              <a:gdLst>
                <a:gd name="T0" fmla="*/ 7 w 11"/>
                <a:gd name="T1" fmla="*/ 5 h 7"/>
                <a:gd name="T2" fmla="*/ 10 w 11"/>
                <a:gd name="T3" fmla="*/ 3 h 7"/>
                <a:gd name="T4" fmla="*/ 11 w 11"/>
                <a:gd name="T5" fmla="*/ 1 h 7"/>
                <a:gd name="T6" fmla="*/ 7 w 11"/>
                <a:gd name="T7" fmla="*/ 1 h 7"/>
                <a:gd name="T8" fmla="*/ 2 w 11"/>
                <a:gd name="T9" fmla="*/ 1 h 7"/>
                <a:gd name="T10" fmla="*/ 0 w 11"/>
                <a:gd name="T11" fmla="*/ 2 h 7"/>
                <a:gd name="T12" fmla="*/ 2 w 11"/>
                <a:gd name="T13" fmla="*/ 7 h 7"/>
                <a:gd name="T14" fmla="*/ 4 w 11"/>
                <a:gd name="T15" fmla="*/ 7 h 7"/>
                <a:gd name="T16" fmla="*/ 5 w 11"/>
                <a:gd name="T17" fmla="*/ 6 h 7"/>
                <a:gd name="T18" fmla="*/ 5 w 11"/>
                <a:gd name="T19" fmla="*/ 5 h 7"/>
                <a:gd name="T20" fmla="*/ 7 w 11"/>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7">
                  <a:moveTo>
                    <a:pt x="7" y="5"/>
                  </a:moveTo>
                  <a:cubicBezTo>
                    <a:pt x="8" y="5"/>
                    <a:pt x="9" y="4"/>
                    <a:pt x="10" y="3"/>
                  </a:cubicBezTo>
                  <a:cubicBezTo>
                    <a:pt x="10" y="2"/>
                    <a:pt x="11" y="1"/>
                    <a:pt x="11" y="1"/>
                  </a:cubicBezTo>
                  <a:cubicBezTo>
                    <a:pt x="11" y="1"/>
                    <a:pt x="9" y="1"/>
                    <a:pt x="7" y="1"/>
                  </a:cubicBezTo>
                  <a:cubicBezTo>
                    <a:pt x="5" y="0"/>
                    <a:pt x="2" y="1"/>
                    <a:pt x="2" y="1"/>
                  </a:cubicBezTo>
                  <a:cubicBezTo>
                    <a:pt x="2" y="1"/>
                    <a:pt x="0" y="1"/>
                    <a:pt x="0" y="2"/>
                  </a:cubicBezTo>
                  <a:cubicBezTo>
                    <a:pt x="0" y="4"/>
                    <a:pt x="2" y="6"/>
                    <a:pt x="2" y="7"/>
                  </a:cubicBezTo>
                  <a:cubicBezTo>
                    <a:pt x="4" y="7"/>
                    <a:pt x="4" y="7"/>
                    <a:pt x="4" y="7"/>
                  </a:cubicBezTo>
                  <a:cubicBezTo>
                    <a:pt x="4" y="7"/>
                    <a:pt x="6" y="7"/>
                    <a:pt x="5" y="6"/>
                  </a:cubicBezTo>
                  <a:cubicBezTo>
                    <a:pt x="5" y="6"/>
                    <a:pt x="5" y="5"/>
                    <a:pt x="5" y="5"/>
                  </a:cubicBezTo>
                  <a:cubicBezTo>
                    <a:pt x="5" y="5"/>
                    <a:pt x="7" y="5"/>
                    <a:pt x="7" y="5"/>
                  </a:cubicBezTo>
                  <a:close/>
                </a:path>
              </a:pathLst>
            </a:custGeom>
            <a:solidFill>
              <a:srgbClr val="127D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27"/>
            <p:cNvSpPr>
              <a:spLocks/>
            </p:cNvSpPr>
            <p:nvPr/>
          </p:nvSpPr>
          <p:spPr bwMode="auto">
            <a:xfrm>
              <a:off x="9124156" y="2189294"/>
              <a:ext cx="203200" cy="142875"/>
            </a:xfrm>
            <a:custGeom>
              <a:avLst/>
              <a:gdLst>
                <a:gd name="T0" fmla="*/ 30 w 54"/>
                <a:gd name="T1" fmla="*/ 8 h 38"/>
                <a:gd name="T2" fmla="*/ 28 w 54"/>
                <a:gd name="T3" fmla="*/ 7 h 38"/>
                <a:gd name="T4" fmla="*/ 27 w 54"/>
                <a:gd name="T5" fmla="*/ 5 h 38"/>
                <a:gd name="T6" fmla="*/ 21 w 54"/>
                <a:gd name="T7" fmla="*/ 6 h 38"/>
                <a:gd name="T8" fmla="*/ 19 w 54"/>
                <a:gd name="T9" fmla="*/ 5 h 38"/>
                <a:gd name="T10" fmla="*/ 17 w 54"/>
                <a:gd name="T11" fmla="*/ 5 h 38"/>
                <a:gd name="T12" fmla="*/ 14 w 54"/>
                <a:gd name="T13" fmla="*/ 1 h 38"/>
                <a:gd name="T14" fmla="*/ 8 w 54"/>
                <a:gd name="T15" fmla="*/ 4 h 38"/>
                <a:gd name="T16" fmla="*/ 9 w 54"/>
                <a:gd name="T17" fmla="*/ 5 h 38"/>
                <a:gd name="T18" fmla="*/ 10 w 54"/>
                <a:gd name="T19" fmla="*/ 8 h 38"/>
                <a:gd name="T20" fmla="*/ 6 w 54"/>
                <a:gd name="T21" fmla="*/ 6 h 38"/>
                <a:gd name="T22" fmla="*/ 8 w 54"/>
                <a:gd name="T23" fmla="*/ 1 h 38"/>
                <a:gd name="T24" fmla="*/ 5 w 54"/>
                <a:gd name="T25" fmla="*/ 0 h 38"/>
                <a:gd name="T26" fmla="*/ 0 w 54"/>
                <a:gd name="T27" fmla="*/ 9 h 38"/>
                <a:gd name="T28" fmla="*/ 4 w 54"/>
                <a:gd name="T29" fmla="*/ 9 h 38"/>
                <a:gd name="T30" fmla="*/ 1 w 54"/>
                <a:gd name="T31" fmla="*/ 10 h 38"/>
                <a:gd name="T32" fmla="*/ 4 w 54"/>
                <a:gd name="T33" fmla="*/ 12 h 38"/>
                <a:gd name="T34" fmla="*/ 7 w 54"/>
                <a:gd name="T35" fmla="*/ 13 h 38"/>
                <a:gd name="T36" fmla="*/ 14 w 54"/>
                <a:gd name="T37" fmla="*/ 13 h 38"/>
                <a:gd name="T38" fmla="*/ 19 w 54"/>
                <a:gd name="T39" fmla="*/ 13 h 38"/>
                <a:gd name="T40" fmla="*/ 21 w 54"/>
                <a:gd name="T41" fmla="*/ 12 h 38"/>
                <a:gd name="T42" fmla="*/ 24 w 54"/>
                <a:gd name="T43" fmla="*/ 14 h 38"/>
                <a:gd name="T44" fmla="*/ 24 w 54"/>
                <a:gd name="T45" fmla="*/ 16 h 38"/>
                <a:gd name="T46" fmla="*/ 26 w 54"/>
                <a:gd name="T47" fmla="*/ 16 h 38"/>
                <a:gd name="T48" fmla="*/ 28 w 54"/>
                <a:gd name="T49" fmla="*/ 17 h 38"/>
                <a:gd name="T50" fmla="*/ 30 w 54"/>
                <a:gd name="T51" fmla="*/ 18 h 38"/>
                <a:gd name="T52" fmla="*/ 31 w 54"/>
                <a:gd name="T53" fmla="*/ 23 h 38"/>
                <a:gd name="T54" fmla="*/ 28 w 54"/>
                <a:gd name="T55" fmla="*/ 25 h 38"/>
                <a:gd name="T56" fmla="*/ 28 w 54"/>
                <a:gd name="T57" fmla="*/ 27 h 38"/>
                <a:gd name="T58" fmla="*/ 24 w 54"/>
                <a:gd name="T59" fmla="*/ 27 h 38"/>
                <a:gd name="T60" fmla="*/ 23 w 54"/>
                <a:gd name="T61" fmla="*/ 31 h 38"/>
                <a:gd name="T62" fmla="*/ 28 w 54"/>
                <a:gd name="T63" fmla="*/ 30 h 38"/>
                <a:gd name="T64" fmla="*/ 30 w 54"/>
                <a:gd name="T65" fmla="*/ 30 h 38"/>
                <a:gd name="T66" fmla="*/ 34 w 54"/>
                <a:gd name="T67" fmla="*/ 32 h 38"/>
                <a:gd name="T68" fmla="*/ 36 w 54"/>
                <a:gd name="T69" fmla="*/ 36 h 38"/>
                <a:gd name="T70" fmla="*/ 39 w 54"/>
                <a:gd name="T71" fmla="*/ 36 h 38"/>
                <a:gd name="T72" fmla="*/ 43 w 54"/>
                <a:gd name="T73" fmla="*/ 36 h 38"/>
                <a:gd name="T74" fmla="*/ 39 w 54"/>
                <a:gd name="T75" fmla="*/ 32 h 38"/>
                <a:gd name="T76" fmla="*/ 46 w 54"/>
                <a:gd name="T77" fmla="*/ 35 h 38"/>
                <a:gd name="T78" fmla="*/ 47 w 54"/>
                <a:gd name="T79" fmla="*/ 33 h 38"/>
                <a:gd name="T80" fmla="*/ 42 w 54"/>
                <a:gd name="T81" fmla="*/ 27 h 38"/>
                <a:gd name="T82" fmla="*/ 44 w 54"/>
                <a:gd name="T83" fmla="*/ 24 h 38"/>
                <a:gd name="T84" fmla="*/ 48 w 54"/>
                <a:gd name="T85" fmla="*/ 28 h 38"/>
                <a:gd name="T86" fmla="*/ 50 w 54"/>
                <a:gd name="T87" fmla="*/ 26 h 38"/>
                <a:gd name="T88" fmla="*/ 53 w 54"/>
                <a:gd name="T89" fmla="*/ 25 h 38"/>
                <a:gd name="T90" fmla="*/ 50 w 54"/>
                <a:gd name="T91" fmla="*/ 21 h 38"/>
                <a:gd name="T92" fmla="*/ 44 w 54"/>
                <a:gd name="T93" fmla="*/ 19 h 38"/>
                <a:gd name="T94" fmla="*/ 40 w 54"/>
                <a:gd name="T95" fmla="*/ 17 h 38"/>
                <a:gd name="T96" fmla="*/ 42 w 54"/>
                <a:gd name="T97" fmla="*/ 14 h 38"/>
                <a:gd name="T98" fmla="*/ 41 w 54"/>
                <a:gd name="T99" fmla="*/ 12 h 38"/>
                <a:gd name="T100" fmla="*/ 39 w 54"/>
                <a:gd name="T101" fmla="*/ 11 h 38"/>
                <a:gd name="T102" fmla="*/ 35 w 54"/>
                <a:gd name="T103" fmla="*/ 10 h 38"/>
                <a:gd name="T104" fmla="*/ 34 w 54"/>
                <a:gd name="T105" fmla="*/ 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4" h="38">
                  <a:moveTo>
                    <a:pt x="34" y="8"/>
                  </a:moveTo>
                  <a:cubicBezTo>
                    <a:pt x="33" y="8"/>
                    <a:pt x="31" y="8"/>
                    <a:pt x="30" y="8"/>
                  </a:cubicBezTo>
                  <a:cubicBezTo>
                    <a:pt x="29" y="8"/>
                    <a:pt x="30" y="7"/>
                    <a:pt x="30" y="7"/>
                  </a:cubicBezTo>
                  <a:cubicBezTo>
                    <a:pt x="28" y="7"/>
                    <a:pt x="28" y="7"/>
                    <a:pt x="28" y="7"/>
                  </a:cubicBezTo>
                  <a:cubicBezTo>
                    <a:pt x="28" y="7"/>
                    <a:pt x="29" y="6"/>
                    <a:pt x="29" y="6"/>
                  </a:cubicBezTo>
                  <a:cubicBezTo>
                    <a:pt x="28" y="6"/>
                    <a:pt x="27" y="5"/>
                    <a:pt x="27" y="5"/>
                  </a:cubicBezTo>
                  <a:cubicBezTo>
                    <a:pt x="27" y="5"/>
                    <a:pt x="22" y="3"/>
                    <a:pt x="22" y="4"/>
                  </a:cubicBezTo>
                  <a:cubicBezTo>
                    <a:pt x="21" y="5"/>
                    <a:pt x="21" y="6"/>
                    <a:pt x="21" y="6"/>
                  </a:cubicBezTo>
                  <a:cubicBezTo>
                    <a:pt x="20" y="5"/>
                    <a:pt x="20" y="5"/>
                    <a:pt x="20" y="5"/>
                  </a:cubicBezTo>
                  <a:cubicBezTo>
                    <a:pt x="19" y="5"/>
                    <a:pt x="19" y="5"/>
                    <a:pt x="19" y="5"/>
                  </a:cubicBezTo>
                  <a:cubicBezTo>
                    <a:pt x="19" y="5"/>
                    <a:pt x="18" y="6"/>
                    <a:pt x="18" y="6"/>
                  </a:cubicBezTo>
                  <a:cubicBezTo>
                    <a:pt x="17" y="6"/>
                    <a:pt x="16" y="7"/>
                    <a:pt x="17" y="5"/>
                  </a:cubicBezTo>
                  <a:cubicBezTo>
                    <a:pt x="17" y="4"/>
                    <a:pt x="18" y="4"/>
                    <a:pt x="17" y="2"/>
                  </a:cubicBezTo>
                  <a:cubicBezTo>
                    <a:pt x="16" y="1"/>
                    <a:pt x="16" y="1"/>
                    <a:pt x="14" y="1"/>
                  </a:cubicBezTo>
                  <a:cubicBezTo>
                    <a:pt x="13" y="1"/>
                    <a:pt x="12" y="1"/>
                    <a:pt x="10" y="2"/>
                  </a:cubicBezTo>
                  <a:cubicBezTo>
                    <a:pt x="9" y="3"/>
                    <a:pt x="8" y="4"/>
                    <a:pt x="8" y="4"/>
                  </a:cubicBezTo>
                  <a:cubicBezTo>
                    <a:pt x="8" y="5"/>
                    <a:pt x="8" y="5"/>
                    <a:pt x="8" y="5"/>
                  </a:cubicBezTo>
                  <a:cubicBezTo>
                    <a:pt x="8" y="5"/>
                    <a:pt x="10" y="5"/>
                    <a:pt x="9" y="5"/>
                  </a:cubicBezTo>
                  <a:cubicBezTo>
                    <a:pt x="9" y="6"/>
                    <a:pt x="8" y="6"/>
                    <a:pt x="8" y="6"/>
                  </a:cubicBezTo>
                  <a:cubicBezTo>
                    <a:pt x="8" y="6"/>
                    <a:pt x="11" y="8"/>
                    <a:pt x="10" y="8"/>
                  </a:cubicBezTo>
                  <a:cubicBezTo>
                    <a:pt x="8" y="8"/>
                    <a:pt x="8" y="8"/>
                    <a:pt x="8" y="8"/>
                  </a:cubicBezTo>
                  <a:cubicBezTo>
                    <a:pt x="8" y="8"/>
                    <a:pt x="6" y="7"/>
                    <a:pt x="6" y="6"/>
                  </a:cubicBezTo>
                  <a:cubicBezTo>
                    <a:pt x="6" y="5"/>
                    <a:pt x="7" y="3"/>
                    <a:pt x="7" y="3"/>
                  </a:cubicBezTo>
                  <a:cubicBezTo>
                    <a:pt x="7" y="3"/>
                    <a:pt x="7" y="2"/>
                    <a:pt x="8" y="1"/>
                  </a:cubicBezTo>
                  <a:cubicBezTo>
                    <a:pt x="9" y="1"/>
                    <a:pt x="10" y="0"/>
                    <a:pt x="10" y="0"/>
                  </a:cubicBezTo>
                  <a:cubicBezTo>
                    <a:pt x="10" y="0"/>
                    <a:pt x="7" y="0"/>
                    <a:pt x="5" y="0"/>
                  </a:cubicBezTo>
                  <a:cubicBezTo>
                    <a:pt x="3" y="0"/>
                    <a:pt x="1" y="2"/>
                    <a:pt x="0" y="5"/>
                  </a:cubicBezTo>
                  <a:cubicBezTo>
                    <a:pt x="0" y="7"/>
                    <a:pt x="0" y="9"/>
                    <a:pt x="0" y="9"/>
                  </a:cubicBezTo>
                  <a:cubicBezTo>
                    <a:pt x="2" y="9"/>
                    <a:pt x="2" y="9"/>
                    <a:pt x="2" y="9"/>
                  </a:cubicBezTo>
                  <a:cubicBezTo>
                    <a:pt x="2" y="9"/>
                    <a:pt x="4" y="8"/>
                    <a:pt x="4" y="9"/>
                  </a:cubicBezTo>
                  <a:cubicBezTo>
                    <a:pt x="4" y="9"/>
                    <a:pt x="4" y="10"/>
                    <a:pt x="3" y="10"/>
                  </a:cubicBezTo>
                  <a:cubicBezTo>
                    <a:pt x="2" y="10"/>
                    <a:pt x="1" y="10"/>
                    <a:pt x="1" y="10"/>
                  </a:cubicBezTo>
                  <a:cubicBezTo>
                    <a:pt x="1" y="11"/>
                    <a:pt x="1" y="11"/>
                    <a:pt x="1" y="11"/>
                  </a:cubicBezTo>
                  <a:cubicBezTo>
                    <a:pt x="4" y="12"/>
                    <a:pt x="4" y="12"/>
                    <a:pt x="4" y="12"/>
                  </a:cubicBezTo>
                  <a:cubicBezTo>
                    <a:pt x="4" y="12"/>
                    <a:pt x="5" y="12"/>
                    <a:pt x="6" y="12"/>
                  </a:cubicBezTo>
                  <a:cubicBezTo>
                    <a:pt x="6" y="13"/>
                    <a:pt x="7" y="13"/>
                    <a:pt x="7" y="13"/>
                  </a:cubicBezTo>
                  <a:cubicBezTo>
                    <a:pt x="7" y="13"/>
                    <a:pt x="10" y="13"/>
                    <a:pt x="12" y="13"/>
                  </a:cubicBezTo>
                  <a:cubicBezTo>
                    <a:pt x="13" y="13"/>
                    <a:pt x="14" y="13"/>
                    <a:pt x="14" y="13"/>
                  </a:cubicBezTo>
                  <a:cubicBezTo>
                    <a:pt x="15" y="13"/>
                    <a:pt x="16" y="12"/>
                    <a:pt x="16" y="12"/>
                  </a:cubicBezTo>
                  <a:cubicBezTo>
                    <a:pt x="16" y="12"/>
                    <a:pt x="18" y="13"/>
                    <a:pt x="19" y="13"/>
                  </a:cubicBezTo>
                  <a:cubicBezTo>
                    <a:pt x="19" y="13"/>
                    <a:pt x="21" y="13"/>
                    <a:pt x="21" y="13"/>
                  </a:cubicBezTo>
                  <a:cubicBezTo>
                    <a:pt x="21" y="12"/>
                    <a:pt x="21" y="12"/>
                    <a:pt x="21" y="12"/>
                  </a:cubicBezTo>
                  <a:cubicBezTo>
                    <a:pt x="21" y="12"/>
                    <a:pt x="22" y="12"/>
                    <a:pt x="23" y="14"/>
                  </a:cubicBezTo>
                  <a:cubicBezTo>
                    <a:pt x="24" y="14"/>
                    <a:pt x="24" y="14"/>
                    <a:pt x="24" y="14"/>
                  </a:cubicBezTo>
                  <a:cubicBezTo>
                    <a:pt x="24" y="14"/>
                    <a:pt x="26" y="15"/>
                    <a:pt x="26" y="15"/>
                  </a:cubicBezTo>
                  <a:cubicBezTo>
                    <a:pt x="25" y="16"/>
                    <a:pt x="24" y="16"/>
                    <a:pt x="24" y="16"/>
                  </a:cubicBezTo>
                  <a:cubicBezTo>
                    <a:pt x="25" y="17"/>
                    <a:pt x="25" y="17"/>
                    <a:pt x="25" y="17"/>
                  </a:cubicBezTo>
                  <a:cubicBezTo>
                    <a:pt x="26" y="16"/>
                    <a:pt x="26" y="16"/>
                    <a:pt x="26" y="16"/>
                  </a:cubicBezTo>
                  <a:cubicBezTo>
                    <a:pt x="28" y="16"/>
                    <a:pt x="28" y="16"/>
                    <a:pt x="28" y="16"/>
                  </a:cubicBezTo>
                  <a:cubicBezTo>
                    <a:pt x="28" y="16"/>
                    <a:pt x="28" y="17"/>
                    <a:pt x="28" y="17"/>
                  </a:cubicBezTo>
                  <a:cubicBezTo>
                    <a:pt x="29" y="18"/>
                    <a:pt x="29" y="18"/>
                    <a:pt x="29" y="18"/>
                  </a:cubicBezTo>
                  <a:cubicBezTo>
                    <a:pt x="30" y="18"/>
                    <a:pt x="30" y="18"/>
                    <a:pt x="30" y="18"/>
                  </a:cubicBezTo>
                  <a:cubicBezTo>
                    <a:pt x="30" y="18"/>
                    <a:pt x="31" y="18"/>
                    <a:pt x="31" y="19"/>
                  </a:cubicBezTo>
                  <a:cubicBezTo>
                    <a:pt x="32" y="20"/>
                    <a:pt x="33" y="21"/>
                    <a:pt x="31" y="23"/>
                  </a:cubicBezTo>
                  <a:cubicBezTo>
                    <a:pt x="29" y="24"/>
                    <a:pt x="29" y="24"/>
                    <a:pt x="29" y="24"/>
                  </a:cubicBezTo>
                  <a:cubicBezTo>
                    <a:pt x="29" y="24"/>
                    <a:pt x="28" y="25"/>
                    <a:pt x="28" y="25"/>
                  </a:cubicBezTo>
                  <a:cubicBezTo>
                    <a:pt x="29" y="26"/>
                    <a:pt x="30" y="26"/>
                    <a:pt x="30" y="26"/>
                  </a:cubicBezTo>
                  <a:cubicBezTo>
                    <a:pt x="30" y="26"/>
                    <a:pt x="29" y="27"/>
                    <a:pt x="28" y="27"/>
                  </a:cubicBezTo>
                  <a:cubicBezTo>
                    <a:pt x="27" y="28"/>
                    <a:pt x="29" y="28"/>
                    <a:pt x="27" y="28"/>
                  </a:cubicBezTo>
                  <a:cubicBezTo>
                    <a:pt x="25" y="27"/>
                    <a:pt x="24" y="27"/>
                    <a:pt x="24" y="27"/>
                  </a:cubicBezTo>
                  <a:cubicBezTo>
                    <a:pt x="24" y="27"/>
                    <a:pt x="22" y="28"/>
                    <a:pt x="22" y="29"/>
                  </a:cubicBezTo>
                  <a:cubicBezTo>
                    <a:pt x="21" y="30"/>
                    <a:pt x="23" y="31"/>
                    <a:pt x="23" y="31"/>
                  </a:cubicBezTo>
                  <a:cubicBezTo>
                    <a:pt x="23" y="31"/>
                    <a:pt x="24" y="32"/>
                    <a:pt x="25" y="31"/>
                  </a:cubicBezTo>
                  <a:cubicBezTo>
                    <a:pt x="26" y="30"/>
                    <a:pt x="28" y="30"/>
                    <a:pt x="28" y="30"/>
                  </a:cubicBezTo>
                  <a:cubicBezTo>
                    <a:pt x="28" y="29"/>
                    <a:pt x="28" y="29"/>
                    <a:pt x="28" y="29"/>
                  </a:cubicBezTo>
                  <a:cubicBezTo>
                    <a:pt x="28" y="29"/>
                    <a:pt x="29" y="29"/>
                    <a:pt x="30" y="30"/>
                  </a:cubicBezTo>
                  <a:cubicBezTo>
                    <a:pt x="31" y="31"/>
                    <a:pt x="32" y="32"/>
                    <a:pt x="32" y="32"/>
                  </a:cubicBezTo>
                  <a:cubicBezTo>
                    <a:pt x="34" y="32"/>
                    <a:pt x="34" y="32"/>
                    <a:pt x="34" y="32"/>
                  </a:cubicBezTo>
                  <a:cubicBezTo>
                    <a:pt x="34" y="34"/>
                    <a:pt x="34" y="34"/>
                    <a:pt x="34" y="34"/>
                  </a:cubicBezTo>
                  <a:cubicBezTo>
                    <a:pt x="36" y="36"/>
                    <a:pt x="36" y="36"/>
                    <a:pt x="36" y="36"/>
                  </a:cubicBezTo>
                  <a:cubicBezTo>
                    <a:pt x="36" y="36"/>
                    <a:pt x="36" y="35"/>
                    <a:pt x="37" y="35"/>
                  </a:cubicBezTo>
                  <a:cubicBezTo>
                    <a:pt x="37" y="35"/>
                    <a:pt x="38" y="36"/>
                    <a:pt x="39" y="36"/>
                  </a:cubicBezTo>
                  <a:cubicBezTo>
                    <a:pt x="40" y="36"/>
                    <a:pt x="43" y="38"/>
                    <a:pt x="43" y="38"/>
                  </a:cubicBezTo>
                  <a:cubicBezTo>
                    <a:pt x="43" y="38"/>
                    <a:pt x="44" y="36"/>
                    <a:pt x="43" y="36"/>
                  </a:cubicBezTo>
                  <a:cubicBezTo>
                    <a:pt x="42" y="36"/>
                    <a:pt x="39" y="33"/>
                    <a:pt x="39" y="32"/>
                  </a:cubicBezTo>
                  <a:cubicBezTo>
                    <a:pt x="39" y="32"/>
                    <a:pt x="39" y="32"/>
                    <a:pt x="39" y="32"/>
                  </a:cubicBezTo>
                  <a:cubicBezTo>
                    <a:pt x="39" y="32"/>
                    <a:pt x="42" y="33"/>
                    <a:pt x="43" y="34"/>
                  </a:cubicBezTo>
                  <a:cubicBezTo>
                    <a:pt x="44" y="34"/>
                    <a:pt x="46" y="35"/>
                    <a:pt x="46" y="35"/>
                  </a:cubicBezTo>
                  <a:cubicBezTo>
                    <a:pt x="46" y="35"/>
                    <a:pt x="46" y="33"/>
                    <a:pt x="46" y="33"/>
                  </a:cubicBezTo>
                  <a:cubicBezTo>
                    <a:pt x="47" y="33"/>
                    <a:pt x="47" y="33"/>
                    <a:pt x="47" y="33"/>
                  </a:cubicBezTo>
                  <a:cubicBezTo>
                    <a:pt x="47" y="33"/>
                    <a:pt x="45" y="31"/>
                    <a:pt x="43" y="29"/>
                  </a:cubicBezTo>
                  <a:cubicBezTo>
                    <a:pt x="42" y="27"/>
                    <a:pt x="42" y="27"/>
                    <a:pt x="42" y="27"/>
                  </a:cubicBezTo>
                  <a:cubicBezTo>
                    <a:pt x="42" y="27"/>
                    <a:pt x="41" y="25"/>
                    <a:pt x="42" y="24"/>
                  </a:cubicBezTo>
                  <a:cubicBezTo>
                    <a:pt x="42" y="24"/>
                    <a:pt x="43" y="24"/>
                    <a:pt x="44" y="24"/>
                  </a:cubicBezTo>
                  <a:cubicBezTo>
                    <a:pt x="45" y="25"/>
                    <a:pt x="46" y="27"/>
                    <a:pt x="46" y="27"/>
                  </a:cubicBezTo>
                  <a:cubicBezTo>
                    <a:pt x="48" y="28"/>
                    <a:pt x="48" y="28"/>
                    <a:pt x="48" y="28"/>
                  </a:cubicBezTo>
                  <a:cubicBezTo>
                    <a:pt x="49" y="27"/>
                    <a:pt x="49" y="27"/>
                    <a:pt x="49" y="27"/>
                  </a:cubicBezTo>
                  <a:cubicBezTo>
                    <a:pt x="50" y="26"/>
                    <a:pt x="50" y="26"/>
                    <a:pt x="50" y="26"/>
                  </a:cubicBezTo>
                  <a:cubicBezTo>
                    <a:pt x="51" y="25"/>
                    <a:pt x="51" y="25"/>
                    <a:pt x="51" y="25"/>
                  </a:cubicBezTo>
                  <a:cubicBezTo>
                    <a:pt x="53" y="25"/>
                    <a:pt x="53" y="25"/>
                    <a:pt x="53" y="25"/>
                  </a:cubicBezTo>
                  <a:cubicBezTo>
                    <a:pt x="53" y="25"/>
                    <a:pt x="54" y="23"/>
                    <a:pt x="53" y="23"/>
                  </a:cubicBezTo>
                  <a:cubicBezTo>
                    <a:pt x="52" y="23"/>
                    <a:pt x="51" y="22"/>
                    <a:pt x="50" y="21"/>
                  </a:cubicBezTo>
                  <a:cubicBezTo>
                    <a:pt x="49" y="20"/>
                    <a:pt x="49" y="21"/>
                    <a:pt x="48" y="20"/>
                  </a:cubicBezTo>
                  <a:cubicBezTo>
                    <a:pt x="46" y="20"/>
                    <a:pt x="45" y="20"/>
                    <a:pt x="44" y="19"/>
                  </a:cubicBezTo>
                  <a:cubicBezTo>
                    <a:pt x="43" y="18"/>
                    <a:pt x="43" y="17"/>
                    <a:pt x="42" y="18"/>
                  </a:cubicBezTo>
                  <a:cubicBezTo>
                    <a:pt x="41" y="18"/>
                    <a:pt x="39" y="17"/>
                    <a:pt x="40" y="17"/>
                  </a:cubicBezTo>
                  <a:cubicBezTo>
                    <a:pt x="40" y="16"/>
                    <a:pt x="43" y="16"/>
                    <a:pt x="43" y="16"/>
                  </a:cubicBezTo>
                  <a:cubicBezTo>
                    <a:pt x="43" y="16"/>
                    <a:pt x="43" y="14"/>
                    <a:pt x="42" y="14"/>
                  </a:cubicBezTo>
                  <a:cubicBezTo>
                    <a:pt x="41" y="15"/>
                    <a:pt x="41" y="14"/>
                    <a:pt x="41" y="14"/>
                  </a:cubicBezTo>
                  <a:cubicBezTo>
                    <a:pt x="41" y="13"/>
                    <a:pt x="42" y="12"/>
                    <a:pt x="41" y="12"/>
                  </a:cubicBezTo>
                  <a:cubicBezTo>
                    <a:pt x="40" y="12"/>
                    <a:pt x="39" y="13"/>
                    <a:pt x="39" y="13"/>
                  </a:cubicBezTo>
                  <a:cubicBezTo>
                    <a:pt x="39" y="13"/>
                    <a:pt x="40" y="11"/>
                    <a:pt x="39" y="11"/>
                  </a:cubicBezTo>
                  <a:cubicBezTo>
                    <a:pt x="39" y="11"/>
                    <a:pt x="36" y="11"/>
                    <a:pt x="36" y="11"/>
                  </a:cubicBezTo>
                  <a:cubicBezTo>
                    <a:pt x="35" y="11"/>
                    <a:pt x="35" y="10"/>
                    <a:pt x="35" y="10"/>
                  </a:cubicBezTo>
                  <a:cubicBezTo>
                    <a:pt x="33" y="9"/>
                    <a:pt x="33" y="9"/>
                    <a:pt x="33" y="9"/>
                  </a:cubicBezTo>
                  <a:cubicBezTo>
                    <a:pt x="33" y="9"/>
                    <a:pt x="35" y="8"/>
                    <a:pt x="34" y="8"/>
                  </a:cubicBezTo>
                  <a:close/>
                </a:path>
              </a:pathLst>
            </a:custGeom>
            <a:solidFill>
              <a:srgbClr val="127D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28"/>
            <p:cNvSpPr>
              <a:spLocks/>
            </p:cNvSpPr>
            <p:nvPr/>
          </p:nvSpPr>
          <p:spPr bwMode="auto">
            <a:xfrm>
              <a:off x="9211468" y="2257557"/>
              <a:ext cx="14287" cy="14287"/>
            </a:xfrm>
            <a:custGeom>
              <a:avLst/>
              <a:gdLst>
                <a:gd name="T0" fmla="*/ 2 w 4"/>
                <a:gd name="T1" fmla="*/ 4 h 4"/>
                <a:gd name="T2" fmla="*/ 4 w 4"/>
                <a:gd name="T3" fmla="*/ 2 h 4"/>
                <a:gd name="T4" fmla="*/ 4 w 4"/>
                <a:gd name="T5" fmla="*/ 1 h 4"/>
                <a:gd name="T6" fmla="*/ 1 w 4"/>
                <a:gd name="T7" fmla="*/ 1 h 4"/>
                <a:gd name="T8" fmla="*/ 0 w 4"/>
                <a:gd name="T9" fmla="*/ 2 h 4"/>
                <a:gd name="T10" fmla="*/ 0 w 4"/>
                <a:gd name="T11" fmla="*/ 4 h 4"/>
                <a:gd name="T12" fmla="*/ 2 w 4"/>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4" h="4">
                  <a:moveTo>
                    <a:pt x="2" y="4"/>
                  </a:moveTo>
                  <a:cubicBezTo>
                    <a:pt x="3" y="4"/>
                    <a:pt x="4" y="3"/>
                    <a:pt x="4" y="2"/>
                  </a:cubicBezTo>
                  <a:cubicBezTo>
                    <a:pt x="4" y="2"/>
                    <a:pt x="4" y="1"/>
                    <a:pt x="4" y="1"/>
                  </a:cubicBezTo>
                  <a:cubicBezTo>
                    <a:pt x="4" y="1"/>
                    <a:pt x="2" y="0"/>
                    <a:pt x="1" y="1"/>
                  </a:cubicBezTo>
                  <a:cubicBezTo>
                    <a:pt x="1" y="1"/>
                    <a:pt x="0" y="1"/>
                    <a:pt x="0" y="2"/>
                  </a:cubicBezTo>
                  <a:cubicBezTo>
                    <a:pt x="0" y="3"/>
                    <a:pt x="0" y="4"/>
                    <a:pt x="0" y="4"/>
                  </a:cubicBezTo>
                  <a:cubicBezTo>
                    <a:pt x="1" y="4"/>
                    <a:pt x="1" y="4"/>
                    <a:pt x="2" y="4"/>
                  </a:cubicBezTo>
                  <a:close/>
                </a:path>
              </a:pathLst>
            </a:custGeom>
            <a:solidFill>
              <a:srgbClr val="127D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29"/>
            <p:cNvSpPr>
              <a:spLocks/>
            </p:cNvSpPr>
            <p:nvPr/>
          </p:nvSpPr>
          <p:spPr bwMode="auto">
            <a:xfrm>
              <a:off x="9228931" y="2257557"/>
              <a:ext cx="12700" cy="11112"/>
            </a:xfrm>
            <a:custGeom>
              <a:avLst/>
              <a:gdLst>
                <a:gd name="T0" fmla="*/ 2 w 3"/>
                <a:gd name="T1" fmla="*/ 2 h 3"/>
                <a:gd name="T2" fmla="*/ 1 w 3"/>
                <a:gd name="T3" fmla="*/ 1 h 3"/>
                <a:gd name="T4" fmla="*/ 0 w 3"/>
                <a:gd name="T5" fmla="*/ 2 h 3"/>
                <a:gd name="T6" fmla="*/ 2 w 3"/>
                <a:gd name="T7" fmla="*/ 2 h 3"/>
              </a:gdLst>
              <a:ahLst/>
              <a:cxnLst>
                <a:cxn ang="0">
                  <a:pos x="T0" y="T1"/>
                </a:cxn>
                <a:cxn ang="0">
                  <a:pos x="T2" y="T3"/>
                </a:cxn>
                <a:cxn ang="0">
                  <a:pos x="T4" y="T5"/>
                </a:cxn>
                <a:cxn ang="0">
                  <a:pos x="T6" y="T7"/>
                </a:cxn>
              </a:cxnLst>
              <a:rect l="0" t="0" r="r" b="b"/>
              <a:pathLst>
                <a:path w="3" h="3">
                  <a:moveTo>
                    <a:pt x="2" y="2"/>
                  </a:moveTo>
                  <a:cubicBezTo>
                    <a:pt x="3" y="2"/>
                    <a:pt x="2" y="0"/>
                    <a:pt x="1" y="1"/>
                  </a:cubicBezTo>
                  <a:cubicBezTo>
                    <a:pt x="1" y="1"/>
                    <a:pt x="0" y="1"/>
                    <a:pt x="0" y="2"/>
                  </a:cubicBezTo>
                  <a:cubicBezTo>
                    <a:pt x="1" y="3"/>
                    <a:pt x="2" y="3"/>
                    <a:pt x="2" y="2"/>
                  </a:cubicBezTo>
                  <a:close/>
                </a:path>
              </a:pathLst>
            </a:custGeom>
            <a:solidFill>
              <a:srgbClr val="127D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30"/>
            <p:cNvSpPr>
              <a:spLocks/>
            </p:cNvSpPr>
            <p:nvPr/>
          </p:nvSpPr>
          <p:spPr bwMode="auto">
            <a:xfrm>
              <a:off x="8895556" y="2136907"/>
              <a:ext cx="52387" cy="25400"/>
            </a:xfrm>
            <a:custGeom>
              <a:avLst/>
              <a:gdLst>
                <a:gd name="T0" fmla="*/ 4 w 14"/>
                <a:gd name="T1" fmla="*/ 7 h 7"/>
                <a:gd name="T2" fmla="*/ 5 w 14"/>
                <a:gd name="T3" fmla="*/ 6 h 7"/>
                <a:gd name="T4" fmla="*/ 6 w 14"/>
                <a:gd name="T5" fmla="*/ 6 h 7"/>
                <a:gd name="T6" fmla="*/ 8 w 14"/>
                <a:gd name="T7" fmla="*/ 6 h 7"/>
                <a:gd name="T8" fmla="*/ 9 w 14"/>
                <a:gd name="T9" fmla="*/ 6 h 7"/>
                <a:gd name="T10" fmla="*/ 10 w 14"/>
                <a:gd name="T11" fmla="*/ 3 h 7"/>
                <a:gd name="T12" fmla="*/ 11 w 14"/>
                <a:gd name="T13" fmla="*/ 5 h 7"/>
                <a:gd name="T14" fmla="*/ 14 w 14"/>
                <a:gd name="T15" fmla="*/ 3 h 7"/>
                <a:gd name="T16" fmla="*/ 14 w 14"/>
                <a:gd name="T17" fmla="*/ 1 h 7"/>
                <a:gd name="T18" fmla="*/ 13 w 14"/>
                <a:gd name="T19" fmla="*/ 1 h 7"/>
                <a:gd name="T20" fmla="*/ 13 w 14"/>
                <a:gd name="T21" fmla="*/ 2 h 7"/>
                <a:gd name="T22" fmla="*/ 10 w 14"/>
                <a:gd name="T23" fmla="*/ 1 h 7"/>
                <a:gd name="T24" fmla="*/ 5 w 14"/>
                <a:gd name="T25" fmla="*/ 4 h 7"/>
                <a:gd name="T26" fmla="*/ 2 w 14"/>
                <a:gd name="T27" fmla="*/ 5 h 7"/>
                <a:gd name="T28" fmla="*/ 1 w 14"/>
                <a:gd name="T29" fmla="*/ 6 h 7"/>
                <a:gd name="T30" fmla="*/ 4 w 14"/>
                <a:gd name="T31"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7">
                  <a:moveTo>
                    <a:pt x="4" y="7"/>
                  </a:moveTo>
                  <a:cubicBezTo>
                    <a:pt x="4" y="7"/>
                    <a:pt x="5" y="5"/>
                    <a:pt x="5" y="6"/>
                  </a:cubicBezTo>
                  <a:cubicBezTo>
                    <a:pt x="6" y="6"/>
                    <a:pt x="4" y="6"/>
                    <a:pt x="6" y="6"/>
                  </a:cubicBezTo>
                  <a:cubicBezTo>
                    <a:pt x="7" y="7"/>
                    <a:pt x="8" y="6"/>
                    <a:pt x="8" y="6"/>
                  </a:cubicBezTo>
                  <a:cubicBezTo>
                    <a:pt x="9" y="6"/>
                    <a:pt x="9" y="6"/>
                    <a:pt x="9" y="6"/>
                  </a:cubicBezTo>
                  <a:cubicBezTo>
                    <a:pt x="9" y="6"/>
                    <a:pt x="10" y="2"/>
                    <a:pt x="10" y="3"/>
                  </a:cubicBezTo>
                  <a:cubicBezTo>
                    <a:pt x="10" y="5"/>
                    <a:pt x="10" y="6"/>
                    <a:pt x="11" y="5"/>
                  </a:cubicBezTo>
                  <a:cubicBezTo>
                    <a:pt x="12" y="5"/>
                    <a:pt x="14" y="4"/>
                    <a:pt x="14" y="3"/>
                  </a:cubicBezTo>
                  <a:cubicBezTo>
                    <a:pt x="14" y="2"/>
                    <a:pt x="14" y="2"/>
                    <a:pt x="14" y="1"/>
                  </a:cubicBezTo>
                  <a:cubicBezTo>
                    <a:pt x="14" y="1"/>
                    <a:pt x="14" y="0"/>
                    <a:pt x="13" y="1"/>
                  </a:cubicBezTo>
                  <a:cubicBezTo>
                    <a:pt x="13" y="1"/>
                    <a:pt x="13" y="2"/>
                    <a:pt x="13" y="2"/>
                  </a:cubicBezTo>
                  <a:cubicBezTo>
                    <a:pt x="12" y="1"/>
                    <a:pt x="13" y="0"/>
                    <a:pt x="10" y="1"/>
                  </a:cubicBezTo>
                  <a:cubicBezTo>
                    <a:pt x="7" y="2"/>
                    <a:pt x="7" y="2"/>
                    <a:pt x="5" y="4"/>
                  </a:cubicBezTo>
                  <a:cubicBezTo>
                    <a:pt x="2" y="5"/>
                    <a:pt x="2" y="5"/>
                    <a:pt x="2" y="5"/>
                  </a:cubicBezTo>
                  <a:cubicBezTo>
                    <a:pt x="2" y="5"/>
                    <a:pt x="0" y="5"/>
                    <a:pt x="1" y="6"/>
                  </a:cubicBezTo>
                  <a:cubicBezTo>
                    <a:pt x="2" y="7"/>
                    <a:pt x="4" y="7"/>
                    <a:pt x="4" y="7"/>
                  </a:cubicBezTo>
                  <a:close/>
                </a:path>
              </a:pathLst>
            </a:custGeom>
            <a:solidFill>
              <a:srgbClr val="127D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31"/>
            <p:cNvSpPr>
              <a:spLocks/>
            </p:cNvSpPr>
            <p:nvPr/>
          </p:nvSpPr>
          <p:spPr bwMode="auto">
            <a:xfrm>
              <a:off x="8925718" y="2159132"/>
              <a:ext cx="14287" cy="11112"/>
            </a:xfrm>
            <a:custGeom>
              <a:avLst/>
              <a:gdLst>
                <a:gd name="T0" fmla="*/ 0 w 4"/>
                <a:gd name="T1" fmla="*/ 2 h 3"/>
                <a:gd name="T2" fmla="*/ 2 w 4"/>
                <a:gd name="T3" fmla="*/ 2 h 3"/>
                <a:gd name="T4" fmla="*/ 3 w 4"/>
                <a:gd name="T5" fmla="*/ 0 h 3"/>
                <a:gd name="T6" fmla="*/ 0 w 4"/>
                <a:gd name="T7" fmla="*/ 2 h 3"/>
              </a:gdLst>
              <a:ahLst/>
              <a:cxnLst>
                <a:cxn ang="0">
                  <a:pos x="T0" y="T1"/>
                </a:cxn>
                <a:cxn ang="0">
                  <a:pos x="T2" y="T3"/>
                </a:cxn>
                <a:cxn ang="0">
                  <a:pos x="T4" y="T5"/>
                </a:cxn>
                <a:cxn ang="0">
                  <a:pos x="T6" y="T7"/>
                </a:cxn>
              </a:cxnLst>
              <a:rect l="0" t="0" r="r" b="b"/>
              <a:pathLst>
                <a:path w="4" h="3">
                  <a:moveTo>
                    <a:pt x="0" y="2"/>
                  </a:moveTo>
                  <a:cubicBezTo>
                    <a:pt x="0" y="3"/>
                    <a:pt x="2" y="2"/>
                    <a:pt x="2" y="2"/>
                  </a:cubicBezTo>
                  <a:cubicBezTo>
                    <a:pt x="2" y="2"/>
                    <a:pt x="4" y="1"/>
                    <a:pt x="3" y="0"/>
                  </a:cubicBezTo>
                  <a:cubicBezTo>
                    <a:pt x="3" y="0"/>
                    <a:pt x="0" y="0"/>
                    <a:pt x="0" y="2"/>
                  </a:cubicBezTo>
                  <a:close/>
                </a:path>
              </a:pathLst>
            </a:custGeom>
            <a:solidFill>
              <a:srgbClr val="127D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32"/>
            <p:cNvSpPr>
              <a:spLocks/>
            </p:cNvSpPr>
            <p:nvPr/>
          </p:nvSpPr>
          <p:spPr bwMode="auto">
            <a:xfrm>
              <a:off x="8936831" y="2148019"/>
              <a:ext cx="82550" cy="33337"/>
            </a:xfrm>
            <a:custGeom>
              <a:avLst/>
              <a:gdLst>
                <a:gd name="T0" fmla="*/ 13 w 22"/>
                <a:gd name="T1" fmla="*/ 2 h 9"/>
                <a:gd name="T2" fmla="*/ 15 w 22"/>
                <a:gd name="T3" fmla="*/ 3 h 9"/>
                <a:gd name="T4" fmla="*/ 14 w 22"/>
                <a:gd name="T5" fmla="*/ 4 h 9"/>
                <a:gd name="T6" fmla="*/ 15 w 22"/>
                <a:gd name="T7" fmla="*/ 5 h 9"/>
                <a:gd name="T8" fmla="*/ 12 w 22"/>
                <a:gd name="T9" fmla="*/ 5 h 9"/>
                <a:gd name="T10" fmla="*/ 9 w 22"/>
                <a:gd name="T11" fmla="*/ 2 h 9"/>
                <a:gd name="T12" fmla="*/ 6 w 22"/>
                <a:gd name="T13" fmla="*/ 1 h 9"/>
                <a:gd name="T14" fmla="*/ 3 w 22"/>
                <a:gd name="T15" fmla="*/ 2 h 9"/>
                <a:gd name="T16" fmla="*/ 4 w 22"/>
                <a:gd name="T17" fmla="*/ 4 h 9"/>
                <a:gd name="T18" fmla="*/ 1 w 22"/>
                <a:gd name="T19" fmla="*/ 4 h 9"/>
                <a:gd name="T20" fmla="*/ 2 w 22"/>
                <a:gd name="T21" fmla="*/ 5 h 9"/>
                <a:gd name="T22" fmla="*/ 0 w 22"/>
                <a:gd name="T23" fmla="*/ 6 h 9"/>
                <a:gd name="T24" fmla="*/ 5 w 22"/>
                <a:gd name="T25" fmla="*/ 6 h 9"/>
                <a:gd name="T26" fmla="*/ 7 w 22"/>
                <a:gd name="T27" fmla="*/ 6 h 9"/>
                <a:gd name="T28" fmla="*/ 8 w 22"/>
                <a:gd name="T29" fmla="*/ 6 h 9"/>
                <a:gd name="T30" fmla="*/ 11 w 22"/>
                <a:gd name="T31" fmla="*/ 7 h 9"/>
                <a:gd name="T32" fmla="*/ 8 w 22"/>
                <a:gd name="T33" fmla="*/ 7 h 9"/>
                <a:gd name="T34" fmla="*/ 6 w 22"/>
                <a:gd name="T35" fmla="*/ 8 h 9"/>
                <a:gd name="T36" fmla="*/ 10 w 22"/>
                <a:gd name="T37" fmla="*/ 9 h 9"/>
                <a:gd name="T38" fmla="*/ 13 w 22"/>
                <a:gd name="T39" fmla="*/ 7 h 9"/>
                <a:gd name="T40" fmla="*/ 17 w 22"/>
                <a:gd name="T41" fmla="*/ 7 h 9"/>
                <a:gd name="T42" fmla="*/ 21 w 22"/>
                <a:gd name="T43" fmla="*/ 6 h 9"/>
                <a:gd name="T44" fmla="*/ 22 w 22"/>
                <a:gd name="T45" fmla="*/ 3 h 9"/>
                <a:gd name="T46" fmla="*/ 20 w 22"/>
                <a:gd name="T47" fmla="*/ 3 h 9"/>
                <a:gd name="T48" fmla="*/ 19 w 22"/>
                <a:gd name="T49" fmla="*/ 4 h 9"/>
                <a:gd name="T50" fmla="*/ 17 w 22"/>
                <a:gd name="T51" fmla="*/ 4 h 9"/>
                <a:gd name="T52" fmla="*/ 17 w 22"/>
                <a:gd name="T53" fmla="*/ 1 h 9"/>
                <a:gd name="T54" fmla="*/ 15 w 22"/>
                <a:gd name="T55" fmla="*/ 0 h 9"/>
                <a:gd name="T56" fmla="*/ 13 w 22"/>
                <a:gd name="T57"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 h="9">
                  <a:moveTo>
                    <a:pt x="13" y="2"/>
                  </a:moveTo>
                  <a:cubicBezTo>
                    <a:pt x="15" y="3"/>
                    <a:pt x="15" y="3"/>
                    <a:pt x="15" y="3"/>
                  </a:cubicBezTo>
                  <a:cubicBezTo>
                    <a:pt x="14" y="4"/>
                    <a:pt x="14" y="4"/>
                    <a:pt x="14" y="4"/>
                  </a:cubicBezTo>
                  <a:cubicBezTo>
                    <a:pt x="14" y="4"/>
                    <a:pt x="14" y="4"/>
                    <a:pt x="15" y="5"/>
                  </a:cubicBezTo>
                  <a:cubicBezTo>
                    <a:pt x="17" y="5"/>
                    <a:pt x="13" y="5"/>
                    <a:pt x="12" y="5"/>
                  </a:cubicBezTo>
                  <a:cubicBezTo>
                    <a:pt x="11" y="5"/>
                    <a:pt x="10" y="3"/>
                    <a:pt x="9" y="2"/>
                  </a:cubicBezTo>
                  <a:cubicBezTo>
                    <a:pt x="8" y="2"/>
                    <a:pt x="7" y="2"/>
                    <a:pt x="6" y="1"/>
                  </a:cubicBezTo>
                  <a:cubicBezTo>
                    <a:pt x="6" y="1"/>
                    <a:pt x="5" y="1"/>
                    <a:pt x="3" y="2"/>
                  </a:cubicBezTo>
                  <a:cubicBezTo>
                    <a:pt x="2" y="3"/>
                    <a:pt x="4" y="4"/>
                    <a:pt x="4" y="4"/>
                  </a:cubicBezTo>
                  <a:cubicBezTo>
                    <a:pt x="4" y="4"/>
                    <a:pt x="3" y="4"/>
                    <a:pt x="1" y="4"/>
                  </a:cubicBezTo>
                  <a:cubicBezTo>
                    <a:pt x="0" y="4"/>
                    <a:pt x="2" y="5"/>
                    <a:pt x="2" y="5"/>
                  </a:cubicBezTo>
                  <a:cubicBezTo>
                    <a:pt x="0" y="6"/>
                    <a:pt x="0" y="6"/>
                    <a:pt x="0" y="6"/>
                  </a:cubicBezTo>
                  <a:cubicBezTo>
                    <a:pt x="2" y="7"/>
                    <a:pt x="4" y="7"/>
                    <a:pt x="5" y="6"/>
                  </a:cubicBezTo>
                  <a:cubicBezTo>
                    <a:pt x="7" y="5"/>
                    <a:pt x="7" y="6"/>
                    <a:pt x="7" y="6"/>
                  </a:cubicBezTo>
                  <a:cubicBezTo>
                    <a:pt x="7" y="6"/>
                    <a:pt x="7" y="6"/>
                    <a:pt x="8" y="6"/>
                  </a:cubicBezTo>
                  <a:cubicBezTo>
                    <a:pt x="9" y="6"/>
                    <a:pt x="12" y="6"/>
                    <a:pt x="11" y="7"/>
                  </a:cubicBezTo>
                  <a:cubicBezTo>
                    <a:pt x="11" y="7"/>
                    <a:pt x="8" y="7"/>
                    <a:pt x="8" y="7"/>
                  </a:cubicBezTo>
                  <a:cubicBezTo>
                    <a:pt x="8" y="7"/>
                    <a:pt x="6" y="8"/>
                    <a:pt x="6" y="8"/>
                  </a:cubicBezTo>
                  <a:cubicBezTo>
                    <a:pt x="5" y="9"/>
                    <a:pt x="8" y="9"/>
                    <a:pt x="10" y="9"/>
                  </a:cubicBezTo>
                  <a:cubicBezTo>
                    <a:pt x="12" y="8"/>
                    <a:pt x="13" y="7"/>
                    <a:pt x="13" y="7"/>
                  </a:cubicBezTo>
                  <a:cubicBezTo>
                    <a:pt x="13" y="7"/>
                    <a:pt x="15" y="7"/>
                    <a:pt x="17" y="7"/>
                  </a:cubicBezTo>
                  <a:cubicBezTo>
                    <a:pt x="19" y="6"/>
                    <a:pt x="19" y="7"/>
                    <a:pt x="21" y="6"/>
                  </a:cubicBezTo>
                  <a:cubicBezTo>
                    <a:pt x="22" y="6"/>
                    <a:pt x="22" y="4"/>
                    <a:pt x="22" y="3"/>
                  </a:cubicBezTo>
                  <a:cubicBezTo>
                    <a:pt x="22" y="2"/>
                    <a:pt x="20" y="3"/>
                    <a:pt x="20" y="3"/>
                  </a:cubicBezTo>
                  <a:cubicBezTo>
                    <a:pt x="19" y="4"/>
                    <a:pt x="19" y="4"/>
                    <a:pt x="19" y="4"/>
                  </a:cubicBezTo>
                  <a:cubicBezTo>
                    <a:pt x="17" y="4"/>
                    <a:pt x="17" y="4"/>
                    <a:pt x="17" y="4"/>
                  </a:cubicBezTo>
                  <a:cubicBezTo>
                    <a:pt x="17" y="4"/>
                    <a:pt x="17" y="1"/>
                    <a:pt x="17" y="1"/>
                  </a:cubicBezTo>
                  <a:cubicBezTo>
                    <a:pt x="17" y="0"/>
                    <a:pt x="16" y="0"/>
                    <a:pt x="15" y="0"/>
                  </a:cubicBezTo>
                  <a:cubicBezTo>
                    <a:pt x="14" y="0"/>
                    <a:pt x="13" y="2"/>
                    <a:pt x="13" y="2"/>
                  </a:cubicBezTo>
                  <a:close/>
                </a:path>
              </a:pathLst>
            </a:custGeom>
            <a:solidFill>
              <a:srgbClr val="127D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33"/>
            <p:cNvSpPr>
              <a:spLocks/>
            </p:cNvSpPr>
            <p:nvPr/>
          </p:nvSpPr>
          <p:spPr bwMode="auto">
            <a:xfrm>
              <a:off x="8955881" y="2128969"/>
              <a:ext cx="6350" cy="7937"/>
            </a:xfrm>
            <a:custGeom>
              <a:avLst/>
              <a:gdLst>
                <a:gd name="T0" fmla="*/ 2 w 2"/>
                <a:gd name="T1" fmla="*/ 1 h 2"/>
                <a:gd name="T2" fmla="*/ 1 w 2"/>
                <a:gd name="T3" fmla="*/ 0 h 2"/>
                <a:gd name="T4" fmla="*/ 0 w 2"/>
                <a:gd name="T5" fmla="*/ 0 h 2"/>
                <a:gd name="T6" fmla="*/ 2 w 2"/>
                <a:gd name="T7" fmla="*/ 2 h 2"/>
                <a:gd name="T8" fmla="*/ 2 w 2"/>
                <a:gd name="T9" fmla="*/ 1 h 2"/>
              </a:gdLst>
              <a:ahLst/>
              <a:cxnLst>
                <a:cxn ang="0">
                  <a:pos x="T0" y="T1"/>
                </a:cxn>
                <a:cxn ang="0">
                  <a:pos x="T2" y="T3"/>
                </a:cxn>
                <a:cxn ang="0">
                  <a:pos x="T4" y="T5"/>
                </a:cxn>
                <a:cxn ang="0">
                  <a:pos x="T6" y="T7"/>
                </a:cxn>
                <a:cxn ang="0">
                  <a:pos x="T8" y="T9"/>
                </a:cxn>
              </a:cxnLst>
              <a:rect l="0" t="0" r="r" b="b"/>
              <a:pathLst>
                <a:path w="2" h="2">
                  <a:moveTo>
                    <a:pt x="2" y="1"/>
                  </a:moveTo>
                  <a:cubicBezTo>
                    <a:pt x="2" y="1"/>
                    <a:pt x="2" y="0"/>
                    <a:pt x="1" y="0"/>
                  </a:cubicBezTo>
                  <a:cubicBezTo>
                    <a:pt x="0" y="0"/>
                    <a:pt x="0" y="0"/>
                    <a:pt x="0" y="0"/>
                  </a:cubicBezTo>
                  <a:cubicBezTo>
                    <a:pt x="2" y="2"/>
                    <a:pt x="2" y="2"/>
                    <a:pt x="2" y="2"/>
                  </a:cubicBezTo>
                  <a:lnTo>
                    <a:pt x="2" y="1"/>
                  </a:lnTo>
                  <a:close/>
                </a:path>
              </a:pathLst>
            </a:custGeom>
            <a:solidFill>
              <a:srgbClr val="127D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34"/>
            <p:cNvSpPr>
              <a:spLocks/>
            </p:cNvSpPr>
            <p:nvPr/>
          </p:nvSpPr>
          <p:spPr bwMode="auto">
            <a:xfrm>
              <a:off x="8966993" y="2128969"/>
              <a:ext cx="22225" cy="15875"/>
            </a:xfrm>
            <a:custGeom>
              <a:avLst/>
              <a:gdLst>
                <a:gd name="T0" fmla="*/ 5 w 6"/>
                <a:gd name="T1" fmla="*/ 1 h 4"/>
                <a:gd name="T2" fmla="*/ 1 w 6"/>
                <a:gd name="T3" fmla="*/ 1 h 4"/>
                <a:gd name="T4" fmla="*/ 0 w 6"/>
                <a:gd name="T5" fmla="*/ 2 h 4"/>
                <a:gd name="T6" fmla="*/ 2 w 6"/>
                <a:gd name="T7" fmla="*/ 4 h 4"/>
                <a:gd name="T8" fmla="*/ 4 w 6"/>
                <a:gd name="T9" fmla="*/ 3 h 4"/>
                <a:gd name="T10" fmla="*/ 6 w 6"/>
                <a:gd name="T11" fmla="*/ 3 h 4"/>
                <a:gd name="T12" fmla="*/ 5 w 6"/>
                <a:gd name="T13" fmla="*/ 2 h 4"/>
                <a:gd name="T14" fmla="*/ 6 w 6"/>
                <a:gd name="T15" fmla="*/ 1 h 4"/>
                <a:gd name="T16" fmla="*/ 5 w 6"/>
                <a:gd name="T17"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4">
                  <a:moveTo>
                    <a:pt x="5" y="1"/>
                  </a:moveTo>
                  <a:cubicBezTo>
                    <a:pt x="4" y="1"/>
                    <a:pt x="1" y="1"/>
                    <a:pt x="1" y="1"/>
                  </a:cubicBezTo>
                  <a:cubicBezTo>
                    <a:pt x="0" y="1"/>
                    <a:pt x="0" y="2"/>
                    <a:pt x="0" y="2"/>
                  </a:cubicBezTo>
                  <a:cubicBezTo>
                    <a:pt x="1" y="3"/>
                    <a:pt x="2" y="4"/>
                    <a:pt x="2" y="4"/>
                  </a:cubicBezTo>
                  <a:cubicBezTo>
                    <a:pt x="2" y="4"/>
                    <a:pt x="3" y="3"/>
                    <a:pt x="4" y="3"/>
                  </a:cubicBezTo>
                  <a:cubicBezTo>
                    <a:pt x="5" y="3"/>
                    <a:pt x="6" y="3"/>
                    <a:pt x="6" y="3"/>
                  </a:cubicBezTo>
                  <a:cubicBezTo>
                    <a:pt x="5" y="2"/>
                    <a:pt x="5" y="2"/>
                    <a:pt x="5" y="2"/>
                  </a:cubicBezTo>
                  <a:cubicBezTo>
                    <a:pt x="6" y="1"/>
                    <a:pt x="6" y="1"/>
                    <a:pt x="6" y="1"/>
                  </a:cubicBezTo>
                  <a:cubicBezTo>
                    <a:pt x="6" y="1"/>
                    <a:pt x="6" y="0"/>
                    <a:pt x="5" y="1"/>
                  </a:cubicBezTo>
                  <a:close/>
                </a:path>
              </a:pathLst>
            </a:custGeom>
            <a:solidFill>
              <a:srgbClr val="127D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35"/>
            <p:cNvSpPr>
              <a:spLocks/>
            </p:cNvSpPr>
            <p:nvPr/>
          </p:nvSpPr>
          <p:spPr bwMode="auto">
            <a:xfrm>
              <a:off x="8966993" y="2117857"/>
              <a:ext cx="25400" cy="11112"/>
            </a:xfrm>
            <a:custGeom>
              <a:avLst/>
              <a:gdLst>
                <a:gd name="T0" fmla="*/ 4 w 7"/>
                <a:gd name="T1" fmla="*/ 2 h 3"/>
                <a:gd name="T2" fmla="*/ 7 w 7"/>
                <a:gd name="T3" fmla="*/ 3 h 3"/>
                <a:gd name="T4" fmla="*/ 7 w 7"/>
                <a:gd name="T5" fmla="*/ 1 h 3"/>
                <a:gd name="T6" fmla="*/ 6 w 7"/>
                <a:gd name="T7" fmla="*/ 0 h 3"/>
                <a:gd name="T8" fmla="*/ 4 w 7"/>
                <a:gd name="T9" fmla="*/ 1 h 3"/>
                <a:gd name="T10" fmla="*/ 0 w 7"/>
                <a:gd name="T11" fmla="*/ 2 h 3"/>
                <a:gd name="T12" fmla="*/ 2 w 7"/>
                <a:gd name="T13" fmla="*/ 3 h 3"/>
                <a:gd name="T14" fmla="*/ 4 w 7"/>
                <a:gd name="T15" fmla="*/ 2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3">
                  <a:moveTo>
                    <a:pt x="4" y="2"/>
                  </a:moveTo>
                  <a:cubicBezTo>
                    <a:pt x="5" y="2"/>
                    <a:pt x="6" y="3"/>
                    <a:pt x="7" y="3"/>
                  </a:cubicBezTo>
                  <a:cubicBezTo>
                    <a:pt x="7" y="2"/>
                    <a:pt x="7" y="1"/>
                    <a:pt x="7" y="1"/>
                  </a:cubicBezTo>
                  <a:cubicBezTo>
                    <a:pt x="7" y="1"/>
                    <a:pt x="7" y="0"/>
                    <a:pt x="6" y="0"/>
                  </a:cubicBezTo>
                  <a:cubicBezTo>
                    <a:pt x="5" y="1"/>
                    <a:pt x="4" y="1"/>
                    <a:pt x="4" y="1"/>
                  </a:cubicBezTo>
                  <a:cubicBezTo>
                    <a:pt x="0" y="2"/>
                    <a:pt x="0" y="2"/>
                    <a:pt x="0" y="2"/>
                  </a:cubicBezTo>
                  <a:cubicBezTo>
                    <a:pt x="2" y="3"/>
                    <a:pt x="2" y="3"/>
                    <a:pt x="2" y="3"/>
                  </a:cubicBezTo>
                  <a:cubicBezTo>
                    <a:pt x="2" y="3"/>
                    <a:pt x="3" y="2"/>
                    <a:pt x="4" y="2"/>
                  </a:cubicBezTo>
                  <a:close/>
                </a:path>
              </a:pathLst>
            </a:custGeom>
            <a:solidFill>
              <a:srgbClr val="127D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36"/>
            <p:cNvSpPr>
              <a:spLocks/>
            </p:cNvSpPr>
            <p:nvPr/>
          </p:nvSpPr>
          <p:spPr bwMode="auto">
            <a:xfrm>
              <a:off x="9022556" y="2148019"/>
              <a:ext cx="52387" cy="26987"/>
            </a:xfrm>
            <a:custGeom>
              <a:avLst/>
              <a:gdLst>
                <a:gd name="T0" fmla="*/ 5 w 14"/>
                <a:gd name="T1" fmla="*/ 4 h 7"/>
                <a:gd name="T2" fmla="*/ 3 w 14"/>
                <a:gd name="T3" fmla="*/ 1 h 7"/>
                <a:gd name="T4" fmla="*/ 1 w 14"/>
                <a:gd name="T5" fmla="*/ 2 h 7"/>
                <a:gd name="T6" fmla="*/ 4 w 14"/>
                <a:gd name="T7" fmla="*/ 5 h 7"/>
                <a:gd name="T8" fmla="*/ 7 w 14"/>
                <a:gd name="T9" fmla="*/ 4 h 7"/>
                <a:gd name="T10" fmla="*/ 9 w 14"/>
                <a:gd name="T11" fmla="*/ 5 h 7"/>
                <a:gd name="T12" fmla="*/ 8 w 14"/>
                <a:gd name="T13" fmla="*/ 6 h 7"/>
                <a:gd name="T14" fmla="*/ 9 w 14"/>
                <a:gd name="T15" fmla="*/ 7 h 7"/>
                <a:gd name="T16" fmla="*/ 12 w 14"/>
                <a:gd name="T17" fmla="*/ 7 h 7"/>
                <a:gd name="T18" fmla="*/ 13 w 14"/>
                <a:gd name="T19" fmla="*/ 5 h 7"/>
                <a:gd name="T20" fmla="*/ 14 w 14"/>
                <a:gd name="T21" fmla="*/ 5 h 7"/>
                <a:gd name="T22" fmla="*/ 13 w 14"/>
                <a:gd name="T23" fmla="*/ 1 h 7"/>
                <a:gd name="T24" fmla="*/ 10 w 14"/>
                <a:gd name="T25" fmla="*/ 1 h 7"/>
                <a:gd name="T26" fmla="*/ 10 w 14"/>
                <a:gd name="T27" fmla="*/ 1 h 7"/>
                <a:gd name="T28" fmla="*/ 8 w 14"/>
                <a:gd name="T29" fmla="*/ 0 h 7"/>
                <a:gd name="T30" fmla="*/ 9 w 14"/>
                <a:gd name="T31" fmla="*/ 3 h 7"/>
                <a:gd name="T32" fmla="*/ 8 w 14"/>
                <a:gd name="T33" fmla="*/ 4 h 7"/>
                <a:gd name="T34" fmla="*/ 7 w 14"/>
                <a:gd name="T35" fmla="*/ 2 h 7"/>
                <a:gd name="T36" fmla="*/ 5 w 14"/>
                <a:gd name="T37" fmla="*/ 2 h 7"/>
                <a:gd name="T38" fmla="*/ 6 w 14"/>
                <a:gd name="T39" fmla="*/ 4 h 7"/>
                <a:gd name="T40" fmla="*/ 5 w 14"/>
                <a:gd name="T41"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 h="7">
                  <a:moveTo>
                    <a:pt x="5" y="4"/>
                  </a:moveTo>
                  <a:cubicBezTo>
                    <a:pt x="5" y="4"/>
                    <a:pt x="4" y="1"/>
                    <a:pt x="3" y="1"/>
                  </a:cubicBezTo>
                  <a:cubicBezTo>
                    <a:pt x="2" y="1"/>
                    <a:pt x="0" y="0"/>
                    <a:pt x="1" y="2"/>
                  </a:cubicBezTo>
                  <a:cubicBezTo>
                    <a:pt x="2" y="4"/>
                    <a:pt x="4" y="5"/>
                    <a:pt x="4" y="5"/>
                  </a:cubicBezTo>
                  <a:cubicBezTo>
                    <a:pt x="4" y="5"/>
                    <a:pt x="6" y="4"/>
                    <a:pt x="7" y="4"/>
                  </a:cubicBezTo>
                  <a:cubicBezTo>
                    <a:pt x="7" y="5"/>
                    <a:pt x="9" y="5"/>
                    <a:pt x="9" y="5"/>
                  </a:cubicBezTo>
                  <a:cubicBezTo>
                    <a:pt x="8" y="6"/>
                    <a:pt x="8" y="6"/>
                    <a:pt x="8" y="6"/>
                  </a:cubicBezTo>
                  <a:cubicBezTo>
                    <a:pt x="9" y="7"/>
                    <a:pt x="9" y="7"/>
                    <a:pt x="9" y="7"/>
                  </a:cubicBezTo>
                  <a:cubicBezTo>
                    <a:pt x="12" y="7"/>
                    <a:pt x="12" y="7"/>
                    <a:pt x="12" y="7"/>
                  </a:cubicBezTo>
                  <a:cubicBezTo>
                    <a:pt x="13" y="5"/>
                    <a:pt x="13" y="5"/>
                    <a:pt x="13" y="5"/>
                  </a:cubicBezTo>
                  <a:cubicBezTo>
                    <a:pt x="14" y="5"/>
                    <a:pt x="14" y="5"/>
                    <a:pt x="14" y="5"/>
                  </a:cubicBezTo>
                  <a:cubicBezTo>
                    <a:pt x="13" y="1"/>
                    <a:pt x="13" y="1"/>
                    <a:pt x="13" y="1"/>
                  </a:cubicBezTo>
                  <a:cubicBezTo>
                    <a:pt x="13" y="1"/>
                    <a:pt x="11" y="1"/>
                    <a:pt x="10" y="1"/>
                  </a:cubicBezTo>
                  <a:cubicBezTo>
                    <a:pt x="10" y="1"/>
                    <a:pt x="10" y="1"/>
                    <a:pt x="10" y="1"/>
                  </a:cubicBezTo>
                  <a:cubicBezTo>
                    <a:pt x="10" y="1"/>
                    <a:pt x="7" y="0"/>
                    <a:pt x="8" y="0"/>
                  </a:cubicBezTo>
                  <a:cubicBezTo>
                    <a:pt x="8" y="1"/>
                    <a:pt x="9" y="3"/>
                    <a:pt x="9" y="3"/>
                  </a:cubicBezTo>
                  <a:cubicBezTo>
                    <a:pt x="8" y="4"/>
                    <a:pt x="8" y="4"/>
                    <a:pt x="8" y="4"/>
                  </a:cubicBezTo>
                  <a:cubicBezTo>
                    <a:pt x="8" y="4"/>
                    <a:pt x="7" y="2"/>
                    <a:pt x="7" y="2"/>
                  </a:cubicBezTo>
                  <a:cubicBezTo>
                    <a:pt x="6" y="1"/>
                    <a:pt x="5" y="2"/>
                    <a:pt x="5" y="2"/>
                  </a:cubicBezTo>
                  <a:cubicBezTo>
                    <a:pt x="6" y="4"/>
                    <a:pt x="6" y="4"/>
                    <a:pt x="6" y="4"/>
                  </a:cubicBezTo>
                  <a:cubicBezTo>
                    <a:pt x="5" y="4"/>
                    <a:pt x="5" y="4"/>
                    <a:pt x="5" y="4"/>
                  </a:cubicBezTo>
                  <a:close/>
                </a:path>
              </a:pathLst>
            </a:custGeom>
            <a:solidFill>
              <a:srgbClr val="127D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37"/>
            <p:cNvSpPr>
              <a:spLocks/>
            </p:cNvSpPr>
            <p:nvPr/>
          </p:nvSpPr>
          <p:spPr bwMode="auto">
            <a:xfrm>
              <a:off x="9079706" y="2162307"/>
              <a:ext cx="22225" cy="15875"/>
            </a:xfrm>
            <a:custGeom>
              <a:avLst/>
              <a:gdLst>
                <a:gd name="T0" fmla="*/ 6 w 6"/>
                <a:gd name="T1" fmla="*/ 4 h 4"/>
                <a:gd name="T2" fmla="*/ 5 w 6"/>
                <a:gd name="T3" fmla="*/ 1 h 4"/>
                <a:gd name="T4" fmla="*/ 3 w 6"/>
                <a:gd name="T5" fmla="*/ 0 h 4"/>
                <a:gd name="T6" fmla="*/ 1 w 6"/>
                <a:gd name="T7" fmla="*/ 1 h 4"/>
                <a:gd name="T8" fmla="*/ 1 w 6"/>
                <a:gd name="T9" fmla="*/ 2 h 4"/>
                <a:gd name="T10" fmla="*/ 4 w 6"/>
                <a:gd name="T11" fmla="*/ 4 h 4"/>
                <a:gd name="T12" fmla="*/ 6 w 6"/>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6" h="4">
                  <a:moveTo>
                    <a:pt x="6" y="4"/>
                  </a:moveTo>
                  <a:cubicBezTo>
                    <a:pt x="6" y="4"/>
                    <a:pt x="6" y="2"/>
                    <a:pt x="5" y="1"/>
                  </a:cubicBezTo>
                  <a:cubicBezTo>
                    <a:pt x="5" y="1"/>
                    <a:pt x="3" y="0"/>
                    <a:pt x="3" y="0"/>
                  </a:cubicBezTo>
                  <a:cubicBezTo>
                    <a:pt x="3" y="0"/>
                    <a:pt x="2" y="1"/>
                    <a:pt x="1" y="1"/>
                  </a:cubicBezTo>
                  <a:cubicBezTo>
                    <a:pt x="0" y="2"/>
                    <a:pt x="1" y="2"/>
                    <a:pt x="1" y="2"/>
                  </a:cubicBezTo>
                  <a:cubicBezTo>
                    <a:pt x="1" y="2"/>
                    <a:pt x="3" y="4"/>
                    <a:pt x="4" y="4"/>
                  </a:cubicBezTo>
                  <a:cubicBezTo>
                    <a:pt x="5" y="4"/>
                    <a:pt x="6" y="4"/>
                    <a:pt x="6" y="4"/>
                  </a:cubicBezTo>
                  <a:close/>
                </a:path>
              </a:pathLst>
            </a:custGeom>
            <a:solidFill>
              <a:srgbClr val="127D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38"/>
            <p:cNvSpPr>
              <a:spLocks/>
            </p:cNvSpPr>
            <p:nvPr/>
          </p:nvSpPr>
          <p:spPr bwMode="auto">
            <a:xfrm>
              <a:off x="9079706" y="2144844"/>
              <a:ext cx="115887" cy="36512"/>
            </a:xfrm>
            <a:custGeom>
              <a:avLst/>
              <a:gdLst>
                <a:gd name="T0" fmla="*/ 15 w 31"/>
                <a:gd name="T1" fmla="*/ 8 h 10"/>
                <a:gd name="T2" fmla="*/ 15 w 31"/>
                <a:gd name="T3" fmla="*/ 10 h 10"/>
                <a:gd name="T4" fmla="*/ 23 w 31"/>
                <a:gd name="T5" fmla="*/ 9 h 10"/>
                <a:gd name="T6" fmla="*/ 24 w 31"/>
                <a:gd name="T7" fmla="*/ 8 h 10"/>
                <a:gd name="T8" fmla="*/ 25 w 31"/>
                <a:gd name="T9" fmla="*/ 10 h 10"/>
                <a:gd name="T10" fmla="*/ 30 w 31"/>
                <a:gd name="T11" fmla="*/ 10 h 10"/>
                <a:gd name="T12" fmla="*/ 30 w 31"/>
                <a:gd name="T13" fmla="*/ 8 h 10"/>
                <a:gd name="T14" fmla="*/ 31 w 31"/>
                <a:gd name="T15" fmla="*/ 7 h 10"/>
                <a:gd name="T16" fmla="*/ 30 w 31"/>
                <a:gd name="T17" fmla="*/ 6 h 10"/>
                <a:gd name="T18" fmla="*/ 27 w 31"/>
                <a:gd name="T19" fmla="*/ 5 h 10"/>
                <a:gd name="T20" fmla="*/ 23 w 31"/>
                <a:gd name="T21" fmla="*/ 5 h 10"/>
                <a:gd name="T22" fmla="*/ 20 w 31"/>
                <a:gd name="T23" fmla="*/ 6 h 10"/>
                <a:gd name="T24" fmla="*/ 14 w 31"/>
                <a:gd name="T25" fmla="*/ 6 h 10"/>
                <a:gd name="T26" fmla="*/ 12 w 31"/>
                <a:gd name="T27" fmla="*/ 4 h 10"/>
                <a:gd name="T28" fmla="*/ 12 w 31"/>
                <a:gd name="T29" fmla="*/ 4 h 10"/>
                <a:gd name="T30" fmla="*/ 10 w 31"/>
                <a:gd name="T31" fmla="*/ 2 h 10"/>
                <a:gd name="T32" fmla="*/ 8 w 31"/>
                <a:gd name="T33" fmla="*/ 2 h 10"/>
                <a:gd name="T34" fmla="*/ 6 w 31"/>
                <a:gd name="T35" fmla="*/ 1 h 10"/>
                <a:gd name="T36" fmla="*/ 1 w 31"/>
                <a:gd name="T37" fmla="*/ 0 h 10"/>
                <a:gd name="T38" fmla="*/ 1 w 31"/>
                <a:gd name="T39" fmla="*/ 2 h 10"/>
                <a:gd name="T40" fmla="*/ 3 w 31"/>
                <a:gd name="T41" fmla="*/ 4 h 10"/>
                <a:gd name="T42" fmla="*/ 7 w 31"/>
                <a:gd name="T43" fmla="*/ 3 h 10"/>
                <a:gd name="T44" fmla="*/ 8 w 31"/>
                <a:gd name="T45" fmla="*/ 6 h 10"/>
                <a:gd name="T46" fmla="*/ 7 w 31"/>
                <a:gd name="T47" fmla="*/ 6 h 10"/>
                <a:gd name="T48" fmla="*/ 9 w 31"/>
                <a:gd name="T49" fmla="*/ 9 h 10"/>
                <a:gd name="T50" fmla="*/ 10 w 31"/>
                <a:gd name="T51" fmla="*/ 9 h 10"/>
                <a:gd name="T52" fmla="*/ 11 w 31"/>
                <a:gd name="T53" fmla="*/ 9 h 10"/>
                <a:gd name="T54" fmla="*/ 13 w 31"/>
                <a:gd name="T55" fmla="*/ 9 h 10"/>
                <a:gd name="T56" fmla="*/ 15 w 31"/>
                <a:gd name="T5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1" h="10">
                  <a:moveTo>
                    <a:pt x="15" y="8"/>
                  </a:moveTo>
                  <a:cubicBezTo>
                    <a:pt x="15" y="10"/>
                    <a:pt x="15" y="10"/>
                    <a:pt x="15" y="10"/>
                  </a:cubicBezTo>
                  <a:cubicBezTo>
                    <a:pt x="23" y="9"/>
                    <a:pt x="23" y="9"/>
                    <a:pt x="23" y="9"/>
                  </a:cubicBezTo>
                  <a:cubicBezTo>
                    <a:pt x="24" y="8"/>
                    <a:pt x="24" y="8"/>
                    <a:pt x="24" y="8"/>
                  </a:cubicBezTo>
                  <a:cubicBezTo>
                    <a:pt x="24" y="8"/>
                    <a:pt x="25" y="10"/>
                    <a:pt x="25" y="10"/>
                  </a:cubicBezTo>
                  <a:cubicBezTo>
                    <a:pt x="26" y="10"/>
                    <a:pt x="30" y="10"/>
                    <a:pt x="30" y="10"/>
                  </a:cubicBezTo>
                  <a:cubicBezTo>
                    <a:pt x="30" y="10"/>
                    <a:pt x="30" y="9"/>
                    <a:pt x="30" y="8"/>
                  </a:cubicBezTo>
                  <a:cubicBezTo>
                    <a:pt x="30" y="7"/>
                    <a:pt x="31" y="7"/>
                    <a:pt x="31" y="7"/>
                  </a:cubicBezTo>
                  <a:cubicBezTo>
                    <a:pt x="31" y="7"/>
                    <a:pt x="31" y="7"/>
                    <a:pt x="30" y="6"/>
                  </a:cubicBezTo>
                  <a:cubicBezTo>
                    <a:pt x="29" y="5"/>
                    <a:pt x="28" y="5"/>
                    <a:pt x="27" y="5"/>
                  </a:cubicBezTo>
                  <a:cubicBezTo>
                    <a:pt x="26" y="5"/>
                    <a:pt x="23" y="5"/>
                    <a:pt x="23" y="5"/>
                  </a:cubicBezTo>
                  <a:cubicBezTo>
                    <a:pt x="23" y="5"/>
                    <a:pt x="22" y="6"/>
                    <a:pt x="20" y="6"/>
                  </a:cubicBezTo>
                  <a:cubicBezTo>
                    <a:pt x="19" y="6"/>
                    <a:pt x="14" y="6"/>
                    <a:pt x="14" y="6"/>
                  </a:cubicBezTo>
                  <a:cubicBezTo>
                    <a:pt x="14" y="6"/>
                    <a:pt x="13" y="5"/>
                    <a:pt x="12" y="4"/>
                  </a:cubicBezTo>
                  <a:cubicBezTo>
                    <a:pt x="11" y="4"/>
                    <a:pt x="12" y="4"/>
                    <a:pt x="12" y="4"/>
                  </a:cubicBezTo>
                  <a:cubicBezTo>
                    <a:pt x="12" y="4"/>
                    <a:pt x="11" y="2"/>
                    <a:pt x="10" y="2"/>
                  </a:cubicBezTo>
                  <a:cubicBezTo>
                    <a:pt x="10" y="1"/>
                    <a:pt x="9" y="2"/>
                    <a:pt x="8" y="2"/>
                  </a:cubicBezTo>
                  <a:cubicBezTo>
                    <a:pt x="7" y="2"/>
                    <a:pt x="6" y="2"/>
                    <a:pt x="6" y="1"/>
                  </a:cubicBezTo>
                  <a:cubicBezTo>
                    <a:pt x="5" y="1"/>
                    <a:pt x="1" y="0"/>
                    <a:pt x="1" y="0"/>
                  </a:cubicBezTo>
                  <a:cubicBezTo>
                    <a:pt x="0" y="0"/>
                    <a:pt x="0" y="1"/>
                    <a:pt x="1" y="2"/>
                  </a:cubicBezTo>
                  <a:cubicBezTo>
                    <a:pt x="1" y="3"/>
                    <a:pt x="3" y="4"/>
                    <a:pt x="3" y="4"/>
                  </a:cubicBezTo>
                  <a:cubicBezTo>
                    <a:pt x="7" y="3"/>
                    <a:pt x="7" y="3"/>
                    <a:pt x="7" y="3"/>
                  </a:cubicBezTo>
                  <a:cubicBezTo>
                    <a:pt x="8" y="6"/>
                    <a:pt x="8" y="6"/>
                    <a:pt x="8" y="6"/>
                  </a:cubicBezTo>
                  <a:cubicBezTo>
                    <a:pt x="8" y="6"/>
                    <a:pt x="8" y="6"/>
                    <a:pt x="7" y="6"/>
                  </a:cubicBezTo>
                  <a:cubicBezTo>
                    <a:pt x="7" y="7"/>
                    <a:pt x="9" y="9"/>
                    <a:pt x="9" y="9"/>
                  </a:cubicBezTo>
                  <a:cubicBezTo>
                    <a:pt x="10" y="9"/>
                    <a:pt x="10" y="9"/>
                    <a:pt x="10" y="9"/>
                  </a:cubicBezTo>
                  <a:cubicBezTo>
                    <a:pt x="11" y="9"/>
                    <a:pt x="11" y="9"/>
                    <a:pt x="11" y="9"/>
                  </a:cubicBezTo>
                  <a:cubicBezTo>
                    <a:pt x="11" y="9"/>
                    <a:pt x="13" y="9"/>
                    <a:pt x="13" y="9"/>
                  </a:cubicBezTo>
                  <a:cubicBezTo>
                    <a:pt x="14" y="9"/>
                    <a:pt x="15" y="8"/>
                    <a:pt x="15" y="8"/>
                  </a:cubicBezTo>
                  <a:close/>
                </a:path>
              </a:pathLst>
            </a:custGeom>
            <a:solidFill>
              <a:srgbClr val="127D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39"/>
            <p:cNvSpPr>
              <a:spLocks/>
            </p:cNvSpPr>
            <p:nvPr/>
          </p:nvSpPr>
          <p:spPr bwMode="auto">
            <a:xfrm>
              <a:off x="9019381" y="2106744"/>
              <a:ext cx="44450" cy="30162"/>
            </a:xfrm>
            <a:custGeom>
              <a:avLst/>
              <a:gdLst>
                <a:gd name="T0" fmla="*/ 4 w 12"/>
                <a:gd name="T1" fmla="*/ 4 h 8"/>
                <a:gd name="T2" fmla="*/ 1 w 12"/>
                <a:gd name="T3" fmla="*/ 4 h 8"/>
                <a:gd name="T4" fmla="*/ 1 w 12"/>
                <a:gd name="T5" fmla="*/ 5 h 8"/>
                <a:gd name="T6" fmla="*/ 2 w 12"/>
                <a:gd name="T7" fmla="*/ 6 h 8"/>
                <a:gd name="T8" fmla="*/ 5 w 12"/>
                <a:gd name="T9" fmla="*/ 5 h 8"/>
                <a:gd name="T10" fmla="*/ 8 w 12"/>
                <a:gd name="T11" fmla="*/ 6 h 8"/>
                <a:gd name="T12" fmla="*/ 9 w 12"/>
                <a:gd name="T13" fmla="*/ 8 h 8"/>
                <a:gd name="T14" fmla="*/ 11 w 12"/>
                <a:gd name="T15" fmla="*/ 8 h 8"/>
                <a:gd name="T16" fmla="*/ 12 w 12"/>
                <a:gd name="T17" fmla="*/ 6 h 8"/>
                <a:gd name="T18" fmla="*/ 11 w 12"/>
                <a:gd name="T19" fmla="*/ 6 h 8"/>
                <a:gd name="T20" fmla="*/ 10 w 12"/>
                <a:gd name="T21" fmla="*/ 4 h 8"/>
                <a:gd name="T22" fmla="*/ 7 w 12"/>
                <a:gd name="T23" fmla="*/ 2 h 8"/>
                <a:gd name="T24" fmla="*/ 6 w 12"/>
                <a:gd name="T25" fmla="*/ 2 h 8"/>
                <a:gd name="T26" fmla="*/ 5 w 12"/>
                <a:gd name="T27" fmla="*/ 3 h 8"/>
                <a:gd name="T28" fmla="*/ 5 w 12"/>
                <a:gd name="T29" fmla="*/ 1 h 8"/>
                <a:gd name="T30" fmla="*/ 0 w 12"/>
                <a:gd name="T31" fmla="*/ 1 h 8"/>
                <a:gd name="T32" fmla="*/ 0 w 12"/>
                <a:gd name="T33" fmla="*/ 3 h 8"/>
                <a:gd name="T34" fmla="*/ 2 w 12"/>
                <a:gd name="T35" fmla="*/ 3 h 8"/>
                <a:gd name="T36" fmla="*/ 4 w 12"/>
                <a:gd name="T3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 h="8">
                  <a:moveTo>
                    <a:pt x="4" y="4"/>
                  </a:moveTo>
                  <a:cubicBezTo>
                    <a:pt x="3" y="5"/>
                    <a:pt x="1" y="4"/>
                    <a:pt x="1" y="4"/>
                  </a:cubicBezTo>
                  <a:cubicBezTo>
                    <a:pt x="1" y="5"/>
                    <a:pt x="1" y="5"/>
                    <a:pt x="1" y="5"/>
                  </a:cubicBezTo>
                  <a:cubicBezTo>
                    <a:pt x="1" y="5"/>
                    <a:pt x="2" y="6"/>
                    <a:pt x="2" y="6"/>
                  </a:cubicBezTo>
                  <a:cubicBezTo>
                    <a:pt x="3" y="6"/>
                    <a:pt x="5" y="5"/>
                    <a:pt x="5" y="5"/>
                  </a:cubicBezTo>
                  <a:cubicBezTo>
                    <a:pt x="5" y="5"/>
                    <a:pt x="7" y="6"/>
                    <a:pt x="8" y="6"/>
                  </a:cubicBezTo>
                  <a:cubicBezTo>
                    <a:pt x="9" y="5"/>
                    <a:pt x="9" y="8"/>
                    <a:pt x="9" y="8"/>
                  </a:cubicBezTo>
                  <a:cubicBezTo>
                    <a:pt x="11" y="8"/>
                    <a:pt x="11" y="8"/>
                    <a:pt x="11" y="8"/>
                  </a:cubicBezTo>
                  <a:cubicBezTo>
                    <a:pt x="12" y="6"/>
                    <a:pt x="12" y="6"/>
                    <a:pt x="12" y="6"/>
                  </a:cubicBezTo>
                  <a:cubicBezTo>
                    <a:pt x="11" y="6"/>
                    <a:pt x="11" y="6"/>
                    <a:pt x="11" y="6"/>
                  </a:cubicBezTo>
                  <a:cubicBezTo>
                    <a:pt x="11" y="6"/>
                    <a:pt x="11" y="4"/>
                    <a:pt x="10" y="4"/>
                  </a:cubicBezTo>
                  <a:cubicBezTo>
                    <a:pt x="10" y="4"/>
                    <a:pt x="8" y="3"/>
                    <a:pt x="7" y="2"/>
                  </a:cubicBezTo>
                  <a:cubicBezTo>
                    <a:pt x="6" y="2"/>
                    <a:pt x="6" y="2"/>
                    <a:pt x="6" y="2"/>
                  </a:cubicBezTo>
                  <a:cubicBezTo>
                    <a:pt x="5" y="3"/>
                    <a:pt x="5" y="3"/>
                    <a:pt x="5" y="3"/>
                  </a:cubicBezTo>
                  <a:cubicBezTo>
                    <a:pt x="5" y="3"/>
                    <a:pt x="5" y="2"/>
                    <a:pt x="5" y="1"/>
                  </a:cubicBezTo>
                  <a:cubicBezTo>
                    <a:pt x="5" y="0"/>
                    <a:pt x="0" y="1"/>
                    <a:pt x="0" y="1"/>
                  </a:cubicBezTo>
                  <a:cubicBezTo>
                    <a:pt x="0" y="3"/>
                    <a:pt x="0" y="3"/>
                    <a:pt x="0" y="3"/>
                  </a:cubicBezTo>
                  <a:cubicBezTo>
                    <a:pt x="2" y="3"/>
                    <a:pt x="2" y="3"/>
                    <a:pt x="2" y="3"/>
                  </a:cubicBezTo>
                  <a:lnTo>
                    <a:pt x="4" y="4"/>
                  </a:lnTo>
                  <a:close/>
                </a:path>
              </a:pathLst>
            </a:custGeom>
            <a:solidFill>
              <a:srgbClr val="127D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40"/>
            <p:cNvSpPr>
              <a:spLocks/>
            </p:cNvSpPr>
            <p:nvPr/>
          </p:nvSpPr>
          <p:spPr bwMode="auto">
            <a:xfrm>
              <a:off x="9068593" y="2117857"/>
              <a:ext cx="22225" cy="14287"/>
            </a:xfrm>
            <a:custGeom>
              <a:avLst/>
              <a:gdLst>
                <a:gd name="T0" fmla="*/ 2 w 6"/>
                <a:gd name="T1" fmla="*/ 3 h 4"/>
                <a:gd name="T2" fmla="*/ 3 w 6"/>
                <a:gd name="T3" fmla="*/ 4 h 4"/>
                <a:gd name="T4" fmla="*/ 5 w 6"/>
                <a:gd name="T5" fmla="*/ 4 h 4"/>
                <a:gd name="T6" fmla="*/ 6 w 6"/>
                <a:gd name="T7" fmla="*/ 3 h 4"/>
                <a:gd name="T8" fmla="*/ 5 w 6"/>
                <a:gd name="T9" fmla="*/ 2 h 4"/>
                <a:gd name="T10" fmla="*/ 4 w 6"/>
                <a:gd name="T11" fmla="*/ 1 h 4"/>
                <a:gd name="T12" fmla="*/ 1 w 6"/>
                <a:gd name="T13" fmla="*/ 0 h 4"/>
                <a:gd name="T14" fmla="*/ 0 w 6"/>
                <a:gd name="T15" fmla="*/ 1 h 4"/>
                <a:gd name="T16" fmla="*/ 0 w 6"/>
                <a:gd name="T17" fmla="*/ 2 h 4"/>
                <a:gd name="T18" fmla="*/ 1 w 6"/>
                <a:gd name="T19" fmla="*/ 3 h 4"/>
                <a:gd name="T20" fmla="*/ 2 w 6"/>
                <a:gd name="T21"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4">
                  <a:moveTo>
                    <a:pt x="2" y="3"/>
                  </a:moveTo>
                  <a:cubicBezTo>
                    <a:pt x="3" y="4"/>
                    <a:pt x="3" y="4"/>
                    <a:pt x="3" y="4"/>
                  </a:cubicBezTo>
                  <a:cubicBezTo>
                    <a:pt x="5" y="4"/>
                    <a:pt x="5" y="4"/>
                    <a:pt x="5" y="4"/>
                  </a:cubicBezTo>
                  <a:cubicBezTo>
                    <a:pt x="6" y="3"/>
                    <a:pt x="6" y="3"/>
                    <a:pt x="6" y="3"/>
                  </a:cubicBezTo>
                  <a:cubicBezTo>
                    <a:pt x="5" y="2"/>
                    <a:pt x="5" y="2"/>
                    <a:pt x="5" y="2"/>
                  </a:cubicBezTo>
                  <a:cubicBezTo>
                    <a:pt x="5" y="2"/>
                    <a:pt x="5" y="2"/>
                    <a:pt x="4" y="1"/>
                  </a:cubicBezTo>
                  <a:cubicBezTo>
                    <a:pt x="2" y="1"/>
                    <a:pt x="1" y="0"/>
                    <a:pt x="1" y="0"/>
                  </a:cubicBezTo>
                  <a:cubicBezTo>
                    <a:pt x="0" y="1"/>
                    <a:pt x="0" y="1"/>
                    <a:pt x="0" y="1"/>
                  </a:cubicBezTo>
                  <a:cubicBezTo>
                    <a:pt x="0" y="2"/>
                    <a:pt x="0" y="2"/>
                    <a:pt x="0" y="2"/>
                  </a:cubicBezTo>
                  <a:cubicBezTo>
                    <a:pt x="1" y="3"/>
                    <a:pt x="1" y="3"/>
                    <a:pt x="1" y="3"/>
                  </a:cubicBezTo>
                  <a:lnTo>
                    <a:pt x="2" y="3"/>
                  </a:lnTo>
                  <a:close/>
                </a:path>
              </a:pathLst>
            </a:custGeom>
            <a:solidFill>
              <a:srgbClr val="127D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41"/>
            <p:cNvSpPr>
              <a:spLocks/>
            </p:cNvSpPr>
            <p:nvPr/>
          </p:nvSpPr>
          <p:spPr bwMode="auto">
            <a:xfrm>
              <a:off x="9052718" y="2095632"/>
              <a:ext cx="11112" cy="11112"/>
            </a:xfrm>
            <a:custGeom>
              <a:avLst/>
              <a:gdLst>
                <a:gd name="T0" fmla="*/ 1 w 3"/>
                <a:gd name="T1" fmla="*/ 3 h 3"/>
                <a:gd name="T2" fmla="*/ 2 w 3"/>
                <a:gd name="T3" fmla="*/ 3 h 3"/>
                <a:gd name="T4" fmla="*/ 2 w 3"/>
                <a:gd name="T5" fmla="*/ 3 h 3"/>
                <a:gd name="T6" fmla="*/ 3 w 3"/>
                <a:gd name="T7" fmla="*/ 3 h 3"/>
                <a:gd name="T8" fmla="*/ 3 w 3"/>
                <a:gd name="T9" fmla="*/ 1 h 3"/>
                <a:gd name="T10" fmla="*/ 2 w 3"/>
                <a:gd name="T11" fmla="*/ 1 h 3"/>
                <a:gd name="T12" fmla="*/ 0 w 3"/>
                <a:gd name="T13" fmla="*/ 1 h 3"/>
                <a:gd name="T14" fmla="*/ 1 w 3"/>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1" y="3"/>
                  </a:moveTo>
                  <a:cubicBezTo>
                    <a:pt x="2" y="3"/>
                    <a:pt x="2" y="3"/>
                    <a:pt x="2" y="3"/>
                  </a:cubicBezTo>
                  <a:cubicBezTo>
                    <a:pt x="2" y="3"/>
                    <a:pt x="2" y="3"/>
                    <a:pt x="2" y="3"/>
                  </a:cubicBezTo>
                  <a:cubicBezTo>
                    <a:pt x="3" y="3"/>
                    <a:pt x="3" y="3"/>
                    <a:pt x="3" y="3"/>
                  </a:cubicBezTo>
                  <a:cubicBezTo>
                    <a:pt x="3" y="1"/>
                    <a:pt x="3" y="1"/>
                    <a:pt x="3" y="1"/>
                  </a:cubicBezTo>
                  <a:cubicBezTo>
                    <a:pt x="2" y="1"/>
                    <a:pt x="2" y="1"/>
                    <a:pt x="2" y="1"/>
                  </a:cubicBezTo>
                  <a:cubicBezTo>
                    <a:pt x="2" y="1"/>
                    <a:pt x="0" y="0"/>
                    <a:pt x="0" y="1"/>
                  </a:cubicBezTo>
                  <a:cubicBezTo>
                    <a:pt x="0" y="2"/>
                    <a:pt x="0" y="2"/>
                    <a:pt x="1" y="3"/>
                  </a:cubicBezTo>
                  <a:close/>
                </a:path>
              </a:pathLst>
            </a:custGeom>
            <a:solidFill>
              <a:srgbClr val="127D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42"/>
            <p:cNvSpPr>
              <a:spLocks/>
            </p:cNvSpPr>
            <p:nvPr/>
          </p:nvSpPr>
          <p:spPr bwMode="auto">
            <a:xfrm>
              <a:off x="9192418" y="2189294"/>
              <a:ext cx="30162" cy="15875"/>
            </a:xfrm>
            <a:custGeom>
              <a:avLst/>
              <a:gdLst>
                <a:gd name="T0" fmla="*/ 0 w 8"/>
                <a:gd name="T1" fmla="*/ 2 h 4"/>
                <a:gd name="T2" fmla="*/ 1 w 8"/>
                <a:gd name="T3" fmla="*/ 3 h 4"/>
                <a:gd name="T4" fmla="*/ 3 w 8"/>
                <a:gd name="T5" fmla="*/ 3 h 4"/>
                <a:gd name="T6" fmla="*/ 7 w 8"/>
                <a:gd name="T7" fmla="*/ 2 h 4"/>
                <a:gd name="T8" fmla="*/ 2 w 8"/>
                <a:gd name="T9" fmla="*/ 0 h 4"/>
                <a:gd name="T10" fmla="*/ 0 w 8"/>
                <a:gd name="T11" fmla="*/ 0 h 4"/>
                <a:gd name="T12" fmla="*/ 0 w 8"/>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8" h="4">
                  <a:moveTo>
                    <a:pt x="0" y="2"/>
                  </a:moveTo>
                  <a:cubicBezTo>
                    <a:pt x="0" y="2"/>
                    <a:pt x="1" y="3"/>
                    <a:pt x="1" y="3"/>
                  </a:cubicBezTo>
                  <a:cubicBezTo>
                    <a:pt x="1" y="3"/>
                    <a:pt x="2" y="4"/>
                    <a:pt x="3" y="3"/>
                  </a:cubicBezTo>
                  <a:cubicBezTo>
                    <a:pt x="4" y="3"/>
                    <a:pt x="8" y="4"/>
                    <a:pt x="7" y="2"/>
                  </a:cubicBezTo>
                  <a:cubicBezTo>
                    <a:pt x="5" y="0"/>
                    <a:pt x="3" y="0"/>
                    <a:pt x="2" y="0"/>
                  </a:cubicBezTo>
                  <a:cubicBezTo>
                    <a:pt x="1" y="1"/>
                    <a:pt x="0" y="0"/>
                    <a:pt x="0" y="0"/>
                  </a:cubicBezTo>
                  <a:cubicBezTo>
                    <a:pt x="0" y="0"/>
                    <a:pt x="0" y="1"/>
                    <a:pt x="0" y="2"/>
                  </a:cubicBezTo>
                  <a:close/>
                </a:path>
              </a:pathLst>
            </a:custGeom>
            <a:solidFill>
              <a:srgbClr val="127D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43"/>
            <p:cNvSpPr>
              <a:spLocks/>
            </p:cNvSpPr>
            <p:nvPr/>
          </p:nvSpPr>
          <p:spPr bwMode="auto">
            <a:xfrm>
              <a:off x="9109868" y="2049594"/>
              <a:ext cx="214312" cy="109537"/>
            </a:xfrm>
            <a:custGeom>
              <a:avLst/>
              <a:gdLst>
                <a:gd name="T0" fmla="*/ 5 w 57"/>
                <a:gd name="T1" fmla="*/ 7 h 29"/>
                <a:gd name="T2" fmla="*/ 9 w 57"/>
                <a:gd name="T3" fmla="*/ 9 h 29"/>
                <a:gd name="T4" fmla="*/ 15 w 57"/>
                <a:gd name="T5" fmla="*/ 11 h 29"/>
                <a:gd name="T6" fmla="*/ 21 w 57"/>
                <a:gd name="T7" fmla="*/ 11 h 29"/>
                <a:gd name="T8" fmla="*/ 27 w 57"/>
                <a:gd name="T9" fmla="*/ 7 h 29"/>
                <a:gd name="T10" fmla="*/ 23 w 57"/>
                <a:gd name="T11" fmla="*/ 11 h 29"/>
                <a:gd name="T12" fmla="*/ 20 w 57"/>
                <a:gd name="T13" fmla="*/ 14 h 29"/>
                <a:gd name="T14" fmla="*/ 16 w 57"/>
                <a:gd name="T15" fmla="*/ 12 h 29"/>
                <a:gd name="T16" fmla="*/ 13 w 57"/>
                <a:gd name="T17" fmla="*/ 15 h 29"/>
                <a:gd name="T18" fmla="*/ 17 w 57"/>
                <a:gd name="T19" fmla="*/ 19 h 29"/>
                <a:gd name="T20" fmla="*/ 10 w 57"/>
                <a:gd name="T21" fmla="*/ 19 h 29"/>
                <a:gd name="T22" fmla="*/ 14 w 57"/>
                <a:gd name="T23" fmla="*/ 19 h 29"/>
                <a:gd name="T24" fmla="*/ 15 w 57"/>
                <a:gd name="T25" fmla="*/ 23 h 29"/>
                <a:gd name="T26" fmla="*/ 12 w 57"/>
                <a:gd name="T27" fmla="*/ 24 h 29"/>
                <a:gd name="T28" fmla="*/ 8 w 57"/>
                <a:gd name="T29" fmla="*/ 24 h 29"/>
                <a:gd name="T30" fmla="*/ 5 w 57"/>
                <a:gd name="T31" fmla="*/ 25 h 29"/>
                <a:gd name="T32" fmla="*/ 7 w 57"/>
                <a:gd name="T33" fmla="*/ 27 h 29"/>
                <a:gd name="T34" fmla="*/ 10 w 57"/>
                <a:gd name="T35" fmla="*/ 27 h 29"/>
                <a:gd name="T36" fmla="*/ 15 w 57"/>
                <a:gd name="T37" fmla="*/ 27 h 29"/>
                <a:gd name="T38" fmla="*/ 20 w 57"/>
                <a:gd name="T39" fmla="*/ 27 h 29"/>
                <a:gd name="T40" fmla="*/ 24 w 57"/>
                <a:gd name="T41" fmla="*/ 28 h 29"/>
                <a:gd name="T42" fmla="*/ 26 w 57"/>
                <a:gd name="T43" fmla="*/ 25 h 29"/>
                <a:gd name="T44" fmla="*/ 24 w 57"/>
                <a:gd name="T45" fmla="*/ 25 h 29"/>
                <a:gd name="T46" fmla="*/ 19 w 57"/>
                <a:gd name="T47" fmla="*/ 24 h 29"/>
                <a:gd name="T48" fmla="*/ 25 w 57"/>
                <a:gd name="T49" fmla="*/ 24 h 29"/>
                <a:gd name="T50" fmla="*/ 31 w 57"/>
                <a:gd name="T51" fmla="*/ 20 h 29"/>
                <a:gd name="T52" fmla="*/ 32 w 57"/>
                <a:gd name="T53" fmla="*/ 19 h 29"/>
                <a:gd name="T54" fmla="*/ 32 w 57"/>
                <a:gd name="T55" fmla="*/ 17 h 29"/>
                <a:gd name="T56" fmla="*/ 27 w 57"/>
                <a:gd name="T57" fmla="*/ 16 h 29"/>
                <a:gd name="T58" fmla="*/ 34 w 57"/>
                <a:gd name="T59" fmla="*/ 15 h 29"/>
                <a:gd name="T60" fmla="*/ 36 w 57"/>
                <a:gd name="T61" fmla="*/ 15 h 29"/>
                <a:gd name="T62" fmla="*/ 39 w 57"/>
                <a:gd name="T63" fmla="*/ 12 h 29"/>
                <a:gd name="T64" fmla="*/ 46 w 57"/>
                <a:gd name="T65" fmla="*/ 10 h 29"/>
                <a:gd name="T66" fmla="*/ 47 w 57"/>
                <a:gd name="T67" fmla="*/ 7 h 29"/>
                <a:gd name="T68" fmla="*/ 44 w 57"/>
                <a:gd name="T69" fmla="*/ 7 h 29"/>
                <a:gd name="T70" fmla="*/ 51 w 57"/>
                <a:gd name="T71" fmla="*/ 6 h 29"/>
                <a:gd name="T72" fmla="*/ 57 w 57"/>
                <a:gd name="T73" fmla="*/ 3 h 29"/>
                <a:gd name="T74" fmla="*/ 47 w 57"/>
                <a:gd name="T75" fmla="*/ 1 h 29"/>
                <a:gd name="T76" fmla="*/ 42 w 57"/>
                <a:gd name="T77" fmla="*/ 0 h 29"/>
                <a:gd name="T78" fmla="*/ 38 w 57"/>
                <a:gd name="T79" fmla="*/ 1 h 29"/>
                <a:gd name="T80" fmla="*/ 34 w 57"/>
                <a:gd name="T81" fmla="*/ 1 h 29"/>
                <a:gd name="T82" fmla="*/ 28 w 57"/>
                <a:gd name="T83" fmla="*/ 1 h 29"/>
                <a:gd name="T84" fmla="*/ 25 w 57"/>
                <a:gd name="T85" fmla="*/ 1 h 29"/>
                <a:gd name="T86" fmla="*/ 19 w 57"/>
                <a:gd name="T87" fmla="*/ 2 h 29"/>
                <a:gd name="T88" fmla="*/ 19 w 57"/>
                <a:gd name="T89" fmla="*/ 5 h 29"/>
                <a:gd name="T90" fmla="*/ 12 w 57"/>
                <a:gd name="T91" fmla="*/ 3 h 29"/>
                <a:gd name="T92" fmla="*/ 9 w 57"/>
                <a:gd name="T93" fmla="*/ 4 h 29"/>
                <a:gd name="T94" fmla="*/ 2 w 57"/>
                <a:gd name="T95" fmla="*/ 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7" h="29">
                  <a:moveTo>
                    <a:pt x="4" y="7"/>
                  </a:moveTo>
                  <a:cubicBezTo>
                    <a:pt x="4" y="7"/>
                    <a:pt x="3" y="8"/>
                    <a:pt x="3" y="8"/>
                  </a:cubicBezTo>
                  <a:cubicBezTo>
                    <a:pt x="3" y="8"/>
                    <a:pt x="4" y="8"/>
                    <a:pt x="5" y="7"/>
                  </a:cubicBezTo>
                  <a:cubicBezTo>
                    <a:pt x="6" y="7"/>
                    <a:pt x="7" y="7"/>
                    <a:pt x="7" y="7"/>
                  </a:cubicBezTo>
                  <a:cubicBezTo>
                    <a:pt x="7" y="7"/>
                    <a:pt x="4" y="8"/>
                    <a:pt x="4" y="8"/>
                  </a:cubicBezTo>
                  <a:cubicBezTo>
                    <a:pt x="5" y="9"/>
                    <a:pt x="9" y="9"/>
                    <a:pt x="9" y="9"/>
                  </a:cubicBezTo>
                  <a:cubicBezTo>
                    <a:pt x="9" y="9"/>
                    <a:pt x="12" y="8"/>
                    <a:pt x="12" y="8"/>
                  </a:cubicBezTo>
                  <a:cubicBezTo>
                    <a:pt x="12" y="9"/>
                    <a:pt x="10" y="11"/>
                    <a:pt x="10" y="11"/>
                  </a:cubicBezTo>
                  <a:cubicBezTo>
                    <a:pt x="15" y="11"/>
                    <a:pt x="15" y="11"/>
                    <a:pt x="15" y="11"/>
                  </a:cubicBezTo>
                  <a:cubicBezTo>
                    <a:pt x="15" y="11"/>
                    <a:pt x="15" y="10"/>
                    <a:pt x="16" y="11"/>
                  </a:cubicBezTo>
                  <a:cubicBezTo>
                    <a:pt x="17" y="11"/>
                    <a:pt x="18" y="11"/>
                    <a:pt x="18" y="11"/>
                  </a:cubicBezTo>
                  <a:cubicBezTo>
                    <a:pt x="21" y="11"/>
                    <a:pt x="21" y="11"/>
                    <a:pt x="21" y="11"/>
                  </a:cubicBezTo>
                  <a:cubicBezTo>
                    <a:pt x="21" y="11"/>
                    <a:pt x="23" y="9"/>
                    <a:pt x="24" y="9"/>
                  </a:cubicBezTo>
                  <a:cubicBezTo>
                    <a:pt x="25" y="8"/>
                    <a:pt x="25" y="8"/>
                    <a:pt x="25" y="8"/>
                  </a:cubicBezTo>
                  <a:cubicBezTo>
                    <a:pt x="27" y="7"/>
                    <a:pt x="27" y="7"/>
                    <a:pt x="27" y="7"/>
                  </a:cubicBezTo>
                  <a:cubicBezTo>
                    <a:pt x="27" y="7"/>
                    <a:pt x="24" y="9"/>
                    <a:pt x="25" y="10"/>
                  </a:cubicBezTo>
                  <a:cubicBezTo>
                    <a:pt x="26" y="10"/>
                    <a:pt x="25" y="11"/>
                    <a:pt x="25" y="11"/>
                  </a:cubicBezTo>
                  <a:cubicBezTo>
                    <a:pt x="23" y="11"/>
                    <a:pt x="23" y="11"/>
                    <a:pt x="23" y="11"/>
                  </a:cubicBezTo>
                  <a:cubicBezTo>
                    <a:pt x="23" y="11"/>
                    <a:pt x="21" y="12"/>
                    <a:pt x="20" y="12"/>
                  </a:cubicBezTo>
                  <a:cubicBezTo>
                    <a:pt x="18" y="12"/>
                    <a:pt x="17" y="12"/>
                    <a:pt x="17" y="12"/>
                  </a:cubicBezTo>
                  <a:cubicBezTo>
                    <a:pt x="17" y="12"/>
                    <a:pt x="19" y="14"/>
                    <a:pt x="20" y="14"/>
                  </a:cubicBezTo>
                  <a:cubicBezTo>
                    <a:pt x="21" y="15"/>
                    <a:pt x="21" y="15"/>
                    <a:pt x="21" y="15"/>
                  </a:cubicBezTo>
                  <a:cubicBezTo>
                    <a:pt x="21" y="15"/>
                    <a:pt x="20" y="15"/>
                    <a:pt x="19" y="14"/>
                  </a:cubicBezTo>
                  <a:cubicBezTo>
                    <a:pt x="18" y="14"/>
                    <a:pt x="16" y="12"/>
                    <a:pt x="16" y="12"/>
                  </a:cubicBezTo>
                  <a:cubicBezTo>
                    <a:pt x="16" y="12"/>
                    <a:pt x="12" y="12"/>
                    <a:pt x="12" y="12"/>
                  </a:cubicBezTo>
                  <a:cubicBezTo>
                    <a:pt x="11" y="12"/>
                    <a:pt x="9" y="14"/>
                    <a:pt x="10" y="14"/>
                  </a:cubicBezTo>
                  <a:cubicBezTo>
                    <a:pt x="11" y="14"/>
                    <a:pt x="13" y="15"/>
                    <a:pt x="13" y="15"/>
                  </a:cubicBezTo>
                  <a:cubicBezTo>
                    <a:pt x="13" y="15"/>
                    <a:pt x="14" y="17"/>
                    <a:pt x="15" y="17"/>
                  </a:cubicBezTo>
                  <a:cubicBezTo>
                    <a:pt x="16" y="18"/>
                    <a:pt x="19" y="17"/>
                    <a:pt x="19" y="18"/>
                  </a:cubicBezTo>
                  <a:cubicBezTo>
                    <a:pt x="18" y="18"/>
                    <a:pt x="19" y="19"/>
                    <a:pt x="17" y="19"/>
                  </a:cubicBezTo>
                  <a:cubicBezTo>
                    <a:pt x="16" y="18"/>
                    <a:pt x="15" y="18"/>
                    <a:pt x="15" y="18"/>
                  </a:cubicBezTo>
                  <a:cubicBezTo>
                    <a:pt x="12" y="18"/>
                    <a:pt x="12" y="18"/>
                    <a:pt x="12" y="18"/>
                  </a:cubicBezTo>
                  <a:cubicBezTo>
                    <a:pt x="12" y="18"/>
                    <a:pt x="11" y="18"/>
                    <a:pt x="10" y="19"/>
                  </a:cubicBezTo>
                  <a:cubicBezTo>
                    <a:pt x="10" y="19"/>
                    <a:pt x="7" y="21"/>
                    <a:pt x="9" y="21"/>
                  </a:cubicBezTo>
                  <a:cubicBezTo>
                    <a:pt x="11" y="21"/>
                    <a:pt x="12" y="21"/>
                    <a:pt x="12" y="21"/>
                  </a:cubicBezTo>
                  <a:cubicBezTo>
                    <a:pt x="12" y="21"/>
                    <a:pt x="13" y="19"/>
                    <a:pt x="14" y="19"/>
                  </a:cubicBezTo>
                  <a:cubicBezTo>
                    <a:pt x="14" y="20"/>
                    <a:pt x="14" y="21"/>
                    <a:pt x="14" y="21"/>
                  </a:cubicBezTo>
                  <a:cubicBezTo>
                    <a:pt x="14" y="21"/>
                    <a:pt x="11" y="23"/>
                    <a:pt x="12" y="23"/>
                  </a:cubicBezTo>
                  <a:cubicBezTo>
                    <a:pt x="13" y="23"/>
                    <a:pt x="15" y="23"/>
                    <a:pt x="15" y="23"/>
                  </a:cubicBezTo>
                  <a:cubicBezTo>
                    <a:pt x="15" y="23"/>
                    <a:pt x="17" y="20"/>
                    <a:pt x="18" y="21"/>
                  </a:cubicBezTo>
                  <a:cubicBezTo>
                    <a:pt x="19" y="21"/>
                    <a:pt x="18" y="23"/>
                    <a:pt x="16" y="24"/>
                  </a:cubicBezTo>
                  <a:cubicBezTo>
                    <a:pt x="14" y="24"/>
                    <a:pt x="13" y="24"/>
                    <a:pt x="12" y="24"/>
                  </a:cubicBezTo>
                  <a:cubicBezTo>
                    <a:pt x="11" y="23"/>
                    <a:pt x="11" y="22"/>
                    <a:pt x="11" y="22"/>
                  </a:cubicBezTo>
                  <a:cubicBezTo>
                    <a:pt x="11" y="22"/>
                    <a:pt x="8" y="21"/>
                    <a:pt x="8" y="22"/>
                  </a:cubicBezTo>
                  <a:cubicBezTo>
                    <a:pt x="8" y="23"/>
                    <a:pt x="8" y="24"/>
                    <a:pt x="8" y="24"/>
                  </a:cubicBezTo>
                  <a:cubicBezTo>
                    <a:pt x="9" y="24"/>
                    <a:pt x="10" y="25"/>
                    <a:pt x="10" y="25"/>
                  </a:cubicBezTo>
                  <a:cubicBezTo>
                    <a:pt x="10" y="25"/>
                    <a:pt x="11" y="25"/>
                    <a:pt x="10" y="25"/>
                  </a:cubicBezTo>
                  <a:cubicBezTo>
                    <a:pt x="9" y="25"/>
                    <a:pt x="5" y="25"/>
                    <a:pt x="5" y="25"/>
                  </a:cubicBezTo>
                  <a:cubicBezTo>
                    <a:pt x="5" y="27"/>
                    <a:pt x="5" y="27"/>
                    <a:pt x="5" y="27"/>
                  </a:cubicBezTo>
                  <a:cubicBezTo>
                    <a:pt x="6" y="28"/>
                    <a:pt x="6" y="28"/>
                    <a:pt x="6" y="28"/>
                  </a:cubicBezTo>
                  <a:cubicBezTo>
                    <a:pt x="6" y="28"/>
                    <a:pt x="6" y="26"/>
                    <a:pt x="7" y="27"/>
                  </a:cubicBezTo>
                  <a:cubicBezTo>
                    <a:pt x="8" y="27"/>
                    <a:pt x="8" y="27"/>
                    <a:pt x="8" y="27"/>
                  </a:cubicBezTo>
                  <a:cubicBezTo>
                    <a:pt x="9" y="27"/>
                    <a:pt x="9" y="27"/>
                    <a:pt x="9" y="27"/>
                  </a:cubicBezTo>
                  <a:cubicBezTo>
                    <a:pt x="9" y="28"/>
                    <a:pt x="10" y="27"/>
                    <a:pt x="10" y="27"/>
                  </a:cubicBezTo>
                  <a:cubicBezTo>
                    <a:pt x="11" y="28"/>
                    <a:pt x="11" y="28"/>
                    <a:pt x="11" y="28"/>
                  </a:cubicBezTo>
                  <a:cubicBezTo>
                    <a:pt x="11" y="28"/>
                    <a:pt x="14" y="28"/>
                    <a:pt x="14" y="28"/>
                  </a:cubicBezTo>
                  <a:cubicBezTo>
                    <a:pt x="15" y="28"/>
                    <a:pt x="15" y="27"/>
                    <a:pt x="15" y="27"/>
                  </a:cubicBezTo>
                  <a:cubicBezTo>
                    <a:pt x="16" y="28"/>
                    <a:pt x="16" y="28"/>
                    <a:pt x="16" y="28"/>
                  </a:cubicBezTo>
                  <a:cubicBezTo>
                    <a:pt x="18" y="27"/>
                    <a:pt x="18" y="27"/>
                    <a:pt x="18" y="27"/>
                  </a:cubicBezTo>
                  <a:cubicBezTo>
                    <a:pt x="20" y="27"/>
                    <a:pt x="20" y="27"/>
                    <a:pt x="20" y="27"/>
                  </a:cubicBezTo>
                  <a:cubicBezTo>
                    <a:pt x="20" y="29"/>
                    <a:pt x="20" y="29"/>
                    <a:pt x="20" y="29"/>
                  </a:cubicBezTo>
                  <a:cubicBezTo>
                    <a:pt x="22" y="28"/>
                    <a:pt x="22" y="28"/>
                    <a:pt x="22" y="28"/>
                  </a:cubicBezTo>
                  <a:cubicBezTo>
                    <a:pt x="22" y="28"/>
                    <a:pt x="23" y="28"/>
                    <a:pt x="24" y="28"/>
                  </a:cubicBezTo>
                  <a:cubicBezTo>
                    <a:pt x="25" y="27"/>
                    <a:pt x="26" y="27"/>
                    <a:pt x="26" y="27"/>
                  </a:cubicBezTo>
                  <a:cubicBezTo>
                    <a:pt x="26" y="26"/>
                    <a:pt x="26" y="26"/>
                    <a:pt x="26" y="26"/>
                  </a:cubicBezTo>
                  <a:cubicBezTo>
                    <a:pt x="26" y="25"/>
                    <a:pt x="26" y="25"/>
                    <a:pt x="26" y="25"/>
                  </a:cubicBezTo>
                  <a:cubicBezTo>
                    <a:pt x="24" y="26"/>
                    <a:pt x="24" y="26"/>
                    <a:pt x="24" y="26"/>
                  </a:cubicBezTo>
                  <a:cubicBezTo>
                    <a:pt x="23" y="26"/>
                    <a:pt x="23" y="26"/>
                    <a:pt x="23" y="26"/>
                  </a:cubicBezTo>
                  <a:cubicBezTo>
                    <a:pt x="24" y="25"/>
                    <a:pt x="24" y="25"/>
                    <a:pt x="24" y="25"/>
                  </a:cubicBezTo>
                  <a:cubicBezTo>
                    <a:pt x="21" y="24"/>
                    <a:pt x="21" y="24"/>
                    <a:pt x="21" y="24"/>
                  </a:cubicBezTo>
                  <a:cubicBezTo>
                    <a:pt x="21" y="24"/>
                    <a:pt x="20" y="25"/>
                    <a:pt x="19" y="25"/>
                  </a:cubicBezTo>
                  <a:cubicBezTo>
                    <a:pt x="19" y="24"/>
                    <a:pt x="19" y="24"/>
                    <a:pt x="19" y="24"/>
                  </a:cubicBezTo>
                  <a:cubicBezTo>
                    <a:pt x="21" y="24"/>
                    <a:pt x="21" y="24"/>
                    <a:pt x="21" y="24"/>
                  </a:cubicBezTo>
                  <a:cubicBezTo>
                    <a:pt x="21" y="24"/>
                    <a:pt x="22" y="24"/>
                    <a:pt x="23" y="24"/>
                  </a:cubicBezTo>
                  <a:cubicBezTo>
                    <a:pt x="24" y="24"/>
                    <a:pt x="25" y="24"/>
                    <a:pt x="25" y="24"/>
                  </a:cubicBezTo>
                  <a:cubicBezTo>
                    <a:pt x="26" y="22"/>
                    <a:pt x="26" y="22"/>
                    <a:pt x="26" y="22"/>
                  </a:cubicBezTo>
                  <a:cubicBezTo>
                    <a:pt x="26" y="22"/>
                    <a:pt x="29" y="21"/>
                    <a:pt x="29" y="22"/>
                  </a:cubicBezTo>
                  <a:cubicBezTo>
                    <a:pt x="30" y="22"/>
                    <a:pt x="31" y="20"/>
                    <a:pt x="31" y="20"/>
                  </a:cubicBezTo>
                  <a:cubicBezTo>
                    <a:pt x="29" y="20"/>
                    <a:pt x="29" y="20"/>
                    <a:pt x="29" y="20"/>
                  </a:cubicBezTo>
                  <a:cubicBezTo>
                    <a:pt x="29" y="19"/>
                    <a:pt x="29" y="19"/>
                    <a:pt x="29" y="19"/>
                  </a:cubicBezTo>
                  <a:cubicBezTo>
                    <a:pt x="32" y="19"/>
                    <a:pt x="32" y="19"/>
                    <a:pt x="32" y="19"/>
                  </a:cubicBezTo>
                  <a:cubicBezTo>
                    <a:pt x="32" y="18"/>
                    <a:pt x="32" y="18"/>
                    <a:pt x="32" y="18"/>
                  </a:cubicBezTo>
                  <a:cubicBezTo>
                    <a:pt x="30" y="18"/>
                    <a:pt x="30" y="18"/>
                    <a:pt x="30" y="18"/>
                  </a:cubicBezTo>
                  <a:cubicBezTo>
                    <a:pt x="32" y="17"/>
                    <a:pt x="32" y="17"/>
                    <a:pt x="32" y="17"/>
                  </a:cubicBezTo>
                  <a:cubicBezTo>
                    <a:pt x="30" y="17"/>
                    <a:pt x="30" y="17"/>
                    <a:pt x="30" y="17"/>
                  </a:cubicBezTo>
                  <a:cubicBezTo>
                    <a:pt x="28" y="17"/>
                    <a:pt x="28" y="17"/>
                    <a:pt x="28" y="17"/>
                  </a:cubicBezTo>
                  <a:cubicBezTo>
                    <a:pt x="27" y="16"/>
                    <a:pt x="27" y="16"/>
                    <a:pt x="27" y="16"/>
                  </a:cubicBezTo>
                  <a:cubicBezTo>
                    <a:pt x="27" y="16"/>
                    <a:pt x="28" y="16"/>
                    <a:pt x="29" y="16"/>
                  </a:cubicBezTo>
                  <a:cubicBezTo>
                    <a:pt x="31" y="16"/>
                    <a:pt x="34" y="16"/>
                    <a:pt x="34" y="15"/>
                  </a:cubicBezTo>
                  <a:cubicBezTo>
                    <a:pt x="34" y="15"/>
                    <a:pt x="34" y="15"/>
                    <a:pt x="34" y="15"/>
                  </a:cubicBezTo>
                  <a:cubicBezTo>
                    <a:pt x="33" y="14"/>
                    <a:pt x="33" y="14"/>
                    <a:pt x="33" y="14"/>
                  </a:cubicBezTo>
                  <a:cubicBezTo>
                    <a:pt x="34" y="14"/>
                    <a:pt x="34" y="14"/>
                    <a:pt x="34" y="14"/>
                  </a:cubicBezTo>
                  <a:cubicBezTo>
                    <a:pt x="34" y="14"/>
                    <a:pt x="35" y="15"/>
                    <a:pt x="36" y="15"/>
                  </a:cubicBezTo>
                  <a:cubicBezTo>
                    <a:pt x="37" y="15"/>
                    <a:pt x="38" y="15"/>
                    <a:pt x="38" y="15"/>
                  </a:cubicBezTo>
                  <a:cubicBezTo>
                    <a:pt x="39" y="13"/>
                    <a:pt x="39" y="13"/>
                    <a:pt x="39" y="13"/>
                  </a:cubicBezTo>
                  <a:cubicBezTo>
                    <a:pt x="39" y="12"/>
                    <a:pt x="39" y="12"/>
                    <a:pt x="39" y="12"/>
                  </a:cubicBezTo>
                  <a:cubicBezTo>
                    <a:pt x="41" y="12"/>
                    <a:pt x="41" y="12"/>
                    <a:pt x="41" y="12"/>
                  </a:cubicBezTo>
                  <a:cubicBezTo>
                    <a:pt x="41" y="12"/>
                    <a:pt x="43" y="11"/>
                    <a:pt x="44" y="10"/>
                  </a:cubicBezTo>
                  <a:cubicBezTo>
                    <a:pt x="45" y="10"/>
                    <a:pt x="46" y="10"/>
                    <a:pt x="46" y="10"/>
                  </a:cubicBezTo>
                  <a:cubicBezTo>
                    <a:pt x="46" y="10"/>
                    <a:pt x="49" y="8"/>
                    <a:pt x="50" y="8"/>
                  </a:cubicBezTo>
                  <a:cubicBezTo>
                    <a:pt x="51" y="8"/>
                    <a:pt x="50" y="7"/>
                    <a:pt x="50" y="7"/>
                  </a:cubicBezTo>
                  <a:cubicBezTo>
                    <a:pt x="50" y="7"/>
                    <a:pt x="48" y="7"/>
                    <a:pt x="47" y="7"/>
                  </a:cubicBezTo>
                  <a:cubicBezTo>
                    <a:pt x="46" y="8"/>
                    <a:pt x="46" y="7"/>
                    <a:pt x="46" y="7"/>
                  </a:cubicBezTo>
                  <a:cubicBezTo>
                    <a:pt x="43" y="8"/>
                    <a:pt x="43" y="8"/>
                    <a:pt x="43" y="8"/>
                  </a:cubicBezTo>
                  <a:cubicBezTo>
                    <a:pt x="44" y="7"/>
                    <a:pt x="44" y="7"/>
                    <a:pt x="44" y="7"/>
                  </a:cubicBezTo>
                  <a:cubicBezTo>
                    <a:pt x="44" y="7"/>
                    <a:pt x="44" y="7"/>
                    <a:pt x="44" y="7"/>
                  </a:cubicBezTo>
                  <a:cubicBezTo>
                    <a:pt x="44" y="7"/>
                    <a:pt x="44" y="6"/>
                    <a:pt x="47" y="6"/>
                  </a:cubicBezTo>
                  <a:cubicBezTo>
                    <a:pt x="50" y="6"/>
                    <a:pt x="51" y="6"/>
                    <a:pt x="51" y="6"/>
                  </a:cubicBezTo>
                  <a:cubicBezTo>
                    <a:pt x="51" y="6"/>
                    <a:pt x="52" y="6"/>
                    <a:pt x="53" y="5"/>
                  </a:cubicBezTo>
                  <a:cubicBezTo>
                    <a:pt x="54" y="5"/>
                    <a:pt x="56" y="4"/>
                    <a:pt x="56" y="4"/>
                  </a:cubicBezTo>
                  <a:cubicBezTo>
                    <a:pt x="57" y="3"/>
                    <a:pt x="57" y="3"/>
                    <a:pt x="57" y="3"/>
                  </a:cubicBezTo>
                  <a:cubicBezTo>
                    <a:pt x="57" y="3"/>
                    <a:pt x="54" y="2"/>
                    <a:pt x="54" y="2"/>
                  </a:cubicBezTo>
                  <a:cubicBezTo>
                    <a:pt x="53" y="3"/>
                    <a:pt x="52" y="1"/>
                    <a:pt x="52" y="1"/>
                  </a:cubicBezTo>
                  <a:cubicBezTo>
                    <a:pt x="47" y="1"/>
                    <a:pt x="47" y="1"/>
                    <a:pt x="47" y="1"/>
                  </a:cubicBezTo>
                  <a:cubicBezTo>
                    <a:pt x="47" y="1"/>
                    <a:pt x="45" y="2"/>
                    <a:pt x="45" y="1"/>
                  </a:cubicBezTo>
                  <a:cubicBezTo>
                    <a:pt x="46" y="1"/>
                    <a:pt x="47" y="1"/>
                    <a:pt x="47" y="1"/>
                  </a:cubicBezTo>
                  <a:cubicBezTo>
                    <a:pt x="47" y="1"/>
                    <a:pt x="42" y="1"/>
                    <a:pt x="42" y="0"/>
                  </a:cubicBezTo>
                  <a:cubicBezTo>
                    <a:pt x="41" y="0"/>
                    <a:pt x="41" y="0"/>
                    <a:pt x="41" y="0"/>
                  </a:cubicBezTo>
                  <a:cubicBezTo>
                    <a:pt x="38" y="0"/>
                    <a:pt x="38" y="0"/>
                    <a:pt x="38" y="0"/>
                  </a:cubicBezTo>
                  <a:cubicBezTo>
                    <a:pt x="38" y="1"/>
                    <a:pt x="38" y="1"/>
                    <a:pt x="38" y="1"/>
                  </a:cubicBezTo>
                  <a:cubicBezTo>
                    <a:pt x="37" y="0"/>
                    <a:pt x="37" y="0"/>
                    <a:pt x="37" y="0"/>
                  </a:cubicBezTo>
                  <a:cubicBezTo>
                    <a:pt x="34" y="0"/>
                    <a:pt x="34" y="0"/>
                    <a:pt x="34" y="0"/>
                  </a:cubicBezTo>
                  <a:cubicBezTo>
                    <a:pt x="34" y="0"/>
                    <a:pt x="35" y="2"/>
                    <a:pt x="34" y="1"/>
                  </a:cubicBezTo>
                  <a:cubicBezTo>
                    <a:pt x="34" y="1"/>
                    <a:pt x="33" y="0"/>
                    <a:pt x="33" y="0"/>
                  </a:cubicBezTo>
                  <a:cubicBezTo>
                    <a:pt x="33" y="0"/>
                    <a:pt x="32" y="0"/>
                    <a:pt x="30" y="0"/>
                  </a:cubicBezTo>
                  <a:cubicBezTo>
                    <a:pt x="27" y="0"/>
                    <a:pt x="27" y="0"/>
                    <a:pt x="28" y="1"/>
                  </a:cubicBezTo>
                  <a:cubicBezTo>
                    <a:pt x="29" y="1"/>
                    <a:pt x="29" y="2"/>
                    <a:pt x="29" y="2"/>
                  </a:cubicBezTo>
                  <a:cubicBezTo>
                    <a:pt x="28" y="3"/>
                    <a:pt x="28" y="3"/>
                    <a:pt x="28" y="3"/>
                  </a:cubicBezTo>
                  <a:cubicBezTo>
                    <a:pt x="28" y="3"/>
                    <a:pt x="27" y="1"/>
                    <a:pt x="25" y="1"/>
                  </a:cubicBezTo>
                  <a:cubicBezTo>
                    <a:pt x="24" y="1"/>
                    <a:pt x="22" y="1"/>
                    <a:pt x="22" y="1"/>
                  </a:cubicBezTo>
                  <a:cubicBezTo>
                    <a:pt x="20" y="1"/>
                    <a:pt x="20" y="1"/>
                    <a:pt x="20" y="1"/>
                  </a:cubicBezTo>
                  <a:cubicBezTo>
                    <a:pt x="19" y="2"/>
                    <a:pt x="19" y="2"/>
                    <a:pt x="19" y="2"/>
                  </a:cubicBezTo>
                  <a:cubicBezTo>
                    <a:pt x="18" y="2"/>
                    <a:pt x="18" y="2"/>
                    <a:pt x="18" y="2"/>
                  </a:cubicBezTo>
                  <a:cubicBezTo>
                    <a:pt x="17" y="3"/>
                    <a:pt x="17" y="3"/>
                    <a:pt x="17" y="3"/>
                  </a:cubicBezTo>
                  <a:cubicBezTo>
                    <a:pt x="17" y="3"/>
                    <a:pt x="20" y="5"/>
                    <a:pt x="19" y="5"/>
                  </a:cubicBezTo>
                  <a:cubicBezTo>
                    <a:pt x="18" y="4"/>
                    <a:pt x="16" y="4"/>
                    <a:pt x="15" y="3"/>
                  </a:cubicBezTo>
                  <a:cubicBezTo>
                    <a:pt x="14" y="3"/>
                    <a:pt x="14" y="3"/>
                    <a:pt x="14" y="3"/>
                  </a:cubicBezTo>
                  <a:cubicBezTo>
                    <a:pt x="14" y="3"/>
                    <a:pt x="12" y="2"/>
                    <a:pt x="12" y="3"/>
                  </a:cubicBezTo>
                  <a:cubicBezTo>
                    <a:pt x="12" y="4"/>
                    <a:pt x="13" y="5"/>
                    <a:pt x="13" y="5"/>
                  </a:cubicBezTo>
                  <a:cubicBezTo>
                    <a:pt x="13" y="5"/>
                    <a:pt x="11" y="6"/>
                    <a:pt x="10" y="5"/>
                  </a:cubicBezTo>
                  <a:cubicBezTo>
                    <a:pt x="9" y="5"/>
                    <a:pt x="9" y="4"/>
                    <a:pt x="9" y="4"/>
                  </a:cubicBezTo>
                  <a:cubicBezTo>
                    <a:pt x="9" y="4"/>
                    <a:pt x="8" y="4"/>
                    <a:pt x="7" y="4"/>
                  </a:cubicBezTo>
                  <a:cubicBezTo>
                    <a:pt x="5" y="5"/>
                    <a:pt x="6" y="5"/>
                    <a:pt x="5" y="5"/>
                  </a:cubicBezTo>
                  <a:cubicBezTo>
                    <a:pt x="3" y="6"/>
                    <a:pt x="2" y="5"/>
                    <a:pt x="2" y="5"/>
                  </a:cubicBezTo>
                  <a:cubicBezTo>
                    <a:pt x="0" y="7"/>
                    <a:pt x="0" y="7"/>
                    <a:pt x="0" y="7"/>
                  </a:cubicBezTo>
                  <a:cubicBezTo>
                    <a:pt x="0" y="7"/>
                    <a:pt x="4" y="6"/>
                    <a:pt x="4" y="7"/>
                  </a:cubicBezTo>
                  <a:close/>
                </a:path>
              </a:pathLst>
            </a:custGeom>
            <a:solidFill>
              <a:srgbClr val="127D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44"/>
            <p:cNvSpPr>
              <a:spLocks/>
            </p:cNvSpPr>
            <p:nvPr/>
          </p:nvSpPr>
          <p:spPr bwMode="auto">
            <a:xfrm>
              <a:off x="9079706" y="2079757"/>
              <a:ext cx="77787" cy="49212"/>
            </a:xfrm>
            <a:custGeom>
              <a:avLst/>
              <a:gdLst>
                <a:gd name="T0" fmla="*/ 7 w 21"/>
                <a:gd name="T1" fmla="*/ 8 h 13"/>
                <a:gd name="T2" fmla="*/ 9 w 21"/>
                <a:gd name="T3" fmla="*/ 7 h 13"/>
                <a:gd name="T4" fmla="*/ 11 w 21"/>
                <a:gd name="T5" fmla="*/ 9 h 13"/>
                <a:gd name="T6" fmla="*/ 6 w 21"/>
                <a:gd name="T7" fmla="*/ 9 h 13"/>
                <a:gd name="T8" fmla="*/ 4 w 21"/>
                <a:gd name="T9" fmla="*/ 10 h 13"/>
                <a:gd name="T10" fmla="*/ 6 w 21"/>
                <a:gd name="T11" fmla="*/ 11 h 13"/>
                <a:gd name="T12" fmla="*/ 8 w 21"/>
                <a:gd name="T13" fmla="*/ 11 h 13"/>
                <a:gd name="T14" fmla="*/ 7 w 21"/>
                <a:gd name="T15" fmla="*/ 12 h 13"/>
                <a:gd name="T16" fmla="*/ 10 w 21"/>
                <a:gd name="T17" fmla="*/ 13 h 13"/>
                <a:gd name="T18" fmla="*/ 11 w 21"/>
                <a:gd name="T19" fmla="*/ 12 h 13"/>
                <a:gd name="T20" fmla="*/ 12 w 21"/>
                <a:gd name="T21" fmla="*/ 11 h 13"/>
                <a:gd name="T22" fmla="*/ 14 w 21"/>
                <a:gd name="T23" fmla="*/ 13 h 13"/>
                <a:gd name="T24" fmla="*/ 14 w 21"/>
                <a:gd name="T25" fmla="*/ 12 h 13"/>
                <a:gd name="T26" fmla="*/ 15 w 21"/>
                <a:gd name="T27" fmla="*/ 12 h 13"/>
                <a:gd name="T28" fmla="*/ 16 w 21"/>
                <a:gd name="T29" fmla="*/ 11 h 13"/>
                <a:gd name="T30" fmla="*/ 15 w 21"/>
                <a:gd name="T31" fmla="*/ 10 h 13"/>
                <a:gd name="T32" fmla="*/ 16 w 21"/>
                <a:gd name="T33" fmla="*/ 9 h 13"/>
                <a:gd name="T34" fmla="*/ 17 w 21"/>
                <a:gd name="T35" fmla="*/ 9 h 13"/>
                <a:gd name="T36" fmla="*/ 16 w 21"/>
                <a:gd name="T37" fmla="*/ 10 h 13"/>
                <a:gd name="T38" fmla="*/ 18 w 21"/>
                <a:gd name="T39" fmla="*/ 9 h 13"/>
                <a:gd name="T40" fmla="*/ 20 w 21"/>
                <a:gd name="T41" fmla="*/ 9 h 13"/>
                <a:gd name="T42" fmla="*/ 21 w 21"/>
                <a:gd name="T43" fmla="*/ 8 h 13"/>
                <a:gd name="T44" fmla="*/ 20 w 21"/>
                <a:gd name="T45" fmla="*/ 7 h 13"/>
                <a:gd name="T46" fmla="*/ 18 w 21"/>
                <a:gd name="T47" fmla="*/ 7 h 13"/>
                <a:gd name="T48" fmla="*/ 17 w 21"/>
                <a:gd name="T49" fmla="*/ 6 h 13"/>
                <a:gd name="T50" fmla="*/ 16 w 21"/>
                <a:gd name="T51" fmla="*/ 5 h 13"/>
                <a:gd name="T52" fmla="*/ 16 w 21"/>
                <a:gd name="T53" fmla="*/ 4 h 13"/>
                <a:gd name="T54" fmla="*/ 15 w 21"/>
                <a:gd name="T55" fmla="*/ 4 h 13"/>
                <a:gd name="T56" fmla="*/ 14 w 21"/>
                <a:gd name="T57" fmla="*/ 5 h 13"/>
                <a:gd name="T58" fmla="*/ 13 w 21"/>
                <a:gd name="T59" fmla="*/ 4 h 13"/>
                <a:gd name="T60" fmla="*/ 13 w 21"/>
                <a:gd name="T61" fmla="*/ 3 h 13"/>
                <a:gd name="T62" fmla="*/ 11 w 21"/>
                <a:gd name="T63" fmla="*/ 3 h 13"/>
                <a:gd name="T64" fmla="*/ 9 w 21"/>
                <a:gd name="T65" fmla="*/ 0 h 13"/>
                <a:gd name="T66" fmla="*/ 5 w 21"/>
                <a:gd name="T67" fmla="*/ 0 h 13"/>
                <a:gd name="T68" fmla="*/ 5 w 21"/>
                <a:gd name="T69" fmla="*/ 1 h 13"/>
                <a:gd name="T70" fmla="*/ 3 w 21"/>
                <a:gd name="T71" fmla="*/ 1 h 13"/>
                <a:gd name="T72" fmla="*/ 3 w 21"/>
                <a:gd name="T73" fmla="*/ 2 h 13"/>
                <a:gd name="T74" fmla="*/ 5 w 21"/>
                <a:gd name="T75" fmla="*/ 3 h 13"/>
                <a:gd name="T76" fmla="*/ 4 w 21"/>
                <a:gd name="T77" fmla="*/ 3 h 13"/>
                <a:gd name="T78" fmla="*/ 1 w 21"/>
                <a:gd name="T79" fmla="*/ 3 h 13"/>
                <a:gd name="T80" fmla="*/ 1 w 21"/>
                <a:gd name="T81" fmla="*/ 4 h 13"/>
                <a:gd name="T82" fmla="*/ 4 w 21"/>
                <a:gd name="T83" fmla="*/ 4 h 13"/>
                <a:gd name="T84" fmla="*/ 3 w 21"/>
                <a:gd name="T85" fmla="*/ 5 h 13"/>
                <a:gd name="T86" fmla="*/ 1 w 21"/>
                <a:gd name="T87" fmla="*/ 5 h 13"/>
                <a:gd name="T88" fmla="*/ 0 w 21"/>
                <a:gd name="T89" fmla="*/ 5 h 13"/>
                <a:gd name="T90" fmla="*/ 3 w 21"/>
                <a:gd name="T91" fmla="*/ 8 h 13"/>
                <a:gd name="T92" fmla="*/ 7 w 21"/>
                <a:gd name="T93"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 h="13">
                  <a:moveTo>
                    <a:pt x="7" y="8"/>
                  </a:moveTo>
                  <a:cubicBezTo>
                    <a:pt x="9" y="7"/>
                    <a:pt x="9" y="7"/>
                    <a:pt x="9" y="7"/>
                  </a:cubicBezTo>
                  <a:cubicBezTo>
                    <a:pt x="11" y="9"/>
                    <a:pt x="11" y="9"/>
                    <a:pt x="11" y="9"/>
                  </a:cubicBezTo>
                  <a:cubicBezTo>
                    <a:pt x="6" y="9"/>
                    <a:pt x="6" y="9"/>
                    <a:pt x="6" y="9"/>
                  </a:cubicBezTo>
                  <a:cubicBezTo>
                    <a:pt x="4" y="10"/>
                    <a:pt x="4" y="10"/>
                    <a:pt x="4" y="10"/>
                  </a:cubicBezTo>
                  <a:cubicBezTo>
                    <a:pt x="6" y="11"/>
                    <a:pt x="6" y="11"/>
                    <a:pt x="6" y="11"/>
                  </a:cubicBezTo>
                  <a:cubicBezTo>
                    <a:pt x="8" y="11"/>
                    <a:pt x="8" y="11"/>
                    <a:pt x="8" y="11"/>
                  </a:cubicBezTo>
                  <a:cubicBezTo>
                    <a:pt x="8" y="11"/>
                    <a:pt x="6" y="12"/>
                    <a:pt x="7" y="12"/>
                  </a:cubicBezTo>
                  <a:cubicBezTo>
                    <a:pt x="9" y="13"/>
                    <a:pt x="10" y="13"/>
                    <a:pt x="10" y="13"/>
                  </a:cubicBezTo>
                  <a:cubicBezTo>
                    <a:pt x="11" y="12"/>
                    <a:pt x="11" y="12"/>
                    <a:pt x="11" y="12"/>
                  </a:cubicBezTo>
                  <a:cubicBezTo>
                    <a:pt x="11" y="12"/>
                    <a:pt x="11" y="11"/>
                    <a:pt x="12" y="11"/>
                  </a:cubicBezTo>
                  <a:cubicBezTo>
                    <a:pt x="13" y="12"/>
                    <a:pt x="14" y="13"/>
                    <a:pt x="14" y="13"/>
                  </a:cubicBezTo>
                  <a:cubicBezTo>
                    <a:pt x="14" y="12"/>
                    <a:pt x="14" y="12"/>
                    <a:pt x="14" y="12"/>
                  </a:cubicBezTo>
                  <a:cubicBezTo>
                    <a:pt x="15" y="12"/>
                    <a:pt x="15" y="12"/>
                    <a:pt x="15" y="12"/>
                  </a:cubicBezTo>
                  <a:cubicBezTo>
                    <a:pt x="16" y="11"/>
                    <a:pt x="16" y="11"/>
                    <a:pt x="16" y="11"/>
                  </a:cubicBezTo>
                  <a:cubicBezTo>
                    <a:pt x="15" y="10"/>
                    <a:pt x="15" y="10"/>
                    <a:pt x="15" y="10"/>
                  </a:cubicBezTo>
                  <a:cubicBezTo>
                    <a:pt x="16" y="9"/>
                    <a:pt x="16" y="9"/>
                    <a:pt x="16" y="9"/>
                  </a:cubicBezTo>
                  <a:cubicBezTo>
                    <a:pt x="17" y="9"/>
                    <a:pt x="17" y="9"/>
                    <a:pt x="17" y="9"/>
                  </a:cubicBezTo>
                  <a:cubicBezTo>
                    <a:pt x="16" y="10"/>
                    <a:pt x="16" y="10"/>
                    <a:pt x="16" y="10"/>
                  </a:cubicBezTo>
                  <a:cubicBezTo>
                    <a:pt x="17" y="10"/>
                    <a:pt x="18" y="9"/>
                    <a:pt x="18" y="9"/>
                  </a:cubicBezTo>
                  <a:cubicBezTo>
                    <a:pt x="18" y="9"/>
                    <a:pt x="19" y="9"/>
                    <a:pt x="20" y="9"/>
                  </a:cubicBezTo>
                  <a:cubicBezTo>
                    <a:pt x="20" y="9"/>
                    <a:pt x="21" y="8"/>
                    <a:pt x="21" y="8"/>
                  </a:cubicBezTo>
                  <a:cubicBezTo>
                    <a:pt x="20" y="7"/>
                    <a:pt x="20" y="7"/>
                    <a:pt x="20" y="7"/>
                  </a:cubicBezTo>
                  <a:cubicBezTo>
                    <a:pt x="20" y="7"/>
                    <a:pt x="18" y="8"/>
                    <a:pt x="18" y="7"/>
                  </a:cubicBezTo>
                  <a:cubicBezTo>
                    <a:pt x="17" y="7"/>
                    <a:pt x="17" y="6"/>
                    <a:pt x="17" y="6"/>
                  </a:cubicBezTo>
                  <a:cubicBezTo>
                    <a:pt x="16" y="5"/>
                    <a:pt x="16" y="5"/>
                    <a:pt x="16" y="5"/>
                  </a:cubicBezTo>
                  <a:cubicBezTo>
                    <a:pt x="16" y="4"/>
                    <a:pt x="16" y="4"/>
                    <a:pt x="16" y="4"/>
                  </a:cubicBezTo>
                  <a:cubicBezTo>
                    <a:pt x="15" y="4"/>
                    <a:pt x="15" y="4"/>
                    <a:pt x="15" y="4"/>
                  </a:cubicBezTo>
                  <a:cubicBezTo>
                    <a:pt x="14" y="5"/>
                    <a:pt x="14" y="5"/>
                    <a:pt x="14" y="5"/>
                  </a:cubicBezTo>
                  <a:cubicBezTo>
                    <a:pt x="13" y="4"/>
                    <a:pt x="13" y="4"/>
                    <a:pt x="13" y="4"/>
                  </a:cubicBezTo>
                  <a:cubicBezTo>
                    <a:pt x="13" y="3"/>
                    <a:pt x="13" y="3"/>
                    <a:pt x="13" y="3"/>
                  </a:cubicBezTo>
                  <a:cubicBezTo>
                    <a:pt x="13" y="3"/>
                    <a:pt x="11" y="3"/>
                    <a:pt x="11" y="3"/>
                  </a:cubicBezTo>
                  <a:cubicBezTo>
                    <a:pt x="10" y="2"/>
                    <a:pt x="9" y="0"/>
                    <a:pt x="9" y="0"/>
                  </a:cubicBezTo>
                  <a:cubicBezTo>
                    <a:pt x="9" y="0"/>
                    <a:pt x="6" y="0"/>
                    <a:pt x="5" y="0"/>
                  </a:cubicBezTo>
                  <a:cubicBezTo>
                    <a:pt x="5" y="0"/>
                    <a:pt x="5" y="1"/>
                    <a:pt x="5" y="1"/>
                  </a:cubicBezTo>
                  <a:cubicBezTo>
                    <a:pt x="3" y="1"/>
                    <a:pt x="3" y="1"/>
                    <a:pt x="3" y="1"/>
                  </a:cubicBezTo>
                  <a:cubicBezTo>
                    <a:pt x="3" y="2"/>
                    <a:pt x="3" y="2"/>
                    <a:pt x="3" y="2"/>
                  </a:cubicBezTo>
                  <a:cubicBezTo>
                    <a:pt x="5" y="3"/>
                    <a:pt x="5" y="3"/>
                    <a:pt x="5" y="3"/>
                  </a:cubicBezTo>
                  <a:cubicBezTo>
                    <a:pt x="4" y="3"/>
                    <a:pt x="4" y="3"/>
                    <a:pt x="4" y="3"/>
                  </a:cubicBezTo>
                  <a:cubicBezTo>
                    <a:pt x="1" y="3"/>
                    <a:pt x="1" y="3"/>
                    <a:pt x="1" y="3"/>
                  </a:cubicBezTo>
                  <a:cubicBezTo>
                    <a:pt x="1" y="4"/>
                    <a:pt x="1" y="4"/>
                    <a:pt x="1" y="4"/>
                  </a:cubicBezTo>
                  <a:cubicBezTo>
                    <a:pt x="4" y="4"/>
                    <a:pt x="4" y="4"/>
                    <a:pt x="4" y="4"/>
                  </a:cubicBezTo>
                  <a:cubicBezTo>
                    <a:pt x="4" y="5"/>
                    <a:pt x="4" y="6"/>
                    <a:pt x="3" y="5"/>
                  </a:cubicBezTo>
                  <a:cubicBezTo>
                    <a:pt x="2" y="5"/>
                    <a:pt x="1" y="5"/>
                    <a:pt x="1" y="5"/>
                  </a:cubicBezTo>
                  <a:cubicBezTo>
                    <a:pt x="0" y="5"/>
                    <a:pt x="0" y="5"/>
                    <a:pt x="0" y="5"/>
                  </a:cubicBezTo>
                  <a:cubicBezTo>
                    <a:pt x="3" y="8"/>
                    <a:pt x="3" y="8"/>
                    <a:pt x="3" y="8"/>
                  </a:cubicBezTo>
                  <a:lnTo>
                    <a:pt x="7" y="8"/>
                  </a:lnTo>
                  <a:close/>
                </a:path>
              </a:pathLst>
            </a:custGeom>
            <a:solidFill>
              <a:srgbClr val="127D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45"/>
            <p:cNvSpPr>
              <a:spLocks/>
            </p:cNvSpPr>
            <p:nvPr/>
          </p:nvSpPr>
          <p:spPr bwMode="auto">
            <a:xfrm>
              <a:off x="9241631" y="2038482"/>
              <a:ext cx="412750" cy="312737"/>
            </a:xfrm>
            <a:custGeom>
              <a:avLst/>
              <a:gdLst>
                <a:gd name="T0" fmla="*/ 97 w 110"/>
                <a:gd name="T1" fmla="*/ 9 h 83"/>
                <a:gd name="T2" fmla="*/ 89 w 110"/>
                <a:gd name="T3" fmla="*/ 12 h 83"/>
                <a:gd name="T4" fmla="*/ 89 w 110"/>
                <a:gd name="T5" fmla="*/ 9 h 83"/>
                <a:gd name="T6" fmla="*/ 83 w 110"/>
                <a:gd name="T7" fmla="*/ 8 h 83"/>
                <a:gd name="T8" fmla="*/ 80 w 110"/>
                <a:gd name="T9" fmla="*/ 7 h 83"/>
                <a:gd name="T10" fmla="*/ 93 w 110"/>
                <a:gd name="T11" fmla="*/ 5 h 83"/>
                <a:gd name="T12" fmla="*/ 80 w 110"/>
                <a:gd name="T13" fmla="*/ 1 h 83"/>
                <a:gd name="T14" fmla="*/ 54 w 110"/>
                <a:gd name="T15" fmla="*/ 2 h 83"/>
                <a:gd name="T16" fmla="*/ 46 w 110"/>
                <a:gd name="T17" fmla="*/ 5 h 83"/>
                <a:gd name="T18" fmla="*/ 44 w 110"/>
                <a:gd name="T19" fmla="*/ 6 h 83"/>
                <a:gd name="T20" fmla="*/ 40 w 110"/>
                <a:gd name="T21" fmla="*/ 8 h 83"/>
                <a:gd name="T22" fmla="*/ 35 w 110"/>
                <a:gd name="T23" fmla="*/ 9 h 83"/>
                <a:gd name="T24" fmla="*/ 28 w 110"/>
                <a:gd name="T25" fmla="*/ 10 h 83"/>
                <a:gd name="T26" fmla="*/ 22 w 110"/>
                <a:gd name="T27" fmla="*/ 10 h 83"/>
                <a:gd name="T28" fmla="*/ 12 w 110"/>
                <a:gd name="T29" fmla="*/ 14 h 83"/>
                <a:gd name="T30" fmla="*/ 14 w 110"/>
                <a:gd name="T31" fmla="*/ 19 h 83"/>
                <a:gd name="T32" fmla="*/ 6 w 110"/>
                <a:gd name="T33" fmla="*/ 22 h 83"/>
                <a:gd name="T34" fmla="*/ 2 w 110"/>
                <a:gd name="T35" fmla="*/ 25 h 83"/>
                <a:gd name="T36" fmla="*/ 12 w 110"/>
                <a:gd name="T37" fmla="*/ 26 h 83"/>
                <a:gd name="T38" fmla="*/ 4 w 110"/>
                <a:gd name="T39" fmla="*/ 28 h 83"/>
                <a:gd name="T40" fmla="*/ 6 w 110"/>
                <a:gd name="T41" fmla="*/ 31 h 83"/>
                <a:gd name="T42" fmla="*/ 15 w 110"/>
                <a:gd name="T43" fmla="*/ 32 h 83"/>
                <a:gd name="T44" fmla="*/ 33 w 110"/>
                <a:gd name="T45" fmla="*/ 44 h 83"/>
                <a:gd name="T46" fmla="*/ 35 w 110"/>
                <a:gd name="T47" fmla="*/ 46 h 83"/>
                <a:gd name="T48" fmla="*/ 37 w 110"/>
                <a:gd name="T49" fmla="*/ 50 h 83"/>
                <a:gd name="T50" fmla="*/ 41 w 110"/>
                <a:gd name="T51" fmla="*/ 54 h 83"/>
                <a:gd name="T52" fmla="*/ 36 w 110"/>
                <a:gd name="T53" fmla="*/ 60 h 83"/>
                <a:gd name="T54" fmla="*/ 35 w 110"/>
                <a:gd name="T55" fmla="*/ 65 h 83"/>
                <a:gd name="T56" fmla="*/ 39 w 110"/>
                <a:gd name="T57" fmla="*/ 71 h 83"/>
                <a:gd name="T58" fmla="*/ 45 w 110"/>
                <a:gd name="T59" fmla="*/ 81 h 83"/>
                <a:gd name="T60" fmla="*/ 54 w 110"/>
                <a:gd name="T61" fmla="*/ 82 h 83"/>
                <a:gd name="T62" fmla="*/ 58 w 110"/>
                <a:gd name="T63" fmla="*/ 73 h 83"/>
                <a:gd name="T64" fmla="*/ 60 w 110"/>
                <a:gd name="T65" fmla="*/ 67 h 83"/>
                <a:gd name="T66" fmla="*/ 74 w 110"/>
                <a:gd name="T67" fmla="*/ 58 h 83"/>
                <a:gd name="T68" fmla="*/ 92 w 110"/>
                <a:gd name="T69" fmla="*/ 53 h 83"/>
                <a:gd name="T70" fmla="*/ 88 w 110"/>
                <a:gd name="T71" fmla="*/ 50 h 83"/>
                <a:gd name="T72" fmla="*/ 90 w 110"/>
                <a:gd name="T73" fmla="*/ 47 h 83"/>
                <a:gd name="T74" fmla="*/ 93 w 110"/>
                <a:gd name="T75" fmla="*/ 44 h 83"/>
                <a:gd name="T76" fmla="*/ 88 w 110"/>
                <a:gd name="T77" fmla="*/ 41 h 83"/>
                <a:gd name="T78" fmla="*/ 97 w 110"/>
                <a:gd name="T79" fmla="*/ 38 h 83"/>
                <a:gd name="T80" fmla="*/ 97 w 110"/>
                <a:gd name="T81" fmla="*/ 32 h 83"/>
                <a:gd name="T82" fmla="*/ 96 w 110"/>
                <a:gd name="T83" fmla="*/ 28 h 83"/>
                <a:gd name="T84" fmla="*/ 97 w 110"/>
                <a:gd name="T85" fmla="*/ 25 h 83"/>
                <a:gd name="T86" fmla="*/ 97 w 110"/>
                <a:gd name="T87" fmla="*/ 18 h 83"/>
                <a:gd name="T88" fmla="*/ 98 w 110"/>
                <a:gd name="T89" fmla="*/ 17 h 83"/>
                <a:gd name="T90" fmla="*/ 98 w 110"/>
                <a:gd name="T91" fmla="*/ 15 h 83"/>
                <a:gd name="T92" fmla="*/ 100 w 110"/>
                <a:gd name="T93" fmla="*/ 15 h 83"/>
                <a:gd name="T94" fmla="*/ 106 w 110"/>
                <a:gd name="T95" fmla="*/ 1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0" h="83">
                  <a:moveTo>
                    <a:pt x="108" y="9"/>
                  </a:moveTo>
                  <a:cubicBezTo>
                    <a:pt x="107" y="9"/>
                    <a:pt x="101" y="9"/>
                    <a:pt x="101" y="9"/>
                  </a:cubicBezTo>
                  <a:cubicBezTo>
                    <a:pt x="101" y="9"/>
                    <a:pt x="100" y="10"/>
                    <a:pt x="99" y="10"/>
                  </a:cubicBezTo>
                  <a:cubicBezTo>
                    <a:pt x="99" y="11"/>
                    <a:pt x="97" y="9"/>
                    <a:pt x="97" y="9"/>
                  </a:cubicBezTo>
                  <a:cubicBezTo>
                    <a:pt x="96" y="9"/>
                    <a:pt x="96" y="9"/>
                    <a:pt x="96" y="9"/>
                  </a:cubicBezTo>
                  <a:cubicBezTo>
                    <a:pt x="96" y="9"/>
                    <a:pt x="93" y="11"/>
                    <a:pt x="92" y="12"/>
                  </a:cubicBezTo>
                  <a:cubicBezTo>
                    <a:pt x="91" y="13"/>
                    <a:pt x="88" y="14"/>
                    <a:pt x="88" y="14"/>
                  </a:cubicBezTo>
                  <a:cubicBezTo>
                    <a:pt x="89" y="12"/>
                    <a:pt x="89" y="12"/>
                    <a:pt x="89" y="12"/>
                  </a:cubicBezTo>
                  <a:cubicBezTo>
                    <a:pt x="89" y="12"/>
                    <a:pt x="92" y="10"/>
                    <a:pt x="93" y="10"/>
                  </a:cubicBezTo>
                  <a:cubicBezTo>
                    <a:pt x="93" y="10"/>
                    <a:pt x="92" y="8"/>
                    <a:pt x="92" y="8"/>
                  </a:cubicBezTo>
                  <a:cubicBezTo>
                    <a:pt x="92" y="7"/>
                    <a:pt x="90" y="7"/>
                    <a:pt x="90" y="7"/>
                  </a:cubicBezTo>
                  <a:cubicBezTo>
                    <a:pt x="89" y="9"/>
                    <a:pt x="89" y="9"/>
                    <a:pt x="89" y="9"/>
                  </a:cubicBezTo>
                  <a:cubicBezTo>
                    <a:pt x="89" y="9"/>
                    <a:pt x="87" y="10"/>
                    <a:pt x="86" y="10"/>
                  </a:cubicBezTo>
                  <a:cubicBezTo>
                    <a:pt x="85" y="10"/>
                    <a:pt x="83" y="10"/>
                    <a:pt x="83" y="10"/>
                  </a:cubicBezTo>
                  <a:cubicBezTo>
                    <a:pt x="87" y="8"/>
                    <a:pt x="87" y="8"/>
                    <a:pt x="87" y="8"/>
                  </a:cubicBezTo>
                  <a:cubicBezTo>
                    <a:pt x="83" y="8"/>
                    <a:pt x="83" y="8"/>
                    <a:pt x="83" y="8"/>
                  </a:cubicBezTo>
                  <a:cubicBezTo>
                    <a:pt x="83" y="8"/>
                    <a:pt x="81" y="8"/>
                    <a:pt x="80" y="8"/>
                  </a:cubicBezTo>
                  <a:cubicBezTo>
                    <a:pt x="79" y="8"/>
                    <a:pt x="77" y="8"/>
                    <a:pt x="77" y="8"/>
                  </a:cubicBezTo>
                  <a:cubicBezTo>
                    <a:pt x="77" y="7"/>
                    <a:pt x="77" y="7"/>
                    <a:pt x="77" y="7"/>
                  </a:cubicBezTo>
                  <a:cubicBezTo>
                    <a:pt x="77" y="7"/>
                    <a:pt x="78" y="7"/>
                    <a:pt x="80" y="7"/>
                  </a:cubicBezTo>
                  <a:cubicBezTo>
                    <a:pt x="82" y="7"/>
                    <a:pt x="85" y="7"/>
                    <a:pt x="85" y="7"/>
                  </a:cubicBezTo>
                  <a:cubicBezTo>
                    <a:pt x="85" y="7"/>
                    <a:pt x="87" y="7"/>
                    <a:pt x="87" y="7"/>
                  </a:cubicBezTo>
                  <a:cubicBezTo>
                    <a:pt x="88" y="7"/>
                    <a:pt x="91" y="6"/>
                    <a:pt x="92" y="6"/>
                  </a:cubicBezTo>
                  <a:cubicBezTo>
                    <a:pt x="93" y="6"/>
                    <a:pt x="94" y="5"/>
                    <a:pt x="93" y="5"/>
                  </a:cubicBezTo>
                  <a:cubicBezTo>
                    <a:pt x="93" y="5"/>
                    <a:pt x="92" y="4"/>
                    <a:pt x="91" y="4"/>
                  </a:cubicBezTo>
                  <a:cubicBezTo>
                    <a:pt x="90" y="4"/>
                    <a:pt x="88" y="4"/>
                    <a:pt x="88" y="4"/>
                  </a:cubicBezTo>
                  <a:cubicBezTo>
                    <a:pt x="88" y="4"/>
                    <a:pt x="86" y="3"/>
                    <a:pt x="86" y="2"/>
                  </a:cubicBezTo>
                  <a:cubicBezTo>
                    <a:pt x="86" y="2"/>
                    <a:pt x="83" y="1"/>
                    <a:pt x="80" y="1"/>
                  </a:cubicBezTo>
                  <a:cubicBezTo>
                    <a:pt x="77" y="0"/>
                    <a:pt x="66" y="1"/>
                    <a:pt x="65" y="1"/>
                  </a:cubicBezTo>
                  <a:cubicBezTo>
                    <a:pt x="64" y="1"/>
                    <a:pt x="61" y="3"/>
                    <a:pt x="61" y="3"/>
                  </a:cubicBezTo>
                  <a:cubicBezTo>
                    <a:pt x="61" y="3"/>
                    <a:pt x="58" y="3"/>
                    <a:pt x="57" y="3"/>
                  </a:cubicBezTo>
                  <a:cubicBezTo>
                    <a:pt x="57" y="2"/>
                    <a:pt x="54" y="2"/>
                    <a:pt x="54" y="2"/>
                  </a:cubicBezTo>
                  <a:cubicBezTo>
                    <a:pt x="49" y="3"/>
                    <a:pt x="49" y="3"/>
                    <a:pt x="49" y="3"/>
                  </a:cubicBezTo>
                  <a:cubicBezTo>
                    <a:pt x="48" y="5"/>
                    <a:pt x="48" y="5"/>
                    <a:pt x="48" y="5"/>
                  </a:cubicBezTo>
                  <a:cubicBezTo>
                    <a:pt x="47" y="5"/>
                    <a:pt x="47" y="5"/>
                    <a:pt x="47" y="5"/>
                  </a:cubicBezTo>
                  <a:cubicBezTo>
                    <a:pt x="46" y="5"/>
                    <a:pt x="46" y="5"/>
                    <a:pt x="46" y="5"/>
                  </a:cubicBezTo>
                  <a:cubicBezTo>
                    <a:pt x="48" y="7"/>
                    <a:pt x="48" y="7"/>
                    <a:pt x="48" y="7"/>
                  </a:cubicBezTo>
                  <a:cubicBezTo>
                    <a:pt x="52" y="9"/>
                    <a:pt x="52" y="9"/>
                    <a:pt x="52" y="9"/>
                  </a:cubicBezTo>
                  <a:cubicBezTo>
                    <a:pt x="51" y="9"/>
                    <a:pt x="51" y="9"/>
                    <a:pt x="51" y="9"/>
                  </a:cubicBezTo>
                  <a:cubicBezTo>
                    <a:pt x="44" y="6"/>
                    <a:pt x="44" y="6"/>
                    <a:pt x="44" y="6"/>
                  </a:cubicBezTo>
                  <a:cubicBezTo>
                    <a:pt x="42" y="6"/>
                    <a:pt x="42" y="6"/>
                    <a:pt x="42" y="6"/>
                  </a:cubicBezTo>
                  <a:cubicBezTo>
                    <a:pt x="41" y="7"/>
                    <a:pt x="41" y="7"/>
                    <a:pt x="41" y="7"/>
                  </a:cubicBezTo>
                  <a:cubicBezTo>
                    <a:pt x="42" y="8"/>
                    <a:pt x="42" y="8"/>
                    <a:pt x="42" y="8"/>
                  </a:cubicBezTo>
                  <a:cubicBezTo>
                    <a:pt x="42" y="8"/>
                    <a:pt x="41" y="8"/>
                    <a:pt x="40" y="8"/>
                  </a:cubicBezTo>
                  <a:cubicBezTo>
                    <a:pt x="38" y="8"/>
                    <a:pt x="37" y="6"/>
                    <a:pt x="37" y="6"/>
                  </a:cubicBezTo>
                  <a:cubicBezTo>
                    <a:pt x="36" y="6"/>
                    <a:pt x="36" y="6"/>
                    <a:pt x="36" y="6"/>
                  </a:cubicBezTo>
                  <a:cubicBezTo>
                    <a:pt x="36" y="8"/>
                    <a:pt x="36" y="8"/>
                    <a:pt x="36" y="8"/>
                  </a:cubicBezTo>
                  <a:cubicBezTo>
                    <a:pt x="35" y="9"/>
                    <a:pt x="35" y="9"/>
                    <a:pt x="35" y="9"/>
                  </a:cubicBezTo>
                  <a:cubicBezTo>
                    <a:pt x="34" y="7"/>
                    <a:pt x="34" y="7"/>
                    <a:pt x="34" y="7"/>
                  </a:cubicBezTo>
                  <a:cubicBezTo>
                    <a:pt x="30" y="7"/>
                    <a:pt x="30" y="7"/>
                    <a:pt x="30" y="7"/>
                  </a:cubicBezTo>
                  <a:cubicBezTo>
                    <a:pt x="26" y="8"/>
                    <a:pt x="26" y="8"/>
                    <a:pt x="26" y="8"/>
                  </a:cubicBezTo>
                  <a:cubicBezTo>
                    <a:pt x="28" y="10"/>
                    <a:pt x="28" y="10"/>
                    <a:pt x="28" y="10"/>
                  </a:cubicBezTo>
                  <a:cubicBezTo>
                    <a:pt x="26" y="10"/>
                    <a:pt x="26" y="10"/>
                    <a:pt x="26" y="10"/>
                  </a:cubicBezTo>
                  <a:cubicBezTo>
                    <a:pt x="24" y="8"/>
                    <a:pt x="24" y="8"/>
                    <a:pt x="24" y="8"/>
                  </a:cubicBezTo>
                  <a:cubicBezTo>
                    <a:pt x="21" y="9"/>
                    <a:pt x="21" y="9"/>
                    <a:pt x="21" y="9"/>
                  </a:cubicBezTo>
                  <a:cubicBezTo>
                    <a:pt x="22" y="10"/>
                    <a:pt x="22" y="10"/>
                    <a:pt x="22" y="10"/>
                  </a:cubicBezTo>
                  <a:cubicBezTo>
                    <a:pt x="21" y="12"/>
                    <a:pt x="21" y="12"/>
                    <a:pt x="21" y="12"/>
                  </a:cubicBezTo>
                  <a:cubicBezTo>
                    <a:pt x="18" y="11"/>
                    <a:pt x="18" y="11"/>
                    <a:pt x="18" y="11"/>
                  </a:cubicBezTo>
                  <a:cubicBezTo>
                    <a:pt x="17" y="12"/>
                    <a:pt x="17" y="12"/>
                    <a:pt x="17" y="12"/>
                  </a:cubicBezTo>
                  <a:cubicBezTo>
                    <a:pt x="12" y="14"/>
                    <a:pt x="12" y="14"/>
                    <a:pt x="12" y="14"/>
                  </a:cubicBezTo>
                  <a:cubicBezTo>
                    <a:pt x="9" y="16"/>
                    <a:pt x="9" y="16"/>
                    <a:pt x="9" y="16"/>
                  </a:cubicBezTo>
                  <a:cubicBezTo>
                    <a:pt x="13" y="17"/>
                    <a:pt x="13" y="17"/>
                    <a:pt x="13" y="17"/>
                  </a:cubicBezTo>
                  <a:cubicBezTo>
                    <a:pt x="15" y="16"/>
                    <a:pt x="15" y="16"/>
                    <a:pt x="15" y="16"/>
                  </a:cubicBezTo>
                  <a:cubicBezTo>
                    <a:pt x="14" y="19"/>
                    <a:pt x="14" y="19"/>
                    <a:pt x="14" y="19"/>
                  </a:cubicBezTo>
                  <a:cubicBezTo>
                    <a:pt x="14" y="19"/>
                    <a:pt x="13" y="20"/>
                    <a:pt x="12" y="21"/>
                  </a:cubicBezTo>
                  <a:cubicBezTo>
                    <a:pt x="11" y="21"/>
                    <a:pt x="9" y="20"/>
                    <a:pt x="9" y="20"/>
                  </a:cubicBezTo>
                  <a:cubicBezTo>
                    <a:pt x="7" y="22"/>
                    <a:pt x="7" y="22"/>
                    <a:pt x="7" y="22"/>
                  </a:cubicBezTo>
                  <a:cubicBezTo>
                    <a:pt x="6" y="22"/>
                    <a:pt x="6" y="22"/>
                    <a:pt x="6" y="22"/>
                  </a:cubicBezTo>
                  <a:cubicBezTo>
                    <a:pt x="4" y="22"/>
                    <a:pt x="4" y="22"/>
                    <a:pt x="4" y="22"/>
                  </a:cubicBezTo>
                  <a:cubicBezTo>
                    <a:pt x="2" y="22"/>
                    <a:pt x="2" y="22"/>
                    <a:pt x="2" y="22"/>
                  </a:cubicBezTo>
                  <a:cubicBezTo>
                    <a:pt x="0" y="23"/>
                    <a:pt x="0" y="23"/>
                    <a:pt x="0" y="23"/>
                  </a:cubicBezTo>
                  <a:cubicBezTo>
                    <a:pt x="2" y="25"/>
                    <a:pt x="2" y="25"/>
                    <a:pt x="2" y="25"/>
                  </a:cubicBezTo>
                  <a:cubicBezTo>
                    <a:pt x="5" y="26"/>
                    <a:pt x="5" y="26"/>
                    <a:pt x="5" y="26"/>
                  </a:cubicBezTo>
                  <a:cubicBezTo>
                    <a:pt x="7" y="27"/>
                    <a:pt x="7" y="27"/>
                    <a:pt x="7" y="27"/>
                  </a:cubicBezTo>
                  <a:cubicBezTo>
                    <a:pt x="7" y="27"/>
                    <a:pt x="8" y="26"/>
                    <a:pt x="9" y="26"/>
                  </a:cubicBezTo>
                  <a:cubicBezTo>
                    <a:pt x="10" y="26"/>
                    <a:pt x="12" y="26"/>
                    <a:pt x="12" y="26"/>
                  </a:cubicBezTo>
                  <a:cubicBezTo>
                    <a:pt x="11" y="27"/>
                    <a:pt x="11" y="27"/>
                    <a:pt x="11" y="27"/>
                  </a:cubicBezTo>
                  <a:cubicBezTo>
                    <a:pt x="9" y="27"/>
                    <a:pt x="9" y="27"/>
                    <a:pt x="9" y="27"/>
                  </a:cubicBezTo>
                  <a:cubicBezTo>
                    <a:pt x="9" y="27"/>
                    <a:pt x="8" y="28"/>
                    <a:pt x="7" y="28"/>
                  </a:cubicBezTo>
                  <a:cubicBezTo>
                    <a:pt x="7" y="28"/>
                    <a:pt x="4" y="28"/>
                    <a:pt x="4" y="28"/>
                  </a:cubicBezTo>
                  <a:cubicBezTo>
                    <a:pt x="3" y="28"/>
                    <a:pt x="3" y="28"/>
                    <a:pt x="3" y="28"/>
                  </a:cubicBezTo>
                  <a:cubicBezTo>
                    <a:pt x="5" y="29"/>
                    <a:pt x="5" y="29"/>
                    <a:pt x="5" y="29"/>
                  </a:cubicBezTo>
                  <a:cubicBezTo>
                    <a:pt x="9" y="30"/>
                    <a:pt x="9" y="30"/>
                    <a:pt x="9" y="30"/>
                  </a:cubicBezTo>
                  <a:cubicBezTo>
                    <a:pt x="9" y="30"/>
                    <a:pt x="6" y="31"/>
                    <a:pt x="6" y="31"/>
                  </a:cubicBezTo>
                  <a:cubicBezTo>
                    <a:pt x="7" y="32"/>
                    <a:pt x="11" y="33"/>
                    <a:pt x="11" y="33"/>
                  </a:cubicBezTo>
                  <a:cubicBezTo>
                    <a:pt x="12" y="31"/>
                    <a:pt x="12" y="31"/>
                    <a:pt x="12" y="31"/>
                  </a:cubicBezTo>
                  <a:cubicBezTo>
                    <a:pt x="13" y="32"/>
                    <a:pt x="13" y="32"/>
                    <a:pt x="13" y="32"/>
                  </a:cubicBezTo>
                  <a:cubicBezTo>
                    <a:pt x="15" y="32"/>
                    <a:pt x="15" y="32"/>
                    <a:pt x="15" y="32"/>
                  </a:cubicBezTo>
                  <a:cubicBezTo>
                    <a:pt x="15" y="32"/>
                    <a:pt x="16" y="31"/>
                    <a:pt x="17" y="31"/>
                  </a:cubicBezTo>
                  <a:cubicBezTo>
                    <a:pt x="19" y="31"/>
                    <a:pt x="26" y="33"/>
                    <a:pt x="26" y="33"/>
                  </a:cubicBezTo>
                  <a:cubicBezTo>
                    <a:pt x="26" y="33"/>
                    <a:pt x="26" y="34"/>
                    <a:pt x="27" y="36"/>
                  </a:cubicBezTo>
                  <a:cubicBezTo>
                    <a:pt x="29" y="37"/>
                    <a:pt x="32" y="43"/>
                    <a:pt x="33" y="44"/>
                  </a:cubicBezTo>
                  <a:cubicBezTo>
                    <a:pt x="34" y="44"/>
                    <a:pt x="31" y="45"/>
                    <a:pt x="31" y="45"/>
                  </a:cubicBezTo>
                  <a:cubicBezTo>
                    <a:pt x="31" y="48"/>
                    <a:pt x="31" y="48"/>
                    <a:pt x="31" y="48"/>
                  </a:cubicBezTo>
                  <a:cubicBezTo>
                    <a:pt x="34" y="48"/>
                    <a:pt x="34" y="48"/>
                    <a:pt x="34" y="48"/>
                  </a:cubicBezTo>
                  <a:cubicBezTo>
                    <a:pt x="34" y="48"/>
                    <a:pt x="35" y="46"/>
                    <a:pt x="35" y="46"/>
                  </a:cubicBezTo>
                  <a:cubicBezTo>
                    <a:pt x="36" y="46"/>
                    <a:pt x="40" y="50"/>
                    <a:pt x="40" y="50"/>
                  </a:cubicBezTo>
                  <a:cubicBezTo>
                    <a:pt x="40" y="51"/>
                    <a:pt x="40" y="51"/>
                    <a:pt x="40" y="51"/>
                  </a:cubicBezTo>
                  <a:cubicBezTo>
                    <a:pt x="39" y="51"/>
                    <a:pt x="39" y="51"/>
                    <a:pt x="39" y="51"/>
                  </a:cubicBezTo>
                  <a:cubicBezTo>
                    <a:pt x="37" y="50"/>
                    <a:pt x="37" y="50"/>
                    <a:pt x="37" y="50"/>
                  </a:cubicBezTo>
                  <a:cubicBezTo>
                    <a:pt x="34" y="51"/>
                    <a:pt x="34" y="51"/>
                    <a:pt x="34" y="51"/>
                  </a:cubicBezTo>
                  <a:cubicBezTo>
                    <a:pt x="38" y="53"/>
                    <a:pt x="38" y="53"/>
                    <a:pt x="38" y="53"/>
                  </a:cubicBezTo>
                  <a:cubicBezTo>
                    <a:pt x="41" y="53"/>
                    <a:pt x="41" y="53"/>
                    <a:pt x="41" y="53"/>
                  </a:cubicBezTo>
                  <a:cubicBezTo>
                    <a:pt x="41" y="53"/>
                    <a:pt x="41" y="53"/>
                    <a:pt x="41" y="54"/>
                  </a:cubicBezTo>
                  <a:cubicBezTo>
                    <a:pt x="41" y="54"/>
                    <a:pt x="40" y="55"/>
                    <a:pt x="40" y="55"/>
                  </a:cubicBezTo>
                  <a:cubicBezTo>
                    <a:pt x="40" y="56"/>
                    <a:pt x="40" y="56"/>
                    <a:pt x="40" y="56"/>
                  </a:cubicBezTo>
                  <a:cubicBezTo>
                    <a:pt x="40" y="60"/>
                    <a:pt x="40" y="60"/>
                    <a:pt x="40" y="60"/>
                  </a:cubicBezTo>
                  <a:cubicBezTo>
                    <a:pt x="36" y="60"/>
                    <a:pt x="36" y="60"/>
                    <a:pt x="36" y="60"/>
                  </a:cubicBezTo>
                  <a:cubicBezTo>
                    <a:pt x="35" y="61"/>
                    <a:pt x="35" y="61"/>
                    <a:pt x="35" y="61"/>
                  </a:cubicBezTo>
                  <a:cubicBezTo>
                    <a:pt x="35" y="62"/>
                    <a:pt x="35" y="62"/>
                    <a:pt x="35" y="62"/>
                  </a:cubicBezTo>
                  <a:cubicBezTo>
                    <a:pt x="36" y="63"/>
                    <a:pt x="36" y="63"/>
                    <a:pt x="36" y="63"/>
                  </a:cubicBezTo>
                  <a:cubicBezTo>
                    <a:pt x="36" y="63"/>
                    <a:pt x="35" y="64"/>
                    <a:pt x="35" y="65"/>
                  </a:cubicBezTo>
                  <a:cubicBezTo>
                    <a:pt x="35" y="65"/>
                    <a:pt x="38" y="69"/>
                    <a:pt x="38" y="69"/>
                  </a:cubicBezTo>
                  <a:cubicBezTo>
                    <a:pt x="41" y="69"/>
                    <a:pt x="41" y="69"/>
                    <a:pt x="41" y="69"/>
                  </a:cubicBezTo>
                  <a:cubicBezTo>
                    <a:pt x="41" y="69"/>
                    <a:pt x="41" y="69"/>
                    <a:pt x="41" y="70"/>
                  </a:cubicBezTo>
                  <a:cubicBezTo>
                    <a:pt x="41" y="71"/>
                    <a:pt x="39" y="71"/>
                    <a:pt x="39" y="71"/>
                  </a:cubicBezTo>
                  <a:cubicBezTo>
                    <a:pt x="40" y="73"/>
                    <a:pt x="40" y="73"/>
                    <a:pt x="40" y="73"/>
                  </a:cubicBezTo>
                  <a:cubicBezTo>
                    <a:pt x="41" y="74"/>
                    <a:pt x="41" y="74"/>
                    <a:pt x="41" y="74"/>
                  </a:cubicBezTo>
                  <a:cubicBezTo>
                    <a:pt x="41" y="76"/>
                    <a:pt x="41" y="76"/>
                    <a:pt x="41" y="76"/>
                  </a:cubicBezTo>
                  <a:cubicBezTo>
                    <a:pt x="42" y="76"/>
                    <a:pt x="45" y="81"/>
                    <a:pt x="45" y="81"/>
                  </a:cubicBezTo>
                  <a:cubicBezTo>
                    <a:pt x="46" y="81"/>
                    <a:pt x="49" y="79"/>
                    <a:pt x="49" y="79"/>
                  </a:cubicBezTo>
                  <a:cubicBezTo>
                    <a:pt x="49" y="81"/>
                    <a:pt x="49" y="81"/>
                    <a:pt x="49" y="81"/>
                  </a:cubicBezTo>
                  <a:cubicBezTo>
                    <a:pt x="49" y="81"/>
                    <a:pt x="50" y="82"/>
                    <a:pt x="51" y="83"/>
                  </a:cubicBezTo>
                  <a:cubicBezTo>
                    <a:pt x="52" y="83"/>
                    <a:pt x="53" y="83"/>
                    <a:pt x="54" y="82"/>
                  </a:cubicBezTo>
                  <a:cubicBezTo>
                    <a:pt x="54" y="82"/>
                    <a:pt x="55" y="78"/>
                    <a:pt x="55" y="77"/>
                  </a:cubicBezTo>
                  <a:cubicBezTo>
                    <a:pt x="56" y="76"/>
                    <a:pt x="54" y="75"/>
                    <a:pt x="54" y="75"/>
                  </a:cubicBezTo>
                  <a:cubicBezTo>
                    <a:pt x="55" y="75"/>
                    <a:pt x="55" y="75"/>
                    <a:pt x="55" y="75"/>
                  </a:cubicBezTo>
                  <a:cubicBezTo>
                    <a:pt x="55" y="75"/>
                    <a:pt x="57" y="74"/>
                    <a:pt x="58" y="73"/>
                  </a:cubicBezTo>
                  <a:cubicBezTo>
                    <a:pt x="58" y="73"/>
                    <a:pt x="58" y="71"/>
                    <a:pt x="58" y="71"/>
                  </a:cubicBezTo>
                  <a:cubicBezTo>
                    <a:pt x="58" y="69"/>
                    <a:pt x="58" y="69"/>
                    <a:pt x="58" y="69"/>
                  </a:cubicBezTo>
                  <a:cubicBezTo>
                    <a:pt x="59" y="69"/>
                    <a:pt x="59" y="69"/>
                    <a:pt x="59" y="69"/>
                  </a:cubicBezTo>
                  <a:cubicBezTo>
                    <a:pt x="60" y="67"/>
                    <a:pt x="60" y="67"/>
                    <a:pt x="60" y="67"/>
                  </a:cubicBezTo>
                  <a:cubicBezTo>
                    <a:pt x="60" y="67"/>
                    <a:pt x="63" y="66"/>
                    <a:pt x="65" y="66"/>
                  </a:cubicBezTo>
                  <a:cubicBezTo>
                    <a:pt x="66" y="66"/>
                    <a:pt x="70" y="64"/>
                    <a:pt x="70" y="64"/>
                  </a:cubicBezTo>
                  <a:cubicBezTo>
                    <a:pt x="71" y="62"/>
                    <a:pt x="74" y="59"/>
                    <a:pt x="74" y="59"/>
                  </a:cubicBezTo>
                  <a:cubicBezTo>
                    <a:pt x="74" y="58"/>
                    <a:pt x="74" y="58"/>
                    <a:pt x="74" y="58"/>
                  </a:cubicBezTo>
                  <a:cubicBezTo>
                    <a:pt x="76" y="60"/>
                    <a:pt x="76" y="60"/>
                    <a:pt x="76" y="60"/>
                  </a:cubicBezTo>
                  <a:cubicBezTo>
                    <a:pt x="76" y="60"/>
                    <a:pt x="83" y="58"/>
                    <a:pt x="85" y="57"/>
                  </a:cubicBezTo>
                  <a:cubicBezTo>
                    <a:pt x="87" y="57"/>
                    <a:pt x="91" y="54"/>
                    <a:pt x="91" y="54"/>
                  </a:cubicBezTo>
                  <a:cubicBezTo>
                    <a:pt x="92" y="53"/>
                    <a:pt x="92" y="53"/>
                    <a:pt x="92" y="53"/>
                  </a:cubicBezTo>
                  <a:cubicBezTo>
                    <a:pt x="88" y="52"/>
                    <a:pt x="88" y="52"/>
                    <a:pt x="88" y="52"/>
                  </a:cubicBezTo>
                  <a:cubicBezTo>
                    <a:pt x="88" y="52"/>
                    <a:pt x="87" y="52"/>
                    <a:pt x="86" y="51"/>
                  </a:cubicBezTo>
                  <a:cubicBezTo>
                    <a:pt x="85" y="51"/>
                    <a:pt x="86" y="48"/>
                    <a:pt x="86" y="48"/>
                  </a:cubicBezTo>
                  <a:cubicBezTo>
                    <a:pt x="88" y="50"/>
                    <a:pt x="88" y="50"/>
                    <a:pt x="88" y="50"/>
                  </a:cubicBezTo>
                  <a:cubicBezTo>
                    <a:pt x="88" y="50"/>
                    <a:pt x="90" y="52"/>
                    <a:pt x="90" y="52"/>
                  </a:cubicBezTo>
                  <a:cubicBezTo>
                    <a:pt x="91" y="52"/>
                    <a:pt x="93" y="51"/>
                    <a:pt x="93" y="51"/>
                  </a:cubicBezTo>
                  <a:cubicBezTo>
                    <a:pt x="92" y="48"/>
                    <a:pt x="92" y="48"/>
                    <a:pt x="92" y="48"/>
                  </a:cubicBezTo>
                  <a:cubicBezTo>
                    <a:pt x="92" y="48"/>
                    <a:pt x="92" y="47"/>
                    <a:pt x="90" y="47"/>
                  </a:cubicBezTo>
                  <a:cubicBezTo>
                    <a:pt x="89" y="46"/>
                    <a:pt x="89" y="45"/>
                    <a:pt x="89" y="45"/>
                  </a:cubicBezTo>
                  <a:cubicBezTo>
                    <a:pt x="90" y="45"/>
                    <a:pt x="90" y="45"/>
                    <a:pt x="90" y="45"/>
                  </a:cubicBezTo>
                  <a:cubicBezTo>
                    <a:pt x="92" y="47"/>
                    <a:pt x="92" y="47"/>
                    <a:pt x="92" y="47"/>
                  </a:cubicBezTo>
                  <a:cubicBezTo>
                    <a:pt x="93" y="44"/>
                    <a:pt x="93" y="44"/>
                    <a:pt x="93" y="44"/>
                  </a:cubicBezTo>
                  <a:cubicBezTo>
                    <a:pt x="93" y="44"/>
                    <a:pt x="92" y="43"/>
                    <a:pt x="91" y="43"/>
                  </a:cubicBezTo>
                  <a:cubicBezTo>
                    <a:pt x="90" y="43"/>
                    <a:pt x="88" y="44"/>
                    <a:pt x="88" y="44"/>
                  </a:cubicBezTo>
                  <a:cubicBezTo>
                    <a:pt x="86" y="42"/>
                    <a:pt x="86" y="42"/>
                    <a:pt x="86" y="42"/>
                  </a:cubicBezTo>
                  <a:cubicBezTo>
                    <a:pt x="88" y="41"/>
                    <a:pt x="88" y="41"/>
                    <a:pt x="88" y="41"/>
                  </a:cubicBezTo>
                  <a:cubicBezTo>
                    <a:pt x="88" y="41"/>
                    <a:pt x="90" y="41"/>
                    <a:pt x="91" y="41"/>
                  </a:cubicBezTo>
                  <a:cubicBezTo>
                    <a:pt x="92" y="41"/>
                    <a:pt x="95" y="40"/>
                    <a:pt x="95" y="40"/>
                  </a:cubicBezTo>
                  <a:cubicBezTo>
                    <a:pt x="95" y="39"/>
                    <a:pt x="95" y="39"/>
                    <a:pt x="95" y="39"/>
                  </a:cubicBezTo>
                  <a:cubicBezTo>
                    <a:pt x="97" y="38"/>
                    <a:pt x="97" y="38"/>
                    <a:pt x="97" y="38"/>
                  </a:cubicBezTo>
                  <a:cubicBezTo>
                    <a:pt x="96" y="36"/>
                    <a:pt x="96" y="36"/>
                    <a:pt x="96" y="36"/>
                  </a:cubicBezTo>
                  <a:cubicBezTo>
                    <a:pt x="95" y="35"/>
                    <a:pt x="95" y="35"/>
                    <a:pt x="95" y="35"/>
                  </a:cubicBezTo>
                  <a:cubicBezTo>
                    <a:pt x="98" y="34"/>
                    <a:pt x="98" y="34"/>
                    <a:pt x="98" y="34"/>
                  </a:cubicBezTo>
                  <a:cubicBezTo>
                    <a:pt x="98" y="34"/>
                    <a:pt x="98" y="33"/>
                    <a:pt x="97" y="32"/>
                  </a:cubicBezTo>
                  <a:cubicBezTo>
                    <a:pt x="97" y="32"/>
                    <a:pt x="95" y="31"/>
                    <a:pt x="95" y="31"/>
                  </a:cubicBezTo>
                  <a:cubicBezTo>
                    <a:pt x="94" y="31"/>
                    <a:pt x="94" y="31"/>
                    <a:pt x="94" y="31"/>
                  </a:cubicBezTo>
                  <a:cubicBezTo>
                    <a:pt x="93" y="29"/>
                    <a:pt x="93" y="29"/>
                    <a:pt x="93" y="29"/>
                  </a:cubicBezTo>
                  <a:cubicBezTo>
                    <a:pt x="93" y="29"/>
                    <a:pt x="95" y="29"/>
                    <a:pt x="96" y="28"/>
                  </a:cubicBezTo>
                  <a:cubicBezTo>
                    <a:pt x="97" y="28"/>
                    <a:pt x="98" y="31"/>
                    <a:pt x="98" y="31"/>
                  </a:cubicBezTo>
                  <a:cubicBezTo>
                    <a:pt x="99" y="31"/>
                    <a:pt x="100" y="28"/>
                    <a:pt x="100" y="28"/>
                  </a:cubicBezTo>
                  <a:cubicBezTo>
                    <a:pt x="100" y="28"/>
                    <a:pt x="96" y="27"/>
                    <a:pt x="96" y="26"/>
                  </a:cubicBezTo>
                  <a:cubicBezTo>
                    <a:pt x="95" y="26"/>
                    <a:pt x="96" y="25"/>
                    <a:pt x="97" y="25"/>
                  </a:cubicBezTo>
                  <a:cubicBezTo>
                    <a:pt x="97" y="24"/>
                    <a:pt x="93" y="24"/>
                    <a:pt x="93" y="24"/>
                  </a:cubicBezTo>
                  <a:cubicBezTo>
                    <a:pt x="93" y="24"/>
                    <a:pt x="94" y="23"/>
                    <a:pt x="95" y="22"/>
                  </a:cubicBezTo>
                  <a:cubicBezTo>
                    <a:pt x="95" y="20"/>
                    <a:pt x="97" y="20"/>
                    <a:pt x="97" y="20"/>
                  </a:cubicBezTo>
                  <a:cubicBezTo>
                    <a:pt x="97" y="18"/>
                    <a:pt x="97" y="18"/>
                    <a:pt x="97" y="18"/>
                  </a:cubicBezTo>
                  <a:cubicBezTo>
                    <a:pt x="97" y="18"/>
                    <a:pt x="98" y="18"/>
                    <a:pt x="99" y="18"/>
                  </a:cubicBezTo>
                  <a:cubicBezTo>
                    <a:pt x="101" y="18"/>
                    <a:pt x="101" y="17"/>
                    <a:pt x="101" y="17"/>
                  </a:cubicBezTo>
                  <a:cubicBezTo>
                    <a:pt x="100" y="16"/>
                    <a:pt x="100" y="16"/>
                    <a:pt x="100" y="16"/>
                  </a:cubicBezTo>
                  <a:cubicBezTo>
                    <a:pt x="100" y="16"/>
                    <a:pt x="99" y="16"/>
                    <a:pt x="98" y="17"/>
                  </a:cubicBezTo>
                  <a:cubicBezTo>
                    <a:pt x="97" y="17"/>
                    <a:pt x="96" y="17"/>
                    <a:pt x="96" y="17"/>
                  </a:cubicBezTo>
                  <a:cubicBezTo>
                    <a:pt x="95" y="16"/>
                    <a:pt x="95" y="16"/>
                    <a:pt x="95" y="16"/>
                  </a:cubicBezTo>
                  <a:cubicBezTo>
                    <a:pt x="96" y="16"/>
                    <a:pt x="96" y="16"/>
                    <a:pt x="96" y="16"/>
                  </a:cubicBezTo>
                  <a:cubicBezTo>
                    <a:pt x="96" y="16"/>
                    <a:pt x="97" y="16"/>
                    <a:pt x="98" y="15"/>
                  </a:cubicBezTo>
                  <a:cubicBezTo>
                    <a:pt x="99" y="15"/>
                    <a:pt x="100" y="15"/>
                    <a:pt x="100" y="15"/>
                  </a:cubicBezTo>
                  <a:cubicBezTo>
                    <a:pt x="101" y="15"/>
                    <a:pt x="102" y="16"/>
                    <a:pt x="102" y="16"/>
                  </a:cubicBezTo>
                  <a:cubicBezTo>
                    <a:pt x="103" y="15"/>
                    <a:pt x="103" y="15"/>
                    <a:pt x="103" y="15"/>
                  </a:cubicBezTo>
                  <a:cubicBezTo>
                    <a:pt x="103" y="15"/>
                    <a:pt x="102" y="15"/>
                    <a:pt x="100" y="15"/>
                  </a:cubicBezTo>
                  <a:cubicBezTo>
                    <a:pt x="99" y="15"/>
                    <a:pt x="97" y="14"/>
                    <a:pt x="97" y="14"/>
                  </a:cubicBezTo>
                  <a:cubicBezTo>
                    <a:pt x="99" y="14"/>
                    <a:pt x="99" y="14"/>
                    <a:pt x="99" y="14"/>
                  </a:cubicBezTo>
                  <a:cubicBezTo>
                    <a:pt x="99" y="14"/>
                    <a:pt x="104" y="13"/>
                    <a:pt x="105" y="13"/>
                  </a:cubicBezTo>
                  <a:cubicBezTo>
                    <a:pt x="106" y="13"/>
                    <a:pt x="106" y="12"/>
                    <a:pt x="106" y="12"/>
                  </a:cubicBezTo>
                  <a:cubicBezTo>
                    <a:pt x="106" y="12"/>
                    <a:pt x="108" y="11"/>
                    <a:pt x="109" y="11"/>
                  </a:cubicBezTo>
                  <a:cubicBezTo>
                    <a:pt x="109" y="11"/>
                    <a:pt x="110" y="10"/>
                    <a:pt x="110" y="10"/>
                  </a:cubicBezTo>
                  <a:cubicBezTo>
                    <a:pt x="110" y="10"/>
                    <a:pt x="108" y="8"/>
                    <a:pt x="108" y="9"/>
                  </a:cubicBezTo>
                  <a:close/>
                </a:path>
              </a:pathLst>
            </a:custGeom>
            <a:solidFill>
              <a:srgbClr val="127D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46"/>
            <p:cNvSpPr>
              <a:spLocks/>
            </p:cNvSpPr>
            <p:nvPr/>
          </p:nvSpPr>
          <p:spPr bwMode="auto">
            <a:xfrm>
              <a:off x="9297193" y="2446469"/>
              <a:ext cx="19050" cy="11112"/>
            </a:xfrm>
            <a:custGeom>
              <a:avLst/>
              <a:gdLst>
                <a:gd name="T0" fmla="*/ 3 w 5"/>
                <a:gd name="T1" fmla="*/ 0 h 3"/>
                <a:gd name="T2" fmla="*/ 0 w 5"/>
                <a:gd name="T3" fmla="*/ 0 h 3"/>
                <a:gd name="T4" fmla="*/ 3 w 5"/>
                <a:gd name="T5" fmla="*/ 2 h 3"/>
                <a:gd name="T6" fmla="*/ 5 w 5"/>
                <a:gd name="T7" fmla="*/ 2 h 3"/>
                <a:gd name="T8" fmla="*/ 5 w 5"/>
                <a:gd name="T9" fmla="*/ 2 h 3"/>
                <a:gd name="T10" fmla="*/ 5 w 5"/>
                <a:gd name="T11" fmla="*/ 1 h 3"/>
                <a:gd name="T12" fmla="*/ 3 w 5"/>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3" y="0"/>
                  </a:moveTo>
                  <a:cubicBezTo>
                    <a:pt x="3" y="0"/>
                    <a:pt x="0" y="0"/>
                    <a:pt x="0" y="0"/>
                  </a:cubicBezTo>
                  <a:cubicBezTo>
                    <a:pt x="1" y="1"/>
                    <a:pt x="3" y="2"/>
                    <a:pt x="3" y="2"/>
                  </a:cubicBezTo>
                  <a:cubicBezTo>
                    <a:pt x="3" y="2"/>
                    <a:pt x="4" y="3"/>
                    <a:pt x="5" y="2"/>
                  </a:cubicBezTo>
                  <a:cubicBezTo>
                    <a:pt x="5" y="2"/>
                    <a:pt x="5" y="2"/>
                    <a:pt x="5" y="2"/>
                  </a:cubicBezTo>
                  <a:cubicBezTo>
                    <a:pt x="5" y="1"/>
                    <a:pt x="5" y="1"/>
                    <a:pt x="5" y="1"/>
                  </a:cubicBezTo>
                  <a:lnTo>
                    <a:pt x="3" y="0"/>
                  </a:lnTo>
                  <a:close/>
                </a:path>
              </a:pathLst>
            </a:custGeom>
            <a:solidFill>
              <a:srgbClr val="127D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47"/>
            <p:cNvSpPr>
              <a:spLocks/>
            </p:cNvSpPr>
            <p:nvPr/>
          </p:nvSpPr>
          <p:spPr bwMode="auto">
            <a:xfrm>
              <a:off x="8590756" y="2216282"/>
              <a:ext cx="766762" cy="557212"/>
            </a:xfrm>
            <a:custGeom>
              <a:avLst/>
              <a:gdLst>
                <a:gd name="T0" fmla="*/ 186 w 204"/>
                <a:gd name="T1" fmla="*/ 62 h 148"/>
                <a:gd name="T2" fmla="*/ 194 w 204"/>
                <a:gd name="T3" fmla="*/ 60 h 148"/>
                <a:gd name="T4" fmla="*/ 203 w 204"/>
                <a:gd name="T5" fmla="*/ 52 h 148"/>
                <a:gd name="T6" fmla="*/ 195 w 204"/>
                <a:gd name="T7" fmla="*/ 46 h 148"/>
                <a:gd name="T8" fmla="*/ 187 w 204"/>
                <a:gd name="T9" fmla="*/ 35 h 148"/>
                <a:gd name="T10" fmla="*/ 176 w 204"/>
                <a:gd name="T11" fmla="*/ 32 h 148"/>
                <a:gd name="T12" fmla="*/ 164 w 204"/>
                <a:gd name="T13" fmla="*/ 31 h 148"/>
                <a:gd name="T14" fmla="*/ 162 w 204"/>
                <a:gd name="T15" fmla="*/ 56 h 148"/>
                <a:gd name="T16" fmla="*/ 141 w 204"/>
                <a:gd name="T17" fmla="*/ 43 h 148"/>
                <a:gd name="T18" fmla="*/ 141 w 204"/>
                <a:gd name="T19" fmla="*/ 28 h 148"/>
                <a:gd name="T20" fmla="*/ 144 w 204"/>
                <a:gd name="T21" fmla="*/ 20 h 148"/>
                <a:gd name="T22" fmla="*/ 152 w 204"/>
                <a:gd name="T23" fmla="*/ 18 h 148"/>
                <a:gd name="T24" fmla="*/ 157 w 204"/>
                <a:gd name="T25" fmla="*/ 10 h 148"/>
                <a:gd name="T26" fmla="*/ 148 w 204"/>
                <a:gd name="T27" fmla="*/ 14 h 148"/>
                <a:gd name="T28" fmla="*/ 143 w 204"/>
                <a:gd name="T29" fmla="*/ 10 h 148"/>
                <a:gd name="T30" fmla="*/ 137 w 204"/>
                <a:gd name="T31" fmla="*/ 7 h 148"/>
                <a:gd name="T32" fmla="*/ 130 w 204"/>
                <a:gd name="T33" fmla="*/ 3 h 148"/>
                <a:gd name="T34" fmla="*/ 132 w 204"/>
                <a:gd name="T35" fmla="*/ 13 h 148"/>
                <a:gd name="T36" fmla="*/ 128 w 204"/>
                <a:gd name="T37" fmla="*/ 14 h 148"/>
                <a:gd name="T38" fmla="*/ 106 w 204"/>
                <a:gd name="T39" fmla="*/ 12 h 148"/>
                <a:gd name="T40" fmla="*/ 84 w 204"/>
                <a:gd name="T41" fmla="*/ 7 h 148"/>
                <a:gd name="T42" fmla="*/ 71 w 204"/>
                <a:gd name="T43" fmla="*/ 7 h 148"/>
                <a:gd name="T44" fmla="*/ 59 w 204"/>
                <a:gd name="T45" fmla="*/ 10 h 148"/>
                <a:gd name="T46" fmla="*/ 29 w 204"/>
                <a:gd name="T47" fmla="*/ 4 h 148"/>
                <a:gd name="T48" fmla="*/ 9 w 204"/>
                <a:gd name="T49" fmla="*/ 9 h 148"/>
                <a:gd name="T50" fmla="*/ 11 w 204"/>
                <a:gd name="T51" fmla="*/ 15 h 148"/>
                <a:gd name="T52" fmla="*/ 0 w 204"/>
                <a:gd name="T53" fmla="*/ 19 h 148"/>
                <a:gd name="T54" fmla="*/ 13 w 204"/>
                <a:gd name="T55" fmla="*/ 22 h 148"/>
                <a:gd name="T56" fmla="*/ 4 w 204"/>
                <a:gd name="T57" fmla="*/ 32 h 148"/>
                <a:gd name="T58" fmla="*/ 12 w 204"/>
                <a:gd name="T59" fmla="*/ 40 h 148"/>
                <a:gd name="T60" fmla="*/ 20 w 204"/>
                <a:gd name="T61" fmla="*/ 41 h 148"/>
                <a:gd name="T62" fmla="*/ 6 w 204"/>
                <a:gd name="T63" fmla="*/ 50 h 148"/>
                <a:gd name="T64" fmla="*/ 27 w 204"/>
                <a:gd name="T65" fmla="*/ 40 h 148"/>
                <a:gd name="T66" fmla="*/ 33 w 204"/>
                <a:gd name="T67" fmla="*/ 33 h 148"/>
                <a:gd name="T68" fmla="*/ 37 w 204"/>
                <a:gd name="T69" fmla="*/ 36 h 148"/>
                <a:gd name="T70" fmla="*/ 44 w 204"/>
                <a:gd name="T71" fmla="*/ 36 h 148"/>
                <a:gd name="T72" fmla="*/ 65 w 204"/>
                <a:gd name="T73" fmla="*/ 44 h 148"/>
                <a:gd name="T74" fmla="*/ 74 w 204"/>
                <a:gd name="T75" fmla="*/ 58 h 148"/>
                <a:gd name="T76" fmla="*/ 82 w 204"/>
                <a:gd name="T77" fmla="*/ 66 h 148"/>
                <a:gd name="T78" fmla="*/ 85 w 204"/>
                <a:gd name="T79" fmla="*/ 93 h 148"/>
                <a:gd name="T80" fmla="*/ 100 w 204"/>
                <a:gd name="T81" fmla="*/ 111 h 148"/>
                <a:gd name="T82" fmla="*/ 105 w 204"/>
                <a:gd name="T83" fmla="*/ 115 h 148"/>
                <a:gd name="T84" fmla="*/ 107 w 204"/>
                <a:gd name="T85" fmla="*/ 111 h 148"/>
                <a:gd name="T86" fmla="*/ 122 w 204"/>
                <a:gd name="T87" fmla="*/ 128 h 148"/>
                <a:gd name="T88" fmla="*/ 145 w 204"/>
                <a:gd name="T89" fmla="*/ 136 h 148"/>
                <a:gd name="T90" fmla="*/ 151 w 204"/>
                <a:gd name="T91" fmla="*/ 143 h 148"/>
                <a:gd name="T92" fmla="*/ 160 w 204"/>
                <a:gd name="T93" fmla="*/ 147 h 148"/>
                <a:gd name="T94" fmla="*/ 166 w 204"/>
                <a:gd name="T95" fmla="*/ 145 h 148"/>
                <a:gd name="T96" fmla="*/ 154 w 204"/>
                <a:gd name="T97" fmla="*/ 140 h 148"/>
                <a:gd name="T98" fmla="*/ 145 w 204"/>
                <a:gd name="T99" fmla="*/ 127 h 148"/>
                <a:gd name="T100" fmla="*/ 136 w 204"/>
                <a:gd name="T101" fmla="*/ 127 h 148"/>
                <a:gd name="T102" fmla="*/ 134 w 204"/>
                <a:gd name="T103" fmla="*/ 105 h 148"/>
                <a:gd name="T104" fmla="*/ 147 w 204"/>
                <a:gd name="T105" fmla="*/ 103 h 148"/>
                <a:gd name="T106" fmla="*/ 155 w 204"/>
                <a:gd name="T107" fmla="*/ 110 h 148"/>
                <a:gd name="T108" fmla="*/ 165 w 204"/>
                <a:gd name="T109" fmla="*/ 95 h 148"/>
                <a:gd name="T110" fmla="*/ 168 w 204"/>
                <a:gd name="T111" fmla="*/ 88 h 148"/>
                <a:gd name="T112" fmla="*/ 180 w 204"/>
                <a:gd name="T113" fmla="*/ 73 h 148"/>
                <a:gd name="T114" fmla="*/ 186 w 204"/>
                <a:gd name="T115" fmla="*/ 76 h 148"/>
                <a:gd name="T116" fmla="*/ 197 w 204"/>
                <a:gd name="T117" fmla="*/ 7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4" h="148">
                  <a:moveTo>
                    <a:pt x="192" y="70"/>
                  </a:moveTo>
                  <a:cubicBezTo>
                    <a:pt x="190" y="70"/>
                    <a:pt x="188" y="68"/>
                    <a:pt x="188" y="68"/>
                  </a:cubicBezTo>
                  <a:cubicBezTo>
                    <a:pt x="188" y="65"/>
                    <a:pt x="188" y="65"/>
                    <a:pt x="188" y="65"/>
                  </a:cubicBezTo>
                  <a:cubicBezTo>
                    <a:pt x="189" y="63"/>
                    <a:pt x="189" y="63"/>
                    <a:pt x="189" y="63"/>
                  </a:cubicBezTo>
                  <a:cubicBezTo>
                    <a:pt x="186" y="62"/>
                    <a:pt x="186" y="62"/>
                    <a:pt x="186" y="62"/>
                  </a:cubicBezTo>
                  <a:cubicBezTo>
                    <a:pt x="186" y="62"/>
                    <a:pt x="181" y="64"/>
                    <a:pt x="179" y="65"/>
                  </a:cubicBezTo>
                  <a:cubicBezTo>
                    <a:pt x="181" y="62"/>
                    <a:pt x="181" y="62"/>
                    <a:pt x="181" y="62"/>
                  </a:cubicBezTo>
                  <a:cubicBezTo>
                    <a:pt x="183" y="62"/>
                    <a:pt x="183" y="62"/>
                    <a:pt x="183" y="62"/>
                  </a:cubicBezTo>
                  <a:cubicBezTo>
                    <a:pt x="185" y="60"/>
                    <a:pt x="185" y="60"/>
                    <a:pt x="185" y="60"/>
                  </a:cubicBezTo>
                  <a:cubicBezTo>
                    <a:pt x="194" y="60"/>
                    <a:pt x="194" y="60"/>
                    <a:pt x="194" y="60"/>
                  </a:cubicBezTo>
                  <a:cubicBezTo>
                    <a:pt x="197" y="60"/>
                    <a:pt x="197" y="60"/>
                    <a:pt x="197" y="60"/>
                  </a:cubicBezTo>
                  <a:cubicBezTo>
                    <a:pt x="198" y="58"/>
                    <a:pt x="198" y="58"/>
                    <a:pt x="198" y="58"/>
                  </a:cubicBezTo>
                  <a:cubicBezTo>
                    <a:pt x="202" y="57"/>
                    <a:pt x="202" y="57"/>
                    <a:pt x="202" y="57"/>
                  </a:cubicBezTo>
                  <a:cubicBezTo>
                    <a:pt x="204" y="55"/>
                    <a:pt x="204" y="55"/>
                    <a:pt x="204" y="55"/>
                  </a:cubicBezTo>
                  <a:cubicBezTo>
                    <a:pt x="203" y="52"/>
                    <a:pt x="203" y="52"/>
                    <a:pt x="203" y="52"/>
                  </a:cubicBezTo>
                  <a:cubicBezTo>
                    <a:pt x="201" y="52"/>
                    <a:pt x="201" y="52"/>
                    <a:pt x="201" y="52"/>
                  </a:cubicBezTo>
                  <a:cubicBezTo>
                    <a:pt x="197" y="52"/>
                    <a:pt x="197" y="52"/>
                    <a:pt x="197" y="52"/>
                  </a:cubicBezTo>
                  <a:cubicBezTo>
                    <a:pt x="200" y="50"/>
                    <a:pt x="200" y="50"/>
                    <a:pt x="200" y="50"/>
                  </a:cubicBezTo>
                  <a:cubicBezTo>
                    <a:pt x="196" y="48"/>
                    <a:pt x="196" y="48"/>
                    <a:pt x="196" y="48"/>
                  </a:cubicBezTo>
                  <a:cubicBezTo>
                    <a:pt x="195" y="46"/>
                    <a:pt x="195" y="46"/>
                    <a:pt x="195" y="46"/>
                  </a:cubicBezTo>
                  <a:cubicBezTo>
                    <a:pt x="194" y="45"/>
                    <a:pt x="194" y="45"/>
                    <a:pt x="194" y="45"/>
                  </a:cubicBezTo>
                  <a:cubicBezTo>
                    <a:pt x="194" y="41"/>
                    <a:pt x="194" y="41"/>
                    <a:pt x="194" y="41"/>
                  </a:cubicBezTo>
                  <a:cubicBezTo>
                    <a:pt x="192" y="39"/>
                    <a:pt x="192" y="39"/>
                    <a:pt x="192" y="39"/>
                  </a:cubicBezTo>
                  <a:cubicBezTo>
                    <a:pt x="190" y="34"/>
                    <a:pt x="190" y="34"/>
                    <a:pt x="190" y="34"/>
                  </a:cubicBezTo>
                  <a:cubicBezTo>
                    <a:pt x="187" y="35"/>
                    <a:pt x="187" y="35"/>
                    <a:pt x="187" y="35"/>
                  </a:cubicBezTo>
                  <a:cubicBezTo>
                    <a:pt x="187" y="35"/>
                    <a:pt x="188" y="36"/>
                    <a:pt x="185" y="38"/>
                  </a:cubicBezTo>
                  <a:cubicBezTo>
                    <a:pt x="183" y="40"/>
                    <a:pt x="183" y="40"/>
                    <a:pt x="183" y="40"/>
                  </a:cubicBezTo>
                  <a:cubicBezTo>
                    <a:pt x="180" y="38"/>
                    <a:pt x="180" y="38"/>
                    <a:pt x="180" y="38"/>
                  </a:cubicBezTo>
                  <a:cubicBezTo>
                    <a:pt x="180" y="38"/>
                    <a:pt x="178" y="36"/>
                    <a:pt x="179" y="34"/>
                  </a:cubicBezTo>
                  <a:cubicBezTo>
                    <a:pt x="180" y="33"/>
                    <a:pt x="176" y="32"/>
                    <a:pt x="176" y="32"/>
                  </a:cubicBezTo>
                  <a:cubicBezTo>
                    <a:pt x="173" y="29"/>
                    <a:pt x="173" y="29"/>
                    <a:pt x="173" y="29"/>
                  </a:cubicBezTo>
                  <a:cubicBezTo>
                    <a:pt x="169" y="30"/>
                    <a:pt x="169" y="30"/>
                    <a:pt x="169" y="30"/>
                  </a:cubicBezTo>
                  <a:cubicBezTo>
                    <a:pt x="166" y="29"/>
                    <a:pt x="166" y="29"/>
                    <a:pt x="166" y="29"/>
                  </a:cubicBezTo>
                  <a:cubicBezTo>
                    <a:pt x="164" y="29"/>
                    <a:pt x="164" y="29"/>
                    <a:pt x="164" y="29"/>
                  </a:cubicBezTo>
                  <a:cubicBezTo>
                    <a:pt x="164" y="31"/>
                    <a:pt x="164" y="31"/>
                    <a:pt x="164" y="31"/>
                  </a:cubicBezTo>
                  <a:cubicBezTo>
                    <a:pt x="164" y="31"/>
                    <a:pt x="164" y="33"/>
                    <a:pt x="164" y="34"/>
                  </a:cubicBezTo>
                  <a:cubicBezTo>
                    <a:pt x="164" y="35"/>
                    <a:pt x="163" y="38"/>
                    <a:pt x="163" y="38"/>
                  </a:cubicBezTo>
                  <a:cubicBezTo>
                    <a:pt x="163" y="38"/>
                    <a:pt x="167" y="41"/>
                    <a:pt x="166" y="44"/>
                  </a:cubicBezTo>
                  <a:cubicBezTo>
                    <a:pt x="165" y="47"/>
                    <a:pt x="161" y="49"/>
                    <a:pt x="161" y="49"/>
                  </a:cubicBezTo>
                  <a:cubicBezTo>
                    <a:pt x="161" y="49"/>
                    <a:pt x="164" y="56"/>
                    <a:pt x="162" y="56"/>
                  </a:cubicBezTo>
                  <a:cubicBezTo>
                    <a:pt x="160" y="57"/>
                    <a:pt x="158" y="58"/>
                    <a:pt x="157" y="54"/>
                  </a:cubicBezTo>
                  <a:cubicBezTo>
                    <a:pt x="156" y="50"/>
                    <a:pt x="156" y="48"/>
                    <a:pt x="156" y="48"/>
                  </a:cubicBezTo>
                  <a:cubicBezTo>
                    <a:pt x="156" y="48"/>
                    <a:pt x="150" y="48"/>
                    <a:pt x="149" y="47"/>
                  </a:cubicBezTo>
                  <a:cubicBezTo>
                    <a:pt x="148" y="46"/>
                    <a:pt x="144" y="44"/>
                    <a:pt x="144" y="44"/>
                  </a:cubicBezTo>
                  <a:cubicBezTo>
                    <a:pt x="141" y="43"/>
                    <a:pt x="141" y="43"/>
                    <a:pt x="141" y="43"/>
                  </a:cubicBezTo>
                  <a:cubicBezTo>
                    <a:pt x="138" y="43"/>
                    <a:pt x="138" y="43"/>
                    <a:pt x="138" y="43"/>
                  </a:cubicBezTo>
                  <a:cubicBezTo>
                    <a:pt x="136" y="40"/>
                    <a:pt x="136" y="40"/>
                    <a:pt x="136" y="40"/>
                  </a:cubicBezTo>
                  <a:cubicBezTo>
                    <a:pt x="134" y="39"/>
                    <a:pt x="134" y="39"/>
                    <a:pt x="134" y="39"/>
                  </a:cubicBezTo>
                  <a:cubicBezTo>
                    <a:pt x="134" y="39"/>
                    <a:pt x="134" y="34"/>
                    <a:pt x="136" y="32"/>
                  </a:cubicBezTo>
                  <a:cubicBezTo>
                    <a:pt x="138" y="29"/>
                    <a:pt x="141" y="28"/>
                    <a:pt x="141" y="28"/>
                  </a:cubicBezTo>
                  <a:cubicBezTo>
                    <a:pt x="139" y="26"/>
                    <a:pt x="139" y="26"/>
                    <a:pt x="139" y="26"/>
                  </a:cubicBezTo>
                  <a:cubicBezTo>
                    <a:pt x="139" y="26"/>
                    <a:pt x="142" y="23"/>
                    <a:pt x="142" y="24"/>
                  </a:cubicBezTo>
                  <a:cubicBezTo>
                    <a:pt x="141" y="25"/>
                    <a:pt x="145" y="24"/>
                    <a:pt x="145" y="24"/>
                  </a:cubicBezTo>
                  <a:cubicBezTo>
                    <a:pt x="147" y="21"/>
                    <a:pt x="147" y="21"/>
                    <a:pt x="147" y="21"/>
                  </a:cubicBezTo>
                  <a:cubicBezTo>
                    <a:pt x="147" y="21"/>
                    <a:pt x="145" y="22"/>
                    <a:pt x="144" y="20"/>
                  </a:cubicBezTo>
                  <a:cubicBezTo>
                    <a:pt x="143" y="19"/>
                    <a:pt x="148" y="20"/>
                    <a:pt x="148" y="20"/>
                  </a:cubicBezTo>
                  <a:cubicBezTo>
                    <a:pt x="149" y="18"/>
                    <a:pt x="149" y="18"/>
                    <a:pt x="149" y="18"/>
                  </a:cubicBezTo>
                  <a:cubicBezTo>
                    <a:pt x="148" y="17"/>
                    <a:pt x="148" y="17"/>
                    <a:pt x="148" y="17"/>
                  </a:cubicBezTo>
                  <a:cubicBezTo>
                    <a:pt x="150" y="17"/>
                    <a:pt x="150" y="17"/>
                    <a:pt x="150" y="17"/>
                  </a:cubicBezTo>
                  <a:cubicBezTo>
                    <a:pt x="152" y="18"/>
                    <a:pt x="152" y="18"/>
                    <a:pt x="152" y="18"/>
                  </a:cubicBezTo>
                  <a:cubicBezTo>
                    <a:pt x="154" y="17"/>
                    <a:pt x="154" y="17"/>
                    <a:pt x="154" y="17"/>
                  </a:cubicBezTo>
                  <a:cubicBezTo>
                    <a:pt x="156" y="17"/>
                    <a:pt x="156" y="17"/>
                    <a:pt x="156" y="17"/>
                  </a:cubicBezTo>
                  <a:cubicBezTo>
                    <a:pt x="158" y="14"/>
                    <a:pt x="158" y="14"/>
                    <a:pt x="158" y="14"/>
                  </a:cubicBezTo>
                  <a:cubicBezTo>
                    <a:pt x="156" y="12"/>
                    <a:pt x="156" y="12"/>
                    <a:pt x="156" y="12"/>
                  </a:cubicBezTo>
                  <a:cubicBezTo>
                    <a:pt x="157" y="10"/>
                    <a:pt x="157" y="10"/>
                    <a:pt x="157" y="10"/>
                  </a:cubicBezTo>
                  <a:cubicBezTo>
                    <a:pt x="155" y="7"/>
                    <a:pt x="155" y="7"/>
                    <a:pt x="155" y="7"/>
                  </a:cubicBezTo>
                  <a:cubicBezTo>
                    <a:pt x="150" y="7"/>
                    <a:pt x="150" y="7"/>
                    <a:pt x="150" y="7"/>
                  </a:cubicBezTo>
                  <a:cubicBezTo>
                    <a:pt x="151" y="9"/>
                    <a:pt x="151" y="9"/>
                    <a:pt x="151" y="9"/>
                  </a:cubicBezTo>
                  <a:cubicBezTo>
                    <a:pt x="150" y="11"/>
                    <a:pt x="150" y="11"/>
                    <a:pt x="150" y="11"/>
                  </a:cubicBezTo>
                  <a:cubicBezTo>
                    <a:pt x="148" y="14"/>
                    <a:pt x="148" y="14"/>
                    <a:pt x="148" y="14"/>
                  </a:cubicBezTo>
                  <a:cubicBezTo>
                    <a:pt x="147" y="14"/>
                    <a:pt x="147" y="14"/>
                    <a:pt x="147" y="14"/>
                  </a:cubicBezTo>
                  <a:cubicBezTo>
                    <a:pt x="145" y="13"/>
                    <a:pt x="145" y="13"/>
                    <a:pt x="145" y="13"/>
                  </a:cubicBezTo>
                  <a:cubicBezTo>
                    <a:pt x="146" y="9"/>
                    <a:pt x="146" y="9"/>
                    <a:pt x="146" y="9"/>
                  </a:cubicBezTo>
                  <a:cubicBezTo>
                    <a:pt x="144" y="8"/>
                    <a:pt x="144" y="8"/>
                    <a:pt x="144" y="8"/>
                  </a:cubicBezTo>
                  <a:cubicBezTo>
                    <a:pt x="143" y="10"/>
                    <a:pt x="143" y="10"/>
                    <a:pt x="143" y="10"/>
                  </a:cubicBezTo>
                  <a:cubicBezTo>
                    <a:pt x="143" y="11"/>
                    <a:pt x="143" y="11"/>
                    <a:pt x="143" y="11"/>
                  </a:cubicBezTo>
                  <a:cubicBezTo>
                    <a:pt x="142" y="12"/>
                    <a:pt x="142" y="12"/>
                    <a:pt x="142" y="12"/>
                  </a:cubicBezTo>
                  <a:cubicBezTo>
                    <a:pt x="141" y="9"/>
                    <a:pt x="141" y="9"/>
                    <a:pt x="141" y="9"/>
                  </a:cubicBezTo>
                  <a:cubicBezTo>
                    <a:pt x="141" y="7"/>
                    <a:pt x="141" y="7"/>
                    <a:pt x="141" y="7"/>
                  </a:cubicBezTo>
                  <a:cubicBezTo>
                    <a:pt x="137" y="7"/>
                    <a:pt x="137" y="7"/>
                    <a:pt x="137" y="7"/>
                  </a:cubicBezTo>
                  <a:cubicBezTo>
                    <a:pt x="138" y="5"/>
                    <a:pt x="138" y="5"/>
                    <a:pt x="138" y="5"/>
                  </a:cubicBezTo>
                  <a:cubicBezTo>
                    <a:pt x="136" y="1"/>
                    <a:pt x="136" y="1"/>
                    <a:pt x="136" y="1"/>
                  </a:cubicBezTo>
                  <a:cubicBezTo>
                    <a:pt x="133" y="0"/>
                    <a:pt x="133" y="0"/>
                    <a:pt x="133" y="0"/>
                  </a:cubicBezTo>
                  <a:cubicBezTo>
                    <a:pt x="132" y="2"/>
                    <a:pt x="132" y="2"/>
                    <a:pt x="132" y="2"/>
                  </a:cubicBezTo>
                  <a:cubicBezTo>
                    <a:pt x="130" y="3"/>
                    <a:pt x="130" y="3"/>
                    <a:pt x="130" y="3"/>
                  </a:cubicBezTo>
                  <a:cubicBezTo>
                    <a:pt x="131" y="5"/>
                    <a:pt x="131" y="5"/>
                    <a:pt x="131" y="5"/>
                  </a:cubicBezTo>
                  <a:cubicBezTo>
                    <a:pt x="132" y="7"/>
                    <a:pt x="132" y="7"/>
                    <a:pt x="132" y="7"/>
                  </a:cubicBezTo>
                  <a:cubicBezTo>
                    <a:pt x="135" y="8"/>
                    <a:pt x="135" y="8"/>
                    <a:pt x="135" y="8"/>
                  </a:cubicBezTo>
                  <a:cubicBezTo>
                    <a:pt x="135" y="8"/>
                    <a:pt x="136" y="10"/>
                    <a:pt x="135" y="11"/>
                  </a:cubicBezTo>
                  <a:cubicBezTo>
                    <a:pt x="134" y="12"/>
                    <a:pt x="132" y="13"/>
                    <a:pt x="132" y="13"/>
                  </a:cubicBezTo>
                  <a:cubicBezTo>
                    <a:pt x="132" y="15"/>
                    <a:pt x="132" y="15"/>
                    <a:pt x="132" y="15"/>
                  </a:cubicBezTo>
                  <a:cubicBezTo>
                    <a:pt x="130" y="13"/>
                    <a:pt x="130" y="13"/>
                    <a:pt x="130" y="13"/>
                  </a:cubicBezTo>
                  <a:cubicBezTo>
                    <a:pt x="130" y="12"/>
                    <a:pt x="130" y="12"/>
                    <a:pt x="130" y="12"/>
                  </a:cubicBezTo>
                  <a:cubicBezTo>
                    <a:pt x="127" y="12"/>
                    <a:pt x="127" y="12"/>
                    <a:pt x="127" y="12"/>
                  </a:cubicBezTo>
                  <a:cubicBezTo>
                    <a:pt x="128" y="14"/>
                    <a:pt x="128" y="14"/>
                    <a:pt x="128" y="14"/>
                  </a:cubicBezTo>
                  <a:cubicBezTo>
                    <a:pt x="128" y="14"/>
                    <a:pt x="123" y="14"/>
                    <a:pt x="119" y="13"/>
                  </a:cubicBezTo>
                  <a:cubicBezTo>
                    <a:pt x="115" y="12"/>
                    <a:pt x="114" y="11"/>
                    <a:pt x="114" y="11"/>
                  </a:cubicBezTo>
                  <a:cubicBezTo>
                    <a:pt x="110" y="12"/>
                    <a:pt x="110" y="12"/>
                    <a:pt x="110" y="12"/>
                  </a:cubicBezTo>
                  <a:cubicBezTo>
                    <a:pt x="110" y="12"/>
                    <a:pt x="111" y="16"/>
                    <a:pt x="110" y="16"/>
                  </a:cubicBezTo>
                  <a:cubicBezTo>
                    <a:pt x="109" y="16"/>
                    <a:pt x="106" y="12"/>
                    <a:pt x="106" y="12"/>
                  </a:cubicBezTo>
                  <a:cubicBezTo>
                    <a:pt x="106" y="12"/>
                    <a:pt x="100" y="13"/>
                    <a:pt x="98" y="13"/>
                  </a:cubicBezTo>
                  <a:cubicBezTo>
                    <a:pt x="96" y="13"/>
                    <a:pt x="98" y="11"/>
                    <a:pt x="98" y="11"/>
                  </a:cubicBezTo>
                  <a:cubicBezTo>
                    <a:pt x="95" y="9"/>
                    <a:pt x="95" y="9"/>
                    <a:pt x="95" y="9"/>
                  </a:cubicBezTo>
                  <a:cubicBezTo>
                    <a:pt x="95" y="9"/>
                    <a:pt x="95" y="10"/>
                    <a:pt x="91" y="8"/>
                  </a:cubicBezTo>
                  <a:cubicBezTo>
                    <a:pt x="86" y="7"/>
                    <a:pt x="84" y="7"/>
                    <a:pt x="84" y="7"/>
                  </a:cubicBezTo>
                  <a:cubicBezTo>
                    <a:pt x="84" y="7"/>
                    <a:pt x="82" y="8"/>
                    <a:pt x="81" y="8"/>
                  </a:cubicBezTo>
                  <a:cubicBezTo>
                    <a:pt x="80" y="9"/>
                    <a:pt x="79" y="6"/>
                    <a:pt x="79" y="6"/>
                  </a:cubicBezTo>
                  <a:cubicBezTo>
                    <a:pt x="79" y="6"/>
                    <a:pt x="78" y="8"/>
                    <a:pt x="77" y="8"/>
                  </a:cubicBezTo>
                  <a:cubicBezTo>
                    <a:pt x="76" y="8"/>
                    <a:pt x="75" y="4"/>
                    <a:pt x="74" y="5"/>
                  </a:cubicBezTo>
                  <a:cubicBezTo>
                    <a:pt x="73" y="5"/>
                    <a:pt x="72" y="7"/>
                    <a:pt x="71" y="7"/>
                  </a:cubicBezTo>
                  <a:cubicBezTo>
                    <a:pt x="70" y="7"/>
                    <a:pt x="69" y="5"/>
                    <a:pt x="69" y="5"/>
                  </a:cubicBezTo>
                  <a:cubicBezTo>
                    <a:pt x="69" y="5"/>
                    <a:pt x="66" y="7"/>
                    <a:pt x="64" y="8"/>
                  </a:cubicBezTo>
                  <a:cubicBezTo>
                    <a:pt x="62" y="8"/>
                    <a:pt x="62" y="8"/>
                    <a:pt x="62" y="8"/>
                  </a:cubicBezTo>
                  <a:cubicBezTo>
                    <a:pt x="59" y="9"/>
                    <a:pt x="59" y="9"/>
                    <a:pt x="59" y="9"/>
                  </a:cubicBezTo>
                  <a:cubicBezTo>
                    <a:pt x="59" y="10"/>
                    <a:pt x="59" y="10"/>
                    <a:pt x="59" y="10"/>
                  </a:cubicBezTo>
                  <a:cubicBezTo>
                    <a:pt x="59" y="10"/>
                    <a:pt x="54" y="8"/>
                    <a:pt x="52" y="8"/>
                  </a:cubicBezTo>
                  <a:cubicBezTo>
                    <a:pt x="49" y="7"/>
                    <a:pt x="46" y="6"/>
                    <a:pt x="46" y="6"/>
                  </a:cubicBezTo>
                  <a:cubicBezTo>
                    <a:pt x="46" y="6"/>
                    <a:pt x="41" y="7"/>
                    <a:pt x="39" y="6"/>
                  </a:cubicBezTo>
                  <a:cubicBezTo>
                    <a:pt x="37" y="5"/>
                    <a:pt x="32" y="4"/>
                    <a:pt x="31" y="4"/>
                  </a:cubicBezTo>
                  <a:cubicBezTo>
                    <a:pt x="29" y="4"/>
                    <a:pt x="29" y="4"/>
                    <a:pt x="29" y="4"/>
                  </a:cubicBezTo>
                  <a:cubicBezTo>
                    <a:pt x="23" y="3"/>
                    <a:pt x="23" y="3"/>
                    <a:pt x="23" y="3"/>
                  </a:cubicBezTo>
                  <a:cubicBezTo>
                    <a:pt x="22" y="1"/>
                    <a:pt x="22" y="1"/>
                    <a:pt x="22" y="1"/>
                  </a:cubicBezTo>
                  <a:cubicBezTo>
                    <a:pt x="22" y="1"/>
                    <a:pt x="20" y="2"/>
                    <a:pt x="18" y="3"/>
                  </a:cubicBezTo>
                  <a:cubicBezTo>
                    <a:pt x="16" y="3"/>
                    <a:pt x="16" y="4"/>
                    <a:pt x="14" y="5"/>
                  </a:cubicBezTo>
                  <a:cubicBezTo>
                    <a:pt x="12" y="5"/>
                    <a:pt x="10" y="5"/>
                    <a:pt x="9" y="9"/>
                  </a:cubicBezTo>
                  <a:cubicBezTo>
                    <a:pt x="9" y="9"/>
                    <a:pt x="8" y="10"/>
                    <a:pt x="5" y="10"/>
                  </a:cubicBezTo>
                  <a:cubicBezTo>
                    <a:pt x="3" y="10"/>
                    <a:pt x="2" y="11"/>
                    <a:pt x="3" y="12"/>
                  </a:cubicBezTo>
                  <a:cubicBezTo>
                    <a:pt x="4" y="13"/>
                    <a:pt x="6" y="13"/>
                    <a:pt x="6" y="13"/>
                  </a:cubicBezTo>
                  <a:cubicBezTo>
                    <a:pt x="8" y="14"/>
                    <a:pt x="8" y="14"/>
                    <a:pt x="8" y="14"/>
                  </a:cubicBezTo>
                  <a:cubicBezTo>
                    <a:pt x="8" y="14"/>
                    <a:pt x="9" y="15"/>
                    <a:pt x="11" y="15"/>
                  </a:cubicBezTo>
                  <a:cubicBezTo>
                    <a:pt x="12" y="16"/>
                    <a:pt x="12" y="16"/>
                    <a:pt x="12" y="16"/>
                  </a:cubicBezTo>
                  <a:cubicBezTo>
                    <a:pt x="12" y="16"/>
                    <a:pt x="15" y="16"/>
                    <a:pt x="14" y="17"/>
                  </a:cubicBezTo>
                  <a:cubicBezTo>
                    <a:pt x="13" y="18"/>
                    <a:pt x="12" y="19"/>
                    <a:pt x="10" y="19"/>
                  </a:cubicBezTo>
                  <a:cubicBezTo>
                    <a:pt x="9" y="19"/>
                    <a:pt x="7" y="17"/>
                    <a:pt x="7" y="17"/>
                  </a:cubicBezTo>
                  <a:cubicBezTo>
                    <a:pt x="0" y="19"/>
                    <a:pt x="0" y="19"/>
                    <a:pt x="0" y="19"/>
                  </a:cubicBezTo>
                  <a:cubicBezTo>
                    <a:pt x="1" y="21"/>
                    <a:pt x="1" y="21"/>
                    <a:pt x="1" y="21"/>
                  </a:cubicBezTo>
                  <a:cubicBezTo>
                    <a:pt x="1" y="21"/>
                    <a:pt x="3" y="20"/>
                    <a:pt x="3" y="21"/>
                  </a:cubicBezTo>
                  <a:cubicBezTo>
                    <a:pt x="3" y="22"/>
                    <a:pt x="3" y="22"/>
                    <a:pt x="3" y="22"/>
                  </a:cubicBezTo>
                  <a:cubicBezTo>
                    <a:pt x="3" y="22"/>
                    <a:pt x="8" y="24"/>
                    <a:pt x="10" y="23"/>
                  </a:cubicBezTo>
                  <a:cubicBezTo>
                    <a:pt x="10" y="23"/>
                    <a:pt x="12" y="22"/>
                    <a:pt x="13" y="22"/>
                  </a:cubicBezTo>
                  <a:cubicBezTo>
                    <a:pt x="14" y="23"/>
                    <a:pt x="14" y="25"/>
                    <a:pt x="14" y="25"/>
                  </a:cubicBezTo>
                  <a:cubicBezTo>
                    <a:pt x="14" y="25"/>
                    <a:pt x="12" y="26"/>
                    <a:pt x="10" y="26"/>
                  </a:cubicBezTo>
                  <a:cubicBezTo>
                    <a:pt x="9" y="27"/>
                    <a:pt x="6" y="27"/>
                    <a:pt x="6" y="27"/>
                  </a:cubicBezTo>
                  <a:cubicBezTo>
                    <a:pt x="6" y="27"/>
                    <a:pt x="6" y="29"/>
                    <a:pt x="5" y="29"/>
                  </a:cubicBezTo>
                  <a:cubicBezTo>
                    <a:pt x="4" y="30"/>
                    <a:pt x="4" y="32"/>
                    <a:pt x="4" y="32"/>
                  </a:cubicBezTo>
                  <a:cubicBezTo>
                    <a:pt x="4" y="32"/>
                    <a:pt x="6" y="31"/>
                    <a:pt x="6" y="33"/>
                  </a:cubicBezTo>
                  <a:cubicBezTo>
                    <a:pt x="6" y="34"/>
                    <a:pt x="7" y="36"/>
                    <a:pt x="7" y="36"/>
                  </a:cubicBezTo>
                  <a:cubicBezTo>
                    <a:pt x="10" y="36"/>
                    <a:pt x="10" y="36"/>
                    <a:pt x="10" y="36"/>
                  </a:cubicBezTo>
                  <a:cubicBezTo>
                    <a:pt x="11" y="35"/>
                    <a:pt x="11" y="35"/>
                    <a:pt x="11" y="35"/>
                  </a:cubicBezTo>
                  <a:cubicBezTo>
                    <a:pt x="12" y="40"/>
                    <a:pt x="12" y="40"/>
                    <a:pt x="12" y="40"/>
                  </a:cubicBezTo>
                  <a:cubicBezTo>
                    <a:pt x="12" y="40"/>
                    <a:pt x="13" y="39"/>
                    <a:pt x="14" y="39"/>
                  </a:cubicBezTo>
                  <a:cubicBezTo>
                    <a:pt x="16" y="39"/>
                    <a:pt x="17" y="39"/>
                    <a:pt x="17" y="39"/>
                  </a:cubicBezTo>
                  <a:cubicBezTo>
                    <a:pt x="19" y="39"/>
                    <a:pt x="19" y="39"/>
                    <a:pt x="19" y="39"/>
                  </a:cubicBezTo>
                  <a:cubicBezTo>
                    <a:pt x="20" y="39"/>
                    <a:pt x="20" y="39"/>
                    <a:pt x="20" y="39"/>
                  </a:cubicBezTo>
                  <a:cubicBezTo>
                    <a:pt x="20" y="41"/>
                    <a:pt x="20" y="41"/>
                    <a:pt x="20" y="41"/>
                  </a:cubicBezTo>
                  <a:cubicBezTo>
                    <a:pt x="20" y="41"/>
                    <a:pt x="21" y="42"/>
                    <a:pt x="18" y="43"/>
                  </a:cubicBezTo>
                  <a:cubicBezTo>
                    <a:pt x="16" y="45"/>
                    <a:pt x="15" y="45"/>
                    <a:pt x="13" y="46"/>
                  </a:cubicBezTo>
                  <a:cubicBezTo>
                    <a:pt x="12" y="46"/>
                    <a:pt x="9" y="48"/>
                    <a:pt x="9" y="48"/>
                  </a:cubicBezTo>
                  <a:cubicBezTo>
                    <a:pt x="8" y="48"/>
                    <a:pt x="8" y="48"/>
                    <a:pt x="8" y="48"/>
                  </a:cubicBezTo>
                  <a:cubicBezTo>
                    <a:pt x="8" y="48"/>
                    <a:pt x="5" y="49"/>
                    <a:pt x="6" y="50"/>
                  </a:cubicBezTo>
                  <a:cubicBezTo>
                    <a:pt x="6" y="51"/>
                    <a:pt x="8" y="50"/>
                    <a:pt x="9" y="49"/>
                  </a:cubicBezTo>
                  <a:cubicBezTo>
                    <a:pt x="11" y="49"/>
                    <a:pt x="13" y="47"/>
                    <a:pt x="13" y="47"/>
                  </a:cubicBezTo>
                  <a:cubicBezTo>
                    <a:pt x="16" y="47"/>
                    <a:pt x="16" y="47"/>
                    <a:pt x="16" y="47"/>
                  </a:cubicBezTo>
                  <a:cubicBezTo>
                    <a:pt x="16" y="47"/>
                    <a:pt x="17" y="45"/>
                    <a:pt x="19" y="44"/>
                  </a:cubicBezTo>
                  <a:cubicBezTo>
                    <a:pt x="27" y="40"/>
                    <a:pt x="27" y="40"/>
                    <a:pt x="27" y="40"/>
                  </a:cubicBezTo>
                  <a:cubicBezTo>
                    <a:pt x="27" y="40"/>
                    <a:pt x="26" y="39"/>
                    <a:pt x="26" y="38"/>
                  </a:cubicBezTo>
                  <a:cubicBezTo>
                    <a:pt x="26" y="37"/>
                    <a:pt x="27" y="36"/>
                    <a:pt x="27" y="36"/>
                  </a:cubicBezTo>
                  <a:cubicBezTo>
                    <a:pt x="27" y="36"/>
                    <a:pt x="28" y="36"/>
                    <a:pt x="28" y="35"/>
                  </a:cubicBezTo>
                  <a:cubicBezTo>
                    <a:pt x="29" y="34"/>
                    <a:pt x="32" y="31"/>
                    <a:pt x="34" y="31"/>
                  </a:cubicBezTo>
                  <a:cubicBezTo>
                    <a:pt x="33" y="33"/>
                    <a:pt x="33" y="33"/>
                    <a:pt x="33" y="33"/>
                  </a:cubicBezTo>
                  <a:cubicBezTo>
                    <a:pt x="31" y="34"/>
                    <a:pt x="31" y="34"/>
                    <a:pt x="31" y="34"/>
                  </a:cubicBezTo>
                  <a:cubicBezTo>
                    <a:pt x="30" y="38"/>
                    <a:pt x="30" y="38"/>
                    <a:pt x="30" y="38"/>
                  </a:cubicBezTo>
                  <a:cubicBezTo>
                    <a:pt x="31" y="38"/>
                    <a:pt x="31" y="38"/>
                    <a:pt x="31" y="38"/>
                  </a:cubicBezTo>
                  <a:cubicBezTo>
                    <a:pt x="31" y="38"/>
                    <a:pt x="33" y="36"/>
                    <a:pt x="34" y="36"/>
                  </a:cubicBezTo>
                  <a:cubicBezTo>
                    <a:pt x="36" y="36"/>
                    <a:pt x="37" y="36"/>
                    <a:pt x="37" y="36"/>
                  </a:cubicBezTo>
                  <a:cubicBezTo>
                    <a:pt x="36" y="33"/>
                    <a:pt x="36" y="33"/>
                    <a:pt x="36" y="33"/>
                  </a:cubicBezTo>
                  <a:cubicBezTo>
                    <a:pt x="36" y="33"/>
                    <a:pt x="38" y="33"/>
                    <a:pt x="39" y="33"/>
                  </a:cubicBezTo>
                  <a:cubicBezTo>
                    <a:pt x="40" y="34"/>
                    <a:pt x="40" y="34"/>
                    <a:pt x="40" y="34"/>
                  </a:cubicBezTo>
                  <a:cubicBezTo>
                    <a:pt x="43" y="35"/>
                    <a:pt x="43" y="35"/>
                    <a:pt x="43" y="35"/>
                  </a:cubicBezTo>
                  <a:cubicBezTo>
                    <a:pt x="44" y="36"/>
                    <a:pt x="44" y="36"/>
                    <a:pt x="44" y="36"/>
                  </a:cubicBezTo>
                  <a:cubicBezTo>
                    <a:pt x="44" y="36"/>
                    <a:pt x="47" y="36"/>
                    <a:pt x="49" y="36"/>
                  </a:cubicBezTo>
                  <a:cubicBezTo>
                    <a:pt x="51" y="37"/>
                    <a:pt x="57" y="40"/>
                    <a:pt x="57" y="40"/>
                  </a:cubicBezTo>
                  <a:cubicBezTo>
                    <a:pt x="57" y="40"/>
                    <a:pt x="59" y="41"/>
                    <a:pt x="60" y="39"/>
                  </a:cubicBezTo>
                  <a:cubicBezTo>
                    <a:pt x="60" y="38"/>
                    <a:pt x="62" y="41"/>
                    <a:pt x="62" y="41"/>
                  </a:cubicBezTo>
                  <a:cubicBezTo>
                    <a:pt x="62" y="41"/>
                    <a:pt x="64" y="43"/>
                    <a:pt x="65" y="44"/>
                  </a:cubicBezTo>
                  <a:cubicBezTo>
                    <a:pt x="66" y="46"/>
                    <a:pt x="68" y="50"/>
                    <a:pt x="69" y="49"/>
                  </a:cubicBezTo>
                  <a:cubicBezTo>
                    <a:pt x="69" y="49"/>
                    <a:pt x="70" y="50"/>
                    <a:pt x="70" y="50"/>
                  </a:cubicBezTo>
                  <a:cubicBezTo>
                    <a:pt x="70" y="50"/>
                    <a:pt x="69" y="53"/>
                    <a:pt x="69" y="53"/>
                  </a:cubicBezTo>
                  <a:cubicBezTo>
                    <a:pt x="70" y="53"/>
                    <a:pt x="72" y="55"/>
                    <a:pt x="72" y="55"/>
                  </a:cubicBezTo>
                  <a:cubicBezTo>
                    <a:pt x="72" y="55"/>
                    <a:pt x="75" y="56"/>
                    <a:pt x="74" y="58"/>
                  </a:cubicBezTo>
                  <a:cubicBezTo>
                    <a:pt x="74" y="59"/>
                    <a:pt x="78" y="60"/>
                    <a:pt x="78" y="60"/>
                  </a:cubicBezTo>
                  <a:cubicBezTo>
                    <a:pt x="78" y="60"/>
                    <a:pt x="80" y="60"/>
                    <a:pt x="80" y="61"/>
                  </a:cubicBezTo>
                  <a:cubicBezTo>
                    <a:pt x="81" y="62"/>
                    <a:pt x="83" y="63"/>
                    <a:pt x="83" y="66"/>
                  </a:cubicBezTo>
                  <a:cubicBezTo>
                    <a:pt x="83" y="69"/>
                    <a:pt x="83" y="69"/>
                    <a:pt x="83" y="69"/>
                  </a:cubicBezTo>
                  <a:cubicBezTo>
                    <a:pt x="82" y="66"/>
                    <a:pt x="82" y="66"/>
                    <a:pt x="82" y="66"/>
                  </a:cubicBezTo>
                  <a:cubicBezTo>
                    <a:pt x="80" y="66"/>
                    <a:pt x="80" y="66"/>
                    <a:pt x="80" y="66"/>
                  </a:cubicBezTo>
                  <a:cubicBezTo>
                    <a:pt x="80" y="66"/>
                    <a:pt x="81" y="67"/>
                    <a:pt x="81" y="70"/>
                  </a:cubicBezTo>
                  <a:cubicBezTo>
                    <a:pt x="80" y="73"/>
                    <a:pt x="79" y="77"/>
                    <a:pt x="79" y="80"/>
                  </a:cubicBezTo>
                  <a:cubicBezTo>
                    <a:pt x="79" y="83"/>
                    <a:pt x="82" y="84"/>
                    <a:pt x="83" y="86"/>
                  </a:cubicBezTo>
                  <a:cubicBezTo>
                    <a:pt x="83" y="89"/>
                    <a:pt x="84" y="92"/>
                    <a:pt x="85" y="93"/>
                  </a:cubicBezTo>
                  <a:cubicBezTo>
                    <a:pt x="86" y="95"/>
                    <a:pt x="88" y="94"/>
                    <a:pt x="91" y="96"/>
                  </a:cubicBezTo>
                  <a:cubicBezTo>
                    <a:pt x="93" y="98"/>
                    <a:pt x="94" y="99"/>
                    <a:pt x="94" y="101"/>
                  </a:cubicBezTo>
                  <a:cubicBezTo>
                    <a:pt x="95" y="103"/>
                    <a:pt x="98" y="106"/>
                    <a:pt x="98" y="106"/>
                  </a:cubicBezTo>
                  <a:cubicBezTo>
                    <a:pt x="98" y="109"/>
                    <a:pt x="98" y="109"/>
                    <a:pt x="98" y="109"/>
                  </a:cubicBezTo>
                  <a:cubicBezTo>
                    <a:pt x="98" y="109"/>
                    <a:pt x="99" y="110"/>
                    <a:pt x="100" y="111"/>
                  </a:cubicBezTo>
                  <a:cubicBezTo>
                    <a:pt x="102" y="112"/>
                    <a:pt x="102" y="115"/>
                    <a:pt x="102" y="115"/>
                  </a:cubicBezTo>
                  <a:cubicBezTo>
                    <a:pt x="106" y="118"/>
                    <a:pt x="106" y="118"/>
                    <a:pt x="106" y="118"/>
                  </a:cubicBezTo>
                  <a:cubicBezTo>
                    <a:pt x="107" y="118"/>
                    <a:pt x="107" y="118"/>
                    <a:pt x="107" y="118"/>
                  </a:cubicBezTo>
                  <a:cubicBezTo>
                    <a:pt x="106" y="116"/>
                    <a:pt x="106" y="116"/>
                    <a:pt x="106" y="116"/>
                  </a:cubicBezTo>
                  <a:cubicBezTo>
                    <a:pt x="105" y="115"/>
                    <a:pt x="105" y="115"/>
                    <a:pt x="105" y="115"/>
                  </a:cubicBezTo>
                  <a:cubicBezTo>
                    <a:pt x="105" y="115"/>
                    <a:pt x="105" y="113"/>
                    <a:pt x="104" y="111"/>
                  </a:cubicBezTo>
                  <a:cubicBezTo>
                    <a:pt x="103" y="110"/>
                    <a:pt x="98" y="104"/>
                    <a:pt x="97" y="101"/>
                  </a:cubicBezTo>
                  <a:cubicBezTo>
                    <a:pt x="97" y="101"/>
                    <a:pt x="99" y="100"/>
                    <a:pt x="100" y="102"/>
                  </a:cubicBezTo>
                  <a:cubicBezTo>
                    <a:pt x="100" y="104"/>
                    <a:pt x="103" y="108"/>
                    <a:pt x="103" y="108"/>
                  </a:cubicBezTo>
                  <a:cubicBezTo>
                    <a:pt x="107" y="111"/>
                    <a:pt x="107" y="111"/>
                    <a:pt x="107" y="111"/>
                  </a:cubicBezTo>
                  <a:cubicBezTo>
                    <a:pt x="107" y="113"/>
                    <a:pt x="107" y="113"/>
                    <a:pt x="107" y="113"/>
                  </a:cubicBezTo>
                  <a:cubicBezTo>
                    <a:pt x="107" y="113"/>
                    <a:pt x="114" y="119"/>
                    <a:pt x="114" y="120"/>
                  </a:cubicBezTo>
                  <a:cubicBezTo>
                    <a:pt x="114" y="121"/>
                    <a:pt x="114" y="123"/>
                    <a:pt x="114" y="123"/>
                  </a:cubicBezTo>
                  <a:cubicBezTo>
                    <a:pt x="118" y="126"/>
                    <a:pt x="118" y="126"/>
                    <a:pt x="118" y="126"/>
                  </a:cubicBezTo>
                  <a:cubicBezTo>
                    <a:pt x="118" y="126"/>
                    <a:pt x="121" y="127"/>
                    <a:pt x="122" y="128"/>
                  </a:cubicBezTo>
                  <a:cubicBezTo>
                    <a:pt x="124" y="129"/>
                    <a:pt x="129" y="132"/>
                    <a:pt x="129" y="132"/>
                  </a:cubicBezTo>
                  <a:cubicBezTo>
                    <a:pt x="129" y="132"/>
                    <a:pt x="132" y="129"/>
                    <a:pt x="134" y="131"/>
                  </a:cubicBezTo>
                  <a:cubicBezTo>
                    <a:pt x="136" y="132"/>
                    <a:pt x="139" y="134"/>
                    <a:pt x="139" y="134"/>
                  </a:cubicBezTo>
                  <a:cubicBezTo>
                    <a:pt x="142" y="135"/>
                    <a:pt x="142" y="135"/>
                    <a:pt x="142" y="135"/>
                  </a:cubicBezTo>
                  <a:cubicBezTo>
                    <a:pt x="145" y="136"/>
                    <a:pt x="145" y="136"/>
                    <a:pt x="145" y="136"/>
                  </a:cubicBezTo>
                  <a:cubicBezTo>
                    <a:pt x="146" y="135"/>
                    <a:pt x="146" y="135"/>
                    <a:pt x="146" y="135"/>
                  </a:cubicBezTo>
                  <a:cubicBezTo>
                    <a:pt x="148" y="138"/>
                    <a:pt x="148" y="138"/>
                    <a:pt x="148" y="138"/>
                  </a:cubicBezTo>
                  <a:cubicBezTo>
                    <a:pt x="150" y="140"/>
                    <a:pt x="150" y="140"/>
                    <a:pt x="150" y="140"/>
                  </a:cubicBezTo>
                  <a:cubicBezTo>
                    <a:pt x="150" y="142"/>
                    <a:pt x="150" y="142"/>
                    <a:pt x="150" y="142"/>
                  </a:cubicBezTo>
                  <a:cubicBezTo>
                    <a:pt x="151" y="143"/>
                    <a:pt x="151" y="143"/>
                    <a:pt x="151" y="143"/>
                  </a:cubicBezTo>
                  <a:cubicBezTo>
                    <a:pt x="153" y="143"/>
                    <a:pt x="153" y="143"/>
                    <a:pt x="153" y="143"/>
                  </a:cubicBezTo>
                  <a:cubicBezTo>
                    <a:pt x="154" y="145"/>
                    <a:pt x="154" y="145"/>
                    <a:pt x="154" y="145"/>
                  </a:cubicBezTo>
                  <a:cubicBezTo>
                    <a:pt x="157" y="146"/>
                    <a:pt x="157" y="146"/>
                    <a:pt x="157" y="146"/>
                  </a:cubicBezTo>
                  <a:cubicBezTo>
                    <a:pt x="159" y="148"/>
                    <a:pt x="159" y="148"/>
                    <a:pt x="159" y="148"/>
                  </a:cubicBezTo>
                  <a:cubicBezTo>
                    <a:pt x="160" y="147"/>
                    <a:pt x="160" y="147"/>
                    <a:pt x="160" y="147"/>
                  </a:cubicBezTo>
                  <a:cubicBezTo>
                    <a:pt x="160" y="145"/>
                    <a:pt x="160" y="145"/>
                    <a:pt x="160" y="145"/>
                  </a:cubicBezTo>
                  <a:cubicBezTo>
                    <a:pt x="162" y="144"/>
                    <a:pt x="162" y="144"/>
                    <a:pt x="162" y="144"/>
                  </a:cubicBezTo>
                  <a:cubicBezTo>
                    <a:pt x="163" y="147"/>
                    <a:pt x="163" y="147"/>
                    <a:pt x="163" y="147"/>
                  </a:cubicBezTo>
                  <a:cubicBezTo>
                    <a:pt x="165" y="148"/>
                    <a:pt x="165" y="148"/>
                    <a:pt x="165" y="148"/>
                  </a:cubicBezTo>
                  <a:cubicBezTo>
                    <a:pt x="166" y="145"/>
                    <a:pt x="166" y="145"/>
                    <a:pt x="166" y="145"/>
                  </a:cubicBezTo>
                  <a:cubicBezTo>
                    <a:pt x="164" y="143"/>
                    <a:pt x="164" y="143"/>
                    <a:pt x="164" y="143"/>
                  </a:cubicBezTo>
                  <a:cubicBezTo>
                    <a:pt x="162" y="142"/>
                    <a:pt x="162" y="142"/>
                    <a:pt x="162" y="142"/>
                  </a:cubicBezTo>
                  <a:cubicBezTo>
                    <a:pt x="158" y="144"/>
                    <a:pt x="158" y="144"/>
                    <a:pt x="158" y="144"/>
                  </a:cubicBezTo>
                  <a:cubicBezTo>
                    <a:pt x="155" y="142"/>
                    <a:pt x="155" y="142"/>
                    <a:pt x="155" y="142"/>
                  </a:cubicBezTo>
                  <a:cubicBezTo>
                    <a:pt x="154" y="140"/>
                    <a:pt x="154" y="140"/>
                    <a:pt x="154" y="140"/>
                  </a:cubicBezTo>
                  <a:cubicBezTo>
                    <a:pt x="155" y="132"/>
                    <a:pt x="155" y="132"/>
                    <a:pt x="155" y="132"/>
                  </a:cubicBezTo>
                  <a:cubicBezTo>
                    <a:pt x="155" y="132"/>
                    <a:pt x="153" y="131"/>
                    <a:pt x="153" y="130"/>
                  </a:cubicBezTo>
                  <a:cubicBezTo>
                    <a:pt x="153" y="129"/>
                    <a:pt x="149" y="131"/>
                    <a:pt x="148" y="131"/>
                  </a:cubicBezTo>
                  <a:cubicBezTo>
                    <a:pt x="146" y="131"/>
                    <a:pt x="144" y="130"/>
                    <a:pt x="144" y="130"/>
                  </a:cubicBezTo>
                  <a:cubicBezTo>
                    <a:pt x="145" y="127"/>
                    <a:pt x="145" y="127"/>
                    <a:pt x="145" y="127"/>
                  </a:cubicBezTo>
                  <a:cubicBezTo>
                    <a:pt x="146" y="127"/>
                    <a:pt x="146" y="127"/>
                    <a:pt x="146" y="127"/>
                  </a:cubicBezTo>
                  <a:cubicBezTo>
                    <a:pt x="146" y="127"/>
                    <a:pt x="147" y="122"/>
                    <a:pt x="148" y="121"/>
                  </a:cubicBezTo>
                  <a:cubicBezTo>
                    <a:pt x="148" y="120"/>
                    <a:pt x="145" y="119"/>
                    <a:pt x="143" y="120"/>
                  </a:cubicBezTo>
                  <a:cubicBezTo>
                    <a:pt x="142" y="120"/>
                    <a:pt x="141" y="124"/>
                    <a:pt x="141" y="125"/>
                  </a:cubicBezTo>
                  <a:cubicBezTo>
                    <a:pt x="140" y="127"/>
                    <a:pt x="136" y="127"/>
                    <a:pt x="136" y="127"/>
                  </a:cubicBezTo>
                  <a:cubicBezTo>
                    <a:pt x="136" y="127"/>
                    <a:pt x="130" y="127"/>
                    <a:pt x="129" y="121"/>
                  </a:cubicBezTo>
                  <a:cubicBezTo>
                    <a:pt x="128" y="116"/>
                    <a:pt x="128" y="116"/>
                    <a:pt x="128" y="116"/>
                  </a:cubicBezTo>
                  <a:cubicBezTo>
                    <a:pt x="129" y="112"/>
                    <a:pt x="129" y="112"/>
                    <a:pt x="129" y="112"/>
                  </a:cubicBezTo>
                  <a:cubicBezTo>
                    <a:pt x="129" y="108"/>
                    <a:pt x="129" y="108"/>
                    <a:pt x="129" y="108"/>
                  </a:cubicBezTo>
                  <a:cubicBezTo>
                    <a:pt x="134" y="105"/>
                    <a:pt x="134" y="105"/>
                    <a:pt x="134" y="105"/>
                  </a:cubicBezTo>
                  <a:cubicBezTo>
                    <a:pt x="138" y="104"/>
                    <a:pt x="138" y="104"/>
                    <a:pt x="138" y="104"/>
                  </a:cubicBezTo>
                  <a:cubicBezTo>
                    <a:pt x="141" y="105"/>
                    <a:pt x="141" y="105"/>
                    <a:pt x="141" y="105"/>
                  </a:cubicBezTo>
                  <a:cubicBezTo>
                    <a:pt x="143" y="105"/>
                    <a:pt x="143" y="105"/>
                    <a:pt x="143" y="105"/>
                  </a:cubicBezTo>
                  <a:cubicBezTo>
                    <a:pt x="141" y="103"/>
                    <a:pt x="141" y="103"/>
                    <a:pt x="141" y="103"/>
                  </a:cubicBezTo>
                  <a:cubicBezTo>
                    <a:pt x="147" y="103"/>
                    <a:pt x="147" y="103"/>
                    <a:pt x="147" y="103"/>
                  </a:cubicBezTo>
                  <a:cubicBezTo>
                    <a:pt x="150" y="104"/>
                    <a:pt x="150" y="104"/>
                    <a:pt x="150" y="104"/>
                  </a:cubicBezTo>
                  <a:cubicBezTo>
                    <a:pt x="151" y="105"/>
                    <a:pt x="151" y="105"/>
                    <a:pt x="151" y="105"/>
                  </a:cubicBezTo>
                  <a:cubicBezTo>
                    <a:pt x="153" y="104"/>
                    <a:pt x="153" y="104"/>
                    <a:pt x="153" y="104"/>
                  </a:cubicBezTo>
                  <a:cubicBezTo>
                    <a:pt x="155" y="105"/>
                    <a:pt x="155" y="105"/>
                    <a:pt x="155" y="105"/>
                  </a:cubicBezTo>
                  <a:cubicBezTo>
                    <a:pt x="155" y="110"/>
                    <a:pt x="155" y="110"/>
                    <a:pt x="155" y="110"/>
                  </a:cubicBezTo>
                  <a:cubicBezTo>
                    <a:pt x="160" y="114"/>
                    <a:pt x="160" y="114"/>
                    <a:pt x="160" y="114"/>
                  </a:cubicBezTo>
                  <a:cubicBezTo>
                    <a:pt x="161" y="110"/>
                    <a:pt x="161" y="110"/>
                    <a:pt x="161" y="110"/>
                  </a:cubicBezTo>
                  <a:cubicBezTo>
                    <a:pt x="157" y="101"/>
                    <a:pt x="157" y="101"/>
                    <a:pt x="157" y="101"/>
                  </a:cubicBezTo>
                  <a:cubicBezTo>
                    <a:pt x="161" y="98"/>
                    <a:pt x="161" y="98"/>
                    <a:pt x="161" y="98"/>
                  </a:cubicBezTo>
                  <a:cubicBezTo>
                    <a:pt x="165" y="95"/>
                    <a:pt x="165" y="95"/>
                    <a:pt x="165" y="95"/>
                  </a:cubicBezTo>
                  <a:cubicBezTo>
                    <a:pt x="168" y="92"/>
                    <a:pt x="168" y="92"/>
                    <a:pt x="168" y="92"/>
                  </a:cubicBezTo>
                  <a:cubicBezTo>
                    <a:pt x="166" y="90"/>
                    <a:pt x="166" y="90"/>
                    <a:pt x="166" y="90"/>
                  </a:cubicBezTo>
                  <a:cubicBezTo>
                    <a:pt x="165" y="87"/>
                    <a:pt x="165" y="87"/>
                    <a:pt x="165" y="87"/>
                  </a:cubicBezTo>
                  <a:cubicBezTo>
                    <a:pt x="167" y="85"/>
                    <a:pt x="167" y="85"/>
                    <a:pt x="167" y="85"/>
                  </a:cubicBezTo>
                  <a:cubicBezTo>
                    <a:pt x="168" y="88"/>
                    <a:pt x="168" y="88"/>
                    <a:pt x="168" y="88"/>
                  </a:cubicBezTo>
                  <a:cubicBezTo>
                    <a:pt x="171" y="86"/>
                    <a:pt x="171" y="86"/>
                    <a:pt x="171" y="86"/>
                  </a:cubicBezTo>
                  <a:cubicBezTo>
                    <a:pt x="172" y="82"/>
                    <a:pt x="172" y="82"/>
                    <a:pt x="172" y="82"/>
                  </a:cubicBezTo>
                  <a:cubicBezTo>
                    <a:pt x="177" y="80"/>
                    <a:pt x="177" y="80"/>
                    <a:pt x="177" y="80"/>
                  </a:cubicBezTo>
                  <a:cubicBezTo>
                    <a:pt x="177" y="78"/>
                    <a:pt x="177" y="78"/>
                    <a:pt x="177" y="78"/>
                  </a:cubicBezTo>
                  <a:cubicBezTo>
                    <a:pt x="180" y="73"/>
                    <a:pt x="180" y="73"/>
                    <a:pt x="180" y="73"/>
                  </a:cubicBezTo>
                  <a:cubicBezTo>
                    <a:pt x="183" y="73"/>
                    <a:pt x="183" y="73"/>
                    <a:pt x="183" y="73"/>
                  </a:cubicBezTo>
                  <a:cubicBezTo>
                    <a:pt x="186" y="72"/>
                    <a:pt x="186" y="72"/>
                    <a:pt x="186" y="72"/>
                  </a:cubicBezTo>
                  <a:cubicBezTo>
                    <a:pt x="189" y="71"/>
                    <a:pt x="189" y="71"/>
                    <a:pt x="189" y="71"/>
                  </a:cubicBezTo>
                  <a:cubicBezTo>
                    <a:pt x="185" y="74"/>
                    <a:pt x="185" y="74"/>
                    <a:pt x="185" y="74"/>
                  </a:cubicBezTo>
                  <a:cubicBezTo>
                    <a:pt x="186" y="76"/>
                    <a:pt x="186" y="76"/>
                    <a:pt x="186" y="76"/>
                  </a:cubicBezTo>
                  <a:cubicBezTo>
                    <a:pt x="188" y="76"/>
                    <a:pt x="188" y="76"/>
                    <a:pt x="188" y="76"/>
                  </a:cubicBezTo>
                  <a:cubicBezTo>
                    <a:pt x="191" y="73"/>
                    <a:pt x="191" y="73"/>
                    <a:pt x="191" y="73"/>
                  </a:cubicBezTo>
                  <a:cubicBezTo>
                    <a:pt x="194" y="72"/>
                    <a:pt x="194" y="72"/>
                    <a:pt x="194" y="72"/>
                  </a:cubicBezTo>
                  <a:cubicBezTo>
                    <a:pt x="195" y="71"/>
                    <a:pt x="195" y="71"/>
                    <a:pt x="195" y="71"/>
                  </a:cubicBezTo>
                  <a:cubicBezTo>
                    <a:pt x="197" y="70"/>
                    <a:pt x="197" y="70"/>
                    <a:pt x="197" y="70"/>
                  </a:cubicBezTo>
                  <a:cubicBezTo>
                    <a:pt x="196" y="68"/>
                    <a:pt x="196" y="68"/>
                    <a:pt x="196" y="68"/>
                  </a:cubicBezTo>
                  <a:cubicBezTo>
                    <a:pt x="196" y="68"/>
                    <a:pt x="194" y="70"/>
                    <a:pt x="192" y="70"/>
                  </a:cubicBezTo>
                  <a:close/>
                </a:path>
              </a:pathLst>
            </a:custGeom>
            <a:solidFill>
              <a:srgbClr val="127D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48"/>
            <p:cNvSpPr>
              <a:spLocks/>
            </p:cNvSpPr>
            <p:nvPr/>
          </p:nvSpPr>
          <p:spPr bwMode="auto">
            <a:xfrm>
              <a:off x="9184481" y="2735394"/>
              <a:ext cx="319087" cy="512762"/>
            </a:xfrm>
            <a:custGeom>
              <a:avLst/>
              <a:gdLst>
                <a:gd name="T0" fmla="*/ 80 w 85"/>
                <a:gd name="T1" fmla="*/ 32 h 136"/>
                <a:gd name="T2" fmla="*/ 69 w 85"/>
                <a:gd name="T3" fmla="*/ 27 h 136"/>
                <a:gd name="T4" fmla="*/ 67 w 85"/>
                <a:gd name="T5" fmla="*/ 26 h 136"/>
                <a:gd name="T6" fmla="*/ 59 w 85"/>
                <a:gd name="T7" fmla="*/ 26 h 136"/>
                <a:gd name="T8" fmla="*/ 57 w 85"/>
                <a:gd name="T9" fmla="*/ 22 h 136"/>
                <a:gd name="T10" fmla="*/ 54 w 85"/>
                <a:gd name="T11" fmla="*/ 23 h 136"/>
                <a:gd name="T12" fmla="*/ 55 w 85"/>
                <a:gd name="T13" fmla="*/ 17 h 136"/>
                <a:gd name="T14" fmla="*/ 53 w 85"/>
                <a:gd name="T15" fmla="*/ 13 h 136"/>
                <a:gd name="T16" fmla="*/ 44 w 85"/>
                <a:gd name="T17" fmla="*/ 12 h 136"/>
                <a:gd name="T18" fmla="*/ 42 w 85"/>
                <a:gd name="T19" fmla="*/ 11 h 136"/>
                <a:gd name="T20" fmla="*/ 39 w 85"/>
                <a:gd name="T21" fmla="*/ 8 h 136"/>
                <a:gd name="T22" fmla="*/ 37 w 85"/>
                <a:gd name="T23" fmla="*/ 6 h 136"/>
                <a:gd name="T24" fmla="*/ 33 w 85"/>
                <a:gd name="T25" fmla="*/ 4 h 136"/>
                <a:gd name="T26" fmla="*/ 27 w 85"/>
                <a:gd name="T27" fmla="*/ 4 h 136"/>
                <a:gd name="T28" fmla="*/ 22 w 85"/>
                <a:gd name="T29" fmla="*/ 2 h 136"/>
                <a:gd name="T30" fmla="*/ 18 w 85"/>
                <a:gd name="T31" fmla="*/ 4 h 136"/>
                <a:gd name="T32" fmla="*/ 16 w 85"/>
                <a:gd name="T33" fmla="*/ 2 h 136"/>
                <a:gd name="T34" fmla="*/ 10 w 85"/>
                <a:gd name="T35" fmla="*/ 7 h 136"/>
                <a:gd name="T36" fmla="*/ 7 w 85"/>
                <a:gd name="T37" fmla="*/ 11 h 136"/>
                <a:gd name="T38" fmla="*/ 6 w 85"/>
                <a:gd name="T39" fmla="*/ 19 h 136"/>
                <a:gd name="T40" fmla="*/ 4 w 85"/>
                <a:gd name="T41" fmla="*/ 21 h 136"/>
                <a:gd name="T42" fmla="*/ 1 w 85"/>
                <a:gd name="T43" fmla="*/ 28 h 136"/>
                <a:gd name="T44" fmla="*/ 2 w 85"/>
                <a:gd name="T45" fmla="*/ 30 h 136"/>
                <a:gd name="T46" fmla="*/ 0 w 85"/>
                <a:gd name="T47" fmla="*/ 35 h 136"/>
                <a:gd name="T48" fmla="*/ 9 w 85"/>
                <a:gd name="T49" fmla="*/ 48 h 136"/>
                <a:gd name="T50" fmla="*/ 18 w 85"/>
                <a:gd name="T51" fmla="*/ 56 h 136"/>
                <a:gd name="T52" fmla="*/ 19 w 85"/>
                <a:gd name="T53" fmla="*/ 70 h 136"/>
                <a:gd name="T54" fmla="*/ 17 w 85"/>
                <a:gd name="T55" fmla="*/ 81 h 136"/>
                <a:gd name="T56" fmla="*/ 14 w 85"/>
                <a:gd name="T57" fmla="*/ 94 h 136"/>
                <a:gd name="T58" fmla="*/ 14 w 85"/>
                <a:gd name="T59" fmla="*/ 100 h 136"/>
                <a:gd name="T60" fmla="*/ 13 w 85"/>
                <a:gd name="T61" fmla="*/ 108 h 136"/>
                <a:gd name="T62" fmla="*/ 16 w 85"/>
                <a:gd name="T63" fmla="*/ 104 h 136"/>
                <a:gd name="T64" fmla="*/ 14 w 85"/>
                <a:gd name="T65" fmla="*/ 113 h 136"/>
                <a:gd name="T66" fmla="*/ 11 w 85"/>
                <a:gd name="T67" fmla="*/ 115 h 136"/>
                <a:gd name="T68" fmla="*/ 13 w 85"/>
                <a:gd name="T69" fmla="*/ 118 h 136"/>
                <a:gd name="T70" fmla="*/ 13 w 85"/>
                <a:gd name="T71" fmla="*/ 120 h 136"/>
                <a:gd name="T72" fmla="*/ 11 w 85"/>
                <a:gd name="T73" fmla="*/ 120 h 136"/>
                <a:gd name="T74" fmla="*/ 13 w 85"/>
                <a:gd name="T75" fmla="*/ 126 h 136"/>
                <a:gd name="T76" fmla="*/ 14 w 85"/>
                <a:gd name="T77" fmla="*/ 129 h 136"/>
                <a:gd name="T78" fmla="*/ 17 w 85"/>
                <a:gd name="T79" fmla="*/ 130 h 136"/>
                <a:gd name="T80" fmla="*/ 20 w 85"/>
                <a:gd name="T81" fmla="*/ 133 h 136"/>
                <a:gd name="T82" fmla="*/ 19 w 85"/>
                <a:gd name="T83" fmla="*/ 135 h 136"/>
                <a:gd name="T84" fmla="*/ 30 w 85"/>
                <a:gd name="T85" fmla="*/ 134 h 136"/>
                <a:gd name="T86" fmla="*/ 21 w 85"/>
                <a:gd name="T87" fmla="*/ 127 h 136"/>
                <a:gd name="T88" fmla="*/ 25 w 85"/>
                <a:gd name="T89" fmla="*/ 122 h 136"/>
                <a:gd name="T90" fmla="*/ 29 w 85"/>
                <a:gd name="T91" fmla="*/ 117 h 136"/>
                <a:gd name="T92" fmla="*/ 25 w 85"/>
                <a:gd name="T93" fmla="*/ 113 h 136"/>
                <a:gd name="T94" fmla="*/ 31 w 85"/>
                <a:gd name="T95" fmla="*/ 105 h 136"/>
                <a:gd name="T96" fmla="*/ 33 w 85"/>
                <a:gd name="T97" fmla="*/ 102 h 136"/>
                <a:gd name="T98" fmla="*/ 42 w 85"/>
                <a:gd name="T99" fmla="*/ 97 h 136"/>
                <a:gd name="T100" fmla="*/ 44 w 85"/>
                <a:gd name="T101" fmla="*/ 92 h 136"/>
                <a:gd name="T102" fmla="*/ 42 w 85"/>
                <a:gd name="T103" fmla="*/ 89 h 136"/>
                <a:gd name="T104" fmla="*/ 47 w 85"/>
                <a:gd name="T105" fmla="*/ 90 h 136"/>
                <a:gd name="T106" fmla="*/ 54 w 85"/>
                <a:gd name="T107" fmla="*/ 82 h 136"/>
                <a:gd name="T108" fmla="*/ 60 w 85"/>
                <a:gd name="T109" fmla="*/ 76 h 136"/>
                <a:gd name="T110" fmla="*/ 64 w 85"/>
                <a:gd name="T111" fmla="*/ 68 h 136"/>
                <a:gd name="T112" fmla="*/ 72 w 85"/>
                <a:gd name="T113" fmla="*/ 65 h 136"/>
                <a:gd name="T114" fmla="*/ 77 w 85"/>
                <a:gd name="T115" fmla="*/ 48 h 136"/>
                <a:gd name="T116" fmla="*/ 81 w 85"/>
                <a:gd name="T117" fmla="*/ 43 h 136"/>
                <a:gd name="T118" fmla="*/ 84 w 85"/>
                <a:gd name="T119" fmla="*/ 33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5" h="136">
                  <a:moveTo>
                    <a:pt x="84" y="33"/>
                  </a:moveTo>
                  <a:cubicBezTo>
                    <a:pt x="84" y="33"/>
                    <a:pt x="81" y="33"/>
                    <a:pt x="80" y="32"/>
                  </a:cubicBezTo>
                  <a:cubicBezTo>
                    <a:pt x="80" y="31"/>
                    <a:pt x="77" y="29"/>
                    <a:pt x="77" y="29"/>
                  </a:cubicBezTo>
                  <a:cubicBezTo>
                    <a:pt x="77" y="29"/>
                    <a:pt x="70" y="26"/>
                    <a:pt x="69" y="27"/>
                  </a:cubicBezTo>
                  <a:cubicBezTo>
                    <a:pt x="68" y="27"/>
                    <a:pt x="66" y="29"/>
                    <a:pt x="66" y="29"/>
                  </a:cubicBezTo>
                  <a:cubicBezTo>
                    <a:pt x="67" y="26"/>
                    <a:pt x="67" y="26"/>
                    <a:pt x="67" y="26"/>
                  </a:cubicBezTo>
                  <a:cubicBezTo>
                    <a:pt x="62" y="24"/>
                    <a:pt x="62" y="24"/>
                    <a:pt x="62" y="24"/>
                  </a:cubicBezTo>
                  <a:cubicBezTo>
                    <a:pt x="62" y="24"/>
                    <a:pt x="60" y="26"/>
                    <a:pt x="59" y="26"/>
                  </a:cubicBezTo>
                  <a:cubicBezTo>
                    <a:pt x="58" y="26"/>
                    <a:pt x="59" y="23"/>
                    <a:pt x="59" y="23"/>
                  </a:cubicBezTo>
                  <a:cubicBezTo>
                    <a:pt x="57" y="22"/>
                    <a:pt x="57" y="22"/>
                    <a:pt x="57" y="22"/>
                  </a:cubicBezTo>
                  <a:cubicBezTo>
                    <a:pt x="55" y="25"/>
                    <a:pt x="55" y="25"/>
                    <a:pt x="55" y="25"/>
                  </a:cubicBezTo>
                  <a:cubicBezTo>
                    <a:pt x="54" y="23"/>
                    <a:pt x="54" y="23"/>
                    <a:pt x="54" y="23"/>
                  </a:cubicBezTo>
                  <a:cubicBezTo>
                    <a:pt x="57" y="21"/>
                    <a:pt x="57" y="21"/>
                    <a:pt x="57" y="21"/>
                  </a:cubicBezTo>
                  <a:cubicBezTo>
                    <a:pt x="57" y="21"/>
                    <a:pt x="55" y="19"/>
                    <a:pt x="55" y="17"/>
                  </a:cubicBezTo>
                  <a:cubicBezTo>
                    <a:pt x="55" y="15"/>
                    <a:pt x="54" y="15"/>
                    <a:pt x="54" y="15"/>
                  </a:cubicBezTo>
                  <a:cubicBezTo>
                    <a:pt x="53" y="13"/>
                    <a:pt x="53" y="13"/>
                    <a:pt x="53" y="13"/>
                  </a:cubicBezTo>
                  <a:cubicBezTo>
                    <a:pt x="49" y="12"/>
                    <a:pt x="49" y="12"/>
                    <a:pt x="49" y="12"/>
                  </a:cubicBezTo>
                  <a:cubicBezTo>
                    <a:pt x="49" y="12"/>
                    <a:pt x="45" y="12"/>
                    <a:pt x="44" y="12"/>
                  </a:cubicBezTo>
                  <a:cubicBezTo>
                    <a:pt x="44" y="12"/>
                    <a:pt x="43" y="11"/>
                    <a:pt x="43" y="11"/>
                  </a:cubicBezTo>
                  <a:cubicBezTo>
                    <a:pt x="42" y="11"/>
                    <a:pt x="42" y="11"/>
                    <a:pt x="42" y="11"/>
                  </a:cubicBezTo>
                  <a:cubicBezTo>
                    <a:pt x="41" y="9"/>
                    <a:pt x="41" y="9"/>
                    <a:pt x="41" y="9"/>
                  </a:cubicBezTo>
                  <a:cubicBezTo>
                    <a:pt x="39" y="8"/>
                    <a:pt x="39" y="8"/>
                    <a:pt x="39" y="8"/>
                  </a:cubicBezTo>
                  <a:cubicBezTo>
                    <a:pt x="37" y="8"/>
                    <a:pt x="37" y="8"/>
                    <a:pt x="37" y="8"/>
                  </a:cubicBezTo>
                  <a:cubicBezTo>
                    <a:pt x="37" y="6"/>
                    <a:pt x="37" y="6"/>
                    <a:pt x="37" y="6"/>
                  </a:cubicBezTo>
                  <a:cubicBezTo>
                    <a:pt x="37" y="4"/>
                    <a:pt x="37" y="4"/>
                    <a:pt x="37" y="4"/>
                  </a:cubicBezTo>
                  <a:cubicBezTo>
                    <a:pt x="33" y="4"/>
                    <a:pt x="33" y="4"/>
                    <a:pt x="33" y="4"/>
                  </a:cubicBezTo>
                  <a:cubicBezTo>
                    <a:pt x="30" y="4"/>
                    <a:pt x="30" y="4"/>
                    <a:pt x="30" y="4"/>
                  </a:cubicBezTo>
                  <a:cubicBezTo>
                    <a:pt x="27" y="4"/>
                    <a:pt x="27" y="4"/>
                    <a:pt x="27" y="4"/>
                  </a:cubicBezTo>
                  <a:cubicBezTo>
                    <a:pt x="24" y="3"/>
                    <a:pt x="24" y="3"/>
                    <a:pt x="24" y="3"/>
                  </a:cubicBezTo>
                  <a:cubicBezTo>
                    <a:pt x="22" y="2"/>
                    <a:pt x="22" y="2"/>
                    <a:pt x="22" y="2"/>
                  </a:cubicBezTo>
                  <a:cubicBezTo>
                    <a:pt x="20" y="0"/>
                    <a:pt x="20" y="0"/>
                    <a:pt x="20" y="0"/>
                  </a:cubicBezTo>
                  <a:cubicBezTo>
                    <a:pt x="18" y="4"/>
                    <a:pt x="18" y="4"/>
                    <a:pt x="18" y="4"/>
                  </a:cubicBezTo>
                  <a:cubicBezTo>
                    <a:pt x="18" y="1"/>
                    <a:pt x="18" y="1"/>
                    <a:pt x="18" y="1"/>
                  </a:cubicBezTo>
                  <a:cubicBezTo>
                    <a:pt x="16" y="2"/>
                    <a:pt x="16" y="2"/>
                    <a:pt x="16" y="2"/>
                  </a:cubicBezTo>
                  <a:cubicBezTo>
                    <a:pt x="11" y="4"/>
                    <a:pt x="11" y="4"/>
                    <a:pt x="11" y="4"/>
                  </a:cubicBezTo>
                  <a:cubicBezTo>
                    <a:pt x="10" y="7"/>
                    <a:pt x="10" y="7"/>
                    <a:pt x="10" y="7"/>
                  </a:cubicBezTo>
                  <a:cubicBezTo>
                    <a:pt x="8" y="8"/>
                    <a:pt x="8" y="8"/>
                    <a:pt x="8" y="8"/>
                  </a:cubicBezTo>
                  <a:cubicBezTo>
                    <a:pt x="7" y="11"/>
                    <a:pt x="7" y="11"/>
                    <a:pt x="7" y="11"/>
                  </a:cubicBezTo>
                  <a:cubicBezTo>
                    <a:pt x="7" y="11"/>
                    <a:pt x="8" y="16"/>
                    <a:pt x="7" y="18"/>
                  </a:cubicBezTo>
                  <a:cubicBezTo>
                    <a:pt x="6" y="19"/>
                    <a:pt x="6" y="19"/>
                    <a:pt x="6" y="19"/>
                  </a:cubicBezTo>
                  <a:cubicBezTo>
                    <a:pt x="5" y="19"/>
                    <a:pt x="5" y="19"/>
                    <a:pt x="5" y="19"/>
                  </a:cubicBezTo>
                  <a:cubicBezTo>
                    <a:pt x="4" y="21"/>
                    <a:pt x="4" y="21"/>
                    <a:pt x="4" y="21"/>
                  </a:cubicBezTo>
                  <a:cubicBezTo>
                    <a:pt x="4" y="21"/>
                    <a:pt x="3" y="21"/>
                    <a:pt x="2" y="22"/>
                  </a:cubicBezTo>
                  <a:cubicBezTo>
                    <a:pt x="1" y="23"/>
                    <a:pt x="1" y="28"/>
                    <a:pt x="1" y="28"/>
                  </a:cubicBezTo>
                  <a:cubicBezTo>
                    <a:pt x="3" y="28"/>
                    <a:pt x="3" y="28"/>
                    <a:pt x="3" y="28"/>
                  </a:cubicBezTo>
                  <a:cubicBezTo>
                    <a:pt x="2" y="30"/>
                    <a:pt x="2" y="30"/>
                    <a:pt x="2" y="30"/>
                  </a:cubicBezTo>
                  <a:cubicBezTo>
                    <a:pt x="2" y="30"/>
                    <a:pt x="0" y="30"/>
                    <a:pt x="0" y="32"/>
                  </a:cubicBezTo>
                  <a:cubicBezTo>
                    <a:pt x="0" y="33"/>
                    <a:pt x="0" y="35"/>
                    <a:pt x="0" y="35"/>
                  </a:cubicBezTo>
                  <a:cubicBezTo>
                    <a:pt x="0" y="35"/>
                    <a:pt x="2" y="35"/>
                    <a:pt x="3" y="36"/>
                  </a:cubicBezTo>
                  <a:cubicBezTo>
                    <a:pt x="4" y="38"/>
                    <a:pt x="9" y="48"/>
                    <a:pt x="9" y="48"/>
                  </a:cubicBezTo>
                  <a:cubicBezTo>
                    <a:pt x="9" y="48"/>
                    <a:pt x="9" y="50"/>
                    <a:pt x="10" y="51"/>
                  </a:cubicBezTo>
                  <a:cubicBezTo>
                    <a:pt x="12" y="52"/>
                    <a:pt x="17" y="55"/>
                    <a:pt x="18" y="56"/>
                  </a:cubicBezTo>
                  <a:cubicBezTo>
                    <a:pt x="20" y="57"/>
                    <a:pt x="20" y="57"/>
                    <a:pt x="20" y="57"/>
                  </a:cubicBezTo>
                  <a:cubicBezTo>
                    <a:pt x="20" y="57"/>
                    <a:pt x="20" y="65"/>
                    <a:pt x="19" y="70"/>
                  </a:cubicBezTo>
                  <a:cubicBezTo>
                    <a:pt x="19" y="76"/>
                    <a:pt x="18" y="79"/>
                    <a:pt x="18" y="79"/>
                  </a:cubicBezTo>
                  <a:cubicBezTo>
                    <a:pt x="17" y="81"/>
                    <a:pt x="17" y="81"/>
                    <a:pt x="17" y="81"/>
                  </a:cubicBezTo>
                  <a:cubicBezTo>
                    <a:pt x="17" y="81"/>
                    <a:pt x="18" y="85"/>
                    <a:pt x="17" y="87"/>
                  </a:cubicBezTo>
                  <a:cubicBezTo>
                    <a:pt x="16" y="89"/>
                    <a:pt x="14" y="94"/>
                    <a:pt x="14" y="94"/>
                  </a:cubicBezTo>
                  <a:cubicBezTo>
                    <a:pt x="15" y="98"/>
                    <a:pt x="15" y="98"/>
                    <a:pt x="15" y="98"/>
                  </a:cubicBezTo>
                  <a:cubicBezTo>
                    <a:pt x="14" y="100"/>
                    <a:pt x="14" y="100"/>
                    <a:pt x="14" y="100"/>
                  </a:cubicBezTo>
                  <a:cubicBezTo>
                    <a:pt x="14" y="100"/>
                    <a:pt x="14" y="103"/>
                    <a:pt x="13" y="104"/>
                  </a:cubicBezTo>
                  <a:cubicBezTo>
                    <a:pt x="13" y="105"/>
                    <a:pt x="13" y="108"/>
                    <a:pt x="13" y="108"/>
                  </a:cubicBezTo>
                  <a:cubicBezTo>
                    <a:pt x="15" y="104"/>
                    <a:pt x="15" y="104"/>
                    <a:pt x="15" y="104"/>
                  </a:cubicBezTo>
                  <a:cubicBezTo>
                    <a:pt x="16" y="104"/>
                    <a:pt x="16" y="104"/>
                    <a:pt x="16" y="104"/>
                  </a:cubicBezTo>
                  <a:cubicBezTo>
                    <a:pt x="16" y="104"/>
                    <a:pt x="16" y="107"/>
                    <a:pt x="15" y="108"/>
                  </a:cubicBezTo>
                  <a:cubicBezTo>
                    <a:pt x="15" y="110"/>
                    <a:pt x="14" y="113"/>
                    <a:pt x="14" y="113"/>
                  </a:cubicBezTo>
                  <a:cubicBezTo>
                    <a:pt x="13" y="113"/>
                    <a:pt x="13" y="113"/>
                    <a:pt x="13" y="113"/>
                  </a:cubicBezTo>
                  <a:cubicBezTo>
                    <a:pt x="11" y="115"/>
                    <a:pt x="11" y="115"/>
                    <a:pt x="11" y="115"/>
                  </a:cubicBezTo>
                  <a:cubicBezTo>
                    <a:pt x="13" y="116"/>
                    <a:pt x="13" y="116"/>
                    <a:pt x="13" y="116"/>
                  </a:cubicBezTo>
                  <a:cubicBezTo>
                    <a:pt x="13" y="118"/>
                    <a:pt x="13" y="118"/>
                    <a:pt x="13" y="118"/>
                  </a:cubicBezTo>
                  <a:cubicBezTo>
                    <a:pt x="14" y="118"/>
                    <a:pt x="14" y="118"/>
                    <a:pt x="14" y="118"/>
                  </a:cubicBezTo>
                  <a:cubicBezTo>
                    <a:pt x="13" y="120"/>
                    <a:pt x="13" y="120"/>
                    <a:pt x="13" y="120"/>
                  </a:cubicBezTo>
                  <a:cubicBezTo>
                    <a:pt x="11" y="118"/>
                    <a:pt x="11" y="118"/>
                    <a:pt x="11" y="118"/>
                  </a:cubicBezTo>
                  <a:cubicBezTo>
                    <a:pt x="11" y="120"/>
                    <a:pt x="11" y="120"/>
                    <a:pt x="11" y="120"/>
                  </a:cubicBezTo>
                  <a:cubicBezTo>
                    <a:pt x="13" y="122"/>
                    <a:pt x="13" y="122"/>
                    <a:pt x="13" y="122"/>
                  </a:cubicBezTo>
                  <a:cubicBezTo>
                    <a:pt x="13" y="126"/>
                    <a:pt x="13" y="126"/>
                    <a:pt x="13" y="126"/>
                  </a:cubicBezTo>
                  <a:cubicBezTo>
                    <a:pt x="14" y="127"/>
                    <a:pt x="14" y="127"/>
                    <a:pt x="14" y="127"/>
                  </a:cubicBezTo>
                  <a:cubicBezTo>
                    <a:pt x="14" y="129"/>
                    <a:pt x="14" y="129"/>
                    <a:pt x="14" y="129"/>
                  </a:cubicBezTo>
                  <a:cubicBezTo>
                    <a:pt x="16" y="129"/>
                    <a:pt x="16" y="129"/>
                    <a:pt x="16" y="129"/>
                  </a:cubicBezTo>
                  <a:cubicBezTo>
                    <a:pt x="17" y="130"/>
                    <a:pt x="17" y="130"/>
                    <a:pt x="17" y="130"/>
                  </a:cubicBezTo>
                  <a:cubicBezTo>
                    <a:pt x="20" y="130"/>
                    <a:pt x="20" y="130"/>
                    <a:pt x="20" y="130"/>
                  </a:cubicBezTo>
                  <a:cubicBezTo>
                    <a:pt x="20" y="133"/>
                    <a:pt x="20" y="133"/>
                    <a:pt x="20" y="133"/>
                  </a:cubicBezTo>
                  <a:cubicBezTo>
                    <a:pt x="19" y="134"/>
                    <a:pt x="19" y="134"/>
                    <a:pt x="19" y="134"/>
                  </a:cubicBezTo>
                  <a:cubicBezTo>
                    <a:pt x="19" y="135"/>
                    <a:pt x="19" y="135"/>
                    <a:pt x="19" y="135"/>
                  </a:cubicBezTo>
                  <a:cubicBezTo>
                    <a:pt x="23" y="136"/>
                    <a:pt x="23" y="136"/>
                    <a:pt x="23" y="136"/>
                  </a:cubicBezTo>
                  <a:cubicBezTo>
                    <a:pt x="30" y="134"/>
                    <a:pt x="30" y="134"/>
                    <a:pt x="30" y="134"/>
                  </a:cubicBezTo>
                  <a:cubicBezTo>
                    <a:pt x="24" y="130"/>
                    <a:pt x="24" y="130"/>
                    <a:pt x="24" y="130"/>
                  </a:cubicBezTo>
                  <a:cubicBezTo>
                    <a:pt x="21" y="127"/>
                    <a:pt x="21" y="127"/>
                    <a:pt x="21" y="127"/>
                  </a:cubicBezTo>
                  <a:cubicBezTo>
                    <a:pt x="23" y="123"/>
                    <a:pt x="23" y="123"/>
                    <a:pt x="23" y="123"/>
                  </a:cubicBezTo>
                  <a:cubicBezTo>
                    <a:pt x="25" y="122"/>
                    <a:pt x="25" y="122"/>
                    <a:pt x="25" y="122"/>
                  </a:cubicBezTo>
                  <a:cubicBezTo>
                    <a:pt x="27" y="119"/>
                    <a:pt x="27" y="119"/>
                    <a:pt x="27" y="119"/>
                  </a:cubicBezTo>
                  <a:cubicBezTo>
                    <a:pt x="29" y="117"/>
                    <a:pt x="29" y="117"/>
                    <a:pt x="29" y="117"/>
                  </a:cubicBezTo>
                  <a:cubicBezTo>
                    <a:pt x="29" y="116"/>
                    <a:pt x="29" y="116"/>
                    <a:pt x="29" y="116"/>
                  </a:cubicBezTo>
                  <a:cubicBezTo>
                    <a:pt x="29" y="116"/>
                    <a:pt x="23" y="113"/>
                    <a:pt x="25" y="113"/>
                  </a:cubicBezTo>
                  <a:cubicBezTo>
                    <a:pt x="27" y="113"/>
                    <a:pt x="30" y="109"/>
                    <a:pt x="30" y="109"/>
                  </a:cubicBezTo>
                  <a:cubicBezTo>
                    <a:pt x="31" y="105"/>
                    <a:pt x="31" y="105"/>
                    <a:pt x="31" y="105"/>
                  </a:cubicBezTo>
                  <a:cubicBezTo>
                    <a:pt x="30" y="101"/>
                    <a:pt x="30" y="101"/>
                    <a:pt x="30" y="101"/>
                  </a:cubicBezTo>
                  <a:cubicBezTo>
                    <a:pt x="33" y="102"/>
                    <a:pt x="33" y="102"/>
                    <a:pt x="33" y="102"/>
                  </a:cubicBezTo>
                  <a:cubicBezTo>
                    <a:pt x="35" y="99"/>
                    <a:pt x="35" y="99"/>
                    <a:pt x="35" y="99"/>
                  </a:cubicBezTo>
                  <a:cubicBezTo>
                    <a:pt x="35" y="99"/>
                    <a:pt x="40" y="97"/>
                    <a:pt x="42" y="97"/>
                  </a:cubicBezTo>
                  <a:cubicBezTo>
                    <a:pt x="44" y="97"/>
                    <a:pt x="45" y="94"/>
                    <a:pt x="45" y="94"/>
                  </a:cubicBezTo>
                  <a:cubicBezTo>
                    <a:pt x="44" y="92"/>
                    <a:pt x="44" y="92"/>
                    <a:pt x="44" y="92"/>
                  </a:cubicBezTo>
                  <a:cubicBezTo>
                    <a:pt x="44" y="90"/>
                    <a:pt x="44" y="90"/>
                    <a:pt x="44" y="90"/>
                  </a:cubicBezTo>
                  <a:cubicBezTo>
                    <a:pt x="42" y="89"/>
                    <a:pt x="42" y="89"/>
                    <a:pt x="42" y="89"/>
                  </a:cubicBezTo>
                  <a:cubicBezTo>
                    <a:pt x="43" y="88"/>
                    <a:pt x="43" y="88"/>
                    <a:pt x="43" y="88"/>
                  </a:cubicBezTo>
                  <a:cubicBezTo>
                    <a:pt x="47" y="90"/>
                    <a:pt x="47" y="90"/>
                    <a:pt x="47" y="90"/>
                  </a:cubicBezTo>
                  <a:cubicBezTo>
                    <a:pt x="47" y="90"/>
                    <a:pt x="51" y="87"/>
                    <a:pt x="53" y="85"/>
                  </a:cubicBezTo>
                  <a:cubicBezTo>
                    <a:pt x="56" y="83"/>
                    <a:pt x="54" y="82"/>
                    <a:pt x="54" y="82"/>
                  </a:cubicBezTo>
                  <a:cubicBezTo>
                    <a:pt x="56" y="80"/>
                    <a:pt x="56" y="80"/>
                    <a:pt x="56" y="80"/>
                  </a:cubicBezTo>
                  <a:cubicBezTo>
                    <a:pt x="60" y="76"/>
                    <a:pt x="60" y="76"/>
                    <a:pt x="60" y="76"/>
                  </a:cubicBezTo>
                  <a:cubicBezTo>
                    <a:pt x="60" y="70"/>
                    <a:pt x="60" y="70"/>
                    <a:pt x="60" y="70"/>
                  </a:cubicBezTo>
                  <a:cubicBezTo>
                    <a:pt x="64" y="68"/>
                    <a:pt x="64" y="68"/>
                    <a:pt x="64" y="68"/>
                  </a:cubicBezTo>
                  <a:cubicBezTo>
                    <a:pt x="66" y="66"/>
                    <a:pt x="66" y="66"/>
                    <a:pt x="66" y="66"/>
                  </a:cubicBezTo>
                  <a:cubicBezTo>
                    <a:pt x="72" y="65"/>
                    <a:pt x="72" y="65"/>
                    <a:pt x="72" y="65"/>
                  </a:cubicBezTo>
                  <a:cubicBezTo>
                    <a:pt x="72" y="65"/>
                    <a:pt x="77" y="57"/>
                    <a:pt x="77" y="55"/>
                  </a:cubicBezTo>
                  <a:cubicBezTo>
                    <a:pt x="77" y="53"/>
                    <a:pt x="77" y="48"/>
                    <a:pt x="77" y="48"/>
                  </a:cubicBezTo>
                  <a:cubicBezTo>
                    <a:pt x="80" y="46"/>
                    <a:pt x="80" y="46"/>
                    <a:pt x="80" y="46"/>
                  </a:cubicBezTo>
                  <a:cubicBezTo>
                    <a:pt x="81" y="43"/>
                    <a:pt x="81" y="43"/>
                    <a:pt x="81" y="43"/>
                  </a:cubicBezTo>
                  <a:cubicBezTo>
                    <a:pt x="81" y="43"/>
                    <a:pt x="83" y="39"/>
                    <a:pt x="84" y="38"/>
                  </a:cubicBezTo>
                  <a:cubicBezTo>
                    <a:pt x="85" y="37"/>
                    <a:pt x="84" y="33"/>
                    <a:pt x="84" y="33"/>
                  </a:cubicBezTo>
                  <a:close/>
                </a:path>
              </a:pathLst>
            </a:custGeom>
            <a:solidFill>
              <a:srgbClr val="127D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49"/>
            <p:cNvSpPr>
              <a:spLocks noEditPoints="1"/>
            </p:cNvSpPr>
            <p:nvPr/>
          </p:nvSpPr>
          <p:spPr bwMode="auto">
            <a:xfrm>
              <a:off x="9946481" y="2513144"/>
              <a:ext cx="98425" cy="144462"/>
            </a:xfrm>
            <a:custGeom>
              <a:avLst/>
              <a:gdLst>
                <a:gd name="T0" fmla="*/ 26 w 26"/>
                <a:gd name="T1" fmla="*/ 31 h 38"/>
                <a:gd name="T2" fmla="*/ 23 w 26"/>
                <a:gd name="T3" fmla="*/ 31 h 38"/>
                <a:gd name="T4" fmla="*/ 23 w 26"/>
                <a:gd name="T5" fmla="*/ 37 h 38"/>
                <a:gd name="T6" fmla="*/ 23 w 26"/>
                <a:gd name="T7" fmla="*/ 38 h 38"/>
                <a:gd name="T8" fmla="*/ 22 w 26"/>
                <a:gd name="T9" fmla="*/ 38 h 38"/>
                <a:gd name="T10" fmla="*/ 20 w 26"/>
                <a:gd name="T11" fmla="*/ 38 h 38"/>
                <a:gd name="T12" fmla="*/ 18 w 26"/>
                <a:gd name="T13" fmla="*/ 38 h 38"/>
                <a:gd name="T14" fmla="*/ 18 w 26"/>
                <a:gd name="T15" fmla="*/ 37 h 38"/>
                <a:gd name="T16" fmla="*/ 18 w 26"/>
                <a:gd name="T17" fmla="*/ 31 h 38"/>
                <a:gd name="T18" fmla="*/ 1 w 26"/>
                <a:gd name="T19" fmla="*/ 31 h 38"/>
                <a:gd name="T20" fmla="*/ 0 w 26"/>
                <a:gd name="T21" fmla="*/ 30 h 38"/>
                <a:gd name="T22" fmla="*/ 0 w 26"/>
                <a:gd name="T23" fmla="*/ 30 h 38"/>
                <a:gd name="T24" fmla="*/ 0 w 26"/>
                <a:gd name="T25" fmla="*/ 27 h 38"/>
                <a:gd name="T26" fmla="*/ 0 w 26"/>
                <a:gd name="T27" fmla="*/ 26 h 38"/>
                <a:gd name="T28" fmla="*/ 1 w 26"/>
                <a:gd name="T29" fmla="*/ 25 h 38"/>
                <a:gd name="T30" fmla="*/ 17 w 26"/>
                <a:gd name="T31" fmla="*/ 1 h 38"/>
                <a:gd name="T32" fmla="*/ 18 w 26"/>
                <a:gd name="T33" fmla="*/ 0 h 38"/>
                <a:gd name="T34" fmla="*/ 19 w 26"/>
                <a:gd name="T35" fmla="*/ 0 h 38"/>
                <a:gd name="T36" fmla="*/ 22 w 26"/>
                <a:gd name="T37" fmla="*/ 0 h 38"/>
                <a:gd name="T38" fmla="*/ 23 w 26"/>
                <a:gd name="T39" fmla="*/ 0 h 38"/>
                <a:gd name="T40" fmla="*/ 23 w 26"/>
                <a:gd name="T41" fmla="*/ 1 h 38"/>
                <a:gd name="T42" fmla="*/ 23 w 26"/>
                <a:gd name="T43" fmla="*/ 26 h 38"/>
                <a:gd name="T44" fmla="*/ 26 w 26"/>
                <a:gd name="T45" fmla="*/ 26 h 38"/>
                <a:gd name="T46" fmla="*/ 26 w 26"/>
                <a:gd name="T47" fmla="*/ 26 h 38"/>
                <a:gd name="T48" fmla="*/ 26 w 26"/>
                <a:gd name="T49" fmla="*/ 27 h 38"/>
                <a:gd name="T50" fmla="*/ 26 w 26"/>
                <a:gd name="T51" fmla="*/ 29 h 38"/>
                <a:gd name="T52" fmla="*/ 26 w 26"/>
                <a:gd name="T53" fmla="*/ 30 h 38"/>
                <a:gd name="T54" fmla="*/ 26 w 26"/>
                <a:gd name="T55" fmla="*/ 31 h 38"/>
                <a:gd name="T56" fmla="*/ 18 w 26"/>
                <a:gd name="T57" fmla="*/ 8 h 38"/>
                <a:gd name="T58" fmla="*/ 6 w 26"/>
                <a:gd name="T59" fmla="*/ 26 h 38"/>
                <a:gd name="T60" fmla="*/ 18 w 26"/>
                <a:gd name="T61" fmla="*/ 26 h 38"/>
                <a:gd name="T62" fmla="*/ 18 w 26"/>
                <a:gd name="T63" fmla="*/ 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6" h="38">
                  <a:moveTo>
                    <a:pt x="26" y="31"/>
                  </a:moveTo>
                  <a:cubicBezTo>
                    <a:pt x="23" y="31"/>
                    <a:pt x="23" y="31"/>
                    <a:pt x="23" y="31"/>
                  </a:cubicBezTo>
                  <a:cubicBezTo>
                    <a:pt x="23" y="37"/>
                    <a:pt x="23" y="37"/>
                    <a:pt x="23" y="37"/>
                  </a:cubicBezTo>
                  <a:cubicBezTo>
                    <a:pt x="23" y="38"/>
                    <a:pt x="23" y="38"/>
                    <a:pt x="23" y="38"/>
                  </a:cubicBezTo>
                  <a:cubicBezTo>
                    <a:pt x="23" y="38"/>
                    <a:pt x="23" y="38"/>
                    <a:pt x="22" y="38"/>
                  </a:cubicBezTo>
                  <a:cubicBezTo>
                    <a:pt x="20" y="38"/>
                    <a:pt x="20" y="38"/>
                    <a:pt x="20" y="38"/>
                  </a:cubicBezTo>
                  <a:cubicBezTo>
                    <a:pt x="19" y="38"/>
                    <a:pt x="19" y="38"/>
                    <a:pt x="18" y="38"/>
                  </a:cubicBezTo>
                  <a:cubicBezTo>
                    <a:pt x="18" y="38"/>
                    <a:pt x="18" y="37"/>
                    <a:pt x="18" y="37"/>
                  </a:cubicBezTo>
                  <a:cubicBezTo>
                    <a:pt x="18" y="31"/>
                    <a:pt x="18" y="31"/>
                    <a:pt x="18" y="31"/>
                  </a:cubicBezTo>
                  <a:cubicBezTo>
                    <a:pt x="1" y="31"/>
                    <a:pt x="1" y="31"/>
                    <a:pt x="1" y="31"/>
                  </a:cubicBezTo>
                  <a:cubicBezTo>
                    <a:pt x="1" y="31"/>
                    <a:pt x="1" y="30"/>
                    <a:pt x="0" y="30"/>
                  </a:cubicBezTo>
                  <a:cubicBezTo>
                    <a:pt x="0" y="30"/>
                    <a:pt x="0" y="30"/>
                    <a:pt x="0" y="30"/>
                  </a:cubicBezTo>
                  <a:cubicBezTo>
                    <a:pt x="0" y="27"/>
                    <a:pt x="0" y="27"/>
                    <a:pt x="0" y="27"/>
                  </a:cubicBezTo>
                  <a:cubicBezTo>
                    <a:pt x="0" y="27"/>
                    <a:pt x="0" y="26"/>
                    <a:pt x="0" y="26"/>
                  </a:cubicBezTo>
                  <a:cubicBezTo>
                    <a:pt x="1" y="25"/>
                    <a:pt x="1" y="25"/>
                    <a:pt x="1" y="25"/>
                  </a:cubicBezTo>
                  <a:cubicBezTo>
                    <a:pt x="17" y="1"/>
                    <a:pt x="17" y="1"/>
                    <a:pt x="17" y="1"/>
                  </a:cubicBezTo>
                  <a:cubicBezTo>
                    <a:pt x="17" y="1"/>
                    <a:pt x="17" y="1"/>
                    <a:pt x="18" y="0"/>
                  </a:cubicBezTo>
                  <a:cubicBezTo>
                    <a:pt x="18" y="0"/>
                    <a:pt x="18" y="0"/>
                    <a:pt x="19" y="0"/>
                  </a:cubicBezTo>
                  <a:cubicBezTo>
                    <a:pt x="22" y="0"/>
                    <a:pt x="22" y="0"/>
                    <a:pt x="22" y="0"/>
                  </a:cubicBezTo>
                  <a:cubicBezTo>
                    <a:pt x="23" y="0"/>
                    <a:pt x="23" y="0"/>
                    <a:pt x="23" y="0"/>
                  </a:cubicBezTo>
                  <a:cubicBezTo>
                    <a:pt x="23" y="0"/>
                    <a:pt x="23" y="1"/>
                    <a:pt x="23" y="1"/>
                  </a:cubicBezTo>
                  <a:cubicBezTo>
                    <a:pt x="23" y="26"/>
                    <a:pt x="23" y="26"/>
                    <a:pt x="23" y="26"/>
                  </a:cubicBezTo>
                  <a:cubicBezTo>
                    <a:pt x="26" y="26"/>
                    <a:pt x="26" y="26"/>
                    <a:pt x="26" y="26"/>
                  </a:cubicBezTo>
                  <a:cubicBezTo>
                    <a:pt x="26" y="26"/>
                    <a:pt x="26" y="26"/>
                    <a:pt x="26" y="26"/>
                  </a:cubicBezTo>
                  <a:cubicBezTo>
                    <a:pt x="26" y="26"/>
                    <a:pt x="26" y="26"/>
                    <a:pt x="26" y="27"/>
                  </a:cubicBezTo>
                  <a:cubicBezTo>
                    <a:pt x="26" y="29"/>
                    <a:pt x="26" y="29"/>
                    <a:pt x="26" y="29"/>
                  </a:cubicBezTo>
                  <a:cubicBezTo>
                    <a:pt x="26" y="30"/>
                    <a:pt x="26" y="30"/>
                    <a:pt x="26" y="30"/>
                  </a:cubicBezTo>
                  <a:cubicBezTo>
                    <a:pt x="26" y="30"/>
                    <a:pt x="26" y="31"/>
                    <a:pt x="26" y="31"/>
                  </a:cubicBezTo>
                  <a:close/>
                  <a:moveTo>
                    <a:pt x="18" y="8"/>
                  </a:moveTo>
                  <a:cubicBezTo>
                    <a:pt x="6" y="26"/>
                    <a:pt x="6" y="26"/>
                    <a:pt x="6" y="26"/>
                  </a:cubicBezTo>
                  <a:cubicBezTo>
                    <a:pt x="18" y="26"/>
                    <a:pt x="18" y="26"/>
                    <a:pt x="18" y="26"/>
                  </a:cubicBezTo>
                  <a:lnTo>
                    <a:pt x="18" y="8"/>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3" name="Freeform 50"/>
            <p:cNvSpPr>
              <a:spLocks noEditPoints="1"/>
            </p:cNvSpPr>
            <p:nvPr/>
          </p:nvSpPr>
          <p:spPr bwMode="auto">
            <a:xfrm>
              <a:off x="10070306" y="2509969"/>
              <a:ext cx="101600" cy="147637"/>
            </a:xfrm>
            <a:custGeom>
              <a:avLst/>
              <a:gdLst>
                <a:gd name="T0" fmla="*/ 14 w 27"/>
                <a:gd name="T1" fmla="*/ 39 h 39"/>
                <a:gd name="T2" fmla="*/ 9 w 27"/>
                <a:gd name="T3" fmla="*/ 39 h 39"/>
                <a:gd name="T4" fmla="*/ 4 w 27"/>
                <a:gd name="T5" fmla="*/ 37 h 39"/>
                <a:gd name="T6" fmla="*/ 1 w 27"/>
                <a:gd name="T7" fmla="*/ 34 h 39"/>
                <a:gd name="T8" fmla="*/ 0 w 27"/>
                <a:gd name="T9" fmla="*/ 28 h 39"/>
                <a:gd name="T10" fmla="*/ 0 w 27"/>
                <a:gd name="T11" fmla="*/ 13 h 39"/>
                <a:gd name="T12" fmla="*/ 1 w 27"/>
                <a:gd name="T13" fmla="*/ 6 h 39"/>
                <a:gd name="T14" fmla="*/ 4 w 27"/>
                <a:gd name="T15" fmla="*/ 2 h 39"/>
                <a:gd name="T16" fmla="*/ 8 w 27"/>
                <a:gd name="T17" fmla="*/ 0 h 39"/>
                <a:gd name="T18" fmla="*/ 14 w 27"/>
                <a:gd name="T19" fmla="*/ 0 h 39"/>
                <a:gd name="T20" fmla="*/ 19 w 27"/>
                <a:gd name="T21" fmla="*/ 0 h 39"/>
                <a:gd name="T22" fmla="*/ 23 w 27"/>
                <a:gd name="T23" fmla="*/ 2 h 39"/>
                <a:gd name="T24" fmla="*/ 26 w 27"/>
                <a:gd name="T25" fmla="*/ 6 h 39"/>
                <a:gd name="T26" fmla="*/ 27 w 27"/>
                <a:gd name="T27" fmla="*/ 12 h 39"/>
                <a:gd name="T28" fmla="*/ 27 w 27"/>
                <a:gd name="T29" fmla="*/ 27 h 39"/>
                <a:gd name="T30" fmla="*/ 26 w 27"/>
                <a:gd name="T31" fmla="*/ 33 h 39"/>
                <a:gd name="T32" fmla="*/ 23 w 27"/>
                <a:gd name="T33" fmla="*/ 37 h 39"/>
                <a:gd name="T34" fmla="*/ 19 w 27"/>
                <a:gd name="T35" fmla="*/ 39 h 39"/>
                <a:gd name="T36" fmla="*/ 14 w 27"/>
                <a:gd name="T37" fmla="*/ 39 h 39"/>
                <a:gd name="T38" fmla="*/ 21 w 27"/>
                <a:gd name="T39" fmla="*/ 13 h 39"/>
                <a:gd name="T40" fmla="*/ 19 w 27"/>
                <a:gd name="T41" fmla="*/ 7 h 39"/>
                <a:gd name="T42" fmla="*/ 14 w 27"/>
                <a:gd name="T43" fmla="*/ 5 h 39"/>
                <a:gd name="T44" fmla="*/ 10 w 27"/>
                <a:gd name="T45" fmla="*/ 5 h 39"/>
                <a:gd name="T46" fmla="*/ 8 w 27"/>
                <a:gd name="T47" fmla="*/ 7 h 39"/>
                <a:gd name="T48" fmla="*/ 6 w 27"/>
                <a:gd name="T49" fmla="*/ 10 h 39"/>
                <a:gd name="T50" fmla="*/ 6 w 27"/>
                <a:gd name="T51" fmla="*/ 14 h 39"/>
                <a:gd name="T52" fmla="*/ 6 w 27"/>
                <a:gd name="T53" fmla="*/ 27 h 39"/>
                <a:gd name="T54" fmla="*/ 8 w 27"/>
                <a:gd name="T55" fmla="*/ 33 h 39"/>
                <a:gd name="T56" fmla="*/ 14 w 27"/>
                <a:gd name="T57" fmla="*/ 34 h 39"/>
                <a:gd name="T58" fmla="*/ 17 w 27"/>
                <a:gd name="T59" fmla="*/ 34 h 39"/>
                <a:gd name="T60" fmla="*/ 19 w 27"/>
                <a:gd name="T61" fmla="*/ 33 h 39"/>
                <a:gd name="T62" fmla="*/ 20 w 27"/>
                <a:gd name="T63" fmla="*/ 30 h 39"/>
                <a:gd name="T64" fmla="*/ 21 w 27"/>
                <a:gd name="T65" fmla="*/ 27 h 39"/>
                <a:gd name="T66" fmla="*/ 21 w 27"/>
                <a:gd name="T67" fmla="*/ 1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 h="39">
                  <a:moveTo>
                    <a:pt x="14" y="39"/>
                  </a:moveTo>
                  <a:cubicBezTo>
                    <a:pt x="12" y="39"/>
                    <a:pt x="10" y="39"/>
                    <a:pt x="9" y="39"/>
                  </a:cubicBezTo>
                  <a:cubicBezTo>
                    <a:pt x="7" y="39"/>
                    <a:pt x="6" y="38"/>
                    <a:pt x="4" y="37"/>
                  </a:cubicBezTo>
                  <a:cubicBezTo>
                    <a:pt x="3" y="36"/>
                    <a:pt x="2" y="35"/>
                    <a:pt x="1" y="34"/>
                  </a:cubicBezTo>
                  <a:cubicBezTo>
                    <a:pt x="0" y="32"/>
                    <a:pt x="0" y="30"/>
                    <a:pt x="0" y="28"/>
                  </a:cubicBezTo>
                  <a:cubicBezTo>
                    <a:pt x="0" y="13"/>
                    <a:pt x="0" y="13"/>
                    <a:pt x="0" y="13"/>
                  </a:cubicBezTo>
                  <a:cubicBezTo>
                    <a:pt x="0" y="10"/>
                    <a:pt x="0" y="8"/>
                    <a:pt x="1" y="6"/>
                  </a:cubicBezTo>
                  <a:cubicBezTo>
                    <a:pt x="2" y="5"/>
                    <a:pt x="3" y="3"/>
                    <a:pt x="4" y="2"/>
                  </a:cubicBezTo>
                  <a:cubicBezTo>
                    <a:pt x="5" y="1"/>
                    <a:pt x="6" y="1"/>
                    <a:pt x="8" y="0"/>
                  </a:cubicBezTo>
                  <a:cubicBezTo>
                    <a:pt x="10" y="0"/>
                    <a:pt x="12" y="0"/>
                    <a:pt x="14" y="0"/>
                  </a:cubicBezTo>
                  <a:cubicBezTo>
                    <a:pt x="15" y="0"/>
                    <a:pt x="17" y="0"/>
                    <a:pt x="19" y="0"/>
                  </a:cubicBezTo>
                  <a:cubicBezTo>
                    <a:pt x="20" y="1"/>
                    <a:pt x="22" y="1"/>
                    <a:pt x="23" y="2"/>
                  </a:cubicBezTo>
                  <a:cubicBezTo>
                    <a:pt x="24" y="3"/>
                    <a:pt x="25" y="4"/>
                    <a:pt x="26" y="6"/>
                  </a:cubicBezTo>
                  <a:cubicBezTo>
                    <a:pt x="26" y="8"/>
                    <a:pt x="27" y="10"/>
                    <a:pt x="27" y="12"/>
                  </a:cubicBezTo>
                  <a:cubicBezTo>
                    <a:pt x="27" y="27"/>
                    <a:pt x="27" y="27"/>
                    <a:pt x="27" y="27"/>
                  </a:cubicBezTo>
                  <a:cubicBezTo>
                    <a:pt x="27" y="29"/>
                    <a:pt x="26" y="32"/>
                    <a:pt x="26" y="33"/>
                  </a:cubicBezTo>
                  <a:cubicBezTo>
                    <a:pt x="25" y="35"/>
                    <a:pt x="24" y="36"/>
                    <a:pt x="23" y="37"/>
                  </a:cubicBezTo>
                  <a:cubicBezTo>
                    <a:pt x="22" y="38"/>
                    <a:pt x="20" y="39"/>
                    <a:pt x="19" y="39"/>
                  </a:cubicBezTo>
                  <a:cubicBezTo>
                    <a:pt x="17" y="39"/>
                    <a:pt x="15" y="39"/>
                    <a:pt x="14" y="39"/>
                  </a:cubicBezTo>
                  <a:close/>
                  <a:moveTo>
                    <a:pt x="21" y="13"/>
                  </a:moveTo>
                  <a:cubicBezTo>
                    <a:pt x="21" y="10"/>
                    <a:pt x="20" y="8"/>
                    <a:pt x="19" y="7"/>
                  </a:cubicBezTo>
                  <a:cubicBezTo>
                    <a:pt x="18" y="6"/>
                    <a:pt x="16" y="5"/>
                    <a:pt x="14" y="5"/>
                  </a:cubicBezTo>
                  <a:cubicBezTo>
                    <a:pt x="12" y="5"/>
                    <a:pt x="11" y="5"/>
                    <a:pt x="10" y="5"/>
                  </a:cubicBezTo>
                  <a:cubicBezTo>
                    <a:pt x="9" y="6"/>
                    <a:pt x="8" y="6"/>
                    <a:pt x="8" y="7"/>
                  </a:cubicBezTo>
                  <a:cubicBezTo>
                    <a:pt x="7" y="8"/>
                    <a:pt x="7" y="9"/>
                    <a:pt x="6" y="10"/>
                  </a:cubicBezTo>
                  <a:cubicBezTo>
                    <a:pt x="6" y="11"/>
                    <a:pt x="6" y="12"/>
                    <a:pt x="6" y="14"/>
                  </a:cubicBezTo>
                  <a:cubicBezTo>
                    <a:pt x="6" y="27"/>
                    <a:pt x="6" y="27"/>
                    <a:pt x="6" y="27"/>
                  </a:cubicBezTo>
                  <a:cubicBezTo>
                    <a:pt x="6" y="30"/>
                    <a:pt x="7" y="32"/>
                    <a:pt x="8" y="33"/>
                  </a:cubicBezTo>
                  <a:cubicBezTo>
                    <a:pt x="10" y="34"/>
                    <a:pt x="11" y="34"/>
                    <a:pt x="14" y="34"/>
                  </a:cubicBezTo>
                  <a:cubicBezTo>
                    <a:pt x="15" y="34"/>
                    <a:pt x="16" y="34"/>
                    <a:pt x="17" y="34"/>
                  </a:cubicBezTo>
                  <a:cubicBezTo>
                    <a:pt x="18" y="34"/>
                    <a:pt x="18" y="33"/>
                    <a:pt x="19" y="33"/>
                  </a:cubicBezTo>
                  <a:cubicBezTo>
                    <a:pt x="19" y="32"/>
                    <a:pt x="20" y="31"/>
                    <a:pt x="20" y="30"/>
                  </a:cubicBezTo>
                  <a:cubicBezTo>
                    <a:pt x="21" y="29"/>
                    <a:pt x="21" y="28"/>
                    <a:pt x="21" y="27"/>
                  </a:cubicBezTo>
                  <a:lnTo>
                    <a:pt x="21" y="13"/>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4" name="Freeform 51"/>
            <p:cNvSpPr>
              <a:spLocks noEditPoints="1"/>
            </p:cNvSpPr>
            <p:nvPr/>
          </p:nvSpPr>
          <p:spPr bwMode="auto">
            <a:xfrm>
              <a:off x="10194131" y="2498857"/>
              <a:ext cx="142875" cy="161925"/>
            </a:xfrm>
            <a:custGeom>
              <a:avLst/>
              <a:gdLst>
                <a:gd name="T0" fmla="*/ 15 w 38"/>
                <a:gd name="T1" fmla="*/ 18 h 43"/>
                <a:gd name="T2" fmla="*/ 11 w 38"/>
                <a:gd name="T3" fmla="*/ 21 h 43"/>
                <a:gd name="T4" fmla="*/ 2 w 38"/>
                <a:gd name="T5" fmla="*/ 20 h 43"/>
                <a:gd name="T6" fmla="*/ 0 w 38"/>
                <a:gd name="T7" fmla="*/ 8 h 43"/>
                <a:gd name="T8" fmla="*/ 8 w 38"/>
                <a:gd name="T9" fmla="*/ 0 h 43"/>
                <a:gd name="T10" fmla="*/ 13 w 38"/>
                <a:gd name="T11" fmla="*/ 2 h 43"/>
                <a:gd name="T12" fmla="*/ 16 w 38"/>
                <a:gd name="T13" fmla="*/ 8 h 43"/>
                <a:gd name="T14" fmla="*/ 11 w 38"/>
                <a:gd name="T15" fmla="*/ 9 h 43"/>
                <a:gd name="T16" fmla="*/ 8 w 38"/>
                <a:gd name="T17" fmla="*/ 5 h 43"/>
                <a:gd name="T18" fmla="*/ 4 w 38"/>
                <a:gd name="T19" fmla="*/ 9 h 43"/>
                <a:gd name="T20" fmla="*/ 5 w 38"/>
                <a:gd name="T21" fmla="*/ 17 h 43"/>
                <a:gd name="T22" fmla="*/ 11 w 38"/>
                <a:gd name="T23" fmla="*/ 17 h 43"/>
                <a:gd name="T24" fmla="*/ 11 w 38"/>
                <a:gd name="T25" fmla="*/ 9 h 43"/>
                <a:gd name="T26" fmla="*/ 11 w 38"/>
                <a:gd name="T27" fmla="*/ 42 h 43"/>
                <a:gd name="T28" fmla="*/ 8 w 38"/>
                <a:gd name="T29" fmla="*/ 42 h 43"/>
                <a:gd name="T30" fmla="*/ 7 w 38"/>
                <a:gd name="T31" fmla="*/ 40 h 43"/>
                <a:gd name="T32" fmla="*/ 27 w 38"/>
                <a:gd name="T33" fmla="*/ 1 h 43"/>
                <a:gd name="T34" fmla="*/ 31 w 38"/>
                <a:gd name="T35" fmla="*/ 1 h 43"/>
                <a:gd name="T36" fmla="*/ 31 w 38"/>
                <a:gd name="T37" fmla="*/ 2 h 43"/>
                <a:gd name="T38" fmla="*/ 38 w 38"/>
                <a:gd name="T39" fmla="*/ 36 h 43"/>
                <a:gd name="T40" fmla="*/ 35 w 38"/>
                <a:gd name="T41" fmla="*/ 41 h 43"/>
                <a:gd name="T42" fmla="*/ 30 w 38"/>
                <a:gd name="T43" fmla="*/ 43 h 43"/>
                <a:gd name="T44" fmla="*/ 22 w 38"/>
                <a:gd name="T45" fmla="*/ 36 h 43"/>
                <a:gd name="T46" fmla="*/ 24 w 38"/>
                <a:gd name="T47" fmla="*/ 23 h 43"/>
                <a:gd name="T48" fmla="*/ 33 w 38"/>
                <a:gd name="T49" fmla="*/ 22 h 43"/>
                <a:gd name="T50" fmla="*/ 37 w 38"/>
                <a:gd name="T51" fmla="*/ 25 h 43"/>
                <a:gd name="T52" fmla="*/ 38 w 38"/>
                <a:gd name="T53" fmla="*/ 36 h 43"/>
                <a:gd name="T54" fmla="*/ 33 w 38"/>
                <a:gd name="T55" fmla="*/ 27 h 43"/>
                <a:gd name="T56" fmla="*/ 27 w 38"/>
                <a:gd name="T57" fmla="*/ 27 h 43"/>
                <a:gd name="T58" fmla="*/ 27 w 38"/>
                <a:gd name="T59" fmla="*/ 35 h 43"/>
                <a:gd name="T60" fmla="*/ 30 w 38"/>
                <a:gd name="T61" fmla="*/ 39 h 43"/>
                <a:gd name="T62" fmla="*/ 33 w 38"/>
                <a:gd name="T63" fmla="*/ 3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 h="43">
                  <a:moveTo>
                    <a:pt x="16" y="15"/>
                  </a:moveTo>
                  <a:cubicBezTo>
                    <a:pt x="16" y="16"/>
                    <a:pt x="15" y="17"/>
                    <a:pt x="15" y="18"/>
                  </a:cubicBezTo>
                  <a:cubicBezTo>
                    <a:pt x="15" y="19"/>
                    <a:pt x="14" y="20"/>
                    <a:pt x="13" y="20"/>
                  </a:cubicBezTo>
                  <a:cubicBezTo>
                    <a:pt x="13" y="21"/>
                    <a:pt x="12" y="21"/>
                    <a:pt x="11" y="21"/>
                  </a:cubicBezTo>
                  <a:cubicBezTo>
                    <a:pt x="10" y="22"/>
                    <a:pt x="9" y="22"/>
                    <a:pt x="8" y="22"/>
                  </a:cubicBezTo>
                  <a:cubicBezTo>
                    <a:pt x="6" y="22"/>
                    <a:pt x="4" y="21"/>
                    <a:pt x="2" y="20"/>
                  </a:cubicBezTo>
                  <a:cubicBezTo>
                    <a:pt x="1" y="19"/>
                    <a:pt x="0" y="17"/>
                    <a:pt x="0" y="15"/>
                  </a:cubicBezTo>
                  <a:cubicBezTo>
                    <a:pt x="0" y="8"/>
                    <a:pt x="0" y="8"/>
                    <a:pt x="0" y="8"/>
                  </a:cubicBezTo>
                  <a:cubicBezTo>
                    <a:pt x="0" y="6"/>
                    <a:pt x="1" y="4"/>
                    <a:pt x="2" y="2"/>
                  </a:cubicBezTo>
                  <a:cubicBezTo>
                    <a:pt x="4" y="1"/>
                    <a:pt x="6" y="0"/>
                    <a:pt x="8" y="0"/>
                  </a:cubicBezTo>
                  <a:cubicBezTo>
                    <a:pt x="9" y="0"/>
                    <a:pt x="10" y="0"/>
                    <a:pt x="11" y="1"/>
                  </a:cubicBezTo>
                  <a:cubicBezTo>
                    <a:pt x="12" y="1"/>
                    <a:pt x="12" y="1"/>
                    <a:pt x="13" y="2"/>
                  </a:cubicBezTo>
                  <a:cubicBezTo>
                    <a:pt x="14" y="3"/>
                    <a:pt x="15" y="3"/>
                    <a:pt x="15" y="4"/>
                  </a:cubicBezTo>
                  <a:cubicBezTo>
                    <a:pt x="15" y="5"/>
                    <a:pt x="16" y="6"/>
                    <a:pt x="16" y="8"/>
                  </a:cubicBezTo>
                  <a:lnTo>
                    <a:pt x="16" y="15"/>
                  </a:lnTo>
                  <a:close/>
                  <a:moveTo>
                    <a:pt x="11" y="9"/>
                  </a:moveTo>
                  <a:cubicBezTo>
                    <a:pt x="11" y="8"/>
                    <a:pt x="11" y="7"/>
                    <a:pt x="11" y="6"/>
                  </a:cubicBezTo>
                  <a:cubicBezTo>
                    <a:pt x="10" y="5"/>
                    <a:pt x="9" y="5"/>
                    <a:pt x="8" y="5"/>
                  </a:cubicBezTo>
                  <a:cubicBezTo>
                    <a:pt x="7" y="5"/>
                    <a:pt x="6" y="5"/>
                    <a:pt x="5" y="6"/>
                  </a:cubicBezTo>
                  <a:cubicBezTo>
                    <a:pt x="5" y="7"/>
                    <a:pt x="4" y="8"/>
                    <a:pt x="4" y="9"/>
                  </a:cubicBezTo>
                  <a:cubicBezTo>
                    <a:pt x="4" y="14"/>
                    <a:pt x="4" y="14"/>
                    <a:pt x="4" y="14"/>
                  </a:cubicBezTo>
                  <a:cubicBezTo>
                    <a:pt x="4" y="15"/>
                    <a:pt x="5" y="16"/>
                    <a:pt x="5" y="17"/>
                  </a:cubicBezTo>
                  <a:cubicBezTo>
                    <a:pt x="6" y="17"/>
                    <a:pt x="7" y="18"/>
                    <a:pt x="8" y="18"/>
                  </a:cubicBezTo>
                  <a:cubicBezTo>
                    <a:pt x="9" y="18"/>
                    <a:pt x="10" y="17"/>
                    <a:pt x="11" y="17"/>
                  </a:cubicBezTo>
                  <a:cubicBezTo>
                    <a:pt x="11" y="16"/>
                    <a:pt x="11" y="15"/>
                    <a:pt x="11" y="14"/>
                  </a:cubicBezTo>
                  <a:lnTo>
                    <a:pt x="11" y="9"/>
                  </a:lnTo>
                  <a:close/>
                  <a:moveTo>
                    <a:pt x="12" y="40"/>
                  </a:moveTo>
                  <a:cubicBezTo>
                    <a:pt x="12" y="41"/>
                    <a:pt x="11" y="42"/>
                    <a:pt x="11" y="42"/>
                  </a:cubicBezTo>
                  <a:cubicBezTo>
                    <a:pt x="11" y="42"/>
                    <a:pt x="10" y="42"/>
                    <a:pt x="10" y="42"/>
                  </a:cubicBezTo>
                  <a:cubicBezTo>
                    <a:pt x="8" y="42"/>
                    <a:pt x="8" y="42"/>
                    <a:pt x="8" y="42"/>
                  </a:cubicBezTo>
                  <a:cubicBezTo>
                    <a:pt x="7" y="42"/>
                    <a:pt x="7" y="42"/>
                    <a:pt x="6" y="42"/>
                  </a:cubicBezTo>
                  <a:cubicBezTo>
                    <a:pt x="6" y="41"/>
                    <a:pt x="6" y="41"/>
                    <a:pt x="7" y="40"/>
                  </a:cubicBezTo>
                  <a:cubicBezTo>
                    <a:pt x="26" y="2"/>
                    <a:pt x="26" y="2"/>
                    <a:pt x="26" y="2"/>
                  </a:cubicBezTo>
                  <a:cubicBezTo>
                    <a:pt x="27" y="2"/>
                    <a:pt x="27" y="1"/>
                    <a:pt x="27" y="1"/>
                  </a:cubicBezTo>
                  <a:cubicBezTo>
                    <a:pt x="27" y="1"/>
                    <a:pt x="28" y="1"/>
                    <a:pt x="29" y="1"/>
                  </a:cubicBezTo>
                  <a:cubicBezTo>
                    <a:pt x="31" y="1"/>
                    <a:pt x="31" y="1"/>
                    <a:pt x="31" y="1"/>
                  </a:cubicBezTo>
                  <a:cubicBezTo>
                    <a:pt x="32" y="1"/>
                    <a:pt x="32" y="1"/>
                    <a:pt x="32" y="1"/>
                  </a:cubicBezTo>
                  <a:cubicBezTo>
                    <a:pt x="32" y="1"/>
                    <a:pt x="32" y="2"/>
                    <a:pt x="31" y="2"/>
                  </a:cubicBezTo>
                  <a:lnTo>
                    <a:pt x="12" y="40"/>
                  </a:lnTo>
                  <a:close/>
                  <a:moveTo>
                    <a:pt x="38" y="36"/>
                  </a:moveTo>
                  <a:cubicBezTo>
                    <a:pt x="38" y="37"/>
                    <a:pt x="38" y="38"/>
                    <a:pt x="37" y="39"/>
                  </a:cubicBezTo>
                  <a:cubicBezTo>
                    <a:pt x="37" y="40"/>
                    <a:pt x="36" y="41"/>
                    <a:pt x="35" y="41"/>
                  </a:cubicBezTo>
                  <a:cubicBezTo>
                    <a:pt x="35" y="42"/>
                    <a:pt x="34" y="42"/>
                    <a:pt x="33" y="42"/>
                  </a:cubicBezTo>
                  <a:cubicBezTo>
                    <a:pt x="32" y="43"/>
                    <a:pt x="31" y="43"/>
                    <a:pt x="30" y="43"/>
                  </a:cubicBezTo>
                  <a:cubicBezTo>
                    <a:pt x="28" y="43"/>
                    <a:pt x="26" y="42"/>
                    <a:pt x="24" y="41"/>
                  </a:cubicBezTo>
                  <a:cubicBezTo>
                    <a:pt x="23" y="40"/>
                    <a:pt x="22" y="38"/>
                    <a:pt x="22" y="36"/>
                  </a:cubicBezTo>
                  <a:cubicBezTo>
                    <a:pt x="22" y="29"/>
                    <a:pt x="22" y="29"/>
                    <a:pt x="22" y="29"/>
                  </a:cubicBezTo>
                  <a:cubicBezTo>
                    <a:pt x="22" y="26"/>
                    <a:pt x="23" y="24"/>
                    <a:pt x="24" y="23"/>
                  </a:cubicBezTo>
                  <a:cubicBezTo>
                    <a:pt x="26" y="22"/>
                    <a:pt x="28" y="21"/>
                    <a:pt x="30" y="21"/>
                  </a:cubicBezTo>
                  <a:cubicBezTo>
                    <a:pt x="31" y="21"/>
                    <a:pt x="32" y="21"/>
                    <a:pt x="33" y="22"/>
                  </a:cubicBezTo>
                  <a:cubicBezTo>
                    <a:pt x="34" y="22"/>
                    <a:pt x="35" y="22"/>
                    <a:pt x="35" y="23"/>
                  </a:cubicBezTo>
                  <a:cubicBezTo>
                    <a:pt x="36" y="23"/>
                    <a:pt x="37" y="24"/>
                    <a:pt x="37" y="25"/>
                  </a:cubicBezTo>
                  <a:cubicBezTo>
                    <a:pt x="38" y="26"/>
                    <a:pt x="38" y="27"/>
                    <a:pt x="38" y="29"/>
                  </a:cubicBezTo>
                  <a:lnTo>
                    <a:pt x="38" y="36"/>
                  </a:lnTo>
                  <a:close/>
                  <a:moveTo>
                    <a:pt x="33" y="30"/>
                  </a:moveTo>
                  <a:cubicBezTo>
                    <a:pt x="33" y="29"/>
                    <a:pt x="33" y="28"/>
                    <a:pt x="33" y="27"/>
                  </a:cubicBezTo>
                  <a:cubicBezTo>
                    <a:pt x="32" y="26"/>
                    <a:pt x="31" y="26"/>
                    <a:pt x="30" y="26"/>
                  </a:cubicBezTo>
                  <a:cubicBezTo>
                    <a:pt x="29" y="26"/>
                    <a:pt x="28" y="26"/>
                    <a:pt x="27" y="27"/>
                  </a:cubicBezTo>
                  <a:cubicBezTo>
                    <a:pt x="27" y="28"/>
                    <a:pt x="27" y="29"/>
                    <a:pt x="27" y="30"/>
                  </a:cubicBezTo>
                  <a:cubicBezTo>
                    <a:pt x="27" y="35"/>
                    <a:pt x="27" y="35"/>
                    <a:pt x="27" y="35"/>
                  </a:cubicBezTo>
                  <a:cubicBezTo>
                    <a:pt x="27" y="36"/>
                    <a:pt x="27" y="37"/>
                    <a:pt x="28" y="38"/>
                  </a:cubicBezTo>
                  <a:cubicBezTo>
                    <a:pt x="28" y="38"/>
                    <a:pt x="29" y="39"/>
                    <a:pt x="30" y="39"/>
                  </a:cubicBezTo>
                  <a:cubicBezTo>
                    <a:pt x="31" y="39"/>
                    <a:pt x="32" y="38"/>
                    <a:pt x="33" y="37"/>
                  </a:cubicBezTo>
                  <a:cubicBezTo>
                    <a:pt x="33" y="37"/>
                    <a:pt x="33" y="36"/>
                    <a:pt x="33" y="35"/>
                  </a:cubicBezTo>
                  <a:lnTo>
                    <a:pt x="33" y="3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5" name="Freeform 52"/>
            <p:cNvSpPr>
              <a:spLocks noEditPoints="1"/>
            </p:cNvSpPr>
            <p:nvPr/>
          </p:nvSpPr>
          <p:spPr bwMode="auto">
            <a:xfrm>
              <a:off x="9943306" y="2235332"/>
              <a:ext cx="109537" cy="134937"/>
            </a:xfrm>
            <a:custGeom>
              <a:avLst/>
              <a:gdLst>
                <a:gd name="T0" fmla="*/ 28 w 29"/>
                <a:gd name="T1" fmla="*/ 36 h 36"/>
                <a:gd name="T2" fmla="*/ 24 w 29"/>
                <a:gd name="T3" fmla="*/ 36 h 36"/>
                <a:gd name="T4" fmla="*/ 24 w 29"/>
                <a:gd name="T5" fmla="*/ 36 h 36"/>
                <a:gd name="T6" fmla="*/ 23 w 29"/>
                <a:gd name="T7" fmla="*/ 35 h 36"/>
                <a:gd name="T8" fmla="*/ 21 w 29"/>
                <a:gd name="T9" fmla="*/ 28 h 36"/>
                <a:gd name="T10" fmla="*/ 8 w 29"/>
                <a:gd name="T11" fmla="*/ 28 h 36"/>
                <a:gd name="T12" fmla="*/ 6 w 29"/>
                <a:gd name="T13" fmla="*/ 35 h 36"/>
                <a:gd name="T14" fmla="*/ 5 w 29"/>
                <a:gd name="T15" fmla="*/ 36 h 36"/>
                <a:gd name="T16" fmla="*/ 4 w 29"/>
                <a:gd name="T17" fmla="*/ 36 h 36"/>
                <a:gd name="T18" fmla="*/ 1 w 29"/>
                <a:gd name="T19" fmla="*/ 36 h 36"/>
                <a:gd name="T20" fmla="*/ 0 w 29"/>
                <a:gd name="T21" fmla="*/ 36 h 36"/>
                <a:gd name="T22" fmla="*/ 0 w 29"/>
                <a:gd name="T23" fmla="*/ 35 h 36"/>
                <a:gd name="T24" fmla="*/ 11 w 29"/>
                <a:gd name="T25" fmla="*/ 2 h 36"/>
                <a:gd name="T26" fmla="*/ 12 w 29"/>
                <a:gd name="T27" fmla="*/ 0 h 36"/>
                <a:gd name="T28" fmla="*/ 13 w 29"/>
                <a:gd name="T29" fmla="*/ 0 h 36"/>
                <a:gd name="T30" fmla="*/ 17 w 29"/>
                <a:gd name="T31" fmla="*/ 0 h 36"/>
                <a:gd name="T32" fmla="*/ 18 w 29"/>
                <a:gd name="T33" fmla="*/ 0 h 36"/>
                <a:gd name="T34" fmla="*/ 18 w 29"/>
                <a:gd name="T35" fmla="*/ 2 h 36"/>
                <a:gd name="T36" fmla="*/ 29 w 29"/>
                <a:gd name="T37" fmla="*/ 35 h 36"/>
                <a:gd name="T38" fmla="*/ 29 w 29"/>
                <a:gd name="T39" fmla="*/ 36 h 36"/>
                <a:gd name="T40" fmla="*/ 28 w 29"/>
                <a:gd name="T41" fmla="*/ 36 h 36"/>
                <a:gd name="T42" fmla="*/ 14 w 29"/>
                <a:gd name="T43" fmla="*/ 7 h 36"/>
                <a:gd name="T44" fmla="*/ 9 w 29"/>
                <a:gd name="T45" fmla="*/ 24 h 36"/>
                <a:gd name="T46" fmla="*/ 19 w 29"/>
                <a:gd name="T47" fmla="*/ 24 h 36"/>
                <a:gd name="T48" fmla="*/ 14 w 29"/>
                <a:gd name="T49" fmla="*/ 7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9" h="36">
                  <a:moveTo>
                    <a:pt x="28" y="36"/>
                  </a:moveTo>
                  <a:cubicBezTo>
                    <a:pt x="24" y="36"/>
                    <a:pt x="24" y="36"/>
                    <a:pt x="24" y="36"/>
                  </a:cubicBezTo>
                  <a:cubicBezTo>
                    <a:pt x="24" y="36"/>
                    <a:pt x="24" y="36"/>
                    <a:pt x="24" y="36"/>
                  </a:cubicBezTo>
                  <a:cubicBezTo>
                    <a:pt x="23" y="36"/>
                    <a:pt x="23" y="35"/>
                    <a:pt x="23" y="35"/>
                  </a:cubicBezTo>
                  <a:cubicBezTo>
                    <a:pt x="21" y="28"/>
                    <a:pt x="21" y="28"/>
                    <a:pt x="21" y="28"/>
                  </a:cubicBezTo>
                  <a:cubicBezTo>
                    <a:pt x="8" y="28"/>
                    <a:pt x="8" y="28"/>
                    <a:pt x="8" y="28"/>
                  </a:cubicBezTo>
                  <a:cubicBezTo>
                    <a:pt x="6" y="35"/>
                    <a:pt x="6" y="35"/>
                    <a:pt x="6" y="35"/>
                  </a:cubicBezTo>
                  <a:cubicBezTo>
                    <a:pt x="6" y="35"/>
                    <a:pt x="5" y="36"/>
                    <a:pt x="5" y="36"/>
                  </a:cubicBezTo>
                  <a:cubicBezTo>
                    <a:pt x="5" y="36"/>
                    <a:pt x="5" y="36"/>
                    <a:pt x="4" y="36"/>
                  </a:cubicBezTo>
                  <a:cubicBezTo>
                    <a:pt x="1" y="36"/>
                    <a:pt x="1" y="36"/>
                    <a:pt x="1" y="36"/>
                  </a:cubicBezTo>
                  <a:cubicBezTo>
                    <a:pt x="0" y="36"/>
                    <a:pt x="0" y="36"/>
                    <a:pt x="0" y="36"/>
                  </a:cubicBezTo>
                  <a:cubicBezTo>
                    <a:pt x="0" y="36"/>
                    <a:pt x="0" y="35"/>
                    <a:pt x="0" y="35"/>
                  </a:cubicBezTo>
                  <a:cubicBezTo>
                    <a:pt x="11" y="2"/>
                    <a:pt x="11" y="2"/>
                    <a:pt x="11" y="2"/>
                  </a:cubicBezTo>
                  <a:cubicBezTo>
                    <a:pt x="11" y="1"/>
                    <a:pt x="11" y="1"/>
                    <a:pt x="12" y="0"/>
                  </a:cubicBezTo>
                  <a:cubicBezTo>
                    <a:pt x="12" y="0"/>
                    <a:pt x="12" y="0"/>
                    <a:pt x="13" y="0"/>
                  </a:cubicBezTo>
                  <a:cubicBezTo>
                    <a:pt x="17" y="0"/>
                    <a:pt x="17" y="0"/>
                    <a:pt x="17" y="0"/>
                  </a:cubicBezTo>
                  <a:cubicBezTo>
                    <a:pt x="17" y="0"/>
                    <a:pt x="18" y="0"/>
                    <a:pt x="18" y="0"/>
                  </a:cubicBezTo>
                  <a:cubicBezTo>
                    <a:pt x="18" y="1"/>
                    <a:pt x="18" y="1"/>
                    <a:pt x="18" y="2"/>
                  </a:cubicBezTo>
                  <a:cubicBezTo>
                    <a:pt x="29" y="35"/>
                    <a:pt x="29" y="35"/>
                    <a:pt x="29" y="35"/>
                  </a:cubicBezTo>
                  <a:cubicBezTo>
                    <a:pt x="29" y="35"/>
                    <a:pt x="29" y="36"/>
                    <a:pt x="29" y="36"/>
                  </a:cubicBezTo>
                  <a:cubicBezTo>
                    <a:pt x="29" y="36"/>
                    <a:pt x="28" y="36"/>
                    <a:pt x="28" y="36"/>
                  </a:cubicBezTo>
                  <a:close/>
                  <a:moveTo>
                    <a:pt x="14" y="7"/>
                  </a:moveTo>
                  <a:cubicBezTo>
                    <a:pt x="9" y="24"/>
                    <a:pt x="9" y="24"/>
                    <a:pt x="9" y="24"/>
                  </a:cubicBezTo>
                  <a:cubicBezTo>
                    <a:pt x="19" y="24"/>
                    <a:pt x="19" y="24"/>
                    <a:pt x="19" y="24"/>
                  </a:cubicBezTo>
                  <a:lnTo>
                    <a:pt x="14" y="7"/>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6" name="Freeform 53"/>
            <p:cNvSpPr>
              <a:spLocks/>
            </p:cNvSpPr>
            <p:nvPr/>
          </p:nvSpPr>
          <p:spPr bwMode="auto">
            <a:xfrm>
              <a:off x="10067131" y="2235332"/>
              <a:ext cx="123825" cy="134937"/>
            </a:xfrm>
            <a:custGeom>
              <a:avLst/>
              <a:gdLst>
                <a:gd name="T0" fmla="*/ 31 w 33"/>
                <a:gd name="T1" fmla="*/ 36 h 36"/>
                <a:gd name="T2" fmla="*/ 28 w 33"/>
                <a:gd name="T3" fmla="*/ 36 h 36"/>
                <a:gd name="T4" fmla="*/ 27 w 33"/>
                <a:gd name="T5" fmla="*/ 36 h 36"/>
                <a:gd name="T6" fmla="*/ 27 w 33"/>
                <a:gd name="T7" fmla="*/ 35 h 36"/>
                <a:gd name="T8" fmla="*/ 27 w 33"/>
                <a:gd name="T9" fmla="*/ 9 h 36"/>
                <a:gd name="T10" fmla="*/ 26 w 33"/>
                <a:gd name="T11" fmla="*/ 9 h 36"/>
                <a:gd name="T12" fmla="*/ 18 w 33"/>
                <a:gd name="T13" fmla="*/ 22 h 36"/>
                <a:gd name="T14" fmla="*/ 17 w 33"/>
                <a:gd name="T15" fmla="*/ 23 h 36"/>
                <a:gd name="T16" fmla="*/ 17 w 33"/>
                <a:gd name="T17" fmla="*/ 24 h 36"/>
                <a:gd name="T18" fmla="*/ 16 w 33"/>
                <a:gd name="T19" fmla="*/ 24 h 36"/>
                <a:gd name="T20" fmla="*/ 15 w 33"/>
                <a:gd name="T21" fmla="*/ 23 h 36"/>
                <a:gd name="T22" fmla="*/ 14 w 33"/>
                <a:gd name="T23" fmla="*/ 22 h 36"/>
                <a:gd name="T24" fmla="*/ 7 w 33"/>
                <a:gd name="T25" fmla="*/ 10 h 36"/>
                <a:gd name="T26" fmla="*/ 6 w 33"/>
                <a:gd name="T27" fmla="*/ 9 h 36"/>
                <a:gd name="T28" fmla="*/ 6 w 33"/>
                <a:gd name="T29" fmla="*/ 10 h 36"/>
                <a:gd name="T30" fmla="*/ 6 w 33"/>
                <a:gd name="T31" fmla="*/ 35 h 36"/>
                <a:gd name="T32" fmla="*/ 6 w 33"/>
                <a:gd name="T33" fmla="*/ 36 h 36"/>
                <a:gd name="T34" fmla="*/ 5 w 33"/>
                <a:gd name="T35" fmla="*/ 36 h 36"/>
                <a:gd name="T36" fmla="*/ 2 w 33"/>
                <a:gd name="T37" fmla="*/ 36 h 36"/>
                <a:gd name="T38" fmla="*/ 1 w 33"/>
                <a:gd name="T39" fmla="*/ 36 h 36"/>
                <a:gd name="T40" fmla="*/ 0 w 33"/>
                <a:gd name="T41" fmla="*/ 35 h 36"/>
                <a:gd name="T42" fmla="*/ 0 w 33"/>
                <a:gd name="T43" fmla="*/ 2 h 36"/>
                <a:gd name="T44" fmla="*/ 1 w 33"/>
                <a:gd name="T45" fmla="*/ 0 h 36"/>
                <a:gd name="T46" fmla="*/ 2 w 33"/>
                <a:gd name="T47" fmla="*/ 0 h 36"/>
                <a:gd name="T48" fmla="*/ 5 w 33"/>
                <a:gd name="T49" fmla="*/ 0 h 36"/>
                <a:gd name="T50" fmla="*/ 6 w 33"/>
                <a:gd name="T51" fmla="*/ 0 h 36"/>
                <a:gd name="T52" fmla="*/ 7 w 33"/>
                <a:gd name="T53" fmla="*/ 1 h 36"/>
                <a:gd name="T54" fmla="*/ 16 w 33"/>
                <a:gd name="T55" fmla="*/ 16 h 36"/>
                <a:gd name="T56" fmla="*/ 17 w 33"/>
                <a:gd name="T57" fmla="*/ 16 h 36"/>
                <a:gd name="T58" fmla="*/ 26 w 33"/>
                <a:gd name="T59" fmla="*/ 1 h 36"/>
                <a:gd name="T60" fmla="*/ 28 w 33"/>
                <a:gd name="T61" fmla="*/ 0 h 36"/>
                <a:gd name="T62" fmla="*/ 32 w 33"/>
                <a:gd name="T63" fmla="*/ 0 h 36"/>
                <a:gd name="T64" fmla="*/ 33 w 33"/>
                <a:gd name="T65" fmla="*/ 0 h 36"/>
                <a:gd name="T66" fmla="*/ 33 w 33"/>
                <a:gd name="T67" fmla="*/ 2 h 36"/>
                <a:gd name="T68" fmla="*/ 33 w 33"/>
                <a:gd name="T69" fmla="*/ 35 h 36"/>
                <a:gd name="T70" fmla="*/ 32 w 33"/>
                <a:gd name="T71" fmla="*/ 36 h 36"/>
                <a:gd name="T72" fmla="*/ 31 w 33"/>
                <a:gd name="T73"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3" h="36">
                  <a:moveTo>
                    <a:pt x="31" y="36"/>
                  </a:moveTo>
                  <a:cubicBezTo>
                    <a:pt x="28" y="36"/>
                    <a:pt x="28" y="36"/>
                    <a:pt x="28" y="36"/>
                  </a:cubicBezTo>
                  <a:cubicBezTo>
                    <a:pt x="28" y="36"/>
                    <a:pt x="27" y="36"/>
                    <a:pt x="27" y="36"/>
                  </a:cubicBezTo>
                  <a:cubicBezTo>
                    <a:pt x="27" y="36"/>
                    <a:pt x="27" y="35"/>
                    <a:pt x="27" y="35"/>
                  </a:cubicBezTo>
                  <a:cubicBezTo>
                    <a:pt x="27" y="9"/>
                    <a:pt x="27" y="9"/>
                    <a:pt x="27" y="9"/>
                  </a:cubicBezTo>
                  <a:cubicBezTo>
                    <a:pt x="27" y="8"/>
                    <a:pt x="27" y="8"/>
                    <a:pt x="26" y="9"/>
                  </a:cubicBezTo>
                  <a:cubicBezTo>
                    <a:pt x="18" y="22"/>
                    <a:pt x="18" y="22"/>
                    <a:pt x="18" y="22"/>
                  </a:cubicBezTo>
                  <a:cubicBezTo>
                    <a:pt x="18" y="23"/>
                    <a:pt x="18" y="23"/>
                    <a:pt x="17" y="23"/>
                  </a:cubicBezTo>
                  <a:cubicBezTo>
                    <a:pt x="17" y="24"/>
                    <a:pt x="17" y="24"/>
                    <a:pt x="17" y="24"/>
                  </a:cubicBezTo>
                  <a:cubicBezTo>
                    <a:pt x="16" y="24"/>
                    <a:pt x="16" y="24"/>
                    <a:pt x="16" y="24"/>
                  </a:cubicBezTo>
                  <a:cubicBezTo>
                    <a:pt x="15" y="23"/>
                    <a:pt x="15" y="23"/>
                    <a:pt x="15" y="23"/>
                  </a:cubicBezTo>
                  <a:cubicBezTo>
                    <a:pt x="15" y="23"/>
                    <a:pt x="15" y="23"/>
                    <a:pt x="14" y="22"/>
                  </a:cubicBezTo>
                  <a:cubicBezTo>
                    <a:pt x="7" y="10"/>
                    <a:pt x="7" y="10"/>
                    <a:pt x="7" y="10"/>
                  </a:cubicBezTo>
                  <a:cubicBezTo>
                    <a:pt x="7" y="9"/>
                    <a:pt x="6" y="9"/>
                    <a:pt x="6" y="9"/>
                  </a:cubicBezTo>
                  <a:cubicBezTo>
                    <a:pt x="6" y="9"/>
                    <a:pt x="6" y="9"/>
                    <a:pt x="6" y="10"/>
                  </a:cubicBezTo>
                  <a:cubicBezTo>
                    <a:pt x="6" y="35"/>
                    <a:pt x="6" y="35"/>
                    <a:pt x="6" y="35"/>
                  </a:cubicBezTo>
                  <a:cubicBezTo>
                    <a:pt x="6" y="35"/>
                    <a:pt x="6" y="36"/>
                    <a:pt x="6" y="36"/>
                  </a:cubicBezTo>
                  <a:cubicBezTo>
                    <a:pt x="6" y="36"/>
                    <a:pt x="5" y="36"/>
                    <a:pt x="5" y="36"/>
                  </a:cubicBezTo>
                  <a:cubicBezTo>
                    <a:pt x="2" y="36"/>
                    <a:pt x="2" y="36"/>
                    <a:pt x="2" y="36"/>
                  </a:cubicBezTo>
                  <a:cubicBezTo>
                    <a:pt x="1" y="36"/>
                    <a:pt x="1" y="36"/>
                    <a:pt x="1" y="36"/>
                  </a:cubicBezTo>
                  <a:cubicBezTo>
                    <a:pt x="0" y="36"/>
                    <a:pt x="0" y="35"/>
                    <a:pt x="0" y="35"/>
                  </a:cubicBezTo>
                  <a:cubicBezTo>
                    <a:pt x="0" y="2"/>
                    <a:pt x="0" y="2"/>
                    <a:pt x="0" y="2"/>
                  </a:cubicBezTo>
                  <a:cubicBezTo>
                    <a:pt x="0" y="1"/>
                    <a:pt x="0" y="0"/>
                    <a:pt x="1" y="0"/>
                  </a:cubicBezTo>
                  <a:cubicBezTo>
                    <a:pt x="1" y="0"/>
                    <a:pt x="1" y="0"/>
                    <a:pt x="2" y="0"/>
                  </a:cubicBezTo>
                  <a:cubicBezTo>
                    <a:pt x="5" y="0"/>
                    <a:pt x="5" y="0"/>
                    <a:pt x="5" y="0"/>
                  </a:cubicBezTo>
                  <a:cubicBezTo>
                    <a:pt x="6" y="0"/>
                    <a:pt x="6" y="0"/>
                    <a:pt x="6" y="0"/>
                  </a:cubicBezTo>
                  <a:cubicBezTo>
                    <a:pt x="6" y="0"/>
                    <a:pt x="6" y="0"/>
                    <a:pt x="7" y="1"/>
                  </a:cubicBezTo>
                  <a:cubicBezTo>
                    <a:pt x="16" y="16"/>
                    <a:pt x="16" y="16"/>
                    <a:pt x="16" y="16"/>
                  </a:cubicBezTo>
                  <a:cubicBezTo>
                    <a:pt x="17" y="16"/>
                    <a:pt x="17" y="16"/>
                    <a:pt x="17" y="16"/>
                  </a:cubicBezTo>
                  <a:cubicBezTo>
                    <a:pt x="26" y="1"/>
                    <a:pt x="26" y="1"/>
                    <a:pt x="26" y="1"/>
                  </a:cubicBezTo>
                  <a:cubicBezTo>
                    <a:pt x="27" y="0"/>
                    <a:pt x="27" y="0"/>
                    <a:pt x="28" y="0"/>
                  </a:cubicBezTo>
                  <a:cubicBezTo>
                    <a:pt x="32" y="0"/>
                    <a:pt x="32" y="0"/>
                    <a:pt x="32" y="0"/>
                  </a:cubicBezTo>
                  <a:cubicBezTo>
                    <a:pt x="32" y="0"/>
                    <a:pt x="32" y="0"/>
                    <a:pt x="33" y="0"/>
                  </a:cubicBezTo>
                  <a:cubicBezTo>
                    <a:pt x="33" y="1"/>
                    <a:pt x="33" y="1"/>
                    <a:pt x="33" y="2"/>
                  </a:cubicBezTo>
                  <a:cubicBezTo>
                    <a:pt x="33" y="35"/>
                    <a:pt x="33" y="35"/>
                    <a:pt x="33" y="35"/>
                  </a:cubicBezTo>
                  <a:cubicBezTo>
                    <a:pt x="33" y="35"/>
                    <a:pt x="33" y="36"/>
                    <a:pt x="32" y="36"/>
                  </a:cubicBezTo>
                  <a:cubicBezTo>
                    <a:pt x="32" y="36"/>
                    <a:pt x="32" y="36"/>
                    <a:pt x="31" y="3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7" name="Freeform 54"/>
            <p:cNvSpPr>
              <a:spLocks/>
            </p:cNvSpPr>
            <p:nvPr/>
          </p:nvSpPr>
          <p:spPr bwMode="auto">
            <a:xfrm>
              <a:off x="10210006" y="2235332"/>
              <a:ext cx="79375" cy="134937"/>
            </a:xfrm>
            <a:custGeom>
              <a:avLst/>
              <a:gdLst>
                <a:gd name="T0" fmla="*/ 20 w 21"/>
                <a:gd name="T1" fmla="*/ 36 h 36"/>
                <a:gd name="T2" fmla="*/ 1 w 21"/>
                <a:gd name="T3" fmla="*/ 36 h 36"/>
                <a:gd name="T4" fmla="*/ 0 w 21"/>
                <a:gd name="T5" fmla="*/ 36 h 36"/>
                <a:gd name="T6" fmla="*/ 0 w 21"/>
                <a:gd name="T7" fmla="*/ 35 h 36"/>
                <a:gd name="T8" fmla="*/ 0 w 21"/>
                <a:gd name="T9" fmla="*/ 2 h 36"/>
                <a:gd name="T10" fmla="*/ 0 w 21"/>
                <a:gd name="T11" fmla="*/ 0 h 36"/>
                <a:gd name="T12" fmla="*/ 1 w 21"/>
                <a:gd name="T13" fmla="*/ 0 h 36"/>
                <a:gd name="T14" fmla="*/ 19 w 21"/>
                <a:gd name="T15" fmla="*/ 0 h 36"/>
                <a:gd name="T16" fmla="*/ 20 w 21"/>
                <a:gd name="T17" fmla="*/ 0 h 36"/>
                <a:gd name="T18" fmla="*/ 21 w 21"/>
                <a:gd name="T19" fmla="*/ 1 h 36"/>
                <a:gd name="T20" fmla="*/ 21 w 21"/>
                <a:gd name="T21" fmla="*/ 4 h 36"/>
                <a:gd name="T22" fmla="*/ 20 w 21"/>
                <a:gd name="T23" fmla="*/ 4 h 36"/>
                <a:gd name="T24" fmla="*/ 18 w 21"/>
                <a:gd name="T25" fmla="*/ 4 h 36"/>
                <a:gd name="T26" fmla="*/ 7 w 21"/>
                <a:gd name="T27" fmla="*/ 4 h 36"/>
                <a:gd name="T28" fmla="*/ 5 w 21"/>
                <a:gd name="T29" fmla="*/ 5 h 36"/>
                <a:gd name="T30" fmla="*/ 5 w 21"/>
                <a:gd name="T31" fmla="*/ 5 h 36"/>
                <a:gd name="T32" fmla="*/ 5 w 21"/>
                <a:gd name="T33" fmla="*/ 14 h 36"/>
                <a:gd name="T34" fmla="*/ 5 w 21"/>
                <a:gd name="T35" fmla="*/ 15 h 36"/>
                <a:gd name="T36" fmla="*/ 6 w 21"/>
                <a:gd name="T37" fmla="*/ 15 h 36"/>
                <a:gd name="T38" fmla="*/ 17 w 21"/>
                <a:gd name="T39" fmla="*/ 15 h 36"/>
                <a:gd name="T40" fmla="*/ 18 w 21"/>
                <a:gd name="T41" fmla="*/ 15 h 36"/>
                <a:gd name="T42" fmla="*/ 18 w 21"/>
                <a:gd name="T43" fmla="*/ 16 h 36"/>
                <a:gd name="T44" fmla="*/ 18 w 21"/>
                <a:gd name="T45" fmla="*/ 19 h 36"/>
                <a:gd name="T46" fmla="*/ 17 w 21"/>
                <a:gd name="T47" fmla="*/ 19 h 36"/>
                <a:gd name="T48" fmla="*/ 15 w 21"/>
                <a:gd name="T49" fmla="*/ 20 h 36"/>
                <a:gd name="T50" fmla="*/ 7 w 21"/>
                <a:gd name="T51" fmla="*/ 20 h 36"/>
                <a:gd name="T52" fmla="*/ 6 w 21"/>
                <a:gd name="T53" fmla="*/ 20 h 36"/>
                <a:gd name="T54" fmla="*/ 5 w 21"/>
                <a:gd name="T55" fmla="*/ 21 h 36"/>
                <a:gd name="T56" fmla="*/ 5 w 21"/>
                <a:gd name="T57" fmla="*/ 30 h 36"/>
                <a:gd name="T58" fmla="*/ 6 w 21"/>
                <a:gd name="T59" fmla="*/ 31 h 36"/>
                <a:gd name="T60" fmla="*/ 7 w 21"/>
                <a:gd name="T61" fmla="*/ 31 h 36"/>
                <a:gd name="T62" fmla="*/ 19 w 21"/>
                <a:gd name="T63" fmla="*/ 31 h 36"/>
                <a:gd name="T64" fmla="*/ 21 w 21"/>
                <a:gd name="T65" fmla="*/ 32 h 36"/>
                <a:gd name="T66" fmla="*/ 21 w 21"/>
                <a:gd name="T67" fmla="*/ 32 h 36"/>
                <a:gd name="T68" fmla="*/ 21 w 21"/>
                <a:gd name="T69" fmla="*/ 35 h 36"/>
                <a:gd name="T70" fmla="*/ 21 w 21"/>
                <a:gd name="T71" fmla="*/ 36 h 36"/>
                <a:gd name="T72" fmla="*/ 20 w 21"/>
                <a:gd name="T73"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36">
                  <a:moveTo>
                    <a:pt x="20" y="36"/>
                  </a:moveTo>
                  <a:cubicBezTo>
                    <a:pt x="1" y="36"/>
                    <a:pt x="1" y="36"/>
                    <a:pt x="1" y="36"/>
                  </a:cubicBezTo>
                  <a:cubicBezTo>
                    <a:pt x="0" y="36"/>
                    <a:pt x="0" y="36"/>
                    <a:pt x="0" y="36"/>
                  </a:cubicBezTo>
                  <a:cubicBezTo>
                    <a:pt x="0" y="36"/>
                    <a:pt x="0" y="35"/>
                    <a:pt x="0" y="35"/>
                  </a:cubicBezTo>
                  <a:cubicBezTo>
                    <a:pt x="0" y="2"/>
                    <a:pt x="0" y="2"/>
                    <a:pt x="0" y="2"/>
                  </a:cubicBezTo>
                  <a:cubicBezTo>
                    <a:pt x="0" y="1"/>
                    <a:pt x="0" y="1"/>
                    <a:pt x="0" y="0"/>
                  </a:cubicBezTo>
                  <a:cubicBezTo>
                    <a:pt x="0" y="0"/>
                    <a:pt x="0" y="0"/>
                    <a:pt x="1" y="0"/>
                  </a:cubicBezTo>
                  <a:cubicBezTo>
                    <a:pt x="19" y="0"/>
                    <a:pt x="19" y="0"/>
                    <a:pt x="19" y="0"/>
                  </a:cubicBezTo>
                  <a:cubicBezTo>
                    <a:pt x="20" y="0"/>
                    <a:pt x="20" y="0"/>
                    <a:pt x="20" y="0"/>
                  </a:cubicBezTo>
                  <a:cubicBezTo>
                    <a:pt x="21" y="1"/>
                    <a:pt x="21" y="1"/>
                    <a:pt x="21" y="1"/>
                  </a:cubicBezTo>
                  <a:cubicBezTo>
                    <a:pt x="21" y="4"/>
                    <a:pt x="21" y="4"/>
                    <a:pt x="21" y="4"/>
                  </a:cubicBezTo>
                  <a:cubicBezTo>
                    <a:pt x="21" y="4"/>
                    <a:pt x="20" y="4"/>
                    <a:pt x="20" y="4"/>
                  </a:cubicBezTo>
                  <a:cubicBezTo>
                    <a:pt x="19" y="4"/>
                    <a:pt x="19" y="4"/>
                    <a:pt x="18" y="4"/>
                  </a:cubicBezTo>
                  <a:cubicBezTo>
                    <a:pt x="7" y="4"/>
                    <a:pt x="7" y="4"/>
                    <a:pt x="7" y="4"/>
                  </a:cubicBezTo>
                  <a:cubicBezTo>
                    <a:pt x="6" y="4"/>
                    <a:pt x="6" y="5"/>
                    <a:pt x="5" y="5"/>
                  </a:cubicBezTo>
                  <a:cubicBezTo>
                    <a:pt x="5" y="5"/>
                    <a:pt x="5" y="5"/>
                    <a:pt x="5" y="5"/>
                  </a:cubicBezTo>
                  <a:cubicBezTo>
                    <a:pt x="5" y="14"/>
                    <a:pt x="5" y="14"/>
                    <a:pt x="5" y="14"/>
                  </a:cubicBezTo>
                  <a:cubicBezTo>
                    <a:pt x="5" y="14"/>
                    <a:pt x="5" y="15"/>
                    <a:pt x="5" y="15"/>
                  </a:cubicBezTo>
                  <a:cubicBezTo>
                    <a:pt x="6" y="15"/>
                    <a:pt x="6" y="15"/>
                    <a:pt x="6" y="15"/>
                  </a:cubicBezTo>
                  <a:cubicBezTo>
                    <a:pt x="17" y="15"/>
                    <a:pt x="17" y="15"/>
                    <a:pt x="17" y="15"/>
                  </a:cubicBezTo>
                  <a:cubicBezTo>
                    <a:pt x="17" y="15"/>
                    <a:pt x="18" y="15"/>
                    <a:pt x="18" y="15"/>
                  </a:cubicBezTo>
                  <a:cubicBezTo>
                    <a:pt x="18" y="16"/>
                    <a:pt x="18" y="16"/>
                    <a:pt x="18" y="16"/>
                  </a:cubicBezTo>
                  <a:cubicBezTo>
                    <a:pt x="18" y="19"/>
                    <a:pt x="18" y="19"/>
                    <a:pt x="18" y="19"/>
                  </a:cubicBezTo>
                  <a:cubicBezTo>
                    <a:pt x="18" y="19"/>
                    <a:pt x="17" y="19"/>
                    <a:pt x="17" y="19"/>
                  </a:cubicBezTo>
                  <a:cubicBezTo>
                    <a:pt x="16" y="20"/>
                    <a:pt x="16" y="20"/>
                    <a:pt x="15" y="20"/>
                  </a:cubicBezTo>
                  <a:cubicBezTo>
                    <a:pt x="7" y="20"/>
                    <a:pt x="7" y="20"/>
                    <a:pt x="7" y="20"/>
                  </a:cubicBezTo>
                  <a:cubicBezTo>
                    <a:pt x="6" y="20"/>
                    <a:pt x="6" y="20"/>
                    <a:pt x="6" y="20"/>
                  </a:cubicBezTo>
                  <a:cubicBezTo>
                    <a:pt x="5" y="20"/>
                    <a:pt x="5" y="20"/>
                    <a:pt x="5" y="21"/>
                  </a:cubicBezTo>
                  <a:cubicBezTo>
                    <a:pt x="5" y="30"/>
                    <a:pt x="5" y="30"/>
                    <a:pt x="5" y="30"/>
                  </a:cubicBezTo>
                  <a:cubicBezTo>
                    <a:pt x="5" y="31"/>
                    <a:pt x="5" y="31"/>
                    <a:pt x="6" y="31"/>
                  </a:cubicBezTo>
                  <a:cubicBezTo>
                    <a:pt x="6" y="31"/>
                    <a:pt x="6" y="31"/>
                    <a:pt x="7" y="31"/>
                  </a:cubicBezTo>
                  <a:cubicBezTo>
                    <a:pt x="19" y="31"/>
                    <a:pt x="19" y="31"/>
                    <a:pt x="19" y="31"/>
                  </a:cubicBezTo>
                  <a:cubicBezTo>
                    <a:pt x="20" y="31"/>
                    <a:pt x="21" y="32"/>
                    <a:pt x="21" y="32"/>
                  </a:cubicBezTo>
                  <a:cubicBezTo>
                    <a:pt x="21" y="32"/>
                    <a:pt x="21" y="32"/>
                    <a:pt x="21" y="32"/>
                  </a:cubicBezTo>
                  <a:cubicBezTo>
                    <a:pt x="21" y="35"/>
                    <a:pt x="21" y="35"/>
                    <a:pt x="21" y="35"/>
                  </a:cubicBezTo>
                  <a:cubicBezTo>
                    <a:pt x="21" y="36"/>
                    <a:pt x="21" y="36"/>
                    <a:pt x="21" y="36"/>
                  </a:cubicBezTo>
                  <a:lnTo>
                    <a:pt x="20" y="36"/>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8" name="Freeform 55"/>
            <p:cNvSpPr>
              <a:spLocks noEditPoints="1"/>
            </p:cNvSpPr>
            <p:nvPr/>
          </p:nvSpPr>
          <p:spPr bwMode="auto">
            <a:xfrm>
              <a:off x="10300493" y="2235332"/>
              <a:ext cx="96837" cy="134937"/>
            </a:xfrm>
            <a:custGeom>
              <a:avLst/>
              <a:gdLst>
                <a:gd name="T0" fmla="*/ 19 w 26"/>
                <a:gd name="T1" fmla="*/ 20 h 36"/>
                <a:gd name="T2" fmla="*/ 18 w 26"/>
                <a:gd name="T3" fmla="*/ 20 h 36"/>
                <a:gd name="T4" fmla="*/ 19 w 26"/>
                <a:gd name="T5" fmla="*/ 20 h 36"/>
                <a:gd name="T6" fmla="*/ 26 w 26"/>
                <a:gd name="T7" fmla="*/ 34 h 36"/>
                <a:gd name="T8" fmla="*/ 26 w 26"/>
                <a:gd name="T9" fmla="*/ 36 h 36"/>
                <a:gd name="T10" fmla="*/ 25 w 26"/>
                <a:gd name="T11" fmla="*/ 36 h 36"/>
                <a:gd name="T12" fmla="*/ 21 w 26"/>
                <a:gd name="T13" fmla="*/ 36 h 36"/>
                <a:gd name="T14" fmla="*/ 20 w 26"/>
                <a:gd name="T15" fmla="*/ 36 h 36"/>
                <a:gd name="T16" fmla="*/ 20 w 26"/>
                <a:gd name="T17" fmla="*/ 35 h 36"/>
                <a:gd name="T18" fmla="*/ 13 w 26"/>
                <a:gd name="T19" fmla="*/ 22 h 36"/>
                <a:gd name="T20" fmla="*/ 12 w 26"/>
                <a:gd name="T21" fmla="*/ 21 h 36"/>
                <a:gd name="T22" fmla="*/ 7 w 26"/>
                <a:gd name="T23" fmla="*/ 21 h 36"/>
                <a:gd name="T24" fmla="*/ 6 w 26"/>
                <a:gd name="T25" fmla="*/ 21 h 36"/>
                <a:gd name="T26" fmla="*/ 6 w 26"/>
                <a:gd name="T27" fmla="*/ 22 h 36"/>
                <a:gd name="T28" fmla="*/ 6 w 26"/>
                <a:gd name="T29" fmla="*/ 35 h 36"/>
                <a:gd name="T30" fmla="*/ 6 w 26"/>
                <a:gd name="T31" fmla="*/ 36 h 36"/>
                <a:gd name="T32" fmla="*/ 5 w 26"/>
                <a:gd name="T33" fmla="*/ 36 h 36"/>
                <a:gd name="T34" fmla="*/ 1 w 26"/>
                <a:gd name="T35" fmla="*/ 36 h 36"/>
                <a:gd name="T36" fmla="*/ 0 w 26"/>
                <a:gd name="T37" fmla="*/ 36 h 36"/>
                <a:gd name="T38" fmla="*/ 0 w 26"/>
                <a:gd name="T39" fmla="*/ 34 h 36"/>
                <a:gd name="T40" fmla="*/ 0 w 26"/>
                <a:gd name="T41" fmla="*/ 1 h 36"/>
                <a:gd name="T42" fmla="*/ 0 w 26"/>
                <a:gd name="T43" fmla="*/ 0 h 36"/>
                <a:gd name="T44" fmla="*/ 2 w 26"/>
                <a:gd name="T45" fmla="*/ 0 h 36"/>
                <a:gd name="T46" fmla="*/ 12 w 26"/>
                <a:gd name="T47" fmla="*/ 0 h 36"/>
                <a:gd name="T48" fmla="*/ 23 w 26"/>
                <a:gd name="T49" fmla="*/ 3 h 36"/>
                <a:gd name="T50" fmla="*/ 26 w 26"/>
                <a:gd name="T51" fmla="*/ 10 h 36"/>
                <a:gd name="T52" fmla="*/ 25 w 26"/>
                <a:gd name="T53" fmla="*/ 14 h 36"/>
                <a:gd name="T54" fmla="*/ 24 w 26"/>
                <a:gd name="T55" fmla="*/ 17 h 36"/>
                <a:gd name="T56" fmla="*/ 21 w 26"/>
                <a:gd name="T57" fmla="*/ 19 h 36"/>
                <a:gd name="T58" fmla="*/ 19 w 26"/>
                <a:gd name="T59" fmla="*/ 20 h 36"/>
                <a:gd name="T60" fmla="*/ 12 w 26"/>
                <a:gd name="T61" fmla="*/ 4 h 36"/>
                <a:gd name="T62" fmla="*/ 7 w 26"/>
                <a:gd name="T63" fmla="*/ 4 h 36"/>
                <a:gd name="T64" fmla="*/ 6 w 26"/>
                <a:gd name="T65" fmla="*/ 5 h 36"/>
                <a:gd name="T66" fmla="*/ 6 w 26"/>
                <a:gd name="T67" fmla="*/ 5 h 36"/>
                <a:gd name="T68" fmla="*/ 6 w 26"/>
                <a:gd name="T69" fmla="*/ 15 h 36"/>
                <a:gd name="T70" fmla="*/ 6 w 26"/>
                <a:gd name="T71" fmla="*/ 16 h 36"/>
                <a:gd name="T72" fmla="*/ 7 w 26"/>
                <a:gd name="T73" fmla="*/ 16 h 36"/>
                <a:gd name="T74" fmla="*/ 14 w 26"/>
                <a:gd name="T75" fmla="*/ 16 h 36"/>
                <a:gd name="T76" fmla="*/ 18 w 26"/>
                <a:gd name="T77" fmla="*/ 15 h 36"/>
                <a:gd name="T78" fmla="*/ 20 w 26"/>
                <a:gd name="T79" fmla="*/ 10 h 36"/>
                <a:gd name="T80" fmla="*/ 19 w 26"/>
                <a:gd name="T81" fmla="*/ 8 h 36"/>
                <a:gd name="T82" fmla="*/ 18 w 26"/>
                <a:gd name="T83" fmla="*/ 6 h 36"/>
                <a:gd name="T84" fmla="*/ 15 w 26"/>
                <a:gd name="T85" fmla="*/ 5 h 36"/>
                <a:gd name="T86" fmla="*/ 12 w 26"/>
                <a:gd name="T87" fmla="*/ 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6" h="36">
                  <a:moveTo>
                    <a:pt x="19" y="20"/>
                  </a:moveTo>
                  <a:cubicBezTo>
                    <a:pt x="18" y="20"/>
                    <a:pt x="18" y="20"/>
                    <a:pt x="18" y="20"/>
                  </a:cubicBezTo>
                  <a:cubicBezTo>
                    <a:pt x="19" y="20"/>
                    <a:pt x="19" y="20"/>
                    <a:pt x="19" y="20"/>
                  </a:cubicBezTo>
                  <a:cubicBezTo>
                    <a:pt x="26" y="34"/>
                    <a:pt x="26" y="34"/>
                    <a:pt x="26" y="34"/>
                  </a:cubicBezTo>
                  <a:cubicBezTo>
                    <a:pt x="26" y="35"/>
                    <a:pt x="26" y="36"/>
                    <a:pt x="26" y="36"/>
                  </a:cubicBezTo>
                  <a:cubicBezTo>
                    <a:pt x="26" y="36"/>
                    <a:pt x="26" y="36"/>
                    <a:pt x="25" y="36"/>
                  </a:cubicBezTo>
                  <a:cubicBezTo>
                    <a:pt x="21" y="36"/>
                    <a:pt x="21" y="36"/>
                    <a:pt x="21" y="36"/>
                  </a:cubicBezTo>
                  <a:cubicBezTo>
                    <a:pt x="21" y="36"/>
                    <a:pt x="20" y="36"/>
                    <a:pt x="20" y="36"/>
                  </a:cubicBezTo>
                  <a:cubicBezTo>
                    <a:pt x="20" y="36"/>
                    <a:pt x="20" y="35"/>
                    <a:pt x="20" y="35"/>
                  </a:cubicBezTo>
                  <a:cubicBezTo>
                    <a:pt x="13" y="22"/>
                    <a:pt x="13" y="22"/>
                    <a:pt x="13" y="22"/>
                  </a:cubicBezTo>
                  <a:cubicBezTo>
                    <a:pt x="13" y="21"/>
                    <a:pt x="13" y="21"/>
                    <a:pt x="12" y="21"/>
                  </a:cubicBezTo>
                  <a:cubicBezTo>
                    <a:pt x="7" y="21"/>
                    <a:pt x="7" y="21"/>
                    <a:pt x="7" y="21"/>
                  </a:cubicBezTo>
                  <a:cubicBezTo>
                    <a:pt x="6" y="21"/>
                    <a:pt x="6" y="21"/>
                    <a:pt x="6" y="21"/>
                  </a:cubicBezTo>
                  <a:cubicBezTo>
                    <a:pt x="6" y="22"/>
                    <a:pt x="6" y="22"/>
                    <a:pt x="6" y="22"/>
                  </a:cubicBezTo>
                  <a:cubicBezTo>
                    <a:pt x="6" y="35"/>
                    <a:pt x="6" y="35"/>
                    <a:pt x="6" y="35"/>
                  </a:cubicBezTo>
                  <a:cubicBezTo>
                    <a:pt x="6" y="35"/>
                    <a:pt x="6" y="36"/>
                    <a:pt x="6" y="36"/>
                  </a:cubicBezTo>
                  <a:cubicBezTo>
                    <a:pt x="6" y="36"/>
                    <a:pt x="5" y="36"/>
                    <a:pt x="5" y="36"/>
                  </a:cubicBezTo>
                  <a:cubicBezTo>
                    <a:pt x="1" y="36"/>
                    <a:pt x="1" y="36"/>
                    <a:pt x="1" y="36"/>
                  </a:cubicBezTo>
                  <a:cubicBezTo>
                    <a:pt x="1" y="36"/>
                    <a:pt x="0" y="36"/>
                    <a:pt x="0" y="36"/>
                  </a:cubicBezTo>
                  <a:cubicBezTo>
                    <a:pt x="0" y="35"/>
                    <a:pt x="0" y="35"/>
                    <a:pt x="0" y="34"/>
                  </a:cubicBezTo>
                  <a:cubicBezTo>
                    <a:pt x="0" y="1"/>
                    <a:pt x="0" y="1"/>
                    <a:pt x="0" y="1"/>
                  </a:cubicBezTo>
                  <a:cubicBezTo>
                    <a:pt x="0" y="1"/>
                    <a:pt x="0" y="0"/>
                    <a:pt x="0" y="0"/>
                  </a:cubicBezTo>
                  <a:cubicBezTo>
                    <a:pt x="1" y="0"/>
                    <a:pt x="1" y="0"/>
                    <a:pt x="2" y="0"/>
                  </a:cubicBezTo>
                  <a:cubicBezTo>
                    <a:pt x="12" y="0"/>
                    <a:pt x="12" y="0"/>
                    <a:pt x="12" y="0"/>
                  </a:cubicBezTo>
                  <a:cubicBezTo>
                    <a:pt x="17" y="0"/>
                    <a:pt x="20" y="1"/>
                    <a:pt x="23" y="3"/>
                  </a:cubicBezTo>
                  <a:cubicBezTo>
                    <a:pt x="25" y="4"/>
                    <a:pt x="26" y="7"/>
                    <a:pt x="26" y="10"/>
                  </a:cubicBezTo>
                  <a:cubicBezTo>
                    <a:pt x="26" y="12"/>
                    <a:pt x="26" y="13"/>
                    <a:pt x="25" y="14"/>
                  </a:cubicBezTo>
                  <a:cubicBezTo>
                    <a:pt x="25" y="15"/>
                    <a:pt x="24" y="16"/>
                    <a:pt x="24" y="17"/>
                  </a:cubicBezTo>
                  <a:cubicBezTo>
                    <a:pt x="23" y="18"/>
                    <a:pt x="22" y="18"/>
                    <a:pt x="21" y="19"/>
                  </a:cubicBezTo>
                  <a:cubicBezTo>
                    <a:pt x="20" y="19"/>
                    <a:pt x="20" y="20"/>
                    <a:pt x="19" y="20"/>
                  </a:cubicBezTo>
                  <a:close/>
                  <a:moveTo>
                    <a:pt x="12" y="4"/>
                  </a:moveTo>
                  <a:cubicBezTo>
                    <a:pt x="7" y="4"/>
                    <a:pt x="7" y="4"/>
                    <a:pt x="7" y="4"/>
                  </a:cubicBezTo>
                  <a:cubicBezTo>
                    <a:pt x="7" y="4"/>
                    <a:pt x="6" y="5"/>
                    <a:pt x="6" y="5"/>
                  </a:cubicBezTo>
                  <a:cubicBezTo>
                    <a:pt x="6" y="5"/>
                    <a:pt x="6" y="5"/>
                    <a:pt x="6" y="5"/>
                  </a:cubicBezTo>
                  <a:cubicBezTo>
                    <a:pt x="6" y="15"/>
                    <a:pt x="6" y="15"/>
                    <a:pt x="6" y="15"/>
                  </a:cubicBezTo>
                  <a:cubicBezTo>
                    <a:pt x="6" y="16"/>
                    <a:pt x="6" y="16"/>
                    <a:pt x="6" y="16"/>
                  </a:cubicBezTo>
                  <a:cubicBezTo>
                    <a:pt x="6" y="16"/>
                    <a:pt x="7" y="16"/>
                    <a:pt x="7" y="16"/>
                  </a:cubicBezTo>
                  <a:cubicBezTo>
                    <a:pt x="14" y="16"/>
                    <a:pt x="14" y="16"/>
                    <a:pt x="14" y="16"/>
                  </a:cubicBezTo>
                  <a:cubicBezTo>
                    <a:pt x="15" y="16"/>
                    <a:pt x="17" y="16"/>
                    <a:pt x="18" y="15"/>
                  </a:cubicBezTo>
                  <a:cubicBezTo>
                    <a:pt x="20" y="14"/>
                    <a:pt x="20" y="12"/>
                    <a:pt x="20" y="10"/>
                  </a:cubicBezTo>
                  <a:cubicBezTo>
                    <a:pt x="20" y="9"/>
                    <a:pt x="20" y="8"/>
                    <a:pt x="19" y="8"/>
                  </a:cubicBezTo>
                  <a:cubicBezTo>
                    <a:pt x="19" y="7"/>
                    <a:pt x="18" y="6"/>
                    <a:pt x="18" y="6"/>
                  </a:cubicBezTo>
                  <a:cubicBezTo>
                    <a:pt x="17" y="5"/>
                    <a:pt x="16" y="5"/>
                    <a:pt x="15" y="5"/>
                  </a:cubicBezTo>
                  <a:cubicBezTo>
                    <a:pt x="14" y="4"/>
                    <a:pt x="13" y="4"/>
                    <a:pt x="12" y="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9" name="Freeform 56"/>
            <p:cNvSpPr>
              <a:spLocks/>
            </p:cNvSpPr>
            <p:nvPr/>
          </p:nvSpPr>
          <p:spPr bwMode="auto">
            <a:xfrm>
              <a:off x="10419556" y="2235332"/>
              <a:ext cx="23812" cy="134937"/>
            </a:xfrm>
            <a:custGeom>
              <a:avLst/>
              <a:gdLst>
                <a:gd name="T0" fmla="*/ 5 w 6"/>
                <a:gd name="T1" fmla="*/ 36 h 36"/>
                <a:gd name="T2" fmla="*/ 1 w 6"/>
                <a:gd name="T3" fmla="*/ 36 h 36"/>
                <a:gd name="T4" fmla="*/ 0 w 6"/>
                <a:gd name="T5" fmla="*/ 36 h 36"/>
                <a:gd name="T6" fmla="*/ 0 w 6"/>
                <a:gd name="T7" fmla="*/ 35 h 36"/>
                <a:gd name="T8" fmla="*/ 0 w 6"/>
                <a:gd name="T9" fmla="*/ 1 h 36"/>
                <a:gd name="T10" fmla="*/ 0 w 6"/>
                <a:gd name="T11" fmla="*/ 0 h 36"/>
                <a:gd name="T12" fmla="*/ 1 w 6"/>
                <a:gd name="T13" fmla="*/ 0 h 36"/>
                <a:gd name="T14" fmla="*/ 5 w 6"/>
                <a:gd name="T15" fmla="*/ 0 h 36"/>
                <a:gd name="T16" fmla="*/ 6 w 6"/>
                <a:gd name="T17" fmla="*/ 0 h 36"/>
                <a:gd name="T18" fmla="*/ 6 w 6"/>
                <a:gd name="T19" fmla="*/ 1 h 36"/>
                <a:gd name="T20" fmla="*/ 6 w 6"/>
                <a:gd name="T21" fmla="*/ 35 h 36"/>
                <a:gd name="T22" fmla="*/ 6 w 6"/>
                <a:gd name="T23" fmla="*/ 36 h 36"/>
                <a:gd name="T24" fmla="*/ 5 w 6"/>
                <a:gd name="T25"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36">
                  <a:moveTo>
                    <a:pt x="5" y="36"/>
                  </a:moveTo>
                  <a:cubicBezTo>
                    <a:pt x="1" y="36"/>
                    <a:pt x="1" y="36"/>
                    <a:pt x="1" y="36"/>
                  </a:cubicBezTo>
                  <a:cubicBezTo>
                    <a:pt x="1" y="36"/>
                    <a:pt x="0" y="36"/>
                    <a:pt x="0" y="36"/>
                  </a:cubicBezTo>
                  <a:cubicBezTo>
                    <a:pt x="0" y="36"/>
                    <a:pt x="0" y="35"/>
                    <a:pt x="0" y="35"/>
                  </a:cubicBezTo>
                  <a:cubicBezTo>
                    <a:pt x="0" y="1"/>
                    <a:pt x="0" y="1"/>
                    <a:pt x="0" y="1"/>
                  </a:cubicBezTo>
                  <a:cubicBezTo>
                    <a:pt x="0" y="0"/>
                    <a:pt x="0" y="0"/>
                    <a:pt x="0" y="0"/>
                  </a:cubicBezTo>
                  <a:cubicBezTo>
                    <a:pt x="0" y="0"/>
                    <a:pt x="1" y="0"/>
                    <a:pt x="1" y="0"/>
                  </a:cubicBezTo>
                  <a:cubicBezTo>
                    <a:pt x="5" y="0"/>
                    <a:pt x="5" y="0"/>
                    <a:pt x="5" y="0"/>
                  </a:cubicBezTo>
                  <a:cubicBezTo>
                    <a:pt x="5" y="0"/>
                    <a:pt x="5" y="0"/>
                    <a:pt x="6" y="0"/>
                  </a:cubicBezTo>
                  <a:cubicBezTo>
                    <a:pt x="6" y="0"/>
                    <a:pt x="6" y="1"/>
                    <a:pt x="6" y="1"/>
                  </a:cubicBezTo>
                  <a:cubicBezTo>
                    <a:pt x="6" y="35"/>
                    <a:pt x="6" y="35"/>
                    <a:pt x="6" y="35"/>
                  </a:cubicBezTo>
                  <a:cubicBezTo>
                    <a:pt x="6" y="35"/>
                    <a:pt x="6" y="36"/>
                    <a:pt x="6" y="36"/>
                  </a:cubicBezTo>
                  <a:cubicBezTo>
                    <a:pt x="5" y="36"/>
                    <a:pt x="5" y="36"/>
                    <a:pt x="5" y="3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0" name="Freeform 57"/>
            <p:cNvSpPr>
              <a:spLocks/>
            </p:cNvSpPr>
            <p:nvPr/>
          </p:nvSpPr>
          <p:spPr bwMode="auto">
            <a:xfrm>
              <a:off x="10460831" y="2230569"/>
              <a:ext cx="95250" cy="142875"/>
            </a:xfrm>
            <a:custGeom>
              <a:avLst/>
              <a:gdLst>
                <a:gd name="T0" fmla="*/ 23 w 25"/>
                <a:gd name="T1" fmla="*/ 6 h 38"/>
                <a:gd name="T2" fmla="*/ 21 w 25"/>
                <a:gd name="T3" fmla="*/ 5 h 38"/>
                <a:gd name="T4" fmla="*/ 16 w 25"/>
                <a:gd name="T5" fmla="*/ 5 h 38"/>
                <a:gd name="T6" fmla="*/ 9 w 25"/>
                <a:gd name="T7" fmla="*/ 7 h 38"/>
                <a:gd name="T8" fmla="*/ 6 w 25"/>
                <a:gd name="T9" fmla="*/ 13 h 38"/>
                <a:gd name="T10" fmla="*/ 6 w 25"/>
                <a:gd name="T11" fmla="*/ 26 h 38"/>
                <a:gd name="T12" fmla="*/ 7 w 25"/>
                <a:gd name="T13" fmla="*/ 29 h 38"/>
                <a:gd name="T14" fmla="*/ 9 w 25"/>
                <a:gd name="T15" fmla="*/ 32 h 38"/>
                <a:gd name="T16" fmla="*/ 12 w 25"/>
                <a:gd name="T17" fmla="*/ 33 h 38"/>
                <a:gd name="T18" fmla="*/ 15 w 25"/>
                <a:gd name="T19" fmla="*/ 33 h 38"/>
                <a:gd name="T20" fmla="*/ 20 w 25"/>
                <a:gd name="T21" fmla="*/ 32 h 38"/>
                <a:gd name="T22" fmla="*/ 23 w 25"/>
                <a:gd name="T23" fmla="*/ 31 h 38"/>
                <a:gd name="T24" fmla="*/ 24 w 25"/>
                <a:gd name="T25" fmla="*/ 32 h 38"/>
                <a:gd name="T26" fmla="*/ 24 w 25"/>
                <a:gd name="T27" fmla="*/ 33 h 38"/>
                <a:gd name="T28" fmla="*/ 25 w 25"/>
                <a:gd name="T29" fmla="*/ 35 h 38"/>
                <a:gd name="T30" fmla="*/ 24 w 25"/>
                <a:gd name="T31" fmla="*/ 36 h 38"/>
                <a:gd name="T32" fmla="*/ 21 w 25"/>
                <a:gd name="T33" fmla="*/ 37 h 38"/>
                <a:gd name="T34" fmla="*/ 14 w 25"/>
                <a:gd name="T35" fmla="*/ 38 h 38"/>
                <a:gd name="T36" fmla="*/ 4 w 25"/>
                <a:gd name="T37" fmla="*/ 35 h 38"/>
                <a:gd name="T38" fmla="*/ 0 w 25"/>
                <a:gd name="T39" fmla="*/ 27 h 38"/>
                <a:gd name="T40" fmla="*/ 0 w 25"/>
                <a:gd name="T41" fmla="*/ 13 h 38"/>
                <a:gd name="T42" fmla="*/ 1 w 25"/>
                <a:gd name="T43" fmla="*/ 8 h 38"/>
                <a:gd name="T44" fmla="*/ 3 w 25"/>
                <a:gd name="T45" fmla="*/ 4 h 38"/>
                <a:gd name="T46" fmla="*/ 8 w 25"/>
                <a:gd name="T47" fmla="*/ 1 h 38"/>
                <a:gd name="T48" fmla="*/ 16 w 25"/>
                <a:gd name="T49" fmla="*/ 0 h 38"/>
                <a:gd name="T50" fmla="*/ 22 w 25"/>
                <a:gd name="T51" fmla="*/ 1 h 38"/>
                <a:gd name="T52" fmla="*/ 25 w 25"/>
                <a:gd name="T53" fmla="*/ 2 h 38"/>
                <a:gd name="T54" fmla="*/ 25 w 25"/>
                <a:gd name="T55" fmla="*/ 3 h 38"/>
                <a:gd name="T56" fmla="*/ 24 w 25"/>
                <a:gd name="T57" fmla="*/ 4 h 38"/>
                <a:gd name="T58" fmla="*/ 24 w 25"/>
                <a:gd name="T59" fmla="*/ 6 h 38"/>
                <a:gd name="T60" fmla="*/ 23 w 25"/>
                <a:gd name="T61" fmla="*/ 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5" h="38">
                  <a:moveTo>
                    <a:pt x="23" y="6"/>
                  </a:moveTo>
                  <a:cubicBezTo>
                    <a:pt x="22" y="6"/>
                    <a:pt x="22" y="6"/>
                    <a:pt x="21" y="5"/>
                  </a:cubicBezTo>
                  <a:cubicBezTo>
                    <a:pt x="19" y="5"/>
                    <a:pt x="18" y="5"/>
                    <a:pt x="16" y="5"/>
                  </a:cubicBezTo>
                  <a:cubicBezTo>
                    <a:pt x="13" y="5"/>
                    <a:pt x="10" y="5"/>
                    <a:pt x="9" y="7"/>
                  </a:cubicBezTo>
                  <a:cubicBezTo>
                    <a:pt x="7" y="8"/>
                    <a:pt x="6" y="10"/>
                    <a:pt x="6" y="13"/>
                  </a:cubicBezTo>
                  <a:cubicBezTo>
                    <a:pt x="6" y="26"/>
                    <a:pt x="6" y="26"/>
                    <a:pt x="6" y="26"/>
                  </a:cubicBezTo>
                  <a:cubicBezTo>
                    <a:pt x="6" y="27"/>
                    <a:pt x="7" y="29"/>
                    <a:pt x="7" y="29"/>
                  </a:cubicBezTo>
                  <a:cubicBezTo>
                    <a:pt x="8" y="30"/>
                    <a:pt x="8" y="31"/>
                    <a:pt x="9" y="32"/>
                  </a:cubicBezTo>
                  <a:cubicBezTo>
                    <a:pt x="10" y="32"/>
                    <a:pt x="11" y="33"/>
                    <a:pt x="12" y="33"/>
                  </a:cubicBezTo>
                  <a:cubicBezTo>
                    <a:pt x="13" y="33"/>
                    <a:pt x="14" y="33"/>
                    <a:pt x="15" y="33"/>
                  </a:cubicBezTo>
                  <a:cubicBezTo>
                    <a:pt x="17" y="33"/>
                    <a:pt x="19" y="33"/>
                    <a:pt x="20" y="32"/>
                  </a:cubicBezTo>
                  <a:cubicBezTo>
                    <a:pt x="22" y="32"/>
                    <a:pt x="23" y="32"/>
                    <a:pt x="23" y="31"/>
                  </a:cubicBezTo>
                  <a:cubicBezTo>
                    <a:pt x="23" y="31"/>
                    <a:pt x="24" y="31"/>
                    <a:pt x="24" y="32"/>
                  </a:cubicBezTo>
                  <a:cubicBezTo>
                    <a:pt x="24" y="32"/>
                    <a:pt x="24" y="33"/>
                    <a:pt x="24" y="33"/>
                  </a:cubicBezTo>
                  <a:cubicBezTo>
                    <a:pt x="24" y="34"/>
                    <a:pt x="25" y="34"/>
                    <a:pt x="25" y="35"/>
                  </a:cubicBezTo>
                  <a:cubicBezTo>
                    <a:pt x="25" y="35"/>
                    <a:pt x="25" y="36"/>
                    <a:pt x="24" y="36"/>
                  </a:cubicBezTo>
                  <a:cubicBezTo>
                    <a:pt x="24" y="36"/>
                    <a:pt x="22" y="37"/>
                    <a:pt x="21" y="37"/>
                  </a:cubicBezTo>
                  <a:cubicBezTo>
                    <a:pt x="19" y="37"/>
                    <a:pt x="17" y="38"/>
                    <a:pt x="14" y="38"/>
                  </a:cubicBezTo>
                  <a:cubicBezTo>
                    <a:pt x="10" y="38"/>
                    <a:pt x="6" y="37"/>
                    <a:pt x="4" y="35"/>
                  </a:cubicBezTo>
                  <a:cubicBezTo>
                    <a:pt x="2" y="33"/>
                    <a:pt x="0" y="30"/>
                    <a:pt x="0" y="27"/>
                  </a:cubicBezTo>
                  <a:cubicBezTo>
                    <a:pt x="0" y="13"/>
                    <a:pt x="0" y="13"/>
                    <a:pt x="0" y="13"/>
                  </a:cubicBezTo>
                  <a:cubicBezTo>
                    <a:pt x="0" y="11"/>
                    <a:pt x="1" y="9"/>
                    <a:pt x="1" y="8"/>
                  </a:cubicBezTo>
                  <a:cubicBezTo>
                    <a:pt x="1" y="6"/>
                    <a:pt x="2" y="5"/>
                    <a:pt x="3" y="4"/>
                  </a:cubicBezTo>
                  <a:cubicBezTo>
                    <a:pt x="4" y="3"/>
                    <a:pt x="6" y="2"/>
                    <a:pt x="8" y="1"/>
                  </a:cubicBezTo>
                  <a:cubicBezTo>
                    <a:pt x="10" y="0"/>
                    <a:pt x="12" y="0"/>
                    <a:pt x="16" y="0"/>
                  </a:cubicBezTo>
                  <a:cubicBezTo>
                    <a:pt x="19" y="0"/>
                    <a:pt x="21" y="0"/>
                    <a:pt x="22" y="1"/>
                  </a:cubicBezTo>
                  <a:cubicBezTo>
                    <a:pt x="23" y="2"/>
                    <a:pt x="24" y="2"/>
                    <a:pt x="25" y="2"/>
                  </a:cubicBezTo>
                  <a:cubicBezTo>
                    <a:pt x="25" y="2"/>
                    <a:pt x="25" y="3"/>
                    <a:pt x="25" y="3"/>
                  </a:cubicBezTo>
                  <a:cubicBezTo>
                    <a:pt x="25" y="3"/>
                    <a:pt x="24" y="4"/>
                    <a:pt x="24" y="4"/>
                  </a:cubicBezTo>
                  <a:cubicBezTo>
                    <a:pt x="24" y="5"/>
                    <a:pt x="24" y="5"/>
                    <a:pt x="24" y="6"/>
                  </a:cubicBezTo>
                  <a:cubicBezTo>
                    <a:pt x="23" y="6"/>
                    <a:pt x="23" y="6"/>
                    <a:pt x="23" y="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1" name="Freeform 58"/>
            <p:cNvSpPr>
              <a:spLocks noEditPoints="1"/>
            </p:cNvSpPr>
            <p:nvPr/>
          </p:nvSpPr>
          <p:spPr bwMode="auto">
            <a:xfrm>
              <a:off x="10570368" y="2235332"/>
              <a:ext cx="109537" cy="134937"/>
            </a:xfrm>
            <a:custGeom>
              <a:avLst/>
              <a:gdLst>
                <a:gd name="T0" fmla="*/ 28 w 29"/>
                <a:gd name="T1" fmla="*/ 36 h 36"/>
                <a:gd name="T2" fmla="*/ 24 w 29"/>
                <a:gd name="T3" fmla="*/ 36 h 36"/>
                <a:gd name="T4" fmla="*/ 23 w 29"/>
                <a:gd name="T5" fmla="*/ 36 h 36"/>
                <a:gd name="T6" fmla="*/ 23 w 29"/>
                <a:gd name="T7" fmla="*/ 35 h 36"/>
                <a:gd name="T8" fmla="*/ 21 w 29"/>
                <a:gd name="T9" fmla="*/ 28 h 36"/>
                <a:gd name="T10" fmla="*/ 8 w 29"/>
                <a:gd name="T11" fmla="*/ 28 h 36"/>
                <a:gd name="T12" fmla="*/ 6 w 29"/>
                <a:gd name="T13" fmla="*/ 35 h 36"/>
                <a:gd name="T14" fmla="*/ 5 w 29"/>
                <a:gd name="T15" fmla="*/ 36 h 36"/>
                <a:gd name="T16" fmla="*/ 4 w 29"/>
                <a:gd name="T17" fmla="*/ 36 h 36"/>
                <a:gd name="T18" fmla="*/ 0 w 29"/>
                <a:gd name="T19" fmla="*/ 36 h 36"/>
                <a:gd name="T20" fmla="*/ 0 w 29"/>
                <a:gd name="T21" fmla="*/ 36 h 36"/>
                <a:gd name="T22" fmla="*/ 0 w 29"/>
                <a:gd name="T23" fmla="*/ 35 h 36"/>
                <a:gd name="T24" fmla="*/ 11 w 29"/>
                <a:gd name="T25" fmla="*/ 2 h 36"/>
                <a:gd name="T26" fmla="*/ 11 w 29"/>
                <a:gd name="T27" fmla="*/ 0 h 36"/>
                <a:gd name="T28" fmla="*/ 13 w 29"/>
                <a:gd name="T29" fmla="*/ 0 h 36"/>
                <a:gd name="T30" fmla="*/ 16 w 29"/>
                <a:gd name="T31" fmla="*/ 0 h 36"/>
                <a:gd name="T32" fmla="*/ 18 w 29"/>
                <a:gd name="T33" fmla="*/ 0 h 36"/>
                <a:gd name="T34" fmla="*/ 18 w 29"/>
                <a:gd name="T35" fmla="*/ 2 h 36"/>
                <a:gd name="T36" fmla="*/ 29 w 29"/>
                <a:gd name="T37" fmla="*/ 35 h 36"/>
                <a:gd name="T38" fmla="*/ 29 w 29"/>
                <a:gd name="T39" fmla="*/ 36 h 36"/>
                <a:gd name="T40" fmla="*/ 28 w 29"/>
                <a:gd name="T41" fmla="*/ 36 h 36"/>
                <a:gd name="T42" fmla="*/ 14 w 29"/>
                <a:gd name="T43" fmla="*/ 7 h 36"/>
                <a:gd name="T44" fmla="*/ 9 w 29"/>
                <a:gd name="T45" fmla="*/ 24 h 36"/>
                <a:gd name="T46" fmla="*/ 19 w 29"/>
                <a:gd name="T47" fmla="*/ 24 h 36"/>
                <a:gd name="T48" fmla="*/ 14 w 29"/>
                <a:gd name="T49" fmla="*/ 7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9" h="36">
                  <a:moveTo>
                    <a:pt x="28" y="36"/>
                  </a:moveTo>
                  <a:cubicBezTo>
                    <a:pt x="24" y="36"/>
                    <a:pt x="24" y="36"/>
                    <a:pt x="24" y="36"/>
                  </a:cubicBezTo>
                  <a:cubicBezTo>
                    <a:pt x="24" y="36"/>
                    <a:pt x="23" y="36"/>
                    <a:pt x="23" y="36"/>
                  </a:cubicBezTo>
                  <a:cubicBezTo>
                    <a:pt x="23" y="36"/>
                    <a:pt x="23" y="35"/>
                    <a:pt x="23" y="35"/>
                  </a:cubicBezTo>
                  <a:cubicBezTo>
                    <a:pt x="21" y="28"/>
                    <a:pt x="21" y="28"/>
                    <a:pt x="21" y="28"/>
                  </a:cubicBezTo>
                  <a:cubicBezTo>
                    <a:pt x="8" y="28"/>
                    <a:pt x="8" y="28"/>
                    <a:pt x="8" y="28"/>
                  </a:cubicBezTo>
                  <a:cubicBezTo>
                    <a:pt x="6" y="35"/>
                    <a:pt x="6" y="35"/>
                    <a:pt x="6" y="35"/>
                  </a:cubicBezTo>
                  <a:cubicBezTo>
                    <a:pt x="5" y="35"/>
                    <a:pt x="5" y="36"/>
                    <a:pt x="5" y="36"/>
                  </a:cubicBezTo>
                  <a:cubicBezTo>
                    <a:pt x="5" y="36"/>
                    <a:pt x="5" y="36"/>
                    <a:pt x="4" y="36"/>
                  </a:cubicBezTo>
                  <a:cubicBezTo>
                    <a:pt x="0" y="36"/>
                    <a:pt x="0" y="36"/>
                    <a:pt x="0" y="36"/>
                  </a:cubicBezTo>
                  <a:cubicBezTo>
                    <a:pt x="0" y="36"/>
                    <a:pt x="0" y="36"/>
                    <a:pt x="0" y="36"/>
                  </a:cubicBezTo>
                  <a:cubicBezTo>
                    <a:pt x="0" y="36"/>
                    <a:pt x="0" y="35"/>
                    <a:pt x="0" y="35"/>
                  </a:cubicBezTo>
                  <a:cubicBezTo>
                    <a:pt x="11" y="2"/>
                    <a:pt x="11" y="2"/>
                    <a:pt x="11" y="2"/>
                  </a:cubicBezTo>
                  <a:cubicBezTo>
                    <a:pt x="11" y="1"/>
                    <a:pt x="11" y="1"/>
                    <a:pt x="11" y="0"/>
                  </a:cubicBezTo>
                  <a:cubicBezTo>
                    <a:pt x="12" y="0"/>
                    <a:pt x="12" y="0"/>
                    <a:pt x="13" y="0"/>
                  </a:cubicBezTo>
                  <a:cubicBezTo>
                    <a:pt x="16" y="0"/>
                    <a:pt x="16" y="0"/>
                    <a:pt x="16" y="0"/>
                  </a:cubicBezTo>
                  <a:cubicBezTo>
                    <a:pt x="17" y="0"/>
                    <a:pt x="17" y="0"/>
                    <a:pt x="18" y="0"/>
                  </a:cubicBezTo>
                  <a:cubicBezTo>
                    <a:pt x="18" y="1"/>
                    <a:pt x="18" y="1"/>
                    <a:pt x="18" y="2"/>
                  </a:cubicBezTo>
                  <a:cubicBezTo>
                    <a:pt x="29" y="35"/>
                    <a:pt x="29" y="35"/>
                    <a:pt x="29" y="35"/>
                  </a:cubicBezTo>
                  <a:cubicBezTo>
                    <a:pt x="29" y="35"/>
                    <a:pt x="29" y="36"/>
                    <a:pt x="29" y="36"/>
                  </a:cubicBezTo>
                  <a:cubicBezTo>
                    <a:pt x="29" y="36"/>
                    <a:pt x="28" y="36"/>
                    <a:pt x="28" y="36"/>
                  </a:cubicBezTo>
                  <a:close/>
                  <a:moveTo>
                    <a:pt x="14" y="7"/>
                  </a:moveTo>
                  <a:cubicBezTo>
                    <a:pt x="9" y="24"/>
                    <a:pt x="9" y="24"/>
                    <a:pt x="9" y="24"/>
                  </a:cubicBezTo>
                  <a:cubicBezTo>
                    <a:pt x="19" y="24"/>
                    <a:pt x="19" y="24"/>
                    <a:pt x="19" y="24"/>
                  </a:cubicBezTo>
                  <a:lnTo>
                    <a:pt x="14" y="7"/>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2" name="Freeform 59"/>
            <p:cNvSpPr>
              <a:spLocks/>
            </p:cNvSpPr>
            <p:nvPr/>
          </p:nvSpPr>
          <p:spPr bwMode="auto">
            <a:xfrm>
              <a:off x="9668668" y="2438532"/>
              <a:ext cx="1025525" cy="173037"/>
            </a:xfrm>
            <a:custGeom>
              <a:avLst/>
              <a:gdLst>
                <a:gd name="T0" fmla="*/ 7 w 646"/>
                <a:gd name="T1" fmla="*/ 109 h 109"/>
                <a:gd name="T2" fmla="*/ 0 w 646"/>
                <a:gd name="T3" fmla="*/ 102 h 109"/>
                <a:gd name="T4" fmla="*/ 102 w 646"/>
                <a:gd name="T5" fmla="*/ 0 h 109"/>
                <a:gd name="T6" fmla="*/ 646 w 646"/>
                <a:gd name="T7" fmla="*/ 0 h 109"/>
                <a:gd name="T8" fmla="*/ 646 w 646"/>
                <a:gd name="T9" fmla="*/ 12 h 109"/>
                <a:gd name="T10" fmla="*/ 107 w 646"/>
                <a:gd name="T11" fmla="*/ 12 h 109"/>
                <a:gd name="T12" fmla="*/ 7 w 646"/>
                <a:gd name="T13" fmla="*/ 109 h 109"/>
              </a:gdLst>
              <a:ahLst/>
              <a:cxnLst>
                <a:cxn ang="0">
                  <a:pos x="T0" y="T1"/>
                </a:cxn>
                <a:cxn ang="0">
                  <a:pos x="T2" y="T3"/>
                </a:cxn>
                <a:cxn ang="0">
                  <a:pos x="T4" y="T5"/>
                </a:cxn>
                <a:cxn ang="0">
                  <a:pos x="T6" y="T7"/>
                </a:cxn>
                <a:cxn ang="0">
                  <a:pos x="T8" y="T9"/>
                </a:cxn>
                <a:cxn ang="0">
                  <a:pos x="T10" y="T11"/>
                </a:cxn>
                <a:cxn ang="0">
                  <a:pos x="T12" y="T13"/>
                </a:cxn>
              </a:cxnLst>
              <a:rect l="0" t="0" r="r" b="b"/>
              <a:pathLst>
                <a:path w="646" h="109">
                  <a:moveTo>
                    <a:pt x="7" y="109"/>
                  </a:moveTo>
                  <a:lnTo>
                    <a:pt x="0" y="102"/>
                  </a:lnTo>
                  <a:lnTo>
                    <a:pt x="102" y="0"/>
                  </a:lnTo>
                  <a:lnTo>
                    <a:pt x="646" y="0"/>
                  </a:lnTo>
                  <a:lnTo>
                    <a:pt x="646" y="12"/>
                  </a:lnTo>
                  <a:lnTo>
                    <a:pt x="107" y="12"/>
                  </a:lnTo>
                  <a:lnTo>
                    <a:pt x="7" y="109"/>
                  </a:lnTo>
                  <a:close/>
                </a:path>
              </a:pathLst>
            </a:custGeom>
            <a:solidFill>
              <a:schemeClr val="tx1">
                <a:lumMod val="65000"/>
                <a:lumOff val="3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53" name="Freeform 60"/>
            <p:cNvSpPr>
              <a:spLocks/>
            </p:cNvSpPr>
            <p:nvPr/>
          </p:nvSpPr>
          <p:spPr bwMode="auto">
            <a:xfrm>
              <a:off x="9668668" y="2438532"/>
              <a:ext cx="1025525" cy="173037"/>
            </a:xfrm>
            <a:custGeom>
              <a:avLst/>
              <a:gdLst>
                <a:gd name="T0" fmla="*/ 7 w 646"/>
                <a:gd name="T1" fmla="*/ 109 h 109"/>
                <a:gd name="T2" fmla="*/ 0 w 646"/>
                <a:gd name="T3" fmla="*/ 102 h 109"/>
                <a:gd name="T4" fmla="*/ 102 w 646"/>
                <a:gd name="T5" fmla="*/ 0 h 109"/>
                <a:gd name="T6" fmla="*/ 646 w 646"/>
                <a:gd name="T7" fmla="*/ 0 h 109"/>
                <a:gd name="T8" fmla="*/ 646 w 646"/>
                <a:gd name="T9" fmla="*/ 12 h 109"/>
                <a:gd name="T10" fmla="*/ 107 w 646"/>
                <a:gd name="T11" fmla="*/ 12 h 109"/>
                <a:gd name="T12" fmla="*/ 7 w 646"/>
                <a:gd name="T13" fmla="*/ 109 h 109"/>
              </a:gdLst>
              <a:ahLst/>
              <a:cxnLst>
                <a:cxn ang="0">
                  <a:pos x="T0" y="T1"/>
                </a:cxn>
                <a:cxn ang="0">
                  <a:pos x="T2" y="T3"/>
                </a:cxn>
                <a:cxn ang="0">
                  <a:pos x="T4" y="T5"/>
                </a:cxn>
                <a:cxn ang="0">
                  <a:pos x="T6" y="T7"/>
                </a:cxn>
                <a:cxn ang="0">
                  <a:pos x="T8" y="T9"/>
                </a:cxn>
                <a:cxn ang="0">
                  <a:pos x="T10" y="T11"/>
                </a:cxn>
                <a:cxn ang="0">
                  <a:pos x="T12" y="T13"/>
                </a:cxn>
              </a:cxnLst>
              <a:rect l="0" t="0" r="r" b="b"/>
              <a:pathLst>
                <a:path w="646" h="109">
                  <a:moveTo>
                    <a:pt x="7" y="109"/>
                  </a:moveTo>
                  <a:lnTo>
                    <a:pt x="0" y="102"/>
                  </a:lnTo>
                  <a:lnTo>
                    <a:pt x="102" y="0"/>
                  </a:lnTo>
                  <a:lnTo>
                    <a:pt x="646" y="0"/>
                  </a:lnTo>
                  <a:lnTo>
                    <a:pt x="646" y="12"/>
                  </a:lnTo>
                  <a:lnTo>
                    <a:pt x="107" y="12"/>
                  </a:lnTo>
                  <a:lnTo>
                    <a:pt x="7" y="10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61"/>
            <p:cNvSpPr>
              <a:spLocks/>
            </p:cNvSpPr>
            <p:nvPr/>
          </p:nvSpPr>
          <p:spPr bwMode="auto">
            <a:xfrm>
              <a:off x="9594056" y="2597282"/>
              <a:ext cx="96837" cy="96837"/>
            </a:xfrm>
            <a:custGeom>
              <a:avLst/>
              <a:gdLst>
                <a:gd name="T0" fmla="*/ 13 w 26"/>
                <a:gd name="T1" fmla="*/ 0 h 26"/>
                <a:gd name="T2" fmla="*/ 0 w 26"/>
                <a:gd name="T3" fmla="*/ 13 h 26"/>
                <a:gd name="T4" fmla="*/ 13 w 26"/>
                <a:gd name="T5" fmla="*/ 26 h 26"/>
                <a:gd name="T6" fmla="*/ 26 w 26"/>
                <a:gd name="T7" fmla="*/ 13 h 26"/>
                <a:gd name="T8" fmla="*/ 23 w 26"/>
                <a:gd name="T9" fmla="*/ 4 h 26"/>
                <a:gd name="T10" fmla="*/ 23 w 26"/>
                <a:gd name="T11" fmla="*/ 4 h 26"/>
                <a:gd name="T12" fmla="*/ 21 w 26"/>
                <a:gd name="T13" fmla="*/ 2 h 26"/>
                <a:gd name="T14" fmla="*/ 13 w 26"/>
                <a:gd name="T15" fmla="*/ 0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26">
                  <a:moveTo>
                    <a:pt x="13" y="0"/>
                  </a:moveTo>
                  <a:cubicBezTo>
                    <a:pt x="6" y="0"/>
                    <a:pt x="0" y="5"/>
                    <a:pt x="0" y="13"/>
                  </a:cubicBezTo>
                  <a:cubicBezTo>
                    <a:pt x="0" y="20"/>
                    <a:pt x="6" y="26"/>
                    <a:pt x="13" y="26"/>
                  </a:cubicBezTo>
                  <a:cubicBezTo>
                    <a:pt x="21" y="26"/>
                    <a:pt x="26" y="20"/>
                    <a:pt x="26" y="13"/>
                  </a:cubicBezTo>
                  <a:cubicBezTo>
                    <a:pt x="26" y="10"/>
                    <a:pt x="25" y="7"/>
                    <a:pt x="23" y="4"/>
                  </a:cubicBezTo>
                  <a:cubicBezTo>
                    <a:pt x="23" y="4"/>
                    <a:pt x="23" y="4"/>
                    <a:pt x="23" y="4"/>
                  </a:cubicBezTo>
                  <a:cubicBezTo>
                    <a:pt x="21" y="2"/>
                    <a:pt x="21" y="2"/>
                    <a:pt x="21" y="2"/>
                  </a:cubicBezTo>
                  <a:cubicBezTo>
                    <a:pt x="19" y="1"/>
                    <a:pt x="16" y="0"/>
                    <a:pt x="13" y="0"/>
                  </a:cubicBezTo>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62"/>
            <p:cNvSpPr>
              <a:spLocks/>
            </p:cNvSpPr>
            <p:nvPr/>
          </p:nvSpPr>
          <p:spPr bwMode="auto">
            <a:xfrm>
              <a:off x="9673431" y="2603632"/>
              <a:ext cx="6350" cy="7937"/>
            </a:xfrm>
            <a:custGeom>
              <a:avLst/>
              <a:gdLst>
                <a:gd name="T0" fmla="*/ 0 w 2"/>
                <a:gd name="T1" fmla="*/ 0 h 2"/>
                <a:gd name="T2" fmla="*/ 2 w 2"/>
                <a:gd name="T3" fmla="*/ 2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2"/>
                    <a:pt x="2" y="2"/>
                    <a:pt x="2" y="2"/>
                  </a:cubicBezTo>
                  <a:cubicBezTo>
                    <a:pt x="2" y="2"/>
                    <a:pt x="1" y="1"/>
                    <a:pt x="0" y="0"/>
                  </a:cubicBezTo>
                </a:path>
              </a:pathLst>
            </a:custGeom>
            <a:solidFill>
              <a:srgbClr val="8588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08" name="组合 207"/>
          <p:cNvGrpSpPr/>
          <p:nvPr/>
        </p:nvGrpSpPr>
        <p:grpSpPr>
          <a:xfrm>
            <a:off x="8456470" y="2250075"/>
            <a:ext cx="2224343" cy="950306"/>
            <a:chOff x="8510087" y="3561688"/>
            <a:chExt cx="2224343" cy="950306"/>
          </a:xfrm>
        </p:grpSpPr>
        <p:sp>
          <p:nvSpPr>
            <p:cNvPr id="157" name="Freeform 64"/>
            <p:cNvSpPr>
              <a:spLocks/>
            </p:cNvSpPr>
            <p:nvPr/>
          </p:nvSpPr>
          <p:spPr bwMode="auto">
            <a:xfrm>
              <a:off x="9061822" y="3561688"/>
              <a:ext cx="50474" cy="27848"/>
            </a:xfrm>
            <a:custGeom>
              <a:avLst/>
              <a:gdLst>
                <a:gd name="T0" fmla="*/ 5 w 12"/>
                <a:gd name="T1" fmla="*/ 0 h 7"/>
                <a:gd name="T2" fmla="*/ 4 w 12"/>
                <a:gd name="T3" fmla="*/ 1 h 7"/>
                <a:gd name="T4" fmla="*/ 1 w 12"/>
                <a:gd name="T5" fmla="*/ 1 h 7"/>
                <a:gd name="T6" fmla="*/ 0 w 12"/>
                <a:gd name="T7" fmla="*/ 3 h 7"/>
                <a:gd name="T8" fmla="*/ 2 w 12"/>
                <a:gd name="T9" fmla="*/ 5 h 7"/>
                <a:gd name="T10" fmla="*/ 5 w 12"/>
                <a:gd name="T11" fmla="*/ 6 h 7"/>
                <a:gd name="T12" fmla="*/ 6 w 12"/>
                <a:gd name="T13" fmla="*/ 7 h 7"/>
                <a:gd name="T14" fmla="*/ 10 w 12"/>
                <a:gd name="T15" fmla="*/ 6 h 7"/>
                <a:gd name="T16" fmla="*/ 11 w 12"/>
                <a:gd name="T17" fmla="*/ 6 h 7"/>
                <a:gd name="T18" fmla="*/ 10 w 12"/>
                <a:gd name="T19" fmla="*/ 5 h 7"/>
                <a:gd name="T20" fmla="*/ 10 w 12"/>
                <a:gd name="T21" fmla="*/ 4 h 7"/>
                <a:gd name="T22" fmla="*/ 12 w 12"/>
                <a:gd name="T23" fmla="*/ 3 h 7"/>
                <a:gd name="T24" fmla="*/ 11 w 12"/>
                <a:gd name="T25" fmla="*/ 2 h 7"/>
                <a:gd name="T26" fmla="*/ 10 w 12"/>
                <a:gd name="T27" fmla="*/ 1 h 7"/>
                <a:gd name="T28" fmla="*/ 9 w 12"/>
                <a:gd name="T29" fmla="*/ 1 h 7"/>
                <a:gd name="T30" fmla="*/ 7 w 12"/>
                <a:gd name="T31" fmla="*/ 2 h 7"/>
                <a:gd name="T32" fmla="*/ 7 w 12"/>
                <a:gd name="T33" fmla="*/ 1 h 7"/>
                <a:gd name="T34" fmla="*/ 5 w 12"/>
                <a:gd name="T3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7">
                  <a:moveTo>
                    <a:pt x="5" y="0"/>
                  </a:moveTo>
                  <a:cubicBezTo>
                    <a:pt x="5" y="0"/>
                    <a:pt x="4" y="1"/>
                    <a:pt x="4" y="1"/>
                  </a:cubicBezTo>
                  <a:cubicBezTo>
                    <a:pt x="3" y="1"/>
                    <a:pt x="2" y="1"/>
                    <a:pt x="1" y="1"/>
                  </a:cubicBezTo>
                  <a:cubicBezTo>
                    <a:pt x="0" y="3"/>
                    <a:pt x="0" y="3"/>
                    <a:pt x="0" y="3"/>
                  </a:cubicBezTo>
                  <a:cubicBezTo>
                    <a:pt x="2" y="5"/>
                    <a:pt x="2" y="5"/>
                    <a:pt x="2" y="5"/>
                  </a:cubicBezTo>
                  <a:cubicBezTo>
                    <a:pt x="5" y="6"/>
                    <a:pt x="5" y="6"/>
                    <a:pt x="5" y="6"/>
                  </a:cubicBezTo>
                  <a:cubicBezTo>
                    <a:pt x="6" y="7"/>
                    <a:pt x="6" y="7"/>
                    <a:pt x="6" y="7"/>
                  </a:cubicBezTo>
                  <a:cubicBezTo>
                    <a:pt x="6" y="7"/>
                    <a:pt x="9" y="6"/>
                    <a:pt x="10" y="6"/>
                  </a:cubicBezTo>
                  <a:cubicBezTo>
                    <a:pt x="11" y="6"/>
                    <a:pt x="11" y="6"/>
                    <a:pt x="11" y="6"/>
                  </a:cubicBezTo>
                  <a:cubicBezTo>
                    <a:pt x="10" y="5"/>
                    <a:pt x="10" y="5"/>
                    <a:pt x="10" y="5"/>
                  </a:cubicBezTo>
                  <a:cubicBezTo>
                    <a:pt x="10" y="4"/>
                    <a:pt x="10" y="4"/>
                    <a:pt x="10" y="4"/>
                  </a:cubicBezTo>
                  <a:cubicBezTo>
                    <a:pt x="12" y="3"/>
                    <a:pt x="12" y="3"/>
                    <a:pt x="12" y="3"/>
                  </a:cubicBezTo>
                  <a:cubicBezTo>
                    <a:pt x="11" y="2"/>
                    <a:pt x="11" y="2"/>
                    <a:pt x="11" y="2"/>
                  </a:cubicBezTo>
                  <a:cubicBezTo>
                    <a:pt x="10" y="1"/>
                    <a:pt x="10" y="1"/>
                    <a:pt x="10" y="1"/>
                  </a:cubicBezTo>
                  <a:cubicBezTo>
                    <a:pt x="9" y="1"/>
                    <a:pt x="9" y="1"/>
                    <a:pt x="9" y="1"/>
                  </a:cubicBezTo>
                  <a:cubicBezTo>
                    <a:pt x="7" y="2"/>
                    <a:pt x="7" y="2"/>
                    <a:pt x="7" y="2"/>
                  </a:cubicBezTo>
                  <a:cubicBezTo>
                    <a:pt x="7" y="1"/>
                    <a:pt x="7" y="1"/>
                    <a:pt x="7" y="1"/>
                  </a:cubicBezTo>
                  <a:lnTo>
                    <a:pt x="5" y="0"/>
                  </a:lnTo>
                  <a:close/>
                </a:path>
              </a:pathLst>
            </a:custGeom>
            <a:solidFill>
              <a:srgbClr val="AFCA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65"/>
            <p:cNvSpPr>
              <a:spLocks/>
            </p:cNvSpPr>
            <p:nvPr/>
          </p:nvSpPr>
          <p:spPr bwMode="auto">
            <a:xfrm>
              <a:off x="9103594" y="3577353"/>
              <a:ext cx="48734" cy="29588"/>
            </a:xfrm>
            <a:custGeom>
              <a:avLst/>
              <a:gdLst>
                <a:gd name="T0" fmla="*/ 3 w 12"/>
                <a:gd name="T1" fmla="*/ 6 h 7"/>
                <a:gd name="T2" fmla="*/ 4 w 12"/>
                <a:gd name="T3" fmla="*/ 5 h 7"/>
                <a:gd name="T4" fmla="*/ 11 w 12"/>
                <a:gd name="T5" fmla="*/ 5 h 7"/>
                <a:gd name="T6" fmla="*/ 12 w 12"/>
                <a:gd name="T7" fmla="*/ 4 h 7"/>
                <a:gd name="T8" fmla="*/ 12 w 12"/>
                <a:gd name="T9" fmla="*/ 3 h 7"/>
                <a:gd name="T10" fmla="*/ 11 w 12"/>
                <a:gd name="T11" fmla="*/ 2 h 7"/>
                <a:gd name="T12" fmla="*/ 10 w 12"/>
                <a:gd name="T13" fmla="*/ 1 h 7"/>
                <a:gd name="T14" fmla="*/ 9 w 12"/>
                <a:gd name="T15" fmla="*/ 0 h 7"/>
                <a:gd name="T16" fmla="*/ 8 w 12"/>
                <a:gd name="T17" fmla="*/ 1 h 7"/>
                <a:gd name="T18" fmla="*/ 8 w 12"/>
                <a:gd name="T19" fmla="*/ 1 h 7"/>
                <a:gd name="T20" fmla="*/ 7 w 12"/>
                <a:gd name="T21" fmla="*/ 0 h 7"/>
                <a:gd name="T22" fmla="*/ 6 w 12"/>
                <a:gd name="T23" fmla="*/ 0 h 7"/>
                <a:gd name="T24" fmla="*/ 3 w 12"/>
                <a:gd name="T25" fmla="*/ 2 h 7"/>
                <a:gd name="T26" fmla="*/ 0 w 12"/>
                <a:gd name="T27" fmla="*/ 6 h 7"/>
                <a:gd name="T28" fmla="*/ 3 w 12"/>
                <a:gd name="T29"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7">
                  <a:moveTo>
                    <a:pt x="3" y="6"/>
                  </a:moveTo>
                  <a:cubicBezTo>
                    <a:pt x="3" y="5"/>
                    <a:pt x="3" y="5"/>
                    <a:pt x="4" y="5"/>
                  </a:cubicBezTo>
                  <a:cubicBezTo>
                    <a:pt x="4" y="5"/>
                    <a:pt x="11" y="5"/>
                    <a:pt x="11" y="5"/>
                  </a:cubicBezTo>
                  <a:cubicBezTo>
                    <a:pt x="12" y="4"/>
                    <a:pt x="12" y="4"/>
                    <a:pt x="12" y="4"/>
                  </a:cubicBezTo>
                  <a:cubicBezTo>
                    <a:pt x="12" y="3"/>
                    <a:pt x="12" y="3"/>
                    <a:pt x="12" y="3"/>
                  </a:cubicBezTo>
                  <a:cubicBezTo>
                    <a:pt x="12" y="3"/>
                    <a:pt x="12" y="2"/>
                    <a:pt x="11" y="2"/>
                  </a:cubicBezTo>
                  <a:cubicBezTo>
                    <a:pt x="11" y="2"/>
                    <a:pt x="10" y="1"/>
                    <a:pt x="10" y="1"/>
                  </a:cubicBezTo>
                  <a:cubicBezTo>
                    <a:pt x="9" y="0"/>
                    <a:pt x="9" y="0"/>
                    <a:pt x="9" y="0"/>
                  </a:cubicBezTo>
                  <a:cubicBezTo>
                    <a:pt x="8" y="1"/>
                    <a:pt x="8" y="1"/>
                    <a:pt x="8" y="1"/>
                  </a:cubicBezTo>
                  <a:cubicBezTo>
                    <a:pt x="8" y="1"/>
                    <a:pt x="8" y="1"/>
                    <a:pt x="8" y="1"/>
                  </a:cubicBezTo>
                  <a:cubicBezTo>
                    <a:pt x="7" y="0"/>
                    <a:pt x="7" y="0"/>
                    <a:pt x="7" y="0"/>
                  </a:cubicBezTo>
                  <a:cubicBezTo>
                    <a:pt x="6" y="0"/>
                    <a:pt x="6" y="0"/>
                    <a:pt x="6" y="0"/>
                  </a:cubicBezTo>
                  <a:cubicBezTo>
                    <a:pt x="6" y="0"/>
                    <a:pt x="4" y="1"/>
                    <a:pt x="3" y="2"/>
                  </a:cubicBezTo>
                  <a:cubicBezTo>
                    <a:pt x="2" y="3"/>
                    <a:pt x="0" y="6"/>
                    <a:pt x="0" y="6"/>
                  </a:cubicBezTo>
                  <a:cubicBezTo>
                    <a:pt x="0" y="7"/>
                    <a:pt x="3" y="6"/>
                    <a:pt x="3" y="6"/>
                  </a:cubicBezTo>
                  <a:close/>
                </a:path>
              </a:pathLst>
            </a:custGeom>
            <a:solidFill>
              <a:srgbClr val="AFCA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66"/>
            <p:cNvSpPr>
              <a:spLocks/>
            </p:cNvSpPr>
            <p:nvPr/>
          </p:nvSpPr>
          <p:spPr bwMode="auto">
            <a:xfrm>
              <a:off x="9411660" y="3634788"/>
              <a:ext cx="46993" cy="26107"/>
            </a:xfrm>
            <a:custGeom>
              <a:avLst/>
              <a:gdLst>
                <a:gd name="T0" fmla="*/ 3 w 11"/>
                <a:gd name="T1" fmla="*/ 6 h 6"/>
                <a:gd name="T2" fmla="*/ 5 w 11"/>
                <a:gd name="T3" fmla="*/ 6 h 6"/>
                <a:gd name="T4" fmla="*/ 6 w 11"/>
                <a:gd name="T5" fmla="*/ 5 h 6"/>
                <a:gd name="T6" fmla="*/ 10 w 11"/>
                <a:gd name="T7" fmla="*/ 5 h 6"/>
                <a:gd name="T8" fmla="*/ 11 w 11"/>
                <a:gd name="T9" fmla="*/ 5 h 6"/>
                <a:gd name="T10" fmla="*/ 11 w 11"/>
                <a:gd name="T11" fmla="*/ 4 h 6"/>
                <a:gd name="T12" fmla="*/ 10 w 11"/>
                <a:gd name="T13" fmla="*/ 3 h 6"/>
                <a:gd name="T14" fmla="*/ 10 w 11"/>
                <a:gd name="T15" fmla="*/ 2 h 6"/>
                <a:gd name="T16" fmla="*/ 11 w 11"/>
                <a:gd name="T17" fmla="*/ 2 h 6"/>
                <a:gd name="T18" fmla="*/ 11 w 11"/>
                <a:gd name="T19" fmla="*/ 1 h 6"/>
                <a:gd name="T20" fmla="*/ 10 w 11"/>
                <a:gd name="T21" fmla="*/ 0 h 6"/>
                <a:gd name="T22" fmla="*/ 8 w 11"/>
                <a:gd name="T23" fmla="*/ 0 h 6"/>
                <a:gd name="T24" fmla="*/ 7 w 11"/>
                <a:gd name="T25" fmla="*/ 1 h 6"/>
                <a:gd name="T26" fmla="*/ 5 w 11"/>
                <a:gd name="T27" fmla="*/ 0 h 6"/>
                <a:gd name="T28" fmla="*/ 3 w 11"/>
                <a:gd name="T29" fmla="*/ 0 h 6"/>
                <a:gd name="T30" fmla="*/ 0 w 11"/>
                <a:gd name="T31" fmla="*/ 1 h 6"/>
                <a:gd name="T32" fmla="*/ 0 w 11"/>
                <a:gd name="T33" fmla="*/ 3 h 6"/>
                <a:gd name="T34" fmla="*/ 3 w 11"/>
                <a:gd name="T35"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6">
                  <a:moveTo>
                    <a:pt x="3" y="6"/>
                  </a:moveTo>
                  <a:cubicBezTo>
                    <a:pt x="5" y="6"/>
                    <a:pt x="5" y="6"/>
                    <a:pt x="5" y="6"/>
                  </a:cubicBezTo>
                  <a:cubicBezTo>
                    <a:pt x="5" y="6"/>
                    <a:pt x="5" y="5"/>
                    <a:pt x="6" y="5"/>
                  </a:cubicBezTo>
                  <a:cubicBezTo>
                    <a:pt x="6" y="5"/>
                    <a:pt x="10" y="5"/>
                    <a:pt x="10" y="5"/>
                  </a:cubicBezTo>
                  <a:cubicBezTo>
                    <a:pt x="11" y="5"/>
                    <a:pt x="11" y="5"/>
                    <a:pt x="11" y="5"/>
                  </a:cubicBezTo>
                  <a:cubicBezTo>
                    <a:pt x="11" y="4"/>
                    <a:pt x="11" y="4"/>
                    <a:pt x="11" y="4"/>
                  </a:cubicBezTo>
                  <a:cubicBezTo>
                    <a:pt x="10" y="3"/>
                    <a:pt x="10" y="3"/>
                    <a:pt x="10" y="3"/>
                  </a:cubicBezTo>
                  <a:cubicBezTo>
                    <a:pt x="10" y="2"/>
                    <a:pt x="10" y="2"/>
                    <a:pt x="10" y="2"/>
                  </a:cubicBezTo>
                  <a:cubicBezTo>
                    <a:pt x="11" y="2"/>
                    <a:pt x="11" y="2"/>
                    <a:pt x="11" y="2"/>
                  </a:cubicBezTo>
                  <a:cubicBezTo>
                    <a:pt x="11" y="1"/>
                    <a:pt x="11" y="1"/>
                    <a:pt x="11" y="1"/>
                  </a:cubicBezTo>
                  <a:cubicBezTo>
                    <a:pt x="10" y="0"/>
                    <a:pt x="10" y="0"/>
                    <a:pt x="10" y="0"/>
                  </a:cubicBezTo>
                  <a:cubicBezTo>
                    <a:pt x="10" y="0"/>
                    <a:pt x="8" y="0"/>
                    <a:pt x="8" y="0"/>
                  </a:cubicBezTo>
                  <a:cubicBezTo>
                    <a:pt x="8" y="0"/>
                    <a:pt x="8" y="2"/>
                    <a:pt x="7" y="1"/>
                  </a:cubicBezTo>
                  <a:cubicBezTo>
                    <a:pt x="7" y="1"/>
                    <a:pt x="5" y="0"/>
                    <a:pt x="5" y="0"/>
                  </a:cubicBezTo>
                  <a:cubicBezTo>
                    <a:pt x="5" y="0"/>
                    <a:pt x="4" y="0"/>
                    <a:pt x="3" y="0"/>
                  </a:cubicBezTo>
                  <a:cubicBezTo>
                    <a:pt x="2" y="0"/>
                    <a:pt x="0" y="1"/>
                    <a:pt x="0" y="1"/>
                  </a:cubicBezTo>
                  <a:cubicBezTo>
                    <a:pt x="0" y="2"/>
                    <a:pt x="0" y="3"/>
                    <a:pt x="0" y="3"/>
                  </a:cubicBezTo>
                  <a:lnTo>
                    <a:pt x="3" y="6"/>
                  </a:lnTo>
                  <a:close/>
                </a:path>
              </a:pathLst>
            </a:custGeom>
            <a:solidFill>
              <a:srgbClr val="AFCA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67"/>
            <p:cNvSpPr>
              <a:spLocks/>
            </p:cNvSpPr>
            <p:nvPr/>
          </p:nvSpPr>
          <p:spPr bwMode="auto">
            <a:xfrm>
              <a:off x="9458653" y="3640010"/>
              <a:ext cx="19145" cy="12183"/>
            </a:xfrm>
            <a:custGeom>
              <a:avLst/>
              <a:gdLst>
                <a:gd name="T0" fmla="*/ 2 w 5"/>
                <a:gd name="T1" fmla="*/ 3 h 3"/>
                <a:gd name="T2" fmla="*/ 3 w 5"/>
                <a:gd name="T3" fmla="*/ 3 h 3"/>
                <a:gd name="T4" fmla="*/ 4 w 5"/>
                <a:gd name="T5" fmla="*/ 3 h 3"/>
                <a:gd name="T6" fmla="*/ 5 w 5"/>
                <a:gd name="T7" fmla="*/ 1 h 3"/>
                <a:gd name="T8" fmla="*/ 4 w 5"/>
                <a:gd name="T9" fmla="*/ 0 h 3"/>
                <a:gd name="T10" fmla="*/ 1 w 5"/>
                <a:gd name="T11" fmla="*/ 0 h 3"/>
                <a:gd name="T12" fmla="*/ 0 w 5"/>
                <a:gd name="T13" fmla="*/ 1 h 3"/>
                <a:gd name="T14" fmla="*/ 0 w 5"/>
                <a:gd name="T15" fmla="*/ 2 h 3"/>
                <a:gd name="T16" fmla="*/ 2 w 5"/>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2" y="3"/>
                  </a:moveTo>
                  <a:cubicBezTo>
                    <a:pt x="2" y="3"/>
                    <a:pt x="3" y="3"/>
                    <a:pt x="3" y="3"/>
                  </a:cubicBezTo>
                  <a:cubicBezTo>
                    <a:pt x="4" y="3"/>
                    <a:pt x="4" y="3"/>
                    <a:pt x="4" y="3"/>
                  </a:cubicBezTo>
                  <a:cubicBezTo>
                    <a:pt x="5" y="1"/>
                    <a:pt x="5" y="1"/>
                    <a:pt x="5" y="1"/>
                  </a:cubicBezTo>
                  <a:cubicBezTo>
                    <a:pt x="5" y="1"/>
                    <a:pt x="4" y="0"/>
                    <a:pt x="4" y="0"/>
                  </a:cubicBezTo>
                  <a:cubicBezTo>
                    <a:pt x="3" y="0"/>
                    <a:pt x="1" y="0"/>
                    <a:pt x="1" y="0"/>
                  </a:cubicBezTo>
                  <a:cubicBezTo>
                    <a:pt x="0" y="1"/>
                    <a:pt x="0" y="1"/>
                    <a:pt x="0" y="1"/>
                  </a:cubicBezTo>
                  <a:cubicBezTo>
                    <a:pt x="0" y="2"/>
                    <a:pt x="0" y="2"/>
                    <a:pt x="0" y="2"/>
                  </a:cubicBezTo>
                  <a:cubicBezTo>
                    <a:pt x="0" y="2"/>
                    <a:pt x="1" y="3"/>
                    <a:pt x="2" y="3"/>
                  </a:cubicBezTo>
                  <a:close/>
                </a:path>
              </a:pathLst>
            </a:custGeom>
            <a:solidFill>
              <a:srgbClr val="AFCA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68"/>
            <p:cNvSpPr>
              <a:spLocks/>
            </p:cNvSpPr>
            <p:nvPr/>
          </p:nvSpPr>
          <p:spPr bwMode="auto">
            <a:xfrm>
              <a:off x="9486501" y="3643491"/>
              <a:ext cx="41772" cy="12183"/>
            </a:xfrm>
            <a:custGeom>
              <a:avLst/>
              <a:gdLst>
                <a:gd name="T0" fmla="*/ 2 w 10"/>
                <a:gd name="T1" fmla="*/ 3 h 3"/>
                <a:gd name="T2" fmla="*/ 4 w 10"/>
                <a:gd name="T3" fmla="*/ 3 h 3"/>
                <a:gd name="T4" fmla="*/ 6 w 10"/>
                <a:gd name="T5" fmla="*/ 3 h 3"/>
                <a:gd name="T6" fmla="*/ 7 w 10"/>
                <a:gd name="T7" fmla="*/ 3 h 3"/>
                <a:gd name="T8" fmla="*/ 9 w 10"/>
                <a:gd name="T9" fmla="*/ 3 h 3"/>
                <a:gd name="T10" fmla="*/ 10 w 10"/>
                <a:gd name="T11" fmla="*/ 2 h 3"/>
                <a:gd name="T12" fmla="*/ 9 w 10"/>
                <a:gd name="T13" fmla="*/ 1 h 3"/>
                <a:gd name="T14" fmla="*/ 7 w 10"/>
                <a:gd name="T15" fmla="*/ 1 h 3"/>
                <a:gd name="T16" fmla="*/ 5 w 10"/>
                <a:gd name="T17" fmla="*/ 1 h 3"/>
                <a:gd name="T18" fmla="*/ 1 w 10"/>
                <a:gd name="T19" fmla="*/ 0 h 3"/>
                <a:gd name="T20" fmla="*/ 0 w 10"/>
                <a:gd name="T21" fmla="*/ 1 h 3"/>
                <a:gd name="T22" fmla="*/ 0 w 10"/>
                <a:gd name="T23" fmla="*/ 2 h 3"/>
                <a:gd name="T24" fmla="*/ 2 w 10"/>
                <a:gd name="T25"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3">
                  <a:moveTo>
                    <a:pt x="2" y="3"/>
                  </a:moveTo>
                  <a:cubicBezTo>
                    <a:pt x="2" y="3"/>
                    <a:pt x="4" y="3"/>
                    <a:pt x="4" y="3"/>
                  </a:cubicBezTo>
                  <a:cubicBezTo>
                    <a:pt x="4" y="3"/>
                    <a:pt x="6" y="3"/>
                    <a:pt x="6" y="3"/>
                  </a:cubicBezTo>
                  <a:cubicBezTo>
                    <a:pt x="7" y="3"/>
                    <a:pt x="7" y="3"/>
                    <a:pt x="7" y="3"/>
                  </a:cubicBezTo>
                  <a:cubicBezTo>
                    <a:pt x="9" y="3"/>
                    <a:pt x="9" y="3"/>
                    <a:pt x="9" y="3"/>
                  </a:cubicBezTo>
                  <a:cubicBezTo>
                    <a:pt x="10" y="2"/>
                    <a:pt x="10" y="2"/>
                    <a:pt x="10" y="2"/>
                  </a:cubicBezTo>
                  <a:cubicBezTo>
                    <a:pt x="10" y="2"/>
                    <a:pt x="9" y="1"/>
                    <a:pt x="9" y="1"/>
                  </a:cubicBezTo>
                  <a:cubicBezTo>
                    <a:pt x="8" y="1"/>
                    <a:pt x="7" y="1"/>
                    <a:pt x="7" y="1"/>
                  </a:cubicBezTo>
                  <a:cubicBezTo>
                    <a:pt x="6" y="1"/>
                    <a:pt x="5" y="1"/>
                    <a:pt x="5" y="1"/>
                  </a:cubicBezTo>
                  <a:cubicBezTo>
                    <a:pt x="5" y="1"/>
                    <a:pt x="2" y="0"/>
                    <a:pt x="1" y="0"/>
                  </a:cubicBezTo>
                  <a:cubicBezTo>
                    <a:pt x="0" y="1"/>
                    <a:pt x="0" y="1"/>
                    <a:pt x="0" y="1"/>
                  </a:cubicBezTo>
                  <a:cubicBezTo>
                    <a:pt x="0" y="2"/>
                    <a:pt x="0" y="2"/>
                    <a:pt x="0" y="2"/>
                  </a:cubicBezTo>
                  <a:lnTo>
                    <a:pt x="2" y="3"/>
                  </a:lnTo>
                  <a:close/>
                </a:path>
              </a:pathLst>
            </a:custGeom>
            <a:solidFill>
              <a:srgbClr val="AFCA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69"/>
            <p:cNvSpPr>
              <a:spLocks/>
            </p:cNvSpPr>
            <p:nvPr/>
          </p:nvSpPr>
          <p:spPr bwMode="auto">
            <a:xfrm>
              <a:off x="9749314" y="3700927"/>
              <a:ext cx="33069" cy="17405"/>
            </a:xfrm>
            <a:custGeom>
              <a:avLst/>
              <a:gdLst>
                <a:gd name="T0" fmla="*/ 5 w 8"/>
                <a:gd name="T1" fmla="*/ 4 h 4"/>
                <a:gd name="T2" fmla="*/ 8 w 8"/>
                <a:gd name="T3" fmla="*/ 3 h 4"/>
                <a:gd name="T4" fmla="*/ 8 w 8"/>
                <a:gd name="T5" fmla="*/ 2 h 4"/>
                <a:gd name="T6" fmla="*/ 7 w 8"/>
                <a:gd name="T7" fmla="*/ 1 h 4"/>
                <a:gd name="T8" fmla="*/ 6 w 8"/>
                <a:gd name="T9" fmla="*/ 1 h 4"/>
                <a:gd name="T10" fmla="*/ 3 w 8"/>
                <a:gd name="T11" fmla="*/ 1 h 4"/>
                <a:gd name="T12" fmla="*/ 1 w 8"/>
                <a:gd name="T13" fmla="*/ 2 h 4"/>
                <a:gd name="T14" fmla="*/ 0 w 8"/>
                <a:gd name="T15" fmla="*/ 3 h 4"/>
                <a:gd name="T16" fmla="*/ 5 w 8"/>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
                  <a:moveTo>
                    <a:pt x="5" y="4"/>
                  </a:moveTo>
                  <a:cubicBezTo>
                    <a:pt x="6" y="4"/>
                    <a:pt x="7" y="3"/>
                    <a:pt x="8" y="3"/>
                  </a:cubicBezTo>
                  <a:cubicBezTo>
                    <a:pt x="8" y="2"/>
                    <a:pt x="8" y="2"/>
                    <a:pt x="8" y="2"/>
                  </a:cubicBezTo>
                  <a:cubicBezTo>
                    <a:pt x="7" y="1"/>
                    <a:pt x="7" y="1"/>
                    <a:pt x="7" y="1"/>
                  </a:cubicBezTo>
                  <a:cubicBezTo>
                    <a:pt x="7" y="1"/>
                    <a:pt x="6" y="1"/>
                    <a:pt x="6" y="1"/>
                  </a:cubicBezTo>
                  <a:cubicBezTo>
                    <a:pt x="5" y="0"/>
                    <a:pt x="3" y="1"/>
                    <a:pt x="3" y="1"/>
                  </a:cubicBezTo>
                  <a:cubicBezTo>
                    <a:pt x="3" y="1"/>
                    <a:pt x="2" y="2"/>
                    <a:pt x="1" y="2"/>
                  </a:cubicBezTo>
                  <a:cubicBezTo>
                    <a:pt x="0" y="3"/>
                    <a:pt x="0" y="3"/>
                    <a:pt x="0" y="3"/>
                  </a:cubicBezTo>
                  <a:cubicBezTo>
                    <a:pt x="0" y="4"/>
                    <a:pt x="4" y="4"/>
                    <a:pt x="5" y="4"/>
                  </a:cubicBezTo>
                  <a:close/>
                </a:path>
              </a:pathLst>
            </a:custGeom>
            <a:solidFill>
              <a:srgbClr val="AFCA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70"/>
            <p:cNvSpPr>
              <a:spLocks/>
            </p:cNvSpPr>
            <p:nvPr/>
          </p:nvSpPr>
          <p:spPr bwMode="auto">
            <a:xfrm>
              <a:off x="9449950" y="3928931"/>
              <a:ext cx="20886" cy="90505"/>
            </a:xfrm>
            <a:custGeom>
              <a:avLst/>
              <a:gdLst>
                <a:gd name="T0" fmla="*/ 0 w 5"/>
                <a:gd name="T1" fmla="*/ 20 h 22"/>
                <a:gd name="T2" fmla="*/ 0 w 5"/>
                <a:gd name="T3" fmla="*/ 21 h 22"/>
                <a:gd name="T4" fmla="*/ 1 w 5"/>
                <a:gd name="T5" fmla="*/ 22 h 22"/>
                <a:gd name="T6" fmla="*/ 2 w 5"/>
                <a:gd name="T7" fmla="*/ 22 h 22"/>
                <a:gd name="T8" fmla="*/ 2 w 5"/>
                <a:gd name="T9" fmla="*/ 20 h 22"/>
                <a:gd name="T10" fmla="*/ 3 w 5"/>
                <a:gd name="T11" fmla="*/ 21 h 22"/>
                <a:gd name="T12" fmla="*/ 4 w 5"/>
                <a:gd name="T13" fmla="*/ 21 h 22"/>
                <a:gd name="T14" fmla="*/ 4 w 5"/>
                <a:gd name="T15" fmla="*/ 20 h 22"/>
                <a:gd name="T16" fmla="*/ 2 w 5"/>
                <a:gd name="T17" fmla="*/ 18 h 22"/>
                <a:gd name="T18" fmla="*/ 2 w 5"/>
                <a:gd name="T19" fmla="*/ 16 h 22"/>
                <a:gd name="T20" fmla="*/ 2 w 5"/>
                <a:gd name="T21" fmla="*/ 16 h 22"/>
                <a:gd name="T22" fmla="*/ 3 w 5"/>
                <a:gd name="T23" fmla="*/ 14 h 22"/>
                <a:gd name="T24" fmla="*/ 4 w 5"/>
                <a:gd name="T25" fmla="*/ 13 h 22"/>
                <a:gd name="T26" fmla="*/ 5 w 5"/>
                <a:gd name="T27" fmla="*/ 14 h 22"/>
                <a:gd name="T28" fmla="*/ 5 w 5"/>
                <a:gd name="T29" fmla="*/ 13 h 22"/>
                <a:gd name="T30" fmla="*/ 4 w 5"/>
                <a:gd name="T31" fmla="*/ 11 h 22"/>
                <a:gd name="T32" fmla="*/ 3 w 5"/>
                <a:gd name="T33" fmla="*/ 5 h 22"/>
                <a:gd name="T34" fmla="*/ 3 w 5"/>
                <a:gd name="T35" fmla="*/ 0 h 22"/>
                <a:gd name="T36" fmla="*/ 2 w 5"/>
                <a:gd name="T37" fmla="*/ 1 h 22"/>
                <a:gd name="T38" fmla="*/ 2 w 5"/>
                <a:gd name="T39" fmla="*/ 2 h 22"/>
                <a:gd name="T40" fmla="*/ 0 w 5"/>
                <a:gd name="T41" fmla="*/ 3 h 22"/>
                <a:gd name="T42" fmla="*/ 1 w 5"/>
                <a:gd name="T43" fmla="*/ 7 h 22"/>
                <a:gd name="T44" fmla="*/ 1 w 5"/>
                <a:gd name="T45" fmla="*/ 9 h 22"/>
                <a:gd name="T46" fmla="*/ 1 w 5"/>
                <a:gd name="T47" fmla="*/ 10 h 22"/>
                <a:gd name="T48" fmla="*/ 1 w 5"/>
                <a:gd name="T49" fmla="*/ 12 h 22"/>
                <a:gd name="T50" fmla="*/ 1 w 5"/>
                <a:gd name="T51" fmla="*/ 16 h 22"/>
                <a:gd name="T52" fmla="*/ 1 w 5"/>
                <a:gd name="T53" fmla="*/ 19 h 22"/>
                <a:gd name="T54" fmla="*/ 0 w 5"/>
                <a:gd name="T55" fmla="*/ 2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 h="22">
                  <a:moveTo>
                    <a:pt x="0" y="20"/>
                  </a:moveTo>
                  <a:cubicBezTo>
                    <a:pt x="0" y="21"/>
                    <a:pt x="0" y="21"/>
                    <a:pt x="0" y="21"/>
                  </a:cubicBezTo>
                  <a:cubicBezTo>
                    <a:pt x="1" y="22"/>
                    <a:pt x="1" y="22"/>
                    <a:pt x="1" y="22"/>
                  </a:cubicBezTo>
                  <a:cubicBezTo>
                    <a:pt x="2" y="22"/>
                    <a:pt x="2" y="22"/>
                    <a:pt x="2" y="22"/>
                  </a:cubicBezTo>
                  <a:cubicBezTo>
                    <a:pt x="2" y="22"/>
                    <a:pt x="1" y="20"/>
                    <a:pt x="2" y="20"/>
                  </a:cubicBezTo>
                  <a:cubicBezTo>
                    <a:pt x="3" y="20"/>
                    <a:pt x="3" y="21"/>
                    <a:pt x="3" y="21"/>
                  </a:cubicBezTo>
                  <a:cubicBezTo>
                    <a:pt x="4" y="21"/>
                    <a:pt x="4" y="21"/>
                    <a:pt x="4" y="21"/>
                  </a:cubicBezTo>
                  <a:cubicBezTo>
                    <a:pt x="4" y="20"/>
                    <a:pt x="4" y="20"/>
                    <a:pt x="4" y="20"/>
                  </a:cubicBezTo>
                  <a:cubicBezTo>
                    <a:pt x="2" y="18"/>
                    <a:pt x="2" y="18"/>
                    <a:pt x="2" y="18"/>
                  </a:cubicBezTo>
                  <a:cubicBezTo>
                    <a:pt x="2" y="18"/>
                    <a:pt x="2" y="17"/>
                    <a:pt x="2" y="16"/>
                  </a:cubicBezTo>
                  <a:cubicBezTo>
                    <a:pt x="2" y="16"/>
                    <a:pt x="2" y="16"/>
                    <a:pt x="2" y="16"/>
                  </a:cubicBezTo>
                  <a:cubicBezTo>
                    <a:pt x="2" y="16"/>
                    <a:pt x="2" y="14"/>
                    <a:pt x="3" y="14"/>
                  </a:cubicBezTo>
                  <a:cubicBezTo>
                    <a:pt x="3" y="14"/>
                    <a:pt x="3" y="13"/>
                    <a:pt x="4" y="13"/>
                  </a:cubicBezTo>
                  <a:cubicBezTo>
                    <a:pt x="4" y="14"/>
                    <a:pt x="5" y="14"/>
                    <a:pt x="5" y="14"/>
                  </a:cubicBezTo>
                  <a:cubicBezTo>
                    <a:pt x="5" y="13"/>
                    <a:pt x="5" y="13"/>
                    <a:pt x="5" y="13"/>
                  </a:cubicBezTo>
                  <a:cubicBezTo>
                    <a:pt x="5" y="12"/>
                    <a:pt x="4" y="11"/>
                    <a:pt x="4" y="11"/>
                  </a:cubicBezTo>
                  <a:cubicBezTo>
                    <a:pt x="4" y="10"/>
                    <a:pt x="4" y="7"/>
                    <a:pt x="3" y="5"/>
                  </a:cubicBezTo>
                  <a:cubicBezTo>
                    <a:pt x="3" y="2"/>
                    <a:pt x="3" y="0"/>
                    <a:pt x="3" y="0"/>
                  </a:cubicBezTo>
                  <a:cubicBezTo>
                    <a:pt x="3" y="0"/>
                    <a:pt x="2" y="1"/>
                    <a:pt x="2" y="1"/>
                  </a:cubicBezTo>
                  <a:cubicBezTo>
                    <a:pt x="2" y="1"/>
                    <a:pt x="2" y="2"/>
                    <a:pt x="2" y="2"/>
                  </a:cubicBezTo>
                  <a:cubicBezTo>
                    <a:pt x="1" y="2"/>
                    <a:pt x="0" y="3"/>
                    <a:pt x="0" y="3"/>
                  </a:cubicBezTo>
                  <a:cubicBezTo>
                    <a:pt x="0" y="4"/>
                    <a:pt x="0" y="7"/>
                    <a:pt x="1" y="7"/>
                  </a:cubicBezTo>
                  <a:cubicBezTo>
                    <a:pt x="1" y="7"/>
                    <a:pt x="1" y="8"/>
                    <a:pt x="1" y="9"/>
                  </a:cubicBezTo>
                  <a:cubicBezTo>
                    <a:pt x="1" y="9"/>
                    <a:pt x="1" y="10"/>
                    <a:pt x="1" y="10"/>
                  </a:cubicBezTo>
                  <a:cubicBezTo>
                    <a:pt x="1" y="10"/>
                    <a:pt x="1" y="11"/>
                    <a:pt x="1" y="12"/>
                  </a:cubicBezTo>
                  <a:cubicBezTo>
                    <a:pt x="1" y="13"/>
                    <a:pt x="1" y="15"/>
                    <a:pt x="1" y="16"/>
                  </a:cubicBezTo>
                  <a:cubicBezTo>
                    <a:pt x="1" y="17"/>
                    <a:pt x="1" y="18"/>
                    <a:pt x="1" y="19"/>
                  </a:cubicBezTo>
                  <a:cubicBezTo>
                    <a:pt x="1" y="20"/>
                    <a:pt x="1" y="20"/>
                    <a:pt x="0" y="20"/>
                  </a:cubicBezTo>
                  <a:close/>
                </a:path>
              </a:pathLst>
            </a:custGeom>
            <a:solidFill>
              <a:srgbClr val="AFCA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71"/>
            <p:cNvSpPr>
              <a:spLocks/>
            </p:cNvSpPr>
            <p:nvPr/>
          </p:nvSpPr>
          <p:spPr bwMode="auto">
            <a:xfrm>
              <a:off x="9432545" y="4024658"/>
              <a:ext cx="50474" cy="40031"/>
            </a:xfrm>
            <a:custGeom>
              <a:avLst/>
              <a:gdLst>
                <a:gd name="T0" fmla="*/ 10 w 29"/>
                <a:gd name="T1" fmla="*/ 12 h 23"/>
                <a:gd name="T2" fmla="*/ 7 w 29"/>
                <a:gd name="T3" fmla="*/ 12 h 23"/>
                <a:gd name="T4" fmla="*/ 7 w 29"/>
                <a:gd name="T5" fmla="*/ 12 h 23"/>
                <a:gd name="T6" fmla="*/ 5 w 29"/>
                <a:gd name="T7" fmla="*/ 12 h 23"/>
                <a:gd name="T8" fmla="*/ 5 w 29"/>
                <a:gd name="T9" fmla="*/ 14 h 23"/>
                <a:gd name="T10" fmla="*/ 3 w 29"/>
                <a:gd name="T11" fmla="*/ 16 h 23"/>
                <a:gd name="T12" fmla="*/ 3 w 29"/>
                <a:gd name="T13" fmla="*/ 16 h 23"/>
                <a:gd name="T14" fmla="*/ 0 w 29"/>
                <a:gd name="T15" fmla="*/ 21 h 23"/>
                <a:gd name="T16" fmla="*/ 3 w 29"/>
                <a:gd name="T17" fmla="*/ 23 h 23"/>
                <a:gd name="T18" fmla="*/ 5 w 29"/>
                <a:gd name="T19" fmla="*/ 21 h 23"/>
                <a:gd name="T20" fmla="*/ 7 w 29"/>
                <a:gd name="T21" fmla="*/ 21 h 23"/>
                <a:gd name="T22" fmla="*/ 7 w 29"/>
                <a:gd name="T23" fmla="*/ 19 h 23"/>
                <a:gd name="T24" fmla="*/ 5 w 29"/>
                <a:gd name="T25" fmla="*/ 19 h 23"/>
                <a:gd name="T26" fmla="*/ 5 w 29"/>
                <a:gd name="T27" fmla="*/ 16 h 23"/>
                <a:gd name="T28" fmla="*/ 7 w 29"/>
                <a:gd name="T29" fmla="*/ 16 h 23"/>
                <a:gd name="T30" fmla="*/ 7 w 29"/>
                <a:gd name="T31" fmla="*/ 19 h 23"/>
                <a:gd name="T32" fmla="*/ 10 w 29"/>
                <a:gd name="T33" fmla="*/ 19 h 23"/>
                <a:gd name="T34" fmla="*/ 10 w 29"/>
                <a:gd name="T35" fmla="*/ 16 h 23"/>
                <a:gd name="T36" fmla="*/ 12 w 29"/>
                <a:gd name="T37" fmla="*/ 16 h 23"/>
                <a:gd name="T38" fmla="*/ 15 w 29"/>
                <a:gd name="T39" fmla="*/ 19 h 23"/>
                <a:gd name="T40" fmla="*/ 17 w 29"/>
                <a:gd name="T41" fmla="*/ 21 h 23"/>
                <a:gd name="T42" fmla="*/ 17 w 29"/>
                <a:gd name="T43" fmla="*/ 16 h 23"/>
                <a:gd name="T44" fmla="*/ 22 w 29"/>
                <a:gd name="T45" fmla="*/ 14 h 23"/>
                <a:gd name="T46" fmla="*/ 26 w 29"/>
                <a:gd name="T47" fmla="*/ 14 h 23"/>
                <a:gd name="T48" fmla="*/ 29 w 29"/>
                <a:gd name="T49" fmla="*/ 12 h 23"/>
                <a:gd name="T50" fmla="*/ 29 w 29"/>
                <a:gd name="T51" fmla="*/ 9 h 23"/>
                <a:gd name="T52" fmla="*/ 29 w 29"/>
                <a:gd name="T53" fmla="*/ 7 h 23"/>
                <a:gd name="T54" fmla="*/ 26 w 29"/>
                <a:gd name="T55" fmla="*/ 7 h 23"/>
                <a:gd name="T56" fmla="*/ 26 w 29"/>
                <a:gd name="T57" fmla="*/ 9 h 23"/>
                <a:gd name="T58" fmla="*/ 22 w 29"/>
                <a:gd name="T59" fmla="*/ 9 h 23"/>
                <a:gd name="T60" fmla="*/ 17 w 29"/>
                <a:gd name="T61" fmla="*/ 4 h 23"/>
                <a:gd name="T62" fmla="*/ 12 w 29"/>
                <a:gd name="T63" fmla="*/ 0 h 23"/>
                <a:gd name="T64" fmla="*/ 10 w 29"/>
                <a:gd name="T65" fmla="*/ 0 h 23"/>
                <a:gd name="T66" fmla="*/ 10 w 29"/>
                <a:gd name="T67" fmla="*/ 1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 h="23">
                  <a:moveTo>
                    <a:pt x="10" y="12"/>
                  </a:moveTo>
                  <a:lnTo>
                    <a:pt x="7" y="12"/>
                  </a:lnTo>
                  <a:lnTo>
                    <a:pt x="7" y="12"/>
                  </a:lnTo>
                  <a:lnTo>
                    <a:pt x="5" y="12"/>
                  </a:lnTo>
                  <a:lnTo>
                    <a:pt x="5" y="14"/>
                  </a:lnTo>
                  <a:lnTo>
                    <a:pt x="3" y="16"/>
                  </a:lnTo>
                  <a:lnTo>
                    <a:pt x="3" y="16"/>
                  </a:lnTo>
                  <a:lnTo>
                    <a:pt x="0" y="21"/>
                  </a:lnTo>
                  <a:lnTo>
                    <a:pt x="3" y="23"/>
                  </a:lnTo>
                  <a:lnTo>
                    <a:pt x="5" y="21"/>
                  </a:lnTo>
                  <a:lnTo>
                    <a:pt x="7" y="21"/>
                  </a:lnTo>
                  <a:lnTo>
                    <a:pt x="7" y="19"/>
                  </a:lnTo>
                  <a:lnTo>
                    <a:pt x="5" y="19"/>
                  </a:lnTo>
                  <a:lnTo>
                    <a:pt x="5" y="16"/>
                  </a:lnTo>
                  <a:lnTo>
                    <a:pt x="7" y="16"/>
                  </a:lnTo>
                  <a:lnTo>
                    <a:pt x="7" y="19"/>
                  </a:lnTo>
                  <a:lnTo>
                    <a:pt x="10" y="19"/>
                  </a:lnTo>
                  <a:lnTo>
                    <a:pt x="10" y="16"/>
                  </a:lnTo>
                  <a:lnTo>
                    <a:pt x="12" y="16"/>
                  </a:lnTo>
                  <a:lnTo>
                    <a:pt x="15" y="19"/>
                  </a:lnTo>
                  <a:lnTo>
                    <a:pt x="17" y="21"/>
                  </a:lnTo>
                  <a:lnTo>
                    <a:pt x="17" y="16"/>
                  </a:lnTo>
                  <a:lnTo>
                    <a:pt x="22" y="14"/>
                  </a:lnTo>
                  <a:lnTo>
                    <a:pt x="26" y="14"/>
                  </a:lnTo>
                  <a:lnTo>
                    <a:pt x="29" y="12"/>
                  </a:lnTo>
                  <a:lnTo>
                    <a:pt x="29" y="9"/>
                  </a:lnTo>
                  <a:lnTo>
                    <a:pt x="29" y="7"/>
                  </a:lnTo>
                  <a:lnTo>
                    <a:pt x="26" y="7"/>
                  </a:lnTo>
                  <a:lnTo>
                    <a:pt x="26" y="9"/>
                  </a:lnTo>
                  <a:lnTo>
                    <a:pt x="22" y="9"/>
                  </a:lnTo>
                  <a:lnTo>
                    <a:pt x="17" y="4"/>
                  </a:lnTo>
                  <a:lnTo>
                    <a:pt x="12" y="0"/>
                  </a:lnTo>
                  <a:lnTo>
                    <a:pt x="10" y="0"/>
                  </a:lnTo>
                  <a:lnTo>
                    <a:pt x="10" y="12"/>
                  </a:lnTo>
                  <a:close/>
                </a:path>
              </a:pathLst>
            </a:custGeom>
            <a:solidFill>
              <a:srgbClr val="AFCA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72"/>
            <p:cNvSpPr>
              <a:spLocks/>
            </p:cNvSpPr>
            <p:nvPr/>
          </p:nvSpPr>
          <p:spPr bwMode="auto">
            <a:xfrm>
              <a:off x="9362926" y="4069910"/>
              <a:ext cx="90505" cy="69619"/>
            </a:xfrm>
            <a:custGeom>
              <a:avLst/>
              <a:gdLst>
                <a:gd name="T0" fmla="*/ 26 w 52"/>
                <a:gd name="T1" fmla="*/ 21 h 40"/>
                <a:gd name="T2" fmla="*/ 24 w 52"/>
                <a:gd name="T3" fmla="*/ 26 h 40"/>
                <a:gd name="T4" fmla="*/ 21 w 52"/>
                <a:gd name="T5" fmla="*/ 28 h 40"/>
                <a:gd name="T6" fmla="*/ 10 w 52"/>
                <a:gd name="T7" fmla="*/ 31 h 40"/>
                <a:gd name="T8" fmla="*/ 2 w 52"/>
                <a:gd name="T9" fmla="*/ 35 h 40"/>
                <a:gd name="T10" fmla="*/ 0 w 52"/>
                <a:gd name="T11" fmla="*/ 35 h 40"/>
                <a:gd name="T12" fmla="*/ 0 w 52"/>
                <a:gd name="T13" fmla="*/ 38 h 40"/>
                <a:gd name="T14" fmla="*/ 5 w 52"/>
                <a:gd name="T15" fmla="*/ 38 h 40"/>
                <a:gd name="T16" fmla="*/ 10 w 52"/>
                <a:gd name="T17" fmla="*/ 35 h 40"/>
                <a:gd name="T18" fmla="*/ 12 w 52"/>
                <a:gd name="T19" fmla="*/ 33 h 40"/>
                <a:gd name="T20" fmla="*/ 17 w 52"/>
                <a:gd name="T21" fmla="*/ 33 h 40"/>
                <a:gd name="T22" fmla="*/ 21 w 52"/>
                <a:gd name="T23" fmla="*/ 33 h 40"/>
                <a:gd name="T24" fmla="*/ 21 w 52"/>
                <a:gd name="T25" fmla="*/ 33 h 40"/>
                <a:gd name="T26" fmla="*/ 19 w 52"/>
                <a:gd name="T27" fmla="*/ 35 h 40"/>
                <a:gd name="T28" fmla="*/ 21 w 52"/>
                <a:gd name="T29" fmla="*/ 40 h 40"/>
                <a:gd name="T30" fmla="*/ 24 w 52"/>
                <a:gd name="T31" fmla="*/ 40 h 40"/>
                <a:gd name="T32" fmla="*/ 26 w 52"/>
                <a:gd name="T33" fmla="*/ 35 h 40"/>
                <a:gd name="T34" fmla="*/ 26 w 52"/>
                <a:gd name="T35" fmla="*/ 33 h 40"/>
                <a:gd name="T36" fmla="*/ 38 w 52"/>
                <a:gd name="T37" fmla="*/ 33 h 40"/>
                <a:gd name="T38" fmla="*/ 38 w 52"/>
                <a:gd name="T39" fmla="*/ 31 h 40"/>
                <a:gd name="T40" fmla="*/ 40 w 52"/>
                <a:gd name="T41" fmla="*/ 31 h 40"/>
                <a:gd name="T42" fmla="*/ 40 w 52"/>
                <a:gd name="T43" fmla="*/ 31 h 40"/>
                <a:gd name="T44" fmla="*/ 43 w 52"/>
                <a:gd name="T45" fmla="*/ 33 h 40"/>
                <a:gd name="T46" fmla="*/ 45 w 52"/>
                <a:gd name="T47" fmla="*/ 31 h 40"/>
                <a:gd name="T48" fmla="*/ 45 w 52"/>
                <a:gd name="T49" fmla="*/ 24 h 40"/>
                <a:gd name="T50" fmla="*/ 47 w 52"/>
                <a:gd name="T51" fmla="*/ 21 h 40"/>
                <a:gd name="T52" fmla="*/ 47 w 52"/>
                <a:gd name="T53" fmla="*/ 14 h 40"/>
                <a:gd name="T54" fmla="*/ 52 w 52"/>
                <a:gd name="T55" fmla="*/ 9 h 40"/>
                <a:gd name="T56" fmla="*/ 52 w 52"/>
                <a:gd name="T57" fmla="*/ 5 h 40"/>
                <a:gd name="T58" fmla="*/ 50 w 52"/>
                <a:gd name="T59" fmla="*/ 2 h 40"/>
                <a:gd name="T60" fmla="*/ 50 w 52"/>
                <a:gd name="T61" fmla="*/ 0 h 40"/>
                <a:gd name="T62" fmla="*/ 43 w 52"/>
                <a:gd name="T63" fmla="*/ 0 h 40"/>
                <a:gd name="T64" fmla="*/ 43 w 52"/>
                <a:gd name="T65" fmla="*/ 5 h 40"/>
                <a:gd name="T66" fmla="*/ 45 w 52"/>
                <a:gd name="T67" fmla="*/ 7 h 40"/>
                <a:gd name="T68" fmla="*/ 43 w 52"/>
                <a:gd name="T69" fmla="*/ 12 h 40"/>
                <a:gd name="T70" fmla="*/ 36 w 52"/>
                <a:gd name="T71" fmla="*/ 19 h 40"/>
                <a:gd name="T72" fmla="*/ 33 w 52"/>
                <a:gd name="T73" fmla="*/ 21 h 40"/>
                <a:gd name="T74" fmla="*/ 28 w 52"/>
                <a:gd name="T75" fmla="*/ 21 h 40"/>
                <a:gd name="T76" fmla="*/ 31 w 52"/>
                <a:gd name="T77" fmla="*/ 19 h 40"/>
                <a:gd name="T78" fmla="*/ 26 w 52"/>
                <a:gd name="T79" fmla="*/ 2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2" h="40">
                  <a:moveTo>
                    <a:pt x="26" y="21"/>
                  </a:moveTo>
                  <a:lnTo>
                    <a:pt x="24" y="26"/>
                  </a:lnTo>
                  <a:lnTo>
                    <a:pt x="21" y="28"/>
                  </a:lnTo>
                  <a:lnTo>
                    <a:pt x="10" y="31"/>
                  </a:lnTo>
                  <a:lnTo>
                    <a:pt x="2" y="35"/>
                  </a:lnTo>
                  <a:lnTo>
                    <a:pt x="0" y="35"/>
                  </a:lnTo>
                  <a:lnTo>
                    <a:pt x="0" y="38"/>
                  </a:lnTo>
                  <a:lnTo>
                    <a:pt x="5" y="38"/>
                  </a:lnTo>
                  <a:lnTo>
                    <a:pt x="10" y="35"/>
                  </a:lnTo>
                  <a:lnTo>
                    <a:pt x="12" y="33"/>
                  </a:lnTo>
                  <a:lnTo>
                    <a:pt x="17" y="33"/>
                  </a:lnTo>
                  <a:lnTo>
                    <a:pt x="21" y="33"/>
                  </a:lnTo>
                  <a:lnTo>
                    <a:pt x="21" y="33"/>
                  </a:lnTo>
                  <a:lnTo>
                    <a:pt x="19" y="35"/>
                  </a:lnTo>
                  <a:lnTo>
                    <a:pt x="21" y="40"/>
                  </a:lnTo>
                  <a:lnTo>
                    <a:pt x="24" y="40"/>
                  </a:lnTo>
                  <a:lnTo>
                    <a:pt x="26" y="35"/>
                  </a:lnTo>
                  <a:lnTo>
                    <a:pt x="26" y="33"/>
                  </a:lnTo>
                  <a:lnTo>
                    <a:pt x="38" y="33"/>
                  </a:lnTo>
                  <a:lnTo>
                    <a:pt x="38" y="31"/>
                  </a:lnTo>
                  <a:lnTo>
                    <a:pt x="40" y="31"/>
                  </a:lnTo>
                  <a:lnTo>
                    <a:pt x="40" y="31"/>
                  </a:lnTo>
                  <a:lnTo>
                    <a:pt x="43" y="33"/>
                  </a:lnTo>
                  <a:lnTo>
                    <a:pt x="45" y="31"/>
                  </a:lnTo>
                  <a:lnTo>
                    <a:pt x="45" y="24"/>
                  </a:lnTo>
                  <a:lnTo>
                    <a:pt x="47" y="21"/>
                  </a:lnTo>
                  <a:lnTo>
                    <a:pt x="47" y="14"/>
                  </a:lnTo>
                  <a:lnTo>
                    <a:pt x="52" y="9"/>
                  </a:lnTo>
                  <a:lnTo>
                    <a:pt x="52" y="5"/>
                  </a:lnTo>
                  <a:lnTo>
                    <a:pt x="50" y="2"/>
                  </a:lnTo>
                  <a:lnTo>
                    <a:pt x="50" y="0"/>
                  </a:lnTo>
                  <a:lnTo>
                    <a:pt x="43" y="0"/>
                  </a:lnTo>
                  <a:lnTo>
                    <a:pt x="43" y="5"/>
                  </a:lnTo>
                  <a:lnTo>
                    <a:pt x="45" y="7"/>
                  </a:lnTo>
                  <a:lnTo>
                    <a:pt x="43" y="12"/>
                  </a:lnTo>
                  <a:lnTo>
                    <a:pt x="36" y="19"/>
                  </a:lnTo>
                  <a:lnTo>
                    <a:pt x="33" y="21"/>
                  </a:lnTo>
                  <a:lnTo>
                    <a:pt x="28" y="21"/>
                  </a:lnTo>
                  <a:lnTo>
                    <a:pt x="31" y="19"/>
                  </a:lnTo>
                  <a:lnTo>
                    <a:pt x="26" y="21"/>
                  </a:lnTo>
                  <a:close/>
                </a:path>
              </a:pathLst>
            </a:custGeom>
            <a:solidFill>
              <a:srgbClr val="AFCA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73"/>
            <p:cNvSpPr>
              <a:spLocks/>
            </p:cNvSpPr>
            <p:nvPr/>
          </p:nvSpPr>
          <p:spPr bwMode="auto">
            <a:xfrm>
              <a:off x="9350743" y="4136049"/>
              <a:ext cx="20886" cy="24367"/>
            </a:xfrm>
            <a:custGeom>
              <a:avLst/>
              <a:gdLst>
                <a:gd name="T0" fmla="*/ 0 w 12"/>
                <a:gd name="T1" fmla="*/ 5 h 14"/>
                <a:gd name="T2" fmla="*/ 2 w 12"/>
                <a:gd name="T3" fmla="*/ 5 h 14"/>
                <a:gd name="T4" fmla="*/ 5 w 12"/>
                <a:gd name="T5" fmla="*/ 5 h 14"/>
                <a:gd name="T6" fmla="*/ 5 w 12"/>
                <a:gd name="T7" fmla="*/ 7 h 14"/>
                <a:gd name="T8" fmla="*/ 5 w 12"/>
                <a:gd name="T9" fmla="*/ 9 h 14"/>
                <a:gd name="T10" fmla="*/ 5 w 12"/>
                <a:gd name="T11" fmla="*/ 12 h 14"/>
                <a:gd name="T12" fmla="*/ 5 w 12"/>
                <a:gd name="T13" fmla="*/ 12 h 14"/>
                <a:gd name="T14" fmla="*/ 5 w 12"/>
                <a:gd name="T15" fmla="*/ 14 h 14"/>
                <a:gd name="T16" fmla="*/ 7 w 12"/>
                <a:gd name="T17" fmla="*/ 14 h 14"/>
                <a:gd name="T18" fmla="*/ 9 w 12"/>
                <a:gd name="T19" fmla="*/ 14 h 14"/>
                <a:gd name="T20" fmla="*/ 9 w 12"/>
                <a:gd name="T21" fmla="*/ 7 h 14"/>
                <a:gd name="T22" fmla="*/ 12 w 12"/>
                <a:gd name="T23" fmla="*/ 7 h 14"/>
                <a:gd name="T24" fmla="*/ 12 w 12"/>
                <a:gd name="T25" fmla="*/ 2 h 14"/>
                <a:gd name="T26" fmla="*/ 7 w 12"/>
                <a:gd name="T27" fmla="*/ 0 h 14"/>
                <a:gd name="T28" fmla="*/ 5 w 12"/>
                <a:gd name="T29" fmla="*/ 0 h 14"/>
                <a:gd name="T30" fmla="*/ 0 w 12"/>
                <a:gd name="T31" fmla="*/ 5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14">
                  <a:moveTo>
                    <a:pt x="0" y="5"/>
                  </a:moveTo>
                  <a:lnTo>
                    <a:pt x="2" y="5"/>
                  </a:lnTo>
                  <a:lnTo>
                    <a:pt x="5" y="5"/>
                  </a:lnTo>
                  <a:lnTo>
                    <a:pt x="5" y="7"/>
                  </a:lnTo>
                  <a:lnTo>
                    <a:pt x="5" y="9"/>
                  </a:lnTo>
                  <a:lnTo>
                    <a:pt x="5" y="12"/>
                  </a:lnTo>
                  <a:lnTo>
                    <a:pt x="5" y="12"/>
                  </a:lnTo>
                  <a:lnTo>
                    <a:pt x="5" y="14"/>
                  </a:lnTo>
                  <a:lnTo>
                    <a:pt x="7" y="14"/>
                  </a:lnTo>
                  <a:lnTo>
                    <a:pt x="9" y="14"/>
                  </a:lnTo>
                  <a:lnTo>
                    <a:pt x="9" y="7"/>
                  </a:lnTo>
                  <a:lnTo>
                    <a:pt x="12" y="7"/>
                  </a:lnTo>
                  <a:lnTo>
                    <a:pt x="12" y="2"/>
                  </a:lnTo>
                  <a:lnTo>
                    <a:pt x="7" y="0"/>
                  </a:lnTo>
                  <a:lnTo>
                    <a:pt x="5" y="0"/>
                  </a:lnTo>
                  <a:lnTo>
                    <a:pt x="0" y="5"/>
                  </a:lnTo>
                  <a:close/>
                </a:path>
              </a:pathLst>
            </a:custGeom>
            <a:solidFill>
              <a:srgbClr val="AFCA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74"/>
            <p:cNvSpPr>
              <a:spLocks/>
            </p:cNvSpPr>
            <p:nvPr/>
          </p:nvSpPr>
          <p:spPr bwMode="auto">
            <a:xfrm>
              <a:off x="9375110" y="4130828"/>
              <a:ext cx="17405" cy="17405"/>
            </a:xfrm>
            <a:custGeom>
              <a:avLst/>
              <a:gdLst>
                <a:gd name="T0" fmla="*/ 0 w 10"/>
                <a:gd name="T1" fmla="*/ 10 h 10"/>
                <a:gd name="T2" fmla="*/ 5 w 10"/>
                <a:gd name="T3" fmla="*/ 8 h 10"/>
                <a:gd name="T4" fmla="*/ 5 w 10"/>
                <a:gd name="T5" fmla="*/ 5 h 10"/>
                <a:gd name="T6" fmla="*/ 7 w 10"/>
                <a:gd name="T7" fmla="*/ 5 h 10"/>
                <a:gd name="T8" fmla="*/ 10 w 10"/>
                <a:gd name="T9" fmla="*/ 3 h 10"/>
                <a:gd name="T10" fmla="*/ 10 w 10"/>
                <a:gd name="T11" fmla="*/ 0 h 10"/>
                <a:gd name="T12" fmla="*/ 7 w 10"/>
                <a:gd name="T13" fmla="*/ 0 h 10"/>
                <a:gd name="T14" fmla="*/ 5 w 10"/>
                <a:gd name="T15" fmla="*/ 3 h 10"/>
                <a:gd name="T16" fmla="*/ 5 w 10"/>
                <a:gd name="T17" fmla="*/ 3 h 10"/>
                <a:gd name="T18" fmla="*/ 3 w 10"/>
                <a:gd name="T19" fmla="*/ 3 h 10"/>
                <a:gd name="T20" fmla="*/ 0 w 10"/>
                <a:gd name="T21" fmla="*/ 5 h 10"/>
                <a:gd name="T22" fmla="*/ 0 w 10"/>
                <a:gd name="T23" fmla="*/ 8 h 10"/>
                <a:gd name="T24" fmla="*/ 0 w 10"/>
                <a:gd name="T25" fmla="*/ 8 h 10"/>
                <a:gd name="T26" fmla="*/ 0 w 10"/>
                <a:gd name="T2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0">
                  <a:moveTo>
                    <a:pt x="0" y="10"/>
                  </a:moveTo>
                  <a:lnTo>
                    <a:pt x="5" y="8"/>
                  </a:lnTo>
                  <a:lnTo>
                    <a:pt x="5" y="5"/>
                  </a:lnTo>
                  <a:lnTo>
                    <a:pt x="7" y="5"/>
                  </a:lnTo>
                  <a:lnTo>
                    <a:pt x="10" y="3"/>
                  </a:lnTo>
                  <a:lnTo>
                    <a:pt x="10" y="0"/>
                  </a:lnTo>
                  <a:lnTo>
                    <a:pt x="7" y="0"/>
                  </a:lnTo>
                  <a:lnTo>
                    <a:pt x="5" y="3"/>
                  </a:lnTo>
                  <a:lnTo>
                    <a:pt x="5" y="3"/>
                  </a:lnTo>
                  <a:lnTo>
                    <a:pt x="3" y="3"/>
                  </a:lnTo>
                  <a:lnTo>
                    <a:pt x="0" y="5"/>
                  </a:lnTo>
                  <a:lnTo>
                    <a:pt x="0" y="8"/>
                  </a:lnTo>
                  <a:lnTo>
                    <a:pt x="0" y="8"/>
                  </a:lnTo>
                  <a:lnTo>
                    <a:pt x="0" y="10"/>
                  </a:lnTo>
                  <a:close/>
                </a:path>
              </a:pathLst>
            </a:custGeom>
            <a:solidFill>
              <a:srgbClr val="AFCA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75"/>
            <p:cNvSpPr>
              <a:spLocks/>
            </p:cNvSpPr>
            <p:nvPr/>
          </p:nvSpPr>
          <p:spPr bwMode="auto">
            <a:xfrm>
              <a:off x="9181915" y="4256143"/>
              <a:ext cx="20886" cy="15664"/>
            </a:xfrm>
            <a:custGeom>
              <a:avLst/>
              <a:gdLst>
                <a:gd name="T0" fmla="*/ 7 w 12"/>
                <a:gd name="T1" fmla="*/ 9 h 9"/>
                <a:gd name="T2" fmla="*/ 9 w 12"/>
                <a:gd name="T3" fmla="*/ 9 h 9"/>
                <a:gd name="T4" fmla="*/ 9 w 12"/>
                <a:gd name="T5" fmla="*/ 4 h 9"/>
                <a:gd name="T6" fmla="*/ 12 w 12"/>
                <a:gd name="T7" fmla="*/ 4 h 9"/>
                <a:gd name="T8" fmla="*/ 12 w 12"/>
                <a:gd name="T9" fmla="*/ 2 h 9"/>
                <a:gd name="T10" fmla="*/ 9 w 12"/>
                <a:gd name="T11" fmla="*/ 0 h 9"/>
                <a:gd name="T12" fmla="*/ 5 w 12"/>
                <a:gd name="T13" fmla="*/ 0 h 9"/>
                <a:gd name="T14" fmla="*/ 2 w 12"/>
                <a:gd name="T15" fmla="*/ 2 h 9"/>
                <a:gd name="T16" fmla="*/ 0 w 12"/>
                <a:gd name="T17" fmla="*/ 4 h 9"/>
                <a:gd name="T18" fmla="*/ 0 w 12"/>
                <a:gd name="T19" fmla="*/ 7 h 9"/>
                <a:gd name="T20" fmla="*/ 0 w 12"/>
                <a:gd name="T21" fmla="*/ 9 h 9"/>
                <a:gd name="T22" fmla="*/ 5 w 12"/>
                <a:gd name="T23" fmla="*/ 9 h 9"/>
                <a:gd name="T24" fmla="*/ 5 w 12"/>
                <a:gd name="T25" fmla="*/ 9 h 9"/>
                <a:gd name="T26" fmla="*/ 7 w 12"/>
                <a:gd name="T27"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9">
                  <a:moveTo>
                    <a:pt x="7" y="9"/>
                  </a:moveTo>
                  <a:lnTo>
                    <a:pt x="9" y="9"/>
                  </a:lnTo>
                  <a:lnTo>
                    <a:pt x="9" y="4"/>
                  </a:lnTo>
                  <a:lnTo>
                    <a:pt x="12" y="4"/>
                  </a:lnTo>
                  <a:lnTo>
                    <a:pt x="12" y="2"/>
                  </a:lnTo>
                  <a:lnTo>
                    <a:pt x="9" y="0"/>
                  </a:lnTo>
                  <a:lnTo>
                    <a:pt x="5" y="0"/>
                  </a:lnTo>
                  <a:lnTo>
                    <a:pt x="2" y="2"/>
                  </a:lnTo>
                  <a:lnTo>
                    <a:pt x="0" y="4"/>
                  </a:lnTo>
                  <a:lnTo>
                    <a:pt x="0" y="7"/>
                  </a:lnTo>
                  <a:lnTo>
                    <a:pt x="0" y="9"/>
                  </a:lnTo>
                  <a:lnTo>
                    <a:pt x="5" y="9"/>
                  </a:lnTo>
                  <a:lnTo>
                    <a:pt x="5" y="9"/>
                  </a:lnTo>
                  <a:lnTo>
                    <a:pt x="7" y="9"/>
                  </a:lnTo>
                  <a:close/>
                </a:path>
              </a:pathLst>
            </a:custGeom>
            <a:solidFill>
              <a:srgbClr val="AFCA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76"/>
            <p:cNvSpPr>
              <a:spLocks/>
            </p:cNvSpPr>
            <p:nvPr/>
          </p:nvSpPr>
          <p:spPr bwMode="auto">
            <a:xfrm>
              <a:off x="9272421" y="4214371"/>
              <a:ext cx="17405" cy="29588"/>
            </a:xfrm>
            <a:custGeom>
              <a:avLst/>
              <a:gdLst>
                <a:gd name="T0" fmla="*/ 5 w 10"/>
                <a:gd name="T1" fmla="*/ 17 h 17"/>
                <a:gd name="T2" fmla="*/ 7 w 10"/>
                <a:gd name="T3" fmla="*/ 14 h 17"/>
                <a:gd name="T4" fmla="*/ 10 w 10"/>
                <a:gd name="T5" fmla="*/ 7 h 17"/>
                <a:gd name="T6" fmla="*/ 10 w 10"/>
                <a:gd name="T7" fmla="*/ 2 h 17"/>
                <a:gd name="T8" fmla="*/ 10 w 10"/>
                <a:gd name="T9" fmla="*/ 2 h 17"/>
                <a:gd name="T10" fmla="*/ 7 w 10"/>
                <a:gd name="T11" fmla="*/ 0 h 17"/>
                <a:gd name="T12" fmla="*/ 7 w 10"/>
                <a:gd name="T13" fmla="*/ 0 h 17"/>
                <a:gd name="T14" fmla="*/ 0 w 10"/>
                <a:gd name="T15" fmla="*/ 5 h 17"/>
                <a:gd name="T16" fmla="*/ 0 w 10"/>
                <a:gd name="T17" fmla="*/ 7 h 17"/>
                <a:gd name="T18" fmla="*/ 2 w 10"/>
                <a:gd name="T19" fmla="*/ 12 h 17"/>
                <a:gd name="T20" fmla="*/ 2 w 10"/>
                <a:gd name="T21" fmla="*/ 14 h 17"/>
                <a:gd name="T22" fmla="*/ 5 w 10"/>
                <a:gd name="T23"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7">
                  <a:moveTo>
                    <a:pt x="5" y="17"/>
                  </a:moveTo>
                  <a:lnTo>
                    <a:pt x="7" y="14"/>
                  </a:lnTo>
                  <a:lnTo>
                    <a:pt x="10" y="7"/>
                  </a:lnTo>
                  <a:lnTo>
                    <a:pt x="10" y="2"/>
                  </a:lnTo>
                  <a:lnTo>
                    <a:pt x="10" y="2"/>
                  </a:lnTo>
                  <a:lnTo>
                    <a:pt x="7" y="0"/>
                  </a:lnTo>
                  <a:lnTo>
                    <a:pt x="7" y="0"/>
                  </a:lnTo>
                  <a:lnTo>
                    <a:pt x="0" y="5"/>
                  </a:lnTo>
                  <a:lnTo>
                    <a:pt x="0" y="7"/>
                  </a:lnTo>
                  <a:lnTo>
                    <a:pt x="2" y="12"/>
                  </a:lnTo>
                  <a:lnTo>
                    <a:pt x="2" y="14"/>
                  </a:lnTo>
                  <a:lnTo>
                    <a:pt x="5" y="17"/>
                  </a:lnTo>
                  <a:close/>
                </a:path>
              </a:pathLst>
            </a:custGeom>
            <a:solidFill>
              <a:srgbClr val="AFCA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77"/>
            <p:cNvSpPr>
              <a:spLocks/>
            </p:cNvSpPr>
            <p:nvPr/>
          </p:nvSpPr>
          <p:spPr bwMode="auto">
            <a:xfrm>
              <a:off x="9272421" y="4271807"/>
              <a:ext cx="36550" cy="50474"/>
            </a:xfrm>
            <a:custGeom>
              <a:avLst/>
              <a:gdLst>
                <a:gd name="T0" fmla="*/ 0 w 21"/>
                <a:gd name="T1" fmla="*/ 17 h 29"/>
                <a:gd name="T2" fmla="*/ 5 w 21"/>
                <a:gd name="T3" fmla="*/ 19 h 29"/>
                <a:gd name="T4" fmla="*/ 5 w 21"/>
                <a:gd name="T5" fmla="*/ 22 h 29"/>
                <a:gd name="T6" fmla="*/ 7 w 21"/>
                <a:gd name="T7" fmla="*/ 22 h 29"/>
                <a:gd name="T8" fmla="*/ 10 w 21"/>
                <a:gd name="T9" fmla="*/ 22 h 29"/>
                <a:gd name="T10" fmla="*/ 12 w 21"/>
                <a:gd name="T11" fmla="*/ 22 h 29"/>
                <a:gd name="T12" fmla="*/ 14 w 21"/>
                <a:gd name="T13" fmla="*/ 24 h 29"/>
                <a:gd name="T14" fmla="*/ 17 w 21"/>
                <a:gd name="T15" fmla="*/ 26 h 29"/>
                <a:gd name="T16" fmla="*/ 19 w 21"/>
                <a:gd name="T17" fmla="*/ 29 h 29"/>
                <a:gd name="T18" fmla="*/ 21 w 21"/>
                <a:gd name="T19" fmla="*/ 29 h 29"/>
                <a:gd name="T20" fmla="*/ 21 w 21"/>
                <a:gd name="T21" fmla="*/ 26 h 29"/>
                <a:gd name="T22" fmla="*/ 19 w 21"/>
                <a:gd name="T23" fmla="*/ 24 h 29"/>
                <a:gd name="T24" fmla="*/ 19 w 21"/>
                <a:gd name="T25" fmla="*/ 22 h 29"/>
                <a:gd name="T26" fmla="*/ 12 w 21"/>
                <a:gd name="T27" fmla="*/ 19 h 29"/>
                <a:gd name="T28" fmla="*/ 10 w 21"/>
                <a:gd name="T29" fmla="*/ 19 h 29"/>
                <a:gd name="T30" fmla="*/ 7 w 21"/>
                <a:gd name="T31" fmla="*/ 17 h 29"/>
                <a:gd name="T32" fmla="*/ 7 w 21"/>
                <a:gd name="T33" fmla="*/ 12 h 29"/>
                <a:gd name="T34" fmla="*/ 10 w 21"/>
                <a:gd name="T35" fmla="*/ 12 h 29"/>
                <a:gd name="T36" fmla="*/ 12 w 21"/>
                <a:gd name="T37" fmla="*/ 7 h 29"/>
                <a:gd name="T38" fmla="*/ 12 w 21"/>
                <a:gd name="T39" fmla="*/ 0 h 29"/>
                <a:gd name="T40" fmla="*/ 7 w 21"/>
                <a:gd name="T41" fmla="*/ 0 h 29"/>
                <a:gd name="T42" fmla="*/ 2 w 21"/>
                <a:gd name="T43" fmla="*/ 0 h 29"/>
                <a:gd name="T44" fmla="*/ 2 w 21"/>
                <a:gd name="T45" fmla="*/ 10 h 29"/>
                <a:gd name="T46" fmla="*/ 0 w 21"/>
                <a:gd name="T47" fmla="*/ 10 h 29"/>
                <a:gd name="T48" fmla="*/ 0 w 21"/>
                <a:gd name="T49" fmla="*/ 1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 h="29">
                  <a:moveTo>
                    <a:pt x="0" y="17"/>
                  </a:moveTo>
                  <a:lnTo>
                    <a:pt x="5" y="19"/>
                  </a:lnTo>
                  <a:lnTo>
                    <a:pt x="5" y="22"/>
                  </a:lnTo>
                  <a:lnTo>
                    <a:pt x="7" y="22"/>
                  </a:lnTo>
                  <a:lnTo>
                    <a:pt x="10" y="22"/>
                  </a:lnTo>
                  <a:lnTo>
                    <a:pt x="12" y="22"/>
                  </a:lnTo>
                  <a:lnTo>
                    <a:pt x="14" y="24"/>
                  </a:lnTo>
                  <a:lnTo>
                    <a:pt x="17" y="26"/>
                  </a:lnTo>
                  <a:lnTo>
                    <a:pt x="19" y="29"/>
                  </a:lnTo>
                  <a:lnTo>
                    <a:pt x="21" y="29"/>
                  </a:lnTo>
                  <a:lnTo>
                    <a:pt x="21" y="26"/>
                  </a:lnTo>
                  <a:lnTo>
                    <a:pt x="19" y="24"/>
                  </a:lnTo>
                  <a:lnTo>
                    <a:pt x="19" y="22"/>
                  </a:lnTo>
                  <a:lnTo>
                    <a:pt x="12" y="19"/>
                  </a:lnTo>
                  <a:lnTo>
                    <a:pt x="10" y="19"/>
                  </a:lnTo>
                  <a:lnTo>
                    <a:pt x="7" y="17"/>
                  </a:lnTo>
                  <a:lnTo>
                    <a:pt x="7" y="12"/>
                  </a:lnTo>
                  <a:lnTo>
                    <a:pt x="10" y="12"/>
                  </a:lnTo>
                  <a:lnTo>
                    <a:pt x="12" y="7"/>
                  </a:lnTo>
                  <a:lnTo>
                    <a:pt x="12" y="0"/>
                  </a:lnTo>
                  <a:lnTo>
                    <a:pt x="7" y="0"/>
                  </a:lnTo>
                  <a:lnTo>
                    <a:pt x="2" y="0"/>
                  </a:lnTo>
                  <a:lnTo>
                    <a:pt x="2" y="10"/>
                  </a:lnTo>
                  <a:lnTo>
                    <a:pt x="0" y="10"/>
                  </a:lnTo>
                  <a:lnTo>
                    <a:pt x="0" y="17"/>
                  </a:lnTo>
                  <a:close/>
                </a:path>
              </a:pathLst>
            </a:custGeom>
            <a:solidFill>
              <a:srgbClr val="AFCA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78"/>
            <p:cNvSpPr>
              <a:spLocks/>
            </p:cNvSpPr>
            <p:nvPr/>
          </p:nvSpPr>
          <p:spPr bwMode="auto">
            <a:xfrm>
              <a:off x="9275901" y="4310097"/>
              <a:ext cx="8702" cy="15664"/>
            </a:xfrm>
            <a:custGeom>
              <a:avLst/>
              <a:gdLst>
                <a:gd name="T0" fmla="*/ 5 w 5"/>
                <a:gd name="T1" fmla="*/ 9 h 9"/>
                <a:gd name="T2" fmla="*/ 5 w 5"/>
                <a:gd name="T3" fmla="*/ 4 h 9"/>
                <a:gd name="T4" fmla="*/ 3 w 5"/>
                <a:gd name="T5" fmla="*/ 0 h 9"/>
                <a:gd name="T6" fmla="*/ 0 w 5"/>
                <a:gd name="T7" fmla="*/ 2 h 9"/>
                <a:gd name="T8" fmla="*/ 0 w 5"/>
                <a:gd name="T9" fmla="*/ 4 h 9"/>
                <a:gd name="T10" fmla="*/ 3 w 5"/>
                <a:gd name="T11" fmla="*/ 9 h 9"/>
                <a:gd name="T12" fmla="*/ 5 w 5"/>
                <a:gd name="T13" fmla="*/ 9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5" y="9"/>
                  </a:moveTo>
                  <a:lnTo>
                    <a:pt x="5" y="4"/>
                  </a:lnTo>
                  <a:lnTo>
                    <a:pt x="3" y="0"/>
                  </a:lnTo>
                  <a:lnTo>
                    <a:pt x="0" y="2"/>
                  </a:lnTo>
                  <a:lnTo>
                    <a:pt x="0" y="4"/>
                  </a:lnTo>
                  <a:lnTo>
                    <a:pt x="3" y="9"/>
                  </a:lnTo>
                  <a:lnTo>
                    <a:pt x="5" y="9"/>
                  </a:lnTo>
                  <a:close/>
                </a:path>
              </a:pathLst>
            </a:custGeom>
            <a:solidFill>
              <a:srgbClr val="AFCA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79"/>
            <p:cNvSpPr>
              <a:spLocks/>
            </p:cNvSpPr>
            <p:nvPr/>
          </p:nvSpPr>
          <p:spPr bwMode="auto">
            <a:xfrm>
              <a:off x="9308971" y="4322281"/>
              <a:ext cx="12183" cy="20886"/>
            </a:xfrm>
            <a:custGeom>
              <a:avLst/>
              <a:gdLst>
                <a:gd name="T0" fmla="*/ 7 w 7"/>
                <a:gd name="T1" fmla="*/ 2 h 12"/>
                <a:gd name="T2" fmla="*/ 5 w 7"/>
                <a:gd name="T3" fmla="*/ 0 h 12"/>
                <a:gd name="T4" fmla="*/ 0 w 7"/>
                <a:gd name="T5" fmla="*/ 0 h 12"/>
                <a:gd name="T6" fmla="*/ 0 w 7"/>
                <a:gd name="T7" fmla="*/ 2 h 12"/>
                <a:gd name="T8" fmla="*/ 3 w 7"/>
                <a:gd name="T9" fmla="*/ 2 h 12"/>
                <a:gd name="T10" fmla="*/ 3 w 7"/>
                <a:gd name="T11" fmla="*/ 4 h 12"/>
                <a:gd name="T12" fmla="*/ 0 w 7"/>
                <a:gd name="T13" fmla="*/ 7 h 12"/>
                <a:gd name="T14" fmla="*/ 0 w 7"/>
                <a:gd name="T15" fmla="*/ 9 h 12"/>
                <a:gd name="T16" fmla="*/ 3 w 7"/>
                <a:gd name="T17" fmla="*/ 12 h 12"/>
                <a:gd name="T18" fmla="*/ 5 w 7"/>
                <a:gd name="T19" fmla="*/ 12 h 12"/>
                <a:gd name="T20" fmla="*/ 3 w 7"/>
                <a:gd name="T21" fmla="*/ 7 h 12"/>
                <a:gd name="T22" fmla="*/ 5 w 7"/>
                <a:gd name="T23" fmla="*/ 7 h 12"/>
                <a:gd name="T24" fmla="*/ 7 w 7"/>
                <a:gd name="T25"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2">
                  <a:moveTo>
                    <a:pt x="7" y="2"/>
                  </a:moveTo>
                  <a:lnTo>
                    <a:pt x="5" y="0"/>
                  </a:lnTo>
                  <a:lnTo>
                    <a:pt x="0" y="0"/>
                  </a:lnTo>
                  <a:lnTo>
                    <a:pt x="0" y="2"/>
                  </a:lnTo>
                  <a:lnTo>
                    <a:pt x="3" y="2"/>
                  </a:lnTo>
                  <a:lnTo>
                    <a:pt x="3" y="4"/>
                  </a:lnTo>
                  <a:lnTo>
                    <a:pt x="0" y="7"/>
                  </a:lnTo>
                  <a:lnTo>
                    <a:pt x="0" y="9"/>
                  </a:lnTo>
                  <a:lnTo>
                    <a:pt x="3" y="12"/>
                  </a:lnTo>
                  <a:lnTo>
                    <a:pt x="5" y="12"/>
                  </a:lnTo>
                  <a:lnTo>
                    <a:pt x="3" y="7"/>
                  </a:lnTo>
                  <a:lnTo>
                    <a:pt x="5" y="7"/>
                  </a:lnTo>
                  <a:lnTo>
                    <a:pt x="7" y="2"/>
                  </a:lnTo>
                  <a:close/>
                </a:path>
              </a:pathLst>
            </a:custGeom>
            <a:solidFill>
              <a:srgbClr val="AFCA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80"/>
            <p:cNvSpPr>
              <a:spLocks/>
            </p:cNvSpPr>
            <p:nvPr/>
          </p:nvSpPr>
          <p:spPr bwMode="auto">
            <a:xfrm>
              <a:off x="9289825" y="4325762"/>
              <a:ext cx="12183" cy="12183"/>
            </a:xfrm>
            <a:custGeom>
              <a:avLst/>
              <a:gdLst>
                <a:gd name="T0" fmla="*/ 0 w 7"/>
                <a:gd name="T1" fmla="*/ 2 h 7"/>
                <a:gd name="T2" fmla="*/ 0 w 7"/>
                <a:gd name="T3" fmla="*/ 5 h 7"/>
                <a:gd name="T4" fmla="*/ 0 w 7"/>
                <a:gd name="T5" fmla="*/ 7 h 7"/>
                <a:gd name="T6" fmla="*/ 2 w 7"/>
                <a:gd name="T7" fmla="*/ 7 h 7"/>
                <a:gd name="T8" fmla="*/ 4 w 7"/>
                <a:gd name="T9" fmla="*/ 5 h 7"/>
                <a:gd name="T10" fmla="*/ 7 w 7"/>
                <a:gd name="T11" fmla="*/ 5 h 7"/>
                <a:gd name="T12" fmla="*/ 7 w 7"/>
                <a:gd name="T13" fmla="*/ 2 h 7"/>
                <a:gd name="T14" fmla="*/ 4 w 7"/>
                <a:gd name="T15" fmla="*/ 0 h 7"/>
                <a:gd name="T16" fmla="*/ 0 w 7"/>
                <a:gd name="T17"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7">
                  <a:moveTo>
                    <a:pt x="0" y="2"/>
                  </a:moveTo>
                  <a:lnTo>
                    <a:pt x="0" y="5"/>
                  </a:lnTo>
                  <a:lnTo>
                    <a:pt x="0" y="7"/>
                  </a:lnTo>
                  <a:lnTo>
                    <a:pt x="2" y="7"/>
                  </a:lnTo>
                  <a:lnTo>
                    <a:pt x="4" y="5"/>
                  </a:lnTo>
                  <a:lnTo>
                    <a:pt x="7" y="5"/>
                  </a:lnTo>
                  <a:lnTo>
                    <a:pt x="7" y="2"/>
                  </a:lnTo>
                  <a:lnTo>
                    <a:pt x="4" y="0"/>
                  </a:lnTo>
                  <a:lnTo>
                    <a:pt x="0" y="2"/>
                  </a:lnTo>
                  <a:close/>
                </a:path>
              </a:pathLst>
            </a:custGeom>
            <a:solidFill>
              <a:srgbClr val="AFCA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81"/>
            <p:cNvSpPr>
              <a:spLocks/>
            </p:cNvSpPr>
            <p:nvPr/>
          </p:nvSpPr>
          <p:spPr bwMode="auto">
            <a:xfrm>
              <a:off x="9293306" y="4334464"/>
              <a:ext cx="12183" cy="15664"/>
            </a:xfrm>
            <a:custGeom>
              <a:avLst/>
              <a:gdLst>
                <a:gd name="T0" fmla="*/ 7 w 7"/>
                <a:gd name="T1" fmla="*/ 5 h 9"/>
                <a:gd name="T2" fmla="*/ 7 w 7"/>
                <a:gd name="T3" fmla="*/ 2 h 9"/>
                <a:gd name="T4" fmla="*/ 7 w 7"/>
                <a:gd name="T5" fmla="*/ 2 h 9"/>
                <a:gd name="T6" fmla="*/ 5 w 7"/>
                <a:gd name="T7" fmla="*/ 0 h 9"/>
                <a:gd name="T8" fmla="*/ 2 w 7"/>
                <a:gd name="T9" fmla="*/ 2 h 9"/>
                <a:gd name="T10" fmla="*/ 2 w 7"/>
                <a:gd name="T11" fmla="*/ 2 h 9"/>
                <a:gd name="T12" fmla="*/ 0 w 7"/>
                <a:gd name="T13" fmla="*/ 5 h 9"/>
                <a:gd name="T14" fmla="*/ 0 w 7"/>
                <a:gd name="T15" fmla="*/ 7 h 9"/>
                <a:gd name="T16" fmla="*/ 2 w 7"/>
                <a:gd name="T17" fmla="*/ 9 h 9"/>
                <a:gd name="T18" fmla="*/ 5 w 7"/>
                <a:gd name="T19" fmla="*/ 9 h 9"/>
                <a:gd name="T20" fmla="*/ 5 w 7"/>
                <a:gd name="T21" fmla="*/ 7 h 9"/>
                <a:gd name="T22" fmla="*/ 5 w 7"/>
                <a:gd name="T23" fmla="*/ 5 h 9"/>
                <a:gd name="T24" fmla="*/ 7 w 7"/>
                <a:gd name="T25"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9">
                  <a:moveTo>
                    <a:pt x="7" y="5"/>
                  </a:moveTo>
                  <a:lnTo>
                    <a:pt x="7" y="2"/>
                  </a:lnTo>
                  <a:lnTo>
                    <a:pt x="7" y="2"/>
                  </a:lnTo>
                  <a:lnTo>
                    <a:pt x="5" y="0"/>
                  </a:lnTo>
                  <a:lnTo>
                    <a:pt x="2" y="2"/>
                  </a:lnTo>
                  <a:lnTo>
                    <a:pt x="2" y="2"/>
                  </a:lnTo>
                  <a:lnTo>
                    <a:pt x="0" y="5"/>
                  </a:lnTo>
                  <a:lnTo>
                    <a:pt x="0" y="7"/>
                  </a:lnTo>
                  <a:lnTo>
                    <a:pt x="2" y="9"/>
                  </a:lnTo>
                  <a:lnTo>
                    <a:pt x="5" y="9"/>
                  </a:lnTo>
                  <a:lnTo>
                    <a:pt x="5" y="7"/>
                  </a:lnTo>
                  <a:lnTo>
                    <a:pt x="5" y="5"/>
                  </a:lnTo>
                  <a:lnTo>
                    <a:pt x="7" y="5"/>
                  </a:lnTo>
                  <a:close/>
                </a:path>
              </a:pathLst>
            </a:custGeom>
            <a:solidFill>
              <a:srgbClr val="AFCA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82"/>
            <p:cNvSpPr>
              <a:spLocks/>
            </p:cNvSpPr>
            <p:nvPr/>
          </p:nvSpPr>
          <p:spPr bwMode="auto">
            <a:xfrm>
              <a:off x="9289825" y="4346648"/>
              <a:ext cx="40031" cy="29588"/>
            </a:xfrm>
            <a:custGeom>
              <a:avLst/>
              <a:gdLst>
                <a:gd name="T0" fmla="*/ 9 w 23"/>
                <a:gd name="T1" fmla="*/ 5 h 17"/>
                <a:gd name="T2" fmla="*/ 7 w 23"/>
                <a:gd name="T3" fmla="*/ 2 h 17"/>
                <a:gd name="T4" fmla="*/ 4 w 23"/>
                <a:gd name="T5" fmla="*/ 5 h 17"/>
                <a:gd name="T6" fmla="*/ 2 w 23"/>
                <a:gd name="T7" fmla="*/ 7 h 17"/>
                <a:gd name="T8" fmla="*/ 0 w 23"/>
                <a:gd name="T9" fmla="*/ 7 h 17"/>
                <a:gd name="T10" fmla="*/ 0 w 23"/>
                <a:gd name="T11" fmla="*/ 9 h 17"/>
                <a:gd name="T12" fmla="*/ 0 w 23"/>
                <a:gd name="T13" fmla="*/ 12 h 17"/>
                <a:gd name="T14" fmla="*/ 2 w 23"/>
                <a:gd name="T15" fmla="*/ 14 h 17"/>
                <a:gd name="T16" fmla="*/ 2 w 23"/>
                <a:gd name="T17" fmla="*/ 12 h 17"/>
                <a:gd name="T18" fmla="*/ 2 w 23"/>
                <a:gd name="T19" fmla="*/ 9 h 17"/>
                <a:gd name="T20" fmla="*/ 7 w 23"/>
                <a:gd name="T21" fmla="*/ 9 h 17"/>
                <a:gd name="T22" fmla="*/ 9 w 23"/>
                <a:gd name="T23" fmla="*/ 7 h 17"/>
                <a:gd name="T24" fmla="*/ 11 w 23"/>
                <a:gd name="T25" fmla="*/ 9 h 17"/>
                <a:gd name="T26" fmla="*/ 9 w 23"/>
                <a:gd name="T27" fmla="*/ 12 h 17"/>
                <a:gd name="T28" fmla="*/ 11 w 23"/>
                <a:gd name="T29" fmla="*/ 17 h 17"/>
                <a:gd name="T30" fmla="*/ 14 w 23"/>
                <a:gd name="T31" fmla="*/ 17 h 17"/>
                <a:gd name="T32" fmla="*/ 16 w 23"/>
                <a:gd name="T33" fmla="*/ 14 h 17"/>
                <a:gd name="T34" fmla="*/ 16 w 23"/>
                <a:gd name="T35" fmla="*/ 12 h 17"/>
                <a:gd name="T36" fmla="*/ 18 w 23"/>
                <a:gd name="T37" fmla="*/ 9 h 17"/>
                <a:gd name="T38" fmla="*/ 18 w 23"/>
                <a:gd name="T39" fmla="*/ 12 h 17"/>
                <a:gd name="T40" fmla="*/ 23 w 23"/>
                <a:gd name="T41" fmla="*/ 12 h 17"/>
                <a:gd name="T42" fmla="*/ 21 w 23"/>
                <a:gd name="T43" fmla="*/ 7 h 17"/>
                <a:gd name="T44" fmla="*/ 21 w 23"/>
                <a:gd name="T45" fmla="*/ 2 h 17"/>
                <a:gd name="T46" fmla="*/ 18 w 23"/>
                <a:gd name="T47" fmla="*/ 0 h 17"/>
                <a:gd name="T48" fmla="*/ 16 w 23"/>
                <a:gd name="T49" fmla="*/ 0 h 17"/>
                <a:gd name="T50" fmla="*/ 16 w 23"/>
                <a:gd name="T51" fmla="*/ 2 h 17"/>
                <a:gd name="T52" fmla="*/ 14 w 23"/>
                <a:gd name="T53" fmla="*/ 2 h 17"/>
                <a:gd name="T54" fmla="*/ 11 w 23"/>
                <a:gd name="T55" fmla="*/ 5 h 17"/>
                <a:gd name="T56" fmla="*/ 9 w 23"/>
                <a:gd name="T57" fmla="*/ 5 h 17"/>
                <a:gd name="T58" fmla="*/ 9 w 23"/>
                <a:gd name="T59"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3" h="17">
                  <a:moveTo>
                    <a:pt x="9" y="5"/>
                  </a:moveTo>
                  <a:lnTo>
                    <a:pt x="7" y="2"/>
                  </a:lnTo>
                  <a:lnTo>
                    <a:pt x="4" y="5"/>
                  </a:lnTo>
                  <a:lnTo>
                    <a:pt x="2" y="7"/>
                  </a:lnTo>
                  <a:lnTo>
                    <a:pt x="0" y="7"/>
                  </a:lnTo>
                  <a:lnTo>
                    <a:pt x="0" y="9"/>
                  </a:lnTo>
                  <a:lnTo>
                    <a:pt x="0" y="12"/>
                  </a:lnTo>
                  <a:lnTo>
                    <a:pt x="2" y="14"/>
                  </a:lnTo>
                  <a:lnTo>
                    <a:pt x="2" y="12"/>
                  </a:lnTo>
                  <a:lnTo>
                    <a:pt x="2" y="9"/>
                  </a:lnTo>
                  <a:lnTo>
                    <a:pt x="7" y="9"/>
                  </a:lnTo>
                  <a:lnTo>
                    <a:pt x="9" y="7"/>
                  </a:lnTo>
                  <a:lnTo>
                    <a:pt x="11" y="9"/>
                  </a:lnTo>
                  <a:lnTo>
                    <a:pt x="9" y="12"/>
                  </a:lnTo>
                  <a:lnTo>
                    <a:pt x="11" y="17"/>
                  </a:lnTo>
                  <a:lnTo>
                    <a:pt x="14" y="17"/>
                  </a:lnTo>
                  <a:lnTo>
                    <a:pt x="16" y="14"/>
                  </a:lnTo>
                  <a:lnTo>
                    <a:pt x="16" y="12"/>
                  </a:lnTo>
                  <a:lnTo>
                    <a:pt x="18" y="9"/>
                  </a:lnTo>
                  <a:lnTo>
                    <a:pt x="18" y="12"/>
                  </a:lnTo>
                  <a:lnTo>
                    <a:pt x="23" y="12"/>
                  </a:lnTo>
                  <a:lnTo>
                    <a:pt x="21" y="7"/>
                  </a:lnTo>
                  <a:lnTo>
                    <a:pt x="21" y="2"/>
                  </a:lnTo>
                  <a:lnTo>
                    <a:pt x="18" y="0"/>
                  </a:lnTo>
                  <a:lnTo>
                    <a:pt x="16" y="0"/>
                  </a:lnTo>
                  <a:lnTo>
                    <a:pt x="16" y="2"/>
                  </a:lnTo>
                  <a:lnTo>
                    <a:pt x="14" y="2"/>
                  </a:lnTo>
                  <a:lnTo>
                    <a:pt x="11" y="5"/>
                  </a:lnTo>
                  <a:lnTo>
                    <a:pt x="9" y="5"/>
                  </a:lnTo>
                  <a:lnTo>
                    <a:pt x="9" y="5"/>
                  </a:lnTo>
                  <a:close/>
                </a:path>
              </a:pathLst>
            </a:custGeom>
            <a:solidFill>
              <a:srgbClr val="AFCA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83"/>
            <p:cNvSpPr>
              <a:spLocks/>
            </p:cNvSpPr>
            <p:nvPr/>
          </p:nvSpPr>
          <p:spPr bwMode="auto">
            <a:xfrm>
              <a:off x="8943469" y="4343167"/>
              <a:ext cx="20886" cy="33069"/>
            </a:xfrm>
            <a:custGeom>
              <a:avLst/>
              <a:gdLst>
                <a:gd name="T0" fmla="*/ 2 w 5"/>
                <a:gd name="T1" fmla="*/ 0 h 8"/>
                <a:gd name="T2" fmla="*/ 1 w 5"/>
                <a:gd name="T3" fmla="*/ 3 h 8"/>
                <a:gd name="T4" fmla="*/ 1 w 5"/>
                <a:gd name="T5" fmla="*/ 5 h 8"/>
                <a:gd name="T6" fmla="*/ 2 w 5"/>
                <a:gd name="T7" fmla="*/ 7 h 8"/>
                <a:gd name="T8" fmla="*/ 4 w 5"/>
                <a:gd name="T9" fmla="*/ 7 h 8"/>
                <a:gd name="T10" fmla="*/ 5 w 5"/>
                <a:gd name="T11" fmla="*/ 5 h 8"/>
                <a:gd name="T12" fmla="*/ 2 w 5"/>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5" h="8">
                  <a:moveTo>
                    <a:pt x="2" y="0"/>
                  </a:moveTo>
                  <a:cubicBezTo>
                    <a:pt x="2" y="0"/>
                    <a:pt x="2" y="3"/>
                    <a:pt x="1" y="3"/>
                  </a:cubicBezTo>
                  <a:cubicBezTo>
                    <a:pt x="0" y="4"/>
                    <a:pt x="1" y="5"/>
                    <a:pt x="1" y="5"/>
                  </a:cubicBezTo>
                  <a:cubicBezTo>
                    <a:pt x="2" y="7"/>
                    <a:pt x="2" y="7"/>
                    <a:pt x="2" y="7"/>
                  </a:cubicBezTo>
                  <a:cubicBezTo>
                    <a:pt x="2" y="7"/>
                    <a:pt x="3" y="8"/>
                    <a:pt x="4" y="7"/>
                  </a:cubicBezTo>
                  <a:cubicBezTo>
                    <a:pt x="5" y="7"/>
                    <a:pt x="5" y="5"/>
                    <a:pt x="5" y="5"/>
                  </a:cubicBezTo>
                  <a:cubicBezTo>
                    <a:pt x="5" y="5"/>
                    <a:pt x="3" y="0"/>
                    <a:pt x="2" y="0"/>
                  </a:cubicBezTo>
                  <a:close/>
                </a:path>
              </a:pathLst>
            </a:custGeom>
            <a:solidFill>
              <a:srgbClr val="AFCA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84"/>
            <p:cNvSpPr>
              <a:spLocks/>
            </p:cNvSpPr>
            <p:nvPr/>
          </p:nvSpPr>
          <p:spPr bwMode="auto">
            <a:xfrm>
              <a:off x="9248054" y="4334464"/>
              <a:ext cx="24367" cy="24367"/>
            </a:xfrm>
            <a:custGeom>
              <a:avLst/>
              <a:gdLst>
                <a:gd name="T0" fmla="*/ 5 w 6"/>
                <a:gd name="T1" fmla="*/ 0 h 6"/>
                <a:gd name="T2" fmla="*/ 4 w 6"/>
                <a:gd name="T3" fmla="*/ 1 h 6"/>
                <a:gd name="T4" fmla="*/ 2 w 6"/>
                <a:gd name="T5" fmla="*/ 3 h 6"/>
                <a:gd name="T6" fmla="*/ 1 w 6"/>
                <a:gd name="T7" fmla="*/ 4 h 6"/>
                <a:gd name="T8" fmla="*/ 0 w 6"/>
                <a:gd name="T9" fmla="*/ 5 h 6"/>
                <a:gd name="T10" fmla="*/ 1 w 6"/>
                <a:gd name="T11" fmla="*/ 6 h 6"/>
                <a:gd name="T12" fmla="*/ 1 w 6"/>
                <a:gd name="T13" fmla="*/ 5 h 6"/>
                <a:gd name="T14" fmla="*/ 2 w 6"/>
                <a:gd name="T15" fmla="*/ 4 h 6"/>
                <a:gd name="T16" fmla="*/ 4 w 6"/>
                <a:gd name="T17" fmla="*/ 3 h 6"/>
                <a:gd name="T18" fmla="*/ 5 w 6"/>
                <a:gd name="T19" fmla="*/ 2 h 6"/>
                <a:gd name="T20" fmla="*/ 6 w 6"/>
                <a:gd name="T21" fmla="*/ 2 h 6"/>
                <a:gd name="T22" fmla="*/ 6 w 6"/>
                <a:gd name="T23" fmla="*/ 1 h 6"/>
                <a:gd name="T24" fmla="*/ 6 w 6"/>
                <a:gd name="T25" fmla="*/ 0 h 6"/>
                <a:gd name="T26" fmla="*/ 5 w 6"/>
                <a:gd name="T2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6">
                  <a:moveTo>
                    <a:pt x="5" y="0"/>
                  </a:moveTo>
                  <a:cubicBezTo>
                    <a:pt x="5" y="0"/>
                    <a:pt x="5" y="0"/>
                    <a:pt x="4" y="1"/>
                  </a:cubicBezTo>
                  <a:cubicBezTo>
                    <a:pt x="4" y="2"/>
                    <a:pt x="2" y="3"/>
                    <a:pt x="2" y="3"/>
                  </a:cubicBezTo>
                  <a:cubicBezTo>
                    <a:pt x="2" y="3"/>
                    <a:pt x="1" y="4"/>
                    <a:pt x="1" y="4"/>
                  </a:cubicBezTo>
                  <a:cubicBezTo>
                    <a:pt x="1" y="5"/>
                    <a:pt x="0" y="5"/>
                    <a:pt x="0" y="5"/>
                  </a:cubicBezTo>
                  <a:cubicBezTo>
                    <a:pt x="1" y="6"/>
                    <a:pt x="1" y="6"/>
                    <a:pt x="1" y="6"/>
                  </a:cubicBezTo>
                  <a:cubicBezTo>
                    <a:pt x="1" y="5"/>
                    <a:pt x="1" y="5"/>
                    <a:pt x="1" y="5"/>
                  </a:cubicBezTo>
                  <a:cubicBezTo>
                    <a:pt x="2" y="4"/>
                    <a:pt x="2" y="4"/>
                    <a:pt x="2" y="4"/>
                  </a:cubicBezTo>
                  <a:cubicBezTo>
                    <a:pt x="4" y="3"/>
                    <a:pt x="4" y="3"/>
                    <a:pt x="4" y="3"/>
                  </a:cubicBezTo>
                  <a:cubicBezTo>
                    <a:pt x="5" y="2"/>
                    <a:pt x="5" y="2"/>
                    <a:pt x="5" y="2"/>
                  </a:cubicBezTo>
                  <a:cubicBezTo>
                    <a:pt x="6" y="2"/>
                    <a:pt x="6" y="2"/>
                    <a:pt x="6" y="2"/>
                  </a:cubicBezTo>
                  <a:cubicBezTo>
                    <a:pt x="6" y="1"/>
                    <a:pt x="6" y="1"/>
                    <a:pt x="6" y="1"/>
                  </a:cubicBezTo>
                  <a:cubicBezTo>
                    <a:pt x="6" y="0"/>
                    <a:pt x="6" y="0"/>
                    <a:pt x="6" y="0"/>
                  </a:cubicBezTo>
                  <a:lnTo>
                    <a:pt x="5" y="0"/>
                  </a:lnTo>
                  <a:close/>
                </a:path>
              </a:pathLst>
            </a:custGeom>
            <a:solidFill>
              <a:srgbClr val="AFCA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85"/>
            <p:cNvSpPr>
              <a:spLocks/>
            </p:cNvSpPr>
            <p:nvPr/>
          </p:nvSpPr>
          <p:spPr bwMode="auto">
            <a:xfrm>
              <a:off x="9070524" y="4379717"/>
              <a:ext cx="87024" cy="90505"/>
            </a:xfrm>
            <a:custGeom>
              <a:avLst/>
              <a:gdLst>
                <a:gd name="T0" fmla="*/ 21 w 21"/>
                <a:gd name="T1" fmla="*/ 17 h 22"/>
                <a:gd name="T2" fmla="*/ 20 w 21"/>
                <a:gd name="T3" fmla="*/ 16 h 22"/>
                <a:gd name="T4" fmla="*/ 19 w 21"/>
                <a:gd name="T5" fmla="*/ 16 h 22"/>
                <a:gd name="T6" fmla="*/ 19 w 21"/>
                <a:gd name="T7" fmla="*/ 14 h 22"/>
                <a:gd name="T8" fmla="*/ 18 w 21"/>
                <a:gd name="T9" fmla="*/ 13 h 22"/>
                <a:gd name="T10" fmla="*/ 17 w 21"/>
                <a:gd name="T11" fmla="*/ 12 h 22"/>
                <a:gd name="T12" fmla="*/ 17 w 21"/>
                <a:gd name="T13" fmla="*/ 10 h 22"/>
                <a:gd name="T14" fmla="*/ 13 w 21"/>
                <a:gd name="T15" fmla="*/ 7 h 22"/>
                <a:gd name="T16" fmla="*/ 11 w 21"/>
                <a:gd name="T17" fmla="*/ 6 h 22"/>
                <a:gd name="T18" fmla="*/ 9 w 21"/>
                <a:gd name="T19" fmla="*/ 4 h 22"/>
                <a:gd name="T20" fmla="*/ 7 w 21"/>
                <a:gd name="T21" fmla="*/ 3 h 22"/>
                <a:gd name="T22" fmla="*/ 5 w 21"/>
                <a:gd name="T23" fmla="*/ 1 h 22"/>
                <a:gd name="T24" fmla="*/ 0 w 21"/>
                <a:gd name="T25" fmla="*/ 0 h 22"/>
                <a:gd name="T26" fmla="*/ 0 w 21"/>
                <a:gd name="T27" fmla="*/ 1 h 22"/>
                <a:gd name="T28" fmla="*/ 4 w 21"/>
                <a:gd name="T29" fmla="*/ 4 h 22"/>
                <a:gd name="T30" fmla="*/ 5 w 21"/>
                <a:gd name="T31" fmla="*/ 6 h 22"/>
                <a:gd name="T32" fmla="*/ 6 w 21"/>
                <a:gd name="T33" fmla="*/ 7 h 22"/>
                <a:gd name="T34" fmla="*/ 8 w 21"/>
                <a:gd name="T35" fmla="*/ 8 h 22"/>
                <a:gd name="T36" fmla="*/ 8 w 21"/>
                <a:gd name="T37" fmla="*/ 10 h 22"/>
                <a:gd name="T38" fmla="*/ 11 w 21"/>
                <a:gd name="T39" fmla="*/ 13 h 22"/>
                <a:gd name="T40" fmla="*/ 11 w 21"/>
                <a:gd name="T41" fmla="*/ 16 h 22"/>
                <a:gd name="T42" fmla="*/ 18 w 21"/>
                <a:gd name="T43" fmla="*/ 22 h 22"/>
                <a:gd name="T44" fmla="*/ 21 w 21"/>
                <a:gd name="T45" fmla="*/ 22 h 22"/>
                <a:gd name="T46" fmla="*/ 21 w 21"/>
                <a:gd name="T47" fmla="*/ 1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 h="22">
                  <a:moveTo>
                    <a:pt x="21" y="17"/>
                  </a:moveTo>
                  <a:cubicBezTo>
                    <a:pt x="20" y="16"/>
                    <a:pt x="20" y="16"/>
                    <a:pt x="20" y="16"/>
                  </a:cubicBezTo>
                  <a:cubicBezTo>
                    <a:pt x="19" y="16"/>
                    <a:pt x="19" y="16"/>
                    <a:pt x="19" y="16"/>
                  </a:cubicBezTo>
                  <a:cubicBezTo>
                    <a:pt x="19" y="14"/>
                    <a:pt x="19" y="14"/>
                    <a:pt x="19" y="14"/>
                  </a:cubicBezTo>
                  <a:cubicBezTo>
                    <a:pt x="18" y="13"/>
                    <a:pt x="18" y="13"/>
                    <a:pt x="18" y="13"/>
                  </a:cubicBezTo>
                  <a:cubicBezTo>
                    <a:pt x="17" y="12"/>
                    <a:pt x="17" y="12"/>
                    <a:pt x="17" y="12"/>
                  </a:cubicBezTo>
                  <a:cubicBezTo>
                    <a:pt x="17" y="10"/>
                    <a:pt x="17" y="10"/>
                    <a:pt x="17" y="10"/>
                  </a:cubicBezTo>
                  <a:cubicBezTo>
                    <a:pt x="13" y="7"/>
                    <a:pt x="13" y="7"/>
                    <a:pt x="13" y="7"/>
                  </a:cubicBezTo>
                  <a:cubicBezTo>
                    <a:pt x="11" y="6"/>
                    <a:pt x="11" y="6"/>
                    <a:pt x="11" y="6"/>
                  </a:cubicBezTo>
                  <a:cubicBezTo>
                    <a:pt x="9" y="4"/>
                    <a:pt x="9" y="4"/>
                    <a:pt x="9" y="4"/>
                  </a:cubicBezTo>
                  <a:cubicBezTo>
                    <a:pt x="7" y="3"/>
                    <a:pt x="7" y="3"/>
                    <a:pt x="7" y="3"/>
                  </a:cubicBezTo>
                  <a:cubicBezTo>
                    <a:pt x="5" y="1"/>
                    <a:pt x="5" y="1"/>
                    <a:pt x="5" y="1"/>
                  </a:cubicBezTo>
                  <a:cubicBezTo>
                    <a:pt x="5" y="1"/>
                    <a:pt x="2" y="1"/>
                    <a:pt x="0" y="0"/>
                  </a:cubicBezTo>
                  <a:cubicBezTo>
                    <a:pt x="0" y="1"/>
                    <a:pt x="0" y="1"/>
                    <a:pt x="0" y="1"/>
                  </a:cubicBezTo>
                  <a:cubicBezTo>
                    <a:pt x="4" y="4"/>
                    <a:pt x="4" y="4"/>
                    <a:pt x="4" y="4"/>
                  </a:cubicBezTo>
                  <a:cubicBezTo>
                    <a:pt x="5" y="6"/>
                    <a:pt x="5" y="6"/>
                    <a:pt x="5" y="6"/>
                  </a:cubicBezTo>
                  <a:cubicBezTo>
                    <a:pt x="6" y="7"/>
                    <a:pt x="6" y="7"/>
                    <a:pt x="6" y="7"/>
                  </a:cubicBezTo>
                  <a:cubicBezTo>
                    <a:pt x="8" y="8"/>
                    <a:pt x="8" y="8"/>
                    <a:pt x="8" y="8"/>
                  </a:cubicBezTo>
                  <a:cubicBezTo>
                    <a:pt x="8" y="10"/>
                    <a:pt x="8" y="10"/>
                    <a:pt x="8" y="10"/>
                  </a:cubicBezTo>
                  <a:cubicBezTo>
                    <a:pt x="11" y="13"/>
                    <a:pt x="11" y="13"/>
                    <a:pt x="11" y="13"/>
                  </a:cubicBezTo>
                  <a:cubicBezTo>
                    <a:pt x="11" y="16"/>
                    <a:pt x="11" y="16"/>
                    <a:pt x="11" y="16"/>
                  </a:cubicBezTo>
                  <a:cubicBezTo>
                    <a:pt x="18" y="22"/>
                    <a:pt x="18" y="22"/>
                    <a:pt x="18" y="22"/>
                  </a:cubicBezTo>
                  <a:cubicBezTo>
                    <a:pt x="21" y="22"/>
                    <a:pt x="21" y="22"/>
                    <a:pt x="21" y="22"/>
                  </a:cubicBezTo>
                  <a:lnTo>
                    <a:pt x="21" y="17"/>
                  </a:lnTo>
                  <a:close/>
                </a:path>
              </a:pathLst>
            </a:custGeom>
            <a:solidFill>
              <a:srgbClr val="AFCA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86"/>
            <p:cNvSpPr>
              <a:spLocks/>
            </p:cNvSpPr>
            <p:nvPr/>
          </p:nvSpPr>
          <p:spPr bwMode="auto">
            <a:xfrm>
              <a:off x="9157548" y="4470222"/>
              <a:ext cx="81802" cy="29588"/>
            </a:xfrm>
            <a:custGeom>
              <a:avLst/>
              <a:gdLst>
                <a:gd name="T0" fmla="*/ 17 w 20"/>
                <a:gd name="T1" fmla="*/ 7 h 7"/>
                <a:gd name="T2" fmla="*/ 20 w 20"/>
                <a:gd name="T3" fmla="*/ 6 h 7"/>
                <a:gd name="T4" fmla="*/ 19 w 20"/>
                <a:gd name="T5" fmla="*/ 5 h 7"/>
                <a:gd name="T6" fmla="*/ 18 w 20"/>
                <a:gd name="T7" fmla="*/ 4 h 7"/>
                <a:gd name="T8" fmla="*/ 15 w 20"/>
                <a:gd name="T9" fmla="*/ 4 h 7"/>
                <a:gd name="T10" fmla="*/ 14 w 20"/>
                <a:gd name="T11" fmla="*/ 3 h 7"/>
                <a:gd name="T12" fmla="*/ 12 w 20"/>
                <a:gd name="T13" fmla="*/ 2 h 7"/>
                <a:gd name="T14" fmla="*/ 10 w 20"/>
                <a:gd name="T15" fmla="*/ 2 h 7"/>
                <a:gd name="T16" fmla="*/ 9 w 20"/>
                <a:gd name="T17" fmla="*/ 3 h 7"/>
                <a:gd name="T18" fmla="*/ 6 w 20"/>
                <a:gd name="T19" fmla="*/ 3 h 7"/>
                <a:gd name="T20" fmla="*/ 4 w 20"/>
                <a:gd name="T21" fmla="*/ 1 h 7"/>
                <a:gd name="T22" fmla="*/ 0 w 20"/>
                <a:gd name="T23" fmla="*/ 1 h 7"/>
                <a:gd name="T24" fmla="*/ 0 w 20"/>
                <a:gd name="T25" fmla="*/ 2 h 7"/>
                <a:gd name="T26" fmla="*/ 2 w 20"/>
                <a:gd name="T27" fmla="*/ 3 h 7"/>
                <a:gd name="T28" fmla="*/ 4 w 20"/>
                <a:gd name="T29" fmla="*/ 4 h 7"/>
                <a:gd name="T30" fmla="*/ 8 w 20"/>
                <a:gd name="T31" fmla="*/ 4 h 7"/>
                <a:gd name="T32" fmla="*/ 10 w 20"/>
                <a:gd name="T33" fmla="*/ 5 h 7"/>
                <a:gd name="T34" fmla="*/ 15 w 20"/>
                <a:gd name="T35" fmla="*/ 6 h 7"/>
                <a:gd name="T36" fmla="*/ 17 w 20"/>
                <a:gd name="T3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 h="7">
                  <a:moveTo>
                    <a:pt x="17" y="7"/>
                  </a:moveTo>
                  <a:cubicBezTo>
                    <a:pt x="20" y="6"/>
                    <a:pt x="20" y="6"/>
                    <a:pt x="20" y="6"/>
                  </a:cubicBezTo>
                  <a:cubicBezTo>
                    <a:pt x="19" y="5"/>
                    <a:pt x="19" y="5"/>
                    <a:pt x="19" y="5"/>
                  </a:cubicBezTo>
                  <a:cubicBezTo>
                    <a:pt x="18" y="4"/>
                    <a:pt x="18" y="4"/>
                    <a:pt x="18" y="4"/>
                  </a:cubicBezTo>
                  <a:cubicBezTo>
                    <a:pt x="18" y="4"/>
                    <a:pt x="16" y="4"/>
                    <a:pt x="15" y="4"/>
                  </a:cubicBezTo>
                  <a:cubicBezTo>
                    <a:pt x="14" y="4"/>
                    <a:pt x="14" y="3"/>
                    <a:pt x="14" y="3"/>
                  </a:cubicBezTo>
                  <a:cubicBezTo>
                    <a:pt x="12" y="2"/>
                    <a:pt x="12" y="2"/>
                    <a:pt x="12" y="2"/>
                  </a:cubicBezTo>
                  <a:cubicBezTo>
                    <a:pt x="10" y="2"/>
                    <a:pt x="10" y="2"/>
                    <a:pt x="10" y="2"/>
                  </a:cubicBezTo>
                  <a:cubicBezTo>
                    <a:pt x="10" y="2"/>
                    <a:pt x="10" y="2"/>
                    <a:pt x="9" y="3"/>
                  </a:cubicBezTo>
                  <a:cubicBezTo>
                    <a:pt x="7" y="3"/>
                    <a:pt x="6" y="3"/>
                    <a:pt x="6" y="3"/>
                  </a:cubicBezTo>
                  <a:cubicBezTo>
                    <a:pt x="6" y="3"/>
                    <a:pt x="5" y="1"/>
                    <a:pt x="4" y="1"/>
                  </a:cubicBezTo>
                  <a:cubicBezTo>
                    <a:pt x="3" y="0"/>
                    <a:pt x="1" y="1"/>
                    <a:pt x="0" y="1"/>
                  </a:cubicBezTo>
                  <a:cubicBezTo>
                    <a:pt x="0" y="2"/>
                    <a:pt x="0" y="2"/>
                    <a:pt x="0" y="2"/>
                  </a:cubicBezTo>
                  <a:cubicBezTo>
                    <a:pt x="2" y="3"/>
                    <a:pt x="2" y="3"/>
                    <a:pt x="2" y="3"/>
                  </a:cubicBezTo>
                  <a:cubicBezTo>
                    <a:pt x="4" y="4"/>
                    <a:pt x="4" y="4"/>
                    <a:pt x="4" y="4"/>
                  </a:cubicBezTo>
                  <a:cubicBezTo>
                    <a:pt x="8" y="4"/>
                    <a:pt x="8" y="4"/>
                    <a:pt x="8" y="4"/>
                  </a:cubicBezTo>
                  <a:cubicBezTo>
                    <a:pt x="10" y="5"/>
                    <a:pt x="10" y="5"/>
                    <a:pt x="10" y="5"/>
                  </a:cubicBezTo>
                  <a:cubicBezTo>
                    <a:pt x="15" y="6"/>
                    <a:pt x="15" y="6"/>
                    <a:pt x="15" y="6"/>
                  </a:cubicBezTo>
                  <a:lnTo>
                    <a:pt x="17" y="7"/>
                  </a:lnTo>
                  <a:close/>
                </a:path>
              </a:pathLst>
            </a:custGeom>
            <a:solidFill>
              <a:srgbClr val="AFCA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87"/>
            <p:cNvSpPr>
              <a:spLocks/>
            </p:cNvSpPr>
            <p:nvPr/>
          </p:nvSpPr>
          <p:spPr bwMode="auto">
            <a:xfrm>
              <a:off x="9152327" y="4437154"/>
              <a:ext cx="8702" cy="5221"/>
            </a:xfrm>
            <a:custGeom>
              <a:avLst/>
              <a:gdLst>
                <a:gd name="T0" fmla="*/ 1 w 2"/>
                <a:gd name="T1" fmla="*/ 0 h 1"/>
                <a:gd name="T2" fmla="*/ 0 w 2"/>
                <a:gd name="T3" fmla="*/ 0 h 1"/>
                <a:gd name="T4" fmla="*/ 1 w 2"/>
                <a:gd name="T5" fmla="*/ 1 h 1"/>
                <a:gd name="T6" fmla="*/ 2 w 2"/>
                <a:gd name="T7" fmla="*/ 1 h 1"/>
                <a:gd name="T8" fmla="*/ 2 w 2"/>
                <a:gd name="T9" fmla="*/ 0 h 1"/>
                <a:gd name="T10" fmla="*/ 1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1" y="0"/>
                  </a:moveTo>
                  <a:cubicBezTo>
                    <a:pt x="0" y="0"/>
                    <a:pt x="0" y="0"/>
                    <a:pt x="0" y="0"/>
                  </a:cubicBezTo>
                  <a:cubicBezTo>
                    <a:pt x="1" y="1"/>
                    <a:pt x="1" y="1"/>
                    <a:pt x="1" y="1"/>
                  </a:cubicBezTo>
                  <a:cubicBezTo>
                    <a:pt x="2" y="1"/>
                    <a:pt x="2" y="1"/>
                    <a:pt x="2" y="1"/>
                  </a:cubicBezTo>
                  <a:cubicBezTo>
                    <a:pt x="2" y="0"/>
                    <a:pt x="2" y="0"/>
                    <a:pt x="2" y="0"/>
                  </a:cubicBezTo>
                  <a:cubicBezTo>
                    <a:pt x="2" y="0"/>
                    <a:pt x="1" y="0"/>
                    <a:pt x="1" y="0"/>
                  </a:cubicBezTo>
                  <a:close/>
                </a:path>
              </a:pathLst>
            </a:custGeom>
            <a:solidFill>
              <a:srgbClr val="AFCA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88"/>
            <p:cNvSpPr>
              <a:spLocks/>
            </p:cNvSpPr>
            <p:nvPr/>
          </p:nvSpPr>
          <p:spPr bwMode="auto">
            <a:xfrm>
              <a:off x="9161029" y="4445855"/>
              <a:ext cx="8702" cy="3481"/>
            </a:xfrm>
            <a:custGeom>
              <a:avLst/>
              <a:gdLst>
                <a:gd name="T0" fmla="*/ 0 w 2"/>
                <a:gd name="T1" fmla="*/ 1 h 1"/>
                <a:gd name="T2" fmla="*/ 1 w 2"/>
                <a:gd name="T3" fmla="*/ 1 h 1"/>
                <a:gd name="T4" fmla="*/ 2 w 2"/>
                <a:gd name="T5" fmla="*/ 1 h 1"/>
                <a:gd name="T6" fmla="*/ 2 w 2"/>
                <a:gd name="T7" fmla="*/ 0 h 1"/>
                <a:gd name="T8" fmla="*/ 0 w 2"/>
                <a:gd name="T9" fmla="*/ 0 h 1"/>
                <a:gd name="T10" fmla="*/ 0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0" y="1"/>
                  </a:moveTo>
                  <a:cubicBezTo>
                    <a:pt x="1" y="1"/>
                    <a:pt x="1" y="1"/>
                    <a:pt x="1" y="1"/>
                  </a:cubicBezTo>
                  <a:cubicBezTo>
                    <a:pt x="2" y="1"/>
                    <a:pt x="2" y="1"/>
                    <a:pt x="2" y="1"/>
                  </a:cubicBezTo>
                  <a:cubicBezTo>
                    <a:pt x="2" y="0"/>
                    <a:pt x="2" y="0"/>
                    <a:pt x="2" y="0"/>
                  </a:cubicBezTo>
                  <a:cubicBezTo>
                    <a:pt x="2" y="0"/>
                    <a:pt x="1" y="0"/>
                    <a:pt x="0" y="0"/>
                  </a:cubicBezTo>
                  <a:lnTo>
                    <a:pt x="0" y="1"/>
                  </a:lnTo>
                  <a:close/>
                </a:path>
              </a:pathLst>
            </a:custGeom>
            <a:solidFill>
              <a:srgbClr val="AFCA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89"/>
            <p:cNvSpPr>
              <a:spLocks/>
            </p:cNvSpPr>
            <p:nvPr/>
          </p:nvSpPr>
          <p:spPr bwMode="auto">
            <a:xfrm>
              <a:off x="9173213" y="4442375"/>
              <a:ext cx="8702" cy="12183"/>
            </a:xfrm>
            <a:custGeom>
              <a:avLst/>
              <a:gdLst>
                <a:gd name="T0" fmla="*/ 2 w 2"/>
                <a:gd name="T1" fmla="*/ 2 h 3"/>
                <a:gd name="T2" fmla="*/ 1 w 2"/>
                <a:gd name="T3" fmla="*/ 1 h 3"/>
                <a:gd name="T4" fmla="*/ 0 w 2"/>
                <a:gd name="T5" fmla="*/ 1 h 3"/>
                <a:gd name="T6" fmla="*/ 0 w 2"/>
                <a:gd name="T7" fmla="*/ 1 h 3"/>
                <a:gd name="T8" fmla="*/ 0 w 2"/>
                <a:gd name="T9" fmla="*/ 2 h 3"/>
                <a:gd name="T10" fmla="*/ 1 w 2"/>
                <a:gd name="T11" fmla="*/ 3 h 3"/>
                <a:gd name="T12" fmla="*/ 2 w 2"/>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2" y="2"/>
                  </a:moveTo>
                  <a:cubicBezTo>
                    <a:pt x="1" y="1"/>
                    <a:pt x="1" y="1"/>
                    <a:pt x="1" y="1"/>
                  </a:cubicBezTo>
                  <a:cubicBezTo>
                    <a:pt x="1" y="1"/>
                    <a:pt x="1" y="0"/>
                    <a:pt x="0" y="1"/>
                  </a:cubicBezTo>
                  <a:cubicBezTo>
                    <a:pt x="0" y="1"/>
                    <a:pt x="0" y="1"/>
                    <a:pt x="0" y="1"/>
                  </a:cubicBezTo>
                  <a:cubicBezTo>
                    <a:pt x="0" y="2"/>
                    <a:pt x="0" y="2"/>
                    <a:pt x="0" y="2"/>
                  </a:cubicBezTo>
                  <a:cubicBezTo>
                    <a:pt x="1" y="3"/>
                    <a:pt x="1" y="3"/>
                    <a:pt x="1" y="3"/>
                  </a:cubicBezTo>
                  <a:lnTo>
                    <a:pt x="2" y="2"/>
                  </a:lnTo>
                  <a:close/>
                </a:path>
              </a:pathLst>
            </a:custGeom>
            <a:solidFill>
              <a:srgbClr val="AFCA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90"/>
            <p:cNvSpPr>
              <a:spLocks/>
            </p:cNvSpPr>
            <p:nvPr/>
          </p:nvSpPr>
          <p:spPr bwMode="auto">
            <a:xfrm>
              <a:off x="9181915" y="4367534"/>
              <a:ext cx="87024" cy="90505"/>
            </a:xfrm>
            <a:custGeom>
              <a:avLst/>
              <a:gdLst>
                <a:gd name="T0" fmla="*/ 0 w 21"/>
                <a:gd name="T1" fmla="*/ 12 h 22"/>
                <a:gd name="T2" fmla="*/ 0 w 21"/>
                <a:gd name="T3" fmla="*/ 13 h 22"/>
                <a:gd name="T4" fmla="*/ 3 w 21"/>
                <a:gd name="T5" fmla="*/ 17 h 22"/>
                <a:gd name="T6" fmla="*/ 3 w 21"/>
                <a:gd name="T7" fmla="*/ 19 h 22"/>
                <a:gd name="T8" fmla="*/ 4 w 21"/>
                <a:gd name="T9" fmla="*/ 19 h 22"/>
                <a:gd name="T10" fmla="*/ 6 w 21"/>
                <a:gd name="T11" fmla="*/ 19 h 22"/>
                <a:gd name="T12" fmla="*/ 6 w 21"/>
                <a:gd name="T13" fmla="*/ 20 h 22"/>
                <a:gd name="T14" fmla="*/ 8 w 21"/>
                <a:gd name="T15" fmla="*/ 21 h 22"/>
                <a:gd name="T16" fmla="*/ 10 w 21"/>
                <a:gd name="T17" fmla="*/ 20 h 22"/>
                <a:gd name="T18" fmla="*/ 12 w 21"/>
                <a:gd name="T19" fmla="*/ 21 h 22"/>
                <a:gd name="T20" fmla="*/ 12 w 21"/>
                <a:gd name="T21" fmla="*/ 21 h 22"/>
                <a:gd name="T22" fmla="*/ 14 w 21"/>
                <a:gd name="T23" fmla="*/ 22 h 22"/>
                <a:gd name="T24" fmla="*/ 15 w 21"/>
                <a:gd name="T25" fmla="*/ 21 h 22"/>
                <a:gd name="T26" fmla="*/ 16 w 21"/>
                <a:gd name="T27" fmla="*/ 19 h 22"/>
                <a:gd name="T28" fmla="*/ 15 w 21"/>
                <a:gd name="T29" fmla="*/ 17 h 22"/>
                <a:gd name="T30" fmla="*/ 17 w 21"/>
                <a:gd name="T31" fmla="*/ 15 h 22"/>
                <a:gd name="T32" fmla="*/ 18 w 21"/>
                <a:gd name="T33" fmla="*/ 12 h 22"/>
                <a:gd name="T34" fmla="*/ 20 w 21"/>
                <a:gd name="T35" fmla="*/ 12 h 22"/>
                <a:gd name="T36" fmla="*/ 20 w 21"/>
                <a:gd name="T37" fmla="*/ 11 h 22"/>
                <a:gd name="T38" fmla="*/ 19 w 21"/>
                <a:gd name="T39" fmla="*/ 10 h 22"/>
                <a:gd name="T40" fmla="*/ 17 w 21"/>
                <a:gd name="T41" fmla="*/ 7 h 22"/>
                <a:gd name="T42" fmla="*/ 18 w 21"/>
                <a:gd name="T43" fmla="*/ 6 h 22"/>
                <a:gd name="T44" fmla="*/ 19 w 21"/>
                <a:gd name="T45" fmla="*/ 6 h 22"/>
                <a:gd name="T46" fmla="*/ 20 w 21"/>
                <a:gd name="T47" fmla="*/ 5 h 22"/>
                <a:gd name="T48" fmla="*/ 19 w 21"/>
                <a:gd name="T49" fmla="*/ 4 h 22"/>
                <a:gd name="T50" fmla="*/ 20 w 21"/>
                <a:gd name="T51" fmla="*/ 4 h 22"/>
                <a:gd name="T52" fmla="*/ 21 w 21"/>
                <a:gd name="T53" fmla="*/ 4 h 22"/>
                <a:gd name="T54" fmla="*/ 21 w 21"/>
                <a:gd name="T55" fmla="*/ 3 h 22"/>
                <a:gd name="T56" fmla="*/ 19 w 21"/>
                <a:gd name="T57" fmla="*/ 2 h 22"/>
                <a:gd name="T58" fmla="*/ 18 w 21"/>
                <a:gd name="T59" fmla="*/ 0 h 22"/>
                <a:gd name="T60" fmla="*/ 16 w 21"/>
                <a:gd name="T61" fmla="*/ 0 h 22"/>
                <a:gd name="T62" fmla="*/ 13 w 21"/>
                <a:gd name="T63" fmla="*/ 3 h 22"/>
                <a:gd name="T64" fmla="*/ 12 w 21"/>
                <a:gd name="T65" fmla="*/ 4 h 22"/>
                <a:gd name="T66" fmla="*/ 12 w 21"/>
                <a:gd name="T67" fmla="*/ 5 h 22"/>
                <a:gd name="T68" fmla="*/ 11 w 21"/>
                <a:gd name="T69" fmla="*/ 6 h 22"/>
                <a:gd name="T70" fmla="*/ 10 w 21"/>
                <a:gd name="T71" fmla="*/ 6 h 22"/>
                <a:gd name="T72" fmla="*/ 8 w 21"/>
                <a:gd name="T73" fmla="*/ 7 h 22"/>
                <a:gd name="T74" fmla="*/ 6 w 21"/>
                <a:gd name="T75" fmla="*/ 8 h 22"/>
                <a:gd name="T76" fmla="*/ 5 w 21"/>
                <a:gd name="T77" fmla="*/ 9 h 22"/>
                <a:gd name="T78" fmla="*/ 5 w 21"/>
                <a:gd name="T79" fmla="*/ 11 h 22"/>
                <a:gd name="T80" fmla="*/ 4 w 21"/>
                <a:gd name="T81" fmla="*/ 11 h 22"/>
                <a:gd name="T82" fmla="*/ 1 w 21"/>
                <a:gd name="T83" fmla="*/ 10 h 22"/>
                <a:gd name="T84" fmla="*/ 0 w 21"/>
                <a:gd name="T85" fmla="*/ 1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22">
                  <a:moveTo>
                    <a:pt x="0" y="12"/>
                  </a:moveTo>
                  <a:cubicBezTo>
                    <a:pt x="0" y="12"/>
                    <a:pt x="0" y="13"/>
                    <a:pt x="0" y="13"/>
                  </a:cubicBezTo>
                  <a:cubicBezTo>
                    <a:pt x="0" y="13"/>
                    <a:pt x="3" y="16"/>
                    <a:pt x="3" y="17"/>
                  </a:cubicBezTo>
                  <a:cubicBezTo>
                    <a:pt x="3" y="18"/>
                    <a:pt x="3" y="19"/>
                    <a:pt x="3" y="19"/>
                  </a:cubicBezTo>
                  <a:cubicBezTo>
                    <a:pt x="4" y="19"/>
                    <a:pt x="4" y="19"/>
                    <a:pt x="4" y="19"/>
                  </a:cubicBezTo>
                  <a:cubicBezTo>
                    <a:pt x="6" y="19"/>
                    <a:pt x="6" y="19"/>
                    <a:pt x="6" y="19"/>
                  </a:cubicBezTo>
                  <a:cubicBezTo>
                    <a:pt x="6" y="20"/>
                    <a:pt x="6" y="20"/>
                    <a:pt x="6" y="20"/>
                  </a:cubicBezTo>
                  <a:cubicBezTo>
                    <a:pt x="6" y="20"/>
                    <a:pt x="7" y="21"/>
                    <a:pt x="8" y="21"/>
                  </a:cubicBezTo>
                  <a:cubicBezTo>
                    <a:pt x="8" y="20"/>
                    <a:pt x="9" y="20"/>
                    <a:pt x="10" y="20"/>
                  </a:cubicBezTo>
                  <a:cubicBezTo>
                    <a:pt x="10" y="20"/>
                    <a:pt x="12" y="20"/>
                    <a:pt x="12" y="21"/>
                  </a:cubicBezTo>
                  <a:cubicBezTo>
                    <a:pt x="12" y="21"/>
                    <a:pt x="12" y="21"/>
                    <a:pt x="12" y="21"/>
                  </a:cubicBezTo>
                  <a:cubicBezTo>
                    <a:pt x="12" y="21"/>
                    <a:pt x="13" y="22"/>
                    <a:pt x="14" y="22"/>
                  </a:cubicBezTo>
                  <a:cubicBezTo>
                    <a:pt x="14" y="22"/>
                    <a:pt x="15" y="21"/>
                    <a:pt x="15" y="21"/>
                  </a:cubicBezTo>
                  <a:cubicBezTo>
                    <a:pt x="16" y="19"/>
                    <a:pt x="16" y="19"/>
                    <a:pt x="16" y="19"/>
                  </a:cubicBezTo>
                  <a:cubicBezTo>
                    <a:pt x="15" y="17"/>
                    <a:pt x="15" y="17"/>
                    <a:pt x="15" y="17"/>
                  </a:cubicBezTo>
                  <a:cubicBezTo>
                    <a:pt x="17" y="15"/>
                    <a:pt x="17" y="15"/>
                    <a:pt x="17" y="15"/>
                  </a:cubicBezTo>
                  <a:cubicBezTo>
                    <a:pt x="18" y="12"/>
                    <a:pt x="18" y="12"/>
                    <a:pt x="18" y="12"/>
                  </a:cubicBezTo>
                  <a:cubicBezTo>
                    <a:pt x="18" y="12"/>
                    <a:pt x="19" y="12"/>
                    <a:pt x="20" y="12"/>
                  </a:cubicBezTo>
                  <a:cubicBezTo>
                    <a:pt x="20" y="12"/>
                    <a:pt x="20" y="11"/>
                    <a:pt x="20" y="11"/>
                  </a:cubicBezTo>
                  <a:cubicBezTo>
                    <a:pt x="20" y="11"/>
                    <a:pt x="20" y="11"/>
                    <a:pt x="19" y="10"/>
                  </a:cubicBezTo>
                  <a:cubicBezTo>
                    <a:pt x="19" y="10"/>
                    <a:pt x="17" y="8"/>
                    <a:pt x="17" y="7"/>
                  </a:cubicBezTo>
                  <a:cubicBezTo>
                    <a:pt x="17" y="7"/>
                    <a:pt x="18" y="6"/>
                    <a:pt x="18" y="6"/>
                  </a:cubicBezTo>
                  <a:cubicBezTo>
                    <a:pt x="19" y="6"/>
                    <a:pt x="19" y="6"/>
                    <a:pt x="19" y="6"/>
                  </a:cubicBezTo>
                  <a:cubicBezTo>
                    <a:pt x="20" y="5"/>
                    <a:pt x="20" y="5"/>
                    <a:pt x="20" y="5"/>
                  </a:cubicBezTo>
                  <a:cubicBezTo>
                    <a:pt x="19" y="4"/>
                    <a:pt x="19" y="4"/>
                    <a:pt x="19" y="4"/>
                  </a:cubicBezTo>
                  <a:cubicBezTo>
                    <a:pt x="20" y="4"/>
                    <a:pt x="20" y="4"/>
                    <a:pt x="20" y="4"/>
                  </a:cubicBezTo>
                  <a:cubicBezTo>
                    <a:pt x="20" y="4"/>
                    <a:pt x="21" y="4"/>
                    <a:pt x="21" y="4"/>
                  </a:cubicBezTo>
                  <a:cubicBezTo>
                    <a:pt x="21" y="3"/>
                    <a:pt x="21" y="3"/>
                    <a:pt x="21" y="3"/>
                  </a:cubicBezTo>
                  <a:cubicBezTo>
                    <a:pt x="21" y="3"/>
                    <a:pt x="20" y="3"/>
                    <a:pt x="19" y="2"/>
                  </a:cubicBezTo>
                  <a:cubicBezTo>
                    <a:pt x="19" y="2"/>
                    <a:pt x="18" y="0"/>
                    <a:pt x="18" y="0"/>
                  </a:cubicBezTo>
                  <a:cubicBezTo>
                    <a:pt x="16" y="0"/>
                    <a:pt x="16" y="0"/>
                    <a:pt x="16" y="0"/>
                  </a:cubicBezTo>
                  <a:cubicBezTo>
                    <a:pt x="15" y="0"/>
                    <a:pt x="13" y="3"/>
                    <a:pt x="13" y="3"/>
                  </a:cubicBezTo>
                  <a:cubicBezTo>
                    <a:pt x="13" y="4"/>
                    <a:pt x="12" y="4"/>
                    <a:pt x="12" y="4"/>
                  </a:cubicBezTo>
                  <a:cubicBezTo>
                    <a:pt x="12" y="4"/>
                    <a:pt x="13" y="5"/>
                    <a:pt x="12" y="5"/>
                  </a:cubicBezTo>
                  <a:cubicBezTo>
                    <a:pt x="12" y="6"/>
                    <a:pt x="11" y="6"/>
                    <a:pt x="11" y="6"/>
                  </a:cubicBezTo>
                  <a:cubicBezTo>
                    <a:pt x="10" y="6"/>
                    <a:pt x="10" y="6"/>
                    <a:pt x="10" y="6"/>
                  </a:cubicBezTo>
                  <a:cubicBezTo>
                    <a:pt x="10" y="6"/>
                    <a:pt x="9" y="7"/>
                    <a:pt x="8" y="7"/>
                  </a:cubicBezTo>
                  <a:cubicBezTo>
                    <a:pt x="8" y="8"/>
                    <a:pt x="6" y="8"/>
                    <a:pt x="6" y="8"/>
                  </a:cubicBezTo>
                  <a:cubicBezTo>
                    <a:pt x="6" y="8"/>
                    <a:pt x="4" y="9"/>
                    <a:pt x="5" y="9"/>
                  </a:cubicBezTo>
                  <a:cubicBezTo>
                    <a:pt x="5" y="10"/>
                    <a:pt x="6" y="11"/>
                    <a:pt x="5" y="11"/>
                  </a:cubicBezTo>
                  <a:cubicBezTo>
                    <a:pt x="5" y="11"/>
                    <a:pt x="4" y="11"/>
                    <a:pt x="4" y="11"/>
                  </a:cubicBezTo>
                  <a:cubicBezTo>
                    <a:pt x="3" y="10"/>
                    <a:pt x="2" y="10"/>
                    <a:pt x="1" y="10"/>
                  </a:cubicBezTo>
                  <a:cubicBezTo>
                    <a:pt x="1" y="10"/>
                    <a:pt x="0" y="11"/>
                    <a:pt x="0" y="12"/>
                  </a:cubicBezTo>
                  <a:close/>
                </a:path>
              </a:pathLst>
            </a:custGeom>
            <a:solidFill>
              <a:srgbClr val="AFCA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91"/>
            <p:cNvSpPr>
              <a:spLocks/>
            </p:cNvSpPr>
            <p:nvPr/>
          </p:nvSpPr>
          <p:spPr bwMode="auto">
            <a:xfrm>
              <a:off x="9263719" y="4412787"/>
              <a:ext cx="53955" cy="53955"/>
            </a:xfrm>
            <a:custGeom>
              <a:avLst/>
              <a:gdLst>
                <a:gd name="T0" fmla="*/ 5 w 13"/>
                <a:gd name="T1" fmla="*/ 2 h 13"/>
                <a:gd name="T2" fmla="*/ 7 w 13"/>
                <a:gd name="T3" fmla="*/ 2 h 13"/>
                <a:gd name="T4" fmla="*/ 10 w 13"/>
                <a:gd name="T5" fmla="*/ 2 h 13"/>
                <a:gd name="T6" fmla="*/ 13 w 13"/>
                <a:gd name="T7" fmla="*/ 0 h 13"/>
                <a:gd name="T8" fmla="*/ 11 w 13"/>
                <a:gd name="T9" fmla="*/ 0 h 13"/>
                <a:gd name="T10" fmla="*/ 9 w 13"/>
                <a:gd name="T11" fmla="*/ 1 h 13"/>
                <a:gd name="T12" fmla="*/ 5 w 13"/>
                <a:gd name="T13" fmla="*/ 0 h 13"/>
                <a:gd name="T14" fmla="*/ 2 w 13"/>
                <a:gd name="T15" fmla="*/ 0 h 13"/>
                <a:gd name="T16" fmla="*/ 2 w 13"/>
                <a:gd name="T17" fmla="*/ 2 h 13"/>
                <a:gd name="T18" fmla="*/ 2 w 13"/>
                <a:gd name="T19" fmla="*/ 3 h 13"/>
                <a:gd name="T20" fmla="*/ 1 w 13"/>
                <a:gd name="T21" fmla="*/ 5 h 13"/>
                <a:gd name="T22" fmla="*/ 0 w 13"/>
                <a:gd name="T23" fmla="*/ 8 h 13"/>
                <a:gd name="T24" fmla="*/ 0 w 13"/>
                <a:gd name="T25" fmla="*/ 10 h 13"/>
                <a:gd name="T26" fmla="*/ 2 w 13"/>
                <a:gd name="T27" fmla="*/ 11 h 13"/>
                <a:gd name="T28" fmla="*/ 1 w 13"/>
                <a:gd name="T29" fmla="*/ 12 h 13"/>
                <a:gd name="T30" fmla="*/ 2 w 13"/>
                <a:gd name="T31" fmla="*/ 13 h 13"/>
                <a:gd name="T32" fmla="*/ 3 w 13"/>
                <a:gd name="T33" fmla="*/ 13 h 13"/>
                <a:gd name="T34" fmla="*/ 3 w 13"/>
                <a:gd name="T35" fmla="*/ 10 h 13"/>
                <a:gd name="T36" fmla="*/ 3 w 13"/>
                <a:gd name="T37" fmla="*/ 9 h 13"/>
                <a:gd name="T38" fmla="*/ 4 w 13"/>
                <a:gd name="T39" fmla="*/ 8 h 13"/>
                <a:gd name="T40" fmla="*/ 5 w 13"/>
                <a:gd name="T41" fmla="*/ 8 h 13"/>
                <a:gd name="T42" fmla="*/ 5 w 13"/>
                <a:gd name="T43" fmla="*/ 10 h 13"/>
                <a:gd name="T44" fmla="*/ 6 w 13"/>
                <a:gd name="T45" fmla="*/ 12 h 13"/>
                <a:gd name="T46" fmla="*/ 8 w 13"/>
                <a:gd name="T47" fmla="*/ 11 h 13"/>
                <a:gd name="T48" fmla="*/ 8 w 13"/>
                <a:gd name="T49" fmla="*/ 10 h 13"/>
                <a:gd name="T50" fmla="*/ 6 w 13"/>
                <a:gd name="T51" fmla="*/ 8 h 13"/>
                <a:gd name="T52" fmla="*/ 6 w 13"/>
                <a:gd name="T53" fmla="*/ 6 h 13"/>
                <a:gd name="T54" fmla="*/ 8 w 13"/>
                <a:gd name="T55" fmla="*/ 5 h 13"/>
                <a:gd name="T56" fmla="*/ 8 w 13"/>
                <a:gd name="T57" fmla="*/ 4 h 13"/>
                <a:gd name="T58" fmla="*/ 6 w 13"/>
                <a:gd name="T59" fmla="*/ 4 h 13"/>
                <a:gd name="T60" fmla="*/ 5 w 13"/>
                <a:gd name="T61" fmla="*/ 5 h 13"/>
                <a:gd name="T62" fmla="*/ 3 w 13"/>
                <a:gd name="T63" fmla="*/ 4 h 13"/>
                <a:gd name="T64" fmla="*/ 3 w 13"/>
                <a:gd name="T65" fmla="*/ 3 h 13"/>
                <a:gd name="T66" fmla="*/ 5 w 13"/>
                <a:gd name="T67"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 h="13">
                  <a:moveTo>
                    <a:pt x="5" y="2"/>
                  </a:moveTo>
                  <a:cubicBezTo>
                    <a:pt x="5" y="2"/>
                    <a:pt x="7" y="2"/>
                    <a:pt x="7" y="2"/>
                  </a:cubicBezTo>
                  <a:cubicBezTo>
                    <a:pt x="7" y="2"/>
                    <a:pt x="10" y="3"/>
                    <a:pt x="10" y="2"/>
                  </a:cubicBezTo>
                  <a:cubicBezTo>
                    <a:pt x="11" y="2"/>
                    <a:pt x="13" y="0"/>
                    <a:pt x="13" y="0"/>
                  </a:cubicBezTo>
                  <a:cubicBezTo>
                    <a:pt x="11" y="0"/>
                    <a:pt x="11" y="0"/>
                    <a:pt x="11" y="0"/>
                  </a:cubicBezTo>
                  <a:cubicBezTo>
                    <a:pt x="11" y="0"/>
                    <a:pt x="9" y="2"/>
                    <a:pt x="9" y="1"/>
                  </a:cubicBezTo>
                  <a:cubicBezTo>
                    <a:pt x="8" y="1"/>
                    <a:pt x="5" y="0"/>
                    <a:pt x="5" y="0"/>
                  </a:cubicBezTo>
                  <a:cubicBezTo>
                    <a:pt x="2" y="0"/>
                    <a:pt x="2" y="0"/>
                    <a:pt x="2" y="0"/>
                  </a:cubicBezTo>
                  <a:cubicBezTo>
                    <a:pt x="2" y="2"/>
                    <a:pt x="2" y="2"/>
                    <a:pt x="2" y="2"/>
                  </a:cubicBezTo>
                  <a:cubicBezTo>
                    <a:pt x="2" y="3"/>
                    <a:pt x="2" y="3"/>
                    <a:pt x="2" y="3"/>
                  </a:cubicBezTo>
                  <a:cubicBezTo>
                    <a:pt x="2" y="3"/>
                    <a:pt x="1" y="4"/>
                    <a:pt x="1" y="5"/>
                  </a:cubicBezTo>
                  <a:cubicBezTo>
                    <a:pt x="1" y="6"/>
                    <a:pt x="0" y="7"/>
                    <a:pt x="0" y="8"/>
                  </a:cubicBezTo>
                  <a:cubicBezTo>
                    <a:pt x="0" y="9"/>
                    <a:pt x="0" y="10"/>
                    <a:pt x="0" y="10"/>
                  </a:cubicBezTo>
                  <a:cubicBezTo>
                    <a:pt x="2" y="11"/>
                    <a:pt x="2" y="11"/>
                    <a:pt x="2" y="11"/>
                  </a:cubicBezTo>
                  <a:cubicBezTo>
                    <a:pt x="1" y="12"/>
                    <a:pt x="1" y="12"/>
                    <a:pt x="1" y="12"/>
                  </a:cubicBezTo>
                  <a:cubicBezTo>
                    <a:pt x="2" y="13"/>
                    <a:pt x="2" y="13"/>
                    <a:pt x="2" y="13"/>
                  </a:cubicBezTo>
                  <a:cubicBezTo>
                    <a:pt x="3" y="13"/>
                    <a:pt x="3" y="13"/>
                    <a:pt x="3" y="13"/>
                  </a:cubicBezTo>
                  <a:cubicBezTo>
                    <a:pt x="3" y="10"/>
                    <a:pt x="3" y="10"/>
                    <a:pt x="3" y="10"/>
                  </a:cubicBezTo>
                  <a:cubicBezTo>
                    <a:pt x="3" y="9"/>
                    <a:pt x="3" y="9"/>
                    <a:pt x="3" y="9"/>
                  </a:cubicBezTo>
                  <a:cubicBezTo>
                    <a:pt x="4" y="8"/>
                    <a:pt x="4" y="8"/>
                    <a:pt x="4" y="8"/>
                  </a:cubicBezTo>
                  <a:cubicBezTo>
                    <a:pt x="5" y="8"/>
                    <a:pt x="5" y="8"/>
                    <a:pt x="5" y="8"/>
                  </a:cubicBezTo>
                  <a:cubicBezTo>
                    <a:pt x="5" y="10"/>
                    <a:pt x="5" y="10"/>
                    <a:pt x="5" y="10"/>
                  </a:cubicBezTo>
                  <a:cubicBezTo>
                    <a:pt x="5" y="10"/>
                    <a:pt x="5" y="12"/>
                    <a:pt x="6" y="12"/>
                  </a:cubicBezTo>
                  <a:cubicBezTo>
                    <a:pt x="6" y="12"/>
                    <a:pt x="8" y="11"/>
                    <a:pt x="8" y="11"/>
                  </a:cubicBezTo>
                  <a:cubicBezTo>
                    <a:pt x="8" y="10"/>
                    <a:pt x="8" y="10"/>
                    <a:pt x="8" y="10"/>
                  </a:cubicBezTo>
                  <a:cubicBezTo>
                    <a:pt x="6" y="8"/>
                    <a:pt x="6" y="8"/>
                    <a:pt x="6" y="8"/>
                  </a:cubicBezTo>
                  <a:cubicBezTo>
                    <a:pt x="6" y="6"/>
                    <a:pt x="6" y="6"/>
                    <a:pt x="6" y="6"/>
                  </a:cubicBezTo>
                  <a:cubicBezTo>
                    <a:pt x="8" y="5"/>
                    <a:pt x="8" y="5"/>
                    <a:pt x="8" y="5"/>
                  </a:cubicBezTo>
                  <a:cubicBezTo>
                    <a:pt x="8" y="4"/>
                    <a:pt x="8" y="4"/>
                    <a:pt x="8" y="4"/>
                  </a:cubicBezTo>
                  <a:cubicBezTo>
                    <a:pt x="6" y="4"/>
                    <a:pt x="6" y="4"/>
                    <a:pt x="6" y="4"/>
                  </a:cubicBezTo>
                  <a:cubicBezTo>
                    <a:pt x="5" y="5"/>
                    <a:pt x="5" y="5"/>
                    <a:pt x="5" y="5"/>
                  </a:cubicBezTo>
                  <a:cubicBezTo>
                    <a:pt x="3" y="4"/>
                    <a:pt x="3" y="4"/>
                    <a:pt x="3" y="4"/>
                  </a:cubicBezTo>
                  <a:cubicBezTo>
                    <a:pt x="3" y="3"/>
                    <a:pt x="3" y="3"/>
                    <a:pt x="3" y="3"/>
                  </a:cubicBezTo>
                  <a:cubicBezTo>
                    <a:pt x="3" y="3"/>
                    <a:pt x="4" y="2"/>
                    <a:pt x="5" y="2"/>
                  </a:cubicBezTo>
                  <a:close/>
                </a:path>
              </a:pathLst>
            </a:custGeom>
            <a:solidFill>
              <a:srgbClr val="AFCA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92"/>
            <p:cNvSpPr>
              <a:spLocks/>
            </p:cNvSpPr>
            <p:nvPr/>
          </p:nvSpPr>
          <p:spPr bwMode="auto">
            <a:xfrm>
              <a:off x="9242833" y="4491108"/>
              <a:ext cx="13924" cy="8702"/>
            </a:xfrm>
            <a:custGeom>
              <a:avLst/>
              <a:gdLst>
                <a:gd name="T0" fmla="*/ 0 w 3"/>
                <a:gd name="T1" fmla="*/ 0 h 2"/>
                <a:gd name="T2" fmla="*/ 0 w 3"/>
                <a:gd name="T3" fmla="*/ 1 h 2"/>
                <a:gd name="T4" fmla="*/ 3 w 3"/>
                <a:gd name="T5" fmla="*/ 2 h 2"/>
                <a:gd name="T6" fmla="*/ 3 w 3"/>
                <a:gd name="T7" fmla="*/ 1 h 2"/>
                <a:gd name="T8" fmla="*/ 0 w 3"/>
                <a:gd name="T9" fmla="*/ 0 h 2"/>
              </a:gdLst>
              <a:ahLst/>
              <a:cxnLst>
                <a:cxn ang="0">
                  <a:pos x="T0" y="T1"/>
                </a:cxn>
                <a:cxn ang="0">
                  <a:pos x="T2" y="T3"/>
                </a:cxn>
                <a:cxn ang="0">
                  <a:pos x="T4" y="T5"/>
                </a:cxn>
                <a:cxn ang="0">
                  <a:pos x="T6" y="T7"/>
                </a:cxn>
                <a:cxn ang="0">
                  <a:pos x="T8" y="T9"/>
                </a:cxn>
              </a:cxnLst>
              <a:rect l="0" t="0" r="r" b="b"/>
              <a:pathLst>
                <a:path w="3" h="2">
                  <a:moveTo>
                    <a:pt x="0" y="0"/>
                  </a:moveTo>
                  <a:cubicBezTo>
                    <a:pt x="0" y="1"/>
                    <a:pt x="0" y="1"/>
                    <a:pt x="0" y="1"/>
                  </a:cubicBezTo>
                  <a:cubicBezTo>
                    <a:pt x="0" y="1"/>
                    <a:pt x="2" y="2"/>
                    <a:pt x="3" y="2"/>
                  </a:cubicBezTo>
                  <a:cubicBezTo>
                    <a:pt x="3" y="2"/>
                    <a:pt x="3" y="1"/>
                    <a:pt x="3" y="1"/>
                  </a:cubicBezTo>
                  <a:cubicBezTo>
                    <a:pt x="3" y="1"/>
                    <a:pt x="1" y="0"/>
                    <a:pt x="0" y="0"/>
                  </a:cubicBezTo>
                  <a:close/>
                </a:path>
              </a:pathLst>
            </a:custGeom>
            <a:solidFill>
              <a:srgbClr val="AFCA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93"/>
            <p:cNvSpPr>
              <a:spLocks/>
            </p:cNvSpPr>
            <p:nvPr/>
          </p:nvSpPr>
          <p:spPr bwMode="auto">
            <a:xfrm>
              <a:off x="9260238" y="4487627"/>
              <a:ext cx="8702" cy="6962"/>
            </a:xfrm>
            <a:custGeom>
              <a:avLst/>
              <a:gdLst>
                <a:gd name="T0" fmla="*/ 2 w 5"/>
                <a:gd name="T1" fmla="*/ 2 h 4"/>
                <a:gd name="T2" fmla="*/ 0 w 5"/>
                <a:gd name="T3" fmla="*/ 0 h 4"/>
                <a:gd name="T4" fmla="*/ 0 w 5"/>
                <a:gd name="T5" fmla="*/ 4 h 4"/>
                <a:gd name="T6" fmla="*/ 5 w 5"/>
                <a:gd name="T7" fmla="*/ 4 h 4"/>
                <a:gd name="T8" fmla="*/ 2 w 5"/>
                <a:gd name="T9" fmla="*/ 2 h 4"/>
              </a:gdLst>
              <a:ahLst/>
              <a:cxnLst>
                <a:cxn ang="0">
                  <a:pos x="T0" y="T1"/>
                </a:cxn>
                <a:cxn ang="0">
                  <a:pos x="T2" y="T3"/>
                </a:cxn>
                <a:cxn ang="0">
                  <a:pos x="T4" y="T5"/>
                </a:cxn>
                <a:cxn ang="0">
                  <a:pos x="T6" y="T7"/>
                </a:cxn>
                <a:cxn ang="0">
                  <a:pos x="T8" y="T9"/>
                </a:cxn>
              </a:cxnLst>
              <a:rect l="0" t="0" r="r" b="b"/>
              <a:pathLst>
                <a:path w="5" h="4">
                  <a:moveTo>
                    <a:pt x="2" y="2"/>
                  </a:moveTo>
                  <a:lnTo>
                    <a:pt x="0" y="0"/>
                  </a:lnTo>
                  <a:lnTo>
                    <a:pt x="0" y="4"/>
                  </a:lnTo>
                  <a:lnTo>
                    <a:pt x="5" y="4"/>
                  </a:lnTo>
                  <a:lnTo>
                    <a:pt x="2" y="2"/>
                  </a:lnTo>
                  <a:close/>
                </a:path>
              </a:pathLst>
            </a:custGeom>
            <a:solidFill>
              <a:srgbClr val="AFCA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94"/>
            <p:cNvSpPr>
              <a:spLocks/>
            </p:cNvSpPr>
            <p:nvPr/>
          </p:nvSpPr>
          <p:spPr bwMode="auto">
            <a:xfrm>
              <a:off x="9260238" y="4499811"/>
              <a:ext cx="24367" cy="8702"/>
            </a:xfrm>
            <a:custGeom>
              <a:avLst/>
              <a:gdLst>
                <a:gd name="T0" fmla="*/ 3 w 6"/>
                <a:gd name="T1" fmla="*/ 2 h 2"/>
                <a:gd name="T2" fmla="*/ 5 w 6"/>
                <a:gd name="T3" fmla="*/ 2 h 2"/>
                <a:gd name="T4" fmla="*/ 6 w 6"/>
                <a:gd name="T5" fmla="*/ 2 h 2"/>
                <a:gd name="T6" fmla="*/ 4 w 6"/>
                <a:gd name="T7" fmla="*/ 0 h 2"/>
                <a:gd name="T8" fmla="*/ 1 w 6"/>
                <a:gd name="T9" fmla="*/ 0 h 2"/>
                <a:gd name="T10" fmla="*/ 3 w 6"/>
                <a:gd name="T11" fmla="*/ 2 h 2"/>
              </a:gdLst>
              <a:ahLst/>
              <a:cxnLst>
                <a:cxn ang="0">
                  <a:pos x="T0" y="T1"/>
                </a:cxn>
                <a:cxn ang="0">
                  <a:pos x="T2" y="T3"/>
                </a:cxn>
                <a:cxn ang="0">
                  <a:pos x="T4" y="T5"/>
                </a:cxn>
                <a:cxn ang="0">
                  <a:pos x="T6" y="T7"/>
                </a:cxn>
                <a:cxn ang="0">
                  <a:pos x="T8" y="T9"/>
                </a:cxn>
                <a:cxn ang="0">
                  <a:pos x="T10" y="T11"/>
                </a:cxn>
              </a:cxnLst>
              <a:rect l="0" t="0" r="r" b="b"/>
              <a:pathLst>
                <a:path w="6" h="2">
                  <a:moveTo>
                    <a:pt x="3" y="2"/>
                  </a:moveTo>
                  <a:cubicBezTo>
                    <a:pt x="5" y="2"/>
                    <a:pt x="5" y="2"/>
                    <a:pt x="5" y="2"/>
                  </a:cubicBezTo>
                  <a:cubicBezTo>
                    <a:pt x="6" y="2"/>
                    <a:pt x="6" y="2"/>
                    <a:pt x="6" y="2"/>
                  </a:cubicBezTo>
                  <a:cubicBezTo>
                    <a:pt x="4" y="0"/>
                    <a:pt x="4" y="0"/>
                    <a:pt x="4" y="0"/>
                  </a:cubicBezTo>
                  <a:cubicBezTo>
                    <a:pt x="1" y="0"/>
                    <a:pt x="1" y="0"/>
                    <a:pt x="1" y="0"/>
                  </a:cubicBezTo>
                  <a:cubicBezTo>
                    <a:pt x="0" y="1"/>
                    <a:pt x="3" y="2"/>
                    <a:pt x="3" y="2"/>
                  </a:cubicBezTo>
                  <a:close/>
                </a:path>
              </a:pathLst>
            </a:custGeom>
            <a:solidFill>
              <a:srgbClr val="AFCA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95"/>
            <p:cNvSpPr>
              <a:spLocks/>
            </p:cNvSpPr>
            <p:nvPr/>
          </p:nvSpPr>
          <p:spPr bwMode="auto">
            <a:xfrm>
              <a:off x="9275901" y="4491108"/>
              <a:ext cx="20886" cy="8702"/>
            </a:xfrm>
            <a:custGeom>
              <a:avLst/>
              <a:gdLst>
                <a:gd name="T0" fmla="*/ 5 w 5"/>
                <a:gd name="T1" fmla="*/ 1 h 2"/>
                <a:gd name="T2" fmla="*/ 5 w 5"/>
                <a:gd name="T3" fmla="*/ 1 h 2"/>
                <a:gd name="T4" fmla="*/ 2 w 5"/>
                <a:gd name="T5" fmla="*/ 0 h 2"/>
                <a:gd name="T6" fmla="*/ 1 w 5"/>
                <a:gd name="T7" fmla="*/ 0 h 2"/>
                <a:gd name="T8" fmla="*/ 0 w 5"/>
                <a:gd name="T9" fmla="*/ 0 h 2"/>
                <a:gd name="T10" fmla="*/ 0 w 5"/>
                <a:gd name="T11" fmla="*/ 1 h 2"/>
                <a:gd name="T12" fmla="*/ 5 w 5"/>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5" y="1"/>
                  </a:moveTo>
                  <a:cubicBezTo>
                    <a:pt x="5" y="1"/>
                    <a:pt x="5" y="1"/>
                    <a:pt x="5" y="1"/>
                  </a:cubicBezTo>
                  <a:cubicBezTo>
                    <a:pt x="2" y="0"/>
                    <a:pt x="2" y="0"/>
                    <a:pt x="2" y="0"/>
                  </a:cubicBezTo>
                  <a:cubicBezTo>
                    <a:pt x="1" y="0"/>
                    <a:pt x="1" y="0"/>
                    <a:pt x="1" y="0"/>
                  </a:cubicBezTo>
                  <a:cubicBezTo>
                    <a:pt x="0" y="0"/>
                    <a:pt x="0" y="0"/>
                    <a:pt x="0" y="0"/>
                  </a:cubicBezTo>
                  <a:cubicBezTo>
                    <a:pt x="0" y="1"/>
                    <a:pt x="0" y="1"/>
                    <a:pt x="0" y="1"/>
                  </a:cubicBezTo>
                  <a:cubicBezTo>
                    <a:pt x="0" y="1"/>
                    <a:pt x="4" y="2"/>
                    <a:pt x="5" y="1"/>
                  </a:cubicBezTo>
                  <a:close/>
                </a:path>
              </a:pathLst>
            </a:custGeom>
            <a:solidFill>
              <a:srgbClr val="AFCA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96"/>
            <p:cNvSpPr>
              <a:spLocks/>
            </p:cNvSpPr>
            <p:nvPr/>
          </p:nvSpPr>
          <p:spPr bwMode="auto">
            <a:xfrm>
              <a:off x="9302009" y="4491108"/>
              <a:ext cx="33069" cy="20886"/>
            </a:xfrm>
            <a:custGeom>
              <a:avLst/>
              <a:gdLst>
                <a:gd name="T0" fmla="*/ 8 w 8"/>
                <a:gd name="T1" fmla="*/ 1 h 5"/>
                <a:gd name="T2" fmla="*/ 7 w 8"/>
                <a:gd name="T3" fmla="*/ 0 h 5"/>
                <a:gd name="T4" fmla="*/ 5 w 8"/>
                <a:gd name="T5" fmla="*/ 0 h 5"/>
                <a:gd name="T6" fmla="*/ 1 w 8"/>
                <a:gd name="T7" fmla="*/ 3 h 5"/>
                <a:gd name="T8" fmla="*/ 0 w 8"/>
                <a:gd name="T9" fmla="*/ 5 h 5"/>
                <a:gd name="T10" fmla="*/ 6 w 8"/>
                <a:gd name="T11" fmla="*/ 2 h 5"/>
                <a:gd name="T12" fmla="*/ 8 w 8"/>
                <a:gd name="T13" fmla="*/ 1 h 5"/>
              </a:gdLst>
              <a:ahLst/>
              <a:cxnLst>
                <a:cxn ang="0">
                  <a:pos x="T0" y="T1"/>
                </a:cxn>
                <a:cxn ang="0">
                  <a:pos x="T2" y="T3"/>
                </a:cxn>
                <a:cxn ang="0">
                  <a:pos x="T4" y="T5"/>
                </a:cxn>
                <a:cxn ang="0">
                  <a:pos x="T6" y="T7"/>
                </a:cxn>
                <a:cxn ang="0">
                  <a:pos x="T8" y="T9"/>
                </a:cxn>
                <a:cxn ang="0">
                  <a:pos x="T10" y="T11"/>
                </a:cxn>
                <a:cxn ang="0">
                  <a:pos x="T12" y="T13"/>
                </a:cxn>
              </a:cxnLst>
              <a:rect l="0" t="0" r="r" b="b"/>
              <a:pathLst>
                <a:path w="8" h="5">
                  <a:moveTo>
                    <a:pt x="8" y="1"/>
                  </a:moveTo>
                  <a:cubicBezTo>
                    <a:pt x="7" y="0"/>
                    <a:pt x="7" y="0"/>
                    <a:pt x="7" y="0"/>
                  </a:cubicBezTo>
                  <a:cubicBezTo>
                    <a:pt x="5" y="0"/>
                    <a:pt x="5" y="0"/>
                    <a:pt x="5" y="0"/>
                  </a:cubicBezTo>
                  <a:cubicBezTo>
                    <a:pt x="1" y="3"/>
                    <a:pt x="1" y="3"/>
                    <a:pt x="1" y="3"/>
                  </a:cubicBezTo>
                  <a:cubicBezTo>
                    <a:pt x="0" y="5"/>
                    <a:pt x="0" y="5"/>
                    <a:pt x="0" y="5"/>
                  </a:cubicBezTo>
                  <a:cubicBezTo>
                    <a:pt x="1" y="4"/>
                    <a:pt x="5" y="2"/>
                    <a:pt x="6" y="2"/>
                  </a:cubicBezTo>
                  <a:cubicBezTo>
                    <a:pt x="6" y="1"/>
                    <a:pt x="8" y="1"/>
                    <a:pt x="8" y="1"/>
                  </a:cubicBezTo>
                  <a:close/>
                </a:path>
              </a:pathLst>
            </a:custGeom>
            <a:solidFill>
              <a:srgbClr val="AFCA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97"/>
            <p:cNvSpPr>
              <a:spLocks/>
            </p:cNvSpPr>
            <p:nvPr/>
          </p:nvSpPr>
          <p:spPr bwMode="auto">
            <a:xfrm>
              <a:off x="9326376" y="4449336"/>
              <a:ext cx="8702" cy="8702"/>
            </a:xfrm>
            <a:custGeom>
              <a:avLst/>
              <a:gdLst>
                <a:gd name="T0" fmla="*/ 0 w 5"/>
                <a:gd name="T1" fmla="*/ 3 h 5"/>
                <a:gd name="T2" fmla="*/ 2 w 5"/>
                <a:gd name="T3" fmla="*/ 5 h 5"/>
                <a:gd name="T4" fmla="*/ 5 w 5"/>
                <a:gd name="T5" fmla="*/ 0 h 5"/>
                <a:gd name="T6" fmla="*/ 0 w 5"/>
                <a:gd name="T7" fmla="*/ 0 h 5"/>
                <a:gd name="T8" fmla="*/ 0 w 5"/>
                <a:gd name="T9" fmla="*/ 3 h 5"/>
              </a:gdLst>
              <a:ahLst/>
              <a:cxnLst>
                <a:cxn ang="0">
                  <a:pos x="T0" y="T1"/>
                </a:cxn>
                <a:cxn ang="0">
                  <a:pos x="T2" y="T3"/>
                </a:cxn>
                <a:cxn ang="0">
                  <a:pos x="T4" y="T5"/>
                </a:cxn>
                <a:cxn ang="0">
                  <a:pos x="T6" y="T7"/>
                </a:cxn>
                <a:cxn ang="0">
                  <a:pos x="T8" y="T9"/>
                </a:cxn>
              </a:cxnLst>
              <a:rect l="0" t="0" r="r" b="b"/>
              <a:pathLst>
                <a:path w="5" h="5">
                  <a:moveTo>
                    <a:pt x="0" y="3"/>
                  </a:moveTo>
                  <a:lnTo>
                    <a:pt x="2" y="5"/>
                  </a:lnTo>
                  <a:lnTo>
                    <a:pt x="5" y="0"/>
                  </a:lnTo>
                  <a:lnTo>
                    <a:pt x="0" y="0"/>
                  </a:lnTo>
                  <a:lnTo>
                    <a:pt x="0" y="3"/>
                  </a:lnTo>
                  <a:close/>
                </a:path>
              </a:pathLst>
            </a:custGeom>
            <a:solidFill>
              <a:srgbClr val="AFCA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98"/>
            <p:cNvSpPr>
              <a:spLocks/>
            </p:cNvSpPr>
            <p:nvPr/>
          </p:nvSpPr>
          <p:spPr bwMode="auto">
            <a:xfrm>
              <a:off x="9342040" y="4445855"/>
              <a:ext cx="24367" cy="12183"/>
            </a:xfrm>
            <a:custGeom>
              <a:avLst/>
              <a:gdLst>
                <a:gd name="T0" fmla="*/ 0 w 6"/>
                <a:gd name="T1" fmla="*/ 0 h 3"/>
                <a:gd name="T2" fmla="*/ 0 w 6"/>
                <a:gd name="T3" fmla="*/ 2 h 3"/>
                <a:gd name="T4" fmla="*/ 2 w 6"/>
                <a:gd name="T5" fmla="*/ 2 h 3"/>
                <a:gd name="T6" fmla="*/ 4 w 6"/>
                <a:gd name="T7" fmla="*/ 3 h 3"/>
                <a:gd name="T8" fmla="*/ 5 w 6"/>
                <a:gd name="T9" fmla="*/ 2 h 3"/>
                <a:gd name="T10" fmla="*/ 4 w 6"/>
                <a:gd name="T11" fmla="*/ 1 h 3"/>
                <a:gd name="T12" fmla="*/ 2 w 6"/>
                <a:gd name="T13" fmla="*/ 0 h 3"/>
                <a:gd name="T14" fmla="*/ 0 w 6"/>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3">
                  <a:moveTo>
                    <a:pt x="0" y="0"/>
                  </a:moveTo>
                  <a:cubicBezTo>
                    <a:pt x="0" y="2"/>
                    <a:pt x="0" y="2"/>
                    <a:pt x="0" y="2"/>
                  </a:cubicBezTo>
                  <a:cubicBezTo>
                    <a:pt x="2" y="2"/>
                    <a:pt x="2" y="2"/>
                    <a:pt x="2" y="2"/>
                  </a:cubicBezTo>
                  <a:cubicBezTo>
                    <a:pt x="4" y="3"/>
                    <a:pt x="4" y="3"/>
                    <a:pt x="4" y="3"/>
                  </a:cubicBezTo>
                  <a:cubicBezTo>
                    <a:pt x="4" y="3"/>
                    <a:pt x="5" y="2"/>
                    <a:pt x="5" y="2"/>
                  </a:cubicBezTo>
                  <a:cubicBezTo>
                    <a:pt x="6" y="2"/>
                    <a:pt x="4" y="1"/>
                    <a:pt x="4" y="1"/>
                  </a:cubicBezTo>
                  <a:cubicBezTo>
                    <a:pt x="4" y="1"/>
                    <a:pt x="3" y="0"/>
                    <a:pt x="2" y="0"/>
                  </a:cubicBezTo>
                  <a:cubicBezTo>
                    <a:pt x="2" y="1"/>
                    <a:pt x="0" y="0"/>
                    <a:pt x="0" y="0"/>
                  </a:cubicBezTo>
                  <a:close/>
                </a:path>
              </a:pathLst>
            </a:custGeom>
            <a:solidFill>
              <a:srgbClr val="AFCA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99"/>
            <p:cNvSpPr>
              <a:spLocks/>
            </p:cNvSpPr>
            <p:nvPr/>
          </p:nvSpPr>
          <p:spPr bwMode="auto">
            <a:xfrm>
              <a:off x="9338559" y="4409306"/>
              <a:ext cx="8702" cy="15664"/>
            </a:xfrm>
            <a:custGeom>
              <a:avLst/>
              <a:gdLst>
                <a:gd name="T0" fmla="*/ 0 w 5"/>
                <a:gd name="T1" fmla="*/ 0 h 9"/>
                <a:gd name="T2" fmla="*/ 0 w 5"/>
                <a:gd name="T3" fmla="*/ 4 h 9"/>
                <a:gd name="T4" fmla="*/ 2 w 5"/>
                <a:gd name="T5" fmla="*/ 9 h 9"/>
                <a:gd name="T6" fmla="*/ 5 w 5"/>
                <a:gd name="T7" fmla="*/ 7 h 9"/>
                <a:gd name="T8" fmla="*/ 5 w 5"/>
                <a:gd name="T9" fmla="*/ 2 h 9"/>
                <a:gd name="T10" fmla="*/ 0 w 5"/>
                <a:gd name="T11" fmla="*/ 0 h 9"/>
              </a:gdLst>
              <a:ahLst/>
              <a:cxnLst>
                <a:cxn ang="0">
                  <a:pos x="T0" y="T1"/>
                </a:cxn>
                <a:cxn ang="0">
                  <a:pos x="T2" y="T3"/>
                </a:cxn>
                <a:cxn ang="0">
                  <a:pos x="T4" y="T5"/>
                </a:cxn>
                <a:cxn ang="0">
                  <a:pos x="T6" y="T7"/>
                </a:cxn>
                <a:cxn ang="0">
                  <a:pos x="T8" y="T9"/>
                </a:cxn>
                <a:cxn ang="0">
                  <a:pos x="T10" y="T11"/>
                </a:cxn>
              </a:cxnLst>
              <a:rect l="0" t="0" r="r" b="b"/>
              <a:pathLst>
                <a:path w="5" h="9">
                  <a:moveTo>
                    <a:pt x="0" y="0"/>
                  </a:moveTo>
                  <a:lnTo>
                    <a:pt x="0" y="4"/>
                  </a:lnTo>
                  <a:lnTo>
                    <a:pt x="2" y="9"/>
                  </a:lnTo>
                  <a:lnTo>
                    <a:pt x="5" y="7"/>
                  </a:lnTo>
                  <a:lnTo>
                    <a:pt x="5" y="2"/>
                  </a:lnTo>
                  <a:lnTo>
                    <a:pt x="0" y="0"/>
                  </a:lnTo>
                  <a:close/>
                </a:path>
              </a:pathLst>
            </a:custGeom>
            <a:solidFill>
              <a:srgbClr val="AFCA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100"/>
            <p:cNvSpPr>
              <a:spLocks/>
            </p:cNvSpPr>
            <p:nvPr/>
          </p:nvSpPr>
          <p:spPr bwMode="auto">
            <a:xfrm>
              <a:off x="8560562" y="4123866"/>
              <a:ext cx="15664" cy="6962"/>
            </a:xfrm>
            <a:custGeom>
              <a:avLst/>
              <a:gdLst>
                <a:gd name="T0" fmla="*/ 2 w 4"/>
                <a:gd name="T1" fmla="*/ 1 h 2"/>
                <a:gd name="T2" fmla="*/ 4 w 4"/>
                <a:gd name="T3" fmla="*/ 0 h 2"/>
                <a:gd name="T4" fmla="*/ 2 w 4"/>
                <a:gd name="T5" fmla="*/ 0 h 2"/>
                <a:gd name="T6" fmla="*/ 0 w 4"/>
                <a:gd name="T7" fmla="*/ 0 h 2"/>
                <a:gd name="T8" fmla="*/ 0 w 4"/>
                <a:gd name="T9" fmla="*/ 1 h 2"/>
                <a:gd name="T10" fmla="*/ 2 w 4"/>
                <a:gd name="T11" fmla="*/ 1 h 2"/>
              </a:gdLst>
              <a:ahLst/>
              <a:cxnLst>
                <a:cxn ang="0">
                  <a:pos x="T0" y="T1"/>
                </a:cxn>
                <a:cxn ang="0">
                  <a:pos x="T2" y="T3"/>
                </a:cxn>
                <a:cxn ang="0">
                  <a:pos x="T4" y="T5"/>
                </a:cxn>
                <a:cxn ang="0">
                  <a:pos x="T6" y="T7"/>
                </a:cxn>
                <a:cxn ang="0">
                  <a:pos x="T8" y="T9"/>
                </a:cxn>
                <a:cxn ang="0">
                  <a:pos x="T10" y="T11"/>
                </a:cxn>
              </a:cxnLst>
              <a:rect l="0" t="0" r="r" b="b"/>
              <a:pathLst>
                <a:path w="4" h="2">
                  <a:moveTo>
                    <a:pt x="2" y="1"/>
                  </a:moveTo>
                  <a:cubicBezTo>
                    <a:pt x="2" y="1"/>
                    <a:pt x="4" y="0"/>
                    <a:pt x="4" y="0"/>
                  </a:cubicBezTo>
                  <a:cubicBezTo>
                    <a:pt x="2" y="0"/>
                    <a:pt x="2" y="0"/>
                    <a:pt x="2" y="0"/>
                  </a:cubicBezTo>
                  <a:cubicBezTo>
                    <a:pt x="0" y="0"/>
                    <a:pt x="0" y="0"/>
                    <a:pt x="0" y="0"/>
                  </a:cubicBezTo>
                  <a:cubicBezTo>
                    <a:pt x="0" y="1"/>
                    <a:pt x="0" y="1"/>
                    <a:pt x="0" y="1"/>
                  </a:cubicBezTo>
                  <a:cubicBezTo>
                    <a:pt x="0" y="1"/>
                    <a:pt x="1" y="2"/>
                    <a:pt x="2" y="1"/>
                  </a:cubicBezTo>
                  <a:close/>
                </a:path>
              </a:pathLst>
            </a:custGeom>
            <a:solidFill>
              <a:srgbClr val="AFCA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101"/>
            <p:cNvSpPr>
              <a:spLocks noEditPoints="1"/>
            </p:cNvSpPr>
            <p:nvPr/>
          </p:nvSpPr>
          <p:spPr bwMode="auto">
            <a:xfrm>
              <a:off x="8510087" y="3606941"/>
              <a:ext cx="1334953" cy="805845"/>
            </a:xfrm>
            <a:custGeom>
              <a:avLst/>
              <a:gdLst>
                <a:gd name="T0" fmla="*/ 287 w 324"/>
                <a:gd name="T1" fmla="*/ 29 h 195"/>
                <a:gd name="T2" fmla="*/ 278 w 324"/>
                <a:gd name="T3" fmla="*/ 32 h 195"/>
                <a:gd name="T4" fmla="*/ 244 w 324"/>
                <a:gd name="T5" fmla="*/ 23 h 195"/>
                <a:gd name="T6" fmla="*/ 217 w 324"/>
                <a:gd name="T7" fmla="*/ 24 h 195"/>
                <a:gd name="T8" fmla="*/ 197 w 324"/>
                <a:gd name="T9" fmla="*/ 17 h 195"/>
                <a:gd name="T10" fmla="*/ 169 w 324"/>
                <a:gd name="T11" fmla="*/ 15 h 195"/>
                <a:gd name="T12" fmla="*/ 169 w 324"/>
                <a:gd name="T13" fmla="*/ 5 h 195"/>
                <a:gd name="T14" fmla="*/ 149 w 324"/>
                <a:gd name="T15" fmla="*/ 3 h 195"/>
                <a:gd name="T16" fmla="*/ 108 w 324"/>
                <a:gd name="T17" fmla="*/ 20 h 195"/>
                <a:gd name="T18" fmla="*/ 100 w 324"/>
                <a:gd name="T19" fmla="*/ 24 h 195"/>
                <a:gd name="T20" fmla="*/ 97 w 324"/>
                <a:gd name="T21" fmla="*/ 20 h 195"/>
                <a:gd name="T22" fmla="*/ 103 w 324"/>
                <a:gd name="T23" fmla="*/ 36 h 195"/>
                <a:gd name="T24" fmla="*/ 84 w 324"/>
                <a:gd name="T25" fmla="*/ 41 h 195"/>
                <a:gd name="T26" fmla="*/ 85 w 324"/>
                <a:gd name="T27" fmla="*/ 19 h 195"/>
                <a:gd name="T28" fmla="*/ 77 w 324"/>
                <a:gd name="T29" fmla="*/ 33 h 195"/>
                <a:gd name="T30" fmla="*/ 62 w 324"/>
                <a:gd name="T31" fmla="*/ 72 h 195"/>
                <a:gd name="T32" fmla="*/ 46 w 324"/>
                <a:gd name="T33" fmla="*/ 98 h 195"/>
                <a:gd name="T34" fmla="*/ 53 w 324"/>
                <a:gd name="T35" fmla="*/ 109 h 195"/>
                <a:gd name="T36" fmla="*/ 45 w 324"/>
                <a:gd name="T37" fmla="*/ 116 h 195"/>
                <a:gd name="T38" fmla="*/ 31 w 324"/>
                <a:gd name="T39" fmla="*/ 110 h 195"/>
                <a:gd name="T40" fmla="*/ 7 w 324"/>
                <a:gd name="T41" fmla="*/ 112 h 195"/>
                <a:gd name="T42" fmla="*/ 2 w 324"/>
                <a:gd name="T43" fmla="*/ 119 h 195"/>
                <a:gd name="T44" fmla="*/ 16 w 324"/>
                <a:gd name="T45" fmla="*/ 122 h 195"/>
                <a:gd name="T46" fmla="*/ 17 w 324"/>
                <a:gd name="T47" fmla="*/ 135 h 195"/>
                <a:gd name="T48" fmla="*/ 24 w 324"/>
                <a:gd name="T49" fmla="*/ 150 h 195"/>
                <a:gd name="T50" fmla="*/ 34 w 324"/>
                <a:gd name="T51" fmla="*/ 172 h 195"/>
                <a:gd name="T52" fmla="*/ 53 w 324"/>
                <a:gd name="T53" fmla="*/ 164 h 195"/>
                <a:gd name="T54" fmla="*/ 66 w 324"/>
                <a:gd name="T55" fmla="*/ 155 h 195"/>
                <a:gd name="T56" fmla="*/ 52 w 324"/>
                <a:gd name="T57" fmla="*/ 149 h 195"/>
                <a:gd name="T58" fmla="*/ 47 w 324"/>
                <a:gd name="T59" fmla="*/ 137 h 195"/>
                <a:gd name="T60" fmla="*/ 79 w 324"/>
                <a:gd name="T61" fmla="*/ 146 h 195"/>
                <a:gd name="T62" fmla="*/ 91 w 324"/>
                <a:gd name="T63" fmla="*/ 155 h 195"/>
                <a:gd name="T64" fmla="*/ 102 w 324"/>
                <a:gd name="T65" fmla="*/ 182 h 195"/>
                <a:gd name="T66" fmla="*/ 110 w 324"/>
                <a:gd name="T67" fmla="*/ 165 h 195"/>
                <a:gd name="T68" fmla="*/ 128 w 324"/>
                <a:gd name="T69" fmla="*/ 152 h 195"/>
                <a:gd name="T70" fmla="*/ 142 w 324"/>
                <a:gd name="T71" fmla="*/ 166 h 195"/>
                <a:gd name="T72" fmla="*/ 152 w 324"/>
                <a:gd name="T73" fmla="*/ 195 h 195"/>
                <a:gd name="T74" fmla="*/ 146 w 324"/>
                <a:gd name="T75" fmla="*/ 174 h 195"/>
                <a:gd name="T76" fmla="*/ 155 w 324"/>
                <a:gd name="T77" fmla="*/ 180 h 195"/>
                <a:gd name="T78" fmla="*/ 161 w 324"/>
                <a:gd name="T79" fmla="*/ 155 h 195"/>
                <a:gd name="T80" fmla="*/ 172 w 324"/>
                <a:gd name="T81" fmla="*/ 153 h 195"/>
                <a:gd name="T82" fmla="*/ 188 w 324"/>
                <a:gd name="T83" fmla="*/ 135 h 195"/>
                <a:gd name="T84" fmla="*/ 184 w 324"/>
                <a:gd name="T85" fmla="*/ 126 h 195"/>
                <a:gd name="T86" fmla="*/ 185 w 324"/>
                <a:gd name="T87" fmla="*/ 121 h 195"/>
                <a:gd name="T88" fmla="*/ 190 w 324"/>
                <a:gd name="T89" fmla="*/ 112 h 195"/>
                <a:gd name="T90" fmla="*/ 195 w 324"/>
                <a:gd name="T91" fmla="*/ 118 h 195"/>
                <a:gd name="T92" fmla="*/ 204 w 324"/>
                <a:gd name="T93" fmla="*/ 125 h 195"/>
                <a:gd name="T94" fmla="*/ 215 w 324"/>
                <a:gd name="T95" fmla="*/ 106 h 195"/>
                <a:gd name="T96" fmla="*/ 219 w 324"/>
                <a:gd name="T97" fmla="*/ 77 h 195"/>
                <a:gd name="T98" fmla="*/ 249 w 324"/>
                <a:gd name="T99" fmla="*/ 65 h 195"/>
                <a:gd name="T100" fmla="*/ 271 w 324"/>
                <a:gd name="T101" fmla="*/ 57 h 195"/>
                <a:gd name="T102" fmla="*/ 256 w 324"/>
                <a:gd name="T103" fmla="*/ 79 h 195"/>
                <a:gd name="T104" fmla="*/ 269 w 324"/>
                <a:gd name="T105" fmla="*/ 73 h 195"/>
                <a:gd name="T106" fmla="*/ 279 w 324"/>
                <a:gd name="T107" fmla="*/ 61 h 195"/>
                <a:gd name="T108" fmla="*/ 301 w 324"/>
                <a:gd name="T109" fmla="*/ 50 h 195"/>
                <a:gd name="T110" fmla="*/ 307 w 324"/>
                <a:gd name="T111" fmla="*/ 45 h 195"/>
                <a:gd name="T112" fmla="*/ 323 w 324"/>
                <a:gd name="T113" fmla="*/ 44 h 195"/>
                <a:gd name="T114" fmla="*/ 68 w 324"/>
                <a:gd name="T115" fmla="*/ 113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24" h="195">
                  <a:moveTo>
                    <a:pt x="321" y="40"/>
                  </a:moveTo>
                  <a:cubicBezTo>
                    <a:pt x="321" y="40"/>
                    <a:pt x="316" y="40"/>
                    <a:pt x="316" y="40"/>
                  </a:cubicBezTo>
                  <a:cubicBezTo>
                    <a:pt x="316" y="41"/>
                    <a:pt x="316" y="41"/>
                    <a:pt x="316" y="41"/>
                  </a:cubicBezTo>
                  <a:cubicBezTo>
                    <a:pt x="316" y="41"/>
                    <a:pt x="316" y="42"/>
                    <a:pt x="315" y="42"/>
                  </a:cubicBezTo>
                  <a:cubicBezTo>
                    <a:pt x="315" y="42"/>
                    <a:pt x="314" y="40"/>
                    <a:pt x="314" y="40"/>
                  </a:cubicBezTo>
                  <a:cubicBezTo>
                    <a:pt x="314" y="40"/>
                    <a:pt x="313" y="38"/>
                    <a:pt x="312" y="37"/>
                  </a:cubicBezTo>
                  <a:cubicBezTo>
                    <a:pt x="312" y="37"/>
                    <a:pt x="300" y="31"/>
                    <a:pt x="298" y="31"/>
                  </a:cubicBezTo>
                  <a:cubicBezTo>
                    <a:pt x="297" y="30"/>
                    <a:pt x="290" y="31"/>
                    <a:pt x="289" y="30"/>
                  </a:cubicBezTo>
                  <a:cubicBezTo>
                    <a:pt x="289" y="30"/>
                    <a:pt x="287" y="29"/>
                    <a:pt x="287" y="29"/>
                  </a:cubicBezTo>
                  <a:cubicBezTo>
                    <a:pt x="285" y="29"/>
                    <a:pt x="285" y="29"/>
                    <a:pt x="285" y="29"/>
                  </a:cubicBezTo>
                  <a:cubicBezTo>
                    <a:pt x="285" y="31"/>
                    <a:pt x="285" y="31"/>
                    <a:pt x="285" y="31"/>
                  </a:cubicBezTo>
                  <a:cubicBezTo>
                    <a:pt x="285" y="31"/>
                    <a:pt x="287" y="32"/>
                    <a:pt x="286" y="33"/>
                  </a:cubicBezTo>
                  <a:cubicBezTo>
                    <a:pt x="286" y="34"/>
                    <a:pt x="286" y="34"/>
                    <a:pt x="286" y="34"/>
                  </a:cubicBezTo>
                  <a:cubicBezTo>
                    <a:pt x="286" y="34"/>
                    <a:pt x="285" y="35"/>
                    <a:pt x="283" y="34"/>
                  </a:cubicBezTo>
                  <a:cubicBezTo>
                    <a:pt x="282" y="33"/>
                    <a:pt x="281" y="32"/>
                    <a:pt x="281" y="32"/>
                  </a:cubicBezTo>
                  <a:cubicBezTo>
                    <a:pt x="281" y="31"/>
                    <a:pt x="281" y="31"/>
                    <a:pt x="281" y="31"/>
                  </a:cubicBezTo>
                  <a:cubicBezTo>
                    <a:pt x="279" y="31"/>
                    <a:pt x="279" y="31"/>
                    <a:pt x="279" y="31"/>
                  </a:cubicBezTo>
                  <a:cubicBezTo>
                    <a:pt x="278" y="32"/>
                    <a:pt x="278" y="32"/>
                    <a:pt x="278" y="32"/>
                  </a:cubicBezTo>
                  <a:cubicBezTo>
                    <a:pt x="268" y="31"/>
                    <a:pt x="268" y="31"/>
                    <a:pt x="268" y="31"/>
                  </a:cubicBezTo>
                  <a:cubicBezTo>
                    <a:pt x="268" y="31"/>
                    <a:pt x="267" y="31"/>
                    <a:pt x="267" y="31"/>
                  </a:cubicBezTo>
                  <a:cubicBezTo>
                    <a:pt x="266" y="31"/>
                    <a:pt x="264" y="31"/>
                    <a:pt x="264" y="30"/>
                  </a:cubicBezTo>
                  <a:cubicBezTo>
                    <a:pt x="265" y="29"/>
                    <a:pt x="264" y="28"/>
                    <a:pt x="264" y="28"/>
                  </a:cubicBezTo>
                  <a:cubicBezTo>
                    <a:pt x="262" y="27"/>
                    <a:pt x="262" y="27"/>
                    <a:pt x="262" y="27"/>
                  </a:cubicBezTo>
                  <a:cubicBezTo>
                    <a:pt x="262" y="27"/>
                    <a:pt x="254" y="27"/>
                    <a:pt x="252" y="27"/>
                  </a:cubicBezTo>
                  <a:cubicBezTo>
                    <a:pt x="250" y="26"/>
                    <a:pt x="248" y="26"/>
                    <a:pt x="248" y="26"/>
                  </a:cubicBezTo>
                  <a:cubicBezTo>
                    <a:pt x="248" y="26"/>
                    <a:pt x="244" y="25"/>
                    <a:pt x="244" y="24"/>
                  </a:cubicBezTo>
                  <a:cubicBezTo>
                    <a:pt x="244" y="24"/>
                    <a:pt x="244" y="23"/>
                    <a:pt x="244" y="23"/>
                  </a:cubicBezTo>
                  <a:cubicBezTo>
                    <a:pt x="244" y="23"/>
                    <a:pt x="244" y="21"/>
                    <a:pt x="243" y="21"/>
                  </a:cubicBezTo>
                  <a:cubicBezTo>
                    <a:pt x="242" y="21"/>
                    <a:pt x="239" y="21"/>
                    <a:pt x="239" y="21"/>
                  </a:cubicBezTo>
                  <a:cubicBezTo>
                    <a:pt x="239" y="21"/>
                    <a:pt x="238" y="22"/>
                    <a:pt x="238" y="22"/>
                  </a:cubicBezTo>
                  <a:cubicBezTo>
                    <a:pt x="237" y="22"/>
                    <a:pt x="236" y="21"/>
                    <a:pt x="236" y="21"/>
                  </a:cubicBezTo>
                  <a:cubicBezTo>
                    <a:pt x="236" y="21"/>
                    <a:pt x="228" y="20"/>
                    <a:pt x="227" y="20"/>
                  </a:cubicBezTo>
                  <a:cubicBezTo>
                    <a:pt x="226" y="20"/>
                    <a:pt x="224" y="21"/>
                    <a:pt x="224" y="21"/>
                  </a:cubicBezTo>
                  <a:cubicBezTo>
                    <a:pt x="224" y="21"/>
                    <a:pt x="224" y="23"/>
                    <a:pt x="224" y="23"/>
                  </a:cubicBezTo>
                  <a:cubicBezTo>
                    <a:pt x="223" y="24"/>
                    <a:pt x="221" y="25"/>
                    <a:pt x="221" y="25"/>
                  </a:cubicBezTo>
                  <a:cubicBezTo>
                    <a:pt x="221" y="25"/>
                    <a:pt x="218" y="24"/>
                    <a:pt x="217" y="24"/>
                  </a:cubicBezTo>
                  <a:cubicBezTo>
                    <a:pt x="216" y="24"/>
                    <a:pt x="215" y="24"/>
                    <a:pt x="214" y="24"/>
                  </a:cubicBezTo>
                  <a:cubicBezTo>
                    <a:pt x="213" y="24"/>
                    <a:pt x="211" y="23"/>
                    <a:pt x="211" y="23"/>
                  </a:cubicBezTo>
                  <a:cubicBezTo>
                    <a:pt x="211" y="23"/>
                    <a:pt x="211" y="23"/>
                    <a:pt x="210" y="25"/>
                  </a:cubicBezTo>
                  <a:cubicBezTo>
                    <a:pt x="208" y="26"/>
                    <a:pt x="207" y="27"/>
                    <a:pt x="206" y="26"/>
                  </a:cubicBezTo>
                  <a:cubicBezTo>
                    <a:pt x="204" y="26"/>
                    <a:pt x="203" y="23"/>
                    <a:pt x="203" y="23"/>
                  </a:cubicBezTo>
                  <a:cubicBezTo>
                    <a:pt x="204" y="21"/>
                    <a:pt x="204" y="21"/>
                    <a:pt x="204" y="21"/>
                  </a:cubicBezTo>
                  <a:cubicBezTo>
                    <a:pt x="204" y="21"/>
                    <a:pt x="204" y="19"/>
                    <a:pt x="204" y="19"/>
                  </a:cubicBezTo>
                  <a:cubicBezTo>
                    <a:pt x="203" y="19"/>
                    <a:pt x="201" y="17"/>
                    <a:pt x="201" y="17"/>
                  </a:cubicBezTo>
                  <a:cubicBezTo>
                    <a:pt x="197" y="17"/>
                    <a:pt x="197" y="17"/>
                    <a:pt x="197" y="17"/>
                  </a:cubicBezTo>
                  <a:cubicBezTo>
                    <a:pt x="195" y="16"/>
                    <a:pt x="195" y="16"/>
                    <a:pt x="195" y="16"/>
                  </a:cubicBezTo>
                  <a:cubicBezTo>
                    <a:pt x="193" y="16"/>
                    <a:pt x="193" y="16"/>
                    <a:pt x="193" y="16"/>
                  </a:cubicBezTo>
                  <a:cubicBezTo>
                    <a:pt x="193" y="16"/>
                    <a:pt x="192" y="19"/>
                    <a:pt x="191" y="19"/>
                  </a:cubicBezTo>
                  <a:cubicBezTo>
                    <a:pt x="191" y="19"/>
                    <a:pt x="184" y="19"/>
                    <a:pt x="184" y="18"/>
                  </a:cubicBezTo>
                  <a:cubicBezTo>
                    <a:pt x="183" y="18"/>
                    <a:pt x="183" y="17"/>
                    <a:pt x="183" y="17"/>
                  </a:cubicBezTo>
                  <a:cubicBezTo>
                    <a:pt x="174" y="17"/>
                    <a:pt x="174" y="17"/>
                    <a:pt x="174" y="17"/>
                  </a:cubicBezTo>
                  <a:cubicBezTo>
                    <a:pt x="172" y="17"/>
                    <a:pt x="172" y="17"/>
                    <a:pt x="172" y="17"/>
                  </a:cubicBezTo>
                  <a:cubicBezTo>
                    <a:pt x="170" y="16"/>
                    <a:pt x="170" y="16"/>
                    <a:pt x="170" y="16"/>
                  </a:cubicBezTo>
                  <a:cubicBezTo>
                    <a:pt x="169" y="15"/>
                    <a:pt x="169" y="15"/>
                    <a:pt x="169" y="15"/>
                  </a:cubicBezTo>
                  <a:cubicBezTo>
                    <a:pt x="169" y="14"/>
                    <a:pt x="169" y="14"/>
                    <a:pt x="169" y="14"/>
                  </a:cubicBezTo>
                  <a:cubicBezTo>
                    <a:pt x="169" y="14"/>
                    <a:pt x="166" y="15"/>
                    <a:pt x="166" y="16"/>
                  </a:cubicBezTo>
                  <a:cubicBezTo>
                    <a:pt x="165" y="16"/>
                    <a:pt x="165" y="17"/>
                    <a:pt x="165" y="17"/>
                  </a:cubicBezTo>
                  <a:cubicBezTo>
                    <a:pt x="157" y="19"/>
                    <a:pt x="157" y="19"/>
                    <a:pt x="157" y="19"/>
                  </a:cubicBezTo>
                  <a:cubicBezTo>
                    <a:pt x="157" y="19"/>
                    <a:pt x="160" y="17"/>
                    <a:pt x="162" y="16"/>
                  </a:cubicBezTo>
                  <a:cubicBezTo>
                    <a:pt x="165" y="14"/>
                    <a:pt x="171" y="11"/>
                    <a:pt x="172" y="11"/>
                  </a:cubicBezTo>
                  <a:cubicBezTo>
                    <a:pt x="173" y="10"/>
                    <a:pt x="173" y="7"/>
                    <a:pt x="173" y="7"/>
                  </a:cubicBezTo>
                  <a:cubicBezTo>
                    <a:pt x="172" y="6"/>
                    <a:pt x="172" y="6"/>
                    <a:pt x="172" y="6"/>
                  </a:cubicBezTo>
                  <a:cubicBezTo>
                    <a:pt x="169" y="5"/>
                    <a:pt x="169" y="5"/>
                    <a:pt x="169" y="5"/>
                  </a:cubicBezTo>
                  <a:cubicBezTo>
                    <a:pt x="169" y="5"/>
                    <a:pt x="160" y="5"/>
                    <a:pt x="160" y="5"/>
                  </a:cubicBezTo>
                  <a:cubicBezTo>
                    <a:pt x="159" y="5"/>
                    <a:pt x="160" y="4"/>
                    <a:pt x="160" y="4"/>
                  </a:cubicBezTo>
                  <a:cubicBezTo>
                    <a:pt x="160" y="3"/>
                    <a:pt x="160" y="3"/>
                    <a:pt x="160" y="3"/>
                  </a:cubicBezTo>
                  <a:cubicBezTo>
                    <a:pt x="158" y="3"/>
                    <a:pt x="158" y="3"/>
                    <a:pt x="158" y="3"/>
                  </a:cubicBezTo>
                  <a:cubicBezTo>
                    <a:pt x="158" y="3"/>
                    <a:pt x="156" y="3"/>
                    <a:pt x="155" y="3"/>
                  </a:cubicBezTo>
                  <a:cubicBezTo>
                    <a:pt x="155" y="3"/>
                    <a:pt x="157" y="1"/>
                    <a:pt x="157" y="1"/>
                  </a:cubicBezTo>
                  <a:cubicBezTo>
                    <a:pt x="156" y="1"/>
                    <a:pt x="156" y="1"/>
                    <a:pt x="156" y="1"/>
                  </a:cubicBezTo>
                  <a:cubicBezTo>
                    <a:pt x="151" y="0"/>
                    <a:pt x="151" y="0"/>
                    <a:pt x="151" y="0"/>
                  </a:cubicBezTo>
                  <a:cubicBezTo>
                    <a:pt x="149" y="3"/>
                    <a:pt x="149" y="3"/>
                    <a:pt x="149" y="3"/>
                  </a:cubicBezTo>
                  <a:cubicBezTo>
                    <a:pt x="148" y="5"/>
                    <a:pt x="148" y="5"/>
                    <a:pt x="148" y="5"/>
                  </a:cubicBezTo>
                  <a:cubicBezTo>
                    <a:pt x="143" y="7"/>
                    <a:pt x="143" y="7"/>
                    <a:pt x="143" y="7"/>
                  </a:cubicBezTo>
                  <a:cubicBezTo>
                    <a:pt x="136" y="6"/>
                    <a:pt x="136" y="6"/>
                    <a:pt x="136" y="6"/>
                  </a:cubicBezTo>
                  <a:cubicBezTo>
                    <a:pt x="136" y="6"/>
                    <a:pt x="123" y="10"/>
                    <a:pt x="119" y="13"/>
                  </a:cubicBezTo>
                  <a:cubicBezTo>
                    <a:pt x="120" y="15"/>
                    <a:pt x="120" y="15"/>
                    <a:pt x="120" y="15"/>
                  </a:cubicBezTo>
                  <a:cubicBezTo>
                    <a:pt x="120" y="15"/>
                    <a:pt x="117" y="16"/>
                    <a:pt x="116" y="16"/>
                  </a:cubicBezTo>
                  <a:cubicBezTo>
                    <a:pt x="115" y="16"/>
                    <a:pt x="110" y="16"/>
                    <a:pt x="110" y="16"/>
                  </a:cubicBezTo>
                  <a:cubicBezTo>
                    <a:pt x="110" y="16"/>
                    <a:pt x="108" y="17"/>
                    <a:pt x="107" y="17"/>
                  </a:cubicBezTo>
                  <a:cubicBezTo>
                    <a:pt x="107" y="18"/>
                    <a:pt x="108" y="20"/>
                    <a:pt x="108" y="20"/>
                  </a:cubicBezTo>
                  <a:cubicBezTo>
                    <a:pt x="113" y="24"/>
                    <a:pt x="113" y="24"/>
                    <a:pt x="113" y="24"/>
                  </a:cubicBezTo>
                  <a:cubicBezTo>
                    <a:pt x="109" y="24"/>
                    <a:pt x="109" y="24"/>
                    <a:pt x="109" y="24"/>
                  </a:cubicBezTo>
                  <a:cubicBezTo>
                    <a:pt x="106" y="21"/>
                    <a:pt x="106" y="21"/>
                    <a:pt x="106" y="21"/>
                  </a:cubicBezTo>
                  <a:cubicBezTo>
                    <a:pt x="103" y="20"/>
                    <a:pt x="103" y="20"/>
                    <a:pt x="103" y="20"/>
                  </a:cubicBezTo>
                  <a:cubicBezTo>
                    <a:pt x="103" y="20"/>
                    <a:pt x="101" y="20"/>
                    <a:pt x="101" y="21"/>
                  </a:cubicBezTo>
                  <a:cubicBezTo>
                    <a:pt x="101" y="22"/>
                    <a:pt x="102" y="23"/>
                    <a:pt x="102" y="23"/>
                  </a:cubicBezTo>
                  <a:cubicBezTo>
                    <a:pt x="100" y="23"/>
                    <a:pt x="100" y="23"/>
                    <a:pt x="100" y="23"/>
                  </a:cubicBezTo>
                  <a:cubicBezTo>
                    <a:pt x="99" y="23"/>
                    <a:pt x="99" y="23"/>
                    <a:pt x="99" y="23"/>
                  </a:cubicBezTo>
                  <a:cubicBezTo>
                    <a:pt x="100" y="24"/>
                    <a:pt x="100" y="24"/>
                    <a:pt x="100" y="24"/>
                  </a:cubicBezTo>
                  <a:cubicBezTo>
                    <a:pt x="100" y="24"/>
                    <a:pt x="102" y="24"/>
                    <a:pt x="102" y="25"/>
                  </a:cubicBezTo>
                  <a:cubicBezTo>
                    <a:pt x="103" y="25"/>
                    <a:pt x="104" y="26"/>
                    <a:pt x="104" y="26"/>
                  </a:cubicBezTo>
                  <a:cubicBezTo>
                    <a:pt x="104" y="26"/>
                    <a:pt x="103" y="27"/>
                    <a:pt x="102" y="27"/>
                  </a:cubicBezTo>
                  <a:cubicBezTo>
                    <a:pt x="101" y="26"/>
                    <a:pt x="101" y="25"/>
                    <a:pt x="101" y="25"/>
                  </a:cubicBezTo>
                  <a:cubicBezTo>
                    <a:pt x="98" y="25"/>
                    <a:pt x="98" y="25"/>
                    <a:pt x="98" y="25"/>
                  </a:cubicBezTo>
                  <a:cubicBezTo>
                    <a:pt x="97" y="24"/>
                    <a:pt x="97" y="24"/>
                    <a:pt x="97" y="24"/>
                  </a:cubicBezTo>
                  <a:cubicBezTo>
                    <a:pt x="98" y="22"/>
                    <a:pt x="98" y="22"/>
                    <a:pt x="98" y="22"/>
                  </a:cubicBezTo>
                  <a:cubicBezTo>
                    <a:pt x="98" y="20"/>
                    <a:pt x="98" y="20"/>
                    <a:pt x="98" y="20"/>
                  </a:cubicBezTo>
                  <a:cubicBezTo>
                    <a:pt x="97" y="20"/>
                    <a:pt x="97" y="20"/>
                    <a:pt x="97" y="20"/>
                  </a:cubicBezTo>
                  <a:cubicBezTo>
                    <a:pt x="96" y="22"/>
                    <a:pt x="96" y="22"/>
                    <a:pt x="96" y="22"/>
                  </a:cubicBezTo>
                  <a:cubicBezTo>
                    <a:pt x="95" y="22"/>
                    <a:pt x="95" y="22"/>
                    <a:pt x="95" y="22"/>
                  </a:cubicBezTo>
                  <a:cubicBezTo>
                    <a:pt x="93" y="24"/>
                    <a:pt x="93" y="24"/>
                    <a:pt x="93" y="24"/>
                  </a:cubicBezTo>
                  <a:cubicBezTo>
                    <a:pt x="95" y="28"/>
                    <a:pt x="95" y="28"/>
                    <a:pt x="95" y="28"/>
                  </a:cubicBezTo>
                  <a:cubicBezTo>
                    <a:pt x="94" y="31"/>
                    <a:pt x="94" y="31"/>
                    <a:pt x="94" y="31"/>
                  </a:cubicBezTo>
                  <a:cubicBezTo>
                    <a:pt x="94" y="32"/>
                    <a:pt x="94" y="32"/>
                    <a:pt x="94" y="32"/>
                  </a:cubicBezTo>
                  <a:cubicBezTo>
                    <a:pt x="94" y="32"/>
                    <a:pt x="99" y="33"/>
                    <a:pt x="100" y="33"/>
                  </a:cubicBezTo>
                  <a:cubicBezTo>
                    <a:pt x="101" y="33"/>
                    <a:pt x="102" y="34"/>
                    <a:pt x="102" y="34"/>
                  </a:cubicBezTo>
                  <a:cubicBezTo>
                    <a:pt x="103" y="36"/>
                    <a:pt x="103" y="36"/>
                    <a:pt x="103" y="36"/>
                  </a:cubicBezTo>
                  <a:cubicBezTo>
                    <a:pt x="102" y="37"/>
                    <a:pt x="102" y="37"/>
                    <a:pt x="102" y="37"/>
                  </a:cubicBezTo>
                  <a:cubicBezTo>
                    <a:pt x="102" y="37"/>
                    <a:pt x="101" y="37"/>
                    <a:pt x="100" y="36"/>
                  </a:cubicBezTo>
                  <a:cubicBezTo>
                    <a:pt x="100" y="35"/>
                    <a:pt x="99" y="34"/>
                    <a:pt x="99" y="34"/>
                  </a:cubicBezTo>
                  <a:cubicBezTo>
                    <a:pt x="99" y="34"/>
                    <a:pt x="98" y="34"/>
                    <a:pt x="97" y="34"/>
                  </a:cubicBezTo>
                  <a:cubicBezTo>
                    <a:pt x="96" y="34"/>
                    <a:pt x="95" y="35"/>
                    <a:pt x="95" y="35"/>
                  </a:cubicBezTo>
                  <a:cubicBezTo>
                    <a:pt x="95" y="35"/>
                    <a:pt x="96" y="38"/>
                    <a:pt x="96" y="38"/>
                  </a:cubicBezTo>
                  <a:cubicBezTo>
                    <a:pt x="96" y="39"/>
                    <a:pt x="92" y="43"/>
                    <a:pt x="90" y="43"/>
                  </a:cubicBezTo>
                  <a:cubicBezTo>
                    <a:pt x="89" y="43"/>
                    <a:pt x="85" y="42"/>
                    <a:pt x="85" y="42"/>
                  </a:cubicBezTo>
                  <a:cubicBezTo>
                    <a:pt x="84" y="41"/>
                    <a:pt x="84" y="41"/>
                    <a:pt x="84" y="41"/>
                  </a:cubicBezTo>
                  <a:cubicBezTo>
                    <a:pt x="84" y="41"/>
                    <a:pt x="87" y="41"/>
                    <a:pt x="88" y="41"/>
                  </a:cubicBezTo>
                  <a:cubicBezTo>
                    <a:pt x="89" y="40"/>
                    <a:pt x="92" y="38"/>
                    <a:pt x="92" y="38"/>
                  </a:cubicBezTo>
                  <a:cubicBezTo>
                    <a:pt x="94" y="36"/>
                    <a:pt x="94" y="36"/>
                    <a:pt x="94" y="36"/>
                  </a:cubicBezTo>
                  <a:cubicBezTo>
                    <a:pt x="94" y="36"/>
                    <a:pt x="92" y="34"/>
                    <a:pt x="92" y="34"/>
                  </a:cubicBezTo>
                  <a:cubicBezTo>
                    <a:pt x="92" y="33"/>
                    <a:pt x="92" y="28"/>
                    <a:pt x="92" y="27"/>
                  </a:cubicBezTo>
                  <a:cubicBezTo>
                    <a:pt x="92" y="27"/>
                    <a:pt x="90" y="25"/>
                    <a:pt x="90" y="25"/>
                  </a:cubicBezTo>
                  <a:cubicBezTo>
                    <a:pt x="92" y="21"/>
                    <a:pt x="92" y="21"/>
                    <a:pt x="92" y="21"/>
                  </a:cubicBezTo>
                  <a:cubicBezTo>
                    <a:pt x="92" y="20"/>
                    <a:pt x="92" y="20"/>
                    <a:pt x="92" y="20"/>
                  </a:cubicBezTo>
                  <a:cubicBezTo>
                    <a:pt x="92" y="20"/>
                    <a:pt x="87" y="19"/>
                    <a:pt x="85" y="19"/>
                  </a:cubicBezTo>
                  <a:cubicBezTo>
                    <a:pt x="84" y="20"/>
                    <a:pt x="84" y="22"/>
                    <a:pt x="84" y="22"/>
                  </a:cubicBezTo>
                  <a:cubicBezTo>
                    <a:pt x="84" y="22"/>
                    <a:pt x="84" y="23"/>
                    <a:pt x="82" y="24"/>
                  </a:cubicBezTo>
                  <a:cubicBezTo>
                    <a:pt x="81" y="25"/>
                    <a:pt x="80" y="25"/>
                    <a:pt x="80" y="25"/>
                  </a:cubicBezTo>
                  <a:cubicBezTo>
                    <a:pt x="80" y="27"/>
                    <a:pt x="80" y="27"/>
                    <a:pt x="80" y="27"/>
                  </a:cubicBezTo>
                  <a:cubicBezTo>
                    <a:pt x="81" y="28"/>
                    <a:pt x="81" y="28"/>
                    <a:pt x="81" y="28"/>
                  </a:cubicBezTo>
                  <a:cubicBezTo>
                    <a:pt x="81" y="28"/>
                    <a:pt x="80" y="30"/>
                    <a:pt x="80" y="31"/>
                  </a:cubicBezTo>
                  <a:cubicBezTo>
                    <a:pt x="81" y="31"/>
                    <a:pt x="84" y="32"/>
                    <a:pt x="84" y="33"/>
                  </a:cubicBezTo>
                  <a:cubicBezTo>
                    <a:pt x="85" y="34"/>
                    <a:pt x="83" y="36"/>
                    <a:pt x="83" y="36"/>
                  </a:cubicBezTo>
                  <a:cubicBezTo>
                    <a:pt x="83" y="36"/>
                    <a:pt x="79" y="34"/>
                    <a:pt x="77" y="33"/>
                  </a:cubicBezTo>
                  <a:cubicBezTo>
                    <a:pt x="75" y="37"/>
                    <a:pt x="75" y="37"/>
                    <a:pt x="75" y="37"/>
                  </a:cubicBezTo>
                  <a:cubicBezTo>
                    <a:pt x="70" y="41"/>
                    <a:pt x="70" y="41"/>
                    <a:pt x="70" y="41"/>
                  </a:cubicBezTo>
                  <a:cubicBezTo>
                    <a:pt x="66" y="44"/>
                    <a:pt x="66" y="44"/>
                    <a:pt x="66" y="44"/>
                  </a:cubicBezTo>
                  <a:cubicBezTo>
                    <a:pt x="61" y="45"/>
                    <a:pt x="61" y="45"/>
                    <a:pt x="61" y="45"/>
                  </a:cubicBezTo>
                  <a:cubicBezTo>
                    <a:pt x="58" y="57"/>
                    <a:pt x="58" y="57"/>
                    <a:pt x="58" y="57"/>
                  </a:cubicBezTo>
                  <a:cubicBezTo>
                    <a:pt x="60" y="61"/>
                    <a:pt x="60" y="61"/>
                    <a:pt x="60" y="61"/>
                  </a:cubicBezTo>
                  <a:cubicBezTo>
                    <a:pt x="61" y="66"/>
                    <a:pt x="61" y="66"/>
                    <a:pt x="61" y="66"/>
                  </a:cubicBezTo>
                  <a:cubicBezTo>
                    <a:pt x="63" y="67"/>
                    <a:pt x="63" y="67"/>
                    <a:pt x="63" y="67"/>
                  </a:cubicBezTo>
                  <a:cubicBezTo>
                    <a:pt x="62" y="72"/>
                    <a:pt x="62" y="72"/>
                    <a:pt x="62" y="72"/>
                  </a:cubicBezTo>
                  <a:cubicBezTo>
                    <a:pt x="62" y="77"/>
                    <a:pt x="62" y="77"/>
                    <a:pt x="62" y="77"/>
                  </a:cubicBezTo>
                  <a:cubicBezTo>
                    <a:pt x="54" y="78"/>
                    <a:pt x="54" y="78"/>
                    <a:pt x="54" y="78"/>
                  </a:cubicBezTo>
                  <a:cubicBezTo>
                    <a:pt x="51" y="78"/>
                    <a:pt x="51" y="78"/>
                    <a:pt x="51" y="78"/>
                  </a:cubicBezTo>
                  <a:cubicBezTo>
                    <a:pt x="46" y="80"/>
                    <a:pt x="46" y="80"/>
                    <a:pt x="46" y="80"/>
                  </a:cubicBezTo>
                  <a:cubicBezTo>
                    <a:pt x="45" y="85"/>
                    <a:pt x="45" y="85"/>
                    <a:pt x="45" y="85"/>
                  </a:cubicBezTo>
                  <a:cubicBezTo>
                    <a:pt x="43" y="87"/>
                    <a:pt x="43" y="87"/>
                    <a:pt x="43" y="87"/>
                  </a:cubicBezTo>
                  <a:cubicBezTo>
                    <a:pt x="43" y="94"/>
                    <a:pt x="43" y="94"/>
                    <a:pt x="43" y="94"/>
                  </a:cubicBezTo>
                  <a:cubicBezTo>
                    <a:pt x="45" y="97"/>
                    <a:pt x="45" y="97"/>
                    <a:pt x="45" y="97"/>
                  </a:cubicBezTo>
                  <a:cubicBezTo>
                    <a:pt x="46" y="98"/>
                    <a:pt x="46" y="98"/>
                    <a:pt x="46" y="98"/>
                  </a:cubicBezTo>
                  <a:cubicBezTo>
                    <a:pt x="49" y="97"/>
                    <a:pt x="49" y="97"/>
                    <a:pt x="49" y="97"/>
                  </a:cubicBezTo>
                  <a:cubicBezTo>
                    <a:pt x="53" y="97"/>
                    <a:pt x="53" y="97"/>
                    <a:pt x="53" y="97"/>
                  </a:cubicBezTo>
                  <a:cubicBezTo>
                    <a:pt x="54" y="100"/>
                    <a:pt x="54" y="100"/>
                    <a:pt x="54" y="100"/>
                  </a:cubicBezTo>
                  <a:cubicBezTo>
                    <a:pt x="53" y="102"/>
                    <a:pt x="53" y="102"/>
                    <a:pt x="53" y="102"/>
                  </a:cubicBezTo>
                  <a:cubicBezTo>
                    <a:pt x="50" y="102"/>
                    <a:pt x="50" y="102"/>
                    <a:pt x="50" y="102"/>
                  </a:cubicBezTo>
                  <a:cubicBezTo>
                    <a:pt x="50" y="103"/>
                    <a:pt x="50" y="103"/>
                    <a:pt x="50" y="103"/>
                  </a:cubicBezTo>
                  <a:cubicBezTo>
                    <a:pt x="48" y="104"/>
                    <a:pt x="48" y="104"/>
                    <a:pt x="48" y="104"/>
                  </a:cubicBezTo>
                  <a:cubicBezTo>
                    <a:pt x="50" y="107"/>
                    <a:pt x="50" y="107"/>
                    <a:pt x="50" y="107"/>
                  </a:cubicBezTo>
                  <a:cubicBezTo>
                    <a:pt x="53" y="109"/>
                    <a:pt x="53" y="109"/>
                    <a:pt x="53" y="109"/>
                  </a:cubicBezTo>
                  <a:cubicBezTo>
                    <a:pt x="52" y="111"/>
                    <a:pt x="52" y="111"/>
                    <a:pt x="52" y="111"/>
                  </a:cubicBezTo>
                  <a:cubicBezTo>
                    <a:pt x="53" y="113"/>
                    <a:pt x="53" y="113"/>
                    <a:pt x="53" y="113"/>
                  </a:cubicBezTo>
                  <a:cubicBezTo>
                    <a:pt x="52" y="114"/>
                    <a:pt x="52" y="114"/>
                    <a:pt x="52" y="114"/>
                  </a:cubicBezTo>
                  <a:cubicBezTo>
                    <a:pt x="55" y="117"/>
                    <a:pt x="55" y="117"/>
                    <a:pt x="55" y="117"/>
                  </a:cubicBezTo>
                  <a:cubicBezTo>
                    <a:pt x="54" y="121"/>
                    <a:pt x="54" y="121"/>
                    <a:pt x="54" y="121"/>
                  </a:cubicBezTo>
                  <a:cubicBezTo>
                    <a:pt x="50" y="122"/>
                    <a:pt x="50" y="122"/>
                    <a:pt x="50" y="122"/>
                  </a:cubicBezTo>
                  <a:cubicBezTo>
                    <a:pt x="47" y="121"/>
                    <a:pt x="47" y="121"/>
                    <a:pt x="47" y="121"/>
                  </a:cubicBezTo>
                  <a:cubicBezTo>
                    <a:pt x="45" y="119"/>
                    <a:pt x="45" y="119"/>
                    <a:pt x="45" y="119"/>
                  </a:cubicBezTo>
                  <a:cubicBezTo>
                    <a:pt x="45" y="116"/>
                    <a:pt x="45" y="116"/>
                    <a:pt x="45" y="116"/>
                  </a:cubicBezTo>
                  <a:cubicBezTo>
                    <a:pt x="46" y="116"/>
                    <a:pt x="46" y="116"/>
                    <a:pt x="46" y="116"/>
                  </a:cubicBezTo>
                  <a:cubicBezTo>
                    <a:pt x="46" y="114"/>
                    <a:pt x="46" y="114"/>
                    <a:pt x="46" y="114"/>
                  </a:cubicBezTo>
                  <a:cubicBezTo>
                    <a:pt x="48" y="114"/>
                    <a:pt x="48" y="114"/>
                    <a:pt x="48" y="114"/>
                  </a:cubicBezTo>
                  <a:cubicBezTo>
                    <a:pt x="46" y="112"/>
                    <a:pt x="46" y="112"/>
                    <a:pt x="46" y="112"/>
                  </a:cubicBezTo>
                  <a:cubicBezTo>
                    <a:pt x="36" y="106"/>
                    <a:pt x="36" y="106"/>
                    <a:pt x="36" y="106"/>
                  </a:cubicBezTo>
                  <a:cubicBezTo>
                    <a:pt x="33" y="106"/>
                    <a:pt x="33" y="106"/>
                    <a:pt x="33" y="106"/>
                  </a:cubicBezTo>
                  <a:cubicBezTo>
                    <a:pt x="33" y="106"/>
                    <a:pt x="33" y="106"/>
                    <a:pt x="33" y="106"/>
                  </a:cubicBezTo>
                  <a:cubicBezTo>
                    <a:pt x="34" y="109"/>
                    <a:pt x="34" y="109"/>
                    <a:pt x="34" y="109"/>
                  </a:cubicBezTo>
                  <a:cubicBezTo>
                    <a:pt x="31" y="110"/>
                    <a:pt x="31" y="110"/>
                    <a:pt x="31" y="110"/>
                  </a:cubicBezTo>
                  <a:cubicBezTo>
                    <a:pt x="26" y="110"/>
                    <a:pt x="26" y="110"/>
                    <a:pt x="26" y="110"/>
                  </a:cubicBezTo>
                  <a:cubicBezTo>
                    <a:pt x="23" y="109"/>
                    <a:pt x="23" y="109"/>
                    <a:pt x="23" y="109"/>
                  </a:cubicBezTo>
                  <a:cubicBezTo>
                    <a:pt x="21" y="109"/>
                    <a:pt x="21" y="109"/>
                    <a:pt x="21" y="109"/>
                  </a:cubicBezTo>
                  <a:cubicBezTo>
                    <a:pt x="21" y="107"/>
                    <a:pt x="21" y="107"/>
                    <a:pt x="21" y="107"/>
                  </a:cubicBezTo>
                  <a:cubicBezTo>
                    <a:pt x="16" y="107"/>
                    <a:pt x="16" y="107"/>
                    <a:pt x="16" y="107"/>
                  </a:cubicBezTo>
                  <a:cubicBezTo>
                    <a:pt x="13" y="110"/>
                    <a:pt x="13" y="110"/>
                    <a:pt x="13" y="110"/>
                  </a:cubicBezTo>
                  <a:cubicBezTo>
                    <a:pt x="10" y="110"/>
                    <a:pt x="10" y="110"/>
                    <a:pt x="10" y="110"/>
                  </a:cubicBezTo>
                  <a:cubicBezTo>
                    <a:pt x="9" y="111"/>
                    <a:pt x="9" y="111"/>
                    <a:pt x="9" y="111"/>
                  </a:cubicBezTo>
                  <a:cubicBezTo>
                    <a:pt x="7" y="112"/>
                    <a:pt x="7" y="112"/>
                    <a:pt x="7" y="112"/>
                  </a:cubicBezTo>
                  <a:cubicBezTo>
                    <a:pt x="7" y="112"/>
                    <a:pt x="7" y="112"/>
                    <a:pt x="7" y="112"/>
                  </a:cubicBezTo>
                  <a:cubicBezTo>
                    <a:pt x="7" y="112"/>
                    <a:pt x="6" y="113"/>
                    <a:pt x="6" y="113"/>
                  </a:cubicBezTo>
                  <a:cubicBezTo>
                    <a:pt x="5" y="113"/>
                    <a:pt x="2" y="114"/>
                    <a:pt x="2" y="114"/>
                  </a:cubicBezTo>
                  <a:cubicBezTo>
                    <a:pt x="0" y="115"/>
                    <a:pt x="0" y="115"/>
                    <a:pt x="0" y="115"/>
                  </a:cubicBezTo>
                  <a:cubicBezTo>
                    <a:pt x="0" y="115"/>
                    <a:pt x="0" y="115"/>
                    <a:pt x="0" y="115"/>
                  </a:cubicBezTo>
                  <a:cubicBezTo>
                    <a:pt x="2" y="116"/>
                    <a:pt x="2" y="116"/>
                    <a:pt x="2" y="116"/>
                  </a:cubicBezTo>
                  <a:cubicBezTo>
                    <a:pt x="2" y="116"/>
                    <a:pt x="2" y="117"/>
                    <a:pt x="2" y="117"/>
                  </a:cubicBezTo>
                  <a:cubicBezTo>
                    <a:pt x="1" y="118"/>
                    <a:pt x="1" y="119"/>
                    <a:pt x="1" y="119"/>
                  </a:cubicBezTo>
                  <a:cubicBezTo>
                    <a:pt x="1" y="119"/>
                    <a:pt x="2" y="119"/>
                    <a:pt x="2" y="119"/>
                  </a:cubicBezTo>
                  <a:cubicBezTo>
                    <a:pt x="2" y="120"/>
                    <a:pt x="3" y="121"/>
                    <a:pt x="3" y="121"/>
                  </a:cubicBezTo>
                  <a:cubicBezTo>
                    <a:pt x="3" y="121"/>
                    <a:pt x="4" y="121"/>
                    <a:pt x="4" y="122"/>
                  </a:cubicBezTo>
                  <a:cubicBezTo>
                    <a:pt x="5" y="122"/>
                    <a:pt x="6" y="123"/>
                    <a:pt x="6" y="123"/>
                  </a:cubicBezTo>
                  <a:cubicBezTo>
                    <a:pt x="9" y="123"/>
                    <a:pt x="9" y="123"/>
                    <a:pt x="9" y="123"/>
                  </a:cubicBezTo>
                  <a:cubicBezTo>
                    <a:pt x="9" y="123"/>
                    <a:pt x="8" y="122"/>
                    <a:pt x="9" y="121"/>
                  </a:cubicBezTo>
                  <a:cubicBezTo>
                    <a:pt x="10" y="121"/>
                    <a:pt x="11" y="122"/>
                    <a:pt x="11" y="122"/>
                  </a:cubicBezTo>
                  <a:cubicBezTo>
                    <a:pt x="13" y="123"/>
                    <a:pt x="13" y="123"/>
                    <a:pt x="13" y="123"/>
                  </a:cubicBezTo>
                  <a:cubicBezTo>
                    <a:pt x="15" y="123"/>
                    <a:pt x="15" y="123"/>
                    <a:pt x="15" y="123"/>
                  </a:cubicBezTo>
                  <a:cubicBezTo>
                    <a:pt x="16" y="122"/>
                    <a:pt x="16" y="122"/>
                    <a:pt x="16" y="122"/>
                  </a:cubicBezTo>
                  <a:cubicBezTo>
                    <a:pt x="19" y="122"/>
                    <a:pt x="19" y="122"/>
                    <a:pt x="19" y="122"/>
                  </a:cubicBezTo>
                  <a:cubicBezTo>
                    <a:pt x="19" y="121"/>
                    <a:pt x="19" y="121"/>
                    <a:pt x="19" y="121"/>
                  </a:cubicBezTo>
                  <a:cubicBezTo>
                    <a:pt x="21" y="122"/>
                    <a:pt x="21" y="122"/>
                    <a:pt x="21" y="122"/>
                  </a:cubicBezTo>
                  <a:cubicBezTo>
                    <a:pt x="19" y="123"/>
                    <a:pt x="19" y="123"/>
                    <a:pt x="19" y="123"/>
                  </a:cubicBezTo>
                  <a:cubicBezTo>
                    <a:pt x="19" y="123"/>
                    <a:pt x="20" y="126"/>
                    <a:pt x="20" y="126"/>
                  </a:cubicBezTo>
                  <a:cubicBezTo>
                    <a:pt x="19" y="127"/>
                    <a:pt x="18" y="129"/>
                    <a:pt x="18" y="129"/>
                  </a:cubicBezTo>
                  <a:cubicBezTo>
                    <a:pt x="18" y="129"/>
                    <a:pt x="18" y="130"/>
                    <a:pt x="17" y="131"/>
                  </a:cubicBezTo>
                  <a:cubicBezTo>
                    <a:pt x="17" y="132"/>
                    <a:pt x="17" y="134"/>
                    <a:pt x="16" y="134"/>
                  </a:cubicBezTo>
                  <a:cubicBezTo>
                    <a:pt x="17" y="135"/>
                    <a:pt x="17" y="135"/>
                    <a:pt x="17" y="135"/>
                  </a:cubicBezTo>
                  <a:cubicBezTo>
                    <a:pt x="17" y="139"/>
                    <a:pt x="17" y="139"/>
                    <a:pt x="17" y="139"/>
                  </a:cubicBezTo>
                  <a:cubicBezTo>
                    <a:pt x="17" y="138"/>
                    <a:pt x="17" y="138"/>
                    <a:pt x="17" y="138"/>
                  </a:cubicBezTo>
                  <a:cubicBezTo>
                    <a:pt x="17" y="138"/>
                    <a:pt x="17" y="141"/>
                    <a:pt x="17" y="141"/>
                  </a:cubicBezTo>
                  <a:cubicBezTo>
                    <a:pt x="18" y="141"/>
                    <a:pt x="18" y="141"/>
                    <a:pt x="18" y="141"/>
                  </a:cubicBezTo>
                  <a:cubicBezTo>
                    <a:pt x="18" y="141"/>
                    <a:pt x="19" y="143"/>
                    <a:pt x="19" y="144"/>
                  </a:cubicBezTo>
                  <a:cubicBezTo>
                    <a:pt x="20" y="144"/>
                    <a:pt x="22" y="146"/>
                    <a:pt x="22" y="146"/>
                  </a:cubicBezTo>
                  <a:cubicBezTo>
                    <a:pt x="22" y="148"/>
                    <a:pt x="22" y="148"/>
                    <a:pt x="22" y="148"/>
                  </a:cubicBezTo>
                  <a:cubicBezTo>
                    <a:pt x="22" y="149"/>
                    <a:pt x="22" y="149"/>
                    <a:pt x="22" y="149"/>
                  </a:cubicBezTo>
                  <a:cubicBezTo>
                    <a:pt x="22" y="149"/>
                    <a:pt x="24" y="150"/>
                    <a:pt x="24" y="150"/>
                  </a:cubicBezTo>
                  <a:cubicBezTo>
                    <a:pt x="25" y="151"/>
                    <a:pt x="25" y="152"/>
                    <a:pt x="25" y="152"/>
                  </a:cubicBezTo>
                  <a:cubicBezTo>
                    <a:pt x="25" y="155"/>
                    <a:pt x="25" y="155"/>
                    <a:pt x="25" y="155"/>
                  </a:cubicBezTo>
                  <a:cubicBezTo>
                    <a:pt x="27" y="157"/>
                    <a:pt x="27" y="157"/>
                    <a:pt x="27" y="157"/>
                  </a:cubicBezTo>
                  <a:cubicBezTo>
                    <a:pt x="28" y="157"/>
                    <a:pt x="28" y="157"/>
                    <a:pt x="28" y="157"/>
                  </a:cubicBezTo>
                  <a:cubicBezTo>
                    <a:pt x="28" y="157"/>
                    <a:pt x="30" y="160"/>
                    <a:pt x="30" y="160"/>
                  </a:cubicBezTo>
                  <a:cubicBezTo>
                    <a:pt x="31" y="161"/>
                    <a:pt x="33" y="164"/>
                    <a:pt x="33" y="164"/>
                  </a:cubicBezTo>
                  <a:cubicBezTo>
                    <a:pt x="33" y="168"/>
                    <a:pt x="33" y="168"/>
                    <a:pt x="33" y="168"/>
                  </a:cubicBezTo>
                  <a:cubicBezTo>
                    <a:pt x="34" y="171"/>
                    <a:pt x="34" y="171"/>
                    <a:pt x="34" y="171"/>
                  </a:cubicBezTo>
                  <a:cubicBezTo>
                    <a:pt x="34" y="172"/>
                    <a:pt x="34" y="172"/>
                    <a:pt x="34" y="172"/>
                  </a:cubicBezTo>
                  <a:cubicBezTo>
                    <a:pt x="34" y="172"/>
                    <a:pt x="36" y="173"/>
                    <a:pt x="37" y="173"/>
                  </a:cubicBezTo>
                  <a:cubicBezTo>
                    <a:pt x="37" y="173"/>
                    <a:pt x="39" y="171"/>
                    <a:pt x="39" y="171"/>
                  </a:cubicBezTo>
                  <a:cubicBezTo>
                    <a:pt x="41" y="171"/>
                    <a:pt x="41" y="171"/>
                    <a:pt x="41" y="171"/>
                  </a:cubicBezTo>
                  <a:cubicBezTo>
                    <a:pt x="43" y="170"/>
                    <a:pt x="43" y="170"/>
                    <a:pt x="43" y="170"/>
                  </a:cubicBezTo>
                  <a:cubicBezTo>
                    <a:pt x="45" y="170"/>
                    <a:pt x="45" y="170"/>
                    <a:pt x="45" y="170"/>
                  </a:cubicBezTo>
                  <a:cubicBezTo>
                    <a:pt x="45" y="170"/>
                    <a:pt x="46" y="169"/>
                    <a:pt x="47" y="168"/>
                  </a:cubicBezTo>
                  <a:cubicBezTo>
                    <a:pt x="48" y="168"/>
                    <a:pt x="50" y="167"/>
                    <a:pt x="50" y="167"/>
                  </a:cubicBezTo>
                  <a:cubicBezTo>
                    <a:pt x="51" y="166"/>
                    <a:pt x="51" y="166"/>
                    <a:pt x="51" y="166"/>
                  </a:cubicBezTo>
                  <a:cubicBezTo>
                    <a:pt x="53" y="164"/>
                    <a:pt x="53" y="164"/>
                    <a:pt x="53" y="164"/>
                  </a:cubicBezTo>
                  <a:cubicBezTo>
                    <a:pt x="53" y="164"/>
                    <a:pt x="55" y="164"/>
                    <a:pt x="55" y="164"/>
                  </a:cubicBezTo>
                  <a:cubicBezTo>
                    <a:pt x="56" y="164"/>
                    <a:pt x="57" y="164"/>
                    <a:pt x="57" y="164"/>
                  </a:cubicBezTo>
                  <a:cubicBezTo>
                    <a:pt x="58" y="162"/>
                    <a:pt x="58" y="162"/>
                    <a:pt x="58" y="162"/>
                  </a:cubicBezTo>
                  <a:cubicBezTo>
                    <a:pt x="60" y="162"/>
                    <a:pt x="60" y="162"/>
                    <a:pt x="60" y="162"/>
                  </a:cubicBezTo>
                  <a:cubicBezTo>
                    <a:pt x="60" y="161"/>
                    <a:pt x="60" y="161"/>
                    <a:pt x="60" y="161"/>
                  </a:cubicBezTo>
                  <a:cubicBezTo>
                    <a:pt x="62" y="160"/>
                    <a:pt x="62" y="160"/>
                    <a:pt x="62" y="160"/>
                  </a:cubicBezTo>
                  <a:cubicBezTo>
                    <a:pt x="62" y="157"/>
                    <a:pt x="62" y="157"/>
                    <a:pt x="62" y="157"/>
                  </a:cubicBezTo>
                  <a:cubicBezTo>
                    <a:pt x="64" y="157"/>
                    <a:pt x="64" y="157"/>
                    <a:pt x="64" y="157"/>
                  </a:cubicBezTo>
                  <a:cubicBezTo>
                    <a:pt x="66" y="155"/>
                    <a:pt x="66" y="155"/>
                    <a:pt x="66" y="155"/>
                  </a:cubicBezTo>
                  <a:cubicBezTo>
                    <a:pt x="66" y="153"/>
                    <a:pt x="66" y="153"/>
                    <a:pt x="66" y="153"/>
                  </a:cubicBezTo>
                  <a:cubicBezTo>
                    <a:pt x="64" y="150"/>
                    <a:pt x="64" y="150"/>
                    <a:pt x="64" y="150"/>
                  </a:cubicBezTo>
                  <a:cubicBezTo>
                    <a:pt x="62" y="150"/>
                    <a:pt x="62" y="150"/>
                    <a:pt x="62" y="150"/>
                  </a:cubicBezTo>
                  <a:cubicBezTo>
                    <a:pt x="60" y="149"/>
                    <a:pt x="60" y="149"/>
                    <a:pt x="60" y="149"/>
                  </a:cubicBezTo>
                  <a:cubicBezTo>
                    <a:pt x="59" y="146"/>
                    <a:pt x="59" y="146"/>
                    <a:pt x="59" y="146"/>
                  </a:cubicBezTo>
                  <a:cubicBezTo>
                    <a:pt x="59" y="146"/>
                    <a:pt x="59" y="145"/>
                    <a:pt x="58" y="146"/>
                  </a:cubicBezTo>
                  <a:cubicBezTo>
                    <a:pt x="58" y="146"/>
                    <a:pt x="55" y="149"/>
                    <a:pt x="55" y="149"/>
                  </a:cubicBezTo>
                  <a:cubicBezTo>
                    <a:pt x="53" y="149"/>
                    <a:pt x="53" y="149"/>
                    <a:pt x="53" y="149"/>
                  </a:cubicBezTo>
                  <a:cubicBezTo>
                    <a:pt x="52" y="149"/>
                    <a:pt x="52" y="149"/>
                    <a:pt x="52" y="149"/>
                  </a:cubicBezTo>
                  <a:cubicBezTo>
                    <a:pt x="50" y="148"/>
                    <a:pt x="50" y="148"/>
                    <a:pt x="50" y="148"/>
                  </a:cubicBezTo>
                  <a:cubicBezTo>
                    <a:pt x="50" y="146"/>
                    <a:pt x="50" y="146"/>
                    <a:pt x="50" y="146"/>
                  </a:cubicBezTo>
                  <a:cubicBezTo>
                    <a:pt x="49" y="145"/>
                    <a:pt x="49" y="145"/>
                    <a:pt x="49" y="145"/>
                  </a:cubicBezTo>
                  <a:cubicBezTo>
                    <a:pt x="49" y="144"/>
                    <a:pt x="49" y="144"/>
                    <a:pt x="49" y="144"/>
                  </a:cubicBezTo>
                  <a:cubicBezTo>
                    <a:pt x="47" y="144"/>
                    <a:pt x="47" y="144"/>
                    <a:pt x="47" y="144"/>
                  </a:cubicBezTo>
                  <a:cubicBezTo>
                    <a:pt x="47" y="144"/>
                    <a:pt x="45" y="141"/>
                    <a:pt x="44" y="140"/>
                  </a:cubicBezTo>
                  <a:cubicBezTo>
                    <a:pt x="43" y="139"/>
                    <a:pt x="43" y="138"/>
                    <a:pt x="43" y="138"/>
                  </a:cubicBezTo>
                  <a:cubicBezTo>
                    <a:pt x="45" y="136"/>
                    <a:pt x="45" y="136"/>
                    <a:pt x="45" y="136"/>
                  </a:cubicBezTo>
                  <a:cubicBezTo>
                    <a:pt x="45" y="136"/>
                    <a:pt x="47" y="136"/>
                    <a:pt x="47" y="137"/>
                  </a:cubicBezTo>
                  <a:cubicBezTo>
                    <a:pt x="48" y="137"/>
                    <a:pt x="51" y="142"/>
                    <a:pt x="53" y="143"/>
                  </a:cubicBezTo>
                  <a:cubicBezTo>
                    <a:pt x="54" y="143"/>
                    <a:pt x="57" y="144"/>
                    <a:pt x="57" y="144"/>
                  </a:cubicBezTo>
                  <a:cubicBezTo>
                    <a:pt x="57" y="144"/>
                    <a:pt x="58" y="144"/>
                    <a:pt x="58" y="143"/>
                  </a:cubicBezTo>
                  <a:cubicBezTo>
                    <a:pt x="59" y="143"/>
                    <a:pt x="59" y="142"/>
                    <a:pt x="60" y="143"/>
                  </a:cubicBezTo>
                  <a:cubicBezTo>
                    <a:pt x="60" y="143"/>
                    <a:pt x="61" y="143"/>
                    <a:pt x="61" y="143"/>
                  </a:cubicBezTo>
                  <a:cubicBezTo>
                    <a:pt x="61" y="143"/>
                    <a:pt x="61" y="145"/>
                    <a:pt x="61" y="145"/>
                  </a:cubicBezTo>
                  <a:cubicBezTo>
                    <a:pt x="62" y="146"/>
                    <a:pt x="64" y="146"/>
                    <a:pt x="65" y="147"/>
                  </a:cubicBezTo>
                  <a:cubicBezTo>
                    <a:pt x="66" y="147"/>
                    <a:pt x="72" y="148"/>
                    <a:pt x="73" y="147"/>
                  </a:cubicBezTo>
                  <a:cubicBezTo>
                    <a:pt x="75" y="146"/>
                    <a:pt x="78" y="146"/>
                    <a:pt x="79" y="146"/>
                  </a:cubicBezTo>
                  <a:cubicBezTo>
                    <a:pt x="80" y="146"/>
                    <a:pt x="81" y="147"/>
                    <a:pt x="81" y="148"/>
                  </a:cubicBezTo>
                  <a:cubicBezTo>
                    <a:pt x="82" y="149"/>
                    <a:pt x="84" y="150"/>
                    <a:pt x="84" y="150"/>
                  </a:cubicBezTo>
                  <a:cubicBezTo>
                    <a:pt x="85" y="151"/>
                    <a:pt x="85" y="151"/>
                    <a:pt x="85" y="151"/>
                  </a:cubicBezTo>
                  <a:cubicBezTo>
                    <a:pt x="85" y="151"/>
                    <a:pt x="88" y="152"/>
                    <a:pt x="88" y="152"/>
                  </a:cubicBezTo>
                  <a:cubicBezTo>
                    <a:pt x="87" y="152"/>
                    <a:pt x="87" y="152"/>
                    <a:pt x="87" y="152"/>
                  </a:cubicBezTo>
                  <a:cubicBezTo>
                    <a:pt x="85" y="153"/>
                    <a:pt x="85" y="153"/>
                    <a:pt x="85" y="153"/>
                  </a:cubicBezTo>
                  <a:cubicBezTo>
                    <a:pt x="85" y="153"/>
                    <a:pt x="86" y="155"/>
                    <a:pt x="87" y="156"/>
                  </a:cubicBezTo>
                  <a:cubicBezTo>
                    <a:pt x="88" y="156"/>
                    <a:pt x="89" y="156"/>
                    <a:pt x="89" y="156"/>
                  </a:cubicBezTo>
                  <a:cubicBezTo>
                    <a:pt x="91" y="155"/>
                    <a:pt x="91" y="155"/>
                    <a:pt x="91" y="155"/>
                  </a:cubicBezTo>
                  <a:cubicBezTo>
                    <a:pt x="91" y="153"/>
                    <a:pt x="91" y="153"/>
                    <a:pt x="91" y="153"/>
                  </a:cubicBezTo>
                  <a:cubicBezTo>
                    <a:pt x="91" y="153"/>
                    <a:pt x="92" y="153"/>
                    <a:pt x="92" y="153"/>
                  </a:cubicBezTo>
                  <a:cubicBezTo>
                    <a:pt x="92" y="154"/>
                    <a:pt x="92" y="157"/>
                    <a:pt x="92" y="158"/>
                  </a:cubicBezTo>
                  <a:cubicBezTo>
                    <a:pt x="92" y="159"/>
                    <a:pt x="93" y="165"/>
                    <a:pt x="93" y="165"/>
                  </a:cubicBezTo>
                  <a:cubicBezTo>
                    <a:pt x="94" y="166"/>
                    <a:pt x="96" y="169"/>
                    <a:pt x="96" y="170"/>
                  </a:cubicBezTo>
                  <a:cubicBezTo>
                    <a:pt x="96" y="172"/>
                    <a:pt x="97" y="173"/>
                    <a:pt x="97" y="173"/>
                  </a:cubicBezTo>
                  <a:cubicBezTo>
                    <a:pt x="97" y="173"/>
                    <a:pt x="99" y="176"/>
                    <a:pt x="99" y="177"/>
                  </a:cubicBezTo>
                  <a:cubicBezTo>
                    <a:pt x="99" y="178"/>
                    <a:pt x="99" y="179"/>
                    <a:pt x="99" y="179"/>
                  </a:cubicBezTo>
                  <a:cubicBezTo>
                    <a:pt x="99" y="179"/>
                    <a:pt x="102" y="182"/>
                    <a:pt x="102" y="182"/>
                  </a:cubicBezTo>
                  <a:cubicBezTo>
                    <a:pt x="102" y="181"/>
                    <a:pt x="103" y="179"/>
                    <a:pt x="104" y="179"/>
                  </a:cubicBezTo>
                  <a:cubicBezTo>
                    <a:pt x="105" y="179"/>
                    <a:pt x="105" y="177"/>
                    <a:pt x="105" y="177"/>
                  </a:cubicBezTo>
                  <a:cubicBezTo>
                    <a:pt x="106" y="177"/>
                    <a:pt x="106" y="177"/>
                    <a:pt x="106" y="177"/>
                  </a:cubicBezTo>
                  <a:cubicBezTo>
                    <a:pt x="106" y="177"/>
                    <a:pt x="106" y="173"/>
                    <a:pt x="106" y="172"/>
                  </a:cubicBezTo>
                  <a:cubicBezTo>
                    <a:pt x="107" y="172"/>
                    <a:pt x="107" y="169"/>
                    <a:pt x="107" y="169"/>
                  </a:cubicBezTo>
                  <a:cubicBezTo>
                    <a:pt x="106" y="167"/>
                    <a:pt x="106" y="167"/>
                    <a:pt x="106" y="167"/>
                  </a:cubicBezTo>
                  <a:cubicBezTo>
                    <a:pt x="106" y="167"/>
                    <a:pt x="107" y="166"/>
                    <a:pt x="107" y="166"/>
                  </a:cubicBezTo>
                  <a:cubicBezTo>
                    <a:pt x="108" y="166"/>
                    <a:pt x="109" y="166"/>
                    <a:pt x="109" y="166"/>
                  </a:cubicBezTo>
                  <a:cubicBezTo>
                    <a:pt x="109" y="166"/>
                    <a:pt x="110" y="166"/>
                    <a:pt x="110" y="165"/>
                  </a:cubicBezTo>
                  <a:cubicBezTo>
                    <a:pt x="111" y="164"/>
                    <a:pt x="111" y="163"/>
                    <a:pt x="111" y="163"/>
                  </a:cubicBezTo>
                  <a:cubicBezTo>
                    <a:pt x="113" y="163"/>
                    <a:pt x="113" y="163"/>
                    <a:pt x="113" y="163"/>
                  </a:cubicBezTo>
                  <a:cubicBezTo>
                    <a:pt x="113" y="163"/>
                    <a:pt x="116" y="160"/>
                    <a:pt x="116" y="159"/>
                  </a:cubicBezTo>
                  <a:cubicBezTo>
                    <a:pt x="116" y="159"/>
                    <a:pt x="117" y="158"/>
                    <a:pt x="117" y="158"/>
                  </a:cubicBezTo>
                  <a:cubicBezTo>
                    <a:pt x="117" y="158"/>
                    <a:pt x="119" y="157"/>
                    <a:pt x="120" y="156"/>
                  </a:cubicBezTo>
                  <a:cubicBezTo>
                    <a:pt x="120" y="156"/>
                    <a:pt x="121" y="154"/>
                    <a:pt x="121" y="154"/>
                  </a:cubicBezTo>
                  <a:cubicBezTo>
                    <a:pt x="121" y="154"/>
                    <a:pt x="122" y="153"/>
                    <a:pt x="124" y="153"/>
                  </a:cubicBezTo>
                  <a:cubicBezTo>
                    <a:pt x="126" y="153"/>
                    <a:pt x="127" y="153"/>
                    <a:pt x="127" y="153"/>
                  </a:cubicBezTo>
                  <a:cubicBezTo>
                    <a:pt x="128" y="152"/>
                    <a:pt x="128" y="152"/>
                    <a:pt x="128" y="152"/>
                  </a:cubicBezTo>
                  <a:cubicBezTo>
                    <a:pt x="130" y="152"/>
                    <a:pt x="130" y="152"/>
                    <a:pt x="130" y="152"/>
                  </a:cubicBezTo>
                  <a:cubicBezTo>
                    <a:pt x="130" y="155"/>
                    <a:pt x="130" y="155"/>
                    <a:pt x="130" y="155"/>
                  </a:cubicBezTo>
                  <a:cubicBezTo>
                    <a:pt x="130" y="155"/>
                    <a:pt x="135" y="160"/>
                    <a:pt x="135" y="161"/>
                  </a:cubicBezTo>
                  <a:cubicBezTo>
                    <a:pt x="135" y="162"/>
                    <a:pt x="135" y="165"/>
                    <a:pt x="135" y="165"/>
                  </a:cubicBezTo>
                  <a:cubicBezTo>
                    <a:pt x="136" y="166"/>
                    <a:pt x="136" y="166"/>
                    <a:pt x="136" y="166"/>
                  </a:cubicBezTo>
                  <a:cubicBezTo>
                    <a:pt x="136" y="166"/>
                    <a:pt x="137" y="165"/>
                    <a:pt x="138" y="165"/>
                  </a:cubicBezTo>
                  <a:cubicBezTo>
                    <a:pt x="138" y="165"/>
                    <a:pt x="139" y="165"/>
                    <a:pt x="139" y="165"/>
                  </a:cubicBezTo>
                  <a:cubicBezTo>
                    <a:pt x="140" y="163"/>
                    <a:pt x="140" y="163"/>
                    <a:pt x="140" y="163"/>
                  </a:cubicBezTo>
                  <a:cubicBezTo>
                    <a:pt x="140" y="163"/>
                    <a:pt x="142" y="165"/>
                    <a:pt x="142" y="166"/>
                  </a:cubicBezTo>
                  <a:cubicBezTo>
                    <a:pt x="142" y="167"/>
                    <a:pt x="142" y="169"/>
                    <a:pt x="142" y="170"/>
                  </a:cubicBezTo>
                  <a:cubicBezTo>
                    <a:pt x="143" y="170"/>
                    <a:pt x="143" y="171"/>
                    <a:pt x="143" y="173"/>
                  </a:cubicBezTo>
                  <a:cubicBezTo>
                    <a:pt x="143" y="174"/>
                    <a:pt x="143" y="177"/>
                    <a:pt x="143" y="177"/>
                  </a:cubicBezTo>
                  <a:cubicBezTo>
                    <a:pt x="143" y="180"/>
                    <a:pt x="143" y="180"/>
                    <a:pt x="143" y="180"/>
                  </a:cubicBezTo>
                  <a:cubicBezTo>
                    <a:pt x="143" y="180"/>
                    <a:pt x="146" y="183"/>
                    <a:pt x="146" y="184"/>
                  </a:cubicBezTo>
                  <a:cubicBezTo>
                    <a:pt x="146" y="185"/>
                    <a:pt x="147" y="188"/>
                    <a:pt x="147" y="188"/>
                  </a:cubicBezTo>
                  <a:cubicBezTo>
                    <a:pt x="147" y="188"/>
                    <a:pt x="148" y="190"/>
                    <a:pt x="148" y="191"/>
                  </a:cubicBezTo>
                  <a:cubicBezTo>
                    <a:pt x="148" y="191"/>
                    <a:pt x="148" y="192"/>
                    <a:pt x="148" y="192"/>
                  </a:cubicBezTo>
                  <a:cubicBezTo>
                    <a:pt x="148" y="192"/>
                    <a:pt x="152" y="195"/>
                    <a:pt x="152" y="195"/>
                  </a:cubicBezTo>
                  <a:cubicBezTo>
                    <a:pt x="153" y="195"/>
                    <a:pt x="154" y="195"/>
                    <a:pt x="154" y="195"/>
                  </a:cubicBezTo>
                  <a:cubicBezTo>
                    <a:pt x="154" y="195"/>
                    <a:pt x="154" y="193"/>
                    <a:pt x="153" y="193"/>
                  </a:cubicBezTo>
                  <a:cubicBezTo>
                    <a:pt x="153" y="192"/>
                    <a:pt x="153" y="189"/>
                    <a:pt x="153" y="188"/>
                  </a:cubicBezTo>
                  <a:cubicBezTo>
                    <a:pt x="152" y="187"/>
                    <a:pt x="150" y="184"/>
                    <a:pt x="149" y="184"/>
                  </a:cubicBezTo>
                  <a:cubicBezTo>
                    <a:pt x="148" y="184"/>
                    <a:pt x="147" y="184"/>
                    <a:pt x="147" y="183"/>
                  </a:cubicBezTo>
                  <a:cubicBezTo>
                    <a:pt x="147" y="182"/>
                    <a:pt x="146" y="180"/>
                    <a:pt x="146" y="180"/>
                  </a:cubicBezTo>
                  <a:cubicBezTo>
                    <a:pt x="146" y="180"/>
                    <a:pt x="144" y="179"/>
                    <a:pt x="144" y="179"/>
                  </a:cubicBezTo>
                  <a:cubicBezTo>
                    <a:pt x="144" y="178"/>
                    <a:pt x="144" y="177"/>
                    <a:pt x="144" y="176"/>
                  </a:cubicBezTo>
                  <a:cubicBezTo>
                    <a:pt x="145" y="175"/>
                    <a:pt x="146" y="174"/>
                    <a:pt x="146" y="174"/>
                  </a:cubicBezTo>
                  <a:cubicBezTo>
                    <a:pt x="146" y="171"/>
                    <a:pt x="146" y="171"/>
                    <a:pt x="146" y="171"/>
                  </a:cubicBezTo>
                  <a:cubicBezTo>
                    <a:pt x="146" y="171"/>
                    <a:pt x="148" y="170"/>
                    <a:pt x="148" y="171"/>
                  </a:cubicBezTo>
                  <a:cubicBezTo>
                    <a:pt x="148" y="171"/>
                    <a:pt x="148" y="172"/>
                    <a:pt x="148" y="172"/>
                  </a:cubicBezTo>
                  <a:cubicBezTo>
                    <a:pt x="150" y="173"/>
                    <a:pt x="150" y="173"/>
                    <a:pt x="150" y="173"/>
                  </a:cubicBezTo>
                  <a:cubicBezTo>
                    <a:pt x="151" y="174"/>
                    <a:pt x="151" y="174"/>
                    <a:pt x="151" y="174"/>
                  </a:cubicBezTo>
                  <a:cubicBezTo>
                    <a:pt x="151" y="174"/>
                    <a:pt x="153" y="176"/>
                    <a:pt x="153" y="177"/>
                  </a:cubicBezTo>
                  <a:cubicBezTo>
                    <a:pt x="154" y="177"/>
                    <a:pt x="156" y="177"/>
                    <a:pt x="156" y="177"/>
                  </a:cubicBezTo>
                  <a:cubicBezTo>
                    <a:pt x="156" y="178"/>
                    <a:pt x="156" y="178"/>
                    <a:pt x="156" y="178"/>
                  </a:cubicBezTo>
                  <a:cubicBezTo>
                    <a:pt x="156" y="178"/>
                    <a:pt x="155" y="178"/>
                    <a:pt x="155" y="180"/>
                  </a:cubicBezTo>
                  <a:cubicBezTo>
                    <a:pt x="159" y="179"/>
                    <a:pt x="159" y="179"/>
                    <a:pt x="159" y="179"/>
                  </a:cubicBezTo>
                  <a:cubicBezTo>
                    <a:pt x="159" y="177"/>
                    <a:pt x="159" y="177"/>
                    <a:pt x="159" y="177"/>
                  </a:cubicBezTo>
                  <a:cubicBezTo>
                    <a:pt x="159" y="177"/>
                    <a:pt x="161" y="177"/>
                    <a:pt x="161" y="177"/>
                  </a:cubicBezTo>
                  <a:cubicBezTo>
                    <a:pt x="162" y="177"/>
                    <a:pt x="164" y="176"/>
                    <a:pt x="164" y="174"/>
                  </a:cubicBezTo>
                  <a:cubicBezTo>
                    <a:pt x="164" y="173"/>
                    <a:pt x="163" y="167"/>
                    <a:pt x="163" y="167"/>
                  </a:cubicBezTo>
                  <a:cubicBezTo>
                    <a:pt x="163" y="167"/>
                    <a:pt x="158" y="161"/>
                    <a:pt x="158" y="160"/>
                  </a:cubicBezTo>
                  <a:cubicBezTo>
                    <a:pt x="157" y="159"/>
                    <a:pt x="158" y="158"/>
                    <a:pt x="158" y="158"/>
                  </a:cubicBezTo>
                  <a:cubicBezTo>
                    <a:pt x="160" y="155"/>
                    <a:pt x="160" y="155"/>
                    <a:pt x="160" y="155"/>
                  </a:cubicBezTo>
                  <a:cubicBezTo>
                    <a:pt x="161" y="155"/>
                    <a:pt x="161" y="155"/>
                    <a:pt x="161" y="155"/>
                  </a:cubicBezTo>
                  <a:cubicBezTo>
                    <a:pt x="161" y="154"/>
                    <a:pt x="161" y="154"/>
                    <a:pt x="161" y="154"/>
                  </a:cubicBezTo>
                  <a:cubicBezTo>
                    <a:pt x="162" y="154"/>
                    <a:pt x="162" y="154"/>
                    <a:pt x="162" y="154"/>
                  </a:cubicBezTo>
                  <a:cubicBezTo>
                    <a:pt x="164" y="154"/>
                    <a:pt x="164" y="154"/>
                    <a:pt x="164" y="154"/>
                  </a:cubicBezTo>
                  <a:cubicBezTo>
                    <a:pt x="165" y="155"/>
                    <a:pt x="165" y="155"/>
                    <a:pt x="165" y="155"/>
                  </a:cubicBezTo>
                  <a:cubicBezTo>
                    <a:pt x="165" y="156"/>
                    <a:pt x="165" y="156"/>
                    <a:pt x="165" y="156"/>
                  </a:cubicBezTo>
                  <a:cubicBezTo>
                    <a:pt x="166" y="156"/>
                    <a:pt x="166" y="156"/>
                    <a:pt x="166" y="156"/>
                  </a:cubicBezTo>
                  <a:cubicBezTo>
                    <a:pt x="167" y="155"/>
                    <a:pt x="167" y="155"/>
                    <a:pt x="167" y="155"/>
                  </a:cubicBezTo>
                  <a:cubicBezTo>
                    <a:pt x="169" y="155"/>
                    <a:pt x="169" y="155"/>
                    <a:pt x="169" y="155"/>
                  </a:cubicBezTo>
                  <a:cubicBezTo>
                    <a:pt x="172" y="153"/>
                    <a:pt x="172" y="153"/>
                    <a:pt x="172" y="153"/>
                  </a:cubicBezTo>
                  <a:cubicBezTo>
                    <a:pt x="172" y="152"/>
                    <a:pt x="172" y="152"/>
                    <a:pt x="172" y="152"/>
                  </a:cubicBezTo>
                  <a:cubicBezTo>
                    <a:pt x="173" y="151"/>
                    <a:pt x="173" y="151"/>
                    <a:pt x="173" y="151"/>
                  </a:cubicBezTo>
                  <a:cubicBezTo>
                    <a:pt x="174" y="152"/>
                    <a:pt x="174" y="152"/>
                    <a:pt x="174" y="152"/>
                  </a:cubicBezTo>
                  <a:cubicBezTo>
                    <a:pt x="174" y="152"/>
                    <a:pt x="177" y="152"/>
                    <a:pt x="178" y="152"/>
                  </a:cubicBezTo>
                  <a:cubicBezTo>
                    <a:pt x="179" y="152"/>
                    <a:pt x="183" y="148"/>
                    <a:pt x="183" y="147"/>
                  </a:cubicBezTo>
                  <a:cubicBezTo>
                    <a:pt x="183" y="147"/>
                    <a:pt x="187" y="141"/>
                    <a:pt x="188" y="140"/>
                  </a:cubicBezTo>
                  <a:cubicBezTo>
                    <a:pt x="189" y="138"/>
                    <a:pt x="189" y="136"/>
                    <a:pt x="189" y="136"/>
                  </a:cubicBezTo>
                  <a:cubicBezTo>
                    <a:pt x="187" y="136"/>
                    <a:pt x="187" y="136"/>
                    <a:pt x="187" y="136"/>
                  </a:cubicBezTo>
                  <a:cubicBezTo>
                    <a:pt x="188" y="135"/>
                    <a:pt x="188" y="135"/>
                    <a:pt x="188" y="135"/>
                  </a:cubicBezTo>
                  <a:cubicBezTo>
                    <a:pt x="189" y="135"/>
                    <a:pt x="189" y="135"/>
                    <a:pt x="189" y="135"/>
                  </a:cubicBezTo>
                  <a:cubicBezTo>
                    <a:pt x="189" y="134"/>
                    <a:pt x="189" y="134"/>
                    <a:pt x="189" y="134"/>
                  </a:cubicBezTo>
                  <a:cubicBezTo>
                    <a:pt x="187" y="133"/>
                    <a:pt x="187" y="133"/>
                    <a:pt x="187" y="133"/>
                  </a:cubicBezTo>
                  <a:cubicBezTo>
                    <a:pt x="188" y="132"/>
                    <a:pt x="188" y="132"/>
                    <a:pt x="188" y="132"/>
                  </a:cubicBezTo>
                  <a:cubicBezTo>
                    <a:pt x="189" y="132"/>
                    <a:pt x="189" y="132"/>
                    <a:pt x="189" y="132"/>
                  </a:cubicBezTo>
                  <a:cubicBezTo>
                    <a:pt x="188" y="131"/>
                    <a:pt x="188" y="131"/>
                    <a:pt x="188" y="131"/>
                  </a:cubicBezTo>
                  <a:cubicBezTo>
                    <a:pt x="187" y="130"/>
                    <a:pt x="187" y="130"/>
                    <a:pt x="187" y="130"/>
                  </a:cubicBezTo>
                  <a:cubicBezTo>
                    <a:pt x="186" y="127"/>
                    <a:pt x="186" y="127"/>
                    <a:pt x="186" y="127"/>
                  </a:cubicBezTo>
                  <a:cubicBezTo>
                    <a:pt x="184" y="126"/>
                    <a:pt x="184" y="126"/>
                    <a:pt x="184" y="126"/>
                  </a:cubicBezTo>
                  <a:cubicBezTo>
                    <a:pt x="185" y="124"/>
                    <a:pt x="185" y="124"/>
                    <a:pt x="185" y="124"/>
                  </a:cubicBezTo>
                  <a:cubicBezTo>
                    <a:pt x="187" y="123"/>
                    <a:pt x="187" y="123"/>
                    <a:pt x="187" y="123"/>
                  </a:cubicBezTo>
                  <a:cubicBezTo>
                    <a:pt x="188" y="122"/>
                    <a:pt x="188" y="122"/>
                    <a:pt x="188" y="122"/>
                  </a:cubicBezTo>
                  <a:cubicBezTo>
                    <a:pt x="190" y="121"/>
                    <a:pt x="190" y="121"/>
                    <a:pt x="190" y="121"/>
                  </a:cubicBezTo>
                  <a:cubicBezTo>
                    <a:pt x="190" y="120"/>
                    <a:pt x="190" y="120"/>
                    <a:pt x="190" y="120"/>
                  </a:cubicBezTo>
                  <a:cubicBezTo>
                    <a:pt x="188" y="120"/>
                    <a:pt x="188" y="120"/>
                    <a:pt x="188" y="120"/>
                  </a:cubicBezTo>
                  <a:cubicBezTo>
                    <a:pt x="187" y="119"/>
                    <a:pt x="187" y="119"/>
                    <a:pt x="187" y="119"/>
                  </a:cubicBezTo>
                  <a:cubicBezTo>
                    <a:pt x="185" y="120"/>
                    <a:pt x="185" y="120"/>
                    <a:pt x="185" y="120"/>
                  </a:cubicBezTo>
                  <a:cubicBezTo>
                    <a:pt x="185" y="121"/>
                    <a:pt x="185" y="121"/>
                    <a:pt x="185" y="121"/>
                  </a:cubicBezTo>
                  <a:cubicBezTo>
                    <a:pt x="184" y="120"/>
                    <a:pt x="184" y="120"/>
                    <a:pt x="184" y="120"/>
                  </a:cubicBezTo>
                  <a:cubicBezTo>
                    <a:pt x="183" y="119"/>
                    <a:pt x="183" y="119"/>
                    <a:pt x="183" y="119"/>
                  </a:cubicBezTo>
                  <a:cubicBezTo>
                    <a:pt x="182" y="118"/>
                    <a:pt x="182" y="118"/>
                    <a:pt x="182" y="118"/>
                  </a:cubicBezTo>
                  <a:cubicBezTo>
                    <a:pt x="181" y="117"/>
                    <a:pt x="181" y="117"/>
                    <a:pt x="181" y="117"/>
                  </a:cubicBezTo>
                  <a:cubicBezTo>
                    <a:pt x="182" y="116"/>
                    <a:pt x="182" y="116"/>
                    <a:pt x="182" y="116"/>
                  </a:cubicBezTo>
                  <a:cubicBezTo>
                    <a:pt x="184" y="116"/>
                    <a:pt x="184" y="116"/>
                    <a:pt x="184" y="116"/>
                  </a:cubicBezTo>
                  <a:cubicBezTo>
                    <a:pt x="185" y="114"/>
                    <a:pt x="185" y="114"/>
                    <a:pt x="185" y="114"/>
                  </a:cubicBezTo>
                  <a:cubicBezTo>
                    <a:pt x="187" y="113"/>
                    <a:pt x="187" y="113"/>
                    <a:pt x="187" y="113"/>
                  </a:cubicBezTo>
                  <a:cubicBezTo>
                    <a:pt x="190" y="112"/>
                    <a:pt x="190" y="112"/>
                    <a:pt x="190" y="112"/>
                  </a:cubicBezTo>
                  <a:cubicBezTo>
                    <a:pt x="190" y="113"/>
                    <a:pt x="190" y="113"/>
                    <a:pt x="190" y="113"/>
                  </a:cubicBezTo>
                  <a:cubicBezTo>
                    <a:pt x="188" y="114"/>
                    <a:pt x="188" y="114"/>
                    <a:pt x="188" y="114"/>
                  </a:cubicBezTo>
                  <a:cubicBezTo>
                    <a:pt x="188" y="115"/>
                    <a:pt x="188" y="115"/>
                    <a:pt x="188" y="115"/>
                  </a:cubicBezTo>
                  <a:cubicBezTo>
                    <a:pt x="188" y="117"/>
                    <a:pt x="188" y="117"/>
                    <a:pt x="188" y="117"/>
                  </a:cubicBezTo>
                  <a:cubicBezTo>
                    <a:pt x="188" y="117"/>
                    <a:pt x="191" y="115"/>
                    <a:pt x="192" y="115"/>
                  </a:cubicBezTo>
                  <a:cubicBezTo>
                    <a:pt x="193" y="114"/>
                    <a:pt x="194" y="114"/>
                    <a:pt x="194" y="114"/>
                  </a:cubicBezTo>
                  <a:cubicBezTo>
                    <a:pt x="195" y="115"/>
                    <a:pt x="195" y="115"/>
                    <a:pt x="195" y="115"/>
                  </a:cubicBezTo>
                  <a:cubicBezTo>
                    <a:pt x="196" y="115"/>
                    <a:pt x="196" y="115"/>
                    <a:pt x="196" y="115"/>
                  </a:cubicBezTo>
                  <a:cubicBezTo>
                    <a:pt x="195" y="118"/>
                    <a:pt x="195" y="118"/>
                    <a:pt x="195" y="118"/>
                  </a:cubicBezTo>
                  <a:cubicBezTo>
                    <a:pt x="196" y="119"/>
                    <a:pt x="196" y="119"/>
                    <a:pt x="196" y="119"/>
                  </a:cubicBezTo>
                  <a:cubicBezTo>
                    <a:pt x="199" y="119"/>
                    <a:pt x="199" y="119"/>
                    <a:pt x="199" y="119"/>
                  </a:cubicBezTo>
                  <a:cubicBezTo>
                    <a:pt x="199" y="120"/>
                    <a:pt x="199" y="120"/>
                    <a:pt x="199" y="120"/>
                  </a:cubicBezTo>
                  <a:cubicBezTo>
                    <a:pt x="199" y="121"/>
                    <a:pt x="199" y="121"/>
                    <a:pt x="199" y="121"/>
                  </a:cubicBezTo>
                  <a:cubicBezTo>
                    <a:pt x="199" y="123"/>
                    <a:pt x="199" y="123"/>
                    <a:pt x="199" y="123"/>
                  </a:cubicBezTo>
                  <a:cubicBezTo>
                    <a:pt x="198" y="126"/>
                    <a:pt x="198" y="126"/>
                    <a:pt x="198" y="126"/>
                  </a:cubicBezTo>
                  <a:cubicBezTo>
                    <a:pt x="200" y="126"/>
                    <a:pt x="200" y="126"/>
                    <a:pt x="200" y="126"/>
                  </a:cubicBezTo>
                  <a:cubicBezTo>
                    <a:pt x="200" y="126"/>
                    <a:pt x="201" y="125"/>
                    <a:pt x="202" y="125"/>
                  </a:cubicBezTo>
                  <a:cubicBezTo>
                    <a:pt x="203" y="126"/>
                    <a:pt x="204" y="125"/>
                    <a:pt x="204" y="125"/>
                  </a:cubicBezTo>
                  <a:cubicBezTo>
                    <a:pt x="204" y="125"/>
                    <a:pt x="205" y="121"/>
                    <a:pt x="204" y="120"/>
                  </a:cubicBezTo>
                  <a:cubicBezTo>
                    <a:pt x="204" y="119"/>
                    <a:pt x="201" y="117"/>
                    <a:pt x="201" y="117"/>
                  </a:cubicBezTo>
                  <a:cubicBezTo>
                    <a:pt x="200" y="116"/>
                    <a:pt x="200" y="114"/>
                    <a:pt x="200" y="114"/>
                  </a:cubicBezTo>
                  <a:cubicBezTo>
                    <a:pt x="202" y="113"/>
                    <a:pt x="202" y="113"/>
                    <a:pt x="202" y="113"/>
                  </a:cubicBezTo>
                  <a:cubicBezTo>
                    <a:pt x="202" y="113"/>
                    <a:pt x="203" y="114"/>
                    <a:pt x="204" y="113"/>
                  </a:cubicBezTo>
                  <a:cubicBezTo>
                    <a:pt x="204" y="112"/>
                    <a:pt x="204" y="110"/>
                    <a:pt x="205" y="110"/>
                  </a:cubicBezTo>
                  <a:cubicBezTo>
                    <a:pt x="206" y="109"/>
                    <a:pt x="207" y="107"/>
                    <a:pt x="208" y="107"/>
                  </a:cubicBezTo>
                  <a:cubicBezTo>
                    <a:pt x="209" y="107"/>
                    <a:pt x="211" y="107"/>
                    <a:pt x="212" y="107"/>
                  </a:cubicBezTo>
                  <a:cubicBezTo>
                    <a:pt x="213" y="107"/>
                    <a:pt x="214" y="107"/>
                    <a:pt x="215" y="106"/>
                  </a:cubicBezTo>
                  <a:cubicBezTo>
                    <a:pt x="216" y="105"/>
                    <a:pt x="225" y="95"/>
                    <a:pt x="226" y="93"/>
                  </a:cubicBezTo>
                  <a:cubicBezTo>
                    <a:pt x="226" y="92"/>
                    <a:pt x="226" y="88"/>
                    <a:pt x="227" y="87"/>
                  </a:cubicBezTo>
                  <a:cubicBezTo>
                    <a:pt x="227" y="85"/>
                    <a:pt x="228" y="84"/>
                    <a:pt x="228" y="83"/>
                  </a:cubicBezTo>
                  <a:cubicBezTo>
                    <a:pt x="228" y="82"/>
                    <a:pt x="227" y="81"/>
                    <a:pt x="226" y="80"/>
                  </a:cubicBezTo>
                  <a:cubicBezTo>
                    <a:pt x="225" y="78"/>
                    <a:pt x="223" y="78"/>
                    <a:pt x="223" y="78"/>
                  </a:cubicBezTo>
                  <a:cubicBezTo>
                    <a:pt x="223" y="78"/>
                    <a:pt x="221" y="80"/>
                    <a:pt x="221" y="80"/>
                  </a:cubicBezTo>
                  <a:cubicBezTo>
                    <a:pt x="221" y="79"/>
                    <a:pt x="220" y="78"/>
                    <a:pt x="220" y="78"/>
                  </a:cubicBezTo>
                  <a:cubicBezTo>
                    <a:pt x="218" y="79"/>
                    <a:pt x="218" y="79"/>
                    <a:pt x="218" y="79"/>
                  </a:cubicBezTo>
                  <a:cubicBezTo>
                    <a:pt x="219" y="77"/>
                    <a:pt x="219" y="77"/>
                    <a:pt x="219" y="77"/>
                  </a:cubicBezTo>
                  <a:cubicBezTo>
                    <a:pt x="216" y="77"/>
                    <a:pt x="216" y="77"/>
                    <a:pt x="216" y="77"/>
                  </a:cubicBezTo>
                  <a:cubicBezTo>
                    <a:pt x="216" y="77"/>
                    <a:pt x="216" y="77"/>
                    <a:pt x="216" y="77"/>
                  </a:cubicBezTo>
                  <a:cubicBezTo>
                    <a:pt x="216" y="77"/>
                    <a:pt x="229" y="65"/>
                    <a:pt x="230" y="65"/>
                  </a:cubicBezTo>
                  <a:cubicBezTo>
                    <a:pt x="230" y="64"/>
                    <a:pt x="242" y="64"/>
                    <a:pt x="242" y="64"/>
                  </a:cubicBezTo>
                  <a:cubicBezTo>
                    <a:pt x="242" y="64"/>
                    <a:pt x="243" y="63"/>
                    <a:pt x="244" y="63"/>
                  </a:cubicBezTo>
                  <a:cubicBezTo>
                    <a:pt x="245" y="63"/>
                    <a:pt x="246" y="63"/>
                    <a:pt x="247" y="63"/>
                  </a:cubicBezTo>
                  <a:cubicBezTo>
                    <a:pt x="248" y="64"/>
                    <a:pt x="248" y="64"/>
                    <a:pt x="248" y="64"/>
                  </a:cubicBezTo>
                  <a:cubicBezTo>
                    <a:pt x="247" y="65"/>
                    <a:pt x="247" y="65"/>
                    <a:pt x="247" y="65"/>
                  </a:cubicBezTo>
                  <a:cubicBezTo>
                    <a:pt x="247" y="65"/>
                    <a:pt x="248" y="65"/>
                    <a:pt x="249" y="65"/>
                  </a:cubicBezTo>
                  <a:cubicBezTo>
                    <a:pt x="250" y="66"/>
                    <a:pt x="255" y="65"/>
                    <a:pt x="255" y="65"/>
                  </a:cubicBezTo>
                  <a:cubicBezTo>
                    <a:pt x="255" y="65"/>
                    <a:pt x="253" y="64"/>
                    <a:pt x="253" y="63"/>
                  </a:cubicBezTo>
                  <a:cubicBezTo>
                    <a:pt x="253" y="63"/>
                    <a:pt x="257" y="59"/>
                    <a:pt x="258" y="58"/>
                  </a:cubicBezTo>
                  <a:cubicBezTo>
                    <a:pt x="259" y="57"/>
                    <a:pt x="263" y="57"/>
                    <a:pt x="264" y="57"/>
                  </a:cubicBezTo>
                  <a:cubicBezTo>
                    <a:pt x="264" y="57"/>
                    <a:pt x="265" y="57"/>
                    <a:pt x="265" y="57"/>
                  </a:cubicBezTo>
                  <a:cubicBezTo>
                    <a:pt x="265" y="57"/>
                    <a:pt x="264" y="58"/>
                    <a:pt x="264" y="59"/>
                  </a:cubicBezTo>
                  <a:cubicBezTo>
                    <a:pt x="264" y="60"/>
                    <a:pt x="265" y="60"/>
                    <a:pt x="265" y="60"/>
                  </a:cubicBezTo>
                  <a:cubicBezTo>
                    <a:pt x="269" y="57"/>
                    <a:pt x="269" y="57"/>
                    <a:pt x="269" y="57"/>
                  </a:cubicBezTo>
                  <a:cubicBezTo>
                    <a:pt x="271" y="57"/>
                    <a:pt x="271" y="57"/>
                    <a:pt x="271" y="57"/>
                  </a:cubicBezTo>
                  <a:cubicBezTo>
                    <a:pt x="271" y="57"/>
                    <a:pt x="270" y="56"/>
                    <a:pt x="271" y="55"/>
                  </a:cubicBezTo>
                  <a:cubicBezTo>
                    <a:pt x="271" y="54"/>
                    <a:pt x="272" y="54"/>
                    <a:pt x="272" y="54"/>
                  </a:cubicBezTo>
                  <a:cubicBezTo>
                    <a:pt x="272" y="54"/>
                    <a:pt x="274" y="54"/>
                    <a:pt x="274" y="55"/>
                  </a:cubicBezTo>
                  <a:cubicBezTo>
                    <a:pt x="274" y="55"/>
                    <a:pt x="272" y="60"/>
                    <a:pt x="271" y="60"/>
                  </a:cubicBezTo>
                  <a:cubicBezTo>
                    <a:pt x="270" y="60"/>
                    <a:pt x="268" y="60"/>
                    <a:pt x="268" y="60"/>
                  </a:cubicBezTo>
                  <a:cubicBezTo>
                    <a:pt x="268" y="60"/>
                    <a:pt x="262" y="66"/>
                    <a:pt x="260" y="68"/>
                  </a:cubicBezTo>
                  <a:cubicBezTo>
                    <a:pt x="260" y="68"/>
                    <a:pt x="259" y="68"/>
                    <a:pt x="259" y="68"/>
                  </a:cubicBezTo>
                  <a:cubicBezTo>
                    <a:pt x="258" y="69"/>
                    <a:pt x="255" y="72"/>
                    <a:pt x="255" y="73"/>
                  </a:cubicBezTo>
                  <a:cubicBezTo>
                    <a:pt x="255" y="74"/>
                    <a:pt x="255" y="77"/>
                    <a:pt x="256" y="79"/>
                  </a:cubicBezTo>
                  <a:cubicBezTo>
                    <a:pt x="257" y="82"/>
                    <a:pt x="258" y="87"/>
                    <a:pt x="258" y="88"/>
                  </a:cubicBezTo>
                  <a:cubicBezTo>
                    <a:pt x="258" y="88"/>
                    <a:pt x="262" y="85"/>
                    <a:pt x="262" y="84"/>
                  </a:cubicBezTo>
                  <a:cubicBezTo>
                    <a:pt x="262" y="83"/>
                    <a:pt x="262" y="82"/>
                    <a:pt x="262" y="82"/>
                  </a:cubicBezTo>
                  <a:cubicBezTo>
                    <a:pt x="265" y="81"/>
                    <a:pt x="265" y="81"/>
                    <a:pt x="265" y="81"/>
                  </a:cubicBezTo>
                  <a:cubicBezTo>
                    <a:pt x="265" y="81"/>
                    <a:pt x="264" y="79"/>
                    <a:pt x="265" y="79"/>
                  </a:cubicBezTo>
                  <a:cubicBezTo>
                    <a:pt x="266" y="78"/>
                    <a:pt x="267" y="78"/>
                    <a:pt x="267" y="78"/>
                  </a:cubicBezTo>
                  <a:cubicBezTo>
                    <a:pt x="268" y="77"/>
                    <a:pt x="268" y="77"/>
                    <a:pt x="268" y="77"/>
                  </a:cubicBezTo>
                  <a:cubicBezTo>
                    <a:pt x="268" y="77"/>
                    <a:pt x="268" y="76"/>
                    <a:pt x="268" y="75"/>
                  </a:cubicBezTo>
                  <a:cubicBezTo>
                    <a:pt x="269" y="74"/>
                    <a:pt x="269" y="73"/>
                    <a:pt x="269" y="73"/>
                  </a:cubicBezTo>
                  <a:cubicBezTo>
                    <a:pt x="269" y="73"/>
                    <a:pt x="271" y="73"/>
                    <a:pt x="271" y="73"/>
                  </a:cubicBezTo>
                  <a:cubicBezTo>
                    <a:pt x="271" y="72"/>
                    <a:pt x="271" y="69"/>
                    <a:pt x="270" y="69"/>
                  </a:cubicBezTo>
                  <a:cubicBezTo>
                    <a:pt x="270" y="68"/>
                    <a:pt x="268" y="68"/>
                    <a:pt x="268" y="68"/>
                  </a:cubicBezTo>
                  <a:cubicBezTo>
                    <a:pt x="268" y="68"/>
                    <a:pt x="268" y="67"/>
                    <a:pt x="269" y="66"/>
                  </a:cubicBezTo>
                  <a:cubicBezTo>
                    <a:pt x="270" y="65"/>
                    <a:pt x="271" y="62"/>
                    <a:pt x="271" y="62"/>
                  </a:cubicBezTo>
                  <a:cubicBezTo>
                    <a:pt x="271" y="62"/>
                    <a:pt x="274" y="63"/>
                    <a:pt x="275" y="62"/>
                  </a:cubicBezTo>
                  <a:cubicBezTo>
                    <a:pt x="276" y="62"/>
                    <a:pt x="275" y="60"/>
                    <a:pt x="276" y="61"/>
                  </a:cubicBezTo>
                  <a:cubicBezTo>
                    <a:pt x="277" y="61"/>
                    <a:pt x="277" y="63"/>
                    <a:pt x="277" y="62"/>
                  </a:cubicBezTo>
                  <a:cubicBezTo>
                    <a:pt x="278" y="62"/>
                    <a:pt x="277" y="61"/>
                    <a:pt x="279" y="61"/>
                  </a:cubicBezTo>
                  <a:cubicBezTo>
                    <a:pt x="281" y="61"/>
                    <a:pt x="284" y="61"/>
                    <a:pt x="284" y="61"/>
                  </a:cubicBezTo>
                  <a:cubicBezTo>
                    <a:pt x="284" y="61"/>
                    <a:pt x="284" y="62"/>
                    <a:pt x="285" y="62"/>
                  </a:cubicBezTo>
                  <a:cubicBezTo>
                    <a:pt x="286" y="62"/>
                    <a:pt x="288" y="59"/>
                    <a:pt x="289" y="58"/>
                  </a:cubicBezTo>
                  <a:cubicBezTo>
                    <a:pt x="291" y="58"/>
                    <a:pt x="295" y="56"/>
                    <a:pt x="295" y="56"/>
                  </a:cubicBezTo>
                  <a:cubicBezTo>
                    <a:pt x="295" y="56"/>
                    <a:pt x="297" y="54"/>
                    <a:pt x="298" y="54"/>
                  </a:cubicBezTo>
                  <a:cubicBezTo>
                    <a:pt x="298" y="54"/>
                    <a:pt x="301" y="55"/>
                    <a:pt x="302" y="55"/>
                  </a:cubicBezTo>
                  <a:cubicBezTo>
                    <a:pt x="302" y="55"/>
                    <a:pt x="303" y="54"/>
                    <a:pt x="303" y="54"/>
                  </a:cubicBezTo>
                  <a:cubicBezTo>
                    <a:pt x="303" y="54"/>
                    <a:pt x="302" y="53"/>
                    <a:pt x="302" y="51"/>
                  </a:cubicBezTo>
                  <a:cubicBezTo>
                    <a:pt x="301" y="50"/>
                    <a:pt x="301" y="50"/>
                    <a:pt x="301" y="50"/>
                  </a:cubicBezTo>
                  <a:cubicBezTo>
                    <a:pt x="301" y="50"/>
                    <a:pt x="298" y="48"/>
                    <a:pt x="297" y="48"/>
                  </a:cubicBezTo>
                  <a:cubicBezTo>
                    <a:pt x="297" y="48"/>
                    <a:pt x="297" y="46"/>
                    <a:pt x="297" y="46"/>
                  </a:cubicBezTo>
                  <a:cubicBezTo>
                    <a:pt x="297" y="46"/>
                    <a:pt x="299" y="47"/>
                    <a:pt x="300" y="47"/>
                  </a:cubicBezTo>
                  <a:cubicBezTo>
                    <a:pt x="300" y="48"/>
                    <a:pt x="303" y="47"/>
                    <a:pt x="303" y="47"/>
                  </a:cubicBezTo>
                  <a:cubicBezTo>
                    <a:pt x="303" y="47"/>
                    <a:pt x="304" y="46"/>
                    <a:pt x="305" y="46"/>
                  </a:cubicBezTo>
                  <a:cubicBezTo>
                    <a:pt x="305" y="45"/>
                    <a:pt x="304" y="44"/>
                    <a:pt x="304" y="44"/>
                  </a:cubicBezTo>
                  <a:cubicBezTo>
                    <a:pt x="304" y="44"/>
                    <a:pt x="304" y="42"/>
                    <a:pt x="305" y="43"/>
                  </a:cubicBezTo>
                  <a:cubicBezTo>
                    <a:pt x="306" y="43"/>
                    <a:pt x="307" y="43"/>
                    <a:pt x="307" y="43"/>
                  </a:cubicBezTo>
                  <a:cubicBezTo>
                    <a:pt x="307" y="43"/>
                    <a:pt x="307" y="45"/>
                    <a:pt x="307" y="45"/>
                  </a:cubicBezTo>
                  <a:cubicBezTo>
                    <a:pt x="308" y="45"/>
                    <a:pt x="309" y="45"/>
                    <a:pt x="311" y="45"/>
                  </a:cubicBezTo>
                  <a:cubicBezTo>
                    <a:pt x="312" y="45"/>
                    <a:pt x="312" y="45"/>
                    <a:pt x="312" y="45"/>
                  </a:cubicBezTo>
                  <a:cubicBezTo>
                    <a:pt x="312" y="45"/>
                    <a:pt x="311" y="47"/>
                    <a:pt x="312" y="47"/>
                  </a:cubicBezTo>
                  <a:cubicBezTo>
                    <a:pt x="313" y="47"/>
                    <a:pt x="315" y="48"/>
                    <a:pt x="315" y="48"/>
                  </a:cubicBezTo>
                  <a:cubicBezTo>
                    <a:pt x="318" y="49"/>
                    <a:pt x="318" y="49"/>
                    <a:pt x="318" y="49"/>
                  </a:cubicBezTo>
                  <a:cubicBezTo>
                    <a:pt x="319" y="47"/>
                    <a:pt x="319" y="47"/>
                    <a:pt x="319" y="47"/>
                  </a:cubicBezTo>
                  <a:cubicBezTo>
                    <a:pt x="319" y="45"/>
                    <a:pt x="319" y="45"/>
                    <a:pt x="319" y="45"/>
                  </a:cubicBezTo>
                  <a:cubicBezTo>
                    <a:pt x="319" y="45"/>
                    <a:pt x="321" y="45"/>
                    <a:pt x="322" y="45"/>
                  </a:cubicBezTo>
                  <a:cubicBezTo>
                    <a:pt x="322" y="45"/>
                    <a:pt x="323" y="44"/>
                    <a:pt x="323" y="44"/>
                  </a:cubicBezTo>
                  <a:cubicBezTo>
                    <a:pt x="324" y="43"/>
                    <a:pt x="324" y="43"/>
                    <a:pt x="324" y="43"/>
                  </a:cubicBezTo>
                  <a:cubicBezTo>
                    <a:pt x="324" y="43"/>
                    <a:pt x="322" y="41"/>
                    <a:pt x="321" y="40"/>
                  </a:cubicBezTo>
                  <a:close/>
                  <a:moveTo>
                    <a:pt x="68" y="113"/>
                  </a:moveTo>
                  <a:cubicBezTo>
                    <a:pt x="65" y="111"/>
                    <a:pt x="65" y="111"/>
                    <a:pt x="65" y="111"/>
                  </a:cubicBezTo>
                  <a:cubicBezTo>
                    <a:pt x="65" y="108"/>
                    <a:pt x="65" y="108"/>
                    <a:pt x="65" y="108"/>
                  </a:cubicBezTo>
                  <a:cubicBezTo>
                    <a:pt x="63" y="105"/>
                    <a:pt x="63" y="105"/>
                    <a:pt x="63" y="105"/>
                  </a:cubicBezTo>
                  <a:cubicBezTo>
                    <a:pt x="68" y="101"/>
                    <a:pt x="68" y="101"/>
                    <a:pt x="68" y="101"/>
                  </a:cubicBezTo>
                  <a:cubicBezTo>
                    <a:pt x="71" y="107"/>
                    <a:pt x="71" y="107"/>
                    <a:pt x="71" y="107"/>
                  </a:cubicBezTo>
                  <a:lnTo>
                    <a:pt x="68" y="113"/>
                  </a:lnTo>
                  <a:close/>
                </a:path>
              </a:pathLst>
            </a:custGeom>
            <a:solidFill>
              <a:srgbClr val="AFCA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102"/>
            <p:cNvSpPr>
              <a:spLocks/>
            </p:cNvSpPr>
            <p:nvPr/>
          </p:nvSpPr>
          <p:spPr bwMode="auto">
            <a:xfrm>
              <a:off x="9362926" y="4428451"/>
              <a:ext cx="81802" cy="66139"/>
            </a:xfrm>
            <a:custGeom>
              <a:avLst/>
              <a:gdLst>
                <a:gd name="T0" fmla="*/ 20 w 20"/>
                <a:gd name="T1" fmla="*/ 11 h 16"/>
                <a:gd name="T2" fmla="*/ 19 w 20"/>
                <a:gd name="T3" fmla="*/ 8 h 16"/>
                <a:gd name="T4" fmla="*/ 19 w 20"/>
                <a:gd name="T5" fmla="*/ 6 h 16"/>
                <a:gd name="T6" fmla="*/ 20 w 20"/>
                <a:gd name="T7" fmla="*/ 4 h 16"/>
                <a:gd name="T8" fmla="*/ 14 w 20"/>
                <a:gd name="T9" fmla="*/ 2 h 16"/>
                <a:gd name="T10" fmla="*/ 10 w 20"/>
                <a:gd name="T11" fmla="*/ 4 h 16"/>
                <a:gd name="T12" fmla="*/ 9 w 20"/>
                <a:gd name="T13" fmla="*/ 5 h 16"/>
                <a:gd name="T14" fmla="*/ 8 w 20"/>
                <a:gd name="T15" fmla="*/ 5 h 16"/>
                <a:gd name="T16" fmla="*/ 7 w 20"/>
                <a:gd name="T17" fmla="*/ 3 h 16"/>
                <a:gd name="T18" fmla="*/ 6 w 20"/>
                <a:gd name="T19" fmla="*/ 1 h 16"/>
                <a:gd name="T20" fmla="*/ 4 w 20"/>
                <a:gd name="T21" fmla="*/ 0 h 16"/>
                <a:gd name="T22" fmla="*/ 0 w 20"/>
                <a:gd name="T23" fmla="*/ 1 h 16"/>
                <a:gd name="T24" fmla="*/ 0 w 20"/>
                <a:gd name="T25" fmla="*/ 1 h 16"/>
                <a:gd name="T26" fmla="*/ 1 w 20"/>
                <a:gd name="T27" fmla="*/ 2 h 16"/>
                <a:gd name="T28" fmla="*/ 2 w 20"/>
                <a:gd name="T29" fmla="*/ 3 h 16"/>
                <a:gd name="T30" fmla="*/ 5 w 20"/>
                <a:gd name="T31" fmla="*/ 3 h 16"/>
                <a:gd name="T32" fmla="*/ 5 w 20"/>
                <a:gd name="T33" fmla="*/ 4 h 16"/>
                <a:gd name="T34" fmla="*/ 4 w 20"/>
                <a:gd name="T35" fmla="*/ 4 h 16"/>
                <a:gd name="T36" fmla="*/ 2 w 20"/>
                <a:gd name="T37" fmla="*/ 4 h 16"/>
                <a:gd name="T38" fmla="*/ 4 w 20"/>
                <a:gd name="T39" fmla="*/ 5 h 16"/>
                <a:gd name="T40" fmla="*/ 4 w 20"/>
                <a:gd name="T41" fmla="*/ 7 h 16"/>
                <a:gd name="T42" fmla="*/ 5 w 20"/>
                <a:gd name="T43" fmla="*/ 6 h 16"/>
                <a:gd name="T44" fmla="*/ 5 w 20"/>
                <a:gd name="T45" fmla="*/ 5 h 16"/>
                <a:gd name="T46" fmla="*/ 6 w 20"/>
                <a:gd name="T47" fmla="*/ 5 h 16"/>
                <a:gd name="T48" fmla="*/ 6 w 20"/>
                <a:gd name="T49" fmla="*/ 6 h 16"/>
                <a:gd name="T50" fmla="*/ 8 w 20"/>
                <a:gd name="T51" fmla="*/ 8 h 16"/>
                <a:gd name="T52" fmla="*/ 11 w 20"/>
                <a:gd name="T53" fmla="*/ 8 h 16"/>
                <a:gd name="T54" fmla="*/ 15 w 20"/>
                <a:gd name="T55" fmla="*/ 12 h 16"/>
                <a:gd name="T56" fmla="*/ 15 w 20"/>
                <a:gd name="T57" fmla="*/ 13 h 16"/>
                <a:gd name="T58" fmla="*/ 13 w 20"/>
                <a:gd name="T59" fmla="*/ 14 h 16"/>
                <a:gd name="T60" fmla="*/ 13 w 20"/>
                <a:gd name="T61" fmla="*/ 16 h 16"/>
                <a:gd name="T62" fmla="*/ 15 w 20"/>
                <a:gd name="T63" fmla="*/ 15 h 16"/>
                <a:gd name="T64" fmla="*/ 17 w 20"/>
                <a:gd name="T65" fmla="*/ 14 h 16"/>
                <a:gd name="T66" fmla="*/ 18 w 20"/>
                <a:gd name="T67" fmla="*/ 15 h 16"/>
                <a:gd name="T68" fmla="*/ 19 w 20"/>
                <a:gd name="T69" fmla="*/ 14 h 16"/>
                <a:gd name="T70" fmla="*/ 20 w 20"/>
                <a:gd name="T71"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 h="16">
                  <a:moveTo>
                    <a:pt x="20" y="11"/>
                  </a:moveTo>
                  <a:cubicBezTo>
                    <a:pt x="19" y="8"/>
                    <a:pt x="19" y="8"/>
                    <a:pt x="19" y="8"/>
                  </a:cubicBezTo>
                  <a:cubicBezTo>
                    <a:pt x="19" y="6"/>
                    <a:pt x="19" y="6"/>
                    <a:pt x="19" y="6"/>
                  </a:cubicBezTo>
                  <a:cubicBezTo>
                    <a:pt x="20" y="4"/>
                    <a:pt x="20" y="4"/>
                    <a:pt x="20" y="4"/>
                  </a:cubicBezTo>
                  <a:cubicBezTo>
                    <a:pt x="14" y="2"/>
                    <a:pt x="14" y="2"/>
                    <a:pt x="14" y="2"/>
                  </a:cubicBezTo>
                  <a:cubicBezTo>
                    <a:pt x="10" y="4"/>
                    <a:pt x="10" y="4"/>
                    <a:pt x="10" y="4"/>
                  </a:cubicBezTo>
                  <a:cubicBezTo>
                    <a:pt x="9" y="5"/>
                    <a:pt x="9" y="5"/>
                    <a:pt x="9" y="5"/>
                  </a:cubicBezTo>
                  <a:cubicBezTo>
                    <a:pt x="8" y="5"/>
                    <a:pt x="8" y="5"/>
                    <a:pt x="8" y="5"/>
                  </a:cubicBezTo>
                  <a:cubicBezTo>
                    <a:pt x="7" y="3"/>
                    <a:pt x="7" y="3"/>
                    <a:pt x="7" y="3"/>
                  </a:cubicBezTo>
                  <a:cubicBezTo>
                    <a:pt x="6" y="1"/>
                    <a:pt x="6" y="1"/>
                    <a:pt x="6" y="1"/>
                  </a:cubicBezTo>
                  <a:cubicBezTo>
                    <a:pt x="6" y="1"/>
                    <a:pt x="4" y="0"/>
                    <a:pt x="4" y="0"/>
                  </a:cubicBezTo>
                  <a:cubicBezTo>
                    <a:pt x="3" y="0"/>
                    <a:pt x="0" y="1"/>
                    <a:pt x="0" y="1"/>
                  </a:cubicBezTo>
                  <a:cubicBezTo>
                    <a:pt x="0" y="1"/>
                    <a:pt x="0" y="1"/>
                    <a:pt x="0" y="1"/>
                  </a:cubicBezTo>
                  <a:cubicBezTo>
                    <a:pt x="1" y="2"/>
                    <a:pt x="1" y="2"/>
                    <a:pt x="1" y="2"/>
                  </a:cubicBezTo>
                  <a:cubicBezTo>
                    <a:pt x="2" y="3"/>
                    <a:pt x="2" y="3"/>
                    <a:pt x="2" y="3"/>
                  </a:cubicBezTo>
                  <a:cubicBezTo>
                    <a:pt x="5" y="3"/>
                    <a:pt x="5" y="3"/>
                    <a:pt x="5" y="3"/>
                  </a:cubicBezTo>
                  <a:cubicBezTo>
                    <a:pt x="5" y="4"/>
                    <a:pt x="5" y="4"/>
                    <a:pt x="5" y="4"/>
                  </a:cubicBezTo>
                  <a:cubicBezTo>
                    <a:pt x="4" y="4"/>
                    <a:pt x="4" y="4"/>
                    <a:pt x="4" y="4"/>
                  </a:cubicBezTo>
                  <a:cubicBezTo>
                    <a:pt x="2" y="4"/>
                    <a:pt x="2" y="4"/>
                    <a:pt x="2" y="4"/>
                  </a:cubicBezTo>
                  <a:cubicBezTo>
                    <a:pt x="4" y="5"/>
                    <a:pt x="4" y="5"/>
                    <a:pt x="4" y="5"/>
                  </a:cubicBezTo>
                  <a:cubicBezTo>
                    <a:pt x="4" y="7"/>
                    <a:pt x="4" y="7"/>
                    <a:pt x="4" y="7"/>
                  </a:cubicBezTo>
                  <a:cubicBezTo>
                    <a:pt x="5" y="6"/>
                    <a:pt x="5" y="6"/>
                    <a:pt x="5" y="6"/>
                  </a:cubicBezTo>
                  <a:cubicBezTo>
                    <a:pt x="5" y="5"/>
                    <a:pt x="5" y="5"/>
                    <a:pt x="5" y="5"/>
                  </a:cubicBezTo>
                  <a:cubicBezTo>
                    <a:pt x="6" y="5"/>
                    <a:pt x="6" y="5"/>
                    <a:pt x="6" y="5"/>
                  </a:cubicBezTo>
                  <a:cubicBezTo>
                    <a:pt x="6" y="6"/>
                    <a:pt x="6" y="6"/>
                    <a:pt x="6" y="6"/>
                  </a:cubicBezTo>
                  <a:cubicBezTo>
                    <a:pt x="8" y="8"/>
                    <a:pt x="8" y="8"/>
                    <a:pt x="8" y="8"/>
                  </a:cubicBezTo>
                  <a:cubicBezTo>
                    <a:pt x="8" y="8"/>
                    <a:pt x="9" y="8"/>
                    <a:pt x="11" y="8"/>
                  </a:cubicBezTo>
                  <a:cubicBezTo>
                    <a:pt x="13" y="9"/>
                    <a:pt x="15" y="12"/>
                    <a:pt x="15" y="12"/>
                  </a:cubicBezTo>
                  <a:cubicBezTo>
                    <a:pt x="15" y="13"/>
                    <a:pt x="15" y="13"/>
                    <a:pt x="15" y="13"/>
                  </a:cubicBezTo>
                  <a:cubicBezTo>
                    <a:pt x="13" y="14"/>
                    <a:pt x="13" y="14"/>
                    <a:pt x="13" y="14"/>
                  </a:cubicBezTo>
                  <a:cubicBezTo>
                    <a:pt x="13" y="16"/>
                    <a:pt x="13" y="16"/>
                    <a:pt x="13" y="16"/>
                  </a:cubicBezTo>
                  <a:cubicBezTo>
                    <a:pt x="15" y="15"/>
                    <a:pt x="15" y="15"/>
                    <a:pt x="15" y="15"/>
                  </a:cubicBezTo>
                  <a:cubicBezTo>
                    <a:pt x="17" y="14"/>
                    <a:pt x="17" y="14"/>
                    <a:pt x="17" y="14"/>
                  </a:cubicBezTo>
                  <a:cubicBezTo>
                    <a:pt x="18" y="15"/>
                    <a:pt x="18" y="15"/>
                    <a:pt x="18" y="15"/>
                  </a:cubicBezTo>
                  <a:cubicBezTo>
                    <a:pt x="19" y="14"/>
                    <a:pt x="19" y="14"/>
                    <a:pt x="19" y="14"/>
                  </a:cubicBezTo>
                  <a:lnTo>
                    <a:pt x="20" y="11"/>
                  </a:lnTo>
                  <a:close/>
                </a:path>
              </a:pathLst>
            </a:custGeom>
            <a:solidFill>
              <a:srgbClr val="AFCA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103"/>
            <p:cNvSpPr>
              <a:spLocks noEditPoints="1"/>
            </p:cNvSpPr>
            <p:nvPr/>
          </p:nvSpPr>
          <p:spPr bwMode="auto">
            <a:xfrm>
              <a:off x="10170512" y="4028139"/>
              <a:ext cx="106169" cy="165346"/>
            </a:xfrm>
            <a:custGeom>
              <a:avLst/>
              <a:gdLst>
                <a:gd name="T0" fmla="*/ 13 w 26"/>
                <a:gd name="T1" fmla="*/ 40 h 40"/>
                <a:gd name="T2" fmla="*/ 8 w 26"/>
                <a:gd name="T3" fmla="*/ 39 h 40"/>
                <a:gd name="T4" fmla="*/ 4 w 26"/>
                <a:gd name="T5" fmla="*/ 37 h 40"/>
                <a:gd name="T6" fmla="*/ 1 w 26"/>
                <a:gd name="T7" fmla="*/ 34 h 40"/>
                <a:gd name="T8" fmla="*/ 0 w 26"/>
                <a:gd name="T9" fmla="*/ 29 h 40"/>
                <a:gd name="T10" fmla="*/ 0 w 26"/>
                <a:gd name="T11" fmla="*/ 13 h 40"/>
                <a:gd name="T12" fmla="*/ 3 w 26"/>
                <a:gd name="T13" fmla="*/ 3 h 40"/>
                <a:gd name="T14" fmla="*/ 14 w 26"/>
                <a:gd name="T15" fmla="*/ 0 h 40"/>
                <a:gd name="T16" fmla="*/ 16 w 26"/>
                <a:gd name="T17" fmla="*/ 0 h 40"/>
                <a:gd name="T18" fmla="*/ 19 w 26"/>
                <a:gd name="T19" fmla="*/ 1 h 40"/>
                <a:gd name="T20" fmla="*/ 21 w 26"/>
                <a:gd name="T21" fmla="*/ 1 h 40"/>
                <a:gd name="T22" fmla="*/ 23 w 26"/>
                <a:gd name="T23" fmla="*/ 1 h 40"/>
                <a:gd name="T24" fmla="*/ 23 w 26"/>
                <a:gd name="T25" fmla="*/ 3 h 40"/>
                <a:gd name="T26" fmla="*/ 23 w 26"/>
                <a:gd name="T27" fmla="*/ 4 h 40"/>
                <a:gd name="T28" fmla="*/ 22 w 26"/>
                <a:gd name="T29" fmla="*/ 6 h 40"/>
                <a:gd name="T30" fmla="*/ 22 w 26"/>
                <a:gd name="T31" fmla="*/ 7 h 40"/>
                <a:gd name="T32" fmla="*/ 21 w 26"/>
                <a:gd name="T33" fmla="*/ 6 h 40"/>
                <a:gd name="T34" fmla="*/ 19 w 26"/>
                <a:gd name="T35" fmla="*/ 6 h 40"/>
                <a:gd name="T36" fmla="*/ 16 w 26"/>
                <a:gd name="T37" fmla="*/ 5 h 40"/>
                <a:gd name="T38" fmla="*/ 14 w 26"/>
                <a:gd name="T39" fmla="*/ 5 h 40"/>
                <a:gd name="T40" fmla="*/ 10 w 26"/>
                <a:gd name="T41" fmla="*/ 6 h 40"/>
                <a:gd name="T42" fmla="*/ 7 w 26"/>
                <a:gd name="T43" fmla="*/ 7 h 40"/>
                <a:gd name="T44" fmla="*/ 6 w 26"/>
                <a:gd name="T45" fmla="*/ 10 h 40"/>
                <a:gd name="T46" fmla="*/ 6 w 26"/>
                <a:gd name="T47" fmla="*/ 13 h 40"/>
                <a:gd name="T48" fmla="*/ 6 w 26"/>
                <a:gd name="T49" fmla="*/ 15 h 40"/>
                <a:gd name="T50" fmla="*/ 7 w 26"/>
                <a:gd name="T51" fmla="*/ 15 h 40"/>
                <a:gd name="T52" fmla="*/ 10 w 26"/>
                <a:gd name="T53" fmla="*/ 14 h 40"/>
                <a:gd name="T54" fmla="*/ 14 w 26"/>
                <a:gd name="T55" fmla="*/ 13 h 40"/>
                <a:gd name="T56" fmla="*/ 19 w 26"/>
                <a:gd name="T57" fmla="*/ 14 h 40"/>
                <a:gd name="T58" fmla="*/ 23 w 26"/>
                <a:gd name="T59" fmla="*/ 16 h 40"/>
                <a:gd name="T60" fmla="*/ 25 w 26"/>
                <a:gd name="T61" fmla="*/ 20 h 40"/>
                <a:gd name="T62" fmla="*/ 26 w 26"/>
                <a:gd name="T63" fmla="*/ 26 h 40"/>
                <a:gd name="T64" fmla="*/ 25 w 26"/>
                <a:gd name="T65" fmla="*/ 32 h 40"/>
                <a:gd name="T66" fmla="*/ 23 w 26"/>
                <a:gd name="T67" fmla="*/ 36 h 40"/>
                <a:gd name="T68" fmla="*/ 19 w 26"/>
                <a:gd name="T69" fmla="*/ 39 h 40"/>
                <a:gd name="T70" fmla="*/ 13 w 26"/>
                <a:gd name="T71" fmla="*/ 40 h 40"/>
                <a:gd name="T72" fmla="*/ 14 w 26"/>
                <a:gd name="T73" fmla="*/ 18 h 40"/>
                <a:gd name="T74" fmla="*/ 10 w 26"/>
                <a:gd name="T75" fmla="*/ 19 h 40"/>
                <a:gd name="T76" fmla="*/ 7 w 26"/>
                <a:gd name="T77" fmla="*/ 20 h 40"/>
                <a:gd name="T78" fmla="*/ 6 w 26"/>
                <a:gd name="T79" fmla="*/ 22 h 40"/>
                <a:gd name="T80" fmla="*/ 6 w 26"/>
                <a:gd name="T81" fmla="*/ 28 h 40"/>
                <a:gd name="T82" fmla="*/ 8 w 26"/>
                <a:gd name="T83" fmla="*/ 33 h 40"/>
                <a:gd name="T84" fmla="*/ 13 w 26"/>
                <a:gd name="T85" fmla="*/ 34 h 40"/>
                <a:gd name="T86" fmla="*/ 18 w 26"/>
                <a:gd name="T87" fmla="*/ 33 h 40"/>
                <a:gd name="T88" fmla="*/ 20 w 26"/>
                <a:gd name="T89" fmla="*/ 26 h 40"/>
                <a:gd name="T90" fmla="*/ 18 w 26"/>
                <a:gd name="T91" fmla="*/ 20 h 40"/>
                <a:gd name="T92" fmla="*/ 14 w 26"/>
                <a:gd name="T93" fmla="*/ 1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6" h="40">
                  <a:moveTo>
                    <a:pt x="13" y="40"/>
                  </a:moveTo>
                  <a:cubicBezTo>
                    <a:pt x="11" y="40"/>
                    <a:pt x="10" y="39"/>
                    <a:pt x="8" y="39"/>
                  </a:cubicBezTo>
                  <a:cubicBezTo>
                    <a:pt x="6" y="39"/>
                    <a:pt x="5" y="38"/>
                    <a:pt x="4" y="37"/>
                  </a:cubicBezTo>
                  <a:cubicBezTo>
                    <a:pt x="3" y="36"/>
                    <a:pt x="2" y="35"/>
                    <a:pt x="1" y="34"/>
                  </a:cubicBezTo>
                  <a:cubicBezTo>
                    <a:pt x="0" y="32"/>
                    <a:pt x="0" y="31"/>
                    <a:pt x="0" y="29"/>
                  </a:cubicBezTo>
                  <a:cubicBezTo>
                    <a:pt x="0" y="13"/>
                    <a:pt x="0" y="13"/>
                    <a:pt x="0" y="13"/>
                  </a:cubicBezTo>
                  <a:cubicBezTo>
                    <a:pt x="0" y="8"/>
                    <a:pt x="1" y="5"/>
                    <a:pt x="3" y="3"/>
                  </a:cubicBezTo>
                  <a:cubicBezTo>
                    <a:pt x="5" y="1"/>
                    <a:pt x="9" y="0"/>
                    <a:pt x="14" y="0"/>
                  </a:cubicBezTo>
                  <a:cubicBezTo>
                    <a:pt x="15" y="0"/>
                    <a:pt x="15" y="0"/>
                    <a:pt x="16" y="0"/>
                  </a:cubicBezTo>
                  <a:cubicBezTo>
                    <a:pt x="17" y="0"/>
                    <a:pt x="18" y="0"/>
                    <a:pt x="19" y="1"/>
                  </a:cubicBezTo>
                  <a:cubicBezTo>
                    <a:pt x="20" y="1"/>
                    <a:pt x="21" y="1"/>
                    <a:pt x="21" y="1"/>
                  </a:cubicBezTo>
                  <a:cubicBezTo>
                    <a:pt x="22" y="1"/>
                    <a:pt x="23" y="1"/>
                    <a:pt x="23" y="1"/>
                  </a:cubicBezTo>
                  <a:cubicBezTo>
                    <a:pt x="23" y="2"/>
                    <a:pt x="23" y="2"/>
                    <a:pt x="23" y="3"/>
                  </a:cubicBezTo>
                  <a:cubicBezTo>
                    <a:pt x="23" y="3"/>
                    <a:pt x="23" y="4"/>
                    <a:pt x="23" y="4"/>
                  </a:cubicBezTo>
                  <a:cubicBezTo>
                    <a:pt x="23" y="5"/>
                    <a:pt x="23" y="6"/>
                    <a:pt x="22" y="6"/>
                  </a:cubicBezTo>
                  <a:cubicBezTo>
                    <a:pt x="22" y="7"/>
                    <a:pt x="22" y="7"/>
                    <a:pt x="22" y="7"/>
                  </a:cubicBezTo>
                  <a:cubicBezTo>
                    <a:pt x="21" y="7"/>
                    <a:pt x="21" y="7"/>
                    <a:pt x="21" y="6"/>
                  </a:cubicBezTo>
                  <a:cubicBezTo>
                    <a:pt x="20" y="6"/>
                    <a:pt x="19" y="6"/>
                    <a:pt x="19" y="6"/>
                  </a:cubicBezTo>
                  <a:cubicBezTo>
                    <a:pt x="18" y="6"/>
                    <a:pt x="17" y="6"/>
                    <a:pt x="16" y="5"/>
                  </a:cubicBezTo>
                  <a:cubicBezTo>
                    <a:pt x="16" y="5"/>
                    <a:pt x="15" y="5"/>
                    <a:pt x="14" y="5"/>
                  </a:cubicBezTo>
                  <a:cubicBezTo>
                    <a:pt x="12" y="5"/>
                    <a:pt x="11" y="5"/>
                    <a:pt x="10" y="6"/>
                  </a:cubicBezTo>
                  <a:cubicBezTo>
                    <a:pt x="9" y="6"/>
                    <a:pt x="8" y="7"/>
                    <a:pt x="7" y="7"/>
                  </a:cubicBezTo>
                  <a:cubicBezTo>
                    <a:pt x="7" y="8"/>
                    <a:pt x="6" y="9"/>
                    <a:pt x="6" y="10"/>
                  </a:cubicBezTo>
                  <a:cubicBezTo>
                    <a:pt x="6" y="11"/>
                    <a:pt x="6" y="12"/>
                    <a:pt x="6" y="13"/>
                  </a:cubicBezTo>
                  <a:cubicBezTo>
                    <a:pt x="6" y="15"/>
                    <a:pt x="6" y="15"/>
                    <a:pt x="6" y="15"/>
                  </a:cubicBezTo>
                  <a:cubicBezTo>
                    <a:pt x="6" y="15"/>
                    <a:pt x="6" y="16"/>
                    <a:pt x="7" y="15"/>
                  </a:cubicBezTo>
                  <a:cubicBezTo>
                    <a:pt x="8" y="15"/>
                    <a:pt x="9" y="14"/>
                    <a:pt x="10" y="14"/>
                  </a:cubicBezTo>
                  <a:cubicBezTo>
                    <a:pt x="11" y="13"/>
                    <a:pt x="12" y="13"/>
                    <a:pt x="14" y="13"/>
                  </a:cubicBezTo>
                  <a:cubicBezTo>
                    <a:pt x="16" y="13"/>
                    <a:pt x="17" y="13"/>
                    <a:pt x="19" y="14"/>
                  </a:cubicBezTo>
                  <a:cubicBezTo>
                    <a:pt x="20" y="14"/>
                    <a:pt x="22" y="15"/>
                    <a:pt x="23" y="16"/>
                  </a:cubicBezTo>
                  <a:cubicBezTo>
                    <a:pt x="24" y="17"/>
                    <a:pt x="25" y="19"/>
                    <a:pt x="25" y="20"/>
                  </a:cubicBezTo>
                  <a:cubicBezTo>
                    <a:pt x="26" y="22"/>
                    <a:pt x="26" y="24"/>
                    <a:pt x="26" y="26"/>
                  </a:cubicBezTo>
                  <a:cubicBezTo>
                    <a:pt x="26" y="28"/>
                    <a:pt x="26" y="30"/>
                    <a:pt x="25" y="32"/>
                  </a:cubicBezTo>
                  <a:cubicBezTo>
                    <a:pt x="25" y="33"/>
                    <a:pt x="24" y="35"/>
                    <a:pt x="23" y="36"/>
                  </a:cubicBezTo>
                  <a:cubicBezTo>
                    <a:pt x="22" y="37"/>
                    <a:pt x="21" y="38"/>
                    <a:pt x="19" y="39"/>
                  </a:cubicBezTo>
                  <a:cubicBezTo>
                    <a:pt x="18" y="39"/>
                    <a:pt x="16" y="40"/>
                    <a:pt x="13" y="40"/>
                  </a:cubicBezTo>
                  <a:close/>
                  <a:moveTo>
                    <a:pt x="14" y="18"/>
                  </a:moveTo>
                  <a:cubicBezTo>
                    <a:pt x="12" y="18"/>
                    <a:pt x="11" y="18"/>
                    <a:pt x="10" y="19"/>
                  </a:cubicBezTo>
                  <a:cubicBezTo>
                    <a:pt x="9" y="19"/>
                    <a:pt x="8" y="20"/>
                    <a:pt x="7" y="20"/>
                  </a:cubicBezTo>
                  <a:cubicBezTo>
                    <a:pt x="6" y="21"/>
                    <a:pt x="6" y="21"/>
                    <a:pt x="6" y="22"/>
                  </a:cubicBezTo>
                  <a:cubicBezTo>
                    <a:pt x="6" y="28"/>
                    <a:pt x="6" y="28"/>
                    <a:pt x="6" y="28"/>
                  </a:cubicBezTo>
                  <a:cubicBezTo>
                    <a:pt x="6" y="30"/>
                    <a:pt x="7" y="32"/>
                    <a:pt x="8" y="33"/>
                  </a:cubicBezTo>
                  <a:cubicBezTo>
                    <a:pt x="9" y="34"/>
                    <a:pt x="11" y="34"/>
                    <a:pt x="13" y="34"/>
                  </a:cubicBezTo>
                  <a:cubicBezTo>
                    <a:pt x="15" y="34"/>
                    <a:pt x="17" y="34"/>
                    <a:pt x="18" y="33"/>
                  </a:cubicBezTo>
                  <a:cubicBezTo>
                    <a:pt x="19" y="31"/>
                    <a:pt x="20" y="29"/>
                    <a:pt x="20" y="26"/>
                  </a:cubicBezTo>
                  <a:cubicBezTo>
                    <a:pt x="20" y="23"/>
                    <a:pt x="19" y="21"/>
                    <a:pt x="18" y="20"/>
                  </a:cubicBezTo>
                  <a:cubicBezTo>
                    <a:pt x="17" y="19"/>
                    <a:pt x="16" y="18"/>
                    <a:pt x="14" y="1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7" name="Freeform 104"/>
            <p:cNvSpPr>
              <a:spLocks/>
            </p:cNvSpPr>
            <p:nvPr/>
          </p:nvSpPr>
          <p:spPr bwMode="auto">
            <a:xfrm>
              <a:off x="10309751" y="4031620"/>
              <a:ext cx="102688" cy="161865"/>
            </a:xfrm>
            <a:custGeom>
              <a:avLst/>
              <a:gdLst>
                <a:gd name="T0" fmla="*/ 11 w 25"/>
                <a:gd name="T1" fmla="*/ 39 h 39"/>
                <a:gd name="T2" fmla="*/ 6 w 25"/>
                <a:gd name="T3" fmla="*/ 39 h 39"/>
                <a:gd name="T4" fmla="*/ 3 w 25"/>
                <a:gd name="T5" fmla="*/ 38 h 39"/>
                <a:gd name="T6" fmla="*/ 1 w 25"/>
                <a:gd name="T7" fmla="*/ 37 h 39"/>
                <a:gd name="T8" fmla="*/ 0 w 25"/>
                <a:gd name="T9" fmla="*/ 36 h 39"/>
                <a:gd name="T10" fmla="*/ 0 w 25"/>
                <a:gd name="T11" fmla="*/ 35 h 39"/>
                <a:gd name="T12" fmla="*/ 0 w 25"/>
                <a:gd name="T13" fmla="*/ 33 h 39"/>
                <a:gd name="T14" fmla="*/ 1 w 25"/>
                <a:gd name="T15" fmla="*/ 32 h 39"/>
                <a:gd name="T16" fmla="*/ 2 w 25"/>
                <a:gd name="T17" fmla="*/ 31 h 39"/>
                <a:gd name="T18" fmla="*/ 5 w 25"/>
                <a:gd name="T19" fmla="*/ 33 h 39"/>
                <a:gd name="T20" fmla="*/ 11 w 25"/>
                <a:gd name="T21" fmla="*/ 34 h 39"/>
                <a:gd name="T22" fmla="*/ 16 w 25"/>
                <a:gd name="T23" fmla="*/ 32 h 39"/>
                <a:gd name="T24" fmla="*/ 18 w 25"/>
                <a:gd name="T25" fmla="*/ 27 h 39"/>
                <a:gd name="T26" fmla="*/ 17 w 25"/>
                <a:gd name="T27" fmla="*/ 23 h 39"/>
                <a:gd name="T28" fmla="*/ 13 w 25"/>
                <a:gd name="T29" fmla="*/ 20 h 39"/>
                <a:gd name="T30" fmla="*/ 9 w 25"/>
                <a:gd name="T31" fmla="*/ 19 h 39"/>
                <a:gd name="T32" fmla="*/ 4 w 25"/>
                <a:gd name="T33" fmla="*/ 18 h 39"/>
                <a:gd name="T34" fmla="*/ 3 w 25"/>
                <a:gd name="T35" fmla="*/ 17 h 39"/>
                <a:gd name="T36" fmla="*/ 2 w 25"/>
                <a:gd name="T37" fmla="*/ 16 h 39"/>
                <a:gd name="T38" fmla="*/ 2 w 25"/>
                <a:gd name="T39" fmla="*/ 1 h 39"/>
                <a:gd name="T40" fmla="*/ 3 w 25"/>
                <a:gd name="T41" fmla="*/ 0 h 39"/>
                <a:gd name="T42" fmla="*/ 3 w 25"/>
                <a:gd name="T43" fmla="*/ 0 h 39"/>
                <a:gd name="T44" fmla="*/ 23 w 25"/>
                <a:gd name="T45" fmla="*/ 0 h 39"/>
                <a:gd name="T46" fmla="*/ 24 w 25"/>
                <a:gd name="T47" fmla="*/ 1 h 39"/>
                <a:gd name="T48" fmla="*/ 24 w 25"/>
                <a:gd name="T49" fmla="*/ 4 h 39"/>
                <a:gd name="T50" fmla="*/ 24 w 25"/>
                <a:gd name="T51" fmla="*/ 5 h 39"/>
                <a:gd name="T52" fmla="*/ 22 w 25"/>
                <a:gd name="T53" fmla="*/ 5 h 39"/>
                <a:gd name="T54" fmla="*/ 9 w 25"/>
                <a:gd name="T55" fmla="*/ 5 h 39"/>
                <a:gd name="T56" fmla="*/ 8 w 25"/>
                <a:gd name="T57" fmla="*/ 5 h 39"/>
                <a:gd name="T58" fmla="*/ 8 w 25"/>
                <a:gd name="T59" fmla="*/ 6 h 39"/>
                <a:gd name="T60" fmla="*/ 8 w 25"/>
                <a:gd name="T61" fmla="*/ 13 h 39"/>
                <a:gd name="T62" fmla="*/ 8 w 25"/>
                <a:gd name="T63" fmla="*/ 13 h 39"/>
                <a:gd name="T64" fmla="*/ 9 w 25"/>
                <a:gd name="T65" fmla="*/ 14 h 39"/>
                <a:gd name="T66" fmla="*/ 13 w 25"/>
                <a:gd name="T67" fmla="*/ 15 h 39"/>
                <a:gd name="T68" fmla="*/ 17 w 25"/>
                <a:gd name="T69" fmla="*/ 16 h 39"/>
                <a:gd name="T70" fmla="*/ 23 w 25"/>
                <a:gd name="T71" fmla="*/ 20 h 39"/>
                <a:gd name="T72" fmla="*/ 25 w 25"/>
                <a:gd name="T73" fmla="*/ 27 h 39"/>
                <a:gd name="T74" fmla="*/ 24 w 25"/>
                <a:gd name="T75" fmla="*/ 32 h 39"/>
                <a:gd name="T76" fmla="*/ 21 w 25"/>
                <a:gd name="T77" fmla="*/ 36 h 39"/>
                <a:gd name="T78" fmla="*/ 17 w 25"/>
                <a:gd name="T79" fmla="*/ 38 h 39"/>
                <a:gd name="T80" fmla="*/ 11 w 25"/>
                <a:gd name="T81"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 h="39">
                  <a:moveTo>
                    <a:pt x="11" y="39"/>
                  </a:moveTo>
                  <a:cubicBezTo>
                    <a:pt x="10" y="39"/>
                    <a:pt x="8" y="39"/>
                    <a:pt x="6" y="39"/>
                  </a:cubicBezTo>
                  <a:cubicBezTo>
                    <a:pt x="5" y="38"/>
                    <a:pt x="4" y="38"/>
                    <a:pt x="3" y="38"/>
                  </a:cubicBezTo>
                  <a:cubicBezTo>
                    <a:pt x="2" y="38"/>
                    <a:pt x="1" y="37"/>
                    <a:pt x="1" y="37"/>
                  </a:cubicBezTo>
                  <a:cubicBezTo>
                    <a:pt x="0" y="37"/>
                    <a:pt x="0" y="37"/>
                    <a:pt x="0" y="36"/>
                  </a:cubicBezTo>
                  <a:cubicBezTo>
                    <a:pt x="0" y="36"/>
                    <a:pt x="0" y="36"/>
                    <a:pt x="0" y="35"/>
                  </a:cubicBezTo>
                  <a:cubicBezTo>
                    <a:pt x="0" y="35"/>
                    <a:pt x="0" y="34"/>
                    <a:pt x="0" y="33"/>
                  </a:cubicBezTo>
                  <a:cubicBezTo>
                    <a:pt x="0" y="33"/>
                    <a:pt x="0" y="32"/>
                    <a:pt x="1" y="32"/>
                  </a:cubicBezTo>
                  <a:cubicBezTo>
                    <a:pt x="1" y="31"/>
                    <a:pt x="1" y="31"/>
                    <a:pt x="2" y="31"/>
                  </a:cubicBezTo>
                  <a:cubicBezTo>
                    <a:pt x="2" y="32"/>
                    <a:pt x="4" y="32"/>
                    <a:pt x="5" y="33"/>
                  </a:cubicBezTo>
                  <a:cubicBezTo>
                    <a:pt x="7" y="34"/>
                    <a:pt x="9" y="34"/>
                    <a:pt x="11" y="34"/>
                  </a:cubicBezTo>
                  <a:cubicBezTo>
                    <a:pt x="13" y="34"/>
                    <a:pt x="15" y="33"/>
                    <a:pt x="16" y="32"/>
                  </a:cubicBezTo>
                  <a:cubicBezTo>
                    <a:pt x="17" y="31"/>
                    <a:pt x="18" y="29"/>
                    <a:pt x="18" y="27"/>
                  </a:cubicBezTo>
                  <a:cubicBezTo>
                    <a:pt x="18" y="26"/>
                    <a:pt x="18" y="24"/>
                    <a:pt x="17" y="23"/>
                  </a:cubicBezTo>
                  <a:cubicBezTo>
                    <a:pt x="16" y="22"/>
                    <a:pt x="15" y="21"/>
                    <a:pt x="13" y="20"/>
                  </a:cubicBezTo>
                  <a:cubicBezTo>
                    <a:pt x="12" y="20"/>
                    <a:pt x="11" y="19"/>
                    <a:pt x="9" y="19"/>
                  </a:cubicBezTo>
                  <a:cubicBezTo>
                    <a:pt x="7" y="18"/>
                    <a:pt x="6" y="18"/>
                    <a:pt x="4" y="18"/>
                  </a:cubicBezTo>
                  <a:cubicBezTo>
                    <a:pt x="4" y="18"/>
                    <a:pt x="3" y="18"/>
                    <a:pt x="3" y="17"/>
                  </a:cubicBezTo>
                  <a:cubicBezTo>
                    <a:pt x="2" y="17"/>
                    <a:pt x="2" y="16"/>
                    <a:pt x="2" y="16"/>
                  </a:cubicBezTo>
                  <a:cubicBezTo>
                    <a:pt x="2" y="1"/>
                    <a:pt x="2" y="1"/>
                    <a:pt x="2" y="1"/>
                  </a:cubicBezTo>
                  <a:cubicBezTo>
                    <a:pt x="2" y="1"/>
                    <a:pt x="2" y="0"/>
                    <a:pt x="3" y="0"/>
                  </a:cubicBezTo>
                  <a:cubicBezTo>
                    <a:pt x="3" y="0"/>
                    <a:pt x="3" y="0"/>
                    <a:pt x="3" y="0"/>
                  </a:cubicBezTo>
                  <a:cubicBezTo>
                    <a:pt x="23" y="0"/>
                    <a:pt x="23" y="0"/>
                    <a:pt x="23" y="0"/>
                  </a:cubicBezTo>
                  <a:cubicBezTo>
                    <a:pt x="24" y="0"/>
                    <a:pt x="24" y="0"/>
                    <a:pt x="24" y="1"/>
                  </a:cubicBezTo>
                  <a:cubicBezTo>
                    <a:pt x="24" y="4"/>
                    <a:pt x="24" y="4"/>
                    <a:pt x="24" y="4"/>
                  </a:cubicBezTo>
                  <a:cubicBezTo>
                    <a:pt x="24" y="5"/>
                    <a:pt x="24" y="5"/>
                    <a:pt x="24" y="5"/>
                  </a:cubicBezTo>
                  <a:cubicBezTo>
                    <a:pt x="23" y="5"/>
                    <a:pt x="23" y="5"/>
                    <a:pt x="22" y="5"/>
                  </a:cubicBezTo>
                  <a:cubicBezTo>
                    <a:pt x="9" y="5"/>
                    <a:pt x="9" y="5"/>
                    <a:pt x="9" y="5"/>
                  </a:cubicBezTo>
                  <a:cubicBezTo>
                    <a:pt x="9" y="5"/>
                    <a:pt x="8" y="5"/>
                    <a:pt x="8" y="5"/>
                  </a:cubicBezTo>
                  <a:cubicBezTo>
                    <a:pt x="8" y="6"/>
                    <a:pt x="8" y="6"/>
                    <a:pt x="8" y="6"/>
                  </a:cubicBezTo>
                  <a:cubicBezTo>
                    <a:pt x="8" y="13"/>
                    <a:pt x="8" y="13"/>
                    <a:pt x="8" y="13"/>
                  </a:cubicBezTo>
                  <a:cubicBezTo>
                    <a:pt x="8" y="13"/>
                    <a:pt x="8" y="13"/>
                    <a:pt x="8" y="13"/>
                  </a:cubicBezTo>
                  <a:cubicBezTo>
                    <a:pt x="8" y="13"/>
                    <a:pt x="8" y="13"/>
                    <a:pt x="9" y="14"/>
                  </a:cubicBezTo>
                  <a:cubicBezTo>
                    <a:pt x="10" y="14"/>
                    <a:pt x="12" y="14"/>
                    <a:pt x="13" y="15"/>
                  </a:cubicBezTo>
                  <a:cubicBezTo>
                    <a:pt x="15" y="15"/>
                    <a:pt x="16" y="15"/>
                    <a:pt x="17" y="16"/>
                  </a:cubicBezTo>
                  <a:cubicBezTo>
                    <a:pt x="19" y="17"/>
                    <a:pt x="21" y="18"/>
                    <a:pt x="23" y="20"/>
                  </a:cubicBezTo>
                  <a:cubicBezTo>
                    <a:pt x="24" y="22"/>
                    <a:pt x="25" y="24"/>
                    <a:pt x="25" y="27"/>
                  </a:cubicBezTo>
                  <a:cubicBezTo>
                    <a:pt x="25" y="29"/>
                    <a:pt x="24" y="30"/>
                    <a:pt x="24" y="32"/>
                  </a:cubicBezTo>
                  <a:cubicBezTo>
                    <a:pt x="23" y="33"/>
                    <a:pt x="22" y="35"/>
                    <a:pt x="21" y="36"/>
                  </a:cubicBezTo>
                  <a:cubicBezTo>
                    <a:pt x="20" y="37"/>
                    <a:pt x="19" y="38"/>
                    <a:pt x="17" y="38"/>
                  </a:cubicBezTo>
                  <a:cubicBezTo>
                    <a:pt x="15" y="39"/>
                    <a:pt x="13" y="39"/>
                    <a:pt x="11" y="3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8" name="Freeform 105"/>
            <p:cNvSpPr>
              <a:spLocks noEditPoints="1"/>
            </p:cNvSpPr>
            <p:nvPr/>
          </p:nvSpPr>
          <p:spPr bwMode="auto">
            <a:xfrm>
              <a:off x="10438547" y="4019437"/>
              <a:ext cx="156644" cy="174049"/>
            </a:xfrm>
            <a:custGeom>
              <a:avLst/>
              <a:gdLst>
                <a:gd name="T0" fmla="*/ 15 w 38"/>
                <a:gd name="T1" fmla="*/ 18 h 42"/>
                <a:gd name="T2" fmla="*/ 11 w 38"/>
                <a:gd name="T3" fmla="*/ 21 h 42"/>
                <a:gd name="T4" fmla="*/ 3 w 38"/>
                <a:gd name="T5" fmla="*/ 20 h 42"/>
                <a:gd name="T6" fmla="*/ 0 w 38"/>
                <a:gd name="T7" fmla="*/ 8 h 42"/>
                <a:gd name="T8" fmla="*/ 8 w 38"/>
                <a:gd name="T9" fmla="*/ 0 h 42"/>
                <a:gd name="T10" fmla="*/ 14 w 38"/>
                <a:gd name="T11" fmla="*/ 2 h 42"/>
                <a:gd name="T12" fmla="*/ 16 w 38"/>
                <a:gd name="T13" fmla="*/ 7 h 42"/>
                <a:gd name="T14" fmla="*/ 12 w 38"/>
                <a:gd name="T15" fmla="*/ 9 h 42"/>
                <a:gd name="T16" fmla="*/ 9 w 38"/>
                <a:gd name="T17" fmla="*/ 4 h 42"/>
                <a:gd name="T18" fmla="*/ 5 w 38"/>
                <a:gd name="T19" fmla="*/ 9 h 42"/>
                <a:gd name="T20" fmla="*/ 6 w 38"/>
                <a:gd name="T21" fmla="*/ 16 h 42"/>
                <a:gd name="T22" fmla="*/ 11 w 38"/>
                <a:gd name="T23" fmla="*/ 16 h 42"/>
                <a:gd name="T24" fmla="*/ 12 w 38"/>
                <a:gd name="T25" fmla="*/ 9 h 42"/>
                <a:gd name="T26" fmla="*/ 11 w 38"/>
                <a:gd name="T27" fmla="*/ 41 h 42"/>
                <a:gd name="T28" fmla="*/ 8 w 38"/>
                <a:gd name="T29" fmla="*/ 42 h 42"/>
                <a:gd name="T30" fmla="*/ 7 w 38"/>
                <a:gd name="T31" fmla="*/ 40 h 42"/>
                <a:gd name="T32" fmla="*/ 28 w 38"/>
                <a:gd name="T33" fmla="*/ 0 h 42"/>
                <a:gd name="T34" fmla="*/ 32 w 38"/>
                <a:gd name="T35" fmla="*/ 0 h 42"/>
                <a:gd name="T36" fmla="*/ 32 w 38"/>
                <a:gd name="T37" fmla="*/ 2 h 42"/>
                <a:gd name="T38" fmla="*/ 38 w 38"/>
                <a:gd name="T39" fmla="*/ 35 h 42"/>
                <a:gd name="T40" fmla="*/ 36 w 38"/>
                <a:gd name="T41" fmla="*/ 41 h 42"/>
                <a:gd name="T42" fmla="*/ 31 w 38"/>
                <a:gd name="T43" fmla="*/ 42 h 42"/>
                <a:gd name="T44" fmla="*/ 23 w 38"/>
                <a:gd name="T45" fmla="*/ 35 h 42"/>
                <a:gd name="T46" fmla="*/ 25 w 38"/>
                <a:gd name="T47" fmla="*/ 23 h 42"/>
                <a:gd name="T48" fmla="*/ 33 w 38"/>
                <a:gd name="T49" fmla="*/ 21 h 42"/>
                <a:gd name="T50" fmla="*/ 38 w 38"/>
                <a:gd name="T51" fmla="*/ 25 h 42"/>
                <a:gd name="T52" fmla="*/ 38 w 38"/>
                <a:gd name="T53" fmla="*/ 35 h 42"/>
                <a:gd name="T54" fmla="*/ 33 w 38"/>
                <a:gd name="T55" fmla="*/ 26 h 42"/>
                <a:gd name="T56" fmla="*/ 28 w 38"/>
                <a:gd name="T57" fmla="*/ 26 h 42"/>
                <a:gd name="T58" fmla="*/ 27 w 38"/>
                <a:gd name="T59" fmla="*/ 35 h 42"/>
                <a:gd name="T60" fmla="*/ 31 w 38"/>
                <a:gd name="T61" fmla="*/ 38 h 42"/>
                <a:gd name="T62" fmla="*/ 34 w 38"/>
                <a:gd name="T63" fmla="*/ 3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 h="42">
                  <a:moveTo>
                    <a:pt x="16" y="14"/>
                  </a:moveTo>
                  <a:cubicBezTo>
                    <a:pt x="16" y="16"/>
                    <a:pt x="16" y="17"/>
                    <a:pt x="15" y="18"/>
                  </a:cubicBezTo>
                  <a:cubicBezTo>
                    <a:pt x="15" y="19"/>
                    <a:pt x="14" y="19"/>
                    <a:pt x="14" y="20"/>
                  </a:cubicBezTo>
                  <a:cubicBezTo>
                    <a:pt x="13" y="20"/>
                    <a:pt x="12" y="21"/>
                    <a:pt x="11" y="21"/>
                  </a:cubicBezTo>
                  <a:cubicBezTo>
                    <a:pt x="10" y="21"/>
                    <a:pt x="9" y="21"/>
                    <a:pt x="8" y="21"/>
                  </a:cubicBezTo>
                  <a:cubicBezTo>
                    <a:pt x="6" y="21"/>
                    <a:pt x="4" y="21"/>
                    <a:pt x="3" y="20"/>
                  </a:cubicBezTo>
                  <a:cubicBezTo>
                    <a:pt x="1" y="19"/>
                    <a:pt x="0" y="17"/>
                    <a:pt x="0" y="14"/>
                  </a:cubicBezTo>
                  <a:cubicBezTo>
                    <a:pt x="0" y="8"/>
                    <a:pt x="0" y="8"/>
                    <a:pt x="0" y="8"/>
                  </a:cubicBezTo>
                  <a:cubicBezTo>
                    <a:pt x="0" y="5"/>
                    <a:pt x="1" y="3"/>
                    <a:pt x="3" y="2"/>
                  </a:cubicBezTo>
                  <a:cubicBezTo>
                    <a:pt x="4" y="1"/>
                    <a:pt x="6" y="0"/>
                    <a:pt x="8" y="0"/>
                  </a:cubicBezTo>
                  <a:cubicBezTo>
                    <a:pt x="9" y="0"/>
                    <a:pt x="10" y="0"/>
                    <a:pt x="11" y="0"/>
                  </a:cubicBezTo>
                  <a:cubicBezTo>
                    <a:pt x="12" y="1"/>
                    <a:pt x="13" y="1"/>
                    <a:pt x="14" y="2"/>
                  </a:cubicBezTo>
                  <a:cubicBezTo>
                    <a:pt x="14" y="2"/>
                    <a:pt x="15" y="3"/>
                    <a:pt x="15" y="4"/>
                  </a:cubicBezTo>
                  <a:cubicBezTo>
                    <a:pt x="16" y="5"/>
                    <a:pt x="16" y="6"/>
                    <a:pt x="16" y="7"/>
                  </a:cubicBezTo>
                  <a:lnTo>
                    <a:pt x="16" y="14"/>
                  </a:lnTo>
                  <a:close/>
                  <a:moveTo>
                    <a:pt x="12" y="9"/>
                  </a:moveTo>
                  <a:cubicBezTo>
                    <a:pt x="12" y="7"/>
                    <a:pt x="11" y="6"/>
                    <a:pt x="11" y="6"/>
                  </a:cubicBezTo>
                  <a:cubicBezTo>
                    <a:pt x="11" y="5"/>
                    <a:pt x="10" y="4"/>
                    <a:pt x="9" y="4"/>
                  </a:cubicBezTo>
                  <a:cubicBezTo>
                    <a:pt x="7" y="4"/>
                    <a:pt x="6" y="5"/>
                    <a:pt x="6" y="5"/>
                  </a:cubicBezTo>
                  <a:cubicBezTo>
                    <a:pt x="5" y="6"/>
                    <a:pt x="5" y="7"/>
                    <a:pt x="5" y="9"/>
                  </a:cubicBezTo>
                  <a:cubicBezTo>
                    <a:pt x="5" y="14"/>
                    <a:pt x="5" y="14"/>
                    <a:pt x="5" y="14"/>
                  </a:cubicBezTo>
                  <a:cubicBezTo>
                    <a:pt x="5" y="15"/>
                    <a:pt x="5" y="16"/>
                    <a:pt x="6" y="16"/>
                  </a:cubicBezTo>
                  <a:cubicBezTo>
                    <a:pt x="6" y="17"/>
                    <a:pt x="7" y="17"/>
                    <a:pt x="8" y="17"/>
                  </a:cubicBezTo>
                  <a:cubicBezTo>
                    <a:pt x="10" y="17"/>
                    <a:pt x="10" y="17"/>
                    <a:pt x="11" y="16"/>
                  </a:cubicBezTo>
                  <a:cubicBezTo>
                    <a:pt x="11" y="16"/>
                    <a:pt x="12" y="15"/>
                    <a:pt x="12" y="14"/>
                  </a:cubicBezTo>
                  <a:lnTo>
                    <a:pt x="12" y="9"/>
                  </a:lnTo>
                  <a:close/>
                  <a:moveTo>
                    <a:pt x="12" y="40"/>
                  </a:moveTo>
                  <a:cubicBezTo>
                    <a:pt x="12" y="41"/>
                    <a:pt x="12" y="41"/>
                    <a:pt x="11" y="41"/>
                  </a:cubicBezTo>
                  <a:cubicBezTo>
                    <a:pt x="11" y="42"/>
                    <a:pt x="11" y="42"/>
                    <a:pt x="10" y="42"/>
                  </a:cubicBezTo>
                  <a:cubicBezTo>
                    <a:pt x="8" y="42"/>
                    <a:pt x="8" y="42"/>
                    <a:pt x="8" y="42"/>
                  </a:cubicBezTo>
                  <a:cubicBezTo>
                    <a:pt x="7" y="42"/>
                    <a:pt x="7" y="42"/>
                    <a:pt x="7" y="41"/>
                  </a:cubicBezTo>
                  <a:cubicBezTo>
                    <a:pt x="7" y="41"/>
                    <a:pt x="7" y="41"/>
                    <a:pt x="7" y="40"/>
                  </a:cubicBezTo>
                  <a:cubicBezTo>
                    <a:pt x="27" y="2"/>
                    <a:pt x="27" y="2"/>
                    <a:pt x="27" y="2"/>
                  </a:cubicBezTo>
                  <a:cubicBezTo>
                    <a:pt x="27" y="1"/>
                    <a:pt x="27" y="1"/>
                    <a:pt x="28" y="0"/>
                  </a:cubicBezTo>
                  <a:cubicBezTo>
                    <a:pt x="28" y="0"/>
                    <a:pt x="28" y="0"/>
                    <a:pt x="29" y="0"/>
                  </a:cubicBezTo>
                  <a:cubicBezTo>
                    <a:pt x="32" y="0"/>
                    <a:pt x="32" y="0"/>
                    <a:pt x="32" y="0"/>
                  </a:cubicBezTo>
                  <a:cubicBezTo>
                    <a:pt x="32" y="0"/>
                    <a:pt x="32" y="0"/>
                    <a:pt x="32" y="1"/>
                  </a:cubicBezTo>
                  <a:cubicBezTo>
                    <a:pt x="32" y="1"/>
                    <a:pt x="32" y="1"/>
                    <a:pt x="32" y="2"/>
                  </a:cubicBezTo>
                  <a:lnTo>
                    <a:pt x="12" y="40"/>
                  </a:lnTo>
                  <a:close/>
                  <a:moveTo>
                    <a:pt x="38" y="35"/>
                  </a:moveTo>
                  <a:cubicBezTo>
                    <a:pt x="38" y="37"/>
                    <a:pt x="38" y="38"/>
                    <a:pt x="38" y="39"/>
                  </a:cubicBezTo>
                  <a:cubicBezTo>
                    <a:pt x="37" y="40"/>
                    <a:pt x="37" y="40"/>
                    <a:pt x="36" y="41"/>
                  </a:cubicBezTo>
                  <a:cubicBezTo>
                    <a:pt x="35" y="41"/>
                    <a:pt x="34" y="42"/>
                    <a:pt x="33" y="42"/>
                  </a:cubicBezTo>
                  <a:cubicBezTo>
                    <a:pt x="33" y="42"/>
                    <a:pt x="32" y="42"/>
                    <a:pt x="31" y="42"/>
                  </a:cubicBezTo>
                  <a:cubicBezTo>
                    <a:pt x="28" y="42"/>
                    <a:pt x="26" y="42"/>
                    <a:pt x="25" y="41"/>
                  </a:cubicBezTo>
                  <a:cubicBezTo>
                    <a:pt x="23" y="39"/>
                    <a:pt x="23" y="38"/>
                    <a:pt x="23" y="35"/>
                  </a:cubicBezTo>
                  <a:cubicBezTo>
                    <a:pt x="23" y="29"/>
                    <a:pt x="23" y="29"/>
                    <a:pt x="23" y="29"/>
                  </a:cubicBezTo>
                  <a:cubicBezTo>
                    <a:pt x="23" y="26"/>
                    <a:pt x="23" y="24"/>
                    <a:pt x="25" y="23"/>
                  </a:cubicBezTo>
                  <a:cubicBezTo>
                    <a:pt x="26" y="21"/>
                    <a:pt x="28" y="21"/>
                    <a:pt x="31" y="21"/>
                  </a:cubicBezTo>
                  <a:cubicBezTo>
                    <a:pt x="32" y="21"/>
                    <a:pt x="32" y="21"/>
                    <a:pt x="33" y="21"/>
                  </a:cubicBezTo>
                  <a:cubicBezTo>
                    <a:pt x="34" y="21"/>
                    <a:pt x="35" y="22"/>
                    <a:pt x="36" y="22"/>
                  </a:cubicBezTo>
                  <a:cubicBezTo>
                    <a:pt x="37" y="23"/>
                    <a:pt x="37" y="24"/>
                    <a:pt x="38" y="25"/>
                  </a:cubicBezTo>
                  <a:cubicBezTo>
                    <a:pt x="38" y="26"/>
                    <a:pt x="38" y="27"/>
                    <a:pt x="38" y="28"/>
                  </a:cubicBezTo>
                  <a:lnTo>
                    <a:pt x="38" y="35"/>
                  </a:lnTo>
                  <a:close/>
                  <a:moveTo>
                    <a:pt x="34" y="29"/>
                  </a:moveTo>
                  <a:cubicBezTo>
                    <a:pt x="34" y="28"/>
                    <a:pt x="34" y="27"/>
                    <a:pt x="33" y="26"/>
                  </a:cubicBezTo>
                  <a:cubicBezTo>
                    <a:pt x="33" y="26"/>
                    <a:pt x="32" y="25"/>
                    <a:pt x="31" y="25"/>
                  </a:cubicBezTo>
                  <a:cubicBezTo>
                    <a:pt x="29" y="25"/>
                    <a:pt x="28" y="26"/>
                    <a:pt x="28" y="26"/>
                  </a:cubicBezTo>
                  <a:cubicBezTo>
                    <a:pt x="27" y="27"/>
                    <a:pt x="27" y="28"/>
                    <a:pt x="27" y="30"/>
                  </a:cubicBezTo>
                  <a:cubicBezTo>
                    <a:pt x="27" y="35"/>
                    <a:pt x="27" y="35"/>
                    <a:pt x="27" y="35"/>
                  </a:cubicBezTo>
                  <a:cubicBezTo>
                    <a:pt x="27" y="36"/>
                    <a:pt x="27" y="36"/>
                    <a:pt x="28" y="37"/>
                  </a:cubicBezTo>
                  <a:cubicBezTo>
                    <a:pt x="29" y="38"/>
                    <a:pt x="29" y="38"/>
                    <a:pt x="31" y="38"/>
                  </a:cubicBezTo>
                  <a:cubicBezTo>
                    <a:pt x="32" y="38"/>
                    <a:pt x="33" y="38"/>
                    <a:pt x="33" y="37"/>
                  </a:cubicBezTo>
                  <a:cubicBezTo>
                    <a:pt x="34" y="36"/>
                    <a:pt x="34" y="36"/>
                    <a:pt x="34" y="35"/>
                  </a:cubicBezTo>
                  <a:lnTo>
                    <a:pt x="34" y="29"/>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9" name="Freeform 106"/>
            <p:cNvSpPr>
              <a:spLocks noEditPoints="1"/>
            </p:cNvSpPr>
            <p:nvPr/>
          </p:nvSpPr>
          <p:spPr bwMode="auto">
            <a:xfrm>
              <a:off x="10153107" y="3730516"/>
              <a:ext cx="123574" cy="149682"/>
            </a:xfrm>
            <a:custGeom>
              <a:avLst/>
              <a:gdLst>
                <a:gd name="T0" fmla="*/ 28 w 30"/>
                <a:gd name="T1" fmla="*/ 36 h 36"/>
                <a:gd name="T2" fmla="*/ 25 w 30"/>
                <a:gd name="T3" fmla="*/ 36 h 36"/>
                <a:gd name="T4" fmla="*/ 24 w 30"/>
                <a:gd name="T5" fmla="*/ 36 h 36"/>
                <a:gd name="T6" fmla="*/ 23 w 30"/>
                <a:gd name="T7" fmla="*/ 35 h 36"/>
                <a:gd name="T8" fmla="*/ 21 w 30"/>
                <a:gd name="T9" fmla="*/ 28 h 36"/>
                <a:gd name="T10" fmla="*/ 8 w 30"/>
                <a:gd name="T11" fmla="*/ 28 h 36"/>
                <a:gd name="T12" fmla="*/ 6 w 30"/>
                <a:gd name="T13" fmla="*/ 35 h 36"/>
                <a:gd name="T14" fmla="*/ 6 w 30"/>
                <a:gd name="T15" fmla="*/ 36 h 36"/>
                <a:gd name="T16" fmla="*/ 5 w 30"/>
                <a:gd name="T17" fmla="*/ 36 h 36"/>
                <a:gd name="T18" fmla="*/ 1 w 30"/>
                <a:gd name="T19" fmla="*/ 36 h 36"/>
                <a:gd name="T20" fmla="*/ 0 w 30"/>
                <a:gd name="T21" fmla="*/ 36 h 36"/>
                <a:gd name="T22" fmla="*/ 1 w 30"/>
                <a:gd name="T23" fmla="*/ 34 h 36"/>
                <a:gd name="T24" fmla="*/ 11 w 30"/>
                <a:gd name="T25" fmla="*/ 1 h 36"/>
                <a:gd name="T26" fmla="*/ 12 w 30"/>
                <a:gd name="T27" fmla="*/ 0 h 36"/>
                <a:gd name="T28" fmla="*/ 13 w 30"/>
                <a:gd name="T29" fmla="*/ 0 h 36"/>
                <a:gd name="T30" fmla="*/ 17 w 30"/>
                <a:gd name="T31" fmla="*/ 0 h 36"/>
                <a:gd name="T32" fmla="*/ 18 w 30"/>
                <a:gd name="T33" fmla="*/ 0 h 36"/>
                <a:gd name="T34" fmla="*/ 19 w 30"/>
                <a:gd name="T35" fmla="*/ 1 h 36"/>
                <a:gd name="T36" fmla="*/ 29 w 30"/>
                <a:gd name="T37" fmla="*/ 34 h 36"/>
                <a:gd name="T38" fmla="*/ 29 w 30"/>
                <a:gd name="T39" fmla="*/ 36 h 36"/>
                <a:gd name="T40" fmla="*/ 28 w 30"/>
                <a:gd name="T41" fmla="*/ 36 h 36"/>
                <a:gd name="T42" fmla="*/ 15 w 30"/>
                <a:gd name="T43" fmla="*/ 7 h 36"/>
                <a:gd name="T44" fmla="*/ 10 w 30"/>
                <a:gd name="T45" fmla="*/ 23 h 36"/>
                <a:gd name="T46" fmla="*/ 20 w 30"/>
                <a:gd name="T47" fmla="*/ 23 h 36"/>
                <a:gd name="T48" fmla="*/ 15 w 30"/>
                <a:gd name="T49" fmla="*/ 7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36">
                  <a:moveTo>
                    <a:pt x="28" y="36"/>
                  </a:moveTo>
                  <a:cubicBezTo>
                    <a:pt x="25" y="36"/>
                    <a:pt x="25" y="36"/>
                    <a:pt x="25" y="36"/>
                  </a:cubicBezTo>
                  <a:cubicBezTo>
                    <a:pt x="24" y="36"/>
                    <a:pt x="24" y="36"/>
                    <a:pt x="24" y="36"/>
                  </a:cubicBezTo>
                  <a:cubicBezTo>
                    <a:pt x="24" y="35"/>
                    <a:pt x="24" y="35"/>
                    <a:pt x="23" y="35"/>
                  </a:cubicBezTo>
                  <a:cubicBezTo>
                    <a:pt x="21" y="28"/>
                    <a:pt x="21" y="28"/>
                    <a:pt x="21" y="28"/>
                  </a:cubicBezTo>
                  <a:cubicBezTo>
                    <a:pt x="8" y="28"/>
                    <a:pt x="8" y="28"/>
                    <a:pt x="8" y="28"/>
                  </a:cubicBezTo>
                  <a:cubicBezTo>
                    <a:pt x="6" y="35"/>
                    <a:pt x="6" y="35"/>
                    <a:pt x="6" y="35"/>
                  </a:cubicBezTo>
                  <a:cubicBezTo>
                    <a:pt x="6" y="35"/>
                    <a:pt x="6" y="35"/>
                    <a:pt x="6" y="36"/>
                  </a:cubicBezTo>
                  <a:cubicBezTo>
                    <a:pt x="5" y="36"/>
                    <a:pt x="5" y="36"/>
                    <a:pt x="5" y="36"/>
                  </a:cubicBezTo>
                  <a:cubicBezTo>
                    <a:pt x="1" y="36"/>
                    <a:pt x="1" y="36"/>
                    <a:pt x="1" y="36"/>
                  </a:cubicBezTo>
                  <a:cubicBezTo>
                    <a:pt x="0" y="36"/>
                    <a:pt x="0" y="36"/>
                    <a:pt x="0" y="36"/>
                  </a:cubicBezTo>
                  <a:cubicBezTo>
                    <a:pt x="0" y="35"/>
                    <a:pt x="0" y="35"/>
                    <a:pt x="1" y="34"/>
                  </a:cubicBezTo>
                  <a:cubicBezTo>
                    <a:pt x="11" y="1"/>
                    <a:pt x="11" y="1"/>
                    <a:pt x="11" y="1"/>
                  </a:cubicBezTo>
                  <a:cubicBezTo>
                    <a:pt x="11" y="1"/>
                    <a:pt x="12" y="0"/>
                    <a:pt x="12" y="0"/>
                  </a:cubicBezTo>
                  <a:cubicBezTo>
                    <a:pt x="12" y="0"/>
                    <a:pt x="12" y="0"/>
                    <a:pt x="13" y="0"/>
                  </a:cubicBezTo>
                  <a:cubicBezTo>
                    <a:pt x="17" y="0"/>
                    <a:pt x="17" y="0"/>
                    <a:pt x="17" y="0"/>
                  </a:cubicBezTo>
                  <a:cubicBezTo>
                    <a:pt x="17" y="0"/>
                    <a:pt x="18" y="0"/>
                    <a:pt x="18" y="0"/>
                  </a:cubicBezTo>
                  <a:cubicBezTo>
                    <a:pt x="18" y="0"/>
                    <a:pt x="19" y="1"/>
                    <a:pt x="19" y="1"/>
                  </a:cubicBezTo>
                  <a:cubicBezTo>
                    <a:pt x="29" y="34"/>
                    <a:pt x="29" y="34"/>
                    <a:pt x="29" y="34"/>
                  </a:cubicBezTo>
                  <a:cubicBezTo>
                    <a:pt x="30" y="35"/>
                    <a:pt x="30" y="35"/>
                    <a:pt x="29" y="36"/>
                  </a:cubicBezTo>
                  <a:cubicBezTo>
                    <a:pt x="29" y="36"/>
                    <a:pt x="29" y="36"/>
                    <a:pt x="28" y="36"/>
                  </a:cubicBezTo>
                  <a:close/>
                  <a:moveTo>
                    <a:pt x="15" y="7"/>
                  </a:moveTo>
                  <a:cubicBezTo>
                    <a:pt x="10" y="23"/>
                    <a:pt x="10" y="23"/>
                    <a:pt x="10" y="23"/>
                  </a:cubicBezTo>
                  <a:cubicBezTo>
                    <a:pt x="20" y="23"/>
                    <a:pt x="20" y="23"/>
                    <a:pt x="20" y="23"/>
                  </a:cubicBezTo>
                  <a:lnTo>
                    <a:pt x="15" y="7"/>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0" name="Freeform 107"/>
            <p:cNvSpPr>
              <a:spLocks/>
            </p:cNvSpPr>
            <p:nvPr/>
          </p:nvSpPr>
          <p:spPr bwMode="auto">
            <a:xfrm>
              <a:off x="10288865" y="3727035"/>
              <a:ext cx="107910" cy="153163"/>
            </a:xfrm>
            <a:custGeom>
              <a:avLst/>
              <a:gdLst>
                <a:gd name="T0" fmla="*/ 12 w 26"/>
                <a:gd name="T1" fmla="*/ 37 h 37"/>
                <a:gd name="T2" fmla="*/ 4 w 26"/>
                <a:gd name="T3" fmla="*/ 36 h 37"/>
                <a:gd name="T4" fmla="*/ 1 w 26"/>
                <a:gd name="T5" fmla="*/ 35 h 37"/>
                <a:gd name="T6" fmla="*/ 0 w 26"/>
                <a:gd name="T7" fmla="*/ 34 h 37"/>
                <a:gd name="T8" fmla="*/ 0 w 26"/>
                <a:gd name="T9" fmla="*/ 32 h 37"/>
                <a:gd name="T10" fmla="*/ 1 w 26"/>
                <a:gd name="T11" fmla="*/ 31 h 37"/>
                <a:gd name="T12" fmla="*/ 1 w 26"/>
                <a:gd name="T13" fmla="*/ 30 h 37"/>
                <a:gd name="T14" fmla="*/ 5 w 26"/>
                <a:gd name="T15" fmla="*/ 31 h 37"/>
                <a:gd name="T16" fmla="*/ 11 w 26"/>
                <a:gd name="T17" fmla="*/ 32 h 37"/>
                <a:gd name="T18" fmla="*/ 14 w 26"/>
                <a:gd name="T19" fmla="*/ 32 h 37"/>
                <a:gd name="T20" fmla="*/ 17 w 26"/>
                <a:gd name="T21" fmla="*/ 31 h 37"/>
                <a:gd name="T22" fmla="*/ 19 w 26"/>
                <a:gd name="T23" fmla="*/ 29 h 37"/>
                <a:gd name="T24" fmla="*/ 19 w 26"/>
                <a:gd name="T25" fmla="*/ 27 h 37"/>
                <a:gd name="T26" fmla="*/ 18 w 26"/>
                <a:gd name="T27" fmla="*/ 23 h 37"/>
                <a:gd name="T28" fmla="*/ 12 w 26"/>
                <a:gd name="T29" fmla="*/ 20 h 37"/>
                <a:gd name="T30" fmla="*/ 8 w 26"/>
                <a:gd name="T31" fmla="*/ 18 h 37"/>
                <a:gd name="T32" fmla="*/ 5 w 26"/>
                <a:gd name="T33" fmla="*/ 16 h 37"/>
                <a:gd name="T34" fmla="*/ 3 w 26"/>
                <a:gd name="T35" fmla="*/ 13 h 37"/>
                <a:gd name="T36" fmla="*/ 2 w 26"/>
                <a:gd name="T37" fmla="*/ 9 h 37"/>
                <a:gd name="T38" fmla="*/ 3 w 26"/>
                <a:gd name="T39" fmla="*/ 5 h 37"/>
                <a:gd name="T40" fmla="*/ 5 w 26"/>
                <a:gd name="T41" fmla="*/ 2 h 37"/>
                <a:gd name="T42" fmla="*/ 9 w 26"/>
                <a:gd name="T43" fmla="*/ 0 h 37"/>
                <a:gd name="T44" fmla="*/ 15 w 26"/>
                <a:gd name="T45" fmla="*/ 0 h 37"/>
                <a:gd name="T46" fmla="*/ 19 w 26"/>
                <a:gd name="T47" fmla="*/ 0 h 37"/>
                <a:gd name="T48" fmla="*/ 21 w 26"/>
                <a:gd name="T49" fmla="*/ 0 h 37"/>
                <a:gd name="T50" fmla="*/ 23 w 26"/>
                <a:gd name="T51" fmla="*/ 0 h 37"/>
                <a:gd name="T52" fmla="*/ 24 w 26"/>
                <a:gd name="T53" fmla="*/ 1 h 37"/>
                <a:gd name="T54" fmla="*/ 24 w 26"/>
                <a:gd name="T55" fmla="*/ 2 h 37"/>
                <a:gd name="T56" fmla="*/ 24 w 26"/>
                <a:gd name="T57" fmla="*/ 3 h 37"/>
                <a:gd name="T58" fmla="*/ 24 w 26"/>
                <a:gd name="T59" fmla="*/ 5 h 37"/>
                <a:gd name="T60" fmla="*/ 23 w 26"/>
                <a:gd name="T61" fmla="*/ 5 h 37"/>
                <a:gd name="T62" fmla="*/ 20 w 26"/>
                <a:gd name="T63" fmla="*/ 5 h 37"/>
                <a:gd name="T64" fmla="*/ 15 w 26"/>
                <a:gd name="T65" fmla="*/ 4 h 37"/>
                <a:gd name="T66" fmla="*/ 10 w 26"/>
                <a:gd name="T67" fmla="*/ 6 h 37"/>
                <a:gd name="T68" fmla="*/ 8 w 26"/>
                <a:gd name="T69" fmla="*/ 9 h 37"/>
                <a:gd name="T70" fmla="*/ 10 w 26"/>
                <a:gd name="T71" fmla="*/ 13 h 37"/>
                <a:gd name="T72" fmla="*/ 15 w 26"/>
                <a:gd name="T73" fmla="*/ 15 h 37"/>
                <a:gd name="T74" fmla="*/ 23 w 26"/>
                <a:gd name="T75" fmla="*/ 20 h 37"/>
                <a:gd name="T76" fmla="*/ 26 w 26"/>
                <a:gd name="T77" fmla="*/ 27 h 37"/>
                <a:gd name="T78" fmla="*/ 24 w 26"/>
                <a:gd name="T79" fmla="*/ 32 h 37"/>
                <a:gd name="T80" fmla="*/ 21 w 26"/>
                <a:gd name="T81" fmla="*/ 35 h 37"/>
                <a:gd name="T82" fmla="*/ 17 w 26"/>
                <a:gd name="T83" fmla="*/ 37 h 37"/>
                <a:gd name="T84" fmla="*/ 12 w 26"/>
                <a:gd name="T85"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37">
                  <a:moveTo>
                    <a:pt x="12" y="37"/>
                  </a:moveTo>
                  <a:cubicBezTo>
                    <a:pt x="9" y="37"/>
                    <a:pt x="6" y="37"/>
                    <a:pt x="4" y="36"/>
                  </a:cubicBezTo>
                  <a:cubicBezTo>
                    <a:pt x="2" y="36"/>
                    <a:pt x="1" y="36"/>
                    <a:pt x="1" y="35"/>
                  </a:cubicBezTo>
                  <a:cubicBezTo>
                    <a:pt x="0" y="35"/>
                    <a:pt x="0" y="35"/>
                    <a:pt x="0" y="34"/>
                  </a:cubicBezTo>
                  <a:cubicBezTo>
                    <a:pt x="0" y="34"/>
                    <a:pt x="0" y="33"/>
                    <a:pt x="0" y="32"/>
                  </a:cubicBezTo>
                  <a:cubicBezTo>
                    <a:pt x="1" y="32"/>
                    <a:pt x="1" y="31"/>
                    <a:pt x="1" y="31"/>
                  </a:cubicBezTo>
                  <a:cubicBezTo>
                    <a:pt x="1" y="30"/>
                    <a:pt x="1" y="30"/>
                    <a:pt x="1" y="30"/>
                  </a:cubicBezTo>
                  <a:cubicBezTo>
                    <a:pt x="2" y="31"/>
                    <a:pt x="3" y="31"/>
                    <a:pt x="5" y="31"/>
                  </a:cubicBezTo>
                  <a:cubicBezTo>
                    <a:pt x="6" y="32"/>
                    <a:pt x="8" y="32"/>
                    <a:pt x="11" y="32"/>
                  </a:cubicBezTo>
                  <a:cubicBezTo>
                    <a:pt x="12" y="32"/>
                    <a:pt x="13" y="32"/>
                    <a:pt x="14" y="32"/>
                  </a:cubicBezTo>
                  <a:cubicBezTo>
                    <a:pt x="15" y="32"/>
                    <a:pt x="16" y="31"/>
                    <a:pt x="17" y="31"/>
                  </a:cubicBezTo>
                  <a:cubicBezTo>
                    <a:pt x="18" y="31"/>
                    <a:pt x="18" y="30"/>
                    <a:pt x="19" y="29"/>
                  </a:cubicBezTo>
                  <a:cubicBezTo>
                    <a:pt x="19" y="29"/>
                    <a:pt x="19" y="28"/>
                    <a:pt x="19" y="27"/>
                  </a:cubicBezTo>
                  <a:cubicBezTo>
                    <a:pt x="19" y="25"/>
                    <a:pt x="19" y="24"/>
                    <a:pt x="18" y="23"/>
                  </a:cubicBezTo>
                  <a:cubicBezTo>
                    <a:pt x="17" y="22"/>
                    <a:pt x="15" y="21"/>
                    <a:pt x="12" y="20"/>
                  </a:cubicBezTo>
                  <a:cubicBezTo>
                    <a:pt x="11" y="20"/>
                    <a:pt x="9" y="19"/>
                    <a:pt x="8" y="18"/>
                  </a:cubicBezTo>
                  <a:cubicBezTo>
                    <a:pt x="7" y="18"/>
                    <a:pt x="6" y="17"/>
                    <a:pt x="5" y="16"/>
                  </a:cubicBezTo>
                  <a:cubicBezTo>
                    <a:pt x="4" y="15"/>
                    <a:pt x="3" y="14"/>
                    <a:pt x="3" y="13"/>
                  </a:cubicBezTo>
                  <a:cubicBezTo>
                    <a:pt x="2" y="12"/>
                    <a:pt x="2" y="11"/>
                    <a:pt x="2" y="9"/>
                  </a:cubicBezTo>
                  <a:cubicBezTo>
                    <a:pt x="2" y="8"/>
                    <a:pt x="2" y="6"/>
                    <a:pt x="3" y="5"/>
                  </a:cubicBezTo>
                  <a:cubicBezTo>
                    <a:pt x="3" y="4"/>
                    <a:pt x="4" y="3"/>
                    <a:pt x="5" y="2"/>
                  </a:cubicBezTo>
                  <a:cubicBezTo>
                    <a:pt x="6" y="1"/>
                    <a:pt x="7" y="1"/>
                    <a:pt x="9" y="0"/>
                  </a:cubicBezTo>
                  <a:cubicBezTo>
                    <a:pt x="11" y="0"/>
                    <a:pt x="13" y="0"/>
                    <a:pt x="15" y="0"/>
                  </a:cubicBezTo>
                  <a:cubicBezTo>
                    <a:pt x="16" y="0"/>
                    <a:pt x="18" y="0"/>
                    <a:pt x="19" y="0"/>
                  </a:cubicBezTo>
                  <a:cubicBezTo>
                    <a:pt x="20" y="0"/>
                    <a:pt x="21" y="0"/>
                    <a:pt x="21" y="0"/>
                  </a:cubicBezTo>
                  <a:cubicBezTo>
                    <a:pt x="22" y="0"/>
                    <a:pt x="23" y="0"/>
                    <a:pt x="23" y="0"/>
                  </a:cubicBezTo>
                  <a:cubicBezTo>
                    <a:pt x="23" y="0"/>
                    <a:pt x="24" y="1"/>
                    <a:pt x="24" y="1"/>
                  </a:cubicBezTo>
                  <a:cubicBezTo>
                    <a:pt x="24" y="1"/>
                    <a:pt x="24" y="1"/>
                    <a:pt x="24" y="2"/>
                  </a:cubicBezTo>
                  <a:cubicBezTo>
                    <a:pt x="24" y="2"/>
                    <a:pt x="24" y="3"/>
                    <a:pt x="24" y="3"/>
                  </a:cubicBezTo>
                  <a:cubicBezTo>
                    <a:pt x="24" y="4"/>
                    <a:pt x="24" y="4"/>
                    <a:pt x="24" y="5"/>
                  </a:cubicBezTo>
                  <a:cubicBezTo>
                    <a:pt x="23" y="5"/>
                    <a:pt x="23" y="5"/>
                    <a:pt x="23" y="5"/>
                  </a:cubicBezTo>
                  <a:cubicBezTo>
                    <a:pt x="22" y="5"/>
                    <a:pt x="21" y="5"/>
                    <a:pt x="20" y="5"/>
                  </a:cubicBezTo>
                  <a:cubicBezTo>
                    <a:pt x="18" y="4"/>
                    <a:pt x="17" y="4"/>
                    <a:pt x="15" y="4"/>
                  </a:cubicBezTo>
                  <a:cubicBezTo>
                    <a:pt x="13" y="4"/>
                    <a:pt x="11" y="5"/>
                    <a:pt x="10" y="6"/>
                  </a:cubicBezTo>
                  <a:cubicBezTo>
                    <a:pt x="8" y="6"/>
                    <a:pt x="8" y="8"/>
                    <a:pt x="8" y="9"/>
                  </a:cubicBezTo>
                  <a:cubicBezTo>
                    <a:pt x="8" y="10"/>
                    <a:pt x="9" y="12"/>
                    <a:pt x="10" y="13"/>
                  </a:cubicBezTo>
                  <a:cubicBezTo>
                    <a:pt x="11" y="13"/>
                    <a:pt x="13" y="14"/>
                    <a:pt x="15" y="15"/>
                  </a:cubicBezTo>
                  <a:cubicBezTo>
                    <a:pt x="19" y="17"/>
                    <a:pt x="21" y="18"/>
                    <a:pt x="23" y="20"/>
                  </a:cubicBezTo>
                  <a:cubicBezTo>
                    <a:pt x="25" y="22"/>
                    <a:pt x="26" y="24"/>
                    <a:pt x="26" y="27"/>
                  </a:cubicBezTo>
                  <a:cubicBezTo>
                    <a:pt x="26" y="29"/>
                    <a:pt x="25" y="30"/>
                    <a:pt x="24" y="32"/>
                  </a:cubicBezTo>
                  <a:cubicBezTo>
                    <a:pt x="24" y="33"/>
                    <a:pt x="23" y="34"/>
                    <a:pt x="21" y="35"/>
                  </a:cubicBezTo>
                  <a:cubicBezTo>
                    <a:pt x="20" y="36"/>
                    <a:pt x="18" y="36"/>
                    <a:pt x="17" y="37"/>
                  </a:cubicBezTo>
                  <a:cubicBezTo>
                    <a:pt x="15" y="37"/>
                    <a:pt x="13" y="37"/>
                    <a:pt x="12" y="3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1" name="Freeform 108"/>
            <p:cNvSpPr>
              <a:spLocks/>
            </p:cNvSpPr>
            <p:nvPr/>
          </p:nvSpPr>
          <p:spPr bwMode="auto">
            <a:xfrm>
              <a:off x="10412440" y="3727035"/>
              <a:ext cx="26107" cy="153163"/>
            </a:xfrm>
            <a:custGeom>
              <a:avLst/>
              <a:gdLst>
                <a:gd name="T0" fmla="*/ 5 w 6"/>
                <a:gd name="T1" fmla="*/ 37 h 37"/>
                <a:gd name="T2" fmla="*/ 2 w 6"/>
                <a:gd name="T3" fmla="*/ 37 h 37"/>
                <a:gd name="T4" fmla="*/ 1 w 6"/>
                <a:gd name="T5" fmla="*/ 36 h 37"/>
                <a:gd name="T6" fmla="*/ 0 w 6"/>
                <a:gd name="T7" fmla="*/ 35 h 37"/>
                <a:gd name="T8" fmla="*/ 0 w 6"/>
                <a:gd name="T9" fmla="*/ 2 h 37"/>
                <a:gd name="T10" fmla="*/ 1 w 6"/>
                <a:gd name="T11" fmla="*/ 1 h 37"/>
                <a:gd name="T12" fmla="*/ 2 w 6"/>
                <a:gd name="T13" fmla="*/ 0 h 37"/>
                <a:gd name="T14" fmla="*/ 5 w 6"/>
                <a:gd name="T15" fmla="*/ 0 h 37"/>
                <a:gd name="T16" fmla="*/ 6 w 6"/>
                <a:gd name="T17" fmla="*/ 1 h 37"/>
                <a:gd name="T18" fmla="*/ 6 w 6"/>
                <a:gd name="T19" fmla="*/ 2 h 37"/>
                <a:gd name="T20" fmla="*/ 6 w 6"/>
                <a:gd name="T21" fmla="*/ 36 h 37"/>
                <a:gd name="T22" fmla="*/ 6 w 6"/>
                <a:gd name="T23" fmla="*/ 37 h 37"/>
                <a:gd name="T24" fmla="*/ 5 w 6"/>
                <a:gd name="T25"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37">
                  <a:moveTo>
                    <a:pt x="5" y="37"/>
                  </a:moveTo>
                  <a:cubicBezTo>
                    <a:pt x="2" y="37"/>
                    <a:pt x="2" y="37"/>
                    <a:pt x="2" y="37"/>
                  </a:cubicBezTo>
                  <a:cubicBezTo>
                    <a:pt x="1" y="37"/>
                    <a:pt x="1" y="37"/>
                    <a:pt x="1" y="36"/>
                  </a:cubicBezTo>
                  <a:cubicBezTo>
                    <a:pt x="1" y="36"/>
                    <a:pt x="0" y="36"/>
                    <a:pt x="0" y="35"/>
                  </a:cubicBezTo>
                  <a:cubicBezTo>
                    <a:pt x="0" y="2"/>
                    <a:pt x="0" y="2"/>
                    <a:pt x="0" y="2"/>
                  </a:cubicBezTo>
                  <a:cubicBezTo>
                    <a:pt x="0" y="1"/>
                    <a:pt x="1" y="1"/>
                    <a:pt x="1" y="1"/>
                  </a:cubicBezTo>
                  <a:cubicBezTo>
                    <a:pt x="1" y="1"/>
                    <a:pt x="1" y="0"/>
                    <a:pt x="2" y="0"/>
                  </a:cubicBezTo>
                  <a:cubicBezTo>
                    <a:pt x="5" y="0"/>
                    <a:pt x="5" y="0"/>
                    <a:pt x="5" y="0"/>
                  </a:cubicBezTo>
                  <a:cubicBezTo>
                    <a:pt x="6" y="0"/>
                    <a:pt x="6" y="1"/>
                    <a:pt x="6" y="1"/>
                  </a:cubicBezTo>
                  <a:cubicBezTo>
                    <a:pt x="6" y="1"/>
                    <a:pt x="6" y="1"/>
                    <a:pt x="6" y="2"/>
                  </a:cubicBezTo>
                  <a:cubicBezTo>
                    <a:pt x="6" y="36"/>
                    <a:pt x="6" y="36"/>
                    <a:pt x="6" y="36"/>
                  </a:cubicBezTo>
                  <a:cubicBezTo>
                    <a:pt x="6" y="36"/>
                    <a:pt x="6" y="36"/>
                    <a:pt x="6" y="37"/>
                  </a:cubicBezTo>
                  <a:cubicBezTo>
                    <a:pt x="6" y="37"/>
                    <a:pt x="6" y="37"/>
                    <a:pt x="5" y="3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2" name="Freeform 109"/>
            <p:cNvSpPr>
              <a:spLocks noEditPoints="1"/>
            </p:cNvSpPr>
            <p:nvPr/>
          </p:nvSpPr>
          <p:spPr bwMode="auto">
            <a:xfrm>
              <a:off x="10454212" y="3730516"/>
              <a:ext cx="120093" cy="149682"/>
            </a:xfrm>
            <a:custGeom>
              <a:avLst/>
              <a:gdLst>
                <a:gd name="T0" fmla="*/ 28 w 29"/>
                <a:gd name="T1" fmla="*/ 36 h 36"/>
                <a:gd name="T2" fmla="*/ 24 w 29"/>
                <a:gd name="T3" fmla="*/ 36 h 36"/>
                <a:gd name="T4" fmla="*/ 24 w 29"/>
                <a:gd name="T5" fmla="*/ 36 h 36"/>
                <a:gd name="T6" fmla="*/ 23 w 29"/>
                <a:gd name="T7" fmla="*/ 35 h 36"/>
                <a:gd name="T8" fmla="*/ 21 w 29"/>
                <a:gd name="T9" fmla="*/ 28 h 36"/>
                <a:gd name="T10" fmla="*/ 8 w 29"/>
                <a:gd name="T11" fmla="*/ 28 h 36"/>
                <a:gd name="T12" fmla="*/ 6 w 29"/>
                <a:gd name="T13" fmla="*/ 35 h 36"/>
                <a:gd name="T14" fmla="*/ 5 w 29"/>
                <a:gd name="T15" fmla="*/ 36 h 36"/>
                <a:gd name="T16" fmla="*/ 4 w 29"/>
                <a:gd name="T17" fmla="*/ 36 h 36"/>
                <a:gd name="T18" fmla="*/ 1 w 29"/>
                <a:gd name="T19" fmla="*/ 36 h 36"/>
                <a:gd name="T20" fmla="*/ 0 w 29"/>
                <a:gd name="T21" fmla="*/ 36 h 36"/>
                <a:gd name="T22" fmla="*/ 0 w 29"/>
                <a:gd name="T23" fmla="*/ 34 h 36"/>
                <a:gd name="T24" fmla="*/ 11 w 29"/>
                <a:gd name="T25" fmla="*/ 1 h 36"/>
                <a:gd name="T26" fmla="*/ 12 w 29"/>
                <a:gd name="T27" fmla="*/ 0 h 36"/>
                <a:gd name="T28" fmla="*/ 13 w 29"/>
                <a:gd name="T29" fmla="*/ 0 h 36"/>
                <a:gd name="T30" fmla="*/ 17 w 29"/>
                <a:gd name="T31" fmla="*/ 0 h 36"/>
                <a:gd name="T32" fmla="*/ 18 w 29"/>
                <a:gd name="T33" fmla="*/ 0 h 36"/>
                <a:gd name="T34" fmla="*/ 19 w 29"/>
                <a:gd name="T35" fmla="*/ 1 h 36"/>
                <a:gd name="T36" fmla="*/ 29 w 29"/>
                <a:gd name="T37" fmla="*/ 34 h 36"/>
                <a:gd name="T38" fmla="*/ 29 w 29"/>
                <a:gd name="T39" fmla="*/ 36 h 36"/>
                <a:gd name="T40" fmla="*/ 28 w 29"/>
                <a:gd name="T41" fmla="*/ 36 h 36"/>
                <a:gd name="T42" fmla="*/ 14 w 29"/>
                <a:gd name="T43" fmla="*/ 7 h 36"/>
                <a:gd name="T44" fmla="*/ 9 w 29"/>
                <a:gd name="T45" fmla="*/ 23 h 36"/>
                <a:gd name="T46" fmla="*/ 20 w 29"/>
                <a:gd name="T47" fmla="*/ 23 h 36"/>
                <a:gd name="T48" fmla="*/ 14 w 29"/>
                <a:gd name="T49" fmla="*/ 7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9" h="36">
                  <a:moveTo>
                    <a:pt x="28" y="36"/>
                  </a:moveTo>
                  <a:cubicBezTo>
                    <a:pt x="24" y="36"/>
                    <a:pt x="24" y="36"/>
                    <a:pt x="24" y="36"/>
                  </a:cubicBezTo>
                  <a:cubicBezTo>
                    <a:pt x="24" y="36"/>
                    <a:pt x="24" y="36"/>
                    <a:pt x="24" y="36"/>
                  </a:cubicBezTo>
                  <a:cubicBezTo>
                    <a:pt x="23" y="35"/>
                    <a:pt x="23" y="35"/>
                    <a:pt x="23" y="35"/>
                  </a:cubicBezTo>
                  <a:cubicBezTo>
                    <a:pt x="21" y="28"/>
                    <a:pt x="21" y="28"/>
                    <a:pt x="21" y="28"/>
                  </a:cubicBezTo>
                  <a:cubicBezTo>
                    <a:pt x="8" y="28"/>
                    <a:pt x="8" y="28"/>
                    <a:pt x="8" y="28"/>
                  </a:cubicBezTo>
                  <a:cubicBezTo>
                    <a:pt x="6" y="35"/>
                    <a:pt x="6" y="35"/>
                    <a:pt x="6" y="35"/>
                  </a:cubicBezTo>
                  <a:cubicBezTo>
                    <a:pt x="6" y="35"/>
                    <a:pt x="5" y="35"/>
                    <a:pt x="5" y="36"/>
                  </a:cubicBezTo>
                  <a:cubicBezTo>
                    <a:pt x="5" y="36"/>
                    <a:pt x="5" y="36"/>
                    <a:pt x="4" y="36"/>
                  </a:cubicBezTo>
                  <a:cubicBezTo>
                    <a:pt x="1" y="36"/>
                    <a:pt x="1" y="36"/>
                    <a:pt x="1" y="36"/>
                  </a:cubicBezTo>
                  <a:cubicBezTo>
                    <a:pt x="0" y="36"/>
                    <a:pt x="0" y="36"/>
                    <a:pt x="0" y="36"/>
                  </a:cubicBezTo>
                  <a:cubicBezTo>
                    <a:pt x="0" y="35"/>
                    <a:pt x="0" y="35"/>
                    <a:pt x="0" y="34"/>
                  </a:cubicBezTo>
                  <a:cubicBezTo>
                    <a:pt x="11" y="1"/>
                    <a:pt x="11" y="1"/>
                    <a:pt x="11" y="1"/>
                  </a:cubicBezTo>
                  <a:cubicBezTo>
                    <a:pt x="11" y="1"/>
                    <a:pt x="11" y="0"/>
                    <a:pt x="12" y="0"/>
                  </a:cubicBezTo>
                  <a:cubicBezTo>
                    <a:pt x="12" y="0"/>
                    <a:pt x="12" y="0"/>
                    <a:pt x="13" y="0"/>
                  </a:cubicBezTo>
                  <a:cubicBezTo>
                    <a:pt x="17" y="0"/>
                    <a:pt x="17" y="0"/>
                    <a:pt x="17" y="0"/>
                  </a:cubicBezTo>
                  <a:cubicBezTo>
                    <a:pt x="17" y="0"/>
                    <a:pt x="18" y="0"/>
                    <a:pt x="18" y="0"/>
                  </a:cubicBezTo>
                  <a:cubicBezTo>
                    <a:pt x="18" y="0"/>
                    <a:pt x="18" y="1"/>
                    <a:pt x="19" y="1"/>
                  </a:cubicBezTo>
                  <a:cubicBezTo>
                    <a:pt x="29" y="34"/>
                    <a:pt x="29" y="34"/>
                    <a:pt x="29" y="34"/>
                  </a:cubicBezTo>
                  <a:cubicBezTo>
                    <a:pt x="29" y="35"/>
                    <a:pt x="29" y="35"/>
                    <a:pt x="29" y="36"/>
                  </a:cubicBezTo>
                  <a:cubicBezTo>
                    <a:pt x="29" y="36"/>
                    <a:pt x="29" y="36"/>
                    <a:pt x="28" y="36"/>
                  </a:cubicBezTo>
                  <a:close/>
                  <a:moveTo>
                    <a:pt x="14" y="7"/>
                  </a:moveTo>
                  <a:cubicBezTo>
                    <a:pt x="9" y="23"/>
                    <a:pt x="9" y="23"/>
                    <a:pt x="9" y="23"/>
                  </a:cubicBezTo>
                  <a:cubicBezTo>
                    <a:pt x="20" y="23"/>
                    <a:pt x="20" y="23"/>
                    <a:pt x="20" y="23"/>
                  </a:cubicBezTo>
                  <a:lnTo>
                    <a:pt x="14" y="7"/>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3" name="Freeform 110"/>
            <p:cNvSpPr>
              <a:spLocks/>
            </p:cNvSpPr>
            <p:nvPr/>
          </p:nvSpPr>
          <p:spPr bwMode="auto">
            <a:xfrm>
              <a:off x="9857224" y="3953298"/>
              <a:ext cx="877206" cy="191454"/>
            </a:xfrm>
            <a:custGeom>
              <a:avLst/>
              <a:gdLst>
                <a:gd name="T0" fmla="*/ 7 w 504"/>
                <a:gd name="T1" fmla="*/ 110 h 110"/>
                <a:gd name="T2" fmla="*/ 0 w 504"/>
                <a:gd name="T3" fmla="*/ 102 h 110"/>
                <a:gd name="T4" fmla="*/ 99 w 504"/>
                <a:gd name="T5" fmla="*/ 0 h 110"/>
                <a:gd name="T6" fmla="*/ 504 w 504"/>
                <a:gd name="T7" fmla="*/ 0 h 110"/>
                <a:gd name="T8" fmla="*/ 504 w 504"/>
                <a:gd name="T9" fmla="*/ 10 h 110"/>
                <a:gd name="T10" fmla="*/ 104 w 504"/>
                <a:gd name="T11" fmla="*/ 10 h 110"/>
                <a:gd name="T12" fmla="*/ 7 w 504"/>
                <a:gd name="T13" fmla="*/ 110 h 110"/>
              </a:gdLst>
              <a:ahLst/>
              <a:cxnLst>
                <a:cxn ang="0">
                  <a:pos x="T0" y="T1"/>
                </a:cxn>
                <a:cxn ang="0">
                  <a:pos x="T2" y="T3"/>
                </a:cxn>
                <a:cxn ang="0">
                  <a:pos x="T4" y="T5"/>
                </a:cxn>
                <a:cxn ang="0">
                  <a:pos x="T6" y="T7"/>
                </a:cxn>
                <a:cxn ang="0">
                  <a:pos x="T8" y="T9"/>
                </a:cxn>
                <a:cxn ang="0">
                  <a:pos x="T10" y="T11"/>
                </a:cxn>
                <a:cxn ang="0">
                  <a:pos x="T12" y="T13"/>
                </a:cxn>
              </a:cxnLst>
              <a:rect l="0" t="0" r="r" b="b"/>
              <a:pathLst>
                <a:path w="504" h="110">
                  <a:moveTo>
                    <a:pt x="7" y="110"/>
                  </a:moveTo>
                  <a:lnTo>
                    <a:pt x="0" y="102"/>
                  </a:lnTo>
                  <a:lnTo>
                    <a:pt x="99" y="0"/>
                  </a:lnTo>
                  <a:lnTo>
                    <a:pt x="504" y="0"/>
                  </a:lnTo>
                  <a:lnTo>
                    <a:pt x="504" y="10"/>
                  </a:lnTo>
                  <a:lnTo>
                    <a:pt x="104" y="10"/>
                  </a:lnTo>
                  <a:lnTo>
                    <a:pt x="7" y="11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4" name="Freeform 111"/>
            <p:cNvSpPr>
              <a:spLocks/>
            </p:cNvSpPr>
            <p:nvPr/>
          </p:nvSpPr>
          <p:spPr bwMode="auto">
            <a:xfrm>
              <a:off x="9857224" y="3953298"/>
              <a:ext cx="877206" cy="191454"/>
            </a:xfrm>
            <a:custGeom>
              <a:avLst/>
              <a:gdLst>
                <a:gd name="T0" fmla="*/ 7 w 504"/>
                <a:gd name="T1" fmla="*/ 110 h 110"/>
                <a:gd name="T2" fmla="*/ 0 w 504"/>
                <a:gd name="T3" fmla="*/ 102 h 110"/>
                <a:gd name="T4" fmla="*/ 99 w 504"/>
                <a:gd name="T5" fmla="*/ 0 h 110"/>
                <a:gd name="T6" fmla="*/ 504 w 504"/>
                <a:gd name="T7" fmla="*/ 0 h 110"/>
                <a:gd name="T8" fmla="*/ 504 w 504"/>
                <a:gd name="T9" fmla="*/ 10 h 110"/>
                <a:gd name="T10" fmla="*/ 104 w 504"/>
                <a:gd name="T11" fmla="*/ 10 h 110"/>
                <a:gd name="T12" fmla="*/ 7 w 504"/>
                <a:gd name="T13" fmla="*/ 110 h 110"/>
              </a:gdLst>
              <a:ahLst/>
              <a:cxnLst>
                <a:cxn ang="0">
                  <a:pos x="T0" y="T1"/>
                </a:cxn>
                <a:cxn ang="0">
                  <a:pos x="T2" y="T3"/>
                </a:cxn>
                <a:cxn ang="0">
                  <a:pos x="T4" y="T5"/>
                </a:cxn>
                <a:cxn ang="0">
                  <a:pos x="T6" y="T7"/>
                </a:cxn>
                <a:cxn ang="0">
                  <a:pos x="T8" y="T9"/>
                </a:cxn>
                <a:cxn ang="0">
                  <a:pos x="T10" y="T11"/>
                </a:cxn>
                <a:cxn ang="0">
                  <a:pos x="T12" y="T13"/>
                </a:cxn>
              </a:cxnLst>
              <a:rect l="0" t="0" r="r" b="b"/>
              <a:pathLst>
                <a:path w="504" h="110">
                  <a:moveTo>
                    <a:pt x="7" y="110"/>
                  </a:moveTo>
                  <a:lnTo>
                    <a:pt x="0" y="102"/>
                  </a:lnTo>
                  <a:lnTo>
                    <a:pt x="99" y="0"/>
                  </a:lnTo>
                  <a:lnTo>
                    <a:pt x="504" y="0"/>
                  </a:lnTo>
                  <a:lnTo>
                    <a:pt x="504" y="10"/>
                  </a:lnTo>
                  <a:lnTo>
                    <a:pt x="104" y="10"/>
                  </a:lnTo>
                  <a:lnTo>
                    <a:pt x="7" y="110"/>
                  </a:lnTo>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5" name="Freeform 112"/>
            <p:cNvSpPr>
              <a:spLocks/>
            </p:cNvSpPr>
            <p:nvPr/>
          </p:nvSpPr>
          <p:spPr bwMode="auto">
            <a:xfrm>
              <a:off x="9770200" y="4123866"/>
              <a:ext cx="111391" cy="111391"/>
            </a:xfrm>
            <a:custGeom>
              <a:avLst/>
              <a:gdLst>
                <a:gd name="T0" fmla="*/ 14 w 27"/>
                <a:gd name="T1" fmla="*/ 0 h 27"/>
                <a:gd name="T2" fmla="*/ 0 w 27"/>
                <a:gd name="T3" fmla="*/ 13 h 27"/>
                <a:gd name="T4" fmla="*/ 14 w 27"/>
                <a:gd name="T5" fmla="*/ 27 h 27"/>
                <a:gd name="T6" fmla="*/ 27 w 27"/>
                <a:gd name="T7" fmla="*/ 13 h 27"/>
                <a:gd name="T8" fmla="*/ 24 w 27"/>
                <a:gd name="T9" fmla="*/ 5 h 27"/>
                <a:gd name="T10" fmla="*/ 24 w 27"/>
                <a:gd name="T11" fmla="*/ 5 h 27"/>
                <a:gd name="T12" fmla="*/ 22 w 27"/>
                <a:gd name="T13" fmla="*/ 3 h 27"/>
                <a:gd name="T14" fmla="*/ 14 w 27"/>
                <a:gd name="T15" fmla="*/ 0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27">
                  <a:moveTo>
                    <a:pt x="14" y="0"/>
                  </a:moveTo>
                  <a:cubicBezTo>
                    <a:pt x="6" y="0"/>
                    <a:pt x="0" y="6"/>
                    <a:pt x="0" y="13"/>
                  </a:cubicBezTo>
                  <a:cubicBezTo>
                    <a:pt x="0" y="21"/>
                    <a:pt x="6" y="27"/>
                    <a:pt x="14" y="27"/>
                  </a:cubicBezTo>
                  <a:cubicBezTo>
                    <a:pt x="21" y="27"/>
                    <a:pt x="27" y="21"/>
                    <a:pt x="27" y="13"/>
                  </a:cubicBezTo>
                  <a:cubicBezTo>
                    <a:pt x="27" y="10"/>
                    <a:pt x="26" y="7"/>
                    <a:pt x="24" y="5"/>
                  </a:cubicBezTo>
                  <a:cubicBezTo>
                    <a:pt x="24" y="5"/>
                    <a:pt x="24" y="5"/>
                    <a:pt x="24" y="5"/>
                  </a:cubicBezTo>
                  <a:cubicBezTo>
                    <a:pt x="22" y="3"/>
                    <a:pt x="22" y="3"/>
                    <a:pt x="22" y="3"/>
                  </a:cubicBezTo>
                  <a:cubicBezTo>
                    <a:pt x="20" y="1"/>
                    <a:pt x="17" y="0"/>
                    <a:pt x="14" y="0"/>
                  </a:cubicBezTo>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6" name="Freeform 113"/>
            <p:cNvSpPr>
              <a:spLocks/>
            </p:cNvSpPr>
            <p:nvPr/>
          </p:nvSpPr>
          <p:spPr bwMode="auto">
            <a:xfrm>
              <a:off x="9860705" y="4136049"/>
              <a:ext cx="8702" cy="8702"/>
            </a:xfrm>
            <a:custGeom>
              <a:avLst/>
              <a:gdLst>
                <a:gd name="T0" fmla="*/ 0 w 2"/>
                <a:gd name="T1" fmla="*/ 0 h 2"/>
                <a:gd name="T2" fmla="*/ 2 w 2"/>
                <a:gd name="T3" fmla="*/ 2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2"/>
                    <a:pt x="2" y="2"/>
                    <a:pt x="2" y="2"/>
                  </a:cubicBezTo>
                  <a:cubicBezTo>
                    <a:pt x="1" y="1"/>
                    <a:pt x="1" y="1"/>
                    <a:pt x="0" y="0"/>
                  </a:cubicBezTo>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209" name="组合 208"/>
          <p:cNvGrpSpPr/>
          <p:nvPr/>
        </p:nvGrpSpPr>
        <p:grpSpPr>
          <a:xfrm>
            <a:off x="1745472" y="4374455"/>
            <a:ext cx="2166937" cy="636587"/>
            <a:chOff x="7083425" y="4545013"/>
            <a:chExt cx="2166937" cy="636587"/>
          </a:xfrm>
        </p:grpSpPr>
        <p:sp>
          <p:nvSpPr>
            <p:cNvPr id="210" name="Freeform 114"/>
            <p:cNvSpPr>
              <a:spLocks/>
            </p:cNvSpPr>
            <p:nvPr/>
          </p:nvSpPr>
          <p:spPr bwMode="auto">
            <a:xfrm>
              <a:off x="7083425" y="4654550"/>
              <a:ext cx="536575" cy="400050"/>
            </a:xfrm>
            <a:custGeom>
              <a:avLst/>
              <a:gdLst>
                <a:gd name="T0" fmla="*/ 133 w 143"/>
                <a:gd name="T1" fmla="*/ 41 h 106"/>
                <a:gd name="T2" fmla="*/ 129 w 143"/>
                <a:gd name="T3" fmla="*/ 38 h 106"/>
                <a:gd name="T4" fmla="*/ 119 w 143"/>
                <a:gd name="T5" fmla="*/ 30 h 106"/>
                <a:gd name="T6" fmla="*/ 117 w 143"/>
                <a:gd name="T7" fmla="*/ 24 h 106"/>
                <a:gd name="T8" fmla="*/ 113 w 143"/>
                <a:gd name="T9" fmla="*/ 15 h 106"/>
                <a:gd name="T10" fmla="*/ 109 w 143"/>
                <a:gd name="T11" fmla="*/ 12 h 106"/>
                <a:gd name="T12" fmla="*/ 104 w 143"/>
                <a:gd name="T13" fmla="*/ 1 h 106"/>
                <a:gd name="T14" fmla="*/ 101 w 143"/>
                <a:gd name="T15" fmla="*/ 17 h 106"/>
                <a:gd name="T16" fmla="*/ 85 w 143"/>
                <a:gd name="T17" fmla="*/ 18 h 106"/>
                <a:gd name="T18" fmla="*/ 81 w 143"/>
                <a:gd name="T19" fmla="*/ 11 h 106"/>
                <a:gd name="T20" fmla="*/ 86 w 143"/>
                <a:gd name="T21" fmla="*/ 5 h 106"/>
                <a:gd name="T22" fmla="*/ 76 w 143"/>
                <a:gd name="T23" fmla="*/ 4 h 106"/>
                <a:gd name="T24" fmla="*/ 67 w 143"/>
                <a:gd name="T25" fmla="*/ 0 h 106"/>
                <a:gd name="T26" fmla="*/ 68 w 143"/>
                <a:gd name="T27" fmla="*/ 4 h 106"/>
                <a:gd name="T28" fmla="*/ 61 w 143"/>
                <a:gd name="T29" fmla="*/ 6 h 106"/>
                <a:gd name="T30" fmla="*/ 59 w 143"/>
                <a:gd name="T31" fmla="*/ 14 h 106"/>
                <a:gd name="T32" fmla="*/ 51 w 143"/>
                <a:gd name="T33" fmla="*/ 10 h 106"/>
                <a:gd name="T34" fmla="*/ 45 w 143"/>
                <a:gd name="T35" fmla="*/ 13 h 106"/>
                <a:gd name="T36" fmla="*/ 39 w 143"/>
                <a:gd name="T37" fmla="*/ 16 h 106"/>
                <a:gd name="T38" fmla="*/ 37 w 143"/>
                <a:gd name="T39" fmla="*/ 18 h 106"/>
                <a:gd name="T40" fmla="*/ 33 w 143"/>
                <a:gd name="T41" fmla="*/ 21 h 106"/>
                <a:gd name="T42" fmla="*/ 31 w 143"/>
                <a:gd name="T43" fmla="*/ 27 h 106"/>
                <a:gd name="T44" fmla="*/ 12 w 143"/>
                <a:gd name="T45" fmla="*/ 34 h 106"/>
                <a:gd name="T46" fmla="*/ 5 w 143"/>
                <a:gd name="T47" fmla="*/ 38 h 106"/>
                <a:gd name="T48" fmla="*/ 1 w 143"/>
                <a:gd name="T49" fmla="*/ 49 h 106"/>
                <a:gd name="T50" fmla="*/ 3 w 143"/>
                <a:gd name="T51" fmla="*/ 56 h 106"/>
                <a:gd name="T52" fmla="*/ 0 w 143"/>
                <a:gd name="T53" fmla="*/ 58 h 106"/>
                <a:gd name="T54" fmla="*/ 7 w 143"/>
                <a:gd name="T55" fmla="*/ 73 h 106"/>
                <a:gd name="T56" fmla="*/ 9 w 143"/>
                <a:gd name="T57" fmla="*/ 84 h 106"/>
                <a:gd name="T58" fmla="*/ 6 w 143"/>
                <a:gd name="T59" fmla="*/ 87 h 106"/>
                <a:gd name="T60" fmla="*/ 18 w 143"/>
                <a:gd name="T61" fmla="*/ 92 h 106"/>
                <a:gd name="T62" fmla="*/ 24 w 143"/>
                <a:gd name="T63" fmla="*/ 89 h 106"/>
                <a:gd name="T64" fmla="*/ 36 w 143"/>
                <a:gd name="T65" fmla="*/ 87 h 106"/>
                <a:gd name="T66" fmla="*/ 38 w 143"/>
                <a:gd name="T67" fmla="*/ 82 h 106"/>
                <a:gd name="T68" fmla="*/ 44 w 143"/>
                <a:gd name="T69" fmla="*/ 80 h 106"/>
                <a:gd name="T70" fmla="*/ 57 w 143"/>
                <a:gd name="T71" fmla="*/ 77 h 106"/>
                <a:gd name="T72" fmla="*/ 78 w 143"/>
                <a:gd name="T73" fmla="*/ 86 h 106"/>
                <a:gd name="T74" fmla="*/ 81 w 143"/>
                <a:gd name="T75" fmla="*/ 90 h 106"/>
                <a:gd name="T76" fmla="*/ 87 w 143"/>
                <a:gd name="T77" fmla="*/ 81 h 106"/>
                <a:gd name="T78" fmla="*/ 85 w 143"/>
                <a:gd name="T79" fmla="*/ 88 h 106"/>
                <a:gd name="T80" fmla="*/ 89 w 143"/>
                <a:gd name="T81" fmla="*/ 88 h 106"/>
                <a:gd name="T82" fmla="*/ 89 w 143"/>
                <a:gd name="T83" fmla="*/ 91 h 106"/>
                <a:gd name="T84" fmla="*/ 94 w 143"/>
                <a:gd name="T85" fmla="*/ 95 h 106"/>
                <a:gd name="T86" fmla="*/ 98 w 143"/>
                <a:gd name="T87" fmla="*/ 104 h 106"/>
                <a:gd name="T88" fmla="*/ 108 w 143"/>
                <a:gd name="T89" fmla="*/ 106 h 106"/>
                <a:gd name="T90" fmla="*/ 112 w 143"/>
                <a:gd name="T91" fmla="*/ 103 h 106"/>
                <a:gd name="T92" fmla="*/ 119 w 143"/>
                <a:gd name="T93" fmla="*/ 106 h 106"/>
                <a:gd name="T94" fmla="*/ 130 w 143"/>
                <a:gd name="T95" fmla="*/ 101 h 106"/>
                <a:gd name="T96" fmla="*/ 136 w 143"/>
                <a:gd name="T97" fmla="*/ 83 h 106"/>
                <a:gd name="T98" fmla="*/ 143 w 143"/>
                <a:gd name="T99" fmla="*/ 67 h 106"/>
                <a:gd name="T100" fmla="*/ 133 w 143"/>
                <a:gd name="T101" fmla="*/ 4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3" h="106">
                  <a:moveTo>
                    <a:pt x="133" y="44"/>
                  </a:moveTo>
                  <a:cubicBezTo>
                    <a:pt x="133" y="41"/>
                    <a:pt x="133" y="41"/>
                    <a:pt x="133" y="41"/>
                  </a:cubicBezTo>
                  <a:cubicBezTo>
                    <a:pt x="129" y="41"/>
                    <a:pt x="129" y="41"/>
                    <a:pt x="129" y="41"/>
                  </a:cubicBezTo>
                  <a:cubicBezTo>
                    <a:pt x="129" y="38"/>
                    <a:pt x="129" y="38"/>
                    <a:pt x="129" y="38"/>
                  </a:cubicBezTo>
                  <a:cubicBezTo>
                    <a:pt x="123" y="30"/>
                    <a:pt x="123" y="30"/>
                    <a:pt x="123" y="30"/>
                  </a:cubicBezTo>
                  <a:cubicBezTo>
                    <a:pt x="119" y="30"/>
                    <a:pt x="119" y="30"/>
                    <a:pt x="119" y="30"/>
                  </a:cubicBezTo>
                  <a:cubicBezTo>
                    <a:pt x="117" y="27"/>
                    <a:pt x="117" y="27"/>
                    <a:pt x="117" y="27"/>
                  </a:cubicBezTo>
                  <a:cubicBezTo>
                    <a:pt x="117" y="24"/>
                    <a:pt x="117" y="24"/>
                    <a:pt x="117" y="24"/>
                  </a:cubicBezTo>
                  <a:cubicBezTo>
                    <a:pt x="115" y="21"/>
                    <a:pt x="115" y="21"/>
                    <a:pt x="115" y="21"/>
                  </a:cubicBezTo>
                  <a:cubicBezTo>
                    <a:pt x="113" y="15"/>
                    <a:pt x="113" y="15"/>
                    <a:pt x="113" y="15"/>
                  </a:cubicBezTo>
                  <a:cubicBezTo>
                    <a:pt x="112" y="13"/>
                    <a:pt x="112" y="13"/>
                    <a:pt x="112" y="13"/>
                  </a:cubicBezTo>
                  <a:cubicBezTo>
                    <a:pt x="109" y="12"/>
                    <a:pt x="109" y="12"/>
                    <a:pt x="109" y="12"/>
                  </a:cubicBezTo>
                  <a:cubicBezTo>
                    <a:pt x="108" y="5"/>
                    <a:pt x="108" y="5"/>
                    <a:pt x="108" y="5"/>
                  </a:cubicBezTo>
                  <a:cubicBezTo>
                    <a:pt x="104" y="1"/>
                    <a:pt x="104" y="1"/>
                    <a:pt x="104" y="1"/>
                  </a:cubicBezTo>
                  <a:cubicBezTo>
                    <a:pt x="101" y="6"/>
                    <a:pt x="101" y="6"/>
                    <a:pt x="101" y="6"/>
                  </a:cubicBezTo>
                  <a:cubicBezTo>
                    <a:pt x="101" y="6"/>
                    <a:pt x="101" y="14"/>
                    <a:pt x="101" y="17"/>
                  </a:cubicBezTo>
                  <a:cubicBezTo>
                    <a:pt x="100" y="19"/>
                    <a:pt x="98" y="24"/>
                    <a:pt x="96" y="24"/>
                  </a:cubicBezTo>
                  <a:cubicBezTo>
                    <a:pt x="94" y="24"/>
                    <a:pt x="85" y="18"/>
                    <a:pt x="85" y="18"/>
                  </a:cubicBezTo>
                  <a:cubicBezTo>
                    <a:pt x="85" y="18"/>
                    <a:pt x="78" y="15"/>
                    <a:pt x="78" y="13"/>
                  </a:cubicBezTo>
                  <a:cubicBezTo>
                    <a:pt x="79" y="12"/>
                    <a:pt x="81" y="11"/>
                    <a:pt x="81" y="11"/>
                  </a:cubicBezTo>
                  <a:cubicBezTo>
                    <a:pt x="83" y="7"/>
                    <a:pt x="83" y="7"/>
                    <a:pt x="83" y="7"/>
                  </a:cubicBezTo>
                  <a:cubicBezTo>
                    <a:pt x="86" y="5"/>
                    <a:pt x="86" y="5"/>
                    <a:pt x="86" y="5"/>
                  </a:cubicBezTo>
                  <a:cubicBezTo>
                    <a:pt x="83" y="4"/>
                    <a:pt x="83" y="4"/>
                    <a:pt x="83" y="4"/>
                  </a:cubicBezTo>
                  <a:cubicBezTo>
                    <a:pt x="83" y="4"/>
                    <a:pt x="78" y="5"/>
                    <a:pt x="76" y="4"/>
                  </a:cubicBezTo>
                  <a:cubicBezTo>
                    <a:pt x="74" y="4"/>
                    <a:pt x="70" y="0"/>
                    <a:pt x="70" y="0"/>
                  </a:cubicBezTo>
                  <a:cubicBezTo>
                    <a:pt x="67" y="0"/>
                    <a:pt x="67" y="0"/>
                    <a:pt x="67" y="0"/>
                  </a:cubicBezTo>
                  <a:cubicBezTo>
                    <a:pt x="67" y="2"/>
                    <a:pt x="67" y="2"/>
                    <a:pt x="67" y="2"/>
                  </a:cubicBezTo>
                  <a:cubicBezTo>
                    <a:pt x="67" y="2"/>
                    <a:pt x="70" y="4"/>
                    <a:pt x="68" y="4"/>
                  </a:cubicBezTo>
                  <a:cubicBezTo>
                    <a:pt x="67" y="5"/>
                    <a:pt x="64" y="4"/>
                    <a:pt x="64" y="4"/>
                  </a:cubicBezTo>
                  <a:cubicBezTo>
                    <a:pt x="61" y="6"/>
                    <a:pt x="61" y="6"/>
                    <a:pt x="61" y="6"/>
                  </a:cubicBezTo>
                  <a:cubicBezTo>
                    <a:pt x="57" y="11"/>
                    <a:pt x="57" y="11"/>
                    <a:pt x="57" y="11"/>
                  </a:cubicBezTo>
                  <a:cubicBezTo>
                    <a:pt x="59" y="14"/>
                    <a:pt x="59" y="14"/>
                    <a:pt x="59" y="14"/>
                  </a:cubicBezTo>
                  <a:cubicBezTo>
                    <a:pt x="59" y="14"/>
                    <a:pt x="57" y="15"/>
                    <a:pt x="55" y="14"/>
                  </a:cubicBezTo>
                  <a:cubicBezTo>
                    <a:pt x="54" y="14"/>
                    <a:pt x="51" y="10"/>
                    <a:pt x="51" y="10"/>
                  </a:cubicBezTo>
                  <a:cubicBezTo>
                    <a:pt x="47" y="12"/>
                    <a:pt x="47" y="12"/>
                    <a:pt x="47" y="12"/>
                  </a:cubicBezTo>
                  <a:cubicBezTo>
                    <a:pt x="45" y="13"/>
                    <a:pt x="45" y="13"/>
                    <a:pt x="45" y="13"/>
                  </a:cubicBezTo>
                  <a:cubicBezTo>
                    <a:pt x="42" y="14"/>
                    <a:pt x="42" y="14"/>
                    <a:pt x="42" y="14"/>
                  </a:cubicBezTo>
                  <a:cubicBezTo>
                    <a:pt x="39" y="16"/>
                    <a:pt x="39" y="16"/>
                    <a:pt x="39" y="16"/>
                  </a:cubicBezTo>
                  <a:cubicBezTo>
                    <a:pt x="39" y="16"/>
                    <a:pt x="40" y="20"/>
                    <a:pt x="39" y="20"/>
                  </a:cubicBezTo>
                  <a:cubicBezTo>
                    <a:pt x="38" y="20"/>
                    <a:pt x="37" y="18"/>
                    <a:pt x="37" y="18"/>
                  </a:cubicBezTo>
                  <a:cubicBezTo>
                    <a:pt x="36" y="20"/>
                    <a:pt x="36" y="20"/>
                    <a:pt x="36" y="20"/>
                  </a:cubicBezTo>
                  <a:cubicBezTo>
                    <a:pt x="33" y="21"/>
                    <a:pt x="33" y="21"/>
                    <a:pt x="33" y="21"/>
                  </a:cubicBezTo>
                  <a:cubicBezTo>
                    <a:pt x="31" y="22"/>
                    <a:pt x="31" y="22"/>
                    <a:pt x="31" y="22"/>
                  </a:cubicBezTo>
                  <a:cubicBezTo>
                    <a:pt x="31" y="22"/>
                    <a:pt x="32" y="25"/>
                    <a:pt x="31" y="27"/>
                  </a:cubicBezTo>
                  <a:cubicBezTo>
                    <a:pt x="30" y="28"/>
                    <a:pt x="26" y="31"/>
                    <a:pt x="26" y="31"/>
                  </a:cubicBezTo>
                  <a:cubicBezTo>
                    <a:pt x="26" y="31"/>
                    <a:pt x="13" y="34"/>
                    <a:pt x="12" y="34"/>
                  </a:cubicBezTo>
                  <a:cubicBezTo>
                    <a:pt x="11" y="35"/>
                    <a:pt x="8" y="38"/>
                    <a:pt x="8" y="38"/>
                  </a:cubicBezTo>
                  <a:cubicBezTo>
                    <a:pt x="5" y="38"/>
                    <a:pt x="5" y="38"/>
                    <a:pt x="5" y="38"/>
                  </a:cubicBezTo>
                  <a:cubicBezTo>
                    <a:pt x="2" y="41"/>
                    <a:pt x="2" y="41"/>
                    <a:pt x="2" y="41"/>
                  </a:cubicBezTo>
                  <a:cubicBezTo>
                    <a:pt x="2" y="41"/>
                    <a:pt x="1" y="47"/>
                    <a:pt x="1" y="49"/>
                  </a:cubicBezTo>
                  <a:cubicBezTo>
                    <a:pt x="1" y="51"/>
                    <a:pt x="4" y="54"/>
                    <a:pt x="4" y="54"/>
                  </a:cubicBezTo>
                  <a:cubicBezTo>
                    <a:pt x="3" y="56"/>
                    <a:pt x="3" y="56"/>
                    <a:pt x="3" y="56"/>
                  </a:cubicBezTo>
                  <a:cubicBezTo>
                    <a:pt x="0" y="55"/>
                    <a:pt x="0" y="55"/>
                    <a:pt x="0" y="55"/>
                  </a:cubicBezTo>
                  <a:cubicBezTo>
                    <a:pt x="0" y="58"/>
                    <a:pt x="0" y="58"/>
                    <a:pt x="0" y="58"/>
                  </a:cubicBezTo>
                  <a:cubicBezTo>
                    <a:pt x="0" y="58"/>
                    <a:pt x="6" y="67"/>
                    <a:pt x="7" y="68"/>
                  </a:cubicBezTo>
                  <a:cubicBezTo>
                    <a:pt x="7" y="70"/>
                    <a:pt x="7" y="73"/>
                    <a:pt x="7" y="73"/>
                  </a:cubicBezTo>
                  <a:cubicBezTo>
                    <a:pt x="9" y="76"/>
                    <a:pt x="9" y="76"/>
                    <a:pt x="9" y="76"/>
                  </a:cubicBezTo>
                  <a:cubicBezTo>
                    <a:pt x="9" y="84"/>
                    <a:pt x="9" y="84"/>
                    <a:pt x="9" y="84"/>
                  </a:cubicBezTo>
                  <a:cubicBezTo>
                    <a:pt x="6" y="84"/>
                    <a:pt x="6" y="84"/>
                    <a:pt x="6" y="84"/>
                  </a:cubicBezTo>
                  <a:cubicBezTo>
                    <a:pt x="6" y="87"/>
                    <a:pt x="6" y="87"/>
                    <a:pt x="6" y="87"/>
                  </a:cubicBezTo>
                  <a:cubicBezTo>
                    <a:pt x="10" y="91"/>
                    <a:pt x="10" y="91"/>
                    <a:pt x="10" y="91"/>
                  </a:cubicBezTo>
                  <a:cubicBezTo>
                    <a:pt x="10" y="91"/>
                    <a:pt x="16" y="92"/>
                    <a:pt x="18" y="92"/>
                  </a:cubicBezTo>
                  <a:cubicBezTo>
                    <a:pt x="19" y="92"/>
                    <a:pt x="21" y="88"/>
                    <a:pt x="21" y="88"/>
                  </a:cubicBezTo>
                  <a:cubicBezTo>
                    <a:pt x="24" y="89"/>
                    <a:pt x="24" y="89"/>
                    <a:pt x="24" y="89"/>
                  </a:cubicBezTo>
                  <a:cubicBezTo>
                    <a:pt x="26" y="87"/>
                    <a:pt x="26" y="87"/>
                    <a:pt x="26" y="87"/>
                  </a:cubicBezTo>
                  <a:cubicBezTo>
                    <a:pt x="36" y="87"/>
                    <a:pt x="36" y="87"/>
                    <a:pt x="36" y="87"/>
                  </a:cubicBezTo>
                  <a:cubicBezTo>
                    <a:pt x="38" y="86"/>
                    <a:pt x="38" y="86"/>
                    <a:pt x="38" y="86"/>
                  </a:cubicBezTo>
                  <a:cubicBezTo>
                    <a:pt x="38" y="82"/>
                    <a:pt x="38" y="82"/>
                    <a:pt x="38" y="82"/>
                  </a:cubicBezTo>
                  <a:cubicBezTo>
                    <a:pt x="41" y="82"/>
                    <a:pt x="41" y="82"/>
                    <a:pt x="41" y="82"/>
                  </a:cubicBezTo>
                  <a:cubicBezTo>
                    <a:pt x="44" y="80"/>
                    <a:pt x="44" y="80"/>
                    <a:pt x="44" y="80"/>
                  </a:cubicBezTo>
                  <a:cubicBezTo>
                    <a:pt x="51" y="80"/>
                    <a:pt x="51" y="80"/>
                    <a:pt x="51" y="80"/>
                  </a:cubicBezTo>
                  <a:cubicBezTo>
                    <a:pt x="51" y="80"/>
                    <a:pt x="55" y="77"/>
                    <a:pt x="57" y="77"/>
                  </a:cubicBezTo>
                  <a:cubicBezTo>
                    <a:pt x="59" y="76"/>
                    <a:pt x="74" y="80"/>
                    <a:pt x="74" y="80"/>
                  </a:cubicBezTo>
                  <a:cubicBezTo>
                    <a:pt x="78" y="86"/>
                    <a:pt x="78" y="86"/>
                    <a:pt x="78" y="86"/>
                  </a:cubicBezTo>
                  <a:cubicBezTo>
                    <a:pt x="79" y="89"/>
                    <a:pt x="79" y="89"/>
                    <a:pt x="79" y="89"/>
                  </a:cubicBezTo>
                  <a:cubicBezTo>
                    <a:pt x="81" y="90"/>
                    <a:pt x="81" y="90"/>
                    <a:pt x="81" y="90"/>
                  </a:cubicBezTo>
                  <a:cubicBezTo>
                    <a:pt x="84" y="86"/>
                    <a:pt x="84" y="86"/>
                    <a:pt x="84" y="86"/>
                  </a:cubicBezTo>
                  <a:cubicBezTo>
                    <a:pt x="87" y="81"/>
                    <a:pt x="87" y="81"/>
                    <a:pt x="87" y="81"/>
                  </a:cubicBezTo>
                  <a:cubicBezTo>
                    <a:pt x="88" y="84"/>
                    <a:pt x="88" y="84"/>
                    <a:pt x="88" y="84"/>
                  </a:cubicBezTo>
                  <a:cubicBezTo>
                    <a:pt x="85" y="88"/>
                    <a:pt x="85" y="88"/>
                    <a:pt x="85" y="88"/>
                  </a:cubicBezTo>
                  <a:cubicBezTo>
                    <a:pt x="85" y="92"/>
                    <a:pt x="85" y="92"/>
                    <a:pt x="85" y="92"/>
                  </a:cubicBezTo>
                  <a:cubicBezTo>
                    <a:pt x="89" y="88"/>
                    <a:pt x="89" y="88"/>
                    <a:pt x="89" y="88"/>
                  </a:cubicBezTo>
                  <a:cubicBezTo>
                    <a:pt x="91" y="90"/>
                    <a:pt x="91" y="90"/>
                    <a:pt x="91" y="90"/>
                  </a:cubicBezTo>
                  <a:cubicBezTo>
                    <a:pt x="89" y="91"/>
                    <a:pt x="89" y="91"/>
                    <a:pt x="89" y="91"/>
                  </a:cubicBezTo>
                  <a:cubicBezTo>
                    <a:pt x="90" y="94"/>
                    <a:pt x="90" y="94"/>
                    <a:pt x="90" y="94"/>
                  </a:cubicBezTo>
                  <a:cubicBezTo>
                    <a:pt x="90" y="94"/>
                    <a:pt x="93" y="94"/>
                    <a:pt x="94" y="95"/>
                  </a:cubicBezTo>
                  <a:cubicBezTo>
                    <a:pt x="94" y="96"/>
                    <a:pt x="95" y="99"/>
                    <a:pt x="95" y="99"/>
                  </a:cubicBezTo>
                  <a:cubicBezTo>
                    <a:pt x="98" y="104"/>
                    <a:pt x="98" y="104"/>
                    <a:pt x="98" y="104"/>
                  </a:cubicBezTo>
                  <a:cubicBezTo>
                    <a:pt x="98" y="104"/>
                    <a:pt x="103" y="104"/>
                    <a:pt x="104" y="104"/>
                  </a:cubicBezTo>
                  <a:cubicBezTo>
                    <a:pt x="105" y="105"/>
                    <a:pt x="108" y="106"/>
                    <a:pt x="108" y="106"/>
                  </a:cubicBezTo>
                  <a:cubicBezTo>
                    <a:pt x="110" y="106"/>
                    <a:pt x="110" y="106"/>
                    <a:pt x="110" y="106"/>
                  </a:cubicBezTo>
                  <a:cubicBezTo>
                    <a:pt x="112" y="103"/>
                    <a:pt x="112" y="103"/>
                    <a:pt x="112" y="103"/>
                  </a:cubicBezTo>
                  <a:cubicBezTo>
                    <a:pt x="115" y="105"/>
                    <a:pt x="115" y="105"/>
                    <a:pt x="115" y="105"/>
                  </a:cubicBezTo>
                  <a:cubicBezTo>
                    <a:pt x="119" y="106"/>
                    <a:pt x="119" y="106"/>
                    <a:pt x="119" y="106"/>
                  </a:cubicBezTo>
                  <a:cubicBezTo>
                    <a:pt x="123" y="102"/>
                    <a:pt x="123" y="102"/>
                    <a:pt x="123" y="102"/>
                  </a:cubicBezTo>
                  <a:cubicBezTo>
                    <a:pt x="130" y="101"/>
                    <a:pt x="130" y="101"/>
                    <a:pt x="130" y="101"/>
                  </a:cubicBezTo>
                  <a:cubicBezTo>
                    <a:pt x="131" y="95"/>
                    <a:pt x="131" y="95"/>
                    <a:pt x="131" y="95"/>
                  </a:cubicBezTo>
                  <a:cubicBezTo>
                    <a:pt x="131" y="95"/>
                    <a:pt x="135" y="85"/>
                    <a:pt x="136" y="83"/>
                  </a:cubicBezTo>
                  <a:cubicBezTo>
                    <a:pt x="138" y="82"/>
                    <a:pt x="140" y="78"/>
                    <a:pt x="140" y="78"/>
                  </a:cubicBezTo>
                  <a:cubicBezTo>
                    <a:pt x="143" y="67"/>
                    <a:pt x="143" y="67"/>
                    <a:pt x="143" y="67"/>
                  </a:cubicBezTo>
                  <a:cubicBezTo>
                    <a:pt x="143" y="67"/>
                    <a:pt x="142" y="53"/>
                    <a:pt x="141" y="52"/>
                  </a:cubicBezTo>
                  <a:cubicBezTo>
                    <a:pt x="139" y="50"/>
                    <a:pt x="133" y="44"/>
                    <a:pt x="133" y="4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11" name="Freeform 115"/>
            <p:cNvSpPr>
              <a:spLocks/>
            </p:cNvSpPr>
            <p:nvPr/>
          </p:nvSpPr>
          <p:spPr bwMode="auto">
            <a:xfrm>
              <a:off x="7499350" y="5084763"/>
              <a:ext cx="52387" cy="49212"/>
            </a:xfrm>
            <a:custGeom>
              <a:avLst/>
              <a:gdLst>
                <a:gd name="T0" fmla="*/ 7 w 14"/>
                <a:gd name="T1" fmla="*/ 2 h 13"/>
                <a:gd name="T2" fmla="*/ 4 w 14"/>
                <a:gd name="T3" fmla="*/ 0 h 13"/>
                <a:gd name="T4" fmla="*/ 0 w 14"/>
                <a:gd name="T5" fmla="*/ 0 h 13"/>
                <a:gd name="T6" fmla="*/ 1 w 14"/>
                <a:gd name="T7" fmla="*/ 2 h 13"/>
                <a:gd name="T8" fmla="*/ 3 w 14"/>
                <a:gd name="T9" fmla="*/ 5 h 13"/>
                <a:gd name="T10" fmla="*/ 2 w 14"/>
                <a:gd name="T11" fmla="*/ 8 h 13"/>
                <a:gd name="T12" fmla="*/ 8 w 14"/>
                <a:gd name="T13" fmla="*/ 13 h 13"/>
                <a:gd name="T14" fmla="*/ 10 w 14"/>
                <a:gd name="T15" fmla="*/ 10 h 13"/>
                <a:gd name="T16" fmla="*/ 13 w 14"/>
                <a:gd name="T17" fmla="*/ 9 h 13"/>
                <a:gd name="T18" fmla="*/ 13 w 14"/>
                <a:gd name="T19" fmla="*/ 6 h 13"/>
                <a:gd name="T20" fmla="*/ 14 w 14"/>
                <a:gd name="T21" fmla="*/ 2 h 13"/>
                <a:gd name="T22" fmla="*/ 9 w 14"/>
                <a:gd name="T23" fmla="*/ 0 h 13"/>
                <a:gd name="T24" fmla="*/ 7 w 14"/>
                <a:gd name="T25"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13">
                  <a:moveTo>
                    <a:pt x="7" y="2"/>
                  </a:moveTo>
                  <a:cubicBezTo>
                    <a:pt x="6" y="2"/>
                    <a:pt x="4" y="0"/>
                    <a:pt x="4" y="0"/>
                  </a:cubicBezTo>
                  <a:cubicBezTo>
                    <a:pt x="0" y="0"/>
                    <a:pt x="0" y="0"/>
                    <a:pt x="0" y="0"/>
                  </a:cubicBezTo>
                  <a:cubicBezTo>
                    <a:pt x="1" y="2"/>
                    <a:pt x="1" y="2"/>
                    <a:pt x="1" y="2"/>
                  </a:cubicBezTo>
                  <a:cubicBezTo>
                    <a:pt x="1" y="2"/>
                    <a:pt x="3" y="4"/>
                    <a:pt x="3" y="5"/>
                  </a:cubicBezTo>
                  <a:cubicBezTo>
                    <a:pt x="3" y="7"/>
                    <a:pt x="2" y="8"/>
                    <a:pt x="2" y="8"/>
                  </a:cubicBezTo>
                  <a:cubicBezTo>
                    <a:pt x="8" y="13"/>
                    <a:pt x="8" y="13"/>
                    <a:pt x="8" y="13"/>
                  </a:cubicBezTo>
                  <a:cubicBezTo>
                    <a:pt x="10" y="10"/>
                    <a:pt x="10" y="10"/>
                    <a:pt x="10" y="10"/>
                  </a:cubicBezTo>
                  <a:cubicBezTo>
                    <a:pt x="13" y="9"/>
                    <a:pt x="13" y="9"/>
                    <a:pt x="13" y="9"/>
                  </a:cubicBezTo>
                  <a:cubicBezTo>
                    <a:pt x="13" y="6"/>
                    <a:pt x="13" y="6"/>
                    <a:pt x="13" y="6"/>
                  </a:cubicBezTo>
                  <a:cubicBezTo>
                    <a:pt x="14" y="2"/>
                    <a:pt x="14" y="2"/>
                    <a:pt x="14" y="2"/>
                  </a:cubicBezTo>
                  <a:cubicBezTo>
                    <a:pt x="9" y="0"/>
                    <a:pt x="9" y="0"/>
                    <a:pt x="9" y="0"/>
                  </a:cubicBezTo>
                  <a:cubicBezTo>
                    <a:pt x="9" y="0"/>
                    <a:pt x="8" y="2"/>
                    <a:pt x="7" y="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12" name="Freeform 116"/>
            <p:cNvSpPr>
              <a:spLocks/>
            </p:cNvSpPr>
            <p:nvPr/>
          </p:nvSpPr>
          <p:spPr bwMode="auto">
            <a:xfrm>
              <a:off x="7826375" y="4994275"/>
              <a:ext cx="74612" cy="104775"/>
            </a:xfrm>
            <a:custGeom>
              <a:avLst/>
              <a:gdLst>
                <a:gd name="T0" fmla="*/ 18 w 20"/>
                <a:gd name="T1" fmla="*/ 11 h 28"/>
                <a:gd name="T2" fmla="*/ 14 w 20"/>
                <a:gd name="T3" fmla="*/ 12 h 28"/>
                <a:gd name="T4" fmla="*/ 11 w 20"/>
                <a:gd name="T5" fmla="*/ 10 h 28"/>
                <a:gd name="T6" fmla="*/ 10 w 20"/>
                <a:gd name="T7" fmla="*/ 8 h 28"/>
                <a:gd name="T8" fmla="*/ 7 w 20"/>
                <a:gd name="T9" fmla="*/ 7 h 28"/>
                <a:gd name="T10" fmla="*/ 6 w 20"/>
                <a:gd name="T11" fmla="*/ 2 h 28"/>
                <a:gd name="T12" fmla="*/ 1 w 20"/>
                <a:gd name="T13" fmla="*/ 0 h 28"/>
                <a:gd name="T14" fmla="*/ 1 w 20"/>
                <a:gd name="T15" fmla="*/ 4 h 28"/>
                <a:gd name="T16" fmla="*/ 6 w 20"/>
                <a:gd name="T17" fmla="*/ 7 h 28"/>
                <a:gd name="T18" fmla="*/ 7 w 20"/>
                <a:gd name="T19" fmla="*/ 15 h 28"/>
                <a:gd name="T20" fmla="*/ 2 w 20"/>
                <a:gd name="T21" fmla="*/ 17 h 28"/>
                <a:gd name="T22" fmla="*/ 4 w 20"/>
                <a:gd name="T23" fmla="*/ 20 h 28"/>
                <a:gd name="T24" fmla="*/ 8 w 20"/>
                <a:gd name="T25" fmla="*/ 21 h 28"/>
                <a:gd name="T26" fmla="*/ 8 w 20"/>
                <a:gd name="T27" fmla="*/ 23 h 28"/>
                <a:gd name="T28" fmla="*/ 6 w 20"/>
                <a:gd name="T29" fmla="*/ 25 h 28"/>
                <a:gd name="T30" fmla="*/ 7 w 20"/>
                <a:gd name="T31" fmla="*/ 28 h 28"/>
                <a:gd name="T32" fmla="*/ 10 w 20"/>
                <a:gd name="T33" fmla="*/ 27 h 28"/>
                <a:gd name="T34" fmla="*/ 14 w 20"/>
                <a:gd name="T35" fmla="*/ 22 h 28"/>
                <a:gd name="T36" fmla="*/ 13 w 20"/>
                <a:gd name="T37" fmla="*/ 17 h 28"/>
                <a:gd name="T38" fmla="*/ 18 w 20"/>
                <a:gd name="T39" fmla="*/ 18 h 28"/>
                <a:gd name="T40" fmla="*/ 18 w 20"/>
                <a:gd name="T41" fmla="*/ 16 h 28"/>
                <a:gd name="T42" fmla="*/ 20 w 20"/>
                <a:gd name="T43" fmla="*/ 14 h 28"/>
                <a:gd name="T44" fmla="*/ 20 w 20"/>
                <a:gd name="T45" fmla="*/ 11 h 28"/>
                <a:gd name="T46" fmla="*/ 18 w 20"/>
                <a:gd name="T47" fmla="*/ 1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 h="28">
                  <a:moveTo>
                    <a:pt x="18" y="11"/>
                  </a:moveTo>
                  <a:cubicBezTo>
                    <a:pt x="17" y="12"/>
                    <a:pt x="14" y="12"/>
                    <a:pt x="14" y="12"/>
                  </a:cubicBezTo>
                  <a:cubicBezTo>
                    <a:pt x="11" y="10"/>
                    <a:pt x="11" y="10"/>
                    <a:pt x="11" y="10"/>
                  </a:cubicBezTo>
                  <a:cubicBezTo>
                    <a:pt x="10" y="8"/>
                    <a:pt x="10" y="8"/>
                    <a:pt x="10" y="8"/>
                  </a:cubicBezTo>
                  <a:cubicBezTo>
                    <a:pt x="7" y="7"/>
                    <a:pt x="7" y="7"/>
                    <a:pt x="7" y="7"/>
                  </a:cubicBezTo>
                  <a:cubicBezTo>
                    <a:pt x="6" y="2"/>
                    <a:pt x="6" y="2"/>
                    <a:pt x="6" y="2"/>
                  </a:cubicBezTo>
                  <a:cubicBezTo>
                    <a:pt x="6" y="2"/>
                    <a:pt x="2" y="0"/>
                    <a:pt x="1" y="0"/>
                  </a:cubicBezTo>
                  <a:cubicBezTo>
                    <a:pt x="0" y="0"/>
                    <a:pt x="1" y="4"/>
                    <a:pt x="1" y="4"/>
                  </a:cubicBezTo>
                  <a:cubicBezTo>
                    <a:pt x="6" y="7"/>
                    <a:pt x="6" y="7"/>
                    <a:pt x="6" y="7"/>
                  </a:cubicBezTo>
                  <a:cubicBezTo>
                    <a:pt x="7" y="15"/>
                    <a:pt x="7" y="15"/>
                    <a:pt x="7" y="15"/>
                  </a:cubicBezTo>
                  <a:cubicBezTo>
                    <a:pt x="2" y="17"/>
                    <a:pt x="2" y="17"/>
                    <a:pt x="2" y="17"/>
                  </a:cubicBezTo>
                  <a:cubicBezTo>
                    <a:pt x="4" y="20"/>
                    <a:pt x="4" y="20"/>
                    <a:pt x="4" y="20"/>
                  </a:cubicBezTo>
                  <a:cubicBezTo>
                    <a:pt x="8" y="21"/>
                    <a:pt x="8" y="21"/>
                    <a:pt x="8" y="21"/>
                  </a:cubicBezTo>
                  <a:cubicBezTo>
                    <a:pt x="8" y="23"/>
                    <a:pt x="8" y="23"/>
                    <a:pt x="8" y="23"/>
                  </a:cubicBezTo>
                  <a:cubicBezTo>
                    <a:pt x="6" y="25"/>
                    <a:pt x="6" y="25"/>
                    <a:pt x="6" y="25"/>
                  </a:cubicBezTo>
                  <a:cubicBezTo>
                    <a:pt x="7" y="28"/>
                    <a:pt x="7" y="28"/>
                    <a:pt x="7" y="28"/>
                  </a:cubicBezTo>
                  <a:cubicBezTo>
                    <a:pt x="10" y="27"/>
                    <a:pt x="10" y="27"/>
                    <a:pt x="10" y="27"/>
                  </a:cubicBezTo>
                  <a:cubicBezTo>
                    <a:pt x="14" y="22"/>
                    <a:pt x="14" y="22"/>
                    <a:pt x="14" y="22"/>
                  </a:cubicBezTo>
                  <a:cubicBezTo>
                    <a:pt x="13" y="17"/>
                    <a:pt x="13" y="17"/>
                    <a:pt x="13" y="17"/>
                  </a:cubicBezTo>
                  <a:cubicBezTo>
                    <a:pt x="18" y="18"/>
                    <a:pt x="18" y="18"/>
                    <a:pt x="18" y="18"/>
                  </a:cubicBezTo>
                  <a:cubicBezTo>
                    <a:pt x="18" y="16"/>
                    <a:pt x="18" y="16"/>
                    <a:pt x="18" y="16"/>
                  </a:cubicBezTo>
                  <a:cubicBezTo>
                    <a:pt x="20" y="14"/>
                    <a:pt x="20" y="14"/>
                    <a:pt x="20" y="14"/>
                  </a:cubicBezTo>
                  <a:cubicBezTo>
                    <a:pt x="20" y="11"/>
                    <a:pt x="20" y="11"/>
                    <a:pt x="20" y="11"/>
                  </a:cubicBezTo>
                  <a:cubicBezTo>
                    <a:pt x="20" y="11"/>
                    <a:pt x="18" y="10"/>
                    <a:pt x="18" y="1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13" name="Freeform 117"/>
            <p:cNvSpPr>
              <a:spLocks/>
            </p:cNvSpPr>
            <p:nvPr/>
          </p:nvSpPr>
          <p:spPr bwMode="auto">
            <a:xfrm>
              <a:off x="7743825" y="5084763"/>
              <a:ext cx="98425" cy="96837"/>
            </a:xfrm>
            <a:custGeom>
              <a:avLst/>
              <a:gdLst>
                <a:gd name="T0" fmla="*/ 47 w 62"/>
                <a:gd name="T1" fmla="*/ 0 h 61"/>
                <a:gd name="T2" fmla="*/ 43 w 62"/>
                <a:gd name="T3" fmla="*/ 2 h 61"/>
                <a:gd name="T4" fmla="*/ 45 w 62"/>
                <a:gd name="T5" fmla="*/ 9 h 61"/>
                <a:gd name="T6" fmla="*/ 38 w 62"/>
                <a:gd name="T7" fmla="*/ 12 h 61"/>
                <a:gd name="T8" fmla="*/ 28 w 62"/>
                <a:gd name="T9" fmla="*/ 26 h 61"/>
                <a:gd name="T10" fmla="*/ 21 w 62"/>
                <a:gd name="T11" fmla="*/ 26 h 61"/>
                <a:gd name="T12" fmla="*/ 19 w 62"/>
                <a:gd name="T13" fmla="*/ 31 h 61"/>
                <a:gd name="T14" fmla="*/ 9 w 62"/>
                <a:gd name="T15" fmla="*/ 33 h 61"/>
                <a:gd name="T16" fmla="*/ 0 w 62"/>
                <a:gd name="T17" fmla="*/ 47 h 61"/>
                <a:gd name="T18" fmla="*/ 0 w 62"/>
                <a:gd name="T19" fmla="*/ 54 h 61"/>
                <a:gd name="T20" fmla="*/ 7 w 62"/>
                <a:gd name="T21" fmla="*/ 57 h 61"/>
                <a:gd name="T22" fmla="*/ 14 w 62"/>
                <a:gd name="T23" fmla="*/ 61 h 61"/>
                <a:gd name="T24" fmla="*/ 21 w 62"/>
                <a:gd name="T25" fmla="*/ 59 h 61"/>
                <a:gd name="T26" fmla="*/ 35 w 62"/>
                <a:gd name="T27" fmla="*/ 45 h 61"/>
                <a:gd name="T28" fmla="*/ 38 w 62"/>
                <a:gd name="T29" fmla="*/ 35 h 61"/>
                <a:gd name="T30" fmla="*/ 45 w 62"/>
                <a:gd name="T31" fmla="*/ 33 h 61"/>
                <a:gd name="T32" fmla="*/ 52 w 62"/>
                <a:gd name="T33" fmla="*/ 31 h 61"/>
                <a:gd name="T34" fmla="*/ 52 w 62"/>
                <a:gd name="T35" fmla="*/ 21 h 61"/>
                <a:gd name="T36" fmla="*/ 62 w 62"/>
                <a:gd name="T37" fmla="*/ 14 h 61"/>
                <a:gd name="T38" fmla="*/ 62 w 62"/>
                <a:gd name="T39" fmla="*/ 4 h 61"/>
                <a:gd name="T40" fmla="*/ 52 w 62"/>
                <a:gd name="T41" fmla="*/ 2 h 61"/>
                <a:gd name="T42" fmla="*/ 47 w 62"/>
                <a:gd name="T43"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2" h="61">
                  <a:moveTo>
                    <a:pt x="47" y="0"/>
                  </a:moveTo>
                  <a:lnTo>
                    <a:pt x="43" y="2"/>
                  </a:lnTo>
                  <a:lnTo>
                    <a:pt x="45" y="9"/>
                  </a:lnTo>
                  <a:lnTo>
                    <a:pt x="38" y="12"/>
                  </a:lnTo>
                  <a:lnTo>
                    <a:pt x="28" y="26"/>
                  </a:lnTo>
                  <a:lnTo>
                    <a:pt x="21" y="26"/>
                  </a:lnTo>
                  <a:lnTo>
                    <a:pt x="19" y="31"/>
                  </a:lnTo>
                  <a:lnTo>
                    <a:pt x="9" y="33"/>
                  </a:lnTo>
                  <a:lnTo>
                    <a:pt x="0" y="47"/>
                  </a:lnTo>
                  <a:lnTo>
                    <a:pt x="0" y="54"/>
                  </a:lnTo>
                  <a:lnTo>
                    <a:pt x="7" y="57"/>
                  </a:lnTo>
                  <a:lnTo>
                    <a:pt x="14" y="61"/>
                  </a:lnTo>
                  <a:lnTo>
                    <a:pt x="21" y="59"/>
                  </a:lnTo>
                  <a:lnTo>
                    <a:pt x="35" y="45"/>
                  </a:lnTo>
                  <a:lnTo>
                    <a:pt x="38" y="35"/>
                  </a:lnTo>
                  <a:lnTo>
                    <a:pt x="45" y="33"/>
                  </a:lnTo>
                  <a:lnTo>
                    <a:pt x="52" y="31"/>
                  </a:lnTo>
                  <a:lnTo>
                    <a:pt x="52" y="21"/>
                  </a:lnTo>
                  <a:lnTo>
                    <a:pt x="62" y="14"/>
                  </a:lnTo>
                  <a:lnTo>
                    <a:pt x="62" y="4"/>
                  </a:lnTo>
                  <a:lnTo>
                    <a:pt x="52" y="2"/>
                  </a:lnTo>
                  <a:lnTo>
                    <a:pt x="47"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14" name="Freeform 118"/>
            <p:cNvSpPr>
              <a:spLocks/>
            </p:cNvSpPr>
            <p:nvPr/>
          </p:nvSpPr>
          <p:spPr bwMode="auto">
            <a:xfrm>
              <a:off x="7559675" y="4564063"/>
              <a:ext cx="49212" cy="33337"/>
            </a:xfrm>
            <a:custGeom>
              <a:avLst/>
              <a:gdLst>
                <a:gd name="T0" fmla="*/ 12 w 13"/>
                <a:gd name="T1" fmla="*/ 4 h 9"/>
                <a:gd name="T2" fmla="*/ 12 w 13"/>
                <a:gd name="T3" fmla="*/ 0 h 9"/>
                <a:gd name="T4" fmla="*/ 6 w 13"/>
                <a:gd name="T5" fmla="*/ 4 h 9"/>
                <a:gd name="T6" fmla="*/ 0 w 13"/>
                <a:gd name="T7" fmla="*/ 4 h 9"/>
                <a:gd name="T8" fmla="*/ 0 w 13"/>
                <a:gd name="T9" fmla="*/ 7 h 9"/>
                <a:gd name="T10" fmla="*/ 6 w 13"/>
                <a:gd name="T11" fmla="*/ 9 h 9"/>
                <a:gd name="T12" fmla="*/ 12 w 13"/>
                <a:gd name="T13" fmla="*/ 4 h 9"/>
              </a:gdLst>
              <a:ahLst/>
              <a:cxnLst>
                <a:cxn ang="0">
                  <a:pos x="T0" y="T1"/>
                </a:cxn>
                <a:cxn ang="0">
                  <a:pos x="T2" y="T3"/>
                </a:cxn>
                <a:cxn ang="0">
                  <a:pos x="T4" y="T5"/>
                </a:cxn>
                <a:cxn ang="0">
                  <a:pos x="T6" y="T7"/>
                </a:cxn>
                <a:cxn ang="0">
                  <a:pos x="T8" y="T9"/>
                </a:cxn>
                <a:cxn ang="0">
                  <a:pos x="T10" y="T11"/>
                </a:cxn>
                <a:cxn ang="0">
                  <a:pos x="T12" y="T13"/>
                </a:cxn>
              </a:cxnLst>
              <a:rect l="0" t="0" r="r" b="b"/>
              <a:pathLst>
                <a:path w="13" h="9">
                  <a:moveTo>
                    <a:pt x="12" y="4"/>
                  </a:moveTo>
                  <a:cubicBezTo>
                    <a:pt x="13" y="3"/>
                    <a:pt x="12" y="0"/>
                    <a:pt x="12" y="0"/>
                  </a:cubicBezTo>
                  <a:cubicBezTo>
                    <a:pt x="12" y="0"/>
                    <a:pt x="9" y="4"/>
                    <a:pt x="6" y="4"/>
                  </a:cubicBezTo>
                  <a:cubicBezTo>
                    <a:pt x="4" y="4"/>
                    <a:pt x="0" y="4"/>
                    <a:pt x="0" y="4"/>
                  </a:cubicBezTo>
                  <a:cubicBezTo>
                    <a:pt x="0" y="7"/>
                    <a:pt x="0" y="7"/>
                    <a:pt x="0" y="7"/>
                  </a:cubicBezTo>
                  <a:cubicBezTo>
                    <a:pt x="0" y="7"/>
                    <a:pt x="4" y="9"/>
                    <a:pt x="6" y="9"/>
                  </a:cubicBezTo>
                  <a:cubicBezTo>
                    <a:pt x="7" y="8"/>
                    <a:pt x="12" y="4"/>
                    <a:pt x="12" y="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15" name="Freeform 119"/>
            <p:cNvSpPr>
              <a:spLocks/>
            </p:cNvSpPr>
            <p:nvPr/>
          </p:nvSpPr>
          <p:spPr bwMode="auto">
            <a:xfrm>
              <a:off x="7627938" y="4578350"/>
              <a:ext cx="30162" cy="26987"/>
            </a:xfrm>
            <a:custGeom>
              <a:avLst/>
              <a:gdLst>
                <a:gd name="T0" fmla="*/ 2 w 8"/>
                <a:gd name="T1" fmla="*/ 3 h 7"/>
                <a:gd name="T2" fmla="*/ 6 w 8"/>
                <a:gd name="T3" fmla="*/ 7 h 7"/>
                <a:gd name="T4" fmla="*/ 8 w 8"/>
                <a:gd name="T5" fmla="*/ 4 h 7"/>
                <a:gd name="T6" fmla="*/ 2 w 8"/>
                <a:gd name="T7" fmla="*/ 0 h 7"/>
                <a:gd name="T8" fmla="*/ 2 w 8"/>
                <a:gd name="T9" fmla="*/ 3 h 7"/>
              </a:gdLst>
              <a:ahLst/>
              <a:cxnLst>
                <a:cxn ang="0">
                  <a:pos x="T0" y="T1"/>
                </a:cxn>
                <a:cxn ang="0">
                  <a:pos x="T2" y="T3"/>
                </a:cxn>
                <a:cxn ang="0">
                  <a:pos x="T4" y="T5"/>
                </a:cxn>
                <a:cxn ang="0">
                  <a:pos x="T6" y="T7"/>
                </a:cxn>
                <a:cxn ang="0">
                  <a:pos x="T8" y="T9"/>
                </a:cxn>
              </a:cxnLst>
              <a:rect l="0" t="0" r="r" b="b"/>
              <a:pathLst>
                <a:path w="8" h="7">
                  <a:moveTo>
                    <a:pt x="2" y="3"/>
                  </a:moveTo>
                  <a:cubicBezTo>
                    <a:pt x="4" y="5"/>
                    <a:pt x="6" y="7"/>
                    <a:pt x="6" y="7"/>
                  </a:cubicBezTo>
                  <a:cubicBezTo>
                    <a:pt x="8" y="4"/>
                    <a:pt x="8" y="4"/>
                    <a:pt x="8" y="4"/>
                  </a:cubicBezTo>
                  <a:cubicBezTo>
                    <a:pt x="2" y="0"/>
                    <a:pt x="2" y="0"/>
                    <a:pt x="2" y="0"/>
                  </a:cubicBezTo>
                  <a:cubicBezTo>
                    <a:pt x="2" y="0"/>
                    <a:pt x="0" y="2"/>
                    <a:pt x="2" y="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16" name="Freeform 120"/>
            <p:cNvSpPr>
              <a:spLocks/>
            </p:cNvSpPr>
            <p:nvPr/>
          </p:nvSpPr>
          <p:spPr bwMode="auto">
            <a:xfrm>
              <a:off x="7713663" y="4621213"/>
              <a:ext cx="15875" cy="17462"/>
            </a:xfrm>
            <a:custGeom>
              <a:avLst/>
              <a:gdLst>
                <a:gd name="T0" fmla="*/ 0 w 4"/>
                <a:gd name="T1" fmla="*/ 0 h 5"/>
                <a:gd name="T2" fmla="*/ 1 w 4"/>
                <a:gd name="T3" fmla="*/ 4 h 5"/>
                <a:gd name="T4" fmla="*/ 4 w 4"/>
                <a:gd name="T5" fmla="*/ 4 h 5"/>
                <a:gd name="T6" fmla="*/ 0 w 4"/>
                <a:gd name="T7" fmla="*/ 0 h 5"/>
              </a:gdLst>
              <a:ahLst/>
              <a:cxnLst>
                <a:cxn ang="0">
                  <a:pos x="T0" y="T1"/>
                </a:cxn>
                <a:cxn ang="0">
                  <a:pos x="T2" y="T3"/>
                </a:cxn>
                <a:cxn ang="0">
                  <a:pos x="T4" y="T5"/>
                </a:cxn>
                <a:cxn ang="0">
                  <a:pos x="T6" y="T7"/>
                </a:cxn>
              </a:cxnLst>
              <a:rect l="0" t="0" r="r" b="b"/>
              <a:pathLst>
                <a:path w="4" h="5">
                  <a:moveTo>
                    <a:pt x="0" y="0"/>
                  </a:moveTo>
                  <a:cubicBezTo>
                    <a:pt x="0" y="0"/>
                    <a:pt x="0" y="3"/>
                    <a:pt x="1" y="4"/>
                  </a:cubicBezTo>
                  <a:cubicBezTo>
                    <a:pt x="3" y="5"/>
                    <a:pt x="4" y="4"/>
                    <a:pt x="4" y="4"/>
                  </a:cubicBezTo>
                  <a:cubicBezTo>
                    <a:pt x="4" y="4"/>
                    <a:pt x="4" y="1"/>
                    <a:pt x="0"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17" name="Freeform 121"/>
            <p:cNvSpPr>
              <a:spLocks/>
            </p:cNvSpPr>
            <p:nvPr/>
          </p:nvSpPr>
          <p:spPr bwMode="auto">
            <a:xfrm>
              <a:off x="7724775" y="4643438"/>
              <a:ext cx="22225" cy="19050"/>
            </a:xfrm>
            <a:custGeom>
              <a:avLst/>
              <a:gdLst>
                <a:gd name="T0" fmla="*/ 1 w 6"/>
                <a:gd name="T1" fmla="*/ 0 h 5"/>
                <a:gd name="T2" fmla="*/ 0 w 6"/>
                <a:gd name="T3" fmla="*/ 3 h 5"/>
                <a:gd name="T4" fmla="*/ 4 w 6"/>
                <a:gd name="T5" fmla="*/ 5 h 5"/>
                <a:gd name="T6" fmla="*/ 1 w 6"/>
                <a:gd name="T7" fmla="*/ 0 h 5"/>
              </a:gdLst>
              <a:ahLst/>
              <a:cxnLst>
                <a:cxn ang="0">
                  <a:pos x="T0" y="T1"/>
                </a:cxn>
                <a:cxn ang="0">
                  <a:pos x="T2" y="T3"/>
                </a:cxn>
                <a:cxn ang="0">
                  <a:pos x="T4" y="T5"/>
                </a:cxn>
                <a:cxn ang="0">
                  <a:pos x="T6" y="T7"/>
                </a:cxn>
              </a:cxnLst>
              <a:rect l="0" t="0" r="r" b="b"/>
              <a:pathLst>
                <a:path w="6" h="5">
                  <a:moveTo>
                    <a:pt x="1" y="0"/>
                  </a:moveTo>
                  <a:cubicBezTo>
                    <a:pt x="0" y="3"/>
                    <a:pt x="0" y="3"/>
                    <a:pt x="0" y="3"/>
                  </a:cubicBezTo>
                  <a:cubicBezTo>
                    <a:pt x="0" y="3"/>
                    <a:pt x="3" y="5"/>
                    <a:pt x="4" y="5"/>
                  </a:cubicBezTo>
                  <a:cubicBezTo>
                    <a:pt x="6" y="4"/>
                    <a:pt x="4" y="1"/>
                    <a:pt x="1"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18" name="Freeform 122"/>
            <p:cNvSpPr>
              <a:spLocks/>
            </p:cNvSpPr>
            <p:nvPr/>
          </p:nvSpPr>
          <p:spPr bwMode="auto">
            <a:xfrm>
              <a:off x="7699375" y="4627563"/>
              <a:ext cx="22225" cy="19050"/>
            </a:xfrm>
            <a:custGeom>
              <a:avLst/>
              <a:gdLst>
                <a:gd name="T0" fmla="*/ 2 w 6"/>
                <a:gd name="T1" fmla="*/ 1 h 5"/>
                <a:gd name="T2" fmla="*/ 0 w 6"/>
                <a:gd name="T3" fmla="*/ 2 h 5"/>
                <a:gd name="T4" fmla="*/ 5 w 6"/>
                <a:gd name="T5" fmla="*/ 4 h 5"/>
                <a:gd name="T6" fmla="*/ 2 w 6"/>
                <a:gd name="T7" fmla="*/ 1 h 5"/>
              </a:gdLst>
              <a:ahLst/>
              <a:cxnLst>
                <a:cxn ang="0">
                  <a:pos x="T0" y="T1"/>
                </a:cxn>
                <a:cxn ang="0">
                  <a:pos x="T2" y="T3"/>
                </a:cxn>
                <a:cxn ang="0">
                  <a:pos x="T4" y="T5"/>
                </a:cxn>
                <a:cxn ang="0">
                  <a:pos x="T6" y="T7"/>
                </a:cxn>
              </a:cxnLst>
              <a:rect l="0" t="0" r="r" b="b"/>
              <a:pathLst>
                <a:path w="6" h="5">
                  <a:moveTo>
                    <a:pt x="2" y="1"/>
                  </a:moveTo>
                  <a:cubicBezTo>
                    <a:pt x="1" y="0"/>
                    <a:pt x="0" y="2"/>
                    <a:pt x="0" y="2"/>
                  </a:cubicBezTo>
                  <a:cubicBezTo>
                    <a:pt x="1" y="5"/>
                    <a:pt x="4" y="5"/>
                    <a:pt x="5" y="4"/>
                  </a:cubicBezTo>
                  <a:cubicBezTo>
                    <a:pt x="6" y="3"/>
                    <a:pt x="3" y="1"/>
                    <a:pt x="2" y="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19" name="Freeform 123"/>
            <p:cNvSpPr>
              <a:spLocks/>
            </p:cNvSpPr>
            <p:nvPr/>
          </p:nvSpPr>
          <p:spPr bwMode="auto">
            <a:xfrm>
              <a:off x="7762875" y="4778375"/>
              <a:ext cx="44450" cy="38100"/>
            </a:xfrm>
            <a:custGeom>
              <a:avLst/>
              <a:gdLst>
                <a:gd name="T0" fmla="*/ 11 w 12"/>
                <a:gd name="T1" fmla="*/ 7 h 10"/>
                <a:gd name="T2" fmla="*/ 6 w 12"/>
                <a:gd name="T3" fmla="*/ 4 h 10"/>
                <a:gd name="T4" fmla="*/ 0 w 12"/>
                <a:gd name="T5" fmla="*/ 1 h 10"/>
                <a:gd name="T6" fmla="*/ 0 w 12"/>
                <a:gd name="T7" fmla="*/ 3 h 10"/>
                <a:gd name="T8" fmla="*/ 5 w 12"/>
                <a:gd name="T9" fmla="*/ 6 h 10"/>
                <a:gd name="T10" fmla="*/ 8 w 12"/>
                <a:gd name="T11" fmla="*/ 9 h 10"/>
                <a:gd name="T12" fmla="*/ 12 w 12"/>
                <a:gd name="T13" fmla="*/ 10 h 10"/>
                <a:gd name="T14" fmla="*/ 11 w 12"/>
                <a:gd name="T15" fmla="*/ 7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0">
                  <a:moveTo>
                    <a:pt x="11" y="7"/>
                  </a:moveTo>
                  <a:cubicBezTo>
                    <a:pt x="11" y="7"/>
                    <a:pt x="8" y="6"/>
                    <a:pt x="6" y="4"/>
                  </a:cubicBezTo>
                  <a:cubicBezTo>
                    <a:pt x="5" y="3"/>
                    <a:pt x="3" y="0"/>
                    <a:pt x="0" y="1"/>
                  </a:cubicBezTo>
                  <a:cubicBezTo>
                    <a:pt x="0" y="3"/>
                    <a:pt x="0" y="3"/>
                    <a:pt x="0" y="3"/>
                  </a:cubicBezTo>
                  <a:cubicBezTo>
                    <a:pt x="0" y="3"/>
                    <a:pt x="3" y="5"/>
                    <a:pt x="5" y="6"/>
                  </a:cubicBezTo>
                  <a:cubicBezTo>
                    <a:pt x="6" y="7"/>
                    <a:pt x="8" y="9"/>
                    <a:pt x="8" y="9"/>
                  </a:cubicBezTo>
                  <a:cubicBezTo>
                    <a:pt x="12" y="10"/>
                    <a:pt x="12" y="10"/>
                    <a:pt x="12" y="10"/>
                  </a:cubicBezTo>
                  <a:lnTo>
                    <a:pt x="11" y="7"/>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0" name="Freeform 124"/>
            <p:cNvSpPr>
              <a:spLocks/>
            </p:cNvSpPr>
            <p:nvPr/>
          </p:nvSpPr>
          <p:spPr bwMode="auto">
            <a:xfrm>
              <a:off x="7439025" y="4545013"/>
              <a:ext cx="147637" cy="112712"/>
            </a:xfrm>
            <a:custGeom>
              <a:avLst/>
              <a:gdLst>
                <a:gd name="T0" fmla="*/ 31 w 39"/>
                <a:gd name="T1" fmla="*/ 22 h 30"/>
                <a:gd name="T2" fmla="*/ 26 w 39"/>
                <a:gd name="T3" fmla="*/ 15 h 30"/>
                <a:gd name="T4" fmla="*/ 28 w 39"/>
                <a:gd name="T5" fmla="*/ 15 h 30"/>
                <a:gd name="T6" fmla="*/ 27 w 39"/>
                <a:gd name="T7" fmla="*/ 12 h 30"/>
                <a:gd name="T8" fmla="*/ 22 w 39"/>
                <a:gd name="T9" fmla="*/ 9 h 30"/>
                <a:gd name="T10" fmla="*/ 17 w 39"/>
                <a:gd name="T11" fmla="*/ 4 h 30"/>
                <a:gd name="T12" fmla="*/ 5 w 39"/>
                <a:gd name="T13" fmla="*/ 0 h 30"/>
                <a:gd name="T14" fmla="*/ 4 w 39"/>
                <a:gd name="T15" fmla="*/ 0 h 30"/>
                <a:gd name="T16" fmla="*/ 1 w 39"/>
                <a:gd name="T17" fmla="*/ 2 h 30"/>
                <a:gd name="T18" fmla="*/ 2 w 39"/>
                <a:gd name="T19" fmla="*/ 7 h 30"/>
                <a:gd name="T20" fmla="*/ 4 w 39"/>
                <a:gd name="T21" fmla="*/ 12 h 30"/>
                <a:gd name="T22" fmla="*/ 1 w 39"/>
                <a:gd name="T23" fmla="*/ 17 h 30"/>
                <a:gd name="T24" fmla="*/ 0 w 39"/>
                <a:gd name="T25" fmla="*/ 19 h 30"/>
                <a:gd name="T26" fmla="*/ 4 w 39"/>
                <a:gd name="T27" fmla="*/ 22 h 30"/>
                <a:gd name="T28" fmla="*/ 8 w 39"/>
                <a:gd name="T29" fmla="*/ 21 h 30"/>
                <a:gd name="T30" fmla="*/ 9 w 39"/>
                <a:gd name="T31" fmla="*/ 24 h 30"/>
                <a:gd name="T32" fmla="*/ 11 w 39"/>
                <a:gd name="T33" fmla="*/ 23 h 30"/>
                <a:gd name="T34" fmla="*/ 12 w 39"/>
                <a:gd name="T35" fmla="*/ 21 h 30"/>
                <a:gd name="T36" fmla="*/ 10 w 39"/>
                <a:gd name="T37" fmla="*/ 21 h 30"/>
                <a:gd name="T38" fmla="*/ 10 w 39"/>
                <a:gd name="T39" fmla="*/ 19 h 30"/>
                <a:gd name="T40" fmla="*/ 13 w 39"/>
                <a:gd name="T41" fmla="*/ 18 h 30"/>
                <a:gd name="T42" fmla="*/ 13 w 39"/>
                <a:gd name="T43" fmla="*/ 15 h 30"/>
                <a:gd name="T44" fmla="*/ 27 w 39"/>
                <a:gd name="T45" fmla="*/ 26 h 30"/>
                <a:gd name="T46" fmla="*/ 38 w 39"/>
                <a:gd name="T47" fmla="*/ 30 h 30"/>
                <a:gd name="T48" fmla="*/ 39 w 39"/>
                <a:gd name="T49" fmla="*/ 29 h 30"/>
                <a:gd name="T50" fmla="*/ 31 w 39"/>
                <a:gd name="T51" fmla="*/ 2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9" h="30">
                  <a:moveTo>
                    <a:pt x="31" y="22"/>
                  </a:moveTo>
                  <a:cubicBezTo>
                    <a:pt x="26" y="15"/>
                    <a:pt x="26" y="15"/>
                    <a:pt x="26" y="15"/>
                  </a:cubicBezTo>
                  <a:cubicBezTo>
                    <a:pt x="28" y="15"/>
                    <a:pt x="28" y="15"/>
                    <a:pt x="28" y="15"/>
                  </a:cubicBezTo>
                  <a:cubicBezTo>
                    <a:pt x="27" y="12"/>
                    <a:pt x="27" y="12"/>
                    <a:pt x="27" y="12"/>
                  </a:cubicBezTo>
                  <a:cubicBezTo>
                    <a:pt x="22" y="9"/>
                    <a:pt x="22" y="9"/>
                    <a:pt x="22" y="9"/>
                  </a:cubicBezTo>
                  <a:cubicBezTo>
                    <a:pt x="17" y="4"/>
                    <a:pt x="17" y="4"/>
                    <a:pt x="17" y="4"/>
                  </a:cubicBezTo>
                  <a:cubicBezTo>
                    <a:pt x="5" y="0"/>
                    <a:pt x="5" y="0"/>
                    <a:pt x="5" y="0"/>
                  </a:cubicBezTo>
                  <a:cubicBezTo>
                    <a:pt x="4" y="0"/>
                    <a:pt x="4" y="0"/>
                    <a:pt x="4" y="0"/>
                  </a:cubicBezTo>
                  <a:cubicBezTo>
                    <a:pt x="1" y="2"/>
                    <a:pt x="1" y="2"/>
                    <a:pt x="1" y="2"/>
                  </a:cubicBezTo>
                  <a:cubicBezTo>
                    <a:pt x="2" y="7"/>
                    <a:pt x="2" y="7"/>
                    <a:pt x="2" y="7"/>
                  </a:cubicBezTo>
                  <a:cubicBezTo>
                    <a:pt x="4" y="12"/>
                    <a:pt x="4" y="12"/>
                    <a:pt x="4" y="12"/>
                  </a:cubicBezTo>
                  <a:cubicBezTo>
                    <a:pt x="1" y="17"/>
                    <a:pt x="1" y="17"/>
                    <a:pt x="1" y="17"/>
                  </a:cubicBezTo>
                  <a:cubicBezTo>
                    <a:pt x="0" y="19"/>
                    <a:pt x="0" y="19"/>
                    <a:pt x="0" y="19"/>
                  </a:cubicBezTo>
                  <a:cubicBezTo>
                    <a:pt x="4" y="22"/>
                    <a:pt x="4" y="22"/>
                    <a:pt x="4" y="22"/>
                  </a:cubicBezTo>
                  <a:cubicBezTo>
                    <a:pt x="8" y="21"/>
                    <a:pt x="8" y="21"/>
                    <a:pt x="8" y="21"/>
                  </a:cubicBezTo>
                  <a:cubicBezTo>
                    <a:pt x="9" y="24"/>
                    <a:pt x="9" y="24"/>
                    <a:pt x="9" y="24"/>
                  </a:cubicBezTo>
                  <a:cubicBezTo>
                    <a:pt x="11" y="23"/>
                    <a:pt x="11" y="23"/>
                    <a:pt x="11" y="23"/>
                  </a:cubicBezTo>
                  <a:cubicBezTo>
                    <a:pt x="12" y="21"/>
                    <a:pt x="12" y="21"/>
                    <a:pt x="12" y="21"/>
                  </a:cubicBezTo>
                  <a:cubicBezTo>
                    <a:pt x="10" y="21"/>
                    <a:pt x="10" y="21"/>
                    <a:pt x="10" y="21"/>
                  </a:cubicBezTo>
                  <a:cubicBezTo>
                    <a:pt x="10" y="19"/>
                    <a:pt x="10" y="19"/>
                    <a:pt x="10" y="19"/>
                  </a:cubicBezTo>
                  <a:cubicBezTo>
                    <a:pt x="13" y="18"/>
                    <a:pt x="13" y="18"/>
                    <a:pt x="13" y="18"/>
                  </a:cubicBezTo>
                  <a:cubicBezTo>
                    <a:pt x="13" y="15"/>
                    <a:pt x="13" y="15"/>
                    <a:pt x="13" y="15"/>
                  </a:cubicBezTo>
                  <a:cubicBezTo>
                    <a:pt x="22" y="17"/>
                    <a:pt x="27" y="26"/>
                    <a:pt x="27" y="26"/>
                  </a:cubicBezTo>
                  <a:cubicBezTo>
                    <a:pt x="35" y="27"/>
                    <a:pt x="38" y="30"/>
                    <a:pt x="38" y="30"/>
                  </a:cubicBezTo>
                  <a:cubicBezTo>
                    <a:pt x="39" y="29"/>
                    <a:pt x="39" y="29"/>
                    <a:pt x="39" y="29"/>
                  </a:cubicBezTo>
                  <a:lnTo>
                    <a:pt x="31" y="22"/>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1" name="Freeform 125"/>
            <p:cNvSpPr>
              <a:spLocks/>
            </p:cNvSpPr>
            <p:nvPr/>
          </p:nvSpPr>
          <p:spPr bwMode="auto">
            <a:xfrm>
              <a:off x="8318500" y="4827588"/>
              <a:ext cx="93662" cy="150812"/>
            </a:xfrm>
            <a:custGeom>
              <a:avLst/>
              <a:gdLst>
                <a:gd name="T0" fmla="*/ 13 w 25"/>
                <a:gd name="T1" fmla="*/ 40 h 40"/>
                <a:gd name="T2" fmla="*/ 5 w 25"/>
                <a:gd name="T3" fmla="*/ 39 h 40"/>
                <a:gd name="T4" fmla="*/ 1 w 25"/>
                <a:gd name="T5" fmla="*/ 37 h 40"/>
                <a:gd name="T6" fmla="*/ 0 w 25"/>
                <a:gd name="T7" fmla="*/ 36 h 40"/>
                <a:gd name="T8" fmla="*/ 1 w 25"/>
                <a:gd name="T9" fmla="*/ 35 h 40"/>
                <a:gd name="T10" fmla="*/ 1 w 25"/>
                <a:gd name="T11" fmla="*/ 33 h 40"/>
                <a:gd name="T12" fmla="*/ 2 w 25"/>
                <a:gd name="T13" fmla="*/ 33 h 40"/>
                <a:gd name="T14" fmla="*/ 6 w 25"/>
                <a:gd name="T15" fmla="*/ 34 h 40"/>
                <a:gd name="T16" fmla="*/ 12 w 25"/>
                <a:gd name="T17" fmla="*/ 35 h 40"/>
                <a:gd name="T18" fmla="*/ 17 w 25"/>
                <a:gd name="T19" fmla="*/ 33 h 40"/>
                <a:gd name="T20" fmla="*/ 19 w 25"/>
                <a:gd name="T21" fmla="*/ 29 h 40"/>
                <a:gd name="T22" fmla="*/ 18 w 25"/>
                <a:gd name="T23" fmla="*/ 26 h 40"/>
                <a:gd name="T24" fmla="*/ 17 w 25"/>
                <a:gd name="T25" fmla="*/ 24 h 40"/>
                <a:gd name="T26" fmla="*/ 14 w 25"/>
                <a:gd name="T27" fmla="*/ 23 h 40"/>
                <a:gd name="T28" fmla="*/ 10 w 25"/>
                <a:gd name="T29" fmla="*/ 22 h 40"/>
                <a:gd name="T30" fmla="*/ 9 w 25"/>
                <a:gd name="T31" fmla="*/ 22 h 40"/>
                <a:gd name="T32" fmla="*/ 9 w 25"/>
                <a:gd name="T33" fmla="*/ 21 h 40"/>
                <a:gd name="T34" fmla="*/ 9 w 25"/>
                <a:gd name="T35" fmla="*/ 19 h 40"/>
                <a:gd name="T36" fmla="*/ 9 w 25"/>
                <a:gd name="T37" fmla="*/ 18 h 40"/>
                <a:gd name="T38" fmla="*/ 11 w 25"/>
                <a:gd name="T39" fmla="*/ 18 h 40"/>
                <a:gd name="T40" fmla="*/ 17 w 25"/>
                <a:gd name="T41" fmla="*/ 16 h 40"/>
                <a:gd name="T42" fmla="*/ 19 w 25"/>
                <a:gd name="T43" fmla="*/ 11 h 40"/>
                <a:gd name="T44" fmla="*/ 17 w 25"/>
                <a:gd name="T45" fmla="*/ 7 h 40"/>
                <a:gd name="T46" fmla="*/ 11 w 25"/>
                <a:gd name="T47" fmla="*/ 5 h 40"/>
                <a:gd name="T48" fmla="*/ 7 w 25"/>
                <a:gd name="T49" fmla="*/ 6 h 40"/>
                <a:gd name="T50" fmla="*/ 3 w 25"/>
                <a:gd name="T51" fmla="*/ 7 h 40"/>
                <a:gd name="T52" fmla="*/ 3 w 25"/>
                <a:gd name="T53" fmla="*/ 7 h 40"/>
                <a:gd name="T54" fmla="*/ 2 w 25"/>
                <a:gd name="T55" fmla="*/ 6 h 40"/>
                <a:gd name="T56" fmla="*/ 2 w 25"/>
                <a:gd name="T57" fmla="*/ 4 h 40"/>
                <a:gd name="T58" fmla="*/ 2 w 25"/>
                <a:gd name="T59" fmla="*/ 3 h 40"/>
                <a:gd name="T60" fmla="*/ 3 w 25"/>
                <a:gd name="T61" fmla="*/ 2 h 40"/>
                <a:gd name="T62" fmla="*/ 5 w 25"/>
                <a:gd name="T63" fmla="*/ 1 h 40"/>
                <a:gd name="T64" fmla="*/ 8 w 25"/>
                <a:gd name="T65" fmla="*/ 0 h 40"/>
                <a:gd name="T66" fmla="*/ 12 w 25"/>
                <a:gd name="T67" fmla="*/ 0 h 40"/>
                <a:gd name="T68" fmla="*/ 21 w 25"/>
                <a:gd name="T69" fmla="*/ 3 h 40"/>
                <a:gd name="T70" fmla="*/ 25 w 25"/>
                <a:gd name="T71" fmla="*/ 10 h 40"/>
                <a:gd name="T72" fmla="*/ 23 w 25"/>
                <a:gd name="T73" fmla="*/ 17 h 40"/>
                <a:gd name="T74" fmla="*/ 17 w 25"/>
                <a:gd name="T75" fmla="*/ 20 h 40"/>
                <a:gd name="T76" fmla="*/ 23 w 25"/>
                <a:gd name="T77" fmla="*/ 23 h 40"/>
                <a:gd name="T78" fmla="*/ 25 w 25"/>
                <a:gd name="T79" fmla="*/ 29 h 40"/>
                <a:gd name="T80" fmla="*/ 24 w 25"/>
                <a:gd name="T81" fmla="*/ 34 h 40"/>
                <a:gd name="T82" fmla="*/ 21 w 25"/>
                <a:gd name="T83" fmla="*/ 37 h 40"/>
                <a:gd name="T84" fmla="*/ 17 w 25"/>
                <a:gd name="T85" fmla="*/ 39 h 40"/>
                <a:gd name="T86" fmla="*/ 13 w 25"/>
                <a:gd name="T87"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 h="40">
                  <a:moveTo>
                    <a:pt x="13" y="40"/>
                  </a:moveTo>
                  <a:cubicBezTo>
                    <a:pt x="10" y="40"/>
                    <a:pt x="8" y="40"/>
                    <a:pt x="5" y="39"/>
                  </a:cubicBezTo>
                  <a:cubicBezTo>
                    <a:pt x="3" y="38"/>
                    <a:pt x="2" y="38"/>
                    <a:pt x="1" y="37"/>
                  </a:cubicBezTo>
                  <a:cubicBezTo>
                    <a:pt x="1" y="37"/>
                    <a:pt x="0" y="37"/>
                    <a:pt x="0" y="36"/>
                  </a:cubicBezTo>
                  <a:cubicBezTo>
                    <a:pt x="1" y="36"/>
                    <a:pt x="1" y="35"/>
                    <a:pt x="1" y="35"/>
                  </a:cubicBezTo>
                  <a:cubicBezTo>
                    <a:pt x="1" y="34"/>
                    <a:pt x="1" y="33"/>
                    <a:pt x="1" y="33"/>
                  </a:cubicBezTo>
                  <a:cubicBezTo>
                    <a:pt x="2" y="33"/>
                    <a:pt x="2" y="32"/>
                    <a:pt x="2" y="33"/>
                  </a:cubicBezTo>
                  <a:cubicBezTo>
                    <a:pt x="3" y="33"/>
                    <a:pt x="5" y="34"/>
                    <a:pt x="6" y="34"/>
                  </a:cubicBezTo>
                  <a:cubicBezTo>
                    <a:pt x="8" y="34"/>
                    <a:pt x="10" y="35"/>
                    <a:pt x="12" y="35"/>
                  </a:cubicBezTo>
                  <a:cubicBezTo>
                    <a:pt x="14" y="35"/>
                    <a:pt x="16" y="34"/>
                    <a:pt x="17" y="33"/>
                  </a:cubicBezTo>
                  <a:cubicBezTo>
                    <a:pt x="18" y="32"/>
                    <a:pt x="19" y="31"/>
                    <a:pt x="19" y="29"/>
                  </a:cubicBezTo>
                  <a:cubicBezTo>
                    <a:pt x="19" y="28"/>
                    <a:pt x="19" y="27"/>
                    <a:pt x="18" y="26"/>
                  </a:cubicBezTo>
                  <a:cubicBezTo>
                    <a:pt x="18" y="25"/>
                    <a:pt x="17" y="25"/>
                    <a:pt x="17" y="24"/>
                  </a:cubicBezTo>
                  <a:cubicBezTo>
                    <a:pt x="16" y="23"/>
                    <a:pt x="15" y="23"/>
                    <a:pt x="14" y="23"/>
                  </a:cubicBezTo>
                  <a:cubicBezTo>
                    <a:pt x="13" y="22"/>
                    <a:pt x="12" y="22"/>
                    <a:pt x="10" y="22"/>
                  </a:cubicBezTo>
                  <a:cubicBezTo>
                    <a:pt x="10" y="22"/>
                    <a:pt x="10" y="22"/>
                    <a:pt x="9" y="22"/>
                  </a:cubicBezTo>
                  <a:cubicBezTo>
                    <a:pt x="9" y="22"/>
                    <a:pt x="9" y="22"/>
                    <a:pt x="9" y="21"/>
                  </a:cubicBezTo>
                  <a:cubicBezTo>
                    <a:pt x="9" y="19"/>
                    <a:pt x="9" y="19"/>
                    <a:pt x="9" y="19"/>
                  </a:cubicBezTo>
                  <a:cubicBezTo>
                    <a:pt x="9" y="18"/>
                    <a:pt x="9" y="18"/>
                    <a:pt x="9" y="18"/>
                  </a:cubicBezTo>
                  <a:cubicBezTo>
                    <a:pt x="10" y="18"/>
                    <a:pt x="10" y="18"/>
                    <a:pt x="11" y="18"/>
                  </a:cubicBezTo>
                  <a:cubicBezTo>
                    <a:pt x="13" y="18"/>
                    <a:pt x="15" y="17"/>
                    <a:pt x="17" y="16"/>
                  </a:cubicBezTo>
                  <a:cubicBezTo>
                    <a:pt x="18" y="15"/>
                    <a:pt x="19" y="13"/>
                    <a:pt x="19" y="11"/>
                  </a:cubicBezTo>
                  <a:cubicBezTo>
                    <a:pt x="19" y="9"/>
                    <a:pt x="18" y="8"/>
                    <a:pt x="17" y="7"/>
                  </a:cubicBezTo>
                  <a:cubicBezTo>
                    <a:pt x="16" y="6"/>
                    <a:pt x="14" y="5"/>
                    <a:pt x="11" y="5"/>
                  </a:cubicBezTo>
                  <a:cubicBezTo>
                    <a:pt x="9" y="5"/>
                    <a:pt x="8" y="5"/>
                    <a:pt x="7" y="6"/>
                  </a:cubicBezTo>
                  <a:cubicBezTo>
                    <a:pt x="5" y="6"/>
                    <a:pt x="4" y="7"/>
                    <a:pt x="3" y="7"/>
                  </a:cubicBezTo>
                  <a:cubicBezTo>
                    <a:pt x="3" y="8"/>
                    <a:pt x="3" y="7"/>
                    <a:pt x="3" y="7"/>
                  </a:cubicBezTo>
                  <a:cubicBezTo>
                    <a:pt x="2" y="7"/>
                    <a:pt x="2" y="6"/>
                    <a:pt x="2" y="6"/>
                  </a:cubicBezTo>
                  <a:cubicBezTo>
                    <a:pt x="2" y="5"/>
                    <a:pt x="2" y="4"/>
                    <a:pt x="2" y="4"/>
                  </a:cubicBezTo>
                  <a:cubicBezTo>
                    <a:pt x="2" y="3"/>
                    <a:pt x="2" y="3"/>
                    <a:pt x="2" y="3"/>
                  </a:cubicBezTo>
                  <a:cubicBezTo>
                    <a:pt x="2" y="3"/>
                    <a:pt x="3" y="2"/>
                    <a:pt x="3" y="2"/>
                  </a:cubicBezTo>
                  <a:cubicBezTo>
                    <a:pt x="4" y="2"/>
                    <a:pt x="5" y="1"/>
                    <a:pt x="5" y="1"/>
                  </a:cubicBezTo>
                  <a:cubicBezTo>
                    <a:pt x="6" y="1"/>
                    <a:pt x="7" y="1"/>
                    <a:pt x="8" y="0"/>
                  </a:cubicBezTo>
                  <a:cubicBezTo>
                    <a:pt x="9" y="0"/>
                    <a:pt x="11" y="0"/>
                    <a:pt x="12" y="0"/>
                  </a:cubicBezTo>
                  <a:cubicBezTo>
                    <a:pt x="16" y="0"/>
                    <a:pt x="19" y="1"/>
                    <a:pt x="21" y="3"/>
                  </a:cubicBezTo>
                  <a:cubicBezTo>
                    <a:pt x="24" y="4"/>
                    <a:pt x="25" y="7"/>
                    <a:pt x="25" y="10"/>
                  </a:cubicBezTo>
                  <a:cubicBezTo>
                    <a:pt x="25" y="13"/>
                    <a:pt x="24" y="15"/>
                    <a:pt x="23" y="17"/>
                  </a:cubicBezTo>
                  <a:cubicBezTo>
                    <a:pt x="21" y="18"/>
                    <a:pt x="20" y="19"/>
                    <a:pt x="17" y="20"/>
                  </a:cubicBezTo>
                  <a:cubicBezTo>
                    <a:pt x="20" y="21"/>
                    <a:pt x="22" y="22"/>
                    <a:pt x="23" y="23"/>
                  </a:cubicBezTo>
                  <a:cubicBezTo>
                    <a:pt x="24" y="25"/>
                    <a:pt x="25" y="27"/>
                    <a:pt x="25" y="29"/>
                  </a:cubicBezTo>
                  <a:cubicBezTo>
                    <a:pt x="25" y="31"/>
                    <a:pt x="25" y="33"/>
                    <a:pt x="24" y="34"/>
                  </a:cubicBezTo>
                  <a:cubicBezTo>
                    <a:pt x="23" y="35"/>
                    <a:pt x="22" y="36"/>
                    <a:pt x="21" y="37"/>
                  </a:cubicBezTo>
                  <a:cubicBezTo>
                    <a:pt x="20" y="38"/>
                    <a:pt x="19" y="39"/>
                    <a:pt x="17" y="39"/>
                  </a:cubicBezTo>
                  <a:cubicBezTo>
                    <a:pt x="16" y="40"/>
                    <a:pt x="14" y="40"/>
                    <a:pt x="13" y="4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2" name="Freeform 126"/>
            <p:cNvSpPr>
              <a:spLocks/>
            </p:cNvSpPr>
            <p:nvPr/>
          </p:nvSpPr>
          <p:spPr bwMode="auto">
            <a:xfrm>
              <a:off x="8442325" y="4827588"/>
              <a:ext cx="101600" cy="147637"/>
            </a:xfrm>
            <a:custGeom>
              <a:avLst/>
              <a:gdLst>
                <a:gd name="T0" fmla="*/ 26 w 27"/>
                <a:gd name="T1" fmla="*/ 39 h 39"/>
                <a:gd name="T2" fmla="*/ 2 w 27"/>
                <a:gd name="T3" fmla="*/ 39 h 39"/>
                <a:gd name="T4" fmla="*/ 1 w 27"/>
                <a:gd name="T5" fmla="*/ 39 h 39"/>
                <a:gd name="T6" fmla="*/ 0 w 27"/>
                <a:gd name="T7" fmla="*/ 38 h 39"/>
                <a:gd name="T8" fmla="*/ 0 w 27"/>
                <a:gd name="T9" fmla="*/ 36 h 39"/>
                <a:gd name="T10" fmla="*/ 1 w 27"/>
                <a:gd name="T11" fmla="*/ 30 h 39"/>
                <a:gd name="T12" fmla="*/ 4 w 27"/>
                <a:gd name="T13" fmla="*/ 25 h 39"/>
                <a:gd name="T14" fmla="*/ 8 w 27"/>
                <a:gd name="T15" fmla="*/ 22 h 39"/>
                <a:gd name="T16" fmla="*/ 11 w 27"/>
                <a:gd name="T17" fmla="*/ 19 h 39"/>
                <a:gd name="T18" fmla="*/ 15 w 27"/>
                <a:gd name="T19" fmla="*/ 17 h 39"/>
                <a:gd name="T20" fmla="*/ 17 w 27"/>
                <a:gd name="T21" fmla="*/ 15 h 39"/>
                <a:gd name="T22" fmla="*/ 19 w 27"/>
                <a:gd name="T23" fmla="*/ 13 h 39"/>
                <a:gd name="T24" fmla="*/ 20 w 27"/>
                <a:gd name="T25" fmla="*/ 11 h 39"/>
                <a:gd name="T26" fmla="*/ 18 w 27"/>
                <a:gd name="T27" fmla="*/ 7 h 39"/>
                <a:gd name="T28" fmla="*/ 13 w 27"/>
                <a:gd name="T29" fmla="*/ 5 h 39"/>
                <a:gd name="T30" fmla="*/ 7 w 27"/>
                <a:gd name="T31" fmla="*/ 6 h 39"/>
                <a:gd name="T32" fmla="*/ 4 w 27"/>
                <a:gd name="T33" fmla="*/ 8 h 39"/>
                <a:gd name="T34" fmla="*/ 3 w 27"/>
                <a:gd name="T35" fmla="*/ 8 h 39"/>
                <a:gd name="T36" fmla="*/ 2 w 27"/>
                <a:gd name="T37" fmla="*/ 6 h 39"/>
                <a:gd name="T38" fmla="*/ 2 w 27"/>
                <a:gd name="T39" fmla="*/ 4 h 39"/>
                <a:gd name="T40" fmla="*/ 2 w 27"/>
                <a:gd name="T41" fmla="*/ 3 h 39"/>
                <a:gd name="T42" fmla="*/ 4 w 27"/>
                <a:gd name="T43" fmla="*/ 2 h 39"/>
                <a:gd name="T44" fmla="*/ 6 w 27"/>
                <a:gd name="T45" fmla="*/ 1 h 39"/>
                <a:gd name="T46" fmla="*/ 9 w 27"/>
                <a:gd name="T47" fmla="*/ 1 h 39"/>
                <a:gd name="T48" fmla="*/ 14 w 27"/>
                <a:gd name="T49" fmla="*/ 0 h 39"/>
                <a:gd name="T50" fmla="*/ 23 w 27"/>
                <a:gd name="T51" fmla="*/ 3 h 39"/>
                <a:gd name="T52" fmla="*/ 27 w 27"/>
                <a:gd name="T53" fmla="*/ 10 h 39"/>
                <a:gd name="T54" fmla="*/ 26 w 27"/>
                <a:gd name="T55" fmla="*/ 14 h 39"/>
                <a:gd name="T56" fmla="*/ 23 w 27"/>
                <a:gd name="T57" fmla="*/ 18 h 39"/>
                <a:gd name="T58" fmla="*/ 19 w 27"/>
                <a:gd name="T59" fmla="*/ 21 h 39"/>
                <a:gd name="T60" fmla="*/ 15 w 27"/>
                <a:gd name="T61" fmla="*/ 23 h 39"/>
                <a:gd name="T62" fmla="*/ 12 w 27"/>
                <a:gd name="T63" fmla="*/ 25 h 39"/>
                <a:gd name="T64" fmla="*/ 10 w 27"/>
                <a:gd name="T65" fmla="*/ 27 h 39"/>
                <a:gd name="T66" fmla="*/ 8 w 27"/>
                <a:gd name="T67" fmla="*/ 30 h 39"/>
                <a:gd name="T68" fmla="*/ 8 w 27"/>
                <a:gd name="T69" fmla="*/ 33 h 39"/>
                <a:gd name="T70" fmla="*/ 8 w 27"/>
                <a:gd name="T71" fmla="*/ 34 h 39"/>
                <a:gd name="T72" fmla="*/ 9 w 27"/>
                <a:gd name="T73" fmla="*/ 34 h 39"/>
                <a:gd name="T74" fmla="*/ 25 w 27"/>
                <a:gd name="T75" fmla="*/ 34 h 39"/>
                <a:gd name="T76" fmla="*/ 26 w 27"/>
                <a:gd name="T77" fmla="*/ 34 h 39"/>
                <a:gd name="T78" fmla="*/ 27 w 27"/>
                <a:gd name="T79" fmla="*/ 35 h 39"/>
                <a:gd name="T80" fmla="*/ 27 w 27"/>
                <a:gd name="T81" fmla="*/ 39 h 39"/>
                <a:gd name="T82" fmla="*/ 26 w 27"/>
                <a:gd name="T83"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7" h="39">
                  <a:moveTo>
                    <a:pt x="26" y="39"/>
                  </a:moveTo>
                  <a:cubicBezTo>
                    <a:pt x="2" y="39"/>
                    <a:pt x="2" y="39"/>
                    <a:pt x="2" y="39"/>
                  </a:cubicBezTo>
                  <a:cubicBezTo>
                    <a:pt x="1" y="39"/>
                    <a:pt x="1" y="39"/>
                    <a:pt x="1" y="39"/>
                  </a:cubicBezTo>
                  <a:cubicBezTo>
                    <a:pt x="1" y="39"/>
                    <a:pt x="0" y="39"/>
                    <a:pt x="0" y="38"/>
                  </a:cubicBezTo>
                  <a:cubicBezTo>
                    <a:pt x="0" y="36"/>
                    <a:pt x="0" y="36"/>
                    <a:pt x="0" y="36"/>
                  </a:cubicBezTo>
                  <a:cubicBezTo>
                    <a:pt x="0" y="34"/>
                    <a:pt x="1" y="32"/>
                    <a:pt x="1" y="30"/>
                  </a:cubicBezTo>
                  <a:cubicBezTo>
                    <a:pt x="2" y="28"/>
                    <a:pt x="3" y="27"/>
                    <a:pt x="4" y="25"/>
                  </a:cubicBezTo>
                  <a:cubicBezTo>
                    <a:pt x="5" y="24"/>
                    <a:pt x="6" y="23"/>
                    <a:pt x="8" y="22"/>
                  </a:cubicBezTo>
                  <a:cubicBezTo>
                    <a:pt x="9" y="21"/>
                    <a:pt x="10" y="20"/>
                    <a:pt x="11" y="19"/>
                  </a:cubicBezTo>
                  <a:cubicBezTo>
                    <a:pt x="12" y="19"/>
                    <a:pt x="13" y="18"/>
                    <a:pt x="15" y="17"/>
                  </a:cubicBezTo>
                  <a:cubicBezTo>
                    <a:pt x="16" y="17"/>
                    <a:pt x="17" y="16"/>
                    <a:pt x="17" y="15"/>
                  </a:cubicBezTo>
                  <a:cubicBezTo>
                    <a:pt x="18" y="15"/>
                    <a:pt x="19" y="14"/>
                    <a:pt x="19" y="13"/>
                  </a:cubicBezTo>
                  <a:cubicBezTo>
                    <a:pt x="20" y="12"/>
                    <a:pt x="20" y="12"/>
                    <a:pt x="20" y="11"/>
                  </a:cubicBezTo>
                  <a:cubicBezTo>
                    <a:pt x="20" y="9"/>
                    <a:pt x="20" y="8"/>
                    <a:pt x="18" y="7"/>
                  </a:cubicBezTo>
                  <a:cubicBezTo>
                    <a:pt x="17" y="6"/>
                    <a:pt x="15" y="5"/>
                    <a:pt x="13" y="5"/>
                  </a:cubicBezTo>
                  <a:cubicBezTo>
                    <a:pt x="11" y="5"/>
                    <a:pt x="9" y="6"/>
                    <a:pt x="7" y="6"/>
                  </a:cubicBezTo>
                  <a:cubicBezTo>
                    <a:pt x="6" y="7"/>
                    <a:pt x="5" y="8"/>
                    <a:pt x="4" y="8"/>
                  </a:cubicBezTo>
                  <a:cubicBezTo>
                    <a:pt x="4" y="8"/>
                    <a:pt x="3" y="8"/>
                    <a:pt x="3" y="8"/>
                  </a:cubicBezTo>
                  <a:cubicBezTo>
                    <a:pt x="3" y="7"/>
                    <a:pt x="3" y="7"/>
                    <a:pt x="2" y="6"/>
                  </a:cubicBezTo>
                  <a:cubicBezTo>
                    <a:pt x="2" y="5"/>
                    <a:pt x="2" y="5"/>
                    <a:pt x="2" y="4"/>
                  </a:cubicBezTo>
                  <a:cubicBezTo>
                    <a:pt x="2" y="4"/>
                    <a:pt x="2" y="3"/>
                    <a:pt x="2" y="3"/>
                  </a:cubicBezTo>
                  <a:cubicBezTo>
                    <a:pt x="3" y="3"/>
                    <a:pt x="3" y="3"/>
                    <a:pt x="4" y="2"/>
                  </a:cubicBezTo>
                  <a:cubicBezTo>
                    <a:pt x="4" y="2"/>
                    <a:pt x="5" y="2"/>
                    <a:pt x="6" y="1"/>
                  </a:cubicBezTo>
                  <a:cubicBezTo>
                    <a:pt x="7" y="1"/>
                    <a:pt x="8" y="1"/>
                    <a:pt x="9" y="1"/>
                  </a:cubicBezTo>
                  <a:cubicBezTo>
                    <a:pt x="11" y="1"/>
                    <a:pt x="12" y="0"/>
                    <a:pt x="14" y="0"/>
                  </a:cubicBezTo>
                  <a:cubicBezTo>
                    <a:pt x="18" y="0"/>
                    <a:pt x="21" y="1"/>
                    <a:pt x="23" y="3"/>
                  </a:cubicBezTo>
                  <a:cubicBezTo>
                    <a:pt x="25" y="4"/>
                    <a:pt x="27" y="7"/>
                    <a:pt x="27" y="10"/>
                  </a:cubicBezTo>
                  <a:cubicBezTo>
                    <a:pt x="27" y="12"/>
                    <a:pt x="26" y="13"/>
                    <a:pt x="26" y="14"/>
                  </a:cubicBezTo>
                  <a:cubicBezTo>
                    <a:pt x="25" y="16"/>
                    <a:pt x="24" y="17"/>
                    <a:pt x="23" y="18"/>
                  </a:cubicBezTo>
                  <a:cubicBezTo>
                    <a:pt x="22" y="19"/>
                    <a:pt x="20" y="20"/>
                    <a:pt x="19" y="21"/>
                  </a:cubicBezTo>
                  <a:cubicBezTo>
                    <a:pt x="18" y="22"/>
                    <a:pt x="16" y="23"/>
                    <a:pt x="15" y="23"/>
                  </a:cubicBezTo>
                  <a:cubicBezTo>
                    <a:pt x="14" y="24"/>
                    <a:pt x="13" y="24"/>
                    <a:pt x="12" y="25"/>
                  </a:cubicBezTo>
                  <a:cubicBezTo>
                    <a:pt x="11" y="26"/>
                    <a:pt x="11" y="26"/>
                    <a:pt x="10" y="27"/>
                  </a:cubicBezTo>
                  <a:cubicBezTo>
                    <a:pt x="9" y="28"/>
                    <a:pt x="9" y="29"/>
                    <a:pt x="8" y="30"/>
                  </a:cubicBezTo>
                  <a:cubicBezTo>
                    <a:pt x="8" y="31"/>
                    <a:pt x="8" y="32"/>
                    <a:pt x="8" y="33"/>
                  </a:cubicBezTo>
                  <a:cubicBezTo>
                    <a:pt x="8" y="34"/>
                    <a:pt x="8" y="34"/>
                    <a:pt x="8" y="34"/>
                  </a:cubicBezTo>
                  <a:cubicBezTo>
                    <a:pt x="8" y="34"/>
                    <a:pt x="9" y="34"/>
                    <a:pt x="9" y="34"/>
                  </a:cubicBezTo>
                  <a:cubicBezTo>
                    <a:pt x="25" y="34"/>
                    <a:pt x="25" y="34"/>
                    <a:pt x="25" y="34"/>
                  </a:cubicBezTo>
                  <a:cubicBezTo>
                    <a:pt x="26" y="34"/>
                    <a:pt x="26" y="34"/>
                    <a:pt x="26" y="34"/>
                  </a:cubicBezTo>
                  <a:cubicBezTo>
                    <a:pt x="26" y="35"/>
                    <a:pt x="27" y="35"/>
                    <a:pt x="27" y="35"/>
                  </a:cubicBezTo>
                  <a:cubicBezTo>
                    <a:pt x="27" y="39"/>
                    <a:pt x="27" y="39"/>
                    <a:pt x="27" y="39"/>
                  </a:cubicBezTo>
                  <a:cubicBezTo>
                    <a:pt x="27" y="39"/>
                    <a:pt x="26" y="39"/>
                    <a:pt x="26" y="3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3" name="Freeform 127"/>
            <p:cNvSpPr>
              <a:spLocks noEditPoints="1"/>
            </p:cNvSpPr>
            <p:nvPr/>
          </p:nvSpPr>
          <p:spPr bwMode="auto">
            <a:xfrm>
              <a:off x="8570913" y="4819650"/>
              <a:ext cx="141287" cy="158750"/>
            </a:xfrm>
            <a:custGeom>
              <a:avLst/>
              <a:gdLst>
                <a:gd name="T0" fmla="*/ 15 w 38"/>
                <a:gd name="T1" fmla="*/ 18 h 42"/>
                <a:gd name="T2" fmla="*/ 10 w 38"/>
                <a:gd name="T3" fmla="*/ 21 h 42"/>
                <a:gd name="T4" fmla="*/ 2 w 38"/>
                <a:gd name="T5" fmla="*/ 20 h 42"/>
                <a:gd name="T6" fmla="*/ 0 w 38"/>
                <a:gd name="T7" fmla="*/ 8 h 42"/>
                <a:gd name="T8" fmla="*/ 8 w 38"/>
                <a:gd name="T9" fmla="*/ 0 h 42"/>
                <a:gd name="T10" fmla="*/ 13 w 38"/>
                <a:gd name="T11" fmla="*/ 1 h 42"/>
                <a:gd name="T12" fmla="*/ 15 w 38"/>
                <a:gd name="T13" fmla="*/ 7 h 42"/>
                <a:gd name="T14" fmla="*/ 11 w 38"/>
                <a:gd name="T15" fmla="*/ 8 h 42"/>
                <a:gd name="T16" fmla="*/ 8 w 38"/>
                <a:gd name="T17" fmla="*/ 4 h 42"/>
                <a:gd name="T18" fmla="*/ 4 w 38"/>
                <a:gd name="T19" fmla="*/ 9 h 42"/>
                <a:gd name="T20" fmla="*/ 5 w 38"/>
                <a:gd name="T21" fmla="*/ 16 h 42"/>
                <a:gd name="T22" fmla="*/ 10 w 38"/>
                <a:gd name="T23" fmla="*/ 16 h 42"/>
                <a:gd name="T24" fmla="*/ 11 w 38"/>
                <a:gd name="T25" fmla="*/ 8 h 42"/>
                <a:gd name="T26" fmla="*/ 11 w 38"/>
                <a:gd name="T27" fmla="*/ 41 h 42"/>
                <a:gd name="T28" fmla="*/ 7 w 38"/>
                <a:gd name="T29" fmla="*/ 41 h 42"/>
                <a:gd name="T30" fmla="*/ 6 w 38"/>
                <a:gd name="T31" fmla="*/ 40 h 42"/>
                <a:gd name="T32" fmla="*/ 27 w 38"/>
                <a:gd name="T33" fmla="*/ 0 h 42"/>
                <a:gd name="T34" fmla="*/ 31 w 38"/>
                <a:gd name="T35" fmla="*/ 0 h 42"/>
                <a:gd name="T36" fmla="*/ 31 w 38"/>
                <a:gd name="T37" fmla="*/ 2 h 42"/>
                <a:gd name="T38" fmla="*/ 38 w 38"/>
                <a:gd name="T39" fmla="*/ 35 h 42"/>
                <a:gd name="T40" fmla="*/ 35 w 38"/>
                <a:gd name="T41" fmla="*/ 41 h 42"/>
                <a:gd name="T42" fmla="*/ 30 w 38"/>
                <a:gd name="T43" fmla="*/ 42 h 42"/>
                <a:gd name="T44" fmla="*/ 22 w 38"/>
                <a:gd name="T45" fmla="*/ 35 h 42"/>
                <a:gd name="T46" fmla="*/ 24 w 38"/>
                <a:gd name="T47" fmla="*/ 23 h 42"/>
                <a:gd name="T48" fmla="*/ 33 w 38"/>
                <a:gd name="T49" fmla="*/ 21 h 42"/>
                <a:gd name="T50" fmla="*/ 37 w 38"/>
                <a:gd name="T51" fmla="*/ 25 h 42"/>
                <a:gd name="T52" fmla="*/ 38 w 38"/>
                <a:gd name="T53" fmla="*/ 35 h 42"/>
                <a:gd name="T54" fmla="*/ 32 w 38"/>
                <a:gd name="T55" fmla="*/ 26 h 42"/>
                <a:gd name="T56" fmla="*/ 27 w 38"/>
                <a:gd name="T57" fmla="*/ 26 h 42"/>
                <a:gd name="T58" fmla="*/ 26 w 38"/>
                <a:gd name="T59" fmla="*/ 35 h 42"/>
                <a:gd name="T60" fmla="*/ 30 w 38"/>
                <a:gd name="T61" fmla="*/ 38 h 42"/>
                <a:gd name="T62" fmla="*/ 33 w 38"/>
                <a:gd name="T63" fmla="*/ 3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 h="42">
                  <a:moveTo>
                    <a:pt x="15" y="14"/>
                  </a:moveTo>
                  <a:cubicBezTo>
                    <a:pt x="15" y="16"/>
                    <a:pt x="15" y="17"/>
                    <a:pt x="15" y="18"/>
                  </a:cubicBezTo>
                  <a:cubicBezTo>
                    <a:pt x="14" y="19"/>
                    <a:pt x="14" y="19"/>
                    <a:pt x="13" y="20"/>
                  </a:cubicBezTo>
                  <a:cubicBezTo>
                    <a:pt x="12" y="20"/>
                    <a:pt x="11" y="21"/>
                    <a:pt x="10" y="21"/>
                  </a:cubicBezTo>
                  <a:cubicBezTo>
                    <a:pt x="10" y="21"/>
                    <a:pt x="9" y="21"/>
                    <a:pt x="8" y="21"/>
                  </a:cubicBezTo>
                  <a:cubicBezTo>
                    <a:pt x="5" y="21"/>
                    <a:pt x="3" y="21"/>
                    <a:pt x="2" y="20"/>
                  </a:cubicBezTo>
                  <a:cubicBezTo>
                    <a:pt x="0" y="18"/>
                    <a:pt x="0" y="17"/>
                    <a:pt x="0" y="14"/>
                  </a:cubicBezTo>
                  <a:cubicBezTo>
                    <a:pt x="0" y="8"/>
                    <a:pt x="0" y="8"/>
                    <a:pt x="0" y="8"/>
                  </a:cubicBezTo>
                  <a:cubicBezTo>
                    <a:pt x="0" y="5"/>
                    <a:pt x="0" y="3"/>
                    <a:pt x="2" y="2"/>
                  </a:cubicBezTo>
                  <a:cubicBezTo>
                    <a:pt x="3" y="0"/>
                    <a:pt x="5" y="0"/>
                    <a:pt x="8" y="0"/>
                  </a:cubicBezTo>
                  <a:cubicBezTo>
                    <a:pt x="9" y="0"/>
                    <a:pt x="9" y="0"/>
                    <a:pt x="10" y="0"/>
                  </a:cubicBezTo>
                  <a:cubicBezTo>
                    <a:pt x="11" y="0"/>
                    <a:pt x="12" y="1"/>
                    <a:pt x="13" y="1"/>
                  </a:cubicBezTo>
                  <a:cubicBezTo>
                    <a:pt x="14" y="2"/>
                    <a:pt x="14" y="3"/>
                    <a:pt x="15" y="4"/>
                  </a:cubicBezTo>
                  <a:cubicBezTo>
                    <a:pt x="15" y="5"/>
                    <a:pt x="15" y="6"/>
                    <a:pt x="15" y="7"/>
                  </a:cubicBezTo>
                  <a:lnTo>
                    <a:pt x="15" y="14"/>
                  </a:lnTo>
                  <a:close/>
                  <a:moveTo>
                    <a:pt x="11" y="8"/>
                  </a:moveTo>
                  <a:cubicBezTo>
                    <a:pt x="11" y="7"/>
                    <a:pt x="11" y="6"/>
                    <a:pt x="10" y="5"/>
                  </a:cubicBezTo>
                  <a:cubicBezTo>
                    <a:pt x="10" y="4"/>
                    <a:pt x="9" y="4"/>
                    <a:pt x="8" y="4"/>
                  </a:cubicBezTo>
                  <a:cubicBezTo>
                    <a:pt x="6" y="4"/>
                    <a:pt x="5" y="4"/>
                    <a:pt x="5" y="5"/>
                  </a:cubicBezTo>
                  <a:cubicBezTo>
                    <a:pt x="4" y="6"/>
                    <a:pt x="4" y="7"/>
                    <a:pt x="4" y="9"/>
                  </a:cubicBezTo>
                  <a:cubicBezTo>
                    <a:pt x="4" y="14"/>
                    <a:pt x="4" y="14"/>
                    <a:pt x="4" y="14"/>
                  </a:cubicBezTo>
                  <a:cubicBezTo>
                    <a:pt x="4" y="15"/>
                    <a:pt x="4" y="16"/>
                    <a:pt x="5" y="16"/>
                  </a:cubicBezTo>
                  <a:cubicBezTo>
                    <a:pt x="6" y="17"/>
                    <a:pt x="6" y="17"/>
                    <a:pt x="8" y="17"/>
                  </a:cubicBezTo>
                  <a:cubicBezTo>
                    <a:pt x="9" y="17"/>
                    <a:pt x="10" y="17"/>
                    <a:pt x="10" y="16"/>
                  </a:cubicBezTo>
                  <a:cubicBezTo>
                    <a:pt x="11" y="15"/>
                    <a:pt x="11" y="15"/>
                    <a:pt x="11" y="14"/>
                  </a:cubicBezTo>
                  <a:lnTo>
                    <a:pt x="11" y="8"/>
                  </a:lnTo>
                  <a:close/>
                  <a:moveTo>
                    <a:pt x="11" y="40"/>
                  </a:moveTo>
                  <a:cubicBezTo>
                    <a:pt x="11" y="41"/>
                    <a:pt x="11" y="41"/>
                    <a:pt x="11" y="41"/>
                  </a:cubicBezTo>
                  <a:cubicBezTo>
                    <a:pt x="10" y="41"/>
                    <a:pt x="10" y="41"/>
                    <a:pt x="10" y="41"/>
                  </a:cubicBezTo>
                  <a:cubicBezTo>
                    <a:pt x="7" y="41"/>
                    <a:pt x="7" y="41"/>
                    <a:pt x="7" y="41"/>
                  </a:cubicBezTo>
                  <a:cubicBezTo>
                    <a:pt x="7" y="41"/>
                    <a:pt x="6" y="41"/>
                    <a:pt x="6" y="41"/>
                  </a:cubicBezTo>
                  <a:cubicBezTo>
                    <a:pt x="6" y="41"/>
                    <a:pt x="6" y="40"/>
                    <a:pt x="6" y="40"/>
                  </a:cubicBezTo>
                  <a:cubicBezTo>
                    <a:pt x="26" y="2"/>
                    <a:pt x="26" y="2"/>
                    <a:pt x="26" y="2"/>
                  </a:cubicBezTo>
                  <a:cubicBezTo>
                    <a:pt x="26" y="1"/>
                    <a:pt x="27" y="1"/>
                    <a:pt x="27" y="0"/>
                  </a:cubicBezTo>
                  <a:cubicBezTo>
                    <a:pt x="27" y="0"/>
                    <a:pt x="28" y="0"/>
                    <a:pt x="28" y="0"/>
                  </a:cubicBezTo>
                  <a:cubicBezTo>
                    <a:pt x="31" y="0"/>
                    <a:pt x="31" y="0"/>
                    <a:pt x="31" y="0"/>
                  </a:cubicBezTo>
                  <a:cubicBezTo>
                    <a:pt x="31" y="0"/>
                    <a:pt x="32" y="0"/>
                    <a:pt x="32" y="0"/>
                  </a:cubicBezTo>
                  <a:cubicBezTo>
                    <a:pt x="32" y="1"/>
                    <a:pt x="32" y="1"/>
                    <a:pt x="31" y="2"/>
                  </a:cubicBezTo>
                  <a:lnTo>
                    <a:pt x="11" y="40"/>
                  </a:lnTo>
                  <a:close/>
                  <a:moveTo>
                    <a:pt x="38" y="35"/>
                  </a:moveTo>
                  <a:cubicBezTo>
                    <a:pt x="38" y="36"/>
                    <a:pt x="37" y="38"/>
                    <a:pt x="37" y="38"/>
                  </a:cubicBezTo>
                  <a:cubicBezTo>
                    <a:pt x="36" y="39"/>
                    <a:pt x="36" y="40"/>
                    <a:pt x="35" y="41"/>
                  </a:cubicBezTo>
                  <a:cubicBezTo>
                    <a:pt x="34" y="41"/>
                    <a:pt x="34" y="42"/>
                    <a:pt x="33" y="42"/>
                  </a:cubicBezTo>
                  <a:cubicBezTo>
                    <a:pt x="32" y="42"/>
                    <a:pt x="31" y="42"/>
                    <a:pt x="30" y="42"/>
                  </a:cubicBezTo>
                  <a:cubicBezTo>
                    <a:pt x="27" y="42"/>
                    <a:pt x="25" y="42"/>
                    <a:pt x="24" y="40"/>
                  </a:cubicBezTo>
                  <a:cubicBezTo>
                    <a:pt x="22" y="39"/>
                    <a:pt x="22" y="37"/>
                    <a:pt x="22" y="35"/>
                  </a:cubicBezTo>
                  <a:cubicBezTo>
                    <a:pt x="22" y="29"/>
                    <a:pt x="22" y="29"/>
                    <a:pt x="22" y="29"/>
                  </a:cubicBezTo>
                  <a:cubicBezTo>
                    <a:pt x="22" y="26"/>
                    <a:pt x="22" y="24"/>
                    <a:pt x="24" y="23"/>
                  </a:cubicBezTo>
                  <a:cubicBezTo>
                    <a:pt x="25" y="21"/>
                    <a:pt x="27" y="21"/>
                    <a:pt x="30" y="21"/>
                  </a:cubicBezTo>
                  <a:cubicBezTo>
                    <a:pt x="31" y="21"/>
                    <a:pt x="32" y="21"/>
                    <a:pt x="33" y="21"/>
                  </a:cubicBezTo>
                  <a:cubicBezTo>
                    <a:pt x="33" y="21"/>
                    <a:pt x="34" y="22"/>
                    <a:pt x="35" y="22"/>
                  </a:cubicBezTo>
                  <a:cubicBezTo>
                    <a:pt x="36" y="23"/>
                    <a:pt x="36" y="24"/>
                    <a:pt x="37" y="25"/>
                  </a:cubicBezTo>
                  <a:cubicBezTo>
                    <a:pt x="37" y="25"/>
                    <a:pt x="38" y="27"/>
                    <a:pt x="38" y="28"/>
                  </a:cubicBezTo>
                  <a:lnTo>
                    <a:pt x="38" y="35"/>
                  </a:lnTo>
                  <a:close/>
                  <a:moveTo>
                    <a:pt x="33" y="29"/>
                  </a:moveTo>
                  <a:cubicBezTo>
                    <a:pt x="33" y="28"/>
                    <a:pt x="33" y="27"/>
                    <a:pt x="32" y="26"/>
                  </a:cubicBezTo>
                  <a:cubicBezTo>
                    <a:pt x="32" y="25"/>
                    <a:pt x="31" y="25"/>
                    <a:pt x="30" y="25"/>
                  </a:cubicBezTo>
                  <a:cubicBezTo>
                    <a:pt x="28" y="25"/>
                    <a:pt x="28" y="25"/>
                    <a:pt x="27" y="26"/>
                  </a:cubicBezTo>
                  <a:cubicBezTo>
                    <a:pt x="27" y="27"/>
                    <a:pt x="26" y="28"/>
                    <a:pt x="26" y="29"/>
                  </a:cubicBezTo>
                  <a:cubicBezTo>
                    <a:pt x="26" y="35"/>
                    <a:pt x="26" y="35"/>
                    <a:pt x="26" y="35"/>
                  </a:cubicBezTo>
                  <a:cubicBezTo>
                    <a:pt x="26" y="36"/>
                    <a:pt x="27" y="36"/>
                    <a:pt x="27" y="37"/>
                  </a:cubicBezTo>
                  <a:cubicBezTo>
                    <a:pt x="28" y="38"/>
                    <a:pt x="29" y="38"/>
                    <a:pt x="30" y="38"/>
                  </a:cubicBezTo>
                  <a:cubicBezTo>
                    <a:pt x="31" y="38"/>
                    <a:pt x="32" y="38"/>
                    <a:pt x="32" y="37"/>
                  </a:cubicBezTo>
                  <a:cubicBezTo>
                    <a:pt x="33" y="36"/>
                    <a:pt x="33" y="35"/>
                    <a:pt x="33" y="35"/>
                  </a:cubicBezTo>
                  <a:lnTo>
                    <a:pt x="33" y="29"/>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4" name="Freeform 128"/>
            <p:cNvSpPr>
              <a:spLocks noEditPoints="1"/>
            </p:cNvSpPr>
            <p:nvPr/>
          </p:nvSpPr>
          <p:spPr bwMode="auto">
            <a:xfrm>
              <a:off x="8307388" y="4552950"/>
              <a:ext cx="109537" cy="139700"/>
            </a:xfrm>
            <a:custGeom>
              <a:avLst/>
              <a:gdLst>
                <a:gd name="T0" fmla="*/ 28 w 29"/>
                <a:gd name="T1" fmla="*/ 37 h 37"/>
                <a:gd name="T2" fmla="*/ 24 w 29"/>
                <a:gd name="T3" fmla="*/ 37 h 37"/>
                <a:gd name="T4" fmla="*/ 23 w 29"/>
                <a:gd name="T5" fmla="*/ 36 h 37"/>
                <a:gd name="T6" fmla="*/ 23 w 29"/>
                <a:gd name="T7" fmla="*/ 35 h 37"/>
                <a:gd name="T8" fmla="*/ 21 w 29"/>
                <a:gd name="T9" fmla="*/ 28 h 37"/>
                <a:gd name="T10" fmla="*/ 8 w 29"/>
                <a:gd name="T11" fmla="*/ 28 h 37"/>
                <a:gd name="T12" fmla="*/ 5 w 29"/>
                <a:gd name="T13" fmla="*/ 35 h 37"/>
                <a:gd name="T14" fmla="*/ 5 w 29"/>
                <a:gd name="T15" fmla="*/ 36 h 37"/>
                <a:gd name="T16" fmla="*/ 4 w 29"/>
                <a:gd name="T17" fmla="*/ 37 h 37"/>
                <a:gd name="T18" fmla="*/ 0 w 29"/>
                <a:gd name="T19" fmla="*/ 37 h 37"/>
                <a:gd name="T20" fmla="*/ 0 w 29"/>
                <a:gd name="T21" fmla="*/ 36 h 37"/>
                <a:gd name="T22" fmla="*/ 0 w 29"/>
                <a:gd name="T23" fmla="*/ 35 h 37"/>
                <a:gd name="T24" fmla="*/ 11 w 29"/>
                <a:gd name="T25" fmla="*/ 2 h 37"/>
                <a:gd name="T26" fmla="*/ 11 w 29"/>
                <a:gd name="T27" fmla="*/ 1 h 37"/>
                <a:gd name="T28" fmla="*/ 13 w 29"/>
                <a:gd name="T29" fmla="*/ 0 h 37"/>
                <a:gd name="T30" fmla="*/ 16 w 29"/>
                <a:gd name="T31" fmla="*/ 0 h 37"/>
                <a:gd name="T32" fmla="*/ 18 w 29"/>
                <a:gd name="T33" fmla="*/ 1 h 37"/>
                <a:gd name="T34" fmla="*/ 18 w 29"/>
                <a:gd name="T35" fmla="*/ 2 h 37"/>
                <a:gd name="T36" fmla="*/ 29 w 29"/>
                <a:gd name="T37" fmla="*/ 35 h 37"/>
                <a:gd name="T38" fmla="*/ 29 w 29"/>
                <a:gd name="T39" fmla="*/ 36 h 37"/>
                <a:gd name="T40" fmla="*/ 28 w 29"/>
                <a:gd name="T41" fmla="*/ 37 h 37"/>
                <a:gd name="T42" fmla="*/ 14 w 29"/>
                <a:gd name="T43" fmla="*/ 7 h 37"/>
                <a:gd name="T44" fmla="*/ 9 w 29"/>
                <a:gd name="T45" fmla="*/ 24 h 37"/>
                <a:gd name="T46" fmla="*/ 19 w 29"/>
                <a:gd name="T47" fmla="*/ 24 h 37"/>
                <a:gd name="T48" fmla="*/ 14 w 29"/>
                <a:gd name="T49" fmla="*/ 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9" h="37">
                  <a:moveTo>
                    <a:pt x="28" y="37"/>
                  </a:moveTo>
                  <a:cubicBezTo>
                    <a:pt x="24" y="37"/>
                    <a:pt x="24" y="37"/>
                    <a:pt x="24" y="37"/>
                  </a:cubicBezTo>
                  <a:cubicBezTo>
                    <a:pt x="24" y="37"/>
                    <a:pt x="23" y="37"/>
                    <a:pt x="23" y="36"/>
                  </a:cubicBezTo>
                  <a:cubicBezTo>
                    <a:pt x="23" y="36"/>
                    <a:pt x="23" y="36"/>
                    <a:pt x="23" y="35"/>
                  </a:cubicBezTo>
                  <a:cubicBezTo>
                    <a:pt x="21" y="28"/>
                    <a:pt x="21" y="28"/>
                    <a:pt x="21" y="28"/>
                  </a:cubicBezTo>
                  <a:cubicBezTo>
                    <a:pt x="8" y="28"/>
                    <a:pt x="8" y="28"/>
                    <a:pt x="8" y="28"/>
                  </a:cubicBezTo>
                  <a:cubicBezTo>
                    <a:pt x="5" y="35"/>
                    <a:pt x="5" y="35"/>
                    <a:pt x="5" y="35"/>
                  </a:cubicBezTo>
                  <a:cubicBezTo>
                    <a:pt x="5" y="36"/>
                    <a:pt x="5" y="36"/>
                    <a:pt x="5" y="36"/>
                  </a:cubicBezTo>
                  <a:cubicBezTo>
                    <a:pt x="5" y="37"/>
                    <a:pt x="5" y="37"/>
                    <a:pt x="4" y="37"/>
                  </a:cubicBezTo>
                  <a:cubicBezTo>
                    <a:pt x="0" y="37"/>
                    <a:pt x="0" y="37"/>
                    <a:pt x="0" y="37"/>
                  </a:cubicBezTo>
                  <a:cubicBezTo>
                    <a:pt x="0" y="36"/>
                    <a:pt x="0" y="36"/>
                    <a:pt x="0" y="36"/>
                  </a:cubicBezTo>
                  <a:cubicBezTo>
                    <a:pt x="0" y="36"/>
                    <a:pt x="0" y="36"/>
                    <a:pt x="0" y="35"/>
                  </a:cubicBezTo>
                  <a:cubicBezTo>
                    <a:pt x="11" y="2"/>
                    <a:pt x="11" y="2"/>
                    <a:pt x="11" y="2"/>
                  </a:cubicBezTo>
                  <a:cubicBezTo>
                    <a:pt x="11" y="1"/>
                    <a:pt x="11" y="1"/>
                    <a:pt x="11" y="1"/>
                  </a:cubicBezTo>
                  <a:cubicBezTo>
                    <a:pt x="11" y="0"/>
                    <a:pt x="12" y="0"/>
                    <a:pt x="13" y="0"/>
                  </a:cubicBezTo>
                  <a:cubicBezTo>
                    <a:pt x="16" y="0"/>
                    <a:pt x="16" y="0"/>
                    <a:pt x="16" y="0"/>
                  </a:cubicBezTo>
                  <a:cubicBezTo>
                    <a:pt x="17" y="0"/>
                    <a:pt x="17" y="0"/>
                    <a:pt x="18" y="1"/>
                  </a:cubicBezTo>
                  <a:cubicBezTo>
                    <a:pt x="18" y="1"/>
                    <a:pt x="18" y="1"/>
                    <a:pt x="18" y="2"/>
                  </a:cubicBezTo>
                  <a:cubicBezTo>
                    <a:pt x="29" y="35"/>
                    <a:pt x="29" y="35"/>
                    <a:pt x="29" y="35"/>
                  </a:cubicBezTo>
                  <a:cubicBezTo>
                    <a:pt x="29" y="36"/>
                    <a:pt x="29" y="36"/>
                    <a:pt x="29" y="36"/>
                  </a:cubicBezTo>
                  <a:cubicBezTo>
                    <a:pt x="29" y="37"/>
                    <a:pt x="28" y="37"/>
                    <a:pt x="28" y="37"/>
                  </a:cubicBezTo>
                  <a:close/>
                  <a:moveTo>
                    <a:pt x="14" y="7"/>
                  </a:moveTo>
                  <a:cubicBezTo>
                    <a:pt x="9" y="24"/>
                    <a:pt x="9" y="24"/>
                    <a:pt x="9" y="24"/>
                  </a:cubicBezTo>
                  <a:cubicBezTo>
                    <a:pt x="19" y="24"/>
                    <a:pt x="19" y="24"/>
                    <a:pt x="19" y="24"/>
                  </a:cubicBezTo>
                  <a:lnTo>
                    <a:pt x="14" y="7"/>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5" name="Freeform 129"/>
            <p:cNvSpPr>
              <a:spLocks/>
            </p:cNvSpPr>
            <p:nvPr/>
          </p:nvSpPr>
          <p:spPr bwMode="auto">
            <a:xfrm>
              <a:off x="8428038" y="4552950"/>
              <a:ext cx="96837" cy="139700"/>
            </a:xfrm>
            <a:custGeom>
              <a:avLst/>
              <a:gdLst>
                <a:gd name="T0" fmla="*/ 13 w 26"/>
                <a:gd name="T1" fmla="*/ 37 h 37"/>
                <a:gd name="T2" fmla="*/ 9 w 26"/>
                <a:gd name="T3" fmla="*/ 37 h 37"/>
                <a:gd name="T4" fmla="*/ 5 w 26"/>
                <a:gd name="T5" fmla="*/ 35 h 37"/>
                <a:gd name="T6" fmla="*/ 2 w 26"/>
                <a:gd name="T7" fmla="*/ 31 h 37"/>
                <a:gd name="T8" fmla="*/ 0 w 26"/>
                <a:gd name="T9" fmla="*/ 26 h 37"/>
                <a:gd name="T10" fmla="*/ 0 w 26"/>
                <a:gd name="T11" fmla="*/ 1 h 37"/>
                <a:gd name="T12" fmla="*/ 1 w 26"/>
                <a:gd name="T13" fmla="*/ 0 h 37"/>
                <a:gd name="T14" fmla="*/ 5 w 26"/>
                <a:gd name="T15" fmla="*/ 0 h 37"/>
                <a:gd name="T16" fmla="*/ 6 w 26"/>
                <a:gd name="T17" fmla="*/ 0 h 37"/>
                <a:gd name="T18" fmla="*/ 6 w 26"/>
                <a:gd name="T19" fmla="*/ 2 h 37"/>
                <a:gd name="T20" fmla="*/ 6 w 26"/>
                <a:gd name="T21" fmla="*/ 24 h 37"/>
                <a:gd name="T22" fmla="*/ 8 w 26"/>
                <a:gd name="T23" fmla="*/ 30 h 37"/>
                <a:gd name="T24" fmla="*/ 13 w 26"/>
                <a:gd name="T25" fmla="*/ 32 h 37"/>
                <a:gd name="T26" fmla="*/ 17 w 26"/>
                <a:gd name="T27" fmla="*/ 32 h 37"/>
                <a:gd name="T28" fmla="*/ 19 w 26"/>
                <a:gd name="T29" fmla="*/ 30 h 37"/>
                <a:gd name="T30" fmla="*/ 20 w 26"/>
                <a:gd name="T31" fmla="*/ 27 h 37"/>
                <a:gd name="T32" fmla="*/ 20 w 26"/>
                <a:gd name="T33" fmla="*/ 24 h 37"/>
                <a:gd name="T34" fmla="*/ 20 w 26"/>
                <a:gd name="T35" fmla="*/ 1 h 37"/>
                <a:gd name="T36" fmla="*/ 21 w 26"/>
                <a:gd name="T37" fmla="*/ 0 h 37"/>
                <a:gd name="T38" fmla="*/ 25 w 26"/>
                <a:gd name="T39" fmla="*/ 0 h 37"/>
                <a:gd name="T40" fmla="*/ 26 w 26"/>
                <a:gd name="T41" fmla="*/ 0 h 37"/>
                <a:gd name="T42" fmla="*/ 26 w 26"/>
                <a:gd name="T43" fmla="*/ 2 h 37"/>
                <a:gd name="T44" fmla="*/ 26 w 26"/>
                <a:gd name="T45" fmla="*/ 25 h 37"/>
                <a:gd name="T46" fmla="*/ 25 w 26"/>
                <a:gd name="T47" fmla="*/ 31 h 37"/>
                <a:gd name="T48" fmla="*/ 22 w 26"/>
                <a:gd name="T49" fmla="*/ 35 h 37"/>
                <a:gd name="T50" fmla="*/ 18 w 26"/>
                <a:gd name="T51" fmla="*/ 37 h 37"/>
                <a:gd name="T52" fmla="*/ 13 w 26"/>
                <a:gd name="T53"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6" h="37">
                  <a:moveTo>
                    <a:pt x="13" y="37"/>
                  </a:moveTo>
                  <a:cubicBezTo>
                    <a:pt x="12" y="37"/>
                    <a:pt x="10" y="37"/>
                    <a:pt x="9" y="37"/>
                  </a:cubicBezTo>
                  <a:cubicBezTo>
                    <a:pt x="7" y="36"/>
                    <a:pt x="6" y="36"/>
                    <a:pt x="5" y="35"/>
                  </a:cubicBezTo>
                  <a:cubicBezTo>
                    <a:pt x="3" y="34"/>
                    <a:pt x="2" y="33"/>
                    <a:pt x="2" y="31"/>
                  </a:cubicBezTo>
                  <a:cubicBezTo>
                    <a:pt x="1" y="30"/>
                    <a:pt x="0" y="28"/>
                    <a:pt x="0" y="26"/>
                  </a:cubicBezTo>
                  <a:cubicBezTo>
                    <a:pt x="0" y="1"/>
                    <a:pt x="0" y="1"/>
                    <a:pt x="0" y="1"/>
                  </a:cubicBezTo>
                  <a:cubicBezTo>
                    <a:pt x="0" y="1"/>
                    <a:pt x="1" y="0"/>
                    <a:pt x="1" y="0"/>
                  </a:cubicBezTo>
                  <a:cubicBezTo>
                    <a:pt x="5" y="0"/>
                    <a:pt x="5" y="0"/>
                    <a:pt x="5" y="0"/>
                  </a:cubicBezTo>
                  <a:cubicBezTo>
                    <a:pt x="5" y="0"/>
                    <a:pt x="6" y="0"/>
                    <a:pt x="6" y="0"/>
                  </a:cubicBezTo>
                  <a:cubicBezTo>
                    <a:pt x="6" y="1"/>
                    <a:pt x="6" y="1"/>
                    <a:pt x="6" y="2"/>
                  </a:cubicBezTo>
                  <a:cubicBezTo>
                    <a:pt x="6" y="24"/>
                    <a:pt x="6" y="24"/>
                    <a:pt x="6" y="24"/>
                  </a:cubicBezTo>
                  <a:cubicBezTo>
                    <a:pt x="6" y="27"/>
                    <a:pt x="7" y="29"/>
                    <a:pt x="8" y="30"/>
                  </a:cubicBezTo>
                  <a:cubicBezTo>
                    <a:pt x="9" y="31"/>
                    <a:pt x="11" y="32"/>
                    <a:pt x="13" y="32"/>
                  </a:cubicBezTo>
                  <a:cubicBezTo>
                    <a:pt x="15" y="32"/>
                    <a:pt x="16" y="32"/>
                    <a:pt x="17" y="32"/>
                  </a:cubicBezTo>
                  <a:cubicBezTo>
                    <a:pt x="18" y="31"/>
                    <a:pt x="18" y="31"/>
                    <a:pt x="19" y="30"/>
                  </a:cubicBezTo>
                  <a:cubicBezTo>
                    <a:pt x="19" y="29"/>
                    <a:pt x="20" y="28"/>
                    <a:pt x="20" y="27"/>
                  </a:cubicBezTo>
                  <a:cubicBezTo>
                    <a:pt x="20" y="26"/>
                    <a:pt x="20" y="25"/>
                    <a:pt x="20" y="24"/>
                  </a:cubicBezTo>
                  <a:cubicBezTo>
                    <a:pt x="20" y="1"/>
                    <a:pt x="20" y="1"/>
                    <a:pt x="20" y="1"/>
                  </a:cubicBezTo>
                  <a:cubicBezTo>
                    <a:pt x="20" y="1"/>
                    <a:pt x="21" y="0"/>
                    <a:pt x="21" y="0"/>
                  </a:cubicBezTo>
                  <a:cubicBezTo>
                    <a:pt x="25" y="0"/>
                    <a:pt x="25" y="0"/>
                    <a:pt x="25" y="0"/>
                  </a:cubicBezTo>
                  <a:cubicBezTo>
                    <a:pt x="25" y="0"/>
                    <a:pt x="26" y="0"/>
                    <a:pt x="26" y="0"/>
                  </a:cubicBezTo>
                  <a:cubicBezTo>
                    <a:pt x="26" y="1"/>
                    <a:pt x="26" y="1"/>
                    <a:pt x="26" y="2"/>
                  </a:cubicBezTo>
                  <a:cubicBezTo>
                    <a:pt x="26" y="25"/>
                    <a:pt x="26" y="25"/>
                    <a:pt x="26" y="25"/>
                  </a:cubicBezTo>
                  <a:cubicBezTo>
                    <a:pt x="26" y="28"/>
                    <a:pt x="26" y="30"/>
                    <a:pt x="25" y="31"/>
                  </a:cubicBezTo>
                  <a:cubicBezTo>
                    <a:pt x="24" y="33"/>
                    <a:pt x="23" y="34"/>
                    <a:pt x="22" y="35"/>
                  </a:cubicBezTo>
                  <a:cubicBezTo>
                    <a:pt x="20" y="36"/>
                    <a:pt x="19" y="36"/>
                    <a:pt x="18" y="37"/>
                  </a:cubicBezTo>
                  <a:cubicBezTo>
                    <a:pt x="16" y="37"/>
                    <a:pt x="15" y="37"/>
                    <a:pt x="13" y="3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6" name="Freeform 130"/>
            <p:cNvSpPr>
              <a:spLocks/>
            </p:cNvSpPr>
            <p:nvPr/>
          </p:nvSpPr>
          <p:spPr bwMode="auto">
            <a:xfrm>
              <a:off x="8543925" y="4548188"/>
              <a:ext cx="93662" cy="144462"/>
            </a:xfrm>
            <a:custGeom>
              <a:avLst/>
              <a:gdLst>
                <a:gd name="T0" fmla="*/ 11 w 25"/>
                <a:gd name="T1" fmla="*/ 38 h 38"/>
                <a:gd name="T2" fmla="*/ 4 w 25"/>
                <a:gd name="T3" fmla="*/ 37 h 38"/>
                <a:gd name="T4" fmla="*/ 0 w 25"/>
                <a:gd name="T5" fmla="*/ 36 h 38"/>
                <a:gd name="T6" fmla="*/ 0 w 25"/>
                <a:gd name="T7" fmla="*/ 35 h 38"/>
                <a:gd name="T8" fmla="*/ 0 w 25"/>
                <a:gd name="T9" fmla="*/ 33 h 38"/>
                <a:gd name="T10" fmla="*/ 1 w 25"/>
                <a:gd name="T11" fmla="*/ 32 h 38"/>
                <a:gd name="T12" fmla="*/ 1 w 25"/>
                <a:gd name="T13" fmla="*/ 31 h 38"/>
                <a:gd name="T14" fmla="*/ 4 w 25"/>
                <a:gd name="T15" fmla="*/ 32 h 38"/>
                <a:gd name="T16" fmla="*/ 11 w 25"/>
                <a:gd name="T17" fmla="*/ 33 h 38"/>
                <a:gd name="T18" fmla="*/ 14 w 25"/>
                <a:gd name="T19" fmla="*/ 33 h 38"/>
                <a:gd name="T20" fmla="*/ 17 w 25"/>
                <a:gd name="T21" fmla="*/ 32 h 38"/>
                <a:gd name="T22" fmla="*/ 18 w 25"/>
                <a:gd name="T23" fmla="*/ 30 h 38"/>
                <a:gd name="T24" fmla="*/ 19 w 25"/>
                <a:gd name="T25" fmla="*/ 28 h 38"/>
                <a:gd name="T26" fmla="*/ 17 w 25"/>
                <a:gd name="T27" fmla="*/ 24 h 38"/>
                <a:gd name="T28" fmla="*/ 12 w 25"/>
                <a:gd name="T29" fmla="*/ 21 h 38"/>
                <a:gd name="T30" fmla="*/ 8 w 25"/>
                <a:gd name="T31" fmla="*/ 19 h 38"/>
                <a:gd name="T32" fmla="*/ 5 w 25"/>
                <a:gd name="T33" fmla="*/ 17 h 38"/>
                <a:gd name="T34" fmla="*/ 3 w 25"/>
                <a:gd name="T35" fmla="*/ 14 h 38"/>
                <a:gd name="T36" fmla="*/ 2 w 25"/>
                <a:gd name="T37" fmla="*/ 10 h 38"/>
                <a:gd name="T38" fmla="*/ 2 w 25"/>
                <a:gd name="T39" fmla="*/ 6 h 38"/>
                <a:gd name="T40" fmla="*/ 5 w 25"/>
                <a:gd name="T41" fmla="*/ 3 h 38"/>
                <a:gd name="T42" fmla="*/ 9 w 25"/>
                <a:gd name="T43" fmla="*/ 1 h 38"/>
                <a:gd name="T44" fmla="*/ 15 w 25"/>
                <a:gd name="T45" fmla="*/ 0 h 38"/>
                <a:gd name="T46" fmla="*/ 19 w 25"/>
                <a:gd name="T47" fmla="*/ 1 h 38"/>
                <a:gd name="T48" fmla="*/ 21 w 25"/>
                <a:gd name="T49" fmla="*/ 1 h 38"/>
                <a:gd name="T50" fmla="*/ 23 w 25"/>
                <a:gd name="T51" fmla="*/ 1 h 38"/>
                <a:gd name="T52" fmla="*/ 24 w 25"/>
                <a:gd name="T53" fmla="*/ 1 h 38"/>
                <a:gd name="T54" fmla="*/ 24 w 25"/>
                <a:gd name="T55" fmla="*/ 2 h 38"/>
                <a:gd name="T56" fmla="*/ 24 w 25"/>
                <a:gd name="T57" fmla="*/ 4 h 38"/>
                <a:gd name="T58" fmla="*/ 23 w 25"/>
                <a:gd name="T59" fmla="*/ 6 h 38"/>
                <a:gd name="T60" fmla="*/ 23 w 25"/>
                <a:gd name="T61" fmla="*/ 6 h 38"/>
                <a:gd name="T62" fmla="*/ 19 w 25"/>
                <a:gd name="T63" fmla="*/ 5 h 38"/>
                <a:gd name="T64" fmla="*/ 15 w 25"/>
                <a:gd name="T65" fmla="*/ 5 h 38"/>
                <a:gd name="T66" fmla="*/ 9 w 25"/>
                <a:gd name="T67" fmla="*/ 6 h 38"/>
                <a:gd name="T68" fmla="*/ 8 w 25"/>
                <a:gd name="T69" fmla="*/ 10 h 38"/>
                <a:gd name="T70" fmla="*/ 9 w 25"/>
                <a:gd name="T71" fmla="*/ 13 h 38"/>
                <a:gd name="T72" fmla="*/ 15 w 25"/>
                <a:gd name="T73" fmla="*/ 16 h 38"/>
                <a:gd name="T74" fmla="*/ 23 w 25"/>
                <a:gd name="T75" fmla="*/ 21 h 38"/>
                <a:gd name="T76" fmla="*/ 25 w 25"/>
                <a:gd name="T77" fmla="*/ 28 h 38"/>
                <a:gd name="T78" fmla="*/ 24 w 25"/>
                <a:gd name="T79" fmla="*/ 33 h 38"/>
                <a:gd name="T80" fmla="*/ 21 w 25"/>
                <a:gd name="T81" fmla="*/ 36 h 38"/>
                <a:gd name="T82" fmla="*/ 17 w 25"/>
                <a:gd name="T83" fmla="*/ 37 h 38"/>
                <a:gd name="T84" fmla="*/ 11 w 25"/>
                <a:gd name="T8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 h="38">
                  <a:moveTo>
                    <a:pt x="11" y="38"/>
                  </a:moveTo>
                  <a:cubicBezTo>
                    <a:pt x="8" y="38"/>
                    <a:pt x="6" y="38"/>
                    <a:pt x="4" y="37"/>
                  </a:cubicBezTo>
                  <a:cubicBezTo>
                    <a:pt x="2" y="37"/>
                    <a:pt x="1" y="36"/>
                    <a:pt x="0" y="36"/>
                  </a:cubicBezTo>
                  <a:cubicBezTo>
                    <a:pt x="0" y="36"/>
                    <a:pt x="0" y="36"/>
                    <a:pt x="0" y="35"/>
                  </a:cubicBezTo>
                  <a:cubicBezTo>
                    <a:pt x="0" y="34"/>
                    <a:pt x="0" y="34"/>
                    <a:pt x="0" y="33"/>
                  </a:cubicBezTo>
                  <a:cubicBezTo>
                    <a:pt x="0" y="33"/>
                    <a:pt x="0" y="32"/>
                    <a:pt x="1" y="32"/>
                  </a:cubicBezTo>
                  <a:cubicBezTo>
                    <a:pt x="1" y="31"/>
                    <a:pt x="1" y="31"/>
                    <a:pt x="1" y="31"/>
                  </a:cubicBezTo>
                  <a:cubicBezTo>
                    <a:pt x="2" y="31"/>
                    <a:pt x="3" y="32"/>
                    <a:pt x="4" y="32"/>
                  </a:cubicBezTo>
                  <a:cubicBezTo>
                    <a:pt x="6" y="33"/>
                    <a:pt x="8" y="33"/>
                    <a:pt x="11" y="33"/>
                  </a:cubicBezTo>
                  <a:cubicBezTo>
                    <a:pt x="12" y="33"/>
                    <a:pt x="13" y="33"/>
                    <a:pt x="14" y="33"/>
                  </a:cubicBezTo>
                  <a:cubicBezTo>
                    <a:pt x="15" y="32"/>
                    <a:pt x="16" y="32"/>
                    <a:pt x="17" y="32"/>
                  </a:cubicBezTo>
                  <a:cubicBezTo>
                    <a:pt x="17" y="31"/>
                    <a:pt x="18" y="31"/>
                    <a:pt x="18" y="30"/>
                  </a:cubicBezTo>
                  <a:cubicBezTo>
                    <a:pt x="19" y="30"/>
                    <a:pt x="19" y="29"/>
                    <a:pt x="19" y="28"/>
                  </a:cubicBezTo>
                  <a:cubicBezTo>
                    <a:pt x="19" y="26"/>
                    <a:pt x="19" y="25"/>
                    <a:pt x="17" y="24"/>
                  </a:cubicBezTo>
                  <a:cubicBezTo>
                    <a:pt x="16" y="23"/>
                    <a:pt x="15" y="22"/>
                    <a:pt x="12" y="21"/>
                  </a:cubicBezTo>
                  <a:cubicBezTo>
                    <a:pt x="10" y="20"/>
                    <a:pt x="9" y="20"/>
                    <a:pt x="8" y="19"/>
                  </a:cubicBezTo>
                  <a:cubicBezTo>
                    <a:pt x="7" y="19"/>
                    <a:pt x="6" y="18"/>
                    <a:pt x="5" y="17"/>
                  </a:cubicBezTo>
                  <a:cubicBezTo>
                    <a:pt x="4" y="16"/>
                    <a:pt x="3" y="15"/>
                    <a:pt x="3" y="14"/>
                  </a:cubicBezTo>
                  <a:cubicBezTo>
                    <a:pt x="2" y="13"/>
                    <a:pt x="2" y="11"/>
                    <a:pt x="2" y="10"/>
                  </a:cubicBezTo>
                  <a:cubicBezTo>
                    <a:pt x="2" y="8"/>
                    <a:pt x="2" y="7"/>
                    <a:pt x="2" y="6"/>
                  </a:cubicBezTo>
                  <a:cubicBezTo>
                    <a:pt x="3" y="5"/>
                    <a:pt x="4" y="4"/>
                    <a:pt x="5" y="3"/>
                  </a:cubicBezTo>
                  <a:cubicBezTo>
                    <a:pt x="6" y="2"/>
                    <a:pt x="7" y="2"/>
                    <a:pt x="9" y="1"/>
                  </a:cubicBezTo>
                  <a:cubicBezTo>
                    <a:pt x="10" y="1"/>
                    <a:pt x="12" y="0"/>
                    <a:pt x="15" y="0"/>
                  </a:cubicBezTo>
                  <a:cubicBezTo>
                    <a:pt x="16" y="0"/>
                    <a:pt x="18" y="0"/>
                    <a:pt x="19" y="1"/>
                  </a:cubicBezTo>
                  <a:cubicBezTo>
                    <a:pt x="20" y="1"/>
                    <a:pt x="21" y="1"/>
                    <a:pt x="21" y="1"/>
                  </a:cubicBezTo>
                  <a:cubicBezTo>
                    <a:pt x="22" y="1"/>
                    <a:pt x="22" y="1"/>
                    <a:pt x="23" y="1"/>
                  </a:cubicBezTo>
                  <a:cubicBezTo>
                    <a:pt x="23" y="1"/>
                    <a:pt x="24" y="1"/>
                    <a:pt x="24" y="1"/>
                  </a:cubicBezTo>
                  <a:cubicBezTo>
                    <a:pt x="24" y="2"/>
                    <a:pt x="24" y="2"/>
                    <a:pt x="24" y="2"/>
                  </a:cubicBezTo>
                  <a:cubicBezTo>
                    <a:pt x="24" y="3"/>
                    <a:pt x="24" y="3"/>
                    <a:pt x="24" y="4"/>
                  </a:cubicBezTo>
                  <a:cubicBezTo>
                    <a:pt x="24" y="5"/>
                    <a:pt x="24" y="5"/>
                    <a:pt x="23" y="6"/>
                  </a:cubicBezTo>
                  <a:cubicBezTo>
                    <a:pt x="23" y="6"/>
                    <a:pt x="23" y="6"/>
                    <a:pt x="23" y="6"/>
                  </a:cubicBezTo>
                  <a:cubicBezTo>
                    <a:pt x="22" y="6"/>
                    <a:pt x="21" y="6"/>
                    <a:pt x="19" y="5"/>
                  </a:cubicBezTo>
                  <a:cubicBezTo>
                    <a:pt x="18" y="5"/>
                    <a:pt x="17" y="5"/>
                    <a:pt x="15" y="5"/>
                  </a:cubicBezTo>
                  <a:cubicBezTo>
                    <a:pt x="12" y="5"/>
                    <a:pt x="10" y="5"/>
                    <a:pt x="9" y="6"/>
                  </a:cubicBezTo>
                  <a:cubicBezTo>
                    <a:pt x="8" y="7"/>
                    <a:pt x="8" y="8"/>
                    <a:pt x="8" y="10"/>
                  </a:cubicBezTo>
                  <a:cubicBezTo>
                    <a:pt x="8" y="11"/>
                    <a:pt x="8" y="12"/>
                    <a:pt x="9" y="13"/>
                  </a:cubicBezTo>
                  <a:cubicBezTo>
                    <a:pt x="11" y="14"/>
                    <a:pt x="12" y="15"/>
                    <a:pt x="15" y="16"/>
                  </a:cubicBezTo>
                  <a:cubicBezTo>
                    <a:pt x="18" y="17"/>
                    <a:pt x="21" y="19"/>
                    <a:pt x="23" y="21"/>
                  </a:cubicBezTo>
                  <a:cubicBezTo>
                    <a:pt x="24" y="23"/>
                    <a:pt x="25" y="25"/>
                    <a:pt x="25" y="28"/>
                  </a:cubicBezTo>
                  <a:cubicBezTo>
                    <a:pt x="25" y="30"/>
                    <a:pt x="25" y="31"/>
                    <a:pt x="24" y="33"/>
                  </a:cubicBezTo>
                  <a:cubicBezTo>
                    <a:pt x="23" y="34"/>
                    <a:pt x="22" y="35"/>
                    <a:pt x="21" y="36"/>
                  </a:cubicBezTo>
                  <a:cubicBezTo>
                    <a:pt x="20" y="37"/>
                    <a:pt x="18" y="37"/>
                    <a:pt x="17" y="37"/>
                  </a:cubicBezTo>
                  <a:cubicBezTo>
                    <a:pt x="15" y="38"/>
                    <a:pt x="13" y="38"/>
                    <a:pt x="11" y="3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7" name="Freeform 131"/>
            <p:cNvSpPr>
              <a:spLocks/>
            </p:cNvSpPr>
            <p:nvPr/>
          </p:nvSpPr>
          <p:spPr bwMode="auto">
            <a:xfrm>
              <a:off x="8653463" y="4552950"/>
              <a:ext cx="104775" cy="139700"/>
            </a:xfrm>
            <a:custGeom>
              <a:avLst/>
              <a:gdLst>
                <a:gd name="T0" fmla="*/ 27 w 28"/>
                <a:gd name="T1" fmla="*/ 5 h 37"/>
                <a:gd name="T2" fmla="*/ 18 w 28"/>
                <a:gd name="T3" fmla="*/ 5 h 37"/>
                <a:gd name="T4" fmla="*/ 17 w 28"/>
                <a:gd name="T5" fmla="*/ 5 h 37"/>
                <a:gd name="T6" fmla="*/ 17 w 28"/>
                <a:gd name="T7" fmla="*/ 6 h 37"/>
                <a:gd name="T8" fmla="*/ 17 w 28"/>
                <a:gd name="T9" fmla="*/ 35 h 37"/>
                <a:gd name="T10" fmla="*/ 17 w 28"/>
                <a:gd name="T11" fmla="*/ 36 h 37"/>
                <a:gd name="T12" fmla="*/ 16 w 28"/>
                <a:gd name="T13" fmla="*/ 37 h 37"/>
                <a:gd name="T14" fmla="*/ 12 w 28"/>
                <a:gd name="T15" fmla="*/ 37 h 37"/>
                <a:gd name="T16" fmla="*/ 11 w 28"/>
                <a:gd name="T17" fmla="*/ 36 h 37"/>
                <a:gd name="T18" fmla="*/ 11 w 28"/>
                <a:gd name="T19" fmla="*/ 35 h 37"/>
                <a:gd name="T20" fmla="*/ 11 w 28"/>
                <a:gd name="T21" fmla="*/ 6 h 37"/>
                <a:gd name="T22" fmla="*/ 11 w 28"/>
                <a:gd name="T23" fmla="*/ 5 h 37"/>
                <a:gd name="T24" fmla="*/ 10 w 28"/>
                <a:gd name="T25" fmla="*/ 5 h 37"/>
                <a:gd name="T26" fmla="*/ 1 w 28"/>
                <a:gd name="T27" fmla="*/ 5 h 37"/>
                <a:gd name="T28" fmla="*/ 1 w 28"/>
                <a:gd name="T29" fmla="*/ 5 h 37"/>
                <a:gd name="T30" fmla="*/ 0 w 28"/>
                <a:gd name="T31" fmla="*/ 4 h 37"/>
                <a:gd name="T32" fmla="*/ 0 w 28"/>
                <a:gd name="T33" fmla="*/ 1 h 37"/>
                <a:gd name="T34" fmla="*/ 1 w 28"/>
                <a:gd name="T35" fmla="*/ 0 h 37"/>
                <a:gd name="T36" fmla="*/ 2 w 28"/>
                <a:gd name="T37" fmla="*/ 0 h 37"/>
                <a:gd name="T38" fmla="*/ 27 w 28"/>
                <a:gd name="T39" fmla="*/ 0 h 37"/>
                <a:gd name="T40" fmla="*/ 28 w 28"/>
                <a:gd name="T41" fmla="*/ 0 h 37"/>
                <a:gd name="T42" fmla="*/ 28 w 28"/>
                <a:gd name="T43" fmla="*/ 1 h 37"/>
                <a:gd name="T44" fmla="*/ 28 w 28"/>
                <a:gd name="T45" fmla="*/ 4 h 37"/>
                <a:gd name="T46" fmla="*/ 28 w 28"/>
                <a:gd name="T47" fmla="*/ 5 h 37"/>
                <a:gd name="T48" fmla="*/ 27 w 28"/>
                <a:gd name="T49" fmla="*/ 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8" h="37">
                  <a:moveTo>
                    <a:pt x="27" y="5"/>
                  </a:moveTo>
                  <a:cubicBezTo>
                    <a:pt x="18" y="5"/>
                    <a:pt x="18" y="5"/>
                    <a:pt x="18" y="5"/>
                  </a:cubicBezTo>
                  <a:cubicBezTo>
                    <a:pt x="18" y="5"/>
                    <a:pt x="17" y="5"/>
                    <a:pt x="17" y="5"/>
                  </a:cubicBezTo>
                  <a:cubicBezTo>
                    <a:pt x="17" y="5"/>
                    <a:pt x="17" y="5"/>
                    <a:pt x="17" y="6"/>
                  </a:cubicBezTo>
                  <a:cubicBezTo>
                    <a:pt x="17" y="35"/>
                    <a:pt x="17" y="35"/>
                    <a:pt x="17" y="35"/>
                  </a:cubicBezTo>
                  <a:cubicBezTo>
                    <a:pt x="17" y="36"/>
                    <a:pt x="17" y="36"/>
                    <a:pt x="17" y="36"/>
                  </a:cubicBezTo>
                  <a:cubicBezTo>
                    <a:pt x="17" y="37"/>
                    <a:pt x="16" y="37"/>
                    <a:pt x="16" y="37"/>
                  </a:cubicBezTo>
                  <a:cubicBezTo>
                    <a:pt x="12" y="37"/>
                    <a:pt x="12" y="37"/>
                    <a:pt x="12" y="37"/>
                  </a:cubicBezTo>
                  <a:cubicBezTo>
                    <a:pt x="12" y="37"/>
                    <a:pt x="11" y="37"/>
                    <a:pt x="11" y="36"/>
                  </a:cubicBezTo>
                  <a:cubicBezTo>
                    <a:pt x="11" y="36"/>
                    <a:pt x="11" y="36"/>
                    <a:pt x="11" y="35"/>
                  </a:cubicBezTo>
                  <a:cubicBezTo>
                    <a:pt x="11" y="6"/>
                    <a:pt x="11" y="6"/>
                    <a:pt x="11" y="6"/>
                  </a:cubicBezTo>
                  <a:cubicBezTo>
                    <a:pt x="11" y="5"/>
                    <a:pt x="11" y="5"/>
                    <a:pt x="11" y="5"/>
                  </a:cubicBezTo>
                  <a:cubicBezTo>
                    <a:pt x="11" y="5"/>
                    <a:pt x="11" y="5"/>
                    <a:pt x="10" y="5"/>
                  </a:cubicBezTo>
                  <a:cubicBezTo>
                    <a:pt x="1" y="5"/>
                    <a:pt x="1" y="5"/>
                    <a:pt x="1" y="5"/>
                  </a:cubicBezTo>
                  <a:cubicBezTo>
                    <a:pt x="1" y="5"/>
                    <a:pt x="1" y="5"/>
                    <a:pt x="1" y="5"/>
                  </a:cubicBezTo>
                  <a:cubicBezTo>
                    <a:pt x="0" y="4"/>
                    <a:pt x="0" y="4"/>
                    <a:pt x="0" y="4"/>
                  </a:cubicBezTo>
                  <a:cubicBezTo>
                    <a:pt x="0" y="1"/>
                    <a:pt x="0" y="1"/>
                    <a:pt x="0" y="1"/>
                  </a:cubicBezTo>
                  <a:cubicBezTo>
                    <a:pt x="1" y="0"/>
                    <a:pt x="1" y="0"/>
                    <a:pt x="1" y="0"/>
                  </a:cubicBezTo>
                  <a:cubicBezTo>
                    <a:pt x="1" y="0"/>
                    <a:pt x="1" y="0"/>
                    <a:pt x="2" y="0"/>
                  </a:cubicBezTo>
                  <a:cubicBezTo>
                    <a:pt x="27" y="0"/>
                    <a:pt x="27" y="0"/>
                    <a:pt x="27" y="0"/>
                  </a:cubicBezTo>
                  <a:cubicBezTo>
                    <a:pt x="27" y="0"/>
                    <a:pt x="27" y="0"/>
                    <a:pt x="28" y="0"/>
                  </a:cubicBezTo>
                  <a:cubicBezTo>
                    <a:pt x="28" y="1"/>
                    <a:pt x="28" y="1"/>
                    <a:pt x="28" y="1"/>
                  </a:cubicBezTo>
                  <a:cubicBezTo>
                    <a:pt x="28" y="4"/>
                    <a:pt x="28" y="4"/>
                    <a:pt x="28" y="4"/>
                  </a:cubicBezTo>
                  <a:cubicBezTo>
                    <a:pt x="28" y="5"/>
                    <a:pt x="28" y="5"/>
                    <a:pt x="28" y="5"/>
                  </a:cubicBezTo>
                  <a:cubicBezTo>
                    <a:pt x="28" y="5"/>
                    <a:pt x="27" y="5"/>
                    <a:pt x="27" y="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8" name="Freeform 132"/>
            <p:cNvSpPr>
              <a:spLocks noEditPoints="1"/>
            </p:cNvSpPr>
            <p:nvPr/>
          </p:nvSpPr>
          <p:spPr bwMode="auto">
            <a:xfrm>
              <a:off x="8772525" y="4552950"/>
              <a:ext cx="98425" cy="139700"/>
            </a:xfrm>
            <a:custGeom>
              <a:avLst/>
              <a:gdLst>
                <a:gd name="T0" fmla="*/ 19 w 26"/>
                <a:gd name="T1" fmla="*/ 20 h 37"/>
                <a:gd name="T2" fmla="*/ 19 w 26"/>
                <a:gd name="T3" fmla="*/ 20 h 37"/>
                <a:gd name="T4" fmla="*/ 19 w 26"/>
                <a:gd name="T5" fmla="*/ 21 h 37"/>
                <a:gd name="T6" fmla="*/ 26 w 26"/>
                <a:gd name="T7" fmla="*/ 35 h 37"/>
                <a:gd name="T8" fmla="*/ 26 w 26"/>
                <a:gd name="T9" fmla="*/ 36 h 37"/>
                <a:gd name="T10" fmla="*/ 25 w 26"/>
                <a:gd name="T11" fmla="*/ 37 h 37"/>
                <a:gd name="T12" fmla="*/ 21 w 26"/>
                <a:gd name="T13" fmla="*/ 37 h 37"/>
                <a:gd name="T14" fmla="*/ 20 w 26"/>
                <a:gd name="T15" fmla="*/ 36 h 37"/>
                <a:gd name="T16" fmla="*/ 20 w 26"/>
                <a:gd name="T17" fmla="*/ 35 h 37"/>
                <a:gd name="T18" fmla="*/ 13 w 26"/>
                <a:gd name="T19" fmla="*/ 22 h 37"/>
                <a:gd name="T20" fmla="*/ 12 w 26"/>
                <a:gd name="T21" fmla="*/ 22 h 37"/>
                <a:gd name="T22" fmla="*/ 7 w 26"/>
                <a:gd name="T23" fmla="*/ 22 h 37"/>
                <a:gd name="T24" fmla="*/ 6 w 26"/>
                <a:gd name="T25" fmla="*/ 22 h 37"/>
                <a:gd name="T26" fmla="*/ 6 w 26"/>
                <a:gd name="T27" fmla="*/ 22 h 37"/>
                <a:gd name="T28" fmla="*/ 6 w 26"/>
                <a:gd name="T29" fmla="*/ 35 h 37"/>
                <a:gd name="T30" fmla="*/ 6 w 26"/>
                <a:gd name="T31" fmla="*/ 36 h 37"/>
                <a:gd name="T32" fmla="*/ 5 w 26"/>
                <a:gd name="T33" fmla="*/ 37 h 37"/>
                <a:gd name="T34" fmla="*/ 1 w 26"/>
                <a:gd name="T35" fmla="*/ 37 h 37"/>
                <a:gd name="T36" fmla="*/ 0 w 26"/>
                <a:gd name="T37" fmla="*/ 36 h 37"/>
                <a:gd name="T38" fmla="*/ 0 w 26"/>
                <a:gd name="T39" fmla="*/ 35 h 37"/>
                <a:gd name="T40" fmla="*/ 0 w 26"/>
                <a:gd name="T41" fmla="*/ 2 h 37"/>
                <a:gd name="T42" fmla="*/ 1 w 26"/>
                <a:gd name="T43" fmla="*/ 1 h 37"/>
                <a:gd name="T44" fmla="*/ 2 w 26"/>
                <a:gd name="T45" fmla="*/ 0 h 37"/>
                <a:gd name="T46" fmla="*/ 12 w 26"/>
                <a:gd name="T47" fmla="*/ 0 h 37"/>
                <a:gd name="T48" fmla="*/ 23 w 26"/>
                <a:gd name="T49" fmla="*/ 3 h 37"/>
                <a:gd name="T50" fmla="*/ 26 w 26"/>
                <a:gd name="T51" fmla="*/ 11 h 37"/>
                <a:gd name="T52" fmla="*/ 25 w 26"/>
                <a:gd name="T53" fmla="*/ 14 h 37"/>
                <a:gd name="T54" fmla="*/ 24 w 26"/>
                <a:gd name="T55" fmla="*/ 17 h 37"/>
                <a:gd name="T56" fmla="*/ 21 w 26"/>
                <a:gd name="T57" fmla="*/ 19 h 37"/>
                <a:gd name="T58" fmla="*/ 19 w 26"/>
                <a:gd name="T59" fmla="*/ 20 h 37"/>
                <a:gd name="T60" fmla="*/ 12 w 26"/>
                <a:gd name="T61" fmla="*/ 5 h 37"/>
                <a:gd name="T62" fmla="*/ 7 w 26"/>
                <a:gd name="T63" fmla="*/ 5 h 37"/>
                <a:gd name="T64" fmla="*/ 6 w 26"/>
                <a:gd name="T65" fmla="*/ 5 h 37"/>
                <a:gd name="T66" fmla="*/ 6 w 26"/>
                <a:gd name="T67" fmla="*/ 6 h 37"/>
                <a:gd name="T68" fmla="*/ 6 w 26"/>
                <a:gd name="T69" fmla="*/ 16 h 37"/>
                <a:gd name="T70" fmla="*/ 6 w 26"/>
                <a:gd name="T71" fmla="*/ 17 h 37"/>
                <a:gd name="T72" fmla="*/ 7 w 26"/>
                <a:gd name="T73" fmla="*/ 17 h 37"/>
                <a:gd name="T74" fmla="*/ 14 w 26"/>
                <a:gd name="T75" fmla="*/ 17 h 37"/>
                <a:gd name="T76" fmla="*/ 18 w 26"/>
                <a:gd name="T77" fmla="*/ 15 h 37"/>
                <a:gd name="T78" fmla="*/ 20 w 26"/>
                <a:gd name="T79" fmla="*/ 11 h 37"/>
                <a:gd name="T80" fmla="*/ 20 w 26"/>
                <a:gd name="T81" fmla="*/ 8 h 37"/>
                <a:gd name="T82" fmla="*/ 18 w 26"/>
                <a:gd name="T83" fmla="*/ 6 h 37"/>
                <a:gd name="T84" fmla="*/ 15 w 26"/>
                <a:gd name="T85" fmla="*/ 5 h 37"/>
                <a:gd name="T86" fmla="*/ 12 w 26"/>
                <a:gd name="T87" fmla="*/ 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6" h="37">
                  <a:moveTo>
                    <a:pt x="19" y="20"/>
                  </a:moveTo>
                  <a:cubicBezTo>
                    <a:pt x="19" y="20"/>
                    <a:pt x="19" y="20"/>
                    <a:pt x="19" y="20"/>
                  </a:cubicBezTo>
                  <a:cubicBezTo>
                    <a:pt x="19" y="21"/>
                    <a:pt x="19" y="21"/>
                    <a:pt x="19" y="21"/>
                  </a:cubicBezTo>
                  <a:cubicBezTo>
                    <a:pt x="26" y="35"/>
                    <a:pt x="26" y="35"/>
                    <a:pt x="26" y="35"/>
                  </a:cubicBezTo>
                  <a:cubicBezTo>
                    <a:pt x="26" y="36"/>
                    <a:pt x="26" y="36"/>
                    <a:pt x="26" y="36"/>
                  </a:cubicBezTo>
                  <a:cubicBezTo>
                    <a:pt x="26" y="37"/>
                    <a:pt x="26" y="37"/>
                    <a:pt x="25" y="37"/>
                  </a:cubicBezTo>
                  <a:cubicBezTo>
                    <a:pt x="21" y="37"/>
                    <a:pt x="21" y="37"/>
                    <a:pt x="21" y="37"/>
                  </a:cubicBezTo>
                  <a:cubicBezTo>
                    <a:pt x="21" y="37"/>
                    <a:pt x="20" y="37"/>
                    <a:pt x="20" y="36"/>
                  </a:cubicBezTo>
                  <a:cubicBezTo>
                    <a:pt x="20" y="36"/>
                    <a:pt x="20" y="36"/>
                    <a:pt x="20" y="35"/>
                  </a:cubicBezTo>
                  <a:cubicBezTo>
                    <a:pt x="13" y="22"/>
                    <a:pt x="13" y="22"/>
                    <a:pt x="13" y="22"/>
                  </a:cubicBezTo>
                  <a:cubicBezTo>
                    <a:pt x="13" y="22"/>
                    <a:pt x="13" y="22"/>
                    <a:pt x="12" y="22"/>
                  </a:cubicBezTo>
                  <a:cubicBezTo>
                    <a:pt x="7" y="22"/>
                    <a:pt x="7" y="22"/>
                    <a:pt x="7" y="22"/>
                  </a:cubicBezTo>
                  <a:cubicBezTo>
                    <a:pt x="6" y="22"/>
                    <a:pt x="6" y="22"/>
                    <a:pt x="6" y="22"/>
                  </a:cubicBezTo>
                  <a:cubicBezTo>
                    <a:pt x="6" y="22"/>
                    <a:pt x="6" y="22"/>
                    <a:pt x="6" y="22"/>
                  </a:cubicBezTo>
                  <a:cubicBezTo>
                    <a:pt x="6" y="35"/>
                    <a:pt x="6" y="35"/>
                    <a:pt x="6" y="35"/>
                  </a:cubicBezTo>
                  <a:cubicBezTo>
                    <a:pt x="6" y="36"/>
                    <a:pt x="6" y="36"/>
                    <a:pt x="6" y="36"/>
                  </a:cubicBezTo>
                  <a:cubicBezTo>
                    <a:pt x="6" y="37"/>
                    <a:pt x="6" y="37"/>
                    <a:pt x="5" y="37"/>
                  </a:cubicBezTo>
                  <a:cubicBezTo>
                    <a:pt x="1" y="37"/>
                    <a:pt x="1" y="37"/>
                    <a:pt x="1" y="37"/>
                  </a:cubicBezTo>
                  <a:cubicBezTo>
                    <a:pt x="1" y="37"/>
                    <a:pt x="1" y="36"/>
                    <a:pt x="0" y="36"/>
                  </a:cubicBezTo>
                  <a:cubicBezTo>
                    <a:pt x="0" y="36"/>
                    <a:pt x="0" y="35"/>
                    <a:pt x="0" y="35"/>
                  </a:cubicBezTo>
                  <a:cubicBezTo>
                    <a:pt x="0" y="2"/>
                    <a:pt x="0" y="2"/>
                    <a:pt x="0" y="2"/>
                  </a:cubicBezTo>
                  <a:cubicBezTo>
                    <a:pt x="0" y="1"/>
                    <a:pt x="0" y="1"/>
                    <a:pt x="1" y="1"/>
                  </a:cubicBezTo>
                  <a:cubicBezTo>
                    <a:pt x="1" y="0"/>
                    <a:pt x="1" y="0"/>
                    <a:pt x="2" y="0"/>
                  </a:cubicBezTo>
                  <a:cubicBezTo>
                    <a:pt x="12" y="0"/>
                    <a:pt x="12" y="0"/>
                    <a:pt x="12" y="0"/>
                  </a:cubicBezTo>
                  <a:cubicBezTo>
                    <a:pt x="17" y="0"/>
                    <a:pt x="20" y="1"/>
                    <a:pt x="23" y="3"/>
                  </a:cubicBezTo>
                  <a:cubicBezTo>
                    <a:pt x="25" y="5"/>
                    <a:pt x="26" y="8"/>
                    <a:pt x="26" y="11"/>
                  </a:cubicBezTo>
                  <a:cubicBezTo>
                    <a:pt x="26" y="12"/>
                    <a:pt x="26" y="13"/>
                    <a:pt x="25" y="14"/>
                  </a:cubicBezTo>
                  <a:cubicBezTo>
                    <a:pt x="25" y="15"/>
                    <a:pt x="24" y="16"/>
                    <a:pt x="24" y="17"/>
                  </a:cubicBezTo>
                  <a:cubicBezTo>
                    <a:pt x="23" y="18"/>
                    <a:pt x="22" y="19"/>
                    <a:pt x="21" y="19"/>
                  </a:cubicBezTo>
                  <a:cubicBezTo>
                    <a:pt x="21" y="20"/>
                    <a:pt x="20" y="20"/>
                    <a:pt x="19" y="20"/>
                  </a:cubicBezTo>
                  <a:close/>
                  <a:moveTo>
                    <a:pt x="12" y="5"/>
                  </a:moveTo>
                  <a:cubicBezTo>
                    <a:pt x="7" y="5"/>
                    <a:pt x="7" y="5"/>
                    <a:pt x="7" y="5"/>
                  </a:cubicBezTo>
                  <a:cubicBezTo>
                    <a:pt x="7" y="5"/>
                    <a:pt x="7" y="5"/>
                    <a:pt x="6" y="5"/>
                  </a:cubicBezTo>
                  <a:cubicBezTo>
                    <a:pt x="6" y="6"/>
                    <a:pt x="6" y="6"/>
                    <a:pt x="6" y="6"/>
                  </a:cubicBezTo>
                  <a:cubicBezTo>
                    <a:pt x="6" y="16"/>
                    <a:pt x="6" y="16"/>
                    <a:pt x="6" y="16"/>
                  </a:cubicBezTo>
                  <a:cubicBezTo>
                    <a:pt x="6" y="16"/>
                    <a:pt x="6" y="17"/>
                    <a:pt x="6" y="17"/>
                  </a:cubicBezTo>
                  <a:cubicBezTo>
                    <a:pt x="7" y="17"/>
                    <a:pt x="7" y="17"/>
                    <a:pt x="7" y="17"/>
                  </a:cubicBezTo>
                  <a:cubicBezTo>
                    <a:pt x="14" y="17"/>
                    <a:pt x="14" y="17"/>
                    <a:pt x="14" y="17"/>
                  </a:cubicBezTo>
                  <a:cubicBezTo>
                    <a:pt x="16" y="17"/>
                    <a:pt x="17" y="16"/>
                    <a:pt x="18" y="15"/>
                  </a:cubicBezTo>
                  <a:cubicBezTo>
                    <a:pt x="20" y="14"/>
                    <a:pt x="20" y="13"/>
                    <a:pt x="20" y="11"/>
                  </a:cubicBezTo>
                  <a:cubicBezTo>
                    <a:pt x="20" y="10"/>
                    <a:pt x="20" y="9"/>
                    <a:pt x="20" y="8"/>
                  </a:cubicBezTo>
                  <a:cubicBezTo>
                    <a:pt x="19" y="7"/>
                    <a:pt x="19" y="7"/>
                    <a:pt x="18" y="6"/>
                  </a:cubicBezTo>
                  <a:cubicBezTo>
                    <a:pt x="17" y="6"/>
                    <a:pt x="16" y="5"/>
                    <a:pt x="15" y="5"/>
                  </a:cubicBezTo>
                  <a:cubicBezTo>
                    <a:pt x="14" y="5"/>
                    <a:pt x="13" y="5"/>
                    <a:pt x="12" y="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9" name="Freeform 133"/>
            <p:cNvSpPr>
              <a:spLocks noEditPoints="1"/>
            </p:cNvSpPr>
            <p:nvPr/>
          </p:nvSpPr>
          <p:spPr bwMode="auto">
            <a:xfrm>
              <a:off x="8882063" y="4552950"/>
              <a:ext cx="112712" cy="139700"/>
            </a:xfrm>
            <a:custGeom>
              <a:avLst/>
              <a:gdLst>
                <a:gd name="T0" fmla="*/ 28 w 30"/>
                <a:gd name="T1" fmla="*/ 37 h 37"/>
                <a:gd name="T2" fmla="*/ 25 w 30"/>
                <a:gd name="T3" fmla="*/ 37 h 37"/>
                <a:gd name="T4" fmla="*/ 24 w 30"/>
                <a:gd name="T5" fmla="*/ 36 h 37"/>
                <a:gd name="T6" fmla="*/ 24 w 30"/>
                <a:gd name="T7" fmla="*/ 35 h 37"/>
                <a:gd name="T8" fmla="*/ 21 w 30"/>
                <a:gd name="T9" fmla="*/ 28 h 37"/>
                <a:gd name="T10" fmla="*/ 8 w 30"/>
                <a:gd name="T11" fmla="*/ 28 h 37"/>
                <a:gd name="T12" fmla="*/ 6 w 30"/>
                <a:gd name="T13" fmla="*/ 35 h 37"/>
                <a:gd name="T14" fmla="*/ 6 w 30"/>
                <a:gd name="T15" fmla="*/ 36 h 37"/>
                <a:gd name="T16" fmla="*/ 5 w 30"/>
                <a:gd name="T17" fmla="*/ 37 h 37"/>
                <a:gd name="T18" fmla="*/ 1 w 30"/>
                <a:gd name="T19" fmla="*/ 37 h 37"/>
                <a:gd name="T20" fmla="*/ 1 w 30"/>
                <a:gd name="T21" fmla="*/ 36 h 37"/>
                <a:gd name="T22" fmla="*/ 1 w 30"/>
                <a:gd name="T23" fmla="*/ 35 h 37"/>
                <a:gd name="T24" fmla="*/ 11 w 30"/>
                <a:gd name="T25" fmla="*/ 2 h 37"/>
                <a:gd name="T26" fmla="*/ 12 w 30"/>
                <a:gd name="T27" fmla="*/ 1 h 37"/>
                <a:gd name="T28" fmla="*/ 13 w 30"/>
                <a:gd name="T29" fmla="*/ 0 h 37"/>
                <a:gd name="T30" fmla="*/ 17 w 30"/>
                <a:gd name="T31" fmla="*/ 0 h 37"/>
                <a:gd name="T32" fmla="*/ 18 w 30"/>
                <a:gd name="T33" fmla="*/ 1 h 37"/>
                <a:gd name="T34" fmla="*/ 19 w 30"/>
                <a:gd name="T35" fmla="*/ 2 h 37"/>
                <a:gd name="T36" fmla="*/ 30 w 30"/>
                <a:gd name="T37" fmla="*/ 35 h 37"/>
                <a:gd name="T38" fmla="*/ 30 w 30"/>
                <a:gd name="T39" fmla="*/ 36 h 37"/>
                <a:gd name="T40" fmla="*/ 28 w 30"/>
                <a:gd name="T41" fmla="*/ 37 h 37"/>
                <a:gd name="T42" fmla="*/ 15 w 30"/>
                <a:gd name="T43" fmla="*/ 7 h 37"/>
                <a:gd name="T44" fmla="*/ 10 w 30"/>
                <a:gd name="T45" fmla="*/ 24 h 37"/>
                <a:gd name="T46" fmla="*/ 20 w 30"/>
                <a:gd name="T47" fmla="*/ 24 h 37"/>
                <a:gd name="T48" fmla="*/ 15 w 30"/>
                <a:gd name="T49" fmla="*/ 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37">
                  <a:moveTo>
                    <a:pt x="28" y="37"/>
                  </a:moveTo>
                  <a:cubicBezTo>
                    <a:pt x="25" y="37"/>
                    <a:pt x="25" y="37"/>
                    <a:pt x="25" y="37"/>
                  </a:cubicBezTo>
                  <a:cubicBezTo>
                    <a:pt x="24" y="37"/>
                    <a:pt x="24" y="37"/>
                    <a:pt x="24" y="36"/>
                  </a:cubicBezTo>
                  <a:cubicBezTo>
                    <a:pt x="24" y="36"/>
                    <a:pt x="24" y="36"/>
                    <a:pt x="24" y="35"/>
                  </a:cubicBezTo>
                  <a:cubicBezTo>
                    <a:pt x="21" y="28"/>
                    <a:pt x="21" y="28"/>
                    <a:pt x="21" y="28"/>
                  </a:cubicBezTo>
                  <a:cubicBezTo>
                    <a:pt x="8" y="28"/>
                    <a:pt x="8" y="28"/>
                    <a:pt x="8" y="28"/>
                  </a:cubicBezTo>
                  <a:cubicBezTo>
                    <a:pt x="6" y="35"/>
                    <a:pt x="6" y="35"/>
                    <a:pt x="6" y="35"/>
                  </a:cubicBezTo>
                  <a:cubicBezTo>
                    <a:pt x="6" y="36"/>
                    <a:pt x="6" y="36"/>
                    <a:pt x="6" y="36"/>
                  </a:cubicBezTo>
                  <a:cubicBezTo>
                    <a:pt x="6" y="37"/>
                    <a:pt x="5" y="37"/>
                    <a:pt x="5" y="37"/>
                  </a:cubicBezTo>
                  <a:cubicBezTo>
                    <a:pt x="1" y="37"/>
                    <a:pt x="1" y="37"/>
                    <a:pt x="1" y="37"/>
                  </a:cubicBezTo>
                  <a:cubicBezTo>
                    <a:pt x="1" y="36"/>
                    <a:pt x="1" y="36"/>
                    <a:pt x="1" y="36"/>
                  </a:cubicBezTo>
                  <a:cubicBezTo>
                    <a:pt x="0" y="36"/>
                    <a:pt x="1" y="36"/>
                    <a:pt x="1" y="35"/>
                  </a:cubicBezTo>
                  <a:cubicBezTo>
                    <a:pt x="11" y="2"/>
                    <a:pt x="11" y="2"/>
                    <a:pt x="11" y="2"/>
                  </a:cubicBezTo>
                  <a:cubicBezTo>
                    <a:pt x="12" y="1"/>
                    <a:pt x="12" y="1"/>
                    <a:pt x="12" y="1"/>
                  </a:cubicBezTo>
                  <a:cubicBezTo>
                    <a:pt x="12" y="0"/>
                    <a:pt x="13" y="0"/>
                    <a:pt x="13" y="0"/>
                  </a:cubicBezTo>
                  <a:cubicBezTo>
                    <a:pt x="17" y="0"/>
                    <a:pt x="17" y="0"/>
                    <a:pt x="17" y="0"/>
                  </a:cubicBezTo>
                  <a:cubicBezTo>
                    <a:pt x="18" y="0"/>
                    <a:pt x="18" y="0"/>
                    <a:pt x="18" y="1"/>
                  </a:cubicBezTo>
                  <a:cubicBezTo>
                    <a:pt x="19" y="1"/>
                    <a:pt x="19" y="1"/>
                    <a:pt x="19" y="2"/>
                  </a:cubicBezTo>
                  <a:cubicBezTo>
                    <a:pt x="30" y="35"/>
                    <a:pt x="30" y="35"/>
                    <a:pt x="30" y="35"/>
                  </a:cubicBezTo>
                  <a:cubicBezTo>
                    <a:pt x="30" y="36"/>
                    <a:pt x="30" y="36"/>
                    <a:pt x="30" y="36"/>
                  </a:cubicBezTo>
                  <a:cubicBezTo>
                    <a:pt x="29" y="37"/>
                    <a:pt x="29" y="37"/>
                    <a:pt x="28" y="37"/>
                  </a:cubicBezTo>
                  <a:close/>
                  <a:moveTo>
                    <a:pt x="15" y="7"/>
                  </a:moveTo>
                  <a:cubicBezTo>
                    <a:pt x="10" y="24"/>
                    <a:pt x="10" y="24"/>
                    <a:pt x="10" y="24"/>
                  </a:cubicBezTo>
                  <a:cubicBezTo>
                    <a:pt x="20" y="24"/>
                    <a:pt x="20" y="24"/>
                    <a:pt x="20" y="24"/>
                  </a:cubicBezTo>
                  <a:lnTo>
                    <a:pt x="15" y="7"/>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30" name="Freeform 134"/>
            <p:cNvSpPr>
              <a:spLocks/>
            </p:cNvSpPr>
            <p:nvPr/>
          </p:nvSpPr>
          <p:spPr bwMode="auto">
            <a:xfrm>
              <a:off x="9009063" y="4552950"/>
              <a:ext cx="79375" cy="139700"/>
            </a:xfrm>
            <a:custGeom>
              <a:avLst/>
              <a:gdLst>
                <a:gd name="T0" fmla="*/ 20 w 21"/>
                <a:gd name="T1" fmla="*/ 37 h 37"/>
                <a:gd name="T2" fmla="*/ 1 w 21"/>
                <a:gd name="T3" fmla="*/ 37 h 37"/>
                <a:gd name="T4" fmla="*/ 0 w 21"/>
                <a:gd name="T5" fmla="*/ 36 h 37"/>
                <a:gd name="T6" fmla="*/ 0 w 21"/>
                <a:gd name="T7" fmla="*/ 35 h 37"/>
                <a:gd name="T8" fmla="*/ 0 w 21"/>
                <a:gd name="T9" fmla="*/ 2 h 37"/>
                <a:gd name="T10" fmla="*/ 0 w 21"/>
                <a:gd name="T11" fmla="*/ 1 h 37"/>
                <a:gd name="T12" fmla="*/ 1 w 21"/>
                <a:gd name="T13" fmla="*/ 0 h 37"/>
                <a:gd name="T14" fmla="*/ 4 w 21"/>
                <a:gd name="T15" fmla="*/ 0 h 37"/>
                <a:gd name="T16" fmla="*/ 6 w 21"/>
                <a:gd name="T17" fmla="*/ 1 h 37"/>
                <a:gd name="T18" fmla="*/ 6 w 21"/>
                <a:gd name="T19" fmla="*/ 2 h 37"/>
                <a:gd name="T20" fmla="*/ 6 w 21"/>
                <a:gd name="T21" fmla="*/ 31 h 37"/>
                <a:gd name="T22" fmla="*/ 6 w 21"/>
                <a:gd name="T23" fmla="*/ 32 h 37"/>
                <a:gd name="T24" fmla="*/ 7 w 21"/>
                <a:gd name="T25" fmla="*/ 32 h 37"/>
                <a:gd name="T26" fmla="*/ 20 w 21"/>
                <a:gd name="T27" fmla="*/ 32 h 37"/>
                <a:gd name="T28" fmla="*/ 21 w 21"/>
                <a:gd name="T29" fmla="*/ 32 h 37"/>
                <a:gd name="T30" fmla="*/ 21 w 21"/>
                <a:gd name="T31" fmla="*/ 33 h 37"/>
                <a:gd name="T32" fmla="*/ 21 w 21"/>
                <a:gd name="T33" fmla="*/ 36 h 37"/>
                <a:gd name="T34" fmla="*/ 21 w 21"/>
                <a:gd name="T35" fmla="*/ 36 h 37"/>
                <a:gd name="T36" fmla="*/ 20 w 21"/>
                <a:gd name="T37"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 h="37">
                  <a:moveTo>
                    <a:pt x="20" y="37"/>
                  </a:moveTo>
                  <a:cubicBezTo>
                    <a:pt x="1" y="37"/>
                    <a:pt x="1" y="37"/>
                    <a:pt x="1" y="37"/>
                  </a:cubicBezTo>
                  <a:cubicBezTo>
                    <a:pt x="1" y="37"/>
                    <a:pt x="0" y="37"/>
                    <a:pt x="0" y="36"/>
                  </a:cubicBezTo>
                  <a:cubicBezTo>
                    <a:pt x="0" y="36"/>
                    <a:pt x="0" y="36"/>
                    <a:pt x="0" y="35"/>
                  </a:cubicBezTo>
                  <a:cubicBezTo>
                    <a:pt x="0" y="2"/>
                    <a:pt x="0" y="2"/>
                    <a:pt x="0" y="2"/>
                  </a:cubicBezTo>
                  <a:cubicBezTo>
                    <a:pt x="0" y="1"/>
                    <a:pt x="0" y="1"/>
                    <a:pt x="0" y="1"/>
                  </a:cubicBezTo>
                  <a:cubicBezTo>
                    <a:pt x="0" y="0"/>
                    <a:pt x="1" y="0"/>
                    <a:pt x="1" y="0"/>
                  </a:cubicBezTo>
                  <a:cubicBezTo>
                    <a:pt x="4" y="0"/>
                    <a:pt x="4" y="0"/>
                    <a:pt x="4" y="0"/>
                  </a:cubicBezTo>
                  <a:cubicBezTo>
                    <a:pt x="5" y="0"/>
                    <a:pt x="5" y="0"/>
                    <a:pt x="6" y="1"/>
                  </a:cubicBezTo>
                  <a:cubicBezTo>
                    <a:pt x="6" y="1"/>
                    <a:pt x="6" y="1"/>
                    <a:pt x="6" y="2"/>
                  </a:cubicBezTo>
                  <a:cubicBezTo>
                    <a:pt x="6" y="31"/>
                    <a:pt x="6" y="31"/>
                    <a:pt x="6" y="31"/>
                  </a:cubicBezTo>
                  <a:cubicBezTo>
                    <a:pt x="6" y="32"/>
                    <a:pt x="6" y="32"/>
                    <a:pt x="6" y="32"/>
                  </a:cubicBezTo>
                  <a:cubicBezTo>
                    <a:pt x="6" y="32"/>
                    <a:pt x="7" y="32"/>
                    <a:pt x="7" y="32"/>
                  </a:cubicBezTo>
                  <a:cubicBezTo>
                    <a:pt x="20" y="32"/>
                    <a:pt x="20" y="32"/>
                    <a:pt x="20" y="32"/>
                  </a:cubicBezTo>
                  <a:cubicBezTo>
                    <a:pt x="21" y="32"/>
                    <a:pt x="21" y="32"/>
                    <a:pt x="21" y="32"/>
                  </a:cubicBezTo>
                  <a:cubicBezTo>
                    <a:pt x="21" y="32"/>
                    <a:pt x="21" y="33"/>
                    <a:pt x="21" y="33"/>
                  </a:cubicBezTo>
                  <a:cubicBezTo>
                    <a:pt x="21" y="36"/>
                    <a:pt x="21" y="36"/>
                    <a:pt x="21" y="36"/>
                  </a:cubicBezTo>
                  <a:cubicBezTo>
                    <a:pt x="21" y="36"/>
                    <a:pt x="21" y="36"/>
                    <a:pt x="21" y="36"/>
                  </a:cubicBezTo>
                  <a:cubicBezTo>
                    <a:pt x="21" y="37"/>
                    <a:pt x="20" y="37"/>
                    <a:pt x="20" y="3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31" name="Freeform 135"/>
            <p:cNvSpPr>
              <a:spLocks/>
            </p:cNvSpPr>
            <p:nvPr/>
          </p:nvSpPr>
          <p:spPr bwMode="auto">
            <a:xfrm>
              <a:off x="9102725" y="4552950"/>
              <a:ext cx="23812" cy="139700"/>
            </a:xfrm>
            <a:custGeom>
              <a:avLst/>
              <a:gdLst>
                <a:gd name="T0" fmla="*/ 5 w 6"/>
                <a:gd name="T1" fmla="*/ 37 h 37"/>
                <a:gd name="T2" fmla="*/ 1 w 6"/>
                <a:gd name="T3" fmla="*/ 37 h 37"/>
                <a:gd name="T4" fmla="*/ 0 w 6"/>
                <a:gd name="T5" fmla="*/ 36 h 37"/>
                <a:gd name="T6" fmla="*/ 0 w 6"/>
                <a:gd name="T7" fmla="*/ 35 h 37"/>
                <a:gd name="T8" fmla="*/ 0 w 6"/>
                <a:gd name="T9" fmla="*/ 1 h 37"/>
                <a:gd name="T10" fmla="*/ 0 w 6"/>
                <a:gd name="T11" fmla="*/ 0 h 37"/>
                <a:gd name="T12" fmla="*/ 1 w 6"/>
                <a:gd name="T13" fmla="*/ 0 h 37"/>
                <a:gd name="T14" fmla="*/ 5 w 6"/>
                <a:gd name="T15" fmla="*/ 0 h 37"/>
                <a:gd name="T16" fmla="*/ 6 w 6"/>
                <a:gd name="T17" fmla="*/ 1 h 37"/>
                <a:gd name="T18" fmla="*/ 6 w 6"/>
                <a:gd name="T19" fmla="*/ 2 h 37"/>
                <a:gd name="T20" fmla="*/ 6 w 6"/>
                <a:gd name="T21" fmla="*/ 35 h 37"/>
                <a:gd name="T22" fmla="*/ 5 w 6"/>
                <a:gd name="T23" fmla="*/ 36 h 37"/>
                <a:gd name="T24" fmla="*/ 5 w 6"/>
                <a:gd name="T25"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37">
                  <a:moveTo>
                    <a:pt x="5" y="37"/>
                  </a:moveTo>
                  <a:cubicBezTo>
                    <a:pt x="1" y="37"/>
                    <a:pt x="1" y="37"/>
                    <a:pt x="1" y="37"/>
                  </a:cubicBezTo>
                  <a:cubicBezTo>
                    <a:pt x="1" y="37"/>
                    <a:pt x="0" y="37"/>
                    <a:pt x="0" y="36"/>
                  </a:cubicBezTo>
                  <a:cubicBezTo>
                    <a:pt x="0" y="36"/>
                    <a:pt x="0" y="36"/>
                    <a:pt x="0" y="35"/>
                  </a:cubicBezTo>
                  <a:cubicBezTo>
                    <a:pt x="0" y="1"/>
                    <a:pt x="0" y="1"/>
                    <a:pt x="0" y="1"/>
                  </a:cubicBezTo>
                  <a:cubicBezTo>
                    <a:pt x="0" y="1"/>
                    <a:pt x="0" y="1"/>
                    <a:pt x="0" y="0"/>
                  </a:cubicBezTo>
                  <a:cubicBezTo>
                    <a:pt x="0" y="0"/>
                    <a:pt x="1" y="0"/>
                    <a:pt x="1" y="0"/>
                  </a:cubicBezTo>
                  <a:cubicBezTo>
                    <a:pt x="5" y="0"/>
                    <a:pt x="5" y="0"/>
                    <a:pt x="5" y="0"/>
                  </a:cubicBezTo>
                  <a:cubicBezTo>
                    <a:pt x="5" y="0"/>
                    <a:pt x="5" y="0"/>
                    <a:pt x="6" y="1"/>
                  </a:cubicBezTo>
                  <a:cubicBezTo>
                    <a:pt x="6" y="1"/>
                    <a:pt x="6" y="1"/>
                    <a:pt x="6" y="2"/>
                  </a:cubicBezTo>
                  <a:cubicBezTo>
                    <a:pt x="6" y="35"/>
                    <a:pt x="6" y="35"/>
                    <a:pt x="6" y="35"/>
                  </a:cubicBezTo>
                  <a:cubicBezTo>
                    <a:pt x="6" y="36"/>
                    <a:pt x="6" y="36"/>
                    <a:pt x="5" y="36"/>
                  </a:cubicBezTo>
                  <a:cubicBezTo>
                    <a:pt x="5" y="37"/>
                    <a:pt x="5" y="37"/>
                    <a:pt x="5" y="3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32" name="Freeform 136"/>
            <p:cNvSpPr>
              <a:spLocks noEditPoints="1"/>
            </p:cNvSpPr>
            <p:nvPr/>
          </p:nvSpPr>
          <p:spPr bwMode="auto">
            <a:xfrm>
              <a:off x="9137650" y="4552950"/>
              <a:ext cx="112712" cy="139700"/>
            </a:xfrm>
            <a:custGeom>
              <a:avLst/>
              <a:gdLst>
                <a:gd name="T0" fmla="*/ 28 w 30"/>
                <a:gd name="T1" fmla="*/ 37 h 37"/>
                <a:gd name="T2" fmla="*/ 25 w 30"/>
                <a:gd name="T3" fmla="*/ 37 h 37"/>
                <a:gd name="T4" fmla="*/ 24 w 30"/>
                <a:gd name="T5" fmla="*/ 36 h 37"/>
                <a:gd name="T6" fmla="*/ 24 w 30"/>
                <a:gd name="T7" fmla="*/ 35 h 37"/>
                <a:gd name="T8" fmla="*/ 21 w 30"/>
                <a:gd name="T9" fmla="*/ 28 h 37"/>
                <a:gd name="T10" fmla="*/ 8 w 30"/>
                <a:gd name="T11" fmla="*/ 28 h 37"/>
                <a:gd name="T12" fmla="*/ 6 w 30"/>
                <a:gd name="T13" fmla="*/ 35 h 37"/>
                <a:gd name="T14" fmla="*/ 6 w 30"/>
                <a:gd name="T15" fmla="*/ 36 h 37"/>
                <a:gd name="T16" fmla="*/ 5 w 30"/>
                <a:gd name="T17" fmla="*/ 37 h 37"/>
                <a:gd name="T18" fmla="*/ 1 w 30"/>
                <a:gd name="T19" fmla="*/ 37 h 37"/>
                <a:gd name="T20" fmla="*/ 0 w 30"/>
                <a:gd name="T21" fmla="*/ 36 h 37"/>
                <a:gd name="T22" fmla="*/ 1 w 30"/>
                <a:gd name="T23" fmla="*/ 35 h 37"/>
                <a:gd name="T24" fmla="*/ 11 w 30"/>
                <a:gd name="T25" fmla="*/ 2 h 37"/>
                <a:gd name="T26" fmla="*/ 12 w 30"/>
                <a:gd name="T27" fmla="*/ 1 h 37"/>
                <a:gd name="T28" fmla="*/ 13 w 30"/>
                <a:gd name="T29" fmla="*/ 0 h 37"/>
                <a:gd name="T30" fmla="*/ 17 w 30"/>
                <a:gd name="T31" fmla="*/ 0 h 37"/>
                <a:gd name="T32" fmla="*/ 18 w 30"/>
                <a:gd name="T33" fmla="*/ 1 h 37"/>
                <a:gd name="T34" fmla="*/ 19 w 30"/>
                <a:gd name="T35" fmla="*/ 2 h 37"/>
                <a:gd name="T36" fmla="*/ 30 w 30"/>
                <a:gd name="T37" fmla="*/ 35 h 37"/>
                <a:gd name="T38" fmla="*/ 30 w 30"/>
                <a:gd name="T39" fmla="*/ 36 h 37"/>
                <a:gd name="T40" fmla="*/ 28 w 30"/>
                <a:gd name="T41" fmla="*/ 37 h 37"/>
                <a:gd name="T42" fmla="*/ 15 w 30"/>
                <a:gd name="T43" fmla="*/ 7 h 37"/>
                <a:gd name="T44" fmla="*/ 10 w 30"/>
                <a:gd name="T45" fmla="*/ 24 h 37"/>
                <a:gd name="T46" fmla="*/ 20 w 30"/>
                <a:gd name="T47" fmla="*/ 24 h 37"/>
                <a:gd name="T48" fmla="*/ 15 w 30"/>
                <a:gd name="T49" fmla="*/ 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37">
                  <a:moveTo>
                    <a:pt x="28" y="37"/>
                  </a:moveTo>
                  <a:cubicBezTo>
                    <a:pt x="25" y="37"/>
                    <a:pt x="25" y="37"/>
                    <a:pt x="25" y="37"/>
                  </a:cubicBezTo>
                  <a:cubicBezTo>
                    <a:pt x="24" y="37"/>
                    <a:pt x="24" y="37"/>
                    <a:pt x="24" y="36"/>
                  </a:cubicBezTo>
                  <a:cubicBezTo>
                    <a:pt x="24" y="36"/>
                    <a:pt x="24" y="36"/>
                    <a:pt x="24" y="35"/>
                  </a:cubicBezTo>
                  <a:cubicBezTo>
                    <a:pt x="21" y="28"/>
                    <a:pt x="21" y="28"/>
                    <a:pt x="21" y="28"/>
                  </a:cubicBezTo>
                  <a:cubicBezTo>
                    <a:pt x="8" y="28"/>
                    <a:pt x="8" y="28"/>
                    <a:pt x="8" y="28"/>
                  </a:cubicBezTo>
                  <a:cubicBezTo>
                    <a:pt x="6" y="35"/>
                    <a:pt x="6" y="35"/>
                    <a:pt x="6" y="35"/>
                  </a:cubicBezTo>
                  <a:cubicBezTo>
                    <a:pt x="6" y="36"/>
                    <a:pt x="6" y="36"/>
                    <a:pt x="6" y="36"/>
                  </a:cubicBezTo>
                  <a:cubicBezTo>
                    <a:pt x="6" y="37"/>
                    <a:pt x="5" y="37"/>
                    <a:pt x="5" y="37"/>
                  </a:cubicBezTo>
                  <a:cubicBezTo>
                    <a:pt x="1" y="37"/>
                    <a:pt x="1" y="37"/>
                    <a:pt x="1" y="37"/>
                  </a:cubicBezTo>
                  <a:cubicBezTo>
                    <a:pt x="0" y="36"/>
                    <a:pt x="0" y="36"/>
                    <a:pt x="0" y="36"/>
                  </a:cubicBezTo>
                  <a:cubicBezTo>
                    <a:pt x="0" y="36"/>
                    <a:pt x="0" y="36"/>
                    <a:pt x="1" y="35"/>
                  </a:cubicBezTo>
                  <a:cubicBezTo>
                    <a:pt x="11" y="2"/>
                    <a:pt x="11" y="2"/>
                    <a:pt x="11" y="2"/>
                  </a:cubicBezTo>
                  <a:cubicBezTo>
                    <a:pt x="11" y="1"/>
                    <a:pt x="12" y="1"/>
                    <a:pt x="12" y="1"/>
                  </a:cubicBezTo>
                  <a:cubicBezTo>
                    <a:pt x="12" y="0"/>
                    <a:pt x="13" y="0"/>
                    <a:pt x="13" y="0"/>
                  </a:cubicBezTo>
                  <a:cubicBezTo>
                    <a:pt x="17" y="0"/>
                    <a:pt x="17" y="0"/>
                    <a:pt x="17" y="0"/>
                  </a:cubicBezTo>
                  <a:cubicBezTo>
                    <a:pt x="18" y="0"/>
                    <a:pt x="18" y="0"/>
                    <a:pt x="18" y="1"/>
                  </a:cubicBezTo>
                  <a:cubicBezTo>
                    <a:pt x="18" y="1"/>
                    <a:pt x="19" y="1"/>
                    <a:pt x="19" y="2"/>
                  </a:cubicBezTo>
                  <a:cubicBezTo>
                    <a:pt x="30" y="35"/>
                    <a:pt x="30" y="35"/>
                    <a:pt x="30" y="35"/>
                  </a:cubicBezTo>
                  <a:cubicBezTo>
                    <a:pt x="30" y="36"/>
                    <a:pt x="30" y="36"/>
                    <a:pt x="30" y="36"/>
                  </a:cubicBezTo>
                  <a:cubicBezTo>
                    <a:pt x="29" y="37"/>
                    <a:pt x="29" y="37"/>
                    <a:pt x="28" y="37"/>
                  </a:cubicBezTo>
                  <a:close/>
                  <a:moveTo>
                    <a:pt x="15" y="7"/>
                  </a:moveTo>
                  <a:cubicBezTo>
                    <a:pt x="10" y="24"/>
                    <a:pt x="10" y="24"/>
                    <a:pt x="10" y="24"/>
                  </a:cubicBezTo>
                  <a:cubicBezTo>
                    <a:pt x="20" y="24"/>
                    <a:pt x="20" y="24"/>
                    <a:pt x="20" y="24"/>
                  </a:cubicBezTo>
                  <a:lnTo>
                    <a:pt x="15" y="7"/>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33" name="Freeform 137"/>
            <p:cNvSpPr>
              <a:spLocks/>
            </p:cNvSpPr>
            <p:nvPr/>
          </p:nvSpPr>
          <p:spPr bwMode="auto">
            <a:xfrm>
              <a:off x="8032750" y="4759325"/>
              <a:ext cx="1217612" cy="174625"/>
            </a:xfrm>
            <a:custGeom>
              <a:avLst/>
              <a:gdLst>
                <a:gd name="T0" fmla="*/ 7 w 767"/>
                <a:gd name="T1" fmla="*/ 110 h 110"/>
                <a:gd name="T2" fmla="*/ 0 w 767"/>
                <a:gd name="T3" fmla="*/ 103 h 110"/>
                <a:gd name="T4" fmla="*/ 102 w 767"/>
                <a:gd name="T5" fmla="*/ 0 h 110"/>
                <a:gd name="T6" fmla="*/ 767 w 767"/>
                <a:gd name="T7" fmla="*/ 0 h 110"/>
                <a:gd name="T8" fmla="*/ 767 w 767"/>
                <a:gd name="T9" fmla="*/ 10 h 110"/>
                <a:gd name="T10" fmla="*/ 107 w 767"/>
                <a:gd name="T11" fmla="*/ 10 h 110"/>
                <a:gd name="T12" fmla="*/ 7 w 767"/>
                <a:gd name="T13" fmla="*/ 110 h 110"/>
              </a:gdLst>
              <a:ahLst/>
              <a:cxnLst>
                <a:cxn ang="0">
                  <a:pos x="T0" y="T1"/>
                </a:cxn>
                <a:cxn ang="0">
                  <a:pos x="T2" y="T3"/>
                </a:cxn>
                <a:cxn ang="0">
                  <a:pos x="T4" y="T5"/>
                </a:cxn>
                <a:cxn ang="0">
                  <a:pos x="T6" y="T7"/>
                </a:cxn>
                <a:cxn ang="0">
                  <a:pos x="T8" y="T9"/>
                </a:cxn>
                <a:cxn ang="0">
                  <a:pos x="T10" y="T11"/>
                </a:cxn>
                <a:cxn ang="0">
                  <a:pos x="T12" y="T13"/>
                </a:cxn>
              </a:cxnLst>
              <a:rect l="0" t="0" r="r" b="b"/>
              <a:pathLst>
                <a:path w="767" h="110">
                  <a:moveTo>
                    <a:pt x="7" y="110"/>
                  </a:moveTo>
                  <a:lnTo>
                    <a:pt x="0" y="103"/>
                  </a:lnTo>
                  <a:lnTo>
                    <a:pt x="102" y="0"/>
                  </a:lnTo>
                  <a:lnTo>
                    <a:pt x="767" y="0"/>
                  </a:lnTo>
                  <a:lnTo>
                    <a:pt x="767" y="10"/>
                  </a:lnTo>
                  <a:lnTo>
                    <a:pt x="107" y="10"/>
                  </a:lnTo>
                  <a:lnTo>
                    <a:pt x="7" y="11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34" name="Freeform 138"/>
            <p:cNvSpPr>
              <a:spLocks/>
            </p:cNvSpPr>
            <p:nvPr/>
          </p:nvSpPr>
          <p:spPr bwMode="auto">
            <a:xfrm>
              <a:off x="8032750" y="4759325"/>
              <a:ext cx="1217612" cy="174625"/>
            </a:xfrm>
            <a:custGeom>
              <a:avLst/>
              <a:gdLst>
                <a:gd name="T0" fmla="*/ 7 w 767"/>
                <a:gd name="T1" fmla="*/ 110 h 110"/>
                <a:gd name="T2" fmla="*/ 0 w 767"/>
                <a:gd name="T3" fmla="*/ 103 h 110"/>
                <a:gd name="T4" fmla="*/ 102 w 767"/>
                <a:gd name="T5" fmla="*/ 0 h 110"/>
                <a:gd name="T6" fmla="*/ 767 w 767"/>
                <a:gd name="T7" fmla="*/ 0 h 110"/>
                <a:gd name="T8" fmla="*/ 767 w 767"/>
                <a:gd name="T9" fmla="*/ 10 h 110"/>
                <a:gd name="T10" fmla="*/ 107 w 767"/>
                <a:gd name="T11" fmla="*/ 10 h 110"/>
                <a:gd name="T12" fmla="*/ 7 w 767"/>
                <a:gd name="T13" fmla="*/ 110 h 110"/>
              </a:gdLst>
              <a:ahLst/>
              <a:cxnLst>
                <a:cxn ang="0">
                  <a:pos x="T0" y="T1"/>
                </a:cxn>
                <a:cxn ang="0">
                  <a:pos x="T2" y="T3"/>
                </a:cxn>
                <a:cxn ang="0">
                  <a:pos x="T4" y="T5"/>
                </a:cxn>
                <a:cxn ang="0">
                  <a:pos x="T6" y="T7"/>
                </a:cxn>
                <a:cxn ang="0">
                  <a:pos x="T8" y="T9"/>
                </a:cxn>
                <a:cxn ang="0">
                  <a:pos x="T10" y="T11"/>
                </a:cxn>
                <a:cxn ang="0">
                  <a:pos x="T12" y="T13"/>
                </a:cxn>
              </a:cxnLst>
              <a:rect l="0" t="0" r="r" b="b"/>
              <a:pathLst>
                <a:path w="767" h="110">
                  <a:moveTo>
                    <a:pt x="7" y="110"/>
                  </a:moveTo>
                  <a:lnTo>
                    <a:pt x="0" y="103"/>
                  </a:lnTo>
                  <a:lnTo>
                    <a:pt x="102" y="0"/>
                  </a:lnTo>
                  <a:lnTo>
                    <a:pt x="767" y="0"/>
                  </a:lnTo>
                  <a:lnTo>
                    <a:pt x="767" y="10"/>
                  </a:lnTo>
                  <a:lnTo>
                    <a:pt x="107" y="10"/>
                  </a:lnTo>
                  <a:lnTo>
                    <a:pt x="7" y="110"/>
                  </a:lnTo>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35" name="Freeform 139"/>
            <p:cNvSpPr>
              <a:spLocks/>
            </p:cNvSpPr>
            <p:nvPr/>
          </p:nvSpPr>
          <p:spPr bwMode="auto">
            <a:xfrm>
              <a:off x="7958138" y="4914900"/>
              <a:ext cx="96837" cy="98425"/>
            </a:xfrm>
            <a:custGeom>
              <a:avLst/>
              <a:gdLst>
                <a:gd name="T0" fmla="*/ 13 w 26"/>
                <a:gd name="T1" fmla="*/ 0 h 26"/>
                <a:gd name="T2" fmla="*/ 0 w 26"/>
                <a:gd name="T3" fmla="*/ 13 h 26"/>
                <a:gd name="T4" fmla="*/ 13 w 26"/>
                <a:gd name="T5" fmla="*/ 26 h 26"/>
                <a:gd name="T6" fmla="*/ 26 w 26"/>
                <a:gd name="T7" fmla="*/ 13 h 26"/>
                <a:gd name="T8" fmla="*/ 23 w 26"/>
                <a:gd name="T9" fmla="*/ 5 h 26"/>
                <a:gd name="T10" fmla="*/ 23 w 26"/>
                <a:gd name="T11" fmla="*/ 5 h 26"/>
                <a:gd name="T12" fmla="*/ 21 w 26"/>
                <a:gd name="T13" fmla="*/ 3 h 26"/>
                <a:gd name="T14" fmla="*/ 13 w 26"/>
                <a:gd name="T15" fmla="*/ 0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26">
                  <a:moveTo>
                    <a:pt x="13" y="0"/>
                  </a:moveTo>
                  <a:cubicBezTo>
                    <a:pt x="6" y="0"/>
                    <a:pt x="0" y="6"/>
                    <a:pt x="0" y="13"/>
                  </a:cubicBezTo>
                  <a:cubicBezTo>
                    <a:pt x="0" y="21"/>
                    <a:pt x="6" y="26"/>
                    <a:pt x="13" y="26"/>
                  </a:cubicBezTo>
                  <a:cubicBezTo>
                    <a:pt x="20" y="26"/>
                    <a:pt x="26" y="21"/>
                    <a:pt x="26" y="13"/>
                  </a:cubicBezTo>
                  <a:cubicBezTo>
                    <a:pt x="26" y="10"/>
                    <a:pt x="25" y="7"/>
                    <a:pt x="23" y="5"/>
                  </a:cubicBezTo>
                  <a:cubicBezTo>
                    <a:pt x="23" y="5"/>
                    <a:pt x="23" y="5"/>
                    <a:pt x="23" y="5"/>
                  </a:cubicBezTo>
                  <a:cubicBezTo>
                    <a:pt x="21" y="3"/>
                    <a:pt x="21" y="3"/>
                    <a:pt x="21" y="3"/>
                  </a:cubicBezTo>
                  <a:cubicBezTo>
                    <a:pt x="19" y="1"/>
                    <a:pt x="16" y="0"/>
                    <a:pt x="13" y="0"/>
                  </a:cubicBezTo>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36" name="Freeform 140"/>
            <p:cNvSpPr>
              <a:spLocks/>
            </p:cNvSpPr>
            <p:nvPr/>
          </p:nvSpPr>
          <p:spPr bwMode="auto">
            <a:xfrm>
              <a:off x="8037513" y="4926013"/>
              <a:ext cx="6350" cy="7937"/>
            </a:xfrm>
            <a:custGeom>
              <a:avLst/>
              <a:gdLst>
                <a:gd name="T0" fmla="*/ 0 w 2"/>
                <a:gd name="T1" fmla="*/ 0 h 2"/>
                <a:gd name="T2" fmla="*/ 2 w 2"/>
                <a:gd name="T3" fmla="*/ 2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2"/>
                    <a:pt x="2" y="2"/>
                    <a:pt x="2" y="2"/>
                  </a:cubicBezTo>
                  <a:cubicBezTo>
                    <a:pt x="2" y="1"/>
                    <a:pt x="1" y="0"/>
                    <a:pt x="0" y="0"/>
                  </a:cubicBezTo>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237" name="组合 236"/>
          <p:cNvGrpSpPr/>
          <p:nvPr/>
        </p:nvGrpSpPr>
        <p:grpSpPr>
          <a:xfrm>
            <a:off x="8629636" y="3642465"/>
            <a:ext cx="1878012" cy="720725"/>
            <a:chOff x="4941888" y="4518025"/>
            <a:chExt cx="1878012" cy="720725"/>
          </a:xfrm>
        </p:grpSpPr>
        <p:sp>
          <p:nvSpPr>
            <p:cNvPr id="238" name="Freeform 63"/>
            <p:cNvSpPr>
              <a:spLocks/>
            </p:cNvSpPr>
            <p:nvPr/>
          </p:nvSpPr>
          <p:spPr bwMode="auto">
            <a:xfrm>
              <a:off x="5280025" y="5216525"/>
              <a:ext cx="41275" cy="22225"/>
            </a:xfrm>
            <a:custGeom>
              <a:avLst/>
              <a:gdLst>
                <a:gd name="T0" fmla="*/ 3 w 11"/>
                <a:gd name="T1" fmla="*/ 6 h 6"/>
                <a:gd name="T2" fmla="*/ 6 w 11"/>
                <a:gd name="T3" fmla="*/ 5 h 6"/>
                <a:gd name="T4" fmla="*/ 9 w 11"/>
                <a:gd name="T5" fmla="*/ 5 h 6"/>
                <a:gd name="T6" fmla="*/ 10 w 11"/>
                <a:gd name="T7" fmla="*/ 4 h 6"/>
                <a:gd name="T8" fmla="*/ 11 w 11"/>
                <a:gd name="T9" fmla="*/ 3 h 6"/>
                <a:gd name="T10" fmla="*/ 8 w 11"/>
                <a:gd name="T11" fmla="*/ 1 h 6"/>
                <a:gd name="T12" fmla="*/ 6 w 11"/>
                <a:gd name="T13" fmla="*/ 0 h 6"/>
                <a:gd name="T14" fmla="*/ 5 w 11"/>
                <a:gd name="T15" fmla="*/ 1 h 6"/>
                <a:gd name="T16" fmla="*/ 2 w 11"/>
                <a:gd name="T17" fmla="*/ 1 h 6"/>
                <a:gd name="T18" fmla="*/ 1 w 11"/>
                <a:gd name="T19" fmla="*/ 2 h 6"/>
                <a:gd name="T20" fmla="*/ 2 w 11"/>
                <a:gd name="T21" fmla="*/ 4 h 6"/>
                <a:gd name="T22" fmla="*/ 0 w 11"/>
                <a:gd name="T23" fmla="*/ 4 h 6"/>
                <a:gd name="T24" fmla="*/ 3 w 11"/>
                <a:gd name="T25"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6">
                  <a:moveTo>
                    <a:pt x="3" y="6"/>
                  </a:moveTo>
                  <a:cubicBezTo>
                    <a:pt x="4" y="6"/>
                    <a:pt x="5" y="6"/>
                    <a:pt x="6" y="5"/>
                  </a:cubicBezTo>
                  <a:cubicBezTo>
                    <a:pt x="6" y="5"/>
                    <a:pt x="8" y="5"/>
                    <a:pt x="9" y="5"/>
                  </a:cubicBezTo>
                  <a:cubicBezTo>
                    <a:pt x="9" y="5"/>
                    <a:pt x="10" y="4"/>
                    <a:pt x="10" y="4"/>
                  </a:cubicBezTo>
                  <a:cubicBezTo>
                    <a:pt x="11" y="3"/>
                    <a:pt x="11" y="3"/>
                    <a:pt x="11" y="3"/>
                  </a:cubicBezTo>
                  <a:cubicBezTo>
                    <a:pt x="11" y="3"/>
                    <a:pt x="9" y="1"/>
                    <a:pt x="8" y="1"/>
                  </a:cubicBezTo>
                  <a:cubicBezTo>
                    <a:pt x="8" y="0"/>
                    <a:pt x="6" y="0"/>
                    <a:pt x="6" y="0"/>
                  </a:cubicBezTo>
                  <a:cubicBezTo>
                    <a:pt x="6" y="0"/>
                    <a:pt x="6" y="1"/>
                    <a:pt x="5" y="1"/>
                  </a:cubicBezTo>
                  <a:cubicBezTo>
                    <a:pt x="5" y="1"/>
                    <a:pt x="2" y="1"/>
                    <a:pt x="2" y="1"/>
                  </a:cubicBezTo>
                  <a:cubicBezTo>
                    <a:pt x="1" y="2"/>
                    <a:pt x="1" y="2"/>
                    <a:pt x="1" y="2"/>
                  </a:cubicBezTo>
                  <a:cubicBezTo>
                    <a:pt x="2" y="4"/>
                    <a:pt x="2" y="4"/>
                    <a:pt x="2" y="4"/>
                  </a:cubicBezTo>
                  <a:cubicBezTo>
                    <a:pt x="0" y="4"/>
                    <a:pt x="0" y="4"/>
                    <a:pt x="0" y="4"/>
                  </a:cubicBezTo>
                  <a:cubicBezTo>
                    <a:pt x="0" y="4"/>
                    <a:pt x="3" y="6"/>
                    <a:pt x="3" y="6"/>
                  </a:cubicBezTo>
                  <a:close/>
                </a:path>
              </a:pathLst>
            </a:custGeom>
            <a:solidFill>
              <a:srgbClr val="AFCA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141"/>
            <p:cNvSpPr>
              <a:spLocks/>
            </p:cNvSpPr>
            <p:nvPr/>
          </p:nvSpPr>
          <p:spPr bwMode="auto">
            <a:xfrm>
              <a:off x="4941888" y="4756150"/>
              <a:ext cx="93662" cy="46037"/>
            </a:xfrm>
            <a:custGeom>
              <a:avLst/>
              <a:gdLst>
                <a:gd name="T0" fmla="*/ 25 w 25"/>
                <a:gd name="T1" fmla="*/ 5 h 12"/>
                <a:gd name="T2" fmla="*/ 24 w 25"/>
                <a:gd name="T3" fmla="*/ 3 h 12"/>
                <a:gd name="T4" fmla="*/ 22 w 25"/>
                <a:gd name="T5" fmla="*/ 2 h 12"/>
                <a:gd name="T6" fmla="*/ 19 w 25"/>
                <a:gd name="T7" fmla="*/ 0 h 12"/>
                <a:gd name="T8" fmla="*/ 18 w 25"/>
                <a:gd name="T9" fmla="*/ 1 h 12"/>
                <a:gd name="T10" fmla="*/ 16 w 25"/>
                <a:gd name="T11" fmla="*/ 2 h 12"/>
                <a:gd name="T12" fmla="*/ 14 w 25"/>
                <a:gd name="T13" fmla="*/ 2 h 12"/>
                <a:gd name="T14" fmla="*/ 13 w 25"/>
                <a:gd name="T15" fmla="*/ 1 h 12"/>
                <a:gd name="T16" fmla="*/ 11 w 25"/>
                <a:gd name="T17" fmla="*/ 3 h 12"/>
                <a:gd name="T18" fmla="*/ 11 w 25"/>
                <a:gd name="T19" fmla="*/ 2 h 12"/>
                <a:gd name="T20" fmla="*/ 10 w 25"/>
                <a:gd name="T21" fmla="*/ 2 h 12"/>
                <a:gd name="T22" fmla="*/ 9 w 25"/>
                <a:gd name="T23" fmla="*/ 4 h 12"/>
                <a:gd name="T24" fmla="*/ 7 w 25"/>
                <a:gd name="T25" fmla="*/ 4 h 12"/>
                <a:gd name="T26" fmla="*/ 7 w 25"/>
                <a:gd name="T27" fmla="*/ 2 h 12"/>
                <a:gd name="T28" fmla="*/ 5 w 25"/>
                <a:gd name="T29" fmla="*/ 1 h 12"/>
                <a:gd name="T30" fmla="*/ 3 w 25"/>
                <a:gd name="T31" fmla="*/ 0 h 12"/>
                <a:gd name="T32" fmla="*/ 2 w 25"/>
                <a:gd name="T33" fmla="*/ 2 h 12"/>
                <a:gd name="T34" fmla="*/ 0 w 25"/>
                <a:gd name="T35" fmla="*/ 4 h 12"/>
                <a:gd name="T36" fmla="*/ 2 w 25"/>
                <a:gd name="T37" fmla="*/ 5 h 12"/>
                <a:gd name="T38" fmla="*/ 3 w 25"/>
                <a:gd name="T39" fmla="*/ 6 h 12"/>
                <a:gd name="T40" fmla="*/ 1 w 25"/>
                <a:gd name="T41" fmla="*/ 5 h 12"/>
                <a:gd name="T42" fmla="*/ 1 w 25"/>
                <a:gd name="T43" fmla="*/ 7 h 12"/>
                <a:gd name="T44" fmla="*/ 3 w 25"/>
                <a:gd name="T45" fmla="*/ 7 h 12"/>
                <a:gd name="T46" fmla="*/ 5 w 25"/>
                <a:gd name="T47" fmla="*/ 7 h 12"/>
                <a:gd name="T48" fmla="*/ 6 w 25"/>
                <a:gd name="T49" fmla="*/ 8 h 12"/>
                <a:gd name="T50" fmla="*/ 3 w 25"/>
                <a:gd name="T51" fmla="*/ 10 h 12"/>
                <a:gd name="T52" fmla="*/ 5 w 25"/>
                <a:gd name="T53" fmla="*/ 10 h 12"/>
                <a:gd name="T54" fmla="*/ 9 w 25"/>
                <a:gd name="T55" fmla="*/ 10 h 12"/>
                <a:gd name="T56" fmla="*/ 10 w 25"/>
                <a:gd name="T57" fmla="*/ 12 h 12"/>
                <a:gd name="T58" fmla="*/ 13 w 25"/>
                <a:gd name="T59" fmla="*/ 12 h 12"/>
                <a:gd name="T60" fmla="*/ 15 w 25"/>
                <a:gd name="T61" fmla="*/ 10 h 12"/>
                <a:gd name="T62" fmla="*/ 20 w 25"/>
                <a:gd name="T63" fmla="*/ 9 h 12"/>
                <a:gd name="T64" fmla="*/ 25 w 25"/>
                <a:gd name="T65"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5" h="12">
                  <a:moveTo>
                    <a:pt x="25" y="5"/>
                  </a:moveTo>
                  <a:cubicBezTo>
                    <a:pt x="24" y="3"/>
                    <a:pt x="24" y="3"/>
                    <a:pt x="24" y="3"/>
                  </a:cubicBezTo>
                  <a:cubicBezTo>
                    <a:pt x="22" y="2"/>
                    <a:pt x="22" y="2"/>
                    <a:pt x="22" y="2"/>
                  </a:cubicBezTo>
                  <a:cubicBezTo>
                    <a:pt x="19" y="0"/>
                    <a:pt x="19" y="0"/>
                    <a:pt x="19" y="0"/>
                  </a:cubicBezTo>
                  <a:cubicBezTo>
                    <a:pt x="18" y="1"/>
                    <a:pt x="18" y="1"/>
                    <a:pt x="18" y="1"/>
                  </a:cubicBezTo>
                  <a:cubicBezTo>
                    <a:pt x="16" y="2"/>
                    <a:pt x="16" y="2"/>
                    <a:pt x="16" y="2"/>
                  </a:cubicBezTo>
                  <a:cubicBezTo>
                    <a:pt x="14" y="2"/>
                    <a:pt x="14" y="2"/>
                    <a:pt x="14" y="2"/>
                  </a:cubicBezTo>
                  <a:cubicBezTo>
                    <a:pt x="13" y="1"/>
                    <a:pt x="13" y="1"/>
                    <a:pt x="13" y="1"/>
                  </a:cubicBezTo>
                  <a:cubicBezTo>
                    <a:pt x="13" y="1"/>
                    <a:pt x="12" y="3"/>
                    <a:pt x="11" y="3"/>
                  </a:cubicBezTo>
                  <a:cubicBezTo>
                    <a:pt x="11" y="2"/>
                    <a:pt x="11" y="2"/>
                    <a:pt x="11" y="2"/>
                  </a:cubicBezTo>
                  <a:cubicBezTo>
                    <a:pt x="10" y="2"/>
                    <a:pt x="10" y="2"/>
                    <a:pt x="10" y="2"/>
                  </a:cubicBezTo>
                  <a:cubicBezTo>
                    <a:pt x="9" y="4"/>
                    <a:pt x="9" y="4"/>
                    <a:pt x="9" y="4"/>
                  </a:cubicBezTo>
                  <a:cubicBezTo>
                    <a:pt x="7" y="4"/>
                    <a:pt x="7" y="4"/>
                    <a:pt x="7" y="4"/>
                  </a:cubicBezTo>
                  <a:cubicBezTo>
                    <a:pt x="7" y="2"/>
                    <a:pt x="7" y="2"/>
                    <a:pt x="7" y="2"/>
                  </a:cubicBezTo>
                  <a:cubicBezTo>
                    <a:pt x="5" y="1"/>
                    <a:pt x="5" y="1"/>
                    <a:pt x="5" y="1"/>
                  </a:cubicBezTo>
                  <a:cubicBezTo>
                    <a:pt x="3" y="0"/>
                    <a:pt x="3" y="0"/>
                    <a:pt x="3" y="0"/>
                  </a:cubicBezTo>
                  <a:cubicBezTo>
                    <a:pt x="2" y="2"/>
                    <a:pt x="2" y="2"/>
                    <a:pt x="2" y="2"/>
                  </a:cubicBezTo>
                  <a:cubicBezTo>
                    <a:pt x="0" y="4"/>
                    <a:pt x="0" y="4"/>
                    <a:pt x="0" y="4"/>
                  </a:cubicBezTo>
                  <a:cubicBezTo>
                    <a:pt x="2" y="5"/>
                    <a:pt x="2" y="5"/>
                    <a:pt x="2" y="5"/>
                  </a:cubicBezTo>
                  <a:cubicBezTo>
                    <a:pt x="3" y="6"/>
                    <a:pt x="3" y="6"/>
                    <a:pt x="3" y="6"/>
                  </a:cubicBezTo>
                  <a:cubicBezTo>
                    <a:pt x="1" y="5"/>
                    <a:pt x="1" y="5"/>
                    <a:pt x="1" y="5"/>
                  </a:cubicBezTo>
                  <a:cubicBezTo>
                    <a:pt x="1" y="7"/>
                    <a:pt x="1" y="7"/>
                    <a:pt x="1" y="7"/>
                  </a:cubicBezTo>
                  <a:cubicBezTo>
                    <a:pt x="3" y="7"/>
                    <a:pt x="3" y="7"/>
                    <a:pt x="3" y="7"/>
                  </a:cubicBezTo>
                  <a:cubicBezTo>
                    <a:pt x="5" y="7"/>
                    <a:pt x="5" y="7"/>
                    <a:pt x="5" y="7"/>
                  </a:cubicBezTo>
                  <a:cubicBezTo>
                    <a:pt x="5" y="7"/>
                    <a:pt x="6" y="8"/>
                    <a:pt x="6" y="8"/>
                  </a:cubicBezTo>
                  <a:cubicBezTo>
                    <a:pt x="6" y="8"/>
                    <a:pt x="3" y="10"/>
                    <a:pt x="3" y="10"/>
                  </a:cubicBezTo>
                  <a:cubicBezTo>
                    <a:pt x="5" y="10"/>
                    <a:pt x="5" y="10"/>
                    <a:pt x="5" y="10"/>
                  </a:cubicBezTo>
                  <a:cubicBezTo>
                    <a:pt x="9" y="10"/>
                    <a:pt x="9" y="10"/>
                    <a:pt x="9" y="10"/>
                  </a:cubicBezTo>
                  <a:cubicBezTo>
                    <a:pt x="10" y="12"/>
                    <a:pt x="10" y="12"/>
                    <a:pt x="10" y="12"/>
                  </a:cubicBezTo>
                  <a:cubicBezTo>
                    <a:pt x="13" y="12"/>
                    <a:pt x="13" y="12"/>
                    <a:pt x="13" y="12"/>
                  </a:cubicBezTo>
                  <a:cubicBezTo>
                    <a:pt x="15" y="10"/>
                    <a:pt x="15" y="10"/>
                    <a:pt x="15" y="10"/>
                  </a:cubicBezTo>
                  <a:cubicBezTo>
                    <a:pt x="15" y="10"/>
                    <a:pt x="19" y="9"/>
                    <a:pt x="20" y="9"/>
                  </a:cubicBezTo>
                  <a:cubicBezTo>
                    <a:pt x="21" y="9"/>
                    <a:pt x="25" y="5"/>
                    <a:pt x="25" y="5"/>
                  </a:cubicBezTo>
                  <a:close/>
                </a:path>
              </a:pathLst>
            </a:custGeom>
            <a:solidFill>
              <a:srgbClr val="3AA9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142"/>
            <p:cNvSpPr>
              <a:spLocks/>
            </p:cNvSpPr>
            <p:nvPr/>
          </p:nvSpPr>
          <p:spPr bwMode="auto">
            <a:xfrm>
              <a:off x="5057775" y="4910138"/>
              <a:ext cx="49212" cy="42862"/>
            </a:xfrm>
            <a:custGeom>
              <a:avLst/>
              <a:gdLst>
                <a:gd name="T0" fmla="*/ 3 w 13"/>
                <a:gd name="T1" fmla="*/ 6 h 11"/>
                <a:gd name="T2" fmla="*/ 2 w 13"/>
                <a:gd name="T3" fmla="*/ 6 h 11"/>
                <a:gd name="T4" fmla="*/ 1 w 13"/>
                <a:gd name="T5" fmla="*/ 8 h 11"/>
                <a:gd name="T6" fmla="*/ 1 w 13"/>
                <a:gd name="T7" fmla="*/ 10 h 11"/>
                <a:gd name="T8" fmla="*/ 3 w 13"/>
                <a:gd name="T9" fmla="*/ 11 h 11"/>
                <a:gd name="T10" fmla="*/ 6 w 13"/>
                <a:gd name="T11" fmla="*/ 10 h 11"/>
                <a:gd name="T12" fmla="*/ 10 w 13"/>
                <a:gd name="T13" fmla="*/ 8 h 11"/>
                <a:gd name="T14" fmla="*/ 10 w 13"/>
                <a:gd name="T15" fmla="*/ 5 h 11"/>
                <a:gd name="T16" fmla="*/ 9 w 13"/>
                <a:gd name="T17" fmla="*/ 3 h 11"/>
                <a:gd name="T18" fmla="*/ 10 w 13"/>
                <a:gd name="T19" fmla="*/ 3 h 11"/>
                <a:gd name="T20" fmla="*/ 12 w 13"/>
                <a:gd name="T21" fmla="*/ 2 h 11"/>
                <a:gd name="T22" fmla="*/ 10 w 13"/>
                <a:gd name="T23" fmla="*/ 0 h 11"/>
                <a:gd name="T24" fmla="*/ 7 w 13"/>
                <a:gd name="T25" fmla="*/ 0 h 11"/>
                <a:gd name="T26" fmla="*/ 5 w 13"/>
                <a:gd name="T27" fmla="*/ 2 h 11"/>
                <a:gd name="T28" fmla="*/ 2 w 13"/>
                <a:gd name="T29" fmla="*/ 1 h 11"/>
                <a:gd name="T30" fmla="*/ 1 w 13"/>
                <a:gd name="T31" fmla="*/ 3 h 11"/>
                <a:gd name="T32" fmla="*/ 0 w 13"/>
                <a:gd name="T33" fmla="*/ 5 h 11"/>
                <a:gd name="T34" fmla="*/ 3 w 13"/>
                <a:gd name="T35" fmla="*/ 5 h 11"/>
                <a:gd name="T36" fmla="*/ 3 w 13"/>
                <a:gd name="T37"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1">
                  <a:moveTo>
                    <a:pt x="3" y="6"/>
                  </a:moveTo>
                  <a:cubicBezTo>
                    <a:pt x="2" y="6"/>
                    <a:pt x="2" y="6"/>
                    <a:pt x="2" y="6"/>
                  </a:cubicBezTo>
                  <a:cubicBezTo>
                    <a:pt x="1" y="8"/>
                    <a:pt x="1" y="8"/>
                    <a:pt x="1" y="8"/>
                  </a:cubicBezTo>
                  <a:cubicBezTo>
                    <a:pt x="1" y="10"/>
                    <a:pt x="1" y="10"/>
                    <a:pt x="1" y="10"/>
                  </a:cubicBezTo>
                  <a:cubicBezTo>
                    <a:pt x="3" y="11"/>
                    <a:pt x="3" y="11"/>
                    <a:pt x="3" y="11"/>
                  </a:cubicBezTo>
                  <a:cubicBezTo>
                    <a:pt x="3" y="11"/>
                    <a:pt x="4" y="10"/>
                    <a:pt x="6" y="10"/>
                  </a:cubicBezTo>
                  <a:cubicBezTo>
                    <a:pt x="8" y="9"/>
                    <a:pt x="10" y="8"/>
                    <a:pt x="10" y="8"/>
                  </a:cubicBezTo>
                  <a:cubicBezTo>
                    <a:pt x="10" y="5"/>
                    <a:pt x="10" y="5"/>
                    <a:pt x="10" y="5"/>
                  </a:cubicBezTo>
                  <a:cubicBezTo>
                    <a:pt x="9" y="3"/>
                    <a:pt x="9" y="3"/>
                    <a:pt x="9" y="3"/>
                  </a:cubicBezTo>
                  <a:cubicBezTo>
                    <a:pt x="10" y="3"/>
                    <a:pt x="10" y="3"/>
                    <a:pt x="10" y="3"/>
                  </a:cubicBezTo>
                  <a:cubicBezTo>
                    <a:pt x="10" y="3"/>
                    <a:pt x="11" y="2"/>
                    <a:pt x="12" y="2"/>
                  </a:cubicBezTo>
                  <a:cubicBezTo>
                    <a:pt x="13" y="1"/>
                    <a:pt x="11" y="0"/>
                    <a:pt x="10" y="0"/>
                  </a:cubicBezTo>
                  <a:cubicBezTo>
                    <a:pt x="10" y="0"/>
                    <a:pt x="7" y="0"/>
                    <a:pt x="7" y="0"/>
                  </a:cubicBezTo>
                  <a:cubicBezTo>
                    <a:pt x="7" y="0"/>
                    <a:pt x="6" y="2"/>
                    <a:pt x="5" y="2"/>
                  </a:cubicBezTo>
                  <a:cubicBezTo>
                    <a:pt x="3" y="2"/>
                    <a:pt x="2" y="1"/>
                    <a:pt x="2" y="1"/>
                  </a:cubicBezTo>
                  <a:cubicBezTo>
                    <a:pt x="1" y="3"/>
                    <a:pt x="1" y="3"/>
                    <a:pt x="1" y="3"/>
                  </a:cubicBezTo>
                  <a:cubicBezTo>
                    <a:pt x="0" y="5"/>
                    <a:pt x="0" y="5"/>
                    <a:pt x="0" y="5"/>
                  </a:cubicBezTo>
                  <a:cubicBezTo>
                    <a:pt x="3" y="5"/>
                    <a:pt x="3" y="5"/>
                    <a:pt x="3" y="5"/>
                  </a:cubicBezTo>
                  <a:lnTo>
                    <a:pt x="3" y="6"/>
                  </a:lnTo>
                  <a:close/>
                </a:path>
              </a:pathLst>
            </a:custGeom>
            <a:solidFill>
              <a:srgbClr val="3AA9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143"/>
            <p:cNvSpPr>
              <a:spLocks/>
            </p:cNvSpPr>
            <p:nvPr/>
          </p:nvSpPr>
          <p:spPr bwMode="auto">
            <a:xfrm>
              <a:off x="5099050" y="4862513"/>
              <a:ext cx="71437" cy="104775"/>
            </a:xfrm>
            <a:custGeom>
              <a:avLst/>
              <a:gdLst>
                <a:gd name="T0" fmla="*/ 1 w 19"/>
                <a:gd name="T1" fmla="*/ 8 h 28"/>
                <a:gd name="T2" fmla="*/ 2 w 19"/>
                <a:gd name="T3" fmla="*/ 10 h 28"/>
                <a:gd name="T4" fmla="*/ 4 w 19"/>
                <a:gd name="T5" fmla="*/ 10 h 28"/>
                <a:gd name="T6" fmla="*/ 2 w 19"/>
                <a:gd name="T7" fmla="*/ 12 h 28"/>
                <a:gd name="T8" fmla="*/ 5 w 19"/>
                <a:gd name="T9" fmla="*/ 14 h 28"/>
                <a:gd name="T10" fmla="*/ 7 w 19"/>
                <a:gd name="T11" fmla="*/ 13 h 28"/>
                <a:gd name="T12" fmla="*/ 8 w 19"/>
                <a:gd name="T13" fmla="*/ 15 h 28"/>
                <a:gd name="T14" fmla="*/ 6 w 19"/>
                <a:gd name="T15" fmla="*/ 18 h 28"/>
                <a:gd name="T16" fmla="*/ 3 w 19"/>
                <a:gd name="T17" fmla="*/ 18 h 28"/>
                <a:gd name="T18" fmla="*/ 3 w 19"/>
                <a:gd name="T19" fmla="*/ 21 h 28"/>
                <a:gd name="T20" fmla="*/ 3 w 19"/>
                <a:gd name="T21" fmla="*/ 23 h 28"/>
                <a:gd name="T22" fmla="*/ 6 w 19"/>
                <a:gd name="T23" fmla="*/ 23 h 28"/>
                <a:gd name="T24" fmla="*/ 9 w 19"/>
                <a:gd name="T25" fmla="*/ 22 h 28"/>
                <a:gd name="T26" fmla="*/ 7 w 19"/>
                <a:gd name="T27" fmla="*/ 24 h 28"/>
                <a:gd name="T28" fmla="*/ 1 w 19"/>
                <a:gd name="T29" fmla="*/ 27 h 28"/>
                <a:gd name="T30" fmla="*/ 4 w 19"/>
                <a:gd name="T31" fmla="*/ 27 h 28"/>
                <a:gd name="T32" fmla="*/ 7 w 19"/>
                <a:gd name="T33" fmla="*/ 25 h 28"/>
                <a:gd name="T34" fmla="*/ 11 w 19"/>
                <a:gd name="T35" fmla="*/ 26 h 28"/>
                <a:gd name="T36" fmla="*/ 16 w 19"/>
                <a:gd name="T37" fmla="*/ 25 h 28"/>
                <a:gd name="T38" fmla="*/ 15 w 19"/>
                <a:gd name="T39" fmla="*/ 24 h 28"/>
                <a:gd name="T40" fmla="*/ 19 w 19"/>
                <a:gd name="T41" fmla="*/ 21 h 28"/>
                <a:gd name="T42" fmla="*/ 15 w 19"/>
                <a:gd name="T43" fmla="*/ 20 h 28"/>
                <a:gd name="T44" fmla="*/ 14 w 19"/>
                <a:gd name="T45" fmla="*/ 16 h 28"/>
                <a:gd name="T46" fmla="*/ 10 w 19"/>
                <a:gd name="T47" fmla="*/ 13 h 28"/>
                <a:gd name="T48" fmla="*/ 10 w 19"/>
                <a:gd name="T49" fmla="*/ 9 h 28"/>
                <a:gd name="T50" fmla="*/ 7 w 19"/>
                <a:gd name="T51" fmla="*/ 10 h 28"/>
                <a:gd name="T52" fmla="*/ 6 w 19"/>
                <a:gd name="T53" fmla="*/ 9 h 28"/>
                <a:gd name="T54" fmla="*/ 9 w 19"/>
                <a:gd name="T55" fmla="*/ 5 h 28"/>
                <a:gd name="T56" fmla="*/ 7 w 19"/>
                <a:gd name="T57" fmla="*/ 4 h 28"/>
                <a:gd name="T58" fmla="*/ 4 w 19"/>
                <a:gd name="T59" fmla="*/ 3 h 28"/>
                <a:gd name="T60" fmla="*/ 7 w 19"/>
                <a:gd name="T61" fmla="*/ 1 h 28"/>
                <a:gd name="T62" fmla="*/ 2 w 19"/>
                <a:gd name="T63" fmla="*/ 0 h 28"/>
                <a:gd name="T64" fmla="*/ 0 w 19"/>
                <a:gd name="T65" fmla="*/ 3 h 28"/>
                <a:gd name="T66" fmla="*/ 1 w 19"/>
                <a:gd name="T67" fmla="*/ 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 h="28">
                  <a:moveTo>
                    <a:pt x="2" y="7"/>
                  </a:moveTo>
                  <a:cubicBezTo>
                    <a:pt x="1" y="8"/>
                    <a:pt x="1" y="8"/>
                    <a:pt x="1" y="8"/>
                  </a:cubicBezTo>
                  <a:cubicBezTo>
                    <a:pt x="0" y="9"/>
                    <a:pt x="0" y="9"/>
                    <a:pt x="0" y="9"/>
                  </a:cubicBezTo>
                  <a:cubicBezTo>
                    <a:pt x="2" y="10"/>
                    <a:pt x="2" y="10"/>
                    <a:pt x="2" y="10"/>
                  </a:cubicBezTo>
                  <a:cubicBezTo>
                    <a:pt x="3" y="9"/>
                    <a:pt x="3" y="9"/>
                    <a:pt x="3" y="9"/>
                  </a:cubicBezTo>
                  <a:cubicBezTo>
                    <a:pt x="4" y="10"/>
                    <a:pt x="4" y="10"/>
                    <a:pt x="4" y="10"/>
                  </a:cubicBezTo>
                  <a:cubicBezTo>
                    <a:pt x="3" y="11"/>
                    <a:pt x="3" y="11"/>
                    <a:pt x="3" y="11"/>
                  </a:cubicBezTo>
                  <a:cubicBezTo>
                    <a:pt x="2" y="12"/>
                    <a:pt x="2" y="12"/>
                    <a:pt x="2" y="12"/>
                  </a:cubicBezTo>
                  <a:cubicBezTo>
                    <a:pt x="3" y="14"/>
                    <a:pt x="3" y="14"/>
                    <a:pt x="3" y="14"/>
                  </a:cubicBezTo>
                  <a:cubicBezTo>
                    <a:pt x="5" y="14"/>
                    <a:pt x="5" y="14"/>
                    <a:pt x="5" y="14"/>
                  </a:cubicBezTo>
                  <a:cubicBezTo>
                    <a:pt x="6" y="13"/>
                    <a:pt x="6" y="13"/>
                    <a:pt x="6" y="13"/>
                  </a:cubicBezTo>
                  <a:cubicBezTo>
                    <a:pt x="7" y="13"/>
                    <a:pt x="7" y="13"/>
                    <a:pt x="7" y="13"/>
                  </a:cubicBezTo>
                  <a:cubicBezTo>
                    <a:pt x="6" y="14"/>
                    <a:pt x="6" y="14"/>
                    <a:pt x="6" y="14"/>
                  </a:cubicBezTo>
                  <a:cubicBezTo>
                    <a:pt x="8" y="15"/>
                    <a:pt x="8" y="15"/>
                    <a:pt x="8" y="15"/>
                  </a:cubicBezTo>
                  <a:cubicBezTo>
                    <a:pt x="7" y="18"/>
                    <a:pt x="7" y="18"/>
                    <a:pt x="7" y="18"/>
                  </a:cubicBezTo>
                  <a:cubicBezTo>
                    <a:pt x="6" y="18"/>
                    <a:pt x="6" y="18"/>
                    <a:pt x="6" y="18"/>
                  </a:cubicBezTo>
                  <a:cubicBezTo>
                    <a:pt x="5" y="17"/>
                    <a:pt x="5" y="17"/>
                    <a:pt x="5" y="17"/>
                  </a:cubicBezTo>
                  <a:cubicBezTo>
                    <a:pt x="3" y="18"/>
                    <a:pt x="3" y="18"/>
                    <a:pt x="3" y="18"/>
                  </a:cubicBezTo>
                  <a:cubicBezTo>
                    <a:pt x="3" y="18"/>
                    <a:pt x="5" y="19"/>
                    <a:pt x="5" y="19"/>
                  </a:cubicBezTo>
                  <a:cubicBezTo>
                    <a:pt x="5" y="20"/>
                    <a:pt x="3" y="21"/>
                    <a:pt x="3" y="21"/>
                  </a:cubicBezTo>
                  <a:cubicBezTo>
                    <a:pt x="2" y="22"/>
                    <a:pt x="2" y="22"/>
                    <a:pt x="2" y="22"/>
                  </a:cubicBezTo>
                  <a:cubicBezTo>
                    <a:pt x="3" y="23"/>
                    <a:pt x="3" y="23"/>
                    <a:pt x="3" y="23"/>
                  </a:cubicBezTo>
                  <a:cubicBezTo>
                    <a:pt x="4" y="22"/>
                    <a:pt x="4" y="22"/>
                    <a:pt x="4" y="22"/>
                  </a:cubicBezTo>
                  <a:cubicBezTo>
                    <a:pt x="6" y="23"/>
                    <a:pt x="6" y="23"/>
                    <a:pt x="6" y="23"/>
                  </a:cubicBezTo>
                  <a:cubicBezTo>
                    <a:pt x="8" y="23"/>
                    <a:pt x="8" y="23"/>
                    <a:pt x="8" y="23"/>
                  </a:cubicBezTo>
                  <a:cubicBezTo>
                    <a:pt x="9" y="22"/>
                    <a:pt x="9" y="22"/>
                    <a:pt x="9" y="22"/>
                  </a:cubicBezTo>
                  <a:cubicBezTo>
                    <a:pt x="9" y="23"/>
                    <a:pt x="9" y="23"/>
                    <a:pt x="9" y="23"/>
                  </a:cubicBezTo>
                  <a:cubicBezTo>
                    <a:pt x="7" y="24"/>
                    <a:pt x="7" y="24"/>
                    <a:pt x="7" y="24"/>
                  </a:cubicBezTo>
                  <a:cubicBezTo>
                    <a:pt x="5" y="24"/>
                    <a:pt x="5" y="24"/>
                    <a:pt x="5" y="24"/>
                  </a:cubicBezTo>
                  <a:cubicBezTo>
                    <a:pt x="1" y="27"/>
                    <a:pt x="1" y="27"/>
                    <a:pt x="1" y="27"/>
                  </a:cubicBezTo>
                  <a:cubicBezTo>
                    <a:pt x="2" y="28"/>
                    <a:pt x="2" y="28"/>
                    <a:pt x="2" y="28"/>
                  </a:cubicBezTo>
                  <a:cubicBezTo>
                    <a:pt x="2" y="28"/>
                    <a:pt x="3" y="28"/>
                    <a:pt x="4" y="27"/>
                  </a:cubicBezTo>
                  <a:cubicBezTo>
                    <a:pt x="5" y="27"/>
                    <a:pt x="6" y="27"/>
                    <a:pt x="6" y="27"/>
                  </a:cubicBezTo>
                  <a:cubicBezTo>
                    <a:pt x="7" y="25"/>
                    <a:pt x="7" y="25"/>
                    <a:pt x="7" y="25"/>
                  </a:cubicBezTo>
                  <a:cubicBezTo>
                    <a:pt x="9" y="25"/>
                    <a:pt x="9" y="25"/>
                    <a:pt x="9" y="25"/>
                  </a:cubicBezTo>
                  <a:cubicBezTo>
                    <a:pt x="11" y="26"/>
                    <a:pt x="11" y="26"/>
                    <a:pt x="11" y="26"/>
                  </a:cubicBezTo>
                  <a:cubicBezTo>
                    <a:pt x="14" y="26"/>
                    <a:pt x="14" y="26"/>
                    <a:pt x="14" y="26"/>
                  </a:cubicBezTo>
                  <a:cubicBezTo>
                    <a:pt x="16" y="25"/>
                    <a:pt x="16" y="25"/>
                    <a:pt x="16" y="25"/>
                  </a:cubicBezTo>
                  <a:cubicBezTo>
                    <a:pt x="17" y="24"/>
                    <a:pt x="17" y="24"/>
                    <a:pt x="17" y="24"/>
                  </a:cubicBezTo>
                  <a:cubicBezTo>
                    <a:pt x="15" y="24"/>
                    <a:pt x="15" y="24"/>
                    <a:pt x="15" y="24"/>
                  </a:cubicBezTo>
                  <a:cubicBezTo>
                    <a:pt x="17" y="22"/>
                    <a:pt x="17" y="22"/>
                    <a:pt x="17" y="22"/>
                  </a:cubicBezTo>
                  <a:cubicBezTo>
                    <a:pt x="17" y="22"/>
                    <a:pt x="19" y="21"/>
                    <a:pt x="19" y="21"/>
                  </a:cubicBezTo>
                  <a:cubicBezTo>
                    <a:pt x="19" y="20"/>
                    <a:pt x="17" y="19"/>
                    <a:pt x="17" y="19"/>
                  </a:cubicBezTo>
                  <a:cubicBezTo>
                    <a:pt x="15" y="20"/>
                    <a:pt x="15" y="20"/>
                    <a:pt x="15" y="20"/>
                  </a:cubicBezTo>
                  <a:cubicBezTo>
                    <a:pt x="14" y="19"/>
                    <a:pt x="14" y="19"/>
                    <a:pt x="14" y="19"/>
                  </a:cubicBezTo>
                  <a:cubicBezTo>
                    <a:pt x="14" y="16"/>
                    <a:pt x="14" y="16"/>
                    <a:pt x="14" y="16"/>
                  </a:cubicBezTo>
                  <a:cubicBezTo>
                    <a:pt x="12" y="13"/>
                    <a:pt x="12" y="13"/>
                    <a:pt x="12" y="13"/>
                  </a:cubicBezTo>
                  <a:cubicBezTo>
                    <a:pt x="10" y="13"/>
                    <a:pt x="10" y="13"/>
                    <a:pt x="10" y="13"/>
                  </a:cubicBezTo>
                  <a:cubicBezTo>
                    <a:pt x="10" y="11"/>
                    <a:pt x="10" y="11"/>
                    <a:pt x="10" y="11"/>
                  </a:cubicBezTo>
                  <a:cubicBezTo>
                    <a:pt x="10" y="9"/>
                    <a:pt x="10" y="9"/>
                    <a:pt x="10" y="9"/>
                  </a:cubicBezTo>
                  <a:cubicBezTo>
                    <a:pt x="8" y="9"/>
                    <a:pt x="8" y="9"/>
                    <a:pt x="8" y="9"/>
                  </a:cubicBezTo>
                  <a:cubicBezTo>
                    <a:pt x="7" y="10"/>
                    <a:pt x="7" y="10"/>
                    <a:pt x="7" y="10"/>
                  </a:cubicBezTo>
                  <a:cubicBezTo>
                    <a:pt x="6" y="10"/>
                    <a:pt x="6" y="10"/>
                    <a:pt x="6" y="10"/>
                  </a:cubicBezTo>
                  <a:cubicBezTo>
                    <a:pt x="6" y="9"/>
                    <a:pt x="6" y="9"/>
                    <a:pt x="6" y="9"/>
                  </a:cubicBezTo>
                  <a:cubicBezTo>
                    <a:pt x="7" y="8"/>
                    <a:pt x="7" y="8"/>
                    <a:pt x="7" y="8"/>
                  </a:cubicBezTo>
                  <a:cubicBezTo>
                    <a:pt x="9" y="5"/>
                    <a:pt x="9" y="5"/>
                    <a:pt x="9" y="5"/>
                  </a:cubicBezTo>
                  <a:cubicBezTo>
                    <a:pt x="10" y="3"/>
                    <a:pt x="10" y="3"/>
                    <a:pt x="10" y="3"/>
                  </a:cubicBezTo>
                  <a:cubicBezTo>
                    <a:pt x="7" y="4"/>
                    <a:pt x="7" y="4"/>
                    <a:pt x="7" y="4"/>
                  </a:cubicBezTo>
                  <a:cubicBezTo>
                    <a:pt x="5" y="4"/>
                    <a:pt x="5" y="4"/>
                    <a:pt x="5" y="4"/>
                  </a:cubicBezTo>
                  <a:cubicBezTo>
                    <a:pt x="4" y="3"/>
                    <a:pt x="4" y="3"/>
                    <a:pt x="4" y="3"/>
                  </a:cubicBezTo>
                  <a:cubicBezTo>
                    <a:pt x="6" y="2"/>
                    <a:pt x="6" y="2"/>
                    <a:pt x="6" y="2"/>
                  </a:cubicBezTo>
                  <a:cubicBezTo>
                    <a:pt x="7" y="1"/>
                    <a:pt x="7" y="1"/>
                    <a:pt x="7" y="1"/>
                  </a:cubicBezTo>
                  <a:cubicBezTo>
                    <a:pt x="5" y="0"/>
                    <a:pt x="5" y="0"/>
                    <a:pt x="5" y="0"/>
                  </a:cubicBezTo>
                  <a:cubicBezTo>
                    <a:pt x="2" y="0"/>
                    <a:pt x="2" y="0"/>
                    <a:pt x="2" y="0"/>
                  </a:cubicBezTo>
                  <a:cubicBezTo>
                    <a:pt x="2" y="3"/>
                    <a:pt x="2" y="3"/>
                    <a:pt x="2" y="3"/>
                  </a:cubicBezTo>
                  <a:cubicBezTo>
                    <a:pt x="0" y="3"/>
                    <a:pt x="0" y="3"/>
                    <a:pt x="0" y="3"/>
                  </a:cubicBezTo>
                  <a:cubicBezTo>
                    <a:pt x="0" y="5"/>
                    <a:pt x="0" y="5"/>
                    <a:pt x="0" y="5"/>
                  </a:cubicBezTo>
                  <a:cubicBezTo>
                    <a:pt x="1" y="6"/>
                    <a:pt x="1" y="6"/>
                    <a:pt x="1" y="6"/>
                  </a:cubicBezTo>
                  <a:lnTo>
                    <a:pt x="2" y="7"/>
                  </a:lnTo>
                  <a:close/>
                </a:path>
              </a:pathLst>
            </a:custGeom>
            <a:solidFill>
              <a:srgbClr val="3AA9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144"/>
            <p:cNvSpPr>
              <a:spLocks/>
            </p:cNvSpPr>
            <p:nvPr/>
          </p:nvSpPr>
          <p:spPr bwMode="auto">
            <a:xfrm>
              <a:off x="5246688" y="4529138"/>
              <a:ext cx="88900" cy="65087"/>
            </a:xfrm>
            <a:custGeom>
              <a:avLst/>
              <a:gdLst>
                <a:gd name="T0" fmla="*/ 3 w 24"/>
                <a:gd name="T1" fmla="*/ 4 h 17"/>
                <a:gd name="T2" fmla="*/ 1 w 24"/>
                <a:gd name="T3" fmla="*/ 5 h 17"/>
                <a:gd name="T4" fmla="*/ 1 w 24"/>
                <a:gd name="T5" fmla="*/ 7 h 17"/>
                <a:gd name="T6" fmla="*/ 5 w 24"/>
                <a:gd name="T7" fmla="*/ 9 h 17"/>
                <a:gd name="T8" fmla="*/ 7 w 24"/>
                <a:gd name="T9" fmla="*/ 8 h 17"/>
                <a:gd name="T10" fmla="*/ 8 w 24"/>
                <a:gd name="T11" fmla="*/ 7 h 17"/>
                <a:gd name="T12" fmla="*/ 9 w 24"/>
                <a:gd name="T13" fmla="*/ 6 h 17"/>
                <a:gd name="T14" fmla="*/ 11 w 24"/>
                <a:gd name="T15" fmla="*/ 6 h 17"/>
                <a:gd name="T16" fmla="*/ 10 w 24"/>
                <a:gd name="T17" fmla="*/ 8 h 17"/>
                <a:gd name="T18" fmla="*/ 12 w 24"/>
                <a:gd name="T19" fmla="*/ 8 h 17"/>
                <a:gd name="T20" fmla="*/ 13 w 24"/>
                <a:gd name="T21" fmla="*/ 7 h 17"/>
                <a:gd name="T22" fmla="*/ 14 w 24"/>
                <a:gd name="T23" fmla="*/ 8 h 17"/>
                <a:gd name="T24" fmla="*/ 11 w 24"/>
                <a:gd name="T25" fmla="*/ 9 h 17"/>
                <a:gd name="T26" fmla="*/ 9 w 24"/>
                <a:gd name="T27" fmla="*/ 8 h 17"/>
                <a:gd name="T28" fmla="*/ 7 w 24"/>
                <a:gd name="T29" fmla="*/ 9 h 17"/>
                <a:gd name="T30" fmla="*/ 6 w 24"/>
                <a:gd name="T31" fmla="*/ 10 h 17"/>
                <a:gd name="T32" fmla="*/ 6 w 24"/>
                <a:gd name="T33" fmla="*/ 12 h 17"/>
                <a:gd name="T34" fmla="*/ 8 w 24"/>
                <a:gd name="T35" fmla="*/ 11 h 17"/>
                <a:gd name="T36" fmla="*/ 9 w 24"/>
                <a:gd name="T37" fmla="*/ 11 h 17"/>
                <a:gd name="T38" fmla="*/ 11 w 24"/>
                <a:gd name="T39" fmla="*/ 12 h 17"/>
                <a:gd name="T40" fmla="*/ 9 w 24"/>
                <a:gd name="T41" fmla="*/ 13 h 17"/>
                <a:gd name="T42" fmla="*/ 7 w 24"/>
                <a:gd name="T43" fmla="*/ 12 h 17"/>
                <a:gd name="T44" fmla="*/ 7 w 24"/>
                <a:gd name="T45" fmla="*/ 13 h 17"/>
                <a:gd name="T46" fmla="*/ 9 w 24"/>
                <a:gd name="T47" fmla="*/ 15 h 17"/>
                <a:gd name="T48" fmla="*/ 11 w 24"/>
                <a:gd name="T49" fmla="*/ 15 h 17"/>
                <a:gd name="T50" fmla="*/ 11 w 24"/>
                <a:gd name="T51" fmla="*/ 17 h 17"/>
                <a:gd name="T52" fmla="*/ 13 w 24"/>
                <a:gd name="T53" fmla="*/ 17 h 17"/>
                <a:gd name="T54" fmla="*/ 15 w 24"/>
                <a:gd name="T55" fmla="*/ 14 h 17"/>
                <a:gd name="T56" fmla="*/ 17 w 24"/>
                <a:gd name="T57" fmla="*/ 12 h 17"/>
                <a:gd name="T58" fmla="*/ 18 w 24"/>
                <a:gd name="T59" fmla="*/ 9 h 17"/>
                <a:gd name="T60" fmla="*/ 20 w 24"/>
                <a:gd name="T61" fmla="*/ 8 h 17"/>
                <a:gd name="T62" fmla="*/ 22 w 24"/>
                <a:gd name="T63" fmla="*/ 7 h 17"/>
                <a:gd name="T64" fmla="*/ 24 w 24"/>
                <a:gd name="T65" fmla="*/ 7 h 17"/>
                <a:gd name="T66" fmla="*/ 24 w 24"/>
                <a:gd name="T67" fmla="*/ 6 h 17"/>
                <a:gd name="T68" fmla="*/ 21 w 24"/>
                <a:gd name="T69" fmla="*/ 5 h 17"/>
                <a:gd name="T70" fmla="*/ 19 w 24"/>
                <a:gd name="T71" fmla="*/ 5 h 17"/>
                <a:gd name="T72" fmla="*/ 18 w 24"/>
                <a:gd name="T73" fmla="*/ 3 h 17"/>
                <a:gd name="T74" fmla="*/ 16 w 24"/>
                <a:gd name="T75" fmla="*/ 3 h 17"/>
                <a:gd name="T76" fmla="*/ 15 w 24"/>
                <a:gd name="T77" fmla="*/ 3 h 17"/>
                <a:gd name="T78" fmla="*/ 15 w 24"/>
                <a:gd name="T79" fmla="*/ 1 h 17"/>
                <a:gd name="T80" fmla="*/ 13 w 24"/>
                <a:gd name="T81" fmla="*/ 0 h 17"/>
                <a:gd name="T82" fmla="*/ 11 w 24"/>
                <a:gd name="T83" fmla="*/ 1 h 17"/>
                <a:gd name="T84" fmla="*/ 12 w 24"/>
                <a:gd name="T85" fmla="*/ 4 h 17"/>
                <a:gd name="T86" fmla="*/ 11 w 24"/>
                <a:gd name="T87" fmla="*/ 5 h 17"/>
                <a:gd name="T88" fmla="*/ 11 w 24"/>
                <a:gd name="T89" fmla="*/ 2 h 17"/>
                <a:gd name="T90" fmla="*/ 9 w 24"/>
                <a:gd name="T91" fmla="*/ 1 h 17"/>
                <a:gd name="T92" fmla="*/ 7 w 24"/>
                <a:gd name="T93" fmla="*/ 2 h 17"/>
                <a:gd name="T94" fmla="*/ 6 w 24"/>
                <a:gd name="T95" fmla="*/ 1 h 17"/>
                <a:gd name="T96" fmla="*/ 1 w 24"/>
                <a:gd name="T97" fmla="*/ 1 h 17"/>
                <a:gd name="T98" fmla="*/ 0 w 24"/>
                <a:gd name="T99" fmla="*/ 2 h 17"/>
                <a:gd name="T100" fmla="*/ 0 w 24"/>
                <a:gd name="T101" fmla="*/ 4 h 17"/>
                <a:gd name="T102" fmla="*/ 3 w 24"/>
                <a:gd name="T103" fmla="*/ 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 h="17">
                  <a:moveTo>
                    <a:pt x="3" y="4"/>
                  </a:moveTo>
                  <a:cubicBezTo>
                    <a:pt x="1" y="5"/>
                    <a:pt x="1" y="5"/>
                    <a:pt x="1" y="5"/>
                  </a:cubicBezTo>
                  <a:cubicBezTo>
                    <a:pt x="1" y="7"/>
                    <a:pt x="1" y="7"/>
                    <a:pt x="1" y="7"/>
                  </a:cubicBezTo>
                  <a:cubicBezTo>
                    <a:pt x="5" y="9"/>
                    <a:pt x="5" y="9"/>
                    <a:pt x="5" y="9"/>
                  </a:cubicBezTo>
                  <a:cubicBezTo>
                    <a:pt x="7" y="8"/>
                    <a:pt x="7" y="8"/>
                    <a:pt x="7" y="8"/>
                  </a:cubicBezTo>
                  <a:cubicBezTo>
                    <a:pt x="8" y="7"/>
                    <a:pt x="8" y="7"/>
                    <a:pt x="8" y="7"/>
                  </a:cubicBezTo>
                  <a:cubicBezTo>
                    <a:pt x="9" y="6"/>
                    <a:pt x="9" y="6"/>
                    <a:pt x="9" y="6"/>
                  </a:cubicBezTo>
                  <a:cubicBezTo>
                    <a:pt x="11" y="6"/>
                    <a:pt x="11" y="6"/>
                    <a:pt x="11" y="6"/>
                  </a:cubicBezTo>
                  <a:cubicBezTo>
                    <a:pt x="10" y="8"/>
                    <a:pt x="10" y="8"/>
                    <a:pt x="10" y="8"/>
                  </a:cubicBezTo>
                  <a:cubicBezTo>
                    <a:pt x="12" y="8"/>
                    <a:pt x="12" y="8"/>
                    <a:pt x="12" y="8"/>
                  </a:cubicBezTo>
                  <a:cubicBezTo>
                    <a:pt x="13" y="7"/>
                    <a:pt x="13" y="7"/>
                    <a:pt x="13" y="7"/>
                  </a:cubicBezTo>
                  <a:cubicBezTo>
                    <a:pt x="14" y="8"/>
                    <a:pt x="14" y="8"/>
                    <a:pt x="14" y="8"/>
                  </a:cubicBezTo>
                  <a:cubicBezTo>
                    <a:pt x="11" y="9"/>
                    <a:pt x="11" y="9"/>
                    <a:pt x="11" y="9"/>
                  </a:cubicBezTo>
                  <a:cubicBezTo>
                    <a:pt x="9" y="8"/>
                    <a:pt x="9" y="8"/>
                    <a:pt x="9" y="8"/>
                  </a:cubicBezTo>
                  <a:cubicBezTo>
                    <a:pt x="7" y="9"/>
                    <a:pt x="7" y="9"/>
                    <a:pt x="7" y="9"/>
                  </a:cubicBezTo>
                  <a:cubicBezTo>
                    <a:pt x="6" y="10"/>
                    <a:pt x="6" y="10"/>
                    <a:pt x="6" y="10"/>
                  </a:cubicBezTo>
                  <a:cubicBezTo>
                    <a:pt x="6" y="12"/>
                    <a:pt x="6" y="12"/>
                    <a:pt x="6" y="12"/>
                  </a:cubicBezTo>
                  <a:cubicBezTo>
                    <a:pt x="8" y="11"/>
                    <a:pt x="8" y="11"/>
                    <a:pt x="8" y="11"/>
                  </a:cubicBezTo>
                  <a:cubicBezTo>
                    <a:pt x="9" y="11"/>
                    <a:pt x="9" y="11"/>
                    <a:pt x="9" y="11"/>
                  </a:cubicBezTo>
                  <a:cubicBezTo>
                    <a:pt x="11" y="12"/>
                    <a:pt x="11" y="12"/>
                    <a:pt x="11" y="12"/>
                  </a:cubicBezTo>
                  <a:cubicBezTo>
                    <a:pt x="9" y="13"/>
                    <a:pt x="9" y="13"/>
                    <a:pt x="9" y="13"/>
                  </a:cubicBezTo>
                  <a:cubicBezTo>
                    <a:pt x="7" y="12"/>
                    <a:pt x="7" y="12"/>
                    <a:pt x="7" y="12"/>
                  </a:cubicBezTo>
                  <a:cubicBezTo>
                    <a:pt x="7" y="13"/>
                    <a:pt x="7" y="13"/>
                    <a:pt x="7" y="13"/>
                  </a:cubicBezTo>
                  <a:cubicBezTo>
                    <a:pt x="9" y="15"/>
                    <a:pt x="9" y="15"/>
                    <a:pt x="9" y="15"/>
                  </a:cubicBezTo>
                  <a:cubicBezTo>
                    <a:pt x="11" y="15"/>
                    <a:pt x="11" y="15"/>
                    <a:pt x="11" y="15"/>
                  </a:cubicBezTo>
                  <a:cubicBezTo>
                    <a:pt x="11" y="17"/>
                    <a:pt x="11" y="17"/>
                    <a:pt x="11" y="17"/>
                  </a:cubicBezTo>
                  <a:cubicBezTo>
                    <a:pt x="13" y="17"/>
                    <a:pt x="13" y="17"/>
                    <a:pt x="13" y="17"/>
                  </a:cubicBezTo>
                  <a:cubicBezTo>
                    <a:pt x="15" y="14"/>
                    <a:pt x="15" y="14"/>
                    <a:pt x="15" y="14"/>
                  </a:cubicBezTo>
                  <a:cubicBezTo>
                    <a:pt x="17" y="12"/>
                    <a:pt x="17" y="12"/>
                    <a:pt x="17" y="12"/>
                  </a:cubicBezTo>
                  <a:cubicBezTo>
                    <a:pt x="18" y="9"/>
                    <a:pt x="18" y="9"/>
                    <a:pt x="18" y="9"/>
                  </a:cubicBezTo>
                  <a:cubicBezTo>
                    <a:pt x="20" y="8"/>
                    <a:pt x="20" y="8"/>
                    <a:pt x="20" y="8"/>
                  </a:cubicBezTo>
                  <a:cubicBezTo>
                    <a:pt x="22" y="7"/>
                    <a:pt x="22" y="7"/>
                    <a:pt x="22" y="7"/>
                  </a:cubicBezTo>
                  <a:cubicBezTo>
                    <a:pt x="24" y="7"/>
                    <a:pt x="24" y="7"/>
                    <a:pt x="24" y="7"/>
                  </a:cubicBezTo>
                  <a:cubicBezTo>
                    <a:pt x="24" y="6"/>
                    <a:pt x="24" y="6"/>
                    <a:pt x="24" y="6"/>
                  </a:cubicBezTo>
                  <a:cubicBezTo>
                    <a:pt x="21" y="5"/>
                    <a:pt x="21" y="5"/>
                    <a:pt x="21" y="5"/>
                  </a:cubicBezTo>
                  <a:cubicBezTo>
                    <a:pt x="19" y="5"/>
                    <a:pt x="19" y="5"/>
                    <a:pt x="19" y="5"/>
                  </a:cubicBezTo>
                  <a:cubicBezTo>
                    <a:pt x="18" y="3"/>
                    <a:pt x="18" y="3"/>
                    <a:pt x="18" y="3"/>
                  </a:cubicBezTo>
                  <a:cubicBezTo>
                    <a:pt x="16" y="3"/>
                    <a:pt x="16" y="3"/>
                    <a:pt x="16" y="3"/>
                  </a:cubicBezTo>
                  <a:cubicBezTo>
                    <a:pt x="15" y="3"/>
                    <a:pt x="15" y="3"/>
                    <a:pt x="15" y="3"/>
                  </a:cubicBezTo>
                  <a:cubicBezTo>
                    <a:pt x="15" y="1"/>
                    <a:pt x="15" y="1"/>
                    <a:pt x="15" y="1"/>
                  </a:cubicBezTo>
                  <a:cubicBezTo>
                    <a:pt x="15" y="1"/>
                    <a:pt x="14" y="0"/>
                    <a:pt x="13" y="0"/>
                  </a:cubicBezTo>
                  <a:cubicBezTo>
                    <a:pt x="12" y="0"/>
                    <a:pt x="11" y="1"/>
                    <a:pt x="11" y="1"/>
                  </a:cubicBezTo>
                  <a:cubicBezTo>
                    <a:pt x="12" y="4"/>
                    <a:pt x="12" y="4"/>
                    <a:pt x="12" y="4"/>
                  </a:cubicBezTo>
                  <a:cubicBezTo>
                    <a:pt x="11" y="5"/>
                    <a:pt x="11" y="5"/>
                    <a:pt x="11" y="5"/>
                  </a:cubicBezTo>
                  <a:cubicBezTo>
                    <a:pt x="11" y="2"/>
                    <a:pt x="11" y="2"/>
                    <a:pt x="11" y="2"/>
                  </a:cubicBezTo>
                  <a:cubicBezTo>
                    <a:pt x="9" y="1"/>
                    <a:pt x="9" y="1"/>
                    <a:pt x="9" y="1"/>
                  </a:cubicBezTo>
                  <a:cubicBezTo>
                    <a:pt x="7" y="2"/>
                    <a:pt x="7" y="2"/>
                    <a:pt x="7" y="2"/>
                  </a:cubicBezTo>
                  <a:cubicBezTo>
                    <a:pt x="6" y="1"/>
                    <a:pt x="6" y="1"/>
                    <a:pt x="6" y="1"/>
                  </a:cubicBezTo>
                  <a:cubicBezTo>
                    <a:pt x="1" y="1"/>
                    <a:pt x="1" y="1"/>
                    <a:pt x="1" y="1"/>
                  </a:cubicBezTo>
                  <a:cubicBezTo>
                    <a:pt x="0" y="2"/>
                    <a:pt x="0" y="2"/>
                    <a:pt x="0" y="2"/>
                  </a:cubicBezTo>
                  <a:cubicBezTo>
                    <a:pt x="0" y="4"/>
                    <a:pt x="0" y="4"/>
                    <a:pt x="0" y="4"/>
                  </a:cubicBezTo>
                  <a:lnTo>
                    <a:pt x="3" y="4"/>
                  </a:lnTo>
                  <a:close/>
                </a:path>
              </a:pathLst>
            </a:custGeom>
            <a:solidFill>
              <a:srgbClr val="3AA9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145"/>
            <p:cNvSpPr>
              <a:spLocks/>
            </p:cNvSpPr>
            <p:nvPr/>
          </p:nvSpPr>
          <p:spPr bwMode="auto">
            <a:xfrm>
              <a:off x="5329238" y="4559300"/>
              <a:ext cx="14287" cy="7937"/>
            </a:xfrm>
            <a:custGeom>
              <a:avLst/>
              <a:gdLst>
                <a:gd name="T0" fmla="*/ 9 w 9"/>
                <a:gd name="T1" fmla="*/ 0 h 5"/>
                <a:gd name="T2" fmla="*/ 4 w 9"/>
                <a:gd name="T3" fmla="*/ 0 h 5"/>
                <a:gd name="T4" fmla="*/ 0 w 9"/>
                <a:gd name="T5" fmla="*/ 0 h 5"/>
                <a:gd name="T6" fmla="*/ 0 w 9"/>
                <a:gd name="T7" fmla="*/ 5 h 5"/>
                <a:gd name="T8" fmla="*/ 9 w 9"/>
                <a:gd name="T9" fmla="*/ 3 h 5"/>
                <a:gd name="T10" fmla="*/ 9 w 9"/>
                <a:gd name="T11" fmla="*/ 0 h 5"/>
              </a:gdLst>
              <a:ahLst/>
              <a:cxnLst>
                <a:cxn ang="0">
                  <a:pos x="T0" y="T1"/>
                </a:cxn>
                <a:cxn ang="0">
                  <a:pos x="T2" y="T3"/>
                </a:cxn>
                <a:cxn ang="0">
                  <a:pos x="T4" y="T5"/>
                </a:cxn>
                <a:cxn ang="0">
                  <a:pos x="T6" y="T7"/>
                </a:cxn>
                <a:cxn ang="0">
                  <a:pos x="T8" y="T9"/>
                </a:cxn>
                <a:cxn ang="0">
                  <a:pos x="T10" y="T11"/>
                </a:cxn>
              </a:cxnLst>
              <a:rect l="0" t="0" r="r" b="b"/>
              <a:pathLst>
                <a:path w="9" h="5">
                  <a:moveTo>
                    <a:pt x="9" y="0"/>
                  </a:moveTo>
                  <a:lnTo>
                    <a:pt x="4" y="0"/>
                  </a:lnTo>
                  <a:lnTo>
                    <a:pt x="0" y="0"/>
                  </a:lnTo>
                  <a:lnTo>
                    <a:pt x="0" y="5"/>
                  </a:lnTo>
                  <a:lnTo>
                    <a:pt x="9" y="3"/>
                  </a:lnTo>
                  <a:lnTo>
                    <a:pt x="9" y="0"/>
                  </a:lnTo>
                  <a:close/>
                </a:path>
              </a:pathLst>
            </a:custGeom>
            <a:solidFill>
              <a:srgbClr val="3AA9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146"/>
            <p:cNvSpPr>
              <a:spLocks/>
            </p:cNvSpPr>
            <p:nvPr/>
          </p:nvSpPr>
          <p:spPr bwMode="auto">
            <a:xfrm>
              <a:off x="5332413" y="4564063"/>
              <a:ext cx="30162" cy="19050"/>
            </a:xfrm>
            <a:custGeom>
              <a:avLst/>
              <a:gdLst>
                <a:gd name="T0" fmla="*/ 2 w 19"/>
                <a:gd name="T1" fmla="*/ 9 h 12"/>
                <a:gd name="T2" fmla="*/ 7 w 19"/>
                <a:gd name="T3" fmla="*/ 9 h 12"/>
                <a:gd name="T4" fmla="*/ 10 w 19"/>
                <a:gd name="T5" fmla="*/ 12 h 12"/>
                <a:gd name="T6" fmla="*/ 17 w 19"/>
                <a:gd name="T7" fmla="*/ 9 h 12"/>
                <a:gd name="T8" fmla="*/ 19 w 19"/>
                <a:gd name="T9" fmla="*/ 5 h 12"/>
                <a:gd name="T10" fmla="*/ 14 w 19"/>
                <a:gd name="T11" fmla="*/ 2 h 12"/>
                <a:gd name="T12" fmla="*/ 12 w 19"/>
                <a:gd name="T13" fmla="*/ 0 h 12"/>
                <a:gd name="T14" fmla="*/ 10 w 19"/>
                <a:gd name="T15" fmla="*/ 2 h 12"/>
                <a:gd name="T16" fmla="*/ 5 w 19"/>
                <a:gd name="T17" fmla="*/ 5 h 12"/>
                <a:gd name="T18" fmla="*/ 0 w 19"/>
                <a:gd name="T19" fmla="*/ 9 h 12"/>
                <a:gd name="T20" fmla="*/ 0 w 19"/>
                <a:gd name="T21" fmla="*/ 12 h 12"/>
                <a:gd name="T22" fmla="*/ 2 w 19"/>
                <a:gd name="T23"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2">
                  <a:moveTo>
                    <a:pt x="2" y="9"/>
                  </a:moveTo>
                  <a:lnTo>
                    <a:pt x="7" y="9"/>
                  </a:lnTo>
                  <a:lnTo>
                    <a:pt x="10" y="12"/>
                  </a:lnTo>
                  <a:lnTo>
                    <a:pt x="17" y="9"/>
                  </a:lnTo>
                  <a:lnTo>
                    <a:pt x="19" y="5"/>
                  </a:lnTo>
                  <a:lnTo>
                    <a:pt x="14" y="2"/>
                  </a:lnTo>
                  <a:lnTo>
                    <a:pt x="12" y="0"/>
                  </a:lnTo>
                  <a:lnTo>
                    <a:pt x="10" y="2"/>
                  </a:lnTo>
                  <a:lnTo>
                    <a:pt x="5" y="5"/>
                  </a:lnTo>
                  <a:lnTo>
                    <a:pt x="0" y="9"/>
                  </a:lnTo>
                  <a:lnTo>
                    <a:pt x="0" y="12"/>
                  </a:lnTo>
                  <a:lnTo>
                    <a:pt x="2" y="9"/>
                  </a:lnTo>
                  <a:close/>
                </a:path>
              </a:pathLst>
            </a:custGeom>
            <a:solidFill>
              <a:srgbClr val="3AA9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147"/>
            <p:cNvSpPr>
              <a:spLocks/>
            </p:cNvSpPr>
            <p:nvPr/>
          </p:nvSpPr>
          <p:spPr bwMode="auto">
            <a:xfrm>
              <a:off x="5310188" y="4518025"/>
              <a:ext cx="74612" cy="30162"/>
            </a:xfrm>
            <a:custGeom>
              <a:avLst/>
              <a:gdLst>
                <a:gd name="T0" fmla="*/ 7 w 47"/>
                <a:gd name="T1" fmla="*/ 12 h 19"/>
                <a:gd name="T2" fmla="*/ 9 w 47"/>
                <a:gd name="T3" fmla="*/ 10 h 19"/>
                <a:gd name="T4" fmla="*/ 16 w 47"/>
                <a:gd name="T5" fmla="*/ 10 h 19"/>
                <a:gd name="T6" fmla="*/ 21 w 47"/>
                <a:gd name="T7" fmla="*/ 10 h 19"/>
                <a:gd name="T8" fmla="*/ 16 w 47"/>
                <a:gd name="T9" fmla="*/ 12 h 19"/>
                <a:gd name="T10" fmla="*/ 12 w 47"/>
                <a:gd name="T11" fmla="*/ 12 h 19"/>
                <a:gd name="T12" fmla="*/ 12 w 47"/>
                <a:gd name="T13" fmla="*/ 15 h 19"/>
                <a:gd name="T14" fmla="*/ 16 w 47"/>
                <a:gd name="T15" fmla="*/ 15 h 19"/>
                <a:gd name="T16" fmla="*/ 24 w 47"/>
                <a:gd name="T17" fmla="*/ 15 h 19"/>
                <a:gd name="T18" fmla="*/ 24 w 47"/>
                <a:gd name="T19" fmla="*/ 17 h 19"/>
                <a:gd name="T20" fmla="*/ 31 w 47"/>
                <a:gd name="T21" fmla="*/ 19 h 19"/>
                <a:gd name="T22" fmla="*/ 33 w 47"/>
                <a:gd name="T23" fmla="*/ 15 h 19"/>
                <a:gd name="T24" fmla="*/ 38 w 47"/>
                <a:gd name="T25" fmla="*/ 15 h 19"/>
                <a:gd name="T26" fmla="*/ 42 w 47"/>
                <a:gd name="T27" fmla="*/ 12 h 19"/>
                <a:gd name="T28" fmla="*/ 47 w 47"/>
                <a:gd name="T29" fmla="*/ 5 h 19"/>
                <a:gd name="T30" fmla="*/ 33 w 47"/>
                <a:gd name="T31" fmla="*/ 3 h 19"/>
                <a:gd name="T32" fmla="*/ 28 w 47"/>
                <a:gd name="T33" fmla="*/ 5 h 19"/>
                <a:gd name="T34" fmla="*/ 26 w 47"/>
                <a:gd name="T35" fmla="*/ 3 h 19"/>
                <a:gd name="T36" fmla="*/ 21 w 47"/>
                <a:gd name="T37" fmla="*/ 5 h 19"/>
                <a:gd name="T38" fmla="*/ 14 w 47"/>
                <a:gd name="T39" fmla="*/ 3 h 19"/>
                <a:gd name="T40" fmla="*/ 9 w 47"/>
                <a:gd name="T41" fmla="*/ 0 h 19"/>
                <a:gd name="T42" fmla="*/ 0 w 47"/>
                <a:gd name="T43" fmla="*/ 7 h 19"/>
                <a:gd name="T44" fmla="*/ 0 w 47"/>
                <a:gd name="T45" fmla="*/ 10 h 19"/>
                <a:gd name="T46" fmla="*/ 7 w 47"/>
                <a:gd name="T47"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19">
                  <a:moveTo>
                    <a:pt x="7" y="12"/>
                  </a:moveTo>
                  <a:lnTo>
                    <a:pt x="9" y="10"/>
                  </a:lnTo>
                  <a:lnTo>
                    <a:pt x="16" y="10"/>
                  </a:lnTo>
                  <a:lnTo>
                    <a:pt x="21" y="10"/>
                  </a:lnTo>
                  <a:lnTo>
                    <a:pt x="16" y="12"/>
                  </a:lnTo>
                  <a:lnTo>
                    <a:pt x="12" y="12"/>
                  </a:lnTo>
                  <a:lnTo>
                    <a:pt x="12" y="15"/>
                  </a:lnTo>
                  <a:lnTo>
                    <a:pt x="16" y="15"/>
                  </a:lnTo>
                  <a:lnTo>
                    <a:pt x="24" y="15"/>
                  </a:lnTo>
                  <a:lnTo>
                    <a:pt x="24" y="17"/>
                  </a:lnTo>
                  <a:lnTo>
                    <a:pt x="31" y="19"/>
                  </a:lnTo>
                  <a:lnTo>
                    <a:pt x="33" y="15"/>
                  </a:lnTo>
                  <a:lnTo>
                    <a:pt x="38" y="15"/>
                  </a:lnTo>
                  <a:lnTo>
                    <a:pt x="42" y="12"/>
                  </a:lnTo>
                  <a:lnTo>
                    <a:pt x="47" y="5"/>
                  </a:lnTo>
                  <a:lnTo>
                    <a:pt x="33" y="3"/>
                  </a:lnTo>
                  <a:lnTo>
                    <a:pt x="28" y="5"/>
                  </a:lnTo>
                  <a:lnTo>
                    <a:pt x="26" y="3"/>
                  </a:lnTo>
                  <a:lnTo>
                    <a:pt x="21" y="5"/>
                  </a:lnTo>
                  <a:lnTo>
                    <a:pt x="14" y="3"/>
                  </a:lnTo>
                  <a:lnTo>
                    <a:pt x="9" y="0"/>
                  </a:lnTo>
                  <a:lnTo>
                    <a:pt x="0" y="7"/>
                  </a:lnTo>
                  <a:lnTo>
                    <a:pt x="0" y="10"/>
                  </a:lnTo>
                  <a:lnTo>
                    <a:pt x="7" y="12"/>
                  </a:lnTo>
                  <a:close/>
                </a:path>
              </a:pathLst>
            </a:custGeom>
            <a:solidFill>
              <a:srgbClr val="3AA9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Freeform 148"/>
            <p:cNvSpPr>
              <a:spLocks/>
            </p:cNvSpPr>
            <p:nvPr/>
          </p:nvSpPr>
          <p:spPr bwMode="auto">
            <a:xfrm>
              <a:off x="5595938" y="4586288"/>
              <a:ext cx="149225" cy="109537"/>
            </a:xfrm>
            <a:custGeom>
              <a:avLst/>
              <a:gdLst>
                <a:gd name="T0" fmla="*/ 0 w 40"/>
                <a:gd name="T1" fmla="*/ 24 h 29"/>
                <a:gd name="T2" fmla="*/ 2 w 40"/>
                <a:gd name="T3" fmla="*/ 27 h 29"/>
                <a:gd name="T4" fmla="*/ 5 w 40"/>
                <a:gd name="T5" fmla="*/ 26 h 29"/>
                <a:gd name="T6" fmla="*/ 5 w 40"/>
                <a:gd name="T7" fmla="*/ 27 h 29"/>
                <a:gd name="T8" fmla="*/ 5 w 40"/>
                <a:gd name="T9" fmla="*/ 29 h 29"/>
                <a:gd name="T10" fmla="*/ 7 w 40"/>
                <a:gd name="T11" fmla="*/ 29 h 29"/>
                <a:gd name="T12" fmla="*/ 12 w 40"/>
                <a:gd name="T13" fmla="*/ 29 h 29"/>
                <a:gd name="T14" fmla="*/ 13 w 40"/>
                <a:gd name="T15" fmla="*/ 28 h 29"/>
                <a:gd name="T16" fmla="*/ 11 w 40"/>
                <a:gd name="T17" fmla="*/ 27 h 29"/>
                <a:gd name="T18" fmla="*/ 11 w 40"/>
                <a:gd name="T19" fmla="*/ 25 h 29"/>
                <a:gd name="T20" fmla="*/ 9 w 40"/>
                <a:gd name="T21" fmla="*/ 24 h 29"/>
                <a:gd name="T22" fmla="*/ 9 w 40"/>
                <a:gd name="T23" fmla="*/ 21 h 29"/>
                <a:gd name="T24" fmla="*/ 15 w 40"/>
                <a:gd name="T25" fmla="*/ 15 h 29"/>
                <a:gd name="T26" fmla="*/ 17 w 40"/>
                <a:gd name="T27" fmla="*/ 14 h 29"/>
                <a:gd name="T28" fmla="*/ 16 w 40"/>
                <a:gd name="T29" fmla="*/ 12 h 29"/>
                <a:gd name="T30" fmla="*/ 19 w 40"/>
                <a:gd name="T31" fmla="*/ 12 h 29"/>
                <a:gd name="T32" fmla="*/ 21 w 40"/>
                <a:gd name="T33" fmla="*/ 11 h 29"/>
                <a:gd name="T34" fmla="*/ 24 w 40"/>
                <a:gd name="T35" fmla="*/ 8 h 29"/>
                <a:gd name="T36" fmla="*/ 28 w 40"/>
                <a:gd name="T37" fmla="*/ 7 h 29"/>
                <a:gd name="T38" fmla="*/ 32 w 40"/>
                <a:gd name="T39" fmla="*/ 6 h 29"/>
                <a:gd name="T40" fmla="*/ 40 w 40"/>
                <a:gd name="T41" fmla="*/ 3 h 29"/>
                <a:gd name="T42" fmla="*/ 40 w 40"/>
                <a:gd name="T43" fmla="*/ 1 h 29"/>
                <a:gd name="T44" fmla="*/ 37 w 40"/>
                <a:gd name="T45" fmla="*/ 0 h 29"/>
                <a:gd name="T46" fmla="*/ 31 w 40"/>
                <a:gd name="T47" fmla="*/ 2 h 29"/>
                <a:gd name="T48" fmla="*/ 23 w 40"/>
                <a:gd name="T49" fmla="*/ 4 h 29"/>
                <a:gd name="T50" fmla="*/ 20 w 40"/>
                <a:gd name="T51" fmla="*/ 4 h 29"/>
                <a:gd name="T52" fmla="*/ 18 w 40"/>
                <a:gd name="T53" fmla="*/ 6 h 29"/>
                <a:gd name="T54" fmla="*/ 16 w 40"/>
                <a:gd name="T55" fmla="*/ 6 h 29"/>
                <a:gd name="T56" fmla="*/ 11 w 40"/>
                <a:gd name="T57" fmla="*/ 9 h 29"/>
                <a:gd name="T58" fmla="*/ 10 w 40"/>
                <a:gd name="T59" fmla="*/ 12 h 29"/>
                <a:gd name="T60" fmla="*/ 6 w 40"/>
                <a:gd name="T61" fmla="*/ 15 h 29"/>
                <a:gd name="T62" fmla="*/ 7 w 40"/>
                <a:gd name="T63" fmla="*/ 16 h 29"/>
                <a:gd name="T64" fmla="*/ 6 w 40"/>
                <a:gd name="T65" fmla="*/ 17 h 29"/>
                <a:gd name="T66" fmla="*/ 5 w 40"/>
                <a:gd name="T67" fmla="*/ 18 h 29"/>
                <a:gd name="T68" fmla="*/ 2 w 40"/>
                <a:gd name="T69" fmla="*/ 19 h 29"/>
                <a:gd name="T70" fmla="*/ 3 w 40"/>
                <a:gd name="T71" fmla="*/ 22 h 29"/>
                <a:gd name="T72" fmla="*/ 0 w 40"/>
                <a:gd name="T73" fmla="*/ 22 h 29"/>
                <a:gd name="T74" fmla="*/ 0 w 40"/>
                <a:gd name="T75" fmla="*/ 2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0" h="29">
                  <a:moveTo>
                    <a:pt x="0" y="24"/>
                  </a:moveTo>
                  <a:cubicBezTo>
                    <a:pt x="2" y="27"/>
                    <a:pt x="2" y="27"/>
                    <a:pt x="2" y="27"/>
                  </a:cubicBezTo>
                  <a:cubicBezTo>
                    <a:pt x="5" y="26"/>
                    <a:pt x="5" y="26"/>
                    <a:pt x="5" y="26"/>
                  </a:cubicBezTo>
                  <a:cubicBezTo>
                    <a:pt x="5" y="27"/>
                    <a:pt x="5" y="27"/>
                    <a:pt x="5" y="27"/>
                  </a:cubicBezTo>
                  <a:cubicBezTo>
                    <a:pt x="5" y="29"/>
                    <a:pt x="5" y="29"/>
                    <a:pt x="5" y="29"/>
                  </a:cubicBezTo>
                  <a:cubicBezTo>
                    <a:pt x="7" y="29"/>
                    <a:pt x="7" y="29"/>
                    <a:pt x="7" y="29"/>
                  </a:cubicBezTo>
                  <a:cubicBezTo>
                    <a:pt x="12" y="29"/>
                    <a:pt x="12" y="29"/>
                    <a:pt x="12" y="29"/>
                  </a:cubicBezTo>
                  <a:cubicBezTo>
                    <a:pt x="13" y="28"/>
                    <a:pt x="13" y="28"/>
                    <a:pt x="13" y="28"/>
                  </a:cubicBezTo>
                  <a:cubicBezTo>
                    <a:pt x="11" y="27"/>
                    <a:pt x="11" y="27"/>
                    <a:pt x="11" y="27"/>
                  </a:cubicBezTo>
                  <a:cubicBezTo>
                    <a:pt x="11" y="25"/>
                    <a:pt x="11" y="25"/>
                    <a:pt x="11" y="25"/>
                  </a:cubicBezTo>
                  <a:cubicBezTo>
                    <a:pt x="9" y="24"/>
                    <a:pt x="9" y="24"/>
                    <a:pt x="9" y="24"/>
                  </a:cubicBezTo>
                  <a:cubicBezTo>
                    <a:pt x="9" y="21"/>
                    <a:pt x="9" y="21"/>
                    <a:pt x="9" y="21"/>
                  </a:cubicBezTo>
                  <a:cubicBezTo>
                    <a:pt x="15" y="15"/>
                    <a:pt x="15" y="15"/>
                    <a:pt x="15" y="15"/>
                  </a:cubicBezTo>
                  <a:cubicBezTo>
                    <a:pt x="17" y="14"/>
                    <a:pt x="17" y="14"/>
                    <a:pt x="17" y="14"/>
                  </a:cubicBezTo>
                  <a:cubicBezTo>
                    <a:pt x="16" y="12"/>
                    <a:pt x="16" y="12"/>
                    <a:pt x="16" y="12"/>
                  </a:cubicBezTo>
                  <a:cubicBezTo>
                    <a:pt x="19" y="12"/>
                    <a:pt x="19" y="12"/>
                    <a:pt x="19" y="12"/>
                  </a:cubicBezTo>
                  <a:cubicBezTo>
                    <a:pt x="21" y="11"/>
                    <a:pt x="21" y="11"/>
                    <a:pt x="21" y="11"/>
                  </a:cubicBezTo>
                  <a:cubicBezTo>
                    <a:pt x="24" y="8"/>
                    <a:pt x="24" y="8"/>
                    <a:pt x="24" y="8"/>
                  </a:cubicBezTo>
                  <a:cubicBezTo>
                    <a:pt x="28" y="7"/>
                    <a:pt x="28" y="7"/>
                    <a:pt x="28" y="7"/>
                  </a:cubicBezTo>
                  <a:cubicBezTo>
                    <a:pt x="32" y="6"/>
                    <a:pt x="32" y="6"/>
                    <a:pt x="32" y="6"/>
                  </a:cubicBezTo>
                  <a:cubicBezTo>
                    <a:pt x="40" y="3"/>
                    <a:pt x="40" y="3"/>
                    <a:pt x="40" y="3"/>
                  </a:cubicBezTo>
                  <a:cubicBezTo>
                    <a:pt x="40" y="1"/>
                    <a:pt x="40" y="1"/>
                    <a:pt x="40" y="1"/>
                  </a:cubicBezTo>
                  <a:cubicBezTo>
                    <a:pt x="40" y="1"/>
                    <a:pt x="38" y="0"/>
                    <a:pt x="37" y="0"/>
                  </a:cubicBezTo>
                  <a:cubicBezTo>
                    <a:pt x="35" y="0"/>
                    <a:pt x="31" y="2"/>
                    <a:pt x="31" y="2"/>
                  </a:cubicBezTo>
                  <a:cubicBezTo>
                    <a:pt x="23" y="4"/>
                    <a:pt x="23" y="4"/>
                    <a:pt x="23" y="4"/>
                  </a:cubicBezTo>
                  <a:cubicBezTo>
                    <a:pt x="20" y="4"/>
                    <a:pt x="20" y="4"/>
                    <a:pt x="20" y="4"/>
                  </a:cubicBezTo>
                  <a:cubicBezTo>
                    <a:pt x="18" y="6"/>
                    <a:pt x="18" y="6"/>
                    <a:pt x="18" y="6"/>
                  </a:cubicBezTo>
                  <a:cubicBezTo>
                    <a:pt x="16" y="6"/>
                    <a:pt x="16" y="6"/>
                    <a:pt x="16" y="6"/>
                  </a:cubicBezTo>
                  <a:cubicBezTo>
                    <a:pt x="11" y="9"/>
                    <a:pt x="11" y="9"/>
                    <a:pt x="11" y="9"/>
                  </a:cubicBezTo>
                  <a:cubicBezTo>
                    <a:pt x="10" y="12"/>
                    <a:pt x="10" y="12"/>
                    <a:pt x="10" y="12"/>
                  </a:cubicBezTo>
                  <a:cubicBezTo>
                    <a:pt x="6" y="15"/>
                    <a:pt x="6" y="15"/>
                    <a:pt x="6" y="15"/>
                  </a:cubicBezTo>
                  <a:cubicBezTo>
                    <a:pt x="7" y="16"/>
                    <a:pt x="7" y="16"/>
                    <a:pt x="7" y="16"/>
                  </a:cubicBezTo>
                  <a:cubicBezTo>
                    <a:pt x="6" y="17"/>
                    <a:pt x="6" y="17"/>
                    <a:pt x="6" y="17"/>
                  </a:cubicBezTo>
                  <a:cubicBezTo>
                    <a:pt x="5" y="18"/>
                    <a:pt x="5" y="18"/>
                    <a:pt x="5" y="18"/>
                  </a:cubicBezTo>
                  <a:cubicBezTo>
                    <a:pt x="2" y="19"/>
                    <a:pt x="2" y="19"/>
                    <a:pt x="2" y="19"/>
                  </a:cubicBezTo>
                  <a:cubicBezTo>
                    <a:pt x="3" y="22"/>
                    <a:pt x="3" y="22"/>
                    <a:pt x="3" y="22"/>
                  </a:cubicBezTo>
                  <a:cubicBezTo>
                    <a:pt x="0" y="22"/>
                    <a:pt x="0" y="22"/>
                    <a:pt x="0" y="22"/>
                  </a:cubicBezTo>
                  <a:lnTo>
                    <a:pt x="0" y="24"/>
                  </a:lnTo>
                  <a:close/>
                </a:path>
              </a:pathLst>
            </a:custGeom>
            <a:solidFill>
              <a:srgbClr val="3AA9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Freeform 149"/>
            <p:cNvSpPr>
              <a:spLocks/>
            </p:cNvSpPr>
            <p:nvPr/>
          </p:nvSpPr>
          <p:spPr bwMode="auto">
            <a:xfrm>
              <a:off x="5238750" y="4899025"/>
              <a:ext cx="7937" cy="7937"/>
            </a:xfrm>
            <a:custGeom>
              <a:avLst/>
              <a:gdLst>
                <a:gd name="T0" fmla="*/ 0 w 2"/>
                <a:gd name="T1" fmla="*/ 1 h 2"/>
                <a:gd name="T2" fmla="*/ 1 w 2"/>
                <a:gd name="T3" fmla="*/ 2 h 2"/>
                <a:gd name="T4" fmla="*/ 2 w 2"/>
                <a:gd name="T5" fmla="*/ 1 h 2"/>
                <a:gd name="T6" fmla="*/ 2 w 2"/>
                <a:gd name="T7" fmla="*/ 0 h 2"/>
                <a:gd name="T8" fmla="*/ 0 w 2"/>
                <a:gd name="T9" fmla="*/ 0 h 2"/>
                <a:gd name="T10" fmla="*/ 0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0" y="1"/>
                  </a:moveTo>
                  <a:cubicBezTo>
                    <a:pt x="0" y="2"/>
                    <a:pt x="1" y="2"/>
                    <a:pt x="1" y="2"/>
                  </a:cubicBezTo>
                  <a:cubicBezTo>
                    <a:pt x="2" y="1"/>
                    <a:pt x="2" y="1"/>
                    <a:pt x="2" y="1"/>
                  </a:cubicBezTo>
                  <a:cubicBezTo>
                    <a:pt x="2" y="1"/>
                    <a:pt x="2" y="0"/>
                    <a:pt x="2" y="0"/>
                  </a:cubicBezTo>
                  <a:cubicBezTo>
                    <a:pt x="1" y="0"/>
                    <a:pt x="0" y="0"/>
                    <a:pt x="0" y="0"/>
                  </a:cubicBezTo>
                  <a:cubicBezTo>
                    <a:pt x="0" y="0"/>
                    <a:pt x="0" y="1"/>
                    <a:pt x="0" y="1"/>
                  </a:cubicBezTo>
                  <a:close/>
                </a:path>
              </a:pathLst>
            </a:custGeom>
            <a:solidFill>
              <a:srgbClr val="3AA9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150"/>
            <p:cNvSpPr>
              <a:spLocks/>
            </p:cNvSpPr>
            <p:nvPr/>
          </p:nvSpPr>
          <p:spPr bwMode="auto">
            <a:xfrm>
              <a:off x="5249863" y="4899025"/>
              <a:ext cx="7937" cy="7937"/>
            </a:xfrm>
            <a:custGeom>
              <a:avLst/>
              <a:gdLst>
                <a:gd name="T0" fmla="*/ 0 w 5"/>
                <a:gd name="T1" fmla="*/ 0 h 5"/>
                <a:gd name="T2" fmla="*/ 0 w 5"/>
                <a:gd name="T3" fmla="*/ 3 h 5"/>
                <a:gd name="T4" fmla="*/ 0 w 5"/>
                <a:gd name="T5" fmla="*/ 5 h 5"/>
                <a:gd name="T6" fmla="*/ 5 w 5"/>
                <a:gd name="T7" fmla="*/ 5 h 5"/>
                <a:gd name="T8" fmla="*/ 5 w 5"/>
                <a:gd name="T9" fmla="*/ 3 h 5"/>
                <a:gd name="T10" fmla="*/ 2 w 5"/>
                <a:gd name="T11" fmla="*/ 0 h 5"/>
                <a:gd name="T12" fmla="*/ 0 w 5"/>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0" y="0"/>
                  </a:moveTo>
                  <a:lnTo>
                    <a:pt x="0" y="3"/>
                  </a:lnTo>
                  <a:lnTo>
                    <a:pt x="0" y="5"/>
                  </a:lnTo>
                  <a:lnTo>
                    <a:pt x="5" y="5"/>
                  </a:lnTo>
                  <a:lnTo>
                    <a:pt x="5" y="3"/>
                  </a:lnTo>
                  <a:lnTo>
                    <a:pt x="2" y="0"/>
                  </a:lnTo>
                  <a:lnTo>
                    <a:pt x="0" y="0"/>
                  </a:lnTo>
                  <a:close/>
                </a:path>
              </a:pathLst>
            </a:custGeom>
            <a:solidFill>
              <a:srgbClr val="3AA9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151"/>
            <p:cNvSpPr>
              <a:spLocks/>
            </p:cNvSpPr>
            <p:nvPr/>
          </p:nvSpPr>
          <p:spPr bwMode="auto">
            <a:xfrm>
              <a:off x="5257800" y="4895850"/>
              <a:ext cx="3175" cy="7937"/>
            </a:xfrm>
            <a:custGeom>
              <a:avLst/>
              <a:gdLst>
                <a:gd name="T0" fmla="*/ 2 w 2"/>
                <a:gd name="T1" fmla="*/ 2 h 5"/>
                <a:gd name="T2" fmla="*/ 2 w 2"/>
                <a:gd name="T3" fmla="*/ 0 h 5"/>
                <a:gd name="T4" fmla="*/ 0 w 2"/>
                <a:gd name="T5" fmla="*/ 0 h 5"/>
                <a:gd name="T6" fmla="*/ 0 w 2"/>
                <a:gd name="T7" fmla="*/ 2 h 5"/>
                <a:gd name="T8" fmla="*/ 2 w 2"/>
                <a:gd name="T9" fmla="*/ 5 h 5"/>
                <a:gd name="T10" fmla="*/ 2 w 2"/>
                <a:gd name="T11" fmla="*/ 2 h 5"/>
              </a:gdLst>
              <a:ahLst/>
              <a:cxnLst>
                <a:cxn ang="0">
                  <a:pos x="T0" y="T1"/>
                </a:cxn>
                <a:cxn ang="0">
                  <a:pos x="T2" y="T3"/>
                </a:cxn>
                <a:cxn ang="0">
                  <a:pos x="T4" y="T5"/>
                </a:cxn>
                <a:cxn ang="0">
                  <a:pos x="T6" y="T7"/>
                </a:cxn>
                <a:cxn ang="0">
                  <a:pos x="T8" y="T9"/>
                </a:cxn>
                <a:cxn ang="0">
                  <a:pos x="T10" y="T11"/>
                </a:cxn>
              </a:cxnLst>
              <a:rect l="0" t="0" r="r" b="b"/>
              <a:pathLst>
                <a:path w="2" h="5">
                  <a:moveTo>
                    <a:pt x="2" y="2"/>
                  </a:moveTo>
                  <a:lnTo>
                    <a:pt x="2" y="0"/>
                  </a:lnTo>
                  <a:lnTo>
                    <a:pt x="0" y="0"/>
                  </a:lnTo>
                  <a:lnTo>
                    <a:pt x="0" y="2"/>
                  </a:lnTo>
                  <a:lnTo>
                    <a:pt x="2" y="5"/>
                  </a:lnTo>
                  <a:lnTo>
                    <a:pt x="2" y="2"/>
                  </a:lnTo>
                  <a:close/>
                </a:path>
              </a:pathLst>
            </a:custGeom>
            <a:solidFill>
              <a:srgbClr val="3AA9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Freeform 152"/>
            <p:cNvSpPr>
              <a:spLocks/>
            </p:cNvSpPr>
            <p:nvPr/>
          </p:nvSpPr>
          <p:spPr bwMode="auto">
            <a:xfrm>
              <a:off x="5222875" y="5060950"/>
              <a:ext cx="12700" cy="23812"/>
            </a:xfrm>
            <a:custGeom>
              <a:avLst/>
              <a:gdLst>
                <a:gd name="T0" fmla="*/ 0 w 3"/>
                <a:gd name="T1" fmla="*/ 3 h 6"/>
                <a:gd name="T2" fmla="*/ 1 w 3"/>
                <a:gd name="T3" fmla="*/ 3 h 6"/>
                <a:gd name="T4" fmla="*/ 0 w 3"/>
                <a:gd name="T5" fmla="*/ 6 h 6"/>
                <a:gd name="T6" fmla="*/ 2 w 3"/>
                <a:gd name="T7" fmla="*/ 6 h 6"/>
                <a:gd name="T8" fmla="*/ 3 w 3"/>
                <a:gd name="T9" fmla="*/ 5 h 6"/>
                <a:gd name="T10" fmla="*/ 3 w 3"/>
                <a:gd name="T11" fmla="*/ 1 h 6"/>
                <a:gd name="T12" fmla="*/ 2 w 3"/>
                <a:gd name="T13" fmla="*/ 0 h 6"/>
                <a:gd name="T14" fmla="*/ 0 w 3"/>
                <a:gd name="T15" fmla="*/ 1 h 6"/>
                <a:gd name="T16" fmla="*/ 0 w 3"/>
                <a:gd name="T1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6">
                  <a:moveTo>
                    <a:pt x="0" y="3"/>
                  </a:moveTo>
                  <a:cubicBezTo>
                    <a:pt x="1" y="3"/>
                    <a:pt x="1" y="3"/>
                    <a:pt x="1" y="3"/>
                  </a:cubicBezTo>
                  <a:cubicBezTo>
                    <a:pt x="0" y="6"/>
                    <a:pt x="0" y="6"/>
                    <a:pt x="0" y="6"/>
                  </a:cubicBezTo>
                  <a:cubicBezTo>
                    <a:pt x="2" y="6"/>
                    <a:pt x="2" y="6"/>
                    <a:pt x="2" y="6"/>
                  </a:cubicBezTo>
                  <a:cubicBezTo>
                    <a:pt x="3" y="5"/>
                    <a:pt x="3" y="5"/>
                    <a:pt x="3" y="5"/>
                  </a:cubicBezTo>
                  <a:cubicBezTo>
                    <a:pt x="3" y="1"/>
                    <a:pt x="3" y="1"/>
                    <a:pt x="3" y="1"/>
                  </a:cubicBezTo>
                  <a:cubicBezTo>
                    <a:pt x="3" y="1"/>
                    <a:pt x="2" y="0"/>
                    <a:pt x="2" y="0"/>
                  </a:cubicBezTo>
                  <a:cubicBezTo>
                    <a:pt x="0" y="1"/>
                    <a:pt x="0" y="1"/>
                    <a:pt x="0" y="1"/>
                  </a:cubicBezTo>
                  <a:lnTo>
                    <a:pt x="0" y="3"/>
                  </a:lnTo>
                  <a:close/>
                </a:path>
              </a:pathLst>
            </a:custGeom>
            <a:solidFill>
              <a:srgbClr val="3AA9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Freeform 153"/>
            <p:cNvSpPr>
              <a:spLocks/>
            </p:cNvSpPr>
            <p:nvPr/>
          </p:nvSpPr>
          <p:spPr bwMode="auto">
            <a:xfrm>
              <a:off x="5227638" y="5043488"/>
              <a:ext cx="7937" cy="14287"/>
            </a:xfrm>
            <a:custGeom>
              <a:avLst/>
              <a:gdLst>
                <a:gd name="T0" fmla="*/ 5 w 5"/>
                <a:gd name="T1" fmla="*/ 4 h 9"/>
                <a:gd name="T2" fmla="*/ 5 w 5"/>
                <a:gd name="T3" fmla="*/ 0 h 9"/>
                <a:gd name="T4" fmla="*/ 2 w 5"/>
                <a:gd name="T5" fmla="*/ 0 h 9"/>
                <a:gd name="T6" fmla="*/ 0 w 5"/>
                <a:gd name="T7" fmla="*/ 2 h 9"/>
                <a:gd name="T8" fmla="*/ 0 w 5"/>
                <a:gd name="T9" fmla="*/ 9 h 9"/>
                <a:gd name="T10" fmla="*/ 2 w 5"/>
                <a:gd name="T11" fmla="*/ 9 h 9"/>
                <a:gd name="T12" fmla="*/ 5 w 5"/>
                <a:gd name="T13" fmla="*/ 4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5" y="4"/>
                  </a:moveTo>
                  <a:lnTo>
                    <a:pt x="5" y="0"/>
                  </a:lnTo>
                  <a:lnTo>
                    <a:pt x="2" y="0"/>
                  </a:lnTo>
                  <a:lnTo>
                    <a:pt x="0" y="2"/>
                  </a:lnTo>
                  <a:lnTo>
                    <a:pt x="0" y="9"/>
                  </a:lnTo>
                  <a:lnTo>
                    <a:pt x="2" y="9"/>
                  </a:lnTo>
                  <a:lnTo>
                    <a:pt x="5" y="4"/>
                  </a:lnTo>
                  <a:close/>
                </a:path>
              </a:pathLst>
            </a:custGeom>
            <a:solidFill>
              <a:srgbClr val="3AA9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154"/>
            <p:cNvSpPr>
              <a:spLocks/>
            </p:cNvSpPr>
            <p:nvPr/>
          </p:nvSpPr>
          <p:spPr bwMode="auto">
            <a:xfrm>
              <a:off x="5260975" y="5091113"/>
              <a:ext cx="22225" cy="15875"/>
            </a:xfrm>
            <a:custGeom>
              <a:avLst/>
              <a:gdLst>
                <a:gd name="T0" fmla="*/ 10 w 14"/>
                <a:gd name="T1" fmla="*/ 10 h 10"/>
                <a:gd name="T2" fmla="*/ 12 w 14"/>
                <a:gd name="T3" fmla="*/ 10 h 10"/>
                <a:gd name="T4" fmla="*/ 12 w 14"/>
                <a:gd name="T5" fmla="*/ 5 h 10"/>
                <a:gd name="T6" fmla="*/ 14 w 14"/>
                <a:gd name="T7" fmla="*/ 3 h 10"/>
                <a:gd name="T8" fmla="*/ 14 w 14"/>
                <a:gd name="T9" fmla="*/ 0 h 10"/>
                <a:gd name="T10" fmla="*/ 0 w 14"/>
                <a:gd name="T11" fmla="*/ 0 h 10"/>
                <a:gd name="T12" fmla="*/ 0 w 14"/>
                <a:gd name="T13" fmla="*/ 3 h 10"/>
                <a:gd name="T14" fmla="*/ 2 w 14"/>
                <a:gd name="T15" fmla="*/ 5 h 10"/>
                <a:gd name="T16" fmla="*/ 5 w 14"/>
                <a:gd name="T17" fmla="*/ 5 h 10"/>
                <a:gd name="T18" fmla="*/ 10 w 14"/>
                <a:gd name="T19"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0">
                  <a:moveTo>
                    <a:pt x="10" y="10"/>
                  </a:moveTo>
                  <a:lnTo>
                    <a:pt x="12" y="10"/>
                  </a:lnTo>
                  <a:lnTo>
                    <a:pt x="12" y="5"/>
                  </a:lnTo>
                  <a:lnTo>
                    <a:pt x="14" y="3"/>
                  </a:lnTo>
                  <a:lnTo>
                    <a:pt x="14" y="0"/>
                  </a:lnTo>
                  <a:lnTo>
                    <a:pt x="0" y="0"/>
                  </a:lnTo>
                  <a:lnTo>
                    <a:pt x="0" y="3"/>
                  </a:lnTo>
                  <a:lnTo>
                    <a:pt x="2" y="5"/>
                  </a:lnTo>
                  <a:lnTo>
                    <a:pt x="5" y="5"/>
                  </a:lnTo>
                  <a:lnTo>
                    <a:pt x="10" y="10"/>
                  </a:lnTo>
                  <a:close/>
                </a:path>
              </a:pathLst>
            </a:custGeom>
            <a:solidFill>
              <a:srgbClr val="3AA9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155"/>
            <p:cNvSpPr>
              <a:spLocks/>
            </p:cNvSpPr>
            <p:nvPr/>
          </p:nvSpPr>
          <p:spPr bwMode="auto">
            <a:xfrm>
              <a:off x="5354638" y="5118100"/>
              <a:ext cx="11112" cy="3175"/>
            </a:xfrm>
            <a:custGeom>
              <a:avLst/>
              <a:gdLst>
                <a:gd name="T0" fmla="*/ 7 w 7"/>
                <a:gd name="T1" fmla="*/ 2 h 2"/>
                <a:gd name="T2" fmla="*/ 7 w 7"/>
                <a:gd name="T3" fmla="*/ 0 h 2"/>
                <a:gd name="T4" fmla="*/ 3 w 7"/>
                <a:gd name="T5" fmla="*/ 0 h 2"/>
                <a:gd name="T6" fmla="*/ 0 w 7"/>
                <a:gd name="T7" fmla="*/ 2 h 2"/>
                <a:gd name="T8" fmla="*/ 5 w 7"/>
                <a:gd name="T9" fmla="*/ 2 h 2"/>
                <a:gd name="T10" fmla="*/ 7 w 7"/>
                <a:gd name="T11" fmla="*/ 2 h 2"/>
              </a:gdLst>
              <a:ahLst/>
              <a:cxnLst>
                <a:cxn ang="0">
                  <a:pos x="T0" y="T1"/>
                </a:cxn>
                <a:cxn ang="0">
                  <a:pos x="T2" y="T3"/>
                </a:cxn>
                <a:cxn ang="0">
                  <a:pos x="T4" y="T5"/>
                </a:cxn>
                <a:cxn ang="0">
                  <a:pos x="T6" y="T7"/>
                </a:cxn>
                <a:cxn ang="0">
                  <a:pos x="T8" y="T9"/>
                </a:cxn>
                <a:cxn ang="0">
                  <a:pos x="T10" y="T11"/>
                </a:cxn>
              </a:cxnLst>
              <a:rect l="0" t="0" r="r" b="b"/>
              <a:pathLst>
                <a:path w="7" h="2">
                  <a:moveTo>
                    <a:pt x="7" y="2"/>
                  </a:moveTo>
                  <a:lnTo>
                    <a:pt x="7" y="0"/>
                  </a:lnTo>
                  <a:lnTo>
                    <a:pt x="3" y="0"/>
                  </a:lnTo>
                  <a:lnTo>
                    <a:pt x="0" y="2"/>
                  </a:lnTo>
                  <a:lnTo>
                    <a:pt x="5" y="2"/>
                  </a:lnTo>
                  <a:lnTo>
                    <a:pt x="7" y="2"/>
                  </a:lnTo>
                  <a:close/>
                </a:path>
              </a:pathLst>
            </a:custGeom>
            <a:solidFill>
              <a:srgbClr val="3AA9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Freeform 156"/>
            <p:cNvSpPr>
              <a:spLocks/>
            </p:cNvSpPr>
            <p:nvPr/>
          </p:nvSpPr>
          <p:spPr bwMode="auto">
            <a:xfrm>
              <a:off x="5370513" y="5118100"/>
              <a:ext cx="11112" cy="7937"/>
            </a:xfrm>
            <a:custGeom>
              <a:avLst/>
              <a:gdLst>
                <a:gd name="T0" fmla="*/ 3 w 3"/>
                <a:gd name="T1" fmla="*/ 1 h 2"/>
                <a:gd name="T2" fmla="*/ 0 w 3"/>
                <a:gd name="T3" fmla="*/ 0 h 2"/>
                <a:gd name="T4" fmla="*/ 0 w 3"/>
                <a:gd name="T5" fmla="*/ 2 h 2"/>
                <a:gd name="T6" fmla="*/ 3 w 3"/>
                <a:gd name="T7" fmla="*/ 2 h 2"/>
                <a:gd name="T8" fmla="*/ 3 w 3"/>
                <a:gd name="T9" fmla="*/ 1 h 2"/>
              </a:gdLst>
              <a:ahLst/>
              <a:cxnLst>
                <a:cxn ang="0">
                  <a:pos x="T0" y="T1"/>
                </a:cxn>
                <a:cxn ang="0">
                  <a:pos x="T2" y="T3"/>
                </a:cxn>
                <a:cxn ang="0">
                  <a:pos x="T4" y="T5"/>
                </a:cxn>
                <a:cxn ang="0">
                  <a:pos x="T6" y="T7"/>
                </a:cxn>
                <a:cxn ang="0">
                  <a:pos x="T8" y="T9"/>
                </a:cxn>
              </a:cxnLst>
              <a:rect l="0" t="0" r="r" b="b"/>
              <a:pathLst>
                <a:path w="3" h="2">
                  <a:moveTo>
                    <a:pt x="3" y="1"/>
                  </a:moveTo>
                  <a:cubicBezTo>
                    <a:pt x="3" y="1"/>
                    <a:pt x="3" y="0"/>
                    <a:pt x="0" y="0"/>
                  </a:cubicBezTo>
                  <a:cubicBezTo>
                    <a:pt x="0" y="2"/>
                    <a:pt x="0" y="2"/>
                    <a:pt x="0" y="2"/>
                  </a:cubicBezTo>
                  <a:cubicBezTo>
                    <a:pt x="3" y="2"/>
                    <a:pt x="3" y="2"/>
                    <a:pt x="3" y="2"/>
                  </a:cubicBezTo>
                  <a:lnTo>
                    <a:pt x="3" y="1"/>
                  </a:lnTo>
                  <a:close/>
                </a:path>
              </a:pathLst>
            </a:custGeom>
            <a:solidFill>
              <a:srgbClr val="3AA9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 name="Freeform 157"/>
            <p:cNvSpPr>
              <a:spLocks/>
            </p:cNvSpPr>
            <p:nvPr/>
          </p:nvSpPr>
          <p:spPr bwMode="auto">
            <a:xfrm>
              <a:off x="5068888" y="4687888"/>
              <a:ext cx="646112" cy="422275"/>
            </a:xfrm>
            <a:custGeom>
              <a:avLst/>
              <a:gdLst>
                <a:gd name="T0" fmla="*/ 91 w 172"/>
                <a:gd name="T1" fmla="*/ 89 h 112"/>
                <a:gd name="T2" fmla="*/ 103 w 172"/>
                <a:gd name="T3" fmla="*/ 83 h 112"/>
                <a:gd name="T4" fmla="*/ 110 w 172"/>
                <a:gd name="T5" fmla="*/ 85 h 112"/>
                <a:gd name="T6" fmla="*/ 115 w 172"/>
                <a:gd name="T7" fmla="*/ 80 h 112"/>
                <a:gd name="T8" fmla="*/ 118 w 172"/>
                <a:gd name="T9" fmla="*/ 90 h 112"/>
                <a:gd name="T10" fmla="*/ 131 w 172"/>
                <a:gd name="T11" fmla="*/ 92 h 112"/>
                <a:gd name="T12" fmla="*/ 133 w 172"/>
                <a:gd name="T13" fmla="*/ 71 h 112"/>
                <a:gd name="T14" fmla="*/ 154 w 172"/>
                <a:gd name="T15" fmla="*/ 53 h 112"/>
                <a:gd name="T16" fmla="*/ 159 w 172"/>
                <a:gd name="T17" fmla="*/ 21 h 112"/>
                <a:gd name="T18" fmla="*/ 161 w 172"/>
                <a:gd name="T19" fmla="*/ 5 h 112"/>
                <a:gd name="T20" fmla="*/ 159 w 172"/>
                <a:gd name="T21" fmla="*/ 11 h 112"/>
                <a:gd name="T22" fmla="*/ 146 w 172"/>
                <a:gd name="T23" fmla="*/ 9 h 112"/>
                <a:gd name="T24" fmla="*/ 127 w 172"/>
                <a:gd name="T25" fmla="*/ 17 h 112"/>
                <a:gd name="T26" fmla="*/ 122 w 172"/>
                <a:gd name="T27" fmla="*/ 10 h 112"/>
                <a:gd name="T28" fmla="*/ 114 w 172"/>
                <a:gd name="T29" fmla="*/ 22 h 112"/>
                <a:gd name="T30" fmla="*/ 108 w 172"/>
                <a:gd name="T31" fmla="*/ 26 h 112"/>
                <a:gd name="T32" fmla="*/ 102 w 172"/>
                <a:gd name="T33" fmla="*/ 24 h 112"/>
                <a:gd name="T34" fmla="*/ 116 w 172"/>
                <a:gd name="T35" fmla="*/ 17 h 112"/>
                <a:gd name="T36" fmla="*/ 89 w 172"/>
                <a:gd name="T37" fmla="*/ 4 h 112"/>
                <a:gd name="T38" fmla="*/ 85 w 172"/>
                <a:gd name="T39" fmla="*/ 0 h 112"/>
                <a:gd name="T40" fmla="*/ 76 w 172"/>
                <a:gd name="T41" fmla="*/ 2 h 112"/>
                <a:gd name="T42" fmla="*/ 69 w 172"/>
                <a:gd name="T43" fmla="*/ 5 h 112"/>
                <a:gd name="T44" fmla="*/ 62 w 172"/>
                <a:gd name="T45" fmla="*/ 8 h 112"/>
                <a:gd name="T46" fmla="*/ 60 w 172"/>
                <a:gd name="T47" fmla="*/ 10 h 112"/>
                <a:gd name="T48" fmla="*/ 51 w 172"/>
                <a:gd name="T49" fmla="*/ 19 h 112"/>
                <a:gd name="T50" fmla="*/ 40 w 172"/>
                <a:gd name="T51" fmla="*/ 32 h 112"/>
                <a:gd name="T52" fmla="*/ 36 w 172"/>
                <a:gd name="T53" fmla="*/ 44 h 112"/>
                <a:gd name="T54" fmla="*/ 46 w 172"/>
                <a:gd name="T55" fmla="*/ 45 h 112"/>
                <a:gd name="T56" fmla="*/ 53 w 172"/>
                <a:gd name="T57" fmla="*/ 57 h 112"/>
                <a:gd name="T58" fmla="*/ 63 w 172"/>
                <a:gd name="T59" fmla="*/ 46 h 112"/>
                <a:gd name="T60" fmla="*/ 62 w 172"/>
                <a:gd name="T61" fmla="*/ 34 h 112"/>
                <a:gd name="T62" fmla="*/ 74 w 172"/>
                <a:gd name="T63" fmla="*/ 21 h 112"/>
                <a:gd name="T64" fmla="*/ 73 w 172"/>
                <a:gd name="T65" fmla="*/ 30 h 112"/>
                <a:gd name="T66" fmla="*/ 81 w 172"/>
                <a:gd name="T67" fmla="*/ 40 h 112"/>
                <a:gd name="T68" fmla="*/ 86 w 172"/>
                <a:gd name="T69" fmla="*/ 44 h 112"/>
                <a:gd name="T70" fmla="*/ 79 w 172"/>
                <a:gd name="T71" fmla="*/ 47 h 112"/>
                <a:gd name="T72" fmla="*/ 70 w 172"/>
                <a:gd name="T73" fmla="*/ 56 h 112"/>
                <a:gd name="T74" fmla="*/ 63 w 172"/>
                <a:gd name="T75" fmla="*/ 59 h 112"/>
                <a:gd name="T76" fmla="*/ 44 w 172"/>
                <a:gd name="T77" fmla="*/ 58 h 112"/>
                <a:gd name="T78" fmla="*/ 41 w 172"/>
                <a:gd name="T79" fmla="*/ 52 h 112"/>
                <a:gd name="T80" fmla="*/ 37 w 172"/>
                <a:gd name="T81" fmla="*/ 63 h 112"/>
                <a:gd name="T82" fmla="*/ 26 w 172"/>
                <a:gd name="T83" fmla="*/ 71 h 112"/>
                <a:gd name="T84" fmla="*/ 19 w 172"/>
                <a:gd name="T85" fmla="*/ 78 h 112"/>
                <a:gd name="T86" fmla="*/ 12 w 172"/>
                <a:gd name="T87" fmla="*/ 80 h 112"/>
                <a:gd name="T88" fmla="*/ 19 w 172"/>
                <a:gd name="T89" fmla="*/ 90 h 112"/>
                <a:gd name="T90" fmla="*/ 1 w 172"/>
                <a:gd name="T91" fmla="*/ 94 h 112"/>
                <a:gd name="T92" fmla="*/ 5 w 172"/>
                <a:gd name="T93" fmla="*/ 110 h 112"/>
                <a:gd name="T94" fmla="*/ 18 w 172"/>
                <a:gd name="T95" fmla="*/ 110 h 112"/>
                <a:gd name="T96" fmla="*/ 25 w 172"/>
                <a:gd name="T97" fmla="*/ 99 h 112"/>
                <a:gd name="T98" fmla="*/ 37 w 172"/>
                <a:gd name="T99" fmla="*/ 94 h 112"/>
                <a:gd name="T100" fmla="*/ 48 w 172"/>
                <a:gd name="T101" fmla="*/ 96 h 112"/>
                <a:gd name="T102" fmla="*/ 59 w 172"/>
                <a:gd name="T103" fmla="*/ 108 h 112"/>
                <a:gd name="T104" fmla="*/ 64 w 172"/>
                <a:gd name="T105" fmla="*/ 102 h 112"/>
                <a:gd name="T106" fmla="*/ 54 w 172"/>
                <a:gd name="T107" fmla="*/ 95 h 112"/>
                <a:gd name="T108" fmla="*/ 54 w 172"/>
                <a:gd name="T109" fmla="*/ 86 h 112"/>
                <a:gd name="T110" fmla="*/ 62 w 172"/>
                <a:gd name="T111" fmla="*/ 94 h 112"/>
                <a:gd name="T112" fmla="*/ 70 w 172"/>
                <a:gd name="T113" fmla="*/ 106 h 112"/>
                <a:gd name="T114" fmla="*/ 75 w 172"/>
                <a:gd name="T115" fmla="*/ 111 h 112"/>
                <a:gd name="T116" fmla="*/ 78 w 172"/>
                <a:gd name="T117" fmla="*/ 107 h 112"/>
                <a:gd name="T118" fmla="*/ 73 w 172"/>
                <a:gd name="T119" fmla="*/ 101 h 112"/>
                <a:gd name="T120" fmla="*/ 82 w 172"/>
                <a:gd name="T121" fmla="*/ 101 h 112"/>
                <a:gd name="T122" fmla="*/ 94 w 172"/>
                <a:gd name="T123" fmla="*/ 9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2" h="112">
                  <a:moveTo>
                    <a:pt x="94" y="97"/>
                  </a:moveTo>
                  <a:cubicBezTo>
                    <a:pt x="91" y="97"/>
                    <a:pt x="91" y="97"/>
                    <a:pt x="91" y="97"/>
                  </a:cubicBezTo>
                  <a:cubicBezTo>
                    <a:pt x="89" y="94"/>
                    <a:pt x="89" y="94"/>
                    <a:pt x="89" y="94"/>
                  </a:cubicBezTo>
                  <a:cubicBezTo>
                    <a:pt x="88" y="93"/>
                    <a:pt x="88" y="93"/>
                    <a:pt x="88" y="93"/>
                  </a:cubicBezTo>
                  <a:cubicBezTo>
                    <a:pt x="90" y="90"/>
                    <a:pt x="90" y="90"/>
                    <a:pt x="90" y="90"/>
                  </a:cubicBezTo>
                  <a:cubicBezTo>
                    <a:pt x="91" y="89"/>
                    <a:pt x="91" y="89"/>
                    <a:pt x="91" y="89"/>
                  </a:cubicBezTo>
                  <a:cubicBezTo>
                    <a:pt x="92" y="86"/>
                    <a:pt x="92" y="86"/>
                    <a:pt x="92" y="86"/>
                  </a:cubicBezTo>
                  <a:cubicBezTo>
                    <a:pt x="95" y="85"/>
                    <a:pt x="95" y="85"/>
                    <a:pt x="95" y="85"/>
                  </a:cubicBezTo>
                  <a:cubicBezTo>
                    <a:pt x="96" y="82"/>
                    <a:pt x="96" y="82"/>
                    <a:pt x="96" y="82"/>
                  </a:cubicBezTo>
                  <a:cubicBezTo>
                    <a:pt x="99" y="81"/>
                    <a:pt x="99" y="81"/>
                    <a:pt x="99" y="81"/>
                  </a:cubicBezTo>
                  <a:cubicBezTo>
                    <a:pt x="100" y="82"/>
                    <a:pt x="100" y="82"/>
                    <a:pt x="100" y="82"/>
                  </a:cubicBezTo>
                  <a:cubicBezTo>
                    <a:pt x="103" y="83"/>
                    <a:pt x="103" y="83"/>
                    <a:pt x="103" y="83"/>
                  </a:cubicBezTo>
                  <a:cubicBezTo>
                    <a:pt x="101" y="85"/>
                    <a:pt x="101" y="85"/>
                    <a:pt x="101" y="85"/>
                  </a:cubicBezTo>
                  <a:cubicBezTo>
                    <a:pt x="103" y="88"/>
                    <a:pt x="103" y="88"/>
                    <a:pt x="103" y="88"/>
                  </a:cubicBezTo>
                  <a:cubicBezTo>
                    <a:pt x="105" y="87"/>
                    <a:pt x="105" y="87"/>
                    <a:pt x="105" y="87"/>
                  </a:cubicBezTo>
                  <a:cubicBezTo>
                    <a:pt x="106" y="86"/>
                    <a:pt x="106" y="86"/>
                    <a:pt x="106" y="86"/>
                  </a:cubicBezTo>
                  <a:cubicBezTo>
                    <a:pt x="110" y="86"/>
                    <a:pt x="110" y="86"/>
                    <a:pt x="110" y="86"/>
                  </a:cubicBezTo>
                  <a:cubicBezTo>
                    <a:pt x="110" y="85"/>
                    <a:pt x="110" y="85"/>
                    <a:pt x="110" y="85"/>
                  </a:cubicBezTo>
                  <a:cubicBezTo>
                    <a:pt x="106" y="85"/>
                    <a:pt x="106" y="85"/>
                    <a:pt x="106" y="85"/>
                  </a:cubicBezTo>
                  <a:cubicBezTo>
                    <a:pt x="105" y="83"/>
                    <a:pt x="105" y="83"/>
                    <a:pt x="105" y="83"/>
                  </a:cubicBezTo>
                  <a:cubicBezTo>
                    <a:pt x="109" y="81"/>
                    <a:pt x="109" y="81"/>
                    <a:pt x="109" y="81"/>
                  </a:cubicBezTo>
                  <a:cubicBezTo>
                    <a:pt x="111" y="81"/>
                    <a:pt x="111" y="81"/>
                    <a:pt x="111" y="81"/>
                  </a:cubicBezTo>
                  <a:cubicBezTo>
                    <a:pt x="114" y="80"/>
                    <a:pt x="114" y="80"/>
                    <a:pt x="114" y="80"/>
                  </a:cubicBezTo>
                  <a:cubicBezTo>
                    <a:pt x="115" y="80"/>
                    <a:pt x="115" y="80"/>
                    <a:pt x="115" y="80"/>
                  </a:cubicBezTo>
                  <a:cubicBezTo>
                    <a:pt x="114" y="82"/>
                    <a:pt x="114" y="82"/>
                    <a:pt x="114" y="82"/>
                  </a:cubicBezTo>
                  <a:cubicBezTo>
                    <a:pt x="114" y="84"/>
                    <a:pt x="114" y="84"/>
                    <a:pt x="114" y="84"/>
                  </a:cubicBezTo>
                  <a:cubicBezTo>
                    <a:pt x="113" y="86"/>
                    <a:pt x="113" y="86"/>
                    <a:pt x="113" y="86"/>
                  </a:cubicBezTo>
                  <a:cubicBezTo>
                    <a:pt x="113" y="88"/>
                    <a:pt x="113" y="88"/>
                    <a:pt x="113" y="88"/>
                  </a:cubicBezTo>
                  <a:cubicBezTo>
                    <a:pt x="115" y="89"/>
                    <a:pt x="115" y="89"/>
                    <a:pt x="115" y="89"/>
                  </a:cubicBezTo>
                  <a:cubicBezTo>
                    <a:pt x="118" y="90"/>
                    <a:pt x="118" y="90"/>
                    <a:pt x="118" y="90"/>
                  </a:cubicBezTo>
                  <a:cubicBezTo>
                    <a:pt x="121" y="92"/>
                    <a:pt x="121" y="92"/>
                    <a:pt x="121" y="92"/>
                  </a:cubicBezTo>
                  <a:cubicBezTo>
                    <a:pt x="124" y="93"/>
                    <a:pt x="124" y="93"/>
                    <a:pt x="124" y="93"/>
                  </a:cubicBezTo>
                  <a:cubicBezTo>
                    <a:pt x="136" y="100"/>
                    <a:pt x="136" y="100"/>
                    <a:pt x="136" y="100"/>
                  </a:cubicBezTo>
                  <a:cubicBezTo>
                    <a:pt x="134" y="97"/>
                    <a:pt x="134" y="97"/>
                    <a:pt x="134" y="97"/>
                  </a:cubicBezTo>
                  <a:cubicBezTo>
                    <a:pt x="131" y="94"/>
                    <a:pt x="131" y="94"/>
                    <a:pt x="131" y="94"/>
                  </a:cubicBezTo>
                  <a:cubicBezTo>
                    <a:pt x="131" y="92"/>
                    <a:pt x="131" y="92"/>
                    <a:pt x="131" y="92"/>
                  </a:cubicBezTo>
                  <a:cubicBezTo>
                    <a:pt x="129" y="89"/>
                    <a:pt x="129" y="89"/>
                    <a:pt x="129" y="89"/>
                  </a:cubicBezTo>
                  <a:cubicBezTo>
                    <a:pt x="134" y="84"/>
                    <a:pt x="134" y="84"/>
                    <a:pt x="134" y="84"/>
                  </a:cubicBezTo>
                  <a:cubicBezTo>
                    <a:pt x="136" y="83"/>
                    <a:pt x="136" y="83"/>
                    <a:pt x="136" y="83"/>
                  </a:cubicBezTo>
                  <a:cubicBezTo>
                    <a:pt x="134" y="82"/>
                    <a:pt x="134" y="82"/>
                    <a:pt x="134" y="82"/>
                  </a:cubicBezTo>
                  <a:cubicBezTo>
                    <a:pt x="132" y="78"/>
                    <a:pt x="132" y="78"/>
                    <a:pt x="132" y="78"/>
                  </a:cubicBezTo>
                  <a:cubicBezTo>
                    <a:pt x="133" y="71"/>
                    <a:pt x="133" y="71"/>
                    <a:pt x="133" y="71"/>
                  </a:cubicBezTo>
                  <a:cubicBezTo>
                    <a:pt x="134" y="69"/>
                    <a:pt x="134" y="69"/>
                    <a:pt x="134" y="69"/>
                  </a:cubicBezTo>
                  <a:cubicBezTo>
                    <a:pt x="136" y="63"/>
                    <a:pt x="136" y="63"/>
                    <a:pt x="136" y="63"/>
                  </a:cubicBezTo>
                  <a:cubicBezTo>
                    <a:pt x="142" y="60"/>
                    <a:pt x="142" y="60"/>
                    <a:pt x="142" y="60"/>
                  </a:cubicBezTo>
                  <a:cubicBezTo>
                    <a:pt x="145" y="60"/>
                    <a:pt x="145" y="60"/>
                    <a:pt x="145" y="60"/>
                  </a:cubicBezTo>
                  <a:cubicBezTo>
                    <a:pt x="154" y="59"/>
                    <a:pt x="154" y="59"/>
                    <a:pt x="154" y="59"/>
                  </a:cubicBezTo>
                  <a:cubicBezTo>
                    <a:pt x="154" y="53"/>
                    <a:pt x="154" y="53"/>
                    <a:pt x="154" y="53"/>
                  </a:cubicBezTo>
                  <a:cubicBezTo>
                    <a:pt x="155" y="48"/>
                    <a:pt x="155" y="48"/>
                    <a:pt x="155" y="48"/>
                  </a:cubicBezTo>
                  <a:cubicBezTo>
                    <a:pt x="153" y="46"/>
                    <a:pt x="153" y="46"/>
                    <a:pt x="153" y="46"/>
                  </a:cubicBezTo>
                  <a:cubicBezTo>
                    <a:pt x="152" y="41"/>
                    <a:pt x="152" y="41"/>
                    <a:pt x="152" y="41"/>
                  </a:cubicBezTo>
                  <a:cubicBezTo>
                    <a:pt x="149" y="36"/>
                    <a:pt x="149" y="36"/>
                    <a:pt x="149" y="36"/>
                  </a:cubicBezTo>
                  <a:cubicBezTo>
                    <a:pt x="153" y="22"/>
                    <a:pt x="153" y="22"/>
                    <a:pt x="153" y="22"/>
                  </a:cubicBezTo>
                  <a:cubicBezTo>
                    <a:pt x="159" y="21"/>
                    <a:pt x="159" y="21"/>
                    <a:pt x="159" y="21"/>
                  </a:cubicBezTo>
                  <a:cubicBezTo>
                    <a:pt x="163" y="17"/>
                    <a:pt x="163" y="17"/>
                    <a:pt x="163" y="17"/>
                  </a:cubicBezTo>
                  <a:cubicBezTo>
                    <a:pt x="169" y="13"/>
                    <a:pt x="169" y="13"/>
                    <a:pt x="169" y="13"/>
                  </a:cubicBezTo>
                  <a:cubicBezTo>
                    <a:pt x="172" y="8"/>
                    <a:pt x="172" y="8"/>
                    <a:pt x="172" y="8"/>
                  </a:cubicBezTo>
                  <a:cubicBezTo>
                    <a:pt x="172" y="8"/>
                    <a:pt x="172" y="8"/>
                    <a:pt x="172" y="8"/>
                  </a:cubicBezTo>
                  <a:cubicBezTo>
                    <a:pt x="170" y="6"/>
                    <a:pt x="166" y="5"/>
                    <a:pt x="166" y="5"/>
                  </a:cubicBezTo>
                  <a:cubicBezTo>
                    <a:pt x="161" y="5"/>
                    <a:pt x="161" y="5"/>
                    <a:pt x="161" y="5"/>
                  </a:cubicBezTo>
                  <a:cubicBezTo>
                    <a:pt x="161" y="5"/>
                    <a:pt x="159" y="4"/>
                    <a:pt x="159" y="3"/>
                  </a:cubicBezTo>
                  <a:cubicBezTo>
                    <a:pt x="158" y="2"/>
                    <a:pt x="156" y="3"/>
                    <a:pt x="157" y="4"/>
                  </a:cubicBezTo>
                  <a:cubicBezTo>
                    <a:pt x="158" y="5"/>
                    <a:pt x="161" y="6"/>
                    <a:pt x="161" y="6"/>
                  </a:cubicBezTo>
                  <a:cubicBezTo>
                    <a:pt x="162" y="8"/>
                    <a:pt x="162" y="8"/>
                    <a:pt x="162" y="8"/>
                  </a:cubicBezTo>
                  <a:cubicBezTo>
                    <a:pt x="160" y="10"/>
                    <a:pt x="160" y="10"/>
                    <a:pt x="160" y="10"/>
                  </a:cubicBezTo>
                  <a:cubicBezTo>
                    <a:pt x="159" y="11"/>
                    <a:pt x="159" y="11"/>
                    <a:pt x="159" y="11"/>
                  </a:cubicBezTo>
                  <a:cubicBezTo>
                    <a:pt x="157" y="11"/>
                    <a:pt x="157" y="11"/>
                    <a:pt x="157" y="11"/>
                  </a:cubicBezTo>
                  <a:cubicBezTo>
                    <a:pt x="158" y="8"/>
                    <a:pt x="158" y="8"/>
                    <a:pt x="158" y="8"/>
                  </a:cubicBezTo>
                  <a:cubicBezTo>
                    <a:pt x="153" y="10"/>
                    <a:pt x="153" y="10"/>
                    <a:pt x="153" y="10"/>
                  </a:cubicBezTo>
                  <a:cubicBezTo>
                    <a:pt x="149" y="10"/>
                    <a:pt x="149" y="10"/>
                    <a:pt x="149" y="10"/>
                  </a:cubicBezTo>
                  <a:cubicBezTo>
                    <a:pt x="149" y="10"/>
                    <a:pt x="149" y="11"/>
                    <a:pt x="147" y="11"/>
                  </a:cubicBezTo>
                  <a:cubicBezTo>
                    <a:pt x="146" y="11"/>
                    <a:pt x="145" y="11"/>
                    <a:pt x="146" y="9"/>
                  </a:cubicBezTo>
                  <a:cubicBezTo>
                    <a:pt x="146" y="8"/>
                    <a:pt x="145" y="8"/>
                    <a:pt x="144" y="8"/>
                  </a:cubicBezTo>
                  <a:cubicBezTo>
                    <a:pt x="143" y="9"/>
                    <a:pt x="143" y="10"/>
                    <a:pt x="142" y="10"/>
                  </a:cubicBezTo>
                  <a:cubicBezTo>
                    <a:pt x="141" y="10"/>
                    <a:pt x="137" y="12"/>
                    <a:pt x="135" y="13"/>
                  </a:cubicBezTo>
                  <a:cubicBezTo>
                    <a:pt x="134" y="13"/>
                    <a:pt x="132" y="14"/>
                    <a:pt x="132" y="14"/>
                  </a:cubicBezTo>
                  <a:cubicBezTo>
                    <a:pt x="131" y="17"/>
                    <a:pt x="131" y="17"/>
                    <a:pt x="131" y="17"/>
                  </a:cubicBezTo>
                  <a:cubicBezTo>
                    <a:pt x="131" y="17"/>
                    <a:pt x="128" y="18"/>
                    <a:pt x="127" y="17"/>
                  </a:cubicBezTo>
                  <a:cubicBezTo>
                    <a:pt x="127" y="16"/>
                    <a:pt x="126" y="14"/>
                    <a:pt x="126" y="14"/>
                  </a:cubicBezTo>
                  <a:cubicBezTo>
                    <a:pt x="126" y="14"/>
                    <a:pt x="126" y="13"/>
                    <a:pt x="127" y="13"/>
                  </a:cubicBezTo>
                  <a:cubicBezTo>
                    <a:pt x="127" y="13"/>
                    <a:pt x="128" y="13"/>
                    <a:pt x="128" y="13"/>
                  </a:cubicBezTo>
                  <a:cubicBezTo>
                    <a:pt x="129" y="11"/>
                    <a:pt x="129" y="11"/>
                    <a:pt x="129" y="11"/>
                  </a:cubicBezTo>
                  <a:cubicBezTo>
                    <a:pt x="129" y="11"/>
                    <a:pt x="128" y="10"/>
                    <a:pt x="128" y="10"/>
                  </a:cubicBezTo>
                  <a:cubicBezTo>
                    <a:pt x="127" y="10"/>
                    <a:pt x="123" y="9"/>
                    <a:pt x="122" y="10"/>
                  </a:cubicBezTo>
                  <a:cubicBezTo>
                    <a:pt x="122" y="11"/>
                    <a:pt x="124" y="12"/>
                    <a:pt x="124" y="12"/>
                  </a:cubicBezTo>
                  <a:cubicBezTo>
                    <a:pt x="123" y="14"/>
                    <a:pt x="123" y="14"/>
                    <a:pt x="123" y="14"/>
                  </a:cubicBezTo>
                  <a:cubicBezTo>
                    <a:pt x="124" y="16"/>
                    <a:pt x="124" y="16"/>
                    <a:pt x="124" y="16"/>
                  </a:cubicBezTo>
                  <a:cubicBezTo>
                    <a:pt x="123" y="19"/>
                    <a:pt x="123" y="19"/>
                    <a:pt x="123" y="19"/>
                  </a:cubicBezTo>
                  <a:cubicBezTo>
                    <a:pt x="119" y="18"/>
                    <a:pt x="119" y="18"/>
                    <a:pt x="119" y="18"/>
                  </a:cubicBezTo>
                  <a:cubicBezTo>
                    <a:pt x="114" y="22"/>
                    <a:pt x="114" y="22"/>
                    <a:pt x="114" y="22"/>
                  </a:cubicBezTo>
                  <a:cubicBezTo>
                    <a:pt x="115" y="24"/>
                    <a:pt x="115" y="24"/>
                    <a:pt x="115" y="24"/>
                  </a:cubicBezTo>
                  <a:cubicBezTo>
                    <a:pt x="115" y="26"/>
                    <a:pt x="115" y="26"/>
                    <a:pt x="115" y="26"/>
                  </a:cubicBezTo>
                  <a:cubicBezTo>
                    <a:pt x="115" y="26"/>
                    <a:pt x="111" y="25"/>
                    <a:pt x="111" y="25"/>
                  </a:cubicBezTo>
                  <a:cubicBezTo>
                    <a:pt x="110" y="25"/>
                    <a:pt x="108" y="23"/>
                    <a:pt x="108" y="23"/>
                  </a:cubicBezTo>
                  <a:cubicBezTo>
                    <a:pt x="108" y="23"/>
                    <a:pt x="105" y="24"/>
                    <a:pt x="106" y="24"/>
                  </a:cubicBezTo>
                  <a:cubicBezTo>
                    <a:pt x="107" y="25"/>
                    <a:pt x="108" y="26"/>
                    <a:pt x="108" y="26"/>
                  </a:cubicBezTo>
                  <a:cubicBezTo>
                    <a:pt x="110" y="26"/>
                    <a:pt x="110" y="26"/>
                    <a:pt x="110" y="26"/>
                  </a:cubicBezTo>
                  <a:cubicBezTo>
                    <a:pt x="109" y="28"/>
                    <a:pt x="109" y="28"/>
                    <a:pt x="109" y="28"/>
                  </a:cubicBezTo>
                  <a:cubicBezTo>
                    <a:pt x="109" y="28"/>
                    <a:pt x="107" y="29"/>
                    <a:pt x="106" y="28"/>
                  </a:cubicBezTo>
                  <a:cubicBezTo>
                    <a:pt x="106" y="28"/>
                    <a:pt x="104" y="25"/>
                    <a:pt x="104" y="25"/>
                  </a:cubicBezTo>
                  <a:cubicBezTo>
                    <a:pt x="102" y="26"/>
                    <a:pt x="102" y="26"/>
                    <a:pt x="102" y="26"/>
                  </a:cubicBezTo>
                  <a:cubicBezTo>
                    <a:pt x="102" y="24"/>
                    <a:pt x="102" y="24"/>
                    <a:pt x="102" y="24"/>
                  </a:cubicBezTo>
                  <a:cubicBezTo>
                    <a:pt x="102" y="21"/>
                    <a:pt x="102" y="21"/>
                    <a:pt x="102" y="21"/>
                  </a:cubicBezTo>
                  <a:cubicBezTo>
                    <a:pt x="102" y="21"/>
                    <a:pt x="97" y="18"/>
                    <a:pt x="97" y="18"/>
                  </a:cubicBezTo>
                  <a:cubicBezTo>
                    <a:pt x="97" y="17"/>
                    <a:pt x="96" y="16"/>
                    <a:pt x="96" y="16"/>
                  </a:cubicBezTo>
                  <a:cubicBezTo>
                    <a:pt x="96" y="16"/>
                    <a:pt x="108" y="20"/>
                    <a:pt x="109" y="20"/>
                  </a:cubicBezTo>
                  <a:cubicBezTo>
                    <a:pt x="110" y="20"/>
                    <a:pt x="112" y="19"/>
                    <a:pt x="112" y="19"/>
                  </a:cubicBezTo>
                  <a:cubicBezTo>
                    <a:pt x="112" y="19"/>
                    <a:pt x="116" y="18"/>
                    <a:pt x="116" y="17"/>
                  </a:cubicBezTo>
                  <a:cubicBezTo>
                    <a:pt x="117" y="16"/>
                    <a:pt x="116" y="14"/>
                    <a:pt x="116" y="14"/>
                  </a:cubicBezTo>
                  <a:cubicBezTo>
                    <a:pt x="104" y="7"/>
                    <a:pt x="104" y="7"/>
                    <a:pt x="104" y="7"/>
                  </a:cubicBezTo>
                  <a:cubicBezTo>
                    <a:pt x="104" y="7"/>
                    <a:pt x="99" y="8"/>
                    <a:pt x="98" y="7"/>
                  </a:cubicBezTo>
                  <a:cubicBezTo>
                    <a:pt x="97" y="6"/>
                    <a:pt x="97" y="5"/>
                    <a:pt x="97" y="5"/>
                  </a:cubicBezTo>
                  <a:cubicBezTo>
                    <a:pt x="97" y="5"/>
                    <a:pt x="92" y="6"/>
                    <a:pt x="91" y="6"/>
                  </a:cubicBezTo>
                  <a:cubicBezTo>
                    <a:pt x="90" y="6"/>
                    <a:pt x="89" y="4"/>
                    <a:pt x="89" y="4"/>
                  </a:cubicBezTo>
                  <a:cubicBezTo>
                    <a:pt x="92" y="4"/>
                    <a:pt x="92" y="4"/>
                    <a:pt x="92" y="4"/>
                  </a:cubicBezTo>
                  <a:cubicBezTo>
                    <a:pt x="93" y="3"/>
                    <a:pt x="93" y="3"/>
                    <a:pt x="93" y="3"/>
                  </a:cubicBezTo>
                  <a:cubicBezTo>
                    <a:pt x="90" y="1"/>
                    <a:pt x="90" y="1"/>
                    <a:pt x="90" y="1"/>
                  </a:cubicBezTo>
                  <a:cubicBezTo>
                    <a:pt x="88" y="1"/>
                    <a:pt x="88" y="1"/>
                    <a:pt x="88" y="1"/>
                  </a:cubicBezTo>
                  <a:cubicBezTo>
                    <a:pt x="87" y="0"/>
                    <a:pt x="87" y="0"/>
                    <a:pt x="87" y="0"/>
                  </a:cubicBezTo>
                  <a:cubicBezTo>
                    <a:pt x="85" y="0"/>
                    <a:pt x="85" y="0"/>
                    <a:pt x="85" y="0"/>
                  </a:cubicBezTo>
                  <a:cubicBezTo>
                    <a:pt x="83" y="1"/>
                    <a:pt x="83" y="1"/>
                    <a:pt x="83" y="1"/>
                  </a:cubicBezTo>
                  <a:cubicBezTo>
                    <a:pt x="80" y="3"/>
                    <a:pt x="80" y="3"/>
                    <a:pt x="80" y="3"/>
                  </a:cubicBezTo>
                  <a:cubicBezTo>
                    <a:pt x="81" y="1"/>
                    <a:pt x="81" y="1"/>
                    <a:pt x="81" y="1"/>
                  </a:cubicBezTo>
                  <a:cubicBezTo>
                    <a:pt x="81" y="0"/>
                    <a:pt x="81" y="0"/>
                    <a:pt x="81" y="0"/>
                  </a:cubicBezTo>
                  <a:cubicBezTo>
                    <a:pt x="79" y="1"/>
                    <a:pt x="79" y="1"/>
                    <a:pt x="79" y="1"/>
                  </a:cubicBezTo>
                  <a:cubicBezTo>
                    <a:pt x="76" y="2"/>
                    <a:pt x="76" y="2"/>
                    <a:pt x="76" y="2"/>
                  </a:cubicBezTo>
                  <a:cubicBezTo>
                    <a:pt x="75" y="3"/>
                    <a:pt x="75" y="3"/>
                    <a:pt x="75" y="3"/>
                  </a:cubicBezTo>
                  <a:cubicBezTo>
                    <a:pt x="75" y="3"/>
                    <a:pt x="75" y="3"/>
                    <a:pt x="75" y="3"/>
                  </a:cubicBezTo>
                  <a:cubicBezTo>
                    <a:pt x="74" y="2"/>
                    <a:pt x="74" y="2"/>
                    <a:pt x="74" y="2"/>
                  </a:cubicBezTo>
                  <a:cubicBezTo>
                    <a:pt x="72" y="3"/>
                    <a:pt x="72" y="3"/>
                    <a:pt x="72" y="3"/>
                  </a:cubicBezTo>
                  <a:cubicBezTo>
                    <a:pt x="71" y="4"/>
                    <a:pt x="71" y="4"/>
                    <a:pt x="71" y="4"/>
                  </a:cubicBezTo>
                  <a:cubicBezTo>
                    <a:pt x="69" y="5"/>
                    <a:pt x="69" y="5"/>
                    <a:pt x="69" y="5"/>
                  </a:cubicBezTo>
                  <a:cubicBezTo>
                    <a:pt x="67" y="3"/>
                    <a:pt x="67" y="3"/>
                    <a:pt x="67" y="3"/>
                  </a:cubicBezTo>
                  <a:cubicBezTo>
                    <a:pt x="65" y="4"/>
                    <a:pt x="65" y="4"/>
                    <a:pt x="65" y="4"/>
                  </a:cubicBezTo>
                  <a:cubicBezTo>
                    <a:pt x="64" y="6"/>
                    <a:pt x="64" y="6"/>
                    <a:pt x="64" y="6"/>
                  </a:cubicBezTo>
                  <a:cubicBezTo>
                    <a:pt x="62" y="5"/>
                    <a:pt x="62" y="5"/>
                    <a:pt x="62" y="5"/>
                  </a:cubicBezTo>
                  <a:cubicBezTo>
                    <a:pt x="61" y="7"/>
                    <a:pt x="61" y="7"/>
                    <a:pt x="61" y="7"/>
                  </a:cubicBezTo>
                  <a:cubicBezTo>
                    <a:pt x="62" y="8"/>
                    <a:pt x="62" y="8"/>
                    <a:pt x="62" y="8"/>
                  </a:cubicBezTo>
                  <a:cubicBezTo>
                    <a:pt x="60" y="9"/>
                    <a:pt x="60" y="9"/>
                    <a:pt x="60" y="9"/>
                  </a:cubicBezTo>
                  <a:cubicBezTo>
                    <a:pt x="59" y="7"/>
                    <a:pt x="59" y="7"/>
                    <a:pt x="59" y="7"/>
                  </a:cubicBezTo>
                  <a:cubicBezTo>
                    <a:pt x="57" y="8"/>
                    <a:pt x="57" y="8"/>
                    <a:pt x="57" y="8"/>
                  </a:cubicBezTo>
                  <a:cubicBezTo>
                    <a:pt x="57" y="10"/>
                    <a:pt x="57" y="10"/>
                    <a:pt x="57" y="10"/>
                  </a:cubicBezTo>
                  <a:cubicBezTo>
                    <a:pt x="59" y="11"/>
                    <a:pt x="59" y="11"/>
                    <a:pt x="59" y="11"/>
                  </a:cubicBezTo>
                  <a:cubicBezTo>
                    <a:pt x="60" y="10"/>
                    <a:pt x="60" y="10"/>
                    <a:pt x="60" y="10"/>
                  </a:cubicBezTo>
                  <a:cubicBezTo>
                    <a:pt x="60" y="12"/>
                    <a:pt x="60" y="12"/>
                    <a:pt x="60" y="12"/>
                  </a:cubicBezTo>
                  <a:cubicBezTo>
                    <a:pt x="58" y="12"/>
                    <a:pt x="58" y="12"/>
                    <a:pt x="58" y="12"/>
                  </a:cubicBezTo>
                  <a:cubicBezTo>
                    <a:pt x="57" y="14"/>
                    <a:pt x="57" y="14"/>
                    <a:pt x="57" y="14"/>
                  </a:cubicBezTo>
                  <a:cubicBezTo>
                    <a:pt x="53" y="16"/>
                    <a:pt x="53" y="16"/>
                    <a:pt x="53" y="16"/>
                  </a:cubicBezTo>
                  <a:cubicBezTo>
                    <a:pt x="53" y="19"/>
                    <a:pt x="53" y="19"/>
                    <a:pt x="53" y="19"/>
                  </a:cubicBezTo>
                  <a:cubicBezTo>
                    <a:pt x="51" y="19"/>
                    <a:pt x="51" y="19"/>
                    <a:pt x="51" y="19"/>
                  </a:cubicBezTo>
                  <a:cubicBezTo>
                    <a:pt x="49" y="25"/>
                    <a:pt x="49" y="25"/>
                    <a:pt x="49" y="25"/>
                  </a:cubicBezTo>
                  <a:cubicBezTo>
                    <a:pt x="46" y="26"/>
                    <a:pt x="46" y="26"/>
                    <a:pt x="46" y="26"/>
                  </a:cubicBezTo>
                  <a:cubicBezTo>
                    <a:pt x="44" y="28"/>
                    <a:pt x="44" y="28"/>
                    <a:pt x="44" y="28"/>
                  </a:cubicBezTo>
                  <a:cubicBezTo>
                    <a:pt x="45" y="29"/>
                    <a:pt x="45" y="29"/>
                    <a:pt x="45" y="29"/>
                  </a:cubicBezTo>
                  <a:cubicBezTo>
                    <a:pt x="45" y="29"/>
                    <a:pt x="43" y="29"/>
                    <a:pt x="42" y="30"/>
                  </a:cubicBezTo>
                  <a:cubicBezTo>
                    <a:pt x="41" y="30"/>
                    <a:pt x="42" y="32"/>
                    <a:pt x="40" y="32"/>
                  </a:cubicBezTo>
                  <a:cubicBezTo>
                    <a:pt x="39" y="32"/>
                    <a:pt x="34" y="33"/>
                    <a:pt x="34" y="35"/>
                  </a:cubicBezTo>
                  <a:cubicBezTo>
                    <a:pt x="34" y="36"/>
                    <a:pt x="35" y="40"/>
                    <a:pt x="35" y="40"/>
                  </a:cubicBezTo>
                  <a:cubicBezTo>
                    <a:pt x="36" y="41"/>
                    <a:pt x="36" y="41"/>
                    <a:pt x="36" y="41"/>
                  </a:cubicBezTo>
                  <a:cubicBezTo>
                    <a:pt x="34" y="43"/>
                    <a:pt x="34" y="43"/>
                    <a:pt x="34" y="43"/>
                  </a:cubicBezTo>
                  <a:cubicBezTo>
                    <a:pt x="34" y="44"/>
                    <a:pt x="34" y="44"/>
                    <a:pt x="34" y="44"/>
                  </a:cubicBezTo>
                  <a:cubicBezTo>
                    <a:pt x="36" y="44"/>
                    <a:pt x="36" y="44"/>
                    <a:pt x="36" y="44"/>
                  </a:cubicBezTo>
                  <a:cubicBezTo>
                    <a:pt x="35" y="46"/>
                    <a:pt x="35" y="46"/>
                    <a:pt x="35" y="46"/>
                  </a:cubicBezTo>
                  <a:cubicBezTo>
                    <a:pt x="36" y="47"/>
                    <a:pt x="36" y="47"/>
                    <a:pt x="36" y="47"/>
                  </a:cubicBezTo>
                  <a:cubicBezTo>
                    <a:pt x="40" y="49"/>
                    <a:pt x="40" y="49"/>
                    <a:pt x="40" y="49"/>
                  </a:cubicBezTo>
                  <a:cubicBezTo>
                    <a:pt x="42" y="47"/>
                    <a:pt x="42" y="47"/>
                    <a:pt x="42" y="47"/>
                  </a:cubicBezTo>
                  <a:cubicBezTo>
                    <a:pt x="44" y="45"/>
                    <a:pt x="44" y="45"/>
                    <a:pt x="44" y="45"/>
                  </a:cubicBezTo>
                  <a:cubicBezTo>
                    <a:pt x="46" y="45"/>
                    <a:pt x="46" y="45"/>
                    <a:pt x="46" y="45"/>
                  </a:cubicBezTo>
                  <a:cubicBezTo>
                    <a:pt x="46" y="43"/>
                    <a:pt x="46" y="43"/>
                    <a:pt x="46" y="43"/>
                  </a:cubicBezTo>
                  <a:cubicBezTo>
                    <a:pt x="47" y="45"/>
                    <a:pt x="47" y="45"/>
                    <a:pt x="47" y="45"/>
                  </a:cubicBezTo>
                  <a:cubicBezTo>
                    <a:pt x="48" y="47"/>
                    <a:pt x="48" y="47"/>
                    <a:pt x="48" y="47"/>
                  </a:cubicBezTo>
                  <a:cubicBezTo>
                    <a:pt x="51" y="52"/>
                    <a:pt x="51" y="52"/>
                    <a:pt x="51" y="52"/>
                  </a:cubicBezTo>
                  <a:cubicBezTo>
                    <a:pt x="52" y="55"/>
                    <a:pt x="52" y="55"/>
                    <a:pt x="52" y="55"/>
                  </a:cubicBezTo>
                  <a:cubicBezTo>
                    <a:pt x="53" y="57"/>
                    <a:pt x="53" y="57"/>
                    <a:pt x="53" y="57"/>
                  </a:cubicBezTo>
                  <a:cubicBezTo>
                    <a:pt x="55" y="56"/>
                    <a:pt x="55" y="56"/>
                    <a:pt x="55" y="56"/>
                  </a:cubicBezTo>
                  <a:cubicBezTo>
                    <a:pt x="56" y="55"/>
                    <a:pt x="56" y="55"/>
                    <a:pt x="56" y="55"/>
                  </a:cubicBezTo>
                  <a:cubicBezTo>
                    <a:pt x="58" y="55"/>
                    <a:pt x="58" y="55"/>
                    <a:pt x="58" y="55"/>
                  </a:cubicBezTo>
                  <a:cubicBezTo>
                    <a:pt x="60" y="52"/>
                    <a:pt x="60" y="52"/>
                    <a:pt x="60" y="52"/>
                  </a:cubicBezTo>
                  <a:cubicBezTo>
                    <a:pt x="61" y="46"/>
                    <a:pt x="61" y="46"/>
                    <a:pt x="61" y="46"/>
                  </a:cubicBezTo>
                  <a:cubicBezTo>
                    <a:pt x="63" y="46"/>
                    <a:pt x="63" y="46"/>
                    <a:pt x="63" y="46"/>
                  </a:cubicBezTo>
                  <a:cubicBezTo>
                    <a:pt x="65" y="44"/>
                    <a:pt x="65" y="44"/>
                    <a:pt x="65" y="44"/>
                  </a:cubicBezTo>
                  <a:cubicBezTo>
                    <a:pt x="65" y="42"/>
                    <a:pt x="65" y="42"/>
                    <a:pt x="65" y="42"/>
                  </a:cubicBezTo>
                  <a:cubicBezTo>
                    <a:pt x="64" y="40"/>
                    <a:pt x="64" y="40"/>
                    <a:pt x="64" y="40"/>
                  </a:cubicBezTo>
                  <a:cubicBezTo>
                    <a:pt x="61" y="39"/>
                    <a:pt x="61" y="39"/>
                    <a:pt x="61" y="39"/>
                  </a:cubicBezTo>
                  <a:cubicBezTo>
                    <a:pt x="61" y="36"/>
                    <a:pt x="61" y="36"/>
                    <a:pt x="61" y="36"/>
                  </a:cubicBezTo>
                  <a:cubicBezTo>
                    <a:pt x="62" y="34"/>
                    <a:pt x="62" y="34"/>
                    <a:pt x="62" y="34"/>
                  </a:cubicBezTo>
                  <a:cubicBezTo>
                    <a:pt x="64" y="32"/>
                    <a:pt x="64" y="32"/>
                    <a:pt x="64" y="32"/>
                  </a:cubicBezTo>
                  <a:cubicBezTo>
                    <a:pt x="65" y="30"/>
                    <a:pt x="65" y="30"/>
                    <a:pt x="65" y="30"/>
                  </a:cubicBezTo>
                  <a:cubicBezTo>
                    <a:pt x="67" y="30"/>
                    <a:pt x="67" y="30"/>
                    <a:pt x="67" y="30"/>
                  </a:cubicBezTo>
                  <a:cubicBezTo>
                    <a:pt x="67" y="30"/>
                    <a:pt x="71" y="27"/>
                    <a:pt x="71" y="27"/>
                  </a:cubicBezTo>
                  <a:cubicBezTo>
                    <a:pt x="72" y="26"/>
                    <a:pt x="71" y="24"/>
                    <a:pt x="71" y="24"/>
                  </a:cubicBezTo>
                  <a:cubicBezTo>
                    <a:pt x="71" y="24"/>
                    <a:pt x="73" y="21"/>
                    <a:pt x="74" y="21"/>
                  </a:cubicBezTo>
                  <a:cubicBezTo>
                    <a:pt x="75" y="21"/>
                    <a:pt x="78" y="20"/>
                    <a:pt x="78" y="20"/>
                  </a:cubicBezTo>
                  <a:cubicBezTo>
                    <a:pt x="79" y="22"/>
                    <a:pt x="79" y="22"/>
                    <a:pt x="79" y="22"/>
                  </a:cubicBezTo>
                  <a:cubicBezTo>
                    <a:pt x="80" y="24"/>
                    <a:pt x="80" y="24"/>
                    <a:pt x="80" y="24"/>
                  </a:cubicBezTo>
                  <a:cubicBezTo>
                    <a:pt x="78" y="24"/>
                    <a:pt x="78" y="24"/>
                    <a:pt x="78" y="24"/>
                  </a:cubicBezTo>
                  <a:cubicBezTo>
                    <a:pt x="73" y="28"/>
                    <a:pt x="73" y="28"/>
                    <a:pt x="73" y="28"/>
                  </a:cubicBezTo>
                  <a:cubicBezTo>
                    <a:pt x="73" y="30"/>
                    <a:pt x="73" y="30"/>
                    <a:pt x="73" y="30"/>
                  </a:cubicBezTo>
                  <a:cubicBezTo>
                    <a:pt x="70" y="31"/>
                    <a:pt x="70" y="31"/>
                    <a:pt x="70" y="31"/>
                  </a:cubicBezTo>
                  <a:cubicBezTo>
                    <a:pt x="70" y="34"/>
                    <a:pt x="70" y="34"/>
                    <a:pt x="70" y="34"/>
                  </a:cubicBezTo>
                  <a:cubicBezTo>
                    <a:pt x="71" y="36"/>
                    <a:pt x="71" y="36"/>
                    <a:pt x="71" y="36"/>
                  </a:cubicBezTo>
                  <a:cubicBezTo>
                    <a:pt x="71" y="39"/>
                    <a:pt x="71" y="39"/>
                    <a:pt x="71" y="39"/>
                  </a:cubicBezTo>
                  <a:cubicBezTo>
                    <a:pt x="76" y="41"/>
                    <a:pt x="76" y="41"/>
                    <a:pt x="76" y="41"/>
                  </a:cubicBezTo>
                  <a:cubicBezTo>
                    <a:pt x="76" y="41"/>
                    <a:pt x="80" y="40"/>
                    <a:pt x="81" y="40"/>
                  </a:cubicBezTo>
                  <a:cubicBezTo>
                    <a:pt x="82" y="40"/>
                    <a:pt x="86" y="40"/>
                    <a:pt x="86" y="40"/>
                  </a:cubicBezTo>
                  <a:cubicBezTo>
                    <a:pt x="87" y="38"/>
                    <a:pt x="87" y="38"/>
                    <a:pt x="87" y="38"/>
                  </a:cubicBezTo>
                  <a:cubicBezTo>
                    <a:pt x="88" y="40"/>
                    <a:pt x="88" y="40"/>
                    <a:pt x="88" y="40"/>
                  </a:cubicBezTo>
                  <a:cubicBezTo>
                    <a:pt x="90" y="41"/>
                    <a:pt x="90" y="41"/>
                    <a:pt x="90" y="41"/>
                  </a:cubicBezTo>
                  <a:cubicBezTo>
                    <a:pt x="90" y="41"/>
                    <a:pt x="88" y="42"/>
                    <a:pt x="87" y="43"/>
                  </a:cubicBezTo>
                  <a:cubicBezTo>
                    <a:pt x="87" y="43"/>
                    <a:pt x="86" y="44"/>
                    <a:pt x="86" y="44"/>
                  </a:cubicBezTo>
                  <a:cubicBezTo>
                    <a:pt x="84" y="44"/>
                    <a:pt x="84" y="44"/>
                    <a:pt x="84" y="44"/>
                  </a:cubicBezTo>
                  <a:cubicBezTo>
                    <a:pt x="81" y="43"/>
                    <a:pt x="81" y="43"/>
                    <a:pt x="81" y="43"/>
                  </a:cubicBezTo>
                  <a:cubicBezTo>
                    <a:pt x="77" y="44"/>
                    <a:pt x="77" y="44"/>
                    <a:pt x="77" y="44"/>
                  </a:cubicBezTo>
                  <a:cubicBezTo>
                    <a:pt x="76" y="46"/>
                    <a:pt x="76" y="46"/>
                    <a:pt x="76" y="46"/>
                  </a:cubicBezTo>
                  <a:cubicBezTo>
                    <a:pt x="77" y="47"/>
                    <a:pt x="77" y="47"/>
                    <a:pt x="77" y="47"/>
                  </a:cubicBezTo>
                  <a:cubicBezTo>
                    <a:pt x="79" y="47"/>
                    <a:pt x="79" y="47"/>
                    <a:pt x="79" y="47"/>
                  </a:cubicBezTo>
                  <a:cubicBezTo>
                    <a:pt x="78" y="49"/>
                    <a:pt x="78" y="49"/>
                    <a:pt x="78" y="49"/>
                  </a:cubicBezTo>
                  <a:cubicBezTo>
                    <a:pt x="78" y="49"/>
                    <a:pt x="78" y="52"/>
                    <a:pt x="77" y="52"/>
                  </a:cubicBezTo>
                  <a:cubicBezTo>
                    <a:pt x="75" y="52"/>
                    <a:pt x="74" y="50"/>
                    <a:pt x="74" y="50"/>
                  </a:cubicBezTo>
                  <a:cubicBezTo>
                    <a:pt x="72" y="50"/>
                    <a:pt x="72" y="50"/>
                    <a:pt x="72" y="50"/>
                  </a:cubicBezTo>
                  <a:cubicBezTo>
                    <a:pt x="70" y="52"/>
                    <a:pt x="70" y="52"/>
                    <a:pt x="70" y="52"/>
                  </a:cubicBezTo>
                  <a:cubicBezTo>
                    <a:pt x="70" y="56"/>
                    <a:pt x="70" y="56"/>
                    <a:pt x="70" y="56"/>
                  </a:cubicBezTo>
                  <a:cubicBezTo>
                    <a:pt x="71" y="57"/>
                    <a:pt x="71" y="57"/>
                    <a:pt x="71" y="57"/>
                  </a:cubicBezTo>
                  <a:cubicBezTo>
                    <a:pt x="70" y="58"/>
                    <a:pt x="70" y="58"/>
                    <a:pt x="70" y="58"/>
                  </a:cubicBezTo>
                  <a:cubicBezTo>
                    <a:pt x="68" y="58"/>
                    <a:pt x="68" y="58"/>
                    <a:pt x="68" y="58"/>
                  </a:cubicBezTo>
                  <a:cubicBezTo>
                    <a:pt x="67" y="60"/>
                    <a:pt x="67" y="60"/>
                    <a:pt x="67" y="60"/>
                  </a:cubicBezTo>
                  <a:cubicBezTo>
                    <a:pt x="67" y="60"/>
                    <a:pt x="65" y="60"/>
                    <a:pt x="65" y="59"/>
                  </a:cubicBezTo>
                  <a:cubicBezTo>
                    <a:pt x="64" y="59"/>
                    <a:pt x="63" y="59"/>
                    <a:pt x="63" y="59"/>
                  </a:cubicBezTo>
                  <a:cubicBezTo>
                    <a:pt x="63" y="59"/>
                    <a:pt x="62" y="59"/>
                    <a:pt x="60" y="60"/>
                  </a:cubicBezTo>
                  <a:cubicBezTo>
                    <a:pt x="59" y="60"/>
                    <a:pt x="55" y="62"/>
                    <a:pt x="55" y="62"/>
                  </a:cubicBezTo>
                  <a:cubicBezTo>
                    <a:pt x="53" y="60"/>
                    <a:pt x="53" y="60"/>
                    <a:pt x="53" y="60"/>
                  </a:cubicBezTo>
                  <a:cubicBezTo>
                    <a:pt x="53" y="60"/>
                    <a:pt x="50" y="60"/>
                    <a:pt x="50" y="61"/>
                  </a:cubicBezTo>
                  <a:cubicBezTo>
                    <a:pt x="49" y="61"/>
                    <a:pt x="47" y="62"/>
                    <a:pt x="47" y="62"/>
                  </a:cubicBezTo>
                  <a:cubicBezTo>
                    <a:pt x="47" y="62"/>
                    <a:pt x="44" y="59"/>
                    <a:pt x="44" y="58"/>
                  </a:cubicBezTo>
                  <a:cubicBezTo>
                    <a:pt x="44" y="57"/>
                    <a:pt x="44" y="55"/>
                    <a:pt x="44" y="55"/>
                  </a:cubicBezTo>
                  <a:cubicBezTo>
                    <a:pt x="47" y="54"/>
                    <a:pt x="47" y="54"/>
                    <a:pt x="47" y="54"/>
                  </a:cubicBezTo>
                  <a:cubicBezTo>
                    <a:pt x="46" y="53"/>
                    <a:pt x="46" y="53"/>
                    <a:pt x="46" y="53"/>
                  </a:cubicBezTo>
                  <a:cubicBezTo>
                    <a:pt x="46" y="50"/>
                    <a:pt x="46" y="50"/>
                    <a:pt x="46" y="50"/>
                  </a:cubicBezTo>
                  <a:cubicBezTo>
                    <a:pt x="46" y="50"/>
                    <a:pt x="44" y="52"/>
                    <a:pt x="43" y="52"/>
                  </a:cubicBezTo>
                  <a:cubicBezTo>
                    <a:pt x="42" y="52"/>
                    <a:pt x="41" y="52"/>
                    <a:pt x="41" y="52"/>
                  </a:cubicBezTo>
                  <a:cubicBezTo>
                    <a:pt x="40" y="55"/>
                    <a:pt x="40" y="55"/>
                    <a:pt x="40" y="55"/>
                  </a:cubicBezTo>
                  <a:cubicBezTo>
                    <a:pt x="42" y="59"/>
                    <a:pt x="42" y="59"/>
                    <a:pt x="42" y="59"/>
                  </a:cubicBezTo>
                  <a:cubicBezTo>
                    <a:pt x="43" y="62"/>
                    <a:pt x="43" y="62"/>
                    <a:pt x="43" y="62"/>
                  </a:cubicBezTo>
                  <a:cubicBezTo>
                    <a:pt x="41" y="63"/>
                    <a:pt x="41" y="63"/>
                    <a:pt x="41" y="63"/>
                  </a:cubicBezTo>
                  <a:cubicBezTo>
                    <a:pt x="38" y="62"/>
                    <a:pt x="38" y="62"/>
                    <a:pt x="38" y="62"/>
                  </a:cubicBezTo>
                  <a:cubicBezTo>
                    <a:pt x="37" y="63"/>
                    <a:pt x="37" y="63"/>
                    <a:pt x="37" y="63"/>
                  </a:cubicBezTo>
                  <a:cubicBezTo>
                    <a:pt x="35" y="63"/>
                    <a:pt x="35" y="63"/>
                    <a:pt x="35" y="63"/>
                  </a:cubicBezTo>
                  <a:cubicBezTo>
                    <a:pt x="34" y="65"/>
                    <a:pt x="34" y="65"/>
                    <a:pt x="34" y="65"/>
                  </a:cubicBezTo>
                  <a:cubicBezTo>
                    <a:pt x="33" y="65"/>
                    <a:pt x="33" y="65"/>
                    <a:pt x="33" y="65"/>
                  </a:cubicBezTo>
                  <a:cubicBezTo>
                    <a:pt x="33" y="65"/>
                    <a:pt x="33" y="65"/>
                    <a:pt x="32" y="66"/>
                  </a:cubicBezTo>
                  <a:cubicBezTo>
                    <a:pt x="31" y="67"/>
                    <a:pt x="28" y="70"/>
                    <a:pt x="28" y="70"/>
                  </a:cubicBezTo>
                  <a:cubicBezTo>
                    <a:pt x="26" y="71"/>
                    <a:pt x="26" y="71"/>
                    <a:pt x="26" y="71"/>
                  </a:cubicBezTo>
                  <a:cubicBezTo>
                    <a:pt x="25" y="73"/>
                    <a:pt x="25" y="73"/>
                    <a:pt x="25" y="73"/>
                  </a:cubicBezTo>
                  <a:cubicBezTo>
                    <a:pt x="24" y="74"/>
                    <a:pt x="24" y="74"/>
                    <a:pt x="24" y="74"/>
                  </a:cubicBezTo>
                  <a:cubicBezTo>
                    <a:pt x="22" y="76"/>
                    <a:pt x="22" y="76"/>
                    <a:pt x="22" y="76"/>
                  </a:cubicBezTo>
                  <a:cubicBezTo>
                    <a:pt x="20" y="76"/>
                    <a:pt x="20" y="76"/>
                    <a:pt x="20" y="76"/>
                  </a:cubicBezTo>
                  <a:cubicBezTo>
                    <a:pt x="18" y="75"/>
                    <a:pt x="18" y="75"/>
                    <a:pt x="18" y="75"/>
                  </a:cubicBezTo>
                  <a:cubicBezTo>
                    <a:pt x="19" y="78"/>
                    <a:pt x="19" y="78"/>
                    <a:pt x="19" y="78"/>
                  </a:cubicBezTo>
                  <a:cubicBezTo>
                    <a:pt x="17" y="78"/>
                    <a:pt x="17" y="78"/>
                    <a:pt x="17" y="78"/>
                  </a:cubicBezTo>
                  <a:cubicBezTo>
                    <a:pt x="15" y="78"/>
                    <a:pt x="15" y="78"/>
                    <a:pt x="15" y="78"/>
                  </a:cubicBezTo>
                  <a:cubicBezTo>
                    <a:pt x="15" y="77"/>
                    <a:pt x="15" y="77"/>
                    <a:pt x="15" y="77"/>
                  </a:cubicBezTo>
                  <a:cubicBezTo>
                    <a:pt x="13" y="77"/>
                    <a:pt x="13" y="77"/>
                    <a:pt x="13" y="77"/>
                  </a:cubicBezTo>
                  <a:cubicBezTo>
                    <a:pt x="11" y="78"/>
                    <a:pt x="11" y="78"/>
                    <a:pt x="11" y="78"/>
                  </a:cubicBezTo>
                  <a:cubicBezTo>
                    <a:pt x="12" y="80"/>
                    <a:pt x="12" y="80"/>
                    <a:pt x="12" y="80"/>
                  </a:cubicBezTo>
                  <a:cubicBezTo>
                    <a:pt x="15" y="80"/>
                    <a:pt x="15" y="80"/>
                    <a:pt x="15" y="80"/>
                  </a:cubicBezTo>
                  <a:cubicBezTo>
                    <a:pt x="17" y="83"/>
                    <a:pt x="17" y="83"/>
                    <a:pt x="17" y="83"/>
                  </a:cubicBezTo>
                  <a:cubicBezTo>
                    <a:pt x="20" y="85"/>
                    <a:pt x="20" y="85"/>
                    <a:pt x="20" y="85"/>
                  </a:cubicBezTo>
                  <a:cubicBezTo>
                    <a:pt x="20" y="87"/>
                    <a:pt x="20" y="87"/>
                    <a:pt x="20" y="87"/>
                  </a:cubicBezTo>
                  <a:cubicBezTo>
                    <a:pt x="19" y="88"/>
                    <a:pt x="19" y="88"/>
                    <a:pt x="19" y="88"/>
                  </a:cubicBezTo>
                  <a:cubicBezTo>
                    <a:pt x="19" y="90"/>
                    <a:pt x="19" y="90"/>
                    <a:pt x="19" y="90"/>
                  </a:cubicBezTo>
                  <a:cubicBezTo>
                    <a:pt x="18" y="92"/>
                    <a:pt x="18" y="92"/>
                    <a:pt x="18" y="92"/>
                  </a:cubicBezTo>
                  <a:cubicBezTo>
                    <a:pt x="12" y="93"/>
                    <a:pt x="12" y="93"/>
                    <a:pt x="12" y="93"/>
                  </a:cubicBezTo>
                  <a:cubicBezTo>
                    <a:pt x="10" y="92"/>
                    <a:pt x="10" y="92"/>
                    <a:pt x="10" y="92"/>
                  </a:cubicBezTo>
                  <a:cubicBezTo>
                    <a:pt x="4" y="92"/>
                    <a:pt x="4" y="92"/>
                    <a:pt x="4" y="92"/>
                  </a:cubicBezTo>
                  <a:cubicBezTo>
                    <a:pt x="2" y="93"/>
                    <a:pt x="2" y="93"/>
                    <a:pt x="2" y="93"/>
                  </a:cubicBezTo>
                  <a:cubicBezTo>
                    <a:pt x="1" y="94"/>
                    <a:pt x="1" y="94"/>
                    <a:pt x="1" y="94"/>
                  </a:cubicBezTo>
                  <a:cubicBezTo>
                    <a:pt x="2" y="96"/>
                    <a:pt x="2" y="96"/>
                    <a:pt x="2" y="96"/>
                  </a:cubicBezTo>
                  <a:cubicBezTo>
                    <a:pt x="1" y="102"/>
                    <a:pt x="1" y="102"/>
                    <a:pt x="1" y="102"/>
                  </a:cubicBezTo>
                  <a:cubicBezTo>
                    <a:pt x="0" y="104"/>
                    <a:pt x="0" y="104"/>
                    <a:pt x="0" y="104"/>
                  </a:cubicBezTo>
                  <a:cubicBezTo>
                    <a:pt x="2" y="107"/>
                    <a:pt x="2" y="107"/>
                    <a:pt x="2" y="107"/>
                  </a:cubicBezTo>
                  <a:cubicBezTo>
                    <a:pt x="2" y="110"/>
                    <a:pt x="2" y="110"/>
                    <a:pt x="2" y="110"/>
                  </a:cubicBezTo>
                  <a:cubicBezTo>
                    <a:pt x="5" y="110"/>
                    <a:pt x="5" y="110"/>
                    <a:pt x="5" y="110"/>
                  </a:cubicBezTo>
                  <a:cubicBezTo>
                    <a:pt x="7" y="110"/>
                    <a:pt x="7" y="110"/>
                    <a:pt x="7" y="110"/>
                  </a:cubicBezTo>
                  <a:cubicBezTo>
                    <a:pt x="8" y="111"/>
                    <a:pt x="8" y="111"/>
                    <a:pt x="8" y="111"/>
                  </a:cubicBezTo>
                  <a:cubicBezTo>
                    <a:pt x="10" y="112"/>
                    <a:pt x="10" y="112"/>
                    <a:pt x="10" y="112"/>
                  </a:cubicBezTo>
                  <a:cubicBezTo>
                    <a:pt x="13" y="111"/>
                    <a:pt x="13" y="111"/>
                    <a:pt x="13" y="111"/>
                  </a:cubicBezTo>
                  <a:cubicBezTo>
                    <a:pt x="16" y="111"/>
                    <a:pt x="16" y="111"/>
                    <a:pt x="16" y="111"/>
                  </a:cubicBezTo>
                  <a:cubicBezTo>
                    <a:pt x="18" y="110"/>
                    <a:pt x="18" y="110"/>
                    <a:pt x="18" y="110"/>
                  </a:cubicBezTo>
                  <a:cubicBezTo>
                    <a:pt x="19" y="108"/>
                    <a:pt x="19" y="108"/>
                    <a:pt x="19" y="108"/>
                  </a:cubicBezTo>
                  <a:cubicBezTo>
                    <a:pt x="20" y="108"/>
                    <a:pt x="20" y="108"/>
                    <a:pt x="20" y="108"/>
                  </a:cubicBezTo>
                  <a:cubicBezTo>
                    <a:pt x="22" y="106"/>
                    <a:pt x="22" y="106"/>
                    <a:pt x="22" y="106"/>
                  </a:cubicBezTo>
                  <a:cubicBezTo>
                    <a:pt x="21" y="104"/>
                    <a:pt x="21" y="104"/>
                    <a:pt x="21" y="104"/>
                  </a:cubicBezTo>
                  <a:cubicBezTo>
                    <a:pt x="24" y="100"/>
                    <a:pt x="24" y="100"/>
                    <a:pt x="24" y="100"/>
                  </a:cubicBezTo>
                  <a:cubicBezTo>
                    <a:pt x="25" y="99"/>
                    <a:pt x="25" y="99"/>
                    <a:pt x="25" y="99"/>
                  </a:cubicBezTo>
                  <a:cubicBezTo>
                    <a:pt x="28" y="97"/>
                    <a:pt x="28" y="97"/>
                    <a:pt x="28" y="97"/>
                  </a:cubicBezTo>
                  <a:cubicBezTo>
                    <a:pt x="29" y="96"/>
                    <a:pt x="29" y="96"/>
                    <a:pt x="29" y="96"/>
                  </a:cubicBezTo>
                  <a:cubicBezTo>
                    <a:pt x="29" y="93"/>
                    <a:pt x="29" y="93"/>
                    <a:pt x="29" y="93"/>
                  </a:cubicBezTo>
                  <a:cubicBezTo>
                    <a:pt x="32" y="92"/>
                    <a:pt x="32" y="92"/>
                    <a:pt x="32" y="92"/>
                  </a:cubicBezTo>
                  <a:cubicBezTo>
                    <a:pt x="35" y="93"/>
                    <a:pt x="35" y="93"/>
                    <a:pt x="35" y="93"/>
                  </a:cubicBezTo>
                  <a:cubicBezTo>
                    <a:pt x="37" y="94"/>
                    <a:pt x="37" y="94"/>
                    <a:pt x="37" y="94"/>
                  </a:cubicBezTo>
                  <a:cubicBezTo>
                    <a:pt x="37" y="94"/>
                    <a:pt x="38" y="92"/>
                    <a:pt x="39" y="92"/>
                  </a:cubicBezTo>
                  <a:cubicBezTo>
                    <a:pt x="40" y="92"/>
                    <a:pt x="40" y="92"/>
                    <a:pt x="40" y="92"/>
                  </a:cubicBezTo>
                  <a:cubicBezTo>
                    <a:pt x="40" y="92"/>
                    <a:pt x="41" y="90"/>
                    <a:pt x="42" y="90"/>
                  </a:cubicBezTo>
                  <a:cubicBezTo>
                    <a:pt x="42" y="90"/>
                    <a:pt x="45" y="91"/>
                    <a:pt x="45" y="91"/>
                  </a:cubicBezTo>
                  <a:cubicBezTo>
                    <a:pt x="46" y="95"/>
                    <a:pt x="46" y="95"/>
                    <a:pt x="46" y="95"/>
                  </a:cubicBezTo>
                  <a:cubicBezTo>
                    <a:pt x="48" y="96"/>
                    <a:pt x="48" y="96"/>
                    <a:pt x="48" y="96"/>
                  </a:cubicBezTo>
                  <a:cubicBezTo>
                    <a:pt x="51" y="98"/>
                    <a:pt x="51" y="98"/>
                    <a:pt x="51" y="98"/>
                  </a:cubicBezTo>
                  <a:cubicBezTo>
                    <a:pt x="54" y="99"/>
                    <a:pt x="54" y="99"/>
                    <a:pt x="54" y="99"/>
                  </a:cubicBezTo>
                  <a:cubicBezTo>
                    <a:pt x="56" y="102"/>
                    <a:pt x="56" y="102"/>
                    <a:pt x="56" y="102"/>
                  </a:cubicBezTo>
                  <a:cubicBezTo>
                    <a:pt x="59" y="103"/>
                    <a:pt x="59" y="103"/>
                    <a:pt x="59" y="103"/>
                  </a:cubicBezTo>
                  <a:cubicBezTo>
                    <a:pt x="58" y="106"/>
                    <a:pt x="58" y="106"/>
                    <a:pt x="58" y="106"/>
                  </a:cubicBezTo>
                  <a:cubicBezTo>
                    <a:pt x="59" y="108"/>
                    <a:pt x="59" y="108"/>
                    <a:pt x="59" y="108"/>
                  </a:cubicBezTo>
                  <a:cubicBezTo>
                    <a:pt x="59" y="108"/>
                    <a:pt x="60" y="105"/>
                    <a:pt x="61" y="105"/>
                  </a:cubicBezTo>
                  <a:cubicBezTo>
                    <a:pt x="62" y="105"/>
                    <a:pt x="62" y="105"/>
                    <a:pt x="62" y="105"/>
                  </a:cubicBezTo>
                  <a:cubicBezTo>
                    <a:pt x="62" y="105"/>
                    <a:pt x="62" y="105"/>
                    <a:pt x="61" y="103"/>
                  </a:cubicBezTo>
                  <a:cubicBezTo>
                    <a:pt x="60" y="102"/>
                    <a:pt x="60" y="102"/>
                    <a:pt x="60" y="102"/>
                  </a:cubicBezTo>
                  <a:cubicBezTo>
                    <a:pt x="60" y="102"/>
                    <a:pt x="62" y="101"/>
                    <a:pt x="63" y="101"/>
                  </a:cubicBezTo>
                  <a:cubicBezTo>
                    <a:pt x="63" y="102"/>
                    <a:pt x="64" y="102"/>
                    <a:pt x="64" y="102"/>
                  </a:cubicBezTo>
                  <a:cubicBezTo>
                    <a:pt x="65" y="101"/>
                    <a:pt x="65" y="101"/>
                    <a:pt x="65" y="101"/>
                  </a:cubicBezTo>
                  <a:cubicBezTo>
                    <a:pt x="65" y="101"/>
                    <a:pt x="63" y="100"/>
                    <a:pt x="62" y="99"/>
                  </a:cubicBezTo>
                  <a:cubicBezTo>
                    <a:pt x="60" y="99"/>
                    <a:pt x="59" y="98"/>
                    <a:pt x="59" y="98"/>
                  </a:cubicBezTo>
                  <a:cubicBezTo>
                    <a:pt x="59" y="97"/>
                    <a:pt x="59" y="97"/>
                    <a:pt x="59" y="97"/>
                  </a:cubicBezTo>
                  <a:cubicBezTo>
                    <a:pt x="59" y="97"/>
                    <a:pt x="56" y="97"/>
                    <a:pt x="55" y="97"/>
                  </a:cubicBezTo>
                  <a:cubicBezTo>
                    <a:pt x="55" y="96"/>
                    <a:pt x="54" y="95"/>
                    <a:pt x="54" y="95"/>
                  </a:cubicBezTo>
                  <a:cubicBezTo>
                    <a:pt x="54" y="92"/>
                    <a:pt x="54" y="92"/>
                    <a:pt x="54" y="92"/>
                  </a:cubicBezTo>
                  <a:cubicBezTo>
                    <a:pt x="54" y="92"/>
                    <a:pt x="51" y="91"/>
                    <a:pt x="50" y="90"/>
                  </a:cubicBezTo>
                  <a:cubicBezTo>
                    <a:pt x="49" y="89"/>
                    <a:pt x="49" y="86"/>
                    <a:pt x="49" y="86"/>
                  </a:cubicBezTo>
                  <a:cubicBezTo>
                    <a:pt x="52" y="86"/>
                    <a:pt x="52" y="86"/>
                    <a:pt x="52" y="86"/>
                  </a:cubicBezTo>
                  <a:cubicBezTo>
                    <a:pt x="53" y="85"/>
                    <a:pt x="53" y="85"/>
                    <a:pt x="53" y="85"/>
                  </a:cubicBezTo>
                  <a:cubicBezTo>
                    <a:pt x="54" y="86"/>
                    <a:pt x="54" y="86"/>
                    <a:pt x="54" y="86"/>
                  </a:cubicBezTo>
                  <a:cubicBezTo>
                    <a:pt x="53" y="88"/>
                    <a:pt x="53" y="88"/>
                    <a:pt x="53" y="88"/>
                  </a:cubicBezTo>
                  <a:cubicBezTo>
                    <a:pt x="55" y="88"/>
                    <a:pt x="55" y="88"/>
                    <a:pt x="55" y="88"/>
                  </a:cubicBezTo>
                  <a:cubicBezTo>
                    <a:pt x="56" y="88"/>
                    <a:pt x="56" y="88"/>
                    <a:pt x="56" y="88"/>
                  </a:cubicBezTo>
                  <a:cubicBezTo>
                    <a:pt x="56" y="88"/>
                    <a:pt x="57" y="89"/>
                    <a:pt x="57" y="90"/>
                  </a:cubicBezTo>
                  <a:cubicBezTo>
                    <a:pt x="58" y="91"/>
                    <a:pt x="59" y="92"/>
                    <a:pt x="59" y="92"/>
                  </a:cubicBezTo>
                  <a:cubicBezTo>
                    <a:pt x="59" y="92"/>
                    <a:pt x="61" y="93"/>
                    <a:pt x="62" y="94"/>
                  </a:cubicBezTo>
                  <a:cubicBezTo>
                    <a:pt x="63" y="94"/>
                    <a:pt x="65" y="95"/>
                    <a:pt x="66" y="96"/>
                  </a:cubicBezTo>
                  <a:cubicBezTo>
                    <a:pt x="66" y="97"/>
                    <a:pt x="67" y="98"/>
                    <a:pt x="67" y="98"/>
                  </a:cubicBezTo>
                  <a:cubicBezTo>
                    <a:pt x="67" y="98"/>
                    <a:pt x="66" y="100"/>
                    <a:pt x="67" y="101"/>
                  </a:cubicBezTo>
                  <a:cubicBezTo>
                    <a:pt x="68" y="102"/>
                    <a:pt x="69" y="104"/>
                    <a:pt x="69" y="104"/>
                  </a:cubicBezTo>
                  <a:cubicBezTo>
                    <a:pt x="69" y="104"/>
                    <a:pt x="71" y="104"/>
                    <a:pt x="71" y="105"/>
                  </a:cubicBezTo>
                  <a:cubicBezTo>
                    <a:pt x="70" y="106"/>
                    <a:pt x="70" y="106"/>
                    <a:pt x="70" y="106"/>
                  </a:cubicBezTo>
                  <a:cubicBezTo>
                    <a:pt x="70" y="106"/>
                    <a:pt x="73" y="106"/>
                    <a:pt x="73" y="106"/>
                  </a:cubicBezTo>
                  <a:cubicBezTo>
                    <a:pt x="74" y="107"/>
                    <a:pt x="74" y="107"/>
                    <a:pt x="74" y="107"/>
                  </a:cubicBezTo>
                  <a:cubicBezTo>
                    <a:pt x="74" y="107"/>
                    <a:pt x="71" y="107"/>
                    <a:pt x="71" y="107"/>
                  </a:cubicBezTo>
                  <a:cubicBezTo>
                    <a:pt x="71" y="108"/>
                    <a:pt x="72" y="110"/>
                    <a:pt x="72" y="110"/>
                  </a:cubicBezTo>
                  <a:cubicBezTo>
                    <a:pt x="73" y="111"/>
                    <a:pt x="74" y="111"/>
                    <a:pt x="74" y="111"/>
                  </a:cubicBezTo>
                  <a:cubicBezTo>
                    <a:pt x="75" y="111"/>
                    <a:pt x="75" y="111"/>
                    <a:pt x="75" y="111"/>
                  </a:cubicBezTo>
                  <a:cubicBezTo>
                    <a:pt x="75" y="110"/>
                    <a:pt x="75" y="110"/>
                    <a:pt x="75" y="110"/>
                  </a:cubicBezTo>
                  <a:cubicBezTo>
                    <a:pt x="75" y="110"/>
                    <a:pt x="75" y="110"/>
                    <a:pt x="74" y="109"/>
                  </a:cubicBezTo>
                  <a:cubicBezTo>
                    <a:pt x="74" y="109"/>
                    <a:pt x="74" y="109"/>
                    <a:pt x="74" y="109"/>
                  </a:cubicBezTo>
                  <a:cubicBezTo>
                    <a:pt x="76" y="109"/>
                    <a:pt x="76" y="109"/>
                    <a:pt x="76" y="109"/>
                  </a:cubicBezTo>
                  <a:cubicBezTo>
                    <a:pt x="77" y="108"/>
                    <a:pt x="77" y="108"/>
                    <a:pt x="77" y="108"/>
                  </a:cubicBezTo>
                  <a:cubicBezTo>
                    <a:pt x="78" y="107"/>
                    <a:pt x="78" y="107"/>
                    <a:pt x="78" y="107"/>
                  </a:cubicBezTo>
                  <a:cubicBezTo>
                    <a:pt x="77" y="106"/>
                    <a:pt x="77" y="106"/>
                    <a:pt x="77" y="106"/>
                  </a:cubicBezTo>
                  <a:cubicBezTo>
                    <a:pt x="76" y="105"/>
                    <a:pt x="76" y="105"/>
                    <a:pt x="76" y="105"/>
                  </a:cubicBezTo>
                  <a:cubicBezTo>
                    <a:pt x="76" y="105"/>
                    <a:pt x="75" y="105"/>
                    <a:pt x="75" y="105"/>
                  </a:cubicBezTo>
                  <a:cubicBezTo>
                    <a:pt x="75" y="104"/>
                    <a:pt x="75" y="103"/>
                    <a:pt x="75" y="103"/>
                  </a:cubicBezTo>
                  <a:cubicBezTo>
                    <a:pt x="75" y="103"/>
                    <a:pt x="73" y="103"/>
                    <a:pt x="73" y="102"/>
                  </a:cubicBezTo>
                  <a:cubicBezTo>
                    <a:pt x="73" y="101"/>
                    <a:pt x="73" y="101"/>
                    <a:pt x="73" y="101"/>
                  </a:cubicBezTo>
                  <a:cubicBezTo>
                    <a:pt x="75" y="101"/>
                    <a:pt x="75" y="101"/>
                    <a:pt x="75" y="101"/>
                  </a:cubicBezTo>
                  <a:cubicBezTo>
                    <a:pt x="76" y="102"/>
                    <a:pt x="76" y="102"/>
                    <a:pt x="76" y="102"/>
                  </a:cubicBezTo>
                  <a:cubicBezTo>
                    <a:pt x="77" y="101"/>
                    <a:pt x="77" y="101"/>
                    <a:pt x="77" y="101"/>
                  </a:cubicBezTo>
                  <a:cubicBezTo>
                    <a:pt x="77" y="100"/>
                    <a:pt x="77" y="100"/>
                    <a:pt x="77" y="100"/>
                  </a:cubicBezTo>
                  <a:cubicBezTo>
                    <a:pt x="77" y="100"/>
                    <a:pt x="81" y="99"/>
                    <a:pt x="82" y="99"/>
                  </a:cubicBezTo>
                  <a:cubicBezTo>
                    <a:pt x="82" y="100"/>
                    <a:pt x="82" y="101"/>
                    <a:pt x="82" y="101"/>
                  </a:cubicBezTo>
                  <a:cubicBezTo>
                    <a:pt x="84" y="100"/>
                    <a:pt x="84" y="100"/>
                    <a:pt x="84" y="100"/>
                  </a:cubicBezTo>
                  <a:cubicBezTo>
                    <a:pt x="84" y="100"/>
                    <a:pt x="86" y="99"/>
                    <a:pt x="86" y="98"/>
                  </a:cubicBezTo>
                  <a:cubicBezTo>
                    <a:pt x="87" y="98"/>
                    <a:pt x="90" y="99"/>
                    <a:pt x="90" y="99"/>
                  </a:cubicBezTo>
                  <a:cubicBezTo>
                    <a:pt x="90" y="100"/>
                    <a:pt x="90" y="100"/>
                    <a:pt x="90" y="100"/>
                  </a:cubicBezTo>
                  <a:cubicBezTo>
                    <a:pt x="92" y="99"/>
                    <a:pt x="92" y="99"/>
                    <a:pt x="92" y="99"/>
                  </a:cubicBezTo>
                  <a:lnTo>
                    <a:pt x="94" y="97"/>
                  </a:lnTo>
                  <a:close/>
                </a:path>
              </a:pathLst>
            </a:custGeom>
            <a:solidFill>
              <a:srgbClr val="3AA9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Freeform 158"/>
            <p:cNvSpPr>
              <a:spLocks/>
            </p:cNvSpPr>
            <p:nvPr/>
          </p:nvSpPr>
          <p:spPr bwMode="auto">
            <a:xfrm>
              <a:off x="6132513" y="4832350"/>
              <a:ext cx="93662" cy="146050"/>
            </a:xfrm>
            <a:custGeom>
              <a:avLst/>
              <a:gdLst>
                <a:gd name="T0" fmla="*/ 12 w 25"/>
                <a:gd name="T1" fmla="*/ 39 h 39"/>
                <a:gd name="T2" fmla="*/ 7 w 25"/>
                <a:gd name="T3" fmla="*/ 39 h 39"/>
                <a:gd name="T4" fmla="*/ 3 w 25"/>
                <a:gd name="T5" fmla="*/ 38 h 39"/>
                <a:gd name="T6" fmla="*/ 1 w 25"/>
                <a:gd name="T7" fmla="*/ 37 h 39"/>
                <a:gd name="T8" fmla="*/ 0 w 25"/>
                <a:gd name="T9" fmla="*/ 36 h 39"/>
                <a:gd name="T10" fmla="*/ 0 w 25"/>
                <a:gd name="T11" fmla="*/ 35 h 39"/>
                <a:gd name="T12" fmla="*/ 0 w 25"/>
                <a:gd name="T13" fmla="*/ 33 h 39"/>
                <a:gd name="T14" fmla="*/ 1 w 25"/>
                <a:gd name="T15" fmla="*/ 32 h 39"/>
                <a:gd name="T16" fmla="*/ 2 w 25"/>
                <a:gd name="T17" fmla="*/ 31 h 39"/>
                <a:gd name="T18" fmla="*/ 5 w 25"/>
                <a:gd name="T19" fmla="*/ 33 h 39"/>
                <a:gd name="T20" fmla="*/ 11 w 25"/>
                <a:gd name="T21" fmla="*/ 34 h 39"/>
                <a:gd name="T22" fmla="*/ 16 w 25"/>
                <a:gd name="T23" fmla="*/ 32 h 39"/>
                <a:gd name="T24" fmla="*/ 18 w 25"/>
                <a:gd name="T25" fmla="*/ 27 h 39"/>
                <a:gd name="T26" fmla="*/ 17 w 25"/>
                <a:gd name="T27" fmla="*/ 23 h 39"/>
                <a:gd name="T28" fmla="*/ 13 w 25"/>
                <a:gd name="T29" fmla="*/ 20 h 39"/>
                <a:gd name="T30" fmla="*/ 9 w 25"/>
                <a:gd name="T31" fmla="*/ 19 h 39"/>
                <a:gd name="T32" fmla="*/ 4 w 25"/>
                <a:gd name="T33" fmla="*/ 18 h 39"/>
                <a:gd name="T34" fmla="*/ 3 w 25"/>
                <a:gd name="T35" fmla="*/ 17 h 39"/>
                <a:gd name="T36" fmla="*/ 2 w 25"/>
                <a:gd name="T37" fmla="*/ 15 h 39"/>
                <a:gd name="T38" fmla="*/ 2 w 25"/>
                <a:gd name="T39" fmla="*/ 1 h 39"/>
                <a:gd name="T40" fmla="*/ 3 w 25"/>
                <a:gd name="T41" fmla="*/ 0 h 39"/>
                <a:gd name="T42" fmla="*/ 3 w 25"/>
                <a:gd name="T43" fmla="*/ 0 h 39"/>
                <a:gd name="T44" fmla="*/ 23 w 25"/>
                <a:gd name="T45" fmla="*/ 0 h 39"/>
                <a:gd name="T46" fmla="*/ 24 w 25"/>
                <a:gd name="T47" fmla="*/ 1 h 39"/>
                <a:gd name="T48" fmla="*/ 24 w 25"/>
                <a:gd name="T49" fmla="*/ 4 h 39"/>
                <a:gd name="T50" fmla="*/ 24 w 25"/>
                <a:gd name="T51" fmla="*/ 5 h 39"/>
                <a:gd name="T52" fmla="*/ 22 w 25"/>
                <a:gd name="T53" fmla="*/ 5 h 39"/>
                <a:gd name="T54" fmla="*/ 9 w 25"/>
                <a:gd name="T55" fmla="*/ 5 h 39"/>
                <a:gd name="T56" fmla="*/ 8 w 25"/>
                <a:gd name="T57" fmla="*/ 5 h 39"/>
                <a:gd name="T58" fmla="*/ 8 w 25"/>
                <a:gd name="T59" fmla="*/ 6 h 39"/>
                <a:gd name="T60" fmla="*/ 8 w 25"/>
                <a:gd name="T61" fmla="*/ 12 h 39"/>
                <a:gd name="T62" fmla="*/ 8 w 25"/>
                <a:gd name="T63" fmla="*/ 13 h 39"/>
                <a:gd name="T64" fmla="*/ 9 w 25"/>
                <a:gd name="T65" fmla="*/ 13 h 39"/>
                <a:gd name="T66" fmla="*/ 13 w 25"/>
                <a:gd name="T67" fmla="*/ 14 h 39"/>
                <a:gd name="T68" fmla="*/ 17 w 25"/>
                <a:gd name="T69" fmla="*/ 16 h 39"/>
                <a:gd name="T70" fmla="*/ 23 w 25"/>
                <a:gd name="T71" fmla="*/ 20 h 39"/>
                <a:gd name="T72" fmla="*/ 25 w 25"/>
                <a:gd name="T73" fmla="*/ 27 h 39"/>
                <a:gd name="T74" fmla="*/ 24 w 25"/>
                <a:gd name="T75" fmla="*/ 32 h 39"/>
                <a:gd name="T76" fmla="*/ 21 w 25"/>
                <a:gd name="T77" fmla="*/ 35 h 39"/>
                <a:gd name="T78" fmla="*/ 17 w 25"/>
                <a:gd name="T79" fmla="*/ 38 h 39"/>
                <a:gd name="T80" fmla="*/ 12 w 25"/>
                <a:gd name="T81"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 h="39">
                  <a:moveTo>
                    <a:pt x="12" y="39"/>
                  </a:moveTo>
                  <a:cubicBezTo>
                    <a:pt x="10" y="39"/>
                    <a:pt x="8" y="39"/>
                    <a:pt x="7" y="39"/>
                  </a:cubicBezTo>
                  <a:cubicBezTo>
                    <a:pt x="5" y="38"/>
                    <a:pt x="4" y="38"/>
                    <a:pt x="3" y="38"/>
                  </a:cubicBezTo>
                  <a:cubicBezTo>
                    <a:pt x="2" y="37"/>
                    <a:pt x="2" y="37"/>
                    <a:pt x="1" y="37"/>
                  </a:cubicBezTo>
                  <a:cubicBezTo>
                    <a:pt x="0" y="37"/>
                    <a:pt x="0" y="36"/>
                    <a:pt x="0" y="36"/>
                  </a:cubicBezTo>
                  <a:cubicBezTo>
                    <a:pt x="0" y="36"/>
                    <a:pt x="0" y="36"/>
                    <a:pt x="0" y="35"/>
                  </a:cubicBezTo>
                  <a:cubicBezTo>
                    <a:pt x="0" y="35"/>
                    <a:pt x="0" y="34"/>
                    <a:pt x="0" y="33"/>
                  </a:cubicBezTo>
                  <a:cubicBezTo>
                    <a:pt x="0" y="33"/>
                    <a:pt x="1" y="32"/>
                    <a:pt x="1" y="32"/>
                  </a:cubicBezTo>
                  <a:cubicBezTo>
                    <a:pt x="1" y="31"/>
                    <a:pt x="1" y="31"/>
                    <a:pt x="2" y="31"/>
                  </a:cubicBezTo>
                  <a:cubicBezTo>
                    <a:pt x="3" y="32"/>
                    <a:pt x="4" y="32"/>
                    <a:pt x="5" y="33"/>
                  </a:cubicBezTo>
                  <a:cubicBezTo>
                    <a:pt x="7" y="33"/>
                    <a:pt x="9" y="34"/>
                    <a:pt x="11" y="34"/>
                  </a:cubicBezTo>
                  <a:cubicBezTo>
                    <a:pt x="13" y="34"/>
                    <a:pt x="15" y="33"/>
                    <a:pt x="16" y="32"/>
                  </a:cubicBezTo>
                  <a:cubicBezTo>
                    <a:pt x="18" y="30"/>
                    <a:pt x="18" y="29"/>
                    <a:pt x="18" y="27"/>
                  </a:cubicBezTo>
                  <a:cubicBezTo>
                    <a:pt x="18" y="25"/>
                    <a:pt x="18" y="24"/>
                    <a:pt x="17" y="23"/>
                  </a:cubicBezTo>
                  <a:cubicBezTo>
                    <a:pt x="16" y="22"/>
                    <a:pt x="15" y="21"/>
                    <a:pt x="13" y="20"/>
                  </a:cubicBezTo>
                  <a:cubicBezTo>
                    <a:pt x="12" y="19"/>
                    <a:pt x="11" y="19"/>
                    <a:pt x="9" y="19"/>
                  </a:cubicBezTo>
                  <a:cubicBezTo>
                    <a:pt x="7" y="18"/>
                    <a:pt x="6" y="18"/>
                    <a:pt x="4" y="18"/>
                  </a:cubicBezTo>
                  <a:cubicBezTo>
                    <a:pt x="4" y="18"/>
                    <a:pt x="3" y="18"/>
                    <a:pt x="3" y="17"/>
                  </a:cubicBezTo>
                  <a:cubicBezTo>
                    <a:pt x="2" y="17"/>
                    <a:pt x="2" y="16"/>
                    <a:pt x="2" y="15"/>
                  </a:cubicBezTo>
                  <a:cubicBezTo>
                    <a:pt x="2" y="1"/>
                    <a:pt x="2" y="1"/>
                    <a:pt x="2" y="1"/>
                  </a:cubicBezTo>
                  <a:cubicBezTo>
                    <a:pt x="2" y="1"/>
                    <a:pt x="2" y="0"/>
                    <a:pt x="3" y="0"/>
                  </a:cubicBezTo>
                  <a:cubicBezTo>
                    <a:pt x="3" y="0"/>
                    <a:pt x="3" y="0"/>
                    <a:pt x="3" y="0"/>
                  </a:cubicBezTo>
                  <a:cubicBezTo>
                    <a:pt x="23" y="0"/>
                    <a:pt x="23" y="0"/>
                    <a:pt x="23" y="0"/>
                  </a:cubicBezTo>
                  <a:cubicBezTo>
                    <a:pt x="24" y="0"/>
                    <a:pt x="24" y="0"/>
                    <a:pt x="24" y="1"/>
                  </a:cubicBezTo>
                  <a:cubicBezTo>
                    <a:pt x="24" y="4"/>
                    <a:pt x="24" y="4"/>
                    <a:pt x="24" y="4"/>
                  </a:cubicBezTo>
                  <a:cubicBezTo>
                    <a:pt x="24" y="5"/>
                    <a:pt x="24" y="5"/>
                    <a:pt x="24" y="5"/>
                  </a:cubicBezTo>
                  <a:cubicBezTo>
                    <a:pt x="23" y="5"/>
                    <a:pt x="23" y="5"/>
                    <a:pt x="22" y="5"/>
                  </a:cubicBezTo>
                  <a:cubicBezTo>
                    <a:pt x="9" y="5"/>
                    <a:pt x="9" y="5"/>
                    <a:pt x="9" y="5"/>
                  </a:cubicBezTo>
                  <a:cubicBezTo>
                    <a:pt x="9" y="5"/>
                    <a:pt x="8" y="5"/>
                    <a:pt x="8" y="5"/>
                  </a:cubicBezTo>
                  <a:cubicBezTo>
                    <a:pt x="8" y="5"/>
                    <a:pt x="8" y="6"/>
                    <a:pt x="8" y="6"/>
                  </a:cubicBezTo>
                  <a:cubicBezTo>
                    <a:pt x="8" y="12"/>
                    <a:pt x="8" y="12"/>
                    <a:pt x="8" y="12"/>
                  </a:cubicBezTo>
                  <a:cubicBezTo>
                    <a:pt x="8" y="13"/>
                    <a:pt x="8" y="13"/>
                    <a:pt x="8" y="13"/>
                  </a:cubicBezTo>
                  <a:cubicBezTo>
                    <a:pt x="8" y="13"/>
                    <a:pt x="8" y="13"/>
                    <a:pt x="9" y="13"/>
                  </a:cubicBezTo>
                  <a:cubicBezTo>
                    <a:pt x="10" y="14"/>
                    <a:pt x="12" y="14"/>
                    <a:pt x="13" y="14"/>
                  </a:cubicBezTo>
                  <a:cubicBezTo>
                    <a:pt x="15" y="15"/>
                    <a:pt x="16" y="15"/>
                    <a:pt x="17" y="16"/>
                  </a:cubicBezTo>
                  <a:cubicBezTo>
                    <a:pt x="20" y="17"/>
                    <a:pt x="21" y="18"/>
                    <a:pt x="23" y="20"/>
                  </a:cubicBezTo>
                  <a:cubicBezTo>
                    <a:pt x="24" y="22"/>
                    <a:pt x="25" y="24"/>
                    <a:pt x="25" y="27"/>
                  </a:cubicBezTo>
                  <a:cubicBezTo>
                    <a:pt x="25" y="29"/>
                    <a:pt x="25" y="30"/>
                    <a:pt x="24" y="32"/>
                  </a:cubicBezTo>
                  <a:cubicBezTo>
                    <a:pt x="23" y="33"/>
                    <a:pt x="22" y="34"/>
                    <a:pt x="21" y="35"/>
                  </a:cubicBezTo>
                  <a:cubicBezTo>
                    <a:pt x="20" y="37"/>
                    <a:pt x="19" y="37"/>
                    <a:pt x="17" y="38"/>
                  </a:cubicBezTo>
                  <a:cubicBezTo>
                    <a:pt x="15" y="39"/>
                    <a:pt x="14" y="39"/>
                    <a:pt x="12" y="3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57" name="Freeform 159"/>
            <p:cNvSpPr>
              <a:spLocks noEditPoints="1"/>
            </p:cNvSpPr>
            <p:nvPr/>
          </p:nvSpPr>
          <p:spPr bwMode="auto">
            <a:xfrm>
              <a:off x="6256338" y="4827588"/>
              <a:ext cx="101600" cy="150812"/>
            </a:xfrm>
            <a:custGeom>
              <a:avLst/>
              <a:gdLst>
                <a:gd name="T0" fmla="*/ 14 w 27"/>
                <a:gd name="T1" fmla="*/ 40 h 40"/>
                <a:gd name="T2" fmla="*/ 9 w 27"/>
                <a:gd name="T3" fmla="*/ 39 h 40"/>
                <a:gd name="T4" fmla="*/ 4 w 27"/>
                <a:gd name="T5" fmla="*/ 38 h 40"/>
                <a:gd name="T6" fmla="*/ 1 w 27"/>
                <a:gd name="T7" fmla="*/ 34 h 40"/>
                <a:gd name="T8" fmla="*/ 0 w 27"/>
                <a:gd name="T9" fmla="*/ 28 h 40"/>
                <a:gd name="T10" fmla="*/ 0 w 27"/>
                <a:gd name="T11" fmla="*/ 13 h 40"/>
                <a:gd name="T12" fmla="*/ 1 w 27"/>
                <a:gd name="T13" fmla="*/ 7 h 40"/>
                <a:gd name="T14" fmla="*/ 4 w 27"/>
                <a:gd name="T15" fmla="*/ 3 h 40"/>
                <a:gd name="T16" fmla="*/ 8 w 27"/>
                <a:gd name="T17" fmla="*/ 1 h 40"/>
                <a:gd name="T18" fmla="*/ 14 w 27"/>
                <a:gd name="T19" fmla="*/ 0 h 40"/>
                <a:gd name="T20" fmla="*/ 19 w 27"/>
                <a:gd name="T21" fmla="*/ 1 h 40"/>
                <a:gd name="T22" fmla="*/ 23 w 27"/>
                <a:gd name="T23" fmla="*/ 3 h 40"/>
                <a:gd name="T24" fmla="*/ 26 w 27"/>
                <a:gd name="T25" fmla="*/ 6 h 40"/>
                <a:gd name="T26" fmla="*/ 27 w 27"/>
                <a:gd name="T27" fmla="*/ 13 h 40"/>
                <a:gd name="T28" fmla="*/ 27 w 27"/>
                <a:gd name="T29" fmla="*/ 27 h 40"/>
                <a:gd name="T30" fmla="*/ 26 w 27"/>
                <a:gd name="T31" fmla="*/ 34 h 40"/>
                <a:gd name="T32" fmla="*/ 23 w 27"/>
                <a:gd name="T33" fmla="*/ 38 h 40"/>
                <a:gd name="T34" fmla="*/ 19 w 27"/>
                <a:gd name="T35" fmla="*/ 39 h 40"/>
                <a:gd name="T36" fmla="*/ 14 w 27"/>
                <a:gd name="T37" fmla="*/ 40 h 40"/>
                <a:gd name="T38" fmla="*/ 21 w 27"/>
                <a:gd name="T39" fmla="*/ 14 h 40"/>
                <a:gd name="T40" fmla="*/ 19 w 27"/>
                <a:gd name="T41" fmla="*/ 7 h 40"/>
                <a:gd name="T42" fmla="*/ 14 w 27"/>
                <a:gd name="T43" fmla="*/ 5 h 40"/>
                <a:gd name="T44" fmla="*/ 10 w 27"/>
                <a:gd name="T45" fmla="*/ 6 h 40"/>
                <a:gd name="T46" fmla="*/ 8 w 27"/>
                <a:gd name="T47" fmla="*/ 8 h 40"/>
                <a:gd name="T48" fmla="*/ 6 w 27"/>
                <a:gd name="T49" fmla="*/ 10 h 40"/>
                <a:gd name="T50" fmla="*/ 6 w 27"/>
                <a:gd name="T51" fmla="*/ 14 h 40"/>
                <a:gd name="T52" fmla="*/ 6 w 27"/>
                <a:gd name="T53" fmla="*/ 28 h 40"/>
                <a:gd name="T54" fmla="*/ 8 w 27"/>
                <a:gd name="T55" fmla="*/ 33 h 40"/>
                <a:gd name="T56" fmla="*/ 14 w 27"/>
                <a:gd name="T57" fmla="*/ 35 h 40"/>
                <a:gd name="T58" fmla="*/ 17 w 27"/>
                <a:gd name="T59" fmla="*/ 34 h 40"/>
                <a:gd name="T60" fmla="*/ 19 w 27"/>
                <a:gd name="T61" fmla="*/ 33 h 40"/>
                <a:gd name="T62" fmla="*/ 20 w 27"/>
                <a:gd name="T63" fmla="*/ 31 h 40"/>
                <a:gd name="T64" fmla="*/ 21 w 27"/>
                <a:gd name="T65" fmla="*/ 27 h 40"/>
                <a:gd name="T66" fmla="*/ 21 w 27"/>
                <a:gd name="T67" fmla="*/ 1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 h="40">
                  <a:moveTo>
                    <a:pt x="14" y="40"/>
                  </a:moveTo>
                  <a:cubicBezTo>
                    <a:pt x="12" y="40"/>
                    <a:pt x="10" y="40"/>
                    <a:pt x="9" y="39"/>
                  </a:cubicBezTo>
                  <a:cubicBezTo>
                    <a:pt x="7" y="39"/>
                    <a:pt x="6" y="39"/>
                    <a:pt x="4" y="38"/>
                  </a:cubicBezTo>
                  <a:cubicBezTo>
                    <a:pt x="3" y="37"/>
                    <a:pt x="2" y="36"/>
                    <a:pt x="1" y="34"/>
                  </a:cubicBezTo>
                  <a:cubicBezTo>
                    <a:pt x="0" y="33"/>
                    <a:pt x="0" y="31"/>
                    <a:pt x="0" y="28"/>
                  </a:cubicBezTo>
                  <a:cubicBezTo>
                    <a:pt x="0" y="13"/>
                    <a:pt x="0" y="13"/>
                    <a:pt x="0" y="13"/>
                  </a:cubicBezTo>
                  <a:cubicBezTo>
                    <a:pt x="0" y="11"/>
                    <a:pt x="0" y="9"/>
                    <a:pt x="1" y="7"/>
                  </a:cubicBezTo>
                  <a:cubicBezTo>
                    <a:pt x="2" y="5"/>
                    <a:pt x="3" y="4"/>
                    <a:pt x="4" y="3"/>
                  </a:cubicBezTo>
                  <a:cubicBezTo>
                    <a:pt x="5" y="2"/>
                    <a:pt x="6" y="1"/>
                    <a:pt x="8" y="1"/>
                  </a:cubicBezTo>
                  <a:cubicBezTo>
                    <a:pt x="10" y="0"/>
                    <a:pt x="12" y="0"/>
                    <a:pt x="14" y="0"/>
                  </a:cubicBezTo>
                  <a:cubicBezTo>
                    <a:pt x="15" y="0"/>
                    <a:pt x="17" y="0"/>
                    <a:pt x="19" y="1"/>
                  </a:cubicBezTo>
                  <a:cubicBezTo>
                    <a:pt x="20" y="1"/>
                    <a:pt x="22" y="2"/>
                    <a:pt x="23" y="3"/>
                  </a:cubicBezTo>
                  <a:cubicBezTo>
                    <a:pt x="24" y="4"/>
                    <a:pt x="25" y="5"/>
                    <a:pt x="26" y="6"/>
                  </a:cubicBezTo>
                  <a:cubicBezTo>
                    <a:pt x="26" y="8"/>
                    <a:pt x="27" y="10"/>
                    <a:pt x="27" y="13"/>
                  </a:cubicBezTo>
                  <a:cubicBezTo>
                    <a:pt x="27" y="27"/>
                    <a:pt x="27" y="27"/>
                    <a:pt x="27" y="27"/>
                  </a:cubicBezTo>
                  <a:cubicBezTo>
                    <a:pt x="27" y="30"/>
                    <a:pt x="26" y="32"/>
                    <a:pt x="26" y="34"/>
                  </a:cubicBezTo>
                  <a:cubicBezTo>
                    <a:pt x="25" y="35"/>
                    <a:pt x="24" y="37"/>
                    <a:pt x="23" y="38"/>
                  </a:cubicBezTo>
                  <a:cubicBezTo>
                    <a:pt x="22" y="39"/>
                    <a:pt x="20" y="39"/>
                    <a:pt x="19" y="39"/>
                  </a:cubicBezTo>
                  <a:cubicBezTo>
                    <a:pt x="17" y="40"/>
                    <a:pt x="15" y="40"/>
                    <a:pt x="14" y="40"/>
                  </a:cubicBezTo>
                  <a:close/>
                  <a:moveTo>
                    <a:pt x="21" y="14"/>
                  </a:moveTo>
                  <a:cubicBezTo>
                    <a:pt x="21" y="11"/>
                    <a:pt x="20" y="9"/>
                    <a:pt x="19" y="7"/>
                  </a:cubicBezTo>
                  <a:cubicBezTo>
                    <a:pt x="18" y="6"/>
                    <a:pt x="16" y="5"/>
                    <a:pt x="14" y="5"/>
                  </a:cubicBezTo>
                  <a:cubicBezTo>
                    <a:pt x="12" y="5"/>
                    <a:pt x="11" y="6"/>
                    <a:pt x="10" y="6"/>
                  </a:cubicBezTo>
                  <a:cubicBezTo>
                    <a:pt x="9" y="6"/>
                    <a:pt x="8" y="7"/>
                    <a:pt x="8" y="8"/>
                  </a:cubicBezTo>
                  <a:cubicBezTo>
                    <a:pt x="7" y="8"/>
                    <a:pt x="7" y="9"/>
                    <a:pt x="6" y="10"/>
                  </a:cubicBezTo>
                  <a:cubicBezTo>
                    <a:pt x="6" y="11"/>
                    <a:pt x="6" y="13"/>
                    <a:pt x="6" y="14"/>
                  </a:cubicBezTo>
                  <a:cubicBezTo>
                    <a:pt x="6" y="28"/>
                    <a:pt x="6" y="28"/>
                    <a:pt x="6" y="28"/>
                  </a:cubicBezTo>
                  <a:cubicBezTo>
                    <a:pt x="6" y="30"/>
                    <a:pt x="7" y="32"/>
                    <a:pt x="8" y="33"/>
                  </a:cubicBezTo>
                  <a:cubicBezTo>
                    <a:pt x="10" y="34"/>
                    <a:pt x="11" y="35"/>
                    <a:pt x="14" y="35"/>
                  </a:cubicBezTo>
                  <a:cubicBezTo>
                    <a:pt x="15" y="35"/>
                    <a:pt x="16" y="35"/>
                    <a:pt x="17" y="34"/>
                  </a:cubicBezTo>
                  <a:cubicBezTo>
                    <a:pt x="18" y="34"/>
                    <a:pt x="18" y="34"/>
                    <a:pt x="19" y="33"/>
                  </a:cubicBezTo>
                  <a:cubicBezTo>
                    <a:pt x="19" y="33"/>
                    <a:pt x="20" y="32"/>
                    <a:pt x="20" y="31"/>
                  </a:cubicBezTo>
                  <a:cubicBezTo>
                    <a:pt x="21" y="30"/>
                    <a:pt x="21" y="29"/>
                    <a:pt x="21" y="27"/>
                  </a:cubicBezTo>
                  <a:lnTo>
                    <a:pt x="21" y="14"/>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58" name="Freeform 160"/>
            <p:cNvSpPr>
              <a:spLocks noEditPoints="1"/>
            </p:cNvSpPr>
            <p:nvPr/>
          </p:nvSpPr>
          <p:spPr bwMode="auto">
            <a:xfrm>
              <a:off x="6380163" y="4819650"/>
              <a:ext cx="142875" cy="158750"/>
            </a:xfrm>
            <a:custGeom>
              <a:avLst/>
              <a:gdLst>
                <a:gd name="T0" fmla="*/ 15 w 38"/>
                <a:gd name="T1" fmla="*/ 18 h 42"/>
                <a:gd name="T2" fmla="*/ 11 w 38"/>
                <a:gd name="T3" fmla="*/ 21 h 42"/>
                <a:gd name="T4" fmla="*/ 2 w 38"/>
                <a:gd name="T5" fmla="*/ 20 h 42"/>
                <a:gd name="T6" fmla="*/ 0 w 38"/>
                <a:gd name="T7" fmla="*/ 8 h 42"/>
                <a:gd name="T8" fmla="*/ 8 w 38"/>
                <a:gd name="T9" fmla="*/ 0 h 42"/>
                <a:gd name="T10" fmla="*/ 13 w 38"/>
                <a:gd name="T11" fmla="*/ 1 h 42"/>
                <a:gd name="T12" fmla="*/ 16 w 38"/>
                <a:gd name="T13" fmla="*/ 7 h 42"/>
                <a:gd name="T14" fmla="*/ 11 w 38"/>
                <a:gd name="T15" fmla="*/ 8 h 42"/>
                <a:gd name="T16" fmla="*/ 8 w 38"/>
                <a:gd name="T17" fmla="*/ 4 h 42"/>
                <a:gd name="T18" fmla="*/ 4 w 38"/>
                <a:gd name="T19" fmla="*/ 9 h 42"/>
                <a:gd name="T20" fmla="*/ 5 w 38"/>
                <a:gd name="T21" fmla="*/ 16 h 42"/>
                <a:gd name="T22" fmla="*/ 11 w 38"/>
                <a:gd name="T23" fmla="*/ 16 h 42"/>
                <a:gd name="T24" fmla="*/ 11 w 38"/>
                <a:gd name="T25" fmla="*/ 8 h 42"/>
                <a:gd name="T26" fmla="*/ 11 w 38"/>
                <a:gd name="T27" fmla="*/ 41 h 42"/>
                <a:gd name="T28" fmla="*/ 8 w 38"/>
                <a:gd name="T29" fmla="*/ 41 h 42"/>
                <a:gd name="T30" fmla="*/ 7 w 38"/>
                <a:gd name="T31" fmla="*/ 40 h 42"/>
                <a:gd name="T32" fmla="*/ 27 w 38"/>
                <a:gd name="T33" fmla="*/ 0 h 42"/>
                <a:gd name="T34" fmla="*/ 31 w 38"/>
                <a:gd name="T35" fmla="*/ 0 h 42"/>
                <a:gd name="T36" fmla="*/ 31 w 38"/>
                <a:gd name="T37" fmla="*/ 2 h 42"/>
                <a:gd name="T38" fmla="*/ 38 w 38"/>
                <a:gd name="T39" fmla="*/ 35 h 42"/>
                <a:gd name="T40" fmla="*/ 35 w 38"/>
                <a:gd name="T41" fmla="*/ 41 h 42"/>
                <a:gd name="T42" fmla="*/ 30 w 38"/>
                <a:gd name="T43" fmla="*/ 42 h 42"/>
                <a:gd name="T44" fmla="*/ 22 w 38"/>
                <a:gd name="T45" fmla="*/ 35 h 42"/>
                <a:gd name="T46" fmla="*/ 24 w 38"/>
                <a:gd name="T47" fmla="*/ 23 h 42"/>
                <a:gd name="T48" fmla="*/ 33 w 38"/>
                <a:gd name="T49" fmla="*/ 21 h 42"/>
                <a:gd name="T50" fmla="*/ 37 w 38"/>
                <a:gd name="T51" fmla="*/ 25 h 42"/>
                <a:gd name="T52" fmla="*/ 38 w 38"/>
                <a:gd name="T53" fmla="*/ 35 h 42"/>
                <a:gd name="T54" fmla="*/ 33 w 38"/>
                <a:gd name="T55" fmla="*/ 26 h 42"/>
                <a:gd name="T56" fmla="*/ 27 w 38"/>
                <a:gd name="T57" fmla="*/ 26 h 42"/>
                <a:gd name="T58" fmla="*/ 27 w 38"/>
                <a:gd name="T59" fmla="*/ 35 h 42"/>
                <a:gd name="T60" fmla="*/ 30 w 38"/>
                <a:gd name="T61" fmla="*/ 38 h 42"/>
                <a:gd name="T62" fmla="*/ 33 w 38"/>
                <a:gd name="T63" fmla="*/ 3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 h="42">
                  <a:moveTo>
                    <a:pt x="16" y="14"/>
                  </a:moveTo>
                  <a:cubicBezTo>
                    <a:pt x="16" y="16"/>
                    <a:pt x="15" y="17"/>
                    <a:pt x="15" y="18"/>
                  </a:cubicBezTo>
                  <a:cubicBezTo>
                    <a:pt x="15" y="18"/>
                    <a:pt x="14" y="19"/>
                    <a:pt x="13" y="20"/>
                  </a:cubicBezTo>
                  <a:cubicBezTo>
                    <a:pt x="13" y="20"/>
                    <a:pt x="12" y="21"/>
                    <a:pt x="11" y="21"/>
                  </a:cubicBezTo>
                  <a:cubicBezTo>
                    <a:pt x="10" y="21"/>
                    <a:pt x="9" y="21"/>
                    <a:pt x="8" y="21"/>
                  </a:cubicBezTo>
                  <a:cubicBezTo>
                    <a:pt x="6" y="21"/>
                    <a:pt x="4" y="21"/>
                    <a:pt x="2" y="20"/>
                  </a:cubicBezTo>
                  <a:cubicBezTo>
                    <a:pt x="1" y="18"/>
                    <a:pt x="0" y="17"/>
                    <a:pt x="0" y="14"/>
                  </a:cubicBezTo>
                  <a:cubicBezTo>
                    <a:pt x="0" y="8"/>
                    <a:pt x="0" y="8"/>
                    <a:pt x="0" y="8"/>
                  </a:cubicBezTo>
                  <a:cubicBezTo>
                    <a:pt x="0" y="5"/>
                    <a:pt x="1" y="3"/>
                    <a:pt x="2" y="2"/>
                  </a:cubicBezTo>
                  <a:cubicBezTo>
                    <a:pt x="4" y="0"/>
                    <a:pt x="6" y="0"/>
                    <a:pt x="8" y="0"/>
                  </a:cubicBezTo>
                  <a:cubicBezTo>
                    <a:pt x="9" y="0"/>
                    <a:pt x="10" y="0"/>
                    <a:pt x="11" y="0"/>
                  </a:cubicBezTo>
                  <a:cubicBezTo>
                    <a:pt x="12" y="0"/>
                    <a:pt x="12" y="1"/>
                    <a:pt x="13" y="1"/>
                  </a:cubicBezTo>
                  <a:cubicBezTo>
                    <a:pt x="14" y="2"/>
                    <a:pt x="15" y="3"/>
                    <a:pt x="15" y="4"/>
                  </a:cubicBezTo>
                  <a:cubicBezTo>
                    <a:pt x="15" y="5"/>
                    <a:pt x="16" y="6"/>
                    <a:pt x="16" y="7"/>
                  </a:cubicBezTo>
                  <a:lnTo>
                    <a:pt x="16" y="14"/>
                  </a:lnTo>
                  <a:close/>
                  <a:moveTo>
                    <a:pt x="11" y="8"/>
                  </a:moveTo>
                  <a:cubicBezTo>
                    <a:pt x="11" y="7"/>
                    <a:pt x="11" y="6"/>
                    <a:pt x="11" y="5"/>
                  </a:cubicBezTo>
                  <a:cubicBezTo>
                    <a:pt x="10" y="4"/>
                    <a:pt x="9" y="4"/>
                    <a:pt x="8" y="4"/>
                  </a:cubicBezTo>
                  <a:cubicBezTo>
                    <a:pt x="7" y="4"/>
                    <a:pt x="6" y="4"/>
                    <a:pt x="5" y="5"/>
                  </a:cubicBezTo>
                  <a:cubicBezTo>
                    <a:pt x="5" y="6"/>
                    <a:pt x="4" y="7"/>
                    <a:pt x="4" y="9"/>
                  </a:cubicBezTo>
                  <a:cubicBezTo>
                    <a:pt x="4" y="14"/>
                    <a:pt x="4" y="14"/>
                    <a:pt x="4" y="14"/>
                  </a:cubicBezTo>
                  <a:cubicBezTo>
                    <a:pt x="4" y="15"/>
                    <a:pt x="5" y="16"/>
                    <a:pt x="5" y="16"/>
                  </a:cubicBezTo>
                  <a:cubicBezTo>
                    <a:pt x="6" y="17"/>
                    <a:pt x="7" y="17"/>
                    <a:pt x="8" y="17"/>
                  </a:cubicBezTo>
                  <a:cubicBezTo>
                    <a:pt x="9" y="17"/>
                    <a:pt x="10" y="17"/>
                    <a:pt x="11" y="16"/>
                  </a:cubicBezTo>
                  <a:cubicBezTo>
                    <a:pt x="11" y="15"/>
                    <a:pt x="11" y="15"/>
                    <a:pt x="11" y="14"/>
                  </a:cubicBezTo>
                  <a:lnTo>
                    <a:pt x="11" y="8"/>
                  </a:lnTo>
                  <a:close/>
                  <a:moveTo>
                    <a:pt x="12" y="40"/>
                  </a:moveTo>
                  <a:cubicBezTo>
                    <a:pt x="12" y="41"/>
                    <a:pt x="11" y="41"/>
                    <a:pt x="11" y="41"/>
                  </a:cubicBezTo>
                  <a:cubicBezTo>
                    <a:pt x="11" y="41"/>
                    <a:pt x="10" y="41"/>
                    <a:pt x="10" y="41"/>
                  </a:cubicBezTo>
                  <a:cubicBezTo>
                    <a:pt x="8" y="41"/>
                    <a:pt x="8" y="41"/>
                    <a:pt x="8" y="41"/>
                  </a:cubicBezTo>
                  <a:cubicBezTo>
                    <a:pt x="7" y="41"/>
                    <a:pt x="7" y="41"/>
                    <a:pt x="6" y="41"/>
                  </a:cubicBezTo>
                  <a:cubicBezTo>
                    <a:pt x="6" y="41"/>
                    <a:pt x="6" y="40"/>
                    <a:pt x="7" y="40"/>
                  </a:cubicBezTo>
                  <a:cubicBezTo>
                    <a:pt x="26" y="2"/>
                    <a:pt x="26" y="2"/>
                    <a:pt x="26" y="2"/>
                  </a:cubicBezTo>
                  <a:cubicBezTo>
                    <a:pt x="27" y="1"/>
                    <a:pt x="27" y="1"/>
                    <a:pt x="27" y="0"/>
                  </a:cubicBezTo>
                  <a:cubicBezTo>
                    <a:pt x="27" y="0"/>
                    <a:pt x="28" y="0"/>
                    <a:pt x="29" y="0"/>
                  </a:cubicBezTo>
                  <a:cubicBezTo>
                    <a:pt x="31" y="0"/>
                    <a:pt x="31" y="0"/>
                    <a:pt x="31" y="0"/>
                  </a:cubicBezTo>
                  <a:cubicBezTo>
                    <a:pt x="32" y="0"/>
                    <a:pt x="32" y="0"/>
                    <a:pt x="32" y="0"/>
                  </a:cubicBezTo>
                  <a:cubicBezTo>
                    <a:pt x="32" y="1"/>
                    <a:pt x="32" y="1"/>
                    <a:pt x="31" y="2"/>
                  </a:cubicBezTo>
                  <a:lnTo>
                    <a:pt x="12" y="40"/>
                  </a:lnTo>
                  <a:close/>
                  <a:moveTo>
                    <a:pt x="38" y="35"/>
                  </a:moveTo>
                  <a:cubicBezTo>
                    <a:pt x="38" y="36"/>
                    <a:pt x="38" y="38"/>
                    <a:pt x="37" y="38"/>
                  </a:cubicBezTo>
                  <a:cubicBezTo>
                    <a:pt x="37" y="39"/>
                    <a:pt x="36" y="40"/>
                    <a:pt x="35" y="41"/>
                  </a:cubicBezTo>
                  <a:cubicBezTo>
                    <a:pt x="35" y="41"/>
                    <a:pt x="34" y="42"/>
                    <a:pt x="33" y="42"/>
                  </a:cubicBezTo>
                  <a:cubicBezTo>
                    <a:pt x="32" y="42"/>
                    <a:pt x="31" y="42"/>
                    <a:pt x="30" y="42"/>
                  </a:cubicBezTo>
                  <a:cubicBezTo>
                    <a:pt x="28" y="42"/>
                    <a:pt x="26" y="42"/>
                    <a:pt x="24" y="40"/>
                  </a:cubicBezTo>
                  <a:cubicBezTo>
                    <a:pt x="23" y="39"/>
                    <a:pt x="22" y="37"/>
                    <a:pt x="22" y="35"/>
                  </a:cubicBezTo>
                  <a:cubicBezTo>
                    <a:pt x="22" y="29"/>
                    <a:pt x="22" y="29"/>
                    <a:pt x="22" y="29"/>
                  </a:cubicBezTo>
                  <a:cubicBezTo>
                    <a:pt x="22" y="26"/>
                    <a:pt x="23" y="24"/>
                    <a:pt x="24" y="23"/>
                  </a:cubicBezTo>
                  <a:cubicBezTo>
                    <a:pt x="26" y="21"/>
                    <a:pt x="28" y="21"/>
                    <a:pt x="30" y="21"/>
                  </a:cubicBezTo>
                  <a:cubicBezTo>
                    <a:pt x="31" y="21"/>
                    <a:pt x="32" y="21"/>
                    <a:pt x="33" y="21"/>
                  </a:cubicBezTo>
                  <a:cubicBezTo>
                    <a:pt x="34" y="21"/>
                    <a:pt x="35" y="22"/>
                    <a:pt x="35" y="22"/>
                  </a:cubicBezTo>
                  <a:cubicBezTo>
                    <a:pt x="36" y="23"/>
                    <a:pt x="37" y="24"/>
                    <a:pt x="37" y="25"/>
                  </a:cubicBezTo>
                  <a:cubicBezTo>
                    <a:pt x="38" y="25"/>
                    <a:pt x="38" y="27"/>
                    <a:pt x="38" y="28"/>
                  </a:cubicBezTo>
                  <a:lnTo>
                    <a:pt x="38" y="35"/>
                  </a:lnTo>
                  <a:close/>
                  <a:moveTo>
                    <a:pt x="33" y="29"/>
                  </a:moveTo>
                  <a:cubicBezTo>
                    <a:pt x="33" y="28"/>
                    <a:pt x="33" y="27"/>
                    <a:pt x="33" y="26"/>
                  </a:cubicBezTo>
                  <a:cubicBezTo>
                    <a:pt x="32" y="25"/>
                    <a:pt x="31" y="25"/>
                    <a:pt x="30" y="25"/>
                  </a:cubicBezTo>
                  <a:cubicBezTo>
                    <a:pt x="29" y="25"/>
                    <a:pt x="28" y="25"/>
                    <a:pt x="27" y="26"/>
                  </a:cubicBezTo>
                  <a:cubicBezTo>
                    <a:pt x="27" y="27"/>
                    <a:pt x="27" y="28"/>
                    <a:pt x="27" y="29"/>
                  </a:cubicBezTo>
                  <a:cubicBezTo>
                    <a:pt x="27" y="35"/>
                    <a:pt x="27" y="35"/>
                    <a:pt x="27" y="35"/>
                  </a:cubicBezTo>
                  <a:cubicBezTo>
                    <a:pt x="27" y="36"/>
                    <a:pt x="27" y="36"/>
                    <a:pt x="28" y="37"/>
                  </a:cubicBezTo>
                  <a:cubicBezTo>
                    <a:pt x="28" y="38"/>
                    <a:pt x="29" y="38"/>
                    <a:pt x="30" y="38"/>
                  </a:cubicBezTo>
                  <a:cubicBezTo>
                    <a:pt x="31" y="38"/>
                    <a:pt x="32" y="38"/>
                    <a:pt x="33" y="37"/>
                  </a:cubicBezTo>
                  <a:cubicBezTo>
                    <a:pt x="33" y="36"/>
                    <a:pt x="33" y="35"/>
                    <a:pt x="33" y="35"/>
                  </a:cubicBezTo>
                  <a:lnTo>
                    <a:pt x="33" y="29"/>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59" name="Freeform 161"/>
            <p:cNvSpPr>
              <a:spLocks/>
            </p:cNvSpPr>
            <p:nvPr/>
          </p:nvSpPr>
          <p:spPr bwMode="auto">
            <a:xfrm>
              <a:off x="6132513" y="4552950"/>
              <a:ext cx="79375" cy="139700"/>
            </a:xfrm>
            <a:custGeom>
              <a:avLst/>
              <a:gdLst>
                <a:gd name="T0" fmla="*/ 20 w 21"/>
                <a:gd name="T1" fmla="*/ 37 h 37"/>
                <a:gd name="T2" fmla="*/ 1 w 21"/>
                <a:gd name="T3" fmla="*/ 37 h 37"/>
                <a:gd name="T4" fmla="*/ 0 w 21"/>
                <a:gd name="T5" fmla="*/ 36 h 37"/>
                <a:gd name="T6" fmla="*/ 0 w 21"/>
                <a:gd name="T7" fmla="*/ 35 h 37"/>
                <a:gd name="T8" fmla="*/ 0 w 21"/>
                <a:gd name="T9" fmla="*/ 2 h 37"/>
                <a:gd name="T10" fmla="*/ 0 w 21"/>
                <a:gd name="T11" fmla="*/ 1 h 37"/>
                <a:gd name="T12" fmla="*/ 1 w 21"/>
                <a:gd name="T13" fmla="*/ 0 h 37"/>
                <a:gd name="T14" fmla="*/ 19 w 21"/>
                <a:gd name="T15" fmla="*/ 0 h 37"/>
                <a:gd name="T16" fmla="*/ 20 w 21"/>
                <a:gd name="T17" fmla="*/ 0 h 37"/>
                <a:gd name="T18" fmla="*/ 21 w 21"/>
                <a:gd name="T19" fmla="*/ 1 h 37"/>
                <a:gd name="T20" fmla="*/ 21 w 21"/>
                <a:gd name="T21" fmla="*/ 4 h 37"/>
                <a:gd name="T22" fmla="*/ 20 w 21"/>
                <a:gd name="T23" fmla="*/ 5 h 37"/>
                <a:gd name="T24" fmla="*/ 18 w 21"/>
                <a:gd name="T25" fmla="*/ 5 h 37"/>
                <a:gd name="T26" fmla="*/ 7 w 21"/>
                <a:gd name="T27" fmla="*/ 5 h 37"/>
                <a:gd name="T28" fmla="*/ 6 w 21"/>
                <a:gd name="T29" fmla="*/ 5 h 37"/>
                <a:gd name="T30" fmla="*/ 5 w 21"/>
                <a:gd name="T31" fmla="*/ 6 h 37"/>
                <a:gd name="T32" fmla="*/ 5 w 21"/>
                <a:gd name="T33" fmla="*/ 14 h 37"/>
                <a:gd name="T34" fmla="*/ 6 w 21"/>
                <a:gd name="T35" fmla="*/ 15 h 37"/>
                <a:gd name="T36" fmla="*/ 7 w 21"/>
                <a:gd name="T37" fmla="*/ 15 h 37"/>
                <a:gd name="T38" fmla="*/ 17 w 21"/>
                <a:gd name="T39" fmla="*/ 15 h 37"/>
                <a:gd name="T40" fmla="*/ 18 w 21"/>
                <a:gd name="T41" fmla="*/ 16 h 37"/>
                <a:gd name="T42" fmla="*/ 18 w 21"/>
                <a:gd name="T43" fmla="*/ 16 h 37"/>
                <a:gd name="T44" fmla="*/ 18 w 21"/>
                <a:gd name="T45" fmla="*/ 19 h 37"/>
                <a:gd name="T46" fmla="*/ 17 w 21"/>
                <a:gd name="T47" fmla="*/ 20 h 37"/>
                <a:gd name="T48" fmla="*/ 16 w 21"/>
                <a:gd name="T49" fmla="*/ 20 h 37"/>
                <a:gd name="T50" fmla="*/ 7 w 21"/>
                <a:gd name="T51" fmla="*/ 20 h 37"/>
                <a:gd name="T52" fmla="*/ 6 w 21"/>
                <a:gd name="T53" fmla="*/ 20 h 37"/>
                <a:gd name="T54" fmla="*/ 5 w 21"/>
                <a:gd name="T55" fmla="*/ 21 h 37"/>
                <a:gd name="T56" fmla="*/ 5 w 21"/>
                <a:gd name="T57" fmla="*/ 31 h 37"/>
                <a:gd name="T58" fmla="*/ 6 w 21"/>
                <a:gd name="T59" fmla="*/ 32 h 37"/>
                <a:gd name="T60" fmla="*/ 7 w 21"/>
                <a:gd name="T61" fmla="*/ 32 h 37"/>
                <a:gd name="T62" fmla="*/ 20 w 21"/>
                <a:gd name="T63" fmla="*/ 32 h 37"/>
                <a:gd name="T64" fmla="*/ 21 w 21"/>
                <a:gd name="T65" fmla="*/ 32 h 37"/>
                <a:gd name="T66" fmla="*/ 21 w 21"/>
                <a:gd name="T67" fmla="*/ 33 h 37"/>
                <a:gd name="T68" fmla="*/ 21 w 21"/>
                <a:gd name="T69" fmla="*/ 36 h 37"/>
                <a:gd name="T70" fmla="*/ 21 w 21"/>
                <a:gd name="T71" fmla="*/ 36 h 37"/>
                <a:gd name="T72" fmla="*/ 20 w 21"/>
                <a:gd name="T73"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37">
                  <a:moveTo>
                    <a:pt x="20" y="37"/>
                  </a:moveTo>
                  <a:cubicBezTo>
                    <a:pt x="1" y="37"/>
                    <a:pt x="1" y="37"/>
                    <a:pt x="1" y="37"/>
                  </a:cubicBezTo>
                  <a:cubicBezTo>
                    <a:pt x="0" y="36"/>
                    <a:pt x="0" y="36"/>
                    <a:pt x="0" y="36"/>
                  </a:cubicBezTo>
                  <a:cubicBezTo>
                    <a:pt x="0" y="36"/>
                    <a:pt x="0" y="36"/>
                    <a:pt x="0" y="35"/>
                  </a:cubicBezTo>
                  <a:cubicBezTo>
                    <a:pt x="0" y="2"/>
                    <a:pt x="0" y="2"/>
                    <a:pt x="0" y="2"/>
                  </a:cubicBezTo>
                  <a:cubicBezTo>
                    <a:pt x="0" y="2"/>
                    <a:pt x="0" y="1"/>
                    <a:pt x="0" y="1"/>
                  </a:cubicBezTo>
                  <a:cubicBezTo>
                    <a:pt x="0" y="1"/>
                    <a:pt x="0" y="0"/>
                    <a:pt x="1" y="0"/>
                  </a:cubicBezTo>
                  <a:cubicBezTo>
                    <a:pt x="19" y="0"/>
                    <a:pt x="19" y="0"/>
                    <a:pt x="19" y="0"/>
                  </a:cubicBezTo>
                  <a:cubicBezTo>
                    <a:pt x="20" y="0"/>
                    <a:pt x="20" y="0"/>
                    <a:pt x="20" y="0"/>
                  </a:cubicBezTo>
                  <a:cubicBezTo>
                    <a:pt x="21" y="1"/>
                    <a:pt x="21" y="1"/>
                    <a:pt x="21" y="1"/>
                  </a:cubicBezTo>
                  <a:cubicBezTo>
                    <a:pt x="21" y="4"/>
                    <a:pt x="21" y="4"/>
                    <a:pt x="21" y="4"/>
                  </a:cubicBezTo>
                  <a:cubicBezTo>
                    <a:pt x="21" y="4"/>
                    <a:pt x="20" y="5"/>
                    <a:pt x="20" y="5"/>
                  </a:cubicBezTo>
                  <a:cubicBezTo>
                    <a:pt x="20" y="5"/>
                    <a:pt x="19" y="5"/>
                    <a:pt x="18" y="5"/>
                  </a:cubicBezTo>
                  <a:cubicBezTo>
                    <a:pt x="7" y="5"/>
                    <a:pt x="7" y="5"/>
                    <a:pt x="7" y="5"/>
                  </a:cubicBezTo>
                  <a:cubicBezTo>
                    <a:pt x="6" y="5"/>
                    <a:pt x="6" y="5"/>
                    <a:pt x="6" y="5"/>
                  </a:cubicBezTo>
                  <a:cubicBezTo>
                    <a:pt x="5" y="6"/>
                    <a:pt x="5" y="6"/>
                    <a:pt x="5" y="6"/>
                  </a:cubicBezTo>
                  <a:cubicBezTo>
                    <a:pt x="5" y="14"/>
                    <a:pt x="5" y="14"/>
                    <a:pt x="5" y="14"/>
                  </a:cubicBezTo>
                  <a:cubicBezTo>
                    <a:pt x="5" y="15"/>
                    <a:pt x="5" y="15"/>
                    <a:pt x="6" y="15"/>
                  </a:cubicBezTo>
                  <a:cubicBezTo>
                    <a:pt x="6" y="15"/>
                    <a:pt x="6" y="15"/>
                    <a:pt x="7" y="15"/>
                  </a:cubicBezTo>
                  <a:cubicBezTo>
                    <a:pt x="17" y="15"/>
                    <a:pt x="17" y="15"/>
                    <a:pt x="17" y="15"/>
                  </a:cubicBezTo>
                  <a:cubicBezTo>
                    <a:pt x="18" y="15"/>
                    <a:pt x="18" y="15"/>
                    <a:pt x="18" y="16"/>
                  </a:cubicBezTo>
                  <a:cubicBezTo>
                    <a:pt x="18" y="16"/>
                    <a:pt x="18" y="16"/>
                    <a:pt x="18" y="16"/>
                  </a:cubicBezTo>
                  <a:cubicBezTo>
                    <a:pt x="18" y="19"/>
                    <a:pt x="18" y="19"/>
                    <a:pt x="18" y="19"/>
                  </a:cubicBezTo>
                  <a:cubicBezTo>
                    <a:pt x="18" y="20"/>
                    <a:pt x="18" y="20"/>
                    <a:pt x="17" y="20"/>
                  </a:cubicBezTo>
                  <a:cubicBezTo>
                    <a:pt x="17" y="20"/>
                    <a:pt x="16" y="20"/>
                    <a:pt x="16" y="20"/>
                  </a:cubicBezTo>
                  <a:cubicBezTo>
                    <a:pt x="7" y="20"/>
                    <a:pt x="7" y="20"/>
                    <a:pt x="7" y="20"/>
                  </a:cubicBezTo>
                  <a:cubicBezTo>
                    <a:pt x="6" y="20"/>
                    <a:pt x="6" y="20"/>
                    <a:pt x="6" y="20"/>
                  </a:cubicBezTo>
                  <a:cubicBezTo>
                    <a:pt x="6" y="20"/>
                    <a:pt x="5" y="21"/>
                    <a:pt x="5" y="21"/>
                  </a:cubicBezTo>
                  <a:cubicBezTo>
                    <a:pt x="5" y="31"/>
                    <a:pt x="5" y="31"/>
                    <a:pt x="5" y="31"/>
                  </a:cubicBezTo>
                  <a:cubicBezTo>
                    <a:pt x="5" y="31"/>
                    <a:pt x="6" y="32"/>
                    <a:pt x="6" y="32"/>
                  </a:cubicBezTo>
                  <a:cubicBezTo>
                    <a:pt x="6" y="32"/>
                    <a:pt x="6" y="32"/>
                    <a:pt x="7" y="32"/>
                  </a:cubicBezTo>
                  <a:cubicBezTo>
                    <a:pt x="20" y="32"/>
                    <a:pt x="20" y="32"/>
                    <a:pt x="20" y="32"/>
                  </a:cubicBezTo>
                  <a:cubicBezTo>
                    <a:pt x="20" y="32"/>
                    <a:pt x="21" y="32"/>
                    <a:pt x="21" y="32"/>
                  </a:cubicBezTo>
                  <a:cubicBezTo>
                    <a:pt x="21" y="32"/>
                    <a:pt x="21" y="33"/>
                    <a:pt x="21" y="33"/>
                  </a:cubicBezTo>
                  <a:cubicBezTo>
                    <a:pt x="21" y="36"/>
                    <a:pt x="21" y="36"/>
                    <a:pt x="21" y="36"/>
                  </a:cubicBezTo>
                  <a:cubicBezTo>
                    <a:pt x="21" y="36"/>
                    <a:pt x="21" y="36"/>
                    <a:pt x="21" y="36"/>
                  </a:cubicBezTo>
                  <a:lnTo>
                    <a:pt x="20" y="37"/>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60" name="Freeform 162"/>
            <p:cNvSpPr>
              <a:spLocks/>
            </p:cNvSpPr>
            <p:nvPr/>
          </p:nvSpPr>
          <p:spPr bwMode="auto">
            <a:xfrm>
              <a:off x="6234113" y="4552950"/>
              <a:ext cx="93662" cy="139700"/>
            </a:xfrm>
            <a:custGeom>
              <a:avLst/>
              <a:gdLst>
                <a:gd name="T0" fmla="*/ 13 w 25"/>
                <a:gd name="T1" fmla="*/ 37 h 37"/>
                <a:gd name="T2" fmla="*/ 8 w 25"/>
                <a:gd name="T3" fmla="*/ 37 h 37"/>
                <a:gd name="T4" fmla="*/ 4 w 25"/>
                <a:gd name="T5" fmla="*/ 35 h 37"/>
                <a:gd name="T6" fmla="*/ 1 w 25"/>
                <a:gd name="T7" fmla="*/ 31 h 37"/>
                <a:gd name="T8" fmla="*/ 0 w 25"/>
                <a:gd name="T9" fmla="*/ 26 h 37"/>
                <a:gd name="T10" fmla="*/ 0 w 25"/>
                <a:gd name="T11" fmla="*/ 1 h 37"/>
                <a:gd name="T12" fmla="*/ 1 w 25"/>
                <a:gd name="T13" fmla="*/ 0 h 37"/>
                <a:gd name="T14" fmla="*/ 4 w 25"/>
                <a:gd name="T15" fmla="*/ 0 h 37"/>
                <a:gd name="T16" fmla="*/ 5 w 25"/>
                <a:gd name="T17" fmla="*/ 0 h 37"/>
                <a:gd name="T18" fmla="*/ 5 w 25"/>
                <a:gd name="T19" fmla="*/ 2 h 37"/>
                <a:gd name="T20" fmla="*/ 5 w 25"/>
                <a:gd name="T21" fmla="*/ 24 h 37"/>
                <a:gd name="T22" fmla="*/ 7 w 25"/>
                <a:gd name="T23" fmla="*/ 30 h 37"/>
                <a:gd name="T24" fmla="*/ 13 w 25"/>
                <a:gd name="T25" fmla="*/ 32 h 37"/>
                <a:gd name="T26" fmla="*/ 16 w 25"/>
                <a:gd name="T27" fmla="*/ 32 h 37"/>
                <a:gd name="T28" fmla="*/ 18 w 25"/>
                <a:gd name="T29" fmla="*/ 30 h 37"/>
                <a:gd name="T30" fmla="*/ 19 w 25"/>
                <a:gd name="T31" fmla="*/ 27 h 37"/>
                <a:gd name="T32" fmla="*/ 20 w 25"/>
                <a:gd name="T33" fmla="*/ 24 h 37"/>
                <a:gd name="T34" fmla="*/ 20 w 25"/>
                <a:gd name="T35" fmla="*/ 1 h 37"/>
                <a:gd name="T36" fmla="*/ 21 w 25"/>
                <a:gd name="T37" fmla="*/ 0 h 37"/>
                <a:gd name="T38" fmla="*/ 24 w 25"/>
                <a:gd name="T39" fmla="*/ 0 h 37"/>
                <a:gd name="T40" fmla="*/ 25 w 25"/>
                <a:gd name="T41" fmla="*/ 0 h 37"/>
                <a:gd name="T42" fmla="*/ 25 w 25"/>
                <a:gd name="T43" fmla="*/ 2 h 37"/>
                <a:gd name="T44" fmla="*/ 25 w 25"/>
                <a:gd name="T45" fmla="*/ 25 h 37"/>
                <a:gd name="T46" fmla="*/ 24 w 25"/>
                <a:gd name="T47" fmla="*/ 31 h 37"/>
                <a:gd name="T48" fmla="*/ 21 w 25"/>
                <a:gd name="T49" fmla="*/ 35 h 37"/>
                <a:gd name="T50" fmla="*/ 17 w 25"/>
                <a:gd name="T51" fmla="*/ 37 h 37"/>
                <a:gd name="T52" fmla="*/ 13 w 25"/>
                <a:gd name="T53"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5" h="37">
                  <a:moveTo>
                    <a:pt x="13" y="37"/>
                  </a:moveTo>
                  <a:cubicBezTo>
                    <a:pt x="11" y="37"/>
                    <a:pt x="10" y="37"/>
                    <a:pt x="8" y="37"/>
                  </a:cubicBezTo>
                  <a:cubicBezTo>
                    <a:pt x="7" y="36"/>
                    <a:pt x="5" y="36"/>
                    <a:pt x="4" y="35"/>
                  </a:cubicBezTo>
                  <a:cubicBezTo>
                    <a:pt x="3" y="34"/>
                    <a:pt x="2" y="33"/>
                    <a:pt x="1" y="31"/>
                  </a:cubicBezTo>
                  <a:cubicBezTo>
                    <a:pt x="0" y="30"/>
                    <a:pt x="0" y="28"/>
                    <a:pt x="0" y="26"/>
                  </a:cubicBezTo>
                  <a:cubicBezTo>
                    <a:pt x="0" y="1"/>
                    <a:pt x="0" y="1"/>
                    <a:pt x="0" y="1"/>
                  </a:cubicBezTo>
                  <a:cubicBezTo>
                    <a:pt x="0" y="1"/>
                    <a:pt x="0" y="0"/>
                    <a:pt x="1" y="0"/>
                  </a:cubicBezTo>
                  <a:cubicBezTo>
                    <a:pt x="4" y="0"/>
                    <a:pt x="4" y="0"/>
                    <a:pt x="4" y="0"/>
                  </a:cubicBezTo>
                  <a:cubicBezTo>
                    <a:pt x="5" y="0"/>
                    <a:pt x="5" y="0"/>
                    <a:pt x="5" y="0"/>
                  </a:cubicBezTo>
                  <a:cubicBezTo>
                    <a:pt x="5" y="1"/>
                    <a:pt x="5" y="1"/>
                    <a:pt x="5" y="2"/>
                  </a:cubicBezTo>
                  <a:cubicBezTo>
                    <a:pt x="5" y="24"/>
                    <a:pt x="5" y="24"/>
                    <a:pt x="5" y="24"/>
                  </a:cubicBezTo>
                  <a:cubicBezTo>
                    <a:pt x="5" y="27"/>
                    <a:pt x="6" y="29"/>
                    <a:pt x="7" y="30"/>
                  </a:cubicBezTo>
                  <a:cubicBezTo>
                    <a:pt x="9" y="31"/>
                    <a:pt x="10" y="32"/>
                    <a:pt x="13" y="32"/>
                  </a:cubicBezTo>
                  <a:cubicBezTo>
                    <a:pt x="14" y="32"/>
                    <a:pt x="15" y="32"/>
                    <a:pt x="16" y="32"/>
                  </a:cubicBezTo>
                  <a:cubicBezTo>
                    <a:pt x="17" y="31"/>
                    <a:pt x="18" y="31"/>
                    <a:pt x="18" y="30"/>
                  </a:cubicBezTo>
                  <a:cubicBezTo>
                    <a:pt x="19" y="29"/>
                    <a:pt x="19" y="28"/>
                    <a:pt x="19" y="27"/>
                  </a:cubicBezTo>
                  <a:cubicBezTo>
                    <a:pt x="20" y="26"/>
                    <a:pt x="20" y="25"/>
                    <a:pt x="20" y="24"/>
                  </a:cubicBezTo>
                  <a:cubicBezTo>
                    <a:pt x="20" y="1"/>
                    <a:pt x="20" y="1"/>
                    <a:pt x="20" y="1"/>
                  </a:cubicBezTo>
                  <a:cubicBezTo>
                    <a:pt x="20" y="1"/>
                    <a:pt x="20" y="0"/>
                    <a:pt x="21" y="0"/>
                  </a:cubicBezTo>
                  <a:cubicBezTo>
                    <a:pt x="24" y="0"/>
                    <a:pt x="24" y="0"/>
                    <a:pt x="24" y="0"/>
                  </a:cubicBezTo>
                  <a:cubicBezTo>
                    <a:pt x="25" y="0"/>
                    <a:pt x="25" y="0"/>
                    <a:pt x="25" y="0"/>
                  </a:cubicBezTo>
                  <a:cubicBezTo>
                    <a:pt x="25" y="1"/>
                    <a:pt x="25" y="1"/>
                    <a:pt x="25" y="2"/>
                  </a:cubicBezTo>
                  <a:cubicBezTo>
                    <a:pt x="25" y="25"/>
                    <a:pt x="25" y="25"/>
                    <a:pt x="25" y="25"/>
                  </a:cubicBezTo>
                  <a:cubicBezTo>
                    <a:pt x="25" y="28"/>
                    <a:pt x="25" y="30"/>
                    <a:pt x="24" y="31"/>
                  </a:cubicBezTo>
                  <a:cubicBezTo>
                    <a:pt x="23" y="33"/>
                    <a:pt x="22" y="34"/>
                    <a:pt x="21" y="35"/>
                  </a:cubicBezTo>
                  <a:cubicBezTo>
                    <a:pt x="20" y="36"/>
                    <a:pt x="18" y="36"/>
                    <a:pt x="17" y="37"/>
                  </a:cubicBezTo>
                  <a:cubicBezTo>
                    <a:pt x="15" y="37"/>
                    <a:pt x="14" y="37"/>
                    <a:pt x="13" y="3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61" name="Freeform 163"/>
            <p:cNvSpPr>
              <a:spLocks noEditPoints="1"/>
            </p:cNvSpPr>
            <p:nvPr/>
          </p:nvSpPr>
          <p:spPr bwMode="auto">
            <a:xfrm>
              <a:off x="6354763" y="4552950"/>
              <a:ext cx="96837" cy="139700"/>
            </a:xfrm>
            <a:custGeom>
              <a:avLst/>
              <a:gdLst>
                <a:gd name="T0" fmla="*/ 19 w 26"/>
                <a:gd name="T1" fmla="*/ 20 h 37"/>
                <a:gd name="T2" fmla="*/ 18 w 26"/>
                <a:gd name="T3" fmla="*/ 20 h 37"/>
                <a:gd name="T4" fmla="*/ 19 w 26"/>
                <a:gd name="T5" fmla="*/ 21 h 37"/>
                <a:gd name="T6" fmla="*/ 26 w 26"/>
                <a:gd name="T7" fmla="*/ 35 h 37"/>
                <a:gd name="T8" fmla="*/ 26 w 26"/>
                <a:gd name="T9" fmla="*/ 36 h 37"/>
                <a:gd name="T10" fmla="*/ 25 w 26"/>
                <a:gd name="T11" fmla="*/ 37 h 37"/>
                <a:gd name="T12" fmla="*/ 21 w 26"/>
                <a:gd name="T13" fmla="*/ 37 h 37"/>
                <a:gd name="T14" fmla="*/ 20 w 26"/>
                <a:gd name="T15" fmla="*/ 36 h 37"/>
                <a:gd name="T16" fmla="*/ 20 w 26"/>
                <a:gd name="T17" fmla="*/ 35 h 37"/>
                <a:gd name="T18" fmla="*/ 13 w 26"/>
                <a:gd name="T19" fmla="*/ 22 h 37"/>
                <a:gd name="T20" fmla="*/ 12 w 26"/>
                <a:gd name="T21" fmla="*/ 22 h 37"/>
                <a:gd name="T22" fmla="*/ 7 w 26"/>
                <a:gd name="T23" fmla="*/ 22 h 37"/>
                <a:gd name="T24" fmla="*/ 6 w 26"/>
                <a:gd name="T25" fmla="*/ 22 h 37"/>
                <a:gd name="T26" fmla="*/ 6 w 26"/>
                <a:gd name="T27" fmla="*/ 22 h 37"/>
                <a:gd name="T28" fmla="*/ 6 w 26"/>
                <a:gd name="T29" fmla="*/ 35 h 37"/>
                <a:gd name="T30" fmla="*/ 6 w 26"/>
                <a:gd name="T31" fmla="*/ 36 h 37"/>
                <a:gd name="T32" fmla="*/ 5 w 26"/>
                <a:gd name="T33" fmla="*/ 37 h 37"/>
                <a:gd name="T34" fmla="*/ 1 w 26"/>
                <a:gd name="T35" fmla="*/ 37 h 37"/>
                <a:gd name="T36" fmla="*/ 0 w 26"/>
                <a:gd name="T37" fmla="*/ 36 h 37"/>
                <a:gd name="T38" fmla="*/ 0 w 26"/>
                <a:gd name="T39" fmla="*/ 35 h 37"/>
                <a:gd name="T40" fmla="*/ 0 w 26"/>
                <a:gd name="T41" fmla="*/ 2 h 37"/>
                <a:gd name="T42" fmla="*/ 1 w 26"/>
                <a:gd name="T43" fmla="*/ 1 h 37"/>
                <a:gd name="T44" fmla="*/ 2 w 26"/>
                <a:gd name="T45" fmla="*/ 0 h 37"/>
                <a:gd name="T46" fmla="*/ 12 w 26"/>
                <a:gd name="T47" fmla="*/ 0 h 37"/>
                <a:gd name="T48" fmla="*/ 23 w 26"/>
                <a:gd name="T49" fmla="*/ 3 h 37"/>
                <a:gd name="T50" fmla="*/ 26 w 26"/>
                <a:gd name="T51" fmla="*/ 11 h 37"/>
                <a:gd name="T52" fmla="*/ 25 w 26"/>
                <a:gd name="T53" fmla="*/ 14 h 37"/>
                <a:gd name="T54" fmla="*/ 24 w 26"/>
                <a:gd name="T55" fmla="*/ 17 h 37"/>
                <a:gd name="T56" fmla="*/ 21 w 26"/>
                <a:gd name="T57" fmla="*/ 19 h 37"/>
                <a:gd name="T58" fmla="*/ 19 w 26"/>
                <a:gd name="T59" fmla="*/ 20 h 37"/>
                <a:gd name="T60" fmla="*/ 12 w 26"/>
                <a:gd name="T61" fmla="*/ 5 h 37"/>
                <a:gd name="T62" fmla="*/ 7 w 26"/>
                <a:gd name="T63" fmla="*/ 5 h 37"/>
                <a:gd name="T64" fmla="*/ 6 w 26"/>
                <a:gd name="T65" fmla="*/ 5 h 37"/>
                <a:gd name="T66" fmla="*/ 6 w 26"/>
                <a:gd name="T67" fmla="*/ 6 h 37"/>
                <a:gd name="T68" fmla="*/ 6 w 26"/>
                <a:gd name="T69" fmla="*/ 16 h 37"/>
                <a:gd name="T70" fmla="*/ 6 w 26"/>
                <a:gd name="T71" fmla="*/ 17 h 37"/>
                <a:gd name="T72" fmla="*/ 7 w 26"/>
                <a:gd name="T73" fmla="*/ 17 h 37"/>
                <a:gd name="T74" fmla="*/ 14 w 26"/>
                <a:gd name="T75" fmla="*/ 17 h 37"/>
                <a:gd name="T76" fmla="*/ 18 w 26"/>
                <a:gd name="T77" fmla="*/ 15 h 37"/>
                <a:gd name="T78" fmla="*/ 20 w 26"/>
                <a:gd name="T79" fmla="*/ 11 h 37"/>
                <a:gd name="T80" fmla="*/ 20 w 26"/>
                <a:gd name="T81" fmla="*/ 8 h 37"/>
                <a:gd name="T82" fmla="*/ 18 w 26"/>
                <a:gd name="T83" fmla="*/ 6 h 37"/>
                <a:gd name="T84" fmla="*/ 15 w 26"/>
                <a:gd name="T85" fmla="*/ 5 h 37"/>
                <a:gd name="T86" fmla="*/ 12 w 26"/>
                <a:gd name="T87" fmla="*/ 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6" h="37">
                  <a:moveTo>
                    <a:pt x="19" y="20"/>
                  </a:moveTo>
                  <a:cubicBezTo>
                    <a:pt x="18" y="20"/>
                    <a:pt x="18" y="20"/>
                    <a:pt x="18" y="20"/>
                  </a:cubicBezTo>
                  <a:cubicBezTo>
                    <a:pt x="19" y="21"/>
                    <a:pt x="19" y="21"/>
                    <a:pt x="19" y="21"/>
                  </a:cubicBezTo>
                  <a:cubicBezTo>
                    <a:pt x="26" y="35"/>
                    <a:pt x="26" y="35"/>
                    <a:pt x="26" y="35"/>
                  </a:cubicBezTo>
                  <a:cubicBezTo>
                    <a:pt x="26" y="36"/>
                    <a:pt x="26" y="36"/>
                    <a:pt x="26" y="36"/>
                  </a:cubicBezTo>
                  <a:cubicBezTo>
                    <a:pt x="26" y="37"/>
                    <a:pt x="26" y="37"/>
                    <a:pt x="25" y="37"/>
                  </a:cubicBezTo>
                  <a:cubicBezTo>
                    <a:pt x="21" y="37"/>
                    <a:pt x="21" y="37"/>
                    <a:pt x="21" y="37"/>
                  </a:cubicBezTo>
                  <a:cubicBezTo>
                    <a:pt x="21" y="37"/>
                    <a:pt x="20" y="37"/>
                    <a:pt x="20" y="36"/>
                  </a:cubicBezTo>
                  <a:cubicBezTo>
                    <a:pt x="20" y="36"/>
                    <a:pt x="20" y="36"/>
                    <a:pt x="20" y="35"/>
                  </a:cubicBezTo>
                  <a:cubicBezTo>
                    <a:pt x="13" y="22"/>
                    <a:pt x="13" y="22"/>
                    <a:pt x="13" y="22"/>
                  </a:cubicBezTo>
                  <a:cubicBezTo>
                    <a:pt x="13" y="22"/>
                    <a:pt x="13" y="22"/>
                    <a:pt x="12" y="22"/>
                  </a:cubicBezTo>
                  <a:cubicBezTo>
                    <a:pt x="7" y="22"/>
                    <a:pt x="7" y="22"/>
                    <a:pt x="7" y="22"/>
                  </a:cubicBezTo>
                  <a:cubicBezTo>
                    <a:pt x="6" y="22"/>
                    <a:pt x="6" y="22"/>
                    <a:pt x="6" y="22"/>
                  </a:cubicBezTo>
                  <a:cubicBezTo>
                    <a:pt x="6" y="22"/>
                    <a:pt x="6" y="22"/>
                    <a:pt x="6" y="22"/>
                  </a:cubicBezTo>
                  <a:cubicBezTo>
                    <a:pt x="6" y="35"/>
                    <a:pt x="6" y="35"/>
                    <a:pt x="6" y="35"/>
                  </a:cubicBezTo>
                  <a:cubicBezTo>
                    <a:pt x="6" y="36"/>
                    <a:pt x="6" y="36"/>
                    <a:pt x="6" y="36"/>
                  </a:cubicBezTo>
                  <a:cubicBezTo>
                    <a:pt x="6" y="37"/>
                    <a:pt x="5" y="37"/>
                    <a:pt x="5" y="37"/>
                  </a:cubicBezTo>
                  <a:cubicBezTo>
                    <a:pt x="1" y="37"/>
                    <a:pt x="1" y="37"/>
                    <a:pt x="1" y="37"/>
                  </a:cubicBezTo>
                  <a:cubicBezTo>
                    <a:pt x="1" y="37"/>
                    <a:pt x="0" y="36"/>
                    <a:pt x="0" y="36"/>
                  </a:cubicBezTo>
                  <a:cubicBezTo>
                    <a:pt x="0" y="36"/>
                    <a:pt x="0" y="35"/>
                    <a:pt x="0" y="35"/>
                  </a:cubicBezTo>
                  <a:cubicBezTo>
                    <a:pt x="0" y="2"/>
                    <a:pt x="0" y="2"/>
                    <a:pt x="0" y="2"/>
                  </a:cubicBezTo>
                  <a:cubicBezTo>
                    <a:pt x="0" y="1"/>
                    <a:pt x="0" y="1"/>
                    <a:pt x="1" y="1"/>
                  </a:cubicBezTo>
                  <a:cubicBezTo>
                    <a:pt x="1" y="0"/>
                    <a:pt x="1" y="0"/>
                    <a:pt x="2" y="0"/>
                  </a:cubicBezTo>
                  <a:cubicBezTo>
                    <a:pt x="12" y="0"/>
                    <a:pt x="12" y="0"/>
                    <a:pt x="12" y="0"/>
                  </a:cubicBezTo>
                  <a:cubicBezTo>
                    <a:pt x="17" y="0"/>
                    <a:pt x="20" y="1"/>
                    <a:pt x="23" y="3"/>
                  </a:cubicBezTo>
                  <a:cubicBezTo>
                    <a:pt x="25" y="5"/>
                    <a:pt x="26" y="8"/>
                    <a:pt x="26" y="11"/>
                  </a:cubicBezTo>
                  <a:cubicBezTo>
                    <a:pt x="26" y="12"/>
                    <a:pt x="26" y="13"/>
                    <a:pt x="25" y="14"/>
                  </a:cubicBezTo>
                  <a:cubicBezTo>
                    <a:pt x="25" y="15"/>
                    <a:pt x="24" y="16"/>
                    <a:pt x="24" y="17"/>
                  </a:cubicBezTo>
                  <a:cubicBezTo>
                    <a:pt x="23" y="18"/>
                    <a:pt x="22" y="19"/>
                    <a:pt x="21" y="19"/>
                  </a:cubicBezTo>
                  <a:cubicBezTo>
                    <a:pt x="21" y="20"/>
                    <a:pt x="20" y="20"/>
                    <a:pt x="19" y="20"/>
                  </a:cubicBezTo>
                  <a:close/>
                  <a:moveTo>
                    <a:pt x="12" y="5"/>
                  </a:moveTo>
                  <a:cubicBezTo>
                    <a:pt x="7" y="5"/>
                    <a:pt x="7" y="5"/>
                    <a:pt x="7" y="5"/>
                  </a:cubicBezTo>
                  <a:cubicBezTo>
                    <a:pt x="7" y="5"/>
                    <a:pt x="6" y="5"/>
                    <a:pt x="6" y="5"/>
                  </a:cubicBezTo>
                  <a:cubicBezTo>
                    <a:pt x="6" y="6"/>
                    <a:pt x="6" y="6"/>
                    <a:pt x="6" y="6"/>
                  </a:cubicBezTo>
                  <a:cubicBezTo>
                    <a:pt x="6" y="16"/>
                    <a:pt x="6" y="16"/>
                    <a:pt x="6" y="16"/>
                  </a:cubicBezTo>
                  <a:cubicBezTo>
                    <a:pt x="6" y="16"/>
                    <a:pt x="6" y="17"/>
                    <a:pt x="6" y="17"/>
                  </a:cubicBezTo>
                  <a:cubicBezTo>
                    <a:pt x="7" y="17"/>
                    <a:pt x="7" y="17"/>
                    <a:pt x="7" y="17"/>
                  </a:cubicBezTo>
                  <a:cubicBezTo>
                    <a:pt x="14" y="17"/>
                    <a:pt x="14" y="17"/>
                    <a:pt x="14" y="17"/>
                  </a:cubicBezTo>
                  <a:cubicBezTo>
                    <a:pt x="15" y="17"/>
                    <a:pt x="17" y="16"/>
                    <a:pt x="18" y="15"/>
                  </a:cubicBezTo>
                  <a:cubicBezTo>
                    <a:pt x="20" y="14"/>
                    <a:pt x="20" y="13"/>
                    <a:pt x="20" y="11"/>
                  </a:cubicBezTo>
                  <a:cubicBezTo>
                    <a:pt x="20" y="10"/>
                    <a:pt x="20" y="9"/>
                    <a:pt x="20" y="8"/>
                  </a:cubicBezTo>
                  <a:cubicBezTo>
                    <a:pt x="19" y="7"/>
                    <a:pt x="18" y="7"/>
                    <a:pt x="18" y="6"/>
                  </a:cubicBezTo>
                  <a:cubicBezTo>
                    <a:pt x="17" y="6"/>
                    <a:pt x="16" y="5"/>
                    <a:pt x="15" y="5"/>
                  </a:cubicBezTo>
                  <a:cubicBezTo>
                    <a:pt x="14" y="5"/>
                    <a:pt x="13" y="5"/>
                    <a:pt x="12" y="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62" name="Freeform 164"/>
            <p:cNvSpPr>
              <a:spLocks noEditPoints="1"/>
            </p:cNvSpPr>
            <p:nvPr/>
          </p:nvSpPr>
          <p:spPr bwMode="auto">
            <a:xfrm>
              <a:off x="6478588" y="4548188"/>
              <a:ext cx="101600" cy="144462"/>
            </a:xfrm>
            <a:custGeom>
              <a:avLst/>
              <a:gdLst>
                <a:gd name="T0" fmla="*/ 14 w 27"/>
                <a:gd name="T1" fmla="*/ 38 h 38"/>
                <a:gd name="T2" fmla="*/ 9 w 27"/>
                <a:gd name="T3" fmla="*/ 38 h 38"/>
                <a:gd name="T4" fmla="*/ 5 w 27"/>
                <a:gd name="T5" fmla="*/ 36 h 38"/>
                <a:gd name="T6" fmla="*/ 1 w 27"/>
                <a:gd name="T7" fmla="*/ 33 h 38"/>
                <a:gd name="T8" fmla="*/ 0 w 27"/>
                <a:gd name="T9" fmla="*/ 28 h 38"/>
                <a:gd name="T10" fmla="*/ 0 w 27"/>
                <a:gd name="T11" fmla="*/ 13 h 38"/>
                <a:gd name="T12" fmla="*/ 3 w 27"/>
                <a:gd name="T13" fmla="*/ 3 h 38"/>
                <a:gd name="T14" fmla="*/ 14 w 27"/>
                <a:gd name="T15" fmla="*/ 0 h 38"/>
                <a:gd name="T16" fmla="*/ 19 w 27"/>
                <a:gd name="T17" fmla="*/ 1 h 38"/>
                <a:gd name="T18" fmla="*/ 23 w 27"/>
                <a:gd name="T19" fmla="*/ 3 h 38"/>
                <a:gd name="T20" fmla="*/ 26 w 27"/>
                <a:gd name="T21" fmla="*/ 7 h 38"/>
                <a:gd name="T22" fmla="*/ 27 w 27"/>
                <a:gd name="T23" fmla="*/ 13 h 38"/>
                <a:gd name="T24" fmla="*/ 27 w 27"/>
                <a:gd name="T25" fmla="*/ 26 h 38"/>
                <a:gd name="T26" fmla="*/ 26 w 27"/>
                <a:gd name="T27" fmla="*/ 33 h 38"/>
                <a:gd name="T28" fmla="*/ 22 w 27"/>
                <a:gd name="T29" fmla="*/ 36 h 38"/>
                <a:gd name="T30" fmla="*/ 18 w 27"/>
                <a:gd name="T31" fmla="*/ 38 h 38"/>
                <a:gd name="T32" fmla="*/ 14 w 27"/>
                <a:gd name="T33" fmla="*/ 38 h 38"/>
                <a:gd name="T34" fmla="*/ 21 w 27"/>
                <a:gd name="T35" fmla="*/ 13 h 38"/>
                <a:gd name="T36" fmla="*/ 20 w 27"/>
                <a:gd name="T37" fmla="*/ 7 h 38"/>
                <a:gd name="T38" fmla="*/ 14 w 27"/>
                <a:gd name="T39" fmla="*/ 5 h 38"/>
                <a:gd name="T40" fmla="*/ 7 w 27"/>
                <a:gd name="T41" fmla="*/ 7 h 38"/>
                <a:gd name="T42" fmla="*/ 6 w 27"/>
                <a:gd name="T43" fmla="*/ 13 h 38"/>
                <a:gd name="T44" fmla="*/ 6 w 27"/>
                <a:gd name="T45" fmla="*/ 26 h 38"/>
                <a:gd name="T46" fmla="*/ 6 w 27"/>
                <a:gd name="T47" fmla="*/ 29 h 38"/>
                <a:gd name="T48" fmla="*/ 8 w 27"/>
                <a:gd name="T49" fmla="*/ 32 h 38"/>
                <a:gd name="T50" fmla="*/ 11 w 27"/>
                <a:gd name="T51" fmla="*/ 33 h 38"/>
                <a:gd name="T52" fmla="*/ 14 w 27"/>
                <a:gd name="T53" fmla="*/ 33 h 38"/>
                <a:gd name="T54" fmla="*/ 17 w 27"/>
                <a:gd name="T55" fmla="*/ 33 h 38"/>
                <a:gd name="T56" fmla="*/ 19 w 27"/>
                <a:gd name="T57" fmla="*/ 32 h 38"/>
                <a:gd name="T58" fmla="*/ 21 w 27"/>
                <a:gd name="T59" fmla="*/ 29 h 38"/>
                <a:gd name="T60" fmla="*/ 21 w 27"/>
                <a:gd name="T61" fmla="*/ 25 h 38"/>
                <a:gd name="T62" fmla="*/ 21 w 27"/>
                <a:gd name="T63" fmla="*/ 1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38">
                  <a:moveTo>
                    <a:pt x="14" y="38"/>
                  </a:moveTo>
                  <a:cubicBezTo>
                    <a:pt x="12" y="38"/>
                    <a:pt x="11" y="38"/>
                    <a:pt x="9" y="38"/>
                  </a:cubicBezTo>
                  <a:cubicBezTo>
                    <a:pt x="8" y="37"/>
                    <a:pt x="6" y="37"/>
                    <a:pt x="5" y="36"/>
                  </a:cubicBezTo>
                  <a:cubicBezTo>
                    <a:pt x="3" y="36"/>
                    <a:pt x="2" y="35"/>
                    <a:pt x="1" y="33"/>
                  </a:cubicBezTo>
                  <a:cubicBezTo>
                    <a:pt x="0" y="32"/>
                    <a:pt x="0" y="30"/>
                    <a:pt x="0" y="28"/>
                  </a:cubicBezTo>
                  <a:cubicBezTo>
                    <a:pt x="0" y="13"/>
                    <a:pt x="0" y="13"/>
                    <a:pt x="0" y="13"/>
                  </a:cubicBezTo>
                  <a:cubicBezTo>
                    <a:pt x="0" y="8"/>
                    <a:pt x="1" y="5"/>
                    <a:pt x="3" y="3"/>
                  </a:cubicBezTo>
                  <a:cubicBezTo>
                    <a:pt x="5" y="1"/>
                    <a:pt x="9" y="0"/>
                    <a:pt x="14" y="0"/>
                  </a:cubicBezTo>
                  <a:cubicBezTo>
                    <a:pt x="15" y="0"/>
                    <a:pt x="17" y="1"/>
                    <a:pt x="19" y="1"/>
                  </a:cubicBezTo>
                  <a:cubicBezTo>
                    <a:pt x="21" y="1"/>
                    <a:pt x="22" y="2"/>
                    <a:pt x="23" y="3"/>
                  </a:cubicBezTo>
                  <a:cubicBezTo>
                    <a:pt x="25" y="4"/>
                    <a:pt x="25" y="5"/>
                    <a:pt x="26" y="7"/>
                  </a:cubicBezTo>
                  <a:cubicBezTo>
                    <a:pt x="27" y="8"/>
                    <a:pt x="27" y="10"/>
                    <a:pt x="27" y="13"/>
                  </a:cubicBezTo>
                  <a:cubicBezTo>
                    <a:pt x="27" y="26"/>
                    <a:pt x="27" y="26"/>
                    <a:pt x="27" y="26"/>
                  </a:cubicBezTo>
                  <a:cubicBezTo>
                    <a:pt x="27" y="29"/>
                    <a:pt x="27" y="31"/>
                    <a:pt x="26" y="33"/>
                  </a:cubicBezTo>
                  <a:cubicBezTo>
                    <a:pt x="25" y="34"/>
                    <a:pt x="24" y="36"/>
                    <a:pt x="22" y="36"/>
                  </a:cubicBezTo>
                  <a:cubicBezTo>
                    <a:pt x="21" y="37"/>
                    <a:pt x="19" y="38"/>
                    <a:pt x="18" y="38"/>
                  </a:cubicBezTo>
                  <a:cubicBezTo>
                    <a:pt x="16" y="38"/>
                    <a:pt x="15" y="38"/>
                    <a:pt x="14" y="38"/>
                  </a:cubicBezTo>
                  <a:close/>
                  <a:moveTo>
                    <a:pt x="21" y="13"/>
                  </a:moveTo>
                  <a:cubicBezTo>
                    <a:pt x="21" y="10"/>
                    <a:pt x="21" y="8"/>
                    <a:pt x="20" y="7"/>
                  </a:cubicBezTo>
                  <a:cubicBezTo>
                    <a:pt x="18" y="6"/>
                    <a:pt x="16" y="5"/>
                    <a:pt x="14" y="5"/>
                  </a:cubicBezTo>
                  <a:cubicBezTo>
                    <a:pt x="11" y="5"/>
                    <a:pt x="9" y="6"/>
                    <a:pt x="7" y="7"/>
                  </a:cubicBezTo>
                  <a:cubicBezTo>
                    <a:pt x="6" y="9"/>
                    <a:pt x="6" y="11"/>
                    <a:pt x="6" y="13"/>
                  </a:cubicBezTo>
                  <a:cubicBezTo>
                    <a:pt x="6" y="26"/>
                    <a:pt x="6" y="26"/>
                    <a:pt x="6" y="26"/>
                  </a:cubicBezTo>
                  <a:cubicBezTo>
                    <a:pt x="6" y="28"/>
                    <a:pt x="6" y="29"/>
                    <a:pt x="6" y="29"/>
                  </a:cubicBezTo>
                  <a:cubicBezTo>
                    <a:pt x="7" y="30"/>
                    <a:pt x="7" y="31"/>
                    <a:pt x="8" y="32"/>
                  </a:cubicBezTo>
                  <a:cubicBezTo>
                    <a:pt x="9" y="32"/>
                    <a:pt x="10" y="32"/>
                    <a:pt x="11" y="33"/>
                  </a:cubicBezTo>
                  <a:cubicBezTo>
                    <a:pt x="12" y="33"/>
                    <a:pt x="13" y="33"/>
                    <a:pt x="14" y="33"/>
                  </a:cubicBezTo>
                  <a:cubicBezTo>
                    <a:pt x="15" y="33"/>
                    <a:pt x="16" y="33"/>
                    <a:pt x="17" y="33"/>
                  </a:cubicBezTo>
                  <a:cubicBezTo>
                    <a:pt x="18" y="33"/>
                    <a:pt x="18" y="32"/>
                    <a:pt x="19" y="32"/>
                  </a:cubicBezTo>
                  <a:cubicBezTo>
                    <a:pt x="20" y="31"/>
                    <a:pt x="20" y="30"/>
                    <a:pt x="21" y="29"/>
                  </a:cubicBezTo>
                  <a:cubicBezTo>
                    <a:pt x="21" y="28"/>
                    <a:pt x="21" y="27"/>
                    <a:pt x="21" y="25"/>
                  </a:cubicBezTo>
                  <a:lnTo>
                    <a:pt x="21" y="13"/>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63" name="Freeform 165"/>
            <p:cNvSpPr>
              <a:spLocks noEditPoints="1"/>
            </p:cNvSpPr>
            <p:nvPr/>
          </p:nvSpPr>
          <p:spPr bwMode="auto">
            <a:xfrm>
              <a:off x="6597650" y="4552950"/>
              <a:ext cx="98425" cy="139700"/>
            </a:xfrm>
            <a:custGeom>
              <a:avLst/>
              <a:gdLst>
                <a:gd name="T0" fmla="*/ 13 w 26"/>
                <a:gd name="T1" fmla="*/ 24 h 37"/>
                <a:gd name="T2" fmla="*/ 7 w 26"/>
                <a:gd name="T3" fmla="*/ 24 h 37"/>
                <a:gd name="T4" fmla="*/ 6 w 26"/>
                <a:gd name="T5" fmla="*/ 24 h 37"/>
                <a:gd name="T6" fmla="*/ 6 w 26"/>
                <a:gd name="T7" fmla="*/ 25 h 37"/>
                <a:gd name="T8" fmla="*/ 6 w 26"/>
                <a:gd name="T9" fmla="*/ 35 h 37"/>
                <a:gd name="T10" fmla="*/ 6 w 26"/>
                <a:gd name="T11" fmla="*/ 36 h 37"/>
                <a:gd name="T12" fmla="*/ 5 w 26"/>
                <a:gd name="T13" fmla="*/ 37 h 37"/>
                <a:gd name="T14" fmla="*/ 1 w 26"/>
                <a:gd name="T15" fmla="*/ 37 h 37"/>
                <a:gd name="T16" fmla="*/ 0 w 26"/>
                <a:gd name="T17" fmla="*/ 36 h 37"/>
                <a:gd name="T18" fmla="*/ 0 w 26"/>
                <a:gd name="T19" fmla="*/ 35 h 37"/>
                <a:gd name="T20" fmla="*/ 0 w 26"/>
                <a:gd name="T21" fmla="*/ 2 h 37"/>
                <a:gd name="T22" fmla="*/ 0 w 26"/>
                <a:gd name="T23" fmla="*/ 1 h 37"/>
                <a:gd name="T24" fmla="*/ 1 w 26"/>
                <a:gd name="T25" fmla="*/ 0 h 37"/>
                <a:gd name="T26" fmla="*/ 12 w 26"/>
                <a:gd name="T27" fmla="*/ 0 h 37"/>
                <a:gd name="T28" fmla="*/ 22 w 26"/>
                <a:gd name="T29" fmla="*/ 3 h 37"/>
                <a:gd name="T30" fmla="*/ 26 w 26"/>
                <a:gd name="T31" fmla="*/ 12 h 37"/>
                <a:gd name="T32" fmla="*/ 23 w 26"/>
                <a:gd name="T33" fmla="*/ 21 h 37"/>
                <a:gd name="T34" fmla="*/ 13 w 26"/>
                <a:gd name="T35" fmla="*/ 24 h 37"/>
                <a:gd name="T36" fmla="*/ 12 w 26"/>
                <a:gd name="T37" fmla="*/ 5 h 37"/>
                <a:gd name="T38" fmla="*/ 7 w 26"/>
                <a:gd name="T39" fmla="*/ 5 h 37"/>
                <a:gd name="T40" fmla="*/ 6 w 26"/>
                <a:gd name="T41" fmla="*/ 5 h 37"/>
                <a:gd name="T42" fmla="*/ 6 w 26"/>
                <a:gd name="T43" fmla="*/ 6 h 37"/>
                <a:gd name="T44" fmla="*/ 6 w 26"/>
                <a:gd name="T45" fmla="*/ 18 h 37"/>
                <a:gd name="T46" fmla="*/ 6 w 26"/>
                <a:gd name="T47" fmla="*/ 19 h 37"/>
                <a:gd name="T48" fmla="*/ 7 w 26"/>
                <a:gd name="T49" fmla="*/ 19 h 37"/>
                <a:gd name="T50" fmla="*/ 13 w 26"/>
                <a:gd name="T51" fmla="*/ 19 h 37"/>
                <a:gd name="T52" fmla="*/ 18 w 26"/>
                <a:gd name="T53" fmla="*/ 17 h 37"/>
                <a:gd name="T54" fmla="*/ 20 w 26"/>
                <a:gd name="T55" fmla="*/ 12 h 37"/>
                <a:gd name="T56" fmla="*/ 19 w 26"/>
                <a:gd name="T57" fmla="*/ 9 h 37"/>
                <a:gd name="T58" fmla="*/ 17 w 26"/>
                <a:gd name="T59" fmla="*/ 6 h 37"/>
                <a:gd name="T60" fmla="*/ 15 w 26"/>
                <a:gd name="T61" fmla="*/ 5 h 37"/>
                <a:gd name="T62" fmla="*/ 12 w 26"/>
                <a:gd name="T63" fmla="*/ 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6" h="37">
                  <a:moveTo>
                    <a:pt x="13" y="24"/>
                  </a:moveTo>
                  <a:cubicBezTo>
                    <a:pt x="7" y="24"/>
                    <a:pt x="7" y="24"/>
                    <a:pt x="7" y="24"/>
                  </a:cubicBezTo>
                  <a:cubicBezTo>
                    <a:pt x="6" y="24"/>
                    <a:pt x="6" y="24"/>
                    <a:pt x="6" y="24"/>
                  </a:cubicBezTo>
                  <a:cubicBezTo>
                    <a:pt x="6" y="24"/>
                    <a:pt x="6" y="24"/>
                    <a:pt x="6" y="25"/>
                  </a:cubicBezTo>
                  <a:cubicBezTo>
                    <a:pt x="6" y="35"/>
                    <a:pt x="6" y="35"/>
                    <a:pt x="6" y="35"/>
                  </a:cubicBezTo>
                  <a:cubicBezTo>
                    <a:pt x="6" y="36"/>
                    <a:pt x="6" y="36"/>
                    <a:pt x="6" y="36"/>
                  </a:cubicBezTo>
                  <a:cubicBezTo>
                    <a:pt x="5" y="37"/>
                    <a:pt x="5" y="37"/>
                    <a:pt x="5" y="37"/>
                  </a:cubicBezTo>
                  <a:cubicBezTo>
                    <a:pt x="1" y="37"/>
                    <a:pt x="1" y="37"/>
                    <a:pt x="1" y="37"/>
                  </a:cubicBezTo>
                  <a:cubicBezTo>
                    <a:pt x="0" y="37"/>
                    <a:pt x="0" y="36"/>
                    <a:pt x="0" y="36"/>
                  </a:cubicBezTo>
                  <a:cubicBezTo>
                    <a:pt x="0" y="36"/>
                    <a:pt x="0" y="35"/>
                    <a:pt x="0" y="35"/>
                  </a:cubicBezTo>
                  <a:cubicBezTo>
                    <a:pt x="0" y="2"/>
                    <a:pt x="0" y="2"/>
                    <a:pt x="0" y="2"/>
                  </a:cubicBezTo>
                  <a:cubicBezTo>
                    <a:pt x="0" y="1"/>
                    <a:pt x="0" y="1"/>
                    <a:pt x="0" y="1"/>
                  </a:cubicBezTo>
                  <a:cubicBezTo>
                    <a:pt x="0" y="0"/>
                    <a:pt x="1" y="0"/>
                    <a:pt x="1" y="0"/>
                  </a:cubicBezTo>
                  <a:cubicBezTo>
                    <a:pt x="12" y="0"/>
                    <a:pt x="12" y="0"/>
                    <a:pt x="12" y="0"/>
                  </a:cubicBezTo>
                  <a:cubicBezTo>
                    <a:pt x="17" y="0"/>
                    <a:pt x="20" y="1"/>
                    <a:pt x="22" y="3"/>
                  </a:cubicBezTo>
                  <a:cubicBezTo>
                    <a:pt x="25" y="5"/>
                    <a:pt x="26" y="8"/>
                    <a:pt x="26" y="12"/>
                  </a:cubicBezTo>
                  <a:cubicBezTo>
                    <a:pt x="26" y="16"/>
                    <a:pt x="25" y="19"/>
                    <a:pt x="23" y="21"/>
                  </a:cubicBezTo>
                  <a:cubicBezTo>
                    <a:pt x="20" y="23"/>
                    <a:pt x="17" y="24"/>
                    <a:pt x="13" y="24"/>
                  </a:cubicBezTo>
                  <a:close/>
                  <a:moveTo>
                    <a:pt x="12" y="5"/>
                  </a:moveTo>
                  <a:cubicBezTo>
                    <a:pt x="7" y="5"/>
                    <a:pt x="7" y="5"/>
                    <a:pt x="7" y="5"/>
                  </a:cubicBezTo>
                  <a:cubicBezTo>
                    <a:pt x="6" y="5"/>
                    <a:pt x="6" y="5"/>
                    <a:pt x="6" y="5"/>
                  </a:cubicBezTo>
                  <a:cubicBezTo>
                    <a:pt x="6" y="6"/>
                    <a:pt x="6" y="6"/>
                    <a:pt x="6" y="6"/>
                  </a:cubicBezTo>
                  <a:cubicBezTo>
                    <a:pt x="6" y="18"/>
                    <a:pt x="6" y="18"/>
                    <a:pt x="6" y="18"/>
                  </a:cubicBezTo>
                  <a:cubicBezTo>
                    <a:pt x="6" y="18"/>
                    <a:pt x="6" y="19"/>
                    <a:pt x="6" y="19"/>
                  </a:cubicBezTo>
                  <a:cubicBezTo>
                    <a:pt x="6" y="19"/>
                    <a:pt x="6" y="19"/>
                    <a:pt x="7" y="19"/>
                  </a:cubicBezTo>
                  <a:cubicBezTo>
                    <a:pt x="13" y="19"/>
                    <a:pt x="13" y="19"/>
                    <a:pt x="13" y="19"/>
                  </a:cubicBezTo>
                  <a:cubicBezTo>
                    <a:pt x="15" y="19"/>
                    <a:pt x="17" y="18"/>
                    <a:pt x="18" y="17"/>
                  </a:cubicBezTo>
                  <a:cubicBezTo>
                    <a:pt x="19" y="16"/>
                    <a:pt x="20" y="14"/>
                    <a:pt x="20" y="12"/>
                  </a:cubicBezTo>
                  <a:cubicBezTo>
                    <a:pt x="20" y="10"/>
                    <a:pt x="20" y="9"/>
                    <a:pt x="19" y="9"/>
                  </a:cubicBezTo>
                  <a:cubicBezTo>
                    <a:pt x="19" y="8"/>
                    <a:pt x="18" y="7"/>
                    <a:pt x="17" y="6"/>
                  </a:cubicBezTo>
                  <a:cubicBezTo>
                    <a:pt x="17" y="6"/>
                    <a:pt x="16" y="5"/>
                    <a:pt x="15" y="5"/>
                  </a:cubicBezTo>
                  <a:cubicBezTo>
                    <a:pt x="14" y="5"/>
                    <a:pt x="13" y="5"/>
                    <a:pt x="12" y="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64" name="Freeform 166"/>
            <p:cNvSpPr>
              <a:spLocks/>
            </p:cNvSpPr>
            <p:nvPr/>
          </p:nvSpPr>
          <p:spPr bwMode="auto">
            <a:xfrm>
              <a:off x="6718300" y="4552950"/>
              <a:ext cx="79375" cy="139700"/>
            </a:xfrm>
            <a:custGeom>
              <a:avLst/>
              <a:gdLst>
                <a:gd name="T0" fmla="*/ 20 w 21"/>
                <a:gd name="T1" fmla="*/ 37 h 37"/>
                <a:gd name="T2" fmla="*/ 1 w 21"/>
                <a:gd name="T3" fmla="*/ 37 h 37"/>
                <a:gd name="T4" fmla="*/ 0 w 21"/>
                <a:gd name="T5" fmla="*/ 36 h 37"/>
                <a:gd name="T6" fmla="*/ 0 w 21"/>
                <a:gd name="T7" fmla="*/ 35 h 37"/>
                <a:gd name="T8" fmla="*/ 0 w 21"/>
                <a:gd name="T9" fmla="*/ 2 h 37"/>
                <a:gd name="T10" fmla="*/ 0 w 21"/>
                <a:gd name="T11" fmla="*/ 1 h 37"/>
                <a:gd name="T12" fmla="*/ 1 w 21"/>
                <a:gd name="T13" fmla="*/ 0 h 37"/>
                <a:gd name="T14" fmla="*/ 19 w 21"/>
                <a:gd name="T15" fmla="*/ 0 h 37"/>
                <a:gd name="T16" fmla="*/ 20 w 21"/>
                <a:gd name="T17" fmla="*/ 0 h 37"/>
                <a:gd name="T18" fmla="*/ 21 w 21"/>
                <a:gd name="T19" fmla="*/ 1 h 37"/>
                <a:gd name="T20" fmla="*/ 21 w 21"/>
                <a:gd name="T21" fmla="*/ 4 h 37"/>
                <a:gd name="T22" fmla="*/ 20 w 21"/>
                <a:gd name="T23" fmla="*/ 5 h 37"/>
                <a:gd name="T24" fmla="*/ 18 w 21"/>
                <a:gd name="T25" fmla="*/ 5 h 37"/>
                <a:gd name="T26" fmla="*/ 7 w 21"/>
                <a:gd name="T27" fmla="*/ 5 h 37"/>
                <a:gd name="T28" fmla="*/ 5 w 21"/>
                <a:gd name="T29" fmla="*/ 5 h 37"/>
                <a:gd name="T30" fmla="*/ 5 w 21"/>
                <a:gd name="T31" fmla="*/ 6 h 37"/>
                <a:gd name="T32" fmla="*/ 5 w 21"/>
                <a:gd name="T33" fmla="*/ 14 h 37"/>
                <a:gd name="T34" fmla="*/ 5 w 21"/>
                <a:gd name="T35" fmla="*/ 15 h 37"/>
                <a:gd name="T36" fmla="*/ 6 w 21"/>
                <a:gd name="T37" fmla="*/ 15 h 37"/>
                <a:gd name="T38" fmla="*/ 17 w 21"/>
                <a:gd name="T39" fmla="*/ 15 h 37"/>
                <a:gd name="T40" fmla="*/ 18 w 21"/>
                <a:gd name="T41" fmla="*/ 16 h 37"/>
                <a:gd name="T42" fmla="*/ 18 w 21"/>
                <a:gd name="T43" fmla="*/ 16 h 37"/>
                <a:gd name="T44" fmla="*/ 18 w 21"/>
                <a:gd name="T45" fmla="*/ 19 h 37"/>
                <a:gd name="T46" fmla="*/ 17 w 21"/>
                <a:gd name="T47" fmla="*/ 20 h 37"/>
                <a:gd name="T48" fmla="*/ 15 w 21"/>
                <a:gd name="T49" fmla="*/ 20 h 37"/>
                <a:gd name="T50" fmla="*/ 7 w 21"/>
                <a:gd name="T51" fmla="*/ 20 h 37"/>
                <a:gd name="T52" fmla="*/ 6 w 21"/>
                <a:gd name="T53" fmla="*/ 20 h 37"/>
                <a:gd name="T54" fmla="*/ 5 w 21"/>
                <a:gd name="T55" fmla="*/ 21 h 37"/>
                <a:gd name="T56" fmla="*/ 5 w 21"/>
                <a:gd name="T57" fmla="*/ 31 h 37"/>
                <a:gd name="T58" fmla="*/ 6 w 21"/>
                <a:gd name="T59" fmla="*/ 32 h 37"/>
                <a:gd name="T60" fmla="*/ 7 w 21"/>
                <a:gd name="T61" fmla="*/ 32 h 37"/>
                <a:gd name="T62" fmla="*/ 19 w 21"/>
                <a:gd name="T63" fmla="*/ 32 h 37"/>
                <a:gd name="T64" fmla="*/ 21 w 21"/>
                <a:gd name="T65" fmla="*/ 32 h 37"/>
                <a:gd name="T66" fmla="*/ 21 w 21"/>
                <a:gd name="T67" fmla="*/ 33 h 37"/>
                <a:gd name="T68" fmla="*/ 21 w 21"/>
                <a:gd name="T69" fmla="*/ 36 h 37"/>
                <a:gd name="T70" fmla="*/ 21 w 21"/>
                <a:gd name="T71" fmla="*/ 36 h 37"/>
                <a:gd name="T72" fmla="*/ 20 w 21"/>
                <a:gd name="T73"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37">
                  <a:moveTo>
                    <a:pt x="20" y="37"/>
                  </a:moveTo>
                  <a:cubicBezTo>
                    <a:pt x="1" y="37"/>
                    <a:pt x="1" y="37"/>
                    <a:pt x="1" y="37"/>
                  </a:cubicBezTo>
                  <a:cubicBezTo>
                    <a:pt x="0" y="36"/>
                    <a:pt x="0" y="36"/>
                    <a:pt x="0" y="36"/>
                  </a:cubicBezTo>
                  <a:cubicBezTo>
                    <a:pt x="0" y="36"/>
                    <a:pt x="0" y="36"/>
                    <a:pt x="0" y="35"/>
                  </a:cubicBezTo>
                  <a:cubicBezTo>
                    <a:pt x="0" y="2"/>
                    <a:pt x="0" y="2"/>
                    <a:pt x="0" y="2"/>
                  </a:cubicBezTo>
                  <a:cubicBezTo>
                    <a:pt x="0" y="2"/>
                    <a:pt x="0" y="1"/>
                    <a:pt x="0" y="1"/>
                  </a:cubicBezTo>
                  <a:cubicBezTo>
                    <a:pt x="0" y="1"/>
                    <a:pt x="0" y="0"/>
                    <a:pt x="1" y="0"/>
                  </a:cubicBezTo>
                  <a:cubicBezTo>
                    <a:pt x="19" y="0"/>
                    <a:pt x="19" y="0"/>
                    <a:pt x="19" y="0"/>
                  </a:cubicBezTo>
                  <a:cubicBezTo>
                    <a:pt x="20" y="0"/>
                    <a:pt x="20" y="0"/>
                    <a:pt x="20" y="0"/>
                  </a:cubicBezTo>
                  <a:cubicBezTo>
                    <a:pt x="21" y="1"/>
                    <a:pt x="21" y="1"/>
                    <a:pt x="21" y="1"/>
                  </a:cubicBezTo>
                  <a:cubicBezTo>
                    <a:pt x="21" y="4"/>
                    <a:pt x="21" y="4"/>
                    <a:pt x="21" y="4"/>
                  </a:cubicBezTo>
                  <a:cubicBezTo>
                    <a:pt x="21" y="4"/>
                    <a:pt x="20" y="5"/>
                    <a:pt x="20" y="5"/>
                  </a:cubicBezTo>
                  <a:cubicBezTo>
                    <a:pt x="20" y="5"/>
                    <a:pt x="19" y="5"/>
                    <a:pt x="18" y="5"/>
                  </a:cubicBezTo>
                  <a:cubicBezTo>
                    <a:pt x="7" y="5"/>
                    <a:pt x="7" y="5"/>
                    <a:pt x="7" y="5"/>
                  </a:cubicBezTo>
                  <a:cubicBezTo>
                    <a:pt x="6" y="5"/>
                    <a:pt x="6" y="5"/>
                    <a:pt x="5" y="5"/>
                  </a:cubicBezTo>
                  <a:cubicBezTo>
                    <a:pt x="5" y="6"/>
                    <a:pt x="5" y="6"/>
                    <a:pt x="5" y="6"/>
                  </a:cubicBezTo>
                  <a:cubicBezTo>
                    <a:pt x="5" y="14"/>
                    <a:pt x="5" y="14"/>
                    <a:pt x="5" y="14"/>
                  </a:cubicBezTo>
                  <a:cubicBezTo>
                    <a:pt x="5" y="15"/>
                    <a:pt x="5" y="15"/>
                    <a:pt x="5" y="15"/>
                  </a:cubicBezTo>
                  <a:cubicBezTo>
                    <a:pt x="6" y="15"/>
                    <a:pt x="6" y="15"/>
                    <a:pt x="6" y="15"/>
                  </a:cubicBezTo>
                  <a:cubicBezTo>
                    <a:pt x="17" y="15"/>
                    <a:pt x="17" y="15"/>
                    <a:pt x="17" y="15"/>
                  </a:cubicBezTo>
                  <a:cubicBezTo>
                    <a:pt x="17" y="15"/>
                    <a:pt x="18" y="15"/>
                    <a:pt x="18" y="16"/>
                  </a:cubicBezTo>
                  <a:cubicBezTo>
                    <a:pt x="18" y="16"/>
                    <a:pt x="18" y="16"/>
                    <a:pt x="18" y="16"/>
                  </a:cubicBezTo>
                  <a:cubicBezTo>
                    <a:pt x="18" y="19"/>
                    <a:pt x="18" y="19"/>
                    <a:pt x="18" y="19"/>
                  </a:cubicBezTo>
                  <a:cubicBezTo>
                    <a:pt x="18" y="20"/>
                    <a:pt x="18" y="20"/>
                    <a:pt x="17" y="20"/>
                  </a:cubicBezTo>
                  <a:cubicBezTo>
                    <a:pt x="16" y="20"/>
                    <a:pt x="16" y="20"/>
                    <a:pt x="15" y="20"/>
                  </a:cubicBezTo>
                  <a:cubicBezTo>
                    <a:pt x="7" y="20"/>
                    <a:pt x="7" y="20"/>
                    <a:pt x="7" y="20"/>
                  </a:cubicBezTo>
                  <a:cubicBezTo>
                    <a:pt x="6" y="20"/>
                    <a:pt x="6" y="20"/>
                    <a:pt x="6" y="20"/>
                  </a:cubicBezTo>
                  <a:cubicBezTo>
                    <a:pt x="5" y="20"/>
                    <a:pt x="5" y="21"/>
                    <a:pt x="5" y="21"/>
                  </a:cubicBezTo>
                  <a:cubicBezTo>
                    <a:pt x="5" y="31"/>
                    <a:pt x="5" y="31"/>
                    <a:pt x="5" y="31"/>
                  </a:cubicBezTo>
                  <a:cubicBezTo>
                    <a:pt x="5" y="31"/>
                    <a:pt x="5" y="32"/>
                    <a:pt x="6" y="32"/>
                  </a:cubicBezTo>
                  <a:cubicBezTo>
                    <a:pt x="6" y="32"/>
                    <a:pt x="6" y="32"/>
                    <a:pt x="7" y="32"/>
                  </a:cubicBezTo>
                  <a:cubicBezTo>
                    <a:pt x="19" y="32"/>
                    <a:pt x="19" y="32"/>
                    <a:pt x="19" y="32"/>
                  </a:cubicBezTo>
                  <a:cubicBezTo>
                    <a:pt x="20" y="32"/>
                    <a:pt x="21" y="32"/>
                    <a:pt x="21" y="32"/>
                  </a:cubicBezTo>
                  <a:cubicBezTo>
                    <a:pt x="21" y="32"/>
                    <a:pt x="21" y="33"/>
                    <a:pt x="21" y="33"/>
                  </a:cubicBezTo>
                  <a:cubicBezTo>
                    <a:pt x="21" y="36"/>
                    <a:pt x="21" y="36"/>
                    <a:pt x="21" y="36"/>
                  </a:cubicBezTo>
                  <a:cubicBezTo>
                    <a:pt x="21" y="36"/>
                    <a:pt x="21" y="36"/>
                    <a:pt x="21" y="36"/>
                  </a:cubicBezTo>
                  <a:lnTo>
                    <a:pt x="20" y="37"/>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65" name="Freeform 167"/>
            <p:cNvSpPr>
              <a:spLocks/>
            </p:cNvSpPr>
            <p:nvPr/>
          </p:nvSpPr>
          <p:spPr bwMode="auto">
            <a:xfrm>
              <a:off x="5843588" y="4759325"/>
              <a:ext cx="976312" cy="174625"/>
            </a:xfrm>
            <a:custGeom>
              <a:avLst/>
              <a:gdLst>
                <a:gd name="T0" fmla="*/ 9 w 615"/>
                <a:gd name="T1" fmla="*/ 110 h 110"/>
                <a:gd name="T2" fmla="*/ 0 w 615"/>
                <a:gd name="T3" fmla="*/ 103 h 110"/>
                <a:gd name="T4" fmla="*/ 102 w 615"/>
                <a:gd name="T5" fmla="*/ 0 h 110"/>
                <a:gd name="T6" fmla="*/ 615 w 615"/>
                <a:gd name="T7" fmla="*/ 0 h 110"/>
                <a:gd name="T8" fmla="*/ 615 w 615"/>
                <a:gd name="T9" fmla="*/ 10 h 110"/>
                <a:gd name="T10" fmla="*/ 106 w 615"/>
                <a:gd name="T11" fmla="*/ 10 h 110"/>
                <a:gd name="T12" fmla="*/ 9 w 615"/>
                <a:gd name="T13" fmla="*/ 110 h 110"/>
              </a:gdLst>
              <a:ahLst/>
              <a:cxnLst>
                <a:cxn ang="0">
                  <a:pos x="T0" y="T1"/>
                </a:cxn>
                <a:cxn ang="0">
                  <a:pos x="T2" y="T3"/>
                </a:cxn>
                <a:cxn ang="0">
                  <a:pos x="T4" y="T5"/>
                </a:cxn>
                <a:cxn ang="0">
                  <a:pos x="T6" y="T7"/>
                </a:cxn>
                <a:cxn ang="0">
                  <a:pos x="T8" y="T9"/>
                </a:cxn>
                <a:cxn ang="0">
                  <a:pos x="T10" y="T11"/>
                </a:cxn>
                <a:cxn ang="0">
                  <a:pos x="T12" y="T13"/>
                </a:cxn>
              </a:cxnLst>
              <a:rect l="0" t="0" r="r" b="b"/>
              <a:pathLst>
                <a:path w="615" h="110">
                  <a:moveTo>
                    <a:pt x="9" y="110"/>
                  </a:moveTo>
                  <a:lnTo>
                    <a:pt x="0" y="103"/>
                  </a:lnTo>
                  <a:lnTo>
                    <a:pt x="102" y="0"/>
                  </a:lnTo>
                  <a:lnTo>
                    <a:pt x="615" y="0"/>
                  </a:lnTo>
                  <a:lnTo>
                    <a:pt x="615" y="10"/>
                  </a:lnTo>
                  <a:lnTo>
                    <a:pt x="106" y="10"/>
                  </a:lnTo>
                  <a:lnTo>
                    <a:pt x="9" y="11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66" name="Freeform 168"/>
            <p:cNvSpPr>
              <a:spLocks/>
            </p:cNvSpPr>
            <p:nvPr/>
          </p:nvSpPr>
          <p:spPr bwMode="auto">
            <a:xfrm>
              <a:off x="5843588" y="4759325"/>
              <a:ext cx="976312" cy="174625"/>
            </a:xfrm>
            <a:custGeom>
              <a:avLst/>
              <a:gdLst>
                <a:gd name="T0" fmla="*/ 9 w 615"/>
                <a:gd name="T1" fmla="*/ 110 h 110"/>
                <a:gd name="T2" fmla="*/ 0 w 615"/>
                <a:gd name="T3" fmla="*/ 103 h 110"/>
                <a:gd name="T4" fmla="*/ 102 w 615"/>
                <a:gd name="T5" fmla="*/ 0 h 110"/>
                <a:gd name="T6" fmla="*/ 615 w 615"/>
                <a:gd name="T7" fmla="*/ 0 h 110"/>
                <a:gd name="T8" fmla="*/ 615 w 615"/>
                <a:gd name="T9" fmla="*/ 10 h 110"/>
                <a:gd name="T10" fmla="*/ 106 w 615"/>
                <a:gd name="T11" fmla="*/ 10 h 110"/>
                <a:gd name="T12" fmla="*/ 9 w 615"/>
                <a:gd name="T13" fmla="*/ 110 h 110"/>
              </a:gdLst>
              <a:ahLst/>
              <a:cxnLst>
                <a:cxn ang="0">
                  <a:pos x="T0" y="T1"/>
                </a:cxn>
                <a:cxn ang="0">
                  <a:pos x="T2" y="T3"/>
                </a:cxn>
                <a:cxn ang="0">
                  <a:pos x="T4" y="T5"/>
                </a:cxn>
                <a:cxn ang="0">
                  <a:pos x="T6" y="T7"/>
                </a:cxn>
                <a:cxn ang="0">
                  <a:pos x="T8" y="T9"/>
                </a:cxn>
                <a:cxn ang="0">
                  <a:pos x="T10" y="T11"/>
                </a:cxn>
                <a:cxn ang="0">
                  <a:pos x="T12" y="T13"/>
                </a:cxn>
              </a:cxnLst>
              <a:rect l="0" t="0" r="r" b="b"/>
              <a:pathLst>
                <a:path w="615" h="110">
                  <a:moveTo>
                    <a:pt x="9" y="110"/>
                  </a:moveTo>
                  <a:lnTo>
                    <a:pt x="0" y="103"/>
                  </a:lnTo>
                  <a:lnTo>
                    <a:pt x="102" y="0"/>
                  </a:lnTo>
                  <a:lnTo>
                    <a:pt x="615" y="0"/>
                  </a:lnTo>
                  <a:lnTo>
                    <a:pt x="615" y="10"/>
                  </a:lnTo>
                  <a:lnTo>
                    <a:pt x="106" y="10"/>
                  </a:lnTo>
                  <a:lnTo>
                    <a:pt x="9" y="110"/>
                  </a:lnTo>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67" name="Freeform 169"/>
            <p:cNvSpPr>
              <a:spLocks/>
            </p:cNvSpPr>
            <p:nvPr/>
          </p:nvSpPr>
          <p:spPr bwMode="auto">
            <a:xfrm>
              <a:off x="5767388" y="4914900"/>
              <a:ext cx="101600" cy="98425"/>
            </a:xfrm>
            <a:custGeom>
              <a:avLst/>
              <a:gdLst>
                <a:gd name="T0" fmla="*/ 13 w 27"/>
                <a:gd name="T1" fmla="*/ 0 h 26"/>
                <a:gd name="T2" fmla="*/ 0 w 27"/>
                <a:gd name="T3" fmla="*/ 13 h 26"/>
                <a:gd name="T4" fmla="*/ 13 w 27"/>
                <a:gd name="T5" fmla="*/ 26 h 26"/>
                <a:gd name="T6" fmla="*/ 27 w 27"/>
                <a:gd name="T7" fmla="*/ 13 h 26"/>
                <a:gd name="T8" fmla="*/ 24 w 27"/>
                <a:gd name="T9" fmla="*/ 5 h 26"/>
                <a:gd name="T10" fmla="*/ 24 w 27"/>
                <a:gd name="T11" fmla="*/ 5 h 26"/>
                <a:gd name="T12" fmla="*/ 22 w 27"/>
                <a:gd name="T13" fmla="*/ 3 h 26"/>
                <a:gd name="T14" fmla="*/ 13 w 27"/>
                <a:gd name="T15" fmla="*/ 0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26">
                  <a:moveTo>
                    <a:pt x="13" y="0"/>
                  </a:moveTo>
                  <a:cubicBezTo>
                    <a:pt x="6" y="0"/>
                    <a:pt x="0" y="6"/>
                    <a:pt x="0" y="13"/>
                  </a:cubicBezTo>
                  <a:cubicBezTo>
                    <a:pt x="0" y="21"/>
                    <a:pt x="6" y="26"/>
                    <a:pt x="13" y="26"/>
                  </a:cubicBezTo>
                  <a:cubicBezTo>
                    <a:pt x="21" y="26"/>
                    <a:pt x="27" y="21"/>
                    <a:pt x="27" y="13"/>
                  </a:cubicBezTo>
                  <a:cubicBezTo>
                    <a:pt x="27" y="10"/>
                    <a:pt x="26" y="7"/>
                    <a:pt x="24" y="5"/>
                  </a:cubicBezTo>
                  <a:cubicBezTo>
                    <a:pt x="24" y="5"/>
                    <a:pt x="24" y="5"/>
                    <a:pt x="24" y="5"/>
                  </a:cubicBezTo>
                  <a:cubicBezTo>
                    <a:pt x="22" y="3"/>
                    <a:pt x="22" y="3"/>
                    <a:pt x="22" y="3"/>
                  </a:cubicBezTo>
                  <a:cubicBezTo>
                    <a:pt x="19" y="1"/>
                    <a:pt x="17" y="0"/>
                    <a:pt x="13" y="0"/>
                  </a:cubicBezTo>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68" name="Freeform 170"/>
            <p:cNvSpPr>
              <a:spLocks/>
            </p:cNvSpPr>
            <p:nvPr/>
          </p:nvSpPr>
          <p:spPr bwMode="auto">
            <a:xfrm>
              <a:off x="5851525" y="4926013"/>
              <a:ext cx="6350" cy="7937"/>
            </a:xfrm>
            <a:custGeom>
              <a:avLst/>
              <a:gdLst>
                <a:gd name="T0" fmla="*/ 0 w 2"/>
                <a:gd name="T1" fmla="*/ 0 h 2"/>
                <a:gd name="T2" fmla="*/ 2 w 2"/>
                <a:gd name="T3" fmla="*/ 2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2"/>
                    <a:pt x="2" y="2"/>
                    <a:pt x="2" y="2"/>
                  </a:cubicBezTo>
                  <a:cubicBezTo>
                    <a:pt x="1" y="1"/>
                    <a:pt x="0" y="0"/>
                    <a:pt x="0" y="0"/>
                  </a:cubicBezTo>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269" name="组合 268"/>
          <p:cNvGrpSpPr/>
          <p:nvPr/>
        </p:nvGrpSpPr>
        <p:grpSpPr>
          <a:xfrm>
            <a:off x="8696962" y="4716561"/>
            <a:ext cx="1911349" cy="709613"/>
            <a:chOff x="7056438" y="5340350"/>
            <a:chExt cx="1911349" cy="709613"/>
          </a:xfrm>
        </p:grpSpPr>
        <p:sp>
          <p:nvSpPr>
            <p:cNvPr id="270" name="Freeform 171"/>
            <p:cNvSpPr>
              <a:spLocks/>
            </p:cNvSpPr>
            <p:nvPr/>
          </p:nvSpPr>
          <p:spPr bwMode="auto">
            <a:xfrm>
              <a:off x="7616825" y="5822950"/>
              <a:ext cx="77787" cy="131762"/>
            </a:xfrm>
            <a:custGeom>
              <a:avLst/>
              <a:gdLst>
                <a:gd name="T0" fmla="*/ 17 w 21"/>
                <a:gd name="T1" fmla="*/ 1 h 35"/>
                <a:gd name="T2" fmla="*/ 15 w 21"/>
                <a:gd name="T3" fmla="*/ 4 h 35"/>
                <a:gd name="T4" fmla="*/ 12 w 21"/>
                <a:gd name="T5" fmla="*/ 7 h 35"/>
                <a:gd name="T6" fmla="*/ 5 w 21"/>
                <a:gd name="T7" fmla="*/ 11 h 35"/>
                <a:gd name="T8" fmla="*/ 3 w 21"/>
                <a:gd name="T9" fmla="*/ 14 h 35"/>
                <a:gd name="T10" fmla="*/ 5 w 21"/>
                <a:gd name="T11" fmla="*/ 21 h 35"/>
                <a:gd name="T12" fmla="*/ 0 w 21"/>
                <a:gd name="T13" fmla="*/ 25 h 35"/>
                <a:gd name="T14" fmla="*/ 1 w 21"/>
                <a:gd name="T15" fmla="*/ 28 h 35"/>
                <a:gd name="T16" fmla="*/ 3 w 21"/>
                <a:gd name="T17" fmla="*/ 31 h 35"/>
                <a:gd name="T18" fmla="*/ 5 w 21"/>
                <a:gd name="T19" fmla="*/ 35 h 35"/>
                <a:gd name="T20" fmla="*/ 9 w 21"/>
                <a:gd name="T21" fmla="*/ 35 h 35"/>
                <a:gd name="T22" fmla="*/ 12 w 21"/>
                <a:gd name="T23" fmla="*/ 34 h 35"/>
                <a:gd name="T24" fmla="*/ 16 w 21"/>
                <a:gd name="T25" fmla="*/ 21 h 35"/>
                <a:gd name="T26" fmla="*/ 18 w 21"/>
                <a:gd name="T27" fmla="*/ 11 h 35"/>
                <a:gd name="T28" fmla="*/ 21 w 21"/>
                <a:gd name="T29" fmla="*/ 10 h 35"/>
                <a:gd name="T30" fmla="*/ 17 w 21"/>
                <a:gd name="T31"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35">
                  <a:moveTo>
                    <a:pt x="17" y="1"/>
                  </a:moveTo>
                  <a:cubicBezTo>
                    <a:pt x="17" y="1"/>
                    <a:pt x="16" y="3"/>
                    <a:pt x="15" y="4"/>
                  </a:cubicBezTo>
                  <a:cubicBezTo>
                    <a:pt x="14" y="4"/>
                    <a:pt x="12" y="7"/>
                    <a:pt x="12" y="7"/>
                  </a:cubicBezTo>
                  <a:cubicBezTo>
                    <a:pt x="12" y="7"/>
                    <a:pt x="6" y="11"/>
                    <a:pt x="5" y="11"/>
                  </a:cubicBezTo>
                  <a:cubicBezTo>
                    <a:pt x="4" y="11"/>
                    <a:pt x="3" y="14"/>
                    <a:pt x="3" y="14"/>
                  </a:cubicBezTo>
                  <a:cubicBezTo>
                    <a:pt x="3" y="14"/>
                    <a:pt x="6" y="19"/>
                    <a:pt x="5" y="21"/>
                  </a:cubicBezTo>
                  <a:cubicBezTo>
                    <a:pt x="3" y="23"/>
                    <a:pt x="0" y="25"/>
                    <a:pt x="0" y="25"/>
                  </a:cubicBezTo>
                  <a:cubicBezTo>
                    <a:pt x="1" y="28"/>
                    <a:pt x="1" y="28"/>
                    <a:pt x="1" y="28"/>
                  </a:cubicBezTo>
                  <a:cubicBezTo>
                    <a:pt x="1" y="28"/>
                    <a:pt x="3" y="29"/>
                    <a:pt x="3" y="31"/>
                  </a:cubicBezTo>
                  <a:cubicBezTo>
                    <a:pt x="3" y="33"/>
                    <a:pt x="5" y="35"/>
                    <a:pt x="5" y="35"/>
                  </a:cubicBezTo>
                  <a:cubicBezTo>
                    <a:pt x="9" y="35"/>
                    <a:pt x="9" y="35"/>
                    <a:pt x="9" y="35"/>
                  </a:cubicBezTo>
                  <a:cubicBezTo>
                    <a:pt x="12" y="34"/>
                    <a:pt x="12" y="34"/>
                    <a:pt x="12" y="34"/>
                  </a:cubicBezTo>
                  <a:cubicBezTo>
                    <a:pt x="12" y="34"/>
                    <a:pt x="15" y="25"/>
                    <a:pt x="16" y="21"/>
                  </a:cubicBezTo>
                  <a:cubicBezTo>
                    <a:pt x="17" y="17"/>
                    <a:pt x="18" y="11"/>
                    <a:pt x="18" y="11"/>
                  </a:cubicBezTo>
                  <a:cubicBezTo>
                    <a:pt x="21" y="10"/>
                    <a:pt x="21" y="10"/>
                    <a:pt x="21" y="10"/>
                  </a:cubicBezTo>
                  <a:cubicBezTo>
                    <a:pt x="21" y="10"/>
                    <a:pt x="20" y="0"/>
                    <a:pt x="17" y="1"/>
                  </a:cubicBezTo>
                  <a:close/>
                </a:path>
              </a:pathLst>
            </a:custGeom>
            <a:solidFill>
              <a:srgbClr val="F2C2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 name="Freeform 172"/>
            <p:cNvSpPr>
              <a:spLocks/>
            </p:cNvSpPr>
            <p:nvPr/>
          </p:nvSpPr>
          <p:spPr bwMode="auto">
            <a:xfrm>
              <a:off x="7056438" y="5345113"/>
              <a:ext cx="642937" cy="704850"/>
            </a:xfrm>
            <a:custGeom>
              <a:avLst/>
              <a:gdLst>
                <a:gd name="T0" fmla="*/ 124 w 171"/>
                <a:gd name="T1" fmla="*/ 17 h 187"/>
                <a:gd name="T2" fmla="*/ 115 w 171"/>
                <a:gd name="T3" fmla="*/ 18 h 187"/>
                <a:gd name="T4" fmla="*/ 105 w 171"/>
                <a:gd name="T5" fmla="*/ 16 h 187"/>
                <a:gd name="T6" fmla="*/ 96 w 171"/>
                <a:gd name="T7" fmla="*/ 12 h 187"/>
                <a:gd name="T8" fmla="*/ 91 w 171"/>
                <a:gd name="T9" fmla="*/ 20 h 187"/>
                <a:gd name="T10" fmla="*/ 81 w 171"/>
                <a:gd name="T11" fmla="*/ 14 h 187"/>
                <a:gd name="T12" fmla="*/ 70 w 171"/>
                <a:gd name="T13" fmla="*/ 10 h 187"/>
                <a:gd name="T14" fmla="*/ 70 w 171"/>
                <a:gd name="T15" fmla="*/ 4 h 187"/>
                <a:gd name="T16" fmla="*/ 69 w 171"/>
                <a:gd name="T17" fmla="*/ 2 h 187"/>
                <a:gd name="T18" fmla="*/ 61 w 171"/>
                <a:gd name="T19" fmla="*/ 1 h 187"/>
                <a:gd name="T20" fmla="*/ 49 w 171"/>
                <a:gd name="T21" fmla="*/ 2 h 187"/>
                <a:gd name="T22" fmla="*/ 38 w 171"/>
                <a:gd name="T23" fmla="*/ 7 h 187"/>
                <a:gd name="T24" fmla="*/ 31 w 171"/>
                <a:gd name="T25" fmla="*/ 6 h 187"/>
                <a:gd name="T26" fmla="*/ 27 w 171"/>
                <a:gd name="T27" fmla="*/ 9 h 187"/>
                <a:gd name="T28" fmla="*/ 19 w 171"/>
                <a:gd name="T29" fmla="*/ 14 h 187"/>
                <a:gd name="T30" fmla="*/ 7 w 171"/>
                <a:gd name="T31" fmla="*/ 32 h 187"/>
                <a:gd name="T32" fmla="*/ 1 w 171"/>
                <a:gd name="T33" fmla="*/ 42 h 187"/>
                <a:gd name="T34" fmla="*/ 2 w 171"/>
                <a:gd name="T35" fmla="*/ 48 h 187"/>
                <a:gd name="T36" fmla="*/ 3 w 171"/>
                <a:gd name="T37" fmla="*/ 56 h 187"/>
                <a:gd name="T38" fmla="*/ 2 w 171"/>
                <a:gd name="T39" fmla="*/ 65 h 187"/>
                <a:gd name="T40" fmla="*/ 8 w 171"/>
                <a:gd name="T41" fmla="*/ 73 h 187"/>
                <a:gd name="T42" fmla="*/ 15 w 171"/>
                <a:gd name="T43" fmla="*/ 80 h 187"/>
                <a:gd name="T44" fmla="*/ 22 w 171"/>
                <a:gd name="T45" fmla="*/ 86 h 187"/>
                <a:gd name="T46" fmla="*/ 37 w 171"/>
                <a:gd name="T47" fmla="*/ 85 h 187"/>
                <a:gd name="T48" fmla="*/ 45 w 171"/>
                <a:gd name="T49" fmla="*/ 82 h 187"/>
                <a:gd name="T50" fmla="*/ 57 w 171"/>
                <a:gd name="T51" fmla="*/ 83 h 187"/>
                <a:gd name="T52" fmla="*/ 65 w 171"/>
                <a:gd name="T53" fmla="*/ 85 h 187"/>
                <a:gd name="T54" fmla="*/ 67 w 171"/>
                <a:gd name="T55" fmla="*/ 92 h 187"/>
                <a:gd name="T56" fmla="*/ 66 w 171"/>
                <a:gd name="T57" fmla="*/ 100 h 187"/>
                <a:gd name="T58" fmla="*/ 73 w 171"/>
                <a:gd name="T59" fmla="*/ 109 h 187"/>
                <a:gd name="T60" fmla="*/ 77 w 171"/>
                <a:gd name="T61" fmla="*/ 118 h 187"/>
                <a:gd name="T62" fmla="*/ 78 w 171"/>
                <a:gd name="T63" fmla="*/ 127 h 187"/>
                <a:gd name="T64" fmla="*/ 73 w 171"/>
                <a:gd name="T65" fmla="*/ 144 h 187"/>
                <a:gd name="T66" fmla="*/ 81 w 171"/>
                <a:gd name="T67" fmla="*/ 165 h 187"/>
                <a:gd name="T68" fmla="*/ 87 w 171"/>
                <a:gd name="T69" fmla="*/ 176 h 187"/>
                <a:gd name="T70" fmla="*/ 90 w 171"/>
                <a:gd name="T71" fmla="*/ 185 h 187"/>
                <a:gd name="T72" fmla="*/ 106 w 171"/>
                <a:gd name="T73" fmla="*/ 185 h 187"/>
                <a:gd name="T74" fmla="*/ 120 w 171"/>
                <a:gd name="T75" fmla="*/ 176 h 187"/>
                <a:gd name="T76" fmla="*/ 125 w 171"/>
                <a:gd name="T77" fmla="*/ 166 h 187"/>
                <a:gd name="T78" fmla="*/ 126 w 171"/>
                <a:gd name="T79" fmla="*/ 161 h 187"/>
                <a:gd name="T80" fmla="*/ 130 w 171"/>
                <a:gd name="T81" fmla="*/ 148 h 187"/>
                <a:gd name="T82" fmla="*/ 144 w 171"/>
                <a:gd name="T83" fmla="*/ 137 h 187"/>
                <a:gd name="T84" fmla="*/ 142 w 171"/>
                <a:gd name="T85" fmla="*/ 120 h 187"/>
                <a:gd name="T86" fmla="*/ 140 w 171"/>
                <a:gd name="T87" fmla="*/ 110 h 187"/>
                <a:gd name="T88" fmla="*/ 150 w 171"/>
                <a:gd name="T89" fmla="*/ 98 h 187"/>
                <a:gd name="T90" fmla="*/ 169 w 171"/>
                <a:gd name="T91" fmla="*/ 73 h 187"/>
                <a:gd name="T92" fmla="*/ 168 w 171"/>
                <a:gd name="T93" fmla="*/ 68 h 187"/>
                <a:gd name="T94" fmla="*/ 154 w 171"/>
                <a:gd name="T95" fmla="*/ 71 h 187"/>
                <a:gd name="T96" fmla="*/ 149 w 171"/>
                <a:gd name="T97" fmla="*/ 68 h 187"/>
                <a:gd name="T98" fmla="*/ 144 w 171"/>
                <a:gd name="T99" fmla="*/ 60 h 187"/>
                <a:gd name="T100" fmla="*/ 137 w 171"/>
                <a:gd name="T101" fmla="*/ 50 h 187"/>
                <a:gd name="T102" fmla="*/ 134 w 171"/>
                <a:gd name="T103" fmla="*/ 41 h 187"/>
                <a:gd name="T104" fmla="*/ 127 w 171"/>
                <a:gd name="T105" fmla="*/ 30 h 187"/>
                <a:gd name="T106" fmla="*/ 130 w 171"/>
                <a:gd name="T107" fmla="*/ 23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1" h="187">
                  <a:moveTo>
                    <a:pt x="129" y="17"/>
                  </a:moveTo>
                  <a:cubicBezTo>
                    <a:pt x="128" y="17"/>
                    <a:pt x="128" y="17"/>
                    <a:pt x="128" y="17"/>
                  </a:cubicBezTo>
                  <a:cubicBezTo>
                    <a:pt x="127" y="17"/>
                    <a:pt x="124" y="17"/>
                    <a:pt x="124" y="17"/>
                  </a:cubicBezTo>
                  <a:cubicBezTo>
                    <a:pt x="122" y="16"/>
                    <a:pt x="122" y="16"/>
                    <a:pt x="122" y="16"/>
                  </a:cubicBezTo>
                  <a:cubicBezTo>
                    <a:pt x="122" y="16"/>
                    <a:pt x="120" y="16"/>
                    <a:pt x="119" y="16"/>
                  </a:cubicBezTo>
                  <a:cubicBezTo>
                    <a:pt x="118" y="16"/>
                    <a:pt x="115" y="18"/>
                    <a:pt x="115" y="18"/>
                  </a:cubicBezTo>
                  <a:cubicBezTo>
                    <a:pt x="115" y="18"/>
                    <a:pt x="113" y="17"/>
                    <a:pt x="111" y="17"/>
                  </a:cubicBezTo>
                  <a:cubicBezTo>
                    <a:pt x="110" y="17"/>
                    <a:pt x="108" y="16"/>
                    <a:pt x="108" y="16"/>
                  </a:cubicBezTo>
                  <a:cubicBezTo>
                    <a:pt x="105" y="16"/>
                    <a:pt x="105" y="16"/>
                    <a:pt x="105" y="16"/>
                  </a:cubicBezTo>
                  <a:cubicBezTo>
                    <a:pt x="105" y="16"/>
                    <a:pt x="103" y="14"/>
                    <a:pt x="102" y="14"/>
                  </a:cubicBezTo>
                  <a:cubicBezTo>
                    <a:pt x="101" y="14"/>
                    <a:pt x="100" y="13"/>
                    <a:pt x="100" y="13"/>
                  </a:cubicBezTo>
                  <a:cubicBezTo>
                    <a:pt x="96" y="12"/>
                    <a:pt x="96" y="12"/>
                    <a:pt x="96" y="12"/>
                  </a:cubicBezTo>
                  <a:cubicBezTo>
                    <a:pt x="93" y="15"/>
                    <a:pt x="93" y="15"/>
                    <a:pt x="93" y="15"/>
                  </a:cubicBezTo>
                  <a:cubicBezTo>
                    <a:pt x="93" y="17"/>
                    <a:pt x="93" y="17"/>
                    <a:pt x="93" y="17"/>
                  </a:cubicBezTo>
                  <a:cubicBezTo>
                    <a:pt x="91" y="20"/>
                    <a:pt x="91" y="20"/>
                    <a:pt x="91" y="20"/>
                  </a:cubicBezTo>
                  <a:cubicBezTo>
                    <a:pt x="91" y="20"/>
                    <a:pt x="87" y="17"/>
                    <a:pt x="86" y="17"/>
                  </a:cubicBezTo>
                  <a:cubicBezTo>
                    <a:pt x="85" y="17"/>
                    <a:pt x="83" y="17"/>
                    <a:pt x="83" y="17"/>
                  </a:cubicBezTo>
                  <a:cubicBezTo>
                    <a:pt x="83" y="17"/>
                    <a:pt x="82" y="15"/>
                    <a:pt x="81" y="14"/>
                  </a:cubicBezTo>
                  <a:cubicBezTo>
                    <a:pt x="81" y="14"/>
                    <a:pt x="80" y="13"/>
                    <a:pt x="80" y="13"/>
                  </a:cubicBezTo>
                  <a:cubicBezTo>
                    <a:pt x="80" y="13"/>
                    <a:pt x="73" y="13"/>
                    <a:pt x="72" y="12"/>
                  </a:cubicBezTo>
                  <a:cubicBezTo>
                    <a:pt x="71" y="11"/>
                    <a:pt x="71" y="12"/>
                    <a:pt x="70" y="10"/>
                  </a:cubicBezTo>
                  <a:cubicBezTo>
                    <a:pt x="69" y="8"/>
                    <a:pt x="68" y="8"/>
                    <a:pt x="69" y="8"/>
                  </a:cubicBezTo>
                  <a:cubicBezTo>
                    <a:pt x="70" y="7"/>
                    <a:pt x="71" y="7"/>
                    <a:pt x="71" y="6"/>
                  </a:cubicBezTo>
                  <a:cubicBezTo>
                    <a:pt x="71" y="5"/>
                    <a:pt x="69" y="5"/>
                    <a:pt x="70" y="4"/>
                  </a:cubicBezTo>
                  <a:cubicBezTo>
                    <a:pt x="70" y="3"/>
                    <a:pt x="70" y="3"/>
                    <a:pt x="70" y="3"/>
                  </a:cubicBezTo>
                  <a:cubicBezTo>
                    <a:pt x="70" y="3"/>
                    <a:pt x="72" y="3"/>
                    <a:pt x="71" y="2"/>
                  </a:cubicBezTo>
                  <a:cubicBezTo>
                    <a:pt x="71" y="1"/>
                    <a:pt x="69" y="2"/>
                    <a:pt x="69" y="2"/>
                  </a:cubicBezTo>
                  <a:cubicBezTo>
                    <a:pt x="69" y="2"/>
                    <a:pt x="69" y="0"/>
                    <a:pt x="68" y="0"/>
                  </a:cubicBezTo>
                  <a:cubicBezTo>
                    <a:pt x="67" y="0"/>
                    <a:pt x="67" y="1"/>
                    <a:pt x="65" y="1"/>
                  </a:cubicBezTo>
                  <a:cubicBezTo>
                    <a:pt x="63" y="1"/>
                    <a:pt x="63" y="0"/>
                    <a:pt x="61" y="1"/>
                  </a:cubicBezTo>
                  <a:cubicBezTo>
                    <a:pt x="59" y="1"/>
                    <a:pt x="58" y="2"/>
                    <a:pt x="57" y="2"/>
                  </a:cubicBezTo>
                  <a:cubicBezTo>
                    <a:pt x="56" y="1"/>
                    <a:pt x="55" y="1"/>
                    <a:pt x="55" y="1"/>
                  </a:cubicBezTo>
                  <a:cubicBezTo>
                    <a:pt x="55" y="1"/>
                    <a:pt x="52" y="2"/>
                    <a:pt x="49" y="2"/>
                  </a:cubicBezTo>
                  <a:cubicBezTo>
                    <a:pt x="46" y="2"/>
                    <a:pt x="44" y="4"/>
                    <a:pt x="44" y="4"/>
                  </a:cubicBezTo>
                  <a:cubicBezTo>
                    <a:pt x="44" y="4"/>
                    <a:pt x="42" y="4"/>
                    <a:pt x="41" y="4"/>
                  </a:cubicBezTo>
                  <a:cubicBezTo>
                    <a:pt x="41" y="5"/>
                    <a:pt x="39" y="7"/>
                    <a:pt x="38" y="7"/>
                  </a:cubicBezTo>
                  <a:cubicBezTo>
                    <a:pt x="38" y="6"/>
                    <a:pt x="36" y="6"/>
                    <a:pt x="36" y="6"/>
                  </a:cubicBezTo>
                  <a:cubicBezTo>
                    <a:pt x="33" y="6"/>
                    <a:pt x="33" y="6"/>
                    <a:pt x="33" y="6"/>
                  </a:cubicBezTo>
                  <a:cubicBezTo>
                    <a:pt x="31" y="6"/>
                    <a:pt x="31" y="6"/>
                    <a:pt x="31" y="6"/>
                  </a:cubicBezTo>
                  <a:cubicBezTo>
                    <a:pt x="31" y="5"/>
                    <a:pt x="31" y="5"/>
                    <a:pt x="31" y="5"/>
                  </a:cubicBezTo>
                  <a:cubicBezTo>
                    <a:pt x="31" y="5"/>
                    <a:pt x="29" y="4"/>
                    <a:pt x="28" y="5"/>
                  </a:cubicBezTo>
                  <a:cubicBezTo>
                    <a:pt x="28" y="6"/>
                    <a:pt x="27" y="9"/>
                    <a:pt x="27" y="9"/>
                  </a:cubicBezTo>
                  <a:cubicBezTo>
                    <a:pt x="24" y="11"/>
                    <a:pt x="24" y="11"/>
                    <a:pt x="24" y="11"/>
                  </a:cubicBezTo>
                  <a:cubicBezTo>
                    <a:pt x="22" y="11"/>
                    <a:pt x="22" y="11"/>
                    <a:pt x="22" y="11"/>
                  </a:cubicBezTo>
                  <a:cubicBezTo>
                    <a:pt x="19" y="14"/>
                    <a:pt x="19" y="14"/>
                    <a:pt x="19" y="14"/>
                  </a:cubicBezTo>
                  <a:cubicBezTo>
                    <a:pt x="19" y="14"/>
                    <a:pt x="20" y="20"/>
                    <a:pt x="19" y="21"/>
                  </a:cubicBezTo>
                  <a:cubicBezTo>
                    <a:pt x="18" y="22"/>
                    <a:pt x="13" y="26"/>
                    <a:pt x="11" y="26"/>
                  </a:cubicBezTo>
                  <a:cubicBezTo>
                    <a:pt x="10" y="27"/>
                    <a:pt x="7" y="32"/>
                    <a:pt x="7" y="32"/>
                  </a:cubicBezTo>
                  <a:cubicBezTo>
                    <a:pt x="6" y="35"/>
                    <a:pt x="6" y="35"/>
                    <a:pt x="6" y="35"/>
                  </a:cubicBezTo>
                  <a:cubicBezTo>
                    <a:pt x="4" y="36"/>
                    <a:pt x="4" y="36"/>
                    <a:pt x="4" y="36"/>
                  </a:cubicBezTo>
                  <a:cubicBezTo>
                    <a:pt x="1" y="42"/>
                    <a:pt x="1" y="42"/>
                    <a:pt x="1" y="42"/>
                  </a:cubicBezTo>
                  <a:cubicBezTo>
                    <a:pt x="1" y="45"/>
                    <a:pt x="1" y="45"/>
                    <a:pt x="1" y="45"/>
                  </a:cubicBezTo>
                  <a:cubicBezTo>
                    <a:pt x="1" y="45"/>
                    <a:pt x="3" y="46"/>
                    <a:pt x="3" y="46"/>
                  </a:cubicBezTo>
                  <a:cubicBezTo>
                    <a:pt x="3" y="47"/>
                    <a:pt x="2" y="48"/>
                    <a:pt x="2" y="48"/>
                  </a:cubicBezTo>
                  <a:cubicBezTo>
                    <a:pt x="2" y="48"/>
                    <a:pt x="4" y="51"/>
                    <a:pt x="4" y="51"/>
                  </a:cubicBezTo>
                  <a:cubicBezTo>
                    <a:pt x="4" y="52"/>
                    <a:pt x="3" y="53"/>
                    <a:pt x="3" y="53"/>
                  </a:cubicBezTo>
                  <a:cubicBezTo>
                    <a:pt x="3" y="53"/>
                    <a:pt x="3" y="55"/>
                    <a:pt x="3" y="56"/>
                  </a:cubicBezTo>
                  <a:cubicBezTo>
                    <a:pt x="3" y="57"/>
                    <a:pt x="0" y="59"/>
                    <a:pt x="0" y="59"/>
                  </a:cubicBezTo>
                  <a:cubicBezTo>
                    <a:pt x="0" y="59"/>
                    <a:pt x="2" y="62"/>
                    <a:pt x="2" y="63"/>
                  </a:cubicBezTo>
                  <a:cubicBezTo>
                    <a:pt x="2" y="64"/>
                    <a:pt x="2" y="65"/>
                    <a:pt x="2" y="65"/>
                  </a:cubicBezTo>
                  <a:cubicBezTo>
                    <a:pt x="3" y="66"/>
                    <a:pt x="3" y="66"/>
                    <a:pt x="3" y="66"/>
                  </a:cubicBezTo>
                  <a:cubicBezTo>
                    <a:pt x="3" y="66"/>
                    <a:pt x="5" y="70"/>
                    <a:pt x="6" y="71"/>
                  </a:cubicBezTo>
                  <a:cubicBezTo>
                    <a:pt x="7" y="71"/>
                    <a:pt x="8" y="73"/>
                    <a:pt x="8" y="73"/>
                  </a:cubicBezTo>
                  <a:cubicBezTo>
                    <a:pt x="11" y="75"/>
                    <a:pt x="11" y="75"/>
                    <a:pt x="11" y="75"/>
                  </a:cubicBezTo>
                  <a:cubicBezTo>
                    <a:pt x="11" y="77"/>
                    <a:pt x="11" y="77"/>
                    <a:pt x="11" y="77"/>
                  </a:cubicBezTo>
                  <a:cubicBezTo>
                    <a:pt x="15" y="80"/>
                    <a:pt x="15" y="80"/>
                    <a:pt x="15" y="80"/>
                  </a:cubicBezTo>
                  <a:cubicBezTo>
                    <a:pt x="16" y="82"/>
                    <a:pt x="16" y="82"/>
                    <a:pt x="16" y="82"/>
                  </a:cubicBezTo>
                  <a:cubicBezTo>
                    <a:pt x="18" y="83"/>
                    <a:pt x="18" y="83"/>
                    <a:pt x="18" y="83"/>
                  </a:cubicBezTo>
                  <a:cubicBezTo>
                    <a:pt x="18" y="83"/>
                    <a:pt x="20" y="85"/>
                    <a:pt x="22" y="86"/>
                  </a:cubicBezTo>
                  <a:cubicBezTo>
                    <a:pt x="25" y="87"/>
                    <a:pt x="26" y="86"/>
                    <a:pt x="26" y="86"/>
                  </a:cubicBezTo>
                  <a:cubicBezTo>
                    <a:pt x="26" y="86"/>
                    <a:pt x="28" y="85"/>
                    <a:pt x="30" y="85"/>
                  </a:cubicBezTo>
                  <a:cubicBezTo>
                    <a:pt x="32" y="84"/>
                    <a:pt x="37" y="85"/>
                    <a:pt x="37" y="85"/>
                  </a:cubicBezTo>
                  <a:cubicBezTo>
                    <a:pt x="40" y="85"/>
                    <a:pt x="40" y="85"/>
                    <a:pt x="40" y="85"/>
                  </a:cubicBezTo>
                  <a:cubicBezTo>
                    <a:pt x="40" y="85"/>
                    <a:pt x="41" y="85"/>
                    <a:pt x="42" y="84"/>
                  </a:cubicBezTo>
                  <a:cubicBezTo>
                    <a:pt x="44" y="83"/>
                    <a:pt x="45" y="82"/>
                    <a:pt x="45" y="82"/>
                  </a:cubicBezTo>
                  <a:cubicBezTo>
                    <a:pt x="45" y="82"/>
                    <a:pt x="48" y="81"/>
                    <a:pt x="50" y="81"/>
                  </a:cubicBezTo>
                  <a:cubicBezTo>
                    <a:pt x="52" y="81"/>
                    <a:pt x="54" y="81"/>
                    <a:pt x="54" y="81"/>
                  </a:cubicBezTo>
                  <a:cubicBezTo>
                    <a:pt x="57" y="83"/>
                    <a:pt x="57" y="83"/>
                    <a:pt x="57" y="83"/>
                  </a:cubicBezTo>
                  <a:cubicBezTo>
                    <a:pt x="58" y="86"/>
                    <a:pt x="58" y="86"/>
                    <a:pt x="58" y="86"/>
                  </a:cubicBezTo>
                  <a:cubicBezTo>
                    <a:pt x="58" y="86"/>
                    <a:pt x="58" y="86"/>
                    <a:pt x="60" y="86"/>
                  </a:cubicBezTo>
                  <a:cubicBezTo>
                    <a:pt x="61" y="85"/>
                    <a:pt x="65" y="85"/>
                    <a:pt x="65" y="85"/>
                  </a:cubicBezTo>
                  <a:cubicBezTo>
                    <a:pt x="67" y="87"/>
                    <a:pt x="67" y="87"/>
                    <a:pt x="67" y="87"/>
                  </a:cubicBezTo>
                  <a:cubicBezTo>
                    <a:pt x="67" y="87"/>
                    <a:pt x="69" y="92"/>
                    <a:pt x="68" y="92"/>
                  </a:cubicBezTo>
                  <a:cubicBezTo>
                    <a:pt x="67" y="92"/>
                    <a:pt x="67" y="92"/>
                    <a:pt x="67" y="92"/>
                  </a:cubicBezTo>
                  <a:cubicBezTo>
                    <a:pt x="67" y="96"/>
                    <a:pt x="67" y="96"/>
                    <a:pt x="67" y="96"/>
                  </a:cubicBezTo>
                  <a:cubicBezTo>
                    <a:pt x="65" y="98"/>
                    <a:pt x="65" y="98"/>
                    <a:pt x="65" y="98"/>
                  </a:cubicBezTo>
                  <a:cubicBezTo>
                    <a:pt x="66" y="100"/>
                    <a:pt x="66" y="100"/>
                    <a:pt x="66" y="100"/>
                  </a:cubicBezTo>
                  <a:cubicBezTo>
                    <a:pt x="66" y="100"/>
                    <a:pt x="68" y="102"/>
                    <a:pt x="68" y="103"/>
                  </a:cubicBezTo>
                  <a:cubicBezTo>
                    <a:pt x="68" y="104"/>
                    <a:pt x="72" y="107"/>
                    <a:pt x="72" y="107"/>
                  </a:cubicBezTo>
                  <a:cubicBezTo>
                    <a:pt x="73" y="109"/>
                    <a:pt x="73" y="109"/>
                    <a:pt x="73" y="109"/>
                  </a:cubicBezTo>
                  <a:cubicBezTo>
                    <a:pt x="74" y="111"/>
                    <a:pt x="74" y="111"/>
                    <a:pt x="74" y="111"/>
                  </a:cubicBezTo>
                  <a:cubicBezTo>
                    <a:pt x="74" y="113"/>
                    <a:pt x="74" y="113"/>
                    <a:pt x="74" y="113"/>
                  </a:cubicBezTo>
                  <a:cubicBezTo>
                    <a:pt x="77" y="118"/>
                    <a:pt x="77" y="118"/>
                    <a:pt x="77" y="118"/>
                  </a:cubicBezTo>
                  <a:cubicBezTo>
                    <a:pt x="76" y="120"/>
                    <a:pt x="76" y="120"/>
                    <a:pt x="76" y="120"/>
                  </a:cubicBezTo>
                  <a:cubicBezTo>
                    <a:pt x="76" y="120"/>
                    <a:pt x="78" y="124"/>
                    <a:pt x="78" y="125"/>
                  </a:cubicBezTo>
                  <a:cubicBezTo>
                    <a:pt x="78" y="126"/>
                    <a:pt x="78" y="127"/>
                    <a:pt x="78" y="127"/>
                  </a:cubicBezTo>
                  <a:cubicBezTo>
                    <a:pt x="78" y="127"/>
                    <a:pt x="74" y="132"/>
                    <a:pt x="74" y="133"/>
                  </a:cubicBezTo>
                  <a:cubicBezTo>
                    <a:pt x="74" y="133"/>
                    <a:pt x="73" y="136"/>
                    <a:pt x="73" y="138"/>
                  </a:cubicBezTo>
                  <a:cubicBezTo>
                    <a:pt x="73" y="139"/>
                    <a:pt x="73" y="144"/>
                    <a:pt x="73" y="144"/>
                  </a:cubicBezTo>
                  <a:cubicBezTo>
                    <a:pt x="73" y="144"/>
                    <a:pt x="79" y="152"/>
                    <a:pt x="79" y="153"/>
                  </a:cubicBezTo>
                  <a:cubicBezTo>
                    <a:pt x="79" y="154"/>
                    <a:pt x="80" y="160"/>
                    <a:pt x="80" y="160"/>
                  </a:cubicBezTo>
                  <a:cubicBezTo>
                    <a:pt x="80" y="160"/>
                    <a:pt x="81" y="164"/>
                    <a:pt x="81" y="165"/>
                  </a:cubicBezTo>
                  <a:cubicBezTo>
                    <a:pt x="82" y="166"/>
                    <a:pt x="85" y="170"/>
                    <a:pt x="85" y="170"/>
                  </a:cubicBezTo>
                  <a:cubicBezTo>
                    <a:pt x="86" y="174"/>
                    <a:pt x="86" y="174"/>
                    <a:pt x="86" y="174"/>
                  </a:cubicBezTo>
                  <a:cubicBezTo>
                    <a:pt x="87" y="176"/>
                    <a:pt x="87" y="176"/>
                    <a:pt x="87" y="176"/>
                  </a:cubicBezTo>
                  <a:cubicBezTo>
                    <a:pt x="87" y="176"/>
                    <a:pt x="89" y="178"/>
                    <a:pt x="89" y="179"/>
                  </a:cubicBezTo>
                  <a:cubicBezTo>
                    <a:pt x="89" y="180"/>
                    <a:pt x="88" y="182"/>
                    <a:pt x="88" y="182"/>
                  </a:cubicBezTo>
                  <a:cubicBezTo>
                    <a:pt x="90" y="185"/>
                    <a:pt x="90" y="185"/>
                    <a:pt x="90" y="185"/>
                  </a:cubicBezTo>
                  <a:cubicBezTo>
                    <a:pt x="93" y="187"/>
                    <a:pt x="93" y="187"/>
                    <a:pt x="93" y="187"/>
                  </a:cubicBezTo>
                  <a:cubicBezTo>
                    <a:pt x="93" y="187"/>
                    <a:pt x="97" y="186"/>
                    <a:pt x="98" y="186"/>
                  </a:cubicBezTo>
                  <a:cubicBezTo>
                    <a:pt x="99" y="186"/>
                    <a:pt x="106" y="185"/>
                    <a:pt x="106" y="185"/>
                  </a:cubicBezTo>
                  <a:cubicBezTo>
                    <a:pt x="108" y="185"/>
                    <a:pt x="108" y="185"/>
                    <a:pt x="108" y="185"/>
                  </a:cubicBezTo>
                  <a:cubicBezTo>
                    <a:pt x="111" y="184"/>
                    <a:pt x="111" y="184"/>
                    <a:pt x="111" y="184"/>
                  </a:cubicBezTo>
                  <a:cubicBezTo>
                    <a:pt x="111" y="184"/>
                    <a:pt x="119" y="177"/>
                    <a:pt x="120" y="176"/>
                  </a:cubicBezTo>
                  <a:cubicBezTo>
                    <a:pt x="120" y="174"/>
                    <a:pt x="122" y="172"/>
                    <a:pt x="122" y="172"/>
                  </a:cubicBezTo>
                  <a:cubicBezTo>
                    <a:pt x="124" y="170"/>
                    <a:pt x="124" y="170"/>
                    <a:pt x="124" y="170"/>
                  </a:cubicBezTo>
                  <a:cubicBezTo>
                    <a:pt x="125" y="166"/>
                    <a:pt x="125" y="166"/>
                    <a:pt x="125" y="166"/>
                  </a:cubicBezTo>
                  <a:cubicBezTo>
                    <a:pt x="126" y="165"/>
                    <a:pt x="126" y="165"/>
                    <a:pt x="126" y="165"/>
                  </a:cubicBezTo>
                  <a:cubicBezTo>
                    <a:pt x="125" y="163"/>
                    <a:pt x="125" y="163"/>
                    <a:pt x="125" y="163"/>
                  </a:cubicBezTo>
                  <a:cubicBezTo>
                    <a:pt x="126" y="161"/>
                    <a:pt x="126" y="161"/>
                    <a:pt x="126" y="161"/>
                  </a:cubicBezTo>
                  <a:cubicBezTo>
                    <a:pt x="131" y="159"/>
                    <a:pt x="131" y="159"/>
                    <a:pt x="131" y="159"/>
                  </a:cubicBezTo>
                  <a:cubicBezTo>
                    <a:pt x="131" y="154"/>
                    <a:pt x="131" y="154"/>
                    <a:pt x="131" y="154"/>
                  </a:cubicBezTo>
                  <a:cubicBezTo>
                    <a:pt x="131" y="154"/>
                    <a:pt x="130" y="149"/>
                    <a:pt x="130" y="148"/>
                  </a:cubicBezTo>
                  <a:cubicBezTo>
                    <a:pt x="130" y="147"/>
                    <a:pt x="132" y="146"/>
                    <a:pt x="132" y="146"/>
                  </a:cubicBezTo>
                  <a:cubicBezTo>
                    <a:pt x="132" y="146"/>
                    <a:pt x="135" y="142"/>
                    <a:pt x="136" y="142"/>
                  </a:cubicBezTo>
                  <a:cubicBezTo>
                    <a:pt x="138" y="141"/>
                    <a:pt x="143" y="137"/>
                    <a:pt x="144" y="137"/>
                  </a:cubicBezTo>
                  <a:cubicBezTo>
                    <a:pt x="145" y="136"/>
                    <a:pt x="144" y="132"/>
                    <a:pt x="144" y="132"/>
                  </a:cubicBezTo>
                  <a:cubicBezTo>
                    <a:pt x="144" y="123"/>
                    <a:pt x="144" y="123"/>
                    <a:pt x="144" y="123"/>
                  </a:cubicBezTo>
                  <a:cubicBezTo>
                    <a:pt x="142" y="120"/>
                    <a:pt x="142" y="120"/>
                    <a:pt x="142" y="120"/>
                  </a:cubicBezTo>
                  <a:cubicBezTo>
                    <a:pt x="141" y="115"/>
                    <a:pt x="141" y="115"/>
                    <a:pt x="141" y="115"/>
                  </a:cubicBezTo>
                  <a:cubicBezTo>
                    <a:pt x="140" y="113"/>
                    <a:pt x="140" y="113"/>
                    <a:pt x="140" y="113"/>
                  </a:cubicBezTo>
                  <a:cubicBezTo>
                    <a:pt x="140" y="110"/>
                    <a:pt x="140" y="110"/>
                    <a:pt x="140" y="110"/>
                  </a:cubicBezTo>
                  <a:cubicBezTo>
                    <a:pt x="142" y="107"/>
                    <a:pt x="142" y="107"/>
                    <a:pt x="142" y="107"/>
                  </a:cubicBezTo>
                  <a:cubicBezTo>
                    <a:pt x="142" y="107"/>
                    <a:pt x="143" y="105"/>
                    <a:pt x="144" y="104"/>
                  </a:cubicBezTo>
                  <a:cubicBezTo>
                    <a:pt x="145" y="103"/>
                    <a:pt x="147" y="101"/>
                    <a:pt x="150" y="98"/>
                  </a:cubicBezTo>
                  <a:cubicBezTo>
                    <a:pt x="152" y="96"/>
                    <a:pt x="157" y="92"/>
                    <a:pt x="158" y="91"/>
                  </a:cubicBezTo>
                  <a:cubicBezTo>
                    <a:pt x="159" y="90"/>
                    <a:pt x="165" y="81"/>
                    <a:pt x="166" y="80"/>
                  </a:cubicBezTo>
                  <a:cubicBezTo>
                    <a:pt x="167" y="79"/>
                    <a:pt x="168" y="74"/>
                    <a:pt x="169" y="73"/>
                  </a:cubicBezTo>
                  <a:cubicBezTo>
                    <a:pt x="170" y="72"/>
                    <a:pt x="171" y="70"/>
                    <a:pt x="171" y="70"/>
                  </a:cubicBezTo>
                  <a:cubicBezTo>
                    <a:pt x="170" y="68"/>
                    <a:pt x="170" y="68"/>
                    <a:pt x="170" y="68"/>
                  </a:cubicBezTo>
                  <a:cubicBezTo>
                    <a:pt x="170" y="68"/>
                    <a:pt x="169" y="68"/>
                    <a:pt x="168" y="68"/>
                  </a:cubicBezTo>
                  <a:cubicBezTo>
                    <a:pt x="167" y="68"/>
                    <a:pt x="164" y="69"/>
                    <a:pt x="162" y="69"/>
                  </a:cubicBezTo>
                  <a:cubicBezTo>
                    <a:pt x="160" y="70"/>
                    <a:pt x="157" y="70"/>
                    <a:pt x="157" y="70"/>
                  </a:cubicBezTo>
                  <a:cubicBezTo>
                    <a:pt x="154" y="71"/>
                    <a:pt x="154" y="71"/>
                    <a:pt x="154" y="71"/>
                  </a:cubicBezTo>
                  <a:cubicBezTo>
                    <a:pt x="152" y="69"/>
                    <a:pt x="152" y="69"/>
                    <a:pt x="152" y="69"/>
                  </a:cubicBezTo>
                  <a:cubicBezTo>
                    <a:pt x="150" y="70"/>
                    <a:pt x="150" y="70"/>
                    <a:pt x="150" y="70"/>
                  </a:cubicBezTo>
                  <a:cubicBezTo>
                    <a:pt x="149" y="68"/>
                    <a:pt x="149" y="68"/>
                    <a:pt x="149" y="68"/>
                  </a:cubicBezTo>
                  <a:cubicBezTo>
                    <a:pt x="150" y="67"/>
                    <a:pt x="150" y="67"/>
                    <a:pt x="150" y="67"/>
                  </a:cubicBezTo>
                  <a:cubicBezTo>
                    <a:pt x="148" y="63"/>
                    <a:pt x="148" y="63"/>
                    <a:pt x="148" y="63"/>
                  </a:cubicBezTo>
                  <a:cubicBezTo>
                    <a:pt x="144" y="60"/>
                    <a:pt x="144" y="60"/>
                    <a:pt x="144" y="60"/>
                  </a:cubicBezTo>
                  <a:cubicBezTo>
                    <a:pt x="141" y="59"/>
                    <a:pt x="141" y="59"/>
                    <a:pt x="141" y="59"/>
                  </a:cubicBezTo>
                  <a:cubicBezTo>
                    <a:pt x="141" y="57"/>
                    <a:pt x="141" y="57"/>
                    <a:pt x="141" y="57"/>
                  </a:cubicBezTo>
                  <a:cubicBezTo>
                    <a:pt x="137" y="50"/>
                    <a:pt x="137" y="50"/>
                    <a:pt x="137" y="50"/>
                  </a:cubicBezTo>
                  <a:cubicBezTo>
                    <a:pt x="135" y="49"/>
                    <a:pt x="135" y="49"/>
                    <a:pt x="135" y="49"/>
                  </a:cubicBezTo>
                  <a:cubicBezTo>
                    <a:pt x="136" y="43"/>
                    <a:pt x="136" y="43"/>
                    <a:pt x="136" y="43"/>
                  </a:cubicBezTo>
                  <a:cubicBezTo>
                    <a:pt x="134" y="41"/>
                    <a:pt x="134" y="41"/>
                    <a:pt x="134" y="41"/>
                  </a:cubicBezTo>
                  <a:cubicBezTo>
                    <a:pt x="131" y="39"/>
                    <a:pt x="131" y="39"/>
                    <a:pt x="131" y="39"/>
                  </a:cubicBezTo>
                  <a:cubicBezTo>
                    <a:pt x="132" y="37"/>
                    <a:pt x="132" y="37"/>
                    <a:pt x="132" y="37"/>
                  </a:cubicBezTo>
                  <a:cubicBezTo>
                    <a:pt x="132" y="37"/>
                    <a:pt x="128" y="31"/>
                    <a:pt x="127" y="30"/>
                  </a:cubicBezTo>
                  <a:cubicBezTo>
                    <a:pt x="127" y="30"/>
                    <a:pt x="127" y="26"/>
                    <a:pt x="127" y="26"/>
                  </a:cubicBezTo>
                  <a:cubicBezTo>
                    <a:pt x="128" y="26"/>
                    <a:pt x="128" y="26"/>
                    <a:pt x="128" y="26"/>
                  </a:cubicBezTo>
                  <a:cubicBezTo>
                    <a:pt x="130" y="23"/>
                    <a:pt x="130" y="23"/>
                    <a:pt x="130" y="23"/>
                  </a:cubicBezTo>
                  <a:cubicBezTo>
                    <a:pt x="130" y="18"/>
                    <a:pt x="130" y="18"/>
                    <a:pt x="130" y="18"/>
                  </a:cubicBezTo>
                  <a:lnTo>
                    <a:pt x="129" y="17"/>
                  </a:lnTo>
                  <a:close/>
                </a:path>
              </a:pathLst>
            </a:custGeom>
            <a:solidFill>
              <a:srgbClr val="F2C2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 name="Freeform 173"/>
            <p:cNvSpPr>
              <a:spLocks/>
            </p:cNvSpPr>
            <p:nvPr/>
          </p:nvSpPr>
          <p:spPr bwMode="auto">
            <a:xfrm>
              <a:off x="8318500" y="5619750"/>
              <a:ext cx="101600" cy="147637"/>
            </a:xfrm>
            <a:custGeom>
              <a:avLst/>
              <a:gdLst>
                <a:gd name="T0" fmla="*/ 26 w 27"/>
                <a:gd name="T1" fmla="*/ 39 h 39"/>
                <a:gd name="T2" fmla="*/ 2 w 27"/>
                <a:gd name="T3" fmla="*/ 39 h 39"/>
                <a:gd name="T4" fmla="*/ 1 w 27"/>
                <a:gd name="T5" fmla="*/ 38 h 39"/>
                <a:gd name="T6" fmla="*/ 0 w 27"/>
                <a:gd name="T7" fmla="*/ 37 h 39"/>
                <a:gd name="T8" fmla="*/ 0 w 27"/>
                <a:gd name="T9" fmla="*/ 35 h 39"/>
                <a:gd name="T10" fmla="*/ 1 w 27"/>
                <a:gd name="T11" fmla="*/ 29 h 39"/>
                <a:gd name="T12" fmla="*/ 4 w 27"/>
                <a:gd name="T13" fmla="*/ 24 h 39"/>
                <a:gd name="T14" fmla="*/ 8 w 27"/>
                <a:gd name="T15" fmla="*/ 21 h 39"/>
                <a:gd name="T16" fmla="*/ 11 w 27"/>
                <a:gd name="T17" fmla="*/ 18 h 39"/>
                <a:gd name="T18" fmla="*/ 14 w 27"/>
                <a:gd name="T19" fmla="*/ 17 h 39"/>
                <a:gd name="T20" fmla="*/ 17 w 27"/>
                <a:gd name="T21" fmla="*/ 14 h 39"/>
                <a:gd name="T22" fmla="*/ 19 w 27"/>
                <a:gd name="T23" fmla="*/ 12 h 39"/>
                <a:gd name="T24" fmla="*/ 20 w 27"/>
                <a:gd name="T25" fmla="*/ 10 h 39"/>
                <a:gd name="T26" fmla="*/ 18 w 27"/>
                <a:gd name="T27" fmla="*/ 6 h 39"/>
                <a:gd name="T28" fmla="*/ 13 w 27"/>
                <a:gd name="T29" fmla="*/ 5 h 39"/>
                <a:gd name="T30" fmla="*/ 7 w 27"/>
                <a:gd name="T31" fmla="*/ 6 h 39"/>
                <a:gd name="T32" fmla="*/ 4 w 27"/>
                <a:gd name="T33" fmla="*/ 7 h 39"/>
                <a:gd name="T34" fmla="*/ 3 w 27"/>
                <a:gd name="T35" fmla="*/ 7 h 39"/>
                <a:gd name="T36" fmla="*/ 2 w 27"/>
                <a:gd name="T37" fmla="*/ 5 h 39"/>
                <a:gd name="T38" fmla="*/ 2 w 27"/>
                <a:gd name="T39" fmla="*/ 3 h 39"/>
                <a:gd name="T40" fmla="*/ 2 w 27"/>
                <a:gd name="T41" fmla="*/ 2 h 39"/>
                <a:gd name="T42" fmla="*/ 4 w 27"/>
                <a:gd name="T43" fmla="*/ 1 h 39"/>
                <a:gd name="T44" fmla="*/ 6 w 27"/>
                <a:gd name="T45" fmla="*/ 1 h 39"/>
                <a:gd name="T46" fmla="*/ 9 w 27"/>
                <a:gd name="T47" fmla="*/ 0 h 39"/>
                <a:gd name="T48" fmla="*/ 14 w 27"/>
                <a:gd name="T49" fmla="*/ 0 h 39"/>
                <a:gd name="T50" fmla="*/ 23 w 27"/>
                <a:gd name="T51" fmla="*/ 2 h 39"/>
                <a:gd name="T52" fmla="*/ 27 w 27"/>
                <a:gd name="T53" fmla="*/ 9 h 39"/>
                <a:gd name="T54" fmla="*/ 25 w 27"/>
                <a:gd name="T55" fmla="*/ 13 h 39"/>
                <a:gd name="T56" fmla="*/ 23 w 27"/>
                <a:gd name="T57" fmla="*/ 17 h 39"/>
                <a:gd name="T58" fmla="*/ 19 w 27"/>
                <a:gd name="T59" fmla="*/ 20 h 39"/>
                <a:gd name="T60" fmla="*/ 15 w 27"/>
                <a:gd name="T61" fmla="*/ 22 h 39"/>
                <a:gd name="T62" fmla="*/ 12 w 27"/>
                <a:gd name="T63" fmla="*/ 24 h 39"/>
                <a:gd name="T64" fmla="*/ 10 w 27"/>
                <a:gd name="T65" fmla="*/ 26 h 39"/>
                <a:gd name="T66" fmla="*/ 8 w 27"/>
                <a:gd name="T67" fmla="*/ 29 h 39"/>
                <a:gd name="T68" fmla="*/ 8 w 27"/>
                <a:gd name="T69" fmla="*/ 32 h 39"/>
                <a:gd name="T70" fmla="*/ 8 w 27"/>
                <a:gd name="T71" fmla="*/ 33 h 39"/>
                <a:gd name="T72" fmla="*/ 9 w 27"/>
                <a:gd name="T73" fmla="*/ 33 h 39"/>
                <a:gd name="T74" fmla="*/ 25 w 27"/>
                <a:gd name="T75" fmla="*/ 33 h 39"/>
                <a:gd name="T76" fmla="*/ 26 w 27"/>
                <a:gd name="T77" fmla="*/ 33 h 39"/>
                <a:gd name="T78" fmla="*/ 27 w 27"/>
                <a:gd name="T79" fmla="*/ 34 h 39"/>
                <a:gd name="T80" fmla="*/ 27 w 27"/>
                <a:gd name="T81" fmla="*/ 38 h 39"/>
                <a:gd name="T82" fmla="*/ 26 w 27"/>
                <a:gd name="T83"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7" h="39">
                  <a:moveTo>
                    <a:pt x="26" y="39"/>
                  </a:moveTo>
                  <a:cubicBezTo>
                    <a:pt x="2" y="39"/>
                    <a:pt x="2" y="39"/>
                    <a:pt x="2" y="39"/>
                  </a:cubicBezTo>
                  <a:cubicBezTo>
                    <a:pt x="1" y="38"/>
                    <a:pt x="1" y="38"/>
                    <a:pt x="1" y="38"/>
                  </a:cubicBezTo>
                  <a:cubicBezTo>
                    <a:pt x="1" y="38"/>
                    <a:pt x="0" y="38"/>
                    <a:pt x="0" y="37"/>
                  </a:cubicBezTo>
                  <a:cubicBezTo>
                    <a:pt x="0" y="35"/>
                    <a:pt x="0" y="35"/>
                    <a:pt x="0" y="35"/>
                  </a:cubicBezTo>
                  <a:cubicBezTo>
                    <a:pt x="0" y="33"/>
                    <a:pt x="1" y="31"/>
                    <a:pt x="1" y="29"/>
                  </a:cubicBezTo>
                  <a:cubicBezTo>
                    <a:pt x="2" y="27"/>
                    <a:pt x="3" y="26"/>
                    <a:pt x="4" y="24"/>
                  </a:cubicBezTo>
                  <a:cubicBezTo>
                    <a:pt x="5" y="23"/>
                    <a:pt x="6" y="22"/>
                    <a:pt x="8" y="21"/>
                  </a:cubicBezTo>
                  <a:cubicBezTo>
                    <a:pt x="9" y="20"/>
                    <a:pt x="10" y="19"/>
                    <a:pt x="11" y="18"/>
                  </a:cubicBezTo>
                  <a:cubicBezTo>
                    <a:pt x="12" y="18"/>
                    <a:pt x="13" y="17"/>
                    <a:pt x="14" y="17"/>
                  </a:cubicBezTo>
                  <a:cubicBezTo>
                    <a:pt x="16" y="16"/>
                    <a:pt x="16" y="15"/>
                    <a:pt x="17" y="14"/>
                  </a:cubicBezTo>
                  <a:cubicBezTo>
                    <a:pt x="18" y="14"/>
                    <a:pt x="19" y="13"/>
                    <a:pt x="19" y="12"/>
                  </a:cubicBezTo>
                  <a:cubicBezTo>
                    <a:pt x="20" y="11"/>
                    <a:pt x="20" y="11"/>
                    <a:pt x="20" y="10"/>
                  </a:cubicBezTo>
                  <a:cubicBezTo>
                    <a:pt x="20" y="8"/>
                    <a:pt x="19" y="7"/>
                    <a:pt x="18" y="6"/>
                  </a:cubicBezTo>
                  <a:cubicBezTo>
                    <a:pt x="17" y="5"/>
                    <a:pt x="15" y="5"/>
                    <a:pt x="13" y="5"/>
                  </a:cubicBezTo>
                  <a:cubicBezTo>
                    <a:pt x="11" y="5"/>
                    <a:pt x="9" y="5"/>
                    <a:pt x="7" y="6"/>
                  </a:cubicBezTo>
                  <a:cubicBezTo>
                    <a:pt x="6" y="6"/>
                    <a:pt x="5" y="7"/>
                    <a:pt x="4" y="7"/>
                  </a:cubicBezTo>
                  <a:cubicBezTo>
                    <a:pt x="4" y="7"/>
                    <a:pt x="3" y="7"/>
                    <a:pt x="3" y="7"/>
                  </a:cubicBezTo>
                  <a:cubicBezTo>
                    <a:pt x="3" y="6"/>
                    <a:pt x="3" y="6"/>
                    <a:pt x="2" y="5"/>
                  </a:cubicBezTo>
                  <a:cubicBezTo>
                    <a:pt x="2" y="5"/>
                    <a:pt x="2" y="4"/>
                    <a:pt x="2" y="3"/>
                  </a:cubicBezTo>
                  <a:cubicBezTo>
                    <a:pt x="2" y="3"/>
                    <a:pt x="2" y="2"/>
                    <a:pt x="2" y="2"/>
                  </a:cubicBezTo>
                  <a:cubicBezTo>
                    <a:pt x="3" y="2"/>
                    <a:pt x="3" y="2"/>
                    <a:pt x="4" y="1"/>
                  </a:cubicBezTo>
                  <a:cubicBezTo>
                    <a:pt x="4" y="1"/>
                    <a:pt x="5" y="1"/>
                    <a:pt x="6" y="1"/>
                  </a:cubicBezTo>
                  <a:cubicBezTo>
                    <a:pt x="7" y="0"/>
                    <a:pt x="8" y="0"/>
                    <a:pt x="9" y="0"/>
                  </a:cubicBezTo>
                  <a:cubicBezTo>
                    <a:pt x="11" y="0"/>
                    <a:pt x="12" y="0"/>
                    <a:pt x="14" y="0"/>
                  </a:cubicBezTo>
                  <a:cubicBezTo>
                    <a:pt x="18" y="0"/>
                    <a:pt x="21" y="0"/>
                    <a:pt x="23" y="2"/>
                  </a:cubicBezTo>
                  <a:cubicBezTo>
                    <a:pt x="25" y="3"/>
                    <a:pt x="27" y="6"/>
                    <a:pt x="27" y="9"/>
                  </a:cubicBezTo>
                  <a:cubicBezTo>
                    <a:pt x="27" y="11"/>
                    <a:pt x="26" y="12"/>
                    <a:pt x="25" y="13"/>
                  </a:cubicBezTo>
                  <a:cubicBezTo>
                    <a:pt x="25" y="15"/>
                    <a:pt x="24" y="16"/>
                    <a:pt x="23" y="17"/>
                  </a:cubicBezTo>
                  <a:cubicBezTo>
                    <a:pt x="22" y="18"/>
                    <a:pt x="20" y="19"/>
                    <a:pt x="19" y="20"/>
                  </a:cubicBezTo>
                  <a:cubicBezTo>
                    <a:pt x="18" y="21"/>
                    <a:pt x="16" y="22"/>
                    <a:pt x="15" y="22"/>
                  </a:cubicBezTo>
                  <a:cubicBezTo>
                    <a:pt x="14" y="23"/>
                    <a:pt x="13" y="23"/>
                    <a:pt x="12" y="24"/>
                  </a:cubicBezTo>
                  <a:cubicBezTo>
                    <a:pt x="11" y="25"/>
                    <a:pt x="11" y="25"/>
                    <a:pt x="10" y="26"/>
                  </a:cubicBezTo>
                  <a:cubicBezTo>
                    <a:pt x="9" y="27"/>
                    <a:pt x="9" y="28"/>
                    <a:pt x="8" y="29"/>
                  </a:cubicBezTo>
                  <a:cubicBezTo>
                    <a:pt x="8" y="30"/>
                    <a:pt x="8" y="31"/>
                    <a:pt x="8" y="32"/>
                  </a:cubicBezTo>
                  <a:cubicBezTo>
                    <a:pt x="8" y="33"/>
                    <a:pt x="8" y="33"/>
                    <a:pt x="8" y="33"/>
                  </a:cubicBezTo>
                  <a:cubicBezTo>
                    <a:pt x="8" y="33"/>
                    <a:pt x="9" y="33"/>
                    <a:pt x="9" y="33"/>
                  </a:cubicBezTo>
                  <a:cubicBezTo>
                    <a:pt x="25" y="33"/>
                    <a:pt x="25" y="33"/>
                    <a:pt x="25" y="33"/>
                  </a:cubicBezTo>
                  <a:cubicBezTo>
                    <a:pt x="25" y="33"/>
                    <a:pt x="26" y="33"/>
                    <a:pt x="26" y="33"/>
                  </a:cubicBezTo>
                  <a:cubicBezTo>
                    <a:pt x="26" y="34"/>
                    <a:pt x="27" y="34"/>
                    <a:pt x="27" y="34"/>
                  </a:cubicBezTo>
                  <a:cubicBezTo>
                    <a:pt x="27" y="38"/>
                    <a:pt x="27" y="38"/>
                    <a:pt x="27" y="38"/>
                  </a:cubicBezTo>
                  <a:cubicBezTo>
                    <a:pt x="27" y="38"/>
                    <a:pt x="26" y="39"/>
                    <a:pt x="26" y="3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73" name="Freeform 174"/>
            <p:cNvSpPr>
              <a:spLocks noEditPoints="1"/>
            </p:cNvSpPr>
            <p:nvPr/>
          </p:nvSpPr>
          <p:spPr bwMode="auto">
            <a:xfrm>
              <a:off x="8439150" y="5619750"/>
              <a:ext cx="101600" cy="147637"/>
            </a:xfrm>
            <a:custGeom>
              <a:avLst/>
              <a:gdLst>
                <a:gd name="T0" fmla="*/ 26 w 27"/>
                <a:gd name="T1" fmla="*/ 31 h 39"/>
                <a:gd name="T2" fmla="*/ 23 w 27"/>
                <a:gd name="T3" fmla="*/ 31 h 39"/>
                <a:gd name="T4" fmla="*/ 23 w 27"/>
                <a:gd name="T5" fmla="*/ 38 h 39"/>
                <a:gd name="T6" fmla="*/ 23 w 27"/>
                <a:gd name="T7" fmla="*/ 38 h 39"/>
                <a:gd name="T8" fmla="*/ 22 w 27"/>
                <a:gd name="T9" fmla="*/ 39 h 39"/>
                <a:gd name="T10" fmla="*/ 20 w 27"/>
                <a:gd name="T11" fmla="*/ 39 h 39"/>
                <a:gd name="T12" fmla="*/ 19 w 27"/>
                <a:gd name="T13" fmla="*/ 38 h 39"/>
                <a:gd name="T14" fmla="*/ 18 w 27"/>
                <a:gd name="T15" fmla="*/ 38 h 39"/>
                <a:gd name="T16" fmla="*/ 18 w 27"/>
                <a:gd name="T17" fmla="*/ 31 h 39"/>
                <a:gd name="T18" fmla="*/ 2 w 27"/>
                <a:gd name="T19" fmla="*/ 31 h 39"/>
                <a:gd name="T20" fmla="*/ 1 w 27"/>
                <a:gd name="T21" fmla="*/ 31 h 39"/>
                <a:gd name="T22" fmla="*/ 0 w 27"/>
                <a:gd name="T23" fmla="*/ 30 h 39"/>
                <a:gd name="T24" fmla="*/ 0 w 27"/>
                <a:gd name="T25" fmla="*/ 28 h 39"/>
                <a:gd name="T26" fmla="*/ 0 w 27"/>
                <a:gd name="T27" fmla="*/ 27 h 39"/>
                <a:gd name="T28" fmla="*/ 1 w 27"/>
                <a:gd name="T29" fmla="*/ 26 h 39"/>
                <a:gd name="T30" fmla="*/ 17 w 27"/>
                <a:gd name="T31" fmla="*/ 2 h 39"/>
                <a:gd name="T32" fmla="*/ 18 w 27"/>
                <a:gd name="T33" fmla="*/ 1 h 39"/>
                <a:gd name="T34" fmla="*/ 19 w 27"/>
                <a:gd name="T35" fmla="*/ 0 h 39"/>
                <a:gd name="T36" fmla="*/ 23 w 27"/>
                <a:gd name="T37" fmla="*/ 0 h 39"/>
                <a:gd name="T38" fmla="*/ 23 w 27"/>
                <a:gd name="T39" fmla="*/ 1 h 39"/>
                <a:gd name="T40" fmla="*/ 23 w 27"/>
                <a:gd name="T41" fmla="*/ 2 h 39"/>
                <a:gd name="T42" fmla="*/ 23 w 27"/>
                <a:gd name="T43" fmla="*/ 26 h 39"/>
                <a:gd name="T44" fmla="*/ 26 w 27"/>
                <a:gd name="T45" fmla="*/ 26 h 39"/>
                <a:gd name="T46" fmla="*/ 27 w 27"/>
                <a:gd name="T47" fmla="*/ 27 h 39"/>
                <a:gd name="T48" fmla="*/ 27 w 27"/>
                <a:gd name="T49" fmla="*/ 27 h 39"/>
                <a:gd name="T50" fmla="*/ 27 w 27"/>
                <a:gd name="T51" fmla="*/ 30 h 39"/>
                <a:gd name="T52" fmla="*/ 27 w 27"/>
                <a:gd name="T53" fmla="*/ 31 h 39"/>
                <a:gd name="T54" fmla="*/ 26 w 27"/>
                <a:gd name="T55" fmla="*/ 31 h 39"/>
                <a:gd name="T56" fmla="*/ 18 w 27"/>
                <a:gd name="T57" fmla="*/ 9 h 39"/>
                <a:gd name="T58" fmla="*/ 6 w 27"/>
                <a:gd name="T59" fmla="*/ 26 h 39"/>
                <a:gd name="T60" fmla="*/ 18 w 27"/>
                <a:gd name="T61" fmla="*/ 26 h 39"/>
                <a:gd name="T62" fmla="*/ 18 w 27"/>
                <a:gd name="T6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39">
                  <a:moveTo>
                    <a:pt x="26" y="31"/>
                  </a:moveTo>
                  <a:cubicBezTo>
                    <a:pt x="23" y="31"/>
                    <a:pt x="23" y="31"/>
                    <a:pt x="23" y="31"/>
                  </a:cubicBezTo>
                  <a:cubicBezTo>
                    <a:pt x="23" y="38"/>
                    <a:pt x="23" y="38"/>
                    <a:pt x="23" y="38"/>
                  </a:cubicBezTo>
                  <a:cubicBezTo>
                    <a:pt x="23" y="38"/>
                    <a:pt x="23" y="38"/>
                    <a:pt x="23" y="38"/>
                  </a:cubicBezTo>
                  <a:cubicBezTo>
                    <a:pt x="23" y="39"/>
                    <a:pt x="23" y="39"/>
                    <a:pt x="22" y="39"/>
                  </a:cubicBezTo>
                  <a:cubicBezTo>
                    <a:pt x="20" y="39"/>
                    <a:pt x="20" y="39"/>
                    <a:pt x="20" y="39"/>
                  </a:cubicBezTo>
                  <a:cubicBezTo>
                    <a:pt x="19" y="39"/>
                    <a:pt x="19" y="39"/>
                    <a:pt x="19" y="38"/>
                  </a:cubicBezTo>
                  <a:cubicBezTo>
                    <a:pt x="18" y="38"/>
                    <a:pt x="18" y="38"/>
                    <a:pt x="18" y="38"/>
                  </a:cubicBezTo>
                  <a:cubicBezTo>
                    <a:pt x="18" y="31"/>
                    <a:pt x="18" y="31"/>
                    <a:pt x="18" y="31"/>
                  </a:cubicBezTo>
                  <a:cubicBezTo>
                    <a:pt x="2" y="31"/>
                    <a:pt x="2" y="31"/>
                    <a:pt x="2" y="31"/>
                  </a:cubicBezTo>
                  <a:cubicBezTo>
                    <a:pt x="1" y="31"/>
                    <a:pt x="1" y="31"/>
                    <a:pt x="1" y="31"/>
                  </a:cubicBezTo>
                  <a:cubicBezTo>
                    <a:pt x="0" y="31"/>
                    <a:pt x="0" y="31"/>
                    <a:pt x="0" y="30"/>
                  </a:cubicBezTo>
                  <a:cubicBezTo>
                    <a:pt x="0" y="28"/>
                    <a:pt x="0" y="28"/>
                    <a:pt x="0" y="28"/>
                  </a:cubicBezTo>
                  <a:cubicBezTo>
                    <a:pt x="0" y="27"/>
                    <a:pt x="0" y="27"/>
                    <a:pt x="0" y="27"/>
                  </a:cubicBezTo>
                  <a:cubicBezTo>
                    <a:pt x="1" y="26"/>
                    <a:pt x="1" y="26"/>
                    <a:pt x="1" y="26"/>
                  </a:cubicBezTo>
                  <a:cubicBezTo>
                    <a:pt x="17" y="2"/>
                    <a:pt x="17" y="2"/>
                    <a:pt x="17" y="2"/>
                  </a:cubicBezTo>
                  <a:cubicBezTo>
                    <a:pt x="17" y="2"/>
                    <a:pt x="17" y="1"/>
                    <a:pt x="18" y="1"/>
                  </a:cubicBezTo>
                  <a:cubicBezTo>
                    <a:pt x="18" y="0"/>
                    <a:pt x="19" y="0"/>
                    <a:pt x="19" y="0"/>
                  </a:cubicBezTo>
                  <a:cubicBezTo>
                    <a:pt x="23" y="0"/>
                    <a:pt x="23" y="0"/>
                    <a:pt x="23" y="0"/>
                  </a:cubicBezTo>
                  <a:cubicBezTo>
                    <a:pt x="23" y="0"/>
                    <a:pt x="23" y="0"/>
                    <a:pt x="23" y="1"/>
                  </a:cubicBezTo>
                  <a:cubicBezTo>
                    <a:pt x="23" y="1"/>
                    <a:pt x="23" y="1"/>
                    <a:pt x="23" y="2"/>
                  </a:cubicBezTo>
                  <a:cubicBezTo>
                    <a:pt x="23" y="26"/>
                    <a:pt x="23" y="26"/>
                    <a:pt x="23" y="26"/>
                  </a:cubicBezTo>
                  <a:cubicBezTo>
                    <a:pt x="26" y="26"/>
                    <a:pt x="26" y="26"/>
                    <a:pt x="26" y="26"/>
                  </a:cubicBezTo>
                  <a:cubicBezTo>
                    <a:pt x="26" y="26"/>
                    <a:pt x="26" y="26"/>
                    <a:pt x="27" y="27"/>
                  </a:cubicBezTo>
                  <a:cubicBezTo>
                    <a:pt x="27" y="27"/>
                    <a:pt x="27" y="27"/>
                    <a:pt x="27" y="27"/>
                  </a:cubicBezTo>
                  <a:cubicBezTo>
                    <a:pt x="27" y="30"/>
                    <a:pt x="27" y="30"/>
                    <a:pt x="27" y="30"/>
                  </a:cubicBezTo>
                  <a:cubicBezTo>
                    <a:pt x="27" y="30"/>
                    <a:pt x="27" y="31"/>
                    <a:pt x="27" y="31"/>
                  </a:cubicBezTo>
                  <a:cubicBezTo>
                    <a:pt x="26" y="31"/>
                    <a:pt x="26" y="31"/>
                    <a:pt x="26" y="31"/>
                  </a:cubicBezTo>
                  <a:close/>
                  <a:moveTo>
                    <a:pt x="18" y="9"/>
                  </a:moveTo>
                  <a:cubicBezTo>
                    <a:pt x="6" y="26"/>
                    <a:pt x="6" y="26"/>
                    <a:pt x="6" y="26"/>
                  </a:cubicBezTo>
                  <a:cubicBezTo>
                    <a:pt x="18" y="26"/>
                    <a:pt x="18" y="26"/>
                    <a:pt x="18" y="26"/>
                  </a:cubicBezTo>
                  <a:lnTo>
                    <a:pt x="18" y="9"/>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74" name="Freeform 175"/>
            <p:cNvSpPr>
              <a:spLocks noEditPoints="1"/>
            </p:cNvSpPr>
            <p:nvPr/>
          </p:nvSpPr>
          <p:spPr bwMode="auto">
            <a:xfrm>
              <a:off x="8558213" y="5608638"/>
              <a:ext cx="142875" cy="158750"/>
            </a:xfrm>
            <a:custGeom>
              <a:avLst/>
              <a:gdLst>
                <a:gd name="T0" fmla="*/ 15 w 38"/>
                <a:gd name="T1" fmla="*/ 18 h 42"/>
                <a:gd name="T2" fmla="*/ 11 w 38"/>
                <a:gd name="T3" fmla="*/ 21 h 42"/>
                <a:gd name="T4" fmla="*/ 2 w 38"/>
                <a:gd name="T5" fmla="*/ 20 h 42"/>
                <a:gd name="T6" fmla="*/ 0 w 38"/>
                <a:gd name="T7" fmla="*/ 8 h 42"/>
                <a:gd name="T8" fmla="*/ 8 w 38"/>
                <a:gd name="T9" fmla="*/ 0 h 42"/>
                <a:gd name="T10" fmla="*/ 13 w 38"/>
                <a:gd name="T11" fmla="*/ 1 h 42"/>
                <a:gd name="T12" fmla="*/ 15 w 38"/>
                <a:gd name="T13" fmla="*/ 7 h 42"/>
                <a:gd name="T14" fmla="*/ 11 w 38"/>
                <a:gd name="T15" fmla="*/ 8 h 42"/>
                <a:gd name="T16" fmla="*/ 8 w 38"/>
                <a:gd name="T17" fmla="*/ 4 h 42"/>
                <a:gd name="T18" fmla="*/ 4 w 38"/>
                <a:gd name="T19" fmla="*/ 9 h 42"/>
                <a:gd name="T20" fmla="*/ 5 w 38"/>
                <a:gd name="T21" fmla="*/ 16 h 42"/>
                <a:gd name="T22" fmla="*/ 10 w 38"/>
                <a:gd name="T23" fmla="*/ 16 h 42"/>
                <a:gd name="T24" fmla="*/ 11 w 38"/>
                <a:gd name="T25" fmla="*/ 8 h 42"/>
                <a:gd name="T26" fmla="*/ 11 w 38"/>
                <a:gd name="T27" fmla="*/ 41 h 42"/>
                <a:gd name="T28" fmla="*/ 7 w 38"/>
                <a:gd name="T29" fmla="*/ 42 h 42"/>
                <a:gd name="T30" fmla="*/ 7 w 38"/>
                <a:gd name="T31" fmla="*/ 40 h 42"/>
                <a:gd name="T32" fmla="*/ 27 w 38"/>
                <a:gd name="T33" fmla="*/ 0 h 42"/>
                <a:gd name="T34" fmla="*/ 31 w 38"/>
                <a:gd name="T35" fmla="*/ 0 h 42"/>
                <a:gd name="T36" fmla="*/ 31 w 38"/>
                <a:gd name="T37" fmla="*/ 2 h 42"/>
                <a:gd name="T38" fmla="*/ 38 w 38"/>
                <a:gd name="T39" fmla="*/ 35 h 42"/>
                <a:gd name="T40" fmla="*/ 35 w 38"/>
                <a:gd name="T41" fmla="*/ 41 h 42"/>
                <a:gd name="T42" fmla="*/ 30 w 38"/>
                <a:gd name="T43" fmla="*/ 42 h 42"/>
                <a:gd name="T44" fmla="*/ 22 w 38"/>
                <a:gd name="T45" fmla="*/ 35 h 42"/>
                <a:gd name="T46" fmla="*/ 24 w 38"/>
                <a:gd name="T47" fmla="*/ 23 h 42"/>
                <a:gd name="T48" fmla="*/ 33 w 38"/>
                <a:gd name="T49" fmla="*/ 21 h 42"/>
                <a:gd name="T50" fmla="*/ 37 w 38"/>
                <a:gd name="T51" fmla="*/ 25 h 42"/>
                <a:gd name="T52" fmla="*/ 38 w 38"/>
                <a:gd name="T53" fmla="*/ 35 h 42"/>
                <a:gd name="T54" fmla="*/ 33 w 38"/>
                <a:gd name="T55" fmla="*/ 26 h 42"/>
                <a:gd name="T56" fmla="*/ 27 w 38"/>
                <a:gd name="T57" fmla="*/ 26 h 42"/>
                <a:gd name="T58" fmla="*/ 26 w 38"/>
                <a:gd name="T59" fmla="*/ 35 h 42"/>
                <a:gd name="T60" fmla="*/ 30 w 38"/>
                <a:gd name="T61" fmla="*/ 38 h 42"/>
                <a:gd name="T62" fmla="*/ 33 w 38"/>
                <a:gd name="T63" fmla="*/ 3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 h="42">
                  <a:moveTo>
                    <a:pt x="15" y="14"/>
                  </a:moveTo>
                  <a:cubicBezTo>
                    <a:pt x="15" y="16"/>
                    <a:pt x="15" y="17"/>
                    <a:pt x="15" y="18"/>
                  </a:cubicBezTo>
                  <a:cubicBezTo>
                    <a:pt x="14" y="19"/>
                    <a:pt x="14" y="19"/>
                    <a:pt x="13" y="20"/>
                  </a:cubicBezTo>
                  <a:cubicBezTo>
                    <a:pt x="12" y="20"/>
                    <a:pt x="11" y="21"/>
                    <a:pt x="11" y="21"/>
                  </a:cubicBezTo>
                  <a:cubicBezTo>
                    <a:pt x="10" y="21"/>
                    <a:pt x="9" y="21"/>
                    <a:pt x="8" y="21"/>
                  </a:cubicBezTo>
                  <a:cubicBezTo>
                    <a:pt x="5" y="21"/>
                    <a:pt x="3" y="21"/>
                    <a:pt x="2" y="20"/>
                  </a:cubicBezTo>
                  <a:cubicBezTo>
                    <a:pt x="0" y="19"/>
                    <a:pt x="0" y="17"/>
                    <a:pt x="0" y="14"/>
                  </a:cubicBezTo>
                  <a:cubicBezTo>
                    <a:pt x="0" y="8"/>
                    <a:pt x="0" y="8"/>
                    <a:pt x="0" y="8"/>
                  </a:cubicBezTo>
                  <a:cubicBezTo>
                    <a:pt x="0" y="5"/>
                    <a:pt x="0" y="3"/>
                    <a:pt x="2" y="2"/>
                  </a:cubicBezTo>
                  <a:cubicBezTo>
                    <a:pt x="3" y="1"/>
                    <a:pt x="5" y="0"/>
                    <a:pt x="8" y="0"/>
                  </a:cubicBezTo>
                  <a:cubicBezTo>
                    <a:pt x="9" y="0"/>
                    <a:pt x="10" y="0"/>
                    <a:pt x="11" y="0"/>
                  </a:cubicBezTo>
                  <a:cubicBezTo>
                    <a:pt x="11" y="0"/>
                    <a:pt x="12" y="1"/>
                    <a:pt x="13" y="1"/>
                  </a:cubicBezTo>
                  <a:cubicBezTo>
                    <a:pt x="14" y="2"/>
                    <a:pt x="14" y="3"/>
                    <a:pt x="15" y="4"/>
                  </a:cubicBezTo>
                  <a:cubicBezTo>
                    <a:pt x="15" y="5"/>
                    <a:pt x="15" y="6"/>
                    <a:pt x="15" y="7"/>
                  </a:cubicBezTo>
                  <a:lnTo>
                    <a:pt x="15" y="14"/>
                  </a:lnTo>
                  <a:close/>
                  <a:moveTo>
                    <a:pt x="11" y="8"/>
                  </a:moveTo>
                  <a:cubicBezTo>
                    <a:pt x="11" y="7"/>
                    <a:pt x="11" y="6"/>
                    <a:pt x="10" y="5"/>
                  </a:cubicBezTo>
                  <a:cubicBezTo>
                    <a:pt x="10" y="5"/>
                    <a:pt x="9" y="4"/>
                    <a:pt x="8" y="4"/>
                  </a:cubicBezTo>
                  <a:cubicBezTo>
                    <a:pt x="6" y="4"/>
                    <a:pt x="5" y="5"/>
                    <a:pt x="5" y="5"/>
                  </a:cubicBezTo>
                  <a:cubicBezTo>
                    <a:pt x="4" y="6"/>
                    <a:pt x="4" y="7"/>
                    <a:pt x="4" y="9"/>
                  </a:cubicBezTo>
                  <a:cubicBezTo>
                    <a:pt x="4" y="14"/>
                    <a:pt x="4" y="14"/>
                    <a:pt x="4" y="14"/>
                  </a:cubicBezTo>
                  <a:cubicBezTo>
                    <a:pt x="4" y="15"/>
                    <a:pt x="5" y="16"/>
                    <a:pt x="5" y="16"/>
                  </a:cubicBezTo>
                  <a:cubicBezTo>
                    <a:pt x="6" y="17"/>
                    <a:pt x="7" y="17"/>
                    <a:pt x="8" y="17"/>
                  </a:cubicBezTo>
                  <a:cubicBezTo>
                    <a:pt x="9" y="17"/>
                    <a:pt x="10" y="17"/>
                    <a:pt x="10" y="16"/>
                  </a:cubicBezTo>
                  <a:cubicBezTo>
                    <a:pt x="11" y="16"/>
                    <a:pt x="11" y="15"/>
                    <a:pt x="11" y="14"/>
                  </a:cubicBezTo>
                  <a:lnTo>
                    <a:pt x="11" y="8"/>
                  </a:lnTo>
                  <a:close/>
                  <a:moveTo>
                    <a:pt x="12" y="40"/>
                  </a:moveTo>
                  <a:cubicBezTo>
                    <a:pt x="11" y="41"/>
                    <a:pt x="11" y="41"/>
                    <a:pt x="11" y="41"/>
                  </a:cubicBezTo>
                  <a:cubicBezTo>
                    <a:pt x="11" y="41"/>
                    <a:pt x="10" y="42"/>
                    <a:pt x="10" y="42"/>
                  </a:cubicBezTo>
                  <a:cubicBezTo>
                    <a:pt x="7" y="42"/>
                    <a:pt x="7" y="42"/>
                    <a:pt x="7" y="42"/>
                  </a:cubicBezTo>
                  <a:cubicBezTo>
                    <a:pt x="7" y="42"/>
                    <a:pt x="6" y="41"/>
                    <a:pt x="6" y="41"/>
                  </a:cubicBezTo>
                  <a:cubicBezTo>
                    <a:pt x="6" y="41"/>
                    <a:pt x="6" y="40"/>
                    <a:pt x="7" y="40"/>
                  </a:cubicBezTo>
                  <a:cubicBezTo>
                    <a:pt x="26" y="2"/>
                    <a:pt x="26" y="2"/>
                    <a:pt x="26" y="2"/>
                  </a:cubicBezTo>
                  <a:cubicBezTo>
                    <a:pt x="26" y="1"/>
                    <a:pt x="27" y="1"/>
                    <a:pt x="27" y="0"/>
                  </a:cubicBezTo>
                  <a:cubicBezTo>
                    <a:pt x="27" y="0"/>
                    <a:pt x="28" y="0"/>
                    <a:pt x="28" y="0"/>
                  </a:cubicBezTo>
                  <a:cubicBezTo>
                    <a:pt x="31" y="0"/>
                    <a:pt x="31" y="0"/>
                    <a:pt x="31" y="0"/>
                  </a:cubicBezTo>
                  <a:cubicBezTo>
                    <a:pt x="31" y="0"/>
                    <a:pt x="32" y="0"/>
                    <a:pt x="32" y="0"/>
                  </a:cubicBezTo>
                  <a:cubicBezTo>
                    <a:pt x="32" y="1"/>
                    <a:pt x="32" y="1"/>
                    <a:pt x="31" y="2"/>
                  </a:cubicBezTo>
                  <a:lnTo>
                    <a:pt x="12" y="40"/>
                  </a:lnTo>
                  <a:close/>
                  <a:moveTo>
                    <a:pt x="38" y="35"/>
                  </a:moveTo>
                  <a:cubicBezTo>
                    <a:pt x="38" y="37"/>
                    <a:pt x="37" y="38"/>
                    <a:pt x="37" y="39"/>
                  </a:cubicBezTo>
                  <a:cubicBezTo>
                    <a:pt x="37" y="39"/>
                    <a:pt x="36" y="40"/>
                    <a:pt x="35" y="41"/>
                  </a:cubicBezTo>
                  <a:cubicBezTo>
                    <a:pt x="34" y="41"/>
                    <a:pt x="34" y="42"/>
                    <a:pt x="33" y="42"/>
                  </a:cubicBezTo>
                  <a:cubicBezTo>
                    <a:pt x="32" y="42"/>
                    <a:pt x="31" y="42"/>
                    <a:pt x="30" y="42"/>
                  </a:cubicBezTo>
                  <a:cubicBezTo>
                    <a:pt x="28" y="42"/>
                    <a:pt x="26" y="42"/>
                    <a:pt x="24" y="40"/>
                  </a:cubicBezTo>
                  <a:cubicBezTo>
                    <a:pt x="23" y="39"/>
                    <a:pt x="22" y="38"/>
                    <a:pt x="22" y="35"/>
                  </a:cubicBezTo>
                  <a:cubicBezTo>
                    <a:pt x="22" y="29"/>
                    <a:pt x="22" y="29"/>
                    <a:pt x="22" y="29"/>
                  </a:cubicBezTo>
                  <a:cubicBezTo>
                    <a:pt x="22" y="26"/>
                    <a:pt x="23" y="24"/>
                    <a:pt x="24" y="23"/>
                  </a:cubicBezTo>
                  <a:cubicBezTo>
                    <a:pt x="26" y="21"/>
                    <a:pt x="28" y="21"/>
                    <a:pt x="30" y="21"/>
                  </a:cubicBezTo>
                  <a:cubicBezTo>
                    <a:pt x="31" y="21"/>
                    <a:pt x="32" y="21"/>
                    <a:pt x="33" y="21"/>
                  </a:cubicBezTo>
                  <a:cubicBezTo>
                    <a:pt x="34" y="21"/>
                    <a:pt x="34" y="22"/>
                    <a:pt x="35" y="22"/>
                  </a:cubicBezTo>
                  <a:cubicBezTo>
                    <a:pt x="36" y="23"/>
                    <a:pt x="37" y="24"/>
                    <a:pt x="37" y="25"/>
                  </a:cubicBezTo>
                  <a:cubicBezTo>
                    <a:pt x="37" y="26"/>
                    <a:pt x="38" y="27"/>
                    <a:pt x="38" y="28"/>
                  </a:cubicBezTo>
                  <a:lnTo>
                    <a:pt x="38" y="35"/>
                  </a:lnTo>
                  <a:close/>
                  <a:moveTo>
                    <a:pt x="33" y="29"/>
                  </a:moveTo>
                  <a:cubicBezTo>
                    <a:pt x="33" y="28"/>
                    <a:pt x="33" y="27"/>
                    <a:pt x="33" y="26"/>
                  </a:cubicBezTo>
                  <a:cubicBezTo>
                    <a:pt x="32" y="26"/>
                    <a:pt x="31" y="25"/>
                    <a:pt x="30" y="25"/>
                  </a:cubicBezTo>
                  <a:cubicBezTo>
                    <a:pt x="29" y="25"/>
                    <a:pt x="28" y="25"/>
                    <a:pt x="27" y="26"/>
                  </a:cubicBezTo>
                  <a:cubicBezTo>
                    <a:pt x="27" y="27"/>
                    <a:pt x="26" y="28"/>
                    <a:pt x="26" y="30"/>
                  </a:cubicBezTo>
                  <a:cubicBezTo>
                    <a:pt x="26" y="35"/>
                    <a:pt x="26" y="35"/>
                    <a:pt x="26" y="35"/>
                  </a:cubicBezTo>
                  <a:cubicBezTo>
                    <a:pt x="26" y="36"/>
                    <a:pt x="27" y="36"/>
                    <a:pt x="27" y="37"/>
                  </a:cubicBezTo>
                  <a:cubicBezTo>
                    <a:pt x="28" y="38"/>
                    <a:pt x="29" y="38"/>
                    <a:pt x="30" y="38"/>
                  </a:cubicBezTo>
                  <a:cubicBezTo>
                    <a:pt x="31" y="38"/>
                    <a:pt x="32" y="38"/>
                    <a:pt x="32" y="37"/>
                  </a:cubicBezTo>
                  <a:cubicBezTo>
                    <a:pt x="33" y="36"/>
                    <a:pt x="33" y="36"/>
                    <a:pt x="33" y="35"/>
                  </a:cubicBezTo>
                  <a:lnTo>
                    <a:pt x="33" y="29"/>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75" name="Freeform 176"/>
            <p:cNvSpPr>
              <a:spLocks noEditPoints="1"/>
            </p:cNvSpPr>
            <p:nvPr/>
          </p:nvSpPr>
          <p:spPr bwMode="auto">
            <a:xfrm>
              <a:off x="8307388" y="5340350"/>
              <a:ext cx="109537" cy="139700"/>
            </a:xfrm>
            <a:custGeom>
              <a:avLst/>
              <a:gdLst>
                <a:gd name="T0" fmla="*/ 28 w 29"/>
                <a:gd name="T1" fmla="*/ 37 h 37"/>
                <a:gd name="T2" fmla="*/ 24 w 29"/>
                <a:gd name="T3" fmla="*/ 37 h 37"/>
                <a:gd name="T4" fmla="*/ 23 w 29"/>
                <a:gd name="T5" fmla="*/ 36 h 37"/>
                <a:gd name="T6" fmla="*/ 23 w 29"/>
                <a:gd name="T7" fmla="*/ 35 h 37"/>
                <a:gd name="T8" fmla="*/ 21 w 29"/>
                <a:gd name="T9" fmla="*/ 29 h 37"/>
                <a:gd name="T10" fmla="*/ 8 w 29"/>
                <a:gd name="T11" fmla="*/ 29 h 37"/>
                <a:gd name="T12" fmla="*/ 5 w 29"/>
                <a:gd name="T13" fmla="*/ 35 h 37"/>
                <a:gd name="T14" fmla="*/ 5 w 29"/>
                <a:gd name="T15" fmla="*/ 36 h 37"/>
                <a:gd name="T16" fmla="*/ 4 w 29"/>
                <a:gd name="T17" fmla="*/ 37 h 37"/>
                <a:gd name="T18" fmla="*/ 0 w 29"/>
                <a:gd name="T19" fmla="*/ 37 h 37"/>
                <a:gd name="T20" fmla="*/ 0 w 29"/>
                <a:gd name="T21" fmla="*/ 36 h 37"/>
                <a:gd name="T22" fmla="*/ 0 w 29"/>
                <a:gd name="T23" fmla="*/ 35 h 37"/>
                <a:gd name="T24" fmla="*/ 11 w 29"/>
                <a:gd name="T25" fmla="*/ 2 h 37"/>
                <a:gd name="T26" fmla="*/ 11 w 29"/>
                <a:gd name="T27" fmla="*/ 1 h 37"/>
                <a:gd name="T28" fmla="*/ 13 w 29"/>
                <a:gd name="T29" fmla="*/ 0 h 37"/>
                <a:gd name="T30" fmla="*/ 16 w 29"/>
                <a:gd name="T31" fmla="*/ 0 h 37"/>
                <a:gd name="T32" fmla="*/ 18 w 29"/>
                <a:gd name="T33" fmla="*/ 1 h 37"/>
                <a:gd name="T34" fmla="*/ 18 w 29"/>
                <a:gd name="T35" fmla="*/ 2 h 37"/>
                <a:gd name="T36" fmla="*/ 29 w 29"/>
                <a:gd name="T37" fmla="*/ 35 h 37"/>
                <a:gd name="T38" fmla="*/ 29 w 29"/>
                <a:gd name="T39" fmla="*/ 37 h 37"/>
                <a:gd name="T40" fmla="*/ 28 w 29"/>
                <a:gd name="T41" fmla="*/ 37 h 37"/>
                <a:gd name="T42" fmla="*/ 14 w 29"/>
                <a:gd name="T43" fmla="*/ 8 h 37"/>
                <a:gd name="T44" fmla="*/ 9 w 29"/>
                <a:gd name="T45" fmla="*/ 24 h 37"/>
                <a:gd name="T46" fmla="*/ 19 w 29"/>
                <a:gd name="T47" fmla="*/ 24 h 37"/>
                <a:gd name="T48" fmla="*/ 14 w 29"/>
                <a:gd name="T49" fmla="*/ 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9" h="37">
                  <a:moveTo>
                    <a:pt x="28" y="37"/>
                  </a:moveTo>
                  <a:cubicBezTo>
                    <a:pt x="24" y="37"/>
                    <a:pt x="24" y="37"/>
                    <a:pt x="24" y="37"/>
                  </a:cubicBezTo>
                  <a:cubicBezTo>
                    <a:pt x="24" y="37"/>
                    <a:pt x="23" y="37"/>
                    <a:pt x="23" y="36"/>
                  </a:cubicBezTo>
                  <a:cubicBezTo>
                    <a:pt x="23" y="36"/>
                    <a:pt x="23" y="36"/>
                    <a:pt x="23" y="35"/>
                  </a:cubicBezTo>
                  <a:cubicBezTo>
                    <a:pt x="21" y="29"/>
                    <a:pt x="21" y="29"/>
                    <a:pt x="21" y="29"/>
                  </a:cubicBezTo>
                  <a:cubicBezTo>
                    <a:pt x="8" y="29"/>
                    <a:pt x="8" y="29"/>
                    <a:pt x="8" y="29"/>
                  </a:cubicBezTo>
                  <a:cubicBezTo>
                    <a:pt x="5" y="35"/>
                    <a:pt x="5" y="35"/>
                    <a:pt x="5" y="35"/>
                  </a:cubicBezTo>
                  <a:cubicBezTo>
                    <a:pt x="5" y="36"/>
                    <a:pt x="5" y="36"/>
                    <a:pt x="5" y="36"/>
                  </a:cubicBezTo>
                  <a:cubicBezTo>
                    <a:pt x="5" y="37"/>
                    <a:pt x="5" y="37"/>
                    <a:pt x="4" y="37"/>
                  </a:cubicBezTo>
                  <a:cubicBezTo>
                    <a:pt x="0" y="37"/>
                    <a:pt x="0" y="37"/>
                    <a:pt x="0" y="37"/>
                  </a:cubicBezTo>
                  <a:cubicBezTo>
                    <a:pt x="0" y="36"/>
                    <a:pt x="0" y="36"/>
                    <a:pt x="0" y="36"/>
                  </a:cubicBezTo>
                  <a:cubicBezTo>
                    <a:pt x="0" y="36"/>
                    <a:pt x="0" y="36"/>
                    <a:pt x="0" y="35"/>
                  </a:cubicBezTo>
                  <a:cubicBezTo>
                    <a:pt x="11" y="2"/>
                    <a:pt x="11" y="2"/>
                    <a:pt x="11" y="2"/>
                  </a:cubicBezTo>
                  <a:cubicBezTo>
                    <a:pt x="11" y="1"/>
                    <a:pt x="11" y="1"/>
                    <a:pt x="11" y="1"/>
                  </a:cubicBezTo>
                  <a:cubicBezTo>
                    <a:pt x="11" y="1"/>
                    <a:pt x="12" y="0"/>
                    <a:pt x="13" y="0"/>
                  </a:cubicBezTo>
                  <a:cubicBezTo>
                    <a:pt x="16" y="0"/>
                    <a:pt x="16" y="0"/>
                    <a:pt x="16" y="0"/>
                  </a:cubicBezTo>
                  <a:cubicBezTo>
                    <a:pt x="17" y="0"/>
                    <a:pt x="17" y="1"/>
                    <a:pt x="18" y="1"/>
                  </a:cubicBezTo>
                  <a:cubicBezTo>
                    <a:pt x="18" y="1"/>
                    <a:pt x="18" y="1"/>
                    <a:pt x="18" y="2"/>
                  </a:cubicBezTo>
                  <a:cubicBezTo>
                    <a:pt x="29" y="35"/>
                    <a:pt x="29" y="35"/>
                    <a:pt x="29" y="35"/>
                  </a:cubicBezTo>
                  <a:cubicBezTo>
                    <a:pt x="29" y="36"/>
                    <a:pt x="29" y="36"/>
                    <a:pt x="29" y="37"/>
                  </a:cubicBezTo>
                  <a:cubicBezTo>
                    <a:pt x="29" y="37"/>
                    <a:pt x="28" y="37"/>
                    <a:pt x="28" y="37"/>
                  </a:cubicBezTo>
                  <a:close/>
                  <a:moveTo>
                    <a:pt x="14" y="8"/>
                  </a:moveTo>
                  <a:cubicBezTo>
                    <a:pt x="9" y="24"/>
                    <a:pt x="9" y="24"/>
                    <a:pt x="9" y="24"/>
                  </a:cubicBezTo>
                  <a:cubicBezTo>
                    <a:pt x="19" y="24"/>
                    <a:pt x="19" y="24"/>
                    <a:pt x="19" y="24"/>
                  </a:cubicBezTo>
                  <a:lnTo>
                    <a:pt x="14" y="8"/>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76" name="Freeform 177"/>
            <p:cNvSpPr>
              <a:spLocks/>
            </p:cNvSpPr>
            <p:nvPr/>
          </p:nvSpPr>
          <p:spPr bwMode="auto">
            <a:xfrm>
              <a:off x="8434388" y="5340350"/>
              <a:ext cx="76200" cy="139700"/>
            </a:xfrm>
            <a:custGeom>
              <a:avLst/>
              <a:gdLst>
                <a:gd name="T0" fmla="*/ 18 w 20"/>
                <a:gd name="T1" fmla="*/ 5 h 37"/>
                <a:gd name="T2" fmla="*/ 7 w 20"/>
                <a:gd name="T3" fmla="*/ 5 h 37"/>
                <a:gd name="T4" fmla="*/ 5 w 20"/>
                <a:gd name="T5" fmla="*/ 5 h 37"/>
                <a:gd name="T6" fmla="*/ 5 w 20"/>
                <a:gd name="T7" fmla="*/ 6 h 37"/>
                <a:gd name="T8" fmla="*/ 5 w 20"/>
                <a:gd name="T9" fmla="*/ 16 h 37"/>
                <a:gd name="T10" fmla="*/ 5 w 20"/>
                <a:gd name="T11" fmla="*/ 16 h 37"/>
                <a:gd name="T12" fmla="*/ 6 w 20"/>
                <a:gd name="T13" fmla="*/ 17 h 37"/>
                <a:gd name="T14" fmla="*/ 16 w 20"/>
                <a:gd name="T15" fmla="*/ 17 h 37"/>
                <a:gd name="T16" fmla="*/ 18 w 20"/>
                <a:gd name="T17" fmla="*/ 17 h 37"/>
                <a:gd name="T18" fmla="*/ 18 w 20"/>
                <a:gd name="T19" fmla="*/ 18 h 37"/>
                <a:gd name="T20" fmla="*/ 18 w 20"/>
                <a:gd name="T21" fmla="*/ 20 h 37"/>
                <a:gd name="T22" fmla="*/ 17 w 20"/>
                <a:gd name="T23" fmla="*/ 21 h 37"/>
                <a:gd name="T24" fmla="*/ 15 w 20"/>
                <a:gd name="T25" fmla="*/ 21 h 37"/>
                <a:gd name="T26" fmla="*/ 7 w 20"/>
                <a:gd name="T27" fmla="*/ 21 h 37"/>
                <a:gd name="T28" fmla="*/ 6 w 20"/>
                <a:gd name="T29" fmla="*/ 22 h 37"/>
                <a:gd name="T30" fmla="*/ 5 w 20"/>
                <a:gd name="T31" fmla="*/ 22 h 37"/>
                <a:gd name="T32" fmla="*/ 5 w 20"/>
                <a:gd name="T33" fmla="*/ 36 h 37"/>
                <a:gd name="T34" fmla="*/ 4 w 20"/>
                <a:gd name="T35" fmla="*/ 37 h 37"/>
                <a:gd name="T36" fmla="*/ 1 w 20"/>
                <a:gd name="T37" fmla="*/ 37 h 37"/>
                <a:gd name="T38" fmla="*/ 0 w 20"/>
                <a:gd name="T39" fmla="*/ 36 h 37"/>
                <a:gd name="T40" fmla="*/ 0 w 20"/>
                <a:gd name="T41" fmla="*/ 35 h 37"/>
                <a:gd name="T42" fmla="*/ 0 w 20"/>
                <a:gd name="T43" fmla="*/ 2 h 37"/>
                <a:gd name="T44" fmla="*/ 0 w 20"/>
                <a:gd name="T45" fmla="*/ 1 h 37"/>
                <a:gd name="T46" fmla="*/ 1 w 20"/>
                <a:gd name="T47" fmla="*/ 0 h 37"/>
                <a:gd name="T48" fmla="*/ 18 w 20"/>
                <a:gd name="T49" fmla="*/ 0 h 37"/>
                <a:gd name="T50" fmla="*/ 20 w 20"/>
                <a:gd name="T51" fmla="*/ 1 h 37"/>
                <a:gd name="T52" fmla="*/ 20 w 20"/>
                <a:gd name="T53" fmla="*/ 1 h 37"/>
                <a:gd name="T54" fmla="*/ 20 w 20"/>
                <a:gd name="T55" fmla="*/ 4 h 37"/>
                <a:gd name="T56" fmla="*/ 19 w 20"/>
                <a:gd name="T57" fmla="*/ 5 h 37"/>
                <a:gd name="T58" fmla="*/ 18 w 20"/>
                <a:gd name="T59" fmla="*/ 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 h="37">
                  <a:moveTo>
                    <a:pt x="18" y="5"/>
                  </a:moveTo>
                  <a:cubicBezTo>
                    <a:pt x="7" y="5"/>
                    <a:pt x="7" y="5"/>
                    <a:pt x="7" y="5"/>
                  </a:cubicBezTo>
                  <a:cubicBezTo>
                    <a:pt x="6" y="5"/>
                    <a:pt x="6" y="5"/>
                    <a:pt x="5" y="5"/>
                  </a:cubicBezTo>
                  <a:cubicBezTo>
                    <a:pt x="5" y="6"/>
                    <a:pt x="5" y="6"/>
                    <a:pt x="5" y="6"/>
                  </a:cubicBezTo>
                  <a:cubicBezTo>
                    <a:pt x="5" y="16"/>
                    <a:pt x="5" y="16"/>
                    <a:pt x="5" y="16"/>
                  </a:cubicBezTo>
                  <a:cubicBezTo>
                    <a:pt x="5" y="16"/>
                    <a:pt x="5" y="16"/>
                    <a:pt x="5" y="16"/>
                  </a:cubicBezTo>
                  <a:cubicBezTo>
                    <a:pt x="6" y="17"/>
                    <a:pt x="6" y="17"/>
                    <a:pt x="6" y="17"/>
                  </a:cubicBezTo>
                  <a:cubicBezTo>
                    <a:pt x="16" y="17"/>
                    <a:pt x="16" y="17"/>
                    <a:pt x="16" y="17"/>
                  </a:cubicBezTo>
                  <a:cubicBezTo>
                    <a:pt x="17" y="17"/>
                    <a:pt x="18" y="17"/>
                    <a:pt x="18" y="17"/>
                  </a:cubicBezTo>
                  <a:cubicBezTo>
                    <a:pt x="18" y="18"/>
                    <a:pt x="18" y="18"/>
                    <a:pt x="18" y="18"/>
                  </a:cubicBezTo>
                  <a:cubicBezTo>
                    <a:pt x="18" y="20"/>
                    <a:pt x="18" y="20"/>
                    <a:pt x="18" y="20"/>
                  </a:cubicBezTo>
                  <a:cubicBezTo>
                    <a:pt x="18" y="21"/>
                    <a:pt x="17" y="21"/>
                    <a:pt x="17" y="21"/>
                  </a:cubicBezTo>
                  <a:cubicBezTo>
                    <a:pt x="16" y="21"/>
                    <a:pt x="16" y="21"/>
                    <a:pt x="15" y="21"/>
                  </a:cubicBezTo>
                  <a:cubicBezTo>
                    <a:pt x="7" y="21"/>
                    <a:pt x="7" y="21"/>
                    <a:pt x="7" y="21"/>
                  </a:cubicBezTo>
                  <a:cubicBezTo>
                    <a:pt x="6" y="21"/>
                    <a:pt x="6" y="21"/>
                    <a:pt x="6" y="22"/>
                  </a:cubicBezTo>
                  <a:cubicBezTo>
                    <a:pt x="5" y="22"/>
                    <a:pt x="5" y="22"/>
                    <a:pt x="5" y="22"/>
                  </a:cubicBezTo>
                  <a:cubicBezTo>
                    <a:pt x="5" y="36"/>
                    <a:pt x="5" y="36"/>
                    <a:pt x="5" y="36"/>
                  </a:cubicBezTo>
                  <a:cubicBezTo>
                    <a:pt x="5" y="36"/>
                    <a:pt x="5" y="37"/>
                    <a:pt x="4" y="37"/>
                  </a:cubicBezTo>
                  <a:cubicBezTo>
                    <a:pt x="1" y="37"/>
                    <a:pt x="1" y="37"/>
                    <a:pt x="1" y="37"/>
                  </a:cubicBezTo>
                  <a:cubicBezTo>
                    <a:pt x="0" y="36"/>
                    <a:pt x="0" y="36"/>
                    <a:pt x="0" y="36"/>
                  </a:cubicBezTo>
                  <a:cubicBezTo>
                    <a:pt x="0" y="36"/>
                    <a:pt x="0" y="36"/>
                    <a:pt x="0" y="35"/>
                  </a:cubicBezTo>
                  <a:cubicBezTo>
                    <a:pt x="0" y="2"/>
                    <a:pt x="0" y="2"/>
                    <a:pt x="0" y="2"/>
                  </a:cubicBezTo>
                  <a:cubicBezTo>
                    <a:pt x="0" y="2"/>
                    <a:pt x="0" y="1"/>
                    <a:pt x="0" y="1"/>
                  </a:cubicBezTo>
                  <a:cubicBezTo>
                    <a:pt x="0" y="1"/>
                    <a:pt x="0" y="0"/>
                    <a:pt x="1" y="0"/>
                  </a:cubicBezTo>
                  <a:cubicBezTo>
                    <a:pt x="18" y="0"/>
                    <a:pt x="18" y="0"/>
                    <a:pt x="18" y="0"/>
                  </a:cubicBezTo>
                  <a:cubicBezTo>
                    <a:pt x="19" y="0"/>
                    <a:pt x="19" y="1"/>
                    <a:pt x="20" y="1"/>
                  </a:cubicBezTo>
                  <a:cubicBezTo>
                    <a:pt x="20" y="1"/>
                    <a:pt x="20" y="1"/>
                    <a:pt x="20" y="1"/>
                  </a:cubicBezTo>
                  <a:cubicBezTo>
                    <a:pt x="20" y="4"/>
                    <a:pt x="20" y="4"/>
                    <a:pt x="20" y="4"/>
                  </a:cubicBezTo>
                  <a:cubicBezTo>
                    <a:pt x="20" y="4"/>
                    <a:pt x="20" y="5"/>
                    <a:pt x="19" y="5"/>
                  </a:cubicBezTo>
                  <a:cubicBezTo>
                    <a:pt x="19" y="5"/>
                    <a:pt x="19" y="5"/>
                    <a:pt x="18" y="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77" name="Freeform 178"/>
            <p:cNvSpPr>
              <a:spLocks noEditPoints="1"/>
            </p:cNvSpPr>
            <p:nvPr/>
          </p:nvSpPr>
          <p:spPr bwMode="auto">
            <a:xfrm>
              <a:off x="8532813" y="5340350"/>
              <a:ext cx="96837" cy="139700"/>
            </a:xfrm>
            <a:custGeom>
              <a:avLst/>
              <a:gdLst>
                <a:gd name="T0" fmla="*/ 18 w 26"/>
                <a:gd name="T1" fmla="*/ 20 h 37"/>
                <a:gd name="T2" fmla="*/ 18 w 26"/>
                <a:gd name="T3" fmla="*/ 20 h 37"/>
                <a:gd name="T4" fmla="*/ 18 w 26"/>
                <a:gd name="T5" fmla="*/ 21 h 37"/>
                <a:gd name="T6" fmla="*/ 25 w 26"/>
                <a:gd name="T7" fmla="*/ 35 h 37"/>
                <a:gd name="T8" fmla="*/ 26 w 26"/>
                <a:gd name="T9" fmla="*/ 36 h 37"/>
                <a:gd name="T10" fmla="*/ 25 w 26"/>
                <a:gd name="T11" fmla="*/ 37 h 37"/>
                <a:gd name="T12" fmla="*/ 20 w 26"/>
                <a:gd name="T13" fmla="*/ 37 h 37"/>
                <a:gd name="T14" fmla="*/ 20 w 26"/>
                <a:gd name="T15" fmla="*/ 36 h 37"/>
                <a:gd name="T16" fmla="*/ 19 w 26"/>
                <a:gd name="T17" fmla="*/ 35 h 37"/>
                <a:gd name="T18" fmla="*/ 12 w 26"/>
                <a:gd name="T19" fmla="*/ 22 h 37"/>
                <a:gd name="T20" fmla="*/ 11 w 26"/>
                <a:gd name="T21" fmla="*/ 22 h 37"/>
                <a:gd name="T22" fmla="*/ 6 w 26"/>
                <a:gd name="T23" fmla="*/ 22 h 37"/>
                <a:gd name="T24" fmla="*/ 6 w 26"/>
                <a:gd name="T25" fmla="*/ 22 h 37"/>
                <a:gd name="T26" fmla="*/ 5 w 26"/>
                <a:gd name="T27" fmla="*/ 22 h 37"/>
                <a:gd name="T28" fmla="*/ 5 w 26"/>
                <a:gd name="T29" fmla="*/ 35 h 37"/>
                <a:gd name="T30" fmla="*/ 5 w 26"/>
                <a:gd name="T31" fmla="*/ 36 h 37"/>
                <a:gd name="T32" fmla="*/ 4 w 26"/>
                <a:gd name="T33" fmla="*/ 37 h 37"/>
                <a:gd name="T34" fmla="*/ 1 w 26"/>
                <a:gd name="T35" fmla="*/ 37 h 37"/>
                <a:gd name="T36" fmla="*/ 0 w 26"/>
                <a:gd name="T37" fmla="*/ 36 h 37"/>
                <a:gd name="T38" fmla="*/ 0 w 26"/>
                <a:gd name="T39" fmla="*/ 35 h 37"/>
                <a:gd name="T40" fmla="*/ 0 w 26"/>
                <a:gd name="T41" fmla="*/ 2 h 37"/>
                <a:gd name="T42" fmla="*/ 0 w 26"/>
                <a:gd name="T43" fmla="*/ 1 h 37"/>
                <a:gd name="T44" fmla="*/ 1 w 26"/>
                <a:gd name="T45" fmla="*/ 0 h 37"/>
                <a:gd name="T46" fmla="*/ 11 w 26"/>
                <a:gd name="T47" fmla="*/ 0 h 37"/>
                <a:gd name="T48" fmla="*/ 22 w 26"/>
                <a:gd name="T49" fmla="*/ 3 h 37"/>
                <a:gd name="T50" fmla="*/ 25 w 26"/>
                <a:gd name="T51" fmla="*/ 11 h 37"/>
                <a:gd name="T52" fmla="*/ 25 w 26"/>
                <a:gd name="T53" fmla="*/ 15 h 37"/>
                <a:gd name="T54" fmla="*/ 23 w 26"/>
                <a:gd name="T55" fmla="*/ 17 h 37"/>
                <a:gd name="T56" fmla="*/ 21 w 26"/>
                <a:gd name="T57" fmla="*/ 19 h 37"/>
                <a:gd name="T58" fmla="*/ 18 w 26"/>
                <a:gd name="T59" fmla="*/ 20 h 37"/>
                <a:gd name="T60" fmla="*/ 11 w 26"/>
                <a:gd name="T61" fmla="*/ 5 h 37"/>
                <a:gd name="T62" fmla="*/ 6 w 26"/>
                <a:gd name="T63" fmla="*/ 5 h 37"/>
                <a:gd name="T64" fmla="*/ 6 w 26"/>
                <a:gd name="T65" fmla="*/ 5 h 37"/>
                <a:gd name="T66" fmla="*/ 5 w 26"/>
                <a:gd name="T67" fmla="*/ 6 h 37"/>
                <a:gd name="T68" fmla="*/ 5 w 26"/>
                <a:gd name="T69" fmla="*/ 16 h 37"/>
                <a:gd name="T70" fmla="*/ 6 w 26"/>
                <a:gd name="T71" fmla="*/ 17 h 37"/>
                <a:gd name="T72" fmla="*/ 7 w 26"/>
                <a:gd name="T73" fmla="*/ 17 h 37"/>
                <a:gd name="T74" fmla="*/ 13 w 26"/>
                <a:gd name="T75" fmla="*/ 17 h 37"/>
                <a:gd name="T76" fmla="*/ 18 w 26"/>
                <a:gd name="T77" fmla="*/ 15 h 37"/>
                <a:gd name="T78" fmla="*/ 19 w 26"/>
                <a:gd name="T79" fmla="*/ 11 h 37"/>
                <a:gd name="T80" fmla="*/ 19 w 26"/>
                <a:gd name="T81" fmla="*/ 8 h 37"/>
                <a:gd name="T82" fmla="*/ 17 w 26"/>
                <a:gd name="T83" fmla="*/ 6 h 37"/>
                <a:gd name="T84" fmla="*/ 14 w 26"/>
                <a:gd name="T85" fmla="*/ 5 h 37"/>
                <a:gd name="T86" fmla="*/ 11 w 26"/>
                <a:gd name="T87" fmla="*/ 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6" h="37">
                  <a:moveTo>
                    <a:pt x="18" y="20"/>
                  </a:moveTo>
                  <a:cubicBezTo>
                    <a:pt x="18" y="20"/>
                    <a:pt x="18" y="20"/>
                    <a:pt x="18" y="20"/>
                  </a:cubicBezTo>
                  <a:cubicBezTo>
                    <a:pt x="18" y="21"/>
                    <a:pt x="18" y="21"/>
                    <a:pt x="18" y="21"/>
                  </a:cubicBezTo>
                  <a:cubicBezTo>
                    <a:pt x="25" y="35"/>
                    <a:pt x="25" y="35"/>
                    <a:pt x="25" y="35"/>
                  </a:cubicBezTo>
                  <a:cubicBezTo>
                    <a:pt x="25" y="36"/>
                    <a:pt x="26" y="36"/>
                    <a:pt x="26" y="36"/>
                  </a:cubicBezTo>
                  <a:cubicBezTo>
                    <a:pt x="25" y="37"/>
                    <a:pt x="25" y="37"/>
                    <a:pt x="25" y="37"/>
                  </a:cubicBezTo>
                  <a:cubicBezTo>
                    <a:pt x="20" y="37"/>
                    <a:pt x="20" y="37"/>
                    <a:pt x="20" y="37"/>
                  </a:cubicBezTo>
                  <a:cubicBezTo>
                    <a:pt x="20" y="37"/>
                    <a:pt x="20" y="37"/>
                    <a:pt x="20" y="36"/>
                  </a:cubicBezTo>
                  <a:cubicBezTo>
                    <a:pt x="19" y="36"/>
                    <a:pt x="19" y="36"/>
                    <a:pt x="19" y="35"/>
                  </a:cubicBezTo>
                  <a:cubicBezTo>
                    <a:pt x="12" y="22"/>
                    <a:pt x="12" y="22"/>
                    <a:pt x="12" y="22"/>
                  </a:cubicBezTo>
                  <a:cubicBezTo>
                    <a:pt x="12" y="22"/>
                    <a:pt x="12" y="22"/>
                    <a:pt x="11" y="22"/>
                  </a:cubicBezTo>
                  <a:cubicBezTo>
                    <a:pt x="6" y="22"/>
                    <a:pt x="6" y="22"/>
                    <a:pt x="6" y="22"/>
                  </a:cubicBezTo>
                  <a:cubicBezTo>
                    <a:pt x="6" y="22"/>
                    <a:pt x="6" y="22"/>
                    <a:pt x="6" y="22"/>
                  </a:cubicBezTo>
                  <a:cubicBezTo>
                    <a:pt x="5" y="22"/>
                    <a:pt x="5" y="22"/>
                    <a:pt x="5" y="22"/>
                  </a:cubicBezTo>
                  <a:cubicBezTo>
                    <a:pt x="5" y="35"/>
                    <a:pt x="5" y="35"/>
                    <a:pt x="5" y="35"/>
                  </a:cubicBezTo>
                  <a:cubicBezTo>
                    <a:pt x="5" y="36"/>
                    <a:pt x="5" y="36"/>
                    <a:pt x="5" y="36"/>
                  </a:cubicBezTo>
                  <a:cubicBezTo>
                    <a:pt x="5" y="37"/>
                    <a:pt x="5" y="37"/>
                    <a:pt x="4" y="37"/>
                  </a:cubicBezTo>
                  <a:cubicBezTo>
                    <a:pt x="1" y="37"/>
                    <a:pt x="1" y="37"/>
                    <a:pt x="1" y="37"/>
                  </a:cubicBezTo>
                  <a:cubicBezTo>
                    <a:pt x="0" y="37"/>
                    <a:pt x="0" y="37"/>
                    <a:pt x="0" y="36"/>
                  </a:cubicBezTo>
                  <a:cubicBezTo>
                    <a:pt x="0" y="36"/>
                    <a:pt x="0" y="36"/>
                    <a:pt x="0" y="35"/>
                  </a:cubicBezTo>
                  <a:cubicBezTo>
                    <a:pt x="0" y="2"/>
                    <a:pt x="0" y="2"/>
                    <a:pt x="0" y="2"/>
                  </a:cubicBezTo>
                  <a:cubicBezTo>
                    <a:pt x="0" y="1"/>
                    <a:pt x="0" y="1"/>
                    <a:pt x="0" y="1"/>
                  </a:cubicBezTo>
                  <a:cubicBezTo>
                    <a:pt x="0" y="0"/>
                    <a:pt x="0" y="0"/>
                    <a:pt x="1" y="0"/>
                  </a:cubicBezTo>
                  <a:cubicBezTo>
                    <a:pt x="11" y="0"/>
                    <a:pt x="11" y="0"/>
                    <a:pt x="11" y="0"/>
                  </a:cubicBezTo>
                  <a:cubicBezTo>
                    <a:pt x="16" y="0"/>
                    <a:pt x="20" y="1"/>
                    <a:pt x="22" y="3"/>
                  </a:cubicBezTo>
                  <a:cubicBezTo>
                    <a:pt x="24" y="5"/>
                    <a:pt x="25" y="8"/>
                    <a:pt x="25" y="11"/>
                  </a:cubicBezTo>
                  <a:cubicBezTo>
                    <a:pt x="25" y="12"/>
                    <a:pt x="25" y="13"/>
                    <a:pt x="25" y="15"/>
                  </a:cubicBezTo>
                  <a:cubicBezTo>
                    <a:pt x="24" y="16"/>
                    <a:pt x="24" y="16"/>
                    <a:pt x="23" y="17"/>
                  </a:cubicBezTo>
                  <a:cubicBezTo>
                    <a:pt x="22" y="18"/>
                    <a:pt x="21" y="19"/>
                    <a:pt x="21" y="19"/>
                  </a:cubicBezTo>
                  <a:cubicBezTo>
                    <a:pt x="20" y="20"/>
                    <a:pt x="19" y="20"/>
                    <a:pt x="18" y="20"/>
                  </a:cubicBezTo>
                  <a:close/>
                  <a:moveTo>
                    <a:pt x="11" y="5"/>
                  </a:moveTo>
                  <a:cubicBezTo>
                    <a:pt x="6" y="5"/>
                    <a:pt x="6" y="5"/>
                    <a:pt x="6" y="5"/>
                  </a:cubicBezTo>
                  <a:cubicBezTo>
                    <a:pt x="6" y="5"/>
                    <a:pt x="6" y="5"/>
                    <a:pt x="6" y="5"/>
                  </a:cubicBezTo>
                  <a:cubicBezTo>
                    <a:pt x="5" y="6"/>
                    <a:pt x="5" y="6"/>
                    <a:pt x="5" y="6"/>
                  </a:cubicBezTo>
                  <a:cubicBezTo>
                    <a:pt x="5" y="16"/>
                    <a:pt x="5" y="16"/>
                    <a:pt x="5" y="16"/>
                  </a:cubicBezTo>
                  <a:cubicBezTo>
                    <a:pt x="5" y="16"/>
                    <a:pt x="6" y="17"/>
                    <a:pt x="6" y="17"/>
                  </a:cubicBezTo>
                  <a:cubicBezTo>
                    <a:pt x="6" y="17"/>
                    <a:pt x="6" y="17"/>
                    <a:pt x="7" y="17"/>
                  </a:cubicBezTo>
                  <a:cubicBezTo>
                    <a:pt x="13" y="17"/>
                    <a:pt x="13" y="17"/>
                    <a:pt x="13" y="17"/>
                  </a:cubicBezTo>
                  <a:cubicBezTo>
                    <a:pt x="15" y="17"/>
                    <a:pt x="16" y="16"/>
                    <a:pt x="18" y="15"/>
                  </a:cubicBezTo>
                  <a:cubicBezTo>
                    <a:pt x="19" y="14"/>
                    <a:pt x="19" y="13"/>
                    <a:pt x="19" y="11"/>
                  </a:cubicBezTo>
                  <a:cubicBezTo>
                    <a:pt x="19" y="10"/>
                    <a:pt x="19" y="9"/>
                    <a:pt x="19" y="8"/>
                  </a:cubicBezTo>
                  <a:cubicBezTo>
                    <a:pt x="18" y="7"/>
                    <a:pt x="18" y="7"/>
                    <a:pt x="17" y="6"/>
                  </a:cubicBezTo>
                  <a:cubicBezTo>
                    <a:pt x="16" y="6"/>
                    <a:pt x="15" y="5"/>
                    <a:pt x="14" y="5"/>
                  </a:cubicBezTo>
                  <a:cubicBezTo>
                    <a:pt x="13" y="5"/>
                    <a:pt x="12" y="5"/>
                    <a:pt x="11" y="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78" name="Freeform 179"/>
            <p:cNvSpPr>
              <a:spLocks/>
            </p:cNvSpPr>
            <p:nvPr/>
          </p:nvSpPr>
          <p:spPr bwMode="auto">
            <a:xfrm>
              <a:off x="8648700" y="5340350"/>
              <a:ext cx="22225" cy="139700"/>
            </a:xfrm>
            <a:custGeom>
              <a:avLst/>
              <a:gdLst>
                <a:gd name="T0" fmla="*/ 5 w 6"/>
                <a:gd name="T1" fmla="*/ 37 h 37"/>
                <a:gd name="T2" fmla="*/ 1 w 6"/>
                <a:gd name="T3" fmla="*/ 37 h 37"/>
                <a:gd name="T4" fmla="*/ 0 w 6"/>
                <a:gd name="T5" fmla="*/ 36 h 37"/>
                <a:gd name="T6" fmla="*/ 0 w 6"/>
                <a:gd name="T7" fmla="*/ 35 h 37"/>
                <a:gd name="T8" fmla="*/ 0 w 6"/>
                <a:gd name="T9" fmla="*/ 2 h 37"/>
                <a:gd name="T10" fmla="*/ 0 w 6"/>
                <a:gd name="T11" fmla="*/ 1 h 37"/>
                <a:gd name="T12" fmla="*/ 2 w 6"/>
                <a:gd name="T13" fmla="*/ 0 h 37"/>
                <a:gd name="T14" fmla="*/ 5 w 6"/>
                <a:gd name="T15" fmla="*/ 0 h 37"/>
                <a:gd name="T16" fmla="*/ 6 w 6"/>
                <a:gd name="T17" fmla="*/ 1 h 37"/>
                <a:gd name="T18" fmla="*/ 6 w 6"/>
                <a:gd name="T19" fmla="*/ 2 h 37"/>
                <a:gd name="T20" fmla="*/ 6 w 6"/>
                <a:gd name="T21" fmla="*/ 36 h 37"/>
                <a:gd name="T22" fmla="*/ 6 w 6"/>
                <a:gd name="T23" fmla="*/ 36 h 37"/>
                <a:gd name="T24" fmla="*/ 5 w 6"/>
                <a:gd name="T25"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37">
                  <a:moveTo>
                    <a:pt x="5" y="37"/>
                  </a:moveTo>
                  <a:cubicBezTo>
                    <a:pt x="1" y="37"/>
                    <a:pt x="1" y="37"/>
                    <a:pt x="1" y="37"/>
                  </a:cubicBezTo>
                  <a:cubicBezTo>
                    <a:pt x="1" y="37"/>
                    <a:pt x="1" y="37"/>
                    <a:pt x="0" y="36"/>
                  </a:cubicBezTo>
                  <a:cubicBezTo>
                    <a:pt x="0" y="36"/>
                    <a:pt x="0" y="36"/>
                    <a:pt x="0" y="35"/>
                  </a:cubicBezTo>
                  <a:cubicBezTo>
                    <a:pt x="0" y="2"/>
                    <a:pt x="0" y="2"/>
                    <a:pt x="0" y="2"/>
                  </a:cubicBezTo>
                  <a:cubicBezTo>
                    <a:pt x="0" y="1"/>
                    <a:pt x="0" y="1"/>
                    <a:pt x="0" y="1"/>
                  </a:cubicBezTo>
                  <a:cubicBezTo>
                    <a:pt x="1" y="0"/>
                    <a:pt x="1" y="0"/>
                    <a:pt x="2" y="0"/>
                  </a:cubicBezTo>
                  <a:cubicBezTo>
                    <a:pt x="5" y="0"/>
                    <a:pt x="5" y="0"/>
                    <a:pt x="5" y="0"/>
                  </a:cubicBezTo>
                  <a:cubicBezTo>
                    <a:pt x="5" y="0"/>
                    <a:pt x="6" y="0"/>
                    <a:pt x="6" y="1"/>
                  </a:cubicBezTo>
                  <a:cubicBezTo>
                    <a:pt x="6" y="1"/>
                    <a:pt x="6" y="1"/>
                    <a:pt x="6" y="2"/>
                  </a:cubicBezTo>
                  <a:cubicBezTo>
                    <a:pt x="6" y="36"/>
                    <a:pt x="6" y="36"/>
                    <a:pt x="6" y="36"/>
                  </a:cubicBezTo>
                  <a:cubicBezTo>
                    <a:pt x="6" y="36"/>
                    <a:pt x="6" y="36"/>
                    <a:pt x="6" y="36"/>
                  </a:cubicBezTo>
                  <a:cubicBezTo>
                    <a:pt x="6" y="37"/>
                    <a:pt x="5" y="37"/>
                    <a:pt x="5" y="3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79" name="Freeform 180"/>
            <p:cNvSpPr>
              <a:spLocks/>
            </p:cNvSpPr>
            <p:nvPr/>
          </p:nvSpPr>
          <p:spPr bwMode="auto">
            <a:xfrm>
              <a:off x="8694738" y="5340350"/>
              <a:ext cx="88900" cy="139700"/>
            </a:xfrm>
            <a:custGeom>
              <a:avLst/>
              <a:gdLst>
                <a:gd name="T0" fmla="*/ 22 w 24"/>
                <a:gd name="T1" fmla="*/ 6 h 37"/>
                <a:gd name="T2" fmla="*/ 20 w 24"/>
                <a:gd name="T3" fmla="*/ 5 h 37"/>
                <a:gd name="T4" fmla="*/ 15 w 24"/>
                <a:gd name="T5" fmla="*/ 4 h 37"/>
                <a:gd name="T6" fmla="*/ 8 w 24"/>
                <a:gd name="T7" fmla="*/ 6 h 37"/>
                <a:gd name="T8" fmla="*/ 6 w 24"/>
                <a:gd name="T9" fmla="*/ 13 h 37"/>
                <a:gd name="T10" fmla="*/ 6 w 24"/>
                <a:gd name="T11" fmla="*/ 26 h 37"/>
                <a:gd name="T12" fmla="*/ 6 w 24"/>
                <a:gd name="T13" fmla="*/ 29 h 37"/>
                <a:gd name="T14" fmla="*/ 8 w 24"/>
                <a:gd name="T15" fmla="*/ 31 h 37"/>
                <a:gd name="T16" fmla="*/ 11 w 24"/>
                <a:gd name="T17" fmla="*/ 32 h 37"/>
                <a:gd name="T18" fmla="*/ 14 w 24"/>
                <a:gd name="T19" fmla="*/ 33 h 37"/>
                <a:gd name="T20" fmla="*/ 20 w 24"/>
                <a:gd name="T21" fmla="*/ 32 h 37"/>
                <a:gd name="T22" fmla="*/ 23 w 24"/>
                <a:gd name="T23" fmla="*/ 31 h 37"/>
                <a:gd name="T24" fmla="*/ 23 w 24"/>
                <a:gd name="T25" fmla="*/ 31 h 37"/>
                <a:gd name="T26" fmla="*/ 24 w 24"/>
                <a:gd name="T27" fmla="*/ 33 h 37"/>
                <a:gd name="T28" fmla="*/ 24 w 24"/>
                <a:gd name="T29" fmla="*/ 34 h 37"/>
                <a:gd name="T30" fmla="*/ 24 w 24"/>
                <a:gd name="T31" fmla="*/ 35 h 37"/>
                <a:gd name="T32" fmla="*/ 20 w 24"/>
                <a:gd name="T33" fmla="*/ 37 h 37"/>
                <a:gd name="T34" fmla="*/ 14 w 24"/>
                <a:gd name="T35" fmla="*/ 37 h 37"/>
                <a:gd name="T36" fmla="*/ 3 w 24"/>
                <a:gd name="T37" fmla="*/ 34 h 37"/>
                <a:gd name="T38" fmla="*/ 0 w 24"/>
                <a:gd name="T39" fmla="*/ 26 h 37"/>
                <a:gd name="T40" fmla="*/ 0 w 24"/>
                <a:gd name="T41" fmla="*/ 12 h 37"/>
                <a:gd name="T42" fmla="*/ 0 w 24"/>
                <a:gd name="T43" fmla="*/ 7 h 37"/>
                <a:gd name="T44" fmla="*/ 3 w 24"/>
                <a:gd name="T45" fmla="*/ 3 h 37"/>
                <a:gd name="T46" fmla="*/ 7 w 24"/>
                <a:gd name="T47" fmla="*/ 1 h 37"/>
                <a:gd name="T48" fmla="*/ 15 w 24"/>
                <a:gd name="T49" fmla="*/ 0 h 37"/>
                <a:gd name="T50" fmla="*/ 21 w 24"/>
                <a:gd name="T51" fmla="*/ 0 h 37"/>
                <a:gd name="T52" fmla="*/ 24 w 24"/>
                <a:gd name="T53" fmla="*/ 2 h 37"/>
                <a:gd name="T54" fmla="*/ 24 w 24"/>
                <a:gd name="T55" fmla="*/ 3 h 37"/>
                <a:gd name="T56" fmla="*/ 24 w 24"/>
                <a:gd name="T57" fmla="*/ 4 h 37"/>
                <a:gd name="T58" fmla="*/ 23 w 24"/>
                <a:gd name="T59" fmla="*/ 5 h 37"/>
                <a:gd name="T60" fmla="*/ 22 w 24"/>
                <a:gd name="T61" fmla="*/ 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4" h="37">
                  <a:moveTo>
                    <a:pt x="22" y="6"/>
                  </a:moveTo>
                  <a:cubicBezTo>
                    <a:pt x="22" y="6"/>
                    <a:pt x="21" y="5"/>
                    <a:pt x="20" y="5"/>
                  </a:cubicBezTo>
                  <a:cubicBezTo>
                    <a:pt x="19" y="4"/>
                    <a:pt x="17" y="4"/>
                    <a:pt x="15" y="4"/>
                  </a:cubicBezTo>
                  <a:cubicBezTo>
                    <a:pt x="12" y="4"/>
                    <a:pt x="9" y="5"/>
                    <a:pt x="8" y="6"/>
                  </a:cubicBezTo>
                  <a:cubicBezTo>
                    <a:pt x="6" y="8"/>
                    <a:pt x="6" y="10"/>
                    <a:pt x="6" y="13"/>
                  </a:cubicBezTo>
                  <a:cubicBezTo>
                    <a:pt x="6" y="26"/>
                    <a:pt x="6" y="26"/>
                    <a:pt x="6" y="26"/>
                  </a:cubicBezTo>
                  <a:cubicBezTo>
                    <a:pt x="6" y="27"/>
                    <a:pt x="6" y="28"/>
                    <a:pt x="6" y="29"/>
                  </a:cubicBezTo>
                  <a:cubicBezTo>
                    <a:pt x="7" y="30"/>
                    <a:pt x="8" y="31"/>
                    <a:pt x="8" y="31"/>
                  </a:cubicBezTo>
                  <a:cubicBezTo>
                    <a:pt x="9" y="32"/>
                    <a:pt x="10" y="32"/>
                    <a:pt x="11" y="32"/>
                  </a:cubicBezTo>
                  <a:cubicBezTo>
                    <a:pt x="12" y="33"/>
                    <a:pt x="13" y="33"/>
                    <a:pt x="14" y="33"/>
                  </a:cubicBezTo>
                  <a:cubicBezTo>
                    <a:pt x="17" y="33"/>
                    <a:pt x="18" y="32"/>
                    <a:pt x="20" y="32"/>
                  </a:cubicBezTo>
                  <a:cubicBezTo>
                    <a:pt x="21" y="31"/>
                    <a:pt x="22" y="31"/>
                    <a:pt x="23" y="31"/>
                  </a:cubicBezTo>
                  <a:cubicBezTo>
                    <a:pt x="23" y="31"/>
                    <a:pt x="23" y="31"/>
                    <a:pt x="23" y="31"/>
                  </a:cubicBezTo>
                  <a:cubicBezTo>
                    <a:pt x="23" y="32"/>
                    <a:pt x="23" y="32"/>
                    <a:pt x="24" y="33"/>
                  </a:cubicBezTo>
                  <a:cubicBezTo>
                    <a:pt x="24" y="33"/>
                    <a:pt x="24" y="34"/>
                    <a:pt x="24" y="34"/>
                  </a:cubicBezTo>
                  <a:cubicBezTo>
                    <a:pt x="24" y="35"/>
                    <a:pt x="24" y="35"/>
                    <a:pt x="24" y="35"/>
                  </a:cubicBezTo>
                  <a:cubicBezTo>
                    <a:pt x="23" y="36"/>
                    <a:pt x="22" y="36"/>
                    <a:pt x="20" y="37"/>
                  </a:cubicBezTo>
                  <a:cubicBezTo>
                    <a:pt x="18" y="37"/>
                    <a:pt x="16" y="37"/>
                    <a:pt x="14" y="37"/>
                  </a:cubicBezTo>
                  <a:cubicBezTo>
                    <a:pt x="9" y="37"/>
                    <a:pt x="6" y="36"/>
                    <a:pt x="3" y="34"/>
                  </a:cubicBezTo>
                  <a:cubicBezTo>
                    <a:pt x="1" y="32"/>
                    <a:pt x="0" y="30"/>
                    <a:pt x="0" y="26"/>
                  </a:cubicBezTo>
                  <a:cubicBezTo>
                    <a:pt x="0" y="12"/>
                    <a:pt x="0" y="12"/>
                    <a:pt x="0" y="12"/>
                  </a:cubicBezTo>
                  <a:cubicBezTo>
                    <a:pt x="0" y="10"/>
                    <a:pt x="0" y="9"/>
                    <a:pt x="0" y="7"/>
                  </a:cubicBezTo>
                  <a:cubicBezTo>
                    <a:pt x="1" y="6"/>
                    <a:pt x="2" y="4"/>
                    <a:pt x="3" y="3"/>
                  </a:cubicBezTo>
                  <a:cubicBezTo>
                    <a:pt x="4" y="2"/>
                    <a:pt x="5" y="1"/>
                    <a:pt x="7" y="1"/>
                  </a:cubicBezTo>
                  <a:cubicBezTo>
                    <a:pt x="9" y="0"/>
                    <a:pt x="12" y="0"/>
                    <a:pt x="15" y="0"/>
                  </a:cubicBezTo>
                  <a:cubicBezTo>
                    <a:pt x="18" y="0"/>
                    <a:pt x="20" y="0"/>
                    <a:pt x="21" y="0"/>
                  </a:cubicBezTo>
                  <a:cubicBezTo>
                    <a:pt x="23" y="1"/>
                    <a:pt x="24" y="1"/>
                    <a:pt x="24" y="2"/>
                  </a:cubicBezTo>
                  <a:cubicBezTo>
                    <a:pt x="24" y="2"/>
                    <a:pt x="24" y="2"/>
                    <a:pt x="24" y="3"/>
                  </a:cubicBezTo>
                  <a:cubicBezTo>
                    <a:pt x="24" y="3"/>
                    <a:pt x="24" y="3"/>
                    <a:pt x="24" y="4"/>
                  </a:cubicBezTo>
                  <a:cubicBezTo>
                    <a:pt x="23" y="5"/>
                    <a:pt x="23" y="5"/>
                    <a:pt x="23" y="5"/>
                  </a:cubicBezTo>
                  <a:cubicBezTo>
                    <a:pt x="23" y="6"/>
                    <a:pt x="22" y="6"/>
                    <a:pt x="22" y="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80" name="Freeform 181"/>
            <p:cNvSpPr>
              <a:spLocks noEditPoints="1"/>
            </p:cNvSpPr>
            <p:nvPr/>
          </p:nvSpPr>
          <p:spPr bwMode="auto">
            <a:xfrm>
              <a:off x="8799513" y="5340350"/>
              <a:ext cx="107950" cy="139700"/>
            </a:xfrm>
            <a:custGeom>
              <a:avLst/>
              <a:gdLst>
                <a:gd name="T0" fmla="*/ 28 w 29"/>
                <a:gd name="T1" fmla="*/ 37 h 37"/>
                <a:gd name="T2" fmla="*/ 24 w 29"/>
                <a:gd name="T3" fmla="*/ 37 h 37"/>
                <a:gd name="T4" fmla="*/ 24 w 29"/>
                <a:gd name="T5" fmla="*/ 36 h 37"/>
                <a:gd name="T6" fmla="*/ 23 w 29"/>
                <a:gd name="T7" fmla="*/ 35 h 37"/>
                <a:gd name="T8" fmla="*/ 21 w 29"/>
                <a:gd name="T9" fmla="*/ 29 h 37"/>
                <a:gd name="T10" fmla="*/ 8 w 29"/>
                <a:gd name="T11" fmla="*/ 29 h 37"/>
                <a:gd name="T12" fmla="*/ 6 w 29"/>
                <a:gd name="T13" fmla="*/ 35 h 37"/>
                <a:gd name="T14" fmla="*/ 5 w 29"/>
                <a:gd name="T15" fmla="*/ 36 h 37"/>
                <a:gd name="T16" fmla="*/ 4 w 29"/>
                <a:gd name="T17" fmla="*/ 37 h 37"/>
                <a:gd name="T18" fmla="*/ 1 w 29"/>
                <a:gd name="T19" fmla="*/ 37 h 37"/>
                <a:gd name="T20" fmla="*/ 0 w 29"/>
                <a:gd name="T21" fmla="*/ 36 h 37"/>
                <a:gd name="T22" fmla="*/ 0 w 29"/>
                <a:gd name="T23" fmla="*/ 35 h 37"/>
                <a:gd name="T24" fmla="*/ 11 w 29"/>
                <a:gd name="T25" fmla="*/ 2 h 37"/>
                <a:gd name="T26" fmla="*/ 12 w 29"/>
                <a:gd name="T27" fmla="*/ 1 h 37"/>
                <a:gd name="T28" fmla="*/ 13 w 29"/>
                <a:gd name="T29" fmla="*/ 0 h 37"/>
                <a:gd name="T30" fmla="*/ 17 w 29"/>
                <a:gd name="T31" fmla="*/ 0 h 37"/>
                <a:gd name="T32" fmla="*/ 18 w 29"/>
                <a:gd name="T33" fmla="*/ 1 h 37"/>
                <a:gd name="T34" fmla="*/ 19 w 29"/>
                <a:gd name="T35" fmla="*/ 2 h 37"/>
                <a:gd name="T36" fmla="*/ 29 w 29"/>
                <a:gd name="T37" fmla="*/ 35 h 37"/>
                <a:gd name="T38" fmla="*/ 29 w 29"/>
                <a:gd name="T39" fmla="*/ 37 h 37"/>
                <a:gd name="T40" fmla="*/ 28 w 29"/>
                <a:gd name="T41" fmla="*/ 37 h 37"/>
                <a:gd name="T42" fmla="*/ 15 w 29"/>
                <a:gd name="T43" fmla="*/ 8 h 37"/>
                <a:gd name="T44" fmla="*/ 9 w 29"/>
                <a:gd name="T45" fmla="*/ 24 h 37"/>
                <a:gd name="T46" fmla="*/ 20 w 29"/>
                <a:gd name="T47" fmla="*/ 24 h 37"/>
                <a:gd name="T48" fmla="*/ 15 w 29"/>
                <a:gd name="T49" fmla="*/ 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9" h="37">
                  <a:moveTo>
                    <a:pt x="28" y="37"/>
                  </a:moveTo>
                  <a:cubicBezTo>
                    <a:pt x="24" y="37"/>
                    <a:pt x="24" y="37"/>
                    <a:pt x="24" y="37"/>
                  </a:cubicBezTo>
                  <a:cubicBezTo>
                    <a:pt x="24" y="37"/>
                    <a:pt x="24" y="37"/>
                    <a:pt x="24" y="36"/>
                  </a:cubicBezTo>
                  <a:cubicBezTo>
                    <a:pt x="24" y="36"/>
                    <a:pt x="23" y="36"/>
                    <a:pt x="23" y="35"/>
                  </a:cubicBezTo>
                  <a:cubicBezTo>
                    <a:pt x="21" y="29"/>
                    <a:pt x="21" y="29"/>
                    <a:pt x="21" y="29"/>
                  </a:cubicBezTo>
                  <a:cubicBezTo>
                    <a:pt x="8" y="29"/>
                    <a:pt x="8" y="29"/>
                    <a:pt x="8" y="29"/>
                  </a:cubicBezTo>
                  <a:cubicBezTo>
                    <a:pt x="6" y="35"/>
                    <a:pt x="6" y="35"/>
                    <a:pt x="6" y="35"/>
                  </a:cubicBezTo>
                  <a:cubicBezTo>
                    <a:pt x="6" y="36"/>
                    <a:pt x="5" y="36"/>
                    <a:pt x="5" y="36"/>
                  </a:cubicBezTo>
                  <a:cubicBezTo>
                    <a:pt x="5" y="37"/>
                    <a:pt x="5" y="37"/>
                    <a:pt x="4" y="37"/>
                  </a:cubicBezTo>
                  <a:cubicBezTo>
                    <a:pt x="1" y="37"/>
                    <a:pt x="1" y="37"/>
                    <a:pt x="1" y="37"/>
                  </a:cubicBezTo>
                  <a:cubicBezTo>
                    <a:pt x="0" y="36"/>
                    <a:pt x="0" y="36"/>
                    <a:pt x="0" y="36"/>
                  </a:cubicBezTo>
                  <a:cubicBezTo>
                    <a:pt x="0" y="36"/>
                    <a:pt x="0" y="36"/>
                    <a:pt x="0" y="35"/>
                  </a:cubicBezTo>
                  <a:cubicBezTo>
                    <a:pt x="11" y="2"/>
                    <a:pt x="11" y="2"/>
                    <a:pt x="11" y="2"/>
                  </a:cubicBezTo>
                  <a:cubicBezTo>
                    <a:pt x="11" y="1"/>
                    <a:pt x="11" y="1"/>
                    <a:pt x="12" y="1"/>
                  </a:cubicBezTo>
                  <a:cubicBezTo>
                    <a:pt x="12" y="1"/>
                    <a:pt x="12" y="0"/>
                    <a:pt x="13" y="0"/>
                  </a:cubicBezTo>
                  <a:cubicBezTo>
                    <a:pt x="17" y="0"/>
                    <a:pt x="17" y="0"/>
                    <a:pt x="17" y="0"/>
                  </a:cubicBezTo>
                  <a:cubicBezTo>
                    <a:pt x="17" y="0"/>
                    <a:pt x="18" y="1"/>
                    <a:pt x="18" y="1"/>
                  </a:cubicBezTo>
                  <a:cubicBezTo>
                    <a:pt x="18" y="1"/>
                    <a:pt x="18" y="1"/>
                    <a:pt x="19" y="2"/>
                  </a:cubicBezTo>
                  <a:cubicBezTo>
                    <a:pt x="29" y="35"/>
                    <a:pt x="29" y="35"/>
                    <a:pt x="29" y="35"/>
                  </a:cubicBezTo>
                  <a:cubicBezTo>
                    <a:pt x="29" y="36"/>
                    <a:pt x="29" y="36"/>
                    <a:pt x="29" y="37"/>
                  </a:cubicBezTo>
                  <a:cubicBezTo>
                    <a:pt x="29" y="37"/>
                    <a:pt x="29" y="37"/>
                    <a:pt x="28" y="37"/>
                  </a:cubicBezTo>
                  <a:close/>
                  <a:moveTo>
                    <a:pt x="15" y="8"/>
                  </a:moveTo>
                  <a:cubicBezTo>
                    <a:pt x="9" y="24"/>
                    <a:pt x="9" y="24"/>
                    <a:pt x="9" y="24"/>
                  </a:cubicBezTo>
                  <a:cubicBezTo>
                    <a:pt x="20" y="24"/>
                    <a:pt x="20" y="24"/>
                    <a:pt x="20" y="24"/>
                  </a:cubicBezTo>
                  <a:lnTo>
                    <a:pt x="15" y="8"/>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81" name="Freeform 182"/>
            <p:cNvSpPr>
              <a:spLocks/>
            </p:cNvSpPr>
            <p:nvPr/>
          </p:nvSpPr>
          <p:spPr bwMode="auto">
            <a:xfrm>
              <a:off x="8032750" y="5548313"/>
              <a:ext cx="935037" cy="173037"/>
            </a:xfrm>
            <a:custGeom>
              <a:avLst/>
              <a:gdLst>
                <a:gd name="T0" fmla="*/ 7 w 589"/>
                <a:gd name="T1" fmla="*/ 109 h 109"/>
                <a:gd name="T2" fmla="*/ 0 w 589"/>
                <a:gd name="T3" fmla="*/ 102 h 109"/>
                <a:gd name="T4" fmla="*/ 102 w 589"/>
                <a:gd name="T5" fmla="*/ 0 h 109"/>
                <a:gd name="T6" fmla="*/ 589 w 589"/>
                <a:gd name="T7" fmla="*/ 0 h 109"/>
                <a:gd name="T8" fmla="*/ 589 w 589"/>
                <a:gd name="T9" fmla="*/ 9 h 109"/>
                <a:gd name="T10" fmla="*/ 107 w 589"/>
                <a:gd name="T11" fmla="*/ 9 h 109"/>
                <a:gd name="T12" fmla="*/ 7 w 589"/>
                <a:gd name="T13" fmla="*/ 109 h 109"/>
              </a:gdLst>
              <a:ahLst/>
              <a:cxnLst>
                <a:cxn ang="0">
                  <a:pos x="T0" y="T1"/>
                </a:cxn>
                <a:cxn ang="0">
                  <a:pos x="T2" y="T3"/>
                </a:cxn>
                <a:cxn ang="0">
                  <a:pos x="T4" y="T5"/>
                </a:cxn>
                <a:cxn ang="0">
                  <a:pos x="T6" y="T7"/>
                </a:cxn>
                <a:cxn ang="0">
                  <a:pos x="T8" y="T9"/>
                </a:cxn>
                <a:cxn ang="0">
                  <a:pos x="T10" y="T11"/>
                </a:cxn>
                <a:cxn ang="0">
                  <a:pos x="T12" y="T13"/>
                </a:cxn>
              </a:cxnLst>
              <a:rect l="0" t="0" r="r" b="b"/>
              <a:pathLst>
                <a:path w="589" h="109">
                  <a:moveTo>
                    <a:pt x="7" y="109"/>
                  </a:moveTo>
                  <a:lnTo>
                    <a:pt x="0" y="102"/>
                  </a:lnTo>
                  <a:lnTo>
                    <a:pt x="102" y="0"/>
                  </a:lnTo>
                  <a:lnTo>
                    <a:pt x="589" y="0"/>
                  </a:lnTo>
                  <a:lnTo>
                    <a:pt x="589" y="9"/>
                  </a:lnTo>
                  <a:lnTo>
                    <a:pt x="107" y="9"/>
                  </a:lnTo>
                  <a:lnTo>
                    <a:pt x="7" y="109"/>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82" name="Freeform 183"/>
            <p:cNvSpPr>
              <a:spLocks/>
            </p:cNvSpPr>
            <p:nvPr/>
          </p:nvSpPr>
          <p:spPr bwMode="auto">
            <a:xfrm>
              <a:off x="8032750" y="5548313"/>
              <a:ext cx="935037" cy="173037"/>
            </a:xfrm>
            <a:custGeom>
              <a:avLst/>
              <a:gdLst>
                <a:gd name="T0" fmla="*/ 7 w 589"/>
                <a:gd name="T1" fmla="*/ 109 h 109"/>
                <a:gd name="T2" fmla="*/ 0 w 589"/>
                <a:gd name="T3" fmla="*/ 102 h 109"/>
                <a:gd name="T4" fmla="*/ 102 w 589"/>
                <a:gd name="T5" fmla="*/ 0 h 109"/>
                <a:gd name="T6" fmla="*/ 589 w 589"/>
                <a:gd name="T7" fmla="*/ 0 h 109"/>
                <a:gd name="T8" fmla="*/ 589 w 589"/>
                <a:gd name="T9" fmla="*/ 9 h 109"/>
                <a:gd name="T10" fmla="*/ 107 w 589"/>
                <a:gd name="T11" fmla="*/ 9 h 109"/>
                <a:gd name="T12" fmla="*/ 7 w 589"/>
                <a:gd name="T13" fmla="*/ 109 h 109"/>
              </a:gdLst>
              <a:ahLst/>
              <a:cxnLst>
                <a:cxn ang="0">
                  <a:pos x="T0" y="T1"/>
                </a:cxn>
                <a:cxn ang="0">
                  <a:pos x="T2" y="T3"/>
                </a:cxn>
                <a:cxn ang="0">
                  <a:pos x="T4" y="T5"/>
                </a:cxn>
                <a:cxn ang="0">
                  <a:pos x="T6" y="T7"/>
                </a:cxn>
                <a:cxn ang="0">
                  <a:pos x="T8" y="T9"/>
                </a:cxn>
                <a:cxn ang="0">
                  <a:pos x="T10" y="T11"/>
                </a:cxn>
                <a:cxn ang="0">
                  <a:pos x="T12" y="T13"/>
                </a:cxn>
              </a:cxnLst>
              <a:rect l="0" t="0" r="r" b="b"/>
              <a:pathLst>
                <a:path w="589" h="109">
                  <a:moveTo>
                    <a:pt x="7" y="109"/>
                  </a:moveTo>
                  <a:lnTo>
                    <a:pt x="0" y="102"/>
                  </a:lnTo>
                  <a:lnTo>
                    <a:pt x="102" y="0"/>
                  </a:lnTo>
                  <a:lnTo>
                    <a:pt x="589" y="0"/>
                  </a:lnTo>
                  <a:lnTo>
                    <a:pt x="589" y="9"/>
                  </a:lnTo>
                  <a:lnTo>
                    <a:pt x="107" y="9"/>
                  </a:lnTo>
                  <a:lnTo>
                    <a:pt x="7" y="109"/>
                  </a:lnTo>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83" name="Freeform 184"/>
            <p:cNvSpPr>
              <a:spLocks/>
            </p:cNvSpPr>
            <p:nvPr/>
          </p:nvSpPr>
          <p:spPr bwMode="auto">
            <a:xfrm>
              <a:off x="7958138" y="5702300"/>
              <a:ext cx="96837" cy="101600"/>
            </a:xfrm>
            <a:custGeom>
              <a:avLst/>
              <a:gdLst>
                <a:gd name="T0" fmla="*/ 13 w 26"/>
                <a:gd name="T1" fmla="*/ 0 h 27"/>
                <a:gd name="T2" fmla="*/ 0 w 26"/>
                <a:gd name="T3" fmla="*/ 13 h 27"/>
                <a:gd name="T4" fmla="*/ 13 w 26"/>
                <a:gd name="T5" fmla="*/ 27 h 27"/>
                <a:gd name="T6" fmla="*/ 26 w 26"/>
                <a:gd name="T7" fmla="*/ 13 h 27"/>
                <a:gd name="T8" fmla="*/ 23 w 26"/>
                <a:gd name="T9" fmla="*/ 5 h 27"/>
                <a:gd name="T10" fmla="*/ 23 w 26"/>
                <a:gd name="T11" fmla="*/ 5 h 27"/>
                <a:gd name="T12" fmla="*/ 21 w 26"/>
                <a:gd name="T13" fmla="*/ 3 h 27"/>
                <a:gd name="T14" fmla="*/ 13 w 26"/>
                <a:gd name="T15" fmla="*/ 0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27">
                  <a:moveTo>
                    <a:pt x="13" y="0"/>
                  </a:moveTo>
                  <a:cubicBezTo>
                    <a:pt x="6" y="0"/>
                    <a:pt x="0" y="6"/>
                    <a:pt x="0" y="13"/>
                  </a:cubicBezTo>
                  <a:cubicBezTo>
                    <a:pt x="0" y="21"/>
                    <a:pt x="6" y="27"/>
                    <a:pt x="13" y="27"/>
                  </a:cubicBezTo>
                  <a:cubicBezTo>
                    <a:pt x="20" y="27"/>
                    <a:pt x="26" y="21"/>
                    <a:pt x="26" y="13"/>
                  </a:cubicBezTo>
                  <a:cubicBezTo>
                    <a:pt x="26" y="10"/>
                    <a:pt x="25" y="7"/>
                    <a:pt x="23" y="5"/>
                  </a:cubicBezTo>
                  <a:cubicBezTo>
                    <a:pt x="23" y="5"/>
                    <a:pt x="23" y="5"/>
                    <a:pt x="23" y="5"/>
                  </a:cubicBezTo>
                  <a:cubicBezTo>
                    <a:pt x="21" y="3"/>
                    <a:pt x="21" y="3"/>
                    <a:pt x="21" y="3"/>
                  </a:cubicBezTo>
                  <a:cubicBezTo>
                    <a:pt x="19" y="1"/>
                    <a:pt x="16" y="0"/>
                    <a:pt x="13" y="0"/>
                  </a:cubicBezTo>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84" name="Freeform 185"/>
            <p:cNvSpPr>
              <a:spLocks/>
            </p:cNvSpPr>
            <p:nvPr/>
          </p:nvSpPr>
          <p:spPr bwMode="auto">
            <a:xfrm>
              <a:off x="8037513" y="5713413"/>
              <a:ext cx="6350" cy="7937"/>
            </a:xfrm>
            <a:custGeom>
              <a:avLst/>
              <a:gdLst>
                <a:gd name="T0" fmla="*/ 0 w 2"/>
                <a:gd name="T1" fmla="*/ 0 h 2"/>
                <a:gd name="T2" fmla="*/ 2 w 2"/>
                <a:gd name="T3" fmla="*/ 2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2"/>
                    <a:pt x="2" y="2"/>
                    <a:pt x="2" y="2"/>
                  </a:cubicBezTo>
                  <a:cubicBezTo>
                    <a:pt x="2" y="1"/>
                    <a:pt x="1" y="1"/>
                    <a:pt x="0" y="0"/>
                  </a:cubicBezTo>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sp>
        <p:nvSpPr>
          <p:cNvPr id="285" name="矩形 39"/>
          <p:cNvSpPr/>
          <p:nvPr/>
        </p:nvSpPr>
        <p:spPr>
          <a:xfrm>
            <a:off x="0" y="203088"/>
            <a:ext cx="1980029" cy="523220"/>
          </a:xfrm>
          <a:prstGeom prst="rect">
            <a:avLst/>
          </a:prstGeom>
          <a:noFill/>
        </p:spPr>
        <p:txBody>
          <a:bodyPr wrap="none" rtlCol="0">
            <a:spAutoFit/>
          </a:bodyPr>
          <a:lstStyle/>
          <a:p>
            <a:r>
              <a:rPr lang="zh-CN" altLang="en-US" sz="2800" b="1" dirty="0">
                <a:solidFill>
                  <a:schemeClr val="tx1">
                    <a:lumMod val="65000"/>
                    <a:lumOff val="35000"/>
                  </a:schemeClr>
                </a:solidFill>
              </a:rPr>
              <a:t>五大洲并列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453470115"/>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五</a:t>
            </a:r>
            <a:r>
              <a:rPr lang="zh-CN" altLang="en-US" sz="2800" b="1">
                <a:solidFill>
                  <a:schemeClr val="tx1">
                    <a:lumMod val="65000"/>
                    <a:lumOff val="35000"/>
                  </a:schemeClr>
                </a:solidFill>
              </a:rPr>
              <a:t>项并列</a:t>
            </a:r>
            <a:endParaRPr lang="zh-CN" altLang="zh-CN" sz="2800" b="1" dirty="0">
              <a:solidFill>
                <a:schemeClr val="tx1">
                  <a:lumMod val="65000"/>
                  <a:lumOff val="35000"/>
                </a:schemeClr>
              </a:solidFill>
            </a:endParaRPr>
          </a:p>
        </p:txBody>
      </p:sp>
      <p:sp>
        <p:nvSpPr>
          <p:cNvPr id="134" name="Freeform 60"/>
          <p:cNvSpPr>
            <a:spLocks/>
          </p:cNvSpPr>
          <p:nvPr/>
        </p:nvSpPr>
        <p:spPr bwMode="auto">
          <a:xfrm>
            <a:off x="2248342" y="3889553"/>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文本框 134"/>
          <p:cNvSpPr txBox="1"/>
          <p:nvPr/>
        </p:nvSpPr>
        <p:spPr>
          <a:xfrm>
            <a:off x="2181494" y="4689154"/>
            <a:ext cx="4140929" cy="1421928"/>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schemeClr val="tx1">
                    <a:lumMod val="65000"/>
                    <a:lumOff val="35000"/>
                  </a:schemeClr>
                </a:solidFill>
                <a:latin typeface="微软雅黑" panose="020B0503020204020204" pitchFamily="34" charset="-122"/>
                <a:ea typeface="微软雅黑" panose="020B0503020204020204" pitchFamily="34" charset="-122"/>
              </a:rPr>
              <a:t>网络图片临摹改编；</a:t>
            </a:r>
            <a:endParaRPr lang="en-US" altLang="zh-CN" dirty="0">
              <a:solidFill>
                <a:schemeClr val="tx1">
                  <a:lumMod val="65000"/>
                  <a:lumOff val="35000"/>
                </a:schemeClr>
              </a:solidFill>
              <a:latin typeface="微软雅黑" panose="020B0503020204020204" pitchFamily="34" charset="-122"/>
              <a:ea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schemeClr val="tx1">
                    <a:lumMod val="65000"/>
                    <a:lumOff val="35000"/>
                  </a:schemeClr>
                </a:solidFill>
                <a:latin typeface="微软雅黑" panose="020B0503020204020204" pitchFamily="34" charset="-122"/>
                <a:ea typeface="微软雅黑" panose="020B0503020204020204" pitchFamily="34" charset="-122"/>
              </a:rPr>
              <a:t>文字、颜色可随意更改；</a:t>
            </a:r>
            <a:endParaRPr lang="en-US" altLang="zh-CN" dirty="0">
              <a:solidFill>
                <a:schemeClr val="tx1">
                  <a:lumMod val="65000"/>
                  <a:lumOff val="35000"/>
                </a:schemeClr>
              </a:solidFill>
              <a:latin typeface="微软雅黑" panose="020B0503020204020204" pitchFamily="34" charset="-122"/>
              <a:ea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schemeClr val="tx1">
                    <a:lumMod val="65000"/>
                    <a:lumOff val="35000"/>
                  </a:schemeClr>
                </a:solidFill>
                <a:latin typeface="微软雅黑" panose="020B0503020204020204" pitchFamily="34" charset="-122"/>
                <a:ea typeface="微软雅黑" panose="020B0503020204020204" pitchFamily="34" charset="-122"/>
              </a:rPr>
              <a:t>凹形圆为</a:t>
            </a:r>
            <a:r>
              <a:rPr lang="en-US" altLang="zh-CN" dirty="0">
                <a:solidFill>
                  <a:schemeClr val="tx1">
                    <a:lumMod val="65000"/>
                    <a:lumOff val="35000"/>
                  </a:schemeClr>
                </a:solidFill>
                <a:latin typeface="微软雅黑" panose="020B0503020204020204" pitchFamily="34" charset="-122"/>
                <a:ea typeface="微软雅黑" panose="020B0503020204020204" pitchFamily="34" charset="-122"/>
              </a:rPr>
              <a:t>PNG</a:t>
            </a:r>
            <a:r>
              <a:rPr lang="zh-CN" altLang="en-US" dirty="0">
                <a:solidFill>
                  <a:schemeClr val="tx1">
                    <a:lumMod val="65000"/>
                    <a:lumOff val="35000"/>
                  </a:schemeClr>
                </a:solidFill>
                <a:latin typeface="微软雅黑" panose="020B0503020204020204" pitchFamily="34" charset="-122"/>
                <a:ea typeface="微软雅黑" panose="020B0503020204020204" pitchFamily="34" charset="-122"/>
              </a:rPr>
              <a:t>格式，可移植使用；</a:t>
            </a:r>
            <a:endParaRPr lang="en-US" altLang="zh-CN" dirty="0">
              <a:solidFill>
                <a:schemeClr val="tx1">
                  <a:lumMod val="65000"/>
                  <a:lumOff val="35000"/>
                </a:schemeClr>
              </a:solidFill>
              <a:latin typeface="微软雅黑" panose="020B0503020204020204" pitchFamily="34" charset="-122"/>
              <a:ea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schemeClr val="tx1">
                    <a:lumMod val="65000"/>
                    <a:lumOff val="35000"/>
                  </a:schemeClr>
                </a:solidFill>
                <a:latin typeface="微软雅黑" panose="020B0503020204020204" pitchFamily="34" charset="-122"/>
                <a:ea typeface="微软雅黑" panose="020B0503020204020204" pitchFamily="34" charset="-122"/>
              </a:rPr>
              <a:t>矢量图标可替换。</a:t>
            </a:r>
            <a:endParaRPr lang="en-US" altLang="zh-CN" dirty="0">
              <a:solidFill>
                <a:schemeClr val="tx1">
                  <a:lumMod val="65000"/>
                  <a:lumOff val="35000"/>
                </a:schemeClr>
              </a:solidFill>
              <a:latin typeface="微软雅黑" panose="020B0503020204020204" pitchFamily="34" charset="-122"/>
              <a:ea typeface="微软雅黑" panose="020B0503020204020204" pitchFamily="34" charset="-122"/>
            </a:endParaRPr>
          </a:p>
        </p:txBody>
      </p:sp>
      <p:sp>
        <p:nvSpPr>
          <p:cNvPr id="136" name="圆角矩形 135"/>
          <p:cNvSpPr/>
          <p:nvPr/>
        </p:nvSpPr>
        <p:spPr>
          <a:xfrm>
            <a:off x="2916034" y="4048838"/>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latin typeface="微软雅黑" panose="020B0503020204020204" pitchFamily="34" charset="-122"/>
                <a:ea typeface="微软雅黑" panose="020B0503020204020204" pitchFamily="34" charset="-122"/>
                <a:cs typeface="Arial Unicode MS" panose="020B0604020202020204" pitchFamily="34" charset="-122"/>
              </a:rPr>
              <a:t>简要说明</a:t>
            </a:r>
          </a:p>
        </p:txBody>
      </p:sp>
      <p:sp>
        <p:nvSpPr>
          <p:cNvPr id="137" name="等腰三角形 88"/>
          <p:cNvSpPr/>
          <p:nvPr/>
        </p:nvSpPr>
        <p:spPr>
          <a:xfrm rot="16200000">
            <a:off x="2841402" y="4116382"/>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latin typeface="微软雅黑" panose="020B0503020204020204" pitchFamily="34" charset="-122"/>
              <a:ea typeface="微软雅黑" panose="020B0503020204020204" pitchFamily="34" charset="-122"/>
              <a:cs typeface="Arial Unicode MS" panose="020B0604020202020204" pitchFamily="34" charset="-122"/>
            </a:endParaRPr>
          </a:p>
        </p:txBody>
      </p:sp>
      <p:grpSp>
        <p:nvGrpSpPr>
          <p:cNvPr id="138" name="Group 22"/>
          <p:cNvGrpSpPr>
            <a:grpSpLocks noChangeAspect="1"/>
          </p:cNvGrpSpPr>
          <p:nvPr/>
        </p:nvGrpSpPr>
        <p:grpSpPr bwMode="auto">
          <a:xfrm>
            <a:off x="7743825" y="455613"/>
            <a:ext cx="2628900" cy="5856287"/>
            <a:chOff x="4878" y="287"/>
            <a:chExt cx="1656" cy="3689"/>
          </a:xfrm>
          <a:effectLst>
            <a:outerShdw blurRad="50800" dist="101600" dir="2700000" algn="tl" rotWithShape="0">
              <a:prstClr val="black">
                <a:alpha val="40000"/>
              </a:prstClr>
            </a:outerShdw>
          </a:effectLst>
        </p:grpSpPr>
        <p:sp>
          <p:nvSpPr>
            <p:cNvPr id="139" name="AutoShape 21"/>
            <p:cNvSpPr>
              <a:spLocks noChangeAspect="1" noChangeArrowheads="1" noTextEdit="1"/>
            </p:cNvSpPr>
            <p:nvPr/>
          </p:nvSpPr>
          <p:spPr bwMode="auto">
            <a:xfrm>
              <a:off x="4878" y="287"/>
              <a:ext cx="1656" cy="36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Oval 23"/>
            <p:cNvSpPr>
              <a:spLocks noChangeArrowheads="1"/>
            </p:cNvSpPr>
            <p:nvPr/>
          </p:nvSpPr>
          <p:spPr bwMode="auto">
            <a:xfrm>
              <a:off x="5539" y="287"/>
              <a:ext cx="992" cy="992"/>
            </a:xfrm>
            <a:prstGeom prst="ellipse">
              <a:avLst/>
            </a:pr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Oval 24"/>
            <p:cNvSpPr>
              <a:spLocks noChangeArrowheads="1"/>
            </p:cNvSpPr>
            <p:nvPr/>
          </p:nvSpPr>
          <p:spPr bwMode="auto">
            <a:xfrm>
              <a:off x="4878" y="961"/>
              <a:ext cx="994" cy="992"/>
            </a:xfrm>
            <a:prstGeom prst="ellipse">
              <a:avLst/>
            </a:pr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Oval 25"/>
            <p:cNvSpPr>
              <a:spLocks noChangeArrowheads="1"/>
            </p:cNvSpPr>
            <p:nvPr/>
          </p:nvSpPr>
          <p:spPr bwMode="auto">
            <a:xfrm>
              <a:off x="5539" y="1633"/>
              <a:ext cx="992" cy="992"/>
            </a:xfrm>
            <a:prstGeom prst="ellipse">
              <a:avLst/>
            </a:pr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Oval 26"/>
            <p:cNvSpPr>
              <a:spLocks noChangeArrowheads="1"/>
            </p:cNvSpPr>
            <p:nvPr/>
          </p:nvSpPr>
          <p:spPr bwMode="auto">
            <a:xfrm>
              <a:off x="5539" y="2979"/>
              <a:ext cx="992" cy="992"/>
            </a:xfrm>
            <a:prstGeom prst="ellipse">
              <a:avLst/>
            </a:pr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Oval 27"/>
            <p:cNvSpPr>
              <a:spLocks noChangeArrowheads="1"/>
            </p:cNvSpPr>
            <p:nvPr/>
          </p:nvSpPr>
          <p:spPr bwMode="auto">
            <a:xfrm>
              <a:off x="4878" y="2307"/>
              <a:ext cx="994" cy="992"/>
            </a:xfrm>
            <a:prstGeom prst="ellipse">
              <a:avLst/>
            </a:pr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33"/>
            <p:cNvSpPr>
              <a:spLocks/>
            </p:cNvSpPr>
            <p:nvPr/>
          </p:nvSpPr>
          <p:spPr bwMode="auto">
            <a:xfrm>
              <a:off x="5283" y="1341"/>
              <a:ext cx="755" cy="236"/>
            </a:xfrm>
            <a:custGeom>
              <a:avLst/>
              <a:gdLst>
                <a:gd name="T0" fmla="*/ 499 w 499"/>
                <a:gd name="T1" fmla="*/ 77 h 156"/>
                <a:gd name="T2" fmla="*/ 422 w 499"/>
                <a:gd name="T3" fmla="*/ 154 h 156"/>
                <a:gd name="T4" fmla="*/ 78 w 499"/>
                <a:gd name="T5" fmla="*/ 156 h 156"/>
                <a:gd name="T6" fmla="*/ 1 w 499"/>
                <a:gd name="T7" fmla="*/ 80 h 156"/>
                <a:gd name="T8" fmla="*/ 1 w 499"/>
                <a:gd name="T9" fmla="*/ 80 h 156"/>
                <a:gd name="T10" fmla="*/ 77 w 499"/>
                <a:gd name="T11" fmla="*/ 2 h 156"/>
                <a:gd name="T12" fmla="*/ 421 w 499"/>
                <a:gd name="T13" fmla="*/ 0 h 156"/>
                <a:gd name="T14" fmla="*/ 499 w 499"/>
                <a:gd name="T15" fmla="*/ 77 h 1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9" h="156">
                  <a:moveTo>
                    <a:pt x="499" y="77"/>
                  </a:moveTo>
                  <a:cubicBezTo>
                    <a:pt x="499" y="119"/>
                    <a:pt x="465" y="154"/>
                    <a:pt x="422" y="154"/>
                  </a:cubicBezTo>
                  <a:cubicBezTo>
                    <a:pt x="78" y="156"/>
                    <a:pt x="78" y="156"/>
                    <a:pt x="78" y="156"/>
                  </a:cubicBezTo>
                  <a:cubicBezTo>
                    <a:pt x="36" y="156"/>
                    <a:pt x="1" y="122"/>
                    <a:pt x="1" y="80"/>
                  </a:cubicBezTo>
                  <a:cubicBezTo>
                    <a:pt x="1" y="80"/>
                    <a:pt x="1" y="80"/>
                    <a:pt x="1" y="80"/>
                  </a:cubicBezTo>
                  <a:cubicBezTo>
                    <a:pt x="0" y="37"/>
                    <a:pt x="35" y="2"/>
                    <a:pt x="77" y="2"/>
                  </a:cubicBezTo>
                  <a:cubicBezTo>
                    <a:pt x="421" y="0"/>
                    <a:pt x="421" y="0"/>
                    <a:pt x="421" y="0"/>
                  </a:cubicBezTo>
                  <a:cubicBezTo>
                    <a:pt x="464" y="0"/>
                    <a:pt x="499" y="34"/>
                    <a:pt x="499" y="77"/>
                  </a:cubicBezTo>
                  <a:close/>
                </a:path>
              </a:pathLst>
            </a:custGeom>
            <a:solidFill>
              <a:srgbClr val="FEB4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34"/>
            <p:cNvSpPr>
              <a:spLocks/>
            </p:cNvSpPr>
            <p:nvPr/>
          </p:nvSpPr>
          <p:spPr bwMode="auto">
            <a:xfrm>
              <a:off x="5370" y="3384"/>
              <a:ext cx="754" cy="237"/>
            </a:xfrm>
            <a:custGeom>
              <a:avLst/>
              <a:gdLst>
                <a:gd name="T0" fmla="*/ 499 w 499"/>
                <a:gd name="T1" fmla="*/ 77 h 157"/>
                <a:gd name="T2" fmla="*/ 422 w 499"/>
                <a:gd name="T3" fmla="*/ 154 h 157"/>
                <a:gd name="T4" fmla="*/ 78 w 499"/>
                <a:gd name="T5" fmla="*/ 156 h 157"/>
                <a:gd name="T6" fmla="*/ 0 w 499"/>
                <a:gd name="T7" fmla="*/ 80 h 157"/>
                <a:gd name="T8" fmla="*/ 0 w 499"/>
                <a:gd name="T9" fmla="*/ 80 h 157"/>
                <a:gd name="T10" fmla="*/ 77 w 499"/>
                <a:gd name="T11" fmla="*/ 2 h 157"/>
                <a:gd name="T12" fmla="*/ 421 w 499"/>
                <a:gd name="T13" fmla="*/ 0 h 157"/>
                <a:gd name="T14" fmla="*/ 499 w 499"/>
                <a:gd name="T15" fmla="*/ 77 h 1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9" h="157">
                  <a:moveTo>
                    <a:pt x="499" y="77"/>
                  </a:moveTo>
                  <a:cubicBezTo>
                    <a:pt x="499" y="119"/>
                    <a:pt x="465" y="154"/>
                    <a:pt x="422" y="154"/>
                  </a:cubicBezTo>
                  <a:cubicBezTo>
                    <a:pt x="78" y="156"/>
                    <a:pt x="78" y="156"/>
                    <a:pt x="78" y="156"/>
                  </a:cubicBezTo>
                  <a:cubicBezTo>
                    <a:pt x="35" y="157"/>
                    <a:pt x="1" y="122"/>
                    <a:pt x="0" y="80"/>
                  </a:cubicBezTo>
                  <a:cubicBezTo>
                    <a:pt x="0" y="80"/>
                    <a:pt x="0" y="80"/>
                    <a:pt x="0" y="80"/>
                  </a:cubicBezTo>
                  <a:cubicBezTo>
                    <a:pt x="0" y="37"/>
                    <a:pt x="34" y="3"/>
                    <a:pt x="77" y="2"/>
                  </a:cubicBezTo>
                  <a:cubicBezTo>
                    <a:pt x="421" y="0"/>
                    <a:pt x="421" y="0"/>
                    <a:pt x="421" y="0"/>
                  </a:cubicBezTo>
                  <a:cubicBezTo>
                    <a:pt x="464" y="0"/>
                    <a:pt x="498" y="34"/>
                    <a:pt x="499" y="77"/>
                  </a:cubicBezTo>
                  <a:close/>
                </a:path>
              </a:pathLst>
            </a:custGeom>
            <a:solidFill>
              <a:srgbClr val="7BA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35"/>
            <p:cNvSpPr>
              <a:spLocks/>
            </p:cNvSpPr>
            <p:nvPr/>
          </p:nvSpPr>
          <p:spPr bwMode="auto">
            <a:xfrm>
              <a:off x="5283" y="2689"/>
              <a:ext cx="755" cy="237"/>
            </a:xfrm>
            <a:custGeom>
              <a:avLst/>
              <a:gdLst>
                <a:gd name="T0" fmla="*/ 499 w 499"/>
                <a:gd name="T1" fmla="*/ 77 h 157"/>
                <a:gd name="T2" fmla="*/ 422 w 499"/>
                <a:gd name="T3" fmla="*/ 155 h 157"/>
                <a:gd name="T4" fmla="*/ 78 w 499"/>
                <a:gd name="T5" fmla="*/ 157 h 157"/>
                <a:gd name="T6" fmla="*/ 1 w 499"/>
                <a:gd name="T7" fmla="*/ 80 h 157"/>
                <a:gd name="T8" fmla="*/ 1 w 499"/>
                <a:gd name="T9" fmla="*/ 80 h 157"/>
                <a:gd name="T10" fmla="*/ 77 w 499"/>
                <a:gd name="T11" fmla="*/ 3 h 157"/>
                <a:gd name="T12" fmla="*/ 421 w 499"/>
                <a:gd name="T13" fmla="*/ 1 h 157"/>
                <a:gd name="T14" fmla="*/ 499 w 499"/>
                <a:gd name="T15" fmla="*/ 77 h 1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9" h="157">
                  <a:moveTo>
                    <a:pt x="499" y="77"/>
                  </a:moveTo>
                  <a:cubicBezTo>
                    <a:pt x="499" y="120"/>
                    <a:pt x="465" y="155"/>
                    <a:pt x="422" y="155"/>
                  </a:cubicBezTo>
                  <a:cubicBezTo>
                    <a:pt x="78" y="157"/>
                    <a:pt x="78" y="157"/>
                    <a:pt x="78" y="157"/>
                  </a:cubicBezTo>
                  <a:cubicBezTo>
                    <a:pt x="36" y="157"/>
                    <a:pt x="1" y="123"/>
                    <a:pt x="1" y="80"/>
                  </a:cubicBezTo>
                  <a:cubicBezTo>
                    <a:pt x="1" y="80"/>
                    <a:pt x="1" y="80"/>
                    <a:pt x="1" y="80"/>
                  </a:cubicBezTo>
                  <a:cubicBezTo>
                    <a:pt x="0" y="38"/>
                    <a:pt x="35" y="3"/>
                    <a:pt x="77" y="3"/>
                  </a:cubicBezTo>
                  <a:cubicBezTo>
                    <a:pt x="421" y="1"/>
                    <a:pt x="421" y="1"/>
                    <a:pt x="421" y="1"/>
                  </a:cubicBezTo>
                  <a:cubicBezTo>
                    <a:pt x="464" y="0"/>
                    <a:pt x="499" y="35"/>
                    <a:pt x="499" y="77"/>
                  </a:cubicBezTo>
                  <a:close/>
                </a:path>
              </a:pathLst>
            </a:custGeom>
            <a:solidFill>
              <a:srgbClr val="CA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36"/>
            <p:cNvSpPr>
              <a:spLocks/>
            </p:cNvSpPr>
            <p:nvPr/>
          </p:nvSpPr>
          <p:spPr bwMode="auto">
            <a:xfrm>
              <a:off x="5383" y="2012"/>
              <a:ext cx="753" cy="237"/>
            </a:xfrm>
            <a:custGeom>
              <a:avLst/>
              <a:gdLst>
                <a:gd name="T0" fmla="*/ 498 w 498"/>
                <a:gd name="T1" fmla="*/ 77 h 157"/>
                <a:gd name="T2" fmla="*/ 422 w 498"/>
                <a:gd name="T3" fmla="*/ 154 h 157"/>
                <a:gd name="T4" fmla="*/ 77 w 498"/>
                <a:gd name="T5" fmla="*/ 156 h 157"/>
                <a:gd name="T6" fmla="*/ 0 w 498"/>
                <a:gd name="T7" fmla="*/ 80 h 157"/>
                <a:gd name="T8" fmla="*/ 0 w 498"/>
                <a:gd name="T9" fmla="*/ 80 h 157"/>
                <a:gd name="T10" fmla="*/ 76 w 498"/>
                <a:gd name="T11" fmla="*/ 2 h 157"/>
                <a:gd name="T12" fmla="*/ 421 w 498"/>
                <a:gd name="T13" fmla="*/ 0 h 157"/>
                <a:gd name="T14" fmla="*/ 498 w 498"/>
                <a:gd name="T15" fmla="*/ 77 h 1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8" h="157">
                  <a:moveTo>
                    <a:pt x="498" y="77"/>
                  </a:moveTo>
                  <a:cubicBezTo>
                    <a:pt x="498" y="119"/>
                    <a:pt x="464" y="154"/>
                    <a:pt x="422" y="154"/>
                  </a:cubicBezTo>
                  <a:cubicBezTo>
                    <a:pt x="77" y="156"/>
                    <a:pt x="77" y="156"/>
                    <a:pt x="77" y="156"/>
                  </a:cubicBezTo>
                  <a:cubicBezTo>
                    <a:pt x="35" y="157"/>
                    <a:pt x="0" y="122"/>
                    <a:pt x="0" y="80"/>
                  </a:cubicBezTo>
                  <a:cubicBezTo>
                    <a:pt x="0" y="80"/>
                    <a:pt x="0" y="80"/>
                    <a:pt x="0" y="80"/>
                  </a:cubicBezTo>
                  <a:cubicBezTo>
                    <a:pt x="0" y="37"/>
                    <a:pt x="34" y="2"/>
                    <a:pt x="76" y="2"/>
                  </a:cubicBezTo>
                  <a:cubicBezTo>
                    <a:pt x="421" y="0"/>
                    <a:pt x="421" y="0"/>
                    <a:pt x="421" y="0"/>
                  </a:cubicBezTo>
                  <a:cubicBezTo>
                    <a:pt x="463" y="0"/>
                    <a:pt x="498" y="34"/>
                    <a:pt x="498" y="77"/>
                  </a:cubicBezTo>
                  <a:close/>
                </a:path>
              </a:pathLst>
            </a:custGeom>
            <a:solidFill>
              <a:srgbClr val="720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37"/>
            <p:cNvSpPr>
              <a:spLocks/>
            </p:cNvSpPr>
            <p:nvPr/>
          </p:nvSpPr>
          <p:spPr bwMode="auto">
            <a:xfrm>
              <a:off x="5383" y="650"/>
              <a:ext cx="753" cy="237"/>
            </a:xfrm>
            <a:custGeom>
              <a:avLst/>
              <a:gdLst>
                <a:gd name="T0" fmla="*/ 498 w 498"/>
                <a:gd name="T1" fmla="*/ 77 h 157"/>
                <a:gd name="T2" fmla="*/ 422 w 498"/>
                <a:gd name="T3" fmla="*/ 155 h 157"/>
                <a:gd name="T4" fmla="*/ 77 w 498"/>
                <a:gd name="T5" fmla="*/ 157 h 157"/>
                <a:gd name="T6" fmla="*/ 0 w 498"/>
                <a:gd name="T7" fmla="*/ 80 h 157"/>
                <a:gd name="T8" fmla="*/ 0 w 498"/>
                <a:gd name="T9" fmla="*/ 80 h 157"/>
                <a:gd name="T10" fmla="*/ 76 w 498"/>
                <a:gd name="T11" fmla="*/ 3 h 157"/>
                <a:gd name="T12" fmla="*/ 421 w 498"/>
                <a:gd name="T13" fmla="*/ 0 h 157"/>
                <a:gd name="T14" fmla="*/ 498 w 498"/>
                <a:gd name="T15" fmla="*/ 77 h 1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8" h="157">
                  <a:moveTo>
                    <a:pt x="498" y="77"/>
                  </a:moveTo>
                  <a:cubicBezTo>
                    <a:pt x="498" y="120"/>
                    <a:pt x="464" y="154"/>
                    <a:pt x="422" y="155"/>
                  </a:cubicBezTo>
                  <a:cubicBezTo>
                    <a:pt x="77" y="157"/>
                    <a:pt x="77" y="157"/>
                    <a:pt x="77" y="157"/>
                  </a:cubicBezTo>
                  <a:cubicBezTo>
                    <a:pt x="35" y="157"/>
                    <a:pt x="0" y="123"/>
                    <a:pt x="0" y="80"/>
                  </a:cubicBezTo>
                  <a:cubicBezTo>
                    <a:pt x="0" y="80"/>
                    <a:pt x="0" y="80"/>
                    <a:pt x="0" y="80"/>
                  </a:cubicBezTo>
                  <a:cubicBezTo>
                    <a:pt x="0" y="38"/>
                    <a:pt x="34" y="3"/>
                    <a:pt x="76" y="3"/>
                  </a:cubicBezTo>
                  <a:cubicBezTo>
                    <a:pt x="421" y="0"/>
                    <a:pt x="421" y="0"/>
                    <a:pt x="421" y="0"/>
                  </a:cubicBezTo>
                  <a:cubicBezTo>
                    <a:pt x="463" y="0"/>
                    <a:pt x="498" y="34"/>
                    <a:pt x="498" y="77"/>
                  </a:cubicBezTo>
                  <a:close/>
                </a:path>
              </a:pathLst>
            </a:custGeom>
            <a:solidFill>
              <a:srgbClr val="1DC1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pic>
        <p:nvPicPr>
          <p:cNvPr id="150" name="图片 149"/>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8887319" y="548640"/>
            <a:ext cx="1386488" cy="1386488"/>
          </a:xfrm>
          <a:prstGeom prst="rect">
            <a:avLst/>
          </a:prstGeom>
          <a:effectLst>
            <a:outerShdw blurRad="50800" dist="38100" dir="2700000" algn="tl" rotWithShape="0">
              <a:prstClr val="black">
                <a:alpha val="40000"/>
              </a:prstClr>
            </a:outerShdw>
          </a:effectLst>
        </p:spPr>
      </p:pic>
      <p:pic>
        <p:nvPicPr>
          <p:cNvPr id="151" name="图片 150"/>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839568" y="1614982"/>
            <a:ext cx="1386488" cy="1386488"/>
          </a:xfrm>
          <a:prstGeom prst="rect">
            <a:avLst/>
          </a:prstGeom>
          <a:effectLst>
            <a:outerShdw blurRad="50800" dist="38100" dir="2700000" algn="tl" rotWithShape="0">
              <a:prstClr val="black">
                <a:alpha val="40000"/>
              </a:prstClr>
            </a:outerShdw>
          </a:effectLst>
        </p:spPr>
      </p:pic>
      <p:pic>
        <p:nvPicPr>
          <p:cNvPr id="152" name="图片 15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839568" y="3756519"/>
            <a:ext cx="1386488" cy="1386488"/>
          </a:xfrm>
          <a:prstGeom prst="rect">
            <a:avLst/>
          </a:prstGeom>
          <a:effectLst>
            <a:outerShdw blurRad="50800" dist="38100" dir="2700000" algn="tl" rotWithShape="0">
              <a:prstClr val="black">
                <a:alpha val="40000"/>
              </a:prstClr>
            </a:outerShdw>
          </a:effectLst>
        </p:spPr>
      </p:pic>
      <p:pic>
        <p:nvPicPr>
          <p:cNvPr id="153" name="图片 152"/>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8887319" y="4813429"/>
            <a:ext cx="1386488" cy="1386488"/>
          </a:xfrm>
          <a:prstGeom prst="rect">
            <a:avLst/>
          </a:prstGeom>
          <a:effectLst>
            <a:outerShdw blurRad="50800" dist="38100" dir="2700000" algn="tl" rotWithShape="0">
              <a:prstClr val="black">
                <a:alpha val="40000"/>
              </a:prstClr>
            </a:outerShdw>
          </a:effectLst>
        </p:spPr>
      </p:pic>
      <p:pic>
        <p:nvPicPr>
          <p:cNvPr id="154" name="图片 153"/>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8887319" y="2681782"/>
            <a:ext cx="1386488" cy="1386488"/>
          </a:xfrm>
          <a:prstGeom prst="rect">
            <a:avLst/>
          </a:prstGeom>
          <a:effectLst>
            <a:outerShdw blurRad="50800" dist="38100" dir="2700000" algn="tl" rotWithShape="0">
              <a:prstClr val="black">
                <a:alpha val="40000"/>
              </a:prstClr>
            </a:outerShdw>
          </a:effectLst>
        </p:spPr>
      </p:pic>
      <p:sp>
        <p:nvSpPr>
          <p:cNvPr id="155" name="Freeform 910"/>
          <p:cNvSpPr>
            <a:spLocks/>
          </p:cNvSpPr>
          <p:nvPr/>
        </p:nvSpPr>
        <p:spPr bwMode="auto">
          <a:xfrm>
            <a:off x="8105746" y="1852294"/>
            <a:ext cx="882940" cy="890918"/>
          </a:xfrm>
          <a:custGeom>
            <a:avLst/>
            <a:gdLst>
              <a:gd name="T0" fmla="*/ 140 w 280"/>
              <a:gd name="T1" fmla="*/ 0 h 283"/>
              <a:gd name="T2" fmla="*/ 0 w 280"/>
              <a:gd name="T3" fmla="*/ 122 h 283"/>
              <a:gd name="T4" fmla="*/ 34 w 280"/>
              <a:gd name="T5" fmla="*/ 104 h 283"/>
              <a:gd name="T6" fmla="*/ 70 w 280"/>
              <a:gd name="T7" fmla="*/ 124 h 283"/>
              <a:gd name="T8" fmla="*/ 105 w 280"/>
              <a:gd name="T9" fmla="*/ 104 h 283"/>
              <a:gd name="T10" fmla="*/ 135 w 280"/>
              <a:gd name="T11" fmla="*/ 117 h 283"/>
              <a:gd name="T12" fmla="*/ 135 w 280"/>
              <a:gd name="T13" fmla="*/ 194 h 283"/>
              <a:gd name="T14" fmla="*/ 129 w 280"/>
              <a:gd name="T15" fmla="*/ 194 h 283"/>
              <a:gd name="T16" fmla="*/ 129 w 280"/>
              <a:gd name="T17" fmla="*/ 222 h 283"/>
              <a:gd name="T18" fmla="*/ 129 w 280"/>
              <a:gd name="T19" fmla="*/ 250 h 283"/>
              <a:gd name="T20" fmla="*/ 127 w 280"/>
              <a:gd name="T21" fmla="*/ 259 h 283"/>
              <a:gd name="T22" fmla="*/ 117 w 280"/>
              <a:gd name="T23" fmla="*/ 264 h 283"/>
              <a:gd name="T24" fmla="*/ 113 w 280"/>
              <a:gd name="T25" fmla="*/ 264 h 283"/>
              <a:gd name="T26" fmla="*/ 107 w 280"/>
              <a:gd name="T27" fmla="*/ 261 h 283"/>
              <a:gd name="T28" fmla="*/ 105 w 280"/>
              <a:gd name="T29" fmla="*/ 257 h 283"/>
              <a:gd name="T30" fmla="*/ 104 w 280"/>
              <a:gd name="T31" fmla="*/ 251 h 283"/>
              <a:gd name="T32" fmla="*/ 101 w 280"/>
              <a:gd name="T33" fmla="*/ 244 h 283"/>
              <a:gd name="T34" fmla="*/ 93 w 280"/>
              <a:gd name="T35" fmla="*/ 240 h 283"/>
              <a:gd name="T36" fmla="*/ 86 w 280"/>
              <a:gd name="T37" fmla="*/ 243 h 283"/>
              <a:gd name="T38" fmla="*/ 83 w 280"/>
              <a:gd name="T39" fmla="*/ 251 h 283"/>
              <a:gd name="T40" fmla="*/ 85 w 280"/>
              <a:gd name="T41" fmla="*/ 264 h 283"/>
              <a:gd name="T42" fmla="*/ 91 w 280"/>
              <a:gd name="T43" fmla="*/ 274 h 283"/>
              <a:gd name="T44" fmla="*/ 107 w 280"/>
              <a:gd name="T45" fmla="*/ 282 h 283"/>
              <a:gd name="T46" fmla="*/ 117 w 280"/>
              <a:gd name="T47" fmla="*/ 283 h 283"/>
              <a:gd name="T48" fmla="*/ 117 w 280"/>
              <a:gd name="T49" fmla="*/ 283 h 283"/>
              <a:gd name="T50" fmla="*/ 117 w 280"/>
              <a:gd name="T51" fmla="*/ 283 h 283"/>
              <a:gd name="T52" fmla="*/ 117 w 280"/>
              <a:gd name="T53" fmla="*/ 283 h 283"/>
              <a:gd name="T54" fmla="*/ 117 w 280"/>
              <a:gd name="T55" fmla="*/ 283 h 283"/>
              <a:gd name="T56" fmla="*/ 117 w 280"/>
              <a:gd name="T57" fmla="*/ 283 h 283"/>
              <a:gd name="T58" fmla="*/ 117 w 280"/>
              <a:gd name="T59" fmla="*/ 283 h 283"/>
              <a:gd name="T60" fmla="*/ 117 w 280"/>
              <a:gd name="T61" fmla="*/ 283 h 283"/>
              <a:gd name="T62" fmla="*/ 143 w 280"/>
              <a:gd name="T63" fmla="*/ 272 h 283"/>
              <a:gd name="T64" fmla="*/ 151 w 280"/>
              <a:gd name="T65" fmla="*/ 250 h 283"/>
              <a:gd name="T66" fmla="*/ 151 w 280"/>
              <a:gd name="T67" fmla="*/ 250 h 283"/>
              <a:gd name="T68" fmla="*/ 151 w 280"/>
              <a:gd name="T69" fmla="*/ 250 h 283"/>
              <a:gd name="T70" fmla="*/ 151 w 280"/>
              <a:gd name="T71" fmla="*/ 222 h 283"/>
              <a:gd name="T72" fmla="*/ 151 w 280"/>
              <a:gd name="T73" fmla="*/ 194 h 283"/>
              <a:gd name="T74" fmla="*/ 145 w 280"/>
              <a:gd name="T75" fmla="*/ 194 h 283"/>
              <a:gd name="T76" fmla="*/ 145 w 280"/>
              <a:gd name="T77" fmla="*/ 117 h 283"/>
              <a:gd name="T78" fmla="*/ 175 w 280"/>
              <a:gd name="T79" fmla="*/ 105 h 283"/>
              <a:gd name="T80" fmla="*/ 210 w 280"/>
              <a:gd name="T81" fmla="*/ 124 h 283"/>
              <a:gd name="T82" fmla="*/ 246 w 280"/>
              <a:gd name="T83" fmla="*/ 105 h 283"/>
              <a:gd name="T84" fmla="*/ 280 w 280"/>
              <a:gd name="T85" fmla="*/ 123 h 283"/>
              <a:gd name="T86" fmla="*/ 140 w 280"/>
              <a:gd name="T87" fmla="*/ 0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80" h="283">
                <a:moveTo>
                  <a:pt x="140" y="0"/>
                </a:moveTo>
                <a:cubicBezTo>
                  <a:pt x="68" y="0"/>
                  <a:pt x="9" y="54"/>
                  <a:pt x="0" y="122"/>
                </a:cubicBezTo>
                <a:cubicBezTo>
                  <a:pt x="7" y="112"/>
                  <a:pt x="20" y="104"/>
                  <a:pt x="34" y="104"/>
                </a:cubicBezTo>
                <a:cubicBezTo>
                  <a:pt x="50" y="104"/>
                  <a:pt x="63" y="112"/>
                  <a:pt x="70" y="124"/>
                </a:cubicBezTo>
                <a:cubicBezTo>
                  <a:pt x="76" y="113"/>
                  <a:pt x="89" y="104"/>
                  <a:pt x="105" y="104"/>
                </a:cubicBezTo>
                <a:cubicBezTo>
                  <a:pt x="117" y="104"/>
                  <a:pt x="128" y="110"/>
                  <a:pt x="135" y="117"/>
                </a:cubicBezTo>
                <a:cubicBezTo>
                  <a:pt x="135" y="194"/>
                  <a:pt x="135" y="194"/>
                  <a:pt x="135" y="194"/>
                </a:cubicBezTo>
                <a:cubicBezTo>
                  <a:pt x="129" y="194"/>
                  <a:pt x="129" y="194"/>
                  <a:pt x="129" y="194"/>
                </a:cubicBezTo>
                <a:cubicBezTo>
                  <a:pt x="129" y="194"/>
                  <a:pt x="129" y="208"/>
                  <a:pt x="129" y="222"/>
                </a:cubicBezTo>
                <a:cubicBezTo>
                  <a:pt x="129" y="236"/>
                  <a:pt x="129" y="250"/>
                  <a:pt x="129" y="250"/>
                </a:cubicBezTo>
                <a:cubicBezTo>
                  <a:pt x="129" y="252"/>
                  <a:pt x="129" y="256"/>
                  <a:pt x="127" y="259"/>
                </a:cubicBezTo>
                <a:cubicBezTo>
                  <a:pt x="125" y="262"/>
                  <a:pt x="122" y="264"/>
                  <a:pt x="117" y="264"/>
                </a:cubicBezTo>
                <a:cubicBezTo>
                  <a:pt x="116" y="264"/>
                  <a:pt x="115" y="264"/>
                  <a:pt x="113" y="264"/>
                </a:cubicBezTo>
                <a:cubicBezTo>
                  <a:pt x="111" y="263"/>
                  <a:pt x="109" y="262"/>
                  <a:pt x="107" y="261"/>
                </a:cubicBezTo>
                <a:cubicBezTo>
                  <a:pt x="106" y="259"/>
                  <a:pt x="106" y="258"/>
                  <a:pt x="105" y="257"/>
                </a:cubicBezTo>
                <a:cubicBezTo>
                  <a:pt x="104" y="255"/>
                  <a:pt x="104" y="253"/>
                  <a:pt x="104" y="251"/>
                </a:cubicBezTo>
                <a:cubicBezTo>
                  <a:pt x="104" y="248"/>
                  <a:pt x="103" y="245"/>
                  <a:pt x="101" y="244"/>
                </a:cubicBezTo>
                <a:cubicBezTo>
                  <a:pt x="99" y="242"/>
                  <a:pt x="96" y="240"/>
                  <a:pt x="93" y="240"/>
                </a:cubicBezTo>
                <a:cubicBezTo>
                  <a:pt x="90" y="240"/>
                  <a:pt x="88" y="242"/>
                  <a:pt x="86" y="243"/>
                </a:cubicBezTo>
                <a:cubicBezTo>
                  <a:pt x="84" y="245"/>
                  <a:pt x="83" y="248"/>
                  <a:pt x="83" y="251"/>
                </a:cubicBezTo>
                <a:cubicBezTo>
                  <a:pt x="83" y="256"/>
                  <a:pt x="83" y="260"/>
                  <a:pt x="85" y="264"/>
                </a:cubicBezTo>
                <a:cubicBezTo>
                  <a:pt x="86" y="267"/>
                  <a:pt x="88" y="271"/>
                  <a:pt x="91" y="274"/>
                </a:cubicBezTo>
                <a:cubicBezTo>
                  <a:pt x="96" y="278"/>
                  <a:pt x="102" y="281"/>
                  <a:pt x="107" y="282"/>
                </a:cubicBezTo>
                <a:cubicBezTo>
                  <a:pt x="112" y="283"/>
                  <a:pt x="116" y="283"/>
                  <a:pt x="117" y="283"/>
                </a:cubicBezTo>
                <a:cubicBezTo>
                  <a:pt x="117" y="283"/>
                  <a:pt x="117" y="283"/>
                  <a:pt x="117" y="283"/>
                </a:cubicBezTo>
                <a:cubicBezTo>
                  <a:pt x="117" y="283"/>
                  <a:pt x="117" y="283"/>
                  <a:pt x="117" y="283"/>
                </a:cubicBezTo>
                <a:cubicBezTo>
                  <a:pt x="117" y="283"/>
                  <a:pt x="117" y="283"/>
                  <a:pt x="117" y="283"/>
                </a:cubicBezTo>
                <a:cubicBezTo>
                  <a:pt x="117" y="283"/>
                  <a:pt x="117" y="283"/>
                  <a:pt x="117" y="283"/>
                </a:cubicBezTo>
                <a:cubicBezTo>
                  <a:pt x="117" y="283"/>
                  <a:pt x="117" y="283"/>
                  <a:pt x="117" y="283"/>
                </a:cubicBezTo>
                <a:cubicBezTo>
                  <a:pt x="117" y="283"/>
                  <a:pt x="117" y="283"/>
                  <a:pt x="117" y="283"/>
                </a:cubicBezTo>
                <a:cubicBezTo>
                  <a:pt x="117" y="283"/>
                  <a:pt x="117" y="283"/>
                  <a:pt x="117" y="283"/>
                </a:cubicBezTo>
                <a:cubicBezTo>
                  <a:pt x="129" y="283"/>
                  <a:pt x="137" y="278"/>
                  <a:pt x="143" y="272"/>
                </a:cubicBezTo>
                <a:cubicBezTo>
                  <a:pt x="148" y="265"/>
                  <a:pt x="150" y="257"/>
                  <a:pt x="151" y="250"/>
                </a:cubicBezTo>
                <a:cubicBezTo>
                  <a:pt x="151" y="250"/>
                  <a:pt x="151" y="250"/>
                  <a:pt x="151" y="250"/>
                </a:cubicBezTo>
                <a:cubicBezTo>
                  <a:pt x="151" y="250"/>
                  <a:pt x="151" y="250"/>
                  <a:pt x="151" y="250"/>
                </a:cubicBezTo>
                <a:cubicBezTo>
                  <a:pt x="151" y="222"/>
                  <a:pt x="151" y="222"/>
                  <a:pt x="151" y="222"/>
                </a:cubicBezTo>
                <a:cubicBezTo>
                  <a:pt x="151" y="194"/>
                  <a:pt x="151" y="194"/>
                  <a:pt x="151" y="194"/>
                </a:cubicBezTo>
                <a:cubicBezTo>
                  <a:pt x="145" y="194"/>
                  <a:pt x="145" y="194"/>
                  <a:pt x="145" y="194"/>
                </a:cubicBezTo>
                <a:cubicBezTo>
                  <a:pt x="145" y="117"/>
                  <a:pt x="145" y="117"/>
                  <a:pt x="145" y="117"/>
                </a:cubicBezTo>
                <a:cubicBezTo>
                  <a:pt x="152" y="109"/>
                  <a:pt x="163" y="104"/>
                  <a:pt x="175" y="105"/>
                </a:cubicBezTo>
                <a:cubicBezTo>
                  <a:pt x="191" y="105"/>
                  <a:pt x="204" y="113"/>
                  <a:pt x="210" y="124"/>
                </a:cubicBezTo>
                <a:cubicBezTo>
                  <a:pt x="217" y="113"/>
                  <a:pt x="230" y="105"/>
                  <a:pt x="246" y="105"/>
                </a:cubicBezTo>
                <a:cubicBezTo>
                  <a:pt x="260" y="105"/>
                  <a:pt x="273" y="112"/>
                  <a:pt x="280" y="123"/>
                </a:cubicBezTo>
                <a:cubicBezTo>
                  <a:pt x="271" y="54"/>
                  <a:pt x="212" y="0"/>
                  <a:pt x="140"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6" name="Freeform 307"/>
          <p:cNvSpPr>
            <a:spLocks noChangeAspect="1" noEditPoints="1"/>
          </p:cNvSpPr>
          <p:nvPr/>
        </p:nvSpPr>
        <p:spPr bwMode="auto">
          <a:xfrm>
            <a:off x="9226056" y="2898285"/>
            <a:ext cx="645496" cy="943007"/>
          </a:xfrm>
          <a:custGeom>
            <a:avLst/>
            <a:gdLst>
              <a:gd name="T0" fmla="*/ 151 w 243"/>
              <a:gd name="T1" fmla="*/ 4 h 354"/>
              <a:gd name="T2" fmla="*/ 236 w 243"/>
              <a:gd name="T3" fmla="*/ 91 h 354"/>
              <a:gd name="T4" fmla="*/ 212 w 243"/>
              <a:gd name="T5" fmla="*/ 202 h 354"/>
              <a:gd name="T6" fmla="*/ 201 w 243"/>
              <a:gd name="T7" fmla="*/ 243 h 354"/>
              <a:gd name="T8" fmla="*/ 199 w 243"/>
              <a:gd name="T9" fmla="*/ 276 h 354"/>
              <a:gd name="T10" fmla="*/ 183 w 243"/>
              <a:gd name="T11" fmla="*/ 322 h 354"/>
              <a:gd name="T12" fmla="*/ 143 w 243"/>
              <a:gd name="T13" fmla="*/ 354 h 354"/>
              <a:gd name="T14" fmla="*/ 63 w 243"/>
              <a:gd name="T15" fmla="*/ 328 h 354"/>
              <a:gd name="T16" fmla="*/ 43 w 243"/>
              <a:gd name="T17" fmla="*/ 281 h 354"/>
              <a:gd name="T18" fmla="*/ 43 w 243"/>
              <a:gd name="T19" fmla="*/ 253 h 354"/>
              <a:gd name="T20" fmla="*/ 39 w 243"/>
              <a:gd name="T21" fmla="*/ 231 h 354"/>
              <a:gd name="T22" fmla="*/ 10 w 243"/>
              <a:gd name="T23" fmla="*/ 163 h 354"/>
              <a:gd name="T24" fmla="*/ 74 w 243"/>
              <a:gd name="T25" fmla="*/ 10 h 354"/>
              <a:gd name="T26" fmla="*/ 114 w 243"/>
              <a:gd name="T27" fmla="*/ 0 h 354"/>
              <a:gd name="T28" fmla="*/ 121 w 243"/>
              <a:gd name="T29" fmla="*/ 245 h 354"/>
              <a:gd name="T30" fmla="*/ 180 w 243"/>
              <a:gd name="T31" fmla="*/ 233 h 354"/>
              <a:gd name="T32" fmla="*/ 205 w 243"/>
              <a:gd name="T33" fmla="*/ 168 h 354"/>
              <a:gd name="T34" fmla="*/ 182 w 243"/>
              <a:gd name="T35" fmla="*/ 44 h 354"/>
              <a:gd name="T36" fmla="*/ 26 w 243"/>
              <a:gd name="T37" fmla="*/ 138 h 354"/>
              <a:gd name="T38" fmla="*/ 62 w 243"/>
              <a:gd name="T39" fmla="*/ 235 h 354"/>
              <a:gd name="T40" fmla="*/ 121 w 243"/>
              <a:gd name="T41" fmla="*/ 245 h 354"/>
              <a:gd name="T42" fmla="*/ 74 w 243"/>
              <a:gd name="T43" fmla="*/ 254 h 354"/>
              <a:gd name="T44" fmla="*/ 74 w 243"/>
              <a:gd name="T45" fmla="*/ 274 h 354"/>
              <a:gd name="T46" fmla="*/ 169 w 243"/>
              <a:gd name="T47" fmla="*/ 274 h 354"/>
              <a:gd name="T48" fmla="*/ 169 w 243"/>
              <a:gd name="T49" fmla="*/ 254 h 354"/>
              <a:gd name="T50" fmla="*/ 121 w 243"/>
              <a:gd name="T51" fmla="*/ 283 h 354"/>
              <a:gd name="T52" fmla="*/ 64 w 243"/>
              <a:gd name="T53" fmla="*/ 289 h 354"/>
              <a:gd name="T54" fmla="*/ 140 w 243"/>
              <a:gd name="T55" fmla="*/ 303 h 354"/>
              <a:gd name="T56" fmla="*/ 178 w 243"/>
              <a:gd name="T57" fmla="*/ 297 h 354"/>
              <a:gd name="T58" fmla="*/ 121 w 243"/>
              <a:gd name="T59" fmla="*/ 283 h 354"/>
              <a:gd name="T60" fmla="*/ 100 w 243"/>
              <a:gd name="T61" fmla="*/ 332 h 354"/>
              <a:gd name="T62" fmla="*/ 159 w 243"/>
              <a:gd name="T63" fmla="*/ 31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3" h="354">
                <a:moveTo>
                  <a:pt x="128" y="0"/>
                </a:moveTo>
                <a:cubicBezTo>
                  <a:pt x="136" y="1"/>
                  <a:pt x="144" y="2"/>
                  <a:pt x="151" y="4"/>
                </a:cubicBezTo>
                <a:cubicBezTo>
                  <a:pt x="172" y="9"/>
                  <a:pt x="190" y="20"/>
                  <a:pt x="205" y="35"/>
                </a:cubicBezTo>
                <a:cubicBezTo>
                  <a:pt x="221" y="51"/>
                  <a:pt x="231" y="69"/>
                  <a:pt x="236" y="91"/>
                </a:cubicBezTo>
                <a:cubicBezTo>
                  <a:pt x="243" y="121"/>
                  <a:pt x="240" y="149"/>
                  <a:pt x="225" y="177"/>
                </a:cubicBezTo>
                <a:cubicBezTo>
                  <a:pt x="221" y="185"/>
                  <a:pt x="216" y="194"/>
                  <a:pt x="212" y="202"/>
                </a:cubicBezTo>
                <a:cubicBezTo>
                  <a:pt x="206" y="214"/>
                  <a:pt x="203" y="226"/>
                  <a:pt x="202" y="238"/>
                </a:cubicBezTo>
                <a:cubicBezTo>
                  <a:pt x="202" y="240"/>
                  <a:pt x="201" y="241"/>
                  <a:pt x="201" y="243"/>
                </a:cubicBezTo>
                <a:cubicBezTo>
                  <a:pt x="200" y="246"/>
                  <a:pt x="200" y="255"/>
                  <a:pt x="200" y="258"/>
                </a:cubicBezTo>
                <a:cubicBezTo>
                  <a:pt x="202" y="264"/>
                  <a:pt x="201" y="270"/>
                  <a:pt x="199" y="276"/>
                </a:cubicBezTo>
                <a:cubicBezTo>
                  <a:pt x="198" y="278"/>
                  <a:pt x="198" y="279"/>
                  <a:pt x="199" y="281"/>
                </a:cubicBezTo>
                <a:cubicBezTo>
                  <a:pt x="205" y="297"/>
                  <a:pt x="198" y="314"/>
                  <a:pt x="183" y="322"/>
                </a:cubicBezTo>
                <a:cubicBezTo>
                  <a:pt x="181" y="322"/>
                  <a:pt x="180" y="324"/>
                  <a:pt x="180" y="325"/>
                </a:cubicBezTo>
                <a:cubicBezTo>
                  <a:pt x="173" y="342"/>
                  <a:pt x="161" y="353"/>
                  <a:pt x="143" y="354"/>
                </a:cubicBezTo>
                <a:cubicBezTo>
                  <a:pt x="127" y="354"/>
                  <a:pt x="111" y="354"/>
                  <a:pt x="96" y="353"/>
                </a:cubicBezTo>
                <a:cubicBezTo>
                  <a:pt x="80" y="352"/>
                  <a:pt x="69" y="342"/>
                  <a:pt x="63" y="328"/>
                </a:cubicBezTo>
                <a:cubicBezTo>
                  <a:pt x="62" y="324"/>
                  <a:pt x="60" y="322"/>
                  <a:pt x="57" y="321"/>
                </a:cubicBezTo>
                <a:cubicBezTo>
                  <a:pt x="43" y="313"/>
                  <a:pt x="37" y="296"/>
                  <a:pt x="43" y="281"/>
                </a:cubicBezTo>
                <a:cubicBezTo>
                  <a:pt x="44" y="279"/>
                  <a:pt x="44" y="278"/>
                  <a:pt x="43" y="276"/>
                </a:cubicBezTo>
                <a:cubicBezTo>
                  <a:pt x="40" y="268"/>
                  <a:pt x="40" y="261"/>
                  <a:pt x="43" y="253"/>
                </a:cubicBezTo>
                <a:cubicBezTo>
                  <a:pt x="43" y="252"/>
                  <a:pt x="43" y="250"/>
                  <a:pt x="43" y="248"/>
                </a:cubicBezTo>
                <a:cubicBezTo>
                  <a:pt x="41" y="242"/>
                  <a:pt x="40" y="237"/>
                  <a:pt x="39" y="231"/>
                </a:cubicBezTo>
                <a:cubicBezTo>
                  <a:pt x="37" y="218"/>
                  <a:pt x="32" y="206"/>
                  <a:pt x="26" y="195"/>
                </a:cubicBezTo>
                <a:cubicBezTo>
                  <a:pt x="21" y="184"/>
                  <a:pt x="15" y="174"/>
                  <a:pt x="10" y="163"/>
                </a:cubicBezTo>
                <a:cubicBezTo>
                  <a:pt x="2" y="143"/>
                  <a:pt x="0" y="121"/>
                  <a:pt x="4" y="100"/>
                </a:cubicBezTo>
                <a:cubicBezTo>
                  <a:pt x="11" y="57"/>
                  <a:pt x="35" y="27"/>
                  <a:pt x="74" y="10"/>
                </a:cubicBezTo>
                <a:cubicBezTo>
                  <a:pt x="86" y="4"/>
                  <a:pt x="98" y="1"/>
                  <a:pt x="111" y="1"/>
                </a:cubicBezTo>
                <a:cubicBezTo>
                  <a:pt x="112" y="0"/>
                  <a:pt x="113" y="0"/>
                  <a:pt x="114" y="0"/>
                </a:cubicBezTo>
                <a:lnTo>
                  <a:pt x="128" y="0"/>
                </a:lnTo>
                <a:close/>
                <a:moveTo>
                  <a:pt x="121" y="245"/>
                </a:moveTo>
                <a:cubicBezTo>
                  <a:pt x="136" y="245"/>
                  <a:pt x="151" y="245"/>
                  <a:pt x="167" y="245"/>
                </a:cubicBezTo>
                <a:cubicBezTo>
                  <a:pt x="176" y="245"/>
                  <a:pt x="179" y="242"/>
                  <a:pt x="180" y="233"/>
                </a:cubicBezTo>
                <a:cubicBezTo>
                  <a:pt x="182" y="223"/>
                  <a:pt x="184" y="213"/>
                  <a:pt x="187" y="203"/>
                </a:cubicBezTo>
                <a:cubicBezTo>
                  <a:pt x="192" y="191"/>
                  <a:pt x="199" y="180"/>
                  <a:pt x="205" y="168"/>
                </a:cubicBezTo>
                <a:cubicBezTo>
                  <a:pt x="212" y="156"/>
                  <a:pt x="216" y="143"/>
                  <a:pt x="217" y="128"/>
                </a:cubicBezTo>
                <a:cubicBezTo>
                  <a:pt x="220" y="94"/>
                  <a:pt x="208" y="66"/>
                  <a:pt x="182" y="44"/>
                </a:cubicBezTo>
                <a:cubicBezTo>
                  <a:pt x="149" y="17"/>
                  <a:pt x="106" y="15"/>
                  <a:pt x="70" y="37"/>
                </a:cubicBezTo>
                <a:cubicBezTo>
                  <a:pt x="35" y="58"/>
                  <a:pt x="19" y="98"/>
                  <a:pt x="26" y="138"/>
                </a:cubicBezTo>
                <a:cubicBezTo>
                  <a:pt x="28" y="152"/>
                  <a:pt x="35" y="165"/>
                  <a:pt x="42" y="177"/>
                </a:cubicBezTo>
                <a:cubicBezTo>
                  <a:pt x="52" y="195"/>
                  <a:pt x="60" y="214"/>
                  <a:pt x="62" y="235"/>
                </a:cubicBezTo>
                <a:cubicBezTo>
                  <a:pt x="62" y="242"/>
                  <a:pt x="66" y="245"/>
                  <a:pt x="73" y="245"/>
                </a:cubicBezTo>
                <a:cubicBezTo>
                  <a:pt x="89" y="245"/>
                  <a:pt x="105" y="245"/>
                  <a:pt x="121" y="245"/>
                </a:cubicBezTo>
                <a:moveTo>
                  <a:pt x="121" y="254"/>
                </a:moveTo>
                <a:cubicBezTo>
                  <a:pt x="105" y="254"/>
                  <a:pt x="89" y="254"/>
                  <a:pt x="74" y="254"/>
                </a:cubicBezTo>
                <a:cubicBezTo>
                  <a:pt x="69" y="254"/>
                  <a:pt x="65" y="256"/>
                  <a:pt x="64" y="260"/>
                </a:cubicBezTo>
                <a:cubicBezTo>
                  <a:pt x="61" y="267"/>
                  <a:pt x="66" y="274"/>
                  <a:pt x="74" y="274"/>
                </a:cubicBezTo>
                <a:cubicBezTo>
                  <a:pt x="96" y="274"/>
                  <a:pt x="118" y="274"/>
                  <a:pt x="140" y="274"/>
                </a:cubicBezTo>
                <a:cubicBezTo>
                  <a:pt x="149" y="274"/>
                  <a:pt x="159" y="274"/>
                  <a:pt x="169" y="274"/>
                </a:cubicBezTo>
                <a:cubicBezTo>
                  <a:pt x="173" y="274"/>
                  <a:pt x="176" y="272"/>
                  <a:pt x="178" y="268"/>
                </a:cubicBezTo>
                <a:cubicBezTo>
                  <a:pt x="181" y="261"/>
                  <a:pt x="176" y="254"/>
                  <a:pt x="169" y="254"/>
                </a:cubicBezTo>
                <a:cubicBezTo>
                  <a:pt x="153" y="254"/>
                  <a:pt x="137" y="254"/>
                  <a:pt x="121" y="254"/>
                </a:cubicBezTo>
                <a:moveTo>
                  <a:pt x="121" y="283"/>
                </a:moveTo>
                <a:cubicBezTo>
                  <a:pt x="105" y="283"/>
                  <a:pt x="89" y="283"/>
                  <a:pt x="74" y="283"/>
                </a:cubicBezTo>
                <a:cubicBezTo>
                  <a:pt x="69" y="283"/>
                  <a:pt x="65" y="285"/>
                  <a:pt x="64" y="289"/>
                </a:cubicBezTo>
                <a:cubicBezTo>
                  <a:pt x="61" y="296"/>
                  <a:pt x="66" y="303"/>
                  <a:pt x="74" y="303"/>
                </a:cubicBezTo>
                <a:cubicBezTo>
                  <a:pt x="96" y="303"/>
                  <a:pt x="118" y="303"/>
                  <a:pt x="140" y="303"/>
                </a:cubicBezTo>
                <a:cubicBezTo>
                  <a:pt x="149" y="303"/>
                  <a:pt x="159" y="303"/>
                  <a:pt x="169" y="303"/>
                </a:cubicBezTo>
                <a:cubicBezTo>
                  <a:pt x="173" y="303"/>
                  <a:pt x="176" y="301"/>
                  <a:pt x="178" y="297"/>
                </a:cubicBezTo>
                <a:cubicBezTo>
                  <a:pt x="181" y="290"/>
                  <a:pt x="176" y="283"/>
                  <a:pt x="169" y="283"/>
                </a:cubicBezTo>
                <a:cubicBezTo>
                  <a:pt x="153" y="283"/>
                  <a:pt x="137" y="283"/>
                  <a:pt x="121" y="283"/>
                </a:cubicBezTo>
                <a:moveTo>
                  <a:pt x="82" y="313"/>
                </a:moveTo>
                <a:cubicBezTo>
                  <a:pt x="82" y="323"/>
                  <a:pt x="90" y="331"/>
                  <a:pt x="100" y="332"/>
                </a:cubicBezTo>
                <a:cubicBezTo>
                  <a:pt x="114" y="332"/>
                  <a:pt x="128" y="332"/>
                  <a:pt x="142" y="332"/>
                </a:cubicBezTo>
                <a:cubicBezTo>
                  <a:pt x="152" y="331"/>
                  <a:pt x="159" y="323"/>
                  <a:pt x="159" y="313"/>
                </a:cubicBezTo>
                <a:lnTo>
                  <a:pt x="82" y="313"/>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7" name="Freeform 266"/>
          <p:cNvSpPr>
            <a:spLocks noChangeAspect="1" noEditPoints="1"/>
          </p:cNvSpPr>
          <p:nvPr/>
        </p:nvSpPr>
        <p:spPr bwMode="auto">
          <a:xfrm>
            <a:off x="8132831" y="3992856"/>
            <a:ext cx="825364" cy="904291"/>
          </a:xfrm>
          <a:custGeom>
            <a:avLst/>
            <a:gdLst>
              <a:gd name="T0" fmla="*/ 62 w 183"/>
              <a:gd name="T1" fmla="*/ 22 h 200"/>
              <a:gd name="T2" fmla="*/ 36 w 183"/>
              <a:gd name="T3" fmla="*/ 11 h 200"/>
              <a:gd name="T4" fmla="*/ 0 w 183"/>
              <a:gd name="T5" fmla="*/ 48 h 200"/>
              <a:gd name="T6" fmla="*/ 9 w 183"/>
              <a:gd name="T7" fmla="*/ 73 h 200"/>
              <a:gd name="T8" fmla="*/ 62 w 183"/>
              <a:gd name="T9" fmla="*/ 22 h 200"/>
              <a:gd name="T10" fmla="*/ 147 w 183"/>
              <a:gd name="T11" fmla="*/ 11 h 200"/>
              <a:gd name="T12" fmla="*/ 119 w 183"/>
              <a:gd name="T13" fmla="*/ 23 h 200"/>
              <a:gd name="T14" fmla="*/ 170 w 183"/>
              <a:gd name="T15" fmla="*/ 76 h 200"/>
              <a:gd name="T16" fmla="*/ 183 w 183"/>
              <a:gd name="T17" fmla="*/ 48 h 200"/>
              <a:gd name="T18" fmla="*/ 147 w 183"/>
              <a:gd name="T19" fmla="*/ 11 h 200"/>
              <a:gd name="T20" fmla="*/ 169 w 183"/>
              <a:gd name="T21" fmla="*/ 103 h 200"/>
              <a:gd name="T22" fmla="*/ 96 w 183"/>
              <a:gd name="T23" fmla="*/ 23 h 200"/>
              <a:gd name="T24" fmla="*/ 96 w 183"/>
              <a:gd name="T25" fmla="*/ 6 h 200"/>
              <a:gd name="T26" fmla="*/ 98 w 183"/>
              <a:gd name="T27" fmla="*/ 6 h 200"/>
              <a:gd name="T28" fmla="*/ 102 w 183"/>
              <a:gd name="T29" fmla="*/ 3 h 200"/>
              <a:gd name="T30" fmla="*/ 98 w 183"/>
              <a:gd name="T31" fmla="*/ 0 h 200"/>
              <a:gd name="T32" fmla="*/ 81 w 183"/>
              <a:gd name="T33" fmla="*/ 0 h 200"/>
              <a:gd name="T34" fmla="*/ 78 w 183"/>
              <a:gd name="T35" fmla="*/ 3 h 200"/>
              <a:gd name="T36" fmla="*/ 81 w 183"/>
              <a:gd name="T37" fmla="*/ 6 h 200"/>
              <a:gd name="T38" fmla="*/ 84 w 183"/>
              <a:gd name="T39" fmla="*/ 6 h 200"/>
              <a:gd name="T40" fmla="*/ 84 w 183"/>
              <a:gd name="T41" fmla="*/ 23 h 200"/>
              <a:gd name="T42" fmla="*/ 9 w 183"/>
              <a:gd name="T43" fmla="*/ 103 h 200"/>
              <a:gd name="T44" fmla="*/ 38 w 183"/>
              <a:gd name="T45" fmla="*/ 164 h 200"/>
              <a:gd name="T46" fmla="*/ 29 w 183"/>
              <a:gd name="T47" fmla="*/ 190 h 200"/>
              <a:gd name="T48" fmla="*/ 33 w 183"/>
              <a:gd name="T49" fmla="*/ 198 h 200"/>
              <a:gd name="T50" fmla="*/ 35 w 183"/>
              <a:gd name="T51" fmla="*/ 199 h 200"/>
              <a:gd name="T52" fmla="*/ 43 w 183"/>
              <a:gd name="T53" fmla="*/ 196 h 200"/>
              <a:gd name="T54" fmla="*/ 53 w 183"/>
              <a:gd name="T55" fmla="*/ 174 h 200"/>
              <a:gd name="T56" fmla="*/ 89 w 183"/>
              <a:gd name="T57" fmla="*/ 183 h 200"/>
              <a:gd name="T58" fmla="*/ 125 w 183"/>
              <a:gd name="T59" fmla="*/ 174 h 200"/>
              <a:gd name="T60" fmla="*/ 136 w 183"/>
              <a:gd name="T61" fmla="*/ 196 h 200"/>
              <a:gd name="T62" fmla="*/ 144 w 183"/>
              <a:gd name="T63" fmla="*/ 199 h 200"/>
              <a:gd name="T64" fmla="*/ 146 w 183"/>
              <a:gd name="T65" fmla="*/ 198 h 200"/>
              <a:gd name="T66" fmla="*/ 149 w 183"/>
              <a:gd name="T67" fmla="*/ 190 h 200"/>
              <a:gd name="T68" fmla="*/ 141 w 183"/>
              <a:gd name="T69" fmla="*/ 164 h 200"/>
              <a:gd name="T70" fmla="*/ 169 w 183"/>
              <a:gd name="T71" fmla="*/ 103 h 200"/>
              <a:gd name="T72" fmla="*/ 89 w 183"/>
              <a:gd name="T73" fmla="*/ 167 h 200"/>
              <a:gd name="T74" fmla="*/ 25 w 183"/>
              <a:gd name="T75" fmla="*/ 103 h 200"/>
              <a:gd name="T76" fmla="*/ 89 w 183"/>
              <a:gd name="T77" fmla="*/ 39 h 200"/>
              <a:gd name="T78" fmla="*/ 153 w 183"/>
              <a:gd name="T79" fmla="*/ 103 h 200"/>
              <a:gd name="T80" fmla="*/ 89 w 183"/>
              <a:gd name="T81" fmla="*/ 167 h 200"/>
              <a:gd name="T82" fmla="*/ 97 w 183"/>
              <a:gd name="T83" fmla="*/ 111 h 200"/>
              <a:gd name="T84" fmla="*/ 100 w 183"/>
              <a:gd name="T85" fmla="*/ 103 h 200"/>
              <a:gd name="T86" fmla="*/ 91 w 183"/>
              <a:gd name="T87" fmla="*/ 92 h 200"/>
              <a:gd name="T88" fmla="*/ 91 w 183"/>
              <a:gd name="T89" fmla="*/ 55 h 200"/>
              <a:gd name="T90" fmla="*/ 89 w 183"/>
              <a:gd name="T91" fmla="*/ 53 h 200"/>
              <a:gd name="T92" fmla="*/ 87 w 183"/>
              <a:gd name="T93" fmla="*/ 55 h 200"/>
              <a:gd name="T94" fmla="*/ 87 w 183"/>
              <a:gd name="T95" fmla="*/ 92 h 200"/>
              <a:gd name="T96" fmla="*/ 78 w 183"/>
              <a:gd name="T97" fmla="*/ 103 h 200"/>
              <a:gd name="T98" fmla="*/ 89 w 183"/>
              <a:gd name="T99" fmla="*/ 114 h 200"/>
              <a:gd name="T100" fmla="*/ 93 w 183"/>
              <a:gd name="T101" fmla="*/ 113 h 200"/>
              <a:gd name="T102" fmla="*/ 104 w 183"/>
              <a:gd name="T103" fmla="*/ 131 h 200"/>
              <a:gd name="T104" fmla="*/ 107 w 183"/>
              <a:gd name="T105" fmla="*/ 132 h 200"/>
              <a:gd name="T106" fmla="*/ 108 w 183"/>
              <a:gd name="T107" fmla="*/ 129 h 200"/>
              <a:gd name="T108" fmla="*/ 97 w 183"/>
              <a:gd name="T109" fmla="*/ 111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3" h="200">
                <a:moveTo>
                  <a:pt x="62" y="22"/>
                </a:moveTo>
                <a:cubicBezTo>
                  <a:pt x="56" y="15"/>
                  <a:pt x="46" y="11"/>
                  <a:pt x="36" y="11"/>
                </a:cubicBezTo>
                <a:cubicBezTo>
                  <a:pt x="16" y="11"/>
                  <a:pt x="0" y="28"/>
                  <a:pt x="0" y="48"/>
                </a:cubicBezTo>
                <a:cubicBezTo>
                  <a:pt x="0" y="57"/>
                  <a:pt x="3" y="66"/>
                  <a:pt x="9" y="73"/>
                </a:cubicBezTo>
                <a:cubicBezTo>
                  <a:pt x="18" y="49"/>
                  <a:pt x="38" y="30"/>
                  <a:pt x="62" y="22"/>
                </a:cubicBezTo>
                <a:close/>
                <a:moveTo>
                  <a:pt x="147" y="11"/>
                </a:moveTo>
                <a:cubicBezTo>
                  <a:pt x="136" y="11"/>
                  <a:pt x="126" y="16"/>
                  <a:pt x="119" y="23"/>
                </a:cubicBezTo>
                <a:cubicBezTo>
                  <a:pt x="143" y="32"/>
                  <a:pt x="162" y="52"/>
                  <a:pt x="170" y="76"/>
                </a:cubicBezTo>
                <a:cubicBezTo>
                  <a:pt x="178" y="69"/>
                  <a:pt x="183" y="59"/>
                  <a:pt x="183" y="48"/>
                </a:cubicBezTo>
                <a:cubicBezTo>
                  <a:pt x="183" y="28"/>
                  <a:pt x="167" y="11"/>
                  <a:pt x="147" y="11"/>
                </a:cubicBezTo>
                <a:close/>
                <a:moveTo>
                  <a:pt x="169" y="103"/>
                </a:moveTo>
                <a:cubicBezTo>
                  <a:pt x="169" y="61"/>
                  <a:pt x="137" y="26"/>
                  <a:pt x="96" y="23"/>
                </a:cubicBezTo>
                <a:cubicBezTo>
                  <a:pt x="96" y="6"/>
                  <a:pt x="96" y="6"/>
                  <a:pt x="96" y="6"/>
                </a:cubicBezTo>
                <a:cubicBezTo>
                  <a:pt x="98" y="6"/>
                  <a:pt x="98" y="6"/>
                  <a:pt x="98" y="6"/>
                </a:cubicBezTo>
                <a:cubicBezTo>
                  <a:pt x="100" y="6"/>
                  <a:pt x="102" y="5"/>
                  <a:pt x="102" y="3"/>
                </a:cubicBezTo>
                <a:cubicBezTo>
                  <a:pt x="102" y="1"/>
                  <a:pt x="100" y="0"/>
                  <a:pt x="98" y="0"/>
                </a:cubicBezTo>
                <a:cubicBezTo>
                  <a:pt x="81" y="0"/>
                  <a:pt x="81" y="0"/>
                  <a:pt x="81" y="0"/>
                </a:cubicBezTo>
                <a:cubicBezTo>
                  <a:pt x="80" y="0"/>
                  <a:pt x="78" y="1"/>
                  <a:pt x="78" y="3"/>
                </a:cubicBezTo>
                <a:cubicBezTo>
                  <a:pt x="78" y="5"/>
                  <a:pt x="80" y="6"/>
                  <a:pt x="81" y="6"/>
                </a:cubicBezTo>
                <a:cubicBezTo>
                  <a:pt x="84" y="6"/>
                  <a:pt x="84" y="6"/>
                  <a:pt x="84" y="6"/>
                </a:cubicBezTo>
                <a:cubicBezTo>
                  <a:pt x="84" y="23"/>
                  <a:pt x="84" y="23"/>
                  <a:pt x="84" y="23"/>
                </a:cubicBezTo>
                <a:cubicBezTo>
                  <a:pt x="42" y="25"/>
                  <a:pt x="9" y="60"/>
                  <a:pt x="9" y="103"/>
                </a:cubicBezTo>
                <a:cubicBezTo>
                  <a:pt x="9" y="127"/>
                  <a:pt x="20" y="150"/>
                  <a:pt x="38" y="164"/>
                </a:cubicBezTo>
                <a:cubicBezTo>
                  <a:pt x="29" y="190"/>
                  <a:pt x="29" y="190"/>
                  <a:pt x="29" y="190"/>
                </a:cubicBezTo>
                <a:cubicBezTo>
                  <a:pt x="28" y="194"/>
                  <a:pt x="30" y="197"/>
                  <a:pt x="33" y="198"/>
                </a:cubicBezTo>
                <a:cubicBezTo>
                  <a:pt x="35" y="199"/>
                  <a:pt x="35" y="199"/>
                  <a:pt x="35" y="199"/>
                </a:cubicBezTo>
                <a:cubicBezTo>
                  <a:pt x="38" y="200"/>
                  <a:pt x="41" y="199"/>
                  <a:pt x="43" y="196"/>
                </a:cubicBezTo>
                <a:cubicBezTo>
                  <a:pt x="53" y="174"/>
                  <a:pt x="53" y="174"/>
                  <a:pt x="53" y="174"/>
                </a:cubicBezTo>
                <a:cubicBezTo>
                  <a:pt x="64" y="180"/>
                  <a:pt x="76" y="183"/>
                  <a:pt x="89" y="183"/>
                </a:cubicBezTo>
                <a:cubicBezTo>
                  <a:pt x="102" y="183"/>
                  <a:pt x="114" y="180"/>
                  <a:pt x="125" y="174"/>
                </a:cubicBezTo>
                <a:cubicBezTo>
                  <a:pt x="136" y="196"/>
                  <a:pt x="136" y="196"/>
                  <a:pt x="136" y="196"/>
                </a:cubicBezTo>
                <a:cubicBezTo>
                  <a:pt x="137" y="199"/>
                  <a:pt x="141" y="200"/>
                  <a:pt x="144" y="199"/>
                </a:cubicBezTo>
                <a:cubicBezTo>
                  <a:pt x="146" y="198"/>
                  <a:pt x="146" y="198"/>
                  <a:pt x="146" y="198"/>
                </a:cubicBezTo>
                <a:cubicBezTo>
                  <a:pt x="149" y="197"/>
                  <a:pt x="150" y="194"/>
                  <a:pt x="149" y="190"/>
                </a:cubicBezTo>
                <a:cubicBezTo>
                  <a:pt x="141" y="164"/>
                  <a:pt x="141" y="164"/>
                  <a:pt x="141" y="164"/>
                </a:cubicBezTo>
                <a:cubicBezTo>
                  <a:pt x="158" y="149"/>
                  <a:pt x="169" y="127"/>
                  <a:pt x="169" y="103"/>
                </a:cubicBezTo>
                <a:close/>
                <a:moveTo>
                  <a:pt x="89" y="167"/>
                </a:moveTo>
                <a:cubicBezTo>
                  <a:pt x="54" y="167"/>
                  <a:pt x="25" y="138"/>
                  <a:pt x="25" y="103"/>
                </a:cubicBezTo>
                <a:cubicBezTo>
                  <a:pt x="25" y="67"/>
                  <a:pt x="54" y="39"/>
                  <a:pt x="89" y="39"/>
                </a:cubicBezTo>
                <a:cubicBezTo>
                  <a:pt x="124" y="39"/>
                  <a:pt x="153" y="67"/>
                  <a:pt x="153" y="103"/>
                </a:cubicBezTo>
                <a:cubicBezTo>
                  <a:pt x="153" y="138"/>
                  <a:pt x="124" y="167"/>
                  <a:pt x="89" y="167"/>
                </a:cubicBezTo>
                <a:close/>
                <a:moveTo>
                  <a:pt x="97" y="111"/>
                </a:moveTo>
                <a:cubicBezTo>
                  <a:pt x="99" y="109"/>
                  <a:pt x="100" y="106"/>
                  <a:pt x="100" y="103"/>
                </a:cubicBezTo>
                <a:cubicBezTo>
                  <a:pt x="100" y="97"/>
                  <a:pt x="96" y="93"/>
                  <a:pt x="91" y="92"/>
                </a:cubicBezTo>
                <a:cubicBezTo>
                  <a:pt x="91" y="55"/>
                  <a:pt x="91" y="55"/>
                  <a:pt x="91" y="55"/>
                </a:cubicBezTo>
                <a:cubicBezTo>
                  <a:pt x="91" y="54"/>
                  <a:pt x="90" y="53"/>
                  <a:pt x="89" y="53"/>
                </a:cubicBezTo>
                <a:cubicBezTo>
                  <a:pt x="88" y="53"/>
                  <a:pt x="87" y="54"/>
                  <a:pt x="87" y="55"/>
                </a:cubicBezTo>
                <a:cubicBezTo>
                  <a:pt x="87" y="92"/>
                  <a:pt x="87" y="92"/>
                  <a:pt x="87" y="92"/>
                </a:cubicBezTo>
                <a:cubicBezTo>
                  <a:pt x="82" y="93"/>
                  <a:pt x="78" y="97"/>
                  <a:pt x="78" y="103"/>
                </a:cubicBezTo>
                <a:cubicBezTo>
                  <a:pt x="78" y="109"/>
                  <a:pt x="83" y="114"/>
                  <a:pt x="89" y="114"/>
                </a:cubicBezTo>
                <a:cubicBezTo>
                  <a:pt x="90" y="114"/>
                  <a:pt x="92" y="114"/>
                  <a:pt x="93" y="113"/>
                </a:cubicBezTo>
                <a:cubicBezTo>
                  <a:pt x="104" y="131"/>
                  <a:pt x="104" y="131"/>
                  <a:pt x="104" y="131"/>
                </a:cubicBezTo>
                <a:cubicBezTo>
                  <a:pt x="105" y="132"/>
                  <a:pt x="106" y="133"/>
                  <a:pt x="107" y="132"/>
                </a:cubicBezTo>
                <a:cubicBezTo>
                  <a:pt x="108" y="131"/>
                  <a:pt x="109" y="130"/>
                  <a:pt x="108" y="129"/>
                </a:cubicBezTo>
                <a:lnTo>
                  <a:pt x="97" y="111"/>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158" name="组合 81"/>
          <p:cNvGrpSpPr>
            <a:grpSpLocks noChangeAspect="1"/>
          </p:cNvGrpSpPr>
          <p:nvPr/>
        </p:nvGrpSpPr>
        <p:grpSpPr>
          <a:xfrm>
            <a:off x="9115827" y="5075665"/>
            <a:ext cx="948522" cy="812107"/>
            <a:chOff x="2162176" y="-104775"/>
            <a:chExt cx="1655763" cy="1417638"/>
          </a:xfrm>
          <a:solidFill>
            <a:schemeClr val="tx1">
              <a:lumMod val="65000"/>
              <a:lumOff val="35000"/>
            </a:schemeClr>
          </a:solidFill>
        </p:grpSpPr>
        <p:sp>
          <p:nvSpPr>
            <p:cNvPr id="159" name="Freeform 3767"/>
            <p:cNvSpPr>
              <a:spLocks/>
            </p:cNvSpPr>
            <p:nvPr/>
          </p:nvSpPr>
          <p:spPr bwMode="auto">
            <a:xfrm>
              <a:off x="2311401" y="104775"/>
              <a:ext cx="1370013" cy="1208088"/>
            </a:xfrm>
            <a:custGeom>
              <a:avLst/>
              <a:gdLst>
                <a:gd name="T0" fmla="*/ 231 w 431"/>
                <a:gd name="T1" fmla="*/ 6 h 380"/>
                <a:gd name="T2" fmla="*/ 190 w 431"/>
                <a:gd name="T3" fmla="*/ 7 h 380"/>
                <a:gd name="T4" fmla="*/ 20 w 431"/>
                <a:gd name="T5" fmla="*/ 106 h 380"/>
                <a:gd name="T6" fmla="*/ 0 w 431"/>
                <a:gd name="T7" fmla="*/ 142 h 380"/>
                <a:gd name="T8" fmla="*/ 0 w 431"/>
                <a:gd name="T9" fmla="*/ 357 h 380"/>
                <a:gd name="T10" fmla="*/ 24 w 431"/>
                <a:gd name="T11" fmla="*/ 380 h 380"/>
                <a:gd name="T12" fmla="*/ 124 w 431"/>
                <a:gd name="T13" fmla="*/ 380 h 380"/>
                <a:gd name="T14" fmla="*/ 148 w 431"/>
                <a:gd name="T15" fmla="*/ 357 h 380"/>
                <a:gd name="T16" fmla="*/ 148 w 431"/>
                <a:gd name="T17" fmla="*/ 258 h 380"/>
                <a:gd name="T18" fmla="*/ 171 w 431"/>
                <a:gd name="T19" fmla="*/ 235 h 380"/>
                <a:gd name="T20" fmla="*/ 260 w 431"/>
                <a:gd name="T21" fmla="*/ 235 h 380"/>
                <a:gd name="T22" fmla="*/ 283 w 431"/>
                <a:gd name="T23" fmla="*/ 258 h 380"/>
                <a:gd name="T24" fmla="*/ 283 w 431"/>
                <a:gd name="T25" fmla="*/ 357 h 380"/>
                <a:gd name="T26" fmla="*/ 307 w 431"/>
                <a:gd name="T27" fmla="*/ 380 h 380"/>
                <a:gd name="T28" fmla="*/ 407 w 431"/>
                <a:gd name="T29" fmla="*/ 380 h 380"/>
                <a:gd name="T30" fmla="*/ 431 w 431"/>
                <a:gd name="T31" fmla="*/ 357 h 380"/>
                <a:gd name="T32" fmla="*/ 431 w 431"/>
                <a:gd name="T33" fmla="*/ 142 h 380"/>
                <a:gd name="T34" fmla="*/ 410 w 431"/>
                <a:gd name="T35" fmla="*/ 107 h 380"/>
                <a:gd name="T36" fmla="*/ 231 w 431"/>
                <a:gd name="T37" fmla="*/ 6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31" h="380">
                  <a:moveTo>
                    <a:pt x="231" y="6"/>
                  </a:moveTo>
                  <a:cubicBezTo>
                    <a:pt x="220" y="0"/>
                    <a:pt x="201" y="0"/>
                    <a:pt x="190" y="7"/>
                  </a:cubicBezTo>
                  <a:cubicBezTo>
                    <a:pt x="20" y="106"/>
                    <a:pt x="20" y="106"/>
                    <a:pt x="20" y="106"/>
                  </a:cubicBezTo>
                  <a:cubicBezTo>
                    <a:pt x="9" y="113"/>
                    <a:pt x="0" y="129"/>
                    <a:pt x="0" y="142"/>
                  </a:cubicBezTo>
                  <a:cubicBezTo>
                    <a:pt x="0" y="357"/>
                    <a:pt x="0" y="357"/>
                    <a:pt x="0" y="357"/>
                  </a:cubicBezTo>
                  <a:cubicBezTo>
                    <a:pt x="0" y="370"/>
                    <a:pt x="10" y="380"/>
                    <a:pt x="24" y="380"/>
                  </a:cubicBezTo>
                  <a:cubicBezTo>
                    <a:pt x="124" y="380"/>
                    <a:pt x="124" y="380"/>
                    <a:pt x="124" y="380"/>
                  </a:cubicBezTo>
                  <a:cubicBezTo>
                    <a:pt x="137" y="380"/>
                    <a:pt x="148" y="370"/>
                    <a:pt x="148" y="357"/>
                  </a:cubicBezTo>
                  <a:cubicBezTo>
                    <a:pt x="148" y="258"/>
                    <a:pt x="148" y="258"/>
                    <a:pt x="148" y="258"/>
                  </a:cubicBezTo>
                  <a:cubicBezTo>
                    <a:pt x="148" y="245"/>
                    <a:pt x="158" y="235"/>
                    <a:pt x="171" y="235"/>
                  </a:cubicBezTo>
                  <a:cubicBezTo>
                    <a:pt x="260" y="235"/>
                    <a:pt x="260" y="235"/>
                    <a:pt x="260" y="235"/>
                  </a:cubicBezTo>
                  <a:cubicBezTo>
                    <a:pt x="273" y="235"/>
                    <a:pt x="283" y="245"/>
                    <a:pt x="283" y="258"/>
                  </a:cubicBezTo>
                  <a:cubicBezTo>
                    <a:pt x="283" y="357"/>
                    <a:pt x="283" y="357"/>
                    <a:pt x="283" y="357"/>
                  </a:cubicBezTo>
                  <a:cubicBezTo>
                    <a:pt x="283" y="370"/>
                    <a:pt x="294" y="380"/>
                    <a:pt x="307" y="380"/>
                  </a:cubicBezTo>
                  <a:cubicBezTo>
                    <a:pt x="407" y="380"/>
                    <a:pt x="407" y="380"/>
                    <a:pt x="407" y="380"/>
                  </a:cubicBezTo>
                  <a:cubicBezTo>
                    <a:pt x="420" y="380"/>
                    <a:pt x="431" y="370"/>
                    <a:pt x="431" y="357"/>
                  </a:cubicBezTo>
                  <a:cubicBezTo>
                    <a:pt x="431" y="142"/>
                    <a:pt x="431" y="142"/>
                    <a:pt x="431" y="142"/>
                  </a:cubicBezTo>
                  <a:cubicBezTo>
                    <a:pt x="431" y="129"/>
                    <a:pt x="422" y="113"/>
                    <a:pt x="410" y="107"/>
                  </a:cubicBezTo>
                  <a:lnTo>
                    <a:pt x="231"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60" name="Freeform 3768"/>
            <p:cNvSpPr>
              <a:spLocks/>
            </p:cNvSpPr>
            <p:nvPr/>
          </p:nvSpPr>
          <p:spPr bwMode="auto">
            <a:xfrm>
              <a:off x="2162176" y="-104775"/>
              <a:ext cx="1655763" cy="552450"/>
            </a:xfrm>
            <a:custGeom>
              <a:avLst/>
              <a:gdLst>
                <a:gd name="T0" fmla="*/ 516 w 521"/>
                <a:gd name="T1" fmla="*/ 165 h 174"/>
                <a:gd name="T2" fmla="*/ 487 w 521"/>
                <a:gd name="T3" fmla="*/ 167 h 174"/>
                <a:gd name="T4" fmla="*/ 276 w 521"/>
                <a:gd name="T5" fmla="*/ 45 h 174"/>
                <a:gd name="T6" fmla="*/ 235 w 521"/>
                <a:gd name="T7" fmla="*/ 45 h 174"/>
                <a:gd name="T8" fmla="*/ 34 w 521"/>
                <a:gd name="T9" fmla="*/ 167 h 174"/>
                <a:gd name="T10" fmla="*/ 5 w 521"/>
                <a:gd name="T11" fmla="*/ 165 h 174"/>
                <a:gd name="T12" fmla="*/ 16 w 521"/>
                <a:gd name="T13" fmla="*/ 138 h 174"/>
                <a:gd name="T14" fmla="*/ 235 w 521"/>
                <a:gd name="T15" fmla="*/ 7 h 174"/>
                <a:gd name="T16" fmla="*/ 276 w 521"/>
                <a:gd name="T17" fmla="*/ 6 h 174"/>
                <a:gd name="T18" fmla="*/ 504 w 521"/>
                <a:gd name="T19" fmla="*/ 139 h 174"/>
                <a:gd name="T20" fmla="*/ 516 w 521"/>
                <a:gd name="T21" fmla="*/ 16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1" h="174">
                  <a:moveTo>
                    <a:pt x="516" y="165"/>
                  </a:moveTo>
                  <a:cubicBezTo>
                    <a:pt x="512" y="173"/>
                    <a:pt x="499" y="174"/>
                    <a:pt x="487" y="167"/>
                  </a:cubicBezTo>
                  <a:cubicBezTo>
                    <a:pt x="276" y="45"/>
                    <a:pt x="276" y="45"/>
                    <a:pt x="276" y="45"/>
                  </a:cubicBezTo>
                  <a:cubicBezTo>
                    <a:pt x="265" y="38"/>
                    <a:pt x="247" y="38"/>
                    <a:pt x="235" y="45"/>
                  </a:cubicBezTo>
                  <a:cubicBezTo>
                    <a:pt x="34" y="167"/>
                    <a:pt x="34" y="167"/>
                    <a:pt x="34" y="167"/>
                  </a:cubicBezTo>
                  <a:cubicBezTo>
                    <a:pt x="22" y="174"/>
                    <a:pt x="9" y="173"/>
                    <a:pt x="5" y="165"/>
                  </a:cubicBezTo>
                  <a:cubicBezTo>
                    <a:pt x="0" y="157"/>
                    <a:pt x="5" y="145"/>
                    <a:pt x="16" y="138"/>
                  </a:cubicBezTo>
                  <a:cubicBezTo>
                    <a:pt x="235" y="7"/>
                    <a:pt x="235" y="7"/>
                    <a:pt x="235" y="7"/>
                  </a:cubicBezTo>
                  <a:cubicBezTo>
                    <a:pt x="246" y="0"/>
                    <a:pt x="265" y="0"/>
                    <a:pt x="276" y="6"/>
                  </a:cubicBezTo>
                  <a:cubicBezTo>
                    <a:pt x="504" y="139"/>
                    <a:pt x="504" y="139"/>
                    <a:pt x="504" y="139"/>
                  </a:cubicBezTo>
                  <a:cubicBezTo>
                    <a:pt x="515" y="145"/>
                    <a:pt x="521" y="157"/>
                    <a:pt x="516" y="1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grpSp>
      <p:sp>
        <p:nvSpPr>
          <p:cNvPr id="161" name="Freeform 63"/>
          <p:cNvSpPr>
            <a:spLocks noChangeAspect="1" noEditPoints="1"/>
          </p:cNvSpPr>
          <p:nvPr/>
        </p:nvSpPr>
        <p:spPr bwMode="auto">
          <a:xfrm>
            <a:off x="9184430" y="764535"/>
            <a:ext cx="824215" cy="936159"/>
          </a:xfrm>
          <a:custGeom>
            <a:avLst/>
            <a:gdLst>
              <a:gd name="T0" fmla="*/ 319 w 352"/>
              <a:gd name="T1" fmla="*/ 209 h 400"/>
              <a:gd name="T2" fmla="*/ 238 w 352"/>
              <a:gd name="T3" fmla="*/ 134 h 400"/>
              <a:gd name="T4" fmla="*/ 251 w 352"/>
              <a:gd name="T5" fmla="*/ 134 h 400"/>
              <a:gd name="T6" fmla="*/ 313 w 352"/>
              <a:gd name="T7" fmla="*/ 114 h 400"/>
              <a:gd name="T8" fmla="*/ 283 w 352"/>
              <a:gd name="T9" fmla="*/ 96 h 400"/>
              <a:gd name="T10" fmla="*/ 292 w 352"/>
              <a:gd name="T11" fmla="*/ 82 h 400"/>
              <a:gd name="T12" fmla="*/ 289 w 352"/>
              <a:gd name="T13" fmla="*/ 75 h 400"/>
              <a:gd name="T14" fmla="*/ 237 w 352"/>
              <a:gd name="T15" fmla="*/ 97 h 400"/>
              <a:gd name="T16" fmla="*/ 231 w 352"/>
              <a:gd name="T17" fmla="*/ 16 h 400"/>
              <a:gd name="T18" fmla="*/ 142 w 352"/>
              <a:gd name="T19" fmla="*/ 17 h 400"/>
              <a:gd name="T20" fmla="*/ 136 w 352"/>
              <a:gd name="T21" fmla="*/ 108 h 400"/>
              <a:gd name="T22" fmla="*/ 121 w 352"/>
              <a:gd name="T23" fmla="*/ 112 h 400"/>
              <a:gd name="T24" fmla="*/ 111 w 352"/>
              <a:gd name="T25" fmla="*/ 119 h 400"/>
              <a:gd name="T26" fmla="*/ 127 w 352"/>
              <a:gd name="T27" fmla="*/ 130 h 400"/>
              <a:gd name="T28" fmla="*/ 34 w 352"/>
              <a:gd name="T29" fmla="*/ 214 h 400"/>
              <a:gd name="T30" fmla="*/ 149 w 352"/>
              <a:gd name="T31" fmla="*/ 391 h 400"/>
              <a:gd name="T32" fmla="*/ 343 w 352"/>
              <a:gd name="T33" fmla="*/ 268 h 400"/>
              <a:gd name="T34" fmla="*/ 303 w 352"/>
              <a:gd name="T35" fmla="*/ 109 h 400"/>
              <a:gd name="T36" fmla="*/ 251 w 352"/>
              <a:gd name="T37" fmla="*/ 123 h 400"/>
              <a:gd name="T38" fmla="*/ 243 w 352"/>
              <a:gd name="T39" fmla="*/ 122 h 400"/>
              <a:gd name="T40" fmla="*/ 280 w 352"/>
              <a:gd name="T41" fmla="*/ 85 h 400"/>
              <a:gd name="T42" fmla="*/ 239 w 352"/>
              <a:gd name="T43" fmla="*/ 111 h 400"/>
              <a:gd name="T44" fmla="*/ 280 w 352"/>
              <a:gd name="T45" fmla="*/ 85 h 400"/>
              <a:gd name="T46" fmla="*/ 218 w 352"/>
              <a:gd name="T47" fmla="*/ 315 h 400"/>
              <a:gd name="T48" fmla="*/ 183 w 352"/>
              <a:gd name="T49" fmla="*/ 326 h 400"/>
              <a:gd name="T50" fmla="*/ 169 w 352"/>
              <a:gd name="T51" fmla="*/ 344 h 400"/>
              <a:gd name="T52" fmla="*/ 147 w 352"/>
              <a:gd name="T53" fmla="*/ 322 h 400"/>
              <a:gd name="T54" fmla="*/ 122 w 352"/>
              <a:gd name="T55" fmla="*/ 300 h 400"/>
              <a:gd name="T56" fmla="*/ 155 w 352"/>
              <a:gd name="T57" fmla="*/ 280 h 400"/>
              <a:gd name="T58" fmla="*/ 169 w 352"/>
              <a:gd name="T59" fmla="*/ 301 h 400"/>
              <a:gd name="T60" fmla="*/ 142 w 352"/>
              <a:gd name="T61" fmla="*/ 258 h 400"/>
              <a:gd name="T62" fmla="*/ 122 w 352"/>
              <a:gd name="T63" fmla="*/ 225 h 400"/>
              <a:gd name="T64" fmla="*/ 169 w 352"/>
              <a:gd name="T65" fmla="*/ 184 h 400"/>
              <a:gd name="T66" fmla="*/ 183 w 352"/>
              <a:gd name="T67" fmla="*/ 175 h 400"/>
              <a:gd name="T68" fmla="*/ 215 w 352"/>
              <a:gd name="T69" fmla="*/ 194 h 400"/>
              <a:gd name="T70" fmla="*/ 195 w 352"/>
              <a:gd name="T71" fmla="*/ 223 h 400"/>
              <a:gd name="T72" fmla="*/ 183 w 352"/>
              <a:gd name="T73" fmla="*/ 209 h 400"/>
              <a:gd name="T74" fmla="*/ 221 w 352"/>
              <a:gd name="T75" fmla="*/ 252 h 400"/>
              <a:gd name="T76" fmla="*/ 230 w 352"/>
              <a:gd name="T77" fmla="*/ 301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52" h="400">
                <a:moveTo>
                  <a:pt x="343" y="268"/>
                </a:moveTo>
                <a:cubicBezTo>
                  <a:pt x="339" y="245"/>
                  <a:pt x="331" y="231"/>
                  <a:pt x="319" y="209"/>
                </a:cubicBezTo>
                <a:cubicBezTo>
                  <a:pt x="308" y="192"/>
                  <a:pt x="288" y="172"/>
                  <a:pt x="273" y="160"/>
                </a:cubicBezTo>
                <a:cubicBezTo>
                  <a:pt x="262" y="151"/>
                  <a:pt x="249" y="143"/>
                  <a:pt x="238" y="134"/>
                </a:cubicBezTo>
                <a:cubicBezTo>
                  <a:pt x="241" y="134"/>
                  <a:pt x="241" y="134"/>
                  <a:pt x="241" y="134"/>
                </a:cubicBezTo>
                <a:cubicBezTo>
                  <a:pt x="251" y="134"/>
                  <a:pt x="251" y="134"/>
                  <a:pt x="251" y="134"/>
                </a:cubicBezTo>
                <a:cubicBezTo>
                  <a:pt x="258" y="134"/>
                  <a:pt x="266" y="134"/>
                  <a:pt x="274" y="133"/>
                </a:cubicBezTo>
                <a:cubicBezTo>
                  <a:pt x="283" y="132"/>
                  <a:pt x="306" y="128"/>
                  <a:pt x="313" y="114"/>
                </a:cubicBezTo>
                <a:cubicBezTo>
                  <a:pt x="318" y="104"/>
                  <a:pt x="314" y="99"/>
                  <a:pt x="311" y="97"/>
                </a:cubicBezTo>
                <a:cubicBezTo>
                  <a:pt x="306" y="93"/>
                  <a:pt x="295" y="94"/>
                  <a:pt x="283" y="96"/>
                </a:cubicBezTo>
                <a:cubicBezTo>
                  <a:pt x="288" y="92"/>
                  <a:pt x="291" y="88"/>
                  <a:pt x="292" y="84"/>
                </a:cubicBezTo>
                <a:cubicBezTo>
                  <a:pt x="292" y="84"/>
                  <a:pt x="292" y="83"/>
                  <a:pt x="292" y="82"/>
                </a:cubicBezTo>
                <a:cubicBezTo>
                  <a:pt x="292" y="80"/>
                  <a:pt x="292" y="78"/>
                  <a:pt x="290" y="76"/>
                </a:cubicBezTo>
                <a:cubicBezTo>
                  <a:pt x="289" y="75"/>
                  <a:pt x="289" y="75"/>
                  <a:pt x="289" y="75"/>
                </a:cubicBezTo>
                <a:cubicBezTo>
                  <a:pt x="287" y="74"/>
                  <a:pt x="287" y="74"/>
                  <a:pt x="287" y="74"/>
                </a:cubicBezTo>
                <a:cubicBezTo>
                  <a:pt x="272" y="72"/>
                  <a:pt x="251" y="83"/>
                  <a:pt x="237" y="97"/>
                </a:cubicBezTo>
                <a:cubicBezTo>
                  <a:pt x="252" y="77"/>
                  <a:pt x="280" y="51"/>
                  <a:pt x="285" y="30"/>
                </a:cubicBezTo>
                <a:cubicBezTo>
                  <a:pt x="266" y="29"/>
                  <a:pt x="247" y="25"/>
                  <a:pt x="231" y="16"/>
                </a:cubicBezTo>
                <a:cubicBezTo>
                  <a:pt x="216" y="8"/>
                  <a:pt x="209" y="0"/>
                  <a:pt x="191" y="3"/>
                </a:cubicBezTo>
                <a:cubicBezTo>
                  <a:pt x="174" y="5"/>
                  <a:pt x="158" y="13"/>
                  <a:pt x="142" y="17"/>
                </a:cubicBezTo>
                <a:cubicBezTo>
                  <a:pt x="124" y="22"/>
                  <a:pt x="108" y="15"/>
                  <a:pt x="90" y="18"/>
                </a:cubicBezTo>
                <a:cubicBezTo>
                  <a:pt x="87" y="49"/>
                  <a:pt x="125" y="79"/>
                  <a:pt x="136" y="108"/>
                </a:cubicBezTo>
                <a:cubicBezTo>
                  <a:pt x="131" y="109"/>
                  <a:pt x="126" y="110"/>
                  <a:pt x="121" y="112"/>
                </a:cubicBezTo>
                <a:cubicBezTo>
                  <a:pt x="121" y="112"/>
                  <a:pt x="121" y="112"/>
                  <a:pt x="121" y="112"/>
                </a:cubicBezTo>
                <a:cubicBezTo>
                  <a:pt x="118" y="113"/>
                  <a:pt x="115" y="114"/>
                  <a:pt x="114" y="116"/>
                </a:cubicBezTo>
                <a:cubicBezTo>
                  <a:pt x="111" y="119"/>
                  <a:pt x="111" y="119"/>
                  <a:pt x="111" y="119"/>
                </a:cubicBezTo>
                <a:cubicBezTo>
                  <a:pt x="113" y="123"/>
                  <a:pt x="113" y="123"/>
                  <a:pt x="113" y="123"/>
                </a:cubicBezTo>
                <a:cubicBezTo>
                  <a:pt x="116" y="127"/>
                  <a:pt x="120" y="129"/>
                  <a:pt x="127" y="130"/>
                </a:cubicBezTo>
                <a:cubicBezTo>
                  <a:pt x="113" y="139"/>
                  <a:pt x="96" y="149"/>
                  <a:pt x="84" y="159"/>
                </a:cubicBezTo>
                <a:cubicBezTo>
                  <a:pt x="69" y="172"/>
                  <a:pt x="46" y="198"/>
                  <a:pt x="34" y="214"/>
                </a:cubicBezTo>
                <a:cubicBezTo>
                  <a:pt x="13" y="240"/>
                  <a:pt x="0" y="275"/>
                  <a:pt x="6" y="307"/>
                </a:cubicBezTo>
                <a:cubicBezTo>
                  <a:pt x="18" y="370"/>
                  <a:pt x="92" y="391"/>
                  <a:pt x="149" y="391"/>
                </a:cubicBezTo>
                <a:cubicBezTo>
                  <a:pt x="212" y="391"/>
                  <a:pt x="293" y="400"/>
                  <a:pt x="335" y="348"/>
                </a:cubicBezTo>
                <a:cubicBezTo>
                  <a:pt x="352" y="327"/>
                  <a:pt x="347" y="295"/>
                  <a:pt x="343" y="268"/>
                </a:cubicBezTo>
                <a:close/>
                <a:moveTo>
                  <a:pt x="305" y="105"/>
                </a:moveTo>
                <a:cubicBezTo>
                  <a:pt x="305" y="105"/>
                  <a:pt x="305" y="106"/>
                  <a:pt x="303" y="109"/>
                </a:cubicBezTo>
                <a:cubicBezTo>
                  <a:pt x="299" y="117"/>
                  <a:pt x="284" y="121"/>
                  <a:pt x="273" y="123"/>
                </a:cubicBezTo>
                <a:cubicBezTo>
                  <a:pt x="266" y="124"/>
                  <a:pt x="258" y="124"/>
                  <a:pt x="251" y="123"/>
                </a:cubicBezTo>
                <a:cubicBezTo>
                  <a:pt x="243" y="123"/>
                  <a:pt x="243" y="123"/>
                  <a:pt x="243" y="123"/>
                </a:cubicBezTo>
                <a:cubicBezTo>
                  <a:pt x="243" y="122"/>
                  <a:pt x="243" y="122"/>
                  <a:pt x="243" y="122"/>
                </a:cubicBezTo>
                <a:cubicBezTo>
                  <a:pt x="263" y="112"/>
                  <a:pt x="300" y="101"/>
                  <a:pt x="305" y="105"/>
                </a:cubicBezTo>
                <a:close/>
                <a:moveTo>
                  <a:pt x="280" y="85"/>
                </a:moveTo>
                <a:cubicBezTo>
                  <a:pt x="275" y="90"/>
                  <a:pt x="260" y="99"/>
                  <a:pt x="251" y="104"/>
                </a:cubicBezTo>
                <a:cubicBezTo>
                  <a:pt x="247" y="106"/>
                  <a:pt x="243" y="108"/>
                  <a:pt x="239" y="111"/>
                </a:cubicBezTo>
                <a:cubicBezTo>
                  <a:pt x="239" y="111"/>
                  <a:pt x="239" y="111"/>
                  <a:pt x="239" y="111"/>
                </a:cubicBezTo>
                <a:cubicBezTo>
                  <a:pt x="249" y="98"/>
                  <a:pt x="267" y="86"/>
                  <a:pt x="280" y="85"/>
                </a:cubicBezTo>
                <a:close/>
                <a:moveTo>
                  <a:pt x="230" y="301"/>
                </a:moveTo>
                <a:cubicBezTo>
                  <a:pt x="227" y="306"/>
                  <a:pt x="223" y="311"/>
                  <a:pt x="218" y="315"/>
                </a:cubicBezTo>
                <a:cubicBezTo>
                  <a:pt x="213" y="319"/>
                  <a:pt x="208" y="322"/>
                  <a:pt x="203" y="323"/>
                </a:cubicBezTo>
                <a:cubicBezTo>
                  <a:pt x="197" y="325"/>
                  <a:pt x="191" y="326"/>
                  <a:pt x="183" y="326"/>
                </a:cubicBezTo>
                <a:cubicBezTo>
                  <a:pt x="183" y="344"/>
                  <a:pt x="183" y="344"/>
                  <a:pt x="183" y="344"/>
                </a:cubicBezTo>
                <a:cubicBezTo>
                  <a:pt x="169" y="344"/>
                  <a:pt x="169" y="344"/>
                  <a:pt x="169" y="344"/>
                </a:cubicBezTo>
                <a:cubicBezTo>
                  <a:pt x="169" y="326"/>
                  <a:pt x="169" y="326"/>
                  <a:pt x="169" y="326"/>
                </a:cubicBezTo>
                <a:cubicBezTo>
                  <a:pt x="160" y="326"/>
                  <a:pt x="152" y="324"/>
                  <a:pt x="147" y="322"/>
                </a:cubicBezTo>
                <a:cubicBezTo>
                  <a:pt x="141" y="320"/>
                  <a:pt x="136" y="317"/>
                  <a:pt x="132" y="313"/>
                </a:cubicBezTo>
                <a:cubicBezTo>
                  <a:pt x="127" y="309"/>
                  <a:pt x="124" y="305"/>
                  <a:pt x="122" y="300"/>
                </a:cubicBezTo>
                <a:cubicBezTo>
                  <a:pt x="120" y="296"/>
                  <a:pt x="118" y="291"/>
                  <a:pt x="117" y="284"/>
                </a:cubicBezTo>
                <a:cubicBezTo>
                  <a:pt x="155" y="280"/>
                  <a:pt x="155" y="280"/>
                  <a:pt x="155" y="280"/>
                </a:cubicBezTo>
                <a:cubicBezTo>
                  <a:pt x="156" y="286"/>
                  <a:pt x="158" y="291"/>
                  <a:pt x="160" y="293"/>
                </a:cubicBezTo>
                <a:cubicBezTo>
                  <a:pt x="162" y="296"/>
                  <a:pt x="165" y="299"/>
                  <a:pt x="169" y="301"/>
                </a:cubicBezTo>
                <a:cubicBezTo>
                  <a:pt x="169" y="267"/>
                  <a:pt x="169" y="267"/>
                  <a:pt x="169" y="267"/>
                </a:cubicBezTo>
                <a:cubicBezTo>
                  <a:pt x="156" y="264"/>
                  <a:pt x="147" y="261"/>
                  <a:pt x="142" y="258"/>
                </a:cubicBezTo>
                <a:cubicBezTo>
                  <a:pt x="137" y="255"/>
                  <a:pt x="132" y="251"/>
                  <a:pt x="128" y="246"/>
                </a:cubicBezTo>
                <a:cubicBezTo>
                  <a:pt x="124" y="240"/>
                  <a:pt x="122" y="233"/>
                  <a:pt x="122" y="225"/>
                </a:cubicBezTo>
                <a:cubicBezTo>
                  <a:pt x="122" y="213"/>
                  <a:pt x="126" y="204"/>
                  <a:pt x="134" y="196"/>
                </a:cubicBezTo>
                <a:cubicBezTo>
                  <a:pt x="142" y="189"/>
                  <a:pt x="154" y="185"/>
                  <a:pt x="169" y="184"/>
                </a:cubicBezTo>
                <a:cubicBezTo>
                  <a:pt x="169" y="175"/>
                  <a:pt x="169" y="175"/>
                  <a:pt x="169" y="175"/>
                </a:cubicBezTo>
                <a:cubicBezTo>
                  <a:pt x="183" y="175"/>
                  <a:pt x="183" y="175"/>
                  <a:pt x="183" y="175"/>
                </a:cubicBezTo>
                <a:cubicBezTo>
                  <a:pt x="183" y="184"/>
                  <a:pt x="183" y="184"/>
                  <a:pt x="183" y="184"/>
                </a:cubicBezTo>
                <a:cubicBezTo>
                  <a:pt x="197" y="185"/>
                  <a:pt x="208" y="188"/>
                  <a:pt x="215" y="194"/>
                </a:cubicBezTo>
                <a:cubicBezTo>
                  <a:pt x="223" y="200"/>
                  <a:pt x="228" y="208"/>
                  <a:pt x="230" y="218"/>
                </a:cubicBezTo>
                <a:cubicBezTo>
                  <a:pt x="195" y="223"/>
                  <a:pt x="195" y="223"/>
                  <a:pt x="195" y="223"/>
                </a:cubicBezTo>
                <a:cubicBezTo>
                  <a:pt x="193" y="219"/>
                  <a:pt x="191" y="216"/>
                  <a:pt x="190" y="214"/>
                </a:cubicBezTo>
                <a:cubicBezTo>
                  <a:pt x="189" y="212"/>
                  <a:pt x="186" y="211"/>
                  <a:pt x="183" y="209"/>
                </a:cubicBezTo>
                <a:cubicBezTo>
                  <a:pt x="183" y="236"/>
                  <a:pt x="183" y="236"/>
                  <a:pt x="183" y="236"/>
                </a:cubicBezTo>
                <a:cubicBezTo>
                  <a:pt x="202" y="241"/>
                  <a:pt x="215" y="247"/>
                  <a:pt x="221" y="252"/>
                </a:cubicBezTo>
                <a:cubicBezTo>
                  <a:pt x="230" y="260"/>
                  <a:pt x="234" y="270"/>
                  <a:pt x="234" y="282"/>
                </a:cubicBezTo>
                <a:cubicBezTo>
                  <a:pt x="234" y="288"/>
                  <a:pt x="233" y="295"/>
                  <a:pt x="230" y="30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2" name="文本框 161"/>
          <p:cNvSpPr txBox="1"/>
          <p:nvPr/>
        </p:nvSpPr>
        <p:spPr>
          <a:xfrm>
            <a:off x="8517049" y="1042749"/>
            <a:ext cx="441146" cy="369332"/>
          </a:xfrm>
          <a:prstGeom prst="rect">
            <a:avLst/>
          </a:prstGeom>
          <a:noFill/>
        </p:spPr>
        <p:txBody>
          <a:bodyPr wrap="none" rtlCol="0">
            <a:spAutoFit/>
          </a:bodyPr>
          <a:lstStyle/>
          <a:p>
            <a:r>
              <a:rPr lang="en-US" altLang="zh-CN"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01</a:t>
            </a:r>
            <a:endParaRPr lang="zh-CN" altLang="en-US"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63" name="文本框 162"/>
          <p:cNvSpPr txBox="1"/>
          <p:nvPr/>
        </p:nvSpPr>
        <p:spPr>
          <a:xfrm>
            <a:off x="9164566" y="2132358"/>
            <a:ext cx="441146" cy="369332"/>
          </a:xfrm>
          <a:prstGeom prst="rect">
            <a:avLst/>
          </a:prstGeom>
          <a:noFill/>
        </p:spPr>
        <p:txBody>
          <a:bodyPr wrap="none" rtlCol="0">
            <a:spAutoFit/>
          </a:bodyPr>
          <a:lstStyle/>
          <a:p>
            <a:r>
              <a:rPr lang="en-US" altLang="zh-CN"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02</a:t>
            </a:r>
            <a:endParaRPr lang="zh-CN" altLang="en-US"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64" name="文本框 163"/>
          <p:cNvSpPr txBox="1"/>
          <p:nvPr/>
        </p:nvSpPr>
        <p:spPr>
          <a:xfrm>
            <a:off x="8504520" y="3212431"/>
            <a:ext cx="441146" cy="369332"/>
          </a:xfrm>
          <a:prstGeom prst="rect">
            <a:avLst/>
          </a:prstGeom>
          <a:noFill/>
        </p:spPr>
        <p:txBody>
          <a:bodyPr wrap="none" rtlCol="0">
            <a:spAutoFit/>
          </a:bodyPr>
          <a:lstStyle/>
          <a:p>
            <a:r>
              <a:rPr lang="en-US" altLang="zh-CN"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03</a:t>
            </a:r>
            <a:endParaRPr lang="zh-CN" altLang="en-US"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65" name="文本框 164"/>
          <p:cNvSpPr txBox="1"/>
          <p:nvPr/>
        </p:nvSpPr>
        <p:spPr>
          <a:xfrm>
            <a:off x="9160134" y="4277583"/>
            <a:ext cx="441146" cy="369332"/>
          </a:xfrm>
          <a:prstGeom prst="rect">
            <a:avLst/>
          </a:prstGeom>
          <a:noFill/>
        </p:spPr>
        <p:txBody>
          <a:bodyPr wrap="none" rtlCol="0">
            <a:spAutoFit/>
          </a:bodyPr>
          <a:lstStyle/>
          <a:p>
            <a:r>
              <a:rPr lang="en-US" altLang="zh-CN"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04</a:t>
            </a:r>
            <a:endParaRPr lang="zh-CN" altLang="en-US"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66" name="文本框 165"/>
          <p:cNvSpPr txBox="1"/>
          <p:nvPr/>
        </p:nvSpPr>
        <p:spPr>
          <a:xfrm>
            <a:off x="8503443" y="5386239"/>
            <a:ext cx="441146" cy="369332"/>
          </a:xfrm>
          <a:prstGeom prst="rect">
            <a:avLst/>
          </a:prstGeom>
          <a:noFill/>
        </p:spPr>
        <p:txBody>
          <a:bodyPr wrap="none" rtlCol="0">
            <a:spAutoFit/>
          </a:bodyPr>
          <a:lstStyle/>
          <a:p>
            <a:r>
              <a:rPr lang="en-US" altLang="zh-CN"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05</a:t>
            </a:r>
            <a:endParaRPr lang="zh-CN" altLang="en-US"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67" name="文本框 166"/>
          <p:cNvSpPr txBox="1"/>
          <p:nvPr/>
        </p:nvSpPr>
        <p:spPr>
          <a:xfrm>
            <a:off x="10393504" y="1008002"/>
            <a:ext cx="1297150" cy="400110"/>
          </a:xfrm>
          <a:prstGeom prst="rect">
            <a:avLst/>
          </a:prstGeom>
          <a:noFill/>
        </p:spPr>
        <p:txBody>
          <a:bodyPr wrap="none" rtlCol="0">
            <a:spAutoFit/>
          </a:bodyPr>
          <a:lstStyle/>
          <a:p>
            <a:r>
              <a:rPr lang="en-US" altLang="zh-CN" sz="20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rPr>
              <a:t>Title Here</a:t>
            </a:r>
            <a:endParaRPr lang="zh-CN" altLang="en-US" sz="20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68" name="文本框 167"/>
          <p:cNvSpPr txBox="1"/>
          <p:nvPr/>
        </p:nvSpPr>
        <p:spPr>
          <a:xfrm>
            <a:off x="10393504" y="3120327"/>
            <a:ext cx="1297150" cy="400110"/>
          </a:xfrm>
          <a:prstGeom prst="rect">
            <a:avLst/>
          </a:prstGeom>
          <a:noFill/>
        </p:spPr>
        <p:txBody>
          <a:bodyPr wrap="none" rtlCol="0">
            <a:spAutoFit/>
          </a:bodyPr>
          <a:lstStyle/>
          <a:p>
            <a:r>
              <a:rPr lang="en-US" altLang="zh-CN" sz="20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rPr>
              <a:t>Title Here</a:t>
            </a:r>
            <a:endParaRPr lang="zh-CN" altLang="en-US" sz="20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69" name="文本框 168"/>
          <p:cNvSpPr txBox="1"/>
          <p:nvPr/>
        </p:nvSpPr>
        <p:spPr>
          <a:xfrm>
            <a:off x="10393504" y="5316508"/>
            <a:ext cx="1297150" cy="400110"/>
          </a:xfrm>
          <a:prstGeom prst="rect">
            <a:avLst/>
          </a:prstGeom>
          <a:noFill/>
        </p:spPr>
        <p:txBody>
          <a:bodyPr wrap="none" rtlCol="0">
            <a:spAutoFit/>
          </a:bodyPr>
          <a:lstStyle/>
          <a:p>
            <a:r>
              <a:rPr lang="en-US" altLang="zh-CN" sz="20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rPr>
              <a:t>Title Here</a:t>
            </a:r>
            <a:endParaRPr lang="zh-CN" altLang="en-US" sz="20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70" name="文本框 169"/>
          <p:cNvSpPr txBox="1"/>
          <p:nvPr/>
        </p:nvSpPr>
        <p:spPr>
          <a:xfrm>
            <a:off x="6410258" y="2093008"/>
            <a:ext cx="1196161" cy="400110"/>
          </a:xfrm>
          <a:prstGeom prst="rect">
            <a:avLst/>
          </a:prstGeom>
          <a:noFill/>
        </p:spPr>
        <p:txBody>
          <a:bodyPr wrap="none" rtlCol="0">
            <a:spAutoFit/>
          </a:bodyPr>
          <a:lstStyle/>
          <a:p>
            <a:r>
              <a:rPr lang="en-US" altLang="zh-CN" sz="2000" dirty="0">
                <a:solidFill>
                  <a:srgbClr val="605E5E"/>
                </a:solidFill>
                <a:latin typeface="Impact" panose="020B0806030902050204" pitchFamily="34" charset="0"/>
                <a:ea typeface="Arial Unicode MS" panose="020B0604020202020204"/>
                <a:cs typeface="Arial Unicode MS" panose="020B0604020202020204" pitchFamily="34" charset="-122"/>
              </a:rPr>
              <a:t>Title Here</a:t>
            </a:r>
            <a:endParaRPr lang="zh-CN" altLang="en-US" sz="2000" dirty="0">
              <a:solidFill>
                <a:srgbClr val="605E5E"/>
              </a:solidFill>
              <a:latin typeface="Impact" panose="020B0806030902050204" pitchFamily="34" charset="0"/>
              <a:ea typeface="Arial Unicode MS" panose="020B0604020202020204"/>
              <a:cs typeface="Arial Unicode MS" panose="020B0604020202020204" pitchFamily="34" charset="-122"/>
            </a:endParaRPr>
          </a:p>
        </p:txBody>
      </p:sp>
      <p:sp>
        <p:nvSpPr>
          <p:cNvPr id="171" name="文本框 170"/>
          <p:cNvSpPr txBox="1"/>
          <p:nvPr/>
        </p:nvSpPr>
        <p:spPr>
          <a:xfrm>
            <a:off x="6410258" y="4336483"/>
            <a:ext cx="1297150" cy="400110"/>
          </a:xfrm>
          <a:prstGeom prst="rect">
            <a:avLst/>
          </a:prstGeom>
          <a:noFill/>
        </p:spPr>
        <p:txBody>
          <a:bodyPr wrap="none" rtlCol="0">
            <a:spAutoFit/>
          </a:bodyPr>
          <a:lstStyle/>
          <a:p>
            <a:r>
              <a:rPr lang="en-US" altLang="zh-CN" sz="20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rPr>
              <a:t>Title Here</a:t>
            </a:r>
            <a:endParaRPr lang="zh-CN" altLang="en-US" sz="20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Tree>
    <p:extLst>
      <p:ext uri="{BB962C8B-B14F-4D97-AF65-F5344CB8AC3E}">
        <p14:creationId xmlns:p14="http://schemas.microsoft.com/office/powerpoint/2010/main" val="1280369664"/>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8"/>
          <p:cNvSpPr>
            <a:spLocks noChangeArrowheads="1"/>
          </p:cNvSpPr>
          <p:nvPr/>
        </p:nvSpPr>
        <p:spPr bwMode="auto">
          <a:xfrm>
            <a:off x="7062788" y="3589338"/>
            <a:ext cx="500063" cy="2193925"/>
          </a:xfrm>
          <a:prstGeom prst="rect">
            <a:avLst/>
          </a:prstGeom>
          <a:solidFill>
            <a:srgbClr val="FDB81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 name="Rectangle 9"/>
          <p:cNvSpPr>
            <a:spLocks noChangeArrowheads="1"/>
          </p:cNvSpPr>
          <p:nvPr/>
        </p:nvSpPr>
        <p:spPr bwMode="auto">
          <a:xfrm>
            <a:off x="7313613" y="3589338"/>
            <a:ext cx="249238" cy="2193925"/>
          </a:xfrm>
          <a:prstGeom prst="rect">
            <a:avLst/>
          </a:prstGeom>
          <a:solidFill>
            <a:srgbClr val="E5A81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 name="Rectangle 10"/>
          <p:cNvSpPr>
            <a:spLocks noChangeArrowheads="1"/>
          </p:cNvSpPr>
          <p:nvPr/>
        </p:nvSpPr>
        <p:spPr bwMode="auto">
          <a:xfrm>
            <a:off x="7786688" y="3040063"/>
            <a:ext cx="501650" cy="2743200"/>
          </a:xfrm>
          <a:prstGeom prst="rect">
            <a:avLst/>
          </a:prstGeom>
          <a:solidFill>
            <a:srgbClr val="00BFD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 name="Rectangle 11"/>
          <p:cNvSpPr>
            <a:spLocks noChangeArrowheads="1"/>
          </p:cNvSpPr>
          <p:nvPr/>
        </p:nvSpPr>
        <p:spPr bwMode="auto">
          <a:xfrm>
            <a:off x="8037513" y="3040063"/>
            <a:ext cx="250825" cy="2743200"/>
          </a:xfrm>
          <a:prstGeom prst="rect">
            <a:avLst/>
          </a:prstGeom>
          <a:solidFill>
            <a:srgbClr val="05AE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 name="Freeform 12"/>
          <p:cNvSpPr>
            <a:spLocks/>
          </p:cNvSpPr>
          <p:nvPr/>
        </p:nvSpPr>
        <p:spPr bwMode="auto">
          <a:xfrm>
            <a:off x="6927850" y="5783263"/>
            <a:ext cx="1360488" cy="1074738"/>
          </a:xfrm>
          <a:custGeom>
            <a:avLst/>
            <a:gdLst>
              <a:gd name="T0" fmla="*/ 857 w 857"/>
              <a:gd name="T1" fmla="*/ 0 h 677"/>
              <a:gd name="T2" fmla="*/ 541 w 857"/>
              <a:gd name="T3" fmla="*/ 0 h 677"/>
              <a:gd name="T4" fmla="*/ 0 w 857"/>
              <a:gd name="T5" fmla="*/ 677 h 677"/>
              <a:gd name="T6" fmla="*/ 563 w 857"/>
              <a:gd name="T7" fmla="*/ 677 h 677"/>
              <a:gd name="T8" fmla="*/ 857 w 857"/>
              <a:gd name="T9" fmla="*/ 0 h 677"/>
            </a:gdLst>
            <a:ahLst/>
            <a:cxnLst>
              <a:cxn ang="0">
                <a:pos x="T0" y="T1"/>
              </a:cxn>
              <a:cxn ang="0">
                <a:pos x="T2" y="T3"/>
              </a:cxn>
              <a:cxn ang="0">
                <a:pos x="T4" y="T5"/>
              </a:cxn>
              <a:cxn ang="0">
                <a:pos x="T6" y="T7"/>
              </a:cxn>
              <a:cxn ang="0">
                <a:pos x="T8" y="T9"/>
              </a:cxn>
            </a:cxnLst>
            <a:rect l="0" t="0" r="r" b="b"/>
            <a:pathLst>
              <a:path w="857" h="677">
                <a:moveTo>
                  <a:pt x="857" y="0"/>
                </a:moveTo>
                <a:lnTo>
                  <a:pt x="541" y="0"/>
                </a:lnTo>
                <a:lnTo>
                  <a:pt x="0" y="677"/>
                </a:lnTo>
                <a:lnTo>
                  <a:pt x="563" y="677"/>
                </a:lnTo>
                <a:lnTo>
                  <a:pt x="857" y="0"/>
                </a:lnTo>
                <a:close/>
              </a:path>
            </a:pathLst>
          </a:custGeom>
          <a:solidFill>
            <a:srgbClr val="05AE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 name="Freeform 13"/>
          <p:cNvSpPr>
            <a:spLocks/>
          </p:cNvSpPr>
          <p:nvPr/>
        </p:nvSpPr>
        <p:spPr bwMode="auto">
          <a:xfrm>
            <a:off x="7367588" y="5783263"/>
            <a:ext cx="920750" cy="1074738"/>
          </a:xfrm>
          <a:custGeom>
            <a:avLst/>
            <a:gdLst>
              <a:gd name="T0" fmla="*/ 580 w 580"/>
              <a:gd name="T1" fmla="*/ 0 h 677"/>
              <a:gd name="T2" fmla="*/ 422 w 580"/>
              <a:gd name="T3" fmla="*/ 0 h 677"/>
              <a:gd name="T4" fmla="*/ 0 w 580"/>
              <a:gd name="T5" fmla="*/ 677 h 677"/>
              <a:gd name="T6" fmla="*/ 286 w 580"/>
              <a:gd name="T7" fmla="*/ 677 h 677"/>
              <a:gd name="T8" fmla="*/ 580 w 580"/>
              <a:gd name="T9" fmla="*/ 0 h 677"/>
            </a:gdLst>
            <a:ahLst/>
            <a:cxnLst>
              <a:cxn ang="0">
                <a:pos x="T0" y="T1"/>
              </a:cxn>
              <a:cxn ang="0">
                <a:pos x="T2" y="T3"/>
              </a:cxn>
              <a:cxn ang="0">
                <a:pos x="T4" y="T5"/>
              </a:cxn>
              <a:cxn ang="0">
                <a:pos x="T6" y="T7"/>
              </a:cxn>
              <a:cxn ang="0">
                <a:pos x="T8" y="T9"/>
              </a:cxn>
            </a:cxnLst>
            <a:rect l="0" t="0" r="r" b="b"/>
            <a:pathLst>
              <a:path w="580" h="677">
                <a:moveTo>
                  <a:pt x="580" y="0"/>
                </a:moveTo>
                <a:lnTo>
                  <a:pt x="422" y="0"/>
                </a:lnTo>
                <a:lnTo>
                  <a:pt x="0" y="677"/>
                </a:lnTo>
                <a:lnTo>
                  <a:pt x="286" y="677"/>
                </a:lnTo>
                <a:lnTo>
                  <a:pt x="580" y="0"/>
                </a:lnTo>
                <a:close/>
              </a:path>
            </a:pathLst>
          </a:custGeom>
          <a:solidFill>
            <a:srgbClr val="03A0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 name="Rectangle 14"/>
          <p:cNvSpPr>
            <a:spLocks noChangeArrowheads="1"/>
          </p:cNvSpPr>
          <p:nvPr/>
        </p:nvSpPr>
        <p:spPr bwMode="auto">
          <a:xfrm>
            <a:off x="8512175" y="3589338"/>
            <a:ext cx="501650" cy="2193925"/>
          </a:xfrm>
          <a:prstGeom prst="rect">
            <a:avLst/>
          </a:prstGeom>
          <a:solidFill>
            <a:srgbClr val="8DC63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 name="Rectangle 15"/>
          <p:cNvSpPr>
            <a:spLocks noChangeArrowheads="1"/>
          </p:cNvSpPr>
          <p:nvPr/>
        </p:nvSpPr>
        <p:spPr bwMode="auto">
          <a:xfrm>
            <a:off x="8763000" y="3589338"/>
            <a:ext cx="250825" cy="2193925"/>
          </a:xfrm>
          <a:prstGeom prst="rect">
            <a:avLst/>
          </a:prstGeom>
          <a:solidFill>
            <a:srgbClr val="7FB53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 name="Freeform 16"/>
          <p:cNvSpPr>
            <a:spLocks/>
          </p:cNvSpPr>
          <p:nvPr/>
        </p:nvSpPr>
        <p:spPr bwMode="auto">
          <a:xfrm>
            <a:off x="8345488" y="5783263"/>
            <a:ext cx="835025" cy="1074738"/>
          </a:xfrm>
          <a:custGeom>
            <a:avLst/>
            <a:gdLst>
              <a:gd name="T0" fmla="*/ 105 w 526"/>
              <a:gd name="T1" fmla="*/ 0 h 677"/>
              <a:gd name="T2" fmla="*/ 421 w 526"/>
              <a:gd name="T3" fmla="*/ 0 h 677"/>
              <a:gd name="T4" fmla="*/ 526 w 526"/>
              <a:gd name="T5" fmla="*/ 677 h 677"/>
              <a:gd name="T6" fmla="*/ 0 w 526"/>
              <a:gd name="T7" fmla="*/ 677 h 677"/>
              <a:gd name="T8" fmla="*/ 105 w 526"/>
              <a:gd name="T9" fmla="*/ 0 h 677"/>
            </a:gdLst>
            <a:ahLst/>
            <a:cxnLst>
              <a:cxn ang="0">
                <a:pos x="T0" y="T1"/>
              </a:cxn>
              <a:cxn ang="0">
                <a:pos x="T2" y="T3"/>
              </a:cxn>
              <a:cxn ang="0">
                <a:pos x="T4" y="T5"/>
              </a:cxn>
              <a:cxn ang="0">
                <a:pos x="T6" y="T7"/>
              </a:cxn>
              <a:cxn ang="0">
                <a:pos x="T8" y="T9"/>
              </a:cxn>
            </a:cxnLst>
            <a:rect l="0" t="0" r="r" b="b"/>
            <a:pathLst>
              <a:path w="526" h="677">
                <a:moveTo>
                  <a:pt x="105" y="0"/>
                </a:moveTo>
                <a:lnTo>
                  <a:pt x="421" y="0"/>
                </a:lnTo>
                <a:lnTo>
                  <a:pt x="526" y="677"/>
                </a:lnTo>
                <a:lnTo>
                  <a:pt x="0" y="677"/>
                </a:lnTo>
                <a:lnTo>
                  <a:pt x="105" y="0"/>
                </a:lnTo>
                <a:close/>
              </a:path>
            </a:pathLst>
          </a:custGeom>
          <a:solidFill>
            <a:srgbClr val="7FB5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 name="Freeform 17"/>
          <p:cNvSpPr>
            <a:spLocks/>
          </p:cNvSpPr>
          <p:nvPr/>
        </p:nvSpPr>
        <p:spPr bwMode="auto">
          <a:xfrm>
            <a:off x="8763000" y="5783263"/>
            <a:ext cx="417513" cy="1074738"/>
          </a:xfrm>
          <a:custGeom>
            <a:avLst/>
            <a:gdLst>
              <a:gd name="T0" fmla="*/ 158 w 263"/>
              <a:gd name="T1" fmla="*/ 0 h 677"/>
              <a:gd name="T2" fmla="*/ 0 w 263"/>
              <a:gd name="T3" fmla="*/ 0 h 677"/>
              <a:gd name="T4" fmla="*/ 0 w 263"/>
              <a:gd name="T5" fmla="*/ 677 h 677"/>
              <a:gd name="T6" fmla="*/ 263 w 263"/>
              <a:gd name="T7" fmla="*/ 677 h 677"/>
              <a:gd name="T8" fmla="*/ 158 w 263"/>
              <a:gd name="T9" fmla="*/ 0 h 677"/>
            </a:gdLst>
            <a:ahLst/>
            <a:cxnLst>
              <a:cxn ang="0">
                <a:pos x="T0" y="T1"/>
              </a:cxn>
              <a:cxn ang="0">
                <a:pos x="T2" y="T3"/>
              </a:cxn>
              <a:cxn ang="0">
                <a:pos x="T4" y="T5"/>
              </a:cxn>
              <a:cxn ang="0">
                <a:pos x="T6" y="T7"/>
              </a:cxn>
              <a:cxn ang="0">
                <a:pos x="T8" y="T9"/>
              </a:cxn>
            </a:cxnLst>
            <a:rect l="0" t="0" r="r" b="b"/>
            <a:pathLst>
              <a:path w="263" h="677">
                <a:moveTo>
                  <a:pt x="158" y="0"/>
                </a:moveTo>
                <a:lnTo>
                  <a:pt x="0" y="0"/>
                </a:lnTo>
                <a:lnTo>
                  <a:pt x="0" y="677"/>
                </a:lnTo>
                <a:lnTo>
                  <a:pt x="263" y="677"/>
                </a:lnTo>
                <a:lnTo>
                  <a:pt x="158" y="0"/>
                </a:lnTo>
                <a:close/>
              </a:path>
            </a:pathLst>
          </a:custGeom>
          <a:solidFill>
            <a:srgbClr val="73A5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 name="Rectangle 18"/>
          <p:cNvSpPr>
            <a:spLocks noChangeArrowheads="1"/>
          </p:cNvSpPr>
          <p:nvPr/>
        </p:nvSpPr>
        <p:spPr bwMode="auto">
          <a:xfrm>
            <a:off x="9237663" y="2490788"/>
            <a:ext cx="501650" cy="3292475"/>
          </a:xfrm>
          <a:prstGeom prst="rect">
            <a:avLst/>
          </a:prstGeom>
          <a:solidFill>
            <a:srgbClr val="993E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 name="Rectangle 19"/>
          <p:cNvSpPr>
            <a:spLocks noChangeArrowheads="1"/>
          </p:cNvSpPr>
          <p:nvPr/>
        </p:nvSpPr>
        <p:spPr bwMode="auto">
          <a:xfrm>
            <a:off x="9488488" y="2490788"/>
            <a:ext cx="250825" cy="3292475"/>
          </a:xfrm>
          <a:prstGeom prst="rect">
            <a:avLst/>
          </a:prstGeom>
          <a:solidFill>
            <a:srgbClr val="851E8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 name="Rectangle 20"/>
          <p:cNvSpPr>
            <a:spLocks noChangeArrowheads="1"/>
          </p:cNvSpPr>
          <p:nvPr/>
        </p:nvSpPr>
        <p:spPr bwMode="auto">
          <a:xfrm>
            <a:off x="9963150" y="1946275"/>
            <a:ext cx="500063" cy="3836988"/>
          </a:xfrm>
          <a:prstGeom prst="rect">
            <a:avLst/>
          </a:prstGeom>
          <a:solidFill>
            <a:srgbClr val="ED1B2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 name="Rectangle 21"/>
          <p:cNvSpPr>
            <a:spLocks noChangeArrowheads="1"/>
          </p:cNvSpPr>
          <p:nvPr/>
        </p:nvSpPr>
        <p:spPr bwMode="auto">
          <a:xfrm>
            <a:off x="10213975" y="1946275"/>
            <a:ext cx="249238" cy="3836988"/>
          </a:xfrm>
          <a:prstGeom prst="rect">
            <a:avLst/>
          </a:prstGeom>
          <a:solidFill>
            <a:srgbClr val="D7182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 name="Freeform 22"/>
          <p:cNvSpPr>
            <a:spLocks/>
          </p:cNvSpPr>
          <p:nvPr/>
        </p:nvSpPr>
        <p:spPr bwMode="auto">
          <a:xfrm>
            <a:off x="5476875" y="5783263"/>
            <a:ext cx="2085975" cy="1074738"/>
          </a:xfrm>
          <a:custGeom>
            <a:avLst/>
            <a:gdLst>
              <a:gd name="T0" fmla="*/ 1314 w 1314"/>
              <a:gd name="T1" fmla="*/ 0 h 677"/>
              <a:gd name="T2" fmla="*/ 999 w 1314"/>
              <a:gd name="T3" fmla="*/ 0 h 677"/>
              <a:gd name="T4" fmla="*/ 0 w 1314"/>
              <a:gd name="T5" fmla="*/ 677 h 677"/>
              <a:gd name="T6" fmla="*/ 597 w 1314"/>
              <a:gd name="T7" fmla="*/ 677 h 677"/>
              <a:gd name="T8" fmla="*/ 1314 w 1314"/>
              <a:gd name="T9" fmla="*/ 0 h 677"/>
            </a:gdLst>
            <a:ahLst/>
            <a:cxnLst>
              <a:cxn ang="0">
                <a:pos x="T0" y="T1"/>
              </a:cxn>
              <a:cxn ang="0">
                <a:pos x="T2" y="T3"/>
              </a:cxn>
              <a:cxn ang="0">
                <a:pos x="T4" y="T5"/>
              </a:cxn>
              <a:cxn ang="0">
                <a:pos x="T6" y="T7"/>
              </a:cxn>
              <a:cxn ang="0">
                <a:pos x="T8" y="T9"/>
              </a:cxn>
            </a:cxnLst>
            <a:rect l="0" t="0" r="r" b="b"/>
            <a:pathLst>
              <a:path w="1314" h="677">
                <a:moveTo>
                  <a:pt x="1314" y="0"/>
                </a:moveTo>
                <a:lnTo>
                  <a:pt x="999" y="0"/>
                </a:lnTo>
                <a:lnTo>
                  <a:pt x="0" y="677"/>
                </a:lnTo>
                <a:lnTo>
                  <a:pt x="597" y="677"/>
                </a:lnTo>
                <a:lnTo>
                  <a:pt x="1314" y="0"/>
                </a:lnTo>
                <a:close/>
              </a:path>
            </a:pathLst>
          </a:custGeom>
          <a:solidFill>
            <a:srgbClr val="E5A8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 name="Freeform 23"/>
          <p:cNvSpPr>
            <a:spLocks/>
          </p:cNvSpPr>
          <p:nvPr/>
        </p:nvSpPr>
        <p:spPr bwMode="auto">
          <a:xfrm>
            <a:off x="5934075" y="5783263"/>
            <a:ext cx="1628775" cy="1074738"/>
          </a:xfrm>
          <a:custGeom>
            <a:avLst/>
            <a:gdLst>
              <a:gd name="T0" fmla="*/ 1026 w 1026"/>
              <a:gd name="T1" fmla="*/ 0 h 677"/>
              <a:gd name="T2" fmla="*/ 869 w 1026"/>
              <a:gd name="T3" fmla="*/ 0 h 677"/>
              <a:gd name="T4" fmla="*/ 0 w 1026"/>
              <a:gd name="T5" fmla="*/ 677 h 677"/>
              <a:gd name="T6" fmla="*/ 310 w 1026"/>
              <a:gd name="T7" fmla="*/ 677 h 677"/>
              <a:gd name="T8" fmla="*/ 1026 w 1026"/>
              <a:gd name="T9" fmla="*/ 0 h 677"/>
            </a:gdLst>
            <a:ahLst/>
            <a:cxnLst>
              <a:cxn ang="0">
                <a:pos x="T0" y="T1"/>
              </a:cxn>
              <a:cxn ang="0">
                <a:pos x="T2" y="T3"/>
              </a:cxn>
              <a:cxn ang="0">
                <a:pos x="T4" y="T5"/>
              </a:cxn>
              <a:cxn ang="0">
                <a:pos x="T6" y="T7"/>
              </a:cxn>
              <a:cxn ang="0">
                <a:pos x="T8" y="T9"/>
              </a:cxn>
            </a:cxnLst>
            <a:rect l="0" t="0" r="r" b="b"/>
            <a:pathLst>
              <a:path w="1026" h="677">
                <a:moveTo>
                  <a:pt x="1026" y="0"/>
                </a:moveTo>
                <a:lnTo>
                  <a:pt x="869" y="0"/>
                </a:lnTo>
                <a:lnTo>
                  <a:pt x="0" y="677"/>
                </a:lnTo>
                <a:lnTo>
                  <a:pt x="310" y="677"/>
                </a:lnTo>
                <a:lnTo>
                  <a:pt x="1026" y="0"/>
                </a:lnTo>
                <a:close/>
              </a:path>
            </a:pathLst>
          </a:custGeom>
          <a:solidFill>
            <a:srgbClr val="D0990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 name="Freeform 24"/>
          <p:cNvSpPr>
            <a:spLocks/>
          </p:cNvSpPr>
          <p:nvPr/>
        </p:nvSpPr>
        <p:spPr bwMode="auto">
          <a:xfrm>
            <a:off x="9237663" y="5783263"/>
            <a:ext cx="1360488" cy="1074738"/>
          </a:xfrm>
          <a:custGeom>
            <a:avLst/>
            <a:gdLst>
              <a:gd name="T0" fmla="*/ 0 w 857"/>
              <a:gd name="T1" fmla="*/ 0 h 677"/>
              <a:gd name="T2" fmla="*/ 316 w 857"/>
              <a:gd name="T3" fmla="*/ 0 h 677"/>
              <a:gd name="T4" fmla="*/ 857 w 857"/>
              <a:gd name="T5" fmla="*/ 677 h 677"/>
              <a:gd name="T6" fmla="*/ 294 w 857"/>
              <a:gd name="T7" fmla="*/ 677 h 677"/>
              <a:gd name="T8" fmla="*/ 0 w 857"/>
              <a:gd name="T9" fmla="*/ 0 h 677"/>
            </a:gdLst>
            <a:ahLst/>
            <a:cxnLst>
              <a:cxn ang="0">
                <a:pos x="T0" y="T1"/>
              </a:cxn>
              <a:cxn ang="0">
                <a:pos x="T2" y="T3"/>
              </a:cxn>
              <a:cxn ang="0">
                <a:pos x="T4" y="T5"/>
              </a:cxn>
              <a:cxn ang="0">
                <a:pos x="T6" y="T7"/>
              </a:cxn>
              <a:cxn ang="0">
                <a:pos x="T8" y="T9"/>
              </a:cxn>
            </a:cxnLst>
            <a:rect l="0" t="0" r="r" b="b"/>
            <a:pathLst>
              <a:path w="857" h="677">
                <a:moveTo>
                  <a:pt x="0" y="0"/>
                </a:moveTo>
                <a:lnTo>
                  <a:pt x="316" y="0"/>
                </a:lnTo>
                <a:lnTo>
                  <a:pt x="857" y="677"/>
                </a:lnTo>
                <a:lnTo>
                  <a:pt x="294" y="677"/>
                </a:lnTo>
                <a:lnTo>
                  <a:pt x="0" y="0"/>
                </a:lnTo>
                <a:close/>
              </a:path>
            </a:pathLst>
          </a:custGeom>
          <a:solidFill>
            <a:srgbClr val="851E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 name="Freeform 25"/>
          <p:cNvSpPr>
            <a:spLocks/>
          </p:cNvSpPr>
          <p:nvPr/>
        </p:nvSpPr>
        <p:spPr bwMode="auto">
          <a:xfrm>
            <a:off x="9488488" y="5783263"/>
            <a:ext cx="1109663" cy="1074738"/>
          </a:xfrm>
          <a:custGeom>
            <a:avLst/>
            <a:gdLst>
              <a:gd name="T0" fmla="*/ 158 w 699"/>
              <a:gd name="T1" fmla="*/ 0 h 677"/>
              <a:gd name="T2" fmla="*/ 0 w 699"/>
              <a:gd name="T3" fmla="*/ 0 h 677"/>
              <a:gd name="T4" fmla="*/ 415 w 699"/>
              <a:gd name="T5" fmla="*/ 677 h 677"/>
              <a:gd name="T6" fmla="*/ 699 w 699"/>
              <a:gd name="T7" fmla="*/ 677 h 677"/>
              <a:gd name="T8" fmla="*/ 158 w 699"/>
              <a:gd name="T9" fmla="*/ 0 h 677"/>
            </a:gdLst>
            <a:ahLst/>
            <a:cxnLst>
              <a:cxn ang="0">
                <a:pos x="T0" y="T1"/>
              </a:cxn>
              <a:cxn ang="0">
                <a:pos x="T2" y="T3"/>
              </a:cxn>
              <a:cxn ang="0">
                <a:pos x="T4" y="T5"/>
              </a:cxn>
              <a:cxn ang="0">
                <a:pos x="T6" y="T7"/>
              </a:cxn>
              <a:cxn ang="0">
                <a:pos x="T8" y="T9"/>
              </a:cxn>
            </a:cxnLst>
            <a:rect l="0" t="0" r="r" b="b"/>
            <a:pathLst>
              <a:path w="699" h="677">
                <a:moveTo>
                  <a:pt x="158" y="0"/>
                </a:moveTo>
                <a:lnTo>
                  <a:pt x="0" y="0"/>
                </a:lnTo>
                <a:lnTo>
                  <a:pt x="415" y="677"/>
                </a:lnTo>
                <a:lnTo>
                  <a:pt x="699" y="677"/>
                </a:lnTo>
                <a:lnTo>
                  <a:pt x="158" y="0"/>
                </a:lnTo>
                <a:close/>
              </a:path>
            </a:pathLst>
          </a:custGeom>
          <a:solidFill>
            <a:srgbClr val="6E0D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 name="Freeform 26"/>
          <p:cNvSpPr>
            <a:spLocks/>
          </p:cNvSpPr>
          <p:nvPr/>
        </p:nvSpPr>
        <p:spPr bwMode="auto">
          <a:xfrm>
            <a:off x="9963150" y="5783263"/>
            <a:ext cx="2085975" cy="1074738"/>
          </a:xfrm>
          <a:custGeom>
            <a:avLst/>
            <a:gdLst>
              <a:gd name="T0" fmla="*/ 0 w 1314"/>
              <a:gd name="T1" fmla="*/ 0 h 677"/>
              <a:gd name="T2" fmla="*/ 315 w 1314"/>
              <a:gd name="T3" fmla="*/ 0 h 677"/>
              <a:gd name="T4" fmla="*/ 1314 w 1314"/>
              <a:gd name="T5" fmla="*/ 677 h 677"/>
              <a:gd name="T6" fmla="*/ 717 w 1314"/>
              <a:gd name="T7" fmla="*/ 677 h 677"/>
              <a:gd name="T8" fmla="*/ 0 w 1314"/>
              <a:gd name="T9" fmla="*/ 0 h 677"/>
            </a:gdLst>
            <a:ahLst/>
            <a:cxnLst>
              <a:cxn ang="0">
                <a:pos x="T0" y="T1"/>
              </a:cxn>
              <a:cxn ang="0">
                <a:pos x="T2" y="T3"/>
              </a:cxn>
              <a:cxn ang="0">
                <a:pos x="T4" y="T5"/>
              </a:cxn>
              <a:cxn ang="0">
                <a:pos x="T6" y="T7"/>
              </a:cxn>
              <a:cxn ang="0">
                <a:pos x="T8" y="T9"/>
              </a:cxn>
            </a:cxnLst>
            <a:rect l="0" t="0" r="r" b="b"/>
            <a:pathLst>
              <a:path w="1314" h="677">
                <a:moveTo>
                  <a:pt x="0" y="0"/>
                </a:moveTo>
                <a:lnTo>
                  <a:pt x="315" y="0"/>
                </a:lnTo>
                <a:lnTo>
                  <a:pt x="1314" y="677"/>
                </a:lnTo>
                <a:lnTo>
                  <a:pt x="717" y="677"/>
                </a:lnTo>
                <a:lnTo>
                  <a:pt x="0" y="0"/>
                </a:lnTo>
                <a:close/>
              </a:path>
            </a:pathLst>
          </a:custGeom>
          <a:solidFill>
            <a:srgbClr val="D718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 name="Freeform 27"/>
          <p:cNvSpPr>
            <a:spLocks/>
          </p:cNvSpPr>
          <p:nvPr/>
        </p:nvSpPr>
        <p:spPr bwMode="auto">
          <a:xfrm>
            <a:off x="10213975" y="5783263"/>
            <a:ext cx="1835150" cy="1074738"/>
          </a:xfrm>
          <a:custGeom>
            <a:avLst/>
            <a:gdLst>
              <a:gd name="T0" fmla="*/ 157 w 1156"/>
              <a:gd name="T1" fmla="*/ 0 h 677"/>
              <a:gd name="T2" fmla="*/ 0 w 1156"/>
              <a:gd name="T3" fmla="*/ 0 h 677"/>
              <a:gd name="T4" fmla="*/ 870 w 1156"/>
              <a:gd name="T5" fmla="*/ 677 h 677"/>
              <a:gd name="T6" fmla="*/ 1156 w 1156"/>
              <a:gd name="T7" fmla="*/ 677 h 677"/>
              <a:gd name="T8" fmla="*/ 157 w 1156"/>
              <a:gd name="T9" fmla="*/ 0 h 677"/>
            </a:gdLst>
            <a:ahLst/>
            <a:cxnLst>
              <a:cxn ang="0">
                <a:pos x="T0" y="T1"/>
              </a:cxn>
              <a:cxn ang="0">
                <a:pos x="T2" y="T3"/>
              </a:cxn>
              <a:cxn ang="0">
                <a:pos x="T4" y="T5"/>
              </a:cxn>
              <a:cxn ang="0">
                <a:pos x="T6" y="T7"/>
              </a:cxn>
              <a:cxn ang="0">
                <a:pos x="T8" y="T9"/>
              </a:cxn>
            </a:cxnLst>
            <a:rect l="0" t="0" r="r" b="b"/>
            <a:pathLst>
              <a:path w="1156" h="677">
                <a:moveTo>
                  <a:pt x="157" y="0"/>
                </a:moveTo>
                <a:lnTo>
                  <a:pt x="0" y="0"/>
                </a:lnTo>
                <a:lnTo>
                  <a:pt x="870" y="677"/>
                </a:lnTo>
                <a:lnTo>
                  <a:pt x="1156" y="677"/>
                </a:lnTo>
                <a:lnTo>
                  <a:pt x="157" y="0"/>
                </a:lnTo>
                <a:close/>
              </a:path>
            </a:pathLst>
          </a:custGeom>
          <a:solidFill>
            <a:srgbClr val="C414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 name="Oval 28"/>
          <p:cNvSpPr>
            <a:spLocks noChangeArrowheads="1"/>
          </p:cNvSpPr>
          <p:nvPr/>
        </p:nvSpPr>
        <p:spPr bwMode="auto">
          <a:xfrm>
            <a:off x="9853613" y="868363"/>
            <a:ext cx="719138" cy="7175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 name="Freeform 29"/>
          <p:cNvSpPr>
            <a:spLocks noEditPoints="1"/>
          </p:cNvSpPr>
          <p:nvPr/>
        </p:nvSpPr>
        <p:spPr bwMode="auto">
          <a:xfrm>
            <a:off x="9785350" y="798513"/>
            <a:ext cx="857250" cy="1019175"/>
          </a:xfrm>
          <a:custGeom>
            <a:avLst/>
            <a:gdLst>
              <a:gd name="T0" fmla="*/ 418 w 1200"/>
              <a:gd name="T1" fmla="*/ 1172 h 1426"/>
              <a:gd name="T2" fmla="*/ 0 w 1200"/>
              <a:gd name="T3" fmla="*/ 600 h 1426"/>
              <a:gd name="T4" fmla="*/ 600 w 1200"/>
              <a:gd name="T5" fmla="*/ 0 h 1426"/>
              <a:gd name="T6" fmla="*/ 1200 w 1200"/>
              <a:gd name="T7" fmla="*/ 600 h 1426"/>
              <a:gd name="T8" fmla="*/ 782 w 1200"/>
              <a:gd name="T9" fmla="*/ 1172 h 1426"/>
              <a:gd name="T10" fmla="*/ 600 w 1200"/>
              <a:gd name="T11" fmla="*/ 1426 h 1426"/>
              <a:gd name="T12" fmla="*/ 418 w 1200"/>
              <a:gd name="T13" fmla="*/ 1172 h 1426"/>
              <a:gd name="T14" fmla="*/ 1050 w 1200"/>
              <a:gd name="T15" fmla="*/ 600 h 1426"/>
              <a:gd name="T16" fmla="*/ 600 w 1200"/>
              <a:gd name="T17" fmla="*/ 150 h 1426"/>
              <a:gd name="T18" fmla="*/ 150 w 1200"/>
              <a:gd name="T19" fmla="*/ 600 h 1426"/>
              <a:gd name="T20" fmla="*/ 600 w 1200"/>
              <a:gd name="T21" fmla="*/ 1050 h 1426"/>
              <a:gd name="T22" fmla="*/ 1050 w 1200"/>
              <a:gd name="T23" fmla="*/ 600 h 1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00" h="1426">
                <a:moveTo>
                  <a:pt x="418" y="1172"/>
                </a:moveTo>
                <a:cubicBezTo>
                  <a:pt x="176" y="1095"/>
                  <a:pt x="0" y="868"/>
                  <a:pt x="0" y="600"/>
                </a:cubicBezTo>
                <a:cubicBezTo>
                  <a:pt x="0" y="269"/>
                  <a:pt x="269" y="0"/>
                  <a:pt x="600" y="0"/>
                </a:cubicBezTo>
                <a:cubicBezTo>
                  <a:pt x="932" y="0"/>
                  <a:pt x="1200" y="269"/>
                  <a:pt x="1200" y="600"/>
                </a:cubicBezTo>
                <a:cubicBezTo>
                  <a:pt x="1200" y="868"/>
                  <a:pt x="1025" y="1095"/>
                  <a:pt x="782" y="1172"/>
                </a:cubicBezTo>
                <a:cubicBezTo>
                  <a:pt x="600" y="1426"/>
                  <a:pt x="600" y="1426"/>
                  <a:pt x="600" y="1426"/>
                </a:cubicBezTo>
                <a:lnTo>
                  <a:pt x="418" y="1172"/>
                </a:lnTo>
                <a:close/>
                <a:moveTo>
                  <a:pt x="1050" y="600"/>
                </a:moveTo>
                <a:cubicBezTo>
                  <a:pt x="1050" y="351"/>
                  <a:pt x="849" y="150"/>
                  <a:pt x="600" y="150"/>
                </a:cubicBezTo>
                <a:cubicBezTo>
                  <a:pt x="352" y="150"/>
                  <a:pt x="150" y="351"/>
                  <a:pt x="150" y="600"/>
                </a:cubicBezTo>
                <a:cubicBezTo>
                  <a:pt x="150" y="849"/>
                  <a:pt x="352" y="1050"/>
                  <a:pt x="600" y="1050"/>
                </a:cubicBezTo>
                <a:cubicBezTo>
                  <a:pt x="849" y="1050"/>
                  <a:pt x="1050" y="849"/>
                  <a:pt x="1050" y="600"/>
                </a:cubicBezTo>
                <a:close/>
              </a:path>
            </a:pathLst>
          </a:custGeom>
          <a:solidFill>
            <a:srgbClr val="ED1B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 name="Freeform 30"/>
          <p:cNvSpPr>
            <a:spLocks/>
          </p:cNvSpPr>
          <p:nvPr/>
        </p:nvSpPr>
        <p:spPr bwMode="auto">
          <a:xfrm>
            <a:off x="10213975" y="798513"/>
            <a:ext cx="428625" cy="1019175"/>
          </a:xfrm>
          <a:custGeom>
            <a:avLst/>
            <a:gdLst>
              <a:gd name="T0" fmla="*/ 0 w 600"/>
              <a:gd name="T1" fmla="*/ 150 h 1426"/>
              <a:gd name="T2" fmla="*/ 450 w 600"/>
              <a:gd name="T3" fmla="*/ 600 h 1426"/>
              <a:gd name="T4" fmla="*/ 0 w 600"/>
              <a:gd name="T5" fmla="*/ 1050 h 1426"/>
              <a:gd name="T6" fmla="*/ 0 w 600"/>
              <a:gd name="T7" fmla="*/ 1050 h 1426"/>
              <a:gd name="T8" fmla="*/ 0 w 600"/>
              <a:gd name="T9" fmla="*/ 1426 h 1426"/>
              <a:gd name="T10" fmla="*/ 182 w 600"/>
              <a:gd name="T11" fmla="*/ 1172 h 1426"/>
              <a:gd name="T12" fmla="*/ 600 w 600"/>
              <a:gd name="T13" fmla="*/ 600 h 1426"/>
              <a:gd name="T14" fmla="*/ 0 w 600"/>
              <a:gd name="T15" fmla="*/ 0 h 1426"/>
              <a:gd name="T16" fmla="*/ 0 w 600"/>
              <a:gd name="T17" fmla="*/ 0 h 1426"/>
              <a:gd name="T18" fmla="*/ 0 w 600"/>
              <a:gd name="T19" fmla="*/ 150 h 1426"/>
              <a:gd name="T20" fmla="*/ 0 w 600"/>
              <a:gd name="T21" fmla="*/ 150 h 1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0" h="1426">
                <a:moveTo>
                  <a:pt x="0" y="150"/>
                </a:moveTo>
                <a:cubicBezTo>
                  <a:pt x="249" y="150"/>
                  <a:pt x="450" y="351"/>
                  <a:pt x="450" y="600"/>
                </a:cubicBezTo>
                <a:cubicBezTo>
                  <a:pt x="450" y="849"/>
                  <a:pt x="249" y="1050"/>
                  <a:pt x="0" y="1050"/>
                </a:cubicBezTo>
                <a:cubicBezTo>
                  <a:pt x="0" y="1050"/>
                  <a:pt x="0" y="1050"/>
                  <a:pt x="0" y="1050"/>
                </a:cubicBezTo>
                <a:cubicBezTo>
                  <a:pt x="0" y="1426"/>
                  <a:pt x="0" y="1426"/>
                  <a:pt x="0" y="1426"/>
                </a:cubicBezTo>
                <a:cubicBezTo>
                  <a:pt x="182" y="1172"/>
                  <a:pt x="182" y="1172"/>
                  <a:pt x="182" y="1172"/>
                </a:cubicBezTo>
                <a:cubicBezTo>
                  <a:pt x="425" y="1095"/>
                  <a:pt x="600" y="868"/>
                  <a:pt x="600" y="600"/>
                </a:cubicBezTo>
                <a:cubicBezTo>
                  <a:pt x="600" y="269"/>
                  <a:pt x="332" y="0"/>
                  <a:pt x="0" y="0"/>
                </a:cubicBezTo>
                <a:cubicBezTo>
                  <a:pt x="0" y="0"/>
                  <a:pt x="0" y="0"/>
                  <a:pt x="0" y="0"/>
                </a:cubicBezTo>
                <a:cubicBezTo>
                  <a:pt x="0" y="150"/>
                  <a:pt x="0" y="150"/>
                  <a:pt x="0" y="150"/>
                </a:cubicBezTo>
                <a:cubicBezTo>
                  <a:pt x="0" y="150"/>
                  <a:pt x="0" y="150"/>
                  <a:pt x="0" y="150"/>
                </a:cubicBezTo>
                <a:close/>
              </a:path>
            </a:pathLst>
          </a:custGeom>
          <a:solidFill>
            <a:srgbClr val="D718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 name="Freeform 31"/>
          <p:cNvSpPr>
            <a:spLocks noEditPoints="1"/>
          </p:cNvSpPr>
          <p:nvPr/>
        </p:nvSpPr>
        <p:spPr bwMode="auto">
          <a:xfrm>
            <a:off x="9948863" y="1009650"/>
            <a:ext cx="528638" cy="427038"/>
          </a:xfrm>
          <a:custGeom>
            <a:avLst/>
            <a:gdLst>
              <a:gd name="T0" fmla="*/ 718 w 742"/>
              <a:gd name="T1" fmla="*/ 247 h 598"/>
              <a:gd name="T2" fmla="*/ 672 w 742"/>
              <a:gd name="T3" fmla="*/ 247 h 598"/>
              <a:gd name="T4" fmla="*/ 606 w 742"/>
              <a:gd name="T5" fmla="*/ 135 h 598"/>
              <a:gd name="T6" fmla="*/ 628 w 742"/>
              <a:gd name="T7" fmla="*/ 14 h 598"/>
              <a:gd name="T8" fmla="*/ 488 w 742"/>
              <a:gd name="T9" fmla="*/ 73 h 598"/>
              <a:gd name="T10" fmla="*/ 392 w 742"/>
              <a:gd name="T11" fmla="*/ 61 h 598"/>
              <a:gd name="T12" fmla="*/ 129 w 742"/>
              <a:gd name="T13" fmla="*/ 198 h 598"/>
              <a:gd name="T14" fmla="*/ 79 w 742"/>
              <a:gd name="T15" fmla="*/ 198 h 598"/>
              <a:gd name="T16" fmla="*/ 48 w 742"/>
              <a:gd name="T17" fmla="*/ 185 h 598"/>
              <a:gd name="T18" fmla="*/ 35 w 742"/>
              <a:gd name="T19" fmla="*/ 154 h 598"/>
              <a:gd name="T20" fmla="*/ 79 w 742"/>
              <a:gd name="T21" fmla="*/ 110 h 598"/>
              <a:gd name="T22" fmla="*/ 110 w 742"/>
              <a:gd name="T23" fmla="*/ 123 h 598"/>
              <a:gd name="T24" fmla="*/ 135 w 742"/>
              <a:gd name="T25" fmla="*/ 123 h 598"/>
              <a:gd name="T26" fmla="*/ 135 w 742"/>
              <a:gd name="T27" fmla="*/ 98 h 598"/>
              <a:gd name="T28" fmla="*/ 79 w 742"/>
              <a:gd name="T29" fmla="*/ 75 h 598"/>
              <a:gd name="T30" fmla="*/ 0 w 742"/>
              <a:gd name="T31" fmla="*/ 154 h 598"/>
              <a:gd name="T32" fmla="*/ 23 w 742"/>
              <a:gd name="T33" fmla="*/ 210 h 598"/>
              <a:gd name="T34" fmla="*/ 79 w 742"/>
              <a:gd name="T35" fmla="*/ 233 h 598"/>
              <a:gd name="T36" fmla="*/ 115 w 742"/>
              <a:gd name="T37" fmla="*/ 233 h 598"/>
              <a:gd name="T38" fmla="*/ 106 w 742"/>
              <a:gd name="T39" fmla="*/ 297 h 598"/>
              <a:gd name="T40" fmla="*/ 164 w 742"/>
              <a:gd name="T41" fmla="*/ 446 h 598"/>
              <a:gd name="T42" fmla="*/ 139 w 742"/>
              <a:gd name="T43" fmla="*/ 581 h 598"/>
              <a:gd name="T44" fmla="*/ 153 w 742"/>
              <a:gd name="T45" fmla="*/ 598 h 598"/>
              <a:gd name="T46" fmla="*/ 254 w 742"/>
              <a:gd name="T47" fmla="*/ 598 h 598"/>
              <a:gd name="T48" fmla="*/ 273 w 742"/>
              <a:gd name="T49" fmla="*/ 581 h 598"/>
              <a:gd name="T50" fmla="*/ 278 w 742"/>
              <a:gd name="T51" fmla="*/ 515 h 598"/>
              <a:gd name="T52" fmla="*/ 392 w 742"/>
              <a:gd name="T53" fmla="*/ 532 h 598"/>
              <a:gd name="T54" fmla="*/ 479 w 742"/>
              <a:gd name="T55" fmla="*/ 523 h 598"/>
              <a:gd name="T56" fmla="*/ 483 w 742"/>
              <a:gd name="T57" fmla="*/ 581 h 598"/>
              <a:gd name="T58" fmla="*/ 502 w 742"/>
              <a:gd name="T59" fmla="*/ 598 h 598"/>
              <a:gd name="T60" fmla="*/ 603 w 742"/>
              <a:gd name="T61" fmla="*/ 598 h 598"/>
              <a:gd name="T62" fmla="*/ 617 w 742"/>
              <a:gd name="T63" fmla="*/ 581 h 598"/>
              <a:gd name="T64" fmla="*/ 596 w 742"/>
              <a:gd name="T65" fmla="*/ 468 h 598"/>
              <a:gd name="T66" fmla="*/ 654 w 742"/>
              <a:gd name="T67" fmla="*/ 396 h 598"/>
              <a:gd name="T68" fmla="*/ 718 w 742"/>
              <a:gd name="T69" fmla="*/ 396 h 598"/>
              <a:gd name="T70" fmla="*/ 742 w 742"/>
              <a:gd name="T71" fmla="*/ 371 h 598"/>
              <a:gd name="T72" fmla="*/ 742 w 742"/>
              <a:gd name="T73" fmla="*/ 272 h 598"/>
              <a:gd name="T74" fmla="*/ 718 w 742"/>
              <a:gd name="T75" fmla="*/ 247 h 598"/>
              <a:gd name="T76" fmla="*/ 493 w 742"/>
              <a:gd name="T77" fmla="*/ 140 h 598"/>
              <a:gd name="T78" fmla="*/ 471 w 742"/>
              <a:gd name="T79" fmla="*/ 152 h 598"/>
              <a:gd name="T80" fmla="*/ 392 w 742"/>
              <a:gd name="T81" fmla="*/ 141 h 598"/>
              <a:gd name="T82" fmla="*/ 298 w 742"/>
              <a:gd name="T83" fmla="*/ 156 h 598"/>
              <a:gd name="T84" fmla="*/ 292 w 742"/>
              <a:gd name="T85" fmla="*/ 157 h 598"/>
              <a:gd name="T86" fmla="*/ 276 w 742"/>
              <a:gd name="T87" fmla="*/ 146 h 598"/>
              <a:gd name="T88" fmla="*/ 286 w 742"/>
              <a:gd name="T89" fmla="*/ 124 h 598"/>
              <a:gd name="T90" fmla="*/ 392 w 742"/>
              <a:gd name="T91" fmla="*/ 107 h 598"/>
              <a:gd name="T92" fmla="*/ 481 w 742"/>
              <a:gd name="T93" fmla="*/ 118 h 598"/>
              <a:gd name="T94" fmla="*/ 493 w 742"/>
              <a:gd name="T95" fmla="*/ 140 h 598"/>
              <a:gd name="T96" fmla="*/ 574 w 742"/>
              <a:gd name="T97" fmla="*/ 271 h 598"/>
              <a:gd name="T98" fmla="*/ 538 w 742"/>
              <a:gd name="T99" fmla="*/ 235 h 598"/>
              <a:gd name="T100" fmla="*/ 574 w 742"/>
              <a:gd name="T101" fmla="*/ 198 h 598"/>
              <a:gd name="T102" fmla="*/ 611 w 742"/>
              <a:gd name="T103" fmla="*/ 235 h 598"/>
              <a:gd name="T104" fmla="*/ 574 w 742"/>
              <a:gd name="T105" fmla="*/ 271 h 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42" h="598">
                <a:moveTo>
                  <a:pt x="718" y="247"/>
                </a:moveTo>
                <a:cubicBezTo>
                  <a:pt x="672" y="247"/>
                  <a:pt x="672" y="247"/>
                  <a:pt x="672" y="247"/>
                </a:cubicBezTo>
                <a:cubicBezTo>
                  <a:pt x="662" y="204"/>
                  <a:pt x="640" y="166"/>
                  <a:pt x="606" y="135"/>
                </a:cubicBezTo>
                <a:cubicBezTo>
                  <a:pt x="623" y="91"/>
                  <a:pt x="646" y="20"/>
                  <a:pt x="628" y="14"/>
                </a:cubicBezTo>
                <a:cubicBezTo>
                  <a:pt x="577" y="0"/>
                  <a:pt x="518" y="46"/>
                  <a:pt x="488" y="73"/>
                </a:cubicBezTo>
                <a:cubicBezTo>
                  <a:pt x="459" y="66"/>
                  <a:pt x="427" y="61"/>
                  <a:pt x="392" y="61"/>
                </a:cubicBezTo>
                <a:cubicBezTo>
                  <a:pt x="263" y="61"/>
                  <a:pt x="170" y="117"/>
                  <a:pt x="129" y="198"/>
                </a:cubicBezTo>
                <a:cubicBezTo>
                  <a:pt x="79" y="198"/>
                  <a:pt x="79" y="198"/>
                  <a:pt x="79" y="198"/>
                </a:cubicBezTo>
                <a:cubicBezTo>
                  <a:pt x="67" y="198"/>
                  <a:pt x="56" y="193"/>
                  <a:pt x="48" y="185"/>
                </a:cubicBezTo>
                <a:cubicBezTo>
                  <a:pt x="39" y="177"/>
                  <a:pt x="35" y="166"/>
                  <a:pt x="35" y="154"/>
                </a:cubicBezTo>
                <a:cubicBezTo>
                  <a:pt x="35" y="130"/>
                  <a:pt x="55" y="110"/>
                  <a:pt x="79" y="110"/>
                </a:cubicBezTo>
                <a:cubicBezTo>
                  <a:pt x="91" y="110"/>
                  <a:pt x="102" y="114"/>
                  <a:pt x="110" y="123"/>
                </a:cubicBezTo>
                <a:cubicBezTo>
                  <a:pt x="117" y="130"/>
                  <a:pt x="128" y="130"/>
                  <a:pt x="135" y="123"/>
                </a:cubicBezTo>
                <a:cubicBezTo>
                  <a:pt x="142" y="116"/>
                  <a:pt x="142" y="105"/>
                  <a:pt x="135" y="98"/>
                </a:cubicBezTo>
                <a:cubicBezTo>
                  <a:pt x="120" y="83"/>
                  <a:pt x="100" y="75"/>
                  <a:pt x="79" y="75"/>
                </a:cubicBezTo>
                <a:cubicBezTo>
                  <a:pt x="35" y="75"/>
                  <a:pt x="0" y="110"/>
                  <a:pt x="0" y="154"/>
                </a:cubicBezTo>
                <a:cubicBezTo>
                  <a:pt x="0" y="175"/>
                  <a:pt x="8" y="195"/>
                  <a:pt x="23" y="210"/>
                </a:cubicBezTo>
                <a:cubicBezTo>
                  <a:pt x="38" y="225"/>
                  <a:pt x="58" y="233"/>
                  <a:pt x="79" y="233"/>
                </a:cubicBezTo>
                <a:cubicBezTo>
                  <a:pt x="115" y="233"/>
                  <a:pt x="115" y="233"/>
                  <a:pt x="115" y="233"/>
                </a:cubicBezTo>
                <a:cubicBezTo>
                  <a:pt x="109" y="253"/>
                  <a:pt x="106" y="275"/>
                  <a:pt x="106" y="297"/>
                </a:cubicBezTo>
                <a:cubicBezTo>
                  <a:pt x="106" y="353"/>
                  <a:pt x="126" y="405"/>
                  <a:pt x="164" y="446"/>
                </a:cubicBezTo>
                <a:cubicBezTo>
                  <a:pt x="139" y="581"/>
                  <a:pt x="139" y="581"/>
                  <a:pt x="139" y="581"/>
                </a:cubicBezTo>
                <a:cubicBezTo>
                  <a:pt x="137" y="591"/>
                  <a:pt x="143" y="598"/>
                  <a:pt x="153" y="598"/>
                </a:cubicBezTo>
                <a:cubicBezTo>
                  <a:pt x="254" y="598"/>
                  <a:pt x="254" y="598"/>
                  <a:pt x="254" y="598"/>
                </a:cubicBezTo>
                <a:cubicBezTo>
                  <a:pt x="264" y="598"/>
                  <a:pt x="272" y="591"/>
                  <a:pt x="273" y="581"/>
                </a:cubicBezTo>
                <a:cubicBezTo>
                  <a:pt x="278" y="515"/>
                  <a:pt x="278" y="515"/>
                  <a:pt x="278" y="515"/>
                </a:cubicBezTo>
                <a:cubicBezTo>
                  <a:pt x="312" y="526"/>
                  <a:pt x="350" y="532"/>
                  <a:pt x="392" y="532"/>
                </a:cubicBezTo>
                <a:cubicBezTo>
                  <a:pt x="423" y="532"/>
                  <a:pt x="452" y="529"/>
                  <a:pt x="479" y="523"/>
                </a:cubicBezTo>
                <a:cubicBezTo>
                  <a:pt x="483" y="581"/>
                  <a:pt x="483" y="581"/>
                  <a:pt x="483" y="581"/>
                </a:cubicBezTo>
                <a:cubicBezTo>
                  <a:pt x="484" y="591"/>
                  <a:pt x="493" y="598"/>
                  <a:pt x="502" y="598"/>
                </a:cubicBezTo>
                <a:cubicBezTo>
                  <a:pt x="603" y="598"/>
                  <a:pt x="603" y="598"/>
                  <a:pt x="603" y="598"/>
                </a:cubicBezTo>
                <a:cubicBezTo>
                  <a:pt x="613" y="598"/>
                  <a:pt x="619" y="591"/>
                  <a:pt x="617" y="581"/>
                </a:cubicBezTo>
                <a:cubicBezTo>
                  <a:pt x="596" y="468"/>
                  <a:pt x="596" y="468"/>
                  <a:pt x="596" y="468"/>
                </a:cubicBezTo>
                <a:cubicBezTo>
                  <a:pt x="621" y="447"/>
                  <a:pt x="640" y="423"/>
                  <a:pt x="654" y="396"/>
                </a:cubicBezTo>
                <a:cubicBezTo>
                  <a:pt x="718" y="396"/>
                  <a:pt x="718" y="396"/>
                  <a:pt x="718" y="396"/>
                </a:cubicBezTo>
                <a:cubicBezTo>
                  <a:pt x="731" y="396"/>
                  <a:pt x="742" y="385"/>
                  <a:pt x="742" y="371"/>
                </a:cubicBezTo>
                <a:cubicBezTo>
                  <a:pt x="742" y="272"/>
                  <a:pt x="742" y="272"/>
                  <a:pt x="742" y="272"/>
                </a:cubicBezTo>
                <a:cubicBezTo>
                  <a:pt x="742" y="258"/>
                  <a:pt x="731" y="247"/>
                  <a:pt x="718" y="247"/>
                </a:cubicBezTo>
                <a:close/>
                <a:moveTo>
                  <a:pt x="493" y="140"/>
                </a:moveTo>
                <a:cubicBezTo>
                  <a:pt x="490" y="149"/>
                  <a:pt x="480" y="155"/>
                  <a:pt x="471" y="152"/>
                </a:cubicBezTo>
                <a:cubicBezTo>
                  <a:pt x="447" y="145"/>
                  <a:pt x="420" y="141"/>
                  <a:pt x="392" y="141"/>
                </a:cubicBezTo>
                <a:cubicBezTo>
                  <a:pt x="358" y="141"/>
                  <a:pt x="326" y="146"/>
                  <a:pt x="298" y="156"/>
                </a:cubicBezTo>
                <a:cubicBezTo>
                  <a:pt x="296" y="157"/>
                  <a:pt x="294" y="157"/>
                  <a:pt x="292" y="157"/>
                </a:cubicBezTo>
                <a:cubicBezTo>
                  <a:pt x="285" y="157"/>
                  <a:pt x="278" y="153"/>
                  <a:pt x="276" y="146"/>
                </a:cubicBezTo>
                <a:cubicBezTo>
                  <a:pt x="273" y="137"/>
                  <a:pt x="277" y="127"/>
                  <a:pt x="286" y="124"/>
                </a:cubicBezTo>
                <a:cubicBezTo>
                  <a:pt x="318" y="112"/>
                  <a:pt x="354" y="107"/>
                  <a:pt x="392" y="107"/>
                </a:cubicBezTo>
                <a:cubicBezTo>
                  <a:pt x="423" y="107"/>
                  <a:pt x="453" y="111"/>
                  <a:pt x="481" y="118"/>
                </a:cubicBezTo>
                <a:cubicBezTo>
                  <a:pt x="490" y="121"/>
                  <a:pt x="495" y="131"/>
                  <a:pt x="493" y="140"/>
                </a:cubicBezTo>
                <a:close/>
                <a:moveTo>
                  <a:pt x="574" y="271"/>
                </a:moveTo>
                <a:cubicBezTo>
                  <a:pt x="554" y="271"/>
                  <a:pt x="538" y="255"/>
                  <a:pt x="538" y="235"/>
                </a:cubicBezTo>
                <a:cubicBezTo>
                  <a:pt x="538" y="214"/>
                  <a:pt x="554" y="198"/>
                  <a:pt x="574" y="198"/>
                </a:cubicBezTo>
                <a:cubicBezTo>
                  <a:pt x="594" y="198"/>
                  <a:pt x="611" y="214"/>
                  <a:pt x="611" y="235"/>
                </a:cubicBezTo>
                <a:cubicBezTo>
                  <a:pt x="611" y="255"/>
                  <a:pt x="594" y="271"/>
                  <a:pt x="574" y="271"/>
                </a:cubicBezTo>
                <a:close/>
              </a:path>
            </a:pathLst>
          </a:custGeom>
          <a:solidFill>
            <a:srgbClr val="ED1B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 name="Oval 32"/>
          <p:cNvSpPr>
            <a:spLocks noChangeArrowheads="1"/>
          </p:cNvSpPr>
          <p:nvPr/>
        </p:nvSpPr>
        <p:spPr bwMode="auto">
          <a:xfrm>
            <a:off x="8404225" y="2497138"/>
            <a:ext cx="717550" cy="71913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 name="Freeform 33"/>
          <p:cNvSpPr>
            <a:spLocks noEditPoints="1"/>
          </p:cNvSpPr>
          <p:nvPr/>
        </p:nvSpPr>
        <p:spPr bwMode="auto">
          <a:xfrm>
            <a:off x="8334375" y="2427288"/>
            <a:ext cx="857250" cy="1019175"/>
          </a:xfrm>
          <a:custGeom>
            <a:avLst/>
            <a:gdLst>
              <a:gd name="T0" fmla="*/ 418 w 1200"/>
              <a:gd name="T1" fmla="*/ 1172 h 1426"/>
              <a:gd name="T2" fmla="*/ 0 w 1200"/>
              <a:gd name="T3" fmla="*/ 600 h 1426"/>
              <a:gd name="T4" fmla="*/ 600 w 1200"/>
              <a:gd name="T5" fmla="*/ 0 h 1426"/>
              <a:gd name="T6" fmla="*/ 1200 w 1200"/>
              <a:gd name="T7" fmla="*/ 600 h 1426"/>
              <a:gd name="T8" fmla="*/ 782 w 1200"/>
              <a:gd name="T9" fmla="*/ 1172 h 1426"/>
              <a:gd name="T10" fmla="*/ 600 w 1200"/>
              <a:gd name="T11" fmla="*/ 1426 h 1426"/>
              <a:gd name="T12" fmla="*/ 418 w 1200"/>
              <a:gd name="T13" fmla="*/ 1172 h 1426"/>
              <a:gd name="T14" fmla="*/ 1050 w 1200"/>
              <a:gd name="T15" fmla="*/ 600 h 1426"/>
              <a:gd name="T16" fmla="*/ 600 w 1200"/>
              <a:gd name="T17" fmla="*/ 150 h 1426"/>
              <a:gd name="T18" fmla="*/ 150 w 1200"/>
              <a:gd name="T19" fmla="*/ 600 h 1426"/>
              <a:gd name="T20" fmla="*/ 600 w 1200"/>
              <a:gd name="T21" fmla="*/ 1050 h 1426"/>
              <a:gd name="T22" fmla="*/ 1050 w 1200"/>
              <a:gd name="T23" fmla="*/ 600 h 1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00" h="1426">
                <a:moveTo>
                  <a:pt x="418" y="1172"/>
                </a:moveTo>
                <a:cubicBezTo>
                  <a:pt x="176" y="1095"/>
                  <a:pt x="0" y="868"/>
                  <a:pt x="0" y="600"/>
                </a:cubicBezTo>
                <a:cubicBezTo>
                  <a:pt x="0" y="269"/>
                  <a:pt x="269" y="0"/>
                  <a:pt x="600" y="0"/>
                </a:cubicBezTo>
                <a:cubicBezTo>
                  <a:pt x="931" y="0"/>
                  <a:pt x="1200" y="269"/>
                  <a:pt x="1200" y="600"/>
                </a:cubicBezTo>
                <a:cubicBezTo>
                  <a:pt x="1200" y="868"/>
                  <a:pt x="1024" y="1095"/>
                  <a:pt x="782" y="1172"/>
                </a:cubicBezTo>
                <a:cubicBezTo>
                  <a:pt x="600" y="1426"/>
                  <a:pt x="600" y="1426"/>
                  <a:pt x="600" y="1426"/>
                </a:cubicBezTo>
                <a:lnTo>
                  <a:pt x="418" y="1172"/>
                </a:lnTo>
                <a:close/>
                <a:moveTo>
                  <a:pt x="1050" y="600"/>
                </a:moveTo>
                <a:cubicBezTo>
                  <a:pt x="1050" y="352"/>
                  <a:pt x="849" y="150"/>
                  <a:pt x="600" y="150"/>
                </a:cubicBezTo>
                <a:cubicBezTo>
                  <a:pt x="351" y="150"/>
                  <a:pt x="150" y="352"/>
                  <a:pt x="150" y="600"/>
                </a:cubicBezTo>
                <a:cubicBezTo>
                  <a:pt x="150" y="849"/>
                  <a:pt x="351" y="1050"/>
                  <a:pt x="600" y="1050"/>
                </a:cubicBezTo>
                <a:cubicBezTo>
                  <a:pt x="849" y="1050"/>
                  <a:pt x="1050" y="849"/>
                  <a:pt x="1050" y="600"/>
                </a:cubicBezTo>
                <a:close/>
              </a:path>
            </a:pathLst>
          </a:custGeom>
          <a:solidFill>
            <a:srgbClr val="8DC6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 name="Freeform 34"/>
          <p:cNvSpPr>
            <a:spLocks/>
          </p:cNvSpPr>
          <p:nvPr/>
        </p:nvSpPr>
        <p:spPr bwMode="auto">
          <a:xfrm>
            <a:off x="8763000" y="2427288"/>
            <a:ext cx="428625" cy="1019175"/>
          </a:xfrm>
          <a:custGeom>
            <a:avLst/>
            <a:gdLst>
              <a:gd name="T0" fmla="*/ 0 w 600"/>
              <a:gd name="T1" fmla="*/ 150 h 1426"/>
              <a:gd name="T2" fmla="*/ 450 w 600"/>
              <a:gd name="T3" fmla="*/ 600 h 1426"/>
              <a:gd name="T4" fmla="*/ 0 w 600"/>
              <a:gd name="T5" fmla="*/ 1050 h 1426"/>
              <a:gd name="T6" fmla="*/ 0 w 600"/>
              <a:gd name="T7" fmla="*/ 1050 h 1426"/>
              <a:gd name="T8" fmla="*/ 0 w 600"/>
              <a:gd name="T9" fmla="*/ 1426 h 1426"/>
              <a:gd name="T10" fmla="*/ 182 w 600"/>
              <a:gd name="T11" fmla="*/ 1172 h 1426"/>
              <a:gd name="T12" fmla="*/ 600 w 600"/>
              <a:gd name="T13" fmla="*/ 600 h 1426"/>
              <a:gd name="T14" fmla="*/ 0 w 600"/>
              <a:gd name="T15" fmla="*/ 0 h 1426"/>
              <a:gd name="T16" fmla="*/ 0 w 600"/>
              <a:gd name="T17" fmla="*/ 0 h 1426"/>
              <a:gd name="T18" fmla="*/ 0 w 600"/>
              <a:gd name="T19" fmla="*/ 150 h 1426"/>
              <a:gd name="T20" fmla="*/ 0 w 600"/>
              <a:gd name="T21" fmla="*/ 150 h 1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0" h="1426">
                <a:moveTo>
                  <a:pt x="0" y="150"/>
                </a:moveTo>
                <a:cubicBezTo>
                  <a:pt x="249" y="150"/>
                  <a:pt x="450" y="352"/>
                  <a:pt x="450" y="600"/>
                </a:cubicBezTo>
                <a:cubicBezTo>
                  <a:pt x="450" y="849"/>
                  <a:pt x="249" y="1050"/>
                  <a:pt x="0" y="1050"/>
                </a:cubicBezTo>
                <a:cubicBezTo>
                  <a:pt x="0" y="1050"/>
                  <a:pt x="0" y="1050"/>
                  <a:pt x="0" y="1050"/>
                </a:cubicBezTo>
                <a:cubicBezTo>
                  <a:pt x="0" y="1426"/>
                  <a:pt x="0" y="1426"/>
                  <a:pt x="0" y="1426"/>
                </a:cubicBezTo>
                <a:cubicBezTo>
                  <a:pt x="182" y="1172"/>
                  <a:pt x="182" y="1172"/>
                  <a:pt x="182" y="1172"/>
                </a:cubicBezTo>
                <a:cubicBezTo>
                  <a:pt x="424" y="1095"/>
                  <a:pt x="600" y="868"/>
                  <a:pt x="600" y="600"/>
                </a:cubicBezTo>
                <a:cubicBezTo>
                  <a:pt x="600" y="269"/>
                  <a:pt x="331" y="0"/>
                  <a:pt x="0" y="0"/>
                </a:cubicBezTo>
                <a:cubicBezTo>
                  <a:pt x="0" y="0"/>
                  <a:pt x="0" y="0"/>
                  <a:pt x="0" y="0"/>
                </a:cubicBezTo>
                <a:cubicBezTo>
                  <a:pt x="0" y="150"/>
                  <a:pt x="0" y="150"/>
                  <a:pt x="0" y="150"/>
                </a:cubicBezTo>
                <a:cubicBezTo>
                  <a:pt x="0" y="150"/>
                  <a:pt x="0" y="150"/>
                  <a:pt x="0" y="150"/>
                </a:cubicBezTo>
                <a:close/>
              </a:path>
            </a:pathLst>
          </a:custGeom>
          <a:solidFill>
            <a:srgbClr val="7FB5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 name="Freeform 35"/>
          <p:cNvSpPr>
            <a:spLocks noEditPoints="1"/>
          </p:cNvSpPr>
          <p:nvPr/>
        </p:nvSpPr>
        <p:spPr bwMode="auto">
          <a:xfrm>
            <a:off x="8559800" y="2611438"/>
            <a:ext cx="406400" cy="431800"/>
          </a:xfrm>
          <a:custGeom>
            <a:avLst/>
            <a:gdLst>
              <a:gd name="T0" fmla="*/ 511 w 568"/>
              <a:gd name="T1" fmla="*/ 149 h 605"/>
              <a:gd name="T2" fmla="*/ 492 w 568"/>
              <a:gd name="T3" fmla="*/ 79 h 605"/>
              <a:gd name="T4" fmla="*/ 229 w 568"/>
              <a:gd name="T5" fmla="*/ 149 h 605"/>
              <a:gd name="T6" fmla="*/ 511 w 568"/>
              <a:gd name="T7" fmla="*/ 149 h 605"/>
              <a:gd name="T8" fmla="*/ 43 w 568"/>
              <a:gd name="T9" fmla="*/ 146 h 605"/>
              <a:gd name="T10" fmla="*/ 479 w 568"/>
              <a:gd name="T11" fmla="*/ 29 h 605"/>
              <a:gd name="T12" fmla="*/ 476 w 568"/>
              <a:gd name="T13" fmla="*/ 18 h 605"/>
              <a:gd name="T14" fmla="*/ 451 w 568"/>
              <a:gd name="T15" fmla="*/ 3 h 605"/>
              <a:gd name="T16" fmla="*/ 55 w 568"/>
              <a:gd name="T17" fmla="*/ 110 h 605"/>
              <a:gd name="T18" fmla="*/ 40 w 568"/>
              <a:gd name="T19" fmla="*/ 134 h 605"/>
              <a:gd name="T20" fmla="*/ 43 w 568"/>
              <a:gd name="T21" fmla="*/ 146 h 605"/>
              <a:gd name="T22" fmla="*/ 271 w 568"/>
              <a:gd name="T23" fmla="*/ 387 h 605"/>
              <a:gd name="T24" fmla="*/ 337 w 568"/>
              <a:gd name="T25" fmla="*/ 453 h 605"/>
              <a:gd name="T26" fmla="*/ 568 w 568"/>
              <a:gd name="T27" fmla="*/ 453 h 605"/>
              <a:gd name="T28" fmla="*/ 568 w 568"/>
              <a:gd name="T29" fmla="*/ 322 h 605"/>
              <a:gd name="T30" fmla="*/ 337 w 568"/>
              <a:gd name="T31" fmla="*/ 322 h 605"/>
              <a:gd name="T32" fmla="*/ 271 w 568"/>
              <a:gd name="T33" fmla="*/ 387 h 605"/>
              <a:gd name="T34" fmla="*/ 370 w 568"/>
              <a:gd name="T35" fmla="*/ 387 h 605"/>
              <a:gd name="T36" fmla="*/ 335 w 568"/>
              <a:gd name="T37" fmla="*/ 422 h 605"/>
              <a:gd name="T38" fmla="*/ 301 w 568"/>
              <a:gd name="T39" fmla="*/ 387 h 605"/>
              <a:gd name="T40" fmla="*/ 335 w 568"/>
              <a:gd name="T41" fmla="*/ 353 h 605"/>
              <a:gd name="T42" fmla="*/ 370 w 568"/>
              <a:gd name="T43" fmla="*/ 387 h 605"/>
              <a:gd name="T44" fmla="*/ 540 w 568"/>
              <a:gd name="T45" fmla="*/ 170 h 605"/>
              <a:gd name="T46" fmla="*/ 28 w 568"/>
              <a:gd name="T47" fmla="*/ 170 h 605"/>
              <a:gd name="T48" fmla="*/ 0 w 568"/>
              <a:gd name="T49" fmla="*/ 198 h 605"/>
              <a:gd name="T50" fmla="*/ 0 w 568"/>
              <a:gd name="T51" fmla="*/ 577 h 605"/>
              <a:gd name="T52" fmla="*/ 28 w 568"/>
              <a:gd name="T53" fmla="*/ 605 h 605"/>
              <a:gd name="T54" fmla="*/ 540 w 568"/>
              <a:gd name="T55" fmla="*/ 605 h 605"/>
              <a:gd name="T56" fmla="*/ 568 w 568"/>
              <a:gd name="T57" fmla="*/ 577 h 605"/>
              <a:gd name="T58" fmla="*/ 568 w 568"/>
              <a:gd name="T59" fmla="*/ 474 h 605"/>
              <a:gd name="T60" fmla="*/ 337 w 568"/>
              <a:gd name="T61" fmla="*/ 474 h 605"/>
              <a:gd name="T62" fmla="*/ 250 w 568"/>
              <a:gd name="T63" fmla="*/ 387 h 605"/>
              <a:gd name="T64" fmla="*/ 337 w 568"/>
              <a:gd name="T65" fmla="*/ 301 h 605"/>
              <a:gd name="T66" fmla="*/ 568 w 568"/>
              <a:gd name="T67" fmla="*/ 301 h 605"/>
              <a:gd name="T68" fmla="*/ 568 w 568"/>
              <a:gd name="T69" fmla="*/ 198 h 605"/>
              <a:gd name="T70" fmla="*/ 540 w 568"/>
              <a:gd name="T71" fmla="*/ 170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68" h="605">
                <a:moveTo>
                  <a:pt x="511" y="149"/>
                </a:moveTo>
                <a:cubicBezTo>
                  <a:pt x="492" y="79"/>
                  <a:pt x="492" y="79"/>
                  <a:pt x="492" y="79"/>
                </a:cubicBezTo>
                <a:cubicBezTo>
                  <a:pt x="229" y="149"/>
                  <a:pt x="229" y="149"/>
                  <a:pt x="229" y="149"/>
                </a:cubicBezTo>
                <a:lnTo>
                  <a:pt x="511" y="149"/>
                </a:lnTo>
                <a:close/>
                <a:moveTo>
                  <a:pt x="43" y="146"/>
                </a:moveTo>
                <a:cubicBezTo>
                  <a:pt x="479" y="29"/>
                  <a:pt x="479" y="29"/>
                  <a:pt x="479" y="29"/>
                </a:cubicBezTo>
                <a:cubicBezTo>
                  <a:pt x="476" y="18"/>
                  <a:pt x="476" y="18"/>
                  <a:pt x="476" y="18"/>
                </a:cubicBezTo>
                <a:cubicBezTo>
                  <a:pt x="473" y="7"/>
                  <a:pt x="462" y="0"/>
                  <a:pt x="451" y="3"/>
                </a:cubicBezTo>
                <a:cubicBezTo>
                  <a:pt x="55" y="110"/>
                  <a:pt x="55" y="110"/>
                  <a:pt x="55" y="110"/>
                </a:cubicBezTo>
                <a:cubicBezTo>
                  <a:pt x="44" y="112"/>
                  <a:pt x="37" y="124"/>
                  <a:pt x="40" y="134"/>
                </a:cubicBezTo>
                <a:lnTo>
                  <a:pt x="43" y="146"/>
                </a:lnTo>
                <a:close/>
                <a:moveTo>
                  <a:pt x="271" y="387"/>
                </a:moveTo>
                <a:cubicBezTo>
                  <a:pt x="271" y="423"/>
                  <a:pt x="301" y="453"/>
                  <a:pt x="337" y="453"/>
                </a:cubicBezTo>
                <a:cubicBezTo>
                  <a:pt x="568" y="453"/>
                  <a:pt x="568" y="453"/>
                  <a:pt x="568" y="453"/>
                </a:cubicBezTo>
                <a:cubicBezTo>
                  <a:pt x="568" y="322"/>
                  <a:pt x="568" y="322"/>
                  <a:pt x="568" y="322"/>
                </a:cubicBezTo>
                <a:cubicBezTo>
                  <a:pt x="337" y="322"/>
                  <a:pt x="337" y="322"/>
                  <a:pt x="337" y="322"/>
                </a:cubicBezTo>
                <a:cubicBezTo>
                  <a:pt x="301" y="322"/>
                  <a:pt x="271" y="351"/>
                  <a:pt x="271" y="387"/>
                </a:cubicBezTo>
                <a:close/>
                <a:moveTo>
                  <a:pt x="370" y="387"/>
                </a:moveTo>
                <a:cubicBezTo>
                  <a:pt x="370" y="406"/>
                  <a:pt x="355" y="422"/>
                  <a:pt x="335" y="422"/>
                </a:cubicBezTo>
                <a:cubicBezTo>
                  <a:pt x="316" y="422"/>
                  <a:pt x="301" y="406"/>
                  <a:pt x="301" y="387"/>
                </a:cubicBezTo>
                <a:cubicBezTo>
                  <a:pt x="301" y="368"/>
                  <a:pt x="316" y="353"/>
                  <a:pt x="335" y="353"/>
                </a:cubicBezTo>
                <a:cubicBezTo>
                  <a:pt x="355" y="353"/>
                  <a:pt x="370" y="368"/>
                  <a:pt x="370" y="387"/>
                </a:cubicBezTo>
                <a:close/>
                <a:moveTo>
                  <a:pt x="540" y="170"/>
                </a:moveTo>
                <a:cubicBezTo>
                  <a:pt x="28" y="170"/>
                  <a:pt x="28" y="170"/>
                  <a:pt x="28" y="170"/>
                </a:cubicBezTo>
                <a:cubicBezTo>
                  <a:pt x="13" y="170"/>
                  <a:pt x="0" y="183"/>
                  <a:pt x="0" y="198"/>
                </a:cubicBezTo>
                <a:cubicBezTo>
                  <a:pt x="0" y="577"/>
                  <a:pt x="0" y="577"/>
                  <a:pt x="0" y="577"/>
                </a:cubicBezTo>
                <a:cubicBezTo>
                  <a:pt x="0" y="592"/>
                  <a:pt x="13" y="605"/>
                  <a:pt x="28" y="605"/>
                </a:cubicBezTo>
                <a:cubicBezTo>
                  <a:pt x="540" y="605"/>
                  <a:pt x="540" y="605"/>
                  <a:pt x="540" y="605"/>
                </a:cubicBezTo>
                <a:cubicBezTo>
                  <a:pt x="555" y="605"/>
                  <a:pt x="568" y="592"/>
                  <a:pt x="568" y="577"/>
                </a:cubicBezTo>
                <a:cubicBezTo>
                  <a:pt x="568" y="474"/>
                  <a:pt x="568" y="474"/>
                  <a:pt x="568" y="474"/>
                </a:cubicBezTo>
                <a:cubicBezTo>
                  <a:pt x="337" y="474"/>
                  <a:pt x="337" y="474"/>
                  <a:pt x="337" y="474"/>
                </a:cubicBezTo>
                <a:cubicBezTo>
                  <a:pt x="289" y="474"/>
                  <a:pt x="250" y="435"/>
                  <a:pt x="250" y="387"/>
                </a:cubicBezTo>
                <a:cubicBezTo>
                  <a:pt x="250" y="340"/>
                  <a:pt x="289" y="301"/>
                  <a:pt x="337" y="301"/>
                </a:cubicBezTo>
                <a:cubicBezTo>
                  <a:pt x="568" y="301"/>
                  <a:pt x="568" y="301"/>
                  <a:pt x="568" y="301"/>
                </a:cubicBezTo>
                <a:cubicBezTo>
                  <a:pt x="568" y="198"/>
                  <a:pt x="568" y="198"/>
                  <a:pt x="568" y="198"/>
                </a:cubicBezTo>
                <a:cubicBezTo>
                  <a:pt x="568" y="183"/>
                  <a:pt x="555" y="170"/>
                  <a:pt x="540" y="170"/>
                </a:cubicBezTo>
                <a:close/>
              </a:path>
            </a:pathLst>
          </a:custGeom>
          <a:solidFill>
            <a:srgbClr val="8DC6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 name="Oval 36"/>
          <p:cNvSpPr>
            <a:spLocks noChangeArrowheads="1"/>
          </p:cNvSpPr>
          <p:nvPr/>
        </p:nvSpPr>
        <p:spPr bwMode="auto">
          <a:xfrm>
            <a:off x="7678738" y="1947863"/>
            <a:ext cx="719138" cy="71913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 name="Freeform 37"/>
          <p:cNvSpPr>
            <a:spLocks noEditPoints="1"/>
          </p:cNvSpPr>
          <p:nvPr/>
        </p:nvSpPr>
        <p:spPr bwMode="auto">
          <a:xfrm>
            <a:off x="7608888" y="1879600"/>
            <a:ext cx="857250" cy="1017588"/>
          </a:xfrm>
          <a:custGeom>
            <a:avLst/>
            <a:gdLst>
              <a:gd name="T0" fmla="*/ 418 w 1200"/>
              <a:gd name="T1" fmla="*/ 1171 h 1425"/>
              <a:gd name="T2" fmla="*/ 0 w 1200"/>
              <a:gd name="T3" fmla="*/ 600 h 1425"/>
              <a:gd name="T4" fmla="*/ 600 w 1200"/>
              <a:gd name="T5" fmla="*/ 0 h 1425"/>
              <a:gd name="T6" fmla="*/ 1200 w 1200"/>
              <a:gd name="T7" fmla="*/ 600 h 1425"/>
              <a:gd name="T8" fmla="*/ 782 w 1200"/>
              <a:gd name="T9" fmla="*/ 1171 h 1425"/>
              <a:gd name="T10" fmla="*/ 600 w 1200"/>
              <a:gd name="T11" fmla="*/ 1425 h 1425"/>
              <a:gd name="T12" fmla="*/ 418 w 1200"/>
              <a:gd name="T13" fmla="*/ 1171 h 1425"/>
              <a:gd name="T14" fmla="*/ 1050 w 1200"/>
              <a:gd name="T15" fmla="*/ 600 h 1425"/>
              <a:gd name="T16" fmla="*/ 600 w 1200"/>
              <a:gd name="T17" fmla="*/ 150 h 1425"/>
              <a:gd name="T18" fmla="*/ 150 w 1200"/>
              <a:gd name="T19" fmla="*/ 600 h 1425"/>
              <a:gd name="T20" fmla="*/ 600 w 1200"/>
              <a:gd name="T21" fmla="*/ 1050 h 1425"/>
              <a:gd name="T22" fmla="*/ 1050 w 1200"/>
              <a:gd name="T23" fmla="*/ 600 h 1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00" h="1425">
                <a:moveTo>
                  <a:pt x="418" y="1171"/>
                </a:moveTo>
                <a:cubicBezTo>
                  <a:pt x="175" y="1094"/>
                  <a:pt x="0" y="868"/>
                  <a:pt x="0" y="600"/>
                </a:cubicBezTo>
                <a:cubicBezTo>
                  <a:pt x="0" y="268"/>
                  <a:pt x="269" y="0"/>
                  <a:pt x="600" y="0"/>
                </a:cubicBezTo>
                <a:cubicBezTo>
                  <a:pt x="931" y="0"/>
                  <a:pt x="1200" y="268"/>
                  <a:pt x="1200" y="600"/>
                </a:cubicBezTo>
                <a:cubicBezTo>
                  <a:pt x="1200" y="868"/>
                  <a:pt x="1024" y="1094"/>
                  <a:pt x="782" y="1171"/>
                </a:cubicBezTo>
                <a:cubicBezTo>
                  <a:pt x="600" y="1425"/>
                  <a:pt x="600" y="1425"/>
                  <a:pt x="600" y="1425"/>
                </a:cubicBezTo>
                <a:lnTo>
                  <a:pt x="418" y="1171"/>
                </a:lnTo>
                <a:close/>
                <a:moveTo>
                  <a:pt x="1050" y="600"/>
                </a:moveTo>
                <a:cubicBezTo>
                  <a:pt x="1050" y="351"/>
                  <a:pt x="848" y="150"/>
                  <a:pt x="600" y="150"/>
                </a:cubicBezTo>
                <a:cubicBezTo>
                  <a:pt x="351" y="150"/>
                  <a:pt x="150" y="351"/>
                  <a:pt x="150" y="600"/>
                </a:cubicBezTo>
                <a:cubicBezTo>
                  <a:pt x="150" y="848"/>
                  <a:pt x="351" y="1050"/>
                  <a:pt x="600" y="1050"/>
                </a:cubicBezTo>
                <a:cubicBezTo>
                  <a:pt x="848" y="1050"/>
                  <a:pt x="1050" y="848"/>
                  <a:pt x="1050" y="600"/>
                </a:cubicBezTo>
                <a:close/>
              </a:path>
            </a:pathLst>
          </a:custGeom>
          <a:solidFill>
            <a:srgbClr val="00BF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 name="Freeform 38"/>
          <p:cNvSpPr>
            <a:spLocks/>
          </p:cNvSpPr>
          <p:nvPr/>
        </p:nvSpPr>
        <p:spPr bwMode="auto">
          <a:xfrm>
            <a:off x="8037513" y="1879600"/>
            <a:ext cx="428625" cy="1017588"/>
          </a:xfrm>
          <a:custGeom>
            <a:avLst/>
            <a:gdLst>
              <a:gd name="T0" fmla="*/ 0 w 600"/>
              <a:gd name="T1" fmla="*/ 150 h 1425"/>
              <a:gd name="T2" fmla="*/ 450 w 600"/>
              <a:gd name="T3" fmla="*/ 600 h 1425"/>
              <a:gd name="T4" fmla="*/ 0 w 600"/>
              <a:gd name="T5" fmla="*/ 1050 h 1425"/>
              <a:gd name="T6" fmla="*/ 0 w 600"/>
              <a:gd name="T7" fmla="*/ 1050 h 1425"/>
              <a:gd name="T8" fmla="*/ 0 w 600"/>
              <a:gd name="T9" fmla="*/ 1425 h 1425"/>
              <a:gd name="T10" fmla="*/ 182 w 600"/>
              <a:gd name="T11" fmla="*/ 1171 h 1425"/>
              <a:gd name="T12" fmla="*/ 600 w 600"/>
              <a:gd name="T13" fmla="*/ 600 h 1425"/>
              <a:gd name="T14" fmla="*/ 0 w 600"/>
              <a:gd name="T15" fmla="*/ 0 h 1425"/>
              <a:gd name="T16" fmla="*/ 0 w 600"/>
              <a:gd name="T17" fmla="*/ 0 h 1425"/>
              <a:gd name="T18" fmla="*/ 0 w 600"/>
              <a:gd name="T19" fmla="*/ 150 h 1425"/>
              <a:gd name="T20" fmla="*/ 0 w 600"/>
              <a:gd name="T21" fmla="*/ 150 h 1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0" h="1425">
                <a:moveTo>
                  <a:pt x="0" y="150"/>
                </a:moveTo>
                <a:cubicBezTo>
                  <a:pt x="248" y="150"/>
                  <a:pt x="450" y="351"/>
                  <a:pt x="450" y="600"/>
                </a:cubicBezTo>
                <a:cubicBezTo>
                  <a:pt x="450" y="848"/>
                  <a:pt x="248" y="1050"/>
                  <a:pt x="0" y="1050"/>
                </a:cubicBezTo>
                <a:cubicBezTo>
                  <a:pt x="0" y="1050"/>
                  <a:pt x="0" y="1050"/>
                  <a:pt x="0" y="1050"/>
                </a:cubicBezTo>
                <a:cubicBezTo>
                  <a:pt x="0" y="1425"/>
                  <a:pt x="0" y="1425"/>
                  <a:pt x="0" y="1425"/>
                </a:cubicBezTo>
                <a:cubicBezTo>
                  <a:pt x="182" y="1171"/>
                  <a:pt x="182" y="1171"/>
                  <a:pt x="182" y="1171"/>
                </a:cubicBezTo>
                <a:cubicBezTo>
                  <a:pt x="424" y="1094"/>
                  <a:pt x="600" y="868"/>
                  <a:pt x="600" y="600"/>
                </a:cubicBezTo>
                <a:cubicBezTo>
                  <a:pt x="600" y="268"/>
                  <a:pt x="331" y="0"/>
                  <a:pt x="0" y="0"/>
                </a:cubicBezTo>
                <a:cubicBezTo>
                  <a:pt x="0" y="0"/>
                  <a:pt x="0" y="0"/>
                  <a:pt x="0" y="0"/>
                </a:cubicBezTo>
                <a:cubicBezTo>
                  <a:pt x="0" y="150"/>
                  <a:pt x="0" y="150"/>
                  <a:pt x="0" y="150"/>
                </a:cubicBezTo>
                <a:cubicBezTo>
                  <a:pt x="0" y="150"/>
                  <a:pt x="0" y="150"/>
                  <a:pt x="0" y="150"/>
                </a:cubicBezTo>
                <a:close/>
              </a:path>
            </a:pathLst>
          </a:custGeom>
          <a:solidFill>
            <a:srgbClr val="05AE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 name="Freeform 39"/>
          <p:cNvSpPr>
            <a:spLocks noEditPoints="1"/>
          </p:cNvSpPr>
          <p:nvPr/>
        </p:nvSpPr>
        <p:spPr bwMode="auto">
          <a:xfrm>
            <a:off x="7805738" y="2100263"/>
            <a:ext cx="469900" cy="414338"/>
          </a:xfrm>
          <a:custGeom>
            <a:avLst/>
            <a:gdLst>
              <a:gd name="T0" fmla="*/ 632 w 658"/>
              <a:gd name="T1" fmla="*/ 0 h 581"/>
              <a:gd name="T2" fmla="*/ 114 w 658"/>
              <a:gd name="T3" fmla="*/ 0 h 581"/>
              <a:gd name="T4" fmla="*/ 88 w 658"/>
              <a:gd name="T5" fmla="*/ 26 h 581"/>
              <a:gd name="T6" fmla="*/ 88 w 658"/>
              <a:gd name="T7" fmla="*/ 41 h 581"/>
              <a:gd name="T8" fmla="*/ 658 w 658"/>
              <a:gd name="T9" fmla="*/ 41 h 581"/>
              <a:gd name="T10" fmla="*/ 658 w 658"/>
              <a:gd name="T11" fmla="*/ 26 h 581"/>
              <a:gd name="T12" fmla="*/ 632 w 658"/>
              <a:gd name="T13" fmla="*/ 0 h 581"/>
              <a:gd name="T14" fmla="*/ 88 w 658"/>
              <a:gd name="T15" fmla="*/ 183 h 581"/>
              <a:gd name="T16" fmla="*/ 544 w 658"/>
              <a:gd name="T17" fmla="*/ 183 h 581"/>
              <a:gd name="T18" fmla="*/ 593 w 658"/>
              <a:gd name="T19" fmla="*/ 232 h 581"/>
              <a:gd name="T20" fmla="*/ 593 w 658"/>
              <a:gd name="T21" fmla="*/ 375 h 581"/>
              <a:gd name="T22" fmla="*/ 632 w 658"/>
              <a:gd name="T23" fmla="*/ 375 h 581"/>
              <a:gd name="T24" fmla="*/ 658 w 658"/>
              <a:gd name="T25" fmla="*/ 349 h 581"/>
              <a:gd name="T26" fmla="*/ 658 w 658"/>
              <a:gd name="T27" fmla="*/ 105 h 581"/>
              <a:gd name="T28" fmla="*/ 88 w 658"/>
              <a:gd name="T29" fmla="*/ 105 h 581"/>
              <a:gd name="T30" fmla="*/ 88 w 658"/>
              <a:gd name="T31" fmla="*/ 183 h 581"/>
              <a:gd name="T32" fmla="*/ 544 w 658"/>
              <a:gd name="T33" fmla="*/ 207 h 581"/>
              <a:gd name="T34" fmla="*/ 25 w 658"/>
              <a:gd name="T35" fmla="*/ 207 h 581"/>
              <a:gd name="T36" fmla="*/ 0 w 658"/>
              <a:gd name="T37" fmla="*/ 232 h 581"/>
              <a:gd name="T38" fmla="*/ 0 w 658"/>
              <a:gd name="T39" fmla="*/ 555 h 581"/>
              <a:gd name="T40" fmla="*/ 25 w 658"/>
              <a:gd name="T41" fmla="*/ 581 h 581"/>
              <a:gd name="T42" fmla="*/ 544 w 658"/>
              <a:gd name="T43" fmla="*/ 581 h 581"/>
              <a:gd name="T44" fmla="*/ 569 w 658"/>
              <a:gd name="T45" fmla="*/ 555 h 581"/>
              <a:gd name="T46" fmla="*/ 569 w 658"/>
              <a:gd name="T47" fmla="*/ 232 h 581"/>
              <a:gd name="T48" fmla="*/ 544 w 658"/>
              <a:gd name="T49" fmla="*/ 207 h 581"/>
              <a:gd name="T50" fmla="*/ 365 w 658"/>
              <a:gd name="T51" fmla="*/ 262 h 581"/>
              <a:gd name="T52" fmla="*/ 517 w 658"/>
              <a:gd name="T53" fmla="*/ 262 h 581"/>
              <a:gd name="T54" fmla="*/ 517 w 658"/>
              <a:gd name="T55" fmla="*/ 361 h 581"/>
              <a:gd name="T56" fmla="*/ 365 w 658"/>
              <a:gd name="T57" fmla="*/ 361 h 581"/>
              <a:gd name="T58" fmla="*/ 365 w 658"/>
              <a:gd name="T59" fmla="*/ 262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58" h="581">
                <a:moveTo>
                  <a:pt x="632" y="0"/>
                </a:moveTo>
                <a:cubicBezTo>
                  <a:pt x="114" y="0"/>
                  <a:pt x="114" y="0"/>
                  <a:pt x="114" y="0"/>
                </a:cubicBezTo>
                <a:cubicBezTo>
                  <a:pt x="100" y="0"/>
                  <a:pt x="88" y="12"/>
                  <a:pt x="88" y="26"/>
                </a:cubicBezTo>
                <a:cubicBezTo>
                  <a:pt x="88" y="41"/>
                  <a:pt x="88" y="41"/>
                  <a:pt x="88" y="41"/>
                </a:cubicBezTo>
                <a:cubicBezTo>
                  <a:pt x="658" y="41"/>
                  <a:pt x="658" y="41"/>
                  <a:pt x="658" y="41"/>
                </a:cubicBezTo>
                <a:cubicBezTo>
                  <a:pt x="658" y="26"/>
                  <a:pt x="658" y="26"/>
                  <a:pt x="658" y="26"/>
                </a:cubicBezTo>
                <a:cubicBezTo>
                  <a:pt x="658" y="12"/>
                  <a:pt x="646" y="0"/>
                  <a:pt x="632" y="0"/>
                </a:cubicBezTo>
                <a:close/>
                <a:moveTo>
                  <a:pt x="88" y="183"/>
                </a:moveTo>
                <a:cubicBezTo>
                  <a:pt x="544" y="183"/>
                  <a:pt x="544" y="183"/>
                  <a:pt x="544" y="183"/>
                </a:cubicBezTo>
                <a:cubicBezTo>
                  <a:pt x="571" y="183"/>
                  <a:pt x="593" y="205"/>
                  <a:pt x="593" y="232"/>
                </a:cubicBezTo>
                <a:cubicBezTo>
                  <a:pt x="593" y="375"/>
                  <a:pt x="593" y="375"/>
                  <a:pt x="593" y="375"/>
                </a:cubicBezTo>
                <a:cubicBezTo>
                  <a:pt x="632" y="375"/>
                  <a:pt x="632" y="375"/>
                  <a:pt x="632" y="375"/>
                </a:cubicBezTo>
                <a:cubicBezTo>
                  <a:pt x="646" y="375"/>
                  <a:pt x="658" y="363"/>
                  <a:pt x="658" y="349"/>
                </a:cubicBezTo>
                <a:cubicBezTo>
                  <a:pt x="658" y="105"/>
                  <a:pt x="658" y="105"/>
                  <a:pt x="658" y="105"/>
                </a:cubicBezTo>
                <a:cubicBezTo>
                  <a:pt x="88" y="105"/>
                  <a:pt x="88" y="105"/>
                  <a:pt x="88" y="105"/>
                </a:cubicBezTo>
                <a:lnTo>
                  <a:pt x="88" y="183"/>
                </a:lnTo>
                <a:close/>
                <a:moveTo>
                  <a:pt x="544" y="207"/>
                </a:moveTo>
                <a:cubicBezTo>
                  <a:pt x="25" y="207"/>
                  <a:pt x="25" y="207"/>
                  <a:pt x="25" y="207"/>
                </a:cubicBezTo>
                <a:cubicBezTo>
                  <a:pt x="11" y="207"/>
                  <a:pt x="0" y="218"/>
                  <a:pt x="0" y="232"/>
                </a:cubicBezTo>
                <a:cubicBezTo>
                  <a:pt x="0" y="555"/>
                  <a:pt x="0" y="555"/>
                  <a:pt x="0" y="555"/>
                </a:cubicBezTo>
                <a:cubicBezTo>
                  <a:pt x="0" y="569"/>
                  <a:pt x="11" y="581"/>
                  <a:pt x="25" y="581"/>
                </a:cubicBezTo>
                <a:cubicBezTo>
                  <a:pt x="544" y="581"/>
                  <a:pt x="544" y="581"/>
                  <a:pt x="544" y="581"/>
                </a:cubicBezTo>
                <a:cubicBezTo>
                  <a:pt x="558" y="581"/>
                  <a:pt x="569" y="569"/>
                  <a:pt x="569" y="555"/>
                </a:cubicBezTo>
                <a:cubicBezTo>
                  <a:pt x="569" y="232"/>
                  <a:pt x="569" y="232"/>
                  <a:pt x="569" y="232"/>
                </a:cubicBezTo>
                <a:cubicBezTo>
                  <a:pt x="569" y="218"/>
                  <a:pt x="558" y="207"/>
                  <a:pt x="544" y="207"/>
                </a:cubicBezTo>
                <a:close/>
                <a:moveTo>
                  <a:pt x="365" y="262"/>
                </a:moveTo>
                <a:cubicBezTo>
                  <a:pt x="517" y="262"/>
                  <a:pt x="517" y="262"/>
                  <a:pt x="517" y="262"/>
                </a:cubicBezTo>
                <a:cubicBezTo>
                  <a:pt x="517" y="361"/>
                  <a:pt x="517" y="361"/>
                  <a:pt x="517" y="361"/>
                </a:cubicBezTo>
                <a:cubicBezTo>
                  <a:pt x="365" y="361"/>
                  <a:pt x="365" y="361"/>
                  <a:pt x="365" y="361"/>
                </a:cubicBezTo>
                <a:lnTo>
                  <a:pt x="365" y="262"/>
                </a:lnTo>
                <a:close/>
              </a:path>
            </a:pathLst>
          </a:custGeom>
          <a:solidFill>
            <a:srgbClr val="00BF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 name="Oval 40"/>
          <p:cNvSpPr>
            <a:spLocks noChangeArrowheads="1"/>
          </p:cNvSpPr>
          <p:nvPr/>
        </p:nvSpPr>
        <p:spPr bwMode="auto">
          <a:xfrm>
            <a:off x="6954838" y="2497138"/>
            <a:ext cx="719138" cy="71913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1" name="Freeform 41"/>
          <p:cNvSpPr>
            <a:spLocks noEditPoints="1"/>
          </p:cNvSpPr>
          <p:nvPr/>
        </p:nvSpPr>
        <p:spPr bwMode="auto">
          <a:xfrm>
            <a:off x="6884988" y="2427288"/>
            <a:ext cx="857250" cy="1019175"/>
          </a:xfrm>
          <a:custGeom>
            <a:avLst/>
            <a:gdLst>
              <a:gd name="T0" fmla="*/ 418 w 1200"/>
              <a:gd name="T1" fmla="*/ 1172 h 1426"/>
              <a:gd name="T2" fmla="*/ 0 w 1200"/>
              <a:gd name="T3" fmla="*/ 600 h 1426"/>
              <a:gd name="T4" fmla="*/ 600 w 1200"/>
              <a:gd name="T5" fmla="*/ 0 h 1426"/>
              <a:gd name="T6" fmla="*/ 1200 w 1200"/>
              <a:gd name="T7" fmla="*/ 600 h 1426"/>
              <a:gd name="T8" fmla="*/ 782 w 1200"/>
              <a:gd name="T9" fmla="*/ 1172 h 1426"/>
              <a:gd name="T10" fmla="*/ 600 w 1200"/>
              <a:gd name="T11" fmla="*/ 1426 h 1426"/>
              <a:gd name="T12" fmla="*/ 418 w 1200"/>
              <a:gd name="T13" fmla="*/ 1172 h 1426"/>
              <a:gd name="T14" fmla="*/ 1050 w 1200"/>
              <a:gd name="T15" fmla="*/ 600 h 1426"/>
              <a:gd name="T16" fmla="*/ 600 w 1200"/>
              <a:gd name="T17" fmla="*/ 150 h 1426"/>
              <a:gd name="T18" fmla="*/ 150 w 1200"/>
              <a:gd name="T19" fmla="*/ 600 h 1426"/>
              <a:gd name="T20" fmla="*/ 600 w 1200"/>
              <a:gd name="T21" fmla="*/ 1050 h 1426"/>
              <a:gd name="T22" fmla="*/ 1050 w 1200"/>
              <a:gd name="T23" fmla="*/ 600 h 1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00" h="1426">
                <a:moveTo>
                  <a:pt x="418" y="1172"/>
                </a:moveTo>
                <a:cubicBezTo>
                  <a:pt x="176" y="1095"/>
                  <a:pt x="0" y="868"/>
                  <a:pt x="0" y="600"/>
                </a:cubicBezTo>
                <a:cubicBezTo>
                  <a:pt x="0" y="269"/>
                  <a:pt x="269" y="0"/>
                  <a:pt x="600" y="0"/>
                </a:cubicBezTo>
                <a:cubicBezTo>
                  <a:pt x="932" y="0"/>
                  <a:pt x="1200" y="269"/>
                  <a:pt x="1200" y="600"/>
                </a:cubicBezTo>
                <a:cubicBezTo>
                  <a:pt x="1200" y="868"/>
                  <a:pt x="1025" y="1095"/>
                  <a:pt x="782" y="1172"/>
                </a:cubicBezTo>
                <a:cubicBezTo>
                  <a:pt x="600" y="1426"/>
                  <a:pt x="600" y="1426"/>
                  <a:pt x="600" y="1426"/>
                </a:cubicBezTo>
                <a:lnTo>
                  <a:pt x="418" y="1172"/>
                </a:lnTo>
                <a:close/>
                <a:moveTo>
                  <a:pt x="1050" y="600"/>
                </a:moveTo>
                <a:cubicBezTo>
                  <a:pt x="1050" y="352"/>
                  <a:pt x="849" y="150"/>
                  <a:pt x="600" y="150"/>
                </a:cubicBezTo>
                <a:cubicBezTo>
                  <a:pt x="352" y="150"/>
                  <a:pt x="150" y="352"/>
                  <a:pt x="150" y="600"/>
                </a:cubicBezTo>
                <a:cubicBezTo>
                  <a:pt x="150" y="849"/>
                  <a:pt x="352" y="1050"/>
                  <a:pt x="600" y="1050"/>
                </a:cubicBezTo>
                <a:cubicBezTo>
                  <a:pt x="849" y="1050"/>
                  <a:pt x="1050" y="849"/>
                  <a:pt x="1050" y="600"/>
                </a:cubicBezTo>
                <a:close/>
              </a:path>
            </a:pathLst>
          </a:custGeom>
          <a:solidFill>
            <a:srgbClr val="FDB8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 name="Freeform 42"/>
          <p:cNvSpPr>
            <a:spLocks/>
          </p:cNvSpPr>
          <p:nvPr/>
        </p:nvSpPr>
        <p:spPr bwMode="auto">
          <a:xfrm>
            <a:off x="7313613" y="2427288"/>
            <a:ext cx="428625" cy="1019175"/>
          </a:xfrm>
          <a:custGeom>
            <a:avLst/>
            <a:gdLst>
              <a:gd name="T0" fmla="*/ 0 w 600"/>
              <a:gd name="T1" fmla="*/ 150 h 1426"/>
              <a:gd name="T2" fmla="*/ 450 w 600"/>
              <a:gd name="T3" fmla="*/ 600 h 1426"/>
              <a:gd name="T4" fmla="*/ 0 w 600"/>
              <a:gd name="T5" fmla="*/ 1050 h 1426"/>
              <a:gd name="T6" fmla="*/ 0 w 600"/>
              <a:gd name="T7" fmla="*/ 1050 h 1426"/>
              <a:gd name="T8" fmla="*/ 0 w 600"/>
              <a:gd name="T9" fmla="*/ 1426 h 1426"/>
              <a:gd name="T10" fmla="*/ 182 w 600"/>
              <a:gd name="T11" fmla="*/ 1172 h 1426"/>
              <a:gd name="T12" fmla="*/ 600 w 600"/>
              <a:gd name="T13" fmla="*/ 600 h 1426"/>
              <a:gd name="T14" fmla="*/ 0 w 600"/>
              <a:gd name="T15" fmla="*/ 0 h 1426"/>
              <a:gd name="T16" fmla="*/ 0 w 600"/>
              <a:gd name="T17" fmla="*/ 0 h 1426"/>
              <a:gd name="T18" fmla="*/ 0 w 600"/>
              <a:gd name="T19" fmla="*/ 150 h 1426"/>
              <a:gd name="T20" fmla="*/ 0 w 600"/>
              <a:gd name="T21" fmla="*/ 150 h 1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0" h="1426">
                <a:moveTo>
                  <a:pt x="0" y="150"/>
                </a:moveTo>
                <a:cubicBezTo>
                  <a:pt x="249" y="150"/>
                  <a:pt x="450" y="352"/>
                  <a:pt x="450" y="600"/>
                </a:cubicBezTo>
                <a:cubicBezTo>
                  <a:pt x="450" y="849"/>
                  <a:pt x="249" y="1050"/>
                  <a:pt x="0" y="1050"/>
                </a:cubicBezTo>
                <a:cubicBezTo>
                  <a:pt x="0" y="1050"/>
                  <a:pt x="0" y="1050"/>
                  <a:pt x="0" y="1050"/>
                </a:cubicBezTo>
                <a:cubicBezTo>
                  <a:pt x="0" y="1426"/>
                  <a:pt x="0" y="1426"/>
                  <a:pt x="0" y="1426"/>
                </a:cubicBezTo>
                <a:cubicBezTo>
                  <a:pt x="182" y="1172"/>
                  <a:pt x="182" y="1172"/>
                  <a:pt x="182" y="1172"/>
                </a:cubicBezTo>
                <a:cubicBezTo>
                  <a:pt x="425" y="1095"/>
                  <a:pt x="600" y="868"/>
                  <a:pt x="600" y="600"/>
                </a:cubicBezTo>
                <a:cubicBezTo>
                  <a:pt x="600" y="269"/>
                  <a:pt x="332" y="0"/>
                  <a:pt x="0" y="0"/>
                </a:cubicBezTo>
                <a:cubicBezTo>
                  <a:pt x="0" y="0"/>
                  <a:pt x="0" y="0"/>
                  <a:pt x="0" y="0"/>
                </a:cubicBezTo>
                <a:cubicBezTo>
                  <a:pt x="0" y="150"/>
                  <a:pt x="0" y="150"/>
                  <a:pt x="0" y="150"/>
                </a:cubicBezTo>
                <a:cubicBezTo>
                  <a:pt x="0" y="150"/>
                  <a:pt x="0" y="150"/>
                  <a:pt x="0" y="150"/>
                </a:cubicBezTo>
                <a:close/>
              </a:path>
            </a:pathLst>
          </a:custGeom>
          <a:solidFill>
            <a:srgbClr val="E5A8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 name="Freeform 43"/>
          <p:cNvSpPr>
            <a:spLocks noEditPoints="1"/>
          </p:cNvSpPr>
          <p:nvPr/>
        </p:nvSpPr>
        <p:spPr bwMode="auto">
          <a:xfrm>
            <a:off x="7054850" y="2600325"/>
            <a:ext cx="515938" cy="381000"/>
          </a:xfrm>
          <a:custGeom>
            <a:avLst/>
            <a:gdLst>
              <a:gd name="T0" fmla="*/ 370 w 721"/>
              <a:gd name="T1" fmla="*/ 323 h 533"/>
              <a:gd name="T2" fmla="*/ 574 w 721"/>
              <a:gd name="T3" fmla="*/ 350 h 533"/>
              <a:gd name="T4" fmla="*/ 573 w 721"/>
              <a:gd name="T5" fmla="*/ 211 h 533"/>
              <a:gd name="T6" fmla="*/ 427 w 721"/>
              <a:gd name="T7" fmla="*/ 183 h 533"/>
              <a:gd name="T8" fmla="*/ 549 w 721"/>
              <a:gd name="T9" fmla="*/ 215 h 533"/>
              <a:gd name="T10" fmla="*/ 410 w 721"/>
              <a:gd name="T11" fmla="*/ 249 h 533"/>
              <a:gd name="T12" fmla="*/ 427 w 721"/>
              <a:gd name="T13" fmla="*/ 207 h 533"/>
              <a:gd name="T14" fmla="*/ 549 w 721"/>
              <a:gd name="T15" fmla="*/ 215 h 533"/>
              <a:gd name="T16" fmla="*/ 173 w 721"/>
              <a:gd name="T17" fmla="*/ 367 h 533"/>
              <a:gd name="T18" fmla="*/ 27 w 721"/>
              <a:gd name="T19" fmla="*/ 394 h 533"/>
              <a:gd name="T20" fmla="*/ 25 w 721"/>
              <a:gd name="T21" fmla="*/ 533 h 533"/>
              <a:gd name="T22" fmla="*/ 229 w 721"/>
              <a:gd name="T23" fmla="*/ 506 h 533"/>
              <a:gd name="T24" fmla="*/ 43 w 721"/>
              <a:gd name="T25" fmla="*/ 433 h 533"/>
              <a:gd name="T26" fmla="*/ 60 w 721"/>
              <a:gd name="T27" fmla="*/ 391 h 533"/>
              <a:gd name="T28" fmla="*/ 183 w 721"/>
              <a:gd name="T29" fmla="*/ 399 h 533"/>
              <a:gd name="T30" fmla="*/ 43 w 721"/>
              <a:gd name="T31" fmla="*/ 433 h 533"/>
              <a:gd name="T32" fmla="*/ 695 w 721"/>
              <a:gd name="T33" fmla="*/ 394 h 533"/>
              <a:gd name="T34" fmla="*/ 549 w 721"/>
              <a:gd name="T35" fmla="*/ 367 h 533"/>
              <a:gd name="T36" fmla="*/ 492 w 721"/>
              <a:gd name="T37" fmla="*/ 506 h 533"/>
              <a:gd name="T38" fmla="*/ 696 w 721"/>
              <a:gd name="T39" fmla="*/ 533 h 533"/>
              <a:gd name="T40" fmla="*/ 532 w 721"/>
              <a:gd name="T41" fmla="*/ 433 h 533"/>
              <a:gd name="T42" fmla="*/ 549 w 721"/>
              <a:gd name="T43" fmla="*/ 391 h 533"/>
              <a:gd name="T44" fmla="*/ 671 w 721"/>
              <a:gd name="T45" fmla="*/ 399 h 533"/>
              <a:gd name="T46" fmla="*/ 532 w 721"/>
              <a:gd name="T47" fmla="*/ 433 h 533"/>
              <a:gd name="T48" fmla="*/ 452 w 721"/>
              <a:gd name="T49" fmla="*/ 167 h 533"/>
              <a:gd name="T50" fmla="*/ 450 w 721"/>
              <a:gd name="T51" fmla="*/ 27 h 533"/>
              <a:gd name="T52" fmla="*/ 304 w 721"/>
              <a:gd name="T53" fmla="*/ 0 h 533"/>
              <a:gd name="T54" fmla="*/ 248 w 721"/>
              <a:gd name="T55" fmla="*/ 140 h 533"/>
              <a:gd name="T56" fmla="*/ 295 w 721"/>
              <a:gd name="T57" fmla="*/ 32 h 533"/>
              <a:gd name="T58" fmla="*/ 417 w 721"/>
              <a:gd name="T59" fmla="*/ 24 h 533"/>
              <a:gd name="T60" fmla="*/ 434 w 721"/>
              <a:gd name="T61" fmla="*/ 66 h 533"/>
              <a:gd name="T62" fmla="*/ 295 w 721"/>
              <a:gd name="T63" fmla="*/ 32 h 533"/>
              <a:gd name="T64" fmla="*/ 417 w 721"/>
              <a:gd name="T65" fmla="*/ 367 h 533"/>
              <a:gd name="T66" fmla="*/ 271 w 721"/>
              <a:gd name="T67" fmla="*/ 394 h 533"/>
              <a:gd name="T68" fmla="*/ 270 w 721"/>
              <a:gd name="T69" fmla="*/ 533 h 533"/>
              <a:gd name="T70" fmla="*/ 474 w 721"/>
              <a:gd name="T71" fmla="*/ 506 h 533"/>
              <a:gd name="T72" fmla="*/ 287 w 721"/>
              <a:gd name="T73" fmla="*/ 433 h 533"/>
              <a:gd name="T74" fmla="*/ 304 w 721"/>
              <a:gd name="T75" fmla="*/ 391 h 533"/>
              <a:gd name="T76" fmla="*/ 427 w 721"/>
              <a:gd name="T77" fmla="*/ 399 h 533"/>
              <a:gd name="T78" fmla="*/ 287 w 721"/>
              <a:gd name="T79" fmla="*/ 433 h 533"/>
              <a:gd name="T80" fmla="*/ 330 w 721"/>
              <a:gd name="T81" fmla="*/ 350 h 533"/>
              <a:gd name="T82" fmla="*/ 328 w 721"/>
              <a:gd name="T83" fmla="*/ 211 h 533"/>
              <a:gd name="T84" fmla="*/ 182 w 721"/>
              <a:gd name="T85" fmla="*/ 183 h 533"/>
              <a:gd name="T86" fmla="*/ 125 w 721"/>
              <a:gd name="T87" fmla="*/ 323 h 533"/>
              <a:gd name="T88" fmla="*/ 172 w 721"/>
              <a:gd name="T89" fmla="*/ 215 h 533"/>
              <a:gd name="T90" fmla="*/ 295 w 721"/>
              <a:gd name="T91" fmla="*/ 207 h 533"/>
              <a:gd name="T92" fmla="*/ 312 w 721"/>
              <a:gd name="T93" fmla="*/ 249 h 533"/>
              <a:gd name="T94" fmla="*/ 172 w 721"/>
              <a:gd name="T95" fmla="*/ 215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21" h="533">
                <a:moveTo>
                  <a:pt x="393" y="211"/>
                </a:moveTo>
                <a:cubicBezTo>
                  <a:pt x="370" y="323"/>
                  <a:pt x="370" y="323"/>
                  <a:pt x="370" y="323"/>
                </a:cubicBezTo>
                <a:cubicBezTo>
                  <a:pt x="367" y="338"/>
                  <a:pt x="377" y="350"/>
                  <a:pt x="392" y="350"/>
                </a:cubicBezTo>
                <a:cubicBezTo>
                  <a:pt x="574" y="350"/>
                  <a:pt x="574" y="350"/>
                  <a:pt x="574" y="350"/>
                </a:cubicBezTo>
                <a:cubicBezTo>
                  <a:pt x="589" y="350"/>
                  <a:pt x="599" y="338"/>
                  <a:pt x="596" y="323"/>
                </a:cubicBezTo>
                <a:cubicBezTo>
                  <a:pt x="573" y="211"/>
                  <a:pt x="573" y="211"/>
                  <a:pt x="573" y="211"/>
                </a:cubicBezTo>
                <a:cubicBezTo>
                  <a:pt x="570" y="196"/>
                  <a:pt x="555" y="183"/>
                  <a:pt x="539" y="183"/>
                </a:cubicBezTo>
                <a:cubicBezTo>
                  <a:pt x="427" y="183"/>
                  <a:pt x="427" y="183"/>
                  <a:pt x="427" y="183"/>
                </a:cubicBezTo>
                <a:cubicBezTo>
                  <a:pt x="411" y="183"/>
                  <a:pt x="396" y="196"/>
                  <a:pt x="393" y="211"/>
                </a:cubicBezTo>
                <a:close/>
                <a:moveTo>
                  <a:pt x="549" y="215"/>
                </a:moveTo>
                <a:cubicBezTo>
                  <a:pt x="556" y="249"/>
                  <a:pt x="556" y="249"/>
                  <a:pt x="556" y="249"/>
                </a:cubicBezTo>
                <a:cubicBezTo>
                  <a:pt x="410" y="249"/>
                  <a:pt x="410" y="249"/>
                  <a:pt x="410" y="249"/>
                </a:cubicBezTo>
                <a:cubicBezTo>
                  <a:pt x="417" y="215"/>
                  <a:pt x="417" y="215"/>
                  <a:pt x="417" y="215"/>
                </a:cubicBezTo>
                <a:cubicBezTo>
                  <a:pt x="418" y="212"/>
                  <a:pt x="423" y="207"/>
                  <a:pt x="427" y="207"/>
                </a:cubicBezTo>
                <a:cubicBezTo>
                  <a:pt x="539" y="207"/>
                  <a:pt x="539" y="207"/>
                  <a:pt x="539" y="207"/>
                </a:cubicBezTo>
                <a:cubicBezTo>
                  <a:pt x="543" y="207"/>
                  <a:pt x="548" y="212"/>
                  <a:pt x="549" y="215"/>
                </a:cubicBezTo>
                <a:close/>
                <a:moveTo>
                  <a:pt x="206" y="394"/>
                </a:moveTo>
                <a:cubicBezTo>
                  <a:pt x="203" y="379"/>
                  <a:pt x="188" y="367"/>
                  <a:pt x="173" y="367"/>
                </a:cubicBezTo>
                <a:cubicBezTo>
                  <a:pt x="60" y="367"/>
                  <a:pt x="60" y="367"/>
                  <a:pt x="60" y="367"/>
                </a:cubicBezTo>
                <a:cubicBezTo>
                  <a:pt x="45" y="367"/>
                  <a:pt x="30" y="379"/>
                  <a:pt x="27" y="394"/>
                </a:cubicBezTo>
                <a:cubicBezTo>
                  <a:pt x="3" y="506"/>
                  <a:pt x="3" y="506"/>
                  <a:pt x="3" y="506"/>
                </a:cubicBezTo>
                <a:cubicBezTo>
                  <a:pt x="0" y="521"/>
                  <a:pt x="10" y="533"/>
                  <a:pt x="25" y="533"/>
                </a:cubicBezTo>
                <a:cubicBezTo>
                  <a:pt x="207" y="533"/>
                  <a:pt x="207" y="533"/>
                  <a:pt x="207" y="533"/>
                </a:cubicBezTo>
                <a:cubicBezTo>
                  <a:pt x="223" y="533"/>
                  <a:pt x="233" y="521"/>
                  <a:pt x="229" y="506"/>
                </a:cubicBezTo>
                <a:lnTo>
                  <a:pt x="206" y="394"/>
                </a:lnTo>
                <a:close/>
                <a:moveTo>
                  <a:pt x="43" y="433"/>
                </a:moveTo>
                <a:cubicBezTo>
                  <a:pt x="50" y="399"/>
                  <a:pt x="50" y="399"/>
                  <a:pt x="50" y="399"/>
                </a:cubicBezTo>
                <a:cubicBezTo>
                  <a:pt x="51" y="395"/>
                  <a:pt x="56" y="391"/>
                  <a:pt x="60" y="391"/>
                </a:cubicBezTo>
                <a:cubicBezTo>
                  <a:pt x="173" y="391"/>
                  <a:pt x="173" y="391"/>
                  <a:pt x="173" y="391"/>
                </a:cubicBezTo>
                <a:cubicBezTo>
                  <a:pt x="177" y="391"/>
                  <a:pt x="182" y="395"/>
                  <a:pt x="183" y="399"/>
                </a:cubicBezTo>
                <a:cubicBezTo>
                  <a:pt x="190" y="433"/>
                  <a:pt x="190" y="433"/>
                  <a:pt x="190" y="433"/>
                </a:cubicBezTo>
                <a:lnTo>
                  <a:pt x="43" y="433"/>
                </a:lnTo>
                <a:close/>
                <a:moveTo>
                  <a:pt x="718" y="506"/>
                </a:moveTo>
                <a:cubicBezTo>
                  <a:pt x="695" y="394"/>
                  <a:pt x="695" y="394"/>
                  <a:pt x="695" y="394"/>
                </a:cubicBezTo>
                <a:cubicBezTo>
                  <a:pt x="692" y="379"/>
                  <a:pt x="677" y="367"/>
                  <a:pt x="661" y="367"/>
                </a:cubicBezTo>
                <a:cubicBezTo>
                  <a:pt x="549" y="367"/>
                  <a:pt x="549" y="367"/>
                  <a:pt x="549" y="367"/>
                </a:cubicBezTo>
                <a:cubicBezTo>
                  <a:pt x="534" y="367"/>
                  <a:pt x="519" y="379"/>
                  <a:pt x="515" y="394"/>
                </a:cubicBezTo>
                <a:cubicBezTo>
                  <a:pt x="492" y="506"/>
                  <a:pt x="492" y="506"/>
                  <a:pt x="492" y="506"/>
                </a:cubicBezTo>
                <a:cubicBezTo>
                  <a:pt x="489" y="521"/>
                  <a:pt x="499" y="533"/>
                  <a:pt x="514" y="533"/>
                </a:cubicBezTo>
                <a:cubicBezTo>
                  <a:pt x="696" y="533"/>
                  <a:pt x="696" y="533"/>
                  <a:pt x="696" y="533"/>
                </a:cubicBezTo>
                <a:cubicBezTo>
                  <a:pt x="711" y="533"/>
                  <a:pt x="721" y="521"/>
                  <a:pt x="718" y="506"/>
                </a:cubicBezTo>
                <a:close/>
                <a:moveTo>
                  <a:pt x="532" y="433"/>
                </a:moveTo>
                <a:cubicBezTo>
                  <a:pt x="539" y="399"/>
                  <a:pt x="539" y="399"/>
                  <a:pt x="539" y="399"/>
                </a:cubicBezTo>
                <a:cubicBezTo>
                  <a:pt x="540" y="395"/>
                  <a:pt x="545" y="391"/>
                  <a:pt x="549" y="391"/>
                </a:cubicBezTo>
                <a:cubicBezTo>
                  <a:pt x="661" y="391"/>
                  <a:pt x="661" y="391"/>
                  <a:pt x="661" y="391"/>
                </a:cubicBezTo>
                <a:cubicBezTo>
                  <a:pt x="665" y="391"/>
                  <a:pt x="671" y="395"/>
                  <a:pt x="671" y="399"/>
                </a:cubicBezTo>
                <a:cubicBezTo>
                  <a:pt x="678" y="433"/>
                  <a:pt x="678" y="433"/>
                  <a:pt x="678" y="433"/>
                </a:cubicBezTo>
                <a:lnTo>
                  <a:pt x="532" y="433"/>
                </a:lnTo>
                <a:close/>
                <a:moveTo>
                  <a:pt x="270" y="167"/>
                </a:moveTo>
                <a:cubicBezTo>
                  <a:pt x="452" y="167"/>
                  <a:pt x="452" y="167"/>
                  <a:pt x="452" y="167"/>
                </a:cubicBezTo>
                <a:cubicBezTo>
                  <a:pt x="467" y="167"/>
                  <a:pt x="477" y="155"/>
                  <a:pt x="474" y="140"/>
                </a:cubicBezTo>
                <a:cubicBezTo>
                  <a:pt x="450" y="27"/>
                  <a:pt x="450" y="27"/>
                  <a:pt x="450" y="27"/>
                </a:cubicBezTo>
                <a:cubicBezTo>
                  <a:pt x="447" y="12"/>
                  <a:pt x="432" y="0"/>
                  <a:pt x="417" y="0"/>
                </a:cubicBezTo>
                <a:cubicBezTo>
                  <a:pt x="304" y="0"/>
                  <a:pt x="304" y="0"/>
                  <a:pt x="304" y="0"/>
                </a:cubicBezTo>
                <a:cubicBezTo>
                  <a:pt x="289" y="0"/>
                  <a:pt x="274" y="12"/>
                  <a:pt x="271" y="27"/>
                </a:cubicBezTo>
                <a:cubicBezTo>
                  <a:pt x="248" y="140"/>
                  <a:pt x="248" y="140"/>
                  <a:pt x="248" y="140"/>
                </a:cubicBezTo>
                <a:cubicBezTo>
                  <a:pt x="245" y="155"/>
                  <a:pt x="254" y="167"/>
                  <a:pt x="270" y="167"/>
                </a:cubicBezTo>
                <a:close/>
                <a:moveTo>
                  <a:pt x="295" y="32"/>
                </a:moveTo>
                <a:cubicBezTo>
                  <a:pt x="295" y="28"/>
                  <a:pt x="300" y="24"/>
                  <a:pt x="304" y="24"/>
                </a:cubicBezTo>
                <a:cubicBezTo>
                  <a:pt x="417" y="24"/>
                  <a:pt x="417" y="24"/>
                  <a:pt x="417" y="24"/>
                </a:cubicBezTo>
                <a:cubicBezTo>
                  <a:pt x="421" y="24"/>
                  <a:pt x="426" y="28"/>
                  <a:pt x="427" y="32"/>
                </a:cubicBezTo>
                <a:cubicBezTo>
                  <a:pt x="434" y="66"/>
                  <a:pt x="434" y="66"/>
                  <a:pt x="434" y="66"/>
                </a:cubicBezTo>
                <a:cubicBezTo>
                  <a:pt x="287" y="66"/>
                  <a:pt x="287" y="66"/>
                  <a:pt x="287" y="66"/>
                </a:cubicBezTo>
                <a:lnTo>
                  <a:pt x="295" y="32"/>
                </a:lnTo>
                <a:close/>
                <a:moveTo>
                  <a:pt x="450" y="394"/>
                </a:moveTo>
                <a:cubicBezTo>
                  <a:pt x="447" y="379"/>
                  <a:pt x="432" y="367"/>
                  <a:pt x="417" y="367"/>
                </a:cubicBezTo>
                <a:cubicBezTo>
                  <a:pt x="304" y="367"/>
                  <a:pt x="304" y="367"/>
                  <a:pt x="304" y="367"/>
                </a:cubicBezTo>
                <a:cubicBezTo>
                  <a:pt x="289" y="367"/>
                  <a:pt x="274" y="379"/>
                  <a:pt x="271" y="394"/>
                </a:cubicBezTo>
                <a:cubicBezTo>
                  <a:pt x="248" y="506"/>
                  <a:pt x="248" y="506"/>
                  <a:pt x="248" y="506"/>
                </a:cubicBezTo>
                <a:cubicBezTo>
                  <a:pt x="245" y="521"/>
                  <a:pt x="254" y="533"/>
                  <a:pt x="270" y="533"/>
                </a:cubicBezTo>
                <a:cubicBezTo>
                  <a:pt x="452" y="533"/>
                  <a:pt x="452" y="533"/>
                  <a:pt x="452" y="533"/>
                </a:cubicBezTo>
                <a:cubicBezTo>
                  <a:pt x="467" y="533"/>
                  <a:pt x="477" y="521"/>
                  <a:pt x="474" y="506"/>
                </a:cubicBezTo>
                <a:lnTo>
                  <a:pt x="450" y="394"/>
                </a:lnTo>
                <a:close/>
                <a:moveTo>
                  <a:pt x="287" y="433"/>
                </a:moveTo>
                <a:cubicBezTo>
                  <a:pt x="295" y="399"/>
                  <a:pt x="295" y="399"/>
                  <a:pt x="295" y="399"/>
                </a:cubicBezTo>
                <a:cubicBezTo>
                  <a:pt x="295" y="395"/>
                  <a:pt x="300" y="391"/>
                  <a:pt x="304" y="391"/>
                </a:cubicBezTo>
                <a:cubicBezTo>
                  <a:pt x="417" y="391"/>
                  <a:pt x="417" y="391"/>
                  <a:pt x="417" y="391"/>
                </a:cubicBezTo>
                <a:cubicBezTo>
                  <a:pt x="421" y="391"/>
                  <a:pt x="426" y="395"/>
                  <a:pt x="427" y="399"/>
                </a:cubicBezTo>
                <a:cubicBezTo>
                  <a:pt x="434" y="433"/>
                  <a:pt x="434" y="433"/>
                  <a:pt x="434" y="433"/>
                </a:cubicBezTo>
                <a:lnTo>
                  <a:pt x="287" y="433"/>
                </a:lnTo>
                <a:close/>
                <a:moveTo>
                  <a:pt x="148" y="350"/>
                </a:moveTo>
                <a:cubicBezTo>
                  <a:pt x="330" y="350"/>
                  <a:pt x="330" y="350"/>
                  <a:pt x="330" y="350"/>
                </a:cubicBezTo>
                <a:cubicBezTo>
                  <a:pt x="345" y="350"/>
                  <a:pt x="355" y="338"/>
                  <a:pt x="352" y="323"/>
                </a:cubicBezTo>
                <a:cubicBezTo>
                  <a:pt x="328" y="211"/>
                  <a:pt x="328" y="211"/>
                  <a:pt x="328" y="211"/>
                </a:cubicBezTo>
                <a:cubicBezTo>
                  <a:pt x="325" y="196"/>
                  <a:pt x="310" y="183"/>
                  <a:pt x="295" y="183"/>
                </a:cubicBezTo>
                <a:cubicBezTo>
                  <a:pt x="182" y="183"/>
                  <a:pt x="182" y="183"/>
                  <a:pt x="182" y="183"/>
                </a:cubicBezTo>
                <a:cubicBezTo>
                  <a:pt x="167" y="183"/>
                  <a:pt x="152" y="196"/>
                  <a:pt x="149" y="211"/>
                </a:cubicBezTo>
                <a:cubicBezTo>
                  <a:pt x="125" y="323"/>
                  <a:pt x="125" y="323"/>
                  <a:pt x="125" y="323"/>
                </a:cubicBezTo>
                <a:cubicBezTo>
                  <a:pt x="122" y="338"/>
                  <a:pt x="132" y="350"/>
                  <a:pt x="148" y="350"/>
                </a:cubicBezTo>
                <a:close/>
                <a:moveTo>
                  <a:pt x="172" y="215"/>
                </a:moveTo>
                <a:cubicBezTo>
                  <a:pt x="173" y="212"/>
                  <a:pt x="178" y="207"/>
                  <a:pt x="182" y="207"/>
                </a:cubicBezTo>
                <a:cubicBezTo>
                  <a:pt x="295" y="207"/>
                  <a:pt x="295" y="207"/>
                  <a:pt x="295" y="207"/>
                </a:cubicBezTo>
                <a:cubicBezTo>
                  <a:pt x="299" y="207"/>
                  <a:pt x="304" y="212"/>
                  <a:pt x="305" y="215"/>
                </a:cubicBezTo>
                <a:cubicBezTo>
                  <a:pt x="312" y="249"/>
                  <a:pt x="312" y="249"/>
                  <a:pt x="312" y="249"/>
                </a:cubicBezTo>
                <a:cubicBezTo>
                  <a:pt x="165" y="249"/>
                  <a:pt x="165" y="249"/>
                  <a:pt x="165" y="249"/>
                </a:cubicBezTo>
                <a:lnTo>
                  <a:pt x="172" y="215"/>
                </a:lnTo>
                <a:close/>
              </a:path>
            </a:pathLst>
          </a:custGeom>
          <a:solidFill>
            <a:srgbClr val="FDB8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 name="Oval 44"/>
          <p:cNvSpPr>
            <a:spLocks noChangeArrowheads="1"/>
          </p:cNvSpPr>
          <p:nvPr/>
        </p:nvSpPr>
        <p:spPr bwMode="auto">
          <a:xfrm>
            <a:off x="9128125" y="1395413"/>
            <a:ext cx="719138" cy="71913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 name="Freeform 45"/>
          <p:cNvSpPr>
            <a:spLocks noEditPoints="1"/>
          </p:cNvSpPr>
          <p:nvPr/>
        </p:nvSpPr>
        <p:spPr bwMode="auto">
          <a:xfrm>
            <a:off x="9059863" y="1325563"/>
            <a:ext cx="857250" cy="1019175"/>
          </a:xfrm>
          <a:custGeom>
            <a:avLst/>
            <a:gdLst>
              <a:gd name="T0" fmla="*/ 418 w 1200"/>
              <a:gd name="T1" fmla="*/ 1172 h 1426"/>
              <a:gd name="T2" fmla="*/ 0 w 1200"/>
              <a:gd name="T3" fmla="*/ 600 h 1426"/>
              <a:gd name="T4" fmla="*/ 600 w 1200"/>
              <a:gd name="T5" fmla="*/ 0 h 1426"/>
              <a:gd name="T6" fmla="*/ 1200 w 1200"/>
              <a:gd name="T7" fmla="*/ 600 h 1426"/>
              <a:gd name="T8" fmla="*/ 782 w 1200"/>
              <a:gd name="T9" fmla="*/ 1172 h 1426"/>
              <a:gd name="T10" fmla="*/ 600 w 1200"/>
              <a:gd name="T11" fmla="*/ 1426 h 1426"/>
              <a:gd name="T12" fmla="*/ 418 w 1200"/>
              <a:gd name="T13" fmla="*/ 1172 h 1426"/>
              <a:gd name="T14" fmla="*/ 1050 w 1200"/>
              <a:gd name="T15" fmla="*/ 600 h 1426"/>
              <a:gd name="T16" fmla="*/ 600 w 1200"/>
              <a:gd name="T17" fmla="*/ 150 h 1426"/>
              <a:gd name="T18" fmla="*/ 150 w 1200"/>
              <a:gd name="T19" fmla="*/ 600 h 1426"/>
              <a:gd name="T20" fmla="*/ 600 w 1200"/>
              <a:gd name="T21" fmla="*/ 1050 h 1426"/>
              <a:gd name="T22" fmla="*/ 1050 w 1200"/>
              <a:gd name="T23" fmla="*/ 600 h 1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00" h="1426">
                <a:moveTo>
                  <a:pt x="418" y="1172"/>
                </a:moveTo>
                <a:cubicBezTo>
                  <a:pt x="176" y="1095"/>
                  <a:pt x="0" y="868"/>
                  <a:pt x="0" y="600"/>
                </a:cubicBezTo>
                <a:cubicBezTo>
                  <a:pt x="0" y="269"/>
                  <a:pt x="269" y="0"/>
                  <a:pt x="600" y="0"/>
                </a:cubicBezTo>
                <a:cubicBezTo>
                  <a:pt x="931" y="0"/>
                  <a:pt x="1200" y="269"/>
                  <a:pt x="1200" y="600"/>
                </a:cubicBezTo>
                <a:cubicBezTo>
                  <a:pt x="1200" y="868"/>
                  <a:pt x="1025" y="1095"/>
                  <a:pt x="782" y="1172"/>
                </a:cubicBezTo>
                <a:cubicBezTo>
                  <a:pt x="600" y="1426"/>
                  <a:pt x="600" y="1426"/>
                  <a:pt x="600" y="1426"/>
                </a:cubicBezTo>
                <a:lnTo>
                  <a:pt x="418" y="1172"/>
                </a:lnTo>
                <a:close/>
                <a:moveTo>
                  <a:pt x="1050" y="600"/>
                </a:moveTo>
                <a:cubicBezTo>
                  <a:pt x="1050" y="352"/>
                  <a:pt x="849" y="150"/>
                  <a:pt x="600" y="150"/>
                </a:cubicBezTo>
                <a:cubicBezTo>
                  <a:pt x="352" y="150"/>
                  <a:pt x="150" y="352"/>
                  <a:pt x="150" y="600"/>
                </a:cubicBezTo>
                <a:cubicBezTo>
                  <a:pt x="150" y="849"/>
                  <a:pt x="352" y="1050"/>
                  <a:pt x="600" y="1050"/>
                </a:cubicBezTo>
                <a:cubicBezTo>
                  <a:pt x="849" y="1050"/>
                  <a:pt x="1050" y="849"/>
                  <a:pt x="1050" y="600"/>
                </a:cubicBezTo>
                <a:close/>
              </a:path>
            </a:pathLst>
          </a:custGeom>
          <a:solidFill>
            <a:srgbClr val="9126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 name="Freeform 46"/>
          <p:cNvSpPr>
            <a:spLocks/>
          </p:cNvSpPr>
          <p:nvPr/>
        </p:nvSpPr>
        <p:spPr bwMode="auto">
          <a:xfrm>
            <a:off x="9488488" y="1325563"/>
            <a:ext cx="428625" cy="1019175"/>
          </a:xfrm>
          <a:custGeom>
            <a:avLst/>
            <a:gdLst>
              <a:gd name="T0" fmla="*/ 0 w 600"/>
              <a:gd name="T1" fmla="*/ 150 h 1426"/>
              <a:gd name="T2" fmla="*/ 450 w 600"/>
              <a:gd name="T3" fmla="*/ 600 h 1426"/>
              <a:gd name="T4" fmla="*/ 0 w 600"/>
              <a:gd name="T5" fmla="*/ 1050 h 1426"/>
              <a:gd name="T6" fmla="*/ 0 w 600"/>
              <a:gd name="T7" fmla="*/ 1050 h 1426"/>
              <a:gd name="T8" fmla="*/ 0 w 600"/>
              <a:gd name="T9" fmla="*/ 1426 h 1426"/>
              <a:gd name="T10" fmla="*/ 182 w 600"/>
              <a:gd name="T11" fmla="*/ 1172 h 1426"/>
              <a:gd name="T12" fmla="*/ 600 w 600"/>
              <a:gd name="T13" fmla="*/ 600 h 1426"/>
              <a:gd name="T14" fmla="*/ 0 w 600"/>
              <a:gd name="T15" fmla="*/ 0 h 1426"/>
              <a:gd name="T16" fmla="*/ 0 w 600"/>
              <a:gd name="T17" fmla="*/ 0 h 1426"/>
              <a:gd name="T18" fmla="*/ 0 w 600"/>
              <a:gd name="T19" fmla="*/ 150 h 1426"/>
              <a:gd name="T20" fmla="*/ 0 w 600"/>
              <a:gd name="T21" fmla="*/ 150 h 1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0" h="1426">
                <a:moveTo>
                  <a:pt x="0" y="150"/>
                </a:moveTo>
                <a:cubicBezTo>
                  <a:pt x="249" y="150"/>
                  <a:pt x="450" y="352"/>
                  <a:pt x="450" y="600"/>
                </a:cubicBezTo>
                <a:cubicBezTo>
                  <a:pt x="450" y="849"/>
                  <a:pt x="249" y="1050"/>
                  <a:pt x="0" y="1050"/>
                </a:cubicBezTo>
                <a:cubicBezTo>
                  <a:pt x="0" y="1050"/>
                  <a:pt x="0" y="1050"/>
                  <a:pt x="0" y="1050"/>
                </a:cubicBezTo>
                <a:cubicBezTo>
                  <a:pt x="0" y="1426"/>
                  <a:pt x="0" y="1426"/>
                  <a:pt x="0" y="1426"/>
                </a:cubicBezTo>
                <a:cubicBezTo>
                  <a:pt x="182" y="1172"/>
                  <a:pt x="182" y="1172"/>
                  <a:pt x="182" y="1172"/>
                </a:cubicBezTo>
                <a:cubicBezTo>
                  <a:pt x="425" y="1095"/>
                  <a:pt x="600" y="868"/>
                  <a:pt x="600" y="600"/>
                </a:cubicBezTo>
                <a:cubicBezTo>
                  <a:pt x="600" y="269"/>
                  <a:pt x="331" y="0"/>
                  <a:pt x="0" y="0"/>
                </a:cubicBezTo>
                <a:cubicBezTo>
                  <a:pt x="0" y="0"/>
                  <a:pt x="0" y="0"/>
                  <a:pt x="0" y="0"/>
                </a:cubicBezTo>
                <a:cubicBezTo>
                  <a:pt x="0" y="150"/>
                  <a:pt x="0" y="150"/>
                  <a:pt x="0" y="150"/>
                </a:cubicBezTo>
                <a:cubicBezTo>
                  <a:pt x="0" y="150"/>
                  <a:pt x="0" y="150"/>
                  <a:pt x="0" y="150"/>
                </a:cubicBezTo>
                <a:close/>
              </a:path>
            </a:pathLst>
          </a:custGeom>
          <a:solidFill>
            <a:srgbClr val="6E0D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 name="Freeform 47"/>
          <p:cNvSpPr>
            <a:spLocks noEditPoints="1"/>
          </p:cNvSpPr>
          <p:nvPr/>
        </p:nvSpPr>
        <p:spPr bwMode="auto">
          <a:xfrm>
            <a:off x="9272588" y="1538288"/>
            <a:ext cx="431800" cy="433388"/>
          </a:xfrm>
          <a:custGeom>
            <a:avLst/>
            <a:gdLst>
              <a:gd name="T0" fmla="*/ 181 w 605"/>
              <a:gd name="T1" fmla="*/ 302 h 605"/>
              <a:gd name="T2" fmla="*/ 293 w 605"/>
              <a:gd name="T3" fmla="*/ 302 h 605"/>
              <a:gd name="T4" fmla="*/ 237 w 605"/>
              <a:gd name="T5" fmla="*/ 155 h 605"/>
              <a:gd name="T6" fmla="*/ 237 w 605"/>
              <a:gd name="T7" fmla="*/ 450 h 605"/>
              <a:gd name="T8" fmla="*/ 237 w 605"/>
              <a:gd name="T9" fmla="*/ 155 h 605"/>
              <a:gd name="T10" fmla="*/ 352 w 605"/>
              <a:gd name="T11" fmla="*/ 315 h 605"/>
              <a:gd name="T12" fmla="*/ 299 w 605"/>
              <a:gd name="T13" fmla="*/ 347 h 605"/>
              <a:gd name="T14" fmla="*/ 315 w 605"/>
              <a:gd name="T15" fmla="*/ 381 h 605"/>
              <a:gd name="T16" fmla="*/ 297 w 605"/>
              <a:gd name="T17" fmla="*/ 381 h 605"/>
              <a:gd name="T18" fmla="*/ 250 w 605"/>
              <a:gd name="T19" fmla="*/ 378 h 605"/>
              <a:gd name="T20" fmla="*/ 237 w 605"/>
              <a:gd name="T21" fmla="*/ 431 h 605"/>
              <a:gd name="T22" fmla="*/ 224 w 605"/>
              <a:gd name="T23" fmla="*/ 378 h 605"/>
              <a:gd name="T24" fmla="*/ 177 w 605"/>
              <a:gd name="T25" fmla="*/ 380 h 605"/>
              <a:gd name="T26" fmla="*/ 159 w 605"/>
              <a:gd name="T27" fmla="*/ 380 h 605"/>
              <a:gd name="T28" fmla="*/ 174 w 605"/>
              <a:gd name="T29" fmla="*/ 346 h 605"/>
              <a:gd name="T30" fmla="*/ 122 w 605"/>
              <a:gd name="T31" fmla="*/ 315 h 605"/>
              <a:gd name="T32" fmla="*/ 122 w 605"/>
              <a:gd name="T33" fmla="*/ 289 h 605"/>
              <a:gd name="T34" fmla="*/ 175 w 605"/>
              <a:gd name="T35" fmla="*/ 258 h 605"/>
              <a:gd name="T36" fmla="*/ 159 w 605"/>
              <a:gd name="T37" fmla="*/ 224 h 605"/>
              <a:gd name="T38" fmla="*/ 193 w 605"/>
              <a:gd name="T39" fmla="*/ 240 h 605"/>
              <a:gd name="T40" fmla="*/ 224 w 605"/>
              <a:gd name="T41" fmla="*/ 187 h 605"/>
              <a:gd name="T42" fmla="*/ 250 w 605"/>
              <a:gd name="T43" fmla="*/ 187 h 605"/>
              <a:gd name="T44" fmla="*/ 281 w 605"/>
              <a:gd name="T45" fmla="*/ 240 h 605"/>
              <a:gd name="T46" fmla="*/ 315 w 605"/>
              <a:gd name="T47" fmla="*/ 224 h 605"/>
              <a:gd name="T48" fmla="*/ 300 w 605"/>
              <a:gd name="T49" fmla="*/ 258 h 605"/>
              <a:gd name="T50" fmla="*/ 352 w 605"/>
              <a:gd name="T51" fmla="*/ 289 h 605"/>
              <a:gd name="T52" fmla="*/ 605 w 605"/>
              <a:gd name="T53" fmla="*/ 76 h 605"/>
              <a:gd name="T54" fmla="*/ 75 w 605"/>
              <a:gd name="T55" fmla="*/ 0 h 605"/>
              <a:gd name="T56" fmla="*/ 0 w 605"/>
              <a:gd name="T57" fmla="*/ 529 h 605"/>
              <a:gd name="T58" fmla="*/ 529 w 605"/>
              <a:gd name="T59" fmla="*/ 605 h 605"/>
              <a:gd name="T60" fmla="*/ 605 w 605"/>
              <a:gd name="T61" fmla="*/ 76 h 605"/>
              <a:gd name="T62" fmla="*/ 54 w 605"/>
              <a:gd name="T63" fmla="*/ 302 h 605"/>
              <a:gd name="T64" fmla="*/ 421 w 605"/>
              <a:gd name="T65" fmla="*/ 302 h 605"/>
              <a:gd name="T66" fmla="*/ 529 w 605"/>
              <a:gd name="T67" fmla="*/ 272 h 605"/>
              <a:gd name="T68" fmla="*/ 510 w 605"/>
              <a:gd name="T69" fmla="*/ 399 h 605"/>
              <a:gd name="T70" fmla="*/ 491 w 605"/>
              <a:gd name="T71" fmla="*/ 272 h 605"/>
              <a:gd name="T72" fmla="*/ 510 w 605"/>
              <a:gd name="T73" fmla="*/ 204 h 605"/>
              <a:gd name="T74" fmla="*/ 529 w 605"/>
              <a:gd name="T75" fmla="*/ 272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05" h="605">
                <a:moveTo>
                  <a:pt x="237" y="246"/>
                </a:moveTo>
                <a:cubicBezTo>
                  <a:pt x="206" y="246"/>
                  <a:pt x="181" y="271"/>
                  <a:pt x="181" y="302"/>
                </a:cubicBezTo>
                <a:cubicBezTo>
                  <a:pt x="181" y="333"/>
                  <a:pt x="206" y="359"/>
                  <a:pt x="237" y="359"/>
                </a:cubicBezTo>
                <a:cubicBezTo>
                  <a:pt x="268" y="359"/>
                  <a:pt x="293" y="333"/>
                  <a:pt x="293" y="302"/>
                </a:cubicBezTo>
                <a:cubicBezTo>
                  <a:pt x="293" y="271"/>
                  <a:pt x="268" y="246"/>
                  <a:pt x="237" y="246"/>
                </a:cubicBezTo>
                <a:close/>
                <a:moveTo>
                  <a:pt x="237" y="155"/>
                </a:moveTo>
                <a:cubicBezTo>
                  <a:pt x="155" y="155"/>
                  <a:pt x="89" y="221"/>
                  <a:pt x="89" y="302"/>
                </a:cubicBezTo>
                <a:cubicBezTo>
                  <a:pt x="89" y="384"/>
                  <a:pt x="155" y="450"/>
                  <a:pt x="237" y="450"/>
                </a:cubicBezTo>
                <a:cubicBezTo>
                  <a:pt x="319" y="450"/>
                  <a:pt x="385" y="384"/>
                  <a:pt x="385" y="302"/>
                </a:cubicBezTo>
                <a:cubicBezTo>
                  <a:pt x="385" y="221"/>
                  <a:pt x="319" y="155"/>
                  <a:pt x="237" y="155"/>
                </a:cubicBezTo>
                <a:close/>
                <a:moveTo>
                  <a:pt x="365" y="302"/>
                </a:moveTo>
                <a:cubicBezTo>
                  <a:pt x="365" y="310"/>
                  <a:pt x="360" y="315"/>
                  <a:pt x="352" y="315"/>
                </a:cubicBezTo>
                <a:cubicBezTo>
                  <a:pt x="313" y="315"/>
                  <a:pt x="313" y="315"/>
                  <a:pt x="313" y="315"/>
                </a:cubicBezTo>
                <a:cubicBezTo>
                  <a:pt x="311" y="327"/>
                  <a:pt x="306" y="338"/>
                  <a:pt x="299" y="347"/>
                </a:cubicBezTo>
                <a:cubicBezTo>
                  <a:pt x="315" y="363"/>
                  <a:pt x="315" y="363"/>
                  <a:pt x="315" y="363"/>
                </a:cubicBezTo>
                <a:cubicBezTo>
                  <a:pt x="320" y="368"/>
                  <a:pt x="320" y="376"/>
                  <a:pt x="315" y="381"/>
                </a:cubicBezTo>
                <a:cubicBezTo>
                  <a:pt x="313" y="383"/>
                  <a:pt x="310" y="385"/>
                  <a:pt x="306" y="385"/>
                </a:cubicBezTo>
                <a:cubicBezTo>
                  <a:pt x="303" y="385"/>
                  <a:pt x="300" y="383"/>
                  <a:pt x="297" y="381"/>
                </a:cubicBezTo>
                <a:cubicBezTo>
                  <a:pt x="281" y="365"/>
                  <a:pt x="281" y="365"/>
                  <a:pt x="281" y="365"/>
                </a:cubicBezTo>
                <a:cubicBezTo>
                  <a:pt x="272" y="371"/>
                  <a:pt x="262" y="376"/>
                  <a:pt x="250" y="378"/>
                </a:cubicBezTo>
                <a:cubicBezTo>
                  <a:pt x="250" y="418"/>
                  <a:pt x="250" y="418"/>
                  <a:pt x="250" y="418"/>
                </a:cubicBezTo>
                <a:cubicBezTo>
                  <a:pt x="250" y="425"/>
                  <a:pt x="244" y="431"/>
                  <a:pt x="237" y="431"/>
                </a:cubicBezTo>
                <a:cubicBezTo>
                  <a:pt x="230" y="431"/>
                  <a:pt x="224" y="425"/>
                  <a:pt x="224" y="418"/>
                </a:cubicBezTo>
                <a:cubicBezTo>
                  <a:pt x="224" y="378"/>
                  <a:pt x="224" y="378"/>
                  <a:pt x="224" y="378"/>
                </a:cubicBezTo>
                <a:cubicBezTo>
                  <a:pt x="213" y="376"/>
                  <a:pt x="202" y="371"/>
                  <a:pt x="193" y="365"/>
                </a:cubicBezTo>
                <a:cubicBezTo>
                  <a:pt x="177" y="380"/>
                  <a:pt x="177" y="380"/>
                  <a:pt x="177" y="380"/>
                </a:cubicBezTo>
                <a:cubicBezTo>
                  <a:pt x="174" y="383"/>
                  <a:pt x="171" y="384"/>
                  <a:pt x="168" y="384"/>
                </a:cubicBezTo>
                <a:cubicBezTo>
                  <a:pt x="164" y="384"/>
                  <a:pt x="161" y="383"/>
                  <a:pt x="159" y="380"/>
                </a:cubicBezTo>
                <a:cubicBezTo>
                  <a:pt x="153" y="375"/>
                  <a:pt x="153" y="367"/>
                  <a:pt x="159" y="362"/>
                </a:cubicBezTo>
                <a:cubicBezTo>
                  <a:pt x="174" y="346"/>
                  <a:pt x="174" y="346"/>
                  <a:pt x="174" y="346"/>
                </a:cubicBezTo>
                <a:cubicBezTo>
                  <a:pt x="168" y="337"/>
                  <a:pt x="164" y="327"/>
                  <a:pt x="162" y="315"/>
                </a:cubicBezTo>
                <a:cubicBezTo>
                  <a:pt x="122" y="315"/>
                  <a:pt x="122" y="315"/>
                  <a:pt x="122" y="315"/>
                </a:cubicBezTo>
                <a:cubicBezTo>
                  <a:pt x="115" y="315"/>
                  <a:pt x="109" y="310"/>
                  <a:pt x="109" y="302"/>
                </a:cubicBezTo>
                <a:cubicBezTo>
                  <a:pt x="109" y="295"/>
                  <a:pt x="115" y="289"/>
                  <a:pt x="122" y="289"/>
                </a:cubicBezTo>
                <a:cubicBezTo>
                  <a:pt x="162" y="289"/>
                  <a:pt x="162" y="289"/>
                  <a:pt x="162" y="289"/>
                </a:cubicBezTo>
                <a:cubicBezTo>
                  <a:pt x="164" y="278"/>
                  <a:pt x="168" y="267"/>
                  <a:pt x="175" y="258"/>
                </a:cubicBezTo>
                <a:cubicBezTo>
                  <a:pt x="159" y="242"/>
                  <a:pt x="159" y="242"/>
                  <a:pt x="159" y="242"/>
                </a:cubicBezTo>
                <a:cubicBezTo>
                  <a:pt x="153" y="237"/>
                  <a:pt x="153" y="229"/>
                  <a:pt x="159" y="224"/>
                </a:cubicBezTo>
                <a:cubicBezTo>
                  <a:pt x="164" y="218"/>
                  <a:pt x="172" y="218"/>
                  <a:pt x="177" y="224"/>
                </a:cubicBezTo>
                <a:cubicBezTo>
                  <a:pt x="193" y="240"/>
                  <a:pt x="193" y="240"/>
                  <a:pt x="193" y="240"/>
                </a:cubicBezTo>
                <a:cubicBezTo>
                  <a:pt x="202" y="233"/>
                  <a:pt x="213" y="229"/>
                  <a:pt x="224" y="227"/>
                </a:cubicBezTo>
                <a:cubicBezTo>
                  <a:pt x="224" y="187"/>
                  <a:pt x="224" y="187"/>
                  <a:pt x="224" y="187"/>
                </a:cubicBezTo>
                <a:cubicBezTo>
                  <a:pt x="224" y="180"/>
                  <a:pt x="230" y="174"/>
                  <a:pt x="237" y="174"/>
                </a:cubicBezTo>
                <a:cubicBezTo>
                  <a:pt x="244" y="174"/>
                  <a:pt x="250" y="180"/>
                  <a:pt x="250" y="187"/>
                </a:cubicBezTo>
                <a:cubicBezTo>
                  <a:pt x="250" y="227"/>
                  <a:pt x="250" y="227"/>
                  <a:pt x="250" y="227"/>
                </a:cubicBezTo>
                <a:cubicBezTo>
                  <a:pt x="262" y="229"/>
                  <a:pt x="272" y="234"/>
                  <a:pt x="281" y="240"/>
                </a:cubicBezTo>
                <a:cubicBezTo>
                  <a:pt x="297" y="224"/>
                  <a:pt x="297" y="224"/>
                  <a:pt x="297" y="224"/>
                </a:cubicBezTo>
                <a:cubicBezTo>
                  <a:pt x="302" y="219"/>
                  <a:pt x="310" y="219"/>
                  <a:pt x="315" y="224"/>
                </a:cubicBezTo>
                <a:cubicBezTo>
                  <a:pt x="320" y="229"/>
                  <a:pt x="320" y="237"/>
                  <a:pt x="315" y="242"/>
                </a:cubicBezTo>
                <a:cubicBezTo>
                  <a:pt x="300" y="258"/>
                  <a:pt x="300" y="258"/>
                  <a:pt x="300" y="258"/>
                </a:cubicBezTo>
                <a:cubicBezTo>
                  <a:pt x="306" y="267"/>
                  <a:pt x="311" y="278"/>
                  <a:pt x="313" y="289"/>
                </a:cubicBezTo>
                <a:cubicBezTo>
                  <a:pt x="352" y="289"/>
                  <a:pt x="352" y="289"/>
                  <a:pt x="352" y="289"/>
                </a:cubicBezTo>
                <a:cubicBezTo>
                  <a:pt x="360" y="289"/>
                  <a:pt x="365" y="295"/>
                  <a:pt x="365" y="302"/>
                </a:cubicBezTo>
                <a:close/>
                <a:moveTo>
                  <a:pt x="605" y="76"/>
                </a:moveTo>
                <a:cubicBezTo>
                  <a:pt x="605" y="34"/>
                  <a:pt x="570" y="0"/>
                  <a:pt x="529" y="0"/>
                </a:cubicBezTo>
                <a:cubicBezTo>
                  <a:pt x="75" y="0"/>
                  <a:pt x="75" y="0"/>
                  <a:pt x="75" y="0"/>
                </a:cubicBezTo>
                <a:cubicBezTo>
                  <a:pt x="34" y="0"/>
                  <a:pt x="0" y="34"/>
                  <a:pt x="0" y="76"/>
                </a:cubicBezTo>
                <a:cubicBezTo>
                  <a:pt x="0" y="529"/>
                  <a:pt x="0" y="529"/>
                  <a:pt x="0" y="529"/>
                </a:cubicBezTo>
                <a:cubicBezTo>
                  <a:pt x="0" y="571"/>
                  <a:pt x="34" y="605"/>
                  <a:pt x="75" y="605"/>
                </a:cubicBezTo>
                <a:cubicBezTo>
                  <a:pt x="529" y="605"/>
                  <a:pt x="529" y="605"/>
                  <a:pt x="529" y="605"/>
                </a:cubicBezTo>
                <a:cubicBezTo>
                  <a:pt x="571" y="605"/>
                  <a:pt x="605" y="571"/>
                  <a:pt x="605" y="529"/>
                </a:cubicBezTo>
                <a:lnTo>
                  <a:pt x="605" y="76"/>
                </a:lnTo>
                <a:close/>
                <a:moveTo>
                  <a:pt x="237" y="486"/>
                </a:moveTo>
                <a:cubicBezTo>
                  <a:pt x="136" y="486"/>
                  <a:pt x="54" y="404"/>
                  <a:pt x="54" y="302"/>
                </a:cubicBezTo>
                <a:cubicBezTo>
                  <a:pt x="54" y="201"/>
                  <a:pt x="136" y="119"/>
                  <a:pt x="237" y="119"/>
                </a:cubicBezTo>
                <a:cubicBezTo>
                  <a:pt x="339" y="119"/>
                  <a:pt x="421" y="201"/>
                  <a:pt x="421" y="302"/>
                </a:cubicBezTo>
                <a:cubicBezTo>
                  <a:pt x="421" y="404"/>
                  <a:pt x="339" y="486"/>
                  <a:pt x="237" y="486"/>
                </a:cubicBezTo>
                <a:close/>
                <a:moveTo>
                  <a:pt x="529" y="272"/>
                </a:moveTo>
                <a:cubicBezTo>
                  <a:pt x="529" y="380"/>
                  <a:pt x="529" y="380"/>
                  <a:pt x="529" y="380"/>
                </a:cubicBezTo>
                <a:cubicBezTo>
                  <a:pt x="529" y="390"/>
                  <a:pt x="521" y="399"/>
                  <a:pt x="510" y="399"/>
                </a:cubicBezTo>
                <a:cubicBezTo>
                  <a:pt x="499" y="399"/>
                  <a:pt x="491" y="390"/>
                  <a:pt x="491" y="380"/>
                </a:cubicBezTo>
                <a:cubicBezTo>
                  <a:pt x="491" y="272"/>
                  <a:pt x="491" y="272"/>
                  <a:pt x="491" y="272"/>
                </a:cubicBezTo>
                <a:cubicBezTo>
                  <a:pt x="480" y="266"/>
                  <a:pt x="473" y="254"/>
                  <a:pt x="473" y="241"/>
                </a:cubicBezTo>
                <a:cubicBezTo>
                  <a:pt x="473" y="221"/>
                  <a:pt x="490" y="204"/>
                  <a:pt x="510" y="204"/>
                </a:cubicBezTo>
                <a:cubicBezTo>
                  <a:pt x="530" y="204"/>
                  <a:pt x="547" y="221"/>
                  <a:pt x="547" y="241"/>
                </a:cubicBezTo>
                <a:cubicBezTo>
                  <a:pt x="547" y="254"/>
                  <a:pt x="540" y="266"/>
                  <a:pt x="529" y="272"/>
                </a:cubicBezTo>
                <a:close/>
              </a:path>
            </a:pathLst>
          </a:custGeom>
          <a:solidFill>
            <a:srgbClr val="9126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 name="Freeform 60"/>
          <p:cNvSpPr>
            <a:spLocks/>
          </p:cNvSpPr>
          <p:nvPr/>
        </p:nvSpPr>
        <p:spPr bwMode="auto">
          <a:xfrm>
            <a:off x="1007063" y="3889553"/>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 name="文本框 98"/>
          <p:cNvSpPr txBox="1"/>
          <p:nvPr/>
        </p:nvSpPr>
        <p:spPr>
          <a:xfrm>
            <a:off x="940215" y="4689154"/>
            <a:ext cx="3555585" cy="1421928"/>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网络</a:t>
            </a:r>
            <a:r>
              <a:rPr lang="en-US" altLang="zh-CN" dirty="0">
                <a:solidFill>
                  <a:prstClr val="black">
                    <a:lumMod val="65000"/>
                    <a:lumOff val="35000"/>
                  </a:prstClr>
                </a:solidFill>
                <a:latin typeface="微软雅黑" panose="020B0503020204020204" pitchFamily="34" charset="-122"/>
              </a:rPr>
              <a:t>EPS</a:t>
            </a:r>
            <a:r>
              <a:rPr lang="zh-CN" altLang="en-US" dirty="0">
                <a:solidFill>
                  <a:prstClr val="black">
                    <a:lumMod val="65000"/>
                    <a:lumOff val="35000"/>
                  </a:prstClr>
                </a:solidFill>
                <a:latin typeface="微软雅黑" panose="020B0503020204020204" pitchFamily="34" charset="-122"/>
              </a:rPr>
              <a:t>素材改编；</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文字、颜色可随意更改；</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可根据排版变换其大小；</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矢量图标变换时注意设置颜色。</a:t>
            </a:r>
            <a:endParaRPr lang="en-US" altLang="zh-CN" dirty="0">
              <a:solidFill>
                <a:prstClr val="black">
                  <a:lumMod val="65000"/>
                  <a:lumOff val="35000"/>
                </a:prstClr>
              </a:solidFill>
              <a:latin typeface="微软雅黑" panose="020B0503020204020204" pitchFamily="34" charset="-122"/>
            </a:endParaRPr>
          </a:p>
        </p:txBody>
      </p:sp>
      <p:sp>
        <p:nvSpPr>
          <p:cNvPr id="100" name="圆角矩形 99"/>
          <p:cNvSpPr/>
          <p:nvPr/>
        </p:nvSpPr>
        <p:spPr>
          <a:xfrm>
            <a:off x="1674755" y="4048838"/>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101" name="等腰三角形 100"/>
          <p:cNvSpPr/>
          <p:nvPr/>
        </p:nvSpPr>
        <p:spPr>
          <a:xfrm rot="16200000">
            <a:off x="1600123" y="4116382"/>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52"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五</a:t>
            </a:r>
            <a:r>
              <a:rPr lang="zh-CN" altLang="en-US" sz="2800" b="1">
                <a:solidFill>
                  <a:schemeClr val="tx1">
                    <a:lumMod val="65000"/>
                    <a:lumOff val="35000"/>
                  </a:schemeClr>
                </a:solidFill>
              </a:rPr>
              <a:t>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386799908"/>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5"/>
          <p:cNvSpPr>
            <a:spLocks noChangeArrowheads="1"/>
          </p:cNvSpPr>
          <p:nvPr/>
        </p:nvSpPr>
        <p:spPr bwMode="auto">
          <a:xfrm>
            <a:off x="6098971" y="0"/>
            <a:ext cx="6096204" cy="6858000"/>
          </a:xfrm>
          <a:prstGeom prst="rect">
            <a:avLst/>
          </a:prstGeom>
          <a:solidFill>
            <a:srgbClr val="D7DDD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 name="Freeform 5"/>
          <p:cNvSpPr>
            <a:spLocks noEditPoints="1"/>
          </p:cNvSpPr>
          <p:nvPr/>
        </p:nvSpPr>
        <p:spPr bwMode="auto">
          <a:xfrm>
            <a:off x="6757988" y="1241425"/>
            <a:ext cx="4891088" cy="5313363"/>
          </a:xfrm>
          <a:custGeom>
            <a:avLst/>
            <a:gdLst>
              <a:gd name="T0" fmla="*/ 452 w 876"/>
              <a:gd name="T1" fmla="*/ 801 h 952"/>
              <a:gd name="T2" fmla="*/ 451 w 876"/>
              <a:gd name="T3" fmla="*/ 801 h 952"/>
              <a:gd name="T4" fmla="*/ 450 w 876"/>
              <a:gd name="T5" fmla="*/ 801 h 952"/>
              <a:gd name="T6" fmla="*/ 390 w 876"/>
              <a:gd name="T7" fmla="*/ 790 h 952"/>
              <a:gd name="T8" fmla="*/ 269 w 876"/>
              <a:gd name="T9" fmla="*/ 895 h 952"/>
              <a:gd name="T10" fmla="*/ 268 w 876"/>
              <a:gd name="T11" fmla="*/ 895 h 952"/>
              <a:gd name="T12" fmla="*/ 267 w 876"/>
              <a:gd name="T13" fmla="*/ 895 h 952"/>
              <a:gd name="T14" fmla="*/ 266 w 876"/>
              <a:gd name="T15" fmla="*/ 895 h 952"/>
              <a:gd name="T16" fmla="*/ 266 w 876"/>
              <a:gd name="T17" fmla="*/ 895 h 952"/>
              <a:gd name="T18" fmla="*/ 265 w 876"/>
              <a:gd name="T19" fmla="*/ 895 h 952"/>
              <a:gd name="T20" fmla="*/ 264 w 876"/>
              <a:gd name="T21" fmla="*/ 895 h 952"/>
              <a:gd name="T22" fmla="*/ 264 w 876"/>
              <a:gd name="T23" fmla="*/ 895 h 952"/>
              <a:gd name="T24" fmla="*/ 263 w 876"/>
              <a:gd name="T25" fmla="*/ 895 h 952"/>
              <a:gd name="T26" fmla="*/ 262 w 876"/>
              <a:gd name="T27" fmla="*/ 895 h 952"/>
              <a:gd name="T28" fmla="*/ 262 w 876"/>
              <a:gd name="T29" fmla="*/ 895 h 952"/>
              <a:gd name="T30" fmla="*/ 261 w 876"/>
              <a:gd name="T31" fmla="*/ 895 h 952"/>
              <a:gd name="T32" fmla="*/ 260 w 876"/>
              <a:gd name="T33" fmla="*/ 895 h 952"/>
              <a:gd name="T34" fmla="*/ 260 w 876"/>
              <a:gd name="T35" fmla="*/ 895 h 952"/>
              <a:gd name="T36" fmla="*/ 259 w 876"/>
              <a:gd name="T37" fmla="*/ 895 h 952"/>
              <a:gd name="T38" fmla="*/ 258 w 876"/>
              <a:gd name="T39" fmla="*/ 895 h 952"/>
              <a:gd name="T40" fmla="*/ 257 w 876"/>
              <a:gd name="T41" fmla="*/ 895 h 952"/>
              <a:gd name="T42" fmla="*/ 257 w 876"/>
              <a:gd name="T43" fmla="*/ 895 h 952"/>
              <a:gd name="T44" fmla="*/ 256 w 876"/>
              <a:gd name="T45" fmla="*/ 895 h 952"/>
              <a:gd name="T46" fmla="*/ 255 w 876"/>
              <a:gd name="T47" fmla="*/ 895 h 952"/>
              <a:gd name="T48" fmla="*/ 254 w 876"/>
              <a:gd name="T49" fmla="*/ 895 h 952"/>
              <a:gd name="T50" fmla="*/ 253 w 876"/>
              <a:gd name="T51" fmla="*/ 895 h 952"/>
              <a:gd name="T52" fmla="*/ 252 w 876"/>
              <a:gd name="T53" fmla="*/ 895 h 952"/>
              <a:gd name="T54" fmla="*/ 549 w 876"/>
              <a:gd name="T55" fmla="*/ 780 h 952"/>
              <a:gd name="T56" fmla="*/ 549 w 876"/>
              <a:gd name="T57" fmla="*/ 779 h 952"/>
              <a:gd name="T58" fmla="*/ 549 w 876"/>
              <a:gd name="T59" fmla="*/ 772 h 952"/>
              <a:gd name="T60" fmla="*/ 858 w 876"/>
              <a:gd name="T61" fmla="*/ 776 h 952"/>
              <a:gd name="T62" fmla="*/ 858 w 876"/>
              <a:gd name="T63" fmla="*/ 777 h 952"/>
              <a:gd name="T64" fmla="*/ 858 w 876"/>
              <a:gd name="T65" fmla="*/ 778 h 952"/>
              <a:gd name="T66" fmla="*/ 858 w 876"/>
              <a:gd name="T67" fmla="*/ 778 h 952"/>
              <a:gd name="T68" fmla="*/ 858 w 876"/>
              <a:gd name="T69" fmla="*/ 779 h 952"/>
              <a:gd name="T70" fmla="*/ 703 w 876"/>
              <a:gd name="T71" fmla="*/ 934 h 952"/>
              <a:gd name="T72" fmla="*/ 702 w 876"/>
              <a:gd name="T73" fmla="*/ 934 h 952"/>
              <a:gd name="T74" fmla="*/ 702 w 876"/>
              <a:gd name="T75" fmla="*/ 934 h 952"/>
              <a:gd name="T76" fmla="*/ 701 w 876"/>
              <a:gd name="T77" fmla="*/ 934 h 952"/>
              <a:gd name="T78" fmla="*/ 700 w 876"/>
              <a:gd name="T79" fmla="*/ 934 h 952"/>
              <a:gd name="T80" fmla="*/ 721 w 876"/>
              <a:gd name="T81" fmla="*/ 952 h 952"/>
              <a:gd name="T82" fmla="*/ 627 w 876"/>
              <a:gd name="T83" fmla="*/ 624 h 952"/>
              <a:gd name="T84" fmla="*/ 627 w 876"/>
              <a:gd name="T85" fmla="*/ 625 h 952"/>
              <a:gd name="T86" fmla="*/ 627 w 876"/>
              <a:gd name="T87" fmla="*/ 626 h 952"/>
              <a:gd name="T88" fmla="*/ 627 w 876"/>
              <a:gd name="T89" fmla="*/ 627 h 952"/>
              <a:gd name="T90" fmla="*/ 322 w 876"/>
              <a:gd name="T91" fmla="*/ 460 h 952"/>
              <a:gd name="T92" fmla="*/ 262 w 876"/>
              <a:gd name="T93" fmla="*/ 376 h 952"/>
              <a:gd name="T94" fmla="*/ 139 w 876"/>
              <a:gd name="T95" fmla="*/ 362 h 952"/>
              <a:gd name="T96" fmla="*/ 138 w 876"/>
              <a:gd name="T97" fmla="*/ 362 h 952"/>
              <a:gd name="T98" fmla="*/ 137 w 876"/>
              <a:gd name="T99" fmla="*/ 362 h 952"/>
              <a:gd name="T100" fmla="*/ 136 w 876"/>
              <a:gd name="T101" fmla="*/ 362 h 952"/>
              <a:gd name="T102" fmla="*/ 655 w 876"/>
              <a:gd name="T103" fmla="*/ 300 h 952"/>
              <a:gd name="T104" fmla="*/ 655 w 876"/>
              <a:gd name="T105" fmla="*/ 301 h 952"/>
              <a:gd name="T106" fmla="*/ 655 w 876"/>
              <a:gd name="T107" fmla="*/ 302 h 952"/>
              <a:gd name="T108" fmla="*/ 655 w 876"/>
              <a:gd name="T109" fmla="*/ 303 h 952"/>
              <a:gd name="T110" fmla="*/ 579 w 876"/>
              <a:gd name="T111" fmla="*/ 507 h 952"/>
              <a:gd name="T112" fmla="*/ 312 w 876"/>
              <a:gd name="T113" fmla="*/ 0 h 9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76" h="952">
                <a:moveTo>
                  <a:pt x="549" y="772"/>
                </a:moveTo>
                <a:cubicBezTo>
                  <a:pt x="521" y="790"/>
                  <a:pt x="488" y="801"/>
                  <a:pt x="452" y="801"/>
                </a:cubicBezTo>
                <a:cubicBezTo>
                  <a:pt x="452" y="801"/>
                  <a:pt x="452" y="801"/>
                  <a:pt x="452" y="801"/>
                </a:cubicBezTo>
                <a:cubicBezTo>
                  <a:pt x="452" y="801"/>
                  <a:pt x="452" y="801"/>
                  <a:pt x="452" y="801"/>
                </a:cubicBezTo>
                <a:cubicBezTo>
                  <a:pt x="452" y="801"/>
                  <a:pt x="452" y="801"/>
                  <a:pt x="452" y="801"/>
                </a:cubicBezTo>
                <a:cubicBezTo>
                  <a:pt x="452" y="801"/>
                  <a:pt x="452" y="801"/>
                  <a:pt x="452" y="801"/>
                </a:cubicBezTo>
                <a:cubicBezTo>
                  <a:pt x="452" y="801"/>
                  <a:pt x="452" y="801"/>
                  <a:pt x="452" y="801"/>
                </a:cubicBezTo>
                <a:cubicBezTo>
                  <a:pt x="452" y="801"/>
                  <a:pt x="451" y="801"/>
                  <a:pt x="451" y="801"/>
                </a:cubicBezTo>
                <a:cubicBezTo>
                  <a:pt x="451" y="801"/>
                  <a:pt x="451" y="801"/>
                  <a:pt x="451" y="801"/>
                </a:cubicBezTo>
                <a:cubicBezTo>
                  <a:pt x="451" y="801"/>
                  <a:pt x="451" y="801"/>
                  <a:pt x="451" y="801"/>
                </a:cubicBezTo>
                <a:cubicBezTo>
                  <a:pt x="451" y="801"/>
                  <a:pt x="451" y="801"/>
                  <a:pt x="451" y="801"/>
                </a:cubicBezTo>
                <a:cubicBezTo>
                  <a:pt x="451" y="801"/>
                  <a:pt x="451" y="801"/>
                  <a:pt x="451" y="801"/>
                </a:cubicBezTo>
                <a:cubicBezTo>
                  <a:pt x="451" y="801"/>
                  <a:pt x="451" y="801"/>
                  <a:pt x="451" y="801"/>
                </a:cubicBezTo>
                <a:cubicBezTo>
                  <a:pt x="451" y="801"/>
                  <a:pt x="451" y="801"/>
                  <a:pt x="451" y="801"/>
                </a:cubicBezTo>
                <a:cubicBezTo>
                  <a:pt x="451" y="801"/>
                  <a:pt x="451" y="801"/>
                  <a:pt x="451" y="801"/>
                </a:cubicBezTo>
                <a:cubicBezTo>
                  <a:pt x="451" y="801"/>
                  <a:pt x="451" y="801"/>
                  <a:pt x="451" y="801"/>
                </a:cubicBezTo>
                <a:cubicBezTo>
                  <a:pt x="451" y="801"/>
                  <a:pt x="451" y="801"/>
                  <a:pt x="451" y="801"/>
                </a:cubicBezTo>
                <a:cubicBezTo>
                  <a:pt x="451" y="801"/>
                  <a:pt x="450" y="801"/>
                  <a:pt x="450" y="801"/>
                </a:cubicBezTo>
                <a:cubicBezTo>
                  <a:pt x="450" y="801"/>
                  <a:pt x="450" y="801"/>
                  <a:pt x="450" y="801"/>
                </a:cubicBezTo>
                <a:cubicBezTo>
                  <a:pt x="450" y="801"/>
                  <a:pt x="450" y="801"/>
                  <a:pt x="450" y="801"/>
                </a:cubicBezTo>
                <a:cubicBezTo>
                  <a:pt x="450" y="801"/>
                  <a:pt x="450" y="801"/>
                  <a:pt x="450" y="801"/>
                </a:cubicBezTo>
                <a:cubicBezTo>
                  <a:pt x="450" y="801"/>
                  <a:pt x="450" y="801"/>
                  <a:pt x="450" y="801"/>
                </a:cubicBezTo>
                <a:cubicBezTo>
                  <a:pt x="450" y="801"/>
                  <a:pt x="450" y="801"/>
                  <a:pt x="450" y="801"/>
                </a:cubicBezTo>
                <a:cubicBezTo>
                  <a:pt x="429" y="801"/>
                  <a:pt x="409" y="797"/>
                  <a:pt x="390" y="790"/>
                </a:cubicBezTo>
                <a:cubicBezTo>
                  <a:pt x="379" y="847"/>
                  <a:pt x="329" y="891"/>
                  <a:pt x="269" y="895"/>
                </a:cubicBezTo>
                <a:cubicBezTo>
                  <a:pt x="269" y="895"/>
                  <a:pt x="269" y="895"/>
                  <a:pt x="269" y="895"/>
                </a:cubicBezTo>
                <a:cubicBezTo>
                  <a:pt x="269" y="895"/>
                  <a:pt x="269" y="895"/>
                  <a:pt x="269" y="895"/>
                </a:cubicBezTo>
                <a:cubicBezTo>
                  <a:pt x="269" y="895"/>
                  <a:pt x="269" y="895"/>
                  <a:pt x="269" y="895"/>
                </a:cubicBezTo>
                <a:cubicBezTo>
                  <a:pt x="269" y="895"/>
                  <a:pt x="269" y="895"/>
                  <a:pt x="269" y="895"/>
                </a:cubicBezTo>
                <a:cubicBezTo>
                  <a:pt x="269" y="895"/>
                  <a:pt x="269" y="895"/>
                  <a:pt x="269" y="895"/>
                </a:cubicBezTo>
                <a:cubicBezTo>
                  <a:pt x="269" y="895"/>
                  <a:pt x="269" y="895"/>
                  <a:pt x="268" y="895"/>
                </a:cubicBezTo>
                <a:cubicBezTo>
                  <a:pt x="268" y="895"/>
                  <a:pt x="268" y="895"/>
                  <a:pt x="268" y="895"/>
                </a:cubicBezTo>
                <a:cubicBezTo>
                  <a:pt x="268" y="895"/>
                  <a:pt x="268" y="895"/>
                  <a:pt x="268" y="895"/>
                </a:cubicBezTo>
                <a:cubicBezTo>
                  <a:pt x="268" y="895"/>
                  <a:pt x="268" y="895"/>
                  <a:pt x="268" y="895"/>
                </a:cubicBezTo>
                <a:cubicBezTo>
                  <a:pt x="268" y="895"/>
                  <a:pt x="268" y="895"/>
                  <a:pt x="268" y="895"/>
                </a:cubicBezTo>
                <a:cubicBezTo>
                  <a:pt x="268" y="895"/>
                  <a:pt x="268" y="895"/>
                  <a:pt x="268" y="895"/>
                </a:cubicBezTo>
                <a:cubicBezTo>
                  <a:pt x="268" y="895"/>
                  <a:pt x="268" y="895"/>
                  <a:pt x="268" y="895"/>
                </a:cubicBezTo>
                <a:cubicBezTo>
                  <a:pt x="268" y="895"/>
                  <a:pt x="268" y="895"/>
                  <a:pt x="268" y="895"/>
                </a:cubicBezTo>
                <a:cubicBezTo>
                  <a:pt x="267" y="895"/>
                  <a:pt x="267" y="895"/>
                  <a:pt x="267" y="895"/>
                </a:cubicBezTo>
                <a:cubicBezTo>
                  <a:pt x="267" y="895"/>
                  <a:pt x="267" y="895"/>
                  <a:pt x="267" y="895"/>
                </a:cubicBezTo>
                <a:cubicBezTo>
                  <a:pt x="267" y="895"/>
                  <a:pt x="267" y="895"/>
                  <a:pt x="267" y="895"/>
                </a:cubicBezTo>
                <a:cubicBezTo>
                  <a:pt x="267" y="895"/>
                  <a:pt x="267" y="895"/>
                  <a:pt x="267" y="895"/>
                </a:cubicBezTo>
                <a:cubicBezTo>
                  <a:pt x="267" y="895"/>
                  <a:pt x="267" y="895"/>
                  <a:pt x="267" y="895"/>
                </a:cubicBezTo>
                <a:cubicBezTo>
                  <a:pt x="267" y="895"/>
                  <a:pt x="267" y="895"/>
                  <a:pt x="267" y="895"/>
                </a:cubicBezTo>
                <a:cubicBezTo>
                  <a:pt x="267" y="895"/>
                  <a:pt x="267" y="895"/>
                  <a:pt x="267" y="895"/>
                </a:cubicBezTo>
                <a:cubicBezTo>
                  <a:pt x="267" y="895"/>
                  <a:pt x="266" y="895"/>
                  <a:pt x="266" y="895"/>
                </a:cubicBezTo>
                <a:cubicBezTo>
                  <a:pt x="266" y="895"/>
                  <a:pt x="266" y="895"/>
                  <a:pt x="266" y="895"/>
                </a:cubicBezTo>
                <a:cubicBezTo>
                  <a:pt x="266" y="895"/>
                  <a:pt x="266" y="895"/>
                  <a:pt x="266" y="895"/>
                </a:cubicBezTo>
                <a:cubicBezTo>
                  <a:pt x="266" y="895"/>
                  <a:pt x="266" y="895"/>
                  <a:pt x="266" y="895"/>
                </a:cubicBezTo>
                <a:cubicBezTo>
                  <a:pt x="266" y="895"/>
                  <a:pt x="266" y="895"/>
                  <a:pt x="266" y="895"/>
                </a:cubicBezTo>
                <a:cubicBezTo>
                  <a:pt x="266" y="895"/>
                  <a:pt x="266" y="895"/>
                  <a:pt x="266" y="895"/>
                </a:cubicBezTo>
                <a:cubicBezTo>
                  <a:pt x="266" y="895"/>
                  <a:pt x="266" y="895"/>
                  <a:pt x="266" y="895"/>
                </a:cubicBezTo>
                <a:cubicBezTo>
                  <a:pt x="266" y="895"/>
                  <a:pt x="266" y="895"/>
                  <a:pt x="266" y="895"/>
                </a:cubicBezTo>
                <a:cubicBezTo>
                  <a:pt x="266" y="895"/>
                  <a:pt x="266" y="895"/>
                  <a:pt x="266" y="895"/>
                </a:cubicBezTo>
                <a:cubicBezTo>
                  <a:pt x="266" y="895"/>
                  <a:pt x="266" y="895"/>
                  <a:pt x="266" y="895"/>
                </a:cubicBezTo>
                <a:cubicBezTo>
                  <a:pt x="265" y="895"/>
                  <a:pt x="265" y="895"/>
                  <a:pt x="265" y="895"/>
                </a:cubicBezTo>
                <a:cubicBezTo>
                  <a:pt x="265" y="895"/>
                  <a:pt x="265" y="895"/>
                  <a:pt x="265" y="895"/>
                </a:cubicBezTo>
                <a:cubicBezTo>
                  <a:pt x="265" y="895"/>
                  <a:pt x="265" y="895"/>
                  <a:pt x="265" y="895"/>
                </a:cubicBezTo>
                <a:cubicBezTo>
                  <a:pt x="265" y="895"/>
                  <a:pt x="265" y="895"/>
                  <a:pt x="265" y="895"/>
                </a:cubicBezTo>
                <a:cubicBezTo>
                  <a:pt x="265" y="895"/>
                  <a:pt x="265" y="895"/>
                  <a:pt x="265" y="895"/>
                </a:cubicBezTo>
                <a:cubicBezTo>
                  <a:pt x="265" y="895"/>
                  <a:pt x="265" y="895"/>
                  <a:pt x="265" y="895"/>
                </a:cubicBezTo>
                <a:cubicBezTo>
                  <a:pt x="265" y="895"/>
                  <a:pt x="265" y="895"/>
                  <a:pt x="265" y="895"/>
                </a:cubicBezTo>
                <a:cubicBezTo>
                  <a:pt x="265" y="895"/>
                  <a:pt x="265" y="895"/>
                  <a:pt x="265" y="895"/>
                </a:cubicBezTo>
                <a:cubicBezTo>
                  <a:pt x="265" y="895"/>
                  <a:pt x="265" y="895"/>
                  <a:pt x="265" y="895"/>
                </a:cubicBezTo>
                <a:cubicBezTo>
                  <a:pt x="265" y="895"/>
                  <a:pt x="264" y="895"/>
                  <a:pt x="264" y="895"/>
                </a:cubicBezTo>
                <a:cubicBezTo>
                  <a:pt x="264" y="895"/>
                  <a:pt x="264" y="895"/>
                  <a:pt x="264" y="895"/>
                </a:cubicBezTo>
                <a:cubicBezTo>
                  <a:pt x="264" y="895"/>
                  <a:pt x="264" y="895"/>
                  <a:pt x="264" y="895"/>
                </a:cubicBezTo>
                <a:cubicBezTo>
                  <a:pt x="264" y="895"/>
                  <a:pt x="264" y="895"/>
                  <a:pt x="264" y="895"/>
                </a:cubicBezTo>
                <a:cubicBezTo>
                  <a:pt x="264" y="895"/>
                  <a:pt x="264" y="895"/>
                  <a:pt x="264" y="895"/>
                </a:cubicBezTo>
                <a:cubicBezTo>
                  <a:pt x="264" y="895"/>
                  <a:pt x="264" y="895"/>
                  <a:pt x="264" y="895"/>
                </a:cubicBezTo>
                <a:cubicBezTo>
                  <a:pt x="264" y="895"/>
                  <a:pt x="264" y="895"/>
                  <a:pt x="264" y="895"/>
                </a:cubicBezTo>
                <a:cubicBezTo>
                  <a:pt x="264" y="895"/>
                  <a:pt x="264" y="895"/>
                  <a:pt x="264" y="895"/>
                </a:cubicBezTo>
                <a:cubicBezTo>
                  <a:pt x="264" y="895"/>
                  <a:pt x="264" y="895"/>
                  <a:pt x="264" y="895"/>
                </a:cubicBezTo>
                <a:cubicBezTo>
                  <a:pt x="264" y="895"/>
                  <a:pt x="264" y="895"/>
                  <a:pt x="263" y="895"/>
                </a:cubicBezTo>
                <a:cubicBezTo>
                  <a:pt x="263" y="895"/>
                  <a:pt x="263" y="895"/>
                  <a:pt x="263" y="895"/>
                </a:cubicBezTo>
                <a:cubicBezTo>
                  <a:pt x="263" y="895"/>
                  <a:pt x="263" y="895"/>
                  <a:pt x="263" y="895"/>
                </a:cubicBezTo>
                <a:cubicBezTo>
                  <a:pt x="263" y="895"/>
                  <a:pt x="263" y="895"/>
                  <a:pt x="263" y="895"/>
                </a:cubicBezTo>
                <a:cubicBezTo>
                  <a:pt x="263" y="895"/>
                  <a:pt x="263" y="895"/>
                  <a:pt x="263" y="895"/>
                </a:cubicBezTo>
                <a:cubicBezTo>
                  <a:pt x="263" y="895"/>
                  <a:pt x="263" y="895"/>
                  <a:pt x="263" y="895"/>
                </a:cubicBezTo>
                <a:cubicBezTo>
                  <a:pt x="263" y="895"/>
                  <a:pt x="263" y="895"/>
                  <a:pt x="263" y="895"/>
                </a:cubicBezTo>
                <a:cubicBezTo>
                  <a:pt x="263" y="895"/>
                  <a:pt x="263" y="895"/>
                  <a:pt x="263" y="895"/>
                </a:cubicBezTo>
                <a:cubicBezTo>
                  <a:pt x="263" y="895"/>
                  <a:pt x="263" y="895"/>
                  <a:pt x="263" y="895"/>
                </a:cubicBezTo>
                <a:cubicBezTo>
                  <a:pt x="263" y="895"/>
                  <a:pt x="263" y="895"/>
                  <a:pt x="263" y="895"/>
                </a:cubicBezTo>
                <a:cubicBezTo>
                  <a:pt x="263" y="895"/>
                  <a:pt x="262" y="895"/>
                  <a:pt x="262" y="895"/>
                </a:cubicBezTo>
                <a:cubicBezTo>
                  <a:pt x="262" y="895"/>
                  <a:pt x="262" y="895"/>
                  <a:pt x="262" y="895"/>
                </a:cubicBezTo>
                <a:cubicBezTo>
                  <a:pt x="262" y="895"/>
                  <a:pt x="262" y="895"/>
                  <a:pt x="262" y="895"/>
                </a:cubicBezTo>
                <a:cubicBezTo>
                  <a:pt x="262" y="895"/>
                  <a:pt x="262" y="895"/>
                  <a:pt x="262" y="895"/>
                </a:cubicBezTo>
                <a:cubicBezTo>
                  <a:pt x="262" y="895"/>
                  <a:pt x="262" y="895"/>
                  <a:pt x="262" y="895"/>
                </a:cubicBezTo>
                <a:cubicBezTo>
                  <a:pt x="262" y="895"/>
                  <a:pt x="262" y="895"/>
                  <a:pt x="262" y="895"/>
                </a:cubicBezTo>
                <a:cubicBezTo>
                  <a:pt x="262" y="895"/>
                  <a:pt x="262" y="895"/>
                  <a:pt x="262" y="895"/>
                </a:cubicBezTo>
                <a:cubicBezTo>
                  <a:pt x="262" y="895"/>
                  <a:pt x="262" y="895"/>
                  <a:pt x="262" y="895"/>
                </a:cubicBezTo>
                <a:cubicBezTo>
                  <a:pt x="262" y="895"/>
                  <a:pt x="262" y="895"/>
                  <a:pt x="262" y="895"/>
                </a:cubicBezTo>
                <a:cubicBezTo>
                  <a:pt x="262" y="895"/>
                  <a:pt x="262" y="895"/>
                  <a:pt x="262" y="895"/>
                </a:cubicBezTo>
                <a:cubicBezTo>
                  <a:pt x="261" y="895"/>
                  <a:pt x="261" y="895"/>
                  <a:pt x="261" y="895"/>
                </a:cubicBezTo>
                <a:cubicBezTo>
                  <a:pt x="261" y="895"/>
                  <a:pt x="261" y="895"/>
                  <a:pt x="261" y="895"/>
                </a:cubicBezTo>
                <a:cubicBezTo>
                  <a:pt x="261" y="895"/>
                  <a:pt x="261" y="895"/>
                  <a:pt x="261" y="895"/>
                </a:cubicBezTo>
                <a:cubicBezTo>
                  <a:pt x="261" y="895"/>
                  <a:pt x="261" y="895"/>
                  <a:pt x="261" y="895"/>
                </a:cubicBezTo>
                <a:cubicBezTo>
                  <a:pt x="261" y="895"/>
                  <a:pt x="261" y="895"/>
                  <a:pt x="261" y="895"/>
                </a:cubicBezTo>
                <a:cubicBezTo>
                  <a:pt x="261" y="895"/>
                  <a:pt x="261" y="895"/>
                  <a:pt x="261" y="895"/>
                </a:cubicBezTo>
                <a:cubicBezTo>
                  <a:pt x="261" y="895"/>
                  <a:pt x="261" y="895"/>
                  <a:pt x="261" y="895"/>
                </a:cubicBezTo>
                <a:cubicBezTo>
                  <a:pt x="261" y="895"/>
                  <a:pt x="261" y="895"/>
                  <a:pt x="261" y="895"/>
                </a:cubicBezTo>
                <a:cubicBezTo>
                  <a:pt x="260" y="895"/>
                  <a:pt x="260" y="895"/>
                  <a:pt x="260" y="895"/>
                </a:cubicBezTo>
                <a:cubicBezTo>
                  <a:pt x="260" y="895"/>
                  <a:pt x="260" y="895"/>
                  <a:pt x="260" y="895"/>
                </a:cubicBezTo>
                <a:cubicBezTo>
                  <a:pt x="260" y="895"/>
                  <a:pt x="260" y="895"/>
                  <a:pt x="260" y="895"/>
                </a:cubicBezTo>
                <a:cubicBezTo>
                  <a:pt x="260" y="895"/>
                  <a:pt x="260" y="895"/>
                  <a:pt x="260" y="895"/>
                </a:cubicBezTo>
                <a:cubicBezTo>
                  <a:pt x="260" y="895"/>
                  <a:pt x="260" y="895"/>
                  <a:pt x="260" y="895"/>
                </a:cubicBezTo>
                <a:cubicBezTo>
                  <a:pt x="260" y="895"/>
                  <a:pt x="260" y="895"/>
                  <a:pt x="260" y="895"/>
                </a:cubicBezTo>
                <a:cubicBezTo>
                  <a:pt x="260" y="895"/>
                  <a:pt x="260" y="895"/>
                  <a:pt x="260" y="895"/>
                </a:cubicBezTo>
                <a:cubicBezTo>
                  <a:pt x="260" y="895"/>
                  <a:pt x="260" y="895"/>
                  <a:pt x="259" y="895"/>
                </a:cubicBezTo>
                <a:cubicBezTo>
                  <a:pt x="259" y="895"/>
                  <a:pt x="259" y="895"/>
                  <a:pt x="259" y="895"/>
                </a:cubicBezTo>
                <a:cubicBezTo>
                  <a:pt x="259" y="895"/>
                  <a:pt x="259" y="895"/>
                  <a:pt x="259" y="895"/>
                </a:cubicBezTo>
                <a:cubicBezTo>
                  <a:pt x="259" y="895"/>
                  <a:pt x="259" y="895"/>
                  <a:pt x="259" y="895"/>
                </a:cubicBezTo>
                <a:cubicBezTo>
                  <a:pt x="259" y="895"/>
                  <a:pt x="259" y="895"/>
                  <a:pt x="259" y="895"/>
                </a:cubicBezTo>
                <a:cubicBezTo>
                  <a:pt x="259" y="895"/>
                  <a:pt x="259" y="895"/>
                  <a:pt x="259" y="895"/>
                </a:cubicBezTo>
                <a:cubicBezTo>
                  <a:pt x="259" y="895"/>
                  <a:pt x="259" y="895"/>
                  <a:pt x="259" y="895"/>
                </a:cubicBezTo>
                <a:cubicBezTo>
                  <a:pt x="259" y="895"/>
                  <a:pt x="259" y="895"/>
                  <a:pt x="259" y="895"/>
                </a:cubicBezTo>
                <a:cubicBezTo>
                  <a:pt x="259" y="895"/>
                  <a:pt x="259" y="895"/>
                  <a:pt x="259" y="895"/>
                </a:cubicBezTo>
                <a:cubicBezTo>
                  <a:pt x="259" y="895"/>
                  <a:pt x="259" y="895"/>
                  <a:pt x="259" y="895"/>
                </a:cubicBezTo>
                <a:cubicBezTo>
                  <a:pt x="258" y="895"/>
                  <a:pt x="258" y="895"/>
                  <a:pt x="258" y="895"/>
                </a:cubicBezTo>
                <a:cubicBezTo>
                  <a:pt x="258" y="895"/>
                  <a:pt x="258" y="895"/>
                  <a:pt x="258" y="895"/>
                </a:cubicBezTo>
                <a:cubicBezTo>
                  <a:pt x="258" y="895"/>
                  <a:pt x="258" y="895"/>
                  <a:pt x="258" y="895"/>
                </a:cubicBezTo>
                <a:cubicBezTo>
                  <a:pt x="258" y="895"/>
                  <a:pt x="258" y="895"/>
                  <a:pt x="258" y="895"/>
                </a:cubicBezTo>
                <a:cubicBezTo>
                  <a:pt x="258" y="895"/>
                  <a:pt x="258" y="895"/>
                  <a:pt x="258" y="895"/>
                </a:cubicBezTo>
                <a:cubicBezTo>
                  <a:pt x="258" y="895"/>
                  <a:pt x="258" y="895"/>
                  <a:pt x="258" y="895"/>
                </a:cubicBezTo>
                <a:cubicBezTo>
                  <a:pt x="258" y="895"/>
                  <a:pt x="258" y="895"/>
                  <a:pt x="258" y="895"/>
                </a:cubicBezTo>
                <a:cubicBezTo>
                  <a:pt x="258" y="895"/>
                  <a:pt x="257" y="895"/>
                  <a:pt x="257" y="895"/>
                </a:cubicBezTo>
                <a:cubicBezTo>
                  <a:pt x="257" y="895"/>
                  <a:pt x="257" y="895"/>
                  <a:pt x="257" y="895"/>
                </a:cubicBezTo>
                <a:cubicBezTo>
                  <a:pt x="257" y="895"/>
                  <a:pt x="257" y="895"/>
                  <a:pt x="257" y="895"/>
                </a:cubicBezTo>
                <a:cubicBezTo>
                  <a:pt x="257" y="895"/>
                  <a:pt x="257" y="895"/>
                  <a:pt x="257" y="895"/>
                </a:cubicBezTo>
                <a:cubicBezTo>
                  <a:pt x="257" y="895"/>
                  <a:pt x="257" y="895"/>
                  <a:pt x="257" y="895"/>
                </a:cubicBezTo>
                <a:cubicBezTo>
                  <a:pt x="257" y="895"/>
                  <a:pt x="257" y="895"/>
                  <a:pt x="257" y="895"/>
                </a:cubicBezTo>
                <a:cubicBezTo>
                  <a:pt x="257" y="895"/>
                  <a:pt x="257" y="895"/>
                  <a:pt x="257" y="895"/>
                </a:cubicBezTo>
                <a:cubicBezTo>
                  <a:pt x="257" y="895"/>
                  <a:pt x="257" y="895"/>
                  <a:pt x="256" y="895"/>
                </a:cubicBezTo>
                <a:cubicBezTo>
                  <a:pt x="256" y="895"/>
                  <a:pt x="256" y="895"/>
                  <a:pt x="256" y="895"/>
                </a:cubicBezTo>
                <a:cubicBezTo>
                  <a:pt x="256" y="895"/>
                  <a:pt x="256" y="895"/>
                  <a:pt x="256" y="895"/>
                </a:cubicBezTo>
                <a:cubicBezTo>
                  <a:pt x="256" y="895"/>
                  <a:pt x="256" y="895"/>
                  <a:pt x="256" y="895"/>
                </a:cubicBezTo>
                <a:cubicBezTo>
                  <a:pt x="256" y="895"/>
                  <a:pt x="256" y="895"/>
                  <a:pt x="256" y="895"/>
                </a:cubicBezTo>
                <a:cubicBezTo>
                  <a:pt x="256" y="895"/>
                  <a:pt x="256" y="895"/>
                  <a:pt x="256" y="895"/>
                </a:cubicBezTo>
                <a:cubicBezTo>
                  <a:pt x="256" y="895"/>
                  <a:pt x="256" y="895"/>
                  <a:pt x="256" y="895"/>
                </a:cubicBezTo>
                <a:cubicBezTo>
                  <a:pt x="256" y="895"/>
                  <a:pt x="256" y="895"/>
                  <a:pt x="256" y="895"/>
                </a:cubicBezTo>
                <a:cubicBezTo>
                  <a:pt x="256" y="895"/>
                  <a:pt x="256" y="895"/>
                  <a:pt x="256" y="895"/>
                </a:cubicBezTo>
                <a:cubicBezTo>
                  <a:pt x="256" y="895"/>
                  <a:pt x="256" y="895"/>
                  <a:pt x="256" y="895"/>
                </a:cubicBezTo>
                <a:cubicBezTo>
                  <a:pt x="255" y="895"/>
                  <a:pt x="255" y="895"/>
                  <a:pt x="255" y="895"/>
                </a:cubicBezTo>
                <a:cubicBezTo>
                  <a:pt x="255" y="895"/>
                  <a:pt x="255" y="895"/>
                  <a:pt x="255" y="895"/>
                </a:cubicBezTo>
                <a:cubicBezTo>
                  <a:pt x="255" y="895"/>
                  <a:pt x="255" y="895"/>
                  <a:pt x="255" y="895"/>
                </a:cubicBezTo>
                <a:cubicBezTo>
                  <a:pt x="255" y="895"/>
                  <a:pt x="255" y="895"/>
                  <a:pt x="255" y="895"/>
                </a:cubicBezTo>
                <a:cubicBezTo>
                  <a:pt x="255" y="895"/>
                  <a:pt x="255" y="895"/>
                  <a:pt x="255" y="895"/>
                </a:cubicBezTo>
                <a:cubicBezTo>
                  <a:pt x="255" y="895"/>
                  <a:pt x="255" y="895"/>
                  <a:pt x="255" y="895"/>
                </a:cubicBezTo>
                <a:cubicBezTo>
                  <a:pt x="254" y="895"/>
                  <a:pt x="254" y="895"/>
                  <a:pt x="254" y="895"/>
                </a:cubicBezTo>
                <a:cubicBezTo>
                  <a:pt x="254" y="895"/>
                  <a:pt x="254" y="895"/>
                  <a:pt x="254" y="895"/>
                </a:cubicBezTo>
                <a:cubicBezTo>
                  <a:pt x="254" y="895"/>
                  <a:pt x="254" y="895"/>
                  <a:pt x="254" y="895"/>
                </a:cubicBezTo>
                <a:cubicBezTo>
                  <a:pt x="254" y="895"/>
                  <a:pt x="254" y="895"/>
                  <a:pt x="254" y="895"/>
                </a:cubicBezTo>
                <a:cubicBezTo>
                  <a:pt x="254" y="895"/>
                  <a:pt x="254" y="895"/>
                  <a:pt x="253" y="895"/>
                </a:cubicBezTo>
                <a:cubicBezTo>
                  <a:pt x="253" y="895"/>
                  <a:pt x="253" y="895"/>
                  <a:pt x="253" y="895"/>
                </a:cubicBezTo>
                <a:cubicBezTo>
                  <a:pt x="253" y="895"/>
                  <a:pt x="253" y="895"/>
                  <a:pt x="253" y="895"/>
                </a:cubicBezTo>
                <a:cubicBezTo>
                  <a:pt x="253" y="895"/>
                  <a:pt x="253" y="895"/>
                  <a:pt x="253" y="895"/>
                </a:cubicBezTo>
                <a:cubicBezTo>
                  <a:pt x="253" y="895"/>
                  <a:pt x="253" y="895"/>
                  <a:pt x="253" y="895"/>
                </a:cubicBezTo>
                <a:cubicBezTo>
                  <a:pt x="253" y="895"/>
                  <a:pt x="253" y="895"/>
                  <a:pt x="253" y="895"/>
                </a:cubicBezTo>
                <a:cubicBezTo>
                  <a:pt x="253" y="895"/>
                  <a:pt x="252" y="895"/>
                  <a:pt x="252" y="895"/>
                </a:cubicBezTo>
                <a:cubicBezTo>
                  <a:pt x="252" y="895"/>
                  <a:pt x="252" y="895"/>
                  <a:pt x="252" y="895"/>
                </a:cubicBezTo>
                <a:cubicBezTo>
                  <a:pt x="252" y="895"/>
                  <a:pt x="252" y="895"/>
                  <a:pt x="252" y="895"/>
                </a:cubicBezTo>
                <a:cubicBezTo>
                  <a:pt x="252" y="895"/>
                  <a:pt x="252" y="895"/>
                  <a:pt x="252" y="895"/>
                </a:cubicBezTo>
                <a:cubicBezTo>
                  <a:pt x="224" y="893"/>
                  <a:pt x="198" y="882"/>
                  <a:pt x="177" y="865"/>
                </a:cubicBezTo>
                <a:cubicBezTo>
                  <a:pt x="202" y="895"/>
                  <a:pt x="238" y="913"/>
                  <a:pt x="279" y="913"/>
                </a:cubicBezTo>
                <a:cubicBezTo>
                  <a:pt x="341" y="913"/>
                  <a:pt x="394" y="870"/>
                  <a:pt x="407" y="812"/>
                </a:cubicBezTo>
                <a:cubicBezTo>
                  <a:pt x="429" y="821"/>
                  <a:pt x="452" y="826"/>
                  <a:pt x="477" y="826"/>
                </a:cubicBezTo>
                <a:cubicBezTo>
                  <a:pt x="504" y="826"/>
                  <a:pt x="529" y="820"/>
                  <a:pt x="552" y="810"/>
                </a:cubicBezTo>
                <a:cubicBezTo>
                  <a:pt x="550" y="800"/>
                  <a:pt x="549" y="790"/>
                  <a:pt x="549" y="780"/>
                </a:cubicBezTo>
                <a:cubicBezTo>
                  <a:pt x="549" y="780"/>
                  <a:pt x="549" y="780"/>
                  <a:pt x="549" y="780"/>
                </a:cubicBezTo>
                <a:cubicBezTo>
                  <a:pt x="549" y="780"/>
                  <a:pt x="549" y="780"/>
                  <a:pt x="549" y="780"/>
                </a:cubicBezTo>
                <a:cubicBezTo>
                  <a:pt x="549" y="780"/>
                  <a:pt x="549" y="780"/>
                  <a:pt x="549" y="780"/>
                </a:cubicBezTo>
                <a:cubicBezTo>
                  <a:pt x="549" y="780"/>
                  <a:pt x="549" y="780"/>
                  <a:pt x="549" y="780"/>
                </a:cubicBezTo>
                <a:cubicBezTo>
                  <a:pt x="549" y="780"/>
                  <a:pt x="549" y="780"/>
                  <a:pt x="549" y="780"/>
                </a:cubicBezTo>
                <a:cubicBezTo>
                  <a:pt x="549" y="779"/>
                  <a:pt x="549" y="779"/>
                  <a:pt x="549" y="779"/>
                </a:cubicBezTo>
                <a:cubicBezTo>
                  <a:pt x="549" y="779"/>
                  <a:pt x="549" y="779"/>
                  <a:pt x="549" y="779"/>
                </a:cubicBezTo>
                <a:cubicBezTo>
                  <a:pt x="549" y="779"/>
                  <a:pt x="549" y="779"/>
                  <a:pt x="549" y="779"/>
                </a:cubicBezTo>
                <a:cubicBezTo>
                  <a:pt x="549" y="779"/>
                  <a:pt x="549" y="779"/>
                  <a:pt x="549" y="779"/>
                </a:cubicBezTo>
                <a:cubicBezTo>
                  <a:pt x="549" y="779"/>
                  <a:pt x="549" y="779"/>
                  <a:pt x="549" y="779"/>
                </a:cubicBezTo>
                <a:cubicBezTo>
                  <a:pt x="549" y="779"/>
                  <a:pt x="549" y="779"/>
                  <a:pt x="549" y="779"/>
                </a:cubicBezTo>
                <a:cubicBezTo>
                  <a:pt x="549" y="777"/>
                  <a:pt x="549" y="774"/>
                  <a:pt x="549" y="772"/>
                </a:cubicBezTo>
                <a:moveTo>
                  <a:pt x="821" y="679"/>
                </a:moveTo>
                <a:cubicBezTo>
                  <a:pt x="843" y="705"/>
                  <a:pt x="857" y="739"/>
                  <a:pt x="858" y="776"/>
                </a:cubicBezTo>
                <a:cubicBezTo>
                  <a:pt x="858" y="776"/>
                  <a:pt x="858" y="776"/>
                  <a:pt x="858" y="776"/>
                </a:cubicBezTo>
                <a:cubicBezTo>
                  <a:pt x="858" y="776"/>
                  <a:pt x="858" y="776"/>
                  <a:pt x="858" y="776"/>
                </a:cubicBezTo>
                <a:cubicBezTo>
                  <a:pt x="858" y="776"/>
                  <a:pt x="858" y="776"/>
                  <a:pt x="858" y="776"/>
                </a:cubicBezTo>
                <a:cubicBezTo>
                  <a:pt x="858" y="776"/>
                  <a:pt x="858" y="776"/>
                  <a:pt x="858" y="776"/>
                </a:cubicBezTo>
                <a:cubicBezTo>
                  <a:pt x="858" y="776"/>
                  <a:pt x="858" y="776"/>
                  <a:pt x="858" y="776"/>
                </a:cubicBezTo>
                <a:cubicBezTo>
                  <a:pt x="858" y="776"/>
                  <a:pt x="858" y="776"/>
                  <a:pt x="858" y="776"/>
                </a:cubicBezTo>
                <a:cubicBezTo>
                  <a:pt x="858" y="776"/>
                  <a:pt x="858" y="776"/>
                  <a:pt x="858" y="776"/>
                </a:cubicBezTo>
                <a:cubicBezTo>
                  <a:pt x="858" y="776"/>
                  <a:pt x="858" y="776"/>
                  <a:pt x="858" y="776"/>
                </a:cubicBezTo>
                <a:cubicBezTo>
                  <a:pt x="858" y="777"/>
                  <a:pt x="858" y="777"/>
                  <a:pt x="858" y="777"/>
                </a:cubicBezTo>
                <a:cubicBezTo>
                  <a:pt x="858" y="777"/>
                  <a:pt x="858" y="777"/>
                  <a:pt x="858" y="777"/>
                </a:cubicBezTo>
                <a:cubicBezTo>
                  <a:pt x="858" y="777"/>
                  <a:pt x="858" y="777"/>
                  <a:pt x="858" y="777"/>
                </a:cubicBezTo>
                <a:cubicBezTo>
                  <a:pt x="858" y="777"/>
                  <a:pt x="858" y="777"/>
                  <a:pt x="858" y="777"/>
                </a:cubicBezTo>
                <a:cubicBezTo>
                  <a:pt x="858" y="777"/>
                  <a:pt x="858" y="777"/>
                  <a:pt x="858" y="777"/>
                </a:cubicBezTo>
                <a:cubicBezTo>
                  <a:pt x="858" y="777"/>
                  <a:pt x="858" y="777"/>
                  <a:pt x="858" y="777"/>
                </a:cubicBezTo>
                <a:cubicBezTo>
                  <a:pt x="858" y="777"/>
                  <a:pt x="858" y="777"/>
                  <a:pt x="858" y="777"/>
                </a:cubicBezTo>
                <a:cubicBezTo>
                  <a:pt x="858" y="777"/>
                  <a:pt x="858" y="777"/>
                  <a:pt x="858" y="778"/>
                </a:cubicBezTo>
                <a:cubicBezTo>
                  <a:pt x="858" y="778"/>
                  <a:pt x="858" y="778"/>
                  <a:pt x="858" y="778"/>
                </a:cubicBezTo>
                <a:cubicBezTo>
                  <a:pt x="858" y="778"/>
                  <a:pt x="858" y="778"/>
                  <a:pt x="858" y="778"/>
                </a:cubicBezTo>
                <a:cubicBezTo>
                  <a:pt x="858" y="778"/>
                  <a:pt x="858" y="778"/>
                  <a:pt x="858" y="778"/>
                </a:cubicBezTo>
                <a:cubicBezTo>
                  <a:pt x="858" y="778"/>
                  <a:pt x="858" y="778"/>
                  <a:pt x="858" y="778"/>
                </a:cubicBezTo>
                <a:cubicBezTo>
                  <a:pt x="858" y="778"/>
                  <a:pt x="858" y="778"/>
                  <a:pt x="858" y="778"/>
                </a:cubicBezTo>
                <a:cubicBezTo>
                  <a:pt x="858" y="778"/>
                  <a:pt x="858" y="778"/>
                  <a:pt x="858" y="778"/>
                </a:cubicBezTo>
                <a:cubicBezTo>
                  <a:pt x="858" y="778"/>
                  <a:pt x="858" y="778"/>
                  <a:pt x="858" y="778"/>
                </a:cubicBezTo>
                <a:cubicBezTo>
                  <a:pt x="858" y="778"/>
                  <a:pt x="858" y="778"/>
                  <a:pt x="858" y="778"/>
                </a:cubicBezTo>
                <a:cubicBezTo>
                  <a:pt x="858" y="779"/>
                  <a:pt x="858" y="779"/>
                  <a:pt x="858" y="779"/>
                </a:cubicBezTo>
                <a:cubicBezTo>
                  <a:pt x="858" y="779"/>
                  <a:pt x="858" y="779"/>
                  <a:pt x="858" y="779"/>
                </a:cubicBezTo>
                <a:cubicBezTo>
                  <a:pt x="858" y="779"/>
                  <a:pt x="858" y="779"/>
                  <a:pt x="858" y="779"/>
                </a:cubicBezTo>
                <a:cubicBezTo>
                  <a:pt x="858" y="779"/>
                  <a:pt x="858" y="779"/>
                  <a:pt x="858" y="779"/>
                </a:cubicBezTo>
                <a:cubicBezTo>
                  <a:pt x="858" y="779"/>
                  <a:pt x="858" y="779"/>
                  <a:pt x="858" y="779"/>
                </a:cubicBezTo>
                <a:cubicBezTo>
                  <a:pt x="858" y="779"/>
                  <a:pt x="858" y="779"/>
                  <a:pt x="858" y="779"/>
                </a:cubicBezTo>
                <a:cubicBezTo>
                  <a:pt x="858" y="779"/>
                  <a:pt x="858" y="779"/>
                  <a:pt x="858" y="779"/>
                </a:cubicBezTo>
                <a:cubicBezTo>
                  <a:pt x="858" y="779"/>
                  <a:pt x="858" y="779"/>
                  <a:pt x="858" y="779"/>
                </a:cubicBezTo>
                <a:cubicBezTo>
                  <a:pt x="858" y="865"/>
                  <a:pt x="789" y="934"/>
                  <a:pt x="703" y="934"/>
                </a:cubicBezTo>
                <a:cubicBezTo>
                  <a:pt x="703" y="934"/>
                  <a:pt x="703" y="934"/>
                  <a:pt x="703" y="934"/>
                </a:cubicBezTo>
                <a:cubicBezTo>
                  <a:pt x="703" y="934"/>
                  <a:pt x="703" y="934"/>
                  <a:pt x="703" y="934"/>
                </a:cubicBezTo>
                <a:cubicBezTo>
                  <a:pt x="703" y="934"/>
                  <a:pt x="703" y="934"/>
                  <a:pt x="703" y="934"/>
                </a:cubicBezTo>
                <a:cubicBezTo>
                  <a:pt x="703" y="934"/>
                  <a:pt x="703" y="934"/>
                  <a:pt x="703" y="934"/>
                </a:cubicBezTo>
                <a:cubicBezTo>
                  <a:pt x="703" y="934"/>
                  <a:pt x="703" y="934"/>
                  <a:pt x="702" y="934"/>
                </a:cubicBezTo>
                <a:cubicBezTo>
                  <a:pt x="702" y="934"/>
                  <a:pt x="702" y="934"/>
                  <a:pt x="702" y="934"/>
                </a:cubicBezTo>
                <a:cubicBezTo>
                  <a:pt x="702" y="934"/>
                  <a:pt x="702" y="934"/>
                  <a:pt x="702" y="934"/>
                </a:cubicBezTo>
                <a:cubicBezTo>
                  <a:pt x="702" y="934"/>
                  <a:pt x="702" y="934"/>
                  <a:pt x="702" y="934"/>
                </a:cubicBezTo>
                <a:cubicBezTo>
                  <a:pt x="702" y="934"/>
                  <a:pt x="702" y="934"/>
                  <a:pt x="702" y="934"/>
                </a:cubicBezTo>
                <a:cubicBezTo>
                  <a:pt x="702" y="934"/>
                  <a:pt x="702" y="934"/>
                  <a:pt x="702" y="934"/>
                </a:cubicBezTo>
                <a:cubicBezTo>
                  <a:pt x="702" y="934"/>
                  <a:pt x="702" y="934"/>
                  <a:pt x="702" y="934"/>
                </a:cubicBezTo>
                <a:cubicBezTo>
                  <a:pt x="702" y="934"/>
                  <a:pt x="702" y="934"/>
                  <a:pt x="702" y="934"/>
                </a:cubicBezTo>
                <a:cubicBezTo>
                  <a:pt x="702" y="934"/>
                  <a:pt x="702" y="934"/>
                  <a:pt x="702" y="934"/>
                </a:cubicBezTo>
                <a:cubicBezTo>
                  <a:pt x="702" y="934"/>
                  <a:pt x="701" y="934"/>
                  <a:pt x="701" y="934"/>
                </a:cubicBezTo>
                <a:cubicBezTo>
                  <a:pt x="701" y="934"/>
                  <a:pt x="701" y="934"/>
                  <a:pt x="701" y="934"/>
                </a:cubicBezTo>
                <a:cubicBezTo>
                  <a:pt x="701" y="934"/>
                  <a:pt x="701" y="934"/>
                  <a:pt x="701" y="934"/>
                </a:cubicBezTo>
                <a:cubicBezTo>
                  <a:pt x="701" y="934"/>
                  <a:pt x="701" y="934"/>
                  <a:pt x="701" y="934"/>
                </a:cubicBezTo>
                <a:cubicBezTo>
                  <a:pt x="701" y="934"/>
                  <a:pt x="701" y="934"/>
                  <a:pt x="701" y="934"/>
                </a:cubicBezTo>
                <a:cubicBezTo>
                  <a:pt x="701" y="934"/>
                  <a:pt x="701" y="934"/>
                  <a:pt x="701" y="934"/>
                </a:cubicBezTo>
                <a:cubicBezTo>
                  <a:pt x="701" y="934"/>
                  <a:pt x="701" y="934"/>
                  <a:pt x="701" y="934"/>
                </a:cubicBezTo>
                <a:cubicBezTo>
                  <a:pt x="701" y="934"/>
                  <a:pt x="701" y="934"/>
                  <a:pt x="701" y="934"/>
                </a:cubicBezTo>
                <a:cubicBezTo>
                  <a:pt x="700" y="934"/>
                  <a:pt x="700" y="934"/>
                  <a:pt x="700" y="934"/>
                </a:cubicBezTo>
                <a:cubicBezTo>
                  <a:pt x="700" y="934"/>
                  <a:pt x="700" y="934"/>
                  <a:pt x="700" y="934"/>
                </a:cubicBezTo>
                <a:cubicBezTo>
                  <a:pt x="700" y="934"/>
                  <a:pt x="700" y="934"/>
                  <a:pt x="700" y="934"/>
                </a:cubicBezTo>
                <a:cubicBezTo>
                  <a:pt x="700" y="934"/>
                  <a:pt x="700" y="934"/>
                  <a:pt x="700" y="934"/>
                </a:cubicBezTo>
                <a:cubicBezTo>
                  <a:pt x="700" y="934"/>
                  <a:pt x="700" y="934"/>
                  <a:pt x="700" y="934"/>
                </a:cubicBezTo>
                <a:cubicBezTo>
                  <a:pt x="700" y="934"/>
                  <a:pt x="700" y="934"/>
                  <a:pt x="700" y="934"/>
                </a:cubicBezTo>
                <a:cubicBezTo>
                  <a:pt x="700" y="934"/>
                  <a:pt x="700" y="934"/>
                  <a:pt x="700" y="934"/>
                </a:cubicBezTo>
                <a:cubicBezTo>
                  <a:pt x="700" y="934"/>
                  <a:pt x="700" y="934"/>
                  <a:pt x="700" y="934"/>
                </a:cubicBezTo>
                <a:cubicBezTo>
                  <a:pt x="663" y="933"/>
                  <a:pt x="629" y="919"/>
                  <a:pt x="603" y="897"/>
                </a:cubicBezTo>
                <a:cubicBezTo>
                  <a:pt x="632" y="931"/>
                  <a:pt x="674" y="952"/>
                  <a:pt x="721" y="952"/>
                </a:cubicBezTo>
                <a:cubicBezTo>
                  <a:pt x="807" y="952"/>
                  <a:pt x="876" y="883"/>
                  <a:pt x="876" y="797"/>
                </a:cubicBezTo>
                <a:cubicBezTo>
                  <a:pt x="876" y="750"/>
                  <a:pt x="855" y="708"/>
                  <a:pt x="821" y="679"/>
                </a:cubicBezTo>
                <a:moveTo>
                  <a:pt x="587" y="516"/>
                </a:moveTo>
                <a:cubicBezTo>
                  <a:pt x="611" y="546"/>
                  <a:pt x="626" y="583"/>
                  <a:pt x="627" y="624"/>
                </a:cubicBezTo>
                <a:cubicBezTo>
                  <a:pt x="627" y="624"/>
                  <a:pt x="627" y="624"/>
                  <a:pt x="627" y="624"/>
                </a:cubicBezTo>
                <a:cubicBezTo>
                  <a:pt x="627" y="624"/>
                  <a:pt x="627" y="624"/>
                  <a:pt x="627" y="624"/>
                </a:cubicBezTo>
                <a:cubicBezTo>
                  <a:pt x="627" y="624"/>
                  <a:pt x="627" y="624"/>
                  <a:pt x="627" y="624"/>
                </a:cubicBezTo>
                <a:cubicBezTo>
                  <a:pt x="627" y="624"/>
                  <a:pt x="627" y="625"/>
                  <a:pt x="627" y="625"/>
                </a:cubicBezTo>
                <a:cubicBezTo>
                  <a:pt x="627" y="625"/>
                  <a:pt x="627" y="625"/>
                  <a:pt x="627" y="625"/>
                </a:cubicBezTo>
                <a:cubicBezTo>
                  <a:pt x="627" y="625"/>
                  <a:pt x="627" y="625"/>
                  <a:pt x="627" y="625"/>
                </a:cubicBezTo>
                <a:cubicBezTo>
                  <a:pt x="627" y="625"/>
                  <a:pt x="627" y="625"/>
                  <a:pt x="627" y="625"/>
                </a:cubicBezTo>
                <a:cubicBezTo>
                  <a:pt x="627" y="625"/>
                  <a:pt x="627" y="625"/>
                  <a:pt x="627" y="625"/>
                </a:cubicBezTo>
                <a:cubicBezTo>
                  <a:pt x="627" y="625"/>
                  <a:pt x="627" y="625"/>
                  <a:pt x="627" y="625"/>
                </a:cubicBezTo>
                <a:cubicBezTo>
                  <a:pt x="627" y="625"/>
                  <a:pt x="627" y="625"/>
                  <a:pt x="627" y="625"/>
                </a:cubicBezTo>
                <a:cubicBezTo>
                  <a:pt x="627" y="625"/>
                  <a:pt x="627" y="625"/>
                  <a:pt x="627" y="625"/>
                </a:cubicBezTo>
                <a:cubicBezTo>
                  <a:pt x="627" y="625"/>
                  <a:pt x="627" y="626"/>
                  <a:pt x="627" y="626"/>
                </a:cubicBezTo>
                <a:cubicBezTo>
                  <a:pt x="627" y="626"/>
                  <a:pt x="627" y="626"/>
                  <a:pt x="627" y="626"/>
                </a:cubicBezTo>
                <a:cubicBezTo>
                  <a:pt x="627" y="626"/>
                  <a:pt x="627" y="626"/>
                  <a:pt x="627" y="626"/>
                </a:cubicBezTo>
                <a:cubicBezTo>
                  <a:pt x="627" y="626"/>
                  <a:pt x="627" y="626"/>
                  <a:pt x="627" y="626"/>
                </a:cubicBezTo>
                <a:cubicBezTo>
                  <a:pt x="627" y="626"/>
                  <a:pt x="627" y="626"/>
                  <a:pt x="627" y="626"/>
                </a:cubicBezTo>
                <a:cubicBezTo>
                  <a:pt x="627" y="626"/>
                  <a:pt x="627" y="626"/>
                  <a:pt x="627" y="626"/>
                </a:cubicBezTo>
                <a:cubicBezTo>
                  <a:pt x="627" y="626"/>
                  <a:pt x="627" y="626"/>
                  <a:pt x="627" y="626"/>
                </a:cubicBezTo>
                <a:cubicBezTo>
                  <a:pt x="627" y="626"/>
                  <a:pt x="627" y="626"/>
                  <a:pt x="627" y="626"/>
                </a:cubicBezTo>
                <a:cubicBezTo>
                  <a:pt x="627" y="626"/>
                  <a:pt x="627" y="626"/>
                  <a:pt x="627" y="627"/>
                </a:cubicBezTo>
                <a:cubicBezTo>
                  <a:pt x="627" y="627"/>
                  <a:pt x="627" y="627"/>
                  <a:pt x="627" y="627"/>
                </a:cubicBezTo>
                <a:cubicBezTo>
                  <a:pt x="627" y="627"/>
                  <a:pt x="627" y="627"/>
                  <a:pt x="627" y="627"/>
                </a:cubicBezTo>
                <a:cubicBezTo>
                  <a:pt x="627" y="633"/>
                  <a:pt x="626" y="639"/>
                  <a:pt x="626" y="645"/>
                </a:cubicBezTo>
                <a:cubicBezTo>
                  <a:pt x="634" y="641"/>
                  <a:pt x="642" y="637"/>
                  <a:pt x="651" y="634"/>
                </a:cubicBezTo>
                <a:cubicBezTo>
                  <a:pt x="646" y="586"/>
                  <a:pt x="622" y="545"/>
                  <a:pt x="587" y="516"/>
                </a:cubicBezTo>
                <a:moveTo>
                  <a:pt x="322" y="460"/>
                </a:moveTo>
                <a:cubicBezTo>
                  <a:pt x="330" y="469"/>
                  <a:pt x="339" y="478"/>
                  <a:pt x="348" y="486"/>
                </a:cubicBezTo>
                <a:cubicBezTo>
                  <a:pt x="350" y="484"/>
                  <a:pt x="352" y="483"/>
                  <a:pt x="354" y="482"/>
                </a:cubicBezTo>
                <a:cubicBezTo>
                  <a:pt x="343" y="475"/>
                  <a:pt x="332" y="468"/>
                  <a:pt x="322" y="460"/>
                </a:cubicBezTo>
                <a:moveTo>
                  <a:pt x="0" y="313"/>
                </a:moveTo>
                <a:cubicBezTo>
                  <a:pt x="41" y="363"/>
                  <a:pt x="102" y="394"/>
                  <a:pt x="172" y="394"/>
                </a:cubicBezTo>
                <a:cubicBezTo>
                  <a:pt x="204" y="394"/>
                  <a:pt x="234" y="388"/>
                  <a:pt x="262" y="376"/>
                </a:cubicBezTo>
                <a:cubicBezTo>
                  <a:pt x="257" y="362"/>
                  <a:pt x="253" y="348"/>
                  <a:pt x="251" y="333"/>
                </a:cubicBezTo>
                <a:cubicBezTo>
                  <a:pt x="218" y="352"/>
                  <a:pt x="180" y="362"/>
                  <a:pt x="140" y="362"/>
                </a:cubicBezTo>
                <a:cubicBezTo>
                  <a:pt x="140" y="362"/>
                  <a:pt x="140" y="362"/>
                  <a:pt x="140" y="362"/>
                </a:cubicBezTo>
                <a:cubicBezTo>
                  <a:pt x="140" y="362"/>
                  <a:pt x="140" y="362"/>
                  <a:pt x="140" y="362"/>
                </a:cubicBezTo>
                <a:cubicBezTo>
                  <a:pt x="140" y="362"/>
                  <a:pt x="140" y="362"/>
                  <a:pt x="140" y="362"/>
                </a:cubicBezTo>
                <a:cubicBezTo>
                  <a:pt x="140" y="362"/>
                  <a:pt x="139" y="362"/>
                  <a:pt x="139" y="362"/>
                </a:cubicBezTo>
                <a:cubicBezTo>
                  <a:pt x="139" y="362"/>
                  <a:pt x="139" y="362"/>
                  <a:pt x="139" y="362"/>
                </a:cubicBezTo>
                <a:cubicBezTo>
                  <a:pt x="139" y="362"/>
                  <a:pt x="139" y="362"/>
                  <a:pt x="139" y="362"/>
                </a:cubicBezTo>
                <a:cubicBezTo>
                  <a:pt x="139" y="362"/>
                  <a:pt x="139" y="362"/>
                  <a:pt x="139" y="362"/>
                </a:cubicBezTo>
                <a:cubicBezTo>
                  <a:pt x="139" y="362"/>
                  <a:pt x="139" y="362"/>
                  <a:pt x="139" y="362"/>
                </a:cubicBezTo>
                <a:cubicBezTo>
                  <a:pt x="139" y="362"/>
                  <a:pt x="139" y="362"/>
                  <a:pt x="139" y="362"/>
                </a:cubicBezTo>
                <a:cubicBezTo>
                  <a:pt x="139" y="362"/>
                  <a:pt x="138" y="362"/>
                  <a:pt x="138" y="362"/>
                </a:cubicBezTo>
                <a:cubicBezTo>
                  <a:pt x="138" y="362"/>
                  <a:pt x="138" y="362"/>
                  <a:pt x="138" y="362"/>
                </a:cubicBezTo>
                <a:cubicBezTo>
                  <a:pt x="138" y="362"/>
                  <a:pt x="138" y="362"/>
                  <a:pt x="138" y="362"/>
                </a:cubicBezTo>
                <a:cubicBezTo>
                  <a:pt x="138" y="362"/>
                  <a:pt x="138" y="362"/>
                  <a:pt x="138" y="362"/>
                </a:cubicBezTo>
                <a:cubicBezTo>
                  <a:pt x="138" y="362"/>
                  <a:pt x="138" y="362"/>
                  <a:pt x="138" y="362"/>
                </a:cubicBezTo>
                <a:cubicBezTo>
                  <a:pt x="138" y="362"/>
                  <a:pt x="138" y="362"/>
                  <a:pt x="138" y="362"/>
                </a:cubicBezTo>
                <a:cubicBezTo>
                  <a:pt x="138" y="362"/>
                  <a:pt x="138" y="362"/>
                  <a:pt x="137" y="362"/>
                </a:cubicBezTo>
                <a:cubicBezTo>
                  <a:pt x="137" y="362"/>
                  <a:pt x="137" y="362"/>
                  <a:pt x="137" y="362"/>
                </a:cubicBezTo>
                <a:cubicBezTo>
                  <a:pt x="137" y="362"/>
                  <a:pt x="137" y="362"/>
                  <a:pt x="137" y="362"/>
                </a:cubicBezTo>
                <a:cubicBezTo>
                  <a:pt x="137" y="362"/>
                  <a:pt x="137" y="362"/>
                  <a:pt x="137" y="362"/>
                </a:cubicBezTo>
                <a:cubicBezTo>
                  <a:pt x="137" y="362"/>
                  <a:pt x="137" y="362"/>
                  <a:pt x="137" y="362"/>
                </a:cubicBezTo>
                <a:cubicBezTo>
                  <a:pt x="137" y="362"/>
                  <a:pt x="137" y="362"/>
                  <a:pt x="137" y="362"/>
                </a:cubicBezTo>
                <a:cubicBezTo>
                  <a:pt x="137" y="362"/>
                  <a:pt x="136" y="362"/>
                  <a:pt x="136" y="362"/>
                </a:cubicBezTo>
                <a:cubicBezTo>
                  <a:pt x="136" y="362"/>
                  <a:pt x="136" y="362"/>
                  <a:pt x="136" y="362"/>
                </a:cubicBezTo>
                <a:cubicBezTo>
                  <a:pt x="136" y="362"/>
                  <a:pt x="136" y="362"/>
                  <a:pt x="136" y="362"/>
                </a:cubicBezTo>
                <a:cubicBezTo>
                  <a:pt x="136" y="362"/>
                  <a:pt x="136" y="362"/>
                  <a:pt x="136" y="362"/>
                </a:cubicBezTo>
                <a:cubicBezTo>
                  <a:pt x="84" y="362"/>
                  <a:pt x="37" y="343"/>
                  <a:pt x="0" y="313"/>
                </a:cubicBezTo>
                <a:moveTo>
                  <a:pt x="608" y="173"/>
                </a:moveTo>
                <a:cubicBezTo>
                  <a:pt x="637" y="208"/>
                  <a:pt x="654" y="252"/>
                  <a:pt x="655" y="300"/>
                </a:cubicBezTo>
                <a:cubicBezTo>
                  <a:pt x="655" y="300"/>
                  <a:pt x="655" y="300"/>
                  <a:pt x="655" y="300"/>
                </a:cubicBezTo>
                <a:cubicBezTo>
                  <a:pt x="655" y="300"/>
                  <a:pt x="655" y="300"/>
                  <a:pt x="655" y="300"/>
                </a:cubicBezTo>
                <a:cubicBezTo>
                  <a:pt x="655" y="300"/>
                  <a:pt x="655" y="300"/>
                  <a:pt x="655" y="300"/>
                </a:cubicBezTo>
                <a:cubicBezTo>
                  <a:pt x="655" y="300"/>
                  <a:pt x="655" y="301"/>
                  <a:pt x="655" y="301"/>
                </a:cubicBezTo>
                <a:cubicBezTo>
                  <a:pt x="655" y="301"/>
                  <a:pt x="655" y="301"/>
                  <a:pt x="655" y="301"/>
                </a:cubicBezTo>
                <a:cubicBezTo>
                  <a:pt x="655" y="301"/>
                  <a:pt x="655" y="301"/>
                  <a:pt x="655" y="301"/>
                </a:cubicBezTo>
                <a:cubicBezTo>
                  <a:pt x="655" y="301"/>
                  <a:pt x="655" y="301"/>
                  <a:pt x="655" y="301"/>
                </a:cubicBezTo>
                <a:cubicBezTo>
                  <a:pt x="655" y="301"/>
                  <a:pt x="655" y="301"/>
                  <a:pt x="655" y="301"/>
                </a:cubicBezTo>
                <a:cubicBezTo>
                  <a:pt x="655" y="301"/>
                  <a:pt x="655" y="301"/>
                  <a:pt x="655" y="301"/>
                </a:cubicBezTo>
                <a:cubicBezTo>
                  <a:pt x="655" y="302"/>
                  <a:pt x="655" y="302"/>
                  <a:pt x="655" y="302"/>
                </a:cubicBezTo>
                <a:cubicBezTo>
                  <a:pt x="655" y="302"/>
                  <a:pt x="655" y="302"/>
                  <a:pt x="655" y="302"/>
                </a:cubicBezTo>
                <a:cubicBezTo>
                  <a:pt x="655" y="302"/>
                  <a:pt x="655" y="302"/>
                  <a:pt x="655" y="302"/>
                </a:cubicBezTo>
                <a:cubicBezTo>
                  <a:pt x="655" y="302"/>
                  <a:pt x="655" y="302"/>
                  <a:pt x="655" y="302"/>
                </a:cubicBezTo>
                <a:cubicBezTo>
                  <a:pt x="655" y="302"/>
                  <a:pt x="655" y="302"/>
                  <a:pt x="655" y="302"/>
                </a:cubicBezTo>
                <a:cubicBezTo>
                  <a:pt x="655" y="302"/>
                  <a:pt x="655" y="302"/>
                  <a:pt x="655" y="302"/>
                </a:cubicBezTo>
                <a:cubicBezTo>
                  <a:pt x="655" y="302"/>
                  <a:pt x="655" y="303"/>
                  <a:pt x="655" y="303"/>
                </a:cubicBezTo>
                <a:cubicBezTo>
                  <a:pt x="655" y="303"/>
                  <a:pt x="655" y="303"/>
                  <a:pt x="655" y="303"/>
                </a:cubicBezTo>
                <a:cubicBezTo>
                  <a:pt x="655" y="303"/>
                  <a:pt x="655" y="303"/>
                  <a:pt x="655" y="303"/>
                </a:cubicBezTo>
                <a:cubicBezTo>
                  <a:pt x="655" y="303"/>
                  <a:pt x="655" y="303"/>
                  <a:pt x="655" y="303"/>
                </a:cubicBezTo>
                <a:cubicBezTo>
                  <a:pt x="655" y="303"/>
                  <a:pt x="655" y="303"/>
                  <a:pt x="655" y="303"/>
                </a:cubicBezTo>
                <a:cubicBezTo>
                  <a:pt x="655" y="303"/>
                  <a:pt x="655" y="303"/>
                  <a:pt x="655" y="303"/>
                </a:cubicBezTo>
                <a:cubicBezTo>
                  <a:pt x="655" y="303"/>
                  <a:pt x="655" y="303"/>
                  <a:pt x="655" y="303"/>
                </a:cubicBezTo>
                <a:cubicBezTo>
                  <a:pt x="655" y="380"/>
                  <a:pt x="612" y="447"/>
                  <a:pt x="549" y="482"/>
                </a:cubicBezTo>
                <a:cubicBezTo>
                  <a:pt x="560" y="489"/>
                  <a:pt x="570" y="497"/>
                  <a:pt x="579" y="507"/>
                </a:cubicBezTo>
                <a:cubicBezTo>
                  <a:pt x="640" y="472"/>
                  <a:pt x="682" y="406"/>
                  <a:pt x="682" y="330"/>
                </a:cubicBezTo>
                <a:cubicBezTo>
                  <a:pt x="682" y="267"/>
                  <a:pt x="653" y="211"/>
                  <a:pt x="608" y="173"/>
                </a:cubicBezTo>
                <a:moveTo>
                  <a:pt x="312" y="0"/>
                </a:moveTo>
                <a:cubicBezTo>
                  <a:pt x="339" y="34"/>
                  <a:pt x="357" y="76"/>
                  <a:pt x="361" y="121"/>
                </a:cubicBezTo>
                <a:cubicBezTo>
                  <a:pt x="369" y="117"/>
                  <a:pt x="377" y="114"/>
                  <a:pt x="385" y="111"/>
                </a:cubicBezTo>
                <a:cubicBezTo>
                  <a:pt x="373" y="67"/>
                  <a:pt x="347" y="29"/>
                  <a:pt x="312"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 name="Oval 6"/>
          <p:cNvSpPr>
            <a:spLocks noChangeArrowheads="1"/>
          </p:cNvSpPr>
          <p:nvPr/>
        </p:nvSpPr>
        <p:spPr bwMode="auto">
          <a:xfrm>
            <a:off x="9823450" y="4729163"/>
            <a:ext cx="1725613" cy="172402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 name="Oval 7"/>
          <p:cNvSpPr>
            <a:spLocks noChangeArrowheads="1"/>
          </p:cNvSpPr>
          <p:nvPr/>
        </p:nvSpPr>
        <p:spPr bwMode="auto">
          <a:xfrm>
            <a:off x="10191750" y="5097463"/>
            <a:ext cx="982663" cy="982663"/>
          </a:xfrm>
          <a:prstGeom prst="ellipse">
            <a:avLst/>
          </a:prstGeom>
          <a:solidFill>
            <a:srgbClr val="E5E8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 name="Oval 8"/>
          <p:cNvSpPr>
            <a:spLocks noChangeArrowheads="1"/>
          </p:cNvSpPr>
          <p:nvPr/>
        </p:nvSpPr>
        <p:spPr bwMode="auto">
          <a:xfrm>
            <a:off x="7478713" y="4768850"/>
            <a:ext cx="1473200" cy="14668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 name="Oval 9"/>
          <p:cNvSpPr>
            <a:spLocks noChangeArrowheads="1"/>
          </p:cNvSpPr>
          <p:nvPr/>
        </p:nvSpPr>
        <p:spPr bwMode="auto">
          <a:xfrm>
            <a:off x="8304213" y="3763963"/>
            <a:ext cx="1954213" cy="194786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 name="Oval 10"/>
          <p:cNvSpPr>
            <a:spLocks noChangeArrowheads="1"/>
          </p:cNvSpPr>
          <p:nvPr/>
        </p:nvSpPr>
        <p:spPr bwMode="auto">
          <a:xfrm>
            <a:off x="8729663" y="4183063"/>
            <a:ext cx="1104900" cy="1109663"/>
          </a:xfrm>
          <a:prstGeom prst="ellipse">
            <a:avLst/>
          </a:prstGeom>
          <a:solidFill>
            <a:srgbClr val="E5E8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 name="Oval 11"/>
          <p:cNvSpPr>
            <a:spLocks noChangeArrowheads="1"/>
          </p:cNvSpPr>
          <p:nvPr/>
        </p:nvSpPr>
        <p:spPr bwMode="auto">
          <a:xfrm>
            <a:off x="8148638" y="1800225"/>
            <a:ext cx="2266950" cy="226536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 name="Oval 12"/>
          <p:cNvSpPr>
            <a:spLocks noChangeArrowheads="1"/>
          </p:cNvSpPr>
          <p:nvPr/>
        </p:nvSpPr>
        <p:spPr bwMode="auto">
          <a:xfrm>
            <a:off x="6299200" y="788988"/>
            <a:ext cx="2479675" cy="247332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 name="Oval 13"/>
          <p:cNvSpPr>
            <a:spLocks noChangeArrowheads="1"/>
          </p:cNvSpPr>
          <p:nvPr/>
        </p:nvSpPr>
        <p:spPr bwMode="auto">
          <a:xfrm>
            <a:off x="6835775" y="1325563"/>
            <a:ext cx="1408113" cy="1400175"/>
          </a:xfrm>
          <a:prstGeom prst="ellipse">
            <a:avLst/>
          </a:prstGeom>
          <a:solidFill>
            <a:srgbClr val="E5E8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 name="Freeform 14"/>
          <p:cNvSpPr>
            <a:spLocks noEditPoints="1"/>
          </p:cNvSpPr>
          <p:nvPr/>
        </p:nvSpPr>
        <p:spPr bwMode="auto">
          <a:xfrm>
            <a:off x="9823450" y="5588000"/>
            <a:ext cx="0" cy="6350"/>
          </a:xfrm>
          <a:custGeom>
            <a:avLst/>
            <a:gdLst>
              <a:gd name="T0" fmla="*/ 1 h 1"/>
              <a:gd name="T1" fmla="*/ 1 h 1"/>
              <a:gd name="T2" fmla="*/ 1 h 1"/>
              <a:gd name="T3" fmla="*/ 1 h 1"/>
              <a:gd name="T4" fmla="*/ 1 h 1"/>
              <a:gd name="T5" fmla="*/ 1 h 1"/>
              <a:gd name="T6" fmla="*/ 1 h 1"/>
              <a:gd name="T7" fmla="*/ 1 h 1"/>
              <a:gd name="T8" fmla="*/ 1 h 1"/>
              <a:gd name="T9" fmla="*/ 0 h 1"/>
              <a:gd name="T10" fmla="*/ 0 h 1"/>
              <a:gd name="T11" fmla="*/ 0 h 1"/>
              <a:gd name="T12" fmla="*/ 0 h 1"/>
              <a:gd name="T13" fmla="*/ 0 h 1"/>
              <a:gd name="T14" fmla="*/ 0 h 1"/>
              <a:gd name="T15" fmla="*/ 0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Lst>
            <a:rect l="0" t="0" r="r" b="b"/>
            <a:pathLst>
              <a:path h="1">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cubicBezTo>
                  <a:pt x="0" y="0"/>
                  <a:pt x="0" y="0"/>
                  <a:pt x="0" y="0"/>
                </a:cubicBezTo>
              </a:path>
            </a:pathLst>
          </a:custGeom>
          <a:solidFill>
            <a:srgbClr val="97A7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 name="Freeform 15"/>
          <p:cNvSpPr>
            <a:spLocks/>
          </p:cNvSpPr>
          <p:nvPr/>
        </p:nvSpPr>
        <p:spPr bwMode="auto">
          <a:xfrm>
            <a:off x="9823450" y="4802188"/>
            <a:ext cx="514350" cy="869950"/>
          </a:xfrm>
          <a:custGeom>
            <a:avLst/>
            <a:gdLst>
              <a:gd name="T0" fmla="*/ 92 w 92"/>
              <a:gd name="T1" fmla="*/ 0 h 156"/>
              <a:gd name="T2" fmla="*/ 77 w 92"/>
              <a:gd name="T3" fmla="*/ 7 h 156"/>
              <a:gd name="T4" fmla="*/ 0 w 92"/>
              <a:gd name="T5" fmla="*/ 134 h 156"/>
              <a:gd name="T6" fmla="*/ 0 w 92"/>
              <a:gd name="T7" fmla="*/ 141 h 156"/>
              <a:gd name="T8" fmla="*/ 0 w 92"/>
              <a:gd name="T9" fmla="*/ 141 h 156"/>
              <a:gd name="T10" fmla="*/ 0 w 92"/>
              <a:gd name="T11" fmla="*/ 141 h 156"/>
              <a:gd name="T12" fmla="*/ 0 w 92"/>
              <a:gd name="T13" fmla="*/ 141 h 156"/>
              <a:gd name="T14" fmla="*/ 0 w 92"/>
              <a:gd name="T15" fmla="*/ 142 h 156"/>
              <a:gd name="T16" fmla="*/ 0 w 92"/>
              <a:gd name="T17" fmla="*/ 142 h 156"/>
              <a:gd name="T18" fmla="*/ 0 w 92"/>
              <a:gd name="T19" fmla="*/ 142 h 156"/>
              <a:gd name="T20" fmla="*/ 0 w 92"/>
              <a:gd name="T21" fmla="*/ 142 h 156"/>
              <a:gd name="T22" fmla="*/ 0 w 92"/>
              <a:gd name="T23" fmla="*/ 142 h 156"/>
              <a:gd name="T24" fmla="*/ 0 w 92"/>
              <a:gd name="T25" fmla="*/ 142 h 156"/>
              <a:gd name="T26" fmla="*/ 0 w 92"/>
              <a:gd name="T27" fmla="*/ 156 h 156"/>
              <a:gd name="T28" fmla="*/ 92 w 92"/>
              <a:gd name="T29" fmla="*/ 3 h 156"/>
              <a:gd name="T30" fmla="*/ 92 w 92"/>
              <a:gd name="T31"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2" h="156">
                <a:moveTo>
                  <a:pt x="92" y="0"/>
                </a:moveTo>
                <a:cubicBezTo>
                  <a:pt x="86" y="2"/>
                  <a:pt x="81" y="5"/>
                  <a:pt x="77" y="7"/>
                </a:cubicBezTo>
                <a:cubicBezTo>
                  <a:pt x="71" y="60"/>
                  <a:pt x="42" y="106"/>
                  <a:pt x="0" y="134"/>
                </a:cubicBezTo>
                <a:cubicBezTo>
                  <a:pt x="0" y="136"/>
                  <a:pt x="0" y="139"/>
                  <a:pt x="0" y="141"/>
                </a:cubicBezTo>
                <a:cubicBezTo>
                  <a:pt x="0" y="141"/>
                  <a:pt x="0" y="141"/>
                  <a:pt x="0" y="141"/>
                </a:cubicBezTo>
                <a:cubicBezTo>
                  <a:pt x="0" y="141"/>
                  <a:pt x="0" y="141"/>
                  <a:pt x="0" y="141"/>
                </a:cubicBezTo>
                <a:cubicBezTo>
                  <a:pt x="0" y="141"/>
                  <a:pt x="0" y="141"/>
                  <a:pt x="0" y="141"/>
                </a:cubicBezTo>
                <a:cubicBezTo>
                  <a:pt x="0" y="141"/>
                  <a:pt x="0" y="142"/>
                  <a:pt x="0" y="142"/>
                </a:cubicBezTo>
                <a:cubicBezTo>
                  <a:pt x="0" y="142"/>
                  <a:pt x="0" y="142"/>
                  <a:pt x="0" y="142"/>
                </a:cubicBezTo>
                <a:cubicBezTo>
                  <a:pt x="0" y="142"/>
                  <a:pt x="0" y="142"/>
                  <a:pt x="0" y="142"/>
                </a:cubicBezTo>
                <a:cubicBezTo>
                  <a:pt x="0" y="142"/>
                  <a:pt x="0" y="142"/>
                  <a:pt x="0" y="142"/>
                </a:cubicBezTo>
                <a:cubicBezTo>
                  <a:pt x="0" y="142"/>
                  <a:pt x="0" y="142"/>
                  <a:pt x="0" y="142"/>
                </a:cubicBezTo>
                <a:cubicBezTo>
                  <a:pt x="0" y="142"/>
                  <a:pt x="0" y="142"/>
                  <a:pt x="0" y="142"/>
                </a:cubicBezTo>
                <a:cubicBezTo>
                  <a:pt x="0" y="147"/>
                  <a:pt x="0" y="151"/>
                  <a:pt x="0" y="156"/>
                </a:cubicBezTo>
                <a:cubicBezTo>
                  <a:pt x="55" y="127"/>
                  <a:pt x="92" y="69"/>
                  <a:pt x="92" y="3"/>
                </a:cubicBezTo>
                <a:cubicBezTo>
                  <a:pt x="92" y="2"/>
                  <a:pt x="92" y="1"/>
                  <a:pt x="92"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 name="Freeform 16"/>
          <p:cNvSpPr>
            <a:spLocks/>
          </p:cNvSpPr>
          <p:nvPr/>
        </p:nvSpPr>
        <p:spPr bwMode="auto">
          <a:xfrm>
            <a:off x="9823450" y="4840288"/>
            <a:ext cx="430213" cy="709613"/>
          </a:xfrm>
          <a:custGeom>
            <a:avLst/>
            <a:gdLst>
              <a:gd name="T0" fmla="*/ 77 w 77"/>
              <a:gd name="T1" fmla="*/ 0 h 127"/>
              <a:gd name="T2" fmla="*/ 77 w 77"/>
              <a:gd name="T3" fmla="*/ 0 h 127"/>
              <a:gd name="T4" fmla="*/ 0 w 77"/>
              <a:gd name="T5" fmla="*/ 127 h 127"/>
              <a:gd name="T6" fmla="*/ 0 w 77"/>
              <a:gd name="T7" fmla="*/ 127 h 127"/>
              <a:gd name="T8" fmla="*/ 77 w 77"/>
              <a:gd name="T9" fmla="*/ 0 h 127"/>
            </a:gdLst>
            <a:ahLst/>
            <a:cxnLst>
              <a:cxn ang="0">
                <a:pos x="T0" y="T1"/>
              </a:cxn>
              <a:cxn ang="0">
                <a:pos x="T2" y="T3"/>
              </a:cxn>
              <a:cxn ang="0">
                <a:pos x="T4" y="T5"/>
              </a:cxn>
              <a:cxn ang="0">
                <a:pos x="T6" y="T7"/>
              </a:cxn>
              <a:cxn ang="0">
                <a:pos x="T8" y="T9"/>
              </a:cxn>
            </a:cxnLst>
            <a:rect l="0" t="0" r="r" b="b"/>
            <a:pathLst>
              <a:path w="77" h="127">
                <a:moveTo>
                  <a:pt x="77" y="0"/>
                </a:moveTo>
                <a:cubicBezTo>
                  <a:pt x="77" y="0"/>
                  <a:pt x="77" y="0"/>
                  <a:pt x="77" y="0"/>
                </a:cubicBezTo>
                <a:cubicBezTo>
                  <a:pt x="71" y="53"/>
                  <a:pt x="42" y="99"/>
                  <a:pt x="0" y="127"/>
                </a:cubicBezTo>
                <a:cubicBezTo>
                  <a:pt x="0" y="127"/>
                  <a:pt x="0" y="127"/>
                  <a:pt x="0" y="127"/>
                </a:cubicBezTo>
                <a:cubicBezTo>
                  <a:pt x="42" y="99"/>
                  <a:pt x="71" y="53"/>
                  <a:pt x="77"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 name="Freeform 17"/>
          <p:cNvSpPr>
            <a:spLocks/>
          </p:cNvSpPr>
          <p:nvPr/>
        </p:nvSpPr>
        <p:spPr bwMode="auto">
          <a:xfrm>
            <a:off x="8304213" y="4784725"/>
            <a:ext cx="631825" cy="942975"/>
          </a:xfrm>
          <a:custGeom>
            <a:avLst/>
            <a:gdLst>
              <a:gd name="T0" fmla="*/ 0 w 113"/>
              <a:gd name="T1" fmla="*/ 0 h 169"/>
              <a:gd name="T2" fmla="*/ 0 w 113"/>
              <a:gd name="T3" fmla="*/ 8 h 169"/>
              <a:gd name="T4" fmla="*/ 109 w 113"/>
              <a:gd name="T5" fmla="*/ 169 h 169"/>
              <a:gd name="T6" fmla="*/ 113 w 113"/>
              <a:gd name="T7" fmla="*/ 155 h 169"/>
              <a:gd name="T8" fmla="*/ 0 w 113"/>
              <a:gd name="T9" fmla="*/ 0 h 169"/>
            </a:gdLst>
            <a:ahLst/>
            <a:cxnLst>
              <a:cxn ang="0">
                <a:pos x="T0" y="T1"/>
              </a:cxn>
              <a:cxn ang="0">
                <a:pos x="T2" y="T3"/>
              </a:cxn>
              <a:cxn ang="0">
                <a:pos x="T4" y="T5"/>
              </a:cxn>
              <a:cxn ang="0">
                <a:pos x="T6" y="T7"/>
              </a:cxn>
              <a:cxn ang="0">
                <a:pos x="T8" y="T9"/>
              </a:cxn>
            </a:cxnLst>
            <a:rect l="0" t="0" r="r" b="b"/>
            <a:pathLst>
              <a:path w="113" h="169">
                <a:moveTo>
                  <a:pt x="0" y="0"/>
                </a:moveTo>
                <a:cubicBezTo>
                  <a:pt x="0" y="2"/>
                  <a:pt x="0" y="5"/>
                  <a:pt x="0" y="8"/>
                </a:cubicBezTo>
                <a:cubicBezTo>
                  <a:pt x="0" y="81"/>
                  <a:pt x="45" y="144"/>
                  <a:pt x="109" y="169"/>
                </a:cubicBezTo>
                <a:cubicBezTo>
                  <a:pt x="111" y="165"/>
                  <a:pt x="112" y="160"/>
                  <a:pt x="113" y="155"/>
                </a:cubicBezTo>
                <a:cubicBezTo>
                  <a:pt x="50" y="131"/>
                  <a:pt x="4" y="71"/>
                  <a:pt x="0"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 name="Freeform 18"/>
          <p:cNvSpPr>
            <a:spLocks/>
          </p:cNvSpPr>
          <p:nvPr/>
        </p:nvSpPr>
        <p:spPr bwMode="auto">
          <a:xfrm>
            <a:off x="8304213" y="4784725"/>
            <a:ext cx="631825" cy="865188"/>
          </a:xfrm>
          <a:custGeom>
            <a:avLst/>
            <a:gdLst>
              <a:gd name="T0" fmla="*/ 0 w 113"/>
              <a:gd name="T1" fmla="*/ 0 h 155"/>
              <a:gd name="T2" fmla="*/ 0 w 113"/>
              <a:gd name="T3" fmla="*/ 0 h 155"/>
              <a:gd name="T4" fmla="*/ 113 w 113"/>
              <a:gd name="T5" fmla="*/ 155 h 155"/>
              <a:gd name="T6" fmla="*/ 113 w 113"/>
              <a:gd name="T7" fmla="*/ 155 h 155"/>
              <a:gd name="T8" fmla="*/ 0 w 113"/>
              <a:gd name="T9" fmla="*/ 0 h 155"/>
            </a:gdLst>
            <a:ahLst/>
            <a:cxnLst>
              <a:cxn ang="0">
                <a:pos x="T0" y="T1"/>
              </a:cxn>
              <a:cxn ang="0">
                <a:pos x="T2" y="T3"/>
              </a:cxn>
              <a:cxn ang="0">
                <a:pos x="T4" y="T5"/>
              </a:cxn>
              <a:cxn ang="0">
                <a:pos x="T6" y="T7"/>
              </a:cxn>
              <a:cxn ang="0">
                <a:pos x="T8" y="T9"/>
              </a:cxn>
            </a:cxnLst>
            <a:rect l="0" t="0" r="r" b="b"/>
            <a:pathLst>
              <a:path w="113" h="155">
                <a:moveTo>
                  <a:pt x="0" y="0"/>
                </a:moveTo>
                <a:cubicBezTo>
                  <a:pt x="0" y="0"/>
                  <a:pt x="0" y="0"/>
                  <a:pt x="0" y="0"/>
                </a:cubicBezTo>
                <a:cubicBezTo>
                  <a:pt x="4" y="71"/>
                  <a:pt x="50" y="131"/>
                  <a:pt x="113" y="155"/>
                </a:cubicBezTo>
                <a:cubicBezTo>
                  <a:pt x="113" y="155"/>
                  <a:pt x="113" y="155"/>
                  <a:pt x="113" y="155"/>
                </a:cubicBezTo>
                <a:cubicBezTo>
                  <a:pt x="50" y="131"/>
                  <a:pt x="4" y="71"/>
                  <a:pt x="0"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 name="Freeform 19"/>
          <p:cNvSpPr>
            <a:spLocks/>
          </p:cNvSpPr>
          <p:nvPr/>
        </p:nvSpPr>
        <p:spPr bwMode="auto">
          <a:xfrm>
            <a:off x="8712200" y="3930650"/>
            <a:ext cx="1206500" cy="212725"/>
          </a:xfrm>
          <a:custGeom>
            <a:avLst/>
            <a:gdLst>
              <a:gd name="T0" fmla="*/ 4 w 216"/>
              <a:gd name="T1" fmla="*/ 0 h 38"/>
              <a:gd name="T2" fmla="*/ 0 w 216"/>
              <a:gd name="T3" fmla="*/ 2 h 38"/>
              <a:gd name="T4" fmla="*/ 116 w 216"/>
              <a:gd name="T5" fmla="*/ 38 h 38"/>
              <a:gd name="T6" fmla="*/ 216 w 216"/>
              <a:gd name="T7" fmla="*/ 12 h 38"/>
              <a:gd name="T8" fmla="*/ 199 w 216"/>
              <a:gd name="T9" fmla="*/ 0 h 38"/>
              <a:gd name="T10" fmla="*/ 105 w 216"/>
              <a:gd name="T11" fmla="*/ 24 h 38"/>
              <a:gd name="T12" fmla="*/ 105 w 216"/>
              <a:gd name="T13" fmla="*/ 24 h 38"/>
              <a:gd name="T14" fmla="*/ 104 w 216"/>
              <a:gd name="T15" fmla="*/ 24 h 38"/>
              <a:gd name="T16" fmla="*/ 104 w 216"/>
              <a:gd name="T17" fmla="*/ 24 h 38"/>
              <a:gd name="T18" fmla="*/ 104 w 216"/>
              <a:gd name="T19" fmla="*/ 24 h 38"/>
              <a:gd name="T20" fmla="*/ 104 w 216"/>
              <a:gd name="T21" fmla="*/ 24 h 38"/>
              <a:gd name="T22" fmla="*/ 104 w 216"/>
              <a:gd name="T23" fmla="*/ 24 h 38"/>
              <a:gd name="T24" fmla="*/ 104 w 216"/>
              <a:gd name="T25" fmla="*/ 24 h 38"/>
              <a:gd name="T26" fmla="*/ 104 w 216"/>
              <a:gd name="T27" fmla="*/ 24 h 38"/>
              <a:gd name="T28" fmla="*/ 104 w 216"/>
              <a:gd name="T29" fmla="*/ 24 h 38"/>
              <a:gd name="T30" fmla="*/ 103 w 216"/>
              <a:gd name="T31" fmla="*/ 24 h 38"/>
              <a:gd name="T32" fmla="*/ 103 w 216"/>
              <a:gd name="T33" fmla="*/ 24 h 38"/>
              <a:gd name="T34" fmla="*/ 103 w 216"/>
              <a:gd name="T35" fmla="*/ 24 h 38"/>
              <a:gd name="T36" fmla="*/ 103 w 216"/>
              <a:gd name="T37" fmla="*/ 24 h 38"/>
              <a:gd name="T38" fmla="*/ 103 w 216"/>
              <a:gd name="T39" fmla="*/ 24 h 38"/>
              <a:gd name="T40" fmla="*/ 103 w 216"/>
              <a:gd name="T41" fmla="*/ 24 h 38"/>
              <a:gd name="T42" fmla="*/ 103 w 216"/>
              <a:gd name="T43" fmla="*/ 24 h 38"/>
              <a:gd name="T44" fmla="*/ 103 w 216"/>
              <a:gd name="T45" fmla="*/ 24 h 38"/>
              <a:gd name="T46" fmla="*/ 103 w 216"/>
              <a:gd name="T47" fmla="*/ 24 h 38"/>
              <a:gd name="T48" fmla="*/ 103 w 216"/>
              <a:gd name="T49" fmla="*/ 24 h 38"/>
              <a:gd name="T50" fmla="*/ 102 w 216"/>
              <a:gd name="T51" fmla="*/ 24 h 38"/>
              <a:gd name="T52" fmla="*/ 102 w 216"/>
              <a:gd name="T53" fmla="*/ 24 h 38"/>
              <a:gd name="T54" fmla="*/ 102 w 216"/>
              <a:gd name="T55" fmla="*/ 24 h 38"/>
              <a:gd name="T56" fmla="*/ 102 w 216"/>
              <a:gd name="T57" fmla="*/ 24 h 38"/>
              <a:gd name="T58" fmla="*/ 102 w 216"/>
              <a:gd name="T59" fmla="*/ 24 h 38"/>
              <a:gd name="T60" fmla="*/ 102 w 216"/>
              <a:gd name="T61" fmla="*/ 24 h 38"/>
              <a:gd name="T62" fmla="*/ 102 w 216"/>
              <a:gd name="T63" fmla="*/ 24 h 38"/>
              <a:gd name="T64" fmla="*/ 102 w 216"/>
              <a:gd name="T65" fmla="*/ 24 h 38"/>
              <a:gd name="T66" fmla="*/ 101 w 216"/>
              <a:gd name="T67" fmla="*/ 24 h 38"/>
              <a:gd name="T68" fmla="*/ 101 w 216"/>
              <a:gd name="T69" fmla="*/ 24 h 38"/>
              <a:gd name="T70" fmla="*/ 101 w 216"/>
              <a:gd name="T71" fmla="*/ 24 h 38"/>
              <a:gd name="T72" fmla="*/ 101 w 216"/>
              <a:gd name="T73" fmla="*/ 24 h 38"/>
              <a:gd name="T74" fmla="*/ 101 w 216"/>
              <a:gd name="T75" fmla="*/ 24 h 38"/>
              <a:gd name="T76" fmla="*/ 101 w 216"/>
              <a:gd name="T77" fmla="*/ 24 h 38"/>
              <a:gd name="T78" fmla="*/ 101 w 216"/>
              <a:gd name="T79" fmla="*/ 24 h 38"/>
              <a:gd name="T80" fmla="*/ 101 w 216"/>
              <a:gd name="T81" fmla="*/ 24 h 38"/>
              <a:gd name="T82" fmla="*/ 101 w 216"/>
              <a:gd name="T83" fmla="*/ 24 h 38"/>
              <a:gd name="T84" fmla="*/ 100 w 216"/>
              <a:gd name="T85" fmla="*/ 24 h 38"/>
              <a:gd name="T86" fmla="*/ 100 w 216"/>
              <a:gd name="T87" fmla="*/ 24 h 38"/>
              <a:gd name="T88" fmla="*/ 100 w 216"/>
              <a:gd name="T89" fmla="*/ 24 h 38"/>
              <a:gd name="T90" fmla="*/ 100 w 216"/>
              <a:gd name="T91" fmla="*/ 24 h 38"/>
              <a:gd name="T92" fmla="*/ 100 w 216"/>
              <a:gd name="T93" fmla="*/ 24 h 38"/>
              <a:gd name="T94" fmla="*/ 100 w 216"/>
              <a:gd name="T95" fmla="*/ 24 h 38"/>
              <a:gd name="T96" fmla="*/ 4 w 216"/>
              <a:gd name="T9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16" h="38">
                <a:moveTo>
                  <a:pt x="4" y="0"/>
                </a:moveTo>
                <a:cubicBezTo>
                  <a:pt x="3" y="1"/>
                  <a:pt x="2" y="1"/>
                  <a:pt x="0" y="2"/>
                </a:cubicBezTo>
                <a:cubicBezTo>
                  <a:pt x="33" y="25"/>
                  <a:pt x="73" y="38"/>
                  <a:pt x="116" y="38"/>
                </a:cubicBezTo>
                <a:cubicBezTo>
                  <a:pt x="152" y="38"/>
                  <a:pt x="186" y="29"/>
                  <a:pt x="216" y="12"/>
                </a:cubicBezTo>
                <a:cubicBezTo>
                  <a:pt x="211" y="8"/>
                  <a:pt x="205" y="3"/>
                  <a:pt x="199" y="0"/>
                </a:cubicBezTo>
                <a:cubicBezTo>
                  <a:pt x="171" y="15"/>
                  <a:pt x="139" y="24"/>
                  <a:pt x="105" y="24"/>
                </a:cubicBezTo>
                <a:cubicBezTo>
                  <a:pt x="105" y="24"/>
                  <a:pt x="105" y="24"/>
                  <a:pt x="105" y="24"/>
                </a:cubicBezTo>
                <a:cubicBezTo>
                  <a:pt x="105" y="24"/>
                  <a:pt x="104" y="24"/>
                  <a:pt x="104" y="24"/>
                </a:cubicBezTo>
                <a:cubicBezTo>
                  <a:pt x="104" y="24"/>
                  <a:pt x="104" y="24"/>
                  <a:pt x="104" y="24"/>
                </a:cubicBezTo>
                <a:cubicBezTo>
                  <a:pt x="104" y="24"/>
                  <a:pt x="104" y="24"/>
                  <a:pt x="104" y="24"/>
                </a:cubicBezTo>
                <a:cubicBezTo>
                  <a:pt x="104" y="24"/>
                  <a:pt x="104" y="24"/>
                  <a:pt x="104" y="24"/>
                </a:cubicBezTo>
                <a:cubicBezTo>
                  <a:pt x="104" y="24"/>
                  <a:pt x="104" y="24"/>
                  <a:pt x="104" y="24"/>
                </a:cubicBezTo>
                <a:cubicBezTo>
                  <a:pt x="104" y="24"/>
                  <a:pt x="104" y="24"/>
                  <a:pt x="104" y="24"/>
                </a:cubicBezTo>
                <a:cubicBezTo>
                  <a:pt x="104" y="24"/>
                  <a:pt x="104" y="24"/>
                  <a:pt x="104" y="24"/>
                </a:cubicBezTo>
                <a:cubicBezTo>
                  <a:pt x="104" y="24"/>
                  <a:pt x="104" y="24"/>
                  <a:pt x="104" y="24"/>
                </a:cubicBezTo>
                <a:cubicBezTo>
                  <a:pt x="104" y="24"/>
                  <a:pt x="103" y="24"/>
                  <a:pt x="103" y="24"/>
                </a:cubicBezTo>
                <a:cubicBezTo>
                  <a:pt x="103" y="24"/>
                  <a:pt x="103" y="24"/>
                  <a:pt x="103" y="24"/>
                </a:cubicBezTo>
                <a:cubicBezTo>
                  <a:pt x="103" y="24"/>
                  <a:pt x="103" y="24"/>
                  <a:pt x="103" y="24"/>
                </a:cubicBezTo>
                <a:cubicBezTo>
                  <a:pt x="103" y="24"/>
                  <a:pt x="103" y="24"/>
                  <a:pt x="103" y="24"/>
                </a:cubicBezTo>
                <a:cubicBezTo>
                  <a:pt x="103" y="24"/>
                  <a:pt x="103" y="24"/>
                  <a:pt x="103" y="24"/>
                </a:cubicBezTo>
                <a:cubicBezTo>
                  <a:pt x="103" y="24"/>
                  <a:pt x="103" y="24"/>
                  <a:pt x="103" y="24"/>
                </a:cubicBezTo>
                <a:cubicBezTo>
                  <a:pt x="103" y="24"/>
                  <a:pt x="103" y="24"/>
                  <a:pt x="103" y="24"/>
                </a:cubicBezTo>
                <a:cubicBezTo>
                  <a:pt x="103" y="24"/>
                  <a:pt x="103" y="24"/>
                  <a:pt x="103" y="24"/>
                </a:cubicBezTo>
                <a:cubicBezTo>
                  <a:pt x="103" y="24"/>
                  <a:pt x="103" y="24"/>
                  <a:pt x="103" y="24"/>
                </a:cubicBezTo>
                <a:cubicBezTo>
                  <a:pt x="103" y="24"/>
                  <a:pt x="103" y="24"/>
                  <a:pt x="103" y="24"/>
                </a:cubicBezTo>
                <a:cubicBezTo>
                  <a:pt x="102" y="24"/>
                  <a:pt x="102" y="24"/>
                  <a:pt x="102" y="24"/>
                </a:cubicBezTo>
                <a:cubicBezTo>
                  <a:pt x="102" y="24"/>
                  <a:pt x="102" y="24"/>
                  <a:pt x="102" y="24"/>
                </a:cubicBezTo>
                <a:cubicBezTo>
                  <a:pt x="102" y="24"/>
                  <a:pt x="102" y="24"/>
                  <a:pt x="102" y="24"/>
                </a:cubicBezTo>
                <a:cubicBezTo>
                  <a:pt x="102" y="24"/>
                  <a:pt x="102" y="24"/>
                  <a:pt x="102" y="24"/>
                </a:cubicBezTo>
                <a:cubicBezTo>
                  <a:pt x="102" y="24"/>
                  <a:pt x="102" y="24"/>
                  <a:pt x="102" y="24"/>
                </a:cubicBezTo>
                <a:cubicBezTo>
                  <a:pt x="102" y="24"/>
                  <a:pt x="102" y="24"/>
                  <a:pt x="102" y="24"/>
                </a:cubicBezTo>
                <a:cubicBezTo>
                  <a:pt x="102" y="24"/>
                  <a:pt x="102" y="24"/>
                  <a:pt x="102" y="24"/>
                </a:cubicBezTo>
                <a:cubicBezTo>
                  <a:pt x="102" y="24"/>
                  <a:pt x="102" y="24"/>
                  <a:pt x="102" y="24"/>
                </a:cubicBezTo>
                <a:cubicBezTo>
                  <a:pt x="102" y="24"/>
                  <a:pt x="102" y="24"/>
                  <a:pt x="101" y="24"/>
                </a:cubicBezTo>
                <a:cubicBezTo>
                  <a:pt x="101" y="24"/>
                  <a:pt x="101" y="24"/>
                  <a:pt x="101" y="24"/>
                </a:cubicBezTo>
                <a:cubicBezTo>
                  <a:pt x="101" y="24"/>
                  <a:pt x="101" y="24"/>
                  <a:pt x="101" y="24"/>
                </a:cubicBezTo>
                <a:cubicBezTo>
                  <a:pt x="101" y="24"/>
                  <a:pt x="101" y="24"/>
                  <a:pt x="101" y="24"/>
                </a:cubicBezTo>
                <a:cubicBezTo>
                  <a:pt x="101" y="24"/>
                  <a:pt x="101" y="24"/>
                  <a:pt x="101" y="24"/>
                </a:cubicBezTo>
                <a:cubicBezTo>
                  <a:pt x="101" y="24"/>
                  <a:pt x="101" y="24"/>
                  <a:pt x="101" y="24"/>
                </a:cubicBezTo>
                <a:cubicBezTo>
                  <a:pt x="101" y="24"/>
                  <a:pt x="101" y="24"/>
                  <a:pt x="101" y="24"/>
                </a:cubicBezTo>
                <a:cubicBezTo>
                  <a:pt x="101" y="24"/>
                  <a:pt x="101" y="24"/>
                  <a:pt x="101" y="24"/>
                </a:cubicBezTo>
                <a:cubicBezTo>
                  <a:pt x="101" y="24"/>
                  <a:pt x="101" y="24"/>
                  <a:pt x="101" y="24"/>
                </a:cubicBezTo>
                <a:cubicBezTo>
                  <a:pt x="101" y="24"/>
                  <a:pt x="101" y="24"/>
                  <a:pt x="100" y="24"/>
                </a:cubicBezTo>
                <a:cubicBezTo>
                  <a:pt x="100" y="24"/>
                  <a:pt x="100" y="24"/>
                  <a:pt x="100" y="24"/>
                </a:cubicBezTo>
                <a:cubicBezTo>
                  <a:pt x="100" y="24"/>
                  <a:pt x="100" y="24"/>
                  <a:pt x="100" y="24"/>
                </a:cubicBezTo>
                <a:cubicBezTo>
                  <a:pt x="100" y="24"/>
                  <a:pt x="100" y="24"/>
                  <a:pt x="100" y="24"/>
                </a:cubicBezTo>
                <a:cubicBezTo>
                  <a:pt x="100" y="24"/>
                  <a:pt x="100" y="24"/>
                  <a:pt x="100" y="24"/>
                </a:cubicBezTo>
                <a:cubicBezTo>
                  <a:pt x="100" y="24"/>
                  <a:pt x="100" y="24"/>
                  <a:pt x="100" y="24"/>
                </a:cubicBezTo>
                <a:cubicBezTo>
                  <a:pt x="65" y="24"/>
                  <a:pt x="33" y="15"/>
                  <a:pt x="4"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 name="Freeform 20"/>
          <p:cNvSpPr>
            <a:spLocks noEditPoints="1"/>
          </p:cNvSpPr>
          <p:nvPr/>
        </p:nvSpPr>
        <p:spPr bwMode="auto">
          <a:xfrm>
            <a:off x="8734425" y="3930650"/>
            <a:ext cx="1089025" cy="134938"/>
          </a:xfrm>
          <a:custGeom>
            <a:avLst/>
            <a:gdLst>
              <a:gd name="T0" fmla="*/ 98 w 195"/>
              <a:gd name="T1" fmla="*/ 24 h 24"/>
              <a:gd name="T2" fmla="*/ 98 w 195"/>
              <a:gd name="T3" fmla="*/ 24 h 24"/>
              <a:gd name="T4" fmla="*/ 98 w 195"/>
              <a:gd name="T5" fmla="*/ 24 h 24"/>
              <a:gd name="T6" fmla="*/ 98 w 195"/>
              <a:gd name="T7" fmla="*/ 24 h 24"/>
              <a:gd name="T8" fmla="*/ 98 w 195"/>
              <a:gd name="T9" fmla="*/ 24 h 24"/>
              <a:gd name="T10" fmla="*/ 97 w 195"/>
              <a:gd name="T11" fmla="*/ 24 h 24"/>
              <a:gd name="T12" fmla="*/ 97 w 195"/>
              <a:gd name="T13" fmla="*/ 24 h 24"/>
              <a:gd name="T14" fmla="*/ 98 w 195"/>
              <a:gd name="T15" fmla="*/ 24 h 24"/>
              <a:gd name="T16" fmla="*/ 97 w 195"/>
              <a:gd name="T17" fmla="*/ 24 h 24"/>
              <a:gd name="T18" fmla="*/ 97 w 195"/>
              <a:gd name="T19" fmla="*/ 24 h 24"/>
              <a:gd name="T20" fmla="*/ 99 w 195"/>
              <a:gd name="T21" fmla="*/ 24 h 24"/>
              <a:gd name="T22" fmla="*/ 97 w 195"/>
              <a:gd name="T23" fmla="*/ 24 h 24"/>
              <a:gd name="T24" fmla="*/ 97 w 195"/>
              <a:gd name="T25" fmla="*/ 24 h 24"/>
              <a:gd name="T26" fmla="*/ 99 w 195"/>
              <a:gd name="T27" fmla="*/ 24 h 24"/>
              <a:gd name="T28" fmla="*/ 99 w 195"/>
              <a:gd name="T29" fmla="*/ 24 h 24"/>
              <a:gd name="T30" fmla="*/ 99 w 195"/>
              <a:gd name="T31" fmla="*/ 24 h 24"/>
              <a:gd name="T32" fmla="*/ 97 w 195"/>
              <a:gd name="T33" fmla="*/ 24 h 24"/>
              <a:gd name="T34" fmla="*/ 99 w 195"/>
              <a:gd name="T35" fmla="*/ 24 h 24"/>
              <a:gd name="T36" fmla="*/ 99 w 195"/>
              <a:gd name="T37" fmla="*/ 24 h 24"/>
              <a:gd name="T38" fmla="*/ 97 w 195"/>
              <a:gd name="T39" fmla="*/ 24 h 24"/>
              <a:gd name="T40" fmla="*/ 100 w 195"/>
              <a:gd name="T41" fmla="*/ 24 h 24"/>
              <a:gd name="T42" fmla="*/ 100 w 195"/>
              <a:gd name="T43" fmla="*/ 24 h 24"/>
              <a:gd name="T44" fmla="*/ 100 w 195"/>
              <a:gd name="T45" fmla="*/ 24 h 24"/>
              <a:gd name="T46" fmla="*/ 96 w 195"/>
              <a:gd name="T47" fmla="*/ 24 h 24"/>
              <a:gd name="T48" fmla="*/ 96 w 195"/>
              <a:gd name="T49" fmla="*/ 24 h 24"/>
              <a:gd name="T50" fmla="*/ 100 w 195"/>
              <a:gd name="T51" fmla="*/ 24 h 24"/>
              <a:gd name="T52" fmla="*/ 96 w 195"/>
              <a:gd name="T53" fmla="*/ 24 h 24"/>
              <a:gd name="T54" fmla="*/ 96 w 195"/>
              <a:gd name="T55" fmla="*/ 24 h 24"/>
              <a:gd name="T56" fmla="*/ 100 w 195"/>
              <a:gd name="T57" fmla="*/ 24 h 24"/>
              <a:gd name="T58" fmla="*/ 101 w 195"/>
              <a:gd name="T59" fmla="*/ 24 h 24"/>
              <a:gd name="T60" fmla="*/ 101 w 195"/>
              <a:gd name="T61" fmla="*/ 24 h 24"/>
              <a:gd name="T62" fmla="*/ 101 w 195"/>
              <a:gd name="T63" fmla="*/ 24 h 24"/>
              <a:gd name="T64" fmla="*/ 195 w 195"/>
              <a:gd name="T65" fmla="*/ 0 h 24"/>
              <a:gd name="T66" fmla="*/ 0 w 195"/>
              <a:gd name="T67" fmla="*/ 0 h 24"/>
              <a:gd name="T68" fmla="*/ 0 w 195"/>
              <a:gd name="T6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5" h="24">
                <a:moveTo>
                  <a:pt x="98" y="24"/>
                </a:moveTo>
                <a:cubicBezTo>
                  <a:pt x="98" y="24"/>
                  <a:pt x="98" y="24"/>
                  <a:pt x="98" y="24"/>
                </a:cubicBezTo>
                <a:cubicBezTo>
                  <a:pt x="98" y="24"/>
                  <a:pt x="98" y="24"/>
                  <a:pt x="98" y="24"/>
                </a:cubicBezTo>
                <a:cubicBezTo>
                  <a:pt x="98" y="24"/>
                  <a:pt x="98" y="24"/>
                  <a:pt x="98" y="24"/>
                </a:cubicBezTo>
                <a:cubicBezTo>
                  <a:pt x="98" y="24"/>
                  <a:pt x="98" y="24"/>
                  <a:pt x="98" y="24"/>
                </a:cubicBezTo>
                <a:moveTo>
                  <a:pt x="98" y="24"/>
                </a:moveTo>
                <a:cubicBezTo>
                  <a:pt x="98" y="24"/>
                  <a:pt x="98" y="24"/>
                  <a:pt x="98" y="24"/>
                </a:cubicBezTo>
                <a:cubicBezTo>
                  <a:pt x="98" y="24"/>
                  <a:pt x="98" y="24"/>
                  <a:pt x="98" y="24"/>
                </a:cubicBezTo>
                <a:moveTo>
                  <a:pt x="98" y="24"/>
                </a:moveTo>
                <a:cubicBezTo>
                  <a:pt x="98" y="24"/>
                  <a:pt x="98" y="24"/>
                  <a:pt x="98" y="24"/>
                </a:cubicBezTo>
                <a:cubicBezTo>
                  <a:pt x="98" y="24"/>
                  <a:pt x="98" y="24"/>
                  <a:pt x="98" y="24"/>
                </a:cubicBezTo>
                <a:moveTo>
                  <a:pt x="97" y="24"/>
                </a:moveTo>
                <a:cubicBezTo>
                  <a:pt x="97" y="24"/>
                  <a:pt x="97" y="24"/>
                  <a:pt x="97" y="24"/>
                </a:cubicBezTo>
                <a:cubicBezTo>
                  <a:pt x="97" y="24"/>
                  <a:pt x="97" y="24"/>
                  <a:pt x="97" y="24"/>
                </a:cubicBezTo>
                <a:moveTo>
                  <a:pt x="99" y="24"/>
                </a:moveTo>
                <a:cubicBezTo>
                  <a:pt x="98" y="24"/>
                  <a:pt x="98" y="24"/>
                  <a:pt x="98" y="24"/>
                </a:cubicBezTo>
                <a:cubicBezTo>
                  <a:pt x="98" y="24"/>
                  <a:pt x="98" y="24"/>
                  <a:pt x="99" y="24"/>
                </a:cubicBezTo>
                <a:moveTo>
                  <a:pt x="97" y="24"/>
                </a:moveTo>
                <a:cubicBezTo>
                  <a:pt x="97" y="24"/>
                  <a:pt x="97" y="24"/>
                  <a:pt x="97" y="24"/>
                </a:cubicBezTo>
                <a:cubicBezTo>
                  <a:pt x="97" y="24"/>
                  <a:pt x="97" y="24"/>
                  <a:pt x="97" y="24"/>
                </a:cubicBezTo>
                <a:moveTo>
                  <a:pt x="99" y="24"/>
                </a:moveTo>
                <a:cubicBezTo>
                  <a:pt x="99" y="24"/>
                  <a:pt x="99" y="24"/>
                  <a:pt x="99" y="24"/>
                </a:cubicBezTo>
                <a:cubicBezTo>
                  <a:pt x="99" y="24"/>
                  <a:pt x="99" y="24"/>
                  <a:pt x="99" y="24"/>
                </a:cubicBezTo>
                <a:moveTo>
                  <a:pt x="97" y="24"/>
                </a:moveTo>
                <a:cubicBezTo>
                  <a:pt x="97" y="24"/>
                  <a:pt x="97" y="24"/>
                  <a:pt x="97" y="24"/>
                </a:cubicBezTo>
                <a:cubicBezTo>
                  <a:pt x="97" y="24"/>
                  <a:pt x="97" y="24"/>
                  <a:pt x="97" y="24"/>
                </a:cubicBezTo>
                <a:moveTo>
                  <a:pt x="99" y="24"/>
                </a:moveTo>
                <a:cubicBezTo>
                  <a:pt x="99" y="24"/>
                  <a:pt x="99" y="24"/>
                  <a:pt x="99" y="24"/>
                </a:cubicBezTo>
                <a:cubicBezTo>
                  <a:pt x="99" y="24"/>
                  <a:pt x="99" y="24"/>
                  <a:pt x="99" y="24"/>
                </a:cubicBezTo>
                <a:moveTo>
                  <a:pt x="99" y="24"/>
                </a:moveTo>
                <a:cubicBezTo>
                  <a:pt x="99" y="24"/>
                  <a:pt x="99" y="24"/>
                  <a:pt x="99" y="24"/>
                </a:cubicBezTo>
                <a:cubicBezTo>
                  <a:pt x="99" y="24"/>
                  <a:pt x="99" y="24"/>
                  <a:pt x="99" y="24"/>
                </a:cubicBezTo>
                <a:moveTo>
                  <a:pt x="97" y="24"/>
                </a:moveTo>
                <a:cubicBezTo>
                  <a:pt x="97" y="24"/>
                  <a:pt x="97" y="24"/>
                  <a:pt x="97" y="24"/>
                </a:cubicBezTo>
                <a:cubicBezTo>
                  <a:pt x="97" y="24"/>
                  <a:pt x="97" y="24"/>
                  <a:pt x="97" y="24"/>
                </a:cubicBezTo>
                <a:moveTo>
                  <a:pt x="99" y="24"/>
                </a:moveTo>
                <a:cubicBezTo>
                  <a:pt x="99" y="24"/>
                  <a:pt x="99" y="24"/>
                  <a:pt x="99" y="24"/>
                </a:cubicBezTo>
                <a:cubicBezTo>
                  <a:pt x="99" y="24"/>
                  <a:pt x="99" y="24"/>
                  <a:pt x="99" y="24"/>
                </a:cubicBezTo>
                <a:moveTo>
                  <a:pt x="96" y="24"/>
                </a:moveTo>
                <a:cubicBezTo>
                  <a:pt x="97" y="24"/>
                  <a:pt x="97" y="24"/>
                  <a:pt x="97" y="24"/>
                </a:cubicBezTo>
                <a:cubicBezTo>
                  <a:pt x="97" y="24"/>
                  <a:pt x="97" y="24"/>
                  <a:pt x="96" y="24"/>
                </a:cubicBezTo>
                <a:moveTo>
                  <a:pt x="100" y="24"/>
                </a:moveTo>
                <a:cubicBezTo>
                  <a:pt x="100" y="24"/>
                  <a:pt x="99" y="24"/>
                  <a:pt x="99" y="24"/>
                </a:cubicBezTo>
                <a:cubicBezTo>
                  <a:pt x="99" y="24"/>
                  <a:pt x="100" y="24"/>
                  <a:pt x="100" y="24"/>
                </a:cubicBezTo>
                <a:moveTo>
                  <a:pt x="100" y="24"/>
                </a:moveTo>
                <a:cubicBezTo>
                  <a:pt x="100" y="24"/>
                  <a:pt x="100" y="24"/>
                  <a:pt x="100" y="24"/>
                </a:cubicBezTo>
                <a:cubicBezTo>
                  <a:pt x="100" y="24"/>
                  <a:pt x="100" y="24"/>
                  <a:pt x="100" y="24"/>
                </a:cubicBezTo>
                <a:moveTo>
                  <a:pt x="96" y="24"/>
                </a:moveTo>
                <a:cubicBezTo>
                  <a:pt x="96" y="24"/>
                  <a:pt x="96" y="24"/>
                  <a:pt x="96" y="24"/>
                </a:cubicBezTo>
                <a:cubicBezTo>
                  <a:pt x="96" y="24"/>
                  <a:pt x="96" y="24"/>
                  <a:pt x="96" y="24"/>
                </a:cubicBezTo>
                <a:moveTo>
                  <a:pt x="100" y="24"/>
                </a:moveTo>
                <a:cubicBezTo>
                  <a:pt x="100" y="24"/>
                  <a:pt x="100" y="24"/>
                  <a:pt x="100" y="24"/>
                </a:cubicBezTo>
                <a:cubicBezTo>
                  <a:pt x="100" y="24"/>
                  <a:pt x="100" y="24"/>
                  <a:pt x="100" y="24"/>
                </a:cubicBezTo>
                <a:moveTo>
                  <a:pt x="96" y="24"/>
                </a:moveTo>
                <a:cubicBezTo>
                  <a:pt x="96" y="24"/>
                  <a:pt x="96" y="24"/>
                  <a:pt x="96" y="24"/>
                </a:cubicBezTo>
                <a:cubicBezTo>
                  <a:pt x="96" y="24"/>
                  <a:pt x="96" y="24"/>
                  <a:pt x="96" y="24"/>
                </a:cubicBezTo>
                <a:moveTo>
                  <a:pt x="100" y="24"/>
                </a:moveTo>
                <a:cubicBezTo>
                  <a:pt x="100" y="24"/>
                  <a:pt x="100" y="24"/>
                  <a:pt x="100" y="24"/>
                </a:cubicBezTo>
                <a:cubicBezTo>
                  <a:pt x="100" y="24"/>
                  <a:pt x="100" y="24"/>
                  <a:pt x="100" y="24"/>
                </a:cubicBezTo>
                <a:moveTo>
                  <a:pt x="101" y="24"/>
                </a:moveTo>
                <a:cubicBezTo>
                  <a:pt x="101" y="24"/>
                  <a:pt x="100" y="24"/>
                  <a:pt x="100" y="24"/>
                </a:cubicBezTo>
                <a:cubicBezTo>
                  <a:pt x="100" y="24"/>
                  <a:pt x="101" y="24"/>
                  <a:pt x="101" y="24"/>
                </a:cubicBezTo>
                <a:moveTo>
                  <a:pt x="195" y="0"/>
                </a:moveTo>
                <a:cubicBezTo>
                  <a:pt x="167" y="15"/>
                  <a:pt x="135" y="24"/>
                  <a:pt x="101" y="24"/>
                </a:cubicBezTo>
                <a:cubicBezTo>
                  <a:pt x="135" y="24"/>
                  <a:pt x="167" y="15"/>
                  <a:pt x="195" y="0"/>
                </a:cubicBezTo>
                <a:cubicBezTo>
                  <a:pt x="195" y="0"/>
                  <a:pt x="195" y="0"/>
                  <a:pt x="195" y="0"/>
                </a:cubicBezTo>
                <a:moveTo>
                  <a:pt x="0" y="0"/>
                </a:moveTo>
                <a:cubicBezTo>
                  <a:pt x="0" y="0"/>
                  <a:pt x="0" y="0"/>
                  <a:pt x="0" y="0"/>
                </a:cubicBezTo>
                <a:cubicBezTo>
                  <a:pt x="29" y="15"/>
                  <a:pt x="61" y="24"/>
                  <a:pt x="96" y="24"/>
                </a:cubicBezTo>
                <a:cubicBezTo>
                  <a:pt x="61" y="24"/>
                  <a:pt x="29" y="15"/>
                  <a:pt x="0"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 name="Freeform 21"/>
          <p:cNvSpPr>
            <a:spLocks/>
          </p:cNvSpPr>
          <p:nvPr/>
        </p:nvSpPr>
        <p:spPr bwMode="auto">
          <a:xfrm>
            <a:off x="8159750" y="1889125"/>
            <a:ext cx="696913" cy="1316038"/>
          </a:xfrm>
          <a:custGeom>
            <a:avLst/>
            <a:gdLst>
              <a:gd name="T0" fmla="*/ 122 w 125"/>
              <a:gd name="T1" fmla="*/ 0 h 236"/>
              <a:gd name="T2" fmla="*/ 110 w 125"/>
              <a:gd name="T3" fmla="*/ 5 h 236"/>
              <a:gd name="T4" fmla="*/ 111 w 125"/>
              <a:gd name="T5" fmla="*/ 24 h 236"/>
              <a:gd name="T6" fmla="*/ 111 w 125"/>
              <a:gd name="T7" fmla="*/ 24 h 236"/>
              <a:gd name="T8" fmla="*/ 111 w 125"/>
              <a:gd name="T9" fmla="*/ 25 h 236"/>
              <a:gd name="T10" fmla="*/ 111 w 125"/>
              <a:gd name="T11" fmla="*/ 25 h 236"/>
              <a:gd name="T12" fmla="*/ 111 w 125"/>
              <a:gd name="T13" fmla="*/ 25 h 236"/>
              <a:gd name="T14" fmla="*/ 111 w 125"/>
              <a:gd name="T15" fmla="*/ 25 h 236"/>
              <a:gd name="T16" fmla="*/ 111 w 125"/>
              <a:gd name="T17" fmla="*/ 25 h 236"/>
              <a:gd name="T18" fmla="*/ 111 w 125"/>
              <a:gd name="T19" fmla="*/ 25 h 236"/>
              <a:gd name="T20" fmla="*/ 111 w 125"/>
              <a:gd name="T21" fmla="*/ 25 h 236"/>
              <a:gd name="T22" fmla="*/ 111 w 125"/>
              <a:gd name="T23" fmla="*/ 25 h 236"/>
              <a:gd name="T24" fmla="*/ 111 w 125"/>
              <a:gd name="T25" fmla="*/ 25 h 236"/>
              <a:gd name="T26" fmla="*/ 111 w 125"/>
              <a:gd name="T27" fmla="*/ 25 h 236"/>
              <a:gd name="T28" fmla="*/ 111 w 125"/>
              <a:gd name="T29" fmla="*/ 25 h 236"/>
              <a:gd name="T30" fmla="*/ 111 w 125"/>
              <a:gd name="T31" fmla="*/ 26 h 236"/>
              <a:gd name="T32" fmla="*/ 111 w 125"/>
              <a:gd name="T33" fmla="*/ 26 h 236"/>
              <a:gd name="T34" fmla="*/ 111 w 125"/>
              <a:gd name="T35" fmla="*/ 26 h 236"/>
              <a:gd name="T36" fmla="*/ 111 w 125"/>
              <a:gd name="T37" fmla="*/ 26 h 236"/>
              <a:gd name="T38" fmla="*/ 111 w 125"/>
              <a:gd name="T39" fmla="*/ 26 h 236"/>
              <a:gd name="T40" fmla="*/ 111 w 125"/>
              <a:gd name="T41" fmla="*/ 26 h 236"/>
              <a:gd name="T42" fmla="*/ 111 w 125"/>
              <a:gd name="T43" fmla="*/ 26 h 236"/>
              <a:gd name="T44" fmla="*/ 111 w 125"/>
              <a:gd name="T45" fmla="*/ 26 h 236"/>
              <a:gd name="T46" fmla="*/ 111 w 125"/>
              <a:gd name="T47" fmla="*/ 26 h 236"/>
              <a:gd name="T48" fmla="*/ 111 w 125"/>
              <a:gd name="T49" fmla="*/ 27 h 236"/>
              <a:gd name="T50" fmla="*/ 111 w 125"/>
              <a:gd name="T51" fmla="*/ 27 h 236"/>
              <a:gd name="T52" fmla="*/ 111 w 125"/>
              <a:gd name="T53" fmla="*/ 27 h 236"/>
              <a:gd name="T54" fmla="*/ 111 w 125"/>
              <a:gd name="T55" fmla="*/ 27 h 236"/>
              <a:gd name="T56" fmla="*/ 111 w 125"/>
              <a:gd name="T57" fmla="*/ 27 h 236"/>
              <a:gd name="T58" fmla="*/ 111 w 125"/>
              <a:gd name="T59" fmla="*/ 27 h 236"/>
              <a:gd name="T60" fmla="*/ 111 w 125"/>
              <a:gd name="T61" fmla="*/ 27 h 236"/>
              <a:gd name="T62" fmla="*/ 111 w 125"/>
              <a:gd name="T63" fmla="*/ 27 h 236"/>
              <a:gd name="T64" fmla="*/ 111 w 125"/>
              <a:gd name="T65" fmla="*/ 28 h 236"/>
              <a:gd name="T66" fmla="*/ 111 w 125"/>
              <a:gd name="T67" fmla="*/ 28 h 236"/>
              <a:gd name="T68" fmla="*/ 111 w 125"/>
              <a:gd name="T69" fmla="*/ 28 h 236"/>
              <a:gd name="T70" fmla="*/ 111 w 125"/>
              <a:gd name="T71" fmla="*/ 28 h 236"/>
              <a:gd name="T72" fmla="*/ 111 w 125"/>
              <a:gd name="T73" fmla="*/ 28 h 236"/>
              <a:gd name="T74" fmla="*/ 111 w 125"/>
              <a:gd name="T75" fmla="*/ 28 h 236"/>
              <a:gd name="T76" fmla="*/ 111 w 125"/>
              <a:gd name="T77" fmla="*/ 28 h 236"/>
              <a:gd name="T78" fmla="*/ 111 w 125"/>
              <a:gd name="T79" fmla="*/ 28 h 236"/>
              <a:gd name="T80" fmla="*/ 111 w 125"/>
              <a:gd name="T81" fmla="*/ 29 h 236"/>
              <a:gd name="T82" fmla="*/ 111 w 125"/>
              <a:gd name="T83" fmla="*/ 29 h 236"/>
              <a:gd name="T84" fmla="*/ 111 w 125"/>
              <a:gd name="T85" fmla="*/ 29 h 236"/>
              <a:gd name="T86" fmla="*/ 111 w 125"/>
              <a:gd name="T87" fmla="*/ 29 h 236"/>
              <a:gd name="T88" fmla="*/ 111 w 125"/>
              <a:gd name="T89" fmla="*/ 29 h 236"/>
              <a:gd name="T90" fmla="*/ 111 w 125"/>
              <a:gd name="T91" fmla="*/ 29 h 236"/>
              <a:gd name="T92" fmla="*/ 111 w 125"/>
              <a:gd name="T93" fmla="*/ 29 h 236"/>
              <a:gd name="T94" fmla="*/ 111 w 125"/>
              <a:gd name="T95" fmla="*/ 29 h 236"/>
              <a:gd name="T96" fmla="*/ 111 w 125"/>
              <a:gd name="T97" fmla="*/ 30 h 236"/>
              <a:gd name="T98" fmla="*/ 111 w 125"/>
              <a:gd name="T99" fmla="*/ 30 h 236"/>
              <a:gd name="T100" fmla="*/ 111 w 125"/>
              <a:gd name="T101" fmla="*/ 31 h 236"/>
              <a:gd name="T102" fmla="*/ 111 w 125"/>
              <a:gd name="T103" fmla="*/ 31 h 236"/>
              <a:gd name="T104" fmla="*/ 111 w 125"/>
              <a:gd name="T105" fmla="*/ 31 h 236"/>
              <a:gd name="T106" fmla="*/ 111 w 125"/>
              <a:gd name="T107" fmla="*/ 31 h 236"/>
              <a:gd name="T108" fmla="*/ 111 w 125"/>
              <a:gd name="T109" fmla="*/ 32 h 236"/>
              <a:gd name="T110" fmla="*/ 111 w 125"/>
              <a:gd name="T111" fmla="*/ 32 h 236"/>
              <a:gd name="T112" fmla="*/ 0 w 125"/>
              <a:gd name="T113" fmla="*/ 217 h 236"/>
              <a:gd name="T114" fmla="*/ 4 w 125"/>
              <a:gd name="T115" fmla="*/ 236 h 236"/>
              <a:gd name="T116" fmla="*/ 125 w 125"/>
              <a:gd name="T117" fmla="*/ 39 h 236"/>
              <a:gd name="T118" fmla="*/ 122 w 125"/>
              <a:gd name="T119" fmla="*/ 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5" h="236">
                <a:moveTo>
                  <a:pt x="122" y="0"/>
                </a:moveTo>
                <a:cubicBezTo>
                  <a:pt x="118" y="2"/>
                  <a:pt x="114" y="3"/>
                  <a:pt x="110" y="5"/>
                </a:cubicBezTo>
                <a:cubicBezTo>
                  <a:pt x="111" y="12"/>
                  <a:pt x="111" y="18"/>
                  <a:pt x="111" y="24"/>
                </a:cubicBezTo>
                <a:cubicBezTo>
                  <a:pt x="111" y="24"/>
                  <a:pt x="111" y="24"/>
                  <a:pt x="111" y="24"/>
                </a:cubicBezTo>
                <a:cubicBezTo>
                  <a:pt x="111" y="24"/>
                  <a:pt x="111" y="24"/>
                  <a:pt x="111" y="25"/>
                </a:cubicBezTo>
                <a:cubicBezTo>
                  <a:pt x="111" y="25"/>
                  <a:pt x="111" y="25"/>
                  <a:pt x="111" y="25"/>
                </a:cubicBezTo>
                <a:cubicBezTo>
                  <a:pt x="111" y="25"/>
                  <a:pt x="111" y="25"/>
                  <a:pt x="111" y="25"/>
                </a:cubicBezTo>
                <a:cubicBezTo>
                  <a:pt x="111" y="25"/>
                  <a:pt x="111" y="25"/>
                  <a:pt x="111" y="25"/>
                </a:cubicBezTo>
                <a:cubicBezTo>
                  <a:pt x="111" y="25"/>
                  <a:pt x="111" y="25"/>
                  <a:pt x="111" y="25"/>
                </a:cubicBezTo>
                <a:cubicBezTo>
                  <a:pt x="111" y="25"/>
                  <a:pt x="111" y="25"/>
                  <a:pt x="111" y="25"/>
                </a:cubicBezTo>
                <a:cubicBezTo>
                  <a:pt x="111" y="25"/>
                  <a:pt x="111" y="25"/>
                  <a:pt x="111" y="25"/>
                </a:cubicBezTo>
                <a:cubicBezTo>
                  <a:pt x="111" y="25"/>
                  <a:pt x="111" y="25"/>
                  <a:pt x="111" y="25"/>
                </a:cubicBezTo>
                <a:cubicBezTo>
                  <a:pt x="111" y="25"/>
                  <a:pt x="111" y="25"/>
                  <a:pt x="111" y="25"/>
                </a:cubicBezTo>
                <a:cubicBezTo>
                  <a:pt x="111" y="25"/>
                  <a:pt x="111" y="25"/>
                  <a:pt x="111" y="25"/>
                </a:cubicBezTo>
                <a:cubicBezTo>
                  <a:pt x="111" y="25"/>
                  <a:pt x="111" y="25"/>
                  <a:pt x="111" y="25"/>
                </a:cubicBezTo>
                <a:cubicBezTo>
                  <a:pt x="111" y="25"/>
                  <a:pt x="111" y="26"/>
                  <a:pt x="111" y="26"/>
                </a:cubicBezTo>
                <a:cubicBezTo>
                  <a:pt x="111" y="26"/>
                  <a:pt x="111" y="26"/>
                  <a:pt x="111" y="26"/>
                </a:cubicBezTo>
                <a:cubicBezTo>
                  <a:pt x="111" y="26"/>
                  <a:pt x="111" y="26"/>
                  <a:pt x="111" y="26"/>
                </a:cubicBezTo>
                <a:cubicBezTo>
                  <a:pt x="111" y="26"/>
                  <a:pt x="111" y="26"/>
                  <a:pt x="111" y="26"/>
                </a:cubicBezTo>
                <a:cubicBezTo>
                  <a:pt x="111" y="26"/>
                  <a:pt x="111" y="26"/>
                  <a:pt x="111" y="26"/>
                </a:cubicBezTo>
                <a:cubicBezTo>
                  <a:pt x="111" y="26"/>
                  <a:pt x="111" y="26"/>
                  <a:pt x="111" y="26"/>
                </a:cubicBezTo>
                <a:cubicBezTo>
                  <a:pt x="111" y="26"/>
                  <a:pt x="111" y="26"/>
                  <a:pt x="111" y="26"/>
                </a:cubicBezTo>
                <a:cubicBezTo>
                  <a:pt x="111" y="26"/>
                  <a:pt x="111" y="26"/>
                  <a:pt x="111" y="26"/>
                </a:cubicBezTo>
                <a:cubicBezTo>
                  <a:pt x="111" y="26"/>
                  <a:pt x="111" y="26"/>
                  <a:pt x="111" y="26"/>
                </a:cubicBezTo>
                <a:cubicBezTo>
                  <a:pt x="111" y="27"/>
                  <a:pt x="111" y="27"/>
                  <a:pt x="111" y="27"/>
                </a:cubicBezTo>
                <a:cubicBezTo>
                  <a:pt x="111" y="27"/>
                  <a:pt x="111" y="27"/>
                  <a:pt x="111" y="27"/>
                </a:cubicBezTo>
                <a:cubicBezTo>
                  <a:pt x="111" y="27"/>
                  <a:pt x="111" y="27"/>
                  <a:pt x="111" y="27"/>
                </a:cubicBezTo>
                <a:cubicBezTo>
                  <a:pt x="111" y="27"/>
                  <a:pt x="111" y="27"/>
                  <a:pt x="111" y="27"/>
                </a:cubicBezTo>
                <a:cubicBezTo>
                  <a:pt x="111" y="27"/>
                  <a:pt x="111" y="27"/>
                  <a:pt x="111" y="27"/>
                </a:cubicBezTo>
                <a:cubicBezTo>
                  <a:pt x="111" y="27"/>
                  <a:pt x="111" y="27"/>
                  <a:pt x="111" y="27"/>
                </a:cubicBezTo>
                <a:cubicBezTo>
                  <a:pt x="111" y="27"/>
                  <a:pt x="111" y="27"/>
                  <a:pt x="111" y="27"/>
                </a:cubicBezTo>
                <a:cubicBezTo>
                  <a:pt x="111" y="27"/>
                  <a:pt x="111" y="27"/>
                  <a:pt x="111" y="27"/>
                </a:cubicBezTo>
                <a:cubicBezTo>
                  <a:pt x="111" y="27"/>
                  <a:pt x="111" y="28"/>
                  <a:pt x="111" y="28"/>
                </a:cubicBezTo>
                <a:cubicBezTo>
                  <a:pt x="111" y="28"/>
                  <a:pt x="111" y="28"/>
                  <a:pt x="111" y="28"/>
                </a:cubicBezTo>
                <a:cubicBezTo>
                  <a:pt x="111" y="28"/>
                  <a:pt x="111" y="28"/>
                  <a:pt x="111" y="28"/>
                </a:cubicBezTo>
                <a:cubicBezTo>
                  <a:pt x="111" y="28"/>
                  <a:pt x="111" y="28"/>
                  <a:pt x="111" y="28"/>
                </a:cubicBezTo>
                <a:cubicBezTo>
                  <a:pt x="111" y="28"/>
                  <a:pt x="111" y="28"/>
                  <a:pt x="111" y="28"/>
                </a:cubicBezTo>
                <a:cubicBezTo>
                  <a:pt x="111" y="28"/>
                  <a:pt x="111" y="28"/>
                  <a:pt x="111" y="28"/>
                </a:cubicBezTo>
                <a:cubicBezTo>
                  <a:pt x="111" y="28"/>
                  <a:pt x="111" y="28"/>
                  <a:pt x="111" y="28"/>
                </a:cubicBezTo>
                <a:cubicBezTo>
                  <a:pt x="111" y="28"/>
                  <a:pt x="111" y="28"/>
                  <a:pt x="111" y="28"/>
                </a:cubicBezTo>
                <a:cubicBezTo>
                  <a:pt x="111" y="28"/>
                  <a:pt x="111" y="29"/>
                  <a:pt x="111" y="29"/>
                </a:cubicBezTo>
                <a:cubicBezTo>
                  <a:pt x="111" y="29"/>
                  <a:pt x="111" y="29"/>
                  <a:pt x="111" y="29"/>
                </a:cubicBezTo>
                <a:cubicBezTo>
                  <a:pt x="111" y="29"/>
                  <a:pt x="111" y="29"/>
                  <a:pt x="111" y="29"/>
                </a:cubicBezTo>
                <a:cubicBezTo>
                  <a:pt x="111" y="29"/>
                  <a:pt x="111" y="29"/>
                  <a:pt x="111" y="29"/>
                </a:cubicBezTo>
                <a:cubicBezTo>
                  <a:pt x="111" y="29"/>
                  <a:pt x="111" y="29"/>
                  <a:pt x="111" y="29"/>
                </a:cubicBezTo>
                <a:cubicBezTo>
                  <a:pt x="111" y="29"/>
                  <a:pt x="111" y="29"/>
                  <a:pt x="111" y="29"/>
                </a:cubicBezTo>
                <a:cubicBezTo>
                  <a:pt x="111" y="29"/>
                  <a:pt x="111" y="29"/>
                  <a:pt x="111" y="29"/>
                </a:cubicBezTo>
                <a:cubicBezTo>
                  <a:pt x="111" y="29"/>
                  <a:pt x="111" y="29"/>
                  <a:pt x="111" y="29"/>
                </a:cubicBezTo>
                <a:cubicBezTo>
                  <a:pt x="111" y="29"/>
                  <a:pt x="111" y="30"/>
                  <a:pt x="111" y="30"/>
                </a:cubicBezTo>
                <a:cubicBezTo>
                  <a:pt x="111" y="30"/>
                  <a:pt x="111" y="30"/>
                  <a:pt x="111" y="30"/>
                </a:cubicBezTo>
                <a:cubicBezTo>
                  <a:pt x="111" y="30"/>
                  <a:pt x="111" y="30"/>
                  <a:pt x="111" y="31"/>
                </a:cubicBezTo>
                <a:cubicBezTo>
                  <a:pt x="111" y="31"/>
                  <a:pt x="111" y="31"/>
                  <a:pt x="111" y="31"/>
                </a:cubicBezTo>
                <a:cubicBezTo>
                  <a:pt x="111" y="31"/>
                  <a:pt x="111" y="31"/>
                  <a:pt x="111" y="31"/>
                </a:cubicBezTo>
                <a:cubicBezTo>
                  <a:pt x="111" y="31"/>
                  <a:pt x="111" y="31"/>
                  <a:pt x="111" y="31"/>
                </a:cubicBezTo>
                <a:cubicBezTo>
                  <a:pt x="111" y="31"/>
                  <a:pt x="111" y="32"/>
                  <a:pt x="111" y="32"/>
                </a:cubicBezTo>
                <a:cubicBezTo>
                  <a:pt x="111" y="32"/>
                  <a:pt x="111" y="32"/>
                  <a:pt x="111" y="32"/>
                </a:cubicBezTo>
                <a:cubicBezTo>
                  <a:pt x="108" y="111"/>
                  <a:pt x="64" y="180"/>
                  <a:pt x="0" y="217"/>
                </a:cubicBezTo>
                <a:cubicBezTo>
                  <a:pt x="1" y="223"/>
                  <a:pt x="2" y="230"/>
                  <a:pt x="4" y="236"/>
                </a:cubicBezTo>
                <a:cubicBezTo>
                  <a:pt x="76" y="200"/>
                  <a:pt x="125" y="125"/>
                  <a:pt x="125" y="39"/>
                </a:cubicBezTo>
                <a:cubicBezTo>
                  <a:pt x="125" y="25"/>
                  <a:pt x="124" y="13"/>
                  <a:pt x="122"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 name="Freeform 22"/>
          <p:cNvSpPr>
            <a:spLocks noEditPoints="1"/>
          </p:cNvSpPr>
          <p:nvPr/>
        </p:nvSpPr>
        <p:spPr bwMode="auto">
          <a:xfrm>
            <a:off x="8159750" y="1916113"/>
            <a:ext cx="619125" cy="1184275"/>
          </a:xfrm>
          <a:custGeom>
            <a:avLst/>
            <a:gdLst>
              <a:gd name="T0" fmla="*/ 0 w 111"/>
              <a:gd name="T1" fmla="*/ 212 h 212"/>
              <a:gd name="T2" fmla="*/ 111 w 111"/>
              <a:gd name="T3" fmla="*/ 27 h 212"/>
              <a:gd name="T4" fmla="*/ 111 w 111"/>
              <a:gd name="T5" fmla="*/ 27 h 212"/>
              <a:gd name="T6" fmla="*/ 111 w 111"/>
              <a:gd name="T7" fmla="*/ 26 h 212"/>
              <a:gd name="T8" fmla="*/ 111 w 111"/>
              <a:gd name="T9" fmla="*/ 26 h 212"/>
              <a:gd name="T10" fmla="*/ 111 w 111"/>
              <a:gd name="T11" fmla="*/ 26 h 212"/>
              <a:gd name="T12" fmla="*/ 111 w 111"/>
              <a:gd name="T13" fmla="*/ 24 h 212"/>
              <a:gd name="T14" fmla="*/ 111 w 111"/>
              <a:gd name="T15" fmla="*/ 24 h 212"/>
              <a:gd name="T16" fmla="*/ 111 w 111"/>
              <a:gd name="T17" fmla="*/ 24 h 212"/>
              <a:gd name="T18" fmla="*/ 111 w 111"/>
              <a:gd name="T19" fmla="*/ 24 h 212"/>
              <a:gd name="T20" fmla="*/ 111 w 111"/>
              <a:gd name="T21" fmla="*/ 24 h 212"/>
              <a:gd name="T22" fmla="*/ 111 w 111"/>
              <a:gd name="T23" fmla="*/ 24 h 212"/>
              <a:gd name="T24" fmla="*/ 111 w 111"/>
              <a:gd name="T25" fmla="*/ 23 h 212"/>
              <a:gd name="T26" fmla="*/ 111 w 111"/>
              <a:gd name="T27" fmla="*/ 23 h 212"/>
              <a:gd name="T28" fmla="*/ 111 w 111"/>
              <a:gd name="T29" fmla="*/ 23 h 212"/>
              <a:gd name="T30" fmla="*/ 111 w 111"/>
              <a:gd name="T31" fmla="*/ 23 h 212"/>
              <a:gd name="T32" fmla="*/ 111 w 111"/>
              <a:gd name="T33" fmla="*/ 23 h 212"/>
              <a:gd name="T34" fmla="*/ 111 w 111"/>
              <a:gd name="T35" fmla="*/ 23 h 212"/>
              <a:gd name="T36" fmla="*/ 111 w 111"/>
              <a:gd name="T37" fmla="*/ 22 h 212"/>
              <a:gd name="T38" fmla="*/ 111 w 111"/>
              <a:gd name="T39" fmla="*/ 22 h 212"/>
              <a:gd name="T40" fmla="*/ 111 w 111"/>
              <a:gd name="T41" fmla="*/ 22 h 212"/>
              <a:gd name="T42" fmla="*/ 111 w 111"/>
              <a:gd name="T43" fmla="*/ 22 h 212"/>
              <a:gd name="T44" fmla="*/ 111 w 111"/>
              <a:gd name="T45" fmla="*/ 22 h 212"/>
              <a:gd name="T46" fmla="*/ 111 w 111"/>
              <a:gd name="T47" fmla="*/ 22 h 212"/>
              <a:gd name="T48" fmla="*/ 111 w 111"/>
              <a:gd name="T49" fmla="*/ 21 h 212"/>
              <a:gd name="T50" fmla="*/ 111 w 111"/>
              <a:gd name="T51" fmla="*/ 21 h 212"/>
              <a:gd name="T52" fmla="*/ 111 w 111"/>
              <a:gd name="T53" fmla="*/ 21 h 212"/>
              <a:gd name="T54" fmla="*/ 111 w 111"/>
              <a:gd name="T55" fmla="*/ 21 h 212"/>
              <a:gd name="T56" fmla="*/ 111 w 111"/>
              <a:gd name="T57" fmla="*/ 21 h 212"/>
              <a:gd name="T58" fmla="*/ 111 w 111"/>
              <a:gd name="T59" fmla="*/ 21 h 212"/>
              <a:gd name="T60" fmla="*/ 111 w 111"/>
              <a:gd name="T61" fmla="*/ 21 h 212"/>
              <a:gd name="T62" fmla="*/ 111 w 111"/>
              <a:gd name="T63" fmla="*/ 21 h 212"/>
              <a:gd name="T64" fmla="*/ 111 w 111"/>
              <a:gd name="T65" fmla="*/ 20 h 212"/>
              <a:gd name="T66" fmla="*/ 111 w 111"/>
              <a:gd name="T67" fmla="*/ 20 h 212"/>
              <a:gd name="T68" fmla="*/ 111 w 111"/>
              <a:gd name="T69" fmla="*/ 20 h 212"/>
              <a:gd name="T70" fmla="*/ 111 w 111"/>
              <a:gd name="T71" fmla="*/ 20 h 212"/>
              <a:gd name="T72" fmla="*/ 111 w 111"/>
              <a:gd name="T73" fmla="*/ 20 h 212"/>
              <a:gd name="T74" fmla="*/ 111 w 111"/>
              <a:gd name="T75" fmla="*/ 20 h 212"/>
              <a:gd name="T76" fmla="*/ 111 w 111"/>
              <a:gd name="T77" fmla="*/ 19 h 212"/>
              <a:gd name="T78" fmla="*/ 111 w 111"/>
              <a:gd name="T79" fmla="*/ 19 h 212"/>
              <a:gd name="T80" fmla="*/ 110 w 111"/>
              <a:gd name="T81" fmla="*/ 0 h 212"/>
              <a:gd name="T82" fmla="*/ 110 w 111"/>
              <a:gd name="T83" fmla="*/ 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1" h="212">
                <a:moveTo>
                  <a:pt x="111" y="27"/>
                </a:moveTo>
                <a:cubicBezTo>
                  <a:pt x="108" y="106"/>
                  <a:pt x="64" y="175"/>
                  <a:pt x="0" y="212"/>
                </a:cubicBezTo>
                <a:cubicBezTo>
                  <a:pt x="0" y="212"/>
                  <a:pt x="0" y="212"/>
                  <a:pt x="0" y="212"/>
                </a:cubicBezTo>
                <a:cubicBezTo>
                  <a:pt x="64" y="175"/>
                  <a:pt x="108" y="106"/>
                  <a:pt x="111" y="27"/>
                </a:cubicBezTo>
                <a:moveTo>
                  <a:pt x="111" y="26"/>
                </a:moveTo>
                <a:cubicBezTo>
                  <a:pt x="111" y="26"/>
                  <a:pt x="111" y="27"/>
                  <a:pt x="111" y="27"/>
                </a:cubicBezTo>
                <a:cubicBezTo>
                  <a:pt x="111" y="27"/>
                  <a:pt x="111" y="26"/>
                  <a:pt x="111" y="26"/>
                </a:cubicBezTo>
                <a:moveTo>
                  <a:pt x="111" y="26"/>
                </a:moveTo>
                <a:cubicBezTo>
                  <a:pt x="111" y="26"/>
                  <a:pt x="111" y="26"/>
                  <a:pt x="111" y="26"/>
                </a:cubicBezTo>
                <a:cubicBezTo>
                  <a:pt x="111" y="26"/>
                  <a:pt x="111" y="26"/>
                  <a:pt x="111" y="26"/>
                </a:cubicBezTo>
                <a:moveTo>
                  <a:pt x="111" y="25"/>
                </a:moveTo>
                <a:cubicBezTo>
                  <a:pt x="111" y="25"/>
                  <a:pt x="111" y="25"/>
                  <a:pt x="111" y="26"/>
                </a:cubicBezTo>
                <a:cubicBezTo>
                  <a:pt x="111" y="25"/>
                  <a:pt x="111" y="25"/>
                  <a:pt x="111" y="25"/>
                </a:cubicBezTo>
                <a:moveTo>
                  <a:pt x="111" y="24"/>
                </a:moveTo>
                <a:cubicBezTo>
                  <a:pt x="111" y="24"/>
                  <a:pt x="111" y="25"/>
                  <a:pt x="111" y="25"/>
                </a:cubicBezTo>
                <a:cubicBezTo>
                  <a:pt x="111" y="25"/>
                  <a:pt x="111" y="24"/>
                  <a:pt x="111" y="24"/>
                </a:cubicBezTo>
                <a:moveTo>
                  <a:pt x="111" y="24"/>
                </a:moveTo>
                <a:cubicBezTo>
                  <a:pt x="111" y="24"/>
                  <a:pt x="111" y="24"/>
                  <a:pt x="111" y="24"/>
                </a:cubicBezTo>
                <a:cubicBezTo>
                  <a:pt x="111" y="24"/>
                  <a:pt x="111" y="24"/>
                  <a:pt x="111" y="24"/>
                </a:cubicBezTo>
                <a:moveTo>
                  <a:pt x="111" y="24"/>
                </a:moveTo>
                <a:cubicBezTo>
                  <a:pt x="111" y="24"/>
                  <a:pt x="111" y="24"/>
                  <a:pt x="111" y="24"/>
                </a:cubicBezTo>
                <a:cubicBezTo>
                  <a:pt x="111" y="24"/>
                  <a:pt x="111" y="24"/>
                  <a:pt x="111" y="24"/>
                </a:cubicBezTo>
                <a:moveTo>
                  <a:pt x="111" y="24"/>
                </a:moveTo>
                <a:cubicBezTo>
                  <a:pt x="111" y="24"/>
                  <a:pt x="111" y="24"/>
                  <a:pt x="111" y="24"/>
                </a:cubicBezTo>
                <a:cubicBezTo>
                  <a:pt x="111" y="24"/>
                  <a:pt x="111" y="24"/>
                  <a:pt x="111" y="24"/>
                </a:cubicBezTo>
                <a:moveTo>
                  <a:pt x="111" y="23"/>
                </a:moveTo>
                <a:cubicBezTo>
                  <a:pt x="111" y="23"/>
                  <a:pt x="111" y="24"/>
                  <a:pt x="111" y="24"/>
                </a:cubicBezTo>
                <a:cubicBezTo>
                  <a:pt x="111" y="24"/>
                  <a:pt x="111" y="23"/>
                  <a:pt x="111" y="23"/>
                </a:cubicBezTo>
                <a:moveTo>
                  <a:pt x="111" y="23"/>
                </a:moveTo>
                <a:cubicBezTo>
                  <a:pt x="111" y="23"/>
                  <a:pt x="111" y="23"/>
                  <a:pt x="111" y="23"/>
                </a:cubicBezTo>
                <a:cubicBezTo>
                  <a:pt x="111" y="23"/>
                  <a:pt x="111" y="23"/>
                  <a:pt x="111" y="23"/>
                </a:cubicBezTo>
                <a:moveTo>
                  <a:pt x="111" y="23"/>
                </a:moveTo>
                <a:cubicBezTo>
                  <a:pt x="111" y="23"/>
                  <a:pt x="111" y="23"/>
                  <a:pt x="111" y="23"/>
                </a:cubicBezTo>
                <a:cubicBezTo>
                  <a:pt x="111" y="23"/>
                  <a:pt x="111" y="23"/>
                  <a:pt x="111" y="23"/>
                </a:cubicBezTo>
                <a:moveTo>
                  <a:pt x="111" y="23"/>
                </a:moveTo>
                <a:cubicBezTo>
                  <a:pt x="111" y="23"/>
                  <a:pt x="111" y="23"/>
                  <a:pt x="111" y="23"/>
                </a:cubicBezTo>
                <a:cubicBezTo>
                  <a:pt x="111" y="23"/>
                  <a:pt x="111" y="23"/>
                  <a:pt x="111" y="23"/>
                </a:cubicBezTo>
                <a:moveTo>
                  <a:pt x="111" y="22"/>
                </a:moveTo>
                <a:cubicBezTo>
                  <a:pt x="111" y="22"/>
                  <a:pt x="111" y="23"/>
                  <a:pt x="111" y="23"/>
                </a:cubicBezTo>
                <a:cubicBezTo>
                  <a:pt x="111" y="23"/>
                  <a:pt x="111" y="22"/>
                  <a:pt x="111" y="22"/>
                </a:cubicBezTo>
                <a:moveTo>
                  <a:pt x="111" y="22"/>
                </a:moveTo>
                <a:cubicBezTo>
                  <a:pt x="111" y="22"/>
                  <a:pt x="111" y="22"/>
                  <a:pt x="111" y="22"/>
                </a:cubicBezTo>
                <a:cubicBezTo>
                  <a:pt x="111" y="22"/>
                  <a:pt x="111" y="22"/>
                  <a:pt x="111" y="22"/>
                </a:cubicBezTo>
                <a:moveTo>
                  <a:pt x="111" y="22"/>
                </a:moveTo>
                <a:cubicBezTo>
                  <a:pt x="111" y="22"/>
                  <a:pt x="111" y="22"/>
                  <a:pt x="111" y="22"/>
                </a:cubicBezTo>
                <a:cubicBezTo>
                  <a:pt x="111" y="22"/>
                  <a:pt x="111" y="22"/>
                  <a:pt x="111" y="22"/>
                </a:cubicBezTo>
                <a:moveTo>
                  <a:pt x="111" y="22"/>
                </a:moveTo>
                <a:cubicBezTo>
                  <a:pt x="111" y="22"/>
                  <a:pt x="111" y="22"/>
                  <a:pt x="111" y="22"/>
                </a:cubicBezTo>
                <a:cubicBezTo>
                  <a:pt x="111" y="22"/>
                  <a:pt x="111" y="22"/>
                  <a:pt x="111" y="22"/>
                </a:cubicBezTo>
                <a:moveTo>
                  <a:pt x="111" y="21"/>
                </a:moveTo>
                <a:cubicBezTo>
                  <a:pt x="111" y="22"/>
                  <a:pt x="111" y="22"/>
                  <a:pt x="111" y="22"/>
                </a:cubicBezTo>
                <a:cubicBezTo>
                  <a:pt x="111" y="22"/>
                  <a:pt x="111" y="22"/>
                  <a:pt x="111" y="21"/>
                </a:cubicBezTo>
                <a:moveTo>
                  <a:pt x="111" y="21"/>
                </a:moveTo>
                <a:cubicBezTo>
                  <a:pt x="111" y="21"/>
                  <a:pt x="111" y="21"/>
                  <a:pt x="111" y="21"/>
                </a:cubicBezTo>
                <a:cubicBezTo>
                  <a:pt x="111" y="21"/>
                  <a:pt x="111" y="21"/>
                  <a:pt x="111" y="21"/>
                </a:cubicBezTo>
                <a:moveTo>
                  <a:pt x="111" y="21"/>
                </a:moveTo>
                <a:cubicBezTo>
                  <a:pt x="111" y="21"/>
                  <a:pt x="111" y="21"/>
                  <a:pt x="111" y="21"/>
                </a:cubicBezTo>
                <a:cubicBezTo>
                  <a:pt x="111" y="21"/>
                  <a:pt x="111" y="21"/>
                  <a:pt x="111" y="21"/>
                </a:cubicBezTo>
                <a:moveTo>
                  <a:pt x="111" y="21"/>
                </a:moveTo>
                <a:cubicBezTo>
                  <a:pt x="111" y="21"/>
                  <a:pt x="111" y="21"/>
                  <a:pt x="111" y="21"/>
                </a:cubicBezTo>
                <a:cubicBezTo>
                  <a:pt x="111" y="21"/>
                  <a:pt x="111" y="21"/>
                  <a:pt x="111" y="21"/>
                </a:cubicBezTo>
                <a:moveTo>
                  <a:pt x="111" y="21"/>
                </a:moveTo>
                <a:cubicBezTo>
                  <a:pt x="111" y="21"/>
                  <a:pt x="111" y="21"/>
                  <a:pt x="111" y="21"/>
                </a:cubicBezTo>
                <a:cubicBezTo>
                  <a:pt x="111" y="21"/>
                  <a:pt x="111" y="21"/>
                  <a:pt x="111" y="21"/>
                </a:cubicBezTo>
                <a:moveTo>
                  <a:pt x="111" y="20"/>
                </a:moveTo>
                <a:cubicBezTo>
                  <a:pt x="111" y="20"/>
                  <a:pt x="111" y="20"/>
                  <a:pt x="111" y="20"/>
                </a:cubicBezTo>
                <a:cubicBezTo>
                  <a:pt x="111" y="20"/>
                  <a:pt x="111" y="20"/>
                  <a:pt x="111" y="20"/>
                </a:cubicBezTo>
                <a:moveTo>
                  <a:pt x="111" y="20"/>
                </a:moveTo>
                <a:cubicBezTo>
                  <a:pt x="111" y="20"/>
                  <a:pt x="111" y="20"/>
                  <a:pt x="111" y="20"/>
                </a:cubicBezTo>
                <a:cubicBezTo>
                  <a:pt x="111" y="20"/>
                  <a:pt x="111" y="20"/>
                  <a:pt x="111" y="20"/>
                </a:cubicBezTo>
                <a:moveTo>
                  <a:pt x="111" y="20"/>
                </a:moveTo>
                <a:cubicBezTo>
                  <a:pt x="111" y="20"/>
                  <a:pt x="111" y="20"/>
                  <a:pt x="111" y="20"/>
                </a:cubicBezTo>
                <a:cubicBezTo>
                  <a:pt x="111" y="20"/>
                  <a:pt x="111" y="20"/>
                  <a:pt x="111" y="20"/>
                </a:cubicBezTo>
                <a:moveTo>
                  <a:pt x="111" y="20"/>
                </a:moveTo>
                <a:cubicBezTo>
                  <a:pt x="111" y="20"/>
                  <a:pt x="111" y="20"/>
                  <a:pt x="111" y="20"/>
                </a:cubicBezTo>
                <a:cubicBezTo>
                  <a:pt x="111" y="20"/>
                  <a:pt x="111" y="20"/>
                  <a:pt x="111" y="20"/>
                </a:cubicBezTo>
                <a:cubicBezTo>
                  <a:pt x="111" y="20"/>
                  <a:pt x="111" y="20"/>
                  <a:pt x="111" y="20"/>
                </a:cubicBezTo>
                <a:moveTo>
                  <a:pt x="111" y="19"/>
                </a:moveTo>
                <a:cubicBezTo>
                  <a:pt x="111" y="19"/>
                  <a:pt x="111" y="19"/>
                  <a:pt x="111" y="20"/>
                </a:cubicBezTo>
                <a:cubicBezTo>
                  <a:pt x="111" y="19"/>
                  <a:pt x="111" y="19"/>
                  <a:pt x="111" y="19"/>
                </a:cubicBezTo>
                <a:moveTo>
                  <a:pt x="110" y="0"/>
                </a:moveTo>
                <a:cubicBezTo>
                  <a:pt x="110" y="0"/>
                  <a:pt x="110" y="0"/>
                  <a:pt x="110" y="0"/>
                </a:cubicBezTo>
                <a:cubicBezTo>
                  <a:pt x="111" y="7"/>
                  <a:pt x="111" y="13"/>
                  <a:pt x="111" y="19"/>
                </a:cubicBezTo>
                <a:cubicBezTo>
                  <a:pt x="111" y="13"/>
                  <a:pt x="111" y="7"/>
                  <a:pt x="110"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 name="Oval 23"/>
          <p:cNvSpPr>
            <a:spLocks noChangeArrowheads="1"/>
          </p:cNvSpPr>
          <p:nvPr/>
        </p:nvSpPr>
        <p:spPr bwMode="auto">
          <a:xfrm>
            <a:off x="8255000" y="700088"/>
            <a:ext cx="228600" cy="228600"/>
          </a:xfrm>
          <a:prstGeom prst="ellipse">
            <a:avLst/>
          </a:prstGeom>
          <a:solidFill>
            <a:srgbClr val="EAA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 name="Freeform 24"/>
          <p:cNvSpPr>
            <a:spLocks noEditPoints="1"/>
          </p:cNvSpPr>
          <p:nvPr/>
        </p:nvSpPr>
        <p:spPr bwMode="auto">
          <a:xfrm>
            <a:off x="7539038" y="303213"/>
            <a:ext cx="1592263" cy="1104900"/>
          </a:xfrm>
          <a:custGeom>
            <a:avLst/>
            <a:gdLst>
              <a:gd name="T0" fmla="*/ 168 w 285"/>
              <a:gd name="T1" fmla="*/ 98 h 198"/>
              <a:gd name="T2" fmla="*/ 160 w 285"/>
              <a:gd name="T3" fmla="*/ 109 h 198"/>
              <a:gd name="T4" fmla="*/ 231 w 285"/>
              <a:gd name="T5" fmla="*/ 198 h 198"/>
              <a:gd name="T6" fmla="*/ 243 w 285"/>
              <a:gd name="T7" fmla="*/ 192 h 198"/>
              <a:gd name="T8" fmla="*/ 168 w 285"/>
              <a:gd name="T9" fmla="*/ 98 h 198"/>
              <a:gd name="T10" fmla="*/ 0 w 285"/>
              <a:gd name="T11" fmla="*/ 39 h 198"/>
              <a:gd name="T12" fmla="*/ 0 w 285"/>
              <a:gd name="T13" fmla="*/ 52 h 198"/>
              <a:gd name="T14" fmla="*/ 129 w 285"/>
              <a:gd name="T15" fmla="*/ 87 h 198"/>
              <a:gd name="T16" fmla="*/ 136 w 285"/>
              <a:gd name="T17" fmla="*/ 76 h 198"/>
              <a:gd name="T18" fmla="*/ 0 w 285"/>
              <a:gd name="T19" fmla="*/ 39 h 198"/>
              <a:gd name="T20" fmla="*/ 285 w 285"/>
              <a:gd name="T21" fmla="*/ 0 h 198"/>
              <a:gd name="T22" fmla="*/ 200 w 285"/>
              <a:gd name="T23" fmla="*/ 0 h 198"/>
              <a:gd name="T24" fmla="*/ 198 w 285"/>
              <a:gd name="T25" fmla="*/ 3 h 198"/>
              <a:gd name="T26" fmla="*/ 153 w 285"/>
              <a:gd name="T27" fmla="*/ 72 h 198"/>
              <a:gd name="T28" fmla="*/ 165 w 285"/>
              <a:gd name="T29" fmla="*/ 79 h 198"/>
              <a:gd name="T30" fmla="*/ 207 w 285"/>
              <a:gd name="T31" fmla="*/ 13 h 198"/>
              <a:gd name="T32" fmla="*/ 285 w 285"/>
              <a:gd name="T33" fmla="*/ 13 h 198"/>
              <a:gd name="T34" fmla="*/ 285 w 285"/>
              <a:gd name="T35" fmla="*/ 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5" h="198">
                <a:moveTo>
                  <a:pt x="168" y="98"/>
                </a:moveTo>
                <a:cubicBezTo>
                  <a:pt x="167" y="102"/>
                  <a:pt x="164" y="106"/>
                  <a:pt x="160" y="109"/>
                </a:cubicBezTo>
                <a:cubicBezTo>
                  <a:pt x="190" y="133"/>
                  <a:pt x="214" y="163"/>
                  <a:pt x="231" y="198"/>
                </a:cubicBezTo>
                <a:cubicBezTo>
                  <a:pt x="243" y="192"/>
                  <a:pt x="243" y="192"/>
                  <a:pt x="243" y="192"/>
                </a:cubicBezTo>
                <a:cubicBezTo>
                  <a:pt x="226" y="155"/>
                  <a:pt x="200" y="123"/>
                  <a:pt x="168" y="98"/>
                </a:cubicBezTo>
                <a:moveTo>
                  <a:pt x="0" y="39"/>
                </a:moveTo>
                <a:cubicBezTo>
                  <a:pt x="0" y="52"/>
                  <a:pt x="0" y="52"/>
                  <a:pt x="0" y="52"/>
                </a:cubicBezTo>
                <a:cubicBezTo>
                  <a:pt x="46" y="52"/>
                  <a:pt x="90" y="64"/>
                  <a:pt x="129" y="87"/>
                </a:cubicBezTo>
                <a:cubicBezTo>
                  <a:pt x="130" y="83"/>
                  <a:pt x="133" y="79"/>
                  <a:pt x="136" y="76"/>
                </a:cubicBezTo>
                <a:cubicBezTo>
                  <a:pt x="95" y="52"/>
                  <a:pt x="48" y="39"/>
                  <a:pt x="0" y="39"/>
                </a:cubicBezTo>
                <a:moveTo>
                  <a:pt x="285" y="0"/>
                </a:moveTo>
                <a:cubicBezTo>
                  <a:pt x="200" y="0"/>
                  <a:pt x="200" y="0"/>
                  <a:pt x="200" y="0"/>
                </a:cubicBezTo>
                <a:cubicBezTo>
                  <a:pt x="198" y="3"/>
                  <a:pt x="198" y="3"/>
                  <a:pt x="198" y="3"/>
                </a:cubicBezTo>
                <a:cubicBezTo>
                  <a:pt x="153" y="72"/>
                  <a:pt x="153" y="72"/>
                  <a:pt x="153" y="72"/>
                </a:cubicBezTo>
                <a:cubicBezTo>
                  <a:pt x="158" y="73"/>
                  <a:pt x="162" y="76"/>
                  <a:pt x="165" y="79"/>
                </a:cubicBezTo>
                <a:cubicBezTo>
                  <a:pt x="207" y="13"/>
                  <a:pt x="207" y="13"/>
                  <a:pt x="207" y="13"/>
                </a:cubicBezTo>
                <a:cubicBezTo>
                  <a:pt x="285" y="13"/>
                  <a:pt x="285" y="13"/>
                  <a:pt x="285" y="13"/>
                </a:cubicBezTo>
                <a:cubicBezTo>
                  <a:pt x="285" y="0"/>
                  <a:pt x="285" y="0"/>
                  <a:pt x="285"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 name="Freeform 25"/>
          <p:cNvSpPr>
            <a:spLocks/>
          </p:cNvSpPr>
          <p:nvPr/>
        </p:nvSpPr>
        <p:spPr bwMode="auto">
          <a:xfrm>
            <a:off x="8259763" y="706438"/>
            <a:ext cx="217488" cy="206375"/>
          </a:xfrm>
          <a:custGeom>
            <a:avLst/>
            <a:gdLst>
              <a:gd name="T0" fmla="*/ 24 w 39"/>
              <a:gd name="T1" fmla="*/ 0 h 37"/>
              <a:gd name="T2" fmla="*/ 18 w 39"/>
              <a:gd name="T3" fmla="*/ 10 h 37"/>
              <a:gd name="T4" fmla="*/ 17 w 39"/>
              <a:gd name="T5" fmla="*/ 10 h 37"/>
              <a:gd name="T6" fmla="*/ 7 w 39"/>
              <a:gd name="T7" fmla="*/ 4 h 37"/>
              <a:gd name="T8" fmla="*/ 0 w 39"/>
              <a:gd name="T9" fmla="*/ 15 h 37"/>
              <a:gd name="T10" fmla="*/ 9 w 39"/>
              <a:gd name="T11" fmla="*/ 21 h 37"/>
              <a:gd name="T12" fmla="*/ 31 w 39"/>
              <a:gd name="T13" fmla="*/ 37 h 37"/>
              <a:gd name="T14" fmla="*/ 39 w 39"/>
              <a:gd name="T15" fmla="*/ 26 h 37"/>
              <a:gd name="T16" fmla="*/ 29 w 39"/>
              <a:gd name="T17" fmla="*/ 18 h 37"/>
              <a:gd name="T18" fmla="*/ 36 w 39"/>
              <a:gd name="T19" fmla="*/ 7 h 37"/>
              <a:gd name="T20" fmla="*/ 24 w 39"/>
              <a:gd name="T21"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37">
                <a:moveTo>
                  <a:pt x="24" y="0"/>
                </a:moveTo>
                <a:cubicBezTo>
                  <a:pt x="18" y="10"/>
                  <a:pt x="18" y="10"/>
                  <a:pt x="18" y="10"/>
                </a:cubicBezTo>
                <a:cubicBezTo>
                  <a:pt x="17" y="10"/>
                  <a:pt x="17" y="10"/>
                  <a:pt x="17" y="10"/>
                </a:cubicBezTo>
                <a:cubicBezTo>
                  <a:pt x="13" y="8"/>
                  <a:pt x="10" y="6"/>
                  <a:pt x="7" y="4"/>
                </a:cubicBezTo>
                <a:cubicBezTo>
                  <a:pt x="4" y="7"/>
                  <a:pt x="1" y="11"/>
                  <a:pt x="0" y="15"/>
                </a:cubicBezTo>
                <a:cubicBezTo>
                  <a:pt x="3" y="17"/>
                  <a:pt x="6" y="19"/>
                  <a:pt x="9" y="21"/>
                </a:cubicBezTo>
                <a:cubicBezTo>
                  <a:pt x="17" y="26"/>
                  <a:pt x="24" y="31"/>
                  <a:pt x="31" y="37"/>
                </a:cubicBezTo>
                <a:cubicBezTo>
                  <a:pt x="35" y="34"/>
                  <a:pt x="38" y="30"/>
                  <a:pt x="39" y="26"/>
                </a:cubicBezTo>
                <a:cubicBezTo>
                  <a:pt x="36" y="23"/>
                  <a:pt x="32" y="21"/>
                  <a:pt x="29" y="18"/>
                </a:cubicBezTo>
                <a:cubicBezTo>
                  <a:pt x="36" y="7"/>
                  <a:pt x="36" y="7"/>
                  <a:pt x="36" y="7"/>
                </a:cubicBezTo>
                <a:cubicBezTo>
                  <a:pt x="33" y="4"/>
                  <a:pt x="29" y="1"/>
                  <a:pt x="24" y="0"/>
                </a:cubicBezTo>
              </a:path>
            </a:pathLst>
          </a:custGeom>
          <a:solidFill>
            <a:srgbClr val="BA89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 name="Oval 26"/>
          <p:cNvSpPr>
            <a:spLocks noChangeArrowheads="1"/>
          </p:cNvSpPr>
          <p:nvPr/>
        </p:nvSpPr>
        <p:spPr bwMode="auto">
          <a:xfrm>
            <a:off x="8321675" y="766763"/>
            <a:ext cx="100013" cy="100013"/>
          </a:xfrm>
          <a:prstGeom prst="ellipse">
            <a:avLst/>
          </a:prstGeom>
          <a:solidFill>
            <a:srgbClr val="E6EA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 name="Oval 27"/>
          <p:cNvSpPr>
            <a:spLocks noChangeArrowheads="1"/>
          </p:cNvSpPr>
          <p:nvPr/>
        </p:nvSpPr>
        <p:spPr bwMode="auto">
          <a:xfrm>
            <a:off x="8321675" y="766763"/>
            <a:ext cx="100013" cy="100013"/>
          </a:xfrm>
          <a:prstGeom prst="ellipse">
            <a:avLst/>
          </a:prstGeom>
          <a:solidFill>
            <a:srgbClr val="E6EA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 name="Oval 28"/>
          <p:cNvSpPr>
            <a:spLocks noChangeArrowheads="1"/>
          </p:cNvSpPr>
          <p:nvPr/>
        </p:nvSpPr>
        <p:spPr bwMode="auto">
          <a:xfrm>
            <a:off x="7489825" y="509588"/>
            <a:ext cx="100013" cy="95250"/>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 name="Oval 29"/>
          <p:cNvSpPr>
            <a:spLocks noChangeArrowheads="1"/>
          </p:cNvSpPr>
          <p:nvPr/>
        </p:nvSpPr>
        <p:spPr bwMode="auto">
          <a:xfrm>
            <a:off x="8818563" y="1347788"/>
            <a:ext cx="95250" cy="95250"/>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 name="Oval 30"/>
          <p:cNvSpPr>
            <a:spLocks noChangeArrowheads="1"/>
          </p:cNvSpPr>
          <p:nvPr/>
        </p:nvSpPr>
        <p:spPr bwMode="auto">
          <a:xfrm>
            <a:off x="9086850" y="292100"/>
            <a:ext cx="93663" cy="95250"/>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 name="Oval 31"/>
          <p:cNvSpPr>
            <a:spLocks noChangeArrowheads="1"/>
          </p:cNvSpPr>
          <p:nvPr/>
        </p:nvSpPr>
        <p:spPr bwMode="auto">
          <a:xfrm>
            <a:off x="11464925" y="4840288"/>
            <a:ext cx="223838" cy="223838"/>
          </a:xfrm>
          <a:prstGeom prst="ellipse">
            <a:avLst/>
          </a:prstGeom>
          <a:solidFill>
            <a:srgbClr val="4F9D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 name="Freeform 32"/>
          <p:cNvSpPr>
            <a:spLocks noEditPoints="1"/>
          </p:cNvSpPr>
          <p:nvPr/>
        </p:nvSpPr>
        <p:spPr bwMode="auto">
          <a:xfrm>
            <a:off x="10990263" y="4316413"/>
            <a:ext cx="944563" cy="1271588"/>
          </a:xfrm>
          <a:custGeom>
            <a:avLst/>
            <a:gdLst>
              <a:gd name="T0" fmla="*/ 121 w 169"/>
              <a:gd name="T1" fmla="*/ 126 h 228"/>
              <a:gd name="T2" fmla="*/ 110 w 169"/>
              <a:gd name="T3" fmla="*/ 133 h 228"/>
              <a:gd name="T4" fmla="*/ 135 w 169"/>
              <a:gd name="T5" fmla="*/ 228 h 228"/>
              <a:gd name="T6" fmla="*/ 148 w 169"/>
              <a:gd name="T7" fmla="*/ 228 h 228"/>
              <a:gd name="T8" fmla="*/ 121 w 169"/>
              <a:gd name="T9" fmla="*/ 126 h 228"/>
              <a:gd name="T10" fmla="*/ 4 w 169"/>
              <a:gd name="T11" fmla="*/ 34 h 228"/>
              <a:gd name="T12" fmla="*/ 0 w 169"/>
              <a:gd name="T13" fmla="*/ 46 h 228"/>
              <a:gd name="T14" fmla="*/ 88 w 169"/>
              <a:gd name="T15" fmla="*/ 103 h 228"/>
              <a:gd name="T16" fmla="*/ 98 w 169"/>
              <a:gd name="T17" fmla="*/ 95 h 228"/>
              <a:gd name="T18" fmla="*/ 4 w 169"/>
              <a:gd name="T19" fmla="*/ 34 h 228"/>
              <a:gd name="T20" fmla="*/ 169 w 169"/>
              <a:gd name="T21" fmla="*/ 0 h 228"/>
              <a:gd name="T22" fmla="*/ 156 w 169"/>
              <a:gd name="T23" fmla="*/ 0 h 228"/>
              <a:gd name="T24" fmla="*/ 156 w 169"/>
              <a:gd name="T25" fmla="*/ 61 h 228"/>
              <a:gd name="T26" fmla="*/ 115 w 169"/>
              <a:gd name="T27" fmla="*/ 96 h 228"/>
              <a:gd name="T28" fmla="*/ 124 w 169"/>
              <a:gd name="T29" fmla="*/ 106 h 228"/>
              <a:gd name="T30" fmla="*/ 167 w 169"/>
              <a:gd name="T31" fmla="*/ 69 h 228"/>
              <a:gd name="T32" fmla="*/ 169 w 169"/>
              <a:gd name="T33" fmla="*/ 67 h 228"/>
              <a:gd name="T34" fmla="*/ 169 w 169"/>
              <a:gd name="T35" fmla="*/ 0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9" h="228">
                <a:moveTo>
                  <a:pt x="121" y="126"/>
                </a:moveTo>
                <a:cubicBezTo>
                  <a:pt x="118" y="130"/>
                  <a:pt x="114" y="132"/>
                  <a:pt x="110" y="133"/>
                </a:cubicBezTo>
                <a:cubicBezTo>
                  <a:pt x="126" y="162"/>
                  <a:pt x="135" y="194"/>
                  <a:pt x="135" y="228"/>
                </a:cubicBezTo>
                <a:cubicBezTo>
                  <a:pt x="148" y="228"/>
                  <a:pt x="148" y="228"/>
                  <a:pt x="148" y="228"/>
                </a:cubicBezTo>
                <a:cubicBezTo>
                  <a:pt x="148" y="192"/>
                  <a:pt x="139" y="157"/>
                  <a:pt x="121" y="126"/>
                </a:cubicBezTo>
                <a:moveTo>
                  <a:pt x="4" y="34"/>
                </a:moveTo>
                <a:cubicBezTo>
                  <a:pt x="0" y="46"/>
                  <a:pt x="0" y="46"/>
                  <a:pt x="0" y="46"/>
                </a:cubicBezTo>
                <a:cubicBezTo>
                  <a:pt x="34" y="56"/>
                  <a:pt x="65" y="76"/>
                  <a:pt x="88" y="103"/>
                </a:cubicBezTo>
                <a:cubicBezTo>
                  <a:pt x="90" y="99"/>
                  <a:pt x="94" y="96"/>
                  <a:pt x="98" y="95"/>
                </a:cubicBezTo>
                <a:cubicBezTo>
                  <a:pt x="73" y="66"/>
                  <a:pt x="40" y="44"/>
                  <a:pt x="4" y="34"/>
                </a:cubicBezTo>
                <a:moveTo>
                  <a:pt x="169" y="0"/>
                </a:moveTo>
                <a:cubicBezTo>
                  <a:pt x="156" y="0"/>
                  <a:pt x="156" y="0"/>
                  <a:pt x="156" y="0"/>
                </a:cubicBezTo>
                <a:cubicBezTo>
                  <a:pt x="156" y="61"/>
                  <a:pt x="156" y="61"/>
                  <a:pt x="156" y="61"/>
                </a:cubicBezTo>
                <a:cubicBezTo>
                  <a:pt x="115" y="96"/>
                  <a:pt x="115" y="96"/>
                  <a:pt x="115" y="96"/>
                </a:cubicBezTo>
                <a:cubicBezTo>
                  <a:pt x="119" y="98"/>
                  <a:pt x="122" y="102"/>
                  <a:pt x="124" y="106"/>
                </a:cubicBezTo>
                <a:cubicBezTo>
                  <a:pt x="167" y="69"/>
                  <a:pt x="167" y="69"/>
                  <a:pt x="167" y="69"/>
                </a:cubicBezTo>
                <a:cubicBezTo>
                  <a:pt x="169" y="67"/>
                  <a:pt x="169" y="67"/>
                  <a:pt x="169" y="67"/>
                </a:cubicBezTo>
                <a:cubicBezTo>
                  <a:pt x="169" y="0"/>
                  <a:pt x="169" y="0"/>
                  <a:pt x="169"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 name="Freeform 33"/>
          <p:cNvSpPr>
            <a:spLocks/>
          </p:cNvSpPr>
          <p:nvPr/>
        </p:nvSpPr>
        <p:spPr bwMode="auto">
          <a:xfrm>
            <a:off x="11482388" y="4846638"/>
            <a:ext cx="200025" cy="211138"/>
          </a:xfrm>
          <a:custGeom>
            <a:avLst/>
            <a:gdLst>
              <a:gd name="T0" fmla="*/ 10 w 36"/>
              <a:gd name="T1" fmla="*/ 0 h 38"/>
              <a:gd name="T2" fmla="*/ 0 w 36"/>
              <a:gd name="T3" fmla="*/ 8 h 38"/>
              <a:gd name="T4" fmla="*/ 9 w 36"/>
              <a:gd name="T5" fmla="*/ 19 h 38"/>
              <a:gd name="T6" fmla="*/ 22 w 36"/>
              <a:gd name="T7" fmla="*/ 38 h 38"/>
              <a:gd name="T8" fmla="*/ 33 w 36"/>
              <a:gd name="T9" fmla="*/ 31 h 38"/>
              <a:gd name="T10" fmla="*/ 26 w 36"/>
              <a:gd name="T11" fmla="*/ 20 h 38"/>
              <a:gd name="T12" fmla="*/ 36 w 36"/>
              <a:gd name="T13" fmla="*/ 11 h 38"/>
              <a:gd name="T14" fmla="*/ 27 w 36"/>
              <a:gd name="T15" fmla="*/ 1 h 38"/>
              <a:gd name="T16" fmla="*/ 18 w 36"/>
              <a:gd name="T17" fmla="*/ 9 h 38"/>
              <a:gd name="T18" fmla="*/ 10 w 36"/>
              <a:gd name="T19"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8">
                <a:moveTo>
                  <a:pt x="10" y="0"/>
                </a:moveTo>
                <a:cubicBezTo>
                  <a:pt x="6" y="1"/>
                  <a:pt x="2" y="4"/>
                  <a:pt x="0" y="8"/>
                </a:cubicBezTo>
                <a:cubicBezTo>
                  <a:pt x="3" y="11"/>
                  <a:pt x="6" y="15"/>
                  <a:pt x="9" y="19"/>
                </a:cubicBezTo>
                <a:cubicBezTo>
                  <a:pt x="14" y="25"/>
                  <a:pt x="18" y="32"/>
                  <a:pt x="22" y="38"/>
                </a:cubicBezTo>
                <a:cubicBezTo>
                  <a:pt x="26" y="37"/>
                  <a:pt x="30" y="35"/>
                  <a:pt x="33" y="31"/>
                </a:cubicBezTo>
                <a:cubicBezTo>
                  <a:pt x="31" y="27"/>
                  <a:pt x="29" y="24"/>
                  <a:pt x="26" y="20"/>
                </a:cubicBezTo>
                <a:cubicBezTo>
                  <a:pt x="36" y="11"/>
                  <a:pt x="36" y="11"/>
                  <a:pt x="36" y="11"/>
                </a:cubicBezTo>
                <a:cubicBezTo>
                  <a:pt x="34" y="7"/>
                  <a:pt x="31" y="3"/>
                  <a:pt x="27" y="1"/>
                </a:cubicBezTo>
                <a:cubicBezTo>
                  <a:pt x="18" y="9"/>
                  <a:pt x="18" y="9"/>
                  <a:pt x="18" y="9"/>
                </a:cubicBezTo>
                <a:cubicBezTo>
                  <a:pt x="16" y="6"/>
                  <a:pt x="13" y="3"/>
                  <a:pt x="10" y="0"/>
                </a:cubicBezTo>
              </a:path>
            </a:pathLst>
          </a:custGeom>
          <a:solidFill>
            <a:srgbClr val="3786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 name="Oval 34"/>
          <p:cNvSpPr>
            <a:spLocks noChangeArrowheads="1"/>
          </p:cNvSpPr>
          <p:nvPr/>
        </p:nvSpPr>
        <p:spPr bwMode="auto">
          <a:xfrm>
            <a:off x="11526838" y="4902200"/>
            <a:ext cx="100013" cy="100013"/>
          </a:xfrm>
          <a:prstGeom prst="ellipse">
            <a:avLst/>
          </a:prstGeom>
          <a:solidFill>
            <a:srgbClr val="E6EA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 name="Oval 35"/>
          <p:cNvSpPr>
            <a:spLocks noChangeArrowheads="1"/>
          </p:cNvSpPr>
          <p:nvPr/>
        </p:nvSpPr>
        <p:spPr bwMode="auto">
          <a:xfrm>
            <a:off x="11526838" y="4902200"/>
            <a:ext cx="100013" cy="100013"/>
          </a:xfrm>
          <a:prstGeom prst="ellipse">
            <a:avLst/>
          </a:prstGeom>
          <a:solidFill>
            <a:srgbClr val="E6EA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 name="Oval 36"/>
          <p:cNvSpPr>
            <a:spLocks noChangeArrowheads="1"/>
          </p:cNvSpPr>
          <p:nvPr/>
        </p:nvSpPr>
        <p:spPr bwMode="auto">
          <a:xfrm>
            <a:off x="10950575" y="4489450"/>
            <a:ext cx="101600" cy="95250"/>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 name="Oval 37"/>
          <p:cNvSpPr>
            <a:spLocks noChangeArrowheads="1"/>
          </p:cNvSpPr>
          <p:nvPr/>
        </p:nvSpPr>
        <p:spPr bwMode="auto">
          <a:xfrm>
            <a:off x="11850688" y="4265613"/>
            <a:ext cx="95250" cy="95250"/>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 name="Oval 38"/>
          <p:cNvSpPr>
            <a:spLocks noChangeArrowheads="1"/>
          </p:cNvSpPr>
          <p:nvPr/>
        </p:nvSpPr>
        <p:spPr bwMode="auto">
          <a:xfrm>
            <a:off x="11733213" y="5543550"/>
            <a:ext cx="95250" cy="95250"/>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 name="Oval 39"/>
          <p:cNvSpPr>
            <a:spLocks noChangeArrowheads="1"/>
          </p:cNvSpPr>
          <p:nvPr/>
        </p:nvSpPr>
        <p:spPr bwMode="auto">
          <a:xfrm>
            <a:off x="8064500" y="4132263"/>
            <a:ext cx="228600" cy="223838"/>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 name="Freeform 40"/>
          <p:cNvSpPr>
            <a:spLocks noEditPoints="1"/>
          </p:cNvSpPr>
          <p:nvPr/>
        </p:nvSpPr>
        <p:spPr bwMode="auto">
          <a:xfrm>
            <a:off x="7427913" y="3859213"/>
            <a:ext cx="1022350" cy="769938"/>
          </a:xfrm>
          <a:custGeom>
            <a:avLst/>
            <a:gdLst>
              <a:gd name="T0" fmla="*/ 122 w 183"/>
              <a:gd name="T1" fmla="*/ 84 h 138"/>
              <a:gd name="T2" fmla="*/ 110 w 183"/>
              <a:gd name="T3" fmla="*/ 137 h 138"/>
              <a:gd name="T4" fmla="*/ 123 w 183"/>
              <a:gd name="T5" fmla="*/ 138 h 138"/>
              <a:gd name="T6" fmla="*/ 134 w 183"/>
              <a:gd name="T7" fmla="*/ 89 h 138"/>
              <a:gd name="T8" fmla="*/ 122 w 183"/>
              <a:gd name="T9" fmla="*/ 84 h 138"/>
              <a:gd name="T10" fmla="*/ 174 w 183"/>
              <a:gd name="T11" fmla="*/ 1 h 138"/>
              <a:gd name="T12" fmla="*/ 137 w 183"/>
              <a:gd name="T13" fmla="*/ 49 h 138"/>
              <a:gd name="T14" fmla="*/ 149 w 183"/>
              <a:gd name="T15" fmla="*/ 55 h 138"/>
              <a:gd name="T16" fmla="*/ 183 w 183"/>
              <a:gd name="T17" fmla="*/ 10 h 138"/>
              <a:gd name="T18" fmla="*/ 174 w 183"/>
              <a:gd name="T19" fmla="*/ 1 h 138"/>
              <a:gd name="T20" fmla="*/ 75 w 183"/>
              <a:gd name="T21" fmla="*/ 0 h 138"/>
              <a:gd name="T22" fmla="*/ 0 w 183"/>
              <a:gd name="T23" fmla="*/ 0 h 138"/>
              <a:gd name="T24" fmla="*/ 0 w 183"/>
              <a:gd name="T25" fmla="*/ 13 h 138"/>
              <a:gd name="T26" fmla="*/ 69 w 183"/>
              <a:gd name="T27" fmla="*/ 13 h 138"/>
              <a:gd name="T28" fmla="*/ 117 w 183"/>
              <a:gd name="T29" fmla="*/ 60 h 138"/>
              <a:gd name="T30" fmla="*/ 126 w 183"/>
              <a:gd name="T31" fmla="*/ 51 h 138"/>
              <a:gd name="T32" fmla="*/ 77 w 183"/>
              <a:gd name="T33" fmla="*/ 1 h 138"/>
              <a:gd name="T34" fmla="*/ 75 w 183"/>
              <a:gd name="T3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3" h="138">
                <a:moveTo>
                  <a:pt x="122" y="84"/>
                </a:moveTo>
                <a:cubicBezTo>
                  <a:pt x="116" y="101"/>
                  <a:pt x="112" y="119"/>
                  <a:pt x="110" y="137"/>
                </a:cubicBezTo>
                <a:cubicBezTo>
                  <a:pt x="123" y="138"/>
                  <a:pt x="123" y="138"/>
                  <a:pt x="123" y="138"/>
                </a:cubicBezTo>
                <a:cubicBezTo>
                  <a:pt x="125" y="122"/>
                  <a:pt x="128" y="105"/>
                  <a:pt x="134" y="89"/>
                </a:cubicBezTo>
                <a:cubicBezTo>
                  <a:pt x="129" y="89"/>
                  <a:pt x="125" y="87"/>
                  <a:pt x="122" y="84"/>
                </a:cubicBezTo>
                <a:moveTo>
                  <a:pt x="174" y="1"/>
                </a:moveTo>
                <a:cubicBezTo>
                  <a:pt x="159" y="15"/>
                  <a:pt x="147" y="31"/>
                  <a:pt x="137" y="49"/>
                </a:cubicBezTo>
                <a:cubicBezTo>
                  <a:pt x="142" y="49"/>
                  <a:pt x="146" y="52"/>
                  <a:pt x="149" y="55"/>
                </a:cubicBezTo>
                <a:cubicBezTo>
                  <a:pt x="159" y="39"/>
                  <a:pt x="170" y="24"/>
                  <a:pt x="183" y="10"/>
                </a:cubicBezTo>
                <a:cubicBezTo>
                  <a:pt x="174" y="1"/>
                  <a:pt x="174" y="1"/>
                  <a:pt x="174" y="1"/>
                </a:cubicBezTo>
                <a:moveTo>
                  <a:pt x="75" y="0"/>
                </a:moveTo>
                <a:cubicBezTo>
                  <a:pt x="0" y="0"/>
                  <a:pt x="0" y="0"/>
                  <a:pt x="0" y="0"/>
                </a:cubicBezTo>
                <a:cubicBezTo>
                  <a:pt x="0" y="13"/>
                  <a:pt x="0" y="13"/>
                  <a:pt x="0" y="13"/>
                </a:cubicBezTo>
                <a:cubicBezTo>
                  <a:pt x="69" y="13"/>
                  <a:pt x="69" y="13"/>
                  <a:pt x="69" y="13"/>
                </a:cubicBezTo>
                <a:cubicBezTo>
                  <a:pt x="117" y="60"/>
                  <a:pt x="117" y="60"/>
                  <a:pt x="117" y="60"/>
                </a:cubicBezTo>
                <a:cubicBezTo>
                  <a:pt x="119" y="56"/>
                  <a:pt x="122" y="53"/>
                  <a:pt x="126" y="51"/>
                </a:cubicBezTo>
                <a:cubicBezTo>
                  <a:pt x="77" y="1"/>
                  <a:pt x="77" y="1"/>
                  <a:pt x="77" y="1"/>
                </a:cubicBezTo>
                <a:cubicBezTo>
                  <a:pt x="75" y="0"/>
                  <a:pt x="75" y="0"/>
                  <a:pt x="75"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 name="Freeform 41"/>
          <p:cNvSpPr>
            <a:spLocks/>
          </p:cNvSpPr>
          <p:nvPr/>
        </p:nvSpPr>
        <p:spPr bwMode="auto">
          <a:xfrm>
            <a:off x="8081963" y="4132263"/>
            <a:ext cx="177800" cy="223838"/>
          </a:xfrm>
          <a:custGeom>
            <a:avLst/>
            <a:gdLst>
              <a:gd name="T0" fmla="*/ 20 w 32"/>
              <a:gd name="T1" fmla="*/ 0 h 40"/>
              <a:gd name="T2" fmla="*/ 16 w 32"/>
              <a:gd name="T3" fmla="*/ 9 h 40"/>
              <a:gd name="T4" fmla="*/ 9 w 32"/>
              <a:gd name="T5" fmla="*/ 2 h 40"/>
              <a:gd name="T6" fmla="*/ 0 w 32"/>
              <a:gd name="T7" fmla="*/ 11 h 40"/>
              <a:gd name="T8" fmla="*/ 10 w 32"/>
              <a:gd name="T9" fmla="*/ 22 h 40"/>
              <a:gd name="T10" fmla="*/ 5 w 32"/>
              <a:gd name="T11" fmla="*/ 35 h 40"/>
              <a:gd name="T12" fmla="*/ 17 w 32"/>
              <a:gd name="T13" fmla="*/ 40 h 40"/>
              <a:gd name="T14" fmla="*/ 32 w 32"/>
              <a:gd name="T15" fmla="*/ 6 h 40"/>
              <a:gd name="T16" fmla="*/ 20 w 32"/>
              <a:gd name="T1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40">
                <a:moveTo>
                  <a:pt x="20" y="0"/>
                </a:moveTo>
                <a:cubicBezTo>
                  <a:pt x="19" y="3"/>
                  <a:pt x="17" y="6"/>
                  <a:pt x="16" y="9"/>
                </a:cubicBezTo>
                <a:cubicBezTo>
                  <a:pt x="9" y="2"/>
                  <a:pt x="9" y="2"/>
                  <a:pt x="9" y="2"/>
                </a:cubicBezTo>
                <a:cubicBezTo>
                  <a:pt x="5" y="4"/>
                  <a:pt x="2" y="7"/>
                  <a:pt x="0" y="11"/>
                </a:cubicBezTo>
                <a:cubicBezTo>
                  <a:pt x="10" y="22"/>
                  <a:pt x="10" y="22"/>
                  <a:pt x="10" y="22"/>
                </a:cubicBezTo>
                <a:cubicBezTo>
                  <a:pt x="8" y="26"/>
                  <a:pt x="6" y="31"/>
                  <a:pt x="5" y="35"/>
                </a:cubicBezTo>
                <a:cubicBezTo>
                  <a:pt x="8" y="38"/>
                  <a:pt x="12" y="40"/>
                  <a:pt x="17" y="40"/>
                </a:cubicBezTo>
                <a:cubicBezTo>
                  <a:pt x="21" y="28"/>
                  <a:pt x="26" y="17"/>
                  <a:pt x="32" y="6"/>
                </a:cubicBezTo>
                <a:cubicBezTo>
                  <a:pt x="29" y="3"/>
                  <a:pt x="25" y="0"/>
                  <a:pt x="20" y="0"/>
                </a:cubicBezTo>
              </a:path>
            </a:pathLst>
          </a:custGeom>
          <a:solidFill>
            <a:srgbClr val="37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 name="Oval 42"/>
          <p:cNvSpPr>
            <a:spLocks noChangeArrowheads="1"/>
          </p:cNvSpPr>
          <p:nvPr/>
        </p:nvSpPr>
        <p:spPr bwMode="auto">
          <a:xfrm>
            <a:off x="8131175" y="4194175"/>
            <a:ext cx="100013" cy="100013"/>
          </a:xfrm>
          <a:prstGeom prst="ellipse">
            <a:avLst/>
          </a:prstGeom>
          <a:solidFill>
            <a:srgbClr val="E6EA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 name="Oval 43"/>
          <p:cNvSpPr>
            <a:spLocks noChangeArrowheads="1"/>
          </p:cNvSpPr>
          <p:nvPr/>
        </p:nvSpPr>
        <p:spPr bwMode="auto">
          <a:xfrm>
            <a:off x="8131175" y="4194175"/>
            <a:ext cx="100013" cy="100013"/>
          </a:xfrm>
          <a:prstGeom prst="ellipse">
            <a:avLst/>
          </a:prstGeom>
          <a:solidFill>
            <a:srgbClr val="E6EA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 name="Oval 44"/>
          <p:cNvSpPr>
            <a:spLocks noChangeArrowheads="1"/>
          </p:cNvSpPr>
          <p:nvPr/>
        </p:nvSpPr>
        <p:spPr bwMode="auto">
          <a:xfrm>
            <a:off x="8377238" y="3841750"/>
            <a:ext cx="95250" cy="95250"/>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 name="Oval 45"/>
          <p:cNvSpPr>
            <a:spLocks noChangeArrowheads="1"/>
          </p:cNvSpPr>
          <p:nvPr/>
        </p:nvSpPr>
        <p:spPr bwMode="auto">
          <a:xfrm>
            <a:off x="8035925" y="4567238"/>
            <a:ext cx="95250" cy="95250"/>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 name="Oval 46"/>
          <p:cNvSpPr>
            <a:spLocks noChangeArrowheads="1"/>
          </p:cNvSpPr>
          <p:nvPr/>
        </p:nvSpPr>
        <p:spPr bwMode="auto">
          <a:xfrm>
            <a:off x="7383463" y="3848100"/>
            <a:ext cx="95250" cy="93663"/>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 name="Oval 47"/>
          <p:cNvSpPr>
            <a:spLocks noChangeArrowheads="1"/>
          </p:cNvSpPr>
          <p:nvPr/>
        </p:nvSpPr>
        <p:spPr bwMode="auto">
          <a:xfrm>
            <a:off x="7126288" y="5387975"/>
            <a:ext cx="228600" cy="228600"/>
          </a:xfrm>
          <a:prstGeom prst="ellipse">
            <a:avLst/>
          </a:prstGeom>
          <a:solidFill>
            <a:srgbClr val="AC6C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 name="Freeform 48"/>
          <p:cNvSpPr>
            <a:spLocks noEditPoints="1"/>
          </p:cNvSpPr>
          <p:nvPr/>
        </p:nvSpPr>
        <p:spPr bwMode="auto">
          <a:xfrm>
            <a:off x="6959600" y="4935538"/>
            <a:ext cx="490538" cy="1149350"/>
          </a:xfrm>
          <a:custGeom>
            <a:avLst/>
            <a:gdLst>
              <a:gd name="T0" fmla="*/ 58 w 88"/>
              <a:gd name="T1" fmla="*/ 120 h 206"/>
              <a:gd name="T2" fmla="*/ 50 w 88"/>
              <a:gd name="T3" fmla="*/ 122 h 206"/>
              <a:gd name="T4" fmla="*/ 45 w 88"/>
              <a:gd name="T5" fmla="*/ 121 h 206"/>
              <a:gd name="T6" fmla="*/ 77 w 88"/>
              <a:gd name="T7" fmla="*/ 206 h 206"/>
              <a:gd name="T8" fmla="*/ 88 w 88"/>
              <a:gd name="T9" fmla="*/ 199 h 206"/>
              <a:gd name="T10" fmla="*/ 58 w 88"/>
              <a:gd name="T11" fmla="*/ 120 h 206"/>
              <a:gd name="T12" fmla="*/ 31 w 88"/>
              <a:gd name="T13" fmla="*/ 95 h 206"/>
              <a:gd name="T14" fmla="*/ 0 w 88"/>
              <a:gd name="T15" fmla="*/ 95 h 206"/>
              <a:gd name="T16" fmla="*/ 0 w 88"/>
              <a:gd name="T17" fmla="*/ 108 h 206"/>
              <a:gd name="T18" fmla="*/ 31 w 88"/>
              <a:gd name="T19" fmla="*/ 108 h 206"/>
              <a:gd name="T20" fmla="*/ 30 w 88"/>
              <a:gd name="T21" fmla="*/ 102 h 206"/>
              <a:gd name="T22" fmla="*/ 31 w 88"/>
              <a:gd name="T23" fmla="*/ 95 h 206"/>
              <a:gd name="T24" fmla="*/ 75 w 88"/>
              <a:gd name="T25" fmla="*/ 0 h 206"/>
              <a:gd name="T26" fmla="*/ 45 w 88"/>
              <a:gd name="T27" fmla="*/ 82 h 206"/>
              <a:gd name="T28" fmla="*/ 50 w 88"/>
              <a:gd name="T29" fmla="*/ 81 h 206"/>
              <a:gd name="T30" fmla="*/ 58 w 88"/>
              <a:gd name="T31" fmla="*/ 83 h 206"/>
              <a:gd name="T32" fmla="*/ 86 w 88"/>
              <a:gd name="T33" fmla="*/ 8 h 206"/>
              <a:gd name="T34" fmla="*/ 75 w 88"/>
              <a:gd name="T35" fmla="*/ 0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8" h="206">
                <a:moveTo>
                  <a:pt x="58" y="120"/>
                </a:moveTo>
                <a:cubicBezTo>
                  <a:pt x="56" y="121"/>
                  <a:pt x="53" y="122"/>
                  <a:pt x="50" y="122"/>
                </a:cubicBezTo>
                <a:cubicBezTo>
                  <a:pt x="49" y="122"/>
                  <a:pt x="47" y="122"/>
                  <a:pt x="45" y="121"/>
                </a:cubicBezTo>
                <a:cubicBezTo>
                  <a:pt x="48" y="152"/>
                  <a:pt x="59" y="181"/>
                  <a:pt x="77" y="206"/>
                </a:cubicBezTo>
                <a:cubicBezTo>
                  <a:pt x="88" y="199"/>
                  <a:pt x="88" y="199"/>
                  <a:pt x="88" y="199"/>
                </a:cubicBezTo>
                <a:cubicBezTo>
                  <a:pt x="71" y="175"/>
                  <a:pt x="61" y="149"/>
                  <a:pt x="58" y="120"/>
                </a:cubicBezTo>
                <a:moveTo>
                  <a:pt x="31" y="95"/>
                </a:moveTo>
                <a:cubicBezTo>
                  <a:pt x="0" y="95"/>
                  <a:pt x="0" y="95"/>
                  <a:pt x="0" y="95"/>
                </a:cubicBezTo>
                <a:cubicBezTo>
                  <a:pt x="0" y="108"/>
                  <a:pt x="0" y="108"/>
                  <a:pt x="0" y="108"/>
                </a:cubicBezTo>
                <a:cubicBezTo>
                  <a:pt x="31" y="108"/>
                  <a:pt x="31" y="108"/>
                  <a:pt x="31" y="108"/>
                </a:cubicBezTo>
                <a:cubicBezTo>
                  <a:pt x="31" y="106"/>
                  <a:pt x="30" y="104"/>
                  <a:pt x="30" y="102"/>
                </a:cubicBezTo>
                <a:cubicBezTo>
                  <a:pt x="30" y="99"/>
                  <a:pt x="31" y="97"/>
                  <a:pt x="31" y="95"/>
                </a:cubicBezTo>
                <a:moveTo>
                  <a:pt x="75" y="0"/>
                </a:moveTo>
                <a:cubicBezTo>
                  <a:pt x="58" y="25"/>
                  <a:pt x="48" y="53"/>
                  <a:pt x="45" y="82"/>
                </a:cubicBezTo>
                <a:cubicBezTo>
                  <a:pt x="47" y="82"/>
                  <a:pt x="49" y="81"/>
                  <a:pt x="50" y="81"/>
                </a:cubicBezTo>
                <a:cubicBezTo>
                  <a:pt x="53" y="81"/>
                  <a:pt x="56" y="82"/>
                  <a:pt x="58" y="83"/>
                </a:cubicBezTo>
                <a:cubicBezTo>
                  <a:pt x="61" y="56"/>
                  <a:pt x="71" y="30"/>
                  <a:pt x="86" y="8"/>
                </a:cubicBezTo>
                <a:cubicBezTo>
                  <a:pt x="75" y="0"/>
                  <a:pt x="75" y="0"/>
                  <a:pt x="75"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 name="Freeform 49"/>
          <p:cNvSpPr>
            <a:spLocks/>
          </p:cNvSpPr>
          <p:nvPr/>
        </p:nvSpPr>
        <p:spPr bwMode="auto">
          <a:xfrm>
            <a:off x="7126288" y="5387975"/>
            <a:ext cx="157163" cy="228600"/>
          </a:xfrm>
          <a:custGeom>
            <a:avLst/>
            <a:gdLst>
              <a:gd name="T0" fmla="*/ 20 w 28"/>
              <a:gd name="T1" fmla="*/ 0 h 41"/>
              <a:gd name="T2" fmla="*/ 15 w 28"/>
              <a:gd name="T3" fmla="*/ 1 h 41"/>
              <a:gd name="T4" fmla="*/ 14 w 28"/>
              <a:gd name="T5" fmla="*/ 14 h 41"/>
              <a:gd name="T6" fmla="*/ 1 w 28"/>
              <a:gd name="T7" fmla="*/ 14 h 41"/>
              <a:gd name="T8" fmla="*/ 0 w 28"/>
              <a:gd name="T9" fmla="*/ 21 h 41"/>
              <a:gd name="T10" fmla="*/ 1 w 28"/>
              <a:gd name="T11" fmla="*/ 27 h 41"/>
              <a:gd name="T12" fmla="*/ 14 w 28"/>
              <a:gd name="T13" fmla="*/ 27 h 41"/>
              <a:gd name="T14" fmla="*/ 15 w 28"/>
              <a:gd name="T15" fmla="*/ 40 h 41"/>
              <a:gd name="T16" fmla="*/ 20 w 28"/>
              <a:gd name="T17" fmla="*/ 41 h 41"/>
              <a:gd name="T18" fmla="*/ 28 w 28"/>
              <a:gd name="T19" fmla="*/ 39 h 41"/>
              <a:gd name="T20" fmla="*/ 27 w 28"/>
              <a:gd name="T21" fmla="*/ 21 h 41"/>
              <a:gd name="T22" fmla="*/ 28 w 28"/>
              <a:gd name="T23" fmla="*/ 2 h 41"/>
              <a:gd name="T24" fmla="*/ 20 w 28"/>
              <a:gd name="T25"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 h="41">
                <a:moveTo>
                  <a:pt x="20" y="0"/>
                </a:moveTo>
                <a:cubicBezTo>
                  <a:pt x="19" y="0"/>
                  <a:pt x="17" y="1"/>
                  <a:pt x="15" y="1"/>
                </a:cubicBezTo>
                <a:cubicBezTo>
                  <a:pt x="14" y="5"/>
                  <a:pt x="14" y="10"/>
                  <a:pt x="14" y="14"/>
                </a:cubicBezTo>
                <a:cubicBezTo>
                  <a:pt x="1" y="14"/>
                  <a:pt x="1" y="14"/>
                  <a:pt x="1" y="14"/>
                </a:cubicBezTo>
                <a:cubicBezTo>
                  <a:pt x="1" y="16"/>
                  <a:pt x="0" y="18"/>
                  <a:pt x="0" y="21"/>
                </a:cubicBezTo>
                <a:cubicBezTo>
                  <a:pt x="0" y="23"/>
                  <a:pt x="1" y="25"/>
                  <a:pt x="1" y="27"/>
                </a:cubicBezTo>
                <a:cubicBezTo>
                  <a:pt x="14" y="27"/>
                  <a:pt x="14" y="27"/>
                  <a:pt x="14" y="27"/>
                </a:cubicBezTo>
                <a:cubicBezTo>
                  <a:pt x="14" y="32"/>
                  <a:pt x="14" y="36"/>
                  <a:pt x="15" y="40"/>
                </a:cubicBezTo>
                <a:cubicBezTo>
                  <a:pt x="17" y="41"/>
                  <a:pt x="19" y="41"/>
                  <a:pt x="20" y="41"/>
                </a:cubicBezTo>
                <a:cubicBezTo>
                  <a:pt x="23" y="41"/>
                  <a:pt x="26" y="40"/>
                  <a:pt x="28" y="39"/>
                </a:cubicBezTo>
                <a:cubicBezTo>
                  <a:pt x="28" y="33"/>
                  <a:pt x="27" y="27"/>
                  <a:pt x="27" y="21"/>
                </a:cubicBezTo>
                <a:cubicBezTo>
                  <a:pt x="27" y="14"/>
                  <a:pt x="28" y="8"/>
                  <a:pt x="28" y="2"/>
                </a:cubicBezTo>
                <a:cubicBezTo>
                  <a:pt x="26" y="1"/>
                  <a:pt x="23" y="0"/>
                  <a:pt x="20" y="0"/>
                </a:cubicBezTo>
              </a:path>
            </a:pathLst>
          </a:custGeom>
          <a:solidFill>
            <a:srgbClr val="895C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 name="Oval 50"/>
          <p:cNvSpPr>
            <a:spLocks noChangeArrowheads="1"/>
          </p:cNvSpPr>
          <p:nvPr/>
        </p:nvSpPr>
        <p:spPr bwMode="auto">
          <a:xfrm>
            <a:off x="7188200" y="5454650"/>
            <a:ext cx="106363" cy="100013"/>
          </a:xfrm>
          <a:prstGeom prst="ellipse">
            <a:avLst/>
          </a:prstGeom>
          <a:solidFill>
            <a:srgbClr val="E6EA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 name="Oval 51"/>
          <p:cNvSpPr>
            <a:spLocks noChangeArrowheads="1"/>
          </p:cNvSpPr>
          <p:nvPr/>
        </p:nvSpPr>
        <p:spPr bwMode="auto">
          <a:xfrm>
            <a:off x="7188200" y="5454650"/>
            <a:ext cx="106363" cy="100013"/>
          </a:xfrm>
          <a:prstGeom prst="ellipse">
            <a:avLst/>
          </a:prstGeom>
          <a:solidFill>
            <a:srgbClr val="E6EA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 name="Oval 52"/>
          <p:cNvSpPr>
            <a:spLocks noChangeArrowheads="1"/>
          </p:cNvSpPr>
          <p:nvPr/>
        </p:nvSpPr>
        <p:spPr bwMode="auto">
          <a:xfrm>
            <a:off x="7361238" y="4908550"/>
            <a:ext cx="95250" cy="100013"/>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 name="Oval 53"/>
          <p:cNvSpPr>
            <a:spLocks noChangeArrowheads="1"/>
          </p:cNvSpPr>
          <p:nvPr/>
        </p:nvSpPr>
        <p:spPr bwMode="auto">
          <a:xfrm>
            <a:off x="7372350" y="6018213"/>
            <a:ext cx="95250" cy="95250"/>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 name="Oval 54"/>
          <p:cNvSpPr>
            <a:spLocks noChangeArrowheads="1"/>
          </p:cNvSpPr>
          <p:nvPr/>
        </p:nvSpPr>
        <p:spPr bwMode="auto">
          <a:xfrm>
            <a:off x="6913563" y="5454650"/>
            <a:ext cx="95250" cy="95250"/>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 name="Oval 55"/>
          <p:cNvSpPr>
            <a:spLocks noChangeArrowheads="1"/>
          </p:cNvSpPr>
          <p:nvPr/>
        </p:nvSpPr>
        <p:spPr bwMode="auto">
          <a:xfrm>
            <a:off x="10588625" y="2541588"/>
            <a:ext cx="228600" cy="223838"/>
          </a:xfrm>
          <a:prstGeom prst="ellipse">
            <a:avLst/>
          </a:prstGeom>
          <a:solidFill>
            <a:srgbClr val="D167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 name="Freeform 56"/>
          <p:cNvSpPr>
            <a:spLocks noEditPoints="1"/>
          </p:cNvSpPr>
          <p:nvPr/>
        </p:nvSpPr>
        <p:spPr bwMode="auto">
          <a:xfrm>
            <a:off x="10175875" y="1882775"/>
            <a:ext cx="1160463" cy="1747838"/>
          </a:xfrm>
          <a:custGeom>
            <a:avLst/>
            <a:gdLst>
              <a:gd name="T0" fmla="*/ 105 w 208"/>
              <a:gd name="T1" fmla="*/ 155 h 313"/>
              <a:gd name="T2" fmla="*/ 94 w 208"/>
              <a:gd name="T3" fmla="*/ 158 h 313"/>
              <a:gd name="T4" fmla="*/ 92 w 208"/>
              <a:gd name="T5" fmla="*/ 158 h 313"/>
              <a:gd name="T6" fmla="*/ 97 w 208"/>
              <a:gd name="T7" fmla="*/ 204 h 313"/>
              <a:gd name="T8" fmla="*/ 73 w 208"/>
              <a:gd name="T9" fmla="*/ 307 h 313"/>
              <a:gd name="T10" fmla="*/ 85 w 208"/>
              <a:gd name="T11" fmla="*/ 313 h 313"/>
              <a:gd name="T12" fmla="*/ 110 w 208"/>
              <a:gd name="T13" fmla="*/ 204 h 313"/>
              <a:gd name="T14" fmla="*/ 105 w 208"/>
              <a:gd name="T15" fmla="*/ 155 h 313"/>
              <a:gd name="T16" fmla="*/ 208 w 208"/>
              <a:gd name="T17" fmla="*/ 28 h 313"/>
              <a:gd name="T18" fmla="*/ 194 w 208"/>
              <a:gd name="T19" fmla="*/ 28 h 313"/>
              <a:gd name="T20" fmla="*/ 194 w 208"/>
              <a:gd name="T21" fmla="*/ 80 h 313"/>
              <a:gd name="T22" fmla="*/ 109 w 208"/>
              <a:gd name="T23" fmla="*/ 123 h 313"/>
              <a:gd name="T24" fmla="*/ 115 w 208"/>
              <a:gd name="T25" fmla="*/ 135 h 313"/>
              <a:gd name="T26" fmla="*/ 204 w 208"/>
              <a:gd name="T27" fmla="*/ 90 h 313"/>
              <a:gd name="T28" fmla="*/ 208 w 208"/>
              <a:gd name="T29" fmla="*/ 88 h 313"/>
              <a:gd name="T30" fmla="*/ 208 w 208"/>
              <a:gd name="T31" fmla="*/ 28 h 313"/>
              <a:gd name="T32" fmla="*/ 8 w 208"/>
              <a:gd name="T33" fmla="*/ 0 h 313"/>
              <a:gd name="T34" fmla="*/ 0 w 208"/>
              <a:gd name="T35" fmla="*/ 11 h 313"/>
              <a:gd name="T36" fmla="*/ 70 w 208"/>
              <a:gd name="T37" fmla="*/ 94 h 313"/>
              <a:gd name="T38" fmla="*/ 82 w 208"/>
              <a:gd name="T39" fmla="*/ 122 h 313"/>
              <a:gd name="T40" fmla="*/ 94 w 208"/>
              <a:gd name="T41" fmla="*/ 118 h 313"/>
              <a:gd name="T42" fmla="*/ 95 w 208"/>
              <a:gd name="T43" fmla="*/ 118 h 313"/>
              <a:gd name="T44" fmla="*/ 82 w 208"/>
              <a:gd name="T45" fmla="*/ 88 h 313"/>
              <a:gd name="T46" fmla="*/ 8 w 208"/>
              <a:gd name="T47"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8" h="313">
                <a:moveTo>
                  <a:pt x="105" y="155"/>
                </a:moveTo>
                <a:cubicBezTo>
                  <a:pt x="102" y="157"/>
                  <a:pt x="98" y="158"/>
                  <a:pt x="94" y="158"/>
                </a:cubicBezTo>
                <a:cubicBezTo>
                  <a:pt x="94" y="158"/>
                  <a:pt x="93" y="158"/>
                  <a:pt x="92" y="158"/>
                </a:cubicBezTo>
                <a:cubicBezTo>
                  <a:pt x="95" y="173"/>
                  <a:pt x="97" y="188"/>
                  <a:pt x="97" y="204"/>
                </a:cubicBezTo>
                <a:cubicBezTo>
                  <a:pt x="97" y="240"/>
                  <a:pt x="89" y="275"/>
                  <a:pt x="73" y="307"/>
                </a:cubicBezTo>
                <a:cubicBezTo>
                  <a:pt x="85" y="313"/>
                  <a:pt x="85" y="313"/>
                  <a:pt x="85" y="313"/>
                </a:cubicBezTo>
                <a:cubicBezTo>
                  <a:pt x="102" y="278"/>
                  <a:pt x="110" y="242"/>
                  <a:pt x="110" y="204"/>
                </a:cubicBezTo>
                <a:cubicBezTo>
                  <a:pt x="110" y="187"/>
                  <a:pt x="108" y="171"/>
                  <a:pt x="105" y="155"/>
                </a:cubicBezTo>
                <a:moveTo>
                  <a:pt x="208" y="28"/>
                </a:moveTo>
                <a:cubicBezTo>
                  <a:pt x="194" y="28"/>
                  <a:pt x="194" y="28"/>
                  <a:pt x="194" y="28"/>
                </a:cubicBezTo>
                <a:cubicBezTo>
                  <a:pt x="194" y="80"/>
                  <a:pt x="194" y="80"/>
                  <a:pt x="194" y="80"/>
                </a:cubicBezTo>
                <a:cubicBezTo>
                  <a:pt x="109" y="123"/>
                  <a:pt x="109" y="123"/>
                  <a:pt x="109" y="123"/>
                </a:cubicBezTo>
                <a:cubicBezTo>
                  <a:pt x="112" y="127"/>
                  <a:pt x="114" y="131"/>
                  <a:pt x="115" y="135"/>
                </a:cubicBezTo>
                <a:cubicBezTo>
                  <a:pt x="204" y="90"/>
                  <a:pt x="204" y="90"/>
                  <a:pt x="204" y="90"/>
                </a:cubicBezTo>
                <a:cubicBezTo>
                  <a:pt x="208" y="88"/>
                  <a:pt x="208" y="88"/>
                  <a:pt x="208" y="88"/>
                </a:cubicBezTo>
                <a:cubicBezTo>
                  <a:pt x="208" y="28"/>
                  <a:pt x="208" y="28"/>
                  <a:pt x="208" y="28"/>
                </a:cubicBezTo>
                <a:moveTo>
                  <a:pt x="8" y="0"/>
                </a:moveTo>
                <a:cubicBezTo>
                  <a:pt x="0" y="11"/>
                  <a:pt x="0" y="11"/>
                  <a:pt x="0" y="11"/>
                </a:cubicBezTo>
                <a:cubicBezTo>
                  <a:pt x="29" y="33"/>
                  <a:pt x="54" y="62"/>
                  <a:pt x="70" y="94"/>
                </a:cubicBezTo>
                <a:cubicBezTo>
                  <a:pt x="75" y="103"/>
                  <a:pt x="79" y="112"/>
                  <a:pt x="82" y="122"/>
                </a:cubicBezTo>
                <a:cubicBezTo>
                  <a:pt x="86" y="119"/>
                  <a:pt x="90" y="118"/>
                  <a:pt x="94" y="118"/>
                </a:cubicBezTo>
                <a:cubicBezTo>
                  <a:pt x="95" y="118"/>
                  <a:pt x="95" y="118"/>
                  <a:pt x="95" y="118"/>
                </a:cubicBezTo>
                <a:cubicBezTo>
                  <a:pt x="91" y="108"/>
                  <a:pt x="87" y="98"/>
                  <a:pt x="82" y="88"/>
                </a:cubicBezTo>
                <a:cubicBezTo>
                  <a:pt x="65" y="54"/>
                  <a:pt x="39" y="23"/>
                  <a:pt x="8"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 name="Freeform 57"/>
          <p:cNvSpPr>
            <a:spLocks/>
          </p:cNvSpPr>
          <p:nvPr/>
        </p:nvSpPr>
        <p:spPr bwMode="auto">
          <a:xfrm>
            <a:off x="10633075" y="2541588"/>
            <a:ext cx="184150" cy="223838"/>
          </a:xfrm>
          <a:custGeom>
            <a:avLst/>
            <a:gdLst>
              <a:gd name="T0" fmla="*/ 12 w 33"/>
              <a:gd name="T1" fmla="*/ 0 h 40"/>
              <a:gd name="T2" fmla="*/ 0 w 33"/>
              <a:gd name="T3" fmla="*/ 4 h 40"/>
              <a:gd name="T4" fmla="*/ 10 w 33"/>
              <a:gd name="T5" fmla="*/ 40 h 40"/>
              <a:gd name="T6" fmla="*/ 12 w 33"/>
              <a:gd name="T7" fmla="*/ 40 h 40"/>
              <a:gd name="T8" fmla="*/ 23 w 33"/>
              <a:gd name="T9" fmla="*/ 37 h 40"/>
              <a:gd name="T10" fmla="*/ 20 w 33"/>
              <a:gd name="T11" fmla="*/ 24 h 40"/>
              <a:gd name="T12" fmla="*/ 33 w 33"/>
              <a:gd name="T13" fmla="*/ 17 h 40"/>
              <a:gd name="T14" fmla="*/ 27 w 33"/>
              <a:gd name="T15" fmla="*/ 5 h 40"/>
              <a:gd name="T16" fmla="*/ 17 w 33"/>
              <a:gd name="T17" fmla="*/ 10 h 40"/>
              <a:gd name="T18" fmla="*/ 13 w 33"/>
              <a:gd name="T19" fmla="*/ 0 h 40"/>
              <a:gd name="T20" fmla="*/ 12 w 33"/>
              <a:gd name="T2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40">
                <a:moveTo>
                  <a:pt x="12" y="0"/>
                </a:moveTo>
                <a:cubicBezTo>
                  <a:pt x="8" y="0"/>
                  <a:pt x="4" y="1"/>
                  <a:pt x="0" y="4"/>
                </a:cubicBezTo>
                <a:cubicBezTo>
                  <a:pt x="5" y="16"/>
                  <a:pt x="8" y="28"/>
                  <a:pt x="10" y="40"/>
                </a:cubicBezTo>
                <a:cubicBezTo>
                  <a:pt x="11" y="40"/>
                  <a:pt x="12" y="40"/>
                  <a:pt x="12" y="40"/>
                </a:cubicBezTo>
                <a:cubicBezTo>
                  <a:pt x="16" y="40"/>
                  <a:pt x="20" y="39"/>
                  <a:pt x="23" y="37"/>
                </a:cubicBezTo>
                <a:cubicBezTo>
                  <a:pt x="22" y="33"/>
                  <a:pt x="21" y="28"/>
                  <a:pt x="20" y="24"/>
                </a:cubicBezTo>
                <a:cubicBezTo>
                  <a:pt x="33" y="17"/>
                  <a:pt x="33" y="17"/>
                  <a:pt x="33" y="17"/>
                </a:cubicBezTo>
                <a:cubicBezTo>
                  <a:pt x="32" y="13"/>
                  <a:pt x="30" y="9"/>
                  <a:pt x="27" y="5"/>
                </a:cubicBezTo>
                <a:cubicBezTo>
                  <a:pt x="17" y="10"/>
                  <a:pt x="17" y="10"/>
                  <a:pt x="17" y="10"/>
                </a:cubicBezTo>
                <a:cubicBezTo>
                  <a:pt x="16" y="7"/>
                  <a:pt x="14" y="3"/>
                  <a:pt x="13" y="0"/>
                </a:cubicBezTo>
                <a:cubicBezTo>
                  <a:pt x="13" y="0"/>
                  <a:pt x="13" y="0"/>
                  <a:pt x="12" y="0"/>
                </a:cubicBezTo>
              </a:path>
            </a:pathLst>
          </a:custGeom>
          <a:solidFill>
            <a:srgbClr val="A958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 name="Oval 58"/>
          <p:cNvSpPr>
            <a:spLocks noChangeArrowheads="1"/>
          </p:cNvSpPr>
          <p:nvPr/>
        </p:nvSpPr>
        <p:spPr bwMode="auto">
          <a:xfrm>
            <a:off x="10650538" y="2603500"/>
            <a:ext cx="104775" cy="100013"/>
          </a:xfrm>
          <a:prstGeom prst="ellipse">
            <a:avLst/>
          </a:prstGeom>
          <a:solidFill>
            <a:srgbClr val="E6EA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 name="Oval 59"/>
          <p:cNvSpPr>
            <a:spLocks noChangeArrowheads="1"/>
          </p:cNvSpPr>
          <p:nvPr/>
        </p:nvSpPr>
        <p:spPr bwMode="auto">
          <a:xfrm>
            <a:off x="10650538" y="2603500"/>
            <a:ext cx="104775" cy="100013"/>
          </a:xfrm>
          <a:prstGeom prst="ellipse">
            <a:avLst/>
          </a:prstGeom>
          <a:solidFill>
            <a:srgbClr val="E6EA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 name="Oval 60"/>
          <p:cNvSpPr>
            <a:spLocks noChangeArrowheads="1"/>
          </p:cNvSpPr>
          <p:nvPr/>
        </p:nvSpPr>
        <p:spPr bwMode="auto">
          <a:xfrm>
            <a:off x="10571163" y="3562350"/>
            <a:ext cx="95250" cy="95250"/>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 name="Oval 61"/>
          <p:cNvSpPr>
            <a:spLocks noChangeArrowheads="1"/>
          </p:cNvSpPr>
          <p:nvPr/>
        </p:nvSpPr>
        <p:spPr bwMode="auto">
          <a:xfrm>
            <a:off x="10164763" y="1878013"/>
            <a:ext cx="93663" cy="93663"/>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 name="Oval 62"/>
          <p:cNvSpPr>
            <a:spLocks noChangeArrowheads="1"/>
          </p:cNvSpPr>
          <p:nvPr/>
        </p:nvSpPr>
        <p:spPr bwMode="auto">
          <a:xfrm>
            <a:off x="11247438" y="1995488"/>
            <a:ext cx="95250" cy="93663"/>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 name="Freeform 63"/>
          <p:cNvSpPr>
            <a:spLocks noEditPoints="1"/>
          </p:cNvSpPr>
          <p:nvPr/>
        </p:nvSpPr>
        <p:spPr bwMode="auto">
          <a:xfrm>
            <a:off x="7215188" y="1570038"/>
            <a:ext cx="738188" cy="904875"/>
          </a:xfrm>
          <a:custGeom>
            <a:avLst/>
            <a:gdLst>
              <a:gd name="T0" fmla="*/ 61 w 132"/>
              <a:gd name="T1" fmla="*/ 112 h 162"/>
              <a:gd name="T2" fmla="*/ 56 w 132"/>
              <a:gd name="T3" fmla="*/ 109 h 162"/>
              <a:gd name="T4" fmla="*/ 53 w 132"/>
              <a:gd name="T5" fmla="*/ 104 h 162"/>
              <a:gd name="T6" fmla="*/ 56 w 132"/>
              <a:gd name="T7" fmla="*/ 98 h 162"/>
              <a:gd name="T8" fmla="*/ 61 w 132"/>
              <a:gd name="T9" fmla="*/ 96 h 162"/>
              <a:gd name="T10" fmla="*/ 67 w 132"/>
              <a:gd name="T11" fmla="*/ 98 h 162"/>
              <a:gd name="T12" fmla="*/ 69 w 132"/>
              <a:gd name="T13" fmla="*/ 104 h 162"/>
              <a:gd name="T14" fmla="*/ 67 w 132"/>
              <a:gd name="T15" fmla="*/ 109 h 162"/>
              <a:gd name="T16" fmla="*/ 61 w 132"/>
              <a:gd name="T17" fmla="*/ 112 h 162"/>
              <a:gd name="T18" fmla="*/ 43 w 132"/>
              <a:gd name="T19" fmla="*/ 61 h 162"/>
              <a:gd name="T20" fmla="*/ 38 w 132"/>
              <a:gd name="T21" fmla="*/ 59 h 162"/>
              <a:gd name="T22" fmla="*/ 36 w 132"/>
              <a:gd name="T23" fmla="*/ 54 h 162"/>
              <a:gd name="T24" fmla="*/ 39 w 132"/>
              <a:gd name="T25" fmla="*/ 44 h 162"/>
              <a:gd name="T26" fmla="*/ 48 w 132"/>
              <a:gd name="T27" fmla="*/ 36 h 162"/>
              <a:gd name="T28" fmla="*/ 63 w 132"/>
              <a:gd name="T29" fmla="*/ 32 h 162"/>
              <a:gd name="T30" fmla="*/ 76 w 132"/>
              <a:gd name="T31" fmla="*/ 35 h 162"/>
              <a:gd name="T32" fmla="*/ 85 w 132"/>
              <a:gd name="T33" fmla="*/ 43 h 162"/>
              <a:gd name="T34" fmla="*/ 88 w 132"/>
              <a:gd name="T35" fmla="*/ 53 h 162"/>
              <a:gd name="T36" fmla="*/ 86 w 132"/>
              <a:gd name="T37" fmla="*/ 61 h 162"/>
              <a:gd name="T38" fmla="*/ 82 w 132"/>
              <a:gd name="T39" fmla="*/ 67 h 162"/>
              <a:gd name="T40" fmla="*/ 73 w 132"/>
              <a:gd name="T41" fmla="*/ 75 h 162"/>
              <a:gd name="T42" fmla="*/ 70 w 132"/>
              <a:gd name="T43" fmla="*/ 78 h 162"/>
              <a:gd name="T44" fmla="*/ 69 w 132"/>
              <a:gd name="T45" fmla="*/ 80 h 162"/>
              <a:gd name="T46" fmla="*/ 68 w 132"/>
              <a:gd name="T47" fmla="*/ 82 h 162"/>
              <a:gd name="T48" fmla="*/ 67 w 132"/>
              <a:gd name="T49" fmla="*/ 86 h 162"/>
              <a:gd name="T50" fmla="*/ 61 w 132"/>
              <a:gd name="T51" fmla="*/ 91 h 162"/>
              <a:gd name="T52" fmla="*/ 56 w 132"/>
              <a:gd name="T53" fmla="*/ 89 h 162"/>
              <a:gd name="T54" fmla="*/ 54 w 132"/>
              <a:gd name="T55" fmla="*/ 84 h 162"/>
              <a:gd name="T56" fmla="*/ 56 w 132"/>
              <a:gd name="T57" fmla="*/ 77 h 162"/>
              <a:gd name="T58" fmla="*/ 59 w 132"/>
              <a:gd name="T59" fmla="*/ 71 h 162"/>
              <a:gd name="T60" fmla="*/ 65 w 132"/>
              <a:gd name="T61" fmla="*/ 65 h 162"/>
              <a:gd name="T62" fmla="*/ 70 w 132"/>
              <a:gd name="T63" fmla="*/ 61 h 162"/>
              <a:gd name="T64" fmla="*/ 73 w 132"/>
              <a:gd name="T65" fmla="*/ 57 h 162"/>
              <a:gd name="T66" fmla="*/ 74 w 132"/>
              <a:gd name="T67" fmla="*/ 53 h 162"/>
              <a:gd name="T68" fmla="*/ 71 w 132"/>
              <a:gd name="T69" fmla="*/ 46 h 162"/>
              <a:gd name="T70" fmla="*/ 63 w 132"/>
              <a:gd name="T71" fmla="*/ 43 h 162"/>
              <a:gd name="T72" fmla="*/ 54 w 132"/>
              <a:gd name="T73" fmla="*/ 46 h 162"/>
              <a:gd name="T74" fmla="*/ 49 w 132"/>
              <a:gd name="T75" fmla="*/ 55 h 162"/>
              <a:gd name="T76" fmla="*/ 43 w 132"/>
              <a:gd name="T77" fmla="*/ 61 h 162"/>
              <a:gd name="T78" fmla="*/ 60 w 132"/>
              <a:gd name="T79" fmla="*/ 0 h 162"/>
              <a:gd name="T80" fmla="*/ 2 w 132"/>
              <a:gd name="T81" fmla="*/ 42 h 162"/>
              <a:gd name="T82" fmla="*/ 23 w 132"/>
              <a:gd name="T83" fmla="*/ 134 h 162"/>
              <a:gd name="T84" fmla="*/ 16 w 132"/>
              <a:gd name="T85" fmla="*/ 155 h 162"/>
              <a:gd name="T86" fmla="*/ 25 w 132"/>
              <a:gd name="T87" fmla="*/ 154 h 162"/>
              <a:gd name="T88" fmla="*/ 63 w 132"/>
              <a:gd name="T89" fmla="*/ 160 h 162"/>
              <a:gd name="T90" fmla="*/ 77 w 132"/>
              <a:gd name="T91" fmla="*/ 162 h 162"/>
              <a:gd name="T92" fmla="*/ 87 w 132"/>
              <a:gd name="T93" fmla="*/ 159 h 162"/>
              <a:gd name="T94" fmla="*/ 90 w 132"/>
              <a:gd name="T95" fmla="*/ 150 h 162"/>
              <a:gd name="T96" fmla="*/ 99 w 132"/>
              <a:gd name="T97" fmla="*/ 130 h 162"/>
              <a:gd name="T98" fmla="*/ 120 w 132"/>
              <a:gd name="T99" fmla="*/ 123 h 162"/>
              <a:gd name="T100" fmla="*/ 119 w 132"/>
              <a:gd name="T101" fmla="*/ 111 h 162"/>
              <a:gd name="T102" fmla="*/ 123 w 132"/>
              <a:gd name="T103" fmla="*/ 104 h 162"/>
              <a:gd name="T104" fmla="*/ 121 w 132"/>
              <a:gd name="T105" fmla="*/ 99 h 162"/>
              <a:gd name="T106" fmla="*/ 122 w 132"/>
              <a:gd name="T107" fmla="*/ 86 h 162"/>
              <a:gd name="T108" fmla="*/ 132 w 132"/>
              <a:gd name="T109" fmla="*/ 81 h 162"/>
              <a:gd name="T110" fmla="*/ 120 w 132"/>
              <a:gd name="T111" fmla="*/ 61 h 162"/>
              <a:gd name="T112" fmla="*/ 123 w 132"/>
              <a:gd name="T113" fmla="*/ 51 h 162"/>
              <a:gd name="T114" fmla="*/ 115 w 132"/>
              <a:gd name="T115" fmla="*/ 27 h 162"/>
              <a:gd name="T116" fmla="*/ 62 w 132"/>
              <a:gd name="T117" fmla="*/ 0 h 162"/>
              <a:gd name="T118" fmla="*/ 60 w 132"/>
              <a:gd name="T119"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2" h="162">
                <a:moveTo>
                  <a:pt x="61" y="112"/>
                </a:moveTo>
                <a:cubicBezTo>
                  <a:pt x="59" y="112"/>
                  <a:pt x="57" y="111"/>
                  <a:pt x="56" y="109"/>
                </a:cubicBezTo>
                <a:cubicBezTo>
                  <a:pt x="54" y="108"/>
                  <a:pt x="53" y="106"/>
                  <a:pt x="53" y="104"/>
                </a:cubicBezTo>
                <a:cubicBezTo>
                  <a:pt x="53" y="102"/>
                  <a:pt x="54" y="100"/>
                  <a:pt x="56" y="98"/>
                </a:cubicBezTo>
                <a:cubicBezTo>
                  <a:pt x="57" y="97"/>
                  <a:pt x="59" y="96"/>
                  <a:pt x="61" y="96"/>
                </a:cubicBezTo>
                <a:cubicBezTo>
                  <a:pt x="63" y="96"/>
                  <a:pt x="65" y="97"/>
                  <a:pt x="67" y="98"/>
                </a:cubicBezTo>
                <a:cubicBezTo>
                  <a:pt x="68" y="100"/>
                  <a:pt x="69" y="102"/>
                  <a:pt x="69" y="104"/>
                </a:cubicBezTo>
                <a:cubicBezTo>
                  <a:pt x="69" y="106"/>
                  <a:pt x="68" y="108"/>
                  <a:pt x="67" y="109"/>
                </a:cubicBezTo>
                <a:cubicBezTo>
                  <a:pt x="65" y="111"/>
                  <a:pt x="63" y="112"/>
                  <a:pt x="61" y="112"/>
                </a:cubicBezTo>
                <a:moveTo>
                  <a:pt x="43" y="61"/>
                </a:moveTo>
                <a:cubicBezTo>
                  <a:pt x="41" y="61"/>
                  <a:pt x="39" y="60"/>
                  <a:pt x="38" y="59"/>
                </a:cubicBezTo>
                <a:cubicBezTo>
                  <a:pt x="36" y="57"/>
                  <a:pt x="36" y="56"/>
                  <a:pt x="36" y="54"/>
                </a:cubicBezTo>
                <a:cubicBezTo>
                  <a:pt x="36" y="51"/>
                  <a:pt x="37" y="48"/>
                  <a:pt x="39" y="44"/>
                </a:cubicBezTo>
                <a:cubicBezTo>
                  <a:pt x="41" y="41"/>
                  <a:pt x="44" y="38"/>
                  <a:pt x="48" y="36"/>
                </a:cubicBezTo>
                <a:cubicBezTo>
                  <a:pt x="52" y="34"/>
                  <a:pt x="57" y="32"/>
                  <a:pt x="63" y="32"/>
                </a:cubicBezTo>
                <a:cubicBezTo>
                  <a:pt x="68" y="32"/>
                  <a:pt x="72" y="33"/>
                  <a:pt x="76" y="35"/>
                </a:cubicBezTo>
                <a:cubicBezTo>
                  <a:pt x="80" y="37"/>
                  <a:pt x="83" y="40"/>
                  <a:pt x="85" y="43"/>
                </a:cubicBezTo>
                <a:cubicBezTo>
                  <a:pt x="87" y="46"/>
                  <a:pt x="88" y="50"/>
                  <a:pt x="88" y="53"/>
                </a:cubicBezTo>
                <a:cubicBezTo>
                  <a:pt x="88" y="56"/>
                  <a:pt x="87" y="59"/>
                  <a:pt x="86" y="61"/>
                </a:cubicBezTo>
                <a:cubicBezTo>
                  <a:pt x="85" y="63"/>
                  <a:pt x="84" y="65"/>
                  <a:pt x="82" y="67"/>
                </a:cubicBezTo>
                <a:cubicBezTo>
                  <a:pt x="80" y="68"/>
                  <a:pt x="77" y="71"/>
                  <a:pt x="73" y="75"/>
                </a:cubicBezTo>
                <a:cubicBezTo>
                  <a:pt x="72" y="76"/>
                  <a:pt x="71" y="77"/>
                  <a:pt x="70" y="78"/>
                </a:cubicBezTo>
                <a:cubicBezTo>
                  <a:pt x="69" y="79"/>
                  <a:pt x="69" y="79"/>
                  <a:pt x="69" y="80"/>
                </a:cubicBezTo>
                <a:cubicBezTo>
                  <a:pt x="68" y="81"/>
                  <a:pt x="68" y="81"/>
                  <a:pt x="68" y="82"/>
                </a:cubicBezTo>
                <a:cubicBezTo>
                  <a:pt x="68" y="83"/>
                  <a:pt x="67" y="84"/>
                  <a:pt x="67" y="86"/>
                </a:cubicBezTo>
                <a:cubicBezTo>
                  <a:pt x="66" y="89"/>
                  <a:pt x="64" y="91"/>
                  <a:pt x="61" y="91"/>
                </a:cubicBezTo>
                <a:cubicBezTo>
                  <a:pt x="59" y="91"/>
                  <a:pt x="57" y="91"/>
                  <a:pt x="56" y="89"/>
                </a:cubicBezTo>
                <a:cubicBezTo>
                  <a:pt x="55" y="88"/>
                  <a:pt x="54" y="86"/>
                  <a:pt x="54" y="84"/>
                </a:cubicBezTo>
                <a:cubicBezTo>
                  <a:pt x="54" y="81"/>
                  <a:pt x="55" y="79"/>
                  <a:pt x="56" y="77"/>
                </a:cubicBezTo>
                <a:cubicBezTo>
                  <a:pt x="57" y="74"/>
                  <a:pt x="58" y="72"/>
                  <a:pt x="59" y="71"/>
                </a:cubicBezTo>
                <a:cubicBezTo>
                  <a:pt x="61" y="69"/>
                  <a:pt x="63" y="67"/>
                  <a:pt x="65" y="65"/>
                </a:cubicBezTo>
                <a:cubicBezTo>
                  <a:pt x="68" y="63"/>
                  <a:pt x="69" y="62"/>
                  <a:pt x="70" y="61"/>
                </a:cubicBezTo>
                <a:cubicBezTo>
                  <a:pt x="71" y="60"/>
                  <a:pt x="72" y="59"/>
                  <a:pt x="73" y="57"/>
                </a:cubicBezTo>
                <a:cubicBezTo>
                  <a:pt x="73" y="56"/>
                  <a:pt x="74" y="55"/>
                  <a:pt x="74" y="53"/>
                </a:cubicBezTo>
                <a:cubicBezTo>
                  <a:pt x="74" y="51"/>
                  <a:pt x="73" y="48"/>
                  <a:pt x="71" y="46"/>
                </a:cubicBezTo>
                <a:cubicBezTo>
                  <a:pt x="68" y="44"/>
                  <a:pt x="66" y="43"/>
                  <a:pt x="63" y="43"/>
                </a:cubicBezTo>
                <a:cubicBezTo>
                  <a:pt x="59" y="43"/>
                  <a:pt x="56" y="44"/>
                  <a:pt x="54" y="46"/>
                </a:cubicBezTo>
                <a:cubicBezTo>
                  <a:pt x="52" y="48"/>
                  <a:pt x="51" y="51"/>
                  <a:pt x="49" y="55"/>
                </a:cubicBezTo>
                <a:cubicBezTo>
                  <a:pt x="48" y="59"/>
                  <a:pt x="46" y="61"/>
                  <a:pt x="43" y="61"/>
                </a:cubicBezTo>
                <a:moveTo>
                  <a:pt x="60" y="0"/>
                </a:moveTo>
                <a:cubicBezTo>
                  <a:pt x="29" y="0"/>
                  <a:pt x="3" y="21"/>
                  <a:pt x="2" y="42"/>
                </a:cubicBezTo>
                <a:cubicBezTo>
                  <a:pt x="0" y="85"/>
                  <a:pt x="29" y="108"/>
                  <a:pt x="23" y="134"/>
                </a:cubicBezTo>
                <a:cubicBezTo>
                  <a:pt x="19" y="148"/>
                  <a:pt x="19" y="150"/>
                  <a:pt x="16" y="155"/>
                </a:cubicBezTo>
                <a:cubicBezTo>
                  <a:pt x="19" y="154"/>
                  <a:pt x="22" y="154"/>
                  <a:pt x="25" y="154"/>
                </a:cubicBezTo>
                <a:cubicBezTo>
                  <a:pt x="39" y="154"/>
                  <a:pt x="55" y="158"/>
                  <a:pt x="63" y="160"/>
                </a:cubicBezTo>
                <a:cubicBezTo>
                  <a:pt x="69" y="161"/>
                  <a:pt x="73" y="162"/>
                  <a:pt x="77" y="162"/>
                </a:cubicBezTo>
                <a:cubicBezTo>
                  <a:pt x="83" y="162"/>
                  <a:pt x="86" y="160"/>
                  <a:pt x="87" y="159"/>
                </a:cubicBezTo>
                <a:cubicBezTo>
                  <a:pt x="90" y="157"/>
                  <a:pt x="92" y="155"/>
                  <a:pt x="90" y="150"/>
                </a:cubicBezTo>
                <a:cubicBezTo>
                  <a:pt x="88" y="145"/>
                  <a:pt x="88" y="132"/>
                  <a:pt x="99" y="130"/>
                </a:cubicBezTo>
                <a:cubicBezTo>
                  <a:pt x="105" y="129"/>
                  <a:pt x="118" y="128"/>
                  <a:pt x="120" y="123"/>
                </a:cubicBezTo>
                <a:cubicBezTo>
                  <a:pt x="123" y="117"/>
                  <a:pt x="119" y="114"/>
                  <a:pt x="119" y="111"/>
                </a:cubicBezTo>
                <a:cubicBezTo>
                  <a:pt x="119" y="108"/>
                  <a:pt x="123" y="107"/>
                  <a:pt x="123" y="104"/>
                </a:cubicBezTo>
                <a:cubicBezTo>
                  <a:pt x="123" y="102"/>
                  <a:pt x="123" y="100"/>
                  <a:pt x="121" y="99"/>
                </a:cubicBezTo>
                <a:cubicBezTo>
                  <a:pt x="125" y="99"/>
                  <a:pt x="122" y="91"/>
                  <a:pt x="122" y="86"/>
                </a:cubicBezTo>
                <a:cubicBezTo>
                  <a:pt x="128" y="86"/>
                  <a:pt x="132" y="85"/>
                  <a:pt x="132" y="81"/>
                </a:cubicBezTo>
                <a:cubicBezTo>
                  <a:pt x="132" y="77"/>
                  <a:pt x="119" y="64"/>
                  <a:pt x="120" y="61"/>
                </a:cubicBezTo>
                <a:cubicBezTo>
                  <a:pt x="121" y="58"/>
                  <a:pt x="125" y="57"/>
                  <a:pt x="123" y="51"/>
                </a:cubicBezTo>
                <a:cubicBezTo>
                  <a:pt x="121" y="45"/>
                  <a:pt x="120" y="37"/>
                  <a:pt x="115" y="27"/>
                </a:cubicBezTo>
                <a:cubicBezTo>
                  <a:pt x="108" y="13"/>
                  <a:pt x="94" y="1"/>
                  <a:pt x="62" y="0"/>
                </a:cubicBezTo>
                <a:cubicBezTo>
                  <a:pt x="61" y="0"/>
                  <a:pt x="60" y="0"/>
                  <a:pt x="60" y="0"/>
                </a:cubicBezTo>
              </a:path>
            </a:pathLst>
          </a:custGeom>
          <a:solidFill>
            <a:srgbClr val="F49C1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 name="Freeform 64"/>
          <p:cNvSpPr>
            <a:spLocks noEditPoints="1"/>
          </p:cNvSpPr>
          <p:nvPr/>
        </p:nvSpPr>
        <p:spPr bwMode="auto">
          <a:xfrm>
            <a:off x="8958263" y="4416425"/>
            <a:ext cx="647700" cy="641350"/>
          </a:xfrm>
          <a:custGeom>
            <a:avLst/>
            <a:gdLst>
              <a:gd name="T0" fmla="*/ 18 w 116"/>
              <a:gd name="T1" fmla="*/ 58 h 115"/>
              <a:gd name="T2" fmla="*/ 19 w 116"/>
              <a:gd name="T3" fmla="*/ 62 h 115"/>
              <a:gd name="T4" fmla="*/ 18 w 116"/>
              <a:gd name="T5" fmla="*/ 66 h 115"/>
              <a:gd name="T6" fmla="*/ 0 w 116"/>
              <a:gd name="T7" fmla="*/ 85 h 115"/>
              <a:gd name="T8" fmla="*/ 1 w 116"/>
              <a:gd name="T9" fmla="*/ 85 h 115"/>
              <a:gd name="T10" fmla="*/ 4 w 116"/>
              <a:gd name="T11" fmla="*/ 84 h 115"/>
              <a:gd name="T12" fmla="*/ 17 w 116"/>
              <a:gd name="T13" fmla="*/ 91 h 115"/>
              <a:gd name="T14" fmla="*/ 4 w 116"/>
              <a:gd name="T15" fmla="*/ 97 h 115"/>
              <a:gd name="T16" fmla="*/ 1 w 116"/>
              <a:gd name="T17" fmla="*/ 96 h 115"/>
              <a:gd name="T18" fmla="*/ 0 w 116"/>
              <a:gd name="T19" fmla="*/ 96 h 115"/>
              <a:gd name="T20" fmla="*/ 12 w 116"/>
              <a:gd name="T21" fmla="*/ 115 h 115"/>
              <a:gd name="T22" fmla="*/ 49 w 116"/>
              <a:gd name="T23" fmla="*/ 96 h 115"/>
              <a:gd name="T24" fmla="*/ 48 w 116"/>
              <a:gd name="T25" fmla="*/ 96 h 115"/>
              <a:gd name="T26" fmla="*/ 46 w 116"/>
              <a:gd name="T27" fmla="*/ 97 h 115"/>
              <a:gd name="T28" fmla="*/ 33 w 116"/>
              <a:gd name="T29" fmla="*/ 91 h 115"/>
              <a:gd name="T30" fmla="*/ 46 w 116"/>
              <a:gd name="T31" fmla="*/ 84 h 115"/>
              <a:gd name="T32" fmla="*/ 48 w 116"/>
              <a:gd name="T33" fmla="*/ 85 h 115"/>
              <a:gd name="T34" fmla="*/ 49 w 116"/>
              <a:gd name="T35" fmla="*/ 85 h 115"/>
              <a:gd name="T36" fmla="*/ 31 w 116"/>
              <a:gd name="T37" fmla="*/ 66 h 115"/>
              <a:gd name="T38" fmla="*/ 30 w 116"/>
              <a:gd name="T39" fmla="*/ 62 h 115"/>
              <a:gd name="T40" fmla="*/ 32 w 116"/>
              <a:gd name="T41" fmla="*/ 58 h 115"/>
              <a:gd name="T42" fmla="*/ 91 w 116"/>
              <a:gd name="T43" fmla="*/ 51 h 115"/>
              <a:gd name="T44" fmla="*/ 86 w 116"/>
              <a:gd name="T45" fmla="*/ 62 h 115"/>
              <a:gd name="T46" fmla="*/ 87 w 116"/>
              <a:gd name="T47" fmla="*/ 62 h 115"/>
              <a:gd name="T48" fmla="*/ 67 w 116"/>
              <a:gd name="T49" fmla="*/ 66 h 115"/>
              <a:gd name="T50" fmla="*/ 65 w 116"/>
              <a:gd name="T51" fmla="*/ 87 h 115"/>
              <a:gd name="T52" fmla="*/ 62 w 116"/>
              <a:gd name="T53" fmla="*/ 85 h 115"/>
              <a:gd name="T54" fmla="*/ 52 w 116"/>
              <a:gd name="T55" fmla="*/ 91 h 115"/>
              <a:gd name="T56" fmla="*/ 62 w 116"/>
              <a:gd name="T57" fmla="*/ 96 h 115"/>
              <a:gd name="T58" fmla="*/ 65 w 116"/>
              <a:gd name="T59" fmla="*/ 95 h 115"/>
              <a:gd name="T60" fmla="*/ 67 w 116"/>
              <a:gd name="T61" fmla="*/ 115 h 115"/>
              <a:gd name="T62" fmla="*/ 116 w 116"/>
              <a:gd name="T63" fmla="*/ 103 h 115"/>
              <a:gd name="T64" fmla="*/ 98 w 116"/>
              <a:gd name="T65" fmla="*/ 66 h 115"/>
              <a:gd name="T66" fmla="*/ 97 w 116"/>
              <a:gd name="T67" fmla="*/ 62 h 115"/>
              <a:gd name="T68" fmla="*/ 98 w 116"/>
              <a:gd name="T69" fmla="*/ 58 h 115"/>
              <a:gd name="T70" fmla="*/ 49 w 116"/>
              <a:gd name="T71" fmla="*/ 0 h 115"/>
              <a:gd name="T72" fmla="*/ 0 w 116"/>
              <a:gd name="T73" fmla="*/ 12 h 115"/>
              <a:gd name="T74" fmla="*/ 19 w 116"/>
              <a:gd name="T75" fmla="*/ 49 h 115"/>
              <a:gd name="T76" fmla="*/ 19 w 116"/>
              <a:gd name="T77" fmla="*/ 46 h 115"/>
              <a:gd name="T78" fmla="*/ 17 w 116"/>
              <a:gd name="T79" fmla="*/ 40 h 115"/>
              <a:gd name="T80" fmla="*/ 33 w 116"/>
              <a:gd name="T81" fmla="*/ 40 h 115"/>
              <a:gd name="T82" fmla="*/ 31 w 116"/>
              <a:gd name="T83" fmla="*/ 46 h 115"/>
              <a:gd name="T84" fmla="*/ 31 w 116"/>
              <a:gd name="T85" fmla="*/ 49 h 115"/>
              <a:gd name="T86" fmla="*/ 49 w 116"/>
              <a:gd name="T87" fmla="*/ 30 h 115"/>
              <a:gd name="T88" fmla="*/ 48 w 116"/>
              <a:gd name="T89" fmla="*/ 30 h 115"/>
              <a:gd name="T90" fmla="*/ 46 w 116"/>
              <a:gd name="T91" fmla="*/ 31 h 115"/>
              <a:gd name="T92" fmla="*/ 33 w 116"/>
              <a:gd name="T93" fmla="*/ 24 h 115"/>
              <a:gd name="T94" fmla="*/ 46 w 116"/>
              <a:gd name="T95" fmla="*/ 18 h 115"/>
              <a:gd name="T96" fmla="*/ 48 w 116"/>
              <a:gd name="T97" fmla="*/ 19 h 115"/>
              <a:gd name="T98" fmla="*/ 49 w 116"/>
              <a:gd name="T99" fmla="*/ 19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6" h="115">
                <a:moveTo>
                  <a:pt x="25" y="51"/>
                </a:moveTo>
                <a:cubicBezTo>
                  <a:pt x="21" y="51"/>
                  <a:pt x="18" y="54"/>
                  <a:pt x="18" y="58"/>
                </a:cubicBezTo>
                <a:cubicBezTo>
                  <a:pt x="18" y="59"/>
                  <a:pt x="19" y="61"/>
                  <a:pt x="19" y="62"/>
                </a:cubicBezTo>
                <a:cubicBezTo>
                  <a:pt x="19" y="62"/>
                  <a:pt x="19" y="62"/>
                  <a:pt x="19" y="62"/>
                </a:cubicBezTo>
                <a:cubicBezTo>
                  <a:pt x="20" y="62"/>
                  <a:pt x="20" y="62"/>
                  <a:pt x="20" y="62"/>
                </a:cubicBezTo>
                <a:cubicBezTo>
                  <a:pt x="22" y="65"/>
                  <a:pt x="21" y="66"/>
                  <a:pt x="18" y="66"/>
                </a:cubicBezTo>
                <a:cubicBezTo>
                  <a:pt x="0" y="66"/>
                  <a:pt x="0" y="66"/>
                  <a:pt x="0" y="66"/>
                </a:cubicBezTo>
                <a:cubicBezTo>
                  <a:pt x="0" y="85"/>
                  <a:pt x="0" y="85"/>
                  <a:pt x="0" y="85"/>
                </a:cubicBezTo>
                <a:cubicBezTo>
                  <a:pt x="1" y="85"/>
                  <a:pt x="1" y="85"/>
                  <a:pt x="1" y="85"/>
                </a:cubicBezTo>
                <a:cubicBezTo>
                  <a:pt x="1" y="85"/>
                  <a:pt x="1" y="85"/>
                  <a:pt x="1" y="85"/>
                </a:cubicBezTo>
                <a:cubicBezTo>
                  <a:pt x="2" y="85"/>
                  <a:pt x="3" y="85"/>
                  <a:pt x="3" y="85"/>
                </a:cubicBezTo>
                <a:cubicBezTo>
                  <a:pt x="4" y="84"/>
                  <a:pt x="4" y="84"/>
                  <a:pt x="4" y="84"/>
                </a:cubicBezTo>
                <a:cubicBezTo>
                  <a:pt x="5" y="83"/>
                  <a:pt x="7" y="83"/>
                  <a:pt x="9" y="83"/>
                </a:cubicBezTo>
                <a:cubicBezTo>
                  <a:pt x="13" y="83"/>
                  <a:pt x="17" y="86"/>
                  <a:pt x="17" y="91"/>
                </a:cubicBezTo>
                <a:cubicBezTo>
                  <a:pt x="17" y="95"/>
                  <a:pt x="13" y="99"/>
                  <a:pt x="9" y="99"/>
                </a:cubicBezTo>
                <a:cubicBezTo>
                  <a:pt x="7" y="99"/>
                  <a:pt x="5" y="98"/>
                  <a:pt x="4" y="97"/>
                </a:cubicBezTo>
                <a:cubicBezTo>
                  <a:pt x="3" y="97"/>
                  <a:pt x="3" y="97"/>
                  <a:pt x="3" y="97"/>
                </a:cubicBezTo>
                <a:cubicBezTo>
                  <a:pt x="3" y="96"/>
                  <a:pt x="2" y="96"/>
                  <a:pt x="1" y="96"/>
                </a:cubicBezTo>
                <a:cubicBezTo>
                  <a:pt x="1" y="96"/>
                  <a:pt x="1" y="96"/>
                  <a:pt x="1" y="96"/>
                </a:cubicBezTo>
                <a:cubicBezTo>
                  <a:pt x="0" y="96"/>
                  <a:pt x="0" y="96"/>
                  <a:pt x="0" y="96"/>
                </a:cubicBezTo>
                <a:cubicBezTo>
                  <a:pt x="0" y="103"/>
                  <a:pt x="0" y="103"/>
                  <a:pt x="0" y="103"/>
                </a:cubicBezTo>
                <a:cubicBezTo>
                  <a:pt x="0" y="110"/>
                  <a:pt x="6" y="115"/>
                  <a:pt x="12" y="115"/>
                </a:cubicBezTo>
                <a:cubicBezTo>
                  <a:pt x="49" y="115"/>
                  <a:pt x="49" y="115"/>
                  <a:pt x="49" y="115"/>
                </a:cubicBezTo>
                <a:cubicBezTo>
                  <a:pt x="49" y="96"/>
                  <a:pt x="49" y="96"/>
                  <a:pt x="49" y="96"/>
                </a:cubicBezTo>
                <a:cubicBezTo>
                  <a:pt x="49" y="96"/>
                  <a:pt x="49" y="96"/>
                  <a:pt x="49" y="96"/>
                </a:cubicBezTo>
                <a:cubicBezTo>
                  <a:pt x="49" y="96"/>
                  <a:pt x="48" y="96"/>
                  <a:pt x="48" y="96"/>
                </a:cubicBezTo>
                <a:cubicBezTo>
                  <a:pt x="48" y="96"/>
                  <a:pt x="47" y="96"/>
                  <a:pt x="47" y="97"/>
                </a:cubicBezTo>
                <a:cubicBezTo>
                  <a:pt x="46" y="97"/>
                  <a:pt x="46" y="97"/>
                  <a:pt x="46" y="97"/>
                </a:cubicBezTo>
                <a:cubicBezTo>
                  <a:pt x="44" y="98"/>
                  <a:pt x="43" y="99"/>
                  <a:pt x="41" y="99"/>
                </a:cubicBezTo>
                <a:cubicBezTo>
                  <a:pt x="36" y="99"/>
                  <a:pt x="33" y="95"/>
                  <a:pt x="33" y="91"/>
                </a:cubicBezTo>
                <a:cubicBezTo>
                  <a:pt x="33" y="86"/>
                  <a:pt x="36" y="83"/>
                  <a:pt x="41" y="83"/>
                </a:cubicBezTo>
                <a:cubicBezTo>
                  <a:pt x="43" y="83"/>
                  <a:pt x="44" y="83"/>
                  <a:pt x="46" y="84"/>
                </a:cubicBezTo>
                <a:cubicBezTo>
                  <a:pt x="47" y="85"/>
                  <a:pt x="47" y="85"/>
                  <a:pt x="47" y="85"/>
                </a:cubicBezTo>
                <a:cubicBezTo>
                  <a:pt x="47" y="85"/>
                  <a:pt x="48" y="85"/>
                  <a:pt x="48" y="85"/>
                </a:cubicBezTo>
                <a:cubicBezTo>
                  <a:pt x="48" y="85"/>
                  <a:pt x="49" y="85"/>
                  <a:pt x="49" y="85"/>
                </a:cubicBezTo>
                <a:cubicBezTo>
                  <a:pt x="49" y="85"/>
                  <a:pt x="49" y="85"/>
                  <a:pt x="49" y="85"/>
                </a:cubicBezTo>
                <a:cubicBezTo>
                  <a:pt x="49" y="66"/>
                  <a:pt x="49" y="66"/>
                  <a:pt x="49" y="66"/>
                </a:cubicBezTo>
                <a:cubicBezTo>
                  <a:pt x="31" y="66"/>
                  <a:pt x="31" y="66"/>
                  <a:pt x="31" y="66"/>
                </a:cubicBezTo>
                <a:cubicBezTo>
                  <a:pt x="29" y="66"/>
                  <a:pt x="28" y="65"/>
                  <a:pt x="30" y="62"/>
                </a:cubicBezTo>
                <a:cubicBezTo>
                  <a:pt x="30" y="62"/>
                  <a:pt x="30" y="62"/>
                  <a:pt x="30" y="62"/>
                </a:cubicBezTo>
                <a:cubicBezTo>
                  <a:pt x="30" y="62"/>
                  <a:pt x="30" y="62"/>
                  <a:pt x="30" y="62"/>
                </a:cubicBezTo>
                <a:cubicBezTo>
                  <a:pt x="31" y="61"/>
                  <a:pt x="32" y="59"/>
                  <a:pt x="32" y="58"/>
                </a:cubicBezTo>
                <a:cubicBezTo>
                  <a:pt x="32" y="54"/>
                  <a:pt x="29" y="51"/>
                  <a:pt x="25" y="51"/>
                </a:cubicBezTo>
                <a:moveTo>
                  <a:pt x="91" y="51"/>
                </a:moveTo>
                <a:cubicBezTo>
                  <a:pt x="88" y="51"/>
                  <a:pt x="85" y="54"/>
                  <a:pt x="85" y="58"/>
                </a:cubicBezTo>
                <a:cubicBezTo>
                  <a:pt x="85" y="59"/>
                  <a:pt x="85" y="61"/>
                  <a:pt x="86" y="62"/>
                </a:cubicBezTo>
                <a:cubicBezTo>
                  <a:pt x="86" y="62"/>
                  <a:pt x="86" y="62"/>
                  <a:pt x="86" y="62"/>
                </a:cubicBezTo>
                <a:cubicBezTo>
                  <a:pt x="87" y="62"/>
                  <a:pt x="87" y="62"/>
                  <a:pt x="87" y="62"/>
                </a:cubicBezTo>
                <a:cubicBezTo>
                  <a:pt x="89" y="65"/>
                  <a:pt x="87" y="66"/>
                  <a:pt x="85" y="66"/>
                </a:cubicBezTo>
                <a:cubicBezTo>
                  <a:pt x="67" y="66"/>
                  <a:pt x="67" y="66"/>
                  <a:pt x="67" y="66"/>
                </a:cubicBezTo>
                <a:cubicBezTo>
                  <a:pt x="67" y="84"/>
                  <a:pt x="67" y="84"/>
                  <a:pt x="67" y="84"/>
                </a:cubicBezTo>
                <a:cubicBezTo>
                  <a:pt x="67" y="86"/>
                  <a:pt x="66" y="87"/>
                  <a:pt x="65" y="87"/>
                </a:cubicBezTo>
                <a:cubicBezTo>
                  <a:pt x="65" y="87"/>
                  <a:pt x="64" y="87"/>
                  <a:pt x="63" y="86"/>
                </a:cubicBezTo>
                <a:cubicBezTo>
                  <a:pt x="62" y="85"/>
                  <a:pt x="62" y="85"/>
                  <a:pt x="62" y="85"/>
                </a:cubicBezTo>
                <a:cubicBezTo>
                  <a:pt x="61" y="84"/>
                  <a:pt x="60" y="84"/>
                  <a:pt x="58" y="84"/>
                </a:cubicBezTo>
                <a:cubicBezTo>
                  <a:pt x="55" y="84"/>
                  <a:pt x="52" y="87"/>
                  <a:pt x="52" y="91"/>
                </a:cubicBezTo>
                <a:cubicBezTo>
                  <a:pt x="52" y="94"/>
                  <a:pt x="55" y="97"/>
                  <a:pt x="58" y="97"/>
                </a:cubicBezTo>
                <a:cubicBezTo>
                  <a:pt x="60" y="97"/>
                  <a:pt x="61" y="97"/>
                  <a:pt x="62" y="96"/>
                </a:cubicBezTo>
                <a:cubicBezTo>
                  <a:pt x="63" y="96"/>
                  <a:pt x="63" y="96"/>
                  <a:pt x="63" y="96"/>
                </a:cubicBezTo>
                <a:cubicBezTo>
                  <a:pt x="64" y="95"/>
                  <a:pt x="65" y="95"/>
                  <a:pt x="65" y="95"/>
                </a:cubicBezTo>
                <a:cubicBezTo>
                  <a:pt x="66" y="95"/>
                  <a:pt x="67" y="96"/>
                  <a:pt x="67" y="97"/>
                </a:cubicBezTo>
                <a:cubicBezTo>
                  <a:pt x="67" y="115"/>
                  <a:pt x="67" y="115"/>
                  <a:pt x="67" y="115"/>
                </a:cubicBezTo>
                <a:cubicBezTo>
                  <a:pt x="104" y="115"/>
                  <a:pt x="104" y="115"/>
                  <a:pt x="104" y="115"/>
                </a:cubicBezTo>
                <a:cubicBezTo>
                  <a:pt x="111" y="115"/>
                  <a:pt x="116" y="110"/>
                  <a:pt x="116" y="103"/>
                </a:cubicBezTo>
                <a:cubicBezTo>
                  <a:pt x="116" y="66"/>
                  <a:pt x="116" y="66"/>
                  <a:pt x="116" y="66"/>
                </a:cubicBezTo>
                <a:cubicBezTo>
                  <a:pt x="98" y="66"/>
                  <a:pt x="98" y="66"/>
                  <a:pt x="98" y="66"/>
                </a:cubicBezTo>
                <a:cubicBezTo>
                  <a:pt x="96" y="66"/>
                  <a:pt x="94" y="65"/>
                  <a:pt x="96" y="62"/>
                </a:cubicBezTo>
                <a:cubicBezTo>
                  <a:pt x="97" y="62"/>
                  <a:pt x="97" y="62"/>
                  <a:pt x="97" y="62"/>
                </a:cubicBezTo>
                <a:cubicBezTo>
                  <a:pt x="97" y="62"/>
                  <a:pt x="97" y="62"/>
                  <a:pt x="97" y="62"/>
                </a:cubicBezTo>
                <a:cubicBezTo>
                  <a:pt x="98" y="61"/>
                  <a:pt x="98" y="59"/>
                  <a:pt x="98" y="58"/>
                </a:cubicBezTo>
                <a:cubicBezTo>
                  <a:pt x="98" y="54"/>
                  <a:pt x="95" y="51"/>
                  <a:pt x="91" y="51"/>
                </a:cubicBezTo>
                <a:moveTo>
                  <a:pt x="49" y="0"/>
                </a:moveTo>
                <a:cubicBezTo>
                  <a:pt x="12" y="0"/>
                  <a:pt x="12" y="0"/>
                  <a:pt x="12" y="0"/>
                </a:cubicBezTo>
                <a:cubicBezTo>
                  <a:pt x="6" y="0"/>
                  <a:pt x="0" y="5"/>
                  <a:pt x="0" y="12"/>
                </a:cubicBezTo>
                <a:cubicBezTo>
                  <a:pt x="0" y="49"/>
                  <a:pt x="0" y="49"/>
                  <a:pt x="0" y="49"/>
                </a:cubicBezTo>
                <a:cubicBezTo>
                  <a:pt x="19" y="49"/>
                  <a:pt x="19" y="49"/>
                  <a:pt x="19" y="49"/>
                </a:cubicBezTo>
                <a:cubicBezTo>
                  <a:pt x="19" y="48"/>
                  <a:pt x="19" y="48"/>
                  <a:pt x="19" y="48"/>
                </a:cubicBezTo>
                <a:cubicBezTo>
                  <a:pt x="20" y="48"/>
                  <a:pt x="20" y="47"/>
                  <a:pt x="19" y="46"/>
                </a:cubicBezTo>
                <a:cubicBezTo>
                  <a:pt x="18" y="45"/>
                  <a:pt x="18" y="45"/>
                  <a:pt x="18" y="45"/>
                </a:cubicBezTo>
                <a:cubicBezTo>
                  <a:pt x="17" y="44"/>
                  <a:pt x="17" y="42"/>
                  <a:pt x="17" y="40"/>
                </a:cubicBezTo>
                <a:cubicBezTo>
                  <a:pt x="17" y="36"/>
                  <a:pt x="20" y="32"/>
                  <a:pt x="25" y="32"/>
                </a:cubicBezTo>
                <a:cubicBezTo>
                  <a:pt x="29" y="32"/>
                  <a:pt x="33" y="36"/>
                  <a:pt x="33" y="40"/>
                </a:cubicBezTo>
                <a:cubicBezTo>
                  <a:pt x="33" y="42"/>
                  <a:pt x="32" y="44"/>
                  <a:pt x="31" y="45"/>
                </a:cubicBezTo>
                <a:cubicBezTo>
                  <a:pt x="31" y="46"/>
                  <a:pt x="31" y="46"/>
                  <a:pt x="31" y="46"/>
                </a:cubicBezTo>
                <a:cubicBezTo>
                  <a:pt x="30" y="47"/>
                  <a:pt x="30" y="48"/>
                  <a:pt x="30" y="48"/>
                </a:cubicBezTo>
                <a:cubicBezTo>
                  <a:pt x="31" y="49"/>
                  <a:pt x="31" y="49"/>
                  <a:pt x="31" y="49"/>
                </a:cubicBezTo>
                <a:cubicBezTo>
                  <a:pt x="49" y="49"/>
                  <a:pt x="49" y="49"/>
                  <a:pt x="49" y="49"/>
                </a:cubicBezTo>
                <a:cubicBezTo>
                  <a:pt x="49" y="30"/>
                  <a:pt x="49" y="30"/>
                  <a:pt x="49" y="30"/>
                </a:cubicBezTo>
                <a:cubicBezTo>
                  <a:pt x="49" y="30"/>
                  <a:pt x="49" y="30"/>
                  <a:pt x="49" y="30"/>
                </a:cubicBezTo>
                <a:cubicBezTo>
                  <a:pt x="49" y="30"/>
                  <a:pt x="48" y="30"/>
                  <a:pt x="48" y="30"/>
                </a:cubicBezTo>
                <a:cubicBezTo>
                  <a:pt x="48" y="30"/>
                  <a:pt x="47" y="30"/>
                  <a:pt x="47" y="30"/>
                </a:cubicBezTo>
                <a:cubicBezTo>
                  <a:pt x="46" y="31"/>
                  <a:pt x="46" y="31"/>
                  <a:pt x="46" y="31"/>
                </a:cubicBezTo>
                <a:cubicBezTo>
                  <a:pt x="44" y="32"/>
                  <a:pt x="43" y="32"/>
                  <a:pt x="41" y="32"/>
                </a:cubicBezTo>
                <a:cubicBezTo>
                  <a:pt x="36" y="32"/>
                  <a:pt x="33" y="29"/>
                  <a:pt x="33" y="24"/>
                </a:cubicBezTo>
                <a:cubicBezTo>
                  <a:pt x="33" y="20"/>
                  <a:pt x="36" y="16"/>
                  <a:pt x="41" y="16"/>
                </a:cubicBezTo>
                <a:cubicBezTo>
                  <a:pt x="43" y="16"/>
                  <a:pt x="44" y="17"/>
                  <a:pt x="46" y="18"/>
                </a:cubicBezTo>
                <a:cubicBezTo>
                  <a:pt x="47" y="18"/>
                  <a:pt x="47" y="18"/>
                  <a:pt x="47" y="18"/>
                </a:cubicBezTo>
                <a:cubicBezTo>
                  <a:pt x="47" y="19"/>
                  <a:pt x="48" y="19"/>
                  <a:pt x="48" y="19"/>
                </a:cubicBezTo>
                <a:cubicBezTo>
                  <a:pt x="48" y="19"/>
                  <a:pt x="49" y="19"/>
                  <a:pt x="49" y="19"/>
                </a:cubicBezTo>
                <a:cubicBezTo>
                  <a:pt x="49" y="19"/>
                  <a:pt x="49" y="19"/>
                  <a:pt x="49" y="19"/>
                </a:cubicBezTo>
                <a:cubicBezTo>
                  <a:pt x="49" y="0"/>
                  <a:pt x="49" y="0"/>
                  <a:pt x="49" y="0"/>
                </a:cubicBezTo>
              </a:path>
            </a:pathLst>
          </a:custGeom>
          <a:solidFill>
            <a:srgbClr val="3E41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 name="Freeform 65"/>
          <p:cNvSpPr>
            <a:spLocks noEditPoints="1"/>
          </p:cNvSpPr>
          <p:nvPr/>
        </p:nvSpPr>
        <p:spPr bwMode="auto">
          <a:xfrm>
            <a:off x="8874125" y="2490788"/>
            <a:ext cx="1044575" cy="927100"/>
          </a:xfrm>
          <a:custGeom>
            <a:avLst/>
            <a:gdLst>
              <a:gd name="T0" fmla="*/ 74 w 187"/>
              <a:gd name="T1" fmla="*/ 100 h 166"/>
              <a:gd name="T2" fmla="*/ 0 w 187"/>
              <a:gd name="T3" fmla="*/ 100 h 166"/>
              <a:gd name="T4" fmla="*/ 0 w 187"/>
              <a:gd name="T5" fmla="*/ 166 h 166"/>
              <a:gd name="T6" fmla="*/ 8 w 187"/>
              <a:gd name="T7" fmla="*/ 166 h 166"/>
              <a:gd name="T8" fmla="*/ 8 w 187"/>
              <a:gd name="T9" fmla="*/ 109 h 166"/>
              <a:gd name="T10" fmla="*/ 66 w 187"/>
              <a:gd name="T11" fmla="*/ 109 h 166"/>
              <a:gd name="T12" fmla="*/ 66 w 187"/>
              <a:gd name="T13" fmla="*/ 166 h 166"/>
              <a:gd name="T14" fmla="*/ 74 w 187"/>
              <a:gd name="T15" fmla="*/ 166 h 166"/>
              <a:gd name="T16" fmla="*/ 74 w 187"/>
              <a:gd name="T17" fmla="*/ 100 h 166"/>
              <a:gd name="T18" fmla="*/ 49 w 187"/>
              <a:gd name="T19" fmla="*/ 26 h 166"/>
              <a:gd name="T20" fmla="*/ 21 w 187"/>
              <a:gd name="T21" fmla="*/ 54 h 166"/>
              <a:gd name="T22" fmla="*/ 34 w 187"/>
              <a:gd name="T23" fmla="*/ 78 h 166"/>
              <a:gd name="T24" fmla="*/ 14 w 187"/>
              <a:gd name="T25" fmla="*/ 96 h 166"/>
              <a:gd name="T26" fmla="*/ 79 w 187"/>
              <a:gd name="T27" fmla="*/ 96 h 166"/>
              <a:gd name="T28" fmla="*/ 79 w 187"/>
              <a:gd name="T29" fmla="*/ 152 h 166"/>
              <a:gd name="T30" fmla="*/ 126 w 187"/>
              <a:gd name="T31" fmla="*/ 110 h 166"/>
              <a:gd name="T32" fmla="*/ 125 w 187"/>
              <a:gd name="T33" fmla="*/ 95 h 166"/>
              <a:gd name="T34" fmla="*/ 118 w 187"/>
              <a:gd name="T35" fmla="*/ 92 h 166"/>
              <a:gd name="T36" fmla="*/ 110 w 187"/>
              <a:gd name="T37" fmla="*/ 96 h 166"/>
              <a:gd name="T38" fmla="*/ 88 w 187"/>
              <a:gd name="T39" fmla="*/ 111 h 166"/>
              <a:gd name="T40" fmla="*/ 63 w 187"/>
              <a:gd name="T41" fmla="*/ 78 h 166"/>
              <a:gd name="T42" fmla="*/ 76 w 187"/>
              <a:gd name="T43" fmla="*/ 54 h 166"/>
              <a:gd name="T44" fmla="*/ 49 w 187"/>
              <a:gd name="T45" fmla="*/ 26 h 166"/>
              <a:gd name="T46" fmla="*/ 167 w 187"/>
              <a:gd name="T47" fmla="*/ 14 h 166"/>
              <a:gd name="T48" fmla="*/ 136 w 187"/>
              <a:gd name="T49" fmla="*/ 44 h 166"/>
              <a:gd name="T50" fmla="*/ 113 w 187"/>
              <a:gd name="T51" fmla="*/ 30 h 166"/>
              <a:gd name="T52" fmla="*/ 112 w 187"/>
              <a:gd name="T53" fmla="*/ 29 h 166"/>
              <a:gd name="T54" fmla="*/ 111 w 187"/>
              <a:gd name="T55" fmla="*/ 30 h 166"/>
              <a:gd name="T56" fmla="*/ 89 w 187"/>
              <a:gd name="T57" fmla="*/ 52 h 166"/>
              <a:gd name="T58" fmla="*/ 92 w 187"/>
              <a:gd name="T59" fmla="*/ 55 h 166"/>
              <a:gd name="T60" fmla="*/ 112 w 187"/>
              <a:gd name="T61" fmla="*/ 34 h 166"/>
              <a:gd name="T62" fmla="*/ 135 w 187"/>
              <a:gd name="T63" fmla="*/ 49 h 166"/>
              <a:gd name="T64" fmla="*/ 136 w 187"/>
              <a:gd name="T65" fmla="*/ 50 h 166"/>
              <a:gd name="T66" fmla="*/ 138 w 187"/>
              <a:gd name="T67" fmla="*/ 49 h 166"/>
              <a:gd name="T68" fmla="*/ 170 w 187"/>
              <a:gd name="T69" fmla="*/ 17 h 166"/>
              <a:gd name="T70" fmla="*/ 167 w 187"/>
              <a:gd name="T71" fmla="*/ 14 h 166"/>
              <a:gd name="T72" fmla="*/ 187 w 187"/>
              <a:gd name="T73" fmla="*/ 0 h 166"/>
              <a:gd name="T74" fmla="*/ 71 w 187"/>
              <a:gd name="T75" fmla="*/ 0 h 166"/>
              <a:gd name="T76" fmla="*/ 71 w 187"/>
              <a:gd name="T77" fmla="*/ 26 h 166"/>
              <a:gd name="T78" fmla="*/ 80 w 187"/>
              <a:gd name="T79" fmla="*/ 35 h 166"/>
              <a:gd name="T80" fmla="*/ 80 w 187"/>
              <a:gd name="T81" fmla="*/ 9 h 166"/>
              <a:gd name="T82" fmla="*/ 179 w 187"/>
              <a:gd name="T83" fmla="*/ 9 h 166"/>
              <a:gd name="T84" fmla="*/ 179 w 187"/>
              <a:gd name="T85" fmla="*/ 58 h 166"/>
              <a:gd name="T86" fmla="*/ 85 w 187"/>
              <a:gd name="T87" fmla="*/ 58 h 166"/>
              <a:gd name="T88" fmla="*/ 83 w 187"/>
              <a:gd name="T89" fmla="*/ 67 h 166"/>
              <a:gd name="T90" fmla="*/ 126 w 187"/>
              <a:gd name="T91" fmla="*/ 67 h 166"/>
              <a:gd name="T92" fmla="*/ 126 w 187"/>
              <a:gd name="T93" fmla="*/ 72 h 166"/>
              <a:gd name="T94" fmla="*/ 114 w 187"/>
              <a:gd name="T95" fmla="*/ 72 h 166"/>
              <a:gd name="T96" fmla="*/ 114 w 187"/>
              <a:gd name="T97" fmla="*/ 81 h 166"/>
              <a:gd name="T98" fmla="*/ 147 w 187"/>
              <a:gd name="T99" fmla="*/ 81 h 166"/>
              <a:gd name="T100" fmla="*/ 147 w 187"/>
              <a:gd name="T101" fmla="*/ 72 h 166"/>
              <a:gd name="T102" fmla="*/ 135 w 187"/>
              <a:gd name="T103" fmla="*/ 72 h 166"/>
              <a:gd name="T104" fmla="*/ 135 w 187"/>
              <a:gd name="T105" fmla="*/ 67 h 166"/>
              <a:gd name="T106" fmla="*/ 187 w 187"/>
              <a:gd name="T107" fmla="*/ 67 h 166"/>
              <a:gd name="T108" fmla="*/ 187 w 187"/>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7" h="166">
                <a:moveTo>
                  <a:pt x="74" y="100"/>
                </a:moveTo>
                <a:cubicBezTo>
                  <a:pt x="0" y="100"/>
                  <a:pt x="0" y="100"/>
                  <a:pt x="0" y="100"/>
                </a:cubicBezTo>
                <a:cubicBezTo>
                  <a:pt x="0" y="166"/>
                  <a:pt x="0" y="166"/>
                  <a:pt x="0" y="166"/>
                </a:cubicBezTo>
                <a:cubicBezTo>
                  <a:pt x="8" y="166"/>
                  <a:pt x="8" y="166"/>
                  <a:pt x="8" y="166"/>
                </a:cubicBezTo>
                <a:cubicBezTo>
                  <a:pt x="8" y="109"/>
                  <a:pt x="8" y="109"/>
                  <a:pt x="8" y="109"/>
                </a:cubicBezTo>
                <a:cubicBezTo>
                  <a:pt x="66" y="109"/>
                  <a:pt x="66" y="109"/>
                  <a:pt x="66" y="109"/>
                </a:cubicBezTo>
                <a:cubicBezTo>
                  <a:pt x="66" y="166"/>
                  <a:pt x="66" y="166"/>
                  <a:pt x="66" y="166"/>
                </a:cubicBezTo>
                <a:cubicBezTo>
                  <a:pt x="74" y="166"/>
                  <a:pt x="74" y="166"/>
                  <a:pt x="74" y="166"/>
                </a:cubicBezTo>
                <a:cubicBezTo>
                  <a:pt x="74" y="100"/>
                  <a:pt x="74" y="100"/>
                  <a:pt x="74" y="100"/>
                </a:cubicBezTo>
                <a:moveTo>
                  <a:pt x="49" y="26"/>
                </a:moveTo>
                <a:cubicBezTo>
                  <a:pt x="33" y="26"/>
                  <a:pt x="21" y="39"/>
                  <a:pt x="21" y="54"/>
                </a:cubicBezTo>
                <a:cubicBezTo>
                  <a:pt x="21" y="64"/>
                  <a:pt x="26" y="73"/>
                  <a:pt x="34" y="78"/>
                </a:cubicBezTo>
                <a:cubicBezTo>
                  <a:pt x="26" y="81"/>
                  <a:pt x="19" y="88"/>
                  <a:pt x="14" y="96"/>
                </a:cubicBezTo>
                <a:cubicBezTo>
                  <a:pt x="79" y="96"/>
                  <a:pt x="79" y="96"/>
                  <a:pt x="79" y="96"/>
                </a:cubicBezTo>
                <a:cubicBezTo>
                  <a:pt x="79" y="152"/>
                  <a:pt x="79" y="152"/>
                  <a:pt x="79" y="152"/>
                </a:cubicBezTo>
                <a:cubicBezTo>
                  <a:pt x="126" y="110"/>
                  <a:pt x="126" y="110"/>
                  <a:pt x="126" y="110"/>
                </a:cubicBezTo>
                <a:cubicBezTo>
                  <a:pt x="130" y="106"/>
                  <a:pt x="130" y="99"/>
                  <a:pt x="125" y="95"/>
                </a:cubicBezTo>
                <a:cubicBezTo>
                  <a:pt x="123" y="93"/>
                  <a:pt x="121" y="92"/>
                  <a:pt x="118" y="92"/>
                </a:cubicBezTo>
                <a:cubicBezTo>
                  <a:pt x="115" y="92"/>
                  <a:pt x="112" y="93"/>
                  <a:pt x="110" y="96"/>
                </a:cubicBezTo>
                <a:cubicBezTo>
                  <a:pt x="88" y="111"/>
                  <a:pt x="88" y="111"/>
                  <a:pt x="88" y="111"/>
                </a:cubicBezTo>
                <a:cubicBezTo>
                  <a:pt x="85" y="99"/>
                  <a:pt x="78" y="86"/>
                  <a:pt x="63" y="78"/>
                </a:cubicBezTo>
                <a:cubicBezTo>
                  <a:pt x="71" y="73"/>
                  <a:pt x="76" y="64"/>
                  <a:pt x="76" y="54"/>
                </a:cubicBezTo>
                <a:cubicBezTo>
                  <a:pt x="76" y="39"/>
                  <a:pt x="64" y="26"/>
                  <a:pt x="49" y="26"/>
                </a:cubicBezTo>
                <a:moveTo>
                  <a:pt x="167" y="14"/>
                </a:moveTo>
                <a:cubicBezTo>
                  <a:pt x="136" y="44"/>
                  <a:pt x="136" y="44"/>
                  <a:pt x="136" y="44"/>
                </a:cubicBezTo>
                <a:cubicBezTo>
                  <a:pt x="113" y="30"/>
                  <a:pt x="113" y="30"/>
                  <a:pt x="113" y="30"/>
                </a:cubicBezTo>
                <a:cubicBezTo>
                  <a:pt x="112" y="29"/>
                  <a:pt x="112" y="29"/>
                  <a:pt x="112" y="29"/>
                </a:cubicBezTo>
                <a:cubicBezTo>
                  <a:pt x="111" y="30"/>
                  <a:pt x="111" y="30"/>
                  <a:pt x="111" y="30"/>
                </a:cubicBezTo>
                <a:cubicBezTo>
                  <a:pt x="89" y="52"/>
                  <a:pt x="89" y="52"/>
                  <a:pt x="89" y="52"/>
                </a:cubicBezTo>
                <a:cubicBezTo>
                  <a:pt x="92" y="55"/>
                  <a:pt x="92" y="55"/>
                  <a:pt x="92" y="55"/>
                </a:cubicBezTo>
                <a:cubicBezTo>
                  <a:pt x="112" y="34"/>
                  <a:pt x="112" y="34"/>
                  <a:pt x="112" y="34"/>
                </a:cubicBezTo>
                <a:cubicBezTo>
                  <a:pt x="135" y="49"/>
                  <a:pt x="135" y="49"/>
                  <a:pt x="135" y="49"/>
                </a:cubicBezTo>
                <a:cubicBezTo>
                  <a:pt x="136" y="50"/>
                  <a:pt x="136" y="50"/>
                  <a:pt x="136" y="50"/>
                </a:cubicBezTo>
                <a:cubicBezTo>
                  <a:pt x="138" y="49"/>
                  <a:pt x="138" y="49"/>
                  <a:pt x="138" y="49"/>
                </a:cubicBezTo>
                <a:cubicBezTo>
                  <a:pt x="170" y="17"/>
                  <a:pt x="170" y="17"/>
                  <a:pt x="170" y="17"/>
                </a:cubicBezTo>
                <a:cubicBezTo>
                  <a:pt x="167" y="14"/>
                  <a:pt x="167" y="14"/>
                  <a:pt x="167" y="14"/>
                </a:cubicBezTo>
                <a:moveTo>
                  <a:pt x="187" y="0"/>
                </a:moveTo>
                <a:cubicBezTo>
                  <a:pt x="71" y="0"/>
                  <a:pt x="71" y="0"/>
                  <a:pt x="71" y="0"/>
                </a:cubicBezTo>
                <a:cubicBezTo>
                  <a:pt x="71" y="26"/>
                  <a:pt x="71" y="26"/>
                  <a:pt x="71" y="26"/>
                </a:cubicBezTo>
                <a:cubicBezTo>
                  <a:pt x="75" y="28"/>
                  <a:pt x="78" y="32"/>
                  <a:pt x="80" y="35"/>
                </a:cubicBezTo>
                <a:cubicBezTo>
                  <a:pt x="80" y="9"/>
                  <a:pt x="80" y="9"/>
                  <a:pt x="80" y="9"/>
                </a:cubicBezTo>
                <a:cubicBezTo>
                  <a:pt x="179" y="9"/>
                  <a:pt x="179" y="9"/>
                  <a:pt x="179" y="9"/>
                </a:cubicBezTo>
                <a:cubicBezTo>
                  <a:pt x="179" y="58"/>
                  <a:pt x="179" y="58"/>
                  <a:pt x="179" y="58"/>
                </a:cubicBezTo>
                <a:cubicBezTo>
                  <a:pt x="85" y="58"/>
                  <a:pt x="85" y="58"/>
                  <a:pt x="85" y="58"/>
                </a:cubicBezTo>
                <a:cubicBezTo>
                  <a:pt x="84" y="61"/>
                  <a:pt x="84" y="64"/>
                  <a:pt x="83" y="67"/>
                </a:cubicBezTo>
                <a:cubicBezTo>
                  <a:pt x="126" y="67"/>
                  <a:pt x="126" y="67"/>
                  <a:pt x="126" y="67"/>
                </a:cubicBezTo>
                <a:cubicBezTo>
                  <a:pt x="126" y="72"/>
                  <a:pt x="126" y="72"/>
                  <a:pt x="126" y="72"/>
                </a:cubicBezTo>
                <a:cubicBezTo>
                  <a:pt x="114" y="72"/>
                  <a:pt x="114" y="72"/>
                  <a:pt x="114" y="72"/>
                </a:cubicBezTo>
                <a:cubicBezTo>
                  <a:pt x="114" y="81"/>
                  <a:pt x="114" y="81"/>
                  <a:pt x="114" y="81"/>
                </a:cubicBezTo>
                <a:cubicBezTo>
                  <a:pt x="147" y="81"/>
                  <a:pt x="147" y="81"/>
                  <a:pt x="147" y="81"/>
                </a:cubicBezTo>
                <a:cubicBezTo>
                  <a:pt x="147" y="72"/>
                  <a:pt x="147" y="72"/>
                  <a:pt x="147" y="72"/>
                </a:cubicBezTo>
                <a:cubicBezTo>
                  <a:pt x="135" y="72"/>
                  <a:pt x="135" y="72"/>
                  <a:pt x="135" y="72"/>
                </a:cubicBezTo>
                <a:cubicBezTo>
                  <a:pt x="135" y="67"/>
                  <a:pt x="135" y="67"/>
                  <a:pt x="135" y="67"/>
                </a:cubicBezTo>
                <a:cubicBezTo>
                  <a:pt x="187" y="67"/>
                  <a:pt x="187" y="67"/>
                  <a:pt x="187" y="67"/>
                </a:cubicBezTo>
                <a:cubicBezTo>
                  <a:pt x="187" y="0"/>
                  <a:pt x="187" y="0"/>
                  <a:pt x="187" y="0"/>
                </a:cubicBezTo>
              </a:path>
            </a:pathLst>
          </a:custGeom>
          <a:solidFill>
            <a:srgbClr val="F0466E"/>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4" name="Freeform 66"/>
          <p:cNvSpPr>
            <a:spLocks noEditPoints="1"/>
          </p:cNvSpPr>
          <p:nvPr/>
        </p:nvSpPr>
        <p:spPr bwMode="auto">
          <a:xfrm>
            <a:off x="10348913" y="5270500"/>
            <a:ext cx="669925" cy="608013"/>
          </a:xfrm>
          <a:custGeom>
            <a:avLst/>
            <a:gdLst>
              <a:gd name="T0" fmla="*/ 60 w 120"/>
              <a:gd name="T1" fmla="*/ 26 h 109"/>
              <a:gd name="T2" fmla="*/ 57 w 120"/>
              <a:gd name="T3" fmla="*/ 28 h 109"/>
              <a:gd name="T4" fmla="*/ 57 w 120"/>
              <a:gd name="T5" fmla="*/ 57 h 109"/>
              <a:gd name="T6" fmla="*/ 54 w 120"/>
              <a:gd name="T7" fmla="*/ 58 h 109"/>
              <a:gd name="T8" fmla="*/ 52 w 120"/>
              <a:gd name="T9" fmla="*/ 61 h 109"/>
              <a:gd name="T10" fmla="*/ 55 w 120"/>
              <a:gd name="T11" fmla="*/ 63 h 109"/>
              <a:gd name="T12" fmla="*/ 55 w 120"/>
              <a:gd name="T13" fmla="*/ 62 h 109"/>
              <a:gd name="T14" fmla="*/ 57 w 120"/>
              <a:gd name="T15" fmla="*/ 62 h 109"/>
              <a:gd name="T16" fmla="*/ 57 w 120"/>
              <a:gd name="T17" fmla="*/ 68 h 109"/>
              <a:gd name="T18" fmla="*/ 60 w 120"/>
              <a:gd name="T19" fmla="*/ 71 h 109"/>
              <a:gd name="T20" fmla="*/ 62 w 120"/>
              <a:gd name="T21" fmla="*/ 68 h 109"/>
              <a:gd name="T22" fmla="*/ 62 w 120"/>
              <a:gd name="T23" fmla="*/ 60 h 109"/>
              <a:gd name="T24" fmla="*/ 85 w 120"/>
              <a:gd name="T25" fmla="*/ 53 h 109"/>
              <a:gd name="T26" fmla="*/ 87 w 120"/>
              <a:gd name="T27" fmla="*/ 49 h 109"/>
              <a:gd name="T28" fmla="*/ 84 w 120"/>
              <a:gd name="T29" fmla="*/ 48 h 109"/>
              <a:gd name="T30" fmla="*/ 84 w 120"/>
              <a:gd name="T31" fmla="*/ 48 h 109"/>
              <a:gd name="T32" fmla="*/ 62 w 120"/>
              <a:gd name="T33" fmla="*/ 55 h 109"/>
              <a:gd name="T34" fmla="*/ 62 w 120"/>
              <a:gd name="T35" fmla="*/ 28 h 109"/>
              <a:gd name="T36" fmla="*/ 60 w 120"/>
              <a:gd name="T37" fmla="*/ 26 h 109"/>
              <a:gd name="T38" fmla="*/ 60 w 120"/>
              <a:gd name="T39" fmla="*/ 97 h 109"/>
              <a:gd name="T40" fmla="*/ 33 w 120"/>
              <a:gd name="T41" fmla="*/ 86 h 109"/>
              <a:gd name="T42" fmla="*/ 21 w 120"/>
              <a:gd name="T43" fmla="*/ 59 h 109"/>
              <a:gd name="T44" fmla="*/ 60 w 120"/>
              <a:gd name="T45" fmla="*/ 20 h 109"/>
              <a:gd name="T46" fmla="*/ 98 w 120"/>
              <a:gd name="T47" fmla="*/ 59 h 109"/>
              <a:gd name="T48" fmla="*/ 87 w 120"/>
              <a:gd name="T49" fmla="*/ 86 h 109"/>
              <a:gd name="T50" fmla="*/ 60 w 120"/>
              <a:gd name="T51" fmla="*/ 97 h 109"/>
              <a:gd name="T52" fmla="*/ 96 w 120"/>
              <a:gd name="T53" fmla="*/ 0 h 109"/>
              <a:gd name="T54" fmla="*/ 81 w 120"/>
              <a:gd name="T55" fmla="*/ 6 h 109"/>
              <a:gd name="T56" fmla="*/ 92 w 120"/>
              <a:gd name="T57" fmla="*/ 17 h 109"/>
              <a:gd name="T58" fmla="*/ 89 w 120"/>
              <a:gd name="T59" fmla="*/ 20 h 109"/>
              <a:gd name="T60" fmla="*/ 60 w 120"/>
              <a:gd name="T61" fmla="*/ 10 h 109"/>
              <a:gd name="T62" fmla="*/ 31 w 120"/>
              <a:gd name="T63" fmla="*/ 20 h 109"/>
              <a:gd name="T64" fmla="*/ 28 w 120"/>
              <a:gd name="T65" fmla="*/ 17 h 109"/>
              <a:gd name="T66" fmla="*/ 39 w 120"/>
              <a:gd name="T67" fmla="*/ 6 h 109"/>
              <a:gd name="T68" fmla="*/ 24 w 120"/>
              <a:gd name="T69" fmla="*/ 0 h 109"/>
              <a:gd name="T70" fmla="*/ 8 w 120"/>
              <a:gd name="T71" fmla="*/ 6 h 109"/>
              <a:gd name="T72" fmla="*/ 8 w 120"/>
              <a:gd name="T73" fmla="*/ 37 h 109"/>
              <a:gd name="T74" fmla="*/ 19 w 120"/>
              <a:gd name="T75" fmla="*/ 26 h 109"/>
              <a:gd name="T76" fmla="*/ 22 w 120"/>
              <a:gd name="T77" fmla="*/ 29 h 109"/>
              <a:gd name="T78" fmla="*/ 11 w 120"/>
              <a:gd name="T79" fmla="*/ 59 h 109"/>
              <a:gd name="T80" fmla="*/ 26 w 120"/>
              <a:gd name="T81" fmla="*/ 93 h 109"/>
              <a:gd name="T82" fmla="*/ 27 w 120"/>
              <a:gd name="T83" fmla="*/ 94 h 109"/>
              <a:gd name="T84" fmla="*/ 23 w 120"/>
              <a:gd name="T85" fmla="*/ 98 h 109"/>
              <a:gd name="T86" fmla="*/ 23 w 120"/>
              <a:gd name="T87" fmla="*/ 107 h 109"/>
              <a:gd name="T88" fmla="*/ 28 w 120"/>
              <a:gd name="T89" fmla="*/ 109 h 109"/>
              <a:gd name="T90" fmla="*/ 32 w 120"/>
              <a:gd name="T91" fmla="*/ 107 h 109"/>
              <a:gd name="T92" fmla="*/ 37 w 120"/>
              <a:gd name="T93" fmla="*/ 102 h 109"/>
              <a:gd name="T94" fmla="*/ 37 w 120"/>
              <a:gd name="T95" fmla="*/ 102 h 109"/>
              <a:gd name="T96" fmla="*/ 60 w 120"/>
              <a:gd name="T97" fmla="*/ 107 h 109"/>
              <a:gd name="T98" fmla="*/ 84 w 120"/>
              <a:gd name="T99" fmla="*/ 101 h 109"/>
              <a:gd name="T100" fmla="*/ 85 w 120"/>
              <a:gd name="T101" fmla="*/ 102 h 109"/>
              <a:gd name="T102" fmla="*/ 90 w 120"/>
              <a:gd name="T103" fmla="*/ 107 h 109"/>
              <a:gd name="T104" fmla="*/ 94 w 120"/>
              <a:gd name="T105" fmla="*/ 109 h 109"/>
              <a:gd name="T106" fmla="*/ 99 w 120"/>
              <a:gd name="T107" fmla="*/ 107 h 109"/>
              <a:gd name="T108" fmla="*/ 99 w 120"/>
              <a:gd name="T109" fmla="*/ 98 h 109"/>
              <a:gd name="T110" fmla="*/ 94 w 120"/>
              <a:gd name="T111" fmla="*/ 93 h 109"/>
              <a:gd name="T112" fmla="*/ 94 w 120"/>
              <a:gd name="T113" fmla="*/ 93 h 109"/>
              <a:gd name="T114" fmla="*/ 108 w 120"/>
              <a:gd name="T115" fmla="*/ 59 h 109"/>
              <a:gd name="T116" fmla="*/ 98 w 120"/>
              <a:gd name="T117" fmla="*/ 29 h 109"/>
              <a:gd name="T118" fmla="*/ 100 w 120"/>
              <a:gd name="T119" fmla="*/ 26 h 109"/>
              <a:gd name="T120" fmla="*/ 111 w 120"/>
              <a:gd name="T121" fmla="*/ 37 h 109"/>
              <a:gd name="T122" fmla="*/ 111 w 120"/>
              <a:gd name="T123" fmla="*/ 6 h 109"/>
              <a:gd name="T124" fmla="*/ 96 w 120"/>
              <a:gd name="T125"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0" h="109">
                <a:moveTo>
                  <a:pt x="60" y="26"/>
                </a:moveTo>
                <a:cubicBezTo>
                  <a:pt x="59" y="26"/>
                  <a:pt x="57" y="27"/>
                  <a:pt x="57" y="28"/>
                </a:cubicBezTo>
                <a:cubicBezTo>
                  <a:pt x="57" y="57"/>
                  <a:pt x="57" y="57"/>
                  <a:pt x="57" y="57"/>
                </a:cubicBezTo>
                <a:cubicBezTo>
                  <a:pt x="54" y="58"/>
                  <a:pt x="54" y="58"/>
                  <a:pt x="54" y="58"/>
                </a:cubicBezTo>
                <a:cubicBezTo>
                  <a:pt x="52" y="58"/>
                  <a:pt x="52" y="60"/>
                  <a:pt x="52" y="61"/>
                </a:cubicBezTo>
                <a:cubicBezTo>
                  <a:pt x="53" y="62"/>
                  <a:pt x="53" y="63"/>
                  <a:pt x="55" y="63"/>
                </a:cubicBezTo>
                <a:cubicBezTo>
                  <a:pt x="55" y="63"/>
                  <a:pt x="55" y="63"/>
                  <a:pt x="55" y="62"/>
                </a:cubicBezTo>
                <a:cubicBezTo>
                  <a:pt x="57" y="62"/>
                  <a:pt x="57" y="62"/>
                  <a:pt x="57" y="62"/>
                </a:cubicBezTo>
                <a:cubicBezTo>
                  <a:pt x="57" y="68"/>
                  <a:pt x="57" y="68"/>
                  <a:pt x="57" y="68"/>
                </a:cubicBezTo>
                <a:cubicBezTo>
                  <a:pt x="57" y="70"/>
                  <a:pt x="59" y="71"/>
                  <a:pt x="60" y="71"/>
                </a:cubicBezTo>
                <a:cubicBezTo>
                  <a:pt x="61" y="71"/>
                  <a:pt x="62" y="70"/>
                  <a:pt x="62" y="68"/>
                </a:cubicBezTo>
                <a:cubicBezTo>
                  <a:pt x="62" y="60"/>
                  <a:pt x="62" y="60"/>
                  <a:pt x="62" y="60"/>
                </a:cubicBezTo>
                <a:cubicBezTo>
                  <a:pt x="85" y="53"/>
                  <a:pt x="85" y="53"/>
                  <a:pt x="85" y="53"/>
                </a:cubicBezTo>
                <a:cubicBezTo>
                  <a:pt x="86" y="52"/>
                  <a:pt x="87" y="51"/>
                  <a:pt x="87" y="49"/>
                </a:cubicBezTo>
                <a:cubicBezTo>
                  <a:pt x="86" y="48"/>
                  <a:pt x="85" y="48"/>
                  <a:pt x="84" y="48"/>
                </a:cubicBezTo>
                <a:cubicBezTo>
                  <a:pt x="84" y="48"/>
                  <a:pt x="84" y="48"/>
                  <a:pt x="84" y="48"/>
                </a:cubicBezTo>
                <a:cubicBezTo>
                  <a:pt x="62" y="55"/>
                  <a:pt x="62" y="55"/>
                  <a:pt x="62" y="55"/>
                </a:cubicBezTo>
                <a:cubicBezTo>
                  <a:pt x="62" y="28"/>
                  <a:pt x="62" y="28"/>
                  <a:pt x="62" y="28"/>
                </a:cubicBezTo>
                <a:cubicBezTo>
                  <a:pt x="62" y="27"/>
                  <a:pt x="61" y="26"/>
                  <a:pt x="60" y="26"/>
                </a:cubicBezTo>
                <a:moveTo>
                  <a:pt x="60" y="97"/>
                </a:moveTo>
                <a:cubicBezTo>
                  <a:pt x="50" y="97"/>
                  <a:pt x="40" y="93"/>
                  <a:pt x="33" y="86"/>
                </a:cubicBezTo>
                <a:cubicBezTo>
                  <a:pt x="25" y="79"/>
                  <a:pt x="21" y="69"/>
                  <a:pt x="21" y="59"/>
                </a:cubicBezTo>
                <a:cubicBezTo>
                  <a:pt x="21" y="38"/>
                  <a:pt x="39" y="20"/>
                  <a:pt x="60" y="20"/>
                </a:cubicBezTo>
                <a:cubicBezTo>
                  <a:pt x="81" y="20"/>
                  <a:pt x="98" y="38"/>
                  <a:pt x="98" y="59"/>
                </a:cubicBezTo>
                <a:cubicBezTo>
                  <a:pt x="98" y="69"/>
                  <a:pt x="94" y="79"/>
                  <a:pt x="87" y="86"/>
                </a:cubicBezTo>
                <a:cubicBezTo>
                  <a:pt x="80" y="93"/>
                  <a:pt x="70" y="97"/>
                  <a:pt x="60" y="97"/>
                </a:cubicBezTo>
                <a:moveTo>
                  <a:pt x="96" y="0"/>
                </a:moveTo>
                <a:cubicBezTo>
                  <a:pt x="91" y="0"/>
                  <a:pt x="85" y="2"/>
                  <a:pt x="81" y="6"/>
                </a:cubicBezTo>
                <a:cubicBezTo>
                  <a:pt x="92" y="17"/>
                  <a:pt x="92" y="17"/>
                  <a:pt x="92" y="17"/>
                </a:cubicBezTo>
                <a:cubicBezTo>
                  <a:pt x="89" y="20"/>
                  <a:pt x="89" y="20"/>
                  <a:pt x="89" y="20"/>
                </a:cubicBezTo>
                <a:cubicBezTo>
                  <a:pt x="81" y="14"/>
                  <a:pt x="71" y="10"/>
                  <a:pt x="60" y="10"/>
                </a:cubicBezTo>
                <a:cubicBezTo>
                  <a:pt x="49" y="10"/>
                  <a:pt x="39" y="14"/>
                  <a:pt x="31" y="20"/>
                </a:cubicBezTo>
                <a:cubicBezTo>
                  <a:pt x="28" y="17"/>
                  <a:pt x="28" y="17"/>
                  <a:pt x="28" y="17"/>
                </a:cubicBezTo>
                <a:cubicBezTo>
                  <a:pt x="39" y="6"/>
                  <a:pt x="39" y="6"/>
                  <a:pt x="39" y="6"/>
                </a:cubicBezTo>
                <a:cubicBezTo>
                  <a:pt x="35" y="2"/>
                  <a:pt x="29" y="0"/>
                  <a:pt x="24" y="0"/>
                </a:cubicBezTo>
                <a:cubicBezTo>
                  <a:pt x="18" y="0"/>
                  <a:pt x="13" y="2"/>
                  <a:pt x="8" y="6"/>
                </a:cubicBezTo>
                <a:cubicBezTo>
                  <a:pt x="0" y="15"/>
                  <a:pt x="0" y="28"/>
                  <a:pt x="8" y="37"/>
                </a:cubicBezTo>
                <a:cubicBezTo>
                  <a:pt x="19" y="26"/>
                  <a:pt x="19" y="26"/>
                  <a:pt x="19" y="26"/>
                </a:cubicBezTo>
                <a:cubicBezTo>
                  <a:pt x="22" y="29"/>
                  <a:pt x="22" y="29"/>
                  <a:pt x="22" y="29"/>
                </a:cubicBezTo>
                <a:cubicBezTo>
                  <a:pt x="15" y="37"/>
                  <a:pt x="11" y="47"/>
                  <a:pt x="11" y="59"/>
                </a:cubicBezTo>
                <a:cubicBezTo>
                  <a:pt x="11" y="72"/>
                  <a:pt x="17" y="84"/>
                  <a:pt x="26" y="93"/>
                </a:cubicBezTo>
                <a:cubicBezTo>
                  <a:pt x="26" y="94"/>
                  <a:pt x="27" y="94"/>
                  <a:pt x="27" y="94"/>
                </a:cubicBezTo>
                <a:cubicBezTo>
                  <a:pt x="23" y="98"/>
                  <a:pt x="23" y="98"/>
                  <a:pt x="23" y="98"/>
                </a:cubicBezTo>
                <a:cubicBezTo>
                  <a:pt x="21" y="101"/>
                  <a:pt x="21" y="104"/>
                  <a:pt x="23" y="107"/>
                </a:cubicBezTo>
                <a:cubicBezTo>
                  <a:pt x="25" y="108"/>
                  <a:pt x="26" y="109"/>
                  <a:pt x="28" y="109"/>
                </a:cubicBezTo>
                <a:cubicBezTo>
                  <a:pt x="29" y="109"/>
                  <a:pt x="31" y="108"/>
                  <a:pt x="32" y="107"/>
                </a:cubicBezTo>
                <a:cubicBezTo>
                  <a:pt x="37" y="102"/>
                  <a:pt x="37" y="102"/>
                  <a:pt x="37" y="102"/>
                </a:cubicBezTo>
                <a:cubicBezTo>
                  <a:pt x="37" y="102"/>
                  <a:pt x="37" y="102"/>
                  <a:pt x="37" y="102"/>
                </a:cubicBezTo>
                <a:cubicBezTo>
                  <a:pt x="44" y="105"/>
                  <a:pt x="52" y="107"/>
                  <a:pt x="60" y="107"/>
                </a:cubicBezTo>
                <a:cubicBezTo>
                  <a:pt x="69" y="107"/>
                  <a:pt x="77" y="105"/>
                  <a:pt x="84" y="101"/>
                </a:cubicBezTo>
                <a:cubicBezTo>
                  <a:pt x="85" y="102"/>
                  <a:pt x="85" y="102"/>
                  <a:pt x="85" y="102"/>
                </a:cubicBezTo>
                <a:cubicBezTo>
                  <a:pt x="90" y="107"/>
                  <a:pt x="90" y="107"/>
                  <a:pt x="90" y="107"/>
                </a:cubicBezTo>
                <a:cubicBezTo>
                  <a:pt x="91" y="108"/>
                  <a:pt x="93" y="109"/>
                  <a:pt x="94" y="109"/>
                </a:cubicBezTo>
                <a:cubicBezTo>
                  <a:pt x="96" y="109"/>
                  <a:pt x="97" y="108"/>
                  <a:pt x="99" y="107"/>
                </a:cubicBezTo>
                <a:cubicBezTo>
                  <a:pt x="101" y="104"/>
                  <a:pt x="101" y="101"/>
                  <a:pt x="99" y="98"/>
                </a:cubicBezTo>
                <a:cubicBezTo>
                  <a:pt x="94" y="93"/>
                  <a:pt x="94" y="93"/>
                  <a:pt x="94" y="93"/>
                </a:cubicBezTo>
                <a:cubicBezTo>
                  <a:pt x="94" y="93"/>
                  <a:pt x="94" y="93"/>
                  <a:pt x="94" y="93"/>
                </a:cubicBezTo>
                <a:cubicBezTo>
                  <a:pt x="103" y="84"/>
                  <a:pt x="108" y="72"/>
                  <a:pt x="108" y="59"/>
                </a:cubicBezTo>
                <a:cubicBezTo>
                  <a:pt x="108" y="47"/>
                  <a:pt x="104" y="37"/>
                  <a:pt x="98" y="29"/>
                </a:cubicBezTo>
                <a:cubicBezTo>
                  <a:pt x="100" y="26"/>
                  <a:pt x="100" y="26"/>
                  <a:pt x="100" y="26"/>
                </a:cubicBezTo>
                <a:cubicBezTo>
                  <a:pt x="111" y="37"/>
                  <a:pt x="111" y="37"/>
                  <a:pt x="111" y="37"/>
                </a:cubicBezTo>
                <a:cubicBezTo>
                  <a:pt x="120" y="28"/>
                  <a:pt x="120" y="15"/>
                  <a:pt x="111" y="6"/>
                </a:cubicBezTo>
                <a:cubicBezTo>
                  <a:pt x="107" y="2"/>
                  <a:pt x="102" y="0"/>
                  <a:pt x="96" y="0"/>
                </a:cubicBezTo>
              </a:path>
            </a:pathLst>
          </a:custGeom>
          <a:solidFill>
            <a:srgbClr val="2AA1DC"/>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5" name="Freeform 67"/>
          <p:cNvSpPr>
            <a:spLocks noEditPoints="1"/>
          </p:cNvSpPr>
          <p:nvPr/>
        </p:nvSpPr>
        <p:spPr bwMode="auto">
          <a:xfrm>
            <a:off x="7818438" y="5237163"/>
            <a:ext cx="625475" cy="585788"/>
          </a:xfrm>
          <a:custGeom>
            <a:avLst/>
            <a:gdLst>
              <a:gd name="T0" fmla="*/ 370 w 394"/>
              <a:gd name="T1" fmla="*/ 193 h 369"/>
              <a:gd name="T2" fmla="*/ 282 w 394"/>
              <a:gd name="T3" fmla="*/ 193 h 369"/>
              <a:gd name="T4" fmla="*/ 282 w 394"/>
              <a:gd name="T5" fmla="*/ 344 h 369"/>
              <a:gd name="T6" fmla="*/ 239 w 394"/>
              <a:gd name="T7" fmla="*/ 344 h 369"/>
              <a:gd name="T8" fmla="*/ 239 w 394"/>
              <a:gd name="T9" fmla="*/ 232 h 369"/>
              <a:gd name="T10" fmla="*/ 155 w 394"/>
              <a:gd name="T11" fmla="*/ 232 h 369"/>
              <a:gd name="T12" fmla="*/ 155 w 394"/>
              <a:gd name="T13" fmla="*/ 344 h 369"/>
              <a:gd name="T14" fmla="*/ 113 w 394"/>
              <a:gd name="T15" fmla="*/ 344 h 369"/>
              <a:gd name="T16" fmla="*/ 113 w 394"/>
              <a:gd name="T17" fmla="*/ 260 h 369"/>
              <a:gd name="T18" fmla="*/ 28 w 394"/>
              <a:gd name="T19" fmla="*/ 260 h 369"/>
              <a:gd name="T20" fmla="*/ 28 w 394"/>
              <a:gd name="T21" fmla="*/ 344 h 369"/>
              <a:gd name="T22" fmla="*/ 0 w 394"/>
              <a:gd name="T23" fmla="*/ 344 h 369"/>
              <a:gd name="T24" fmla="*/ 0 w 394"/>
              <a:gd name="T25" fmla="*/ 369 h 369"/>
              <a:gd name="T26" fmla="*/ 394 w 394"/>
              <a:gd name="T27" fmla="*/ 369 h 369"/>
              <a:gd name="T28" fmla="*/ 394 w 394"/>
              <a:gd name="T29" fmla="*/ 344 h 369"/>
              <a:gd name="T30" fmla="*/ 370 w 394"/>
              <a:gd name="T31" fmla="*/ 344 h 369"/>
              <a:gd name="T32" fmla="*/ 370 w 394"/>
              <a:gd name="T33" fmla="*/ 193 h 369"/>
              <a:gd name="T34" fmla="*/ 359 w 394"/>
              <a:gd name="T35" fmla="*/ 0 h 369"/>
              <a:gd name="T36" fmla="*/ 278 w 394"/>
              <a:gd name="T37" fmla="*/ 28 h 369"/>
              <a:gd name="T38" fmla="*/ 303 w 394"/>
              <a:gd name="T39" fmla="*/ 53 h 369"/>
              <a:gd name="T40" fmla="*/ 194 w 394"/>
              <a:gd name="T41" fmla="*/ 186 h 369"/>
              <a:gd name="T42" fmla="*/ 137 w 394"/>
              <a:gd name="T43" fmla="*/ 130 h 369"/>
              <a:gd name="T44" fmla="*/ 130 w 394"/>
              <a:gd name="T45" fmla="*/ 123 h 369"/>
              <a:gd name="T46" fmla="*/ 123 w 394"/>
              <a:gd name="T47" fmla="*/ 134 h 369"/>
              <a:gd name="T48" fmla="*/ 60 w 394"/>
              <a:gd name="T49" fmla="*/ 221 h 369"/>
              <a:gd name="T50" fmla="*/ 74 w 394"/>
              <a:gd name="T51" fmla="*/ 232 h 369"/>
              <a:gd name="T52" fmla="*/ 134 w 394"/>
              <a:gd name="T53" fmla="*/ 151 h 369"/>
              <a:gd name="T54" fmla="*/ 187 w 394"/>
              <a:gd name="T55" fmla="*/ 207 h 369"/>
              <a:gd name="T56" fmla="*/ 194 w 394"/>
              <a:gd name="T57" fmla="*/ 214 h 369"/>
              <a:gd name="T58" fmla="*/ 201 w 394"/>
              <a:gd name="T59" fmla="*/ 204 h 369"/>
              <a:gd name="T60" fmla="*/ 317 w 394"/>
              <a:gd name="T61" fmla="*/ 63 h 369"/>
              <a:gd name="T62" fmla="*/ 348 w 394"/>
              <a:gd name="T63" fmla="*/ 88 h 369"/>
              <a:gd name="T64" fmla="*/ 359 w 394"/>
              <a:gd name="T65" fmla="*/ 0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94" h="369">
                <a:moveTo>
                  <a:pt x="370" y="193"/>
                </a:moveTo>
                <a:lnTo>
                  <a:pt x="282" y="193"/>
                </a:lnTo>
                <a:lnTo>
                  <a:pt x="282" y="344"/>
                </a:lnTo>
                <a:lnTo>
                  <a:pt x="239" y="344"/>
                </a:lnTo>
                <a:lnTo>
                  <a:pt x="239" y="232"/>
                </a:lnTo>
                <a:lnTo>
                  <a:pt x="155" y="232"/>
                </a:lnTo>
                <a:lnTo>
                  <a:pt x="155" y="344"/>
                </a:lnTo>
                <a:lnTo>
                  <a:pt x="113" y="344"/>
                </a:lnTo>
                <a:lnTo>
                  <a:pt x="113" y="260"/>
                </a:lnTo>
                <a:lnTo>
                  <a:pt x="28" y="260"/>
                </a:lnTo>
                <a:lnTo>
                  <a:pt x="28" y="344"/>
                </a:lnTo>
                <a:lnTo>
                  <a:pt x="0" y="344"/>
                </a:lnTo>
                <a:lnTo>
                  <a:pt x="0" y="369"/>
                </a:lnTo>
                <a:lnTo>
                  <a:pt x="394" y="369"/>
                </a:lnTo>
                <a:lnTo>
                  <a:pt x="394" y="344"/>
                </a:lnTo>
                <a:lnTo>
                  <a:pt x="370" y="344"/>
                </a:lnTo>
                <a:lnTo>
                  <a:pt x="370" y="193"/>
                </a:lnTo>
                <a:close/>
                <a:moveTo>
                  <a:pt x="359" y="0"/>
                </a:moveTo>
                <a:lnTo>
                  <a:pt x="278" y="28"/>
                </a:lnTo>
                <a:lnTo>
                  <a:pt x="303" y="53"/>
                </a:lnTo>
                <a:lnTo>
                  <a:pt x="194" y="186"/>
                </a:lnTo>
                <a:lnTo>
                  <a:pt x="137" y="130"/>
                </a:lnTo>
                <a:lnTo>
                  <a:pt x="130" y="123"/>
                </a:lnTo>
                <a:lnTo>
                  <a:pt x="123" y="134"/>
                </a:lnTo>
                <a:lnTo>
                  <a:pt x="60" y="221"/>
                </a:lnTo>
                <a:lnTo>
                  <a:pt x="74" y="232"/>
                </a:lnTo>
                <a:lnTo>
                  <a:pt x="134" y="151"/>
                </a:lnTo>
                <a:lnTo>
                  <a:pt x="187" y="207"/>
                </a:lnTo>
                <a:lnTo>
                  <a:pt x="194" y="214"/>
                </a:lnTo>
                <a:lnTo>
                  <a:pt x="201" y="204"/>
                </a:lnTo>
                <a:lnTo>
                  <a:pt x="317" y="63"/>
                </a:lnTo>
                <a:lnTo>
                  <a:pt x="348" y="88"/>
                </a:lnTo>
                <a:lnTo>
                  <a:pt x="359" y="0"/>
                </a:lnTo>
                <a:close/>
              </a:path>
            </a:pathLst>
          </a:custGeom>
          <a:solidFill>
            <a:srgbClr val="AB6C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6" name="Freeform 68"/>
          <p:cNvSpPr>
            <a:spLocks noEditPoints="1"/>
          </p:cNvSpPr>
          <p:nvPr/>
        </p:nvSpPr>
        <p:spPr bwMode="auto">
          <a:xfrm>
            <a:off x="7818438" y="5237163"/>
            <a:ext cx="625475" cy="585788"/>
          </a:xfrm>
          <a:custGeom>
            <a:avLst/>
            <a:gdLst>
              <a:gd name="T0" fmla="*/ 370 w 394"/>
              <a:gd name="T1" fmla="*/ 193 h 369"/>
              <a:gd name="T2" fmla="*/ 282 w 394"/>
              <a:gd name="T3" fmla="*/ 193 h 369"/>
              <a:gd name="T4" fmla="*/ 282 w 394"/>
              <a:gd name="T5" fmla="*/ 344 h 369"/>
              <a:gd name="T6" fmla="*/ 239 w 394"/>
              <a:gd name="T7" fmla="*/ 344 h 369"/>
              <a:gd name="T8" fmla="*/ 239 w 394"/>
              <a:gd name="T9" fmla="*/ 232 h 369"/>
              <a:gd name="T10" fmla="*/ 155 w 394"/>
              <a:gd name="T11" fmla="*/ 232 h 369"/>
              <a:gd name="T12" fmla="*/ 155 w 394"/>
              <a:gd name="T13" fmla="*/ 344 h 369"/>
              <a:gd name="T14" fmla="*/ 113 w 394"/>
              <a:gd name="T15" fmla="*/ 344 h 369"/>
              <a:gd name="T16" fmla="*/ 113 w 394"/>
              <a:gd name="T17" fmla="*/ 260 h 369"/>
              <a:gd name="T18" fmla="*/ 28 w 394"/>
              <a:gd name="T19" fmla="*/ 260 h 369"/>
              <a:gd name="T20" fmla="*/ 28 w 394"/>
              <a:gd name="T21" fmla="*/ 344 h 369"/>
              <a:gd name="T22" fmla="*/ 0 w 394"/>
              <a:gd name="T23" fmla="*/ 344 h 369"/>
              <a:gd name="T24" fmla="*/ 0 w 394"/>
              <a:gd name="T25" fmla="*/ 369 h 369"/>
              <a:gd name="T26" fmla="*/ 394 w 394"/>
              <a:gd name="T27" fmla="*/ 369 h 369"/>
              <a:gd name="T28" fmla="*/ 394 w 394"/>
              <a:gd name="T29" fmla="*/ 344 h 369"/>
              <a:gd name="T30" fmla="*/ 370 w 394"/>
              <a:gd name="T31" fmla="*/ 344 h 369"/>
              <a:gd name="T32" fmla="*/ 370 w 394"/>
              <a:gd name="T33" fmla="*/ 193 h 369"/>
              <a:gd name="T34" fmla="*/ 359 w 394"/>
              <a:gd name="T35" fmla="*/ 0 h 369"/>
              <a:gd name="T36" fmla="*/ 278 w 394"/>
              <a:gd name="T37" fmla="*/ 28 h 369"/>
              <a:gd name="T38" fmla="*/ 303 w 394"/>
              <a:gd name="T39" fmla="*/ 53 h 369"/>
              <a:gd name="T40" fmla="*/ 194 w 394"/>
              <a:gd name="T41" fmla="*/ 186 h 369"/>
              <a:gd name="T42" fmla="*/ 137 w 394"/>
              <a:gd name="T43" fmla="*/ 130 h 369"/>
              <a:gd name="T44" fmla="*/ 130 w 394"/>
              <a:gd name="T45" fmla="*/ 123 h 369"/>
              <a:gd name="T46" fmla="*/ 123 w 394"/>
              <a:gd name="T47" fmla="*/ 134 h 369"/>
              <a:gd name="T48" fmla="*/ 60 w 394"/>
              <a:gd name="T49" fmla="*/ 221 h 369"/>
              <a:gd name="T50" fmla="*/ 74 w 394"/>
              <a:gd name="T51" fmla="*/ 232 h 369"/>
              <a:gd name="T52" fmla="*/ 134 w 394"/>
              <a:gd name="T53" fmla="*/ 151 h 369"/>
              <a:gd name="T54" fmla="*/ 187 w 394"/>
              <a:gd name="T55" fmla="*/ 207 h 369"/>
              <a:gd name="T56" fmla="*/ 194 w 394"/>
              <a:gd name="T57" fmla="*/ 214 h 369"/>
              <a:gd name="T58" fmla="*/ 201 w 394"/>
              <a:gd name="T59" fmla="*/ 204 h 369"/>
              <a:gd name="T60" fmla="*/ 317 w 394"/>
              <a:gd name="T61" fmla="*/ 63 h 369"/>
              <a:gd name="T62" fmla="*/ 348 w 394"/>
              <a:gd name="T63" fmla="*/ 88 h 369"/>
              <a:gd name="T64" fmla="*/ 359 w 394"/>
              <a:gd name="T65" fmla="*/ 0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94" h="369">
                <a:moveTo>
                  <a:pt x="370" y="193"/>
                </a:moveTo>
                <a:lnTo>
                  <a:pt x="282" y="193"/>
                </a:lnTo>
                <a:lnTo>
                  <a:pt x="282" y="344"/>
                </a:lnTo>
                <a:lnTo>
                  <a:pt x="239" y="344"/>
                </a:lnTo>
                <a:lnTo>
                  <a:pt x="239" y="232"/>
                </a:lnTo>
                <a:lnTo>
                  <a:pt x="155" y="232"/>
                </a:lnTo>
                <a:lnTo>
                  <a:pt x="155" y="344"/>
                </a:lnTo>
                <a:lnTo>
                  <a:pt x="113" y="344"/>
                </a:lnTo>
                <a:lnTo>
                  <a:pt x="113" y="260"/>
                </a:lnTo>
                <a:lnTo>
                  <a:pt x="28" y="260"/>
                </a:lnTo>
                <a:lnTo>
                  <a:pt x="28" y="344"/>
                </a:lnTo>
                <a:lnTo>
                  <a:pt x="0" y="344"/>
                </a:lnTo>
                <a:lnTo>
                  <a:pt x="0" y="369"/>
                </a:lnTo>
                <a:lnTo>
                  <a:pt x="394" y="369"/>
                </a:lnTo>
                <a:lnTo>
                  <a:pt x="394" y="344"/>
                </a:lnTo>
                <a:lnTo>
                  <a:pt x="370" y="344"/>
                </a:lnTo>
                <a:lnTo>
                  <a:pt x="370" y="193"/>
                </a:lnTo>
                <a:moveTo>
                  <a:pt x="359" y="0"/>
                </a:moveTo>
                <a:lnTo>
                  <a:pt x="278" y="28"/>
                </a:lnTo>
                <a:lnTo>
                  <a:pt x="303" y="53"/>
                </a:lnTo>
                <a:lnTo>
                  <a:pt x="194" y="186"/>
                </a:lnTo>
                <a:lnTo>
                  <a:pt x="137" y="130"/>
                </a:lnTo>
                <a:lnTo>
                  <a:pt x="130" y="123"/>
                </a:lnTo>
                <a:lnTo>
                  <a:pt x="123" y="134"/>
                </a:lnTo>
                <a:lnTo>
                  <a:pt x="60" y="221"/>
                </a:lnTo>
                <a:lnTo>
                  <a:pt x="74" y="232"/>
                </a:lnTo>
                <a:lnTo>
                  <a:pt x="134" y="151"/>
                </a:lnTo>
                <a:lnTo>
                  <a:pt x="187" y="207"/>
                </a:lnTo>
                <a:lnTo>
                  <a:pt x="194" y="214"/>
                </a:lnTo>
                <a:lnTo>
                  <a:pt x="201" y="204"/>
                </a:lnTo>
                <a:lnTo>
                  <a:pt x="317" y="63"/>
                </a:lnTo>
                <a:lnTo>
                  <a:pt x="348" y="88"/>
                </a:lnTo>
                <a:lnTo>
                  <a:pt x="35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7" name="Freeform 60"/>
          <p:cNvSpPr>
            <a:spLocks/>
          </p:cNvSpPr>
          <p:nvPr/>
        </p:nvSpPr>
        <p:spPr bwMode="auto">
          <a:xfrm>
            <a:off x="1007063" y="3889553"/>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 name="文本框 107"/>
          <p:cNvSpPr txBox="1"/>
          <p:nvPr/>
        </p:nvSpPr>
        <p:spPr>
          <a:xfrm>
            <a:off x="940215" y="4689154"/>
            <a:ext cx="3555585" cy="1421928"/>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网络</a:t>
            </a:r>
            <a:r>
              <a:rPr lang="en-US" altLang="zh-CN" dirty="0">
                <a:solidFill>
                  <a:prstClr val="black">
                    <a:lumMod val="65000"/>
                    <a:lumOff val="35000"/>
                  </a:prstClr>
                </a:solidFill>
                <a:latin typeface="微软雅黑" panose="020B0503020204020204" pitchFamily="34" charset="-122"/>
              </a:rPr>
              <a:t>EPS</a:t>
            </a:r>
            <a:r>
              <a:rPr lang="zh-CN" altLang="en-US" dirty="0">
                <a:solidFill>
                  <a:prstClr val="black">
                    <a:lumMod val="65000"/>
                    <a:lumOff val="35000"/>
                  </a:prstClr>
                </a:solidFill>
                <a:latin typeface="微软雅黑" panose="020B0503020204020204" pitchFamily="34" charset="-122"/>
              </a:rPr>
              <a:t>素材改编；</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文字、颜色可随意更改；</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注意线条交接处颜色匹配；</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矢量图标可替换。</a:t>
            </a:r>
            <a:endParaRPr lang="en-US" altLang="zh-CN" dirty="0">
              <a:solidFill>
                <a:prstClr val="black">
                  <a:lumMod val="65000"/>
                  <a:lumOff val="35000"/>
                </a:prstClr>
              </a:solidFill>
              <a:latin typeface="微软雅黑" panose="020B0503020204020204" pitchFamily="34" charset="-122"/>
            </a:endParaRPr>
          </a:p>
        </p:txBody>
      </p:sp>
      <p:sp>
        <p:nvSpPr>
          <p:cNvPr id="109" name="圆角矩形 108"/>
          <p:cNvSpPr/>
          <p:nvPr/>
        </p:nvSpPr>
        <p:spPr>
          <a:xfrm>
            <a:off x="1674755" y="4048838"/>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110" name="等腰三角形 109"/>
          <p:cNvSpPr/>
          <p:nvPr/>
        </p:nvSpPr>
        <p:spPr>
          <a:xfrm rot="16200000">
            <a:off x="1600123" y="4116382"/>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111" name="文本框 110"/>
          <p:cNvSpPr txBox="1"/>
          <p:nvPr/>
        </p:nvSpPr>
        <p:spPr>
          <a:xfrm>
            <a:off x="9256402" y="3135"/>
            <a:ext cx="655949" cy="707886"/>
          </a:xfrm>
          <a:prstGeom prst="rect">
            <a:avLst/>
          </a:prstGeom>
          <a:noFill/>
        </p:spPr>
        <p:txBody>
          <a:bodyPr wrap="none" rtlCol="0">
            <a:spAutoFit/>
          </a:bodyPr>
          <a:lstStyle/>
          <a:p>
            <a:r>
              <a:rPr lang="en-US" altLang="zh-CN" sz="4000" dirty="0">
                <a:solidFill>
                  <a:srgbClr val="605E5E"/>
                </a:solidFill>
                <a:latin typeface="Impact" panose="020B0806030902050204" pitchFamily="34" charset="0"/>
                <a:cs typeface="Aharoni" panose="02010803020104030203" pitchFamily="2" charset="-79"/>
              </a:rPr>
              <a:t>01</a:t>
            </a:r>
            <a:endParaRPr lang="zh-CN" altLang="en-US" sz="4000" dirty="0">
              <a:solidFill>
                <a:srgbClr val="605E5E"/>
              </a:solidFill>
              <a:latin typeface="Impact" panose="020B0806030902050204" pitchFamily="34" charset="0"/>
              <a:cs typeface="Aharoni" panose="02010803020104030203" pitchFamily="2" charset="-79"/>
            </a:endParaRPr>
          </a:p>
        </p:txBody>
      </p:sp>
      <p:sp>
        <p:nvSpPr>
          <p:cNvPr id="112" name="文本框 111"/>
          <p:cNvSpPr txBox="1"/>
          <p:nvPr/>
        </p:nvSpPr>
        <p:spPr>
          <a:xfrm>
            <a:off x="9292765" y="587010"/>
            <a:ext cx="1498039" cy="369332"/>
          </a:xfrm>
          <a:prstGeom prst="rect">
            <a:avLst/>
          </a:prstGeom>
          <a:noFill/>
        </p:spPr>
        <p:txBody>
          <a:bodyPr wrap="none" rtlCol="0">
            <a:spAutoFit/>
          </a:bodyPr>
          <a:lstStyle/>
          <a:p>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Sample</a:t>
            </a:r>
            <a:r>
              <a:rPr lang="en-US" altLang="zh-CN" dirty="0">
                <a:solidFill>
                  <a:srgbClr val="859291"/>
                </a:solidFill>
                <a:latin typeface="Tahoma" panose="020B0604030504040204" pitchFamily="34" charset="0"/>
                <a:ea typeface="Tahoma" panose="020B0604030504040204" pitchFamily="34" charset="0"/>
                <a:cs typeface="Tahoma" panose="020B0604030504040204" pitchFamily="34" charset="0"/>
              </a:rPr>
              <a:t> </a:t>
            </a:r>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Text</a:t>
            </a:r>
            <a:r>
              <a:rPr lang="en-US" altLang="zh-CN" dirty="0">
                <a:solidFill>
                  <a:srgbClr val="859291"/>
                </a:solidFill>
                <a:latin typeface="Tahoma" panose="020B0604030504040204" pitchFamily="34" charset="0"/>
                <a:ea typeface="Tahoma" panose="020B0604030504040204" pitchFamily="34" charset="0"/>
                <a:cs typeface="Tahoma" panose="020B0604030504040204" pitchFamily="34" charset="0"/>
              </a:rPr>
              <a:t>.</a:t>
            </a:r>
            <a:endParaRPr lang="zh-CN" altLang="en-US" dirty="0">
              <a:solidFill>
                <a:srgbClr val="859291"/>
              </a:solidFill>
              <a:latin typeface="Tahoma" panose="020B0604030504040204" pitchFamily="34" charset="0"/>
              <a:cs typeface="Tahoma" panose="020B0604030504040204" pitchFamily="34" charset="0"/>
            </a:endParaRPr>
          </a:p>
        </p:txBody>
      </p:sp>
      <p:sp>
        <p:nvSpPr>
          <p:cNvPr id="113" name="文本框 112"/>
          <p:cNvSpPr txBox="1"/>
          <p:nvPr/>
        </p:nvSpPr>
        <p:spPr>
          <a:xfrm>
            <a:off x="11342688" y="2068918"/>
            <a:ext cx="718466" cy="707886"/>
          </a:xfrm>
          <a:prstGeom prst="rect">
            <a:avLst/>
          </a:prstGeom>
          <a:noFill/>
        </p:spPr>
        <p:txBody>
          <a:bodyPr wrap="none" rtlCol="0">
            <a:spAutoFit/>
          </a:bodyPr>
          <a:lstStyle/>
          <a:p>
            <a:r>
              <a:rPr lang="en-US" altLang="zh-CN" sz="4000" dirty="0">
                <a:solidFill>
                  <a:srgbClr val="605E5E"/>
                </a:solidFill>
                <a:latin typeface="Impact" panose="020B0806030902050204" pitchFamily="34" charset="0"/>
                <a:cs typeface="Aharoni" panose="02010803020104030203" pitchFamily="2" charset="-79"/>
              </a:rPr>
              <a:t>02</a:t>
            </a:r>
            <a:endParaRPr lang="zh-CN" altLang="en-US" sz="4000" dirty="0">
              <a:solidFill>
                <a:srgbClr val="605E5E"/>
              </a:solidFill>
              <a:latin typeface="Impact" panose="020B0806030902050204" pitchFamily="34" charset="0"/>
              <a:cs typeface="Aharoni" panose="02010803020104030203" pitchFamily="2" charset="-79"/>
            </a:endParaRPr>
          </a:p>
        </p:txBody>
      </p:sp>
      <p:sp>
        <p:nvSpPr>
          <p:cNvPr id="114" name="文本框 113"/>
          <p:cNvSpPr txBox="1"/>
          <p:nvPr/>
        </p:nvSpPr>
        <p:spPr>
          <a:xfrm>
            <a:off x="10772184" y="2639856"/>
            <a:ext cx="1498039" cy="369332"/>
          </a:xfrm>
          <a:prstGeom prst="rect">
            <a:avLst/>
          </a:prstGeom>
          <a:noFill/>
        </p:spPr>
        <p:txBody>
          <a:bodyPr wrap="none" rtlCol="0">
            <a:spAutoFit/>
          </a:bodyPr>
          <a:lstStyle/>
          <a:p>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Sample</a:t>
            </a:r>
            <a:r>
              <a:rPr lang="en-US" altLang="zh-CN" dirty="0">
                <a:solidFill>
                  <a:srgbClr val="859291"/>
                </a:solidFill>
                <a:latin typeface="Tahoma" panose="020B0604030504040204" pitchFamily="34" charset="0"/>
                <a:ea typeface="Tahoma" panose="020B0604030504040204" pitchFamily="34" charset="0"/>
                <a:cs typeface="Tahoma" panose="020B0604030504040204" pitchFamily="34" charset="0"/>
              </a:rPr>
              <a:t> </a:t>
            </a:r>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Text</a:t>
            </a:r>
            <a:r>
              <a:rPr lang="en-US" altLang="zh-CN" dirty="0">
                <a:solidFill>
                  <a:srgbClr val="859291"/>
                </a:solidFill>
                <a:latin typeface="Tahoma" panose="020B0604030504040204" pitchFamily="34" charset="0"/>
                <a:ea typeface="Tahoma" panose="020B0604030504040204" pitchFamily="34" charset="0"/>
                <a:cs typeface="Tahoma" panose="020B0604030504040204" pitchFamily="34" charset="0"/>
              </a:rPr>
              <a:t>.</a:t>
            </a:r>
            <a:endParaRPr lang="zh-CN" altLang="en-US" dirty="0">
              <a:solidFill>
                <a:srgbClr val="859291"/>
              </a:solidFill>
              <a:latin typeface="Tahoma" panose="020B0604030504040204" pitchFamily="34" charset="0"/>
              <a:cs typeface="Tahoma" panose="020B0604030504040204" pitchFamily="34" charset="0"/>
            </a:endParaRPr>
          </a:p>
        </p:txBody>
      </p:sp>
      <p:sp>
        <p:nvSpPr>
          <p:cNvPr id="115" name="文本框 114"/>
          <p:cNvSpPr txBox="1"/>
          <p:nvPr/>
        </p:nvSpPr>
        <p:spPr>
          <a:xfrm>
            <a:off x="10396811" y="4032472"/>
            <a:ext cx="1498039" cy="369332"/>
          </a:xfrm>
          <a:prstGeom prst="rect">
            <a:avLst/>
          </a:prstGeom>
          <a:noFill/>
        </p:spPr>
        <p:txBody>
          <a:bodyPr wrap="none" rtlCol="0">
            <a:spAutoFit/>
          </a:bodyPr>
          <a:lstStyle/>
          <a:p>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Sample</a:t>
            </a:r>
            <a:r>
              <a:rPr lang="en-US" altLang="zh-CN" dirty="0">
                <a:solidFill>
                  <a:srgbClr val="859291"/>
                </a:solidFill>
                <a:latin typeface="Tahoma" panose="020B0604030504040204" pitchFamily="34" charset="0"/>
                <a:ea typeface="Tahoma" panose="020B0604030504040204" pitchFamily="34" charset="0"/>
                <a:cs typeface="Tahoma" panose="020B0604030504040204" pitchFamily="34" charset="0"/>
              </a:rPr>
              <a:t> </a:t>
            </a:r>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Text</a:t>
            </a:r>
            <a:r>
              <a:rPr lang="en-US" altLang="zh-CN" dirty="0">
                <a:solidFill>
                  <a:srgbClr val="859291"/>
                </a:solidFill>
                <a:latin typeface="Tahoma" panose="020B0604030504040204" pitchFamily="34" charset="0"/>
                <a:ea typeface="Tahoma" panose="020B0604030504040204" pitchFamily="34" charset="0"/>
                <a:cs typeface="Tahoma" panose="020B0604030504040204" pitchFamily="34" charset="0"/>
              </a:rPr>
              <a:t>.</a:t>
            </a:r>
            <a:endParaRPr lang="zh-CN" altLang="en-US" dirty="0">
              <a:solidFill>
                <a:srgbClr val="859291"/>
              </a:solidFill>
              <a:latin typeface="Tahoma" panose="020B0604030504040204" pitchFamily="34" charset="0"/>
              <a:cs typeface="Tahoma" panose="020B0604030504040204" pitchFamily="34" charset="0"/>
            </a:endParaRPr>
          </a:p>
        </p:txBody>
      </p:sp>
      <p:sp>
        <p:nvSpPr>
          <p:cNvPr id="116" name="文本框 115"/>
          <p:cNvSpPr txBox="1"/>
          <p:nvPr/>
        </p:nvSpPr>
        <p:spPr>
          <a:xfrm>
            <a:off x="11160463" y="3484779"/>
            <a:ext cx="716863" cy="707886"/>
          </a:xfrm>
          <a:prstGeom prst="rect">
            <a:avLst/>
          </a:prstGeom>
          <a:noFill/>
        </p:spPr>
        <p:txBody>
          <a:bodyPr wrap="none" rtlCol="0">
            <a:spAutoFit/>
          </a:bodyPr>
          <a:lstStyle/>
          <a:p>
            <a:r>
              <a:rPr lang="en-US" altLang="zh-CN" sz="4000" dirty="0">
                <a:solidFill>
                  <a:srgbClr val="605E5E"/>
                </a:solidFill>
                <a:latin typeface="Impact" panose="020B0806030902050204" pitchFamily="34" charset="0"/>
                <a:cs typeface="Aharoni" panose="02010803020104030203" pitchFamily="2" charset="-79"/>
              </a:rPr>
              <a:t>04</a:t>
            </a:r>
            <a:endParaRPr lang="zh-CN" altLang="en-US" sz="4000" dirty="0">
              <a:solidFill>
                <a:srgbClr val="605E5E"/>
              </a:solidFill>
              <a:latin typeface="Impact" panose="020B0806030902050204" pitchFamily="34" charset="0"/>
              <a:cs typeface="Aharoni" panose="02010803020104030203" pitchFamily="2" charset="-79"/>
            </a:endParaRPr>
          </a:p>
        </p:txBody>
      </p:sp>
      <p:sp>
        <p:nvSpPr>
          <p:cNvPr id="117" name="文本框 116"/>
          <p:cNvSpPr txBox="1"/>
          <p:nvPr/>
        </p:nvSpPr>
        <p:spPr>
          <a:xfrm>
            <a:off x="6532982" y="4068937"/>
            <a:ext cx="1498039" cy="369332"/>
          </a:xfrm>
          <a:prstGeom prst="rect">
            <a:avLst/>
          </a:prstGeom>
          <a:noFill/>
        </p:spPr>
        <p:txBody>
          <a:bodyPr wrap="none" rtlCol="0">
            <a:spAutoFit/>
          </a:bodyPr>
          <a:lstStyle/>
          <a:p>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Sample</a:t>
            </a:r>
            <a:r>
              <a:rPr lang="en-US" altLang="zh-CN" dirty="0">
                <a:solidFill>
                  <a:srgbClr val="859291"/>
                </a:solidFill>
                <a:latin typeface="Tahoma" panose="020B0604030504040204" pitchFamily="34" charset="0"/>
                <a:ea typeface="Tahoma" panose="020B0604030504040204" pitchFamily="34" charset="0"/>
                <a:cs typeface="Tahoma" panose="020B0604030504040204" pitchFamily="34" charset="0"/>
              </a:rPr>
              <a:t> </a:t>
            </a:r>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Text</a:t>
            </a:r>
            <a:r>
              <a:rPr lang="en-US" altLang="zh-CN" dirty="0">
                <a:solidFill>
                  <a:srgbClr val="859291"/>
                </a:solidFill>
                <a:latin typeface="Tahoma" panose="020B0604030504040204" pitchFamily="34" charset="0"/>
                <a:ea typeface="Tahoma" panose="020B0604030504040204" pitchFamily="34" charset="0"/>
                <a:cs typeface="Tahoma" panose="020B0604030504040204" pitchFamily="34" charset="0"/>
              </a:rPr>
              <a:t>.</a:t>
            </a:r>
            <a:endParaRPr lang="zh-CN" altLang="en-US" dirty="0">
              <a:solidFill>
                <a:srgbClr val="859291"/>
              </a:solidFill>
              <a:latin typeface="Tahoma" panose="020B0604030504040204" pitchFamily="34" charset="0"/>
              <a:cs typeface="Tahoma" panose="020B0604030504040204" pitchFamily="34" charset="0"/>
            </a:endParaRPr>
          </a:p>
        </p:txBody>
      </p:sp>
      <p:sp>
        <p:nvSpPr>
          <p:cNvPr id="118" name="文本框 117"/>
          <p:cNvSpPr txBox="1"/>
          <p:nvPr/>
        </p:nvSpPr>
        <p:spPr>
          <a:xfrm>
            <a:off x="6523894" y="3521244"/>
            <a:ext cx="732893" cy="707886"/>
          </a:xfrm>
          <a:prstGeom prst="rect">
            <a:avLst/>
          </a:prstGeom>
          <a:noFill/>
        </p:spPr>
        <p:txBody>
          <a:bodyPr wrap="none" rtlCol="0">
            <a:spAutoFit/>
          </a:bodyPr>
          <a:lstStyle/>
          <a:p>
            <a:r>
              <a:rPr lang="en-US" altLang="zh-CN" sz="4000" dirty="0">
                <a:solidFill>
                  <a:srgbClr val="605E5E"/>
                </a:solidFill>
                <a:latin typeface="Impact" panose="020B0806030902050204" pitchFamily="34" charset="0"/>
                <a:cs typeface="Aharoni" panose="02010803020104030203" pitchFamily="2" charset="-79"/>
              </a:rPr>
              <a:t>03</a:t>
            </a:r>
            <a:endParaRPr lang="zh-CN" altLang="en-US" sz="4000" dirty="0">
              <a:solidFill>
                <a:srgbClr val="605E5E"/>
              </a:solidFill>
              <a:latin typeface="Impact" panose="020B0806030902050204" pitchFamily="34" charset="0"/>
              <a:cs typeface="Aharoni" panose="02010803020104030203" pitchFamily="2" charset="-79"/>
            </a:endParaRPr>
          </a:p>
        </p:txBody>
      </p:sp>
      <p:sp>
        <p:nvSpPr>
          <p:cNvPr id="119" name="文本框 118"/>
          <p:cNvSpPr txBox="1"/>
          <p:nvPr/>
        </p:nvSpPr>
        <p:spPr>
          <a:xfrm>
            <a:off x="6532982" y="6219710"/>
            <a:ext cx="1498039" cy="369332"/>
          </a:xfrm>
          <a:prstGeom prst="rect">
            <a:avLst/>
          </a:prstGeom>
          <a:noFill/>
        </p:spPr>
        <p:txBody>
          <a:bodyPr wrap="none" rtlCol="0">
            <a:spAutoFit/>
          </a:bodyPr>
          <a:lstStyle/>
          <a:p>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Sample</a:t>
            </a:r>
            <a:r>
              <a:rPr lang="en-US" altLang="zh-CN" dirty="0">
                <a:solidFill>
                  <a:srgbClr val="859291"/>
                </a:solidFill>
                <a:latin typeface="Tahoma" panose="020B0604030504040204" pitchFamily="34" charset="0"/>
                <a:ea typeface="Tahoma" panose="020B0604030504040204" pitchFamily="34" charset="0"/>
                <a:cs typeface="Tahoma" panose="020B0604030504040204" pitchFamily="34" charset="0"/>
              </a:rPr>
              <a:t> </a:t>
            </a:r>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Text</a:t>
            </a:r>
            <a:r>
              <a:rPr lang="en-US" altLang="zh-CN" dirty="0">
                <a:solidFill>
                  <a:srgbClr val="859291"/>
                </a:solidFill>
                <a:latin typeface="Tahoma" panose="020B0604030504040204" pitchFamily="34" charset="0"/>
                <a:ea typeface="Tahoma" panose="020B0604030504040204" pitchFamily="34" charset="0"/>
                <a:cs typeface="Tahoma" panose="020B0604030504040204" pitchFamily="34" charset="0"/>
              </a:rPr>
              <a:t>.</a:t>
            </a:r>
            <a:endParaRPr lang="zh-CN" altLang="en-US" dirty="0">
              <a:solidFill>
                <a:srgbClr val="859291"/>
              </a:solidFill>
              <a:latin typeface="Tahoma" panose="020B0604030504040204" pitchFamily="34" charset="0"/>
              <a:cs typeface="Tahoma" panose="020B0604030504040204" pitchFamily="34" charset="0"/>
            </a:endParaRPr>
          </a:p>
        </p:txBody>
      </p:sp>
      <p:sp>
        <p:nvSpPr>
          <p:cNvPr id="120" name="文本框 119"/>
          <p:cNvSpPr txBox="1"/>
          <p:nvPr/>
        </p:nvSpPr>
        <p:spPr>
          <a:xfrm>
            <a:off x="6523894" y="5672017"/>
            <a:ext cx="736099" cy="707886"/>
          </a:xfrm>
          <a:prstGeom prst="rect">
            <a:avLst/>
          </a:prstGeom>
          <a:noFill/>
        </p:spPr>
        <p:txBody>
          <a:bodyPr wrap="none" rtlCol="0">
            <a:spAutoFit/>
          </a:bodyPr>
          <a:lstStyle/>
          <a:p>
            <a:r>
              <a:rPr lang="en-US" altLang="zh-CN" sz="4000" dirty="0">
                <a:solidFill>
                  <a:srgbClr val="605E5E"/>
                </a:solidFill>
                <a:latin typeface="Impact" panose="020B0806030902050204" pitchFamily="34" charset="0"/>
                <a:cs typeface="Aharoni" panose="02010803020104030203" pitchFamily="2" charset="-79"/>
              </a:rPr>
              <a:t>05</a:t>
            </a:r>
            <a:endParaRPr lang="zh-CN" altLang="en-US" sz="4000" dirty="0">
              <a:solidFill>
                <a:srgbClr val="605E5E"/>
              </a:solidFill>
              <a:latin typeface="Impact" panose="020B0806030902050204" pitchFamily="34" charset="0"/>
              <a:cs typeface="Aharoni" panose="02010803020104030203" pitchFamily="2" charset="-79"/>
            </a:endParaRPr>
          </a:p>
        </p:txBody>
      </p:sp>
      <p:sp>
        <p:nvSpPr>
          <p:cNvPr id="86"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五</a:t>
            </a:r>
            <a:r>
              <a:rPr lang="zh-CN" altLang="en-US" sz="2800" b="1">
                <a:solidFill>
                  <a:schemeClr val="tx1">
                    <a:lumMod val="65000"/>
                    <a:lumOff val="35000"/>
                  </a:schemeClr>
                </a:solidFill>
              </a:rPr>
              <a:t>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306032865"/>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 name="Freeform 60"/>
          <p:cNvSpPr>
            <a:spLocks/>
          </p:cNvSpPr>
          <p:nvPr/>
        </p:nvSpPr>
        <p:spPr bwMode="auto">
          <a:xfrm>
            <a:off x="1007063" y="3889553"/>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 name="文本框 86"/>
          <p:cNvSpPr txBox="1"/>
          <p:nvPr/>
        </p:nvSpPr>
        <p:spPr>
          <a:xfrm>
            <a:off x="940215" y="4689154"/>
            <a:ext cx="3555585" cy="1089529"/>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网络</a:t>
            </a:r>
            <a:r>
              <a:rPr lang="en-US" altLang="zh-CN" dirty="0">
                <a:solidFill>
                  <a:prstClr val="black">
                    <a:lumMod val="65000"/>
                    <a:lumOff val="35000"/>
                  </a:prstClr>
                </a:solidFill>
                <a:latin typeface="微软雅黑" panose="020B0503020204020204" pitchFamily="34" charset="-122"/>
              </a:rPr>
              <a:t>EPS</a:t>
            </a:r>
            <a:r>
              <a:rPr lang="zh-CN" altLang="en-US" dirty="0">
                <a:solidFill>
                  <a:prstClr val="black">
                    <a:lumMod val="65000"/>
                    <a:lumOff val="35000"/>
                  </a:prstClr>
                </a:solidFill>
                <a:latin typeface="微软雅黑" panose="020B0503020204020204" pitchFamily="34" charset="-122"/>
              </a:rPr>
              <a:t>素材改编；</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文字、颜色可随意更改；</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矢量图标可以替换；</a:t>
            </a:r>
            <a:endParaRPr lang="en-US" altLang="zh-CN" dirty="0">
              <a:solidFill>
                <a:prstClr val="black">
                  <a:lumMod val="65000"/>
                  <a:lumOff val="35000"/>
                </a:prstClr>
              </a:solidFill>
              <a:latin typeface="微软雅黑" panose="020B0503020204020204" pitchFamily="34" charset="-122"/>
            </a:endParaRPr>
          </a:p>
        </p:txBody>
      </p:sp>
      <p:sp>
        <p:nvSpPr>
          <p:cNvPr id="88" name="圆角矩形 87"/>
          <p:cNvSpPr/>
          <p:nvPr/>
        </p:nvSpPr>
        <p:spPr>
          <a:xfrm>
            <a:off x="1674755" y="4048838"/>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89" name="等腰三角形 88"/>
          <p:cNvSpPr/>
          <p:nvPr/>
        </p:nvSpPr>
        <p:spPr>
          <a:xfrm rot="16200000">
            <a:off x="1600123" y="4116382"/>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grpSp>
        <p:nvGrpSpPr>
          <p:cNvPr id="54" name="组合 53"/>
          <p:cNvGrpSpPr/>
          <p:nvPr/>
        </p:nvGrpSpPr>
        <p:grpSpPr>
          <a:xfrm>
            <a:off x="5973763" y="808038"/>
            <a:ext cx="5662613" cy="5386388"/>
            <a:chOff x="5973763" y="808038"/>
            <a:chExt cx="5662613" cy="5386388"/>
          </a:xfrm>
          <a:effectLst>
            <a:outerShdw blurRad="355600" sx="102000" sy="102000" algn="ctr" rotWithShape="0">
              <a:prstClr val="black">
                <a:alpha val="29000"/>
              </a:prstClr>
            </a:outerShdw>
          </a:effectLst>
        </p:grpSpPr>
        <p:sp>
          <p:nvSpPr>
            <p:cNvPr id="5" name="Freeform 5"/>
            <p:cNvSpPr>
              <a:spLocks/>
            </p:cNvSpPr>
            <p:nvPr/>
          </p:nvSpPr>
          <p:spPr bwMode="auto">
            <a:xfrm>
              <a:off x="8802688" y="1895476"/>
              <a:ext cx="2833688" cy="2216150"/>
            </a:xfrm>
            <a:custGeom>
              <a:avLst/>
              <a:gdLst>
                <a:gd name="T0" fmla="*/ 501 w 1059"/>
                <a:gd name="T1" fmla="*/ 800 h 828"/>
                <a:gd name="T2" fmla="*/ 745 w 1059"/>
                <a:gd name="T3" fmla="*/ 801 h 828"/>
                <a:gd name="T4" fmla="*/ 993 w 1059"/>
                <a:gd name="T5" fmla="*/ 314 h 828"/>
                <a:gd name="T6" fmla="*/ 506 w 1059"/>
                <a:gd name="T7" fmla="*/ 66 h 828"/>
                <a:gd name="T8" fmla="*/ 310 w 1059"/>
                <a:gd name="T9" fmla="*/ 211 h 828"/>
                <a:gd name="T10" fmla="*/ 0 w 1059"/>
                <a:gd name="T11" fmla="*/ 637 h 828"/>
                <a:gd name="T12" fmla="*/ 501 w 1059"/>
                <a:gd name="T13" fmla="*/ 800 h 828"/>
              </a:gdLst>
              <a:ahLst/>
              <a:cxnLst>
                <a:cxn ang="0">
                  <a:pos x="T0" y="T1"/>
                </a:cxn>
                <a:cxn ang="0">
                  <a:pos x="T2" y="T3"/>
                </a:cxn>
                <a:cxn ang="0">
                  <a:pos x="T4" y="T5"/>
                </a:cxn>
                <a:cxn ang="0">
                  <a:pos x="T6" y="T7"/>
                </a:cxn>
                <a:cxn ang="0">
                  <a:pos x="T8" y="T9"/>
                </a:cxn>
                <a:cxn ang="0">
                  <a:pos x="T10" y="T11"/>
                </a:cxn>
                <a:cxn ang="0">
                  <a:pos x="T12" y="T13"/>
                </a:cxn>
              </a:cxnLst>
              <a:rect l="0" t="0" r="r" b="b"/>
              <a:pathLst>
                <a:path w="1059" h="828">
                  <a:moveTo>
                    <a:pt x="501" y="800"/>
                  </a:moveTo>
                  <a:cubicBezTo>
                    <a:pt x="578" y="826"/>
                    <a:pt x="663" y="828"/>
                    <a:pt x="745" y="801"/>
                  </a:cubicBezTo>
                  <a:cubicBezTo>
                    <a:pt x="948" y="735"/>
                    <a:pt x="1059" y="517"/>
                    <a:pt x="993" y="314"/>
                  </a:cubicBezTo>
                  <a:cubicBezTo>
                    <a:pt x="927" y="111"/>
                    <a:pt x="709" y="0"/>
                    <a:pt x="506" y="66"/>
                  </a:cubicBezTo>
                  <a:cubicBezTo>
                    <a:pt x="424" y="93"/>
                    <a:pt x="356" y="145"/>
                    <a:pt x="310" y="211"/>
                  </a:cubicBezTo>
                  <a:cubicBezTo>
                    <a:pt x="0" y="637"/>
                    <a:pt x="0" y="637"/>
                    <a:pt x="0" y="637"/>
                  </a:cubicBezTo>
                  <a:lnTo>
                    <a:pt x="501" y="800"/>
                  </a:lnTo>
                  <a:close/>
                </a:path>
              </a:pathLst>
            </a:custGeom>
            <a:solidFill>
              <a:srgbClr val="A7C5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 name="Freeform 6"/>
            <p:cNvSpPr>
              <a:spLocks/>
            </p:cNvSpPr>
            <p:nvPr/>
          </p:nvSpPr>
          <p:spPr bwMode="auto">
            <a:xfrm>
              <a:off x="8801100" y="3600451"/>
              <a:ext cx="2208213" cy="2593975"/>
            </a:xfrm>
            <a:custGeom>
              <a:avLst/>
              <a:gdLst>
                <a:gd name="T0" fmla="*/ 1 w 826"/>
                <a:gd name="T1" fmla="*/ 526 h 970"/>
                <a:gd name="T2" fmla="*/ 75 w 826"/>
                <a:gd name="T3" fmla="*/ 759 h 970"/>
                <a:gd name="T4" fmla="*/ 615 w 826"/>
                <a:gd name="T5" fmla="*/ 844 h 970"/>
                <a:gd name="T6" fmla="*/ 700 w 826"/>
                <a:gd name="T7" fmla="*/ 304 h 970"/>
                <a:gd name="T8" fmla="*/ 502 w 826"/>
                <a:gd name="T9" fmla="*/ 163 h 970"/>
                <a:gd name="T10" fmla="*/ 1 w 826"/>
                <a:gd name="T11" fmla="*/ 0 h 970"/>
                <a:gd name="T12" fmla="*/ 1 w 826"/>
                <a:gd name="T13" fmla="*/ 526 h 970"/>
              </a:gdLst>
              <a:ahLst/>
              <a:cxnLst>
                <a:cxn ang="0">
                  <a:pos x="T0" y="T1"/>
                </a:cxn>
                <a:cxn ang="0">
                  <a:pos x="T2" y="T3"/>
                </a:cxn>
                <a:cxn ang="0">
                  <a:pos x="T4" y="T5"/>
                </a:cxn>
                <a:cxn ang="0">
                  <a:pos x="T6" y="T7"/>
                </a:cxn>
                <a:cxn ang="0">
                  <a:pos x="T8" y="T9"/>
                </a:cxn>
                <a:cxn ang="0">
                  <a:pos x="T10" y="T11"/>
                </a:cxn>
                <a:cxn ang="0">
                  <a:pos x="T12" y="T13"/>
                </a:cxn>
              </a:cxnLst>
              <a:rect l="0" t="0" r="r" b="b"/>
              <a:pathLst>
                <a:path w="826" h="970">
                  <a:moveTo>
                    <a:pt x="1" y="526"/>
                  </a:moveTo>
                  <a:cubicBezTo>
                    <a:pt x="0" y="607"/>
                    <a:pt x="24" y="689"/>
                    <a:pt x="75" y="759"/>
                  </a:cubicBezTo>
                  <a:cubicBezTo>
                    <a:pt x="201" y="931"/>
                    <a:pt x="442" y="970"/>
                    <a:pt x="615" y="844"/>
                  </a:cubicBezTo>
                  <a:cubicBezTo>
                    <a:pt x="788" y="719"/>
                    <a:pt x="826" y="477"/>
                    <a:pt x="700" y="304"/>
                  </a:cubicBezTo>
                  <a:cubicBezTo>
                    <a:pt x="649" y="234"/>
                    <a:pt x="579" y="186"/>
                    <a:pt x="502" y="163"/>
                  </a:cubicBezTo>
                  <a:cubicBezTo>
                    <a:pt x="1" y="0"/>
                    <a:pt x="1" y="0"/>
                    <a:pt x="1" y="0"/>
                  </a:cubicBezTo>
                  <a:lnTo>
                    <a:pt x="1" y="526"/>
                  </a:lnTo>
                  <a:close/>
                </a:path>
              </a:pathLst>
            </a:custGeom>
            <a:solidFill>
              <a:srgbClr val="493F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 name="Freeform 7"/>
            <p:cNvSpPr>
              <a:spLocks/>
            </p:cNvSpPr>
            <p:nvPr/>
          </p:nvSpPr>
          <p:spPr bwMode="auto">
            <a:xfrm>
              <a:off x="6599238" y="3600451"/>
              <a:ext cx="2209800" cy="2593975"/>
            </a:xfrm>
            <a:custGeom>
              <a:avLst/>
              <a:gdLst>
                <a:gd name="T0" fmla="*/ 324 w 826"/>
                <a:gd name="T1" fmla="*/ 163 h 970"/>
                <a:gd name="T2" fmla="*/ 126 w 826"/>
                <a:gd name="T3" fmla="*/ 304 h 970"/>
                <a:gd name="T4" fmla="*/ 211 w 826"/>
                <a:gd name="T5" fmla="*/ 844 h 970"/>
                <a:gd name="T6" fmla="*/ 751 w 826"/>
                <a:gd name="T7" fmla="*/ 759 h 970"/>
                <a:gd name="T8" fmla="*/ 824 w 826"/>
                <a:gd name="T9" fmla="*/ 526 h 970"/>
                <a:gd name="T10" fmla="*/ 824 w 826"/>
                <a:gd name="T11" fmla="*/ 0 h 970"/>
                <a:gd name="T12" fmla="*/ 324 w 826"/>
                <a:gd name="T13" fmla="*/ 163 h 970"/>
              </a:gdLst>
              <a:ahLst/>
              <a:cxnLst>
                <a:cxn ang="0">
                  <a:pos x="T0" y="T1"/>
                </a:cxn>
                <a:cxn ang="0">
                  <a:pos x="T2" y="T3"/>
                </a:cxn>
                <a:cxn ang="0">
                  <a:pos x="T4" y="T5"/>
                </a:cxn>
                <a:cxn ang="0">
                  <a:pos x="T6" y="T7"/>
                </a:cxn>
                <a:cxn ang="0">
                  <a:pos x="T8" y="T9"/>
                </a:cxn>
                <a:cxn ang="0">
                  <a:pos x="T10" y="T11"/>
                </a:cxn>
                <a:cxn ang="0">
                  <a:pos x="T12" y="T13"/>
                </a:cxn>
              </a:cxnLst>
              <a:rect l="0" t="0" r="r" b="b"/>
              <a:pathLst>
                <a:path w="826" h="970">
                  <a:moveTo>
                    <a:pt x="324" y="163"/>
                  </a:moveTo>
                  <a:cubicBezTo>
                    <a:pt x="247" y="186"/>
                    <a:pt x="177" y="234"/>
                    <a:pt x="126" y="304"/>
                  </a:cubicBezTo>
                  <a:cubicBezTo>
                    <a:pt x="0" y="477"/>
                    <a:pt x="38" y="719"/>
                    <a:pt x="211" y="844"/>
                  </a:cubicBezTo>
                  <a:cubicBezTo>
                    <a:pt x="384" y="970"/>
                    <a:pt x="625" y="931"/>
                    <a:pt x="751" y="759"/>
                  </a:cubicBezTo>
                  <a:cubicBezTo>
                    <a:pt x="802" y="689"/>
                    <a:pt x="826" y="607"/>
                    <a:pt x="824" y="526"/>
                  </a:cubicBezTo>
                  <a:cubicBezTo>
                    <a:pt x="824" y="0"/>
                    <a:pt x="824" y="0"/>
                    <a:pt x="824" y="0"/>
                  </a:cubicBezTo>
                  <a:lnTo>
                    <a:pt x="324" y="163"/>
                  </a:lnTo>
                  <a:close/>
                </a:path>
              </a:pathLst>
            </a:custGeom>
            <a:solidFill>
              <a:srgbClr val="85DB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 name="Freeform 8"/>
            <p:cNvSpPr>
              <a:spLocks/>
            </p:cNvSpPr>
            <p:nvPr/>
          </p:nvSpPr>
          <p:spPr bwMode="auto">
            <a:xfrm>
              <a:off x="5973763" y="1895476"/>
              <a:ext cx="2828925" cy="2216150"/>
            </a:xfrm>
            <a:custGeom>
              <a:avLst/>
              <a:gdLst>
                <a:gd name="T0" fmla="*/ 749 w 1058"/>
                <a:gd name="T1" fmla="*/ 211 h 828"/>
                <a:gd name="T2" fmla="*/ 553 w 1058"/>
                <a:gd name="T3" fmla="*/ 66 h 828"/>
                <a:gd name="T4" fmla="*/ 66 w 1058"/>
                <a:gd name="T5" fmla="*/ 314 h 828"/>
                <a:gd name="T6" fmla="*/ 314 w 1058"/>
                <a:gd name="T7" fmla="*/ 801 h 828"/>
                <a:gd name="T8" fmla="*/ 558 w 1058"/>
                <a:gd name="T9" fmla="*/ 800 h 828"/>
                <a:gd name="T10" fmla="*/ 1058 w 1058"/>
                <a:gd name="T11" fmla="*/ 637 h 828"/>
                <a:gd name="T12" fmla="*/ 749 w 1058"/>
                <a:gd name="T13" fmla="*/ 211 h 828"/>
              </a:gdLst>
              <a:ahLst/>
              <a:cxnLst>
                <a:cxn ang="0">
                  <a:pos x="T0" y="T1"/>
                </a:cxn>
                <a:cxn ang="0">
                  <a:pos x="T2" y="T3"/>
                </a:cxn>
                <a:cxn ang="0">
                  <a:pos x="T4" y="T5"/>
                </a:cxn>
                <a:cxn ang="0">
                  <a:pos x="T6" y="T7"/>
                </a:cxn>
                <a:cxn ang="0">
                  <a:pos x="T8" y="T9"/>
                </a:cxn>
                <a:cxn ang="0">
                  <a:pos x="T10" y="T11"/>
                </a:cxn>
                <a:cxn ang="0">
                  <a:pos x="T12" y="T13"/>
                </a:cxn>
              </a:cxnLst>
              <a:rect l="0" t="0" r="r" b="b"/>
              <a:pathLst>
                <a:path w="1058" h="828">
                  <a:moveTo>
                    <a:pt x="749" y="211"/>
                  </a:moveTo>
                  <a:cubicBezTo>
                    <a:pt x="702" y="145"/>
                    <a:pt x="635" y="93"/>
                    <a:pt x="553" y="66"/>
                  </a:cubicBezTo>
                  <a:cubicBezTo>
                    <a:pt x="350" y="0"/>
                    <a:pt x="132" y="111"/>
                    <a:pt x="66" y="314"/>
                  </a:cubicBezTo>
                  <a:cubicBezTo>
                    <a:pt x="0" y="517"/>
                    <a:pt x="111" y="735"/>
                    <a:pt x="314" y="801"/>
                  </a:cubicBezTo>
                  <a:cubicBezTo>
                    <a:pt x="396" y="828"/>
                    <a:pt x="481" y="826"/>
                    <a:pt x="558" y="800"/>
                  </a:cubicBezTo>
                  <a:cubicBezTo>
                    <a:pt x="1058" y="637"/>
                    <a:pt x="1058" y="637"/>
                    <a:pt x="1058" y="637"/>
                  </a:cubicBezTo>
                  <a:lnTo>
                    <a:pt x="749" y="211"/>
                  </a:lnTo>
                  <a:close/>
                </a:path>
              </a:pathLst>
            </a:custGeom>
            <a:solidFill>
              <a:srgbClr val="CDE8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 name="Freeform 9"/>
            <p:cNvSpPr>
              <a:spLocks/>
            </p:cNvSpPr>
            <p:nvPr/>
          </p:nvSpPr>
          <p:spPr bwMode="auto">
            <a:xfrm>
              <a:off x="7770813" y="808038"/>
              <a:ext cx="2066925" cy="2792413"/>
            </a:xfrm>
            <a:custGeom>
              <a:avLst/>
              <a:gdLst>
                <a:gd name="T0" fmla="*/ 696 w 773"/>
                <a:gd name="T1" fmla="*/ 618 h 1044"/>
                <a:gd name="T2" fmla="*/ 773 w 773"/>
                <a:gd name="T3" fmla="*/ 387 h 1044"/>
                <a:gd name="T4" fmla="*/ 386 w 773"/>
                <a:gd name="T5" fmla="*/ 0 h 1044"/>
                <a:gd name="T6" fmla="*/ 0 w 773"/>
                <a:gd name="T7" fmla="*/ 387 h 1044"/>
                <a:gd name="T8" fmla="*/ 77 w 773"/>
                <a:gd name="T9" fmla="*/ 618 h 1044"/>
                <a:gd name="T10" fmla="*/ 386 w 773"/>
                <a:gd name="T11" fmla="*/ 1044 h 1044"/>
                <a:gd name="T12" fmla="*/ 696 w 773"/>
                <a:gd name="T13" fmla="*/ 618 h 1044"/>
              </a:gdLst>
              <a:ahLst/>
              <a:cxnLst>
                <a:cxn ang="0">
                  <a:pos x="T0" y="T1"/>
                </a:cxn>
                <a:cxn ang="0">
                  <a:pos x="T2" y="T3"/>
                </a:cxn>
                <a:cxn ang="0">
                  <a:pos x="T4" y="T5"/>
                </a:cxn>
                <a:cxn ang="0">
                  <a:pos x="T6" y="T7"/>
                </a:cxn>
                <a:cxn ang="0">
                  <a:pos x="T8" y="T9"/>
                </a:cxn>
                <a:cxn ang="0">
                  <a:pos x="T10" y="T11"/>
                </a:cxn>
                <a:cxn ang="0">
                  <a:pos x="T12" y="T13"/>
                </a:cxn>
              </a:cxnLst>
              <a:rect l="0" t="0" r="r" b="b"/>
              <a:pathLst>
                <a:path w="773" h="1044">
                  <a:moveTo>
                    <a:pt x="696" y="618"/>
                  </a:moveTo>
                  <a:cubicBezTo>
                    <a:pt x="744" y="553"/>
                    <a:pt x="773" y="473"/>
                    <a:pt x="773" y="387"/>
                  </a:cubicBezTo>
                  <a:cubicBezTo>
                    <a:pt x="773" y="173"/>
                    <a:pt x="600" y="0"/>
                    <a:pt x="386" y="0"/>
                  </a:cubicBezTo>
                  <a:cubicBezTo>
                    <a:pt x="173" y="0"/>
                    <a:pt x="0" y="173"/>
                    <a:pt x="0" y="387"/>
                  </a:cubicBezTo>
                  <a:cubicBezTo>
                    <a:pt x="0" y="473"/>
                    <a:pt x="29" y="553"/>
                    <a:pt x="77" y="618"/>
                  </a:cubicBezTo>
                  <a:cubicBezTo>
                    <a:pt x="386" y="1044"/>
                    <a:pt x="386" y="1044"/>
                    <a:pt x="386" y="1044"/>
                  </a:cubicBezTo>
                  <a:lnTo>
                    <a:pt x="696" y="618"/>
                  </a:lnTo>
                  <a:close/>
                </a:path>
              </a:pathLst>
            </a:custGeom>
            <a:solidFill>
              <a:srgbClr val="F5F6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 name="Freeform 20"/>
            <p:cNvSpPr>
              <a:spLocks/>
            </p:cNvSpPr>
            <p:nvPr/>
          </p:nvSpPr>
          <p:spPr bwMode="auto">
            <a:xfrm>
              <a:off x="7227888" y="5365751"/>
              <a:ext cx="206375" cy="246063"/>
            </a:xfrm>
            <a:custGeom>
              <a:avLst/>
              <a:gdLst>
                <a:gd name="T0" fmla="*/ 3 w 77"/>
                <a:gd name="T1" fmla="*/ 86 h 92"/>
                <a:gd name="T2" fmla="*/ 4 w 77"/>
                <a:gd name="T3" fmla="*/ 87 h 92"/>
                <a:gd name="T4" fmla="*/ 6 w 77"/>
                <a:gd name="T5" fmla="*/ 92 h 92"/>
                <a:gd name="T6" fmla="*/ 10 w 77"/>
                <a:gd name="T7" fmla="*/ 79 h 92"/>
                <a:gd name="T8" fmla="*/ 12 w 77"/>
                <a:gd name="T9" fmla="*/ 72 h 92"/>
                <a:gd name="T10" fmla="*/ 20 w 77"/>
                <a:gd name="T11" fmla="*/ 74 h 92"/>
                <a:gd name="T12" fmla="*/ 33 w 77"/>
                <a:gd name="T13" fmla="*/ 77 h 92"/>
                <a:gd name="T14" fmla="*/ 32 w 77"/>
                <a:gd name="T15" fmla="*/ 76 h 92"/>
                <a:gd name="T16" fmla="*/ 31 w 77"/>
                <a:gd name="T17" fmla="*/ 72 h 92"/>
                <a:gd name="T18" fmla="*/ 61 w 77"/>
                <a:gd name="T19" fmla="*/ 31 h 92"/>
                <a:gd name="T20" fmla="*/ 63 w 77"/>
                <a:gd name="T21" fmla="*/ 31 h 92"/>
                <a:gd name="T22" fmla="*/ 77 w 77"/>
                <a:gd name="T23" fmla="*/ 16 h 92"/>
                <a:gd name="T24" fmla="*/ 63 w 77"/>
                <a:gd name="T25" fmla="*/ 0 h 92"/>
                <a:gd name="T26" fmla="*/ 56 w 77"/>
                <a:gd name="T27" fmla="*/ 1 h 92"/>
                <a:gd name="T28" fmla="*/ 31 w 77"/>
                <a:gd name="T29" fmla="*/ 10 h 92"/>
                <a:gd name="T30" fmla="*/ 13 w 77"/>
                <a:gd name="T31" fmla="*/ 27 h 92"/>
                <a:gd name="T32" fmla="*/ 2 w 77"/>
                <a:gd name="T33" fmla="*/ 50 h 92"/>
                <a:gd name="T34" fmla="*/ 1 w 77"/>
                <a:gd name="T35" fmla="*/ 77 h 92"/>
                <a:gd name="T36" fmla="*/ 2 w 77"/>
                <a:gd name="T37" fmla="*/ 82 h 92"/>
                <a:gd name="T38" fmla="*/ 3 w 77"/>
                <a:gd name="T39" fmla="*/ 8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7" h="92">
                  <a:moveTo>
                    <a:pt x="3" y="86"/>
                  </a:moveTo>
                  <a:cubicBezTo>
                    <a:pt x="4" y="87"/>
                    <a:pt x="4" y="87"/>
                    <a:pt x="4" y="87"/>
                  </a:cubicBezTo>
                  <a:cubicBezTo>
                    <a:pt x="4" y="89"/>
                    <a:pt x="5" y="91"/>
                    <a:pt x="6" y="92"/>
                  </a:cubicBezTo>
                  <a:cubicBezTo>
                    <a:pt x="10" y="79"/>
                    <a:pt x="10" y="79"/>
                    <a:pt x="10" y="79"/>
                  </a:cubicBezTo>
                  <a:cubicBezTo>
                    <a:pt x="12" y="72"/>
                    <a:pt x="12" y="72"/>
                    <a:pt x="12" y="72"/>
                  </a:cubicBezTo>
                  <a:cubicBezTo>
                    <a:pt x="20" y="74"/>
                    <a:pt x="20" y="74"/>
                    <a:pt x="20" y="74"/>
                  </a:cubicBezTo>
                  <a:cubicBezTo>
                    <a:pt x="33" y="77"/>
                    <a:pt x="33" y="77"/>
                    <a:pt x="33" y="77"/>
                  </a:cubicBezTo>
                  <a:cubicBezTo>
                    <a:pt x="32" y="76"/>
                    <a:pt x="32" y="76"/>
                    <a:pt x="32" y="76"/>
                  </a:cubicBezTo>
                  <a:cubicBezTo>
                    <a:pt x="32" y="75"/>
                    <a:pt x="32" y="73"/>
                    <a:pt x="31" y="72"/>
                  </a:cubicBezTo>
                  <a:cubicBezTo>
                    <a:pt x="28" y="52"/>
                    <a:pt x="41" y="34"/>
                    <a:pt x="61" y="31"/>
                  </a:cubicBezTo>
                  <a:cubicBezTo>
                    <a:pt x="61" y="31"/>
                    <a:pt x="62" y="31"/>
                    <a:pt x="63" y="31"/>
                  </a:cubicBezTo>
                  <a:cubicBezTo>
                    <a:pt x="77" y="16"/>
                    <a:pt x="77" y="16"/>
                    <a:pt x="77" y="16"/>
                  </a:cubicBezTo>
                  <a:cubicBezTo>
                    <a:pt x="63" y="0"/>
                    <a:pt x="63" y="0"/>
                    <a:pt x="63" y="0"/>
                  </a:cubicBezTo>
                  <a:cubicBezTo>
                    <a:pt x="60" y="0"/>
                    <a:pt x="58" y="0"/>
                    <a:pt x="56" y="1"/>
                  </a:cubicBezTo>
                  <a:cubicBezTo>
                    <a:pt x="47" y="2"/>
                    <a:pt x="39" y="5"/>
                    <a:pt x="31" y="10"/>
                  </a:cubicBezTo>
                  <a:cubicBezTo>
                    <a:pt x="24" y="15"/>
                    <a:pt x="18" y="20"/>
                    <a:pt x="13" y="27"/>
                  </a:cubicBezTo>
                  <a:cubicBezTo>
                    <a:pt x="8" y="34"/>
                    <a:pt x="4" y="42"/>
                    <a:pt x="2" y="50"/>
                  </a:cubicBezTo>
                  <a:cubicBezTo>
                    <a:pt x="0" y="59"/>
                    <a:pt x="0" y="68"/>
                    <a:pt x="1" y="77"/>
                  </a:cubicBezTo>
                  <a:cubicBezTo>
                    <a:pt x="1" y="78"/>
                    <a:pt x="2" y="80"/>
                    <a:pt x="2" y="82"/>
                  </a:cubicBezTo>
                  <a:cubicBezTo>
                    <a:pt x="3" y="84"/>
                    <a:pt x="3" y="85"/>
                    <a:pt x="3" y="8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 name="Freeform 21"/>
            <p:cNvSpPr>
              <a:spLocks/>
            </p:cNvSpPr>
            <p:nvPr/>
          </p:nvSpPr>
          <p:spPr bwMode="auto">
            <a:xfrm>
              <a:off x="7256463" y="5584826"/>
              <a:ext cx="288925" cy="133350"/>
            </a:xfrm>
            <a:custGeom>
              <a:avLst/>
              <a:gdLst>
                <a:gd name="T0" fmla="*/ 95 w 108"/>
                <a:gd name="T1" fmla="*/ 26 h 50"/>
                <a:gd name="T2" fmla="*/ 88 w 108"/>
                <a:gd name="T3" fmla="*/ 28 h 50"/>
                <a:gd name="T4" fmla="*/ 86 w 108"/>
                <a:gd name="T5" fmla="*/ 20 h 50"/>
                <a:gd name="T6" fmla="*/ 82 w 108"/>
                <a:gd name="T7" fmla="*/ 8 h 50"/>
                <a:gd name="T8" fmla="*/ 80 w 108"/>
                <a:gd name="T9" fmla="*/ 9 h 50"/>
                <a:gd name="T10" fmla="*/ 80 w 108"/>
                <a:gd name="T11" fmla="*/ 9 h 50"/>
                <a:gd name="T12" fmla="*/ 78 w 108"/>
                <a:gd name="T13" fmla="*/ 11 h 50"/>
                <a:gd name="T14" fmla="*/ 77 w 108"/>
                <a:gd name="T15" fmla="*/ 12 h 50"/>
                <a:gd name="T16" fmla="*/ 75 w 108"/>
                <a:gd name="T17" fmla="*/ 14 h 50"/>
                <a:gd name="T18" fmla="*/ 74 w 108"/>
                <a:gd name="T19" fmla="*/ 14 h 50"/>
                <a:gd name="T20" fmla="*/ 72 w 108"/>
                <a:gd name="T21" fmla="*/ 15 h 50"/>
                <a:gd name="T22" fmla="*/ 70 w 108"/>
                <a:gd name="T23" fmla="*/ 16 h 50"/>
                <a:gd name="T24" fmla="*/ 69 w 108"/>
                <a:gd name="T25" fmla="*/ 17 h 50"/>
                <a:gd name="T26" fmla="*/ 66 w 108"/>
                <a:gd name="T27" fmla="*/ 18 h 50"/>
                <a:gd name="T28" fmla="*/ 65 w 108"/>
                <a:gd name="T29" fmla="*/ 18 h 50"/>
                <a:gd name="T30" fmla="*/ 61 w 108"/>
                <a:gd name="T31" fmla="*/ 19 h 50"/>
                <a:gd name="T32" fmla="*/ 56 w 108"/>
                <a:gd name="T33" fmla="*/ 19 h 50"/>
                <a:gd name="T34" fmla="*/ 56 w 108"/>
                <a:gd name="T35" fmla="*/ 19 h 50"/>
                <a:gd name="T36" fmla="*/ 55 w 108"/>
                <a:gd name="T37" fmla="*/ 19 h 50"/>
                <a:gd name="T38" fmla="*/ 51 w 108"/>
                <a:gd name="T39" fmla="*/ 19 h 50"/>
                <a:gd name="T40" fmla="*/ 51 w 108"/>
                <a:gd name="T41" fmla="*/ 19 h 50"/>
                <a:gd name="T42" fmla="*/ 46 w 108"/>
                <a:gd name="T43" fmla="*/ 18 h 50"/>
                <a:gd name="T44" fmla="*/ 45 w 108"/>
                <a:gd name="T45" fmla="*/ 18 h 50"/>
                <a:gd name="T46" fmla="*/ 42 w 108"/>
                <a:gd name="T47" fmla="*/ 17 h 50"/>
                <a:gd name="T48" fmla="*/ 40 w 108"/>
                <a:gd name="T49" fmla="*/ 16 h 50"/>
                <a:gd name="T50" fmla="*/ 38 w 108"/>
                <a:gd name="T51" fmla="*/ 15 h 50"/>
                <a:gd name="T52" fmla="*/ 36 w 108"/>
                <a:gd name="T53" fmla="*/ 14 h 50"/>
                <a:gd name="T54" fmla="*/ 34 w 108"/>
                <a:gd name="T55" fmla="*/ 12 h 50"/>
                <a:gd name="T56" fmla="*/ 33 w 108"/>
                <a:gd name="T57" fmla="*/ 11 h 50"/>
                <a:gd name="T58" fmla="*/ 30 w 108"/>
                <a:gd name="T59" fmla="*/ 9 h 50"/>
                <a:gd name="T60" fmla="*/ 29 w 108"/>
                <a:gd name="T61" fmla="*/ 8 h 50"/>
                <a:gd name="T62" fmla="*/ 26 w 108"/>
                <a:gd name="T63" fmla="*/ 5 h 50"/>
                <a:gd name="T64" fmla="*/ 7 w 108"/>
                <a:gd name="T65" fmla="*/ 0 h 50"/>
                <a:gd name="T66" fmla="*/ 0 w 108"/>
                <a:gd name="T67" fmla="*/ 20 h 50"/>
                <a:gd name="T68" fmla="*/ 17 w 108"/>
                <a:gd name="T69" fmla="*/ 38 h 50"/>
                <a:gd name="T70" fmla="*/ 40 w 108"/>
                <a:gd name="T71" fmla="*/ 48 h 50"/>
                <a:gd name="T72" fmla="*/ 47 w 108"/>
                <a:gd name="T73" fmla="*/ 50 h 50"/>
                <a:gd name="T74" fmla="*/ 49 w 108"/>
                <a:gd name="T75" fmla="*/ 50 h 50"/>
                <a:gd name="T76" fmla="*/ 54 w 108"/>
                <a:gd name="T77" fmla="*/ 50 h 50"/>
                <a:gd name="T78" fmla="*/ 58 w 108"/>
                <a:gd name="T79" fmla="*/ 50 h 50"/>
                <a:gd name="T80" fmla="*/ 60 w 108"/>
                <a:gd name="T81" fmla="*/ 50 h 50"/>
                <a:gd name="T82" fmla="*/ 66 w 108"/>
                <a:gd name="T83" fmla="*/ 49 h 50"/>
                <a:gd name="T84" fmla="*/ 91 w 108"/>
                <a:gd name="T85" fmla="*/ 40 h 50"/>
                <a:gd name="T86" fmla="*/ 108 w 108"/>
                <a:gd name="T87" fmla="*/ 23 h 50"/>
                <a:gd name="T88" fmla="*/ 95 w 108"/>
                <a:gd name="T89" fmla="*/ 2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8" h="50">
                  <a:moveTo>
                    <a:pt x="95" y="26"/>
                  </a:moveTo>
                  <a:cubicBezTo>
                    <a:pt x="88" y="28"/>
                    <a:pt x="88" y="28"/>
                    <a:pt x="88" y="28"/>
                  </a:cubicBezTo>
                  <a:cubicBezTo>
                    <a:pt x="86" y="20"/>
                    <a:pt x="86" y="20"/>
                    <a:pt x="86" y="20"/>
                  </a:cubicBezTo>
                  <a:cubicBezTo>
                    <a:pt x="82" y="8"/>
                    <a:pt x="82" y="8"/>
                    <a:pt x="82" y="8"/>
                  </a:cubicBezTo>
                  <a:cubicBezTo>
                    <a:pt x="81" y="8"/>
                    <a:pt x="81" y="9"/>
                    <a:pt x="80" y="9"/>
                  </a:cubicBezTo>
                  <a:cubicBezTo>
                    <a:pt x="80" y="9"/>
                    <a:pt x="80" y="9"/>
                    <a:pt x="80" y="9"/>
                  </a:cubicBezTo>
                  <a:cubicBezTo>
                    <a:pt x="79" y="10"/>
                    <a:pt x="79" y="11"/>
                    <a:pt x="78" y="11"/>
                  </a:cubicBezTo>
                  <a:cubicBezTo>
                    <a:pt x="77" y="12"/>
                    <a:pt x="77" y="12"/>
                    <a:pt x="77" y="12"/>
                  </a:cubicBezTo>
                  <a:cubicBezTo>
                    <a:pt x="77" y="12"/>
                    <a:pt x="76" y="13"/>
                    <a:pt x="75" y="14"/>
                  </a:cubicBezTo>
                  <a:cubicBezTo>
                    <a:pt x="74" y="14"/>
                    <a:pt x="74" y="14"/>
                    <a:pt x="74" y="14"/>
                  </a:cubicBezTo>
                  <a:cubicBezTo>
                    <a:pt x="73" y="15"/>
                    <a:pt x="73" y="15"/>
                    <a:pt x="72" y="15"/>
                  </a:cubicBezTo>
                  <a:cubicBezTo>
                    <a:pt x="71" y="16"/>
                    <a:pt x="71" y="16"/>
                    <a:pt x="70" y="16"/>
                  </a:cubicBezTo>
                  <a:cubicBezTo>
                    <a:pt x="70" y="16"/>
                    <a:pt x="69" y="17"/>
                    <a:pt x="69" y="17"/>
                  </a:cubicBezTo>
                  <a:cubicBezTo>
                    <a:pt x="68" y="17"/>
                    <a:pt x="67" y="17"/>
                    <a:pt x="66" y="18"/>
                  </a:cubicBezTo>
                  <a:cubicBezTo>
                    <a:pt x="66" y="18"/>
                    <a:pt x="65" y="18"/>
                    <a:pt x="65" y="18"/>
                  </a:cubicBezTo>
                  <a:cubicBezTo>
                    <a:pt x="64" y="18"/>
                    <a:pt x="62" y="19"/>
                    <a:pt x="61" y="19"/>
                  </a:cubicBezTo>
                  <a:cubicBezTo>
                    <a:pt x="60" y="19"/>
                    <a:pt x="58" y="19"/>
                    <a:pt x="56" y="19"/>
                  </a:cubicBezTo>
                  <a:cubicBezTo>
                    <a:pt x="56" y="19"/>
                    <a:pt x="56" y="19"/>
                    <a:pt x="56" y="19"/>
                  </a:cubicBezTo>
                  <a:cubicBezTo>
                    <a:pt x="55" y="19"/>
                    <a:pt x="55" y="19"/>
                    <a:pt x="55" y="19"/>
                  </a:cubicBezTo>
                  <a:cubicBezTo>
                    <a:pt x="54" y="19"/>
                    <a:pt x="52" y="19"/>
                    <a:pt x="51" y="19"/>
                  </a:cubicBezTo>
                  <a:cubicBezTo>
                    <a:pt x="51" y="19"/>
                    <a:pt x="51" y="19"/>
                    <a:pt x="51" y="19"/>
                  </a:cubicBezTo>
                  <a:cubicBezTo>
                    <a:pt x="49" y="19"/>
                    <a:pt x="48" y="19"/>
                    <a:pt x="46" y="18"/>
                  </a:cubicBezTo>
                  <a:cubicBezTo>
                    <a:pt x="46" y="18"/>
                    <a:pt x="45" y="18"/>
                    <a:pt x="45" y="18"/>
                  </a:cubicBezTo>
                  <a:cubicBezTo>
                    <a:pt x="44" y="18"/>
                    <a:pt x="43" y="17"/>
                    <a:pt x="42" y="17"/>
                  </a:cubicBezTo>
                  <a:cubicBezTo>
                    <a:pt x="41" y="17"/>
                    <a:pt x="41" y="16"/>
                    <a:pt x="40" y="16"/>
                  </a:cubicBezTo>
                  <a:cubicBezTo>
                    <a:pt x="40" y="16"/>
                    <a:pt x="39" y="15"/>
                    <a:pt x="38" y="15"/>
                  </a:cubicBezTo>
                  <a:cubicBezTo>
                    <a:pt x="37" y="15"/>
                    <a:pt x="37" y="14"/>
                    <a:pt x="36" y="14"/>
                  </a:cubicBezTo>
                  <a:cubicBezTo>
                    <a:pt x="36" y="13"/>
                    <a:pt x="35" y="13"/>
                    <a:pt x="34" y="12"/>
                  </a:cubicBezTo>
                  <a:cubicBezTo>
                    <a:pt x="34" y="12"/>
                    <a:pt x="33" y="12"/>
                    <a:pt x="33" y="11"/>
                  </a:cubicBezTo>
                  <a:cubicBezTo>
                    <a:pt x="32" y="11"/>
                    <a:pt x="31" y="10"/>
                    <a:pt x="30" y="9"/>
                  </a:cubicBezTo>
                  <a:cubicBezTo>
                    <a:pt x="30" y="9"/>
                    <a:pt x="30" y="8"/>
                    <a:pt x="29" y="8"/>
                  </a:cubicBezTo>
                  <a:cubicBezTo>
                    <a:pt x="28" y="7"/>
                    <a:pt x="27" y="6"/>
                    <a:pt x="26" y="5"/>
                  </a:cubicBezTo>
                  <a:cubicBezTo>
                    <a:pt x="7" y="0"/>
                    <a:pt x="7" y="0"/>
                    <a:pt x="7" y="0"/>
                  </a:cubicBezTo>
                  <a:cubicBezTo>
                    <a:pt x="0" y="20"/>
                    <a:pt x="0" y="20"/>
                    <a:pt x="0" y="20"/>
                  </a:cubicBezTo>
                  <a:cubicBezTo>
                    <a:pt x="4" y="27"/>
                    <a:pt x="10" y="33"/>
                    <a:pt x="17" y="38"/>
                  </a:cubicBezTo>
                  <a:cubicBezTo>
                    <a:pt x="24" y="43"/>
                    <a:pt x="31" y="46"/>
                    <a:pt x="40" y="48"/>
                  </a:cubicBezTo>
                  <a:cubicBezTo>
                    <a:pt x="42" y="49"/>
                    <a:pt x="45" y="49"/>
                    <a:pt x="47" y="50"/>
                  </a:cubicBezTo>
                  <a:cubicBezTo>
                    <a:pt x="48" y="50"/>
                    <a:pt x="48" y="50"/>
                    <a:pt x="49" y="50"/>
                  </a:cubicBezTo>
                  <a:cubicBezTo>
                    <a:pt x="51" y="50"/>
                    <a:pt x="53" y="50"/>
                    <a:pt x="54" y="50"/>
                  </a:cubicBezTo>
                  <a:cubicBezTo>
                    <a:pt x="55" y="50"/>
                    <a:pt x="57" y="50"/>
                    <a:pt x="58" y="50"/>
                  </a:cubicBezTo>
                  <a:cubicBezTo>
                    <a:pt x="59" y="50"/>
                    <a:pt x="59" y="50"/>
                    <a:pt x="60" y="50"/>
                  </a:cubicBezTo>
                  <a:cubicBezTo>
                    <a:pt x="62" y="50"/>
                    <a:pt x="64" y="50"/>
                    <a:pt x="66" y="49"/>
                  </a:cubicBezTo>
                  <a:cubicBezTo>
                    <a:pt x="75" y="48"/>
                    <a:pt x="83" y="45"/>
                    <a:pt x="91" y="40"/>
                  </a:cubicBezTo>
                  <a:cubicBezTo>
                    <a:pt x="98" y="36"/>
                    <a:pt x="103" y="30"/>
                    <a:pt x="108" y="23"/>
                  </a:cubicBezTo>
                  <a:lnTo>
                    <a:pt x="95" y="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 name="Freeform 22"/>
            <p:cNvSpPr>
              <a:spLocks/>
            </p:cNvSpPr>
            <p:nvPr/>
          </p:nvSpPr>
          <p:spPr bwMode="auto">
            <a:xfrm>
              <a:off x="7424738" y="5365751"/>
              <a:ext cx="158750" cy="266700"/>
            </a:xfrm>
            <a:custGeom>
              <a:avLst/>
              <a:gdLst>
                <a:gd name="T0" fmla="*/ 58 w 59"/>
                <a:gd name="T1" fmla="*/ 55 h 100"/>
                <a:gd name="T2" fmla="*/ 48 w 59"/>
                <a:gd name="T3" fmla="*/ 31 h 100"/>
                <a:gd name="T4" fmla="*/ 31 w 59"/>
                <a:gd name="T5" fmla="*/ 12 h 100"/>
                <a:gd name="T6" fmla="*/ 8 w 59"/>
                <a:gd name="T7" fmla="*/ 2 h 100"/>
                <a:gd name="T8" fmla="*/ 0 w 59"/>
                <a:gd name="T9" fmla="*/ 0 h 100"/>
                <a:gd name="T10" fmla="*/ 0 w 59"/>
                <a:gd name="T11" fmla="*/ 0 h 100"/>
                <a:gd name="T12" fmla="*/ 0 w 59"/>
                <a:gd name="T13" fmla="*/ 0 h 100"/>
                <a:gd name="T14" fmla="*/ 9 w 59"/>
                <a:gd name="T15" fmla="*/ 11 h 100"/>
                <a:gd name="T16" fmla="*/ 14 w 59"/>
                <a:gd name="T17" fmla="*/ 16 h 100"/>
                <a:gd name="T18" fmla="*/ 9 w 59"/>
                <a:gd name="T19" fmla="*/ 22 h 100"/>
                <a:gd name="T20" fmla="*/ 0 w 59"/>
                <a:gd name="T21" fmla="*/ 31 h 100"/>
                <a:gd name="T22" fmla="*/ 27 w 59"/>
                <a:gd name="T23" fmla="*/ 60 h 100"/>
                <a:gd name="T24" fmla="*/ 25 w 59"/>
                <a:gd name="T25" fmla="*/ 81 h 100"/>
                <a:gd name="T26" fmla="*/ 30 w 59"/>
                <a:gd name="T27" fmla="*/ 100 h 100"/>
                <a:gd name="T28" fmla="*/ 51 w 59"/>
                <a:gd name="T29" fmla="*/ 96 h 100"/>
                <a:gd name="T30" fmla="*/ 57 w 59"/>
                <a:gd name="T31" fmla="*/ 81 h 100"/>
                <a:gd name="T32" fmla="*/ 58 w 59"/>
                <a:gd name="T33" fmla="*/ 55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9" h="100">
                  <a:moveTo>
                    <a:pt x="58" y="55"/>
                  </a:moveTo>
                  <a:cubicBezTo>
                    <a:pt x="56" y="46"/>
                    <a:pt x="53" y="38"/>
                    <a:pt x="48" y="31"/>
                  </a:cubicBezTo>
                  <a:cubicBezTo>
                    <a:pt x="44" y="23"/>
                    <a:pt x="38" y="17"/>
                    <a:pt x="31" y="12"/>
                  </a:cubicBezTo>
                  <a:cubicBezTo>
                    <a:pt x="24" y="7"/>
                    <a:pt x="16" y="4"/>
                    <a:pt x="8" y="2"/>
                  </a:cubicBezTo>
                  <a:cubicBezTo>
                    <a:pt x="5" y="1"/>
                    <a:pt x="3" y="1"/>
                    <a:pt x="0" y="0"/>
                  </a:cubicBezTo>
                  <a:cubicBezTo>
                    <a:pt x="0" y="0"/>
                    <a:pt x="0" y="0"/>
                    <a:pt x="0" y="0"/>
                  </a:cubicBezTo>
                  <a:cubicBezTo>
                    <a:pt x="0" y="0"/>
                    <a:pt x="0" y="0"/>
                    <a:pt x="0" y="0"/>
                  </a:cubicBezTo>
                  <a:cubicBezTo>
                    <a:pt x="9" y="11"/>
                    <a:pt x="9" y="11"/>
                    <a:pt x="9" y="11"/>
                  </a:cubicBezTo>
                  <a:cubicBezTo>
                    <a:pt x="14" y="16"/>
                    <a:pt x="14" y="16"/>
                    <a:pt x="14" y="16"/>
                  </a:cubicBezTo>
                  <a:cubicBezTo>
                    <a:pt x="9" y="22"/>
                    <a:pt x="9" y="22"/>
                    <a:pt x="9" y="22"/>
                  </a:cubicBezTo>
                  <a:cubicBezTo>
                    <a:pt x="0" y="31"/>
                    <a:pt x="0" y="31"/>
                    <a:pt x="0" y="31"/>
                  </a:cubicBezTo>
                  <a:cubicBezTo>
                    <a:pt x="14" y="34"/>
                    <a:pt x="25" y="45"/>
                    <a:pt x="27" y="60"/>
                  </a:cubicBezTo>
                  <a:cubicBezTo>
                    <a:pt x="29" y="67"/>
                    <a:pt x="28" y="74"/>
                    <a:pt x="25" y="81"/>
                  </a:cubicBezTo>
                  <a:cubicBezTo>
                    <a:pt x="30" y="100"/>
                    <a:pt x="30" y="100"/>
                    <a:pt x="30" y="100"/>
                  </a:cubicBezTo>
                  <a:cubicBezTo>
                    <a:pt x="51" y="96"/>
                    <a:pt x="51" y="96"/>
                    <a:pt x="51" y="96"/>
                  </a:cubicBezTo>
                  <a:cubicBezTo>
                    <a:pt x="54" y="91"/>
                    <a:pt x="55" y="86"/>
                    <a:pt x="57" y="81"/>
                  </a:cubicBezTo>
                  <a:cubicBezTo>
                    <a:pt x="59" y="73"/>
                    <a:pt x="59" y="64"/>
                    <a:pt x="58" y="5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 name="Oval 23"/>
            <p:cNvSpPr>
              <a:spLocks noChangeArrowheads="1"/>
            </p:cNvSpPr>
            <p:nvPr/>
          </p:nvSpPr>
          <p:spPr bwMode="auto">
            <a:xfrm>
              <a:off x="6380163" y="2897188"/>
              <a:ext cx="204788" cy="207963"/>
            </a:xfrm>
            <a:prstGeom prst="ellipse">
              <a:avLst/>
            </a:prstGeom>
            <a:solidFill>
              <a:srgbClr val="493F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 name="Freeform 24"/>
            <p:cNvSpPr>
              <a:spLocks noEditPoints="1"/>
            </p:cNvSpPr>
            <p:nvPr/>
          </p:nvSpPr>
          <p:spPr bwMode="auto">
            <a:xfrm>
              <a:off x="6283325" y="2800351"/>
              <a:ext cx="401638" cy="401638"/>
            </a:xfrm>
            <a:custGeom>
              <a:avLst/>
              <a:gdLst>
                <a:gd name="T0" fmla="*/ 133 w 150"/>
                <a:gd name="T1" fmla="*/ 79 h 150"/>
                <a:gd name="T2" fmla="*/ 150 w 150"/>
                <a:gd name="T3" fmla="*/ 70 h 150"/>
                <a:gd name="T4" fmla="*/ 132 w 150"/>
                <a:gd name="T5" fmla="*/ 62 h 150"/>
                <a:gd name="T6" fmla="*/ 145 w 150"/>
                <a:gd name="T7" fmla="*/ 49 h 150"/>
                <a:gd name="T8" fmla="*/ 126 w 150"/>
                <a:gd name="T9" fmla="*/ 47 h 150"/>
                <a:gd name="T10" fmla="*/ 135 w 150"/>
                <a:gd name="T11" fmla="*/ 30 h 150"/>
                <a:gd name="T12" fmla="*/ 116 w 150"/>
                <a:gd name="T13" fmla="*/ 33 h 150"/>
                <a:gd name="T14" fmla="*/ 120 w 150"/>
                <a:gd name="T15" fmla="*/ 15 h 150"/>
                <a:gd name="T16" fmla="*/ 103 w 150"/>
                <a:gd name="T17" fmla="*/ 23 h 150"/>
                <a:gd name="T18" fmla="*/ 101 w 150"/>
                <a:gd name="T19" fmla="*/ 5 h 150"/>
                <a:gd name="T20" fmla="*/ 87 w 150"/>
                <a:gd name="T21" fmla="*/ 18 h 150"/>
                <a:gd name="T22" fmla="*/ 80 w 150"/>
                <a:gd name="T23" fmla="*/ 0 h 150"/>
                <a:gd name="T24" fmla="*/ 71 w 150"/>
                <a:gd name="T25" fmla="*/ 16 h 150"/>
                <a:gd name="T26" fmla="*/ 59 w 150"/>
                <a:gd name="T27" fmla="*/ 2 h 150"/>
                <a:gd name="T28" fmla="*/ 54 w 150"/>
                <a:gd name="T29" fmla="*/ 20 h 150"/>
                <a:gd name="T30" fmla="*/ 39 w 150"/>
                <a:gd name="T31" fmla="*/ 9 h 150"/>
                <a:gd name="T32" fmla="*/ 40 w 150"/>
                <a:gd name="T33" fmla="*/ 28 h 150"/>
                <a:gd name="T34" fmla="*/ 22 w 150"/>
                <a:gd name="T35" fmla="*/ 22 h 150"/>
                <a:gd name="T36" fmla="*/ 28 w 150"/>
                <a:gd name="T37" fmla="*/ 40 h 150"/>
                <a:gd name="T38" fmla="*/ 9 w 150"/>
                <a:gd name="T39" fmla="*/ 39 h 150"/>
                <a:gd name="T40" fmla="*/ 20 w 150"/>
                <a:gd name="T41" fmla="*/ 54 h 150"/>
                <a:gd name="T42" fmla="*/ 2 w 150"/>
                <a:gd name="T43" fmla="*/ 59 h 150"/>
                <a:gd name="T44" fmla="*/ 16 w 150"/>
                <a:gd name="T45" fmla="*/ 71 h 150"/>
                <a:gd name="T46" fmla="*/ 0 w 150"/>
                <a:gd name="T47" fmla="*/ 80 h 150"/>
                <a:gd name="T48" fmla="*/ 18 w 150"/>
                <a:gd name="T49" fmla="*/ 87 h 150"/>
                <a:gd name="T50" fmla="*/ 5 w 150"/>
                <a:gd name="T51" fmla="*/ 101 h 150"/>
                <a:gd name="T52" fmla="*/ 23 w 150"/>
                <a:gd name="T53" fmla="*/ 103 h 150"/>
                <a:gd name="T54" fmla="*/ 15 w 150"/>
                <a:gd name="T55" fmla="*/ 120 h 150"/>
                <a:gd name="T56" fmla="*/ 33 w 150"/>
                <a:gd name="T57" fmla="*/ 116 h 150"/>
                <a:gd name="T58" fmla="*/ 30 w 150"/>
                <a:gd name="T59" fmla="*/ 135 h 150"/>
                <a:gd name="T60" fmla="*/ 47 w 150"/>
                <a:gd name="T61" fmla="*/ 127 h 150"/>
                <a:gd name="T62" fmla="*/ 49 w 150"/>
                <a:gd name="T63" fmla="*/ 145 h 150"/>
                <a:gd name="T64" fmla="*/ 62 w 150"/>
                <a:gd name="T65" fmla="*/ 132 h 150"/>
                <a:gd name="T66" fmla="*/ 70 w 150"/>
                <a:gd name="T67" fmla="*/ 150 h 150"/>
                <a:gd name="T68" fmla="*/ 79 w 150"/>
                <a:gd name="T69" fmla="*/ 134 h 150"/>
                <a:gd name="T70" fmla="*/ 91 w 150"/>
                <a:gd name="T71" fmla="*/ 148 h 150"/>
                <a:gd name="T72" fmla="*/ 95 w 150"/>
                <a:gd name="T73" fmla="*/ 130 h 150"/>
                <a:gd name="T74" fmla="*/ 111 w 150"/>
                <a:gd name="T75" fmla="*/ 141 h 150"/>
                <a:gd name="T76" fmla="*/ 110 w 150"/>
                <a:gd name="T77" fmla="*/ 122 h 150"/>
                <a:gd name="T78" fmla="*/ 128 w 150"/>
                <a:gd name="T79" fmla="*/ 128 h 150"/>
                <a:gd name="T80" fmla="*/ 122 w 150"/>
                <a:gd name="T81" fmla="*/ 110 h 150"/>
                <a:gd name="T82" fmla="*/ 141 w 150"/>
                <a:gd name="T83" fmla="*/ 111 h 150"/>
                <a:gd name="T84" fmla="*/ 130 w 150"/>
                <a:gd name="T85" fmla="*/ 95 h 150"/>
                <a:gd name="T86" fmla="*/ 148 w 150"/>
                <a:gd name="T87" fmla="*/ 91 h 150"/>
                <a:gd name="T88" fmla="*/ 133 w 150"/>
                <a:gd name="T89" fmla="*/ 79 h 150"/>
                <a:gd name="T90" fmla="*/ 75 w 150"/>
                <a:gd name="T91" fmla="*/ 124 h 150"/>
                <a:gd name="T92" fmla="*/ 26 w 150"/>
                <a:gd name="T93" fmla="*/ 75 h 150"/>
                <a:gd name="T94" fmla="*/ 75 w 150"/>
                <a:gd name="T95" fmla="*/ 26 h 150"/>
                <a:gd name="T96" fmla="*/ 124 w 150"/>
                <a:gd name="T97" fmla="*/ 75 h 150"/>
                <a:gd name="T98" fmla="*/ 75 w 150"/>
                <a:gd name="T99" fmla="*/ 124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0" h="150">
                  <a:moveTo>
                    <a:pt x="133" y="79"/>
                  </a:moveTo>
                  <a:cubicBezTo>
                    <a:pt x="150" y="70"/>
                    <a:pt x="150" y="70"/>
                    <a:pt x="150" y="70"/>
                  </a:cubicBezTo>
                  <a:cubicBezTo>
                    <a:pt x="132" y="62"/>
                    <a:pt x="132" y="62"/>
                    <a:pt x="132" y="62"/>
                  </a:cubicBezTo>
                  <a:cubicBezTo>
                    <a:pt x="145" y="49"/>
                    <a:pt x="145" y="49"/>
                    <a:pt x="145" y="49"/>
                  </a:cubicBezTo>
                  <a:cubicBezTo>
                    <a:pt x="126" y="47"/>
                    <a:pt x="126" y="47"/>
                    <a:pt x="126" y="47"/>
                  </a:cubicBezTo>
                  <a:cubicBezTo>
                    <a:pt x="135" y="30"/>
                    <a:pt x="135" y="30"/>
                    <a:pt x="135" y="30"/>
                  </a:cubicBezTo>
                  <a:cubicBezTo>
                    <a:pt x="116" y="33"/>
                    <a:pt x="116" y="33"/>
                    <a:pt x="116" y="33"/>
                  </a:cubicBezTo>
                  <a:cubicBezTo>
                    <a:pt x="120" y="15"/>
                    <a:pt x="120" y="15"/>
                    <a:pt x="120" y="15"/>
                  </a:cubicBezTo>
                  <a:cubicBezTo>
                    <a:pt x="103" y="23"/>
                    <a:pt x="103" y="23"/>
                    <a:pt x="103" y="23"/>
                  </a:cubicBezTo>
                  <a:cubicBezTo>
                    <a:pt x="101" y="5"/>
                    <a:pt x="101" y="5"/>
                    <a:pt x="101" y="5"/>
                  </a:cubicBezTo>
                  <a:cubicBezTo>
                    <a:pt x="87" y="18"/>
                    <a:pt x="87" y="18"/>
                    <a:pt x="87" y="18"/>
                  </a:cubicBezTo>
                  <a:cubicBezTo>
                    <a:pt x="80" y="0"/>
                    <a:pt x="80" y="0"/>
                    <a:pt x="80" y="0"/>
                  </a:cubicBezTo>
                  <a:cubicBezTo>
                    <a:pt x="71" y="16"/>
                    <a:pt x="71" y="16"/>
                    <a:pt x="71" y="16"/>
                  </a:cubicBezTo>
                  <a:cubicBezTo>
                    <a:pt x="59" y="2"/>
                    <a:pt x="59" y="2"/>
                    <a:pt x="59" y="2"/>
                  </a:cubicBezTo>
                  <a:cubicBezTo>
                    <a:pt x="54" y="20"/>
                    <a:pt x="54" y="20"/>
                    <a:pt x="54" y="20"/>
                  </a:cubicBezTo>
                  <a:cubicBezTo>
                    <a:pt x="39" y="9"/>
                    <a:pt x="39" y="9"/>
                    <a:pt x="39" y="9"/>
                  </a:cubicBezTo>
                  <a:cubicBezTo>
                    <a:pt x="40" y="28"/>
                    <a:pt x="40" y="28"/>
                    <a:pt x="40" y="28"/>
                  </a:cubicBezTo>
                  <a:cubicBezTo>
                    <a:pt x="22" y="22"/>
                    <a:pt x="22" y="22"/>
                    <a:pt x="22" y="22"/>
                  </a:cubicBezTo>
                  <a:cubicBezTo>
                    <a:pt x="28" y="40"/>
                    <a:pt x="28" y="40"/>
                    <a:pt x="28" y="40"/>
                  </a:cubicBezTo>
                  <a:cubicBezTo>
                    <a:pt x="9" y="39"/>
                    <a:pt x="9" y="39"/>
                    <a:pt x="9" y="39"/>
                  </a:cubicBezTo>
                  <a:cubicBezTo>
                    <a:pt x="20" y="54"/>
                    <a:pt x="20" y="54"/>
                    <a:pt x="20" y="54"/>
                  </a:cubicBezTo>
                  <a:cubicBezTo>
                    <a:pt x="2" y="59"/>
                    <a:pt x="2" y="59"/>
                    <a:pt x="2" y="59"/>
                  </a:cubicBezTo>
                  <a:cubicBezTo>
                    <a:pt x="16" y="71"/>
                    <a:pt x="16" y="71"/>
                    <a:pt x="16" y="71"/>
                  </a:cubicBezTo>
                  <a:cubicBezTo>
                    <a:pt x="0" y="80"/>
                    <a:pt x="0" y="80"/>
                    <a:pt x="0" y="80"/>
                  </a:cubicBezTo>
                  <a:cubicBezTo>
                    <a:pt x="18" y="87"/>
                    <a:pt x="18" y="87"/>
                    <a:pt x="18" y="87"/>
                  </a:cubicBezTo>
                  <a:cubicBezTo>
                    <a:pt x="5" y="101"/>
                    <a:pt x="5" y="101"/>
                    <a:pt x="5" y="101"/>
                  </a:cubicBezTo>
                  <a:cubicBezTo>
                    <a:pt x="23" y="103"/>
                    <a:pt x="23" y="103"/>
                    <a:pt x="23" y="103"/>
                  </a:cubicBezTo>
                  <a:cubicBezTo>
                    <a:pt x="15" y="120"/>
                    <a:pt x="15" y="120"/>
                    <a:pt x="15" y="120"/>
                  </a:cubicBezTo>
                  <a:cubicBezTo>
                    <a:pt x="33" y="116"/>
                    <a:pt x="33" y="116"/>
                    <a:pt x="33" y="116"/>
                  </a:cubicBezTo>
                  <a:cubicBezTo>
                    <a:pt x="30" y="135"/>
                    <a:pt x="30" y="135"/>
                    <a:pt x="30" y="135"/>
                  </a:cubicBezTo>
                  <a:cubicBezTo>
                    <a:pt x="47" y="127"/>
                    <a:pt x="47" y="127"/>
                    <a:pt x="47" y="127"/>
                  </a:cubicBezTo>
                  <a:cubicBezTo>
                    <a:pt x="49" y="145"/>
                    <a:pt x="49" y="145"/>
                    <a:pt x="49" y="145"/>
                  </a:cubicBezTo>
                  <a:cubicBezTo>
                    <a:pt x="62" y="132"/>
                    <a:pt x="62" y="132"/>
                    <a:pt x="62" y="132"/>
                  </a:cubicBezTo>
                  <a:cubicBezTo>
                    <a:pt x="70" y="150"/>
                    <a:pt x="70" y="150"/>
                    <a:pt x="70" y="150"/>
                  </a:cubicBezTo>
                  <a:cubicBezTo>
                    <a:pt x="79" y="134"/>
                    <a:pt x="79" y="134"/>
                    <a:pt x="79" y="134"/>
                  </a:cubicBezTo>
                  <a:cubicBezTo>
                    <a:pt x="91" y="148"/>
                    <a:pt x="91" y="148"/>
                    <a:pt x="91" y="148"/>
                  </a:cubicBezTo>
                  <a:cubicBezTo>
                    <a:pt x="95" y="130"/>
                    <a:pt x="95" y="130"/>
                    <a:pt x="95" y="130"/>
                  </a:cubicBezTo>
                  <a:cubicBezTo>
                    <a:pt x="111" y="141"/>
                    <a:pt x="111" y="141"/>
                    <a:pt x="111" y="141"/>
                  </a:cubicBezTo>
                  <a:cubicBezTo>
                    <a:pt x="110" y="122"/>
                    <a:pt x="110" y="122"/>
                    <a:pt x="110" y="122"/>
                  </a:cubicBezTo>
                  <a:cubicBezTo>
                    <a:pt x="128" y="128"/>
                    <a:pt x="128" y="128"/>
                    <a:pt x="128" y="128"/>
                  </a:cubicBezTo>
                  <a:cubicBezTo>
                    <a:pt x="122" y="110"/>
                    <a:pt x="122" y="110"/>
                    <a:pt x="122" y="110"/>
                  </a:cubicBezTo>
                  <a:cubicBezTo>
                    <a:pt x="141" y="111"/>
                    <a:pt x="141" y="111"/>
                    <a:pt x="141" y="111"/>
                  </a:cubicBezTo>
                  <a:cubicBezTo>
                    <a:pt x="130" y="95"/>
                    <a:pt x="130" y="95"/>
                    <a:pt x="130" y="95"/>
                  </a:cubicBezTo>
                  <a:cubicBezTo>
                    <a:pt x="148" y="91"/>
                    <a:pt x="148" y="91"/>
                    <a:pt x="148" y="91"/>
                  </a:cubicBezTo>
                  <a:lnTo>
                    <a:pt x="133" y="79"/>
                  </a:lnTo>
                  <a:close/>
                  <a:moveTo>
                    <a:pt x="75" y="124"/>
                  </a:moveTo>
                  <a:cubicBezTo>
                    <a:pt x="48" y="124"/>
                    <a:pt x="26" y="102"/>
                    <a:pt x="26" y="75"/>
                  </a:cubicBezTo>
                  <a:cubicBezTo>
                    <a:pt x="26" y="48"/>
                    <a:pt x="48" y="26"/>
                    <a:pt x="75" y="26"/>
                  </a:cubicBezTo>
                  <a:cubicBezTo>
                    <a:pt x="102" y="26"/>
                    <a:pt x="124" y="48"/>
                    <a:pt x="124" y="75"/>
                  </a:cubicBezTo>
                  <a:cubicBezTo>
                    <a:pt x="124" y="102"/>
                    <a:pt x="102" y="124"/>
                    <a:pt x="75" y="124"/>
                  </a:cubicBezTo>
                  <a:close/>
                </a:path>
              </a:pathLst>
            </a:custGeom>
            <a:solidFill>
              <a:srgbClr val="493F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 name="Freeform 25"/>
            <p:cNvSpPr>
              <a:spLocks/>
            </p:cNvSpPr>
            <p:nvPr/>
          </p:nvSpPr>
          <p:spPr bwMode="auto">
            <a:xfrm>
              <a:off x="10866438" y="2694941"/>
              <a:ext cx="350838" cy="439738"/>
            </a:xfrm>
            <a:custGeom>
              <a:avLst/>
              <a:gdLst>
                <a:gd name="T0" fmla="*/ 125 w 131"/>
                <a:gd name="T1" fmla="*/ 73 h 164"/>
                <a:gd name="T2" fmla="*/ 101 w 131"/>
                <a:gd name="T3" fmla="*/ 47 h 164"/>
                <a:gd name="T4" fmla="*/ 91 w 131"/>
                <a:gd name="T5" fmla="*/ 14 h 164"/>
                <a:gd name="T6" fmla="*/ 38 w 131"/>
                <a:gd name="T7" fmla="*/ 14 h 164"/>
                <a:gd name="T8" fmla="*/ 28 w 131"/>
                <a:gd name="T9" fmla="*/ 48 h 164"/>
                <a:gd name="T10" fmla="*/ 5 w 131"/>
                <a:gd name="T11" fmla="*/ 73 h 164"/>
                <a:gd name="T12" fmla="*/ 31 w 131"/>
                <a:gd name="T13" fmla="*/ 119 h 164"/>
                <a:gd name="T14" fmla="*/ 56 w 131"/>
                <a:gd name="T15" fmla="*/ 117 h 164"/>
                <a:gd name="T16" fmla="*/ 56 w 131"/>
                <a:gd name="T17" fmla="*/ 157 h 164"/>
                <a:gd name="T18" fmla="*/ 65 w 131"/>
                <a:gd name="T19" fmla="*/ 164 h 164"/>
                <a:gd name="T20" fmla="*/ 75 w 131"/>
                <a:gd name="T21" fmla="*/ 157 h 164"/>
                <a:gd name="T22" fmla="*/ 75 w 131"/>
                <a:gd name="T23" fmla="*/ 117 h 164"/>
                <a:gd name="T24" fmla="*/ 99 w 131"/>
                <a:gd name="T25" fmla="*/ 118 h 164"/>
                <a:gd name="T26" fmla="*/ 125 w 131"/>
                <a:gd name="T27" fmla="*/ 73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1" h="164">
                  <a:moveTo>
                    <a:pt x="125" y="73"/>
                  </a:moveTo>
                  <a:cubicBezTo>
                    <a:pt x="122" y="60"/>
                    <a:pt x="113" y="51"/>
                    <a:pt x="101" y="47"/>
                  </a:cubicBezTo>
                  <a:cubicBezTo>
                    <a:pt x="103" y="36"/>
                    <a:pt x="100" y="23"/>
                    <a:pt x="91" y="14"/>
                  </a:cubicBezTo>
                  <a:cubicBezTo>
                    <a:pt x="76" y="0"/>
                    <a:pt x="53" y="0"/>
                    <a:pt x="38" y="14"/>
                  </a:cubicBezTo>
                  <a:cubicBezTo>
                    <a:pt x="29" y="23"/>
                    <a:pt x="26" y="36"/>
                    <a:pt x="28" y="48"/>
                  </a:cubicBezTo>
                  <a:cubicBezTo>
                    <a:pt x="17" y="52"/>
                    <a:pt x="8" y="61"/>
                    <a:pt x="5" y="73"/>
                  </a:cubicBezTo>
                  <a:cubicBezTo>
                    <a:pt x="0" y="93"/>
                    <a:pt x="11" y="114"/>
                    <a:pt x="31" y="119"/>
                  </a:cubicBezTo>
                  <a:cubicBezTo>
                    <a:pt x="40" y="121"/>
                    <a:pt x="48" y="120"/>
                    <a:pt x="56" y="117"/>
                  </a:cubicBezTo>
                  <a:cubicBezTo>
                    <a:pt x="56" y="157"/>
                    <a:pt x="56" y="157"/>
                    <a:pt x="56" y="157"/>
                  </a:cubicBezTo>
                  <a:cubicBezTo>
                    <a:pt x="56" y="161"/>
                    <a:pt x="60" y="164"/>
                    <a:pt x="65" y="164"/>
                  </a:cubicBezTo>
                  <a:cubicBezTo>
                    <a:pt x="71" y="164"/>
                    <a:pt x="75" y="161"/>
                    <a:pt x="75" y="157"/>
                  </a:cubicBezTo>
                  <a:cubicBezTo>
                    <a:pt x="75" y="117"/>
                    <a:pt x="75" y="117"/>
                    <a:pt x="75" y="117"/>
                  </a:cubicBezTo>
                  <a:cubicBezTo>
                    <a:pt x="82" y="120"/>
                    <a:pt x="91" y="121"/>
                    <a:pt x="99" y="118"/>
                  </a:cubicBezTo>
                  <a:cubicBezTo>
                    <a:pt x="119" y="113"/>
                    <a:pt x="131" y="92"/>
                    <a:pt x="125" y="7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 name="Freeform 26"/>
            <p:cNvSpPr>
              <a:spLocks/>
            </p:cNvSpPr>
            <p:nvPr/>
          </p:nvSpPr>
          <p:spPr bwMode="auto">
            <a:xfrm>
              <a:off x="8629650" y="1008063"/>
              <a:ext cx="44450" cy="38100"/>
            </a:xfrm>
            <a:custGeom>
              <a:avLst/>
              <a:gdLst>
                <a:gd name="T0" fmla="*/ 0 w 17"/>
                <a:gd name="T1" fmla="*/ 10 h 14"/>
                <a:gd name="T2" fmla="*/ 9 w 17"/>
                <a:gd name="T3" fmla="*/ 14 h 14"/>
                <a:gd name="T4" fmla="*/ 17 w 17"/>
                <a:gd name="T5" fmla="*/ 0 h 14"/>
                <a:gd name="T6" fmla="*/ 0 w 17"/>
                <a:gd name="T7" fmla="*/ 10 h 14"/>
              </a:gdLst>
              <a:ahLst/>
              <a:cxnLst>
                <a:cxn ang="0">
                  <a:pos x="T0" y="T1"/>
                </a:cxn>
                <a:cxn ang="0">
                  <a:pos x="T2" y="T3"/>
                </a:cxn>
                <a:cxn ang="0">
                  <a:pos x="T4" y="T5"/>
                </a:cxn>
                <a:cxn ang="0">
                  <a:pos x="T6" y="T7"/>
                </a:cxn>
              </a:cxnLst>
              <a:rect l="0" t="0" r="r" b="b"/>
              <a:pathLst>
                <a:path w="17" h="14">
                  <a:moveTo>
                    <a:pt x="0" y="10"/>
                  </a:moveTo>
                  <a:cubicBezTo>
                    <a:pt x="3" y="12"/>
                    <a:pt x="6" y="13"/>
                    <a:pt x="9" y="14"/>
                  </a:cubicBezTo>
                  <a:cubicBezTo>
                    <a:pt x="11" y="9"/>
                    <a:pt x="14" y="4"/>
                    <a:pt x="17" y="0"/>
                  </a:cubicBezTo>
                  <a:cubicBezTo>
                    <a:pt x="11" y="3"/>
                    <a:pt x="5" y="6"/>
                    <a:pt x="0" y="10"/>
                  </a:cubicBezTo>
                  <a:close/>
                </a:path>
              </a:pathLst>
            </a:custGeom>
            <a:solidFill>
              <a:srgbClr val="493F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 name="Freeform 27"/>
            <p:cNvSpPr>
              <a:spLocks/>
            </p:cNvSpPr>
            <p:nvPr/>
          </p:nvSpPr>
          <p:spPr bwMode="auto">
            <a:xfrm>
              <a:off x="8834438" y="1054101"/>
              <a:ext cx="69850" cy="85725"/>
            </a:xfrm>
            <a:custGeom>
              <a:avLst/>
              <a:gdLst>
                <a:gd name="T0" fmla="*/ 26 w 26"/>
                <a:gd name="T1" fmla="*/ 22 h 32"/>
                <a:gd name="T2" fmla="*/ 13 w 26"/>
                <a:gd name="T3" fmla="*/ 0 h 32"/>
                <a:gd name="T4" fmla="*/ 0 w 26"/>
                <a:gd name="T5" fmla="*/ 6 h 32"/>
                <a:gd name="T6" fmla="*/ 6 w 26"/>
                <a:gd name="T7" fmla="*/ 32 h 32"/>
                <a:gd name="T8" fmla="*/ 26 w 26"/>
                <a:gd name="T9" fmla="*/ 22 h 32"/>
              </a:gdLst>
              <a:ahLst/>
              <a:cxnLst>
                <a:cxn ang="0">
                  <a:pos x="T0" y="T1"/>
                </a:cxn>
                <a:cxn ang="0">
                  <a:pos x="T2" y="T3"/>
                </a:cxn>
                <a:cxn ang="0">
                  <a:pos x="T4" y="T5"/>
                </a:cxn>
                <a:cxn ang="0">
                  <a:pos x="T6" y="T7"/>
                </a:cxn>
                <a:cxn ang="0">
                  <a:pos x="T8" y="T9"/>
                </a:cxn>
              </a:cxnLst>
              <a:rect l="0" t="0" r="r" b="b"/>
              <a:pathLst>
                <a:path w="26" h="32">
                  <a:moveTo>
                    <a:pt x="26" y="22"/>
                  </a:moveTo>
                  <a:cubicBezTo>
                    <a:pt x="23" y="14"/>
                    <a:pt x="19" y="6"/>
                    <a:pt x="13" y="0"/>
                  </a:cubicBezTo>
                  <a:cubicBezTo>
                    <a:pt x="9" y="2"/>
                    <a:pt x="4" y="4"/>
                    <a:pt x="0" y="6"/>
                  </a:cubicBezTo>
                  <a:cubicBezTo>
                    <a:pt x="3" y="14"/>
                    <a:pt x="5" y="23"/>
                    <a:pt x="6" y="32"/>
                  </a:cubicBezTo>
                  <a:cubicBezTo>
                    <a:pt x="13" y="30"/>
                    <a:pt x="20" y="26"/>
                    <a:pt x="26" y="22"/>
                  </a:cubicBezTo>
                  <a:close/>
                </a:path>
              </a:pathLst>
            </a:custGeom>
            <a:solidFill>
              <a:srgbClr val="493F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 name="Freeform 28"/>
            <p:cNvSpPr>
              <a:spLocks/>
            </p:cNvSpPr>
            <p:nvPr/>
          </p:nvSpPr>
          <p:spPr bwMode="auto">
            <a:xfrm>
              <a:off x="8575675" y="1054101"/>
              <a:ext cx="66675" cy="85725"/>
            </a:xfrm>
            <a:custGeom>
              <a:avLst/>
              <a:gdLst>
                <a:gd name="T0" fmla="*/ 13 w 25"/>
                <a:gd name="T1" fmla="*/ 0 h 32"/>
                <a:gd name="T2" fmla="*/ 0 w 25"/>
                <a:gd name="T3" fmla="*/ 22 h 32"/>
                <a:gd name="T4" fmla="*/ 19 w 25"/>
                <a:gd name="T5" fmla="*/ 32 h 32"/>
                <a:gd name="T6" fmla="*/ 25 w 25"/>
                <a:gd name="T7" fmla="*/ 5 h 32"/>
                <a:gd name="T8" fmla="*/ 13 w 25"/>
                <a:gd name="T9" fmla="*/ 0 h 32"/>
              </a:gdLst>
              <a:ahLst/>
              <a:cxnLst>
                <a:cxn ang="0">
                  <a:pos x="T0" y="T1"/>
                </a:cxn>
                <a:cxn ang="0">
                  <a:pos x="T2" y="T3"/>
                </a:cxn>
                <a:cxn ang="0">
                  <a:pos x="T4" y="T5"/>
                </a:cxn>
                <a:cxn ang="0">
                  <a:pos x="T6" y="T7"/>
                </a:cxn>
                <a:cxn ang="0">
                  <a:pos x="T8" y="T9"/>
                </a:cxn>
              </a:cxnLst>
              <a:rect l="0" t="0" r="r" b="b"/>
              <a:pathLst>
                <a:path w="25" h="32">
                  <a:moveTo>
                    <a:pt x="13" y="0"/>
                  </a:moveTo>
                  <a:cubicBezTo>
                    <a:pt x="8" y="6"/>
                    <a:pt x="3" y="14"/>
                    <a:pt x="0" y="22"/>
                  </a:cubicBezTo>
                  <a:cubicBezTo>
                    <a:pt x="6" y="26"/>
                    <a:pt x="12" y="29"/>
                    <a:pt x="19" y="32"/>
                  </a:cubicBezTo>
                  <a:cubicBezTo>
                    <a:pt x="20" y="23"/>
                    <a:pt x="22" y="14"/>
                    <a:pt x="25" y="5"/>
                  </a:cubicBezTo>
                  <a:cubicBezTo>
                    <a:pt x="21" y="4"/>
                    <a:pt x="17" y="2"/>
                    <a:pt x="13" y="0"/>
                  </a:cubicBezTo>
                  <a:close/>
                </a:path>
              </a:pathLst>
            </a:custGeom>
            <a:solidFill>
              <a:srgbClr val="493F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 name="Freeform 29"/>
            <p:cNvSpPr>
              <a:spLocks/>
            </p:cNvSpPr>
            <p:nvPr/>
          </p:nvSpPr>
          <p:spPr bwMode="auto">
            <a:xfrm>
              <a:off x="8645525" y="1171576"/>
              <a:ext cx="82550" cy="82550"/>
            </a:xfrm>
            <a:custGeom>
              <a:avLst/>
              <a:gdLst>
                <a:gd name="T0" fmla="*/ 0 w 31"/>
                <a:gd name="T1" fmla="*/ 3 h 31"/>
                <a:gd name="T2" fmla="*/ 3 w 31"/>
                <a:gd name="T3" fmla="*/ 26 h 31"/>
                <a:gd name="T4" fmla="*/ 31 w 31"/>
                <a:gd name="T5" fmla="*/ 31 h 31"/>
                <a:gd name="T6" fmla="*/ 31 w 31"/>
                <a:gd name="T7" fmla="*/ 5 h 31"/>
                <a:gd name="T8" fmla="*/ 0 w 31"/>
                <a:gd name="T9" fmla="*/ 0 h 31"/>
                <a:gd name="T10" fmla="*/ 0 w 31"/>
                <a:gd name="T11" fmla="*/ 3 h 31"/>
              </a:gdLst>
              <a:ahLst/>
              <a:cxnLst>
                <a:cxn ang="0">
                  <a:pos x="T0" y="T1"/>
                </a:cxn>
                <a:cxn ang="0">
                  <a:pos x="T2" y="T3"/>
                </a:cxn>
                <a:cxn ang="0">
                  <a:pos x="T4" y="T5"/>
                </a:cxn>
                <a:cxn ang="0">
                  <a:pos x="T6" y="T7"/>
                </a:cxn>
                <a:cxn ang="0">
                  <a:pos x="T8" y="T9"/>
                </a:cxn>
                <a:cxn ang="0">
                  <a:pos x="T10" y="T11"/>
                </a:cxn>
              </a:cxnLst>
              <a:rect l="0" t="0" r="r" b="b"/>
              <a:pathLst>
                <a:path w="31" h="31">
                  <a:moveTo>
                    <a:pt x="0" y="3"/>
                  </a:moveTo>
                  <a:cubicBezTo>
                    <a:pt x="0" y="11"/>
                    <a:pt x="1" y="18"/>
                    <a:pt x="3" y="26"/>
                  </a:cubicBezTo>
                  <a:cubicBezTo>
                    <a:pt x="12" y="29"/>
                    <a:pt x="21" y="31"/>
                    <a:pt x="31" y="31"/>
                  </a:cubicBezTo>
                  <a:cubicBezTo>
                    <a:pt x="31" y="5"/>
                    <a:pt x="31" y="5"/>
                    <a:pt x="31" y="5"/>
                  </a:cubicBezTo>
                  <a:cubicBezTo>
                    <a:pt x="21" y="5"/>
                    <a:pt x="10" y="3"/>
                    <a:pt x="0" y="0"/>
                  </a:cubicBezTo>
                  <a:cubicBezTo>
                    <a:pt x="0" y="1"/>
                    <a:pt x="0" y="2"/>
                    <a:pt x="0" y="3"/>
                  </a:cubicBezTo>
                  <a:close/>
                </a:path>
              </a:pathLst>
            </a:custGeom>
            <a:solidFill>
              <a:srgbClr val="493F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 name="Freeform 30"/>
            <p:cNvSpPr>
              <a:spLocks/>
            </p:cNvSpPr>
            <p:nvPr/>
          </p:nvSpPr>
          <p:spPr bwMode="auto">
            <a:xfrm>
              <a:off x="8647113" y="1074738"/>
              <a:ext cx="80963" cy="88900"/>
            </a:xfrm>
            <a:custGeom>
              <a:avLst/>
              <a:gdLst>
                <a:gd name="T0" fmla="*/ 30 w 30"/>
                <a:gd name="T1" fmla="*/ 4 h 33"/>
                <a:gd name="T2" fmla="*/ 7 w 30"/>
                <a:gd name="T3" fmla="*/ 0 h 33"/>
                <a:gd name="T4" fmla="*/ 0 w 30"/>
                <a:gd name="T5" fmla="*/ 27 h 33"/>
                <a:gd name="T6" fmla="*/ 30 w 30"/>
                <a:gd name="T7" fmla="*/ 33 h 33"/>
                <a:gd name="T8" fmla="*/ 30 w 30"/>
                <a:gd name="T9" fmla="*/ 4 h 33"/>
              </a:gdLst>
              <a:ahLst/>
              <a:cxnLst>
                <a:cxn ang="0">
                  <a:pos x="T0" y="T1"/>
                </a:cxn>
                <a:cxn ang="0">
                  <a:pos x="T2" y="T3"/>
                </a:cxn>
                <a:cxn ang="0">
                  <a:pos x="T4" y="T5"/>
                </a:cxn>
                <a:cxn ang="0">
                  <a:pos x="T6" y="T7"/>
                </a:cxn>
                <a:cxn ang="0">
                  <a:pos x="T8" y="T9"/>
                </a:cxn>
              </a:cxnLst>
              <a:rect l="0" t="0" r="r" b="b"/>
              <a:pathLst>
                <a:path w="30" h="33">
                  <a:moveTo>
                    <a:pt x="30" y="4"/>
                  </a:moveTo>
                  <a:cubicBezTo>
                    <a:pt x="22" y="4"/>
                    <a:pt x="14" y="2"/>
                    <a:pt x="7" y="0"/>
                  </a:cubicBezTo>
                  <a:cubicBezTo>
                    <a:pt x="3" y="9"/>
                    <a:pt x="1" y="18"/>
                    <a:pt x="0" y="27"/>
                  </a:cubicBezTo>
                  <a:cubicBezTo>
                    <a:pt x="10" y="30"/>
                    <a:pt x="20" y="32"/>
                    <a:pt x="30" y="33"/>
                  </a:cubicBezTo>
                  <a:lnTo>
                    <a:pt x="30" y="4"/>
                  </a:lnTo>
                  <a:close/>
                </a:path>
              </a:pathLst>
            </a:custGeom>
            <a:solidFill>
              <a:srgbClr val="493F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 name="Freeform 31"/>
            <p:cNvSpPr>
              <a:spLocks/>
            </p:cNvSpPr>
            <p:nvPr/>
          </p:nvSpPr>
          <p:spPr bwMode="auto">
            <a:xfrm>
              <a:off x="8801100" y="1004888"/>
              <a:ext cx="52388" cy="42863"/>
            </a:xfrm>
            <a:custGeom>
              <a:avLst/>
              <a:gdLst>
                <a:gd name="T0" fmla="*/ 0 w 20"/>
                <a:gd name="T1" fmla="*/ 0 h 16"/>
                <a:gd name="T2" fmla="*/ 9 w 20"/>
                <a:gd name="T3" fmla="*/ 16 h 16"/>
                <a:gd name="T4" fmla="*/ 20 w 20"/>
                <a:gd name="T5" fmla="*/ 11 h 16"/>
                <a:gd name="T6" fmla="*/ 0 w 20"/>
                <a:gd name="T7" fmla="*/ 0 h 16"/>
              </a:gdLst>
              <a:ahLst/>
              <a:cxnLst>
                <a:cxn ang="0">
                  <a:pos x="T0" y="T1"/>
                </a:cxn>
                <a:cxn ang="0">
                  <a:pos x="T2" y="T3"/>
                </a:cxn>
                <a:cxn ang="0">
                  <a:pos x="T4" y="T5"/>
                </a:cxn>
                <a:cxn ang="0">
                  <a:pos x="T6" y="T7"/>
                </a:cxn>
              </a:cxnLst>
              <a:rect l="0" t="0" r="r" b="b"/>
              <a:pathLst>
                <a:path w="20" h="16">
                  <a:moveTo>
                    <a:pt x="0" y="0"/>
                  </a:moveTo>
                  <a:cubicBezTo>
                    <a:pt x="3" y="5"/>
                    <a:pt x="7" y="10"/>
                    <a:pt x="9" y="16"/>
                  </a:cubicBezTo>
                  <a:cubicBezTo>
                    <a:pt x="13" y="15"/>
                    <a:pt x="16" y="13"/>
                    <a:pt x="20" y="11"/>
                  </a:cubicBezTo>
                  <a:cubicBezTo>
                    <a:pt x="14" y="6"/>
                    <a:pt x="7" y="3"/>
                    <a:pt x="0" y="0"/>
                  </a:cubicBezTo>
                  <a:close/>
                </a:path>
              </a:pathLst>
            </a:custGeom>
            <a:solidFill>
              <a:srgbClr val="493F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 name="Freeform 32"/>
            <p:cNvSpPr>
              <a:spLocks/>
            </p:cNvSpPr>
            <p:nvPr/>
          </p:nvSpPr>
          <p:spPr bwMode="auto">
            <a:xfrm>
              <a:off x="8751888" y="1077913"/>
              <a:ext cx="77788" cy="85725"/>
            </a:xfrm>
            <a:custGeom>
              <a:avLst/>
              <a:gdLst>
                <a:gd name="T0" fmla="*/ 0 w 29"/>
                <a:gd name="T1" fmla="*/ 3 h 32"/>
                <a:gd name="T2" fmla="*/ 0 w 29"/>
                <a:gd name="T3" fmla="*/ 32 h 32"/>
                <a:gd name="T4" fmla="*/ 29 w 29"/>
                <a:gd name="T5" fmla="*/ 27 h 32"/>
                <a:gd name="T6" fmla="*/ 22 w 29"/>
                <a:gd name="T7" fmla="*/ 0 h 32"/>
                <a:gd name="T8" fmla="*/ 0 w 29"/>
                <a:gd name="T9" fmla="*/ 3 h 32"/>
              </a:gdLst>
              <a:ahLst/>
              <a:cxnLst>
                <a:cxn ang="0">
                  <a:pos x="T0" y="T1"/>
                </a:cxn>
                <a:cxn ang="0">
                  <a:pos x="T2" y="T3"/>
                </a:cxn>
                <a:cxn ang="0">
                  <a:pos x="T4" y="T5"/>
                </a:cxn>
                <a:cxn ang="0">
                  <a:pos x="T6" y="T7"/>
                </a:cxn>
                <a:cxn ang="0">
                  <a:pos x="T8" y="T9"/>
                </a:cxn>
              </a:cxnLst>
              <a:rect l="0" t="0" r="r" b="b"/>
              <a:pathLst>
                <a:path w="29" h="32">
                  <a:moveTo>
                    <a:pt x="0" y="3"/>
                  </a:moveTo>
                  <a:cubicBezTo>
                    <a:pt x="0" y="32"/>
                    <a:pt x="0" y="32"/>
                    <a:pt x="0" y="32"/>
                  </a:cubicBezTo>
                  <a:cubicBezTo>
                    <a:pt x="10" y="31"/>
                    <a:pt x="20" y="29"/>
                    <a:pt x="29" y="27"/>
                  </a:cubicBezTo>
                  <a:cubicBezTo>
                    <a:pt x="28" y="17"/>
                    <a:pt x="26" y="8"/>
                    <a:pt x="22" y="0"/>
                  </a:cubicBezTo>
                  <a:cubicBezTo>
                    <a:pt x="15" y="2"/>
                    <a:pt x="8" y="3"/>
                    <a:pt x="0" y="3"/>
                  </a:cubicBezTo>
                  <a:close/>
                </a:path>
              </a:pathLst>
            </a:custGeom>
            <a:solidFill>
              <a:srgbClr val="493F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 name="Freeform 33"/>
            <p:cNvSpPr>
              <a:spLocks/>
            </p:cNvSpPr>
            <p:nvPr/>
          </p:nvSpPr>
          <p:spPr bwMode="auto">
            <a:xfrm>
              <a:off x="8567738" y="1136651"/>
              <a:ext cx="58738" cy="93663"/>
            </a:xfrm>
            <a:custGeom>
              <a:avLst/>
              <a:gdLst>
                <a:gd name="T0" fmla="*/ 20 w 22"/>
                <a:gd name="T1" fmla="*/ 16 h 35"/>
                <a:gd name="T2" fmla="*/ 21 w 22"/>
                <a:gd name="T3" fmla="*/ 10 h 35"/>
                <a:gd name="T4" fmla="*/ 1 w 22"/>
                <a:gd name="T5" fmla="*/ 0 h 35"/>
                <a:gd name="T6" fmla="*/ 0 w 22"/>
                <a:gd name="T7" fmla="*/ 12 h 35"/>
                <a:gd name="T8" fmla="*/ 1 w 22"/>
                <a:gd name="T9" fmla="*/ 21 h 35"/>
                <a:gd name="T10" fmla="*/ 22 w 22"/>
                <a:gd name="T11" fmla="*/ 35 h 35"/>
                <a:gd name="T12" fmla="*/ 20 w 22"/>
                <a:gd name="T13" fmla="*/ 16 h 35"/>
              </a:gdLst>
              <a:ahLst/>
              <a:cxnLst>
                <a:cxn ang="0">
                  <a:pos x="T0" y="T1"/>
                </a:cxn>
                <a:cxn ang="0">
                  <a:pos x="T2" y="T3"/>
                </a:cxn>
                <a:cxn ang="0">
                  <a:pos x="T4" y="T5"/>
                </a:cxn>
                <a:cxn ang="0">
                  <a:pos x="T6" y="T7"/>
                </a:cxn>
                <a:cxn ang="0">
                  <a:pos x="T8" y="T9"/>
                </a:cxn>
                <a:cxn ang="0">
                  <a:pos x="T10" y="T11"/>
                </a:cxn>
                <a:cxn ang="0">
                  <a:pos x="T12" y="T13"/>
                </a:cxn>
              </a:cxnLst>
              <a:rect l="0" t="0" r="r" b="b"/>
              <a:pathLst>
                <a:path w="22" h="35">
                  <a:moveTo>
                    <a:pt x="20" y="16"/>
                  </a:moveTo>
                  <a:cubicBezTo>
                    <a:pt x="20" y="14"/>
                    <a:pt x="21" y="12"/>
                    <a:pt x="21" y="10"/>
                  </a:cubicBezTo>
                  <a:cubicBezTo>
                    <a:pt x="14" y="7"/>
                    <a:pt x="7" y="4"/>
                    <a:pt x="1" y="0"/>
                  </a:cubicBezTo>
                  <a:cubicBezTo>
                    <a:pt x="0" y="3"/>
                    <a:pt x="0" y="8"/>
                    <a:pt x="0" y="12"/>
                  </a:cubicBezTo>
                  <a:cubicBezTo>
                    <a:pt x="0" y="15"/>
                    <a:pt x="0" y="18"/>
                    <a:pt x="1" y="21"/>
                  </a:cubicBezTo>
                  <a:cubicBezTo>
                    <a:pt x="7" y="26"/>
                    <a:pt x="14" y="31"/>
                    <a:pt x="22" y="35"/>
                  </a:cubicBezTo>
                  <a:cubicBezTo>
                    <a:pt x="21" y="29"/>
                    <a:pt x="20" y="23"/>
                    <a:pt x="20" y="16"/>
                  </a:cubicBezTo>
                  <a:close/>
                </a:path>
              </a:pathLst>
            </a:custGeom>
            <a:solidFill>
              <a:srgbClr val="493F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 name="Freeform 34"/>
            <p:cNvSpPr>
              <a:spLocks/>
            </p:cNvSpPr>
            <p:nvPr/>
          </p:nvSpPr>
          <p:spPr bwMode="auto">
            <a:xfrm>
              <a:off x="8751888" y="1173163"/>
              <a:ext cx="77788" cy="80963"/>
            </a:xfrm>
            <a:custGeom>
              <a:avLst/>
              <a:gdLst>
                <a:gd name="T0" fmla="*/ 29 w 29"/>
                <a:gd name="T1" fmla="*/ 2 h 30"/>
                <a:gd name="T2" fmla="*/ 29 w 29"/>
                <a:gd name="T3" fmla="*/ 0 h 30"/>
                <a:gd name="T4" fmla="*/ 0 w 29"/>
                <a:gd name="T5" fmla="*/ 4 h 30"/>
                <a:gd name="T6" fmla="*/ 0 w 29"/>
                <a:gd name="T7" fmla="*/ 30 h 30"/>
                <a:gd name="T8" fmla="*/ 27 w 29"/>
                <a:gd name="T9" fmla="*/ 25 h 30"/>
                <a:gd name="T10" fmla="*/ 29 w 29"/>
                <a:gd name="T11" fmla="*/ 2 h 30"/>
              </a:gdLst>
              <a:ahLst/>
              <a:cxnLst>
                <a:cxn ang="0">
                  <a:pos x="T0" y="T1"/>
                </a:cxn>
                <a:cxn ang="0">
                  <a:pos x="T2" y="T3"/>
                </a:cxn>
                <a:cxn ang="0">
                  <a:pos x="T4" y="T5"/>
                </a:cxn>
                <a:cxn ang="0">
                  <a:pos x="T6" y="T7"/>
                </a:cxn>
                <a:cxn ang="0">
                  <a:pos x="T8" y="T9"/>
                </a:cxn>
                <a:cxn ang="0">
                  <a:pos x="T10" y="T11"/>
                </a:cxn>
              </a:cxnLst>
              <a:rect l="0" t="0" r="r" b="b"/>
              <a:pathLst>
                <a:path w="29" h="30">
                  <a:moveTo>
                    <a:pt x="29" y="2"/>
                  </a:moveTo>
                  <a:cubicBezTo>
                    <a:pt x="29" y="1"/>
                    <a:pt x="29" y="0"/>
                    <a:pt x="29" y="0"/>
                  </a:cubicBezTo>
                  <a:cubicBezTo>
                    <a:pt x="20" y="2"/>
                    <a:pt x="10" y="4"/>
                    <a:pt x="0" y="4"/>
                  </a:cubicBezTo>
                  <a:cubicBezTo>
                    <a:pt x="0" y="30"/>
                    <a:pt x="0" y="30"/>
                    <a:pt x="0" y="30"/>
                  </a:cubicBezTo>
                  <a:cubicBezTo>
                    <a:pt x="9" y="30"/>
                    <a:pt x="18" y="28"/>
                    <a:pt x="27" y="25"/>
                  </a:cubicBezTo>
                  <a:cubicBezTo>
                    <a:pt x="29" y="18"/>
                    <a:pt x="29" y="10"/>
                    <a:pt x="29" y="2"/>
                  </a:cubicBezTo>
                  <a:close/>
                </a:path>
              </a:pathLst>
            </a:custGeom>
            <a:solidFill>
              <a:srgbClr val="493F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 name="Freeform 35"/>
            <p:cNvSpPr>
              <a:spLocks/>
            </p:cNvSpPr>
            <p:nvPr/>
          </p:nvSpPr>
          <p:spPr bwMode="auto">
            <a:xfrm>
              <a:off x="8818563" y="1227138"/>
              <a:ext cx="84138" cy="93663"/>
            </a:xfrm>
            <a:custGeom>
              <a:avLst/>
              <a:gdLst>
                <a:gd name="T0" fmla="*/ 31 w 31"/>
                <a:gd name="T1" fmla="*/ 0 h 35"/>
                <a:gd name="T2" fmla="*/ 9 w 31"/>
                <a:gd name="T3" fmla="*/ 12 h 35"/>
                <a:gd name="T4" fmla="*/ 0 w 31"/>
                <a:gd name="T5" fmla="*/ 35 h 35"/>
                <a:gd name="T6" fmla="*/ 31 w 31"/>
                <a:gd name="T7" fmla="*/ 0 h 35"/>
              </a:gdLst>
              <a:ahLst/>
              <a:cxnLst>
                <a:cxn ang="0">
                  <a:pos x="T0" y="T1"/>
                </a:cxn>
                <a:cxn ang="0">
                  <a:pos x="T2" y="T3"/>
                </a:cxn>
                <a:cxn ang="0">
                  <a:pos x="T4" y="T5"/>
                </a:cxn>
                <a:cxn ang="0">
                  <a:pos x="T6" y="T7"/>
                </a:cxn>
              </a:cxnLst>
              <a:rect l="0" t="0" r="r" b="b"/>
              <a:pathLst>
                <a:path w="31" h="35">
                  <a:moveTo>
                    <a:pt x="31" y="0"/>
                  </a:moveTo>
                  <a:cubicBezTo>
                    <a:pt x="25" y="5"/>
                    <a:pt x="17" y="9"/>
                    <a:pt x="9" y="12"/>
                  </a:cubicBezTo>
                  <a:cubicBezTo>
                    <a:pt x="7" y="20"/>
                    <a:pt x="4" y="28"/>
                    <a:pt x="0" y="35"/>
                  </a:cubicBezTo>
                  <a:cubicBezTo>
                    <a:pt x="15" y="28"/>
                    <a:pt x="26" y="16"/>
                    <a:pt x="31" y="0"/>
                  </a:cubicBezTo>
                  <a:close/>
                </a:path>
              </a:pathLst>
            </a:custGeom>
            <a:solidFill>
              <a:srgbClr val="493F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 name="Freeform 36"/>
            <p:cNvSpPr>
              <a:spLocks/>
            </p:cNvSpPr>
            <p:nvPr/>
          </p:nvSpPr>
          <p:spPr bwMode="auto">
            <a:xfrm>
              <a:off x="8848725" y="1136651"/>
              <a:ext cx="66675" cy="96838"/>
            </a:xfrm>
            <a:custGeom>
              <a:avLst/>
              <a:gdLst>
                <a:gd name="T0" fmla="*/ 25 w 25"/>
                <a:gd name="T1" fmla="*/ 12 h 36"/>
                <a:gd name="T2" fmla="*/ 23 w 25"/>
                <a:gd name="T3" fmla="*/ 0 h 36"/>
                <a:gd name="T4" fmla="*/ 2 w 25"/>
                <a:gd name="T5" fmla="*/ 11 h 36"/>
                <a:gd name="T6" fmla="*/ 2 w 25"/>
                <a:gd name="T7" fmla="*/ 16 h 36"/>
                <a:gd name="T8" fmla="*/ 0 w 25"/>
                <a:gd name="T9" fmla="*/ 36 h 36"/>
                <a:gd name="T10" fmla="*/ 24 w 25"/>
                <a:gd name="T11" fmla="*/ 21 h 36"/>
                <a:gd name="T12" fmla="*/ 25 w 25"/>
                <a:gd name="T13" fmla="*/ 12 h 36"/>
              </a:gdLst>
              <a:ahLst/>
              <a:cxnLst>
                <a:cxn ang="0">
                  <a:pos x="T0" y="T1"/>
                </a:cxn>
                <a:cxn ang="0">
                  <a:pos x="T2" y="T3"/>
                </a:cxn>
                <a:cxn ang="0">
                  <a:pos x="T4" y="T5"/>
                </a:cxn>
                <a:cxn ang="0">
                  <a:pos x="T6" y="T7"/>
                </a:cxn>
                <a:cxn ang="0">
                  <a:pos x="T8" y="T9"/>
                </a:cxn>
                <a:cxn ang="0">
                  <a:pos x="T10" y="T11"/>
                </a:cxn>
                <a:cxn ang="0">
                  <a:pos x="T12" y="T13"/>
                </a:cxn>
              </a:cxnLst>
              <a:rect l="0" t="0" r="r" b="b"/>
              <a:pathLst>
                <a:path w="25" h="36">
                  <a:moveTo>
                    <a:pt x="25" y="12"/>
                  </a:moveTo>
                  <a:cubicBezTo>
                    <a:pt x="25" y="8"/>
                    <a:pt x="24" y="3"/>
                    <a:pt x="23" y="0"/>
                  </a:cubicBezTo>
                  <a:cubicBezTo>
                    <a:pt x="17" y="4"/>
                    <a:pt x="10" y="8"/>
                    <a:pt x="2" y="11"/>
                  </a:cubicBezTo>
                  <a:cubicBezTo>
                    <a:pt x="2" y="12"/>
                    <a:pt x="2" y="14"/>
                    <a:pt x="2" y="16"/>
                  </a:cubicBezTo>
                  <a:cubicBezTo>
                    <a:pt x="2" y="23"/>
                    <a:pt x="2" y="29"/>
                    <a:pt x="0" y="36"/>
                  </a:cubicBezTo>
                  <a:cubicBezTo>
                    <a:pt x="9" y="32"/>
                    <a:pt x="17" y="27"/>
                    <a:pt x="24" y="21"/>
                  </a:cubicBezTo>
                  <a:cubicBezTo>
                    <a:pt x="24" y="18"/>
                    <a:pt x="25" y="15"/>
                    <a:pt x="25" y="12"/>
                  </a:cubicBezTo>
                  <a:close/>
                </a:path>
              </a:pathLst>
            </a:custGeom>
            <a:solidFill>
              <a:srgbClr val="493F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 name="Freeform 37"/>
            <p:cNvSpPr>
              <a:spLocks/>
            </p:cNvSpPr>
            <p:nvPr/>
          </p:nvSpPr>
          <p:spPr bwMode="auto">
            <a:xfrm>
              <a:off x="8751888" y="995363"/>
              <a:ext cx="50800" cy="66675"/>
            </a:xfrm>
            <a:custGeom>
              <a:avLst/>
              <a:gdLst>
                <a:gd name="T0" fmla="*/ 19 w 19"/>
                <a:gd name="T1" fmla="*/ 23 h 25"/>
                <a:gd name="T2" fmla="*/ 5 w 19"/>
                <a:gd name="T3" fmla="*/ 1 h 25"/>
                <a:gd name="T4" fmla="*/ 0 w 19"/>
                <a:gd name="T5" fmla="*/ 0 h 25"/>
                <a:gd name="T6" fmla="*/ 0 w 19"/>
                <a:gd name="T7" fmla="*/ 25 h 25"/>
                <a:gd name="T8" fmla="*/ 19 w 19"/>
                <a:gd name="T9" fmla="*/ 23 h 25"/>
              </a:gdLst>
              <a:ahLst/>
              <a:cxnLst>
                <a:cxn ang="0">
                  <a:pos x="T0" y="T1"/>
                </a:cxn>
                <a:cxn ang="0">
                  <a:pos x="T2" y="T3"/>
                </a:cxn>
                <a:cxn ang="0">
                  <a:pos x="T4" y="T5"/>
                </a:cxn>
                <a:cxn ang="0">
                  <a:pos x="T6" y="T7"/>
                </a:cxn>
                <a:cxn ang="0">
                  <a:pos x="T8" y="T9"/>
                </a:cxn>
              </a:cxnLst>
              <a:rect l="0" t="0" r="r" b="b"/>
              <a:pathLst>
                <a:path w="19" h="25">
                  <a:moveTo>
                    <a:pt x="19" y="23"/>
                  </a:moveTo>
                  <a:cubicBezTo>
                    <a:pt x="15" y="15"/>
                    <a:pt x="10" y="7"/>
                    <a:pt x="5" y="1"/>
                  </a:cubicBezTo>
                  <a:cubicBezTo>
                    <a:pt x="3" y="0"/>
                    <a:pt x="2" y="0"/>
                    <a:pt x="0" y="0"/>
                  </a:cubicBezTo>
                  <a:cubicBezTo>
                    <a:pt x="0" y="25"/>
                    <a:pt x="0" y="25"/>
                    <a:pt x="0" y="25"/>
                  </a:cubicBezTo>
                  <a:cubicBezTo>
                    <a:pt x="7" y="25"/>
                    <a:pt x="13" y="24"/>
                    <a:pt x="19" y="23"/>
                  </a:cubicBezTo>
                  <a:close/>
                </a:path>
              </a:pathLst>
            </a:custGeom>
            <a:solidFill>
              <a:srgbClr val="493F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 name="Freeform 38"/>
            <p:cNvSpPr>
              <a:spLocks/>
            </p:cNvSpPr>
            <p:nvPr/>
          </p:nvSpPr>
          <p:spPr bwMode="auto">
            <a:xfrm>
              <a:off x="8751888" y="1266826"/>
              <a:ext cx="65088" cy="73025"/>
            </a:xfrm>
            <a:custGeom>
              <a:avLst/>
              <a:gdLst>
                <a:gd name="T0" fmla="*/ 24 w 24"/>
                <a:gd name="T1" fmla="*/ 0 h 27"/>
                <a:gd name="T2" fmla="*/ 0 w 24"/>
                <a:gd name="T3" fmla="*/ 4 h 27"/>
                <a:gd name="T4" fmla="*/ 0 w 24"/>
                <a:gd name="T5" fmla="*/ 27 h 27"/>
                <a:gd name="T6" fmla="*/ 12 w 24"/>
                <a:gd name="T7" fmla="*/ 25 h 27"/>
                <a:gd name="T8" fmla="*/ 24 w 24"/>
                <a:gd name="T9" fmla="*/ 0 h 27"/>
              </a:gdLst>
              <a:ahLst/>
              <a:cxnLst>
                <a:cxn ang="0">
                  <a:pos x="T0" y="T1"/>
                </a:cxn>
                <a:cxn ang="0">
                  <a:pos x="T2" y="T3"/>
                </a:cxn>
                <a:cxn ang="0">
                  <a:pos x="T4" y="T5"/>
                </a:cxn>
                <a:cxn ang="0">
                  <a:pos x="T6" y="T7"/>
                </a:cxn>
                <a:cxn ang="0">
                  <a:pos x="T8" y="T9"/>
                </a:cxn>
              </a:cxnLst>
              <a:rect l="0" t="0" r="r" b="b"/>
              <a:pathLst>
                <a:path w="24" h="27">
                  <a:moveTo>
                    <a:pt x="24" y="0"/>
                  </a:moveTo>
                  <a:cubicBezTo>
                    <a:pt x="16" y="2"/>
                    <a:pt x="8" y="4"/>
                    <a:pt x="0" y="4"/>
                  </a:cubicBezTo>
                  <a:cubicBezTo>
                    <a:pt x="0" y="27"/>
                    <a:pt x="0" y="27"/>
                    <a:pt x="0" y="27"/>
                  </a:cubicBezTo>
                  <a:cubicBezTo>
                    <a:pt x="4" y="27"/>
                    <a:pt x="8" y="26"/>
                    <a:pt x="12" y="25"/>
                  </a:cubicBezTo>
                  <a:cubicBezTo>
                    <a:pt x="17" y="18"/>
                    <a:pt x="21" y="9"/>
                    <a:pt x="24" y="0"/>
                  </a:cubicBezTo>
                  <a:close/>
                </a:path>
              </a:pathLst>
            </a:custGeom>
            <a:solidFill>
              <a:srgbClr val="493F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 name="Freeform 39"/>
            <p:cNvSpPr>
              <a:spLocks/>
            </p:cNvSpPr>
            <p:nvPr/>
          </p:nvSpPr>
          <p:spPr bwMode="auto">
            <a:xfrm>
              <a:off x="8578850" y="1227138"/>
              <a:ext cx="77788" cy="90488"/>
            </a:xfrm>
            <a:custGeom>
              <a:avLst/>
              <a:gdLst>
                <a:gd name="T0" fmla="*/ 29 w 29"/>
                <a:gd name="T1" fmla="*/ 34 h 34"/>
                <a:gd name="T2" fmla="*/ 20 w 29"/>
                <a:gd name="T3" fmla="*/ 11 h 34"/>
                <a:gd name="T4" fmla="*/ 0 w 29"/>
                <a:gd name="T5" fmla="*/ 0 h 34"/>
                <a:gd name="T6" fmla="*/ 29 w 29"/>
                <a:gd name="T7" fmla="*/ 34 h 34"/>
              </a:gdLst>
              <a:ahLst/>
              <a:cxnLst>
                <a:cxn ang="0">
                  <a:pos x="T0" y="T1"/>
                </a:cxn>
                <a:cxn ang="0">
                  <a:pos x="T2" y="T3"/>
                </a:cxn>
                <a:cxn ang="0">
                  <a:pos x="T4" y="T5"/>
                </a:cxn>
                <a:cxn ang="0">
                  <a:pos x="T6" y="T7"/>
                </a:cxn>
              </a:cxnLst>
              <a:rect l="0" t="0" r="r" b="b"/>
              <a:pathLst>
                <a:path w="29" h="34">
                  <a:moveTo>
                    <a:pt x="29" y="34"/>
                  </a:moveTo>
                  <a:cubicBezTo>
                    <a:pt x="25" y="27"/>
                    <a:pt x="22" y="19"/>
                    <a:pt x="20" y="11"/>
                  </a:cubicBezTo>
                  <a:cubicBezTo>
                    <a:pt x="13" y="8"/>
                    <a:pt x="6" y="5"/>
                    <a:pt x="0" y="0"/>
                  </a:cubicBezTo>
                  <a:cubicBezTo>
                    <a:pt x="5" y="15"/>
                    <a:pt x="16" y="27"/>
                    <a:pt x="29" y="34"/>
                  </a:cubicBezTo>
                  <a:close/>
                </a:path>
              </a:pathLst>
            </a:custGeom>
            <a:solidFill>
              <a:srgbClr val="493F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 name="Freeform 40"/>
            <p:cNvSpPr>
              <a:spLocks/>
            </p:cNvSpPr>
            <p:nvPr/>
          </p:nvSpPr>
          <p:spPr bwMode="auto">
            <a:xfrm>
              <a:off x="8674100" y="995363"/>
              <a:ext cx="53975" cy="66675"/>
            </a:xfrm>
            <a:custGeom>
              <a:avLst/>
              <a:gdLst>
                <a:gd name="T0" fmla="*/ 14 w 20"/>
                <a:gd name="T1" fmla="*/ 1 h 25"/>
                <a:gd name="T2" fmla="*/ 0 w 20"/>
                <a:gd name="T3" fmla="*/ 22 h 25"/>
                <a:gd name="T4" fmla="*/ 20 w 20"/>
                <a:gd name="T5" fmla="*/ 25 h 25"/>
                <a:gd name="T6" fmla="*/ 20 w 20"/>
                <a:gd name="T7" fmla="*/ 0 h 25"/>
                <a:gd name="T8" fmla="*/ 14 w 20"/>
                <a:gd name="T9" fmla="*/ 1 h 25"/>
              </a:gdLst>
              <a:ahLst/>
              <a:cxnLst>
                <a:cxn ang="0">
                  <a:pos x="T0" y="T1"/>
                </a:cxn>
                <a:cxn ang="0">
                  <a:pos x="T2" y="T3"/>
                </a:cxn>
                <a:cxn ang="0">
                  <a:pos x="T4" y="T5"/>
                </a:cxn>
                <a:cxn ang="0">
                  <a:pos x="T6" y="T7"/>
                </a:cxn>
                <a:cxn ang="0">
                  <a:pos x="T8" y="T9"/>
                </a:cxn>
              </a:cxnLst>
              <a:rect l="0" t="0" r="r" b="b"/>
              <a:pathLst>
                <a:path w="20" h="25">
                  <a:moveTo>
                    <a:pt x="14" y="1"/>
                  </a:moveTo>
                  <a:cubicBezTo>
                    <a:pt x="8" y="7"/>
                    <a:pt x="4" y="14"/>
                    <a:pt x="0" y="22"/>
                  </a:cubicBezTo>
                  <a:cubicBezTo>
                    <a:pt x="7" y="24"/>
                    <a:pt x="13" y="25"/>
                    <a:pt x="20" y="25"/>
                  </a:cubicBezTo>
                  <a:cubicBezTo>
                    <a:pt x="20" y="0"/>
                    <a:pt x="20" y="0"/>
                    <a:pt x="20" y="0"/>
                  </a:cubicBezTo>
                  <a:cubicBezTo>
                    <a:pt x="18" y="0"/>
                    <a:pt x="16" y="1"/>
                    <a:pt x="14" y="1"/>
                  </a:cubicBezTo>
                  <a:close/>
                </a:path>
              </a:pathLst>
            </a:custGeom>
            <a:solidFill>
              <a:srgbClr val="493F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 name="Freeform 41"/>
            <p:cNvSpPr>
              <a:spLocks/>
            </p:cNvSpPr>
            <p:nvPr/>
          </p:nvSpPr>
          <p:spPr bwMode="auto">
            <a:xfrm>
              <a:off x="8658225" y="1266826"/>
              <a:ext cx="69850" cy="73025"/>
            </a:xfrm>
            <a:custGeom>
              <a:avLst/>
              <a:gdLst>
                <a:gd name="T0" fmla="*/ 0 w 26"/>
                <a:gd name="T1" fmla="*/ 0 h 27"/>
                <a:gd name="T2" fmla="*/ 12 w 26"/>
                <a:gd name="T3" fmla="*/ 25 h 27"/>
                <a:gd name="T4" fmla="*/ 26 w 26"/>
                <a:gd name="T5" fmla="*/ 27 h 27"/>
                <a:gd name="T6" fmla="*/ 26 w 26"/>
                <a:gd name="T7" fmla="*/ 4 h 27"/>
                <a:gd name="T8" fmla="*/ 0 w 26"/>
                <a:gd name="T9" fmla="*/ 0 h 27"/>
              </a:gdLst>
              <a:ahLst/>
              <a:cxnLst>
                <a:cxn ang="0">
                  <a:pos x="T0" y="T1"/>
                </a:cxn>
                <a:cxn ang="0">
                  <a:pos x="T2" y="T3"/>
                </a:cxn>
                <a:cxn ang="0">
                  <a:pos x="T4" y="T5"/>
                </a:cxn>
                <a:cxn ang="0">
                  <a:pos x="T6" y="T7"/>
                </a:cxn>
                <a:cxn ang="0">
                  <a:pos x="T8" y="T9"/>
                </a:cxn>
              </a:cxnLst>
              <a:rect l="0" t="0" r="r" b="b"/>
              <a:pathLst>
                <a:path w="26" h="27">
                  <a:moveTo>
                    <a:pt x="0" y="0"/>
                  </a:moveTo>
                  <a:cubicBezTo>
                    <a:pt x="3" y="9"/>
                    <a:pt x="7" y="17"/>
                    <a:pt x="12" y="25"/>
                  </a:cubicBezTo>
                  <a:cubicBezTo>
                    <a:pt x="16" y="26"/>
                    <a:pt x="21" y="27"/>
                    <a:pt x="26" y="27"/>
                  </a:cubicBezTo>
                  <a:cubicBezTo>
                    <a:pt x="26" y="4"/>
                    <a:pt x="26" y="4"/>
                    <a:pt x="26" y="4"/>
                  </a:cubicBezTo>
                  <a:cubicBezTo>
                    <a:pt x="17" y="4"/>
                    <a:pt x="9" y="2"/>
                    <a:pt x="0" y="0"/>
                  </a:cubicBezTo>
                  <a:close/>
                </a:path>
              </a:pathLst>
            </a:custGeom>
            <a:solidFill>
              <a:srgbClr val="493F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 name="Freeform 42"/>
            <p:cNvSpPr>
              <a:spLocks noEditPoints="1"/>
            </p:cNvSpPr>
            <p:nvPr/>
          </p:nvSpPr>
          <p:spPr bwMode="auto">
            <a:xfrm>
              <a:off x="10031413" y="5370513"/>
              <a:ext cx="341313" cy="342900"/>
            </a:xfrm>
            <a:custGeom>
              <a:avLst/>
              <a:gdLst>
                <a:gd name="T0" fmla="*/ 64 w 128"/>
                <a:gd name="T1" fmla="*/ 128 h 128"/>
                <a:gd name="T2" fmla="*/ 0 w 128"/>
                <a:gd name="T3" fmla="*/ 64 h 128"/>
                <a:gd name="T4" fmla="*/ 64 w 128"/>
                <a:gd name="T5" fmla="*/ 0 h 128"/>
                <a:gd name="T6" fmla="*/ 128 w 128"/>
                <a:gd name="T7" fmla="*/ 64 h 128"/>
                <a:gd name="T8" fmla="*/ 64 w 128"/>
                <a:gd name="T9" fmla="*/ 128 h 128"/>
                <a:gd name="T10" fmla="*/ 10 w 128"/>
                <a:gd name="T11" fmla="*/ 64 h 128"/>
                <a:gd name="T12" fmla="*/ 36 w 128"/>
                <a:gd name="T13" fmla="*/ 110 h 128"/>
                <a:gd name="T14" fmla="*/ 62 w 128"/>
                <a:gd name="T15" fmla="*/ 64 h 128"/>
                <a:gd name="T16" fmla="*/ 10 w 128"/>
                <a:gd name="T17" fmla="*/ 64 h 128"/>
                <a:gd name="T18" fmla="*/ 64 w 128"/>
                <a:gd name="T19" fmla="*/ 10 h 128"/>
                <a:gd name="T20" fmla="*/ 37 w 128"/>
                <a:gd name="T21" fmla="*/ 17 h 128"/>
                <a:gd name="T22" fmla="*/ 63 w 128"/>
                <a:gd name="T23" fmla="*/ 63 h 128"/>
                <a:gd name="T24" fmla="*/ 63 w 128"/>
                <a:gd name="T25" fmla="*/ 63 h 128"/>
                <a:gd name="T26" fmla="*/ 63 w 128"/>
                <a:gd name="T27" fmla="*/ 63 h 128"/>
                <a:gd name="T28" fmla="*/ 90 w 128"/>
                <a:gd name="T29" fmla="*/ 17 h 128"/>
                <a:gd name="T30" fmla="*/ 64 w 128"/>
                <a:gd name="T31" fmla="*/ 10 h 128"/>
                <a:gd name="T32" fmla="*/ 64 w 128"/>
                <a:gd name="T33" fmla="*/ 64 h 128"/>
                <a:gd name="T34" fmla="*/ 91 w 128"/>
                <a:gd name="T35" fmla="*/ 111 h 128"/>
                <a:gd name="T36" fmla="*/ 118 w 128"/>
                <a:gd name="T37" fmla="*/ 64 h 128"/>
                <a:gd name="T38" fmla="*/ 64 w 128"/>
                <a:gd name="T39" fmla="*/ 6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 h="128">
                  <a:moveTo>
                    <a:pt x="64" y="128"/>
                  </a:moveTo>
                  <a:cubicBezTo>
                    <a:pt x="28" y="128"/>
                    <a:pt x="0" y="99"/>
                    <a:pt x="0" y="64"/>
                  </a:cubicBezTo>
                  <a:cubicBezTo>
                    <a:pt x="0" y="28"/>
                    <a:pt x="28" y="0"/>
                    <a:pt x="64" y="0"/>
                  </a:cubicBezTo>
                  <a:cubicBezTo>
                    <a:pt x="99" y="0"/>
                    <a:pt x="128" y="28"/>
                    <a:pt x="128" y="64"/>
                  </a:cubicBezTo>
                  <a:cubicBezTo>
                    <a:pt x="128" y="99"/>
                    <a:pt x="99" y="128"/>
                    <a:pt x="64" y="128"/>
                  </a:cubicBezTo>
                  <a:close/>
                  <a:moveTo>
                    <a:pt x="10" y="64"/>
                  </a:moveTo>
                  <a:cubicBezTo>
                    <a:pt x="10" y="83"/>
                    <a:pt x="20" y="100"/>
                    <a:pt x="36" y="110"/>
                  </a:cubicBezTo>
                  <a:cubicBezTo>
                    <a:pt x="62" y="64"/>
                    <a:pt x="62" y="64"/>
                    <a:pt x="62" y="64"/>
                  </a:cubicBezTo>
                  <a:lnTo>
                    <a:pt x="10" y="64"/>
                  </a:lnTo>
                  <a:close/>
                  <a:moveTo>
                    <a:pt x="64" y="10"/>
                  </a:moveTo>
                  <a:cubicBezTo>
                    <a:pt x="54" y="10"/>
                    <a:pt x="45" y="13"/>
                    <a:pt x="37" y="17"/>
                  </a:cubicBezTo>
                  <a:cubicBezTo>
                    <a:pt x="63" y="63"/>
                    <a:pt x="63" y="63"/>
                    <a:pt x="63" y="63"/>
                  </a:cubicBezTo>
                  <a:cubicBezTo>
                    <a:pt x="63" y="63"/>
                    <a:pt x="63" y="63"/>
                    <a:pt x="63" y="63"/>
                  </a:cubicBezTo>
                  <a:cubicBezTo>
                    <a:pt x="63" y="63"/>
                    <a:pt x="63" y="63"/>
                    <a:pt x="63" y="63"/>
                  </a:cubicBezTo>
                  <a:cubicBezTo>
                    <a:pt x="90" y="17"/>
                    <a:pt x="90" y="17"/>
                    <a:pt x="90" y="17"/>
                  </a:cubicBezTo>
                  <a:cubicBezTo>
                    <a:pt x="82" y="13"/>
                    <a:pt x="73" y="10"/>
                    <a:pt x="64" y="10"/>
                  </a:cubicBezTo>
                  <a:close/>
                  <a:moveTo>
                    <a:pt x="64" y="64"/>
                  </a:moveTo>
                  <a:cubicBezTo>
                    <a:pt x="91" y="111"/>
                    <a:pt x="91" y="111"/>
                    <a:pt x="91" y="111"/>
                  </a:cubicBezTo>
                  <a:cubicBezTo>
                    <a:pt x="107" y="101"/>
                    <a:pt x="118" y="84"/>
                    <a:pt x="118" y="64"/>
                  </a:cubicBezTo>
                  <a:lnTo>
                    <a:pt x="64" y="6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97" name="文本框 96"/>
          <p:cNvSpPr txBox="1"/>
          <p:nvPr/>
        </p:nvSpPr>
        <p:spPr>
          <a:xfrm>
            <a:off x="8024448" y="1747193"/>
            <a:ext cx="1519968" cy="461665"/>
          </a:xfrm>
          <a:prstGeom prst="rect">
            <a:avLst/>
          </a:prstGeom>
          <a:noFill/>
        </p:spPr>
        <p:txBody>
          <a:bodyPr wrap="none" rtlCol="0">
            <a:spAutoFit/>
          </a:bodyPr>
          <a:lstStyle/>
          <a:p>
            <a:r>
              <a:rPr lang="en-US" altLang="zh-CN" sz="2400" dirty="0">
                <a:solidFill>
                  <a:srgbClr val="493F0B"/>
                </a:solidFill>
                <a:latin typeface="Arial Unicode MS" panose="020B0604020202020204" pitchFamily="34" charset="-122"/>
                <a:ea typeface="Arial Unicode MS" panose="020B0604020202020204" pitchFamily="34" charset="-122"/>
                <a:cs typeface="Arial Unicode MS" panose="020B0604020202020204" pitchFamily="34" charset="-122"/>
              </a:rPr>
              <a:t>Title Here</a:t>
            </a:r>
            <a:endParaRPr lang="zh-CN" altLang="en-US" sz="2400" dirty="0">
              <a:solidFill>
                <a:srgbClr val="493F0B"/>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98" name="文本框 97"/>
          <p:cNvSpPr txBox="1"/>
          <p:nvPr/>
        </p:nvSpPr>
        <p:spPr>
          <a:xfrm>
            <a:off x="6665913" y="2769692"/>
            <a:ext cx="1519968" cy="461665"/>
          </a:xfrm>
          <a:prstGeom prst="rect">
            <a:avLst/>
          </a:prstGeom>
          <a:noFill/>
        </p:spPr>
        <p:txBody>
          <a:bodyPr wrap="none" rtlCol="0">
            <a:spAutoFit/>
          </a:bodyPr>
          <a:lstStyle/>
          <a:p>
            <a:r>
              <a:rPr lang="en-US" altLang="zh-CN" sz="2400" dirty="0">
                <a:solidFill>
                  <a:srgbClr val="493F0B"/>
                </a:solidFill>
                <a:latin typeface="Arial Unicode MS" panose="020B0604020202020204" pitchFamily="34" charset="-122"/>
                <a:ea typeface="Arial Unicode MS" panose="020B0604020202020204" pitchFamily="34" charset="-122"/>
                <a:cs typeface="Arial Unicode MS" panose="020B0604020202020204" pitchFamily="34" charset="-122"/>
              </a:rPr>
              <a:t>Title Here</a:t>
            </a:r>
            <a:endParaRPr lang="zh-CN" altLang="en-US" sz="2400" dirty="0">
              <a:solidFill>
                <a:srgbClr val="493F0B"/>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99" name="文本框 98"/>
          <p:cNvSpPr txBox="1"/>
          <p:nvPr/>
        </p:nvSpPr>
        <p:spPr>
          <a:xfrm>
            <a:off x="7090632" y="4616748"/>
            <a:ext cx="1519968" cy="461665"/>
          </a:xfrm>
          <a:prstGeom prst="rect">
            <a:avLst/>
          </a:prstGeom>
          <a:noFill/>
        </p:spPr>
        <p:txBody>
          <a:bodyPr wrap="none" rtlCol="0">
            <a:spAutoFit/>
          </a:bodyPr>
          <a:lstStyle/>
          <a:p>
            <a:r>
              <a:rPr lang="en-US" altLang="zh-CN" sz="2400"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rPr>
              <a:t>Title Here</a:t>
            </a:r>
            <a:endParaRPr lang="zh-CN" altLang="en-US" sz="2400"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00" name="文本框 99"/>
          <p:cNvSpPr txBox="1"/>
          <p:nvPr/>
        </p:nvSpPr>
        <p:spPr>
          <a:xfrm>
            <a:off x="9006475" y="4616748"/>
            <a:ext cx="1519968" cy="461665"/>
          </a:xfrm>
          <a:prstGeom prst="rect">
            <a:avLst/>
          </a:prstGeom>
          <a:noFill/>
        </p:spPr>
        <p:txBody>
          <a:bodyPr wrap="none" rtlCol="0">
            <a:spAutoFit/>
          </a:bodyPr>
          <a:lstStyle/>
          <a:p>
            <a:r>
              <a:rPr lang="en-US" altLang="zh-CN" sz="2400"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rPr>
              <a:t>Title Here</a:t>
            </a:r>
            <a:endParaRPr lang="zh-CN" altLang="en-US" sz="2400"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01" name="文本框 100"/>
          <p:cNvSpPr txBox="1"/>
          <p:nvPr/>
        </p:nvSpPr>
        <p:spPr>
          <a:xfrm>
            <a:off x="9694561" y="3150544"/>
            <a:ext cx="1519968" cy="461665"/>
          </a:xfrm>
          <a:prstGeom prst="rect">
            <a:avLst/>
          </a:prstGeom>
          <a:noFill/>
        </p:spPr>
        <p:txBody>
          <a:bodyPr wrap="none" rtlCol="0">
            <a:spAutoFit/>
          </a:bodyPr>
          <a:lstStyle/>
          <a:p>
            <a:r>
              <a:rPr lang="en-US" altLang="zh-CN" sz="2400"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rPr>
              <a:t>Title Here</a:t>
            </a:r>
            <a:endParaRPr lang="zh-CN" altLang="en-US" sz="2400"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02" name="文本框 101"/>
          <p:cNvSpPr txBox="1"/>
          <p:nvPr/>
        </p:nvSpPr>
        <p:spPr>
          <a:xfrm>
            <a:off x="8949963" y="3909193"/>
            <a:ext cx="527709" cy="461665"/>
          </a:xfrm>
          <a:prstGeom prst="rect">
            <a:avLst/>
          </a:prstGeom>
          <a:noFill/>
        </p:spPr>
        <p:txBody>
          <a:bodyPr wrap="none" rtlCol="0">
            <a:spAutoFit/>
          </a:bodyPr>
          <a:lstStyle/>
          <a:p>
            <a:r>
              <a:rPr lang="en-US" altLang="zh-CN" sz="2400" dirty="0">
                <a:solidFill>
                  <a:prstClr val="white"/>
                </a:solidFill>
                <a:latin typeface="Arial" panose="020B0604020202020204" pitchFamily="34" charset="0"/>
                <a:ea typeface="Microsoft YaHei UI" panose="020B0503020204020204" pitchFamily="34" charset="-122"/>
                <a:cs typeface="Arial" panose="020B0604020202020204" pitchFamily="34" charset="0"/>
              </a:rPr>
              <a:t>04</a:t>
            </a:r>
            <a:endParaRPr lang="zh-CN" altLang="en-US" sz="2400" dirty="0">
              <a:solidFill>
                <a:prstClr val="white"/>
              </a:solidFill>
              <a:latin typeface="Arial" panose="020B0604020202020204" pitchFamily="34" charset="0"/>
              <a:ea typeface="Microsoft YaHei UI" panose="020B0503020204020204" pitchFamily="34" charset="-122"/>
              <a:cs typeface="Arial" panose="020B0604020202020204" pitchFamily="34" charset="0"/>
            </a:endParaRPr>
          </a:p>
        </p:txBody>
      </p:sp>
      <p:sp>
        <p:nvSpPr>
          <p:cNvPr id="103" name="文本框 102"/>
          <p:cNvSpPr txBox="1"/>
          <p:nvPr/>
        </p:nvSpPr>
        <p:spPr>
          <a:xfrm>
            <a:off x="8589633" y="2740324"/>
            <a:ext cx="527709" cy="461665"/>
          </a:xfrm>
          <a:prstGeom prst="rect">
            <a:avLst/>
          </a:prstGeom>
          <a:noFill/>
        </p:spPr>
        <p:txBody>
          <a:bodyPr wrap="none" rtlCol="0">
            <a:spAutoFit/>
          </a:bodyPr>
          <a:lstStyle>
            <a:defPPr>
              <a:defRPr lang="zh-CN"/>
            </a:defPPr>
            <a:lvl1pPr>
              <a:defRPr sz="2400">
                <a:solidFill>
                  <a:srgbClr val="1364A1"/>
                </a:solidFill>
                <a:latin typeface="Arial" panose="020B0604020202020204" pitchFamily="34" charset="0"/>
                <a:ea typeface="Microsoft YaHei UI" panose="020B0503020204020204" pitchFamily="34" charset="-122"/>
                <a:cs typeface="Arial" panose="020B0604020202020204" pitchFamily="34" charset="0"/>
              </a:defRPr>
            </a:lvl1pPr>
          </a:lstStyle>
          <a:p>
            <a:r>
              <a:rPr lang="en-US" altLang="zh-CN" dirty="0">
                <a:solidFill>
                  <a:srgbClr val="493F0B"/>
                </a:solidFill>
              </a:rPr>
              <a:t>02</a:t>
            </a:r>
            <a:endParaRPr lang="zh-CN" altLang="en-US" dirty="0">
              <a:solidFill>
                <a:srgbClr val="493F0B"/>
              </a:solidFill>
            </a:endParaRPr>
          </a:p>
        </p:txBody>
      </p:sp>
      <p:sp>
        <p:nvSpPr>
          <p:cNvPr id="104" name="文本框 103"/>
          <p:cNvSpPr txBox="1"/>
          <p:nvPr/>
        </p:nvSpPr>
        <p:spPr>
          <a:xfrm>
            <a:off x="8162469" y="3897502"/>
            <a:ext cx="527709" cy="461665"/>
          </a:xfrm>
          <a:prstGeom prst="rect">
            <a:avLst/>
          </a:prstGeom>
          <a:noFill/>
        </p:spPr>
        <p:txBody>
          <a:bodyPr wrap="none" rtlCol="0">
            <a:spAutoFit/>
          </a:bodyPr>
          <a:lstStyle/>
          <a:p>
            <a:r>
              <a:rPr lang="en-US" altLang="zh-CN" sz="2400" dirty="0">
                <a:solidFill>
                  <a:prstClr val="white"/>
                </a:solidFill>
                <a:latin typeface="Arial" panose="020B0604020202020204" pitchFamily="34" charset="0"/>
                <a:ea typeface="Microsoft YaHei UI" panose="020B0503020204020204" pitchFamily="34" charset="-122"/>
                <a:cs typeface="Arial" panose="020B0604020202020204" pitchFamily="34" charset="0"/>
              </a:rPr>
              <a:t>05</a:t>
            </a:r>
            <a:endParaRPr lang="zh-CN" altLang="en-US" sz="2400" dirty="0">
              <a:solidFill>
                <a:prstClr val="white"/>
              </a:solidFill>
              <a:latin typeface="Arial" panose="020B0604020202020204" pitchFamily="34" charset="0"/>
              <a:ea typeface="Microsoft YaHei UI" panose="020B0503020204020204" pitchFamily="34" charset="-122"/>
              <a:cs typeface="Arial" panose="020B0604020202020204" pitchFamily="34" charset="0"/>
            </a:endParaRPr>
          </a:p>
        </p:txBody>
      </p:sp>
      <p:sp>
        <p:nvSpPr>
          <p:cNvPr id="105" name="文本框 104"/>
          <p:cNvSpPr txBox="1"/>
          <p:nvPr/>
        </p:nvSpPr>
        <p:spPr>
          <a:xfrm>
            <a:off x="7903378" y="3210153"/>
            <a:ext cx="527709" cy="461665"/>
          </a:xfrm>
          <a:prstGeom prst="rect">
            <a:avLst/>
          </a:prstGeom>
          <a:noFill/>
        </p:spPr>
        <p:txBody>
          <a:bodyPr wrap="none" rtlCol="0">
            <a:spAutoFit/>
          </a:bodyPr>
          <a:lstStyle/>
          <a:p>
            <a:r>
              <a:rPr lang="en-US" altLang="zh-CN" sz="2400" dirty="0">
                <a:solidFill>
                  <a:srgbClr val="493F0B"/>
                </a:solidFill>
                <a:latin typeface="Arial" panose="020B0604020202020204" pitchFamily="34" charset="0"/>
                <a:ea typeface="Microsoft YaHei UI" panose="020B0503020204020204" pitchFamily="34" charset="-122"/>
                <a:cs typeface="Arial" panose="020B0604020202020204" pitchFamily="34" charset="0"/>
              </a:rPr>
              <a:t>01</a:t>
            </a:r>
            <a:endParaRPr lang="zh-CN" altLang="en-US" sz="2400" dirty="0">
              <a:solidFill>
                <a:srgbClr val="493F0B"/>
              </a:solidFill>
              <a:latin typeface="Arial" panose="020B0604020202020204" pitchFamily="34" charset="0"/>
              <a:ea typeface="Microsoft YaHei UI" panose="020B0503020204020204" pitchFamily="34" charset="-122"/>
              <a:cs typeface="Arial" panose="020B0604020202020204" pitchFamily="34" charset="0"/>
            </a:endParaRPr>
          </a:p>
        </p:txBody>
      </p:sp>
      <p:sp>
        <p:nvSpPr>
          <p:cNvPr id="106" name="文本框 105"/>
          <p:cNvSpPr txBox="1"/>
          <p:nvPr/>
        </p:nvSpPr>
        <p:spPr>
          <a:xfrm>
            <a:off x="9183814" y="3228454"/>
            <a:ext cx="527709" cy="461665"/>
          </a:xfrm>
          <a:prstGeom prst="rect">
            <a:avLst/>
          </a:prstGeom>
          <a:noFill/>
        </p:spPr>
        <p:txBody>
          <a:bodyPr wrap="none" rtlCol="0">
            <a:spAutoFit/>
          </a:bodyPr>
          <a:lstStyle/>
          <a:p>
            <a:r>
              <a:rPr lang="en-US" altLang="zh-CN" sz="2400" dirty="0">
                <a:solidFill>
                  <a:prstClr val="white"/>
                </a:solidFill>
                <a:latin typeface="Arial" panose="020B0604020202020204" pitchFamily="34" charset="0"/>
                <a:ea typeface="Microsoft YaHei UI" panose="020B0503020204020204" pitchFamily="34" charset="-122"/>
                <a:cs typeface="Arial" panose="020B0604020202020204" pitchFamily="34" charset="0"/>
              </a:rPr>
              <a:t>03</a:t>
            </a:r>
            <a:endParaRPr lang="zh-CN" altLang="en-US" sz="2400" dirty="0">
              <a:solidFill>
                <a:prstClr val="white"/>
              </a:solidFill>
              <a:latin typeface="Arial" panose="020B0604020202020204" pitchFamily="34" charset="0"/>
              <a:ea typeface="Microsoft YaHei UI" panose="020B0503020204020204" pitchFamily="34" charset="-122"/>
              <a:cs typeface="Arial" panose="020B0604020202020204" pitchFamily="34" charset="0"/>
            </a:endParaRPr>
          </a:p>
        </p:txBody>
      </p:sp>
      <p:sp>
        <p:nvSpPr>
          <p:cNvPr id="48"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五</a:t>
            </a:r>
            <a:r>
              <a:rPr lang="zh-CN" altLang="en-US" sz="2800" b="1">
                <a:solidFill>
                  <a:schemeClr val="tx1">
                    <a:lumMod val="65000"/>
                    <a:lumOff val="35000"/>
                  </a:schemeClr>
                </a:solidFill>
              </a:rPr>
              <a:t>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653656307"/>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 name="Freeform 60"/>
          <p:cNvSpPr>
            <a:spLocks/>
          </p:cNvSpPr>
          <p:nvPr/>
        </p:nvSpPr>
        <p:spPr bwMode="auto">
          <a:xfrm>
            <a:off x="1007063" y="3889553"/>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 name="文本框 107"/>
          <p:cNvSpPr txBox="1"/>
          <p:nvPr/>
        </p:nvSpPr>
        <p:spPr>
          <a:xfrm>
            <a:off x="940215" y="4689154"/>
            <a:ext cx="3555585" cy="1421928"/>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网络</a:t>
            </a:r>
            <a:r>
              <a:rPr lang="en-US" altLang="zh-CN" dirty="0">
                <a:solidFill>
                  <a:prstClr val="black">
                    <a:lumMod val="65000"/>
                    <a:lumOff val="35000"/>
                  </a:prstClr>
                </a:solidFill>
                <a:latin typeface="微软雅黑" panose="020B0503020204020204" pitchFamily="34" charset="-122"/>
              </a:rPr>
              <a:t>EPS</a:t>
            </a:r>
            <a:r>
              <a:rPr lang="zh-CN" altLang="en-US" dirty="0">
                <a:solidFill>
                  <a:prstClr val="black">
                    <a:lumMod val="65000"/>
                    <a:lumOff val="35000"/>
                  </a:prstClr>
                </a:solidFill>
                <a:latin typeface="微软雅黑" panose="020B0503020204020204" pitchFamily="34" charset="-122"/>
              </a:rPr>
              <a:t>素材改编；</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文字、颜色可随意更改；</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中间为</a:t>
            </a:r>
            <a:r>
              <a:rPr lang="en-US" altLang="zh-CN" dirty="0">
                <a:solidFill>
                  <a:prstClr val="black">
                    <a:lumMod val="65000"/>
                    <a:lumOff val="35000"/>
                  </a:prstClr>
                </a:solidFill>
                <a:latin typeface="微软雅黑" panose="020B0503020204020204" pitchFamily="34" charset="-122"/>
              </a:rPr>
              <a:t>PNG</a:t>
            </a:r>
            <a:r>
              <a:rPr lang="zh-CN" altLang="en-US" dirty="0">
                <a:solidFill>
                  <a:prstClr val="black">
                    <a:lumMod val="65000"/>
                    <a:lumOff val="35000"/>
                  </a:prstClr>
                </a:solidFill>
                <a:latin typeface="微软雅黑" panose="020B0503020204020204" pitchFamily="34" charset="-122"/>
              </a:rPr>
              <a:t>素材；</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矢量图标可替换。</a:t>
            </a:r>
            <a:endParaRPr lang="en-US" altLang="zh-CN" dirty="0">
              <a:solidFill>
                <a:prstClr val="black">
                  <a:lumMod val="65000"/>
                  <a:lumOff val="35000"/>
                </a:prstClr>
              </a:solidFill>
              <a:latin typeface="微软雅黑" panose="020B0503020204020204" pitchFamily="34" charset="-122"/>
            </a:endParaRPr>
          </a:p>
        </p:txBody>
      </p:sp>
      <p:sp>
        <p:nvSpPr>
          <p:cNvPr id="109" name="圆角矩形 108"/>
          <p:cNvSpPr/>
          <p:nvPr/>
        </p:nvSpPr>
        <p:spPr>
          <a:xfrm>
            <a:off x="1674755" y="4048838"/>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110" name="等腰三角形 109"/>
          <p:cNvSpPr/>
          <p:nvPr/>
        </p:nvSpPr>
        <p:spPr>
          <a:xfrm rot="16200000">
            <a:off x="1600123" y="4116382"/>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26"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五</a:t>
            </a:r>
            <a:r>
              <a:rPr lang="zh-CN" altLang="en-US" sz="2800" b="1">
                <a:solidFill>
                  <a:schemeClr val="tx1">
                    <a:lumMod val="65000"/>
                    <a:lumOff val="35000"/>
                  </a:schemeClr>
                </a:solidFill>
              </a:rPr>
              <a:t>项并列</a:t>
            </a:r>
            <a:endParaRPr lang="zh-CN" altLang="zh-CN" sz="2800" b="1" dirty="0">
              <a:solidFill>
                <a:schemeClr val="tx1">
                  <a:lumMod val="65000"/>
                  <a:lumOff val="35000"/>
                </a:schemeClr>
              </a:solidFill>
            </a:endParaRPr>
          </a:p>
        </p:txBody>
      </p:sp>
      <p:sp>
        <p:nvSpPr>
          <p:cNvPr id="27" name="Freeform 5"/>
          <p:cNvSpPr>
            <a:spLocks/>
          </p:cNvSpPr>
          <p:nvPr/>
        </p:nvSpPr>
        <p:spPr bwMode="auto">
          <a:xfrm>
            <a:off x="6303055" y="1855833"/>
            <a:ext cx="1747838" cy="2414587"/>
          </a:xfrm>
          <a:custGeom>
            <a:avLst/>
            <a:gdLst>
              <a:gd name="T0" fmla="*/ 767 w 767"/>
              <a:gd name="T1" fmla="*/ 347 h 1059"/>
              <a:gd name="T2" fmla="*/ 514 w 767"/>
              <a:gd name="T3" fmla="*/ 0 h 1059"/>
              <a:gd name="T4" fmla="*/ 129 w 767"/>
              <a:gd name="T5" fmla="*/ 279 h 1059"/>
              <a:gd name="T6" fmla="*/ 33 w 767"/>
              <a:gd name="T7" fmla="*/ 576 h 1059"/>
              <a:gd name="T8" fmla="*/ 190 w 767"/>
              <a:gd name="T9" fmla="*/ 1059 h 1059"/>
              <a:gd name="T10" fmla="*/ 577 w 767"/>
              <a:gd name="T11" fmla="*/ 933 h 1059"/>
              <a:gd name="T12" fmla="*/ 561 w 767"/>
              <a:gd name="T13" fmla="*/ 796 h 1059"/>
              <a:gd name="T14" fmla="*/ 767 w 767"/>
              <a:gd name="T15" fmla="*/ 347 h 10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7" h="1059">
                <a:moveTo>
                  <a:pt x="767" y="347"/>
                </a:moveTo>
                <a:cubicBezTo>
                  <a:pt x="514" y="0"/>
                  <a:pt x="514" y="0"/>
                  <a:pt x="514" y="0"/>
                </a:cubicBezTo>
                <a:cubicBezTo>
                  <a:pt x="129" y="279"/>
                  <a:pt x="129" y="279"/>
                  <a:pt x="129" y="279"/>
                </a:cubicBezTo>
                <a:cubicBezTo>
                  <a:pt x="43" y="342"/>
                  <a:pt x="0" y="475"/>
                  <a:pt x="33" y="576"/>
                </a:cubicBezTo>
                <a:cubicBezTo>
                  <a:pt x="190" y="1059"/>
                  <a:pt x="190" y="1059"/>
                  <a:pt x="190" y="1059"/>
                </a:cubicBezTo>
                <a:cubicBezTo>
                  <a:pt x="577" y="933"/>
                  <a:pt x="577" y="933"/>
                  <a:pt x="577" y="933"/>
                </a:cubicBezTo>
                <a:cubicBezTo>
                  <a:pt x="566" y="889"/>
                  <a:pt x="561" y="843"/>
                  <a:pt x="561" y="796"/>
                </a:cubicBezTo>
                <a:cubicBezTo>
                  <a:pt x="561" y="616"/>
                  <a:pt x="641" y="456"/>
                  <a:pt x="767" y="347"/>
                </a:cubicBezTo>
                <a:close/>
              </a:path>
            </a:pathLst>
          </a:custGeom>
          <a:solidFill>
            <a:srgbClr val="DD3645"/>
          </a:solidFill>
          <a:ln>
            <a:noFill/>
          </a:ln>
          <a:effectLst>
            <a:outerShdw blurRad="254000" dist="190500" dir="2700000" sx="102000" sy="102000" algn="tl"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6"/>
          <p:cNvSpPr>
            <a:spLocks/>
          </p:cNvSpPr>
          <p:nvPr/>
        </p:nvSpPr>
        <p:spPr bwMode="auto">
          <a:xfrm>
            <a:off x="7652431" y="912859"/>
            <a:ext cx="2554288" cy="1604962"/>
          </a:xfrm>
          <a:custGeom>
            <a:avLst/>
            <a:gdLst>
              <a:gd name="T0" fmla="*/ 869 w 1121"/>
              <a:gd name="T1" fmla="*/ 704 h 704"/>
              <a:gd name="T2" fmla="*/ 1121 w 1121"/>
              <a:gd name="T3" fmla="*/ 356 h 704"/>
              <a:gd name="T4" fmla="*/ 717 w 1121"/>
              <a:gd name="T5" fmla="*/ 63 h 704"/>
              <a:gd name="T6" fmla="*/ 405 w 1121"/>
              <a:gd name="T7" fmla="*/ 63 h 704"/>
              <a:gd name="T8" fmla="*/ 0 w 1121"/>
              <a:gd name="T9" fmla="*/ 357 h 704"/>
              <a:gd name="T10" fmla="*/ 253 w 1121"/>
              <a:gd name="T11" fmla="*/ 704 h 704"/>
              <a:gd name="T12" fmla="*/ 561 w 1121"/>
              <a:gd name="T13" fmla="*/ 618 h 704"/>
              <a:gd name="T14" fmla="*/ 869 w 1121"/>
              <a:gd name="T15" fmla="*/ 704 h 7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1" h="704">
                <a:moveTo>
                  <a:pt x="869" y="704"/>
                </a:moveTo>
                <a:cubicBezTo>
                  <a:pt x="1121" y="356"/>
                  <a:pt x="1121" y="356"/>
                  <a:pt x="1121" y="356"/>
                </a:cubicBezTo>
                <a:cubicBezTo>
                  <a:pt x="717" y="63"/>
                  <a:pt x="717" y="63"/>
                  <a:pt x="717" y="63"/>
                </a:cubicBezTo>
                <a:cubicBezTo>
                  <a:pt x="631" y="0"/>
                  <a:pt x="491" y="0"/>
                  <a:pt x="405" y="63"/>
                </a:cubicBezTo>
                <a:cubicBezTo>
                  <a:pt x="0" y="357"/>
                  <a:pt x="0" y="357"/>
                  <a:pt x="0" y="357"/>
                </a:cubicBezTo>
                <a:cubicBezTo>
                  <a:pt x="253" y="704"/>
                  <a:pt x="253" y="704"/>
                  <a:pt x="253" y="704"/>
                </a:cubicBezTo>
                <a:cubicBezTo>
                  <a:pt x="343" y="649"/>
                  <a:pt x="448" y="618"/>
                  <a:pt x="561" y="618"/>
                </a:cubicBezTo>
                <a:cubicBezTo>
                  <a:pt x="674" y="618"/>
                  <a:pt x="779" y="649"/>
                  <a:pt x="869" y="704"/>
                </a:cubicBezTo>
                <a:close/>
              </a:path>
            </a:pathLst>
          </a:custGeom>
          <a:solidFill>
            <a:srgbClr val="666666"/>
          </a:solidFill>
          <a:ln>
            <a:noFill/>
          </a:ln>
          <a:effectLst>
            <a:outerShdw blurRad="254000" dist="190500" dir="2700000" sx="102000" sy="102000" algn="tl"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7"/>
          <p:cNvSpPr>
            <a:spLocks/>
          </p:cNvSpPr>
          <p:nvPr/>
        </p:nvSpPr>
        <p:spPr bwMode="auto">
          <a:xfrm>
            <a:off x="9809843" y="1854246"/>
            <a:ext cx="1751013" cy="2413000"/>
          </a:xfrm>
          <a:custGeom>
            <a:avLst/>
            <a:gdLst>
              <a:gd name="T0" fmla="*/ 638 w 768"/>
              <a:gd name="T1" fmla="*/ 280 h 1059"/>
              <a:gd name="T2" fmla="*/ 252 w 768"/>
              <a:gd name="T3" fmla="*/ 0 h 1059"/>
              <a:gd name="T4" fmla="*/ 0 w 768"/>
              <a:gd name="T5" fmla="*/ 348 h 1059"/>
              <a:gd name="T6" fmla="*/ 207 w 768"/>
              <a:gd name="T7" fmla="*/ 797 h 1059"/>
              <a:gd name="T8" fmla="*/ 191 w 768"/>
              <a:gd name="T9" fmla="*/ 934 h 1059"/>
              <a:gd name="T10" fmla="*/ 578 w 768"/>
              <a:gd name="T11" fmla="*/ 1059 h 1059"/>
              <a:gd name="T12" fmla="*/ 735 w 768"/>
              <a:gd name="T13" fmla="*/ 577 h 1059"/>
              <a:gd name="T14" fmla="*/ 638 w 768"/>
              <a:gd name="T15" fmla="*/ 280 h 10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8" h="1059">
                <a:moveTo>
                  <a:pt x="638" y="280"/>
                </a:moveTo>
                <a:cubicBezTo>
                  <a:pt x="252" y="0"/>
                  <a:pt x="252" y="0"/>
                  <a:pt x="252" y="0"/>
                </a:cubicBezTo>
                <a:cubicBezTo>
                  <a:pt x="0" y="348"/>
                  <a:pt x="0" y="348"/>
                  <a:pt x="0" y="348"/>
                </a:cubicBezTo>
                <a:cubicBezTo>
                  <a:pt x="127" y="456"/>
                  <a:pt x="207" y="617"/>
                  <a:pt x="207" y="797"/>
                </a:cubicBezTo>
                <a:cubicBezTo>
                  <a:pt x="207" y="844"/>
                  <a:pt x="201" y="890"/>
                  <a:pt x="191" y="934"/>
                </a:cubicBezTo>
                <a:cubicBezTo>
                  <a:pt x="578" y="1059"/>
                  <a:pt x="578" y="1059"/>
                  <a:pt x="578" y="1059"/>
                </a:cubicBezTo>
                <a:cubicBezTo>
                  <a:pt x="735" y="577"/>
                  <a:pt x="735" y="577"/>
                  <a:pt x="735" y="577"/>
                </a:cubicBezTo>
                <a:cubicBezTo>
                  <a:pt x="768" y="476"/>
                  <a:pt x="724" y="343"/>
                  <a:pt x="638" y="280"/>
                </a:cubicBezTo>
                <a:close/>
              </a:path>
            </a:pathLst>
          </a:custGeom>
          <a:solidFill>
            <a:srgbClr val="29ABE2"/>
          </a:solidFill>
          <a:ln>
            <a:noFill/>
          </a:ln>
          <a:effectLst>
            <a:outerShdw blurRad="254000" dist="190500" dir="2700000" sx="102000" sy="102000" algn="tl"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8"/>
          <p:cNvSpPr>
            <a:spLocks/>
          </p:cNvSpPr>
          <p:nvPr/>
        </p:nvSpPr>
        <p:spPr bwMode="auto">
          <a:xfrm>
            <a:off x="6801531" y="4192633"/>
            <a:ext cx="2019300" cy="1720850"/>
          </a:xfrm>
          <a:custGeom>
            <a:avLst/>
            <a:gdLst>
              <a:gd name="T0" fmla="*/ 388 w 886"/>
              <a:gd name="T1" fmla="*/ 0 h 755"/>
              <a:gd name="T2" fmla="*/ 0 w 886"/>
              <a:gd name="T3" fmla="*/ 126 h 755"/>
              <a:gd name="T4" fmla="*/ 145 w 886"/>
              <a:gd name="T5" fmla="*/ 572 h 755"/>
              <a:gd name="T6" fmla="*/ 398 w 886"/>
              <a:gd name="T7" fmla="*/ 755 h 755"/>
              <a:gd name="T8" fmla="*/ 886 w 886"/>
              <a:gd name="T9" fmla="*/ 755 h 755"/>
              <a:gd name="T10" fmla="*/ 886 w 886"/>
              <a:gd name="T11" fmla="*/ 362 h 755"/>
              <a:gd name="T12" fmla="*/ 388 w 886"/>
              <a:gd name="T13" fmla="*/ 0 h 755"/>
            </a:gdLst>
            <a:ahLst/>
            <a:cxnLst>
              <a:cxn ang="0">
                <a:pos x="T0" y="T1"/>
              </a:cxn>
              <a:cxn ang="0">
                <a:pos x="T2" y="T3"/>
              </a:cxn>
              <a:cxn ang="0">
                <a:pos x="T4" y="T5"/>
              </a:cxn>
              <a:cxn ang="0">
                <a:pos x="T6" y="T7"/>
              </a:cxn>
              <a:cxn ang="0">
                <a:pos x="T8" y="T9"/>
              </a:cxn>
              <a:cxn ang="0">
                <a:pos x="T10" y="T11"/>
              </a:cxn>
              <a:cxn ang="0">
                <a:pos x="T12" y="T13"/>
              </a:cxn>
            </a:cxnLst>
            <a:rect l="0" t="0" r="r" b="b"/>
            <a:pathLst>
              <a:path w="886" h="755">
                <a:moveTo>
                  <a:pt x="388" y="0"/>
                </a:moveTo>
                <a:cubicBezTo>
                  <a:pt x="0" y="126"/>
                  <a:pt x="0" y="126"/>
                  <a:pt x="0" y="126"/>
                </a:cubicBezTo>
                <a:cubicBezTo>
                  <a:pt x="145" y="572"/>
                  <a:pt x="145" y="572"/>
                  <a:pt x="145" y="572"/>
                </a:cubicBezTo>
                <a:cubicBezTo>
                  <a:pt x="178" y="673"/>
                  <a:pt x="292" y="755"/>
                  <a:pt x="398" y="755"/>
                </a:cubicBezTo>
                <a:cubicBezTo>
                  <a:pt x="886" y="755"/>
                  <a:pt x="886" y="755"/>
                  <a:pt x="886" y="755"/>
                </a:cubicBezTo>
                <a:cubicBezTo>
                  <a:pt x="886" y="362"/>
                  <a:pt x="886" y="362"/>
                  <a:pt x="886" y="362"/>
                </a:cubicBezTo>
                <a:cubicBezTo>
                  <a:pt x="661" y="344"/>
                  <a:pt x="471" y="199"/>
                  <a:pt x="388" y="0"/>
                </a:cubicBezTo>
                <a:close/>
              </a:path>
            </a:pathLst>
          </a:custGeom>
          <a:solidFill>
            <a:srgbClr val="F58344"/>
          </a:solidFill>
          <a:ln>
            <a:noFill/>
          </a:ln>
          <a:effectLst>
            <a:outerShdw blurRad="254000" dist="190500" dir="2700000" sx="102000" sy="102000" algn="tl"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9"/>
          <p:cNvSpPr>
            <a:spLocks/>
          </p:cNvSpPr>
          <p:nvPr/>
        </p:nvSpPr>
        <p:spPr bwMode="auto">
          <a:xfrm>
            <a:off x="9041493" y="4191046"/>
            <a:ext cx="2017713" cy="1722437"/>
          </a:xfrm>
          <a:custGeom>
            <a:avLst/>
            <a:gdLst>
              <a:gd name="T0" fmla="*/ 0 w 885"/>
              <a:gd name="T1" fmla="*/ 363 h 756"/>
              <a:gd name="T2" fmla="*/ 0 w 885"/>
              <a:gd name="T3" fmla="*/ 756 h 756"/>
              <a:gd name="T4" fmla="*/ 488 w 885"/>
              <a:gd name="T5" fmla="*/ 756 h 756"/>
              <a:gd name="T6" fmla="*/ 740 w 885"/>
              <a:gd name="T7" fmla="*/ 573 h 756"/>
              <a:gd name="T8" fmla="*/ 885 w 885"/>
              <a:gd name="T9" fmla="*/ 126 h 756"/>
              <a:gd name="T10" fmla="*/ 498 w 885"/>
              <a:gd name="T11" fmla="*/ 0 h 756"/>
              <a:gd name="T12" fmla="*/ 0 w 885"/>
              <a:gd name="T13" fmla="*/ 363 h 756"/>
            </a:gdLst>
            <a:ahLst/>
            <a:cxnLst>
              <a:cxn ang="0">
                <a:pos x="T0" y="T1"/>
              </a:cxn>
              <a:cxn ang="0">
                <a:pos x="T2" y="T3"/>
              </a:cxn>
              <a:cxn ang="0">
                <a:pos x="T4" y="T5"/>
              </a:cxn>
              <a:cxn ang="0">
                <a:pos x="T6" y="T7"/>
              </a:cxn>
              <a:cxn ang="0">
                <a:pos x="T8" y="T9"/>
              </a:cxn>
              <a:cxn ang="0">
                <a:pos x="T10" y="T11"/>
              </a:cxn>
              <a:cxn ang="0">
                <a:pos x="T12" y="T13"/>
              </a:cxn>
            </a:cxnLst>
            <a:rect l="0" t="0" r="r" b="b"/>
            <a:pathLst>
              <a:path w="885" h="756">
                <a:moveTo>
                  <a:pt x="0" y="363"/>
                </a:moveTo>
                <a:cubicBezTo>
                  <a:pt x="0" y="756"/>
                  <a:pt x="0" y="756"/>
                  <a:pt x="0" y="756"/>
                </a:cubicBezTo>
                <a:cubicBezTo>
                  <a:pt x="488" y="756"/>
                  <a:pt x="488" y="756"/>
                  <a:pt x="488" y="756"/>
                </a:cubicBezTo>
                <a:cubicBezTo>
                  <a:pt x="594" y="756"/>
                  <a:pt x="707" y="674"/>
                  <a:pt x="740" y="573"/>
                </a:cubicBezTo>
                <a:cubicBezTo>
                  <a:pt x="885" y="126"/>
                  <a:pt x="885" y="126"/>
                  <a:pt x="885" y="126"/>
                </a:cubicBezTo>
                <a:cubicBezTo>
                  <a:pt x="498" y="0"/>
                  <a:pt x="498" y="0"/>
                  <a:pt x="498" y="0"/>
                </a:cubicBezTo>
                <a:cubicBezTo>
                  <a:pt x="415" y="200"/>
                  <a:pt x="225" y="344"/>
                  <a:pt x="0" y="363"/>
                </a:cubicBezTo>
                <a:close/>
              </a:path>
            </a:pathLst>
          </a:custGeom>
          <a:solidFill>
            <a:srgbClr val="AAD825"/>
          </a:solidFill>
          <a:ln>
            <a:noFill/>
          </a:ln>
          <a:effectLst>
            <a:outerShdw blurRad="254000" dist="190500" dir="2700000" sx="102000" sy="102000" algn="tl"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zh-CN" altLang="en-US"/>
          </a:p>
        </p:txBody>
      </p:sp>
      <p:pic>
        <p:nvPicPr>
          <p:cNvPr id="35" name="图片 34"/>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784755" y="2517821"/>
            <a:ext cx="2289639" cy="2289639"/>
          </a:xfrm>
          <a:prstGeom prst="rect">
            <a:avLst/>
          </a:prstGeom>
          <a:effectLst>
            <a:outerShdw blurRad="254000" dist="190500" dir="2700000" sx="102000" sy="102000" algn="tl" rotWithShape="0">
              <a:prstClr val="black">
                <a:alpha val="28000"/>
              </a:prstClr>
            </a:outerShdw>
          </a:effectLst>
        </p:spPr>
      </p:pic>
      <p:sp>
        <p:nvSpPr>
          <p:cNvPr id="36" name="文本框 35"/>
          <p:cNvSpPr txBox="1"/>
          <p:nvPr/>
        </p:nvSpPr>
        <p:spPr>
          <a:xfrm>
            <a:off x="8602393" y="1207259"/>
            <a:ext cx="655949" cy="707886"/>
          </a:xfrm>
          <a:prstGeom prst="rect">
            <a:avLst/>
          </a:prstGeom>
          <a:noFill/>
        </p:spPr>
        <p:txBody>
          <a:bodyPr wrap="none" rtlCol="0">
            <a:spAutoFit/>
          </a:bodyPr>
          <a:lstStyle/>
          <a:p>
            <a:r>
              <a:rPr lang="en-US" altLang="zh-CN" sz="4000" dirty="0">
                <a:solidFill>
                  <a:schemeClr val="bg1"/>
                </a:solidFill>
                <a:latin typeface="Impact" panose="020B0806030902050204" pitchFamily="34" charset="0"/>
                <a:cs typeface="Aharoni" panose="02010803020104030203" pitchFamily="2" charset="-79"/>
              </a:rPr>
              <a:t>01</a:t>
            </a:r>
            <a:endParaRPr lang="zh-CN" altLang="en-US" sz="4000" dirty="0">
              <a:solidFill>
                <a:schemeClr val="bg1"/>
              </a:solidFill>
              <a:latin typeface="Impact" panose="020B0806030902050204" pitchFamily="34" charset="0"/>
              <a:cs typeface="Aharoni" panose="02010803020104030203" pitchFamily="2" charset="-79"/>
            </a:endParaRPr>
          </a:p>
        </p:txBody>
      </p:sp>
      <p:sp>
        <p:nvSpPr>
          <p:cNvPr id="37" name="文本框 36"/>
          <p:cNvSpPr txBox="1"/>
          <p:nvPr/>
        </p:nvSpPr>
        <p:spPr>
          <a:xfrm>
            <a:off x="8181348" y="1784239"/>
            <a:ext cx="1498039" cy="369332"/>
          </a:xfrm>
          <a:prstGeom prst="rect">
            <a:avLst/>
          </a:prstGeom>
          <a:noFill/>
        </p:spPr>
        <p:txBody>
          <a:bodyPr wrap="none" rtlCol="0">
            <a:spAutoFit/>
          </a:bodyPr>
          <a:lstStyle/>
          <a:p>
            <a:r>
              <a:rPr lang="en-US" altLang="zh-CN" dirty="0">
                <a:solidFill>
                  <a:schemeClr val="bg1"/>
                </a:solidFill>
                <a:latin typeface="Tahoma" panose="020B0604030504040204" pitchFamily="34" charset="0"/>
                <a:ea typeface="Tahoma" panose="020B0604030504040204" pitchFamily="34" charset="0"/>
                <a:cs typeface="Tahoma" panose="020B0604030504040204" pitchFamily="34" charset="0"/>
              </a:rPr>
              <a:t>Sample Text.</a:t>
            </a:r>
            <a:endParaRPr lang="zh-CN" altLang="en-US" dirty="0">
              <a:solidFill>
                <a:schemeClr val="bg1"/>
              </a:solidFill>
              <a:latin typeface="Tahoma" panose="020B0604030504040204" pitchFamily="34" charset="0"/>
              <a:cs typeface="Tahoma" panose="020B0604030504040204" pitchFamily="34" charset="0"/>
            </a:endParaRPr>
          </a:p>
        </p:txBody>
      </p:sp>
      <p:sp>
        <p:nvSpPr>
          <p:cNvPr id="38" name="文本框 37"/>
          <p:cNvSpPr txBox="1"/>
          <p:nvPr/>
        </p:nvSpPr>
        <p:spPr>
          <a:xfrm>
            <a:off x="7324517" y="4691727"/>
            <a:ext cx="716863" cy="707886"/>
          </a:xfrm>
          <a:prstGeom prst="rect">
            <a:avLst/>
          </a:prstGeom>
          <a:noFill/>
        </p:spPr>
        <p:txBody>
          <a:bodyPr wrap="none" rtlCol="0">
            <a:spAutoFit/>
          </a:bodyPr>
          <a:lstStyle/>
          <a:p>
            <a:r>
              <a:rPr lang="en-US" altLang="zh-CN" sz="4000" dirty="0">
                <a:solidFill>
                  <a:schemeClr val="bg1"/>
                </a:solidFill>
                <a:latin typeface="Impact" panose="020B0806030902050204" pitchFamily="34" charset="0"/>
                <a:cs typeface="Aharoni" panose="02010803020104030203" pitchFamily="2" charset="-79"/>
              </a:rPr>
              <a:t>04</a:t>
            </a:r>
            <a:endParaRPr lang="zh-CN" altLang="en-US" sz="4000" dirty="0">
              <a:solidFill>
                <a:schemeClr val="bg1"/>
              </a:solidFill>
              <a:latin typeface="Impact" panose="020B0806030902050204" pitchFamily="34" charset="0"/>
              <a:cs typeface="Aharoni" panose="02010803020104030203" pitchFamily="2" charset="-79"/>
            </a:endParaRPr>
          </a:p>
        </p:txBody>
      </p:sp>
      <p:sp>
        <p:nvSpPr>
          <p:cNvPr id="39" name="文本框 38"/>
          <p:cNvSpPr txBox="1"/>
          <p:nvPr/>
        </p:nvSpPr>
        <p:spPr>
          <a:xfrm>
            <a:off x="7324517" y="5284782"/>
            <a:ext cx="1498039" cy="369332"/>
          </a:xfrm>
          <a:prstGeom prst="rect">
            <a:avLst/>
          </a:prstGeom>
          <a:noFill/>
        </p:spPr>
        <p:txBody>
          <a:bodyPr wrap="none" rtlCol="0">
            <a:spAutoFit/>
          </a:bodyPr>
          <a:lstStyle/>
          <a:p>
            <a:r>
              <a:rPr lang="en-US" altLang="zh-CN" dirty="0">
                <a:solidFill>
                  <a:schemeClr val="bg1"/>
                </a:solidFill>
                <a:latin typeface="Tahoma" panose="020B0604030504040204" pitchFamily="34" charset="0"/>
                <a:ea typeface="Tahoma" panose="020B0604030504040204" pitchFamily="34" charset="0"/>
                <a:cs typeface="Tahoma" panose="020B0604030504040204" pitchFamily="34" charset="0"/>
              </a:rPr>
              <a:t>Sample Text.</a:t>
            </a:r>
            <a:endParaRPr lang="zh-CN" altLang="en-US" dirty="0">
              <a:solidFill>
                <a:schemeClr val="bg1"/>
              </a:solidFill>
              <a:latin typeface="Tahoma" panose="020B0604030504040204" pitchFamily="34" charset="0"/>
              <a:cs typeface="Tahoma" panose="020B0604030504040204" pitchFamily="34" charset="0"/>
            </a:endParaRPr>
          </a:p>
        </p:txBody>
      </p:sp>
      <p:sp>
        <p:nvSpPr>
          <p:cNvPr id="40" name="文本框 39"/>
          <p:cNvSpPr txBox="1"/>
          <p:nvPr/>
        </p:nvSpPr>
        <p:spPr>
          <a:xfrm>
            <a:off x="6592765" y="2518107"/>
            <a:ext cx="736099" cy="707886"/>
          </a:xfrm>
          <a:prstGeom prst="rect">
            <a:avLst/>
          </a:prstGeom>
          <a:noFill/>
        </p:spPr>
        <p:txBody>
          <a:bodyPr wrap="none" rtlCol="0">
            <a:spAutoFit/>
          </a:bodyPr>
          <a:lstStyle/>
          <a:p>
            <a:r>
              <a:rPr lang="en-US" altLang="zh-CN" sz="4000" dirty="0">
                <a:solidFill>
                  <a:schemeClr val="bg1"/>
                </a:solidFill>
                <a:latin typeface="Impact" panose="020B0806030902050204" pitchFamily="34" charset="0"/>
                <a:cs typeface="Aharoni" panose="02010803020104030203" pitchFamily="2" charset="-79"/>
              </a:rPr>
              <a:t>05</a:t>
            </a:r>
            <a:endParaRPr lang="zh-CN" altLang="en-US" sz="4000" dirty="0">
              <a:solidFill>
                <a:schemeClr val="bg1"/>
              </a:solidFill>
              <a:latin typeface="Impact" panose="020B0806030902050204" pitchFamily="34" charset="0"/>
              <a:cs typeface="Aharoni" panose="02010803020104030203" pitchFamily="2" charset="-79"/>
            </a:endParaRPr>
          </a:p>
        </p:txBody>
      </p:sp>
      <p:sp>
        <p:nvSpPr>
          <p:cNvPr id="41" name="文本框 40"/>
          <p:cNvSpPr txBox="1"/>
          <p:nvPr/>
        </p:nvSpPr>
        <p:spPr>
          <a:xfrm>
            <a:off x="6592765" y="3111162"/>
            <a:ext cx="1003801" cy="646331"/>
          </a:xfrm>
          <a:prstGeom prst="rect">
            <a:avLst/>
          </a:prstGeom>
          <a:noFill/>
        </p:spPr>
        <p:txBody>
          <a:bodyPr wrap="none" rtlCol="0">
            <a:spAutoFit/>
          </a:bodyPr>
          <a:lstStyle/>
          <a:p>
            <a:r>
              <a:rPr lang="en-US" altLang="zh-CN" dirty="0">
                <a:solidFill>
                  <a:schemeClr val="bg1"/>
                </a:solidFill>
                <a:latin typeface="Tahoma" panose="020B0604030504040204" pitchFamily="34" charset="0"/>
                <a:ea typeface="Tahoma" panose="020B0604030504040204" pitchFamily="34" charset="0"/>
                <a:cs typeface="Tahoma" panose="020B0604030504040204" pitchFamily="34" charset="0"/>
              </a:rPr>
              <a:t>Sample </a:t>
            </a:r>
          </a:p>
          <a:p>
            <a:r>
              <a:rPr lang="en-US" altLang="zh-CN" dirty="0">
                <a:solidFill>
                  <a:schemeClr val="bg1"/>
                </a:solidFill>
                <a:latin typeface="Tahoma" panose="020B0604030504040204" pitchFamily="34" charset="0"/>
                <a:ea typeface="Tahoma" panose="020B0604030504040204" pitchFamily="34" charset="0"/>
                <a:cs typeface="Tahoma" panose="020B0604030504040204" pitchFamily="34" charset="0"/>
              </a:rPr>
              <a:t>Text.</a:t>
            </a:r>
            <a:endParaRPr lang="zh-CN" altLang="en-US" dirty="0">
              <a:solidFill>
                <a:schemeClr val="bg1"/>
              </a:solidFill>
              <a:latin typeface="Tahoma" panose="020B0604030504040204" pitchFamily="34" charset="0"/>
              <a:cs typeface="Tahoma" panose="020B0604030504040204" pitchFamily="34" charset="0"/>
            </a:endParaRPr>
          </a:p>
        </p:txBody>
      </p:sp>
      <p:sp>
        <p:nvSpPr>
          <p:cNvPr id="42" name="文本框 41"/>
          <p:cNvSpPr txBox="1"/>
          <p:nvPr/>
        </p:nvSpPr>
        <p:spPr>
          <a:xfrm>
            <a:off x="10381887" y="2517821"/>
            <a:ext cx="718466" cy="707886"/>
          </a:xfrm>
          <a:prstGeom prst="rect">
            <a:avLst/>
          </a:prstGeom>
          <a:noFill/>
        </p:spPr>
        <p:txBody>
          <a:bodyPr wrap="none" rtlCol="0">
            <a:spAutoFit/>
          </a:bodyPr>
          <a:lstStyle/>
          <a:p>
            <a:r>
              <a:rPr lang="en-US" altLang="zh-CN" sz="4000" dirty="0">
                <a:solidFill>
                  <a:schemeClr val="bg1"/>
                </a:solidFill>
                <a:latin typeface="Impact" panose="020B0806030902050204" pitchFamily="34" charset="0"/>
                <a:cs typeface="Aharoni" panose="02010803020104030203" pitchFamily="2" charset="-79"/>
              </a:rPr>
              <a:t>02</a:t>
            </a:r>
            <a:endParaRPr lang="zh-CN" altLang="en-US" sz="4000" dirty="0">
              <a:solidFill>
                <a:schemeClr val="bg1"/>
              </a:solidFill>
              <a:latin typeface="Impact" panose="020B0806030902050204" pitchFamily="34" charset="0"/>
              <a:cs typeface="Aharoni" panose="02010803020104030203" pitchFamily="2" charset="-79"/>
            </a:endParaRPr>
          </a:p>
        </p:txBody>
      </p:sp>
      <p:sp>
        <p:nvSpPr>
          <p:cNvPr id="43" name="文本框 42"/>
          <p:cNvSpPr txBox="1"/>
          <p:nvPr/>
        </p:nvSpPr>
        <p:spPr>
          <a:xfrm>
            <a:off x="10381887" y="3110876"/>
            <a:ext cx="1003801" cy="646331"/>
          </a:xfrm>
          <a:prstGeom prst="rect">
            <a:avLst/>
          </a:prstGeom>
          <a:noFill/>
        </p:spPr>
        <p:txBody>
          <a:bodyPr wrap="none" rtlCol="0">
            <a:spAutoFit/>
          </a:bodyPr>
          <a:lstStyle/>
          <a:p>
            <a:r>
              <a:rPr lang="en-US" altLang="zh-CN" dirty="0">
                <a:solidFill>
                  <a:schemeClr val="bg1"/>
                </a:solidFill>
                <a:latin typeface="Tahoma" panose="020B0604030504040204" pitchFamily="34" charset="0"/>
                <a:ea typeface="Tahoma" panose="020B0604030504040204" pitchFamily="34" charset="0"/>
                <a:cs typeface="Tahoma" panose="020B0604030504040204" pitchFamily="34" charset="0"/>
              </a:rPr>
              <a:t>Sample </a:t>
            </a:r>
          </a:p>
          <a:p>
            <a:r>
              <a:rPr lang="en-US" altLang="zh-CN" dirty="0">
                <a:solidFill>
                  <a:schemeClr val="bg1"/>
                </a:solidFill>
                <a:latin typeface="Tahoma" panose="020B0604030504040204" pitchFamily="34" charset="0"/>
                <a:ea typeface="Tahoma" panose="020B0604030504040204" pitchFamily="34" charset="0"/>
                <a:cs typeface="Tahoma" panose="020B0604030504040204" pitchFamily="34" charset="0"/>
              </a:rPr>
              <a:t>Text.</a:t>
            </a:r>
            <a:endParaRPr lang="zh-CN" altLang="en-US" dirty="0">
              <a:solidFill>
                <a:schemeClr val="bg1"/>
              </a:solidFill>
              <a:latin typeface="Tahoma" panose="020B0604030504040204" pitchFamily="34" charset="0"/>
              <a:cs typeface="Tahoma" panose="020B0604030504040204" pitchFamily="34" charset="0"/>
            </a:endParaRPr>
          </a:p>
        </p:txBody>
      </p:sp>
      <p:sp>
        <p:nvSpPr>
          <p:cNvPr id="44" name="文本框 43"/>
          <p:cNvSpPr txBox="1"/>
          <p:nvPr/>
        </p:nvSpPr>
        <p:spPr>
          <a:xfrm>
            <a:off x="9921466" y="4694966"/>
            <a:ext cx="732893" cy="707886"/>
          </a:xfrm>
          <a:prstGeom prst="rect">
            <a:avLst/>
          </a:prstGeom>
          <a:noFill/>
        </p:spPr>
        <p:txBody>
          <a:bodyPr wrap="none" rtlCol="0">
            <a:spAutoFit/>
          </a:bodyPr>
          <a:lstStyle/>
          <a:p>
            <a:r>
              <a:rPr lang="en-US" altLang="zh-CN" sz="4000" dirty="0">
                <a:solidFill>
                  <a:schemeClr val="bg1"/>
                </a:solidFill>
                <a:latin typeface="Impact" panose="020B0806030902050204" pitchFamily="34" charset="0"/>
                <a:cs typeface="Aharoni" panose="02010803020104030203" pitchFamily="2" charset="-79"/>
              </a:rPr>
              <a:t>03</a:t>
            </a:r>
            <a:endParaRPr lang="zh-CN" altLang="en-US" sz="4000" dirty="0">
              <a:solidFill>
                <a:schemeClr val="bg1"/>
              </a:solidFill>
              <a:latin typeface="Impact" panose="020B0806030902050204" pitchFamily="34" charset="0"/>
              <a:cs typeface="Aharoni" panose="02010803020104030203" pitchFamily="2" charset="-79"/>
            </a:endParaRPr>
          </a:p>
        </p:txBody>
      </p:sp>
      <p:sp>
        <p:nvSpPr>
          <p:cNvPr id="45" name="文本框 44"/>
          <p:cNvSpPr txBox="1"/>
          <p:nvPr/>
        </p:nvSpPr>
        <p:spPr>
          <a:xfrm>
            <a:off x="9079376" y="5288021"/>
            <a:ext cx="1498039" cy="369332"/>
          </a:xfrm>
          <a:prstGeom prst="rect">
            <a:avLst/>
          </a:prstGeom>
          <a:noFill/>
        </p:spPr>
        <p:txBody>
          <a:bodyPr wrap="none" rtlCol="0">
            <a:spAutoFit/>
          </a:bodyPr>
          <a:lstStyle/>
          <a:p>
            <a:r>
              <a:rPr lang="en-US" altLang="zh-CN" dirty="0">
                <a:solidFill>
                  <a:schemeClr val="bg1"/>
                </a:solidFill>
                <a:latin typeface="Tahoma" panose="020B0604030504040204" pitchFamily="34" charset="0"/>
                <a:ea typeface="Tahoma" panose="020B0604030504040204" pitchFamily="34" charset="0"/>
                <a:cs typeface="Tahoma" panose="020B0604030504040204" pitchFamily="34" charset="0"/>
              </a:rPr>
              <a:t>Sample Text.</a:t>
            </a:r>
            <a:endParaRPr lang="zh-CN" altLang="en-US" dirty="0">
              <a:solidFill>
                <a:schemeClr val="bg1"/>
              </a:solidFill>
              <a:latin typeface="Tahoma" panose="020B0604030504040204" pitchFamily="34" charset="0"/>
              <a:cs typeface="Tahoma" panose="020B0604030504040204" pitchFamily="34" charset="0"/>
            </a:endParaRPr>
          </a:p>
        </p:txBody>
      </p:sp>
      <p:grpSp>
        <p:nvGrpSpPr>
          <p:cNvPr id="46" name="组合 29"/>
          <p:cNvGrpSpPr>
            <a:grpSpLocks noChangeAspect="1"/>
          </p:cNvGrpSpPr>
          <p:nvPr/>
        </p:nvGrpSpPr>
        <p:grpSpPr>
          <a:xfrm>
            <a:off x="8509535" y="3218795"/>
            <a:ext cx="922848" cy="790126"/>
            <a:chOff x="2162176" y="-104775"/>
            <a:chExt cx="1655763" cy="1417638"/>
          </a:xfrm>
          <a:solidFill>
            <a:schemeClr val="bg1">
              <a:lumMod val="65000"/>
            </a:schemeClr>
          </a:solidFill>
        </p:grpSpPr>
        <p:sp>
          <p:nvSpPr>
            <p:cNvPr id="47" name="Freeform 3767"/>
            <p:cNvSpPr>
              <a:spLocks/>
            </p:cNvSpPr>
            <p:nvPr/>
          </p:nvSpPr>
          <p:spPr bwMode="auto">
            <a:xfrm>
              <a:off x="2311401" y="104775"/>
              <a:ext cx="1370013" cy="1208088"/>
            </a:xfrm>
            <a:custGeom>
              <a:avLst/>
              <a:gdLst>
                <a:gd name="T0" fmla="*/ 231 w 431"/>
                <a:gd name="T1" fmla="*/ 6 h 380"/>
                <a:gd name="T2" fmla="*/ 190 w 431"/>
                <a:gd name="T3" fmla="*/ 7 h 380"/>
                <a:gd name="T4" fmla="*/ 20 w 431"/>
                <a:gd name="T5" fmla="*/ 106 h 380"/>
                <a:gd name="T6" fmla="*/ 0 w 431"/>
                <a:gd name="T7" fmla="*/ 142 h 380"/>
                <a:gd name="T8" fmla="*/ 0 w 431"/>
                <a:gd name="T9" fmla="*/ 357 h 380"/>
                <a:gd name="T10" fmla="*/ 24 w 431"/>
                <a:gd name="T11" fmla="*/ 380 h 380"/>
                <a:gd name="T12" fmla="*/ 124 w 431"/>
                <a:gd name="T13" fmla="*/ 380 h 380"/>
                <a:gd name="T14" fmla="*/ 148 w 431"/>
                <a:gd name="T15" fmla="*/ 357 h 380"/>
                <a:gd name="T16" fmla="*/ 148 w 431"/>
                <a:gd name="T17" fmla="*/ 258 h 380"/>
                <a:gd name="T18" fmla="*/ 171 w 431"/>
                <a:gd name="T19" fmla="*/ 235 h 380"/>
                <a:gd name="T20" fmla="*/ 260 w 431"/>
                <a:gd name="T21" fmla="*/ 235 h 380"/>
                <a:gd name="T22" fmla="*/ 283 w 431"/>
                <a:gd name="T23" fmla="*/ 258 h 380"/>
                <a:gd name="T24" fmla="*/ 283 w 431"/>
                <a:gd name="T25" fmla="*/ 357 h 380"/>
                <a:gd name="T26" fmla="*/ 307 w 431"/>
                <a:gd name="T27" fmla="*/ 380 h 380"/>
                <a:gd name="T28" fmla="*/ 407 w 431"/>
                <a:gd name="T29" fmla="*/ 380 h 380"/>
                <a:gd name="T30" fmla="*/ 431 w 431"/>
                <a:gd name="T31" fmla="*/ 357 h 380"/>
                <a:gd name="T32" fmla="*/ 431 w 431"/>
                <a:gd name="T33" fmla="*/ 142 h 380"/>
                <a:gd name="T34" fmla="*/ 410 w 431"/>
                <a:gd name="T35" fmla="*/ 107 h 380"/>
                <a:gd name="T36" fmla="*/ 231 w 431"/>
                <a:gd name="T37" fmla="*/ 6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31" h="380">
                  <a:moveTo>
                    <a:pt x="231" y="6"/>
                  </a:moveTo>
                  <a:cubicBezTo>
                    <a:pt x="220" y="0"/>
                    <a:pt x="201" y="0"/>
                    <a:pt x="190" y="7"/>
                  </a:cubicBezTo>
                  <a:cubicBezTo>
                    <a:pt x="20" y="106"/>
                    <a:pt x="20" y="106"/>
                    <a:pt x="20" y="106"/>
                  </a:cubicBezTo>
                  <a:cubicBezTo>
                    <a:pt x="9" y="113"/>
                    <a:pt x="0" y="129"/>
                    <a:pt x="0" y="142"/>
                  </a:cubicBezTo>
                  <a:cubicBezTo>
                    <a:pt x="0" y="357"/>
                    <a:pt x="0" y="357"/>
                    <a:pt x="0" y="357"/>
                  </a:cubicBezTo>
                  <a:cubicBezTo>
                    <a:pt x="0" y="370"/>
                    <a:pt x="10" y="380"/>
                    <a:pt x="24" y="380"/>
                  </a:cubicBezTo>
                  <a:cubicBezTo>
                    <a:pt x="124" y="380"/>
                    <a:pt x="124" y="380"/>
                    <a:pt x="124" y="380"/>
                  </a:cubicBezTo>
                  <a:cubicBezTo>
                    <a:pt x="137" y="380"/>
                    <a:pt x="148" y="370"/>
                    <a:pt x="148" y="357"/>
                  </a:cubicBezTo>
                  <a:cubicBezTo>
                    <a:pt x="148" y="258"/>
                    <a:pt x="148" y="258"/>
                    <a:pt x="148" y="258"/>
                  </a:cubicBezTo>
                  <a:cubicBezTo>
                    <a:pt x="148" y="245"/>
                    <a:pt x="158" y="235"/>
                    <a:pt x="171" y="235"/>
                  </a:cubicBezTo>
                  <a:cubicBezTo>
                    <a:pt x="260" y="235"/>
                    <a:pt x="260" y="235"/>
                    <a:pt x="260" y="235"/>
                  </a:cubicBezTo>
                  <a:cubicBezTo>
                    <a:pt x="273" y="235"/>
                    <a:pt x="283" y="245"/>
                    <a:pt x="283" y="258"/>
                  </a:cubicBezTo>
                  <a:cubicBezTo>
                    <a:pt x="283" y="357"/>
                    <a:pt x="283" y="357"/>
                    <a:pt x="283" y="357"/>
                  </a:cubicBezTo>
                  <a:cubicBezTo>
                    <a:pt x="283" y="370"/>
                    <a:pt x="294" y="380"/>
                    <a:pt x="307" y="380"/>
                  </a:cubicBezTo>
                  <a:cubicBezTo>
                    <a:pt x="407" y="380"/>
                    <a:pt x="407" y="380"/>
                    <a:pt x="407" y="380"/>
                  </a:cubicBezTo>
                  <a:cubicBezTo>
                    <a:pt x="420" y="380"/>
                    <a:pt x="431" y="370"/>
                    <a:pt x="431" y="357"/>
                  </a:cubicBezTo>
                  <a:cubicBezTo>
                    <a:pt x="431" y="142"/>
                    <a:pt x="431" y="142"/>
                    <a:pt x="431" y="142"/>
                  </a:cubicBezTo>
                  <a:cubicBezTo>
                    <a:pt x="431" y="129"/>
                    <a:pt x="422" y="113"/>
                    <a:pt x="410" y="107"/>
                  </a:cubicBezTo>
                  <a:lnTo>
                    <a:pt x="231"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48" name="Freeform 3768"/>
            <p:cNvSpPr>
              <a:spLocks/>
            </p:cNvSpPr>
            <p:nvPr/>
          </p:nvSpPr>
          <p:spPr bwMode="auto">
            <a:xfrm>
              <a:off x="2162176" y="-104775"/>
              <a:ext cx="1655763" cy="552450"/>
            </a:xfrm>
            <a:custGeom>
              <a:avLst/>
              <a:gdLst>
                <a:gd name="T0" fmla="*/ 516 w 521"/>
                <a:gd name="T1" fmla="*/ 165 h 174"/>
                <a:gd name="T2" fmla="*/ 487 w 521"/>
                <a:gd name="T3" fmla="*/ 167 h 174"/>
                <a:gd name="T4" fmla="*/ 276 w 521"/>
                <a:gd name="T5" fmla="*/ 45 h 174"/>
                <a:gd name="T6" fmla="*/ 235 w 521"/>
                <a:gd name="T7" fmla="*/ 45 h 174"/>
                <a:gd name="T8" fmla="*/ 34 w 521"/>
                <a:gd name="T9" fmla="*/ 167 h 174"/>
                <a:gd name="T10" fmla="*/ 5 w 521"/>
                <a:gd name="T11" fmla="*/ 165 h 174"/>
                <a:gd name="T12" fmla="*/ 16 w 521"/>
                <a:gd name="T13" fmla="*/ 138 h 174"/>
                <a:gd name="T14" fmla="*/ 235 w 521"/>
                <a:gd name="T15" fmla="*/ 7 h 174"/>
                <a:gd name="T16" fmla="*/ 276 w 521"/>
                <a:gd name="T17" fmla="*/ 6 h 174"/>
                <a:gd name="T18" fmla="*/ 504 w 521"/>
                <a:gd name="T19" fmla="*/ 139 h 174"/>
                <a:gd name="T20" fmla="*/ 516 w 521"/>
                <a:gd name="T21" fmla="*/ 16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1" h="174">
                  <a:moveTo>
                    <a:pt x="516" y="165"/>
                  </a:moveTo>
                  <a:cubicBezTo>
                    <a:pt x="512" y="173"/>
                    <a:pt x="499" y="174"/>
                    <a:pt x="487" y="167"/>
                  </a:cubicBezTo>
                  <a:cubicBezTo>
                    <a:pt x="276" y="45"/>
                    <a:pt x="276" y="45"/>
                    <a:pt x="276" y="45"/>
                  </a:cubicBezTo>
                  <a:cubicBezTo>
                    <a:pt x="265" y="38"/>
                    <a:pt x="247" y="38"/>
                    <a:pt x="235" y="45"/>
                  </a:cubicBezTo>
                  <a:cubicBezTo>
                    <a:pt x="34" y="167"/>
                    <a:pt x="34" y="167"/>
                    <a:pt x="34" y="167"/>
                  </a:cubicBezTo>
                  <a:cubicBezTo>
                    <a:pt x="22" y="174"/>
                    <a:pt x="9" y="173"/>
                    <a:pt x="5" y="165"/>
                  </a:cubicBezTo>
                  <a:cubicBezTo>
                    <a:pt x="0" y="157"/>
                    <a:pt x="5" y="145"/>
                    <a:pt x="16" y="138"/>
                  </a:cubicBezTo>
                  <a:cubicBezTo>
                    <a:pt x="235" y="7"/>
                    <a:pt x="235" y="7"/>
                    <a:pt x="235" y="7"/>
                  </a:cubicBezTo>
                  <a:cubicBezTo>
                    <a:pt x="246" y="0"/>
                    <a:pt x="265" y="0"/>
                    <a:pt x="276" y="6"/>
                  </a:cubicBezTo>
                  <a:cubicBezTo>
                    <a:pt x="504" y="139"/>
                    <a:pt x="504" y="139"/>
                    <a:pt x="504" y="139"/>
                  </a:cubicBezTo>
                  <a:cubicBezTo>
                    <a:pt x="515" y="145"/>
                    <a:pt x="521" y="157"/>
                    <a:pt x="516" y="1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grpSp>
    </p:spTree>
    <p:extLst>
      <p:ext uri="{BB962C8B-B14F-4D97-AF65-F5344CB8AC3E}">
        <p14:creationId xmlns:p14="http://schemas.microsoft.com/office/powerpoint/2010/main" val="1622697344"/>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 name="Freeform 60"/>
          <p:cNvSpPr>
            <a:spLocks/>
          </p:cNvSpPr>
          <p:nvPr/>
        </p:nvSpPr>
        <p:spPr bwMode="auto">
          <a:xfrm>
            <a:off x="1007063" y="3889553"/>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 name="文本框 107"/>
          <p:cNvSpPr txBox="1"/>
          <p:nvPr/>
        </p:nvSpPr>
        <p:spPr>
          <a:xfrm>
            <a:off x="940215" y="4689154"/>
            <a:ext cx="3555585" cy="1089529"/>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网络</a:t>
            </a:r>
            <a:r>
              <a:rPr lang="en-US" altLang="zh-CN" dirty="0">
                <a:solidFill>
                  <a:prstClr val="black">
                    <a:lumMod val="65000"/>
                    <a:lumOff val="35000"/>
                  </a:prstClr>
                </a:solidFill>
                <a:latin typeface="微软雅黑" panose="020B0503020204020204" pitchFamily="34" charset="-122"/>
              </a:rPr>
              <a:t>EPS</a:t>
            </a:r>
            <a:r>
              <a:rPr lang="zh-CN" altLang="en-US" dirty="0">
                <a:solidFill>
                  <a:prstClr val="black">
                    <a:lumMod val="65000"/>
                    <a:lumOff val="35000"/>
                  </a:prstClr>
                </a:solidFill>
                <a:latin typeface="微软雅黑" panose="020B0503020204020204" pitchFamily="34" charset="-122"/>
              </a:rPr>
              <a:t>素材改编；</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文字、颜色可随意更改；</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矢量图标可替换。</a:t>
            </a:r>
            <a:endParaRPr lang="en-US" altLang="zh-CN" dirty="0">
              <a:solidFill>
                <a:prstClr val="black">
                  <a:lumMod val="65000"/>
                  <a:lumOff val="35000"/>
                </a:prstClr>
              </a:solidFill>
              <a:latin typeface="微软雅黑" panose="020B0503020204020204" pitchFamily="34" charset="-122"/>
            </a:endParaRPr>
          </a:p>
        </p:txBody>
      </p:sp>
      <p:sp>
        <p:nvSpPr>
          <p:cNvPr id="109" name="圆角矩形 108"/>
          <p:cNvSpPr/>
          <p:nvPr/>
        </p:nvSpPr>
        <p:spPr>
          <a:xfrm>
            <a:off x="1674755" y="4048838"/>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110" name="等腰三角形 109"/>
          <p:cNvSpPr/>
          <p:nvPr/>
        </p:nvSpPr>
        <p:spPr>
          <a:xfrm rot="16200000">
            <a:off x="1600123" y="4116382"/>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grpSp>
        <p:nvGrpSpPr>
          <p:cNvPr id="76" name="组合 75"/>
          <p:cNvGrpSpPr/>
          <p:nvPr/>
        </p:nvGrpSpPr>
        <p:grpSpPr>
          <a:xfrm>
            <a:off x="6324405" y="900546"/>
            <a:ext cx="5640157" cy="5372723"/>
            <a:chOff x="4672013" y="319087"/>
            <a:chExt cx="5959476" cy="5676901"/>
          </a:xfrm>
        </p:grpSpPr>
        <p:sp>
          <p:nvSpPr>
            <p:cNvPr id="77" name="Freeform 44"/>
            <p:cNvSpPr>
              <a:spLocks/>
            </p:cNvSpPr>
            <p:nvPr/>
          </p:nvSpPr>
          <p:spPr bwMode="auto">
            <a:xfrm>
              <a:off x="5295901" y="3843337"/>
              <a:ext cx="2336800" cy="2133600"/>
            </a:xfrm>
            <a:custGeom>
              <a:avLst/>
              <a:gdLst>
                <a:gd name="T0" fmla="*/ 583 w 622"/>
                <a:gd name="T1" fmla="*/ 130 h 568"/>
                <a:gd name="T2" fmla="*/ 404 w 622"/>
                <a:gd name="T3" fmla="*/ 0 h 568"/>
                <a:gd name="T4" fmla="*/ 314 w 622"/>
                <a:gd name="T5" fmla="*/ 43 h 568"/>
                <a:gd name="T6" fmla="*/ 131 w 622"/>
                <a:gd name="T7" fmla="*/ 43 h 568"/>
                <a:gd name="T8" fmla="*/ 59 w 622"/>
                <a:gd name="T9" fmla="*/ 95 h 568"/>
                <a:gd name="T10" fmla="*/ 15 w 622"/>
                <a:gd name="T11" fmla="*/ 230 h 568"/>
                <a:gd name="T12" fmla="*/ 98 w 622"/>
                <a:gd name="T13" fmla="*/ 485 h 568"/>
                <a:gd name="T14" fmla="*/ 213 w 622"/>
                <a:gd name="T15" fmla="*/ 568 h 568"/>
                <a:gd name="T16" fmla="*/ 481 w 622"/>
                <a:gd name="T17" fmla="*/ 568 h 568"/>
                <a:gd name="T18" fmla="*/ 596 w 622"/>
                <a:gd name="T19" fmla="*/ 485 h 568"/>
                <a:gd name="T20" fmla="*/ 622 w 622"/>
                <a:gd name="T21" fmla="*/ 404 h 568"/>
                <a:gd name="T22" fmla="*/ 567 w 622"/>
                <a:gd name="T23" fmla="*/ 234 h 568"/>
                <a:gd name="T24" fmla="*/ 583 w 622"/>
                <a:gd name="T25" fmla="*/ 13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2" h="568">
                  <a:moveTo>
                    <a:pt x="583" y="130"/>
                  </a:moveTo>
                  <a:cubicBezTo>
                    <a:pt x="506" y="116"/>
                    <a:pt x="441" y="67"/>
                    <a:pt x="404" y="0"/>
                  </a:cubicBezTo>
                  <a:cubicBezTo>
                    <a:pt x="381" y="25"/>
                    <a:pt x="347" y="43"/>
                    <a:pt x="314" y="43"/>
                  </a:cubicBezTo>
                  <a:cubicBezTo>
                    <a:pt x="131" y="43"/>
                    <a:pt x="131" y="43"/>
                    <a:pt x="131" y="43"/>
                  </a:cubicBezTo>
                  <a:cubicBezTo>
                    <a:pt x="59" y="95"/>
                    <a:pt x="59" y="95"/>
                    <a:pt x="59" y="95"/>
                  </a:cubicBezTo>
                  <a:cubicBezTo>
                    <a:pt x="20" y="123"/>
                    <a:pt x="0" y="184"/>
                    <a:pt x="15" y="230"/>
                  </a:cubicBezTo>
                  <a:cubicBezTo>
                    <a:pt x="98" y="485"/>
                    <a:pt x="98" y="485"/>
                    <a:pt x="98" y="485"/>
                  </a:cubicBezTo>
                  <a:cubicBezTo>
                    <a:pt x="113" y="531"/>
                    <a:pt x="165" y="568"/>
                    <a:pt x="213" y="568"/>
                  </a:cubicBezTo>
                  <a:cubicBezTo>
                    <a:pt x="481" y="568"/>
                    <a:pt x="481" y="568"/>
                    <a:pt x="481" y="568"/>
                  </a:cubicBezTo>
                  <a:cubicBezTo>
                    <a:pt x="529" y="568"/>
                    <a:pt x="581" y="531"/>
                    <a:pt x="596" y="485"/>
                  </a:cubicBezTo>
                  <a:cubicBezTo>
                    <a:pt x="622" y="404"/>
                    <a:pt x="622" y="404"/>
                    <a:pt x="622" y="404"/>
                  </a:cubicBezTo>
                  <a:cubicBezTo>
                    <a:pt x="567" y="234"/>
                    <a:pt x="567" y="234"/>
                    <a:pt x="567" y="234"/>
                  </a:cubicBezTo>
                  <a:cubicBezTo>
                    <a:pt x="556" y="201"/>
                    <a:pt x="563" y="161"/>
                    <a:pt x="583" y="130"/>
                  </a:cubicBezTo>
                </a:path>
              </a:pathLst>
            </a:custGeom>
            <a:solidFill>
              <a:srgbClr val="F583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 name="Freeform 46"/>
            <p:cNvSpPr>
              <a:spLocks/>
            </p:cNvSpPr>
            <p:nvPr/>
          </p:nvSpPr>
          <p:spPr bwMode="auto">
            <a:xfrm>
              <a:off x="4672013" y="1525587"/>
              <a:ext cx="2279650" cy="2479675"/>
            </a:xfrm>
            <a:custGeom>
              <a:avLst/>
              <a:gdLst>
                <a:gd name="T0" fmla="*/ 540 w 607"/>
                <a:gd name="T1" fmla="*/ 496 h 660"/>
                <a:gd name="T2" fmla="*/ 607 w 607"/>
                <a:gd name="T3" fmla="*/ 324 h 660"/>
                <a:gd name="T4" fmla="*/ 546 w 607"/>
                <a:gd name="T5" fmla="*/ 255 h 660"/>
                <a:gd name="T6" fmla="*/ 490 w 607"/>
                <a:gd name="T7" fmla="*/ 81 h 660"/>
                <a:gd name="T8" fmla="*/ 418 w 607"/>
                <a:gd name="T9" fmla="*/ 29 h 660"/>
                <a:gd name="T10" fmla="*/ 275 w 607"/>
                <a:gd name="T11" fmla="*/ 29 h 660"/>
                <a:gd name="T12" fmla="*/ 59 w 607"/>
                <a:gd name="T13" fmla="*/ 186 h 660"/>
                <a:gd name="T14" fmla="*/ 15 w 607"/>
                <a:gd name="T15" fmla="*/ 321 h 660"/>
                <a:gd name="T16" fmla="*/ 98 w 607"/>
                <a:gd name="T17" fmla="*/ 576 h 660"/>
                <a:gd name="T18" fmla="*/ 213 w 607"/>
                <a:gd name="T19" fmla="*/ 660 h 660"/>
                <a:gd name="T20" fmla="*/ 297 w 607"/>
                <a:gd name="T21" fmla="*/ 660 h 660"/>
                <a:gd name="T22" fmla="*/ 480 w 607"/>
                <a:gd name="T23" fmla="*/ 660 h 660"/>
                <a:gd name="T24" fmla="*/ 570 w 607"/>
                <a:gd name="T25" fmla="*/ 617 h 660"/>
                <a:gd name="T26" fmla="*/ 543 w 607"/>
                <a:gd name="T27" fmla="*/ 537 h 660"/>
                <a:gd name="T28" fmla="*/ 540 w 607"/>
                <a:gd name="T29" fmla="*/ 496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07" h="660">
                  <a:moveTo>
                    <a:pt x="540" y="496"/>
                  </a:moveTo>
                  <a:cubicBezTo>
                    <a:pt x="540" y="430"/>
                    <a:pt x="565" y="369"/>
                    <a:pt x="607" y="324"/>
                  </a:cubicBezTo>
                  <a:cubicBezTo>
                    <a:pt x="579" y="309"/>
                    <a:pt x="555" y="284"/>
                    <a:pt x="546" y="255"/>
                  </a:cubicBezTo>
                  <a:cubicBezTo>
                    <a:pt x="490" y="81"/>
                    <a:pt x="490" y="81"/>
                    <a:pt x="490" y="81"/>
                  </a:cubicBezTo>
                  <a:cubicBezTo>
                    <a:pt x="418" y="29"/>
                    <a:pt x="418" y="29"/>
                    <a:pt x="418" y="29"/>
                  </a:cubicBezTo>
                  <a:cubicBezTo>
                    <a:pt x="378" y="0"/>
                    <a:pt x="314" y="0"/>
                    <a:pt x="275" y="29"/>
                  </a:cubicBezTo>
                  <a:cubicBezTo>
                    <a:pt x="59" y="186"/>
                    <a:pt x="59" y="186"/>
                    <a:pt x="59" y="186"/>
                  </a:cubicBezTo>
                  <a:cubicBezTo>
                    <a:pt x="20" y="214"/>
                    <a:pt x="0" y="275"/>
                    <a:pt x="15" y="321"/>
                  </a:cubicBezTo>
                  <a:cubicBezTo>
                    <a:pt x="98" y="576"/>
                    <a:pt x="98" y="576"/>
                    <a:pt x="98" y="576"/>
                  </a:cubicBezTo>
                  <a:cubicBezTo>
                    <a:pt x="112" y="622"/>
                    <a:pt x="164" y="660"/>
                    <a:pt x="213" y="660"/>
                  </a:cubicBezTo>
                  <a:cubicBezTo>
                    <a:pt x="297" y="660"/>
                    <a:pt x="297" y="660"/>
                    <a:pt x="297" y="660"/>
                  </a:cubicBezTo>
                  <a:cubicBezTo>
                    <a:pt x="480" y="660"/>
                    <a:pt x="480" y="660"/>
                    <a:pt x="480" y="660"/>
                  </a:cubicBezTo>
                  <a:cubicBezTo>
                    <a:pt x="513" y="660"/>
                    <a:pt x="547" y="642"/>
                    <a:pt x="570" y="617"/>
                  </a:cubicBezTo>
                  <a:cubicBezTo>
                    <a:pt x="557" y="592"/>
                    <a:pt x="548" y="565"/>
                    <a:pt x="543" y="537"/>
                  </a:cubicBezTo>
                  <a:cubicBezTo>
                    <a:pt x="541" y="523"/>
                    <a:pt x="540" y="510"/>
                    <a:pt x="540" y="496"/>
                  </a:cubicBezTo>
                </a:path>
              </a:pathLst>
            </a:custGeom>
            <a:solidFill>
              <a:srgbClr val="DD36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 name="Freeform 48"/>
            <p:cNvSpPr>
              <a:spLocks/>
            </p:cNvSpPr>
            <p:nvPr/>
          </p:nvSpPr>
          <p:spPr bwMode="auto">
            <a:xfrm>
              <a:off x="7385051" y="3873500"/>
              <a:ext cx="2589213" cy="2122488"/>
            </a:xfrm>
            <a:custGeom>
              <a:avLst/>
              <a:gdLst>
                <a:gd name="T0" fmla="*/ 630 w 689"/>
                <a:gd name="T1" fmla="*/ 91 h 565"/>
                <a:gd name="T2" fmla="*/ 562 w 689"/>
                <a:gd name="T3" fmla="*/ 41 h 565"/>
                <a:gd name="T4" fmla="*/ 383 w 689"/>
                <a:gd name="T5" fmla="*/ 41 h 565"/>
                <a:gd name="T6" fmla="*/ 294 w 689"/>
                <a:gd name="T7" fmla="*/ 0 h 565"/>
                <a:gd name="T8" fmla="*/ 110 w 689"/>
                <a:gd name="T9" fmla="*/ 124 h 565"/>
                <a:gd name="T10" fmla="*/ 73 w 689"/>
                <a:gd name="T11" fmla="*/ 126 h 565"/>
                <a:gd name="T12" fmla="*/ 27 w 689"/>
                <a:gd name="T13" fmla="*/ 122 h 565"/>
                <a:gd name="T14" fmla="*/ 11 w 689"/>
                <a:gd name="T15" fmla="*/ 226 h 565"/>
                <a:gd name="T16" fmla="*/ 66 w 689"/>
                <a:gd name="T17" fmla="*/ 396 h 565"/>
                <a:gd name="T18" fmla="*/ 94 w 689"/>
                <a:gd name="T19" fmla="*/ 481 h 565"/>
                <a:gd name="T20" fmla="*/ 209 w 689"/>
                <a:gd name="T21" fmla="*/ 565 h 565"/>
                <a:gd name="T22" fmla="*/ 477 w 689"/>
                <a:gd name="T23" fmla="*/ 565 h 565"/>
                <a:gd name="T24" fmla="*/ 592 w 689"/>
                <a:gd name="T25" fmla="*/ 481 h 565"/>
                <a:gd name="T26" fmla="*/ 674 w 689"/>
                <a:gd name="T27" fmla="*/ 226 h 565"/>
                <a:gd name="T28" fmla="*/ 630 w 689"/>
                <a:gd name="T29" fmla="*/ 91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89" h="565">
                  <a:moveTo>
                    <a:pt x="630" y="91"/>
                  </a:moveTo>
                  <a:cubicBezTo>
                    <a:pt x="562" y="41"/>
                    <a:pt x="562" y="41"/>
                    <a:pt x="562" y="41"/>
                  </a:cubicBezTo>
                  <a:cubicBezTo>
                    <a:pt x="383" y="41"/>
                    <a:pt x="383" y="41"/>
                    <a:pt x="383" y="41"/>
                  </a:cubicBezTo>
                  <a:cubicBezTo>
                    <a:pt x="351" y="41"/>
                    <a:pt x="317" y="24"/>
                    <a:pt x="294" y="0"/>
                  </a:cubicBezTo>
                  <a:cubicBezTo>
                    <a:pt x="255" y="65"/>
                    <a:pt x="189" y="112"/>
                    <a:pt x="110" y="124"/>
                  </a:cubicBezTo>
                  <a:cubicBezTo>
                    <a:pt x="98" y="125"/>
                    <a:pt x="86" y="126"/>
                    <a:pt x="73" y="126"/>
                  </a:cubicBezTo>
                  <a:cubicBezTo>
                    <a:pt x="57" y="126"/>
                    <a:pt x="42" y="125"/>
                    <a:pt x="27" y="122"/>
                  </a:cubicBezTo>
                  <a:cubicBezTo>
                    <a:pt x="7" y="153"/>
                    <a:pt x="0" y="193"/>
                    <a:pt x="11" y="226"/>
                  </a:cubicBezTo>
                  <a:cubicBezTo>
                    <a:pt x="66" y="396"/>
                    <a:pt x="66" y="396"/>
                    <a:pt x="66" y="396"/>
                  </a:cubicBezTo>
                  <a:cubicBezTo>
                    <a:pt x="94" y="481"/>
                    <a:pt x="94" y="481"/>
                    <a:pt x="94" y="481"/>
                  </a:cubicBezTo>
                  <a:cubicBezTo>
                    <a:pt x="109" y="527"/>
                    <a:pt x="160" y="565"/>
                    <a:pt x="209" y="565"/>
                  </a:cubicBezTo>
                  <a:cubicBezTo>
                    <a:pt x="477" y="565"/>
                    <a:pt x="477" y="565"/>
                    <a:pt x="477" y="565"/>
                  </a:cubicBezTo>
                  <a:cubicBezTo>
                    <a:pt x="525" y="565"/>
                    <a:pt x="577" y="527"/>
                    <a:pt x="592" y="481"/>
                  </a:cubicBezTo>
                  <a:cubicBezTo>
                    <a:pt x="674" y="226"/>
                    <a:pt x="674" y="226"/>
                    <a:pt x="674" y="226"/>
                  </a:cubicBezTo>
                  <a:cubicBezTo>
                    <a:pt x="689" y="180"/>
                    <a:pt x="669" y="119"/>
                    <a:pt x="630" y="91"/>
                  </a:cubicBezTo>
                </a:path>
              </a:pathLst>
            </a:custGeom>
            <a:solidFill>
              <a:srgbClr val="AAD8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 name="Freeform 50"/>
            <p:cNvSpPr>
              <a:spLocks/>
            </p:cNvSpPr>
            <p:nvPr/>
          </p:nvSpPr>
          <p:spPr bwMode="auto">
            <a:xfrm>
              <a:off x="6354763" y="319087"/>
              <a:ext cx="2608263" cy="2422525"/>
            </a:xfrm>
            <a:custGeom>
              <a:avLst/>
              <a:gdLst>
                <a:gd name="T0" fmla="*/ 635 w 694"/>
                <a:gd name="T1" fmla="*/ 186 h 645"/>
                <a:gd name="T2" fmla="*/ 418 w 694"/>
                <a:gd name="T3" fmla="*/ 29 h 645"/>
                <a:gd name="T4" fmla="*/ 276 w 694"/>
                <a:gd name="T5" fmla="*/ 29 h 645"/>
                <a:gd name="T6" fmla="*/ 59 w 694"/>
                <a:gd name="T7" fmla="*/ 186 h 645"/>
                <a:gd name="T8" fmla="*/ 15 w 694"/>
                <a:gd name="T9" fmla="*/ 321 h 645"/>
                <a:gd name="T10" fmla="*/ 42 w 694"/>
                <a:gd name="T11" fmla="*/ 402 h 645"/>
                <a:gd name="T12" fmla="*/ 98 w 694"/>
                <a:gd name="T13" fmla="*/ 576 h 645"/>
                <a:gd name="T14" fmla="*/ 159 w 694"/>
                <a:gd name="T15" fmla="*/ 645 h 645"/>
                <a:gd name="T16" fmla="*/ 233 w 694"/>
                <a:gd name="T17" fmla="*/ 589 h 645"/>
                <a:gd name="T18" fmla="*/ 347 w 694"/>
                <a:gd name="T19" fmla="*/ 562 h 645"/>
                <a:gd name="T20" fmla="*/ 458 w 694"/>
                <a:gd name="T21" fmla="*/ 587 h 645"/>
                <a:gd name="T22" fmla="*/ 535 w 694"/>
                <a:gd name="T23" fmla="*/ 645 h 645"/>
                <a:gd name="T24" fmla="*/ 596 w 694"/>
                <a:gd name="T25" fmla="*/ 576 h 645"/>
                <a:gd name="T26" fmla="*/ 651 w 694"/>
                <a:gd name="T27" fmla="*/ 406 h 645"/>
                <a:gd name="T28" fmla="*/ 679 w 694"/>
                <a:gd name="T29" fmla="*/ 321 h 645"/>
                <a:gd name="T30" fmla="*/ 635 w 694"/>
                <a:gd name="T31" fmla="*/ 186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94" h="645">
                  <a:moveTo>
                    <a:pt x="635" y="186"/>
                  </a:moveTo>
                  <a:cubicBezTo>
                    <a:pt x="418" y="29"/>
                    <a:pt x="418" y="29"/>
                    <a:pt x="418" y="29"/>
                  </a:cubicBezTo>
                  <a:cubicBezTo>
                    <a:pt x="379" y="0"/>
                    <a:pt x="315" y="0"/>
                    <a:pt x="276" y="29"/>
                  </a:cubicBezTo>
                  <a:cubicBezTo>
                    <a:pt x="59" y="186"/>
                    <a:pt x="59" y="186"/>
                    <a:pt x="59" y="186"/>
                  </a:cubicBezTo>
                  <a:cubicBezTo>
                    <a:pt x="20" y="215"/>
                    <a:pt x="0" y="275"/>
                    <a:pt x="15" y="321"/>
                  </a:cubicBezTo>
                  <a:cubicBezTo>
                    <a:pt x="42" y="402"/>
                    <a:pt x="42" y="402"/>
                    <a:pt x="42" y="402"/>
                  </a:cubicBezTo>
                  <a:cubicBezTo>
                    <a:pt x="98" y="576"/>
                    <a:pt x="98" y="576"/>
                    <a:pt x="98" y="576"/>
                  </a:cubicBezTo>
                  <a:cubicBezTo>
                    <a:pt x="107" y="605"/>
                    <a:pt x="131" y="630"/>
                    <a:pt x="159" y="645"/>
                  </a:cubicBezTo>
                  <a:cubicBezTo>
                    <a:pt x="180" y="622"/>
                    <a:pt x="205" y="603"/>
                    <a:pt x="233" y="589"/>
                  </a:cubicBezTo>
                  <a:cubicBezTo>
                    <a:pt x="268" y="572"/>
                    <a:pt x="306" y="562"/>
                    <a:pt x="347" y="562"/>
                  </a:cubicBezTo>
                  <a:cubicBezTo>
                    <a:pt x="387" y="562"/>
                    <a:pt x="424" y="571"/>
                    <a:pt x="458" y="587"/>
                  </a:cubicBezTo>
                  <a:cubicBezTo>
                    <a:pt x="487" y="601"/>
                    <a:pt x="514" y="621"/>
                    <a:pt x="535" y="645"/>
                  </a:cubicBezTo>
                  <a:cubicBezTo>
                    <a:pt x="563" y="630"/>
                    <a:pt x="587" y="605"/>
                    <a:pt x="596" y="576"/>
                  </a:cubicBezTo>
                  <a:cubicBezTo>
                    <a:pt x="651" y="406"/>
                    <a:pt x="651" y="406"/>
                    <a:pt x="651" y="406"/>
                  </a:cubicBezTo>
                  <a:cubicBezTo>
                    <a:pt x="679" y="321"/>
                    <a:pt x="679" y="321"/>
                    <a:pt x="679" y="321"/>
                  </a:cubicBezTo>
                  <a:cubicBezTo>
                    <a:pt x="694" y="275"/>
                    <a:pt x="674" y="215"/>
                    <a:pt x="635" y="186"/>
                  </a:cubicBezTo>
                </a:path>
              </a:pathLst>
            </a:cu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 name="Freeform 52"/>
            <p:cNvSpPr>
              <a:spLocks/>
            </p:cNvSpPr>
            <p:nvPr/>
          </p:nvSpPr>
          <p:spPr bwMode="auto">
            <a:xfrm>
              <a:off x="8366126" y="1550987"/>
              <a:ext cx="2265363" cy="2476500"/>
            </a:xfrm>
            <a:custGeom>
              <a:avLst/>
              <a:gdLst>
                <a:gd name="T0" fmla="*/ 544 w 603"/>
                <a:gd name="T1" fmla="*/ 186 h 659"/>
                <a:gd name="T2" fmla="*/ 327 w 603"/>
                <a:gd name="T3" fmla="*/ 28 h 659"/>
                <a:gd name="T4" fmla="*/ 185 w 603"/>
                <a:gd name="T5" fmla="*/ 28 h 659"/>
                <a:gd name="T6" fmla="*/ 116 w 603"/>
                <a:gd name="T7" fmla="*/ 78 h 659"/>
                <a:gd name="T8" fmla="*/ 61 w 603"/>
                <a:gd name="T9" fmla="*/ 248 h 659"/>
                <a:gd name="T10" fmla="*/ 0 w 603"/>
                <a:gd name="T11" fmla="*/ 317 h 659"/>
                <a:gd name="T12" fmla="*/ 67 w 603"/>
                <a:gd name="T13" fmla="*/ 489 h 659"/>
                <a:gd name="T14" fmla="*/ 64 w 603"/>
                <a:gd name="T15" fmla="*/ 531 h 659"/>
                <a:gd name="T16" fmla="*/ 33 w 603"/>
                <a:gd name="T17" fmla="*/ 618 h 659"/>
                <a:gd name="T18" fmla="*/ 122 w 603"/>
                <a:gd name="T19" fmla="*/ 659 h 659"/>
                <a:gd name="T20" fmla="*/ 301 w 603"/>
                <a:gd name="T21" fmla="*/ 659 h 659"/>
                <a:gd name="T22" fmla="*/ 390 w 603"/>
                <a:gd name="T23" fmla="*/ 659 h 659"/>
                <a:gd name="T24" fmla="*/ 505 w 603"/>
                <a:gd name="T25" fmla="*/ 576 h 659"/>
                <a:gd name="T26" fmla="*/ 588 w 603"/>
                <a:gd name="T27" fmla="*/ 321 h 659"/>
                <a:gd name="T28" fmla="*/ 544 w 603"/>
                <a:gd name="T29" fmla="*/ 186 h 6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03" h="659">
                  <a:moveTo>
                    <a:pt x="544" y="186"/>
                  </a:moveTo>
                  <a:cubicBezTo>
                    <a:pt x="327" y="28"/>
                    <a:pt x="327" y="28"/>
                    <a:pt x="327" y="28"/>
                  </a:cubicBezTo>
                  <a:cubicBezTo>
                    <a:pt x="288" y="0"/>
                    <a:pt x="224" y="0"/>
                    <a:pt x="185" y="28"/>
                  </a:cubicBezTo>
                  <a:cubicBezTo>
                    <a:pt x="116" y="78"/>
                    <a:pt x="116" y="78"/>
                    <a:pt x="116" y="78"/>
                  </a:cubicBezTo>
                  <a:cubicBezTo>
                    <a:pt x="61" y="248"/>
                    <a:pt x="61" y="248"/>
                    <a:pt x="61" y="248"/>
                  </a:cubicBezTo>
                  <a:cubicBezTo>
                    <a:pt x="52" y="277"/>
                    <a:pt x="28" y="302"/>
                    <a:pt x="0" y="317"/>
                  </a:cubicBezTo>
                  <a:cubicBezTo>
                    <a:pt x="42" y="362"/>
                    <a:pt x="67" y="423"/>
                    <a:pt x="67" y="489"/>
                  </a:cubicBezTo>
                  <a:cubicBezTo>
                    <a:pt x="67" y="504"/>
                    <a:pt x="66" y="518"/>
                    <a:pt x="64" y="531"/>
                  </a:cubicBezTo>
                  <a:cubicBezTo>
                    <a:pt x="59" y="562"/>
                    <a:pt x="48" y="591"/>
                    <a:pt x="33" y="618"/>
                  </a:cubicBezTo>
                  <a:cubicBezTo>
                    <a:pt x="56" y="642"/>
                    <a:pt x="90" y="659"/>
                    <a:pt x="122" y="659"/>
                  </a:cubicBezTo>
                  <a:cubicBezTo>
                    <a:pt x="301" y="659"/>
                    <a:pt x="301" y="659"/>
                    <a:pt x="301" y="659"/>
                  </a:cubicBezTo>
                  <a:cubicBezTo>
                    <a:pt x="390" y="659"/>
                    <a:pt x="390" y="659"/>
                    <a:pt x="390" y="659"/>
                  </a:cubicBezTo>
                  <a:cubicBezTo>
                    <a:pt x="438" y="659"/>
                    <a:pt x="490" y="622"/>
                    <a:pt x="505" y="576"/>
                  </a:cubicBezTo>
                  <a:cubicBezTo>
                    <a:pt x="588" y="321"/>
                    <a:pt x="588" y="321"/>
                    <a:pt x="588" y="321"/>
                  </a:cubicBezTo>
                  <a:cubicBezTo>
                    <a:pt x="603" y="275"/>
                    <a:pt x="583" y="214"/>
                    <a:pt x="544" y="186"/>
                  </a:cubicBezTo>
                </a:path>
              </a:pathLst>
            </a:custGeom>
            <a:solidFill>
              <a:srgbClr val="29AB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83" name="文本框 82"/>
          <p:cNvSpPr txBox="1"/>
          <p:nvPr/>
        </p:nvSpPr>
        <p:spPr>
          <a:xfrm>
            <a:off x="8824069" y="1359664"/>
            <a:ext cx="655949" cy="707886"/>
          </a:xfrm>
          <a:prstGeom prst="rect">
            <a:avLst/>
          </a:prstGeom>
          <a:noFill/>
        </p:spPr>
        <p:txBody>
          <a:bodyPr wrap="none" rtlCol="0">
            <a:spAutoFit/>
          </a:bodyPr>
          <a:lstStyle/>
          <a:p>
            <a:r>
              <a:rPr lang="en-US" altLang="zh-CN" sz="4000" dirty="0">
                <a:solidFill>
                  <a:prstClr val="white"/>
                </a:solidFill>
                <a:latin typeface="Impact" panose="020B0806030902050204" pitchFamily="34" charset="0"/>
                <a:cs typeface="Aharoni" panose="02010803020104030203" pitchFamily="2" charset="-79"/>
              </a:rPr>
              <a:t>01</a:t>
            </a:r>
            <a:endParaRPr lang="zh-CN" altLang="en-US" sz="4000" dirty="0">
              <a:solidFill>
                <a:prstClr val="white"/>
              </a:solidFill>
              <a:latin typeface="Impact" panose="020B0806030902050204" pitchFamily="34" charset="0"/>
              <a:cs typeface="Aharoni" panose="02010803020104030203" pitchFamily="2" charset="-79"/>
            </a:endParaRPr>
          </a:p>
        </p:txBody>
      </p:sp>
      <p:sp>
        <p:nvSpPr>
          <p:cNvPr id="84" name="文本框 83"/>
          <p:cNvSpPr txBox="1"/>
          <p:nvPr/>
        </p:nvSpPr>
        <p:spPr>
          <a:xfrm>
            <a:off x="8403024" y="1936644"/>
            <a:ext cx="1498039" cy="369332"/>
          </a:xfrm>
          <a:prstGeom prst="rect">
            <a:avLst/>
          </a:prstGeom>
          <a:noFill/>
        </p:spPr>
        <p:txBody>
          <a:bodyPr wrap="none" rtlCol="0">
            <a:spAutoFit/>
          </a:bodyPr>
          <a:lstStyle/>
          <a:p>
            <a:r>
              <a:rPr lang="en-US" altLang="zh-CN" dirty="0">
                <a:solidFill>
                  <a:prstClr val="white"/>
                </a:solidFill>
                <a:latin typeface="Tahoma" panose="020B0604030504040204" pitchFamily="34" charset="0"/>
                <a:ea typeface="Tahoma" panose="020B0604030504040204" pitchFamily="34" charset="0"/>
                <a:cs typeface="Tahoma" panose="020B0604030504040204" pitchFamily="34" charset="0"/>
              </a:rPr>
              <a:t>Sample Text.</a:t>
            </a:r>
            <a:endParaRPr lang="zh-CN" altLang="en-US" dirty="0">
              <a:solidFill>
                <a:prstClr val="white"/>
              </a:solidFill>
              <a:latin typeface="Tahoma" panose="020B0604030504040204" pitchFamily="34" charset="0"/>
              <a:cs typeface="Tahoma" panose="020B0604030504040204" pitchFamily="34" charset="0"/>
            </a:endParaRPr>
          </a:p>
        </p:txBody>
      </p:sp>
      <p:sp>
        <p:nvSpPr>
          <p:cNvPr id="85" name="文本框 84"/>
          <p:cNvSpPr txBox="1"/>
          <p:nvPr/>
        </p:nvSpPr>
        <p:spPr>
          <a:xfrm>
            <a:off x="7255242" y="4811114"/>
            <a:ext cx="716863" cy="707886"/>
          </a:xfrm>
          <a:prstGeom prst="rect">
            <a:avLst/>
          </a:prstGeom>
          <a:noFill/>
        </p:spPr>
        <p:txBody>
          <a:bodyPr wrap="none" rtlCol="0">
            <a:spAutoFit/>
          </a:bodyPr>
          <a:lstStyle/>
          <a:p>
            <a:r>
              <a:rPr lang="en-US" altLang="zh-CN" sz="4000" dirty="0">
                <a:solidFill>
                  <a:prstClr val="white"/>
                </a:solidFill>
                <a:latin typeface="Impact" panose="020B0806030902050204" pitchFamily="34" charset="0"/>
                <a:cs typeface="Aharoni" panose="02010803020104030203" pitchFamily="2" charset="-79"/>
              </a:rPr>
              <a:t>04</a:t>
            </a:r>
            <a:endParaRPr lang="zh-CN" altLang="en-US" sz="4000" dirty="0">
              <a:solidFill>
                <a:prstClr val="white"/>
              </a:solidFill>
              <a:latin typeface="Impact" panose="020B0806030902050204" pitchFamily="34" charset="0"/>
              <a:cs typeface="Aharoni" panose="02010803020104030203" pitchFamily="2" charset="-79"/>
            </a:endParaRPr>
          </a:p>
        </p:txBody>
      </p:sp>
      <p:sp>
        <p:nvSpPr>
          <p:cNvPr id="90" name="文本框 89"/>
          <p:cNvSpPr txBox="1"/>
          <p:nvPr/>
        </p:nvSpPr>
        <p:spPr>
          <a:xfrm>
            <a:off x="7255242" y="5404169"/>
            <a:ext cx="1498039" cy="369332"/>
          </a:xfrm>
          <a:prstGeom prst="rect">
            <a:avLst/>
          </a:prstGeom>
          <a:noFill/>
        </p:spPr>
        <p:txBody>
          <a:bodyPr wrap="none" rtlCol="0">
            <a:spAutoFit/>
          </a:bodyPr>
          <a:lstStyle/>
          <a:p>
            <a:r>
              <a:rPr lang="en-US" altLang="zh-CN" dirty="0">
                <a:solidFill>
                  <a:prstClr val="white"/>
                </a:solidFill>
                <a:latin typeface="Tahoma" panose="020B0604030504040204" pitchFamily="34" charset="0"/>
                <a:ea typeface="Tahoma" panose="020B0604030504040204" pitchFamily="34" charset="0"/>
                <a:cs typeface="Tahoma" panose="020B0604030504040204" pitchFamily="34" charset="0"/>
              </a:rPr>
              <a:t>Sample Text.</a:t>
            </a:r>
            <a:endParaRPr lang="zh-CN" altLang="en-US" dirty="0">
              <a:solidFill>
                <a:prstClr val="white"/>
              </a:solidFill>
              <a:latin typeface="Tahoma" panose="020B0604030504040204" pitchFamily="34" charset="0"/>
              <a:cs typeface="Tahoma" panose="020B0604030504040204" pitchFamily="34" charset="0"/>
            </a:endParaRPr>
          </a:p>
        </p:txBody>
      </p:sp>
      <p:sp>
        <p:nvSpPr>
          <p:cNvPr id="92" name="文本框 91"/>
          <p:cNvSpPr txBox="1"/>
          <p:nvPr/>
        </p:nvSpPr>
        <p:spPr>
          <a:xfrm>
            <a:off x="6608567" y="2670226"/>
            <a:ext cx="736099" cy="707886"/>
          </a:xfrm>
          <a:prstGeom prst="rect">
            <a:avLst/>
          </a:prstGeom>
          <a:noFill/>
        </p:spPr>
        <p:txBody>
          <a:bodyPr wrap="none" rtlCol="0">
            <a:spAutoFit/>
          </a:bodyPr>
          <a:lstStyle/>
          <a:p>
            <a:r>
              <a:rPr lang="en-US" altLang="zh-CN" sz="4000" dirty="0">
                <a:solidFill>
                  <a:prstClr val="white"/>
                </a:solidFill>
                <a:latin typeface="Impact" panose="020B0806030902050204" pitchFamily="34" charset="0"/>
                <a:cs typeface="Aharoni" panose="02010803020104030203" pitchFamily="2" charset="-79"/>
              </a:rPr>
              <a:t>05</a:t>
            </a:r>
            <a:endParaRPr lang="zh-CN" altLang="en-US" sz="4000" dirty="0">
              <a:solidFill>
                <a:prstClr val="white"/>
              </a:solidFill>
              <a:latin typeface="Impact" panose="020B0806030902050204" pitchFamily="34" charset="0"/>
              <a:cs typeface="Aharoni" panose="02010803020104030203" pitchFamily="2" charset="-79"/>
            </a:endParaRPr>
          </a:p>
        </p:txBody>
      </p:sp>
      <p:sp>
        <p:nvSpPr>
          <p:cNvPr id="93" name="文本框 92"/>
          <p:cNvSpPr txBox="1"/>
          <p:nvPr/>
        </p:nvSpPr>
        <p:spPr>
          <a:xfrm>
            <a:off x="6608566" y="3263281"/>
            <a:ext cx="1631791" cy="369332"/>
          </a:xfrm>
          <a:prstGeom prst="rect">
            <a:avLst/>
          </a:prstGeom>
          <a:noFill/>
        </p:spPr>
        <p:txBody>
          <a:bodyPr wrap="square" rtlCol="0">
            <a:spAutoFit/>
          </a:bodyPr>
          <a:lstStyle/>
          <a:p>
            <a:r>
              <a:rPr lang="en-US" altLang="zh-CN" dirty="0">
                <a:solidFill>
                  <a:prstClr val="white"/>
                </a:solidFill>
                <a:latin typeface="Tahoma" panose="020B0604030504040204" pitchFamily="34" charset="0"/>
                <a:ea typeface="Tahoma" panose="020B0604030504040204" pitchFamily="34" charset="0"/>
                <a:cs typeface="Tahoma" panose="020B0604030504040204" pitchFamily="34" charset="0"/>
              </a:rPr>
              <a:t>Sample Text.</a:t>
            </a:r>
            <a:endParaRPr lang="zh-CN" altLang="en-US" dirty="0">
              <a:solidFill>
                <a:prstClr val="white"/>
              </a:solidFill>
              <a:latin typeface="Tahoma" panose="020B0604030504040204" pitchFamily="34" charset="0"/>
              <a:cs typeface="Tahoma" panose="020B0604030504040204" pitchFamily="34" charset="0"/>
            </a:endParaRPr>
          </a:p>
        </p:txBody>
      </p:sp>
      <p:sp>
        <p:nvSpPr>
          <p:cNvPr id="94" name="文本框 93"/>
          <p:cNvSpPr txBox="1"/>
          <p:nvPr/>
        </p:nvSpPr>
        <p:spPr>
          <a:xfrm>
            <a:off x="10958173" y="2670226"/>
            <a:ext cx="718466" cy="707886"/>
          </a:xfrm>
          <a:prstGeom prst="rect">
            <a:avLst/>
          </a:prstGeom>
          <a:noFill/>
        </p:spPr>
        <p:txBody>
          <a:bodyPr wrap="none" rtlCol="0">
            <a:spAutoFit/>
          </a:bodyPr>
          <a:lstStyle/>
          <a:p>
            <a:r>
              <a:rPr lang="en-US" altLang="zh-CN" sz="4000" dirty="0">
                <a:solidFill>
                  <a:prstClr val="white"/>
                </a:solidFill>
                <a:latin typeface="Impact" panose="020B0806030902050204" pitchFamily="34" charset="0"/>
                <a:cs typeface="Aharoni" panose="02010803020104030203" pitchFamily="2" charset="-79"/>
              </a:rPr>
              <a:t>02</a:t>
            </a:r>
            <a:endParaRPr lang="zh-CN" altLang="en-US" sz="4000" dirty="0">
              <a:solidFill>
                <a:prstClr val="white"/>
              </a:solidFill>
              <a:latin typeface="Impact" panose="020B0806030902050204" pitchFamily="34" charset="0"/>
              <a:cs typeface="Aharoni" panose="02010803020104030203" pitchFamily="2" charset="-79"/>
            </a:endParaRPr>
          </a:p>
        </p:txBody>
      </p:sp>
      <p:sp>
        <p:nvSpPr>
          <p:cNvPr id="95" name="文本框 94"/>
          <p:cNvSpPr txBox="1"/>
          <p:nvPr/>
        </p:nvSpPr>
        <p:spPr>
          <a:xfrm>
            <a:off x="10212417" y="3263281"/>
            <a:ext cx="1464222" cy="369332"/>
          </a:xfrm>
          <a:prstGeom prst="rect">
            <a:avLst/>
          </a:prstGeom>
          <a:noFill/>
        </p:spPr>
        <p:txBody>
          <a:bodyPr wrap="square" rtlCol="0">
            <a:spAutoFit/>
          </a:bodyPr>
          <a:lstStyle/>
          <a:p>
            <a:r>
              <a:rPr lang="en-US" altLang="zh-CN" dirty="0">
                <a:solidFill>
                  <a:prstClr val="white"/>
                </a:solidFill>
                <a:latin typeface="Tahoma" panose="020B0604030504040204" pitchFamily="34" charset="0"/>
                <a:ea typeface="Tahoma" panose="020B0604030504040204" pitchFamily="34" charset="0"/>
                <a:cs typeface="Tahoma" panose="020B0604030504040204" pitchFamily="34" charset="0"/>
              </a:rPr>
              <a:t>Sample Text.</a:t>
            </a:r>
            <a:endParaRPr lang="zh-CN" altLang="en-US" dirty="0">
              <a:solidFill>
                <a:prstClr val="white"/>
              </a:solidFill>
              <a:latin typeface="Tahoma" panose="020B0604030504040204" pitchFamily="34" charset="0"/>
              <a:cs typeface="Tahoma" panose="020B0604030504040204" pitchFamily="34" charset="0"/>
            </a:endParaRPr>
          </a:p>
        </p:txBody>
      </p:sp>
      <p:sp>
        <p:nvSpPr>
          <p:cNvPr id="96" name="文本框 95"/>
          <p:cNvSpPr txBox="1"/>
          <p:nvPr/>
        </p:nvSpPr>
        <p:spPr>
          <a:xfrm>
            <a:off x="10232457" y="4811114"/>
            <a:ext cx="732893" cy="707886"/>
          </a:xfrm>
          <a:prstGeom prst="rect">
            <a:avLst/>
          </a:prstGeom>
          <a:noFill/>
        </p:spPr>
        <p:txBody>
          <a:bodyPr wrap="none" rtlCol="0">
            <a:spAutoFit/>
          </a:bodyPr>
          <a:lstStyle/>
          <a:p>
            <a:r>
              <a:rPr lang="en-US" altLang="zh-CN" sz="4000" dirty="0">
                <a:solidFill>
                  <a:prstClr val="white"/>
                </a:solidFill>
                <a:latin typeface="Impact" panose="020B0806030902050204" pitchFamily="34" charset="0"/>
                <a:cs typeface="Aharoni" panose="02010803020104030203" pitchFamily="2" charset="-79"/>
              </a:rPr>
              <a:t>03</a:t>
            </a:r>
            <a:endParaRPr lang="zh-CN" altLang="en-US" sz="4000" dirty="0">
              <a:solidFill>
                <a:prstClr val="white"/>
              </a:solidFill>
              <a:latin typeface="Impact" panose="020B0806030902050204" pitchFamily="34" charset="0"/>
              <a:cs typeface="Aharoni" panose="02010803020104030203" pitchFamily="2" charset="-79"/>
            </a:endParaRPr>
          </a:p>
        </p:txBody>
      </p:sp>
      <p:sp>
        <p:nvSpPr>
          <p:cNvPr id="97" name="文本框 96"/>
          <p:cNvSpPr txBox="1"/>
          <p:nvPr/>
        </p:nvSpPr>
        <p:spPr>
          <a:xfrm>
            <a:off x="9467311" y="5404169"/>
            <a:ext cx="1498039" cy="369332"/>
          </a:xfrm>
          <a:prstGeom prst="rect">
            <a:avLst/>
          </a:prstGeom>
          <a:noFill/>
        </p:spPr>
        <p:txBody>
          <a:bodyPr wrap="none" rtlCol="0">
            <a:spAutoFit/>
          </a:bodyPr>
          <a:lstStyle/>
          <a:p>
            <a:r>
              <a:rPr lang="en-US" altLang="zh-CN" dirty="0">
                <a:solidFill>
                  <a:prstClr val="white"/>
                </a:solidFill>
                <a:latin typeface="Tahoma" panose="020B0604030504040204" pitchFamily="34" charset="0"/>
                <a:ea typeface="Tahoma" panose="020B0604030504040204" pitchFamily="34" charset="0"/>
                <a:cs typeface="Tahoma" panose="020B0604030504040204" pitchFamily="34" charset="0"/>
              </a:rPr>
              <a:t>Sample Text.</a:t>
            </a:r>
            <a:endParaRPr lang="zh-CN" altLang="en-US" dirty="0">
              <a:solidFill>
                <a:prstClr val="white"/>
              </a:solidFill>
              <a:latin typeface="Tahoma" panose="020B0604030504040204" pitchFamily="34" charset="0"/>
              <a:cs typeface="Tahoma" panose="020B0604030504040204" pitchFamily="34" charset="0"/>
            </a:endParaRPr>
          </a:p>
        </p:txBody>
      </p:sp>
      <p:grpSp>
        <p:nvGrpSpPr>
          <p:cNvPr id="98" name="组合 97"/>
          <p:cNvGrpSpPr>
            <a:grpSpLocks noChangeAspect="1"/>
          </p:cNvGrpSpPr>
          <p:nvPr/>
        </p:nvGrpSpPr>
        <p:grpSpPr>
          <a:xfrm>
            <a:off x="8661142" y="3332657"/>
            <a:ext cx="1015878" cy="869777"/>
            <a:chOff x="2162176" y="-104775"/>
            <a:chExt cx="1655763" cy="1417638"/>
          </a:xfrm>
          <a:solidFill>
            <a:schemeClr val="tx1">
              <a:lumMod val="65000"/>
              <a:lumOff val="35000"/>
            </a:schemeClr>
          </a:solidFill>
        </p:grpSpPr>
        <p:sp>
          <p:nvSpPr>
            <p:cNvPr id="99" name="Freeform 3767"/>
            <p:cNvSpPr>
              <a:spLocks/>
            </p:cNvSpPr>
            <p:nvPr/>
          </p:nvSpPr>
          <p:spPr bwMode="auto">
            <a:xfrm>
              <a:off x="2311401" y="104775"/>
              <a:ext cx="1370013" cy="1208088"/>
            </a:xfrm>
            <a:custGeom>
              <a:avLst/>
              <a:gdLst>
                <a:gd name="T0" fmla="*/ 231 w 431"/>
                <a:gd name="T1" fmla="*/ 6 h 380"/>
                <a:gd name="T2" fmla="*/ 190 w 431"/>
                <a:gd name="T3" fmla="*/ 7 h 380"/>
                <a:gd name="T4" fmla="*/ 20 w 431"/>
                <a:gd name="T5" fmla="*/ 106 h 380"/>
                <a:gd name="T6" fmla="*/ 0 w 431"/>
                <a:gd name="T7" fmla="*/ 142 h 380"/>
                <a:gd name="T8" fmla="*/ 0 w 431"/>
                <a:gd name="T9" fmla="*/ 357 h 380"/>
                <a:gd name="T10" fmla="*/ 24 w 431"/>
                <a:gd name="T11" fmla="*/ 380 h 380"/>
                <a:gd name="T12" fmla="*/ 124 w 431"/>
                <a:gd name="T13" fmla="*/ 380 h 380"/>
                <a:gd name="T14" fmla="*/ 148 w 431"/>
                <a:gd name="T15" fmla="*/ 357 h 380"/>
                <a:gd name="T16" fmla="*/ 148 w 431"/>
                <a:gd name="T17" fmla="*/ 258 h 380"/>
                <a:gd name="T18" fmla="*/ 171 w 431"/>
                <a:gd name="T19" fmla="*/ 235 h 380"/>
                <a:gd name="T20" fmla="*/ 260 w 431"/>
                <a:gd name="T21" fmla="*/ 235 h 380"/>
                <a:gd name="T22" fmla="*/ 283 w 431"/>
                <a:gd name="T23" fmla="*/ 258 h 380"/>
                <a:gd name="T24" fmla="*/ 283 w 431"/>
                <a:gd name="T25" fmla="*/ 357 h 380"/>
                <a:gd name="T26" fmla="*/ 307 w 431"/>
                <a:gd name="T27" fmla="*/ 380 h 380"/>
                <a:gd name="T28" fmla="*/ 407 w 431"/>
                <a:gd name="T29" fmla="*/ 380 h 380"/>
                <a:gd name="T30" fmla="*/ 431 w 431"/>
                <a:gd name="T31" fmla="*/ 357 h 380"/>
                <a:gd name="T32" fmla="*/ 431 w 431"/>
                <a:gd name="T33" fmla="*/ 142 h 380"/>
                <a:gd name="T34" fmla="*/ 410 w 431"/>
                <a:gd name="T35" fmla="*/ 107 h 380"/>
                <a:gd name="T36" fmla="*/ 231 w 431"/>
                <a:gd name="T37" fmla="*/ 6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31" h="380">
                  <a:moveTo>
                    <a:pt x="231" y="6"/>
                  </a:moveTo>
                  <a:cubicBezTo>
                    <a:pt x="220" y="0"/>
                    <a:pt x="201" y="0"/>
                    <a:pt x="190" y="7"/>
                  </a:cubicBezTo>
                  <a:cubicBezTo>
                    <a:pt x="20" y="106"/>
                    <a:pt x="20" y="106"/>
                    <a:pt x="20" y="106"/>
                  </a:cubicBezTo>
                  <a:cubicBezTo>
                    <a:pt x="9" y="113"/>
                    <a:pt x="0" y="129"/>
                    <a:pt x="0" y="142"/>
                  </a:cubicBezTo>
                  <a:cubicBezTo>
                    <a:pt x="0" y="357"/>
                    <a:pt x="0" y="357"/>
                    <a:pt x="0" y="357"/>
                  </a:cubicBezTo>
                  <a:cubicBezTo>
                    <a:pt x="0" y="370"/>
                    <a:pt x="10" y="380"/>
                    <a:pt x="24" y="380"/>
                  </a:cubicBezTo>
                  <a:cubicBezTo>
                    <a:pt x="124" y="380"/>
                    <a:pt x="124" y="380"/>
                    <a:pt x="124" y="380"/>
                  </a:cubicBezTo>
                  <a:cubicBezTo>
                    <a:pt x="137" y="380"/>
                    <a:pt x="148" y="370"/>
                    <a:pt x="148" y="357"/>
                  </a:cubicBezTo>
                  <a:cubicBezTo>
                    <a:pt x="148" y="258"/>
                    <a:pt x="148" y="258"/>
                    <a:pt x="148" y="258"/>
                  </a:cubicBezTo>
                  <a:cubicBezTo>
                    <a:pt x="148" y="245"/>
                    <a:pt x="158" y="235"/>
                    <a:pt x="171" y="235"/>
                  </a:cubicBezTo>
                  <a:cubicBezTo>
                    <a:pt x="260" y="235"/>
                    <a:pt x="260" y="235"/>
                    <a:pt x="260" y="235"/>
                  </a:cubicBezTo>
                  <a:cubicBezTo>
                    <a:pt x="273" y="235"/>
                    <a:pt x="283" y="245"/>
                    <a:pt x="283" y="258"/>
                  </a:cubicBezTo>
                  <a:cubicBezTo>
                    <a:pt x="283" y="357"/>
                    <a:pt x="283" y="357"/>
                    <a:pt x="283" y="357"/>
                  </a:cubicBezTo>
                  <a:cubicBezTo>
                    <a:pt x="283" y="370"/>
                    <a:pt x="294" y="380"/>
                    <a:pt x="307" y="380"/>
                  </a:cubicBezTo>
                  <a:cubicBezTo>
                    <a:pt x="407" y="380"/>
                    <a:pt x="407" y="380"/>
                    <a:pt x="407" y="380"/>
                  </a:cubicBezTo>
                  <a:cubicBezTo>
                    <a:pt x="420" y="380"/>
                    <a:pt x="431" y="370"/>
                    <a:pt x="431" y="357"/>
                  </a:cubicBezTo>
                  <a:cubicBezTo>
                    <a:pt x="431" y="142"/>
                    <a:pt x="431" y="142"/>
                    <a:pt x="431" y="142"/>
                  </a:cubicBezTo>
                  <a:cubicBezTo>
                    <a:pt x="431" y="129"/>
                    <a:pt x="422" y="113"/>
                    <a:pt x="410" y="107"/>
                  </a:cubicBezTo>
                  <a:lnTo>
                    <a:pt x="231"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white"/>
                </a:solidFill>
              </a:endParaRPr>
            </a:p>
          </p:txBody>
        </p:sp>
        <p:sp>
          <p:nvSpPr>
            <p:cNvPr id="100" name="Freeform 3768"/>
            <p:cNvSpPr>
              <a:spLocks/>
            </p:cNvSpPr>
            <p:nvPr/>
          </p:nvSpPr>
          <p:spPr bwMode="auto">
            <a:xfrm>
              <a:off x="2162176" y="-104775"/>
              <a:ext cx="1655763" cy="552450"/>
            </a:xfrm>
            <a:custGeom>
              <a:avLst/>
              <a:gdLst>
                <a:gd name="T0" fmla="*/ 516 w 521"/>
                <a:gd name="T1" fmla="*/ 165 h 174"/>
                <a:gd name="T2" fmla="*/ 487 w 521"/>
                <a:gd name="T3" fmla="*/ 167 h 174"/>
                <a:gd name="T4" fmla="*/ 276 w 521"/>
                <a:gd name="T5" fmla="*/ 45 h 174"/>
                <a:gd name="T6" fmla="*/ 235 w 521"/>
                <a:gd name="T7" fmla="*/ 45 h 174"/>
                <a:gd name="T8" fmla="*/ 34 w 521"/>
                <a:gd name="T9" fmla="*/ 167 h 174"/>
                <a:gd name="T10" fmla="*/ 5 w 521"/>
                <a:gd name="T11" fmla="*/ 165 h 174"/>
                <a:gd name="T12" fmla="*/ 16 w 521"/>
                <a:gd name="T13" fmla="*/ 138 h 174"/>
                <a:gd name="T14" fmla="*/ 235 w 521"/>
                <a:gd name="T15" fmla="*/ 7 h 174"/>
                <a:gd name="T16" fmla="*/ 276 w 521"/>
                <a:gd name="T17" fmla="*/ 6 h 174"/>
                <a:gd name="T18" fmla="*/ 504 w 521"/>
                <a:gd name="T19" fmla="*/ 139 h 174"/>
                <a:gd name="T20" fmla="*/ 516 w 521"/>
                <a:gd name="T21" fmla="*/ 16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1" h="174">
                  <a:moveTo>
                    <a:pt x="516" y="165"/>
                  </a:moveTo>
                  <a:cubicBezTo>
                    <a:pt x="512" y="173"/>
                    <a:pt x="499" y="174"/>
                    <a:pt x="487" y="167"/>
                  </a:cubicBezTo>
                  <a:cubicBezTo>
                    <a:pt x="276" y="45"/>
                    <a:pt x="276" y="45"/>
                    <a:pt x="276" y="45"/>
                  </a:cubicBezTo>
                  <a:cubicBezTo>
                    <a:pt x="265" y="38"/>
                    <a:pt x="247" y="38"/>
                    <a:pt x="235" y="45"/>
                  </a:cubicBezTo>
                  <a:cubicBezTo>
                    <a:pt x="34" y="167"/>
                    <a:pt x="34" y="167"/>
                    <a:pt x="34" y="167"/>
                  </a:cubicBezTo>
                  <a:cubicBezTo>
                    <a:pt x="22" y="174"/>
                    <a:pt x="9" y="173"/>
                    <a:pt x="5" y="165"/>
                  </a:cubicBezTo>
                  <a:cubicBezTo>
                    <a:pt x="0" y="157"/>
                    <a:pt x="5" y="145"/>
                    <a:pt x="16" y="138"/>
                  </a:cubicBezTo>
                  <a:cubicBezTo>
                    <a:pt x="235" y="7"/>
                    <a:pt x="235" y="7"/>
                    <a:pt x="235" y="7"/>
                  </a:cubicBezTo>
                  <a:cubicBezTo>
                    <a:pt x="246" y="0"/>
                    <a:pt x="265" y="0"/>
                    <a:pt x="276" y="6"/>
                  </a:cubicBezTo>
                  <a:cubicBezTo>
                    <a:pt x="504" y="139"/>
                    <a:pt x="504" y="139"/>
                    <a:pt x="504" y="139"/>
                  </a:cubicBezTo>
                  <a:cubicBezTo>
                    <a:pt x="515" y="145"/>
                    <a:pt x="521" y="157"/>
                    <a:pt x="516" y="1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white"/>
                </a:solidFill>
              </a:endParaRPr>
            </a:p>
          </p:txBody>
        </p:sp>
      </p:grpSp>
      <p:sp>
        <p:nvSpPr>
          <p:cNvPr id="26"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五</a:t>
            </a:r>
            <a:r>
              <a:rPr lang="zh-CN" altLang="en-US" sz="2800" b="1">
                <a:solidFill>
                  <a:schemeClr val="tx1">
                    <a:lumMod val="65000"/>
                    <a:lumOff val="35000"/>
                  </a:schemeClr>
                </a:solidFill>
              </a:rPr>
              <a:t>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779427355"/>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任意多边形 2"/>
          <p:cNvSpPr/>
          <p:nvPr/>
        </p:nvSpPr>
        <p:spPr>
          <a:xfrm rot="18900000" flipH="1">
            <a:off x="3785959" y="3802587"/>
            <a:ext cx="1288800" cy="1288800"/>
          </a:xfrm>
          <a:custGeom>
            <a:avLst/>
            <a:gdLst>
              <a:gd name="connsiteX0" fmla="*/ 0 w 1288800"/>
              <a:gd name="connsiteY0" fmla="*/ 0 h 1288800"/>
              <a:gd name="connsiteX1" fmla="*/ 1288800 w 1288800"/>
              <a:gd name="connsiteY1" fmla="*/ 0 h 1288800"/>
              <a:gd name="connsiteX2" fmla="*/ 1288800 w 1288800"/>
              <a:gd name="connsiteY2" fmla="*/ 507504 h 1288800"/>
              <a:gd name="connsiteX3" fmla="*/ 507504 w 1288800"/>
              <a:gd name="connsiteY3" fmla="*/ 1288800 h 1288800"/>
              <a:gd name="connsiteX4" fmla="*/ 0 w 1288800"/>
              <a:gd name="connsiteY4" fmla="*/ 1288800 h 1288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8800" h="1288800">
                <a:moveTo>
                  <a:pt x="0" y="0"/>
                </a:moveTo>
                <a:lnTo>
                  <a:pt x="1288800" y="0"/>
                </a:lnTo>
                <a:lnTo>
                  <a:pt x="1288800" y="507504"/>
                </a:lnTo>
                <a:cubicBezTo>
                  <a:pt x="1288800" y="939002"/>
                  <a:pt x="939002" y="1288800"/>
                  <a:pt x="507504" y="1288800"/>
                </a:cubicBezTo>
                <a:lnTo>
                  <a:pt x="0" y="1288800"/>
                </a:lnTo>
                <a:close/>
              </a:path>
            </a:pathLst>
          </a:custGeom>
          <a:solidFill>
            <a:srgbClr val="4BB56D"/>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4" name="任意多边形 3"/>
          <p:cNvSpPr/>
          <p:nvPr/>
        </p:nvSpPr>
        <p:spPr>
          <a:xfrm>
            <a:off x="6701781" y="1760243"/>
            <a:ext cx="2543270" cy="2512058"/>
          </a:xfrm>
          <a:custGeom>
            <a:avLst/>
            <a:gdLst>
              <a:gd name="connsiteX0" fmla="*/ 0 w 2543270"/>
              <a:gd name="connsiteY0" fmla="*/ 1601383 h 2512058"/>
              <a:gd name="connsiteX1" fmla="*/ 1133383 w 2543270"/>
              <a:gd name="connsiteY1" fmla="*/ 468000 h 2512058"/>
              <a:gd name="connsiteX2" fmla="*/ 849914 w 2543270"/>
              <a:gd name="connsiteY2" fmla="*/ 468000 h 2512058"/>
              <a:gd name="connsiteX3" fmla="*/ 615914 w 2543270"/>
              <a:gd name="connsiteY3" fmla="*/ 234000 h 2512058"/>
              <a:gd name="connsiteX4" fmla="*/ 849914 w 2543270"/>
              <a:gd name="connsiteY4" fmla="*/ 0 h 2512058"/>
              <a:gd name="connsiteX5" fmla="*/ 1392985 w 2543270"/>
              <a:gd name="connsiteY5" fmla="*/ 0 h 2512058"/>
              <a:gd name="connsiteX6" fmla="*/ 1521397 w 2543270"/>
              <a:gd name="connsiteY6" fmla="*/ 0 h 2512058"/>
              <a:gd name="connsiteX7" fmla="*/ 2349844 w 2543270"/>
              <a:gd name="connsiteY7" fmla="*/ 0 h 2512058"/>
              <a:gd name="connsiteX8" fmla="*/ 2543269 w 2543270"/>
              <a:gd name="connsiteY8" fmla="*/ 193424 h 2512058"/>
              <a:gd name="connsiteX9" fmla="*/ 2543269 w 2543270"/>
              <a:gd name="connsiteY9" fmla="*/ 911290 h 2512058"/>
              <a:gd name="connsiteX10" fmla="*/ 2539340 w 2543270"/>
              <a:gd name="connsiteY10" fmla="*/ 950272 h 2512058"/>
              <a:gd name="connsiteX11" fmla="*/ 2535489 w 2543270"/>
              <a:gd name="connsiteY11" fmla="*/ 962675 h 2512058"/>
              <a:gd name="connsiteX12" fmla="*/ 2538516 w 2543270"/>
              <a:gd name="connsiteY12" fmla="*/ 972424 h 2512058"/>
              <a:gd name="connsiteX13" fmla="*/ 2543270 w 2543270"/>
              <a:gd name="connsiteY13" fmla="*/ 1019584 h 2512058"/>
              <a:gd name="connsiteX14" fmla="*/ 2543270 w 2543270"/>
              <a:gd name="connsiteY14" fmla="*/ 1691067 h 2512058"/>
              <a:gd name="connsiteX15" fmla="*/ 2309270 w 2543270"/>
              <a:gd name="connsiteY15" fmla="*/ 1925067 h 2512058"/>
              <a:gd name="connsiteX16" fmla="*/ 2075270 w 2543270"/>
              <a:gd name="connsiteY16" fmla="*/ 1691067 h 2512058"/>
              <a:gd name="connsiteX17" fmla="*/ 2075270 w 2543270"/>
              <a:gd name="connsiteY17" fmla="*/ 1347462 h 2512058"/>
              <a:gd name="connsiteX18" fmla="*/ 910674 w 2543270"/>
              <a:gd name="connsiteY18" fmla="*/ 2512058 h 2512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543270" h="2512058">
                <a:moveTo>
                  <a:pt x="0" y="1601383"/>
                </a:moveTo>
                <a:lnTo>
                  <a:pt x="1133383" y="468000"/>
                </a:lnTo>
                <a:lnTo>
                  <a:pt x="849914" y="468000"/>
                </a:lnTo>
                <a:cubicBezTo>
                  <a:pt x="720679" y="468000"/>
                  <a:pt x="615914" y="363234"/>
                  <a:pt x="615914" y="234000"/>
                </a:cubicBezTo>
                <a:cubicBezTo>
                  <a:pt x="615914" y="104764"/>
                  <a:pt x="720679" y="0"/>
                  <a:pt x="849914" y="0"/>
                </a:cubicBezTo>
                <a:lnTo>
                  <a:pt x="1392985" y="0"/>
                </a:lnTo>
                <a:lnTo>
                  <a:pt x="1521397" y="0"/>
                </a:lnTo>
                <a:lnTo>
                  <a:pt x="2349844" y="0"/>
                </a:lnTo>
                <a:cubicBezTo>
                  <a:pt x="2456670" y="0"/>
                  <a:pt x="2543269" y="86598"/>
                  <a:pt x="2543269" y="193424"/>
                </a:cubicBezTo>
                <a:lnTo>
                  <a:pt x="2543269" y="911290"/>
                </a:lnTo>
                <a:cubicBezTo>
                  <a:pt x="2543269" y="924643"/>
                  <a:pt x="2541916" y="937681"/>
                  <a:pt x="2539340" y="950272"/>
                </a:cubicBezTo>
                <a:lnTo>
                  <a:pt x="2535489" y="962675"/>
                </a:lnTo>
                <a:lnTo>
                  <a:pt x="2538516" y="972424"/>
                </a:lnTo>
                <a:cubicBezTo>
                  <a:pt x="2541633" y="987657"/>
                  <a:pt x="2543270" y="1003429"/>
                  <a:pt x="2543270" y="1019584"/>
                </a:cubicBezTo>
                <a:lnTo>
                  <a:pt x="2543270" y="1691067"/>
                </a:lnTo>
                <a:cubicBezTo>
                  <a:pt x="2543270" y="1820302"/>
                  <a:pt x="2438505" y="1925067"/>
                  <a:pt x="2309270" y="1925067"/>
                </a:cubicBezTo>
                <a:cubicBezTo>
                  <a:pt x="2180035" y="1925067"/>
                  <a:pt x="2075270" y="1820302"/>
                  <a:pt x="2075270" y="1691067"/>
                </a:cubicBezTo>
                <a:lnTo>
                  <a:pt x="2075270" y="1347462"/>
                </a:lnTo>
                <a:lnTo>
                  <a:pt x="910674" y="2512058"/>
                </a:lnTo>
                <a:close/>
              </a:path>
            </a:pathLst>
          </a:custGeom>
          <a:solidFill>
            <a:srgbClr val="DA4D3C"/>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5" name="任意多边形 4"/>
          <p:cNvSpPr/>
          <p:nvPr/>
        </p:nvSpPr>
        <p:spPr>
          <a:xfrm rot="18900000" flipV="1">
            <a:off x="4842365" y="2746182"/>
            <a:ext cx="1288800" cy="1288800"/>
          </a:xfrm>
          <a:custGeom>
            <a:avLst/>
            <a:gdLst>
              <a:gd name="connsiteX0" fmla="*/ 0 w 1288800"/>
              <a:gd name="connsiteY0" fmla="*/ 0 h 1288800"/>
              <a:gd name="connsiteX1" fmla="*/ 1288800 w 1288800"/>
              <a:gd name="connsiteY1" fmla="*/ 0 h 1288800"/>
              <a:gd name="connsiteX2" fmla="*/ 1288800 w 1288800"/>
              <a:gd name="connsiteY2" fmla="*/ 507504 h 1288800"/>
              <a:gd name="connsiteX3" fmla="*/ 507504 w 1288800"/>
              <a:gd name="connsiteY3" fmla="*/ 1288800 h 1288800"/>
              <a:gd name="connsiteX4" fmla="*/ 0 w 1288800"/>
              <a:gd name="connsiteY4" fmla="*/ 1288800 h 1288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8800" h="1288800">
                <a:moveTo>
                  <a:pt x="0" y="0"/>
                </a:moveTo>
                <a:lnTo>
                  <a:pt x="1288800" y="0"/>
                </a:lnTo>
                <a:lnTo>
                  <a:pt x="1288800" y="507504"/>
                </a:lnTo>
                <a:cubicBezTo>
                  <a:pt x="1288800" y="939002"/>
                  <a:pt x="939002" y="1288800"/>
                  <a:pt x="507504" y="1288800"/>
                </a:cubicBezTo>
                <a:lnTo>
                  <a:pt x="0" y="1288800"/>
                </a:lnTo>
                <a:close/>
              </a:path>
            </a:pathLst>
          </a:custGeom>
          <a:solidFill>
            <a:srgbClr val="219980"/>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6" name="任意多边形 5"/>
          <p:cNvSpPr/>
          <p:nvPr/>
        </p:nvSpPr>
        <p:spPr>
          <a:xfrm rot="18900000" flipH="1">
            <a:off x="5898536" y="3802353"/>
            <a:ext cx="1288800" cy="1288800"/>
          </a:xfrm>
          <a:custGeom>
            <a:avLst/>
            <a:gdLst>
              <a:gd name="connsiteX0" fmla="*/ 0 w 1288800"/>
              <a:gd name="connsiteY0" fmla="*/ 0 h 1288800"/>
              <a:gd name="connsiteX1" fmla="*/ 1288800 w 1288800"/>
              <a:gd name="connsiteY1" fmla="*/ 0 h 1288800"/>
              <a:gd name="connsiteX2" fmla="*/ 1288800 w 1288800"/>
              <a:gd name="connsiteY2" fmla="*/ 507504 h 1288800"/>
              <a:gd name="connsiteX3" fmla="*/ 507504 w 1288800"/>
              <a:gd name="connsiteY3" fmla="*/ 1288800 h 1288800"/>
              <a:gd name="connsiteX4" fmla="*/ 0 w 1288800"/>
              <a:gd name="connsiteY4" fmla="*/ 1288800 h 1288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8800" h="1288800">
                <a:moveTo>
                  <a:pt x="0" y="0"/>
                </a:moveTo>
                <a:lnTo>
                  <a:pt x="1288800" y="0"/>
                </a:lnTo>
                <a:lnTo>
                  <a:pt x="1288800" y="507504"/>
                </a:lnTo>
                <a:cubicBezTo>
                  <a:pt x="1288800" y="939002"/>
                  <a:pt x="939002" y="1288800"/>
                  <a:pt x="507504" y="1288800"/>
                </a:cubicBezTo>
                <a:lnTo>
                  <a:pt x="0" y="1288800"/>
                </a:lnTo>
                <a:close/>
              </a:path>
            </a:pathLst>
          </a:custGeom>
          <a:solidFill>
            <a:srgbClr val="E7BE22"/>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7" name="任意多边形 6"/>
          <p:cNvSpPr/>
          <p:nvPr/>
        </p:nvSpPr>
        <p:spPr>
          <a:xfrm rot="18900000">
            <a:off x="2715715" y="2707536"/>
            <a:ext cx="1288800" cy="1338415"/>
          </a:xfrm>
          <a:custGeom>
            <a:avLst/>
            <a:gdLst>
              <a:gd name="connsiteX0" fmla="*/ 644400 w 1288800"/>
              <a:gd name="connsiteY0" fmla="*/ 0 h 1338415"/>
              <a:gd name="connsiteX1" fmla="*/ 1288800 w 1288800"/>
              <a:gd name="connsiteY1" fmla="*/ 644400 h 1338415"/>
              <a:gd name="connsiteX2" fmla="*/ 1288800 w 1288800"/>
              <a:gd name="connsiteY2" fmla="*/ 1338415 h 1338415"/>
              <a:gd name="connsiteX3" fmla="*/ 0 w 1288800"/>
              <a:gd name="connsiteY3" fmla="*/ 1338415 h 1338415"/>
              <a:gd name="connsiteX4" fmla="*/ 0 w 1288800"/>
              <a:gd name="connsiteY4" fmla="*/ 644400 h 1338415"/>
              <a:gd name="connsiteX5" fmla="*/ 644400 w 1288800"/>
              <a:gd name="connsiteY5" fmla="*/ 0 h 1338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8800" h="1338415">
                <a:moveTo>
                  <a:pt x="644400" y="0"/>
                </a:moveTo>
                <a:cubicBezTo>
                  <a:pt x="1000292" y="0"/>
                  <a:pt x="1288800" y="288508"/>
                  <a:pt x="1288800" y="644400"/>
                </a:cubicBezTo>
                <a:lnTo>
                  <a:pt x="1288800" y="1338415"/>
                </a:lnTo>
                <a:lnTo>
                  <a:pt x="0" y="1338415"/>
                </a:lnTo>
                <a:lnTo>
                  <a:pt x="0" y="644400"/>
                </a:lnTo>
                <a:cubicBezTo>
                  <a:pt x="0" y="288508"/>
                  <a:pt x="288508" y="0"/>
                  <a:pt x="644400" y="0"/>
                </a:cubicBezTo>
                <a:close/>
              </a:path>
            </a:pathLst>
          </a:custGeom>
          <a:solidFill>
            <a:srgbClr val="3A8FCB"/>
          </a:solidFill>
          <a:ln>
            <a:noFill/>
          </a:ln>
          <a:effectLst/>
        </p:spPr>
        <p:txBody>
          <a:bodyPr vert="horz" wrap="square" lIns="91440" tIns="45720" rIns="91440" bIns="45720" numCol="1" anchor="t" anchorCtr="0" compatLnSpc="1">
            <a:prstTxWarp prst="textNoShape">
              <a:avLst/>
            </a:prstTxWarp>
          </a:bodyPr>
          <a:lstStyle/>
          <a:p>
            <a:endParaRPr lang="zh-CN" altLang="en-US">
              <a:solidFill>
                <a:schemeClr val="tx1"/>
              </a:solidFill>
            </a:endParaRPr>
          </a:p>
        </p:txBody>
      </p:sp>
      <p:sp>
        <p:nvSpPr>
          <p:cNvPr id="14" name="文本框 13"/>
          <p:cNvSpPr txBox="1"/>
          <p:nvPr/>
        </p:nvSpPr>
        <p:spPr>
          <a:xfrm>
            <a:off x="9261399" y="2447882"/>
            <a:ext cx="2856518" cy="830997"/>
          </a:xfrm>
          <a:prstGeom prst="rect">
            <a:avLst/>
          </a:prstGeom>
          <a:noFill/>
        </p:spPr>
        <p:txBody>
          <a:bodyPr wrap="square" rtlCol="0">
            <a:spAutoFit/>
          </a:bodyPr>
          <a:lstStyle/>
          <a:p>
            <a:pPr>
              <a:lnSpc>
                <a:spcPct val="120000"/>
              </a:lnSpc>
            </a:pPr>
            <a:r>
              <a:rPr lang="zh-CN" altLang="en-US" sz="2400" b="1" dirty="0">
                <a:solidFill>
                  <a:srgbClr val="DA4D3C"/>
                </a:solidFill>
              </a:rPr>
              <a:t>添加标题</a:t>
            </a:r>
            <a:endParaRPr lang="en-US" altLang="zh-CN" sz="2400" b="1" dirty="0">
              <a:solidFill>
                <a:srgbClr val="DA4D3C"/>
              </a:solidFill>
            </a:endParaRPr>
          </a:p>
          <a:p>
            <a:pPr>
              <a:lnSpc>
                <a:spcPct val="120000"/>
              </a:lnSpc>
            </a:pPr>
            <a:r>
              <a:rPr lang="zh-CN" altLang="en-US" sz="1600" dirty="0">
                <a:solidFill>
                  <a:schemeClr val="tx1">
                    <a:lumMod val="65000"/>
                    <a:lumOff val="35000"/>
                  </a:schemeClr>
                </a:solidFill>
              </a:rPr>
              <a:t>添加内容添加内容</a:t>
            </a:r>
          </a:p>
        </p:txBody>
      </p:sp>
      <p:sp>
        <p:nvSpPr>
          <p:cNvPr id="15" name="文本框 14"/>
          <p:cNvSpPr txBox="1"/>
          <p:nvPr/>
        </p:nvSpPr>
        <p:spPr>
          <a:xfrm>
            <a:off x="2465457" y="1870459"/>
            <a:ext cx="2856518" cy="830997"/>
          </a:xfrm>
          <a:prstGeom prst="rect">
            <a:avLst/>
          </a:prstGeom>
          <a:noFill/>
        </p:spPr>
        <p:txBody>
          <a:bodyPr wrap="square" rtlCol="0">
            <a:spAutoFit/>
          </a:bodyPr>
          <a:lstStyle/>
          <a:p>
            <a:pPr>
              <a:lnSpc>
                <a:spcPct val="120000"/>
              </a:lnSpc>
            </a:pPr>
            <a:r>
              <a:rPr lang="zh-CN" altLang="en-US" sz="2400" b="1" dirty="0">
                <a:solidFill>
                  <a:srgbClr val="3A8FCB"/>
                </a:solidFill>
              </a:rPr>
              <a:t>添加标题</a:t>
            </a:r>
            <a:endParaRPr lang="en-US" altLang="zh-CN" sz="2400" b="1" dirty="0">
              <a:solidFill>
                <a:srgbClr val="3A8FCB"/>
              </a:solidFill>
            </a:endParaRPr>
          </a:p>
          <a:p>
            <a:pPr>
              <a:lnSpc>
                <a:spcPct val="120000"/>
              </a:lnSpc>
            </a:pPr>
            <a:r>
              <a:rPr lang="zh-CN" altLang="en-US" sz="1600" dirty="0">
                <a:solidFill>
                  <a:schemeClr val="tx1">
                    <a:lumMod val="65000"/>
                    <a:lumOff val="35000"/>
                  </a:schemeClr>
                </a:solidFill>
              </a:rPr>
              <a:t>添加内容添加内容</a:t>
            </a:r>
          </a:p>
        </p:txBody>
      </p:sp>
      <p:sp>
        <p:nvSpPr>
          <p:cNvPr id="16" name="文本框 15"/>
          <p:cNvSpPr txBox="1"/>
          <p:nvPr/>
        </p:nvSpPr>
        <p:spPr>
          <a:xfrm>
            <a:off x="3519039" y="5203387"/>
            <a:ext cx="2856518" cy="830997"/>
          </a:xfrm>
          <a:prstGeom prst="rect">
            <a:avLst/>
          </a:prstGeom>
          <a:noFill/>
        </p:spPr>
        <p:txBody>
          <a:bodyPr wrap="square" rtlCol="0">
            <a:spAutoFit/>
          </a:bodyPr>
          <a:lstStyle/>
          <a:p>
            <a:pPr>
              <a:lnSpc>
                <a:spcPct val="120000"/>
              </a:lnSpc>
            </a:pPr>
            <a:r>
              <a:rPr lang="zh-CN" altLang="en-US" sz="2400" b="1" dirty="0">
                <a:solidFill>
                  <a:srgbClr val="4BB56D"/>
                </a:solidFill>
              </a:rPr>
              <a:t>添加标题</a:t>
            </a:r>
            <a:endParaRPr lang="en-US" altLang="zh-CN" sz="2400" b="1" dirty="0">
              <a:solidFill>
                <a:srgbClr val="4BB56D"/>
              </a:solidFill>
            </a:endParaRPr>
          </a:p>
          <a:p>
            <a:pPr>
              <a:lnSpc>
                <a:spcPct val="120000"/>
              </a:lnSpc>
            </a:pPr>
            <a:r>
              <a:rPr lang="zh-CN" altLang="en-US" sz="1600" dirty="0">
                <a:solidFill>
                  <a:schemeClr val="tx1">
                    <a:lumMod val="65000"/>
                    <a:lumOff val="35000"/>
                  </a:schemeClr>
                </a:solidFill>
              </a:rPr>
              <a:t>添加内容添加内容</a:t>
            </a:r>
          </a:p>
        </p:txBody>
      </p:sp>
      <p:sp>
        <p:nvSpPr>
          <p:cNvPr id="17" name="文本框 16"/>
          <p:cNvSpPr txBox="1"/>
          <p:nvPr/>
        </p:nvSpPr>
        <p:spPr>
          <a:xfrm>
            <a:off x="6162215" y="5203387"/>
            <a:ext cx="2856518" cy="830997"/>
          </a:xfrm>
          <a:prstGeom prst="rect">
            <a:avLst/>
          </a:prstGeom>
          <a:noFill/>
        </p:spPr>
        <p:txBody>
          <a:bodyPr wrap="square" rtlCol="0">
            <a:spAutoFit/>
          </a:bodyPr>
          <a:lstStyle/>
          <a:p>
            <a:pPr>
              <a:lnSpc>
                <a:spcPct val="120000"/>
              </a:lnSpc>
            </a:pPr>
            <a:r>
              <a:rPr lang="zh-CN" altLang="en-US" sz="2400" b="1" dirty="0">
                <a:solidFill>
                  <a:srgbClr val="E7BE22"/>
                </a:solidFill>
              </a:rPr>
              <a:t>添加标题</a:t>
            </a:r>
            <a:endParaRPr lang="en-US" altLang="zh-CN" sz="2400" b="1" dirty="0">
              <a:solidFill>
                <a:srgbClr val="E7BE22"/>
              </a:solidFill>
            </a:endParaRPr>
          </a:p>
          <a:p>
            <a:pPr>
              <a:lnSpc>
                <a:spcPct val="120000"/>
              </a:lnSpc>
            </a:pPr>
            <a:r>
              <a:rPr lang="zh-CN" altLang="en-US" sz="1600" dirty="0">
                <a:solidFill>
                  <a:schemeClr val="tx1">
                    <a:lumMod val="65000"/>
                    <a:lumOff val="35000"/>
                  </a:schemeClr>
                </a:solidFill>
              </a:rPr>
              <a:t>添加内容添加内容</a:t>
            </a:r>
          </a:p>
        </p:txBody>
      </p:sp>
      <p:sp>
        <p:nvSpPr>
          <p:cNvPr id="18" name="文本框 17"/>
          <p:cNvSpPr txBox="1"/>
          <p:nvPr/>
        </p:nvSpPr>
        <p:spPr>
          <a:xfrm>
            <a:off x="5025075" y="1870459"/>
            <a:ext cx="2856518" cy="830997"/>
          </a:xfrm>
          <a:prstGeom prst="rect">
            <a:avLst/>
          </a:prstGeom>
          <a:noFill/>
        </p:spPr>
        <p:txBody>
          <a:bodyPr wrap="square" rtlCol="0">
            <a:spAutoFit/>
          </a:bodyPr>
          <a:lstStyle/>
          <a:p>
            <a:pPr>
              <a:lnSpc>
                <a:spcPct val="120000"/>
              </a:lnSpc>
            </a:pPr>
            <a:r>
              <a:rPr lang="zh-CN" altLang="en-US" sz="2400" b="1" dirty="0">
                <a:solidFill>
                  <a:srgbClr val="219980"/>
                </a:solidFill>
              </a:rPr>
              <a:t>添加标题</a:t>
            </a:r>
            <a:endParaRPr lang="en-US" altLang="zh-CN" sz="2400" b="1" dirty="0">
              <a:solidFill>
                <a:srgbClr val="219980"/>
              </a:solidFill>
            </a:endParaRPr>
          </a:p>
          <a:p>
            <a:pPr>
              <a:lnSpc>
                <a:spcPct val="120000"/>
              </a:lnSpc>
            </a:pPr>
            <a:r>
              <a:rPr lang="zh-CN" altLang="en-US" sz="1600" dirty="0">
                <a:solidFill>
                  <a:schemeClr val="tx1">
                    <a:lumMod val="65000"/>
                    <a:lumOff val="35000"/>
                  </a:schemeClr>
                </a:solidFill>
              </a:rPr>
              <a:t>添加内容添加内容</a:t>
            </a:r>
          </a:p>
        </p:txBody>
      </p:sp>
      <p:sp>
        <p:nvSpPr>
          <p:cNvPr id="19" name="Freeform 65"/>
          <p:cNvSpPr>
            <a:spLocks noEditPoints="1"/>
          </p:cNvSpPr>
          <p:nvPr/>
        </p:nvSpPr>
        <p:spPr bwMode="auto">
          <a:xfrm>
            <a:off x="3010968" y="3126367"/>
            <a:ext cx="598521" cy="605265"/>
          </a:xfrm>
          <a:custGeom>
            <a:avLst/>
            <a:gdLst>
              <a:gd name="T0" fmla="*/ 102 w 150"/>
              <a:gd name="T1" fmla="*/ 22 h 151"/>
              <a:gd name="T2" fmla="*/ 22 w 150"/>
              <a:gd name="T3" fmla="*/ 22 h 151"/>
              <a:gd name="T4" fmla="*/ 22 w 150"/>
              <a:gd name="T5" fmla="*/ 101 h 151"/>
              <a:gd name="T6" fmla="*/ 93 w 150"/>
              <a:gd name="T7" fmla="*/ 108 h 151"/>
              <a:gd name="T8" fmla="*/ 97 w 150"/>
              <a:gd name="T9" fmla="*/ 114 h 151"/>
              <a:gd name="T10" fmla="*/ 128 w 150"/>
              <a:gd name="T11" fmla="*/ 146 h 151"/>
              <a:gd name="T12" fmla="*/ 145 w 150"/>
              <a:gd name="T13" fmla="*/ 146 h 151"/>
              <a:gd name="T14" fmla="*/ 145 w 150"/>
              <a:gd name="T15" fmla="*/ 129 h 151"/>
              <a:gd name="T16" fmla="*/ 114 w 150"/>
              <a:gd name="T17" fmla="*/ 97 h 151"/>
              <a:gd name="T18" fmla="*/ 108 w 150"/>
              <a:gd name="T19" fmla="*/ 94 h 151"/>
              <a:gd name="T20" fmla="*/ 102 w 150"/>
              <a:gd name="T21" fmla="*/ 22 h 151"/>
              <a:gd name="T22" fmla="*/ 91 w 150"/>
              <a:gd name="T23" fmla="*/ 92 h 151"/>
              <a:gd name="T24" fmla="*/ 32 w 150"/>
              <a:gd name="T25" fmla="*/ 91 h 151"/>
              <a:gd name="T26" fmla="*/ 32 w 150"/>
              <a:gd name="T27" fmla="*/ 32 h 151"/>
              <a:gd name="T28" fmla="*/ 91 w 150"/>
              <a:gd name="T29" fmla="*/ 32 h 151"/>
              <a:gd name="T30" fmla="*/ 91 w 150"/>
              <a:gd name="T31" fmla="*/ 92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 h="151">
                <a:moveTo>
                  <a:pt x="102" y="22"/>
                </a:moveTo>
                <a:cubicBezTo>
                  <a:pt x="80" y="0"/>
                  <a:pt x="44" y="0"/>
                  <a:pt x="22" y="22"/>
                </a:cubicBezTo>
                <a:cubicBezTo>
                  <a:pt x="0" y="44"/>
                  <a:pt x="0" y="79"/>
                  <a:pt x="22" y="101"/>
                </a:cubicBezTo>
                <a:cubicBezTo>
                  <a:pt x="41" y="121"/>
                  <a:pt x="71" y="123"/>
                  <a:pt x="93" y="108"/>
                </a:cubicBezTo>
                <a:cubicBezTo>
                  <a:pt x="94" y="110"/>
                  <a:pt x="95" y="112"/>
                  <a:pt x="97" y="114"/>
                </a:cubicBezTo>
                <a:cubicBezTo>
                  <a:pt x="128" y="146"/>
                  <a:pt x="128" y="146"/>
                  <a:pt x="128" y="146"/>
                </a:cubicBezTo>
                <a:cubicBezTo>
                  <a:pt x="133" y="151"/>
                  <a:pt x="141" y="151"/>
                  <a:pt x="145" y="146"/>
                </a:cubicBezTo>
                <a:cubicBezTo>
                  <a:pt x="150" y="142"/>
                  <a:pt x="150" y="134"/>
                  <a:pt x="145" y="129"/>
                </a:cubicBezTo>
                <a:cubicBezTo>
                  <a:pt x="114" y="97"/>
                  <a:pt x="114" y="97"/>
                  <a:pt x="114" y="97"/>
                </a:cubicBezTo>
                <a:cubicBezTo>
                  <a:pt x="112" y="96"/>
                  <a:pt x="110" y="94"/>
                  <a:pt x="108" y="94"/>
                </a:cubicBezTo>
                <a:cubicBezTo>
                  <a:pt x="123" y="72"/>
                  <a:pt x="121" y="42"/>
                  <a:pt x="102" y="22"/>
                </a:cubicBezTo>
                <a:close/>
                <a:moveTo>
                  <a:pt x="91" y="92"/>
                </a:moveTo>
                <a:cubicBezTo>
                  <a:pt x="75" y="108"/>
                  <a:pt x="48" y="108"/>
                  <a:pt x="32" y="91"/>
                </a:cubicBezTo>
                <a:cubicBezTo>
                  <a:pt x="15" y="75"/>
                  <a:pt x="16" y="48"/>
                  <a:pt x="32" y="32"/>
                </a:cubicBezTo>
                <a:cubicBezTo>
                  <a:pt x="48" y="16"/>
                  <a:pt x="75" y="16"/>
                  <a:pt x="91" y="32"/>
                </a:cubicBezTo>
                <a:cubicBezTo>
                  <a:pt x="108" y="49"/>
                  <a:pt x="108" y="75"/>
                  <a:pt x="91" y="9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grpSp>
        <p:nvGrpSpPr>
          <p:cNvPr id="20" name="组合 19"/>
          <p:cNvGrpSpPr/>
          <p:nvPr/>
        </p:nvGrpSpPr>
        <p:grpSpPr>
          <a:xfrm>
            <a:off x="6239460" y="4109348"/>
            <a:ext cx="606952" cy="613695"/>
            <a:chOff x="9349366" y="2935970"/>
            <a:chExt cx="857717" cy="867247"/>
          </a:xfrm>
          <a:solidFill>
            <a:schemeClr val="bg1"/>
          </a:solidFill>
        </p:grpSpPr>
        <p:sp>
          <p:nvSpPr>
            <p:cNvPr id="21" name="Freeform 45"/>
            <p:cNvSpPr>
              <a:spLocks noEditPoints="1"/>
            </p:cNvSpPr>
            <p:nvPr/>
          </p:nvSpPr>
          <p:spPr bwMode="auto">
            <a:xfrm>
              <a:off x="9349366" y="2935970"/>
              <a:ext cx="857717" cy="867247"/>
            </a:xfrm>
            <a:custGeom>
              <a:avLst/>
              <a:gdLst>
                <a:gd name="T0" fmla="*/ 76 w 152"/>
                <a:gd name="T1" fmla="*/ 0 h 153"/>
                <a:gd name="T2" fmla="*/ 0 w 152"/>
                <a:gd name="T3" fmla="*/ 77 h 153"/>
                <a:gd name="T4" fmla="*/ 76 w 152"/>
                <a:gd name="T5" fmla="*/ 153 h 153"/>
                <a:gd name="T6" fmla="*/ 152 w 152"/>
                <a:gd name="T7" fmla="*/ 77 h 153"/>
                <a:gd name="T8" fmla="*/ 76 w 152"/>
                <a:gd name="T9" fmla="*/ 0 h 153"/>
                <a:gd name="T10" fmla="*/ 76 w 152"/>
                <a:gd name="T11" fmla="*/ 137 h 153"/>
                <a:gd name="T12" fmla="*/ 16 w 152"/>
                <a:gd name="T13" fmla="*/ 77 h 153"/>
                <a:gd name="T14" fmla="*/ 76 w 152"/>
                <a:gd name="T15" fmla="*/ 16 h 153"/>
                <a:gd name="T16" fmla="*/ 136 w 152"/>
                <a:gd name="T17" fmla="*/ 77 h 153"/>
                <a:gd name="T18" fmla="*/ 76 w 152"/>
                <a:gd name="T19" fmla="*/ 137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2" h="153">
                  <a:moveTo>
                    <a:pt x="76" y="0"/>
                  </a:moveTo>
                  <a:cubicBezTo>
                    <a:pt x="34" y="0"/>
                    <a:pt x="0" y="34"/>
                    <a:pt x="0" y="77"/>
                  </a:cubicBezTo>
                  <a:cubicBezTo>
                    <a:pt x="0" y="119"/>
                    <a:pt x="34" y="153"/>
                    <a:pt x="76" y="153"/>
                  </a:cubicBezTo>
                  <a:cubicBezTo>
                    <a:pt x="118" y="153"/>
                    <a:pt x="152" y="119"/>
                    <a:pt x="152" y="77"/>
                  </a:cubicBezTo>
                  <a:cubicBezTo>
                    <a:pt x="152" y="34"/>
                    <a:pt x="118" y="0"/>
                    <a:pt x="76" y="0"/>
                  </a:cubicBezTo>
                  <a:close/>
                  <a:moveTo>
                    <a:pt x="76" y="137"/>
                  </a:moveTo>
                  <a:cubicBezTo>
                    <a:pt x="43" y="137"/>
                    <a:pt x="16" y="110"/>
                    <a:pt x="16" y="77"/>
                  </a:cubicBezTo>
                  <a:cubicBezTo>
                    <a:pt x="16" y="43"/>
                    <a:pt x="43" y="16"/>
                    <a:pt x="76" y="16"/>
                  </a:cubicBezTo>
                  <a:cubicBezTo>
                    <a:pt x="109" y="16"/>
                    <a:pt x="136" y="43"/>
                    <a:pt x="136" y="77"/>
                  </a:cubicBezTo>
                  <a:cubicBezTo>
                    <a:pt x="136" y="110"/>
                    <a:pt x="109" y="137"/>
                    <a:pt x="76" y="1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22" name="Freeform 46"/>
            <p:cNvSpPr>
              <a:spLocks/>
            </p:cNvSpPr>
            <p:nvPr/>
          </p:nvSpPr>
          <p:spPr bwMode="auto">
            <a:xfrm>
              <a:off x="9704366" y="3326707"/>
              <a:ext cx="140570" cy="312114"/>
            </a:xfrm>
            <a:custGeom>
              <a:avLst/>
              <a:gdLst>
                <a:gd name="T0" fmla="*/ 21 w 25"/>
                <a:gd name="T1" fmla="*/ 0 h 55"/>
                <a:gd name="T2" fmla="*/ 5 w 25"/>
                <a:gd name="T3" fmla="*/ 0 h 55"/>
                <a:gd name="T4" fmla="*/ 0 w 25"/>
                <a:gd name="T5" fmla="*/ 5 h 55"/>
                <a:gd name="T6" fmla="*/ 0 w 25"/>
                <a:gd name="T7" fmla="*/ 51 h 55"/>
                <a:gd name="T8" fmla="*/ 5 w 25"/>
                <a:gd name="T9" fmla="*/ 55 h 55"/>
                <a:gd name="T10" fmla="*/ 21 w 25"/>
                <a:gd name="T11" fmla="*/ 55 h 55"/>
                <a:gd name="T12" fmla="*/ 25 w 25"/>
                <a:gd name="T13" fmla="*/ 51 h 55"/>
                <a:gd name="T14" fmla="*/ 25 w 25"/>
                <a:gd name="T15" fmla="*/ 5 h 55"/>
                <a:gd name="T16" fmla="*/ 21 w 25"/>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55">
                  <a:moveTo>
                    <a:pt x="21" y="0"/>
                  </a:moveTo>
                  <a:cubicBezTo>
                    <a:pt x="5" y="0"/>
                    <a:pt x="5" y="0"/>
                    <a:pt x="5" y="0"/>
                  </a:cubicBezTo>
                  <a:cubicBezTo>
                    <a:pt x="2" y="0"/>
                    <a:pt x="0" y="2"/>
                    <a:pt x="0" y="5"/>
                  </a:cubicBezTo>
                  <a:cubicBezTo>
                    <a:pt x="0" y="51"/>
                    <a:pt x="0" y="51"/>
                    <a:pt x="0" y="51"/>
                  </a:cubicBezTo>
                  <a:cubicBezTo>
                    <a:pt x="0" y="53"/>
                    <a:pt x="2" y="55"/>
                    <a:pt x="5" y="55"/>
                  </a:cubicBezTo>
                  <a:cubicBezTo>
                    <a:pt x="21" y="55"/>
                    <a:pt x="21" y="55"/>
                    <a:pt x="21" y="55"/>
                  </a:cubicBezTo>
                  <a:cubicBezTo>
                    <a:pt x="23" y="55"/>
                    <a:pt x="25" y="53"/>
                    <a:pt x="25" y="51"/>
                  </a:cubicBezTo>
                  <a:cubicBezTo>
                    <a:pt x="25" y="5"/>
                    <a:pt x="25" y="5"/>
                    <a:pt x="25" y="5"/>
                  </a:cubicBezTo>
                  <a:cubicBezTo>
                    <a:pt x="25" y="2"/>
                    <a:pt x="23" y="0"/>
                    <a:pt x="21"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23" name="Oval 47"/>
            <p:cNvSpPr>
              <a:spLocks noChangeArrowheads="1"/>
            </p:cNvSpPr>
            <p:nvPr/>
          </p:nvSpPr>
          <p:spPr bwMode="auto">
            <a:xfrm>
              <a:off x="9699601" y="3100365"/>
              <a:ext cx="157248" cy="152483"/>
            </a:xfrm>
            <a:prstGeom prst="ellipse">
              <a:avLst/>
            </a:prstGeom>
            <a:grp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grpSp>
      <p:grpSp>
        <p:nvGrpSpPr>
          <p:cNvPr id="24" name="组合 23"/>
          <p:cNvGrpSpPr/>
          <p:nvPr/>
        </p:nvGrpSpPr>
        <p:grpSpPr>
          <a:xfrm>
            <a:off x="4007456" y="3940712"/>
            <a:ext cx="738457" cy="735085"/>
            <a:chOff x="1901528" y="2850198"/>
            <a:chExt cx="1043555" cy="1038790"/>
          </a:xfrm>
          <a:solidFill>
            <a:schemeClr val="bg1"/>
          </a:solidFill>
        </p:grpSpPr>
        <p:sp>
          <p:nvSpPr>
            <p:cNvPr id="25" name="Freeform 55"/>
            <p:cNvSpPr>
              <a:spLocks noEditPoints="1"/>
            </p:cNvSpPr>
            <p:nvPr/>
          </p:nvSpPr>
          <p:spPr bwMode="auto">
            <a:xfrm>
              <a:off x="1901528" y="2850198"/>
              <a:ext cx="614697" cy="624227"/>
            </a:xfrm>
            <a:custGeom>
              <a:avLst/>
              <a:gdLst>
                <a:gd name="T0" fmla="*/ 12 w 109"/>
                <a:gd name="T1" fmla="*/ 67 h 110"/>
                <a:gd name="T2" fmla="*/ 16 w 109"/>
                <a:gd name="T3" fmla="*/ 76 h 110"/>
                <a:gd name="T4" fmla="*/ 11 w 109"/>
                <a:gd name="T5" fmla="*/ 82 h 110"/>
                <a:gd name="T6" fmla="*/ 11 w 109"/>
                <a:gd name="T7" fmla="*/ 89 h 110"/>
                <a:gd name="T8" fmla="*/ 20 w 109"/>
                <a:gd name="T9" fmla="*/ 98 h 110"/>
                <a:gd name="T10" fmla="*/ 26 w 109"/>
                <a:gd name="T11" fmla="*/ 98 h 110"/>
                <a:gd name="T12" fmla="*/ 32 w 109"/>
                <a:gd name="T13" fmla="*/ 93 h 110"/>
                <a:gd name="T14" fmla="*/ 42 w 109"/>
                <a:gd name="T15" fmla="*/ 97 h 110"/>
                <a:gd name="T16" fmla="*/ 43 w 109"/>
                <a:gd name="T17" fmla="*/ 105 h 110"/>
                <a:gd name="T18" fmla="*/ 48 w 109"/>
                <a:gd name="T19" fmla="*/ 110 h 110"/>
                <a:gd name="T20" fmla="*/ 60 w 109"/>
                <a:gd name="T21" fmla="*/ 110 h 110"/>
                <a:gd name="T22" fmla="*/ 65 w 109"/>
                <a:gd name="T23" fmla="*/ 105 h 110"/>
                <a:gd name="T24" fmla="*/ 66 w 109"/>
                <a:gd name="T25" fmla="*/ 98 h 110"/>
                <a:gd name="T26" fmla="*/ 77 w 109"/>
                <a:gd name="T27" fmla="*/ 93 h 110"/>
                <a:gd name="T28" fmla="*/ 83 w 109"/>
                <a:gd name="T29" fmla="*/ 98 h 110"/>
                <a:gd name="T30" fmla="*/ 89 w 109"/>
                <a:gd name="T31" fmla="*/ 98 h 110"/>
                <a:gd name="T32" fmla="*/ 98 w 109"/>
                <a:gd name="T33" fmla="*/ 89 h 110"/>
                <a:gd name="T34" fmla="*/ 98 w 109"/>
                <a:gd name="T35" fmla="*/ 83 h 110"/>
                <a:gd name="T36" fmla="*/ 93 w 109"/>
                <a:gd name="T37" fmla="*/ 77 h 110"/>
                <a:gd name="T38" fmla="*/ 98 w 109"/>
                <a:gd name="T39" fmla="*/ 66 h 110"/>
                <a:gd name="T40" fmla="*/ 105 w 109"/>
                <a:gd name="T41" fmla="*/ 65 h 110"/>
                <a:gd name="T42" fmla="*/ 109 w 109"/>
                <a:gd name="T43" fmla="*/ 60 h 110"/>
                <a:gd name="T44" fmla="*/ 109 w 109"/>
                <a:gd name="T45" fmla="*/ 49 h 110"/>
                <a:gd name="T46" fmla="*/ 105 w 109"/>
                <a:gd name="T47" fmla="*/ 44 h 110"/>
                <a:gd name="T48" fmla="*/ 98 w 109"/>
                <a:gd name="T49" fmla="*/ 43 h 110"/>
                <a:gd name="T50" fmla="*/ 94 w 109"/>
                <a:gd name="T51" fmla="*/ 32 h 110"/>
                <a:gd name="T52" fmla="*/ 98 w 109"/>
                <a:gd name="T53" fmla="*/ 27 h 110"/>
                <a:gd name="T54" fmla="*/ 98 w 109"/>
                <a:gd name="T55" fmla="*/ 20 h 110"/>
                <a:gd name="T56" fmla="*/ 89 w 109"/>
                <a:gd name="T57" fmla="*/ 12 h 110"/>
                <a:gd name="T58" fmla="*/ 83 w 109"/>
                <a:gd name="T59" fmla="*/ 12 h 110"/>
                <a:gd name="T60" fmla="*/ 77 w 109"/>
                <a:gd name="T61" fmla="*/ 16 h 110"/>
                <a:gd name="T62" fmla="*/ 66 w 109"/>
                <a:gd name="T63" fmla="*/ 11 h 110"/>
                <a:gd name="T64" fmla="*/ 66 w 109"/>
                <a:gd name="T65" fmla="*/ 4 h 110"/>
                <a:gd name="T66" fmla="*/ 61 w 109"/>
                <a:gd name="T67" fmla="*/ 0 h 110"/>
                <a:gd name="T68" fmla="*/ 49 w 109"/>
                <a:gd name="T69" fmla="*/ 0 h 110"/>
                <a:gd name="T70" fmla="*/ 44 w 109"/>
                <a:gd name="T71" fmla="*/ 4 h 110"/>
                <a:gd name="T72" fmla="*/ 43 w 109"/>
                <a:gd name="T73" fmla="*/ 11 h 110"/>
                <a:gd name="T74" fmla="*/ 32 w 109"/>
                <a:gd name="T75" fmla="*/ 16 h 110"/>
                <a:gd name="T76" fmla="*/ 26 w 109"/>
                <a:gd name="T77" fmla="*/ 12 h 110"/>
                <a:gd name="T78" fmla="*/ 20 w 109"/>
                <a:gd name="T79" fmla="*/ 12 h 110"/>
                <a:gd name="T80" fmla="*/ 11 w 109"/>
                <a:gd name="T81" fmla="*/ 20 h 110"/>
                <a:gd name="T82" fmla="*/ 11 w 109"/>
                <a:gd name="T83" fmla="*/ 27 h 110"/>
                <a:gd name="T84" fmla="*/ 16 w 109"/>
                <a:gd name="T85" fmla="*/ 33 h 110"/>
                <a:gd name="T86" fmla="*/ 11 w 109"/>
                <a:gd name="T87" fmla="*/ 43 h 110"/>
                <a:gd name="T88" fmla="*/ 4 w 109"/>
                <a:gd name="T89" fmla="*/ 44 h 110"/>
                <a:gd name="T90" fmla="*/ 0 w 109"/>
                <a:gd name="T91" fmla="*/ 49 h 110"/>
                <a:gd name="T92" fmla="*/ 0 w 109"/>
                <a:gd name="T93" fmla="*/ 61 h 110"/>
                <a:gd name="T94" fmla="*/ 4 w 109"/>
                <a:gd name="T95" fmla="*/ 66 h 110"/>
                <a:gd name="T96" fmla="*/ 12 w 109"/>
                <a:gd name="T97" fmla="*/ 67 h 110"/>
                <a:gd name="T98" fmla="*/ 55 w 109"/>
                <a:gd name="T99" fmla="*/ 35 h 110"/>
                <a:gd name="T100" fmla="*/ 74 w 109"/>
                <a:gd name="T101" fmla="*/ 54 h 110"/>
                <a:gd name="T102" fmla="*/ 55 w 109"/>
                <a:gd name="T103" fmla="*/ 74 h 110"/>
                <a:gd name="T104" fmla="*/ 35 w 109"/>
                <a:gd name="T105" fmla="*/ 54 h 110"/>
                <a:gd name="T106" fmla="*/ 55 w 109"/>
                <a:gd name="T107" fmla="*/ 3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9" h="110">
                  <a:moveTo>
                    <a:pt x="12" y="67"/>
                  </a:moveTo>
                  <a:cubicBezTo>
                    <a:pt x="13" y="70"/>
                    <a:pt x="14" y="73"/>
                    <a:pt x="16" y="76"/>
                  </a:cubicBezTo>
                  <a:cubicBezTo>
                    <a:pt x="11" y="82"/>
                    <a:pt x="11" y="82"/>
                    <a:pt x="11" y="82"/>
                  </a:cubicBezTo>
                  <a:cubicBezTo>
                    <a:pt x="9" y="84"/>
                    <a:pt x="10" y="87"/>
                    <a:pt x="11" y="89"/>
                  </a:cubicBezTo>
                  <a:cubicBezTo>
                    <a:pt x="20" y="98"/>
                    <a:pt x="20" y="98"/>
                    <a:pt x="20" y="98"/>
                  </a:cubicBezTo>
                  <a:cubicBezTo>
                    <a:pt x="22" y="99"/>
                    <a:pt x="24" y="99"/>
                    <a:pt x="26" y="98"/>
                  </a:cubicBezTo>
                  <a:cubicBezTo>
                    <a:pt x="32" y="93"/>
                    <a:pt x="32" y="93"/>
                    <a:pt x="32" y="93"/>
                  </a:cubicBezTo>
                  <a:cubicBezTo>
                    <a:pt x="36" y="95"/>
                    <a:pt x="39" y="96"/>
                    <a:pt x="42" y="97"/>
                  </a:cubicBezTo>
                  <a:cubicBezTo>
                    <a:pt x="43" y="105"/>
                    <a:pt x="43" y="105"/>
                    <a:pt x="43" y="105"/>
                  </a:cubicBezTo>
                  <a:cubicBezTo>
                    <a:pt x="44" y="108"/>
                    <a:pt x="46" y="110"/>
                    <a:pt x="48" y="110"/>
                  </a:cubicBezTo>
                  <a:cubicBezTo>
                    <a:pt x="60" y="110"/>
                    <a:pt x="60" y="110"/>
                    <a:pt x="60" y="110"/>
                  </a:cubicBezTo>
                  <a:cubicBezTo>
                    <a:pt x="63" y="110"/>
                    <a:pt x="65" y="108"/>
                    <a:pt x="65" y="105"/>
                  </a:cubicBezTo>
                  <a:cubicBezTo>
                    <a:pt x="66" y="98"/>
                    <a:pt x="66" y="98"/>
                    <a:pt x="66" y="98"/>
                  </a:cubicBezTo>
                  <a:cubicBezTo>
                    <a:pt x="70" y="97"/>
                    <a:pt x="73" y="95"/>
                    <a:pt x="77" y="93"/>
                  </a:cubicBezTo>
                  <a:cubicBezTo>
                    <a:pt x="83" y="98"/>
                    <a:pt x="83" y="98"/>
                    <a:pt x="83" y="98"/>
                  </a:cubicBezTo>
                  <a:cubicBezTo>
                    <a:pt x="85" y="100"/>
                    <a:pt x="87" y="99"/>
                    <a:pt x="89" y="98"/>
                  </a:cubicBezTo>
                  <a:cubicBezTo>
                    <a:pt x="98" y="89"/>
                    <a:pt x="98" y="89"/>
                    <a:pt x="98" y="89"/>
                  </a:cubicBezTo>
                  <a:cubicBezTo>
                    <a:pt x="99" y="87"/>
                    <a:pt x="100" y="85"/>
                    <a:pt x="98" y="83"/>
                  </a:cubicBezTo>
                  <a:cubicBezTo>
                    <a:pt x="93" y="77"/>
                    <a:pt x="93" y="77"/>
                    <a:pt x="93" y="77"/>
                  </a:cubicBezTo>
                  <a:cubicBezTo>
                    <a:pt x="95" y="73"/>
                    <a:pt x="97" y="70"/>
                    <a:pt x="98" y="66"/>
                  </a:cubicBezTo>
                  <a:cubicBezTo>
                    <a:pt x="105" y="65"/>
                    <a:pt x="105" y="65"/>
                    <a:pt x="105" y="65"/>
                  </a:cubicBezTo>
                  <a:cubicBezTo>
                    <a:pt x="107" y="65"/>
                    <a:pt x="109" y="63"/>
                    <a:pt x="109" y="60"/>
                  </a:cubicBezTo>
                  <a:cubicBezTo>
                    <a:pt x="109" y="49"/>
                    <a:pt x="109" y="49"/>
                    <a:pt x="109" y="49"/>
                  </a:cubicBezTo>
                  <a:cubicBezTo>
                    <a:pt x="109" y="46"/>
                    <a:pt x="107" y="44"/>
                    <a:pt x="105" y="44"/>
                  </a:cubicBezTo>
                  <a:cubicBezTo>
                    <a:pt x="98" y="43"/>
                    <a:pt x="98" y="43"/>
                    <a:pt x="98" y="43"/>
                  </a:cubicBezTo>
                  <a:cubicBezTo>
                    <a:pt x="97" y="39"/>
                    <a:pt x="95" y="36"/>
                    <a:pt x="94" y="32"/>
                  </a:cubicBezTo>
                  <a:cubicBezTo>
                    <a:pt x="98" y="27"/>
                    <a:pt x="98" y="27"/>
                    <a:pt x="98" y="27"/>
                  </a:cubicBezTo>
                  <a:cubicBezTo>
                    <a:pt x="100" y="25"/>
                    <a:pt x="99" y="22"/>
                    <a:pt x="98" y="20"/>
                  </a:cubicBezTo>
                  <a:cubicBezTo>
                    <a:pt x="89" y="12"/>
                    <a:pt x="89" y="12"/>
                    <a:pt x="89" y="12"/>
                  </a:cubicBezTo>
                  <a:cubicBezTo>
                    <a:pt x="87" y="10"/>
                    <a:pt x="85" y="10"/>
                    <a:pt x="83" y="12"/>
                  </a:cubicBezTo>
                  <a:cubicBezTo>
                    <a:pt x="77" y="16"/>
                    <a:pt x="77" y="16"/>
                    <a:pt x="77" y="16"/>
                  </a:cubicBezTo>
                  <a:cubicBezTo>
                    <a:pt x="74" y="14"/>
                    <a:pt x="70" y="12"/>
                    <a:pt x="66" y="11"/>
                  </a:cubicBezTo>
                  <a:cubicBezTo>
                    <a:pt x="66" y="4"/>
                    <a:pt x="66" y="4"/>
                    <a:pt x="66" y="4"/>
                  </a:cubicBezTo>
                  <a:cubicBezTo>
                    <a:pt x="65" y="2"/>
                    <a:pt x="63" y="0"/>
                    <a:pt x="61" y="0"/>
                  </a:cubicBezTo>
                  <a:cubicBezTo>
                    <a:pt x="49" y="0"/>
                    <a:pt x="49" y="0"/>
                    <a:pt x="49" y="0"/>
                  </a:cubicBezTo>
                  <a:cubicBezTo>
                    <a:pt x="46" y="0"/>
                    <a:pt x="44" y="2"/>
                    <a:pt x="44" y="4"/>
                  </a:cubicBezTo>
                  <a:cubicBezTo>
                    <a:pt x="43" y="11"/>
                    <a:pt x="43" y="11"/>
                    <a:pt x="43" y="11"/>
                  </a:cubicBezTo>
                  <a:cubicBezTo>
                    <a:pt x="39" y="12"/>
                    <a:pt x="35" y="14"/>
                    <a:pt x="32" y="16"/>
                  </a:cubicBezTo>
                  <a:cubicBezTo>
                    <a:pt x="26" y="12"/>
                    <a:pt x="26" y="12"/>
                    <a:pt x="26" y="12"/>
                  </a:cubicBezTo>
                  <a:cubicBezTo>
                    <a:pt x="24" y="10"/>
                    <a:pt x="22" y="10"/>
                    <a:pt x="20" y="12"/>
                  </a:cubicBezTo>
                  <a:cubicBezTo>
                    <a:pt x="11" y="20"/>
                    <a:pt x="11" y="20"/>
                    <a:pt x="11" y="20"/>
                  </a:cubicBezTo>
                  <a:cubicBezTo>
                    <a:pt x="10" y="22"/>
                    <a:pt x="9" y="25"/>
                    <a:pt x="11" y="27"/>
                  </a:cubicBezTo>
                  <a:cubicBezTo>
                    <a:pt x="16" y="33"/>
                    <a:pt x="16" y="33"/>
                    <a:pt x="16" y="33"/>
                  </a:cubicBezTo>
                  <a:cubicBezTo>
                    <a:pt x="14" y="36"/>
                    <a:pt x="12" y="40"/>
                    <a:pt x="11" y="43"/>
                  </a:cubicBezTo>
                  <a:cubicBezTo>
                    <a:pt x="4" y="44"/>
                    <a:pt x="4" y="44"/>
                    <a:pt x="4" y="44"/>
                  </a:cubicBezTo>
                  <a:cubicBezTo>
                    <a:pt x="2" y="44"/>
                    <a:pt x="0" y="47"/>
                    <a:pt x="0" y="49"/>
                  </a:cubicBezTo>
                  <a:cubicBezTo>
                    <a:pt x="0" y="61"/>
                    <a:pt x="0" y="61"/>
                    <a:pt x="0" y="61"/>
                  </a:cubicBezTo>
                  <a:cubicBezTo>
                    <a:pt x="0" y="63"/>
                    <a:pt x="2" y="66"/>
                    <a:pt x="4" y="66"/>
                  </a:cubicBezTo>
                  <a:lnTo>
                    <a:pt x="12" y="67"/>
                  </a:lnTo>
                  <a:close/>
                  <a:moveTo>
                    <a:pt x="55" y="35"/>
                  </a:moveTo>
                  <a:cubicBezTo>
                    <a:pt x="66" y="35"/>
                    <a:pt x="74" y="44"/>
                    <a:pt x="74" y="54"/>
                  </a:cubicBezTo>
                  <a:cubicBezTo>
                    <a:pt x="74" y="65"/>
                    <a:pt x="66" y="74"/>
                    <a:pt x="55" y="74"/>
                  </a:cubicBezTo>
                  <a:cubicBezTo>
                    <a:pt x="44" y="74"/>
                    <a:pt x="35" y="65"/>
                    <a:pt x="35" y="54"/>
                  </a:cubicBezTo>
                  <a:cubicBezTo>
                    <a:pt x="35" y="44"/>
                    <a:pt x="44" y="35"/>
                    <a:pt x="55" y="35"/>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26" name="Freeform 56"/>
            <p:cNvSpPr>
              <a:spLocks noEditPoints="1"/>
            </p:cNvSpPr>
            <p:nvPr/>
          </p:nvSpPr>
          <p:spPr bwMode="auto">
            <a:xfrm>
              <a:off x="2430453" y="3169459"/>
              <a:ext cx="514630" cy="514630"/>
            </a:xfrm>
            <a:custGeom>
              <a:avLst/>
              <a:gdLst>
                <a:gd name="T0" fmla="*/ 78 w 91"/>
                <a:gd name="T1" fmla="*/ 14 h 91"/>
                <a:gd name="T2" fmla="*/ 72 w 91"/>
                <a:gd name="T3" fmla="*/ 8 h 91"/>
                <a:gd name="T4" fmla="*/ 65 w 91"/>
                <a:gd name="T5" fmla="*/ 9 h 91"/>
                <a:gd name="T6" fmla="*/ 62 w 91"/>
                <a:gd name="T7" fmla="*/ 12 h 91"/>
                <a:gd name="T8" fmla="*/ 52 w 91"/>
                <a:gd name="T9" fmla="*/ 9 h 91"/>
                <a:gd name="T10" fmla="*/ 51 w 91"/>
                <a:gd name="T11" fmla="*/ 4 h 91"/>
                <a:gd name="T12" fmla="*/ 46 w 91"/>
                <a:gd name="T13" fmla="*/ 0 h 91"/>
                <a:gd name="T14" fmla="*/ 38 w 91"/>
                <a:gd name="T15" fmla="*/ 1 h 91"/>
                <a:gd name="T16" fmla="*/ 33 w 91"/>
                <a:gd name="T17" fmla="*/ 6 h 91"/>
                <a:gd name="T18" fmla="*/ 33 w 91"/>
                <a:gd name="T19" fmla="*/ 10 h 91"/>
                <a:gd name="T20" fmla="*/ 24 w 91"/>
                <a:gd name="T21" fmla="*/ 15 h 91"/>
                <a:gd name="T22" fmla="*/ 20 w 91"/>
                <a:gd name="T23" fmla="*/ 12 h 91"/>
                <a:gd name="T24" fmla="*/ 14 w 91"/>
                <a:gd name="T25" fmla="*/ 13 h 91"/>
                <a:gd name="T26" fmla="*/ 9 w 91"/>
                <a:gd name="T27" fmla="*/ 20 h 91"/>
                <a:gd name="T28" fmla="*/ 9 w 91"/>
                <a:gd name="T29" fmla="*/ 26 h 91"/>
                <a:gd name="T30" fmla="*/ 12 w 91"/>
                <a:gd name="T31" fmla="*/ 30 h 91"/>
                <a:gd name="T32" fmla="*/ 10 w 91"/>
                <a:gd name="T33" fmla="*/ 39 h 91"/>
                <a:gd name="T34" fmla="*/ 4 w 91"/>
                <a:gd name="T35" fmla="*/ 40 h 91"/>
                <a:gd name="T36" fmla="*/ 0 w 91"/>
                <a:gd name="T37" fmla="*/ 45 h 91"/>
                <a:gd name="T38" fmla="*/ 1 w 91"/>
                <a:gd name="T39" fmla="*/ 53 h 91"/>
                <a:gd name="T40" fmla="*/ 6 w 91"/>
                <a:gd name="T41" fmla="*/ 58 h 91"/>
                <a:gd name="T42" fmla="*/ 12 w 91"/>
                <a:gd name="T43" fmla="*/ 58 h 91"/>
                <a:gd name="T44" fmla="*/ 16 w 91"/>
                <a:gd name="T45" fmla="*/ 66 h 91"/>
                <a:gd name="T46" fmla="*/ 12 w 91"/>
                <a:gd name="T47" fmla="*/ 70 h 91"/>
                <a:gd name="T48" fmla="*/ 13 w 91"/>
                <a:gd name="T49" fmla="*/ 77 h 91"/>
                <a:gd name="T50" fmla="*/ 20 w 91"/>
                <a:gd name="T51" fmla="*/ 82 h 91"/>
                <a:gd name="T52" fmla="*/ 26 w 91"/>
                <a:gd name="T53" fmla="*/ 82 h 91"/>
                <a:gd name="T54" fmla="*/ 30 w 91"/>
                <a:gd name="T55" fmla="*/ 78 h 91"/>
                <a:gd name="T56" fmla="*/ 39 w 91"/>
                <a:gd name="T57" fmla="*/ 81 h 91"/>
                <a:gd name="T58" fmla="*/ 40 w 91"/>
                <a:gd name="T59" fmla="*/ 86 h 91"/>
                <a:gd name="T60" fmla="*/ 45 w 91"/>
                <a:gd name="T61" fmla="*/ 90 h 91"/>
                <a:gd name="T62" fmla="*/ 53 w 91"/>
                <a:gd name="T63" fmla="*/ 90 h 91"/>
                <a:gd name="T64" fmla="*/ 58 w 91"/>
                <a:gd name="T65" fmla="*/ 85 h 91"/>
                <a:gd name="T66" fmla="*/ 58 w 91"/>
                <a:gd name="T67" fmla="*/ 79 h 91"/>
                <a:gd name="T68" fmla="*/ 66 w 91"/>
                <a:gd name="T69" fmla="*/ 75 h 91"/>
                <a:gd name="T70" fmla="*/ 71 w 91"/>
                <a:gd name="T71" fmla="*/ 78 h 91"/>
                <a:gd name="T72" fmla="*/ 77 w 91"/>
                <a:gd name="T73" fmla="*/ 77 h 91"/>
                <a:gd name="T74" fmla="*/ 83 w 91"/>
                <a:gd name="T75" fmla="*/ 71 h 91"/>
                <a:gd name="T76" fmla="*/ 82 w 91"/>
                <a:gd name="T77" fmla="*/ 64 h 91"/>
                <a:gd name="T78" fmla="*/ 79 w 91"/>
                <a:gd name="T79" fmla="*/ 61 h 91"/>
                <a:gd name="T80" fmla="*/ 82 w 91"/>
                <a:gd name="T81" fmla="*/ 52 h 91"/>
                <a:gd name="T82" fmla="*/ 87 w 91"/>
                <a:gd name="T83" fmla="*/ 51 h 91"/>
                <a:gd name="T84" fmla="*/ 91 w 91"/>
                <a:gd name="T85" fmla="*/ 45 h 91"/>
                <a:gd name="T86" fmla="*/ 90 w 91"/>
                <a:gd name="T87" fmla="*/ 37 h 91"/>
                <a:gd name="T88" fmla="*/ 85 w 91"/>
                <a:gd name="T89" fmla="*/ 33 h 91"/>
                <a:gd name="T90" fmla="*/ 80 w 91"/>
                <a:gd name="T91" fmla="*/ 33 h 91"/>
                <a:gd name="T92" fmla="*/ 76 w 91"/>
                <a:gd name="T93" fmla="*/ 24 h 91"/>
                <a:gd name="T94" fmla="*/ 79 w 91"/>
                <a:gd name="T95" fmla="*/ 20 h 91"/>
                <a:gd name="T96" fmla="*/ 78 w 91"/>
                <a:gd name="T97" fmla="*/ 14 h 91"/>
                <a:gd name="T98" fmla="*/ 47 w 91"/>
                <a:gd name="T99" fmla="*/ 61 h 91"/>
                <a:gd name="T100" fmla="*/ 30 w 91"/>
                <a:gd name="T101" fmla="*/ 46 h 91"/>
                <a:gd name="T102" fmla="*/ 44 w 91"/>
                <a:gd name="T103" fmla="*/ 29 h 91"/>
                <a:gd name="T104" fmla="*/ 62 w 91"/>
                <a:gd name="T105" fmla="*/ 44 h 91"/>
                <a:gd name="T106" fmla="*/ 47 w 91"/>
                <a:gd name="T107" fmla="*/ 6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1" h="91">
                  <a:moveTo>
                    <a:pt x="78" y="14"/>
                  </a:moveTo>
                  <a:cubicBezTo>
                    <a:pt x="72" y="8"/>
                    <a:pt x="72" y="8"/>
                    <a:pt x="72" y="8"/>
                  </a:cubicBezTo>
                  <a:cubicBezTo>
                    <a:pt x="70" y="7"/>
                    <a:pt x="67" y="7"/>
                    <a:pt x="65" y="9"/>
                  </a:cubicBezTo>
                  <a:cubicBezTo>
                    <a:pt x="62" y="12"/>
                    <a:pt x="62" y="12"/>
                    <a:pt x="62" y="12"/>
                  </a:cubicBezTo>
                  <a:cubicBezTo>
                    <a:pt x="59" y="10"/>
                    <a:pt x="56" y="9"/>
                    <a:pt x="52" y="9"/>
                  </a:cubicBezTo>
                  <a:cubicBezTo>
                    <a:pt x="51" y="4"/>
                    <a:pt x="51" y="4"/>
                    <a:pt x="51" y="4"/>
                  </a:cubicBezTo>
                  <a:cubicBezTo>
                    <a:pt x="51" y="2"/>
                    <a:pt x="49" y="0"/>
                    <a:pt x="46" y="0"/>
                  </a:cubicBezTo>
                  <a:cubicBezTo>
                    <a:pt x="38" y="1"/>
                    <a:pt x="38" y="1"/>
                    <a:pt x="38" y="1"/>
                  </a:cubicBezTo>
                  <a:cubicBezTo>
                    <a:pt x="35" y="1"/>
                    <a:pt x="33" y="3"/>
                    <a:pt x="33" y="6"/>
                  </a:cubicBezTo>
                  <a:cubicBezTo>
                    <a:pt x="33" y="10"/>
                    <a:pt x="33" y="10"/>
                    <a:pt x="33" y="10"/>
                  </a:cubicBezTo>
                  <a:cubicBezTo>
                    <a:pt x="30" y="12"/>
                    <a:pt x="27" y="13"/>
                    <a:pt x="24" y="15"/>
                  </a:cubicBezTo>
                  <a:cubicBezTo>
                    <a:pt x="20" y="12"/>
                    <a:pt x="20" y="12"/>
                    <a:pt x="20" y="12"/>
                  </a:cubicBezTo>
                  <a:cubicBezTo>
                    <a:pt x="18" y="11"/>
                    <a:pt x="15" y="11"/>
                    <a:pt x="14" y="13"/>
                  </a:cubicBezTo>
                  <a:cubicBezTo>
                    <a:pt x="9" y="20"/>
                    <a:pt x="9" y="20"/>
                    <a:pt x="9" y="20"/>
                  </a:cubicBezTo>
                  <a:cubicBezTo>
                    <a:pt x="7" y="21"/>
                    <a:pt x="7" y="24"/>
                    <a:pt x="9" y="26"/>
                  </a:cubicBezTo>
                  <a:cubicBezTo>
                    <a:pt x="12" y="30"/>
                    <a:pt x="12" y="30"/>
                    <a:pt x="12" y="30"/>
                  </a:cubicBezTo>
                  <a:cubicBezTo>
                    <a:pt x="11" y="33"/>
                    <a:pt x="10" y="36"/>
                    <a:pt x="10" y="39"/>
                  </a:cubicBezTo>
                  <a:cubicBezTo>
                    <a:pt x="4" y="40"/>
                    <a:pt x="4" y="40"/>
                    <a:pt x="4" y="40"/>
                  </a:cubicBezTo>
                  <a:cubicBezTo>
                    <a:pt x="2" y="40"/>
                    <a:pt x="0" y="43"/>
                    <a:pt x="0" y="45"/>
                  </a:cubicBezTo>
                  <a:cubicBezTo>
                    <a:pt x="1" y="53"/>
                    <a:pt x="1" y="53"/>
                    <a:pt x="1" y="53"/>
                  </a:cubicBezTo>
                  <a:cubicBezTo>
                    <a:pt x="1" y="56"/>
                    <a:pt x="3" y="58"/>
                    <a:pt x="6" y="58"/>
                  </a:cubicBezTo>
                  <a:cubicBezTo>
                    <a:pt x="12" y="58"/>
                    <a:pt x="12" y="58"/>
                    <a:pt x="12" y="58"/>
                  </a:cubicBezTo>
                  <a:cubicBezTo>
                    <a:pt x="13" y="61"/>
                    <a:pt x="14" y="63"/>
                    <a:pt x="16" y="66"/>
                  </a:cubicBezTo>
                  <a:cubicBezTo>
                    <a:pt x="12" y="70"/>
                    <a:pt x="12" y="70"/>
                    <a:pt x="12" y="70"/>
                  </a:cubicBezTo>
                  <a:cubicBezTo>
                    <a:pt x="11" y="72"/>
                    <a:pt x="11" y="75"/>
                    <a:pt x="13" y="77"/>
                  </a:cubicBezTo>
                  <a:cubicBezTo>
                    <a:pt x="20" y="82"/>
                    <a:pt x="20" y="82"/>
                    <a:pt x="20" y="82"/>
                  </a:cubicBezTo>
                  <a:cubicBezTo>
                    <a:pt x="21" y="84"/>
                    <a:pt x="24" y="84"/>
                    <a:pt x="26" y="82"/>
                  </a:cubicBezTo>
                  <a:cubicBezTo>
                    <a:pt x="30" y="78"/>
                    <a:pt x="30" y="78"/>
                    <a:pt x="30" y="78"/>
                  </a:cubicBezTo>
                  <a:cubicBezTo>
                    <a:pt x="33" y="79"/>
                    <a:pt x="36" y="80"/>
                    <a:pt x="39" y="81"/>
                  </a:cubicBezTo>
                  <a:cubicBezTo>
                    <a:pt x="40" y="86"/>
                    <a:pt x="40" y="86"/>
                    <a:pt x="40" y="86"/>
                  </a:cubicBezTo>
                  <a:cubicBezTo>
                    <a:pt x="40" y="89"/>
                    <a:pt x="43" y="91"/>
                    <a:pt x="45" y="90"/>
                  </a:cubicBezTo>
                  <a:cubicBezTo>
                    <a:pt x="53" y="90"/>
                    <a:pt x="53" y="90"/>
                    <a:pt x="53" y="90"/>
                  </a:cubicBezTo>
                  <a:cubicBezTo>
                    <a:pt x="56" y="89"/>
                    <a:pt x="58" y="87"/>
                    <a:pt x="58" y="85"/>
                  </a:cubicBezTo>
                  <a:cubicBezTo>
                    <a:pt x="58" y="79"/>
                    <a:pt x="58" y="79"/>
                    <a:pt x="58" y="79"/>
                  </a:cubicBezTo>
                  <a:cubicBezTo>
                    <a:pt x="61" y="78"/>
                    <a:pt x="64" y="77"/>
                    <a:pt x="66" y="75"/>
                  </a:cubicBezTo>
                  <a:cubicBezTo>
                    <a:pt x="71" y="78"/>
                    <a:pt x="71" y="78"/>
                    <a:pt x="71" y="78"/>
                  </a:cubicBezTo>
                  <a:cubicBezTo>
                    <a:pt x="73" y="80"/>
                    <a:pt x="76" y="79"/>
                    <a:pt x="77" y="77"/>
                  </a:cubicBezTo>
                  <a:cubicBezTo>
                    <a:pt x="83" y="71"/>
                    <a:pt x="83" y="71"/>
                    <a:pt x="83" y="71"/>
                  </a:cubicBezTo>
                  <a:cubicBezTo>
                    <a:pt x="84" y="69"/>
                    <a:pt x="84" y="66"/>
                    <a:pt x="82" y="64"/>
                  </a:cubicBezTo>
                  <a:cubicBezTo>
                    <a:pt x="79" y="61"/>
                    <a:pt x="79" y="61"/>
                    <a:pt x="79" y="61"/>
                  </a:cubicBezTo>
                  <a:cubicBezTo>
                    <a:pt x="80" y="58"/>
                    <a:pt x="81" y="55"/>
                    <a:pt x="82" y="52"/>
                  </a:cubicBezTo>
                  <a:cubicBezTo>
                    <a:pt x="87" y="51"/>
                    <a:pt x="87" y="51"/>
                    <a:pt x="87" y="51"/>
                  </a:cubicBezTo>
                  <a:cubicBezTo>
                    <a:pt x="89" y="50"/>
                    <a:pt x="91" y="48"/>
                    <a:pt x="91" y="45"/>
                  </a:cubicBezTo>
                  <a:cubicBezTo>
                    <a:pt x="90" y="37"/>
                    <a:pt x="90" y="37"/>
                    <a:pt x="90" y="37"/>
                  </a:cubicBezTo>
                  <a:cubicBezTo>
                    <a:pt x="90" y="35"/>
                    <a:pt x="88" y="33"/>
                    <a:pt x="85" y="33"/>
                  </a:cubicBezTo>
                  <a:cubicBezTo>
                    <a:pt x="80" y="33"/>
                    <a:pt x="80" y="33"/>
                    <a:pt x="80" y="33"/>
                  </a:cubicBezTo>
                  <a:cubicBezTo>
                    <a:pt x="79" y="30"/>
                    <a:pt x="78" y="27"/>
                    <a:pt x="76" y="24"/>
                  </a:cubicBezTo>
                  <a:cubicBezTo>
                    <a:pt x="79" y="20"/>
                    <a:pt x="79" y="20"/>
                    <a:pt x="79" y="20"/>
                  </a:cubicBezTo>
                  <a:cubicBezTo>
                    <a:pt x="80" y="18"/>
                    <a:pt x="80" y="15"/>
                    <a:pt x="78" y="14"/>
                  </a:cubicBezTo>
                  <a:close/>
                  <a:moveTo>
                    <a:pt x="47" y="61"/>
                  </a:moveTo>
                  <a:cubicBezTo>
                    <a:pt x="38" y="62"/>
                    <a:pt x="30" y="55"/>
                    <a:pt x="30" y="46"/>
                  </a:cubicBezTo>
                  <a:cubicBezTo>
                    <a:pt x="29" y="37"/>
                    <a:pt x="36" y="30"/>
                    <a:pt x="44" y="29"/>
                  </a:cubicBezTo>
                  <a:cubicBezTo>
                    <a:pt x="53" y="28"/>
                    <a:pt x="61" y="35"/>
                    <a:pt x="62" y="44"/>
                  </a:cubicBezTo>
                  <a:cubicBezTo>
                    <a:pt x="62" y="52"/>
                    <a:pt x="56" y="60"/>
                    <a:pt x="47" y="6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27" name="Freeform 57"/>
            <p:cNvSpPr>
              <a:spLocks noEditPoints="1"/>
            </p:cNvSpPr>
            <p:nvPr/>
          </p:nvSpPr>
          <p:spPr bwMode="auto">
            <a:xfrm>
              <a:off x="2104044" y="3474425"/>
              <a:ext cx="412180" cy="414563"/>
            </a:xfrm>
            <a:custGeom>
              <a:avLst/>
              <a:gdLst>
                <a:gd name="T0" fmla="*/ 4 w 73"/>
                <a:gd name="T1" fmla="*/ 29 h 73"/>
                <a:gd name="T2" fmla="*/ 0 w 73"/>
                <a:gd name="T3" fmla="*/ 34 h 73"/>
                <a:gd name="T4" fmla="*/ 0 w 73"/>
                <a:gd name="T5" fmla="*/ 39 h 73"/>
                <a:gd name="T6" fmla="*/ 4 w 73"/>
                <a:gd name="T7" fmla="*/ 44 h 73"/>
                <a:gd name="T8" fmla="*/ 8 w 73"/>
                <a:gd name="T9" fmla="*/ 44 h 73"/>
                <a:gd name="T10" fmla="*/ 10 w 73"/>
                <a:gd name="T11" fmla="*/ 51 h 73"/>
                <a:gd name="T12" fmla="*/ 8 w 73"/>
                <a:gd name="T13" fmla="*/ 53 h 73"/>
                <a:gd name="T14" fmla="*/ 8 w 73"/>
                <a:gd name="T15" fmla="*/ 60 h 73"/>
                <a:gd name="T16" fmla="*/ 12 w 73"/>
                <a:gd name="T17" fmla="*/ 64 h 73"/>
                <a:gd name="T18" fmla="*/ 18 w 73"/>
                <a:gd name="T19" fmla="*/ 64 h 73"/>
                <a:gd name="T20" fmla="*/ 21 w 73"/>
                <a:gd name="T21" fmla="*/ 62 h 73"/>
                <a:gd name="T22" fmla="*/ 28 w 73"/>
                <a:gd name="T23" fmla="*/ 65 h 73"/>
                <a:gd name="T24" fmla="*/ 28 w 73"/>
                <a:gd name="T25" fmla="*/ 69 h 73"/>
                <a:gd name="T26" fmla="*/ 33 w 73"/>
                <a:gd name="T27" fmla="*/ 73 h 73"/>
                <a:gd name="T28" fmla="*/ 38 w 73"/>
                <a:gd name="T29" fmla="*/ 73 h 73"/>
                <a:gd name="T30" fmla="*/ 43 w 73"/>
                <a:gd name="T31" fmla="*/ 69 h 73"/>
                <a:gd name="T32" fmla="*/ 44 w 73"/>
                <a:gd name="T33" fmla="*/ 65 h 73"/>
                <a:gd name="T34" fmla="*/ 51 w 73"/>
                <a:gd name="T35" fmla="*/ 62 h 73"/>
                <a:gd name="T36" fmla="*/ 54 w 73"/>
                <a:gd name="T37" fmla="*/ 65 h 73"/>
                <a:gd name="T38" fmla="*/ 60 w 73"/>
                <a:gd name="T39" fmla="*/ 64 h 73"/>
                <a:gd name="T40" fmla="*/ 64 w 73"/>
                <a:gd name="T41" fmla="*/ 61 h 73"/>
                <a:gd name="T42" fmla="*/ 64 w 73"/>
                <a:gd name="T43" fmla="*/ 54 h 73"/>
                <a:gd name="T44" fmla="*/ 62 w 73"/>
                <a:gd name="T45" fmla="*/ 51 h 73"/>
                <a:gd name="T46" fmla="*/ 65 w 73"/>
                <a:gd name="T47" fmla="*/ 44 h 73"/>
                <a:gd name="T48" fmla="*/ 68 w 73"/>
                <a:gd name="T49" fmla="*/ 44 h 73"/>
                <a:gd name="T50" fmla="*/ 73 w 73"/>
                <a:gd name="T51" fmla="*/ 39 h 73"/>
                <a:gd name="T52" fmla="*/ 73 w 73"/>
                <a:gd name="T53" fmla="*/ 34 h 73"/>
                <a:gd name="T54" fmla="*/ 69 w 73"/>
                <a:gd name="T55" fmla="*/ 29 h 73"/>
                <a:gd name="T56" fmla="*/ 65 w 73"/>
                <a:gd name="T57" fmla="*/ 29 h 73"/>
                <a:gd name="T58" fmla="*/ 63 w 73"/>
                <a:gd name="T59" fmla="*/ 22 h 73"/>
                <a:gd name="T60" fmla="*/ 65 w 73"/>
                <a:gd name="T61" fmla="*/ 19 h 73"/>
                <a:gd name="T62" fmla="*/ 64 w 73"/>
                <a:gd name="T63" fmla="*/ 13 h 73"/>
                <a:gd name="T64" fmla="*/ 61 w 73"/>
                <a:gd name="T65" fmla="*/ 9 h 73"/>
                <a:gd name="T66" fmla="*/ 54 w 73"/>
                <a:gd name="T67" fmla="*/ 9 h 73"/>
                <a:gd name="T68" fmla="*/ 52 w 73"/>
                <a:gd name="T69" fmla="*/ 11 h 73"/>
                <a:gd name="T70" fmla="*/ 45 w 73"/>
                <a:gd name="T71" fmla="*/ 8 h 73"/>
                <a:gd name="T72" fmla="*/ 44 w 73"/>
                <a:gd name="T73" fmla="*/ 4 h 73"/>
                <a:gd name="T74" fmla="*/ 40 w 73"/>
                <a:gd name="T75" fmla="*/ 0 h 73"/>
                <a:gd name="T76" fmla="*/ 35 w 73"/>
                <a:gd name="T77" fmla="*/ 0 h 73"/>
                <a:gd name="T78" fmla="*/ 30 w 73"/>
                <a:gd name="T79" fmla="*/ 4 h 73"/>
                <a:gd name="T80" fmla="*/ 29 w 73"/>
                <a:gd name="T81" fmla="*/ 7 h 73"/>
                <a:gd name="T82" fmla="*/ 22 w 73"/>
                <a:gd name="T83" fmla="*/ 10 h 73"/>
                <a:gd name="T84" fmla="*/ 19 w 73"/>
                <a:gd name="T85" fmla="*/ 8 h 73"/>
                <a:gd name="T86" fmla="*/ 13 w 73"/>
                <a:gd name="T87" fmla="*/ 9 h 73"/>
                <a:gd name="T88" fmla="*/ 9 w 73"/>
                <a:gd name="T89" fmla="*/ 12 h 73"/>
                <a:gd name="T90" fmla="*/ 9 w 73"/>
                <a:gd name="T91" fmla="*/ 19 h 73"/>
                <a:gd name="T92" fmla="*/ 11 w 73"/>
                <a:gd name="T93" fmla="*/ 21 h 73"/>
                <a:gd name="T94" fmla="*/ 8 w 73"/>
                <a:gd name="T95" fmla="*/ 28 h 73"/>
                <a:gd name="T96" fmla="*/ 4 w 73"/>
                <a:gd name="T97" fmla="*/ 29 h 73"/>
                <a:gd name="T98" fmla="*/ 37 w 73"/>
                <a:gd name="T99" fmla="*/ 23 h 73"/>
                <a:gd name="T100" fmla="*/ 50 w 73"/>
                <a:gd name="T101" fmla="*/ 36 h 73"/>
                <a:gd name="T102" fmla="*/ 36 w 73"/>
                <a:gd name="T103" fmla="*/ 49 h 73"/>
                <a:gd name="T104" fmla="*/ 24 w 73"/>
                <a:gd name="T105" fmla="*/ 36 h 73"/>
                <a:gd name="T106" fmla="*/ 37 w 73"/>
                <a:gd name="T107" fmla="*/ 2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3" h="73">
                  <a:moveTo>
                    <a:pt x="4" y="29"/>
                  </a:moveTo>
                  <a:cubicBezTo>
                    <a:pt x="2" y="29"/>
                    <a:pt x="0" y="31"/>
                    <a:pt x="0" y="34"/>
                  </a:cubicBezTo>
                  <a:cubicBezTo>
                    <a:pt x="0" y="39"/>
                    <a:pt x="0" y="39"/>
                    <a:pt x="0" y="39"/>
                  </a:cubicBezTo>
                  <a:cubicBezTo>
                    <a:pt x="0" y="41"/>
                    <a:pt x="2" y="43"/>
                    <a:pt x="4" y="44"/>
                  </a:cubicBezTo>
                  <a:cubicBezTo>
                    <a:pt x="8" y="44"/>
                    <a:pt x="8" y="44"/>
                    <a:pt x="8" y="44"/>
                  </a:cubicBezTo>
                  <a:cubicBezTo>
                    <a:pt x="8" y="46"/>
                    <a:pt x="9" y="49"/>
                    <a:pt x="10" y="51"/>
                  </a:cubicBezTo>
                  <a:cubicBezTo>
                    <a:pt x="8" y="53"/>
                    <a:pt x="8" y="53"/>
                    <a:pt x="8" y="53"/>
                  </a:cubicBezTo>
                  <a:cubicBezTo>
                    <a:pt x="7" y="55"/>
                    <a:pt x="7" y="58"/>
                    <a:pt x="8" y="60"/>
                  </a:cubicBezTo>
                  <a:cubicBezTo>
                    <a:pt x="12" y="64"/>
                    <a:pt x="12" y="64"/>
                    <a:pt x="12" y="64"/>
                  </a:cubicBezTo>
                  <a:cubicBezTo>
                    <a:pt x="14" y="65"/>
                    <a:pt x="16" y="66"/>
                    <a:pt x="18" y="64"/>
                  </a:cubicBezTo>
                  <a:cubicBezTo>
                    <a:pt x="21" y="62"/>
                    <a:pt x="21" y="62"/>
                    <a:pt x="21" y="62"/>
                  </a:cubicBezTo>
                  <a:cubicBezTo>
                    <a:pt x="24" y="63"/>
                    <a:pt x="26" y="64"/>
                    <a:pt x="28" y="65"/>
                  </a:cubicBezTo>
                  <a:cubicBezTo>
                    <a:pt x="28" y="69"/>
                    <a:pt x="28" y="69"/>
                    <a:pt x="28" y="69"/>
                  </a:cubicBezTo>
                  <a:cubicBezTo>
                    <a:pt x="29" y="71"/>
                    <a:pt x="31" y="73"/>
                    <a:pt x="33" y="73"/>
                  </a:cubicBezTo>
                  <a:cubicBezTo>
                    <a:pt x="38" y="73"/>
                    <a:pt x="38" y="73"/>
                    <a:pt x="38" y="73"/>
                  </a:cubicBezTo>
                  <a:cubicBezTo>
                    <a:pt x="41" y="73"/>
                    <a:pt x="43" y="71"/>
                    <a:pt x="43" y="69"/>
                  </a:cubicBezTo>
                  <a:cubicBezTo>
                    <a:pt x="44" y="65"/>
                    <a:pt x="44" y="65"/>
                    <a:pt x="44" y="65"/>
                  </a:cubicBezTo>
                  <a:cubicBezTo>
                    <a:pt x="46" y="64"/>
                    <a:pt x="49" y="64"/>
                    <a:pt x="51" y="62"/>
                  </a:cubicBezTo>
                  <a:cubicBezTo>
                    <a:pt x="54" y="65"/>
                    <a:pt x="54" y="65"/>
                    <a:pt x="54" y="65"/>
                  </a:cubicBezTo>
                  <a:cubicBezTo>
                    <a:pt x="56" y="66"/>
                    <a:pt x="58" y="66"/>
                    <a:pt x="60" y="64"/>
                  </a:cubicBezTo>
                  <a:cubicBezTo>
                    <a:pt x="64" y="61"/>
                    <a:pt x="64" y="61"/>
                    <a:pt x="64" y="61"/>
                  </a:cubicBezTo>
                  <a:cubicBezTo>
                    <a:pt x="66" y="59"/>
                    <a:pt x="66" y="56"/>
                    <a:pt x="64" y="54"/>
                  </a:cubicBezTo>
                  <a:cubicBezTo>
                    <a:pt x="62" y="51"/>
                    <a:pt x="62" y="51"/>
                    <a:pt x="62" y="51"/>
                  </a:cubicBezTo>
                  <a:cubicBezTo>
                    <a:pt x="64" y="49"/>
                    <a:pt x="65" y="47"/>
                    <a:pt x="65" y="44"/>
                  </a:cubicBezTo>
                  <a:cubicBezTo>
                    <a:pt x="68" y="44"/>
                    <a:pt x="68" y="44"/>
                    <a:pt x="68" y="44"/>
                  </a:cubicBezTo>
                  <a:cubicBezTo>
                    <a:pt x="71" y="44"/>
                    <a:pt x="73" y="42"/>
                    <a:pt x="73" y="39"/>
                  </a:cubicBezTo>
                  <a:cubicBezTo>
                    <a:pt x="73" y="34"/>
                    <a:pt x="73" y="34"/>
                    <a:pt x="73" y="34"/>
                  </a:cubicBezTo>
                  <a:cubicBezTo>
                    <a:pt x="73" y="32"/>
                    <a:pt x="71" y="30"/>
                    <a:pt x="69" y="29"/>
                  </a:cubicBezTo>
                  <a:cubicBezTo>
                    <a:pt x="65" y="29"/>
                    <a:pt x="65" y="29"/>
                    <a:pt x="65" y="29"/>
                  </a:cubicBezTo>
                  <a:cubicBezTo>
                    <a:pt x="65" y="26"/>
                    <a:pt x="64" y="24"/>
                    <a:pt x="63" y="22"/>
                  </a:cubicBezTo>
                  <a:cubicBezTo>
                    <a:pt x="65" y="19"/>
                    <a:pt x="65" y="19"/>
                    <a:pt x="65" y="19"/>
                  </a:cubicBezTo>
                  <a:cubicBezTo>
                    <a:pt x="66" y="17"/>
                    <a:pt x="66" y="15"/>
                    <a:pt x="64" y="13"/>
                  </a:cubicBezTo>
                  <a:cubicBezTo>
                    <a:pt x="61" y="9"/>
                    <a:pt x="61" y="9"/>
                    <a:pt x="61" y="9"/>
                  </a:cubicBezTo>
                  <a:cubicBezTo>
                    <a:pt x="59" y="7"/>
                    <a:pt x="56" y="7"/>
                    <a:pt x="54" y="9"/>
                  </a:cubicBezTo>
                  <a:cubicBezTo>
                    <a:pt x="52" y="11"/>
                    <a:pt x="52" y="11"/>
                    <a:pt x="52" y="11"/>
                  </a:cubicBezTo>
                  <a:cubicBezTo>
                    <a:pt x="50" y="9"/>
                    <a:pt x="47" y="8"/>
                    <a:pt x="45" y="8"/>
                  </a:cubicBezTo>
                  <a:cubicBezTo>
                    <a:pt x="44" y="4"/>
                    <a:pt x="44" y="4"/>
                    <a:pt x="44" y="4"/>
                  </a:cubicBezTo>
                  <a:cubicBezTo>
                    <a:pt x="44" y="2"/>
                    <a:pt x="42" y="0"/>
                    <a:pt x="40" y="0"/>
                  </a:cubicBezTo>
                  <a:cubicBezTo>
                    <a:pt x="35" y="0"/>
                    <a:pt x="35" y="0"/>
                    <a:pt x="35" y="0"/>
                  </a:cubicBezTo>
                  <a:cubicBezTo>
                    <a:pt x="32" y="0"/>
                    <a:pt x="30" y="2"/>
                    <a:pt x="30" y="4"/>
                  </a:cubicBezTo>
                  <a:cubicBezTo>
                    <a:pt x="29" y="7"/>
                    <a:pt x="29" y="7"/>
                    <a:pt x="29" y="7"/>
                  </a:cubicBezTo>
                  <a:cubicBezTo>
                    <a:pt x="27" y="8"/>
                    <a:pt x="24" y="9"/>
                    <a:pt x="22" y="10"/>
                  </a:cubicBezTo>
                  <a:cubicBezTo>
                    <a:pt x="19" y="8"/>
                    <a:pt x="19" y="8"/>
                    <a:pt x="19" y="8"/>
                  </a:cubicBezTo>
                  <a:cubicBezTo>
                    <a:pt x="17" y="7"/>
                    <a:pt x="14" y="7"/>
                    <a:pt x="13" y="9"/>
                  </a:cubicBezTo>
                  <a:cubicBezTo>
                    <a:pt x="9" y="12"/>
                    <a:pt x="9" y="12"/>
                    <a:pt x="9" y="12"/>
                  </a:cubicBezTo>
                  <a:cubicBezTo>
                    <a:pt x="7" y="14"/>
                    <a:pt x="7" y="17"/>
                    <a:pt x="9" y="19"/>
                  </a:cubicBezTo>
                  <a:cubicBezTo>
                    <a:pt x="11" y="21"/>
                    <a:pt x="11" y="21"/>
                    <a:pt x="11" y="21"/>
                  </a:cubicBezTo>
                  <a:cubicBezTo>
                    <a:pt x="9" y="24"/>
                    <a:pt x="8" y="26"/>
                    <a:pt x="8" y="28"/>
                  </a:cubicBezTo>
                  <a:lnTo>
                    <a:pt x="4" y="29"/>
                  </a:lnTo>
                  <a:close/>
                  <a:moveTo>
                    <a:pt x="37" y="23"/>
                  </a:moveTo>
                  <a:cubicBezTo>
                    <a:pt x="44" y="23"/>
                    <a:pt x="50" y="29"/>
                    <a:pt x="50" y="36"/>
                  </a:cubicBezTo>
                  <a:cubicBezTo>
                    <a:pt x="50" y="44"/>
                    <a:pt x="44" y="49"/>
                    <a:pt x="36" y="49"/>
                  </a:cubicBezTo>
                  <a:cubicBezTo>
                    <a:pt x="29" y="49"/>
                    <a:pt x="23" y="43"/>
                    <a:pt x="24" y="36"/>
                  </a:cubicBezTo>
                  <a:cubicBezTo>
                    <a:pt x="24" y="29"/>
                    <a:pt x="30" y="23"/>
                    <a:pt x="37" y="23"/>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grpSp>
      <p:sp>
        <p:nvSpPr>
          <p:cNvPr id="28" name="Freeform 84"/>
          <p:cNvSpPr>
            <a:spLocks noEditPoints="1"/>
          </p:cNvSpPr>
          <p:nvPr/>
        </p:nvSpPr>
        <p:spPr bwMode="auto">
          <a:xfrm>
            <a:off x="8186320" y="2209222"/>
            <a:ext cx="446784" cy="654158"/>
          </a:xfrm>
          <a:custGeom>
            <a:avLst/>
            <a:gdLst>
              <a:gd name="T0" fmla="*/ 109 w 112"/>
              <a:gd name="T1" fmla="*/ 41 h 163"/>
              <a:gd name="T2" fmla="*/ 107 w 112"/>
              <a:gd name="T3" fmla="*/ 34 h 163"/>
              <a:gd name="T4" fmla="*/ 55 w 112"/>
              <a:gd name="T5" fmla="*/ 0 h 163"/>
              <a:gd name="T6" fmla="*/ 0 w 112"/>
              <a:gd name="T7" fmla="*/ 51 h 163"/>
              <a:gd name="T8" fmla="*/ 0 w 112"/>
              <a:gd name="T9" fmla="*/ 57 h 163"/>
              <a:gd name="T10" fmla="*/ 0 w 112"/>
              <a:gd name="T11" fmla="*/ 62 h 163"/>
              <a:gd name="T12" fmla="*/ 24 w 112"/>
              <a:gd name="T13" fmla="*/ 111 h 163"/>
              <a:gd name="T14" fmla="*/ 56 w 112"/>
              <a:gd name="T15" fmla="*/ 163 h 163"/>
              <a:gd name="T16" fmla="*/ 75 w 112"/>
              <a:gd name="T17" fmla="*/ 130 h 163"/>
              <a:gd name="T18" fmla="*/ 81 w 112"/>
              <a:gd name="T19" fmla="*/ 120 h 163"/>
              <a:gd name="T20" fmla="*/ 85 w 112"/>
              <a:gd name="T21" fmla="*/ 114 h 163"/>
              <a:gd name="T22" fmla="*/ 112 w 112"/>
              <a:gd name="T23" fmla="*/ 58 h 163"/>
              <a:gd name="T24" fmla="*/ 112 w 112"/>
              <a:gd name="T25" fmla="*/ 50 h 163"/>
              <a:gd name="T26" fmla="*/ 109 w 112"/>
              <a:gd name="T27" fmla="*/ 41 h 163"/>
              <a:gd name="T28" fmla="*/ 56 w 112"/>
              <a:gd name="T29" fmla="*/ 75 h 163"/>
              <a:gd name="T30" fmla="*/ 36 w 112"/>
              <a:gd name="T31" fmla="*/ 62 h 163"/>
              <a:gd name="T32" fmla="*/ 36 w 112"/>
              <a:gd name="T33" fmla="*/ 57 h 163"/>
              <a:gd name="T34" fmla="*/ 36 w 112"/>
              <a:gd name="T35" fmla="*/ 52 h 163"/>
              <a:gd name="T36" fmla="*/ 56 w 112"/>
              <a:gd name="T37" fmla="*/ 34 h 163"/>
              <a:gd name="T38" fmla="*/ 77 w 112"/>
              <a:gd name="T39" fmla="*/ 55 h 163"/>
              <a:gd name="T40" fmla="*/ 56 w 112"/>
              <a:gd name="T41" fmla="*/ 75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2" h="163">
                <a:moveTo>
                  <a:pt x="109" y="41"/>
                </a:moveTo>
                <a:cubicBezTo>
                  <a:pt x="109" y="38"/>
                  <a:pt x="108" y="36"/>
                  <a:pt x="107" y="34"/>
                </a:cubicBezTo>
                <a:cubicBezTo>
                  <a:pt x="96" y="9"/>
                  <a:pt x="74" y="0"/>
                  <a:pt x="55" y="0"/>
                </a:cubicBezTo>
                <a:cubicBezTo>
                  <a:pt x="30" y="0"/>
                  <a:pt x="3" y="16"/>
                  <a:pt x="0" y="51"/>
                </a:cubicBezTo>
                <a:cubicBezTo>
                  <a:pt x="0" y="57"/>
                  <a:pt x="0" y="57"/>
                  <a:pt x="0" y="57"/>
                </a:cubicBezTo>
                <a:cubicBezTo>
                  <a:pt x="0" y="58"/>
                  <a:pt x="0" y="60"/>
                  <a:pt x="0" y="62"/>
                </a:cubicBezTo>
                <a:cubicBezTo>
                  <a:pt x="2" y="78"/>
                  <a:pt x="15" y="95"/>
                  <a:pt x="24" y="111"/>
                </a:cubicBezTo>
                <a:cubicBezTo>
                  <a:pt x="35" y="129"/>
                  <a:pt x="45" y="146"/>
                  <a:pt x="56" y="163"/>
                </a:cubicBezTo>
                <a:cubicBezTo>
                  <a:pt x="62" y="152"/>
                  <a:pt x="69" y="141"/>
                  <a:pt x="75" y="130"/>
                </a:cubicBezTo>
                <a:cubicBezTo>
                  <a:pt x="77" y="127"/>
                  <a:pt x="79" y="123"/>
                  <a:pt x="81" y="120"/>
                </a:cubicBezTo>
                <a:cubicBezTo>
                  <a:pt x="82" y="118"/>
                  <a:pt x="84" y="116"/>
                  <a:pt x="85" y="114"/>
                </a:cubicBezTo>
                <a:cubicBezTo>
                  <a:pt x="96" y="96"/>
                  <a:pt x="112" y="76"/>
                  <a:pt x="112" y="58"/>
                </a:cubicBezTo>
                <a:cubicBezTo>
                  <a:pt x="112" y="50"/>
                  <a:pt x="112" y="50"/>
                  <a:pt x="112" y="50"/>
                </a:cubicBezTo>
                <a:cubicBezTo>
                  <a:pt x="112" y="48"/>
                  <a:pt x="110" y="41"/>
                  <a:pt x="109" y="41"/>
                </a:cubicBezTo>
                <a:close/>
                <a:moveTo>
                  <a:pt x="56" y="75"/>
                </a:moveTo>
                <a:cubicBezTo>
                  <a:pt x="48" y="75"/>
                  <a:pt x="40" y="72"/>
                  <a:pt x="36" y="62"/>
                </a:cubicBezTo>
                <a:cubicBezTo>
                  <a:pt x="36" y="60"/>
                  <a:pt x="36" y="57"/>
                  <a:pt x="36" y="57"/>
                </a:cubicBezTo>
                <a:cubicBezTo>
                  <a:pt x="36" y="52"/>
                  <a:pt x="36" y="52"/>
                  <a:pt x="36" y="52"/>
                </a:cubicBezTo>
                <a:cubicBezTo>
                  <a:pt x="36" y="40"/>
                  <a:pt x="47" y="34"/>
                  <a:pt x="56" y="34"/>
                </a:cubicBezTo>
                <a:cubicBezTo>
                  <a:pt x="68" y="34"/>
                  <a:pt x="77" y="43"/>
                  <a:pt x="77" y="55"/>
                </a:cubicBezTo>
                <a:cubicBezTo>
                  <a:pt x="77" y="66"/>
                  <a:pt x="67" y="75"/>
                  <a:pt x="56" y="7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dirty="0">
              <a:solidFill>
                <a:schemeClr val="bg1"/>
              </a:solidFill>
            </a:endParaRPr>
          </a:p>
        </p:txBody>
      </p:sp>
      <p:grpSp>
        <p:nvGrpSpPr>
          <p:cNvPr id="29" name="组合 28"/>
          <p:cNvGrpSpPr/>
          <p:nvPr/>
        </p:nvGrpSpPr>
        <p:grpSpPr>
          <a:xfrm>
            <a:off x="5217870" y="3194339"/>
            <a:ext cx="551314" cy="558058"/>
            <a:chOff x="7567222" y="2976473"/>
            <a:chExt cx="779092" cy="788623"/>
          </a:xfrm>
          <a:solidFill>
            <a:schemeClr val="bg1"/>
          </a:solidFill>
        </p:grpSpPr>
        <p:sp>
          <p:nvSpPr>
            <p:cNvPr id="30" name="Freeform 73"/>
            <p:cNvSpPr>
              <a:spLocks/>
            </p:cNvSpPr>
            <p:nvPr/>
          </p:nvSpPr>
          <p:spPr bwMode="auto">
            <a:xfrm>
              <a:off x="7793564" y="2976473"/>
              <a:ext cx="326409" cy="147718"/>
            </a:xfrm>
            <a:custGeom>
              <a:avLst/>
              <a:gdLst>
                <a:gd name="T0" fmla="*/ 3 w 58"/>
                <a:gd name="T1" fmla="*/ 26 h 26"/>
                <a:gd name="T2" fmla="*/ 55 w 58"/>
                <a:gd name="T3" fmla="*/ 26 h 26"/>
                <a:gd name="T4" fmla="*/ 58 w 58"/>
                <a:gd name="T5" fmla="*/ 23 h 26"/>
                <a:gd name="T6" fmla="*/ 58 w 58"/>
                <a:gd name="T7" fmla="*/ 0 h 26"/>
                <a:gd name="T8" fmla="*/ 0 w 58"/>
                <a:gd name="T9" fmla="*/ 0 h 26"/>
                <a:gd name="T10" fmla="*/ 0 w 58"/>
                <a:gd name="T11" fmla="*/ 23 h 26"/>
                <a:gd name="T12" fmla="*/ 3 w 58"/>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58" h="26">
                  <a:moveTo>
                    <a:pt x="3" y="26"/>
                  </a:moveTo>
                  <a:cubicBezTo>
                    <a:pt x="55" y="26"/>
                    <a:pt x="55" y="26"/>
                    <a:pt x="55" y="26"/>
                  </a:cubicBezTo>
                  <a:cubicBezTo>
                    <a:pt x="56" y="26"/>
                    <a:pt x="58" y="25"/>
                    <a:pt x="58" y="23"/>
                  </a:cubicBezTo>
                  <a:cubicBezTo>
                    <a:pt x="58" y="0"/>
                    <a:pt x="58" y="0"/>
                    <a:pt x="58" y="0"/>
                  </a:cubicBezTo>
                  <a:cubicBezTo>
                    <a:pt x="0" y="0"/>
                    <a:pt x="0" y="0"/>
                    <a:pt x="0" y="0"/>
                  </a:cubicBezTo>
                  <a:cubicBezTo>
                    <a:pt x="0" y="23"/>
                    <a:pt x="0" y="23"/>
                    <a:pt x="0" y="23"/>
                  </a:cubicBezTo>
                  <a:cubicBezTo>
                    <a:pt x="0" y="25"/>
                    <a:pt x="2" y="26"/>
                    <a:pt x="3" y="2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31" name="Freeform 74"/>
            <p:cNvSpPr>
              <a:spLocks noEditPoints="1"/>
            </p:cNvSpPr>
            <p:nvPr/>
          </p:nvSpPr>
          <p:spPr bwMode="auto">
            <a:xfrm>
              <a:off x="7567222" y="2976473"/>
              <a:ext cx="779092" cy="788623"/>
            </a:xfrm>
            <a:custGeom>
              <a:avLst/>
              <a:gdLst>
                <a:gd name="T0" fmla="*/ 136 w 138"/>
                <a:gd name="T1" fmla="*/ 35 h 139"/>
                <a:gd name="T2" fmla="*/ 107 w 138"/>
                <a:gd name="T3" fmla="*/ 6 h 139"/>
                <a:gd name="T4" fmla="*/ 107 w 138"/>
                <a:gd name="T5" fmla="*/ 23 h 139"/>
                <a:gd name="T6" fmla="*/ 95 w 138"/>
                <a:gd name="T7" fmla="*/ 35 h 139"/>
                <a:gd name="T8" fmla="*/ 43 w 138"/>
                <a:gd name="T9" fmla="*/ 35 h 139"/>
                <a:gd name="T10" fmla="*/ 31 w 138"/>
                <a:gd name="T11" fmla="*/ 23 h 139"/>
                <a:gd name="T12" fmla="*/ 31 w 138"/>
                <a:gd name="T13" fmla="*/ 0 h 139"/>
                <a:gd name="T14" fmla="*/ 13 w 138"/>
                <a:gd name="T15" fmla="*/ 0 h 139"/>
                <a:gd name="T16" fmla="*/ 0 w 138"/>
                <a:gd name="T17" fmla="*/ 13 h 139"/>
                <a:gd name="T18" fmla="*/ 0 w 138"/>
                <a:gd name="T19" fmla="*/ 126 h 139"/>
                <a:gd name="T20" fmla="*/ 13 w 138"/>
                <a:gd name="T21" fmla="*/ 139 h 139"/>
                <a:gd name="T22" fmla="*/ 125 w 138"/>
                <a:gd name="T23" fmla="*/ 139 h 139"/>
                <a:gd name="T24" fmla="*/ 138 w 138"/>
                <a:gd name="T25" fmla="*/ 126 h 139"/>
                <a:gd name="T26" fmla="*/ 138 w 138"/>
                <a:gd name="T27" fmla="*/ 40 h 139"/>
                <a:gd name="T28" fmla="*/ 136 w 138"/>
                <a:gd name="T29" fmla="*/ 35 h 139"/>
                <a:gd name="T30" fmla="*/ 117 w 138"/>
                <a:gd name="T31" fmla="*/ 110 h 139"/>
                <a:gd name="T32" fmla="*/ 109 w 138"/>
                <a:gd name="T33" fmla="*/ 117 h 139"/>
                <a:gd name="T34" fmla="*/ 29 w 138"/>
                <a:gd name="T35" fmla="*/ 117 h 139"/>
                <a:gd name="T36" fmla="*/ 21 w 138"/>
                <a:gd name="T37" fmla="*/ 110 h 139"/>
                <a:gd name="T38" fmla="*/ 21 w 138"/>
                <a:gd name="T39" fmla="*/ 71 h 139"/>
                <a:gd name="T40" fmla="*/ 29 w 138"/>
                <a:gd name="T41" fmla="*/ 64 h 139"/>
                <a:gd name="T42" fmla="*/ 109 w 138"/>
                <a:gd name="T43" fmla="*/ 64 h 139"/>
                <a:gd name="T44" fmla="*/ 117 w 138"/>
                <a:gd name="T45" fmla="*/ 71 h 139"/>
                <a:gd name="T46" fmla="*/ 117 w 138"/>
                <a:gd name="T47" fmla="*/ 11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8" h="139">
                  <a:moveTo>
                    <a:pt x="136" y="35"/>
                  </a:moveTo>
                  <a:cubicBezTo>
                    <a:pt x="107" y="6"/>
                    <a:pt x="107" y="6"/>
                    <a:pt x="107" y="6"/>
                  </a:cubicBezTo>
                  <a:cubicBezTo>
                    <a:pt x="107" y="23"/>
                    <a:pt x="107" y="23"/>
                    <a:pt x="107" y="23"/>
                  </a:cubicBezTo>
                  <a:cubicBezTo>
                    <a:pt x="107" y="30"/>
                    <a:pt x="101" y="35"/>
                    <a:pt x="95" y="35"/>
                  </a:cubicBezTo>
                  <a:cubicBezTo>
                    <a:pt x="43" y="35"/>
                    <a:pt x="43" y="35"/>
                    <a:pt x="43" y="35"/>
                  </a:cubicBezTo>
                  <a:cubicBezTo>
                    <a:pt x="37" y="35"/>
                    <a:pt x="31" y="30"/>
                    <a:pt x="31" y="23"/>
                  </a:cubicBezTo>
                  <a:cubicBezTo>
                    <a:pt x="31" y="0"/>
                    <a:pt x="31" y="0"/>
                    <a:pt x="31" y="0"/>
                  </a:cubicBezTo>
                  <a:cubicBezTo>
                    <a:pt x="13" y="0"/>
                    <a:pt x="13" y="0"/>
                    <a:pt x="13" y="0"/>
                  </a:cubicBezTo>
                  <a:cubicBezTo>
                    <a:pt x="6" y="0"/>
                    <a:pt x="0" y="6"/>
                    <a:pt x="0" y="13"/>
                  </a:cubicBezTo>
                  <a:cubicBezTo>
                    <a:pt x="0" y="126"/>
                    <a:pt x="0" y="126"/>
                    <a:pt x="0" y="126"/>
                  </a:cubicBezTo>
                  <a:cubicBezTo>
                    <a:pt x="0" y="133"/>
                    <a:pt x="6" y="139"/>
                    <a:pt x="13" y="139"/>
                  </a:cubicBezTo>
                  <a:cubicBezTo>
                    <a:pt x="125" y="139"/>
                    <a:pt x="125" y="139"/>
                    <a:pt x="125" y="139"/>
                  </a:cubicBezTo>
                  <a:cubicBezTo>
                    <a:pt x="132" y="139"/>
                    <a:pt x="138" y="133"/>
                    <a:pt x="138" y="126"/>
                  </a:cubicBezTo>
                  <a:cubicBezTo>
                    <a:pt x="138" y="40"/>
                    <a:pt x="138" y="40"/>
                    <a:pt x="138" y="40"/>
                  </a:cubicBezTo>
                  <a:cubicBezTo>
                    <a:pt x="138" y="38"/>
                    <a:pt x="137" y="37"/>
                    <a:pt x="136" y="35"/>
                  </a:cubicBezTo>
                  <a:close/>
                  <a:moveTo>
                    <a:pt x="117" y="110"/>
                  </a:moveTo>
                  <a:cubicBezTo>
                    <a:pt x="117" y="114"/>
                    <a:pt x="113" y="117"/>
                    <a:pt x="109" y="117"/>
                  </a:cubicBezTo>
                  <a:cubicBezTo>
                    <a:pt x="29" y="117"/>
                    <a:pt x="29" y="117"/>
                    <a:pt x="29" y="117"/>
                  </a:cubicBezTo>
                  <a:cubicBezTo>
                    <a:pt x="25" y="117"/>
                    <a:pt x="21" y="114"/>
                    <a:pt x="21" y="110"/>
                  </a:cubicBezTo>
                  <a:cubicBezTo>
                    <a:pt x="21" y="71"/>
                    <a:pt x="21" y="71"/>
                    <a:pt x="21" y="71"/>
                  </a:cubicBezTo>
                  <a:cubicBezTo>
                    <a:pt x="21" y="67"/>
                    <a:pt x="25" y="64"/>
                    <a:pt x="29" y="64"/>
                  </a:cubicBezTo>
                  <a:cubicBezTo>
                    <a:pt x="109" y="64"/>
                    <a:pt x="109" y="64"/>
                    <a:pt x="109" y="64"/>
                  </a:cubicBezTo>
                  <a:cubicBezTo>
                    <a:pt x="113" y="64"/>
                    <a:pt x="117" y="67"/>
                    <a:pt x="117" y="71"/>
                  </a:cubicBezTo>
                  <a:lnTo>
                    <a:pt x="117" y="110"/>
                  </a:ln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32" name="Freeform 75"/>
            <p:cNvSpPr>
              <a:spLocks/>
            </p:cNvSpPr>
            <p:nvPr/>
          </p:nvSpPr>
          <p:spPr bwMode="auto">
            <a:xfrm>
              <a:off x="7753061" y="3400566"/>
              <a:ext cx="407415" cy="57181"/>
            </a:xfrm>
            <a:custGeom>
              <a:avLst/>
              <a:gdLst>
                <a:gd name="T0" fmla="*/ 68 w 72"/>
                <a:gd name="T1" fmla="*/ 0 h 10"/>
                <a:gd name="T2" fmla="*/ 4 w 72"/>
                <a:gd name="T3" fmla="*/ 0 h 10"/>
                <a:gd name="T4" fmla="*/ 0 w 72"/>
                <a:gd name="T5" fmla="*/ 5 h 10"/>
                <a:gd name="T6" fmla="*/ 4 w 72"/>
                <a:gd name="T7" fmla="*/ 10 h 10"/>
                <a:gd name="T8" fmla="*/ 68 w 72"/>
                <a:gd name="T9" fmla="*/ 10 h 10"/>
                <a:gd name="T10" fmla="*/ 72 w 72"/>
                <a:gd name="T11" fmla="*/ 5 h 10"/>
                <a:gd name="T12" fmla="*/ 68 w 7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72" h="10">
                  <a:moveTo>
                    <a:pt x="68" y="0"/>
                  </a:moveTo>
                  <a:cubicBezTo>
                    <a:pt x="4" y="0"/>
                    <a:pt x="4" y="0"/>
                    <a:pt x="4" y="0"/>
                  </a:cubicBezTo>
                  <a:cubicBezTo>
                    <a:pt x="2" y="0"/>
                    <a:pt x="0" y="2"/>
                    <a:pt x="0" y="5"/>
                  </a:cubicBezTo>
                  <a:cubicBezTo>
                    <a:pt x="0" y="8"/>
                    <a:pt x="2" y="10"/>
                    <a:pt x="4" y="10"/>
                  </a:cubicBezTo>
                  <a:cubicBezTo>
                    <a:pt x="68" y="10"/>
                    <a:pt x="68" y="10"/>
                    <a:pt x="68" y="10"/>
                  </a:cubicBezTo>
                  <a:cubicBezTo>
                    <a:pt x="70" y="10"/>
                    <a:pt x="72" y="8"/>
                    <a:pt x="72" y="5"/>
                  </a:cubicBezTo>
                  <a:cubicBezTo>
                    <a:pt x="72" y="2"/>
                    <a:pt x="70" y="0"/>
                    <a:pt x="68"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33" name="Freeform 76"/>
            <p:cNvSpPr>
              <a:spLocks/>
            </p:cNvSpPr>
            <p:nvPr/>
          </p:nvSpPr>
          <p:spPr bwMode="auto">
            <a:xfrm>
              <a:off x="7805477" y="3507781"/>
              <a:ext cx="302583" cy="52416"/>
            </a:xfrm>
            <a:custGeom>
              <a:avLst/>
              <a:gdLst>
                <a:gd name="T0" fmla="*/ 50 w 54"/>
                <a:gd name="T1" fmla="*/ 0 h 9"/>
                <a:gd name="T2" fmla="*/ 4 w 54"/>
                <a:gd name="T3" fmla="*/ 0 h 9"/>
                <a:gd name="T4" fmla="*/ 0 w 54"/>
                <a:gd name="T5" fmla="*/ 4 h 9"/>
                <a:gd name="T6" fmla="*/ 4 w 54"/>
                <a:gd name="T7" fmla="*/ 9 h 9"/>
                <a:gd name="T8" fmla="*/ 50 w 54"/>
                <a:gd name="T9" fmla="*/ 9 h 9"/>
                <a:gd name="T10" fmla="*/ 54 w 54"/>
                <a:gd name="T11" fmla="*/ 4 h 9"/>
                <a:gd name="T12" fmla="*/ 50 w 54"/>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54" h="9">
                  <a:moveTo>
                    <a:pt x="50" y="0"/>
                  </a:moveTo>
                  <a:cubicBezTo>
                    <a:pt x="4" y="0"/>
                    <a:pt x="4" y="0"/>
                    <a:pt x="4" y="0"/>
                  </a:cubicBezTo>
                  <a:cubicBezTo>
                    <a:pt x="2" y="0"/>
                    <a:pt x="0" y="2"/>
                    <a:pt x="0" y="4"/>
                  </a:cubicBezTo>
                  <a:cubicBezTo>
                    <a:pt x="0" y="7"/>
                    <a:pt x="2" y="9"/>
                    <a:pt x="4" y="9"/>
                  </a:cubicBezTo>
                  <a:cubicBezTo>
                    <a:pt x="50" y="9"/>
                    <a:pt x="50" y="9"/>
                    <a:pt x="50" y="9"/>
                  </a:cubicBezTo>
                  <a:cubicBezTo>
                    <a:pt x="52" y="9"/>
                    <a:pt x="54" y="7"/>
                    <a:pt x="54" y="4"/>
                  </a:cubicBezTo>
                  <a:cubicBezTo>
                    <a:pt x="54" y="2"/>
                    <a:pt x="52" y="0"/>
                    <a:pt x="50"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grpSp>
      <p:sp>
        <p:nvSpPr>
          <p:cNvPr id="34"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五项递进</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505401520"/>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6" name="组合 115"/>
          <p:cNvGrpSpPr/>
          <p:nvPr/>
        </p:nvGrpSpPr>
        <p:grpSpPr>
          <a:xfrm>
            <a:off x="2536077" y="3243310"/>
            <a:ext cx="7119846" cy="3614690"/>
            <a:chOff x="704851" y="1154113"/>
            <a:chExt cx="9390062" cy="4767263"/>
          </a:xfrm>
        </p:grpSpPr>
        <p:sp>
          <p:nvSpPr>
            <p:cNvPr id="5" name="Rectangle 5"/>
            <p:cNvSpPr>
              <a:spLocks noChangeArrowheads="1"/>
            </p:cNvSpPr>
            <p:nvPr/>
          </p:nvSpPr>
          <p:spPr bwMode="auto">
            <a:xfrm>
              <a:off x="2657476" y="5919788"/>
              <a:ext cx="500063" cy="1588"/>
            </a:xfrm>
            <a:prstGeom prst="rect">
              <a:avLst/>
            </a:prstGeom>
            <a:solidFill>
              <a:srgbClr val="FFFFFF"/>
            </a:solidFill>
            <a:ln w="15875" cap="flat">
              <a:solidFill>
                <a:srgbClr val="219980"/>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6" name="Freeform 6"/>
            <p:cNvSpPr>
              <a:spLocks/>
            </p:cNvSpPr>
            <p:nvPr/>
          </p:nvSpPr>
          <p:spPr bwMode="auto">
            <a:xfrm>
              <a:off x="7154863" y="4314826"/>
              <a:ext cx="938213" cy="1604963"/>
            </a:xfrm>
            <a:custGeom>
              <a:avLst/>
              <a:gdLst>
                <a:gd name="T0" fmla="*/ 113 w 250"/>
                <a:gd name="T1" fmla="*/ 427 h 427"/>
                <a:gd name="T2" fmla="*/ 250 w 250"/>
                <a:gd name="T3" fmla="*/ 427 h 427"/>
                <a:gd name="T4" fmla="*/ 250 w 250"/>
                <a:gd name="T5" fmla="*/ 426 h 427"/>
                <a:gd name="T6" fmla="*/ 112 w 250"/>
                <a:gd name="T7" fmla="*/ 0 h 427"/>
                <a:gd name="T8" fmla="*/ 0 w 250"/>
                <a:gd name="T9" fmla="*/ 81 h 427"/>
                <a:gd name="T10" fmla="*/ 113 w 250"/>
                <a:gd name="T11" fmla="*/ 427 h 427"/>
              </a:gdLst>
              <a:ahLst/>
              <a:cxnLst>
                <a:cxn ang="0">
                  <a:pos x="T0" y="T1"/>
                </a:cxn>
                <a:cxn ang="0">
                  <a:pos x="T2" y="T3"/>
                </a:cxn>
                <a:cxn ang="0">
                  <a:pos x="T4" y="T5"/>
                </a:cxn>
                <a:cxn ang="0">
                  <a:pos x="T6" y="T7"/>
                </a:cxn>
                <a:cxn ang="0">
                  <a:pos x="T8" y="T9"/>
                </a:cxn>
                <a:cxn ang="0">
                  <a:pos x="T10" y="T11"/>
                </a:cxn>
              </a:cxnLst>
              <a:rect l="0" t="0" r="r" b="b"/>
              <a:pathLst>
                <a:path w="250" h="427">
                  <a:moveTo>
                    <a:pt x="113" y="427"/>
                  </a:moveTo>
                  <a:cubicBezTo>
                    <a:pt x="250" y="427"/>
                    <a:pt x="250" y="427"/>
                    <a:pt x="250" y="427"/>
                  </a:cubicBezTo>
                  <a:cubicBezTo>
                    <a:pt x="250" y="426"/>
                    <a:pt x="250" y="426"/>
                    <a:pt x="250" y="426"/>
                  </a:cubicBezTo>
                  <a:cubicBezTo>
                    <a:pt x="250" y="267"/>
                    <a:pt x="199" y="119"/>
                    <a:pt x="112" y="0"/>
                  </a:cubicBezTo>
                  <a:cubicBezTo>
                    <a:pt x="0" y="81"/>
                    <a:pt x="0" y="81"/>
                    <a:pt x="0" y="81"/>
                  </a:cubicBezTo>
                  <a:cubicBezTo>
                    <a:pt x="71" y="178"/>
                    <a:pt x="113" y="298"/>
                    <a:pt x="113" y="427"/>
                  </a:cubicBezTo>
                  <a:close/>
                </a:path>
              </a:pathLst>
            </a:custGeom>
            <a:solidFill>
              <a:srgbClr val="E7BE22"/>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7" name="Freeform 7"/>
            <p:cNvSpPr>
              <a:spLocks/>
            </p:cNvSpPr>
            <p:nvPr/>
          </p:nvSpPr>
          <p:spPr bwMode="auto">
            <a:xfrm>
              <a:off x="2657476" y="4322763"/>
              <a:ext cx="923925" cy="1597025"/>
            </a:xfrm>
            <a:custGeom>
              <a:avLst/>
              <a:gdLst>
                <a:gd name="T0" fmla="*/ 137 w 246"/>
                <a:gd name="T1" fmla="*/ 0 h 425"/>
                <a:gd name="T2" fmla="*/ 0 w 246"/>
                <a:gd name="T3" fmla="*/ 424 h 425"/>
                <a:gd name="T4" fmla="*/ 0 w 246"/>
                <a:gd name="T5" fmla="*/ 425 h 425"/>
                <a:gd name="T6" fmla="*/ 133 w 246"/>
                <a:gd name="T7" fmla="*/ 425 h 425"/>
                <a:gd name="T8" fmla="*/ 246 w 246"/>
                <a:gd name="T9" fmla="*/ 79 h 425"/>
                <a:gd name="T10" fmla="*/ 137 w 246"/>
                <a:gd name="T11" fmla="*/ 0 h 425"/>
              </a:gdLst>
              <a:ahLst/>
              <a:cxnLst>
                <a:cxn ang="0">
                  <a:pos x="T0" y="T1"/>
                </a:cxn>
                <a:cxn ang="0">
                  <a:pos x="T2" y="T3"/>
                </a:cxn>
                <a:cxn ang="0">
                  <a:pos x="T4" y="T5"/>
                </a:cxn>
                <a:cxn ang="0">
                  <a:pos x="T6" y="T7"/>
                </a:cxn>
                <a:cxn ang="0">
                  <a:pos x="T8" y="T9"/>
                </a:cxn>
                <a:cxn ang="0">
                  <a:pos x="T10" y="T11"/>
                </a:cxn>
              </a:cxnLst>
              <a:rect l="0" t="0" r="r" b="b"/>
              <a:pathLst>
                <a:path w="246" h="425">
                  <a:moveTo>
                    <a:pt x="137" y="0"/>
                  </a:moveTo>
                  <a:cubicBezTo>
                    <a:pt x="51" y="119"/>
                    <a:pt x="0" y="265"/>
                    <a:pt x="0" y="424"/>
                  </a:cubicBezTo>
                  <a:cubicBezTo>
                    <a:pt x="0" y="424"/>
                    <a:pt x="0" y="424"/>
                    <a:pt x="0" y="425"/>
                  </a:cubicBezTo>
                  <a:cubicBezTo>
                    <a:pt x="133" y="425"/>
                    <a:pt x="133" y="425"/>
                    <a:pt x="133" y="425"/>
                  </a:cubicBezTo>
                  <a:cubicBezTo>
                    <a:pt x="134" y="296"/>
                    <a:pt x="175" y="176"/>
                    <a:pt x="246" y="79"/>
                  </a:cubicBezTo>
                  <a:lnTo>
                    <a:pt x="137" y="0"/>
                  </a:lnTo>
                  <a:close/>
                </a:path>
              </a:pathLst>
            </a:custGeom>
            <a:solidFill>
              <a:srgbClr val="219980"/>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8" name="Freeform 8"/>
            <p:cNvSpPr>
              <a:spLocks/>
            </p:cNvSpPr>
            <p:nvPr/>
          </p:nvSpPr>
          <p:spPr bwMode="auto">
            <a:xfrm>
              <a:off x="6051551" y="3325813"/>
              <a:ext cx="1524000" cy="1293813"/>
            </a:xfrm>
            <a:custGeom>
              <a:avLst/>
              <a:gdLst>
                <a:gd name="T0" fmla="*/ 294 w 406"/>
                <a:gd name="T1" fmla="*/ 344 h 344"/>
                <a:gd name="T2" fmla="*/ 406 w 406"/>
                <a:gd name="T3" fmla="*/ 263 h 344"/>
                <a:gd name="T4" fmla="*/ 42 w 406"/>
                <a:gd name="T5" fmla="*/ 0 h 344"/>
                <a:gd name="T6" fmla="*/ 0 w 406"/>
                <a:gd name="T7" fmla="*/ 130 h 344"/>
                <a:gd name="T8" fmla="*/ 294 w 406"/>
                <a:gd name="T9" fmla="*/ 344 h 344"/>
              </a:gdLst>
              <a:ahLst/>
              <a:cxnLst>
                <a:cxn ang="0">
                  <a:pos x="T0" y="T1"/>
                </a:cxn>
                <a:cxn ang="0">
                  <a:pos x="T2" y="T3"/>
                </a:cxn>
                <a:cxn ang="0">
                  <a:pos x="T4" y="T5"/>
                </a:cxn>
                <a:cxn ang="0">
                  <a:pos x="T6" y="T7"/>
                </a:cxn>
                <a:cxn ang="0">
                  <a:pos x="T8" y="T9"/>
                </a:cxn>
              </a:cxnLst>
              <a:rect l="0" t="0" r="r" b="b"/>
              <a:pathLst>
                <a:path w="406" h="344">
                  <a:moveTo>
                    <a:pt x="294" y="344"/>
                  </a:moveTo>
                  <a:cubicBezTo>
                    <a:pt x="406" y="263"/>
                    <a:pt x="406" y="263"/>
                    <a:pt x="406" y="263"/>
                  </a:cubicBezTo>
                  <a:cubicBezTo>
                    <a:pt x="316" y="140"/>
                    <a:pt x="190" y="47"/>
                    <a:pt x="42" y="0"/>
                  </a:cubicBezTo>
                  <a:cubicBezTo>
                    <a:pt x="0" y="130"/>
                    <a:pt x="0" y="130"/>
                    <a:pt x="0" y="130"/>
                  </a:cubicBezTo>
                  <a:cubicBezTo>
                    <a:pt x="119" y="169"/>
                    <a:pt x="222" y="244"/>
                    <a:pt x="294" y="344"/>
                  </a:cubicBezTo>
                  <a:close/>
                </a:path>
              </a:pathLst>
            </a:custGeom>
            <a:solidFill>
              <a:srgbClr val="DA4D3C"/>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9" name="Freeform 9"/>
            <p:cNvSpPr>
              <a:spLocks/>
            </p:cNvSpPr>
            <p:nvPr/>
          </p:nvSpPr>
          <p:spPr bwMode="auto">
            <a:xfrm>
              <a:off x="3171826" y="3330576"/>
              <a:ext cx="1512888" cy="1289050"/>
            </a:xfrm>
            <a:custGeom>
              <a:avLst/>
              <a:gdLst>
                <a:gd name="T0" fmla="*/ 403 w 403"/>
                <a:gd name="T1" fmla="*/ 129 h 343"/>
                <a:gd name="T2" fmla="*/ 361 w 403"/>
                <a:gd name="T3" fmla="*/ 0 h 343"/>
                <a:gd name="T4" fmla="*/ 0 w 403"/>
                <a:gd name="T5" fmla="*/ 264 h 343"/>
                <a:gd name="T6" fmla="*/ 109 w 403"/>
                <a:gd name="T7" fmla="*/ 343 h 343"/>
                <a:gd name="T8" fmla="*/ 403 w 403"/>
                <a:gd name="T9" fmla="*/ 129 h 343"/>
              </a:gdLst>
              <a:ahLst/>
              <a:cxnLst>
                <a:cxn ang="0">
                  <a:pos x="T0" y="T1"/>
                </a:cxn>
                <a:cxn ang="0">
                  <a:pos x="T2" y="T3"/>
                </a:cxn>
                <a:cxn ang="0">
                  <a:pos x="T4" y="T5"/>
                </a:cxn>
                <a:cxn ang="0">
                  <a:pos x="T6" y="T7"/>
                </a:cxn>
                <a:cxn ang="0">
                  <a:pos x="T8" y="T9"/>
                </a:cxn>
              </a:cxnLst>
              <a:rect l="0" t="0" r="r" b="b"/>
              <a:pathLst>
                <a:path w="403" h="343">
                  <a:moveTo>
                    <a:pt x="403" y="129"/>
                  </a:moveTo>
                  <a:cubicBezTo>
                    <a:pt x="361" y="0"/>
                    <a:pt x="361" y="0"/>
                    <a:pt x="361" y="0"/>
                  </a:cubicBezTo>
                  <a:cubicBezTo>
                    <a:pt x="214" y="48"/>
                    <a:pt x="89" y="141"/>
                    <a:pt x="0" y="264"/>
                  </a:cubicBezTo>
                  <a:cubicBezTo>
                    <a:pt x="109" y="343"/>
                    <a:pt x="109" y="343"/>
                    <a:pt x="109" y="343"/>
                  </a:cubicBezTo>
                  <a:cubicBezTo>
                    <a:pt x="181" y="243"/>
                    <a:pt x="284" y="168"/>
                    <a:pt x="403" y="129"/>
                  </a:cubicBezTo>
                  <a:close/>
                </a:path>
              </a:pathLst>
            </a:custGeom>
            <a:solidFill>
              <a:srgbClr val="4BB56D"/>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10"/>
            <p:cNvSpPr>
              <a:spLocks/>
            </p:cNvSpPr>
            <p:nvPr/>
          </p:nvSpPr>
          <p:spPr bwMode="auto">
            <a:xfrm>
              <a:off x="4527551" y="3194051"/>
              <a:ext cx="1681163" cy="620713"/>
            </a:xfrm>
            <a:custGeom>
              <a:avLst/>
              <a:gdLst>
                <a:gd name="T0" fmla="*/ 224 w 448"/>
                <a:gd name="T1" fmla="*/ 136 h 165"/>
                <a:gd name="T2" fmla="*/ 406 w 448"/>
                <a:gd name="T3" fmla="*/ 165 h 165"/>
                <a:gd name="T4" fmla="*/ 448 w 448"/>
                <a:gd name="T5" fmla="*/ 35 h 165"/>
                <a:gd name="T6" fmla="*/ 226 w 448"/>
                <a:gd name="T7" fmla="*/ 0 h 165"/>
                <a:gd name="T8" fmla="*/ 0 w 448"/>
                <a:gd name="T9" fmla="*/ 36 h 165"/>
                <a:gd name="T10" fmla="*/ 42 w 448"/>
                <a:gd name="T11" fmla="*/ 165 h 165"/>
                <a:gd name="T12" fmla="*/ 224 w 448"/>
                <a:gd name="T13" fmla="*/ 136 h 165"/>
              </a:gdLst>
              <a:ahLst/>
              <a:cxnLst>
                <a:cxn ang="0">
                  <a:pos x="T0" y="T1"/>
                </a:cxn>
                <a:cxn ang="0">
                  <a:pos x="T2" y="T3"/>
                </a:cxn>
                <a:cxn ang="0">
                  <a:pos x="T4" y="T5"/>
                </a:cxn>
                <a:cxn ang="0">
                  <a:pos x="T6" y="T7"/>
                </a:cxn>
                <a:cxn ang="0">
                  <a:pos x="T8" y="T9"/>
                </a:cxn>
                <a:cxn ang="0">
                  <a:pos x="T10" y="T11"/>
                </a:cxn>
                <a:cxn ang="0">
                  <a:pos x="T12" y="T13"/>
                </a:cxn>
              </a:cxnLst>
              <a:rect l="0" t="0" r="r" b="b"/>
              <a:pathLst>
                <a:path w="448" h="165">
                  <a:moveTo>
                    <a:pt x="224" y="136"/>
                  </a:moveTo>
                  <a:cubicBezTo>
                    <a:pt x="288" y="136"/>
                    <a:pt x="349" y="146"/>
                    <a:pt x="406" y="165"/>
                  </a:cubicBezTo>
                  <a:cubicBezTo>
                    <a:pt x="448" y="35"/>
                    <a:pt x="448" y="35"/>
                    <a:pt x="448" y="35"/>
                  </a:cubicBezTo>
                  <a:cubicBezTo>
                    <a:pt x="378" y="12"/>
                    <a:pt x="303" y="0"/>
                    <a:pt x="226" y="0"/>
                  </a:cubicBezTo>
                  <a:cubicBezTo>
                    <a:pt x="147" y="0"/>
                    <a:pt x="71" y="12"/>
                    <a:pt x="0" y="36"/>
                  </a:cubicBezTo>
                  <a:cubicBezTo>
                    <a:pt x="42" y="165"/>
                    <a:pt x="42" y="165"/>
                    <a:pt x="42" y="165"/>
                  </a:cubicBezTo>
                  <a:cubicBezTo>
                    <a:pt x="100" y="146"/>
                    <a:pt x="161" y="136"/>
                    <a:pt x="224" y="136"/>
                  </a:cubicBezTo>
                  <a:close/>
                </a:path>
              </a:pathLst>
            </a:custGeom>
            <a:solidFill>
              <a:srgbClr val="3A8FCB"/>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12"/>
            <p:cNvSpPr>
              <a:spLocks/>
            </p:cNvSpPr>
            <p:nvPr/>
          </p:nvSpPr>
          <p:spPr bwMode="auto">
            <a:xfrm>
              <a:off x="704851" y="3544888"/>
              <a:ext cx="1355725" cy="2157413"/>
            </a:xfrm>
            <a:custGeom>
              <a:avLst/>
              <a:gdLst>
                <a:gd name="T0" fmla="*/ 141 w 361"/>
                <a:gd name="T1" fmla="*/ 50 h 574"/>
                <a:gd name="T2" fmla="*/ 91 w 361"/>
                <a:gd name="T3" fmla="*/ 66 h 574"/>
                <a:gd name="T4" fmla="*/ 125 w 361"/>
                <a:gd name="T5" fmla="*/ 82 h 574"/>
                <a:gd name="T6" fmla="*/ 11 w 361"/>
                <a:gd name="T7" fmla="*/ 456 h 574"/>
                <a:gd name="T8" fmla="*/ 0 w 361"/>
                <a:gd name="T9" fmla="*/ 574 h 574"/>
                <a:gd name="T10" fmla="*/ 124 w 361"/>
                <a:gd name="T11" fmla="*/ 459 h 574"/>
                <a:gd name="T12" fmla="*/ 226 w 361"/>
                <a:gd name="T13" fmla="*/ 570 h 574"/>
                <a:gd name="T14" fmla="*/ 328 w 361"/>
                <a:gd name="T15" fmla="*/ 181 h 574"/>
                <a:gd name="T16" fmla="*/ 361 w 361"/>
                <a:gd name="T17" fmla="*/ 197 h 574"/>
                <a:gd name="T18" fmla="*/ 345 w 361"/>
                <a:gd name="T19" fmla="*/ 147 h 574"/>
                <a:gd name="T20" fmla="*/ 299 w 361"/>
                <a:gd name="T21" fmla="*/ 0 h 574"/>
                <a:gd name="T22" fmla="*/ 141 w 361"/>
                <a:gd name="T23" fmla="*/ 50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1" h="574">
                  <a:moveTo>
                    <a:pt x="141" y="50"/>
                  </a:moveTo>
                  <a:cubicBezTo>
                    <a:pt x="91" y="66"/>
                    <a:pt x="91" y="66"/>
                    <a:pt x="91" y="66"/>
                  </a:cubicBezTo>
                  <a:cubicBezTo>
                    <a:pt x="125" y="82"/>
                    <a:pt x="125" y="82"/>
                    <a:pt x="125" y="82"/>
                  </a:cubicBezTo>
                  <a:cubicBezTo>
                    <a:pt x="67" y="200"/>
                    <a:pt x="29" y="325"/>
                    <a:pt x="11" y="456"/>
                  </a:cubicBezTo>
                  <a:cubicBezTo>
                    <a:pt x="5" y="495"/>
                    <a:pt x="1" y="534"/>
                    <a:pt x="0" y="574"/>
                  </a:cubicBezTo>
                  <a:cubicBezTo>
                    <a:pt x="124" y="459"/>
                    <a:pt x="124" y="459"/>
                    <a:pt x="124" y="459"/>
                  </a:cubicBezTo>
                  <a:cubicBezTo>
                    <a:pt x="226" y="570"/>
                    <a:pt x="226" y="570"/>
                    <a:pt x="226" y="570"/>
                  </a:cubicBezTo>
                  <a:cubicBezTo>
                    <a:pt x="234" y="435"/>
                    <a:pt x="268" y="303"/>
                    <a:pt x="328" y="181"/>
                  </a:cubicBezTo>
                  <a:cubicBezTo>
                    <a:pt x="361" y="197"/>
                    <a:pt x="361" y="197"/>
                    <a:pt x="361" y="197"/>
                  </a:cubicBezTo>
                  <a:cubicBezTo>
                    <a:pt x="345" y="147"/>
                    <a:pt x="345" y="147"/>
                    <a:pt x="345" y="147"/>
                  </a:cubicBezTo>
                  <a:cubicBezTo>
                    <a:pt x="299" y="0"/>
                    <a:pt x="299" y="0"/>
                    <a:pt x="299" y="0"/>
                  </a:cubicBezTo>
                  <a:lnTo>
                    <a:pt x="141" y="50"/>
                  </a:lnTo>
                  <a:close/>
                </a:path>
              </a:pathLst>
            </a:custGeom>
            <a:solidFill>
              <a:srgbClr val="219980"/>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7"/>
            <p:cNvSpPr>
              <a:spLocks/>
            </p:cNvSpPr>
            <p:nvPr/>
          </p:nvSpPr>
          <p:spPr bwMode="auto">
            <a:xfrm>
              <a:off x="1719263" y="1660526"/>
              <a:ext cx="2178050" cy="1831975"/>
            </a:xfrm>
            <a:custGeom>
              <a:avLst/>
              <a:gdLst>
                <a:gd name="T0" fmla="*/ 422 w 580"/>
                <a:gd name="T1" fmla="*/ 16 h 487"/>
                <a:gd name="T2" fmla="*/ 373 w 580"/>
                <a:gd name="T3" fmla="*/ 0 h 487"/>
                <a:gd name="T4" fmla="*/ 390 w 580"/>
                <a:gd name="T5" fmla="*/ 33 h 487"/>
                <a:gd name="T6" fmla="*/ 78 w 580"/>
                <a:gd name="T7" fmla="*/ 268 h 487"/>
                <a:gd name="T8" fmla="*/ 0 w 580"/>
                <a:gd name="T9" fmla="*/ 357 h 487"/>
                <a:gd name="T10" fmla="*/ 169 w 580"/>
                <a:gd name="T11" fmla="*/ 336 h 487"/>
                <a:gd name="T12" fmla="*/ 186 w 580"/>
                <a:gd name="T13" fmla="*/ 487 h 487"/>
                <a:gd name="T14" fmla="*/ 497 w 580"/>
                <a:gd name="T15" fmla="*/ 232 h 487"/>
                <a:gd name="T16" fmla="*/ 514 w 580"/>
                <a:gd name="T17" fmla="*/ 265 h 487"/>
                <a:gd name="T18" fmla="*/ 531 w 580"/>
                <a:gd name="T19" fmla="*/ 215 h 487"/>
                <a:gd name="T20" fmla="*/ 580 w 580"/>
                <a:gd name="T21" fmla="*/ 68 h 487"/>
                <a:gd name="T22" fmla="*/ 422 w 580"/>
                <a:gd name="T23" fmla="*/ 16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0" h="487">
                  <a:moveTo>
                    <a:pt x="422" y="16"/>
                  </a:moveTo>
                  <a:cubicBezTo>
                    <a:pt x="373" y="0"/>
                    <a:pt x="373" y="0"/>
                    <a:pt x="373" y="0"/>
                  </a:cubicBezTo>
                  <a:cubicBezTo>
                    <a:pt x="390" y="33"/>
                    <a:pt x="390" y="33"/>
                    <a:pt x="390" y="33"/>
                  </a:cubicBezTo>
                  <a:cubicBezTo>
                    <a:pt x="275" y="94"/>
                    <a:pt x="170" y="173"/>
                    <a:pt x="78" y="268"/>
                  </a:cubicBezTo>
                  <a:cubicBezTo>
                    <a:pt x="51" y="297"/>
                    <a:pt x="25" y="326"/>
                    <a:pt x="0" y="357"/>
                  </a:cubicBezTo>
                  <a:cubicBezTo>
                    <a:pt x="169" y="336"/>
                    <a:pt x="169" y="336"/>
                    <a:pt x="169" y="336"/>
                  </a:cubicBezTo>
                  <a:cubicBezTo>
                    <a:pt x="186" y="487"/>
                    <a:pt x="186" y="487"/>
                    <a:pt x="186" y="487"/>
                  </a:cubicBezTo>
                  <a:cubicBezTo>
                    <a:pt x="271" y="383"/>
                    <a:pt x="377" y="296"/>
                    <a:pt x="497" y="232"/>
                  </a:cubicBezTo>
                  <a:cubicBezTo>
                    <a:pt x="514" y="265"/>
                    <a:pt x="514" y="265"/>
                    <a:pt x="514" y="265"/>
                  </a:cubicBezTo>
                  <a:cubicBezTo>
                    <a:pt x="531" y="215"/>
                    <a:pt x="531" y="215"/>
                    <a:pt x="531" y="215"/>
                  </a:cubicBezTo>
                  <a:cubicBezTo>
                    <a:pt x="580" y="68"/>
                    <a:pt x="580" y="68"/>
                    <a:pt x="580" y="68"/>
                  </a:cubicBezTo>
                  <a:lnTo>
                    <a:pt x="422" y="16"/>
                  </a:lnTo>
                  <a:close/>
                </a:path>
              </a:pathLst>
            </a:custGeom>
            <a:solidFill>
              <a:srgbClr val="4BB56D"/>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22"/>
            <p:cNvSpPr>
              <a:spLocks/>
            </p:cNvSpPr>
            <p:nvPr/>
          </p:nvSpPr>
          <p:spPr bwMode="auto">
            <a:xfrm>
              <a:off x="4125913" y="1154113"/>
              <a:ext cx="2398713" cy="1119188"/>
            </a:xfrm>
            <a:custGeom>
              <a:avLst/>
              <a:gdLst>
                <a:gd name="T0" fmla="*/ 542 w 639"/>
                <a:gd name="T1" fmla="*/ 43 h 298"/>
                <a:gd name="T2" fmla="*/ 511 w 639"/>
                <a:gd name="T3" fmla="*/ 0 h 298"/>
                <a:gd name="T4" fmla="*/ 506 w 639"/>
                <a:gd name="T5" fmla="*/ 37 h 298"/>
                <a:gd name="T6" fmla="*/ 116 w 639"/>
                <a:gd name="T7" fmla="*/ 44 h 298"/>
                <a:gd name="T8" fmla="*/ 0 w 639"/>
                <a:gd name="T9" fmla="*/ 70 h 298"/>
                <a:gd name="T10" fmla="*/ 149 w 639"/>
                <a:gd name="T11" fmla="*/ 153 h 298"/>
                <a:gd name="T12" fmla="*/ 75 w 639"/>
                <a:gd name="T13" fmla="*/ 284 h 298"/>
                <a:gd name="T14" fmla="*/ 475 w 639"/>
                <a:gd name="T15" fmla="*/ 261 h 298"/>
                <a:gd name="T16" fmla="*/ 470 w 639"/>
                <a:gd name="T17" fmla="*/ 298 h 298"/>
                <a:gd name="T18" fmla="*/ 513 w 639"/>
                <a:gd name="T19" fmla="*/ 267 h 298"/>
                <a:gd name="T20" fmla="*/ 639 w 639"/>
                <a:gd name="T21" fmla="*/ 177 h 298"/>
                <a:gd name="T22" fmla="*/ 542 w 639"/>
                <a:gd name="T23" fmla="*/ 43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39" h="298">
                  <a:moveTo>
                    <a:pt x="542" y="43"/>
                  </a:moveTo>
                  <a:cubicBezTo>
                    <a:pt x="511" y="0"/>
                    <a:pt x="511" y="0"/>
                    <a:pt x="511" y="0"/>
                  </a:cubicBezTo>
                  <a:cubicBezTo>
                    <a:pt x="506" y="37"/>
                    <a:pt x="506" y="37"/>
                    <a:pt x="506" y="37"/>
                  </a:cubicBezTo>
                  <a:cubicBezTo>
                    <a:pt x="377" y="19"/>
                    <a:pt x="246" y="21"/>
                    <a:pt x="116" y="44"/>
                  </a:cubicBezTo>
                  <a:cubicBezTo>
                    <a:pt x="77" y="51"/>
                    <a:pt x="38" y="60"/>
                    <a:pt x="0" y="70"/>
                  </a:cubicBezTo>
                  <a:cubicBezTo>
                    <a:pt x="149" y="153"/>
                    <a:pt x="149" y="153"/>
                    <a:pt x="149" y="153"/>
                  </a:cubicBezTo>
                  <a:cubicBezTo>
                    <a:pt x="75" y="284"/>
                    <a:pt x="75" y="284"/>
                    <a:pt x="75" y="284"/>
                  </a:cubicBezTo>
                  <a:cubicBezTo>
                    <a:pt x="204" y="250"/>
                    <a:pt x="341" y="242"/>
                    <a:pt x="475" y="261"/>
                  </a:cubicBezTo>
                  <a:cubicBezTo>
                    <a:pt x="470" y="298"/>
                    <a:pt x="470" y="298"/>
                    <a:pt x="470" y="298"/>
                  </a:cubicBezTo>
                  <a:cubicBezTo>
                    <a:pt x="513" y="267"/>
                    <a:pt x="513" y="267"/>
                    <a:pt x="513" y="267"/>
                  </a:cubicBezTo>
                  <a:cubicBezTo>
                    <a:pt x="639" y="177"/>
                    <a:pt x="639" y="177"/>
                    <a:pt x="639" y="177"/>
                  </a:cubicBezTo>
                  <a:lnTo>
                    <a:pt x="542" y="43"/>
                  </a:lnTo>
                  <a:close/>
                </a:path>
              </a:pathLst>
            </a:custGeom>
            <a:solidFill>
              <a:srgbClr val="3A8FCB"/>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27"/>
            <p:cNvSpPr>
              <a:spLocks/>
            </p:cNvSpPr>
            <p:nvPr/>
          </p:nvSpPr>
          <p:spPr bwMode="auto">
            <a:xfrm>
              <a:off x="6757988" y="1552576"/>
              <a:ext cx="1951038" cy="1731963"/>
            </a:xfrm>
            <a:custGeom>
              <a:avLst/>
              <a:gdLst>
                <a:gd name="T0" fmla="*/ 520 w 520"/>
                <a:gd name="T1" fmla="*/ 296 h 461"/>
                <a:gd name="T2" fmla="*/ 520 w 520"/>
                <a:gd name="T3" fmla="*/ 244 h 461"/>
                <a:gd name="T4" fmla="*/ 495 w 520"/>
                <a:gd name="T5" fmla="*/ 270 h 461"/>
                <a:gd name="T6" fmla="*/ 174 w 520"/>
                <a:gd name="T7" fmla="*/ 46 h 461"/>
                <a:gd name="T8" fmla="*/ 66 w 520"/>
                <a:gd name="T9" fmla="*/ 0 h 461"/>
                <a:gd name="T10" fmla="*/ 137 w 520"/>
                <a:gd name="T11" fmla="*/ 154 h 461"/>
                <a:gd name="T12" fmla="*/ 0 w 520"/>
                <a:gd name="T13" fmla="*/ 216 h 461"/>
                <a:gd name="T14" fmla="*/ 338 w 520"/>
                <a:gd name="T15" fmla="*/ 433 h 461"/>
                <a:gd name="T16" fmla="*/ 312 w 520"/>
                <a:gd name="T17" fmla="*/ 460 h 461"/>
                <a:gd name="T18" fmla="*/ 365 w 520"/>
                <a:gd name="T19" fmla="*/ 460 h 461"/>
                <a:gd name="T20" fmla="*/ 519 w 520"/>
                <a:gd name="T21" fmla="*/ 461 h 461"/>
                <a:gd name="T22" fmla="*/ 520 w 520"/>
                <a:gd name="T23" fmla="*/ 296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0" h="461">
                  <a:moveTo>
                    <a:pt x="520" y="296"/>
                  </a:moveTo>
                  <a:cubicBezTo>
                    <a:pt x="520" y="244"/>
                    <a:pt x="520" y="244"/>
                    <a:pt x="520" y="244"/>
                  </a:cubicBezTo>
                  <a:cubicBezTo>
                    <a:pt x="495" y="270"/>
                    <a:pt x="495" y="270"/>
                    <a:pt x="495" y="270"/>
                  </a:cubicBezTo>
                  <a:cubicBezTo>
                    <a:pt x="400" y="179"/>
                    <a:pt x="293" y="104"/>
                    <a:pt x="174" y="46"/>
                  </a:cubicBezTo>
                  <a:cubicBezTo>
                    <a:pt x="139" y="29"/>
                    <a:pt x="103" y="13"/>
                    <a:pt x="66" y="0"/>
                  </a:cubicBezTo>
                  <a:cubicBezTo>
                    <a:pt x="137" y="154"/>
                    <a:pt x="137" y="154"/>
                    <a:pt x="137" y="154"/>
                  </a:cubicBezTo>
                  <a:cubicBezTo>
                    <a:pt x="0" y="216"/>
                    <a:pt x="0" y="216"/>
                    <a:pt x="0" y="216"/>
                  </a:cubicBezTo>
                  <a:cubicBezTo>
                    <a:pt x="125" y="265"/>
                    <a:pt x="240" y="339"/>
                    <a:pt x="338" y="433"/>
                  </a:cubicBezTo>
                  <a:cubicBezTo>
                    <a:pt x="312" y="460"/>
                    <a:pt x="312" y="460"/>
                    <a:pt x="312" y="460"/>
                  </a:cubicBezTo>
                  <a:cubicBezTo>
                    <a:pt x="365" y="460"/>
                    <a:pt x="365" y="460"/>
                    <a:pt x="365" y="460"/>
                  </a:cubicBezTo>
                  <a:cubicBezTo>
                    <a:pt x="519" y="461"/>
                    <a:pt x="519" y="461"/>
                    <a:pt x="519" y="461"/>
                  </a:cubicBezTo>
                  <a:lnTo>
                    <a:pt x="520" y="296"/>
                  </a:lnTo>
                  <a:close/>
                </a:path>
              </a:pathLst>
            </a:custGeom>
            <a:solidFill>
              <a:srgbClr val="DA4D3C"/>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32"/>
            <p:cNvSpPr>
              <a:spLocks/>
            </p:cNvSpPr>
            <p:nvPr/>
          </p:nvSpPr>
          <p:spPr bwMode="auto">
            <a:xfrm>
              <a:off x="8574088" y="3352801"/>
              <a:ext cx="1520825" cy="2405063"/>
            </a:xfrm>
            <a:custGeom>
              <a:avLst/>
              <a:gdLst>
                <a:gd name="T0" fmla="*/ 374 w 405"/>
                <a:gd name="T1" fmla="*/ 506 h 640"/>
                <a:gd name="T2" fmla="*/ 405 w 405"/>
                <a:gd name="T3" fmla="*/ 464 h 640"/>
                <a:gd name="T4" fmla="*/ 369 w 405"/>
                <a:gd name="T5" fmla="*/ 471 h 640"/>
                <a:gd name="T6" fmla="*/ 241 w 405"/>
                <a:gd name="T7" fmla="*/ 102 h 640"/>
                <a:gd name="T8" fmla="*/ 181 w 405"/>
                <a:gd name="T9" fmla="*/ 0 h 640"/>
                <a:gd name="T10" fmla="*/ 148 w 405"/>
                <a:gd name="T11" fmla="*/ 166 h 640"/>
                <a:gd name="T12" fmla="*/ 0 w 405"/>
                <a:gd name="T13" fmla="*/ 136 h 640"/>
                <a:gd name="T14" fmla="*/ 146 w 405"/>
                <a:gd name="T15" fmla="*/ 510 h 640"/>
                <a:gd name="T16" fmla="*/ 110 w 405"/>
                <a:gd name="T17" fmla="*/ 517 h 640"/>
                <a:gd name="T18" fmla="*/ 152 w 405"/>
                <a:gd name="T19" fmla="*/ 548 h 640"/>
                <a:gd name="T20" fmla="*/ 277 w 405"/>
                <a:gd name="T21" fmla="*/ 640 h 640"/>
                <a:gd name="T22" fmla="*/ 374 w 405"/>
                <a:gd name="T23" fmla="*/ 506 h 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5" h="640">
                  <a:moveTo>
                    <a:pt x="374" y="506"/>
                  </a:moveTo>
                  <a:cubicBezTo>
                    <a:pt x="405" y="464"/>
                    <a:pt x="405" y="464"/>
                    <a:pt x="405" y="464"/>
                  </a:cubicBezTo>
                  <a:cubicBezTo>
                    <a:pt x="369" y="471"/>
                    <a:pt x="369" y="471"/>
                    <a:pt x="369" y="471"/>
                  </a:cubicBezTo>
                  <a:cubicBezTo>
                    <a:pt x="346" y="342"/>
                    <a:pt x="303" y="218"/>
                    <a:pt x="241" y="102"/>
                  </a:cubicBezTo>
                  <a:cubicBezTo>
                    <a:pt x="223" y="67"/>
                    <a:pt x="203" y="33"/>
                    <a:pt x="181" y="0"/>
                  </a:cubicBezTo>
                  <a:cubicBezTo>
                    <a:pt x="148" y="166"/>
                    <a:pt x="148" y="166"/>
                    <a:pt x="148" y="166"/>
                  </a:cubicBezTo>
                  <a:cubicBezTo>
                    <a:pt x="0" y="136"/>
                    <a:pt x="0" y="136"/>
                    <a:pt x="0" y="136"/>
                  </a:cubicBezTo>
                  <a:cubicBezTo>
                    <a:pt x="73" y="250"/>
                    <a:pt x="123" y="377"/>
                    <a:pt x="146" y="510"/>
                  </a:cubicBezTo>
                  <a:cubicBezTo>
                    <a:pt x="110" y="517"/>
                    <a:pt x="110" y="517"/>
                    <a:pt x="110" y="517"/>
                  </a:cubicBezTo>
                  <a:cubicBezTo>
                    <a:pt x="152" y="548"/>
                    <a:pt x="152" y="548"/>
                    <a:pt x="152" y="548"/>
                  </a:cubicBezTo>
                  <a:cubicBezTo>
                    <a:pt x="277" y="640"/>
                    <a:pt x="277" y="640"/>
                    <a:pt x="277" y="640"/>
                  </a:cubicBezTo>
                  <a:lnTo>
                    <a:pt x="374" y="506"/>
                  </a:lnTo>
                  <a:close/>
                </a:path>
              </a:pathLst>
            </a:custGeom>
            <a:solidFill>
              <a:srgbClr val="E7BE22"/>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70" name="Rectangle 38"/>
            <p:cNvSpPr>
              <a:spLocks noChangeArrowheads="1"/>
            </p:cNvSpPr>
            <p:nvPr/>
          </p:nvSpPr>
          <p:spPr bwMode="auto">
            <a:xfrm>
              <a:off x="4538663" y="5919788"/>
              <a:ext cx="830263" cy="1588"/>
            </a:xfrm>
            <a:prstGeom prst="rect">
              <a:avLst/>
            </a:prstGeom>
            <a:solidFill>
              <a:srgbClr val="FFFFFF"/>
            </a:solidFill>
            <a:ln w="15875"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71" name="Rectangle 39"/>
            <p:cNvSpPr>
              <a:spLocks noChangeArrowheads="1"/>
            </p:cNvSpPr>
            <p:nvPr/>
          </p:nvSpPr>
          <p:spPr bwMode="auto">
            <a:xfrm>
              <a:off x="5368926" y="5919788"/>
              <a:ext cx="1588" cy="1588"/>
            </a:xfrm>
            <a:prstGeom prst="rect">
              <a:avLst/>
            </a:prstGeom>
            <a:solidFill>
              <a:srgbClr val="FFFFFF"/>
            </a:solidFill>
            <a:ln w="15875"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72" name="Rectangle 40"/>
            <p:cNvSpPr>
              <a:spLocks noChangeArrowheads="1"/>
            </p:cNvSpPr>
            <p:nvPr/>
          </p:nvSpPr>
          <p:spPr bwMode="auto">
            <a:xfrm>
              <a:off x="5368926" y="5919788"/>
              <a:ext cx="1588" cy="1588"/>
            </a:xfrm>
            <a:prstGeom prst="rect">
              <a:avLst/>
            </a:prstGeom>
            <a:solidFill>
              <a:srgbClr val="FFFFFF"/>
            </a:solidFill>
            <a:ln w="15875"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73" name="Rectangle 41"/>
            <p:cNvSpPr>
              <a:spLocks noChangeArrowheads="1"/>
            </p:cNvSpPr>
            <p:nvPr/>
          </p:nvSpPr>
          <p:spPr bwMode="auto">
            <a:xfrm>
              <a:off x="5368926" y="5919788"/>
              <a:ext cx="1588" cy="1588"/>
            </a:xfrm>
            <a:prstGeom prst="rect">
              <a:avLst/>
            </a:prstGeom>
            <a:solidFill>
              <a:srgbClr val="FFFFFF"/>
            </a:solidFill>
            <a:ln w="15875"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74" name="Rectangle 42"/>
            <p:cNvSpPr>
              <a:spLocks noChangeArrowheads="1"/>
            </p:cNvSpPr>
            <p:nvPr/>
          </p:nvSpPr>
          <p:spPr bwMode="auto">
            <a:xfrm>
              <a:off x="5368926" y="5919788"/>
              <a:ext cx="1588" cy="1588"/>
            </a:xfrm>
            <a:prstGeom prst="rect">
              <a:avLst/>
            </a:prstGeom>
            <a:solidFill>
              <a:srgbClr val="FFFFFF"/>
            </a:solidFill>
            <a:ln w="15875"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75" name="Rectangle 43"/>
            <p:cNvSpPr>
              <a:spLocks noChangeArrowheads="1"/>
            </p:cNvSpPr>
            <p:nvPr/>
          </p:nvSpPr>
          <p:spPr bwMode="auto">
            <a:xfrm>
              <a:off x="5368926" y="5919788"/>
              <a:ext cx="1588" cy="1588"/>
            </a:xfrm>
            <a:prstGeom prst="rect">
              <a:avLst/>
            </a:prstGeom>
            <a:solidFill>
              <a:srgbClr val="FFFFFF"/>
            </a:solidFill>
            <a:ln w="15875"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76" name="Rectangle 44"/>
            <p:cNvSpPr>
              <a:spLocks noChangeArrowheads="1"/>
            </p:cNvSpPr>
            <p:nvPr/>
          </p:nvSpPr>
          <p:spPr bwMode="auto">
            <a:xfrm>
              <a:off x="5368926" y="5919788"/>
              <a:ext cx="1588" cy="1588"/>
            </a:xfrm>
            <a:prstGeom prst="rect">
              <a:avLst/>
            </a:prstGeom>
            <a:solidFill>
              <a:srgbClr val="FFFFFF"/>
            </a:solidFill>
            <a:ln w="15875"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77" name="Rectangle 45"/>
            <p:cNvSpPr>
              <a:spLocks noChangeArrowheads="1"/>
            </p:cNvSpPr>
            <p:nvPr/>
          </p:nvSpPr>
          <p:spPr bwMode="auto">
            <a:xfrm>
              <a:off x="5368926" y="5919788"/>
              <a:ext cx="1588" cy="1588"/>
            </a:xfrm>
            <a:prstGeom prst="rect">
              <a:avLst/>
            </a:prstGeom>
            <a:solidFill>
              <a:srgbClr val="FFFFFF"/>
            </a:solidFill>
            <a:ln w="15875"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78" name="Rectangle 46"/>
            <p:cNvSpPr>
              <a:spLocks noChangeArrowheads="1"/>
            </p:cNvSpPr>
            <p:nvPr/>
          </p:nvSpPr>
          <p:spPr bwMode="auto">
            <a:xfrm>
              <a:off x="5368926" y="5919788"/>
              <a:ext cx="1588" cy="1588"/>
            </a:xfrm>
            <a:prstGeom prst="rect">
              <a:avLst/>
            </a:prstGeom>
            <a:solidFill>
              <a:srgbClr val="FFFFFF"/>
            </a:solidFill>
            <a:ln w="15875"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79" name="Rectangle 47"/>
            <p:cNvSpPr>
              <a:spLocks noChangeArrowheads="1"/>
            </p:cNvSpPr>
            <p:nvPr/>
          </p:nvSpPr>
          <p:spPr bwMode="auto">
            <a:xfrm>
              <a:off x="5368926" y="5919788"/>
              <a:ext cx="1588" cy="1588"/>
            </a:xfrm>
            <a:prstGeom prst="rect">
              <a:avLst/>
            </a:prstGeom>
            <a:solidFill>
              <a:srgbClr val="FFFFFF"/>
            </a:solidFill>
            <a:ln w="15875"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1" name="Rectangle 48"/>
            <p:cNvSpPr>
              <a:spLocks noChangeArrowheads="1"/>
            </p:cNvSpPr>
            <p:nvPr/>
          </p:nvSpPr>
          <p:spPr bwMode="auto">
            <a:xfrm>
              <a:off x="5368926" y="5919788"/>
              <a:ext cx="1588" cy="1588"/>
            </a:xfrm>
            <a:prstGeom prst="rect">
              <a:avLst/>
            </a:prstGeom>
            <a:solidFill>
              <a:srgbClr val="FFFFFF"/>
            </a:solidFill>
            <a:ln w="15875"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2" name="Rectangle 49"/>
            <p:cNvSpPr>
              <a:spLocks noChangeArrowheads="1"/>
            </p:cNvSpPr>
            <p:nvPr/>
          </p:nvSpPr>
          <p:spPr bwMode="auto">
            <a:xfrm>
              <a:off x="5368926" y="5919788"/>
              <a:ext cx="1588" cy="1588"/>
            </a:xfrm>
            <a:prstGeom prst="rect">
              <a:avLst/>
            </a:prstGeom>
            <a:solidFill>
              <a:srgbClr val="FFFFFF"/>
            </a:solidFill>
            <a:ln w="15875"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3" name="Rectangle 50"/>
            <p:cNvSpPr>
              <a:spLocks noChangeArrowheads="1"/>
            </p:cNvSpPr>
            <p:nvPr/>
          </p:nvSpPr>
          <p:spPr bwMode="auto">
            <a:xfrm>
              <a:off x="5368926" y="5919788"/>
              <a:ext cx="1588" cy="1588"/>
            </a:xfrm>
            <a:prstGeom prst="rect">
              <a:avLst/>
            </a:prstGeom>
            <a:solidFill>
              <a:srgbClr val="FFFFFF"/>
            </a:solidFill>
            <a:ln w="15875"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4" name="Freeform 51"/>
            <p:cNvSpPr>
              <a:spLocks/>
            </p:cNvSpPr>
            <p:nvPr/>
          </p:nvSpPr>
          <p:spPr bwMode="auto">
            <a:xfrm>
              <a:off x="5368926" y="4556126"/>
              <a:ext cx="2316163" cy="1363663"/>
            </a:xfrm>
            <a:custGeom>
              <a:avLst/>
              <a:gdLst>
                <a:gd name="T0" fmla="*/ 617 w 617"/>
                <a:gd name="T1" fmla="*/ 363 h 363"/>
                <a:gd name="T2" fmla="*/ 499 w 617"/>
                <a:gd name="T3" fmla="*/ 0 h 363"/>
                <a:gd name="T4" fmla="*/ 0 w 617"/>
                <a:gd name="T5" fmla="*/ 363 h 363"/>
                <a:gd name="T6" fmla="*/ 617 w 617"/>
                <a:gd name="T7" fmla="*/ 363 h 363"/>
              </a:gdLst>
              <a:ahLst/>
              <a:cxnLst>
                <a:cxn ang="0">
                  <a:pos x="T0" y="T1"/>
                </a:cxn>
                <a:cxn ang="0">
                  <a:pos x="T2" y="T3"/>
                </a:cxn>
                <a:cxn ang="0">
                  <a:pos x="T4" y="T5"/>
                </a:cxn>
                <a:cxn ang="0">
                  <a:pos x="T6" y="T7"/>
                </a:cxn>
              </a:cxnLst>
              <a:rect l="0" t="0" r="r" b="b"/>
              <a:pathLst>
                <a:path w="617" h="363">
                  <a:moveTo>
                    <a:pt x="617" y="363"/>
                  </a:moveTo>
                  <a:cubicBezTo>
                    <a:pt x="617" y="227"/>
                    <a:pt x="573" y="102"/>
                    <a:pt x="499" y="0"/>
                  </a:cubicBezTo>
                  <a:cubicBezTo>
                    <a:pt x="0" y="363"/>
                    <a:pt x="0" y="363"/>
                    <a:pt x="0" y="363"/>
                  </a:cubicBezTo>
                  <a:lnTo>
                    <a:pt x="617" y="363"/>
                  </a:lnTo>
                  <a:close/>
                </a:path>
              </a:pathLst>
            </a:custGeom>
            <a:solidFill>
              <a:srgbClr val="FFFFFF"/>
            </a:solidFill>
            <a:ln w="15875" cap="flat">
              <a:solidFill>
                <a:srgbClr val="E7BE22"/>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5" name="Freeform 52"/>
            <p:cNvSpPr>
              <a:spLocks/>
            </p:cNvSpPr>
            <p:nvPr/>
          </p:nvSpPr>
          <p:spPr bwMode="auto">
            <a:xfrm>
              <a:off x="3051176" y="5919788"/>
              <a:ext cx="1487488" cy="0"/>
            </a:xfrm>
            <a:custGeom>
              <a:avLst/>
              <a:gdLst>
                <a:gd name="T0" fmla="*/ 0 w 937"/>
                <a:gd name="T1" fmla="*/ 937 w 937"/>
                <a:gd name="T2" fmla="*/ 0 w 937"/>
                <a:gd name="T3" fmla="*/ 0 w 937"/>
              </a:gdLst>
              <a:ahLst/>
              <a:cxnLst>
                <a:cxn ang="0">
                  <a:pos x="T0" y="0"/>
                </a:cxn>
                <a:cxn ang="0">
                  <a:pos x="T1" y="0"/>
                </a:cxn>
                <a:cxn ang="0">
                  <a:pos x="T2" y="0"/>
                </a:cxn>
                <a:cxn ang="0">
                  <a:pos x="T3" y="0"/>
                </a:cxn>
              </a:cxnLst>
              <a:rect l="0" t="0" r="r" b="b"/>
              <a:pathLst>
                <a:path w="937">
                  <a:moveTo>
                    <a:pt x="0" y="0"/>
                  </a:moveTo>
                  <a:lnTo>
                    <a:pt x="937" y="0"/>
                  </a:lnTo>
                  <a:lnTo>
                    <a:pt x="0" y="0"/>
                  </a:lnTo>
                  <a:lnTo>
                    <a:pt x="0" y="0"/>
                  </a:lnTo>
                  <a:close/>
                </a:path>
              </a:pathLst>
            </a:custGeom>
            <a:solidFill>
              <a:srgbClr val="FFFFFF"/>
            </a:solidFill>
            <a:ln w="15875"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6" name="Freeform 53"/>
            <p:cNvSpPr>
              <a:spLocks/>
            </p:cNvSpPr>
            <p:nvPr/>
          </p:nvSpPr>
          <p:spPr bwMode="auto">
            <a:xfrm>
              <a:off x="5368926" y="3713163"/>
              <a:ext cx="1873250" cy="2206625"/>
            </a:xfrm>
            <a:custGeom>
              <a:avLst/>
              <a:gdLst>
                <a:gd name="T0" fmla="*/ 0 w 499"/>
                <a:gd name="T1" fmla="*/ 587 h 587"/>
                <a:gd name="T2" fmla="*/ 499 w 499"/>
                <a:gd name="T3" fmla="*/ 224 h 587"/>
                <a:gd name="T4" fmla="*/ 191 w 499"/>
                <a:gd name="T5" fmla="*/ 0 h 587"/>
                <a:gd name="T6" fmla="*/ 0 w 499"/>
                <a:gd name="T7" fmla="*/ 587 h 587"/>
              </a:gdLst>
              <a:ahLst/>
              <a:cxnLst>
                <a:cxn ang="0">
                  <a:pos x="T0" y="T1"/>
                </a:cxn>
                <a:cxn ang="0">
                  <a:pos x="T2" y="T3"/>
                </a:cxn>
                <a:cxn ang="0">
                  <a:pos x="T4" y="T5"/>
                </a:cxn>
                <a:cxn ang="0">
                  <a:pos x="T6" y="T7"/>
                </a:cxn>
              </a:cxnLst>
              <a:rect l="0" t="0" r="r" b="b"/>
              <a:pathLst>
                <a:path w="499" h="587">
                  <a:moveTo>
                    <a:pt x="0" y="587"/>
                  </a:moveTo>
                  <a:cubicBezTo>
                    <a:pt x="499" y="224"/>
                    <a:pt x="499" y="224"/>
                    <a:pt x="499" y="224"/>
                  </a:cubicBezTo>
                  <a:cubicBezTo>
                    <a:pt x="423" y="120"/>
                    <a:pt x="316" y="40"/>
                    <a:pt x="191" y="0"/>
                  </a:cubicBezTo>
                  <a:cubicBezTo>
                    <a:pt x="0" y="587"/>
                    <a:pt x="0" y="587"/>
                    <a:pt x="0" y="587"/>
                  </a:cubicBezTo>
                  <a:close/>
                </a:path>
              </a:pathLst>
            </a:custGeom>
            <a:solidFill>
              <a:srgbClr val="FFFFFF"/>
            </a:solidFill>
            <a:ln w="15875" cap="flat">
              <a:solidFill>
                <a:srgbClr val="DA4D3C"/>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7" name="Freeform 54"/>
            <p:cNvSpPr>
              <a:spLocks/>
            </p:cNvSpPr>
            <p:nvPr/>
          </p:nvSpPr>
          <p:spPr bwMode="auto">
            <a:xfrm>
              <a:off x="3051176" y="4556126"/>
              <a:ext cx="2317750" cy="1363663"/>
            </a:xfrm>
            <a:custGeom>
              <a:avLst/>
              <a:gdLst>
                <a:gd name="T0" fmla="*/ 118 w 617"/>
                <a:gd name="T1" fmla="*/ 0 h 363"/>
                <a:gd name="T2" fmla="*/ 0 w 617"/>
                <a:gd name="T3" fmla="*/ 363 h 363"/>
                <a:gd name="T4" fmla="*/ 396 w 617"/>
                <a:gd name="T5" fmla="*/ 363 h 363"/>
                <a:gd name="T6" fmla="*/ 617 w 617"/>
                <a:gd name="T7" fmla="*/ 363 h 363"/>
                <a:gd name="T8" fmla="*/ 118 w 617"/>
                <a:gd name="T9" fmla="*/ 0 h 363"/>
              </a:gdLst>
              <a:ahLst/>
              <a:cxnLst>
                <a:cxn ang="0">
                  <a:pos x="T0" y="T1"/>
                </a:cxn>
                <a:cxn ang="0">
                  <a:pos x="T2" y="T3"/>
                </a:cxn>
                <a:cxn ang="0">
                  <a:pos x="T4" y="T5"/>
                </a:cxn>
                <a:cxn ang="0">
                  <a:pos x="T6" y="T7"/>
                </a:cxn>
                <a:cxn ang="0">
                  <a:pos x="T8" y="T9"/>
                </a:cxn>
              </a:cxnLst>
              <a:rect l="0" t="0" r="r" b="b"/>
              <a:pathLst>
                <a:path w="617" h="363">
                  <a:moveTo>
                    <a:pt x="118" y="0"/>
                  </a:moveTo>
                  <a:cubicBezTo>
                    <a:pt x="44" y="102"/>
                    <a:pt x="0" y="227"/>
                    <a:pt x="0" y="363"/>
                  </a:cubicBezTo>
                  <a:cubicBezTo>
                    <a:pt x="396" y="363"/>
                    <a:pt x="396" y="363"/>
                    <a:pt x="396" y="363"/>
                  </a:cubicBezTo>
                  <a:cubicBezTo>
                    <a:pt x="617" y="363"/>
                    <a:pt x="617" y="363"/>
                    <a:pt x="617" y="363"/>
                  </a:cubicBezTo>
                  <a:lnTo>
                    <a:pt x="118" y="0"/>
                  </a:lnTo>
                  <a:close/>
                </a:path>
              </a:pathLst>
            </a:custGeom>
            <a:solidFill>
              <a:srgbClr val="FFFFFF"/>
            </a:solidFill>
            <a:ln w="15875" cap="flat">
              <a:solidFill>
                <a:srgbClr val="219980"/>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8" name="Freeform 55"/>
            <p:cNvSpPr>
              <a:spLocks/>
            </p:cNvSpPr>
            <p:nvPr/>
          </p:nvSpPr>
          <p:spPr bwMode="auto">
            <a:xfrm>
              <a:off x="4651376" y="3600451"/>
              <a:ext cx="1433513" cy="2319338"/>
            </a:xfrm>
            <a:custGeom>
              <a:avLst/>
              <a:gdLst>
                <a:gd name="T0" fmla="*/ 191 w 382"/>
                <a:gd name="T1" fmla="*/ 617 h 617"/>
                <a:gd name="T2" fmla="*/ 382 w 382"/>
                <a:gd name="T3" fmla="*/ 30 h 617"/>
                <a:gd name="T4" fmla="*/ 191 w 382"/>
                <a:gd name="T5" fmla="*/ 0 h 617"/>
                <a:gd name="T6" fmla="*/ 0 w 382"/>
                <a:gd name="T7" fmla="*/ 30 h 617"/>
                <a:gd name="T8" fmla="*/ 191 w 382"/>
                <a:gd name="T9" fmla="*/ 617 h 617"/>
              </a:gdLst>
              <a:ahLst/>
              <a:cxnLst>
                <a:cxn ang="0">
                  <a:pos x="T0" y="T1"/>
                </a:cxn>
                <a:cxn ang="0">
                  <a:pos x="T2" y="T3"/>
                </a:cxn>
                <a:cxn ang="0">
                  <a:pos x="T4" y="T5"/>
                </a:cxn>
                <a:cxn ang="0">
                  <a:pos x="T6" y="T7"/>
                </a:cxn>
                <a:cxn ang="0">
                  <a:pos x="T8" y="T9"/>
                </a:cxn>
              </a:cxnLst>
              <a:rect l="0" t="0" r="r" b="b"/>
              <a:pathLst>
                <a:path w="382" h="617">
                  <a:moveTo>
                    <a:pt x="191" y="617"/>
                  </a:moveTo>
                  <a:cubicBezTo>
                    <a:pt x="382" y="30"/>
                    <a:pt x="382" y="30"/>
                    <a:pt x="382" y="30"/>
                  </a:cubicBezTo>
                  <a:cubicBezTo>
                    <a:pt x="322" y="10"/>
                    <a:pt x="258" y="0"/>
                    <a:pt x="191" y="0"/>
                  </a:cubicBezTo>
                  <a:cubicBezTo>
                    <a:pt x="124" y="0"/>
                    <a:pt x="60" y="10"/>
                    <a:pt x="0" y="30"/>
                  </a:cubicBezTo>
                  <a:cubicBezTo>
                    <a:pt x="191" y="617"/>
                    <a:pt x="191" y="617"/>
                    <a:pt x="191" y="617"/>
                  </a:cubicBezTo>
                  <a:close/>
                </a:path>
              </a:pathLst>
            </a:custGeom>
            <a:solidFill>
              <a:srgbClr val="FFFFFF"/>
            </a:solidFill>
            <a:ln w="15875" cap="flat">
              <a:solidFill>
                <a:srgbClr val="3A8FCB"/>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9" name="Freeform 56"/>
            <p:cNvSpPr>
              <a:spLocks/>
            </p:cNvSpPr>
            <p:nvPr/>
          </p:nvSpPr>
          <p:spPr bwMode="auto">
            <a:xfrm>
              <a:off x="3494088" y="3713163"/>
              <a:ext cx="1874838" cy="2206625"/>
            </a:xfrm>
            <a:custGeom>
              <a:avLst/>
              <a:gdLst>
                <a:gd name="T0" fmla="*/ 499 w 499"/>
                <a:gd name="T1" fmla="*/ 587 h 587"/>
                <a:gd name="T2" fmla="*/ 308 w 499"/>
                <a:gd name="T3" fmla="*/ 0 h 587"/>
                <a:gd name="T4" fmla="*/ 0 w 499"/>
                <a:gd name="T5" fmla="*/ 224 h 587"/>
                <a:gd name="T6" fmla="*/ 499 w 499"/>
                <a:gd name="T7" fmla="*/ 587 h 587"/>
              </a:gdLst>
              <a:ahLst/>
              <a:cxnLst>
                <a:cxn ang="0">
                  <a:pos x="T0" y="T1"/>
                </a:cxn>
                <a:cxn ang="0">
                  <a:pos x="T2" y="T3"/>
                </a:cxn>
                <a:cxn ang="0">
                  <a:pos x="T4" y="T5"/>
                </a:cxn>
                <a:cxn ang="0">
                  <a:pos x="T6" y="T7"/>
                </a:cxn>
              </a:cxnLst>
              <a:rect l="0" t="0" r="r" b="b"/>
              <a:pathLst>
                <a:path w="499" h="587">
                  <a:moveTo>
                    <a:pt x="499" y="587"/>
                  </a:moveTo>
                  <a:cubicBezTo>
                    <a:pt x="308" y="0"/>
                    <a:pt x="308" y="0"/>
                    <a:pt x="308" y="0"/>
                  </a:cubicBezTo>
                  <a:cubicBezTo>
                    <a:pt x="183" y="41"/>
                    <a:pt x="76" y="120"/>
                    <a:pt x="0" y="224"/>
                  </a:cubicBezTo>
                  <a:cubicBezTo>
                    <a:pt x="499" y="587"/>
                    <a:pt x="499" y="587"/>
                    <a:pt x="499" y="587"/>
                  </a:cubicBezTo>
                  <a:close/>
                </a:path>
              </a:pathLst>
            </a:custGeom>
            <a:solidFill>
              <a:srgbClr val="FFFFFF"/>
            </a:solidFill>
            <a:ln w="15875" cap="flat">
              <a:solidFill>
                <a:srgbClr val="4BB56D"/>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2" name="Freeform 59"/>
            <p:cNvSpPr>
              <a:spLocks/>
            </p:cNvSpPr>
            <p:nvPr/>
          </p:nvSpPr>
          <p:spPr bwMode="auto">
            <a:xfrm>
              <a:off x="6802438" y="5133976"/>
              <a:ext cx="385763" cy="568325"/>
            </a:xfrm>
            <a:custGeom>
              <a:avLst/>
              <a:gdLst>
                <a:gd name="T0" fmla="*/ 51 w 103"/>
                <a:gd name="T1" fmla="*/ 151 h 151"/>
                <a:gd name="T2" fmla="*/ 0 w 103"/>
                <a:gd name="T3" fmla="*/ 106 h 151"/>
                <a:gd name="T4" fmla="*/ 0 w 103"/>
                <a:gd name="T5" fmla="*/ 100 h 151"/>
                <a:gd name="T6" fmla="*/ 38 w 103"/>
                <a:gd name="T7" fmla="*/ 100 h 151"/>
                <a:gd name="T8" fmla="*/ 38 w 103"/>
                <a:gd name="T9" fmla="*/ 105 h 151"/>
                <a:gd name="T10" fmla="*/ 51 w 103"/>
                <a:gd name="T11" fmla="*/ 118 h 151"/>
                <a:gd name="T12" fmla="*/ 65 w 103"/>
                <a:gd name="T13" fmla="*/ 98 h 151"/>
                <a:gd name="T14" fmla="*/ 53 w 103"/>
                <a:gd name="T15" fmla="*/ 81 h 151"/>
                <a:gd name="T16" fmla="*/ 39 w 103"/>
                <a:gd name="T17" fmla="*/ 90 h 151"/>
                <a:gd name="T18" fmla="*/ 37 w 103"/>
                <a:gd name="T19" fmla="*/ 93 h 151"/>
                <a:gd name="T20" fmla="*/ 1 w 103"/>
                <a:gd name="T21" fmla="*/ 93 h 151"/>
                <a:gd name="T22" fmla="*/ 4 w 103"/>
                <a:gd name="T23" fmla="*/ 0 h 151"/>
                <a:gd name="T24" fmla="*/ 98 w 103"/>
                <a:gd name="T25" fmla="*/ 0 h 151"/>
                <a:gd name="T26" fmla="*/ 98 w 103"/>
                <a:gd name="T27" fmla="*/ 33 h 151"/>
                <a:gd name="T28" fmla="*/ 38 w 103"/>
                <a:gd name="T29" fmla="*/ 33 h 151"/>
                <a:gd name="T30" fmla="*/ 38 w 103"/>
                <a:gd name="T31" fmla="*/ 53 h 151"/>
                <a:gd name="T32" fmla="*/ 58 w 103"/>
                <a:gd name="T33" fmla="*/ 49 h 151"/>
                <a:gd name="T34" fmla="*/ 103 w 103"/>
                <a:gd name="T35" fmla="*/ 97 h 151"/>
                <a:gd name="T36" fmla="*/ 51 w 103"/>
                <a:gd name="T37" fmla="*/ 15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3" h="151">
                  <a:moveTo>
                    <a:pt x="51" y="151"/>
                  </a:moveTo>
                  <a:cubicBezTo>
                    <a:pt x="23" y="151"/>
                    <a:pt x="1" y="132"/>
                    <a:pt x="0" y="106"/>
                  </a:cubicBezTo>
                  <a:cubicBezTo>
                    <a:pt x="0" y="100"/>
                    <a:pt x="0" y="100"/>
                    <a:pt x="0" y="100"/>
                  </a:cubicBezTo>
                  <a:cubicBezTo>
                    <a:pt x="38" y="100"/>
                    <a:pt x="38" y="100"/>
                    <a:pt x="38" y="100"/>
                  </a:cubicBezTo>
                  <a:cubicBezTo>
                    <a:pt x="38" y="105"/>
                    <a:pt x="38" y="105"/>
                    <a:pt x="38" y="105"/>
                  </a:cubicBezTo>
                  <a:cubicBezTo>
                    <a:pt x="38" y="111"/>
                    <a:pt x="41" y="118"/>
                    <a:pt x="51" y="118"/>
                  </a:cubicBezTo>
                  <a:cubicBezTo>
                    <a:pt x="58" y="118"/>
                    <a:pt x="65" y="115"/>
                    <a:pt x="65" y="98"/>
                  </a:cubicBezTo>
                  <a:cubicBezTo>
                    <a:pt x="65" y="81"/>
                    <a:pt x="56" y="81"/>
                    <a:pt x="53" y="81"/>
                  </a:cubicBezTo>
                  <a:cubicBezTo>
                    <a:pt x="45" y="81"/>
                    <a:pt x="41" y="84"/>
                    <a:pt x="39" y="90"/>
                  </a:cubicBezTo>
                  <a:cubicBezTo>
                    <a:pt x="37" y="93"/>
                    <a:pt x="37" y="93"/>
                    <a:pt x="37" y="93"/>
                  </a:cubicBezTo>
                  <a:cubicBezTo>
                    <a:pt x="1" y="93"/>
                    <a:pt x="1" y="93"/>
                    <a:pt x="1" y="93"/>
                  </a:cubicBezTo>
                  <a:cubicBezTo>
                    <a:pt x="4" y="0"/>
                    <a:pt x="4" y="0"/>
                    <a:pt x="4" y="0"/>
                  </a:cubicBezTo>
                  <a:cubicBezTo>
                    <a:pt x="98" y="0"/>
                    <a:pt x="98" y="0"/>
                    <a:pt x="98" y="0"/>
                  </a:cubicBezTo>
                  <a:cubicBezTo>
                    <a:pt x="98" y="33"/>
                    <a:pt x="98" y="33"/>
                    <a:pt x="98" y="33"/>
                  </a:cubicBezTo>
                  <a:cubicBezTo>
                    <a:pt x="38" y="33"/>
                    <a:pt x="38" y="33"/>
                    <a:pt x="38" y="33"/>
                  </a:cubicBezTo>
                  <a:cubicBezTo>
                    <a:pt x="38" y="53"/>
                    <a:pt x="38" y="53"/>
                    <a:pt x="38" y="53"/>
                  </a:cubicBezTo>
                  <a:cubicBezTo>
                    <a:pt x="43" y="50"/>
                    <a:pt x="50" y="49"/>
                    <a:pt x="58" y="49"/>
                  </a:cubicBezTo>
                  <a:cubicBezTo>
                    <a:pt x="85" y="49"/>
                    <a:pt x="103" y="68"/>
                    <a:pt x="103" y="97"/>
                  </a:cubicBezTo>
                  <a:cubicBezTo>
                    <a:pt x="103" y="128"/>
                    <a:pt x="82" y="151"/>
                    <a:pt x="51" y="151"/>
                  </a:cubicBezTo>
                  <a:close/>
                </a:path>
              </a:pathLst>
            </a:custGeom>
            <a:solidFill>
              <a:srgbClr val="E7BE22"/>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63"/>
            <p:cNvSpPr>
              <a:spLocks noEditPoints="1"/>
            </p:cNvSpPr>
            <p:nvPr/>
          </p:nvSpPr>
          <p:spPr bwMode="auto">
            <a:xfrm>
              <a:off x="6122988" y="4348163"/>
              <a:ext cx="393700" cy="552450"/>
            </a:xfrm>
            <a:custGeom>
              <a:avLst/>
              <a:gdLst>
                <a:gd name="T0" fmla="*/ 123 w 248"/>
                <a:gd name="T1" fmla="*/ 348 h 348"/>
                <a:gd name="T2" fmla="*/ 123 w 248"/>
                <a:gd name="T3" fmla="*/ 277 h 348"/>
                <a:gd name="T4" fmla="*/ 0 w 248"/>
                <a:gd name="T5" fmla="*/ 277 h 348"/>
                <a:gd name="T6" fmla="*/ 0 w 248"/>
                <a:gd name="T7" fmla="*/ 206 h 348"/>
                <a:gd name="T8" fmla="*/ 123 w 248"/>
                <a:gd name="T9" fmla="*/ 0 h 348"/>
                <a:gd name="T10" fmla="*/ 213 w 248"/>
                <a:gd name="T11" fmla="*/ 0 h 348"/>
                <a:gd name="T12" fmla="*/ 213 w 248"/>
                <a:gd name="T13" fmla="*/ 202 h 348"/>
                <a:gd name="T14" fmla="*/ 248 w 248"/>
                <a:gd name="T15" fmla="*/ 202 h 348"/>
                <a:gd name="T16" fmla="*/ 248 w 248"/>
                <a:gd name="T17" fmla="*/ 277 h 348"/>
                <a:gd name="T18" fmla="*/ 213 w 248"/>
                <a:gd name="T19" fmla="*/ 277 h 348"/>
                <a:gd name="T20" fmla="*/ 213 w 248"/>
                <a:gd name="T21" fmla="*/ 348 h 348"/>
                <a:gd name="T22" fmla="*/ 123 w 248"/>
                <a:gd name="T23" fmla="*/ 348 h 348"/>
                <a:gd name="T24" fmla="*/ 125 w 248"/>
                <a:gd name="T25" fmla="*/ 202 h 348"/>
                <a:gd name="T26" fmla="*/ 125 w 248"/>
                <a:gd name="T27" fmla="*/ 152 h 348"/>
                <a:gd name="T28" fmla="*/ 97 w 248"/>
                <a:gd name="T29" fmla="*/ 202 h 348"/>
                <a:gd name="T30" fmla="*/ 125 w 248"/>
                <a:gd name="T31" fmla="*/ 20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8" h="348">
                  <a:moveTo>
                    <a:pt x="123" y="348"/>
                  </a:moveTo>
                  <a:lnTo>
                    <a:pt x="123" y="277"/>
                  </a:lnTo>
                  <a:lnTo>
                    <a:pt x="0" y="277"/>
                  </a:lnTo>
                  <a:lnTo>
                    <a:pt x="0" y="206"/>
                  </a:lnTo>
                  <a:lnTo>
                    <a:pt x="123" y="0"/>
                  </a:lnTo>
                  <a:lnTo>
                    <a:pt x="213" y="0"/>
                  </a:lnTo>
                  <a:lnTo>
                    <a:pt x="213" y="202"/>
                  </a:lnTo>
                  <a:lnTo>
                    <a:pt x="248" y="202"/>
                  </a:lnTo>
                  <a:lnTo>
                    <a:pt x="248" y="277"/>
                  </a:lnTo>
                  <a:lnTo>
                    <a:pt x="213" y="277"/>
                  </a:lnTo>
                  <a:lnTo>
                    <a:pt x="213" y="348"/>
                  </a:lnTo>
                  <a:lnTo>
                    <a:pt x="123" y="348"/>
                  </a:lnTo>
                  <a:close/>
                  <a:moveTo>
                    <a:pt x="125" y="202"/>
                  </a:moveTo>
                  <a:lnTo>
                    <a:pt x="125" y="152"/>
                  </a:lnTo>
                  <a:lnTo>
                    <a:pt x="97" y="202"/>
                  </a:lnTo>
                  <a:lnTo>
                    <a:pt x="125" y="202"/>
                  </a:lnTo>
                  <a:close/>
                </a:path>
              </a:pathLst>
            </a:custGeom>
            <a:solidFill>
              <a:srgbClr val="DA4D3C"/>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67"/>
            <p:cNvSpPr>
              <a:spLocks/>
            </p:cNvSpPr>
            <p:nvPr/>
          </p:nvSpPr>
          <p:spPr bwMode="auto">
            <a:xfrm>
              <a:off x="5207001" y="4032251"/>
              <a:ext cx="385763" cy="587375"/>
            </a:xfrm>
            <a:custGeom>
              <a:avLst/>
              <a:gdLst>
                <a:gd name="T0" fmla="*/ 50 w 103"/>
                <a:gd name="T1" fmla="*/ 156 h 156"/>
                <a:gd name="T2" fmla="*/ 0 w 103"/>
                <a:gd name="T3" fmla="*/ 106 h 156"/>
                <a:gd name="T4" fmla="*/ 0 w 103"/>
                <a:gd name="T5" fmla="*/ 100 h 156"/>
                <a:gd name="T6" fmla="*/ 37 w 103"/>
                <a:gd name="T7" fmla="*/ 100 h 156"/>
                <a:gd name="T8" fmla="*/ 37 w 103"/>
                <a:gd name="T9" fmla="*/ 106 h 156"/>
                <a:gd name="T10" fmla="*/ 51 w 103"/>
                <a:gd name="T11" fmla="*/ 123 h 156"/>
                <a:gd name="T12" fmla="*/ 65 w 103"/>
                <a:gd name="T13" fmla="*/ 106 h 156"/>
                <a:gd name="T14" fmla="*/ 40 w 103"/>
                <a:gd name="T15" fmla="*/ 91 h 156"/>
                <a:gd name="T16" fmla="*/ 35 w 103"/>
                <a:gd name="T17" fmla="*/ 91 h 156"/>
                <a:gd name="T18" fmla="*/ 35 w 103"/>
                <a:gd name="T19" fmla="*/ 61 h 156"/>
                <a:gd name="T20" fmla="*/ 40 w 103"/>
                <a:gd name="T21" fmla="*/ 61 h 156"/>
                <a:gd name="T22" fmla="*/ 62 w 103"/>
                <a:gd name="T23" fmla="*/ 48 h 156"/>
                <a:gd name="T24" fmla="*/ 50 w 103"/>
                <a:gd name="T25" fmla="*/ 33 h 156"/>
                <a:gd name="T26" fmla="*/ 38 w 103"/>
                <a:gd name="T27" fmla="*/ 49 h 156"/>
                <a:gd name="T28" fmla="*/ 38 w 103"/>
                <a:gd name="T29" fmla="*/ 55 h 156"/>
                <a:gd name="T30" fmla="*/ 2 w 103"/>
                <a:gd name="T31" fmla="*/ 55 h 156"/>
                <a:gd name="T32" fmla="*/ 2 w 103"/>
                <a:gd name="T33" fmla="*/ 49 h 156"/>
                <a:gd name="T34" fmla="*/ 51 w 103"/>
                <a:gd name="T35" fmla="*/ 0 h 156"/>
                <a:gd name="T36" fmla="*/ 99 w 103"/>
                <a:gd name="T37" fmla="*/ 43 h 156"/>
                <a:gd name="T38" fmla="*/ 87 w 103"/>
                <a:gd name="T39" fmla="*/ 72 h 156"/>
                <a:gd name="T40" fmla="*/ 103 w 103"/>
                <a:gd name="T41" fmla="*/ 107 h 156"/>
                <a:gd name="T42" fmla="*/ 50 w 103"/>
                <a:gd name="T43" fmla="*/ 15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3" h="156">
                  <a:moveTo>
                    <a:pt x="50" y="156"/>
                  </a:moveTo>
                  <a:cubicBezTo>
                    <a:pt x="19" y="156"/>
                    <a:pt x="0" y="137"/>
                    <a:pt x="0" y="106"/>
                  </a:cubicBezTo>
                  <a:cubicBezTo>
                    <a:pt x="0" y="100"/>
                    <a:pt x="0" y="100"/>
                    <a:pt x="0" y="100"/>
                  </a:cubicBezTo>
                  <a:cubicBezTo>
                    <a:pt x="37" y="100"/>
                    <a:pt x="37" y="100"/>
                    <a:pt x="37" y="100"/>
                  </a:cubicBezTo>
                  <a:cubicBezTo>
                    <a:pt x="37" y="106"/>
                    <a:pt x="37" y="106"/>
                    <a:pt x="37" y="106"/>
                  </a:cubicBezTo>
                  <a:cubicBezTo>
                    <a:pt x="37" y="120"/>
                    <a:pt x="42" y="123"/>
                    <a:pt x="51" y="123"/>
                  </a:cubicBezTo>
                  <a:cubicBezTo>
                    <a:pt x="59" y="123"/>
                    <a:pt x="65" y="116"/>
                    <a:pt x="65" y="106"/>
                  </a:cubicBezTo>
                  <a:cubicBezTo>
                    <a:pt x="65" y="97"/>
                    <a:pt x="63" y="91"/>
                    <a:pt x="40" y="91"/>
                  </a:cubicBezTo>
                  <a:cubicBezTo>
                    <a:pt x="35" y="91"/>
                    <a:pt x="35" y="91"/>
                    <a:pt x="35" y="91"/>
                  </a:cubicBezTo>
                  <a:cubicBezTo>
                    <a:pt x="35" y="61"/>
                    <a:pt x="35" y="61"/>
                    <a:pt x="35" y="61"/>
                  </a:cubicBezTo>
                  <a:cubicBezTo>
                    <a:pt x="40" y="61"/>
                    <a:pt x="40" y="61"/>
                    <a:pt x="40" y="61"/>
                  </a:cubicBezTo>
                  <a:cubicBezTo>
                    <a:pt x="62" y="61"/>
                    <a:pt x="62" y="53"/>
                    <a:pt x="62" y="48"/>
                  </a:cubicBezTo>
                  <a:cubicBezTo>
                    <a:pt x="62" y="35"/>
                    <a:pt x="57" y="33"/>
                    <a:pt x="50" y="33"/>
                  </a:cubicBezTo>
                  <a:cubicBezTo>
                    <a:pt x="43" y="33"/>
                    <a:pt x="38" y="39"/>
                    <a:pt x="38" y="49"/>
                  </a:cubicBezTo>
                  <a:cubicBezTo>
                    <a:pt x="38" y="55"/>
                    <a:pt x="38" y="55"/>
                    <a:pt x="38" y="55"/>
                  </a:cubicBezTo>
                  <a:cubicBezTo>
                    <a:pt x="2" y="55"/>
                    <a:pt x="2" y="55"/>
                    <a:pt x="2" y="55"/>
                  </a:cubicBezTo>
                  <a:cubicBezTo>
                    <a:pt x="2" y="49"/>
                    <a:pt x="2" y="49"/>
                    <a:pt x="2" y="49"/>
                  </a:cubicBezTo>
                  <a:cubicBezTo>
                    <a:pt x="2" y="21"/>
                    <a:pt x="22" y="0"/>
                    <a:pt x="51" y="0"/>
                  </a:cubicBezTo>
                  <a:cubicBezTo>
                    <a:pt x="78" y="0"/>
                    <a:pt x="99" y="19"/>
                    <a:pt x="99" y="43"/>
                  </a:cubicBezTo>
                  <a:cubicBezTo>
                    <a:pt x="99" y="55"/>
                    <a:pt x="95" y="65"/>
                    <a:pt x="87" y="72"/>
                  </a:cubicBezTo>
                  <a:cubicBezTo>
                    <a:pt x="96" y="78"/>
                    <a:pt x="103" y="89"/>
                    <a:pt x="103" y="107"/>
                  </a:cubicBezTo>
                  <a:cubicBezTo>
                    <a:pt x="103" y="136"/>
                    <a:pt x="82" y="156"/>
                    <a:pt x="50" y="156"/>
                  </a:cubicBezTo>
                  <a:close/>
                </a:path>
              </a:pathLst>
            </a:custGeom>
            <a:solidFill>
              <a:srgbClr val="3A8FCB"/>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71"/>
            <p:cNvSpPr>
              <a:spLocks/>
            </p:cNvSpPr>
            <p:nvPr/>
          </p:nvSpPr>
          <p:spPr bwMode="auto">
            <a:xfrm>
              <a:off x="4302126" y="4341813"/>
              <a:ext cx="385763" cy="566738"/>
            </a:xfrm>
            <a:custGeom>
              <a:avLst/>
              <a:gdLst>
                <a:gd name="T0" fmla="*/ 0 w 103"/>
                <a:gd name="T1" fmla="*/ 151 h 151"/>
                <a:gd name="T2" fmla="*/ 0 w 103"/>
                <a:gd name="T3" fmla="*/ 145 h 151"/>
                <a:gd name="T4" fmla="*/ 43 w 103"/>
                <a:gd name="T5" fmla="*/ 74 h 151"/>
                <a:gd name="T6" fmla="*/ 65 w 103"/>
                <a:gd name="T7" fmla="*/ 46 h 151"/>
                <a:gd name="T8" fmla="*/ 52 w 103"/>
                <a:gd name="T9" fmla="*/ 34 h 151"/>
                <a:gd name="T10" fmla="*/ 38 w 103"/>
                <a:gd name="T11" fmla="*/ 52 h 151"/>
                <a:gd name="T12" fmla="*/ 38 w 103"/>
                <a:gd name="T13" fmla="*/ 58 h 151"/>
                <a:gd name="T14" fmla="*/ 1 w 103"/>
                <a:gd name="T15" fmla="*/ 58 h 151"/>
                <a:gd name="T16" fmla="*/ 1 w 103"/>
                <a:gd name="T17" fmla="*/ 52 h 151"/>
                <a:gd name="T18" fmla="*/ 51 w 103"/>
                <a:gd name="T19" fmla="*/ 0 h 151"/>
                <a:gd name="T20" fmla="*/ 102 w 103"/>
                <a:gd name="T21" fmla="*/ 45 h 151"/>
                <a:gd name="T22" fmla="*/ 61 w 103"/>
                <a:gd name="T23" fmla="*/ 103 h 151"/>
                <a:gd name="T24" fmla="*/ 47 w 103"/>
                <a:gd name="T25" fmla="*/ 117 h 151"/>
                <a:gd name="T26" fmla="*/ 103 w 103"/>
                <a:gd name="T27" fmla="*/ 117 h 151"/>
                <a:gd name="T28" fmla="*/ 103 w 103"/>
                <a:gd name="T29" fmla="*/ 151 h 151"/>
                <a:gd name="T30" fmla="*/ 0 w 103"/>
                <a:gd name="T31" fmla="*/ 15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3" h="151">
                  <a:moveTo>
                    <a:pt x="0" y="151"/>
                  </a:moveTo>
                  <a:cubicBezTo>
                    <a:pt x="0" y="145"/>
                    <a:pt x="0" y="145"/>
                    <a:pt x="0" y="145"/>
                  </a:cubicBezTo>
                  <a:cubicBezTo>
                    <a:pt x="0" y="119"/>
                    <a:pt x="7" y="99"/>
                    <a:pt x="43" y="74"/>
                  </a:cubicBezTo>
                  <a:cubicBezTo>
                    <a:pt x="62" y="60"/>
                    <a:pt x="65" y="55"/>
                    <a:pt x="65" y="46"/>
                  </a:cubicBezTo>
                  <a:cubicBezTo>
                    <a:pt x="65" y="39"/>
                    <a:pt x="63" y="34"/>
                    <a:pt x="52" y="34"/>
                  </a:cubicBezTo>
                  <a:cubicBezTo>
                    <a:pt x="45" y="34"/>
                    <a:pt x="38" y="36"/>
                    <a:pt x="38" y="52"/>
                  </a:cubicBezTo>
                  <a:cubicBezTo>
                    <a:pt x="38" y="58"/>
                    <a:pt x="38" y="58"/>
                    <a:pt x="38" y="58"/>
                  </a:cubicBezTo>
                  <a:cubicBezTo>
                    <a:pt x="1" y="58"/>
                    <a:pt x="1" y="58"/>
                    <a:pt x="1" y="58"/>
                  </a:cubicBezTo>
                  <a:cubicBezTo>
                    <a:pt x="1" y="52"/>
                    <a:pt x="1" y="52"/>
                    <a:pt x="1" y="52"/>
                  </a:cubicBezTo>
                  <a:cubicBezTo>
                    <a:pt x="1" y="20"/>
                    <a:pt x="20" y="0"/>
                    <a:pt x="51" y="0"/>
                  </a:cubicBezTo>
                  <a:cubicBezTo>
                    <a:pt x="83" y="0"/>
                    <a:pt x="102" y="17"/>
                    <a:pt x="102" y="45"/>
                  </a:cubicBezTo>
                  <a:cubicBezTo>
                    <a:pt x="102" y="69"/>
                    <a:pt x="90" y="82"/>
                    <a:pt x="61" y="103"/>
                  </a:cubicBezTo>
                  <a:cubicBezTo>
                    <a:pt x="55" y="107"/>
                    <a:pt x="50" y="113"/>
                    <a:pt x="47" y="117"/>
                  </a:cubicBezTo>
                  <a:cubicBezTo>
                    <a:pt x="103" y="117"/>
                    <a:pt x="103" y="117"/>
                    <a:pt x="103" y="117"/>
                  </a:cubicBezTo>
                  <a:cubicBezTo>
                    <a:pt x="103" y="151"/>
                    <a:pt x="103" y="151"/>
                    <a:pt x="103" y="151"/>
                  </a:cubicBezTo>
                  <a:lnTo>
                    <a:pt x="0" y="151"/>
                  </a:lnTo>
                  <a:close/>
                </a:path>
              </a:pathLst>
            </a:custGeom>
            <a:solidFill>
              <a:srgbClr val="4BB56D"/>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75"/>
            <p:cNvSpPr>
              <a:spLocks/>
            </p:cNvSpPr>
            <p:nvPr/>
          </p:nvSpPr>
          <p:spPr bwMode="auto">
            <a:xfrm>
              <a:off x="3689351" y="5141913"/>
              <a:ext cx="249238" cy="549275"/>
            </a:xfrm>
            <a:custGeom>
              <a:avLst/>
              <a:gdLst>
                <a:gd name="T0" fmla="*/ 28 w 66"/>
                <a:gd name="T1" fmla="*/ 146 h 146"/>
                <a:gd name="T2" fmla="*/ 28 w 66"/>
                <a:gd name="T3" fmla="*/ 53 h 146"/>
                <a:gd name="T4" fmla="*/ 0 w 66"/>
                <a:gd name="T5" fmla="*/ 53 h 146"/>
                <a:gd name="T6" fmla="*/ 0 w 66"/>
                <a:gd name="T7" fmla="*/ 24 h 146"/>
                <a:gd name="T8" fmla="*/ 6 w 66"/>
                <a:gd name="T9" fmla="*/ 24 h 146"/>
                <a:gd name="T10" fmla="*/ 33 w 66"/>
                <a:gd name="T11" fmla="*/ 5 h 146"/>
                <a:gd name="T12" fmla="*/ 33 w 66"/>
                <a:gd name="T13" fmla="*/ 0 h 146"/>
                <a:gd name="T14" fmla="*/ 66 w 66"/>
                <a:gd name="T15" fmla="*/ 0 h 146"/>
                <a:gd name="T16" fmla="*/ 66 w 66"/>
                <a:gd name="T17" fmla="*/ 146 h 146"/>
                <a:gd name="T18" fmla="*/ 28 w 66"/>
                <a:gd name="T19"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146">
                  <a:moveTo>
                    <a:pt x="28" y="146"/>
                  </a:moveTo>
                  <a:cubicBezTo>
                    <a:pt x="28" y="53"/>
                    <a:pt x="28" y="53"/>
                    <a:pt x="28" y="53"/>
                  </a:cubicBezTo>
                  <a:cubicBezTo>
                    <a:pt x="0" y="53"/>
                    <a:pt x="0" y="53"/>
                    <a:pt x="0" y="53"/>
                  </a:cubicBezTo>
                  <a:cubicBezTo>
                    <a:pt x="0" y="24"/>
                    <a:pt x="0" y="24"/>
                    <a:pt x="0" y="24"/>
                  </a:cubicBezTo>
                  <a:cubicBezTo>
                    <a:pt x="6" y="24"/>
                    <a:pt x="6" y="24"/>
                    <a:pt x="6" y="24"/>
                  </a:cubicBezTo>
                  <a:cubicBezTo>
                    <a:pt x="27" y="24"/>
                    <a:pt x="32" y="17"/>
                    <a:pt x="33" y="5"/>
                  </a:cubicBezTo>
                  <a:cubicBezTo>
                    <a:pt x="33" y="0"/>
                    <a:pt x="33" y="0"/>
                    <a:pt x="33" y="0"/>
                  </a:cubicBezTo>
                  <a:cubicBezTo>
                    <a:pt x="66" y="0"/>
                    <a:pt x="66" y="0"/>
                    <a:pt x="66" y="0"/>
                  </a:cubicBezTo>
                  <a:cubicBezTo>
                    <a:pt x="66" y="146"/>
                    <a:pt x="66" y="146"/>
                    <a:pt x="66" y="146"/>
                  </a:cubicBezTo>
                  <a:lnTo>
                    <a:pt x="28" y="146"/>
                  </a:lnTo>
                  <a:close/>
                </a:path>
              </a:pathLst>
            </a:custGeom>
            <a:solidFill>
              <a:srgbClr val="219980"/>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115" name="Rectangle 5"/>
            <p:cNvSpPr>
              <a:spLocks noChangeArrowheads="1"/>
            </p:cNvSpPr>
            <p:nvPr/>
          </p:nvSpPr>
          <p:spPr bwMode="auto">
            <a:xfrm>
              <a:off x="7572377" y="5919788"/>
              <a:ext cx="500063" cy="1588"/>
            </a:xfrm>
            <a:prstGeom prst="rect">
              <a:avLst/>
            </a:prstGeom>
            <a:solidFill>
              <a:srgbClr val="FFFFFF"/>
            </a:solidFill>
            <a:ln w="15875" cap="flat">
              <a:solidFill>
                <a:srgbClr val="E7BE22"/>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sp>
        <p:nvSpPr>
          <p:cNvPr id="117" name="矩形 39"/>
          <p:cNvSpPr/>
          <p:nvPr/>
        </p:nvSpPr>
        <p:spPr>
          <a:xfrm>
            <a:off x="0" y="203088"/>
            <a:ext cx="2492990" cy="523220"/>
          </a:xfrm>
          <a:prstGeom prst="rect">
            <a:avLst/>
          </a:prstGeom>
          <a:noFill/>
        </p:spPr>
        <p:txBody>
          <a:bodyPr wrap="none" rtlCol="0">
            <a:spAutoFit/>
          </a:bodyPr>
          <a:lstStyle/>
          <a:p>
            <a:r>
              <a:rPr lang="zh-CN" altLang="en-US" sz="2800" b="1" dirty="0">
                <a:solidFill>
                  <a:schemeClr val="tx1">
                    <a:lumMod val="65000"/>
                    <a:lumOff val="35000"/>
                  </a:schemeClr>
                </a:solidFill>
              </a:rPr>
              <a:t>五项递进</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目录</a:t>
            </a:r>
            <a:endParaRPr lang="zh-CN" altLang="zh-CN" sz="2800" b="1" dirty="0">
              <a:solidFill>
                <a:schemeClr val="tx1">
                  <a:lumMod val="65000"/>
                  <a:lumOff val="35000"/>
                </a:schemeClr>
              </a:solidFill>
            </a:endParaRPr>
          </a:p>
        </p:txBody>
      </p:sp>
      <p:sp>
        <p:nvSpPr>
          <p:cNvPr id="119" name="文本框 118"/>
          <p:cNvSpPr txBox="1"/>
          <p:nvPr/>
        </p:nvSpPr>
        <p:spPr>
          <a:xfrm>
            <a:off x="5202156" y="2328656"/>
            <a:ext cx="1836000" cy="830997"/>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ctr">
              <a:lnSpc>
                <a:spcPct val="120000"/>
              </a:lnSpc>
            </a:pPr>
            <a:r>
              <a:rPr lang="zh-CN" altLang="en-US" sz="1600" dirty="0">
                <a:solidFill>
                  <a:schemeClr val="tx1">
                    <a:lumMod val="65000"/>
                    <a:lumOff val="35000"/>
                  </a:schemeClr>
                </a:solidFill>
              </a:rPr>
              <a:t>添加内容</a:t>
            </a:r>
          </a:p>
        </p:txBody>
      </p:sp>
      <p:sp>
        <p:nvSpPr>
          <p:cNvPr id="120" name="文本框 119"/>
          <p:cNvSpPr txBox="1"/>
          <p:nvPr/>
        </p:nvSpPr>
        <p:spPr>
          <a:xfrm>
            <a:off x="2309030" y="3169059"/>
            <a:ext cx="1836000" cy="830997"/>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ctr">
              <a:lnSpc>
                <a:spcPct val="120000"/>
              </a:lnSpc>
            </a:pPr>
            <a:r>
              <a:rPr lang="zh-CN" altLang="en-US" sz="1600" dirty="0">
                <a:solidFill>
                  <a:schemeClr val="tx1">
                    <a:lumMod val="65000"/>
                    <a:lumOff val="35000"/>
                  </a:schemeClr>
                </a:solidFill>
              </a:rPr>
              <a:t>添加内容</a:t>
            </a:r>
          </a:p>
        </p:txBody>
      </p:sp>
      <p:sp>
        <p:nvSpPr>
          <p:cNvPr id="121" name="文本框 120"/>
          <p:cNvSpPr txBox="1"/>
          <p:nvPr/>
        </p:nvSpPr>
        <p:spPr>
          <a:xfrm>
            <a:off x="7932837" y="3169059"/>
            <a:ext cx="1836000" cy="830997"/>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ctr">
              <a:lnSpc>
                <a:spcPct val="120000"/>
              </a:lnSpc>
            </a:pPr>
            <a:r>
              <a:rPr lang="zh-CN" altLang="en-US" sz="1600" dirty="0">
                <a:solidFill>
                  <a:schemeClr val="tx1">
                    <a:lumMod val="65000"/>
                    <a:lumOff val="35000"/>
                  </a:schemeClr>
                </a:solidFill>
              </a:rPr>
              <a:t>添加内容</a:t>
            </a:r>
          </a:p>
        </p:txBody>
      </p:sp>
      <p:sp>
        <p:nvSpPr>
          <p:cNvPr id="122" name="文本框 121"/>
          <p:cNvSpPr txBox="1"/>
          <p:nvPr/>
        </p:nvSpPr>
        <p:spPr>
          <a:xfrm>
            <a:off x="1055881" y="5134496"/>
            <a:ext cx="1836000" cy="830997"/>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ctr">
              <a:lnSpc>
                <a:spcPct val="120000"/>
              </a:lnSpc>
            </a:pPr>
            <a:r>
              <a:rPr lang="zh-CN" altLang="en-US" sz="1600" dirty="0">
                <a:solidFill>
                  <a:schemeClr val="tx1">
                    <a:lumMod val="65000"/>
                    <a:lumOff val="35000"/>
                  </a:schemeClr>
                </a:solidFill>
              </a:rPr>
              <a:t>添加内容</a:t>
            </a:r>
          </a:p>
        </p:txBody>
      </p:sp>
      <p:sp>
        <p:nvSpPr>
          <p:cNvPr id="123" name="文本框 122"/>
          <p:cNvSpPr txBox="1"/>
          <p:nvPr/>
        </p:nvSpPr>
        <p:spPr>
          <a:xfrm>
            <a:off x="9229642" y="5134496"/>
            <a:ext cx="1836000" cy="830997"/>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ctr">
              <a:lnSpc>
                <a:spcPct val="120000"/>
              </a:lnSpc>
            </a:pPr>
            <a:r>
              <a:rPr lang="zh-CN" altLang="en-US" sz="1600" dirty="0">
                <a:solidFill>
                  <a:schemeClr val="tx1">
                    <a:lumMod val="65000"/>
                    <a:lumOff val="35000"/>
                  </a:schemeClr>
                </a:solidFill>
              </a:rPr>
              <a:t>添加内容</a:t>
            </a:r>
          </a:p>
        </p:txBody>
      </p:sp>
      <p:sp>
        <p:nvSpPr>
          <p:cNvPr id="124" name="文本框 123"/>
          <p:cNvSpPr txBox="1"/>
          <p:nvPr/>
        </p:nvSpPr>
        <p:spPr>
          <a:xfrm>
            <a:off x="4139317" y="1058393"/>
            <a:ext cx="3913366"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125" name="Rectangle 58"/>
          <p:cNvSpPr/>
          <p:nvPr/>
        </p:nvSpPr>
        <p:spPr>
          <a:xfrm>
            <a:off x="3614043" y="1478661"/>
            <a:ext cx="4963915"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单击此处添加副标题</a:t>
            </a:r>
          </a:p>
        </p:txBody>
      </p:sp>
      <p:sp>
        <p:nvSpPr>
          <p:cNvPr id="53" name="Freeform 19"/>
          <p:cNvSpPr>
            <a:spLocks noEditPoints="1"/>
          </p:cNvSpPr>
          <p:nvPr/>
        </p:nvSpPr>
        <p:spPr bwMode="auto">
          <a:xfrm>
            <a:off x="4039660" y="4137392"/>
            <a:ext cx="318868" cy="248836"/>
          </a:xfrm>
          <a:custGeom>
            <a:avLst/>
            <a:gdLst>
              <a:gd name="T0" fmla="*/ 19 w 181"/>
              <a:gd name="T1" fmla="*/ 17 h 139"/>
              <a:gd name="T2" fmla="*/ 162 w 181"/>
              <a:gd name="T3" fmla="*/ 17 h 139"/>
              <a:gd name="T4" fmla="*/ 162 w 181"/>
              <a:gd name="T5" fmla="*/ 121 h 139"/>
              <a:gd name="T6" fmla="*/ 19 w 181"/>
              <a:gd name="T7" fmla="*/ 121 h 139"/>
              <a:gd name="T8" fmla="*/ 19 w 181"/>
              <a:gd name="T9" fmla="*/ 17 h 139"/>
              <a:gd name="T10" fmla="*/ 172 w 181"/>
              <a:gd name="T11" fmla="*/ 65 h 139"/>
              <a:gd name="T12" fmla="*/ 177 w 181"/>
              <a:gd name="T13" fmla="*/ 69 h 139"/>
              <a:gd name="T14" fmla="*/ 172 w 181"/>
              <a:gd name="T15" fmla="*/ 74 h 139"/>
              <a:gd name="T16" fmla="*/ 167 w 181"/>
              <a:gd name="T17" fmla="*/ 69 h 139"/>
              <a:gd name="T18" fmla="*/ 172 w 181"/>
              <a:gd name="T19" fmla="*/ 65 h 139"/>
              <a:gd name="T20" fmla="*/ 164 w 181"/>
              <a:gd name="T21" fmla="*/ 0 h 139"/>
              <a:gd name="T22" fmla="*/ 17 w 181"/>
              <a:gd name="T23" fmla="*/ 0 h 139"/>
              <a:gd name="T24" fmla="*/ 0 w 181"/>
              <a:gd name="T25" fmla="*/ 17 h 139"/>
              <a:gd name="T26" fmla="*/ 0 w 181"/>
              <a:gd name="T27" fmla="*/ 122 h 139"/>
              <a:gd name="T28" fmla="*/ 17 w 181"/>
              <a:gd name="T29" fmla="*/ 139 h 139"/>
              <a:gd name="T30" fmla="*/ 164 w 181"/>
              <a:gd name="T31" fmla="*/ 139 h 139"/>
              <a:gd name="T32" fmla="*/ 181 w 181"/>
              <a:gd name="T33" fmla="*/ 122 h 139"/>
              <a:gd name="T34" fmla="*/ 181 w 181"/>
              <a:gd name="T35" fmla="*/ 17 h 139"/>
              <a:gd name="T36" fmla="*/ 164 w 181"/>
              <a:gd name="T37"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1" h="139">
                <a:moveTo>
                  <a:pt x="19" y="17"/>
                </a:moveTo>
                <a:cubicBezTo>
                  <a:pt x="162" y="17"/>
                  <a:pt x="162" y="17"/>
                  <a:pt x="162" y="17"/>
                </a:cubicBezTo>
                <a:cubicBezTo>
                  <a:pt x="162" y="121"/>
                  <a:pt x="162" y="121"/>
                  <a:pt x="162" y="121"/>
                </a:cubicBezTo>
                <a:cubicBezTo>
                  <a:pt x="19" y="121"/>
                  <a:pt x="19" y="121"/>
                  <a:pt x="19" y="121"/>
                </a:cubicBezTo>
                <a:cubicBezTo>
                  <a:pt x="19" y="17"/>
                  <a:pt x="19" y="17"/>
                  <a:pt x="19" y="17"/>
                </a:cubicBezTo>
                <a:close/>
                <a:moveTo>
                  <a:pt x="172" y="65"/>
                </a:moveTo>
                <a:cubicBezTo>
                  <a:pt x="175" y="65"/>
                  <a:pt x="177" y="67"/>
                  <a:pt x="177" y="69"/>
                </a:cubicBezTo>
                <a:cubicBezTo>
                  <a:pt x="177" y="72"/>
                  <a:pt x="175" y="74"/>
                  <a:pt x="172" y="74"/>
                </a:cubicBezTo>
                <a:cubicBezTo>
                  <a:pt x="170" y="74"/>
                  <a:pt x="167" y="72"/>
                  <a:pt x="167" y="69"/>
                </a:cubicBezTo>
                <a:cubicBezTo>
                  <a:pt x="167" y="67"/>
                  <a:pt x="170" y="65"/>
                  <a:pt x="172" y="65"/>
                </a:cubicBezTo>
                <a:close/>
                <a:moveTo>
                  <a:pt x="164" y="0"/>
                </a:moveTo>
                <a:cubicBezTo>
                  <a:pt x="17" y="0"/>
                  <a:pt x="17" y="0"/>
                  <a:pt x="17" y="0"/>
                </a:cubicBezTo>
                <a:cubicBezTo>
                  <a:pt x="8" y="0"/>
                  <a:pt x="0" y="7"/>
                  <a:pt x="0" y="17"/>
                </a:cubicBezTo>
                <a:cubicBezTo>
                  <a:pt x="0" y="122"/>
                  <a:pt x="0" y="122"/>
                  <a:pt x="0" y="122"/>
                </a:cubicBezTo>
                <a:cubicBezTo>
                  <a:pt x="0" y="131"/>
                  <a:pt x="8" y="139"/>
                  <a:pt x="17" y="139"/>
                </a:cubicBezTo>
                <a:cubicBezTo>
                  <a:pt x="164" y="139"/>
                  <a:pt x="164" y="139"/>
                  <a:pt x="164" y="139"/>
                </a:cubicBezTo>
                <a:cubicBezTo>
                  <a:pt x="174" y="139"/>
                  <a:pt x="181" y="131"/>
                  <a:pt x="181" y="122"/>
                </a:cubicBezTo>
                <a:cubicBezTo>
                  <a:pt x="181" y="17"/>
                  <a:pt x="181" y="17"/>
                  <a:pt x="181" y="17"/>
                </a:cubicBezTo>
                <a:cubicBezTo>
                  <a:pt x="181" y="7"/>
                  <a:pt x="174" y="0"/>
                  <a:pt x="164"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54" name="Freeform 20"/>
          <p:cNvSpPr>
            <a:spLocks noEditPoints="1"/>
          </p:cNvSpPr>
          <p:nvPr/>
        </p:nvSpPr>
        <p:spPr bwMode="auto">
          <a:xfrm>
            <a:off x="6038339" y="3451091"/>
            <a:ext cx="190725" cy="352394"/>
          </a:xfrm>
          <a:custGeom>
            <a:avLst/>
            <a:gdLst>
              <a:gd name="T0" fmla="*/ 99 w 108"/>
              <a:gd name="T1" fmla="*/ 25 h 197"/>
              <a:gd name="T2" fmla="*/ 9 w 108"/>
              <a:gd name="T3" fmla="*/ 25 h 197"/>
              <a:gd name="T4" fmla="*/ 9 w 108"/>
              <a:gd name="T5" fmla="*/ 172 h 197"/>
              <a:gd name="T6" fmla="*/ 99 w 108"/>
              <a:gd name="T7" fmla="*/ 172 h 197"/>
              <a:gd name="T8" fmla="*/ 99 w 108"/>
              <a:gd name="T9" fmla="*/ 25 h 197"/>
              <a:gd name="T10" fmla="*/ 61 w 108"/>
              <a:gd name="T11" fmla="*/ 184 h 197"/>
              <a:gd name="T12" fmla="*/ 54 w 108"/>
              <a:gd name="T13" fmla="*/ 178 h 197"/>
              <a:gd name="T14" fmla="*/ 47 w 108"/>
              <a:gd name="T15" fmla="*/ 184 h 197"/>
              <a:gd name="T16" fmla="*/ 54 w 108"/>
              <a:gd name="T17" fmla="*/ 191 h 197"/>
              <a:gd name="T18" fmla="*/ 61 w 108"/>
              <a:gd name="T19" fmla="*/ 184 h 197"/>
              <a:gd name="T20" fmla="*/ 19 w 108"/>
              <a:gd name="T21" fmla="*/ 0 h 197"/>
              <a:gd name="T22" fmla="*/ 89 w 108"/>
              <a:gd name="T23" fmla="*/ 0 h 197"/>
              <a:gd name="T24" fmla="*/ 108 w 108"/>
              <a:gd name="T25" fmla="*/ 19 h 197"/>
              <a:gd name="T26" fmla="*/ 108 w 108"/>
              <a:gd name="T27" fmla="*/ 178 h 197"/>
              <a:gd name="T28" fmla="*/ 89 w 108"/>
              <a:gd name="T29" fmla="*/ 197 h 197"/>
              <a:gd name="T30" fmla="*/ 19 w 108"/>
              <a:gd name="T31" fmla="*/ 197 h 197"/>
              <a:gd name="T32" fmla="*/ 0 w 108"/>
              <a:gd name="T33" fmla="*/ 178 h 197"/>
              <a:gd name="T34" fmla="*/ 0 w 108"/>
              <a:gd name="T35" fmla="*/ 19 h 197"/>
              <a:gd name="T36" fmla="*/ 19 w 108"/>
              <a:gd name="T37" fmla="*/ 0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8" h="197">
                <a:moveTo>
                  <a:pt x="99" y="25"/>
                </a:moveTo>
                <a:cubicBezTo>
                  <a:pt x="9" y="25"/>
                  <a:pt x="9" y="25"/>
                  <a:pt x="9" y="25"/>
                </a:cubicBezTo>
                <a:cubicBezTo>
                  <a:pt x="9" y="172"/>
                  <a:pt x="9" y="172"/>
                  <a:pt x="9" y="172"/>
                </a:cubicBezTo>
                <a:cubicBezTo>
                  <a:pt x="99" y="172"/>
                  <a:pt x="99" y="172"/>
                  <a:pt x="99" y="172"/>
                </a:cubicBezTo>
                <a:cubicBezTo>
                  <a:pt x="99" y="25"/>
                  <a:pt x="99" y="25"/>
                  <a:pt x="99" y="25"/>
                </a:cubicBezTo>
                <a:close/>
                <a:moveTo>
                  <a:pt x="61" y="184"/>
                </a:moveTo>
                <a:cubicBezTo>
                  <a:pt x="61" y="181"/>
                  <a:pt x="58" y="178"/>
                  <a:pt x="54" y="178"/>
                </a:cubicBezTo>
                <a:cubicBezTo>
                  <a:pt x="50" y="178"/>
                  <a:pt x="47" y="181"/>
                  <a:pt x="47" y="184"/>
                </a:cubicBezTo>
                <a:cubicBezTo>
                  <a:pt x="47" y="188"/>
                  <a:pt x="50" y="191"/>
                  <a:pt x="54" y="191"/>
                </a:cubicBezTo>
                <a:cubicBezTo>
                  <a:pt x="58" y="191"/>
                  <a:pt x="61" y="188"/>
                  <a:pt x="61" y="184"/>
                </a:cubicBezTo>
                <a:close/>
                <a:moveTo>
                  <a:pt x="19" y="0"/>
                </a:moveTo>
                <a:cubicBezTo>
                  <a:pt x="89" y="0"/>
                  <a:pt x="89" y="0"/>
                  <a:pt x="89" y="0"/>
                </a:cubicBezTo>
                <a:cubicBezTo>
                  <a:pt x="100" y="0"/>
                  <a:pt x="108" y="9"/>
                  <a:pt x="108" y="19"/>
                </a:cubicBezTo>
                <a:cubicBezTo>
                  <a:pt x="108" y="178"/>
                  <a:pt x="108" y="178"/>
                  <a:pt x="108" y="178"/>
                </a:cubicBezTo>
                <a:cubicBezTo>
                  <a:pt x="108" y="189"/>
                  <a:pt x="100" y="197"/>
                  <a:pt x="89" y="197"/>
                </a:cubicBezTo>
                <a:cubicBezTo>
                  <a:pt x="19" y="197"/>
                  <a:pt x="19" y="197"/>
                  <a:pt x="19" y="197"/>
                </a:cubicBezTo>
                <a:cubicBezTo>
                  <a:pt x="9" y="197"/>
                  <a:pt x="0" y="189"/>
                  <a:pt x="0" y="178"/>
                </a:cubicBezTo>
                <a:cubicBezTo>
                  <a:pt x="0" y="19"/>
                  <a:pt x="0" y="19"/>
                  <a:pt x="0" y="19"/>
                </a:cubicBezTo>
                <a:cubicBezTo>
                  <a:pt x="0" y="9"/>
                  <a:pt x="9" y="0"/>
                  <a:pt x="19"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55" name="Freeform 21"/>
          <p:cNvSpPr>
            <a:spLocks noEditPoints="1"/>
          </p:cNvSpPr>
          <p:nvPr/>
        </p:nvSpPr>
        <p:spPr bwMode="auto">
          <a:xfrm>
            <a:off x="8951637" y="5660325"/>
            <a:ext cx="306948" cy="230956"/>
          </a:xfrm>
          <a:custGeom>
            <a:avLst/>
            <a:gdLst>
              <a:gd name="T0" fmla="*/ 19 w 174"/>
              <a:gd name="T1" fmla="*/ 15 h 129"/>
              <a:gd name="T2" fmla="*/ 104 w 174"/>
              <a:gd name="T3" fmla="*/ 15 h 129"/>
              <a:gd name="T4" fmla="*/ 104 w 174"/>
              <a:gd name="T5" fmla="*/ 14 h 129"/>
              <a:gd name="T6" fmla="*/ 104 w 174"/>
              <a:gd name="T7" fmla="*/ 7 h 129"/>
              <a:gd name="T8" fmla="*/ 111 w 174"/>
              <a:gd name="T9" fmla="*/ 0 h 129"/>
              <a:gd name="T10" fmla="*/ 143 w 174"/>
              <a:gd name="T11" fmla="*/ 0 h 129"/>
              <a:gd name="T12" fmla="*/ 151 w 174"/>
              <a:gd name="T13" fmla="*/ 7 h 129"/>
              <a:gd name="T14" fmla="*/ 151 w 174"/>
              <a:gd name="T15" fmla="*/ 14 h 129"/>
              <a:gd name="T16" fmla="*/ 151 w 174"/>
              <a:gd name="T17" fmla="*/ 15 h 129"/>
              <a:gd name="T18" fmla="*/ 154 w 174"/>
              <a:gd name="T19" fmla="*/ 15 h 129"/>
              <a:gd name="T20" fmla="*/ 174 w 174"/>
              <a:gd name="T21" fmla="*/ 35 h 129"/>
              <a:gd name="T22" fmla="*/ 174 w 174"/>
              <a:gd name="T23" fmla="*/ 109 h 129"/>
              <a:gd name="T24" fmla="*/ 154 w 174"/>
              <a:gd name="T25" fmla="*/ 129 h 129"/>
              <a:gd name="T26" fmla="*/ 19 w 174"/>
              <a:gd name="T27" fmla="*/ 129 h 129"/>
              <a:gd name="T28" fmla="*/ 0 w 174"/>
              <a:gd name="T29" fmla="*/ 109 h 129"/>
              <a:gd name="T30" fmla="*/ 0 w 174"/>
              <a:gd name="T31" fmla="*/ 35 h 129"/>
              <a:gd name="T32" fmla="*/ 19 w 174"/>
              <a:gd name="T33" fmla="*/ 15 h 129"/>
              <a:gd name="T34" fmla="*/ 114 w 174"/>
              <a:gd name="T35" fmla="*/ 15 h 129"/>
              <a:gd name="T36" fmla="*/ 140 w 174"/>
              <a:gd name="T37" fmla="*/ 15 h 129"/>
              <a:gd name="T38" fmla="*/ 140 w 174"/>
              <a:gd name="T39" fmla="*/ 5 h 129"/>
              <a:gd name="T40" fmla="*/ 114 w 174"/>
              <a:gd name="T41" fmla="*/ 5 h 129"/>
              <a:gd name="T42" fmla="*/ 114 w 174"/>
              <a:gd name="T43" fmla="*/ 15 h 129"/>
              <a:gd name="T44" fmla="*/ 89 w 174"/>
              <a:gd name="T45" fmla="*/ 28 h 129"/>
              <a:gd name="T46" fmla="*/ 47 w 174"/>
              <a:gd name="T47" fmla="*/ 72 h 129"/>
              <a:gd name="T48" fmla="*/ 89 w 174"/>
              <a:gd name="T49" fmla="*/ 116 h 129"/>
              <a:gd name="T50" fmla="*/ 131 w 174"/>
              <a:gd name="T51" fmla="*/ 72 h 129"/>
              <a:gd name="T52" fmla="*/ 89 w 174"/>
              <a:gd name="T53" fmla="*/ 28 h 129"/>
              <a:gd name="T54" fmla="*/ 117 w 174"/>
              <a:gd name="T55" fmla="*/ 72 h 129"/>
              <a:gd name="T56" fmla="*/ 89 w 174"/>
              <a:gd name="T57" fmla="*/ 42 h 129"/>
              <a:gd name="T58" fmla="*/ 61 w 174"/>
              <a:gd name="T59" fmla="*/ 72 h 129"/>
              <a:gd name="T60" fmla="*/ 89 w 174"/>
              <a:gd name="T61" fmla="*/ 102 h 129"/>
              <a:gd name="T62" fmla="*/ 117 w 174"/>
              <a:gd name="T63" fmla="*/ 72 h 129"/>
              <a:gd name="T64" fmla="*/ 89 w 174"/>
              <a:gd name="T65" fmla="*/ 36 h 129"/>
              <a:gd name="T66" fmla="*/ 55 w 174"/>
              <a:gd name="T67" fmla="*/ 72 h 129"/>
              <a:gd name="T68" fmla="*/ 89 w 174"/>
              <a:gd name="T69" fmla="*/ 108 h 129"/>
              <a:gd name="T70" fmla="*/ 123 w 174"/>
              <a:gd name="T71" fmla="*/ 72 h 129"/>
              <a:gd name="T72" fmla="*/ 89 w 174"/>
              <a:gd name="T73" fmla="*/ 36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4" h="129">
                <a:moveTo>
                  <a:pt x="19" y="15"/>
                </a:moveTo>
                <a:cubicBezTo>
                  <a:pt x="104" y="15"/>
                  <a:pt x="104" y="15"/>
                  <a:pt x="104" y="15"/>
                </a:cubicBezTo>
                <a:cubicBezTo>
                  <a:pt x="104" y="15"/>
                  <a:pt x="104" y="14"/>
                  <a:pt x="104" y="14"/>
                </a:cubicBezTo>
                <a:cubicBezTo>
                  <a:pt x="104" y="7"/>
                  <a:pt x="104" y="7"/>
                  <a:pt x="104" y="7"/>
                </a:cubicBezTo>
                <a:cubicBezTo>
                  <a:pt x="104" y="3"/>
                  <a:pt x="107" y="0"/>
                  <a:pt x="111" y="0"/>
                </a:cubicBezTo>
                <a:cubicBezTo>
                  <a:pt x="143" y="0"/>
                  <a:pt x="143" y="0"/>
                  <a:pt x="143" y="0"/>
                </a:cubicBezTo>
                <a:cubicBezTo>
                  <a:pt x="147" y="0"/>
                  <a:pt x="151" y="3"/>
                  <a:pt x="151" y="7"/>
                </a:cubicBezTo>
                <a:cubicBezTo>
                  <a:pt x="151" y="14"/>
                  <a:pt x="151" y="14"/>
                  <a:pt x="151" y="14"/>
                </a:cubicBezTo>
                <a:cubicBezTo>
                  <a:pt x="151" y="14"/>
                  <a:pt x="151" y="15"/>
                  <a:pt x="151" y="15"/>
                </a:cubicBezTo>
                <a:cubicBezTo>
                  <a:pt x="154" y="15"/>
                  <a:pt x="154" y="15"/>
                  <a:pt x="154" y="15"/>
                </a:cubicBezTo>
                <a:cubicBezTo>
                  <a:pt x="165" y="15"/>
                  <a:pt x="174" y="24"/>
                  <a:pt x="174" y="35"/>
                </a:cubicBezTo>
                <a:cubicBezTo>
                  <a:pt x="174" y="109"/>
                  <a:pt x="174" y="109"/>
                  <a:pt x="174" y="109"/>
                </a:cubicBezTo>
                <a:cubicBezTo>
                  <a:pt x="174" y="120"/>
                  <a:pt x="165" y="129"/>
                  <a:pt x="154" y="129"/>
                </a:cubicBezTo>
                <a:cubicBezTo>
                  <a:pt x="19" y="129"/>
                  <a:pt x="19" y="129"/>
                  <a:pt x="19" y="129"/>
                </a:cubicBezTo>
                <a:cubicBezTo>
                  <a:pt x="9" y="129"/>
                  <a:pt x="0" y="120"/>
                  <a:pt x="0" y="109"/>
                </a:cubicBezTo>
                <a:cubicBezTo>
                  <a:pt x="0" y="35"/>
                  <a:pt x="0" y="35"/>
                  <a:pt x="0" y="35"/>
                </a:cubicBezTo>
                <a:cubicBezTo>
                  <a:pt x="0" y="24"/>
                  <a:pt x="9" y="15"/>
                  <a:pt x="19" y="15"/>
                </a:cubicBezTo>
                <a:close/>
                <a:moveTo>
                  <a:pt x="114" y="15"/>
                </a:moveTo>
                <a:cubicBezTo>
                  <a:pt x="140" y="15"/>
                  <a:pt x="140" y="15"/>
                  <a:pt x="140" y="15"/>
                </a:cubicBezTo>
                <a:cubicBezTo>
                  <a:pt x="140" y="5"/>
                  <a:pt x="140" y="5"/>
                  <a:pt x="140" y="5"/>
                </a:cubicBezTo>
                <a:cubicBezTo>
                  <a:pt x="114" y="5"/>
                  <a:pt x="114" y="5"/>
                  <a:pt x="114" y="5"/>
                </a:cubicBezTo>
                <a:cubicBezTo>
                  <a:pt x="114" y="15"/>
                  <a:pt x="114" y="15"/>
                  <a:pt x="114" y="15"/>
                </a:cubicBezTo>
                <a:close/>
                <a:moveTo>
                  <a:pt x="89" y="28"/>
                </a:moveTo>
                <a:cubicBezTo>
                  <a:pt x="66" y="28"/>
                  <a:pt x="47" y="48"/>
                  <a:pt x="47" y="72"/>
                </a:cubicBezTo>
                <a:cubicBezTo>
                  <a:pt x="47" y="97"/>
                  <a:pt x="66" y="116"/>
                  <a:pt x="89" y="116"/>
                </a:cubicBezTo>
                <a:cubicBezTo>
                  <a:pt x="112" y="116"/>
                  <a:pt x="131" y="97"/>
                  <a:pt x="131" y="72"/>
                </a:cubicBezTo>
                <a:cubicBezTo>
                  <a:pt x="131" y="48"/>
                  <a:pt x="112" y="28"/>
                  <a:pt x="89" y="28"/>
                </a:cubicBezTo>
                <a:close/>
                <a:moveTo>
                  <a:pt x="117" y="72"/>
                </a:moveTo>
                <a:cubicBezTo>
                  <a:pt x="117" y="56"/>
                  <a:pt x="105" y="42"/>
                  <a:pt x="89" y="42"/>
                </a:cubicBezTo>
                <a:cubicBezTo>
                  <a:pt x="73" y="42"/>
                  <a:pt x="61" y="56"/>
                  <a:pt x="61" y="72"/>
                </a:cubicBezTo>
                <a:cubicBezTo>
                  <a:pt x="61" y="89"/>
                  <a:pt x="73" y="102"/>
                  <a:pt x="89" y="102"/>
                </a:cubicBezTo>
                <a:cubicBezTo>
                  <a:pt x="105" y="102"/>
                  <a:pt x="117" y="89"/>
                  <a:pt x="117" y="72"/>
                </a:cubicBezTo>
                <a:close/>
                <a:moveTo>
                  <a:pt x="89" y="36"/>
                </a:moveTo>
                <a:cubicBezTo>
                  <a:pt x="70" y="36"/>
                  <a:pt x="55" y="52"/>
                  <a:pt x="55" y="72"/>
                </a:cubicBezTo>
                <a:cubicBezTo>
                  <a:pt x="55" y="92"/>
                  <a:pt x="70" y="108"/>
                  <a:pt x="89" y="108"/>
                </a:cubicBezTo>
                <a:cubicBezTo>
                  <a:pt x="108" y="108"/>
                  <a:pt x="123" y="92"/>
                  <a:pt x="123" y="72"/>
                </a:cubicBezTo>
                <a:cubicBezTo>
                  <a:pt x="123" y="52"/>
                  <a:pt x="108" y="36"/>
                  <a:pt x="89" y="3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56" name="Freeform 22"/>
          <p:cNvSpPr>
            <a:spLocks noEditPoints="1"/>
          </p:cNvSpPr>
          <p:nvPr/>
        </p:nvSpPr>
        <p:spPr bwMode="auto">
          <a:xfrm>
            <a:off x="2900806" y="5639863"/>
            <a:ext cx="274912" cy="289813"/>
          </a:xfrm>
          <a:custGeom>
            <a:avLst/>
            <a:gdLst>
              <a:gd name="T0" fmla="*/ 100 w 156"/>
              <a:gd name="T1" fmla="*/ 9 h 162"/>
              <a:gd name="T2" fmla="*/ 144 w 156"/>
              <a:gd name="T3" fmla="*/ 86 h 162"/>
              <a:gd name="T4" fmla="*/ 56 w 156"/>
              <a:gd name="T5" fmla="*/ 125 h 162"/>
              <a:gd name="T6" fmla="*/ 12 w 156"/>
              <a:gd name="T7" fmla="*/ 48 h 162"/>
              <a:gd name="T8" fmla="*/ 79 w 156"/>
              <a:gd name="T9" fmla="*/ 130 h 162"/>
              <a:gd name="T10" fmla="*/ 82 w 156"/>
              <a:gd name="T11" fmla="*/ 133 h 162"/>
              <a:gd name="T12" fmla="*/ 79 w 156"/>
              <a:gd name="T13" fmla="*/ 155 h 162"/>
              <a:gd name="T14" fmla="*/ 77 w 156"/>
              <a:gd name="T15" fmla="*/ 153 h 162"/>
              <a:gd name="T16" fmla="*/ 79 w 156"/>
              <a:gd name="T17" fmla="*/ 130 h 162"/>
              <a:gd name="T18" fmla="*/ 73 w 156"/>
              <a:gd name="T19" fmla="*/ 133 h 162"/>
              <a:gd name="T20" fmla="*/ 74 w 156"/>
              <a:gd name="T21" fmla="*/ 151 h 162"/>
              <a:gd name="T22" fmla="*/ 73 w 156"/>
              <a:gd name="T23" fmla="*/ 153 h 162"/>
              <a:gd name="T24" fmla="*/ 71 w 156"/>
              <a:gd name="T25" fmla="*/ 135 h 162"/>
              <a:gd name="T26" fmla="*/ 67 w 156"/>
              <a:gd name="T27" fmla="*/ 136 h 162"/>
              <a:gd name="T28" fmla="*/ 69 w 156"/>
              <a:gd name="T29" fmla="*/ 137 h 162"/>
              <a:gd name="T30" fmla="*/ 67 w 156"/>
              <a:gd name="T31" fmla="*/ 148 h 162"/>
              <a:gd name="T32" fmla="*/ 65 w 156"/>
              <a:gd name="T33" fmla="*/ 147 h 162"/>
              <a:gd name="T34" fmla="*/ 67 w 156"/>
              <a:gd name="T35" fmla="*/ 136 h 162"/>
              <a:gd name="T36" fmla="*/ 61 w 156"/>
              <a:gd name="T37" fmla="*/ 139 h 162"/>
              <a:gd name="T38" fmla="*/ 63 w 156"/>
              <a:gd name="T39" fmla="*/ 145 h 162"/>
              <a:gd name="T40" fmla="*/ 61 w 156"/>
              <a:gd name="T41" fmla="*/ 145 h 162"/>
              <a:gd name="T42" fmla="*/ 60 w 156"/>
              <a:gd name="T43" fmla="*/ 139 h 162"/>
              <a:gd name="T44" fmla="*/ 87 w 156"/>
              <a:gd name="T45" fmla="*/ 133 h 162"/>
              <a:gd name="T46" fmla="*/ 85 w 156"/>
              <a:gd name="T47" fmla="*/ 135 h 162"/>
              <a:gd name="T48" fmla="*/ 87 w 156"/>
              <a:gd name="T49" fmla="*/ 153 h 162"/>
              <a:gd name="T50" fmla="*/ 89 w 156"/>
              <a:gd name="T51" fmla="*/ 151 h 162"/>
              <a:gd name="T52" fmla="*/ 87 w 156"/>
              <a:gd name="T53" fmla="*/ 133 h 162"/>
              <a:gd name="T54" fmla="*/ 92 w 156"/>
              <a:gd name="T55" fmla="*/ 136 h 162"/>
              <a:gd name="T56" fmla="*/ 91 w 156"/>
              <a:gd name="T57" fmla="*/ 147 h 162"/>
              <a:gd name="T58" fmla="*/ 92 w 156"/>
              <a:gd name="T59" fmla="*/ 148 h 162"/>
              <a:gd name="T60" fmla="*/ 94 w 156"/>
              <a:gd name="T61" fmla="*/ 137 h 162"/>
              <a:gd name="T62" fmla="*/ 98 w 156"/>
              <a:gd name="T63" fmla="*/ 139 h 162"/>
              <a:gd name="T64" fmla="*/ 97 w 156"/>
              <a:gd name="T65" fmla="*/ 140 h 162"/>
              <a:gd name="T66" fmla="*/ 98 w 156"/>
              <a:gd name="T67" fmla="*/ 145 h 162"/>
              <a:gd name="T68" fmla="*/ 99 w 156"/>
              <a:gd name="T69" fmla="*/ 145 h 162"/>
              <a:gd name="T70" fmla="*/ 98 w 156"/>
              <a:gd name="T71" fmla="*/ 139 h 162"/>
              <a:gd name="T72" fmla="*/ 0 w 156"/>
              <a:gd name="T73" fmla="*/ 33 h 162"/>
              <a:gd name="T74" fmla="*/ 31 w 156"/>
              <a:gd name="T75" fmla="*/ 162 h 162"/>
              <a:gd name="T76" fmla="*/ 156 w 156"/>
              <a:gd name="T77" fmla="*/ 129 h 162"/>
              <a:gd name="T78" fmla="*/ 125 w 156"/>
              <a:gd name="T79" fmla="*/ 0 h 162"/>
              <a:gd name="T80" fmla="*/ 29 w 156"/>
              <a:gd name="T81" fmla="*/ 129 h 162"/>
              <a:gd name="T82" fmla="*/ 29 w 156"/>
              <a:gd name="T83" fmla="*/ 155 h 162"/>
              <a:gd name="T84" fmla="*/ 29 w 156"/>
              <a:gd name="T85" fmla="*/ 129 h 162"/>
              <a:gd name="T86" fmla="*/ 37 w 156"/>
              <a:gd name="T87" fmla="*/ 142 h 162"/>
              <a:gd name="T88" fmla="*/ 20 w 156"/>
              <a:gd name="T89" fmla="*/ 142 h 162"/>
              <a:gd name="T90" fmla="*/ 29 w 156"/>
              <a:gd name="T91" fmla="*/ 137 h 162"/>
              <a:gd name="T92" fmla="*/ 29 w 156"/>
              <a:gd name="T93" fmla="*/ 147 h 162"/>
              <a:gd name="T94" fmla="*/ 29 w 156"/>
              <a:gd name="T95" fmla="*/ 137 h 162"/>
              <a:gd name="T96" fmla="*/ 142 w 156"/>
              <a:gd name="T97" fmla="*/ 141 h 162"/>
              <a:gd name="T98" fmla="*/ 118 w 156"/>
              <a:gd name="T99" fmla="*/ 141 h 162"/>
              <a:gd name="T100" fmla="*/ 130 w 156"/>
              <a:gd name="T101" fmla="*/ 133 h 162"/>
              <a:gd name="T102" fmla="*/ 130 w 156"/>
              <a:gd name="T103" fmla="*/ 150 h 162"/>
              <a:gd name="T104" fmla="*/ 130 w 156"/>
              <a:gd name="T105" fmla="*/ 133 h 162"/>
              <a:gd name="T106" fmla="*/ 135 w 156"/>
              <a:gd name="T107" fmla="*/ 141 h 162"/>
              <a:gd name="T108" fmla="*/ 126 w 156"/>
              <a:gd name="T109" fmla="*/ 14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6" h="162">
                <a:moveTo>
                  <a:pt x="56" y="9"/>
                </a:moveTo>
                <a:cubicBezTo>
                  <a:pt x="100" y="9"/>
                  <a:pt x="100" y="9"/>
                  <a:pt x="100" y="9"/>
                </a:cubicBezTo>
                <a:cubicBezTo>
                  <a:pt x="124" y="9"/>
                  <a:pt x="144" y="27"/>
                  <a:pt x="144" y="48"/>
                </a:cubicBezTo>
                <a:cubicBezTo>
                  <a:pt x="144" y="86"/>
                  <a:pt x="144" y="86"/>
                  <a:pt x="144" y="86"/>
                </a:cubicBezTo>
                <a:cubicBezTo>
                  <a:pt x="144" y="107"/>
                  <a:pt x="124" y="125"/>
                  <a:pt x="100" y="125"/>
                </a:cubicBezTo>
                <a:cubicBezTo>
                  <a:pt x="56" y="125"/>
                  <a:pt x="56" y="125"/>
                  <a:pt x="56" y="125"/>
                </a:cubicBezTo>
                <a:cubicBezTo>
                  <a:pt x="32" y="125"/>
                  <a:pt x="12" y="107"/>
                  <a:pt x="12" y="86"/>
                </a:cubicBezTo>
                <a:cubicBezTo>
                  <a:pt x="12" y="48"/>
                  <a:pt x="12" y="48"/>
                  <a:pt x="12" y="48"/>
                </a:cubicBezTo>
                <a:cubicBezTo>
                  <a:pt x="12" y="27"/>
                  <a:pt x="32" y="9"/>
                  <a:pt x="56" y="9"/>
                </a:cubicBezTo>
                <a:close/>
                <a:moveTo>
                  <a:pt x="79" y="130"/>
                </a:moveTo>
                <a:cubicBezTo>
                  <a:pt x="79" y="130"/>
                  <a:pt x="79" y="130"/>
                  <a:pt x="79" y="130"/>
                </a:cubicBezTo>
                <a:cubicBezTo>
                  <a:pt x="81" y="130"/>
                  <a:pt x="82" y="131"/>
                  <a:pt x="82" y="133"/>
                </a:cubicBezTo>
                <a:cubicBezTo>
                  <a:pt x="82" y="153"/>
                  <a:pt x="82" y="153"/>
                  <a:pt x="82" y="153"/>
                </a:cubicBezTo>
                <a:cubicBezTo>
                  <a:pt x="82" y="154"/>
                  <a:pt x="81" y="155"/>
                  <a:pt x="79" y="155"/>
                </a:cubicBezTo>
                <a:cubicBezTo>
                  <a:pt x="79" y="155"/>
                  <a:pt x="79" y="155"/>
                  <a:pt x="79" y="155"/>
                </a:cubicBezTo>
                <a:cubicBezTo>
                  <a:pt x="78" y="155"/>
                  <a:pt x="77" y="154"/>
                  <a:pt x="77" y="153"/>
                </a:cubicBezTo>
                <a:cubicBezTo>
                  <a:pt x="77" y="133"/>
                  <a:pt x="77" y="133"/>
                  <a:pt x="77" y="133"/>
                </a:cubicBezTo>
                <a:cubicBezTo>
                  <a:pt x="77" y="131"/>
                  <a:pt x="78" y="130"/>
                  <a:pt x="79" y="130"/>
                </a:cubicBezTo>
                <a:close/>
                <a:moveTo>
                  <a:pt x="73" y="133"/>
                </a:moveTo>
                <a:cubicBezTo>
                  <a:pt x="73" y="133"/>
                  <a:pt x="73" y="133"/>
                  <a:pt x="73" y="133"/>
                </a:cubicBezTo>
                <a:cubicBezTo>
                  <a:pt x="74" y="133"/>
                  <a:pt x="74" y="134"/>
                  <a:pt x="74" y="135"/>
                </a:cubicBezTo>
                <a:cubicBezTo>
                  <a:pt x="74" y="151"/>
                  <a:pt x="74" y="151"/>
                  <a:pt x="74" y="151"/>
                </a:cubicBezTo>
                <a:cubicBezTo>
                  <a:pt x="74" y="152"/>
                  <a:pt x="74" y="153"/>
                  <a:pt x="73" y="153"/>
                </a:cubicBezTo>
                <a:cubicBezTo>
                  <a:pt x="73" y="153"/>
                  <a:pt x="73" y="153"/>
                  <a:pt x="73" y="153"/>
                </a:cubicBezTo>
                <a:cubicBezTo>
                  <a:pt x="72" y="153"/>
                  <a:pt x="71" y="152"/>
                  <a:pt x="71" y="151"/>
                </a:cubicBezTo>
                <a:cubicBezTo>
                  <a:pt x="71" y="135"/>
                  <a:pt x="71" y="135"/>
                  <a:pt x="71" y="135"/>
                </a:cubicBezTo>
                <a:cubicBezTo>
                  <a:pt x="71" y="134"/>
                  <a:pt x="72" y="133"/>
                  <a:pt x="73" y="133"/>
                </a:cubicBezTo>
                <a:close/>
                <a:moveTo>
                  <a:pt x="67" y="136"/>
                </a:moveTo>
                <a:cubicBezTo>
                  <a:pt x="67" y="136"/>
                  <a:pt x="67" y="136"/>
                  <a:pt x="67" y="136"/>
                </a:cubicBezTo>
                <a:cubicBezTo>
                  <a:pt x="68" y="136"/>
                  <a:pt x="69" y="137"/>
                  <a:pt x="69" y="137"/>
                </a:cubicBezTo>
                <a:cubicBezTo>
                  <a:pt x="69" y="147"/>
                  <a:pt x="69" y="147"/>
                  <a:pt x="69" y="147"/>
                </a:cubicBezTo>
                <a:cubicBezTo>
                  <a:pt x="69" y="148"/>
                  <a:pt x="68" y="148"/>
                  <a:pt x="67" y="148"/>
                </a:cubicBezTo>
                <a:cubicBezTo>
                  <a:pt x="67" y="148"/>
                  <a:pt x="67" y="148"/>
                  <a:pt x="67" y="148"/>
                </a:cubicBezTo>
                <a:cubicBezTo>
                  <a:pt x="66" y="148"/>
                  <a:pt x="65" y="148"/>
                  <a:pt x="65" y="147"/>
                </a:cubicBezTo>
                <a:cubicBezTo>
                  <a:pt x="65" y="137"/>
                  <a:pt x="65" y="137"/>
                  <a:pt x="65" y="137"/>
                </a:cubicBezTo>
                <a:cubicBezTo>
                  <a:pt x="65" y="137"/>
                  <a:pt x="66" y="136"/>
                  <a:pt x="67" y="136"/>
                </a:cubicBezTo>
                <a:close/>
                <a:moveTo>
                  <a:pt x="61" y="139"/>
                </a:moveTo>
                <a:cubicBezTo>
                  <a:pt x="61" y="139"/>
                  <a:pt x="61" y="139"/>
                  <a:pt x="61" y="139"/>
                </a:cubicBezTo>
                <a:cubicBezTo>
                  <a:pt x="62" y="139"/>
                  <a:pt x="63" y="139"/>
                  <a:pt x="63" y="139"/>
                </a:cubicBezTo>
                <a:cubicBezTo>
                  <a:pt x="63" y="145"/>
                  <a:pt x="63" y="145"/>
                  <a:pt x="63" y="145"/>
                </a:cubicBezTo>
                <a:cubicBezTo>
                  <a:pt x="63" y="145"/>
                  <a:pt x="62" y="145"/>
                  <a:pt x="61" y="145"/>
                </a:cubicBezTo>
                <a:cubicBezTo>
                  <a:pt x="61" y="145"/>
                  <a:pt x="61" y="145"/>
                  <a:pt x="61" y="145"/>
                </a:cubicBezTo>
                <a:cubicBezTo>
                  <a:pt x="60" y="145"/>
                  <a:pt x="60" y="145"/>
                  <a:pt x="60" y="145"/>
                </a:cubicBezTo>
                <a:cubicBezTo>
                  <a:pt x="60" y="139"/>
                  <a:pt x="60" y="139"/>
                  <a:pt x="60" y="139"/>
                </a:cubicBezTo>
                <a:cubicBezTo>
                  <a:pt x="60" y="139"/>
                  <a:pt x="60" y="139"/>
                  <a:pt x="61" y="139"/>
                </a:cubicBezTo>
                <a:close/>
                <a:moveTo>
                  <a:pt x="87" y="133"/>
                </a:moveTo>
                <a:cubicBezTo>
                  <a:pt x="87" y="133"/>
                  <a:pt x="87" y="133"/>
                  <a:pt x="87" y="133"/>
                </a:cubicBezTo>
                <a:cubicBezTo>
                  <a:pt x="86" y="133"/>
                  <a:pt x="85" y="134"/>
                  <a:pt x="85" y="135"/>
                </a:cubicBezTo>
                <a:cubicBezTo>
                  <a:pt x="85" y="151"/>
                  <a:pt x="85" y="151"/>
                  <a:pt x="85" y="151"/>
                </a:cubicBezTo>
                <a:cubicBezTo>
                  <a:pt x="85" y="152"/>
                  <a:pt x="86" y="153"/>
                  <a:pt x="87" y="153"/>
                </a:cubicBezTo>
                <a:cubicBezTo>
                  <a:pt x="87" y="153"/>
                  <a:pt x="87" y="153"/>
                  <a:pt x="87" y="153"/>
                </a:cubicBezTo>
                <a:cubicBezTo>
                  <a:pt x="88" y="153"/>
                  <a:pt x="89" y="152"/>
                  <a:pt x="89" y="151"/>
                </a:cubicBezTo>
                <a:cubicBezTo>
                  <a:pt x="89" y="135"/>
                  <a:pt x="89" y="135"/>
                  <a:pt x="89" y="135"/>
                </a:cubicBezTo>
                <a:cubicBezTo>
                  <a:pt x="89" y="134"/>
                  <a:pt x="88" y="133"/>
                  <a:pt x="87" y="133"/>
                </a:cubicBezTo>
                <a:close/>
                <a:moveTo>
                  <a:pt x="92" y="136"/>
                </a:moveTo>
                <a:cubicBezTo>
                  <a:pt x="92" y="136"/>
                  <a:pt x="92" y="136"/>
                  <a:pt x="92" y="136"/>
                </a:cubicBezTo>
                <a:cubicBezTo>
                  <a:pt x="92" y="136"/>
                  <a:pt x="91" y="137"/>
                  <a:pt x="91" y="137"/>
                </a:cubicBezTo>
                <a:cubicBezTo>
                  <a:pt x="91" y="147"/>
                  <a:pt x="91" y="147"/>
                  <a:pt x="91" y="147"/>
                </a:cubicBezTo>
                <a:cubicBezTo>
                  <a:pt x="91" y="148"/>
                  <a:pt x="92" y="148"/>
                  <a:pt x="92" y="148"/>
                </a:cubicBezTo>
                <a:cubicBezTo>
                  <a:pt x="92" y="148"/>
                  <a:pt x="92" y="148"/>
                  <a:pt x="92" y="148"/>
                </a:cubicBezTo>
                <a:cubicBezTo>
                  <a:pt x="93" y="148"/>
                  <a:pt x="94" y="148"/>
                  <a:pt x="94" y="147"/>
                </a:cubicBezTo>
                <a:cubicBezTo>
                  <a:pt x="94" y="137"/>
                  <a:pt x="94" y="137"/>
                  <a:pt x="94" y="137"/>
                </a:cubicBezTo>
                <a:cubicBezTo>
                  <a:pt x="94" y="137"/>
                  <a:pt x="93" y="136"/>
                  <a:pt x="92" y="136"/>
                </a:cubicBezTo>
                <a:close/>
                <a:moveTo>
                  <a:pt x="98" y="139"/>
                </a:moveTo>
                <a:cubicBezTo>
                  <a:pt x="98" y="139"/>
                  <a:pt x="98" y="139"/>
                  <a:pt x="98" y="139"/>
                </a:cubicBezTo>
                <a:cubicBezTo>
                  <a:pt x="97" y="139"/>
                  <a:pt x="97" y="139"/>
                  <a:pt x="97" y="140"/>
                </a:cubicBezTo>
                <a:cubicBezTo>
                  <a:pt x="97" y="145"/>
                  <a:pt x="97" y="145"/>
                  <a:pt x="97" y="145"/>
                </a:cubicBezTo>
                <a:cubicBezTo>
                  <a:pt x="97" y="145"/>
                  <a:pt x="97" y="145"/>
                  <a:pt x="98" y="145"/>
                </a:cubicBezTo>
                <a:cubicBezTo>
                  <a:pt x="98" y="145"/>
                  <a:pt x="98" y="145"/>
                  <a:pt x="98" y="145"/>
                </a:cubicBezTo>
                <a:cubicBezTo>
                  <a:pt x="99" y="145"/>
                  <a:pt x="99" y="145"/>
                  <a:pt x="99" y="145"/>
                </a:cubicBezTo>
                <a:cubicBezTo>
                  <a:pt x="99" y="140"/>
                  <a:pt x="99" y="140"/>
                  <a:pt x="99" y="140"/>
                </a:cubicBezTo>
                <a:cubicBezTo>
                  <a:pt x="99" y="139"/>
                  <a:pt x="99" y="139"/>
                  <a:pt x="98" y="139"/>
                </a:cubicBezTo>
                <a:close/>
                <a:moveTo>
                  <a:pt x="31" y="0"/>
                </a:moveTo>
                <a:cubicBezTo>
                  <a:pt x="14" y="0"/>
                  <a:pt x="0" y="15"/>
                  <a:pt x="0" y="33"/>
                </a:cubicBezTo>
                <a:cubicBezTo>
                  <a:pt x="0" y="129"/>
                  <a:pt x="0" y="129"/>
                  <a:pt x="0" y="129"/>
                </a:cubicBezTo>
                <a:cubicBezTo>
                  <a:pt x="0" y="147"/>
                  <a:pt x="14" y="162"/>
                  <a:pt x="31" y="162"/>
                </a:cubicBezTo>
                <a:cubicBezTo>
                  <a:pt x="125" y="162"/>
                  <a:pt x="125" y="162"/>
                  <a:pt x="125" y="162"/>
                </a:cubicBezTo>
                <a:cubicBezTo>
                  <a:pt x="142" y="162"/>
                  <a:pt x="156" y="147"/>
                  <a:pt x="156" y="129"/>
                </a:cubicBezTo>
                <a:cubicBezTo>
                  <a:pt x="156" y="33"/>
                  <a:pt x="156" y="33"/>
                  <a:pt x="156" y="33"/>
                </a:cubicBezTo>
                <a:cubicBezTo>
                  <a:pt x="156" y="15"/>
                  <a:pt x="142" y="0"/>
                  <a:pt x="125" y="0"/>
                </a:cubicBezTo>
                <a:cubicBezTo>
                  <a:pt x="31" y="0"/>
                  <a:pt x="31" y="0"/>
                  <a:pt x="31" y="0"/>
                </a:cubicBezTo>
                <a:close/>
                <a:moveTo>
                  <a:pt x="29" y="129"/>
                </a:moveTo>
                <a:cubicBezTo>
                  <a:pt x="35" y="129"/>
                  <a:pt x="41" y="135"/>
                  <a:pt x="41" y="142"/>
                </a:cubicBezTo>
                <a:cubicBezTo>
                  <a:pt x="41" y="149"/>
                  <a:pt x="35" y="155"/>
                  <a:pt x="29" y="155"/>
                </a:cubicBezTo>
                <a:cubicBezTo>
                  <a:pt x="22" y="155"/>
                  <a:pt x="17" y="149"/>
                  <a:pt x="17" y="142"/>
                </a:cubicBezTo>
                <a:cubicBezTo>
                  <a:pt x="17" y="135"/>
                  <a:pt x="22" y="129"/>
                  <a:pt x="29" y="129"/>
                </a:cubicBezTo>
                <a:close/>
                <a:moveTo>
                  <a:pt x="29" y="133"/>
                </a:moveTo>
                <a:cubicBezTo>
                  <a:pt x="33" y="133"/>
                  <a:pt x="37" y="137"/>
                  <a:pt x="37" y="142"/>
                </a:cubicBezTo>
                <a:cubicBezTo>
                  <a:pt x="37" y="147"/>
                  <a:pt x="33" y="151"/>
                  <a:pt x="29" y="151"/>
                </a:cubicBezTo>
                <a:cubicBezTo>
                  <a:pt x="24" y="151"/>
                  <a:pt x="20" y="147"/>
                  <a:pt x="20" y="142"/>
                </a:cubicBezTo>
                <a:cubicBezTo>
                  <a:pt x="20" y="137"/>
                  <a:pt x="24" y="133"/>
                  <a:pt x="29" y="133"/>
                </a:cubicBezTo>
                <a:close/>
                <a:moveTo>
                  <a:pt x="29" y="137"/>
                </a:moveTo>
                <a:cubicBezTo>
                  <a:pt x="31" y="137"/>
                  <a:pt x="34" y="139"/>
                  <a:pt x="34" y="142"/>
                </a:cubicBezTo>
                <a:cubicBezTo>
                  <a:pt x="34" y="145"/>
                  <a:pt x="31" y="147"/>
                  <a:pt x="29" y="147"/>
                </a:cubicBezTo>
                <a:cubicBezTo>
                  <a:pt x="26" y="147"/>
                  <a:pt x="24" y="145"/>
                  <a:pt x="24" y="142"/>
                </a:cubicBezTo>
                <a:cubicBezTo>
                  <a:pt x="24" y="139"/>
                  <a:pt x="26" y="137"/>
                  <a:pt x="29" y="137"/>
                </a:cubicBezTo>
                <a:close/>
                <a:moveTo>
                  <a:pt x="130" y="129"/>
                </a:moveTo>
                <a:cubicBezTo>
                  <a:pt x="137" y="129"/>
                  <a:pt x="142" y="134"/>
                  <a:pt x="142" y="141"/>
                </a:cubicBezTo>
                <a:cubicBezTo>
                  <a:pt x="142" y="148"/>
                  <a:pt x="137" y="154"/>
                  <a:pt x="130" y="154"/>
                </a:cubicBezTo>
                <a:cubicBezTo>
                  <a:pt x="124" y="154"/>
                  <a:pt x="118" y="148"/>
                  <a:pt x="118" y="141"/>
                </a:cubicBezTo>
                <a:cubicBezTo>
                  <a:pt x="118" y="134"/>
                  <a:pt x="124" y="129"/>
                  <a:pt x="130" y="129"/>
                </a:cubicBezTo>
                <a:close/>
                <a:moveTo>
                  <a:pt x="130" y="133"/>
                </a:moveTo>
                <a:cubicBezTo>
                  <a:pt x="135" y="133"/>
                  <a:pt x="139" y="136"/>
                  <a:pt x="139" y="141"/>
                </a:cubicBezTo>
                <a:cubicBezTo>
                  <a:pt x="139" y="146"/>
                  <a:pt x="135" y="150"/>
                  <a:pt x="130" y="150"/>
                </a:cubicBezTo>
                <a:cubicBezTo>
                  <a:pt x="126" y="150"/>
                  <a:pt x="122" y="146"/>
                  <a:pt x="122" y="141"/>
                </a:cubicBezTo>
                <a:cubicBezTo>
                  <a:pt x="122" y="136"/>
                  <a:pt x="126" y="133"/>
                  <a:pt x="130" y="133"/>
                </a:cubicBezTo>
                <a:close/>
                <a:moveTo>
                  <a:pt x="130" y="136"/>
                </a:moveTo>
                <a:cubicBezTo>
                  <a:pt x="133" y="136"/>
                  <a:pt x="135" y="139"/>
                  <a:pt x="135" y="141"/>
                </a:cubicBezTo>
                <a:cubicBezTo>
                  <a:pt x="135" y="144"/>
                  <a:pt x="133" y="146"/>
                  <a:pt x="130" y="146"/>
                </a:cubicBezTo>
                <a:cubicBezTo>
                  <a:pt x="128" y="146"/>
                  <a:pt x="126" y="144"/>
                  <a:pt x="126" y="141"/>
                </a:cubicBezTo>
                <a:cubicBezTo>
                  <a:pt x="126" y="139"/>
                  <a:pt x="128" y="136"/>
                  <a:pt x="130" y="13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57" name="Freeform 23"/>
          <p:cNvSpPr>
            <a:spLocks noEditPoints="1"/>
          </p:cNvSpPr>
          <p:nvPr/>
        </p:nvSpPr>
        <p:spPr bwMode="auto">
          <a:xfrm>
            <a:off x="7847509" y="4114932"/>
            <a:ext cx="290557" cy="261502"/>
          </a:xfrm>
          <a:custGeom>
            <a:avLst/>
            <a:gdLst>
              <a:gd name="T0" fmla="*/ 182 w 390"/>
              <a:gd name="T1" fmla="*/ 72 h 351"/>
              <a:gd name="T2" fmla="*/ 123 w 390"/>
              <a:gd name="T3" fmla="*/ 94 h 351"/>
              <a:gd name="T4" fmla="*/ 61 w 390"/>
              <a:gd name="T5" fmla="*/ 24 h 351"/>
              <a:gd name="T6" fmla="*/ 52 w 390"/>
              <a:gd name="T7" fmla="*/ 15 h 351"/>
              <a:gd name="T8" fmla="*/ 71 w 390"/>
              <a:gd name="T9" fmla="*/ 0 h 351"/>
              <a:gd name="T10" fmla="*/ 132 w 390"/>
              <a:gd name="T11" fmla="*/ 70 h 351"/>
              <a:gd name="T12" fmla="*/ 191 w 390"/>
              <a:gd name="T13" fmla="*/ 48 h 351"/>
              <a:gd name="T14" fmla="*/ 234 w 390"/>
              <a:gd name="T15" fmla="*/ 118 h 351"/>
              <a:gd name="T16" fmla="*/ 303 w 390"/>
              <a:gd name="T17" fmla="*/ 101 h 351"/>
              <a:gd name="T18" fmla="*/ 331 w 390"/>
              <a:gd name="T19" fmla="*/ 190 h 351"/>
              <a:gd name="T20" fmla="*/ 336 w 390"/>
              <a:gd name="T21" fmla="*/ 187 h 351"/>
              <a:gd name="T22" fmla="*/ 390 w 390"/>
              <a:gd name="T23" fmla="*/ 151 h 351"/>
              <a:gd name="T24" fmla="*/ 386 w 390"/>
              <a:gd name="T25" fmla="*/ 202 h 351"/>
              <a:gd name="T26" fmla="*/ 383 w 390"/>
              <a:gd name="T27" fmla="*/ 252 h 351"/>
              <a:gd name="T28" fmla="*/ 333 w 390"/>
              <a:gd name="T29" fmla="*/ 238 h 351"/>
              <a:gd name="T30" fmla="*/ 281 w 390"/>
              <a:gd name="T31" fmla="*/ 223 h 351"/>
              <a:gd name="T32" fmla="*/ 317 w 390"/>
              <a:gd name="T33" fmla="*/ 199 h 351"/>
              <a:gd name="T34" fmla="*/ 293 w 390"/>
              <a:gd name="T35" fmla="*/ 125 h 351"/>
              <a:gd name="T36" fmla="*/ 225 w 390"/>
              <a:gd name="T37" fmla="*/ 142 h 351"/>
              <a:gd name="T38" fmla="*/ 182 w 390"/>
              <a:gd name="T39" fmla="*/ 72 h 351"/>
              <a:gd name="T40" fmla="*/ 182 w 390"/>
              <a:gd name="T41" fmla="*/ 72 h 351"/>
              <a:gd name="T42" fmla="*/ 284 w 390"/>
              <a:gd name="T43" fmla="*/ 351 h 351"/>
              <a:gd name="T44" fmla="*/ 284 w 390"/>
              <a:gd name="T45" fmla="*/ 271 h 351"/>
              <a:gd name="T46" fmla="*/ 338 w 390"/>
              <a:gd name="T47" fmla="*/ 271 h 351"/>
              <a:gd name="T48" fmla="*/ 338 w 390"/>
              <a:gd name="T49" fmla="*/ 351 h 351"/>
              <a:gd name="T50" fmla="*/ 284 w 390"/>
              <a:gd name="T51" fmla="*/ 351 h 351"/>
              <a:gd name="T52" fmla="*/ 284 w 390"/>
              <a:gd name="T53" fmla="*/ 351 h 351"/>
              <a:gd name="T54" fmla="*/ 215 w 390"/>
              <a:gd name="T55" fmla="*/ 351 h 351"/>
              <a:gd name="T56" fmla="*/ 270 w 390"/>
              <a:gd name="T57" fmla="*/ 351 h 351"/>
              <a:gd name="T58" fmla="*/ 270 w 390"/>
              <a:gd name="T59" fmla="*/ 233 h 351"/>
              <a:gd name="T60" fmla="*/ 215 w 390"/>
              <a:gd name="T61" fmla="*/ 233 h 351"/>
              <a:gd name="T62" fmla="*/ 215 w 390"/>
              <a:gd name="T63" fmla="*/ 351 h 351"/>
              <a:gd name="T64" fmla="*/ 215 w 390"/>
              <a:gd name="T65" fmla="*/ 351 h 351"/>
              <a:gd name="T66" fmla="*/ 146 w 390"/>
              <a:gd name="T67" fmla="*/ 351 h 351"/>
              <a:gd name="T68" fmla="*/ 201 w 390"/>
              <a:gd name="T69" fmla="*/ 351 h 351"/>
              <a:gd name="T70" fmla="*/ 201 w 390"/>
              <a:gd name="T71" fmla="*/ 202 h 351"/>
              <a:gd name="T72" fmla="*/ 146 w 390"/>
              <a:gd name="T73" fmla="*/ 202 h 351"/>
              <a:gd name="T74" fmla="*/ 146 w 390"/>
              <a:gd name="T75" fmla="*/ 351 h 351"/>
              <a:gd name="T76" fmla="*/ 146 w 390"/>
              <a:gd name="T77" fmla="*/ 351 h 351"/>
              <a:gd name="T78" fmla="*/ 73 w 390"/>
              <a:gd name="T79" fmla="*/ 351 h 351"/>
              <a:gd name="T80" fmla="*/ 127 w 390"/>
              <a:gd name="T81" fmla="*/ 351 h 351"/>
              <a:gd name="T82" fmla="*/ 127 w 390"/>
              <a:gd name="T83" fmla="*/ 156 h 351"/>
              <a:gd name="T84" fmla="*/ 73 w 390"/>
              <a:gd name="T85" fmla="*/ 156 h 351"/>
              <a:gd name="T86" fmla="*/ 73 w 390"/>
              <a:gd name="T87" fmla="*/ 351 h 351"/>
              <a:gd name="T88" fmla="*/ 73 w 390"/>
              <a:gd name="T89" fmla="*/ 351 h 351"/>
              <a:gd name="T90" fmla="*/ 54 w 390"/>
              <a:gd name="T91" fmla="*/ 106 h 351"/>
              <a:gd name="T92" fmla="*/ 0 w 390"/>
              <a:gd name="T93" fmla="*/ 106 h 351"/>
              <a:gd name="T94" fmla="*/ 0 w 390"/>
              <a:gd name="T95" fmla="*/ 351 h 351"/>
              <a:gd name="T96" fmla="*/ 54 w 390"/>
              <a:gd name="T97" fmla="*/ 351 h 351"/>
              <a:gd name="T98" fmla="*/ 54 w 390"/>
              <a:gd name="T99" fmla="*/ 106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90" h="351">
                <a:moveTo>
                  <a:pt x="182" y="72"/>
                </a:moveTo>
                <a:lnTo>
                  <a:pt x="123" y="94"/>
                </a:lnTo>
                <a:lnTo>
                  <a:pt x="61" y="24"/>
                </a:lnTo>
                <a:lnTo>
                  <a:pt x="52" y="15"/>
                </a:lnTo>
                <a:lnTo>
                  <a:pt x="71" y="0"/>
                </a:lnTo>
                <a:lnTo>
                  <a:pt x="132" y="70"/>
                </a:lnTo>
                <a:lnTo>
                  <a:pt x="191" y="48"/>
                </a:lnTo>
                <a:lnTo>
                  <a:pt x="234" y="118"/>
                </a:lnTo>
                <a:lnTo>
                  <a:pt x="303" y="101"/>
                </a:lnTo>
                <a:lnTo>
                  <a:pt x="331" y="190"/>
                </a:lnTo>
                <a:lnTo>
                  <a:pt x="336" y="187"/>
                </a:lnTo>
                <a:lnTo>
                  <a:pt x="390" y="151"/>
                </a:lnTo>
                <a:lnTo>
                  <a:pt x="386" y="202"/>
                </a:lnTo>
                <a:lnTo>
                  <a:pt x="383" y="252"/>
                </a:lnTo>
                <a:lnTo>
                  <a:pt x="333" y="238"/>
                </a:lnTo>
                <a:lnTo>
                  <a:pt x="281" y="223"/>
                </a:lnTo>
                <a:lnTo>
                  <a:pt x="317" y="199"/>
                </a:lnTo>
                <a:lnTo>
                  <a:pt x="293" y="125"/>
                </a:lnTo>
                <a:lnTo>
                  <a:pt x="225" y="142"/>
                </a:lnTo>
                <a:lnTo>
                  <a:pt x="182" y="72"/>
                </a:lnTo>
                <a:lnTo>
                  <a:pt x="182" y="72"/>
                </a:lnTo>
                <a:close/>
                <a:moveTo>
                  <a:pt x="284" y="351"/>
                </a:moveTo>
                <a:lnTo>
                  <a:pt x="284" y="271"/>
                </a:lnTo>
                <a:lnTo>
                  <a:pt x="338" y="271"/>
                </a:lnTo>
                <a:lnTo>
                  <a:pt x="338" y="351"/>
                </a:lnTo>
                <a:lnTo>
                  <a:pt x="284" y="351"/>
                </a:lnTo>
                <a:lnTo>
                  <a:pt x="284" y="351"/>
                </a:lnTo>
                <a:close/>
                <a:moveTo>
                  <a:pt x="215" y="351"/>
                </a:moveTo>
                <a:lnTo>
                  <a:pt x="270" y="351"/>
                </a:lnTo>
                <a:lnTo>
                  <a:pt x="270" y="233"/>
                </a:lnTo>
                <a:lnTo>
                  <a:pt x="215" y="233"/>
                </a:lnTo>
                <a:lnTo>
                  <a:pt x="215" y="351"/>
                </a:lnTo>
                <a:lnTo>
                  <a:pt x="215" y="351"/>
                </a:lnTo>
                <a:close/>
                <a:moveTo>
                  <a:pt x="146" y="351"/>
                </a:moveTo>
                <a:lnTo>
                  <a:pt x="201" y="351"/>
                </a:lnTo>
                <a:lnTo>
                  <a:pt x="201" y="202"/>
                </a:lnTo>
                <a:lnTo>
                  <a:pt x="146" y="202"/>
                </a:lnTo>
                <a:lnTo>
                  <a:pt x="146" y="351"/>
                </a:lnTo>
                <a:lnTo>
                  <a:pt x="146" y="351"/>
                </a:lnTo>
                <a:close/>
                <a:moveTo>
                  <a:pt x="73" y="351"/>
                </a:moveTo>
                <a:lnTo>
                  <a:pt x="127" y="351"/>
                </a:lnTo>
                <a:lnTo>
                  <a:pt x="127" y="156"/>
                </a:lnTo>
                <a:lnTo>
                  <a:pt x="73" y="156"/>
                </a:lnTo>
                <a:lnTo>
                  <a:pt x="73" y="351"/>
                </a:lnTo>
                <a:lnTo>
                  <a:pt x="73" y="351"/>
                </a:lnTo>
                <a:close/>
                <a:moveTo>
                  <a:pt x="54" y="106"/>
                </a:moveTo>
                <a:lnTo>
                  <a:pt x="0" y="106"/>
                </a:lnTo>
                <a:lnTo>
                  <a:pt x="0" y="351"/>
                </a:lnTo>
                <a:lnTo>
                  <a:pt x="54" y="351"/>
                </a:lnTo>
                <a:lnTo>
                  <a:pt x="54" y="10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Tree>
    <p:extLst>
      <p:ext uri="{BB962C8B-B14F-4D97-AF65-F5344CB8AC3E}">
        <p14:creationId xmlns:p14="http://schemas.microsoft.com/office/powerpoint/2010/main" val="551759348"/>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
          <p:cNvGrpSpPr>
            <a:grpSpLocks noChangeAspect="1"/>
          </p:cNvGrpSpPr>
          <p:nvPr/>
        </p:nvGrpSpPr>
        <p:grpSpPr>
          <a:xfrm>
            <a:off x="3068907" y="422477"/>
            <a:ext cx="6054186" cy="6055591"/>
            <a:chOff x="1588" y="1588"/>
            <a:chExt cx="6846887" cy="6848476"/>
          </a:xfrm>
        </p:grpSpPr>
        <p:sp>
          <p:nvSpPr>
            <p:cNvPr id="4" name="Freeform 5"/>
            <p:cNvSpPr>
              <a:spLocks/>
            </p:cNvSpPr>
            <p:nvPr/>
          </p:nvSpPr>
          <p:spPr bwMode="auto">
            <a:xfrm>
              <a:off x="4421188" y="1274763"/>
              <a:ext cx="1157287" cy="1152525"/>
            </a:xfrm>
            <a:custGeom>
              <a:avLst/>
              <a:gdLst>
                <a:gd name="T0" fmla="*/ 14 w 308"/>
                <a:gd name="T1" fmla="*/ 293 h 307"/>
                <a:gd name="T2" fmla="*/ 14 w 308"/>
                <a:gd name="T3" fmla="*/ 241 h 307"/>
                <a:gd name="T4" fmla="*/ 241 w 308"/>
                <a:gd name="T5" fmla="*/ 14 h 307"/>
                <a:gd name="T6" fmla="*/ 293 w 308"/>
                <a:gd name="T7" fmla="*/ 14 h 307"/>
                <a:gd name="T8" fmla="*/ 293 w 308"/>
                <a:gd name="T9" fmla="*/ 66 h 307"/>
                <a:gd name="T10" fmla="*/ 66 w 308"/>
                <a:gd name="T11" fmla="*/ 293 h 307"/>
                <a:gd name="T12" fmla="*/ 14 w 308"/>
                <a:gd name="T13" fmla="*/ 293 h 307"/>
              </a:gdLst>
              <a:ahLst/>
              <a:cxnLst>
                <a:cxn ang="0">
                  <a:pos x="T0" y="T1"/>
                </a:cxn>
                <a:cxn ang="0">
                  <a:pos x="T2" y="T3"/>
                </a:cxn>
                <a:cxn ang="0">
                  <a:pos x="T4" y="T5"/>
                </a:cxn>
                <a:cxn ang="0">
                  <a:pos x="T6" y="T7"/>
                </a:cxn>
                <a:cxn ang="0">
                  <a:pos x="T8" y="T9"/>
                </a:cxn>
                <a:cxn ang="0">
                  <a:pos x="T10" y="T11"/>
                </a:cxn>
                <a:cxn ang="0">
                  <a:pos x="T12" y="T13"/>
                </a:cxn>
              </a:cxnLst>
              <a:rect l="0" t="0" r="r" b="b"/>
              <a:pathLst>
                <a:path w="308" h="307">
                  <a:moveTo>
                    <a:pt x="14" y="293"/>
                  </a:moveTo>
                  <a:cubicBezTo>
                    <a:pt x="0" y="279"/>
                    <a:pt x="0" y="256"/>
                    <a:pt x="14" y="241"/>
                  </a:cubicBezTo>
                  <a:cubicBezTo>
                    <a:pt x="241" y="14"/>
                    <a:pt x="241" y="14"/>
                    <a:pt x="241" y="14"/>
                  </a:cubicBezTo>
                  <a:cubicBezTo>
                    <a:pt x="256" y="0"/>
                    <a:pt x="279" y="0"/>
                    <a:pt x="293" y="14"/>
                  </a:cubicBezTo>
                  <a:cubicBezTo>
                    <a:pt x="308" y="28"/>
                    <a:pt x="308" y="51"/>
                    <a:pt x="293" y="66"/>
                  </a:cubicBezTo>
                  <a:cubicBezTo>
                    <a:pt x="66" y="293"/>
                    <a:pt x="66" y="293"/>
                    <a:pt x="66" y="293"/>
                  </a:cubicBezTo>
                  <a:cubicBezTo>
                    <a:pt x="52" y="307"/>
                    <a:pt x="28" y="307"/>
                    <a:pt x="14" y="293"/>
                  </a:cubicBezTo>
                  <a:close/>
                </a:path>
              </a:pathLst>
            </a:custGeom>
            <a:solidFill>
              <a:srgbClr val="12A9E2"/>
            </a:solidFill>
            <a:ln w="15875" cap="flat">
              <a:noFill/>
              <a:prstDash val="solid"/>
              <a:miter lim="800000"/>
              <a:headEnd/>
              <a:tailEnd/>
            </a:ln>
            <a:effectLst>
              <a:innerShdw blurRad="101600" dist="50800" dir="13500000">
                <a:schemeClr val="tx1">
                  <a:lumMod val="95000"/>
                  <a:lumOff val="5000"/>
                  <a:alpha val="40000"/>
                </a:schemeClr>
              </a:innerShdw>
            </a:effectLst>
          </p:spPr>
          <p:txBody>
            <a:bodyPr vert="horz" wrap="square" lIns="91440" tIns="45720" rIns="91440" bIns="45720" numCol="1" anchor="t" anchorCtr="0" compatLnSpc="1">
              <a:prstTxWarp prst="textNoShape">
                <a:avLst/>
              </a:prstTxWarp>
            </a:bodyPr>
            <a:lstStyle/>
            <a:p>
              <a:endParaRPr lang="zh-CN" altLang="en-US"/>
            </a:p>
          </p:txBody>
        </p:sp>
        <p:sp>
          <p:nvSpPr>
            <p:cNvPr id="5" name="Freeform 6"/>
            <p:cNvSpPr>
              <a:spLocks/>
            </p:cNvSpPr>
            <p:nvPr/>
          </p:nvSpPr>
          <p:spPr bwMode="auto">
            <a:xfrm>
              <a:off x="3370263" y="2322513"/>
              <a:ext cx="1157287" cy="1157288"/>
            </a:xfrm>
            <a:custGeom>
              <a:avLst/>
              <a:gdLst>
                <a:gd name="T0" fmla="*/ 15 w 308"/>
                <a:gd name="T1" fmla="*/ 293 h 308"/>
                <a:gd name="T2" fmla="*/ 15 w 308"/>
                <a:gd name="T3" fmla="*/ 242 h 308"/>
                <a:gd name="T4" fmla="*/ 242 w 308"/>
                <a:gd name="T5" fmla="*/ 14 h 308"/>
                <a:gd name="T6" fmla="*/ 294 w 308"/>
                <a:gd name="T7" fmla="*/ 14 h 308"/>
                <a:gd name="T8" fmla="*/ 294 w 308"/>
                <a:gd name="T9" fmla="*/ 66 h 308"/>
                <a:gd name="T10" fmla="*/ 67 w 308"/>
                <a:gd name="T11" fmla="*/ 293 h 308"/>
                <a:gd name="T12" fmla="*/ 15 w 308"/>
                <a:gd name="T13" fmla="*/ 293 h 308"/>
              </a:gdLst>
              <a:ahLst/>
              <a:cxnLst>
                <a:cxn ang="0">
                  <a:pos x="T0" y="T1"/>
                </a:cxn>
                <a:cxn ang="0">
                  <a:pos x="T2" y="T3"/>
                </a:cxn>
                <a:cxn ang="0">
                  <a:pos x="T4" y="T5"/>
                </a:cxn>
                <a:cxn ang="0">
                  <a:pos x="T6" y="T7"/>
                </a:cxn>
                <a:cxn ang="0">
                  <a:pos x="T8" y="T9"/>
                </a:cxn>
                <a:cxn ang="0">
                  <a:pos x="T10" y="T11"/>
                </a:cxn>
                <a:cxn ang="0">
                  <a:pos x="T12" y="T13"/>
                </a:cxn>
              </a:cxnLst>
              <a:rect l="0" t="0" r="r" b="b"/>
              <a:pathLst>
                <a:path w="308" h="308">
                  <a:moveTo>
                    <a:pt x="15" y="293"/>
                  </a:moveTo>
                  <a:cubicBezTo>
                    <a:pt x="0" y="279"/>
                    <a:pt x="0" y="256"/>
                    <a:pt x="15" y="242"/>
                  </a:cubicBezTo>
                  <a:cubicBezTo>
                    <a:pt x="242" y="14"/>
                    <a:pt x="242" y="14"/>
                    <a:pt x="242" y="14"/>
                  </a:cubicBezTo>
                  <a:cubicBezTo>
                    <a:pt x="257" y="0"/>
                    <a:pt x="280" y="0"/>
                    <a:pt x="294" y="14"/>
                  </a:cubicBezTo>
                  <a:cubicBezTo>
                    <a:pt x="308" y="28"/>
                    <a:pt x="308" y="52"/>
                    <a:pt x="294" y="66"/>
                  </a:cubicBezTo>
                  <a:cubicBezTo>
                    <a:pt x="67" y="293"/>
                    <a:pt x="67" y="293"/>
                    <a:pt x="67" y="293"/>
                  </a:cubicBezTo>
                  <a:cubicBezTo>
                    <a:pt x="52" y="308"/>
                    <a:pt x="29" y="308"/>
                    <a:pt x="15" y="293"/>
                  </a:cubicBezTo>
                  <a:close/>
                </a:path>
              </a:pathLst>
            </a:custGeom>
            <a:solidFill>
              <a:srgbClr val="D0128C"/>
            </a:solidFill>
            <a:ln w="15875" cap="flat">
              <a:noFill/>
              <a:prstDash val="solid"/>
              <a:miter lim="800000"/>
              <a:headEnd/>
              <a:tailEnd/>
            </a:ln>
            <a:effectLst>
              <a:innerShdw blurRad="101600" dist="50800" dir="13500000">
                <a:schemeClr val="tx1">
                  <a:lumMod val="95000"/>
                  <a:lumOff val="5000"/>
                  <a:alpha val="40000"/>
                </a:schemeClr>
              </a:innerShdw>
            </a:effectLst>
          </p:spPr>
          <p:txBody>
            <a:bodyPr vert="horz" wrap="square" lIns="91440" tIns="45720" rIns="91440" bIns="45720" numCol="1" anchor="t" anchorCtr="0" compatLnSpc="1">
              <a:prstTxWarp prst="textNoShape">
                <a:avLst/>
              </a:prstTxWarp>
            </a:bodyPr>
            <a:lstStyle/>
            <a:p>
              <a:endParaRPr lang="zh-CN" altLang="en-US"/>
            </a:p>
          </p:txBody>
        </p:sp>
        <p:sp>
          <p:nvSpPr>
            <p:cNvPr id="6" name="Freeform 7"/>
            <p:cNvSpPr>
              <a:spLocks/>
            </p:cNvSpPr>
            <p:nvPr/>
          </p:nvSpPr>
          <p:spPr bwMode="auto">
            <a:xfrm>
              <a:off x="2322513" y="3370263"/>
              <a:ext cx="1157287" cy="1157288"/>
            </a:xfrm>
            <a:custGeom>
              <a:avLst/>
              <a:gdLst>
                <a:gd name="T0" fmla="*/ 15 w 308"/>
                <a:gd name="T1" fmla="*/ 294 h 308"/>
                <a:gd name="T2" fmla="*/ 15 w 308"/>
                <a:gd name="T3" fmla="*/ 242 h 308"/>
                <a:gd name="T4" fmla="*/ 242 w 308"/>
                <a:gd name="T5" fmla="*/ 14 h 308"/>
                <a:gd name="T6" fmla="*/ 294 w 308"/>
                <a:gd name="T7" fmla="*/ 14 h 308"/>
                <a:gd name="T8" fmla="*/ 294 w 308"/>
                <a:gd name="T9" fmla="*/ 66 h 308"/>
                <a:gd name="T10" fmla="*/ 66 w 308"/>
                <a:gd name="T11" fmla="*/ 294 h 308"/>
                <a:gd name="T12" fmla="*/ 15 w 308"/>
                <a:gd name="T13" fmla="*/ 294 h 308"/>
              </a:gdLst>
              <a:ahLst/>
              <a:cxnLst>
                <a:cxn ang="0">
                  <a:pos x="T0" y="T1"/>
                </a:cxn>
                <a:cxn ang="0">
                  <a:pos x="T2" y="T3"/>
                </a:cxn>
                <a:cxn ang="0">
                  <a:pos x="T4" y="T5"/>
                </a:cxn>
                <a:cxn ang="0">
                  <a:pos x="T6" y="T7"/>
                </a:cxn>
                <a:cxn ang="0">
                  <a:pos x="T8" y="T9"/>
                </a:cxn>
                <a:cxn ang="0">
                  <a:pos x="T10" y="T11"/>
                </a:cxn>
                <a:cxn ang="0">
                  <a:pos x="T12" y="T13"/>
                </a:cxn>
              </a:cxnLst>
              <a:rect l="0" t="0" r="r" b="b"/>
              <a:pathLst>
                <a:path w="308" h="308">
                  <a:moveTo>
                    <a:pt x="15" y="294"/>
                  </a:moveTo>
                  <a:cubicBezTo>
                    <a:pt x="0" y="279"/>
                    <a:pt x="0" y="256"/>
                    <a:pt x="15" y="242"/>
                  </a:cubicBezTo>
                  <a:cubicBezTo>
                    <a:pt x="242" y="14"/>
                    <a:pt x="242" y="14"/>
                    <a:pt x="242" y="14"/>
                  </a:cubicBezTo>
                  <a:cubicBezTo>
                    <a:pt x="256" y="0"/>
                    <a:pt x="279" y="0"/>
                    <a:pt x="294" y="14"/>
                  </a:cubicBezTo>
                  <a:cubicBezTo>
                    <a:pt x="308" y="29"/>
                    <a:pt x="308" y="52"/>
                    <a:pt x="294" y="66"/>
                  </a:cubicBezTo>
                  <a:cubicBezTo>
                    <a:pt x="66" y="294"/>
                    <a:pt x="66" y="294"/>
                    <a:pt x="66" y="294"/>
                  </a:cubicBezTo>
                  <a:cubicBezTo>
                    <a:pt x="52" y="308"/>
                    <a:pt x="29" y="308"/>
                    <a:pt x="15" y="294"/>
                  </a:cubicBezTo>
                  <a:close/>
                </a:path>
              </a:pathLst>
            </a:custGeom>
            <a:solidFill>
              <a:srgbClr val="00A9B1"/>
            </a:solidFill>
            <a:ln w="15875" cap="flat">
              <a:noFill/>
              <a:prstDash val="solid"/>
              <a:miter lim="800000"/>
              <a:headEnd/>
              <a:tailEnd/>
            </a:ln>
            <a:effectLst>
              <a:innerShdw blurRad="101600" dist="50800" dir="13500000">
                <a:schemeClr val="tx1">
                  <a:lumMod val="95000"/>
                  <a:lumOff val="5000"/>
                  <a:alpha val="40000"/>
                </a:schemeClr>
              </a:innerShdw>
            </a:effectLst>
          </p:spPr>
          <p:txBody>
            <a:bodyPr vert="horz" wrap="square" lIns="91440" tIns="45720" rIns="91440" bIns="45720" numCol="1" anchor="t" anchorCtr="0" compatLnSpc="1">
              <a:prstTxWarp prst="textNoShape">
                <a:avLst/>
              </a:prstTxWarp>
            </a:bodyPr>
            <a:lstStyle/>
            <a:p>
              <a:endParaRPr lang="zh-CN" altLang="en-US"/>
            </a:p>
          </p:txBody>
        </p:sp>
        <p:sp>
          <p:nvSpPr>
            <p:cNvPr id="7" name="Freeform 8"/>
            <p:cNvSpPr>
              <a:spLocks/>
            </p:cNvSpPr>
            <p:nvPr/>
          </p:nvSpPr>
          <p:spPr bwMode="auto">
            <a:xfrm>
              <a:off x="1274763" y="4419601"/>
              <a:ext cx="1157287" cy="1155700"/>
            </a:xfrm>
            <a:custGeom>
              <a:avLst/>
              <a:gdLst>
                <a:gd name="T0" fmla="*/ 14 w 308"/>
                <a:gd name="T1" fmla="*/ 294 h 308"/>
                <a:gd name="T2" fmla="*/ 14 w 308"/>
                <a:gd name="T3" fmla="*/ 242 h 308"/>
                <a:gd name="T4" fmla="*/ 242 w 308"/>
                <a:gd name="T5" fmla="*/ 15 h 308"/>
                <a:gd name="T6" fmla="*/ 294 w 308"/>
                <a:gd name="T7" fmla="*/ 15 h 308"/>
                <a:gd name="T8" fmla="*/ 294 w 308"/>
                <a:gd name="T9" fmla="*/ 66 h 308"/>
                <a:gd name="T10" fmla="*/ 66 w 308"/>
                <a:gd name="T11" fmla="*/ 294 h 308"/>
                <a:gd name="T12" fmla="*/ 14 w 308"/>
                <a:gd name="T13" fmla="*/ 294 h 308"/>
              </a:gdLst>
              <a:ahLst/>
              <a:cxnLst>
                <a:cxn ang="0">
                  <a:pos x="T0" y="T1"/>
                </a:cxn>
                <a:cxn ang="0">
                  <a:pos x="T2" y="T3"/>
                </a:cxn>
                <a:cxn ang="0">
                  <a:pos x="T4" y="T5"/>
                </a:cxn>
                <a:cxn ang="0">
                  <a:pos x="T6" y="T7"/>
                </a:cxn>
                <a:cxn ang="0">
                  <a:pos x="T8" y="T9"/>
                </a:cxn>
                <a:cxn ang="0">
                  <a:pos x="T10" y="T11"/>
                </a:cxn>
                <a:cxn ang="0">
                  <a:pos x="T12" y="T13"/>
                </a:cxn>
              </a:cxnLst>
              <a:rect l="0" t="0" r="r" b="b"/>
              <a:pathLst>
                <a:path w="308" h="308">
                  <a:moveTo>
                    <a:pt x="14" y="294"/>
                  </a:moveTo>
                  <a:cubicBezTo>
                    <a:pt x="0" y="280"/>
                    <a:pt x="0" y="256"/>
                    <a:pt x="14" y="242"/>
                  </a:cubicBezTo>
                  <a:cubicBezTo>
                    <a:pt x="242" y="15"/>
                    <a:pt x="242" y="15"/>
                    <a:pt x="242" y="15"/>
                  </a:cubicBezTo>
                  <a:cubicBezTo>
                    <a:pt x="256" y="0"/>
                    <a:pt x="279" y="0"/>
                    <a:pt x="294" y="15"/>
                  </a:cubicBezTo>
                  <a:cubicBezTo>
                    <a:pt x="308" y="29"/>
                    <a:pt x="308" y="52"/>
                    <a:pt x="294" y="66"/>
                  </a:cubicBezTo>
                  <a:cubicBezTo>
                    <a:pt x="66" y="294"/>
                    <a:pt x="66" y="294"/>
                    <a:pt x="66" y="294"/>
                  </a:cubicBezTo>
                  <a:cubicBezTo>
                    <a:pt x="52" y="308"/>
                    <a:pt x="29" y="308"/>
                    <a:pt x="14" y="294"/>
                  </a:cubicBezTo>
                  <a:close/>
                </a:path>
              </a:pathLst>
            </a:custGeom>
            <a:solidFill>
              <a:srgbClr val="B3D434"/>
            </a:solidFill>
            <a:ln w="15875" cap="flat">
              <a:noFill/>
              <a:prstDash val="solid"/>
              <a:miter lim="800000"/>
              <a:headEnd/>
              <a:tailEnd/>
            </a:ln>
            <a:effectLst>
              <a:innerShdw blurRad="101600" dist="50800" dir="13500000">
                <a:schemeClr val="tx1">
                  <a:lumMod val="95000"/>
                  <a:lumOff val="5000"/>
                  <a:alpha val="40000"/>
                </a:schemeClr>
              </a:innerShdw>
            </a:effectLst>
          </p:spPr>
          <p:txBody>
            <a:bodyPr vert="horz" wrap="square" lIns="91440" tIns="45720" rIns="91440" bIns="45720" numCol="1" anchor="t" anchorCtr="0" compatLnSpc="1">
              <a:prstTxWarp prst="textNoShape">
                <a:avLst/>
              </a:prstTxWarp>
            </a:bodyPr>
            <a:lstStyle/>
            <a:p>
              <a:endParaRPr lang="zh-CN" altLang="en-US"/>
            </a:p>
          </p:txBody>
        </p:sp>
        <p:sp>
          <p:nvSpPr>
            <p:cNvPr id="8" name="Freeform 9"/>
            <p:cNvSpPr>
              <a:spLocks/>
            </p:cNvSpPr>
            <p:nvPr/>
          </p:nvSpPr>
          <p:spPr bwMode="auto">
            <a:xfrm>
              <a:off x="1588" y="5470526"/>
              <a:ext cx="1382712" cy="1379538"/>
            </a:xfrm>
            <a:custGeom>
              <a:avLst/>
              <a:gdLst>
                <a:gd name="T0" fmla="*/ 15 w 368"/>
                <a:gd name="T1" fmla="*/ 352 h 367"/>
                <a:gd name="T2" fmla="*/ 15 w 368"/>
                <a:gd name="T3" fmla="*/ 301 h 367"/>
                <a:gd name="T4" fmla="*/ 301 w 368"/>
                <a:gd name="T5" fmla="*/ 14 h 367"/>
                <a:gd name="T6" fmla="*/ 353 w 368"/>
                <a:gd name="T7" fmla="*/ 14 h 367"/>
                <a:gd name="T8" fmla="*/ 353 w 368"/>
                <a:gd name="T9" fmla="*/ 66 h 367"/>
                <a:gd name="T10" fmla="*/ 66 w 368"/>
                <a:gd name="T11" fmla="*/ 352 h 367"/>
                <a:gd name="T12" fmla="*/ 15 w 368"/>
                <a:gd name="T13" fmla="*/ 352 h 367"/>
              </a:gdLst>
              <a:ahLst/>
              <a:cxnLst>
                <a:cxn ang="0">
                  <a:pos x="T0" y="T1"/>
                </a:cxn>
                <a:cxn ang="0">
                  <a:pos x="T2" y="T3"/>
                </a:cxn>
                <a:cxn ang="0">
                  <a:pos x="T4" y="T5"/>
                </a:cxn>
                <a:cxn ang="0">
                  <a:pos x="T6" y="T7"/>
                </a:cxn>
                <a:cxn ang="0">
                  <a:pos x="T8" y="T9"/>
                </a:cxn>
                <a:cxn ang="0">
                  <a:pos x="T10" y="T11"/>
                </a:cxn>
                <a:cxn ang="0">
                  <a:pos x="T12" y="T13"/>
                </a:cxn>
              </a:cxnLst>
              <a:rect l="0" t="0" r="r" b="b"/>
              <a:pathLst>
                <a:path w="368" h="367">
                  <a:moveTo>
                    <a:pt x="15" y="352"/>
                  </a:moveTo>
                  <a:cubicBezTo>
                    <a:pt x="0" y="338"/>
                    <a:pt x="0" y="315"/>
                    <a:pt x="15" y="301"/>
                  </a:cubicBezTo>
                  <a:cubicBezTo>
                    <a:pt x="301" y="14"/>
                    <a:pt x="301" y="14"/>
                    <a:pt x="301" y="14"/>
                  </a:cubicBezTo>
                  <a:cubicBezTo>
                    <a:pt x="316" y="0"/>
                    <a:pt x="339" y="0"/>
                    <a:pt x="353" y="14"/>
                  </a:cubicBezTo>
                  <a:cubicBezTo>
                    <a:pt x="368" y="28"/>
                    <a:pt x="368" y="51"/>
                    <a:pt x="353" y="66"/>
                  </a:cubicBezTo>
                  <a:cubicBezTo>
                    <a:pt x="66" y="352"/>
                    <a:pt x="66" y="352"/>
                    <a:pt x="66" y="352"/>
                  </a:cubicBezTo>
                  <a:cubicBezTo>
                    <a:pt x="52" y="367"/>
                    <a:pt x="29" y="367"/>
                    <a:pt x="15" y="352"/>
                  </a:cubicBezTo>
                  <a:close/>
                </a:path>
              </a:pathLst>
            </a:custGeom>
            <a:solidFill>
              <a:srgbClr val="FA941D"/>
            </a:solidFill>
            <a:ln w="15875" cap="flat">
              <a:noFill/>
              <a:prstDash val="solid"/>
              <a:miter lim="800000"/>
              <a:headEnd/>
              <a:tailEnd/>
            </a:ln>
            <a:effectLst>
              <a:innerShdw blurRad="101600" dist="50800" dir="13500000">
                <a:schemeClr val="tx1">
                  <a:lumMod val="95000"/>
                  <a:lumOff val="5000"/>
                  <a:alpha val="40000"/>
                </a:schemeClr>
              </a:innerShdw>
            </a:effectLst>
          </p:spPr>
          <p:txBody>
            <a:bodyPr vert="horz" wrap="square" lIns="91440" tIns="45720" rIns="91440" bIns="45720" numCol="1" anchor="t" anchorCtr="0" compatLnSpc="1">
              <a:prstTxWarp prst="textNoShape">
                <a:avLst/>
              </a:prstTxWarp>
            </a:bodyPr>
            <a:lstStyle/>
            <a:p>
              <a:endParaRPr lang="zh-CN" altLang="en-US"/>
            </a:p>
          </p:txBody>
        </p:sp>
        <p:sp>
          <p:nvSpPr>
            <p:cNvPr id="9" name="Freeform 12"/>
            <p:cNvSpPr>
              <a:spLocks/>
            </p:cNvSpPr>
            <p:nvPr/>
          </p:nvSpPr>
          <p:spPr bwMode="auto">
            <a:xfrm>
              <a:off x="5468938" y="1588"/>
              <a:ext cx="1379537" cy="1377950"/>
            </a:xfrm>
            <a:custGeom>
              <a:avLst/>
              <a:gdLst>
                <a:gd name="T0" fmla="*/ 14 w 367"/>
                <a:gd name="T1" fmla="*/ 353 h 367"/>
                <a:gd name="T2" fmla="*/ 14 w 367"/>
                <a:gd name="T3" fmla="*/ 301 h 367"/>
                <a:gd name="T4" fmla="*/ 301 w 367"/>
                <a:gd name="T5" fmla="*/ 14 h 367"/>
                <a:gd name="T6" fmla="*/ 353 w 367"/>
                <a:gd name="T7" fmla="*/ 14 h 367"/>
                <a:gd name="T8" fmla="*/ 353 w 367"/>
                <a:gd name="T9" fmla="*/ 66 h 367"/>
                <a:gd name="T10" fmla="*/ 66 w 367"/>
                <a:gd name="T11" fmla="*/ 353 h 367"/>
                <a:gd name="T12" fmla="*/ 14 w 367"/>
                <a:gd name="T13" fmla="*/ 353 h 367"/>
              </a:gdLst>
              <a:ahLst/>
              <a:cxnLst>
                <a:cxn ang="0">
                  <a:pos x="T0" y="T1"/>
                </a:cxn>
                <a:cxn ang="0">
                  <a:pos x="T2" y="T3"/>
                </a:cxn>
                <a:cxn ang="0">
                  <a:pos x="T4" y="T5"/>
                </a:cxn>
                <a:cxn ang="0">
                  <a:pos x="T6" y="T7"/>
                </a:cxn>
                <a:cxn ang="0">
                  <a:pos x="T8" y="T9"/>
                </a:cxn>
                <a:cxn ang="0">
                  <a:pos x="T10" y="T11"/>
                </a:cxn>
                <a:cxn ang="0">
                  <a:pos x="T12" y="T13"/>
                </a:cxn>
              </a:cxnLst>
              <a:rect l="0" t="0" r="r" b="b"/>
              <a:pathLst>
                <a:path w="367" h="367">
                  <a:moveTo>
                    <a:pt x="14" y="353"/>
                  </a:moveTo>
                  <a:cubicBezTo>
                    <a:pt x="0" y="339"/>
                    <a:pt x="0" y="315"/>
                    <a:pt x="14" y="301"/>
                  </a:cubicBezTo>
                  <a:cubicBezTo>
                    <a:pt x="301" y="14"/>
                    <a:pt x="301" y="14"/>
                    <a:pt x="301" y="14"/>
                  </a:cubicBezTo>
                  <a:cubicBezTo>
                    <a:pt x="315" y="0"/>
                    <a:pt x="339" y="0"/>
                    <a:pt x="353" y="14"/>
                  </a:cubicBezTo>
                  <a:cubicBezTo>
                    <a:pt x="367" y="29"/>
                    <a:pt x="367" y="52"/>
                    <a:pt x="353" y="66"/>
                  </a:cubicBezTo>
                  <a:cubicBezTo>
                    <a:pt x="66" y="353"/>
                    <a:pt x="66" y="353"/>
                    <a:pt x="66" y="353"/>
                  </a:cubicBezTo>
                  <a:cubicBezTo>
                    <a:pt x="52" y="367"/>
                    <a:pt x="29" y="367"/>
                    <a:pt x="14" y="353"/>
                  </a:cubicBezTo>
                  <a:close/>
                </a:path>
              </a:pathLst>
            </a:custGeom>
            <a:solidFill>
              <a:srgbClr val="FA941D"/>
            </a:solidFill>
            <a:ln w="15875" cap="flat">
              <a:noFill/>
              <a:prstDash val="solid"/>
              <a:miter lim="800000"/>
              <a:headEnd/>
              <a:tailEnd/>
            </a:ln>
            <a:effectLst>
              <a:innerShdw blurRad="101600" dist="50800" dir="13500000">
                <a:schemeClr val="tx1">
                  <a:lumMod val="95000"/>
                  <a:lumOff val="5000"/>
                  <a:alpha val="40000"/>
                </a:schemeClr>
              </a:innerShdw>
            </a:effectLst>
          </p:spPr>
          <p:txBody>
            <a:bodyPr vert="horz" wrap="square" lIns="91440" tIns="45720" rIns="91440" bIns="45720" numCol="1" anchor="t" anchorCtr="0" compatLnSpc="1">
              <a:prstTxWarp prst="textNoShape">
                <a:avLst/>
              </a:prstTxWarp>
            </a:bodyPr>
            <a:lstStyle/>
            <a:p>
              <a:endParaRPr lang="zh-CN" altLang="en-US"/>
            </a:p>
          </p:txBody>
        </p:sp>
      </p:grpSp>
      <p:grpSp>
        <p:nvGrpSpPr>
          <p:cNvPr id="33" name="组合 32"/>
          <p:cNvGrpSpPr/>
          <p:nvPr/>
        </p:nvGrpSpPr>
        <p:grpSpPr>
          <a:xfrm>
            <a:off x="3771126" y="4808247"/>
            <a:ext cx="900000" cy="900000"/>
            <a:chOff x="77" y="4687944"/>
            <a:chExt cx="900000" cy="900000"/>
          </a:xfrm>
        </p:grpSpPr>
        <p:sp>
          <p:nvSpPr>
            <p:cNvPr id="28" name="椭圆 27"/>
            <p:cNvSpPr/>
            <p:nvPr/>
          </p:nvSpPr>
          <p:spPr>
            <a:xfrm>
              <a:off x="77" y="4687944"/>
              <a:ext cx="900000" cy="900000"/>
            </a:xfrm>
            <a:prstGeom prst="ellipse">
              <a:avLst/>
            </a:prstGeom>
            <a:solidFill>
              <a:srgbClr val="FFFFFF">
                <a:alpha val="30196"/>
              </a:srgb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latin typeface="Impact" panose="020B0806030902050204" pitchFamily="34" charset="0"/>
              </a:endParaRPr>
            </a:p>
          </p:txBody>
        </p:sp>
        <p:sp>
          <p:nvSpPr>
            <p:cNvPr id="21" name="椭圆 20"/>
            <p:cNvSpPr/>
            <p:nvPr/>
          </p:nvSpPr>
          <p:spPr>
            <a:xfrm>
              <a:off x="162077" y="4849944"/>
              <a:ext cx="576000" cy="576000"/>
            </a:xfrm>
            <a:prstGeom prst="ellipse">
              <a:avLst/>
            </a:prstGeom>
            <a:gradFill flip="none" rotWithShape="1">
              <a:gsLst>
                <a:gs pos="0">
                  <a:srgbClr val="B7B6B7"/>
                </a:gs>
                <a:gs pos="100000">
                  <a:schemeClr val="bg1"/>
                </a:gs>
              </a:gsLst>
              <a:lin ang="18900000" scaled="1"/>
              <a:tileRect/>
            </a:gradFill>
            <a:ln>
              <a:noFill/>
            </a:ln>
            <a:effectLst>
              <a:outerShdw blurRad="254000" dist="50800" dir="2700000" sx="102000" sy="102000" algn="tl" rotWithShape="0">
                <a:prstClr val="black">
                  <a:alpha val="32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2800" dirty="0">
                  <a:solidFill>
                    <a:srgbClr val="F39800"/>
                  </a:solidFill>
                  <a:latin typeface="Impact" panose="020B0806030902050204" pitchFamily="34" charset="0"/>
                </a:rPr>
                <a:t>01</a:t>
              </a:r>
              <a:endParaRPr lang="zh-CN" altLang="en-US" sz="2800" dirty="0">
                <a:solidFill>
                  <a:srgbClr val="F39800"/>
                </a:solidFill>
                <a:latin typeface="Impact" panose="020B0806030902050204" pitchFamily="34" charset="0"/>
              </a:endParaRPr>
            </a:p>
          </p:txBody>
        </p:sp>
      </p:grpSp>
      <p:grpSp>
        <p:nvGrpSpPr>
          <p:cNvPr id="32" name="组合 31"/>
          <p:cNvGrpSpPr/>
          <p:nvPr/>
        </p:nvGrpSpPr>
        <p:grpSpPr>
          <a:xfrm>
            <a:off x="4671126" y="3939942"/>
            <a:ext cx="900000" cy="900000"/>
            <a:chOff x="1005738" y="3625907"/>
            <a:chExt cx="900000" cy="900000"/>
          </a:xfrm>
        </p:grpSpPr>
        <p:sp>
          <p:nvSpPr>
            <p:cNvPr id="27" name="椭圆 26"/>
            <p:cNvSpPr/>
            <p:nvPr/>
          </p:nvSpPr>
          <p:spPr>
            <a:xfrm>
              <a:off x="1005738" y="3625907"/>
              <a:ext cx="900000" cy="900000"/>
            </a:xfrm>
            <a:prstGeom prst="ellipse">
              <a:avLst/>
            </a:prstGeom>
            <a:solidFill>
              <a:srgbClr val="FFFFFF">
                <a:alpha val="30196"/>
              </a:srgb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latin typeface="Impact" panose="020B0806030902050204" pitchFamily="34" charset="0"/>
              </a:endParaRPr>
            </a:p>
          </p:txBody>
        </p:sp>
        <p:sp>
          <p:nvSpPr>
            <p:cNvPr id="22" name="椭圆 21"/>
            <p:cNvSpPr/>
            <p:nvPr/>
          </p:nvSpPr>
          <p:spPr>
            <a:xfrm>
              <a:off x="1167738" y="3787907"/>
              <a:ext cx="576000" cy="576000"/>
            </a:xfrm>
            <a:prstGeom prst="ellipse">
              <a:avLst/>
            </a:prstGeom>
            <a:gradFill flip="none" rotWithShape="1">
              <a:gsLst>
                <a:gs pos="0">
                  <a:srgbClr val="B7B6B7"/>
                </a:gs>
                <a:gs pos="100000">
                  <a:schemeClr val="bg1"/>
                </a:gs>
              </a:gsLst>
              <a:lin ang="18900000" scaled="1"/>
              <a:tileRect/>
            </a:gradFill>
            <a:ln>
              <a:noFill/>
            </a:ln>
            <a:effectLst>
              <a:outerShdw blurRad="254000" dist="50800" dir="2700000" sx="102000" sy="102000" algn="tl" rotWithShape="0">
                <a:prstClr val="black">
                  <a:alpha val="32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2800" dirty="0">
                  <a:solidFill>
                    <a:srgbClr val="8FC31F"/>
                  </a:solidFill>
                  <a:latin typeface="Impact" panose="020B0806030902050204" pitchFamily="34" charset="0"/>
                </a:rPr>
                <a:t>02</a:t>
              </a:r>
              <a:endParaRPr lang="zh-CN" altLang="en-US" sz="2800" dirty="0">
                <a:solidFill>
                  <a:srgbClr val="8FC31F"/>
                </a:solidFill>
                <a:latin typeface="Impact" panose="020B0806030902050204" pitchFamily="34" charset="0"/>
              </a:endParaRPr>
            </a:p>
          </p:txBody>
        </p:sp>
      </p:grpSp>
      <p:grpSp>
        <p:nvGrpSpPr>
          <p:cNvPr id="31" name="组合 30"/>
          <p:cNvGrpSpPr/>
          <p:nvPr/>
        </p:nvGrpSpPr>
        <p:grpSpPr>
          <a:xfrm>
            <a:off x="5659223" y="3012793"/>
            <a:ext cx="900000" cy="900000"/>
            <a:chOff x="2137028" y="2585300"/>
            <a:chExt cx="900000" cy="900000"/>
          </a:xfrm>
        </p:grpSpPr>
        <p:sp>
          <p:nvSpPr>
            <p:cNvPr id="26" name="椭圆 25"/>
            <p:cNvSpPr/>
            <p:nvPr/>
          </p:nvSpPr>
          <p:spPr>
            <a:xfrm>
              <a:off x="2137028" y="2585300"/>
              <a:ext cx="900000" cy="900000"/>
            </a:xfrm>
            <a:prstGeom prst="ellipse">
              <a:avLst/>
            </a:prstGeom>
            <a:solidFill>
              <a:srgbClr val="FFFFFF">
                <a:alpha val="30196"/>
              </a:srgb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latin typeface="Impact" panose="020B0806030902050204" pitchFamily="34" charset="0"/>
              </a:endParaRPr>
            </a:p>
          </p:txBody>
        </p:sp>
        <p:sp>
          <p:nvSpPr>
            <p:cNvPr id="23" name="椭圆 22"/>
            <p:cNvSpPr/>
            <p:nvPr/>
          </p:nvSpPr>
          <p:spPr>
            <a:xfrm>
              <a:off x="2296451" y="2747300"/>
              <a:ext cx="576000" cy="576000"/>
            </a:xfrm>
            <a:prstGeom prst="ellipse">
              <a:avLst/>
            </a:prstGeom>
            <a:gradFill flip="none" rotWithShape="1">
              <a:gsLst>
                <a:gs pos="0">
                  <a:srgbClr val="B7B6B7"/>
                </a:gs>
                <a:gs pos="100000">
                  <a:schemeClr val="bg1"/>
                </a:gs>
              </a:gsLst>
              <a:lin ang="18900000" scaled="1"/>
              <a:tileRect/>
            </a:gradFill>
            <a:ln>
              <a:noFill/>
            </a:ln>
            <a:effectLst>
              <a:outerShdw blurRad="254000" dist="50800" dir="2700000" sx="102000" sy="102000" algn="tl" rotWithShape="0">
                <a:prstClr val="black">
                  <a:alpha val="32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2800" dirty="0">
                  <a:solidFill>
                    <a:srgbClr val="009D8C"/>
                  </a:solidFill>
                  <a:latin typeface="Impact" panose="020B0806030902050204" pitchFamily="34" charset="0"/>
                </a:rPr>
                <a:t>03</a:t>
              </a:r>
              <a:endParaRPr lang="zh-CN" altLang="en-US" sz="2800" dirty="0">
                <a:solidFill>
                  <a:srgbClr val="009D8C"/>
                </a:solidFill>
                <a:latin typeface="Impact" panose="020B0806030902050204" pitchFamily="34" charset="0"/>
              </a:endParaRPr>
            </a:p>
          </p:txBody>
        </p:sp>
      </p:grpSp>
      <p:grpSp>
        <p:nvGrpSpPr>
          <p:cNvPr id="30" name="组合 29"/>
          <p:cNvGrpSpPr/>
          <p:nvPr/>
        </p:nvGrpSpPr>
        <p:grpSpPr>
          <a:xfrm>
            <a:off x="6597036" y="2017691"/>
            <a:ext cx="900000" cy="900000"/>
            <a:chOff x="3152853" y="1535962"/>
            <a:chExt cx="900000" cy="900000"/>
          </a:xfrm>
        </p:grpSpPr>
        <p:sp>
          <p:nvSpPr>
            <p:cNvPr id="25" name="椭圆 24"/>
            <p:cNvSpPr/>
            <p:nvPr/>
          </p:nvSpPr>
          <p:spPr>
            <a:xfrm>
              <a:off x="3152853" y="1535962"/>
              <a:ext cx="900000" cy="900000"/>
            </a:xfrm>
            <a:prstGeom prst="ellipse">
              <a:avLst/>
            </a:prstGeom>
            <a:solidFill>
              <a:srgbClr val="FFFFFF">
                <a:alpha val="30196"/>
              </a:srgb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latin typeface="Impact" panose="020B0806030902050204" pitchFamily="34" charset="0"/>
              </a:endParaRPr>
            </a:p>
          </p:txBody>
        </p:sp>
        <p:sp>
          <p:nvSpPr>
            <p:cNvPr id="24" name="椭圆 23"/>
            <p:cNvSpPr/>
            <p:nvPr/>
          </p:nvSpPr>
          <p:spPr>
            <a:xfrm>
              <a:off x="3314853" y="1697962"/>
              <a:ext cx="576000" cy="576000"/>
            </a:xfrm>
            <a:prstGeom prst="ellipse">
              <a:avLst/>
            </a:prstGeom>
            <a:gradFill flip="none" rotWithShape="1">
              <a:gsLst>
                <a:gs pos="0">
                  <a:srgbClr val="B7B6B7"/>
                </a:gs>
                <a:gs pos="100000">
                  <a:schemeClr val="bg1"/>
                </a:gs>
              </a:gsLst>
              <a:lin ang="18900000" scaled="1"/>
              <a:tileRect/>
            </a:gradFill>
            <a:ln>
              <a:noFill/>
            </a:ln>
            <a:effectLst>
              <a:outerShdw blurRad="254000" dist="50800" dir="2700000" sx="102000" sy="102000" algn="tl" rotWithShape="0">
                <a:prstClr val="black">
                  <a:alpha val="32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2800" dirty="0">
                  <a:solidFill>
                    <a:srgbClr val="A50082"/>
                  </a:solidFill>
                  <a:latin typeface="Impact" panose="020B0806030902050204" pitchFamily="34" charset="0"/>
                </a:rPr>
                <a:t>04</a:t>
              </a:r>
              <a:endParaRPr lang="zh-CN" altLang="en-US" sz="2800" dirty="0">
                <a:solidFill>
                  <a:srgbClr val="A50082"/>
                </a:solidFill>
                <a:latin typeface="Impact" panose="020B0806030902050204" pitchFamily="34" charset="0"/>
              </a:endParaRPr>
            </a:p>
          </p:txBody>
        </p:sp>
      </p:grpSp>
      <p:grpSp>
        <p:nvGrpSpPr>
          <p:cNvPr id="29" name="组合 28"/>
          <p:cNvGrpSpPr/>
          <p:nvPr/>
        </p:nvGrpSpPr>
        <p:grpSpPr>
          <a:xfrm>
            <a:off x="7479918" y="1143970"/>
            <a:ext cx="900000" cy="900000"/>
            <a:chOff x="4214076" y="491387"/>
            <a:chExt cx="900000" cy="900000"/>
          </a:xfrm>
        </p:grpSpPr>
        <p:sp>
          <p:nvSpPr>
            <p:cNvPr id="11" name="椭圆 10"/>
            <p:cNvSpPr/>
            <p:nvPr/>
          </p:nvSpPr>
          <p:spPr>
            <a:xfrm>
              <a:off x="4214076" y="491387"/>
              <a:ext cx="900000" cy="900000"/>
            </a:xfrm>
            <a:prstGeom prst="ellipse">
              <a:avLst/>
            </a:prstGeom>
            <a:solidFill>
              <a:srgbClr val="FFFFFF">
                <a:alpha val="30196"/>
              </a:srgb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latin typeface="Impact" panose="020B0806030902050204" pitchFamily="34" charset="0"/>
              </a:endParaRPr>
            </a:p>
          </p:txBody>
        </p:sp>
        <p:sp>
          <p:nvSpPr>
            <p:cNvPr id="12" name="椭圆 11"/>
            <p:cNvSpPr/>
            <p:nvPr/>
          </p:nvSpPr>
          <p:spPr>
            <a:xfrm>
              <a:off x="4376076" y="653387"/>
              <a:ext cx="576000" cy="576000"/>
            </a:xfrm>
            <a:prstGeom prst="ellipse">
              <a:avLst/>
            </a:prstGeom>
            <a:gradFill flip="none" rotWithShape="1">
              <a:gsLst>
                <a:gs pos="0">
                  <a:srgbClr val="B7B6B7"/>
                </a:gs>
                <a:gs pos="100000">
                  <a:schemeClr val="bg1"/>
                </a:gs>
              </a:gsLst>
              <a:lin ang="18900000" scaled="1"/>
              <a:tileRect/>
            </a:gradFill>
            <a:ln>
              <a:noFill/>
            </a:ln>
            <a:effectLst>
              <a:outerShdw blurRad="254000" dist="50800" dir="2700000" sx="102000" sy="102000" algn="tl" rotWithShape="0">
                <a:prstClr val="black">
                  <a:alpha val="32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2800" dirty="0">
                  <a:solidFill>
                    <a:srgbClr val="00A0E9"/>
                  </a:solidFill>
                  <a:latin typeface="Impact" panose="020B0806030902050204" pitchFamily="34" charset="0"/>
                </a:rPr>
                <a:t>05</a:t>
              </a:r>
              <a:endParaRPr lang="zh-CN" altLang="en-US" sz="2800" dirty="0">
                <a:solidFill>
                  <a:srgbClr val="00A0E9"/>
                </a:solidFill>
                <a:latin typeface="Impact" panose="020B0806030902050204" pitchFamily="34" charset="0"/>
              </a:endParaRPr>
            </a:p>
          </p:txBody>
        </p:sp>
      </p:grpSp>
      <p:sp>
        <p:nvSpPr>
          <p:cNvPr id="34" name="矩形 39"/>
          <p:cNvSpPr/>
          <p:nvPr/>
        </p:nvSpPr>
        <p:spPr>
          <a:xfrm>
            <a:off x="0" y="203088"/>
            <a:ext cx="2492990" cy="523220"/>
          </a:xfrm>
          <a:prstGeom prst="rect">
            <a:avLst/>
          </a:prstGeom>
          <a:noFill/>
        </p:spPr>
        <p:txBody>
          <a:bodyPr wrap="none" rtlCol="0">
            <a:spAutoFit/>
          </a:bodyPr>
          <a:lstStyle/>
          <a:p>
            <a:r>
              <a:rPr lang="zh-CN" altLang="en-US" sz="2800" b="1" dirty="0">
                <a:solidFill>
                  <a:schemeClr val="tx1">
                    <a:lumMod val="65000"/>
                    <a:lumOff val="35000"/>
                  </a:schemeClr>
                </a:solidFill>
              </a:rPr>
              <a:t>五项并列</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递进</a:t>
            </a:r>
            <a:endParaRPr lang="zh-CN" altLang="zh-CN" sz="2800" b="1" dirty="0">
              <a:solidFill>
                <a:schemeClr val="tx1">
                  <a:lumMod val="65000"/>
                  <a:lumOff val="35000"/>
                </a:schemeClr>
              </a:solidFill>
            </a:endParaRPr>
          </a:p>
        </p:txBody>
      </p:sp>
      <p:sp>
        <p:nvSpPr>
          <p:cNvPr id="36" name="文本框 35"/>
          <p:cNvSpPr txBox="1"/>
          <p:nvPr/>
        </p:nvSpPr>
        <p:spPr>
          <a:xfrm>
            <a:off x="3626055" y="2002444"/>
            <a:ext cx="2856518" cy="830997"/>
          </a:xfrm>
          <a:prstGeom prst="rect">
            <a:avLst/>
          </a:prstGeom>
          <a:noFill/>
        </p:spPr>
        <p:txBody>
          <a:bodyPr wrap="square" rtlCol="0">
            <a:spAutoFit/>
          </a:bodyPr>
          <a:lstStyle/>
          <a:p>
            <a:pPr algn="r">
              <a:lnSpc>
                <a:spcPct val="120000"/>
              </a:lnSpc>
            </a:pPr>
            <a:r>
              <a:rPr lang="zh-CN" altLang="en-US" sz="2400" b="1" dirty="0">
                <a:solidFill>
                  <a:srgbClr val="B7288D"/>
                </a:solidFill>
              </a:rPr>
              <a:t>添加标题</a:t>
            </a:r>
            <a:endParaRPr lang="en-US" altLang="zh-CN" sz="2400" b="1" dirty="0">
              <a:solidFill>
                <a:srgbClr val="B7288D"/>
              </a:solidFill>
            </a:endParaRPr>
          </a:p>
          <a:p>
            <a:pPr algn="r">
              <a:lnSpc>
                <a:spcPct val="120000"/>
              </a:lnSpc>
            </a:pPr>
            <a:r>
              <a:rPr lang="zh-CN" altLang="en-US" sz="1600" dirty="0">
                <a:solidFill>
                  <a:schemeClr val="tx1">
                    <a:lumMod val="65000"/>
                    <a:lumOff val="35000"/>
                  </a:schemeClr>
                </a:solidFill>
              </a:rPr>
              <a:t>添加内容添加内容</a:t>
            </a:r>
          </a:p>
        </p:txBody>
      </p:sp>
      <p:sp>
        <p:nvSpPr>
          <p:cNvPr id="37" name="文本框 36"/>
          <p:cNvSpPr txBox="1"/>
          <p:nvPr/>
        </p:nvSpPr>
        <p:spPr>
          <a:xfrm>
            <a:off x="8503220" y="1225395"/>
            <a:ext cx="2856518" cy="830997"/>
          </a:xfrm>
          <a:prstGeom prst="rect">
            <a:avLst/>
          </a:prstGeom>
          <a:noFill/>
        </p:spPr>
        <p:txBody>
          <a:bodyPr wrap="square" rtlCol="0">
            <a:spAutoFit/>
          </a:bodyPr>
          <a:lstStyle/>
          <a:p>
            <a:pPr>
              <a:lnSpc>
                <a:spcPct val="120000"/>
              </a:lnSpc>
            </a:pPr>
            <a:r>
              <a:rPr lang="zh-CN" altLang="en-US" sz="2400" b="1" dirty="0">
                <a:solidFill>
                  <a:srgbClr val="00A0E9"/>
                </a:solidFill>
              </a:rPr>
              <a:t>添加标题</a:t>
            </a:r>
            <a:endParaRPr lang="en-US" altLang="zh-CN" sz="2400" b="1" dirty="0">
              <a:solidFill>
                <a:srgbClr val="00A0E9"/>
              </a:solidFill>
            </a:endParaRPr>
          </a:p>
          <a:p>
            <a:pPr>
              <a:lnSpc>
                <a:spcPct val="120000"/>
              </a:lnSpc>
            </a:pPr>
            <a:r>
              <a:rPr lang="zh-CN" altLang="en-US" sz="1600" dirty="0">
                <a:solidFill>
                  <a:schemeClr val="tx1">
                    <a:lumMod val="65000"/>
                    <a:lumOff val="35000"/>
                  </a:schemeClr>
                </a:solidFill>
              </a:rPr>
              <a:t>添加内容添加内容</a:t>
            </a:r>
          </a:p>
        </p:txBody>
      </p:sp>
      <p:sp>
        <p:nvSpPr>
          <p:cNvPr id="38" name="文本框 37"/>
          <p:cNvSpPr txBox="1"/>
          <p:nvPr/>
        </p:nvSpPr>
        <p:spPr>
          <a:xfrm>
            <a:off x="6682525" y="3052997"/>
            <a:ext cx="2856518" cy="830997"/>
          </a:xfrm>
          <a:prstGeom prst="rect">
            <a:avLst/>
          </a:prstGeom>
          <a:noFill/>
        </p:spPr>
        <p:txBody>
          <a:bodyPr wrap="square" rtlCol="0">
            <a:spAutoFit/>
          </a:bodyPr>
          <a:lstStyle/>
          <a:p>
            <a:pPr>
              <a:lnSpc>
                <a:spcPct val="120000"/>
              </a:lnSpc>
            </a:pPr>
            <a:r>
              <a:rPr lang="zh-CN" altLang="en-US" sz="2400" b="1" dirty="0">
                <a:solidFill>
                  <a:srgbClr val="009D8C"/>
                </a:solidFill>
              </a:rPr>
              <a:t>添加标题</a:t>
            </a:r>
            <a:endParaRPr lang="en-US" altLang="zh-CN" sz="2400" b="1" dirty="0">
              <a:solidFill>
                <a:srgbClr val="009D8C"/>
              </a:solidFill>
            </a:endParaRPr>
          </a:p>
          <a:p>
            <a:pPr>
              <a:lnSpc>
                <a:spcPct val="120000"/>
              </a:lnSpc>
            </a:pPr>
            <a:r>
              <a:rPr lang="zh-CN" altLang="en-US" sz="1600" dirty="0">
                <a:solidFill>
                  <a:schemeClr val="tx1">
                    <a:lumMod val="65000"/>
                    <a:lumOff val="35000"/>
                  </a:schemeClr>
                </a:solidFill>
              </a:rPr>
              <a:t>添加内容添加内容</a:t>
            </a:r>
          </a:p>
        </p:txBody>
      </p:sp>
      <p:sp>
        <p:nvSpPr>
          <p:cNvPr id="39" name="文本框 38"/>
          <p:cNvSpPr txBox="1"/>
          <p:nvPr/>
        </p:nvSpPr>
        <p:spPr>
          <a:xfrm>
            <a:off x="1640648" y="3870252"/>
            <a:ext cx="2856518" cy="830997"/>
          </a:xfrm>
          <a:prstGeom prst="rect">
            <a:avLst/>
          </a:prstGeom>
          <a:noFill/>
        </p:spPr>
        <p:txBody>
          <a:bodyPr wrap="square" rtlCol="0">
            <a:spAutoFit/>
          </a:bodyPr>
          <a:lstStyle/>
          <a:p>
            <a:pPr algn="r">
              <a:lnSpc>
                <a:spcPct val="120000"/>
              </a:lnSpc>
            </a:pPr>
            <a:r>
              <a:rPr lang="zh-CN" altLang="en-US" sz="2400" b="1" dirty="0">
                <a:solidFill>
                  <a:srgbClr val="8FC31F"/>
                </a:solidFill>
              </a:rPr>
              <a:t>添加标题</a:t>
            </a:r>
            <a:endParaRPr lang="en-US" altLang="zh-CN" sz="2400" b="1" dirty="0">
              <a:solidFill>
                <a:srgbClr val="8FC31F"/>
              </a:solidFill>
            </a:endParaRPr>
          </a:p>
          <a:p>
            <a:pPr algn="r">
              <a:lnSpc>
                <a:spcPct val="120000"/>
              </a:lnSpc>
            </a:pPr>
            <a:r>
              <a:rPr lang="zh-CN" altLang="en-US" sz="1600" dirty="0">
                <a:solidFill>
                  <a:schemeClr val="tx1">
                    <a:lumMod val="65000"/>
                    <a:lumOff val="35000"/>
                  </a:schemeClr>
                </a:solidFill>
              </a:rPr>
              <a:t>添加内容添加内容</a:t>
            </a:r>
          </a:p>
        </p:txBody>
      </p:sp>
      <p:sp>
        <p:nvSpPr>
          <p:cNvPr id="40" name="文本框 39"/>
          <p:cNvSpPr txBox="1"/>
          <p:nvPr/>
        </p:nvSpPr>
        <p:spPr>
          <a:xfrm>
            <a:off x="4678387" y="4978635"/>
            <a:ext cx="2856518" cy="830997"/>
          </a:xfrm>
          <a:prstGeom prst="rect">
            <a:avLst/>
          </a:prstGeom>
          <a:noFill/>
        </p:spPr>
        <p:txBody>
          <a:bodyPr wrap="square" rtlCol="0">
            <a:spAutoFit/>
          </a:bodyPr>
          <a:lstStyle/>
          <a:p>
            <a:pPr>
              <a:lnSpc>
                <a:spcPct val="120000"/>
              </a:lnSpc>
            </a:pPr>
            <a:r>
              <a:rPr lang="zh-CN" altLang="en-US" sz="2400" b="1" dirty="0">
                <a:solidFill>
                  <a:srgbClr val="F39800"/>
                </a:solidFill>
              </a:rPr>
              <a:t>添加标题</a:t>
            </a:r>
            <a:endParaRPr lang="en-US" altLang="zh-CN" sz="2400" b="1" dirty="0">
              <a:solidFill>
                <a:srgbClr val="F39800"/>
              </a:solidFill>
            </a:endParaRPr>
          </a:p>
          <a:p>
            <a:pPr>
              <a:lnSpc>
                <a:spcPct val="120000"/>
              </a:lnSpc>
            </a:pPr>
            <a:r>
              <a:rPr lang="zh-CN" altLang="en-US" sz="1600" dirty="0">
                <a:solidFill>
                  <a:schemeClr val="tx1">
                    <a:lumMod val="65000"/>
                    <a:lumOff val="35000"/>
                  </a:schemeClr>
                </a:solidFill>
              </a:rPr>
              <a:t>添加内容添加内容</a:t>
            </a:r>
          </a:p>
        </p:txBody>
      </p:sp>
    </p:spTree>
    <p:extLst>
      <p:ext uri="{BB962C8B-B14F-4D97-AF65-F5344CB8AC3E}">
        <p14:creationId xmlns:p14="http://schemas.microsoft.com/office/powerpoint/2010/main" val="993683373"/>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五项递进</a:t>
            </a:r>
            <a:endParaRPr lang="zh-CN" altLang="zh-CN" sz="2800" b="1" dirty="0">
              <a:solidFill>
                <a:schemeClr val="tx1">
                  <a:lumMod val="65000"/>
                  <a:lumOff val="35000"/>
                </a:schemeClr>
              </a:solidFill>
            </a:endParaRPr>
          </a:p>
        </p:txBody>
      </p:sp>
      <p:sp>
        <p:nvSpPr>
          <p:cNvPr id="44" name="Freeform 5"/>
          <p:cNvSpPr>
            <a:spLocks/>
          </p:cNvSpPr>
          <p:nvPr/>
        </p:nvSpPr>
        <p:spPr bwMode="auto">
          <a:xfrm>
            <a:off x="4393406" y="866947"/>
            <a:ext cx="3405188" cy="5568950"/>
          </a:xfrm>
          <a:custGeom>
            <a:avLst/>
            <a:gdLst>
              <a:gd name="T0" fmla="*/ 757 w 905"/>
              <a:gd name="T1" fmla="*/ 695 h 1482"/>
              <a:gd name="T2" fmla="*/ 691 w 905"/>
              <a:gd name="T3" fmla="*/ 711 h 1482"/>
              <a:gd name="T4" fmla="*/ 594 w 905"/>
              <a:gd name="T5" fmla="*/ 679 h 1482"/>
              <a:gd name="T6" fmla="*/ 311 w 905"/>
              <a:gd name="T7" fmla="*/ 679 h 1482"/>
              <a:gd name="T8" fmla="*/ 292 w 905"/>
              <a:gd name="T9" fmla="*/ 673 h 1482"/>
              <a:gd name="T10" fmla="*/ 294 w 905"/>
              <a:gd name="T11" fmla="*/ 645 h 1482"/>
              <a:gd name="T12" fmla="*/ 292 w 905"/>
              <a:gd name="T13" fmla="*/ 617 h 1482"/>
              <a:gd name="T14" fmla="*/ 311 w 905"/>
              <a:gd name="T15" fmla="*/ 611 h 1482"/>
              <a:gd name="T16" fmla="*/ 594 w 905"/>
              <a:gd name="T17" fmla="*/ 611 h 1482"/>
              <a:gd name="T18" fmla="*/ 691 w 905"/>
              <a:gd name="T19" fmla="*/ 579 h 1482"/>
              <a:gd name="T20" fmla="*/ 757 w 905"/>
              <a:gd name="T21" fmla="*/ 595 h 1482"/>
              <a:gd name="T22" fmla="*/ 905 w 905"/>
              <a:gd name="T23" fmla="*/ 447 h 1482"/>
              <a:gd name="T24" fmla="*/ 757 w 905"/>
              <a:gd name="T25" fmla="*/ 300 h 1482"/>
              <a:gd name="T26" fmla="*/ 691 w 905"/>
              <a:gd name="T27" fmla="*/ 316 h 1482"/>
              <a:gd name="T28" fmla="*/ 594 w 905"/>
              <a:gd name="T29" fmla="*/ 283 h 1482"/>
              <a:gd name="T30" fmla="*/ 517 w 905"/>
              <a:gd name="T31" fmla="*/ 283 h 1482"/>
              <a:gd name="T32" fmla="*/ 517 w 905"/>
              <a:gd name="T33" fmla="*/ 252 h 1482"/>
              <a:gd name="T34" fmla="*/ 586 w 905"/>
              <a:gd name="T35" fmla="*/ 134 h 1482"/>
              <a:gd name="T36" fmla="*/ 452 w 905"/>
              <a:gd name="T37" fmla="*/ 0 h 1482"/>
              <a:gd name="T38" fmla="*/ 318 w 905"/>
              <a:gd name="T39" fmla="*/ 134 h 1482"/>
              <a:gd name="T40" fmla="*/ 387 w 905"/>
              <a:gd name="T41" fmla="*/ 252 h 1482"/>
              <a:gd name="T42" fmla="*/ 387 w 905"/>
              <a:gd name="T43" fmla="*/ 413 h 1482"/>
              <a:gd name="T44" fmla="*/ 594 w 905"/>
              <a:gd name="T45" fmla="*/ 413 h 1482"/>
              <a:gd name="T46" fmla="*/ 613 w 905"/>
              <a:gd name="T47" fmla="*/ 419 h 1482"/>
              <a:gd name="T48" fmla="*/ 610 w 905"/>
              <a:gd name="T49" fmla="*/ 447 h 1482"/>
              <a:gd name="T50" fmla="*/ 613 w 905"/>
              <a:gd name="T51" fmla="*/ 475 h 1482"/>
              <a:gd name="T52" fmla="*/ 594 w 905"/>
              <a:gd name="T53" fmla="*/ 481 h 1482"/>
              <a:gd name="T54" fmla="*/ 311 w 905"/>
              <a:gd name="T55" fmla="*/ 481 h 1482"/>
              <a:gd name="T56" fmla="*/ 213 w 905"/>
              <a:gd name="T57" fmla="*/ 513 h 1482"/>
              <a:gd name="T58" fmla="*/ 147 w 905"/>
              <a:gd name="T59" fmla="*/ 498 h 1482"/>
              <a:gd name="T60" fmla="*/ 0 w 905"/>
              <a:gd name="T61" fmla="*/ 645 h 1482"/>
              <a:gd name="T62" fmla="*/ 147 w 905"/>
              <a:gd name="T63" fmla="*/ 792 h 1482"/>
              <a:gd name="T64" fmla="*/ 213 w 905"/>
              <a:gd name="T65" fmla="*/ 777 h 1482"/>
              <a:gd name="T66" fmla="*/ 311 w 905"/>
              <a:gd name="T67" fmla="*/ 809 h 1482"/>
              <a:gd name="T68" fmla="*/ 594 w 905"/>
              <a:gd name="T69" fmla="*/ 809 h 1482"/>
              <a:gd name="T70" fmla="*/ 613 w 905"/>
              <a:gd name="T71" fmla="*/ 815 h 1482"/>
              <a:gd name="T72" fmla="*/ 610 w 905"/>
              <a:gd name="T73" fmla="*/ 843 h 1482"/>
              <a:gd name="T74" fmla="*/ 613 w 905"/>
              <a:gd name="T75" fmla="*/ 871 h 1482"/>
              <a:gd name="T76" fmla="*/ 594 w 905"/>
              <a:gd name="T77" fmla="*/ 877 h 1482"/>
              <a:gd name="T78" fmla="*/ 311 w 905"/>
              <a:gd name="T79" fmla="*/ 877 h 1482"/>
              <a:gd name="T80" fmla="*/ 213 w 905"/>
              <a:gd name="T81" fmla="*/ 909 h 1482"/>
              <a:gd name="T82" fmla="*/ 147 w 905"/>
              <a:gd name="T83" fmla="*/ 893 h 1482"/>
              <a:gd name="T84" fmla="*/ 0 w 905"/>
              <a:gd name="T85" fmla="*/ 1041 h 1482"/>
              <a:gd name="T86" fmla="*/ 147 w 905"/>
              <a:gd name="T87" fmla="*/ 1188 h 1482"/>
              <a:gd name="T88" fmla="*/ 213 w 905"/>
              <a:gd name="T89" fmla="*/ 1172 h 1482"/>
              <a:gd name="T90" fmla="*/ 311 w 905"/>
              <a:gd name="T91" fmla="*/ 1204 h 1482"/>
              <a:gd name="T92" fmla="*/ 387 w 905"/>
              <a:gd name="T93" fmla="*/ 1204 h 1482"/>
              <a:gd name="T94" fmla="*/ 387 w 905"/>
              <a:gd name="T95" fmla="*/ 1230 h 1482"/>
              <a:gd name="T96" fmla="*/ 318 w 905"/>
              <a:gd name="T97" fmla="*/ 1348 h 1482"/>
              <a:gd name="T98" fmla="*/ 452 w 905"/>
              <a:gd name="T99" fmla="*/ 1482 h 1482"/>
              <a:gd name="T100" fmla="*/ 586 w 905"/>
              <a:gd name="T101" fmla="*/ 1348 h 1482"/>
              <a:gd name="T102" fmla="*/ 517 w 905"/>
              <a:gd name="T103" fmla="*/ 1230 h 1482"/>
              <a:gd name="T104" fmla="*/ 517 w 905"/>
              <a:gd name="T105" fmla="*/ 1075 h 1482"/>
              <a:gd name="T106" fmla="*/ 311 w 905"/>
              <a:gd name="T107" fmla="*/ 1075 h 1482"/>
              <a:gd name="T108" fmla="*/ 292 w 905"/>
              <a:gd name="T109" fmla="*/ 1069 h 1482"/>
              <a:gd name="T110" fmla="*/ 294 w 905"/>
              <a:gd name="T111" fmla="*/ 1041 h 1482"/>
              <a:gd name="T112" fmla="*/ 292 w 905"/>
              <a:gd name="T113" fmla="*/ 1012 h 1482"/>
              <a:gd name="T114" fmla="*/ 311 w 905"/>
              <a:gd name="T115" fmla="*/ 1007 h 1482"/>
              <a:gd name="T116" fmla="*/ 594 w 905"/>
              <a:gd name="T117" fmla="*/ 1007 h 1482"/>
              <a:gd name="T118" fmla="*/ 691 w 905"/>
              <a:gd name="T119" fmla="*/ 974 h 1482"/>
              <a:gd name="T120" fmla="*/ 757 w 905"/>
              <a:gd name="T121" fmla="*/ 990 h 1482"/>
              <a:gd name="T122" fmla="*/ 905 w 905"/>
              <a:gd name="T123" fmla="*/ 843 h 1482"/>
              <a:gd name="T124" fmla="*/ 757 w 905"/>
              <a:gd name="T125" fmla="*/ 695 h 1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05" h="1482">
                <a:moveTo>
                  <a:pt x="757" y="695"/>
                </a:moveTo>
                <a:cubicBezTo>
                  <a:pt x="734" y="695"/>
                  <a:pt x="711" y="701"/>
                  <a:pt x="691" y="711"/>
                </a:cubicBezTo>
                <a:cubicBezTo>
                  <a:pt x="664" y="691"/>
                  <a:pt x="630" y="679"/>
                  <a:pt x="594" y="679"/>
                </a:cubicBezTo>
                <a:cubicBezTo>
                  <a:pt x="311" y="679"/>
                  <a:pt x="311" y="679"/>
                  <a:pt x="311" y="679"/>
                </a:cubicBezTo>
                <a:cubicBezTo>
                  <a:pt x="304" y="679"/>
                  <a:pt x="297" y="677"/>
                  <a:pt x="292" y="673"/>
                </a:cubicBezTo>
                <a:cubicBezTo>
                  <a:pt x="293" y="664"/>
                  <a:pt x="294" y="655"/>
                  <a:pt x="294" y="645"/>
                </a:cubicBezTo>
                <a:cubicBezTo>
                  <a:pt x="294" y="635"/>
                  <a:pt x="293" y="626"/>
                  <a:pt x="292" y="617"/>
                </a:cubicBezTo>
                <a:cubicBezTo>
                  <a:pt x="297" y="613"/>
                  <a:pt x="304" y="611"/>
                  <a:pt x="311" y="611"/>
                </a:cubicBezTo>
                <a:cubicBezTo>
                  <a:pt x="594" y="611"/>
                  <a:pt x="594" y="611"/>
                  <a:pt x="594" y="611"/>
                </a:cubicBezTo>
                <a:cubicBezTo>
                  <a:pt x="630" y="611"/>
                  <a:pt x="664" y="599"/>
                  <a:pt x="691" y="579"/>
                </a:cubicBezTo>
                <a:cubicBezTo>
                  <a:pt x="711" y="589"/>
                  <a:pt x="734" y="595"/>
                  <a:pt x="757" y="595"/>
                </a:cubicBezTo>
                <a:cubicBezTo>
                  <a:pt x="839" y="595"/>
                  <a:pt x="905" y="529"/>
                  <a:pt x="905" y="447"/>
                </a:cubicBezTo>
                <a:cubicBezTo>
                  <a:pt x="905" y="366"/>
                  <a:pt x="839" y="300"/>
                  <a:pt x="757" y="300"/>
                </a:cubicBezTo>
                <a:cubicBezTo>
                  <a:pt x="734" y="300"/>
                  <a:pt x="711" y="305"/>
                  <a:pt x="691" y="316"/>
                </a:cubicBezTo>
                <a:cubicBezTo>
                  <a:pt x="664" y="295"/>
                  <a:pt x="630" y="283"/>
                  <a:pt x="594" y="283"/>
                </a:cubicBezTo>
                <a:cubicBezTo>
                  <a:pt x="517" y="283"/>
                  <a:pt x="517" y="283"/>
                  <a:pt x="517" y="283"/>
                </a:cubicBezTo>
                <a:cubicBezTo>
                  <a:pt x="517" y="252"/>
                  <a:pt x="517" y="252"/>
                  <a:pt x="517" y="252"/>
                </a:cubicBezTo>
                <a:cubicBezTo>
                  <a:pt x="558" y="229"/>
                  <a:pt x="586" y="185"/>
                  <a:pt x="586" y="134"/>
                </a:cubicBezTo>
                <a:cubicBezTo>
                  <a:pt x="586" y="60"/>
                  <a:pt x="526" y="0"/>
                  <a:pt x="452" y="0"/>
                </a:cubicBezTo>
                <a:cubicBezTo>
                  <a:pt x="378" y="0"/>
                  <a:pt x="318" y="60"/>
                  <a:pt x="318" y="134"/>
                </a:cubicBezTo>
                <a:cubicBezTo>
                  <a:pt x="318" y="185"/>
                  <a:pt x="346" y="229"/>
                  <a:pt x="387" y="252"/>
                </a:cubicBezTo>
                <a:cubicBezTo>
                  <a:pt x="387" y="413"/>
                  <a:pt x="387" y="413"/>
                  <a:pt x="387" y="413"/>
                </a:cubicBezTo>
                <a:cubicBezTo>
                  <a:pt x="594" y="413"/>
                  <a:pt x="594" y="413"/>
                  <a:pt x="594" y="413"/>
                </a:cubicBezTo>
                <a:cubicBezTo>
                  <a:pt x="601" y="413"/>
                  <a:pt x="607" y="415"/>
                  <a:pt x="613" y="419"/>
                </a:cubicBezTo>
                <a:cubicBezTo>
                  <a:pt x="611" y="428"/>
                  <a:pt x="610" y="438"/>
                  <a:pt x="610" y="447"/>
                </a:cubicBezTo>
                <a:cubicBezTo>
                  <a:pt x="610" y="457"/>
                  <a:pt x="611" y="466"/>
                  <a:pt x="613" y="475"/>
                </a:cubicBezTo>
                <a:cubicBezTo>
                  <a:pt x="607" y="479"/>
                  <a:pt x="601" y="481"/>
                  <a:pt x="594" y="481"/>
                </a:cubicBezTo>
                <a:cubicBezTo>
                  <a:pt x="311" y="481"/>
                  <a:pt x="311" y="481"/>
                  <a:pt x="311" y="481"/>
                </a:cubicBezTo>
                <a:cubicBezTo>
                  <a:pt x="274" y="481"/>
                  <a:pt x="241" y="493"/>
                  <a:pt x="213" y="513"/>
                </a:cubicBezTo>
                <a:cubicBezTo>
                  <a:pt x="193" y="503"/>
                  <a:pt x="171" y="498"/>
                  <a:pt x="147" y="498"/>
                </a:cubicBezTo>
                <a:cubicBezTo>
                  <a:pt x="66" y="498"/>
                  <a:pt x="0" y="564"/>
                  <a:pt x="0" y="645"/>
                </a:cubicBezTo>
                <a:cubicBezTo>
                  <a:pt x="0" y="726"/>
                  <a:pt x="66" y="792"/>
                  <a:pt x="147" y="792"/>
                </a:cubicBezTo>
                <a:cubicBezTo>
                  <a:pt x="171" y="792"/>
                  <a:pt x="193" y="787"/>
                  <a:pt x="213" y="777"/>
                </a:cubicBezTo>
                <a:cubicBezTo>
                  <a:pt x="241" y="797"/>
                  <a:pt x="274" y="809"/>
                  <a:pt x="311" y="809"/>
                </a:cubicBezTo>
                <a:cubicBezTo>
                  <a:pt x="594" y="809"/>
                  <a:pt x="594" y="809"/>
                  <a:pt x="594" y="809"/>
                </a:cubicBezTo>
                <a:cubicBezTo>
                  <a:pt x="601" y="809"/>
                  <a:pt x="607" y="811"/>
                  <a:pt x="613" y="815"/>
                </a:cubicBezTo>
                <a:cubicBezTo>
                  <a:pt x="611" y="824"/>
                  <a:pt x="610" y="833"/>
                  <a:pt x="610" y="843"/>
                </a:cubicBezTo>
                <a:cubicBezTo>
                  <a:pt x="610" y="852"/>
                  <a:pt x="611" y="862"/>
                  <a:pt x="613" y="871"/>
                </a:cubicBezTo>
                <a:cubicBezTo>
                  <a:pt x="607" y="875"/>
                  <a:pt x="601" y="877"/>
                  <a:pt x="594" y="877"/>
                </a:cubicBezTo>
                <a:cubicBezTo>
                  <a:pt x="311" y="877"/>
                  <a:pt x="311" y="877"/>
                  <a:pt x="311" y="877"/>
                </a:cubicBezTo>
                <a:cubicBezTo>
                  <a:pt x="274" y="877"/>
                  <a:pt x="241" y="889"/>
                  <a:pt x="213" y="909"/>
                </a:cubicBezTo>
                <a:cubicBezTo>
                  <a:pt x="193" y="899"/>
                  <a:pt x="171" y="893"/>
                  <a:pt x="147" y="893"/>
                </a:cubicBezTo>
                <a:cubicBezTo>
                  <a:pt x="66" y="893"/>
                  <a:pt x="0" y="959"/>
                  <a:pt x="0" y="1041"/>
                </a:cubicBezTo>
                <a:cubicBezTo>
                  <a:pt x="0" y="1122"/>
                  <a:pt x="66" y="1188"/>
                  <a:pt x="147" y="1188"/>
                </a:cubicBezTo>
                <a:cubicBezTo>
                  <a:pt x="171" y="1188"/>
                  <a:pt x="193" y="1182"/>
                  <a:pt x="213" y="1172"/>
                </a:cubicBezTo>
                <a:cubicBezTo>
                  <a:pt x="241" y="1192"/>
                  <a:pt x="274" y="1204"/>
                  <a:pt x="311" y="1204"/>
                </a:cubicBezTo>
                <a:cubicBezTo>
                  <a:pt x="387" y="1204"/>
                  <a:pt x="387" y="1204"/>
                  <a:pt x="387" y="1204"/>
                </a:cubicBezTo>
                <a:cubicBezTo>
                  <a:pt x="387" y="1230"/>
                  <a:pt x="387" y="1230"/>
                  <a:pt x="387" y="1230"/>
                </a:cubicBezTo>
                <a:cubicBezTo>
                  <a:pt x="346" y="1253"/>
                  <a:pt x="318" y="1297"/>
                  <a:pt x="318" y="1348"/>
                </a:cubicBezTo>
                <a:cubicBezTo>
                  <a:pt x="318" y="1422"/>
                  <a:pt x="378" y="1482"/>
                  <a:pt x="452" y="1482"/>
                </a:cubicBezTo>
                <a:cubicBezTo>
                  <a:pt x="526" y="1482"/>
                  <a:pt x="586" y="1422"/>
                  <a:pt x="586" y="1348"/>
                </a:cubicBezTo>
                <a:cubicBezTo>
                  <a:pt x="586" y="1297"/>
                  <a:pt x="558" y="1253"/>
                  <a:pt x="517" y="1230"/>
                </a:cubicBezTo>
                <a:cubicBezTo>
                  <a:pt x="517" y="1075"/>
                  <a:pt x="517" y="1075"/>
                  <a:pt x="517" y="1075"/>
                </a:cubicBezTo>
                <a:cubicBezTo>
                  <a:pt x="311" y="1075"/>
                  <a:pt x="311" y="1075"/>
                  <a:pt x="311" y="1075"/>
                </a:cubicBezTo>
                <a:cubicBezTo>
                  <a:pt x="304" y="1075"/>
                  <a:pt x="297" y="1072"/>
                  <a:pt x="292" y="1069"/>
                </a:cubicBezTo>
                <a:cubicBezTo>
                  <a:pt x="293" y="1060"/>
                  <a:pt x="294" y="1050"/>
                  <a:pt x="294" y="1041"/>
                </a:cubicBezTo>
                <a:cubicBezTo>
                  <a:pt x="294" y="1031"/>
                  <a:pt x="293" y="1022"/>
                  <a:pt x="292" y="1012"/>
                </a:cubicBezTo>
                <a:cubicBezTo>
                  <a:pt x="297" y="1009"/>
                  <a:pt x="304" y="1007"/>
                  <a:pt x="311" y="1007"/>
                </a:cubicBezTo>
                <a:cubicBezTo>
                  <a:pt x="594" y="1007"/>
                  <a:pt x="594" y="1007"/>
                  <a:pt x="594" y="1007"/>
                </a:cubicBezTo>
                <a:cubicBezTo>
                  <a:pt x="630" y="1007"/>
                  <a:pt x="664" y="995"/>
                  <a:pt x="691" y="974"/>
                </a:cubicBezTo>
                <a:cubicBezTo>
                  <a:pt x="711" y="985"/>
                  <a:pt x="734" y="990"/>
                  <a:pt x="757" y="990"/>
                </a:cubicBezTo>
                <a:cubicBezTo>
                  <a:pt x="839" y="990"/>
                  <a:pt x="905" y="924"/>
                  <a:pt x="905" y="843"/>
                </a:cubicBezTo>
                <a:cubicBezTo>
                  <a:pt x="905" y="761"/>
                  <a:pt x="839" y="695"/>
                  <a:pt x="757" y="695"/>
                </a:cubicBezTo>
                <a:close/>
              </a:path>
            </a:pathLst>
          </a:custGeom>
          <a:solidFill>
            <a:srgbClr val="F0F0F0"/>
          </a:solidFill>
          <a:ln w="28575" cap="flat" cmpd="sng" algn="ctr">
            <a:gradFill flip="none" rotWithShape="1">
              <a:gsLst>
                <a:gs pos="100000">
                  <a:srgbClr val="FFFFFF"/>
                </a:gs>
                <a:gs pos="0">
                  <a:srgbClr val="D9D9DA"/>
                </a:gs>
              </a:gsLst>
              <a:lin ang="13500000" scaled="1"/>
              <a:tileRect/>
            </a:gradFill>
            <a:prstDash val="solid"/>
            <a:miter lim="800000"/>
          </a:ln>
          <a:effectLst>
            <a:outerShdw blurRad="279400" dist="165100" dir="2700000" algn="t" rotWithShape="0">
              <a:prstClr val="black">
                <a:alpha val="35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45" name="Freeform 9"/>
          <p:cNvSpPr>
            <a:spLocks/>
          </p:cNvSpPr>
          <p:nvPr/>
        </p:nvSpPr>
        <p:spPr bwMode="auto">
          <a:xfrm>
            <a:off x="5714207" y="4167360"/>
            <a:ext cx="609600" cy="382588"/>
          </a:xfrm>
          <a:custGeom>
            <a:avLst/>
            <a:gdLst>
              <a:gd name="T0" fmla="*/ 155 w 160"/>
              <a:gd name="T1" fmla="*/ 41 h 102"/>
              <a:gd name="T2" fmla="*/ 119 w 160"/>
              <a:gd name="T3" fmla="*/ 6 h 102"/>
              <a:gd name="T4" fmla="*/ 100 w 160"/>
              <a:gd name="T5" fmla="*/ 6 h 102"/>
              <a:gd name="T6" fmla="*/ 100 w 160"/>
              <a:gd name="T7" fmla="*/ 25 h 102"/>
              <a:gd name="T8" fmla="*/ 107 w 160"/>
              <a:gd name="T9" fmla="*/ 33 h 102"/>
              <a:gd name="T10" fmla="*/ 18 w 160"/>
              <a:gd name="T11" fmla="*/ 33 h 102"/>
              <a:gd name="T12" fmla="*/ 0 w 160"/>
              <a:gd name="T13" fmla="*/ 51 h 102"/>
              <a:gd name="T14" fmla="*/ 18 w 160"/>
              <a:gd name="T15" fmla="*/ 69 h 102"/>
              <a:gd name="T16" fmla="*/ 107 w 160"/>
              <a:gd name="T17" fmla="*/ 69 h 102"/>
              <a:gd name="T18" fmla="*/ 100 w 160"/>
              <a:gd name="T19" fmla="*/ 77 h 102"/>
              <a:gd name="T20" fmla="*/ 100 w 160"/>
              <a:gd name="T21" fmla="*/ 96 h 102"/>
              <a:gd name="T22" fmla="*/ 119 w 160"/>
              <a:gd name="T23" fmla="*/ 96 h 102"/>
              <a:gd name="T24" fmla="*/ 155 w 160"/>
              <a:gd name="T25" fmla="*/ 61 h 102"/>
              <a:gd name="T26" fmla="*/ 155 w 160"/>
              <a:gd name="T27" fmla="*/ 4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0" h="102">
                <a:moveTo>
                  <a:pt x="155" y="41"/>
                </a:moveTo>
                <a:cubicBezTo>
                  <a:pt x="119" y="6"/>
                  <a:pt x="119" y="6"/>
                  <a:pt x="119" y="6"/>
                </a:cubicBezTo>
                <a:cubicBezTo>
                  <a:pt x="113" y="0"/>
                  <a:pt x="105" y="0"/>
                  <a:pt x="100" y="6"/>
                </a:cubicBezTo>
                <a:cubicBezTo>
                  <a:pt x="94" y="11"/>
                  <a:pt x="94" y="20"/>
                  <a:pt x="100" y="25"/>
                </a:cubicBezTo>
                <a:cubicBezTo>
                  <a:pt x="107" y="33"/>
                  <a:pt x="107" y="33"/>
                  <a:pt x="107" y="33"/>
                </a:cubicBezTo>
                <a:cubicBezTo>
                  <a:pt x="18" y="33"/>
                  <a:pt x="18" y="33"/>
                  <a:pt x="18" y="33"/>
                </a:cubicBezTo>
                <a:cubicBezTo>
                  <a:pt x="8" y="33"/>
                  <a:pt x="0" y="41"/>
                  <a:pt x="0" y="51"/>
                </a:cubicBezTo>
                <a:cubicBezTo>
                  <a:pt x="0" y="61"/>
                  <a:pt x="8" y="69"/>
                  <a:pt x="18" y="69"/>
                </a:cubicBezTo>
                <a:cubicBezTo>
                  <a:pt x="107" y="69"/>
                  <a:pt x="107" y="69"/>
                  <a:pt x="107" y="69"/>
                </a:cubicBezTo>
                <a:cubicBezTo>
                  <a:pt x="100" y="77"/>
                  <a:pt x="100" y="77"/>
                  <a:pt x="100" y="77"/>
                </a:cubicBezTo>
                <a:cubicBezTo>
                  <a:pt x="94" y="82"/>
                  <a:pt x="94" y="91"/>
                  <a:pt x="100" y="96"/>
                </a:cubicBezTo>
                <a:cubicBezTo>
                  <a:pt x="105" y="102"/>
                  <a:pt x="113" y="102"/>
                  <a:pt x="119" y="96"/>
                </a:cubicBezTo>
                <a:cubicBezTo>
                  <a:pt x="155" y="61"/>
                  <a:pt x="155" y="61"/>
                  <a:pt x="155" y="61"/>
                </a:cubicBezTo>
                <a:cubicBezTo>
                  <a:pt x="160" y="55"/>
                  <a:pt x="160" y="47"/>
                  <a:pt x="155" y="41"/>
                </a:cubicBez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35000"/>
                </a:schemeClr>
              </a:gs>
            </a:gsLst>
            <a:lin ang="10800000" scaled="0"/>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6" name="Freeform 10"/>
          <p:cNvSpPr>
            <a:spLocks/>
          </p:cNvSpPr>
          <p:nvPr/>
        </p:nvSpPr>
        <p:spPr bwMode="auto">
          <a:xfrm>
            <a:off x="5931694" y="4994447"/>
            <a:ext cx="384175" cy="442913"/>
          </a:xfrm>
          <a:custGeom>
            <a:avLst/>
            <a:gdLst>
              <a:gd name="T0" fmla="*/ 41 w 101"/>
              <a:gd name="T1" fmla="*/ 5 h 118"/>
              <a:gd name="T2" fmla="*/ 5 w 101"/>
              <a:gd name="T3" fmla="*/ 41 h 118"/>
              <a:gd name="T4" fmla="*/ 5 w 101"/>
              <a:gd name="T5" fmla="*/ 60 h 118"/>
              <a:gd name="T6" fmla="*/ 25 w 101"/>
              <a:gd name="T7" fmla="*/ 60 h 118"/>
              <a:gd name="T8" fmla="*/ 32 w 101"/>
              <a:gd name="T9" fmla="*/ 52 h 118"/>
              <a:gd name="T10" fmla="*/ 32 w 101"/>
              <a:gd name="T11" fmla="*/ 100 h 118"/>
              <a:gd name="T12" fmla="*/ 51 w 101"/>
              <a:gd name="T13" fmla="*/ 118 h 118"/>
              <a:gd name="T14" fmla="*/ 69 w 101"/>
              <a:gd name="T15" fmla="*/ 100 h 118"/>
              <a:gd name="T16" fmla="*/ 69 w 101"/>
              <a:gd name="T17" fmla="*/ 52 h 118"/>
              <a:gd name="T18" fmla="*/ 77 w 101"/>
              <a:gd name="T19" fmla="*/ 60 h 118"/>
              <a:gd name="T20" fmla="*/ 96 w 101"/>
              <a:gd name="T21" fmla="*/ 60 h 118"/>
              <a:gd name="T22" fmla="*/ 96 w 101"/>
              <a:gd name="T23" fmla="*/ 41 h 118"/>
              <a:gd name="T24" fmla="*/ 60 w 101"/>
              <a:gd name="T25" fmla="*/ 5 h 118"/>
              <a:gd name="T26" fmla="*/ 41 w 101"/>
              <a:gd name="T27" fmla="*/ 5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1" h="118">
                <a:moveTo>
                  <a:pt x="41" y="5"/>
                </a:moveTo>
                <a:cubicBezTo>
                  <a:pt x="5" y="41"/>
                  <a:pt x="5" y="41"/>
                  <a:pt x="5" y="41"/>
                </a:cubicBezTo>
                <a:cubicBezTo>
                  <a:pt x="0" y="46"/>
                  <a:pt x="0" y="55"/>
                  <a:pt x="5" y="60"/>
                </a:cubicBezTo>
                <a:cubicBezTo>
                  <a:pt x="11" y="65"/>
                  <a:pt x="19" y="65"/>
                  <a:pt x="25" y="60"/>
                </a:cubicBezTo>
                <a:cubicBezTo>
                  <a:pt x="32" y="52"/>
                  <a:pt x="32" y="52"/>
                  <a:pt x="32" y="52"/>
                </a:cubicBezTo>
                <a:cubicBezTo>
                  <a:pt x="32" y="100"/>
                  <a:pt x="32" y="100"/>
                  <a:pt x="32" y="100"/>
                </a:cubicBezTo>
                <a:cubicBezTo>
                  <a:pt x="32" y="110"/>
                  <a:pt x="41" y="118"/>
                  <a:pt x="51" y="118"/>
                </a:cubicBezTo>
                <a:cubicBezTo>
                  <a:pt x="61" y="118"/>
                  <a:pt x="69" y="110"/>
                  <a:pt x="69" y="100"/>
                </a:cubicBezTo>
                <a:cubicBezTo>
                  <a:pt x="69" y="52"/>
                  <a:pt x="69" y="52"/>
                  <a:pt x="69" y="52"/>
                </a:cubicBezTo>
                <a:cubicBezTo>
                  <a:pt x="77" y="60"/>
                  <a:pt x="77" y="60"/>
                  <a:pt x="77" y="60"/>
                </a:cubicBezTo>
                <a:cubicBezTo>
                  <a:pt x="82" y="65"/>
                  <a:pt x="91" y="65"/>
                  <a:pt x="96" y="60"/>
                </a:cubicBezTo>
                <a:cubicBezTo>
                  <a:pt x="101" y="55"/>
                  <a:pt x="101" y="46"/>
                  <a:pt x="96" y="41"/>
                </a:cubicBezTo>
                <a:cubicBezTo>
                  <a:pt x="60" y="5"/>
                  <a:pt x="60" y="5"/>
                  <a:pt x="60" y="5"/>
                </a:cubicBezTo>
                <a:cubicBezTo>
                  <a:pt x="55" y="0"/>
                  <a:pt x="46" y="0"/>
                  <a:pt x="41" y="5"/>
                </a:cubicBezTo>
                <a:close/>
              </a:path>
            </a:pathLst>
          </a:custGeom>
          <a:gradFill flip="none" rotWithShape="1">
            <a:gsLst>
              <a:gs pos="100000">
                <a:schemeClr val="tx1">
                  <a:lumMod val="95000"/>
                  <a:lumOff val="5000"/>
                  <a:alpha val="0"/>
                </a:schemeClr>
              </a:gs>
              <a:gs pos="0">
                <a:schemeClr val="tx1">
                  <a:lumMod val="95000"/>
                  <a:lumOff val="5000"/>
                  <a:alpha val="35000"/>
                </a:schemeClr>
              </a:gs>
            </a:gsLst>
            <a:lin ang="5400000" scaled="0"/>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7" name="Freeform 11"/>
          <p:cNvSpPr>
            <a:spLocks/>
          </p:cNvSpPr>
          <p:nvPr/>
        </p:nvSpPr>
        <p:spPr bwMode="auto">
          <a:xfrm>
            <a:off x="5945982" y="1860722"/>
            <a:ext cx="388938" cy="406400"/>
          </a:xfrm>
          <a:custGeom>
            <a:avLst/>
            <a:gdLst>
              <a:gd name="T0" fmla="*/ 41 w 102"/>
              <a:gd name="T1" fmla="*/ 5 h 108"/>
              <a:gd name="T2" fmla="*/ 6 w 102"/>
              <a:gd name="T3" fmla="*/ 41 h 108"/>
              <a:gd name="T4" fmla="*/ 6 w 102"/>
              <a:gd name="T5" fmla="*/ 60 h 108"/>
              <a:gd name="T6" fmla="*/ 25 w 102"/>
              <a:gd name="T7" fmla="*/ 60 h 108"/>
              <a:gd name="T8" fmla="*/ 33 w 102"/>
              <a:gd name="T9" fmla="*/ 52 h 108"/>
              <a:gd name="T10" fmla="*/ 33 w 102"/>
              <a:gd name="T11" fmla="*/ 89 h 108"/>
              <a:gd name="T12" fmla="*/ 51 w 102"/>
              <a:gd name="T13" fmla="*/ 108 h 108"/>
              <a:gd name="T14" fmla="*/ 69 w 102"/>
              <a:gd name="T15" fmla="*/ 89 h 108"/>
              <a:gd name="T16" fmla="*/ 69 w 102"/>
              <a:gd name="T17" fmla="*/ 52 h 108"/>
              <a:gd name="T18" fmla="*/ 77 w 102"/>
              <a:gd name="T19" fmla="*/ 60 h 108"/>
              <a:gd name="T20" fmla="*/ 96 w 102"/>
              <a:gd name="T21" fmla="*/ 60 h 108"/>
              <a:gd name="T22" fmla="*/ 96 w 102"/>
              <a:gd name="T23" fmla="*/ 41 h 108"/>
              <a:gd name="T24" fmla="*/ 61 w 102"/>
              <a:gd name="T25" fmla="*/ 5 h 108"/>
              <a:gd name="T26" fmla="*/ 41 w 102"/>
              <a:gd name="T27" fmla="*/ 5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2" h="108">
                <a:moveTo>
                  <a:pt x="41" y="5"/>
                </a:moveTo>
                <a:cubicBezTo>
                  <a:pt x="6" y="41"/>
                  <a:pt x="6" y="41"/>
                  <a:pt x="6" y="41"/>
                </a:cubicBezTo>
                <a:cubicBezTo>
                  <a:pt x="0" y="46"/>
                  <a:pt x="0" y="55"/>
                  <a:pt x="6" y="60"/>
                </a:cubicBezTo>
                <a:cubicBezTo>
                  <a:pt x="11" y="65"/>
                  <a:pt x="20" y="65"/>
                  <a:pt x="25" y="60"/>
                </a:cubicBezTo>
                <a:cubicBezTo>
                  <a:pt x="33" y="52"/>
                  <a:pt x="33" y="52"/>
                  <a:pt x="33" y="52"/>
                </a:cubicBezTo>
                <a:cubicBezTo>
                  <a:pt x="33" y="89"/>
                  <a:pt x="33" y="89"/>
                  <a:pt x="33" y="89"/>
                </a:cubicBezTo>
                <a:cubicBezTo>
                  <a:pt x="33" y="100"/>
                  <a:pt x="41" y="108"/>
                  <a:pt x="51" y="108"/>
                </a:cubicBezTo>
                <a:cubicBezTo>
                  <a:pt x="61" y="108"/>
                  <a:pt x="69" y="100"/>
                  <a:pt x="69" y="89"/>
                </a:cubicBezTo>
                <a:cubicBezTo>
                  <a:pt x="69" y="52"/>
                  <a:pt x="69" y="52"/>
                  <a:pt x="69" y="52"/>
                </a:cubicBezTo>
                <a:cubicBezTo>
                  <a:pt x="77" y="60"/>
                  <a:pt x="77" y="60"/>
                  <a:pt x="77" y="60"/>
                </a:cubicBezTo>
                <a:cubicBezTo>
                  <a:pt x="82" y="65"/>
                  <a:pt x="91" y="65"/>
                  <a:pt x="96" y="60"/>
                </a:cubicBezTo>
                <a:cubicBezTo>
                  <a:pt x="102" y="55"/>
                  <a:pt x="102" y="46"/>
                  <a:pt x="96" y="41"/>
                </a:cubicBezTo>
                <a:cubicBezTo>
                  <a:pt x="61" y="5"/>
                  <a:pt x="61" y="5"/>
                  <a:pt x="61" y="5"/>
                </a:cubicBezTo>
                <a:cubicBezTo>
                  <a:pt x="55" y="0"/>
                  <a:pt x="47" y="0"/>
                  <a:pt x="41" y="5"/>
                </a:cubicBezTo>
                <a:close/>
              </a:path>
            </a:pathLst>
          </a:custGeom>
          <a:gradFill flip="none" rotWithShape="1">
            <a:gsLst>
              <a:gs pos="100000">
                <a:schemeClr val="tx1">
                  <a:lumMod val="95000"/>
                  <a:lumOff val="5000"/>
                  <a:alpha val="0"/>
                </a:schemeClr>
              </a:gs>
              <a:gs pos="0">
                <a:schemeClr val="tx1">
                  <a:lumMod val="95000"/>
                  <a:lumOff val="5000"/>
                  <a:alpha val="35000"/>
                </a:schemeClr>
              </a:gs>
            </a:gsLst>
            <a:lin ang="5400000" scaled="0"/>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8" name="Freeform 12"/>
          <p:cNvSpPr>
            <a:spLocks/>
          </p:cNvSpPr>
          <p:nvPr/>
        </p:nvSpPr>
        <p:spPr bwMode="auto">
          <a:xfrm>
            <a:off x="5714207" y="2681460"/>
            <a:ext cx="609600" cy="382588"/>
          </a:xfrm>
          <a:custGeom>
            <a:avLst/>
            <a:gdLst>
              <a:gd name="T0" fmla="*/ 155 w 160"/>
              <a:gd name="T1" fmla="*/ 41 h 102"/>
              <a:gd name="T2" fmla="*/ 119 w 160"/>
              <a:gd name="T3" fmla="*/ 6 h 102"/>
              <a:gd name="T4" fmla="*/ 100 w 160"/>
              <a:gd name="T5" fmla="*/ 6 h 102"/>
              <a:gd name="T6" fmla="*/ 100 w 160"/>
              <a:gd name="T7" fmla="*/ 25 h 102"/>
              <a:gd name="T8" fmla="*/ 107 w 160"/>
              <a:gd name="T9" fmla="*/ 33 h 102"/>
              <a:gd name="T10" fmla="*/ 18 w 160"/>
              <a:gd name="T11" fmla="*/ 33 h 102"/>
              <a:gd name="T12" fmla="*/ 0 w 160"/>
              <a:gd name="T13" fmla="*/ 51 h 102"/>
              <a:gd name="T14" fmla="*/ 18 w 160"/>
              <a:gd name="T15" fmla="*/ 69 h 102"/>
              <a:gd name="T16" fmla="*/ 107 w 160"/>
              <a:gd name="T17" fmla="*/ 69 h 102"/>
              <a:gd name="T18" fmla="*/ 100 w 160"/>
              <a:gd name="T19" fmla="*/ 77 h 102"/>
              <a:gd name="T20" fmla="*/ 100 w 160"/>
              <a:gd name="T21" fmla="*/ 96 h 102"/>
              <a:gd name="T22" fmla="*/ 119 w 160"/>
              <a:gd name="T23" fmla="*/ 96 h 102"/>
              <a:gd name="T24" fmla="*/ 155 w 160"/>
              <a:gd name="T25" fmla="*/ 61 h 102"/>
              <a:gd name="T26" fmla="*/ 155 w 160"/>
              <a:gd name="T27" fmla="*/ 4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0" h="102">
                <a:moveTo>
                  <a:pt x="155" y="41"/>
                </a:moveTo>
                <a:cubicBezTo>
                  <a:pt x="119" y="6"/>
                  <a:pt x="119" y="6"/>
                  <a:pt x="119" y="6"/>
                </a:cubicBezTo>
                <a:cubicBezTo>
                  <a:pt x="113" y="0"/>
                  <a:pt x="105" y="0"/>
                  <a:pt x="100" y="6"/>
                </a:cubicBezTo>
                <a:cubicBezTo>
                  <a:pt x="94" y="11"/>
                  <a:pt x="94" y="20"/>
                  <a:pt x="100" y="25"/>
                </a:cubicBezTo>
                <a:cubicBezTo>
                  <a:pt x="107" y="33"/>
                  <a:pt x="107" y="33"/>
                  <a:pt x="107" y="33"/>
                </a:cubicBezTo>
                <a:cubicBezTo>
                  <a:pt x="18" y="33"/>
                  <a:pt x="18" y="33"/>
                  <a:pt x="18" y="33"/>
                </a:cubicBezTo>
                <a:cubicBezTo>
                  <a:pt x="8" y="33"/>
                  <a:pt x="0" y="41"/>
                  <a:pt x="0" y="51"/>
                </a:cubicBezTo>
                <a:cubicBezTo>
                  <a:pt x="0" y="61"/>
                  <a:pt x="8" y="69"/>
                  <a:pt x="18" y="69"/>
                </a:cubicBezTo>
                <a:cubicBezTo>
                  <a:pt x="107" y="69"/>
                  <a:pt x="107" y="69"/>
                  <a:pt x="107" y="69"/>
                </a:cubicBezTo>
                <a:cubicBezTo>
                  <a:pt x="100" y="77"/>
                  <a:pt x="100" y="77"/>
                  <a:pt x="100" y="77"/>
                </a:cubicBezTo>
                <a:cubicBezTo>
                  <a:pt x="94" y="82"/>
                  <a:pt x="94" y="91"/>
                  <a:pt x="100" y="96"/>
                </a:cubicBezTo>
                <a:cubicBezTo>
                  <a:pt x="105" y="102"/>
                  <a:pt x="113" y="102"/>
                  <a:pt x="119" y="96"/>
                </a:cubicBezTo>
                <a:cubicBezTo>
                  <a:pt x="155" y="61"/>
                  <a:pt x="155" y="61"/>
                  <a:pt x="155" y="61"/>
                </a:cubicBezTo>
                <a:cubicBezTo>
                  <a:pt x="160" y="55"/>
                  <a:pt x="160" y="47"/>
                  <a:pt x="155" y="41"/>
                </a:cubicBez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35000"/>
                </a:schemeClr>
              </a:gs>
            </a:gsLst>
            <a:lin ang="10800000" scaled="0"/>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9" name="Freeform 13"/>
          <p:cNvSpPr>
            <a:spLocks/>
          </p:cNvSpPr>
          <p:nvPr/>
        </p:nvSpPr>
        <p:spPr bwMode="auto">
          <a:xfrm>
            <a:off x="5874544" y="3421235"/>
            <a:ext cx="608013" cy="384175"/>
          </a:xfrm>
          <a:custGeom>
            <a:avLst/>
            <a:gdLst>
              <a:gd name="T0" fmla="*/ 5 w 160"/>
              <a:gd name="T1" fmla="*/ 41 h 102"/>
              <a:gd name="T2" fmla="*/ 41 w 160"/>
              <a:gd name="T3" fmla="*/ 6 h 102"/>
              <a:gd name="T4" fmla="*/ 60 w 160"/>
              <a:gd name="T5" fmla="*/ 6 h 102"/>
              <a:gd name="T6" fmla="*/ 60 w 160"/>
              <a:gd name="T7" fmla="*/ 25 h 102"/>
              <a:gd name="T8" fmla="*/ 52 w 160"/>
              <a:gd name="T9" fmla="*/ 33 h 102"/>
              <a:gd name="T10" fmla="*/ 141 w 160"/>
              <a:gd name="T11" fmla="*/ 33 h 102"/>
              <a:gd name="T12" fmla="*/ 160 w 160"/>
              <a:gd name="T13" fmla="*/ 51 h 102"/>
              <a:gd name="T14" fmla="*/ 141 w 160"/>
              <a:gd name="T15" fmla="*/ 69 h 102"/>
              <a:gd name="T16" fmla="*/ 52 w 160"/>
              <a:gd name="T17" fmla="*/ 69 h 102"/>
              <a:gd name="T18" fmla="*/ 60 w 160"/>
              <a:gd name="T19" fmla="*/ 77 h 102"/>
              <a:gd name="T20" fmla="*/ 60 w 160"/>
              <a:gd name="T21" fmla="*/ 96 h 102"/>
              <a:gd name="T22" fmla="*/ 41 w 160"/>
              <a:gd name="T23" fmla="*/ 96 h 102"/>
              <a:gd name="T24" fmla="*/ 5 w 160"/>
              <a:gd name="T25" fmla="*/ 61 h 102"/>
              <a:gd name="T26" fmla="*/ 5 w 160"/>
              <a:gd name="T27" fmla="*/ 4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0" h="102">
                <a:moveTo>
                  <a:pt x="5" y="41"/>
                </a:moveTo>
                <a:cubicBezTo>
                  <a:pt x="41" y="6"/>
                  <a:pt x="41" y="6"/>
                  <a:pt x="41" y="6"/>
                </a:cubicBezTo>
                <a:cubicBezTo>
                  <a:pt x="46" y="0"/>
                  <a:pt x="55" y="0"/>
                  <a:pt x="60" y="6"/>
                </a:cubicBezTo>
                <a:cubicBezTo>
                  <a:pt x="65" y="11"/>
                  <a:pt x="65" y="20"/>
                  <a:pt x="60" y="25"/>
                </a:cubicBezTo>
                <a:cubicBezTo>
                  <a:pt x="52" y="33"/>
                  <a:pt x="52" y="33"/>
                  <a:pt x="52" y="33"/>
                </a:cubicBezTo>
                <a:cubicBezTo>
                  <a:pt x="141" y="33"/>
                  <a:pt x="141" y="33"/>
                  <a:pt x="141" y="33"/>
                </a:cubicBezTo>
                <a:cubicBezTo>
                  <a:pt x="152" y="33"/>
                  <a:pt x="160" y="41"/>
                  <a:pt x="160" y="51"/>
                </a:cubicBezTo>
                <a:cubicBezTo>
                  <a:pt x="160" y="61"/>
                  <a:pt x="152" y="69"/>
                  <a:pt x="141" y="69"/>
                </a:cubicBezTo>
                <a:cubicBezTo>
                  <a:pt x="52" y="69"/>
                  <a:pt x="52" y="69"/>
                  <a:pt x="52" y="69"/>
                </a:cubicBezTo>
                <a:cubicBezTo>
                  <a:pt x="60" y="77"/>
                  <a:pt x="60" y="77"/>
                  <a:pt x="60" y="77"/>
                </a:cubicBezTo>
                <a:cubicBezTo>
                  <a:pt x="65" y="82"/>
                  <a:pt x="65" y="91"/>
                  <a:pt x="60" y="96"/>
                </a:cubicBezTo>
                <a:cubicBezTo>
                  <a:pt x="55" y="102"/>
                  <a:pt x="46" y="102"/>
                  <a:pt x="41" y="96"/>
                </a:cubicBezTo>
                <a:cubicBezTo>
                  <a:pt x="5" y="61"/>
                  <a:pt x="5" y="61"/>
                  <a:pt x="5" y="61"/>
                </a:cubicBezTo>
                <a:cubicBezTo>
                  <a:pt x="0" y="55"/>
                  <a:pt x="0" y="47"/>
                  <a:pt x="5" y="41"/>
                </a:cubicBez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35000"/>
                </a:schemeClr>
              </a:gs>
            </a:gsLst>
            <a:lin ang="0" scaled="0"/>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0" name="椭圆 49"/>
          <p:cNvSpPr/>
          <p:nvPr/>
        </p:nvSpPr>
        <p:spPr>
          <a:xfrm>
            <a:off x="5682000" y="961702"/>
            <a:ext cx="828000" cy="828000"/>
          </a:xfrm>
          <a:prstGeom prst="ellipse">
            <a:avLst/>
          </a:prstGeom>
          <a:gradFill>
            <a:gsLst>
              <a:gs pos="100000">
                <a:srgbClr val="FFE141"/>
              </a:gs>
              <a:gs pos="16000">
                <a:srgbClr val="F5A400"/>
              </a:gs>
            </a:gsLst>
            <a:lin ang="2700000" scaled="0"/>
          </a:gradFill>
          <a:ln w="28575" cap="flat">
            <a:gradFill>
              <a:gsLst>
                <a:gs pos="0">
                  <a:srgbClr val="FFE141"/>
                </a:gs>
                <a:gs pos="100000">
                  <a:srgbClr val="F5A400"/>
                </a:gs>
              </a:gsLst>
              <a:lin ang="2700000" scaled="0"/>
            </a:gradFill>
            <a:prstDash val="solid"/>
            <a:miter lim="800000"/>
            <a:headEnd/>
            <a:tailEnd/>
          </a:ln>
          <a:effectLst>
            <a:outerShdw blurRad="152400" dist="38100" dir="2700000" algn="tl" rotWithShape="0">
              <a:prstClr val="black">
                <a:alpha val="32000"/>
              </a:prstClr>
            </a:outerShdw>
          </a:effectLst>
        </p:spPr>
        <p:txBody>
          <a:bodyPr vert="horz" wrap="square" lIns="91440" tIns="45720" rIns="91440" bIns="45720" numCol="1" anchor="t" anchorCtr="0" compatLnSpc="1">
            <a:prstTxWarp prst="textNoShape">
              <a:avLst/>
            </a:prstTxWarp>
          </a:bodyPr>
          <a:lstStyle/>
          <a:p>
            <a:endParaRPr lang="zh-CN" altLang="en-US" dirty="0">
              <a:solidFill>
                <a:schemeClr val="tx1"/>
              </a:solidFill>
            </a:endParaRPr>
          </a:p>
        </p:txBody>
      </p:sp>
      <p:sp>
        <p:nvSpPr>
          <p:cNvPr id="51" name="椭圆 50"/>
          <p:cNvSpPr/>
          <p:nvPr/>
        </p:nvSpPr>
        <p:spPr>
          <a:xfrm>
            <a:off x="5682000" y="5522628"/>
            <a:ext cx="828000" cy="828000"/>
          </a:xfrm>
          <a:prstGeom prst="ellipse">
            <a:avLst/>
          </a:prstGeom>
          <a:gradFill>
            <a:gsLst>
              <a:gs pos="100000">
                <a:srgbClr val="E1E100"/>
              </a:gs>
              <a:gs pos="18300">
                <a:srgbClr val="68B72D"/>
              </a:gs>
            </a:gsLst>
            <a:lin ang="2700000" scaled="0"/>
          </a:gradFill>
          <a:ln w="28575" cap="flat">
            <a:gradFill>
              <a:gsLst>
                <a:gs pos="0">
                  <a:srgbClr val="E1E100"/>
                </a:gs>
                <a:gs pos="100000">
                  <a:srgbClr val="68B72D"/>
                </a:gs>
              </a:gsLst>
              <a:lin ang="2700000" scaled="0"/>
            </a:gradFill>
            <a:prstDash val="solid"/>
            <a:miter lim="800000"/>
            <a:headEnd/>
            <a:tailEnd/>
          </a:ln>
          <a:effectLst>
            <a:outerShdw blurRad="152400" dist="76200" dir="2700000" sx="102000" sy="102000" algn="tl"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zh-CN" altLang="en-US" dirty="0">
              <a:solidFill>
                <a:schemeClr val="tx1"/>
              </a:solidFill>
            </a:endParaRPr>
          </a:p>
        </p:txBody>
      </p:sp>
      <p:sp>
        <p:nvSpPr>
          <p:cNvPr id="52" name="椭圆 51"/>
          <p:cNvSpPr/>
          <p:nvPr/>
        </p:nvSpPr>
        <p:spPr>
          <a:xfrm>
            <a:off x="6842799" y="2141154"/>
            <a:ext cx="828000" cy="828000"/>
          </a:xfrm>
          <a:prstGeom prst="ellipse">
            <a:avLst/>
          </a:prstGeom>
          <a:gradFill>
            <a:gsLst>
              <a:gs pos="20200">
                <a:srgbClr val="E95206"/>
              </a:gs>
              <a:gs pos="100000">
                <a:srgbClr val="FFE141"/>
              </a:gs>
            </a:gsLst>
            <a:lin ang="2700000" scaled="0"/>
          </a:gradFill>
          <a:ln w="28575" cap="flat">
            <a:gradFill>
              <a:gsLst>
                <a:gs pos="0">
                  <a:srgbClr val="FFE141"/>
                </a:gs>
                <a:gs pos="0">
                  <a:srgbClr val="FEDF00"/>
                </a:gs>
                <a:gs pos="100000">
                  <a:srgbClr val="E95306"/>
                </a:gs>
              </a:gsLst>
              <a:lin ang="2700000" scaled="0"/>
            </a:gradFill>
            <a:prstDash val="solid"/>
            <a:miter lim="800000"/>
            <a:headEnd/>
            <a:tailEnd/>
          </a:ln>
          <a:effectLst>
            <a:outerShdw blurRad="152400" dist="76200" dir="2700000" sx="102000" sy="102000" algn="tl"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zh-CN" altLang="en-US" dirty="0">
              <a:solidFill>
                <a:schemeClr val="tx1"/>
              </a:solidFill>
            </a:endParaRPr>
          </a:p>
        </p:txBody>
      </p:sp>
      <p:sp>
        <p:nvSpPr>
          <p:cNvPr id="53" name="椭圆 52"/>
          <p:cNvSpPr/>
          <p:nvPr/>
        </p:nvSpPr>
        <p:spPr>
          <a:xfrm>
            <a:off x="6842799" y="3626708"/>
            <a:ext cx="828000" cy="828000"/>
          </a:xfrm>
          <a:prstGeom prst="ellipse">
            <a:avLst/>
          </a:prstGeom>
          <a:gradFill>
            <a:gsLst>
              <a:gs pos="100000">
                <a:srgbClr val="009CE4"/>
              </a:gs>
              <a:gs pos="18300">
                <a:srgbClr val="004DA1"/>
              </a:gs>
            </a:gsLst>
            <a:lin ang="2700000" scaled="0"/>
          </a:gradFill>
          <a:ln w="28575" cap="flat">
            <a:gradFill>
              <a:gsLst>
                <a:gs pos="0">
                  <a:srgbClr val="009CE4"/>
                </a:gs>
                <a:gs pos="100000">
                  <a:srgbClr val="004DA1"/>
                </a:gs>
              </a:gsLst>
              <a:lin ang="2700000" scaled="0"/>
            </a:gradFill>
            <a:prstDash val="solid"/>
            <a:miter lim="800000"/>
            <a:headEnd/>
            <a:tailEnd/>
          </a:ln>
          <a:effectLst>
            <a:outerShdw blurRad="152400" dist="76200" dir="2700000" sx="102000" sy="102000" algn="tl"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zh-CN" altLang="en-US" dirty="0"/>
          </a:p>
        </p:txBody>
      </p:sp>
      <p:sp>
        <p:nvSpPr>
          <p:cNvPr id="54" name="椭圆 53"/>
          <p:cNvSpPr/>
          <p:nvPr/>
        </p:nvSpPr>
        <p:spPr>
          <a:xfrm>
            <a:off x="4521930" y="2872754"/>
            <a:ext cx="828000" cy="828000"/>
          </a:xfrm>
          <a:prstGeom prst="ellipse">
            <a:avLst/>
          </a:prstGeom>
          <a:gradFill>
            <a:gsLst>
              <a:gs pos="100000">
                <a:srgbClr val="E8609E"/>
              </a:gs>
              <a:gs pos="18300">
                <a:srgbClr val="8F0A83"/>
              </a:gs>
            </a:gsLst>
            <a:lin ang="2700000" scaled="0"/>
          </a:gradFill>
          <a:ln w="28575" cap="flat">
            <a:gradFill>
              <a:gsLst>
                <a:gs pos="0">
                  <a:srgbClr val="DF007E"/>
                </a:gs>
                <a:gs pos="100000">
                  <a:srgbClr val="8F0A83"/>
                </a:gs>
              </a:gsLst>
              <a:lin ang="2700000" scaled="0"/>
            </a:gradFill>
            <a:prstDash val="solid"/>
            <a:miter lim="800000"/>
            <a:headEnd/>
            <a:tailEnd/>
          </a:ln>
          <a:effectLst>
            <a:outerShdw blurRad="152400" dist="76200" dir="2700000" sx="102000" sy="102000" algn="tl"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zh-CN" altLang="en-US" dirty="0">
              <a:solidFill>
                <a:schemeClr val="tx1"/>
              </a:solidFill>
            </a:endParaRPr>
          </a:p>
        </p:txBody>
      </p:sp>
      <p:sp>
        <p:nvSpPr>
          <p:cNvPr id="78" name="椭圆 77"/>
          <p:cNvSpPr/>
          <p:nvPr/>
        </p:nvSpPr>
        <p:spPr>
          <a:xfrm>
            <a:off x="4521930" y="4358308"/>
            <a:ext cx="828000" cy="828000"/>
          </a:xfrm>
          <a:prstGeom prst="ellipse">
            <a:avLst/>
          </a:prstGeom>
          <a:gradFill>
            <a:gsLst>
              <a:gs pos="100000">
                <a:srgbClr val="009FD0"/>
              </a:gs>
              <a:gs pos="18300">
                <a:srgbClr val="009B74"/>
              </a:gs>
            </a:gsLst>
            <a:lin ang="2700000" scaled="0"/>
          </a:gradFill>
          <a:ln w="28575" cap="flat">
            <a:gradFill>
              <a:gsLst>
                <a:gs pos="0">
                  <a:srgbClr val="009EE9"/>
                </a:gs>
                <a:gs pos="100000">
                  <a:srgbClr val="009B74"/>
                </a:gs>
              </a:gsLst>
              <a:lin ang="2700000" scaled="0"/>
            </a:gradFill>
            <a:prstDash val="solid"/>
            <a:miter lim="800000"/>
            <a:headEnd/>
            <a:tailEnd/>
          </a:ln>
          <a:effectLst>
            <a:outerShdw blurRad="152400" dist="76200" dir="2700000" sx="102000" sy="102000" algn="tl"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zh-CN" altLang="en-US" dirty="0">
              <a:solidFill>
                <a:schemeClr val="tx1"/>
              </a:solidFill>
            </a:endParaRPr>
          </a:p>
        </p:txBody>
      </p:sp>
      <p:grpSp>
        <p:nvGrpSpPr>
          <p:cNvPr id="79" name="组合 54"/>
          <p:cNvGrpSpPr>
            <a:grpSpLocks noChangeAspect="1"/>
          </p:cNvGrpSpPr>
          <p:nvPr/>
        </p:nvGrpSpPr>
        <p:grpSpPr>
          <a:xfrm>
            <a:off x="5778792" y="1298140"/>
            <a:ext cx="821223" cy="513265"/>
            <a:chOff x="1593621" y="1481282"/>
            <a:chExt cx="1828800" cy="1143000"/>
          </a:xfrm>
        </p:grpSpPr>
        <p:sp>
          <p:nvSpPr>
            <p:cNvPr id="80" name="Freeform 24"/>
            <p:cNvSpPr>
              <a:spLocks/>
            </p:cNvSpPr>
            <p:nvPr/>
          </p:nvSpPr>
          <p:spPr bwMode="auto">
            <a:xfrm>
              <a:off x="1593621" y="1481282"/>
              <a:ext cx="1828800" cy="1143000"/>
            </a:xfrm>
            <a:custGeom>
              <a:avLst/>
              <a:gdLst>
                <a:gd name="T0" fmla="*/ 513 w 1152"/>
                <a:gd name="T1" fmla="*/ 720 h 720"/>
                <a:gd name="T2" fmla="*/ 2 w 1152"/>
                <a:gd name="T3" fmla="*/ 300 h 720"/>
                <a:gd name="T4" fmla="*/ 19 w 1152"/>
                <a:gd name="T5" fmla="*/ 202 h 720"/>
                <a:gd name="T6" fmla="*/ 64 w 1152"/>
                <a:gd name="T7" fmla="*/ 245 h 720"/>
                <a:gd name="T8" fmla="*/ 50 w 1152"/>
                <a:gd name="T9" fmla="*/ 155 h 720"/>
                <a:gd name="T10" fmla="*/ 0 w 1152"/>
                <a:gd name="T11" fmla="*/ 90 h 720"/>
                <a:gd name="T12" fmla="*/ 12 w 1152"/>
                <a:gd name="T13" fmla="*/ 14 h 720"/>
                <a:gd name="T14" fmla="*/ 67 w 1152"/>
                <a:gd name="T15" fmla="*/ 0 h 720"/>
                <a:gd name="T16" fmla="*/ 138 w 1152"/>
                <a:gd name="T17" fmla="*/ 69 h 720"/>
                <a:gd name="T18" fmla="*/ 147 w 1152"/>
                <a:gd name="T19" fmla="*/ 55 h 720"/>
                <a:gd name="T20" fmla="*/ 190 w 1152"/>
                <a:gd name="T21" fmla="*/ 95 h 720"/>
                <a:gd name="T22" fmla="*/ 216 w 1152"/>
                <a:gd name="T23" fmla="*/ 55 h 720"/>
                <a:gd name="T24" fmla="*/ 257 w 1152"/>
                <a:gd name="T25" fmla="*/ 95 h 720"/>
                <a:gd name="T26" fmla="*/ 314 w 1152"/>
                <a:gd name="T27" fmla="*/ 59 h 720"/>
                <a:gd name="T28" fmla="*/ 371 w 1152"/>
                <a:gd name="T29" fmla="*/ 102 h 720"/>
                <a:gd name="T30" fmla="*/ 437 w 1152"/>
                <a:gd name="T31" fmla="*/ 59 h 720"/>
                <a:gd name="T32" fmla="*/ 506 w 1152"/>
                <a:gd name="T33" fmla="*/ 105 h 720"/>
                <a:gd name="T34" fmla="*/ 554 w 1152"/>
                <a:gd name="T35" fmla="*/ 55 h 720"/>
                <a:gd name="T36" fmla="*/ 627 w 1152"/>
                <a:gd name="T37" fmla="*/ 100 h 720"/>
                <a:gd name="T38" fmla="*/ 677 w 1152"/>
                <a:gd name="T39" fmla="*/ 55 h 720"/>
                <a:gd name="T40" fmla="*/ 749 w 1152"/>
                <a:gd name="T41" fmla="*/ 97 h 720"/>
                <a:gd name="T42" fmla="*/ 803 w 1152"/>
                <a:gd name="T43" fmla="*/ 55 h 720"/>
                <a:gd name="T44" fmla="*/ 1152 w 1152"/>
                <a:gd name="T45" fmla="*/ 343 h 720"/>
                <a:gd name="T46" fmla="*/ 513 w 1152"/>
                <a:gd name="T47" fmla="*/ 720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52" h="720">
                  <a:moveTo>
                    <a:pt x="513" y="720"/>
                  </a:moveTo>
                  <a:lnTo>
                    <a:pt x="2" y="300"/>
                  </a:lnTo>
                  <a:lnTo>
                    <a:pt x="19" y="202"/>
                  </a:lnTo>
                  <a:lnTo>
                    <a:pt x="64" y="245"/>
                  </a:lnTo>
                  <a:lnTo>
                    <a:pt x="50" y="155"/>
                  </a:lnTo>
                  <a:lnTo>
                    <a:pt x="0" y="90"/>
                  </a:lnTo>
                  <a:lnTo>
                    <a:pt x="12" y="14"/>
                  </a:lnTo>
                  <a:lnTo>
                    <a:pt x="67" y="0"/>
                  </a:lnTo>
                  <a:lnTo>
                    <a:pt x="138" y="69"/>
                  </a:lnTo>
                  <a:lnTo>
                    <a:pt x="147" y="55"/>
                  </a:lnTo>
                  <a:lnTo>
                    <a:pt x="190" y="95"/>
                  </a:lnTo>
                  <a:lnTo>
                    <a:pt x="216" y="55"/>
                  </a:lnTo>
                  <a:lnTo>
                    <a:pt x="257" y="95"/>
                  </a:lnTo>
                  <a:lnTo>
                    <a:pt x="314" y="59"/>
                  </a:lnTo>
                  <a:lnTo>
                    <a:pt x="371" y="102"/>
                  </a:lnTo>
                  <a:lnTo>
                    <a:pt x="437" y="59"/>
                  </a:lnTo>
                  <a:lnTo>
                    <a:pt x="506" y="105"/>
                  </a:lnTo>
                  <a:lnTo>
                    <a:pt x="554" y="55"/>
                  </a:lnTo>
                  <a:lnTo>
                    <a:pt x="627" y="100"/>
                  </a:lnTo>
                  <a:lnTo>
                    <a:pt x="677" y="55"/>
                  </a:lnTo>
                  <a:lnTo>
                    <a:pt x="749" y="97"/>
                  </a:lnTo>
                  <a:lnTo>
                    <a:pt x="803" y="55"/>
                  </a:lnTo>
                  <a:lnTo>
                    <a:pt x="1152" y="343"/>
                  </a:lnTo>
                  <a:lnTo>
                    <a:pt x="513" y="720"/>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pic>
          <p:nvPicPr>
            <p:cNvPr id="81" name="图片 80"/>
            <p:cNvPicPr>
              <a:picLocks noChangeAspect="1"/>
            </p:cNvPicPr>
            <p:nvPr/>
          </p:nvPicPr>
          <p:blipFill>
            <a:blip r:embed="rId2"/>
            <a:stretch>
              <a:fillRect/>
            </a:stretch>
          </p:blipFill>
          <p:spPr>
            <a:xfrm>
              <a:off x="1596732" y="1491572"/>
              <a:ext cx="1361250" cy="528750"/>
            </a:xfrm>
            <a:prstGeom prst="rect">
              <a:avLst/>
            </a:prstGeom>
          </p:spPr>
        </p:pic>
      </p:grpSp>
      <p:grpSp>
        <p:nvGrpSpPr>
          <p:cNvPr id="82" name="组合 57"/>
          <p:cNvGrpSpPr/>
          <p:nvPr/>
        </p:nvGrpSpPr>
        <p:grpSpPr>
          <a:xfrm>
            <a:off x="5905279" y="5754443"/>
            <a:ext cx="663336" cy="610690"/>
            <a:chOff x="12327405" y="858403"/>
            <a:chExt cx="833274" cy="767141"/>
          </a:xfrm>
        </p:grpSpPr>
        <p:sp>
          <p:nvSpPr>
            <p:cNvPr id="88" name="Freeform 55"/>
            <p:cNvSpPr>
              <a:spLocks/>
            </p:cNvSpPr>
            <p:nvPr/>
          </p:nvSpPr>
          <p:spPr bwMode="auto">
            <a:xfrm>
              <a:off x="12359149" y="863694"/>
              <a:ext cx="801530" cy="761850"/>
            </a:xfrm>
            <a:custGeom>
              <a:avLst/>
              <a:gdLst>
                <a:gd name="T0" fmla="*/ 137 w 303"/>
                <a:gd name="T1" fmla="*/ 288 h 288"/>
                <a:gd name="T2" fmla="*/ 0 w 303"/>
                <a:gd name="T3" fmla="*/ 174 h 288"/>
                <a:gd name="T4" fmla="*/ 2 w 303"/>
                <a:gd name="T5" fmla="*/ 15 h 288"/>
                <a:gd name="T6" fmla="*/ 54 w 303"/>
                <a:gd name="T7" fmla="*/ 10 h 288"/>
                <a:gd name="T8" fmla="*/ 85 w 303"/>
                <a:gd name="T9" fmla="*/ 43 h 288"/>
                <a:gd name="T10" fmla="*/ 106 w 303"/>
                <a:gd name="T11" fmla="*/ 22 h 288"/>
                <a:gd name="T12" fmla="*/ 128 w 303"/>
                <a:gd name="T13" fmla="*/ 0 h 288"/>
                <a:gd name="T14" fmla="*/ 303 w 303"/>
                <a:gd name="T15" fmla="*/ 150 h 288"/>
                <a:gd name="T16" fmla="*/ 137 w 303"/>
                <a:gd name="T17" fmla="*/ 288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3" h="288">
                  <a:moveTo>
                    <a:pt x="137" y="288"/>
                  </a:moveTo>
                  <a:lnTo>
                    <a:pt x="0" y="174"/>
                  </a:lnTo>
                  <a:lnTo>
                    <a:pt x="2" y="15"/>
                  </a:lnTo>
                  <a:lnTo>
                    <a:pt x="54" y="10"/>
                  </a:lnTo>
                  <a:lnTo>
                    <a:pt x="85" y="43"/>
                  </a:lnTo>
                  <a:lnTo>
                    <a:pt x="106" y="22"/>
                  </a:lnTo>
                  <a:lnTo>
                    <a:pt x="128" y="0"/>
                  </a:lnTo>
                  <a:lnTo>
                    <a:pt x="303" y="150"/>
                  </a:lnTo>
                  <a:lnTo>
                    <a:pt x="137" y="288"/>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9" name="Freeform 56"/>
            <p:cNvSpPr>
              <a:spLocks noEditPoints="1"/>
            </p:cNvSpPr>
            <p:nvPr/>
          </p:nvSpPr>
          <p:spPr bwMode="auto">
            <a:xfrm>
              <a:off x="12327405" y="858403"/>
              <a:ext cx="193109" cy="484093"/>
            </a:xfrm>
            <a:custGeom>
              <a:avLst/>
              <a:gdLst>
                <a:gd name="T0" fmla="*/ 17 w 31"/>
                <a:gd name="T1" fmla="*/ 0 h 77"/>
                <a:gd name="T2" fmla="*/ 28 w 31"/>
                <a:gd name="T3" fmla="*/ 5 h 77"/>
                <a:gd name="T4" fmla="*/ 31 w 31"/>
                <a:gd name="T5" fmla="*/ 18 h 77"/>
                <a:gd name="T6" fmla="*/ 31 w 31"/>
                <a:gd name="T7" fmla="*/ 63 h 77"/>
                <a:gd name="T8" fmla="*/ 27 w 31"/>
                <a:gd name="T9" fmla="*/ 74 h 77"/>
                <a:gd name="T10" fmla="*/ 16 w 31"/>
                <a:gd name="T11" fmla="*/ 77 h 77"/>
                <a:gd name="T12" fmla="*/ 2 w 31"/>
                <a:gd name="T13" fmla="*/ 72 h 77"/>
                <a:gd name="T14" fmla="*/ 0 w 31"/>
                <a:gd name="T15" fmla="*/ 57 h 77"/>
                <a:gd name="T16" fmla="*/ 0 w 31"/>
                <a:gd name="T17" fmla="*/ 21 h 77"/>
                <a:gd name="T18" fmla="*/ 3 w 31"/>
                <a:gd name="T19" fmla="*/ 6 h 77"/>
                <a:gd name="T20" fmla="*/ 17 w 31"/>
                <a:gd name="T21" fmla="*/ 0 h 77"/>
                <a:gd name="T22" fmla="*/ 16 w 31"/>
                <a:gd name="T23" fmla="*/ 70 h 77"/>
                <a:gd name="T24" fmla="*/ 22 w 31"/>
                <a:gd name="T25" fmla="*/ 59 h 77"/>
                <a:gd name="T26" fmla="*/ 22 w 31"/>
                <a:gd name="T27" fmla="*/ 17 h 77"/>
                <a:gd name="T28" fmla="*/ 16 w 31"/>
                <a:gd name="T29" fmla="*/ 7 h 77"/>
                <a:gd name="T30" fmla="*/ 9 w 31"/>
                <a:gd name="T31" fmla="*/ 17 h 77"/>
                <a:gd name="T32" fmla="*/ 9 w 31"/>
                <a:gd name="T33" fmla="*/ 20 h 77"/>
                <a:gd name="T34" fmla="*/ 9 w 31"/>
                <a:gd name="T35" fmla="*/ 23 h 77"/>
                <a:gd name="T36" fmla="*/ 9 w 31"/>
                <a:gd name="T37" fmla="*/ 35 h 77"/>
                <a:gd name="T38" fmla="*/ 9 w 31"/>
                <a:gd name="T39" fmla="*/ 48 h 77"/>
                <a:gd name="T40" fmla="*/ 9 w 31"/>
                <a:gd name="T41" fmla="*/ 59 h 77"/>
                <a:gd name="T42" fmla="*/ 16 w 31"/>
                <a:gd name="T43" fmla="*/ 7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77">
                  <a:moveTo>
                    <a:pt x="17" y="0"/>
                  </a:moveTo>
                  <a:cubicBezTo>
                    <a:pt x="22" y="0"/>
                    <a:pt x="26" y="2"/>
                    <a:pt x="28" y="5"/>
                  </a:cubicBezTo>
                  <a:cubicBezTo>
                    <a:pt x="30" y="8"/>
                    <a:pt x="31" y="12"/>
                    <a:pt x="31" y="18"/>
                  </a:cubicBezTo>
                  <a:cubicBezTo>
                    <a:pt x="31" y="63"/>
                    <a:pt x="31" y="63"/>
                    <a:pt x="31" y="63"/>
                  </a:cubicBezTo>
                  <a:cubicBezTo>
                    <a:pt x="31" y="67"/>
                    <a:pt x="30" y="71"/>
                    <a:pt x="27" y="74"/>
                  </a:cubicBezTo>
                  <a:cubicBezTo>
                    <a:pt x="24" y="76"/>
                    <a:pt x="21" y="77"/>
                    <a:pt x="16" y="77"/>
                  </a:cubicBezTo>
                  <a:cubicBezTo>
                    <a:pt x="9" y="77"/>
                    <a:pt x="5" y="76"/>
                    <a:pt x="2" y="72"/>
                  </a:cubicBezTo>
                  <a:cubicBezTo>
                    <a:pt x="1" y="69"/>
                    <a:pt x="0" y="64"/>
                    <a:pt x="0" y="57"/>
                  </a:cubicBezTo>
                  <a:cubicBezTo>
                    <a:pt x="0" y="21"/>
                    <a:pt x="0" y="21"/>
                    <a:pt x="0" y="21"/>
                  </a:cubicBezTo>
                  <a:cubicBezTo>
                    <a:pt x="0" y="14"/>
                    <a:pt x="1" y="8"/>
                    <a:pt x="3" y="6"/>
                  </a:cubicBezTo>
                  <a:cubicBezTo>
                    <a:pt x="5" y="2"/>
                    <a:pt x="10" y="0"/>
                    <a:pt x="17" y="0"/>
                  </a:cubicBezTo>
                  <a:close/>
                  <a:moveTo>
                    <a:pt x="16" y="70"/>
                  </a:moveTo>
                  <a:cubicBezTo>
                    <a:pt x="20" y="70"/>
                    <a:pt x="22" y="66"/>
                    <a:pt x="22" y="59"/>
                  </a:cubicBezTo>
                  <a:cubicBezTo>
                    <a:pt x="22" y="17"/>
                    <a:pt x="22" y="17"/>
                    <a:pt x="22" y="17"/>
                  </a:cubicBezTo>
                  <a:cubicBezTo>
                    <a:pt x="22" y="10"/>
                    <a:pt x="20" y="7"/>
                    <a:pt x="16" y="7"/>
                  </a:cubicBezTo>
                  <a:cubicBezTo>
                    <a:pt x="11" y="7"/>
                    <a:pt x="9" y="11"/>
                    <a:pt x="9" y="17"/>
                  </a:cubicBezTo>
                  <a:cubicBezTo>
                    <a:pt x="9" y="20"/>
                    <a:pt x="9" y="20"/>
                    <a:pt x="9" y="20"/>
                  </a:cubicBezTo>
                  <a:cubicBezTo>
                    <a:pt x="9" y="23"/>
                    <a:pt x="9" y="23"/>
                    <a:pt x="9" y="23"/>
                  </a:cubicBezTo>
                  <a:cubicBezTo>
                    <a:pt x="9" y="35"/>
                    <a:pt x="9" y="35"/>
                    <a:pt x="9" y="35"/>
                  </a:cubicBezTo>
                  <a:cubicBezTo>
                    <a:pt x="9" y="48"/>
                    <a:pt x="9" y="48"/>
                    <a:pt x="9" y="48"/>
                  </a:cubicBezTo>
                  <a:cubicBezTo>
                    <a:pt x="9" y="59"/>
                    <a:pt x="9" y="59"/>
                    <a:pt x="9" y="59"/>
                  </a:cubicBezTo>
                  <a:cubicBezTo>
                    <a:pt x="9" y="66"/>
                    <a:pt x="11" y="70"/>
                    <a:pt x="16" y="70"/>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0" name="Freeform 57"/>
            <p:cNvSpPr>
              <a:spLocks/>
            </p:cNvSpPr>
            <p:nvPr/>
          </p:nvSpPr>
          <p:spPr bwMode="auto">
            <a:xfrm>
              <a:off x="12584001" y="863694"/>
              <a:ext cx="113749" cy="478803"/>
            </a:xfrm>
            <a:custGeom>
              <a:avLst/>
              <a:gdLst>
                <a:gd name="T0" fmla="*/ 0 w 18"/>
                <a:gd name="T1" fmla="*/ 11 h 76"/>
                <a:gd name="T2" fmla="*/ 11 w 18"/>
                <a:gd name="T3" fmla="*/ 0 h 76"/>
                <a:gd name="T4" fmla="*/ 18 w 18"/>
                <a:gd name="T5" fmla="*/ 0 h 76"/>
                <a:gd name="T6" fmla="*/ 18 w 18"/>
                <a:gd name="T7" fmla="*/ 76 h 76"/>
                <a:gd name="T8" fmla="*/ 8 w 18"/>
                <a:gd name="T9" fmla="*/ 76 h 76"/>
                <a:gd name="T10" fmla="*/ 8 w 18"/>
                <a:gd name="T11" fmla="*/ 19 h 76"/>
                <a:gd name="T12" fmla="*/ 0 w 18"/>
                <a:gd name="T13" fmla="*/ 19 h 76"/>
                <a:gd name="T14" fmla="*/ 0 w 18"/>
                <a:gd name="T15" fmla="*/ 11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76">
                  <a:moveTo>
                    <a:pt x="0" y="11"/>
                  </a:moveTo>
                  <a:cubicBezTo>
                    <a:pt x="7" y="10"/>
                    <a:pt x="10" y="7"/>
                    <a:pt x="11" y="0"/>
                  </a:cubicBezTo>
                  <a:cubicBezTo>
                    <a:pt x="18" y="0"/>
                    <a:pt x="18" y="0"/>
                    <a:pt x="18" y="0"/>
                  </a:cubicBezTo>
                  <a:cubicBezTo>
                    <a:pt x="18" y="76"/>
                    <a:pt x="18" y="76"/>
                    <a:pt x="18" y="76"/>
                  </a:cubicBezTo>
                  <a:cubicBezTo>
                    <a:pt x="8" y="76"/>
                    <a:pt x="8" y="76"/>
                    <a:pt x="8" y="76"/>
                  </a:cubicBezTo>
                  <a:cubicBezTo>
                    <a:pt x="8" y="19"/>
                    <a:pt x="8" y="19"/>
                    <a:pt x="8" y="19"/>
                  </a:cubicBezTo>
                  <a:cubicBezTo>
                    <a:pt x="0" y="19"/>
                    <a:pt x="0" y="19"/>
                    <a:pt x="0" y="19"/>
                  </a:cubicBezTo>
                  <a:lnTo>
                    <a:pt x="0" y="11"/>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91" name="组合 61"/>
          <p:cNvGrpSpPr/>
          <p:nvPr/>
        </p:nvGrpSpPr>
        <p:grpSpPr>
          <a:xfrm>
            <a:off x="4775091" y="4575618"/>
            <a:ext cx="678076" cy="610690"/>
            <a:chOff x="952501" y="6013451"/>
            <a:chExt cx="511175" cy="460375"/>
          </a:xfrm>
        </p:grpSpPr>
        <p:sp>
          <p:nvSpPr>
            <p:cNvPr id="92" name="Freeform 58"/>
            <p:cNvSpPr>
              <a:spLocks/>
            </p:cNvSpPr>
            <p:nvPr/>
          </p:nvSpPr>
          <p:spPr bwMode="auto">
            <a:xfrm>
              <a:off x="971551" y="6021388"/>
              <a:ext cx="492125" cy="452438"/>
            </a:xfrm>
            <a:custGeom>
              <a:avLst/>
              <a:gdLst>
                <a:gd name="T0" fmla="*/ 137 w 310"/>
                <a:gd name="T1" fmla="*/ 285 h 285"/>
                <a:gd name="T2" fmla="*/ 0 w 310"/>
                <a:gd name="T3" fmla="*/ 171 h 285"/>
                <a:gd name="T4" fmla="*/ 2 w 310"/>
                <a:gd name="T5" fmla="*/ 12 h 285"/>
                <a:gd name="T6" fmla="*/ 54 w 310"/>
                <a:gd name="T7" fmla="*/ 7 h 285"/>
                <a:gd name="T8" fmla="*/ 87 w 310"/>
                <a:gd name="T9" fmla="*/ 40 h 285"/>
                <a:gd name="T10" fmla="*/ 97 w 310"/>
                <a:gd name="T11" fmla="*/ 7 h 285"/>
                <a:gd name="T12" fmla="*/ 137 w 310"/>
                <a:gd name="T13" fmla="*/ 0 h 285"/>
                <a:gd name="T14" fmla="*/ 310 w 310"/>
                <a:gd name="T15" fmla="*/ 150 h 285"/>
                <a:gd name="T16" fmla="*/ 137 w 310"/>
                <a:gd name="T17" fmla="*/ 285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0" h="285">
                  <a:moveTo>
                    <a:pt x="137" y="285"/>
                  </a:moveTo>
                  <a:lnTo>
                    <a:pt x="0" y="171"/>
                  </a:lnTo>
                  <a:lnTo>
                    <a:pt x="2" y="12"/>
                  </a:lnTo>
                  <a:lnTo>
                    <a:pt x="54" y="7"/>
                  </a:lnTo>
                  <a:lnTo>
                    <a:pt x="87" y="40"/>
                  </a:lnTo>
                  <a:lnTo>
                    <a:pt x="97" y="7"/>
                  </a:lnTo>
                  <a:lnTo>
                    <a:pt x="137" y="0"/>
                  </a:lnTo>
                  <a:lnTo>
                    <a:pt x="310" y="150"/>
                  </a:lnTo>
                  <a:lnTo>
                    <a:pt x="137" y="285"/>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3" name="Freeform 59"/>
            <p:cNvSpPr>
              <a:spLocks noEditPoints="1"/>
            </p:cNvSpPr>
            <p:nvPr/>
          </p:nvSpPr>
          <p:spPr bwMode="auto">
            <a:xfrm>
              <a:off x="952501" y="6013451"/>
              <a:ext cx="115888" cy="290513"/>
            </a:xfrm>
            <a:custGeom>
              <a:avLst/>
              <a:gdLst>
                <a:gd name="T0" fmla="*/ 17 w 31"/>
                <a:gd name="T1" fmla="*/ 0 h 77"/>
                <a:gd name="T2" fmla="*/ 28 w 31"/>
                <a:gd name="T3" fmla="*/ 5 h 77"/>
                <a:gd name="T4" fmla="*/ 31 w 31"/>
                <a:gd name="T5" fmla="*/ 18 h 77"/>
                <a:gd name="T6" fmla="*/ 31 w 31"/>
                <a:gd name="T7" fmla="*/ 62 h 77"/>
                <a:gd name="T8" fmla="*/ 27 w 31"/>
                <a:gd name="T9" fmla="*/ 73 h 77"/>
                <a:gd name="T10" fmla="*/ 16 w 31"/>
                <a:gd name="T11" fmla="*/ 77 h 77"/>
                <a:gd name="T12" fmla="*/ 3 w 31"/>
                <a:gd name="T13" fmla="*/ 71 h 77"/>
                <a:gd name="T14" fmla="*/ 0 w 31"/>
                <a:gd name="T15" fmla="*/ 56 h 77"/>
                <a:gd name="T16" fmla="*/ 0 w 31"/>
                <a:gd name="T17" fmla="*/ 21 h 77"/>
                <a:gd name="T18" fmla="*/ 3 w 31"/>
                <a:gd name="T19" fmla="*/ 5 h 77"/>
                <a:gd name="T20" fmla="*/ 17 w 31"/>
                <a:gd name="T21" fmla="*/ 0 h 77"/>
                <a:gd name="T22" fmla="*/ 16 w 31"/>
                <a:gd name="T23" fmla="*/ 70 h 77"/>
                <a:gd name="T24" fmla="*/ 22 w 31"/>
                <a:gd name="T25" fmla="*/ 59 h 77"/>
                <a:gd name="T26" fmla="*/ 22 w 31"/>
                <a:gd name="T27" fmla="*/ 17 h 77"/>
                <a:gd name="T28" fmla="*/ 16 w 31"/>
                <a:gd name="T29" fmla="*/ 7 h 77"/>
                <a:gd name="T30" fmla="*/ 9 w 31"/>
                <a:gd name="T31" fmla="*/ 17 h 77"/>
                <a:gd name="T32" fmla="*/ 9 w 31"/>
                <a:gd name="T33" fmla="*/ 20 h 77"/>
                <a:gd name="T34" fmla="*/ 9 w 31"/>
                <a:gd name="T35" fmla="*/ 23 h 77"/>
                <a:gd name="T36" fmla="*/ 9 w 31"/>
                <a:gd name="T37" fmla="*/ 35 h 77"/>
                <a:gd name="T38" fmla="*/ 9 w 31"/>
                <a:gd name="T39" fmla="*/ 48 h 77"/>
                <a:gd name="T40" fmla="*/ 9 w 31"/>
                <a:gd name="T41" fmla="*/ 59 h 77"/>
                <a:gd name="T42" fmla="*/ 16 w 31"/>
                <a:gd name="T43" fmla="*/ 7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77">
                  <a:moveTo>
                    <a:pt x="17" y="0"/>
                  </a:moveTo>
                  <a:cubicBezTo>
                    <a:pt x="22" y="0"/>
                    <a:pt x="26" y="1"/>
                    <a:pt x="28" y="5"/>
                  </a:cubicBezTo>
                  <a:cubicBezTo>
                    <a:pt x="30" y="8"/>
                    <a:pt x="31" y="12"/>
                    <a:pt x="31" y="18"/>
                  </a:cubicBezTo>
                  <a:cubicBezTo>
                    <a:pt x="31" y="62"/>
                    <a:pt x="31" y="62"/>
                    <a:pt x="31" y="62"/>
                  </a:cubicBezTo>
                  <a:cubicBezTo>
                    <a:pt x="31" y="67"/>
                    <a:pt x="30" y="71"/>
                    <a:pt x="27" y="73"/>
                  </a:cubicBezTo>
                  <a:cubicBezTo>
                    <a:pt x="25" y="76"/>
                    <a:pt x="21" y="77"/>
                    <a:pt x="16" y="77"/>
                  </a:cubicBezTo>
                  <a:cubicBezTo>
                    <a:pt x="9" y="77"/>
                    <a:pt x="5" y="75"/>
                    <a:pt x="3" y="71"/>
                  </a:cubicBezTo>
                  <a:cubicBezTo>
                    <a:pt x="1" y="69"/>
                    <a:pt x="0" y="64"/>
                    <a:pt x="0" y="56"/>
                  </a:cubicBezTo>
                  <a:cubicBezTo>
                    <a:pt x="0" y="21"/>
                    <a:pt x="0" y="21"/>
                    <a:pt x="0" y="21"/>
                  </a:cubicBezTo>
                  <a:cubicBezTo>
                    <a:pt x="0" y="13"/>
                    <a:pt x="1" y="8"/>
                    <a:pt x="3" y="5"/>
                  </a:cubicBezTo>
                  <a:cubicBezTo>
                    <a:pt x="5" y="2"/>
                    <a:pt x="10" y="0"/>
                    <a:pt x="17" y="0"/>
                  </a:cubicBezTo>
                  <a:close/>
                  <a:moveTo>
                    <a:pt x="16" y="70"/>
                  </a:moveTo>
                  <a:cubicBezTo>
                    <a:pt x="20" y="70"/>
                    <a:pt x="22" y="66"/>
                    <a:pt x="22" y="59"/>
                  </a:cubicBezTo>
                  <a:cubicBezTo>
                    <a:pt x="22" y="17"/>
                    <a:pt x="22" y="17"/>
                    <a:pt x="22" y="17"/>
                  </a:cubicBezTo>
                  <a:cubicBezTo>
                    <a:pt x="22" y="10"/>
                    <a:pt x="20" y="7"/>
                    <a:pt x="16" y="7"/>
                  </a:cubicBezTo>
                  <a:cubicBezTo>
                    <a:pt x="11" y="7"/>
                    <a:pt x="9" y="10"/>
                    <a:pt x="9" y="17"/>
                  </a:cubicBezTo>
                  <a:cubicBezTo>
                    <a:pt x="9" y="20"/>
                    <a:pt x="9" y="20"/>
                    <a:pt x="9" y="20"/>
                  </a:cubicBezTo>
                  <a:cubicBezTo>
                    <a:pt x="9" y="23"/>
                    <a:pt x="9" y="23"/>
                    <a:pt x="9" y="23"/>
                  </a:cubicBezTo>
                  <a:cubicBezTo>
                    <a:pt x="9" y="35"/>
                    <a:pt x="9" y="35"/>
                    <a:pt x="9" y="35"/>
                  </a:cubicBezTo>
                  <a:cubicBezTo>
                    <a:pt x="9" y="48"/>
                    <a:pt x="9" y="48"/>
                    <a:pt x="9" y="48"/>
                  </a:cubicBezTo>
                  <a:cubicBezTo>
                    <a:pt x="9" y="59"/>
                    <a:pt x="9" y="59"/>
                    <a:pt x="9" y="59"/>
                  </a:cubicBezTo>
                  <a:cubicBezTo>
                    <a:pt x="9" y="66"/>
                    <a:pt x="11" y="70"/>
                    <a:pt x="16" y="70"/>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4" name="Freeform 60"/>
            <p:cNvSpPr>
              <a:spLocks/>
            </p:cNvSpPr>
            <p:nvPr/>
          </p:nvSpPr>
          <p:spPr bwMode="auto">
            <a:xfrm>
              <a:off x="1090613" y="6013451"/>
              <a:ext cx="117475" cy="290513"/>
            </a:xfrm>
            <a:custGeom>
              <a:avLst/>
              <a:gdLst>
                <a:gd name="T0" fmla="*/ 0 w 31"/>
                <a:gd name="T1" fmla="*/ 16 h 77"/>
                <a:gd name="T2" fmla="*/ 4 w 31"/>
                <a:gd name="T3" fmla="*/ 4 h 77"/>
                <a:gd name="T4" fmla="*/ 16 w 31"/>
                <a:gd name="T5" fmla="*/ 0 h 77"/>
                <a:gd name="T6" fmla="*/ 29 w 31"/>
                <a:gd name="T7" fmla="*/ 6 h 77"/>
                <a:gd name="T8" fmla="*/ 31 w 31"/>
                <a:gd name="T9" fmla="*/ 22 h 77"/>
                <a:gd name="T10" fmla="*/ 30 w 31"/>
                <a:gd name="T11" fmla="*/ 30 h 77"/>
                <a:gd name="T12" fmla="*/ 27 w 31"/>
                <a:gd name="T13" fmla="*/ 38 h 77"/>
                <a:gd name="T14" fmla="*/ 18 w 31"/>
                <a:gd name="T15" fmla="*/ 52 h 77"/>
                <a:gd name="T16" fmla="*/ 11 w 31"/>
                <a:gd name="T17" fmla="*/ 68 h 77"/>
                <a:gd name="T18" fmla="*/ 31 w 31"/>
                <a:gd name="T19" fmla="*/ 68 h 77"/>
                <a:gd name="T20" fmla="*/ 31 w 31"/>
                <a:gd name="T21" fmla="*/ 76 h 77"/>
                <a:gd name="T22" fmla="*/ 8 w 31"/>
                <a:gd name="T23" fmla="*/ 77 h 77"/>
                <a:gd name="T24" fmla="*/ 0 w 31"/>
                <a:gd name="T25" fmla="*/ 76 h 77"/>
                <a:gd name="T26" fmla="*/ 0 w 31"/>
                <a:gd name="T27" fmla="*/ 76 h 77"/>
                <a:gd name="T28" fmla="*/ 5 w 31"/>
                <a:gd name="T29" fmla="*/ 55 h 77"/>
                <a:gd name="T30" fmla="*/ 17 w 31"/>
                <a:gd name="T31" fmla="*/ 37 h 77"/>
                <a:gd name="T32" fmla="*/ 21 w 31"/>
                <a:gd name="T33" fmla="*/ 20 h 77"/>
                <a:gd name="T34" fmla="*/ 21 w 31"/>
                <a:gd name="T35" fmla="*/ 19 h 77"/>
                <a:gd name="T36" fmla="*/ 21 w 31"/>
                <a:gd name="T37" fmla="*/ 17 h 77"/>
                <a:gd name="T38" fmla="*/ 21 w 31"/>
                <a:gd name="T39" fmla="*/ 12 h 77"/>
                <a:gd name="T40" fmla="*/ 15 w 31"/>
                <a:gd name="T41" fmla="*/ 7 h 77"/>
                <a:gd name="T42" fmla="*/ 10 w 31"/>
                <a:gd name="T43" fmla="*/ 16 h 77"/>
                <a:gd name="T44" fmla="*/ 10 w 31"/>
                <a:gd name="T45" fmla="*/ 19 h 77"/>
                <a:gd name="T46" fmla="*/ 10 w 31"/>
                <a:gd name="T47" fmla="*/ 21 h 77"/>
                <a:gd name="T48" fmla="*/ 10 w 31"/>
                <a:gd name="T49" fmla="*/ 23 h 77"/>
                <a:gd name="T50" fmla="*/ 10 w 31"/>
                <a:gd name="T51" fmla="*/ 26 h 77"/>
                <a:gd name="T52" fmla="*/ 0 w 31"/>
                <a:gd name="T53" fmla="*/ 26 h 77"/>
                <a:gd name="T54" fmla="*/ 0 w 31"/>
                <a:gd name="T55" fmla="*/ 1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1" h="77">
                  <a:moveTo>
                    <a:pt x="0" y="16"/>
                  </a:moveTo>
                  <a:cubicBezTo>
                    <a:pt x="0" y="10"/>
                    <a:pt x="2" y="6"/>
                    <a:pt x="4" y="4"/>
                  </a:cubicBezTo>
                  <a:cubicBezTo>
                    <a:pt x="6" y="1"/>
                    <a:pt x="10" y="0"/>
                    <a:pt x="16" y="0"/>
                  </a:cubicBezTo>
                  <a:cubicBezTo>
                    <a:pt x="23" y="0"/>
                    <a:pt x="27" y="2"/>
                    <a:pt x="29" y="6"/>
                  </a:cubicBezTo>
                  <a:cubicBezTo>
                    <a:pt x="30" y="9"/>
                    <a:pt x="31" y="14"/>
                    <a:pt x="31" y="22"/>
                  </a:cubicBezTo>
                  <a:cubicBezTo>
                    <a:pt x="31" y="25"/>
                    <a:pt x="31" y="28"/>
                    <a:pt x="30" y="30"/>
                  </a:cubicBezTo>
                  <a:cubicBezTo>
                    <a:pt x="30" y="32"/>
                    <a:pt x="29" y="35"/>
                    <a:pt x="27" y="38"/>
                  </a:cubicBezTo>
                  <a:cubicBezTo>
                    <a:pt x="18" y="52"/>
                    <a:pt x="18" y="52"/>
                    <a:pt x="18" y="52"/>
                  </a:cubicBezTo>
                  <a:cubicBezTo>
                    <a:pt x="14" y="58"/>
                    <a:pt x="12" y="63"/>
                    <a:pt x="11" y="68"/>
                  </a:cubicBezTo>
                  <a:cubicBezTo>
                    <a:pt x="31" y="68"/>
                    <a:pt x="31" y="68"/>
                    <a:pt x="31" y="68"/>
                  </a:cubicBezTo>
                  <a:cubicBezTo>
                    <a:pt x="31" y="76"/>
                    <a:pt x="31" y="76"/>
                    <a:pt x="31" y="76"/>
                  </a:cubicBezTo>
                  <a:cubicBezTo>
                    <a:pt x="8" y="77"/>
                    <a:pt x="8" y="77"/>
                    <a:pt x="8" y="77"/>
                  </a:cubicBezTo>
                  <a:cubicBezTo>
                    <a:pt x="0" y="76"/>
                    <a:pt x="0" y="76"/>
                    <a:pt x="0" y="76"/>
                  </a:cubicBezTo>
                  <a:cubicBezTo>
                    <a:pt x="0" y="76"/>
                    <a:pt x="0" y="76"/>
                    <a:pt x="0" y="76"/>
                  </a:cubicBezTo>
                  <a:cubicBezTo>
                    <a:pt x="0" y="68"/>
                    <a:pt x="2" y="61"/>
                    <a:pt x="5" y="55"/>
                  </a:cubicBezTo>
                  <a:cubicBezTo>
                    <a:pt x="7" y="51"/>
                    <a:pt x="11" y="45"/>
                    <a:pt x="17" y="37"/>
                  </a:cubicBezTo>
                  <a:cubicBezTo>
                    <a:pt x="20" y="32"/>
                    <a:pt x="21" y="27"/>
                    <a:pt x="21" y="20"/>
                  </a:cubicBezTo>
                  <a:cubicBezTo>
                    <a:pt x="21" y="19"/>
                    <a:pt x="21" y="19"/>
                    <a:pt x="21" y="19"/>
                  </a:cubicBezTo>
                  <a:cubicBezTo>
                    <a:pt x="21" y="17"/>
                    <a:pt x="21" y="17"/>
                    <a:pt x="21" y="17"/>
                  </a:cubicBezTo>
                  <a:cubicBezTo>
                    <a:pt x="21" y="15"/>
                    <a:pt x="21" y="13"/>
                    <a:pt x="21" y="12"/>
                  </a:cubicBezTo>
                  <a:cubicBezTo>
                    <a:pt x="20" y="9"/>
                    <a:pt x="18" y="7"/>
                    <a:pt x="15" y="7"/>
                  </a:cubicBezTo>
                  <a:cubicBezTo>
                    <a:pt x="11" y="7"/>
                    <a:pt x="10" y="10"/>
                    <a:pt x="10" y="16"/>
                  </a:cubicBezTo>
                  <a:cubicBezTo>
                    <a:pt x="10" y="19"/>
                    <a:pt x="10" y="19"/>
                    <a:pt x="10" y="19"/>
                  </a:cubicBezTo>
                  <a:cubicBezTo>
                    <a:pt x="10" y="21"/>
                    <a:pt x="10" y="21"/>
                    <a:pt x="10" y="21"/>
                  </a:cubicBezTo>
                  <a:cubicBezTo>
                    <a:pt x="10" y="23"/>
                    <a:pt x="10" y="23"/>
                    <a:pt x="10" y="23"/>
                  </a:cubicBezTo>
                  <a:cubicBezTo>
                    <a:pt x="10" y="26"/>
                    <a:pt x="10" y="26"/>
                    <a:pt x="10" y="26"/>
                  </a:cubicBezTo>
                  <a:cubicBezTo>
                    <a:pt x="0" y="26"/>
                    <a:pt x="0" y="26"/>
                    <a:pt x="0" y="26"/>
                  </a:cubicBezTo>
                  <a:lnTo>
                    <a:pt x="0" y="16"/>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95" name="组合 65"/>
          <p:cNvGrpSpPr/>
          <p:nvPr/>
        </p:nvGrpSpPr>
        <p:grpSpPr>
          <a:xfrm>
            <a:off x="7103535" y="3862015"/>
            <a:ext cx="678076" cy="610690"/>
            <a:chOff x="5405438" y="6815138"/>
            <a:chExt cx="511175" cy="460375"/>
          </a:xfrm>
        </p:grpSpPr>
        <p:sp>
          <p:nvSpPr>
            <p:cNvPr id="96" name="Freeform 61"/>
            <p:cNvSpPr>
              <a:spLocks/>
            </p:cNvSpPr>
            <p:nvPr/>
          </p:nvSpPr>
          <p:spPr bwMode="auto">
            <a:xfrm>
              <a:off x="5424488" y="6821488"/>
              <a:ext cx="492125" cy="454025"/>
            </a:xfrm>
            <a:custGeom>
              <a:avLst/>
              <a:gdLst>
                <a:gd name="T0" fmla="*/ 140 w 310"/>
                <a:gd name="T1" fmla="*/ 286 h 286"/>
                <a:gd name="T2" fmla="*/ 0 w 310"/>
                <a:gd name="T3" fmla="*/ 172 h 286"/>
                <a:gd name="T4" fmla="*/ 2 w 310"/>
                <a:gd name="T5" fmla="*/ 12 h 286"/>
                <a:gd name="T6" fmla="*/ 57 w 310"/>
                <a:gd name="T7" fmla="*/ 7 h 286"/>
                <a:gd name="T8" fmla="*/ 88 w 310"/>
                <a:gd name="T9" fmla="*/ 41 h 286"/>
                <a:gd name="T10" fmla="*/ 97 w 310"/>
                <a:gd name="T11" fmla="*/ 7 h 286"/>
                <a:gd name="T12" fmla="*/ 135 w 310"/>
                <a:gd name="T13" fmla="*/ 0 h 286"/>
                <a:gd name="T14" fmla="*/ 310 w 310"/>
                <a:gd name="T15" fmla="*/ 150 h 286"/>
                <a:gd name="T16" fmla="*/ 140 w 310"/>
                <a:gd name="T17" fmla="*/ 286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0" h="286">
                  <a:moveTo>
                    <a:pt x="140" y="286"/>
                  </a:moveTo>
                  <a:lnTo>
                    <a:pt x="0" y="172"/>
                  </a:lnTo>
                  <a:lnTo>
                    <a:pt x="2" y="12"/>
                  </a:lnTo>
                  <a:lnTo>
                    <a:pt x="57" y="7"/>
                  </a:lnTo>
                  <a:lnTo>
                    <a:pt x="88" y="41"/>
                  </a:lnTo>
                  <a:lnTo>
                    <a:pt x="97" y="7"/>
                  </a:lnTo>
                  <a:lnTo>
                    <a:pt x="135" y="0"/>
                  </a:lnTo>
                  <a:lnTo>
                    <a:pt x="310" y="150"/>
                  </a:lnTo>
                  <a:lnTo>
                    <a:pt x="140" y="286"/>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7" name="Freeform 62"/>
            <p:cNvSpPr>
              <a:spLocks noEditPoints="1"/>
            </p:cNvSpPr>
            <p:nvPr/>
          </p:nvSpPr>
          <p:spPr bwMode="auto">
            <a:xfrm>
              <a:off x="5405438" y="6815138"/>
              <a:ext cx="117475" cy="290513"/>
            </a:xfrm>
            <a:custGeom>
              <a:avLst/>
              <a:gdLst>
                <a:gd name="T0" fmla="*/ 17 w 31"/>
                <a:gd name="T1" fmla="*/ 0 h 77"/>
                <a:gd name="T2" fmla="*/ 29 w 31"/>
                <a:gd name="T3" fmla="*/ 5 h 77"/>
                <a:gd name="T4" fmla="*/ 31 w 31"/>
                <a:gd name="T5" fmla="*/ 18 h 77"/>
                <a:gd name="T6" fmla="*/ 31 w 31"/>
                <a:gd name="T7" fmla="*/ 62 h 77"/>
                <a:gd name="T8" fmla="*/ 27 w 31"/>
                <a:gd name="T9" fmla="*/ 73 h 77"/>
                <a:gd name="T10" fmla="*/ 16 w 31"/>
                <a:gd name="T11" fmla="*/ 77 h 77"/>
                <a:gd name="T12" fmla="*/ 3 w 31"/>
                <a:gd name="T13" fmla="*/ 72 h 77"/>
                <a:gd name="T14" fmla="*/ 0 w 31"/>
                <a:gd name="T15" fmla="*/ 56 h 77"/>
                <a:gd name="T16" fmla="*/ 0 w 31"/>
                <a:gd name="T17" fmla="*/ 21 h 77"/>
                <a:gd name="T18" fmla="*/ 3 w 31"/>
                <a:gd name="T19" fmla="*/ 5 h 77"/>
                <a:gd name="T20" fmla="*/ 17 w 31"/>
                <a:gd name="T21" fmla="*/ 0 h 77"/>
                <a:gd name="T22" fmla="*/ 16 w 31"/>
                <a:gd name="T23" fmla="*/ 70 h 77"/>
                <a:gd name="T24" fmla="*/ 23 w 31"/>
                <a:gd name="T25" fmla="*/ 59 h 77"/>
                <a:gd name="T26" fmla="*/ 23 w 31"/>
                <a:gd name="T27" fmla="*/ 17 h 77"/>
                <a:gd name="T28" fmla="*/ 16 w 31"/>
                <a:gd name="T29" fmla="*/ 7 h 77"/>
                <a:gd name="T30" fmla="*/ 9 w 31"/>
                <a:gd name="T31" fmla="*/ 17 h 77"/>
                <a:gd name="T32" fmla="*/ 9 w 31"/>
                <a:gd name="T33" fmla="*/ 20 h 77"/>
                <a:gd name="T34" fmla="*/ 9 w 31"/>
                <a:gd name="T35" fmla="*/ 23 h 77"/>
                <a:gd name="T36" fmla="*/ 9 w 31"/>
                <a:gd name="T37" fmla="*/ 35 h 77"/>
                <a:gd name="T38" fmla="*/ 9 w 31"/>
                <a:gd name="T39" fmla="*/ 48 h 77"/>
                <a:gd name="T40" fmla="*/ 9 w 31"/>
                <a:gd name="T41" fmla="*/ 59 h 77"/>
                <a:gd name="T42" fmla="*/ 16 w 31"/>
                <a:gd name="T43" fmla="*/ 7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77">
                  <a:moveTo>
                    <a:pt x="17" y="0"/>
                  </a:moveTo>
                  <a:cubicBezTo>
                    <a:pt x="22" y="0"/>
                    <a:pt x="26" y="2"/>
                    <a:pt x="29" y="5"/>
                  </a:cubicBezTo>
                  <a:cubicBezTo>
                    <a:pt x="30" y="8"/>
                    <a:pt x="31" y="12"/>
                    <a:pt x="31" y="18"/>
                  </a:cubicBezTo>
                  <a:cubicBezTo>
                    <a:pt x="31" y="62"/>
                    <a:pt x="31" y="62"/>
                    <a:pt x="31" y="62"/>
                  </a:cubicBezTo>
                  <a:cubicBezTo>
                    <a:pt x="31" y="67"/>
                    <a:pt x="30" y="71"/>
                    <a:pt x="27" y="73"/>
                  </a:cubicBezTo>
                  <a:cubicBezTo>
                    <a:pt x="25" y="76"/>
                    <a:pt x="21" y="77"/>
                    <a:pt x="16" y="77"/>
                  </a:cubicBezTo>
                  <a:cubicBezTo>
                    <a:pt x="10" y="77"/>
                    <a:pt x="5" y="75"/>
                    <a:pt x="3" y="72"/>
                  </a:cubicBezTo>
                  <a:cubicBezTo>
                    <a:pt x="1" y="69"/>
                    <a:pt x="0" y="64"/>
                    <a:pt x="0" y="56"/>
                  </a:cubicBezTo>
                  <a:cubicBezTo>
                    <a:pt x="0" y="21"/>
                    <a:pt x="0" y="21"/>
                    <a:pt x="0" y="21"/>
                  </a:cubicBezTo>
                  <a:cubicBezTo>
                    <a:pt x="0" y="14"/>
                    <a:pt x="1" y="8"/>
                    <a:pt x="3" y="5"/>
                  </a:cubicBezTo>
                  <a:cubicBezTo>
                    <a:pt x="5" y="2"/>
                    <a:pt x="10" y="0"/>
                    <a:pt x="17" y="0"/>
                  </a:cubicBezTo>
                  <a:close/>
                  <a:moveTo>
                    <a:pt x="16" y="70"/>
                  </a:moveTo>
                  <a:cubicBezTo>
                    <a:pt x="20" y="70"/>
                    <a:pt x="23" y="66"/>
                    <a:pt x="23" y="59"/>
                  </a:cubicBezTo>
                  <a:cubicBezTo>
                    <a:pt x="23" y="17"/>
                    <a:pt x="23" y="17"/>
                    <a:pt x="23" y="17"/>
                  </a:cubicBezTo>
                  <a:cubicBezTo>
                    <a:pt x="23" y="10"/>
                    <a:pt x="20" y="7"/>
                    <a:pt x="16" y="7"/>
                  </a:cubicBezTo>
                  <a:cubicBezTo>
                    <a:pt x="12" y="7"/>
                    <a:pt x="9" y="10"/>
                    <a:pt x="9" y="17"/>
                  </a:cubicBezTo>
                  <a:cubicBezTo>
                    <a:pt x="9" y="20"/>
                    <a:pt x="9" y="20"/>
                    <a:pt x="9" y="20"/>
                  </a:cubicBezTo>
                  <a:cubicBezTo>
                    <a:pt x="9" y="23"/>
                    <a:pt x="9" y="23"/>
                    <a:pt x="9" y="23"/>
                  </a:cubicBezTo>
                  <a:cubicBezTo>
                    <a:pt x="9" y="35"/>
                    <a:pt x="9" y="35"/>
                    <a:pt x="9" y="35"/>
                  </a:cubicBezTo>
                  <a:cubicBezTo>
                    <a:pt x="9" y="48"/>
                    <a:pt x="9" y="48"/>
                    <a:pt x="9" y="48"/>
                  </a:cubicBezTo>
                  <a:cubicBezTo>
                    <a:pt x="9" y="59"/>
                    <a:pt x="9" y="59"/>
                    <a:pt x="9" y="59"/>
                  </a:cubicBezTo>
                  <a:cubicBezTo>
                    <a:pt x="9" y="66"/>
                    <a:pt x="12" y="70"/>
                    <a:pt x="16" y="70"/>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8" name="Freeform 63"/>
            <p:cNvSpPr>
              <a:spLocks/>
            </p:cNvSpPr>
            <p:nvPr/>
          </p:nvSpPr>
          <p:spPr bwMode="auto">
            <a:xfrm>
              <a:off x="5545138" y="6815138"/>
              <a:ext cx="112713" cy="290513"/>
            </a:xfrm>
            <a:custGeom>
              <a:avLst/>
              <a:gdLst>
                <a:gd name="T0" fmla="*/ 9 w 30"/>
                <a:gd name="T1" fmla="*/ 54 h 77"/>
                <a:gd name="T2" fmla="*/ 9 w 30"/>
                <a:gd name="T3" fmla="*/ 62 h 77"/>
                <a:gd name="T4" fmla="*/ 10 w 30"/>
                <a:gd name="T5" fmla="*/ 68 h 77"/>
                <a:gd name="T6" fmla="*/ 16 w 30"/>
                <a:gd name="T7" fmla="*/ 70 h 77"/>
                <a:gd name="T8" fmla="*/ 21 w 30"/>
                <a:gd name="T9" fmla="*/ 65 h 77"/>
                <a:gd name="T10" fmla="*/ 21 w 30"/>
                <a:gd name="T11" fmla="*/ 58 h 77"/>
                <a:gd name="T12" fmla="*/ 21 w 30"/>
                <a:gd name="T13" fmla="*/ 52 h 77"/>
                <a:gd name="T14" fmla="*/ 20 w 30"/>
                <a:gd name="T15" fmla="*/ 43 h 77"/>
                <a:gd name="T16" fmla="*/ 12 w 30"/>
                <a:gd name="T17" fmla="*/ 39 h 77"/>
                <a:gd name="T18" fmla="*/ 10 w 30"/>
                <a:gd name="T19" fmla="*/ 39 h 77"/>
                <a:gd name="T20" fmla="*/ 7 w 30"/>
                <a:gd name="T21" fmla="*/ 40 h 77"/>
                <a:gd name="T22" fmla="*/ 7 w 30"/>
                <a:gd name="T23" fmla="*/ 31 h 77"/>
                <a:gd name="T24" fmla="*/ 9 w 30"/>
                <a:gd name="T25" fmla="*/ 31 h 77"/>
                <a:gd name="T26" fmla="*/ 19 w 30"/>
                <a:gd name="T27" fmla="*/ 22 h 77"/>
                <a:gd name="T28" fmla="*/ 19 w 30"/>
                <a:gd name="T29" fmla="*/ 14 h 77"/>
                <a:gd name="T30" fmla="*/ 14 w 30"/>
                <a:gd name="T31" fmla="*/ 7 h 77"/>
                <a:gd name="T32" fmla="*/ 9 w 30"/>
                <a:gd name="T33" fmla="*/ 15 h 77"/>
                <a:gd name="T34" fmla="*/ 9 w 30"/>
                <a:gd name="T35" fmla="*/ 17 h 77"/>
                <a:gd name="T36" fmla="*/ 9 w 30"/>
                <a:gd name="T37" fmla="*/ 19 h 77"/>
                <a:gd name="T38" fmla="*/ 0 w 30"/>
                <a:gd name="T39" fmla="*/ 19 h 77"/>
                <a:gd name="T40" fmla="*/ 0 w 30"/>
                <a:gd name="T41" fmla="*/ 12 h 77"/>
                <a:gd name="T42" fmla="*/ 15 w 30"/>
                <a:gd name="T43" fmla="*/ 0 h 77"/>
                <a:gd name="T44" fmla="*/ 29 w 30"/>
                <a:gd name="T45" fmla="*/ 13 h 77"/>
                <a:gd name="T46" fmla="*/ 29 w 30"/>
                <a:gd name="T47" fmla="*/ 17 h 77"/>
                <a:gd name="T48" fmla="*/ 29 w 30"/>
                <a:gd name="T49" fmla="*/ 20 h 77"/>
                <a:gd name="T50" fmla="*/ 22 w 30"/>
                <a:gd name="T51" fmla="*/ 34 h 77"/>
                <a:gd name="T52" fmla="*/ 28 w 30"/>
                <a:gd name="T53" fmla="*/ 39 h 77"/>
                <a:gd name="T54" fmla="*/ 30 w 30"/>
                <a:gd name="T55" fmla="*/ 48 h 77"/>
                <a:gd name="T56" fmla="*/ 30 w 30"/>
                <a:gd name="T57" fmla="*/ 64 h 77"/>
                <a:gd name="T58" fmla="*/ 14 w 30"/>
                <a:gd name="T59" fmla="*/ 77 h 77"/>
                <a:gd name="T60" fmla="*/ 0 w 30"/>
                <a:gd name="T61" fmla="*/ 64 h 77"/>
                <a:gd name="T62" fmla="*/ 0 w 30"/>
                <a:gd name="T63" fmla="*/ 54 h 77"/>
                <a:gd name="T64" fmla="*/ 9 w 30"/>
                <a:gd name="T65" fmla="*/ 5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 h="77">
                  <a:moveTo>
                    <a:pt x="9" y="54"/>
                  </a:moveTo>
                  <a:cubicBezTo>
                    <a:pt x="9" y="62"/>
                    <a:pt x="9" y="62"/>
                    <a:pt x="9" y="62"/>
                  </a:cubicBezTo>
                  <a:cubicBezTo>
                    <a:pt x="9" y="65"/>
                    <a:pt x="9" y="67"/>
                    <a:pt x="10" y="68"/>
                  </a:cubicBezTo>
                  <a:cubicBezTo>
                    <a:pt x="11" y="69"/>
                    <a:pt x="13" y="70"/>
                    <a:pt x="16" y="70"/>
                  </a:cubicBezTo>
                  <a:cubicBezTo>
                    <a:pt x="18" y="70"/>
                    <a:pt x="20" y="68"/>
                    <a:pt x="21" y="65"/>
                  </a:cubicBezTo>
                  <a:cubicBezTo>
                    <a:pt x="21" y="64"/>
                    <a:pt x="21" y="62"/>
                    <a:pt x="21" y="58"/>
                  </a:cubicBezTo>
                  <a:cubicBezTo>
                    <a:pt x="21" y="52"/>
                    <a:pt x="21" y="52"/>
                    <a:pt x="21" y="52"/>
                  </a:cubicBezTo>
                  <a:cubicBezTo>
                    <a:pt x="21" y="48"/>
                    <a:pt x="21" y="45"/>
                    <a:pt x="20" y="43"/>
                  </a:cubicBezTo>
                  <a:cubicBezTo>
                    <a:pt x="18" y="41"/>
                    <a:pt x="16" y="39"/>
                    <a:pt x="12" y="39"/>
                  </a:cubicBezTo>
                  <a:cubicBezTo>
                    <a:pt x="11" y="39"/>
                    <a:pt x="11" y="39"/>
                    <a:pt x="10" y="39"/>
                  </a:cubicBezTo>
                  <a:cubicBezTo>
                    <a:pt x="9" y="39"/>
                    <a:pt x="8" y="40"/>
                    <a:pt x="7" y="40"/>
                  </a:cubicBezTo>
                  <a:cubicBezTo>
                    <a:pt x="7" y="31"/>
                    <a:pt x="7" y="31"/>
                    <a:pt x="7" y="31"/>
                  </a:cubicBezTo>
                  <a:cubicBezTo>
                    <a:pt x="9" y="31"/>
                    <a:pt x="9" y="31"/>
                    <a:pt x="9" y="31"/>
                  </a:cubicBezTo>
                  <a:cubicBezTo>
                    <a:pt x="16" y="31"/>
                    <a:pt x="19" y="28"/>
                    <a:pt x="19" y="22"/>
                  </a:cubicBezTo>
                  <a:cubicBezTo>
                    <a:pt x="19" y="14"/>
                    <a:pt x="19" y="14"/>
                    <a:pt x="19" y="14"/>
                  </a:cubicBezTo>
                  <a:cubicBezTo>
                    <a:pt x="19" y="9"/>
                    <a:pt x="18" y="7"/>
                    <a:pt x="14" y="7"/>
                  </a:cubicBezTo>
                  <a:cubicBezTo>
                    <a:pt x="11" y="7"/>
                    <a:pt x="9" y="10"/>
                    <a:pt x="9" y="15"/>
                  </a:cubicBezTo>
                  <a:cubicBezTo>
                    <a:pt x="9" y="17"/>
                    <a:pt x="9" y="17"/>
                    <a:pt x="9" y="17"/>
                  </a:cubicBezTo>
                  <a:cubicBezTo>
                    <a:pt x="9" y="19"/>
                    <a:pt x="9" y="19"/>
                    <a:pt x="9" y="19"/>
                  </a:cubicBezTo>
                  <a:cubicBezTo>
                    <a:pt x="0" y="19"/>
                    <a:pt x="0" y="19"/>
                    <a:pt x="0" y="19"/>
                  </a:cubicBezTo>
                  <a:cubicBezTo>
                    <a:pt x="0" y="12"/>
                    <a:pt x="0" y="12"/>
                    <a:pt x="0" y="12"/>
                  </a:cubicBezTo>
                  <a:cubicBezTo>
                    <a:pt x="0" y="4"/>
                    <a:pt x="5" y="0"/>
                    <a:pt x="15" y="0"/>
                  </a:cubicBezTo>
                  <a:cubicBezTo>
                    <a:pt x="24" y="0"/>
                    <a:pt x="29" y="4"/>
                    <a:pt x="29" y="13"/>
                  </a:cubicBezTo>
                  <a:cubicBezTo>
                    <a:pt x="29" y="17"/>
                    <a:pt x="29" y="17"/>
                    <a:pt x="29" y="17"/>
                  </a:cubicBezTo>
                  <a:cubicBezTo>
                    <a:pt x="29" y="20"/>
                    <a:pt x="29" y="20"/>
                    <a:pt x="29" y="20"/>
                  </a:cubicBezTo>
                  <a:cubicBezTo>
                    <a:pt x="29" y="27"/>
                    <a:pt x="26" y="31"/>
                    <a:pt x="22" y="34"/>
                  </a:cubicBezTo>
                  <a:cubicBezTo>
                    <a:pt x="25" y="35"/>
                    <a:pt x="27" y="36"/>
                    <a:pt x="28" y="39"/>
                  </a:cubicBezTo>
                  <a:cubicBezTo>
                    <a:pt x="29" y="41"/>
                    <a:pt x="30" y="44"/>
                    <a:pt x="30" y="48"/>
                  </a:cubicBezTo>
                  <a:cubicBezTo>
                    <a:pt x="30" y="64"/>
                    <a:pt x="30" y="64"/>
                    <a:pt x="30" y="64"/>
                  </a:cubicBezTo>
                  <a:cubicBezTo>
                    <a:pt x="30" y="73"/>
                    <a:pt x="25" y="77"/>
                    <a:pt x="14" y="77"/>
                  </a:cubicBezTo>
                  <a:cubicBezTo>
                    <a:pt x="5" y="77"/>
                    <a:pt x="0" y="73"/>
                    <a:pt x="0" y="64"/>
                  </a:cubicBezTo>
                  <a:cubicBezTo>
                    <a:pt x="0" y="54"/>
                    <a:pt x="0" y="54"/>
                    <a:pt x="0" y="54"/>
                  </a:cubicBezTo>
                  <a:lnTo>
                    <a:pt x="9" y="54"/>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99" name="组合 69"/>
          <p:cNvGrpSpPr/>
          <p:nvPr/>
        </p:nvGrpSpPr>
        <p:grpSpPr>
          <a:xfrm>
            <a:off x="4757191" y="3108719"/>
            <a:ext cx="688606" cy="612796"/>
            <a:chOff x="688976" y="7240588"/>
            <a:chExt cx="519113" cy="461963"/>
          </a:xfrm>
        </p:grpSpPr>
        <p:sp>
          <p:nvSpPr>
            <p:cNvPr id="100" name="Freeform 64"/>
            <p:cNvSpPr>
              <a:spLocks/>
            </p:cNvSpPr>
            <p:nvPr/>
          </p:nvSpPr>
          <p:spPr bwMode="auto">
            <a:xfrm>
              <a:off x="708026" y="7245351"/>
              <a:ext cx="500063" cy="457200"/>
            </a:xfrm>
            <a:custGeom>
              <a:avLst/>
              <a:gdLst>
                <a:gd name="T0" fmla="*/ 140 w 315"/>
                <a:gd name="T1" fmla="*/ 288 h 288"/>
                <a:gd name="T2" fmla="*/ 0 w 315"/>
                <a:gd name="T3" fmla="*/ 176 h 288"/>
                <a:gd name="T4" fmla="*/ 2 w 315"/>
                <a:gd name="T5" fmla="*/ 14 h 288"/>
                <a:gd name="T6" fmla="*/ 57 w 315"/>
                <a:gd name="T7" fmla="*/ 9 h 288"/>
                <a:gd name="T8" fmla="*/ 97 w 315"/>
                <a:gd name="T9" fmla="*/ 57 h 288"/>
                <a:gd name="T10" fmla="*/ 113 w 315"/>
                <a:gd name="T11" fmla="*/ 9 h 288"/>
                <a:gd name="T12" fmla="*/ 140 w 315"/>
                <a:gd name="T13" fmla="*/ 0 h 288"/>
                <a:gd name="T14" fmla="*/ 315 w 315"/>
                <a:gd name="T15" fmla="*/ 150 h 288"/>
                <a:gd name="T16" fmla="*/ 140 w 315"/>
                <a:gd name="T17" fmla="*/ 288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5" h="288">
                  <a:moveTo>
                    <a:pt x="140" y="288"/>
                  </a:moveTo>
                  <a:lnTo>
                    <a:pt x="0" y="176"/>
                  </a:lnTo>
                  <a:lnTo>
                    <a:pt x="2" y="14"/>
                  </a:lnTo>
                  <a:lnTo>
                    <a:pt x="57" y="9"/>
                  </a:lnTo>
                  <a:lnTo>
                    <a:pt x="97" y="57"/>
                  </a:lnTo>
                  <a:lnTo>
                    <a:pt x="113" y="9"/>
                  </a:lnTo>
                  <a:lnTo>
                    <a:pt x="140" y="0"/>
                  </a:lnTo>
                  <a:lnTo>
                    <a:pt x="315" y="150"/>
                  </a:lnTo>
                  <a:lnTo>
                    <a:pt x="140" y="288"/>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1" name="Freeform 65"/>
            <p:cNvSpPr>
              <a:spLocks noEditPoints="1"/>
            </p:cNvSpPr>
            <p:nvPr/>
          </p:nvSpPr>
          <p:spPr bwMode="auto">
            <a:xfrm>
              <a:off x="688976" y="7240588"/>
              <a:ext cx="115888" cy="295275"/>
            </a:xfrm>
            <a:custGeom>
              <a:avLst/>
              <a:gdLst>
                <a:gd name="T0" fmla="*/ 17 w 31"/>
                <a:gd name="T1" fmla="*/ 0 h 78"/>
                <a:gd name="T2" fmla="*/ 29 w 31"/>
                <a:gd name="T3" fmla="*/ 5 h 78"/>
                <a:gd name="T4" fmla="*/ 31 w 31"/>
                <a:gd name="T5" fmla="*/ 18 h 78"/>
                <a:gd name="T6" fmla="*/ 31 w 31"/>
                <a:gd name="T7" fmla="*/ 63 h 78"/>
                <a:gd name="T8" fmla="*/ 27 w 31"/>
                <a:gd name="T9" fmla="*/ 74 h 78"/>
                <a:gd name="T10" fmla="*/ 16 w 31"/>
                <a:gd name="T11" fmla="*/ 78 h 78"/>
                <a:gd name="T12" fmla="*/ 3 w 31"/>
                <a:gd name="T13" fmla="*/ 72 h 78"/>
                <a:gd name="T14" fmla="*/ 0 w 31"/>
                <a:gd name="T15" fmla="*/ 57 h 78"/>
                <a:gd name="T16" fmla="*/ 0 w 31"/>
                <a:gd name="T17" fmla="*/ 21 h 78"/>
                <a:gd name="T18" fmla="*/ 3 w 31"/>
                <a:gd name="T19" fmla="*/ 6 h 78"/>
                <a:gd name="T20" fmla="*/ 17 w 31"/>
                <a:gd name="T21" fmla="*/ 0 h 78"/>
                <a:gd name="T22" fmla="*/ 16 w 31"/>
                <a:gd name="T23" fmla="*/ 70 h 78"/>
                <a:gd name="T24" fmla="*/ 23 w 31"/>
                <a:gd name="T25" fmla="*/ 60 h 78"/>
                <a:gd name="T26" fmla="*/ 23 w 31"/>
                <a:gd name="T27" fmla="*/ 17 h 78"/>
                <a:gd name="T28" fmla="*/ 16 w 31"/>
                <a:gd name="T29" fmla="*/ 7 h 78"/>
                <a:gd name="T30" fmla="*/ 9 w 31"/>
                <a:gd name="T31" fmla="*/ 17 h 78"/>
                <a:gd name="T32" fmla="*/ 9 w 31"/>
                <a:gd name="T33" fmla="*/ 20 h 78"/>
                <a:gd name="T34" fmla="*/ 9 w 31"/>
                <a:gd name="T35" fmla="*/ 23 h 78"/>
                <a:gd name="T36" fmla="*/ 9 w 31"/>
                <a:gd name="T37" fmla="*/ 36 h 78"/>
                <a:gd name="T38" fmla="*/ 9 w 31"/>
                <a:gd name="T39" fmla="*/ 48 h 78"/>
                <a:gd name="T40" fmla="*/ 9 w 31"/>
                <a:gd name="T41" fmla="*/ 59 h 78"/>
                <a:gd name="T42" fmla="*/ 16 w 31"/>
                <a:gd name="T43" fmla="*/ 7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78">
                  <a:moveTo>
                    <a:pt x="17" y="0"/>
                  </a:moveTo>
                  <a:cubicBezTo>
                    <a:pt x="22" y="0"/>
                    <a:pt x="26" y="2"/>
                    <a:pt x="29" y="5"/>
                  </a:cubicBezTo>
                  <a:cubicBezTo>
                    <a:pt x="31" y="8"/>
                    <a:pt x="31" y="12"/>
                    <a:pt x="31" y="18"/>
                  </a:cubicBezTo>
                  <a:cubicBezTo>
                    <a:pt x="31" y="63"/>
                    <a:pt x="31" y="63"/>
                    <a:pt x="31" y="63"/>
                  </a:cubicBezTo>
                  <a:cubicBezTo>
                    <a:pt x="31" y="67"/>
                    <a:pt x="30" y="71"/>
                    <a:pt x="27" y="74"/>
                  </a:cubicBezTo>
                  <a:cubicBezTo>
                    <a:pt x="25" y="76"/>
                    <a:pt x="21" y="78"/>
                    <a:pt x="16" y="78"/>
                  </a:cubicBezTo>
                  <a:cubicBezTo>
                    <a:pt x="10" y="78"/>
                    <a:pt x="5" y="76"/>
                    <a:pt x="3" y="72"/>
                  </a:cubicBezTo>
                  <a:cubicBezTo>
                    <a:pt x="1" y="69"/>
                    <a:pt x="0" y="64"/>
                    <a:pt x="0" y="57"/>
                  </a:cubicBezTo>
                  <a:cubicBezTo>
                    <a:pt x="0" y="21"/>
                    <a:pt x="0" y="21"/>
                    <a:pt x="0" y="21"/>
                  </a:cubicBezTo>
                  <a:cubicBezTo>
                    <a:pt x="0" y="14"/>
                    <a:pt x="1" y="9"/>
                    <a:pt x="3" y="6"/>
                  </a:cubicBezTo>
                  <a:cubicBezTo>
                    <a:pt x="5" y="2"/>
                    <a:pt x="10" y="0"/>
                    <a:pt x="17" y="0"/>
                  </a:cubicBezTo>
                  <a:close/>
                  <a:moveTo>
                    <a:pt x="16" y="70"/>
                  </a:moveTo>
                  <a:cubicBezTo>
                    <a:pt x="20" y="70"/>
                    <a:pt x="23" y="67"/>
                    <a:pt x="23" y="60"/>
                  </a:cubicBezTo>
                  <a:cubicBezTo>
                    <a:pt x="23" y="17"/>
                    <a:pt x="23" y="17"/>
                    <a:pt x="23" y="17"/>
                  </a:cubicBezTo>
                  <a:cubicBezTo>
                    <a:pt x="23" y="11"/>
                    <a:pt x="20" y="7"/>
                    <a:pt x="16" y="7"/>
                  </a:cubicBezTo>
                  <a:cubicBezTo>
                    <a:pt x="12" y="7"/>
                    <a:pt x="9" y="11"/>
                    <a:pt x="9" y="17"/>
                  </a:cubicBezTo>
                  <a:cubicBezTo>
                    <a:pt x="9" y="20"/>
                    <a:pt x="9" y="20"/>
                    <a:pt x="9" y="20"/>
                  </a:cubicBezTo>
                  <a:cubicBezTo>
                    <a:pt x="9" y="23"/>
                    <a:pt x="9" y="23"/>
                    <a:pt x="9" y="23"/>
                  </a:cubicBezTo>
                  <a:cubicBezTo>
                    <a:pt x="9" y="36"/>
                    <a:pt x="9" y="36"/>
                    <a:pt x="9" y="36"/>
                  </a:cubicBezTo>
                  <a:cubicBezTo>
                    <a:pt x="9" y="48"/>
                    <a:pt x="9" y="48"/>
                    <a:pt x="9" y="48"/>
                  </a:cubicBezTo>
                  <a:cubicBezTo>
                    <a:pt x="9" y="59"/>
                    <a:pt x="9" y="59"/>
                    <a:pt x="9" y="59"/>
                  </a:cubicBezTo>
                  <a:cubicBezTo>
                    <a:pt x="9" y="67"/>
                    <a:pt x="12" y="70"/>
                    <a:pt x="16" y="70"/>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02" name="Freeform 66"/>
            <p:cNvSpPr>
              <a:spLocks noEditPoints="1"/>
            </p:cNvSpPr>
            <p:nvPr/>
          </p:nvSpPr>
          <p:spPr bwMode="auto">
            <a:xfrm>
              <a:off x="817563" y="7245351"/>
              <a:ext cx="134938" cy="287338"/>
            </a:xfrm>
            <a:custGeom>
              <a:avLst/>
              <a:gdLst>
                <a:gd name="T0" fmla="*/ 17 w 36"/>
                <a:gd name="T1" fmla="*/ 0 h 76"/>
                <a:gd name="T2" fmla="*/ 30 w 36"/>
                <a:gd name="T3" fmla="*/ 0 h 76"/>
                <a:gd name="T4" fmla="*/ 30 w 36"/>
                <a:gd name="T5" fmla="*/ 51 h 76"/>
                <a:gd name="T6" fmla="*/ 36 w 36"/>
                <a:gd name="T7" fmla="*/ 51 h 76"/>
                <a:gd name="T8" fmla="*/ 36 w 36"/>
                <a:gd name="T9" fmla="*/ 58 h 76"/>
                <a:gd name="T10" fmla="*/ 30 w 36"/>
                <a:gd name="T11" fmla="*/ 58 h 76"/>
                <a:gd name="T12" fmla="*/ 30 w 36"/>
                <a:gd name="T13" fmla="*/ 76 h 76"/>
                <a:gd name="T14" fmla="*/ 21 w 36"/>
                <a:gd name="T15" fmla="*/ 76 h 76"/>
                <a:gd name="T16" fmla="*/ 21 w 36"/>
                <a:gd name="T17" fmla="*/ 58 h 76"/>
                <a:gd name="T18" fmla="*/ 0 w 36"/>
                <a:gd name="T19" fmla="*/ 58 h 76"/>
                <a:gd name="T20" fmla="*/ 0 w 36"/>
                <a:gd name="T21" fmla="*/ 51 h 76"/>
                <a:gd name="T22" fmla="*/ 17 w 36"/>
                <a:gd name="T23" fmla="*/ 0 h 76"/>
                <a:gd name="T24" fmla="*/ 21 w 36"/>
                <a:gd name="T25" fmla="*/ 51 h 76"/>
                <a:gd name="T26" fmla="*/ 21 w 36"/>
                <a:gd name="T27" fmla="*/ 11 h 76"/>
                <a:gd name="T28" fmla="*/ 15 w 36"/>
                <a:gd name="T29" fmla="*/ 31 h 76"/>
                <a:gd name="T30" fmla="*/ 9 w 36"/>
                <a:gd name="T31" fmla="*/ 51 h 76"/>
                <a:gd name="T32" fmla="*/ 21 w 36"/>
                <a:gd name="T33" fmla="*/ 5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6" h="76">
                  <a:moveTo>
                    <a:pt x="17" y="0"/>
                  </a:moveTo>
                  <a:cubicBezTo>
                    <a:pt x="30" y="0"/>
                    <a:pt x="30" y="0"/>
                    <a:pt x="30" y="0"/>
                  </a:cubicBezTo>
                  <a:cubicBezTo>
                    <a:pt x="30" y="51"/>
                    <a:pt x="30" y="51"/>
                    <a:pt x="30" y="51"/>
                  </a:cubicBezTo>
                  <a:cubicBezTo>
                    <a:pt x="36" y="51"/>
                    <a:pt x="36" y="51"/>
                    <a:pt x="36" y="51"/>
                  </a:cubicBezTo>
                  <a:cubicBezTo>
                    <a:pt x="36" y="58"/>
                    <a:pt x="36" y="58"/>
                    <a:pt x="36" y="58"/>
                  </a:cubicBezTo>
                  <a:cubicBezTo>
                    <a:pt x="30" y="58"/>
                    <a:pt x="30" y="58"/>
                    <a:pt x="30" y="58"/>
                  </a:cubicBezTo>
                  <a:cubicBezTo>
                    <a:pt x="30" y="76"/>
                    <a:pt x="30" y="76"/>
                    <a:pt x="30" y="76"/>
                  </a:cubicBezTo>
                  <a:cubicBezTo>
                    <a:pt x="21" y="76"/>
                    <a:pt x="21" y="76"/>
                    <a:pt x="21" y="76"/>
                  </a:cubicBezTo>
                  <a:cubicBezTo>
                    <a:pt x="21" y="58"/>
                    <a:pt x="21" y="58"/>
                    <a:pt x="21" y="58"/>
                  </a:cubicBezTo>
                  <a:cubicBezTo>
                    <a:pt x="0" y="58"/>
                    <a:pt x="0" y="58"/>
                    <a:pt x="0" y="58"/>
                  </a:cubicBezTo>
                  <a:cubicBezTo>
                    <a:pt x="0" y="51"/>
                    <a:pt x="0" y="51"/>
                    <a:pt x="0" y="51"/>
                  </a:cubicBezTo>
                  <a:lnTo>
                    <a:pt x="17" y="0"/>
                  </a:lnTo>
                  <a:close/>
                  <a:moveTo>
                    <a:pt x="21" y="51"/>
                  </a:moveTo>
                  <a:cubicBezTo>
                    <a:pt x="21" y="11"/>
                    <a:pt x="21" y="11"/>
                    <a:pt x="21" y="11"/>
                  </a:cubicBezTo>
                  <a:cubicBezTo>
                    <a:pt x="20" y="15"/>
                    <a:pt x="17" y="22"/>
                    <a:pt x="15" y="31"/>
                  </a:cubicBezTo>
                  <a:cubicBezTo>
                    <a:pt x="12" y="40"/>
                    <a:pt x="10" y="47"/>
                    <a:pt x="9" y="51"/>
                  </a:cubicBezTo>
                  <a:lnTo>
                    <a:pt x="21" y="51"/>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103" name="组合 73"/>
          <p:cNvGrpSpPr>
            <a:grpSpLocks noChangeAspect="1"/>
          </p:cNvGrpSpPr>
          <p:nvPr/>
        </p:nvGrpSpPr>
        <p:grpSpPr>
          <a:xfrm>
            <a:off x="7070882" y="2376251"/>
            <a:ext cx="691522" cy="610418"/>
            <a:chOff x="3390900" y="228600"/>
            <a:chExt cx="771525" cy="681038"/>
          </a:xfrm>
        </p:grpSpPr>
        <p:sp>
          <p:nvSpPr>
            <p:cNvPr id="104" name="Freeform 14"/>
            <p:cNvSpPr>
              <a:spLocks/>
            </p:cNvSpPr>
            <p:nvPr/>
          </p:nvSpPr>
          <p:spPr bwMode="auto">
            <a:xfrm>
              <a:off x="3421063" y="236538"/>
              <a:ext cx="741362" cy="673100"/>
            </a:xfrm>
            <a:custGeom>
              <a:avLst/>
              <a:gdLst>
                <a:gd name="T0" fmla="*/ 204 w 467"/>
                <a:gd name="T1" fmla="*/ 424 h 424"/>
                <a:gd name="T2" fmla="*/ 0 w 467"/>
                <a:gd name="T3" fmla="*/ 256 h 424"/>
                <a:gd name="T4" fmla="*/ 3 w 467"/>
                <a:gd name="T5" fmla="*/ 19 h 424"/>
                <a:gd name="T6" fmla="*/ 83 w 467"/>
                <a:gd name="T7" fmla="*/ 12 h 424"/>
                <a:gd name="T8" fmla="*/ 123 w 467"/>
                <a:gd name="T9" fmla="*/ 50 h 424"/>
                <a:gd name="T10" fmla="*/ 142 w 467"/>
                <a:gd name="T11" fmla="*/ 10 h 424"/>
                <a:gd name="T12" fmla="*/ 214 w 467"/>
                <a:gd name="T13" fmla="*/ 0 h 424"/>
                <a:gd name="T14" fmla="*/ 467 w 467"/>
                <a:gd name="T15" fmla="*/ 218 h 424"/>
                <a:gd name="T16" fmla="*/ 204 w 467"/>
                <a:gd name="T17" fmla="*/ 424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7" h="424">
                  <a:moveTo>
                    <a:pt x="204" y="424"/>
                  </a:moveTo>
                  <a:lnTo>
                    <a:pt x="0" y="256"/>
                  </a:lnTo>
                  <a:lnTo>
                    <a:pt x="3" y="19"/>
                  </a:lnTo>
                  <a:lnTo>
                    <a:pt x="83" y="12"/>
                  </a:lnTo>
                  <a:lnTo>
                    <a:pt x="123" y="50"/>
                  </a:lnTo>
                  <a:lnTo>
                    <a:pt x="142" y="10"/>
                  </a:lnTo>
                  <a:lnTo>
                    <a:pt x="214" y="0"/>
                  </a:lnTo>
                  <a:lnTo>
                    <a:pt x="467" y="218"/>
                  </a:lnTo>
                  <a:lnTo>
                    <a:pt x="204" y="424"/>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5" name="Freeform 15"/>
            <p:cNvSpPr>
              <a:spLocks noEditPoints="1"/>
            </p:cNvSpPr>
            <p:nvPr/>
          </p:nvSpPr>
          <p:spPr bwMode="auto">
            <a:xfrm>
              <a:off x="3390900" y="228600"/>
              <a:ext cx="177800" cy="436563"/>
            </a:xfrm>
            <a:custGeom>
              <a:avLst/>
              <a:gdLst>
                <a:gd name="T0" fmla="*/ 25 w 47"/>
                <a:gd name="T1" fmla="*/ 0 h 116"/>
                <a:gd name="T2" fmla="*/ 43 w 47"/>
                <a:gd name="T3" fmla="*/ 8 h 116"/>
                <a:gd name="T4" fmla="*/ 47 w 47"/>
                <a:gd name="T5" fmla="*/ 27 h 116"/>
                <a:gd name="T6" fmla="*/ 47 w 47"/>
                <a:gd name="T7" fmla="*/ 94 h 116"/>
                <a:gd name="T8" fmla="*/ 41 w 47"/>
                <a:gd name="T9" fmla="*/ 110 h 116"/>
                <a:gd name="T10" fmla="*/ 24 w 47"/>
                <a:gd name="T11" fmla="*/ 116 h 116"/>
                <a:gd name="T12" fmla="*/ 4 w 47"/>
                <a:gd name="T13" fmla="*/ 107 h 116"/>
                <a:gd name="T14" fmla="*/ 0 w 47"/>
                <a:gd name="T15" fmla="*/ 85 h 116"/>
                <a:gd name="T16" fmla="*/ 0 w 47"/>
                <a:gd name="T17" fmla="*/ 32 h 116"/>
                <a:gd name="T18" fmla="*/ 4 w 47"/>
                <a:gd name="T19" fmla="*/ 8 h 116"/>
                <a:gd name="T20" fmla="*/ 25 w 47"/>
                <a:gd name="T21" fmla="*/ 0 h 116"/>
                <a:gd name="T22" fmla="*/ 24 w 47"/>
                <a:gd name="T23" fmla="*/ 105 h 116"/>
                <a:gd name="T24" fmla="*/ 34 w 47"/>
                <a:gd name="T25" fmla="*/ 89 h 116"/>
                <a:gd name="T26" fmla="*/ 34 w 47"/>
                <a:gd name="T27" fmla="*/ 25 h 116"/>
                <a:gd name="T28" fmla="*/ 24 w 47"/>
                <a:gd name="T29" fmla="*/ 11 h 116"/>
                <a:gd name="T30" fmla="*/ 14 w 47"/>
                <a:gd name="T31" fmla="*/ 26 h 116"/>
                <a:gd name="T32" fmla="*/ 14 w 47"/>
                <a:gd name="T33" fmla="*/ 30 h 116"/>
                <a:gd name="T34" fmla="*/ 14 w 47"/>
                <a:gd name="T35" fmla="*/ 35 h 116"/>
                <a:gd name="T36" fmla="*/ 14 w 47"/>
                <a:gd name="T37" fmla="*/ 53 h 116"/>
                <a:gd name="T38" fmla="*/ 14 w 47"/>
                <a:gd name="T39" fmla="*/ 72 h 116"/>
                <a:gd name="T40" fmla="*/ 14 w 47"/>
                <a:gd name="T41" fmla="*/ 89 h 116"/>
                <a:gd name="T42" fmla="*/ 24 w 47"/>
                <a:gd name="T43" fmla="*/ 10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 h="116">
                  <a:moveTo>
                    <a:pt x="25" y="0"/>
                  </a:moveTo>
                  <a:cubicBezTo>
                    <a:pt x="33" y="0"/>
                    <a:pt x="39" y="2"/>
                    <a:pt x="43" y="8"/>
                  </a:cubicBezTo>
                  <a:cubicBezTo>
                    <a:pt x="45" y="12"/>
                    <a:pt x="47" y="18"/>
                    <a:pt x="47" y="27"/>
                  </a:cubicBezTo>
                  <a:cubicBezTo>
                    <a:pt x="47" y="94"/>
                    <a:pt x="47" y="94"/>
                    <a:pt x="47" y="94"/>
                  </a:cubicBezTo>
                  <a:cubicBezTo>
                    <a:pt x="47" y="101"/>
                    <a:pt x="45" y="106"/>
                    <a:pt x="41" y="110"/>
                  </a:cubicBezTo>
                  <a:cubicBezTo>
                    <a:pt x="37" y="114"/>
                    <a:pt x="31" y="116"/>
                    <a:pt x="24" y="116"/>
                  </a:cubicBezTo>
                  <a:cubicBezTo>
                    <a:pt x="14" y="116"/>
                    <a:pt x="7" y="113"/>
                    <a:pt x="4" y="107"/>
                  </a:cubicBezTo>
                  <a:cubicBezTo>
                    <a:pt x="1" y="103"/>
                    <a:pt x="0" y="96"/>
                    <a:pt x="0" y="85"/>
                  </a:cubicBezTo>
                  <a:cubicBezTo>
                    <a:pt x="0" y="32"/>
                    <a:pt x="0" y="32"/>
                    <a:pt x="0" y="32"/>
                  </a:cubicBezTo>
                  <a:cubicBezTo>
                    <a:pt x="0" y="20"/>
                    <a:pt x="1" y="13"/>
                    <a:pt x="4" y="8"/>
                  </a:cubicBezTo>
                  <a:cubicBezTo>
                    <a:pt x="8" y="3"/>
                    <a:pt x="15" y="0"/>
                    <a:pt x="25" y="0"/>
                  </a:cubicBezTo>
                  <a:close/>
                  <a:moveTo>
                    <a:pt x="24" y="105"/>
                  </a:moveTo>
                  <a:cubicBezTo>
                    <a:pt x="30" y="105"/>
                    <a:pt x="34" y="100"/>
                    <a:pt x="34" y="89"/>
                  </a:cubicBezTo>
                  <a:cubicBezTo>
                    <a:pt x="34" y="25"/>
                    <a:pt x="34" y="25"/>
                    <a:pt x="34" y="25"/>
                  </a:cubicBezTo>
                  <a:cubicBezTo>
                    <a:pt x="34" y="16"/>
                    <a:pt x="30" y="11"/>
                    <a:pt x="24" y="11"/>
                  </a:cubicBezTo>
                  <a:cubicBezTo>
                    <a:pt x="17" y="11"/>
                    <a:pt x="14" y="16"/>
                    <a:pt x="14" y="26"/>
                  </a:cubicBezTo>
                  <a:cubicBezTo>
                    <a:pt x="14" y="30"/>
                    <a:pt x="14" y="30"/>
                    <a:pt x="14" y="30"/>
                  </a:cubicBezTo>
                  <a:cubicBezTo>
                    <a:pt x="14" y="35"/>
                    <a:pt x="14" y="35"/>
                    <a:pt x="14" y="35"/>
                  </a:cubicBezTo>
                  <a:cubicBezTo>
                    <a:pt x="14" y="53"/>
                    <a:pt x="14" y="53"/>
                    <a:pt x="14" y="53"/>
                  </a:cubicBezTo>
                  <a:cubicBezTo>
                    <a:pt x="14" y="72"/>
                    <a:pt x="14" y="72"/>
                    <a:pt x="14" y="72"/>
                  </a:cubicBezTo>
                  <a:cubicBezTo>
                    <a:pt x="14" y="89"/>
                    <a:pt x="14" y="89"/>
                    <a:pt x="14" y="89"/>
                  </a:cubicBezTo>
                  <a:cubicBezTo>
                    <a:pt x="14" y="99"/>
                    <a:pt x="17" y="105"/>
                    <a:pt x="24" y="105"/>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06" name="Freeform 16"/>
            <p:cNvSpPr>
              <a:spLocks/>
            </p:cNvSpPr>
            <p:nvPr/>
          </p:nvSpPr>
          <p:spPr bwMode="auto">
            <a:xfrm>
              <a:off x="3605213" y="236538"/>
              <a:ext cx="166687" cy="428625"/>
            </a:xfrm>
            <a:custGeom>
              <a:avLst/>
              <a:gdLst>
                <a:gd name="T0" fmla="*/ 13 w 44"/>
                <a:gd name="T1" fmla="*/ 78 h 114"/>
                <a:gd name="T2" fmla="*/ 13 w 44"/>
                <a:gd name="T3" fmla="*/ 92 h 114"/>
                <a:gd name="T4" fmla="*/ 21 w 44"/>
                <a:gd name="T5" fmla="*/ 103 h 114"/>
                <a:gd name="T6" fmla="*/ 29 w 44"/>
                <a:gd name="T7" fmla="*/ 99 h 114"/>
                <a:gd name="T8" fmla="*/ 30 w 44"/>
                <a:gd name="T9" fmla="*/ 89 h 114"/>
                <a:gd name="T10" fmla="*/ 30 w 44"/>
                <a:gd name="T11" fmla="*/ 54 h 114"/>
                <a:gd name="T12" fmla="*/ 21 w 44"/>
                <a:gd name="T13" fmla="*/ 44 h 114"/>
                <a:gd name="T14" fmla="*/ 13 w 44"/>
                <a:gd name="T15" fmla="*/ 48 h 114"/>
                <a:gd name="T16" fmla="*/ 12 w 44"/>
                <a:gd name="T17" fmla="*/ 57 h 114"/>
                <a:gd name="T18" fmla="*/ 0 w 44"/>
                <a:gd name="T19" fmla="*/ 57 h 114"/>
                <a:gd name="T20" fmla="*/ 0 w 44"/>
                <a:gd name="T21" fmla="*/ 54 h 114"/>
                <a:gd name="T22" fmla="*/ 0 w 44"/>
                <a:gd name="T23" fmla="*/ 39 h 114"/>
                <a:gd name="T24" fmla="*/ 0 w 44"/>
                <a:gd name="T25" fmla="*/ 24 h 114"/>
                <a:gd name="T26" fmla="*/ 1 w 44"/>
                <a:gd name="T27" fmla="*/ 0 h 114"/>
                <a:gd name="T28" fmla="*/ 41 w 44"/>
                <a:gd name="T29" fmla="*/ 0 h 114"/>
                <a:gd name="T30" fmla="*/ 41 w 44"/>
                <a:gd name="T31" fmla="*/ 13 h 114"/>
                <a:gd name="T32" fmla="*/ 13 w 44"/>
                <a:gd name="T33" fmla="*/ 13 h 114"/>
                <a:gd name="T34" fmla="*/ 13 w 44"/>
                <a:gd name="T35" fmla="*/ 37 h 114"/>
                <a:gd name="T36" fmla="*/ 26 w 44"/>
                <a:gd name="T37" fmla="*/ 32 h 114"/>
                <a:gd name="T38" fmla="*/ 41 w 44"/>
                <a:gd name="T39" fmla="*/ 38 h 114"/>
                <a:gd name="T40" fmla="*/ 44 w 44"/>
                <a:gd name="T41" fmla="*/ 54 h 114"/>
                <a:gd name="T42" fmla="*/ 44 w 44"/>
                <a:gd name="T43" fmla="*/ 94 h 114"/>
                <a:gd name="T44" fmla="*/ 22 w 44"/>
                <a:gd name="T45" fmla="*/ 114 h 114"/>
                <a:gd name="T46" fmla="*/ 5 w 44"/>
                <a:gd name="T47" fmla="*/ 109 h 114"/>
                <a:gd name="T48" fmla="*/ 0 w 44"/>
                <a:gd name="T49" fmla="*/ 91 h 114"/>
                <a:gd name="T50" fmla="*/ 0 w 44"/>
                <a:gd name="T51" fmla="*/ 78 h 114"/>
                <a:gd name="T52" fmla="*/ 13 w 44"/>
                <a:gd name="T53" fmla="*/ 78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4" h="114">
                  <a:moveTo>
                    <a:pt x="13" y="78"/>
                  </a:moveTo>
                  <a:cubicBezTo>
                    <a:pt x="13" y="92"/>
                    <a:pt x="13" y="92"/>
                    <a:pt x="13" y="92"/>
                  </a:cubicBezTo>
                  <a:cubicBezTo>
                    <a:pt x="13" y="99"/>
                    <a:pt x="16" y="103"/>
                    <a:pt x="21" y="103"/>
                  </a:cubicBezTo>
                  <a:cubicBezTo>
                    <a:pt x="25" y="103"/>
                    <a:pt x="28" y="102"/>
                    <a:pt x="29" y="99"/>
                  </a:cubicBezTo>
                  <a:cubicBezTo>
                    <a:pt x="30" y="97"/>
                    <a:pt x="30" y="94"/>
                    <a:pt x="30" y="89"/>
                  </a:cubicBezTo>
                  <a:cubicBezTo>
                    <a:pt x="30" y="54"/>
                    <a:pt x="30" y="54"/>
                    <a:pt x="30" y="54"/>
                  </a:cubicBezTo>
                  <a:cubicBezTo>
                    <a:pt x="30" y="48"/>
                    <a:pt x="27" y="44"/>
                    <a:pt x="21" y="44"/>
                  </a:cubicBezTo>
                  <a:cubicBezTo>
                    <a:pt x="17" y="44"/>
                    <a:pt x="15" y="46"/>
                    <a:pt x="13" y="48"/>
                  </a:cubicBezTo>
                  <a:cubicBezTo>
                    <a:pt x="12" y="50"/>
                    <a:pt x="12" y="53"/>
                    <a:pt x="12" y="57"/>
                  </a:cubicBezTo>
                  <a:cubicBezTo>
                    <a:pt x="0" y="57"/>
                    <a:pt x="0" y="57"/>
                    <a:pt x="0" y="57"/>
                  </a:cubicBezTo>
                  <a:cubicBezTo>
                    <a:pt x="0" y="54"/>
                    <a:pt x="0" y="54"/>
                    <a:pt x="0" y="54"/>
                  </a:cubicBezTo>
                  <a:cubicBezTo>
                    <a:pt x="0" y="39"/>
                    <a:pt x="0" y="39"/>
                    <a:pt x="0" y="39"/>
                  </a:cubicBezTo>
                  <a:cubicBezTo>
                    <a:pt x="0" y="24"/>
                    <a:pt x="0" y="24"/>
                    <a:pt x="0" y="24"/>
                  </a:cubicBezTo>
                  <a:cubicBezTo>
                    <a:pt x="0" y="13"/>
                    <a:pt x="0" y="5"/>
                    <a:pt x="1" y="0"/>
                  </a:cubicBezTo>
                  <a:cubicBezTo>
                    <a:pt x="41" y="0"/>
                    <a:pt x="41" y="0"/>
                    <a:pt x="41" y="0"/>
                  </a:cubicBezTo>
                  <a:cubicBezTo>
                    <a:pt x="41" y="13"/>
                    <a:pt x="41" y="13"/>
                    <a:pt x="41" y="13"/>
                  </a:cubicBezTo>
                  <a:cubicBezTo>
                    <a:pt x="13" y="13"/>
                    <a:pt x="13" y="13"/>
                    <a:pt x="13" y="13"/>
                  </a:cubicBezTo>
                  <a:cubicBezTo>
                    <a:pt x="13" y="37"/>
                    <a:pt x="13" y="37"/>
                    <a:pt x="13" y="37"/>
                  </a:cubicBezTo>
                  <a:cubicBezTo>
                    <a:pt x="17" y="34"/>
                    <a:pt x="22" y="32"/>
                    <a:pt x="26" y="32"/>
                  </a:cubicBezTo>
                  <a:cubicBezTo>
                    <a:pt x="33" y="32"/>
                    <a:pt x="38" y="34"/>
                    <a:pt x="41" y="38"/>
                  </a:cubicBezTo>
                  <a:cubicBezTo>
                    <a:pt x="43" y="42"/>
                    <a:pt x="44" y="47"/>
                    <a:pt x="44" y="54"/>
                  </a:cubicBezTo>
                  <a:cubicBezTo>
                    <a:pt x="44" y="94"/>
                    <a:pt x="44" y="94"/>
                    <a:pt x="44" y="94"/>
                  </a:cubicBezTo>
                  <a:cubicBezTo>
                    <a:pt x="44" y="108"/>
                    <a:pt x="37" y="114"/>
                    <a:pt x="22" y="114"/>
                  </a:cubicBezTo>
                  <a:cubicBezTo>
                    <a:pt x="14" y="114"/>
                    <a:pt x="8" y="113"/>
                    <a:pt x="5" y="109"/>
                  </a:cubicBezTo>
                  <a:cubicBezTo>
                    <a:pt x="1" y="105"/>
                    <a:pt x="0" y="99"/>
                    <a:pt x="0" y="91"/>
                  </a:cubicBezTo>
                  <a:cubicBezTo>
                    <a:pt x="0" y="78"/>
                    <a:pt x="0" y="78"/>
                    <a:pt x="0" y="78"/>
                  </a:cubicBezTo>
                  <a:lnTo>
                    <a:pt x="13" y="78"/>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sp>
        <p:nvSpPr>
          <p:cNvPr id="107" name="文本框 106"/>
          <p:cNvSpPr txBox="1"/>
          <p:nvPr/>
        </p:nvSpPr>
        <p:spPr>
          <a:xfrm>
            <a:off x="6690908" y="5567345"/>
            <a:ext cx="2856518" cy="830997"/>
          </a:xfrm>
          <a:prstGeom prst="rect">
            <a:avLst/>
          </a:prstGeom>
          <a:noFill/>
        </p:spPr>
        <p:txBody>
          <a:bodyPr wrap="square" rtlCol="0">
            <a:spAutoFit/>
          </a:bodyPr>
          <a:lstStyle/>
          <a:p>
            <a:pPr>
              <a:lnSpc>
                <a:spcPct val="120000"/>
              </a:lnSpc>
            </a:pPr>
            <a:r>
              <a:rPr lang="zh-CN" altLang="en-US" sz="2400" b="1" dirty="0">
                <a:solidFill>
                  <a:srgbClr val="9FC628"/>
                </a:solidFill>
              </a:rPr>
              <a:t>添加标题</a:t>
            </a:r>
            <a:endParaRPr lang="en-US" altLang="zh-CN" sz="2400" b="1" dirty="0">
              <a:solidFill>
                <a:srgbClr val="9FC628"/>
              </a:solidFill>
            </a:endParaRPr>
          </a:p>
          <a:p>
            <a:pPr>
              <a:lnSpc>
                <a:spcPct val="120000"/>
              </a:lnSpc>
            </a:pPr>
            <a:r>
              <a:rPr lang="zh-CN" altLang="en-US" sz="1600" dirty="0">
                <a:solidFill>
                  <a:schemeClr val="tx1">
                    <a:lumMod val="65000"/>
                    <a:lumOff val="35000"/>
                  </a:schemeClr>
                </a:solidFill>
              </a:rPr>
              <a:t>添加内容添加内容</a:t>
            </a:r>
          </a:p>
        </p:txBody>
      </p:sp>
      <p:sp>
        <p:nvSpPr>
          <p:cNvPr id="108" name="文本框 107"/>
          <p:cNvSpPr txBox="1"/>
          <p:nvPr/>
        </p:nvSpPr>
        <p:spPr>
          <a:xfrm>
            <a:off x="7925917" y="2138157"/>
            <a:ext cx="2856518" cy="830997"/>
          </a:xfrm>
          <a:prstGeom prst="rect">
            <a:avLst/>
          </a:prstGeom>
          <a:noFill/>
        </p:spPr>
        <p:txBody>
          <a:bodyPr wrap="square" rtlCol="0">
            <a:spAutoFit/>
          </a:bodyPr>
          <a:lstStyle/>
          <a:p>
            <a:pPr>
              <a:lnSpc>
                <a:spcPct val="120000"/>
              </a:lnSpc>
            </a:pPr>
            <a:r>
              <a:rPr lang="zh-CN" altLang="en-US" sz="2400" b="1" dirty="0">
                <a:solidFill>
                  <a:srgbClr val="FF8900"/>
                </a:solidFill>
              </a:rPr>
              <a:t>添加标题</a:t>
            </a:r>
            <a:endParaRPr lang="en-US" altLang="zh-CN" sz="2400" b="1" dirty="0">
              <a:solidFill>
                <a:srgbClr val="FF8900"/>
              </a:solidFill>
            </a:endParaRPr>
          </a:p>
          <a:p>
            <a:pPr>
              <a:lnSpc>
                <a:spcPct val="120000"/>
              </a:lnSpc>
            </a:pPr>
            <a:r>
              <a:rPr lang="zh-CN" altLang="en-US" sz="1600" dirty="0">
                <a:solidFill>
                  <a:schemeClr val="tx1">
                    <a:lumMod val="65000"/>
                    <a:lumOff val="35000"/>
                  </a:schemeClr>
                </a:solidFill>
              </a:rPr>
              <a:t>添加内容添加内容</a:t>
            </a:r>
          </a:p>
        </p:txBody>
      </p:sp>
      <p:sp>
        <p:nvSpPr>
          <p:cNvPr id="109" name="文本框 108"/>
          <p:cNvSpPr txBox="1"/>
          <p:nvPr/>
        </p:nvSpPr>
        <p:spPr>
          <a:xfrm>
            <a:off x="1497196" y="2915767"/>
            <a:ext cx="2856518" cy="830997"/>
          </a:xfrm>
          <a:prstGeom prst="rect">
            <a:avLst/>
          </a:prstGeom>
          <a:noFill/>
        </p:spPr>
        <p:txBody>
          <a:bodyPr wrap="square" rtlCol="0">
            <a:spAutoFit/>
          </a:bodyPr>
          <a:lstStyle/>
          <a:p>
            <a:pPr algn="r">
              <a:lnSpc>
                <a:spcPct val="120000"/>
              </a:lnSpc>
            </a:pPr>
            <a:r>
              <a:rPr lang="zh-CN" altLang="en-US" sz="2400" b="1" dirty="0">
                <a:solidFill>
                  <a:srgbClr val="6D5DA5"/>
                </a:solidFill>
              </a:rPr>
              <a:t>添加标题</a:t>
            </a:r>
            <a:endParaRPr lang="en-US" altLang="zh-CN" sz="2400" b="1" dirty="0">
              <a:solidFill>
                <a:srgbClr val="6D5DA5"/>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10" name="文本框 109"/>
          <p:cNvSpPr txBox="1"/>
          <p:nvPr/>
        </p:nvSpPr>
        <p:spPr>
          <a:xfrm>
            <a:off x="7925917" y="3725040"/>
            <a:ext cx="2856518" cy="830997"/>
          </a:xfrm>
          <a:prstGeom prst="rect">
            <a:avLst/>
          </a:prstGeom>
          <a:noFill/>
        </p:spPr>
        <p:txBody>
          <a:bodyPr wrap="square" rtlCol="0">
            <a:spAutoFit/>
          </a:bodyPr>
          <a:lstStyle/>
          <a:p>
            <a:pPr>
              <a:lnSpc>
                <a:spcPct val="120000"/>
              </a:lnSpc>
            </a:pPr>
            <a:r>
              <a:rPr lang="zh-CN" altLang="en-US" sz="2400" b="1" dirty="0">
                <a:solidFill>
                  <a:srgbClr val="007BC6"/>
                </a:solidFill>
              </a:rPr>
              <a:t>添加标题</a:t>
            </a:r>
            <a:endParaRPr lang="en-US" altLang="zh-CN" sz="2400" b="1" dirty="0">
              <a:solidFill>
                <a:srgbClr val="007BC6"/>
              </a:solidFill>
            </a:endParaRPr>
          </a:p>
          <a:p>
            <a:pPr>
              <a:lnSpc>
                <a:spcPct val="120000"/>
              </a:lnSpc>
            </a:pPr>
            <a:r>
              <a:rPr lang="zh-CN" altLang="en-US" sz="1600" dirty="0">
                <a:solidFill>
                  <a:schemeClr val="tx1">
                    <a:lumMod val="65000"/>
                    <a:lumOff val="35000"/>
                  </a:schemeClr>
                </a:solidFill>
              </a:rPr>
              <a:t>添加内容添加内容</a:t>
            </a:r>
          </a:p>
        </p:txBody>
      </p:sp>
      <p:sp>
        <p:nvSpPr>
          <p:cNvPr id="111" name="文本框 110"/>
          <p:cNvSpPr txBox="1"/>
          <p:nvPr/>
        </p:nvSpPr>
        <p:spPr>
          <a:xfrm>
            <a:off x="1503914" y="4384906"/>
            <a:ext cx="2856518" cy="830997"/>
          </a:xfrm>
          <a:prstGeom prst="rect">
            <a:avLst/>
          </a:prstGeom>
          <a:noFill/>
        </p:spPr>
        <p:txBody>
          <a:bodyPr wrap="square" rtlCol="0">
            <a:spAutoFit/>
          </a:bodyPr>
          <a:lstStyle/>
          <a:p>
            <a:pPr algn="r">
              <a:lnSpc>
                <a:spcPct val="120000"/>
              </a:lnSpc>
            </a:pPr>
            <a:r>
              <a:rPr lang="zh-CN" altLang="en-US" sz="2400" b="1" dirty="0">
                <a:solidFill>
                  <a:srgbClr val="4FB5B7"/>
                </a:solidFill>
              </a:rPr>
              <a:t>添加标题</a:t>
            </a:r>
            <a:endParaRPr lang="en-US" altLang="zh-CN" sz="2400" b="1" dirty="0">
              <a:solidFill>
                <a:srgbClr val="4FB5B7"/>
              </a:solidFill>
            </a:endParaRPr>
          </a:p>
          <a:p>
            <a:pPr algn="r">
              <a:lnSpc>
                <a:spcPct val="120000"/>
              </a:lnSpc>
            </a:pPr>
            <a:r>
              <a:rPr lang="zh-CN" altLang="en-US" sz="1600" dirty="0">
                <a:solidFill>
                  <a:schemeClr val="tx1">
                    <a:lumMod val="65000"/>
                    <a:lumOff val="35000"/>
                  </a:schemeClr>
                </a:solidFill>
              </a:rPr>
              <a:t>添加内容添加内容</a:t>
            </a:r>
          </a:p>
        </p:txBody>
      </p:sp>
    </p:spTree>
    <p:extLst>
      <p:ext uri="{BB962C8B-B14F-4D97-AF65-F5344CB8AC3E}">
        <p14:creationId xmlns:p14="http://schemas.microsoft.com/office/powerpoint/2010/main" val="2003610939"/>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 name="Freeform 60"/>
          <p:cNvSpPr>
            <a:spLocks/>
          </p:cNvSpPr>
          <p:nvPr/>
        </p:nvSpPr>
        <p:spPr bwMode="auto">
          <a:xfrm>
            <a:off x="1007063" y="3889553"/>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 name="文本框 86"/>
          <p:cNvSpPr txBox="1"/>
          <p:nvPr/>
        </p:nvSpPr>
        <p:spPr>
          <a:xfrm>
            <a:off x="940215" y="4689154"/>
            <a:ext cx="3555585" cy="1421928"/>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网络</a:t>
            </a:r>
            <a:r>
              <a:rPr lang="en-US" altLang="zh-CN" dirty="0">
                <a:solidFill>
                  <a:prstClr val="black">
                    <a:lumMod val="65000"/>
                    <a:lumOff val="35000"/>
                  </a:prstClr>
                </a:solidFill>
                <a:latin typeface="微软雅黑" panose="020B0503020204020204" pitchFamily="34" charset="-122"/>
              </a:rPr>
              <a:t>EPS</a:t>
            </a:r>
            <a:r>
              <a:rPr lang="zh-CN" altLang="en-US" dirty="0">
                <a:solidFill>
                  <a:prstClr val="black">
                    <a:lumMod val="65000"/>
                    <a:lumOff val="35000"/>
                  </a:prstClr>
                </a:solidFill>
                <a:latin typeface="微软雅黑" panose="020B0503020204020204" pitchFamily="34" charset="-122"/>
              </a:rPr>
              <a:t>素材改编；</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文字、颜色可随意更改；</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矢量图标可替换；</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亦可作为时间线使用。</a:t>
            </a:r>
            <a:endParaRPr lang="en-US" altLang="zh-CN" dirty="0">
              <a:solidFill>
                <a:prstClr val="black">
                  <a:lumMod val="65000"/>
                  <a:lumOff val="35000"/>
                </a:prstClr>
              </a:solidFill>
              <a:latin typeface="微软雅黑" panose="020B0503020204020204" pitchFamily="34" charset="-122"/>
            </a:endParaRPr>
          </a:p>
        </p:txBody>
      </p:sp>
      <p:sp>
        <p:nvSpPr>
          <p:cNvPr id="88" name="圆角矩形 87"/>
          <p:cNvSpPr/>
          <p:nvPr/>
        </p:nvSpPr>
        <p:spPr>
          <a:xfrm>
            <a:off x="1674755" y="4048838"/>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89" name="等腰三角形 88"/>
          <p:cNvSpPr/>
          <p:nvPr/>
        </p:nvSpPr>
        <p:spPr>
          <a:xfrm rot="16200000">
            <a:off x="1600123" y="4116382"/>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5" name="Rectangle 5"/>
          <p:cNvSpPr>
            <a:spLocks noChangeArrowheads="1"/>
          </p:cNvSpPr>
          <p:nvPr/>
        </p:nvSpPr>
        <p:spPr bwMode="auto">
          <a:xfrm>
            <a:off x="6098971" y="0"/>
            <a:ext cx="6096204" cy="6858000"/>
          </a:xfrm>
          <a:prstGeom prst="rect">
            <a:avLst/>
          </a:prstGeom>
          <a:solidFill>
            <a:srgbClr val="D7DDD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 name="Freeform 5"/>
          <p:cNvSpPr>
            <a:spLocks/>
          </p:cNvSpPr>
          <p:nvPr/>
        </p:nvSpPr>
        <p:spPr bwMode="auto">
          <a:xfrm>
            <a:off x="6351588" y="1063625"/>
            <a:ext cx="5476875" cy="5199063"/>
          </a:xfrm>
          <a:custGeom>
            <a:avLst/>
            <a:gdLst>
              <a:gd name="T0" fmla="*/ 1142 w 1245"/>
              <a:gd name="T1" fmla="*/ 1005 h 1182"/>
              <a:gd name="T2" fmla="*/ 999 w 1245"/>
              <a:gd name="T3" fmla="*/ 947 h 1182"/>
              <a:gd name="T4" fmla="*/ 950 w 1245"/>
              <a:gd name="T5" fmla="*/ 898 h 1182"/>
              <a:gd name="T6" fmla="*/ 669 w 1245"/>
              <a:gd name="T7" fmla="*/ 947 h 1182"/>
              <a:gd name="T8" fmla="*/ 277 w 1245"/>
              <a:gd name="T9" fmla="*/ 1005 h 1182"/>
              <a:gd name="T10" fmla="*/ 281 w 1245"/>
              <a:gd name="T11" fmla="*/ 958 h 1182"/>
              <a:gd name="T12" fmla="*/ 329 w 1245"/>
              <a:gd name="T13" fmla="*/ 723 h 1182"/>
              <a:gd name="T14" fmla="*/ 281 w 1245"/>
              <a:gd name="T15" fmla="*/ 674 h 1182"/>
              <a:gd name="T16" fmla="*/ 277 w 1245"/>
              <a:gd name="T17" fmla="*/ 624 h 1182"/>
              <a:gd name="T18" fmla="*/ 439 w 1245"/>
              <a:gd name="T19" fmla="*/ 684 h 1182"/>
              <a:gd name="T20" fmla="*/ 720 w 1245"/>
              <a:gd name="T21" fmla="*/ 732 h 1182"/>
              <a:gd name="T22" fmla="*/ 768 w 1245"/>
              <a:gd name="T23" fmla="*/ 624 h 1182"/>
              <a:gd name="T24" fmla="*/ 1068 w 1245"/>
              <a:gd name="T25" fmla="*/ 505 h 1182"/>
              <a:gd name="T26" fmla="*/ 1202 w 1245"/>
              <a:gd name="T27" fmla="*/ 457 h 1182"/>
              <a:gd name="T28" fmla="*/ 1187 w 1245"/>
              <a:gd name="T29" fmla="*/ 236 h 1182"/>
              <a:gd name="T30" fmla="*/ 1066 w 1245"/>
              <a:gd name="T31" fmla="*/ 221 h 1182"/>
              <a:gd name="T32" fmla="*/ 645 w 1245"/>
              <a:gd name="T33" fmla="*/ 109 h 1182"/>
              <a:gd name="T34" fmla="*/ 631 w 1245"/>
              <a:gd name="T35" fmla="*/ 14 h 1182"/>
              <a:gd name="T36" fmla="*/ 364 w 1245"/>
              <a:gd name="T37" fmla="*/ 0 h 1182"/>
              <a:gd name="T38" fmla="*/ 316 w 1245"/>
              <a:gd name="T39" fmla="*/ 109 h 1182"/>
              <a:gd name="T40" fmla="*/ 157 w 1245"/>
              <a:gd name="T41" fmla="*/ 88 h 1182"/>
              <a:gd name="T42" fmla="*/ 157 w 1245"/>
              <a:gd name="T43" fmla="*/ 201 h 1182"/>
              <a:gd name="T44" fmla="*/ 316 w 1245"/>
              <a:gd name="T45" fmla="*/ 175 h 1182"/>
              <a:gd name="T46" fmla="*/ 364 w 1245"/>
              <a:gd name="T47" fmla="*/ 284 h 1182"/>
              <a:gd name="T48" fmla="*/ 645 w 1245"/>
              <a:gd name="T49" fmla="*/ 235 h 1182"/>
              <a:gd name="T50" fmla="*/ 925 w 1245"/>
              <a:gd name="T51" fmla="*/ 175 h 1182"/>
              <a:gd name="T52" fmla="*/ 921 w 1245"/>
              <a:gd name="T53" fmla="*/ 221 h 1182"/>
              <a:gd name="T54" fmla="*/ 872 w 1245"/>
              <a:gd name="T55" fmla="*/ 457 h 1182"/>
              <a:gd name="T56" fmla="*/ 999 w 1245"/>
              <a:gd name="T57" fmla="*/ 505 h 1182"/>
              <a:gd name="T58" fmla="*/ 768 w 1245"/>
              <a:gd name="T59" fmla="*/ 557 h 1182"/>
              <a:gd name="T60" fmla="*/ 754 w 1245"/>
              <a:gd name="T61" fmla="*/ 463 h 1182"/>
              <a:gd name="T62" fmla="*/ 487 w 1245"/>
              <a:gd name="T63" fmla="*/ 448 h 1182"/>
              <a:gd name="T64" fmla="*/ 439 w 1245"/>
              <a:gd name="T65" fmla="*/ 557 h 1182"/>
              <a:gd name="T66" fmla="*/ 134 w 1245"/>
              <a:gd name="T67" fmla="*/ 674 h 1182"/>
              <a:gd name="T68" fmla="*/ 0 w 1245"/>
              <a:gd name="T69" fmla="*/ 723 h 1182"/>
              <a:gd name="T70" fmla="*/ 48 w 1245"/>
              <a:gd name="T71" fmla="*/ 958 h 1182"/>
              <a:gd name="T72" fmla="*/ 277 w 1245"/>
              <a:gd name="T73" fmla="*/ 1072 h 1182"/>
              <a:gd name="T74" fmla="*/ 669 w 1245"/>
              <a:gd name="T75" fmla="*/ 1134 h 1182"/>
              <a:gd name="T76" fmla="*/ 950 w 1245"/>
              <a:gd name="T77" fmla="*/ 1182 h 1182"/>
              <a:gd name="T78" fmla="*/ 999 w 1245"/>
              <a:gd name="T79" fmla="*/ 1072 h 1182"/>
              <a:gd name="T80" fmla="*/ 1189 w 1245"/>
              <a:gd name="T81" fmla="*/ 1095 h 1182"/>
              <a:gd name="T82" fmla="*/ 1189 w 1245"/>
              <a:gd name="T83" fmla="*/ 981 h 1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45" h="1182">
                <a:moveTo>
                  <a:pt x="1189" y="981"/>
                </a:moveTo>
                <a:cubicBezTo>
                  <a:pt x="1170" y="981"/>
                  <a:pt x="1153" y="991"/>
                  <a:pt x="1142" y="1005"/>
                </a:cubicBezTo>
                <a:cubicBezTo>
                  <a:pt x="999" y="1005"/>
                  <a:pt x="999" y="1005"/>
                  <a:pt x="999" y="1005"/>
                </a:cubicBezTo>
                <a:cubicBezTo>
                  <a:pt x="999" y="947"/>
                  <a:pt x="999" y="947"/>
                  <a:pt x="999" y="947"/>
                </a:cubicBezTo>
                <a:cubicBezTo>
                  <a:pt x="999" y="934"/>
                  <a:pt x="994" y="922"/>
                  <a:pt x="985" y="913"/>
                </a:cubicBezTo>
                <a:cubicBezTo>
                  <a:pt x="975" y="904"/>
                  <a:pt x="963" y="898"/>
                  <a:pt x="950" y="898"/>
                </a:cubicBezTo>
                <a:cubicBezTo>
                  <a:pt x="718" y="898"/>
                  <a:pt x="718" y="898"/>
                  <a:pt x="718" y="898"/>
                </a:cubicBezTo>
                <a:cubicBezTo>
                  <a:pt x="691" y="898"/>
                  <a:pt x="669" y="920"/>
                  <a:pt x="669" y="947"/>
                </a:cubicBezTo>
                <a:cubicBezTo>
                  <a:pt x="669" y="1005"/>
                  <a:pt x="669" y="1005"/>
                  <a:pt x="669" y="1005"/>
                </a:cubicBezTo>
                <a:cubicBezTo>
                  <a:pt x="277" y="1005"/>
                  <a:pt x="277" y="1005"/>
                  <a:pt x="277" y="1005"/>
                </a:cubicBezTo>
                <a:cubicBezTo>
                  <a:pt x="245" y="1005"/>
                  <a:pt x="217" y="986"/>
                  <a:pt x="205" y="958"/>
                </a:cubicBezTo>
                <a:cubicBezTo>
                  <a:pt x="281" y="958"/>
                  <a:pt x="281" y="958"/>
                  <a:pt x="281" y="958"/>
                </a:cubicBezTo>
                <a:cubicBezTo>
                  <a:pt x="308" y="958"/>
                  <a:pt x="329" y="937"/>
                  <a:pt x="329" y="910"/>
                </a:cubicBezTo>
                <a:cubicBezTo>
                  <a:pt x="329" y="723"/>
                  <a:pt x="329" y="723"/>
                  <a:pt x="329" y="723"/>
                </a:cubicBezTo>
                <a:cubicBezTo>
                  <a:pt x="329" y="710"/>
                  <a:pt x="324" y="698"/>
                  <a:pt x="315" y="689"/>
                </a:cubicBezTo>
                <a:cubicBezTo>
                  <a:pt x="306" y="680"/>
                  <a:pt x="294" y="674"/>
                  <a:pt x="281" y="674"/>
                </a:cubicBezTo>
                <a:cubicBezTo>
                  <a:pt x="203" y="674"/>
                  <a:pt x="203" y="674"/>
                  <a:pt x="203" y="674"/>
                </a:cubicBezTo>
                <a:cubicBezTo>
                  <a:pt x="214" y="645"/>
                  <a:pt x="243" y="624"/>
                  <a:pt x="277" y="624"/>
                </a:cubicBezTo>
                <a:cubicBezTo>
                  <a:pt x="439" y="624"/>
                  <a:pt x="439" y="624"/>
                  <a:pt x="439" y="624"/>
                </a:cubicBezTo>
                <a:cubicBezTo>
                  <a:pt x="439" y="684"/>
                  <a:pt x="439" y="684"/>
                  <a:pt x="439" y="684"/>
                </a:cubicBezTo>
                <a:cubicBezTo>
                  <a:pt x="439" y="711"/>
                  <a:pt x="460" y="732"/>
                  <a:pt x="487" y="732"/>
                </a:cubicBezTo>
                <a:cubicBezTo>
                  <a:pt x="720" y="732"/>
                  <a:pt x="720" y="732"/>
                  <a:pt x="720" y="732"/>
                </a:cubicBezTo>
                <a:cubicBezTo>
                  <a:pt x="746" y="732"/>
                  <a:pt x="768" y="711"/>
                  <a:pt x="768" y="684"/>
                </a:cubicBezTo>
                <a:cubicBezTo>
                  <a:pt x="768" y="624"/>
                  <a:pt x="768" y="624"/>
                  <a:pt x="768" y="624"/>
                </a:cubicBezTo>
                <a:cubicBezTo>
                  <a:pt x="925" y="624"/>
                  <a:pt x="925" y="624"/>
                  <a:pt x="925" y="624"/>
                </a:cubicBezTo>
                <a:cubicBezTo>
                  <a:pt x="996" y="624"/>
                  <a:pt x="1055" y="573"/>
                  <a:pt x="1068" y="505"/>
                </a:cubicBezTo>
                <a:cubicBezTo>
                  <a:pt x="1153" y="505"/>
                  <a:pt x="1153" y="505"/>
                  <a:pt x="1153" y="505"/>
                </a:cubicBezTo>
                <a:cubicBezTo>
                  <a:pt x="1180" y="505"/>
                  <a:pt x="1202" y="484"/>
                  <a:pt x="1202" y="457"/>
                </a:cubicBezTo>
                <a:cubicBezTo>
                  <a:pt x="1202" y="270"/>
                  <a:pt x="1202" y="270"/>
                  <a:pt x="1202" y="270"/>
                </a:cubicBezTo>
                <a:cubicBezTo>
                  <a:pt x="1202" y="257"/>
                  <a:pt x="1197" y="245"/>
                  <a:pt x="1187" y="236"/>
                </a:cubicBezTo>
                <a:cubicBezTo>
                  <a:pt x="1178" y="226"/>
                  <a:pt x="1166" y="221"/>
                  <a:pt x="1153" y="221"/>
                </a:cubicBezTo>
                <a:cubicBezTo>
                  <a:pt x="1066" y="221"/>
                  <a:pt x="1066" y="221"/>
                  <a:pt x="1066" y="221"/>
                </a:cubicBezTo>
                <a:cubicBezTo>
                  <a:pt x="1051" y="157"/>
                  <a:pt x="994" y="109"/>
                  <a:pt x="925" y="109"/>
                </a:cubicBezTo>
                <a:cubicBezTo>
                  <a:pt x="645" y="109"/>
                  <a:pt x="645" y="109"/>
                  <a:pt x="645" y="109"/>
                </a:cubicBezTo>
                <a:cubicBezTo>
                  <a:pt x="645" y="49"/>
                  <a:pt x="645" y="49"/>
                  <a:pt x="645" y="49"/>
                </a:cubicBezTo>
                <a:cubicBezTo>
                  <a:pt x="645" y="36"/>
                  <a:pt x="640" y="23"/>
                  <a:pt x="631" y="14"/>
                </a:cubicBezTo>
                <a:cubicBezTo>
                  <a:pt x="622" y="5"/>
                  <a:pt x="610" y="0"/>
                  <a:pt x="597" y="0"/>
                </a:cubicBezTo>
                <a:cubicBezTo>
                  <a:pt x="364" y="0"/>
                  <a:pt x="364" y="0"/>
                  <a:pt x="364" y="0"/>
                </a:cubicBezTo>
                <a:cubicBezTo>
                  <a:pt x="338" y="0"/>
                  <a:pt x="316" y="22"/>
                  <a:pt x="316" y="49"/>
                </a:cubicBezTo>
                <a:cubicBezTo>
                  <a:pt x="316" y="109"/>
                  <a:pt x="316" y="109"/>
                  <a:pt x="316" y="109"/>
                </a:cubicBezTo>
                <a:cubicBezTo>
                  <a:pt x="200" y="109"/>
                  <a:pt x="200" y="109"/>
                  <a:pt x="200" y="109"/>
                </a:cubicBezTo>
                <a:cubicBezTo>
                  <a:pt x="190" y="96"/>
                  <a:pt x="174" y="88"/>
                  <a:pt x="157" y="88"/>
                </a:cubicBezTo>
                <a:cubicBezTo>
                  <a:pt x="125" y="88"/>
                  <a:pt x="100" y="113"/>
                  <a:pt x="100" y="145"/>
                </a:cubicBezTo>
                <a:cubicBezTo>
                  <a:pt x="100" y="176"/>
                  <a:pt x="125" y="201"/>
                  <a:pt x="157" y="201"/>
                </a:cubicBezTo>
                <a:cubicBezTo>
                  <a:pt x="177" y="201"/>
                  <a:pt x="194" y="191"/>
                  <a:pt x="204" y="175"/>
                </a:cubicBezTo>
                <a:cubicBezTo>
                  <a:pt x="316" y="175"/>
                  <a:pt x="316" y="175"/>
                  <a:pt x="316" y="175"/>
                </a:cubicBezTo>
                <a:cubicBezTo>
                  <a:pt x="316" y="235"/>
                  <a:pt x="316" y="235"/>
                  <a:pt x="316" y="235"/>
                </a:cubicBezTo>
                <a:cubicBezTo>
                  <a:pt x="316" y="262"/>
                  <a:pt x="338" y="284"/>
                  <a:pt x="364" y="284"/>
                </a:cubicBezTo>
                <a:cubicBezTo>
                  <a:pt x="597" y="284"/>
                  <a:pt x="597" y="284"/>
                  <a:pt x="597" y="284"/>
                </a:cubicBezTo>
                <a:cubicBezTo>
                  <a:pt x="624" y="284"/>
                  <a:pt x="645" y="262"/>
                  <a:pt x="645" y="235"/>
                </a:cubicBezTo>
                <a:cubicBezTo>
                  <a:pt x="645" y="175"/>
                  <a:pt x="645" y="175"/>
                  <a:pt x="645" y="175"/>
                </a:cubicBezTo>
                <a:cubicBezTo>
                  <a:pt x="925" y="175"/>
                  <a:pt x="925" y="175"/>
                  <a:pt x="925" y="175"/>
                </a:cubicBezTo>
                <a:cubicBezTo>
                  <a:pt x="956" y="175"/>
                  <a:pt x="984" y="194"/>
                  <a:pt x="996" y="221"/>
                </a:cubicBezTo>
                <a:cubicBezTo>
                  <a:pt x="921" y="221"/>
                  <a:pt x="921" y="221"/>
                  <a:pt x="921" y="221"/>
                </a:cubicBezTo>
                <a:cubicBezTo>
                  <a:pt x="894" y="221"/>
                  <a:pt x="872" y="243"/>
                  <a:pt x="872" y="270"/>
                </a:cubicBezTo>
                <a:cubicBezTo>
                  <a:pt x="872" y="457"/>
                  <a:pt x="872" y="457"/>
                  <a:pt x="872" y="457"/>
                </a:cubicBezTo>
                <a:cubicBezTo>
                  <a:pt x="872" y="484"/>
                  <a:pt x="894" y="505"/>
                  <a:pt x="921" y="505"/>
                </a:cubicBezTo>
                <a:cubicBezTo>
                  <a:pt x="999" y="505"/>
                  <a:pt x="999" y="505"/>
                  <a:pt x="999" y="505"/>
                </a:cubicBezTo>
                <a:cubicBezTo>
                  <a:pt x="988" y="535"/>
                  <a:pt x="959" y="557"/>
                  <a:pt x="925" y="557"/>
                </a:cubicBezTo>
                <a:cubicBezTo>
                  <a:pt x="768" y="557"/>
                  <a:pt x="768" y="557"/>
                  <a:pt x="768" y="557"/>
                </a:cubicBezTo>
                <a:cubicBezTo>
                  <a:pt x="768" y="497"/>
                  <a:pt x="768" y="497"/>
                  <a:pt x="768" y="497"/>
                </a:cubicBezTo>
                <a:cubicBezTo>
                  <a:pt x="768" y="484"/>
                  <a:pt x="763" y="472"/>
                  <a:pt x="754" y="463"/>
                </a:cubicBezTo>
                <a:cubicBezTo>
                  <a:pt x="745" y="453"/>
                  <a:pt x="733" y="448"/>
                  <a:pt x="720" y="448"/>
                </a:cubicBezTo>
                <a:cubicBezTo>
                  <a:pt x="487" y="448"/>
                  <a:pt x="487" y="448"/>
                  <a:pt x="487" y="448"/>
                </a:cubicBezTo>
                <a:cubicBezTo>
                  <a:pt x="460" y="448"/>
                  <a:pt x="439" y="470"/>
                  <a:pt x="439" y="497"/>
                </a:cubicBezTo>
                <a:cubicBezTo>
                  <a:pt x="439" y="557"/>
                  <a:pt x="439" y="557"/>
                  <a:pt x="439" y="557"/>
                </a:cubicBezTo>
                <a:cubicBezTo>
                  <a:pt x="277" y="557"/>
                  <a:pt x="277" y="557"/>
                  <a:pt x="277" y="557"/>
                </a:cubicBezTo>
                <a:cubicBezTo>
                  <a:pt x="206" y="557"/>
                  <a:pt x="147" y="608"/>
                  <a:pt x="134" y="674"/>
                </a:cubicBezTo>
                <a:cubicBezTo>
                  <a:pt x="48" y="674"/>
                  <a:pt x="48" y="674"/>
                  <a:pt x="48" y="674"/>
                </a:cubicBezTo>
                <a:cubicBezTo>
                  <a:pt x="22" y="674"/>
                  <a:pt x="0" y="696"/>
                  <a:pt x="0" y="723"/>
                </a:cubicBezTo>
                <a:cubicBezTo>
                  <a:pt x="0" y="910"/>
                  <a:pt x="0" y="910"/>
                  <a:pt x="0" y="910"/>
                </a:cubicBezTo>
                <a:cubicBezTo>
                  <a:pt x="0" y="937"/>
                  <a:pt x="22" y="958"/>
                  <a:pt x="48" y="958"/>
                </a:cubicBezTo>
                <a:cubicBezTo>
                  <a:pt x="135" y="958"/>
                  <a:pt x="135" y="958"/>
                  <a:pt x="135" y="958"/>
                </a:cubicBezTo>
                <a:cubicBezTo>
                  <a:pt x="149" y="1023"/>
                  <a:pt x="207" y="1072"/>
                  <a:pt x="277" y="1072"/>
                </a:cubicBezTo>
                <a:cubicBezTo>
                  <a:pt x="669" y="1072"/>
                  <a:pt x="669" y="1072"/>
                  <a:pt x="669" y="1072"/>
                </a:cubicBezTo>
                <a:cubicBezTo>
                  <a:pt x="669" y="1134"/>
                  <a:pt x="669" y="1134"/>
                  <a:pt x="669" y="1134"/>
                </a:cubicBezTo>
                <a:cubicBezTo>
                  <a:pt x="669" y="1161"/>
                  <a:pt x="691" y="1182"/>
                  <a:pt x="718" y="1182"/>
                </a:cubicBezTo>
                <a:cubicBezTo>
                  <a:pt x="950" y="1182"/>
                  <a:pt x="950" y="1182"/>
                  <a:pt x="950" y="1182"/>
                </a:cubicBezTo>
                <a:cubicBezTo>
                  <a:pt x="977" y="1182"/>
                  <a:pt x="999" y="1161"/>
                  <a:pt x="999" y="1134"/>
                </a:cubicBezTo>
                <a:cubicBezTo>
                  <a:pt x="999" y="1072"/>
                  <a:pt x="999" y="1072"/>
                  <a:pt x="999" y="1072"/>
                </a:cubicBezTo>
                <a:cubicBezTo>
                  <a:pt x="1144" y="1072"/>
                  <a:pt x="1144" y="1072"/>
                  <a:pt x="1144" y="1072"/>
                </a:cubicBezTo>
                <a:cubicBezTo>
                  <a:pt x="1154" y="1086"/>
                  <a:pt x="1170" y="1095"/>
                  <a:pt x="1189" y="1095"/>
                </a:cubicBezTo>
                <a:cubicBezTo>
                  <a:pt x="1220" y="1095"/>
                  <a:pt x="1245" y="1069"/>
                  <a:pt x="1245" y="1038"/>
                </a:cubicBezTo>
                <a:cubicBezTo>
                  <a:pt x="1245" y="1007"/>
                  <a:pt x="1220" y="981"/>
                  <a:pt x="1189" y="981"/>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 name="Freeform 6"/>
          <p:cNvSpPr>
            <a:spLocks/>
          </p:cNvSpPr>
          <p:nvPr/>
        </p:nvSpPr>
        <p:spPr bwMode="auto">
          <a:xfrm>
            <a:off x="7856538" y="1182688"/>
            <a:ext cx="1217613" cy="1011238"/>
          </a:xfrm>
          <a:custGeom>
            <a:avLst/>
            <a:gdLst>
              <a:gd name="T0" fmla="*/ 0 w 277"/>
              <a:gd name="T1" fmla="*/ 22 h 230"/>
              <a:gd name="T2" fmla="*/ 22 w 277"/>
              <a:gd name="T3" fmla="*/ 0 h 230"/>
              <a:gd name="T4" fmla="*/ 255 w 277"/>
              <a:gd name="T5" fmla="*/ 0 h 230"/>
              <a:gd name="T6" fmla="*/ 277 w 277"/>
              <a:gd name="T7" fmla="*/ 22 h 230"/>
              <a:gd name="T8" fmla="*/ 277 w 277"/>
              <a:gd name="T9" fmla="*/ 208 h 230"/>
              <a:gd name="T10" fmla="*/ 255 w 277"/>
              <a:gd name="T11" fmla="*/ 230 h 230"/>
              <a:gd name="T12" fmla="*/ 22 w 277"/>
              <a:gd name="T13" fmla="*/ 230 h 230"/>
              <a:gd name="T14" fmla="*/ 0 w 277"/>
              <a:gd name="T15" fmla="*/ 208 h 230"/>
              <a:gd name="T16" fmla="*/ 0 w 277"/>
              <a:gd name="T17" fmla="*/ 2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7" h="230">
                <a:moveTo>
                  <a:pt x="0" y="22"/>
                </a:moveTo>
                <a:cubicBezTo>
                  <a:pt x="0" y="10"/>
                  <a:pt x="10" y="0"/>
                  <a:pt x="22" y="0"/>
                </a:cubicBezTo>
                <a:cubicBezTo>
                  <a:pt x="255" y="0"/>
                  <a:pt x="255" y="0"/>
                  <a:pt x="255" y="0"/>
                </a:cubicBezTo>
                <a:cubicBezTo>
                  <a:pt x="267" y="0"/>
                  <a:pt x="277" y="10"/>
                  <a:pt x="277" y="22"/>
                </a:cubicBezTo>
                <a:cubicBezTo>
                  <a:pt x="277" y="208"/>
                  <a:pt x="277" y="208"/>
                  <a:pt x="277" y="208"/>
                </a:cubicBezTo>
                <a:cubicBezTo>
                  <a:pt x="277" y="220"/>
                  <a:pt x="267" y="230"/>
                  <a:pt x="255" y="230"/>
                </a:cubicBezTo>
                <a:cubicBezTo>
                  <a:pt x="22" y="230"/>
                  <a:pt x="22" y="230"/>
                  <a:pt x="22" y="230"/>
                </a:cubicBezTo>
                <a:cubicBezTo>
                  <a:pt x="10" y="230"/>
                  <a:pt x="0" y="220"/>
                  <a:pt x="0" y="208"/>
                </a:cubicBezTo>
                <a:cubicBezTo>
                  <a:pt x="0" y="22"/>
                  <a:pt x="0" y="22"/>
                  <a:pt x="0" y="22"/>
                </a:cubicBezTo>
              </a:path>
            </a:pathLst>
          </a:custGeom>
          <a:solidFill>
            <a:srgbClr val="F6AC40"/>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 name="Freeform 7"/>
          <p:cNvSpPr>
            <a:spLocks/>
          </p:cNvSpPr>
          <p:nvPr/>
        </p:nvSpPr>
        <p:spPr bwMode="auto">
          <a:xfrm>
            <a:off x="10306050" y="2154238"/>
            <a:ext cx="1214438" cy="1016000"/>
          </a:xfrm>
          <a:custGeom>
            <a:avLst/>
            <a:gdLst>
              <a:gd name="T0" fmla="*/ 0 w 276"/>
              <a:gd name="T1" fmla="*/ 22 h 231"/>
              <a:gd name="T2" fmla="*/ 22 w 276"/>
              <a:gd name="T3" fmla="*/ 0 h 231"/>
              <a:gd name="T4" fmla="*/ 254 w 276"/>
              <a:gd name="T5" fmla="*/ 0 h 231"/>
              <a:gd name="T6" fmla="*/ 276 w 276"/>
              <a:gd name="T7" fmla="*/ 22 h 231"/>
              <a:gd name="T8" fmla="*/ 276 w 276"/>
              <a:gd name="T9" fmla="*/ 209 h 231"/>
              <a:gd name="T10" fmla="*/ 254 w 276"/>
              <a:gd name="T11" fmla="*/ 231 h 231"/>
              <a:gd name="T12" fmla="*/ 22 w 276"/>
              <a:gd name="T13" fmla="*/ 231 h 231"/>
              <a:gd name="T14" fmla="*/ 0 w 276"/>
              <a:gd name="T15" fmla="*/ 209 h 231"/>
              <a:gd name="T16" fmla="*/ 0 w 276"/>
              <a:gd name="T17" fmla="*/ 22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6" h="231">
                <a:moveTo>
                  <a:pt x="0" y="22"/>
                </a:moveTo>
                <a:cubicBezTo>
                  <a:pt x="0" y="10"/>
                  <a:pt x="9" y="0"/>
                  <a:pt x="22" y="0"/>
                </a:cubicBezTo>
                <a:cubicBezTo>
                  <a:pt x="254" y="0"/>
                  <a:pt x="254" y="0"/>
                  <a:pt x="254" y="0"/>
                </a:cubicBezTo>
                <a:cubicBezTo>
                  <a:pt x="266" y="0"/>
                  <a:pt x="276" y="10"/>
                  <a:pt x="276" y="22"/>
                </a:cubicBezTo>
                <a:cubicBezTo>
                  <a:pt x="276" y="209"/>
                  <a:pt x="276" y="209"/>
                  <a:pt x="276" y="209"/>
                </a:cubicBezTo>
                <a:cubicBezTo>
                  <a:pt x="276" y="221"/>
                  <a:pt x="266" y="231"/>
                  <a:pt x="254" y="231"/>
                </a:cubicBezTo>
                <a:cubicBezTo>
                  <a:pt x="22" y="231"/>
                  <a:pt x="22" y="231"/>
                  <a:pt x="22" y="231"/>
                </a:cubicBezTo>
                <a:cubicBezTo>
                  <a:pt x="9" y="231"/>
                  <a:pt x="0" y="221"/>
                  <a:pt x="0" y="209"/>
                </a:cubicBezTo>
                <a:cubicBezTo>
                  <a:pt x="0" y="22"/>
                  <a:pt x="0" y="22"/>
                  <a:pt x="0" y="22"/>
                </a:cubicBezTo>
              </a:path>
            </a:pathLst>
          </a:custGeom>
          <a:solidFill>
            <a:srgbClr val="F3698A"/>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 name="Freeform 8"/>
          <p:cNvSpPr>
            <a:spLocks/>
          </p:cNvSpPr>
          <p:nvPr/>
        </p:nvSpPr>
        <p:spPr bwMode="auto">
          <a:xfrm>
            <a:off x="8397875" y="3152775"/>
            <a:ext cx="1217613" cy="1016000"/>
          </a:xfrm>
          <a:custGeom>
            <a:avLst/>
            <a:gdLst>
              <a:gd name="T0" fmla="*/ 0 w 277"/>
              <a:gd name="T1" fmla="*/ 22 h 231"/>
              <a:gd name="T2" fmla="*/ 22 w 277"/>
              <a:gd name="T3" fmla="*/ 0 h 231"/>
              <a:gd name="T4" fmla="*/ 255 w 277"/>
              <a:gd name="T5" fmla="*/ 0 h 231"/>
              <a:gd name="T6" fmla="*/ 277 w 277"/>
              <a:gd name="T7" fmla="*/ 22 h 231"/>
              <a:gd name="T8" fmla="*/ 277 w 277"/>
              <a:gd name="T9" fmla="*/ 209 h 231"/>
              <a:gd name="T10" fmla="*/ 255 w 277"/>
              <a:gd name="T11" fmla="*/ 231 h 231"/>
              <a:gd name="T12" fmla="*/ 22 w 277"/>
              <a:gd name="T13" fmla="*/ 231 h 231"/>
              <a:gd name="T14" fmla="*/ 0 w 277"/>
              <a:gd name="T15" fmla="*/ 209 h 231"/>
              <a:gd name="T16" fmla="*/ 0 w 277"/>
              <a:gd name="T17" fmla="*/ 22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7" h="231">
                <a:moveTo>
                  <a:pt x="0" y="22"/>
                </a:moveTo>
                <a:cubicBezTo>
                  <a:pt x="0" y="10"/>
                  <a:pt x="10" y="0"/>
                  <a:pt x="22" y="0"/>
                </a:cubicBezTo>
                <a:cubicBezTo>
                  <a:pt x="255" y="0"/>
                  <a:pt x="255" y="0"/>
                  <a:pt x="255" y="0"/>
                </a:cubicBezTo>
                <a:cubicBezTo>
                  <a:pt x="267" y="0"/>
                  <a:pt x="277" y="10"/>
                  <a:pt x="277" y="22"/>
                </a:cubicBezTo>
                <a:cubicBezTo>
                  <a:pt x="277" y="209"/>
                  <a:pt x="277" y="209"/>
                  <a:pt x="277" y="209"/>
                </a:cubicBezTo>
                <a:cubicBezTo>
                  <a:pt x="277" y="221"/>
                  <a:pt x="267" y="231"/>
                  <a:pt x="255" y="231"/>
                </a:cubicBezTo>
                <a:cubicBezTo>
                  <a:pt x="22" y="231"/>
                  <a:pt x="22" y="231"/>
                  <a:pt x="22" y="231"/>
                </a:cubicBezTo>
                <a:cubicBezTo>
                  <a:pt x="10" y="231"/>
                  <a:pt x="0" y="221"/>
                  <a:pt x="0" y="209"/>
                </a:cubicBezTo>
                <a:cubicBezTo>
                  <a:pt x="0" y="22"/>
                  <a:pt x="0" y="22"/>
                  <a:pt x="0" y="22"/>
                </a:cubicBezTo>
              </a:path>
            </a:pathLst>
          </a:cu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 name="Freeform 9"/>
          <p:cNvSpPr>
            <a:spLocks/>
          </p:cNvSpPr>
          <p:nvPr/>
        </p:nvSpPr>
        <p:spPr bwMode="auto">
          <a:xfrm>
            <a:off x="6465888" y="4146550"/>
            <a:ext cx="1219200" cy="1016000"/>
          </a:xfrm>
          <a:custGeom>
            <a:avLst/>
            <a:gdLst>
              <a:gd name="T0" fmla="*/ 0 w 277"/>
              <a:gd name="T1" fmla="*/ 22 h 231"/>
              <a:gd name="T2" fmla="*/ 22 w 277"/>
              <a:gd name="T3" fmla="*/ 0 h 231"/>
              <a:gd name="T4" fmla="*/ 255 w 277"/>
              <a:gd name="T5" fmla="*/ 0 h 231"/>
              <a:gd name="T6" fmla="*/ 277 w 277"/>
              <a:gd name="T7" fmla="*/ 22 h 231"/>
              <a:gd name="T8" fmla="*/ 277 w 277"/>
              <a:gd name="T9" fmla="*/ 209 h 231"/>
              <a:gd name="T10" fmla="*/ 255 w 277"/>
              <a:gd name="T11" fmla="*/ 231 h 231"/>
              <a:gd name="T12" fmla="*/ 22 w 277"/>
              <a:gd name="T13" fmla="*/ 231 h 231"/>
              <a:gd name="T14" fmla="*/ 0 w 277"/>
              <a:gd name="T15" fmla="*/ 209 h 231"/>
              <a:gd name="T16" fmla="*/ 0 w 277"/>
              <a:gd name="T17" fmla="*/ 22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7" h="231">
                <a:moveTo>
                  <a:pt x="0" y="22"/>
                </a:moveTo>
                <a:cubicBezTo>
                  <a:pt x="0" y="10"/>
                  <a:pt x="10" y="0"/>
                  <a:pt x="22" y="0"/>
                </a:cubicBezTo>
                <a:cubicBezTo>
                  <a:pt x="255" y="0"/>
                  <a:pt x="255" y="0"/>
                  <a:pt x="255" y="0"/>
                </a:cubicBezTo>
                <a:cubicBezTo>
                  <a:pt x="267" y="0"/>
                  <a:pt x="277" y="10"/>
                  <a:pt x="277" y="22"/>
                </a:cubicBezTo>
                <a:cubicBezTo>
                  <a:pt x="277" y="209"/>
                  <a:pt x="277" y="209"/>
                  <a:pt x="277" y="209"/>
                </a:cubicBezTo>
                <a:cubicBezTo>
                  <a:pt x="277" y="221"/>
                  <a:pt x="267" y="231"/>
                  <a:pt x="255" y="231"/>
                </a:cubicBezTo>
                <a:cubicBezTo>
                  <a:pt x="22" y="231"/>
                  <a:pt x="22" y="231"/>
                  <a:pt x="22" y="231"/>
                </a:cubicBezTo>
                <a:cubicBezTo>
                  <a:pt x="10" y="231"/>
                  <a:pt x="0" y="221"/>
                  <a:pt x="0" y="209"/>
                </a:cubicBezTo>
                <a:cubicBezTo>
                  <a:pt x="0" y="22"/>
                  <a:pt x="0" y="22"/>
                  <a:pt x="0" y="22"/>
                </a:cubicBezTo>
              </a:path>
            </a:pathLst>
          </a:custGeom>
          <a:solidFill>
            <a:srgbClr val="4BAEE2"/>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 name="Freeform 10"/>
          <p:cNvSpPr>
            <a:spLocks/>
          </p:cNvSpPr>
          <p:nvPr/>
        </p:nvSpPr>
        <p:spPr bwMode="auto">
          <a:xfrm>
            <a:off x="9413875" y="5132388"/>
            <a:ext cx="1212850" cy="1016000"/>
          </a:xfrm>
          <a:custGeom>
            <a:avLst/>
            <a:gdLst>
              <a:gd name="T0" fmla="*/ 0 w 276"/>
              <a:gd name="T1" fmla="*/ 22 h 231"/>
              <a:gd name="T2" fmla="*/ 22 w 276"/>
              <a:gd name="T3" fmla="*/ 0 h 231"/>
              <a:gd name="T4" fmla="*/ 254 w 276"/>
              <a:gd name="T5" fmla="*/ 0 h 231"/>
              <a:gd name="T6" fmla="*/ 276 w 276"/>
              <a:gd name="T7" fmla="*/ 22 h 231"/>
              <a:gd name="T8" fmla="*/ 276 w 276"/>
              <a:gd name="T9" fmla="*/ 209 h 231"/>
              <a:gd name="T10" fmla="*/ 254 w 276"/>
              <a:gd name="T11" fmla="*/ 231 h 231"/>
              <a:gd name="T12" fmla="*/ 22 w 276"/>
              <a:gd name="T13" fmla="*/ 231 h 231"/>
              <a:gd name="T14" fmla="*/ 0 w 276"/>
              <a:gd name="T15" fmla="*/ 209 h 231"/>
              <a:gd name="T16" fmla="*/ 0 w 276"/>
              <a:gd name="T17" fmla="*/ 22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6" h="231">
                <a:moveTo>
                  <a:pt x="0" y="22"/>
                </a:moveTo>
                <a:cubicBezTo>
                  <a:pt x="0" y="10"/>
                  <a:pt x="10" y="0"/>
                  <a:pt x="22" y="0"/>
                </a:cubicBezTo>
                <a:cubicBezTo>
                  <a:pt x="254" y="0"/>
                  <a:pt x="254" y="0"/>
                  <a:pt x="254" y="0"/>
                </a:cubicBezTo>
                <a:cubicBezTo>
                  <a:pt x="266" y="0"/>
                  <a:pt x="276" y="10"/>
                  <a:pt x="276" y="22"/>
                </a:cubicBezTo>
                <a:cubicBezTo>
                  <a:pt x="276" y="209"/>
                  <a:pt x="276" y="209"/>
                  <a:pt x="276" y="209"/>
                </a:cubicBezTo>
                <a:cubicBezTo>
                  <a:pt x="276" y="221"/>
                  <a:pt x="266" y="231"/>
                  <a:pt x="254" y="231"/>
                </a:cubicBezTo>
                <a:cubicBezTo>
                  <a:pt x="22" y="231"/>
                  <a:pt x="22" y="231"/>
                  <a:pt x="22" y="231"/>
                </a:cubicBezTo>
                <a:cubicBezTo>
                  <a:pt x="10" y="231"/>
                  <a:pt x="0" y="221"/>
                  <a:pt x="0" y="209"/>
                </a:cubicBezTo>
                <a:cubicBezTo>
                  <a:pt x="0" y="22"/>
                  <a:pt x="0" y="22"/>
                  <a:pt x="0" y="22"/>
                </a:cubicBezTo>
              </a:path>
            </a:pathLst>
          </a:custGeom>
          <a:solidFill>
            <a:srgbClr val="9651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 name="Oval 11"/>
          <p:cNvSpPr>
            <a:spLocks noChangeArrowheads="1"/>
          </p:cNvSpPr>
          <p:nvPr/>
        </p:nvSpPr>
        <p:spPr bwMode="auto">
          <a:xfrm>
            <a:off x="6942138" y="1600200"/>
            <a:ext cx="196850" cy="198438"/>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 name="Oval 12"/>
          <p:cNvSpPr>
            <a:spLocks noChangeArrowheads="1"/>
          </p:cNvSpPr>
          <p:nvPr/>
        </p:nvSpPr>
        <p:spPr bwMode="auto">
          <a:xfrm>
            <a:off x="11480800" y="5527675"/>
            <a:ext cx="201613" cy="203200"/>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 name="Freeform 13"/>
          <p:cNvSpPr>
            <a:spLocks/>
          </p:cNvSpPr>
          <p:nvPr/>
        </p:nvSpPr>
        <p:spPr bwMode="auto">
          <a:xfrm>
            <a:off x="7856538" y="1182688"/>
            <a:ext cx="1217613" cy="1011238"/>
          </a:xfrm>
          <a:custGeom>
            <a:avLst/>
            <a:gdLst>
              <a:gd name="T0" fmla="*/ 255 w 277"/>
              <a:gd name="T1" fmla="*/ 0 h 230"/>
              <a:gd name="T2" fmla="*/ 22 w 277"/>
              <a:gd name="T3" fmla="*/ 0 h 230"/>
              <a:gd name="T4" fmla="*/ 0 w 277"/>
              <a:gd name="T5" fmla="*/ 22 h 230"/>
              <a:gd name="T6" fmla="*/ 0 w 277"/>
              <a:gd name="T7" fmla="*/ 208 h 230"/>
              <a:gd name="T8" fmla="*/ 22 w 277"/>
              <a:gd name="T9" fmla="*/ 230 h 230"/>
              <a:gd name="T10" fmla="*/ 33 w 277"/>
              <a:gd name="T11" fmla="*/ 230 h 230"/>
              <a:gd name="T12" fmla="*/ 33 w 277"/>
              <a:gd name="T13" fmla="*/ 54 h 230"/>
              <a:gd name="T14" fmla="*/ 55 w 277"/>
              <a:gd name="T15" fmla="*/ 32 h 230"/>
              <a:gd name="T16" fmla="*/ 277 w 277"/>
              <a:gd name="T17" fmla="*/ 32 h 230"/>
              <a:gd name="T18" fmla="*/ 277 w 277"/>
              <a:gd name="T19" fmla="*/ 22 h 230"/>
              <a:gd name="T20" fmla="*/ 255 w 277"/>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7" h="230">
                <a:moveTo>
                  <a:pt x="255" y="0"/>
                </a:moveTo>
                <a:cubicBezTo>
                  <a:pt x="22" y="0"/>
                  <a:pt x="22" y="0"/>
                  <a:pt x="22" y="0"/>
                </a:cubicBezTo>
                <a:cubicBezTo>
                  <a:pt x="10" y="0"/>
                  <a:pt x="0" y="10"/>
                  <a:pt x="0" y="22"/>
                </a:cubicBezTo>
                <a:cubicBezTo>
                  <a:pt x="0" y="208"/>
                  <a:pt x="0" y="208"/>
                  <a:pt x="0" y="208"/>
                </a:cubicBezTo>
                <a:cubicBezTo>
                  <a:pt x="0" y="220"/>
                  <a:pt x="10" y="230"/>
                  <a:pt x="22" y="230"/>
                </a:cubicBezTo>
                <a:cubicBezTo>
                  <a:pt x="33" y="230"/>
                  <a:pt x="33" y="230"/>
                  <a:pt x="33" y="230"/>
                </a:cubicBezTo>
                <a:cubicBezTo>
                  <a:pt x="33" y="54"/>
                  <a:pt x="33" y="54"/>
                  <a:pt x="33" y="54"/>
                </a:cubicBezTo>
                <a:cubicBezTo>
                  <a:pt x="33" y="42"/>
                  <a:pt x="43" y="32"/>
                  <a:pt x="55" y="32"/>
                </a:cubicBezTo>
                <a:cubicBezTo>
                  <a:pt x="277" y="32"/>
                  <a:pt x="277" y="32"/>
                  <a:pt x="277" y="32"/>
                </a:cubicBezTo>
                <a:cubicBezTo>
                  <a:pt x="277" y="22"/>
                  <a:pt x="277" y="22"/>
                  <a:pt x="277" y="22"/>
                </a:cubicBezTo>
                <a:cubicBezTo>
                  <a:pt x="277" y="10"/>
                  <a:pt x="267" y="0"/>
                  <a:pt x="255" y="0"/>
                </a:cubicBezTo>
              </a:path>
            </a:pathLst>
          </a:custGeom>
          <a:solidFill>
            <a:srgbClr val="F49C1A"/>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 name="Freeform 14"/>
          <p:cNvSpPr>
            <a:spLocks/>
          </p:cNvSpPr>
          <p:nvPr/>
        </p:nvSpPr>
        <p:spPr bwMode="auto">
          <a:xfrm>
            <a:off x="10306050" y="2154238"/>
            <a:ext cx="1214438" cy="1016000"/>
          </a:xfrm>
          <a:custGeom>
            <a:avLst/>
            <a:gdLst>
              <a:gd name="T0" fmla="*/ 254 w 276"/>
              <a:gd name="T1" fmla="*/ 0 h 231"/>
              <a:gd name="T2" fmla="*/ 22 w 276"/>
              <a:gd name="T3" fmla="*/ 0 h 231"/>
              <a:gd name="T4" fmla="*/ 0 w 276"/>
              <a:gd name="T5" fmla="*/ 22 h 231"/>
              <a:gd name="T6" fmla="*/ 0 w 276"/>
              <a:gd name="T7" fmla="*/ 209 h 231"/>
              <a:gd name="T8" fmla="*/ 22 w 276"/>
              <a:gd name="T9" fmla="*/ 231 h 231"/>
              <a:gd name="T10" fmla="*/ 32 w 276"/>
              <a:gd name="T11" fmla="*/ 231 h 231"/>
              <a:gd name="T12" fmla="*/ 32 w 276"/>
              <a:gd name="T13" fmla="*/ 55 h 231"/>
              <a:gd name="T14" fmla="*/ 54 w 276"/>
              <a:gd name="T15" fmla="*/ 33 h 231"/>
              <a:gd name="T16" fmla="*/ 276 w 276"/>
              <a:gd name="T17" fmla="*/ 33 h 231"/>
              <a:gd name="T18" fmla="*/ 276 w 276"/>
              <a:gd name="T19" fmla="*/ 22 h 231"/>
              <a:gd name="T20" fmla="*/ 254 w 276"/>
              <a:gd name="T2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6" h="231">
                <a:moveTo>
                  <a:pt x="254" y="0"/>
                </a:moveTo>
                <a:cubicBezTo>
                  <a:pt x="22" y="0"/>
                  <a:pt x="22" y="0"/>
                  <a:pt x="22" y="0"/>
                </a:cubicBezTo>
                <a:cubicBezTo>
                  <a:pt x="9" y="0"/>
                  <a:pt x="0" y="10"/>
                  <a:pt x="0" y="22"/>
                </a:cubicBezTo>
                <a:cubicBezTo>
                  <a:pt x="0" y="209"/>
                  <a:pt x="0" y="209"/>
                  <a:pt x="0" y="209"/>
                </a:cubicBezTo>
                <a:cubicBezTo>
                  <a:pt x="0" y="221"/>
                  <a:pt x="9" y="231"/>
                  <a:pt x="22" y="231"/>
                </a:cubicBezTo>
                <a:cubicBezTo>
                  <a:pt x="32" y="231"/>
                  <a:pt x="32" y="231"/>
                  <a:pt x="32" y="231"/>
                </a:cubicBezTo>
                <a:cubicBezTo>
                  <a:pt x="32" y="55"/>
                  <a:pt x="32" y="55"/>
                  <a:pt x="32" y="55"/>
                </a:cubicBezTo>
                <a:cubicBezTo>
                  <a:pt x="32" y="43"/>
                  <a:pt x="42" y="33"/>
                  <a:pt x="54" y="33"/>
                </a:cubicBezTo>
                <a:cubicBezTo>
                  <a:pt x="276" y="33"/>
                  <a:pt x="276" y="33"/>
                  <a:pt x="276" y="33"/>
                </a:cubicBezTo>
                <a:cubicBezTo>
                  <a:pt x="276" y="22"/>
                  <a:pt x="276" y="22"/>
                  <a:pt x="276" y="22"/>
                </a:cubicBezTo>
                <a:cubicBezTo>
                  <a:pt x="276" y="10"/>
                  <a:pt x="266" y="0"/>
                  <a:pt x="254" y="0"/>
                </a:cubicBezTo>
              </a:path>
            </a:pathLst>
          </a:custGeom>
          <a:solidFill>
            <a:srgbClr val="F0466E"/>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 name="Freeform 15"/>
          <p:cNvSpPr>
            <a:spLocks/>
          </p:cNvSpPr>
          <p:nvPr/>
        </p:nvSpPr>
        <p:spPr bwMode="auto">
          <a:xfrm>
            <a:off x="8397875" y="3152775"/>
            <a:ext cx="1217613" cy="1016000"/>
          </a:xfrm>
          <a:custGeom>
            <a:avLst/>
            <a:gdLst>
              <a:gd name="T0" fmla="*/ 255 w 277"/>
              <a:gd name="T1" fmla="*/ 0 h 231"/>
              <a:gd name="T2" fmla="*/ 22 w 277"/>
              <a:gd name="T3" fmla="*/ 0 h 231"/>
              <a:gd name="T4" fmla="*/ 0 w 277"/>
              <a:gd name="T5" fmla="*/ 22 h 231"/>
              <a:gd name="T6" fmla="*/ 0 w 277"/>
              <a:gd name="T7" fmla="*/ 209 h 231"/>
              <a:gd name="T8" fmla="*/ 22 w 277"/>
              <a:gd name="T9" fmla="*/ 231 h 231"/>
              <a:gd name="T10" fmla="*/ 33 w 277"/>
              <a:gd name="T11" fmla="*/ 231 h 231"/>
              <a:gd name="T12" fmla="*/ 33 w 277"/>
              <a:gd name="T13" fmla="*/ 55 h 231"/>
              <a:gd name="T14" fmla="*/ 55 w 277"/>
              <a:gd name="T15" fmla="*/ 33 h 231"/>
              <a:gd name="T16" fmla="*/ 277 w 277"/>
              <a:gd name="T17" fmla="*/ 33 h 231"/>
              <a:gd name="T18" fmla="*/ 277 w 277"/>
              <a:gd name="T19" fmla="*/ 22 h 231"/>
              <a:gd name="T20" fmla="*/ 255 w 277"/>
              <a:gd name="T2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7" h="231">
                <a:moveTo>
                  <a:pt x="255" y="0"/>
                </a:moveTo>
                <a:cubicBezTo>
                  <a:pt x="22" y="0"/>
                  <a:pt x="22" y="0"/>
                  <a:pt x="22" y="0"/>
                </a:cubicBezTo>
                <a:cubicBezTo>
                  <a:pt x="10" y="0"/>
                  <a:pt x="0" y="10"/>
                  <a:pt x="0" y="22"/>
                </a:cubicBezTo>
                <a:cubicBezTo>
                  <a:pt x="0" y="209"/>
                  <a:pt x="0" y="209"/>
                  <a:pt x="0" y="209"/>
                </a:cubicBezTo>
                <a:cubicBezTo>
                  <a:pt x="0" y="221"/>
                  <a:pt x="10" y="231"/>
                  <a:pt x="22" y="231"/>
                </a:cubicBezTo>
                <a:cubicBezTo>
                  <a:pt x="33" y="231"/>
                  <a:pt x="33" y="231"/>
                  <a:pt x="33" y="231"/>
                </a:cubicBezTo>
                <a:cubicBezTo>
                  <a:pt x="33" y="55"/>
                  <a:pt x="33" y="55"/>
                  <a:pt x="33" y="55"/>
                </a:cubicBezTo>
                <a:cubicBezTo>
                  <a:pt x="33" y="43"/>
                  <a:pt x="43" y="33"/>
                  <a:pt x="55" y="33"/>
                </a:cubicBezTo>
                <a:cubicBezTo>
                  <a:pt x="277" y="33"/>
                  <a:pt x="277" y="33"/>
                  <a:pt x="277" y="33"/>
                </a:cubicBezTo>
                <a:cubicBezTo>
                  <a:pt x="277" y="22"/>
                  <a:pt x="277" y="22"/>
                  <a:pt x="277" y="22"/>
                </a:cubicBezTo>
                <a:cubicBezTo>
                  <a:pt x="277" y="10"/>
                  <a:pt x="267" y="0"/>
                  <a:pt x="255" y="0"/>
                </a:cubicBezTo>
              </a:path>
            </a:pathLst>
          </a:custGeom>
          <a:solidFill>
            <a:srgbClr val="37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 name="Freeform 16"/>
          <p:cNvSpPr>
            <a:spLocks/>
          </p:cNvSpPr>
          <p:nvPr/>
        </p:nvSpPr>
        <p:spPr bwMode="auto">
          <a:xfrm>
            <a:off x="6465888" y="4146550"/>
            <a:ext cx="1219200" cy="1016000"/>
          </a:xfrm>
          <a:custGeom>
            <a:avLst/>
            <a:gdLst>
              <a:gd name="T0" fmla="*/ 255 w 277"/>
              <a:gd name="T1" fmla="*/ 0 h 231"/>
              <a:gd name="T2" fmla="*/ 22 w 277"/>
              <a:gd name="T3" fmla="*/ 0 h 231"/>
              <a:gd name="T4" fmla="*/ 0 w 277"/>
              <a:gd name="T5" fmla="*/ 22 h 231"/>
              <a:gd name="T6" fmla="*/ 0 w 277"/>
              <a:gd name="T7" fmla="*/ 209 h 231"/>
              <a:gd name="T8" fmla="*/ 22 w 277"/>
              <a:gd name="T9" fmla="*/ 231 h 231"/>
              <a:gd name="T10" fmla="*/ 33 w 277"/>
              <a:gd name="T11" fmla="*/ 231 h 231"/>
              <a:gd name="T12" fmla="*/ 33 w 277"/>
              <a:gd name="T13" fmla="*/ 55 h 231"/>
              <a:gd name="T14" fmla="*/ 55 w 277"/>
              <a:gd name="T15" fmla="*/ 33 h 231"/>
              <a:gd name="T16" fmla="*/ 277 w 277"/>
              <a:gd name="T17" fmla="*/ 33 h 231"/>
              <a:gd name="T18" fmla="*/ 277 w 277"/>
              <a:gd name="T19" fmla="*/ 22 h 231"/>
              <a:gd name="T20" fmla="*/ 255 w 277"/>
              <a:gd name="T2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7" h="231">
                <a:moveTo>
                  <a:pt x="255" y="0"/>
                </a:moveTo>
                <a:cubicBezTo>
                  <a:pt x="22" y="0"/>
                  <a:pt x="22" y="0"/>
                  <a:pt x="22" y="0"/>
                </a:cubicBezTo>
                <a:cubicBezTo>
                  <a:pt x="10" y="0"/>
                  <a:pt x="0" y="10"/>
                  <a:pt x="0" y="22"/>
                </a:cubicBezTo>
                <a:cubicBezTo>
                  <a:pt x="0" y="209"/>
                  <a:pt x="0" y="209"/>
                  <a:pt x="0" y="209"/>
                </a:cubicBezTo>
                <a:cubicBezTo>
                  <a:pt x="0" y="221"/>
                  <a:pt x="10" y="231"/>
                  <a:pt x="22" y="231"/>
                </a:cubicBezTo>
                <a:cubicBezTo>
                  <a:pt x="33" y="231"/>
                  <a:pt x="33" y="231"/>
                  <a:pt x="33" y="231"/>
                </a:cubicBezTo>
                <a:cubicBezTo>
                  <a:pt x="33" y="55"/>
                  <a:pt x="33" y="55"/>
                  <a:pt x="33" y="55"/>
                </a:cubicBezTo>
                <a:cubicBezTo>
                  <a:pt x="33" y="43"/>
                  <a:pt x="43" y="33"/>
                  <a:pt x="55" y="33"/>
                </a:cubicBezTo>
                <a:cubicBezTo>
                  <a:pt x="277" y="33"/>
                  <a:pt x="277" y="33"/>
                  <a:pt x="277" y="33"/>
                </a:cubicBezTo>
                <a:cubicBezTo>
                  <a:pt x="277" y="22"/>
                  <a:pt x="277" y="22"/>
                  <a:pt x="277" y="22"/>
                </a:cubicBezTo>
                <a:cubicBezTo>
                  <a:pt x="277" y="10"/>
                  <a:pt x="267" y="0"/>
                  <a:pt x="255" y="0"/>
                </a:cubicBezTo>
              </a:path>
            </a:pathLst>
          </a:custGeom>
          <a:solidFill>
            <a:srgbClr val="2AA1DC"/>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 name="Freeform 17"/>
          <p:cNvSpPr>
            <a:spLocks/>
          </p:cNvSpPr>
          <p:nvPr/>
        </p:nvSpPr>
        <p:spPr bwMode="auto">
          <a:xfrm>
            <a:off x="9413875" y="5132388"/>
            <a:ext cx="1212850" cy="1016000"/>
          </a:xfrm>
          <a:custGeom>
            <a:avLst/>
            <a:gdLst>
              <a:gd name="T0" fmla="*/ 254 w 276"/>
              <a:gd name="T1" fmla="*/ 0 h 231"/>
              <a:gd name="T2" fmla="*/ 22 w 276"/>
              <a:gd name="T3" fmla="*/ 0 h 231"/>
              <a:gd name="T4" fmla="*/ 0 w 276"/>
              <a:gd name="T5" fmla="*/ 22 h 231"/>
              <a:gd name="T6" fmla="*/ 0 w 276"/>
              <a:gd name="T7" fmla="*/ 209 h 231"/>
              <a:gd name="T8" fmla="*/ 22 w 276"/>
              <a:gd name="T9" fmla="*/ 231 h 231"/>
              <a:gd name="T10" fmla="*/ 33 w 276"/>
              <a:gd name="T11" fmla="*/ 231 h 231"/>
              <a:gd name="T12" fmla="*/ 33 w 276"/>
              <a:gd name="T13" fmla="*/ 55 h 231"/>
              <a:gd name="T14" fmla="*/ 55 w 276"/>
              <a:gd name="T15" fmla="*/ 33 h 231"/>
              <a:gd name="T16" fmla="*/ 276 w 276"/>
              <a:gd name="T17" fmla="*/ 33 h 231"/>
              <a:gd name="T18" fmla="*/ 276 w 276"/>
              <a:gd name="T19" fmla="*/ 22 h 231"/>
              <a:gd name="T20" fmla="*/ 254 w 276"/>
              <a:gd name="T2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6" h="231">
                <a:moveTo>
                  <a:pt x="254" y="0"/>
                </a:moveTo>
                <a:cubicBezTo>
                  <a:pt x="22" y="0"/>
                  <a:pt x="22" y="0"/>
                  <a:pt x="22" y="0"/>
                </a:cubicBezTo>
                <a:cubicBezTo>
                  <a:pt x="10" y="0"/>
                  <a:pt x="0" y="10"/>
                  <a:pt x="0" y="22"/>
                </a:cubicBezTo>
                <a:cubicBezTo>
                  <a:pt x="0" y="209"/>
                  <a:pt x="0" y="209"/>
                  <a:pt x="0" y="209"/>
                </a:cubicBezTo>
                <a:cubicBezTo>
                  <a:pt x="0" y="221"/>
                  <a:pt x="10" y="231"/>
                  <a:pt x="22" y="231"/>
                </a:cubicBezTo>
                <a:cubicBezTo>
                  <a:pt x="33" y="231"/>
                  <a:pt x="33" y="231"/>
                  <a:pt x="33" y="231"/>
                </a:cubicBezTo>
                <a:cubicBezTo>
                  <a:pt x="33" y="55"/>
                  <a:pt x="33" y="55"/>
                  <a:pt x="33" y="55"/>
                </a:cubicBezTo>
                <a:cubicBezTo>
                  <a:pt x="33" y="43"/>
                  <a:pt x="42" y="33"/>
                  <a:pt x="55" y="33"/>
                </a:cubicBezTo>
                <a:cubicBezTo>
                  <a:pt x="276" y="33"/>
                  <a:pt x="276" y="33"/>
                  <a:pt x="276" y="33"/>
                </a:cubicBezTo>
                <a:cubicBezTo>
                  <a:pt x="276" y="22"/>
                  <a:pt x="276" y="22"/>
                  <a:pt x="276" y="22"/>
                </a:cubicBezTo>
                <a:cubicBezTo>
                  <a:pt x="276" y="10"/>
                  <a:pt x="266" y="0"/>
                  <a:pt x="254" y="0"/>
                </a:cubicBezTo>
              </a:path>
            </a:pathLst>
          </a:custGeom>
          <a:solidFill>
            <a:srgbClr val="7A48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 name="Freeform 18"/>
          <p:cNvSpPr>
            <a:spLocks/>
          </p:cNvSpPr>
          <p:nvPr/>
        </p:nvSpPr>
        <p:spPr bwMode="auto">
          <a:xfrm>
            <a:off x="9175750" y="1190625"/>
            <a:ext cx="127000" cy="352425"/>
          </a:xfrm>
          <a:custGeom>
            <a:avLst/>
            <a:gdLst>
              <a:gd name="T0" fmla="*/ 0 w 29"/>
              <a:gd name="T1" fmla="*/ 0 h 80"/>
              <a:gd name="T2" fmla="*/ 3 w 29"/>
              <a:gd name="T3" fmla="*/ 19 h 80"/>
              <a:gd name="T4" fmla="*/ 3 w 29"/>
              <a:gd name="T5" fmla="*/ 19 h 80"/>
              <a:gd name="T6" fmla="*/ 3 w 29"/>
              <a:gd name="T7" fmla="*/ 19 h 80"/>
              <a:gd name="T8" fmla="*/ 3 w 29"/>
              <a:gd name="T9" fmla="*/ 19 h 80"/>
              <a:gd name="T10" fmla="*/ 3 w 29"/>
              <a:gd name="T11" fmla="*/ 20 h 80"/>
              <a:gd name="T12" fmla="*/ 3 w 29"/>
              <a:gd name="T13" fmla="*/ 20 h 80"/>
              <a:gd name="T14" fmla="*/ 3 w 29"/>
              <a:gd name="T15" fmla="*/ 80 h 80"/>
              <a:gd name="T16" fmla="*/ 29 w 29"/>
              <a:gd name="T17" fmla="*/ 80 h 80"/>
              <a:gd name="T18" fmla="*/ 29 w 29"/>
              <a:gd name="T19" fmla="*/ 45 h 80"/>
              <a:gd name="T20" fmla="*/ 15 w 29"/>
              <a:gd name="T21" fmla="*/ 11 h 80"/>
              <a:gd name="T22" fmla="*/ 0 w 29"/>
              <a:gd name="T2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80">
                <a:moveTo>
                  <a:pt x="0" y="0"/>
                </a:moveTo>
                <a:cubicBezTo>
                  <a:pt x="2" y="6"/>
                  <a:pt x="3" y="13"/>
                  <a:pt x="3" y="19"/>
                </a:cubicBezTo>
                <a:cubicBezTo>
                  <a:pt x="3" y="19"/>
                  <a:pt x="3" y="19"/>
                  <a:pt x="3" y="19"/>
                </a:cubicBezTo>
                <a:cubicBezTo>
                  <a:pt x="3" y="19"/>
                  <a:pt x="3" y="19"/>
                  <a:pt x="3" y="19"/>
                </a:cubicBezTo>
                <a:cubicBezTo>
                  <a:pt x="3" y="19"/>
                  <a:pt x="3" y="19"/>
                  <a:pt x="3" y="19"/>
                </a:cubicBezTo>
                <a:cubicBezTo>
                  <a:pt x="3" y="20"/>
                  <a:pt x="3" y="20"/>
                  <a:pt x="3" y="20"/>
                </a:cubicBezTo>
                <a:cubicBezTo>
                  <a:pt x="3" y="20"/>
                  <a:pt x="3" y="20"/>
                  <a:pt x="3" y="20"/>
                </a:cubicBezTo>
                <a:cubicBezTo>
                  <a:pt x="3" y="80"/>
                  <a:pt x="3" y="80"/>
                  <a:pt x="3" y="80"/>
                </a:cubicBezTo>
                <a:cubicBezTo>
                  <a:pt x="29" y="80"/>
                  <a:pt x="29" y="80"/>
                  <a:pt x="29" y="80"/>
                </a:cubicBezTo>
                <a:cubicBezTo>
                  <a:pt x="29" y="45"/>
                  <a:pt x="29" y="45"/>
                  <a:pt x="29" y="45"/>
                </a:cubicBezTo>
                <a:cubicBezTo>
                  <a:pt x="29" y="32"/>
                  <a:pt x="24" y="20"/>
                  <a:pt x="15" y="11"/>
                </a:cubicBezTo>
                <a:cubicBezTo>
                  <a:pt x="10" y="6"/>
                  <a:pt x="5" y="3"/>
                  <a:pt x="0"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 name="Freeform 19"/>
          <p:cNvSpPr>
            <a:spLocks noEditPoints="1"/>
          </p:cNvSpPr>
          <p:nvPr/>
        </p:nvSpPr>
        <p:spPr bwMode="auto">
          <a:xfrm>
            <a:off x="9175750" y="1190625"/>
            <a:ext cx="12700" cy="88900"/>
          </a:xfrm>
          <a:custGeom>
            <a:avLst/>
            <a:gdLst>
              <a:gd name="T0" fmla="*/ 3 w 3"/>
              <a:gd name="T1" fmla="*/ 19 h 20"/>
              <a:gd name="T2" fmla="*/ 3 w 3"/>
              <a:gd name="T3" fmla="*/ 20 h 20"/>
              <a:gd name="T4" fmla="*/ 3 w 3"/>
              <a:gd name="T5" fmla="*/ 19 h 20"/>
              <a:gd name="T6" fmla="*/ 3 w 3"/>
              <a:gd name="T7" fmla="*/ 19 h 20"/>
              <a:gd name="T8" fmla="*/ 3 w 3"/>
              <a:gd name="T9" fmla="*/ 19 h 20"/>
              <a:gd name="T10" fmla="*/ 3 w 3"/>
              <a:gd name="T11" fmla="*/ 19 h 20"/>
              <a:gd name="T12" fmla="*/ 0 w 3"/>
              <a:gd name="T13" fmla="*/ 0 h 20"/>
              <a:gd name="T14" fmla="*/ 3 w 3"/>
              <a:gd name="T15" fmla="*/ 19 h 20"/>
              <a:gd name="T16" fmla="*/ 0 w 3"/>
              <a:gd name="T17" fmla="*/ 0 h 20"/>
              <a:gd name="T18" fmla="*/ 0 w 3"/>
              <a:gd name="T1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20">
                <a:moveTo>
                  <a:pt x="3" y="19"/>
                </a:moveTo>
                <a:cubicBezTo>
                  <a:pt x="3" y="20"/>
                  <a:pt x="3" y="20"/>
                  <a:pt x="3" y="20"/>
                </a:cubicBezTo>
                <a:cubicBezTo>
                  <a:pt x="3" y="20"/>
                  <a:pt x="3" y="20"/>
                  <a:pt x="3" y="19"/>
                </a:cubicBezTo>
                <a:moveTo>
                  <a:pt x="3" y="19"/>
                </a:moveTo>
                <a:cubicBezTo>
                  <a:pt x="3" y="19"/>
                  <a:pt x="3" y="19"/>
                  <a:pt x="3" y="19"/>
                </a:cubicBezTo>
                <a:cubicBezTo>
                  <a:pt x="3" y="19"/>
                  <a:pt x="3" y="19"/>
                  <a:pt x="3" y="19"/>
                </a:cubicBezTo>
                <a:moveTo>
                  <a:pt x="0" y="0"/>
                </a:moveTo>
                <a:cubicBezTo>
                  <a:pt x="2" y="6"/>
                  <a:pt x="3" y="13"/>
                  <a:pt x="3" y="19"/>
                </a:cubicBezTo>
                <a:cubicBezTo>
                  <a:pt x="3" y="13"/>
                  <a:pt x="2" y="6"/>
                  <a:pt x="0" y="0"/>
                </a:cubicBezTo>
                <a:cubicBezTo>
                  <a:pt x="0" y="0"/>
                  <a:pt x="0" y="0"/>
                  <a:pt x="0"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 name="Freeform 20"/>
          <p:cNvSpPr>
            <a:spLocks/>
          </p:cNvSpPr>
          <p:nvPr/>
        </p:nvSpPr>
        <p:spPr bwMode="auto">
          <a:xfrm>
            <a:off x="10922000" y="1789113"/>
            <a:ext cx="193675" cy="246063"/>
          </a:xfrm>
          <a:custGeom>
            <a:avLst/>
            <a:gdLst>
              <a:gd name="T0" fmla="*/ 0 w 44"/>
              <a:gd name="T1" fmla="*/ 0 h 56"/>
              <a:gd name="T2" fmla="*/ 27 w 44"/>
              <a:gd name="T3" fmla="*/ 56 h 56"/>
              <a:gd name="T4" fmla="*/ 27 w 44"/>
              <a:gd name="T5" fmla="*/ 56 h 56"/>
              <a:gd name="T6" fmla="*/ 44 w 44"/>
              <a:gd name="T7" fmla="*/ 56 h 56"/>
              <a:gd name="T8" fmla="*/ 0 w 44"/>
              <a:gd name="T9" fmla="*/ 0 h 56"/>
            </a:gdLst>
            <a:ahLst/>
            <a:cxnLst>
              <a:cxn ang="0">
                <a:pos x="T0" y="T1"/>
              </a:cxn>
              <a:cxn ang="0">
                <a:pos x="T2" y="T3"/>
              </a:cxn>
              <a:cxn ang="0">
                <a:pos x="T4" y="T5"/>
              </a:cxn>
              <a:cxn ang="0">
                <a:pos x="T6" y="T7"/>
              </a:cxn>
              <a:cxn ang="0">
                <a:pos x="T8" y="T9"/>
              </a:cxn>
            </a:cxnLst>
            <a:rect l="0" t="0" r="r" b="b"/>
            <a:pathLst>
              <a:path w="44" h="56">
                <a:moveTo>
                  <a:pt x="0" y="0"/>
                </a:moveTo>
                <a:cubicBezTo>
                  <a:pt x="13" y="16"/>
                  <a:pt x="23" y="35"/>
                  <a:pt x="27" y="56"/>
                </a:cubicBezTo>
                <a:cubicBezTo>
                  <a:pt x="27" y="56"/>
                  <a:pt x="27" y="56"/>
                  <a:pt x="27" y="56"/>
                </a:cubicBezTo>
                <a:cubicBezTo>
                  <a:pt x="44" y="56"/>
                  <a:pt x="44" y="56"/>
                  <a:pt x="44" y="56"/>
                </a:cubicBezTo>
                <a:cubicBezTo>
                  <a:pt x="35" y="34"/>
                  <a:pt x="19" y="15"/>
                  <a:pt x="0"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 name="Freeform 21"/>
          <p:cNvSpPr>
            <a:spLocks/>
          </p:cNvSpPr>
          <p:nvPr/>
        </p:nvSpPr>
        <p:spPr bwMode="auto">
          <a:xfrm>
            <a:off x="10922000" y="1789113"/>
            <a:ext cx="119063" cy="246063"/>
          </a:xfrm>
          <a:custGeom>
            <a:avLst/>
            <a:gdLst>
              <a:gd name="T0" fmla="*/ 0 w 27"/>
              <a:gd name="T1" fmla="*/ 0 h 56"/>
              <a:gd name="T2" fmla="*/ 27 w 27"/>
              <a:gd name="T3" fmla="*/ 56 h 56"/>
              <a:gd name="T4" fmla="*/ 0 w 27"/>
              <a:gd name="T5" fmla="*/ 0 h 56"/>
              <a:gd name="T6" fmla="*/ 0 w 27"/>
              <a:gd name="T7" fmla="*/ 0 h 56"/>
            </a:gdLst>
            <a:ahLst/>
            <a:cxnLst>
              <a:cxn ang="0">
                <a:pos x="T0" y="T1"/>
              </a:cxn>
              <a:cxn ang="0">
                <a:pos x="T2" y="T3"/>
              </a:cxn>
              <a:cxn ang="0">
                <a:pos x="T4" y="T5"/>
              </a:cxn>
              <a:cxn ang="0">
                <a:pos x="T6" y="T7"/>
              </a:cxn>
            </a:cxnLst>
            <a:rect l="0" t="0" r="r" b="b"/>
            <a:pathLst>
              <a:path w="27" h="56">
                <a:moveTo>
                  <a:pt x="0" y="0"/>
                </a:moveTo>
                <a:cubicBezTo>
                  <a:pt x="13" y="16"/>
                  <a:pt x="23" y="35"/>
                  <a:pt x="27" y="56"/>
                </a:cubicBezTo>
                <a:cubicBezTo>
                  <a:pt x="23" y="35"/>
                  <a:pt x="13" y="16"/>
                  <a:pt x="0" y="0"/>
                </a:cubicBezTo>
                <a:cubicBezTo>
                  <a:pt x="0" y="0"/>
                  <a:pt x="0" y="0"/>
                  <a:pt x="0"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 name="Freeform 22"/>
          <p:cNvSpPr>
            <a:spLocks/>
          </p:cNvSpPr>
          <p:nvPr/>
        </p:nvSpPr>
        <p:spPr bwMode="auto">
          <a:xfrm>
            <a:off x="7869238" y="1833563"/>
            <a:ext cx="2846388" cy="593725"/>
          </a:xfrm>
          <a:custGeom>
            <a:avLst/>
            <a:gdLst>
              <a:gd name="T0" fmla="*/ 580 w 647"/>
              <a:gd name="T1" fmla="*/ 0 h 135"/>
              <a:gd name="T2" fmla="*/ 300 w 647"/>
              <a:gd name="T3" fmla="*/ 0 h 135"/>
              <a:gd name="T4" fmla="*/ 300 w 647"/>
              <a:gd name="T5" fmla="*/ 60 h 135"/>
              <a:gd name="T6" fmla="*/ 300 w 647"/>
              <a:gd name="T7" fmla="*/ 60 h 135"/>
              <a:gd name="T8" fmla="*/ 252 w 647"/>
              <a:gd name="T9" fmla="*/ 109 h 135"/>
              <a:gd name="T10" fmla="*/ 19 w 647"/>
              <a:gd name="T11" fmla="*/ 109 h 135"/>
              <a:gd name="T12" fmla="*/ 19 w 647"/>
              <a:gd name="T13" fmla="*/ 109 h 135"/>
              <a:gd name="T14" fmla="*/ 19 w 647"/>
              <a:gd name="T15" fmla="*/ 109 h 135"/>
              <a:gd name="T16" fmla="*/ 19 w 647"/>
              <a:gd name="T17" fmla="*/ 109 h 135"/>
              <a:gd name="T18" fmla="*/ 19 w 647"/>
              <a:gd name="T19" fmla="*/ 109 h 135"/>
              <a:gd name="T20" fmla="*/ 19 w 647"/>
              <a:gd name="T21" fmla="*/ 109 h 135"/>
              <a:gd name="T22" fmla="*/ 19 w 647"/>
              <a:gd name="T23" fmla="*/ 109 h 135"/>
              <a:gd name="T24" fmla="*/ 0 w 647"/>
              <a:gd name="T25" fmla="*/ 105 h 135"/>
              <a:gd name="T26" fmla="*/ 45 w 647"/>
              <a:gd name="T27" fmla="*/ 135 h 135"/>
              <a:gd name="T28" fmla="*/ 277 w 647"/>
              <a:gd name="T29" fmla="*/ 135 h 135"/>
              <a:gd name="T30" fmla="*/ 326 w 647"/>
              <a:gd name="T31" fmla="*/ 86 h 135"/>
              <a:gd name="T32" fmla="*/ 326 w 647"/>
              <a:gd name="T33" fmla="*/ 26 h 135"/>
              <a:gd name="T34" fmla="*/ 605 w 647"/>
              <a:gd name="T35" fmla="*/ 26 h 135"/>
              <a:gd name="T36" fmla="*/ 647 w 647"/>
              <a:gd name="T37" fmla="*/ 38 h 135"/>
              <a:gd name="T38" fmla="*/ 584 w 647"/>
              <a:gd name="T39" fmla="*/ 0 h 135"/>
              <a:gd name="T40" fmla="*/ 584 w 647"/>
              <a:gd name="T41" fmla="*/ 0 h 135"/>
              <a:gd name="T42" fmla="*/ 583 w 647"/>
              <a:gd name="T43" fmla="*/ 0 h 135"/>
              <a:gd name="T44" fmla="*/ 583 w 647"/>
              <a:gd name="T45" fmla="*/ 0 h 135"/>
              <a:gd name="T46" fmla="*/ 583 w 647"/>
              <a:gd name="T47" fmla="*/ 0 h 135"/>
              <a:gd name="T48" fmla="*/ 583 w 647"/>
              <a:gd name="T49" fmla="*/ 0 h 135"/>
              <a:gd name="T50" fmla="*/ 583 w 647"/>
              <a:gd name="T51" fmla="*/ 0 h 135"/>
              <a:gd name="T52" fmla="*/ 583 w 647"/>
              <a:gd name="T53" fmla="*/ 0 h 135"/>
              <a:gd name="T54" fmla="*/ 583 w 647"/>
              <a:gd name="T55" fmla="*/ 0 h 135"/>
              <a:gd name="T56" fmla="*/ 583 w 647"/>
              <a:gd name="T57" fmla="*/ 0 h 135"/>
              <a:gd name="T58" fmla="*/ 582 w 647"/>
              <a:gd name="T59" fmla="*/ 0 h 135"/>
              <a:gd name="T60" fmla="*/ 582 w 647"/>
              <a:gd name="T61" fmla="*/ 0 h 135"/>
              <a:gd name="T62" fmla="*/ 582 w 647"/>
              <a:gd name="T63" fmla="*/ 0 h 135"/>
              <a:gd name="T64" fmla="*/ 582 w 647"/>
              <a:gd name="T65" fmla="*/ 0 h 135"/>
              <a:gd name="T66" fmla="*/ 582 w 647"/>
              <a:gd name="T67" fmla="*/ 0 h 135"/>
              <a:gd name="T68" fmla="*/ 582 w 647"/>
              <a:gd name="T69" fmla="*/ 0 h 135"/>
              <a:gd name="T70" fmla="*/ 582 w 647"/>
              <a:gd name="T71" fmla="*/ 0 h 135"/>
              <a:gd name="T72" fmla="*/ 582 w 647"/>
              <a:gd name="T73" fmla="*/ 0 h 135"/>
              <a:gd name="T74" fmla="*/ 582 w 647"/>
              <a:gd name="T75" fmla="*/ 0 h 135"/>
              <a:gd name="T76" fmla="*/ 582 w 647"/>
              <a:gd name="T77" fmla="*/ 0 h 135"/>
              <a:gd name="T78" fmla="*/ 582 w 647"/>
              <a:gd name="T79" fmla="*/ 0 h 135"/>
              <a:gd name="T80" fmla="*/ 582 w 647"/>
              <a:gd name="T81" fmla="*/ 0 h 135"/>
              <a:gd name="T82" fmla="*/ 581 w 647"/>
              <a:gd name="T83" fmla="*/ 0 h 135"/>
              <a:gd name="T84" fmla="*/ 581 w 647"/>
              <a:gd name="T85" fmla="*/ 0 h 135"/>
              <a:gd name="T86" fmla="*/ 581 w 647"/>
              <a:gd name="T87" fmla="*/ 0 h 135"/>
              <a:gd name="T88" fmla="*/ 581 w 647"/>
              <a:gd name="T89" fmla="*/ 0 h 135"/>
              <a:gd name="T90" fmla="*/ 581 w 647"/>
              <a:gd name="T91" fmla="*/ 0 h 135"/>
              <a:gd name="T92" fmla="*/ 581 w 647"/>
              <a:gd name="T93" fmla="*/ 0 h 135"/>
              <a:gd name="T94" fmla="*/ 581 w 647"/>
              <a:gd name="T95" fmla="*/ 0 h 135"/>
              <a:gd name="T96" fmla="*/ 581 w 647"/>
              <a:gd name="T97" fmla="*/ 0 h 135"/>
              <a:gd name="T98" fmla="*/ 581 w 647"/>
              <a:gd name="T99" fmla="*/ 0 h 135"/>
              <a:gd name="T100" fmla="*/ 581 w 647"/>
              <a:gd name="T101" fmla="*/ 0 h 135"/>
              <a:gd name="T102" fmla="*/ 581 w 647"/>
              <a:gd name="T103" fmla="*/ 0 h 135"/>
              <a:gd name="T104" fmla="*/ 580 w 647"/>
              <a:gd name="T105" fmla="*/ 0 h 135"/>
              <a:gd name="T106" fmla="*/ 580 w 647"/>
              <a:gd name="T107" fmla="*/ 0 h 135"/>
              <a:gd name="T108" fmla="*/ 580 w 647"/>
              <a:gd name="T109" fmla="*/ 0 h 135"/>
              <a:gd name="T110" fmla="*/ 580 w 647"/>
              <a:gd name="T111" fmla="*/ 0 h 135"/>
              <a:gd name="T112" fmla="*/ 580 w 647"/>
              <a:gd name="T113" fmla="*/ 0 h 135"/>
              <a:gd name="T114" fmla="*/ 580 w 647"/>
              <a:gd name="T115" fmla="*/ 0 h 135"/>
              <a:gd name="T116" fmla="*/ 580 w 647"/>
              <a:gd name="T117" fmla="*/ 0 h 135"/>
              <a:gd name="T118" fmla="*/ 580 w 647"/>
              <a:gd name="T119" fmla="*/ 0 h 135"/>
              <a:gd name="T120" fmla="*/ 580 w 647"/>
              <a:gd name="T12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47" h="135">
                <a:moveTo>
                  <a:pt x="580" y="0"/>
                </a:moveTo>
                <a:cubicBezTo>
                  <a:pt x="300" y="0"/>
                  <a:pt x="300" y="0"/>
                  <a:pt x="300" y="0"/>
                </a:cubicBezTo>
                <a:cubicBezTo>
                  <a:pt x="300" y="60"/>
                  <a:pt x="300" y="60"/>
                  <a:pt x="300" y="60"/>
                </a:cubicBezTo>
                <a:cubicBezTo>
                  <a:pt x="300" y="60"/>
                  <a:pt x="300" y="60"/>
                  <a:pt x="300" y="60"/>
                </a:cubicBezTo>
                <a:cubicBezTo>
                  <a:pt x="300" y="87"/>
                  <a:pt x="279" y="109"/>
                  <a:pt x="252" y="109"/>
                </a:cubicBezTo>
                <a:cubicBezTo>
                  <a:pt x="19" y="109"/>
                  <a:pt x="19" y="109"/>
                  <a:pt x="19" y="109"/>
                </a:cubicBezTo>
                <a:cubicBezTo>
                  <a:pt x="19" y="109"/>
                  <a:pt x="19" y="109"/>
                  <a:pt x="19" y="109"/>
                </a:cubicBezTo>
                <a:cubicBezTo>
                  <a:pt x="19" y="109"/>
                  <a:pt x="19" y="109"/>
                  <a:pt x="19" y="109"/>
                </a:cubicBezTo>
                <a:cubicBezTo>
                  <a:pt x="19" y="109"/>
                  <a:pt x="19" y="109"/>
                  <a:pt x="19" y="109"/>
                </a:cubicBezTo>
                <a:cubicBezTo>
                  <a:pt x="19" y="109"/>
                  <a:pt x="19" y="109"/>
                  <a:pt x="19" y="109"/>
                </a:cubicBezTo>
                <a:cubicBezTo>
                  <a:pt x="19" y="109"/>
                  <a:pt x="19" y="109"/>
                  <a:pt x="19" y="109"/>
                </a:cubicBezTo>
                <a:cubicBezTo>
                  <a:pt x="19" y="109"/>
                  <a:pt x="19" y="109"/>
                  <a:pt x="19" y="109"/>
                </a:cubicBezTo>
                <a:cubicBezTo>
                  <a:pt x="12" y="109"/>
                  <a:pt x="6" y="108"/>
                  <a:pt x="0" y="105"/>
                </a:cubicBezTo>
                <a:cubicBezTo>
                  <a:pt x="8" y="122"/>
                  <a:pt x="25" y="135"/>
                  <a:pt x="45" y="135"/>
                </a:cubicBezTo>
                <a:cubicBezTo>
                  <a:pt x="277" y="135"/>
                  <a:pt x="277" y="135"/>
                  <a:pt x="277" y="135"/>
                </a:cubicBezTo>
                <a:cubicBezTo>
                  <a:pt x="304" y="135"/>
                  <a:pt x="326" y="113"/>
                  <a:pt x="326" y="86"/>
                </a:cubicBezTo>
                <a:cubicBezTo>
                  <a:pt x="326" y="26"/>
                  <a:pt x="326" y="26"/>
                  <a:pt x="326" y="26"/>
                </a:cubicBezTo>
                <a:cubicBezTo>
                  <a:pt x="605" y="26"/>
                  <a:pt x="605" y="26"/>
                  <a:pt x="605" y="26"/>
                </a:cubicBezTo>
                <a:cubicBezTo>
                  <a:pt x="620" y="26"/>
                  <a:pt x="635" y="30"/>
                  <a:pt x="647" y="38"/>
                </a:cubicBezTo>
                <a:cubicBezTo>
                  <a:pt x="633" y="16"/>
                  <a:pt x="610" y="2"/>
                  <a:pt x="584" y="0"/>
                </a:cubicBezTo>
                <a:cubicBezTo>
                  <a:pt x="584" y="0"/>
                  <a:pt x="584" y="0"/>
                  <a:pt x="584" y="0"/>
                </a:cubicBezTo>
                <a:cubicBezTo>
                  <a:pt x="584" y="0"/>
                  <a:pt x="583" y="0"/>
                  <a:pt x="583" y="0"/>
                </a:cubicBezTo>
                <a:cubicBezTo>
                  <a:pt x="583" y="0"/>
                  <a:pt x="583" y="0"/>
                  <a:pt x="583" y="0"/>
                </a:cubicBezTo>
                <a:cubicBezTo>
                  <a:pt x="583" y="0"/>
                  <a:pt x="583" y="0"/>
                  <a:pt x="583" y="0"/>
                </a:cubicBezTo>
                <a:cubicBezTo>
                  <a:pt x="583" y="0"/>
                  <a:pt x="583" y="0"/>
                  <a:pt x="583" y="0"/>
                </a:cubicBezTo>
                <a:cubicBezTo>
                  <a:pt x="583" y="0"/>
                  <a:pt x="583" y="0"/>
                  <a:pt x="583" y="0"/>
                </a:cubicBezTo>
                <a:cubicBezTo>
                  <a:pt x="583" y="0"/>
                  <a:pt x="583" y="0"/>
                  <a:pt x="583" y="0"/>
                </a:cubicBezTo>
                <a:cubicBezTo>
                  <a:pt x="583" y="0"/>
                  <a:pt x="583" y="0"/>
                  <a:pt x="583" y="0"/>
                </a:cubicBezTo>
                <a:cubicBezTo>
                  <a:pt x="583" y="0"/>
                  <a:pt x="583" y="0"/>
                  <a:pt x="583" y="0"/>
                </a:cubicBezTo>
                <a:cubicBezTo>
                  <a:pt x="583" y="0"/>
                  <a:pt x="583" y="0"/>
                  <a:pt x="582" y="0"/>
                </a:cubicBezTo>
                <a:cubicBezTo>
                  <a:pt x="582" y="0"/>
                  <a:pt x="582" y="0"/>
                  <a:pt x="582" y="0"/>
                </a:cubicBezTo>
                <a:cubicBezTo>
                  <a:pt x="582" y="0"/>
                  <a:pt x="582" y="0"/>
                  <a:pt x="582" y="0"/>
                </a:cubicBezTo>
                <a:cubicBezTo>
                  <a:pt x="582" y="0"/>
                  <a:pt x="582" y="0"/>
                  <a:pt x="582" y="0"/>
                </a:cubicBezTo>
                <a:cubicBezTo>
                  <a:pt x="582" y="0"/>
                  <a:pt x="582" y="0"/>
                  <a:pt x="582" y="0"/>
                </a:cubicBezTo>
                <a:cubicBezTo>
                  <a:pt x="582" y="0"/>
                  <a:pt x="582" y="0"/>
                  <a:pt x="582" y="0"/>
                </a:cubicBezTo>
                <a:cubicBezTo>
                  <a:pt x="582" y="0"/>
                  <a:pt x="582" y="0"/>
                  <a:pt x="582" y="0"/>
                </a:cubicBezTo>
                <a:cubicBezTo>
                  <a:pt x="582" y="0"/>
                  <a:pt x="582" y="0"/>
                  <a:pt x="582" y="0"/>
                </a:cubicBezTo>
                <a:cubicBezTo>
                  <a:pt x="582" y="0"/>
                  <a:pt x="582" y="0"/>
                  <a:pt x="582" y="0"/>
                </a:cubicBezTo>
                <a:cubicBezTo>
                  <a:pt x="582" y="0"/>
                  <a:pt x="582" y="0"/>
                  <a:pt x="582" y="0"/>
                </a:cubicBezTo>
                <a:cubicBezTo>
                  <a:pt x="582" y="0"/>
                  <a:pt x="582" y="0"/>
                  <a:pt x="582" y="0"/>
                </a:cubicBezTo>
                <a:cubicBezTo>
                  <a:pt x="582" y="0"/>
                  <a:pt x="582" y="0"/>
                  <a:pt x="582" y="0"/>
                </a:cubicBezTo>
                <a:cubicBezTo>
                  <a:pt x="582" y="0"/>
                  <a:pt x="581" y="0"/>
                  <a:pt x="581" y="0"/>
                </a:cubicBezTo>
                <a:cubicBezTo>
                  <a:pt x="581" y="0"/>
                  <a:pt x="581" y="0"/>
                  <a:pt x="581" y="0"/>
                </a:cubicBezTo>
                <a:cubicBezTo>
                  <a:pt x="581" y="0"/>
                  <a:pt x="581" y="0"/>
                  <a:pt x="581" y="0"/>
                </a:cubicBezTo>
                <a:cubicBezTo>
                  <a:pt x="581" y="0"/>
                  <a:pt x="581" y="0"/>
                  <a:pt x="581" y="0"/>
                </a:cubicBezTo>
                <a:cubicBezTo>
                  <a:pt x="581" y="0"/>
                  <a:pt x="581" y="0"/>
                  <a:pt x="581" y="0"/>
                </a:cubicBezTo>
                <a:cubicBezTo>
                  <a:pt x="581" y="0"/>
                  <a:pt x="581" y="0"/>
                  <a:pt x="581" y="0"/>
                </a:cubicBezTo>
                <a:cubicBezTo>
                  <a:pt x="581" y="0"/>
                  <a:pt x="581" y="0"/>
                  <a:pt x="581" y="0"/>
                </a:cubicBezTo>
                <a:cubicBezTo>
                  <a:pt x="581" y="0"/>
                  <a:pt x="581" y="0"/>
                  <a:pt x="581" y="0"/>
                </a:cubicBezTo>
                <a:cubicBezTo>
                  <a:pt x="581" y="0"/>
                  <a:pt x="581" y="0"/>
                  <a:pt x="581" y="0"/>
                </a:cubicBezTo>
                <a:cubicBezTo>
                  <a:pt x="581" y="0"/>
                  <a:pt x="581" y="0"/>
                  <a:pt x="581" y="0"/>
                </a:cubicBezTo>
                <a:cubicBezTo>
                  <a:pt x="581" y="0"/>
                  <a:pt x="581" y="0"/>
                  <a:pt x="581" y="0"/>
                </a:cubicBezTo>
                <a:cubicBezTo>
                  <a:pt x="580" y="0"/>
                  <a:pt x="580" y="0"/>
                  <a:pt x="580" y="0"/>
                </a:cubicBezTo>
                <a:cubicBezTo>
                  <a:pt x="580" y="0"/>
                  <a:pt x="580" y="0"/>
                  <a:pt x="580" y="0"/>
                </a:cubicBezTo>
                <a:cubicBezTo>
                  <a:pt x="580" y="0"/>
                  <a:pt x="580" y="0"/>
                  <a:pt x="580" y="0"/>
                </a:cubicBezTo>
                <a:cubicBezTo>
                  <a:pt x="580" y="0"/>
                  <a:pt x="580" y="0"/>
                  <a:pt x="580" y="0"/>
                </a:cubicBezTo>
                <a:cubicBezTo>
                  <a:pt x="580" y="0"/>
                  <a:pt x="580" y="0"/>
                  <a:pt x="580" y="0"/>
                </a:cubicBezTo>
                <a:cubicBezTo>
                  <a:pt x="580" y="0"/>
                  <a:pt x="580" y="0"/>
                  <a:pt x="580" y="0"/>
                </a:cubicBezTo>
                <a:cubicBezTo>
                  <a:pt x="580" y="0"/>
                  <a:pt x="580" y="0"/>
                  <a:pt x="580" y="0"/>
                </a:cubicBezTo>
                <a:cubicBezTo>
                  <a:pt x="580" y="0"/>
                  <a:pt x="580" y="0"/>
                  <a:pt x="580" y="0"/>
                </a:cubicBezTo>
                <a:cubicBezTo>
                  <a:pt x="580" y="0"/>
                  <a:pt x="580" y="0"/>
                  <a:pt x="580"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 name="Freeform 23"/>
          <p:cNvSpPr>
            <a:spLocks noEditPoints="1"/>
          </p:cNvSpPr>
          <p:nvPr/>
        </p:nvSpPr>
        <p:spPr bwMode="auto">
          <a:xfrm>
            <a:off x="7869238" y="1833563"/>
            <a:ext cx="2568575" cy="479425"/>
          </a:xfrm>
          <a:custGeom>
            <a:avLst/>
            <a:gdLst>
              <a:gd name="T0" fmla="*/ 19 w 584"/>
              <a:gd name="T1" fmla="*/ 109 h 109"/>
              <a:gd name="T2" fmla="*/ 19 w 584"/>
              <a:gd name="T3" fmla="*/ 109 h 109"/>
              <a:gd name="T4" fmla="*/ 19 w 584"/>
              <a:gd name="T5" fmla="*/ 109 h 109"/>
              <a:gd name="T6" fmla="*/ 0 w 584"/>
              <a:gd name="T7" fmla="*/ 105 h 109"/>
              <a:gd name="T8" fmla="*/ 0 w 584"/>
              <a:gd name="T9" fmla="*/ 105 h 109"/>
              <a:gd name="T10" fmla="*/ 252 w 584"/>
              <a:gd name="T11" fmla="*/ 109 h 109"/>
              <a:gd name="T12" fmla="*/ 19 w 584"/>
              <a:gd name="T13" fmla="*/ 109 h 109"/>
              <a:gd name="T14" fmla="*/ 252 w 584"/>
              <a:gd name="T15" fmla="*/ 109 h 109"/>
              <a:gd name="T16" fmla="*/ 300 w 584"/>
              <a:gd name="T17" fmla="*/ 60 h 109"/>
              <a:gd name="T18" fmla="*/ 584 w 584"/>
              <a:gd name="T19" fmla="*/ 0 h 109"/>
              <a:gd name="T20" fmla="*/ 583 w 584"/>
              <a:gd name="T21" fmla="*/ 0 h 109"/>
              <a:gd name="T22" fmla="*/ 583 w 584"/>
              <a:gd name="T23" fmla="*/ 0 h 109"/>
              <a:gd name="T24" fmla="*/ 583 w 584"/>
              <a:gd name="T25" fmla="*/ 0 h 109"/>
              <a:gd name="T26" fmla="*/ 583 w 584"/>
              <a:gd name="T27" fmla="*/ 0 h 109"/>
              <a:gd name="T28" fmla="*/ 583 w 584"/>
              <a:gd name="T29" fmla="*/ 0 h 109"/>
              <a:gd name="T30" fmla="*/ 583 w 584"/>
              <a:gd name="T31" fmla="*/ 0 h 109"/>
              <a:gd name="T32" fmla="*/ 582 w 584"/>
              <a:gd name="T33" fmla="*/ 0 h 109"/>
              <a:gd name="T34" fmla="*/ 582 w 584"/>
              <a:gd name="T35" fmla="*/ 0 h 109"/>
              <a:gd name="T36" fmla="*/ 582 w 584"/>
              <a:gd name="T37" fmla="*/ 0 h 109"/>
              <a:gd name="T38" fmla="*/ 582 w 584"/>
              <a:gd name="T39" fmla="*/ 0 h 109"/>
              <a:gd name="T40" fmla="*/ 582 w 584"/>
              <a:gd name="T41" fmla="*/ 0 h 109"/>
              <a:gd name="T42" fmla="*/ 582 w 584"/>
              <a:gd name="T43" fmla="*/ 0 h 109"/>
              <a:gd name="T44" fmla="*/ 582 w 584"/>
              <a:gd name="T45" fmla="*/ 0 h 109"/>
              <a:gd name="T46" fmla="*/ 582 w 584"/>
              <a:gd name="T47" fmla="*/ 0 h 109"/>
              <a:gd name="T48" fmla="*/ 582 w 584"/>
              <a:gd name="T49" fmla="*/ 0 h 109"/>
              <a:gd name="T50" fmla="*/ 581 w 584"/>
              <a:gd name="T51" fmla="*/ 0 h 109"/>
              <a:gd name="T52" fmla="*/ 581 w 584"/>
              <a:gd name="T53" fmla="*/ 0 h 109"/>
              <a:gd name="T54" fmla="*/ 581 w 584"/>
              <a:gd name="T55" fmla="*/ 0 h 109"/>
              <a:gd name="T56" fmla="*/ 581 w 584"/>
              <a:gd name="T57" fmla="*/ 0 h 109"/>
              <a:gd name="T58" fmla="*/ 581 w 584"/>
              <a:gd name="T59" fmla="*/ 0 h 109"/>
              <a:gd name="T60" fmla="*/ 581 w 584"/>
              <a:gd name="T61" fmla="*/ 0 h 109"/>
              <a:gd name="T62" fmla="*/ 581 w 584"/>
              <a:gd name="T63" fmla="*/ 0 h 109"/>
              <a:gd name="T64" fmla="*/ 581 w 584"/>
              <a:gd name="T65" fmla="*/ 0 h 109"/>
              <a:gd name="T66" fmla="*/ 581 w 584"/>
              <a:gd name="T67" fmla="*/ 0 h 109"/>
              <a:gd name="T68" fmla="*/ 580 w 584"/>
              <a:gd name="T69" fmla="*/ 0 h 109"/>
              <a:gd name="T70" fmla="*/ 580 w 584"/>
              <a:gd name="T71" fmla="*/ 0 h 109"/>
              <a:gd name="T72" fmla="*/ 580 w 584"/>
              <a:gd name="T73" fmla="*/ 0 h 109"/>
              <a:gd name="T74" fmla="*/ 580 w 584"/>
              <a:gd name="T75" fmla="*/ 0 h 109"/>
              <a:gd name="T76" fmla="*/ 580 w 584"/>
              <a:gd name="T77" fmla="*/ 0 h 109"/>
              <a:gd name="T78" fmla="*/ 300 w 584"/>
              <a:gd name="T79" fmla="*/ 0 h 109"/>
              <a:gd name="T80" fmla="*/ 580 w 584"/>
              <a:gd name="T81"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84" h="109">
                <a:moveTo>
                  <a:pt x="19" y="109"/>
                </a:moveTo>
                <a:cubicBezTo>
                  <a:pt x="19" y="109"/>
                  <a:pt x="19" y="109"/>
                  <a:pt x="19" y="109"/>
                </a:cubicBezTo>
                <a:cubicBezTo>
                  <a:pt x="19" y="109"/>
                  <a:pt x="19" y="109"/>
                  <a:pt x="19" y="109"/>
                </a:cubicBezTo>
                <a:moveTo>
                  <a:pt x="19" y="109"/>
                </a:moveTo>
                <a:cubicBezTo>
                  <a:pt x="19" y="109"/>
                  <a:pt x="19" y="109"/>
                  <a:pt x="19" y="109"/>
                </a:cubicBezTo>
                <a:cubicBezTo>
                  <a:pt x="19" y="109"/>
                  <a:pt x="19" y="109"/>
                  <a:pt x="19" y="109"/>
                </a:cubicBezTo>
                <a:moveTo>
                  <a:pt x="0" y="105"/>
                </a:moveTo>
                <a:cubicBezTo>
                  <a:pt x="0" y="105"/>
                  <a:pt x="0" y="105"/>
                  <a:pt x="0" y="105"/>
                </a:cubicBezTo>
                <a:cubicBezTo>
                  <a:pt x="6" y="108"/>
                  <a:pt x="12" y="109"/>
                  <a:pt x="19" y="109"/>
                </a:cubicBezTo>
                <a:cubicBezTo>
                  <a:pt x="12" y="109"/>
                  <a:pt x="6" y="108"/>
                  <a:pt x="0" y="105"/>
                </a:cubicBezTo>
                <a:moveTo>
                  <a:pt x="300" y="60"/>
                </a:moveTo>
                <a:cubicBezTo>
                  <a:pt x="300" y="87"/>
                  <a:pt x="279" y="109"/>
                  <a:pt x="252" y="109"/>
                </a:cubicBezTo>
                <a:cubicBezTo>
                  <a:pt x="19" y="109"/>
                  <a:pt x="19" y="109"/>
                  <a:pt x="19" y="109"/>
                </a:cubicBezTo>
                <a:cubicBezTo>
                  <a:pt x="19" y="109"/>
                  <a:pt x="19" y="109"/>
                  <a:pt x="19" y="109"/>
                </a:cubicBezTo>
                <a:cubicBezTo>
                  <a:pt x="19" y="109"/>
                  <a:pt x="19" y="109"/>
                  <a:pt x="19" y="109"/>
                </a:cubicBezTo>
                <a:cubicBezTo>
                  <a:pt x="252" y="109"/>
                  <a:pt x="252" y="109"/>
                  <a:pt x="252" y="109"/>
                </a:cubicBezTo>
                <a:cubicBezTo>
                  <a:pt x="279" y="109"/>
                  <a:pt x="300" y="87"/>
                  <a:pt x="300" y="60"/>
                </a:cubicBezTo>
                <a:cubicBezTo>
                  <a:pt x="300" y="60"/>
                  <a:pt x="300" y="60"/>
                  <a:pt x="300" y="60"/>
                </a:cubicBezTo>
                <a:moveTo>
                  <a:pt x="584" y="0"/>
                </a:moveTo>
                <a:cubicBezTo>
                  <a:pt x="584" y="0"/>
                  <a:pt x="584" y="0"/>
                  <a:pt x="584" y="0"/>
                </a:cubicBezTo>
                <a:cubicBezTo>
                  <a:pt x="584" y="0"/>
                  <a:pt x="584" y="0"/>
                  <a:pt x="584" y="0"/>
                </a:cubicBezTo>
                <a:moveTo>
                  <a:pt x="583" y="0"/>
                </a:moveTo>
                <a:cubicBezTo>
                  <a:pt x="583" y="0"/>
                  <a:pt x="583" y="0"/>
                  <a:pt x="583" y="0"/>
                </a:cubicBezTo>
                <a:cubicBezTo>
                  <a:pt x="583" y="0"/>
                  <a:pt x="583" y="0"/>
                  <a:pt x="583" y="0"/>
                </a:cubicBezTo>
                <a:moveTo>
                  <a:pt x="583" y="0"/>
                </a:moveTo>
                <a:cubicBezTo>
                  <a:pt x="583" y="0"/>
                  <a:pt x="583" y="0"/>
                  <a:pt x="583" y="0"/>
                </a:cubicBezTo>
                <a:cubicBezTo>
                  <a:pt x="583" y="0"/>
                  <a:pt x="583" y="0"/>
                  <a:pt x="583" y="0"/>
                </a:cubicBezTo>
                <a:moveTo>
                  <a:pt x="583" y="0"/>
                </a:moveTo>
                <a:cubicBezTo>
                  <a:pt x="583" y="0"/>
                  <a:pt x="583" y="0"/>
                  <a:pt x="583" y="0"/>
                </a:cubicBezTo>
                <a:cubicBezTo>
                  <a:pt x="583" y="0"/>
                  <a:pt x="583" y="0"/>
                  <a:pt x="583" y="0"/>
                </a:cubicBezTo>
                <a:moveTo>
                  <a:pt x="583" y="0"/>
                </a:moveTo>
                <a:cubicBezTo>
                  <a:pt x="583" y="0"/>
                  <a:pt x="583" y="0"/>
                  <a:pt x="583" y="0"/>
                </a:cubicBezTo>
                <a:cubicBezTo>
                  <a:pt x="583" y="0"/>
                  <a:pt x="583" y="0"/>
                  <a:pt x="583" y="0"/>
                </a:cubicBezTo>
                <a:moveTo>
                  <a:pt x="582" y="0"/>
                </a:moveTo>
                <a:cubicBezTo>
                  <a:pt x="582" y="0"/>
                  <a:pt x="582" y="0"/>
                  <a:pt x="582" y="0"/>
                </a:cubicBezTo>
                <a:cubicBezTo>
                  <a:pt x="582" y="0"/>
                  <a:pt x="582" y="0"/>
                  <a:pt x="582" y="0"/>
                </a:cubicBezTo>
                <a:moveTo>
                  <a:pt x="582" y="0"/>
                </a:moveTo>
                <a:cubicBezTo>
                  <a:pt x="582" y="0"/>
                  <a:pt x="582" y="0"/>
                  <a:pt x="582" y="0"/>
                </a:cubicBezTo>
                <a:cubicBezTo>
                  <a:pt x="582" y="0"/>
                  <a:pt x="582" y="0"/>
                  <a:pt x="582" y="0"/>
                </a:cubicBezTo>
                <a:moveTo>
                  <a:pt x="582" y="0"/>
                </a:moveTo>
                <a:cubicBezTo>
                  <a:pt x="582" y="0"/>
                  <a:pt x="582" y="0"/>
                  <a:pt x="582" y="0"/>
                </a:cubicBezTo>
                <a:cubicBezTo>
                  <a:pt x="582" y="0"/>
                  <a:pt x="582" y="0"/>
                  <a:pt x="582" y="0"/>
                </a:cubicBezTo>
                <a:moveTo>
                  <a:pt x="582" y="0"/>
                </a:moveTo>
                <a:cubicBezTo>
                  <a:pt x="582" y="0"/>
                  <a:pt x="582" y="0"/>
                  <a:pt x="582" y="0"/>
                </a:cubicBezTo>
                <a:cubicBezTo>
                  <a:pt x="582" y="0"/>
                  <a:pt x="582" y="0"/>
                  <a:pt x="582" y="0"/>
                </a:cubicBezTo>
                <a:moveTo>
                  <a:pt x="582" y="0"/>
                </a:moveTo>
                <a:cubicBezTo>
                  <a:pt x="582" y="0"/>
                  <a:pt x="582" y="0"/>
                  <a:pt x="582" y="0"/>
                </a:cubicBezTo>
                <a:cubicBezTo>
                  <a:pt x="582" y="0"/>
                  <a:pt x="582" y="0"/>
                  <a:pt x="582" y="0"/>
                </a:cubicBezTo>
                <a:moveTo>
                  <a:pt x="582" y="0"/>
                </a:moveTo>
                <a:cubicBezTo>
                  <a:pt x="582" y="0"/>
                  <a:pt x="582" y="0"/>
                  <a:pt x="582" y="0"/>
                </a:cubicBezTo>
                <a:cubicBezTo>
                  <a:pt x="582" y="0"/>
                  <a:pt x="582" y="0"/>
                  <a:pt x="582" y="0"/>
                </a:cubicBezTo>
                <a:moveTo>
                  <a:pt x="581" y="0"/>
                </a:moveTo>
                <a:cubicBezTo>
                  <a:pt x="581" y="0"/>
                  <a:pt x="581" y="0"/>
                  <a:pt x="581" y="0"/>
                </a:cubicBezTo>
                <a:cubicBezTo>
                  <a:pt x="581" y="0"/>
                  <a:pt x="581" y="0"/>
                  <a:pt x="581" y="0"/>
                </a:cubicBezTo>
                <a:moveTo>
                  <a:pt x="581" y="0"/>
                </a:moveTo>
                <a:cubicBezTo>
                  <a:pt x="581" y="0"/>
                  <a:pt x="581" y="0"/>
                  <a:pt x="581" y="0"/>
                </a:cubicBezTo>
                <a:cubicBezTo>
                  <a:pt x="581" y="0"/>
                  <a:pt x="581" y="0"/>
                  <a:pt x="581" y="0"/>
                </a:cubicBezTo>
                <a:moveTo>
                  <a:pt x="581" y="0"/>
                </a:moveTo>
                <a:cubicBezTo>
                  <a:pt x="581" y="0"/>
                  <a:pt x="581" y="0"/>
                  <a:pt x="581" y="0"/>
                </a:cubicBezTo>
                <a:cubicBezTo>
                  <a:pt x="581" y="0"/>
                  <a:pt x="581" y="0"/>
                  <a:pt x="581" y="0"/>
                </a:cubicBezTo>
                <a:moveTo>
                  <a:pt x="581" y="0"/>
                </a:moveTo>
                <a:cubicBezTo>
                  <a:pt x="581" y="0"/>
                  <a:pt x="581" y="0"/>
                  <a:pt x="581" y="0"/>
                </a:cubicBezTo>
                <a:cubicBezTo>
                  <a:pt x="581" y="0"/>
                  <a:pt x="581" y="0"/>
                  <a:pt x="581" y="0"/>
                </a:cubicBezTo>
                <a:moveTo>
                  <a:pt x="581" y="0"/>
                </a:moveTo>
                <a:cubicBezTo>
                  <a:pt x="581" y="0"/>
                  <a:pt x="581" y="0"/>
                  <a:pt x="581" y="0"/>
                </a:cubicBezTo>
                <a:cubicBezTo>
                  <a:pt x="581" y="0"/>
                  <a:pt x="581" y="0"/>
                  <a:pt x="581" y="0"/>
                </a:cubicBezTo>
                <a:moveTo>
                  <a:pt x="580" y="0"/>
                </a:moveTo>
                <a:cubicBezTo>
                  <a:pt x="580" y="0"/>
                  <a:pt x="580" y="0"/>
                  <a:pt x="581" y="0"/>
                </a:cubicBezTo>
                <a:cubicBezTo>
                  <a:pt x="580" y="0"/>
                  <a:pt x="580" y="0"/>
                  <a:pt x="580" y="0"/>
                </a:cubicBezTo>
                <a:moveTo>
                  <a:pt x="580" y="0"/>
                </a:moveTo>
                <a:cubicBezTo>
                  <a:pt x="580" y="0"/>
                  <a:pt x="580" y="0"/>
                  <a:pt x="580" y="0"/>
                </a:cubicBezTo>
                <a:cubicBezTo>
                  <a:pt x="580" y="0"/>
                  <a:pt x="580" y="0"/>
                  <a:pt x="580" y="0"/>
                </a:cubicBezTo>
                <a:moveTo>
                  <a:pt x="580" y="0"/>
                </a:moveTo>
                <a:cubicBezTo>
                  <a:pt x="580" y="0"/>
                  <a:pt x="580" y="0"/>
                  <a:pt x="580" y="0"/>
                </a:cubicBezTo>
                <a:cubicBezTo>
                  <a:pt x="580" y="0"/>
                  <a:pt x="580" y="0"/>
                  <a:pt x="580" y="0"/>
                </a:cubicBezTo>
                <a:moveTo>
                  <a:pt x="580" y="0"/>
                </a:moveTo>
                <a:cubicBezTo>
                  <a:pt x="580" y="0"/>
                  <a:pt x="580" y="0"/>
                  <a:pt x="580" y="0"/>
                </a:cubicBezTo>
                <a:cubicBezTo>
                  <a:pt x="580" y="0"/>
                  <a:pt x="580" y="0"/>
                  <a:pt x="580" y="0"/>
                </a:cubicBezTo>
                <a:moveTo>
                  <a:pt x="580" y="0"/>
                </a:moveTo>
                <a:cubicBezTo>
                  <a:pt x="300" y="0"/>
                  <a:pt x="300" y="0"/>
                  <a:pt x="300" y="0"/>
                </a:cubicBezTo>
                <a:cubicBezTo>
                  <a:pt x="580" y="0"/>
                  <a:pt x="580" y="0"/>
                  <a:pt x="580" y="0"/>
                </a:cubicBezTo>
                <a:cubicBezTo>
                  <a:pt x="580" y="0"/>
                  <a:pt x="580" y="0"/>
                  <a:pt x="580" y="0"/>
                </a:cubicBezTo>
                <a:cubicBezTo>
                  <a:pt x="580" y="0"/>
                  <a:pt x="580" y="0"/>
                  <a:pt x="580"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 name="Freeform 24"/>
          <p:cNvSpPr>
            <a:spLocks/>
          </p:cNvSpPr>
          <p:nvPr/>
        </p:nvSpPr>
        <p:spPr bwMode="auto">
          <a:xfrm>
            <a:off x="6932613" y="1833563"/>
            <a:ext cx="809625" cy="228600"/>
          </a:xfrm>
          <a:custGeom>
            <a:avLst/>
            <a:gdLst>
              <a:gd name="T0" fmla="*/ 184 w 184"/>
              <a:gd name="T1" fmla="*/ 0 h 52"/>
              <a:gd name="T2" fmla="*/ 72 w 184"/>
              <a:gd name="T3" fmla="*/ 0 h 52"/>
              <a:gd name="T4" fmla="*/ 25 w 184"/>
              <a:gd name="T5" fmla="*/ 26 h 52"/>
              <a:gd name="T6" fmla="*/ 25 w 184"/>
              <a:gd name="T7" fmla="*/ 26 h 52"/>
              <a:gd name="T8" fmla="*/ 24 w 184"/>
              <a:gd name="T9" fmla="*/ 26 h 52"/>
              <a:gd name="T10" fmla="*/ 24 w 184"/>
              <a:gd name="T11" fmla="*/ 26 h 52"/>
              <a:gd name="T12" fmla="*/ 24 w 184"/>
              <a:gd name="T13" fmla="*/ 26 h 52"/>
              <a:gd name="T14" fmla="*/ 24 w 184"/>
              <a:gd name="T15" fmla="*/ 26 h 52"/>
              <a:gd name="T16" fmla="*/ 24 w 184"/>
              <a:gd name="T17" fmla="*/ 26 h 52"/>
              <a:gd name="T18" fmla="*/ 24 w 184"/>
              <a:gd name="T19" fmla="*/ 26 h 52"/>
              <a:gd name="T20" fmla="*/ 24 w 184"/>
              <a:gd name="T21" fmla="*/ 26 h 52"/>
              <a:gd name="T22" fmla="*/ 24 w 184"/>
              <a:gd name="T23" fmla="*/ 26 h 52"/>
              <a:gd name="T24" fmla="*/ 24 w 184"/>
              <a:gd name="T25" fmla="*/ 26 h 52"/>
              <a:gd name="T26" fmla="*/ 24 w 184"/>
              <a:gd name="T27" fmla="*/ 26 h 52"/>
              <a:gd name="T28" fmla="*/ 24 w 184"/>
              <a:gd name="T29" fmla="*/ 26 h 52"/>
              <a:gd name="T30" fmla="*/ 23 w 184"/>
              <a:gd name="T31" fmla="*/ 26 h 52"/>
              <a:gd name="T32" fmla="*/ 23 w 184"/>
              <a:gd name="T33" fmla="*/ 26 h 52"/>
              <a:gd name="T34" fmla="*/ 0 w 184"/>
              <a:gd name="T35" fmla="*/ 20 h 52"/>
              <a:gd name="T36" fmla="*/ 50 w 184"/>
              <a:gd name="T37" fmla="*/ 52 h 52"/>
              <a:gd name="T38" fmla="*/ 98 w 184"/>
              <a:gd name="T39" fmla="*/ 26 h 52"/>
              <a:gd name="T40" fmla="*/ 184 w 184"/>
              <a:gd name="T41" fmla="*/ 26 h 52"/>
              <a:gd name="T42" fmla="*/ 184 w 184"/>
              <a:gd name="T43"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4" h="52">
                <a:moveTo>
                  <a:pt x="184" y="0"/>
                </a:moveTo>
                <a:cubicBezTo>
                  <a:pt x="72" y="0"/>
                  <a:pt x="72" y="0"/>
                  <a:pt x="72" y="0"/>
                </a:cubicBezTo>
                <a:cubicBezTo>
                  <a:pt x="62" y="16"/>
                  <a:pt x="45" y="26"/>
                  <a:pt x="25" y="26"/>
                </a:cubicBezTo>
                <a:cubicBezTo>
                  <a:pt x="25" y="26"/>
                  <a:pt x="25" y="26"/>
                  <a:pt x="25" y="26"/>
                </a:cubicBezTo>
                <a:cubicBezTo>
                  <a:pt x="25" y="26"/>
                  <a:pt x="25"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3" y="26"/>
                </a:cubicBezTo>
                <a:cubicBezTo>
                  <a:pt x="23" y="26"/>
                  <a:pt x="23" y="26"/>
                  <a:pt x="23" y="26"/>
                </a:cubicBezTo>
                <a:cubicBezTo>
                  <a:pt x="15" y="26"/>
                  <a:pt x="7" y="24"/>
                  <a:pt x="0" y="20"/>
                </a:cubicBezTo>
                <a:cubicBezTo>
                  <a:pt x="9" y="39"/>
                  <a:pt x="28" y="52"/>
                  <a:pt x="50" y="52"/>
                </a:cubicBezTo>
                <a:cubicBezTo>
                  <a:pt x="70" y="52"/>
                  <a:pt x="88" y="41"/>
                  <a:pt x="98" y="26"/>
                </a:cubicBezTo>
                <a:cubicBezTo>
                  <a:pt x="184" y="26"/>
                  <a:pt x="184" y="26"/>
                  <a:pt x="184" y="26"/>
                </a:cubicBezTo>
                <a:cubicBezTo>
                  <a:pt x="184" y="0"/>
                  <a:pt x="184" y="0"/>
                  <a:pt x="184"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 name="Freeform 25"/>
          <p:cNvSpPr>
            <a:spLocks noEditPoints="1"/>
          </p:cNvSpPr>
          <p:nvPr/>
        </p:nvSpPr>
        <p:spPr bwMode="auto">
          <a:xfrm>
            <a:off x="6932613" y="1833563"/>
            <a:ext cx="809625" cy="114300"/>
          </a:xfrm>
          <a:custGeom>
            <a:avLst/>
            <a:gdLst>
              <a:gd name="T0" fmla="*/ 24 w 184"/>
              <a:gd name="T1" fmla="*/ 26 h 26"/>
              <a:gd name="T2" fmla="*/ 24 w 184"/>
              <a:gd name="T3" fmla="*/ 26 h 26"/>
              <a:gd name="T4" fmla="*/ 24 w 184"/>
              <a:gd name="T5" fmla="*/ 26 h 26"/>
              <a:gd name="T6" fmla="*/ 24 w 184"/>
              <a:gd name="T7" fmla="*/ 26 h 26"/>
              <a:gd name="T8" fmla="*/ 24 w 184"/>
              <a:gd name="T9" fmla="*/ 26 h 26"/>
              <a:gd name="T10" fmla="*/ 24 w 184"/>
              <a:gd name="T11" fmla="*/ 26 h 26"/>
              <a:gd name="T12" fmla="*/ 24 w 184"/>
              <a:gd name="T13" fmla="*/ 26 h 26"/>
              <a:gd name="T14" fmla="*/ 24 w 184"/>
              <a:gd name="T15" fmla="*/ 26 h 26"/>
              <a:gd name="T16" fmla="*/ 24 w 184"/>
              <a:gd name="T17" fmla="*/ 26 h 26"/>
              <a:gd name="T18" fmla="*/ 24 w 184"/>
              <a:gd name="T19" fmla="*/ 26 h 26"/>
              <a:gd name="T20" fmla="*/ 24 w 184"/>
              <a:gd name="T21" fmla="*/ 26 h 26"/>
              <a:gd name="T22" fmla="*/ 24 w 184"/>
              <a:gd name="T23" fmla="*/ 26 h 26"/>
              <a:gd name="T24" fmla="*/ 24 w 184"/>
              <a:gd name="T25" fmla="*/ 26 h 26"/>
              <a:gd name="T26" fmla="*/ 24 w 184"/>
              <a:gd name="T27" fmla="*/ 26 h 26"/>
              <a:gd name="T28" fmla="*/ 24 w 184"/>
              <a:gd name="T29" fmla="*/ 26 h 26"/>
              <a:gd name="T30" fmla="*/ 23 w 184"/>
              <a:gd name="T31" fmla="*/ 26 h 26"/>
              <a:gd name="T32" fmla="*/ 24 w 184"/>
              <a:gd name="T33" fmla="*/ 26 h 26"/>
              <a:gd name="T34" fmla="*/ 23 w 184"/>
              <a:gd name="T35" fmla="*/ 26 h 26"/>
              <a:gd name="T36" fmla="*/ 0 w 184"/>
              <a:gd name="T37" fmla="*/ 20 h 26"/>
              <a:gd name="T38" fmla="*/ 0 w 184"/>
              <a:gd name="T39" fmla="*/ 20 h 26"/>
              <a:gd name="T40" fmla="*/ 23 w 184"/>
              <a:gd name="T41" fmla="*/ 26 h 26"/>
              <a:gd name="T42" fmla="*/ 0 w 184"/>
              <a:gd name="T43" fmla="*/ 20 h 26"/>
              <a:gd name="T44" fmla="*/ 184 w 184"/>
              <a:gd name="T45" fmla="*/ 0 h 26"/>
              <a:gd name="T46" fmla="*/ 72 w 184"/>
              <a:gd name="T47" fmla="*/ 0 h 26"/>
              <a:gd name="T48" fmla="*/ 25 w 184"/>
              <a:gd name="T49" fmla="*/ 26 h 26"/>
              <a:gd name="T50" fmla="*/ 25 w 184"/>
              <a:gd name="T51" fmla="*/ 26 h 26"/>
              <a:gd name="T52" fmla="*/ 25 w 184"/>
              <a:gd name="T53" fmla="*/ 26 h 26"/>
              <a:gd name="T54" fmla="*/ 72 w 184"/>
              <a:gd name="T55" fmla="*/ 0 h 26"/>
              <a:gd name="T56" fmla="*/ 184 w 184"/>
              <a:gd name="T57" fmla="*/ 0 h 26"/>
              <a:gd name="T58" fmla="*/ 184 w 184"/>
              <a:gd name="T59" fmla="*/ 26 h 26"/>
              <a:gd name="T60" fmla="*/ 184 w 184"/>
              <a:gd name="T6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84" h="26">
                <a:moveTo>
                  <a:pt x="24" y="26"/>
                </a:moveTo>
                <a:cubicBezTo>
                  <a:pt x="24" y="26"/>
                  <a:pt x="24" y="26"/>
                  <a:pt x="24" y="26"/>
                </a:cubicBezTo>
                <a:cubicBezTo>
                  <a:pt x="24" y="26"/>
                  <a:pt x="24" y="26"/>
                  <a:pt x="24" y="26"/>
                </a:cubicBezTo>
                <a:moveTo>
                  <a:pt x="24" y="26"/>
                </a:moveTo>
                <a:cubicBezTo>
                  <a:pt x="24" y="26"/>
                  <a:pt x="24" y="26"/>
                  <a:pt x="24" y="26"/>
                </a:cubicBezTo>
                <a:cubicBezTo>
                  <a:pt x="24" y="26"/>
                  <a:pt x="24" y="26"/>
                  <a:pt x="24" y="26"/>
                </a:cubicBezTo>
                <a:moveTo>
                  <a:pt x="24" y="26"/>
                </a:moveTo>
                <a:cubicBezTo>
                  <a:pt x="24" y="26"/>
                  <a:pt x="24" y="26"/>
                  <a:pt x="24" y="26"/>
                </a:cubicBezTo>
                <a:cubicBezTo>
                  <a:pt x="24" y="26"/>
                  <a:pt x="24" y="26"/>
                  <a:pt x="24" y="26"/>
                </a:cubicBezTo>
                <a:moveTo>
                  <a:pt x="24" y="26"/>
                </a:moveTo>
                <a:cubicBezTo>
                  <a:pt x="24" y="26"/>
                  <a:pt x="24" y="26"/>
                  <a:pt x="24" y="26"/>
                </a:cubicBezTo>
                <a:cubicBezTo>
                  <a:pt x="24" y="26"/>
                  <a:pt x="24" y="26"/>
                  <a:pt x="24" y="26"/>
                </a:cubicBezTo>
                <a:moveTo>
                  <a:pt x="24" y="26"/>
                </a:moveTo>
                <a:cubicBezTo>
                  <a:pt x="24" y="26"/>
                  <a:pt x="24" y="26"/>
                  <a:pt x="24" y="26"/>
                </a:cubicBezTo>
                <a:cubicBezTo>
                  <a:pt x="24" y="26"/>
                  <a:pt x="24" y="26"/>
                  <a:pt x="24" y="26"/>
                </a:cubicBezTo>
                <a:moveTo>
                  <a:pt x="23" y="26"/>
                </a:moveTo>
                <a:cubicBezTo>
                  <a:pt x="24" y="26"/>
                  <a:pt x="24" y="26"/>
                  <a:pt x="24" y="26"/>
                </a:cubicBezTo>
                <a:cubicBezTo>
                  <a:pt x="24" y="26"/>
                  <a:pt x="24" y="26"/>
                  <a:pt x="23" y="26"/>
                </a:cubicBezTo>
                <a:moveTo>
                  <a:pt x="0" y="20"/>
                </a:moveTo>
                <a:cubicBezTo>
                  <a:pt x="0" y="20"/>
                  <a:pt x="0" y="20"/>
                  <a:pt x="0" y="20"/>
                </a:cubicBezTo>
                <a:cubicBezTo>
                  <a:pt x="7" y="24"/>
                  <a:pt x="15" y="26"/>
                  <a:pt x="23" y="26"/>
                </a:cubicBezTo>
                <a:cubicBezTo>
                  <a:pt x="15" y="26"/>
                  <a:pt x="7" y="24"/>
                  <a:pt x="0" y="20"/>
                </a:cubicBezTo>
                <a:moveTo>
                  <a:pt x="184" y="0"/>
                </a:moveTo>
                <a:cubicBezTo>
                  <a:pt x="72" y="0"/>
                  <a:pt x="72" y="0"/>
                  <a:pt x="72" y="0"/>
                </a:cubicBezTo>
                <a:cubicBezTo>
                  <a:pt x="62" y="16"/>
                  <a:pt x="45" y="26"/>
                  <a:pt x="25" y="26"/>
                </a:cubicBezTo>
                <a:cubicBezTo>
                  <a:pt x="25" y="26"/>
                  <a:pt x="25" y="26"/>
                  <a:pt x="25" y="26"/>
                </a:cubicBezTo>
                <a:cubicBezTo>
                  <a:pt x="25" y="26"/>
                  <a:pt x="25" y="26"/>
                  <a:pt x="25" y="26"/>
                </a:cubicBezTo>
                <a:cubicBezTo>
                  <a:pt x="45" y="26"/>
                  <a:pt x="62" y="16"/>
                  <a:pt x="72" y="0"/>
                </a:cubicBezTo>
                <a:cubicBezTo>
                  <a:pt x="184" y="0"/>
                  <a:pt x="184" y="0"/>
                  <a:pt x="184" y="0"/>
                </a:cubicBezTo>
                <a:cubicBezTo>
                  <a:pt x="184" y="26"/>
                  <a:pt x="184" y="26"/>
                  <a:pt x="184" y="26"/>
                </a:cubicBezTo>
                <a:cubicBezTo>
                  <a:pt x="184" y="0"/>
                  <a:pt x="184" y="0"/>
                  <a:pt x="184"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 name="Freeform 26"/>
          <p:cNvSpPr>
            <a:spLocks/>
          </p:cNvSpPr>
          <p:nvPr/>
        </p:nvSpPr>
        <p:spPr bwMode="auto">
          <a:xfrm>
            <a:off x="8410575" y="2166938"/>
            <a:ext cx="3338513" cy="2230438"/>
          </a:xfrm>
          <a:custGeom>
            <a:avLst/>
            <a:gdLst>
              <a:gd name="T0" fmla="*/ 730 w 759"/>
              <a:gd name="T1" fmla="*/ 0 h 507"/>
              <a:gd name="T2" fmla="*/ 734 w 759"/>
              <a:gd name="T3" fmla="*/ 18 h 507"/>
              <a:gd name="T4" fmla="*/ 734 w 759"/>
              <a:gd name="T5" fmla="*/ 18 h 507"/>
              <a:gd name="T6" fmla="*/ 734 w 759"/>
              <a:gd name="T7" fmla="*/ 18 h 507"/>
              <a:gd name="T8" fmla="*/ 734 w 759"/>
              <a:gd name="T9" fmla="*/ 19 h 507"/>
              <a:gd name="T10" fmla="*/ 734 w 759"/>
              <a:gd name="T11" fmla="*/ 19 h 507"/>
              <a:gd name="T12" fmla="*/ 734 w 759"/>
              <a:gd name="T13" fmla="*/ 19 h 507"/>
              <a:gd name="T14" fmla="*/ 734 w 759"/>
              <a:gd name="T15" fmla="*/ 19 h 507"/>
              <a:gd name="T16" fmla="*/ 734 w 759"/>
              <a:gd name="T17" fmla="*/ 19 h 507"/>
              <a:gd name="T18" fmla="*/ 734 w 759"/>
              <a:gd name="T19" fmla="*/ 19 h 507"/>
              <a:gd name="T20" fmla="*/ 734 w 759"/>
              <a:gd name="T21" fmla="*/ 19 h 507"/>
              <a:gd name="T22" fmla="*/ 734 w 759"/>
              <a:gd name="T23" fmla="*/ 206 h 507"/>
              <a:gd name="T24" fmla="*/ 734 w 759"/>
              <a:gd name="T25" fmla="*/ 206 h 507"/>
              <a:gd name="T26" fmla="*/ 685 w 759"/>
              <a:gd name="T27" fmla="*/ 254 h 507"/>
              <a:gd name="T28" fmla="*/ 600 w 759"/>
              <a:gd name="T29" fmla="*/ 254 h 507"/>
              <a:gd name="T30" fmla="*/ 457 w 759"/>
              <a:gd name="T31" fmla="*/ 373 h 507"/>
              <a:gd name="T32" fmla="*/ 300 w 759"/>
              <a:gd name="T33" fmla="*/ 373 h 507"/>
              <a:gd name="T34" fmla="*/ 300 w 759"/>
              <a:gd name="T35" fmla="*/ 433 h 507"/>
              <a:gd name="T36" fmla="*/ 300 w 759"/>
              <a:gd name="T37" fmla="*/ 433 h 507"/>
              <a:gd name="T38" fmla="*/ 252 w 759"/>
              <a:gd name="T39" fmla="*/ 481 h 507"/>
              <a:gd name="T40" fmla="*/ 19 w 759"/>
              <a:gd name="T41" fmla="*/ 481 h 507"/>
              <a:gd name="T42" fmla="*/ 19 w 759"/>
              <a:gd name="T43" fmla="*/ 481 h 507"/>
              <a:gd name="T44" fmla="*/ 19 w 759"/>
              <a:gd name="T45" fmla="*/ 481 h 507"/>
              <a:gd name="T46" fmla="*/ 19 w 759"/>
              <a:gd name="T47" fmla="*/ 481 h 507"/>
              <a:gd name="T48" fmla="*/ 19 w 759"/>
              <a:gd name="T49" fmla="*/ 481 h 507"/>
              <a:gd name="T50" fmla="*/ 19 w 759"/>
              <a:gd name="T51" fmla="*/ 481 h 507"/>
              <a:gd name="T52" fmla="*/ 19 w 759"/>
              <a:gd name="T53" fmla="*/ 481 h 507"/>
              <a:gd name="T54" fmla="*/ 19 w 759"/>
              <a:gd name="T55" fmla="*/ 481 h 507"/>
              <a:gd name="T56" fmla="*/ 18 w 759"/>
              <a:gd name="T57" fmla="*/ 481 h 507"/>
              <a:gd name="T58" fmla="*/ 18 w 759"/>
              <a:gd name="T59" fmla="*/ 481 h 507"/>
              <a:gd name="T60" fmla="*/ 18 w 759"/>
              <a:gd name="T61" fmla="*/ 481 h 507"/>
              <a:gd name="T62" fmla="*/ 18 w 759"/>
              <a:gd name="T63" fmla="*/ 481 h 507"/>
              <a:gd name="T64" fmla="*/ 18 w 759"/>
              <a:gd name="T65" fmla="*/ 481 h 507"/>
              <a:gd name="T66" fmla="*/ 18 w 759"/>
              <a:gd name="T67" fmla="*/ 481 h 507"/>
              <a:gd name="T68" fmla="*/ 18 w 759"/>
              <a:gd name="T69" fmla="*/ 481 h 507"/>
              <a:gd name="T70" fmla="*/ 0 w 759"/>
              <a:gd name="T71" fmla="*/ 477 h 507"/>
              <a:gd name="T72" fmla="*/ 45 w 759"/>
              <a:gd name="T73" fmla="*/ 507 h 507"/>
              <a:gd name="T74" fmla="*/ 277 w 759"/>
              <a:gd name="T75" fmla="*/ 507 h 507"/>
              <a:gd name="T76" fmla="*/ 326 w 759"/>
              <a:gd name="T77" fmla="*/ 458 h 507"/>
              <a:gd name="T78" fmla="*/ 326 w 759"/>
              <a:gd name="T79" fmla="*/ 398 h 507"/>
              <a:gd name="T80" fmla="*/ 482 w 759"/>
              <a:gd name="T81" fmla="*/ 398 h 507"/>
              <a:gd name="T82" fmla="*/ 625 w 759"/>
              <a:gd name="T83" fmla="*/ 280 h 507"/>
              <a:gd name="T84" fmla="*/ 710 w 759"/>
              <a:gd name="T85" fmla="*/ 280 h 507"/>
              <a:gd name="T86" fmla="*/ 759 w 759"/>
              <a:gd name="T87" fmla="*/ 231 h 507"/>
              <a:gd name="T88" fmla="*/ 759 w 759"/>
              <a:gd name="T89" fmla="*/ 45 h 507"/>
              <a:gd name="T90" fmla="*/ 745 w 759"/>
              <a:gd name="T91" fmla="*/ 10 h 507"/>
              <a:gd name="T92" fmla="*/ 730 w 759"/>
              <a:gd name="T93" fmla="*/ 0 h 5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59" h="507">
                <a:moveTo>
                  <a:pt x="730" y="0"/>
                </a:moveTo>
                <a:cubicBezTo>
                  <a:pt x="732" y="6"/>
                  <a:pt x="733" y="12"/>
                  <a:pt x="734" y="18"/>
                </a:cubicBezTo>
                <a:cubicBezTo>
                  <a:pt x="734" y="18"/>
                  <a:pt x="734" y="18"/>
                  <a:pt x="734" y="18"/>
                </a:cubicBezTo>
                <a:cubicBezTo>
                  <a:pt x="734" y="18"/>
                  <a:pt x="734" y="18"/>
                  <a:pt x="734" y="18"/>
                </a:cubicBezTo>
                <a:cubicBezTo>
                  <a:pt x="734" y="19"/>
                  <a:pt x="734" y="19"/>
                  <a:pt x="734" y="19"/>
                </a:cubicBezTo>
                <a:cubicBezTo>
                  <a:pt x="734" y="19"/>
                  <a:pt x="734" y="19"/>
                  <a:pt x="734" y="19"/>
                </a:cubicBezTo>
                <a:cubicBezTo>
                  <a:pt x="734" y="19"/>
                  <a:pt x="734" y="19"/>
                  <a:pt x="734" y="19"/>
                </a:cubicBezTo>
                <a:cubicBezTo>
                  <a:pt x="734" y="19"/>
                  <a:pt x="734" y="19"/>
                  <a:pt x="734" y="19"/>
                </a:cubicBezTo>
                <a:cubicBezTo>
                  <a:pt x="734" y="19"/>
                  <a:pt x="734" y="19"/>
                  <a:pt x="734" y="19"/>
                </a:cubicBezTo>
                <a:cubicBezTo>
                  <a:pt x="734" y="19"/>
                  <a:pt x="734" y="19"/>
                  <a:pt x="734" y="19"/>
                </a:cubicBezTo>
                <a:cubicBezTo>
                  <a:pt x="734" y="19"/>
                  <a:pt x="734" y="19"/>
                  <a:pt x="734" y="19"/>
                </a:cubicBezTo>
                <a:cubicBezTo>
                  <a:pt x="734" y="206"/>
                  <a:pt x="734" y="206"/>
                  <a:pt x="734" y="206"/>
                </a:cubicBezTo>
                <a:cubicBezTo>
                  <a:pt x="734" y="206"/>
                  <a:pt x="734" y="206"/>
                  <a:pt x="734" y="206"/>
                </a:cubicBezTo>
                <a:cubicBezTo>
                  <a:pt x="734" y="233"/>
                  <a:pt x="712" y="254"/>
                  <a:pt x="685" y="254"/>
                </a:cubicBezTo>
                <a:cubicBezTo>
                  <a:pt x="600" y="254"/>
                  <a:pt x="600" y="254"/>
                  <a:pt x="600" y="254"/>
                </a:cubicBezTo>
                <a:cubicBezTo>
                  <a:pt x="587" y="322"/>
                  <a:pt x="528" y="373"/>
                  <a:pt x="457" y="373"/>
                </a:cubicBezTo>
                <a:cubicBezTo>
                  <a:pt x="300" y="373"/>
                  <a:pt x="300" y="373"/>
                  <a:pt x="300" y="373"/>
                </a:cubicBezTo>
                <a:cubicBezTo>
                  <a:pt x="300" y="433"/>
                  <a:pt x="300" y="433"/>
                  <a:pt x="300" y="433"/>
                </a:cubicBezTo>
                <a:cubicBezTo>
                  <a:pt x="300" y="433"/>
                  <a:pt x="300" y="433"/>
                  <a:pt x="300" y="433"/>
                </a:cubicBezTo>
                <a:cubicBezTo>
                  <a:pt x="300" y="460"/>
                  <a:pt x="278" y="481"/>
                  <a:pt x="252" y="481"/>
                </a:cubicBezTo>
                <a:cubicBezTo>
                  <a:pt x="19" y="481"/>
                  <a:pt x="19" y="481"/>
                  <a:pt x="19" y="481"/>
                </a:cubicBezTo>
                <a:cubicBezTo>
                  <a:pt x="19" y="481"/>
                  <a:pt x="19" y="481"/>
                  <a:pt x="19" y="481"/>
                </a:cubicBezTo>
                <a:cubicBezTo>
                  <a:pt x="19" y="481"/>
                  <a:pt x="19" y="481"/>
                  <a:pt x="19" y="481"/>
                </a:cubicBezTo>
                <a:cubicBezTo>
                  <a:pt x="19" y="481"/>
                  <a:pt x="19" y="481"/>
                  <a:pt x="19" y="481"/>
                </a:cubicBezTo>
                <a:cubicBezTo>
                  <a:pt x="19" y="481"/>
                  <a:pt x="19" y="481"/>
                  <a:pt x="19" y="481"/>
                </a:cubicBezTo>
                <a:cubicBezTo>
                  <a:pt x="19" y="481"/>
                  <a:pt x="19" y="481"/>
                  <a:pt x="19" y="481"/>
                </a:cubicBezTo>
                <a:cubicBezTo>
                  <a:pt x="19" y="481"/>
                  <a:pt x="19" y="481"/>
                  <a:pt x="19" y="481"/>
                </a:cubicBezTo>
                <a:cubicBezTo>
                  <a:pt x="19" y="481"/>
                  <a:pt x="19" y="481"/>
                  <a:pt x="19" y="481"/>
                </a:cubicBezTo>
                <a:cubicBezTo>
                  <a:pt x="19" y="481"/>
                  <a:pt x="19" y="481"/>
                  <a:pt x="18" y="481"/>
                </a:cubicBezTo>
                <a:cubicBezTo>
                  <a:pt x="18" y="481"/>
                  <a:pt x="18" y="481"/>
                  <a:pt x="18" y="481"/>
                </a:cubicBezTo>
                <a:cubicBezTo>
                  <a:pt x="18" y="481"/>
                  <a:pt x="18" y="481"/>
                  <a:pt x="18" y="481"/>
                </a:cubicBezTo>
                <a:cubicBezTo>
                  <a:pt x="18" y="481"/>
                  <a:pt x="18" y="481"/>
                  <a:pt x="18" y="481"/>
                </a:cubicBezTo>
                <a:cubicBezTo>
                  <a:pt x="18" y="481"/>
                  <a:pt x="18" y="481"/>
                  <a:pt x="18" y="481"/>
                </a:cubicBezTo>
                <a:cubicBezTo>
                  <a:pt x="18" y="481"/>
                  <a:pt x="18" y="481"/>
                  <a:pt x="18" y="481"/>
                </a:cubicBezTo>
                <a:cubicBezTo>
                  <a:pt x="18" y="481"/>
                  <a:pt x="18" y="481"/>
                  <a:pt x="18" y="481"/>
                </a:cubicBezTo>
                <a:cubicBezTo>
                  <a:pt x="12" y="481"/>
                  <a:pt x="6" y="480"/>
                  <a:pt x="0" y="477"/>
                </a:cubicBezTo>
                <a:cubicBezTo>
                  <a:pt x="7" y="495"/>
                  <a:pt x="25" y="507"/>
                  <a:pt x="45" y="507"/>
                </a:cubicBezTo>
                <a:cubicBezTo>
                  <a:pt x="277" y="507"/>
                  <a:pt x="277" y="507"/>
                  <a:pt x="277" y="507"/>
                </a:cubicBezTo>
                <a:cubicBezTo>
                  <a:pt x="304" y="507"/>
                  <a:pt x="326" y="485"/>
                  <a:pt x="326" y="458"/>
                </a:cubicBezTo>
                <a:cubicBezTo>
                  <a:pt x="326" y="398"/>
                  <a:pt x="326" y="398"/>
                  <a:pt x="326" y="398"/>
                </a:cubicBezTo>
                <a:cubicBezTo>
                  <a:pt x="482" y="398"/>
                  <a:pt x="482" y="398"/>
                  <a:pt x="482" y="398"/>
                </a:cubicBezTo>
                <a:cubicBezTo>
                  <a:pt x="553" y="398"/>
                  <a:pt x="612" y="347"/>
                  <a:pt x="625" y="280"/>
                </a:cubicBezTo>
                <a:cubicBezTo>
                  <a:pt x="710" y="280"/>
                  <a:pt x="710" y="280"/>
                  <a:pt x="710" y="280"/>
                </a:cubicBezTo>
                <a:cubicBezTo>
                  <a:pt x="737" y="280"/>
                  <a:pt x="759" y="258"/>
                  <a:pt x="759" y="231"/>
                </a:cubicBezTo>
                <a:cubicBezTo>
                  <a:pt x="759" y="45"/>
                  <a:pt x="759" y="45"/>
                  <a:pt x="759" y="45"/>
                </a:cubicBezTo>
                <a:cubicBezTo>
                  <a:pt x="759" y="32"/>
                  <a:pt x="754" y="19"/>
                  <a:pt x="745" y="10"/>
                </a:cubicBezTo>
                <a:cubicBezTo>
                  <a:pt x="740" y="6"/>
                  <a:pt x="735" y="2"/>
                  <a:pt x="730"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 name="Freeform 27"/>
          <p:cNvSpPr>
            <a:spLocks noEditPoints="1"/>
          </p:cNvSpPr>
          <p:nvPr/>
        </p:nvSpPr>
        <p:spPr bwMode="auto">
          <a:xfrm>
            <a:off x="8410575" y="2166938"/>
            <a:ext cx="3228975" cy="2116138"/>
          </a:xfrm>
          <a:custGeom>
            <a:avLst/>
            <a:gdLst>
              <a:gd name="T0" fmla="*/ 19 w 734"/>
              <a:gd name="T1" fmla="*/ 481 h 481"/>
              <a:gd name="T2" fmla="*/ 19 w 734"/>
              <a:gd name="T3" fmla="*/ 481 h 481"/>
              <a:gd name="T4" fmla="*/ 19 w 734"/>
              <a:gd name="T5" fmla="*/ 481 h 481"/>
              <a:gd name="T6" fmla="*/ 19 w 734"/>
              <a:gd name="T7" fmla="*/ 481 h 481"/>
              <a:gd name="T8" fmla="*/ 19 w 734"/>
              <a:gd name="T9" fmla="*/ 481 h 481"/>
              <a:gd name="T10" fmla="*/ 19 w 734"/>
              <a:gd name="T11" fmla="*/ 481 h 481"/>
              <a:gd name="T12" fmla="*/ 19 w 734"/>
              <a:gd name="T13" fmla="*/ 481 h 481"/>
              <a:gd name="T14" fmla="*/ 19 w 734"/>
              <a:gd name="T15" fmla="*/ 481 h 481"/>
              <a:gd name="T16" fmla="*/ 19 w 734"/>
              <a:gd name="T17" fmla="*/ 481 h 481"/>
              <a:gd name="T18" fmla="*/ 18 w 734"/>
              <a:gd name="T19" fmla="*/ 481 h 481"/>
              <a:gd name="T20" fmla="*/ 18 w 734"/>
              <a:gd name="T21" fmla="*/ 481 h 481"/>
              <a:gd name="T22" fmla="*/ 18 w 734"/>
              <a:gd name="T23" fmla="*/ 481 h 481"/>
              <a:gd name="T24" fmla="*/ 18 w 734"/>
              <a:gd name="T25" fmla="*/ 481 h 481"/>
              <a:gd name="T26" fmla="*/ 18 w 734"/>
              <a:gd name="T27" fmla="*/ 481 h 481"/>
              <a:gd name="T28" fmla="*/ 18 w 734"/>
              <a:gd name="T29" fmla="*/ 481 h 481"/>
              <a:gd name="T30" fmla="*/ 18 w 734"/>
              <a:gd name="T31" fmla="*/ 481 h 481"/>
              <a:gd name="T32" fmla="*/ 18 w 734"/>
              <a:gd name="T33" fmla="*/ 481 h 481"/>
              <a:gd name="T34" fmla="*/ 18 w 734"/>
              <a:gd name="T35" fmla="*/ 481 h 481"/>
              <a:gd name="T36" fmla="*/ 0 w 734"/>
              <a:gd name="T37" fmla="*/ 477 h 481"/>
              <a:gd name="T38" fmla="*/ 0 w 734"/>
              <a:gd name="T39" fmla="*/ 477 h 481"/>
              <a:gd name="T40" fmla="*/ 18 w 734"/>
              <a:gd name="T41" fmla="*/ 481 h 481"/>
              <a:gd name="T42" fmla="*/ 0 w 734"/>
              <a:gd name="T43" fmla="*/ 477 h 481"/>
              <a:gd name="T44" fmla="*/ 300 w 734"/>
              <a:gd name="T45" fmla="*/ 433 h 481"/>
              <a:gd name="T46" fmla="*/ 252 w 734"/>
              <a:gd name="T47" fmla="*/ 481 h 481"/>
              <a:gd name="T48" fmla="*/ 19 w 734"/>
              <a:gd name="T49" fmla="*/ 481 h 481"/>
              <a:gd name="T50" fmla="*/ 19 w 734"/>
              <a:gd name="T51" fmla="*/ 481 h 481"/>
              <a:gd name="T52" fmla="*/ 19 w 734"/>
              <a:gd name="T53" fmla="*/ 481 h 481"/>
              <a:gd name="T54" fmla="*/ 252 w 734"/>
              <a:gd name="T55" fmla="*/ 481 h 481"/>
              <a:gd name="T56" fmla="*/ 300 w 734"/>
              <a:gd name="T57" fmla="*/ 433 h 481"/>
              <a:gd name="T58" fmla="*/ 300 w 734"/>
              <a:gd name="T59" fmla="*/ 433 h 481"/>
              <a:gd name="T60" fmla="*/ 734 w 734"/>
              <a:gd name="T61" fmla="*/ 206 h 481"/>
              <a:gd name="T62" fmla="*/ 685 w 734"/>
              <a:gd name="T63" fmla="*/ 254 h 481"/>
              <a:gd name="T64" fmla="*/ 600 w 734"/>
              <a:gd name="T65" fmla="*/ 254 h 481"/>
              <a:gd name="T66" fmla="*/ 457 w 734"/>
              <a:gd name="T67" fmla="*/ 373 h 481"/>
              <a:gd name="T68" fmla="*/ 300 w 734"/>
              <a:gd name="T69" fmla="*/ 373 h 481"/>
              <a:gd name="T70" fmla="*/ 457 w 734"/>
              <a:gd name="T71" fmla="*/ 373 h 481"/>
              <a:gd name="T72" fmla="*/ 600 w 734"/>
              <a:gd name="T73" fmla="*/ 254 h 481"/>
              <a:gd name="T74" fmla="*/ 685 w 734"/>
              <a:gd name="T75" fmla="*/ 254 h 481"/>
              <a:gd name="T76" fmla="*/ 734 w 734"/>
              <a:gd name="T77" fmla="*/ 206 h 481"/>
              <a:gd name="T78" fmla="*/ 734 w 734"/>
              <a:gd name="T79" fmla="*/ 206 h 481"/>
              <a:gd name="T80" fmla="*/ 734 w 734"/>
              <a:gd name="T81" fmla="*/ 19 h 481"/>
              <a:gd name="T82" fmla="*/ 734 w 734"/>
              <a:gd name="T83" fmla="*/ 19 h 481"/>
              <a:gd name="T84" fmla="*/ 734 w 734"/>
              <a:gd name="T85" fmla="*/ 19 h 481"/>
              <a:gd name="T86" fmla="*/ 734 w 734"/>
              <a:gd name="T87" fmla="*/ 19 h 481"/>
              <a:gd name="T88" fmla="*/ 734 w 734"/>
              <a:gd name="T89" fmla="*/ 19 h 481"/>
              <a:gd name="T90" fmla="*/ 734 w 734"/>
              <a:gd name="T91" fmla="*/ 19 h 481"/>
              <a:gd name="T92" fmla="*/ 734 w 734"/>
              <a:gd name="T93" fmla="*/ 19 h 481"/>
              <a:gd name="T94" fmla="*/ 734 w 734"/>
              <a:gd name="T95" fmla="*/ 19 h 481"/>
              <a:gd name="T96" fmla="*/ 734 w 734"/>
              <a:gd name="T97" fmla="*/ 19 h 481"/>
              <a:gd name="T98" fmla="*/ 734 w 734"/>
              <a:gd name="T99" fmla="*/ 18 h 481"/>
              <a:gd name="T100" fmla="*/ 734 w 734"/>
              <a:gd name="T101" fmla="*/ 18 h 481"/>
              <a:gd name="T102" fmla="*/ 734 w 734"/>
              <a:gd name="T103" fmla="*/ 18 h 481"/>
              <a:gd name="T104" fmla="*/ 730 w 734"/>
              <a:gd name="T105" fmla="*/ 0 h 481"/>
              <a:gd name="T106" fmla="*/ 734 w 734"/>
              <a:gd name="T107" fmla="*/ 18 h 481"/>
              <a:gd name="T108" fmla="*/ 730 w 734"/>
              <a:gd name="T109" fmla="*/ 0 h 481"/>
              <a:gd name="T110" fmla="*/ 730 w 734"/>
              <a:gd name="T111" fmla="*/ 0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34" h="481">
                <a:moveTo>
                  <a:pt x="19" y="481"/>
                </a:moveTo>
                <a:cubicBezTo>
                  <a:pt x="19" y="481"/>
                  <a:pt x="19" y="481"/>
                  <a:pt x="19" y="481"/>
                </a:cubicBezTo>
                <a:cubicBezTo>
                  <a:pt x="19" y="481"/>
                  <a:pt x="19" y="481"/>
                  <a:pt x="19" y="481"/>
                </a:cubicBezTo>
                <a:moveTo>
                  <a:pt x="19" y="481"/>
                </a:moveTo>
                <a:cubicBezTo>
                  <a:pt x="19" y="481"/>
                  <a:pt x="19" y="481"/>
                  <a:pt x="19" y="481"/>
                </a:cubicBezTo>
                <a:cubicBezTo>
                  <a:pt x="19" y="481"/>
                  <a:pt x="19" y="481"/>
                  <a:pt x="19" y="481"/>
                </a:cubicBezTo>
                <a:moveTo>
                  <a:pt x="19" y="481"/>
                </a:moveTo>
                <a:cubicBezTo>
                  <a:pt x="19" y="481"/>
                  <a:pt x="19" y="481"/>
                  <a:pt x="19" y="481"/>
                </a:cubicBezTo>
                <a:cubicBezTo>
                  <a:pt x="19" y="481"/>
                  <a:pt x="19" y="481"/>
                  <a:pt x="19" y="481"/>
                </a:cubicBezTo>
                <a:moveTo>
                  <a:pt x="18" y="481"/>
                </a:moveTo>
                <a:cubicBezTo>
                  <a:pt x="18" y="481"/>
                  <a:pt x="18" y="481"/>
                  <a:pt x="18" y="481"/>
                </a:cubicBezTo>
                <a:cubicBezTo>
                  <a:pt x="18" y="481"/>
                  <a:pt x="18" y="481"/>
                  <a:pt x="18" y="481"/>
                </a:cubicBezTo>
                <a:moveTo>
                  <a:pt x="18" y="481"/>
                </a:moveTo>
                <a:cubicBezTo>
                  <a:pt x="18" y="481"/>
                  <a:pt x="18" y="481"/>
                  <a:pt x="18" y="481"/>
                </a:cubicBezTo>
                <a:cubicBezTo>
                  <a:pt x="18" y="481"/>
                  <a:pt x="18" y="481"/>
                  <a:pt x="18" y="481"/>
                </a:cubicBezTo>
                <a:moveTo>
                  <a:pt x="18" y="481"/>
                </a:moveTo>
                <a:cubicBezTo>
                  <a:pt x="18" y="481"/>
                  <a:pt x="18" y="481"/>
                  <a:pt x="18" y="481"/>
                </a:cubicBezTo>
                <a:cubicBezTo>
                  <a:pt x="18" y="481"/>
                  <a:pt x="18" y="481"/>
                  <a:pt x="18" y="481"/>
                </a:cubicBezTo>
                <a:moveTo>
                  <a:pt x="0" y="477"/>
                </a:moveTo>
                <a:cubicBezTo>
                  <a:pt x="0" y="477"/>
                  <a:pt x="0" y="477"/>
                  <a:pt x="0" y="477"/>
                </a:cubicBezTo>
                <a:cubicBezTo>
                  <a:pt x="6" y="480"/>
                  <a:pt x="12" y="481"/>
                  <a:pt x="18" y="481"/>
                </a:cubicBezTo>
                <a:cubicBezTo>
                  <a:pt x="12" y="481"/>
                  <a:pt x="6" y="480"/>
                  <a:pt x="0" y="477"/>
                </a:cubicBezTo>
                <a:moveTo>
                  <a:pt x="300" y="433"/>
                </a:moveTo>
                <a:cubicBezTo>
                  <a:pt x="300" y="460"/>
                  <a:pt x="278" y="481"/>
                  <a:pt x="252" y="481"/>
                </a:cubicBezTo>
                <a:cubicBezTo>
                  <a:pt x="19" y="481"/>
                  <a:pt x="19" y="481"/>
                  <a:pt x="19" y="481"/>
                </a:cubicBezTo>
                <a:cubicBezTo>
                  <a:pt x="19" y="481"/>
                  <a:pt x="19" y="481"/>
                  <a:pt x="19" y="481"/>
                </a:cubicBezTo>
                <a:cubicBezTo>
                  <a:pt x="19" y="481"/>
                  <a:pt x="19" y="481"/>
                  <a:pt x="19" y="481"/>
                </a:cubicBezTo>
                <a:cubicBezTo>
                  <a:pt x="252" y="481"/>
                  <a:pt x="252" y="481"/>
                  <a:pt x="252" y="481"/>
                </a:cubicBezTo>
                <a:cubicBezTo>
                  <a:pt x="278" y="481"/>
                  <a:pt x="300" y="460"/>
                  <a:pt x="300" y="433"/>
                </a:cubicBezTo>
                <a:cubicBezTo>
                  <a:pt x="300" y="433"/>
                  <a:pt x="300" y="433"/>
                  <a:pt x="300" y="433"/>
                </a:cubicBezTo>
                <a:moveTo>
                  <a:pt x="734" y="206"/>
                </a:moveTo>
                <a:cubicBezTo>
                  <a:pt x="734" y="233"/>
                  <a:pt x="712" y="254"/>
                  <a:pt x="685" y="254"/>
                </a:cubicBezTo>
                <a:cubicBezTo>
                  <a:pt x="600" y="254"/>
                  <a:pt x="600" y="254"/>
                  <a:pt x="600" y="254"/>
                </a:cubicBezTo>
                <a:cubicBezTo>
                  <a:pt x="587" y="322"/>
                  <a:pt x="528" y="373"/>
                  <a:pt x="457" y="373"/>
                </a:cubicBezTo>
                <a:cubicBezTo>
                  <a:pt x="300" y="373"/>
                  <a:pt x="300" y="373"/>
                  <a:pt x="300" y="373"/>
                </a:cubicBezTo>
                <a:cubicBezTo>
                  <a:pt x="457" y="373"/>
                  <a:pt x="457" y="373"/>
                  <a:pt x="457" y="373"/>
                </a:cubicBezTo>
                <a:cubicBezTo>
                  <a:pt x="528" y="373"/>
                  <a:pt x="587" y="322"/>
                  <a:pt x="600" y="254"/>
                </a:cubicBezTo>
                <a:cubicBezTo>
                  <a:pt x="685" y="254"/>
                  <a:pt x="685" y="254"/>
                  <a:pt x="685" y="254"/>
                </a:cubicBezTo>
                <a:cubicBezTo>
                  <a:pt x="712" y="254"/>
                  <a:pt x="734" y="233"/>
                  <a:pt x="734" y="206"/>
                </a:cubicBezTo>
                <a:cubicBezTo>
                  <a:pt x="734" y="206"/>
                  <a:pt x="734" y="206"/>
                  <a:pt x="734" y="206"/>
                </a:cubicBezTo>
                <a:moveTo>
                  <a:pt x="734" y="19"/>
                </a:moveTo>
                <a:cubicBezTo>
                  <a:pt x="734" y="19"/>
                  <a:pt x="734" y="19"/>
                  <a:pt x="734" y="19"/>
                </a:cubicBezTo>
                <a:cubicBezTo>
                  <a:pt x="734" y="19"/>
                  <a:pt x="734" y="19"/>
                  <a:pt x="734" y="19"/>
                </a:cubicBezTo>
                <a:moveTo>
                  <a:pt x="734" y="19"/>
                </a:moveTo>
                <a:cubicBezTo>
                  <a:pt x="734" y="19"/>
                  <a:pt x="734" y="19"/>
                  <a:pt x="734" y="19"/>
                </a:cubicBezTo>
                <a:cubicBezTo>
                  <a:pt x="734" y="19"/>
                  <a:pt x="734" y="19"/>
                  <a:pt x="734" y="19"/>
                </a:cubicBezTo>
                <a:moveTo>
                  <a:pt x="734" y="19"/>
                </a:moveTo>
                <a:cubicBezTo>
                  <a:pt x="734" y="19"/>
                  <a:pt x="734" y="19"/>
                  <a:pt x="734" y="19"/>
                </a:cubicBezTo>
                <a:cubicBezTo>
                  <a:pt x="734" y="19"/>
                  <a:pt x="734" y="19"/>
                  <a:pt x="734" y="19"/>
                </a:cubicBezTo>
                <a:moveTo>
                  <a:pt x="734" y="18"/>
                </a:moveTo>
                <a:cubicBezTo>
                  <a:pt x="734" y="18"/>
                  <a:pt x="734" y="18"/>
                  <a:pt x="734" y="18"/>
                </a:cubicBezTo>
                <a:cubicBezTo>
                  <a:pt x="734" y="18"/>
                  <a:pt x="734" y="18"/>
                  <a:pt x="734" y="18"/>
                </a:cubicBezTo>
                <a:moveTo>
                  <a:pt x="730" y="0"/>
                </a:moveTo>
                <a:cubicBezTo>
                  <a:pt x="732" y="6"/>
                  <a:pt x="733" y="12"/>
                  <a:pt x="734" y="18"/>
                </a:cubicBezTo>
                <a:cubicBezTo>
                  <a:pt x="733" y="12"/>
                  <a:pt x="732" y="6"/>
                  <a:pt x="730" y="0"/>
                </a:cubicBezTo>
                <a:cubicBezTo>
                  <a:pt x="730" y="0"/>
                  <a:pt x="730" y="0"/>
                  <a:pt x="730"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 name="Freeform 28"/>
          <p:cNvSpPr>
            <a:spLocks/>
          </p:cNvSpPr>
          <p:nvPr/>
        </p:nvSpPr>
        <p:spPr bwMode="auto">
          <a:xfrm>
            <a:off x="9712325" y="3165475"/>
            <a:ext cx="131763" cy="347663"/>
          </a:xfrm>
          <a:custGeom>
            <a:avLst/>
            <a:gdLst>
              <a:gd name="T0" fmla="*/ 0 w 30"/>
              <a:gd name="T1" fmla="*/ 0 h 79"/>
              <a:gd name="T2" fmla="*/ 4 w 30"/>
              <a:gd name="T3" fmla="*/ 18 h 79"/>
              <a:gd name="T4" fmla="*/ 4 w 30"/>
              <a:gd name="T5" fmla="*/ 18 h 79"/>
              <a:gd name="T6" fmla="*/ 4 w 30"/>
              <a:gd name="T7" fmla="*/ 19 h 79"/>
              <a:gd name="T8" fmla="*/ 4 w 30"/>
              <a:gd name="T9" fmla="*/ 19 h 79"/>
              <a:gd name="T10" fmla="*/ 4 w 30"/>
              <a:gd name="T11" fmla="*/ 19 h 79"/>
              <a:gd name="T12" fmla="*/ 4 w 30"/>
              <a:gd name="T13" fmla="*/ 19 h 79"/>
              <a:gd name="T14" fmla="*/ 4 w 30"/>
              <a:gd name="T15" fmla="*/ 19 h 79"/>
              <a:gd name="T16" fmla="*/ 4 w 30"/>
              <a:gd name="T17" fmla="*/ 19 h 79"/>
              <a:gd name="T18" fmla="*/ 4 w 30"/>
              <a:gd name="T19" fmla="*/ 19 h 79"/>
              <a:gd name="T20" fmla="*/ 4 w 30"/>
              <a:gd name="T21" fmla="*/ 19 h 79"/>
              <a:gd name="T22" fmla="*/ 4 w 30"/>
              <a:gd name="T23" fmla="*/ 79 h 79"/>
              <a:gd name="T24" fmla="*/ 30 w 30"/>
              <a:gd name="T25" fmla="*/ 79 h 79"/>
              <a:gd name="T26" fmla="*/ 30 w 30"/>
              <a:gd name="T27" fmla="*/ 45 h 79"/>
              <a:gd name="T28" fmla="*/ 15 w 30"/>
              <a:gd name="T29" fmla="*/ 10 h 79"/>
              <a:gd name="T30" fmla="*/ 0 w 30"/>
              <a:gd name="T31"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79">
                <a:moveTo>
                  <a:pt x="0" y="0"/>
                </a:moveTo>
                <a:cubicBezTo>
                  <a:pt x="3" y="6"/>
                  <a:pt x="4" y="12"/>
                  <a:pt x="4" y="18"/>
                </a:cubicBezTo>
                <a:cubicBezTo>
                  <a:pt x="4" y="18"/>
                  <a:pt x="4" y="18"/>
                  <a:pt x="4" y="18"/>
                </a:cubicBezTo>
                <a:cubicBezTo>
                  <a:pt x="4" y="18"/>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79"/>
                  <a:pt x="4" y="79"/>
                  <a:pt x="4" y="79"/>
                </a:cubicBezTo>
                <a:cubicBezTo>
                  <a:pt x="30" y="79"/>
                  <a:pt x="30" y="79"/>
                  <a:pt x="30" y="79"/>
                </a:cubicBezTo>
                <a:cubicBezTo>
                  <a:pt x="30" y="45"/>
                  <a:pt x="30" y="45"/>
                  <a:pt x="30" y="45"/>
                </a:cubicBezTo>
                <a:cubicBezTo>
                  <a:pt x="30" y="32"/>
                  <a:pt x="25" y="19"/>
                  <a:pt x="15" y="10"/>
                </a:cubicBezTo>
                <a:cubicBezTo>
                  <a:pt x="11" y="6"/>
                  <a:pt x="6" y="2"/>
                  <a:pt x="0"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 name="Freeform 29"/>
          <p:cNvSpPr>
            <a:spLocks noEditPoints="1"/>
          </p:cNvSpPr>
          <p:nvPr/>
        </p:nvSpPr>
        <p:spPr bwMode="auto">
          <a:xfrm>
            <a:off x="9712325" y="3165475"/>
            <a:ext cx="17463" cy="84138"/>
          </a:xfrm>
          <a:custGeom>
            <a:avLst/>
            <a:gdLst>
              <a:gd name="T0" fmla="*/ 4 w 4"/>
              <a:gd name="T1" fmla="*/ 19 h 19"/>
              <a:gd name="T2" fmla="*/ 4 w 4"/>
              <a:gd name="T3" fmla="*/ 19 h 19"/>
              <a:gd name="T4" fmla="*/ 4 w 4"/>
              <a:gd name="T5" fmla="*/ 19 h 19"/>
              <a:gd name="T6" fmla="*/ 4 w 4"/>
              <a:gd name="T7" fmla="*/ 19 h 19"/>
              <a:gd name="T8" fmla="*/ 4 w 4"/>
              <a:gd name="T9" fmla="*/ 19 h 19"/>
              <a:gd name="T10" fmla="*/ 4 w 4"/>
              <a:gd name="T11" fmla="*/ 19 h 19"/>
              <a:gd name="T12" fmla="*/ 4 w 4"/>
              <a:gd name="T13" fmla="*/ 19 h 19"/>
              <a:gd name="T14" fmla="*/ 4 w 4"/>
              <a:gd name="T15" fmla="*/ 19 h 19"/>
              <a:gd name="T16" fmla="*/ 4 w 4"/>
              <a:gd name="T17" fmla="*/ 19 h 19"/>
              <a:gd name="T18" fmla="*/ 4 w 4"/>
              <a:gd name="T19" fmla="*/ 18 h 19"/>
              <a:gd name="T20" fmla="*/ 4 w 4"/>
              <a:gd name="T21" fmla="*/ 19 h 19"/>
              <a:gd name="T22" fmla="*/ 4 w 4"/>
              <a:gd name="T23" fmla="*/ 18 h 19"/>
              <a:gd name="T24" fmla="*/ 0 w 4"/>
              <a:gd name="T25" fmla="*/ 0 h 19"/>
              <a:gd name="T26" fmla="*/ 4 w 4"/>
              <a:gd name="T27" fmla="*/ 18 h 19"/>
              <a:gd name="T28" fmla="*/ 0 w 4"/>
              <a:gd name="T29" fmla="*/ 0 h 19"/>
              <a:gd name="T30" fmla="*/ 0 w 4"/>
              <a:gd name="T3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 h="19">
                <a:moveTo>
                  <a:pt x="4" y="19"/>
                </a:moveTo>
                <a:cubicBezTo>
                  <a:pt x="4" y="19"/>
                  <a:pt x="4" y="19"/>
                  <a:pt x="4" y="19"/>
                </a:cubicBezTo>
                <a:cubicBezTo>
                  <a:pt x="4" y="19"/>
                  <a:pt x="4" y="19"/>
                  <a:pt x="4" y="19"/>
                </a:cubicBezTo>
                <a:moveTo>
                  <a:pt x="4" y="19"/>
                </a:moveTo>
                <a:cubicBezTo>
                  <a:pt x="4" y="19"/>
                  <a:pt x="4" y="19"/>
                  <a:pt x="4" y="19"/>
                </a:cubicBezTo>
                <a:cubicBezTo>
                  <a:pt x="4" y="19"/>
                  <a:pt x="4" y="19"/>
                  <a:pt x="4" y="19"/>
                </a:cubicBezTo>
                <a:moveTo>
                  <a:pt x="4" y="19"/>
                </a:moveTo>
                <a:cubicBezTo>
                  <a:pt x="4" y="19"/>
                  <a:pt x="4" y="19"/>
                  <a:pt x="4" y="19"/>
                </a:cubicBezTo>
                <a:cubicBezTo>
                  <a:pt x="4" y="19"/>
                  <a:pt x="4" y="19"/>
                  <a:pt x="4" y="19"/>
                </a:cubicBezTo>
                <a:moveTo>
                  <a:pt x="4" y="18"/>
                </a:moveTo>
                <a:cubicBezTo>
                  <a:pt x="4" y="18"/>
                  <a:pt x="4" y="19"/>
                  <a:pt x="4" y="19"/>
                </a:cubicBezTo>
                <a:cubicBezTo>
                  <a:pt x="4" y="19"/>
                  <a:pt x="4" y="18"/>
                  <a:pt x="4" y="18"/>
                </a:cubicBezTo>
                <a:moveTo>
                  <a:pt x="0" y="0"/>
                </a:moveTo>
                <a:cubicBezTo>
                  <a:pt x="3" y="6"/>
                  <a:pt x="4" y="12"/>
                  <a:pt x="4" y="18"/>
                </a:cubicBezTo>
                <a:cubicBezTo>
                  <a:pt x="4" y="12"/>
                  <a:pt x="3" y="6"/>
                  <a:pt x="0" y="0"/>
                </a:cubicBezTo>
                <a:cubicBezTo>
                  <a:pt x="0" y="0"/>
                  <a:pt x="0" y="0"/>
                  <a:pt x="0"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 name="Freeform 30"/>
          <p:cNvSpPr>
            <a:spLocks/>
          </p:cNvSpPr>
          <p:nvPr/>
        </p:nvSpPr>
        <p:spPr bwMode="auto">
          <a:xfrm>
            <a:off x="10315575" y="3267075"/>
            <a:ext cx="430213" cy="131763"/>
          </a:xfrm>
          <a:custGeom>
            <a:avLst/>
            <a:gdLst>
              <a:gd name="T0" fmla="*/ 0 w 98"/>
              <a:gd name="T1" fmla="*/ 0 h 30"/>
              <a:gd name="T2" fmla="*/ 45 w 98"/>
              <a:gd name="T3" fmla="*/ 30 h 30"/>
              <a:gd name="T4" fmla="*/ 82 w 98"/>
              <a:gd name="T5" fmla="*/ 30 h 30"/>
              <a:gd name="T6" fmla="*/ 97 w 98"/>
              <a:gd name="T7" fmla="*/ 5 h 30"/>
              <a:gd name="T8" fmla="*/ 97 w 98"/>
              <a:gd name="T9" fmla="*/ 5 h 30"/>
              <a:gd name="T10" fmla="*/ 97 w 98"/>
              <a:gd name="T11" fmla="*/ 5 h 30"/>
              <a:gd name="T12" fmla="*/ 97 w 98"/>
              <a:gd name="T13" fmla="*/ 5 h 30"/>
              <a:gd name="T14" fmla="*/ 97 w 98"/>
              <a:gd name="T15" fmla="*/ 5 h 30"/>
              <a:gd name="T16" fmla="*/ 97 w 98"/>
              <a:gd name="T17" fmla="*/ 5 h 30"/>
              <a:gd name="T18" fmla="*/ 97 w 98"/>
              <a:gd name="T19" fmla="*/ 5 h 30"/>
              <a:gd name="T20" fmla="*/ 98 w 98"/>
              <a:gd name="T21" fmla="*/ 5 h 30"/>
              <a:gd name="T22" fmla="*/ 98 w 98"/>
              <a:gd name="T23" fmla="*/ 4 h 30"/>
              <a:gd name="T24" fmla="*/ 98 w 98"/>
              <a:gd name="T25" fmla="*/ 4 h 30"/>
              <a:gd name="T26" fmla="*/ 98 w 98"/>
              <a:gd name="T27" fmla="*/ 4 h 30"/>
              <a:gd name="T28" fmla="*/ 20 w 98"/>
              <a:gd name="T29" fmla="*/ 4 h 30"/>
              <a:gd name="T30" fmla="*/ 19 w 98"/>
              <a:gd name="T31" fmla="*/ 4 h 30"/>
              <a:gd name="T32" fmla="*/ 19 w 98"/>
              <a:gd name="T33" fmla="*/ 4 h 30"/>
              <a:gd name="T34" fmla="*/ 19 w 98"/>
              <a:gd name="T35" fmla="*/ 4 h 30"/>
              <a:gd name="T36" fmla="*/ 19 w 98"/>
              <a:gd name="T37" fmla="*/ 4 h 30"/>
              <a:gd name="T38" fmla="*/ 19 w 98"/>
              <a:gd name="T39" fmla="*/ 4 h 30"/>
              <a:gd name="T40" fmla="*/ 19 w 98"/>
              <a:gd name="T41" fmla="*/ 4 h 30"/>
              <a:gd name="T42" fmla="*/ 19 w 98"/>
              <a:gd name="T43" fmla="*/ 4 h 30"/>
              <a:gd name="T44" fmla="*/ 19 w 98"/>
              <a:gd name="T45" fmla="*/ 4 h 30"/>
              <a:gd name="T46" fmla="*/ 0 w 98"/>
              <a:gd name="T4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8" h="30">
                <a:moveTo>
                  <a:pt x="0" y="0"/>
                </a:moveTo>
                <a:cubicBezTo>
                  <a:pt x="8" y="18"/>
                  <a:pt x="25" y="30"/>
                  <a:pt x="45" y="30"/>
                </a:cubicBezTo>
                <a:cubicBezTo>
                  <a:pt x="82" y="30"/>
                  <a:pt x="82" y="30"/>
                  <a:pt x="82" y="30"/>
                </a:cubicBezTo>
                <a:cubicBezTo>
                  <a:pt x="89" y="23"/>
                  <a:pt x="94" y="14"/>
                  <a:pt x="97" y="5"/>
                </a:cubicBezTo>
                <a:cubicBezTo>
                  <a:pt x="97" y="5"/>
                  <a:pt x="97" y="5"/>
                  <a:pt x="97" y="5"/>
                </a:cubicBezTo>
                <a:cubicBezTo>
                  <a:pt x="97" y="5"/>
                  <a:pt x="97" y="5"/>
                  <a:pt x="97" y="5"/>
                </a:cubicBezTo>
                <a:cubicBezTo>
                  <a:pt x="97" y="5"/>
                  <a:pt x="97" y="5"/>
                  <a:pt x="97" y="5"/>
                </a:cubicBezTo>
                <a:cubicBezTo>
                  <a:pt x="97" y="5"/>
                  <a:pt x="97" y="5"/>
                  <a:pt x="97" y="5"/>
                </a:cubicBezTo>
                <a:cubicBezTo>
                  <a:pt x="97" y="5"/>
                  <a:pt x="97" y="5"/>
                  <a:pt x="97" y="5"/>
                </a:cubicBezTo>
                <a:cubicBezTo>
                  <a:pt x="97" y="5"/>
                  <a:pt x="97" y="5"/>
                  <a:pt x="97" y="5"/>
                </a:cubicBezTo>
                <a:cubicBezTo>
                  <a:pt x="98" y="5"/>
                  <a:pt x="98" y="5"/>
                  <a:pt x="98" y="5"/>
                </a:cubicBezTo>
                <a:cubicBezTo>
                  <a:pt x="98" y="5"/>
                  <a:pt x="98" y="5"/>
                  <a:pt x="98" y="4"/>
                </a:cubicBezTo>
                <a:cubicBezTo>
                  <a:pt x="98" y="4"/>
                  <a:pt x="98" y="4"/>
                  <a:pt x="98" y="4"/>
                </a:cubicBezTo>
                <a:cubicBezTo>
                  <a:pt x="98" y="4"/>
                  <a:pt x="98" y="4"/>
                  <a:pt x="98" y="4"/>
                </a:cubicBezTo>
                <a:cubicBezTo>
                  <a:pt x="20" y="4"/>
                  <a:pt x="20" y="4"/>
                  <a:pt x="20"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2" y="4"/>
                  <a:pt x="6" y="3"/>
                  <a:pt x="0"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 name="Freeform 31"/>
          <p:cNvSpPr>
            <a:spLocks noEditPoints="1"/>
          </p:cNvSpPr>
          <p:nvPr/>
        </p:nvSpPr>
        <p:spPr bwMode="auto">
          <a:xfrm>
            <a:off x="10315575" y="3267075"/>
            <a:ext cx="430213" cy="22225"/>
          </a:xfrm>
          <a:custGeom>
            <a:avLst/>
            <a:gdLst>
              <a:gd name="T0" fmla="*/ 97 w 98"/>
              <a:gd name="T1" fmla="*/ 5 h 5"/>
              <a:gd name="T2" fmla="*/ 97 w 98"/>
              <a:gd name="T3" fmla="*/ 5 h 5"/>
              <a:gd name="T4" fmla="*/ 97 w 98"/>
              <a:gd name="T5" fmla="*/ 5 h 5"/>
              <a:gd name="T6" fmla="*/ 97 w 98"/>
              <a:gd name="T7" fmla="*/ 5 h 5"/>
              <a:gd name="T8" fmla="*/ 97 w 98"/>
              <a:gd name="T9" fmla="*/ 5 h 5"/>
              <a:gd name="T10" fmla="*/ 97 w 98"/>
              <a:gd name="T11" fmla="*/ 5 h 5"/>
              <a:gd name="T12" fmla="*/ 97 w 98"/>
              <a:gd name="T13" fmla="*/ 5 h 5"/>
              <a:gd name="T14" fmla="*/ 97 w 98"/>
              <a:gd name="T15" fmla="*/ 5 h 5"/>
              <a:gd name="T16" fmla="*/ 97 w 98"/>
              <a:gd name="T17" fmla="*/ 5 h 5"/>
              <a:gd name="T18" fmla="*/ 98 w 98"/>
              <a:gd name="T19" fmla="*/ 5 h 5"/>
              <a:gd name="T20" fmla="*/ 97 w 98"/>
              <a:gd name="T21" fmla="*/ 5 h 5"/>
              <a:gd name="T22" fmla="*/ 98 w 98"/>
              <a:gd name="T23" fmla="*/ 5 h 5"/>
              <a:gd name="T24" fmla="*/ 98 w 98"/>
              <a:gd name="T25" fmla="*/ 4 h 5"/>
              <a:gd name="T26" fmla="*/ 98 w 98"/>
              <a:gd name="T27" fmla="*/ 4 h 5"/>
              <a:gd name="T28" fmla="*/ 98 w 98"/>
              <a:gd name="T29" fmla="*/ 4 h 5"/>
              <a:gd name="T30" fmla="*/ 19 w 98"/>
              <a:gd name="T31" fmla="*/ 4 h 5"/>
              <a:gd name="T32" fmla="*/ 20 w 98"/>
              <a:gd name="T33" fmla="*/ 4 h 5"/>
              <a:gd name="T34" fmla="*/ 98 w 98"/>
              <a:gd name="T35" fmla="*/ 4 h 5"/>
              <a:gd name="T36" fmla="*/ 98 w 98"/>
              <a:gd name="T37" fmla="*/ 4 h 5"/>
              <a:gd name="T38" fmla="*/ 20 w 98"/>
              <a:gd name="T39" fmla="*/ 4 h 5"/>
              <a:gd name="T40" fmla="*/ 19 w 98"/>
              <a:gd name="T41" fmla="*/ 4 h 5"/>
              <a:gd name="T42" fmla="*/ 19 w 98"/>
              <a:gd name="T43" fmla="*/ 4 h 5"/>
              <a:gd name="T44" fmla="*/ 19 w 98"/>
              <a:gd name="T45" fmla="*/ 4 h 5"/>
              <a:gd name="T46" fmla="*/ 19 w 98"/>
              <a:gd name="T47" fmla="*/ 4 h 5"/>
              <a:gd name="T48" fmla="*/ 19 w 98"/>
              <a:gd name="T49" fmla="*/ 4 h 5"/>
              <a:gd name="T50" fmla="*/ 19 w 98"/>
              <a:gd name="T51" fmla="*/ 4 h 5"/>
              <a:gd name="T52" fmla="*/ 19 w 98"/>
              <a:gd name="T53" fmla="*/ 4 h 5"/>
              <a:gd name="T54" fmla="*/ 19 w 98"/>
              <a:gd name="T55" fmla="*/ 4 h 5"/>
              <a:gd name="T56" fmla="*/ 19 w 98"/>
              <a:gd name="T57" fmla="*/ 4 h 5"/>
              <a:gd name="T58" fmla="*/ 19 w 98"/>
              <a:gd name="T59" fmla="*/ 4 h 5"/>
              <a:gd name="T60" fmla="*/ 0 w 98"/>
              <a:gd name="T61" fmla="*/ 0 h 5"/>
              <a:gd name="T62" fmla="*/ 0 w 98"/>
              <a:gd name="T63" fmla="*/ 0 h 5"/>
              <a:gd name="T64" fmla="*/ 19 w 98"/>
              <a:gd name="T65" fmla="*/ 4 h 5"/>
              <a:gd name="T66" fmla="*/ 0 w 98"/>
              <a:gd name="T6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8" h="5">
                <a:moveTo>
                  <a:pt x="97" y="5"/>
                </a:moveTo>
                <a:cubicBezTo>
                  <a:pt x="97" y="5"/>
                  <a:pt x="97" y="5"/>
                  <a:pt x="97" y="5"/>
                </a:cubicBezTo>
                <a:cubicBezTo>
                  <a:pt x="97" y="5"/>
                  <a:pt x="97" y="5"/>
                  <a:pt x="97" y="5"/>
                </a:cubicBezTo>
                <a:moveTo>
                  <a:pt x="97" y="5"/>
                </a:moveTo>
                <a:cubicBezTo>
                  <a:pt x="97" y="5"/>
                  <a:pt x="97" y="5"/>
                  <a:pt x="97" y="5"/>
                </a:cubicBezTo>
                <a:cubicBezTo>
                  <a:pt x="97" y="5"/>
                  <a:pt x="97" y="5"/>
                  <a:pt x="97" y="5"/>
                </a:cubicBezTo>
                <a:moveTo>
                  <a:pt x="97" y="5"/>
                </a:moveTo>
                <a:cubicBezTo>
                  <a:pt x="97" y="5"/>
                  <a:pt x="97" y="5"/>
                  <a:pt x="97" y="5"/>
                </a:cubicBezTo>
                <a:cubicBezTo>
                  <a:pt x="97" y="5"/>
                  <a:pt x="97" y="5"/>
                  <a:pt x="97" y="5"/>
                </a:cubicBezTo>
                <a:moveTo>
                  <a:pt x="98" y="5"/>
                </a:moveTo>
                <a:cubicBezTo>
                  <a:pt x="98" y="5"/>
                  <a:pt x="98" y="5"/>
                  <a:pt x="97" y="5"/>
                </a:cubicBezTo>
                <a:cubicBezTo>
                  <a:pt x="98" y="5"/>
                  <a:pt x="98" y="5"/>
                  <a:pt x="98" y="5"/>
                </a:cubicBezTo>
                <a:moveTo>
                  <a:pt x="98" y="4"/>
                </a:moveTo>
                <a:cubicBezTo>
                  <a:pt x="98" y="4"/>
                  <a:pt x="98" y="4"/>
                  <a:pt x="98" y="4"/>
                </a:cubicBezTo>
                <a:cubicBezTo>
                  <a:pt x="98" y="4"/>
                  <a:pt x="98" y="4"/>
                  <a:pt x="98" y="4"/>
                </a:cubicBezTo>
                <a:moveTo>
                  <a:pt x="19" y="4"/>
                </a:moveTo>
                <a:cubicBezTo>
                  <a:pt x="19" y="4"/>
                  <a:pt x="19" y="4"/>
                  <a:pt x="20" y="4"/>
                </a:cubicBezTo>
                <a:cubicBezTo>
                  <a:pt x="98" y="4"/>
                  <a:pt x="98" y="4"/>
                  <a:pt x="98" y="4"/>
                </a:cubicBezTo>
                <a:cubicBezTo>
                  <a:pt x="98" y="4"/>
                  <a:pt x="98" y="4"/>
                  <a:pt x="98" y="4"/>
                </a:cubicBezTo>
                <a:cubicBezTo>
                  <a:pt x="20" y="4"/>
                  <a:pt x="20" y="4"/>
                  <a:pt x="20" y="4"/>
                </a:cubicBezTo>
                <a:cubicBezTo>
                  <a:pt x="19" y="4"/>
                  <a:pt x="19" y="4"/>
                  <a:pt x="19" y="4"/>
                </a:cubicBezTo>
                <a:moveTo>
                  <a:pt x="19" y="4"/>
                </a:moveTo>
                <a:cubicBezTo>
                  <a:pt x="19" y="4"/>
                  <a:pt x="19" y="4"/>
                  <a:pt x="19" y="4"/>
                </a:cubicBezTo>
                <a:cubicBezTo>
                  <a:pt x="19" y="4"/>
                  <a:pt x="19" y="4"/>
                  <a:pt x="19" y="4"/>
                </a:cubicBezTo>
                <a:moveTo>
                  <a:pt x="19" y="4"/>
                </a:moveTo>
                <a:cubicBezTo>
                  <a:pt x="19" y="4"/>
                  <a:pt x="19" y="4"/>
                  <a:pt x="19" y="4"/>
                </a:cubicBezTo>
                <a:cubicBezTo>
                  <a:pt x="19" y="4"/>
                  <a:pt x="19" y="4"/>
                  <a:pt x="19" y="4"/>
                </a:cubicBezTo>
                <a:moveTo>
                  <a:pt x="19" y="4"/>
                </a:moveTo>
                <a:cubicBezTo>
                  <a:pt x="19" y="4"/>
                  <a:pt x="19" y="4"/>
                  <a:pt x="19" y="4"/>
                </a:cubicBezTo>
                <a:cubicBezTo>
                  <a:pt x="19" y="4"/>
                  <a:pt x="19" y="4"/>
                  <a:pt x="19" y="4"/>
                </a:cubicBezTo>
                <a:moveTo>
                  <a:pt x="0" y="0"/>
                </a:moveTo>
                <a:cubicBezTo>
                  <a:pt x="0" y="0"/>
                  <a:pt x="0" y="0"/>
                  <a:pt x="0" y="0"/>
                </a:cubicBezTo>
                <a:cubicBezTo>
                  <a:pt x="6" y="3"/>
                  <a:pt x="12" y="4"/>
                  <a:pt x="19" y="4"/>
                </a:cubicBezTo>
                <a:cubicBezTo>
                  <a:pt x="12" y="4"/>
                  <a:pt x="6" y="3"/>
                  <a:pt x="0"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 name="Freeform 32"/>
          <p:cNvSpPr>
            <a:spLocks/>
          </p:cNvSpPr>
          <p:nvPr/>
        </p:nvSpPr>
        <p:spPr bwMode="auto">
          <a:xfrm>
            <a:off x="7245350" y="3808413"/>
            <a:ext cx="1038225" cy="220663"/>
          </a:xfrm>
          <a:custGeom>
            <a:avLst/>
            <a:gdLst>
              <a:gd name="T0" fmla="*/ 236 w 236"/>
              <a:gd name="T1" fmla="*/ 0 h 50"/>
              <a:gd name="T2" fmla="*/ 74 w 236"/>
              <a:gd name="T3" fmla="*/ 0 h 50"/>
              <a:gd name="T4" fmla="*/ 0 w 236"/>
              <a:gd name="T5" fmla="*/ 50 h 50"/>
              <a:gd name="T6" fmla="*/ 42 w 236"/>
              <a:gd name="T7" fmla="*/ 50 h 50"/>
              <a:gd name="T8" fmla="*/ 99 w 236"/>
              <a:gd name="T9" fmla="*/ 25 h 50"/>
              <a:gd name="T10" fmla="*/ 236 w 236"/>
              <a:gd name="T11" fmla="*/ 25 h 50"/>
              <a:gd name="T12" fmla="*/ 236 w 236"/>
              <a:gd name="T13" fmla="*/ 0 h 50"/>
            </a:gdLst>
            <a:ahLst/>
            <a:cxnLst>
              <a:cxn ang="0">
                <a:pos x="T0" y="T1"/>
              </a:cxn>
              <a:cxn ang="0">
                <a:pos x="T2" y="T3"/>
              </a:cxn>
              <a:cxn ang="0">
                <a:pos x="T4" y="T5"/>
              </a:cxn>
              <a:cxn ang="0">
                <a:pos x="T6" y="T7"/>
              </a:cxn>
              <a:cxn ang="0">
                <a:pos x="T8" y="T9"/>
              </a:cxn>
              <a:cxn ang="0">
                <a:pos x="T10" y="T11"/>
              </a:cxn>
              <a:cxn ang="0">
                <a:pos x="T12" y="T13"/>
              </a:cxn>
            </a:cxnLst>
            <a:rect l="0" t="0" r="r" b="b"/>
            <a:pathLst>
              <a:path w="236" h="50">
                <a:moveTo>
                  <a:pt x="236" y="0"/>
                </a:moveTo>
                <a:cubicBezTo>
                  <a:pt x="74" y="0"/>
                  <a:pt x="74" y="0"/>
                  <a:pt x="74" y="0"/>
                </a:cubicBezTo>
                <a:cubicBezTo>
                  <a:pt x="40" y="0"/>
                  <a:pt x="11" y="21"/>
                  <a:pt x="0" y="50"/>
                </a:cubicBezTo>
                <a:cubicBezTo>
                  <a:pt x="42" y="50"/>
                  <a:pt x="42" y="50"/>
                  <a:pt x="42" y="50"/>
                </a:cubicBezTo>
                <a:cubicBezTo>
                  <a:pt x="56" y="35"/>
                  <a:pt x="77" y="25"/>
                  <a:pt x="99" y="25"/>
                </a:cubicBezTo>
                <a:cubicBezTo>
                  <a:pt x="236" y="25"/>
                  <a:pt x="236" y="25"/>
                  <a:pt x="236" y="25"/>
                </a:cubicBezTo>
                <a:cubicBezTo>
                  <a:pt x="236" y="0"/>
                  <a:pt x="236" y="0"/>
                  <a:pt x="236"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 name="Freeform 33"/>
          <p:cNvSpPr>
            <a:spLocks/>
          </p:cNvSpPr>
          <p:nvPr/>
        </p:nvSpPr>
        <p:spPr bwMode="auto">
          <a:xfrm>
            <a:off x="7253288" y="4160838"/>
            <a:ext cx="660400" cy="1274763"/>
          </a:xfrm>
          <a:custGeom>
            <a:avLst/>
            <a:gdLst>
              <a:gd name="T0" fmla="*/ 121 w 150"/>
              <a:gd name="T1" fmla="*/ 0 h 290"/>
              <a:gd name="T2" fmla="*/ 124 w 150"/>
              <a:gd name="T3" fmla="*/ 19 h 290"/>
              <a:gd name="T4" fmla="*/ 124 w 150"/>
              <a:gd name="T5" fmla="*/ 19 h 290"/>
              <a:gd name="T6" fmla="*/ 124 w 150"/>
              <a:gd name="T7" fmla="*/ 19 h 290"/>
              <a:gd name="T8" fmla="*/ 124 w 150"/>
              <a:gd name="T9" fmla="*/ 19 h 290"/>
              <a:gd name="T10" fmla="*/ 124 w 150"/>
              <a:gd name="T11" fmla="*/ 19 h 290"/>
              <a:gd name="T12" fmla="*/ 124 w 150"/>
              <a:gd name="T13" fmla="*/ 19 h 290"/>
              <a:gd name="T14" fmla="*/ 124 w 150"/>
              <a:gd name="T15" fmla="*/ 19 h 290"/>
              <a:gd name="T16" fmla="*/ 124 w 150"/>
              <a:gd name="T17" fmla="*/ 19 h 290"/>
              <a:gd name="T18" fmla="*/ 124 w 150"/>
              <a:gd name="T19" fmla="*/ 206 h 290"/>
              <a:gd name="T20" fmla="*/ 124 w 150"/>
              <a:gd name="T21" fmla="*/ 206 h 290"/>
              <a:gd name="T22" fmla="*/ 76 w 150"/>
              <a:gd name="T23" fmla="*/ 254 h 290"/>
              <a:gd name="T24" fmla="*/ 0 w 150"/>
              <a:gd name="T25" fmla="*/ 254 h 290"/>
              <a:gd name="T26" fmla="*/ 0 w 150"/>
              <a:gd name="T27" fmla="*/ 254 h 290"/>
              <a:gd name="T28" fmla="*/ 4 w 150"/>
              <a:gd name="T29" fmla="*/ 263 h 290"/>
              <a:gd name="T30" fmla="*/ 4 w 150"/>
              <a:gd name="T31" fmla="*/ 263 h 290"/>
              <a:gd name="T32" fmla="*/ 4 w 150"/>
              <a:gd name="T33" fmla="*/ 263 h 290"/>
              <a:gd name="T34" fmla="*/ 4 w 150"/>
              <a:gd name="T35" fmla="*/ 263 h 290"/>
              <a:gd name="T36" fmla="*/ 4 w 150"/>
              <a:gd name="T37" fmla="*/ 263 h 290"/>
              <a:gd name="T38" fmla="*/ 4 w 150"/>
              <a:gd name="T39" fmla="*/ 263 h 290"/>
              <a:gd name="T40" fmla="*/ 4 w 150"/>
              <a:gd name="T41" fmla="*/ 263 h 290"/>
              <a:gd name="T42" fmla="*/ 4 w 150"/>
              <a:gd name="T43" fmla="*/ 263 h 290"/>
              <a:gd name="T44" fmla="*/ 4 w 150"/>
              <a:gd name="T45" fmla="*/ 263 h 290"/>
              <a:gd name="T46" fmla="*/ 30 w 150"/>
              <a:gd name="T47" fmla="*/ 290 h 290"/>
              <a:gd name="T48" fmla="*/ 25 w 150"/>
              <a:gd name="T49" fmla="*/ 280 h 290"/>
              <a:gd name="T50" fmla="*/ 101 w 150"/>
              <a:gd name="T51" fmla="*/ 280 h 290"/>
              <a:gd name="T52" fmla="*/ 150 w 150"/>
              <a:gd name="T53" fmla="*/ 231 h 290"/>
              <a:gd name="T54" fmla="*/ 150 w 150"/>
              <a:gd name="T55" fmla="*/ 45 h 290"/>
              <a:gd name="T56" fmla="*/ 136 w 150"/>
              <a:gd name="T57" fmla="*/ 10 h 290"/>
              <a:gd name="T58" fmla="*/ 121 w 150"/>
              <a:gd name="T59" fmla="*/ 0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0" h="290">
                <a:moveTo>
                  <a:pt x="121" y="0"/>
                </a:moveTo>
                <a:cubicBezTo>
                  <a:pt x="123" y="6"/>
                  <a:pt x="124" y="12"/>
                  <a:pt x="124" y="19"/>
                </a:cubicBezTo>
                <a:cubicBezTo>
                  <a:pt x="124" y="19"/>
                  <a:pt x="124" y="19"/>
                  <a:pt x="124" y="19"/>
                </a:cubicBezTo>
                <a:cubicBezTo>
                  <a:pt x="124" y="19"/>
                  <a:pt x="124" y="19"/>
                  <a:pt x="124" y="19"/>
                </a:cubicBezTo>
                <a:cubicBezTo>
                  <a:pt x="124" y="19"/>
                  <a:pt x="124" y="19"/>
                  <a:pt x="124" y="19"/>
                </a:cubicBezTo>
                <a:cubicBezTo>
                  <a:pt x="124" y="19"/>
                  <a:pt x="124" y="19"/>
                  <a:pt x="124" y="19"/>
                </a:cubicBezTo>
                <a:cubicBezTo>
                  <a:pt x="124" y="19"/>
                  <a:pt x="124" y="19"/>
                  <a:pt x="124" y="19"/>
                </a:cubicBezTo>
                <a:cubicBezTo>
                  <a:pt x="124" y="19"/>
                  <a:pt x="124" y="19"/>
                  <a:pt x="124" y="19"/>
                </a:cubicBezTo>
                <a:cubicBezTo>
                  <a:pt x="124" y="19"/>
                  <a:pt x="124" y="19"/>
                  <a:pt x="124" y="19"/>
                </a:cubicBezTo>
                <a:cubicBezTo>
                  <a:pt x="124" y="206"/>
                  <a:pt x="124" y="206"/>
                  <a:pt x="124" y="206"/>
                </a:cubicBezTo>
                <a:cubicBezTo>
                  <a:pt x="124" y="206"/>
                  <a:pt x="124" y="206"/>
                  <a:pt x="124" y="206"/>
                </a:cubicBezTo>
                <a:cubicBezTo>
                  <a:pt x="124" y="233"/>
                  <a:pt x="103" y="254"/>
                  <a:pt x="76" y="254"/>
                </a:cubicBezTo>
                <a:cubicBezTo>
                  <a:pt x="0" y="254"/>
                  <a:pt x="0" y="254"/>
                  <a:pt x="0" y="254"/>
                </a:cubicBezTo>
                <a:cubicBezTo>
                  <a:pt x="0" y="254"/>
                  <a:pt x="0" y="254"/>
                  <a:pt x="0" y="254"/>
                </a:cubicBezTo>
                <a:cubicBezTo>
                  <a:pt x="1" y="257"/>
                  <a:pt x="2" y="260"/>
                  <a:pt x="4" y="263"/>
                </a:cubicBezTo>
                <a:cubicBezTo>
                  <a:pt x="4" y="263"/>
                  <a:pt x="4" y="263"/>
                  <a:pt x="4" y="263"/>
                </a:cubicBezTo>
                <a:cubicBezTo>
                  <a:pt x="4" y="263"/>
                  <a:pt x="4" y="263"/>
                  <a:pt x="4" y="263"/>
                </a:cubicBezTo>
                <a:cubicBezTo>
                  <a:pt x="4" y="263"/>
                  <a:pt x="4" y="263"/>
                  <a:pt x="4" y="263"/>
                </a:cubicBezTo>
                <a:cubicBezTo>
                  <a:pt x="4" y="263"/>
                  <a:pt x="4" y="263"/>
                  <a:pt x="4" y="263"/>
                </a:cubicBezTo>
                <a:cubicBezTo>
                  <a:pt x="4" y="263"/>
                  <a:pt x="4" y="263"/>
                  <a:pt x="4" y="263"/>
                </a:cubicBezTo>
                <a:cubicBezTo>
                  <a:pt x="4" y="263"/>
                  <a:pt x="4" y="263"/>
                  <a:pt x="4" y="263"/>
                </a:cubicBezTo>
                <a:cubicBezTo>
                  <a:pt x="4" y="263"/>
                  <a:pt x="4" y="263"/>
                  <a:pt x="4" y="263"/>
                </a:cubicBezTo>
                <a:cubicBezTo>
                  <a:pt x="4" y="263"/>
                  <a:pt x="4" y="263"/>
                  <a:pt x="4" y="263"/>
                </a:cubicBezTo>
                <a:cubicBezTo>
                  <a:pt x="11" y="274"/>
                  <a:pt x="20" y="283"/>
                  <a:pt x="30" y="290"/>
                </a:cubicBezTo>
                <a:cubicBezTo>
                  <a:pt x="28" y="287"/>
                  <a:pt x="27" y="283"/>
                  <a:pt x="25" y="280"/>
                </a:cubicBezTo>
                <a:cubicBezTo>
                  <a:pt x="101" y="280"/>
                  <a:pt x="101" y="280"/>
                  <a:pt x="101" y="280"/>
                </a:cubicBezTo>
                <a:cubicBezTo>
                  <a:pt x="128" y="280"/>
                  <a:pt x="150" y="258"/>
                  <a:pt x="150" y="231"/>
                </a:cubicBezTo>
                <a:cubicBezTo>
                  <a:pt x="150" y="45"/>
                  <a:pt x="150" y="45"/>
                  <a:pt x="150" y="45"/>
                </a:cubicBezTo>
                <a:cubicBezTo>
                  <a:pt x="150" y="32"/>
                  <a:pt x="145" y="19"/>
                  <a:pt x="136" y="10"/>
                </a:cubicBezTo>
                <a:cubicBezTo>
                  <a:pt x="131" y="6"/>
                  <a:pt x="126" y="2"/>
                  <a:pt x="121"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 name="Freeform 34"/>
          <p:cNvSpPr>
            <a:spLocks noEditPoints="1"/>
          </p:cNvSpPr>
          <p:nvPr/>
        </p:nvSpPr>
        <p:spPr bwMode="auto">
          <a:xfrm>
            <a:off x="7253288" y="4160838"/>
            <a:ext cx="546100" cy="1155700"/>
          </a:xfrm>
          <a:custGeom>
            <a:avLst/>
            <a:gdLst>
              <a:gd name="T0" fmla="*/ 4 w 124"/>
              <a:gd name="T1" fmla="*/ 263 h 263"/>
              <a:gd name="T2" fmla="*/ 4 w 124"/>
              <a:gd name="T3" fmla="*/ 263 h 263"/>
              <a:gd name="T4" fmla="*/ 4 w 124"/>
              <a:gd name="T5" fmla="*/ 263 h 263"/>
              <a:gd name="T6" fmla="*/ 4 w 124"/>
              <a:gd name="T7" fmla="*/ 263 h 263"/>
              <a:gd name="T8" fmla="*/ 4 w 124"/>
              <a:gd name="T9" fmla="*/ 263 h 263"/>
              <a:gd name="T10" fmla="*/ 4 w 124"/>
              <a:gd name="T11" fmla="*/ 263 h 263"/>
              <a:gd name="T12" fmla="*/ 4 w 124"/>
              <a:gd name="T13" fmla="*/ 263 h 263"/>
              <a:gd name="T14" fmla="*/ 4 w 124"/>
              <a:gd name="T15" fmla="*/ 263 h 263"/>
              <a:gd name="T16" fmla="*/ 4 w 124"/>
              <a:gd name="T17" fmla="*/ 263 h 263"/>
              <a:gd name="T18" fmla="*/ 4 w 124"/>
              <a:gd name="T19" fmla="*/ 263 h 263"/>
              <a:gd name="T20" fmla="*/ 4 w 124"/>
              <a:gd name="T21" fmla="*/ 263 h 263"/>
              <a:gd name="T22" fmla="*/ 4 w 124"/>
              <a:gd name="T23" fmla="*/ 263 h 263"/>
              <a:gd name="T24" fmla="*/ 0 w 124"/>
              <a:gd name="T25" fmla="*/ 254 h 263"/>
              <a:gd name="T26" fmla="*/ 4 w 124"/>
              <a:gd name="T27" fmla="*/ 263 h 263"/>
              <a:gd name="T28" fmla="*/ 0 w 124"/>
              <a:gd name="T29" fmla="*/ 254 h 263"/>
              <a:gd name="T30" fmla="*/ 124 w 124"/>
              <a:gd name="T31" fmla="*/ 206 h 263"/>
              <a:gd name="T32" fmla="*/ 76 w 124"/>
              <a:gd name="T33" fmla="*/ 254 h 263"/>
              <a:gd name="T34" fmla="*/ 0 w 124"/>
              <a:gd name="T35" fmla="*/ 254 h 263"/>
              <a:gd name="T36" fmla="*/ 0 w 124"/>
              <a:gd name="T37" fmla="*/ 254 h 263"/>
              <a:gd name="T38" fmla="*/ 76 w 124"/>
              <a:gd name="T39" fmla="*/ 254 h 263"/>
              <a:gd name="T40" fmla="*/ 124 w 124"/>
              <a:gd name="T41" fmla="*/ 206 h 263"/>
              <a:gd name="T42" fmla="*/ 124 w 124"/>
              <a:gd name="T43" fmla="*/ 206 h 263"/>
              <a:gd name="T44" fmla="*/ 124 w 124"/>
              <a:gd name="T45" fmla="*/ 19 h 263"/>
              <a:gd name="T46" fmla="*/ 124 w 124"/>
              <a:gd name="T47" fmla="*/ 19 h 263"/>
              <a:gd name="T48" fmla="*/ 124 w 124"/>
              <a:gd name="T49" fmla="*/ 19 h 263"/>
              <a:gd name="T50" fmla="*/ 124 w 124"/>
              <a:gd name="T51" fmla="*/ 19 h 263"/>
              <a:gd name="T52" fmla="*/ 124 w 124"/>
              <a:gd name="T53" fmla="*/ 19 h 263"/>
              <a:gd name="T54" fmla="*/ 124 w 124"/>
              <a:gd name="T55" fmla="*/ 19 h 263"/>
              <a:gd name="T56" fmla="*/ 124 w 124"/>
              <a:gd name="T57" fmla="*/ 19 h 263"/>
              <a:gd name="T58" fmla="*/ 124 w 124"/>
              <a:gd name="T59" fmla="*/ 19 h 263"/>
              <a:gd name="T60" fmla="*/ 124 w 124"/>
              <a:gd name="T61" fmla="*/ 19 h 263"/>
              <a:gd name="T62" fmla="*/ 121 w 124"/>
              <a:gd name="T63" fmla="*/ 0 h 263"/>
              <a:gd name="T64" fmla="*/ 124 w 124"/>
              <a:gd name="T65" fmla="*/ 19 h 263"/>
              <a:gd name="T66" fmla="*/ 121 w 124"/>
              <a:gd name="T67" fmla="*/ 0 h 263"/>
              <a:gd name="T68" fmla="*/ 121 w 124"/>
              <a:gd name="T69" fmla="*/ 0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4" h="263">
                <a:moveTo>
                  <a:pt x="4" y="263"/>
                </a:moveTo>
                <a:cubicBezTo>
                  <a:pt x="4" y="263"/>
                  <a:pt x="4" y="263"/>
                  <a:pt x="4" y="263"/>
                </a:cubicBezTo>
                <a:cubicBezTo>
                  <a:pt x="4" y="263"/>
                  <a:pt x="4" y="263"/>
                  <a:pt x="4" y="263"/>
                </a:cubicBezTo>
                <a:moveTo>
                  <a:pt x="4" y="263"/>
                </a:moveTo>
                <a:cubicBezTo>
                  <a:pt x="4" y="263"/>
                  <a:pt x="4" y="263"/>
                  <a:pt x="4" y="263"/>
                </a:cubicBezTo>
                <a:cubicBezTo>
                  <a:pt x="4" y="263"/>
                  <a:pt x="4" y="263"/>
                  <a:pt x="4" y="263"/>
                </a:cubicBezTo>
                <a:moveTo>
                  <a:pt x="4" y="263"/>
                </a:moveTo>
                <a:cubicBezTo>
                  <a:pt x="4" y="263"/>
                  <a:pt x="4" y="263"/>
                  <a:pt x="4" y="263"/>
                </a:cubicBezTo>
                <a:cubicBezTo>
                  <a:pt x="4" y="263"/>
                  <a:pt x="4" y="263"/>
                  <a:pt x="4" y="263"/>
                </a:cubicBezTo>
                <a:moveTo>
                  <a:pt x="4" y="263"/>
                </a:moveTo>
                <a:cubicBezTo>
                  <a:pt x="4" y="263"/>
                  <a:pt x="4" y="263"/>
                  <a:pt x="4" y="263"/>
                </a:cubicBezTo>
                <a:cubicBezTo>
                  <a:pt x="4" y="263"/>
                  <a:pt x="4" y="263"/>
                  <a:pt x="4" y="263"/>
                </a:cubicBezTo>
                <a:moveTo>
                  <a:pt x="0" y="254"/>
                </a:moveTo>
                <a:cubicBezTo>
                  <a:pt x="1" y="257"/>
                  <a:pt x="2" y="260"/>
                  <a:pt x="4" y="263"/>
                </a:cubicBezTo>
                <a:cubicBezTo>
                  <a:pt x="2" y="260"/>
                  <a:pt x="1" y="257"/>
                  <a:pt x="0" y="254"/>
                </a:cubicBezTo>
                <a:moveTo>
                  <a:pt x="124" y="206"/>
                </a:moveTo>
                <a:cubicBezTo>
                  <a:pt x="124" y="233"/>
                  <a:pt x="103" y="254"/>
                  <a:pt x="76" y="254"/>
                </a:cubicBezTo>
                <a:cubicBezTo>
                  <a:pt x="0" y="254"/>
                  <a:pt x="0" y="254"/>
                  <a:pt x="0" y="254"/>
                </a:cubicBezTo>
                <a:cubicBezTo>
                  <a:pt x="0" y="254"/>
                  <a:pt x="0" y="254"/>
                  <a:pt x="0" y="254"/>
                </a:cubicBezTo>
                <a:cubicBezTo>
                  <a:pt x="76" y="254"/>
                  <a:pt x="76" y="254"/>
                  <a:pt x="76" y="254"/>
                </a:cubicBezTo>
                <a:cubicBezTo>
                  <a:pt x="103" y="254"/>
                  <a:pt x="124" y="233"/>
                  <a:pt x="124" y="206"/>
                </a:cubicBezTo>
                <a:cubicBezTo>
                  <a:pt x="124" y="206"/>
                  <a:pt x="124" y="206"/>
                  <a:pt x="124" y="206"/>
                </a:cubicBezTo>
                <a:moveTo>
                  <a:pt x="124" y="19"/>
                </a:moveTo>
                <a:cubicBezTo>
                  <a:pt x="124" y="19"/>
                  <a:pt x="124" y="19"/>
                  <a:pt x="124" y="19"/>
                </a:cubicBezTo>
                <a:cubicBezTo>
                  <a:pt x="124" y="19"/>
                  <a:pt x="124" y="19"/>
                  <a:pt x="124" y="19"/>
                </a:cubicBezTo>
                <a:moveTo>
                  <a:pt x="124" y="19"/>
                </a:moveTo>
                <a:cubicBezTo>
                  <a:pt x="124" y="19"/>
                  <a:pt x="124" y="19"/>
                  <a:pt x="124" y="19"/>
                </a:cubicBezTo>
                <a:cubicBezTo>
                  <a:pt x="124" y="19"/>
                  <a:pt x="124" y="19"/>
                  <a:pt x="124" y="19"/>
                </a:cubicBezTo>
                <a:moveTo>
                  <a:pt x="124" y="19"/>
                </a:moveTo>
                <a:cubicBezTo>
                  <a:pt x="124" y="19"/>
                  <a:pt x="124" y="19"/>
                  <a:pt x="124" y="19"/>
                </a:cubicBezTo>
                <a:cubicBezTo>
                  <a:pt x="124" y="19"/>
                  <a:pt x="124" y="19"/>
                  <a:pt x="124" y="19"/>
                </a:cubicBezTo>
                <a:moveTo>
                  <a:pt x="121" y="0"/>
                </a:moveTo>
                <a:cubicBezTo>
                  <a:pt x="123" y="6"/>
                  <a:pt x="124" y="12"/>
                  <a:pt x="124" y="19"/>
                </a:cubicBezTo>
                <a:cubicBezTo>
                  <a:pt x="124" y="12"/>
                  <a:pt x="123" y="6"/>
                  <a:pt x="121" y="0"/>
                </a:cubicBezTo>
                <a:cubicBezTo>
                  <a:pt x="121" y="0"/>
                  <a:pt x="121" y="0"/>
                  <a:pt x="121"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 name="Freeform 35"/>
          <p:cNvSpPr>
            <a:spLocks/>
          </p:cNvSpPr>
          <p:nvPr/>
        </p:nvSpPr>
        <p:spPr bwMode="auto">
          <a:xfrm>
            <a:off x="10728325" y="5145088"/>
            <a:ext cx="127000" cy="339725"/>
          </a:xfrm>
          <a:custGeom>
            <a:avLst/>
            <a:gdLst>
              <a:gd name="T0" fmla="*/ 0 w 29"/>
              <a:gd name="T1" fmla="*/ 0 h 77"/>
              <a:gd name="T2" fmla="*/ 4 w 29"/>
              <a:gd name="T3" fmla="*/ 18 h 77"/>
              <a:gd name="T4" fmla="*/ 4 w 29"/>
              <a:gd name="T5" fmla="*/ 18 h 77"/>
              <a:gd name="T6" fmla="*/ 4 w 29"/>
              <a:gd name="T7" fmla="*/ 19 h 77"/>
              <a:gd name="T8" fmla="*/ 4 w 29"/>
              <a:gd name="T9" fmla="*/ 19 h 77"/>
              <a:gd name="T10" fmla="*/ 4 w 29"/>
              <a:gd name="T11" fmla="*/ 19 h 77"/>
              <a:gd name="T12" fmla="*/ 4 w 29"/>
              <a:gd name="T13" fmla="*/ 19 h 77"/>
              <a:gd name="T14" fmla="*/ 4 w 29"/>
              <a:gd name="T15" fmla="*/ 19 h 77"/>
              <a:gd name="T16" fmla="*/ 4 w 29"/>
              <a:gd name="T17" fmla="*/ 19 h 77"/>
              <a:gd name="T18" fmla="*/ 4 w 29"/>
              <a:gd name="T19" fmla="*/ 19 h 77"/>
              <a:gd name="T20" fmla="*/ 4 w 29"/>
              <a:gd name="T21" fmla="*/ 19 h 77"/>
              <a:gd name="T22" fmla="*/ 4 w 29"/>
              <a:gd name="T23" fmla="*/ 77 h 77"/>
              <a:gd name="T24" fmla="*/ 29 w 29"/>
              <a:gd name="T25" fmla="*/ 77 h 77"/>
              <a:gd name="T26" fmla="*/ 29 w 29"/>
              <a:gd name="T27" fmla="*/ 45 h 77"/>
              <a:gd name="T28" fmla="*/ 15 w 29"/>
              <a:gd name="T29" fmla="*/ 10 h 77"/>
              <a:gd name="T30" fmla="*/ 0 w 29"/>
              <a:gd name="T3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 h="77">
                <a:moveTo>
                  <a:pt x="0" y="0"/>
                </a:moveTo>
                <a:cubicBezTo>
                  <a:pt x="2" y="6"/>
                  <a:pt x="4" y="12"/>
                  <a:pt x="4" y="18"/>
                </a:cubicBezTo>
                <a:cubicBezTo>
                  <a:pt x="4" y="18"/>
                  <a:pt x="4" y="18"/>
                  <a:pt x="4" y="18"/>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77"/>
                  <a:pt x="4" y="77"/>
                  <a:pt x="4" y="77"/>
                </a:cubicBezTo>
                <a:cubicBezTo>
                  <a:pt x="29" y="77"/>
                  <a:pt x="29" y="77"/>
                  <a:pt x="29" y="77"/>
                </a:cubicBezTo>
                <a:cubicBezTo>
                  <a:pt x="29" y="45"/>
                  <a:pt x="29" y="45"/>
                  <a:pt x="29" y="45"/>
                </a:cubicBezTo>
                <a:cubicBezTo>
                  <a:pt x="29" y="32"/>
                  <a:pt x="24" y="19"/>
                  <a:pt x="15" y="10"/>
                </a:cubicBezTo>
                <a:cubicBezTo>
                  <a:pt x="11" y="6"/>
                  <a:pt x="6" y="2"/>
                  <a:pt x="0"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 name="Freeform 36"/>
          <p:cNvSpPr>
            <a:spLocks noEditPoints="1"/>
          </p:cNvSpPr>
          <p:nvPr/>
        </p:nvSpPr>
        <p:spPr bwMode="auto">
          <a:xfrm>
            <a:off x="10728325" y="5145088"/>
            <a:ext cx="17463" cy="84138"/>
          </a:xfrm>
          <a:custGeom>
            <a:avLst/>
            <a:gdLst>
              <a:gd name="T0" fmla="*/ 4 w 4"/>
              <a:gd name="T1" fmla="*/ 19 h 19"/>
              <a:gd name="T2" fmla="*/ 4 w 4"/>
              <a:gd name="T3" fmla="*/ 19 h 19"/>
              <a:gd name="T4" fmla="*/ 4 w 4"/>
              <a:gd name="T5" fmla="*/ 19 h 19"/>
              <a:gd name="T6" fmla="*/ 4 w 4"/>
              <a:gd name="T7" fmla="*/ 19 h 19"/>
              <a:gd name="T8" fmla="*/ 4 w 4"/>
              <a:gd name="T9" fmla="*/ 19 h 19"/>
              <a:gd name="T10" fmla="*/ 4 w 4"/>
              <a:gd name="T11" fmla="*/ 19 h 19"/>
              <a:gd name="T12" fmla="*/ 4 w 4"/>
              <a:gd name="T13" fmla="*/ 19 h 19"/>
              <a:gd name="T14" fmla="*/ 4 w 4"/>
              <a:gd name="T15" fmla="*/ 19 h 19"/>
              <a:gd name="T16" fmla="*/ 4 w 4"/>
              <a:gd name="T17" fmla="*/ 19 h 19"/>
              <a:gd name="T18" fmla="*/ 4 w 4"/>
              <a:gd name="T19" fmla="*/ 18 h 19"/>
              <a:gd name="T20" fmla="*/ 4 w 4"/>
              <a:gd name="T21" fmla="*/ 19 h 19"/>
              <a:gd name="T22" fmla="*/ 4 w 4"/>
              <a:gd name="T23" fmla="*/ 18 h 19"/>
              <a:gd name="T24" fmla="*/ 0 w 4"/>
              <a:gd name="T25" fmla="*/ 0 h 19"/>
              <a:gd name="T26" fmla="*/ 4 w 4"/>
              <a:gd name="T27" fmla="*/ 18 h 19"/>
              <a:gd name="T28" fmla="*/ 0 w 4"/>
              <a:gd name="T29" fmla="*/ 0 h 19"/>
              <a:gd name="T30" fmla="*/ 0 w 4"/>
              <a:gd name="T3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 h="19">
                <a:moveTo>
                  <a:pt x="4" y="19"/>
                </a:moveTo>
                <a:cubicBezTo>
                  <a:pt x="4" y="19"/>
                  <a:pt x="4" y="19"/>
                  <a:pt x="4" y="19"/>
                </a:cubicBezTo>
                <a:cubicBezTo>
                  <a:pt x="4" y="19"/>
                  <a:pt x="4" y="19"/>
                  <a:pt x="4" y="19"/>
                </a:cubicBezTo>
                <a:moveTo>
                  <a:pt x="4" y="19"/>
                </a:moveTo>
                <a:cubicBezTo>
                  <a:pt x="4" y="19"/>
                  <a:pt x="4" y="19"/>
                  <a:pt x="4" y="19"/>
                </a:cubicBezTo>
                <a:cubicBezTo>
                  <a:pt x="4" y="19"/>
                  <a:pt x="4" y="19"/>
                  <a:pt x="4" y="19"/>
                </a:cubicBezTo>
                <a:moveTo>
                  <a:pt x="4" y="19"/>
                </a:moveTo>
                <a:cubicBezTo>
                  <a:pt x="4" y="19"/>
                  <a:pt x="4" y="19"/>
                  <a:pt x="4" y="19"/>
                </a:cubicBezTo>
                <a:cubicBezTo>
                  <a:pt x="4" y="19"/>
                  <a:pt x="4" y="19"/>
                  <a:pt x="4" y="19"/>
                </a:cubicBezTo>
                <a:moveTo>
                  <a:pt x="4" y="18"/>
                </a:moveTo>
                <a:cubicBezTo>
                  <a:pt x="4" y="19"/>
                  <a:pt x="4" y="19"/>
                  <a:pt x="4" y="19"/>
                </a:cubicBezTo>
                <a:cubicBezTo>
                  <a:pt x="4" y="19"/>
                  <a:pt x="4" y="19"/>
                  <a:pt x="4" y="18"/>
                </a:cubicBezTo>
                <a:moveTo>
                  <a:pt x="0" y="0"/>
                </a:moveTo>
                <a:cubicBezTo>
                  <a:pt x="2" y="6"/>
                  <a:pt x="4" y="12"/>
                  <a:pt x="4" y="18"/>
                </a:cubicBezTo>
                <a:cubicBezTo>
                  <a:pt x="4" y="12"/>
                  <a:pt x="2" y="6"/>
                  <a:pt x="0" y="0"/>
                </a:cubicBezTo>
                <a:cubicBezTo>
                  <a:pt x="0" y="0"/>
                  <a:pt x="0" y="0"/>
                  <a:pt x="0"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 name="Freeform 37"/>
          <p:cNvSpPr>
            <a:spLocks/>
          </p:cNvSpPr>
          <p:nvPr/>
        </p:nvSpPr>
        <p:spPr bwMode="auto">
          <a:xfrm>
            <a:off x="6480175" y="5264150"/>
            <a:ext cx="500063" cy="128588"/>
          </a:xfrm>
          <a:custGeom>
            <a:avLst/>
            <a:gdLst>
              <a:gd name="T0" fmla="*/ 0 w 114"/>
              <a:gd name="T1" fmla="*/ 0 h 29"/>
              <a:gd name="T2" fmla="*/ 45 w 114"/>
              <a:gd name="T3" fmla="*/ 29 h 29"/>
              <a:gd name="T4" fmla="*/ 114 w 114"/>
              <a:gd name="T5" fmla="*/ 29 h 29"/>
              <a:gd name="T6" fmla="*/ 106 w 114"/>
              <a:gd name="T7" fmla="*/ 6 h 29"/>
              <a:gd name="T8" fmla="*/ 106 w 114"/>
              <a:gd name="T9" fmla="*/ 3 h 29"/>
              <a:gd name="T10" fmla="*/ 106 w 114"/>
              <a:gd name="T11" fmla="*/ 3 h 29"/>
              <a:gd name="T12" fmla="*/ 19 w 114"/>
              <a:gd name="T13" fmla="*/ 3 h 29"/>
              <a:gd name="T14" fmla="*/ 19 w 114"/>
              <a:gd name="T15" fmla="*/ 3 h 29"/>
              <a:gd name="T16" fmla="*/ 19 w 114"/>
              <a:gd name="T17" fmla="*/ 3 h 29"/>
              <a:gd name="T18" fmla="*/ 19 w 114"/>
              <a:gd name="T19" fmla="*/ 3 h 29"/>
              <a:gd name="T20" fmla="*/ 19 w 114"/>
              <a:gd name="T21" fmla="*/ 3 h 29"/>
              <a:gd name="T22" fmla="*/ 19 w 114"/>
              <a:gd name="T23" fmla="*/ 3 h 29"/>
              <a:gd name="T24" fmla="*/ 19 w 114"/>
              <a:gd name="T25" fmla="*/ 3 h 29"/>
              <a:gd name="T26" fmla="*/ 0 w 114"/>
              <a:gd name="T2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4" h="29">
                <a:moveTo>
                  <a:pt x="0" y="0"/>
                </a:moveTo>
                <a:cubicBezTo>
                  <a:pt x="8" y="17"/>
                  <a:pt x="25" y="29"/>
                  <a:pt x="45" y="29"/>
                </a:cubicBezTo>
                <a:cubicBezTo>
                  <a:pt x="114" y="29"/>
                  <a:pt x="114" y="29"/>
                  <a:pt x="114" y="29"/>
                </a:cubicBezTo>
                <a:cubicBezTo>
                  <a:pt x="111" y="22"/>
                  <a:pt x="108" y="14"/>
                  <a:pt x="106" y="6"/>
                </a:cubicBezTo>
                <a:cubicBezTo>
                  <a:pt x="106" y="5"/>
                  <a:pt x="106" y="4"/>
                  <a:pt x="106" y="3"/>
                </a:cubicBezTo>
                <a:cubicBezTo>
                  <a:pt x="106" y="3"/>
                  <a:pt x="106" y="3"/>
                  <a:pt x="106" y="3"/>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2" y="3"/>
                  <a:pt x="6" y="2"/>
                  <a:pt x="0"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 name="Freeform 38"/>
          <p:cNvSpPr>
            <a:spLocks noEditPoints="1"/>
          </p:cNvSpPr>
          <p:nvPr/>
        </p:nvSpPr>
        <p:spPr bwMode="auto">
          <a:xfrm>
            <a:off x="6480175" y="5264150"/>
            <a:ext cx="500063" cy="128588"/>
          </a:xfrm>
          <a:custGeom>
            <a:avLst/>
            <a:gdLst>
              <a:gd name="T0" fmla="*/ 106 w 114"/>
              <a:gd name="T1" fmla="*/ 6 h 29"/>
              <a:gd name="T2" fmla="*/ 114 w 114"/>
              <a:gd name="T3" fmla="*/ 29 h 29"/>
              <a:gd name="T4" fmla="*/ 114 w 114"/>
              <a:gd name="T5" fmla="*/ 29 h 29"/>
              <a:gd name="T6" fmla="*/ 106 w 114"/>
              <a:gd name="T7" fmla="*/ 6 h 29"/>
              <a:gd name="T8" fmla="*/ 19 w 114"/>
              <a:gd name="T9" fmla="*/ 3 h 29"/>
              <a:gd name="T10" fmla="*/ 19 w 114"/>
              <a:gd name="T11" fmla="*/ 3 h 29"/>
              <a:gd name="T12" fmla="*/ 106 w 114"/>
              <a:gd name="T13" fmla="*/ 3 h 29"/>
              <a:gd name="T14" fmla="*/ 106 w 114"/>
              <a:gd name="T15" fmla="*/ 3 h 29"/>
              <a:gd name="T16" fmla="*/ 106 w 114"/>
              <a:gd name="T17" fmla="*/ 3 h 29"/>
              <a:gd name="T18" fmla="*/ 19 w 114"/>
              <a:gd name="T19" fmla="*/ 3 h 29"/>
              <a:gd name="T20" fmla="*/ 19 w 114"/>
              <a:gd name="T21" fmla="*/ 3 h 29"/>
              <a:gd name="T22" fmla="*/ 19 w 114"/>
              <a:gd name="T23" fmla="*/ 3 h 29"/>
              <a:gd name="T24" fmla="*/ 19 w 114"/>
              <a:gd name="T25" fmla="*/ 3 h 29"/>
              <a:gd name="T26" fmla="*/ 19 w 114"/>
              <a:gd name="T27" fmla="*/ 3 h 29"/>
              <a:gd name="T28" fmla="*/ 19 w 114"/>
              <a:gd name="T29" fmla="*/ 3 h 29"/>
              <a:gd name="T30" fmla="*/ 19 w 114"/>
              <a:gd name="T31" fmla="*/ 3 h 29"/>
              <a:gd name="T32" fmla="*/ 19 w 114"/>
              <a:gd name="T33" fmla="*/ 3 h 29"/>
              <a:gd name="T34" fmla="*/ 0 w 114"/>
              <a:gd name="T35" fmla="*/ 0 h 29"/>
              <a:gd name="T36" fmla="*/ 0 w 114"/>
              <a:gd name="T37" fmla="*/ 0 h 29"/>
              <a:gd name="T38" fmla="*/ 19 w 114"/>
              <a:gd name="T39" fmla="*/ 3 h 29"/>
              <a:gd name="T40" fmla="*/ 0 w 114"/>
              <a:gd name="T4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4" h="29">
                <a:moveTo>
                  <a:pt x="106" y="6"/>
                </a:moveTo>
                <a:cubicBezTo>
                  <a:pt x="108" y="14"/>
                  <a:pt x="111" y="22"/>
                  <a:pt x="114" y="29"/>
                </a:cubicBezTo>
                <a:cubicBezTo>
                  <a:pt x="114" y="29"/>
                  <a:pt x="114" y="29"/>
                  <a:pt x="114" y="29"/>
                </a:cubicBezTo>
                <a:cubicBezTo>
                  <a:pt x="111" y="22"/>
                  <a:pt x="108" y="14"/>
                  <a:pt x="106" y="6"/>
                </a:cubicBezTo>
                <a:moveTo>
                  <a:pt x="19" y="3"/>
                </a:moveTo>
                <a:cubicBezTo>
                  <a:pt x="19" y="3"/>
                  <a:pt x="19" y="3"/>
                  <a:pt x="19" y="3"/>
                </a:cubicBezTo>
                <a:cubicBezTo>
                  <a:pt x="106" y="3"/>
                  <a:pt x="106" y="3"/>
                  <a:pt x="106" y="3"/>
                </a:cubicBezTo>
                <a:cubicBezTo>
                  <a:pt x="106" y="3"/>
                  <a:pt x="106" y="3"/>
                  <a:pt x="106" y="3"/>
                </a:cubicBezTo>
                <a:cubicBezTo>
                  <a:pt x="106" y="3"/>
                  <a:pt x="106" y="3"/>
                  <a:pt x="106" y="3"/>
                </a:cubicBezTo>
                <a:cubicBezTo>
                  <a:pt x="19" y="3"/>
                  <a:pt x="19" y="3"/>
                  <a:pt x="19" y="3"/>
                </a:cubicBezTo>
                <a:cubicBezTo>
                  <a:pt x="19" y="3"/>
                  <a:pt x="19" y="3"/>
                  <a:pt x="19" y="3"/>
                </a:cubicBezTo>
                <a:moveTo>
                  <a:pt x="19" y="3"/>
                </a:moveTo>
                <a:cubicBezTo>
                  <a:pt x="19" y="3"/>
                  <a:pt x="19" y="3"/>
                  <a:pt x="19" y="3"/>
                </a:cubicBezTo>
                <a:cubicBezTo>
                  <a:pt x="19" y="3"/>
                  <a:pt x="19" y="3"/>
                  <a:pt x="19" y="3"/>
                </a:cubicBezTo>
                <a:moveTo>
                  <a:pt x="19" y="3"/>
                </a:moveTo>
                <a:cubicBezTo>
                  <a:pt x="19" y="3"/>
                  <a:pt x="19" y="3"/>
                  <a:pt x="19" y="3"/>
                </a:cubicBezTo>
                <a:cubicBezTo>
                  <a:pt x="19" y="3"/>
                  <a:pt x="19" y="3"/>
                  <a:pt x="19" y="3"/>
                </a:cubicBezTo>
                <a:moveTo>
                  <a:pt x="0" y="0"/>
                </a:moveTo>
                <a:cubicBezTo>
                  <a:pt x="0" y="0"/>
                  <a:pt x="0" y="0"/>
                  <a:pt x="0" y="0"/>
                </a:cubicBezTo>
                <a:cubicBezTo>
                  <a:pt x="6" y="2"/>
                  <a:pt x="12" y="3"/>
                  <a:pt x="19" y="3"/>
                </a:cubicBezTo>
                <a:cubicBezTo>
                  <a:pt x="12" y="3"/>
                  <a:pt x="6" y="2"/>
                  <a:pt x="0"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 name="Freeform 39"/>
          <p:cNvSpPr>
            <a:spLocks/>
          </p:cNvSpPr>
          <p:nvPr/>
        </p:nvSpPr>
        <p:spPr bwMode="auto">
          <a:xfrm>
            <a:off x="9426575" y="5519738"/>
            <a:ext cx="2516188" cy="857250"/>
          </a:xfrm>
          <a:custGeom>
            <a:avLst/>
            <a:gdLst>
              <a:gd name="T0" fmla="*/ 540 w 572"/>
              <a:gd name="T1" fmla="*/ 0 h 195"/>
              <a:gd name="T2" fmla="*/ 546 w 572"/>
              <a:gd name="T3" fmla="*/ 24 h 195"/>
              <a:gd name="T4" fmla="*/ 546 w 572"/>
              <a:gd name="T5" fmla="*/ 24 h 195"/>
              <a:gd name="T6" fmla="*/ 546 w 572"/>
              <a:gd name="T7" fmla="*/ 24 h 195"/>
              <a:gd name="T8" fmla="*/ 546 w 572"/>
              <a:gd name="T9" fmla="*/ 24 h 195"/>
              <a:gd name="T10" fmla="*/ 546 w 572"/>
              <a:gd name="T11" fmla="*/ 24 h 195"/>
              <a:gd name="T12" fmla="*/ 546 w 572"/>
              <a:gd name="T13" fmla="*/ 24 h 195"/>
              <a:gd name="T14" fmla="*/ 546 w 572"/>
              <a:gd name="T15" fmla="*/ 24 h 195"/>
              <a:gd name="T16" fmla="*/ 546 w 572"/>
              <a:gd name="T17" fmla="*/ 24 h 195"/>
              <a:gd name="T18" fmla="*/ 546 w 572"/>
              <a:gd name="T19" fmla="*/ 24 h 195"/>
              <a:gd name="T20" fmla="*/ 546 w 572"/>
              <a:gd name="T21" fmla="*/ 25 h 195"/>
              <a:gd name="T22" fmla="*/ 546 w 572"/>
              <a:gd name="T23" fmla="*/ 25 h 195"/>
              <a:gd name="T24" fmla="*/ 546 w 572"/>
              <a:gd name="T25" fmla="*/ 25 h 195"/>
              <a:gd name="T26" fmla="*/ 546 w 572"/>
              <a:gd name="T27" fmla="*/ 25 h 195"/>
              <a:gd name="T28" fmla="*/ 546 w 572"/>
              <a:gd name="T29" fmla="*/ 25 h 195"/>
              <a:gd name="T30" fmla="*/ 546 w 572"/>
              <a:gd name="T31" fmla="*/ 25 h 195"/>
              <a:gd name="T32" fmla="*/ 546 w 572"/>
              <a:gd name="T33" fmla="*/ 25 h 195"/>
              <a:gd name="T34" fmla="*/ 490 w 572"/>
              <a:gd name="T35" fmla="*/ 82 h 195"/>
              <a:gd name="T36" fmla="*/ 445 w 572"/>
              <a:gd name="T37" fmla="*/ 59 h 195"/>
              <a:gd name="T38" fmla="*/ 300 w 572"/>
              <a:gd name="T39" fmla="*/ 59 h 195"/>
              <a:gd name="T40" fmla="*/ 300 w 572"/>
              <a:gd name="T41" fmla="*/ 121 h 195"/>
              <a:gd name="T42" fmla="*/ 300 w 572"/>
              <a:gd name="T43" fmla="*/ 121 h 195"/>
              <a:gd name="T44" fmla="*/ 251 w 572"/>
              <a:gd name="T45" fmla="*/ 169 h 195"/>
              <a:gd name="T46" fmla="*/ 19 w 572"/>
              <a:gd name="T47" fmla="*/ 169 h 195"/>
              <a:gd name="T48" fmla="*/ 19 w 572"/>
              <a:gd name="T49" fmla="*/ 169 h 195"/>
              <a:gd name="T50" fmla="*/ 19 w 572"/>
              <a:gd name="T51" fmla="*/ 169 h 195"/>
              <a:gd name="T52" fmla="*/ 18 w 572"/>
              <a:gd name="T53" fmla="*/ 169 h 195"/>
              <a:gd name="T54" fmla="*/ 18 w 572"/>
              <a:gd name="T55" fmla="*/ 169 h 195"/>
              <a:gd name="T56" fmla="*/ 18 w 572"/>
              <a:gd name="T57" fmla="*/ 169 h 195"/>
              <a:gd name="T58" fmla="*/ 18 w 572"/>
              <a:gd name="T59" fmla="*/ 169 h 195"/>
              <a:gd name="T60" fmla="*/ 0 w 572"/>
              <a:gd name="T61" fmla="*/ 166 h 195"/>
              <a:gd name="T62" fmla="*/ 44 w 572"/>
              <a:gd name="T63" fmla="*/ 195 h 195"/>
              <a:gd name="T64" fmla="*/ 277 w 572"/>
              <a:gd name="T65" fmla="*/ 195 h 195"/>
              <a:gd name="T66" fmla="*/ 325 w 572"/>
              <a:gd name="T67" fmla="*/ 146 h 195"/>
              <a:gd name="T68" fmla="*/ 325 w 572"/>
              <a:gd name="T69" fmla="*/ 85 h 195"/>
              <a:gd name="T70" fmla="*/ 470 w 572"/>
              <a:gd name="T71" fmla="*/ 85 h 195"/>
              <a:gd name="T72" fmla="*/ 515 w 572"/>
              <a:gd name="T73" fmla="*/ 107 h 195"/>
              <a:gd name="T74" fmla="*/ 572 w 572"/>
              <a:gd name="T75" fmla="*/ 51 h 195"/>
              <a:gd name="T76" fmla="*/ 540 w 572"/>
              <a:gd name="T77" fmla="*/ 0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72" h="195">
                <a:moveTo>
                  <a:pt x="540" y="0"/>
                </a:moveTo>
                <a:cubicBezTo>
                  <a:pt x="544" y="7"/>
                  <a:pt x="546" y="15"/>
                  <a:pt x="546" y="24"/>
                </a:cubicBezTo>
                <a:cubicBezTo>
                  <a:pt x="546" y="24"/>
                  <a:pt x="546" y="24"/>
                  <a:pt x="546" y="24"/>
                </a:cubicBezTo>
                <a:cubicBezTo>
                  <a:pt x="546" y="24"/>
                  <a:pt x="546" y="24"/>
                  <a:pt x="546" y="24"/>
                </a:cubicBezTo>
                <a:cubicBezTo>
                  <a:pt x="546" y="24"/>
                  <a:pt x="546" y="24"/>
                  <a:pt x="546" y="24"/>
                </a:cubicBezTo>
                <a:cubicBezTo>
                  <a:pt x="546" y="24"/>
                  <a:pt x="546" y="24"/>
                  <a:pt x="546" y="24"/>
                </a:cubicBezTo>
                <a:cubicBezTo>
                  <a:pt x="546" y="24"/>
                  <a:pt x="546" y="24"/>
                  <a:pt x="546" y="24"/>
                </a:cubicBezTo>
                <a:cubicBezTo>
                  <a:pt x="546" y="24"/>
                  <a:pt x="546" y="24"/>
                  <a:pt x="546" y="24"/>
                </a:cubicBezTo>
                <a:cubicBezTo>
                  <a:pt x="546" y="24"/>
                  <a:pt x="546" y="24"/>
                  <a:pt x="546" y="24"/>
                </a:cubicBezTo>
                <a:cubicBezTo>
                  <a:pt x="546" y="24"/>
                  <a:pt x="546" y="24"/>
                  <a:pt x="546" y="24"/>
                </a:cubicBezTo>
                <a:cubicBezTo>
                  <a:pt x="546" y="25"/>
                  <a:pt x="546" y="25"/>
                  <a:pt x="546" y="25"/>
                </a:cubicBezTo>
                <a:cubicBezTo>
                  <a:pt x="546" y="25"/>
                  <a:pt x="546" y="25"/>
                  <a:pt x="546" y="25"/>
                </a:cubicBezTo>
                <a:cubicBezTo>
                  <a:pt x="546" y="25"/>
                  <a:pt x="546" y="25"/>
                  <a:pt x="546" y="25"/>
                </a:cubicBezTo>
                <a:cubicBezTo>
                  <a:pt x="546" y="25"/>
                  <a:pt x="546" y="25"/>
                  <a:pt x="546" y="25"/>
                </a:cubicBezTo>
                <a:cubicBezTo>
                  <a:pt x="546" y="25"/>
                  <a:pt x="546" y="25"/>
                  <a:pt x="546" y="25"/>
                </a:cubicBezTo>
                <a:cubicBezTo>
                  <a:pt x="546" y="25"/>
                  <a:pt x="546" y="25"/>
                  <a:pt x="546" y="25"/>
                </a:cubicBezTo>
                <a:cubicBezTo>
                  <a:pt x="546" y="25"/>
                  <a:pt x="546" y="25"/>
                  <a:pt x="546" y="25"/>
                </a:cubicBezTo>
                <a:cubicBezTo>
                  <a:pt x="546" y="56"/>
                  <a:pt x="521" y="82"/>
                  <a:pt x="490" y="82"/>
                </a:cubicBezTo>
                <a:cubicBezTo>
                  <a:pt x="471" y="82"/>
                  <a:pt x="455" y="73"/>
                  <a:pt x="445" y="59"/>
                </a:cubicBezTo>
                <a:cubicBezTo>
                  <a:pt x="300" y="59"/>
                  <a:pt x="300" y="59"/>
                  <a:pt x="300" y="59"/>
                </a:cubicBezTo>
                <a:cubicBezTo>
                  <a:pt x="300" y="121"/>
                  <a:pt x="300" y="121"/>
                  <a:pt x="300" y="121"/>
                </a:cubicBezTo>
                <a:cubicBezTo>
                  <a:pt x="300" y="121"/>
                  <a:pt x="300" y="121"/>
                  <a:pt x="300" y="121"/>
                </a:cubicBezTo>
                <a:cubicBezTo>
                  <a:pt x="300" y="148"/>
                  <a:pt x="278" y="169"/>
                  <a:pt x="251" y="169"/>
                </a:cubicBezTo>
                <a:cubicBezTo>
                  <a:pt x="19" y="169"/>
                  <a:pt x="19" y="169"/>
                  <a:pt x="19" y="169"/>
                </a:cubicBezTo>
                <a:cubicBezTo>
                  <a:pt x="19" y="169"/>
                  <a:pt x="19" y="169"/>
                  <a:pt x="19" y="169"/>
                </a:cubicBezTo>
                <a:cubicBezTo>
                  <a:pt x="19" y="169"/>
                  <a:pt x="19" y="169"/>
                  <a:pt x="19" y="169"/>
                </a:cubicBezTo>
                <a:cubicBezTo>
                  <a:pt x="19" y="169"/>
                  <a:pt x="19" y="169"/>
                  <a:pt x="18" y="169"/>
                </a:cubicBezTo>
                <a:cubicBezTo>
                  <a:pt x="18" y="169"/>
                  <a:pt x="18" y="169"/>
                  <a:pt x="18" y="169"/>
                </a:cubicBezTo>
                <a:cubicBezTo>
                  <a:pt x="18" y="169"/>
                  <a:pt x="18" y="169"/>
                  <a:pt x="18" y="169"/>
                </a:cubicBezTo>
                <a:cubicBezTo>
                  <a:pt x="18" y="169"/>
                  <a:pt x="18" y="169"/>
                  <a:pt x="18" y="169"/>
                </a:cubicBezTo>
                <a:cubicBezTo>
                  <a:pt x="12" y="169"/>
                  <a:pt x="5" y="168"/>
                  <a:pt x="0" y="166"/>
                </a:cubicBezTo>
                <a:cubicBezTo>
                  <a:pt x="7" y="183"/>
                  <a:pt x="24" y="195"/>
                  <a:pt x="44" y="195"/>
                </a:cubicBezTo>
                <a:cubicBezTo>
                  <a:pt x="277" y="195"/>
                  <a:pt x="277" y="195"/>
                  <a:pt x="277" y="195"/>
                </a:cubicBezTo>
                <a:cubicBezTo>
                  <a:pt x="304" y="195"/>
                  <a:pt x="325" y="173"/>
                  <a:pt x="325" y="146"/>
                </a:cubicBezTo>
                <a:cubicBezTo>
                  <a:pt x="325" y="85"/>
                  <a:pt x="325" y="85"/>
                  <a:pt x="325" y="85"/>
                </a:cubicBezTo>
                <a:cubicBezTo>
                  <a:pt x="470" y="85"/>
                  <a:pt x="470" y="85"/>
                  <a:pt x="470" y="85"/>
                </a:cubicBezTo>
                <a:cubicBezTo>
                  <a:pt x="481" y="98"/>
                  <a:pt x="497" y="107"/>
                  <a:pt x="515" y="107"/>
                </a:cubicBezTo>
                <a:cubicBezTo>
                  <a:pt x="547" y="107"/>
                  <a:pt x="572" y="82"/>
                  <a:pt x="572" y="51"/>
                </a:cubicBezTo>
                <a:cubicBezTo>
                  <a:pt x="572" y="28"/>
                  <a:pt x="559" y="9"/>
                  <a:pt x="540"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 name="Freeform 40"/>
          <p:cNvSpPr>
            <a:spLocks noEditPoints="1"/>
          </p:cNvSpPr>
          <p:nvPr/>
        </p:nvSpPr>
        <p:spPr bwMode="auto">
          <a:xfrm>
            <a:off x="9426575" y="5519738"/>
            <a:ext cx="2401888" cy="742950"/>
          </a:xfrm>
          <a:custGeom>
            <a:avLst/>
            <a:gdLst>
              <a:gd name="T0" fmla="*/ 18 w 546"/>
              <a:gd name="T1" fmla="*/ 169 h 169"/>
              <a:gd name="T2" fmla="*/ 19 w 546"/>
              <a:gd name="T3" fmla="*/ 169 h 169"/>
              <a:gd name="T4" fmla="*/ 18 w 546"/>
              <a:gd name="T5" fmla="*/ 169 h 169"/>
              <a:gd name="T6" fmla="*/ 18 w 546"/>
              <a:gd name="T7" fmla="*/ 169 h 169"/>
              <a:gd name="T8" fmla="*/ 18 w 546"/>
              <a:gd name="T9" fmla="*/ 169 h 169"/>
              <a:gd name="T10" fmla="*/ 18 w 546"/>
              <a:gd name="T11" fmla="*/ 169 h 169"/>
              <a:gd name="T12" fmla="*/ 0 w 546"/>
              <a:gd name="T13" fmla="*/ 166 h 169"/>
              <a:gd name="T14" fmla="*/ 0 w 546"/>
              <a:gd name="T15" fmla="*/ 166 h 169"/>
              <a:gd name="T16" fmla="*/ 18 w 546"/>
              <a:gd name="T17" fmla="*/ 169 h 169"/>
              <a:gd name="T18" fmla="*/ 0 w 546"/>
              <a:gd name="T19" fmla="*/ 166 h 169"/>
              <a:gd name="T20" fmla="*/ 300 w 546"/>
              <a:gd name="T21" fmla="*/ 121 h 169"/>
              <a:gd name="T22" fmla="*/ 251 w 546"/>
              <a:gd name="T23" fmla="*/ 169 h 169"/>
              <a:gd name="T24" fmla="*/ 19 w 546"/>
              <a:gd name="T25" fmla="*/ 169 h 169"/>
              <a:gd name="T26" fmla="*/ 19 w 546"/>
              <a:gd name="T27" fmla="*/ 169 h 169"/>
              <a:gd name="T28" fmla="*/ 19 w 546"/>
              <a:gd name="T29" fmla="*/ 169 h 169"/>
              <a:gd name="T30" fmla="*/ 251 w 546"/>
              <a:gd name="T31" fmla="*/ 169 h 169"/>
              <a:gd name="T32" fmla="*/ 300 w 546"/>
              <a:gd name="T33" fmla="*/ 121 h 169"/>
              <a:gd name="T34" fmla="*/ 300 w 546"/>
              <a:gd name="T35" fmla="*/ 121 h 169"/>
              <a:gd name="T36" fmla="*/ 546 w 546"/>
              <a:gd name="T37" fmla="*/ 25 h 169"/>
              <a:gd name="T38" fmla="*/ 490 w 546"/>
              <a:gd name="T39" fmla="*/ 82 h 169"/>
              <a:gd name="T40" fmla="*/ 445 w 546"/>
              <a:gd name="T41" fmla="*/ 59 h 169"/>
              <a:gd name="T42" fmla="*/ 300 w 546"/>
              <a:gd name="T43" fmla="*/ 59 h 169"/>
              <a:gd name="T44" fmla="*/ 445 w 546"/>
              <a:gd name="T45" fmla="*/ 59 h 169"/>
              <a:gd name="T46" fmla="*/ 490 w 546"/>
              <a:gd name="T47" fmla="*/ 82 h 169"/>
              <a:gd name="T48" fmla="*/ 546 w 546"/>
              <a:gd name="T49" fmla="*/ 25 h 169"/>
              <a:gd name="T50" fmla="*/ 546 w 546"/>
              <a:gd name="T51" fmla="*/ 25 h 169"/>
              <a:gd name="T52" fmla="*/ 546 w 546"/>
              <a:gd name="T53" fmla="*/ 25 h 169"/>
              <a:gd name="T54" fmla="*/ 546 w 546"/>
              <a:gd name="T55" fmla="*/ 25 h 169"/>
              <a:gd name="T56" fmla="*/ 546 w 546"/>
              <a:gd name="T57" fmla="*/ 25 h 169"/>
              <a:gd name="T58" fmla="*/ 546 w 546"/>
              <a:gd name="T59" fmla="*/ 25 h 169"/>
              <a:gd name="T60" fmla="*/ 546 w 546"/>
              <a:gd name="T61" fmla="*/ 25 h 169"/>
              <a:gd name="T62" fmla="*/ 546 w 546"/>
              <a:gd name="T63" fmla="*/ 25 h 169"/>
              <a:gd name="T64" fmla="*/ 546 w 546"/>
              <a:gd name="T65" fmla="*/ 24 h 169"/>
              <a:gd name="T66" fmla="*/ 546 w 546"/>
              <a:gd name="T67" fmla="*/ 24 h 169"/>
              <a:gd name="T68" fmla="*/ 546 w 546"/>
              <a:gd name="T69" fmla="*/ 24 h 169"/>
              <a:gd name="T70" fmla="*/ 546 w 546"/>
              <a:gd name="T71" fmla="*/ 24 h 169"/>
              <a:gd name="T72" fmla="*/ 546 w 546"/>
              <a:gd name="T73" fmla="*/ 24 h 169"/>
              <a:gd name="T74" fmla="*/ 546 w 546"/>
              <a:gd name="T75" fmla="*/ 24 h 169"/>
              <a:gd name="T76" fmla="*/ 546 w 546"/>
              <a:gd name="T77" fmla="*/ 24 h 169"/>
              <a:gd name="T78" fmla="*/ 546 w 546"/>
              <a:gd name="T79" fmla="*/ 24 h 169"/>
              <a:gd name="T80" fmla="*/ 546 w 546"/>
              <a:gd name="T81" fmla="*/ 24 h 169"/>
              <a:gd name="T82" fmla="*/ 546 w 546"/>
              <a:gd name="T83" fmla="*/ 24 h 169"/>
              <a:gd name="T84" fmla="*/ 546 w 546"/>
              <a:gd name="T85" fmla="*/ 24 h 169"/>
              <a:gd name="T86" fmla="*/ 546 w 546"/>
              <a:gd name="T87" fmla="*/ 24 h 169"/>
              <a:gd name="T88" fmla="*/ 540 w 546"/>
              <a:gd name="T89" fmla="*/ 0 h 169"/>
              <a:gd name="T90" fmla="*/ 546 w 546"/>
              <a:gd name="T91" fmla="*/ 24 h 169"/>
              <a:gd name="T92" fmla="*/ 540 w 546"/>
              <a:gd name="T93" fmla="*/ 0 h 169"/>
              <a:gd name="T94" fmla="*/ 540 w 546"/>
              <a:gd name="T95" fmla="*/ 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46" h="169">
                <a:moveTo>
                  <a:pt x="18" y="169"/>
                </a:moveTo>
                <a:cubicBezTo>
                  <a:pt x="19" y="169"/>
                  <a:pt x="19" y="169"/>
                  <a:pt x="19" y="169"/>
                </a:cubicBezTo>
                <a:cubicBezTo>
                  <a:pt x="19" y="169"/>
                  <a:pt x="19" y="169"/>
                  <a:pt x="18" y="169"/>
                </a:cubicBezTo>
                <a:moveTo>
                  <a:pt x="18" y="169"/>
                </a:moveTo>
                <a:cubicBezTo>
                  <a:pt x="18" y="169"/>
                  <a:pt x="18" y="169"/>
                  <a:pt x="18" y="169"/>
                </a:cubicBezTo>
                <a:cubicBezTo>
                  <a:pt x="18" y="169"/>
                  <a:pt x="18" y="169"/>
                  <a:pt x="18" y="169"/>
                </a:cubicBezTo>
                <a:moveTo>
                  <a:pt x="0" y="166"/>
                </a:moveTo>
                <a:cubicBezTo>
                  <a:pt x="0" y="166"/>
                  <a:pt x="0" y="166"/>
                  <a:pt x="0" y="166"/>
                </a:cubicBezTo>
                <a:cubicBezTo>
                  <a:pt x="5" y="168"/>
                  <a:pt x="12" y="169"/>
                  <a:pt x="18" y="169"/>
                </a:cubicBezTo>
                <a:cubicBezTo>
                  <a:pt x="12" y="169"/>
                  <a:pt x="5" y="168"/>
                  <a:pt x="0" y="166"/>
                </a:cubicBezTo>
                <a:moveTo>
                  <a:pt x="300" y="121"/>
                </a:moveTo>
                <a:cubicBezTo>
                  <a:pt x="300" y="148"/>
                  <a:pt x="278" y="169"/>
                  <a:pt x="251" y="169"/>
                </a:cubicBezTo>
                <a:cubicBezTo>
                  <a:pt x="19" y="169"/>
                  <a:pt x="19" y="169"/>
                  <a:pt x="19" y="169"/>
                </a:cubicBezTo>
                <a:cubicBezTo>
                  <a:pt x="19" y="169"/>
                  <a:pt x="19" y="169"/>
                  <a:pt x="19" y="169"/>
                </a:cubicBezTo>
                <a:cubicBezTo>
                  <a:pt x="19" y="169"/>
                  <a:pt x="19" y="169"/>
                  <a:pt x="19" y="169"/>
                </a:cubicBezTo>
                <a:cubicBezTo>
                  <a:pt x="251" y="169"/>
                  <a:pt x="251" y="169"/>
                  <a:pt x="251" y="169"/>
                </a:cubicBezTo>
                <a:cubicBezTo>
                  <a:pt x="278" y="169"/>
                  <a:pt x="300" y="148"/>
                  <a:pt x="300" y="121"/>
                </a:cubicBezTo>
                <a:cubicBezTo>
                  <a:pt x="300" y="121"/>
                  <a:pt x="300" y="121"/>
                  <a:pt x="300" y="121"/>
                </a:cubicBezTo>
                <a:moveTo>
                  <a:pt x="546" y="25"/>
                </a:moveTo>
                <a:cubicBezTo>
                  <a:pt x="546" y="56"/>
                  <a:pt x="521" y="82"/>
                  <a:pt x="490" y="82"/>
                </a:cubicBezTo>
                <a:cubicBezTo>
                  <a:pt x="471" y="82"/>
                  <a:pt x="455" y="73"/>
                  <a:pt x="445" y="59"/>
                </a:cubicBezTo>
                <a:cubicBezTo>
                  <a:pt x="300" y="59"/>
                  <a:pt x="300" y="59"/>
                  <a:pt x="300" y="59"/>
                </a:cubicBezTo>
                <a:cubicBezTo>
                  <a:pt x="445" y="59"/>
                  <a:pt x="445" y="59"/>
                  <a:pt x="445" y="59"/>
                </a:cubicBezTo>
                <a:cubicBezTo>
                  <a:pt x="455" y="73"/>
                  <a:pt x="471" y="82"/>
                  <a:pt x="490" y="82"/>
                </a:cubicBezTo>
                <a:cubicBezTo>
                  <a:pt x="521" y="82"/>
                  <a:pt x="546" y="56"/>
                  <a:pt x="546" y="25"/>
                </a:cubicBezTo>
                <a:cubicBezTo>
                  <a:pt x="546" y="25"/>
                  <a:pt x="546" y="25"/>
                  <a:pt x="546" y="25"/>
                </a:cubicBezTo>
                <a:moveTo>
                  <a:pt x="546" y="25"/>
                </a:moveTo>
                <a:cubicBezTo>
                  <a:pt x="546" y="25"/>
                  <a:pt x="546" y="25"/>
                  <a:pt x="546" y="25"/>
                </a:cubicBezTo>
                <a:cubicBezTo>
                  <a:pt x="546" y="25"/>
                  <a:pt x="546" y="25"/>
                  <a:pt x="546" y="25"/>
                </a:cubicBezTo>
                <a:moveTo>
                  <a:pt x="546" y="25"/>
                </a:moveTo>
                <a:cubicBezTo>
                  <a:pt x="546" y="25"/>
                  <a:pt x="546" y="25"/>
                  <a:pt x="546" y="25"/>
                </a:cubicBezTo>
                <a:cubicBezTo>
                  <a:pt x="546" y="25"/>
                  <a:pt x="546" y="25"/>
                  <a:pt x="546" y="25"/>
                </a:cubicBezTo>
                <a:moveTo>
                  <a:pt x="546" y="24"/>
                </a:moveTo>
                <a:cubicBezTo>
                  <a:pt x="546" y="24"/>
                  <a:pt x="546" y="24"/>
                  <a:pt x="546" y="24"/>
                </a:cubicBezTo>
                <a:cubicBezTo>
                  <a:pt x="546" y="24"/>
                  <a:pt x="546" y="24"/>
                  <a:pt x="546" y="24"/>
                </a:cubicBezTo>
                <a:moveTo>
                  <a:pt x="546" y="24"/>
                </a:moveTo>
                <a:cubicBezTo>
                  <a:pt x="546" y="24"/>
                  <a:pt x="546" y="24"/>
                  <a:pt x="546" y="24"/>
                </a:cubicBezTo>
                <a:cubicBezTo>
                  <a:pt x="546" y="24"/>
                  <a:pt x="546" y="24"/>
                  <a:pt x="546" y="24"/>
                </a:cubicBezTo>
                <a:moveTo>
                  <a:pt x="546" y="24"/>
                </a:moveTo>
                <a:cubicBezTo>
                  <a:pt x="546" y="24"/>
                  <a:pt x="546" y="24"/>
                  <a:pt x="546" y="24"/>
                </a:cubicBezTo>
                <a:cubicBezTo>
                  <a:pt x="546" y="24"/>
                  <a:pt x="546" y="24"/>
                  <a:pt x="546" y="24"/>
                </a:cubicBezTo>
                <a:moveTo>
                  <a:pt x="546" y="24"/>
                </a:moveTo>
                <a:cubicBezTo>
                  <a:pt x="546" y="24"/>
                  <a:pt x="546" y="24"/>
                  <a:pt x="546" y="24"/>
                </a:cubicBezTo>
                <a:cubicBezTo>
                  <a:pt x="546" y="24"/>
                  <a:pt x="546" y="24"/>
                  <a:pt x="546" y="24"/>
                </a:cubicBezTo>
                <a:moveTo>
                  <a:pt x="540" y="0"/>
                </a:moveTo>
                <a:cubicBezTo>
                  <a:pt x="544" y="7"/>
                  <a:pt x="546" y="15"/>
                  <a:pt x="546" y="24"/>
                </a:cubicBezTo>
                <a:cubicBezTo>
                  <a:pt x="546" y="15"/>
                  <a:pt x="544" y="7"/>
                  <a:pt x="540" y="0"/>
                </a:cubicBezTo>
                <a:cubicBezTo>
                  <a:pt x="540" y="0"/>
                  <a:pt x="540" y="0"/>
                  <a:pt x="540"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4" name="Freeform 41"/>
          <p:cNvSpPr>
            <a:spLocks/>
          </p:cNvSpPr>
          <p:nvPr/>
        </p:nvSpPr>
        <p:spPr bwMode="auto">
          <a:xfrm>
            <a:off x="7178675" y="5646738"/>
            <a:ext cx="2116138" cy="246063"/>
          </a:xfrm>
          <a:custGeom>
            <a:avLst/>
            <a:gdLst>
              <a:gd name="T0" fmla="*/ 0 w 481"/>
              <a:gd name="T1" fmla="*/ 0 h 56"/>
              <a:gd name="T2" fmla="*/ 114 w 481"/>
              <a:gd name="T3" fmla="*/ 56 h 56"/>
              <a:gd name="T4" fmla="*/ 481 w 481"/>
              <a:gd name="T5" fmla="*/ 56 h 56"/>
              <a:gd name="T6" fmla="*/ 481 w 481"/>
              <a:gd name="T7" fmla="*/ 30 h 56"/>
              <a:gd name="T8" fmla="*/ 89 w 481"/>
              <a:gd name="T9" fmla="*/ 30 h 56"/>
              <a:gd name="T10" fmla="*/ 89 w 481"/>
              <a:gd name="T11" fmla="*/ 30 h 56"/>
              <a:gd name="T12" fmla="*/ 89 w 481"/>
              <a:gd name="T13" fmla="*/ 30 h 56"/>
              <a:gd name="T14" fmla="*/ 88 w 481"/>
              <a:gd name="T15" fmla="*/ 30 h 56"/>
              <a:gd name="T16" fmla="*/ 88 w 481"/>
              <a:gd name="T17" fmla="*/ 30 h 56"/>
              <a:gd name="T18" fmla="*/ 88 w 481"/>
              <a:gd name="T19" fmla="*/ 30 h 56"/>
              <a:gd name="T20" fmla="*/ 88 w 481"/>
              <a:gd name="T21" fmla="*/ 30 h 56"/>
              <a:gd name="T22" fmla="*/ 88 w 481"/>
              <a:gd name="T23" fmla="*/ 30 h 56"/>
              <a:gd name="T24" fmla="*/ 88 w 481"/>
              <a:gd name="T25" fmla="*/ 30 h 56"/>
              <a:gd name="T26" fmla="*/ 88 w 481"/>
              <a:gd name="T27" fmla="*/ 30 h 56"/>
              <a:gd name="T28" fmla="*/ 88 w 481"/>
              <a:gd name="T29" fmla="*/ 30 h 56"/>
              <a:gd name="T30" fmla="*/ 88 w 481"/>
              <a:gd name="T31" fmla="*/ 30 h 56"/>
              <a:gd name="T32" fmla="*/ 88 w 481"/>
              <a:gd name="T33" fmla="*/ 30 h 56"/>
              <a:gd name="T34" fmla="*/ 87 w 481"/>
              <a:gd name="T35" fmla="*/ 30 h 56"/>
              <a:gd name="T36" fmla="*/ 87 w 481"/>
              <a:gd name="T37" fmla="*/ 30 h 56"/>
              <a:gd name="T38" fmla="*/ 87 w 481"/>
              <a:gd name="T39" fmla="*/ 30 h 56"/>
              <a:gd name="T40" fmla="*/ 87 w 481"/>
              <a:gd name="T41" fmla="*/ 30 h 56"/>
              <a:gd name="T42" fmla="*/ 87 w 481"/>
              <a:gd name="T43" fmla="*/ 30 h 56"/>
              <a:gd name="T44" fmla="*/ 87 w 481"/>
              <a:gd name="T45" fmla="*/ 30 h 56"/>
              <a:gd name="T46" fmla="*/ 87 w 481"/>
              <a:gd name="T47" fmla="*/ 30 h 56"/>
              <a:gd name="T48" fmla="*/ 87 w 481"/>
              <a:gd name="T49" fmla="*/ 30 h 56"/>
              <a:gd name="T50" fmla="*/ 0 w 481"/>
              <a:gd name="T51"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1" h="56">
                <a:moveTo>
                  <a:pt x="0" y="0"/>
                </a:moveTo>
                <a:cubicBezTo>
                  <a:pt x="26" y="34"/>
                  <a:pt x="68" y="56"/>
                  <a:pt x="114" y="56"/>
                </a:cubicBezTo>
                <a:cubicBezTo>
                  <a:pt x="481" y="56"/>
                  <a:pt x="481" y="56"/>
                  <a:pt x="481" y="56"/>
                </a:cubicBezTo>
                <a:cubicBezTo>
                  <a:pt x="481" y="30"/>
                  <a:pt x="481" y="30"/>
                  <a:pt x="481" y="30"/>
                </a:cubicBezTo>
                <a:cubicBezTo>
                  <a:pt x="89" y="30"/>
                  <a:pt x="89" y="30"/>
                  <a:pt x="89" y="30"/>
                </a:cubicBezTo>
                <a:cubicBezTo>
                  <a:pt x="89" y="30"/>
                  <a:pt x="89" y="30"/>
                  <a:pt x="89" y="30"/>
                </a:cubicBezTo>
                <a:cubicBezTo>
                  <a:pt x="89" y="30"/>
                  <a:pt x="89" y="30"/>
                  <a:pt x="89" y="30"/>
                </a:cubicBezTo>
                <a:cubicBezTo>
                  <a:pt x="89" y="30"/>
                  <a:pt x="88" y="30"/>
                  <a:pt x="88" y="30"/>
                </a:cubicBezTo>
                <a:cubicBezTo>
                  <a:pt x="88" y="30"/>
                  <a:pt x="88" y="30"/>
                  <a:pt x="88" y="30"/>
                </a:cubicBezTo>
                <a:cubicBezTo>
                  <a:pt x="88" y="30"/>
                  <a:pt x="88" y="30"/>
                  <a:pt x="88" y="30"/>
                </a:cubicBezTo>
                <a:cubicBezTo>
                  <a:pt x="88" y="30"/>
                  <a:pt x="88" y="30"/>
                  <a:pt x="88" y="30"/>
                </a:cubicBezTo>
                <a:cubicBezTo>
                  <a:pt x="88" y="30"/>
                  <a:pt x="88" y="30"/>
                  <a:pt x="88" y="30"/>
                </a:cubicBezTo>
                <a:cubicBezTo>
                  <a:pt x="88" y="30"/>
                  <a:pt x="88" y="30"/>
                  <a:pt x="88" y="30"/>
                </a:cubicBezTo>
                <a:cubicBezTo>
                  <a:pt x="88" y="30"/>
                  <a:pt x="88" y="30"/>
                  <a:pt x="88" y="30"/>
                </a:cubicBezTo>
                <a:cubicBezTo>
                  <a:pt x="88" y="30"/>
                  <a:pt x="88" y="30"/>
                  <a:pt x="88" y="30"/>
                </a:cubicBezTo>
                <a:cubicBezTo>
                  <a:pt x="88" y="30"/>
                  <a:pt x="88" y="30"/>
                  <a:pt x="88" y="30"/>
                </a:cubicBezTo>
                <a:cubicBezTo>
                  <a:pt x="88" y="30"/>
                  <a:pt x="88" y="30"/>
                  <a:pt x="88" y="30"/>
                </a:cubicBezTo>
                <a:cubicBezTo>
                  <a:pt x="88" y="30"/>
                  <a:pt x="87" y="30"/>
                  <a:pt x="87" y="30"/>
                </a:cubicBezTo>
                <a:cubicBezTo>
                  <a:pt x="87" y="30"/>
                  <a:pt x="87" y="30"/>
                  <a:pt x="87" y="30"/>
                </a:cubicBezTo>
                <a:cubicBezTo>
                  <a:pt x="87" y="30"/>
                  <a:pt x="87" y="30"/>
                  <a:pt x="87" y="30"/>
                </a:cubicBezTo>
                <a:cubicBezTo>
                  <a:pt x="87" y="30"/>
                  <a:pt x="87" y="30"/>
                  <a:pt x="87" y="30"/>
                </a:cubicBezTo>
                <a:cubicBezTo>
                  <a:pt x="87" y="30"/>
                  <a:pt x="87" y="30"/>
                  <a:pt x="87" y="30"/>
                </a:cubicBezTo>
                <a:cubicBezTo>
                  <a:pt x="87" y="30"/>
                  <a:pt x="87" y="30"/>
                  <a:pt x="87" y="30"/>
                </a:cubicBezTo>
                <a:cubicBezTo>
                  <a:pt x="87" y="30"/>
                  <a:pt x="87" y="30"/>
                  <a:pt x="87" y="30"/>
                </a:cubicBezTo>
                <a:cubicBezTo>
                  <a:pt x="87" y="30"/>
                  <a:pt x="87" y="30"/>
                  <a:pt x="87" y="30"/>
                </a:cubicBezTo>
                <a:cubicBezTo>
                  <a:pt x="54" y="30"/>
                  <a:pt x="24" y="18"/>
                  <a:pt x="0"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5" name="Freeform 42"/>
          <p:cNvSpPr>
            <a:spLocks noEditPoints="1"/>
          </p:cNvSpPr>
          <p:nvPr/>
        </p:nvSpPr>
        <p:spPr bwMode="auto">
          <a:xfrm>
            <a:off x="7178675" y="5643563"/>
            <a:ext cx="2116138" cy="249238"/>
          </a:xfrm>
          <a:custGeom>
            <a:avLst/>
            <a:gdLst>
              <a:gd name="T0" fmla="*/ 481 w 481"/>
              <a:gd name="T1" fmla="*/ 31 h 57"/>
              <a:gd name="T2" fmla="*/ 89 w 481"/>
              <a:gd name="T3" fmla="*/ 31 h 57"/>
              <a:gd name="T4" fmla="*/ 89 w 481"/>
              <a:gd name="T5" fmla="*/ 31 h 57"/>
              <a:gd name="T6" fmla="*/ 89 w 481"/>
              <a:gd name="T7" fmla="*/ 31 h 57"/>
              <a:gd name="T8" fmla="*/ 481 w 481"/>
              <a:gd name="T9" fmla="*/ 31 h 57"/>
              <a:gd name="T10" fmla="*/ 481 w 481"/>
              <a:gd name="T11" fmla="*/ 57 h 57"/>
              <a:gd name="T12" fmla="*/ 481 w 481"/>
              <a:gd name="T13" fmla="*/ 31 h 57"/>
              <a:gd name="T14" fmla="*/ 88 w 481"/>
              <a:gd name="T15" fmla="*/ 31 h 57"/>
              <a:gd name="T16" fmla="*/ 89 w 481"/>
              <a:gd name="T17" fmla="*/ 31 h 57"/>
              <a:gd name="T18" fmla="*/ 88 w 481"/>
              <a:gd name="T19" fmla="*/ 31 h 57"/>
              <a:gd name="T20" fmla="*/ 88 w 481"/>
              <a:gd name="T21" fmla="*/ 31 h 57"/>
              <a:gd name="T22" fmla="*/ 88 w 481"/>
              <a:gd name="T23" fmla="*/ 31 h 57"/>
              <a:gd name="T24" fmla="*/ 88 w 481"/>
              <a:gd name="T25" fmla="*/ 31 h 57"/>
              <a:gd name="T26" fmla="*/ 88 w 481"/>
              <a:gd name="T27" fmla="*/ 31 h 57"/>
              <a:gd name="T28" fmla="*/ 88 w 481"/>
              <a:gd name="T29" fmla="*/ 31 h 57"/>
              <a:gd name="T30" fmla="*/ 88 w 481"/>
              <a:gd name="T31" fmla="*/ 31 h 57"/>
              <a:gd name="T32" fmla="*/ 88 w 481"/>
              <a:gd name="T33" fmla="*/ 31 h 57"/>
              <a:gd name="T34" fmla="*/ 88 w 481"/>
              <a:gd name="T35" fmla="*/ 31 h 57"/>
              <a:gd name="T36" fmla="*/ 88 w 481"/>
              <a:gd name="T37" fmla="*/ 31 h 57"/>
              <a:gd name="T38" fmla="*/ 88 w 481"/>
              <a:gd name="T39" fmla="*/ 31 h 57"/>
              <a:gd name="T40" fmla="*/ 88 w 481"/>
              <a:gd name="T41" fmla="*/ 31 h 57"/>
              <a:gd name="T42" fmla="*/ 88 w 481"/>
              <a:gd name="T43" fmla="*/ 31 h 57"/>
              <a:gd name="T44" fmla="*/ 87 w 481"/>
              <a:gd name="T45" fmla="*/ 31 h 57"/>
              <a:gd name="T46" fmla="*/ 88 w 481"/>
              <a:gd name="T47" fmla="*/ 31 h 57"/>
              <a:gd name="T48" fmla="*/ 87 w 481"/>
              <a:gd name="T49" fmla="*/ 31 h 57"/>
              <a:gd name="T50" fmla="*/ 87 w 481"/>
              <a:gd name="T51" fmla="*/ 31 h 57"/>
              <a:gd name="T52" fmla="*/ 87 w 481"/>
              <a:gd name="T53" fmla="*/ 31 h 57"/>
              <a:gd name="T54" fmla="*/ 87 w 481"/>
              <a:gd name="T55" fmla="*/ 31 h 57"/>
              <a:gd name="T56" fmla="*/ 87 w 481"/>
              <a:gd name="T57" fmla="*/ 31 h 57"/>
              <a:gd name="T58" fmla="*/ 87 w 481"/>
              <a:gd name="T59" fmla="*/ 31 h 57"/>
              <a:gd name="T60" fmla="*/ 87 w 481"/>
              <a:gd name="T61" fmla="*/ 31 h 57"/>
              <a:gd name="T62" fmla="*/ 87 w 481"/>
              <a:gd name="T63" fmla="*/ 31 h 57"/>
              <a:gd name="T64" fmla="*/ 87 w 481"/>
              <a:gd name="T65" fmla="*/ 31 h 57"/>
              <a:gd name="T66" fmla="*/ 87 w 481"/>
              <a:gd name="T67" fmla="*/ 31 h 57"/>
              <a:gd name="T68" fmla="*/ 0 w 481"/>
              <a:gd name="T69" fmla="*/ 0 h 57"/>
              <a:gd name="T70" fmla="*/ 0 w 481"/>
              <a:gd name="T71" fmla="*/ 1 h 57"/>
              <a:gd name="T72" fmla="*/ 87 w 481"/>
              <a:gd name="T73" fmla="*/ 31 h 57"/>
              <a:gd name="T74" fmla="*/ 0 w 481"/>
              <a:gd name="T75"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81" h="57">
                <a:moveTo>
                  <a:pt x="481" y="31"/>
                </a:moveTo>
                <a:cubicBezTo>
                  <a:pt x="89" y="31"/>
                  <a:pt x="89" y="31"/>
                  <a:pt x="89" y="31"/>
                </a:cubicBezTo>
                <a:cubicBezTo>
                  <a:pt x="89" y="31"/>
                  <a:pt x="89" y="31"/>
                  <a:pt x="89" y="31"/>
                </a:cubicBezTo>
                <a:cubicBezTo>
                  <a:pt x="89" y="31"/>
                  <a:pt x="89" y="31"/>
                  <a:pt x="89" y="31"/>
                </a:cubicBezTo>
                <a:cubicBezTo>
                  <a:pt x="481" y="31"/>
                  <a:pt x="481" y="31"/>
                  <a:pt x="481" y="31"/>
                </a:cubicBezTo>
                <a:cubicBezTo>
                  <a:pt x="481" y="57"/>
                  <a:pt x="481" y="57"/>
                  <a:pt x="481" y="57"/>
                </a:cubicBezTo>
                <a:cubicBezTo>
                  <a:pt x="481" y="31"/>
                  <a:pt x="481" y="31"/>
                  <a:pt x="481" y="31"/>
                </a:cubicBezTo>
                <a:moveTo>
                  <a:pt x="88" y="31"/>
                </a:moveTo>
                <a:cubicBezTo>
                  <a:pt x="88" y="31"/>
                  <a:pt x="89" y="31"/>
                  <a:pt x="89" y="31"/>
                </a:cubicBezTo>
                <a:cubicBezTo>
                  <a:pt x="89" y="31"/>
                  <a:pt x="88" y="31"/>
                  <a:pt x="88" y="31"/>
                </a:cubicBezTo>
                <a:moveTo>
                  <a:pt x="88" y="31"/>
                </a:moveTo>
                <a:cubicBezTo>
                  <a:pt x="88" y="31"/>
                  <a:pt x="88" y="31"/>
                  <a:pt x="88" y="31"/>
                </a:cubicBezTo>
                <a:cubicBezTo>
                  <a:pt x="88" y="31"/>
                  <a:pt x="88" y="31"/>
                  <a:pt x="88" y="31"/>
                </a:cubicBezTo>
                <a:moveTo>
                  <a:pt x="88" y="31"/>
                </a:moveTo>
                <a:cubicBezTo>
                  <a:pt x="88" y="31"/>
                  <a:pt x="88" y="31"/>
                  <a:pt x="88" y="31"/>
                </a:cubicBezTo>
                <a:cubicBezTo>
                  <a:pt x="88" y="31"/>
                  <a:pt x="88" y="31"/>
                  <a:pt x="88" y="31"/>
                </a:cubicBezTo>
                <a:moveTo>
                  <a:pt x="88" y="31"/>
                </a:moveTo>
                <a:cubicBezTo>
                  <a:pt x="88" y="31"/>
                  <a:pt x="88" y="31"/>
                  <a:pt x="88" y="31"/>
                </a:cubicBezTo>
                <a:cubicBezTo>
                  <a:pt x="88" y="31"/>
                  <a:pt x="88" y="31"/>
                  <a:pt x="88" y="31"/>
                </a:cubicBezTo>
                <a:moveTo>
                  <a:pt x="88" y="31"/>
                </a:moveTo>
                <a:cubicBezTo>
                  <a:pt x="88" y="31"/>
                  <a:pt x="88" y="31"/>
                  <a:pt x="88" y="31"/>
                </a:cubicBezTo>
                <a:cubicBezTo>
                  <a:pt x="88" y="31"/>
                  <a:pt x="88" y="31"/>
                  <a:pt x="88" y="31"/>
                </a:cubicBezTo>
                <a:moveTo>
                  <a:pt x="87" y="31"/>
                </a:moveTo>
                <a:cubicBezTo>
                  <a:pt x="87" y="31"/>
                  <a:pt x="88" y="31"/>
                  <a:pt x="88" y="31"/>
                </a:cubicBezTo>
                <a:cubicBezTo>
                  <a:pt x="88" y="31"/>
                  <a:pt x="87" y="31"/>
                  <a:pt x="87" y="31"/>
                </a:cubicBezTo>
                <a:moveTo>
                  <a:pt x="87" y="31"/>
                </a:moveTo>
                <a:cubicBezTo>
                  <a:pt x="87" y="31"/>
                  <a:pt x="87" y="31"/>
                  <a:pt x="87" y="31"/>
                </a:cubicBezTo>
                <a:cubicBezTo>
                  <a:pt x="87" y="31"/>
                  <a:pt x="87" y="31"/>
                  <a:pt x="87" y="31"/>
                </a:cubicBezTo>
                <a:moveTo>
                  <a:pt x="87" y="31"/>
                </a:moveTo>
                <a:cubicBezTo>
                  <a:pt x="87" y="31"/>
                  <a:pt x="87" y="31"/>
                  <a:pt x="87" y="31"/>
                </a:cubicBezTo>
                <a:cubicBezTo>
                  <a:pt x="87" y="31"/>
                  <a:pt x="87" y="31"/>
                  <a:pt x="87" y="31"/>
                </a:cubicBezTo>
                <a:moveTo>
                  <a:pt x="87" y="31"/>
                </a:moveTo>
                <a:cubicBezTo>
                  <a:pt x="87" y="31"/>
                  <a:pt x="87" y="31"/>
                  <a:pt x="87" y="31"/>
                </a:cubicBezTo>
                <a:cubicBezTo>
                  <a:pt x="87" y="31"/>
                  <a:pt x="87" y="31"/>
                  <a:pt x="87" y="31"/>
                </a:cubicBezTo>
                <a:moveTo>
                  <a:pt x="0" y="0"/>
                </a:moveTo>
                <a:cubicBezTo>
                  <a:pt x="0" y="0"/>
                  <a:pt x="0" y="1"/>
                  <a:pt x="0" y="1"/>
                </a:cubicBezTo>
                <a:cubicBezTo>
                  <a:pt x="24" y="19"/>
                  <a:pt x="54" y="31"/>
                  <a:pt x="87" y="31"/>
                </a:cubicBezTo>
                <a:cubicBezTo>
                  <a:pt x="54" y="31"/>
                  <a:pt x="24" y="19"/>
                  <a:pt x="0" y="0"/>
                </a:cubicBezTo>
              </a:path>
            </a:pathLst>
          </a:custGeom>
          <a:solidFill>
            <a:srgbClr val="C5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6" name="Freeform 43"/>
          <p:cNvSpPr>
            <a:spLocks noEditPoints="1"/>
          </p:cNvSpPr>
          <p:nvPr/>
        </p:nvSpPr>
        <p:spPr bwMode="auto">
          <a:xfrm>
            <a:off x="10663238" y="2444750"/>
            <a:ext cx="509588" cy="457200"/>
          </a:xfrm>
          <a:custGeom>
            <a:avLst/>
            <a:gdLst>
              <a:gd name="T0" fmla="*/ 81 w 116"/>
              <a:gd name="T1" fmla="*/ 70 h 104"/>
              <a:gd name="T2" fmla="*/ 65 w 116"/>
              <a:gd name="T3" fmla="*/ 83 h 104"/>
              <a:gd name="T4" fmla="*/ 111 w 116"/>
              <a:gd name="T5" fmla="*/ 104 h 104"/>
              <a:gd name="T6" fmla="*/ 116 w 116"/>
              <a:gd name="T7" fmla="*/ 85 h 104"/>
              <a:gd name="T8" fmla="*/ 81 w 116"/>
              <a:gd name="T9" fmla="*/ 70 h 104"/>
              <a:gd name="T10" fmla="*/ 111 w 116"/>
              <a:gd name="T11" fmla="*/ 2 h 104"/>
              <a:gd name="T12" fmla="*/ 65 w 116"/>
              <a:gd name="T13" fmla="*/ 24 h 104"/>
              <a:gd name="T14" fmla="*/ 77 w 116"/>
              <a:gd name="T15" fmla="*/ 32 h 104"/>
              <a:gd name="T16" fmla="*/ 0 w 116"/>
              <a:gd name="T17" fmla="*/ 83 h 104"/>
              <a:gd name="T18" fmla="*/ 3 w 116"/>
              <a:gd name="T19" fmla="*/ 102 h 104"/>
              <a:gd name="T20" fmla="*/ 93 w 116"/>
              <a:gd name="T21" fmla="*/ 44 h 104"/>
              <a:gd name="T22" fmla="*/ 106 w 116"/>
              <a:gd name="T23" fmla="*/ 52 h 104"/>
              <a:gd name="T24" fmla="*/ 111 w 116"/>
              <a:gd name="T25" fmla="*/ 2 h 104"/>
              <a:gd name="T26" fmla="*/ 7 w 116"/>
              <a:gd name="T27" fmla="*/ 0 h 104"/>
              <a:gd name="T28" fmla="*/ 11 w 116"/>
              <a:gd name="T29" fmla="*/ 51 h 104"/>
              <a:gd name="T30" fmla="*/ 24 w 116"/>
              <a:gd name="T31" fmla="*/ 42 h 104"/>
              <a:gd name="T32" fmla="*/ 36 w 116"/>
              <a:gd name="T33" fmla="*/ 58 h 104"/>
              <a:gd name="T34" fmla="*/ 52 w 116"/>
              <a:gd name="T35" fmla="*/ 47 h 104"/>
              <a:gd name="T36" fmla="*/ 40 w 116"/>
              <a:gd name="T37" fmla="*/ 32 h 104"/>
              <a:gd name="T38" fmla="*/ 53 w 116"/>
              <a:gd name="T39" fmla="*/ 24 h 104"/>
              <a:gd name="T40" fmla="*/ 7 w 116"/>
              <a:gd name="T4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6" h="104">
                <a:moveTo>
                  <a:pt x="81" y="70"/>
                </a:moveTo>
                <a:cubicBezTo>
                  <a:pt x="76" y="75"/>
                  <a:pt x="70" y="79"/>
                  <a:pt x="65" y="83"/>
                </a:cubicBezTo>
                <a:cubicBezTo>
                  <a:pt x="88" y="99"/>
                  <a:pt x="110" y="104"/>
                  <a:pt x="111" y="104"/>
                </a:cubicBezTo>
                <a:cubicBezTo>
                  <a:pt x="116" y="85"/>
                  <a:pt x="116" y="85"/>
                  <a:pt x="116" y="85"/>
                </a:cubicBezTo>
                <a:cubicBezTo>
                  <a:pt x="115" y="85"/>
                  <a:pt x="100" y="81"/>
                  <a:pt x="81" y="70"/>
                </a:cubicBezTo>
                <a:moveTo>
                  <a:pt x="111" y="2"/>
                </a:moveTo>
                <a:cubicBezTo>
                  <a:pt x="65" y="24"/>
                  <a:pt x="65" y="24"/>
                  <a:pt x="65" y="24"/>
                </a:cubicBezTo>
                <a:cubicBezTo>
                  <a:pt x="77" y="32"/>
                  <a:pt x="77" y="32"/>
                  <a:pt x="77" y="32"/>
                </a:cubicBezTo>
                <a:cubicBezTo>
                  <a:pt x="49" y="72"/>
                  <a:pt x="0" y="83"/>
                  <a:pt x="0" y="83"/>
                </a:cubicBezTo>
                <a:cubicBezTo>
                  <a:pt x="3" y="102"/>
                  <a:pt x="3" y="102"/>
                  <a:pt x="3" y="102"/>
                </a:cubicBezTo>
                <a:cubicBezTo>
                  <a:pt x="6" y="102"/>
                  <a:pt x="60" y="90"/>
                  <a:pt x="93" y="44"/>
                </a:cubicBezTo>
                <a:cubicBezTo>
                  <a:pt x="106" y="52"/>
                  <a:pt x="106" y="52"/>
                  <a:pt x="106" y="52"/>
                </a:cubicBezTo>
                <a:cubicBezTo>
                  <a:pt x="111" y="2"/>
                  <a:pt x="111" y="2"/>
                  <a:pt x="111" y="2"/>
                </a:cubicBezTo>
                <a:moveTo>
                  <a:pt x="7" y="0"/>
                </a:moveTo>
                <a:cubicBezTo>
                  <a:pt x="11" y="51"/>
                  <a:pt x="11" y="51"/>
                  <a:pt x="11" y="51"/>
                </a:cubicBezTo>
                <a:cubicBezTo>
                  <a:pt x="24" y="42"/>
                  <a:pt x="24" y="42"/>
                  <a:pt x="24" y="42"/>
                </a:cubicBezTo>
                <a:cubicBezTo>
                  <a:pt x="28" y="48"/>
                  <a:pt x="32" y="54"/>
                  <a:pt x="36" y="58"/>
                </a:cubicBezTo>
                <a:cubicBezTo>
                  <a:pt x="41" y="55"/>
                  <a:pt x="47" y="51"/>
                  <a:pt x="52" y="47"/>
                </a:cubicBezTo>
                <a:cubicBezTo>
                  <a:pt x="48" y="42"/>
                  <a:pt x="44" y="37"/>
                  <a:pt x="40" y="32"/>
                </a:cubicBezTo>
                <a:cubicBezTo>
                  <a:pt x="53" y="24"/>
                  <a:pt x="53" y="24"/>
                  <a:pt x="53" y="24"/>
                </a:cubicBezTo>
                <a:cubicBezTo>
                  <a:pt x="7" y="0"/>
                  <a:pt x="7" y="0"/>
                  <a:pt x="7"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7" name="Freeform 44"/>
          <p:cNvSpPr>
            <a:spLocks noEditPoints="1"/>
          </p:cNvSpPr>
          <p:nvPr/>
        </p:nvSpPr>
        <p:spPr bwMode="auto">
          <a:xfrm>
            <a:off x="8634413" y="3333750"/>
            <a:ext cx="774700" cy="638175"/>
          </a:xfrm>
          <a:custGeom>
            <a:avLst/>
            <a:gdLst>
              <a:gd name="T0" fmla="*/ 115 w 176"/>
              <a:gd name="T1" fmla="*/ 44 h 145"/>
              <a:gd name="T2" fmla="*/ 93 w 176"/>
              <a:gd name="T3" fmla="*/ 38 h 145"/>
              <a:gd name="T4" fmla="*/ 73 w 176"/>
              <a:gd name="T5" fmla="*/ 18 h 145"/>
              <a:gd name="T6" fmla="*/ 54 w 176"/>
              <a:gd name="T7" fmla="*/ 30 h 145"/>
              <a:gd name="T8" fmla="*/ 26 w 176"/>
              <a:gd name="T9" fmla="*/ 30 h 145"/>
              <a:gd name="T10" fmla="*/ 20 w 176"/>
              <a:gd name="T11" fmla="*/ 52 h 145"/>
              <a:gd name="T12" fmla="*/ 0 w 176"/>
              <a:gd name="T13" fmla="*/ 72 h 145"/>
              <a:gd name="T14" fmla="*/ 12 w 176"/>
              <a:gd name="T15" fmla="*/ 92 h 145"/>
              <a:gd name="T16" fmla="*/ 12 w 176"/>
              <a:gd name="T17" fmla="*/ 120 h 145"/>
              <a:gd name="T18" fmla="*/ 34 w 176"/>
              <a:gd name="T19" fmla="*/ 125 h 145"/>
              <a:gd name="T20" fmla="*/ 54 w 176"/>
              <a:gd name="T21" fmla="*/ 145 h 145"/>
              <a:gd name="T22" fmla="*/ 73 w 176"/>
              <a:gd name="T23" fmla="*/ 134 h 145"/>
              <a:gd name="T24" fmla="*/ 101 w 176"/>
              <a:gd name="T25" fmla="*/ 134 h 145"/>
              <a:gd name="T26" fmla="*/ 107 w 176"/>
              <a:gd name="T27" fmla="*/ 111 h 145"/>
              <a:gd name="T28" fmla="*/ 127 w 176"/>
              <a:gd name="T29" fmla="*/ 92 h 145"/>
              <a:gd name="T30" fmla="*/ 115 w 176"/>
              <a:gd name="T31" fmla="*/ 72 h 145"/>
              <a:gd name="T32" fmla="*/ 63 w 176"/>
              <a:gd name="T33" fmla="*/ 122 h 145"/>
              <a:gd name="T34" fmla="*/ 63 w 176"/>
              <a:gd name="T35" fmla="*/ 42 h 145"/>
              <a:gd name="T36" fmla="*/ 63 w 176"/>
              <a:gd name="T37" fmla="*/ 122 h 145"/>
              <a:gd name="T38" fmla="*/ 176 w 176"/>
              <a:gd name="T39" fmla="*/ 26 h 145"/>
              <a:gd name="T40" fmla="*/ 166 w 176"/>
              <a:gd name="T41" fmla="*/ 17 h 145"/>
              <a:gd name="T42" fmla="*/ 163 w 176"/>
              <a:gd name="T43" fmla="*/ 6 h 145"/>
              <a:gd name="T44" fmla="*/ 150 w 176"/>
              <a:gd name="T45" fmla="*/ 6 h 145"/>
              <a:gd name="T46" fmla="*/ 140 w 176"/>
              <a:gd name="T47" fmla="*/ 0 h 145"/>
              <a:gd name="T48" fmla="*/ 131 w 176"/>
              <a:gd name="T49" fmla="*/ 10 h 145"/>
              <a:gd name="T50" fmla="*/ 120 w 176"/>
              <a:gd name="T51" fmla="*/ 13 h 145"/>
              <a:gd name="T52" fmla="*/ 120 w 176"/>
              <a:gd name="T53" fmla="*/ 26 h 145"/>
              <a:gd name="T54" fmla="*/ 115 w 176"/>
              <a:gd name="T55" fmla="*/ 36 h 145"/>
              <a:gd name="T56" fmla="*/ 124 w 176"/>
              <a:gd name="T57" fmla="*/ 45 h 145"/>
              <a:gd name="T58" fmla="*/ 127 w 176"/>
              <a:gd name="T59" fmla="*/ 56 h 145"/>
              <a:gd name="T60" fmla="*/ 140 w 176"/>
              <a:gd name="T61" fmla="*/ 56 h 145"/>
              <a:gd name="T62" fmla="*/ 150 w 176"/>
              <a:gd name="T63" fmla="*/ 61 h 145"/>
              <a:gd name="T64" fmla="*/ 159 w 176"/>
              <a:gd name="T65" fmla="*/ 52 h 145"/>
              <a:gd name="T66" fmla="*/ 170 w 176"/>
              <a:gd name="T67" fmla="*/ 49 h 145"/>
              <a:gd name="T68" fmla="*/ 170 w 176"/>
              <a:gd name="T69" fmla="*/ 36 h 145"/>
              <a:gd name="T70" fmla="*/ 145 w 176"/>
              <a:gd name="T71" fmla="*/ 47 h 145"/>
              <a:gd name="T72" fmla="*/ 145 w 176"/>
              <a:gd name="T73" fmla="*/ 15 h 145"/>
              <a:gd name="T74" fmla="*/ 145 w 176"/>
              <a:gd name="T75" fmla="*/ 47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6" h="145">
                <a:moveTo>
                  <a:pt x="107" y="52"/>
                </a:moveTo>
                <a:cubicBezTo>
                  <a:pt x="115" y="44"/>
                  <a:pt x="115" y="44"/>
                  <a:pt x="115" y="44"/>
                </a:cubicBezTo>
                <a:cubicBezTo>
                  <a:pt x="101" y="30"/>
                  <a:pt x="101" y="30"/>
                  <a:pt x="101" y="30"/>
                </a:cubicBezTo>
                <a:cubicBezTo>
                  <a:pt x="93" y="38"/>
                  <a:pt x="93" y="38"/>
                  <a:pt x="93" y="38"/>
                </a:cubicBezTo>
                <a:cubicBezTo>
                  <a:pt x="87" y="34"/>
                  <a:pt x="81" y="32"/>
                  <a:pt x="73" y="30"/>
                </a:cubicBezTo>
                <a:cubicBezTo>
                  <a:pt x="73" y="18"/>
                  <a:pt x="73" y="18"/>
                  <a:pt x="73" y="18"/>
                </a:cubicBezTo>
                <a:cubicBezTo>
                  <a:pt x="54" y="18"/>
                  <a:pt x="54" y="18"/>
                  <a:pt x="54" y="18"/>
                </a:cubicBezTo>
                <a:cubicBezTo>
                  <a:pt x="54" y="30"/>
                  <a:pt x="54" y="30"/>
                  <a:pt x="54" y="30"/>
                </a:cubicBezTo>
                <a:cubicBezTo>
                  <a:pt x="46" y="32"/>
                  <a:pt x="40" y="34"/>
                  <a:pt x="34" y="38"/>
                </a:cubicBezTo>
                <a:cubicBezTo>
                  <a:pt x="26" y="30"/>
                  <a:pt x="26" y="30"/>
                  <a:pt x="26" y="30"/>
                </a:cubicBezTo>
                <a:cubicBezTo>
                  <a:pt x="12" y="44"/>
                  <a:pt x="12" y="44"/>
                  <a:pt x="12" y="44"/>
                </a:cubicBezTo>
                <a:cubicBezTo>
                  <a:pt x="20" y="52"/>
                  <a:pt x="20" y="52"/>
                  <a:pt x="20" y="52"/>
                </a:cubicBezTo>
                <a:cubicBezTo>
                  <a:pt x="16" y="58"/>
                  <a:pt x="13" y="65"/>
                  <a:pt x="12" y="72"/>
                </a:cubicBezTo>
                <a:cubicBezTo>
                  <a:pt x="0" y="72"/>
                  <a:pt x="0" y="72"/>
                  <a:pt x="0" y="72"/>
                </a:cubicBezTo>
                <a:cubicBezTo>
                  <a:pt x="0" y="92"/>
                  <a:pt x="0" y="92"/>
                  <a:pt x="0" y="92"/>
                </a:cubicBezTo>
                <a:cubicBezTo>
                  <a:pt x="12" y="92"/>
                  <a:pt x="12" y="92"/>
                  <a:pt x="12" y="92"/>
                </a:cubicBezTo>
                <a:cubicBezTo>
                  <a:pt x="13" y="99"/>
                  <a:pt x="16" y="106"/>
                  <a:pt x="20" y="111"/>
                </a:cubicBezTo>
                <a:cubicBezTo>
                  <a:pt x="12" y="120"/>
                  <a:pt x="12" y="120"/>
                  <a:pt x="12" y="120"/>
                </a:cubicBezTo>
                <a:cubicBezTo>
                  <a:pt x="26" y="134"/>
                  <a:pt x="26" y="134"/>
                  <a:pt x="26" y="134"/>
                </a:cubicBezTo>
                <a:cubicBezTo>
                  <a:pt x="34" y="125"/>
                  <a:pt x="34" y="125"/>
                  <a:pt x="34" y="125"/>
                </a:cubicBezTo>
                <a:cubicBezTo>
                  <a:pt x="40" y="129"/>
                  <a:pt x="46" y="132"/>
                  <a:pt x="54" y="134"/>
                </a:cubicBezTo>
                <a:cubicBezTo>
                  <a:pt x="54" y="145"/>
                  <a:pt x="54" y="145"/>
                  <a:pt x="54" y="145"/>
                </a:cubicBezTo>
                <a:cubicBezTo>
                  <a:pt x="73" y="145"/>
                  <a:pt x="73" y="145"/>
                  <a:pt x="73" y="145"/>
                </a:cubicBezTo>
                <a:cubicBezTo>
                  <a:pt x="73" y="134"/>
                  <a:pt x="73" y="134"/>
                  <a:pt x="73" y="134"/>
                </a:cubicBezTo>
                <a:cubicBezTo>
                  <a:pt x="81" y="132"/>
                  <a:pt x="87" y="129"/>
                  <a:pt x="93" y="125"/>
                </a:cubicBezTo>
                <a:cubicBezTo>
                  <a:pt x="101" y="134"/>
                  <a:pt x="101" y="134"/>
                  <a:pt x="101" y="134"/>
                </a:cubicBezTo>
                <a:cubicBezTo>
                  <a:pt x="115" y="120"/>
                  <a:pt x="115" y="120"/>
                  <a:pt x="115" y="120"/>
                </a:cubicBezTo>
                <a:cubicBezTo>
                  <a:pt x="107" y="111"/>
                  <a:pt x="107" y="111"/>
                  <a:pt x="107" y="111"/>
                </a:cubicBezTo>
                <a:cubicBezTo>
                  <a:pt x="111" y="106"/>
                  <a:pt x="114" y="99"/>
                  <a:pt x="115" y="92"/>
                </a:cubicBezTo>
                <a:cubicBezTo>
                  <a:pt x="127" y="92"/>
                  <a:pt x="127" y="92"/>
                  <a:pt x="127" y="92"/>
                </a:cubicBezTo>
                <a:cubicBezTo>
                  <a:pt x="127" y="72"/>
                  <a:pt x="127" y="72"/>
                  <a:pt x="127" y="72"/>
                </a:cubicBezTo>
                <a:cubicBezTo>
                  <a:pt x="115" y="72"/>
                  <a:pt x="115" y="72"/>
                  <a:pt x="115" y="72"/>
                </a:cubicBezTo>
                <a:cubicBezTo>
                  <a:pt x="114" y="65"/>
                  <a:pt x="111" y="58"/>
                  <a:pt x="107" y="52"/>
                </a:cubicBezTo>
                <a:close/>
                <a:moveTo>
                  <a:pt x="63" y="122"/>
                </a:moveTo>
                <a:cubicBezTo>
                  <a:pt x="41" y="122"/>
                  <a:pt x="23" y="104"/>
                  <a:pt x="23" y="82"/>
                </a:cubicBezTo>
                <a:cubicBezTo>
                  <a:pt x="23" y="60"/>
                  <a:pt x="41" y="42"/>
                  <a:pt x="63" y="42"/>
                </a:cubicBezTo>
                <a:cubicBezTo>
                  <a:pt x="86" y="42"/>
                  <a:pt x="104" y="60"/>
                  <a:pt x="104" y="82"/>
                </a:cubicBezTo>
                <a:cubicBezTo>
                  <a:pt x="104" y="104"/>
                  <a:pt x="86" y="122"/>
                  <a:pt x="63" y="122"/>
                </a:cubicBezTo>
                <a:close/>
                <a:moveTo>
                  <a:pt x="176" y="36"/>
                </a:moveTo>
                <a:cubicBezTo>
                  <a:pt x="176" y="26"/>
                  <a:pt x="176" y="26"/>
                  <a:pt x="176" y="26"/>
                </a:cubicBezTo>
                <a:cubicBezTo>
                  <a:pt x="170" y="26"/>
                  <a:pt x="170" y="26"/>
                  <a:pt x="170" y="26"/>
                </a:cubicBezTo>
                <a:cubicBezTo>
                  <a:pt x="169" y="23"/>
                  <a:pt x="168" y="20"/>
                  <a:pt x="166" y="17"/>
                </a:cubicBezTo>
                <a:cubicBezTo>
                  <a:pt x="170" y="13"/>
                  <a:pt x="170" y="13"/>
                  <a:pt x="170" y="13"/>
                </a:cubicBezTo>
                <a:cubicBezTo>
                  <a:pt x="163" y="6"/>
                  <a:pt x="163" y="6"/>
                  <a:pt x="163" y="6"/>
                </a:cubicBezTo>
                <a:cubicBezTo>
                  <a:pt x="159" y="10"/>
                  <a:pt x="159" y="10"/>
                  <a:pt x="159" y="10"/>
                </a:cubicBezTo>
                <a:cubicBezTo>
                  <a:pt x="157" y="8"/>
                  <a:pt x="153" y="7"/>
                  <a:pt x="150" y="6"/>
                </a:cubicBezTo>
                <a:cubicBezTo>
                  <a:pt x="150" y="0"/>
                  <a:pt x="150" y="0"/>
                  <a:pt x="150" y="0"/>
                </a:cubicBezTo>
                <a:cubicBezTo>
                  <a:pt x="140" y="0"/>
                  <a:pt x="140" y="0"/>
                  <a:pt x="140" y="0"/>
                </a:cubicBezTo>
                <a:cubicBezTo>
                  <a:pt x="140" y="6"/>
                  <a:pt x="140" y="6"/>
                  <a:pt x="140" y="6"/>
                </a:cubicBezTo>
                <a:cubicBezTo>
                  <a:pt x="137" y="7"/>
                  <a:pt x="134" y="8"/>
                  <a:pt x="131" y="10"/>
                </a:cubicBezTo>
                <a:cubicBezTo>
                  <a:pt x="127" y="6"/>
                  <a:pt x="127" y="6"/>
                  <a:pt x="127" y="6"/>
                </a:cubicBezTo>
                <a:cubicBezTo>
                  <a:pt x="120" y="13"/>
                  <a:pt x="120" y="13"/>
                  <a:pt x="120" y="13"/>
                </a:cubicBezTo>
                <a:cubicBezTo>
                  <a:pt x="124" y="17"/>
                  <a:pt x="124" y="17"/>
                  <a:pt x="124" y="17"/>
                </a:cubicBezTo>
                <a:cubicBezTo>
                  <a:pt x="122" y="20"/>
                  <a:pt x="121" y="23"/>
                  <a:pt x="120" y="26"/>
                </a:cubicBezTo>
                <a:cubicBezTo>
                  <a:pt x="115" y="26"/>
                  <a:pt x="115" y="26"/>
                  <a:pt x="115" y="26"/>
                </a:cubicBezTo>
                <a:cubicBezTo>
                  <a:pt x="115" y="36"/>
                  <a:pt x="115" y="36"/>
                  <a:pt x="115" y="36"/>
                </a:cubicBezTo>
                <a:cubicBezTo>
                  <a:pt x="120" y="36"/>
                  <a:pt x="120" y="36"/>
                  <a:pt x="120" y="36"/>
                </a:cubicBezTo>
                <a:cubicBezTo>
                  <a:pt x="121" y="39"/>
                  <a:pt x="122" y="42"/>
                  <a:pt x="124" y="45"/>
                </a:cubicBezTo>
                <a:cubicBezTo>
                  <a:pt x="120" y="49"/>
                  <a:pt x="120" y="49"/>
                  <a:pt x="120" y="49"/>
                </a:cubicBezTo>
                <a:cubicBezTo>
                  <a:pt x="127" y="56"/>
                  <a:pt x="127" y="56"/>
                  <a:pt x="127" y="56"/>
                </a:cubicBezTo>
                <a:cubicBezTo>
                  <a:pt x="131" y="52"/>
                  <a:pt x="131" y="52"/>
                  <a:pt x="131" y="52"/>
                </a:cubicBezTo>
                <a:cubicBezTo>
                  <a:pt x="134" y="54"/>
                  <a:pt x="137" y="55"/>
                  <a:pt x="140" y="56"/>
                </a:cubicBezTo>
                <a:cubicBezTo>
                  <a:pt x="140" y="61"/>
                  <a:pt x="140" y="61"/>
                  <a:pt x="140" y="61"/>
                </a:cubicBezTo>
                <a:cubicBezTo>
                  <a:pt x="150" y="61"/>
                  <a:pt x="150" y="61"/>
                  <a:pt x="150" y="61"/>
                </a:cubicBezTo>
                <a:cubicBezTo>
                  <a:pt x="150" y="56"/>
                  <a:pt x="150" y="56"/>
                  <a:pt x="150" y="56"/>
                </a:cubicBezTo>
                <a:cubicBezTo>
                  <a:pt x="153" y="55"/>
                  <a:pt x="157" y="54"/>
                  <a:pt x="159" y="52"/>
                </a:cubicBezTo>
                <a:cubicBezTo>
                  <a:pt x="163" y="56"/>
                  <a:pt x="163" y="56"/>
                  <a:pt x="163" y="56"/>
                </a:cubicBezTo>
                <a:cubicBezTo>
                  <a:pt x="170" y="49"/>
                  <a:pt x="170" y="49"/>
                  <a:pt x="170" y="49"/>
                </a:cubicBezTo>
                <a:cubicBezTo>
                  <a:pt x="166" y="45"/>
                  <a:pt x="166" y="45"/>
                  <a:pt x="166" y="45"/>
                </a:cubicBezTo>
                <a:cubicBezTo>
                  <a:pt x="168" y="42"/>
                  <a:pt x="169" y="39"/>
                  <a:pt x="170" y="36"/>
                </a:cubicBezTo>
                <a:lnTo>
                  <a:pt x="176" y="36"/>
                </a:lnTo>
                <a:close/>
                <a:moveTo>
                  <a:pt x="145" y="47"/>
                </a:moveTo>
                <a:cubicBezTo>
                  <a:pt x="136" y="47"/>
                  <a:pt x="129" y="40"/>
                  <a:pt x="129" y="31"/>
                </a:cubicBezTo>
                <a:cubicBezTo>
                  <a:pt x="129" y="22"/>
                  <a:pt x="136" y="15"/>
                  <a:pt x="145" y="15"/>
                </a:cubicBezTo>
                <a:cubicBezTo>
                  <a:pt x="154" y="15"/>
                  <a:pt x="161" y="22"/>
                  <a:pt x="161" y="31"/>
                </a:cubicBezTo>
                <a:cubicBezTo>
                  <a:pt x="161" y="40"/>
                  <a:pt x="154" y="47"/>
                  <a:pt x="145" y="4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 name="Freeform 45"/>
          <p:cNvSpPr>
            <a:spLocks noEditPoints="1"/>
          </p:cNvSpPr>
          <p:nvPr/>
        </p:nvSpPr>
        <p:spPr bwMode="auto">
          <a:xfrm>
            <a:off x="9550400" y="5378450"/>
            <a:ext cx="962025" cy="493713"/>
          </a:xfrm>
          <a:custGeom>
            <a:avLst/>
            <a:gdLst>
              <a:gd name="T0" fmla="*/ 29 w 219"/>
              <a:gd name="T1" fmla="*/ 43 h 112"/>
              <a:gd name="T2" fmla="*/ 19 w 219"/>
              <a:gd name="T3" fmla="*/ 54 h 112"/>
              <a:gd name="T4" fmla="*/ 23 w 219"/>
              <a:gd name="T5" fmla="*/ 62 h 112"/>
              <a:gd name="T6" fmla="*/ 4 w 219"/>
              <a:gd name="T7" fmla="*/ 91 h 112"/>
              <a:gd name="T8" fmla="*/ 6 w 219"/>
              <a:gd name="T9" fmla="*/ 92 h 112"/>
              <a:gd name="T10" fmla="*/ 18 w 219"/>
              <a:gd name="T11" fmla="*/ 81 h 112"/>
              <a:gd name="T12" fmla="*/ 12 w 219"/>
              <a:gd name="T13" fmla="*/ 112 h 112"/>
              <a:gd name="T14" fmla="*/ 22 w 219"/>
              <a:gd name="T15" fmla="*/ 112 h 112"/>
              <a:gd name="T16" fmla="*/ 29 w 219"/>
              <a:gd name="T17" fmla="*/ 99 h 112"/>
              <a:gd name="T18" fmla="*/ 36 w 219"/>
              <a:gd name="T19" fmla="*/ 112 h 112"/>
              <a:gd name="T20" fmla="*/ 46 w 219"/>
              <a:gd name="T21" fmla="*/ 112 h 112"/>
              <a:gd name="T22" fmla="*/ 41 w 219"/>
              <a:gd name="T23" fmla="*/ 81 h 112"/>
              <a:gd name="T24" fmla="*/ 52 w 219"/>
              <a:gd name="T25" fmla="*/ 92 h 112"/>
              <a:gd name="T26" fmla="*/ 55 w 219"/>
              <a:gd name="T27" fmla="*/ 91 h 112"/>
              <a:gd name="T28" fmla="*/ 36 w 219"/>
              <a:gd name="T29" fmla="*/ 62 h 112"/>
              <a:gd name="T30" fmla="*/ 40 w 219"/>
              <a:gd name="T31" fmla="*/ 54 h 112"/>
              <a:gd name="T32" fmla="*/ 29 w 219"/>
              <a:gd name="T33" fmla="*/ 43 h 112"/>
              <a:gd name="T34" fmla="*/ 189 w 219"/>
              <a:gd name="T35" fmla="*/ 43 h 112"/>
              <a:gd name="T36" fmla="*/ 179 w 219"/>
              <a:gd name="T37" fmla="*/ 54 h 112"/>
              <a:gd name="T38" fmla="*/ 183 w 219"/>
              <a:gd name="T39" fmla="*/ 62 h 112"/>
              <a:gd name="T40" fmla="*/ 164 w 219"/>
              <a:gd name="T41" fmla="*/ 91 h 112"/>
              <a:gd name="T42" fmla="*/ 166 w 219"/>
              <a:gd name="T43" fmla="*/ 92 h 112"/>
              <a:gd name="T44" fmla="*/ 178 w 219"/>
              <a:gd name="T45" fmla="*/ 81 h 112"/>
              <a:gd name="T46" fmla="*/ 172 w 219"/>
              <a:gd name="T47" fmla="*/ 112 h 112"/>
              <a:gd name="T48" fmla="*/ 182 w 219"/>
              <a:gd name="T49" fmla="*/ 112 h 112"/>
              <a:gd name="T50" fmla="*/ 189 w 219"/>
              <a:gd name="T51" fmla="*/ 99 h 112"/>
              <a:gd name="T52" fmla="*/ 197 w 219"/>
              <a:gd name="T53" fmla="*/ 112 h 112"/>
              <a:gd name="T54" fmla="*/ 206 w 219"/>
              <a:gd name="T55" fmla="*/ 112 h 112"/>
              <a:gd name="T56" fmla="*/ 201 w 219"/>
              <a:gd name="T57" fmla="*/ 81 h 112"/>
              <a:gd name="T58" fmla="*/ 213 w 219"/>
              <a:gd name="T59" fmla="*/ 92 h 112"/>
              <a:gd name="T60" fmla="*/ 215 w 219"/>
              <a:gd name="T61" fmla="*/ 91 h 112"/>
              <a:gd name="T62" fmla="*/ 196 w 219"/>
              <a:gd name="T63" fmla="*/ 62 h 112"/>
              <a:gd name="T64" fmla="*/ 200 w 219"/>
              <a:gd name="T65" fmla="*/ 54 h 112"/>
              <a:gd name="T66" fmla="*/ 189 w 219"/>
              <a:gd name="T67" fmla="*/ 43 h 112"/>
              <a:gd name="T68" fmla="*/ 111 w 219"/>
              <a:gd name="T69" fmla="*/ 0 h 112"/>
              <a:gd name="T70" fmla="*/ 94 w 219"/>
              <a:gd name="T71" fmla="*/ 17 h 112"/>
              <a:gd name="T72" fmla="*/ 100 w 219"/>
              <a:gd name="T73" fmla="*/ 31 h 112"/>
              <a:gd name="T74" fmla="*/ 70 w 219"/>
              <a:gd name="T75" fmla="*/ 78 h 112"/>
              <a:gd name="T76" fmla="*/ 73 w 219"/>
              <a:gd name="T77" fmla="*/ 80 h 112"/>
              <a:gd name="T78" fmla="*/ 92 w 219"/>
              <a:gd name="T79" fmla="*/ 62 h 112"/>
              <a:gd name="T80" fmla="*/ 84 w 219"/>
              <a:gd name="T81" fmla="*/ 112 h 112"/>
              <a:gd name="T82" fmla="*/ 99 w 219"/>
              <a:gd name="T83" fmla="*/ 112 h 112"/>
              <a:gd name="T84" fmla="*/ 111 w 219"/>
              <a:gd name="T85" fmla="*/ 91 h 112"/>
              <a:gd name="T86" fmla="*/ 123 w 219"/>
              <a:gd name="T87" fmla="*/ 112 h 112"/>
              <a:gd name="T88" fmla="*/ 139 w 219"/>
              <a:gd name="T89" fmla="*/ 112 h 112"/>
              <a:gd name="T90" fmla="*/ 130 w 219"/>
              <a:gd name="T91" fmla="*/ 62 h 112"/>
              <a:gd name="T92" fmla="*/ 149 w 219"/>
              <a:gd name="T93" fmla="*/ 80 h 112"/>
              <a:gd name="T94" fmla="*/ 153 w 219"/>
              <a:gd name="T95" fmla="*/ 78 h 112"/>
              <a:gd name="T96" fmla="*/ 122 w 219"/>
              <a:gd name="T97" fmla="*/ 31 h 112"/>
              <a:gd name="T98" fmla="*/ 128 w 219"/>
              <a:gd name="T99" fmla="*/ 17 h 112"/>
              <a:gd name="T100" fmla="*/ 111 w 219"/>
              <a:gd name="T101"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19" h="112">
                <a:moveTo>
                  <a:pt x="29" y="43"/>
                </a:moveTo>
                <a:cubicBezTo>
                  <a:pt x="23" y="43"/>
                  <a:pt x="19" y="48"/>
                  <a:pt x="19" y="54"/>
                </a:cubicBezTo>
                <a:cubicBezTo>
                  <a:pt x="19" y="57"/>
                  <a:pt x="20" y="60"/>
                  <a:pt x="23" y="62"/>
                </a:cubicBezTo>
                <a:cubicBezTo>
                  <a:pt x="12" y="66"/>
                  <a:pt x="0" y="87"/>
                  <a:pt x="4" y="91"/>
                </a:cubicBezTo>
                <a:cubicBezTo>
                  <a:pt x="4" y="92"/>
                  <a:pt x="5" y="92"/>
                  <a:pt x="6" y="92"/>
                </a:cubicBezTo>
                <a:cubicBezTo>
                  <a:pt x="9" y="92"/>
                  <a:pt x="14" y="87"/>
                  <a:pt x="18" y="81"/>
                </a:cubicBezTo>
                <a:cubicBezTo>
                  <a:pt x="15" y="91"/>
                  <a:pt x="13" y="102"/>
                  <a:pt x="12" y="112"/>
                </a:cubicBezTo>
                <a:cubicBezTo>
                  <a:pt x="22" y="112"/>
                  <a:pt x="22" y="112"/>
                  <a:pt x="22" y="112"/>
                </a:cubicBezTo>
                <a:cubicBezTo>
                  <a:pt x="22" y="106"/>
                  <a:pt x="25" y="99"/>
                  <a:pt x="29" y="99"/>
                </a:cubicBezTo>
                <a:cubicBezTo>
                  <a:pt x="33" y="99"/>
                  <a:pt x="36" y="106"/>
                  <a:pt x="36" y="112"/>
                </a:cubicBezTo>
                <a:cubicBezTo>
                  <a:pt x="46" y="112"/>
                  <a:pt x="46" y="112"/>
                  <a:pt x="46" y="112"/>
                </a:cubicBezTo>
                <a:cubicBezTo>
                  <a:pt x="45" y="102"/>
                  <a:pt x="43" y="91"/>
                  <a:pt x="41" y="81"/>
                </a:cubicBezTo>
                <a:cubicBezTo>
                  <a:pt x="44" y="87"/>
                  <a:pt x="49" y="92"/>
                  <a:pt x="52" y="92"/>
                </a:cubicBezTo>
                <a:cubicBezTo>
                  <a:pt x="53" y="92"/>
                  <a:pt x="54" y="92"/>
                  <a:pt x="55" y="91"/>
                </a:cubicBezTo>
                <a:cubicBezTo>
                  <a:pt x="59" y="87"/>
                  <a:pt x="47" y="66"/>
                  <a:pt x="36" y="62"/>
                </a:cubicBezTo>
                <a:cubicBezTo>
                  <a:pt x="38" y="60"/>
                  <a:pt x="40" y="57"/>
                  <a:pt x="40" y="54"/>
                </a:cubicBezTo>
                <a:cubicBezTo>
                  <a:pt x="40" y="48"/>
                  <a:pt x="35" y="43"/>
                  <a:pt x="29" y="43"/>
                </a:cubicBezTo>
                <a:moveTo>
                  <a:pt x="189" y="43"/>
                </a:moveTo>
                <a:cubicBezTo>
                  <a:pt x="184" y="43"/>
                  <a:pt x="179" y="48"/>
                  <a:pt x="179" y="54"/>
                </a:cubicBezTo>
                <a:cubicBezTo>
                  <a:pt x="179" y="57"/>
                  <a:pt x="180" y="60"/>
                  <a:pt x="183" y="62"/>
                </a:cubicBezTo>
                <a:cubicBezTo>
                  <a:pt x="172" y="66"/>
                  <a:pt x="160" y="87"/>
                  <a:pt x="164" y="91"/>
                </a:cubicBezTo>
                <a:cubicBezTo>
                  <a:pt x="165" y="92"/>
                  <a:pt x="165" y="92"/>
                  <a:pt x="166" y="92"/>
                </a:cubicBezTo>
                <a:cubicBezTo>
                  <a:pt x="170" y="92"/>
                  <a:pt x="174" y="87"/>
                  <a:pt x="178" y="81"/>
                </a:cubicBezTo>
                <a:cubicBezTo>
                  <a:pt x="175" y="91"/>
                  <a:pt x="173" y="102"/>
                  <a:pt x="172" y="112"/>
                </a:cubicBezTo>
                <a:cubicBezTo>
                  <a:pt x="182" y="112"/>
                  <a:pt x="182" y="112"/>
                  <a:pt x="182" y="112"/>
                </a:cubicBezTo>
                <a:cubicBezTo>
                  <a:pt x="182" y="106"/>
                  <a:pt x="186" y="99"/>
                  <a:pt x="189" y="99"/>
                </a:cubicBezTo>
                <a:cubicBezTo>
                  <a:pt x="193" y="99"/>
                  <a:pt x="196" y="106"/>
                  <a:pt x="197" y="112"/>
                </a:cubicBezTo>
                <a:cubicBezTo>
                  <a:pt x="206" y="112"/>
                  <a:pt x="206" y="112"/>
                  <a:pt x="206" y="112"/>
                </a:cubicBezTo>
                <a:cubicBezTo>
                  <a:pt x="205" y="102"/>
                  <a:pt x="203" y="91"/>
                  <a:pt x="201" y="81"/>
                </a:cubicBezTo>
                <a:cubicBezTo>
                  <a:pt x="205" y="87"/>
                  <a:pt x="209" y="92"/>
                  <a:pt x="213" y="92"/>
                </a:cubicBezTo>
                <a:cubicBezTo>
                  <a:pt x="213" y="92"/>
                  <a:pt x="214" y="92"/>
                  <a:pt x="215" y="91"/>
                </a:cubicBezTo>
                <a:cubicBezTo>
                  <a:pt x="219" y="87"/>
                  <a:pt x="207" y="66"/>
                  <a:pt x="196" y="62"/>
                </a:cubicBezTo>
                <a:cubicBezTo>
                  <a:pt x="198" y="60"/>
                  <a:pt x="200" y="57"/>
                  <a:pt x="200" y="54"/>
                </a:cubicBezTo>
                <a:cubicBezTo>
                  <a:pt x="200" y="48"/>
                  <a:pt x="195" y="43"/>
                  <a:pt x="189" y="43"/>
                </a:cubicBezTo>
                <a:moveTo>
                  <a:pt x="111" y="0"/>
                </a:moveTo>
                <a:cubicBezTo>
                  <a:pt x="102" y="0"/>
                  <a:pt x="94" y="8"/>
                  <a:pt x="94" y="17"/>
                </a:cubicBezTo>
                <a:cubicBezTo>
                  <a:pt x="94" y="23"/>
                  <a:pt x="96" y="28"/>
                  <a:pt x="100" y="31"/>
                </a:cubicBezTo>
                <a:cubicBezTo>
                  <a:pt x="83" y="37"/>
                  <a:pt x="63" y="72"/>
                  <a:pt x="70" y="78"/>
                </a:cubicBezTo>
                <a:cubicBezTo>
                  <a:pt x="71" y="79"/>
                  <a:pt x="72" y="80"/>
                  <a:pt x="73" y="80"/>
                </a:cubicBezTo>
                <a:cubicBezTo>
                  <a:pt x="79" y="80"/>
                  <a:pt x="86" y="71"/>
                  <a:pt x="92" y="62"/>
                </a:cubicBezTo>
                <a:cubicBezTo>
                  <a:pt x="88" y="78"/>
                  <a:pt x="85" y="96"/>
                  <a:pt x="84" y="112"/>
                </a:cubicBezTo>
                <a:cubicBezTo>
                  <a:pt x="99" y="112"/>
                  <a:pt x="99" y="112"/>
                  <a:pt x="99" y="112"/>
                </a:cubicBezTo>
                <a:cubicBezTo>
                  <a:pt x="100" y="103"/>
                  <a:pt x="105" y="91"/>
                  <a:pt x="111" y="91"/>
                </a:cubicBezTo>
                <a:cubicBezTo>
                  <a:pt x="117" y="91"/>
                  <a:pt x="123" y="103"/>
                  <a:pt x="123" y="112"/>
                </a:cubicBezTo>
                <a:cubicBezTo>
                  <a:pt x="139" y="112"/>
                  <a:pt x="139" y="112"/>
                  <a:pt x="139" y="112"/>
                </a:cubicBezTo>
                <a:cubicBezTo>
                  <a:pt x="137" y="96"/>
                  <a:pt x="134" y="78"/>
                  <a:pt x="130" y="62"/>
                </a:cubicBezTo>
                <a:cubicBezTo>
                  <a:pt x="136" y="71"/>
                  <a:pt x="143" y="80"/>
                  <a:pt x="149" y="80"/>
                </a:cubicBezTo>
                <a:cubicBezTo>
                  <a:pt x="150" y="80"/>
                  <a:pt x="152" y="79"/>
                  <a:pt x="153" y="78"/>
                </a:cubicBezTo>
                <a:cubicBezTo>
                  <a:pt x="159" y="72"/>
                  <a:pt x="140" y="37"/>
                  <a:pt x="122" y="31"/>
                </a:cubicBezTo>
                <a:cubicBezTo>
                  <a:pt x="126" y="28"/>
                  <a:pt x="128" y="23"/>
                  <a:pt x="128" y="17"/>
                </a:cubicBezTo>
                <a:cubicBezTo>
                  <a:pt x="128" y="8"/>
                  <a:pt x="121" y="0"/>
                  <a:pt x="111"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 name="Freeform 46"/>
          <p:cNvSpPr>
            <a:spLocks noEditPoints="1"/>
          </p:cNvSpPr>
          <p:nvPr/>
        </p:nvSpPr>
        <p:spPr bwMode="auto">
          <a:xfrm>
            <a:off x="8137525" y="1354138"/>
            <a:ext cx="677863" cy="676275"/>
          </a:xfrm>
          <a:custGeom>
            <a:avLst/>
            <a:gdLst>
              <a:gd name="T0" fmla="*/ 69 w 154"/>
              <a:gd name="T1" fmla="*/ 142 h 154"/>
              <a:gd name="T2" fmla="*/ 85 w 154"/>
              <a:gd name="T3" fmla="*/ 142 h 154"/>
              <a:gd name="T4" fmla="*/ 23 w 154"/>
              <a:gd name="T5" fmla="*/ 131 h 154"/>
              <a:gd name="T6" fmla="*/ 25 w 154"/>
              <a:gd name="T7" fmla="*/ 117 h 154"/>
              <a:gd name="T8" fmla="*/ 117 w 154"/>
              <a:gd name="T9" fmla="*/ 129 h 154"/>
              <a:gd name="T10" fmla="*/ 128 w 154"/>
              <a:gd name="T11" fmla="*/ 117 h 154"/>
              <a:gd name="T12" fmla="*/ 0 w 154"/>
              <a:gd name="T13" fmla="*/ 77 h 154"/>
              <a:gd name="T14" fmla="*/ 12 w 154"/>
              <a:gd name="T15" fmla="*/ 69 h 154"/>
              <a:gd name="T16" fmla="*/ 142 w 154"/>
              <a:gd name="T17" fmla="*/ 85 h 154"/>
              <a:gd name="T18" fmla="*/ 142 w 154"/>
              <a:gd name="T19" fmla="*/ 69 h 154"/>
              <a:gd name="T20" fmla="*/ 73 w 154"/>
              <a:gd name="T21" fmla="*/ 34 h 154"/>
              <a:gd name="T22" fmla="*/ 56 w 154"/>
              <a:gd name="T23" fmla="*/ 57 h 154"/>
              <a:gd name="T24" fmla="*/ 69 w 154"/>
              <a:gd name="T25" fmla="*/ 76 h 154"/>
              <a:gd name="T26" fmla="*/ 81 w 154"/>
              <a:gd name="T27" fmla="*/ 92 h 154"/>
              <a:gd name="T28" fmla="*/ 81 w 154"/>
              <a:gd name="T29" fmla="*/ 95 h 154"/>
              <a:gd name="T30" fmla="*/ 71 w 154"/>
              <a:gd name="T31" fmla="*/ 91 h 154"/>
              <a:gd name="T32" fmla="*/ 71 w 154"/>
              <a:gd name="T33" fmla="*/ 86 h 154"/>
              <a:gd name="T34" fmla="*/ 72 w 154"/>
              <a:gd name="T35" fmla="*/ 82 h 154"/>
              <a:gd name="T36" fmla="*/ 56 w 154"/>
              <a:gd name="T37" fmla="*/ 84 h 154"/>
              <a:gd name="T38" fmla="*/ 56 w 154"/>
              <a:gd name="T39" fmla="*/ 90 h 154"/>
              <a:gd name="T40" fmla="*/ 60 w 154"/>
              <a:gd name="T41" fmla="*/ 104 h 154"/>
              <a:gd name="T42" fmla="*/ 73 w 154"/>
              <a:gd name="T43" fmla="*/ 118 h 154"/>
              <a:gd name="T44" fmla="*/ 80 w 154"/>
              <a:gd name="T45" fmla="*/ 108 h 154"/>
              <a:gd name="T46" fmla="*/ 98 w 154"/>
              <a:gd name="T47" fmla="*/ 93 h 154"/>
              <a:gd name="T48" fmla="*/ 85 w 154"/>
              <a:gd name="T49" fmla="*/ 74 h 154"/>
              <a:gd name="T50" fmla="*/ 73 w 154"/>
              <a:gd name="T51" fmla="*/ 57 h 154"/>
              <a:gd name="T52" fmla="*/ 81 w 154"/>
              <a:gd name="T53" fmla="*/ 51 h 154"/>
              <a:gd name="T54" fmla="*/ 82 w 154"/>
              <a:gd name="T55" fmla="*/ 68 h 154"/>
              <a:gd name="T56" fmla="*/ 98 w 154"/>
              <a:gd name="T57" fmla="*/ 66 h 154"/>
              <a:gd name="T58" fmla="*/ 98 w 154"/>
              <a:gd name="T59" fmla="*/ 60 h 154"/>
              <a:gd name="T60" fmla="*/ 93 w 154"/>
              <a:gd name="T61" fmla="*/ 46 h 154"/>
              <a:gd name="T62" fmla="*/ 80 w 154"/>
              <a:gd name="T63" fmla="*/ 34 h 154"/>
              <a:gd name="T64" fmla="*/ 25 w 154"/>
              <a:gd name="T65" fmla="*/ 37 h 154"/>
              <a:gd name="T66" fmla="*/ 23 w 154"/>
              <a:gd name="T67" fmla="*/ 23 h 154"/>
              <a:gd name="T68" fmla="*/ 117 w 154"/>
              <a:gd name="T69" fmla="*/ 26 h 154"/>
              <a:gd name="T70" fmla="*/ 131 w 154"/>
              <a:gd name="T71" fmla="*/ 23 h 154"/>
              <a:gd name="T72" fmla="*/ 31 w 154"/>
              <a:gd name="T73" fmla="*/ 77 h 154"/>
              <a:gd name="T74" fmla="*/ 123 w 154"/>
              <a:gd name="T75" fmla="*/ 77 h 154"/>
              <a:gd name="T76" fmla="*/ 77 w 154"/>
              <a:gd name="T77" fmla="*/ 17 h 154"/>
              <a:gd name="T78" fmla="*/ 77 w 154"/>
              <a:gd name="T79" fmla="*/ 137 h 154"/>
              <a:gd name="T80" fmla="*/ 77 w 154"/>
              <a:gd name="T81" fmla="*/ 17 h 154"/>
              <a:gd name="T82" fmla="*/ 69 w 154"/>
              <a:gd name="T83" fmla="*/ 12 h 154"/>
              <a:gd name="T84" fmla="*/ 77 w 154"/>
              <a:gd name="T85"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4" h="154">
                <a:moveTo>
                  <a:pt x="85" y="142"/>
                </a:moveTo>
                <a:cubicBezTo>
                  <a:pt x="69" y="142"/>
                  <a:pt x="69" y="142"/>
                  <a:pt x="69" y="142"/>
                </a:cubicBezTo>
                <a:cubicBezTo>
                  <a:pt x="77" y="154"/>
                  <a:pt x="77" y="154"/>
                  <a:pt x="77" y="154"/>
                </a:cubicBezTo>
                <a:cubicBezTo>
                  <a:pt x="85" y="142"/>
                  <a:pt x="85" y="142"/>
                  <a:pt x="85" y="142"/>
                </a:cubicBezTo>
                <a:moveTo>
                  <a:pt x="25" y="117"/>
                </a:moveTo>
                <a:cubicBezTo>
                  <a:pt x="23" y="131"/>
                  <a:pt x="23" y="131"/>
                  <a:pt x="23" y="131"/>
                </a:cubicBezTo>
                <a:cubicBezTo>
                  <a:pt x="37" y="129"/>
                  <a:pt x="37" y="129"/>
                  <a:pt x="37" y="129"/>
                </a:cubicBezTo>
                <a:cubicBezTo>
                  <a:pt x="25" y="117"/>
                  <a:pt x="25" y="117"/>
                  <a:pt x="25" y="117"/>
                </a:cubicBezTo>
                <a:moveTo>
                  <a:pt x="128" y="117"/>
                </a:moveTo>
                <a:cubicBezTo>
                  <a:pt x="117" y="129"/>
                  <a:pt x="117" y="129"/>
                  <a:pt x="117" y="129"/>
                </a:cubicBezTo>
                <a:cubicBezTo>
                  <a:pt x="131" y="131"/>
                  <a:pt x="131" y="131"/>
                  <a:pt x="131" y="131"/>
                </a:cubicBezTo>
                <a:cubicBezTo>
                  <a:pt x="128" y="117"/>
                  <a:pt x="128" y="117"/>
                  <a:pt x="128" y="117"/>
                </a:cubicBezTo>
                <a:moveTo>
                  <a:pt x="12" y="69"/>
                </a:moveTo>
                <a:cubicBezTo>
                  <a:pt x="0" y="77"/>
                  <a:pt x="0" y="77"/>
                  <a:pt x="0" y="77"/>
                </a:cubicBezTo>
                <a:cubicBezTo>
                  <a:pt x="12" y="85"/>
                  <a:pt x="12" y="85"/>
                  <a:pt x="12" y="85"/>
                </a:cubicBezTo>
                <a:cubicBezTo>
                  <a:pt x="12" y="69"/>
                  <a:pt x="12" y="69"/>
                  <a:pt x="12" y="69"/>
                </a:cubicBezTo>
                <a:moveTo>
                  <a:pt x="142" y="69"/>
                </a:moveTo>
                <a:cubicBezTo>
                  <a:pt x="142" y="85"/>
                  <a:pt x="142" y="85"/>
                  <a:pt x="142" y="85"/>
                </a:cubicBezTo>
                <a:cubicBezTo>
                  <a:pt x="154" y="77"/>
                  <a:pt x="154" y="77"/>
                  <a:pt x="154" y="77"/>
                </a:cubicBezTo>
                <a:cubicBezTo>
                  <a:pt x="142" y="69"/>
                  <a:pt x="142" y="69"/>
                  <a:pt x="142" y="69"/>
                </a:cubicBezTo>
                <a:moveTo>
                  <a:pt x="80" y="34"/>
                </a:moveTo>
                <a:cubicBezTo>
                  <a:pt x="73" y="34"/>
                  <a:pt x="73" y="34"/>
                  <a:pt x="73" y="34"/>
                </a:cubicBezTo>
                <a:cubicBezTo>
                  <a:pt x="73" y="42"/>
                  <a:pt x="73" y="42"/>
                  <a:pt x="73" y="42"/>
                </a:cubicBezTo>
                <a:cubicBezTo>
                  <a:pt x="62" y="43"/>
                  <a:pt x="56" y="48"/>
                  <a:pt x="56" y="57"/>
                </a:cubicBezTo>
                <a:cubicBezTo>
                  <a:pt x="56" y="61"/>
                  <a:pt x="58" y="66"/>
                  <a:pt x="63" y="71"/>
                </a:cubicBezTo>
                <a:cubicBezTo>
                  <a:pt x="65" y="72"/>
                  <a:pt x="67" y="74"/>
                  <a:pt x="69" y="76"/>
                </a:cubicBezTo>
                <a:cubicBezTo>
                  <a:pt x="71" y="78"/>
                  <a:pt x="73" y="80"/>
                  <a:pt x="75" y="81"/>
                </a:cubicBezTo>
                <a:cubicBezTo>
                  <a:pt x="79" y="85"/>
                  <a:pt x="81" y="89"/>
                  <a:pt x="81" y="92"/>
                </a:cubicBezTo>
                <a:cubicBezTo>
                  <a:pt x="81" y="92"/>
                  <a:pt x="81" y="93"/>
                  <a:pt x="81" y="93"/>
                </a:cubicBezTo>
                <a:cubicBezTo>
                  <a:pt x="81" y="94"/>
                  <a:pt x="81" y="95"/>
                  <a:pt x="81" y="95"/>
                </a:cubicBezTo>
                <a:cubicBezTo>
                  <a:pt x="81" y="98"/>
                  <a:pt x="80" y="100"/>
                  <a:pt x="76" y="100"/>
                </a:cubicBezTo>
                <a:cubicBezTo>
                  <a:pt x="73" y="100"/>
                  <a:pt x="71" y="97"/>
                  <a:pt x="71" y="91"/>
                </a:cubicBezTo>
                <a:cubicBezTo>
                  <a:pt x="71" y="90"/>
                  <a:pt x="71" y="90"/>
                  <a:pt x="71" y="89"/>
                </a:cubicBezTo>
                <a:cubicBezTo>
                  <a:pt x="71" y="88"/>
                  <a:pt x="71" y="87"/>
                  <a:pt x="71" y="86"/>
                </a:cubicBezTo>
                <a:cubicBezTo>
                  <a:pt x="71" y="85"/>
                  <a:pt x="72" y="84"/>
                  <a:pt x="72" y="84"/>
                </a:cubicBezTo>
                <a:cubicBezTo>
                  <a:pt x="72" y="83"/>
                  <a:pt x="72" y="82"/>
                  <a:pt x="72" y="82"/>
                </a:cubicBezTo>
                <a:cubicBezTo>
                  <a:pt x="56" y="82"/>
                  <a:pt x="56" y="82"/>
                  <a:pt x="56" y="82"/>
                </a:cubicBezTo>
                <a:cubicBezTo>
                  <a:pt x="56" y="83"/>
                  <a:pt x="56" y="83"/>
                  <a:pt x="56" y="84"/>
                </a:cubicBezTo>
                <a:cubicBezTo>
                  <a:pt x="56" y="85"/>
                  <a:pt x="56" y="86"/>
                  <a:pt x="56" y="87"/>
                </a:cubicBezTo>
                <a:cubicBezTo>
                  <a:pt x="56" y="88"/>
                  <a:pt x="56" y="89"/>
                  <a:pt x="56" y="90"/>
                </a:cubicBezTo>
                <a:cubicBezTo>
                  <a:pt x="56" y="91"/>
                  <a:pt x="56" y="92"/>
                  <a:pt x="56" y="92"/>
                </a:cubicBezTo>
                <a:cubicBezTo>
                  <a:pt x="56" y="98"/>
                  <a:pt x="57" y="102"/>
                  <a:pt x="60" y="104"/>
                </a:cubicBezTo>
                <a:cubicBezTo>
                  <a:pt x="63" y="106"/>
                  <a:pt x="67" y="108"/>
                  <a:pt x="73" y="108"/>
                </a:cubicBezTo>
                <a:cubicBezTo>
                  <a:pt x="73" y="118"/>
                  <a:pt x="73" y="118"/>
                  <a:pt x="73" y="118"/>
                </a:cubicBezTo>
                <a:cubicBezTo>
                  <a:pt x="80" y="118"/>
                  <a:pt x="80" y="118"/>
                  <a:pt x="80" y="118"/>
                </a:cubicBezTo>
                <a:cubicBezTo>
                  <a:pt x="80" y="108"/>
                  <a:pt x="80" y="108"/>
                  <a:pt x="80" y="108"/>
                </a:cubicBezTo>
                <a:cubicBezTo>
                  <a:pt x="86" y="108"/>
                  <a:pt x="90" y="106"/>
                  <a:pt x="93" y="104"/>
                </a:cubicBezTo>
                <a:cubicBezTo>
                  <a:pt x="96" y="102"/>
                  <a:pt x="98" y="98"/>
                  <a:pt x="98" y="93"/>
                </a:cubicBezTo>
                <a:cubicBezTo>
                  <a:pt x="98" y="88"/>
                  <a:pt x="96" y="84"/>
                  <a:pt x="91" y="79"/>
                </a:cubicBezTo>
                <a:cubicBezTo>
                  <a:pt x="89" y="77"/>
                  <a:pt x="87" y="76"/>
                  <a:pt x="85" y="74"/>
                </a:cubicBezTo>
                <a:cubicBezTo>
                  <a:pt x="83" y="72"/>
                  <a:pt x="81" y="70"/>
                  <a:pt x="79" y="68"/>
                </a:cubicBezTo>
                <a:cubicBezTo>
                  <a:pt x="75" y="64"/>
                  <a:pt x="73" y="61"/>
                  <a:pt x="73" y="57"/>
                </a:cubicBezTo>
                <a:cubicBezTo>
                  <a:pt x="73" y="52"/>
                  <a:pt x="74" y="50"/>
                  <a:pt x="78" y="50"/>
                </a:cubicBezTo>
                <a:cubicBezTo>
                  <a:pt x="79" y="50"/>
                  <a:pt x="80" y="50"/>
                  <a:pt x="81" y="51"/>
                </a:cubicBezTo>
                <a:cubicBezTo>
                  <a:pt x="82" y="52"/>
                  <a:pt x="82" y="54"/>
                  <a:pt x="82" y="55"/>
                </a:cubicBezTo>
                <a:cubicBezTo>
                  <a:pt x="82" y="68"/>
                  <a:pt x="82" y="68"/>
                  <a:pt x="82" y="68"/>
                </a:cubicBezTo>
                <a:cubicBezTo>
                  <a:pt x="98" y="68"/>
                  <a:pt x="98" y="68"/>
                  <a:pt x="98" y="68"/>
                </a:cubicBezTo>
                <a:cubicBezTo>
                  <a:pt x="98" y="67"/>
                  <a:pt x="98" y="67"/>
                  <a:pt x="98" y="66"/>
                </a:cubicBezTo>
                <a:cubicBezTo>
                  <a:pt x="98" y="65"/>
                  <a:pt x="98" y="64"/>
                  <a:pt x="98" y="63"/>
                </a:cubicBezTo>
                <a:cubicBezTo>
                  <a:pt x="98" y="62"/>
                  <a:pt x="98" y="61"/>
                  <a:pt x="98" y="60"/>
                </a:cubicBezTo>
                <a:cubicBezTo>
                  <a:pt x="98" y="59"/>
                  <a:pt x="98" y="58"/>
                  <a:pt x="98" y="58"/>
                </a:cubicBezTo>
                <a:cubicBezTo>
                  <a:pt x="98" y="52"/>
                  <a:pt x="97" y="48"/>
                  <a:pt x="93" y="46"/>
                </a:cubicBezTo>
                <a:cubicBezTo>
                  <a:pt x="91" y="44"/>
                  <a:pt x="86" y="42"/>
                  <a:pt x="80" y="42"/>
                </a:cubicBezTo>
                <a:cubicBezTo>
                  <a:pt x="80" y="34"/>
                  <a:pt x="80" y="34"/>
                  <a:pt x="80" y="34"/>
                </a:cubicBezTo>
                <a:moveTo>
                  <a:pt x="23" y="23"/>
                </a:moveTo>
                <a:cubicBezTo>
                  <a:pt x="25" y="37"/>
                  <a:pt x="25" y="37"/>
                  <a:pt x="25" y="37"/>
                </a:cubicBezTo>
                <a:cubicBezTo>
                  <a:pt x="37" y="26"/>
                  <a:pt x="37" y="26"/>
                  <a:pt x="37" y="26"/>
                </a:cubicBezTo>
                <a:cubicBezTo>
                  <a:pt x="23" y="23"/>
                  <a:pt x="23" y="23"/>
                  <a:pt x="23" y="23"/>
                </a:cubicBezTo>
                <a:moveTo>
                  <a:pt x="131" y="23"/>
                </a:moveTo>
                <a:cubicBezTo>
                  <a:pt x="117" y="26"/>
                  <a:pt x="117" y="26"/>
                  <a:pt x="117" y="26"/>
                </a:cubicBezTo>
                <a:cubicBezTo>
                  <a:pt x="128" y="37"/>
                  <a:pt x="128" y="37"/>
                  <a:pt x="128" y="37"/>
                </a:cubicBezTo>
                <a:cubicBezTo>
                  <a:pt x="131" y="23"/>
                  <a:pt x="131" y="23"/>
                  <a:pt x="131" y="23"/>
                </a:cubicBezTo>
                <a:moveTo>
                  <a:pt x="77" y="123"/>
                </a:moveTo>
                <a:cubicBezTo>
                  <a:pt x="51" y="123"/>
                  <a:pt x="31" y="103"/>
                  <a:pt x="31" y="77"/>
                </a:cubicBezTo>
                <a:cubicBezTo>
                  <a:pt x="31" y="52"/>
                  <a:pt x="51" y="31"/>
                  <a:pt x="77" y="31"/>
                </a:cubicBezTo>
                <a:cubicBezTo>
                  <a:pt x="102" y="31"/>
                  <a:pt x="123" y="52"/>
                  <a:pt x="123" y="77"/>
                </a:cubicBezTo>
                <a:cubicBezTo>
                  <a:pt x="123" y="103"/>
                  <a:pt x="102" y="123"/>
                  <a:pt x="77" y="123"/>
                </a:cubicBezTo>
                <a:moveTo>
                  <a:pt x="77" y="17"/>
                </a:moveTo>
                <a:cubicBezTo>
                  <a:pt x="44" y="17"/>
                  <a:pt x="17" y="44"/>
                  <a:pt x="17" y="77"/>
                </a:cubicBezTo>
                <a:cubicBezTo>
                  <a:pt x="17" y="110"/>
                  <a:pt x="44" y="137"/>
                  <a:pt x="77" y="137"/>
                </a:cubicBezTo>
                <a:cubicBezTo>
                  <a:pt x="110" y="137"/>
                  <a:pt x="137" y="110"/>
                  <a:pt x="137" y="77"/>
                </a:cubicBezTo>
                <a:cubicBezTo>
                  <a:pt x="137" y="44"/>
                  <a:pt x="110" y="17"/>
                  <a:pt x="77" y="17"/>
                </a:cubicBezTo>
                <a:moveTo>
                  <a:pt x="77" y="0"/>
                </a:moveTo>
                <a:cubicBezTo>
                  <a:pt x="69" y="12"/>
                  <a:pt x="69" y="12"/>
                  <a:pt x="69" y="12"/>
                </a:cubicBezTo>
                <a:cubicBezTo>
                  <a:pt x="85" y="12"/>
                  <a:pt x="85" y="12"/>
                  <a:pt x="85" y="12"/>
                </a:cubicBezTo>
                <a:cubicBezTo>
                  <a:pt x="77" y="0"/>
                  <a:pt x="77" y="0"/>
                  <a:pt x="77"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0" name="Freeform 47"/>
          <p:cNvSpPr>
            <a:spLocks noEditPoints="1"/>
          </p:cNvSpPr>
          <p:nvPr/>
        </p:nvSpPr>
        <p:spPr bwMode="auto">
          <a:xfrm>
            <a:off x="6669088" y="4471988"/>
            <a:ext cx="822325" cy="493713"/>
          </a:xfrm>
          <a:custGeom>
            <a:avLst/>
            <a:gdLst>
              <a:gd name="T0" fmla="*/ 88 w 187"/>
              <a:gd name="T1" fmla="*/ 82 h 112"/>
              <a:gd name="T2" fmla="*/ 77 w 187"/>
              <a:gd name="T3" fmla="*/ 100 h 112"/>
              <a:gd name="T4" fmla="*/ 82 w 187"/>
              <a:gd name="T5" fmla="*/ 100 h 112"/>
              <a:gd name="T6" fmla="*/ 82 w 187"/>
              <a:gd name="T7" fmla="*/ 112 h 112"/>
              <a:gd name="T8" fmla="*/ 95 w 187"/>
              <a:gd name="T9" fmla="*/ 112 h 112"/>
              <a:gd name="T10" fmla="*/ 95 w 187"/>
              <a:gd name="T11" fmla="*/ 100 h 112"/>
              <a:gd name="T12" fmla="*/ 100 w 187"/>
              <a:gd name="T13" fmla="*/ 100 h 112"/>
              <a:gd name="T14" fmla="*/ 88 w 187"/>
              <a:gd name="T15" fmla="*/ 82 h 112"/>
              <a:gd name="T16" fmla="*/ 115 w 187"/>
              <a:gd name="T17" fmla="*/ 82 h 112"/>
              <a:gd name="T18" fmla="*/ 103 w 187"/>
              <a:gd name="T19" fmla="*/ 100 h 112"/>
              <a:gd name="T20" fmla="*/ 108 w 187"/>
              <a:gd name="T21" fmla="*/ 100 h 112"/>
              <a:gd name="T22" fmla="*/ 108 w 187"/>
              <a:gd name="T23" fmla="*/ 112 h 112"/>
              <a:gd name="T24" fmla="*/ 121 w 187"/>
              <a:gd name="T25" fmla="*/ 112 h 112"/>
              <a:gd name="T26" fmla="*/ 121 w 187"/>
              <a:gd name="T27" fmla="*/ 100 h 112"/>
              <a:gd name="T28" fmla="*/ 126 w 187"/>
              <a:gd name="T29" fmla="*/ 100 h 112"/>
              <a:gd name="T30" fmla="*/ 115 w 187"/>
              <a:gd name="T31" fmla="*/ 82 h 112"/>
              <a:gd name="T32" fmla="*/ 141 w 187"/>
              <a:gd name="T33" fmla="*/ 82 h 112"/>
              <a:gd name="T34" fmla="*/ 130 w 187"/>
              <a:gd name="T35" fmla="*/ 100 h 112"/>
              <a:gd name="T36" fmla="*/ 134 w 187"/>
              <a:gd name="T37" fmla="*/ 100 h 112"/>
              <a:gd name="T38" fmla="*/ 134 w 187"/>
              <a:gd name="T39" fmla="*/ 112 h 112"/>
              <a:gd name="T40" fmla="*/ 148 w 187"/>
              <a:gd name="T41" fmla="*/ 112 h 112"/>
              <a:gd name="T42" fmla="*/ 148 w 187"/>
              <a:gd name="T43" fmla="*/ 100 h 112"/>
              <a:gd name="T44" fmla="*/ 152 w 187"/>
              <a:gd name="T45" fmla="*/ 100 h 112"/>
              <a:gd name="T46" fmla="*/ 141 w 187"/>
              <a:gd name="T47" fmla="*/ 82 h 112"/>
              <a:gd name="T48" fmla="*/ 115 w 187"/>
              <a:gd name="T49" fmla="*/ 12 h 112"/>
              <a:gd name="T50" fmla="*/ 91 w 187"/>
              <a:gd name="T51" fmla="*/ 28 h 112"/>
              <a:gd name="T52" fmla="*/ 82 w 187"/>
              <a:gd name="T53" fmla="*/ 24 h 112"/>
              <a:gd name="T54" fmla="*/ 79 w 187"/>
              <a:gd name="T55" fmla="*/ 24 h 112"/>
              <a:gd name="T56" fmla="*/ 68 w 187"/>
              <a:gd name="T57" fmla="*/ 40 h 112"/>
              <a:gd name="T58" fmla="*/ 59 w 187"/>
              <a:gd name="T59" fmla="*/ 38 h 112"/>
              <a:gd name="T60" fmla="*/ 44 w 187"/>
              <a:gd name="T61" fmla="*/ 53 h 112"/>
              <a:gd name="T62" fmla="*/ 67 w 187"/>
              <a:gd name="T63" fmla="*/ 79 h 112"/>
              <a:gd name="T64" fmla="*/ 163 w 187"/>
              <a:gd name="T65" fmla="*/ 79 h 112"/>
              <a:gd name="T66" fmla="*/ 187 w 187"/>
              <a:gd name="T67" fmla="*/ 53 h 112"/>
              <a:gd name="T68" fmla="*/ 168 w 187"/>
              <a:gd name="T69" fmla="*/ 37 h 112"/>
              <a:gd name="T70" fmla="*/ 163 w 187"/>
              <a:gd name="T71" fmla="*/ 38 h 112"/>
              <a:gd name="T72" fmla="*/ 151 w 187"/>
              <a:gd name="T73" fmla="*/ 24 h 112"/>
              <a:gd name="T74" fmla="*/ 143 w 187"/>
              <a:gd name="T75" fmla="*/ 27 h 112"/>
              <a:gd name="T76" fmla="*/ 115 w 187"/>
              <a:gd name="T77" fmla="*/ 12 h 112"/>
              <a:gd name="T78" fmla="*/ 72 w 187"/>
              <a:gd name="T79" fmla="*/ 0 h 112"/>
              <a:gd name="T80" fmla="*/ 47 w 187"/>
              <a:gd name="T81" fmla="*/ 17 h 112"/>
              <a:gd name="T82" fmla="*/ 38 w 187"/>
              <a:gd name="T83" fmla="*/ 12 h 112"/>
              <a:gd name="T84" fmla="*/ 36 w 187"/>
              <a:gd name="T85" fmla="*/ 12 h 112"/>
              <a:gd name="T86" fmla="*/ 24 w 187"/>
              <a:gd name="T87" fmla="*/ 28 h 112"/>
              <a:gd name="T88" fmla="*/ 15 w 187"/>
              <a:gd name="T89" fmla="*/ 26 h 112"/>
              <a:gd name="T90" fmla="*/ 0 w 187"/>
              <a:gd name="T91" fmla="*/ 41 h 112"/>
              <a:gd name="T92" fmla="*/ 24 w 187"/>
              <a:gd name="T93" fmla="*/ 67 h 112"/>
              <a:gd name="T94" fmla="*/ 40 w 187"/>
              <a:gd name="T95" fmla="*/ 67 h 112"/>
              <a:gd name="T96" fmla="*/ 38 w 187"/>
              <a:gd name="T97" fmla="*/ 53 h 112"/>
              <a:gd name="T98" fmla="*/ 48 w 187"/>
              <a:gd name="T99" fmla="*/ 35 h 112"/>
              <a:gd name="T100" fmla="*/ 59 w 187"/>
              <a:gd name="T101" fmla="*/ 32 h 112"/>
              <a:gd name="T102" fmla="*/ 62 w 187"/>
              <a:gd name="T103" fmla="*/ 32 h 112"/>
              <a:gd name="T104" fmla="*/ 78 w 187"/>
              <a:gd name="T105" fmla="*/ 18 h 112"/>
              <a:gd name="T106" fmla="*/ 82 w 187"/>
              <a:gd name="T107" fmla="*/ 18 h 112"/>
              <a:gd name="T108" fmla="*/ 90 w 187"/>
              <a:gd name="T109" fmla="*/ 20 h 112"/>
              <a:gd name="T110" fmla="*/ 97 w 187"/>
              <a:gd name="T111" fmla="*/ 12 h 112"/>
              <a:gd name="T112" fmla="*/ 72 w 187"/>
              <a:gd name="T113"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87" h="112">
                <a:moveTo>
                  <a:pt x="88" y="82"/>
                </a:moveTo>
                <a:cubicBezTo>
                  <a:pt x="77" y="100"/>
                  <a:pt x="77" y="100"/>
                  <a:pt x="77" y="100"/>
                </a:cubicBezTo>
                <a:cubicBezTo>
                  <a:pt x="82" y="100"/>
                  <a:pt x="82" y="100"/>
                  <a:pt x="82" y="100"/>
                </a:cubicBezTo>
                <a:cubicBezTo>
                  <a:pt x="82" y="112"/>
                  <a:pt x="82" y="112"/>
                  <a:pt x="82" y="112"/>
                </a:cubicBezTo>
                <a:cubicBezTo>
                  <a:pt x="95" y="112"/>
                  <a:pt x="95" y="112"/>
                  <a:pt x="95" y="112"/>
                </a:cubicBezTo>
                <a:cubicBezTo>
                  <a:pt x="95" y="100"/>
                  <a:pt x="95" y="100"/>
                  <a:pt x="95" y="100"/>
                </a:cubicBezTo>
                <a:cubicBezTo>
                  <a:pt x="100" y="100"/>
                  <a:pt x="100" y="100"/>
                  <a:pt x="100" y="100"/>
                </a:cubicBezTo>
                <a:cubicBezTo>
                  <a:pt x="88" y="82"/>
                  <a:pt x="88" y="82"/>
                  <a:pt x="88" y="82"/>
                </a:cubicBezTo>
                <a:moveTo>
                  <a:pt x="115" y="82"/>
                </a:moveTo>
                <a:cubicBezTo>
                  <a:pt x="103" y="100"/>
                  <a:pt x="103" y="100"/>
                  <a:pt x="103" y="100"/>
                </a:cubicBezTo>
                <a:cubicBezTo>
                  <a:pt x="108" y="100"/>
                  <a:pt x="108" y="100"/>
                  <a:pt x="108" y="100"/>
                </a:cubicBezTo>
                <a:cubicBezTo>
                  <a:pt x="108" y="112"/>
                  <a:pt x="108" y="112"/>
                  <a:pt x="108" y="112"/>
                </a:cubicBezTo>
                <a:cubicBezTo>
                  <a:pt x="121" y="112"/>
                  <a:pt x="121" y="112"/>
                  <a:pt x="121" y="112"/>
                </a:cubicBezTo>
                <a:cubicBezTo>
                  <a:pt x="121" y="100"/>
                  <a:pt x="121" y="100"/>
                  <a:pt x="121" y="100"/>
                </a:cubicBezTo>
                <a:cubicBezTo>
                  <a:pt x="126" y="100"/>
                  <a:pt x="126" y="100"/>
                  <a:pt x="126" y="100"/>
                </a:cubicBezTo>
                <a:cubicBezTo>
                  <a:pt x="115" y="82"/>
                  <a:pt x="115" y="82"/>
                  <a:pt x="115" y="82"/>
                </a:cubicBezTo>
                <a:moveTo>
                  <a:pt x="141" y="82"/>
                </a:moveTo>
                <a:cubicBezTo>
                  <a:pt x="130" y="100"/>
                  <a:pt x="130" y="100"/>
                  <a:pt x="130" y="100"/>
                </a:cubicBezTo>
                <a:cubicBezTo>
                  <a:pt x="134" y="100"/>
                  <a:pt x="134" y="100"/>
                  <a:pt x="134" y="100"/>
                </a:cubicBezTo>
                <a:cubicBezTo>
                  <a:pt x="134" y="112"/>
                  <a:pt x="134" y="112"/>
                  <a:pt x="134" y="112"/>
                </a:cubicBezTo>
                <a:cubicBezTo>
                  <a:pt x="148" y="112"/>
                  <a:pt x="148" y="112"/>
                  <a:pt x="148" y="112"/>
                </a:cubicBezTo>
                <a:cubicBezTo>
                  <a:pt x="148" y="100"/>
                  <a:pt x="148" y="100"/>
                  <a:pt x="148" y="100"/>
                </a:cubicBezTo>
                <a:cubicBezTo>
                  <a:pt x="152" y="100"/>
                  <a:pt x="152" y="100"/>
                  <a:pt x="152" y="100"/>
                </a:cubicBezTo>
                <a:cubicBezTo>
                  <a:pt x="141" y="82"/>
                  <a:pt x="141" y="82"/>
                  <a:pt x="141" y="82"/>
                </a:cubicBezTo>
                <a:moveTo>
                  <a:pt x="115" y="12"/>
                </a:moveTo>
                <a:cubicBezTo>
                  <a:pt x="101" y="12"/>
                  <a:pt x="97" y="20"/>
                  <a:pt x="91" y="28"/>
                </a:cubicBezTo>
                <a:cubicBezTo>
                  <a:pt x="90" y="26"/>
                  <a:pt x="86" y="24"/>
                  <a:pt x="82" y="24"/>
                </a:cubicBezTo>
                <a:cubicBezTo>
                  <a:pt x="81" y="24"/>
                  <a:pt x="80" y="24"/>
                  <a:pt x="79" y="24"/>
                </a:cubicBezTo>
                <a:cubicBezTo>
                  <a:pt x="70" y="27"/>
                  <a:pt x="66" y="33"/>
                  <a:pt x="68" y="40"/>
                </a:cubicBezTo>
                <a:cubicBezTo>
                  <a:pt x="65" y="39"/>
                  <a:pt x="62" y="38"/>
                  <a:pt x="59" y="38"/>
                </a:cubicBezTo>
                <a:cubicBezTo>
                  <a:pt x="50" y="38"/>
                  <a:pt x="44" y="46"/>
                  <a:pt x="44" y="53"/>
                </a:cubicBezTo>
                <a:cubicBezTo>
                  <a:pt x="43" y="66"/>
                  <a:pt x="50" y="79"/>
                  <a:pt x="67" y="79"/>
                </a:cubicBezTo>
                <a:cubicBezTo>
                  <a:pt x="163" y="79"/>
                  <a:pt x="163" y="79"/>
                  <a:pt x="163" y="79"/>
                </a:cubicBezTo>
                <a:cubicBezTo>
                  <a:pt x="181" y="79"/>
                  <a:pt x="187" y="66"/>
                  <a:pt x="187" y="53"/>
                </a:cubicBezTo>
                <a:cubicBezTo>
                  <a:pt x="186" y="45"/>
                  <a:pt x="177" y="37"/>
                  <a:pt x="168" y="37"/>
                </a:cubicBezTo>
                <a:cubicBezTo>
                  <a:pt x="166" y="37"/>
                  <a:pt x="164" y="37"/>
                  <a:pt x="163" y="38"/>
                </a:cubicBezTo>
                <a:cubicBezTo>
                  <a:pt x="165" y="32"/>
                  <a:pt x="158" y="24"/>
                  <a:pt x="151" y="24"/>
                </a:cubicBezTo>
                <a:cubicBezTo>
                  <a:pt x="148" y="24"/>
                  <a:pt x="145" y="25"/>
                  <a:pt x="143" y="27"/>
                </a:cubicBezTo>
                <a:cubicBezTo>
                  <a:pt x="138" y="19"/>
                  <a:pt x="130" y="12"/>
                  <a:pt x="115" y="12"/>
                </a:cubicBezTo>
                <a:moveTo>
                  <a:pt x="72" y="0"/>
                </a:moveTo>
                <a:cubicBezTo>
                  <a:pt x="57" y="0"/>
                  <a:pt x="53" y="8"/>
                  <a:pt x="47" y="17"/>
                </a:cubicBezTo>
                <a:cubicBezTo>
                  <a:pt x="46" y="15"/>
                  <a:pt x="42" y="12"/>
                  <a:pt x="38" y="12"/>
                </a:cubicBezTo>
                <a:cubicBezTo>
                  <a:pt x="37" y="12"/>
                  <a:pt x="36" y="12"/>
                  <a:pt x="36" y="12"/>
                </a:cubicBezTo>
                <a:cubicBezTo>
                  <a:pt x="26" y="15"/>
                  <a:pt x="22" y="21"/>
                  <a:pt x="24" y="28"/>
                </a:cubicBezTo>
                <a:cubicBezTo>
                  <a:pt x="21" y="27"/>
                  <a:pt x="18" y="26"/>
                  <a:pt x="15" y="26"/>
                </a:cubicBezTo>
                <a:cubicBezTo>
                  <a:pt x="6" y="26"/>
                  <a:pt x="1" y="34"/>
                  <a:pt x="0" y="41"/>
                </a:cubicBezTo>
                <a:cubicBezTo>
                  <a:pt x="0" y="54"/>
                  <a:pt x="6" y="67"/>
                  <a:pt x="24" y="67"/>
                </a:cubicBezTo>
                <a:cubicBezTo>
                  <a:pt x="40" y="67"/>
                  <a:pt x="40" y="67"/>
                  <a:pt x="40" y="67"/>
                </a:cubicBezTo>
                <a:cubicBezTo>
                  <a:pt x="39" y="63"/>
                  <a:pt x="38" y="58"/>
                  <a:pt x="38" y="53"/>
                </a:cubicBezTo>
                <a:cubicBezTo>
                  <a:pt x="39" y="45"/>
                  <a:pt x="42" y="39"/>
                  <a:pt x="48" y="35"/>
                </a:cubicBezTo>
                <a:cubicBezTo>
                  <a:pt x="52" y="33"/>
                  <a:pt x="55" y="32"/>
                  <a:pt x="59" y="32"/>
                </a:cubicBezTo>
                <a:cubicBezTo>
                  <a:pt x="60" y="32"/>
                  <a:pt x="61" y="32"/>
                  <a:pt x="62" y="32"/>
                </a:cubicBezTo>
                <a:cubicBezTo>
                  <a:pt x="64" y="26"/>
                  <a:pt x="69" y="21"/>
                  <a:pt x="78" y="18"/>
                </a:cubicBezTo>
                <a:cubicBezTo>
                  <a:pt x="79" y="18"/>
                  <a:pt x="81" y="18"/>
                  <a:pt x="82" y="18"/>
                </a:cubicBezTo>
                <a:cubicBezTo>
                  <a:pt x="85" y="18"/>
                  <a:pt x="87" y="19"/>
                  <a:pt x="90" y="20"/>
                </a:cubicBezTo>
                <a:cubicBezTo>
                  <a:pt x="92" y="17"/>
                  <a:pt x="94" y="14"/>
                  <a:pt x="97" y="12"/>
                </a:cubicBezTo>
                <a:cubicBezTo>
                  <a:pt x="92" y="5"/>
                  <a:pt x="84" y="0"/>
                  <a:pt x="72"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1" name="Oval 48"/>
          <p:cNvSpPr>
            <a:spLocks noChangeArrowheads="1"/>
          </p:cNvSpPr>
          <p:nvPr/>
        </p:nvSpPr>
        <p:spPr bwMode="auto">
          <a:xfrm>
            <a:off x="9245600" y="1679575"/>
            <a:ext cx="44450" cy="44450"/>
          </a:xfrm>
          <a:prstGeom prst="ellipse">
            <a:avLst/>
          </a:prstGeom>
          <a:solidFill>
            <a:srgbClr val="EAA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2" name="Oval 49"/>
          <p:cNvSpPr>
            <a:spLocks noChangeArrowheads="1"/>
          </p:cNvSpPr>
          <p:nvPr/>
        </p:nvSpPr>
        <p:spPr bwMode="auto">
          <a:xfrm>
            <a:off x="8212138" y="3641725"/>
            <a:ext cx="44450" cy="42863"/>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3" name="Oval 50"/>
          <p:cNvSpPr>
            <a:spLocks noChangeArrowheads="1"/>
          </p:cNvSpPr>
          <p:nvPr/>
        </p:nvSpPr>
        <p:spPr bwMode="auto">
          <a:xfrm>
            <a:off x="8072438" y="3641725"/>
            <a:ext cx="42863" cy="42863"/>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4" name="Oval 51"/>
          <p:cNvSpPr>
            <a:spLocks noChangeArrowheads="1"/>
          </p:cNvSpPr>
          <p:nvPr/>
        </p:nvSpPr>
        <p:spPr bwMode="auto">
          <a:xfrm>
            <a:off x="7926388" y="3641725"/>
            <a:ext cx="44450" cy="42863"/>
          </a:xfrm>
          <a:prstGeom prst="ellipse">
            <a:avLst/>
          </a:prstGeom>
          <a:solidFill>
            <a:srgbClr val="45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5" name="Oval 52"/>
          <p:cNvSpPr>
            <a:spLocks noChangeArrowheads="1"/>
          </p:cNvSpPr>
          <p:nvPr/>
        </p:nvSpPr>
        <p:spPr bwMode="auto">
          <a:xfrm>
            <a:off x="10795000" y="5621338"/>
            <a:ext cx="42863" cy="42863"/>
          </a:xfrm>
          <a:prstGeom prst="ellipse">
            <a:avLst/>
          </a:prstGeom>
          <a:solidFill>
            <a:srgbClr val="9651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6" name="Oval 53"/>
          <p:cNvSpPr>
            <a:spLocks noChangeArrowheads="1"/>
          </p:cNvSpPr>
          <p:nvPr/>
        </p:nvSpPr>
        <p:spPr bwMode="auto">
          <a:xfrm>
            <a:off x="10917238" y="5621338"/>
            <a:ext cx="44450" cy="42863"/>
          </a:xfrm>
          <a:prstGeom prst="ellipse">
            <a:avLst/>
          </a:prstGeom>
          <a:solidFill>
            <a:srgbClr val="9651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7" name="Oval 54"/>
          <p:cNvSpPr>
            <a:spLocks noChangeArrowheads="1"/>
          </p:cNvSpPr>
          <p:nvPr/>
        </p:nvSpPr>
        <p:spPr bwMode="auto">
          <a:xfrm>
            <a:off x="11036300" y="5621338"/>
            <a:ext cx="44450" cy="42863"/>
          </a:xfrm>
          <a:prstGeom prst="ellipse">
            <a:avLst/>
          </a:prstGeom>
          <a:solidFill>
            <a:srgbClr val="9651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8" name="Oval 55"/>
          <p:cNvSpPr>
            <a:spLocks noChangeArrowheads="1"/>
          </p:cNvSpPr>
          <p:nvPr/>
        </p:nvSpPr>
        <p:spPr bwMode="auto">
          <a:xfrm>
            <a:off x="11150600" y="5621338"/>
            <a:ext cx="44450" cy="42863"/>
          </a:xfrm>
          <a:prstGeom prst="ellipse">
            <a:avLst/>
          </a:prstGeom>
          <a:solidFill>
            <a:srgbClr val="9651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9" name="Oval 56"/>
          <p:cNvSpPr>
            <a:spLocks noChangeArrowheads="1"/>
          </p:cNvSpPr>
          <p:nvPr/>
        </p:nvSpPr>
        <p:spPr bwMode="auto">
          <a:xfrm>
            <a:off x="11264900" y="5621338"/>
            <a:ext cx="44450" cy="42863"/>
          </a:xfrm>
          <a:prstGeom prst="ellipse">
            <a:avLst/>
          </a:prstGeom>
          <a:solidFill>
            <a:srgbClr val="9651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 name="Oval 57"/>
          <p:cNvSpPr>
            <a:spLocks noChangeArrowheads="1"/>
          </p:cNvSpPr>
          <p:nvPr/>
        </p:nvSpPr>
        <p:spPr bwMode="auto">
          <a:xfrm>
            <a:off x="7091363" y="5299075"/>
            <a:ext cx="42863" cy="44450"/>
          </a:xfrm>
          <a:prstGeom prst="ellipse">
            <a:avLst/>
          </a:prstGeom>
          <a:solidFill>
            <a:srgbClr val="4F9D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1" name="Oval 58"/>
          <p:cNvSpPr>
            <a:spLocks noChangeArrowheads="1"/>
          </p:cNvSpPr>
          <p:nvPr/>
        </p:nvSpPr>
        <p:spPr bwMode="auto">
          <a:xfrm>
            <a:off x="7173913" y="5430838"/>
            <a:ext cx="44450" cy="49213"/>
          </a:xfrm>
          <a:prstGeom prst="ellipse">
            <a:avLst/>
          </a:prstGeom>
          <a:solidFill>
            <a:srgbClr val="4F9D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0" name="Oval 59"/>
          <p:cNvSpPr>
            <a:spLocks noChangeArrowheads="1"/>
          </p:cNvSpPr>
          <p:nvPr/>
        </p:nvSpPr>
        <p:spPr bwMode="auto">
          <a:xfrm>
            <a:off x="7285038" y="5541963"/>
            <a:ext cx="42863" cy="42863"/>
          </a:xfrm>
          <a:prstGeom prst="ellipse">
            <a:avLst/>
          </a:prstGeom>
          <a:solidFill>
            <a:srgbClr val="4F9D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1" name="Oval 60"/>
          <p:cNvSpPr>
            <a:spLocks noChangeArrowheads="1"/>
          </p:cNvSpPr>
          <p:nvPr/>
        </p:nvSpPr>
        <p:spPr bwMode="auto">
          <a:xfrm>
            <a:off x="7421563" y="5611813"/>
            <a:ext cx="42863" cy="44450"/>
          </a:xfrm>
          <a:prstGeom prst="ellipse">
            <a:avLst/>
          </a:prstGeom>
          <a:solidFill>
            <a:srgbClr val="4F9D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 name="Oval 61"/>
          <p:cNvSpPr>
            <a:spLocks noChangeArrowheads="1"/>
          </p:cNvSpPr>
          <p:nvPr/>
        </p:nvSpPr>
        <p:spPr bwMode="auto">
          <a:xfrm>
            <a:off x="10864850" y="3306763"/>
            <a:ext cx="44450" cy="44450"/>
          </a:xfrm>
          <a:prstGeom prst="ellipse">
            <a:avLst/>
          </a:prstGeom>
          <a:solidFill>
            <a:srgbClr val="D167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 name="Oval 62"/>
          <p:cNvSpPr>
            <a:spLocks noChangeArrowheads="1"/>
          </p:cNvSpPr>
          <p:nvPr/>
        </p:nvSpPr>
        <p:spPr bwMode="auto">
          <a:xfrm>
            <a:off x="10790238" y="3438525"/>
            <a:ext cx="47625" cy="44450"/>
          </a:xfrm>
          <a:prstGeom prst="ellipse">
            <a:avLst/>
          </a:prstGeom>
          <a:solidFill>
            <a:srgbClr val="D167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 name="文本框 133"/>
          <p:cNvSpPr txBox="1"/>
          <p:nvPr/>
        </p:nvSpPr>
        <p:spPr>
          <a:xfrm>
            <a:off x="9360492" y="584201"/>
            <a:ext cx="655949" cy="707886"/>
          </a:xfrm>
          <a:prstGeom prst="rect">
            <a:avLst/>
          </a:prstGeom>
          <a:noFill/>
        </p:spPr>
        <p:txBody>
          <a:bodyPr wrap="none" rtlCol="0">
            <a:spAutoFit/>
          </a:bodyPr>
          <a:lstStyle/>
          <a:p>
            <a:r>
              <a:rPr lang="en-US" altLang="zh-CN" sz="4000" dirty="0">
                <a:solidFill>
                  <a:srgbClr val="605E5E"/>
                </a:solidFill>
                <a:latin typeface="Impact" panose="020B0806030902050204" pitchFamily="34" charset="0"/>
                <a:cs typeface="Aharoni" panose="02010803020104030203" pitchFamily="2" charset="-79"/>
              </a:rPr>
              <a:t>01</a:t>
            </a:r>
            <a:endParaRPr lang="zh-CN" altLang="en-US" sz="4000" dirty="0">
              <a:solidFill>
                <a:srgbClr val="605E5E"/>
              </a:solidFill>
              <a:latin typeface="Impact" panose="020B0806030902050204" pitchFamily="34" charset="0"/>
              <a:cs typeface="Aharoni" panose="02010803020104030203" pitchFamily="2" charset="-79"/>
            </a:endParaRPr>
          </a:p>
        </p:txBody>
      </p:sp>
      <p:sp>
        <p:nvSpPr>
          <p:cNvPr id="135" name="文本框 134"/>
          <p:cNvSpPr txBox="1"/>
          <p:nvPr/>
        </p:nvSpPr>
        <p:spPr>
          <a:xfrm>
            <a:off x="9374265" y="1145983"/>
            <a:ext cx="1498039" cy="369332"/>
          </a:xfrm>
          <a:prstGeom prst="rect">
            <a:avLst/>
          </a:prstGeom>
          <a:noFill/>
        </p:spPr>
        <p:txBody>
          <a:bodyPr wrap="none" rtlCol="0">
            <a:spAutoFit/>
          </a:bodyPr>
          <a:lstStyle/>
          <a:p>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Sample Text</a:t>
            </a:r>
            <a:r>
              <a:rPr lang="en-US" altLang="zh-CN" dirty="0">
                <a:solidFill>
                  <a:srgbClr val="859291"/>
                </a:solidFill>
                <a:latin typeface="Tahoma" panose="020B0604030504040204" pitchFamily="34" charset="0"/>
                <a:ea typeface="Tahoma" panose="020B0604030504040204" pitchFamily="34" charset="0"/>
                <a:cs typeface="Tahoma" panose="020B0604030504040204" pitchFamily="34" charset="0"/>
              </a:rPr>
              <a:t>.</a:t>
            </a:r>
            <a:endParaRPr lang="zh-CN" altLang="en-US" dirty="0">
              <a:solidFill>
                <a:srgbClr val="859291"/>
              </a:solidFill>
              <a:latin typeface="Tahoma" panose="020B0604030504040204" pitchFamily="34" charset="0"/>
              <a:cs typeface="Tahoma" panose="020B0604030504040204" pitchFamily="34" charset="0"/>
            </a:endParaRPr>
          </a:p>
        </p:txBody>
      </p:sp>
      <p:sp>
        <p:nvSpPr>
          <p:cNvPr id="136" name="文本框 135"/>
          <p:cNvSpPr txBox="1"/>
          <p:nvPr/>
        </p:nvSpPr>
        <p:spPr>
          <a:xfrm>
            <a:off x="9365427" y="2056961"/>
            <a:ext cx="718466" cy="707886"/>
          </a:xfrm>
          <a:prstGeom prst="rect">
            <a:avLst/>
          </a:prstGeom>
          <a:noFill/>
        </p:spPr>
        <p:txBody>
          <a:bodyPr wrap="none" rtlCol="0">
            <a:spAutoFit/>
          </a:bodyPr>
          <a:lstStyle/>
          <a:p>
            <a:r>
              <a:rPr lang="en-US" altLang="zh-CN" sz="4000" dirty="0">
                <a:solidFill>
                  <a:srgbClr val="605E5E"/>
                </a:solidFill>
                <a:latin typeface="Impact" panose="020B0806030902050204" pitchFamily="34" charset="0"/>
                <a:cs typeface="Aharoni" panose="02010803020104030203" pitchFamily="2" charset="-79"/>
              </a:rPr>
              <a:t>02</a:t>
            </a:r>
            <a:endParaRPr lang="zh-CN" altLang="en-US" sz="4000" dirty="0">
              <a:solidFill>
                <a:srgbClr val="605E5E"/>
              </a:solidFill>
              <a:latin typeface="Impact" panose="020B0806030902050204" pitchFamily="34" charset="0"/>
              <a:cs typeface="Aharoni" panose="02010803020104030203" pitchFamily="2" charset="-79"/>
            </a:endParaRPr>
          </a:p>
        </p:txBody>
      </p:sp>
      <p:sp>
        <p:nvSpPr>
          <p:cNvPr id="137" name="文本框 136"/>
          <p:cNvSpPr txBox="1"/>
          <p:nvPr/>
        </p:nvSpPr>
        <p:spPr>
          <a:xfrm>
            <a:off x="8633817" y="2633941"/>
            <a:ext cx="1498039" cy="369332"/>
          </a:xfrm>
          <a:prstGeom prst="rect">
            <a:avLst/>
          </a:prstGeom>
          <a:noFill/>
        </p:spPr>
        <p:txBody>
          <a:bodyPr wrap="none" rtlCol="0">
            <a:spAutoFit/>
          </a:bodyPr>
          <a:lstStyle/>
          <a:p>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Sample Text</a:t>
            </a:r>
            <a:r>
              <a:rPr lang="en-US" altLang="zh-CN" dirty="0">
                <a:solidFill>
                  <a:srgbClr val="859291"/>
                </a:solidFill>
                <a:latin typeface="Tahoma" panose="020B0604030504040204" pitchFamily="34" charset="0"/>
                <a:ea typeface="Tahoma" panose="020B0604030504040204" pitchFamily="34" charset="0"/>
                <a:cs typeface="Tahoma" panose="020B0604030504040204" pitchFamily="34" charset="0"/>
              </a:rPr>
              <a:t>.</a:t>
            </a:r>
            <a:endParaRPr lang="zh-CN" altLang="en-US" dirty="0">
              <a:solidFill>
                <a:srgbClr val="859291"/>
              </a:solidFill>
              <a:latin typeface="Tahoma" panose="020B0604030504040204" pitchFamily="34" charset="0"/>
              <a:cs typeface="Tahoma" panose="020B0604030504040204" pitchFamily="34" charset="0"/>
            </a:endParaRPr>
          </a:p>
        </p:txBody>
      </p:sp>
      <p:sp>
        <p:nvSpPr>
          <p:cNvPr id="138" name="文本框 137"/>
          <p:cNvSpPr txBox="1"/>
          <p:nvPr/>
        </p:nvSpPr>
        <p:spPr>
          <a:xfrm>
            <a:off x="7839589" y="4415254"/>
            <a:ext cx="716863" cy="707886"/>
          </a:xfrm>
          <a:prstGeom prst="rect">
            <a:avLst/>
          </a:prstGeom>
          <a:noFill/>
        </p:spPr>
        <p:txBody>
          <a:bodyPr wrap="none" rtlCol="0">
            <a:spAutoFit/>
          </a:bodyPr>
          <a:lstStyle/>
          <a:p>
            <a:r>
              <a:rPr lang="en-US" altLang="zh-CN" sz="4000" dirty="0">
                <a:solidFill>
                  <a:srgbClr val="605E5E"/>
                </a:solidFill>
                <a:latin typeface="Impact" panose="020B0806030902050204" pitchFamily="34" charset="0"/>
                <a:cs typeface="Aharoni" panose="02010803020104030203" pitchFamily="2" charset="-79"/>
              </a:rPr>
              <a:t>04</a:t>
            </a:r>
            <a:endParaRPr lang="zh-CN" altLang="en-US" sz="4000" dirty="0">
              <a:solidFill>
                <a:srgbClr val="605E5E"/>
              </a:solidFill>
              <a:latin typeface="Impact" panose="020B0806030902050204" pitchFamily="34" charset="0"/>
              <a:cs typeface="Aharoni" panose="02010803020104030203" pitchFamily="2" charset="-79"/>
            </a:endParaRPr>
          </a:p>
        </p:txBody>
      </p:sp>
      <p:sp>
        <p:nvSpPr>
          <p:cNvPr id="139" name="文本框 138"/>
          <p:cNvSpPr txBox="1"/>
          <p:nvPr/>
        </p:nvSpPr>
        <p:spPr>
          <a:xfrm>
            <a:off x="8472488" y="4584531"/>
            <a:ext cx="1498039" cy="369332"/>
          </a:xfrm>
          <a:prstGeom prst="rect">
            <a:avLst/>
          </a:prstGeom>
          <a:noFill/>
        </p:spPr>
        <p:txBody>
          <a:bodyPr wrap="none" rtlCol="0">
            <a:spAutoFit/>
          </a:bodyPr>
          <a:lstStyle/>
          <a:p>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Sample Text</a:t>
            </a:r>
            <a:r>
              <a:rPr lang="en-US" altLang="zh-CN" dirty="0">
                <a:solidFill>
                  <a:srgbClr val="859291"/>
                </a:solidFill>
                <a:latin typeface="Tahoma" panose="020B0604030504040204" pitchFamily="34" charset="0"/>
                <a:ea typeface="Tahoma" panose="020B0604030504040204" pitchFamily="34" charset="0"/>
                <a:cs typeface="Tahoma" panose="020B0604030504040204" pitchFamily="34" charset="0"/>
              </a:rPr>
              <a:t>.</a:t>
            </a:r>
            <a:endParaRPr lang="zh-CN" altLang="en-US" dirty="0">
              <a:solidFill>
                <a:srgbClr val="859291"/>
              </a:solidFill>
              <a:latin typeface="Tahoma" panose="020B0604030504040204" pitchFamily="34" charset="0"/>
              <a:cs typeface="Tahoma" panose="020B0604030504040204" pitchFamily="34" charset="0"/>
            </a:endParaRPr>
          </a:p>
        </p:txBody>
      </p:sp>
      <p:sp>
        <p:nvSpPr>
          <p:cNvPr id="140" name="文本框 139"/>
          <p:cNvSpPr txBox="1"/>
          <p:nvPr/>
        </p:nvSpPr>
        <p:spPr>
          <a:xfrm>
            <a:off x="8472488" y="5807064"/>
            <a:ext cx="736099" cy="707886"/>
          </a:xfrm>
          <a:prstGeom prst="rect">
            <a:avLst/>
          </a:prstGeom>
          <a:noFill/>
        </p:spPr>
        <p:txBody>
          <a:bodyPr wrap="none" rtlCol="0">
            <a:spAutoFit/>
          </a:bodyPr>
          <a:lstStyle/>
          <a:p>
            <a:r>
              <a:rPr lang="en-US" altLang="zh-CN" sz="4000" dirty="0">
                <a:solidFill>
                  <a:srgbClr val="605E5E"/>
                </a:solidFill>
                <a:latin typeface="Impact" panose="020B0806030902050204" pitchFamily="34" charset="0"/>
                <a:cs typeface="Aharoni" panose="02010803020104030203" pitchFamily="2" charset="-79"/>
              </a:rPr>
              <a:t>05</a:t>
            </a:r>
            <a:endParaRPr lang="zh-CN" altLang="en-US" sz="4000" dirty="0">
              <a:solidFill>
                <a:srgbClr val="605E5E"/>
              </a:solidFill>
              <a:latin typeface="Impact" panose="020B0806030902050204" pitchFamily="34" charset="0"/>
              <a:cs typeface="Aharoni" panose="02010803020104030203" pitchFamily="2" charset="-79"/>
            </a:endParaRPr>
          </a:p>
        </p:txBody>
      </p:sp>
      <p:sp>
        <p:nvSpPr>
          <p:cNvPr id="141" name="文本框 140"/>
          <p:cNvSpPr txBox="1"/>
          <p:nvPr/>
        </p:nvSpPr>
        <p:spPr>
          <a:xfrm>
            <a:off x="7740878" y="6384044"/>
            <a:ext cx="1498039" cy="369332"/>
          </a:xfrm>
          <a:prstGeom prst="rect">
            <a:avLst/>
          </a:prstGeom>
          <a:noFill/>
        </p:spPr>
        <p:txBody>
          <a:bodyPr wrap="none" rtlCol="0">
            <a:spAutoFit/>
          </a:bodyPr>
          <a:lstStyle/>
          <a:p>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Sample Text</a:t>
            </a:r>
            <a:r>
              <a:rPr lang="en-US" altLang="zh-CN" dirty="0">
                <a:solidFill>
                  <a:srgbClr val="859291"/>
                </a:solidFill>
                <a:latin typeface="Tahoma" panose="020B0604030504040204" pitchFamily="34" charset="0"/>
                <a:ea typeface="Tahoma" panose="020B0604030504040204" pitchFamily="34" charset="0"/>
                <a:cs typeface="Tahoma" panose="020B0604030504040204" pitchFamily="34" charset="0"/>
              </a:rPr>
              <a:t>.</a:t>
            </a:r>
            <a:endParaRPr lang="zh-CN" altLang="en-US" dirty="0">
              <a:solidFill>
                <a:srgbClr val="859291"/>
              </a:solidFill>
              <a:latin typeface="Tahoma" panose="020B0604030504040204" pitchFamily="34" charset="0"/>
              <a:cs typeface="Tahoma" panose="020B0604030504040204" pitchFamily="34" charset="0"/>
            </a:endParaRPr>
          </a:p>
        </p:txBody>
      </p:sp>
      <p:sp>
        <p:nvSpPr>
          <p:cNvPr id="142" name="文本框 141"/>
          <p:cNvSpPr txBox="1"/>
          <p:nvPr/>
        </p:nvSpPr>
        <p:spPr>
          <a:xfrm>
            <a:off x="7487386" y="2491178"/>
            <a:ext cx="732893" cy="707886"/>
          </a:xfrm>
          <a:prstGeom prst="rect">
            <a:avLst/>
          </a:prstGeom>
          <a:noFill/>
        </p:spPr>
        <p:txBody>
          <a:bodyPr wrap="none" rtlCol="0">
            <a:spAutoFit/>
          </a:bodyPr>
          <a:lstStyle/>
          <a:p>
            <a:r>
              <a:rPr lang="en-US" altLang="zh-CN" sz="4000" dirty="0">
                <a:solidFill>
                  <a:srgbClr val="605E5E"/>
                </a:solidFill>
                <a:latin typeface="Impact" panose="020B0806030902050204" pitchFamily="34" charset="0"/>
                <a:cs typeface="Aharoni" panose="02010803020104030203" pitchFamily="2" charset="-79"/>
              </a:rPr>
              <a:t>03</a:t>
            </a:r>
            <a:endParaRPr lang="zh-CN" altLang="en-US" sz="4000" dirty="0">
              <a:solidFill>
                <a:srgbClr val="605E5E"/>
              </a:solidFill>
              <a:latin typeface="Impact" panose="020B0806030902050204" pitchFamily="34" charset="0"/>
              <a:cs typeface="Aharoni" panose="02010803020104030203" pitchFamily="2" charset="-79"/>
            </a:endParaRPr>
          </a:p>
        </p:txBody>
      </p:sp>
      <p:sp>
        <p:nvSpPr>
          <p:cNvPr id="143" name="文本框 142"/>
          <p:cNvSpPr txBox="1"/>
          <p:nvPr/>
        </p:nvSpPr>
        <p:spPr>
          <a:xfrm>
            <a:off x="6755776" y="3068158"/>
            <a:ext cx="1498039" cy="369332"/>
          </a:xfrm>
          <a:prstGeom prst="rect">
            <a:avLst/>
          </a:prstGeom>
          <a:noFill/>
        </p:spPr>
        <p:txBody>
          <a:bodyPr wrap="none" rtlCol="0">
            <a:spAutoFit/>
          </a:bodyPr>
          <a:lstStyle/>
          <a:p>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Sample Text</a:t>
            </a:r>
            <a:r>
              <a:rPr lang="en-US" altLang="zh-CN" dirty="0">
                <a:solidFill>
                  <a:srgbClr val="859291"/>
                </a:solidFill>
                <a:latin typeface="Tahoma" panose="020B0604030504040204" pitchFamily="34" charset="0"/>
                <a:ea typeface="Tahoma" panose="020B0604030504040204" pitchFamily="34" charset="0"/>
                <a:cs typeface="Tahoma" panose="020B0604030504040204" pitchFamily="34" charset="0"/>
              </a:rPr>
              <a:t>.</a:t>
            </a:r>
            <a:endParaRPr lang="zh-CN" altLang="en-US" dirty="0">
              <a:solidFill>
                <a:srgbClr val="859291"/>
              </a:solidFill>
              <a:latin typeface="Tahoma" panose="020B0604030504040204" pitchFamily="34" charset="0"/>
              <a:cs typeface="Tahoma" panose="020B0604030504040204" pitchFamily="34" charset="0"/>
            </a:endParaRPr>
          </a:p>
        </p:txBody>
      </p:sp>
      <p:sp>
        <p:nvSpPr>
          <p:cNvPr id="122"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五项递进</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282157950"/>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 name="Freeform 60"/>
          <p:cNvSpPr>
            <a:spLocks/>
          </p:cNvSpPr>
          <p:nvPr/>
        </p:nvSpPr>
        <p:spPr bwMode="auto">
          <a:xfrm>
            <a:off x="839912" y="3378804"/>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 name="文本框 86"/>
          <p:cNvSpPr txBox="1"/>
          <p:nvPr/>
        </p:nvSpPr>
        <p:spPr>
          <a:xfrm>
            <a:off x="773064" y="4178405"/>
            <a:ext cx="4690338" cy="2135521"/>
          </a:xfrm>
          <a:prstGeom prst="rect">
            <a:avLst/>
          </a:prstGeom>
          <a:noFill/>
        </p:spPr>
        <p:txBody>
          <a:bodyPr wrap="square" rtlCol="0">
            <a:spAutoFit/>
          </a:bodyPr>
          <a:lstStyle/>
          <a:p>
            <a:pPr marL="285750" indent="-285750">
              <a:lnSpc>
                <a:spcPct val="120000"/>
              </a:lnSpc>
              <a:spcBef>
                <a:spcPts val="200"/>
              </a:spcBef>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网络图片临摹改编，矢量图标可修改；</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spcBef>
                <a:spcPts val="200"/>
              </a:spcBef>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左两个白色凹形微立体为</a:t>
            </a:r>
            <a:r>
              <a:rPr lang="en-US" altLang="zh-CN" dirty="0">
                <a:solidFill>
                  <a:prstClr val="black">
                    <a:lumMod val="65000"/>
                    <a:lumOff val="35000"/>
                  </a:prstClr>
                </a:solidFill>
                <a:latin typeface="微软雅黑" panose="020B0503020204020204" pitchFamily="34" charset="-122"/>
              </a:rPr>
              <a:t>PNG</a:t>
            </a:r>
            <a:r>
              <a:rPr lang="zh-CN" altLang="en-US" dirty="0">
                <a:solidFill>
                  <a:prstClr val="black">
                    <a:lumMod val="65000"/>
                    <a:lumOff val="35000"/>
                  </a:prstClr>
                </a:solidFill>
                <a:latin typeface="微软雅黑" panose="020B0503020204020204" pitchFamily="34" charset="-122"/>
              </a:rPr>
              <a:t>格式，右三个为</a:t>
            </a:r>
            <a:r>
              <a:rPr lang="en-US" altLang="zh-CN" dirty="0">
                <a:solidFill>
                  <a:prstClr val="black">
                    <a:lumMod val="65000"/>
                    <a:lumOff val="35000"/>
                  </a:prstClr>
                </a:solidFill>
                <a:latin typeface="微软雅黑" panose="020B0503020204020204" pitchFamily="34" charset="-122"/>
              </a:rPr>
              <a:t>PPT</a:t>
            </a:r>
            <a:r>
              <a:rPr lang="zh-CN" altLang="en-US" dirty="0">
                <a:solidFill>
                  <a:prstClr val="black">
                    <a:lumMod val="65000"/>
                    <a:lumOff val="35000"/>
                  </a:prstClr>
                </a:solidFill>
                <a:latin typeface="微软雅黑" panose="020B0503020204020204" pitchFamily="34" charset="-122"/>
              </a:rPr>
              <a:t>设置，可自行选择；</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spcBef>
                <a:spcPts val="200"/>
              </a:spcBef>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第一个黄色凹形微立体为</a:t>
            </a:r>
            <a:r>
              <a:rPr lang="en-US" altLang="zh-CN" dirty="0">
                <a:solidFill>
                  <a:prstClr val="black">
                    <a:lumMod val="65000"/>
                    <a:lumOff val="35000"/>
                  </a:prstClr>
                </a:solidFill>
                <a:latin typeface="微软雅黑" panose="020B0503020204020204" pitchFamily="34" charset="-122"/>
              </a:rPr>
              <a:t>PPT</a:t>
            </a:r>
            <a:r>
              <a:rPr lang="zh-CN" altLang="en-US" dirty="0">
                <a:solidFill>
                  <a:prstClr val="black">
                    <a:lumMod val="65000"/>
                    <a:lumOff val="35000"/>
                  </a:prstClr>
                </a:solidFill>
                <a:latin typeface="微软雅黑" panose="020B0503020204020204" pitchFamily="34" charset="-122"/>
              </a:rPr>
              <a:t>设置，可作为修改颜色时的设置参考；</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spcBef>
                <a:spcPts val="200"/>
              </a:spcBef>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请注意阴影的个性化设置，可参考。</a:t>
            </a:r>
            <a:endParaRPr lang="en-US" altLang="zh-CN" dirty="0">
              <a:solidFill>
                <a:prstClr val="black">
                  <a:lumMod val="65000"/>
                  <a:lumOff val="35000"/>
                </a:prstClr>
              </a:solidFill>
              <a:latin typeface="微软雅黑" panose="020B0503020204020204" pitchFamily="34" charset="-122"/>
            </a:endParaRPr>
          </a:p>
        </p:txBody>
      </p:sp>
      <p:sp>
        <p:nvSpPr>
          <p:cNvPr id="88" name="圆角矩形 87"/>
          <p:cNvSpPr/>
          <p:nvPr/>
        </p:nvSpPr>
        <p:spPr>
          <a:xfrm>
            <a:off x="1507604" y="3538089"/>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89" name="等腰三角形 88"/>
          <p:cNvSpPr/>
          <p:nvPr/>
        </p:nvSpPr>
        <p:spPr>
          <a:xfrm rot="16200000">
            <a:off x="1432972" y="3605633"/>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40"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五项递进</a:t>
            </a:r>
            <a:endParaRPr lang="zh-CN" altLang="zh-CN" sz="2800" b="1" dirty="0">
              <a:solidFill>
                <a:schemeClr val="tx1">
                  <a:lumMod val="65000"/>
                  <a:lumOff val="35000"/>
                </a:schemeClr>
              </a:solidFill>
            </a:endParaRPr>
          </a:p>
        </p:txBody>
      </p:sp>
      <p:sp>
        <p:nvSpPr>
          <p:cNvPr id="41" name="Freeform 10"/>
          <p:cNvSpPr>
            <a:spLocks/>
          </p:cNvSpPr>
          <p:nvPr/>
        </p:nvSpPr>
        <p:spPr bwMode="auto">
          <a:xfrm>
            <a:off x="6165539" y="89092"/>
            <a:ext cx="5594403" cy="6523338"/>
          </a:xfrm>
          <a:custGeom>
            <a:avLst/>
            <a:gdLst>
              <a:gd name="T0" fmla="*/ 432 w 680"/>
              <a:gd name="T1" fmla="*/ 430 h 794"/>
              <a:gd name="T2" fmla="*/ 461 w 680"/>
              <a:gd name="T3" fmla="*/ 417 h 794"/>
              <a:gd name="T4" fmla="*/ 573 w 680"/>
              <a:gd name="T5" fmla="*/ 504 h 794"/>
              <a:gd name="T6" fmla="*/ 573 w 680"/>
              <a:gd name="T7" fmla="*/ 290 h 794"/>
              <a:gd name="T8" fmla="*/ 461 w 680"/>
              <a:gd name="T9" fmla="*/ 377 h 794"/>
              <a:gd name="T10" fmla="*/ 432 w 680"/>
              <a:gd name="T11" fmla="*/ 365 h 794"/>
              <a:gd name="T12" fmla="*/ 355 w 680"/>
              <a:gd name="T13" fmla="*/ 336 h 794"/>
              <a:gd name="T14" fmla="*/ 369 w 680"/>
              <a:gd name="T15" fmla="*/ 253 h 794"/>
              <a:gd name="T16" fmla="*/ 356 w 680"/>
              <a:gd name="T17" fmla="*/ 169 h 794"/>
              <a:gd name="T18" fmla="*/ 432 w 680"/>
              <a:gd name="T19" fmla="*/ 140 h 794"/>
              <a:gd name="T20" fmla="*/ 461 w 680"/>
              <a:gd name="T21" fmla="*/ 128 h 794"/>
              <a:gd name="T22" fmla="*/ 573 w 680"/>
              <a:gd name="T23" fmla="*/ 215 h 794"/>
              <a:gd name="T24" fmla="*/ 573 w 680"/>
              <a:gd name="T25" fmla="*/ 0 h 794"/>
              <a:gd name="T26" fmla="*/ 461 w 680"/>
              <a:gd name="T27" fmla="*/ 87 h 794"/>
              <a:gd name="T28" fmla="*/ 432 w 680"/>
              <a:gd name="T29" fmla="*/ 75 h 794"/>
              <a:gd name="T30" fmla="*/ 311 w 680"/>
              <a:gd name="T31" fmla="*/ 107 h 794"/>
              <a:gd name="T32" fmla="*/ 325 w 680"/>
              <a:gd name="T33" fmla="*/ 191 h 794"/>
              <a:gd name="T34" fmla="*/ 248 w 680"/>
              <a:gd name="T35" fmla="*/ 220 h 794"/>
              <a:gd name="T36" fmla="*/ 219 w 680"/>
              <a:gd name="T37" fmla="*/ 233 h 794"/>
              <a:gd name="T38" fmla="*/ 107 w 680"/>
              <a:gd name="T39" fmla="*/ 146 h 794"/>
              <a:gd name="T40" fmla="*/ 107 w 680"/>
              <a:gd name="T41" fmla="*/ 360 h 794"/>
              <a:gd name="T42" fmla="*/ 219 w 680"/>
              <a:gd name="T43" fmla="*/ 273 h 794"/>
              <a:gd name="T44" fmla="*/ 248 w 680"/>
              <a:gd name="T45" fmla="*/ 286 h 794"/>
              <a:gd name="T46" fmla="*/ 324 w 680"/>
              <a:gd name="T47" fmla="*/ 315 h 794"/>
              <a:gd name="T48" fmla="*/ 311 w 680"/>
              <a:gd name="T49" fmla="*/ 397 h 794"/>
              <a:gd name="T50" fmla="*/ 325 w 680"/>
              <a:gd name="T51" fmla="*/ 481 h 794"/>
              <a:gd name="T52" fmla="*/ 248 w 680"/>
              <a:gd name="T53" fmla="*/ 510 h 794"/>
              <a:gd name="T54" fmla="*/ 219 w 680"/>
              <a:gd name="T55" fmla="*/ 522 h 794"/>
              <a:gd name="T56" fmla="*/ 107 w 680"/>
              <a:gd name="T57" fmla="*/ 435 h 794"/>
              <a:gd name="T58" fmla="*/ 107 w 680"/>
              <a:gd name="T59" fmla="*/ 649 h 794"/>
              <a:gd name="T60" fmla="*/ 219 w 680"/>
              <a:gd name="T61" fmla="*/ 562 h 794"/>
              <a:gd name="T62" fmla="*/ 248 w 680"/>
              <a:gd name="T63" fmla="*/ 575 h 794"/>
              <a:gd name="T64" fmla="*/ 324 w 680"/>
              <a:gd name="T65" fmla="*/ 604 h 794"/>
              <a:gd name="T66" fmla="*/ 311 w 680"/>
              <a:gd name="T67" fmla="*/ 687 h 794"/>
              <a:gd name="T68" fmla="*/ 432 w 680"/>
              <a:gd name="T69" fmla="*/ 719 h 794"/>
              <a:gd name="T70" fmla="*/ 461 w 680"/>
              <a:gd name="T71" fmla="*/ 707 h 794"/>
              <a:gd name="T72" fmla="*/ 573 w 680"/>
              <a:gd name="T73" fmla="*/ 794 h 794"/>
              <a:gd name="T74" fmla="*/ 573 w 680"/>
              <a:gd name="T75" fmla="*/ 580 h 794"/>
              <a:gd name="T76" fmla="*/ 461 w 680"/>
              <a:gd name="T77" fmla="*/ 667 h 794"/>
              <a:gd name="T78" fmla="*/ 432 w 680"/>
              <a:gd name="T79" fmla="*/ 654 h 794"/>
              <a:gd name="T80" fmla="*/ 355 w 680"/>
              <a:gd name="T81" fmla="*/ 625 h 794"/>
              <a:gd name="T82" fmla="*/ 369 w 680"/>
              <a:gd name="T83" fmla="*/ 542 h 794"/>
              <a:gd name="T84" fmla="*/ 356 w 680"/>
              <a:gd name="T85" fmla="*/ 459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80" h="794">
                <a:moveTo>
                  <a:pt x="376" y="462"/>
                </a:moveTo>
                <a:cubicBezTo>
                  <a:pt x="400" y="462"/>
                  <a:pt x="421" y="449"/>
                  <a:pt x="432" y="430"/>
                </a:cubicBezTo>
                <a:cubicBezTo>
                  <a:pt x="432" y="430"/>
                  <a:pt x="439" y="417"/>
                  <a:pt x="445" y="417"/>
                </a:cubicBezTo>
                <a:cubicBezTo>
                  <a:pt x="461" y="417"/>
                  <a:pt x="461" y="417"/>
                  <a:pt x="461" y="417"/>
                </a:cubicBezTo>
                <a:cubicBezTo>
                  <a:pt x="468" y="417"/>
                  <a:pt x="472" y="434"/>
                  <a:pt x="472" y="434"/>
                </a:cubicBezTo>
                <a:cubicBezTo>
                  <a:pt x="487" y="475"/>
                  <a:pt x="527" y="504"/>
                  <a:pt x="573" y="504"/>
                </a:cubicBezTo>
                <a:cubicBezTo>
                  <a:pt x="632" y="504"/>
                  <a:pt x="680" y="456"/>
                  <a:pt x="680" y="397"/>
                </a:cubicBezTo>
                <a:cubicBezTo>
                  <a:pt x="680" y="338"/>
                  <a:pt x="632" y="290"/>
                  <a:pt x="573" y="290"/>
                </a:cubicBezTo>
                <a:cubicBezTo>
                  <a:pt x="527" y="290"/>
                  <a:pt x="487" y="319"/>
                  <a:pt x="472" y="361"/>
                </a:cubicBezTo>
                <a:cubicBezTo>
                  <a:pt x="472" y="361"/>
                  <a:pt x="468" y="377"/>
                  <a:pt x="461" y="377"/>
                </a:cubicBezTo>
                <a:cubicBezTo>
                  <a:pt x="445" y="377"/>
                  <a:pt x="445" y="377"/>
                  <a:pt x="445" y="377"/>
                </a:cubicBezTo>
                <a:cubicBezTo>
                  <a:pt x="439" y="377"/>
                  <a:pt x="432" y="365"/>
                  <a:pt x="432" y="365"/>
                </a:cubicBezTo>
                <a:cubicBezTo>
                  <a:pt x="421" y="345"/>
                  <a:pt x="400" y="332"/>
                  <a:pt x="376" y="332"/>
                </a:cubicBezTo>
                <a:cubicBezTo>
                  <a:pt x="369" y="332"/>
                  <a:pt x="362" y="334"/>
                  <a:pt x="355" y="336"/>
                </a:cubicBezTo>
                <a:cubicBezTo>
                  <a:pt x="340" y="307"/>
                  <a:pt x="340" y="307"/>
                  <a:pt x="340" y="307"/>
                </a:cubicBezTo>
                <a:cubicBezTo>
                  <a:pt x="358" y="295"/>
                  <a:pt x="369" y="276"/>
                  <a:pt x="369" y="253"/>
                </a:cubicBezTo>
                <a:cubicBezTo>
                  <a:pt x="369" y="231"/>
                  <a:pt x="358" y="211"/>
                  <a:pt x="341" y="199"/>
                </a:cubicBezTo>
                <a:cubicBezTo>
                  <a:pt x="356" y="169"/>
                  <a:pt x="356" y="169"/>
                  <a:pt x="356" y="169"/>
                </a:cubicBezTo>
                <a:cubicBezTo>
                  <a:pt x="362" y="171"/>
                  <a:pt x="369" y="172"/>
                  <a:pt x="376" y="172"/>
                </a:cubicBezTo>
                <a:cubicBezTo>
                  <a:pt x="400" y="172"/>
                  <a:pt x="421" y="160"/>
                  <a:pt x="432" y="140"/>
                </a:cubicBezTo>
                <a:cubicBezTo>
                  <a:pt x="432" y="140"/>
                  <a:pt x="439" y="128"/>
                  <a:pt x="445" y="128"/>
                </a:cubicBezTo>
                <a:cubicBezTo>
                  <a:pt x="461" y="128"/>
                  <a:pt x="461" y="128"/>
                  <a:pt x="461" y="128"/>
                </a:cubicBezTo>
                <a:cubicBezTo>
                  <a:pt x="468" y="128"/>
                  <a:pt x="472" y="144"/>
                  <a:pt x="472" y="144"/>
                </a:cubicBezTo>
                <a:cubicBezTo>
                  <a:pt x="487" y="185"/>
                  <a:pt x="527" y="215"/>
                  <a:pt x="573" y="215"/>
                </a:cubicBezTo>
                <a:cubicBezTo>
                  <a:pt x="632" y="215"/>
                  <a:pt x="680" y="167"/>
                  <a:pt x="680" y="107"/>
                </a:cubicBezTo>
                <a:cubicBezTo>
                  <a:pt x="680" y="48"/>
                  <a:pt x="632" y="0"/>
                  <a:pt x="573" y="0"/>
                </a:cubicBezTo>
                <a:cubicBezTo>
                  <a:pt x="527" y="0"/>
                  <a:pt x="487" y="30"/>
                  <a:pt x="472" y="71"/>
                </a:cubicBezTo>
                <a:cubicBezTo>
                  <a:pt x="472" y="71"/>
                  <a:pt x="468" y="87"/>
                  <a:pt x="461" y="87"/>
                </a:cubicBezTo>
                <a:cubicBezTo>
                  <a:pt x="445" y="87"/>
                  <a:pt x="445" y="87"/>
                  <a:pt x="445" y="87"/>
                </a:cubicBezTo>
                <a:cubicBezTo>
                  <a:pt x="439" y="87"/>
                  <a:pt x="432" y="75"/>
                  <a:pt x="432" y="75"/>
                </a:cubicBezTo>
                <a:cubicBezTo>
                  <a:pt x="421" y="55"/>
                  <a:pt x="400" y="42"/>
                  <a:pt x="376" y="42"/>
                </a:cubicBezTo>
                <a:cubicBezTo>
                  <a:pt x="340" y="42"/>
                  <a:pt x="311" y="72"/>
                  <a:pt x="311" y="107"/>
                </a:cubicBezTo>
                <a:cubicBezTo>
                  <a:pt x="311" y="130"/>
                  <a:pt x="322" y="150"/>
                  <a:pt x="340" y="162"/>
                </a:cubicBezTo>
                <a:cubicBezTo>
                  <a:pt x="325" y="191"/>
                  <a:pt x="325" y="191"/>
                  <a:pt x="325" y="191"/>
                </a:cubicBezTo>
                <a:cubicBezTo>
                  <a:pt x="318" y="189"/>
                  <a:pt x="311" y="188"/>
                  <a:pt x="304" y="188"/>
                </a:cubicBezTo>
                <a:cubicBezTo>
                  <a:pt x="280" y="188"/>
                  <a:pt x="259" y="201"/>
                  <a:pt x="248" y="220"/>
                </a:cubicBezTo>
                <a:cubicBezTo>
                  <a:pt x="248" y="220"/>
                  <a:pt x="242" y="233"/>
                  <a:pt x="235" y="233"/>
                </a:cubicBezTo>
                <a:cubicBezTo>
                  <a:pt x="219" y="233"/>
                  <a:pt x="219" y="233"/>
                  <a:pt x="219" y="233"/>
                </a:cubicBezTo>
                <a:cubicBezTo>
                  <a:pt x="212" y="233"/>
                  <a:pt x="208" y="216"/>
                  <a:pt x="208" y="216"/>
                </a:cubicBezTo>
                <a:cubicBezTo>
                  <a:pt x="193" y="175"/>
                  <a:pt x="154" y="146"/>
                  <a:pt x="107" y="146"/>
                </a:cubicBezTo>
                <a:cubicBezTo>
                  <a:pt x="48" y="146"/>
                  <a:pt x="0" y="194"/>
                  <a:pt x="0" y="253"/>
                </a:cubicBezTo>
                <a:cubicBezTo>
                  <a:pt x="0" y="312"/>
                  <a:pt x="48" y="360"/>
                  <a:pt x="107" y="360"/>
                </a:cubicBezTo>
                <a:cubicBezTo>
                  <a:pt x="154" y="360"/>
                  <a:pt x="193" y="331"/>
                  <a:pt x="208" y="290"/>
                </a:cubicBezTo>
                <a:cubicBezTo>
                  <a:pt x="208" y="290"/>
                  <a:pt x="212" y="273"/>
                  <a:pt x="219" y="273"/>
                </a:cubicBezTo>
                <a:cubicBezTo>
                  <a:pt x="235" y="273"/>
                  <a:pt x="235" y="273"/>
                  <a:pt x="235" y="273"/>
                </a:cubicBezTo>
                <a:cubicBezTo>
                  <a:pt x="242" y="273"/>
                  <a:pt x="248" y="286"/>
                  <a:pt x="248" y="286"/>
                </a:cubicBezTo>
                <a:cubicBezTo>
                  <a:pt x="259" y="305"/>
                  <a:pt x="280" y="318"/>
                  <a:pt x="304" y="318"/>
                </a:cubicBezTo>
                <a:cubicBezTo>
                  <a:pt x="311" y="318"/>
                  <a:pt x="318" y="317"/>
                  <a:pt x="324" y="315"/>
                </a:cubicBezTo>
                <a:cubicBezTo>
                  <a:pt x="339" y="344"/>
                  <a:pt x="339" y="344"/>
                  <a:pt x="339" y="344"/>
                </a:cubicBezTo>
                <a:cubicBezTo>
                  <a:pt x="322" y="356"/>
                  <a:pt x="311" y="375"/>
                  <a:pt x="311" y="397"/>
                </a:cubicBezTo>
                <a:cubicBezTo>
                  <a:pt x="311" y="420"/>
                  <a:pt x="322" y="440"/>
                  <a:pt x="340" y="451"/>
                </a:cubicBezTo>
                <a:cubicBezTo>
                  <a:pt x="325" y="481"/>
                  <a:pt x="325" y="481"/>
                  <a:pt x="325" y="481"/>
                </a:cubicBezTo>
                <a:cubicBezTo>
                  <a:pt x="318" y="479"/>
                  <a:pt x="311" y="477"/>
                  <a:pt x="304" y="477"/>
                </a:cubicBezTo>
                <a:cubicBezTo>
                  <a:pt x="280" y="477"/>
                  <a:pt x="259" y="490"/>
                  <a:pt x="248" y="510"/>
                </a:cubicBezTo>
                <a:cubicBezTo>
                  <a:pt x="248" y="510"/>
                  <a:pt x="242" y="522"/>
                  <a:pt x="235" y="522"/>
                </a:cubicBezTo>
                <a:cubicBezTo>
                  <a:pt x="219" y="522"/>
                  <a:pt x="219" y="522"/>
                  <a:pt x="219" y="522"/>
                </a:cubicBezTo>
                <a:cubicBezTo>
                  <a:pt x="212" y="522"/>
                  <a:pt x="208" y="506"/>
                  <a:pt x="208" y="506"/>
                </a:cubicBezTo>
                <a:cubicBezTo>
                  <a:pt x="193" y="464"/>
                  <a:pt x="154" y="435"/>
                  <a:pt x="107" y="435"/>
                </a:cubicBezTo>
                <a:cubicBezTo>
                  <a:pt x="48" y="435"/>
                  <a:pt x="0" y="483"/>
                  <a:pt x="0" y="542"/>
                </a:cubicBezTo>
                <a:cubicBezTo>
                  <a:pt x="0" y="602"/>
                  <a:pt x="48" y="649"/>
                  <a:pt x="107" y="649"/>
                </a:cubicBezTo>
                <a:cubicBezTo>
                  <a:pt x="154" y="649"/>
                  <a:pt x="193" y="620"/>
                  <a:pt x="208" y="579"/>
                </a:cubicBezTo>
                <a:cubicBezTo>
                  <a:pt x="208" y="579"/>
                  <a:pt x="212" y="562"/>
                  <a:pt x="219" y="562"/>
                </a:cubicBezTo>
                <a:cubicBezTo>
                  <a:pt x="235" y="562"/>
                  <a:pt x="235" y="562"/>
                  <a:pt x="235" y="562"/>
                </a:cubicBezTo>
                <a:cubicBezTo>
                  <a:pt x="242" y="562"/>
                  <a:pt x="248" y="575"/>
                  <a:pt x="248" y="575"/>
                </a:cubicBezTo>
                <a:cubicBezTo>
                  <a:pt x="259" y="594"/>
                  <a:pt x="280" y="607"/>
                  <a:pt x="304" y="607"/>
                </a:cubicBezTo>
                <a:cubicBezTo>
                  <a:pt x="311" y="607"/>
                  <a:pt x="318" y="606"/>
                  <a:pt x="324" y="604"/>
                </a:cubicBezTo>
                <a:cubicBezTo>
                  <a:pt x="339" y="633"/>
                  <a:pt x="339" y="633"/>
                  <a:pt x="339" y="633"/>
                </a:cubicBezTo>
                <a:cubicBezTo>
                  <a:pt x="322" y="645"/>
                  <a:pt x="311" y="665"/>
                  <a:pt x="311" y="687"/>
                </a:cubicBezTo>
                <a:cubicBezTo>
                  <a:pt x="311" y="723"/>
                  <a:pt x="340" y="752"/>
                  <a:pt x="376" y="752"/>
                </a:cubicBezTo>
                <a:cubicBezTo>
                  <a:pt x="400" y="752"/>
                  <a:pt x="421" y="739"/>
                  <a:pt x="432" y="719"/>
                </a:cubicBezTo>
                <a:cubicBezTo>
                  <a:pt x="432" y="719"/>
                  <a:pt x="439" y="707"/>
                  <a:pt x="445" y="707"/>
                </a:cubicBezTo>
                <a:cubicBezTo>
                  <a:pt x="461" y="707"/>
                  <a:pt x="461" y="707"/>
                  <a:pt x="461" y="707"/>
                </a:cubicBezTo>
                <a:cubicBezTo>
                  <a:pt x="468" y="707"/>
                  <a:pt x="472" y="723"/>
                  <a:pt x="472" y="723"/>
                </a:cubicBezTo>
                <a:cubicBezTo>
                  <a:pt x="487" y="764"/>
                  <a:pt x="527" y="794"/>
                  <a:pt x="573" y="794"/>
                </a:cubicBezTo>
                <a:cubicBezTo>
                  <a:pt x="632" y="794"/>
                  <a:pt x="680" y="746"/>
                  <a:pt x="680" y="687"/>
                </a:cubicBezTo>
                <a:cubicBezTo>
                  <a:pt x="680" y="628"/>
                  <a:pt x="632" y="580"/>
                  <a:pt x="573" y="580"/>
                </a:cubicBezTo>
                <a:cubicBezTo>
                  <a:pt x="527" y="580"/>
                  <a:pt x="487" y="609"/>
                  <a:pt x="472" y="650"/>
                </a:cubicBezTo>
                <a:cubicBezTo>
                  <a:pt x="472" y="650"/>
                  <a:pt x="468" y="667"/>
                  <a:pt x="461" y="667"/>
                </a:cubicBezTo>
                <a:cubicBezTo>
                  <a:pt x="445" y="667"/>
                  <a:pt x="445" y="667"/>
                  <a:pt x="445" y="667"/>
                </a:cubicBezTo>
                <a:cubicBezTo>
                  <a:pt x="439" y="667"/>
                  <a:pt x="432" y="654"/>
                  <a:pt x="432" y="654"/>
                </a:cubicBezTo>
                <a:cubicBezTo>
                  <a:pt x="421" y="635"/>
                  <a:pt x="400" y="622"/>
                  <a:pt x="376" y="622"/>
                </a:cubicBezTo>
                <a:cubicBezTo>
                  <a:pt x="369" y="622"/>
                  <a:pt x="361" y="623"/>
                  <a:pt x="355" y="625"/>
                </a:cubicBezTo>
                <a:cubicBezTo>
                  <a:pt x="340" y="596"/>
                  <a:pt x="340" y="596"/>
                  <a:pt x="340" y="596"/>
                </a:cubicBezTo>
                <a:cubicBezTo>
                  <a:pt x="358" y="585"/>
                  <a:pt x="369" y="565"/>
                  <a:pt x="369" y="542"/>
                </a:cubicBezTo>
                <a:cubicBezTo>
                  <a:pt x="369" y="520"/>
                  <a:pt x="358" y="500"/>
                  <a:pt x="341" y="489"/>
                </a:cubicBezTo>
                <a:cubicBezTo>
                  <a:pt x="356" y="459"/>
                  <a:pt x="356" y="459"/>
                  <a:pt x="356" y="459"/>
                </a:cubicBezTo>
                <a:cubicBezTo>
                  <a:pt x="362" y="461"/>
                  <a:pt x="369" y="462"/>
                  <a:pt x="376" y="462"/>
                </a:cubicBezTo>
                <a:close/>
              </a:path>
            </a:pathLst>
          </a:custGeom>
          <a:gradFill flip="none" rotWithShape="1">
            <a:gsLst>
              <a:gs pos="0">
                <a:srgbClr val="D0CFCC"/>
              </a:gs>
              <a:gs pos="76000">
                <a:schemeClr val="bg1">
                  <a:lumMod val="85000"/>
                </a:schemeClr>
              </a:gs>
              <a:gs pos="100000">
                <a:srgbClr val="FEFCFB"/>
              </a:gs>
            </a:gsLst>
            <a:lin ang="10800000" scaled="1"/>
            <a:tileRect/>
          </a:gradFill>
          <a:ln w="9525">
            <a:solidFill>
              <a:schemeClr val="bg1"/>
            </a:solidFill>
            <a:round/>
            <a:headEnd/>
            <a:tailEnd/>
          </a:ln>
          <a:effectLst>
            <a:outerShdw blurRad="279400" dist="254000" dir="2700000" algn="tl"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zh-CN" altLang="en-US"/>
          </a:p>
        </p:txBody>
      </p:sp>
      <p:pic>
        <p:nvPicPr>
          <p:cNvPr id="42" name="图片 4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297452" y="1421784"/>
            <a:ext cx="1494000" cy="1494000"/>
          </a:xfrm>
          <a:prstGeom prst="rect">
            <a:avLst/>
          </a:prstGeom>
          <a:effectLst>
            <a:outerShdw blurRad="266700" dist="127000" dir="2700000" sx="101000" sy="101000" algn="tl" rotWithShape="0">
              <a:prstClr val="black">
                <a:alpha val="30000"/>
              </a:prstClr>
            </a:outerShdw>
          </a:effectLst>
        </p:spPr>
      </p:pic>
      <p:pic>
        <p:nvPicPr>
          <p:cNvPr id="43" name="图片 4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284290" y="584623"/>
            <a:ext cx="1371327" cy="5544000"/>
          </a:xfrm>
          <a:prstGeom prst="rect">
            <a:avLst/>
          </a:prstGeom>
          <a:effectLst>
            <a:outerShdw blurRad="266700" dist="127000" dir="2700000" sx="101000" sy="101000" algn="tl" rotWithShape="0">
              <a:prstClr val="black">
                <a:alpha val="30000"/>
              </a:prstClr>
            </a:outerShdw>
          </a:effectLst>
        </p:spPr>
      </p:pic>
      <p:sp>
        <p:nvSpPr>
          <p:cNvPr id="44" name="椭圆 43"/>
          <p:cNvSpPr/>
          <p:nvPr/>
        </p:nvSpPr>
        <p:spPr>
          <a:xfrm>
            <a:off x="8849766" y="563728"/>
            <a:ext cx="813199" cy="813199"/>
          </a:xfrm>
          <a:prstGeom prst="ellipse">
            <a:avLst/>
          </a:prstGeom>
          <a:gradFill flip="none" rotWithShape="1">
            <a:gsLst>
              <a:gs pos="0">
                <a:srgbClr val="F4962B"/>
              </a:gs>
              <a:gs pos="100000">
                <a:srgbClr val="FED562"/>
              </a:gs>
            </a:gsLst>
            <a:lin ang="2700000" scaled="1"/>
            <a:tileRect/>
          </a:gradFill>
          <a:ln w="28575">
            <a:gradFill flip="none" rotWithShape="1">
              <a:gsLst>
                <a:gs pos="0">
                  <a:srgbClr val="FED255"/>
                </a:gs>
                <a:gs pos="0">
                  <a:srgbClr val="F4962B"/>
                </a:gs>
                <a:gs pos="100000">
                  <a:srgbClr val="FED562"/>
                </a:gs>
              </a:gsLst>
              <a:lin ang="13500000" scaled="0"/>
              <a:tileRect/>
            </a:gradFill>
          </a:ln>
          <a:effectLst>
            <a:outerShdw blurRad="228600" dist="101600" dir="2700000" algn="tl" rotWithShape="0">
              <a:prstClr val="black">
                <a:alpha val="3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5" name="文本框 44"/>
          <p:cNvSpPr txBox="1"/>
          <p:nvPr/>
        </p:nvSpPr>
        <p:spPr>
          <a:xfrm>
            <a:off x="8988722" y="634533"/>
            <a:ext cx="535724" cy="369332"/>
          </a:xfrm>
          <a:prstGeom prst="rect">
            <a:avLst/>
          </a:prstGeom>
          <a:noFill/>
        </p:spPr>
        <p:txBody>
          <a:bodyPr wrap="none" rtlCol="0">
            <a:spAutoFit/>
          </a:bodyPr>
          <a:lstStyle/>
          <a:p>
            <a:r>
              <a:rPr lang="en-US" altLang="zh-CN" dirty="0">
                <a:solidFill>
                  <a:schemeClr val="bg1"/>
                </a:solidFill>
                <a:latin typeface="Agency FB" panose="020B0503020202020204" pitchFamily="34" charset="0"/>
              </a:rPr>
              <a:t>STEP</a:t>
            </a:r>
          </a:p>
        </p:txBody>
      </p:sp>
      <p:sp>
        <p:nvSpPr>
          <p:cNvPr id="46" name="文本框 45"/>
          <p:cNvSpPr txBox="1"/>
          <p:nvPr/>
        </p:nvSpPr>
        <p:spPr>
          <a:xfrm>
            <a:off x="8988722" y="840599"/>
            <a:ext cx="513282" cy="523220"/>
          </a:xfrm>
          <a:prstGeom prst="rect">
            <a:avLst/>
          </a:prstGeom>
          <a:noFill/>
        </p:spPr>
        <p:txBody>
          <a:bodyPr wrap="none" rtlCol="0">
            <a:spAutoFit/>
          </a:bodyPr>
          <a:lstStyle/>
          <a:p>
            <a:r>
              <a:rPr lang="en-US" altLang="zh-CN" sz="2800" dirty="0">
                <a:solidFill>
                  <a:schemeClr val="bg1"/>
                </a:solidFill>
                <a:effectLst>
                  <a:outerShdw blurRad="177800" dist="101600" dir="2700000" algn="tl" rotWithShape="0">
                    <a:prstClr val="black">
                      <a:alpha val="37000"/>
                    </a:prstClr>
                  </a:outerShdw>
                </a:effectLst>
                <a:latin typeface="Impact" panose="020B0806030902050204" pitchFamily="34" charset="0"/>
              </a:rPr>
              <a:t>01</a:t>
            </a:r>
            <a:endParaRPr lang="zh-CN" altLang="en-US" sz="2800" dirty="0">
              <a:solidFill>
                <a:schemeClr val="bg1"/>
              </a:solidFill>
              <a:effectLst>
                <a:outerShdw blurRad="177800" dist="101600" dir="2700000" algn="tl" rotWithShape="0">
                  <a:prstClr val="black">
                    <a:alpha val="37000"/>
                  </a:prstClr>
                </a:outerShdw>
              </a:effectLst>
              <a:latin typeface="Impact" panose="020B0806030902050204" pitchFamily="34" charset="0"/>
            </a:endParaRPr>
          </a:p>
        </p:txBody>
      </p:sp>
      <p:sp>
        <p:nvSpPr>
          <p:cNvPr id="47" name="椭圆 46"/>
          <p:cNvSpPr/>
          <p:nvPr/>
        </p:nvSpPr>
        <p:spPr>
          <a:xfrm>
            <a:off x="10128082" y="4984355"/>
            <a:ext cx="1500202" cy="1500202"/>
          </a:xfrm>
          <a:prstGeom prst="ellipse">
            <a:avLst/>
          </a:prstGeom>
          <a:gradFill flip="none" rotWithShape="1">
            <a:gsLst>
              <a:gs pos="100000">
                <a:srgbClr val="FFFFFF"/>
              </a:gs>
              <a:gs pos="0">
                <a:srgbClr val="CECAC8"/>
              </a:gs>
            </a:gsLst>
            <a:lin ang="2700000" scaled="1"/>
            <a:tileRect/>
          </a:gradFill>
          <a:ln w="41275">
            <a:gradFill flip="none" rotWithShape="1">
              <a:gsLst>
                <a:gs pos="100000">
                  <a:srgbClr val="FFFFFF"/>
                </a:gs>
                <a:gs pos="0">
                  <a:srgbClr val="CDCDCD"/>
                </a:gs>
              </a:gsLst>
              <a:lin ang="13500000" scaled="1"/>
              <a:tileRect/>
            </a:gradFill>
          </a:ln>
          <a:effectLst>
            <a:outerShdw blurRad="292100" dist="152400" dir="2700000" sx="102000" sy="102000" algn="tl"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9" name="椭圆 48"/>
          <p:cNvSpPr/>
          <p:nvPr/>
        </p:nvSpPr>
        <p:spPr>
          <a:xfrm>
            <a:off x="10128082" y="2605557"/>
            <a:ext cx="1500202" cy="1500202"/>
          </a:xfrm>
          <a:prstGeom prst="ellipse">
            <a:avLst/>
          </a:prstGeom>
          <a:gradFill flip="none" rotWithShape="1">
            <a:gsLst>
              <a:gs pos="100000">
                <a:srgbClr val="FFFFFF"/>
              </a:gs>
              <a:gs pos="0">
                <a:srgbClr val="CECAC8"/>
              </a:gs>
            </a:gsLst>
            <a:lin ang="2700000" scaled="1"/>
            <a:tileRect/>
          </a:gradFill>
          <a:ln w="41275">
            <a:gradFill flip="none" rotWithShape="1">
              <a:gsLst>
                <a:gs pos="100000">
                  <a:srgbClr val="FFFFFF"/>
                </a:gs>
                <a:gs pos="0">
                  <a:srgbClr val="CDCDCD"/>
                </a:gs>
              </a:gsLst>
              <a:lin ang="13500000" scaled="1"/>
              <a:tileRect/>
            </a:gradFill>
          </a:ln>
          <a:effectLst>
            <a:outerShdw blurRad="292100" dist="152400" dir="2700000" sx="102000" sy="102000" algn="tl"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0" name="椭圆 49"/>
          <p:cNvSpPr/>
          <p:nvPr/>
        </p:nvSpPr>
        <p:spPr>
          <a:xfrm>
            <a:off x="10128082" y="226759"/>
            <a:ext cx="1500202" cy="1500202"/>
          </a:xfrm>
          <a:prstGeom prst="ellipse">
            <a:avLst/>
          </a:prstGeom>
          <a:gradFill flip="none" rotWithShape="1">
            <a:gsLst>
              <a:gs pos="100000">
                <a:srgbClr val="FFFFFF"/>
              </a:gs>
              <a:gs pos="0">
                <a:srgbClr val="CECAC8"/>
              </a:gs>
            </a:gsLst>
            <a:lin ang="2700000" scaled="1"/>
            <a:tileRect/>
          </a:gradFill>
          <a:ln w="41275">
            <a:gradFill flip="none" rotWithShape="1">
              <a:gsLst>
                <a:gs pos="100000">
                  <a:srgbClr val="FFFFFF"/>
                </a:gs>
                <a:gs pos="0">
                  <a:srgbClr val="CDCDCD"/>
                </a:gs>
              </a:gsLst>
              <a:lin ang="13500000" scaled="1"/>
              <a:tileRect/>
            </a:gradFill>
          </a:ln>
          <a:effectLst>
            <a:outerShdw blurRad="292100" dist="152400" dir="2700000" sx="102000" sy="102000" algn="tl"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51" name="图片 50"/>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297452" y="3800638"/>
            <a:ext cx="1494000" cy="1494000"/>
          </a:xfrm>
          <a:prstGeom prst="rect">
            <a:avLst/>
          </a:prstGeom>
          <a:effectLst>
            <a:outerShdw blurRad="266700" dist="127000" dir="2700000" sx="101000" sy="101000" algn="tl" rotWithShape="0">
              <a:prstClr val="black">
                <a:alpha val="30000"/>
              </a:prstClr>
            </a:outerShdw>
          </a:effectLst>
        </p:spPr>
      </p:pic>
      <p:sp>
        <p:nvSpPr>
          <p:cNvPr id="52" name="文本框 51"/>
          <p:cNvSpPr txBox="1"/>
          <p:nvPr/>
        </p:nvSpPr>
        <p:spPr>
          <a:xfrm>
            <a:off x="8402163" y="1837881"/>
            <a:ext cx="535724" cy="369332"/>
          </a:xfrm>
          <a:prstGeom prst="rect">
            <a:avLst/>
          </a:prstGeom>
          <a:noFill/>
        </p:spPr>
        <p:txBody>
          <a:bodyPr wrap="none" rtlCol="0">
            <a:spAutoFit/>
          </a:bodyPr>
          <a:lstStyle/>
          <a:p>
            <a:r>
              <a:rPr lang="en-US" altLang="zh-CN" dirty="0">
                <a:solidFill>
                  <a:schemeClr val="bg1"/>
                </a:solidFill>
                <a:latin typeface="Agency FB" panose="020B0503020202020204" pitchFamily="34" charset="0"/>
              </a:rPr>
              <a:t>STEP</a:t>
            </a:r>
          </a:p>
        </p:txBody>
      </p:sp>
      <p:sp>
        <p:nvSpPr>
          <p:cNvPr id="53" name="文本框 52"/>
          <p:cNvSpPr txBox="1"/>
          <p:nvPr/>
        </p:nvSpPr>
        <p:spPr>
          <a:xfrm>
            <a:off x="8402163" y="2043947"/>
            <a:ext cx="556563" cy="523220"/>
          </a:xfrm>
          <a:prstGeom prst="rect">
            <a:avLst/>
          </a:prstGeom>
          <a:noFill/>
        </p:spPr>
        <p:txBody>
          <a:bodyPr wrap="none" rtlCol="0">
            <a:spAutoFit/>
          </a:bodyPr>
          <a:lstStyle/>
          <a:p>
            <a:r>
              <a:rPr lang="en-US" altLang="zh-CN" sz="2800" dirty="0">
                <a:solidFill>
                  <a:schemeClr val="bg1"/>
                </a:solidFill>
                <a:effectLst>
                  <a:outerShdw blurRad="177800" dist="101600" dir="2700000" algn="tl" rotWithShape="0">
                    <a:prstClr val="black">
                      <a:alpha val="37000"/>
                    </a:prstClr>
                  </a:outerShdw>
                </a:effectLst>
                <a:latin typeface="Impact" panose="020B0806030902050204" pitchFamily="34" charset="0"/>
              </a:rPr>
              <a:t>02</a:t>
            </a:r>
            <a:endParaRPr lang="zh-CN" altLang="en-US" sz="2800" dirty="0">
              <a:solidFill>
                <a:schemeClr val="bg1"/>
              </a:solidFill>
              <a:effectLst>
                <a:outerShdw blurRad="177800" dist="101600" dir="2700000" algn="tl" rotWithShape="0">
                  <a:prstClr val="black">
                    <a:alpha val="37000"/>
                  </a:prstClr>
                </a:outerShdw>
              </a:effectLst>
              <a:latin typeface="Impact" panose="020B0806030902050204" pitchFamily="34" charset="0"/>
            </a:endParaRPr>
          </a:p>
        </p:txBody>
      </p:sp>
      <p:sp>
        <p:nvSpPr>
          <p:cNvPr id="54" name="文本框 53"/>
          <p:cNvSpPr txBox="1"/>
          <p:nvPr/>
        </p:nvSpPr>
        <p:spPr>
          <a:xfrm>
            <a:off x="8988431" y="3021209"/>
            <a:ext cx="535724" cy="369332"/>
          </a:xfrm>
          <a:prstGeom prst="rect">
            <a:avLst/>
          </a:prstGeom>
          <a:noFill/>
        </p:spPr>
        <p:txBody>
          <a:bodyPr wrap="none" rtlCol="0">
            <a:spAutoFit/>
          </a:bodyPr>
          <a:lstStyle/>
          <a:p>
            <a:r>
              <a:rPr lang="en-US" altLang="zh-CN" dirty="0">
                <a:solidFill>
                  <a:schemeClr val="bg1"/>
                </a:solidFill>
                <a:latin typeface="Agency FB" panose="020B0503020202020204" pitchFamily="34" charset="0"/>
              </a:rPr>
              <a:t>STEP</a:t>
            </a:r>
          </a:p>
        </p:txBody>
      </p:sp>
      <p:sp>
        <p:nvSpPr>
          <p:cNvPr id="55" name="文本框 54"/>
          <p:cNvSpPr txBox="1"/>
          <p:nvPr/>
        </p:nvSpPr>
        <p:spPr>
          <a:xfrm>
            <a:off x="8988431" y="3227275"/>
            <a:ext cx="567784" cy="523220"/>
          </a:xfrm>
          <a:prstGeom prst="rect">
            <a:avLst/>
          </a:prstGeom>
          <a:noFill/>
        </p:spPr>
        <p:txBody>
          <a:bodyPr wrap="none" rtlCol="0">
            <a:spAutoFit/>
          </a:bodyPr>
          <a:lstStyle/>
          <a:p>
            <a:r>
              <a:rPr lang="en-US" altLang="zh-CN" sz="2800" dirty="0">
                <a:solidFill>
                  <a:schemeClr val="bg1"/>
                </a:solidFill>
                <a:effectLst>
                  <a:outerShdw blurRad="177800" dist="101600" dir="2700000" algn="tl" rotWithShape="0">
                    <a:prstClr val="black">
                      <a:alpha val="37000"/>
                    </a:prstClr>
                  </a:outerShdw>
                </a:effectLst>
                <a:latin typeface="Impact" panose="020B0806030902050204" pitchFamily="34" charset="0"/>
              </a:rPr>
              <a:t>03</a:t>
            </a:r>
            <a:endParaRPr lang="zh-CN" altLang="en-US" sz="2800" dirty="0">
              <a:solidFill>
                <a:schemeClr val="bg1"/>
              </a:solidFill>
              <a:effectLst>
                <a:outerShdw blurRad="177800" dist="101600" dir="2700000" algn="tl" rotWithShape="0">
                  <a:prstClr val="black">
                    <a:alpha val="37000"/>
                  </a:prstClr>
                </a:outerShdw>
              </a:effectLst>
              <a:latin typeface="Impact" panose="020B0806030902050204" pitchFamily="34" charset="0"/>
            </a:endParaRPr>
          </a:p>
        </p:txBody>
      </p:sp>
      <p:sp>
        <p:nvSpPr>
          <p:cNvPr id="57" name="文本框 56"/>
          <p:cNvSpPr txBox="1"/>
          <p:nvPr/>
        </p:nvSpPr>
        <p:spPr>
          <a:xfrm>
            <a:off x="8396917" y="4208016"/>
            <a:ext cx="535724" cy="369332"/>
          </a:xfrm>
          <a:prstGeom prst="rect">
            <a:avLst/>
          </a:prstGeom>
          <a:noFill/>
        </p:spPr>
        <p:txBody>
          <a:bodyPr wrap="none" rtlCol="0">
            <a:spAutoFit/>
          </a:bodyPr>
          <a:lstStyle/>
          <a:p>
            <a:r>
              <a:rPr lang="en-US" altLang="zh-CN" dirty="0">
                <a:solidFill>
                  <a:schemeClr val="bg1"/>
                </a:solidFill>
                <a:latin typeface="Agency FB" panose="020B0503020202020204" pitchFamily="34" charset="0"/>
              </a:rPr>
              <a:t>STEP</a:t>
            </a:r>
          </a:p>
        </p:txBody>
      </p:sp>
      <p:sp>
        <p:nvSpPr>
          <p:cNvPr id="60" name="文本框 59"/>
          <p:cNvSpPr txBox="1"/>
          <p:nvPr/>
        </p:nvSpPr>
        <p:spPr>
          <a:xfrm>
            <a:off x="8396917" y="4414082"/>
            <a:ext cx="556563" cy="523220"/>
          </a:xfrm>
          <a:prstGeom prst="rect">
            <a:avLst/>
          </a:prstGeom>
          <a:noFill/>
        </p:spPr>
        <p:txBody>
          <a:bodyPr wrap="none" rtlCol="0">
            <a:spAutoFit/>
          </a:bodyPr>
          <a:lstStyle/>
          <a:p>
            <a:r>
              <a:rPr lang="en-US" altLang="zh-CN" sz="2800" dirty="0">
                <a:solidFill>
                  <a:schemeClr val="bg1"/>
                </a:solidFill>
                <a:effectLst>
                  <a:outerShdw blurRad="177800" dist="101600" dir="2700000" algn="tl" rotWithShape="0">
                    <a:prstClr val="black">
                      <a:alpha val="37000"/>
                    </a:prstClr>
                  </a:outerShdw>
                </a:effectLst>
                <a:latin typeface="Impact" panose="020B0806030902050204" pitchFamily="34" charset="0"/>
              </a:rPr>
              <a:t>04</a:t>
            </a:r>
            <a:endParaRPr lang="zh-CN" altLang="en-US" sz="2800" dirty="0">
              <a:solidFill>
                <a:schemeClr val="bg1"/>
              </a:solidFill>
              <a:effectLst>
                <a:outerShdw blurRad="177800" dist="101600" dir="2700000" algn="tl" rotWithShape="0">
                  <a:prstClr val="black">
                    <a:alpha val="37000"/>
                  </a:prstClr>
                </a:outerShdw>
              </a:effectLst>
              <a:latin typeface="Impact" panose="020B0806030902050204" pitchFamily="34" charset="0"/>
            </a:endParaRPr>
          </a:p>
        </p:txBody>
      </p:sp>
      <p:sp>
        <p:nvSpPr>
          <p:cNvPr id="62" name="文本框 61"/>
          <p:cNvSpPr txBox="1"/>
          <p:nvPr/>
        </p:nvSpPr>
        <p:spPr>
          <a:xfrm>
            <a:off x="8985389" y="5407472"/>
            <a:ext cx="535724" cy="369332"/>
          </a:xfrm>
          <a:prstGeom prst="rect">
            <a:avLst/>
          </a:prstGeom>
          <a:noFill/>
        </p:spPr>
        <p:txBody>
          <a:bodyPr wrap="none" rtlCol="0">
            <a:spAutoFit/>
          </a:bodyPr>
          <a:lstStyle/>
          <a:p>
            <a:r>
              <a:rPr lang="en-US" altLang="zh-CN" dirty="0">
                <a:solidFill>
                  <a:schemeClr val="bg1"/>
                </a:solidFill>
                <a:latin typeface="Agency FB" panose="020B0503020202020204" pitchFamily="34" charset="0"/>
              </a:rPr>
              <a:t>STEP</a:t>
            </a:r>
          </a:p>
        </p:txBody>
      </p:sp>
      <p:sp>
        <p:nvSpPr>
          <p:cNvPr id="63" name="文本框 62"/>
          <p:cNvSpPr txBox="1"/>
          <p:nvPr/>
        </p:nvSpPr>
        <p:spPr>
          <a:xfrm>
            <a:off x="8985389" y="5613538"/>
            <a:ext cx="569387" cy="523220"/>
          </a:xfrm>
          <a:prstGeom prst="rect">
            <a:avLst/>
          </a:prstGeom>
          <a:noFill/>
        </p:spPr>
        <p:txBody>
          <a:bodyPr wrap="none" rtlCol="0">
            <a:spAutoFit/>
          </a:bodyPr>
          <a:lstStyle/>
          <a:p>
            <a:r>
              <a:rPr lang="en-US" altLang="zh-CN" sz="2800" dirty="0">
                <a:solidFill>
                  <a:schemeClr val="bg1"/>
                </a:solidFill>
                <a:effectLst>
                  <a:outerShdw blurRad="177800" dist="101600" dir="2700000" algn="tl" rotWithShape="0">
                    <a:prstClr val="black">
                      <a:alpha val="37000"/>
                    </a:prstClr>
                  </a:outerShdw>
                </a:effectLst>
                <a:latin typeface="Impact" panose="020B0806030902050204" pitchFamily="34" charset="0"/>
              </a:rPr>
              <a:t>05</a:t>
            </a:r>
            <a:endParaRPr lang="zh-CN" altLang="en-US" sz="2800" dirty="0">
              <a:solidFill>
                <a:schemeClr val="bg1"/>
              </a:solidFill>
              <a:effectLst>
                <a:outerShdw blurRad="177800" dist="101600" dir="2700000" algn="tl" rotWithShape="0">
                  <a:prstClr val="black">
                    <a:alpha val="37000"/>
                  </a:prstClr>
                </a:outerShdw>
              </a:effectLst>
              <a:latin typeface="Impact" panose="020B0806030902050204" pitchFamily="34" charset="0"/>
            </a:endParaRPr>
          </a:p>
        </p:txBody>
      </p:sp>
      <p:sp>
        <p:nvSpPr>
          <p:cNvPr id="64" name="Freeform 95"/>
          <p:cNvSpPr>
            <a:spLocks/>
          </p:cNvSpPr>
          <p:nvPr/>
        </p:nvSpPr>
        <p:spPr bwMode="auto">
          <a:xfrm>
            <a:off x="10365102" y="610888"/>
            <a:ext cx="810535" cy="900477"/>
          </a:xfrm>
          <a:custGeom>
            <a:avLst/>
            <a:gdLst>
              <a:gd name="T0" fmla="*/ 134 w 240"/>
              <a:gd name="T1" fmla="*/ 240 h 240"/>
              <a:gd name="T2" fmla="*/ 240 w 240"/>
              <a:gd name="T3" fmla="*/ 0 h 240"/>
              <a:gd name="T4" fmla="*/ 0 w 240"/>
              <a:gd name="T5" fmla="*/ 106 h 240"/>
              <a:gd name="T6" fmla="*/ 118 w 240"/>
              <a:gd name="T7" fmla="*/ 122 h 240"/>
              <a:gd name="T8" fmla="*/ 134 w 240"/>
              <a:gd name="T9" fmla="*/ 240 h 240"/>
            </a:gdLst>
            <a:ahLst/>
            <a:cxnLst>
              <a:cxn ang="0">
                <a:pos x="T0" y="T1"/>
              </a:cxn>
              <a:cxn ang="0">
                <a:pos x="T2" y="T3"/>
              </a:cxn>
              <a:cxn ang="0">
                <a:pos x="T4" y="T5"/>
              </a:cxn>
              <a:cxn ang="0">
                <a:pos x="T6" y="T7"/>
              </a:cxn>
              <a:cxn ang="0">
                <a:pos x="T8" y="T9"/>
              </a:cxn>
            </a:cxnLst>
            <a:rect l="0" t="0" r="r" b="b"/>
            <a:pathLst>
              <a:path w="240" h="240">
                <a:moveTo>
                  <a:pt x="134" y="240"/>
                </a:moveTo>
                <a:lnTo>
                  <a:pt x="240" y="0"/>
                </a:lnTo>
                <a:lnTo>
                  <a:pt x="0" y="106"/>
                </a:lnTo>
                <a:lnTo>
                  <a:pt x="118" y="122"/>
                </a:lnTo>
                <a:lnTo>
                  <a:pt x="134" y="240"/>
                </a:lnTo>
                <a:close/>
              </a:path>
            </a:pathLst>
          </a:custGeom>
          <a:noFill/>
          <a:ln w="25400" cap="rnd">
            <a:solidFill>
              <a:schemeClr val="tx1">
                <a:lumMod val="65000"/>
                <a:lumOff val="3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grpSp>
        <p:nvGrpSpPr>
          <p:cNvPr id="65" name="组合 84"/>
          <p:cNvGrpSpPr/>
          <p:nvPr/>
        </p:nvGrpSpPr>
        <p:grpSpPr>
          <a:xfrm>
            <a:off x="6651621" y="1894889"/>
            <a:ext cx="810535" cy="547790"/>
            <a:chOff x="9840913" y="4719638"/>
            <a:chExt cx="381000" cy="231775"/>
          </a:xfrm>
        </p:grpSpPr>
        <p:sp>
          <p:nvSpPr>
            <p:cNvPr id="66" name="Freeform 96"/>
            <p:cNvSpPr>
              <a:spLocks/>
            </p:cNvSpPr>
            <p:nvPr/>
          </p:nvSpPr>
          <p:spPr bwMode="auto">
            <a:xfrm>
              <a:off x="9840913" y="4719638"/>
              <a:ext cx="381000" cy="133350"/>
            </a:xfrm>
            <a:custGeom>
              <a:avLst/>
              <a:gdLst>
                <a:gd name="T0" fmla="*/ 0 w 240"/>
                <a:gd name="T1" fmla="*/ 0 h 84"/>
                <a:gd name="T2" fmla="*/ 120 w 240"/>
                <a:gd name="T3" fmla="*/ 84 h 84"/>
                <a:gd name="T4" fmla="*/ 240 w 240"/>
                <a:gd name="T5" fmla="*/ 0 h 84"/>
              </a:gdLst>
              <a:ahLst/>
              <a:cxnLst>
                <a:cxn ang="0">
                  <a:pos x="T0" y="T1"/>
                </a:cxn>
                <a:cxn ang="0">
                  <a:pos x="T2" y="T3"/>
                </a:cxn>
                <a:cxn ang="0">
                  <a:pos x="T4" y="T5"/>
                </a:cxn>
              </a:cxnLst>
              <a:rect l="0" t="0" r="r" b="b"/>
              <a:pathLst>
                <a:path w="240" h="84">
                  <a:moveTo>
                    <a:pt x="0" y="0"/>
                  </a:moveTo>
                  <a:lnTo>
                    <a:pt x="120" y="84"/>
                  </a:lnTo>
                  <a:lnTo>
                    <a:pt x="240" y="0"/>
                  </a:lnTo>
                </a:path>
              </a:pathLst>
            </a:custGeom>
            <a:noFill/>
            <a:ln w="25400" cap="rnd">
              <a:solidFill>
                <a:schemeClr val="tx1">
                  <a:lumMod val="65000"/>
                  <a:lumOff val="3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Rectangle 97"/>
            <p:cNvSpPr>
              <a:spLocks noChangeArrowheads="1"/>
            </p:cNvSpPr>
            <p:nvPr/>
          </p:nvSpPr>
          <p:spPr bwMode="auto">
            <a:xfrm>
              <a:off x="9840913" y="4719638"/>
              <a:ext cx="381000" cy="231775"/>
            </a:xfrm>
            <a:prstGeom prst="rect">
              <a:avLst/>
            </a:prstGeom>
            <a:noFill/>
            <a:ln w="25400" cap="rnd">
              <a:solidFill>
                <a:schemeClr val="tx1">
                  <a:lumMod val="65000"/>
                  <a:lumOff val="3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8" name="组合 92"/>
          <p:cNvGrpSpPr/>
          <p:nvPr/>
        </p:nvGrpSpPr>
        <p:grpSpPr>
          <a:xfrm>
            <a:off x="10491929" y="5423041"/>
            <a:ext cx="810535" cy="622830"/>
            <a:chOff x="6465888" y="4700588"/>
            <a:chExt cx="381000" cy="263525"/>
          </a:xfrm>
        </p:grpSpPr>
        <p:sp>
          <p:nvSpPr>
            <p:cNvPr id="79" name="Freeform 109"/>
            <p:cNvSpPr>
              <a:spLocks/>
            </p:cNvSpPr>
            <p:nvPr/>
          </p:nvSpPr>
          <p:spPr bwMode="auto">
            <a:xfrm>
              <a:off x="6465888" y="4700588"/>
              <a:ext cx="381000" cy="88900"/>
            </a:xfrm>
            <a:custGeom>
              <a:avLst/>
              <a:gdLst>
                <a:gd name="T0" fmla="*/ 0 w 120"/>
                <a:gd name="T1" fmla="*/ 28 h 28"/>
                <a:gd name="T2" fmla="*/ 60 w 120"/>
                <a:gd name="T3" fmla="*/ 0 h 28"/>
                <a:gd name="T4" fmla="*/ 120 w 120"/>
                <a:gd name="T5" fmla="*/ 28 h 28"/>
              </a:gdLst>
              <a:ahLst/>
              <a:cxnLst>
                <a:cxn ang="0">
                  <a:pos x="T0" y="T1"/>
                </a:cxn>
                <a:cxn ang="0">
                  <a:pos x="T2" y="T3"/>
                </a:cxn>
                <a:cxn ang="0">
                  <a:pos x="T4" y="T5"/>
                </a:cxn>
              </a:cxnLst>
              <a:rect l="0" t="0" r="r" b="b"/>
              <a:pathLst>
                <a:path w="120" h="28">
                  <a:moveTo>
                    <a:pt x="0" y="28"/>
                  </a:moveTo>
                  <a:cubicBezTo>
                    <a:pt x="14" y="11"/>
                    <a:pt x="36" y="0"/>
                    <a:pt x="60" y="0"/>
                  </a:cubicBezTo>
                  <a:cubicBezTo>
                    <a:pt x="84" y="0"/>
                    <a:pt x="106" y="11"/>
                    <a:pt x="120" y="28"/>
                  </a:cubicBezTo>
                </a:path>
              </a:pathLst>
            </a:custGeom>
            <a:noFill/>
            <a:ln w="25400" cap="rnd">
              <a:solidFill>
                <a:schemeClr val="tx1">
                  <a:lumMod val="65000"/>
                  <a:lumOff val="3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110"/>
            <p:cNvSpPr>
              <a:spLocks/>
            </p:cNvSpPr>
            <p:nvPr/>
          </p:nvSpPr>
          <p:spPr bwMode="auto">
            <a:xfrm>
              <a:off x="6519863" y="4776788"/>
              <a:ext cx="276225" cy="66675"/>
            </a:xfrm>
            <a:custGeom>
              <a:avLst/>
              <a:gdLst>
                <a:gd name="T0" fmla="*/ 0 w 87"/>
                <a:gd name="T1" fmla="*/ 21 h 21"/>
                <a:gd name="T2" fmla="*/ 43 w 87"/>
                <a:gd name="T3" fmla="*/ 0 h 21"/>
                <a:gd name="T4" fmla="*/ 87 w 87"/>
                <a:gd name="T5" fmla="*/ 21 h 21"/>
              </a:gdLst>
              <a:ahLst/>
              <a:cxnLst>
                <a:cxn ang="0">
                  <a:pos x="T0" y="T1"/>
                </a:cxn>
                <a:cxn ang="0">
                  <a:pos x="T2" y="T3"/>
                </a:cxn>
                <a:cxn ang="0">
                  <a:pos x="T4" y="T5"/>
                </a:cxn>
              </a:cxnLst>
              <a:rect l="0" t="0" r="r" b="b"/>
              <a:pathLst>
                <a:path w="87" h="21">
                  <a:moveTo>
                    <a:pt x="0" y="21"/>
                  </a:moveTo>
                  <a:cubicBezTo>
                    <a:pt x="10" y="8"/>
                    <a:pt x="25" y="0"/>
                    <a:pt x="43" y="0"/>
                  </a:cubicBezTo>
                  <a:cubicBezTo>
                    <a:pt x="61" y="0"/>
                    <a:pt x="76" y="8"/>
                    <a:pt x="87" y="21"/>
                  </a:cubicBezTo>
                </a:path>
              </a:pathLst>
            </a:custGeom>
            <a:noFill/>
            <a:ln w="25400" cap="rnd">
              <a:solidFill>
                <a:schemeClr val="tx1">
                  <a:lumMod val="65000"/>
                  <a:lumOff val="3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111"/>
            <p:cNvSpPr>
              <a:spLocks/>
            </p:cNvSpPr>
            <p:nvPr/>
          </p:nvSpPr>
          <p:spPr bwMode="auto">
            <a:xfrm>
              <a:off x="6570663" y="4849813"/>
              <a:ext cx="171450" cy="44450"/>
            </a:xfrm>
            <a:custGeom>
              <a:avLst/>
              <a:gdLst>
                <a:gd name="T0" fmla="*/ 0 w 54"/>
                <a:gd name="T1" fmla="*/ 14 h 14"/>
                <a:gd name="T2" fmla="*/ 27 w 54"/>
                <a:gd name="T3" fmla="*/ 0 h 14"/>
                <a:gd name="T4" fmla="*/ 54 w 54"/>
                <a:gd name="T5" fmla="*/ 14 h 14"/>
              </a:gdLst>
              <a:ahLst/>
              <a:cxnLst>
                <a:cxn ang="0">
                  <a:pos x="T0" y="T1"/>
                </a:cxn>
                <a:cxn ang="0">
                  <a:pos x="T2" y="T3"/>
                </a:cxn>
                <a:cxn ang="0">
                  <a:pos x="T4" y="T5"/>
                </a:cxn>
              </a:cxnLst>
              <a:rect l="0" t="0" r="r" b="b"/>
              <a:pathLst>
                <a:path w="54" h="14">
                  <a:moveTo>
                    <a:pt x="0" y="14"/>
                  </a:moveTo>
                  <a:cubicBezTo>
                    <a:pt x="6" y="5"/>
                    <a:pt x="16" y="0"/>
                    <a:pt x="27" y="0"/>
                  </a:cubicBezTo>
                  <a:cubicBezTo>
                    <a:pt x="38" y="0"/>
                    <a:pt x="48" y="5"/>
                    <a:pt x="54" y="14"/>
                  </a:cubicBezTo>
                </a:path>
              </a:pathLst>
            </a:custGeom>
            <a:noFill/>
            <a:ln w="25400" cap="rnd">
              <a:solidFill>
                <a:schemeClr val="tx1">
                  <a:lumMod val="65000"/>
                  <a:lumOff val="3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Oval 112"/>
            <p:cNvSpPr>
              <a:spLocks noChangeArrowheads="1"/>
            </p:cNvSpPr>
            <p:nvPr/>
          </p:nvSpPr>
          <p:spPr bwMode="auto">
            <a:xfrm>
              <a:off x="6643688" y="4938713"/>
              <a:ext cx="25400" cy="25400"/>
            </a:xfrm>
            <a:prstGeom prst="ellipse">
              <a:avLst/>
            </a:prstGeom>
            <a:noFill/>
            <a:ln w="25400" cap="flat">
              <a:solidFill>
                <a:schemeClr val="tx1">
                  <a:lumMod val="65000"/>
                  <a:lumOff val="3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3" name="组合 129"/>
          <p:cNvGrpSpPr/>
          <p:nvPr/>
        </p:nvGrpSpPr>
        <p:grpSpPr>
          <a:xfrm>
            <a:off x="10472915" y="2997715"/>
            <a:ext cx="810535" cy="712877"/>
            <a:chOff x="7591425" y="4687888"/>
            <a:chExt cx="381000" cy="301625"/>
          </a:xfrm>
        </p:grpSpPr>
        <p:sp>
          <p:nvSpPr>
            <p:cNvPr id="91" name="Freeform 113"/>
            <p:cNvSpPr>
              <a:spLocks/>
            </p:cNvSpPr>
            <p:nvPr/>
          </p:nvSpPr>
          <p:spPr bwMode="auto">
            <a:xfrm>
              <a:off x="7591425" y="4687888"/>
              <a:ext cx="361950" cy="301625"/>
            </a:xfrm>
            <a:custGeom>
              <a:avLst/>
              <a:gdLst>
                <a:gd name="T0" fmla="*/ 67 w 114"/>
                <a:gd name="T1" fmla="*/ 88 h 95"/>
                <a:gd name="T2" fmla="*/ 57 w 114"/>
                <a:gd name="T3" fmla="*/ 88 h 95"/>
                <a:gd name="T4" fmla="*/ 37 w 114"/>
                <a:gd name="T5" fmla="*/ 86 h 95"/>
                <a:gd name="T6" fmla="*/ 19 w 114"/>
                <a:gd name="T7" fmla="*/ 94 h 95"/>
                <a:gd name="T8" fmla="*/ 21 w 114"/>
                <a:gd name="T9" fmla="*/ 79 h 95"/>
                <a:gd name="T10" fmla="*/ 0 w 114"/>
                <a:gd name="T11" fmla="*/ 44 h 95"/>
                <a:gd name="T12" fmla="*/ 57 w 114"/>
                <a:gd name="T13" fmla="*/ 0 h 95"/>
                <a:gd name="T14" fmla="*/ 114 w 114"/>
                <a:gd name="T15" fmla="*/ 44 h 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 h="95">
                  <a:moveTo>
                    <a:pt x="67" y="88"/>
                  </a:moveTo>
                  <a:cubicBezTo>
                    <a:pt x="64" y="88"/>
                    <a:pt x="60" y="88"/>
                    <a:pt x="57" y="88"/>
                  </a:cubicBezTo>
                  <a:cubicBezTo>
                    <a:pt x="51" y="88"/>
                    <a:pt x="42" y="87"/>
                    <a:pt x="37" y="86"/>
                  </a:cubicBezTo>
                  <a:cubicBezTo>
                    <a:pt x="33" y="85"/>
                    <a:pt x="29" y="95"/>
                    <a:pt x="19" y="94"/>
                  </a:cubicBezTo>
                  <a:cubicBezTo>
                    <a:pt x="19" y="94"/>
                    <a:pt x="28" y="82"/>
                    <a:pt x="21" y="79"/>
                  </a:cubicBezTo>
                  <a:cubicBezTo>
                    <a:pt x="8" y="71"/>
                    <a:pt x="0" y="58"/>
                    <a:pt x="0" y="44"/>
                  </a:cubicBezTo>
                  <a:cubicBezTo>
                    <a:pt x="0" y="20"/>
                    <a:pt x="26" y="0"/>
                    <a:pt x="57" y="0"/>
                  </a:cubicBezTo>
                  <a:cubicBezTo>
                    <a:pt x="89" y="0"/>
                    <a:pt x="114" y="20"/>
                    <a:pt x="114" y="44"/>
                  </a:cubicBezTo>
                </a:path>
              </a:pathLst>
            </a:custGeom>
            <a:noFill/>
            <a:ln w="25400" cap="rnd">
              <a:solidFill>
                <a:schemeClr val="tx1">
                  <a:lumMod val="65000"/>
                  <a:lumOff val="3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114"/>
            <p:cNvSpPr>
              <a:spLocks/>
            </p:cNvSpPr>
            <p:nvPr/>
          </p:nvSpPr>
          <p:spPr bwMode="auto">
            <a:xfrm>
              <a:off x="7731125" y="4786313"/>
              <a:ext cx="241300" cy="203200"/>
            </a:xfrm>
            <a:custGeom>
              <a:avLst/>
              <a:gdLst>
                <a:gd name="T0" fmla="*/ 0 w 76"/>
                <a:gd name="T1" fmla="*/ 30 h 64"/>
                <a:gd name="T2" fmla="*/ 38 w 76"/>
                <a:gd name="T3" fmla="*/ 59 h 64"/>
                <a:gd name="T4" fmla="*/ 52 w 76"/>
                <a:gd name="T5" fmla="*/ 58 h 64"/>
                <a:gd name="T6" fmla="*/ 64 w 76"/>
                <a:gd name="T7" fmla="*/ 63 h 64"/>
                <a:gd name="T8" fmla="*/ 62 w 76"/>
                <a:gd name="T9" fmla="*/ 53 h 64"/>
                <a:gd name="T10" fmla="*/ 76 w 76"/>
                <a:gd name="T11" fmla="*/ 30 h 64"/>
                <a:gd name="T12" fmla="*/ 38 w 76"/>
                <a:gd name="T13" fmla="*/ 0 h 64"/>
                <a:gd name="T14" fmla="*/ 0 w 76"/>
                <a:gd name="T15" fmla="*/ 30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64">
                  <a:moveTo>
                    <a:pt x="0" y="30"/>
                  </a:moveTo>
                  <a:cubicBezTo>
                    <a:pt x="0" y="46"/>
                    <a:pt x="17" y="59"/>
                    <a:pt x="38" y="59"/>
                  </a:cubicBezTo>
                  <a:cubicBezTo>
                    <a:pt x="42" y="59"/>
                    <a:pt x="48" y="58"/>
                    <a:pt x="52" y="58"/>
                  </a:cubicBezTo>
                  <a:cubicBezTo>
                    <a:pt x="54" y="57"/>
                    <a:pt x="57" y="64"/>
                    <a:pt x="64" y="63"/>
                  </a:cubicBezTo>
                  <a:cubicBezTo>
                    <a:pt x="64" y="63"/>
                    <a:pt x="58" y="55"/>
                    <a:pt x="62" y="53"/>
                  </a:cubicBezTo>
                  <a:cubicBezTo>
                    <a:pt x="71" y="47"/>
                    <a:pt x="76" y="39"/>
                    <a:pt x="76" y="30"/>
                  </a:cubicBezTo>
                  <a:cubicBezTo>
                    <a:pt x="76" y="13"/>
                    <a:pt x="59" y="0"/>
                    <a:pt x="38" y="0"/>
                  </a:cubicBezTo>
                  <a:cubicBezTo>
                    <a:pt x="17" y="0"/>
                    <a:pt x="0" y="13"/>
                    <a:pt x="0" y="30"/>
                  </a:cubicBezTo>
                  <a:close/>
                </a:path>
              </a:pathLst>
            </a:custGeom>
            <a:noFill/>
            <a:ln w="25400" cap="rnd">
              <a:solidFill>
                <a:schemeClr val="tx1">
                  <a:lumMod val="65000"/>
                  <a:lumOff val="3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9" name="组合 132"/>
          <p:cNvGrpSpPr/>
          <p:nvPr/>
        </p:nvGrpSpPr>
        <p:grpSpPr>
          <a:xfrm>
            <a:off x="6626292" y="4144220"/>
            <a:ext cx="835864" cy="835864"/>
            <a:chOff x="9840913" y="434975"/>
            <a:chExt cx="381000" cy="381000"/>
          </a:xfrm>
        </p:grpSpPr>
        <p:sp>
          <p:nvSpPr>
            <p:cNvPr id="100" name="Freeform 27"/>
            <p:cNvSpPr>
              <a:spLocks/>
            </p:cNvSpPr>
            <p:nvPr/>
          </p:nvSpPr>
          <p:spPr bwMode="auto">
            <a:xfrm>
              <a:off x="9840913" y="434975"/>
              <a:ext cx="381000" cy="381000"/>
            </a:xfrm>
            <a:custGeom>
              <a:avLst/>
              <a:gdLst>
                <a:gd name="T0" fmla="*/ 120 w 120"/>
                <a:gd name="T1" fmla="*/ 68 h 120"/>
                <a:gd name="T2" fmla="*/ 120 w 120"/>
                <a:gd name="T3" fmla="*/ 53 h 120"/>
                <a:gd name="T4" fmla="*/ 108 w 120"/>
                <a:gd name="T5" fmla="*/ 51 h 120"/>
                <a:gd name="T6" fmla="*/ 100 w 120"/>
                <a:gd name="T7" fmla="*/ 32 h 120"/>
                <a:gd name="T8" fmla="*/ 108 w 120"/>
                <a:gd name="T9" fmla="*/ 23 h 120"/>
                <a:gd name="T10" fmla="*/ 97 w 120"/>
                <a:gd name="T11" fmla="*/ 12 h 120"/>
                <a:gd name="T12" fmla="*/ 88 w 120"/>
                <a:gd name="T13" fmla="*/ 20 h 120"/>
                <a:gd name="T14" fmla="*/ 69 w 120"/>
                <a:gd name="T15" fmla="*/ 12 h 120"/>
                <a:gd name="T16" fmla="*/ 67 w 120"/>
                <a:gd name="T17" fmla="*/ 0 h 120"/>
                <a:gd name="T18" fmla="*/ 53 w 120"/>
                <a:gd name="T19" fmla="*/ 0 h 120"/>
                <a:gd name="T20" fmla="*/ 51 w 120"/>
                <a:gd name="T21" fmla="*/ 12 h 120"/>
                <a:gd name="T22" fmla="*/ 33 w 120"/>
                <a:gd name="T23" fmla="*/ 20 h 120"/>
                <a:gd name="T24" fmla="*/ 23 w 120"/>
                <a:gd name="T25" fmla="*/ 12 h 120"/>
                <a:gd name="T26" fmla="*/ 13 w 120"/>
                <a:gd name="T27" fmla="*/ 23 h 120"/>
                <a:gd name="T28" fmla="*/ 21 w 120"/>
                <a:gd name="T29" fmla="*/ 33 h 120"/>
                <a:gd name="T30" fmla="*/ 13 w 120"/>
                <a:gd name="T31" fmla="*/ 51 h 120"/>
                <a:gd name="T32" fmla="*/ 0 w 120"/>
                <a:gd name="T33" fmla="*/ 53 h 120"/>
                <a:gd name="T34" fmla="*/ 0 w 120"/>
                <a:gd name="T35" fmla="*/ 68 h 120"/>
                <a:gd name="T36" fmla="*/ 13 w 120"/>
                <a:gd name="T37" fmla="*/ 69 h 120"/>
                <a:gd name="T38" fmla="*/ 21 w 120"/>
                <a:gd name="T39" fmla="*/ 88 h 120"/>
                <a:gd name="T40" fmla="*/ 13 w 120"/>
                <a:gd name="T41" fmla="*/ 97 h 120"/>
                <a:gd name="T42" fmla="*/ 23 w 120"/>
                <a:gd name="T43" fmla="*/ 108 h 120"/>
                <a:gd name="T44" fmla="*/ 33 w 120"/>
                <a:gd name="T45" fmla="*/ 100 h 120"/>
                <a:gd name="T46" fmla="*/ 51 w 120"/>
                <a:gd name="T47" fmla="*/ 108 h 120"/>
                <a:gd name="T48" fmla="*/ 53 w 120"/>
                <a:gd name="T49" fmla="*/ 120 h 120"/>
                <a:gd name="T50" fmla="*/ 67 w 120"/>
                <a:gd name="T51" fmla="*/ 120 h 120"/>
                <a:gd name="T52" fmla="*/ 69 w 120"/>
                <a:gd name="T53" fmla="*/ 108 h 120"/>
                <a:gd name="T54" fmla="*/ 88 w 120"/>
                <a:gd name="T55" fmla="*/ 100 h 120"/>
                <a:gd name="T56" fmla="*/ 97 w 120"/>
                <a:gd name="T57" fmla="*/ 108 h 120"/>
                <a:gd name="T58" fmla="*/ 108 w 120"/>
                <a:gd name="T59" fmla="*/ 97 h 120"/>
                <a:gd name="T60" fmla="*/ 100 w 120"/>
                <a:gd name="T61" fmla="*/ 88 h 120"/>
                <a:gd name="T62" fmla="*/ 108 w 120"/>
                <a:gd name="T63" fmla="*/ 69 h 120"/>
                <a:gd name="T64" fmla="*/ 120 w 120"/>
                <a:gd name="T65" fmla="*/ 68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0" h="120">
                  <a:moveTo>
                    <a:pt x="120" y="68"/>
                  </a:moveTo>
                  <a:cubicBezTo>
                    <a:pt x="120" y="53"/>
                    <a:pt x="120" y="53"/>
                    <a:pt x="120" y="53"/>
                  </a:cubicBezTo>
                  <a:cubicBezTo>
                    <a:pt x="108" y="51"/>
                    <a:pt x="108" y="51"/>
                    <a:pt x="108" y="51"/>
                  </a:cubicBezTo>
                  <a:cubicBezTo>
                    <a:pt x="107" y="44"/>
                    <a:pt x="104" y="38"/>
                    <a:pt x="100" y="32"/>
                  </a:cubicBezTo>
                  <a:cubicBezTo>
                    <a:pt x="108" y="23"/>
                    <a:pt x="108" y="23"/>
                    <a:pt x="108" y="23"/>
                  </a:cubicBezTo>
                  <a:cubicBezTo>
                    <a:pt x="97" y="12"/>
                    <a:pt x="97" y="12"/>
                    <a:pt x="97" y="12"/>
                  </a:cubicBezTo>
                  <a:cubicBezTo>
                    <a:pt x="88" y="20"/>
                    <a:pt x="88" y="20"/>
                    <a:pt x="88" y="20"/>
                  </a:cubicBezTo>
                  <a:cubicBezTo>
                    <a:pt x="82" y="16"/>
                    <a:pt x="76" y="14"/>
                    <a:pt x="69" y="12"/>
                  </a:cubicBezTo>
                  <a:cubicBezTo>
                    <a:pt x="67" y="0"/>
                    <a:pt x="67" y="0"/>
                    <a:pt x="67" y="0"/>
                  </a:cubicBezTo>
                  <a:cubicBezTo>
                    <a:pt x="53" y="0"/>
                    <a:pt x="53" y="0"/>
                    <a:pt x="53" y="0"/>
                  </a:cubicBezTo>
                  <a:cubicBezTo>
                    <a:pt x="51" y="12"/>
                    <a:pt x="51" y="12"/>
                    <a:pt x="51" y="12"/>
                  </a:cubicBezTo>
                  <a:cubicBezTo>
                    <a:pt x="45" y="14"/>
                    <a:pt x="38" y="16"/>
                    <a:pt x="33" y="20"/>
                  </a:cubicBezTo>
                  <a:cubicBezTo>
                    <a:pt x="23" y="12"/>
                    <a:pt x="23" y="12"/>
                    <a:pt x="23" y="12"/>
                  </a:cubicBezTo>
                  <a:cubicBezTo>
                    <a:pt x="13" y="23"/>
                    <a:pt x="13" y="23"/>
                    <a:pt x="13" y="23"/>
                  </a:cubicBezTo>
                  <a:cubicBezTo>
                    <a:pt x="21" y="33"/>
                    <a:pt x="21" y="33"/>
                    <a:pt x="21" y="33"/>
                  </a:cubicBezTo>
                  <a:cubicBezTo>
                    <a:pt x="17" y="38"/>
                    <a:pt x="14" y="44"/>
                    <a:pt x="13" y="51"/>
                  </a:cubicBezTo>
                  <a:cubicBezTo>
                    <a:pt x="0" y="53"/>
                    <a:pt x="0" y="53"/>
                    <a:pt x="0" y="53"/>
                  </a:cubicBezTo>
                  <a:cubicBezTo>
                    <a:pt x="0" y="68"/>
                    <a:pt x="0" y="68"/>
                    <a:pt x="0" y="68"/>
                  </a:cubicBezTo>
                  <a:cubicBezTo>
                    <a:pt x="13" y="69"/>
                    <a:pt x="13" y="69"/>
                    <a:pt x="13" y="69"/>
                  </a:cubicBezTo>
                  <a:cubicBezTo>
                    <a:pt x="14" y="76"/>
                    <a:pt x="17" y="82"/>
                    <a:pt x="21" y="88"/>
                  </a:cubicBezTo>
                  <a:cubicBezTo>
                    <a:pt x="13" y="97"/>
                    <a:pt x="13" y="97"/>
                    <a:pt x="13" y="97"/>
                  </a:cubicBezTo>
                  <a:cubicBezTo>
                    <a:pt x="23" y="108"/>
                    <a:pt x="23" y="108"/>
                    <a:pt x="23" y="108"/>
                  </a:cubicBezTo>
                  <a:cubicBezTo>
                    <a:pt x="33" y="100"/>
                    <a:pt x="33" y="100"/>
                    <a:pt x="33" y="100"/>
                  </a:cubicBezTo>
                  <a:cubicBezTo>
                    <a:pt x="38" y="104"/>
                    <a:pt x="45" y="106"/>
                    <a:pt x="51" y="108"/>
                  </a:cubicBezTo>
                  <a:cubicBezTo>
                    <a:pt x="53" y="120"/>
                    <a:pt x="53" y="120"/>
                    <a:pt x="53" y="120"/>
                  </a:cubicBezTo>
                  <a:cubicBezTo>
                    <a:pt x="67" y="120"/>
                    <a:pt x="67" y="120"/>
                    <a:pt x="67" y="120"/>
                  </a:cubicBezTo>
                  <a:cubicBezTo>
                    <a:pt x="69" y="108"/>
                    <a:pt x="69" y="108"/>
                    <a:pt x="69" y="108"/>
                  </a:cubicBezTo>
                  <a:cubicBezTo>
                    <a:pt x="76" y="107"/>
                    <a:pt x="82" y="104"/>
                    <a:pt x="88" y="100"/>
                  </a:cubicBezTo>
                  <a:cubicBezTo>
                    <a:pt x="97" y="108"/>
                    <a:pt x="97" y="108"/>
                    <a:pt x="97" y="108"/>
                  </a:cubicBezTo>
                  <a:cubicBezTo>
                    <a:pt x="108" y="97"/>
                    <a:pt x="108" y="97"/>
                    <a:pt x="108" y="97"/>
                  </a:cubicBezTo>
                  <a:cubicBezTo>
                    <a:pt x="100" y="88"/>
                    <a:pt x="100" y="88"/>
                    <a:pt x="100" y="88"/>
                  </a:cubicBezTo>
                  <a:cubicBezTo>
                    <a:pt x="104" y="82"/>
                    <a:pt x="107" y="76"/>
                    <a:pt x="108" y="69"/>
                  </a:cubicBezTo>
                  <a:lnTo>
                    <a:pt x="120" y="68"/>
                  </a:lnTo>
                  <a:close/>
                </a:path>
              </a:pathLst>
            </a:custGeom>
            <a:noFill/>
            <a:ln w="25400" cap="rnd">
              <a:solidFill>
                <a:schemeClr val="tx1">
                  <a:lumMod val="65000"/>
                  <a:lumOff val="3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Oval 28"/>
            <p:cNvSpPr>
              <a:spLocks noChangeArrowheads="1"/>
            </p:cNvSpPr>
            <p:nvPr/>
          </p:nvSpPr>
          <p:spPr bwMode="auto">
            <a:xfrm>
              <a:off x="9993313" y="587375"/>
              <a:ext cx="76200" cy="76200"/>
            </a:xfrm>
            <a:prstGeom prst="ellipse">
              <a:avLst/>
            </a:prstGeom>
            <a:noFill/>
            <a:ln w="25400" cap="rnd">
              <a:solidFill>
                <a:schemeClr val="tx1">
                  <a:lumMod val="65000"/>
                  <a:lumOff val="3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584773074"/>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Freeform 132"/>
          <p:cNvSpPr>
            <a:spLocks/>
          </p:cNvSpPr>
          <p:nvPr/>
        </p:nvSpPr>
        <p:spPr bwMode="auto">
          <a:xfrm>
            <a:off x="7254361" y="1336128"/>
            <a:ext cx="762249" cy="1305903"/>
          </a:xfrm>
          <a:custGeom>
            <a:avLst/>
            <a:gdLst>
              <a:gd name="T0" fmla="*/ 0 w 673"/>
              <a:gd name="T1" fmla="*/ 1153 h 1153"/>
              <a:gd name="T2" fmla="*/ 0 w 673"/>
              <a:gd name="T3" fmla="*/ 0 h 1153"/>
              <a:gd name="T4" fmla="*/ 673 w 673"/>
              <a:gd name="T5" fmla="*/ 761 h 1153"/>
              <a:gd name="T6" fmla="*/ 0 w 673"/>
              <a:gd name="T7" fmla="*/ 1153 h 1153"/>
            </a:gdLst>
            <a:ahLst/>
            <a:cxnLst>
              <a:cxn ang="0">
                <a:pos x="T0" y="T1"/>
              </a:cxn>
              <a:cxn ang="0">
                <a:pos x="T2" y="T3"/>
              </a:cxn>
              <a:cxn ang="0">
                <a:pos x="T4" y="T5"/>
              </a:cxn>
              <a:cxn ang="0">
                <a:pos x="T6" y="T7"/>
              </a:cxn>
            </a:cxnLst>
            <a:rect l="0" t="0" r="r" b="b"/>
            <a:pathLst>
              <a:path w="673" h="1153">
                <a:moveTo>
                  <a:pt x="0" y="1153"/>
                </a:moveTo>
                <a:lnTo>
                  <a:pt x="0" y="0"/>
                </a:lnTo>
                <a:lnTo>
                  <a:pt x="673" y="761"/>
                </a:lnTo>
                <a:lnTo>
                  <a:pt x="0" y="1153"/>
                </a:lnTo>
                <a:close/>
              </a:path>
            </a:pathLst>
          </a:custGeom>
          <a:solidFill>
            <a:srgbClr val="A2DA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 name="Freeform 133"/>
          <p:cNvSpPr>
            <a:spLocks/>
          </p:cNvSpPr>
          <p:nvPr/>
        </p:nvSpPr>
        <p:spPr bwMode="auto">
          <a:xfrm>
            <a:off x="6617832" y="1336128"/>
            <a:ext cx="636529" cy="1305903"/>
          </a:xfrm>
          <a:custGeom>
            <a:avLst/>
            <a:gdLst>
              <a:gd name="T0" fmla="*/ 562 w 562"/>
              <a:gd name="T1" fmla="*/ 0 h 1153"/>
              <a:gd name="T2" fmla="*/ 0 w 562"/>
              <a:gd name="T3" fmla="*/ 777 h 1153"/>
              <a:gd name="T4" fmla="*/ 562 w 562"/>
              <a:gd name="T5" fmla="*/ 1153 h 1153"/>
              <a:gd name="T6" fmla="*/ 562 w 562"/>
              <a:gd name="T7" fmla="*/ 0 h 1153"/>
            </a:gdLst>
            <a:ahLst/>
            <a:cxnLst>
              <a:cxn ang="0">
                <a:pos x="T0" y="T1"/>
              </a:cxn>
              <a:cxn ang="0">
                <a:pos x="T2" y="T3"/>
              </a:cxn>
              <a:cxn ang="0">
                <a:pos x="T4" y="T5"/>
              </a:cxn>
              <a:cxn ang="0">
                <a:pos x="T6" y="T7"/>
              </a:cxn>
            </a:cxnLst>
            <a:rect l="0" t="0" r="r" b="b"/>
            <a:pathLst>
              <a:path w="562" h="1153">
                <a:moveTo>
                  <a:pt x="562" y="0"/>
                </a:moveTo>
                <a:lnTo>
                  <a:pt x="0" y="777"/>
                </a:lnTo>
                <a:lnTo>
                  <a:pt x="562" y="1153"/>
                </a:lnTo>
                <a:lnTo>
                  <a:pt x="562" y="0"/>
                </a:lnTo>
                <a:close/>
              </a:path>
            </a:pathLst>
          </a:custGeom>
          <a:solidFill>
            <a:srgbClr val="91C1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 name="Freeform 134"/>
          <p:cNvSpPr>
            <a:spLocks/>
          </p:cNvSpPr>
          <p:nvPr/>
        </p:nvSpPr>
        <p:spPr bwMode="auto">
          <a:xfrm>
            <a:off x="5452374" y="3277427"/>
            <a:ext cx="1788396" cy="1722705"/>
          </a:xfrm>
          <a:custGeom>
            <a:avLst/>
            <a:gdLst>
              <a:gd name="T0" fmla="*/ 340 w 1579"/>
              <a:gd name="T1" fmla="*/ 0 h 1521"/>
              <a:gd name="T2" fmla="*/ 0 w 1579"/>
              <a:gd name="T3" fmla="*/ 466 h 1521"/>
              <a:gd name="T4" fmla="*/ 1579 w 1579"/>
              <a:gd name="T5" fmla="*/ 1521 h 1521"/>
              <a:gd name="T6" fmla="*/ 1579 w 1579"/>
              <a:gd name="T7" fmla="*/ 829 h 1521"/>
              <a:gd name="T8" fmla="*/ 340 w 1579"/>
              <a:gd name="T9" fmla="*/ 0 h 1521"/>
            </a:gdLst>
            <a:ahLst/>
            <a:cxnLst>
              <a:cxn ang="0">
                <a:pos x="T0" y="T1"/>
              </a:cxn>
              <a:cxn ang="0">
                <a:pos x="T2" y="T3"/>
              </a:cxn>
              <a:cxn ang="0">
                <a:pos x="T4" y="T5"/>
              </a:cxn>
              <a:cxn ang="0">
                <a:pos x="T6" y="T7"/>
              </a:cxn>
              <a:cxn ang="0">
                <a:pos x="T8" y="T9"/>
              </a:cxn>
            </a:cxnLst>
            <a:rect l="0" t="0" r="r" b="b"/>
            <a:pathLst>
              <a:path w="1579" h="1521">
                <a:moveTo>
                  <a:pt x="340" y="0"/>
                </a:moveTo>
                <a:lnTo>
                  <a:pt x="0" y="466"/>
                </a:lnTo>
                <a:lnTo>
                  <a:pt x="1579" y="1521"/>
                </a:lnTo>
                <a:lnTo>
                  <a:pt x="1579" y="829"/>
                </a:lnTo>
                <a:lnTo>
                  <a:pt x="340" y="0"/>
                </a:lnTo>
                <a:close/>
              </a:path>
            </a:pathLst>
          </a:custGeom>
          <a:solidFill>
            <a:srgbClr val="E2A4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 name="Freeform 135"/>
          <p:cNvSpPr>
            <a:spLocks/>
          </p:cNvSpPr>
          <p:nvPr/>
        </p:nvSpPr>
        <p:spPr bwMode="auto">
          <a:xfrm>
            <a:off x="7240769" y="3236653"/>
            <a:ext cx="2167821" cy="1763479"/>
          </a:xfrm>
          <a:custGeom>
            <a:avLst/>
            <a:gdLst>
              <a:gd name="T0" fmla="*/ 0 w 1914"/>
              <a:gd name="T1" fmla="*/ 865 h 1557"/>
              <a:gd name="T2" fmla="*/ 0 w 1914"/>
              <a:gd name="T3" fmla="*/ 1557 h 1557"/>
              <a:gd name="T4" fmla="*/ 1914 w 1914"/>
              <a:gd name="T5" fmla="*/ 478 h 1557"/>
              <a:gd name="T6" fmla="*/ 1486 w 1914"/>
              <a:gd name="T7" fmla="*/ 0 h 1557"/>
              <a:gd name="T8" fmla="*/ 0 w 1914"/>
              <a:gd name="T9" fmla="*/ 865 h 1557"/>
            </a:gdLst>
            <a:ahLst/>
            <a:cxnLst>
              <a:cxn ang="0">
                <a:pos x="T0" y="T1"/>
              </a:cxn>
              <a:cxn ang="0">
                <a:pos x="T2" y="T3"/>
              </a:cxn>
              <a:cxn ang="0">
                <a:pos x="T4" y="T5"/>
              </a:cxn>
              <a:cxn ang="0">
                <a:pos x="T6" y="T7"/>
              </a:cxn>
              <a:cxn ang="0">
                <a:pos x="T8" y="T9"/>
              </a:cxn>
            </a:cxnLst>
            <a:rect l="0" t="0" r="r" b="b"/>
            <a:pathLst>
              <a:path w="1914" h="1557">
                <a:moveTo>
                  <a:pt x="0" y="865"/>
                </a:moveTo>
                <a:lnTo>
                  <a:pt x="0" y="1557"/>
                </a:lnTo>
                <a:lnTo>
                  <a:pt x="1914" y="478"/>
                </a:lnTo>
                <a:lnTo>
                  <a:pt x="1486" y="0"/>
                </a:lnTo>
                <a:lnTo>
                  <a:pt x="0" y="865"/>
                </a:lnTo>
                <a:close/>
              </a:path>
            </a:pathLst>
          </a:custGeom>
          <a:solidFill>
            <a:srgbClr val="FDBB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 name="Freeform 136"/>
          <p:cNvSpPr>
            <a:spLocks/>
          </p:cNvSpPr>
          <p:nvPr/>
        </p:nvSpPr>
        <p:spPr bwMode="auto">
          <a:xfrm>
            <a:off x="5928071" y="2757557"/>
            <a:ext cx="1317229" cy="1271925"/>
          </a:xfrm>
          <a:custGeom>
            <a:avLst/>
            <a:gdLst>
              <a:gd name="T0" fmla="*/ 254 w 1163"/>
              <a:gd name="T1" fmla="*/ 0 h 1123"/>
              <a:gd name="T2" fmla="*/ 0 w 1163"/>
              <a:gd name="T3" fmla="*/ 347 h 1123"/>
              <a:gd name="T4" fmla="*/ 1163 w 1163"/>
              <a:gd name="T5" fmla="*/ 1123 h 1123"/>
              <a:gd name="T6" fmla="*/ 1163 w 1163"/>
              <a:gd name="T7" fmla="*/ 609 h 1123"/>
              <a:gd name="T8" fmla="*/ 254 w 1163"/>
              <a:gd name="T9" fmla="*/ 0 h 1123"/>
            </a:gdLst>
            <a:ahLst/>
            <a:cxnLst>
              <a:cxn ang="0">
                <a:pos x="T0" y="T1"/>
              </a:cxn>
              <a:cxn ang="0">
                <a:pos x="T2" y="T3"/>
              </a:cxn>
              <a:cxn ang="0">
                <a:pos x="T4" y="T5"/>
              </a:cxn>
              <a:cxn ang="0">
                <a:pos x="T6" y="T7"/>
              </a:cxn>
              <a:cxn ang="0">
                <a:pos x="T8" y="T9"/>
              </a:cxn>
            </a:cxnLst>
            <a:rect l="0" t="0" r="r" b="b"/>
            <a:pathLst>
              <a:path w="1163" h="1123">
                <a:moveTo>
                  <a:pt x="254" y="0"/>
                </a:moveTo>
                <a:lnTo>
                  <a:pt x="0" y="347"/>
                </a:lnTo>
                <a:lnTo>
                  <a:pt x="1163" y="1123"/>
                </a:lnTo>
                <a:lnTo>
                  <a:pt x="1163" y="609"/>
                </a:lnTo>
                <a:lnTo>
                  <a:pt x="254" y="0"/>
                </a:lnTo>
                <a:close/>
              </a:path>
            </a:pathLst>
          </a:custGeom>
          <a:solidFill>
            <a:srgbClr val="E2CD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 name="Freeform 137"/>
          <p:cNvSpPr>
            <a:spLocks/>
          </p:cNvSpPr>
          <p:nvPr/>
        </p:nvSpPr>
        <p:spPr bwMode="auto">
          <a:xfrm>
            <a:off x="7249830" y="2725844"/>
            <a:ext cx="1590189" cy="1299108"/>
          </a:xfrm>
          <a:custGeom>
            <a:avLst/>
            <a:gdLst>
              <a:gd name="T0" fmla="*/ 0 w 1404"/>
              <a:gd name="T1" fmla="*/ 633 h 1147"/>
              <a:gd name="T2" fmla="*/ 0 w 1404"/>
              <a:gd name="T3" fmla="*/ 1147 h 1147"/>
              <a:gd name="T4" fmla="*/ 1404 w 1404"/>
              <a:gd name="T5" fmla="*/ 357 h 1147"/>
              <a:gd name="T6" fmla="*/ 1083 w 1404"/>
              <a:gd name="T7" fmla="*/ 0 h 1147"/>
              <a:gd name="T8" fmla="*/ 0 w 1404"/>
              <a:gd name="T9" fmla="*/ 633 h 1147"/>
            </a:gdLst>
            <a:ahLst/>
            <a:cxnLst>
              <a:cxn ang="0">
                <a:pos x="T0" y="T1"/>
              </a:cxn>
              <a:cxn ang="0">
                <a:pos x="T2" y="T3"/>
              </a:cxn>
              <a:cxn ang="0">
                <a:pos x="T4" y="T5"/>
              </a:cxn>
              <a:cxn ang="0">
                <a:pos x="T6" y="T7"/>
              </a:cxn>
              <a:cxn ang="0">
                <a:pos x="T8" y="T9"/>
              </a:cxn>
            </a:cxnLst>
            <a:rect l="0" t="0" r="r" b="b"/>
            <a:pathLst>
              <a:path w="1404" h="1147">
                <a:moveTo>
                  <a:pt x="0" y="633"/>
                </a:moveTo>
                <a:lnTo>
                  <a:pt x="0" y="1147"/>
                </a:lnTo>
                <a:lnTo>
                  <a:pt x="1404" y="357"/>
                </a:lnTo>
                <a:lnTo>
                  <a:pt x="1083" y="0"/>
                </a:lnTo>
                <a:lnTo>
                  <a:pt x="0" y="633"/>
                </a:lnTo>
                <a:close/>
              </a:path>
            </a:pathLst>
          </a:custGeom>
          <a:solidFill>
            <a:srgbClr val="FFEA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 name="Freeform 138"/>
          <p:cNvSpPr>
            <a:spLocks/>
          </p:cNvSpPr>
          <p:nvPr/>
        </p:nvSpPr>
        <p:spPr bwMode="auto">
          <a:xfrm>
            <a:off x="6313160" y="2338490"/>
            <a:ext cx="938937" cy="904958"/>
          </a:xfrm>
          <a:custGeom>
            <a:avLst/>
            <a:gdLst>
              <a:gd name="T0" fmla="*/ 183 w 829"/>
              <a:gd name="T1" fmla="*/ 0 h 799"/>
              <a:gd name="T2" fmla="*/ 0 w 829"/>
              <a:gd name="T3" fmla="*/ 248 h 799"/>
              <a:gd name="T4" fmla="*/ 829 w 829"/>
              <a:gd name="T5" fmla="*/ 799 h 799"/>
              <a:gd name="T6" fmla="*/ 829 w 829"/>
              <a:gd name="T7" fmla="*/ 432 h 799"/>
              <a:gd name="T8" fmla="*/ 183 w 829"/>
              <a:gd name="T9" fmla="*/ 0 h 799"/>
            </a:gdLst>
            <a:ahLst/>
            <a:cxnLst>
              <a:cxn ang="0">
                <a:pos x="T0" y="T1"/>
              </a:cxn>
              <a:cxn ang="0">
                <a:pos x="T2" y="T3"/>
              </a:cxn>
              <a:cxn ang="0">
                <a:pos x="T4" y="T5"/>
              </a:cxn>
              <a:cxn ang="0">
                <a:pos x="T6" y="T7"/>
              </a:cxn>
              <a:cxn ang="0">
                <a:pos x="T8" y="T9"/>
              </a:cxn>
            </a:cxnLst>
            <a:rect l="0" t="0" r="r" b="b"/>
            <a:pathLst>
              <a:path w="829" h="799">
                <a:moveTo>
                  <a:pt x="183" y="0"/>
                </a:moveTo>
                <a:lnTo>
                  <a:pt x="0" y="248"/>
                </a:lnTo>
                <a:lnTo>
                  <a:pt x="829" y="799"/>
                </a:lnTo>
                <a:lnTo>
                  <a:pt x="829" y="432"/>
                </a:lnTo>
                <a:lnTo>
                  <a:pt x="183" y="0"/>
                </a:lnTo>
                <a:close/>
              </a:path>
            </a:pathLst>
          </a:custGeom>
          <a:solidFill>
            <a:srgbClr val="20A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 name="Freeform 139"/>
          <p:cNvSpPr>
            <a:spLocks/>
          </p:cNvSpPr>
          <p:nvPr/>
        </p:nvSpPr>
        <p:spPr bwMode="auto">
          <a:xfrm>
            <a:off x="7252096" y="2320368"/>
            <a:ext cx="1126950" cy="923080"/>
          </a:xfrm>
          <a:custGeom>
            <a:avLst/>
            <a:gdLst>
              <a:gd name="T0" fmla="*/ 0 w 995"/>
              <a:gd name="T1" fmla="*/ 448 h 815"/>
              <a:gd name="T2" fmla="*/ 0 w 995"/>
              <a:gd name="T3" fmla="*/ 815 h 815"/>
              <a:gd name="T4" fmla="*/ 995 w 995"/>
              <a:gd name="T5" fmla="*/ 256 h 815"/>
              <a:gd name="T6" fmla="*/ 767 w 995"/>
              <a:gd name="T7" fmla="*/ 0 h 815"/>
              <a:gd name="T8" fmla="*/ 0 w 995"/>
              <a:gd name="T9" fmla="*/ 448 h 815"/>
            </a:gdLst>
            <a:ahLst/>
            <a:cxnLst>
              <a:cxn ang="0">
                <a:pos x="T0" y="T1"/>
              </a:cxn>
              <a:cxn ang="0">
                <a:pos x="T2" y="T3"/>
              </a:cxn>
              <a:cxn ang="0">
                <a:pos x="T4" y="T5"/>
              </a:cxn>
              <a:cxn ang="0">
                <a:pos x="T6" y="T7"/>
              </a:cxn>
              <a:cxn ang="0">
                <a:pos x="T8" y="T9"/>
              </a:cxn>
            </a:cxnLst>
            <a:rect l="0" t="0" r="r" b="b"/>
            <a:pathLst>
              <a:path w="995" h="815">
                <a:moveTo>
                  <a:pt x="0" y="448"/>
                </a:moveTo>
                <a:lnTo>
                  <a:pt x="0" y="815"/>
                </a:lnTo>
                <a:lnTo>
                  <a:pt x="995" y="256"/>
                </a:lnTo>
                <a:lnTo>
                  <a:pt x="767" y="0"/>
                </a:lnTo>
                <a:lnTo>
                  <a:pt x="0" y="448"/>
                </a:lnTo>
                <a:close/>
              </a:path>
            </a:pathLst>
          </a:custGeom>
          <a:solidFill>
            <a:srgbClr val="20BB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 name="Freeform 140"/>
          <p:cNvSpPr>
            <a:spLocks/>
          </p:cNvSpPr>
          <p:nvPr/>
        </p:nvSpPr>
        <p:spPr bwMode="auto">
          <a:xfrm>
            <a:off x="4850956" y="3947934"/>
            <a:ext cx="2394344" cy="2276552"/>
          </a:xfrm>
          <a:custGeom>
            <a:avLst/>
            <a:gdLst>
              <a:gd name="T0" fmla="*/ 437 w 2114"/>
              <a:gd name="T1" fmla="*/ 0 h 2010"/>
              <a:gd name="T2" fmla="*/ 0 w 2114"/>
              <a:gd name="T3" fmla="*/ 599 h 2010"/>
              <a:gd name="T4" fmla="*/ 2114 w 2114"/>
              <a:gd name="T5" fmla="*/ 2010 h 2010"/>
              <a:gd name="T6" fmla="*/ 2114 w 2114"/>
              <a:gd name="T7" fmla="*/ 1125 h 2010"/>
              <a:gd name="T8" fmla="*/ 437 w 2114"/>
              <a:gd name="T9" fmla="*/ 0 h 2010"/>
            </a:gdLst>
            <a:ahLst/>
            <a:cxnLst>
              <a:cxn ang="0">
                <a:pos x="T0" y="T1"/>
              </a:cxn>
              <a:cxn ang="0">
                <a:pos x="T2" y="T3"/>
              </a:cxn>
              <a:cxn ang="0">
                <a:pos x="T4" y="T5"/>
              </a:cxn>
              <a:cxn ang="0">
                <a:pos x="T6" y="T7"/>
              </a:cxn>
              <a:cxn ang="0">
                <a:pos x="T8" y="T9"/>
              </a:cxn>
            </a:cxnLst>
            <a:rect l="0" t="0" r="r" b="b"/>
            <a:pathLst>
              <a:path w="2114" h="2010">
                <a:moveTo>
                  <a:pt x="437" y="0"/>
                </a:moveTo>
                <a:lnTo>
                  <a:pt x="0" y="599"/>
                </a:lnTo>
                <a:lnTo>
                  <a:pt x="2114" y="2010"/>
                </a:lnTo>
                <a:lnTo>
                  <a:pt x="2114" y="1125"/>
                </a:lnTo>
                <a:lnTo>
                  <a:pt x="437" y="0"/>
                </a:lnTo>
                <a:close/>
              </a:path>
            </a:pathLst>
          </a:custGeom>
          <a:solidFill>
            <a:srgbClr val="D658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 name="Freeform 141"/>
          <p:cNvSpPr>
            <a:spLocks/>
          </p:cNvSpPr>
          <p:nvPr/>
        </p:nvSpPr>
        <p:spPr bwMode="auto">
          <a:xfrm>
            <a:off x="7245300" y="3898099"/>
            <a:ext cx="2891561" cy="2326387"/>
          </a:xfrm>
          <a:custGeom>
            <a:avLst/>
            <a:gdLst>
              <a:gd name="T0" fmla="*/ 0 w 2553"/>
              <a:gd name="T1" fmla="*/ 1169 h 2054"/>
              <a:gd name="T2" fmla="*/ 0 w 2553"/>
              <a:gd name="T3" fmla="*/ 2054 h 2054"/>
              <a:gd name="T4" fmla="*/ 2553 w 2553"/>
              <a:gd name="T5" fmla="*/ 617 h 2054"/>
              <a:gd name="T6" fmla="*/ 2004 w 2553"/>
              <a:gd name="T7" fmla="*/ 0 h 2054"/>
              <a:gd name="T8" fmla="*/ 0 w 2553"/>
              <a:gd name="T9" fmla="*/ 1169 h 2054"/>
            </a:gdLst>
            <a:ahLst/>
            <a:cxnLst>
              <a:cxn ang="0">
                <a:pos x="T0" y="T1"/>
              </a:cxn>
              <a:cxn ang="0">
                <a:pos x="T2" y="T3"/>
              </a:cxn>
              <a:cxn ang="0">
                <a:pos x="T4" y="T5"/>
              </a:cxn>
              <a:cxn ang="0">
                <a:pos x="T6" y="T7"/>
              </a:cxn>
              <a:cxn ang="0">
                <a:pos x="T8" y="T9"/>
              </a:cxn>
            </a:cxnLst>
            <a:rect l="0" t="0" r="r" b="b"/>
            <a:pathLst>
              <a:path w="2553" h="2054">
                <a:moveTo>
                  <a:pt x="0" y="1169"/>
                </a:moveTo>
                <a:lnTo>
                  <a:pt x="0" y="2054"/>
                </a:lnTo>
                <a:lnTo>
                  <a:pt x="2553" y="617"/>
                </a:lnTo>
                <a:lnTo>
                  <a:pt x="2004" y="0"/>
                </a:lnTo>
                <a:lnTo>
                  <a:pt x="0" y="1169"/>
                </a:lnTo>
                <a:close/>
              </a:path>
            </a:pathLst>
          </a:custGeom>
          <a:solidFill>
            <a:srgbClr val="F266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 name="Freeform 142"/>
          <p:cNvSpPr>
            <a:spLocks/>
          </p:cNvSpPr>
          <p:nvPr/>
        </p:nvSpPr>
        <p:spPr bwMode="auto">
          <a:xfrm>
            <a:off x="6617832" y="2028154"/>
            <a:ext cx="636529" cy="613876"/>
          </a:xfrm>
          <a:custGeom>
            <a:avLst/>
            <a:gdLst>
              <a:gd name="T0" fmla="*/ 122 w 562"/>
              <a:gd name="T1" fmla="*/ 0 h 542"/>
              <a:gd name="T2" fmla="*/ 0 w 562"/>
              <a:gd name="T3" fmla="*/ 166 h 542"/>
              <a:gd name="T4" fmla="*/ 562 w 562"/>
              <a:gd name="T5" fmla="*/ 542 h 542"/>
              <a:gd name="T6" fmla="*/ 562 w 562"/>
              <a:gd name="T7" fmla="*/ 294 h 542"/>
              <a:gd name="T8" fmla="*/ 122 w 562"/>
              <a:gd name="T9" fmla="*/ 0 h 542"/>
            </a:gdLst>
            <a:ahLst/>
            <a:cxnLst>
              <a:cxn ang="0">
                <a:pos x="T0" y="T1"/>
              </a:cxn>
              <a:cxn ang="0">
                <a:pos x="T2" y="T3"/>
              </a:cxn>
              <a:cxn ang="0">
                <a:pos x="T4" y="T5"/>
              </a:cxn>
              <a:cxn ang="0">
                <a:pos x="T6" y="T7"/>
              </a:cxn>
              <a:cxn ang="0">
                <a:pos x="T8" y="T9"/>
              </a:cxn>
            </a:cxnLst>
            <a:rect l="0" t="0" r="r" b="b"/>
            <a:pathLst>
              <a:path w="562" h="542">
                <a:moveTo>
                  <a:pt x="122" y="0"/>
                </a:moveTo>
                <a:lnTo>
                  <a:pt x="0" y="166"/>
                </a:lnTo>
                <a:lnTo>
                  <a:pt x="562" y="542"/>
                </a:lnTo>
                <a:lnTo>
                  <a:pt x="562" y="294"/>
                </a:lnTo>
                <a:lnTo>
                  <a:pt x="122" y="0"/>
                </a:lnTo>
                <a:close/>
              </a:path>
            </a:pathLst>
          </a:custGeom>
          <a:solidFill>
            <a:srgbClr val="91C1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29" name="组合 28"/>
          <p:cNvGrpSpPr/>
          <p:nvPr/>
        </p:nvGrpSpPr>
        <p:grpSpPr>
          <a:xfrm>
            <a:off x="9408591" y="3003334"/>
            <a:ext cx="631998" cy="534594"/>
            <a:chOff x="9543502" y="2688540"/>
            <a:chExt cx="631998" cy="534594"/>
          </a:xfrm>
        </p:grpSpPr>
        <p:sp>
          <p:nvSpPr>
            <p:cNvPr id="30" name="Freeform 248"/>
            <p:cNvSpPr>
              <a:spLocks/>
            </p:cNvSpPr>
            <p:nvPr/>
          </p:nvSpPr>
          <p:spPr bwMode="auto">
            <a:xfrm>
              <a:off x="9543502" y="2774619"/>
              <a:ext cx="419067" cy="283153"/>
            </a:xfrm>
            <a:custGeom>
              <a:avLst/>
              <a:gdLst>
                <a:gd name="T0" fmla="*/ 370 w 370"/>
                <a:gd name="T1" fmla="*/ 0 h 250"/>
                <a:gd name="T2" fmla="*/ 0 w 370"/>
                <a:gd name="T3" fmla="*/ 54 h 250"/>
                <a:gd name="T4" fmla="*/ 36 w 370"/>
                <a:gd name="T5" fmla="*/ 250 h 250"/>
                <a:gd name="T6" fmla="*/ 282 w 370"/>
                <a:gd name="T7" fmla="*/ 250 h 250"/>
                <a:gd name="T8" fmla="*/ 370 w 370"/>
                <a:gd name="T9" fmla="*/ 0 h 250"/>
              </a:gdLst>
              <a:ahLst/>
              <a:cxnLst>
                <a:cxn ang="0">
                  <a:pos x="T0" y="T1"/>
                </a:cxn>
                <a:cxn ang="0">
                  <a:pos x="T2" y="T3"/>
                </a:cxn>
                <a:cxn ang="0">
                  <a:pos x="T4" y="T5"/>
                </a:cxn>
                <a:cxn ang="0">
                  <a:pos x="T6" y="T7"/>
                </a:cxn>
                <a:cxn ang="0">
                  <a:pos x="T8" y="T9"/>
                </a:cxn>
              </a:cxnLst>
              <a:rect l="0" t="0" r="r" b="b"/>
              <a:pathLst>
                <a:path w="370" h="250">
                  <a:moveTo>
                    <a:pt x="370" y="0"/>
                  </a:moveTo>
                  <a:lnTo>
                    <a:pt x="0" y="54"/>
                  </a:lnTo>
                  <a:lnTo>
                    <a:pt x="36" y="250"/>
                  </a:lnTo>
                  <a:lnTo>
                    <a:pt x="282" y="250"/>
                  </a:lnTo>
                  <a:lnTo>
                    <a:pt x="370"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 name="Freeform 249"/>
            <p:cNvSpPr>
              <a:spLocks/>
            </p:cNvSpPr>
            <p:nvPr/>
          </p:nvSpPr>
          <p:spPr bwMode="auto">
            <a:xfrm>
              <a:off x="9591072" y="2688540"/>
              <a:ext cx="584428" cy="432658"/>
            </a:xfrm>
            <a:custGeom>
              <a:avLst/>
              <a:gdLst>
                <a:gd name="T0" fmla="*/ 250 w 258"/>
                <a:gd name="T1" fmla="*/ 0 h 191"/>
                <a:gd name="T2" fmla="*/ 200 w 258"/>
                <a:gd name="T3" fmla="*/ 0 h 191"/>
                <a:gd name="T4" fmla="*/ 200 w 258"/>
                <a:gd name="T5" fmla="*/ 0 h 191"/>
                <a:gd name="T6" fmla="*/ 198 w 258"/>
                <a:gd name="T7" fmla="*/ 1 h 191"/>
                <a:gd name="T8" fmla="*/ 197 w 258"/>
                <a:gd name="T9" fmla="*/ 1 h 191"/>
                <a:gd name="T10" fmla="*/ 195 w 258"/>
                <a:gd name="T11" fmla="*/ 2 h 191"/>
                <a:gd name="T12" fmla="*/ 194 w 258"/>
                <a:gd name="T13" fmla="*/ 3 h 191"/>
                <a:gd name="T14" fmla="*/ 193 w 258"/>
                <a:gd name="T15" fmla="*/ 4 h 191"/>
                <a:gd name="T16" fmla="*/ 193 w 258"/>
                <a:gd name="T17" fmla="*/ 5 h 191"/>
                <a:gd name="T18" fmla="*/ 192 w 258"/>
                <a:gd name="T19" fmla="*/ 5 h 191"/>
                <a:gd name="T20" fmla="*/ 130 w 258"/>
                <a:gd name="T21" fmla="*/ 175 h 191"/>
                <a:gd name="T22" fmla="*/ 7 w 258"/>
                <a:gd name="T23" fmla="*/ 175 h 191"/>
                <a:gd name="T24" fmla="*/ 0 w 258"/>
                <a:gd name="T25" fmla="*/ 183 h 191"/>
                <a:gd name="T26" fmla="*/ 7 w 258"/>
                <a:gd name="T27" fmla="*/ 191 h 191"/>
                <a:gd name="T28" fmla="*/ 135 w 258"/>
                <a:gd name="T29" fmla="*/ 191 h 191"/>
                <a:gd name="T30" fmla="*/ 138 w 258"/>
                <a:gd name="T31" fmla="*/ 190 h 191"/>
                <a:gd name="T32" fmla="*/ 139 w 258"/>
                <a:gd name="T33" fmla="*/ 190 h 191"/>
                <a:gd name="T34" fmla="*/ 140 w 258"/>
                <a:gd name="T35" fmla="*/ 189 h 191"/>
                <a:gd name="T36" fmla="*/ 141 w 258"/>
                <a:gd name="T37" fmla="*/ 188 h 191"/>
                <a:gd name="T38" fmla="*/ 142 w 258"/>
                <a:gd name="T39" fmla="*/ 187 h 191"/>
                <a:gd name="T40" fmla="*/ 143 w 258"/>
                <a:gd name="T41" fmla="*/ 186 h 191"/>
                <a:gd name="T42" fmla="*/ 143 w 258"/>
                <a:gd name="T43" fmla="*/ 186 h 191"/>
                <a:gd name="T44" fmla="*/ 205 w 258"/>
                <a:gd name="T45" fmla="*/ 16 h 191"/>
                <a:gd name="T46" fmla="*/ 250 w 258"/>
                <a:gd name="T47" fmla="*/ 16 h 191"/>
                <a:gd name="T48" fmla="*/ 258 w 258"/>
                <a:gd name="T49" fmla="*/ 8 h 191"/>
                <a:gd name="T50" fmla="*/ 250 w 258"/>
                <a:gd name="T51" fmla="*/ 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58" h="191">
                  <a:moveTo>
                    <a:pt x="250" y="0"/>
                  </a:moveTo>
                  <a:cubicBezTo>
                    <a:pt x="200" y="0"/>
                    <a:pt x="200" y="0"/>
                    <a:pt x="200" y="0"/>
                  </a:cubicBezTo>
                  <a:cubicBezTo>
                    <a:pt x="200" y="0"/>
                    <a:pt x="200" y="0"/>
                    <a:pt x="200" y="0"/>
                  </a:cubicBezTo>
                  <a:cubicBezTo>
                    <a:pt x="199" y="0"/>
                    <a:pt x="198" y="1"/>
                    <a:pt x="198" y="1"/>
                  </a:cubicBezTo>
                  <a:cubicBezTo>
                    <a:pt x="197" y="1"/>
                    <a:pt x="197" y="1"/>
                    <a:pt x="197" y="1"/>
                  </a:cubicBezTo>
                  <a:cubicBezTo>
                    <a:pt x="196" y="1"/>
                    <a:pt x="196" y="2"/>
                    <a:pt x="195" y="2"/>
                  </a:cubicBezTo>
                  <a:cubicBezTo>
                    <a:pt x="195" y="2"/>
                    <a:pt x="195" y="2"/>
                    <a:pt x="194" y="3"/>
                  </a:cubicBezTo>
                  <a:cubicBezTo>
                    <a:pt x="194" y="3"/>
                    <a:pt x="194" y="3"/>
                    <a:pt x="193" y="4"/>
                  </a:cubicBezTo>
                  <a:cubicBezTo>
                    <a:pt x="193" y="4"/>
                    <a:pt x="193" y="5"/>
                    <a:pt x="193" y="5"/>
                  </a:cubicBezTo>
                  <a:cubicBezTo>
                    <a:pt x="193" y="5"/>
                    <a:pt x="193" y="5"/>
                    <a:pt x="192" y="5"/>
                  </a:cubicBezTo>
                  <a:cubicBezTo>
                    <a:pt x="130" y="175"/>
                    <a:pt x="130" y="175"/>
                    <a:pt x="130" y="175"/>
                  </a:cubicBezTo>
                  <a:cubicBezTo>
                    <a:pt x="7" y="175"/>
                    <a:pt x="7" y="175"/>
                    <a:pt x="7" y="175"/>
                  </a:cubicBezTo>
                  <a:cubicBezTo>
                    <a:pt x="3" y="175"/>
                    <a:pt x="0" y="179"/>
                    <a:pt x="0" y="183"/>
                  </a:cubicBezTo>
                  <a:cubicBezTo>
                    <a:pt x="0" y="188"/>
                    <a:pt x="3" y="191"/>
                    <a:pt x="7" y="191"/>
                  </a:cubicBezTo>
                  <a:cubicBezTo>
                    <a:pt x="135" y="191"/>
                    <a:pt x="135" y="191"/>
                    <a:pt x="135" y="191"/>
                  </a:cubicBezTo>
                  <a:cubicBezTo>
                    <a:pt x="136" y="191"/>
                    <a:pt x="137" y="191"/>
                    <a:pt x="138" y="190"/>
                  </a:cubicBezTo>
                  <a:cubicBezTo>
                    <a:pt x="138" y="190"/>
                    <a:pt x="139" y="190"/>
                    <a:pt x="139" y="190"/>
                  </a:cubicBezTo>
                  <a:cubicBezTo>
                    <a:pt x="139" y="190"/>
                    <a:pt x="140" y="189"/>
                    <a:pt x="140" y="189"/>
                  </a:cubicBezTo>
                  <a:cubicBezTo>
                    <a:pt x="141" y="189"/>
                    <a:pt x="141" y="189"/>
                    <a:pt x="141" y="188"/>
                  </a:cubicBezTo>
                  <a:cubicBezTo>
                    <a:pt x="141" y="188"/>
                    <a:pt x="142" y="187"/>
                    <a:pt x="142" y="187"/>
                  </a:cubicBezTo>
                  <a:cubicBezTo>
                    <a:pt x="142" y="186"/>
                    <a:pt x="142" y="186"/>
                    <a:pt x="143" y="186"/>
                  </a:cubicBezTo>
                  <a:cubicBezTo>
                    <a:pt x="143" y="186"/>
                    <a:pt x="143" y="186"/>
                    <a:pt x="143" y="186"/>
                  </a:cubicBezTo>
                  <a:cubicBezTo>
                    <a:pt x="205" y="16"/>
                    <a:pt x="205" y="16"/>
                    <a:pt x="205" y="16"/>
                  </a:cubicBezTo>
                  <a:cubicBezTo>
                    <a:pt x="250" y="16"/>
                    <a:pt x="250" y="16"/>
                    <a:pt x="250" y="16"/>
                  </a:cubicBezTo>
                  <a:cubicBezTo>
                    <a:pt x="254" y="16"/>
                    <a:pt x="258" y="12"/>
                    <a:pt x="258" y="8"/>
                  </a:cubicBezTo>
                  <a:cubicBezTo>
                    <a:pt x="258" y="4"/>
                    <a:pt x="254" y="0"/>
                    <a:pt x="250" y="0"/>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 name="Oval 250"/>
            <p:cNvSpPr>
              <a:spLocks noChangeArrowheads="1"/>
            </p:cNvSpPr>
            <p:nvPr/>
          </p:nvSpPr>
          <p:spPr bwMode="auto">
            <a:xfrm>
              <a:off x="9611459" y="3143851"/>
              <a:ext cx="79283" cy="79283"/>
            </a:xfrm>
            <a:prstGeom prst="ellipse">
              <a:avLst/>
            </a:pr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 name="Oval 251"/>
            <p:cNvSpPr>
              <a:spLocks noChangeArrowheads="1"/>
            </p:cNvSpPr>
            <p:nvPr/>
          </p:nvSpPr>
          <p:spPr bwMode="auto">
            <a:xfrm>
              <a:off x="9822125" y="3143851"/>
              <a:ext cx="79283" cy="79283"/>
            </a:xfrm>
            <a:prstGeom prst="ellipse">
              <a:avLst/>
            </a:pr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34" name="Freeform 252"/>
          <p:cNvSpPr>
            <a:spLocks/>
          </p:cNvSpPr>
          <p:nvPr/>
        </p:nvSpPr>
        <p:spPr bwMode="auto">
          <a:xfrm>
            <a:off x="7810474" y="1336128"/>
            <a:ext cx="477963" cy="449648"/>
          </a:xfrm>
          <a:custGeom>
            <a:avLst/>
            <a:gdLst>
              <a:gd name="T0" fmla="*/ 4 w 211"/>
              <a:gd name="T1" fmla="*/ 198 h 198"/>
              <a:gd name="T2" fmla="*/ 7 w 211"/>
              <a:gd name="T3" fmla="*/ 150 h 198"/>
              <a:gd name="T4" fmla="*/ 39 w 211"/>
              <a:gd name="T5" fmla="*/ 126 h 198"/>
              <a:gd name="T6" fmla="*/ 74 w 211"/>
              <a:gd name="T7" fmla="*/ 112 h 198"/>
              <a:gd name="T8" fmla="*/ 84 w 211"/>
              <a:gd name="T9" fmla="*/ 105 h 198"/>
              <a:gd name="T10" fmla="*/ 73 w 211"/>
              <a:gd name="T11" fmla="*/ 72 h 198"/>
              <a:gd name="T12" fmla="*/ 69 w 211"/>
              <a:gd name="T13" fmla="*/ 67 h 198"/>
              <a:gd name="T14" fmla="*/ 69 w 211"/>
              <a:gd name="T15" fmla="*/ 47 h 198"/>
              <a:gd name="T16" fmla="*/ 71 w 211"/>
              <a:gd name="T17" fmla="*/ 43 h 198"/>
              <a:gd name="T18" fmla="*/ 82 w 211"/>
              <a:gd name="T19" fmla="*/ 13 h 198"/>
              <a:gd name="T20" fmla="*/ 76 w 211"/>
              <a:gd name="T21" fmla="*/ 6 h 198"/>
              <a:gd name="T22" fmla="*/ 88 w 211"/>
              <a:gd name="T23" fmla="*/ 7 h 198"/>
              <a:gd name="T24" fmla="*/ 89 w 211"/>
              <a:gd name="T25" fmla="*/ 0 h 198"/>
              <a:gd name="T26" fmla="*/ 95 w 211"/>
              <a:gd name="T27" fmla="*/ 5 h 198"/>
              <a:gd name="T28" fmla="*/ 119 w 211"/>
              <a:gd name="T29" fmla="*/ 3 h 198"/>
              <a:gd name="T30" fmla="*/ 136 w 211"/>
              <a:gd name="T31" fmla="*/ 10 h 198"/>
              <a:gd name="T32" fmla="*/ 148 w 211"/>
              <a:gd name="T33" fmla="*/ 26 h 198"/>
              <a:gd name="T34" fmla="*/ 150 w 211"/>
              <a:gd name="T35" fmla="*/ 49 h 198"/>
              <a:gd name="T36" fmla="*/ 151 w 211"/>
              <a:gd name="T37" fmla="*/ 57 h 198"/>
              <a:gd name="T38" fmla="*/ 146 w 211"/>
              <a:gd name="T39" fmla="*/ 72 h 198"/>
              <a:gd name="T40" fmla="*/ 142 w 211"/>
              <a:gd name="T41" fmla="*/ 75 h 198"/>
              <a:gd name="T42" fmla="*/ 137 w 211"/>
              <a:gd name="T43" fmla="*/ 95 h 198"/>
              <a:gd name="T44" fmla="*/ 141 w 211"/>
              <a:gd name="T45" fmla="*/ 108 h 198"/>
              <a:gd name="T46" fmla="*/ 154 w 211"/>
              <a:gd name="T47" fmla="*/ 119 h 198"/>
              <a:gd name="T48" fmla="*/ 185 w 211"/>
              <a:gd name="T49" fmla="*/ 131 h 198"/>
              <a:gd name="T50" fmla="*/ 202 w 211"/>
              <a:gd name="T51" fmla="*/ 152 h 198"/>
              <a:gd name="T52" fmla="*/ 211 w 211"/>
              <a:gd name="T53" fmla="*/ 198 h 198"/>
              <a:gd name="T54" fmla="*/ 4 w 211"/>
              <a:gd name="T55"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1" h="198">
                <a:moveTo>
                  <a:pt x="4" y="198"/>
                </a:moveTo>
                <a:cubicBezTo>
                  <a:pt x="4" y="198"/>
                  <a:pt x="0" y="168"/>
                  <a:pt x="7" y="150"/>
                </a:cubicBezTo>
                <a:cubicBezTo>
                  <a:pt x="14" y="132"/>
                  <a:pt x="18" y="129"/>
                  <a:pt x="39" y="126"/>
                </a:cubicBezTo>
                <a:cubicBezTo>
                  <a:pt x="60" y="123"/>
                  <a:pt x="71" y="115"/>
                  <a:pt x="74" y="112"/>
                </a:cubicBezTo>
                <a:cubicBezTo>
                  <a:pt x="77" y="109"/>
                  <a:pt x="82" y="106"/>
                  <a:pt x="84" y="105"/>
                </a:cubicBezTo>
                <a:cubicBezTo>
                  <a:pt x="84" y="105"/>
                  <a:pt x="84" y="84"/>
                  <a:pt x="73" y="72"/>
                </a:cubicBezTo>
                <a:cubicBezTo>
                  <a:pt x="73" y="72"/>
                  <a:pt x="69" y="70"/>
                  <a:pt x="69" y="67"/>
                </a:cubicBezTo>
                <a:cubicBezTo>
                  <a:pt x="68" y="65"/>
                  <a:pt x="66" y="52"/>
                  <a:pt x="69" y="47"/>
                </a:cubicBezTo>
                <a:cubicBezTo>
                  <a:pt x="69" y="47"/>
                  <a:pt x="71" y="45"/>
                  <a:pt x="71" y="43"/>
                </a:cubicBezTo>
                <a:cubicBezTo>
                  <a:pt x="70" y="41"/>
                  <a:pt x="68" y="26"/>
                  <a:pt x="82" y="13"/>
                </a:cubicBezTo>
                <a:cubicBezTo>
                  <a:pt x="82" y="13"/>
                  <a:pt x="86" y="7"/>
                  <a:pt x="76" y="6"/>
                </a:cubicBezTo>
                <a:cubicBezTo>
                  <a:pt x="76" y="6"/>
                  <a:pt x="81" y="3"/>
                  <a:pt x="88" y="7"/>
                </a:cubicBezTo>
                <a:cubicBezTo>
                  <a:pt x="88" y="7"/>
                  <a:pt x="85" y="3"/>
                  <a:pt x="89" y="0"/>
                </a:cubicBezTo>
                <a:cubicBezTo>
                  <a:pt x="89" y="0"/>
                  <a:pt x="87" y="7"/>
                  <a:pt x="95" y="5"/>
                </a:cubicBezTo>
                <a:cubicBezTo>
                  <a:pt x="102" y="3"/>
                  <a:pt x="112" y="1"/>
                  <a:pt x="119" y="3"/>
                </a:cubicBezTo>
                <a:cubicBezTo>
                  <a:pt x="126" y="6"/>
                  <a:pt x="128" y="9"/>
                  <a:pt x="136" y="10"/>
                </a:cubicBezTo>
                <a:cubicBezTo>
                  <a:pt x="145" y="10"/>
                  <a:pt x="148" y="22"/>
                  <a:pt x="148" y="26"/>
                </a:cubicBezTo>
                <a:cubicBezTo>
                  <a:pt x="149" y="30"/>
                  <a:pt x="148" y="47"/>
                  <a:pt x="150" y="49"/>
                </a:cubicBezTo>
                <a:cubicBezTo>
                  <a:pt x="151" y="52"/>
                  <a:pt x="152" y="53"/>
                  <a:pt x="151" y="57"/>
                </a:cubicBezTo>
                <a:cubicBezTo>
                  <a:pt x="151" y="62"/>
                  <a:pt x="148" y="72"/>
                  <a:pt x="146" y="72"/>
                </a:cubicBezTo>
                <a:cubicBezTo>
                  <a:pt x="144" y="73"/>
                  <a:pt x="142" y="74"/>
                  <a:pt x="142" y="75"/>
                </a:cubicBezTo>
                <a:cubicBezTo>
                  <a:pt x="142" y="75"/>
                  <a:pt x="137" y="90"/>
                  <a:pt x="137" y="95"/>
                </a:cubicBezTo>
                <a:cubicBezTo>
                  <a:pt x="137" y="101"/>
                  <a:pt x="137" y="106"/>
                  <a:pt x="141" y="108"/>
                </a:cubicBezTo>
                <a:cubicBezTo>
                  <a:pt x="145" y="109"/>
                  <a:pt x="151" y="116"/>
                  <a:pt x="154" y="119"/>
                </a:cubicBezTo>
                <a:cubicBezTo>
                  <a:pt x="157" y="123"/>
                  <a:pt x="176" y="127"/>
                  <a:pt x="185" y="131"/>
                </a:cubicBezTo>
                <a:cubicBezTo>
                  <a:pt x="193" y="135"/>
                  <a:pt x="197" y="135"/>
                  <a:pt x="202" y="152"/>
                </a:cubicBezTo>
                <a:cubicBezTo>
                  <a:pt x="207" y="169"/>
                  <a:pt x="211" y="186"/>
                  <a:pt x="211" y="198"/>
                </a:cubicBezTo>
                <a:lnTo>
                  <a:pt x="4" y="198"/>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35" name="组合 34"/>
          <p:cNvGrpSpPr/>
          <p:nvPr/>
        </p:nvGrpSpPr>
        <p:grpSpPr>
          <a:xfrm>
            <a:off x="10040589" y="3791633"/>
            <a:ext cx="513074" cy="490422"/>
            <a:chOff x="10175500" y="3476839"/>
            <a:chExt cx="513074" cy="490422"/>
          </a:xfrm>
        </p:grpSpPr>
        <p:sp>
          <p:nvSpPr>
            <p:cNvPr id="36" name="Rectangle 253"/>
            <p:cNvSpPr>
              <a:spLocks noChangeArrowheads="1"/>
            </p:cNvSpPr>
            <p:nvPr/>
          </p:nvSpPr>
          <p:spPr bwMode="auto">
            <a:xfrm>
              <a:off x="10175500" y="3476839"/>
              <a:ext cx="94007" cy="490422"/>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 name="Rectangle 254"/>
            <p:cNvSpPr>
              <a:spLocks noChangeArrowheads="1"/>
            </p:cNvSpPr>
            <p:nvPr/>
          </p:nvSpPr>
          <p:spPr bwMode="auto">
            <a:xfrm>
              <a:off x="10314812" y="3703362"/>
              <a:ext cx="95139" cy="263899"/>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 name="Rectangle 255"/>
            <p:cNvSpPr>
              <a:spLocks noChangeArrowheads="1"/>
            </p:cNvSpPr>
            <p:nvPr/>
          </p:nvSpPr>
          <p:spPr bwMode="auto">
            <a:xfrm>
              <a:off x="10455256" y="3644466"/>
              <a:ext cx="92874" cy="322795"/>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 name="Rectangle 256"/>
            <p:cNvSpPr>
              <a:spLocks noChangeArrowheads="1"/>
            </p:cNvSpPr>
            <p:nvPr/>
          </p:nvSpPr>
          <p:spPr bwMode="auto">
            <a:xfrm>
              <a:off x="10595700" y="3583305"/>
              <a:ext cx="92874" cy="383956"/>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 name="Freeform 257"/>
            <p:cNvSpPr>
              <a:spLocks/>
            </p:cNvSpPr>
            <p:nvPr/>
          </p:nvSpPr>
          <p:spPr bwMode="auto">
            <a:xfrm>
              <a:off x="10312546" y="3476839"/>
              <a:ext cx="231053" cy="188014"/>
            </a:xfrm>
            <a:custGeom>
              <a:avLst/>
              <a:gdLst>
                <a:gd name="T0" fmla="*/ 0 w 102"/>
                <a:gd name="T1" fmla="*/ 83 h 83"/>
                <a:gd name="T2" fmla="*/ 60 w 102"/>
                <a:gd name="T3" fmla="*/ 27 h 83"/>
                <a:gd name="T4" fmla="*/ 39 w 102"/>
                <a:gd name="T5" fmla="*/ 12 h 83"/>
                <a:gd name="T6" fmla="*/ 92 w 102"/>
                <a:gd name="T7" fmla="*/ 0 h 83"/>
                <a:gd name="T8" fmla="*/ 102 w 102"/>
                <a:gd name="T9" fmla="*/ 51 h 83"/>
                <a:gd name="T10" fmla="*/ 79 w 102"/>
                <a:gd name="T11" fmla="*/ 39 h 83"/>
                <a:gd name="T12" fmla="*/ 0 w 102"/>
                <a:gd name="T13" fmla="*/ 83 h 83"/>
              </a:gdLst>
              <a:ahLst/>
              <a:cxnLst>
                <a:cxn ang="0">
                  <a:pos x="T0" y="T1"/>
                </a:cxn>
                <a:cxn ang="0">
                  <a:pos x="T2" y="T3"/>
                </a:cxn>
                <a:cxn ang="0">
                  <a:pos x="T4" y="T5"/>
                </a:cxn>
                <a:cxn ang="0">
                  <a:pos x="T6" y="T7"/>
                </a:cxn>
                <a:cxn ang="0">
                  <a:pos x="T8" y="T9"/>
                </a:cxn>
                <a:cxn ang="0">
                  <a:pos x="T10" y="T11"/>
                </a:cxn>
                <a:cxn ang="0">
                  <a:pos x="T12" y="T13"/>
                </a:cxn>
              </a:cxnLst>
              <a:rect l="0" t="0" r="r" b="b"/>
              <a:pathLst>
                <a:path w="102" h="83">
                  <a:moveTo>
                    <a:pt x="0" y="83"/>
                  </a:moveTo>
                  <a:cubicBezTo>
                    <a:pt x="0" y="83"/>
                    <a:pt x="54" y="68"/>
                    <a:pt x="60" y="27"/>
                  </a:cubicBezTo>
                  <a:cubicBezTo>
                    <a:pt x="39" y="12"/>
                    <a:pt x="39" y="12"/>
                    <a:pt x="39" y="12"/>
                  </a:cubicBezTo>
                  <a:cubicBezTo>
                    <a:pt x="92" y="0"/>
                    <a:pt x="92" y="0"/>
                    <a:pt x="92" y="0"/>
                  </a:cubicBezTo>
                  <a:cubicBezTo>
                    <a:pt x="102" y="51"/>
                    <a:pt x="102" y="51"/>
                    <a:pt x="102" y="51"/>
                  </a:cubicBezTo>
                  <a:cubicBezTo>
                    <a:pt x="79" y="39"/>
                    <a:pt x="79" y="39"/>
                    <a:pt x="79" y="39"/>
                  </a:cubicBezTo>
                  <a:cubicBezTo>
                    <a:pt x="79" y="39"/>
                    <a:pt x="65" y="83"/>
                    <a:pt x="0" y="83"/>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41" name="组合 40"/>
          <p:cNvGrpSpPr/>
          <p:nvPr/>
        </p:nvGrpSpPr>
        <p:grpSpPr>
          <a:xfrm>
            <a:off x="8390372" y="1987380"/>
            <a:ext cx="287684" cy="468902"/>
            <a:chOff x="8525283" y="1672586"/>
            <a:chExt cx="287684" cy="468902"/>
          </a:xfrm>
        </p:grpSpPr>
        <p:sp>
          <p:nvSpPr>
            <p:cNvPr id="42" name="Freeform 258"/>
            <p:cNvSpPr>
              <a:spLocks/>
            </p:cNvSpPr>
            <p:nvPr/>
          </p:nvSpPr>
          <p:spPr bwMode="auto">
            <a:xfrm>
              <a:off x="8634014" y="2121101"/>
              <a:ext cx="74752" cy="20387"/>
            </a:xfrm>
            <a:custGeom>
              <a:avLst/>
              <a:gdLst>
                <a:gd name="T0" fmla="*/ 33 w 33"/>
                <a:gd name="T1" fmla="*/ 4 h 9"/>
                <a:gd name="T2" fmla="*/ 28 w 33"/>
                <a:gd name="T3" fmla="*/ 9 h 9"/>
                <a:gd name="T4" fmla="*/ 4 w 33"/>
                <a:gd name="T5" fmla="*/ 9 h 9"/>
                <a:gd name="T6" fmla="*/ 0 w 33"/>
                <a:gd name="T7" fmla="*/ 4 h 9"/>
                <a:gd name="T8" fmla="*/ 0 w 33"/>
                <a:gd name="T9" fmla="*/ 4 h 9"/>
                <a:gd name="T10" fmla="*/ 4 w 33"/>
                <a:gd name="T11" fmla="*/ 0 h 9"/>
                <a:gd name="T12" fmla="*/ 28 w 33"/>
                <a:gd name="T13" fmla="*/ 0 h 9"/>
                <a:gd name="T14" fmla="*/ 33 w 33"/>
                <a:gd name="T15" fmla="*/ 4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9">
                  <a:moveTo>
                    <a:pt x="33" y="4"/>
                  </a:moveTo>
                  <a:cubicBezTo>
                    <a:pt x="33" y="7"/>
                    <a:pt x="31" y="9"/>
                    <a:pt x="28" y="9"/>
                  </a:cubicBezTo>
                  <a:cubicBezTo>
                    <a:pt x="4" y="9"/>
                    <a:pt x="4" y="9"/>
                    <a:pt x="4" y="9"/>
                  </a:cubicBezTo>
                  <a:cubicBezTo>
                    <a:pt x="2" y="9"/>
                    <a:pt x="0" y="7"/>
                    <a:pt x="0" y="4"/>
                  </a:cubicBezTo>
                  <a:cubicBezTo>
                    <a:pt x="0" y="4"/>
                    <a:pt x="0" y="4"/>
                    <a:pt x="0" y="4"/>
                  </a:cubicBezTo>
                  <a:cubicBezTo>
                    <a:pt x="0" y="2"/>
                    <a:pt x="2" y="0"/>
                    <a:pt x="4" y="0"/>
                  </a:cubicBezTo>
                  <a:cubicBezTo>
                    <a:pt x="28" y="0"/>
                    <a:pt x="28" y="0"/>
                    <a:pt x="28" y="0"/>
                  </a:cubicBezTo>
                  <a:cubicBezTo>
                    <a:pt x="31" y="0"/>
                    <a:pt x="33" y="2"/>
                    <a:pt x="33" y="4"/>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 name="Freeform 259"/>
            <p:cNvSpPr>
              <a:spLocks/>
            </p:cNvSpPr>
            <p:nvPr/>
          </p:nvSpPr>
          <p:spPr bwMode="auto">
            <a:xfrm>
              <a:off x="8615892" y="2114305"/>
              <a:ext cx="110996" cy="15857"/>
            </a:xfrm>
            <a:custGeom>
              <a:avLst/>
              <a:gdLst>
                <a:gd name="T0" fmla="*/ 6 w 49"/>
                <a:gd name="T1" fmla="*/ 7 h 7"/>
                <a:gd name="T2" fmla="*/ 42 w 49"/>
                <a:gd name="T3" fmla="*/ 7 h 7"/>
                <a:gd name="T4" fmla="*/ 45 w 49"/>
                <a:gd name="T5" fmla="*/ 4 h 7"/>
                <a:gd name="T6" fmla="*/ 49 w 49"/>
                <a:gd name="T7" fmla="*/ 0 h 7"/>
                <a:gd name="T8" fmla="*/ 0 w 49"/>
                <a:gd name="T9" fmla="*/ 0 h 7"/>
                <a:gd name="T10" fmla="*/ 0 w 49"/>
                <a:gd name="T11" fmla="*/ 0 h 7"/>
                <a:gd name="T12" fmla="*/ 6 w 49"/>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49" h="7">
                  <a:moveTo>
                    <a:pt x="6" y="7"/>
                  </a:moveTo>
                  <a:cubicBezTo>
                    <a:pt x="42" y="7"/>
                    <a:pt x="42" y="7"/>
                    <a:pt x="42" y="7"/>
                  </a:cubicBezTo>
                  <a:cubicBezTo>
                    <a:pt x="43" y="6"/>
                    <a:pt x="44" y="6"/>
                    <a:pt x="45" y="4"/>
                  </a:cubicBezTo>
                  <a:cubicBezTo>
                    <a:pt x="47" y="2"/>
                    <a:pt x="48" y="1"/>
                    <a:pt x="49" y="0"/>
                  </a:cubicBezTo>
                  <a:cubicBezTo>
                    <a:pt x="0" y="0"/>
                    <a:pt x="0" y="0"/>
                    <a:pt x="0" y="0"/>
                  </a:cubicBezTo>
                  <a:cubicBezTo>
                    <a:pt x="0" y="0"/>
                    <a:pt x="0" y="0"/>
                    <a:pt x="0" y="0"/>
                  </a:cubicBezTo>
                  <a:cubicBezTo>
                    <a:pt x="0" y="1"/>
                    <a:pt x="5" y="6"/>
                    <a:pt x="6" y="7"/>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 name="Freeform 260"/>
            <p:cNvSpPr>
              <a:spLocks/>
            </p:cNvSpPr>
            <p:nvPr/>
          </p:nvSpPr>
          <p:spPr bwMode="auto">
            <a:xfrm>
              <a:off x="8611362" y="2057675"/>
              <a:ext cx="120057" cy="11326"/>
            </a:xfrm>
            <a:custGeom>
              <a:avLst/>
              <a:gdLst>
                <a:gd name="T0" fmla="*/ 53 w 53"/>
                <a:gd name="T1" fmla="*/ 3 h 5"/>
                <a:gd name="T2" fmla="*/ 51 w 53"/>
                <a:gd name="T3" fmla="*/ 5 h 5"/>
                <a:gd name="T4" fmla="*/ 2 w 53"/>
                <a:gd name="T5" fmla="*/ 5 h 5"/>
                <a:gd name="T6" fmla="*/ 0 w 53"/>
                <a:gd name="T7" fmla="*/ 3 h 5"/>
                <a:gd name="T8" fmla="*/ 0 w 53"/>
                <a:gd name="T9" fmla="*/ 3 h 5"/>
                <a:gd name="T10" fmla="*/ 2 w 53"/>
                <a:gd name="T11" fmla="*/ 0 h 5"/>
                <a:gd name="T12" fmla="*/ 51 w 53"/>
                <a:gd name="T13" fmla="*/ 0 h 5"/>
                <a:gd name="T14" fmla="*/ 53 w 53"/>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 h="5">
                  <a:moveTo>
                    <a:pt x="53" y="3"/>
                  </a:moveTo>
                  <a:cubicBezTo>
                    <a:pt x="53" y="4"/>
                    <a:pt x="52" y="5"/>
                    <a:pt x="51" y="5"/>
                  </a:cubicBezTo>
                  <a:cubicBezTo>
                    <a:pt x="2" y="5"/>
                    <a:pt x="2" y="5"/>
                    <a:pt x="2" y="5"/>
                  </a:cubicBezTo>
                  <a:cubicBezTo>
                    <a:pt x="1" y="5"/>
                    <a:pt x="0" y="4"/>
                    <a:pt x="0" y="3"/>
                  </a:cubicBezTo>
                  <a:cubicBezTo>
                    <a:pt x="0" y="3"/>
                    <a:pt x="0" y="3"/>
                    <a:pt x="0" y="3"/>
                  </a:cubicBezTo>
                  <a:cubicBezTo>
                    <a:pt x="0" y="1"/>
                    <a:pt x="1" y="0"/>
                    <a:pt x="2" y="0"/>
                  </a:cubicBezTo>
                  <a:cubicBezTo>
                    <a:pt x="51" y="0"/>
                    <a:pt x="51" y="0"/>
                    <a:pt x="51" y="0"/>
                  </a:cubicBezTo>
                  <a:cubicBezTo>
                    <a:pt x="52" y="0"/>
                    <a:pt x="53" y="1"/>
                    <a:pt x="53" y="3"/>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 name="Freeform 261"/>
            <p:cNvSpPr>
              <a:spLocks/>
            </p:cNvSpPr>
            <p:nvPr/>
          </p:nvSpPr>
          <p:spPr bwMode="auto">
            <a:xfrm>
              <a:off x="8611362" y="2075796"/>
              <a:ext cx="120057" cy="11326"/>
            </a:xfrm>
            <a:custGeom>
              <a:avLst/>
              <a:gdLst>
                <a:gd name="T0" fmla="*/ 53 w 53"/>
                <a:gd name="T1" fmla="*/ 2 h 5"/>
                <a:gd name="T2" fmla="*/ 51 w 53"/>
                <a:gd name="T3" fmla="*/ 5 h 5"/>
                <a:gd name="T4" fmla="*/ 2 w 53"/>
                <a:gd name="T5" fmla="*/ 5 h 5"/>
                <a:gd name="T6" fmla="*/ 0 w 53"/>
                <a:gd name="T7" fmla="*/ 2 h 5"/>
                <a:gd name="T8" fmla="*/ 0 w 53"/>
                <a:gd name="T9" fmla="*/ 2 h 5"/>
                <a:gd name="T10" fmla="*/ 2 w 53"/>
                <a:gd name="T11" fmla="*/ 0 h 5"/>
                <a:gd name="T12" fmla="*/ 51 w 53"/>
                <a:gd name="T13" fmla="*/ 0 h 5"/>
                <a:gd name="T14" fmla="*/ 53 w 53"/>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 h="5">
                  <a:moveTo>
                    <a:pt x="53" y="2"/>
                  </a:moveTo>
                  <a:cubicBezTo>
                    <a:pt x="53" y="4"/>
                    <a:pt x="52" y="5"/>
                    <a:pt x="51" y="5"/>
                  </a:cubicBezTo>
                  <a:cubicBezTo>
                    <a:pt x="2" y="5"/>
                    <a:pt x="2" y="5"/>
                    <a:pt x="2" y="5"/>
                  </a:cubicBezTo>
                  <a:cubicBezTo>
                    <a:pt x="1" y="5"/>
                    <a:pt x="0" y="4"/>
                    <a:pt x="0" y="2"/>
                  </a:cubicBezTo>
                  <a:cubicBezTo>
                    <a:pt x="0" y="2"/>
                    <a:pt x="0" y="2"/>
                    <a:pt x="0" y="2"/>
                  </a:cubicBezTo>
                  <a:cubicBezTo>
                    <a:pt x="0" y="1"/>
                    <a:pt x="1" y="0"/>
                    <a:pt x="2" y="0"/>
                  </a:cubicBezTo>
                  <a:cubicBezTo>
                    <a:pt x="51" y="0"/>
                    <a:pt x="51" y="0"/>
                    <a:pt x="51" y="0"/>
                  </a:cubicBezTo>
                  <a:cubicBezTo>
                    <a:pt x="52" y="0"/>
                    <a:pt x="53" y="1"/>
                    <a:pt x="53" y="2"/>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 name="Freeform 262"/>
            <p:cNvSpPr>
              <a:spLocks/>
            </p:cNvSpPr>
            <p:nvPr/>
          </p:nvSpPr>
          <p:spPr bwMode="auto">
            <a:xfrm>
              <a:off x="8611362" y="2091653"/>
              <a:ext cx="120057" cy="11326"/>
            </a:xfrm>
            <a:custGeom>
              <a:avLst/>
              <a:gdLst>
                <a:gd name="T0" fmla="*/ 53 w 53"/>
                <a:gd name="T1" fmla="*/ 3 h 5"/>
                <a:gd name="T2" fmla="*/ 51 w 53"/>
                <a:gd name="T3" fmla="*/ 5 h 5"/>
                <a:gd name="T4" fmla="*/ 2 w 53"/>
                <a:gd name="T5" fmla="*/ 5 h 5"/>
                <a:gd name="T6" fmla="*/ 0 w 53"/>
                <a:gd name="T7" fmla="*/ 3 h 5"/>
                <a:gd name="T8" fmla="*/ 0 w 53"/>
                <a:gd name="T9" fmla="*/ 3 h 5"/>
                <a:gd name="T10" fmla="*/ 2 w 53"/>
                <a:gd name="T11" fmla="*/ 0 h 5"/>
                <a:gd name="T12" fmla="*/ 51 w 53"/>
                <a:gd name="T13" fmla="*/ 0 h 5"/>
                <a:gd name="T14" fmla="*/ 53 w 53"/>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 h="5">
                  <a:moveTo>
                    <a:pt x="53" y="3"/>
                  </a:moveTo>
                  <a:cubicBezTo>
                    <a:pt x="53" y="4"/>
                    <a:pt x="52" y="5"/>
                    <a:pt x="51" y="5"/>
                  </a:cubicBezTo>
                  <a:cubicBezTo>
                    <a:pt x="2" y="5"/>
                    <a:pt x="2" y="5"/>
                    <a:pt x="2" y="5"/>
                  </a:cubicBezTo>
                  <a:cubicBezTo>
                    <a:pt x="1" y="5"/>
                    <a:pt x="0" y="4"/>
                    <a:pt x="0" y="3"/>
                  </a:cubicBezTo>
                  <a:cubicBezTo>
                    <a:pt x="0" y="3"/>
                    <a:pt x="0" y="3"/>
                    <a:pt x="0" y="3"/>
                  </a:cubicBezTo>
                  <a:cubicBezTo>
                    <a:pt x="0" y="1"/>
                    <a:pt x="1" y="0"/>
                    <a:pt x="2" y="0"/>
                  </a:cubicBezTo>
                  <a:cubicBezTo>
                    <a:pt x="51" y="0"/>
                    <a:pt x="51" y="0"/>
                    <a:pt x="51" y="0"/>
                  </a:cubicBezTo>
                  <a:cubicBezTo>
                    <a:pt x="52" y="0"/>
                    <a:pt x="53" y="1"/>
                    <a:pt x="53" y="3"/>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 name="Freeform 263"/>
            <p:cNvSpPr>
              <a:spLocks/>
            </p:cNvSpPr>
            <p:nvPr/>
          </p:nvSpPr>
          <p:spPr bwMode="auto">
            <a:xfrm>
              <a:off x="8611362" y="2107510"/>
              <a:ext cx="120057" cy="6796"/>
            </a:xfrm>
            <a:custGeom>
              <a:avLst/>
              <a:gdLst>
                <a:gd name="T0" fmla="*/ 53 w 53"/>
                <a:gd name="T1" fmla="*/ 1 h 3"/>
                <a:gd name="T2" fmla="*/ 50 w 53"/>
                <a:gd name="T3" fmla="*/ 3 h 3"/>
                <a:gd name="T4" fmla="*/ 2 w 53"/>
                <a:gd name="T5" fmla="*/ 3 h 3"/>
                <a:gd name="T6" fmla="*/ 0 w 53"/>
                <a:gd name="T7" fmla="*/ 1 h 3"/>
                <a:gd name="T8" fmla="*/ 0 w 53"/>
                <a:gd name="T9" fmla="*/ 1 h 3"/>
                <a:gd name="T10" fmla="*/ 2 w 53"/>
                <a:gd name="T11" fmla="*/ 0 h 3"/>
                <a:gd name="T12" fmla="*/ 50 w 53"/>
                <a:gd name="T13" fmla="*/ 0 h 3"/>
                <a:gd name="T14" fmla="*/ 53 w 53"/>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 h="3">
                  <a:moveTo>
                    <a:pt x="53" y="1"/>
                  </a:moveTo>
                  <a:cubicBezTo>
                    <a:pt x="53" y="2"/>
                    <a:pt x="52" y="3"/>
                    <a:pt x="50" y="3"/>
                  </a:cubicBezTo>
                  <a:cubicBezTo>
                    <a:pt x="2" y="3"/>
                    <a:pt x="2" y="3"/>
                    <a:pt x="2" y="3"/>
                  </a:cubicBezTo>
                  <a:cubicBezTo>
                    <a:pt x="1" y="3"/>
                    <a:pt x="0" y="2"/>
                    <a:pt x="0" y="1"/>
                  </a:cubicBezTo>
                  <a:cubicBezTo>
                    <a:pt x="0" y="1"/>
                    <a:pt x="0" y="1"/>
                    <a:pt x="0" y="1"/>
                  </a:cubicBezTo>
                  <a:cubicBezTo>
                    <a:pt x="0" y="1"/>
                    <a:pt x="1" y="0"/>
                    <a:pt x="2" y="0"/>
                  </a:cubicBezTo>
                  <a:cubicBezTo>
                    <a:pt x="50" y="0"/>
                    <a:pt x="50" y="0"/>
                    <a:pt x="50" y="0"/>
                  </a:cubicBezTo>
                  <a:cubicBezTo>
                    <a:pt x="52" y="0"/>
                    <a:pt x="53" y="1"/>
                    <a:pt x="53" y="1"/>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 name="Freeform 264"/>
            <p:cNvSpPr>
              <a:spLocks/>
            </p:cNvSpPr>
            <p:nvPr/>
          </p:nvSpPr>
          <p:spPr bwMode="auto">
            <a:xfrm>
              <a:off x="8609096" y="2041818"/>
              <a:ext cx="122322" cy="11326"/>
            </a:xfrm>
            <a:custGeom>
              <a:avLst/>
              <a:gdLst>
                <a:gd name="T0" fmla="*/ 54 w 54"/>
                <a:gd name="T1" fmla="*/ 2 h 5"/>
                <a:gd name="T2" fmla="*/ 52 w 54"/>
                <a:gd name="T3" fmla="*/ 5 h 5"/>
                <a:gd name="T4" fmla="*/ 3 w 54"/>
                <a:gd name="T5" fmla="*/ 5 h 5"/>
                <a:gd name="T6" fmla="*/ 0 w 54"/>
                <a:gd name="T7" fmla="*/ 2 h 5"/>
                <a:gd name="T8" fmla="*/ 0 w 54"/>
                <a:gd name="T9" fmla="*/ 2 h 5"/>
                <a:gd name="T10" fmla="*/ 3 w 54"/>
                <a:gd name="T11" fmla="*/ 0 h 5"/>
                <a:gd name="T12" fmla="*/ 52 w 54"/>
                <a:gd name="T13" fmla="*/ 0 h 5"/>
                <a:gd name="T14" fmla="*/ 54 w 54"/>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 h="5">
                  <a:moveTo>
                    <a:pt x="54" y="2"/>
                  </a:moveTo>
                  <a:cubicBezTo>
                    <a:pt x="54" y="4"/>
                    <a:pt x="53" y="5"/>
                    <a:pt x="52" y="5"/>
                  </a:cubicBezTo>
                  <a:cubicBezTo>
                    <a:pt x="3" y="5"/>
                    <a:pt x="3" y="5"/>
                    <a:pt x="3" y="5"/>
                  </a:cubicBezTo>
                  <a:cubicBezTo>
                    <a:pt x="1" y="5"/>
                    <a:pt x="0" y="4"/>
                    <a:pt x="0" y="2"/>
                  </a:cubicBezTo>
                  <a:cubicBezTo>
                    <a:pt x="0" y="2"/>
                    <a:pt x="0" y="2"/>
                    <a:pt x="0" y="2"/>
                  </a:cubicBezTo>
                  <a:cubicBezTo>
                    <a:pt x="0" y="1"/>
                    <a:pt x="1" y="0"/>
                    <a:pt x="3" y="0"/>
                  </a:cubicBezTo>
                  <a:cubicBezTo>
                    <a:pt x="52" y="0"/>
                    <a:pt x="52" y="0"/>
                    <a:pt x="52" y="0"/>
                  </a:cubicBezTo>
                  <a:cubicBezTo>
                    <a:pt x="53" y="0"/>
                    <a:pt x="54" y="1"/>
                    <a:pt x="54" y="2"/>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 name="Freeform 265"/>
            <p:cNvSpPr>
              <a:spLocks noEditPoints="1"/>
            </p:cNvSpPr>
            <p:nvPr/>
          </p:nvSpPr>
          <p:spPr bwMode="auto">
            <a:xfrm>
              <a:off x="8525283" y="1672586"/>
              <a:ext cx="287684" cy="357906"/>
            </a:xfrm>
            <a:custGeom>
              <a:avLst/>
              <a:gdLst>
                <a:gd name="T0" fmla="*/ 41 w 127"/>
                <a:gd name="T1" fmla="*/ 158 h 158"/>
                <a:gd name="T2" fmla="*/ 39 w 127"/>
                <a:gd name="T3" fmla="*/ 158 h 158"/>
                <a:gd name="T4" fmla="*/ 37 w 127"/>
                <a:gd name="T5" fmla="*/ 157 h 158"/>
                <a:gd name="T6" fmla="*/ 29 w 127"/>
                <a:gd name="T7" fmla="*/ 143 h 158"/>
                <a:gd name="T8" fmla="*/ 28 w 127"/>
                <a:gd name="T9" fmla="*/ 138 h 158"/>
                <a:gd name="T10" fmla="*/ 27 w 127"/>
                <a:gd name="T11" fmla="*/ 131 h 158"/>
                <a:gd name="T12" fmla="*/ 20 w 127"/>
                <a:gd name="T13" fmla="*/ 115 h 158"/>
                <a:gd name="T14" fmla="*/ 17 w 127"/>
                <a:gd name="T15" fmla="*/ 111 h 158"/>
                <a:gd name="T16" fmla="*/ 16 w 127"/>
                <a:gd name="T17" fmla="*/ 109 h 158"/>
                <a:gd name="T18" fmla="*/ 6 w 127"/>
                <a:gd name="T19" fmla="*/ 91 h 158"/>
                <a:gd name="T20" fmla="*/ 0 w 127"/>
                <a:gd name="T21" fmla="*/ 64 h 158"/>
                <a:gd name="T22" fmla="*/ 0 w 127"/>
                <a:gd name="T23" fmla="*/ 60 h 158"/>
                <a:gd name="T24" fmla="*/ 6 w 127"/>
                <a:gd name="T25" fmla="*/ 35 h 158"/>
                <a:gd name="T26" fmla="*/ 19 w 127"/>
                <a:gd name="T27" fmla="*/ 18 h 158"/>
                <a:gd name="T28" fmla="*/ 60 w 127"/>
                <a:gd name="T29" fmla="*/ 0 h 158"/>
                <a:gd name="T30" fmla="*/ 65 w 127"/>
                <a:gd name="T31" fmla="*/ 0 h 158"/>
                <a:gd name="T32" fmla="*/ 109 w 127"/>
                <a:gd name="T33" fmla="*/ 18 h 158"/>
                <a:gd name="T34" fmla="*/ 127 w 127"/>
                <a:gd name="T35" fmla="*/ 61 h 158"/>
                <a:gd name="T36" fmla="*/ 127 w 127"/>
                <a:gd name="T37" fmla="*/ 63 h 158"/>
                <a:gd name="T38" fmla="*/ 113 w 127"/>
                <a:gd name="T39" fmla="*/ 106 h 158"/>
                <a:gd name="T40" fmla="*/ 111 w 127"/>
                <a:gd name="T41" fmla="*/ 111 h 158"/>
                <a:gd name="T42" fmla="*/ 108 w 127"/>
                <a:gd name="T43" fmla="*/ 115 h 158"/>
                <a:gd name="T44" fmla="*/ 101 w 127"/>
                <a:gd name="T45" fmla="*/ 131 h 158"/>
                <a:gd name="T46" fmla="*/ 99 w 127"/>
                <a:gd name="T47" fmla="*/ 138 h 158"/>
                <a:gd name="T48" fmla="*/ 91 w 127"/>
                <a:gd name="T49" fmla="*/ 157 h 158"/>
                <a:gd name="T50" fmla="*/ 90 w 127"/>
                <a:gd name="T51" fmla="*/ 158 h 158"/>
                <a:gd name="T52" fmla="*/ 86 w 127"/>
                <a:gd name="T53" fmla="*/ 158 h 158"/>
                <a:gd name="T54" fmla="*/ 73 w 127"/>
                <a:gd name="T55" fmla="*/ 158 h 158"/>
                <a:gd name="T56" fmla="*/ 60 w 127"/>
                <a:gd name="T57" fmla="*/ 158 h 158"/>
                <a:gd name="T58" fmla="*/ 41 w 127"/>
                <a:gd name="T59" fmla="*/ 158 h 158"/>
                <a:gd name="T60" fmla="*/ 64 w 127"/>
                <a:gd name="T61" fmla="*/ 11 h 158"/>
                <a:gd name="T62" fmla="*/ 60 w 127"/>
                <a:gd name="T63" fmla="*/ 11 h 158"/>
                <a:gd name="T64" fmla="*/ 27 w 127"/>
                <a:gd name="T65" fmla="*/ 26 h 158"/>
                <a:gd name="T66" fmla="*/ 16 w 127"/>
                <a:gd name="T67" fmla="*/ 40 h 158"/>
                <a:gd name="T68" fmla="*/ 12 w 127"/>
                <a:gd name="T69" fmla="*/ 60 h 158"/>
                <a:gd name="T70" fmla="*/ 12 w 127"/>
                <a:gd name="T71" fmla="*/ 63 h 158"/>
                <a:gd name="T72" fmla="*/ 16 w 127"/>
                <a:gd name="T73" fmla="*/ 86 h 158"/>
                <a:gd name="T74" fmla="*/ 26 w 127"/>
                <a:gd name="T75" fmla="*/ 104 h 158"/>
                <a:gd name="T76" fmla="*/ 27 w 127"/>
                <a:gd name="T77" fmla="*/ 106 h 158"/>
                <a:gd name="T78" fmla="*/ 29 w 127"/>
                <a:gd name="T79" fmla="*/ 110 h 158"/>
                <a:gd name="T80" fmla="*/ 37 w 127"/>
                <a:gd name="T81" fmla="*/ 128 h 158"/>
                <a:gd name="T82" fmla="*/ 39 w 127"/>
                <a:gd name="T83" fmla="*/ 137 h 158"/>
                <a:gd name="T84" fmla="*/ 40 w 127"/>
                <a:gd name="T85" fmla="*/ 142 h 158"/>
                <a:gd name="T86" fmla="*/ 43 w 127"/>
                <a:gd name="T87" fmla="*/ 147 h 158"/>
                <a:gd name="T88" fmla="*/ 60 w 127"/>
                <a:gd name="T89" fmla="*/ 147 h 158"/>
                <a:gd name="T90" fmla="*/ 73 w 127"/>
                <a:gd name="T91" fmla="*/ 147 h 158"/>
                <a:gd name="T92" fmla="*/ 86 w 127"/>
                <a:gd name="T93" fmla="*/ 147 h 158"/>
                <a:gd name="T94" fmla="*/ 88 w 127"/>
                <a:gd name="T95" fmla="*/ 136 h 158"/>
                <a:gd name="T96" fmla="*/ 90 w 127"/>
                <a:gd name="T97" fmla="*/ 127 h 158"/>
                <a:gd name="T98" fmla="*/ 99 w 127"/>
                <a:gd name="T99" fmla="*/ 110 h 158"/>
                <a:gd name="T100" fmla="*/ 101 w 127"/>
                <a:gd name="T101" fmla="*/ 106 h 158"/>
                <a:gd name="T102" fmla="*/ 104 w 127"/>
                <a:gd name="T103" fmla="*/ 100 h 158"/>
                <a:gd name="T104" fmla="*/ 116 w 127"/>
                <a:gd name="T105" fmla="*/ 63 h 158"/>
                <a:gd name="T106" fmla="*/ 116 w 127"/>
                <a:gd name="T107" fmla="*/ 62 h 158"/>
                <a:gd name="T108" fmla="*/ 101 w 127"/>
                <a:gd name="T109" fmla="*/ 26 h 158"/>
                <a:gd name="T110" fmla="*/ 64 w 127"/>
                <a:gd name="T111" fmla="*/ 11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7" h="158">
                  <a:moveTo>
                    <a:pt x="41" y="158"/>
                  </a:moveTo>
                  <a:cubicBezTo>
                    <a:pt x="39" y="158"/>
                    <a:pt x="39" y="158"/>
                    <a:pt x="39" y="158"/>
                  </a:cubicBezTo>
                  <a:cubicBezTo>
                    <a:pt x="37" y="157"/>
                    <a:pt x="37" y="157"/>
                    <a:pt x="37" y="157"/>
                  </a:cubicBezTo>
                  <a:cubicBezTo>
                    <a:pt x="33" y="153"/>
                    <a:pt x="30" y="149"/>
                    <a:pt x="29" y="143"/>
                  </a:cubicBezTo>
                  <a:cubicBezTo>
                    <a:pt x="28" y="142"/>
                    <a:pt x="28" y="140"/>
                    <a:pt x="28" y="138"/>
                  </a:cubicBezTo>
                  <a:cubicBezTo>
                    <a:pt x="28" y="135"/>
                    <a:pt x="27" y="133"/>
                    <a:pt x="27" y="131"/>
                  </a:cubicBezTo>
                  <a:cubicBezTo>
                    <a:pt x="25" y="125"/>
                    <a:pt x="22" y="120"/>
                    <a:pt x="20" y="115"/>
                  </a:cubicBezTo>
                  <a:cubicBezTo>
                    <a:pt x="19" y="114"/>
                    <a:pt x="18" y="113"/>
                    <a:pt x="17" y="111"/>
                  </a:cubicBezTo>
                  <a:cubicBezTo>
                    <a:pt x="16" y="109"/>
                    <a:pt x="16" y="109"/>
                    <a:pt x="16" y="109"/>
                  </a:cubicBezTo>
                  <a:cubicBezTo>
                    <a:pt x="13" y="103"/>
                    <a:pt x="9" y="97"/>
                    <a:pt x="6" y="91"/>
                  </a:cubicBezTo>
                  <a:cubicBezTo>
                    <a:pt x="3" y="84"/>
                    <a:pt x="1" y="75"/>
                    <a:pt x="0" y="64"/>
                  </a:cubicBezTo>
                  <a:cubicBezTo>
                    <a:pt x="0" y="60"/>
                    <a:pt x="0" y="60"/>
                    <a:pt x="0" y="60"/>
                  </a:cubicBezTo>
                  <a:cubicBezTo>
                    <a:pt x="1" y="51"/>
                    <a:pt x="3" y="43"/>
                    <a:pt x="6" y="35"/>
                  </a:cubicBezTo>
                  <a:cubicBezTo>
                    <a:pt x="9" y="28"/>
                    <a:pt x="14" y="22"/>
                    <a:pt x="19" y="18"/>
                  </a:cubicBezTo>
                  <a:cubicBezTo>
                    <a:pt x="30" y="6"/>
                    <a:pt x="44" y="0"/>
                    <a:pt x="60" y="0"/>
                  </a:cubicBezTo>
                  <a:cubicBezTo>
                    <a:pt x="65" y="0"/>
                    <a:pt x="65" y="0"/>
                    <a:pt x="65" y="0"/>
                  </a:cubicBezTo>
                  <a:cubicBezTo>
                    <a:pt x="83" y="0"/>
                    <a:pt x="98" y="7"/>
                    <a:pt x="109" y="18"/>
                  </a:cubicBezTo>
                  <a:cubicBezTo>
                    <a:pt x="121" y="30"/>
                    <a:pt x="127" y="44"/>
                    <a:pt x="127" y="61"/>
                  </a:cubicBezTo>
                  <a:cubicBezTo>
                    <a:pt x="127" y="63"/>
                    <a:pt x="127" y="63"/>
                    <a:pt x="127" y="63"/>
                  </a:cubicBezTo>
                  <a:cubicBezTo>
                    <a:pt x="127" y="81"/>
                    <a:pt x="120" y="94"/>
                    <a:pt x="113" y="106"/>
                  </a:cubicBezTo>
                  <a:cubicBezTo>
                    <a:pt x="112" y="107"/>
                    <a:pt x="111" y="109"/>
                    <a:pt x="111" y="111"/>
                  </a:cubicBezTo>
                  <a:cubicBezTo>
                    <a:pt x="110" y="112"/>
                    <a:pt x="109" y="113"/>
                    <a:pt x="108" y="115"/>
                  </a:cubicBezTo>
                  <a:cubicBezTo>
                    <a:pt x="106" y="120"/>
                    <a:pt x="103" y="125"/>
                    <a:pt x="101" y="131"/>
                  </a:cubicBezTo>
                  <a:cubicBezTo>
                    <a:pt x="100" y="133"/>
                    <a:pt x="100" y="135"/>
                    <a:pt x="99" y="138"/>
                  </a:cubicBezTo>
                  <a:cubicBezTo>
                    <a:pt x="98" y="145"/>
                    <a:pt x="97" y="152"/>
                    <a:pt x="91" y="157"/>
                  </a:cubicBezTo>
                  <a:cubicBezTo>
                    <a:pt x="90" y="158"/>
                    <a:pt x="90" y="158"/>
                    <a:pt x="90" y="158"/>
                  </a:cubicBezTo>
                  <a:cubicBezTo>
                    <a:pt x="86" y="158"/>
                    <a:pt x="86" y="158"/>
                    <a:pt x="86" y="158"/>
                  </a:cubicBezTo>
                  <a:cubicBezTo>
                    <a:pt x="81" y="158"/>
                    <a:pt x="77" y="158"/>
                    <a:pt x="73" y="158"/>
                  </a:cubicBezTo>
                  <a:cubicBezTo>
                    <a:pt x="68" y="158"/>
                    <a:pt x="64" y="158"/>
                    <a:pt x="60" y="158"/>
                  </a:cubicBezTo>
                  <a:cubicBezTo>
                    <a:pt x="53" y="158"/>
                    <a:pt x="47" y="158"/>
                    <a:pt x="41" y="158"/>
                  </a:cubicBezTo>
                  <a:close/>
                  <a:moveTo>
                    <a:pt x="64" y="11"/>
                  </a:moveTo>
                  <a:cubicBezTo>
                    <a:pt x="60" y="11"/>
                    <a:pt x="60" y="11"/>
                    <a:pt x="60" y="11"/>
                  </a:cubicBezTo>
                  <a:cubicBezTo>
                    <a:pt x="47" y="11"/>
                    <a:pt x="36" y="16"/>
                    <a:pt x="27" y="26"/>
                  </a:cubicBezTo>
                  <a:cubicBezTo>
                    <a:pt x="23" y="29"/>
                    <a:pt x="19" y="34"/>
                    <a:pt x="16" y="40"/>
                  </a:cubicBezTo>
                  <a:cubicBezTo>
                    <a:pt x="13" y="46"/>
                    <a:pt x="12" y="53"/>
                    <a:pt x="12" y="60"/>
                  </a:cubicBezTo>
                  <a:cubicBezTo>
                    <a:pt x="12" y="63"/>
                    <a:pt x="12" y="63"/>
                    <a:pt x="12" y="63"/>
                  </a:cubicBezTo>
                  <a:cubicBezTo>
                    <a:pt x="12" y="73"/>
                    <a:pt x="14" y="80"/>
                    <a:pt x="16" y="86"/>
                  </a:cubicBezTo>
                  <a:cubicBezTo>
                    <a:pt x="19" y="92"/>
                    <a:pt x="22" y="98"/>
                    <a:pt x="26" y="104"/>
                  </a:cubicBezTo>
                  <a:cubicBezTo>
                    <a:pt x="27" y="106"/>
                    <a:pt x="27" y="106"/>
                    <a:pt x="27" y="106"/>
                  </a:cubicBezTo>
                  <a:cubicBezTo>
                    <a:pt x="28" y="107"/>
                    <a:pt x="28" y="108"/>
                    <a:pt x="29" y="110"/>
                  </a:cubicBezTo>
                  <a:cubicBezTo>
                    <a:pt x="32" y="115"/>
                    <a:pt x="36" y="121"/>
                    <a:pt x="37" y="128"/>
                  </a:cubicBezTo>
                  <a:cubicBezTo>
                    <a:pt x="38" y="131"/>
                    <a:pt x="39" y="134"/>
                    <a:pt x="39" y="137"/>
                  </a:cubicBezTo>
                  <a:cubicBezTo>
                    <a:pt x="39" y="138"/>
                    <a:pt x="39" y="140"/>
                    <a:pt x="40" y="142"/>
                  </a:cubicBezTo>
                  <a:cubicBezTo>
                    <a:pt x="40" y="143"/>
                    <a:pt x="41" y="145"/>
                    <a:pt x="43" y="147"/>
                  </a:cubicBezTo>
                  <a:cubicBezTo>
                    <a:pt x="48" y="147"/>
                    <a:pt x="53" y="147"/>
                    <a:pt x="60" y="147"/>
                  </a:cubicBezTo>
                  <a:cubicBezTo>
                    <a:pt x="64" y="147"/>
                    <a:pt x="68" y="147"/>
                    <a:pt x="73" y="147"/>
                  </a:cubicBezTo>
                  <a:cubicBezTo>
                    <a:pt x="77" y="147"/>
                    <a:pt x="81" y="147"/>
                    <a:pt x="86" y="147"/>
                  </a:cubicBezTo>
                  <a:cubicBezTo>
                    <a:pt x="87" y="145"/>
                    <a:pt x="88" y="140"/>
                    <a:pt x="88" y="136"/>
                  </a:cubicBezTo>
                  <a:cubicBezTo>
                    <a:pt x="89" y="133"/>
                    <a:pt x="89" y="130"/>
                    <a:pt x="90" y="127"/>
                  </a:cubicBezTo>
                  <a:cubicBezTo>
                    <a:pt x="93" y="121"/>
                    <a:pt x="96" y="115"/>
                    <a:pt x="99" y="110"/>
                  </a:cubicBezTo>
                  <a:cubicBezTo>
                    <a:pt x="99" y="108"/>
                    <a:pt x="100" y="107"/>
                    <a:pt x="101" y="106"/>
                  </a:cubicBezTo>
                  <a:cubicBezTo>
                    <a:pt x="102" y="104"/>
                    <a:pt x="103" y="102"/>
                    <a:pt x="104" y="100"/>
                  </a:cubicBezTo>
                  <a:cubicBezTo>
                    <a:pt x="110" y="89"/>
                    <a:pt x="116" y="78"/>
                    <a:pt x="116" y="63"/>
                  </a:cubicBezTo>
                  <a:cubicBezTo>
                    <a:pt x="116" y="62"/>
                    <a:pt x="116" y="62"/>
                    <a:pt x="116" y="62"/>
                  </a:cubicBezTo>
                  <a:cubicBezTo>
                    <a:pt x="116" y="47"/>
                    <a:pt x="111" y="35"/>
                    <a:pt x="101" y="26"/>
                  </a:cubicBezTo>
                  <a:cubicBezTo>
                    <a:pt x="92" y="16"/>
                    <a:pt x="80" y="11"/>
                    <a:pt x="64" y="11"/>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50" name="组合 49"/>
          <p:cNvGrpSpPr/>
          <p:nvPr/>
        </p:nvGrpSpPr>
        <p:grpSpPr>
          <a:xfrm>
            <a:off x="8782256" y="2526504"/>
            <a:ext cx="535726" cy="366967"/>
            <a:chOff x="8917167" y="2211710"/>
            <a:chExt cx="535726" cy="366967"/>
          </a:xfrm>
        </p:grpSpPr>
        <p:sp>
          <p:nvSpPr>
            <p:cNvPr id="51" name="Rectangle 266"/>
            <p:cNvSpPr>
              <a:spLocks noChangeArrowheads="1"/>
            </p:cNvSpPr>
            <p:nvPr/>
          </p:nvSpPr>
          <p:spPr bwMode="auto">
            <a:xfrm>
              <a:off x="9172005" y="2365745"/>
              <a:ext cx="11326" cy="151770"/>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 name="Freeform 267"/>
            <p:cNvSpPr>
              <a:spLocks/>
            </p:cNvSpPr>
            <p:nvPr/>
          </p:nvSpPr>
          <p:spPr bwMode="auto">
            <a:xfrm>
              <a:off x="9133496" y="2469946"/>
              <a:ext cx="33978" cy="36244"/>
            </a:xfrm>
            <a:custGeom>
              <a:avLst/>
              <a:gdLst>
                <a:gd name="T0" fmla="*/ 15 w 15"/>
                <a:gd name="T1" fmla="*/ 10 h 16"/>
                <a:gd name="T2" fmla="*/ 5 w 15"/>
                <a:gd name="T3" fmla="*/ 0 h 16"/>
                <a:gd name="T4" fmla="*/ 0 w 15"/>
                <a:gd name="T5" fmla="*/ 1 h 16"/>
                <a:gd name="T6" fmla="*/ 15 w 15"/>
                <a:gd name="T7" fmla="*/ 16 h 16"/>
                <a:gd name="T8" fmla="*/ 15 w 15"/>
                <a:gd name="T9" fmla="*/ 10 h 16"/>
              </a:gdLst>
              <a:ahLst/>
              <a:cxnLst>
                <a:cxn ang="0">
                  <a:pos x="T0" y="T1"/>
                </a:cxn>
                <a:cxn ang="0">
                  <a:pos x="T2" y="T3"/>
                </a:cxn>
                <a:cxn ang="0">
                  <a:pos x="T4" y="T5"/>
                </a:cxn>
                <a:cxn ang="0">
                  <a:pos x="T6" y="T7"/>
                </a:cxn>
                <a:cxn ang="0">
                  <a:pos x="T8" y="T9"/>
                </a:cxn>
              </a:cxnLst>
              <a:rect l="0" t="0" r="r" b="b"/>
              <a:pathLst>
                <a:path w="15" h="16">
                  <a:moveTo>
                    <a:pt x="15" y="10"/>
                  </a:moveTo>
                  <a:cubicBezTo>
                    <a:pt x="10" y="9"/>
                    <a:pt x="7" y="5"/>
                    <a:pt x="5" y="0"/>
                  </a:cubicBezTo>
                  <a:cubicBezTo>
                    <a:pt x="0" y="1"/>
                    <a:pt x="0" y="1"/>
                    <a:pt x="0" y="1"/>
                  </a:cubicBezTo>
                  <a:cubicBezTo>
                    <a:pt x="2" y="10"/>
                    <a:pt x="8" y="15"/>
                    <a:pt x="15" y="16"/>
                  </a:cubicBezTo>
                  <a:lnTo>
                    <a:pt x="15" y="1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 name="Freeform 268"/>
            <p:cNvSpPr>
              <a:spLocks/>
            </p:cNvSpPr>
            <p:nvPr/>
          </p:nvSpPr>
          <p:spPr bwMode="auto">
            <a:xfrm>
              <a:off x="9138026" y="2374806"/>
              <a:ext cx="29448" cy="67957"/>
            </a:xfrm>
            <a:custGeom>
              <a:avLst/>
              <a:gdLst>
                <a:gd name="T0" fmla="*/ 0 w 13"/>
                <a:gd name="T1" fmla="*/ 18 h 30"/>
                <a:gd name="T2" fmla="*/ 13 w 13"/>
                <a:gd name="T3" fmla="*/ 30 h 30"/>
                <a:gd name="T4" fmla="*/ 13 w 13"/>
                <a:gd name="T5" fmla="*/ 24 h 30"/>
                <a:gd name="T6" fmla="*/ 5 w 13"/>
                <a:gd name="T7" fmla="*/ 15 h 30"/>
                <a:gd name="T8" fmla="*/ 13 w 13"/>
                <a:gd name="T9" fmla="*/ 7 h 30"/>
                <a:gd name="T10" fmla="*/ 13 w 13"/>
                <a:gd name="T11" fmla="*/ 6 h 30"/>
                <a:gd name="T12" fmla="*/ 13 w 13"/>
                <a:gd name="T13" fmla="*/ 0 h 30"/>
                <a:gd name="T14" fmla="*/ 11 w 13"/>
                <a:gd name="T15" fmla="*/ 1 h 30"/>
                <a:gd name="T16" fmla="*/ 1 w 13"/>
                <a:gd name="T17" fmla="*/ 12 h 30"/>
                <a:gd name="T18" fmla="*/ 0 w 13"/>
                <a:gd name="T19" fmla="*/ 15 h 30"/>
                <a:gd name="T20" fmla="*/ 0 w 13"/>
                <a:gd name="T21" fmla="*/ 1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30">
                  <a:moveTo>
                    <a:pt x="0" y="18"/>
                  </a:moveTo>
                  <a:cubicBezTo>
                    <a:pt x="2" y="24"/>
                    <a:pt x="6" y="28"/>
                    <a:pt x="13" y="30"/>
                  </a:cubicBezTo>
                  <a:cubicBezTo>
                    <a:pt x="13" y="24"/>
                    <a:pt x="13" y="24"/>
                    <a:pt x="13" y="24"/>
                  </a:cubicBezTo>
                  <a:cubicBezTo>
                    <a:pt x="9" y="22"/>
                    <a:pt x="5" y="19"/>
                    <a:pt x="5" y="15"/>
                  </a:cubicBezTo>
                  <a:cubicBezTo>
                    <a:pt x="5" y="11"/>
                    <a:pt x="8" y="8"/>
                    <a:pt x="13" y="7"/>
                  </a:cubicBezTo>
                  <a:cubicBezTo>
                    <a:pt x="13" y="7"/>
                    <a:pt x="13" y="6"/>
                    <a:pt x="13" y="6"/>
                  </a:cubicBezTo>
                  <a:cubicBezTo>
                    <a:pt x="13" y="0"/>
                    <a:pt x="13" y="0"/>
                    <a:pt x="13" y="0"/>
                  </a:cubicBezTo>
                  <a:cubicBezTo>
                    <a:pt x="12" y="0"/>
                    <a:pt x="12" y="1"/>
                    <a:pt x="11" y="1"/>
                  </a:cubicBezTo>
                  <a:cubicBezTo>
                    <a:pt x="6" y="3"/>
                    <a:pt x="2" y="7"/>
                    <a:pt x="1" y="12"/>
                  </a:cubicBezTo>
                  <a:cubicBezTo>
                    <a:pt x="0" y="13"/>
                    <a:pt x="0" y="14"/>
                    <a:pt x="0" y="15"/>
                  </a:cubicBezTo>
                  <a:cubicBezTo>
                    <a:pt x="0" y="16"/>
                    <a:pt x="0" y="17"/>
                    <a:pt x="0" y="18"/>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 name="Freeform 269"/>
            <p:cNvSpPr>
              <a:spLocks/>
            </p:cNvSpPr>
            <p:nvPr/>
          </p:nvSpPr>
          <p:spPr bwMode="auto">
            <a:xfrm>
              <a:off x="9187861" y="2374806"/>
              <a:ext cx="31713" cy="36244"/>
            </a:xfrm>
            <a:custGeom>
              <a:avLst/>
              <a:gdLst>
                <a:gd name="T0" fmla="*/ 3 w 14"/>
                <a:gd name="T1" fmla="*/ 8 h 16"/>
                <a:gd name="T2" fmla="*/ 8 w 14"/>
                <a:gd name="T3" fmla="*/ 16 h 16"/>
                <a:gd name="T4" fmla="*/ 14 w 14"/>
                <a:gd name="T5" fmla="*/ 14 h 16"/>
                <a:gd name="T6" fmla="*/ 0 w 14"/>
                <a:gd name="T7" fmla="*/ 0 h 16"/>
                <a:gd name="T8" fmla="*/ 0 w 14"/>
                <a:gd name="T9" fmla="*/ 6 h 16"/>
                <a:gd name="T10" fmla="*/ 3 w 14"/>
                <a:gd name="T11" fmla="*/ 8 h 16"/>
              </a:gdLst>
              <a:ahLst/>
              <a:cxnLst>
                <a:cxn ang="0">
                  <a:pos x="T0" y="T1"/>
                </a:cxn>
                <a:cxn ang="0">
                  <a:pos x="T2" y="T3"/>
                </a:cxn>
                <a:cxn ang="0">
                  <a:pos x="T4" y="T5"/>
                </a:cxn>
                <a:cxn ang="0">
                  <a:pos x="T6" y="T7"/>
                </a:cxn>
                <a:cxn ang="0">
                  <a:pos x="T8" y="T9"/>
                </a:cxn>
                <a:cxn ang="0">
                  <a:pos x="T10" y="T11"/>
                </a:cxn>
              </a:cxnLst>
              <a:rect l="0" t="0" r="r" b="b"/>
              <a:pathLst>
                <a:path w="14" h="16">
                  <a:moveTo>
                    <a:pt x="3" y="8"/>
                  </a:moveTo>
                  <a:cubicBezTo>
                    <a:pt x="6" y="10"/>
                    <a:pt x="7" y="12"/>
                    <a:pt x="8" y="16"/>
                  </a:cubicBezTo>
                  <a:cubicBezTo>
                    <a:pt x="14" y="14"/>
                    <a:pt x="14" y="14"/>
                    <a:pt x="14" y="14"/>
                  </a:cubicBezTo>
                  <a:cubicBezTo>
                    <a:pt x="11" y="6"/>
                    <a:pt x="7" y="2"/>
                    <a:pt x="0" y="0"/>
                  </a:cubicBezTo>
                  <a:cubicBezTo>
                    <a:pt x="0" y="6"/>
                    <a:pt x="0" y="6"/>
                    <a:pt x="0" y="6"/>
                  </a:cubicBezTo>
                  <a:cubicBezTo>
                    <a:pt x="1" y="7"/>
                    <a:pt x="2" y="7"/>
                    <a:pt x="3" y="8"/>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 name="Freeform 270"/>
            <p:cNvSpPr>
              <a:spLocks/>
            </p:cNvSpPr>
            <p:nvPr/>
          </p:nvSpPr>
          <p:spPr bwMode="auto">
            <a:xfrm>
              <a:off x="9187861" y="2433702"/>
              <a:ext cx="33978" cy="72487"/>
            </a:xfrm>
            <a:custGeom>
              <a:avLst/>
              <a:gdLst>
                <a:gd name="T0" fmla="*/ 10 w 15"/>
                <a:gd name="T1" fmla="*/ 16 h 32"/>
                <a:gd name="T2" fmla="*/ 6 w 15"/>
                <a:gd name="T3" fmla="*/ 24 h 32"/>
                <a:gd name="T4" fmla="*/ 1 w 15"/>
                <a:gd name="T5" fmla="*/ 26 h 32"/>
                <a:gd name="T6" fmla="*/ 0 w 15"/>
                <a:gd name="T7" fmla="*/ 26 h 32"/>
                <a:gd name="T8" fmla="*/ 0 w 15"/>
                <a:gd name="T9" fmla="*/ 32 h 32"/>
                <a:gd name="T10" fmla="*/ 0 w 15"/>
                <a:gd name="T11" fmla="*/ 32 h 32"/>
                <a:gd name="T12" fmla="*/ 15 w 15"/>
                <a:gd name="T13" fmla="*/ 16 h 32"/>
                <a:gd name="T14" fmla="*/ 0 w 15"/>
                <a:gd name="T15" fmla="*/ 0 h 32"/>
                <a:gd name="T16" fmla="*/ 0 w 15"/>
                <a:gd name="T17" fmla="*/ 6 h 32"/>
                <a:gd name="T18" fmla="*/ 10 w 15"/>
                <a:gd name="T19" fmla="*/ 1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32">
                  <a:moveTo>
                    <a:pt x="10" y="16"/>
                  </a:moveTo>
                  <a:cubicBezTo>
                    <a:pt x="10" y="19"/>
                    <a:pt x="8" y="22"/>
                    <a:pt x="6" y="24"/>
                  </a:cubicBezTo>
                  <a:cubicBezTo>
                    <a:pt x="4" y="25"/>
                    <a:pt x="3" y="26"/>
                    <a:pt x="1" y="26"/>
                  </a:cubicBezTo>
                  <a:cubicBezTo>
                    <a:pt x="1" y="26"/>
                    <a:pt x="0" y="26"/>
                    <a:pt x="0" y="26"/>
                  </a:cubicBezTo>
                  <a:cubicBezTo>
                    <a:pt x="0" y="32"/>
                    <a:pt x="0" y="32"/>
                    <a:pt x="0" y="32"/>
                  </a:cubicBezTo>
                  <a:cubicBezTo>
                    <a:pt x="0" y="32"/>
                    <a:pt x="0" y="32"/>
                    <a:pt x="0" y="32"/>
                  </a:cubicBezTo>
                  <a:cubicBezTo>
                    <a:pt x="9" y="29"/>
                    <a:pt x="15" y="23"/>
                    <a:pt x="15" y="16"/>
                  </a:cubicBezTo>
                  <a:cubicBezTo>
                    <a:pt x="15" y="9"/>
                    <a:pt x="9" y="3"/>
                    <a:pt x="0" y="0"/>
                  </a:cubicBezTo>
                  <a:cubicBezTo>
                    <a:pt x="0" y="6"/>
                    <a:pt x="0" y="6"/>
                    <a:pt x="0" y="6"/>
                  </a:cubicBezTo>
                  <a:cubicBezTo>
                    <a:pt x="6" y="8"/>
                    <a:pt x="10" y="12"/>
                    <a:pt x="10" y="16"/>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 name="Freeform 271"/>
            <p:cNvSpPr>
              <a:spLocks noEditPoints="1"/>
            </p:cNvSpPr>
            <p:nvPr/>
          </p:nvSpPr>
          <p:spPr bwMode="auto">
            <a:xfrm>
              <a:off x="8917167" y="2211710"/>
              <a:ext cx="535726" cy="366967"/>
            </a:xfrm>
            <a:custGeom>
              <a:avLst/>
              <a:gdLst>
                <a:gd name="T0" fmla="*/ 221 w 236"/>
                <a:gd name="T1" fmla="*/ 0 h 162"/>
                <a:gd name="T2" fmla="*/ 15 w 236"/>
                <a:gd name="T3" fmla="*/ 0 h 162"/>
                <a:gd name="T4" fmla="*/ 0 w 236"/>
                <a:gd name="T5" fmla="*/ 14 h 162"/>
                <a:gd name="T6" fmla="*/ 0 w 236"/>
                <a:gd name="T7" fmla="*/ 148 h 162"/>
                <a:gd name="T8" fmla="*/ 15 w 236"/>
                <a:gd name="T9" fmla="*/ 162 h 162"/>
                <a:gd name="T10" fmla="*/ 221 w 236"/>
                <a:gd name="T11" fmla="*/ 162 h 162"/>
                <a:gd name="T12" fmla="*/ 236 w 236"/>
                <a:gd name="T13" fmla="*/ 148 h 162"/>
                <a:gd name="T14" fmla="*/ 236 w 236"/>
                <a:gd name="T15" fmla="*/ 14 h 162"/>
                <a:gd name="T16" fmla="*/ 221 w 236"/>
                <a:gd name="T17" fmla="*/ 0 h 162"/>
                <a:gd name="T18" fmla="*/ 15 w 236"/>
                <a:gd name="T19" fmla="*/ 7 h 162"/>
                <a:gd name="T20" fmla="*/ 221 w 236"/>
                <a:gd name="T21" fmla="*/ 7 h 162"/>
                <a:gd name="T22" fmla="*/ 229 w 236"/>
                <a:gd name="T23" fmla="*/ 14 h 162"/>
                <a:gd name="T24" fmla="*/ 229 w 236"/>
                <a:gd name="T25" fmla="*/ 21 h 162"/>
                <a:gd name="T26" fmla="*/ 8 w 236"/>
                <a:gd name="T27" fmla="*/ 21 h 162"/>
                <a:gd name="T28" fmla="*/ 8 w 236"/>
                <a:gd name="T29" fmla="*/ 14 h 162"/>
                <a:gd name="T30" fmla="*/ 15 w 236"/>
                <a:gd name="T31" fmla="*/ 7 h 162"/>
                <a:gd name="T32" fmla="*/ 221 w 236"/>
                <a:gd name="T33" fmla="*/ 155 h 162"/>
                <a:gd name="T34" fmla="*/ 15 w 236"/>
                <a:gd name="T35" fmla="*/ 155 h 162"/>
                <a:gd name="T36" fmla="*/ 8 w 236"/>
                <a:gd name="T37" fmla="*/ 148 h 162"/>
                <a:gd name="T38" fmla="*/ 8 w 236"/>
                <a:gd name="T39" fmla="*/ 53 h 162"/>
                <a:gd name="T40" fmla="*/ 229 w 236"/>
                <a:gd name="T41" fmla="*/ 53 h 162"/>
                <a:gd name="T42" fmla="*/ 229 w 236"/>
                <a:gd name="T43" fmla="*/ 148 h 162"/>
                <a:gd name="T44" fmla="*/ 221 w 236"/>
                <a:gd name="T45" fmla="*/ 155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6" h="162">
                  <a:moveTo>
                    <a:pt x="221" y="0"/>
                  </a:moveTo>
                  <a:cubicBezTo>
                    <a:pt x="15" y="0"/>
                    <a:pt x="15" y="0"/>
                    <a:pt x="15" y="0"/>
                  </a:cubicBezTo>
                  <a:cubicBezTo>
                    <a:pt x="7" y="0"/>
                    <a:pt x="0" y="6"/>
                    <a:pt x="0" y="14"/>
                  </a:cubicBezTo>
                  <a:cubicBezTo>
                    <a:pt x="0" y="148"/>
                    <a:pt x="0" y="148"/>
                    <a:pt x="0" y="148"/>
                  </a:cubicBezTo>
                  <a:cubicBezTo>
                    <a:pt x="0" y="156"/>
                    <a:pt x="7" y="162"/>
                    <a:pt x="15" y="162"/>
                  </a:cubicBezTo>
                  <a:cubicBezTo>
                    <a:pt x="221" y="162"/>
                    <a:pt x="221" y="162"/>
                    <a:pt x="221" y="162"/>
                  </a:cubicBezTo>
                  <a:cubicBezTo>
                    <a:pt x="229" y="162"/>
                    <a:pt x="236" y="156"/>
                    <a:pt x="236" y="148"/>
                  </a:cubicBezTo>
                  <a:cubicBezTo>
                    <a:pt x="236" y="14"/>
                    <a:pt x="236" y="14"/>
                    <a:pt x="236" y="14"/>
                  </a:cubicBezTo>
                  <a:cubicBezTo>
                    <a:pt x="236" y="6"/>
                    <a:pt x="229" y="0"/>
                    <a:pt x="221" y="0"/>
                  </a:cubicBezTo>
                  <a:close/>
                  <a:moveTo>
                    <a:pt x="15" y="7"/>
                  </a:moveTo>
                  <a:cubicBezTo>
                    <a:pt x="221" y="7"/>
                    <a:pt x="221" y="7"/>
                    <a:pt x="221" y="7"/>
                  </a:cubicBezTo>
                  <a:cubicBezTo>
                    <a:pt x="225" y="7"/>
                    <a:pt x="229" y="10"/>
                    <a:pt x="229" y="14"/>
                  </a:cubicBezTo>
                  <a:cubicBezTo>
                    <a:pt x="229" y="21"/>
                    <a:pt x="229" y="21"/>
                    <a:pt x="229" y="21"/>
                  </a:cubicBezTo>
                  <a:cubicBezTo>
                    <a:pt x="8" y="21"/>
                    <a:pt x="8" y="21"/>
                    <a:pt x="8" y="21"/>
                  </a:cubicBezTo>
                  <a:cubicBezTo>
                    <a:pt x="8" y="14"/>
                    <a:pt x="8" y="14"/>
                    <a:pt x="8" y="14"/>
                  </a:cubicBezTo>
                  <a:cubicBezTo>
                    <a:pt x="8" y="10"/>
                    <a:pt x="11" y="7"/>
                    <a:pt x="15" y="7"/>
                  </a:cubicBezTo>
                  <a:close/>
                  <a:moveTo>
                    <a:pt x="221" y="155"/>
                  </a:moveTo>
                  <a:cubicBezTo>
                    <a:pt x="15" y="155"/>
                    <a:pt x="15" y="155"/>
                    <a:pt x="15" y="155"/>
                  </a:cubicBezTo>
                  <a:cubicBezTo>
                    <a:pt x="11" y="155"/>
                    <a:pt x="8" y="152"/>
                    <a:pt x="8" y="148"/>
                  </a:cubicBezTo>
                  <a:cubicBezTo>
                    <a:pt x="8" y="53"/>
                    <a:pt x="8" y="53"/>
                    <a:pt x="8" y="53"/>
                  </a:cubicBezTo>
                  <a:cubicBezTo>
                    <a:pt x="229" y="53"/>
                    <a:pt x="229" y="53"/>
                    <a:pt x="229" y="53"/>
                  </a:cubicBezTo>
                  <a:cubicBezTo>
                    <a:pt x="229" y="148"/>
                    <a:pt x="229" y="148"/>
                    <a:pt x="229" y="148"/>
                  </a:cubicBezTo>
                  <a:cubicBezTo>
                    <a:pt x="229" y="152"/>
                    <a:pt x="225" y="155"/>
                    <a:pt x="221" y="155"/>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70" name="文本框 69"/>
          <p:cNvSpPr txBox="1"/>
          <p:nvPr/>
        </p:nvSpPr>
        <p:spPr>
          <a:xfrm>
            <a:off x="10949033" y="489353"/>
            <a:ext cx="1107996" cy="369332"/>
          </a:xfrm>
          <a:prstGeom prst="rect">
            <a:avLst/>
          </a:prstGeom>
          <a:noFill/>
        </p:spPr>
        <p:txBody>
          <a:bodyPr wrap="none" rtlCol="0">
            <a:spAutoFit/>
          </a:bodyPr>
          <a:lstStyle/>
          <a:p>
            <a:r>
              <a:rPr lang="zh-CN" altLang="en-US" dirty="0">
                <a:solidFill>
                  <a:prstClr val="black">
                    <a:lumMod val="65000"/>
                    <a:lumOff val="35000"/>
                  </a:prstClr>
                </a:solidFill>
              </a:rPr>
              <a:t>层次关系</a:t>
            </a:r>
          </a:p>
        </p:txBody>
      </p:sp>
      <p:sp>
        <p:nvSpPr>
          <p:cNvPr id="71" name="矩形 70"/>
          <p:cNvSpPr/>
          <p:nvPr/>
        </p:nvSpPr>
        <p:spPr>
          <a:xfrm>
            <a:off x="10662229" y="538264"/>
            <a:ext cx="246287" cy="246287"/>
          </a:xfrm>
          <a:prstGeom prst="rect">
            <a:avLst/>
          </a:prstGeom>
          <a:solidFill>
            <a:srgbClr val="008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72" name="Freeform 60"/>
          <p:cNvSpPr>
            <a:spLocks/>
          </p:cNvSpPr>
          <p:nvPr/>
        </p:nvSpPr>
        <p:spPr bwMode="auto">
          <a:xfrm>
            <a:off x="1007063" y="3889553"/>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 name="文本框 72"/>
          <p:cNvSpPr txBox="1"/>
          <p:nvPr/>
        </p:nvSpPr>
        <p:spPr>
          <a:xfrm>
            <a:off x="940215" y="4689154"/>
            <a:ext cx="3555585" cy="1089529"/>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网络</a:t>
            </a:r>
            <a:r>
              <a:rPr lang="en-US" altLang="zh-CN" dirty="0">
                <a:solidFill>
                  <a:prstClr val="black">
                    <a:lumMod val="65000"/>
                    <a:lumOff val="35000"/>
                  </a:prstClr>
                </a:solidFill>
                <a:latin typeface="微软雅黑" panose="020B0503020204020204" pitchFamily="34" charset="-122"/>
              </a:rPr>
              <a:t>EPS</a:t>
            </a:r>
            <a:r>
              <a:rPr lang="zh-CN" altLang="en-US" dirty="0">
                <a:solidFill>
                  <a:prstClr val="black">
                    <a:lumMod val="65000"/>
                    <a:lumOff val="35000"/>
                  </a:prstClr>
                </a:solidFill>
                <a:latin typeface="微软雅黑" panose="020B0503020204020204" pitchFamily="34" charset="-122"/>
              </a:rPr>
              <a:t>素材改编；</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文字、颜色可随意更改；</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矢量图标可替换。</a:t>
            </a:r>
            <a:endParaRPr lang="en-US" altLang="zh-CN" dirty="0">
              <a:solidFill>
                <a:prstClr val="black">
                  <a:lumMod val="65000"/>
                  <a:lumOff val="35000"/>
                </a:prstClr>
              </a:solidFill>
              <a:latin typeface="微软雅黑" panose="020B0503020204020204" pitchFamily="34" charset="-122"/>
            </a:endParaRPr>
          </a:p>
        </p:txBody>
      </p:sp>
      <p:sp>
        <p:nvSpPr>
          <p:cNvPr id="74" name="圆角矩形 73"/>
          <p:cNvSpPr/>
          <p:nvPr/>
        </p:nvSpPr>
        <p:spPr>
          <a:xfrm>
            <a:off x="1674755" y="4048838"/>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75" name="等腰三角形 74"/>
          <p:cNvSpPr/>
          <p:nvPr/>
        </p:nvSpPr>
        <p:spPr>
          <a:xfrm rot="16200000">
            <a:off x="1600123" y="4116382"/>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76" name="文本框 75"/>
          <p:cNvSpPr txBox="1"/>
          <p:nvPr/>
        </p:nvSpPr>
        <p:spPr>
          <a:xfrm>
            <a:off x="8307690" y="1363751"/>
            <a:ext cx="1297150" cy="400110"/>
          </a:xfrm>
          <a:prstGeom prst="rect">
            <a:avLst/>
          </a:prstGeom>
          <a:noFill/>
        </p:spPr>
        <p:txBody>
          <a:bodyPr wrap="none" rtlCol="0">
            <a:spAutoFit/>
          </a:bodyPr>
          <a:lstStyle/>
          <a:p>
            <a:r>
              <a:rPr lang="en-US" altLang="zh-CN" sz="20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rPr>
              <a:t>Title Here</a:t>
            </a:r>
            <a:endParaRPr lang="zh-CN" altLang="en-US" sz="20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77" name="文本框 76"/>
          <p:cNvSpPr txBox="1"/>
          <p:nvPr/>
        </p:nvSpPr>
        <p:spPr>
          <a:xfrm>
            <a:off x="8783790" y="1962454"/>
            <a:ext cx="1297150" cy="400110"/>
          </a:xfrm>
          <a:prstGeom prst="rect">
            <a:avLst/>
          </a:prstGeom>
          <a:noFill/>
        </p:spPr>
        <p:txBody>
          <a:bodyPr wrap="none" rtlCol="0">
            <a:spAutoFit/>
          </a:bodyPr>
          <a:lstStyle/>
          <a:p>
            <a:r>
              <a:rPr lang="en-US" altLang="zh-CN" sz="20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rPr>
              <a:t>Title Here</a:t>
            </a:r>
            <a:endParaRPr lang="zh-CN" altLang="en-US" sz="20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78" name="文本框 77"/>
          <p:cNvSpPr txBox="1"/>
          <p:nvPr/>
        </p:nvSpPr>
        <p:spPr>
          <a:xfrm>
            <a:off x="9438089" y="2441099"/>
            <a:ext cx="1297150" cy="400110"/>
          </a:xfrm>
          <a:prstGeom prst="rect">
            <a:avLst/>
          </a:prstGeom>
          <a:noFill/>
        </p:spPr>
        <p:txBody>
          <a:bodyPr wrap="none" rtlCol="0">
            <a:spAutoFit/>
          </a:bodyPr>
          <a:lstStyle/>
          <a:p>
            <a:r>
              <a:rPr lang="en-US" altLang="zh-CN" sz="20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rPr>
              <a:t>Title Here</a:t>
            </a:r>
            <a:endParaRPr lang="zh-CN" altLang="en-US" sz="20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79" name="文本框 78"/>
          <p:cNvSpPr txBox="1"/>
          <p:nvPr/>
        </p:nvSpPr>
        <p:spPr>
          <a:xfrm>
            <a:off x="10043602" y="3070391"/>
            <a:ext cx="1297150" cy="400110"/>
          </a:xfrm>
          <a:prstGeom prst="rect">
            <a:avLst/>
          </a:prstGeom>
          <a:noFill/>
        </p:spPr>
        <p:txBody>
          <a:bodyPr wrap="none" rtlCol="0">
            <a:spAutoFit/>
          </a:bodyPr>
          <a:lstStyle/>
          <a:p>
            <a:r>
              <a:rPr lang="en-US" altLang="zh-CN" sz="20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rPr>
              <a:t>Title Here</a:t>
            </a:r>
            <a:endParaRPr lang="zh-CN" altLang="en-US" sz="20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80" name="文本框 79"/>
          <p:cNvSpPr txBox="1"/>
          <p:nvPr/>
        </p:nvSpPr>
        <p:spPr>
          <a:xfrm>
            <a:off x="10632249" y="3859244"/>
            <a:ext cx="1297150" cy="400110"/>
          </a:xfrm>
          <a:prstGeom prst="rect">
            <a:avLst/>
          </a:prstGeom>
          <a:noFill/>
        </p:spPr>
        <p:txBody>
          <a:bodyPr wrap="none" rtlCol="0">
            <a:spAutoFit/>
          </a:bodyPr>
          <a:lstStyle/>
          <a:p>
            <a:r>
              <a:rPr lang="en-US" altLang="zh-CN" sz="20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rPr>
              <a:t>Title Here</a:t>
            </a:r>
            <a:endParaRPr lang="zh-CN" altLang="en-US" sz="20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53"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五项层级</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35012896"/>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 name="Freeform 60"/>
          <p:cNvSpPr>
            <a:spLocks/>
          </p:cNvSpPr>
          <p:nvPr/>
        </p:nvSpPr>
        <p:spPr bwMode="auto">
          <a:xfrm>
            <a:off x="1007063" y="3889553"/>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 name="圆角矩形 87"/>
          <p:cNvSpPr/>
          <p:nvPr/>
        </p:nvSpPr>
        <p:spPr>
          <a:xfrm>
            <a:off x="1674755" y="4048838"/>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89" name="等腰三角形 88"/>
          <p:cNvSpPr/>
          <p:nvPr/>
        </p:nvSpPr>
        <p:spPr>
          <a:xfrm rot="16200000">
            <a:off x="1600123" y="4116382"/>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grpSp>
        <p:nvGrpSpPr>
          <p:cNvPr id="77" name="组合 76"/>
          <p:cNvGrpSpPr/>
          <p:nvPr/>
        </p:nvGrpSpPr>
        <p:grpSpPr>
          <a:xfrm>
            <a:off x="5340308" y="1329876"/>
            <a:ext cx="5546268" cy="5162015"/>
            <a:chOff x="5655101" y="1329876"/>
            <a:chExt cx="5546268" cy="5162015"/>
          </a:xfrm>
        </p:grpSpPr>
        <p:sp>
          <p:nvSpPr>
            <p:cNvPr id="79" name="Freeform 30"/>
            <p:cNvSpPr>
              <a:spLocks/>
            </p:cNvSpPr>
            <p:nvPr/>
          </p:nvSpPr>
          <p:spPr bwMode="auto">
            <a:xfrm rot="4320000">
              <a:off x="6437225" y="797747"/>
              <a:ext cx="1877096" cy="3441343"/>
            </a:xfrm>
            <a:custGeom>
              <a:avLst/>
              <a:gdLst>
                <a:gd name="T0" fmla="*/ 1069 w 1468"/>
                <a:gd name="T1" fmla="*/ 2104 h 2692"/>
                <a:gd name="T2" fmla="*/ 1253 w 1468"/>
                <a:gd name="T3" fmla="*/ 1036 h 2692"/>
                <a:gd name="T4" fmla="*/ 1253 w 1468"/>
                <a:gd name="T5" fmla="*/ 1032 h 2692"/>
                <a:gd name="T6" fmla="*/ 204 w 1468"/>
                <a:gd name="T7" fmla="*/ 0 h 2692"/>
                <a:gd name="T8" fmla="*/ 90 w 1468"/>
                <a:gd name="T9" fmla="*/ 1224 h 2692"/>
                <a:gd name="T10" fmla="*/ 860 w 1468"/>
                <a:gd name="T11" fmla="*/ 2393 h 2692"/>
                <a:gd name="T12" fmla="*/ 1468 w 1468"/>
                <a:gd name="T13" fmla="*/ 2692 h 2692"/>
                <a:gd name="T14" fmla="*/ 1069 w 1468"/>
                <a:gd name="T15" fmla="*/ 2104 h 26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68" h="2692">
                  <a:moveTo>
                    <a:pt x="1069" y="2104"/>
                  </a:moveTo>
                  <a:cubicBezTo>
                    <a:pt x="1099" y="1845"/>
                    <a:pt x="1241" y="1097"/>
                    <a:pt x="1253" y="1036"/>
                  </a:cubicBezTo>
                  <a:cubicBezTo>
                    <a:pt x="1253" y="1032"/>
                    <a:pt x="1253" y="1032"/>
                    <a:pt x="1253" y="1032"/>
                  </a:cubicBezTo>
                  <a:cubicBezTo>
                    <a:pt x="204" y="0"/>
                    <a:pt x="204" y="0"/>
                    <a:pt x="204" y="0"/>
                  </a:cubicBezTo>
                  <a:cubicBezTo>
                    <a:pt x="34" y="392"/>
                    <a:pt x="0" y="821"/>
                    <a:pt x="90" y="1224"/>
                  </a:cubicBezTo>
                  <a:cubicBezTo>
                    <a:pt x="192" y="1678"/>
                    <a:pt x="454" y="2098"/>
                    <a:pt x="860" y="2393"/>
                  </a:cubicBezTo>
                  <a:cubicBezTo>
                    <a:pt x="1049" y="2531"/>
                    <a:pt x="1255" y="2630"/>
                    <a:pt x="1468" y="2692"/>
                  </a:cubicBezTo>
                  <a:cubicBezTo>
                    <a:pt x="1168" y="2531"/>
                    <a:pt x="1049" y="2280"/>
                    <a:pt x="1069" y="2104"/>
                  </a:cubicBezTo>
                  <a:close/>
                </a:path>
              </a:pathLst>
            </a:custGeom>
            <a:solidFill>
              <a:srgbClr val="B9B8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76" name="组合 75"/>
            <p:cNvGrpSpPr/>
            <p:nvPr/>
          </p:nvGrpSpPr>
          <p:grpSpPr>
            <a:xfrm>
              <a:off x="5968248" y="1329876"/>
              <a:ext cx="5233121" cy="5162015"/>
              <a:chOff x="5968248" y="1329876"/>
              <a:chExt cx="5233121" cy="5162015"/>
            </a:xfrm>
          </p:grpSpPr>
          <p:sp>
            <p:nvSpPr>
              <p:cNvPr id="28" name="Freeform 27"/>
              <p:cNvSpPr>
                <a:spLocks/>
              </p:cNvSpPr>
              <p:nvPr/>
            </p:nvSpPr>
            <p:spPr bwMode="auto">
              <a:xfrm>
                <a:off x="7717360" y="1329876"/>
                <a:ext cx="3334692" cy="1983752"/>
              </a:xfrm>
              <a:custGeom>
                <a:avLst/>
                <a:gdLst>
                  <a:gd name="T0" fmla="*/ 1978 w 2605"/>
                  <a:gd name="T1" fmla="*/ 494 h 1551"/>
                  <a:gd name="T2" fmla="*/ 668 w 2605"/>
                  <a:gd name="T3" fmla="*/ 0 h 1551"/>
                  <a:gd name="T4" fmla="*/ 0 w 2605"/>
                  <a:gd name="T5" fmla="*/ 115 h 1551"/>
                  <a:gd name="T6" fmla="*/ 668 w 2605"/>
                  <a:gd name="T7" fmla="*/ 357 h 1551"/>
                  <a:gd name="T8" fmla="*/ 1148 w 2605"/>
                  <a:gd name="T9" fmla="*/ 1328 h 1551"/>
                  <a:gd name="T10" fmla="*/ 1150 w 2605"/>
                  <a:gd name="T11" fmla="*/ 1332 h 1551"/>
                  <a:gd name="T12" fmla="*/ 2605 w 2605"/>
                  <a:gd name="T13" fmla="*/ 1551 h 1551"/>
                  <a:gd name="T14" fmla="*/ 1978 w 2605"/>
                  <a:gd name="T15" fmla="*/ 494 h 15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05" h="1551">
                    <a:moveTo>
                      <a:pt x="1978" y="494"/>
                    </a:moveTo>
                    <a:cubicBezTo>
                      <a:pt x="1629" y="186"/>
                      <a:pt x="1170" y="0"/>
                      <a:pt x="668" y="0"/>
                    </a:cubicBezTo>
                    <a:cubicBezTo>
                      <a:pt x="434" y="0"/>
                      <a:pt x="209" y="41"/>
                      <a:pt x="0" y="115"/>
                    </a:cubicBezTo>
                    <a:cubicBezTo>
                      <a:pt x="338" y="69"/>
                      <a:pt x="581" y="202"/>
                      <a:pt x="668" y="357"/>
                    </a:cubicBezTo>
                    <a:cubicBezTo>
                      <a:pt x="797" y="584"/>
                      <a:pt x="1122" y="1273"/>
                      <a:pt x="1148" y="1328"/>
                    </a:cubicBezTo>
                    <a:cubicBezTo>
                      <a:pt x="1150" y="1332"/>
                      <a:pt x="1150" y="1332"/>
                      <a:pt x="1150" y="1332"/>
                    </a:cubicBezTo>
                    <a:cubicBezTo>
                      <a:pt x="2605" y="1551"/>
                      <a:pt x="2605" y="1551"/>
                      <a:pt x="2605" y="1551"/>
                    </a:cubicBezTo>
                    <a:cubicBezTo>
                      <a:pt x="2512" y="1134"/>
                      <a:pt x="2288" y="766"/>
                      <a:pt x="1978" y="494"/>
                    </a:cubicBezTo>
                    <a:close/>
                  </a:path>
                </a:pathLst>
              </a:custGeom>
              <a:solidFill>
                <a:srgbClr val="58B7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 name="Freeform 28"/>
              <p:cNvSpPr>
                <a:spLocks/>
              </p:cNvSpPr>
              <p:nvPr/>
            </p:nvSpPr>
            <p:spPr bwMode="auto">
              <a:xfrm>
                <a:off x="9544687" y="2353747"/>
                <a:ext cx="1656682" cy="3739972"/>
              </a:xfrm>
              <a:custGeom>
                <a:avLst/>
                <a:gdLst>
                  <a:gd name="T0" fmla="*/ 1139 w 1295"/>
                  <a:gd name="T1" fmla="*/ 613 h 2922"/>
                  <a:gd name="T2" fmla="*/ 826 w 1295"/>
                  <a:gd name="T3" fmla="*/ 0 h 2922"/>
                  <a:gd name="T4" fmla="*/ 779 w 1295"/>
                  <a:gd name="T5" fmla="*/ 710 h 2922"/>
                  <a:gd name="T6" fmla="*/ 4 w 1295"/>
                  <a:gd name="T7" fmla="*/ 1467 h 2922"/>
                  <a:gd name="T8" fmla="*/ 0 w 1295"/>
                  <a:gd name="T9" fmla="*/ 1470 h 2922"/>
                  <a:gd name="T10" fmla="*/ 242 w 1295"/>
                  <a:gd name="T11" fmla="*/ 2922 h 2922"/>
                  <a:gd name="T12" fmla="*/ 1054 w 1295"/>
                  <a:gd name="T13" fmla="*/ 1998 h 2922"/>
                  <a:gd name="T14" fmla="*/ 1139 w 1295"/>
                  <a:gd name="T15" fmla="*/ 613 h 29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95" h="2922">
                    <a:moveTo>
                      <a:pt x="1139" y="613"/>
                    </a:moveTo>
                    <a:cubicBezTo>
                      <a:pt x="1067" y="390"/>
                      <a:pt x="962" y="176"/>
                      <a:pt x="826" y="0"/>
                    </a:cubicBezTo>
                    <a:cubicBezTo>
                      <a:pt x="974" y="307"/>
                      <a:pt x="900" y="580"/>
                      <a:pt x="779" y="710"/>
                    </a:cubicBezTo>
                    <a:cubicBezTo>
                      <a:pt x="603" y="903"/>
                      <a:pt x="49" y="1425"/>
                      <a:pt x="4" y="1467"/>
                    </a:cubicBezTo>
                    <a:cubicBezTo>
                      <a:pt x="0" y="1470"/>
                      <a:pt x="0" y="1470"/>
                      <a:pt x="0" y="1470"/>
                    </a:cubicBezTo>
                    <a:cubicBezTo>
                      <a:pt x="242" y="2922"/>
                      <a:pt x="242" y="2922"/>
                      <a:pt x="242" y="2922"/>
                    </a:cubicBezTo>
                    <a:cubicBezTo>
                      <a:pt x="610" y="2704"/>
                      <a:pt x="891" y="2377"/>
                      <a:pt x="1054" y="1998"/>
                    </a:cubicBezTo>
                    <a:cubicBezTo>
                      <a:pt x="1239" y="1571"/>
                      <a:pt x="1295" y="1091"/>
                      <a:pt x="1139" y="613"/>
                    </a:cubicBezTo>
                    <a:close/>
                  </a:path>
                </a:pathLst>
              </a:custGeom>
              <a:solidFill>
                <a:srgbClr val="A11B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 name="Freeform 29"/>
              <p:cNvSpPr>
                <a:spLocks/>
              </p:cNvSpPr>
              <p:nvPr/>
            </p:nvSpPr>
            <p:spPr bwMode="auto">
              <a:xfrm>
                <a:off x="6878355" y="4941865"/>
                <a:ext cx="3775525" cy="1550026"/>
              </a:xfrm>
              <a:custGeom>
                <a:avLst/>
                <a:gdLst>
                  <a:gd name="T0" fmla="*/ 2269 w 2952"/>
                  <a:gd name="T1" fmla="*/ 506 h 1208"/>
                  <a:gd name="T2" fmla="*/ 1310 w 2952"/>
                  <a:gd name="T3" fmla="*/ 2 h 1208"/>
                  <a:gd name="T4" fmla="*/ 1306 w 2952"/>
                  <a:gd name="T5" fmla="*/ 0 h 1208"/>
                  <a:gd name="T6" fmla="*/ 0 w 2952"/>
                  <a:gd name="T7" fmla="*/ 678 h 1208"/>
                  <a:gd name="T8" fmla="*/ 1129 w 2952"/>
                  <a:gd name="T9" fmla="*/ 1165 h 1208"/>
                  <a:gd name="T10" fmla="*/ 2479 w 2952"/>
                  <a:gd name="T11" fmla="*/ 795 h 1208"/>
                  <a:gd name="T12" fmla="*/ 2952 w 2952"/>
                  <a:gd name="T13" fmla="*/ 309 h 1208"/>
                  <a:gd name="T14" fmla="*/ 2269 w 2952"/>
                  <a:gd name="T15" fmla="*/ 506 h 12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52" h="1208">
                    <a:moveTo>
                      <a:pt x="2269" y="506"/>
                    </a:moveTo>
                    <a:cubicBezTo>
                      <a:pt x="2032" y="398"/>
                      <a:pt x="1364" y="31"/>
                      <a:pt x="1310" y="2"/>
                    </a:cubicBezTo>
                    <a:cubicBezTo>
                      <a:pt x="1306" y="0"/>
                      <a:pt x="1306" y="0"/>
                      <a:pt x="1306" y="0"/>
                    </a:cubicBezTo>
                    <a:cubicBezTo>
                      <a:pt x="0" y="678"/>
                      <a:pt x="0" y="678"/>
                      <a:pt x="0" y="678"/>
                    </a:cubicBezTo>
                    <a:cubicBezTo>
                      <a:pt x="321" y="961"/>
                      <a:pt x="718" y="1127"/>
                      <a:pt x="1129" y="1165"/>
                    </a:cubicBezTo>
                    <a:cubicBezTo>
                      <a:pt x="1592" y="1208"/>
                      <a:pt x="2073" y="1090"/>
                      <a:pt x="2479" y="795"/>
                    </a:cubicBezTo>
                    <a:cubicBezTo>
                      <a:pt x="2669" y="657"/>
                      <a:pt x="2826" y="492"/>
                      <a:pt x="2952" y="309"/>
                    </a:cubicBezTo>
                    <a:cubicBezTo>
                      <a:pt x="2706" y="544"/>
                      <a:pt x="2431" y="580"/>
                      <a:pt x="2269" y="506"/>
                    </a:cubicBezTo>
                    <a:close/>
                  </a:path>
                </a:pathLst>
              </a:custGeom>
              <a:solidFill>
                <a:srgbClr val="CC42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 name="Freeform 30"/>
              <p:cNvSpPr>
                <a:spLocks/>
              </p:cNvSpPr>
              <p:nvPr/>
            </p:nvSpPr>
            <p:spPr bwMode="auto">
              <a:xfrm>
                <a:off x="5968248" y="2901231"/>
                <a:ext cx="1877096" cy="3441343"/>
              </a:xfrm>
              <a:custGeom>
                <a:avLst/>
                <a:gdLst>
                  <a:gd name="T0" fmla="*/ 1069 w 1468"/>
                  <a:gd name="T1" fmla="*/ 2104 h 2692"/>
                  <a:gd name="T2" fmla="*/ 1253 w 1468"/>
                  <a:gd name="T3" fmla="*/ 1036 h 2692"/>
                  <a:gd name="T4" fmla="*/ 1253 w 1468"/>
                  <a:gd name="T5" fmla="*/ 1032 h 2692"/>
                  <a:gd name="T6" fmla="*/ 204 w 1468"/>
                  <a:gd name="T7" fmla="*/ 0 h 2692"/>
                  <a:gd name="T8" fmla="*/ 90 w 1468"/>
                  <a:gd name="T9" fmla="*/ 1224 h 2692"/>
                  <a:gd name="T10" fmla="*/ 860 w 1468"/>
                  <a:gd name="T11" fmla="*/ 2393 h 2692"/>
                  <a:gd name="T12" fmla="*/ 1468 w 1468"/>
                  <a:gd name="T13" fmla="*/ 2692 h 2692"/>
                  <a:gd name="T14" fmla="*/ 1069 w 1468"/>
                  <a:gd name="T15" fmla="*/ 2104 h 26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68" h="2692">
                    <a:moveTo>
                      <a:pt x="1069" y="2104"/>
                    </a:moveTo>
                    <a:cubicBezTo>
                      <a:pt x="1099" y="1845"/>
                      <a:pt x="1241" y="1097"/>
                      <a:pt x="1253" y="1036"/>
                    </a:cubicBezTo>
                    <a:cubicBezTo>
                      <a:pt x="1253" y="1032"/>
                      <a:pt x="1253" y="1032"/>
                      <a:pt x="1253" y="1032"/>
                    </a:cubicBezTo>
                    <a:cubicBezTo>
                      <a:pt x="204" y="0"/>
                      <a:pt x="204" y="0"/>
                      <a:pt x="204" y="0"/>
                    </a:cubicBezTo>
                    <a:cubicBezTo>
                      <a:pt x="34" y="392"/>
                      <a:pt x="0" y="821"/>
                      <a:pt x="90" y="1224"/>
                    </a:cubicBezTo>
                    <a:cubicBezTo>
                      <a:pt x="192" y="1678"/>
                      <a:pt x="454" y="2098"/>
                      <a:pt x="860" y="2393"/>
                    </a:cubicBezTo>
                    <a:cubicBezTo>
                      <a:pt x="1049" y="2531"/>
                      <a:pt x="1255" y="2630"/>
                      <a:pt x="1468" y="2692"/>
                    </a:cubicBezTo>
                    <a:cubicBezTo>
                      <a:pt x="1168" y="2531"/>
                      <a:pt x="1049" y="2280"/>
                      <a:pt x="1069" y="2104"/>
                    </a:cubicBezTo>
                    <a:close/>
                  </a:path>
                </a:pathLst>
              </a:custGeom>
              <a:solidFill>
                <a:srgbClr val="F47C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 name="Freeform 31"/>
              <p:cNvSpPr>
                <a:spLocks/>
              </p:cNvSpPr>
              <p:nvPr/>
            </p:nvSpPr>
            <p:spPr bwMode="auto">
              <a:xfrm>
                <a:off x="6018022" y="1685387"/>
                <a:ext cx="1933978" cy="2261048"/>
              </a:xfrm>
              <a:custGeom>
                <a:avLst/>
                <a:gdLst>
                  <a:gd name="T0" fmla="*/ 977 w 1515"/>
                  <a:gd name="T1" fmla="*/ 0 h 1764"/>
                  <a:gd name="T2" fmla="*/ 103 w 1515"/>
                  <a:gd name="T3" fmla="*/ 1093 h 1764"/>
                  <a:gd name="T4" fmla="*/ 6 w 1515"/>
                  <a:gd name="T5" fmla="*/ 1764 h 1764"/>
                  <a:gd name="T6" fmla="*/ 443 w 1515"/>
                  <a:gd name="T7" fmla="*/ 1204 h 1764"/>
                  <a:gd name="T8" fmla="*/ 1515 w 1515"/>
                  <a:gd name="T9" fmla="*/ 1048 h 1764"/>
                  <a:gd name="T10" fmla="*/ 977 w 1515"/>
                  <a:gd name="T11" fmla="*/ 0 h 1764"/>
                </a:gdLst>
                <a:ahLst/>
                <a:cxnLst>
                  <a:cxn ang="0">
                    <a:pos x="T0" y="T1"/>
                  </a:cxn>
                  <a:cxn ang="0">
                    <a:pos x="T2" y="T3"/>
                  </a:cxn>
                  <a:cxn ang="0">
                    <a:pos x="T4" y="T5"/>
                  </a:cxn>
                  <a:cxn ang="0">
                    <a:pos x="T6" y="T7"/>
                  </a:cxn>
                  <a:cxn ang="0">
                    <a:pos x="T8" y="T9"/>
                  </a:cxn>
                  <a:cxn ang="0">
                    <a:pos x="T10" y="T11"/>
                  </a:cxn>
                </a:cxnLst>
                <a:rect l="0" t="0" r="r" b="b"/>
                <a:pathLst>
                  <a:path w="1515" h="1764">
                    <a:moveTo>
                      <a:pt x="977" y="0"/>
                    </a:moveTo>
                    <a:cubicBezTo>
                      <a:pt x="577" y="238"/>
                      <a:pt x="258" y="616"/>
                      <a:pt x="103" y="1093"/>
                    </a:cubicBezTo>
                    <a:cubicBezTo>
                      <a:pt x="31" y="1316"/>
                      <a:pt x="0" y="1543"/>
                      <a:pt x="6" y="1764"/>
                    </a:cubicBezTo>
                    <a:cubicBezTo>
                      <a:pt x="67" y="1429"/>
                      <a:pt x="268" y="1239"/>
                      <a:pt x="443" y="1204"/>
                    </a:cubicBezTo>
                    <a:cubicBezTo>
                      <a:pt x="698" y="1152"/>
                      <a:pt x="1454" y="1056"/>
                      <a:pt x="1515" y="1048"/>
                    </a:cubicBezTo>
                    <a:lnTo>
                      <a:pt x="977" y="0"/>
                    </a:lnTo>
                    <a:close/>
                  </a:path>
                </a:pathLst>
              </a:custGeom>
              <a:solidFill>
                <a:srgbClr val="B9B8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 name="Freeform 32"/>
              <p:cNvSpPr>
                <a:spLocks noEditPoints="1"/>
              </p:cNvSpPr>
              <p:nvPr/>
            </p:nvSpPr>
            <p:spPr bwMode="auto">
              <a:xfrm>
                <a:off x="7020559" y="2225763"/>
                <a:ext cx="319962" cy="447946"/>
              </a:xfrm>
              <a:custGeom>
                <a:avLst/>
                <a:gdLst>
                  <a:gd name="T0" fmla="*/ 126 w 252"/>
                  <a:gd name="T1" fmla="*/ 0 h 346"/>
                  <a:gd name="T2" fmla="*/ 169 w 252"/>
                  <a:gd name="T3" fmla="*/ 6 h 346"/>
                  <a:gd name="T4" fmla="*/ 202 w 252"/>
                  <a:gd name="T5" fmla="*/ 24 h 346"/>
                  <a:gd name="T6" fmla="*/ 226 w 252"/>
                  <a:gd name="T7" fmla="*/ 52 h 346"/>
                  <a:gd name="T8" fmla="*/ 241 w 252"/>
                  <a:gd name="T9" fmla="*/ 88 h 346"/>
                  <a:gd name="T10" fmla="*/ 250 w 252"/>
                  <a:gd name="T11" fmla="*/ 129 h 346"/>
                  <a:gd name="T12" fmla="*/ 252 w 252"/>
                  <a:gd name="T13" fmla="*/ 173 h 346"/>
                  <a:gd name="T14" fmla="*/ 250 w 252"/>
                  <a:gd name="T15" fmla="*/ 217 h 346"/>
                  <a:gd name="T16" fmla="*/ 241 w 252"/>
                  <a:gd name="T17" fmla="*/ 258 h 346"/>
                  <a:gd name="T18" fmla="*/ 226 w 252"/>
                  <a:gd name="T19" fmla="*/ 294 h 346"/>
                  <a:gd name="T20" fmla="*/ 202 w 252"/>
                  <a:gd name="T21" fmla="*/ 322 h 346"/>
                  <a:gd name="T22" fmla="*/ 169 w 252"/>
                  <a:gd name="T23" fmla="*/ 340 h 346"/>
                  <a:gd name="T24" fmla="*/ 126 w 252"/>
                  <a:gd name="T25" fmla="*/ 346 h 346"/>
                  <a:gd name="T26" fmla="*/ 83 w 252"/>
                  <a:gd name="T27" fmla="*/ 340 h 346"/>
                  <a:gd name="T28" fmla="*/ 50 w 252"/>
                  <a:gd name="T29" fmla="*/ 322 h 346"/>
                  <a:gd name="T30" fmla="*/ 27 w 252"/>
                  <a:gd name="T31" fmla="*/ 294 h 346"/>
                  <a:gd name="T32" fmla="*/ 11 w 252"/>
                  <a:gd name="T33" fmla="*/ 258 h 346"/>
                  <a:gd name="T34" fmla="*/ 3 w 252"/>
                  <a:gd name="T35" fmla="*/ 217 h 346"/>
                  <a:gd name="T36" fmla="*/ 0 w 252"/>
                  <a:gd name="T37" fmla="*/ 173 h 346"/>
                  <a:gd name="T38" fmla="*/ 3 w 252"/>
                  <a:gd name="T39" fmla="*/ 129 h 346"/>
                  <a:gd name="T40" fmla="*/ 11 w 252"/>
                  <a:gd name="T41" fmla="*/ 88 h 346"/>
                  <a:gd name="T42" fmla="*/ 27 w 252"/>
                  <a:gd name="T43" fmla="*/ 52 h 346"/>
                  <a:gd name="T44" fmla="*/ 50 w 252"/>
                  <a:gd name="T45" fmla="*/ 24 h 346"/>
                  <a:gd name="T46" fmla="*/ 83 w 252"/>
                  <a:gd name="T47" fmla="*/ 6 h 346"/>
                  <a:gd name="T48" fmla="*/ 126 w 252"/>
                  <a:gd name="T49" fmla="*/ 0 h 346"/>
                  <a:gd name="T50" fmla="*/ 126 w 252"/>
                  <a:gd name="T51" fmla="*/ 45 h 346"/>
                  <a:gd name="T52" fmla="*/ 102 w 252"/>
                  <a:gd name="T53" fmla="*/ 50 h 346"/>
                  <a:gd name="T54" fmla="*/ 85 w 252"/>
                  <a:gd name="T55" fmla="*/ 65 h 346"/>
                  <a:gd name="T56" fmla="*/ 74 w 252"/>
                  <a:gd name="T57" fmla="*/ 86 h 346"/>
                  <a:gd name="T58" fmla="*/ 67 w 252"/>
                  <a:gd name="T59" fmla="*/ 113 h 346"/>
                  <a:gd name="T60" fmla="*/ 64 w 252"/>
                  <a:gd name="T61" fmla="*/ 142 h 346"/>
                  <a:gd name="T62" fmla="*/ 63 w 252"/>
                  <a:gd name="T63" fmla="*/ 173 h 346"/>
                  <a:gd name="T64" fmla="*/ 64 w 252"/>
                  <a:gd name="T65" fmla="*/ 204 h 346"/>
                  <a:gd name="T66" fmla="*/ 67 w 252"/>
                  <a:gd name="T67" fmla="*/ 233 h 346"/>
                  <a:gd name="T68" fmla="*/ 74 w 252"/>
                  <a:gd name="T69" fmla="*/ 260 h 346"/>
                  <a:gd name="T70" fmla="*/ 85 w 252"/>
                  <a:gd name="T71" fmla="*/ 281 h 346"/>
                  <a:gd name="T72" fmla="*/ 102 w 252"/>
                  <a:gd name="T73" fmla="*/ 296 h 346"/>
                  <a:gd name="T74" fmla="*/ 126 w 252"/>
                  <a:gd name="T75" fmla="*/ 301 h 346"/>
                  <a:gd name="T76" fmla="*/ 150 w 252"/>
                  <a:gd name="T77" fmla="*/ 296 h 346"/>
                  <a:gd name="T78" fmla="*/ 167 w 252"/>
                  <a:gd name="T79" fmla="*/ 281 h 346"/>
                  <a:gd name="T80" fmla="*/ 179 w 252"/>
                  <a:gd name="T81" fmla="*/ 260 h 346"/>
                  <a:gd name="T82" fmla="*/ 185 w 252"/>
                  <a:gd name="T83" fmla="*/ 233 h 346"/>
                  <a:gd name="T84" fmla="*/ 189 w 252"/>
                  <a:gd name="T85" fmla="*/ 204 h 346"/>
                  <a:gd name="T86" fmla="*/ 189 w 252"/>
                  <a:gd name="T87" fmla="*/ 173 h 346"/>
                  <a:gd name="T88" fmla="*/ 189 w 252"/>
                  <a:gd name="T89" fmla="*/ 142 h 346"/>
                  <a:gd name="T90" fmla="*/ 185 w 252"/>
                  <a:gd name="T91" fmla="*/ 113 h 346"/>
                  <a:gd name="T92" fmla="*/ 179 w 252"/>
                  <a:gd name="T93" fmla="*/ 86 h 346"/>
                  <a:gd name="T94" fmla="*/ 167 w 252"/>
                  <a:gd name="T95" fmla="*/ 65 h 346"/>
                  <a:gd name="T96" fmla="*/ 150 w 252"/>
                  <a:gd name="T97" fmla="*/ 50 h 346"/>
                  <a:gd name="T98" fmla="*/ 126 w 252"/>
                  <a:gd name="T99" fmla="*/ 45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2" h="346">
                    <a:moveTo>
                      <a:pt x="126" y="0"/>
                    </a:moveTo>
                    <a:cubicBezTo>
                      <a:pt x="142" y="0"/>
                      <a:pt x="157" y="2"/>
                      <a:pt x="169" y="6"/>
                    </a:cubicBezTo>
                    <a:cubicBezTo>
                      <a:pt x="182" y="11"/>
                      <a:pt x="193" y="17"/>
                      <a:pt x="202" y="24"/>
                    </a:cubicBezTo>
                    <a:cubicBezTo>
                      <a:pt x="211" y="32"/>
                      <a:pt x="219" y="41"/>
                      <a:pt x="226" y="52"/>
                    </a:cubicBezTo>
                    <a:cubicBezTo>
                      <a:pt x="232" y="63"/>
                      <a:pt x="237" y="75"/>
                      <a:pt x="241" y="88"/>
                    </a:cubicBezTo>
                    <a:cubicBezTo>
                      <a:pt x="245" y="101"/>
                      <a:pt x="248" y="114"/>
                      <a:pt x="250" y="129"/>
                    </a:cubicBezTo>
                    <a:cubicBezTo>
                      <a:pt x="251" y="143"/>
                      <a:pt x="252" y="158"/>
                      <a:pt x="252" y="173"/>
                    </a:cubicBezTo>
                    <a:cubicBezTo>
                      <a:pt x="252" y="188"/>
                      <a:pt x="251" y="203"/>
                      <a:pt x="250" y="217"/>
                    </a:cubicBezTo>
                    <a:cubicBezTo>
                      <a:pt x="248" y="232"/>
                      <a:pt x="245" y="246"/>
                      <a:pt x="241" y="258"/>
                    </a:cubicBezTo>
                    <a:cubicBezTo>
                      <a:pt x="237" y="271"/>
                      <a:pt x="232" y="283"/>
                      <a:pt x="226" y="294"/>
                    </a:cubicBezTo>
                    <a:cubicBezTo>
                      <a:pt x="219" y="304"/>
                      <a:pt x="211" y="314"/>
                      <a:pt x="202" y="322"/>
                    </a:cubicBezTo>
                    <a:cubicBezTo>
                      <a:pt x="193" y="329"/>
                      <a:pt x="182" y="336"/>
                      <a:pt x="169" y="340"/>
                    </a:cubicBezTo>
                    <a:cubicBezTo>
                      <a:pt x="157" y="344"/>
                      <a:pt x="142" y="346"/>
                      <a:pt x="126" y="346"/>
                    </a:cubicBezTo>
                    <a:cubicBezTo>
                      <a:pt x="110" y="346"/>
                      <a:pt x="96" y="344"/>
                      <a:pt x="83" y="340"/>
                    </a:cubicBezTo>
                    <a:cubicBezTo>
                      <a:pt x="71" y="336"/>
                      <a:pt x="60" y="329"/>
                      <a:pt x="50" y="322"/>
                    </a:cubicBezTo>
                    <a:cubicBezTo>
                      <a:pt x="41" y="314"/>
                      <a:pt x="33" y="304"/>
                      <a:pt x="27" y="294"/>
                    </a:cubicBezTo>
                    <a:cubicBezTo>
                      <a:pt x="20" y="283"/>
                      <a:pt x="15" y="271"/>
                      <a:pt x="11" y="258"/>
                    </a:cubicBezTo>
                    <a:cubicBezTo>
                      <a:pt x="7" y="246"/>
                      <a:pt x="4" y="232"/>
                      <a:pt x="3" y="217"/>
                    </a:cubicBezTo>
                    <a:cubicBezTo>
                      <a:pt x="1" y="203"/>
                      <a:pt x="0" y="188"/>
                      <a:pt x="0" y="173"/>
                    </a:cubicBezTo>
                    <a:cubicBezTo>
                      <a:pt x="0" y="158"/>
                      <a:pt x="1" y="143"/>
                      <a:pt x="3" y="129"/>
                    </a:cubicBezTo>
                    <a:cubicBezTo>
                      <a:pt x="4" y="114"/>
                      <a:pt x="7" y="101"/>
                      <a:pt x="11" y="88"/>
                    </a:cubicBezTo>
                    <a:cubicBezTo>
                      <a:pt x="15" y="75"/>
                      <a:pt x="20" y="63"/>
                      <a:pt x="27" y="52"/>
                    </a:cubicBezTo>
                    <a:cubicBezTo>
                      <a:pt x="33" y="41"/>
                      <a:pt x="41" y="32"/>
                      <a:pt x="50" y="24"/>
                    </a:cubicBezTo>
                    <a:cubicBezTo>
                      <a:pt x="60" y="17"/>
                      <a:pt x="71" y="11"/>
                      <a:pt x="83" y="6"/>
                    </a:cubicBezTo>
                    <a:cubicBezTo>
                      <a:pt x="96" y="2"/>
                      <a:pt x="110" y="0"/>
                      <a:pt x="126" y="0"/>
                    </a:cubicBezTo>
                    <a:close/>
                    <a:moveTo>
                      <a:pt x="126" y="45"/>
                    </a:moveTo>
                    <a:cubicBezTo>
                      <a:pt x="117" y="45"/>
                      <a:pt x="109" y="47"/>
                      <a:pt x="102" y="50"/>
                    </a:cubicBezTo>
                    <a:cubicBezTo>
                      <a:pt x="96" y="54"/>
                      <a:pt x="90" y="58"/>
                      <a:pt x="85" y="65"/>
                    </a:cubicBezTo>
                    <a:cubicBezTo>
                      <a:pt x="80" y="71"/>
                      <a:pt x="77" y="78"/>
                      <a:pt x="74" y="86"/>
                    </a:cubicBezTo>
                    <a:cubicBezTo>
                      <a:pt x="71" y="94"/>
                      <a:pt x="69" y="103"/>
                      <a:pt x="67" y="113"/>
                    </a:cubicBezTo>
                    <a:cubicBezTo>
                      <a:pt x="66" y="122"/>
                      <a:pt x="65" y="132"/>
                      <a:pt x="64" y="142"/>
                    </a:cubicBezTo>
                    <a:cubicBezTo>
                      <a:pt x="63" y="153"/>
                      <a:pt x="63" y="163"/>
                      <a:pt x="63" y="173"/>
                    </a:cubicBezTo>
                    <a:cubicBezTo>
                      <a:pt x="63" y="183"/>
                      <a:pt x="63" y="193"/>
                      <a:pt x="64" y="204"/>
                    </a:cubicBezTo>
                    <a:cubicBezTo>
                      <a:pt x="65" y="214"/>
                      <a:pt x="66" y="224"/>
                      <a:pt x="67" y="233"/>
                    </a:cubicBezTo>
                    <a:cubicBezTo>
                      <a:pt x="69" y="243"/>
                      <a:pt x="71" y="252"/>
                      <a:pt x="74" y="260"/>
                    </a:cubicBezTo>
                    <a:cubicBezTo>
                      <a:pt x="77" y="268"/>
                      <a:pt x="80" y="275"/>
                      <a:pt x="85" y="281"/>
                    </a:cubicBezTo>
                    <a:cubicBezTo>
                      <a:pt x="90" y="288"/>
                      <a:pt x="96" y="292"/>
                      <a:pt x="102" y="296"/>
                    </a:cubicBezTo>
                    <a:cubicBezTo>
                      <a:pt x="109" y="299"/>
                      <a:pt x="117" y="301"/>
                      <a:pt x="126" y="301"/>
                    </a:cubicBezTo>
                    <a:cubicBezTo>
                      <a:pt x="135" y="301"/>
                      <a:pt x="143" y="299"/>
                      <a:pt x="150" y="296"/>
                    </a:cubicBezTo>
                    <a:cubicBezTo>
                      <a:pt x="157" y="292"/>
                      <a:pt x="163" y="288"/>
                      <a:pt x="167" y="281"/>
                    </a:cubicBezTo>
                    <a:cubicBezTo>
                      <a:pt x="172" y="275"/>
                      <a:pt x="176" y="268"/>
                      <a:pt x="179" y="260"/>
                    </a:cubicBezTo>
                    <a:cubicBezTo>
                      <a:pt x="182" y="252"/>
                      <a:pt x="184" y="243"/>
                      <a:pt x="185" y="233"/>
                    </a:cubicBezTo>
                    <a:cubicBezTo>
                      <a:pt x="187" y="224"/>
                      <a:pt x="188" y="214"/>
                      <a:pt x="189" y="204"/>
                    </a:cubicBezTo>
                    <a:cubicBezTo>
                      <a:pt x="189" y="193"/>
                      <a:pt x="189" y="183"/>
                      <a:pt x="189" y="173"/>
                    </a:cubicBezTo>
                    <a:cubicBezTo>
                      <a:pt x="189" y="163"/>
                      <a:pt x="189" y="153"/>
                      <a:pt x="189" y="142"/>
                    </a:cubicBezTo>
                    <a:cubicBezTo>
                      <a:pt x="188" y="132"/>
                      <a:pt x="187" y="122"/>
                      <a:pt x="185" y="113"/>
                    </a:cubicBezTo>
                    <a:cubicBezTo>
                      <a:pt x="184" y="103"/>
                      <a:pt x="182" y="94"/>
                      <a:pt x="179" y="86"/>
                    </a:cubicBezTo>
                    <a:cubicBezTo>
                      <a:pt x="176" y="78"/>
                      <a:pt x="172" y="71"/>
                      <a:pt x="167" y="65"/>
                    </a:cubicBezTo>
                    <a:cubicBezTo>
                      <a:pt x="163" y="58"/>
                      <a:pt x="157" y="54"/>
                      <a:pt x="150" y="50"/>
                    </a:cubicBezTo>
                    <a:cubicBezTo>
                      <a:pt x="143" y="47"/>
                      <a:pt x="135" y="45"/>
                      <a:pt x="126" y="4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 name="Freeform 33"/>
              <p:cNvSpPr>
                <a:spLocks/>
              </p:cNvSpPr>
              <p:nvPr/>
            </p:nvSpPr>
            <p:spPr bwMode="auto">
              <a:xfrm>
                <a:off x="7397403" y="2232871"/>
                <a:ext cx="177758" cy="433725"/>
              </a:xfrm>
              <a:custGeom>
                <a:avLst/>
                <a:gdLst>
                  <a:gd name="T0" fmla="*/ 33 w 142"/>
                  <a:gd name="T1" fmla="*/ 93 h 341"/>
                  <a:gd name="T2" fmla="*/ 22 w 142"/>
                  <a:gd name="T3" fmla="*/ 96 h 341"/>
                  <a:gd name="T4" fmla="*/ 13 w 142"/>
                  <a:gd name="T5" fmla="*/ 94 h 341"/>
                  <a:gd name="T6" fmla="*/ 6 w 142"/>
                  <a:gd name="T7" fmla="*/ 89 h 341"/>
                  <a:gd name="T8" fmla="*/ 2 w 142"/>
                  <a:gd name="T9" fmla="*/ 82 h 341"/>
                  <a:gd name="T10" fmla="*/ 0 w 142"/>
                  <a:gd name="T11" fmla="*/ 74 h 341"/>
                  <a:gd name="T12" fmla="*/ 2 w 142"/>
                  <a:gd name="T13" fmla="*/ 64 h 341"/>
                  <a:gd name="T14" fmla="*/ 11 w 142"/>
                  <a:gd name="T15" fmla="*/ 56 h 341"/>
                  <a:gd name="T16" fmla="*/ 96 w 142"/>
                  <a:gd name="T17" fmla="*/ 5 h 341"/>
                  <a:gd name="T18" fmla="*/ 104 w 142"/>
                  <a:gd name="T19" fmla="*/ 2 h 341"/>
                  <a:gd name="T20" fmla="*/ 112 w 142"/>
                  <a:gd name="T21" fmla="*/ 0 h 341"/>
                  <a:gd name="T22" fmla="*/ 123 w 142"/>
                  <a:gd name="T23" fmla="*/ 2 h 341"/>
                  <a:gd name="T24" fmla="*/ 133 w 142"/>
                  <a:gd name="T25" fmla="*/ 8 h 341"/>
                  <a:gd name="T26" fmla="*/ 140 w 142"/>
                  <a:gd name="T27" fmla="*/ 18 h 341"/>
                  <a:gd name="T28" fmla="*/ 142 w 142"/>
                  <a:gd name="T29" fmla="*/ 31 h 341"/>
                  <a:gd name="T30" fmla="*/ 142 w 142"/>
                  <a:gd name="T31" fmla="*/ 311 h 341"/>
                  <a:gd name="T32" fmla="*/ 140 w 142"/>
                  <a:gd name="T33" fmla="*/ 325 h 341"/>
                  <a:gd name="T34" fmla="*/ 133 w 142"/>
                  <a:gd name="T35" fmla="*/ 334 h 341"/>
                  <a:gd name="T36" fmla="*/ 123 w 142"/>
                  <a:gd name="T37" fmla="*/ 339 h 341"/>
                  <a:gd name="T38" fmla="*/ 111 w 142"/>
                  <a:gd name="T39" fmla="*/ 341 h 341"/>
                  <a:gd name="T40" fmla="*/ 100 w 142"/>
                  <a:gd name="T41" fmla="*/ 339 h 341"/>
                  <a:gd name="T42" fmla="*/ 90 w 142"/>
                  <a:gd name="T43" fmla="*/ 334 h 341"/>
                  <a:gd name="T44" fmla="*/ 83 w 142"/>
                  <a:gd name="T45" fmla="*/ 325 h 341"/>
                  <a:gd name="T46" fmla="*/ 80 w 142"/>
                  <a:gd name="T47" fmla="*/ 311 h 341"/>
                  <a:gd name="T48" fmla="*/ 80 w 142"/>
                  <a:gd name="T49" fmla="*/ 63 h 341"/>
                  <a:gd name="T50" fmla="*/ 33 w 142"/>
                  <a:gd name="T51" fmla="*/ 93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2" h="341">
                    <a:moveTo>
                      <a:pt x="33" y="93"/>
                    </a:moveTo>
                    <a:cubicBezTo>
                      <a:pt x="29" y="95"/>
                      <a:pt x="25" y="96"/>
                      <a:pt x="22" y="96"/>
                    </a:cubicBezTo>
                    <a:cubicBezTo>
                      <a:pt x="19" y="96"/>
                      <a:pt x="16" y="96"/>
                      <a:pt x="13" y="94"/>
                    </a:cubicBezTo>
                    <a:cubicBezTo>
                      <a:pt x="11" y="93"/>
                      <a:pt x="8" y="91"/>
                      <a:pt x="6" y="89"/>
                    </a:cubicBezTo>
                    <a:cubicBezTo>
                      <a:pt x="4" y="87"/>
                      <a:pt x="3" y="85"/>
                      <a:pt x="2" y="82"/>
                    </a:cubicBezTo>
                    <a:cubicBezTo>
                      <a:pt x="1" y="80"/>
                      <a:pt x="0" y="77"/>
                      <a:pt x="0" y="74"/>
                    </a:cubicBezTo>
                    <a:cubicBezTo>
                      <a:pt x="0" y="71"/>
                      <a:pt x="1" y="68"/>
                      <a:pt x="2" y="64"/>
                    </a:cubicBezTo>
                    <a:cubicBezTo>
                      <a:pt x="4" y="61"/>
                      <a:pt x="7" y="58"/>
                      <a:pt x="11" y="56"/>
                    </a:cubicBezTo>
                    <a:cubicBezTo>
                      <a:pt x="96" y="5"/>
                      <a:pt x="96" y="5"/>
                      <a:pt x="96" y="5"/>
                    </a:cubicBezTo>
                    <a:cubicBezTo>
                      <a:pt x="99" y="3"/>
                      <a:pt x="101" y="2"/>
                      <a:pt x="104" y="2"/>
                    </a:cubicBezTo>
                    <a:cubicBezTo>
                      <a:pt x="107" y="1"/>
                      <a:pt x="110" y="1"/>
                      <a:pt x="112" y="0"/>
                    </a:cubicBezTo>
                    <a:cubicBezTo>
                      <a:pt x="116" y="0"/>
                      <a:pt x="120" y="1"/>
                      <a:pt x="123" y="2"/>
                    </a:cubicBezTo>
                    <a:cubicBezTo>
                      <a:pt x="127" y="4"/>
                      <a:pt x="130" y="6"/>
                      <a:pt x="133" y="8"/>
                    </a:cubicBezTo>
                    <a:cubicBezTo>
                      <a:pt x="136" y="11"/>
                      <a:pt x="138" y="14"/>
                      <a:pt x="140" y="18"/>
                    </a:cubicBezTo>
                    <a:cubicBezTo>
                      <a:pt x="141" y="22"/>
                      <a:pt x="142" y="26"/>
                      <a:pt x="142" y="31"/>
                    </a:cubicBezTo>
                    <a:cubicBezTo>
                      <a:pt x="142" y="311"/>
                      <a:pt x="142" y="311"/>
                      <a:pt x="142" y="311"/>
                    </a:cubicBezTo>
                    <a:cubicBezTo>
                      <a:pt x="142" y="316"/>
                      <a:pt x="141" y="321"/>
                      <a:pt x="140" y="325"/>
                    </a:cubicBezTo>
                    <a:cubicBezTo>
                      <a:pt x="138" y="328"/>
                      <a:pt x="135" y="331"/>
                      <a:pt x="133" y="334"/>
                    </a:cubicBezTo>
                    <a:cubicBezTo>
                      <a:pt x="130" y="336"/>
                      <a:pt x="126" y="338"/>
                      <a:pt x="123" y="339"/>
                    </a:cubicBezTo>
                    <a:cubicBezTo>
                      <a:pt x="119" y="341"/>
                      <a:pt x="115" y="341"/>
                      <a:pt x="111" y="341"/>
                    </a:cubicBezTo>
                    <a:cubicBezTo>
                      <a:pt x="107" y="341"/>
                      <a:pt x="104" y="341"/>
                      <a:pt x="100" y="339"/>
                    </a:cubicBezTo>
                    <a:cubicBezTo>
                      <a:pt x="96" y="338"/>
                      <a:pt x="93" y="336"/>
                      <a:pt x="90" y="334"/>
                    </a:cubicBezTo>
                    <a:cubicBezTo>
                      <a:pt x="87" y="331"/>
                      <a:pt x="85" y="328"/>
                      <a:pt x="83" y="325"/>
                    </a:cubicBezTo>
                    <a:cubicBezTo>
                      <a:pt x="81" y="321"/>
                      <a:pt x="80" y="316"/>
                      <a:pt x="80" y="311"/>
                    </a:cubicBezTo>
                    <a:cubicBezTo>
                      <a:pt x="80" y="63"/>
                      <a:pt x="80" y="63"/>
                      <a:pt x="80" y="63"/>
                    </a:cubicBezTo>
                    <a:lnTo>
                      <a:pt x="33" y="9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 name="Freeform 34"/>
              <p:cNvSpPr>
                <a:spLocks noEditPoints="1"/>
              </p:cNvSpPr>
              <p:nvPr/>
            </p:nvSpPr>
            <p:spPr bwMode="auto">
              <a:xfrm>
                <a:off x="9331381" y="2175989"/>
                <a:ext cx="319962" cy="440833"/>
              </a:xfrm>
              <a:custGeom>
                <a:avLst/>
                <a:gdLst>
                  <a:gd name="T0" fmla="*/ 127 w 253"/>
                  <a:gd name="T1" fmla="*/ 0 h 347"/>
                  <a:gd name="T2" fmla="*/ 170 w 253"/>
                  <a:gd name="T3" fmla="*/ 6 h 347"/>
                  <a:gd name="T4" fmla="*/ 202 w 253"/>
                  <a:gd name="T5" fmla="*/ 25 h 347"/>
                  <a:gd name="T6" fmla="*/ 226 w 253"/>
                  <a:gd name="T7" fmla="*/ 52 h 347"/>
                  <a:gd name="T8" fmla="*/ 241 w 253"/>
                  <a:gd name="T9" fmla="*/ 88 h 347"/>
                  <a:gd name="T10" fmla="*/ 250 w 253"/>
                  <a:gd name="T11" fmla="*/ 129 h 347"/>
                  <a:gd name="T12" fmla="*/ 253 w 253"/>
                  <a:gd name="T13" fmla="*/ 173 h 347"/>
                  <a:gd name="T14" fmla="*/ 250 w 253"/>
                  <a:gd name="T15" fmla="*/ 218 h 347"/>
                  <a:gd name="T16" fmla="*/ 241 w 253"/>
                  <a:gd name="T17" fmla="*/ 259 h 347"/>
                  <a:gd name="T18" fmla="*/ 226 w 253"/>
                  <a:gd name="T19" fmla="*/ 294 h 347"/>
                  <a:gd name="T20" fmla="*/ 202 w 253"/>
                  <a:gd name="T21" fmla="*/ 322 h 347"/>
                  <a:gd name="T22" fmla="*/ 170 w 253"/>
                  <a:gd name="T23" fmla="*/ 340 h 347"/>
                  <a:gd name="T24" fmla="*/ 127 w 253"/>
                  <a:gd name="T25" fmla="*/ 347 h 347"/>
                  <a:gd name="T26" fmla="*/ 84 w 253"/>
                  <a:gd name="T27" fmla="*/ 340 h 347"/>
                  <a:gd name="T28" fmla="*/ 51 w 253"/>
                  <a:gd name="T29" fmla="*/ 322 h 347"/>
                  <a:gd name="T30" fmla="*/ 27 w 253"/>
                  <a:gd name="T31" fmla="*/ 294 h 347"/>
                  <a:gd name="T32" fmla="*/ 12 w 253"/>
                  <a:gd name="T33" fmla="*/ 259 h 347"/>
                  <a:gd name="T34" fmla="*/ 3 w 253"/>
                  <a:gd name="T35" fmla="*/ 218 h 347"/>
                  <a:gd name="T36" fmla="*/ 0 w 253"/>
                  <a:gd name="T37" fmla="*/ 173 h 347"/>
                  <a:gd name="T38" fmla="*/ 3 w 253"/>
                  <a:gd name="T39" fmla="*/ 129 h 347"/>
                  <a:gd name="T40" fmla="*/ 12 w 253"/>
                  <a:gd name="T41" fmla="*/ 88 h 347"/>
                  <a:gd name="T42" fmla="*/ 27 w 253"/>
                  <a:gd name="T43" fmla="*/ 52 h 347"/>
                  <a:gd name="T44" fmla="*/ 51 w 253"/>
                  <a:gd name="T45" fmla="*/ 25 h 347"/>
                  <a:gd name="T46" fmla="*/ 83 w 253"/>
                  <a:gd name="T47" fmla="*/ 6 h 347"/>
                  <a:gd name="T48" fmla="*/ 127 w 253"/>
                  <a:gd name="T49" fmla="*/ 0 h 347"/>
                  <a:gd name="T50" fmla="*/ 127 w 253"/>
                  <a:gd name="T51" fmla="*/ 45 h 347"/>
                  <a:gd name="T52" fmla="*/ 103 w 253"/>
                  <a:gd name="T53" fmla="*/ 50 h 347"/>
                  <a:gd name="T54" fmla="*/ 86 w 253"/>
                  <a:gd name="T55" fmla="*/ 65 h 347"/>
                  <a:gd name="T56" fmla="*/ 74 w 253"/>
                  <a:gd name="T57" fmla="*/ 86 h 347"/>
                  <a:gd name="T58" fmla="*/ 68 w 253"/>
                  <a:gd name="T59" fmla="*/ 113 h 347"/>
                  <a:gd name="T60" fmla="*/ 64 w 253"/>
                  <a:gd name="T61" fmla="*/ 142 h 347"/>
                  <a:gd name="T62" fmla="*/ 64 w 253"/>
                  <a:gd name="T63" fmla="*/ 173 h 347"/>
                  <a:gd name="T64" fmla="*/ 64 w 253"/>
                  <a:gd name="T65" fmla="*/ 204 h 347"/>
                  <a:gd name="T66" fmla="*/ 68 w 253"/>
                  <a:gd name="T67" fmla="*/ 233 h 347"/>
                  <a:gd name="T68" fmla="*/ 74 w 253"/>
                  <a:gd name="T69" fmla="*/ 260 h 347"/>
                  <a:gd name="T70" fmla="*/ 86 w 253"/>
                  <a:gd name="T71" fmla="*/ 282 h 347"/>
                  <a:gd name="T72" fmla="*/ 103 w 253"/>
                  <a:gd name="T73" fmla="*/ 296 h 347"/>
                  <a:gd name="T74" fmla="*/ 127 w 253"/>
                  <a:gd name="T75" fmla="*/ 301 h 347"/>
                  <a:gd name="T76" fmla="*/ 150 w 253"/>
                  <a:gd name="T77" fmla="*/ 296 h 347"/>
                  <a:gd name="T78" fmla="*/ 168 w 253"/>
                  <a:gd name="T79" fmla="*/ 282 h 347"/>
                  <a:gd name="T80" fmla="*/ 179 w 253"/>
                  <a:gd name="T81" fmla="*/ 260 h 347"/>
                  <a:gd name="T82" fmla="*/ 186 w 253"/>
                  <a:gd name="T83" fmla="*/ 233 h 347"/>
                  <a:gd name="T84" fmla="*/ 189 w 253"/>
                  <a:gd name="T85" fmla="*/ 204 h 347"/>
                  <a:gd name="T86" fmla="*/ 190 w 253"/>
                  <a:gd name="T87" fmla="*/ 173 h 347"/>
                  <a:gd name="T88" fmla="*/ 189 w 253"/>
                  <a:gd name="T89" fmla="*/ 142 h 347"/>
                  <a:gd name="T90" fmla="*/ 186 w 253"/>
                  <a:gd name="T91" fmla="*/ 113 h 347"/>
                  <a:gd name="T92" fmla="*/ 179 w 253"/>
                  <a:gd name="T93" fmla="*/ 86 h 347"/>
                  <a:gd name="T94" fmla="*/ 168 w 253"/>
                  <a:gd name="T95" fmla="*/ 65 h 347"/>
                  <a:gd name="T96" fmla="*/ 150 w 253"/>
                  <a:gd name="T97" fmla="*/ 50 h 347"/>
                  <a:gd name="T98" fmla="*/ 127 w 253"/>
                  <a:gd name="T99" fmla="*/ 45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3" h="347">
                    <a:moveTo>
                      <a:pt x="127" y="0"/>
                    </a:moveTo>
                    <a:cubicBezTo>
                      <a:pt x="143" y="0"/>
                      <a:pt x="157" y="2"/>
                      <a:pt x="170" y="6"/>
                    </a:cubicBezTo>
                    <a:cubicBezTo>
                      <a:pt x="182" y="11"/>
                      <a:pt x="193" y="17"/>
                      <a:pt x="202" y="25"/>
                    </a:cubicBezTo>
                    <a:cubicBezTo>
                      <a:pt x="212" y="32"/>
                      <a:pt x="220" y="42"/>
                      <a:pt x="226" y="52"/>
                    </a:cubicBezTo>
                    <a:cubicBezTo>
                      <a:pt x="232" y="63"/>
                      <a:pt x="237" y="75"/>
                      <a:pt x="241" y="88"/>
                    </a:cubicBezTo>
                    <a:cubicBezTo>
                      <a:pt x="245" y="101"/>
                      <a:pt x="248" y="114"/>
                      <a:pt x="250" y="129"/>
                    </a:cubicBezTo>
                    <a:cubicBezTo>
                      <a:pt x="252" y="143"/>
                      <a:pt x="253" y="158"/>
                      <a:pt x="253" y="173"/>
                    </a:cubicBezTo>
                    <a:cubicBezTo>
                      <a:pt x="253" y="188"/>
                      <a:pt x="252" y="203"/>
                      <a:pt x="250" y="218"/>
                    </a:cubicBezTo>
                    <a:cubicBezTo>
                      <a:pt x="248" y="232"/>
                      <a:pt x="245" y="246"/>
                      <a:pt x="241" y="259"/>
                    </a:cubicBezTo>
                    <a:cubicBezTo>
                      <a:pt x="237" y="271"/>
                      <a:pt x="232" y="283"/>
                      <a:pt x="226" y="294"/>
                    </a:cubicBezTo>
                    <a:cubicBezTo>
                      <a:pt x="220" y="305"/>
                      <a:pt x="212" y="314"/>
                      <a:pt x="202" y="322"/>
                    </a:cubicBezTo>
                    <a:cubicBezTo>
                      <a:pt x="193" y="330"/>
                      <a:pt x="182" y="336"/>
                      <a:pt x="170" y="340"/>
                    </a:cubicBezTo>
                    <a:cubicBezTo>
                      <a:pt x="157" y="344"/>
                      <a:pt x="143" y="347"/>
                      <a:pt x="127" y="347"/>
                    </a:cubicBezTo>
                    <a:cubicBezTo>
                      <a:pt x="111" y="347"/>
                      <a:pt x="96" y="344"/>
                      <a:pt x="84" y="340"/>
                    </a:cubicBezTo>
                    <a:cubicBezTo>
                      <a:pt x="71" y="336"/>
                      <a:pt x="60" y="330"/>
                      <a:pt x="51" y="322"/>
                    </a:cubicBezTo>
                    <a:cubicBezTo>
                      <a:pt x="41" y="314"/>
                      <a:pt x="34" y="305"/>
                      <a:pt x="27" y="294"/>
                    </a:cubicBezTo>
                    <a:cubicBezTo>
                      <a:pt x="21" y="283"/>
                      <a:pt x="16" y="271"/>
                      <a:pt x="12" y="259"/>
                    </a:cubicBezTo>
                    <a:cubicBezTo>
                      <a:pt x="8" y="246"/>
                      <a:pt x="5" y="232"/>
                      <a:pt x="3" y="218"/>
                    </a:cubicBezTo>
                    <a:cubicBezTo>
                      <a:pt x="1" y="203"/>
                      <a:pt x="0" y="188"/>
                      <a:pt x="0" y="173"/>
                    </a:cubicBezTo>
                    <a:cubicBezTo>
                      <a:pt x="0" y="158"/>
                      <a:pt x="1" y="143"/>
                      <a:pt x="3" y="129"/>
                    </a:cubicBezTo>
                    <a:cubicBezTo>
                      <a:pt x="5" y="114"/>
                      <a:pt x="8" y="101"/>
                      <a:pt x="12" y="88"/>
                    </a:cubicBezTo>
                    <a:cubicBezTo>
                      <a:pt x="16" y="75"/>
                      <a:pt x="21" y="63"/>
                      <a:pt x="27" y="52"/>
                    </a:cubicBezTo>
                    <a:cubicBezTo>
                      <a:pt x="34" y="42"/>
                      <a:pt x="41" y="32"/>
                      <a:pt x="51" y="25"/>
                    </a:cubicBezTo>
                    <a:cubicBezTo>
                      <a:pt x="60" y="17"/>
                      <a:pt x="71" y="11"/>
                      <a:pt x="83" y="6"/>
                    </a:cubicBezTo>
                    <a:cubicBezTo>
                      <a:pt x="96" y="2"/>
                      <a:pt x="110" y="0"/>
                      <a:pt x="127" y="0"/>
                    </a:cubicBezTo>
                    <a:close/>
                    <a:moveTo>
                      <a:pt x="127" y="45"/>
                    </a:moveTo>
                    <a:cubicBezTo>
                      <a:pt x="117" y="45"/>
                      <a:pt x="109" y="47"/>
                      <a:pt x="103" y="50"/>
                    </a:cubicBezTo>
                    <a:cubicBezTo>
                      <a:pt x="96" y="54"/>
                      <a:pt x="90" y="59"/>
                      <a:pt x="86" y="65"/>
                    </a:cubicBezTo>
                    <a:cubicBezTo>
                      <a:pt x="81" y="71"/>
                      <a:pt x="77" y="78"/>
                      <a:pt x="74" y="86"/>
                    </a:cubicBezTo>
                    <a:cubicBezTo>
                      <a:pt x="71" y="94"/>
                      <a:pt x="69" y="103"/>
                      <a:pt x="68" y="113"/>
                    </a:cubicBezTo>
                    <a:cubicBezTo>
                      <a:pt x="66" y="122"/>
                      <a:pt x="65" y="132"/>
                      <a:pt x="64" y="142"/>
                    </a:cubicBezTo>
                    <a:cubicBezTo>
                      <a:pt x="64" y="153"/>
                      <a:pt x="64" y="163"/>
                      <a:pt x="64" y="173"/>
                    </a:cubicBezTo>
                    <a:cubicBezTo>
                      <a:pt x="64" y="183"/>
                      <a:pt x="64" y="193"/>
                      <a:pt x="64" y="204"/>
                    </a:cubicBezTo>
                    <a:cubicBezTo>
                      <a:pt x="65" y="214"/>
                      <a:pt x="66" y="224"/>
                      <a:pt x="68" y="233"/>
                    </a:cubicBezTo>
                    <a:cubicBezTo>
                      <a:pt x="69" y="243"/>
                      <a:pt x="71" y="252"/>
                      <a:pt x="74" y="260"/>
                    </a:cubicBezTo>
                    <a:cubicBezTo>
                      <a:pt x="77" y="268"/>
                      <a:pt x="81" y="275"/>
                      <a:pt x="86" y="282"/>
                    </a:cubicBezTo>
                    <a:cubicBezTo>
                      <a:pt x="90" y="288"/>
                      <a:pt x="96" y="293"/>
                      <a:pt x="103" y="296"/>
                    </a:cubicBezTo>
                    <a:cubicBezTo>
                      <a:pt x="109" y="299"/>
                      <a:pt x="117" y="301"/>
                      <a:pt x="127" y="301"/>
                    </a:cubicBezTo>
                    <a:cubicBezTo>
                      <a:pt x="136" y="301"/>
                      <a:pt x="144" y="299"/>
                      <a:pt x="150" y="296"/>
                    </a:cubicBezTo>
                    <a:cubicBezTo>
                      <a:pt x="157" y="293"/>
                      <a:pt x="163" y="288"/>
                      <a:pt x="168" y="282"/>
                    </a:cubicBezTo>
                    <a:cubicBezTo>
                      <a:pt x="172" y="275"/>
                      <a:pt x="176" y="268"/>
                      <a:pt x="179" y="260"/>
                    </a:cubicBezTo>
                    <a:cubicBezTo>
                      <a:pt x="182" y="252"/>
                      <a:pt x="184" y="243"/>
                      <a:pt x="186" y="233"/>
                    </a:cubicBezTo>
                    <a:cubicBezTo>
                      <a:pt x="187" y="224"/>
                      <a:pt x="188" y="214"/>
                      <a:pt x="189" y="204"/>
                    </a:cubicBezTo>
                    <a:cubicBezTo>
                      <a:pt x="189" y="193"/>
                      <a:pt x="190" y="183"/>
                      <a:pt x="190" y="173"/>
                    </a:cubicBezTo>
                    <a:cubicBezTo>
                      <a:pt x="190" y="163"/>
                      <a:pt x="189" y="153"/>
                      <a:pt x="189" y="142"/>
                    </a:cubicBezTo>
                    <a:cubicBezTo>
                      <a:pt x="188" y="132"/>
                      <a:pt x="187" y="122"/>
                      <a:pt x="186" y="113"/>
                    </a:cubicBezTo>
                    <a:cubicBezTo>
                      <a:pt x="184" y="103"/>
                      <a:pt x="182" y="94"/>
                      <a:pt x="179" y="86"/>
                    </a:cubicBezTo>
                    <a:cubicBezTo>
                      <a:pt x="176" y="78"/>
                      <a:pt x="172" y="71"/>
                      <a:pt x="168" y="65"/>
                    </a:cubicBezTo>
                    <a:cubicBezTo>
                      <a:pt x="163" y="59"/>
                      <a:pt x="157" y="54"/>
                      <a:pt x="150" y="50"/>
                    </a:cubicBezTo>
                    <a:cubicBezTo>
                      <a:pt x="144" y="47"/>
                      <a:pt x="136" y="45"/>
                      <a:pt x="127" y="4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 name="Freeform 35"/>
              <p:cNvSpPr>
                <a:spLocks/>
              </p:cNvSpPr>
              <p:nvPr/>
            </p:nvSpPr>
            <p:spPr bwMode="auto">
              <a:xfrm>
                <a:off x="9708220" y="2183102"/>
                <a:ext cx="298629" cy="433725"/>
              </a:xfrm>
              <a:custGeom>
                <a:avLst/>
                <a:gdLst>
                  <a:gd name="T0" fmla="*/ 115 w 234"/>
                  <a:gd name="T1" fmla="*/ 48 h 339"/>
                  <a:gd name="T2" fmla="*/ 97 w 234"/>
                  <a:gd name="T3" fmla="*/ 50 h 339"/>
                  <a:gd name="T4" fmla="*/ 80 w 234"/>
                  <a:gd name="T5" fmla="*/ 54 h 339"/>
                  <a:gd name="T6" fmla="*/ 64 w 234"/>
                  <a:gd name="T7" fmla="*/ 60 h 339"/>
                  <a:gd name="T8" fmla="*/ 49 w 234"/>
                  <a:gd name="T9" fmla="*/ 66 h 339"/>
                  <a:gd name="T10" fmla="*/ 43 w 234"/>
                  <a:gd name="T11" fmla="*/ 68 h 339"/>
                  <a:gd name="T12" fmla="*/ 37 w 234"/>
                  <a:gd name="T13" fmla="*/ 69 h 339"/>
                  <a:gd name="T14" fmla="*/ 22 w 234"/>
                  <a:gd name="T15" fmla="*/ 62 h 339"/>
                  <a:gd name="T16" fmla="*/ 16 w 234"/>
                  <a:gd name="T17" fmla="*/ 47 h 339"/>
                  <a:gd name="T18" fmla="*/ 19 w 234"/>
                  <a:gd name="T19" fmla="*/ 35 h 339"/>
                  <a:gd name="T20" fmla="*/ 32 w 234"/>
                  <a:gd name="T21" fmla="*/ 24 h 339"/>
                  <a:gd name="T22" fmla="*/ 53 w 234"/>
                  <a:gd name="T23" fmla="*/ 15 h 339"/>
                  <a:gd name="T24" fmla="*/ 76 w 234"/>
                  <a:gd name="T25" fmla="*/ 7 h 339"/>
                  <a:gd name="T26" fmla="*/ 100 w 234"/>
                  <a:gd name="T27" fmla="*/ 2 h 339"/>
                  <a:gd name="T28" fmla="*/ 122 w 234"/>
                  <a:gd name="T29" fmla="*/ 0 h 339"/>
                  <a:gd name="T30" fmla="*/ 165 w 234"/>
                  <a:gd name="T31" fmla="*/ 6 h 339"/>
                  <a:gd name="T32" fmla="*/ 200 w 234"/>
                  <a:gd name="T33" fmla="*/ 22 h 339"/>
                  <a:gd name="T34" fmla="*/ 223 w 234"/>
                  <a:gd name="T35" fmla="*/ 49 h 339"/>
                  <a:gd name="T36" fmla="*/ 231 w 234"/>
                  <a:gd name="T37" fmla="*/ 85 h 339"/>
                  <a:gd name="T38" fmla="*/ 224 w 234"/>
                  <a:gd name="T39" fmla="*/ 121 h 339"/>
                  <a:gd name="T40" fmla="*/ 206 w 234"/>
                  <a:gd name="T41" fmla="*/ 158 h 339"/>
                  <a:gd name="T42" fmla="*/ 178 w 234"/>
                  <a:gd name="T43" fmla="*/ 195 h 339"/>
                  <a:gd name="T44" fmla="*/ 145 w 234"/>
                  <a:gd name="T45" fmla="*/ 230 h 339"/>
                  <a:gd name="T46" fmla="*/ 109 w 234"/>
                  <a:gd name="T47" fmla="*/ 263 h 339"/>
                  <a:gd name="T48" fmla="*/ 74 w 234"/>
                  <a:gd name="T49" fmla="*/ 292 h 339"/>
                  <a:gd name="T50" fmla="*/ 211 w 234"/>
                  <a:gd name="T51" fmla="*/ 292 h 339"/>
                  <a:gd name="T52" fmla="*/ 221 w 234"/>
                  <a:gd name="T53" fmla="*/ 294 h 339"/>
                  <a:gd name="T54" fmla="*/ 228 w 234"/>
                  <a:gd name="T55" fmla="*/ 300 h 339"/>
                  <a:gd name="T56" fmla="*/ 233 w 234"/>
                  <a:gd name="T57" fmla="*/ 307 h 339"/>
                  <a:gd name="T58" fmla="*/ 234 w 234"/>
                  <a:gd name="T59" fmla="*/ 316 h 339"/>
                  <a:gd name="T60" fmla="*/ 233 w 234"/>
                  <a:gd name="T61" fmla="*/ 325 h 339"/>
                  <a:gd name="T62" fmla="*/ 228 w 234"/>
                  <a:gd name="T63" fmla="*/ 332 h 339"/>
                  <a:gd name="T64" fmla="*/ 221 w 234"/>
                  <a:gd name="T65" fmla="*/ 337 h 339"/>
                  <a:gd name="T66" fmla="*/ 211 w 234"/>
                  <a:gd name="T67" fmla="*/ 339 h 339"/>
                  <a:gd name="T68" fmla="*/ 33 w 234"/>
                  <a:gd name="T69" fmla="*/ 339 h 339"/>
                  <a:gd name="T70" fmla="*/ 8 w 234"/>
                  <a:gd name="T71" fmla="*/ 331 h 339"/>
                  <a:gd name="T72" fmla="*/ 0 w 234"/>
                  <a:gd name="T73" fmla="*/ 312 h 339"/>
                  <a:gd name="T74" fmla="*/ 4 w 234"/>
                  <a:gd name="T75" fmla="*/ 295 h 339"/>
                  <a:gd name="T76" fmla="*/ 17 w 234"/>
                  <a:gd name="T77" fmla="*/ 278 h 339"/>
                  <a:gd name="T78" fmla="*/ 25 w 234"/>
                  <a:gd name="T79" fmla="*/ 272 h 339"/>
                  <a:gd name="T80" fmla="*/ 36 w 234"/>
                  <a:gd name="T81" fmla="*/ 262 h 339"/>
                  <a:gd name="T82" fmla="*/ 49 w 234"/>
                  <a:gd name="T83" fmla="*/ 251 h 339"/>
                  <a:gd name="T84" fmla="*/ 62 w 234"/>
                  <a:gd name="T85" fmla="*/ 238 h 339"/>
                  <a:gd name="T86" fmla="*/ 75 w 234"/>
                  <a:gd name="T87" fmla="*/ 226 h 339"/>
                  <a:gd name="T88" fmla="*/ 86 w 234"/>
                  <a:gd name="T89" fmla="*/ 216 h 339"/>
                  <a:gd name="T90" fmla="*/ 118 w 234"/>
                  <a:gd name="T91" fmla="*/ 182 h 339"/>
                  <a:gd name="T92" fmla="*/ 145 w 234"/>
                  <a:gd name="T93" fmla="*/ 149 h 339"/>
                  <a:gd name="T94" fmla="*/ 163 w 234"/>
                  <a:gd name="T95" fmla="*/ 118 h 339"/>
                  <a:gd name="T96" fmla="*/ 170 w 234"/>
                  <a:gd name="T97" fmla="*/ 91 h 339"/>
                  <a:gd name="T98" fmla="*/ 165 w 234"/>
                  <a:gd name="T99" fmla="*/ 72 h 339"/>
                  <a:gd name="T100" fmla="*/ 153 w 234"/>
                  <a:gd name="T101" fmla="*/ 59 h 339"/>
                  <a:gd name="T102" fmla="*/ 135 w 234"/>
                  <a:gd name="T103" fmla="*/ 51 h 339"/>
                  <a:gd name="T104" fmla="*/ 115 w 234"/>
                  <a:gd name="T105" fmla="*/ 48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4" h="339">
                    <a:moveTo>
                      <a:pt x="115" y="48"/>
                    </a:moveTo>
                    <a:cubicBezTo>
                      <a:pt x="109" y="48"/>
                      <a:pt x="103" y="48"/>
                      <a:pt x="97" y="50"/>
                    </a:cubicBezTo>
                    <a:cubicBezTo>
                      <a:pt x="91" y="51"/>
                      <a:pt x="85" y="52"/>
                      <a:pt x="80" y="54"/>
                    </a:cubicBezTo>
                    <a:cubicBezTo>
                      <a:pt x="74" y="56"/>
                      <a:pt x="69" y="58"/>
                      <a:pt x="64" y="60"/>
                    </a:cubicBezTo>
                    <a:cubicBezTo>
                      <a:pt x="58" y="62"/>
                      <a:pt x="54" y="64"/>
                      <a:pt x="49" y="66"/>
                    </a:cubicBezTo>
                    <a:cubicBezTo>
                      <a:pt x="47" y="67"/>
                      <a:pt x="45" y="68"/>
                      <a:pt x="43" y="68"/>
                    </a:cubicBezTo>
                    <a:cubicBezTo>
                      <a:pt x="41" y="69"/>
                      <a:pt x="39" y="69"/>
                      <a:pt x="37" y="69"/>
                    </a:cubicBezTo>
                    <a:cubicBezTo>
                      <a:pt x="31" y="69"/>
                      <a:pt x="25" y="67"/>
                      <a:pt x="22" y="62"/>
                    </a:cubicBezTo>
                    <a:cubicBezTo>
                      <a:pt x="18" y="58"/>
                      <a:pt x="16" y="53"/>
                      <a:pt x="16" y="47"/>
                    </a:cubicBezTo>
                    <a:cubicBezTo>
                      <a:pt x="16" y="43"/>
                      <a:pt x="17" y="39"/>
                      <a:pt x="19" y="35"/>
                    </a:cubicBezTo>
                    <a:cubicBezTo>
                      <a:pt x="22" y="31"/>
                      <a:pt x="26" y="27"/>
                      <a:pt x="32" y="24"/>
                    </a:cubicBezTo>
                    <a:cubicBezTo>
                      <a:pt x="39" y="21"/>
                      <a:pt x="45" y="17"/>
                      <a:pt x="53" y="15"/>
                    </a:cubicBezTo>
                    <a:cubicBezTo>
                      <a:pt x="60" y="12"/>
                      <a:pt x="68" y="9"/>
                      <a:pt x="76" y="7"/>
                    </a:cubicBezTo>
                    <a:cubicBezTo>
                      <a:pt x="84" y="5"/>
                      <a:pt x="92" y="3"/>
                      <a:pt x="100" y="2"/>
                    </a:cubicBezTo>
                    <a:cubicBezTo>
                      <a:pt x="108" y="1"/>
                      <a:pt x="115" y="0"/>
                      <a:pt x="122" y="0"/>
                    </a:cubicBezTo>
                    <a:cubicBezTo>
                      <a:pt x="138" y="0"/>
                      <a:pt x="152" y="2"/>
                      <a:pt x="165" y="6"/>
                    </a:cubicBezTo>
                    <a:cubicBezTo>
                      <a:pt x="179" y="9"/>
                      <a:pt x="190" y="15"/>
                      <a:pt x="200" y="22"/>
                    </a:cubicBezTo>
                    <a:cubicBezTo>
                      <a:pt x="210" y="29"/>
                      <a:pt x="217" y="38"/>
                      <a:pt x="223" y="49"/>
                    </a:cubicBezTo>
                    <a:cubicBezTo>
                      <a:pt x="228" y="59"/>
                      <a:pt x="231" y="71"/>
                      <a:pt x="231" y="85"/>
                    </a:cubicBezTo>
                    <a:cubicBezTo>
                      <a:pt x="231" y="97"/>
                      <a:pt x="229" y="109"/>
                      <a:pt x="224" y="121"/>
                    </a:cubicBezTo>
                    <a:cubicBezTo>
                      <a:pt x="220" y="133"/>
                      <a:pt x="213" y="145"/>
                      <a:pt x="206" y="158"/>
                    </a:cubicBezTo>
                    <a:cubicBezTo>
                      <a:pt x="198" y="170"/>
                      <a:pt x="189" y="182"/>
                      <a:pt x="178" y="195"/>
                    </a:cubicBezTo>
                    <a:cubicBezTo>
                      <a:pt x="168" y="207"/>
                      <a:pt x="157" y="219"/>
                      <a:pt x="145" y="230"/>
                    </a:cubicBezTo>
                    <a:cubicBezTo>
                      <a:pt x="133" y="242"/>
                      <a:pt x="122" y="253"/>
                      <a:pt x="109" y="263"/>
                    </a:cubicBezTo>
                    <a:cubicBezTo>
                      <a:pt x="97" y="274"/>
                      <a:pt x="85" y="283"/>
                      <a:pt x="74" y="292"/>
                    </a:cubicBezTo>
                    <a:cubicBezTo>
                      <a:pt x="211" y="292"/>
                      <a:pt x="211" y="292"/>
                      <a:pt x="211" y="292"/>
                    </a:cubicBezTo>
                    <a:cubicBezTo>
                      <a:pt x="215" y="292"/>
                      <a:pt x="218" y="293"/>
                      <a:pt x="221" y="294"/>
                    </a:cubicBezTo>
                    <a:cubicBezTo>
                      <a:pt x="224" y="296"/>
                      <a:pt x="227" y="298"/>
                      <a:pt x="228" y="300"/>
                    </a:cubicBezTo>
                    <a:cubicBezTo>
                      <a:pt x="230" y="302"/>
                      <a:pt x="232" y="305"/>
                      <a:pt x="233" y="307"/>
                    </a:cubicBezTo>
                    <a:cubicBezTo>
                      <a:pt x="234" y="310"/>
                      <a:pt x="234" y="313"/>
                      <a:pt x="234" y="316"/>
                    </a:cubicBezTo>
                    <a:cubicBezTo>
                      <a:pt x="234" y="319"/>
                      <a:pt x="234" y="322"/>
                      <a:pt x="233" y="325"/>
                    </a:cubicBezTo>
                    <a:cubicBezTo>
                      <a:pt x="232" y="328"/>
                      <a:pt x="230" y="330"/>
                      <a:pt x="228" y="332"/>
                    </a:cubicBezTo>
                    <a:cubicBezTo>
                      <a:pt x="227" y="334"/>
                      <a:pt x="224" y="336"/>
                      <a:pt x="221" y="337"/>
                    </a:cubicBezTo>
                    <a:cubicBezTo>
                      <a:pt x="218" y="339"/>
                      <a:pt x="215" y="339"/>
                      <a:pt x="211" y="339"/>
                    </a:cubicBezTo>
                    <a:cubicBezTo>
                      <a:pt x="33" y="339"/>
                      <a:pt x="33" y="339"/>
                      <a:pt x="33" y="339"/>
                    </a:cubicBezTo>
                    <a:cubicBezTo>
                      <a:pt x="22" y="339"/>
                      <a:pt x="13" y="337"/>
                      <a:pt x="8" y="331"/>
                    </a:cubicBezTo>
                    <a:cubicBezTo>
                      <a:pt x="3" y="326"/>
                      <a:pt x="0" y="319"/>
                      <a:pt x="0" y="312"/>
                    </a:cubicBezTo>
                    <a:cubicBezTo>
                      <a:pt x="0" y="306"/>
                      <a:pt x="1" y="300"/>
                      <a:pt x="4" y="295"/>
                    </a:cubicBezTo>
                    <a:cubicBezTo>
                      <a:pt x="7" y="289"/>
                      <a:pt x="12" y="284"/>
                      <a:pt x="17" y="278"/>
                    </a:cubicBezTo>
                    <a:cubicBezTo>
                      <a:pt x="19" y="277"/>
                      <a:pt x="21" y="275"/>
                      <a:pt x="25" y="272"/>
                    </a:cubicBezTo>
                    <a:cubicBezTo>
                      <a:pt x="28" y="269"/>
                      <a:pt x="32" y="266"/>
                      <a:pt x="36" y="262"/>
                    </a:cubicBezTo>
                    <a:cubicBezTo>
                      <a:pt x="40" y="258"/>
                      <a:pt x="44" y="255"/>
                      <a:pt x="49" y="251"/>
                    </a:cubicBezTo>
                    <a:cubicBezTo>
                      <a:pt x="53" y="247"/>
                      <a:pt x="58" y="243"/>
                      <a:pt x="62" y="238"/>
                    </a:cubicBezTo>
                    <a:cubicBezTo>
                      <a:pt x="67" y="234"/>
                      <a:pt x="71" y="230"/>
                      <a:pt x="75" y="226"/>
                    </a:cubicBezTo>
                    <a:cubicBezTo>
                      <a:pt x="79" y="222"/>
                      <a:pt x="83" y="219"/>
                      <a:pt x="86" y="216"/>
                    </a:cubicBezTo>
                    <a:cubicBezTo>
                      <a:pt x="97" y="205"/>
                      <a:pt x="108" y="193"/>
                      <a:pt x="118" y="182"/>
                    </a:cubicBezTo>
                    <a:cubicBezTo>
                      <a:pt x="129" y="171"/>
                      <a:pt x="138" y="159"/>
                      <a:pt x="145" y="149"/>
                    </a:cubicBezTo>
                    <a:cubicBezTo>
                      <a:pt x="153" y="138"/>
                      <a:pt x="159" y="127"/>
                      <a:pt x="163" y="118"/>
                    </a:cubicBezTo>
                    <a:cubicBezTo>
                      <a:pt x="168" y="108"/>
                      <a:pt x="170" y="99"/>
                      <a:pt x="170" y="91"/>
                    </a:cubicBezTo>
                    <a:cubicBezTo>
                      <a:pt x="170" y="84"/>
                      <a:pt x="168" y="77"/>
                      <a:pt x="165" y="72"/>
                    </a:cubicBezTo>
                    <a:cubicBezTo>
                      <a:pt x="162" y="67"/>
                      <a:pt x="158" y="62"/>
                      <a:pt x="153" y="59"/>
                    </a:cubicBezTo>
                    <a:cubicBezTo>
                      <a:pt x="148" y="55"/>
                      <a:pt x="142" y="52"/>
                      <a:pt x="135" y="51"/>
                    </a:cubicBezTo>
                    <a:cubicBezTo>
                      <a:pt x="129" y="49"/>
                      <a:pt x="122" y="48"/>
                      <a:pt x="115" y="4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 name="Freeform 36"/>
              <p:cNvSpPr>
                <a:spLocks noEditPoints="1"/>
              </p:cNvSpPr>
              <p:nvPr/>
            </p:nvSpPr>
            <p:spPr bwMode="auto">
              <a:xfrm>
                <a:off x="9992628" y="4074419"/>
                <a:ext cx="319962" cy="440833"/>
              </a:xfrm>
              <a:custGeom>
                <a:avLst/>
                <a:gdLst>
                  <a:gd name="T0" fmla="*/ 126 w 252"/>
                  <a:gd name="T1" fmla="*/ 0 h 347"/>
                  <a:gd name="T2" fmla="*/ 169 w 252"/>
                  <a:gd name="T3" fmla="*/ 7 h 347"/>
                  <a:gd name="T4" fmla="*/ 202 w 252"/>
                  <a:gd name="T5" fmla="*/ 25 h 347"/>
                  <a:gd name="T6" fmla="*/ 225 w 252"/>
                  <a:gd name="T7" fmla="*/ 53 h 347"/>
                  <a:gd name="T8" fmla="*/ 241 w 252"/>
                  <a:gd name="T9" fmla="*/ 88 h 347"/>
                  <a:gd name="T10" fmla="*/ 249 w 252"/>
                  <a:gd name="T11" fmla="*/ 129 h 347"/>
                  <a:gd name="T12" fmla="*/ 252 w 252"/>
                  <a:gd name="T13" fmla="*/ 174 h 347"/>
                  <a:gd name="T14" fmla="*/ 249 w 252"/>
                  <a:gd name="T15" fmla="*/ 218 h 347"/>
                  <a:gd name="T16" fmla="*/ 241 w 252"/>
                  <a:gd name="T17" fmla="*/ 259 h 347"/>
                  <a:gd name="T18" fmla="*/ 225 w 252"/>
                  <a:gd name="T19" fmla="*/ 294 h 347"/>
                  <a:gd name="T20" fmla="*/ 202 w 252"/>
                  <a:gd name="T21" fmla="*/ 322 h 347"/>
                  <a:gd name="T22" fmla="*/ 169 w 252"/>
                  <a:gd name="T23" fmla="*/ 341 h 347"/>
                  <a:gd name="T24" fmla="*/ 126 w 252"/>
                  <a:gd name="T25" fmla="*/ 347 h 347"/>
                  <a:gd name="T26" fmla="*/ 83 w 252"/>
                  <a:gd name="T27" fmla="*/ 341 h 347"/>
                  <a:gd name="T28" fmla="*/ 50 w 252"/>
                  <a:gd name="T29" fmla="*/ 322 h 347"/>
                  <a:gd name="T30" fmla="*/ 27 w 252"/>
                  <a:gd name="T31" fmla="*/ 294 h 347"/>
                  <a:gd name="T32" fmla="*/ 11 w 252"/>
                  <a:gd name="T33" fmla="*/ 259 h 347"/>
                  <a:gd name="T34" fmla="*/ 2 w 252"/>
                  <a:gd name="T35" fmla="*/ 218 h 347"/>
                  <a:gd name="T36" fmla="*/ 0 w 252"/>
                  <a:gd name="T37" fmla="*/ 174 h 347"/>
                  <a:gd name="T38" fmla="*/ 2 w 252"/>
                  <a:gd name="T39" fmla="*/ 129 h 347"/>
                  <a:gd name="T40" fmla="*/ 11 w 252"/>
                  <a:gd name="T41" fmla="*/ 88 h 347"/>
                  <a:gd name="T42" fmla="*/ 27 w 252"/>
                  <a:gd name="T43" fmla="*/ 53 h 347"/>
                  <a:gd name="T44" fmla="*/ 50 w 252"/>
                  <a:gd name="T45" fmla="*/ 25 h 347"/>
                  <a:gd name="T46" fmla="*/ 83 w 252"/>
                  <a:gd name="T47" fmla="*/ 7 h 347"/>
                  <a:gd name="T48" fmla="*/ 126 w 252"/>
                  <a:gd name="T49" fmla="*/ 0 h 347"/>
                  <a:gd name="T50" fmla="*/ 126 w 252"/>
                  <a:gd name="T51" fmla="*/ 46 h 347"/>
                  <a:gd name="T52" fmla="*/ 102 w 252"/>
                  <a:gd name="T53" fmla="*/ 51 h 347"/>
                  <a:gd name="T54" fmla="*/ 85 w 252"/>
                  <a:gd name="T55" fmla="*/ 65 h 347"/>
                  <a:gd name="T56" fmla="*/ 74 w 252"/>
                  <a:gd name="T57" fmla="*/ 87 h 347"/>
                  <a:gd name="T58" fmla="*/ 67 w 252"/>
                  <a:gd name="T59" fmla="*/ 113 h 347"/>
                  <a:gd name="T60" fmla="*/ 64 w 252"/>
                  <a:gd name="T61" fmla="*/ 143 h 347"/>
                  <a:gd name="T62" fmla="*/ 63 w 252"/>
                  <a:gd name="T63" fmla="*/ 174 h 347"/>
                  <a:gd name="T64" fmla="*/ 64 w 252"/>
                  <a:gd name="T65" fmla="*/ 204 h 347"/>
                  <a:gd name="T66" fmla="*/ 67 w 252"/>
                  <a:gd name="T67" fmla="*/ 234 h 347"/>
                  <a:gd name="T68" fmla="*/ 74 w 252"/>
                  <a:gd name="T69" fmla="*/ 261 h 347"/>
                  <a:gd name="T70" fmla="*/ 85 w 252"/>
                  <a:gd name="T71" fmla="*/ 282 h 347"/>
                  <a:gd name="T72" fmla="*/ 102 w 252"/>
                  <a:gd name="T73" fmla="*/ 297 h 347"/>
                  <a:gd name="T74" fmla="*/ 126 w 252"/>
                  <a:gd name="T75" fmla="*/ 302 h 347"/>
                  <a:gd name="T76" fmla="*/ 150 w 252"/>
                  <a:gd name="T77" fmla="*/ 297 h 347"/>
                  <a:gd name="T78" fmla="*/ 167 w 252"/>
                  <a:gd name="T79" fmla="*/ 282 h 347"/>
                  <a:gd name="T80" fmla="*/ 178 w 252"/>
                  <a:gd name="T81" fmla="*/ 261 h 347"/>
                  <a:gd name="T82" fmla="*/ 185 w 252"/>
                  <a:gd name="T83" fmla="*/ 234 h 347"/>
                  <a:gd name="T84" fmla="*/ 188 w 252"/>
                  <a:gd name="T85" fmla="*/ 204 h 347"/>
                  <a:gd name="T86" fmla="*/ 189 w 252"/>
                  <a:gd name="T87" fmla="*/ 174 h 347"/>
                  <a:gd name="T88" fmla="*/ 188 w 252"/>
                  <a:gd name="T89" fmla="*/ 143 h 347"/>
                  <a:gd name="T90" fmla="*/ 185 w 252"/>
                  <a:gd name="T91" fmla="*/ 113 h 347"/>
                  <a:gd name="T92" fmla="*/ 178 w 252"/>
                  <a:gd name="T93" fmla="*/ 87 h 347"/>
                  <a:gd name="T94" fmla="*/ 167 w 252"/>
                  <a:gd name="T95" fmla="*/ 65 h 347"/>
                  <a:gd name="T96" fmla="*/ 150 w 252"/>
                  <a:gd name="T97" fmla="*/ 51 h 347"/>
                  <a:gd name="T98" fmla="*/ 126 w 252"/>
                  <a:gd name="T99" fmla="*/ 46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2" h="347">
                    <a:moveTo>
                      <a:pt x="126" y="0"/>
                    </a:moveTo>
                    <a:cubicBezTo>
                      <a:pt x="142" y="0"/>
                      <a:pt x="156" y="3"/>
                      <a:pt x="169" y="7"/>
                    </a:cubicBezTo>
                    <a:cubicBezTo>
                      <a:pt x="181" y="11"/>
                      <a:pt x="192" y="17"/>
                      <a:pt x="202" y="25"/>
                    </a:cubicBezTo>
                    <a:cubicBezTo>
                      <a:pt x="211" y="33"/>
                      <a:pt x="219" y="42"/>
                      <a:pt x="225" y="53"/>
                    </a:cubicBezTo>
                    <a:cubicBezTo>
                      <a:pt x="232" y="64"/>
                      <a:pt x="237" y="75"/>
                      <a:pt x="241" y="88"/>
                    </a:cubicBezTo>
                    <a:cubicBezTo>
                      <a:pt x="245" y="101"/>
                      <a:pt x="248" y="115"/>
                      <a:pt x="249" y="129"/>
                    </a:cubicBezTo>
                    <a:cubicBezTo>
                      <a:pt x="251" y="144"/>
                      <a:pt x="252" y="158"/>
                      <a:pt x="252" y="174"/>
                    </a:cubicBezTo>
                    <a:cubicBezTo>
                      <a:pt x="252" y="189"/>
                      <a:pt x="251" y="204"/>
                      <a:pt x="249" y="218"/>
                    </a:cubicBezTo>
                    <a:cubicBezTo>
                      <a:pt x="248" y="233"/>
                      <a:pt x="245" y="246"/>
                      <a:pt x="241" y="259"/>
                    </a:cubicBezTo>
                    <a:cubicBezTo>
                      <a:pt x="237" y="272"/>
                      <a:pt x="232" y="284"/>
                      <a:pt x="225" y="294"/>
                    </a:cubicBezTo>
                    <a:cubicBezTo>
                      <a:pt x="219" y="305"/>
                      <a:pt x="211" y="314"/>
                      <a:pt x="202" y="322"/>
                    </a:cubicBezTo>
                    <a:cubicBezTo>
                      <a:pt x="192" y="330"/>
                      <a:pt x="181" y="336"/>
                      <a:pt x="169" y="341"/>
                    </a:cubicBezTo>
                    <a:cubicBezTo>
                      <a:pt x="156" y="345"/>
                      <a:pt x="142" y="347"/>
                      <a:pt x="126" y="347"/>
                    </a:cubicBezTo>
                    <a:cubicBezTo>
                      <a:pt x="110" y="347"/>
                      <a:pt x="96" y="345"/>
                      <a:pt x="83" y="341"/>
                    </a:cubicBezTo>
                    <a:cubicBezTo>
                      <a:pt x="70" y="336"/>
                      <a:pt x="59" y="330"/>
                      <a:pt x="50" y="322"/>
                    </a:cubicBezTo>
                    <a:cubicBezTo>
                      <a:pt x="41" y="314"/>
                      <a:pt x="33" y="305"/>
                      <a:pt x="27" y="294"/>
                    </a:cubicBezTo>
                    <a:cubicBezTo>
                      <a:pt x="20" y="284"/>
                      <a:pt x="15" y="272"/>
                      <a:pt x="11" y="259"/>
                    </a:cubicBezTo>
                    <a:cubicBezTo>
                      <a:pt x="7" y="246"/>
                      <a:pt x="4" y="233"/>
                      <a:pt x="2" y="218"/>
                    </a:cubicBezTo>
                    <a:cubicBezTo>
                      <a:pt x="1" y="204"/>
                      <a:pt x="0" y="189"/>
                      <a:pt x="0" y="174"/>
                    </a:cubicBezTo>
                    <a:cubicBezTo>
                      <a:pt x="0" y="158"/>
                      <a:pt x="1" y="144"/>
                      <a:pt x="2" y="129"/>
                    </a:cubicBezTo>
                    <a:cubicBezTo>
                      <a:pt x="4" y="115"/>
                      <a:pt x="7" y="101"/>
                      <a:pt x="11" y="88"/>
                    </a:cubicBezTo>
                    <a:cubicBezTo>
                      <a:pt x="15" y="75"/>
                      <a:pt x="20" y="64"/>
                      <a:pt x="27" y="53"/>
                    </a:cubicBezTo>
                    <a:cubicBezTo>
                      <a:pt x="33" y="42"/>
                      <a:pt x="41" y="33"/>
                      <a:pt x="50" y="25"/>
                    </a:cubicBezTo>
                    <a:cubicBezTo>
                      <a:pt x="59" y="17"/>
                      <a:pt x="70" y="11"/>
                      <a:pt x="83" y="7"/>
                    </a:cubicBezTo>
                    <a:cubicBezTo>
                      <a:pt x="95" y="3"/>
                      <a:pt x="110" y="0"/>
                      <a:pt x="126" y="0"/>
                    </a:cubicBezTo>
                    <a:close/>
                    <a:moveTo>
                      <a:pt x="126" y="46"/>
                    </a:moveTo>
                    <a:cubicBezTo>
                      <a:pt x="117" y="46"/>
                      <a:pt x="109" y="47"/>
                      <a:pt x="102" y="51"/>
                    </a:cubicBezTo>
                    <a:cubicBezTo>
                      <a:pt x="95" y="54"/>
                      <a:pt x="90" y="59"/>
                      <a:pt x="85" y="65"/>
                    </a:cubicBezTo>
                    <a:cubicBezTo>
                      <a:pt x="80" y="71"/>
                      <a:pt x="76" y="79"/>
                      <a:pt x="74" y="87"/>
                    </a:cubicBezTo>
                    <a:cubicBezTo>
                      <a:pt x="71" y="95"/>
                      <a:pt x="69" y="104"/>
                      <a:pt x="67" y="113"/>
                    </a:cubicBezTo>
                    <a:cubicBezTo>
                      <a:pt x="65" y="123"/>
                      <a:pt x="64" y="133"/>
                      <a:pt x="64" y="143"/>
                    </a:cubicBezTo>
                    <a:cubicBezTo>
                      <a:pt x="63" y="153"/>
                      <a:pt x="63" y="164"/>
                      <a:pt x="63" y="174"/>
                    </a:cubicBezTo>
                    <a:cubicBezTo>
                      <a:pt x="63" y="184"/>
                      <a:pt x="63" y="194"/>
                      <a:pt x="64" y="204"/>
                    </a:cubicBezTo>
                    <a:cubicBezTo>
                      <a:pt x="64" y="215"/>
                      <a:pt x="65" y="224"/>
                      <a:pt x="67" y="234"/>
                    </a:cubicBezTo>
                    <a:cubicBezTo>
                      <a:pt x="69" y="243"/>
                      <a:pt x="71" y="252"/>
                      <a:pt x="74" y="261"/>
                    </a:cubicBezTo>
                    <a:cubicBezTo>
                      <a:pt x="76" y="269"/>
                      <a:pt x="80" y="276"/>
                      <a:pt x="85" y="282"/>
                    </a:cubicBezTo>
                    <a:cubicBezTo>
                      <a:pt x="90" y="288"/>
                      <a:pt x="95" y="293"/>
                      <a:pt x="102" y="297"/>
                    </a:cubicBezTo>
                    <a:cubicBezTo>
                      <a:pt x="109" y="300"/>
                      <a:pt x="117" y="302"/>
                      <a:pt x="126" y="302"/>
                    </a:cubicBezTo>
                    <a:cubicBezTo>
                      <a:pt x="135" y="302"/>
                      <a:pt x="143" y="300"/>
                      <a:pt x="150" y="297"/>
                    </a:cubicBezTo>
                    <a:cubicBezTo>
                      <a:pt x="157" y="293"/>
                      <a:pt x="162" y="288"/>
                      <a:pt x="167" y="282"/>
                    </a:cubicBezTo>
                    <a:cubicBezTo>
                      <a:pt x="172" y="276"/>
                      <a:pt x="176" y="269"/>
                      <a:pt x="178" y="261"/>
                    </a:cubicBezTo>
                    <a:cubicBezTo>
                      <a:pt x="181" y="252"/>
                      <a:pt x="184" y="243"/>
                      <a:pt x="185" y="234"/>
                    </a:cubicBezTo>
                    <a:cubicBezTo>
                      <a:pt x="187" y="224"/>
                      <a:pt x="188" y="215"/>
                      <a:pt x="188" y="204"/>
                    </a:cubicBezTo>
                    <a:cubicBezTo>
                      <a:pt x="189" y="194"/>
                      <a:pt x="189" y="184"/>
                      <a:pt x="189" y="174"/>
                    </a:cubicBezTo>
                    <a:cubicBezTo>
                      <a:pt x="189" y="164"/>
                      <a:pt x="189" y="153"/>
                      <a:pt x="188" y="143"/>
                    </a:cubicBezTo>
                    <a:cubicBezTo>
                      <a:pt x="188" y="133"/>
                      <a:pt x="187" y="123"/>
                      <a:pt x="185" y="113"/>
                    </a:cubicBezTo>
                    <a:cubicBezTo>
                      <a:pt x="184" y="104"/>
                      <a:pt x="181" y="95"/>
                      <a:pt x="178" y="87"/>
                    </a:cubicBezTo>
                    <a:cubicBezTo>
                      <a:pt x="176" y="79"/>
                      <a:pt x="172" y="71"/>
                      <a:pt x="167" y="65"/>
                    </a:cubicBezTo>
                    <a:cubicBezTo>
                      <a:pt x="162" y="59"/>
                      <a:pt x="157" y="54"/>
                      <a:pt x="150" y="51"/>
                    </a:cubicBezTo>
                    <a:cubicBezTo>
                      <a:pt x="143" y="47"/>
                      <a:pt x="135" y="46"/>
                      <a:pt x="126" y="4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 name="Freeform 37"/>
              <p:cNvSpPr>
                <a:spLocks/>
              </p:cNvSpPr>
              <p:nvPr/>
            </p:nvSpPr>
            <p:spPr bwMode="auto">
              <a:xfrm>
                <a:off x="10390800" y="4067306"/>
                <a:ext cx="291521" cy="447946"/>
              </a:xfrm>
              <a:custGeom>
                <a:avLst/>
                <a:gdLst>
                  <a:gd name="T0" fmla="*/ 115 w 224"/>
                  <a:gd name="T1" fmla="*/ 148 h 350"/>
                  <a:gd name="T2" fmla="*/ 151 w 224"/>
                  <a:gd name="T3" fmla="*/ 121 h 350"/>
                  <a:gd name="T4" fmla="*/ 151 w 224"/>
                  <a:gd name="T5" fmla="*/ 76 h 350"/>
                  <a:gd name="T6" fmla="*/ 119 w 224"/>
                  <a:gd name="T7" fmla="*/ 52 h 350"/>
                  <a:gd name="T8" fmla="*/ 72 w 224"/>
                  <a:gd name="T9" fmla="*/ 51 h 350"/>
                  <a:gd name="T10" fmla="*/ 33 w 224"/>
                  <a:gd name="T11" fmla="*/ 60 h 350"/>
                  <a:gd name="T12" fmla="*/ 13 w 224"/>
                  <a:gd name="T13" fmla="*/ 60 h 350"/>
                  <a:gd name="T14" fmla="*/ 2 w 224"/>
                  <a:gd name="T15" fmla="*/ 47 h 350"/>
                  <a:gd name="T16" fmla="*/ 5 w 224"/>
                  <a:gd name="T17" fmla="*/ 25 h 350"/>
                  <a:gd name="T18" fmla="*/ 56 w 224"/>
                  <a:gd name="T19" fmla="*/ 4 h 350"/>
                  <a:gd name="T20" fmla="*/ 147 w 224"/>
                  <a:gd name="T21" fmla="*/ 6 h 350"/>
                  <a:gd name="T22" fmla="*/ 209 w 224"/>
                  <a:gd name="T23" fmla="*/ 53 h 350"/>
                  <a:gd name="T24" fmla="*/ 213 w 224"/>
                  <a:gd name="T25" fmla="*/ 121 h 350"/>
                  <a:gd name="T26" fmla="*/ 179 w 224"/>
                  <a:gd name="T27" fmla="*/ 160 h 350"/>
                  <a:gd name="T28" fmla="*/ 155 w 224"/>
                  <a:gd name="T29" fmla="*/ 170 h 350"/>
                  <a:gd name="T30" fmla="*/ 206 w 224"/>
                  <a:gd name="T31" fmla="*/ 199 h 350"/>
                  <a:gd name="T32" fmla="*/ 224 w 224"/>
                  <a:gd name="T33" fmla="*/ 255 h 350"/>
                  <a:gd name="T34" fmla="*/ 188 w 224"/>
                  <a:gd name="T35" fmla="*/ 328 h 350"/>
                  <a:gd name="T36" fmla="*/ 102 w 224"/>
                  <a:gd name="T37" fmla="*/ 350 h 350"/>
                  <a:gd name="T38" fmla="*/ 59 w 224"/>
                  <a:gd name="T39" fmla="*/ 345 h 350"/>
                  <a:gd name="T40" fmla="*/ 18 w 224"/>
                  <a:gd name="T41" fmla="*/ 331 h 350"/>
                  <a:gd name="T42" fmla="*/ 2 w 224"/>
                  <a:gd name="T43" fmla="*/ 310 h 350"/>
                  <a:gd name="T44" fmla="*/ 8 w 224"/>
                  <a:gd name="T45" fmla="*/ 294 h 350"/>
                  <a:gd name="T46" fmla="*/ 25 w 224"/>
                  <a:gd name="T47" fmla="*/ 287 h 350"/>
                  <a:gd name="T48" fmla="*/ 30 w 224"/>
                  <a:gd name="T49" fmla="*/ 288 h 350"/>
                  <a:gd name="T50" fmla="*/ 59 w 224"/>
                  <a:gd name="T51" fmla="*/ 297 h 350"/>
                  <a:gd name="T52" fmla="*/ 99 w 224"/>
                  <a:gd name="T53" fmla="*/ 303 h 350"/>
                  <a:gd name="T54" fmla="*/ 144 w 224"/>
                  <a:gd name="T55" fmla="*/ 290 h 350"/>
                  <a:gd name="T56" fmla="*/ 161 w 224"/>
                  <a:gd name="T57" fmla="*/ 252 h 350"/>
                  <a:gd name="T58" fmla="*/ 141 w 224"/>
                  <a:gd name="T59" fmla="*/ 209 h 350"/>
                  <a:gd name="T60" fmla="*/ 91 w 224"/>
                  <a:gd name="T61" fmla="*/ 193 h 350"/>
                  <a:gd name="T62" fmla="*/ 65 w 224"/>
                  <a:gd name="T63" fmla="*/ 191 h 350"/>
                  <a:gd name="T64" fmla="*/ 54 w 224"/>
                  <a:gd name="T65" fmla="*/ 180 h 350"/>
                  <a:gd name="T66" fmla="*/ 58 w 224"/>
                  <a:gd name="T67" fmla="*/ 158 h 350"/>
                  <a:gd name="T68" fmla="*/ 89 w 224"/>
                  <a:gd name="T69" fmla="*/ 151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4" h="350">
                    <a:moveTo>
                      <a:pt x="89" y="151"/>
                    </a:moveTo>
                    <a:cubicBezTo>
                      <a:pt x="99" y="151"/>
                      <a:pt x="107" y="150"/>
                      <a:pt x="115" y="148"/>
                    </a:cubicBezTo>
                    <a:cubicBezTo>
                      <a:pt x="124" y="145"/>
                      <a:pt x="131" y="142"/>
                      <a:pt x="137" y="138"/>
                    </a:cubicBezTo>
                    <a:cubicBezTo>
                      <a:pt x="143" y="133"/>
                      <a:pt x="147" y="128"/>
                      <a:pt x="151" y="121"/>
                    </a:cubicBezTo>
                    <a:cubicBezTo>
                      <a:pt x="154" y="115"/>
                      <a:pt x="156" y="107"/>
                      <a:pt x="156" y="98"/>
                    </a:cubicBezTo>
                    <a:cubicBezTo>
                      <a:pt x="156" y="90"/>
                      <a:pt x="154" y="83"/>
                      <a:pt x="151" y="76"/>
                    </a:cubicBezTo>
                    <a:cubicBezTo>
                      <a:pt x="148" y="70"/>
                      <a:pt x="143" y="65"/>
                      <a:pt x="138" y="61"/>
                    </a:cubicBezTo>
                    <a:cubicBezTo>
                      <a:pt x="132" y="57"/>
                      <a:pt x="126" y="54"/>
                      <a:pt x="119" y="52"/>
                    </a:cubicBezTo>
                    <a:cubicBezTo>
                      <a:pt x="111" y="50"/>
                      <a:pt x="103" y="49"/>
                      <a:pt x="95" y="49"/>
                    </a:cubicBezTo>
                    <a:cubicBezTo>
                      <a:pt x="88" y="49"/>
                      <a:pt x="80" y="49"/>
                      <a:pt x="72" y="51"/>
                    </a:cubicBezTo>
                    <a:cubicBezTo>
                      <a:pt x="64" y="52"/>
                      <a:pt x="57" y="54"/>
                      <a:pt x="50" y="55"/>
                    </a:cubicBezTo>
                    <a:cubicBezTo>
                      <a:pt x="43" y="57"/>
                      <a:pt x="38" y="58"/>
                      <a:pt x="33" y="60"/>
                    </a:cubicBezTo>
                    <a:cubicBezTo>
                      <a:pt x="28" y="61"/>
                      <a:pt x="24" y="62"/>
                      <a:pt x="22" y="62"/>
                    </a:cubicBezTo>
                    <a:cubicBezTo>
                      <a:pt x="19" y="62"/>
                      <a:pt x="16" y="61"/>
                      <a:pt x="13" y="60"/>
                    </a:cubicBezTo>
                    <a:cubicBezTo>
                      <a:pt x="10" y="59"/>
                      <a:pt x="8" y="57"/>
                      <a:pt x="6" y="55"/>
                    </a:cubicBezTo>
                    <a:cubicBezTo>
                      <a:pt x="4" y="53"/>
                      <a:pt x="3" y="50"/>
                      <a:pt x="2" y="47"/>
                    </a:cubicBezTo>
                    <a:cubicBezTo>
                      <a:pt x="1" y="45"/>
                      <a:pt x="0" y="42"/>
                      <a:pt x="0" y="39"/>
                    </a:cubicBezTo>
                    <a:cubicBezTo>
                      <a:pt x="0" y="34"/>
                      <a:pt x="2" y="30"/>
                      <a:pt x="5" y="25"/>
                    </a:cubicBezTo>
                    <a:cubicBezTo>
                      <a:pt x="7" y="21"/>
                      <a:pt x="12" y="18"/>
                      <a:pt x="19" y="16"/>
                    </a:cubicBezTo>
                    <a:cubicBezTo>
                      <a:pt x="30" y="11"/>
                      <a:pt x="42" y="7"/>
                      <a:pt x="56" y="4"/>
                    </a:cubicBezTo>
                    <a:cubicBezTo>
                      <a:pt x="69" y="1"/>
                      <a:pt x="83" y="0"/>
                      <a:pt x="98" y="0"/>
                    </a:cubicBezTo>
                    <a:cubicBezTo>
                      <a:pt x="116" y="0"/>
                      <a:pt x="132" y="2"/>
                      <a:pt x="147" y="6"/>
                    </a:cubicBezTo>
                    <a:cubicBezTo>
                      <a:pt x="161" y="10"/>
                      <a:pt x="174" y="16"/>
                      <a:pt x="185" y="24"/>
                    </a:cubicBezTo>
                    <a:cubicBezTo>
                      <a:pt x="195" y="32"/>
                      <a:pt x="203" y="42"/>
                      <a:pt x="209" y="53"/>
                    </a:cubicBezTo>
                    <a:cubicBezTo>
                      <a:pt x="215" y="65"/>
                      <a:pt x="218" y="78"/>
                      <a:pt x="218" y="93"/>
                    </a:cubicBezTo>
                    <a:cubicBezTo>
                      <a:pt x="218" y="103"/>
                      <a:pt x="216" y="112"/>
                      <a:pt x="213" y="121"/>
                    </a:cubicBezTo>
                    <a:cubicBezTo>
                      <a:pt x="210" y="129"/>
                      <a:pt x="205" y="137"/>
                      <a:pt x="199" y="143"/>
                    </a:cubicBezTo>
                    <a:cubicBezTo>
                      <a:pt x="194" y="150"/>
                      <a:pt x="187" y="155"/>
                      <a:pt x="179" y="160"/>
                    </a:cubicBezTo>
                    <a:cubicBezTo>
                      <a:pt x="172" y="164"/>
                      <a:pt x="164" y="167"/>
                      <a:pt x="155" y="169"/>
                    </a:cubicBezTo>
                    <a:cubicBezTo>
                      <a:pt x="155" y="170"/>
                      <a:pt x="155" y="170"/>
                      <a:pt x="155" y="170"/>
                    </a:cubicBezTo>
                    <a:cubicBezTo>
                      <a:pt x="166" y="172"/>
                      <a:pt x="176" y="176"/>
                      <a:pt x="184" y="180"/>
                    </a:cubicBezTo>
                    <a:cubicBezTo>
                      <a:pt x="193" y="185"/>
                      <a:pt x="200" y="191"/>
                      <a:pt x="206" y="199"/>
                    </a:cubicBezTo>
                    <a:cubicBezTo>
                      <a:pt x="212" y="206"/>
                      <a:pt x="217" y="215"/>
                      <a:pt x="220" y="224"/>
                    </a:cubicBezTo>
                    <a:cubicBezTo>
                      <a:pt x="223" y="234"/>
                      <a:pt x="224" y="244"/>
                      <a:pt x="224" y="255"/>
                    </a:cubicBezTo>
                    <a:cubicBezTo>
                      <a:pt x="224" y="272"/>
                      <a:pt x="221" y="286"/>
                      <a:pt x="215" y="298"/>
                    </a:cubicBezTo>
                    <a:cubicBezTo>
                      <a:pt x="208" y="310"/>
                      <a:pt x="199" y="320"/>
                      <a:pt x="188" y="328"/>
                    </a:cubicBezTo>
                    <a:cubicBezTo>
                      <a:pt x="176" y="336"/>
                      <a:pt x="163" y="341"/>
                      <a:pt x="149" y="345"/>
                    </a:cubicBezTo>
                    <a:cubicBezTo>
                      <a:pt x="134" y="349"/>
                      <a:pt x="118" y="350"/>
                      <a:pt x="102" y="350"/>
                    </a:cubicBezTo>
                    <a:cubicBezTo>
                      <a:pt x="95" y="350"/>
                      <a:pt x="88" y="350"/>
                      <a:pt x="81" y="349"/>
                    </a:cubicBezTo>
                    <a:cubicBezTo>
                      <a:pt x="74" y="348"/>
                      <a:pt x="66" y="347"/>
                      <a:pt x="59" y="345"/>
                    </a:cubicBezTo>
                    <a:cubicBezTo>
                      <a:pt x="52" y="344"/>
                      <a:pt x="45" y="342"/>
                      <a:pt x="38" y="339"/>
                    </a:cubicBezTo>
                    <a:cubicBezTo>
                      <a:pt x="31" y="337"/>
                      <a:pt x="24" y="334"/>
                      <a:pt x="18" y="331"/>
                    </a:cubicBezTo>
                    <a:cubicBezTo>
                      <a:pt x="12" y="329"/>
                      <a:pt x="8" y="326"/>
                      <a:pt x="6" y="322"/>
                    </a:cubicBezTo>
                    <a:cubicBezTo>
                      <a:pt x="3" y="318"/>
                      <a:pt x="2" y="314"/>
                      <a:pt x="2" y="310"/>
                    </a:cubicBezTo>
                    <a:cubicBezTo>
                      <a:pt x="2" y="307"/>
                      <a:pt x="3" y="304"/>
                      <a:pt x="4" y="301"/>
                    </a:cubicBezTo>
                    <a:cubicBezTo>
                      <a:pt x="5" y="299"/>
                      <a:pt x="6" y="296"/>
                      <a:pt x="8" y="294"/>
                    </a:cubicBezTo>
                    <a:cubicBezTo>
                      <a:pt x="10" y="292"/>
                      <a:pt x="13" y="291"/>
                      <a:pt x="15" y="289"/>
                    </a:cubicBezTo>
                    <a:cubicBezTo>
                      <a:pt x="18" y="288"/>
                      <a:pt x="21" y="287"/>
                      <a:pt x="25" y="287"/>
                    </a:cubicBezTo>
                    <a:cubicBezTo>
                      <a:pt x="26" y="287"/>
                      <a:pt x="27" y="287"/>
                      <a:pt x="27" y="288"/>
                    </a:cubicBezTo>
                    <a:cubicBezTo>
                      <a:pt x="28" y="288"/>
                      <a:pt x="29" y="288"/>
                      <a:pt x="30" y="288"/>
                    </a:cubicBezTo>
                    <a:cubicBezTo>
                      <a:pt x="34" y="289"/>
                      <a:pt x="38" y="291"/>
                      <a:pt x="43" y="292"/>
                    </a:cubicBezTo>
                    <a:cubicBezTo>
                      <a:pt x="48" y="294"/>
                      <a:pt x="53" y="296"/>
                      <a:pt x="59" y="297"/>
                    </a:cubicBezTo>
                    <a:cubicBezTo>
                      <a:pt x="65" y="299"/>
                      <a:pt x="71" y="300"/>
                      <a:pt x="78" y="301"/>
                    </a:cubicBezTo>
                    <a:cubicBezTo>
                      <a:pt x="85" y="302"/>
                      <a:pt x="92" y="303"/>
                      <a:pt x="99" y="303"/>
                    </a:cubicBezTo>
                    <a:cubicBezTo>
                      <a:pt x="108" y="303"/>
                      <a:pt x="117" y="302"/>
                      <a:pt x="124" y="299"/>
                    </a:cubicBezTo>
                    <a:cubicBezTo>
                      <a:pt x="132" y="297"/>
                      <a:pt x="138" y="294"/>
                      <a:pt x="144" y="290"/>
                    </a:cubicBezTo>
                    <a:cubicBezTo>
                      <a:pt x="149" y="286"/>
                      <a:pt x="154" y="280"/>
                      <a:pt x="157" y="274"/>
                    </a:cubicBezTo>
                    <a:cubicBezTo>
                      <a:pt x="160" y="268"/>
                      <a:pt x="161" y="261"/>
                      <a:pt x="161" y="252"/>
                    </a:cubicBezTo>
                    <a:cubicBezTo>
                      <a:pt x="161" y="243"/>
                      <a:pt x="159" y="235"/>
                      <a:pt x="156" y="227"/>
                    </a:cubicBezTo>
                    <a:cubicBezTo>
                      <a:pt x="152" y="220"/>
                      <a:pt x="148" y="214"/>
                      <a:pt x="141" y="209"/>
                    </a:cubicBezTo>
                    <a:cubicBezTo>
                      <a:pt x="135" y="204"/>
                      <a:pt x="128" y="200"/>
                      <a:pt x="119" y="197"/>
                    </a:cubicBezTo>
                    <a:cubicBezTo>
                      <a:pt x="110" y="195"/>
                      <a:pt x="101" y="193"/>
                      <a:pt x="91" y="193"/>
                    </a:cubicBezTo>
                    <a:cubicBezTo>
                      <a:pt x="74" y="193"/>
                      <a:pt x="74" y="193"/>
                      <a:pt x="74" y="193"/>
                    </a:cubicBezTo>
                    <a:cubicBezTo>
                      <a:pt x="70" y="193"/>
                      <a:pt x="67" y="193"/>
                      <a:pt x="65" y="191"/>
                    </a:cubicBezTo>
                    <a:cubicBezTo>
                      <a:pt x="62" y="190"/>
                      <a:pt x="60" y="189"/>
                      <a:pt x="58" y="187"/>
                    </a:cubicBezTo>
                    <a:cubicBezTo>
                      <a:pt x="57" y="185"/>
                      <a:pt x="55" y="183"/>
                      <a:pt x="54" y="180"/>
                    </a:cubicBezTo>
                    <a:cubicBezTo>
                      <a:pt x="54" y="178"/>
                      <a:pt x="53" y="175"/>
                      <a:pt x="53" y="172"/>
                    </a:cubicBezTo>
                    <a:cubicBezTo>
                      <a:pt x="53" y="167"/>
                      <a:pt x="55" y="162"/>
                      <a:pt x="58" y="158"/>
                    </a:cubicBezTo>
                    <a:cubicBezTo>
                      <a:pt x="62" y="154"/>
                      <a:pt x="67" y="151"/>
                      <a:pt x="74" y="151"/>
                    </a:cubicBezTo>
                    <a:lnTo>
                      <a:pt x="89" y="15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 name="Freeform 38"/>
              <p:cNvSpPr>
                <a:spLocks noEditPoints="1"/>
              </p:cNvSpPr>
              <p:nvPr/>
            </p:nvSpPr>
            <p:spPr bwMode="auto">
              <a:xfrm>
                <a:off x="8222188" y="5610225"/>
                <a:ext cx="327070" cy="440833"/>
              </a:xfrm>
              <a:custGeom>
                <a:avLst/>
                <a:gdLst>
                  <a:gd name="T0" fmla="*/ 127 w 253"/>
                  <a:gd name="T1" fmla="*/ 0 h 347"/>
                  <a:gd name="T2" fmla="*/ 169 w 253"/>
                  <a:gd name="T3" fmla="*/ 6 h 347"/>
                  <a:gd name="T4" fmla="*/ 202 w 253"/>
                  <a:gd name="T5" fmla="*/ 25 h 347"/>
                  <a:gd name="T6" fmla="*/ 226 w 253"/>
                  <a:gd name="T7" fmla="*/ 52 h 347"/>
                  <a:gd name="T8" fmla="*/ 241 w 253"/>
                  <a:gd name="T9" fmla="*/ 88 h 347"/>
                  <a:gd name="T10" fmla="*/ 250 w 253"/>
                  <a:gd name="T11" fmla="*/ 129 h 347"/>
                  <a:gd name="T12" fmla="*/ 253 w 253"/>
                  <a:gd name="T13" fmla="*/ 173 h 347"/>
                  <a:gd name="T14" fmla="*/ 250 w 253"/>
                  <a:gd name="T15" fmla="*/ 218 h 347"/>
                  <a:gd name="T16" fmla="*/ 241 w 253"/>
                  <a:gd name="T17" fmla="*/ 259 h 347"/>
                  <a:gd name="T18" fmla="*/ 226 w 253"/>
                  <a:gd name="T19" fmla="*/ 294 h 347"/>
                  <a:gd name="T20" fmla="*/ 202 w 253"/>
                  <a:gd name="T21" fmla="*/ 322 h 347"/>
                  <a:gd name="T22" fmla="*/ 169 w 253"/>
                  <a:gd name="T23" fmla="*/ 340 h 347"/>
                  <a:gd name="T24" fmla="*/ 127 w 253"/>
                  <a:gd name="T25" fmla="*/ 347 h 347"/>
                  <a:gd name="T26" fmla="*/ 83 w 253"/>
                  <a:gd name="T27" fmla="*/ 340 h 347"/>
                  <a:gd name="T28" fmla="*/ 51 w 253"/>
                  <a:gd name="T29" fmla="*/ 322 h 347"/>
                  <a:gd name="T30" fmla="*/ 27 w 253"/>
                  <a:gd name="T31" fmla="*/ 294 h 347"/>
                  <a:gd name="T32" fmla="*/ 11 w 253"/>
                  <a:gd name="T33" fmla="*/ 259 h 347"/>
                  <a:gd name="T34" fmla="*/ 3 w 253"/>
                  <a:gd name="T35" fmla="*/ 218 h 347"/>
                  <a:gd name="T36" fmla="*/ 0 w 253"/>
                  <a:gd name="T37" fmla="*/ 173 h 347"/>
                  <a:gd name="T38" fmla="*/ 3 w 253"/>
                  <a:gd name="T39" fmla="*/ 129 h 347"/>
                  <a:gd name="T40" fmla="*/ 11 w 253"/>
                  <a:gd name="T41" fmla="*/ 88 h 347"/>
                  <a:gd name="T42" fmla="*/ 27 w 253"/>
                  <a:gd name="T43" fmla="*/ 52 h 347"/>
                  <a:gd name="T44" fmla="*/ 51 w 253"/>
                  <a:gd name="T45" fmla="*/ 25 h 347"/>
                  <a:gd name="T46" fmla="*/ 83 w 253"/>
                  <a:gd name="T47" fmla="*/ 6 h 347"/>
                  <a:gd name="T48" fmla="*/ 127 w 253"/>
                  <a:gd name="T49" fmla="*/ 0 h 347"/>
                  <a:gd name="T50" fmla="*/ 127 w 253"/>
                  <a:gd name="T51" fmla="*/ 45 h 347"/>
                  <a:gd name="T52" fmla="*/ 103 w 253"/>
                  <a:gd name="T53" fmla="*/ 50 h 347"/>
                  <a:gd name="T54" fmla="*/ 85 w 253"/>
                  <a:gd name="T55" fmla="*/ 65 h 347"/>
                  <a:gd name="T56" fmla="*/ 74 w 253"/>
                  <a:gd name="T57" fmla="*/ 86 h 347"/>
                  <a:gd name="T58" fmla="*/ 67 w 253"/>
                  <a:gd name="T59" fmla="*/ 113 h 347"/>
                  <a:gd name="T60" fmla="*/ 64 w 253"/>
                  <a:gd name="T61" fmla="*/ 142 h 347"/>
                  <a:gd name="T62" fmla="*/ 63 w 253"/>
                  <a:gd name="T63" fmla="*/ 173 h 347"/>
                  <a:gd name="T64" fmla="*/ 64 w 253"/>
                  <a:gd name="T65" fmla="*/ 204 h 347"/>
                  <a:gd name="T66" fmla="*/ 67 w 253"/>
                  <a:gd name="T67" fmla="*/ 233 h 347"/>
                  <a:gd name="T68" fmla="*/ 74 w 253"/>
                  <a:gd name="T69" fmla="*/ 260 h 347"/>
                  <a:gd name="T70" fmla="*/ 85 w 253"/>
                  <a:gd name="T71" fmla="*/ 282 h 347"/>
                  <a:gd name="T72" fmla="*/ 103 w 253"/>
                  <a:gd name="T73" fmla="*/ 296 h 347"/>
                  <a:gd name="T74" fmla="*/ 127 w 253"/>
                  <a:gd name="T75" fmla="*/ 301 h 347"/>
                  <a:gd name="T76" fmla="*/ 150 w 253"/>
                  <a:gd name="T77" fmla="*/ 296 h 347"/>
                  <a:gd name="T78" fmla="*/ 168 w 253"/>
                  <a:gd name="T79" fmla="*/ 282 h 347"/>
                  <a:gd name="T80" fmla="*/ 179 w 253"/>
                  <a:gd name="T81" fmla="*/ 260 h 347"/>
                  <a:gd name="T82" fmla="*/ 186 w 253"/>
                  <a:gd name="T83" fmla="*/ 233 h 347"/>
                  <a:gd name="T84" fmla="*/ 189 w 253"/>
                  <a:gd name="T85" fmla="*/ 204 h 347"/>
                  <a:gd name="T86" fmla="*/ 190 w 253"/>
                  <a:gd name="T87" fmla="*/ 173 h 347"/>
                  <a:gd name="T88" fmla="*/ 189 w 253"/>
                  <a:gd name="T89" fmla="*/ 142 h 347"/>
                  <a:gd name="T90" fmla="*/ 186 w 253"/>
                  <a:gd name="T91" fmla="*/ 113 h 347"/>
                  <a:gd name="T92" fmla="*/ 179 w 253"/>
                  <a:gd name="T93" fmla="*/ 86 h 347"/>
                  <a:gd name="T94" fmla="*/ 168 w 253"/>
                  <a:gd name="T95" fmla="*/ 65 h 347"/>
                  <a:gd name="T96" fmla="*/ 150 w 253"/>
                  <a:gd name="T97" fmla="*/ 50 h 347"/>
                  <a:gd name="T98" fmla="*/ 127 w 253"/>
                  <a:gd name="T99" fmla="*/ 45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3" h="347">
                    <a:moveTo>
                      <a:pt x="127" y="0"/>
                    </a:moveTo>
                    <a:cubicBezTo>
                      <a:pt x="143" y="0"/>
                      <a:pt x="157" y="2"/>
                      <a:pt x="169" y="6"/>
                    </a:cubicBezTo>
                    <a:cubicBezTo>
                      <a:pt x="182" y="11"/>
                      <a:pt x="193" y="17"/>
                      <a:pt x="202" y="25"/>
                    </a:cubicBezTo>
                    <a:cubicBezTo>
                      <a:pt x="212" y="32"/>
                      <a:pt x="219" y="42"/>
                      <a:pt x="226" y="52"/>
                    </a:cubicBezTo>
                    <a:cubicBezTo>
                      <a:pt x="232" y="63"/>
                      <a:pt x="237" y="75"/>
                      <a:pt x="241" y="88"/>
                    </a:cubicBezTo>
                    <a:cubicBezTo>
                      <a:pt x="245" y="101"/>
                      <a:pt x="248" y="114"/>
                      <a:pt x="250" y="129"/>
                    </a:cubicBezTo>
                    <a:cubicBezTo>
                      <a:pt x="252" y="143"/>
                      <a:pt x="253" y="158"/>
                      <a:pt x="253" y="173"/>
                    </a:cubicBezTo>
                    <a:cubicBezTo>
                      <a:pt x="253" y="188"/>
                      <a:pt x="252" y="203"/>
                      <a:pt x="250" y="218"/>
                    </a:cubicBezTo>
                    <a:cubicBezTo>
                      <a:pt x="248" y="232"/>
                      <a:pt x="245" y="246"/>
                      <a:pt x="241" y="259"/>
                    </a:cubicBezTo>
                    <a:cubicBezTo>
                      <a:pt x="237" y="271"/>
                      <a:pt x="232" y="283"/>
                      <a:pt x="226" y="294"/>
                    </a:cubicBezTo>
                    <a:cubicBezTo>
                      <a:pt x="219" y="305"/>
                      <a:pt x="212" y="314"/>
                      <a:pt x="202" y="322"/>
                    </a:cubicBezTo>
                    <a:cubicBezTo>
                      <a:pt x="193" y="330"/>
                      <a:pt x="182" y="336"/>
                      <a:pt x="169" y="340"/>
                    </a:cubicBezTo>
                    <a:cubicBezTo>
                      <a:pt x="157" y="344"/>
                      <a:pt x="143" y="347"/>
                      <a:pt x="127" y="347"/>
                    </a:cubicBezTo>
                    <a:cubicBezTo>
                      <a:pt x="110" y="347"/>
                      <a:pt x="96" y="344"/>
                      <a:pt x="83" y="340"/>
                    </a:cubicBezTo>
                    <a:cubicBezTo>
                      <a:pt x="71" y="336"/>
                      <a:pt x="60" y="330"/>
                      <a:pt x="51" y="322"/>
                    </a:cubicBezTo>
                    <a:cubicBezTo>
                      <a:pt x="41" y="314"/>
                      <a:pt x="33" y="305"/>
                      <a:pt x="27" y="294"/>
                    </a:cubicBezTo>
                    <a:cubicBezTo>
                      <a:pt x="21" y="283"/>
                      <a:pt x="15" y="271"/>
                      <a:pt x="11" y="259"/>
                    </a:cubicBezTo>
                    <a:cubicBezTo>
                      <a:pt x="8" y="246"/>
                      <a:pt x="5" y="232"/>
                      <a:pt x="3" y="218"/>
                    </a:cubicBezTo>
                    <a:cubicBezTo>
                      <a:pt x="1" y="203"/>
                      <a:pt x="0" y="188"/>
                      <a:pt x="0" y="173"/>
                    </a:cubicBezTo>
                    <a:cubicBezTo>
                      <a:pt x="0" y="158"/>
                      <a:pt x="1" y="143"/>
                      <a:pt x="3" y="129"/>
                    </a:cubicBezTo>
                    <a:cubicBezTo>
                      <a:pt x="5" y="114"/>
                      <a:pt x="8" y="101"/>
                      <a:pt x="11" y="88"/>
                    </a:cubicBezTo>
                    <a:cubicBezTo>
                      <a:pt x="15" y="75"/>
                      <a:pt x="21" y="63"/>
                      <a:pt x="27" y="52"/>
                    </a:cubicBezTo>
                    <a:cubicBezTo>
                      <a:pt x="33" y="42"/>
                      <a:pt x="41" y="32"/>
                      <a:pt x="51" y="25"/>
                    </a:cubicBezTo>
                    <a:cubicBezTo>
                      <a:pt x="60" y="17"/>
                      <a:pt x="71" y="11"/>
                      <a:pt x="83" y="6"/>
                    </a:cubicBezTo>
                    <a:cubicBezTo>
                      <a:pt x="96" y="2"/>
                      <a:pt x="110" y="0"/>
                      <a:pt x="127" y="0"/>
                    </a:cubicBezTo>
                    <a:close/>
                    <a:moveTo>
                      <a:pt x="127" y="45"/>
                    </a:moveTo>
                    <a:cubicBezTo>
                      <a:pt x="117" y="45"/>
                      <a:pt x="109" y="47"/>
                      <a:pt x="103" y="50"/>
                    </a:cubicBezTo>
                    <a:cubicBezTo>
                      <a:pt x="96" y="54"/>
                      <a:pt x="90" y="59"/>
                      <a:pt x="85" y="65"/>
                    </a:cubicBezTo>
                    <a:cubicBezTo>
                      <a:pt x="81" y="71"/>
                      <a:pt x="77" y="78"/>
                      <a:pt x="74" y="86"/>
                    </a:cubicBezTo>
                    <a:cubicBezTo>
                      <a:pt x="71" y="95"/>
                      <a:pt x="69" y="103"/>
                      <a:pt x="67" y="113"/>
                    </a:cubicBezTo>
                    <a:cubicBezTo>
                      <a:pt x="66" y="122"/>
                      <a:pt x="65" y="132"/>
                      <a:pt x="64" y="142"/>
                    </a:cubicBezTo>
                    <a:cubicBezTo>
                      <a:pt x="64" y="153"/>
                      <a:pt x="63" y="163"/>
                      <a:pt x="63" y="173"/>
                    </a:cubicBezTo>
                    <a:cubicBezTo>
                      <a:pt x="63" y="183"/>
                      <a:pt x="64" y="193"/>
                      <a:pt x="64" y="204"/>
                    </a:cubicBezTo>
                    <a:cubicBezTo>
                      <a:pt x="65" y="214"/>
                      <a:pt x="66" y="224"/>
                      <a:pt x="67" y="233"/>
                    </a:cubicBezTo>
                    <a:cubicBezTo>
                      <a:pt x="69" y="243"/>
                      <a:pt x="71" y="252"/>
                      <a:pt x="74" y="260"/>
                    </a:cubicBezTo>
                    <a:cubicBezTo>
                      <a:pt x="77" y="268"/>
                      <a:pt x="81" y="275"/>
                      <a:pt x="85" y="282"/>
                    </a:cubicBezTo>
                    <a:cubicBezTo>
                      <a:pt x="90" y="288"/>
                      <a:pt x="96" y="293"/>
                      <a:pt x="103" y="296"/>
                    </a:cubicBezTo>
                    <a:cubicBezTo>
                      <a:pt x="109" y="299"/>
                      <a:pt x="117" y="301"/>
                      <a:pt x="127" y="301"/>
                    </a:cubicBezTo>
                    <a:cubicBezTo>
                      <a:pt x="136" y="301"/>
                      <a:pt x="144" y="299"/>
                      <a:pt x="150" y="296"/>
                    </a:cubicBezTo>
                    <a:cubicBezTo>
                      <a:pt x="157" y="293"/>
                      <a:pt x="163" y="288"/>
                      <a:pt x="168" y="282"/>
                    </a:cubicBezTo>
                    <a:cubicBezTo>
                      <a:pt x="172" y="275"/>
                      <a:pt x="176" y="268"/>
                      <a:pt x="179" y="260"/>
                    </a:cubicBezTo>
                    <a:cubicBezTo>
                      <a:pt x="182" y="252"/>
                      <a:pt x="184" y="243"/>
                      <a:pt x="186" y="233"/>
                    </a:cubicBezTo>
                    <a:cubicBezTo>
                      <a:pt x="187" y="224"/>
                      <a:pt x="188" y="214"/>
                      <a:pt x="189" y="204"/>
                    </a:cubicBezTo>
                    <a:cubicBezTo>
                      <a:pt x="189" y="193"/>
                      <a:pt x="190" y="183"/>
                      <a:pt x="190" y="173"/>
                    </a:cubicBezTo>
                    <a:cubicBezTo>
                      <a:pt x="190" y="163"/>
                      <a:pt x="189" y="153"/>
                      <a:pt x="189" y="142"/>
                    </a:cubicBezTo>
                    <a:cubicBezTo>
                      <a:pt x="188" y="132"/>
                      <a:pt x="187" y="122"/>
                      <a:pt x="186" y="113"/>
                    </a:cubicBezTo>
                    <a:cubicBezTo>
                      <a:pt x="184" y="103"/>
                      <a:pt x="182" y="95"/>
                      <a:pt x="179" y="86"/>
                    </a:cubicBezTo>
                    <a:cubicBezTo>
                      <a:pt x="176" y="78"/>
                      <a:pt x="172" y="71"/>
                      <a:pt x="168" y="65"/>
                    </a:cubicBezTo>
                    <a:cubicBezTo>
                      <a:pt x="163" y="59"/>
                      <a:pt x="157" y="54"/>
                      <a:pt x="150" y="50"/>
                    </a:cubicBezTo>
                    <a:cubicBezTo>
                      <a:pt x="144" y="47"/>
                      <a:pt x="136" y="45"/>
                      <a:pt x="127" y="4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 name="Freeform 39"/>
              <p:cNvSpPr>
                <a:spLocks noEditPoints="1"/>
              </p:cNvSpPr>
              <p:nvPr/>
            </p:nvSpPr>
            <p:spPr bwMode="auto">
              <a:xfrm>
                <a:off x="8584806" y="5610225"/>
                <a:ext cx="348403" cy="440833"/>
              </a:xfrm>
              <a:custGeom>
                <a:avLst/>
                <a:gdLst>
                  <a:gd name="T0" fmla="*/ 126 w 271"/>
                  <a:gd name="T1" fmla="*/ 31 h 341"/>
                  <a:gd name="T2" fmla="*/ 149 w 271"/>
                  <a:gd name="T3" fmla="*/ 6 h 341"/>
                  <a:gd name="T4" fmla="*/ 178 w 271"/>
                  <a:gd name="T5" fmla="*/ 0 h 341"/>
                  <a:gd name="T6" fmla="*/ 194 w 271"/>
                  <a:gd name="T7" fmla="*/ 2 h 341"/>
                  <a:gd name="T8" fmla="*/ 208 w 271"/>
                  <a:gd name="T9" fmla="*/ 9 h 341"/>
                  <a:gd name="T10" fmla="*/ 217 w 271"/>
                  <a:gd name="T11" fmla="*/ 23 h 341"/>
                  <a:gd name="T12" fmla="*/ 221 w 271"/>
                  <a:gd name="T13" fmla="*/ 42 h 341"/>
                  <a:gd name="T14" fmla="*/ 221 w 271"/>
                  <a:gd name="T15" fmla="*/ 227 h 341"/>
                  <a:gd name="T16" fmla="*/ 250 w 271"/>
                  <a:gd name="T17" fmla="*/ 227 h 341"/>
                  <a:gd name="T18" fmla="*/ 259 w 271"/>
                  <a:gd name="T19" fmla="*/ 229 h 341"/>
                  <a:gd name="T20" fmla="*/ 266 w 271"/>
                  <a:gd name="T21" fmla="*/ 234 h 341"/>
                  <a:gd name="T22" fmla="*/ 270 w 271"/>
                  <a:gd name="T23" fmla="*/ 241 h 341"/>
                  <a:gd name="T24" fmla="*/ 271 w 271"/>
                  <a:gd name="T25" fmla="*/ 249 h 341"/>
                  <a:gd name="T26" fmla="*/ 270 w 271"/>
                  <a:gd name="T27" fmla="*/ 257 h 341"/>
                  <a:gd name="T28" fmla="*/ 266 w 271"/>
                  <a:gd name="T29" fmla="*/ 264 h 341"/>
                  <a:gd name="T30" fmla="*/ 259 w 271"/>
                  <a:gd name="T31" fmla="*/ 269 h 341"/>
                  <a:gd name="T32" fmla="*/ 250 w 271"/>
                  <a:gd name="T33" fmla="*/ 271 h 341"/>
                  <a:gd name="T34" fmla="*/ 221 w 271"/>
                  <a:gd name="T35" fmla="*/ 271 h 341"/>
                  <a:gd name="T36" fmla="*/ 221 w 271"/>
                  <a:gd name="T37" fmla="*/ 314 h 341"/>
                  <a:gd name="T38" fmla="*/ 218 w 271"/>
                  <a:gd name="T39" fmla="*/ 326 h 341"/>
                  <a:gd name="T40" fmla="*/ 211 w 271"/>
                  <a:gd name="T41" fmla="*/ 334 h 341"/>
                  <a:gd name="T42" fmla="*/ 202 w 271"/>
                  <a:gd name="T43" fmla="*/ 340 h 341"/>
                  <a:gd name="T44" fmla="*/ 191 w 271"/>
                  <a:gd name="T45" fmla="*/ 341 h 341"/>
                  <a:gd name="T46" fmla="*/ 181 w 271"/>
                  <a:gd name="T47" fmla="*/ 340 h 341"/>
                  <a:gd name="T48" fmla="*/ 171 w 271"/>
                  <a:gd name="T49" fmla="*/ 334 h 341"/>
                  <a:gd name="T50" fmla="*/ 164 w 271"/>
                  <a:gd name="T51" fmla="*/ 326 h 341"/>
                  <a:gd name="T52" fmla="*/ 161 w 271"/>
                  <a:gd name="T53" fmla="*/ 314 h 341"/>
                  <a:gd name="T54" fmla="*/ 161 w 271"/>
                  <a:gd name="T55" fmla="*/ 271 h 341"/>
                  <a:gd name="T56" fmla="*/ 30 w 271"/>
                  <a:gd name="T57" fmla="*/ 271 h 341"/>
                  <a:gd name="T58" fmla="*/ 8 w 271"/>
                  <a:gd name="T59" fmla="*/ 263 h 341"/>
                  <a:gd name="T60" fmla="*/ 0 w 271"/>
                  <a:gd name="T61" fmla="*/ 244 h 341"/>
                  <a:gd name="T62" fmla="*/ 2 w 271"/>
                  <a:gd name="T63" fmla="*/ 236 h 341"/>
                  <a:gd name="T64" fmla="*/ 6 w 271"/>
                  <a:gd name="T65" fmla="*/ 227 h 341"/>
                  <a:gd name="T66" fmla="*/ 126 w 271"/>
                  <a:gd name="T67" fmla="*/ 31 h 341"/>
                  <a:gd name="T68" fmla="*/ 54 w 271"/>
                  <a:gd name="T69" fmla="*/ 227 h 341"/>
                  <a:gd name="T70" fmla="*/ 161 w 271"/>
                  <a:gd name="T71" fmla="*/ 227 h 341"/>
                  <a:gd name="T72" fmla="*/ 161 w 271"/>
                  <a:gd name="T73" fmla="*/ 50 h 341"/>
                  <a:gd name="T74" fmla="*/ 54 w 271"/>
                  <a:gd name="T75" fmla="*/ 227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71" h="341">
                    <a:moveTo>
                      <a:pt x="126" y="31"/>
                    </a:moveTo>
                    <a:cubicBezTo>
                      <a:pt x="133" y="19"/>
                      <a:pt x="140" y="11"/>
                      <a:pt x="149" y="6"/>
                    </a:cubicBezTo>
                    <a:cubicBezTo>
                      <a:pt x="158" y="2"/>
                      <a:pt x="167" y="0"/>
                      <a:pt x="178" y="0"/>
                    </a:cubicBezTo>
                    <a:cubicBezTo>
                      <a:pt x="183" y="0"/>
                      <a:pt x="189" y="0"/>
                      <a:pt x="194" y="2"/>
                    </a:cubicBezTo>
                    <a:cubicBezTo>
                      <a:pt x="199" y="3"/>
                      <a:pt x="204" y="6"/>
                      <a:pt x="208" y="9"/>
                    </a:cubicBezTo>
                    <a:cubicBezTo>
                      <a:pt x="212" y="13"/>
                      <a:pt x="215" y="17"/>
                      <a:pt x="217" y="23"/>
                    </a:cubicBezTo>
                    <a:cubicBezTo>
                      <a:pt x="220" y="28"/>
                      <a:pt x="221" y="34"/>
                      <a:pt x="221" y="42"/>
                    </a:cubicBezTo>
                    <a:cubicBezTo>
                      <a:pt x="221" y="227"/>
                      <a:pt x="221" y="227"/>
                      <a:pt x="221" y="227"/>
                    </a:cubicBezTo>
                    <a:cubicBezTo>
                      <a:pt x="250" y="227"/>
                      <a:pt x="250" y="227"/>
                      <a:pt x="250" y="227"/>
                    </a:cubicBezTo>
                    <a:cubicBezTo>
                      <a:pt x="253" y="227"/>
                      <a:pt x="256" y="228"/>
                      <a:pt x="259" y="229"/>
                    </a:cubicBezTo>
                    <a:cubicBezTo>
                      <a:pt x="262" y="230"/>
                      <a:pt x="264" y="232"/>
                      <a:pt x="266" y="234"/>
                    </a:cubicBezTo>
                    <a:cubicBezTo>
                      <a:pt x="268" y="236"/>
                      <a:pt x="269" y="238"/>
                      <a:pt x="270" y="241"/>
                    </a:cubicBezTo>
                    <a:cubicBezTo>
                      <a:pt x="271" y="244"/>
                      <a:pt x="271" y="246"/>
                      <a:pt x="271" y="249"/>
                    </a:cubicBezTo>
                    <a:cubicBezTo>
                      <a:pt x="271" y="252"/>
                      <a:pt x="271" y="254"/>
                      <a:pt x="270" y="257"/>
                    </a:cubicBezTo>
                    <a:cubicBezTo>
                      <a:pt x="269" y="260"/>
                      <a:pt x="268" y="262"/>
                      <a:pt x="266" y="264"/>
                    </a:cubicBezTo>
                    <a:cubicBezTo>
                      <a:pt x="264" y="266"/>
                      <a:pt x="262" y="268"/>
                      <a:pt x="259" y="269"/>
                    </a:cubicBezTo>
                    <a:cubicBezTo>
                      <a:pt x="256" y="270"/>
                      <a:pt x="253" y="271"/>
                      <a:pt x="250" y="271"/>
                    </a:cubicBezTo>
                    <a:cubicBezTo>
                      <a:pt x="221" y="271"/>
                      <a:pt x="221" y="271"/>
                      <a:pt x="221" y="271"/>
                    </a:cubicBezTo>
                    <a:cubicBezTo>
                      <a:pt x="221" y="314"/>
                      <a:pt x="221" y="314"/>
                      <a:pt x="221" y="314"/>
                    </a:cubicBezTo>
                    <a:cubicBezTo>
                      <a:pt x="221" y="318"/>
                      <a:pt x="220" y="322"/>
                      <a:pt x="218" y="326"/>
                    </a:cubicBezTo>
                    <a:cubicBezTo>
                      <a:pt x="216" y="329"/>
                      <a:pt x="214" y="332"/>
                      <a:pt x="211" y="334"/>
                    </a:cubicBezTo>
                    <a:cubicBezTo>
                      <a:pt x="208" y="337"/>
                      <a:pt x="205" y="338"/>
                      <a:pt x="202" y="340"/>
                    </a:cubicBezTo>
                    <a:cubicBezTo>
                      <a:pt x="198" y="341"/>
                      <a:pt x="195" y="341"/>
                      <a:pt x="191" y="341"/>
                    </a:cubicBezTo>
                    <a:cubicBezTo>
                      <a:pt x="188" y="341"/>
                      <a:pt x="184" y="341"/>
                      <a:pt x="181" y="340"/>
                    </a:cubicBezTo>
                    <a:cubicBezTo>
                      <a:pt x="177" y="338"/>
                      <a:pt x="174" y="337"/>
                      <a:pt x="171" y="334"/>
                    </a:cubicBezTo>
                    <a:cubicBezTo>
                      <a:pt x="168" y="332"/>
                      <a:pt x="166" y="329"/>
                      <a:pt x="164" y="326"/>
                    </a:cubicBezTo>
                    <a:cubicBezTo>
                      <a:pt x="162" y="322"/>
                      <a:pt x="161" y="318"/>
                      <a:pt x="161" y="314"/>
                    </a:cubicBezTo>
                    <a:cubicBezTo>
                      <a:pt x="161" y="271"/>
                      <a:pt x="161" y="271"/>
                      <a:pt x="161" y="271"/>
                    </a:cubicBezTo>
                    <a:cubicBezTo>
                      <a:pt x="30" y="271"/>
                      <a:pt x="30" y="271"/>
                      <a:pt x="30" y="271"/>
                    </a:cubicBezTo>
                    <a:cubicBezTo>
                      <a:pt x="21" y="271"/>
                      <a:pt x="14" y="268"/>
                      <a:pt x="8" y="263"/>
                    </a:cubicBezTo>
                    <a:cubicBezTo>
                      <a:pt x="3" y="258"/>
                      <a:pt x="0" y="252"/>
                      <a:pt x="0" y="244"/>
                    </a:cubicBezTo>
                    <a:cubicBezTo>
                      <a:pt x="0" y="242"/>
                      <a:pt x="1" y="239"/>
                      <a:pt x="2" y="236"/>
                    </a:cubicBezTo>
                    <a:cubicBezTo>
                      <a:pt x="2" y="233"/>
                      <a:pt x="4" y="230"/>
                      <a:pt x="6" y="227"/>
                    </a:cubicBezTo>
                    <a:lnTo>
                      <a:pt x="126" y="31"/>
                    </a:lnTo>
                    <a:close/>
                    <a:moveTo>
                      <a:pt x="54" y="227"/>
                    </a:moveTo>
                    <a:cubicBezTo>
                      <a:pt x="161" y="227"/>
                      <a:pt x="161" y="227"/>
                      <a:pt x="161" y="227"/>
                    </a:cubicBezTo>
                    <a:cubicBezTo>
                      <a:pt x="161" y="50"/>
                      <a:pt x="161" y="50"/>
                      <a:pt x="161" y="50"/>
                    </a:cubicBezTo>
                    <a:lnTo>
                      <a:pt x="54" y="22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 name="Freeform 40"/>
              <p:cNvSpPr>
                <a:spLocks noEditPoints="1"/>
              </p:cNvSpPr>
              <p:nvPr/>
            </p:nvSpPr>
            <p:spPr bwMode="auto">
              <a:xfrm>
                <a:off x="6565506" y="4259284"/>
                <a:ext cx="327070" cy="447946"/>
              </a:xfrm>
              <a:custGeom>
                <a:avLst/>
                <a:gdLst>
                  <a:gd name="T0" fmla="*/ 126 w 252"/>
                  <a:gd name="T1" fmla="*/ 0 h 347"/>
                  <a:gd name="T2" fmla="*/ 169 w 252"/>
                  <a:gd name="T3" fmla="*/ 7 h 347"/>
                  <a:gd name="T4" fmla="*/ 201 w 252"/>
                  <a:gd name="T5" fmla="*/ 25 h 347"/>
                  <a:gd name="T6" fmla="*/ 225 w 252"/>
                  <a:gd name="T7" fmla="*/ 53 h 347"/>
                  <a:gd name="T8" fmla="*/ 241 w 252"/>
                  <a:gd name="T9" fmla="*/ 88 h 347"/>
                  <a:gd name="T10" fmla="*/ 249 w 252"/>
                  <a:gd name="T11" fmla="*/ 129 h 347"/>
                  <a:gd name="T12" fmla="*/ 252 w 252"/>
                  <a:gd name="T13" fmla="*/ 173 h 347"/>
                  <a:gd name="T14" fmla="*/ 249 w 252"/>
                  <a:gd name="T15" fmla="*/ 218 h 347"/>
                  <a:gd name="T16" fmla="*/ 241 w 252"/>
                  <a:gd name="T17" fmla="*/ 259 h 347"/>
                  <a:gd name="T18" fmla="*/ 225 w 252"/>
                  <a:gd name="T19" fmla="*/ 294 h 347"/>
                  <a:gd name="T20" fmla="*/ 201 w 252"/>
                  <a:gd name="T21" fmla="*/ 322 h 347"/>
                  <a:gd name="T22" fmla="*/ 169 w 252"/>
                  <a:gd name="T23" fmla="*/ 340 h 347"/>
                  <a:gd name="T24" fmla="*/ 126 w 252"/>
                  <a:gd name="T25" fmla="*/ 347 h 347"/>
                  <a:gd name="T26" fmla="*/ 83 w 252"/>
                  <a:gd name="T27" fmla="*/ 340 h 347"/>
                  <a:gd name="T28" fmla="*/ 50 w 252"/>
                  <a:gd name="T29" fmla="*/ 322 h 347"/>
                  <a:gd name="T30" fmla="*/ 26 w 252"/>
                  <a:gd name="T31" fmla="*/ 294 h 347"/>
                  <a:gd name="T32" fmla="*/ 11 w 252"/>
                  <a:gd name="T33" fmla="*/ 259 h 347"/>
                  <a:gd name="T34" fmla="*/ 2 w 252"/>
                  <a:gd name="T35" fmla="*/ 218 h 347"/>
                  <a:gd name="T36" fmla="*/ 0 w 252"/>
                  <a:gd name="T37" fmla="*/ 173 h 347"/>
                  <a:gd name="T38" fmla="*/ 2 w 252"/>
                  <a:gd name="T39" fmla="*/ 129 h 347"/>
                  <a:gd name="T40" fmla="*/ 11 w 252"/>
                  <a:gd name="T41" fmla="*/ 88 h 347"/>
                  <a:gd name="T42" fmla="*/ 26 w 252"/>
                  <a:gd name="T43" fmla="*/ 53 h 347"/>
                  <a:gd name="T44" fmla="*/ 50 w 252"/>
                  <a:gd name="T45" fmla="*/ 25 h 347"/>
                  <a:gd name="T46" fmla="*/ 83 w 252"/>
                  <a:gd name="T47" fmla="*/ 7 h 347"/>
                  <a:gd name="T48" fmla="*/ 126 w 252"/>
                  <a:gd name="T49" fmla="*/ 0 h 347"/>
                  <a:gd name="T50" fmla="*/ 126 w 252"/>
                  <a:gd name="T51" fmla="*/ 45 h 347"/>
                  <a:gd name="T52" fmla="*/ 102 w 252"/>
                  <a:gd name="T53" fmla="*/ 50 h 347"/>
                  <a:gd name="T54" fmla="*/ 85 w 252"/>
                  <a:gd name="T55" fmla="*/ 65 h 347"/>
                  <a:gd name="T56" fmla="*/ 73 w 252"/>
                  <a:gd name="T57" fmla="*/ 87 h 347"/>
                  <a:gd name="T58" fmla="*/ 67 w 252"/>
                  <a:gd name="T59" fmla="*/ 113 h 347"/>
                  <a:gd name="T60" fmla="*/ 64 w 252"/>
                  <a:gd name="T61" fmla="*/ 143 h 347"/>
                  <a:gd name="T62" fmla="*/ 63 w 252"/>
                  <a:gd name="T63" fmla="*/ 173 h 347"/>
                  <a:gd name="T64" fmla="*/ 64 w 252"/>
                  <a:gd name="T65" fmla="*/ 204 h 347"/>
                  <a:gd name="T66" fmla="*/ 67 w 252"/>
                  <a:gd name="T67" fmla="*/ 234 h 347"/>
                  <a:gd name="T68" fmla="*/ 73 w 252"/>
                  <a:gd name="T69" fmla="*/ 260 h 347"/>
                  <a:gd name="T70" fmla="*/ 85 w 252"/>
                  <a:gd name="T71" fmla="*/ 282 h 347"/>
                  <a:gd name="T72" fmla="*/ 102 w 252"/>
                  <a:gd name="T73" fmla="*/ 296 h 347"/>
                  <a:gd name="T74" fmla="*/ 126 w 252"/>
                  <a:gd name="T75" fmla="*/ 301 h 347"/>
                  <a:gd name="T76" fmla="*/ 150 w 252"/>
                  <a:gd name="T77" fmla="*/ 296 h 347"/>
                  <a:gd name="T78" fmla="*/ 167 w 252"/>
                  <a:gd name="T79" fmla="*/ 282 h 347"/>
                  <a:gd name="T80" fmla="*/ 178 w 252"/>
                  <a:gd name="T81" fmla="*/ 260 h 347"/>
                  <a:gd name="T82" fmla="*/ 185 w 252"/>
                  <a:gd name="T83" fmla="*/ 234 h 347"/>
                  <a:gd name="T84" fmla="*/ 188 w 252"/>
                  <a:gd name="T85" fmla="*/ 204 h 347"/>
                  <a:gd name="T86" fmla="*/ 189 w 252"/>
                  <a:gd name="T87" fmla="*/ 173 h 347"/>
                  <a:gd name="T88" fmla="*/ 188 w 252"/>
                  <a:gd name="T89" fmla="*/ 143 h 347"/>
                  <a:gd name="T90" fmla="*/ 185 w 252"/>
                  <a:gd name="T91" fmla="*/ 113 h 347"/>
                  <a:gd name="T92" fmla="*/ 178 w 252"/>
                  <a:gd name="T93" fmla="*/ 87 h 347"/>
                  <a:gd name="T94" fmla="*/ 167 w 252"/>
                  <a:gd name="T95" fmla="*/ 65 h 347"/>
                  <a:gd name="T96" fmla="*/ 150 w 252"/>
                  <a:gd name="T97" fmla="*/ 50 h 347"/>
                  <a:gd name="T98" fmla="*/ 126 w 252"/>
                  <a:gd name="T99" fmla="*/ 45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2" h="347">
                    <a:moveTo>
                      <a:pt x="126" y="0"/>
                    </a:moveTo>
                    <a:cubicBezTo>
                      <a:pt x="142" y="0"/>
                      <a:pt x="156" y="2"/>
                      <a:pt x="169" y="7"/>
                    </a:cubicBezTo>
                    <a:cubicBezTo>
                      <a:pt x="181" y="11"/>
                      <a:pt x="192" y="17"/>
                      <a:pt x="201" y="25"/>
                    </a:cubicBezTo>
                    <a:cubicBezTo>
                      <a:pt x="211" y="33"/>
                      <a:pt x="219" y="42"/>
                      <a:pt x="225" y="53"/>
                    </a:cubicBezTo>
                    <a:cubicBezTo>
                      <a:pt x="231" y="63"/>
                      <a:pt x="237" y="75"/>
                      <a:pt x="241" y="88"/>
                    </a:cubicBezTo>
                    <a:cubicBezTo>
                      <a:pt x="245" y="101"/>
                      <a:pt x="247" y="115"/>
                      <a:pt x="249" y="129"/>
                    </a:cubicBezTo>
                    <a:cubicBezTo>
                      <a:pt x="251" y="143"/>
                      <a:pt x="252" y="158"/>
                      <a:pt x="252" y="173"/>
                    </a:cubicBezTo>
                    <a:cubicBezTo>
                      <a:pt x="252" y="189"/>
                      <a:pt x="251" y="203"/>
                      <a:pt x="249" y="218"/>
                    </a:cubicBezTo>
                    <a:cubicBezTo>
                      <a:pt x="247" y="232"/>
                      <a:pt x="245" y="246"/>
                      <a:pt x="241" y="259"/>
                    </a:cubicBezTo>
                    <a:cubicBezTo>
                      <a:pt x="237" y="272"/>
                      <a:pt x="231" y="283"/>
                      <a:pt x="225" y="294"/>
                    </a:cubicBezTo>
                    <a:cubicBezTo>
                      <a:pt x="219" y="305"/>
                      <a:pt x="211" y="314"/>
                      <a:pt x="201" y="322"/>
                    </a:cubicBezTo>
                    <a:cubicBezTo>
                      <a:pt x="192" y="330"/>
                      <a:pt x="181" y="336"/>
                      <a:pt x="169" y="340"/>
                    </a:cubicBezTo>
                    <a:cubicBezTo>
                      <a:pt x="156" y="345"/>
                      <a:pt x="142" y="347"/>
                      <a:pt x="126" y="347"/>
                    </a:cubicBezTo>
                    <a:cubicBezTo>
                      <a:pt x="110" y="347"/>
                      <a:pt x="95" y="345"/>
                      <a:pt x="83" y="340"/>
                    </a:cubicBezTo>
                    <a:cubicBezTo>
                      <a:pt x="70" y="336"/>
                      <a:pt x="59" y="330"/>
                      <a:pt x="50" y="322"/>
                    </a:cubicBezTo>
                    <a:cubicBezTo>
                      <a:pt x="41" y="314"/>
                      <a:pt x="33" y="305"/>
                      <a:pt x="26" y="294"/>
                    </a:cubicBezTo>
                    <a:cubicBezTo>
                      <a:pt x="20" y="283"/>
                      <a:pt x="15" y="272"/>
                      <a:pt x="11" y="259"/>
                    </a:cubicBezTo>
                    <a:cubicBezTo>
                      <a:pt x="7" y="246"/>
                      <a:pt x="4" y="232"/>
                      <a:pt x="2" y="218"/>
                    </a:cubicBezTo>
                    <a:cubicBezTo>
                      <a:pt x="0" y="203"/>
                      <a:pt x="0" y="189"/>
                      <a:pt x="0" y="173"/>
                    </a:cubicBezTo>
                    <a:cubicBezTo>
                      <a:pt x="0" y="158"/>
                      <a:pt x="0" y="143"/>
                      <a:pt x="2" y="129"/>
                    </a:cubicBezTo>
                    <a:cubicBezTo>
                      <a:pt x="4" y="115"/>
                      <a:pt x="7" y="101"/>
                      <a:pt x="11" y="88"/>
                    </a:cubicBezTo>
                    <a:cubicBezTo>
                      <a:pt x="15" y="75"/>
                      <a:pt x="20" y="63"/>
                      <a:pt x="26" y="53"/>
                    </a:cubicBezTo>
                    <a:cubicBezTo>
                      <a:pt x="33" y="42"/>
                      <a:pt x="41" y="33"/>
                      <a:pt x="50" y="25"/>
                    </a:cubicBezTo>
                    <a:cubicBezTo>
                      <a:pt x="59" y="17"/>
                      <a:pt x="70" y="11"/>
                      <a:pt x="83" y="7"/>
                    </a:cubicBezTo>
                    <a:cubicBezTo>
                      <a:pt x="95" y="2"/>
                      <a:pt x="110" y="0"/>
                      <a:pt x="126" y="0"/>
                    </a:cubicBezTo>
                    <a:close/>
                    <a:moveTo>
                      <a:pt x="126" y="45"/>
                    </a:moveTo>
                    <a:cubicBezTo>
                      <a:pt x="116" y="45"/>
                      <a:pt x="108" y="47"/>
                      <a:pt x="102" y="50"/>
                    </a:cubicBezTo>
                    <a:cubicBezTo>
                      <a:pt x="95" y="54"/>
                      <a:pt x="89" y="59"/>
                      <a:pt x="85" y="65"/>
                    </a:cubicBezTo>
                    <a:cubicBezTo>
                      <a:pt x="80" y="71"/>
                      <a:pt x="76" y="78"/>
                      <a:pt x="73" y="87"/>
                    </a:cubicBezTo>
                    <a:cubicBezTo>
                      <a:pt x="70" y="95"/>
                      <a:pt x="68" y="104"/>
                      <a:pt x="67" y="113"/>
                    </a:cubicBezTo>
                    <a:cubicBezTo>
                      <a:pt x="65" y="123"/>
                      <a:pt x="64" y="132"/>
                      <a:pt x="64" y="143"/>
                    </a:cubicBezTo>
                    <a:cubicBezTo>
                      <a:pt x="63" y="153"/>
                      <a:pt x="63" y="163"/>
                      <a:pt x="63" y="173"/>
                    </a:cubicBezTo>
                    <a:cubicBezTo>
                      <a:pt x="63" y="183"/>
                      <a:pt x="63" y="194"/>
                      <a:pt x="64" y="204"/>
                    </a:cubicBezTo>
                    <a:cubicBezTo>
                      <a:pt x="64" y="214"/>
                      <a:pt x="65" y="224"/>
                      <a:pt x="67" y="234"/>
                    </a:cubicBezTo>
                    <a:cubicBezTo>
                      <a:pt x="68" y="243"/>
                      <a:pt x="70" y="252"/>
                      <a:pt x="73" y="260"/>
                    </a:cubicBezTo>
                    <a:cubicBezTo>
                      <a:pt x="76" y="268"/>
                      <a:pt x="80" y="276"/>
                      <a:pt x="85" y="282"/>
                    </a:cubicBezTo>
                    <a:cubicBezTo>
                      <a:pt x="89" y="288"/>
                      <a:pt x="95" y="293"/>
                      <a:pt x="102" y="296"/>
                    </a:cubicBezTo>
                    <a:cubicBezTo>
                      <a:pt x="108" y="300"/>
                      <a:pt x="116" y="301"/>
                      <a:pt x="126" y="301"/>
                    </a:cubicBezTo>
                    <a:cubicBezTo>
                      <a:pt x="135" y="301"/>
                      <a:pt x="143" y="300"/>
                      <a:pt x="150" y="296"/>
                    </a:cubicBezTo>
                    <a:cubicBezTo>
                      <a:pt x="156" y="293"/>
                      <a:pt x="162" y="288"/>
                      <a:pt x="167" y="282"/>
                    </a:cubicBezTo>
                    <a:cubicBezTo>
                      <a:pt x="172" y="276"/>
                      <a:pt x="175" y="268"/>
                      <a:pt x="178" y="260"/>
                    </a:cubicBezTo>
                    <a:cubicBezTo>
                      <a:pt x="181" y="252"/>
                      <a:pt x="183" y="243"/>
                      <a:pt x="185" y="234"/>
                    </a:cubicBezTo>
                    <a:cubicBezTo>
                      <a:pt x="186" y="224"/>
                      <a:pt x="188" y="214"/>
                      <a:pt x="188" y="204"/>
                    </a:cubicBezTo>
                    <a:cubicBezTo>
                      <a:pt x="189" y="194"/>
                      <a:pt x="189" y="183"/>
                      <a:pt x="189" y="173"/>
                    </a:cubicBezTo>
                    <a:cubicBezTo>
                      <a:pt x="189" y="163"/>
                      <a:pt x="189" y="153"/>
                      <a:pt x="188" y="143"/>
                    </a:cubicBezTo>
                    <a:cubicBezTo>
                      <a:pt x="188" y="132"/>
                      <a:pt x="186" y="123"/>
                      <a:pt x="185" y="113"/>
                    </a:cubicBezTo>
                    <a:cubicBezTo>
                      <a:pt x="183" y="104"/>
                      <a:pt x="181" y="95"/>
                      <a:pt x="178" y="87"/>
                    </a:cubicBezTo>
                    <a:cubicBezTo>
                      <a:pt x="175" y="78"/>
                      <a:pt x="172" y="71"/>
                      <a:pt x="167" y="65"/>
                    </a:cubicBezTo>
                    <a:cubicBezTo>
                      <a:pt x="162" y="59"/>
                      <a:pt x="156" y="54"/>
                      <a:pt x="150" y="50"/>
                    </a:cubicBezTo>
                    <a:cubicBezTo>
                      <a:pt x="143" y="47"/>
                      <a:pt x="135" y="45"/>
                      <a:pt x="126" y="4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 name="Freeform 41"/>
              <p:cNvSpPr>
                <a:spLocks/>
              </p:cNvSpPr>
              <p:nvPr/>
            </p:nvSpPr>
            <p:spPr bwMode="auto">
              <a:xfrm>
                <a:off x="6963678" y="4266392"/>
                <a:ext cx="298629" cy="440833"/>
              </a:xfrm>
              <a:custGeom>
                <a:avLst/>
                <a:gdLst>
                  <a:gd name="T0" fmla="*/ 5 w 234"/>
                  <a:gd name="T1" fmla="*/ 28 h 347"/>
                  <a:gd name="T2" fmla="*/ 13 w 234"/>
                  <a:gd name="T3" fmla="*/ 7 h 347"/>
                  <a:gd name="T4" fmla="*/ 37 w 234"/>
                  <a:gd name="T5" fmla="*/ 0 h 347"/>
                  <a:gd name="T6" fmla="*/ 198 w 234"/>
                  <a:gd name="T7" fmla="*/ 0 h 347"/>
                  <a:gd name="T8" fmla="*/ 207 w 234"/>
                  <a:gd name="T9" fmla="*/ 2 h 347"/>
                  <a:gd name="T10" fmla="*/ 214 w 234"/>
                  <a:gd name="T11" fmla="*/ 7 h 347"/>
                  <a:gd name="T12" fmla="*/ 218 w 234"/>
                  <a:gd name="T13" fmla="*/ 14 h 347"/>
                  <a:gd name="T14" fmla="*/ 219 w 234"/>
                  <a:gd name="T15" fmla="*/ 22 h 347"/>
                  <a:gd name="T16" fmla="*/ 218 w 234"/>
                  <a:gd name="T17" fmla="*/ 31 h 347"/>
                  <a:gd name="T18" fmla="*/ 214 w 234"/>
                  <a:gd name="T19" fmla="*/ 38 h 347"/>
                  <a:gd name="T20" fmla="*/ 207 w 234"/>
                  <a:gd name="T21" fmla="*/ 43 h 347"/>
                  <a:gd name="T22" fmla="*/ 198 w 234"/>
                  <a:gd name="T23" fmla="*/ 45 h 347"/>
                  <a:gd name="T24" fmla="*/ 56 w 234"/>
                  <a:gd name="T25" fmla="*/ 45 h 347"/>
                  <a:gd name="T26" fmla="*/ 55 w 234"/>
                  <a:gd name="T27" fmla="*/ 153 h 347"/>
                  <a:gd name="T28" fmla="*/ 90 w 234"/>
                  <a:gd name="T29" fmla="*/ 129 h 347"/>
                  <a:gd name="T30" fmla="*/ 132 w 234"/>
                  <a:gd name="T31" fmla="*/ 121 h 347"/>
                  <a:gd name="T32" fmla="*/ 174 w 234"/>
                  <a:gd name="T33" fmla="*/ 129 h 347"/>
                  <a:gd name="T34" fmla="*/ 206 w 234"/>
                  <a:gd name="T35" fmla="*/ 153 h 347"/>
                  <a:gd name="T36" fmla="*/ 227 w 234"/>
                  <a:gd name="T37" fmla="*/ 189 h 347"/>
                  <a:gd name="T38" fmla="*/ 234 w 234"/>
                  <a:gd name="T39" fmla="*/ 234 h 347"/>
                  <a:gd name="T40" fmla="*/ 225 w 234"/>
                  <a:gd name="T41" fmla="*/ 281 h 347"/>
                  <a:gd name="T42" fmla="*/ 199 w 234"/>
                  <a:gd name="T43" fmla="*/ 316 h 347"/>
                  <a:gd name="T44" fmla="*/ 159 w 234"/>
                  <a:gd name="T45" fmla="*/ 339 h 347"/>
                  <a:gd name="T46" fmla="*/ 110 w 234"/>
                  <a:gd name="T47" fmla="*/ 347 h 347"/>
                  <a:gd name="T48" fmla="*/ 77 w 234"/>
                  <a:gd name="T49" fmla="*/ 344 h 347"/>
                  <a:gd name="T50" fmla="*/ 48 w 234"/>
                  <a:gd name="T51" fmla="*/ 335 h 347"/>
                  <a:gd name="T52" fmla="*/ 24 w 234"/>
                  <a:gd name="T53" fmla="*/ 319 h 347"/>
                  <a:gd name="T54" fmla="*/ 6 w 234"/>
                  <a:gd name="T55" fmla="*/ 297 h 347"/>
                  <a:gd name="T56" fmla="*/ 2 w 234"/>
                  <a:gd name="T57" fmla="*/ 289 h 347"/>
                  <a:gd name="T58" fmla="*/ 0 w 234"/>
                  <a:gd name="T59" fmla="*/ 281 h 347"/>
                  <a:gd name="T60" fmla="*/ 6 w 234"/>
                  <a:gd name="T61" fmla="*/ 267 h 347"/>
                  <a:gd name="T62" fmla="*/ 19 w 234"/>
                  <a:gd name="T63" fmla="*/ 261 h 347"/>
                  <a:gd name="T64" fmla="*/ 27 w 234"/>
                  <a:gd name="T65" fmla="*/ 263 h 347"/>
                  <a:gd name="T66" fmla="*/ 35 w 234"/>
                  <a:gd name="T67" fmla="*/ 268 h 347"/>
                  <a:gd name="T68" fmla="*/ 64 w 234"/>
                  <a:gd name="T69" fmla="*/ 294 h 347"/>
                  <a:gd name="T70" fmla="*/ 105 w 234"/>
                  <a:gd name="T71" fmla="*/ 303 h 347"/>
                  <a:gd name="T72" fmla="*/ 134 w 234"/>
                  <a:gd name="T73" fmla="*/ 298 h 347"/>
                  <a:gd name="T74" fmla="*/ 155 w 234"/>
                  <a:gd name="T75" fmla="*/ 283 h 347"/>
                  <a:gd name="T76" fmla="*/ 167 w 234"/>
                  <a:gd name="T77" fmla="*/ 260 h 347"/>
                  <a:gd name="T78" fmla="*/ 172 w 234"/>
                  <a:gd name="T79" fmla="*/ 231 h 347"/>
                  <a:gd name="T80" fmla="*/ 168 w 234"/>
                  <a:gd name="T81" fmla="*/ 203 h 347"/>
                  <a:gd name="T82" fmla="*/ 156 w 234"/>
                  <a:gd name="T83" fmla="*/ 181 h 347"/>
                  <a:gd name="T84" fmla="*/ 138 w 234"/>
                  <a:gd name="T85" fmla="*/ 167 h 347"/>
                  <a:gd name="T86" fmla="*/ 114 w 234"/>
                  <a:gd name="T87" fmla="*/ 162 h 347"/>
                  <a:gd name="T88" fmla="*/ 94 w 234"/>
                  <a:gd name="T89" fmla="*/ 164 h 347"/>
                  <a:gd name="T90" fmla="*/ 78 w 234"/>
                  <a:gd name="T91" fmla="*/ 171 h 347"/>
                  <a:gd name="T92" fmla="*/ 66 w 234"/>
                  <a:gd name="T93" fmla="*/ 181 h 347"/>
                  <a:gd name="T94" fmla="*/ 59 w 234"/>
                  <a:gd name="T95" fmla="*/ 191 h 347"/>
                  <a:gd name="T96" fmla="*/ 47 w 234"/>
                  <a:gd name="T97" fmla="*/ 203 h 347"/>
                  <a:gd name="T98" fmla="*/ 30 w 234"/>
                  <a:gd name="T99" fmla="*/ 208 h 347"/>
                  <a:gd name="T100" fmla="*/ 21 w 234"/>
                  <a:gd name="T101" fmla="*/ 207 h 347"/>
                  <a:gd name="T102" fmla="*/ 13 w 234"/>
                  <a:gd name="T103" fmla="*/ 202 h 347"/>
                  <a:gd name="T104" fmla="*/ 8 w 234"/>
                  <a:gd name="T105" fmla="*/ 194 h 347"/>
                  <a:gd name="T106" fmla="*/ 5 w 234"/>
                  <a:gd name="T107" fmla="*/ 182 h 347"/>
                  <a:gd name="T108" fmla="*/ 5 w 234"/>
                  <a:gd name="T109" fmla="*/ 28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4" h="347">
                    <a:moveTo>
                      <a:pt x="5" y="28"/>
                    </a:moveTo>
                    <a:cubicBezTo>
                      <a:pt x="5" y="18"/>
                      <a:pt x="8" y="11"/>
                      <a:pt x="13" y="7"/>
                    </a:cubicBezTo>
                    <a:cubicBezTo>
                      <a:pt x="18" y="2"/>
                      <a:pt x="26" y="0"/>
                      <a:pt x="37" y="0"/>
                    </a:cubicBezTo>
                    <a:cubicBezTo>
                      <a:pt x="198" y="0"/>
                      <a:pt x="198" y="0"/>
                      <a:pt x="198" y="0"/>
                    </a:cubicBezTo>
                    <a:cubicBezTo>
                      <a:pt x="202" y="0"/>
                      <a:pt x="205" y="1"/>
                      <a:pt x="207" y="2"/>
                    </a:cubicBezTo>
                    <a:cubicBezTo>
                      <a:pt x="210" y="3"/>
                      <a:pt x="212" y="5"/>
                      <a:pt x="214" y="7"/>
                    </a:cubicBezTo>
                    <a:cubicBezTo>
                      <a:pt x="216" y="9"/>
                      <a:pt x="217" y="12"/>
                      <a:pt x="218" y="14"/>
                    </a:cubicBezTo>
                    <a:cubicBezTo>
                      <a:pt x="219" y="17"/>
                      <a:pt x="219" y="19"/>
                      <a:pt x="219" y="22"/>
                    </a:cubicBezTo>
                    <a:cubicBezTo>
                      <a:pt x="219" y="25"/>
                      <a:pt x="219" y="28"/>
                      <a:pt x="218" y="31"/>
                    </a:cubicBezTo>
                    <a:cubicBezTo>
                      <a:pt x="217" y="33"/>
                      <a:pt x="216" y="36"/>
                      <a:pt x="214" y="38"/>
                    </a:cubicBezTo>
                    <a:cubicBezTo>
                      <a:pt x="212" y="40"/>
                      <a:pt x="210" y="41"/>
                      <a:pt x="207" y="43"/>
                    </a:cubicBezTo>
                    <a:cubicBezTo>
                      <a:pt x="205" y="44"/>
                      <a:pt x="202" y="45"/>
                      <a:pt x="198" y="45"/>
                    </a:cubicBezTo>
                    <a:cubicBezTo>
                      <a:pt x="56" y="45"/>
                      <a:pt x="56" y="45"/>
                      <a:pt x="56" y="45"/>
                    </a:cubicBezTo>
                    <a:cubicBezTo>
                      <a:pt x="55" y="153"/>
                      <a:pt x="55" y="153"/>
                      <a:pt x="55" y="153"/>
                    </a:cubicBezTo>
                    <a:cubicBezTo>
                      <a:pt x="65" y="142"/>
                      <a:pt x="77" y="134"/>
                      <a:pt x="90" y="129"/>
                    </a:cubicBezTo>
                    <a:cubicBezTo>
                      <a:pt x="103" y="124"/>
                      <a:pt x="117" y="121"/>
                      <a:pt x="132" y="121"/>
                    </a:cubicBezTo>
                    <a:cubicBezTo>
                      <a:pt x="147" y="121"/>
                      <a:pt x="161" y="124"/>
                      <a:pt x="174" y="129"/>
                    </a:cubicBezTo>
                    <a:cubicBezTo>
                      <a:pt x="186" y="135"/>
                      <a:pt x="197" y="143"/>
                      <a:pt x="206" y="153"/>
                    </a:cubicBezTo>
                    <a:cubicBezTo>
                      <a:pt x="215" y="163"/>
                      <a:pt x="222" y="175"/>
                      <a:pt x="227" y="189"/>
                    </a:cubicBezTo>
                    <a:cubicBezTo>
                      <a:pt x="232" y="202"/>
                      <a:pt x="234" y="217"/>
                      <a:pt x="234" y="234"/>
                    </a:cubicBezTo>
                    <a:cubicBezTo>
                      <a:pt x="234" y="251"/>
                      <a:pt x="231" y="267"/>
                      <a:pt x="225" y="281"/>
                    </a:cubicBezTo>
                    <a:cubicBezTo>
                      <a:pt x="219" y="295"/>
                      <a:pt x="210" y="307"/>
                      <a:pt x="199" y="316"/>
                    </a:cubicBezTo>
                    <a:cubicBezTo>
                      <a:pt x="188" y="326"/>
                      <a:pt x="175" y="334"/>
                      <a:pt x="159" y="339"/>
                    </a:cubicBezTo>
                    <a:cubicBezTo>
                      <a:pt x="144" y="345"/>
                      <a:pt x="128" y="347"/>
                      <a:pt x="110" y="347"/>
                    </a:cubicBezTo>
                    <a:cubicBezTo>
                      <a:pt x="99" y="347"/>
                      <a:pt x="88" y="346"/>
                      <a:pt x="77" y="344"/>
                    </a:cubicBezTo>
                    <a:cubicBezTo>
                      <a:pt x="67" y="342"/>
                      <a:pt x="57" y="339"/>
                      <a:pt x="48" y="335"/>
                    </a:cubicBezTo>
                    <a:cubicBezTo>
                      <a:pt x="39" y="331"/>
                      <a:pt x="31" y="326"/>
                      <a:pt x="24" y="319"/>
                    </a:cubicBezTo>
                    <a:cubicBezTo>
                      <a:pt x="17" y="313"/>
                      <a:pt x="11" y="306"/>
                      <a:pt x="6" y="297"/>
                    </a:cubicBezTo>
                    <a:cubicBezTo>
                      <a:pt x="4" y="294"/>
                      <a:pt x="3" y="292"/>
                      <a:pt x="2" y="289"/>
                    </a:cubicBezTo>
                    <a:cubicBezTo>
                      <a:pt x="1" y="287"/>
                      <a:pt x="0" y="284"/>
                      <a:pt x="0" y="281"/>
                    </a:cubicBezTo>
                    <a:cubicBezTo>
                      <a:pt x="0" y="276"/>
                      <a:pt x="2" y="271"/>
                      <a:pt x="6" y="267"/>
                    </a:cubicBezTo>
                    <a:cubicBezTo>
                      <a:pt x="10" y="263"/>
                      <a:pt x="14" y="261"/>
                      <a:pt x="19" y="261"/>
                    </a:cubicBezTo>
                    <a:cubicBezTo>
                      <a:pt x="22" y="261"/>
                      <a:pt x="25" y="262"/>
                      <a:pt x="27" y="263"/>
                    </a:cubicBezTo>
                    <a:cubicBezTo>
                      <a:pt x="30" y="264"/>
                      <a:pt x="32" y="266"/>
                      <a:pt x="35" y="268"/>
                    </a:cubicBezTo>
                    <a:cubicBezTo>
                      <a:pt x="42" y="280"/>
                      <a:pt x="51" y="289"/>
                      <a:pt x="64" y="294"/>
                    </a:cubicBezTo>
                    <a:cubicBezTo>
                      <a:pt x="76" y="300"/>
                      <a:pt x="90" y="303"/>
                      <a:pt x="105" y="303"/>
                    </a:cubicBezTo>
                    <a:cubicBezTo>
                      <a:pt x="116" y="303"/>
                      <a:pt x="126" y="301"/>
                      <a:pt x="134" y="298"/>
                    </a:cubicBezTo>
                    <a:cubicBezTo>
                      <a:pt x="142" y="294"/>
                      <a:pt x="149" y="289"/>
                      <a:pt x="155" y="283"/>
                    </a:cubicBezTo>
                    <a:cubicBezTo>
                      <a:pt x="160" y="277"/>
                      <a:pt x="164" y="269"/>
                      <a:pt x="167" y="260"/>
                    </a:cubicBezTo>
                    <a:cubicBezTo>
                      <a:pt x="170" y="251"/>
                      <a:pt x="172" y="242"/>
                      <a:pt x="172" y="231"/>
                    </a:cubicBezTo>
                    <a:cubicBezTo>
                      <a:pt x="172" y="221"/>
                      <a:pt x="170" y="212"/>
                      <a:pt x="168" y="203"/>
                    </a:cubicBezTo>
                    <a:cubicBezTo>
                      <a:pt x="165" y="195"/>
                      <a:pt x="161" y="187"/>
                      <a:pt x="156" y="181"/>
                    </a:cubicBezTo>
                    <a:cubicBezTo>
                      <a:pt x="151" y="175"/>
                      <a:pt x="145" y="170"/>
                      <a:pt x="138" y="167"/>
                    </a:cubicBezTo>
                    <a:cubicBezTo>
                      <a:pt x="131" y="163"/>
                      <a:pt x="123" y="162"/>
                      <a:pt x="114" y="162"/>
                    </a:cubicBezTo>
                    <a:cubicBezTo>
                      <a:pt x="106" y="162"/>
                      <a:pt x="100" y="163"/>
                      <a:pt x="94" y="164"/>
                    </a:cubicBezTo>
                    <a:cubicBezTo>
                      <a:pt x="88" y="166"/>
                      <a:pt x="83" y="168"/>
                      <a:pt x="78" y="171"/>
                    </a:cubicBezTo>
                    <a:cubicBezTo>
                      <a:pt x="73" y="174"/>
                      <a:pt x="69" y="177"/>
                      <a:pt x="66" y="181"/>
                    </a:cubicBezTo>
                    <a:cubicBezTo>
                      <a:pt x="63" y="184"/>
                      <a:pt x="61" y="187"/>
                      <a:pt x="59" y="191"/>
                    </a:cubicBezTo>
                    <a:cubicBezTo>
                      <a:pt x="56" y="196"/>
                      <a:pt x="52" y="200"/>
                      <a:pt x="47" y="203"/>
                    </a:cubicBezTo>
                    <a:cubicBezTo>
                      <a:pt x="42" y="207"/>
                      <a:pt x="36" y="208"/>
                      <a:pt x="30" y="208"/>
                    </a:cubicBezTo>
                    <a:cubicBezTo>
                      <a:pt x="27" y="208"/>
                      <a:pt x="24" y="208"/>
                      <a:pt x="21" y="207"/>
                    </a:cubicBezTo>
                    <a:cubicBezTo>
                      <a:pt x="18" y="206"/>
                      <a:pt x="15" y="204"/>
                      <a:pt x="13" y="202"/>
                    </a:cubicBezTo>
                    <a:cubicBezTo>
                      <a:pt x="11" y="200"/>
                      <a:pt x="9" y="197"/>
                      <a:pt x="8" y="194"/>
                    </a:cubicBezTo>
                    <a:cubicBezTo>
                      <a:pt x="6" y="190"/>
                      <a:pt x="5" y="187"/>
                      <a:pt x="5" y="182"/>
                    </a:cubicBezTo>
                    <a:lnTo>
                      <a:pt x="5"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sp>
        <p:nvSpPr>
          <p:cNvPr id="106" name="文本框 105"/>
          <p:cNvSpPr txBox="1"/>
          <p:nvPr/>
        </p:nvSpPr>
        <p:spPr>
          <a:xfrm>
            <a:off x="940215" y="4689154"/>
            <a:ext cx="4096734" cy="1754326"/>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网络</a:t>
            </a:r>
            <a:r>
              <a:rPr lang="en-US" altLang="zh-CN" dirty="0">
                <a:solidFill>
                  <a:prstClr val="black">
                    <a:lumMod val="65000"/>
                    <a:lumOff val="35000"/>
                  </a:prstClr>
                </a:solidFill>
                <a:latin typeface="微软雅黑" panose="020B0503020204020204" pitchFamily="34" charset="-122"/>
              </a:rPr>
              <a:t>EPS</a:t>
            </a:r>
            <a:r>
              <a:rPr lang="zh-CN" altLang="en-US" dirty="0">
                <a:solidFill>
                  <a:prstClr val="black">
                    <a:lumMod val="65000"/>
                    <a:lumOff val="35000"/>
                  </a:prstClr>
                </a:solidFill>
                <a:latin typeface="微软雅黑" panose="020B0503020204020204" pitchFamily="34" charset="-122"/>
              </a:rPr>
              <a:t>素材改编；</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文字、颜色可随意更改；</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矢量图标可替换；</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可根据具体情况调整文字位置；</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亦可作为并列关系使用。</a:t>
            </a:r>
            <a:endParaRPr lang="en-US" altLang="zh-CN" dirty="0">
              <a:solidFill>
                <a:prstClr val="black">
                  <a:lumMod val="65000"/>
                  <a:lumOff val="35000"/>
                </a:prstClr>
              </a:solidFill>
              <a:latin typeface="微软雅黑" panose="020B0503020204020204" pitchFamily="34" charset="-122"/>
            </a:endParaRPr>
          </a:p>
        </p:txBody>
      </p:sp>
      <p:sp>
        <p:nvSpPr>
          <p:cNvPr id="107" name="文本框 106"/>
          <p:cNvSpPr txBox="1"/>
          <p:nvPr/>
        </p:nvSpPr>
        <p:spPr>
          <a:xfrm>
            <a:off x="4658879" y="1522813"/>
            <a:ext cx="1519968" cy="461665"/>
          </a:xfrm>
          <a:prstGeom prst="rect">
            <a:avLst/>
          </a:prstGeom>
          <a:noFill/>
        </p:spPr>
        <p:txBody>
          <a:bodyPr wrap="none" rtlCol="0">
            <a:spAutoFit/>
          </a:bodyPr>
          <a:lstStyle/>
          <a:p>
            <a:r>
              <a:rPr lang="en-US" altLang="zh-CN" sz="24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rPr>
              <a:t>Title Here</a:t>
            </a:r>
            <a:endParaRPr lang="zh-CN" altLang="en-US" sz="24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08" name="Freeform 3824"/>
          <p:cNvSpPr>
            <a:spLocks/>
          </p:cNvSpPr>
          <p:nvPr/>
        </p:nvSpPr>
        <p:spPr bwMode="auto">
          <a:xfrm>
            <a:off x="4110542" y="4093630"/>
            <a:ext cx="2045120" cy="731025"/>
          </a:xfrm>
          <a:custGeom>
            <a:avLst/>
            <a:gdLst>
              <a:gd name="T0" fmla="*/ 1460 w 2099"/>
              <a:gd name="T1" fmla="*/ 0 h 807"/>
              <a:gd name="T2" fmla="*/ 0 w 2099"/>
              <a:gd name="T3" fmla="*/ 0 h 807"/>
              <a:gd name="T4" fmla="*/ 0 w 2099"/>
              <a:gd name="T5" fmla="*/ 10 h 807"/>
              <a:gd name="T6" fmla="*/ 1455 w 2099"/>
              <a:gd name="T7" fmla="*/ 10 h 807"/>
              <a:gd name="T8" fmla="*/ 2091 w 2099"/>
              <a:gd name="T9" fmla="*/ 807 h 807"/>
              <a:gd name="T10" fmla="*/ 2099 w 2099"/>
              <a:gd name="T11" fmla="*/ 802 h 807"/>
              <a:gd name="T12" fmla="*/ 1460 w 2099"/>
              <a:gd name="T13" fmla="*/ 0 h 807"/>
            </a:gdLst>
            <a:ahLst/>
            <a:cxnLst>
              <a:cxn ang="0">
                <a:pos x="T0" y="T1"/>
              </a:cxn>
              <a:cxn ang="0">
                <a:pos x="T2" y="T3"/>
              </a:cxn>
              <a:cxn ang="0">
                <a:pos x="T4" y="T5"/>
              </a:cxn>
              <a:cxn ang="0">
                <a:pos x="T6" y="T7"/>
              </a:cxn>
              <a:cxn ang="0">
                <a:pos x="T8" y="T9"/>
              </a:cxn>
              <a:cxn ang="0">
                <a:pos x="T10" y="T11"/>
              </a:cxn>
              <a:cxn ang="0">
                <a:pos x="T12" y="T13"/>
              </a:cxn>
            </a:cxnLst>
            <a:rect l="0" t="0" r="r" b="b"/>
            <a:pathLst>
              <a:path w="2099" h="807">
                <a:moveTo>
                  <a:pt x="1460" y="0"/>
                </a:moveTo>
                <a:lnTo>
                  <a:pt x="0" y="0"/>
                </a:lnTo>
                <a:lnTo>
                  <a:pt x="0" y="10"/>
                </a:lnTo>
                <a:lnTo>
                  <a:pt x="1455" y="10"/>
                </a:lnTo>
                <a:lnTo>
                  <a:pt x="2091" y="807"/>
                </a:lnTo>
                <a:lnTo>
                  <a:pt x="2099" y="802"/>
                </a:lnTo>
                <a:lnTo>
                  <a:pt x="1460" y="0"/>
                </a:lnTo>
                <a:close/>
              </a:path>
            </a:pathLst>
          </a:custGeom>
          <a:solidFill>
            <a:srgbClr val="F47C0D"/>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 name="Freeform 3824"/>
          <p:cNvSpPr>
            <a:spLocks/>
          </p:cNvSpPr>
          <p:nvPr/>
        </p:nvSpPr>
        <p:spPr bwMode="auto">
          <a:xfrm>
            <a:off x="4766872" y="1988234"/>
            <a:ext cx="1980708" cy="731025"/>
          </a:xfrm>
          <a:custGeom>
            <a:avLst/>
            <a:gdLst>
              <a:gd name="T0" fmla="*/ 1460 w 2099"/>
              <a:gd name="T1" fmla="*/ 0 h 807"/>
              <a:gd name="T2" fmla="*/ 0 w 2099"/>
              <a:gd name="T3" fmla="*/ 0 h 807"/>
              <a:gd name="T4" fmla="*/ 0 w 2099"/>
              <a:gd name="T5" fmla="*/ 10 h 807"/>
              <a:gd name="T6" fmla="*/ 1455 w 2099"/>
              <a:gd name="T7" fmla="*/ 10 h 807"/>
              <a:gd name="T8" fmla="*/ 2091 w 2099"/>
              <a:gd name="T9" fmla="*/ 807 h 807"/>
              <a:gd name="T10" fmla="*/ 2099 w 2099"/>
              <a:gd name="T11" fmla="*/ 802 h 807"/>
              <a:gd name="T12" fmla="*/ 1460 w 2099"/>
              <a:gd name="T13" fmla="*/ 0 h 807"/>
            </a:gdLst>
            <a:ahLst/>
            <a:cxnLst>
              <a:cxn ang="0">
                <a:pos x="T0" y="T1"/>
              </a:cxn>
              <a:cxn ang="0">
                <a:pos x="T2" y="T3"/>
              </a:cxn>
              <a:cxn ang="0">
                <a:pos x="T4" y="T5"/>
              </a:cxn>
              <a:cxn ang="0">
                <a:pos x="T6" y="T7"/>
              </a:cxn>
              <a:cxn ang="0">
                <a:pos x="T8" y="T9"/>
              </a:cxn>
              <a:cxn ang="0">
                <a:pos x="T10" y="T11"/>
              </a:cxn>
              <a:cxn ang="0">
                <a:pos x="T12" y="T13"/>
              </a:cxn>
            </a:cxnLst>
            <a:rect l="0" t="0" r="r" b="b"/>
            <a:pathLst>
              <a:path w="2099" h="807">
                <a:moveTo>
                  <a:pt x="1460" y="0"/>
                </a:moveTo>
                <a:lnTo>
                  <a:pt x="0" y="0"/>
                </a:lnTo>
                <a:lnTo>
                  <a:pt x="0" y="10"/>
                </a:lnTo>
                <a:lnTo>
                  <a:pt x="1455" y="10"/>
                </a:lnTo>
                <a:lnTo>
                  <a:pt x="2091" y="807"/>
                </a:lnTo>
                <a:lnTo>
                  <a:pt x="2099" y="802"/>
                </a:lnTo>
                <a:lnTo>
                  <a:pt x="1460" y="0"/>
                </a:lnTo>
                <a:close/>
              </a:path>
            </a:pathLst>
          </a:custGeom>
          <a:solidFill>
            <a:srgbClr val="B9B82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0" name="文本框 109"/>
          <p:cNvSpPr txBox="1"/>
          <p:nvPr/>
        </p:nvSpPr>
        <p:spPr>
          <a:xfrm>
            <a:off x="4074258" y="3565036"/>
            <a:ext cx="1519968" cy="461665"/>
          </a:xfrm>
          <a:prstGeom prst="rect">
            <a:avLst/>
          </a:prstGeom>
          <a:noFill/>
        </p:spPr>
        <p:txBody>
          <a:bodyPr wrap="none" rtlCol="0">
            <a:spAutoFit/>
          </a:bodyPr>
          <a:lstStyle/>
          <a:p>
            <a:r>
              <a:rPr lang="en-US" altLang="zh-CN" sz="24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rPr>
              <a:t>Title Here</a:t>
            </a:r>
            <a:endParaRPr lang="zh-CN" altLang="en-US" sz="24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11" name="Freeform 3824"/>
          <p:cNvSpPr>
            <a:spLocks/>
          </p:cNvSpPr>
          <p:nvPr/>
        </p:nvSpPr>
        <p:spPr bwMode="auto">
          <a:xfrm flipH="1" flipV="1">
            <a:off x="8958486" y="5830640"/>
            <a:ext cx="2290707" cy="731025"/>
          </a:xfrm>
          <a:custGeom>
            <a:avLst/>
            <a:gdLst>
              <a:gd name="T0" fmla="*/ 1460 w 2099"/>
              <a:gd name="T1" fmla="*/ 0 h 807"/>
              <a:gd name="T2" fmla="*/ 0 w 2099"/>
              <a:gd name="T3" fmla="*/ 0 h 807"/>
              <a:gd name="T4" fmla="*/ 0 w 2099"/>
              <a:gd name="T5" fmla="*/ 10 h 807"/>
              <a:gd name="T6" fmla="*/ 1455 w 2099"/>
              <a:gd name="T7" fmla="*/ 10 h 807"/>
              <a:gd name="T8" fmla="*/ 2091 w 2099"/>
              <a:gd name="T9" fmla="*/ 807 h 807"/>
              <a:gd name="T10" fmla="*/ 2099 w 2099"/>
              <a:gd name="T11" fmla="*/ 802 h 807"/>
              <a:gd name="T12" fmla="*/ 1460 w 2099"/>
              <a:gd name="T13" fmla="*/ 0 h 807"/>
            </a:gdLst>
            <a:ahLst/>
            <a:cxnLst>
              <a:cxn ang="0">
                <a:pos x="T0" y="T1"/>
              </a:cxn>
              <a:cxn ang="0">
                <a:pos x="T2" y="T3"/>
              </a:cxn>
              <a:cxn ang="0">
                <a:pos x="T4" y="T5"/>
              </a:cxn>
              <a:cxn ang="0">
                <a:pos x="T6" y="T7"/>
              </a:cxn>
              <a:cxn ang="0">
                <a:pos x="T8" y="T9"/>
              </a:cxn>
              <a:cxn ang="0">
                <a:pos x="T10" y="T11"/>
              </a:cxn>
              <a:cxn ang="0">
                <a:pos x="T12" y="T13"/>
              </a:cxn>
            </a:cxnLst>
            <a:rect l="0" t="0" r="r" b="b"/>
            <a:pathLst>
              <a:path w="2099" h="807">
                <a:moveTo>
                  <a:pt x="1460" y="0"/>
                </a:moveTo>
                <a:lnTo>
                  <a:pt x="0" y="0"/>
                </a:lnTo>
                <a:lnTo>
                  <a:pt x="0" y="10"/>
                </a:lnTo>
                <a:lnTo>
                  <a:pt x="1455" y="10"/>
                </a:lnTo>
                <a:lnTo>
                  <a:pt x="2091" y="807"/>
                </a:lnTo>
                <a:lnTo>
                  <a:pt x="2099" y="802"/>
                </a:lnTo>
                <a:lnTo>
                  <a:pt x="1460" y="0"/>
                </a:lnTo>
                <a:close/>
              </a:path>
            </a:pathLst>
          </a:custGeom>
          <a:solidFill>
            <a:srgbClr val="CC4209"/>
          </a:solidFill>
          <a:ln>
            <a:noFill/>
          </a:ln>
        </p:spPr>
        <p:txBody>
          <a:bodyPr vert="horz" wrap="square" lIns="91440" tIns="45720" rIns="91440" bIns="45720" numCol="1" anchor="t" anchorCtr="0" compatLnSpc="1">
            <a:prstTxWarp prst="textNoShape">
              <a:avLst/>
            </a:prstTxWarp>
          </a:bodyPr>
          <a:lstStyle/>
          <a:p>
            <a:endParaRPr lang="zh-CN" altLang="en-US">
              <a:solidFill>
                <a:srgbClr val="CC4209"/>
              </a:solidFill>
            </a:endParaRPr>
          </a:p>
        </p:txBody>
      </p:sp>
      <p:sp>
        <p:nvSpPr>
          <p:cNvPr id="112" name="文本框 111"/>
          <p:cNvSpPr txBox="1"/>
          <p:nvPr/>
        </p:nvSpPr>
        <p:spPr>
          <a:xfrm>
            <a:off x="9692454" y="6051058"/>
            <a:ext cx="1519968" cy="461665"/>
          </a:xfrm>
          <a:prstGeom prst="rect">
            <a:avLst/>
          </a:prstGeom>
          <a:noFill/>
        </p:spPr>
        <p:txBody>
          <a:bodyPr wrap="none" rtlCol="0">
            <a:spAutoFit/>
          </a:bodyPr>
          <a:lstStyle/>
          <a:p>
            <a:r>
              <a:rPr lang="en-US" altLang="zh-CN" sz="24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rPr>
              <a:t>Title Here</a:t>
            </a:r>
            <a:endParaRPr lang="zh-CN" altLang="en-US" sz="24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13" name="Freeform 3824"/>
          <p:cNvSpPr>
            <a:spLocks/>
          </p:cNvSpPr>
          <p:nvPr/>
        </p:nvSpPr>
        <p:spPr bwMode="auto">
          <a:xfrm flipH="1" flipV="1">
            <a:off x="9805211" y="4707225"/>
            <a:ext cx="2290707" cy="731025"/>
          </a:xfrm>
          <a:custGeom>
            <a:avLst/>
            <a:gdLst>
              <a:gd name="T0" fmla="*/ 1460 w 2099"/>
              <a:gd name="T1" fmla="*/ 0 h 807"/>
              <a:gd name="T2" fmla="*/ 0 w 2099"/>
              <a:gd name="T3" fmla="*/ 0 h 807"/>
              <a:gd name="T4" fmla="*/ 0 w 2099"/>
              <a:gd name="T5" fmla="*/ 10 h 807"/>
              <a:gd name="T6" fmla="*/ 1455 w 2099"/>
              <a:gd name="T7" fmla="*/ 10 h 807"/>
              <a:gd name="T8" fmla="*/ 2091 w 2099"/>
              <a:gd name="T9" fmla="*/ 807 h 807"/>
              <a:gd name="T10" fmla="*/ 2099 w 2099"/>
              <a:gd name="T11" fmla="*/ 802 h 807"/>
              <a:gd name="T12" fmla="*/ 1460 w 2099"/>
              <a:gd name="T13" fmla="*/ 0 h 807"/>
            </a:gdLst>
            <a:ahLst/>
            <a:cxnLst>
              <a:cxn ang="0">
                <a:pos x="T0" y="T1"/>
              </a:cxn>
              <a:cxn ang="0">
                <a:pos x="T2" y="T3"/>
              </a:cxn>
              <a:cxn ang="0">
                <a:pos x="T4" y="T5"/>
              </a:cxn>
              <a:cxn ang="0">
                <a:pos x="T6" y="T7"/>
              </a:cxn>
              <a:cxn ang="0">
                <a:pos x="T8" y="T9"/>
              </a:cxn>
              <a:cxn ang="0">
                <a:pos x="T10" y="T11"/>
              </a:cxn>
              <a:cxn ang="0">
                <a:pos x="T12" y="T13"/>
              </a:cxn>
            </a:cxnLst>
            <a:rect l="0" t="0" r="r" b="b"/>
            <a:pathLst>
              <a:path w="2099" h="807">
                <a:moveTo>
                  <a:pt x="1460" y="0"/>
                </a:moveTo>
                <a:lnTo>
                  <a:pt x="0" y="0"/>
                </a:lnTo>
                <a:lnTo>
                  <a:pt x="0" y="10"/>
                </a:lnTo>
                <a:lnTo>
                  <a:pt x="1455" y="10"/>
                </a:lnTo>
                <a:lnTo>
                  <a:pt x="2091" y="807"/>
                </a:lnTo>
                <a:lnTo>
                  <a:pt x="2099" y="802"/>
                </a:lnTo>
                <a:lnTo>
                  <a:pt x="1460" y="0"/>
                </a:lnTo>
                <a:close/>
              </a:path>
            </a:pathLst>
          </a:custGeom>
          <a:solidFill>
            <a:srgbClr val="A11B5A"/>
          </a:solidFill>
          <a:ln>
            <a:noFill/>
          </a:ln>
        </p:spPr>
        <p:txBody>
          <a:bodyPr vert="horz" wrap="square" lIns="91440" tIns="45720" rIns="91440" bIns="45720" numCol="1" anchor="t" anchorCtr="0" compatLnSpc="1">
            <a:prstTxWarp prst="textNoShape">
              <a:avLst/>
            </a:prstTxWarp>
          </a:bodyPr>
          <a:lstStyle/>
          <a:p>
            <a:endParaRPr lang="zh-CN" altLang="en-US">
              <a:solidFill>
                <a:srgbClr val="CC4209"/>
              </a:solidFill>
            </a:endParaRPr>
          </a:p>
        </p:txBody>
      </p:sp>
      <p:sp>
        <p:nvSpPr>
          <p:cNvPr id="114" name="文本框 113"/>
          <p:cNvSpPr txBox="1"/>
          <p:nvPr/>
        </p:nvSpPr>
        <p:spPr>
          <a:xfrm>
            <a:off x="10539179" y="4927643"/>
            <a:ext cx="1519968" cy="461665"/>
          </a:xfrm>
          <a:prstGeom prst="rect">
            <a:avLst/>
          </a:prstGeom>
          <a:noFill/>
        </p:spPr>
        <p:txBody>
          <a:bodyPr wrap="none" rtlCol="0">
            <a:spAutoFit/>
          </a:bodyPr>
          <a:lstStyle/>
          <a:p>
            <a:r>
              <a:rPr lang="en-US" altLang="zh-CN" sz="24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rPr>
              <a:t>Title Here</a:t>
            </a:r>
            <a:endParaRPr lang="zh-CN" altLang="en-US" sz="24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15" name="Freeform 3824"/>
          <p:cNvSpPr>
            <a:spLocks/>
          </p:cNvSpPr>
          <p:nvPr/>
        </p:nvSpPr>
        <p:spPr bwMode="auto">
          <a:xfrm flipH="1">
            <a:off x="9743138" y="2030892"/>
            <a:ext cx="2045120" cy="731025"/>
          </a:xfrm>
          <a:custGeom>
            <a:avLst/>
            <a:gdLst>
              <a:gd name="T0" fmla="*/ 1460 w 2099"/>
              <a:gd name="T1" fmla="*/ 0 h 807"/>
              <a:gd name="T2" fmla="*/ 0 w 2099"/>
              <a:gd name="T3" fmla="*/ 0 h 807"/>
              <a:gd name="T4" fmla="*/ 0 w 2099"/>
              <a:gd name="T5" fmla="*/ 10 h 807"/>
              <a:gd name="T6" fmla="*/ 1455 w 2099"/>
              <a:gd name="T7" fmla="*/ 10 h 807"/>
              <a:gd name="T8" fmla="*/ 2091 w 2099"/>
              <a:gd name="T9" fmla="*/ 807 h 807"/>
              <a:gd name="T10" fmla="*/ 2099 w 2099"/>
              <a:gd name="T11" fmla="*/ 802 h 807"/>
              <a:gd name="T12" fmla="*/ 1460 w 2099"/>
              <a:gd name="T13" fmla="*/ 0 h 807"/>
            </a:gdLst>
            <a:ahLst/>
            <a:cxnLst>
              <a:cxn ang="0">
                <a:pos x="T0" y="T1"/>
              </a:cxn>
              <a:cxn ang="0">
                <a:pos x="T2" y="T3"/>
              </a:cxn>
              <a:cxn ang="0">
                <a:pos x="T4" y="T5"/>
              </a:cxn>
              <a:cxn ang="0">
                <a:pos x="T6" y="T7"/>
              </a:cxn>
              <a:cxn ang="0">
                <a:pos x="T8" y="T9"/>
              </a:cxn>
              <a:cxn ang="0">
                <a:pos x="T10" y="T11"/>
              </a:cxn>
              <a:cxn ang="0">
                <a:pos x="T12" y="T13"/>
              </a:cxn>
            </a:cxnLst>
            <a:rect l="0" t="0" r="r" b="b"/>
            <a:pathLst>
              <a:path w="2099" h="807">
                <a:moveTo>
                  <a:pt x="1460" y="0"/>
                </a:moveTo>
                <a:lnTo>
                  <a:pt x="0" y="0"/>
                </a:lnTo>
                <a:lnTo>
                  <a:pt x="0" y="10"/>
                </a:lnTo>
                <a:lnTo>
                  <a:pt x="1455" y="10"/>
                </a:lnTo>
                <a:lnTo>
                  <a:pt x="2091" y="807"/>
                </a:lnTo>
                <a:lnTo>
                  <a:pt x="2099" y="802"/>
                </a:lnTo>
                <a:lnTo>
                  <a:pt x="1460" y="0"/>
                </a:lnTo>
                <a:close/>
              </a:path>
            </a:pathLst>
          </a:custGeom>
          <a:solidFill>
            <a:srgbClr val="58B7B2"/>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6" name="文本框 115"/>
          <p:cNvSpPr txBox="1"/>
          <p:nvPr/>
        </p:nvSpPr>
        <p:spPr>
          <a:xfrm>
            <a:off x="10367528" y="1522813"/>
            <a:ext cx="1519968" cy="461665"/>
          </a:xfrm>
          <a:prstGeom prst="rect">
            <a:avLst/>
          </a:prstGeom>
          <a:noFill/>
        </p:spPr>
        <p:txBody>
          <a:bodyPr wrap="none" rtlCol="0">
            <a:spAutoFit/>
          </a:bodyPr>
          <a:lstStyle/>
          <a:p>
            <a:r>
              <a:rPr lang="en-US" altLang="zh-CN" sz="24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rPr>
              <a:t>Title Here</a:t>
            </a:r>
            <a:endParaRPr lang="zh-CN" altLang="en-US" sz="24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17" name="Freeform 29"/>
          <p:cNvSpPr>
            <a:spLocks noEditPoints="1"/>
          </p:cNvSpPr>
          <p:nvPr/>
        </p:nvSpPr>
        <p:spPr bwMode="auto">
          <a:xfrm>
            <a:off x="7430693" y="3083378"/>
            <a:ext cx="1442646" cy="1538524"/>
          </a:xfrm>
          <a:custGeom>
            <a:avLst/>
            <a:gdLst>
              <a:gd name="T0" fmla="*/ 127 w 358"/>
              <a:gd name="T1" fmla="*/ 292 h 382"/>
              <a:gd name="T2" fmla="*/ 322 w 358"/>
              <a:gd name="T3" fmla="*/ 63 h 382"/>
              <a:gd name="T4" fmla="*/ 333 w 358"/>
              <a:gd name="T5" fmla="*/ 113 h 382"/>
              <a:gd name="T6" fmla="*/ 336 w 358"/>
              <a:gd name="T7" fmla="*/ 178 h 382"/>
              <a:gd name="T8" fmla="*/ 338 w 358"/>
              <a:gd name="T9" fmla="*/ 245 h 382"/>
              <a:gd name="T10" fmla="*/ 321 w 358"/>
              <a:gd name="T11" fmla="*/ 314 h 382"/>
              <a:gd name="T12" fmla="*/ 271 w 358"/>
              <a:gd name="T13" fmla="*/ 382 h 382"/>
              <a:gd name="T14" fmla="*/ 172 w 358"/>
              <a:gd name="T15" fmla="*/ 226 h 382"/>
              <a:gd name="T16" fmla="*/ 123 w 358"/>
              <a:gd name="T17" fmla="*/ 197 h 382"/>
              <a:gd name="T18" fmla="*/ 125 w 358"/>
              <a:gd name="T19" fmla="*/ 208 h 382"/>
              <a:gd name="T20" fmla="*/ 174 w 358"/>
              <a:gd name="T21" fmla="*/ 236 h 382"/>
              <a:gd name="T22" fmla="*/ 172 w 358"/>
              <a:gd name="T23" fmla="*/ 226 h 382"/>
              <a:gd name="T24" fmla="*/ 288 w 358"/>
              <a:gd name="T25" fmla="*/ 136 h 382"/>
              <a:gd name="T26" fmla="*/ 263 w 358"/>
              <a:gd name="T27" fmla="*/ 125 h 382"/>
              <a:gd name="T28" fmla="*/ 171 w 358"/>
              <a:gd name="T29" fmla="*/ 70 h 382"/>
              <a:gd name="T30" fmla="*/ 148 w 358"/>
              <a:gd name="T31" fmla="*/ 54 h 382"/>
              <a:gd name="T32" fmla="*/ 171 w 358"/>
              <a:gd name="T33" fmla="*/ 70 h 382"/>
              <a:gd name="T34" fmla="*/ 204 w 358"/>
              <a:gd name="T35" fmla="*/ 39 h 382"/>
              <a:gd name="T36" fmla="*/ 193 w 358"/>
              <a:gd name="T37" fmla="*/ 64 h 382"/>
              <a:gd name="T38" fmla="*/ 258 w 358"/>
              <a:gd name="T39" fmla="*/ 103 h 382"/>
              <a:gd name="T40" fmla="*/ 274 w 358"/>
              <a:gd name="T41" fmla="*/ 80 h 382"/>
              <a:gd name="T42" fmla="*/ 258 w 358"/>
              <a:gd name="T43" fmla="*/ 103 h 382"/>
              <a:gd name="T44" fmla="*/ 249 w 358"/>
              <a:gd name="T45" fmla="*/ 55 h 382"/>
              <a:gd name="T46" fmla="*/ 226 w 358"/>
              <a:gd name="T47" fmla="*/ 71 h 382"/>
              <a:gd name="T48" fmla="*/ 182 w 358"/>
              <a:gd name="T49" fmla="*/ 209 h 382"/>
              <a:gd name="T50" fmla="*/ 133 w 358"/>
              <a:gd name="T51" fmla="*/ 180 h 382"/>
              <a:gd name="T52" fmla="*/ 135 w 358"/>
              <a:gd name="T53" fmla="*/ 190 h 382"/>
              <a:gd name="T54" fmla="*/ 184 w 358"/>
              <a:gd name="T55" fmla="*/ 219 h 382"/>
              <a:gd name="T56" fmla="*/ 182 w 358"/>
              <a:gd name="T57" fmla="*/ 209 h 382"/>
              <a:gd name="T58" fmla="*/ 157 w 358"/>
              <a:gd name="T59" fmla="*/ 104 h 382"/>
              <a:gd name="T60" fmla="*/ 186 w 358"/>
              <a:gd name="T61" fmla="*/ 195 h 382"/>
              <a:gd name="T62" fmla="*/ 222 w 358"/>
              <a:gd name="T63" fmla="*/ 90 h 382"/>
              <a:gd name="T64" fmla="*/ 136 w 358"/>
              <a:gd name="T65" fmla="*/ 238 h 382"/>
              <a:gd name="T66" fmla="*/ 129 w 358"/>
              <a:gd name="T67" fmla="*/ 216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8" h="382">
                <a:moveTo>
                  <a:pt x="131" y="382"/>
                </a:moveTo>
                <a:cubicBezTo>
                  <a:pt x="135" y="352"/>
                  <a:pt x="135" y="320"/>
                  <a:pt x="127" y="292"/>
                </a:cubicBezTo>
                <a:cubicBezTo>
                  <a:pt x="0" y="220"/>
                  <a:pt x="34" y="56"/>
                  <a:pt x="140" y="23"/>
                </a:cubicBezTo>
                <a:cubicBezTo>
                  <a:pt x="196" y="0"/>
                  <a:pt x="272" y="14"/>
                  <a:pt x="322" y="63"/>
                </a:cubicBezTo>
                <a:cubicBezTo>
                  <a:pt x="358" y="99"/>
                  <a:pt x="340" y="109"/>
                  <a:pt x="340" y="109"/>
                </a:cubicBezTo>
                <a:cubicBezTo>
                  <a:pt x="333" y="113"/>
                  <a:pt x="333" y="113"/>
                  <a:pt x="333" y="113"/>
                </a:cubicBezTo>
                <a:cubicBezTo>
                  <a:pt x="337" y="130"/>
                  <a:pt x="345" y="162"/>
                  <a:pt x="344" y="166"/>
                </a:cubicBezTo>
                <a:cubicBezTo>
                  <a:pt x="342" y="172"/>
                  <a:pt x="336" y="178"/>
                  <a:pt x="336" y="178"/>
                </a:cubicBezTo>
                <a:cubicBezTo>
                  <a:pt x="354" y="239"/>
                  <a:pt x="354" y="239"/>
                  <a:pt x="354" y="239"/>
                </a:cubicBezTo>
                <a:cubicBezTo>
                  <a:pt x="338" y="245"/>
                  <a:pt x="338" y="245"/>
                  <a:pt x="338" y="245"/>
                </a:cubicBezTo>
                <a:cubicBezTo>
                  <a:pt x="341" y="265"/>
                  <a:pt x="343" y="281"/>
                  <a:pt x="341" y="300"/>
                </a:cubicBezTo>
                <a:cubicBezTo>
                  <a:pt x="341" y="304"/>
                  <a:pt x="330" y="313"/>
                  <a:pt x="321" y="314"/>
                </a:cubicBezTo>
                <a:cubicBezTo>
                  <a:pt x="267" y="317"/>
                  <a:pt x="267" y="317"/>
                  <a:pt x="267" y="317"/>
                </a:cubicBezTo>
                <a:cubicBezTo>
                  <a:pt x="271" y="382"/>
                  <a:pt x="271" y="382"/>
                  <a:pt x="271" y="382"/>
                </a:cubicBezTo>
                <a:cubicBezTo>
                  <a:pt x="131" y="382"/>
                  <a:pt x="131" y="382"/>
                  <a:pt x="131" y="382"/>
                </a:cubicBezTo>
                <a:close/>
                <a:moveTo>
                  <a:pt x="172" y="226"/>
                </a:moveTo>
                <a:cubicBezTo>
                  <a:pt x="132" y="196"/>
                  <a:pt x="132" y="196"/>
                  <a:pt x="132" y="196"/>
                </a:cubicBezTo>
                <a:cubicBezTo>
                  <a:pt x="129" y="193"/>
                  <a:pt x="125" y="194"/>
                  <a:pt x="123" y="197"/>
                </a:cubicBezTo>
                <a:cubicBezTo>
                  <a:pt x="123" y="197"/>
                  <a:pt x="123" y="197"/>
                  <a:pt x="123" y="197"/>
                </a:cubicBezTo>
                <a:cubicBezTo>
                  <a:pt x="121" y="201"/>
                  <a:pt x="122" y="205"/>
                  <a:pt x="125" y="208"/>
                </a:cubicBezTo>
                <a:cubicBezTo>
                  <a:pt x="165" y="238"/>
                  <a:pt x="165" y="238"/>
                  <a:pt x="165" y="238"/>
                </a:cubicBezTo>
                <a:cubicBezTo>
                  <a:pt x="168" y="240"/>
                  <a:pt x="172" y="239"/>
                  <a:pt x="174" y="236"/>
                </a:cubicBezTo>
                <a:cubicBezTo>
                  <a:pt x="174" y="236"/>
                  <a:pt x="174" y="236"/>
                  <a:pt x="174" y="236"/>
                </a:cubicBezTo>
                <a:cubicBezTo>
                  <a:pt x="176" y="233"/>
                  <a:pt x="175" y="228"/>
                  <a:pt x="172" y="226"/>
                </a:cubicBezTo>
                <a:close/>
                <a:moveTo>
                  <a:pt x="263" y="136"/>
                </a:moveTo>
                <a:cubicBezTo>
                  <a:pt x="288" y="136"/>
                  <a:pt x="288" y="136"/>
                  <a:pt x="288" y="136"/>
                </a:cubicBezTo>
                <a:cubicBezTo>
                  <a:pt x="288" y="125"/>
                  <a:pt x="288" y="125"/>
                  <a:pt x="288" y="125"/>
                </a:cubicBezTo>
                <a:cubicBezTo>
                  <a:pt x="263" y="125"/>
                  <a:pt x="263" y="125"/>
                  <a:pt x="263" y="125"/>
                </a:cubicBezTo>
                <a:cubicBezTo>
                  <a:pt x="263" y="136"/>
                  <a:pt x="263" y="136"/>
                  <a:pt x="263" y="136"/>
                </a:cubicBezTo>
                <a:close/>
                <a:moveTo>
                  <a:pt x="171" y="70"/>
                </a:moveTo>
                <a:cubicBezTo>
                  <a:pt x="158" y="48"/>
                  <a:pt x="158" y="48"/>
                  <a:pt x="158" y="48"/>
                </a:cubicBezTo>
                <a:cubicBezTo>
                  <a:pt x="148" y="54"/>
                  <a:pt x="148" y="54"/>
                  <a:pt x="148" y="54"/>
                </a:cubicBezTo>
                <a:cubicBezTo>
                  <a:pt x="161" y="76"/>
                  <a:pt x="161" y="76"/>
                  <a:pt x="161" y="76"/>
                </a:cubicBezTo>
                <a:cubicBezTo>
                  <a:pt x="171" y="70"/>
                  <a:pt x="171" y="70"/>
                  <a:pt x="171" y="70"/>
                </a:cubicBezTo>
                <a:close/>
                <a:moveTo>
                  <a:pt x="204" y="64"/>
                </a:moveTo>
                <a:cubicBezTo>
                  <a:pt x="204" y="39"/>
                  <a:pt x="204" y="39"/>
                  <a:pt x="204" y="39"/>
                </a:cubicBezTo>
                <a:cubicBezTo>
                  <a:pt x="193" y="39"/>
                  <a:pt x="193" y="39"/>
                  <a:pt x="193" y="39"/>
                </a:cubicBezTo>
                <a:cubicBezTo>
                  <a:pt x="193" y="64"/>
                  <a:pt x="193" y="64"/>
                  <a:pt x="193" y="64"/>
                </a:cubicBezTo>
                <a:cubicBezTo>
                  <a:pt x="204" y="64"/>
                  <a:pt x="204" y="64"/>
                  <a:pt x="204" y="64"/>
                </a:cubicBezTo>
                <a:close/>
                <a:moveTo>
                  <a:pt x="258" y="103"/>
                </a:moveTo>
                <a:cubicBezTo>
                  <a:pt x="279" y="90"/>
                  <a:pt x="279" y="90"/>
                  <a:pt x="279" y="90"/>
                </a:cubicBezTo>
                <a:cubicBezTo>
                  <a:pt x="274" y="80"/>
                  <a:pt x="274" y="80"/>
                  <a:pt x="274" y="80"/>
                </a:cubicBezTo>
                <a:cubicBezTo>
                  <a:pt x="252" y="93"/>
                  <a:pt x="252" y="93"/>
                  <a:pt x="252" y="93"/>
                </a:cubicBezTo>
                <a:cubicBezTo>
                  <a:pt x="258" y="103"/>
                  <a:pt x="258" y="103"/>
                  <a:pt x="258" y="103"/>
                </a:cubicBezTo>
                <a:close/>
                <a:moveTo>
                  <a:pt x="236" y="76"/>
                </a:moveTo>
                <a:cubicBezTo>
                  <a:pt x="249" y="55"/>
                  <a:pt x="249" y="55"/>
                  <a:pt x="249" y="55"/>
                </a:cubicBezTo>
                <a:cubicBezTo>
                  <a:pt x="239" y="49"/>
                  <a:pt x="239" y="49"/>
                  <a:pt x="239" y="49"/>
                </a:cubicBezTo>
                <a:cubicBezTo>
                  <a:pt x="226" y="71"/>
                  <a:pt x="226" y="71"/>
                  <a:pt x="226" y="71"/>
                </a:cubicBezTo>
                <a:cubicBezTo>
                  <a:pt x="236" y="76"/>
                  <a:pt x="236" y="76"/>
                  <a:pt x="236" y="76"/>
                </a:cubicBezTo>
                <a:close/>
                <a:moveTo>
                  <a:pt x="182" y="209"/>
                </a:moveTo>
                <a:cubicBezTo>
                  <a:pt x="142" y="178"/>
                  <a:pt x="142" y="178"/>
                  <a:pt x="142" y="178"/>
                </a:cubicBezTo>
                <a:cubicBezTo>
                  <a:pt x="139" y="176"/>
                  <a:pt x="135" y="177"/>
                  <a:pt x="133" y="180"/>
                </a:cubicBezTo>
                <a:cubicBezTo>
                  <a:pt x="133" y="180"/>
                  <a:pt x="133" y="180"/>
                  <a:pt x="133" y="180"/>
                </a:cubicBezTo>
                <a:cubicBezTo>
                  <a:pt x="131" y="183"/>
                  <a:pt x="132" y="188"/>
                  <a:pt x="135" y="190"/>
                </a:cubicBezTo>
                <a:cubicBezTo>
                  <a:pt x="175" y="221"/>
                  <a:pt x="175" y="221"/>
                  <a:pt x="175" y="221"/>
                </a:cubicBezTo>
                <a:cubicBezTo>
                  <a:pt x="178" y="223"/>
                  <a:pt x="182" y="222"/>
                  <a:pt x="184" y="219"/>
                </a:cubicBezTo>
                <a:cubicBezTo>
                  <a:pt x="184" y="219"/>
                  <a:pt x="184" y="219"/>
                  <a:pt x="184" y="219"/>
                </a:cubicBezTo>
                <a:cubicBezTo>
                  <a:pt x="186" y="216"/>
                  <a:pt x="185" y="211"/>
                  <a:pt x="182" y="209"/>
                </a:cubicBezTo>
                <a:close/>
                <a:moveTo>
                  <a:pt x="222" y="90"/>
                </a:moveTo>
                <a:cubicBezTo>
                  <a:pt x="198" y="76"/>
                  <a:pt x="169" y="83"/>
                  <a:pt x="157" y="104"/>
                </a:cubicBezTo>
                <a:cubicBezTo>
                  <a:pt x="144" y="126"/>
                  <a:pt x="160" y="151"/>
                  <a:pt x="149" y="174"/>
                </a:cubicBezTo>
                <a:cubicBezTo>
                  <a:pt x="186" y="195"/>
                  <a:pt x="186" y="195"/>
                  <a:pt x="186" y="195"/>
                </a:cubicBezTo>
                <a:cubicBezTo>
                  <a:pt x="200" y="174"/>
                  <a:pt x="229" y="176"/>
                  <a:pt x="242" y="154"/>
                </a:cubicBezTo>
                <a:cubicBezTo>
                  <a:pt x="255" y="132"/>
                  <a:pt x="245" y="104"/>
                  <a:pt x="222" y="90"/>
                </a:cubicBezTo>
                <a:close/>
                <a:moveTo>
                  <a:pt x="129" y="216"/>
                </a:moveTo>
                <a:cubicBezTo>
                  <a:pt x="125" y="224"/>
                  <a:pt x="128" y="233"/>
                  <a:pt x="136" y="238"/>
                </a:cubicBezTo>
                <a:cubicBezTo>
                  <a:pt x="142" y="241"/>
                  <a:pt x="150" y="240"/>
                  <a:pt x="155" y="236"/>
                </a:cubicBezTo>
                <a:lnTo>
                  <a:pt x="129" y="216"/>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 name="矩形 39"/>
          <p:cNvSpPr/>
          <p:nvPr/>
        </p:nvSpPr>
        <p:spPr>
          <a:xfrm>
            <a:off x="0" y="203088"/>
            <a:ext cx="1620957" cy="523220"/>
          </a:xfrm>
          <a:prstGeom prst="rect">
            <a:avLst/>
          </a:prstGeom>
          <a:noFill/>
        </p:spPr>
        <p:txBody>
          <a:bodyPr wrap="none" rtlCol="0">
            <a:spAutoFit/>
          </a:bodyPr>
          <a:lstStyle/>
          <a:p>
            <a:r>
              <a:rPr lang="zh-CN" altLang="en-US" sz="2800" b="1">
                <a:solidFill>
                  <a:schemeClr val="tx1">
                    <a:lumMod val="65000"/>
                    <a:lumOff val="35000"/>
                  </a:schemeClr>
                </a:solidFill>
              </a:rPr>
              <a:t>五项循环</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945012262"/>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5"/>
          <p:cNvSpPr>
            <a:spLocks/>
          </p:cNvSpPr>
          <p:nvPr/>
        </p:nvSpPr>
        <p:spPr bwMode="auto">
          <a:xfrm>
            <a:off x="5687361" y="157779"/>
            <a:ext cx="6555121" cy="6878849"/>
          </a:xfrm>
          <a:custGeom>
            <a:avLst/>
            <a:gdLst>
              <a:gd name="T0" fmla="*/ 4144 w 5814"/>
              <a:gd name="T1" fmla="*/ 715 h 6100"/>
              <a:gd name="T2" fmla="*/ 4042 w 5814"/>
              <a:gd name="T3" fmla="*/ 655 h 6100"/>
              <a:gd name="T4" fmla="*/ 4014 w 5814"/>
              <a:gd name="T5" fmla="*/ 640 h 6100"/>
              <a:gd name="T6" fmla="*/ 3937 w 5814"/>
              <a:gd name="T7" fmla="*/ 600 h 6100"/>
              <a:gd name="T8" fmla="*/ 3909 w 5814"/>
              <a:gd name="T9" fmla="*/ 586 h 6100"/>
              <a:gd name="T10" fmla="*/ 3878 w 5814"/>
              <a:gd name="T11" fmla="*/ 571 h 6100"/>
              <a:gd name="T12" fmla="*/ 3830 w 5814"/>
              <a:gd name="T13" fmla="*/ 549 h 6100"/>
              <a:gd name="T14" fmla="*/ 3802 w 5814"/>
              <a:gd name="T15" fmla="*/ 537 h 6100"/>
              <a:gd name="T16" fmla="*/ 3771 w 5814"/>
              <a:gd name="T17" fmla="*/ 524 h 6100"/>
              <a:gd name="T18" fmla="*/ 3725 w 5814"/>
              <a:gd name="T19" fmla="*/ 505 h 6100"/>
              <a:gd name="T20" fmla="*/ 3694 w 5814"/>
              <a:gd name="T21" fmla="*/ 493 h 6100"/>
              <a:gd name="T22" fmla="*/ 3662 w 5814"/>
              <a:gd name="T23" fmla="*/ 481 h 6100"/>
              <a:gd name="T24" fmla="*/ 3629 w 5814"/>
              <a:gd name="T25" fmla="*/ 469 h 6100"/>
              <a:gd name="T26" fmla="*/ 3587 w 5814"/>
              <a:gd name="T27" fmla="*/ 455 h 6100"/>
              <a:gd name="T28" fmla="*/ 3552 w 5814"/>
              <a:gd name="T29" fmla="*/ 443 h 6100"/>
              <a:gd name="T30" fmla="*/ 3518 w 5814"/>
              <a:gd name="T31" fmla="*/ 433 h 6100"/>
              <a:gd name="T32" fmla="*/ 3485 w 5814"/>
              <a:gd name="T33" fmla="*/ 423 h 6100"/>
              <a:gd name="T34" fmla="*/ 3441 w 5814"/>
              <a:gd name="T35" fmla="*/ 410 h 6100"/>
              <a:gd name="T36" fmla="*/ 3406 w 5814"/>
              <a:gd name="T37" fmla="*/ 401 h 6100"/>
              <a:gd name="T38" fmla="*/ 3371 w 5814"/>
              <a:gd name="T39" fmla="*/ 392 h 6100"/>
              <a:gd name="T40" fmla="*/ 3334 w 5814"/>
              <a:gd name="T41" fmla="*/ 384 h 6100"/>
              <a:gd name="T42" fmla="*/ 3292 w 5814"/>
              <a:gd name="T43" fmla="*/ 374 h 6100"/>
              <a:gd name="T44" fmla="*/ 3257 w 5814"/>
              <a:gd name="T45" fmla="*/ 367 h 6100"/>
              <a:gd name="T46" fmla="*/ 3222 w 5814"/>
              <a:gd name="T47" fmla="*/ 360 h 6100"/>
              <a:gd name="T48" fmla="*/ 3195 w 5814"/>
              <a:gd name="T49" fmla="*/ 25 h 6100"/>
              <a:gd name="T50" fmla="*/ 3177 w 5814"/>
              <a:gd name="T51" fmla="*/ 17 h 6100"/>
              <a:gd name="T52" fmla="*/ 1986 w 5814"/>
              <a:gd name="T53" fmla="*/ 1167 h 6100"/>
              <a:gd name="T54" fmla="*/ 3181 w 5814"/>
              <a:gd name="T55" fmla="*/ 2312 h 6100"/>
              <a:gd name="T56" fmla="*/ 3199 w 5814"/>
              <a:gd name="T57" fmla="*/ 2304 h 6100"/>
              <a:gd name="T58" fmla="*/ 3643 w 5814"/>
              <a:gd name="T59" fmla="*/ 2504 h 6100"/>
              <a:gd name="T60" fmla="*/ 3688 w 5814"/>
              <a:gd name="T61" fmla="*/ 2595 h 6100"/>
              <a:gd name="T62" fmla="*/ 1876 w 5814"/>
              <a:gd name="T63" fmla="*/ 3623 h 6100"/>
              <a:gd name="T64" fmla="*/ 1814 w 5814"/>
              <a:gd name="T65" fmla="*/ 3526 h 6100"/>
              <a:gd name="T66" fmla="*/ 1497 w 5814"/>
              <a:gd name="T67" fmla="*/ 2872 h 6100"/>
              <a:gd name="T68" fmla="*/ 1329 w 5814"/>
              <a:gd name="T69" fmla="*/ 2981 h 6100"/>
              <a:gd name="T70" fmla="*/ 238 w 5814"/>
              <a:gd name="T71" fmla="*/ 2872 h 6100"/>
              <a:gd name="T72" fmla="*/ 34 w 5814"/>
              <a:gd name="T73" fmla="*/ 2838 h 6100"/>
              <a:gd name="T74" fmla="*/ 4046 w 5814"/>
              <a:gd name="T75" fmla="*/ 5373 h 6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814" h="6100">
                <a:moveTo>
                  <a:pt x="5086" y="1698"/>
                </a:moveTo>
                <a:cubicBezTo>
                  <a:pt x="4853" y="1280"/>
                  <a:pt x="4525" y="949"/>
                  <a:pt x="4144" y="715"/>
                </a:cubicBezTo>
                <a:cubicBezTo>
                  <a:pt x="4144" y="715"/>
                  <a:pt x="4143" y="714"/>
                  <a:pt x="4143" y="714"/>
                </a:cubicBezTo>
                <a:cubicBezTo>
                  <a:pt x="4109" y="694"/>
                  <a:pt x="4076" y="674"/>
                  <a:pt x="4042" y="655"/>
                </a:cubicBezTo>
                <a:cubicBezTo>
                  <a:pt x="4040" y="654"/>
                  <a:pt x="4038" y="653"/>
                  <a:pt x="4037" y="652"/>
                </a:cubicBezTo>
                <a:cubicBezTo>
                  <a:pt x="4029" y="648"/>
                  <a:pt x="4021" y="644"/>
                  <a:pt x="4014" y="640"/>
                </a:cubicBezTo>
                <a:cubicBezTo>
                  <a:pt x="4012" y="639"/>
                  <a:pt x="4011" y="638"/>
                  <a:pt x="4010" y="638"/>
                </a:cubicBezTo>
                <a:cubicBezTo>
                  <a:pt x="3986" y="625"/>
                  <a:pt x="3961" y="612"/>
                  <a:pt x="3937" y="600"/>
                </a:cubicBezTo>
                <a:cubicBezTo>
                  <a:pt x="3935" y="599"/>
                  <a:pt x="3932" y="597"/>
                  <a:pt x="3930" y="596"/>
                </a:cubicBezTo>
                <a:cubicBezTo>
                  <a:pt x="3923" y="593"/>
                  <a:pt x="3916" y="589"/>
                  <a:pt x="3909" y="586"/>
                </a:cubicBezTo>
                <a:cubicBezTo>
                  <a:pt x="3906" y="584"/>
                  <a:pt x="3903" y="583"/>
                  <a:pt x="3900" y="582"/>
                </a:cubicBezTo>
                <a:cubicBezTo>
                  <a:pt x="3893" y="578"/>
                  <a:pt x="3885" y="575"/>
                  <a:pt x="3878" y="571"/>
                </a:cubicBezTo>
                <a:cubicBezTo>
                  <a:pt x="3877" y="571"/>
                  <a:pt x="3875" y="570"/>
                  <a:pt x="3873" y="569"/>
                </a:cubicBezTo>
                <a:cubicBezTo>
                  <a:pt x="3859" y="562"/>
                  <a:pt x="3845" y="556"/>
                  <a:pt x="3830" y="549"/>
                </a:cubicBezTo>
                <a:cubicBezTo>
                  <a:pt x="3827" y="548"/>
                  <a:pt x="3824" y="547"/>
                  <a:pt x="3821" y="546"/>
                </a:cubicBezTo>
                <a:cubicBezTo>
                  <a:pt x="3815" y="543"/>
                  <a:pt x="3808" y="540"/>
                  <a:pt x="3802" y="537"/>
                </a:cubicBezTo>
                <a:cubicBezTo>
                  <a:pt x="3798" y="535"/>
                  <a:pt x="3794" y="534"/>
                  <a:pt x="3790" y="532"/>
                </a:cubicBezTo>
                <a:cubicBezTo>
                  <a:pt x="3784" y="529"/>
                  <a:pt x="3777" y="526"/>
                  <a:pt x="3771" y="524"/>
                </a:cubicBezTo>
                <a:cubicBezTo>
                  <a:pt x="3767" y="522"/>
                  <a:pt x="3762" y="520"/>
                  <a:pt x="3758" y="519"/>
                </a:cubicBezTo>
                <a:cubicBezTo>
                  <a:pt x="3747" y="514"/>
                  <a:pt x="3736" y="509"/>
                  <a:pt x="3725" y="505"/>
                </a:cubicBezTo>
                <a:cubicBezTo>
                  <a:pt x="3720" y="503"/>
                  <a:pt x="3716" y="501"/>
                  <a:pt x="3711" y="500"/>
                </a:cubicBezTo>
                <a:cubicBezTo>
                  <a:pt x="3706" y="497"/>
                  <a:pt x="3700" y="495"/>
                  <a:pt x="3694" y="493"/>
                </a:cubicBezTo>
                <a:cubicBezTo>
                  <a:pt x="3689" y="491"/>
                  <a:pt x="3684" y="489"/>
                  <a:pt x="3679" y="487"/>
                </a:cubicBezTo>
                <a:cubicBezTo>
                  <a:pt x="3673" y="485"/>
                  <a:pt x="3667" y="483"/>
                  <a:pt x="3662" y="481"/>
                </a:cubicBezTo>
                <a:cubicBezTo>
                  <a:pt x="3656" y="479"/>
                  <a:pt x="3651" y="477"/>
                  <a:pt x="3646" y="475"/>
                </a:cubicBezTo>
                <a:cubicBezTo>
                  <a:pt x="3640" y="473"/>
                  <a:pt x="3635" y="471"/>
                  <a:pt x="3629" y="469"/>
                </a:cubicBezTo>
                <a:cubicBezTo>
                  <a:pt x="3623" y="467"/>
                  <a:pt x="3616" y="465"/>
                  <a:pt x="3609" y="462"/>
                </a:cubicBezTo>
                <a:cubicBezTo>
                  <a:pt x="3602" y="460"/>
                  <a:pt x="3595" y="457"/>
                  <a:pt x="3587" y="455"/>
                </a:cubicBezTo>
                <a:cubicBezTo>
                  <a:pt x="3580" y="453"/>
                  <a:pt x="3574" y="450"/>
                  <a:pt x="3567" y="448"/>
                </a:cubicBezTo>
                <a:cubicBezTo>
                  <a:pt x="3562" y="446"/>
                  <a:pt x="3557" y="445"/>
                  <a:pt x="3552" y="443"/>
                </a:cubicBezTo>
                <a:cubicBezTo>
                  <a:pt x="3545" y="441"/>
                  <a:pt x="3539" y="439"/>
                  <a:pt x="3533" y="437"/>
                </a:cubicBezTo>
                <a:cubicBezTo>
                  <a:pt x="3528" y="436"/>
                  <a:pt x="3523" y="434"/>
                  <a:pt x="3518" y="433"/>
                </a:cubicBezTo>
                <a:cubicBezTo>
                  <a:pt x="3511" y="431"/>
                  <a:pt x="3504" y="429"/>
                  <a:pt x="3497" y="426"/>
                </a:cubicBezTo>
                <a:cubicBezTo>
                  <a:pt x="3493" y="425"/>
                  <a:pt x="3489" y="424"/>
                  <a:pt x="3485" y="423"/>
                </a:cubicBezTo>
                <a:cubicBezTo>
                  <a:pt x="3474" y="420"/>
                  <a:pt x="3464" y="417"/>
                  <a:pt x="3453" y="414"/>
                </a:cubicBezTo>
                <a:cubicBezTo>
                  <a:pt x="3449" y="413"/>
                  <a:pt x="3445" y="412"/>
                  <a:pt x="3441" y="410"/>
                </a:cubicBezTo>
                <a:cubicBezTo>
                  <a:pt x="3434" y="408"/>
                  <a:pt x="3427" y="406"/>
                  <a:pt x="3419" y="404"/>
                </a:cubicBezTo>
                <a:cubicBezTo>
                  <a:pt x="3415" y="403"/>
                  <a:pt x="3410" y="402"/>
                  <a:pt x="3406" y="401"/>
                </a:cubicBezTo>
                <a:cubicBezTo>
                  <a:pt x="3398" y="399"/>
                  <a:pt x="3391" y="397"/>
                  <a:pt x="3384" y="395"/>
                </a:cubicBezTo>
                <a:cubicBezTo>
                  <a:pt x="3380" y="394"/>
                  <a:pt x="3376" y="393"/>
                  <a:pt x="3371" y="392"/>
                </a:cubicBezTo>
                <a:cubicBezTo>
                  <a:pt x="3361" y="390"/>
                  <a:pt x="3351" y="387"/>
                  <a:pt x="3341" y="385"/>
                </a:cubicBezTo>
                <a:cubicBezTo>
                  <a:pt x="3339" y="384"/>
                  <a:pt x="3337" y="384"/>
                  <a:pt x="3334" y="384"/>
                </a:cubicBezTo>
                <a:cubicBezTo>
                  <a:pt x="3324" y="381"/>
                  <a:pt x="3314" y="379"/>
                  <a:pt x="3304" y="377"/>
                </a:cubicBezTo>
                <a:cubicBezTo>
                  <a:pt x="3300" y="376"/>
                  <a:pt x="3296" y="375"/>
                  <a:pt x="3292" y="374"/>
                </a:cubicBezTo>
                <a:cubicBezTo>
                  <a:pt x="3285" y="373"/>
                  <a:pt x="3277" y="371"/>
                  <a:pt x="3269" y="369"/>
                </a:cubicBezTo>
                <a:cubicBezTo>
                  <a:pt x="3265" y="368"/>
                  <a:pt x="3261" y="368"/>
                  <a:pt x="3257" y="367"/>
                </a:cubicBezTo>
                <a:cubicBezTo>
                  <a:pt x="3248" y="365"/>
                  <a:pt x="3240" y="363"/>
                  <a:pt x="3231" y="362"/>
                </a:cubicBezTo>
                <a:cubicBezTo>
                  <a:pt x="3228" y="361"/>
                  <a:pt x="3225" y="361"/>
                  <a:pt x="3222" y="360"/>
                </a:cubicBezTo>
                <a:cubicBezTo>
                  <a:pt x="3214" y="358"/>
                  <a:pt x="3205" y="357"/>
                  <a:pt x="3196" y="355"/>
                </a:cubicBezTo>
                <a:cubicBezTo>
                  <a:pt x="3195" y="25"/>
                  <a:pt x="3195" y="25"/>
                  <a:pt x="3195" y="25"/>
                </a:cubicBezTo>
                <a:cubicBezTo>
                  <a:pt x="3195" y="0"/>
                  <a:pt x="3195" y="0"/>
                  <a:pt x="3195" y="0"/>
                </a:cubicBezTo>
                <a:cubicBezTo>
                  <a:pt x="3177" y="17"/>
                  <a:pt x="3177" y="17"/>
                  <a:pt x="3177" y="17"/>
                </a:cubicBezTo>
                <a:cubicBezTo>
                  <a:pt x="2924" y="263"/>
                  <a:pt x="2924" y="263"/>
                  <a:pt x="2924" y="263"/>
                </a:cubicBezTo>
                <a:cubicBezTo>
                  <a:pt x="1986" y="1167"/>
                  <a:pt x="1986" y="1167"/>
                  <a:pt x="1986" y="1167"/>
                </a:cubicBezTo>
                <a:cubicBezTo>
                  <a:pt x="2921" y="2061"/>
                  <a:pt x="2921" y="2061"/>
                  <a:pt x="2921" y="2061"/>
                </a:cubicBezTo>
                <a:cubicBezTo>
                  <a:pt x="3181" y="2312"/>
                  <a:pt x="3181" y="2312"/>
                  <a:pt x="3181" y="2312"/>
                </a:cubicBezTo>
                <a:cubicBezTo>
                  <a:pt x="3199" y="2329"/>
                  <a:pt x="3199" y="2329"/>
                  <a:pt x="3199" y="2329"/>
                </a:cubicBezTo>
                <a:cubicBezTo>
                  <a:pt x="3199" y="2304"/>
                  <a:pt x="3199" y="2304"/>
                  <a:pt x="3199" y="2304"/>
                </a:cubicBezTo>
                <a:cubicBezTo>
                  <a:pt x="3199" y="2080"/>
                  <a:pt x="3199" y="2080"/>
                  <a:pt x="3199" y="2080"/>
                </a:cubicBezTo>
                <a:cubicBezTo>
                  <a:pt x="3380" y="2170"/>
                  <a:pt x="3536" y="2314"/>
                  <a:pt x="3643" y="2504"/>
                </a:cubicBezTo>
                <a:cubicBezTo>
                  <a:pt x="3659" y="2534"/>
                  <a:pt x="3674" y="2564"/>
                  <a:pt x="3688" y="2595"/>
                </a:cubicBezTo>
                <a:cubicBezTo>
                  <a:pt x="3688" y="2595"/>
                  <a:pt x="3688" y="2595"/>
                  <a:pt x="3688" y="2595"/>
                </a:cubicBezTo>
                <a:cubicBezTo>
                  <a:pt x="3902" y="3083"/>
                  <a:pt x="3715" y="3664"/>
                  <a:pt x="3239" y="3929"/>
                </a:cubicBezTo>
                <a:cubicBezTo>
                  <a:pt x="2768" y="4192"/>
                  <a:pt x="2182" y="4053"/>
                  <a:pt x="1876" y="3623"/>
                </a:cubicBezTo>
                <a:cubicBezTo>
                  <a:pt x="1876" y="3623"/>
                  <a:pt x="1876" y="3623"/>
                  <a:pt x="1876" y="3623"/>
                </a:cubicBezTo>
                <a:cubicBezTo>
                  <a:pt x="1854" y="3592"/>
                  <a:pt x="1833" y="3560"/>
                  <a:pt x="1814" y="3526"/>
                </a:cubicBezTo>
                <a:cubicBezTo>
                  <a:pt x="1688" y="3300"/>
                  <a:pt x="1655" y="3047"/>
                  <a:pt x="1701" y="2812"/>
                </a:cubicBezTo>
                <a:cubicBezTo>
                  <a:pt x="1642" y="2850"/>
                  <a:pt x="1572" y="2872"/>
                  <a:pt x="1497" y="2872"/>
                </a:cubicBezTo>
                <a:cubicBezTo>
                  <a:pt x="1453" y="2872"/>
                  <a:pt x="1453" y="2872"/>
                  <a:pt x="1453" y="2872"/>
                </a:cubicBezTo>
                <a:cubicBezTo>
                  <a:pt x="1445" y="2933"/>
                  <a:pt x="1392" y="2981"/>
                  <a:pt x="1329" y="2981"/>
                </a:cubicBezTo>
                <a:cubicBezTo>
                  <a:pt x="362" y="2981"/>
                  <a:pt x="362" y="2981"/>
                  <a:pt x="362" y="2981"/>
                </a:cubicBezTo>
                <a:cubicBezTo>
                  <a:pt x="298" y="2981"/>
                  <a:pt x="246" y="2933"/>
                  <a:pt x="238" y="2872"/>
                </a:cubicBezTo>
                <a:cubicBezTo>
                  <a:pt x="191" y="2872"/>
                  <a:pt x="191" y="2872"/>
                  <a:pt x="191" y="2872"/>
                </a:cubicBezTo>
                <a:cubicBezTo>
                  <a:pt x="135" y="2872"/>
                  <a:pt x="82" y="2860"/>
                  <a:pt x="34" y="2838"/>
                </a:cubicBezTo>
                <a:cubicBezTo>
                  <a:pt x="0" y="3341"/>
                  <a:pt x="107" y="3859"/>
                  <a:pt x="371" y="4332"/>
                </a:cubicBezTo>
                <a:cubicBezTo>
                  <a:pt x="1098" y="5634"/>
                  <a:pt x="2743" y="6100"/>
                  <a:pt x="4046" y="5373"/>
                </a:cubicBezTo>
                <a:cubicBezTo>
                  <a:pt x="5348" y="4645"/>
                  <a:pt x="5814" y="3000"/>
                  <a:pt x="5086" y="1698"/>
                </a:cubicBezTo>
              </a:path>
            </a:pathLst>
          </a:custGeom>
          <a:solidFill>
            <a:srgbClr val="2378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9" name="椭圆 118"/>
          <p:cNvSpPr/>
          <p:nvPr/>
        </p:nvSpPr>
        <p:spPr>
          <a:xfrm>
            <a:off x="9008838" y="4709084"/>
            <a:ext cx="1420969" cy="1420969"/>
          </a:xfrm>
          <a:prstGeom prst="ellipse">
            <a:avLst/>
          </a:prstGeom>
          <a:solidFill>
            <a:schemeClr val="bg1"/>
          </a:solidFill>
          <a:ln>
            <a:noFill/>
          </a:ln>
          <a:effectLst>
            <a:innerShdw blurRad="508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20" name="椭圆 119"/>
          <p:cNvSpPr/>
          <p:nvPr/>
        </p:nvSpPr>
        <p:spPr>
          <a:xfrm>
            <a:off x="7343252" y="4828581"/>
            <a:ext cx="1420969" cy="1420969"/>
          </a:xfrm>
          <a:prstGeom prst="ellipse">
            <a:avLst/>
          </a:prstGeom>
          <a:solidFill>
            <a:schemeClr val="bg1"/>
          </a:solidFill>
          <a:ln>
            <a:noFill/>
          </a:ln>
          <a:effectLst>
            <a:innerShdw blurRad="508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21" name="椭圆 120"/>
          <p:cNvSpPr/>
          <p:nvPr/>
        </p:nvSpPr>
        <p:spPr>
          <a:xfrm>
            <a:off x="6116263" y="3718947"/>
            <a:ext cx="1420969" cy="1420969"/>
          </a:xfrm>
          <a:prstGeom prst="ellipse">
            <a:avLst/>
          </a:prstGeom>
          <a:solidFill>
            <a:schemeClr val="bg1"/>
          </a:solidFill>
          <a:ln>
            <a:noFill/>
          </a:ln>
          <a:effectLst>
            <a:innerShdw blurRad="508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18" name="椭圆 117"/>
          <p:cNvSpPr/>
          <p:nvPr/>
        </p:nvSpPr>
        <p:spPr>
          <a:xfrm>
            <a:off x="10092909" y="3470910"/>
            <a:ext cx="1420969" cy="1420969"/>
          </a:xfrm>
          <a:prstGeom prst="ellipse">
            <a:avLst/>
          </a:prstGeom>
          <a:solidFill>
            <a:schemeClr val="bg1"/>
          </a:solidFill>
          <a:ln>
            <a:noFill/>
          </a:ln>
          <a:effectLst>
            <a:innerShdw blurRad="508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14" name="椭圆 113"/>
          <p:cNvSpPr/>
          <p:nvPr/>
        </p:nvSpPr>
        <p:spPr>
          <a:xfrm>
            <a:off x="9919768" y="1836880"/>
            <a:ext cx="1420969" cy="1420969"/>
          </a:xfrm>
          <a:prstGeom prst="ellipse">
            <a:avLst/>
          </a:prstGeom>
          <a:solidFill>
            <a:schemeClr val="bg1"/>
          </a:solidFill>
          <a:ln>
            <a:noFill/>
          </a:ln>
          <a:effectLst>
            <a:innerShdw blurRad="508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6" name="Freeform 6"/>
          <p:cNvSpPr>
            <a:spLocks/>
          </p:cNvSpPr>
          <p:nvPr/>
        </p:nvSpPr>
        <p:spPr bwMode="auto">
          <a:xfrm>
            <a:off x="5521767" y="1208030"/>
            <a:ext cx="2231784" cy="2139291"/>
          </a:xfrm>
          <a:custGeom>
            <a:avLst/>
            <a:gdLst>
              <a:gd name="T0" fmla="*/ 1643 w 1979"/>
              <a:gd name="T1" fmla="*/ 0 h 1898"/>
              <a:gd name="T2" fmla="*/ 337 w 1979"/>
              <a:gd name="T3" fmla="*/ 0 h 1898"/>
              <a:gd name="T4" fmla="*/ 0 w 1979"/>
              <a:gd name="T5" fmla="*/ 338 h 1898"/>
              <a:gd name="T6" fmla="*/ 0 w 1979"/>
              <a:gd name="T7" fmla="*/ 1560 h 1898"/>
              <a:gd name="T8" fmla="*/ 337 w 1979"/>
              <a:gd name="T9" fmla="*/ 1898 h 1898"/>
              <a:gd name="T10" fmla="*/ 371 w 1979"/>
              <a:gd name="T11" fmla="*/ 1898 h 1898"/>
              <a:gd name="T12" fmla="*/ 371 w 1979"/>
              <a:gd name="T13" fmla="*/ 1737 h 1898"/>
              <a:gd name="T14" fmla="*/ 503 w 1979"/>
              <a:gd name="T15" fmla="*/ 1605 h 1898"/>
              <a:gd name="T16" fmla="*/ 1470 w 1979"/>
              <a:gd name="T17" fmla="*/ 1605 h 1898"/>
              <a:gd name="T18" fmla="*/ 1603 w 1979"/>
              <a:gd name="T19" fmla="*/ 1737 h 1898"/>
              <a:gd name="T20" fmla="*/ 1603 w 1979"/>
              <a:gd name="T21" fmla="*/ 1898 h 1898"/>
              <a:gd name="T22" fmla="*/ 1643 w 1979"/>
              <a:gd name="T23" fmla="*/ 1898 h 1898"/>
              <a:gd name="T24" fmla="*/ 1979 w 1979"/>
              <a:gd name="T25" fmla="*/ 1560 h 1898"/>
              <a:gd name="T26" fmla="*/ 1979 w 1979"/>
              <a:gd name="T27" fmla="*/ 338 h 1898"/>
              <a:gd name="T28" fmla="*/ 1643 w 1979"/>
              <a:gd name="T29" fmla="*/ 0 h 18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79" h="1898">
                <a:moveTo>
                  <a:pt x="1643" y="0"/>
                </a:moveTo>
                <a:cubicBezTo>
                  <a:pt x="337" y="0"/>
                  <a:pt x="337" y="0"/>
                  <a:pt x="337" y="0"/>
                </a:cubicBezTo>
                <a:cubicBezTo>
                  <a:pt x="151" y="0"/>
                  <a:pt x="0" y="151"/>
                  <a:pt x="0" y="338"/>
                </a:cubicBezTo>
                <a:cubicBezTo>
                  <a:pt x="0" y="1560"/>
                  <a:pt x="0" y="1560"/>
                  <a:pt x="0" y="1560"/>
                </a:cubicBezTo>
                <a:cubicBezTo>
                  <a:pt x="0" y="1746"/>
                  <a:pt x="151" y="1898"/>
                  <a:pt x="337" y="1898"/>
                </a:cubicBezTo>
                <a:cubicBezTo>
                  <a:pt x="371" y="1898"/>
                  <a:pt x="371" y="1898"/>
                  <a:pt x="371" y="1898"/>
                </a:cubicBezTo>
                <a:cubicBezTo>
                  <a:pt x="371" y="1737"/>
                  <a:pt x="371" y="1737"/>
                  <a:pt x="371" y="1737"/>
                </a:cubicBezTo>
                <a:cubicBezTo>
                  <a:pt x="371" y="1664"/>
                  <a:pt x="430" y="1605"/>
                  <a:pt x="503" y="1605"/>
                </a:cubicBezTo>
                <a:cubicBezTo>
                  <a:pt x="1470" y="1605"/>
                  <a:pt x="1470" y="1605"/>
                  <a:pt x="1470" y="1605"/>
                </a:cubicBezTo>
                <a:cubicBezTo>
                  <a:pt x="1543" y="1605"/>
                  <a:pt x="1603" y="1664"/>
                  <a:pt x="1603" y="1737"/>
                </a:cubicBezTo>
                <a:cubicBezTo>
                  <a:pt x="1603" y="1898"/>
                  <a:pt x="1603" y="1898"/>
                  <a:pt x="1603" y="1898"/>
                </a:cubicBezTo>
                <a:cubicBezTo>
                  <a:pt x="1643" y="1898"/>
                  <a:pt x="1643" y="1898"/>
                  <a:pt x="1643" y="1898"/>
                </a:cubicBezTo>
                <a:cubicBezTo>
                  <a:pt x="1828" y="1898"/>
                  <a:pt x="1979" y="1746"/>
                  <a:pt x="1979" y="1560"/>
                </a:cubicBezTo>
                <a:cubicBezTo>
                  <a:pt x="1979" y="338"/>
                  <a:pt x="1979" y="338"/>
                  <a:pt x="1979" y="338"/>
                </a:cubicBezTo>
                <a:cubicBezTo>
                  <a:pt x="1979" y="151"/>
                  <a:pt x="1828" y="0"/>
                  <a:pt x="1643" y="0"/>
                </a:cubicBezTo>
              </a:path>
            </a:pathLst>
          </a:custGeom>
          <a:solidFill>
            <a:srgbClr val="2378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111" name="组合 110"/>
          <p:cNvGrpSpPr/>
          <p:nvPr/>
        </p:nvGrpSpPr>
        <p:grpSpPr>
          <a:xfrm>
            <a:off x="6002139" y="3068348"/>
            <a:ext cx="1275519" cy="401304"/>
            <a:chOff x="5849922" y="3097221"/>
            <a:chExt cx="1357309" cy="427039"/>
          </a:xfrm>
        </p:grpSpPr>
        <p:sp>
          <p:nvSpPr>
            <p:cNvPr id="7" name="Freeform 7"/>
            <p:cNvSpPr>
              <a:spLocks/>
            </p:cNvSpPr>
            <p:nvPr/>
          </p:nvSpPr>
          <p:spPr bwMode="auto">
            <a:xfrm>
              <a:off x="5849922" y="3097221"/>
              <a:ext cx="1357309" cy="427039"/>
            </a:xfrm>
            <a:custGeom>
              <a:avLst/>
              <a:gdLst>
                <a:gd name="T0" fmla="*/ 1049 w 1131"/>
                <a:gd name="T1" fmla="*/ 0 h 356"/>
                <a:gd name="T2" fmla="*/ 1131 w 1131"/>
                <a:gd name="T3" fmla="*/ 82 h 356"/>
                <a:gd name="T4" fmla="*/ 1131 w 1131"/>
                <a:gd name="T5" fmla="*/ 274 h 356"/>
                <a:gd name="T6" fmla="*/ 1049 w 1131"/>
                <a:gd name="T7" fmla="*/ 356 h 356"/>
                <a:gd name="T8" fmla="*/ 82 w 1131"/>
                <a:gd name="T9" fmla="*/ 356 h 356"/>
                <a:gd name="T10" fmla="*/ 0 w 1131"/>
                <a:gd name="T11" fmla="*/ 274 h 356"/>
                <a:gd name="T12" fmla="*/ 0 w 1131"/>
                <a:gd name="T13" fmla="*/ 82 h 356"/>
                <a:gd name="T14" fmla="*/ 82 w 1131"/>
                <a:gd name="T15" fmla="*/ 0 h 356"/>
                <a:gd name="T16" fmla="*/ 1049 w 1131"/>
                <a:gd name="T17" fmla="*/ 0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1" h="356">
                  <a:moveTo>
                    <a:pt x="1049" y="0"/>
                  </a:moveTo>
                  <a:cubicBezTo>
                    <a:pt x="1094" y="0"/>
                    <a:pt x="1131" y="37"/>
                    <a:pt x="1131" y="82"/>
                  </a:cubicBezTo>
                  <a:cubicBezTo>
                    <a:pt x="1131" y="274"/>
                    <a:pt x="1131" y="274"/>
                    <a:pt x="1131" y="274"/>
                  </a:cubicBezTo>
                  <a:cubicBezTo>
                    <a:pt x="1131" y="320"/>
                    <a:pt x="1094" y="356"/>
                    <a:pt x="1049" y="356"/>
                  </a:cubicBezTo>
                  <a:cubicBezTo>
                    <a:pt x="82" y="356"/>
                    <a:pt x="82" y="356"/>
                    <a:pt x="82" y="356"/>
                  </a:cubicBezTo>
                  <a:cubicBezTo>
                    <a:pt x="37" y="356"/>
                    <a:pt x="0" y="320"/>
                    <a:pt x="0" y="274"/>
                  </a:cubicBezTo>
                  <a:cubicBezTo>
                    <a:pt x="0" y="82"/>
                    <a:pt x="0" y="82"/>
                    <a:pt x="0" y="82"/>
                  </a:cubicBezTo>
                  <a:cubicBezTo>
                    <a:pt x="0" y="37"/>
                    <a:pt x="37" y="0"/>
                    <a:pt x="82" y="0"/>
                  </a:cubicBezTo>
                  <a:lnTo>
                    <a:pt x="1049" y="0"/>
                  </a:lnTo>
                  <a:close/>
                </a:path>
              </a:pathLst>
            </a:custGeom>
            <a:solidFill>
              <a:srgbClr val="2378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 name="Freeform 8"/>
            <p:cNvSpPr>
              <a:spLocks noEditPoints="1"/>
            </p:cNvSpPr>
            <p:nvPr/>
          </p:nvSpPr>
          <p:spPr bwMode="auto">
            <a:xfrm>
              <a:off x="5954694" y="3249621"/>
              <a:ext cx="95250" cy="125413"/>
            </a:xfrm>
            <a:custGeom>
              <a:avLst/>
              <a:gdLst>
                <a:gd name="T0" fmla="*/ 0 w 79"/>
                <a:gd name="T1" fmla="*/ 2 h 105"/>
                <a:gd name="T2" fmla="*/ 32 w 79"/>
                <a:gd name="T3" fmla="*/ 0 h 105"/>
                <a:gd name="T4" fmla="*/ 65 w 79"/>
                <a:gd name="T5" fmla="*/ 8 h 105"/>
                <a:gd name="T6" fmla="*/ 75 w 79"/>
                <a:gd name="T7" fmla="*/ 30 h 105"/>
                <a:gd name="T8" fmla="*/ 57 w 79"/>
                <a:gd name="T9" fmla="*/ 56 h 105"/>
                <a:gd name="T10" fmla="*/ 57 w 79"/>
                <a:gd name="T11" fmla="*/ 57 h 105"/>
                <a:gd name="T12" fmla="*/ 70 w 79"/>
                <a:gd name="T13" fmla="*/ 76 h 105"/>
                <a:gd name="T14" fmla="*/ 79 w 79"/>
                <a:gd name="T15" fmla="*/ 105 h 105"/>
                <a:gd name="T16" fmla="*/ 55 w 79"/>
                <a:gd name="T17" fmla="*/ 105 h 105"/>
                <a:gd name="T18" fmla="*/ 48 w 79"/>
                <a:gd name="T19" fmla="*/ 81 h 105"/>
                <a:gd name="T20" fmla="*/ 31 w 79"/>
                <a:gd name="T21" fmla="*/ 64 h 105"/>
                <a:gd name="T22" fmla="*/ 23 w 79"/>
                <a:gd name="T23" fmla="*/ 64 h 105"/>
                <a:gd name="T24" fmla="*/ 23 w 79"/>
                <a:gd name="T25" fmla="*/ 105 h 105"/>
                <a:gd name="T26" fmla="*/ 0 w 79"/>
                <a:gd name="T27" fmla="*/ 105 h 105"/>
                <a:gd name="T28" fmla="*/ 0 w 79"/>
                <a:gd name="T29" fmla="*/ 2 h 105"/>
                <a:gd name="T30" fmla="*/ 23 w 79"/>
                <a:gd name="T31" fmla="*/ 47 h 105"/>
                <a:gd name="T32" fmla="*/ 33 w 79"/>
                <a:gd name="T33" fmla="*/ 47 h 105"/>
                <a:gd name="T34" fmla="*/ 52 w 79"/>
                <a:gd name="T35" fmla="*/ 32 h 105"/>
                <a:gd name="T36" fmla="*/ 34 w 79"/>
                <a:gd name="T37" fmla="*/ 18 h 105"/>
                <a:gd name="T38" fmla="*/ 23 w 79"/>
                <a:gd name="T39" fmla="*/ 18 h 105"/>
                <a:gd name="T40" fmla="*/ 23 w 79"/>
                <a:gd name="T41" fmla="*/ 4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9" h="105">
                  <a:moveTo>
                    <a:pt x="0" y="2"/>
                  </a:moveTo>
                  <a:cubicBezTo>
                    <a:pt x="8" y="1"/>
                    <a:pt x="19" y="0"/>
                    <a:pt x="32" y="0"/>
                  </a:cubicBezTo>
                  <a:cubicBezTo>
                    <a:pt x="47" y="0"/>
                    <a:pt x="58" y="3"/>
                    <a:pt x="65" y="8"/>
                  </a:cubicBezTo>
                  <a:cubicBezTo>
                    <a:pt x="72" y="13"/>
                    <a:pt x="75" y="21"/>
                    <a:pt x="75" y="30"/>
                  </a:cubicBezTo>
                  <a:cubicBezTo>
                    <a:pt x="75" y="44"/>
                    <a:pt x="66" y="53"/>
                    <a:pt x="57" y="56"/>
                  </a:cubicBezTo>
                  <a:cubicBezTo>
                    <a:pt x="57" y="57"/>
                    <a:pt x="57" y="57"/>
                    <a:pt x="57" y="57"/>
                  </a:cubicBezTo>
                  <a:cubicBezTo>
                    <a:pt x="64" y="59"/>
                    <a:pt x="68" y="66"/>
                    <a:pt x="70" y="76"/>
                  </a:cubicBezTo>
                  <a:cubicBezTo>
                    <a:pt x="74" y="88"/>
                    <a:pt x="77" y="101"/>
                    <a:pt x="79" y="105"/>
                  </a:cubicBezTo>
                  <a:cubicBezTo>
                    <a:pt x="55" y="105"/>
                    <a:pt x="55" y="105"/>
                    <a:pt x="55" y="105"/>
                  </a:cubicBezTo>
                  <a:cubicBezTo>
                    <a:pt x="53" y="102"/>
                    <a:pt x="51" y="94"/>
                    <a:pt x="48" y="81"/>
                  </a:cubicBezTo>
                  <a:cubicBezTo>
                    <a:pt x="45" y="68"/>
                    <a:pt x="40" y="65"/>
                    <a:pt x="31" y="64"/>
                  </a:cubicBezTo>
                  <a:cubicBezTo>
                    <a:pt x="23" y="64"/>
                    <a:pt x="23" y="64"/>
                    <a:pt x="23" y="64"/>
                  </a:cubicBezTo>
                  <a:cubicBezTo>
                    <a:pt x="23" y="105"/>
                    <a:pt x="23" y="105"/>
                    <a:pt x="23" y="105"/>
                  </a:cubicBezTo>
                  <a:cubicBezTo>
                    <a:pt x="0" y="105"/>
                    <a:pt x="0" y="105"/>
                    <a:pt x="0" y="105"/>
                  </a:cubicBezTo>
                  <a:lnTo>
                    <a:pt x="0" y="2"/>
                  </a:lnTo>
                  <a:close/>
                  <a:moveTo>
                    <a:pt x="23" y="47"/>
                  </a:moveTo>
                  <a:cubicBezTo>
                    <a:pt x="33" y="47"/>
                    <a:pt x="33" y="47"/>
                    <a:pt x="33" y="47"/>
                  </a:cubicBezTo>
                  <a:cubicBezTo>
                    <a:pt x="45" y="47"/>
                    <a:pt x="52" y="41"/>
                    <a:pt x="52" y="32"/>
                  </a:cubicBezTo>
                  <a:cubicBezTo>
                    <a:pt x="52" y="23"/>
                    <a:pt x="45" y="18"/>
                    <a:pt x="34" y="18"/>
                  </a:cubicBezTo>
                  <a:cubicBezTo>
                    <a:pt x="28" y="18"/>
                    <a:pt x="25" y="18"/>
                    <a:pt x="23" y="18"/>
                  </a:cubicBezTo>
                  <a:lnTo>
                    <a:pt x="23" y="47"/>
                  </a:lnTo>
                  <a:close/>
                </a:path>
              </a:pathLst>
            </a:custGeom>
            <a:solidFill>
              <a:srgbClr val="F6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 name="Freeform 9"/>
            <p:cNvSpPr>
              <a:spLocks noEditPoints="1"/>
            </p:cNvSpPr>
            <p:nvPr/>
          </p:nvSpPr>
          <p:spPr bwMode="auto">
            <a:xfrm>
              <a:off x="6059471" y="3282958"/>
              <a:ext cx="85725" cy="95250"/>
            </a:xfrm>
            <a:custGeom>
              <a:avLst/>
              <a:gdLst>
                <a:gd name="T0" fmla="*/ 22 w 72"/>
                <a:gd name="T1" fmla="*/ 47 h 79"/>
                <a:gd name="T2" fmla="*/ 44 w 72"/>
                <a:gd name="T3" fmla="*/ 62 h 79"/>
                <a:gd name="T4" fmla="*/ 65 w 72"/>
                <a:gd name="T5" fmla="*/ 58 h 79"/>
                <a:gd name="T6" fmla="*/ 68 w 72"/>
                <a:gd name="T7" fmla="*/ 74 h 79"/>
                <a:gd name="T8" fmla="*/ 40 w 72"/>
                <a:gd name="T9" fmla="*/ 79 h 79"/>
                <a:gd name="T10" fmla="*/ 0 w 72"/>
                <a:gd name="T11" fmla="*/ 40 h 79"/>
                <a:gd name="T12" fmla="*/ 38 w 72"/>
                <a:gd name="T13" fmla="*/ 0 h 79"/>
                <a:gd name="T14" fmla="*/ 72 w 72"/>
                <a:gd name="T15" fmla="*/ 38 h 79"/>
                <a:gd name="T16" fmla="*/ 71 w 72"/>
                <a:gd name="T17" fmla="*/ 47 h 79"/>
                <a:gd name="T18" fmla="*/ 22 w 72"/>
                <a:gd name="T19" fmla="*/ 47 h 79"/>
                <a:gd name="T20" fmla="*/ 50 w 72"/>
                <a:gd name="T21" fmla="*/ 31 h 79"/>
                <a:gd name="T22" fmla="*/ 37 w 72"/>
                <a:gd name="T23" fmla="*/ 16 h 79"/>
                <a:gd name="T24" fmla="*/ 22 w 72"/>
                <a:gd name="T25" fmla="*/ 31 h 79"/>
                <a:gd name="T26" fmla="*/ 50 w 72"/>
                <a:gd name="T27" fmla="*/ 31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79">
                  <a:moveTo>
                    <a:pt x="22" y="47"/>
                  </a:moveTo>
                  <a:cubicBezTo>
                    <a:pt x="23" y="57"/>
                    <a:pt x="33" y="62"/>
                    <a:pt x="44" y="62"/>
                  </a:cubicBezTo>
                  <a:cubicBezTo>
                    <a:pt x="52" y="62"/>
                    <a:pt x="58" y="60"/>
                    <a:pt x="65" y="58"/>
                  </a:cubicBezTo>
                  <a:cubicBezTo>
                    <a:pt x="68" y="74"/>
                    <a:pt x="68" y="74"/>
                    <a:pt x="68" y="74"/>
                  </a:cubicBezTo>
                  <a:cubicBezTo>
                    <a:pt x="60" y="77"/>
                    <a:pt x="51" y="79"/>
                    <a:pt x="40" y="79"/>
                  </a:cubicBezTo>
                  <a:cubicBezTo>
                    <a:pt x="15" y="79"/>
                    <a:pt x="0" y="64"/>
                    <a:pt x="0" y="40"/>
                  </a:cubicBezTo>
                  <a:cubicBezTo>
                    <a:pt x="0" y="21"/>
                    <a:pt x="12" y="0"/>
                    <a:pt x="38" y="0"/>
                  </a:cubicBezTo>
                  <a:cubicBezTo>
                    <a:pt x="63" y="0"/>
                    <a:pt x="72" y="19"/>
                    <a:pt x="72" y="38"/>
                  </a:cubicBezTo>
                  <a:cubicBezTo>
                    <a:pt x="72" y="42"/>
                    <a:pt x="72" y="45"/>
                    <a:pt x="71" y="47"/>
                  </a:cubicBezTo>
                  <a:lnTo>
                    <a:pt x="22" y="47"/>
                  </a:lnTo>
                  <a:close/>
                  <a:moveTo>
                    <a:pt x="50" y="31"/>
                  </a:moveTo>
                  <a:cubicBezTo>
                    <a:pt x="50" y="25"/>
                    <a:pt x="48" y="16"/>
                    <a:pt x="37" y="16"/>
                  </a:cubicBezTo>
                  <a:cubicBezTo>
                    <a:pt x="27" y="16"/>
                    <a:pt x="23" y="25"/>
                    <a:pt x="22" y="31"/>
                  </a:cubicBezTo>
                  <a:lnTo>
                    <a:pt x="50" y="31"/>
                  </a:lnTo>
                  <a:close/>
                </a:path>
              </a:pathLst>
            </a:custGeom>
            <a:solidFill>
              <a:srgbClr val="F6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 name="Freeform 10"/>
            <p:cNvSpPr>
              <a:spLocks noEditPoints="1"/>
            </p:cNvSpPr>
            <p:nvPr/>
          </p:nvSpPr>
          <p:spPr bwMode="auto">
            <a:xfrm>
              <a:off x="6156309" y="3282958"/>
              <a:ext cx="82549" cy="95250"/>
            </a:xfrm>
            <a:custGeom>
              <a:avLst/>
              <a:gdLst>
                <a:gd name="T0" fmla="*/ 68 w 69"/>
                <a:gd name="T1" fmla="*/ 59 h 79"/>
                <a:gd name="T2" fmla="*/ 69 w 69"/>
                <a:gd name="T3" fmla="*/ 77 h 79"/>
                <a:gd name="T4" fmla="*/ 48 w 69"/>
                <a:gd name="T5" fmla="*/ 77 h 79"/>
                <a:gd name="T6" fmla="*/ 47 w 69"/>
                <a:gd name="T7" fmla="*/ 70 h 79"/>
                <a:gd name="T8" fmla="*/ 46 w 69"/>
                <a:gd name="T9" fmla="*/ 70 h 79"/>
                <a:gd name="T10" fmla="*/ 25 w 69"/>
                <a:gd name="T11" fmla="*/ 79 h 79"/>
                <a:gd name="T12" fmla="*/ 0 w 69"/>
                <a:gd name="T13" fmla="*/ 56 h 79"/>
                <a:gd name="T14" fmla="*/ 45 w 69"/>
                <a:gd name="T15" fmla="*/ 27 h 79"/>
                <a:gd name="T16" fmla="*/ 45 w 69"/>
                <a:gd name="T17" fmla="*/ 26 h 79"/>
                <a:gd name="T18" fmla="*/ 31 w 69"/>
                <a:gd name="T19" fmla="*/ 16 h 79"/>
                <a:gd name="T20" fmla="*/ 10 w 69"/>
                <a:gd name="T21" fmla="*/ 22 h 79"/>
                <a:gd name="T22" fmla="*/ 6 w 69"/>
                <a:gd name="T23" fmla="*/ 7 h 79"/>
                <a:gd name="T24" fmla="*/ 35 w 69"/>
                <a:gd name="T25" fmla="*/ 0 h 79"/>
                <a:gd name="T26" fmla="*/ 68 w 69"/>
                <a:gd name="T27" fmla="*/ 33 h 79"/>
                <a:gd name="T28" fmla="*/ 68 w 69"/>
                <a:gd name="T29" fmla="*/ 59 h 79"/>
                <a:gd name="T30" fmla="*/ 45 w 69"/>
                <a:gd name="T31" fmla="*/ 42 h 79"/>
                <a:gd name="T32" fmla="*/ 23 w 69"/>
                <a:gd name="T33" fmla="*/ 54 h 79"/>
                <a:gd name="T34" fmla="*/ 33 w 69"/>
                <a:gd name="T35" fmla="*/ 63 h 79"/>
                <a:gd name="T36" fmla="*/ 45 w 69"/>
                <a:gd name="T37" fmla="*/ 54 h 79"/>
                <a:gd name="T38" fmla="*/ 45 w 69"/>
                <a:gd name="T39" fmla="*/ 50 h 79"/>
                <a:gd name="T40" fmla="*/ 45 w 69"/>
                <a:gd name="T41" fmla="*/ 4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9" h="79">
                  <a:moveTo>
                    <a:pt x="68" y="59"/>
                  </a:moveTo>
                  <a:cubicBezTo>
                    <a:pt x="68" y="66"/>
                    <a:pt x="69" y="73"/>
                    <a:pt x="69" y="77"/>
                  </a:cubicBezTo>
                  <a:cubicBezTo>
                    <a:pt x="48" y="77"/>
                    <a:pt x="48" y="77"/>
                    <a:pt x="48" y="77"/>
                  </a:cubicBezTo>
                  <a:cubicBezTo>
                    <a:pt x="47" y="70"/>
                    <a:pt x="47" y="70"/>
                    <a:pt x="47" y="70"/>
                  </a:cubicBezTo>
                  <a:cubicBezTo>
                    <a:pt x="46" y="70"/>
                    <a:pt x="46" y="70"/>
                    <a:pt x="46" y="70"/>
                  </a:cubicBezTo>
                  <a:cubicBezTo>
                    <a:pt x="41" y="76"/>
                    <a:pt x="34" y="79"/>
                    <a:pt x="25" y="79"/>
                  </a:cubicBezTo>
                  <a:cubicBezTo>
                    <a:pt x="9" y="79"/>
                    <a:pt x="0" y="68"/>
                    <a:pt x="0" y="56"/>
                  </a:cubicBezTo>
                  <a:cubicBezTo>
                    <a:pt x="0" y="36"/>
                    <a:pt x="18" y="27"/>
                    <a:pt x="45" y="27"/>
                  </a:cubicBezTo>
                  <a:cubicBezTo>
                    <a:pt x="45" y="26"/>
                    <a:pt x="45" y="26"/>
                    <a:pt x="45" y="26"/>
                  </a:cubicBezTo>
                  <a:cubicBezTo>
                    <a:pt x="45" y="22"/>
                    <a:pt x="42" y="16"/>
                    <a:pt x="31" y="16"/>
                  </a:cubicBezTo>
                  <a:cubicBezTo>
                    <a:pt x="23" y="16"/>
                    <a:pt x="15" y="19"/>
                    <a:pt x="10" y="22"/>
                  </a:cubicBezTo>
                  <a:cubicBezTo>
                    <a:pt x="6" y="7"/>
                    <a:pt x="6" y="7"/>
                    <a:pt x="6" y="7"/>
                  </a:cubicBezTo>
                  <a:cubicBezTo>
                    <a:pt x="11" y="4"/>
                    <a:pt x="21" y="0"/>
                    <a:pt x="35" y="0"/>
                  </a:cubicBezTo>
                  <a:cubicBezTo>
                    <a:pt x="60" y="0"/>
                    <a:pt x="68" y="15"/>
                    <a:pt x="68" y="33"/>
                  </a:cubicBezTo>
                  <a:lnTo>
                    <a:pt x="68" y="59"/>
                  </a:lnTo>
                  <a:close/>
                  <a:moveTo>
                    <a:pt x="45" y="42"/>
                  </a:moveTo>
                  <a:cubicBezTo>
                    <a:pt x="33" y="41"/>
                    <a:pt x="23" y="44"/>
                    <a:pt x="23" y="54"/>
                  </a:cubicBezTo>
                  <a:cubicBezTo>
                    <a:pt x="23" y="60"/>
                    <a:pt x="27" y="63"/>
                    <a:pt x="33" y="63"/>
                  </a:cubicBezTo>
                  <a:cubicBezTo>
                    <a:pt x="39" y="63"/>
                    <a:pt x="43" y="59"/>
                    <a:pt x="45" y="54"/>
                  </a:cubicBezTo>
                  <a:cubicBezTo>
                    <a:pt x="45" y="53"/>
                    <a:pt x="45" y="51"/>
                    <a:pt x="45" y="50"/>
                  </a:cubicBezTo>
                  <a:lnTo>
                    <a:pt x="45" y="42"/>
                  </a:lnTo>
                  <a:close/>
                </a:path>
              </a:pathLst>
            </a:custGeom>
            <a:solidFill>
              <a:srgbClr val="F6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 name="Freeform 11"/>
            <p:cNvSpPr>
              <a:spLocks noEditPoints="1"/>
            </p:cNvSpPr>
            <p:nvPr/>
          </p:nvSpPr>
          <p:spPr bwMode="auto">
            <a:xfrm>
              <a:off x="6254735" y="3243271"/>
              <a:ext cx="95250" cy="134938"/>
            </a:xfrm>
            <a:custGeom>
              <a:avLst/>
              <a:gdLst>
                <a:gd name="T0" fmla="*/ 78 w 79"/>
                <a:gd name="T1" fmla="*/ 0 h 112"/>
                <a:gd name="T2" fmla="*/ 78 w 79"/>
                <a:gd name="T3" fmla="*/ 88 h 112"/>
                <a:gd name="T4" fmla="*/ 79 w 79"/>
                <a:gd name="T5" fmla="*/ 110 h 112"/>
                <a:gd name="T6" fmla="*/ 58 w 79"/>
                <a:gd name="T7" fmla="*/ 110 h 112"/>
                <a:gd name="T8" fmla="*/ 57 w 79"/>
                <a:gd name="T9" fmla="*/ 99 h 112"/>
                <a:gd name="T10" fmla="*/ 57 w 79"/>
                <a:gd name="T11" fmla="*/ 99 h 112"/>
                <a:gd name="T12" fmla="*/ 33 w 79"/>
                <a:gd name="T13" fmla="*/ 112 h 112"/>
                <a:gd name="T14" fmla="*/ 1 w 79"/>
                <a:gd name="T15" fmla="*/ 73 h 112"/>
                <a:gd name="T16" fmla="*/ 35 w 79"/>
                <a:gd name="T17" fmla="*/ 33 h 112"/>
                <a:gd name="T18" fmla="*/ 55 w 79"/>
                <a:gd name="T19" fmla="*/ 41 h 112"/>
                <a:gd name="T20" fmla="*/ 55 w 79"/>
                <a:gd name="T21" fmla="*/ 41 h 112"/>
                <a:gd name="T22" fmla="*/ 55 w 79"/>
                <a:gd name="T23" fmla="*/ 0 h 112"/>
                <a:gd name="T24" fmla="*/ 78 w 79"/>
                <a:gd name="T25" fmla="*/ 0 h 112"/>
                <a:gd name="T26" fmla="*/ 55 w 79"/>
                <a:gd name="T27" fmla="*/ 67 h 112"/>
                <a:gd name="T28" fmla="*/ 55 w 79"/>
                <a:gd name="T29" fmla="*/ 63 h 112"/>
                <a:gd name="T30" fmla="*/ 41 w 79"/>
                <a:gd name="T31" fmla="*/ 51 h 112"/>
                <a:gd name="T32" fmla="*/ 24 w 79"/>
                <a:gd name="T33" fmla="*/ 73 h 112"/>
                <a:gd name="T34" fmla="*/ 41 w 79"/>
                <a:gd name="T35" fmla="*/ 93 h 112"/>
                <a:gd name="T36" fmla="*/ 54 w 79"/>
                <a:gd name="T37" fmla="*/ 82 h 112"/>
                <a:gd name="T38" fmla="*/ 55 w 79"/>
                <a:gd name="T39" fmla="*/ 77 h 112"/>
                <a:gd name="T40" fmla="*/ 55 w 79"/>
                <a:gd name="T41" fmla="*/ 6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9" h="112">
                  <a:moveTo>
                    <a:pt x="78" y="0"/>
                  </a:moveTo>
                  <a:cubicBezTo>
                    <a:pt x="78" y="88"/>
                    <a:pt x="78" y="88"/>
                    <a:pt x="78" y="88"/>
                  </a:cubicBezTo>
                  <a:cubicBezTo>
                    <a:pt x="78" y="96"/>
                    <a:pt x="79" y="105"/>
                    <a:pt x="79" y="110"/>
                  </a:cubicBezTo>
                  <a:cubicBezTo>
                    <a:pt x="58" y="110"/>
                    <a:pt x="58" y="110"/>
                    <a:pt x="58" y="110"/>
                  </a:cubicBezTo>
                  <a:cubicBezTo>
                    <a:pt x="57" y="99"/>
                    <a:pt x="57" y="99"/>
                    <a:pt x="57" y="99"/>
                  </a:cubicBezTo>
                  <a:cubicBezTo>
                    <a:pt x="57" y="99"/>
                    <a:pt x="57" y="99"/>
                    <a:pt x="57" y="99"/>
                  </a:cubicBezTo>
                  <a:cubicBezTo>
                    <a:pt x="52" y="108"/>
                    <a:pt x="43" y="112"/>
                    <a:pt x="33" y="112"/>
                  </a:cubicBezTo>
                  <a:cubicBezTo>
                    <a:pt x="15" y="112"/>
                    <a:pt x="1" y="97"/>
                    <a:pt x="1" y="73"/>
                  </a:cubicBezTo>
                  <a:cubicBezTo>
                    <a:pt x="0" y="48"/>
                    <a:pt x="16" y="33"/>
                    <a:pt x="35" y="33"/>
                  </a:cubicBezTo>
                  <a:cubicBezTo>
                    <a:pt x="44" y="33"/>
                    <a:pt x="51" y="36"/>
                    <a:pt x="55" y="41"/>
                  </a:cubicBezTo>
                  <a:cubicBezTo>
                    <a:pt x="55" y="41"/>
                    <a:pt x="55" y="41"/>
                    <a:pt x="55" y="41"/>
                  </a:cubicBezTo>
                  <a:cubicBezTo>
                    <a:pt x="55" y="0"/>
                    <a:pt x="55" y="0"/>
                    <a:pt x="55" y="0"/>
                  </a:cubicBezTo>
                  <a:lnTo>
                    <a:pt x="78" y="0"/>
                  </a:lnTo>
                  <a:close/>
                  <a:moveTo>
                    <a:pt x="55" y="67"/>
                  </a:moveTo>
                  <a:cubicBezTo>
                    <a:pt x="55" y="66"/>
                    <a:pt x="55" y="64"/>
                    <a:pt x="55" y="63"/>
                  </a:cubicBezTo>
                  <a:cubicBezTo>
                    <a:pt x="53" y="56"/>
                    <a:pt x="48" y="51"/>
                    <a:pt x="41" y="51"/>
                  </a:cubicBezTo>
                  <a:cubicBezTo>
                    <a:pt x="30" y="51"/>
                    <a:pt x="24" y="61"/>
                    <a:pt x="24" y="73"/>
                  </a:cubicBezTo>
                  <a:cubicBezTo>
                    <a:pt x="24" y="85"/>
                    <a:pt x="31" y="93"/>
                    <a:pt x="41" y="93"/>
                  </a:cubicBezTo>
                  <a:cubicBezTo>
                    <a:pt x="47" y="93"/>
                    <a:pt x="53" y="89"/>
                    <a:pt x="54" y="82"/>
                  </a:cubicBezTo>
                  <a:cubicBezTo>
                    <a:pt x="55" y="80"/>
                    <a:pt x="55" y="79"/>
                    <a:pt x="55" y="77"/>
                  </a:cubicBezTo>
                  <a:lnTo>
                    <a:pt x="55" y="67"/>
                  </a:lnTo>
                  <a:close/>
                </a:path>
              </a:pathLst>
            </a:custGeom>
            <a:solidFill>
              <a:srgbClr val="F6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 name="Freeform 12"/>
            <p:cNvSpPr>
              <a:spLocks/>
            </p:cNvSpPr>
            <p:nvPr/>
          </p:nvSpPr>
          <p:spPr bwMode="auto">
            <a:xfrm>
              <a:off x="6408723" y="3282958"/>
              <a:ext cx="138113" cy="92075"/>
            </a:xfrm>
            <a:custGeom>
              <a:avLst/>
              <a:gdLst>
                <a:gd name="T0" fmla="*/ 1 w 115"/>
                <a:gd name="T1" fmla="*/ 26 h 77"/>
                <a:gd name="T2" fmla="*/ 0 w 115"/>
                <a:gd name="T3" fmla="*/ 2 h 77"/>
                <a:gd name="T4" fmla="*/ 20 w 115"/>
                <a:gd name="T5" fmla="*/ 2 h 77"/>
                <a:gd name="T6" fmla="*/ 21 w 115"/>
                <a:gd name="T7" fmla="*/ 12 h 77"/>
                <a:gd name="T8" fmla="*/ 21 w 115"/>
                <a:gd name="T9" fmla="*/ 12 h 77"/>
                <a:gd name="T10" fmla="*/ 44 w 115"/>
                <a:gd name="T11" fmla="*/ 0 h 77"/>
                <a:gd name="T12" fmla="*/ 65 w 115"/>
                <a:gd name="T13" fmla="*/ 13 h 77"/>
                <a:gd name="T14" fmla="*/ 65 w 115"/>
                <a:gd name="T15" fmla="*/ 13 h 77"/>
                <a:gd name="T16" fmla="*/ 75 w 115"/>
                <a:gd name="T17" fmla="*/ 4 h 77"/>
                <a:gd name="T18" fmla="*/ 90 w 115"/>
                <a:gd name="T19" fmla="*/ 0 h 77"/>
                <a:gd name="T20" fmla="*/ 115 w 115"/>
                <a:gd name="T21" fmla="*/ 33 h 77"/>
                <a:gd name="T22" fmla="*/ 115 w 115"/>
                <a:gd name="T23" fmla="*/ 77 h 77"/>
                <a:gd name="T24" fmla="*/ 92 w 115"/>
                <a:gd name="T25" fmla="*/ 77 h 77"/>
                <a:gd name="T26" fmla="*/ 92 w 115"/>
                <a:gd name="T27" fmla="*/ 36 h 77"/>
                <a:gd name="T28" fmla="*/ 81 w 115"/>
                <a:gd name="T29" fmla="*/ 19 h 77"/>
                <a:gd name="T30" fmla="*/ 70 w 115"/>
                <a:gd name="T31" fmla="*/ 27 h 77"/>
                <a:gd name="T32" fmla="*/ 69 w 115"/>
                <a:gd name="T33" fmla="*/ 33 h 77"/>
                <a:gd name="T34" fmla="*/ 69 w 115"/>
                <a:gd name="T35" fmla="*/ 77 h 77"/>
                <a:gd name="T36" fmla="*/ 46 w 115"/>
                <a:gd name="T37" fmla="*/ 77 h 77"/>
                <a:gd name="T38" fmla="*/ 46 w 115"/>
                <a:gd name="T39" fmla="*/ 35 h 77"/>
                <a:gd name="T40" fmla="*/ 36 w 115"/>
                <a:gd name="T41" fmla="*/ 19 h 77"/>
                <a:gd name="T42" fmla="*/ 25 w 115"/>
                <a:gd name="T43" fmla="*/ 27 h 77"/>
                <a:gd name="T44" fmla="*/ 24 w 115"/>
                <a:gd name="T45" fmla="*/ 33 h 77"/>
                <a:gd name="T46" fmla="*/ 24 w 115"/>
                <a:gd name="T47" fmla="*/ 77 h 77"/>
                <a:gd name="T48" fmla="*/ 1 w 115"/>
                <a:gd name="T49" fmla="*/ 77 h 77"/>
                <a:gd name="T50" fmla="*/ 1 w 115"/>
                <a:gd name="T51" fmla="*/ 2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5" h="77">
                  <a:moveTo>
                    <a:pt x="1" y="26"/>
                  </a:moveTo>
                  <a:cubicBezTo>
                    <a:pt x="1" y="16"/>
                    <a:pt x="0" y="8"/>
                    <a:pt x="0" y="2"/>
                  </a:cubicBezTo>
                  <a:cubicBezTo>
                    <a:pt x="20" y="2"/>
                    <a:pt x="20" y="2"/>
                    <a:pt x="20" y="2"/>
                  </a:cubicBezTo>
                  <a:cubicBezTo>
                    <a:pt x="21" y="12"/>
                    <a:pt x="21" y="12"/>
                    <a:pt x="21" y="12"/>
                  </a:cubicBezTo>
                  <a:cubicBezTo>
                    <a:pt x="21" y="12"/>
                    <a:pt x="21" y="12"/>
                    <a:pt x="21" y="12"/>
                  </a:cubicBezTo>
                  <a:cubicBezTo>
                    <a:pt x="25" y="7"/>
                    <a:pt x="31" y="0"/>
                    <a:pt x="44" y="0"/>
                  </a:cubicBezTo>
                  <a:cubicBezTo>
                    <a:pt x="54" y="0"/>
                    <a:pt x="62" y="5"/>
                    <a:pt x="65" y="13"/>
                  </a:cubicBezTo>
                  <a:cubicBezTo>
                    <a:pt x="65" y="13"/>
                    <a:pt x="65" y="13"/>
                    <a:pt x="65" y="13"/>
                  </a:cubicBezTo>
                  <a:cubicBezTo>
                    <a:pt x="68" y="9"/>
                    <a:pt x="72" y="6"/>
                    <a:pt x="75" y="4"/>
                  </a:cubicBezTo>
                  <a:cubicBezTo>
                    <a:pt x="79" y="1"/>
                    <a:pt x="84" y="0"/>
                    <a:pt x="90" y="0"/>
                  </a:cubicBezTo>
                  <a:cubicBezTo>
                    <a:pt x="104" y="0"/>
                    <a:pt x="115" y="10"/>
                    <a:pt x="115" y="33"/>
                  </a:cubicBezTo>
                  <a:cubicBezTo>
                    <a:pt x="115" y="77"/>
                    <a:pt x="115" y="77"/>
                    <a:pt x="115" y="77"/>
                  </a:cubicBezTo>
                  <a:cubicBezTo>
                    <a:pt x="92" y="77"/>
                    <a:pt x="92" y="77"/>
                    <a:pt x="92" y="77"/>
                  </a:cubicBezTo>
                  <a:cubicBezTo>
                    <a:pt x="92" y="36"/>
                    <a:pt x="92" y="36"/>
                    <a:pt x="92" y="36"/>
                  </a:cubicBezTo>
                  <a:cubicBezTo>
                    <a:pt x="92" y="25"/>
                    <a:pt x="89" y="19"/>
                    <a:pt x="81" y="19"/>
                  </a:cubicBezTo>
                  <a:cubicBezTo>
                    <a:pt x="76" y="19"/>
                    <a:pt x="72" y="23"/>
                    <a:pt x="70" y="27"/>
                  </a:cubicBezTo>
                  <a:cubicBezTo>
                    <a:pt x="70" y="29"/>
                    <a:pt x="69" y="31"/>
                    <a:pt x="69" y="33"/>
                  </a:cubicBezTo>
                  <a:cubicBezTo>
                    <a:pt x="69" y="77"/>
                    <a:pt x="69" y="77"/>
                    <a:pt x="69" y="77"/>
                  </a:cubicBezTo>
                  <a:cubicBezTo>
                    <a:pt x="46" y="77"/>
                    <a:pt x="46" y="77"/>
                    <a:pt x="46" y="77"/>
                  </a:cubicBezTo>
                  <a:cubicBezTo>
                    <a:pt x="46" y="35"/>
                    <a:pt x="46" y="35"/>
                    <a:pt x="46" y="35"/>
                  </a:cubicBezTo>
                  <a:cubicBezTo>
                    <a:pt x="46" y="25"/>
                    <a:pt x="43" y="19"/>
                    <a:pt x="36" y="19"/>
                  </a:cubicBezTo>
                  <a:cubicBezTo>
                    <a:pt x="30" y="19"/>
                    <a:pt x="26" y="24"/>
                    <a:pt x="25" y="27"/>
                  </a:cubicBezTo>
                  <a:cubicBezTo>
                    <a:pt x="24" y="29"/>
                    <a:pt x="24" y="31"/>
                    <a:pt x="24" y="33"/>
                  </a:cubicBezTo>
                  <a:cubicBezTo>
                    <a:pt x="24" y="77"/>
                    <a:pt x="24" y="77"/>
                    <a:pt x="24" y="77"/>
                  </a:cubicBezTo>
                  <a:cubicBezTo>
                    <a:pt x="1" y="77"/>
                    <a:pt x="1" y="77"/>
                    <a:pt x="1" y="77"/>
                  </a:cubicBezTo>
                  <a:lnTo>
                    <a:pt x="1" y="26"/>
                  </a:lnTo>
                  <a:close/>
                </a:path>
              </a:pathLst>
            </a:custGeom>
            <a:solidFill>
              <a:srgbClr val="F6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 name="Freeform 13"/>
            <p:cNvSpPr>
              <a:spLocks noEditPoints="1"/>
            </p:cNvSpPr>
            <p:nvPr/>
          </p:nvSpPr>
          <p:spPr bwMode="auto">
            <a:xfrm>
              <a:off x="6564302" y="3282958"/>
              <a:ext cx="95250" cy="95250"/>
            </a:xfrm>
            <a:custGeom>
              <a:avLst/>
              <a:gdLst>
                <a:gd name="T0" fmla="*/ 79 w 79"/>
                <a:gd name="T1" fmla="*/ 39 h 79"/>
                <a:gd name="T2" fmla="*/ 39 w 79"/>
                <a:gd name="T3" fmla="*/ 79 h 79"/>
                <a:gd name="T4" fmla="*/ 0 w 79"/>
                <a:gd name="T5" fmla="*/ 40 h 79"/>
                <a:gd name="T6" fmla="*/ 40 w 79"/>
                <a:gd name="T7" fmla="*/ 0 h 79"/>
                <a:gd name="T8" fmla="*/ 79 w 79"/>
                <a:gd name="T9" fmla="*/ 39 h 79"/>
                <a:gd name="T10" fmla="*/ 24 w 79"/>
                <a:gd name="T11" fmla="*/ 40 h 79"/>
                <a:gd name="T12" fmla="*/ 40 w 79"/>
                <a:gd name="T13" fmla="*/ 62 h 79"/>
                <a:gd name="T14" fmla="*/ 55 w 79"/>
                <a:gd name="T15" fmla="*/ 40 h 79"/>
                <a:gd name="T16" fmla="*/ 40 w 79"/>
                <a:gd name="T17" fmla="*/ 17 h 79"/>
                <a:gd name="T18" fmla="*/ 24 w 79"/>
                <a:gd name="T19" fmla="*/ 4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79">
                  <a:moveTo>
                    <a:pt x="79" y="39"/>
                  </a:moveTo>
                  <a:cubicBezTo>
                    <a:pt x="79" y="66"/>
                    <a:pt x="59" y="79"/>
                    <a:pt x="39" y="79"/>
                  </a:cubicBezTo>
                  <a:cubicBezTo>
                    <a:pt x="17" y="79"/>
                    <a:pt x="0" y="65"/>
                    <a:pt x="0" y="40"/>
                  </a:cubicBezTo>
                  <a:cubicBezTo>
                    <a:pt x="0" y="16"/>
                    <a:pt x="16" y="0"/>
                    <a:pt x="40" y="0"/>
                  </a:cubicBezTo>
                  <a:cubicBezTo>
                    <a:pt x="63" y="0"/>
                    <a:pt x="79" y="16"/>
                    <a:pt x="79" y="39"/>
                  </a:cubicBezTo>
                  <a:close/>
                  <a:moveTo>
                    <a:pt x="24" y="40"/>
                  </a:moveTo>
                  <a:cubicBezTo>
                    <a:pt x="24" y="53"/>
                    <a:pt x="29" y="62"/>
                    <a:pt x="40" y="62"/>
                  </a:cubicBezTo>
                  <a:cubicBezTo>
                    <a:pt x="49" y="62"/>
                    <a:pt x="55" y="53"/>
                    <a:pt x="55" y="40"/>
                  </a:cubicBezTo>
                  <a:cubicBezTo>
                    <a:pt x="55" y="28"/>
                    <a:pt x="50" y="17"/>
                    <a:pt x="40" y="17"/>
                  </a:cubicBezTo>
                  <a:cubicBezTo>
                    <a:pt x="28" y="17"/>
                    <a:pt x="24" y="28"/>
                    <a:pt x="24" y="40"/>
                  </a:cubicBezTo>
                  <a:close/>
                </a:path>
              </a:pathLst>
            </a:custGeom>
            <a:solidFill>
              <a:srgbClr val="F6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 name="Freeform 14"/>
            <p:cNvSpPr>
              <a:spLocks/>
            </p:cNvSpPr>
            <p:nvPr/>
          </p:nvSpPr>
          <p:spPr bwMode="auto">
            <a:xfrm>
              <a:off x="6675425" y="3282958"/>
              <a:ext cx="57150" cy="92075"/>
            </a:xfrm>
            <a:custGeom>
              <a:avLst/>
              <a:gdLst>
                <a:gd name="T0" fmla="*/ 0 w 47"/>
                <a:gd name="T1" fmla="*/ 27 h 77"/>
                <a:gd name="T2" fmla="*/ 0 w 47"/>
                <a:gd name="T3" fmla="*/ 2 h 77"/>
                <a:gd name="T4" fmla="*/ 20 w 47"/>
                <a:gd name="T5" fmla="*/ 2 h 77"/>
                <a:gd name="T6" fmla="*/ 21 w 47"/>
                <a:gd name="T7" fmla="*/ 16 h 77"/>
                <a:gd name="T8" fmla="*/ 21 w 47"/>
                <a:gd name="T9" fmla="*/ 16 h 77"/>
                <a:gd name="T10" fmla="*/ 42 w 47"/>
                <a:gd name="T11" fmla="*/ 0 h 77"/>
                <a:gd name="T12" fmla="*/ 47 w 47"/>
                <a:gd name="T13" fmla="*/ 0 h 77"/>
                <a:gd name="T14" fmla="*/ 47 w 47"/>
                <a:gd name="T15" fmla="*/ 23 h 77"/>
                <a:gd name="T16" fmla="*/ 41 w 47"/>
                <a:gd name="T17" fmla="*/ 22 h 77"/>
                <a:gd name="T18" fmla="*/ 24 w 47"/>
                <a:gd name="T19" fmla="*/ 34 h 77"/>
                <a:gd name="T20" fmla="*/ 24 w 47"/>
                <a:gd name="T21" fmla="*/ 39 h 77"/>
                <a:gd name="T22" fmla="*/ 24 w 47"/>
                <a:gd name="T23" fmla="*/ 77 h 77"/>
                <a:gd name="T24" fmla="*/ 0 w 47"/>
                <a:gd name="T25" fmla="*/ 77 h 77"/>
                <a:gd name="T26" fmla="*/ 0 w 47"/>
                <a:gd name="T27" fmla="*/ 2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7" h="77">
                  <a:moveTo>
                    <a:pt x="0" y="27"/>
                  </a:moveTo>
                  <a:cubicBezTo>
                    <a:pt x="0" y="15"/>
                    <a:pt x="0" y="8"/>
                    <a:pt x="0" y="2"/>
                  </a:cubicBezTo>
                  <a:cubicBezTo>
                    <a:pt x="20" y="2"/>
                    <a:pt x="20" y="2"/>
                    <a:pt x="20" y="2"/>
                  </a:cubicBezTo>
                  <a:cubicBezTo>
                    <a:pt x="21" y="16"/>
                    <a:pt x="21" y="16"/>
                    <a:pt x="21" y="16"/>
                  </a:cubicBezTo>
                  <a:cubicBezTo>
                    <a:pt x="21" y="16"/>
                    <a:pt x="21" y="16"/>
                    <a:pt x="21" y="16"/>
                  </a:cubicBezTo>
                  <a:cubicBezTo>
                    <a:pt x="25" y="5"/>
                    <a:pt x="35" y="0"/>
                    <a:pt x="42" y="0"/>
                  </a:cubicBezTo>
                  <a:cubicBezTo>
                    <a:pt x="44" y="0"/>
                    <a:pt x="45" y="0"/>
                    <a:pt x="47" y="0"/>
                  </a:cubicBezTo>
                  <a:cubicBezTo>
                    <a:pt x="47" y="23"/>
                    <a:pt x="47" y="23"/>
                    <a:pt x="47" y="23"/>
                  </a:cubicBezTo>
                  <a:cubicBezTo>
                    <a:pt x="45" y="22"/>
                    <a:pt x="43" y="22"/>
                    <a:pt x="41" y="22"/>
                  </a:cubicBezTo>
                  <a:cubicBezTo>
                    <a:pt x="32" y="22"/>
                    <a:pt x="26" y="26"/>
                    <a:pt x="24" y="34"/>
                  </a:cubicBezTo>
                  <a:cubicBezTo>
                    <a:pt x="24" y="35"/>
                    <a:pt x="24" y="37"/>
                    <a:pt x="24" y="39"/>
                  </a:cubicBezTo>
                  <a:cubicBezTo>
                    <a:pt x="24" y="77"/>
                    <a:pt x="24" y="77"/>
                    <a:pt x="24" y="77"/>
                  </a:cubicBezTo>
                  <a:cubicBezTo>
                    <a:pt x="0" y="77"/>
                    <a:pt x="0" y="77"/>
                    <a:pt x="0" y="77"/>
                  </a:cubicBezTo>
                  <a:lnTo>
                    <a:pt x="0" y="27"/>
                  </a:lnTo>
                  <a:close/>
                </a:path>
              </a:pathLst>
            </a:custGeom>
            <a:solidFill>
              <a:srgbClr val="F6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 name="Freeform 15"/>
            <p:cNvSpPr>
              <a:spLocks noEditPoints="1"/>
            </p:cNvSpPr>
            <p:nvPr/>
          </p:nvSpPr>
          <p:spPr bwMode="auto">
            <a:xfrm>
              <a:off x="6740509" y="3282958"/>
              <a:ext cx="85725" cy="95250"/>
            </a:xfrm>
            <a:custGeom>
              <a:avLst/>
              <a:gdLst>
                <a:gd name="T0" fmla="*/ 22 w 72"/>
                <a:gd name="T1" fmla="*/ 47 h 79"/>
                <a:gd name="T2" fmla="*/ 44 w 72"/>
                <a:gd name="T3" fmla="*/ 62 h 79"/>
                <a:gd name="T4" fmla="*/ 64 w 72"/>
                <a:gd name="T5" fmla="*/ 58 h 79"/>
                <a:gd name="T6" fmla="*/ 68 w 72"/>
                <a:gd name="T7" fmla="*/ 74 h 79"/>
                <a:gd name="T8" fmla="*/ 40 w 72"/>
                <a:gd name="T9" fmla="*/ 79 h 79"/>
                <a:gd name="T10" fmla="*/ 0 w 72"/>
                <a:gd name="T11" fmla="*/ 40 h 79"/>
                <a:gd name="T12" fmla="*/ 38 w 72"/>
                <a:gd name="T13" fmla="*/ 0 h 79"/>
                <a:gd name="T14" fmla="*/ 72 w 72"/>
                <a:gd name="T15" fmla="*/ 38 h 79"/>
                <a:gd name="T16" fmla="*/ 71 w 72"/>
                <a:gd name="T17" fmla="*/ 47 h 79"/>
                <a:gd name="T18" fmla="*/ 22 w 72"/>
                <a:gd name="T19" fmla="*/ 47 h 79"/>
                <a:gd name="T20" fmla="*/ 50 w 72"/>
                <a:gd name="T21" fmla="*/ 31 h 79"/>
                <a:gd name="T22" fmla="*/ 37 w 72"/>
                <a:gd name="T23" fmla="*/ 16 h 79"/>
                <a:gd name="T24" fmla="*/ 22 w 72"/>
                <a:gd name="T25" fmla="*/ 31 h 79"/>
                <a:gd name="T26" fmla="*/ 50 w 72"/>
                <a:gd name="T27" fmla="*/ 31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79">
                  <a:moveTo>
                    <a:pt x="22" y="47"/>
                  </a:moveTo>
                  <a:cubicBezTo>
                    <a:pt x="23" y="57"/>
                    <a:pt x="33" y="62"/>
                    <a:pt x="44" y="62"/>
                  </a:cubicBezTo>
                  <a:cubicBezTo>
                    <a:pt x="52" y="62"/>
                    <a:pt x="58" y="60"/>
                    <a:pt x="64" y="58"/>
                  </a:cubicBezTo>
                  <a:cubicBezTo>
                    <a:pt x="68" y="74"/>
                    <a:pt x="68" y="74"/>
                    <a:pt x="68" y="74"/>
                  </a:cubicBezTo>
                  <a:cubicBezTo>
                    <a:pt x="60" y="77"/>
                    <a:pt x="50" y="79"/>
                    <a:pt x="40" y="79"/>
                  </a:cubicBezTo>
                  <a:cubicBezTo>
                    <a:pt x="14" y="79"/>
                    <a:pt x="0" y="64"/>
                    <a:pt x="0" y="40"/>
                  </a:cubicBezTo>
                  <a:cubicBezTo>
                    <a:pt x="0" y="21"/>
                    <a:pt x="12" y="0"/>
                    <a:pt x="38" y="0"/>
                  </a:cubicBezTo>
                  <a:cubicBezTo>
                    <a:pt x="62" y="0"/>
                    <a:pt x="72" y="19"/>
                    <a:pt x="72" y="38"/>
                  </a:cubicBezTo>
                  <a:cubicBezTo>
                    <a:pt x="72" y="42"/>
                    <a:pt x="71" y="45"/>
                    <a:pt x="71" y="47"/>
                  </a:cubicBezTo>
                  <a:lnTo>
                    <a:pt x="22" y="47"/>
                  </a:lnTo>
                  <a:close/>
                  <a:moveTo>
                    <a:pt x="50" y="31"/>
                  </a:moveTo>
                  <a:cubicBezTo>
                    <a:pt x="50" y="25"/>
                    <a:pt x="47" y="16"/>
                    <a:pt x="37" y="16"/>
                  </a:cubicBezTo>
                  <a:cubicBezTo>
                    <a:pt x="27" y="16"/>
                    <a:pt x="23" y="25"/>
                    <a:pt x="22" y="31"/>
                  </a:cubicBezTo>
                  <a:lnTo>
                    <a:pt x="50" y="31"/>
                  </a:lnTo>
                  <a:close/>
                </a:path>
              </a:pathLst>
            </a:custGeom>
            <a:solidFill>
              <a:srgbClr val="F6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 name="Freeform 16"/>
            <p:cNvSpPr>
              <a:spLocks noEditPoints="1"/>
            </p:cNvSpPr>
            <p:nvPr/>
          </p:nvSpPr>
          <p:spPr bwMode="auto">
            <a:xfrm>
              <a:off x="6905625" y="3213100"/>
              <a:ext cx="196850" cy="196850"/>
            </a:xfrm>
            <a:custGeom>
              <a:avLst/>
              <a:gdLst>
                <a:gd name="T0" fmla="*/ 82 w 164"/>
                <a:gd name="T1" fmla="*/ 0 h 164"/>
                <a:gd name="T2" fmla="*/ 0 w 164"/>
                <a:gd name="T3" fmla="*/ 82 h 164"/>
                <a:gd name="T4" fmla="*/ 82 w 164"/>
                <a:gd name="T5" fmla="*/ 164 h 164"/>
                <a:gd name="T6" fmla="*/ 164 w 164"/>
                <a:gd name="T7" fmla="*/ 82 h 164"/>
                <a:gd name="T8" fmla="*/ 82 w 164"/>
                <a:gd name="T9" fmla="*/ 0 h 164"/>
                <a:gd name="T10" fmla="*/ 49 w 164"/>
                <a:gd name="T11" fmla="*/ 132 h 164"/>
                <a:gd name="T12" fmla="*/ 49 w 164"/>
                <a:gd name="T13" fmla="*/ 33 h 164"/>
                <a:gd name="T14" fmla="*/ 135 w 164"/>
                <a:gd name="T15" fmla="*/ 82 h 164"/>
                <a:gd name="T16" fmla="*/ 49 w 164"/>
                <a:gd name="T17" fmla="*/ 13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4" h="164">
                  <a:moveTo>
                    <a:pt x="82" y="0"/>
                  </a:moveTo>
                  <a:cubicBezTo>
                    <a:pt x="37" y="0"/>
                    <a:pt x="0" y="37"/>
                    <a:pt x="0" y="82"/>
                  </a:cubicBezTo>
                  <a:cubicBezTo>
                    <a:pt x="0" y="128"/>
                    <a:pt x="37" y="164"/>
                    <a:pt x="82" y="164"/>
                  </a:cubicBezTo>
                  <a:cubicBezTo>
                    <a:pt x="127" y="164"/>
                    <a:pt x="164" y="128"/>
                    <a:pt x="164" y="82"/>
                  </a:cubicBezTo>
                  <a:cubicBezTo>
                    <a:pt x="164" y="37"/>
                    <a:pt x="127" y="0"/>
                    <a:pt x="82" y="0"/>
                  </a:cubicBezTo>
                  <a:close/>
                  <a:moveTo>
                    <a:pt x="49" y="132"/>
                  </a:moveTo>
                  <a:cubicBezTo>
                    <a:pt x="49" y="33"/>
                    <a:pt x="49" y="33"/>
                    <a:pt x="49" y="33"/>
                  </a:cubicBezTo>
                  <a:cubicBezTo>
                    <a:pt x="135" y="82"/>
                    <a:pt x="135" y="82"/>
                    <a:pt x="135" y="82"/>
                  </a:cubicBezTo>
                  <a:lnTo>
                    <a:pt x="49" y="13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10" name="组合 109"/>
          <p:cNvGrpSpPr/>
          <p:nvPr/>
        </p:nvGrpSpPr>
        <p:grpSpPr>
          <a:xfrm>
            <a:off x="5741067" y="1273671"/>
            <a:ext cx="1785725" cy="356549"/>
            <a:chOff x="5572125" y="1187450"/>
            <a:chExt cx="1900237" cy="379413"/>
          </a:xfrm>
        </p:grpSpPr>
        <p:sp>
          <p:nvSpPr>
            <p:cNvPr id="18" name="Rectangle 19"/>
            <p:cNvSpPr>
              <a:spLocks noChangeArrowheads="1"/>
            </p:cNvSpPr>
            <p:nvPr/>
          </p:nvSpPr>
          <p:spPr bwMode="auto">
            <a:xfrm>
              <a:off x="6027737" y="1546225"/>
              <a:ext cx="1444625" cy="20638"/>
            </a:xfrm>
            <a:prstGeom prst="rect">
              <a:avLst/>
            </a:prstGeom>
            <a:solidFill>
              <a:srgbClr val="F6F5F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 name="Freeform 20"/>
            <p:cNvSpPr>
              <a:spLocks/>
            </p:cNvSpPr>
            <p:nvPr/>
          </p:nvSpPr>
          <p:spPr bwMode="auto">
            <a:xfrm>
              <a:off x="5572125" y="1187450"/>
              <a:ext cx="220663" cy="192088"/>
            </a:xfrm>
            <a:custGeom>
              <a:avLst/>
              <a:gdLst>
                <a:gd name="T0" fmla="*/ 96 w 184"/>
                <a:gd name="T1" fmla="*/ 155 h 160"/>
                <a:gd name="T2" fmla="*/ 64 w 184"/>
                <a:gd name="T3" fmla="*/ 129 h 160"/>
                <a:gd name="T4" fmla="*/ 93 w 184"/>
                <a:gd name="T5" fmla="*/ 133 h 160"/>
                <a:gd name="T6" fmla="*/ 184 w 184"/>
                <a:gd name="T7" fmla="*/ 66 h 160"/>
                <a:gd name="T8" fmla="*/ 93 w 184"/>
                <a:gd name="T9" fmla="*/ 0 h 160"/>
                <a:gd name="T10" fmla="*/ 0 w 184"/>
                <a:gd name="T11" fmla="*/ 68 h 160"/>
                <a:gd name="T12" fmla="*/ 96 w 184"/>
                <a:gd name="T13" fmla="*/ 155 h 160"/>
              </a:gdLst>
              <a:ahLst/>
              <a:cxnLst>
                <a:cxn ang="0">
                  <a:pos x="T0" y="T1"/>
                </a:cxn>
                <a:cxn ang="0">
                  <a:pos x="T2" y="T3"/>
                </a:cxn>
                <a:cxn ang="0">
                  <a:pos x="T4" y="T5"/>
                </a:cxn>
                <a:cxn ang="0">
                  <a:pos x="T6" y="T7"/>
                </a:cxn>
                <a:cxn ang="0">
                  <a:pos x="T8" y="T9"/>
                </a:cxn>
                <a:cxn ang="0">
                  <a:pos x="T10" y="T11"/>
                </a:cxn>
                <a:cxn ang="0">
                  <a:pos x="T12" y="T13"/>
                </a:cxn>
              </a:cxnLst>
              <a:rect l="0" t="0" r="r" b="b"/>
              <a:pathLst>
                <a:path w="184" h="160">
                  <a:moveTo>
                    <a:pt x="96" y="155"/>
                  </a:moveTo>
                  <a:cubicBezTo>
                    <a:pt x="81" y="149"/>
                    <a:pt x="71" y="140"/>
                    <a:pt x="64" y="129"/>
                  </a:cubicBezTo>
                  <a:cubicBezTo>
                    <a:pt x="73" y="131"/>
                    <a:pt x="83" y="133"/>
                    <a:pt x="93" y="133"/>
                  </a:cubicBezTo>
                  <a:cubicBezTo>
                    <a:pt x="143" y="133"/>
                    <a:pt x="184" y="103"/>
                    <a:pt x="184" y="66"/>
                  </a:cubicBezTo>
                  <a:cubicBezTo>
                    <a:pt x="184" y="30"/>
                    <a:pt x="143" y="0"/>
                    <a:pt x="93" y="0"/>
                  </a:cubicBezTo>
                  <a:cubicBezTo>
                    <a:pt x="44" y="0"/>
                    <a:pt x="0" y="27"/>
                    <a:pt x="0" y="68"/>
                  </a:cubicBezTo>
                  <a:cubicBezTo>
                    <a:pt x="0" y="117"/>
                    <a:pt x="54" y="160"/>
                    <a:pt x="96" y="155"/>
                  </a:cubicBezTo>
                  <a:close/>
                </a:path>
              </a:pathLst>
            </a:custGeom>
            <a:solidFill>
              <a:srgbClr val="F6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 name="Freeform 21"/>
            <p:cNvSpPr>
              <a:spLocks/>
            </p:cNvSpPr>
            <p:nvPr/>
          </p:nvSpPr>
          <p:spPr bwMode="auto">
            <a:xfrm>
              <a:off x="5722937" y="1260475"/>
              <a:ext cx="149225" cy="152400"/>
            </a:xfrm>
            <a:custGeom>
              <a:avLst/>
              <a:gdLst>
                <a:gd name="T0" fmla="*/ 0 w 124"/>
                <a:gd name="T1" fmla="*/ 81 h 126"/>
                <a:gd name="T2" fmla="*/ 61 w 124"/>
                <a:gd name="T3" fmla="*/ 126 h 126"/>
                <a:gd name="T4" fmla="*/ 124 w 124"/>
                <a:gd name="T5" fmla="*/ 62 h 126"/>
                <a:gd name="T6" fmla="*/ 71 w 124"/>
                <a:gd name="T7" fmla="*/ 0 h 126"/>
                <a:gd name="T8" fmla="*/ 72 w 124"/>
                <a:gd name="T9" fmla="*/ 5 h 126"/>
                <a:gd name="T10" fmla="*/ 0 w 124"/>
                <a:gd name="T11" fmla="*/ 81 h 126"/>
              </a:gdLst>
              <a:ahLst/>
              <a:cxnLst>
                <a:cxn ang="0">
                  <a:pos x="T0" y="T1"/>
                </a:cxn>
                <a:cxn ang="0">
                  <a:pos x="T2" y="T3"/>
                </a:cxn>
                <a:cxn ang="0">
                  <a:pos x="T4" y="T5"/>
                </a:cxn>
                <a:cxn ang="0">
                  <a:pos x="T6" y="T7"/>
                </a:cxn>
                <a:cxn ang="0">
                  <a:pos x="T8" y="T9"/>
                </a:cxn>
                <a:cxn ang="0">
                  <a:pos x="T10" y="T11"/>
                </a:cxn>
              </a:cxnLst>
              <a:rect l="0" t="0" r="r" b="b"/>
              <a:pathLst>
                <a:path w="124" h="126">
                  <a:moveTo>
                    <a:pt x="0" y="81"/>
                  </a:moveTo>
                  <a:cubicBezTo>
                    <a:pt x="8" y="107"/>
                    <a:pt x="32" y="126"/>
                    <a:pt x="61" y="126"/>
                  </a:cubicBezTo>
                  <a:cubicBezTo>
                    <a:pt x="96" y="126"/>
                    <a:pt x="124" y="97"/>
                    <a:pt x="124" y="62"/>
                  </a:cubicBezTo>
                  <a:cubicBezTo>
                    <a:pt x="124" y="31"/>
                    <a:pt x="101" y="5"/>
                    <a:pt x="71" y="0"/>
                  </a:cubicBezTo>
                  <a:cubicBezTo>
                    <a:pt x="72" y="1"/>
                    <a:pt x="72" y="3"/>
                    <a:pt x="72" y="5"/>
                  </a:cubicBezTo>
                  <a:cubicBezTo>
                    <a:pt x="72" y="41"/>
                    <a:pt x="42" y="71"/>
                    <a:pt x="0" y="81"/>
                  </a:cubicBezTo>
                  <a:close/>
                </a:path>
              </a:pathLst>
            </a:custGeom>
            <a:solidFill>
              <a:srgbClr val="F6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 name="Freeform 22"/>
            <p:cNvSpPr>
              <a:spLocks/>
            </p:cNvSpPr>
            <p:nvPr/>
          </p:nvSpPr>
          <p:spPr bwMode="auto">
            <a:xfrm>
              <a:off x="5654675" y="1403350"/>
              <a:ext cx="282575" cy="152400"/>
            </a:xfrm>
            <a:custGeom>
              <a:avLst/>
              <a:gdLst>
                <a:gd name="T0" fmla="*/ 181 w 236"/>
                <a:gd name="T1" fmla="*/ 0 h 128"/>
                <a:gd name="T2" fmla="*/ 118 w 236"/>
                <a:gd name="T3" fmla="*/ 29 h 128"/>
                <a:gd name="T4" fmla="*/ 54 w 236"/>
                <a:gd name="T5" fmla="*/ 0 h 128"/>
                <a:gd name="T6" fmla="*/ 0 w 236"/>
                <a:gd name="T7" fmla="*/ 100 h 128"/>
                <a:gd name="T8" fmla="*/ 3 w 236"/>
                <a:gd name="T9" fmla="*/ 128 h 128"/>
                <a:gd name="T10" fmla="*/ 232 w 236"/>
                <a:gd name="T11" fmla="*/ 128 h 128"/>
                <a:gd name="T12" fmla="*/ 236 w 236"/>
                <a:gd name="T13" fmla="*/ 100 h 128"/>
                <a:gd name="T14" fmla="*/ 181 w 236"/>
                <a:gd name="T15" fmla="*/ 0 h 1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6" h="128">
                  <a:moveTo>
                    <a:pt x="181" y="0"/>
                  </a:moveTo>
                  <a:cubicBezTo>
                    <a:pt x="166" y="18"/>
                    <a:pt x="143" y="29"/>
                    <a:pt x="118" y="29"/>
                  </a:cubicBezTo>
                  <a:cubicBezTo>
                    <a:pt x="92" y="29"/>
                    <a:pt x="70" y="18"/>
                    <a:pt x="54" y="0"/>
                  </a:cubicBezTo>
                  <a:cubicBezTo>
                    <a:pt x="21" y="21"/>
                    <a:pt x="0" y="58"/>
                    <a:pt x="0" y="100"/>
                  </a:cubicBezTo>
                  <a:cubicBezTo>
                    <a:pt x="0" y="109"/>
                    <a:pt x="1" y="119"/>
                    <a:pt x="3" y="128"/>
                  </a:cubicBezTo>
                  <a:cubicBezTo>
                    <a:pt x="232" y="128"/>
                    <a:pt x="232" y="128"/>
                    <a:pt x="232" y="128"/>
                  </a:cubicBezTo>
                  <a:cubicBezTo>
                    <a:pt x="234" y="119"/>
                    <a:pt x="236" y="109"/>
                    <a:pt x="236" y="100"/>
                  </a:cubicBezTo>
                  <a:cubicBezTo>
                    <a:pt x="236" y="58"/>
                    <a:pt x="214" y="21"/>
                    <a:pt x="181" y="0"/>
                  </a:cubicBezTo>
                  <a:close/>
                </a:path>
              </a:pathLst>
            </a:custGeom>
            <a:solidFill>
              <a:srgbClr val="F6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04" name="组合 103"/>
          <p:cNvGrpSpPr/>
          <p:nvPr/>
        </p:nvGrpSpPr>
        <p:grpSpPr>
          <a:xfrm>
            <a:off x="6486984" y="3911234"/>
            <a:ext cx="738459" cy="332680"/>
            <a:chOff x="6365875" y="3994150"/>
            <a:chExt cx="785813" cy="354013"/>
          </a:xfrm>
        </p:grpSpPr>
        <p:sp>
          <p:nvSpPr>
            <p:cNvPr id="26" name="Oval 23"/>
            <p:cNvSpPr>
              <a:spLocks noChangeArrowheads="1"/>
            </p:cNvSpPr>
            <p:nvPr/>
          </p:nvSpPr>
          <p:spPr bwMode="auto">
            <a:xfrm>
              <a:off x="6897687" y="4006850"/>
              <a:ext cx="122238" cy="120650"/>
            </a:xfrm>
            <a:prstGeom prst="ellipse">
              <a:avLst/>
            </a:prstGeom>
            <a:solidFill>
              <a:srgbClr val="1855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 name="Freeform 24"/>
            <p:cNvSpPr>
              <a:spLocks noEditPoints="1"/>
            </p:cNvSpPr>
            <p:nvPr/>
          </p:nvSpPr>
          <p:spPr bwMode="auto">
            <a:xfrm>
              <a:off x="6981825" y="4143375"/>
              <a:ext cx="111125" cy="142875"/>
            </a:xfrm>
            <a:custGeom>
              <a:avLst/>
              <a:gdLst>
                <a:gd name="T0" fmla="*/ 76 w 92"/>
                <a:gd name="T1" fmla="*/ 32 h 119"/>
                <a:gd name="T2" fmla="*/ 37 w 92"/>
                <a:gd name="T3" fmla="*/ 0 h 119"/>
                <a:gd name="T4" fmla="*/ 26 w 92"/>
                <a:gd name="T5" fmla="*/ 0 h 119"/>
                <a:gd name="T6" fmla="*/ 0 w 92"/>
                <a:gd name="T7" fmla="*/ 119 h 119"/>
                <a:gd name="T8" fmla="*/ 92 w 92"/>
                <a:gd name="T9" fmla="*/ 118 h 119"/>
                <a:gd name="T10" fmla="*/ 76 w 92"/>
                <a:gd name="T11" fmla="*/ 32 h 119"/>
                <a:gd name="T12" fmla="*/ 61 w 92"/>
                <a:gd name="T13" fmla="*/ 65 h 119"/>
                <a:gd name="T14" fmla="*/ 27 w 92"/>
                <a:gd name="T15" fmla="*/ 65 h 119"/>
                <a:gd name="T16" fmla="*/ 27 w 92"/>
                <a:gd name="T17" fmla="*/ 58 h 119"/>
                <a:gd name="T18" fmla="*/ 61 w 92"/>
                <a:gd name="T19" fmla="*/ 58 h 119"/>
                <a:gd name="T20" fmla="*/ 61 w 92"/>
                <a:gd name="T21" fmla="*/ 65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2" h="119">
                  <a:moveTo>
                    <a:pt x="76" y="32"/>
                  </a:moveTo>
                  <a:cubicBezTo>
                    <a:pt x="69" y="10"/>
                    <a:pt x="58" y="0"/>
                    <a:pt x="37" y="0"/>
                  </a:cubicBezTo>
                  <a:cubicBezTo>
                    <a:pt x="26" y="0"/>
                    <a:pt x="26" y="0"/>
                    <a:pt x="26" y="0"/>
                  </a:cubicBezTo>
                  <a:cubicBezTo>
                    <a:pt x="0" y="119"/>
                    <a:pt x="0" y="119"/>
                    <a:pt x="0" y="119"/>
                  </a:cubicBezTo>
                  <a:cubicBezTo>
                    <a:pt x="92" y="118"/>
                    <a:pt x="92" y="118"/>
                    <a:pt x="92" y="118"/>
                  </a:cubicBezTo>
                  <a:lnTo>
                    <a:pt x="76" y="32"/>
                  </a:lnTo>
                  <a:close/>
                  <a:moveTo>
                    <a:pt x="61" y="65"/>
                  </a:moveTo>
                  <a:cubicBezTo>
                    <a:pt x="27" y="65"/>
                    <a:pt x="27" y="65"/>
                    <a:pt x="27" y="65"/>
                  </a:cubicBezTo>
                  <a:cubicBezTo>
                    <a:pt x="27" y="58"/>
                    <a:pt x="27" y="58"/>
                    <a:pt x="27" y="58"/>
                  </a:cubicBezTo>
                  <a:cubicBezTo>
                    <a:pt x="61" y="58"/>
                    <a:pt x="61" y="58"/>
                    <a:pt x="61" y="58"/>
                  </a:cubicBezTo>
                  <a:lnTo>
                    <a:pt x="61" y="65"/>
                  </a:lnTo>
                  <a:close/>
                </a:path>
              </a:pathLst>
            </a:custGeom>
            <a:solidFill>
              <a:srgbClr val="1855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 name="Freeform 25"/>
            <p:cNvSpPr>
              <a:spLocks/>
            </p:cNvSpPr>
            <p:nvPr/>
          </p:nvSpPr>
          <p:spPr bwMode="auto">
            <a:xfrm>
              <a:off x="6826250" y="4143375"/>
              <a:ext cx="111125" cy="142875"/>
            </a:xfrm>
            <a:custGeom>
              <a:avLst/>
              <a:gdLst>
                <a:gd name="T0" fmla="*/ 55 w 93"/>
                <a:gd name="T1" fmla="*/ 0 h 119"/>
                <a:gd name="T2" fmla="*/ 66 w 93"/>
                <a:gd name="T3" fmla="*/ 0 h 119"/>
                <a:gd name="T4" fmla="*/ 93 w 93"/>
                <a:gd name="T5" fmla="*/ 119 h 119"/>
                <a:gd name="T6" fmla="*/ 0 w 93"/>
                <a:gd name="T7" fmla="*/ 118 h 119"/>
                <a:gd name="T8" fmla="*/ 16 w 93"/>
                <a:gd name="T9" fmla="*/ 32 h 119"/>
                <a:gd name="T10" fmla="*/ 55 w 93"/>
                <a:gd name="T11" fmla="*/ 0 h 119"/>
              </a:gdLst>
              <a:ahLst/>
              <a:cxnLst>
                <a:cxn ang="0">
                  <a:pos x="T0" y="T1"/>
                </a:cxn>
                <a:cxn ang="0">
                  <a:pos x="T2" y="T3"/>
                </a:cxn>
                <a:cxn ang="0">
                  <a:pos x="T4" y="T5"/>
                </a:cxn>
                <a:cxn ang="0">
                  <a:pos x="T6" y="T7"/>
                </a:cxn>
                <a:cxn ang="0">
                  <a:pos x="T8" y="T9"/>
                </a:cxn>
                <a:cxn ang="0">
                  <a:pos x="T10" y="T11"/>
                </a:cxn>
              </a:cxnLst>
              <a:rect l="0" t="0" r="r" b="b"/>
              <a:pathLst>
                <a:path w="93" h="119">
                  <a:moveTo>
                    <a:pt x="55" y="0"/>
                  </a:moveTo>
                  <a:cubicBezTo>
                    <a:pt x="66" y="0"/>
                    <a:pt x="66" y="0"/>
                    <a:pt x="66" y="0"/>
                  </a:cubicBezTo>
                  <a:cubicBezTo>
                    <a:pt x="93" y="119"/>
                    <a:pt x="93" y="119"/>
                    <a:pt x="93" y="119"/>
                  </a:cubicBezTo>
                  <a:cubicBezTo>
                    <a:pt x="0" y="118"/>
                    <a:pt x="0" y="118"/>
                    <a:pt x="0" y="118"/>
                  </a:cubicBezTo>
                  <a:cubicBezTo>
                    <a:pt x="16" y="32"/>
                    <a:pt x="16" y="32"/>
                    <a:pt x="16" y="32"/>
                  </a:cubicBezTo>
                  <a:cubicBezTo>
                    <a:pt x="23" y="10"/>
                    <a:pt x="34" y="0"/>
                    <a:pt x="55" y="0"/>
                  </a:cubicBezTo>
                  <a:close/>
                </a:path>
              </a:pathLst>
            </a:custGeom>
            <a:solidFill>
              <a:srgbClr val="1855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 name="Freeform 26"/>
            <p:cNvSpPr>
              <a:spLocks/>
            </p:cNvSpPr>
            <p:nvPr/>
          </p:nvSpPr>
          <p:spPr bwMode="auto">
            <a:xfrm>
              <a:off x="6929437" y="4141788"/>
              <a:ext cx="57150" cy="142875"/>
            </a:xfrm>
            <a:custGeom>
              <a:avLst/>
              <a:gdLst>
                <a:gd name="T0" fmla="*/ 16 w 36"/>
                <a:gd name="T1" fmla="*/ 0 h 90"/>
                <a:gd name="T2" fmla="*/ 0 w 36"/>
                <a:gd name="T3" fmla="*/ 27 h 90"/>
                <a:gd name="T4" fmla="*/ 14 w 36"/>
                <a:gd name="T5" fmla="*/ 90 h 90"/>
                <a:gd name="T6" fmla="*/ 22 w 36"/>
                <a:gd name="T7" fmla="*/ 90 h 90"/>
                <a:gd name="T8" fmla="*/ 36 w 36"/>
                <a:gd name="T9" fmla="*/ 26 h 90"/>
                <a:gd name="T10" fmla="*/ 16 w 36"/>
                <a:gd name="T11" fmla="*/ 0 h 90"/>
              </a:gdLst>
              <a:ahLst/>
              <a:cxnLst>
                <a:cxn ang="0">
                  <a:pos x="T0" y="T1"/>
                </a:cxn>
                <a:cxn ang="0">
                  <a:pos x="T2" y="T3"/>
                </a:cxn>
                <a:cxn ang="0">
                  <a:pos x="T4" y="T5"/>
                </a:cxn>
                <a:cxn ang="0">
                  <a:pos x="T6" y="T7"/>
                </a:cxn>
                <a:cxn ang="0">
                  <a:pos x="T8" y="T9"/>
                </a:cxn>
                <a:cxn ang="0">
                  <a:pos x="T10" y="T11"/>
                </a:cxn>
              </a:cxnLst>
              <a:rect l="0" t="0" r="r" b="b"/>
              <a:pathLst>
                <a:path w="36" h="90">
                  <a:moveTo>
                    <a:pt x="16" y="0"/>
                  </a:moveTo>
                  <a:lnTo>
                    <a:pt x="0" y="27"/>
                  </a:lnTo>
                  <a:lnTo>
                    <a:pt x="14" y="90"/>
                  </a:lnTo>
                  <a:lnTo>
                    <a:pt x="22" y="90"/>
                  </a:lnTo>
                  <a:lnTo>
                    <a:pt x="36" y="26"/>
                  </a:lnTo>
                  <a:lnTo>
                    <a:pt x="16" y="0"/>
                  </a:lnTo>
                  <a:close/>
                </a:path>
              </a:pathLst>
            </a:custGeom>
            <a:solidFill>
              <a:srgbClr val="1855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 name="Freeform 27"/>
            <p:cNvSpPr>
              <a:spLocks noEditPoints="1"/>
            </p:cNvSpPr>
            <p:nvPr/>
          </p:nvSpPr>
          <p:spPr bwMode="auto">
            <a:xfrm>
              <a:off x="6424612" y="3994150"/>
              <a:ext cx="196850" cy="304800"/>
            </a:xfrm>
            <a:custGeom>
              <a:avLst/>
              <a:gdLst>
                <a:gd name="T0" fmla="*/ 0 w 164"/>
                <a:gd name="T1" fmla="*/ 126 h 255"/>
                <a:gd name="T2" fmla="*/ 81 w 164"/>
                <a:gd name="T3" fmla="*/ 0 h 255"/>
                <a:gd name="T4" fmla="*/ 164 w 164"/>
                <a:gd name="T5" fmla="*/ 125 h 255"/>
                <a:gd name="T6" fmla="*/ 81 w 164"/>
                <a:gd name="T7" fmla="*/ 255 h 255"/>
                <a:gd name="T8" fmla="*/ 0 w 164"/>
                <a:gd name="T9" fmla="*/ 126 h 255"/>
                <a:gd name="T10" fmla="*/ 116 w 164"/>
                <a:gd name="T11" fmla="*/ 127 h 255"/>
                <a:gd name="T12" fmla="*/ 82 w 164"/>
                <a:gd name="T13" fmla="*/ 37 h 255"/>
                <a:gd name="T14" fmla="*/ 48 w 164"/>
                <a:gd name="T15" fmla="*/ 127 h 255"/>
                <a:gd name="T16" fmla="*/ 82 w 164"/>
                <a:gd name="T17" fmla="*/ 217 h 255"/>
                <a:gd name="T18" fmla="*/ 116 w 164"/>
                <a:gd name="T19" fmla="*/ 12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255">
                  <a:moveTo>
                    <a:pt x="0" y="126"/>
                  </a:moveTo>
                  <a:cubicBezTo>
                    <a:pt x="0" y="36"/>
                    <a:pt x="29" y="0"/>
                    <a:pt x="81" y="0"/>
                  </a:cubicBezTo>
                  <a:cubicBezTo>
                    <a:pt x="132" y="0"/>
                    <a:pt x="164" y="36"/>
                    <a:pt x="164" y="125"/>
                  </a:cubicBezTo>
                  <a:cubicBezTo>
                    <a:pt x="164" y="214"/>
                    <a:pt x="132" y="255"/>
                    <a:pt x="81" y="255"/>
                  </a:cubicBezTo>
                  <a:cubicBezTo>
                    <a:pt x="29" y="255"/>
                    <a:pt x="0" y="216"/>
                    <a:pt x="0" y="126"/>
                  </a:cubicBezTo>
                  <a:close/>
                  <a:moveTo>
                    <a:pt x="116" y="127"/>
                  </a:moveTo>
                  <a:cubicBezTo>
                    <a:pt x="116" y="61"/>
                    <a:pt x="105" y="37"/>
                    <a:pt x="82" y="37"/>
                  </a:cubicBezTo>
                  <a:cubicBezTo>
                    <a:pt x="60" y="37"/>
                    <a:pt x="48" y="61"/>
                    <a:pt x="48" y="127"/>
                  </a:cubicBezTo>
                  <a:cubicBezTo>
                    <a:pt x="48" y="193"/>
                    <a:pt x="60" y="217"/>
                    <a:pt x="82" y="217"/>
                  </a:cubicBezTo>
                  <a:cubicBezTo>
                    <a:pt x="105" y="217"/>
                    <a:pt x="116" y="192"/>
                    <a:pt x="116" y="127"/>
                  </a:cubicBezTo>
                  <a:close/>
                </a:path>
              </a:pathLst>
            </a:custGeom>
            <a:solidFill>
              <a:srgbClr val="1855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 name="Freeform 28"/>
            <p:cNvSpPr>
              <a:spLocks/>
            </p:cNvSpPr>
            <p:nvPr/>
          </p:nvSpPr>
          <p:spPr bwMode="auto">
            <a:xfrm>
              <a:off x="6627812" y="4002088"/>
              <a:ext cx="115888" cy="287338"/>
            </a:xfrm>
            <a:custGeom>
              <a:avLst/>
              <a:gdLst>
                <a:gd name="T0" fmla="*/ 49 w 96"/>
                <a:gd name="T1" fmla="*/ 239 h 239"/>
                <a:gd name="T2" fmla="*/ 49 w 96"/>
                <a:gd name="T3" fmla="*/ 74 h 239"/>
                <a:gd name="T4" fmla="*/ 0 w 96"/>
                <a:gd name="T5" fmla="*/ 74 h 239"/>
                <a:gd name="T6" fmla="*/ 0 w 96"/>
                <a:gd name="T7" fmla="*/ 42 h 239"/>
                <a:gd name="T8" fmla="*/ 58 w 96"/>
                <a:gd name="T9" fmla="*/ 0 h 239"/>
                <a:gd name="T10" fmla="*/ 96 w 96"/>
                <a:gd name="T11" fmla="*/ 0 h 239"/>
                <a:gd name="T12" fmla="*/ 96 w 96"/>
                <a:gd name="T13" fmla="*/ 239 h 239"/>
                <a:gd name="T14" fmla="*/ 49 w 96"/>
                <a:gd name="T15" fmla="*/ 239 h 2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 h="239">
                  <a:moveTo>
                    <a:pt x="49" y="239"/>
                  </a:moveTo>
                  <a:cubicBezTo>
                    <a:pt x="49" y="74"/>
                    <a:pt x="49" y="74"/>
                    <a:pt x="49" y="74"/>
                  </a:cubicBezTo>
                  <a:cubicBezTo>
                    <a:pt x="0" y="74"/>
                    <a:pt x="0" y="74"/>
                    <a:pt x="0" y="74"/>
                  </a:cubicBezTo>
                  <a:cubicBezTo>
                    <a:pt x="0" y="42"/>
                    <a:pt x="0" y="42"/>
                    <a:pt x="0" y="42"/>
                  </a:cubicBezTo>
                  <a:cubicBezTo>
                    <a:pt x="41" y="42"/>
                    <a:pt x="55" y="28"/>
                    <a:pt x="58" y="0"/>
                  </a:cubicBezTo>
                  <a:cubicBezTo>
                    <a:pt x="96" y="0"/>
                    <a:pt x="96" y="0"/>
                    <a:pt x="96" y="0"/>
                  </a:cubicBezTo>
                  <a:cubicBezTo>
                    <a:pt x="96" y="239"/>
                    <a:pt x="96" y="239"/>
                    <a:pt x="96" y="239"/>
                  </a:cubicBezTo>
                  <a:lnTo>
                    <a:pt x="49" y="239"/>
                  </a:lnTo>
                  <a:close/>
                </a:path>
              </a:pathLst>
            </a:custGeom>
            <a:solidFill>
              <a:srgbClr val="1855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 name="Rectangle 29"/>
            <p:cNvSpPr>
              <a:spLocks noChangeArrowheads="1"/>
            </p:cNvSpPr>
            <p:nvPr/>
          </p:nvSpPr>
          <p:spPr bwMode="auto">
            <a:xfrm>
              <a:off x="6365875" y="4338638"/>
              <a:ext cx="785813" cy="9525"/>
            </a:xfrm>
            <a:prstGeom prst="rect">
              <a:avLst/>
            </a:prstGeom>
            <a:solidFill>
              <a:srgbClr val="58595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07" name="组合 106"/>
          <p:cNvGrpSpPr/>
          <p:nvPr/>
        </p:nvGrpSpPr>
        <p:grpSpPr>
          <a:xfrm>
            <a:off x="9336389" y="4846615"/>
            <a:ext cx="738459" cy="337155"/>
            <a:chOff x="9398000" y="4989513"/>
            <a:chExt cx="785813" cy="358775"/>
          </a:xfrm>
        </p:grpSpPr>
        <p:sp>
          <p:nvSpPr>
            <p:cNvPr id="33" name="Freeform 30"/>
            <p:cNvSpPr>
              <a:spLocks noEditPoints="1"/>
            </p:cNvSpPr>
            <p:nvPr/>
          </p:nvSpPr>
          <p:spPr bwMode="auto">
            <a:xfrm>
              <a:off x="9898062" y="5002213"/>
              <a:ext cx="265113" cy="247650"/>
            </a:xfrm>
            <a:custGeom>
              <a:avLst/>
              <a:gdLst>
                <a:gd name="T0" fmla="*/ 186 w 221"/>
                <a:gd name="T1" fmla="*/ 0 h 206"/>
                <a:gd name="T2" fmla="*/ 211 w 221"/>
                <a:gd name="T3" fmla="*/ 0 h 206"/>
                <a:gd name="T4" fmla="*/ 221 w 221"/>
                <a:gd name="T5" fmla="*/ 12 h 206"/>
                <a:gd name="T6" fmla="*/ 221 w 221"/>
                <a:gd name="T7" fmla="*/ 205 h 206"/>
                <a:gd name="T8" fmla="*/ 176 w 221"/>
                <a:gd name="T9" fmla="*/ 205 h 206"/>
                <a:gd name="T10" fmla="*/ 176 w 221"/>
                <a:gd name="T11" fmla="*/ 12 h 206"/>
                <a:gd name="T12" fmla="*/ 186 w 221"/>
                <a:gd name="T13" fmla="*/ 0 h 206"/>
                <a:gd name="T14" fmla="*/ 127 w 221"/>
                <a:gd name="T15" fmla="*/ 85 h 206"/>
                <a:gd name="T16" fmla="*/ 152 w 221"/>
                <a:gd name="T17" fmla="*/ 85 h 206"/>
                <a:gd name="T18" fmla="*/ 162 w 221"/>
                <a:gd name="T19" fmla="*/ 96 h 206"/>
                <a:gd name="T20" fmla="*/ 162 w 221"/>
                <a:gd name="T21" fmla="*/ 206 h 206"/>
                <a:gd name="T22" fmla="*/ 117 w 221"/>
                <a:gd name="T23" fmla="*/ 206 h 206"/>
                <a:gd name="T24" fmla="*/ 117 w 221"/>
                <a:gd name="T25" fmla="*/ 96 h 206"/>
                <a:gd name="T26" fmla="*/ 127 w 221"/>
                <a:gd name="T27" fmla="*/ 85 h 206"/>
                <a:gd name="T28" fmla="*/ 69 w 221"/>
                <a:gd name="T29" fmla="*/ 123 h 206"/>
                <a:gd name="T30" fmla="*/ 94 w 221"/>
                <a:gd name="T31" fmla="*/ 123 h 206"/>
                <a:gd name="T32" fmla="*/ 104 w 221"/>
                <a:gd name="T33" fmla="*/ 134 h 206"/>
                <a:gd name="T34" fmla="*/ 104 w 221"/>
                <a:gd name="T35" fmla="*/ 206 h 206"/>
                <a:gd name="T36" fmla="*/ 59 w 221"/>
                <a:gd name="T37" fmla="*/ 206 h 206"/>
                <a:gd name="T38" fmla="*/ 59 w 221"/>
                <a:gd name="T39" fmla="*/ 134 h 206"/>
                <a:gd name="T40" fmla="*/ 69 w 221"/>
                <a:gd name="T41" fmla="*/ 123 h 206"/>
                <a:gd name="T42" fmla="*/ 10 w 221"/>
                <a:gd name="T43" fmla="*/ 151 h 206"/>
                <a:gd name="T44" fmla="*/ 35 w 221"/>
                <a:gd name="T45" fmla="*/ 151 h 206"/>
                <a:gd name="T46" fmla="*/ 45 w 221"/>
                <a:gd name="T47" fmla="*/ 161 h 206"/>
                <a:gd name="T48" fmla="*/ 45 w 221"/>
                <a:gd name="T49" fmla="*/ 206 h 206"/>
                <a:gd name="T50" fmla="*/ 0 w 221"/>
                <a:gd name="T51" fmla="*/ 206 h 206"/>
                <a:gd name="T52" fmla="*/ 0 w 221"/>
                <a:gd name="T53" fmla="*/ 161 h 206"/>
                <a:gd name="T54" fmla="*/ 10 w 221"/>
                <a:gd name="T55" fmla="*/ 151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1" h="206">
                  <a:moveTo>
                    <a:pt x="186" y="0"/>
                  </a:moveTo>
                  <a:cubicBezTo>
                    <a:pt x="211" y="0"/>
                    <a:pt x="211" y="0"/>
                    <a:pt x="211" y="0"/>
                  </a:cubicBezTo>
                  <a:cubicBezTo>
                    <a:pt x="216" y="0"/>
                    <a:pt x="221" y="6"/>
                    <a:pt x="221" y="12"/>
                  </a:cubicBezTo>
                  <a:cubicBezTo>
                    <a:pt x="221" y="205"/>
                    <a:pt x="221" y="205"/>
                    <a:pt x="221" y="205"/>
                  </a:cubicBezTo>
                  <a:cubicBezTo>
                    <a:pt x="176" y="205"/>
                    <a:pt x="176" y="205"/>
                    <a:pt x="176" y="205"/>
                  </a:cubicBezTo>
                  <a:cubicBezTo>
                    <a:pt x="176" y="12"/>
                    <a:pt x="176" y="12"/>
                    <a:pt x="176" y="12"/>
                  </a:cubicBezTo>
                  <a:cubicBezTo>
                    <a:pt x="176" y="6"/>
                    <a:pt x="181" y="0"/>
                    <a:pt x="186" y="0"/>
                  </a:cubicBezTo>
                  <a:close/>
                  <a:moveTo>
                    <a:pt x="127" y="85"/>
                  </a:moveTo>
                  <a:cubicBezTo>
                    <a:pt x="152" y="85"/>
                    <a:pt x="152" y="85"/>
                    <a:pt x="152" y="85"/>
                  </a:cubicBezTo>
                  <a:cubicBezTo>
                    <a:pt x="158" y="85"/>
                    <a:pt x="162" y="90"/>
                    <a:pt x="162" y="96"/>
                  </a:cubicBezTo>
                  <a:cubicBezTo>
                    <a:pt x="162" y="206"/>
                    <a:pt x="162" y="206"/>
                    <a:pt x="162" y="206"/>
                  </a:cubicBezTo>
                  <a:cubicBezTo>
                    <a:pt x="117" y="206"/>
                    <a:pt x="117" y="206"/>
                    <a:pt x="117" y="206"/>
                  </a:cubicBezTo>
                  <a:cubicBezTo>
                    <a:pt x="117" y="96"/>
                    <a:pt x="117" y="96"/>
                    <a:pt x="117" y="96"/>
                  </a:cubicBezTo>
                  <a:cubicBezTo>
                    <a:pt x="117" y="90"/>
                    <a:pt x="122" y="85"/>
                    <a:pt x="127" y="85"/>
                  </a:cubicBezTo>
                  <a:close/>
                  <a:moveTo>
                    <a:pt x="69" y="123"/>
                  </a:moveTo>
                  <a:cubicBezTo>
                    <a:pt x="94" y="123"/>
                    <a:pt x="94" y="123"/>
                    <a:pt x="94" y="123"/>
                  </a:cubicBezTo>
                  <a:cubicBezTo>
                    <a:pt x="99" y="123"/>
                    <a:pt x="104" y="128"/>
                    <a:pt x="104" y="134"/>
                  </a:cubicBezTo>
                  <a:cubicBezTo>
                    <a:pt x="104" y="206"/>
                    <a:pt x="104" y="206"/>
                    <a:pt x="104" y="206"/>
                  </a:cubicBezTo>
                  <a:cubicBezTo>
                    <a:pt x="59" y="206"/>
                    <a:pt x="59" y="206"/>
                    <a:pt x="59" y="206"/>
                  </a:cubicBezTo>
                  <a:cubicBezTo>
                    <a:pt x="59" y="134"/>
                    <a:pt x="59" y="134"/>
                    <a:pt x="59" y="134"/>
                  </a:cubicBezTo>
                  <a:cubicBezTo>
                    <a:pt x="59" y="128"/>
                    <a:pt x="64" y="123"/>
                    <a:pt x="69" y="123"/>
                  </a:cubicBezTo>
                  <a:close/>
                  <a:moveTo>
                    <a:pt x="10" y="151"/>
                  </a:moveTo>
                  <a:cubicBezTo>
                    <a:pt x="35" y="151"/>
                    <a:pt x="35" y="151"/>
                    <a:pt x="35" y="151"/>
                  </a:cubicBezTo>
                  <a:cubicBezTo>
                    <a:pt x="41" y="151"/>
                    <a:pt x="45" y="155"/>
                    <a:pt x="45" y="161"/>
                  </a:cubicBezTo>
                  <a:cubicBezTo>
                    <a:pt x="45" y="206"/>
                    <a:pt x="45" y="206"/>
                    <a:pt x="45" y="206"/>
                  </a:cubicBezTo>
                  <a:cubicBezTo>
                    <a:pt x="0" y="206"/>
                    <a:pt x="0" y="206"/>
                    <a:pt x="0" y="206"/>
                  </a:cubicBezTo>
                  <a:cubicBezTo>
                    <a:pt x="0" y="161"/>
                    <a:pt x="0" y="161"/>
                    <a:pt x="0" y="161"/>
                  </a:cubicBezTo>
                  <a:cubicBezTo>
                    <a:pt x="0" y="155"/>
                    <a:pt x="5" y="151"/>
                    <a:pt x="10" y="151"/>
                  </a:cubicBezTo>
                  <a:close/>
                </a:path>
              </a:pathLst>
            </a:custGeom>
            <a:solidFill>
              <a:srgbClr val="1855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 name="Freeform 31"/>
            <p:cNvSpPr>
              <a:spLocks/>
            </p:cNvSpPr>
            <p:nvPr/>
          </p:nvSpPr>
          <p:spPr bwMode="auto">
            <a:xfrm>
              <a:off x="9863137" y="5030788"/>
              <a:ext cx="315913" cy="250825"/>
            </a:xfrm>
            <a:custGeom>
              <a:avLst/>
              <a:gdLst>
                <a:gd name="T0" fmla="*/ 256 w 262"/>
                <a:gd name="T1" fmla="*/ 195 h 208"/>
                <a:gd name="T2" fmla="*/ 13 w 262"/>
                <a:gd name="T3" fmla="*/ 195 h 208"/>
                <a:gd name="T4" fmla="*/ 13 w 262"/>
                <a:gd name="T5" fmla="*/ 6 h 208"/>
                <a:gd name="T6" fmla="*/ 6 w 262"/>
                <a:gd name="T7" fmla="*/ 0 h 208"/>
                <a:gd name="T8" fmla="*/ 6 w 262"/>
                <a:gd name="T9" fmla="*/ 0 h 208"/>
                <a:gd name="T10" fmla="*/ 0 w 262"/>
                <a:gd name="T11" fmla="*/ 6 h 208"/>
                <a:gd name="T12" fmla="*/ 0 w 262"/>
                <a:gd name="T13" fmla="*/ 202 h 208"/>
                <a:gd name="T14" fmla="*/ 6 w 262"/>
                <a:gd name="T15" fmla="*/ 208 h 208"/>
                <a:gd name="T16" fmla="*/ 6 w 262"/>
                <a:gd name="T17" fmla="*/ 208 h 208"/>
                <a:gd name="T18" fmla="*/ 8 w 262"/>
                <a:gd name="T19" fmla="*/ 208 h 208"/>
                <a:gd name="T20" fmla="*/ 256 w 262"/>
                <a:gd name="T21" fmla="*/ 208 h 208"/>
                <a:gd name="T22" fmla="*/ 262 w 262"/>
                <a:gd name="T23" fmla="*/ 202 h 208"/>
                <a:gd name="T24" fmla="*/ 262 w 262"/>
                <a:gd name="T25" fmla="*/ 201 h 208"/>
                <a:gd name="T26" fmla="*/ 256 w 262"/>
                <a:gd name="T27" fmla="*/ 195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2" h="208">
                  <a:moveTo>
                    <a:pt x="256" y="195"/>
                  </a:moveTo>
                  <a:cubicBezTo>
                    <a:pt x="13" y="195"/>
                    <a:pt x="13" y="195"/>
                    <a:pt x="13" y="195"/>
                  </a:cubicBezTo>
                  <a:cubicBezTo>
                    <a:pt x="13" y="6"/>
                    <a:pt x="13" y="6"/>
                    <a:pt x="13" y="6"/>
                  </a:cubicBezTo>
                  <a:cubicBezTo>
                    <a:pt x="13" y="3"/>
                    <a:pt x="10" y="0"/>
                    <a:pt x="6" y="0"/>
                  </a:cubicBezTo>
                  <a:cubicBezTo>
                    <a:pt x="6" y="0"/>
                    <a:pt x="6" y="0"/>
                    <a:pt x="6" y="0"/>
                  </a:cubicBezTo>
                  <a:cubicBezTo>
                    <a:pt x="2" y="0"/>
                    <a:pt x="0" y="3"/>
                    <a:pt x="0" y="6"/>
                  </a:cubicBezTo>
                  <a:cubicBezTo>
                    <a:pt x="0" y="202"/>
                    <a:pt x="0" y="202"/>
                    <a:pt x="0" y="202"/>
                  </a:cubicBezTo>
                  <a:cubicBezTo>
                    <a:pt x="0" y="206"/>
                    <a:pt x="2" y="208"/>
                    <a:pt x="6" y="208"/>
                  </a:cubicBezTo>
                  <a:cubicBezTo>
                    <a:pt x="6" y="208"/>
                    <a:pt x="6" y="208"/>
                    <a:pt x="6" y="208"/>
                  </a:cubicBezTo>
                  <a:cubicBezTo>
                    <a:pt x="8" y="208"/>
                    <a:pt x="8" y="208"/>
                    <a:pt x="8" y="208"/>
                  </a:cubicBezTo>
                  <a:cubicBezTo>
                    <a:pt x="256" y="208"/>
                    <a:pt x="256" y="208"/>
                    <a:pt x="256" y="208"/>
                  </a:cubicBezTo>
                  <a:cubicBezTo>
                    <a:pt x="259" y="208"/>
                    <a:pt x="262" y="205"/>
                    <a:pt x="262" y="202"/>
                  </a:cubicBezTo>
                  <a:cubicBezTo>
                    <a:pt x="262" y="201"/>
                    <a:pt x="262" y="201"/>
                    <a:pt x="262" y="201"/>
                  </a:cubicBezTo>
                  <a:cubicBezTo>
                    <a:pt x="262" y="198"/>
                    <a:pt x="259" y="195"/>
                    <a:pt x="256" y="195"/>
                  </a:cubicBezTo>
                  <a:close/>
                </a:path>
              </a:pathLst>
            </a:custGeom>
            <a:solidFill>
              <a:srgbClr val="1855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 name="Freeform 32"/>
            <p:cNvSpPr>
              <a:spLocks noEditPoints="1"/>
            </p:cNvSpPr>
            <p:nvPr/>
          </p:nvSpPr>
          <p:spPr bwMode="auto">
            <a:xfrm>
              <a:off x="9402762" y="4989513"/>
              <a:ext cx="196850" cy="306388"/>
            </a:xfrm>
            <a:custGeom>
              <a:avLst/>
              <a:gdLst>
                <a:gd name="T0" fmla="*/ 0 w 164"/>
                <a:gd name="T1" fmla="*/ 126 h 255"/>
                <a:gd name="T2" fmla="*/ 81 w 164"/>
                <a:gd name="T3" fmla="*/ 0 h 255"/>
                <a:gd name="T4" fmla="*/ 164 w 164"/>
                <a:gd name="T5" fmla="*/ 125 h 255"/>
                <a:gd name="T6" fmla="*/ 81 w 164"/>
                <a:gd name="T7" fmla="*/ 255 h 255"/>
                <a:gd name="T8" fmla="*/ 0 w 164"/>
                <a:gd name="T9" fmla="*/ 126 h 255"/>
                <a:gd name="T10" fmla="*/ 117 w 164"/>
                <a:gd name="T11" fmla="*/ 128 h 255"/>
                <a:gd name="T12" fmla="*/ 83 w 164"/>
                <a:gd name="T13" fmla="*/ 37 h 255"/>
                <a:gd name="T14" fmla="*/ 49 w 164"/>
                <a:gd name="T15" fmla="*/ 127 h 255"/>
                <a:gd name="T16" fmla="*/ 83 w 164"/>
                <a:gd name="T17" fmla="*/ 217 h 255"/>
                <a:gd name="T18" fmla="*/ 117 w 164"/>
                <a:gd name="T19" fmla="*/ 128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255">
                  <a:moveTo>
                    <a:pt x="0" y="126"/>
                  </a:moveTo>
                  <a:cubicBezTo>
                    <a:pt x="0" y="36"/>
                    <a:pt x="30" y="0"/>
                    <a:pt x="81" y="0"/>
                  </a:cubicBezTo>
                  <a:cubicBezTo>
                    <a:pt x="133" y="0"/>
                    <a:pt x="164" y="36"/>
                    <a:pt x="164" y="125"/>
                  </a:cubicBezTo>
                  <a:cubicBezTo>
                    <a:pt x="164" y="214"/>
                    <a:pt x="133" y="255"/>
                    <a:pt x="81" y="255"/>
                  </a:cubicBezTo>
                  <a:cubicBezTo>
                    <a:pt x="30" y="255"/>
                    <a:pt x="0" y="216"/>
                    <a:pt x="0" y="126"/>
                  </a:cubicBezTo>
                  <a:close/>
                  <a:moveTo>
                    <a:pt x="117" y="128"/>
                  </a:moveTo>
                  <a:cubicBezTo>
                    <a:pt x="117" y="61"/>
                    <a:pt x="106" y="37"/>
                    <a:pt x="83" y="37"/>
                  </a:cubicBezTo>
                  <a:cubicBezTo>
                    <a:pt x="60" y="37"/>
                    <a:pt x="49" y="61"/>
                    <a:pt x="49" y="127"/>
                  </a:cubicBezTo>
                  <a:cubicBezTo>
                    <a:pt x="49" y="193"/>
                    <a:pt x="60" y="217"/>
                    <a:pt x="83" y="217"/>
                  </a:cubicBezTo>
                  <a:cubicBezTo>
                    <a:pt x="106" y="217"/>
                    <a:pt x="117" y="193"/>
                    <a:pt x="117" y="128"/>
                  </a:cubicBezTo>
                  <a:close/>
                </a:path>
              </a:pathLst>
            </a:custGeom>
            <a:solidFill>
              <a:srgbClr val="1855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 name="Freeform 33"/>
            <p:cNvSpPr>
              <a:spLocks/>
            </p:cNvSpPr>
            <p:nvPr/>
          </p:nvSpPr>
          <p:spPr bwMode="auto">
            <a:xfrm>
              <a:off x="9610725" y="4989513"/>
              <a:ext cx="195263" cy="306388"/>
            </a:xfrm>
            <a:custGeom>
              <a:avLst/>
              <a:gdLst>
                <a:gd name="T0" fmla="*/ 62 w 163"/>
                <a:gd name="T1" fmla="*/ 107 h 255"/>
                <a:gd name="T2" fmla="*/ 110 w 163"/>
                <a:gd name="T3" fmla="*/ 74 h 255"/>
                <a:gd name="T4" fmla="*/ 79 w 163"/>
                <a:gd name="T5" fmla="*/ 37 h 255"/>
                <a:gd name="T6" fmla="*/ 48 w 163"/>
                <a:gd name="T7" fmla="*/ 76 h 255"/>
                <a:gd name="T8" fmla="*/ 4 w 163"/>
                <a:gd name="T9" fmla="*/ 76 h 255"/>
                <a:gd name="T10" fmla="*/ 81 w 163"/>
                <a:gd name="T11" fmla="*/ 0 h 255"/>
                <a:gd name="T12" fmla="*/ 155 w 163"/>
                <a:gd name="T13" fmla="*/ 65 h 255"/>
                <a:gd name="T14" fmla="*/ 127 w 163"/>
                <a:gd name="T15" fmla="*/ 119 h 255"/>
                <a:gd name="T16" fmla="*/ 163 w 163"/>
                <a:gd name="T17" fmla="*/ 178 h 255"/>
                <a:gd name="T18" fmla="*/ 79 w 163"/>
                <a:gd name="T19" fmla="*/ 255 h 255"/>
                <a:gd name="T20" fmla="*/ 0 w 163"/>
                <a:gd name="T21" fmla="*/ 176 h 255"/>
                <a:gd name="T22" fmla="*/ 45 w 163"/>
                <a:gd name="T23" fmla="*/ 176 h 255"/>
                <a:gd name="T24" fmla="*/ 81 w 163"/>
                <a:gd name="T25" fmla="*/ 216 h 255"/>
                <a:gd name="T26" fmla="*/ 115 w 163"/>
                <a:gd name="T27" fmla="*/ 177 h 255"/>
                <a:gd name="T28" fmla="*/ 62 w 163"/>
                <a:gd name="T29" fmla="*/ 139 h 255"/>
                <a:gd name="T30" fmla="*/ 62 w 163"/>
                <a:gd name="T31" fmla="*/ 10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3" h="255">
                  <a:moveTo>
                    <a:pt x="62" y="107"/>
                  </a:moveTo>
                  <a:cubicBezTo>
                    <a:pt x="102" y="107"/>
                    <a:pt x="110" y="92"/>
                    <a:pt x="110" y="74"/>
                  </a:cubicBezTo>
                  <a:cubicBezTo>
                    <a:pt x="110" y="50"/>
                    <a:pt x="101" y="37"/>
                    <a:pt x="79" y="37"/>
                  </a:cubicBezTo>
                  <a:cubicBezTo>
                    <a:pt x="61" y="37"/>
                    <a:pt x="48" y="52"/>
                    <a:pt x="48" y="76"/>
                  </a:cubicBezTo>
                  <a:cubicBezTo>
                    <a:pt x="4" y="76"/>
                    <a:pt x="4" y="76"/>
                    <a:pt x="4" y="76"/>
                  </a:cubicBezTo>
                  <a:cubicBezTo>
                    <a:pt x="4" y="31"/>
                    <a:pt x="36" y="0"/>
                    <a:pt x="81" y="0"/>
                  </a:cubicBezTo>
                  <a:cubicBezTo>
                    <a:pt x="123" y="0"/>
                    <a:pt x="155" y="26"/>
                    <a:pt x="155" y="65"/>
                  </a:cubicBezTo>
                  <a:cubicBezTo>
                    <a:pt x="155" y="86"/>
                    <a:pt x="146" y="108"/>
                    <a:pt x="127" y="119"/>
                  </a:cubicBezTo>
                  <a:cubicBezTo>
                    <a:pt x="150" y="128"/>
                    <a:pt x="163" y="147"/>
                    <a:pt x="163" y="178"/>
                  </a:cubicBezTo>
                  <a:cubicBezTo>
                    <a:pt x="163" y="225"/>
                    <a:pt x="129" y="255"/>
                    <a:pt x="79" y="255"/>
                  </a:cubicBezTo>
                  <a:cubicBezTo>
                    <a:pt x="29" y="255"/>
                    <a:pt x="0" y="225"/>
                    <a:pt x="0" y="176"/>
                  </a:cubicBezTo>
                  <a:cubicBezTo>
                    <a:pt x="45" y="176"/>
                    <a:pt x="45" y="176"/>
                    <a:pt x="45" y="176"/>
                  </a:cubicBezTo>
                  <a:cubicBezTo>
                    <a:pt x="45" y="204"/>
                    <a:pt x="57" y="216"/>
                    <a:pt x="81" y="216"/>
                  </a:cubicBezTo>
                  <a:cubicBezTo>
                    <a:pt x="100" y="216"/>
                    <a:pt x="115" y="202"/>
                    <a:pt x="115" y="177"/>
                  </a:cubicBezTo>
                  <a:cubicBezTo>
                    <a:pt x="115" y="149"/>
                    <a:pt x="101" y="139"/>
                    <a:pt x="62" y="139"/>
                  </a:cubicBezTo>
                  <a:lnTo>
                    <a:pt x="62" y="107"/>
                  </a:lnTo>
                  <a:close/>
                </a:path>
              </a:pathLst>
            </a:custGeom>
            <a:solidFill>
              <a:srgbClr val="1855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 name="Rectangle 34"/>
            <p:cNvSpPr>
              <a:spLocks noChangeArrowheads="1"/>
            </p:cNvSpPr>
            <p:nvPr/>
          </p:nvSpPr>
          <p:spPr bwMode="auto">
            <a:xfrm>
              <a:off x="9398000" y="5337175"/>
              <a:ext cx="785813" cy="11113"/>
            </a:xfrm>
            <a:prstGeom prst="rect">
              <a:avLst/>
            </a:prstGeom>
            <a:solidFill>
              <a:srgbClr val="58595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05" name="组合 104"/>
          <p:cNvGrpSpPr/>
          <p:nvPr/>
        </p:nvGrpSpPr>
        <p:grpSpPr>
          <a:xfrm>
            <a:off x="7701337" y="5025635"/>
            <a:ext cx="756360" cy="331187"/>
            <a:chOff x="7658100" y="5180013"/>
            <a:chExt cx="804863" cy="352425"/>
          </a:xfrm>
        </p:grpSpPr>
        <p:sp>
          <p:nvSpPr>
            <p:cNvPr id="39" name="Freeform 35"/>
            <p:cNvSpPr>
              <a:spLocks noEditPoints="1"/>
            </p:cNvSpPr>
            <p:nvPr/>
          </p:nvSpPr>
          <p:spPr bwMode="auto">
            <a:xfrm>
              <a:off x="8083550" y="5230813"/>
              <a:ext cx="247650" cy="247650"/>
            </a:xfrm>
            <a:custGeom>
              <a:avLst/>
              <a:gdLst>
                <a:gd name="T0" fmla="*/ 0 w 206"/>
                <a:gd name="T1" fmla="*/ 103 h 206"/>
                <a:gd name="T2" fmla="*/ 206 w 206"/>
                <a:gd name="T3" fmla="*/ 103 h 206"/>
                <a:gd name="T4" fmla="*/ 71 w 206"/>
                <a:gd name="T5" fmla="*/ 24 h 206"/>
                <a:gd name="T6" fmla="*/ 31 w 206"/>
                <a:gd name="T7" fmla="*/ 58 h 206"/>
                <a:gd name="T8" fmla="*/ 27 w 206"/>
                <a:gd name="T9" fmla="*/ 65 h 206"/>
                <a:gd name="T10" fmla="*/ 48 w 206"/>
                <a:gd name="T11" fmla="*/ 101 h 206"/>
                <a:gd name="T12" fmla="*/ 27 w 206"/>
                <a:gd name="T13" fmla="*/ 65 h 206"/>
                <a:gd name="T14" fmla="*/ 18 w 206"/>
                <a:gd name="T15" fmla="*/ 108 h 206"/>
                <a:gd name="T16" fmla="*/ 53 w 206"/>
                <a:gd name="T17" fmla="*/ 145 h 206"/>
                <a:gd name="T18" fmla="*/ 32 w 206"/>
                <a:gd name="T19" fmla="*/ 151 h 206"/>
                <a:gd name="T20" fmla="*/ 73 w 206"/>
                <a:gd name="T21" fmla="*/ 183 h 206"/>
                <a:gd name="T22" fmla="*/ 97 w 206"/>
                <a:gd name="T23" fmla="*/ 188 h 206"/>
                <a:gd name="T24" fmla="*/ 97 w 206"/>
                <a:gd name="T25" fmla="*/ 151 h 206"/>
                <a:gd name="T26" fmla="*/ 97 w 206"/>
                <a:gd name="T27" fmla="*/ 145 h 206"/>
                <a:gd name="T28" fmla="*/ 61 w 206"/>
                <a:gd name="T29" fmla="*/ 108 h 206"/>
                <a:gd name="T30" fmla="*/ 97 w 206"/>
                <a:gd name="T31" fmla="*/ 145 h 206"/>
                <a:gd name="T32" fmla="*/ 61 w 206"/>
                <a:gd name="T33" fmla="*/ 101 h 206"/>
                <a:gd name="T34" fmla="*/ 97 w 206"/>
                <a:gd name="T35" fmla="*/ 65 h 206"/>
                <a:gd name="T36" fmla="*/ 97 w 206"/>
                <a:gd name="T37" fmla="*/ 58 h 206"/>
                <a:gd name="T38" fmla="*/ 96 w 206"/>
                <a:gd name="T39" fmla="*/ 18 h 206"/>
                <a:gd name="T40" fmla="*/ 97 w 206"/>
                <a:gd name="T41" fmla="*/ 58 h 206"/>
                <a:gd name="T42" fmla="*/ 189 w 206"/>
                <a:gd name="T43" fmla="*/ 101 h 206"/>
                <a:gd name="T44" fmla="*/ 154 w 206"/>
                <a:gd name="T45" fmla="*/ 65 h 206"/>
                <a:gd name="T46" fmla="*/ 176 w 206"/>
                <a:gd name="T47" fmla="*/ 58 h 206"/>
                <a:gd name="T48" fmla="*/ 134 w 206"/>
                <a:gd name="T49" fmla="*/ 24 h 206"/>
                <a:gd name="T50" fmla="*/ 110 w 206"/>
                <a:gd name="T51" fmla="*/ 18 h 206"/>
                <a:gd name="T52" fmla="*/ 138 w 206"/>
                <a:gd name="T53" fmla="*/ 58 h 206"/>
                <a:gd name="T54" fmla="*/ 110 w 206"/>
                <a:gd name="T55" fmla="*/ 18 h 206"/>
                <a:gd name="T56" fmla="*/ 140 w 206"/>
                <a:gd name="T57" fmla="*/ 65 h 206"/>
                <a:gd name="T58" fmla="*/ 110 w 206"/>
                <a:gd name="T59" fmla="*/ 101 h 206"/>
                <a:gd name="T60" fmla="*/ 110 w 206"/>
                <a:gd name="T61" fmla="*/ 108 h 206"/>
                <a:gd name="T62" fmla="*/ 139 w 206"/>
                <a:gd name="T63" fmla="*/ 145 h 206"/>
                <a:gd name="T64" fmla="*/ 110 w 206"/>
                <a:gd name="T65" fmla="*/ 108 h 206"/>
                <a:gd name="T66" fmla="*/ 110 w 206"/>
                <a:gd name="T67" fmla="*/ 151 h 206"/>
                <a:gd name="T68" fmla="*/ 110 w 206"/>
                <a:gd name="T69" fmla="*/ 187 h 206"/>
                <a:gd name="T70" fmla="*/ 150 w 206"/>
                <a:gd name="T71" fmla="*/ 151 h 206"/>
                <a:gd name="T72" fmla="*/ 133 w 206"/>
                <a:gd name="T73" fmla="*/ 184 h 206"/>
                <a:gd name="T74" fmla="*/ 152 w 206"/>
                <a:gd name="T75" fmla="*/ 145 h 206"/>
                <a:gd name="T76" fmla="*/ 188 w 206"/>
                <a:gd name="T77" fmla="*/ 108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6" h="206">
                  <a:moveTo>
                    <a:pt x="103" y="0"/>
                  </a:moveTo>
                  <a:cubicBezTo>
                    <a:pt x="46" y="0"/>
                    <a:pt x="0" y="46"/>
                    <a:pt x="0" y="103"/>
                  </a:cubicBezTo>
                  <a:cubicBezTo>
                    <a:pt x="0" y="160"/>
                    <a:pt x="46" y="206"/>
                    <a:pt x="103" y="206"/>
                  </a:cubicBezTo>
                  <a:cubicBezTo>
                    <a:pt x="160" y="206"/>
                    <a:pt x="206" y="160"/>
                    <a:pt x="206" y="103"/>
                  </a:cubicBezTo>
                  <a:cubicBezTo>
                    <a:pt x="206" y="46"/>
                    <a:pt x="160" y="0"/>
                    <a:pt x="103" y="0"/>
                  </a:cubicBezTo>
                  <a:close/>
                  <a:moveTo>
                    <a:pt x="71" y="24"/>
                  </a:moveTo>
                  <a:cubicBezTo>
                    <a:pt x="65" y="32"/>
                    <a:pt x="58" y="44"/>
                    <a:pt x="54" y="58"/>
                  </a:cubicBezTo>
                  <a:cubicBezTo>
                    <a:pt x="31" y="58"/>
                    <a:pt x="31" y="58"/>
                    <a:pt x="31" y="58"/>
                  </a:cubicBezTo>
                  <a:cubicBezTo>
                    <a:pt x="40" y="43"/>
                    <a:pt x="54" y="31"/>
                    <a:pt x="71" y="24"/>
                  </a:cubicBezTo>
                  <a:close/>
                  <a:moveTo>
                    <a:pt x="27" y="65"/>
                  </a:moveTo>
                  <a:cubicBezTo>
                    <a:pt x="52" y="65"/>
                    <a:pt x="52" y="65"/>
                    <a:pt x="52" y="65"/>
                  </a:cubicBezTo>
                  <a:cubicBezTo>
                    <a:pt x="50" y="75"/>
                    <a:pt x="48" y="87"/>
                    <a:pt x="48" y="101"/>
                  </a:cubicBezTo>
                  <a:cubicBezTo>
                    <a:pt x="18" y="101"/>
                    <a:pt x="18" y="101"/>
                    <a:pt x="18" y="101"/>
                  </a:cubicBezTo>
                  <a:cubicBezTo>
                    <a:pt x="18" y="88"/>
                    <a:pt x="21" y="76"/>
                    <a:pt x="27" y="65"/>
                  </a:cubicBezTo>
                  <a:close/>
                  <a:moveTo>
                    <a:pt x="28" y="145"/>
                  </a:moveTo>
                  <a:cubicBezTo>
                    <a:pt x="22" y="134"/>
                    <a:pt x="18" y="121"/>
                    <a:pt x="18" y="108"/>
                  </a:cubicBezTo>
                  <a:cubicBezTo>
                    <a:pt x="48" y="108"/>
                    <a:pt x="48" y="108"/>
                    <a:pt x="48" y="108"/>
                  </a:cubicBezTo>
                  <a:cubicBezTo>
                    <a:pt x="49" y="122"/>
                    <a:pt x="51" y="134"/>
                    <a:pt x="53" y="145"/>
                  </a:cubicBezTo>
                  <a:lnTo>
                    <a:pt x="28" y="145"/>
                  </a:lnTo>
                  <a:close/>
                  <a:moveTo>
                    <a:pt x="32" y="151"/>
                  </a:moveTo>
                  <a:cubicBezTo>
                    <a:pt x="56" y="151"/>
                    <a:pt x="56" y="151"/>
                    <a:pt x="56" y="151"/>
                  </a:cubicBezTo>
                  <a:cubicBezTo>
                    <a:pt x="60" y="165"/>
                    <a:pt x="67" y="176"/>
                    <a:pt x="73" y="183"/>
                  </a:cubicBezTo>
                  <a:cubicBezTo>
                    <a:pt x="57" y="177"/>
                    <a:pt x="42" y="166"/>
                    <a:pt x="32" y="151"/>
                  </a:cubicBezTo>
                  <a:close/>
                  <a:moveTo>
                    <a:pt x="97" y="188"/>
                  </a:moveTo>
                  <a:cubicBezTo>
                    <a:pt x="89" y="182"/>
                    <a:pt x="77" y="171"/>
                    <a:pt x="69" y="151"/>
                  </a:cubicBezTo>
                  <a:cubicBezTo>
                    <a:pt x="97" y="151"/>
                    <a:pt x="97" y="151"/>
                    <a:pt x="97" y="151"/>
                  </a:cubicBezTo>
                  <a:lnTo>
                    <a:pt x="97" y="188"/>
                  </a:lnTo>
                  <a:close/>
                  <a:moveTo>
                    <a:pt x="97" y="145"/>
                  </a:moveTo>
                  <a:cubicBezTo>
                    <a:pt x="67" y="145"/>
                    <a:pt x="67" y="145"/>
                    <a:pt x="67" y="145"/>
                  </a:cubicBezTo>
                  <a:cubicBezTo>
                    <a:pt x="64" y="135"/>
                    <a:pt x="62" y="122"/>
                    <a:pt x="61" y="108"/>
                  </a:cubicBezTo>
                  <a:cubicBezTo>
                    <a:pt x="97" y="108"/>
                    <a:pt x="97" y="108"/>
                    <a:pt x="97" y="108"/>
                  </a:cubicBezTo>
                  <a:lnTo>
                    <a:pt x="97" y="145"/>
                  </a:lnTo>
                  <a:close/>
                  <a:moveTo>
                    <a:pt x="97" y="101"/>
                  </a:moveTo>
                  <a:cubicBezTo>
                    <a:pt x="61" y="101"/>
                    <a:pt x="61" y="101"/>
                    <a:pt x="61" y="101"/>
                  </a:cubicBezTo>
                  <a:cubicBezTo>
                    <a:pt x="61" y="87"/>
                    <a:pt x="63" y="75"/>
                    <a:pt x="66" y="65"/>
                  </a:cubicBezTo>
                  <a:cubicBezTo>
                    <a:pt x="97" y="65"/>
                    <a:pt x="97" y="65"/>
                    <a:pt x="97" y="65"/>
                  </a:cubicBezTo>
                  <a:lnTo>
                    <a:pt x="97" y="101"/>
                  </a:lnTo>
                  <a:close/>
                  <a:moveTo>
                    <a:pt x="97" y="58"/>
                  </a:moveTo>
                  <a:cubicBezTo>
                    <a:pt x="68" y="58"/>
                    <a:pt x="68" y="58"/>
                    <a:pt x="68" y="58"/>
                  </a:cubicBezTo>
                  <a:cubicBezTo>
                    <a:pt x="75" y="36"/>
                    <a:pt x="87" y="24"/>
                    <a:pt x="96" y="18"/>
                  </a:cubicBezTo>
                  <a:cubicBezTo>
                    <a:pt x="96" y="18"/>
                    <a:pt x="96" y="18"/>
                    <a:pt x="97" y="18"/>
                  </a:cubicBezTo>
                  <a:lnTo>
                    <a:pt x="97" y="58"/>
                  </a:lnTo>
                  <a:close/>
                  <a:moveTo>
                    <a:pt x="179" y="65"/>
                  </a:moveTo>
                  <a:cubicBezTo>
                    <a:pt x="185" y="76"/>
                    <a:pt x="188" y="88"/>
                    <a:pt x="189" y="101"/>
                  </a:cubicBezTo>
                  <a:cubicBezTo>
                    <a:pt x="158" y="101"/>
                    <a:pt x="158" y="101"/>
                    <a:pt x="158" y="101"/>
                  </a:cubicBezTo>
                  <a:cubicBezTo>
                    <a:pt x="158" y="87"/>
                    <a:pt x="156" y="75"/>
                    <a:pt x="154" y="65"/>
                  </a:cubicBezTo>
                  <a:lnTo>
                    <a:pt x="179" y="65"/>
                  </a:lnTo>
                  <a:close/>
                  <a:moveTo>
                    <a:pt x="176" y="58"/>
                  </a:moveTo>
                  <a:cubicBezTo>
                    <a:pt x="152" y="58"/>
                    <a:pt x="152" y="58"/>
                    <a:pt x="152" y="58"/>
                  </a:cubicBezTo>
                  <a:cubicBezTo>
                    <a:pt x="147" y="43"/>
                    <a:pt x="141" y="32"/>
                    <a:pt x="134" y="24"/>
                  </a:cubicBezTo>
                  <a:cubicBezTo>
                    <a:pt x="152" y="31"/>
                    <a:pt x="166" y="43"/>
                    <a:pt x="176" y="58"/>
                  </a:cubicBezTo>
                  <a:close/>
                  <a:moveTo>
                    <a:pt x="110" y="18"/>
                  </a:moveTo>
                  <a:cubicBezTo>
                    <a:pt x="110" y="18"/>
                    <a:pt x="110" y="18"/>
                    <a:pt x="110" y="18"/>
                  </a:cubicBezTo>
                  <a:cubicBezTo>
                    <a:pt x="118" y="24"/>
                    <a:pt x="131" y="36"/>
                    <a:pt x="138" y="58"/>
                  </a:cubicBezTo>
                  <a:cubicBezTo>
                    <a:pt x="110" y="58"/>
                    <a:pt x="110" y="58"/>
                    <a:pt x="110" y="58"/>
                  </a:cubicBezTo>
                  <a:lnTo>
                    <a:pt x="110" y="18"/>
                  </a:lnTo>
                  <a:close/>
                  <a:moveTo>
                    <a:pt x="110" y="65"/>
                  </a:moveTo>
                  <a:cubicBezTo>
                    <a:pt x="140" y="65"/>
                    <a:pt x="140" y="65"/>
                    <a:pt x="140" y="65"/>
                  </a:cubicBezTo>
                  <a:cubicBezTo>
                    <a:pt x="143" y="75"/>
                    <a:pt x="145" y="87"/>
                    <a:pt x="145" y="101"/>
                  </a:cubicBezTo>
                  <a:cubicBezTo>
                    <a:pt x="110" y="101"/>
                    <a:pt x="110" y="101"/>
                    <a:pt x="110" y="101"/>
                  </a:cubicBezTo>
                  <a:lnTo>
                    <a:pt x="110" y="65"/>
                  </a:lnTo>
                  <a:close/>
                  <a:moveTo>
                    <a:pt x="110" y="108"/>
                  </a:moveTo>
                  <a:cubicBezTo>
                    <a:pt x="145" y="108"/>
                    <a:pt x="145" y="108"/>
                    <a:pt x="145" y="108"/>
                  </a:cubicBezTo>
                  <a:cubicBezTo>
                    <a:pt x="144" y="122"/>
                    <a:pt x="142" y="135"/>
                    <a:pt x="139" y="145"/>
                  </a:cubicBezTo>
                  <a:cubicBezTo>
                    <a:pt x="110" y="145"/>
                    <a:pt x="110" y="145"/>
                    <a:pt x="110" y="145"/>
                  </a:cubicBezTo>
                  <a:lnTo>
                    <a:pt x="110" y="108"/>
                  </a:lnTo>
                  <a:close/>
                  <a:moveTo>
                    <a:pt x="110" y="187"/>
                  </a:moveTo>
                  <a:cubicBezTo>
                    <a:pt x="110" y="151"/>
                    <a:pt x="110" y="151"/>
                    <a:pt x="110" y="151"/>
                  </a:cubicBezTo>
                  <a:cubicBezTo>
                    <a:pt x="136" y="151"/>
                    <a:pt x="136" y="151"/>
                    <a:pt x="136" y="151"/>
                  </a:cubicBezTo>
                  <a:cubicBezTo>
                    <a:pt x="129" y="171"/>
                    <a:pt x="117" y="182"/>
                    <a:pt x="110" y="187"/>
                  </a:cubicBezTo>
                  <a:close/>
                  <a:moveTo>
                    <a:pt x="133" y="184"/>
                  </a:moveTo>
                  <a:cubicBezTo>
                    <a:pt x="139" y="176"/>
                    <a:pt x="146" y="165"/>
                    <a:pt x="150" y="151"/>
                  </a:cubicBezTo>
                  <a:cubicBezTo>
                    <a:pt x="174" y="151"/>
                    <a:pt x="174" y="151"/>
                    <a:pt x="174" y="151"/>
                  </a:cubicBezTo>
                  <a:cubicBezTo>
                    <a:pt x="164" y="166"/>
                    <a:pt x="150" y="177"/>
                    <a:pt x="133" y="184"/>
                  </a:cubicBezTo>
                  <a:close/>
                  <a:moveTo>
                    <a:pt x="178" y="145"/>
                  </a:moveTo>
                  <a:cubicBezTo>
                    <a:pt x="152" y="145"/>
                    <a:pt x="152" y="145"/>
                    <a:pt x="152" y="145"/>
                  </a:cubicBezTo>
                  <a:cubicBezTo>
                    <a:pt x="155" y="134"/>
                    <a:pt x="157" y="122"/>
                    <a:pt x="158" y="108"/>
                  </a:cubicBezTo>
                  <a:cubicBezTo>
                    <a:pt x="188" y="108"/>
                    <a:pt x="188" y="108"/>
                    <a:pt x="188" y="108"/>
                  </a:cubicBezTo>
                  <a:cubicBezTo>
                    <a:pt x="188" y="121"/>
                    <a:pt x="184" y="134"/>
                    <a:pt x="178" y="145"/>
                  </a:cubicBezTo>
                  <a:close/>
                </a:path>
              </a:pathLst>
            </a:custGeom>
            <a:solidFill>
              <a:srgbClr val="1855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 name="Freeform 36"/>
            <p:cNvSpPr>
              <a:spLocks noEditPoints="1"/>
            </p:cNvSpPr>
            <p:nvPr/>
          </p:nvSpPr>
          <p:spPr bwMode="auto">
            <a:xfrm>
              <a:off x="8232775" y="5187950"/>
              <a:ext cx="217488" cy="246063"/>
            </a:xfrm>
            <a:custGeom>
              <a:avLst/>
              <a:gdLst>
                <a:gd name="T0" fmla="*/ 78 w 181"/>
                <a:gd name="T1" fmla="*/ 0 h 206"/>
                <a:gd name="T2" fmla="*/ 0 w 181"/>
                <a:gd name="T3" fmla="*/ 36 h 206"/>
                <a:gd name="T4" fmla="*/ 18 w 181"/>
                <a:gd name="T5" fmla="*/ 41 h 206"/>
                <a:gd name="T6" fmla="*/ 46 w 181"/>
                <a:gd name="T7" fmla="*/ 24 h 206"/>
                <a:gd name="T8" fmla="*/ 32 w 181"/>
                <a:gd name="T9" fmla="*/ 48 h 206"/>
                <a:gd name="T10" fmla="*/ 43 w 181"/>
                <a:gd name="T11" fmla="*/ 56 h 206"/>
                <a:gd name="T12" fmla="*/ 70 w 181"/>
                <a:gd name="T13" fmla="*/ 18 h 206"/>
                <a:gd name="T14" fmla="*/ 71 w 181"/>
                <a:gd name="T15" fmla="*/ 18 h 206"/>
                <a:gd name="T16" fmla="*/ 71 w 181"/>
                <a:gd name="T17" fmla="*/ 58 h 206"/>
                <a:gd name="T18" fmla="*/ 46 w 181"/>
                <a:gd name="T19" fmla="*/ 58 h 206"/>
                <a:gd name="T20" fmla="*/ 53 w 181"/>
                <a:gd name="T21" fmla="*/ 64 h 206"/>
                <a:gd name="T22" fmla="*/ 71 w 181"/>
                <a:gd name="T23" fmla="*/ 64 h 206"/>
                <a:gd name="T24" fmla="*/ 71 w 181"/>
                <a:gd name="T25" fmla="*/ 88 h 206"/>
                <a:gd name="T26" fmla="*/ 84 w 181"/>
                <a:gd name="T27" fmla="*/ 124 h 206"/>
                <a:gd name="T28" fmla="*/ 84 w 181"/>
                <a:gd name="T29" fmla="*/ 107 h 206"/>
                <a:gd name="T30" fmla="*/ 119 w 181"/>
                <a:gd name="T31" fmla="*/ 107 h 206"/>
                <a:gd name="T32" fmla="*/ 113 w 181"/>
                <a:gd name="T33" fmla="*/ 144 h 206"/>
                <a:gd name="T34" fmla="*/ 86 w 181"/>
                <a:gd name="T35" fmla="*/ 144 h 206"/>
                <a:gd name="T36" fmla="*/ 85 w 181"/>
                <a:gd name="T37" fmla="*/ 151 h 206"/>
                <a:gd name="T38" fmla="*/ 111 w 181"/>
                <a:gd name="T39" fmla="*/ 151 h 206"/>
                <a:gd name="T40" fmla="*/ 84 w 181"/>
                <a:gd name="T41" fmla="*/ 187 h 206"/>
                <a:gd name="T42" fmla="*/ 84 w 181"/>
                <a:gd name="T43" fmla="*/ 159 h 206"/>
                <a:gd name="T44" fmla="*/ 65 w 181"/>
                <a:gd name="T45" fmla="*/ 205 h 206"/>
                <a:gd name="T46" fmla="*/ 78 w 181"/>
                <a:gd name="T47" fmla="*/ 206 h 206"/>
                <a:gd name="T48" fmla="*/ 181 w 181"/>
                <a:gd name="T49" fmla="*/ 103 h 206"/>
                <a:gd name="T50" fmla="*/ 78 w 181"/>
                <a:gd name="T51" fmla="*/ 0 h 206"/>
                <a:gd name="T52" fmla="*/ 154 w 181"/>
                <a:gd name="T53" fmla="*/ 64 h 206"/>
                <a:gd name="T54" fmla="*/ 163 w 181"/>
                <a:gd name="T55" fmla="*/ 101 h 206"/>
                <a:gd name="T56" fmla="*/ 132 w 181"/>
                <a:gd name="T57" fmla="*/ 101 h 206"/>
                <a:gd name="T58" fmla="*/ 128 w 181"/>
                <a:gd name="T59" fmla="*/ 64 h 206"/>
                <a:gd name="T60" fmla="*/ 154 w 181"/>
                <a:gd name="T61" fmla="*/ 64 h 206"/>
                <a:gd name="T62" fmla="*/ 150 w 181"/>
                <a:gd name="T63" fmla="*/ 58 h 206"/>
                <a:gd name="T64" fmla="*/ 126 w 181"/>
                <a:gd name="T65" fmla="*/ 58 h 206"/>
                <a:gd name="T66" fmla="*/ 109 w 181"/>
                <a:gd name="T67" fmla="*/ 23 h 206"/>
                <a:gd name="T68" fmla="*/ 150 w 181"/>
                <a:gd name="T69" fmla="*/ 58 h 206"/>
                <a:gd name="T70" fmla="*/ 84 w 181"/>
                <a:gd name="T71" fmla="*/ 18 h 206"/>
                <a:gd name="T72" fmla="*/ 85 w 181"/>
                <a:gd name="T73" fmla="*/ 18 h 206"/>
                <a:gd name="T74" fmla="*/ 113 w 181"/>
                <a:gd name="T75" fmla="*/ 58 h 206"/>
                <a:gd name="T76" fmla="*/ 84 w 181"/>
                <a:gd name="T77" fmla="*/ 58 h 206"/>
                <a:gd name="T78" fmla="*/ 84 w 181"/>
                <a:gd name="T79" fmla="*/ 18 h 206"/>
                <a:gd name="T80" fmla="*/ 84 w 181"/>
                <a:gd name="T81" fmla="*/ 101 h 206"/>
                <a:gd name="T82" fmla="*/ 84 w 181"/>
                <a:gd name="T83" fmla="*/ 64 h 206"/>
                <a:gd name="T84" fmla="*/ 115 w 181"/>
                <a:gd name="T85" fmla="*/ 64 h 206"/>
                <a:gd name="T86" fmla="*/ 119 w 181"/>
                <a:gd name="T87" fmla="*/ 101 h 206"/>
                <a:gd name="T88" fmla="*/ 84 w 181"/>
                <a:gd name="T89" fmla="*/ 101 h 206"/>
                <a:gd name="T90" fmla="*/ 107 w 181"/>
                <a:gd name="T91" fmla="*/ 183 h 206"/>
                <a:gd name="T92" fmla="*/ 125 w 181"/>
                <a:gd name="T93" fmla="*/ 151 h 206"/>
                <a:gd name="T94" fmla="*/ 148 w 181"/>
                <a:gd name="T95" fmla="*/ 151 h 206"/>
                <a:gd name="T96" fmla="*/ 107 w 181"/>
                <a:gd name="T97" fmla="*/ 183 h 206"/>
                <a:gd name="T98" fmla="*/ 152 w 181"/>
                <a:gd name="T99" fmla="*/ 144 h 206"/>
                <a:gd name="T100" fmla="*/ 127 w 181"/>
                <a:gd name="T101" fmla="*/ 144 h 206"/>
                <a:gd name="T102" fmla="*/ 132 w 181"/>
                <a:gd name="T103" fmla="*/ 107 h 206"/>
                <a:gd name="T104" fmla="*/ 163 w 181"/>
                <a:gd name="T105" fmla="*/ 107 h 206"/>
                <a:gd name="T106" fmla="*/ 152 w 181"/>
                <a:gd name="T107" fmla="*/ 144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1" h="206">
                  <a:moveTo>
                    <a:pt x="78" y="0"/>
                  </a:moveTo>
                  <a:cubicBezTo>
                    <a:pt x="46" y="0"/>
                    <a:pt x="18" y="14"/>
                    <a:pt x="0" y="36"/>
                  </a:cubicBezTo>
                  <a:cubicBezTo>
                    <a:pt x="6" y="37"/>
                    <a:pt x="12" y="39"/>
                    <a:pt x="18" y="41"/>
                  </a:cubicBezTo>
                  <a:cubicBezTo>
                    <a:pt x="26" y="34"/>
                    <a:pt x="36" y="28"/>
                    <a:pt x="46" y="24"/>
                  </a:cubicBezTo>
                  <a:cubicBezTo>
                    <a:pt x="41" y="30"/>
                    <a:pt x="36" y="38"/>
                    <a:pt x="32" y="48"/>
                  </a:cubicBezTo>
                  <a:cubicBezTo>
                    <a:pt x="36" y="50"/>
                    <a:pt x="40" y="53"/>
                    <a:pt x="43" y="56"/>
                  </a:cubicBezTo>
                  <a:cubicBezTo>
                    <a:pt x="51" y="35"/>
                    <a:pt x="62" y="24"/>
                    <a:pt x="70" y="18"/>
                  </a:cubicBezTo>
                  <a:cubicBezTo>
                    <a:pt x="70" y="18"/>
                    <a:pt x="71" y="18"/>
                    <a:pt x="71" y="18"/>
                  </a:cubicBezTo>
                  <a:cubicBezTo>
                    <a:pt x="71" y="58"/>
                    <a:pt x="71" y="58"/>
                    <a:pt x="71" y="58"/>
                  </a:cubicBezTo>
                  <a:cubicBezTo>
                    <a:pt x="46" y="58"/>
                    <a:pt x="46" y="58"/>
                    <a:pt x="46" y="58"/>
                  </a:cubicBezTo>
                  <a:cubicBezTo>
                    <a:pt x="48" y="60"/>
                    <a:pt x="51" y="62"/>
                    <a:pt x="53" y="64"/>
                  </a:cubicBezTo>
                  <a:cubicBezTo>
                    <a:pt x="71" y="64"/>
                    <a:pt x="71" y="64"/>
                    <a:pt x="71" y="64"/>
                  </a:cubicBezTo>
                  <a:cubicBezTo>
                    <a:pt x="71" y="88"/>
                    <a:pt x="71" y="88"/>
                    <a:pt x="71" y="88"/>
                  </a:cubicBezTo>
                  <a:cubicBezTo>
                    <a:pt x="78" y="99"/>
                    <a:pt x="82" y="111"/>
                    <a:pt x="84" y="124"/>
                  </a:cubicBezTo>
                  <a:cubicBezTo>
                    <a:pt x="84" y="107"/>
                    <a:pt x="84" y="107"/>
                    <a:pt x="84" y="107"/>
                  </a:cubicBezTo>
                  <a:cubicBezTo>
                    <a:pt x="119" y="107"/>
                    <a:pt x="119" y="107"/>
                    <a:pt x="119" y="107"/>
                  </a:cubicBezTo>
                  <a:cubicBezTo>
                    <a:pt x="119" y="122"/>
                    <a:pt x="117" y="134"/>
                    <a:pt x="113" y="144"/>
                  </a:cubicBezTo>
                  <a:cubicBezTo>
                    <a:pt x="86" y="144"/>
                    <a:pt x="86" y="144"/>
                    <a:pt x="86" y="144"/>
                  </a:cubicBezTo>
                  <a:cubicBezTo>
                    <a:pt x="86" y="147"/>
                    <a:pt x="85" y="149"/>
                    <a:pt x="85" y="151"/>
                  </a:cubicBezTo>
                  <a:cubicBezTo>
                    <a:pt x="111" y="151"/>
                    <a:pt x="111" y="151"/>
                    <a:pt x="111" y="151"/>
                  </a:cubicBezTo>
                  <a:cubicBezTo>
                    <a:pt x="103" y="171"/>
                    <a:pt x="92" y="182"/>
                    <a:pt x="84" y="187"/>
                  </a:cubicBezTo>
                  <a:cubicBezTo>
                    <a:pt x="84" y="159"/>
                    <a:pt x="84" y="159"/>
                    <a:pt x="84" y="159"/>
                  </a:cubicBezTo>
                  <a:cubicBezTo>
                    <a:pt x="81" y="176"/>
                    <a:pt x="75" y="192"/>
                    <a:pt x="65" y="205"/>
                  </a:cubicBezTo>
                  <a:cubicBezTo>
                    <a:pt x="69" y="206"/>
                    <a:pt x="73" y="206"/>
                    <a:pt x="78" y="206"/>
                  </a:cubicBezTo>
                  <a:cubicBezTo>
                    <a:pt x="135" y="206"/>
                    <a:pt x="181" y="160"/>
                    <a:pt x="181" y="103"/>
                  </a:cubicBezTo>
                  <a:cubicBezTo>
                    <a:pt x="181" y="46"/>
                    <a:pt x="135" y="0"/>
                    <a:pt x="78" y="0"/>
                  </a:cubicBezTo>
                  <a:close/>
                  <a:moveTo>
                    <a:pt x="154" y="64"/>
                  </a:moveTo>
                  <a:cubicBezTo>
                    <a:pt x="160" y="75"/>
                    <a:pt x="163" y="88"/>
                    <a:pt x="163" y="101"/>
                  </a:cubicBezTo>
                  <a:cubicBezTo>
                    <a:pt x="132" y="101"/>
                    <a:pt x="132" y="101"/>
                    <a:pt x="132" y="101"/>
                  </a:cubicBezTo>
                  <a:cubicBezTo>
                    <a:pt x="132" y="87"/>
                    <a:pt x="131" y="75"/>
                    <a:pt x="128" y="64"/>
                  </a:cubicBezTo>
                  <a:lnTo>
                    <a:pt x="154" y="64"/>
                  </a:lnTo>
                  <a:close/>
                  <a:moveTo>
                    <a:pt x="150" y="58"/>
                  </a:moveTo>
                  <a:cubicBezTo>
                    <a:pt x="126" y="58"/>
                    <a:pt x="126" y="58"/>
                    <a:pt x="126" y="58"/>
                  </a:cubicBezTo>
                  <a:cubicBezTo>
                    <a:pt x="122" y="43"/>
                    <a:pt x="116" y="32"/>
                    <a:pt x="109" y="23"/>
                  </a:cubicBezTo>
                  <a:cubicBezTo>
                    <a:pt x="126" y="30"/>
                    <a:pt x="141" y="42"/>
                    <a:pt x="150" y="58"/>
                  </a:cubicBezTo>
                  <a:close/>
                  <a:moveTo>
                    <a:pt x="84" y="18"/>
                  </a:moveTo>
                  <a:cubicBezTo>
                    <a:pt x="85" y="18"/>
                    <a:pt x="85" y="18"/>
                    <a:pt x="85" y="18"/>
                  </a:cubicBezTo>
                  <a:cubicBezTo>
                    <a:pt x="93" y="24"/>
                    <a:pt x="105" y="36"/>
                    <a:pt x="113" y="58"/>
                  </a:cubicBezTo>
                  <a:cubicBezTo>
                    <a:pt x="84" y="58"/>
                    <a:pt x="84" y="58"/>
                    <a:pt x="84" y="58"/>
                  </a:cubicBezTo>
                  <a:lnTo>
                    <a:pt x="84" y="18"/>
                  </a:lnTo>
                  <a:close/>
                  <a:moveTo>
                    <a:pt x="84" y="101"/>
                  </a:moveTo>
                  <a:cubicBezTo>
                    <a:pt x="84" y="64"/>
                    <a:pt x="84" y="64"/>
                    <a:pt x="84" y="64"/>
                  </a:cubicBezTo>
                  <a:cubicBezTo>
                    <a:pt x="115" y="64"/>
                    <a:pt x="115" y="64"/>
                    <a:pt x="115" y="64"/>
                  </a:cubicBezTo>
                  <a:cubicBezTo>
                    <a:pt x="117" y="75"/>
                    <a:pt x="119" y="87"/>
                    <a:pt x="119" y="101"/>
                  </a:cubicBezTo>
                  <a:lnTo>
                    <a:pt x="84" y="101"/>
                  </a:lnTo>
                  <a:close/>
                  <a:moveTo>
                    <a:pt x="107" y="183"/>
                  </a:moveTo>
                  <a:cubicBezTo>
                    <a:pt x="114" y="175"/>
                    <a:pt x="120" y="165"/>
                    <a:pt x="125" y="151"/>
                  </a:cubicBezTo>
                  <a:cubicBezTo>
                    <a:pt x="148" y="151"/>
                    <a:pt x="148" y="151"/>
                    <a:pt x="148" y="151"/>
                  </a:cubicBezTo>
                  <a:cubicBezTo>
                    <a:pt x="138" y="165"/>
                    <a:pt x="124" y="177"/>
                    <a:pt x="107" y="183"/>
                  </a:cubicBezTo>
                  <a:close/>
                  <a:moveTo>
                    <a:pt x="152" y="144"/>
                  </a:moveTo>
                  <a:cubicBezTo>
                    <a:pt x="127" y="144"/>
                    <a:pt x="127" y="144"/>
                    <a:pt x="127" y="144"/>
                  </a:cubicBezTo>
                  <a:cubicBezTo>
                    <a:pt x="130" y="134"/>
                    <a:pt x="132" y="122"/>
                    <a:pt x="132" y="107"/>
                  </a:cubicBezTo>
                  <a:cubicBezTo>
                    <a:pt x="163" y="107"/>
                    <a:pt x="163" y="107"/>
                    <a:pt x="163" y="107"/>
                  </a:cubicBezTo>
                  <a:cubicBezTo>
                    <a:pt x="162" y="121"/>
                    <a:pt x="159" y="133"/>
                    <a:pt x="152" y="144"/>
                  </a:cubicBezTo>
                  <a:close/>
                </a:path>
              </a:pathLst>
            </a:custGeom>
            <a:solidFill>
              <a:srgbClr val="1855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 name="Freeform 37"/>
            <p:cNvSpPr>
              <a:spLocks noEditPoints="1"/>
            </p:cNvSpPr>
            <p:nvPr/>
          </p:nvSpPr>
          <p:spPr bwMode="auto">
            <a:xfrm>
              <a:off x="7658100" y="5180013"/>
              <a:ext cx="195263" cy="306388"/>
            </a:xfrm>
            <a:custGeom>
              <a:avLst/>
              <a:gdLst>
                <a:gd name="T0" fmla="*/ 0 w 164"/>
                <a:gd name="T1" fmla="*/ 126 h 255"/>
                <a:gd name="T2" fmla="*/ 81 w 164"/>
                <a:gd name="T3" fmla="*/ 0 h 255"/>
                <a:gd name="T4" fmla="*/ 164 w 164"/>
                <a:gd name="T5" fmla="*/ 125 h 255"/>
                <a:gd name="T6" fmla="*/ 81 w 164"/>
                <a:gd name="T7" fmla="*/ 255 h 255"/>
                <a:gd name="T8" fmla="*/ 0 w 164"/>
                <a:gd name="T9" fmla="*/ 126 h 255"/>
                <a:gd name="T10" fmla="*/ 116 w 164"/>
                <a:gd name="T11" fmla="*/ 127 h 255"/>
                <a:gd name="T12" fmla="*/ 83 w 164"/>
                <a:gd name="T13" fmla="*/ 37 h 255"/>
                <a:gd name="T14" fmla="*/ 48 w 164"/>
                <a:gd name="T15" fmla="*/ 127 h 255"/>
                <a:gd name="T16" fmla="*/ 83 w 164"/>
                <a:gd name="T17" fmla="*/ 217 h 255"/>
                <a:gd name="T18" fmla="*/ 116 w 164"/>
                <a:gd name="T19" fmla="*/ 12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255">
                  <a:moveTo>
                    <a:pt x="0" y="126"/>
                  </a:moveTo>
                  <a:cubicBezTo>
                    <a:pt x="0" y="36"/>
                    <a:pt x="30" y="0"/>
                    <a:pt x="81" y="0"/>
                  </a:cubicBezTo>
                  <a:cubicBezTo>
                    <a:pt x="133" y="0"/>
                    <a:pt x="164" y="36"/>
                    <a:pt x="164" y="125"/>
                  </a:cubicBezTo>
                  <a:cubicBezTo>
                    <a:pt x="164" y="214"/>
                    <a:pt x="133" y="255"/>
                    <a:pt x="81" y="255"/>
                  </a:cubicBezTo>
                  <a:cubicBezTo>
                    <a:pt x="30" y="255"/>
                    <a:pt x="0" y="216"/>
                    <a:pt x="0" y="126"/>
                  </a:cubicBezTo>
                  <a:close/>
                  <a:moveTo>
                    <a:pt x="116" y="127"/>
                  </a:moveTo>
                  <a:cubicBezTo>
                    <a:pt x="116" y="61"/>
                    <a:pt x="105" y="37"/>
                    <a:pt x="83" y="37"/>
                  </a:cubicBezTo>
                  <a:cubicBezTo>
                    <a:pt x="60" y="37"/>
                    <a:pt x="48" y="61"/>
                    <a:pt x="48" y="127"/>
                  </a:cubicBezTo>
                  <a:cubicBezTo>
                    <a:pt x="48" y="193"/>
                    <a:pt x="60" y="217"/>
                    <a:pt x="83" y="217"/>
                  </a:cubicBezTo>
                  <a:cubicBezTo>
                    <a:pt x="105" y="217"/>
                    <a:pt x="116" y="192"/>
                    <a:pt x="116" y="127"/>
                  </a:cubicBezTo>
                  <a:close/>
                </a:path>
              </a:pathLst>
            </a:custGeom>
            <a:solidFill>
              <a:srgbClr val="1855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 name="Freeform 38"/>
            <p:cNvSpPr>
              <a:spLocks/>
            </p:cNvSpPr>
            <p:nvPr/>
          </p:nvSpPr>
          <p:spPr bwMode="auto">
            <a:xfrm>
              <a:off x="7861300" y="5180013"/>
              <a:ext cx="193675" cy="295275"/>
            </a:xfrm>
            <a:custGeom>
              <a:avLst/>
              <a:gdLst>
                <a:gd name="T0" fmla="*/ 0 w 162"/>
                <a:gd name="T1" fmla="*/ 246 h 246"/>
                <a:gd name="T2" fmla="*/ 72 w 162"/>
                <a:gd name="T3" fmla="*/ 128 h 246"/>
                <a:gd name="T4" fmla="*/ 116 w 162"/>
                <a:gd name="T5" fmla="*/ 71 h 246"/>
                <a:gd name="T6" fmla="*/ 83 w 162"/>
                <a:gd name="T7" fmla="*/ 40 h 246"/>
                <a:gd name="T8" fmla="*/ 48 w 162"/>
                <a:gd name="T9" fmla="*/ 82 h 246"/>
                <a:gd name="T10" fmla="*/ 3 w 162"/>
                <a:gd name="T11" fmla="*/ 82 h 246"/>
                <a:gd name="T12" fmla="*/ 81 w 162"/>
                <a:gd name="T13" fmla="*/ 0 h 246"/>
                <a:gd name="T14" fmla="*/ 162 w 162"/>
                <a:gd name="T15" fmla="*/ 69 h 246"/>
                <a:gd name="T16" fmla="*/ 93 w 162"/>
                <a:gd name="T17" fmla="*/ 163 h 246"/>
                <a:gd name="T18" fmla="*/ 59 w 162"/>
                <a:gd name="T19" fmla="*/ 206 h 246"/>
                <a:gd name="T20" fmla="*/ 162 w 162"/>
                <a:gd name="T21" fmla="*/ 206 h 246"/>
                <a:gd name="T22" fmla="*/ 162 w 162"/>
                <a:gd name="T23" fmla="*/ 246 h 246"/>
                <a:gd name="T24" fmla="*/ 0 w 162"/>
                <a:gd name="T25" fmla="*/ 246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2" h="246">
                  <a:moveTo>
                    <a:pt x="0" y="246"/>
                  </a:moveTo>
                  <a:cubicBezTo>
                    <a:pt x="0" y="202"/>
                    <a:pt x="10" y="172"/>
                    <a:pt x="72" y="128"/>
                  </a:cubicBezTo>
                  <a:cubicBezTo>
                    <a:pt x="106" y="103"/>
                    <a:pt x="116" y="91"/>
                    <a:pt x="116" y="71"/>
                  </a:cubicBezTo>
                  <a:cubicBezTo>
                    <a:pt x="116" y="47"/>
                    <a:pt x="101" y="40"/>
                    <a:pt x="83" y="40"/>
                  </a:cubicBezTo>
                  <a:cubicBezTo>
                    <a:pt x="62" y="40"/>
                    <a:pt x="48" y="50"/>
                    <a:pt x="48" y="82"/>
                  </a:cubicBezTo>
                  <a:cubicBezTo>
                    <a:pt x="3" y="82"/>
                    <a:pt x="3" y="82"/>
                    <a:pt x="3" y="82"/>
                  </a:cubicBezTo>
                  <a:cubicBezTo>
                    <a:pt x="3" y="31"/>
                    <a:pt x="32" y="0"/>
                    <a:pt x="81" y="0"/>
                  </a:cubicBezTo>
                  <a:cubicBezTo>
                    <a:pt x="129" y="0"/>
                    <a:pt x="162" y="22"/>
                    <a:pt x="162" y="69"/>
                  </a:cubicBezTo>
                  <a:cubicBezTo>
                    <a:pt x="162" y="106"/>
                    <a:pt x="144" y="127"/>
                    <a:pt x="93" y="163"/>
                  </a:cubicBezTo>
                  <a:cubicBezTo>
                    <a:pt x="74" y="176"/>
                    <a:pt x="60" y="194"/>
                    <a:pt x="59" y="206"/>
                  </a:cubicBezTo>
                  <a:cubicBezTo>
                    <a:pt x="162" y="206"/>
                    <a:pt x="162" y="206"/>
                    <a:pt x="162" y="206"/>
                  </a:cubicBezTo>
                  <a:cubicBezTo>
                    <a:pt x="162" y="246"/>
                    <a:pt x="162" y="246"/>
                    <a:pt x="162" y="246"/>
                  </a:cubicBezTo>
                  <a:lnTo>
                    <a:pt x="0" y="246"/>
                  </a:lnTo>
                  <a:close/>
                </a:path>
              </a:pathLst>
            </a:custGeom>
            <a:solidFill>
              <a:srgbClr val="1855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 name="Rectangle 39"/>
            <p:cNvSpPr>
              <a:spLocks noChangeArrowheads="1"/>
            </p:cNvSpPr>
            <p:nvPr/>
          </p:nvSpPr>
          <p:spPr bwMode="auto">
            <a:xfrm>
              <a:off x="7680325" y="5521325"/>
              <a:ext cx="782638" cy="11113"/>
            </a:xfrm>
            <a:prstGeom prst="rect">
              <a:avLst/>
            </a:prstGeom>
            <a:solidFill>
              <a:srgbClr val="58595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08" name="组合 107"/>
          <p:cNvGrpSpPr/>
          <p:nvPr/>
        </p:nvGrpSpPr>
        <p:grpSpPr>
          <a:xfrm>
            <a:off x="10409012" y="3647180"/>
            <a:ext cx="771279" cy="332680"/>
            <a:chOff x="10539412" y="3713163"/>
            <a:chExt cx="820738" cy="354013"/>
          </a:xfrm>
        </p:grpSpPr>
        <p:sp>
          <p:nvSpPr>
            <p:cNvPr id="44" name="Freeform 40"/>
            <p:cNvSpPr>
              <a:spLocks noEditPoints="1"/>
            </p:cNvSpPr>
            <p:nvPr/>
          </p:nvSpPr>
          <p:spPr bwMode="auto">
            <a:xfrm>
              <a:off x="11082337" y="3727450"/>
              <a:ext cx="277813" cy="276225"/>
            </a:xfrm>
            <a:custGeom>
              <a:avLst/>
              <a:gdLst>
                <a:gd name="T0" fmla="*/ 116 w 231"/>
                <a:gd name="T1" fmla="*/ 0 h 231"/>
                <a:gd name="T2" fmla="*/ 0 w 231"/>
                <a:gd name="T3" fmla="*/ 116 h 231"/>
                <a:gd name="T4" fmla="*/ 116 w 231"/>
                <a:gd name="T5" fmla="*/ 231 h 231"/>
                <a:gd name="T6" fmla="*/ 231 w 231"/>
                <a:gd name="T7" fmla="*/ 116 h 231"/>
                <a:gd name="T8" fmla="*/ 116 w 231"/>
                <a:gd name="T9" fmla="*/ 0 h 231"/>
                <a:gd name="T10" fmla="*/ 116 w 231"/>
                <a:gd name="T11" fmla="*/ 212 h 231"/>
                <a:gd name="T12" fmla="*/ 20 w 231"/>
                <a:gd name="T13" fmla="*/ 116 h 231"/>
                <a:gd name="T14" fmla="*/ 116 w 231"/>
                <a:gd name="T15" fmla="*/ 20 h 231"/>
                <a:gd name="T16" fmla="*/ 212 w 231"/>
                <a:gd name="T17" fmla="*/ 116 h 231"/>
                <a:gd name="T18" fmla="*/ 116 w 231"/>
                <a:gd name="T19" fmla="*/ 212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1" h="231">
                  <a:moveTo>
                    <a:pt x="116" y="0"/>
                  </a:moveTo>
                  <a:cubicBezTo>
                    <a:pt x="52" y="0"/>
                    <a:pt x="0" y="52"/>
                    <a:pt x="0" y="116"/>
                  </a:cubicBezTo>
                  <a:cubicBezTo>
                    <a:pt x="0" y="179"/>
                    <a:pt x="52" y="231"/>
                    <a:pt x="116" y="231"/>
                  </a:cubicBezTo>
                  <a:cubicBezTo>
                    <a:pt x="179" y="231"/>
                    <a:pt x="231" y="179"/>
                    <a:pt x="231" y="116"/>
                  </a:cubicBezTo>
                  <a:cubicBezTo>
                    <a:pt x="231" y="52"/>
                    <a:pt x="179" y="0"/>
                    <a:pt x="116" y="0"/>
                  </a:cubicBezTo>
                  <a:close/>
                  <a:moveTo>
                    <a:pt x="116" y="212"/>
                  </a:moveTo>
                  <a:cubicBezTo>
                    <a:pt x="63" y="212"/>
                    <a:pt x="20" y="169"/>
                    <a:pt x="20" y="116"/>
                  </a:cubicBezTo>
                  <a:cubicBezTo>
                    <a:pt x="20" y="63"/>
                    <a:pt x="63" y="20"/>
                    <a:pt x="116" y="20"/>
                  </a:cubicBezTo>
                  <a:cubicBezTo>
                    <a:pt x="169" y="20"/>
                    <a:pt x="212" y="63"/>
                    <a:pt x="212" y="116"/>
                  </a:cubicBezTo>
                  <a:cubicBezTo>
                    <a:pt x="212" y="169"/>
                    <a:pt x="169" y="212"/>
                    <a:pt x="116" y="212"/>
                  </a:cubicBezTo>
                  <a:close/>
                </a:path>
              </a:pathLst>
            </a:custGeom>
            <a:solidFill>
              <a:srgbClr val="1855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 name="Freeform 41"/>
            <p:cNvSpPr>
              <a:spLocks/>
            </p:cNvSpPr>
            <p:nvPr/>
          </p:nvSpPr>
          <p:spPr bwMode="auto">
            <a:xfrm>
              <a:off x="11171237" y="3792538"/>
              <a:ext cx="114300" cy="88900"/>
            </a:xfrm>
            <a:custGeom>
              <a:avLst/>
              <a:gdLst>
                <a:gd name="T0" fmla="*/ 94 w 96"/>
                <a:gd name="T1" fmla="*/ 2 h 73"/>
                <a:gd name="T2" fmla="*/ 86 w 96"/>
                <a:gd name="T3" fmla="*/ 3 h 73"/>
                <a:gd name="T4" fmla="*/ 41 w 96"/>
                <a:gd name="T5" fmla="*/ 60 h 73"/>
                <a:gd name="T6" fmla="*/ 9 w 96"/>
                <a:gd name="T7" fmla="*/ 43 h 73"/>
                <a:gd name="T8" fmla="*/ 1 w 96"/>
                <a:gd name="T9" fmla="*/ 46 h 73"/>
                <a:gd name="T10" fmla="*/ 4 w 96"/>
                <a:gd name="T11" fmla="*/ 53 h 73"/>
                <a:gd name="T12" fmla="*/ 39 w 96"/>
                <a:gd name="T13" fmla="*/ 71 h 73"/>
                <a:gd name="T14" fmla="*/ 39 w 96"/>
                <a:gd name="T15" fmla="*/ 71 h 73"/>
                <a:gd name="T16" fmla="*/ 47 w 96"/>
                <a:gd name="T17" fmla="*/ 70 h 73"/>
                <a:gd name="T18" fmla="*/ 95 w 96"/>
                <a:gd name="T19" fmla="*/ 10 h 73"/>
                <a:gd name="T20" fmla="*/ 94 w 96"/>
                <a:gd name="T21" fmla="*/ 2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6" h="73">
                  <a:moveTo>
                    <a:pt x="94" y="2"/>
                  </a:moveTo>
                  <a:cubicBezTo>
                    <a:pt x="91" y="0"/>
                    <a:pt x="88" y="1"/>
                    <a:pt x="86" y="3"/>
                  </a:cubicBezTo>
                  <a:cubicBezTo>
                    <a:pt x="41" y="60"/>
                    <a:pt x="41" y="60"/>
                    <a:pt x="41" y="60"/>
                  </a:cubicBezTo>
                  <a:cubicBezTo>
                    <a:pt x="9" y="43"/>
                    <a:pt x="9" y="43"/>
                    <a:pt x="9" y="43"/>
                  </a:cubicBezTo>
                  <a:cubicBezTo>
                    <a:pt x="6" y="42"/>
                    <a:pt x="3" y="43"/>
                    <a:pt x="1" y="46"/>
                  </a:cubicBezTo>
                  <a:cubicBezTo>
                    <a:pt x="0" y="48"/>
                    <a:pt x="1" y="52"/>
                    <a:pt x="4" y="53"/>
                  </a:cubicBezTo>
                  <a:cubicBezTo>
                    <a:pt x="39" y="71"/>
                    <a:pt x="39" y="71"/>
                    <a:pt x="39" y="71"/>
                  </a:cubicBezTo>
                  <a:cubicBezTo>
                    <a:pt x="39" y="71"/>
                    <a:pt x="39" y="71"/>
                    <a:pt x="39" y="71"/>
                  </a:cubicBezTo>
                  <a:cubicBezTo>
                    <a:pt x="41" y="73"/>
                    <a:pt x="45" y="73"/>
                    <a:pt x="47" y="70"/>
                  </a:cubicBezTo>
                  <a:cubicBezTo>
                    <a:pt x="95" y="10"/>
                    <a:pt x="95" y="10"/>
                    <a:pt x="95" y="10"/>
                  </a:cubicBezTo>
                  <a:cubicBezTo>
                    <a:pt x="96" y="8"/>
                    <a:pt x="96" y="4"/>
                    <a:pt x="94" y="2"/>
                  </a:cubicBezTo>
                  <a:close/>
                </a:path>
              </a:pathLst>
            </a:custGeom>
            <a:solidFill>
              <a:srgbClr val="1855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 name="Freeform 42"/>
            <p:cNvSpPr>
              <a:spLocks/>
            </p:cNvSpPr>
            <p:nvPr/>
          </p:nvSpPr>
          <p:spPr bwMode="auto">
            <a:xfrm>
              <a:off x="11303000" y="3860800"/>
              <a:ext cx="25400" cy="12700"/>
            </a:xfrm>
            <a:custGeom>
              <a:avLst/>
              <a:gdLst>
                <a:gd name="T0" fmla="*/ 6 w 21"/>
                <a:gd name="T1" fmla="*/ 11 h 11"/>
                <a:gd name="T2" fmla="*/ 0 w 21"/>
                <a:gd name="T3" fmla="*/ 6 h 11"/>
                <a:gd name="T4" fmla="*/ 6 w 21"/>
                <a:gd name="T5" fmla="*/ 0 h 11"/>
                <a:gd name="T6" fmla="*/ 15 w 21"/>
                <a:gd name="T7" fmla="*/ 0 h 11"/>
                <a:gd name="T8" fmla="*/ 21 w 21"/>
                <a:gd name="T9" fmla="*/ 6 h 11"/>
                <a:gd name="T10" fmla="*/ 15 w 21"/>
                <a:gd name="T11" fmla="*/ 11 h 11"/>
                <a:gd name="T12" fmla="*/ 6 w 2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21" h="11">
                  <a:moveTo>
                    <a:pt x="6" y="11"/>
                  </a:moveTo>
                  <a:cubicBezTo>
                    <a:pt x="2" y="11"/>
                    <a:pt x="0" y="9"/>
                    <a:pt x="0" y="6"/>
                  </a:cubicBezTo>
                  <a:cubicBezTo>
                    <a:pt x="0" y="2"/>
                    <a:pt x="3" y="0"/>
                    <a:pt x="6" y="0"/>
                  </a:cubicBezTo>
                  <a:cubicBezTo>
                    <a:pt x="15" y="0"/>
                    <a:pt x="15" y="0"/>
                    <a:pt x="15" y="0"/>
                  </a:cubicBezTo>
                  <a:cubicBezTo>
                    <a:pt x="18" y="0"/>
                    <a:pt x="21" y="3"/>
                    <a:pt x="21" y="6"/>
                  </a:cubicBezTo>
                  <a:cubicBezTo>
                    <a:pt x="21" y="9"/>
                    <a:pt x="18" y="11"/>
                    <a:pt x="15" y="11"/>
                  </a:cubicBezTo>
                  <a:lnTo>
                    <a:pt x="6" y="11"/>
                  </a:lnTo>
                  <a:close/>
                </a:path>
              </a:pathLst>
            </a:custGeom>
            <a:solidFill>
              <a:srgbClr val="1855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 name="Freeform 43"/>
            <p:cNvSpPr>
              <a:spLocks/>
            </p:cNvSpPr>
            <p:nvPr/>
          </p:nvSpPr>
          <p:spPr bwMode="auto">
            <a:xfrm>
              <a:off x="11114087" y="3857625"/>
              <a:ext cx="23813" cy="14288"/>
            </a:xfrm>
            <a:custGeom>
              <a:avLst/>
              <a:gdLst>
                <a:gd name="T0" fmla="*/ 5 w 20"/>
                <a:gd name="T1" fmla="*/ 11 h 11"/>
                <a:gd name="T2" fmla="*/ 0 w 20"/>
                <a:gd name="T3" fmla="*/ 6 h 11"/>
                <a:gd name="T4" fmla="*/ 5 w 20"/>
                <a:gd name="T5" fmla="*/ 0 h 11"/>
                <a:gd name="T6" fmla="*/ 15 w 20"/>
                <a:gd name="T7" fmla="*/ 0 h 11"/>
                <a:gd name="T8" fmla="*/ 20 w 20"/>
                <a:gd name="T9" fmla="*/ 6 h 11"/>
                <a:gd name="T10" fmla="*/ 15 w 20"/>
                <a:gd name="T11" fmla="*/ 11 h 11"/>
                <a:gd name="T12" fmla="*/ 5 w 20"/>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20" h="11">
                  <a:moveTo>
                    <a:pt x="5" y="11"/>
                  </a:moveTo>
                  <a:cubicBezTo>
                    <a:pt x="2" y="11"/>
                    <a:pt x="0" y="9"/>
                    <a:pt x="0" y="6"/>
                  </a:cubicBezTo>
                  <a:cubicBezTo>
                    <a:pt x="0" y="2"/>
                    <a:pt x="2" y="0"/>
                    <a:pt x="5" y="0"/>
                  </a:cubicBezTo>
                  <a:cubicBezTo>
                    <a:pt x="15" y="0"/>
                    <a:pt x="15" y="0"/>
                    <a:pt x="15" y="0"/>
                  </a:cubicBezTo>
                  <a:cubicBezTo>
                    <a:pt x="18" y="0"/>
                    <a:pt x="20" y="3"/>
                    <a:pt x="20" y="6"/>
                  </a:cubicBezTo>
                  <a:cubicBezTo>
                    <a:pt x="20" y="9"/>
                    <a:pt x="18" y="11"/>
                    <a:pt x="15" y="11"/>
                  </a:cubicBezTo>
                  <a:lnTo>
                    <a:pt x="5" y="11"/>
                  </a:lnTo>
                  <a:close/>
                </a:path>
              </a:pathLst>
            </a:custGeom>
            <a:solidFill>
              <a:srgbClr val="1855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 name="Freeform 44"/>
            <p:cNvSpPr>
              <a:spLocks/>
            </p:cNvSpPr>
            <p:nvPr/>
          </p:nvSpPr>
          <p:spPr bwMode="auto">
            <a:xfrm>
              <a:off x="11212512" y="3948113"/>
              <a:ext cx="12700" cy="25400"/>
            </a:xfrm>
            <a:custGeom>
              <a:avLst/>
              <a:gdLst>
                <a:gd name="T0" fmla="*/ 0 w 11"/>
                <a:gd name="T1" fmla="*/ 5 h 21"/>
                <a:gd name="T2" fmla="*/ 6 w 11"/>
                <a:gd name="T3" fmla="*/ 0 h 21"/>
                <a:gd name="T4" fmla="*/ 11 w 11"/>
                <a:gd name="T5" fmla="*/ 6 h 21"/>
                <a:gd name="T6" fmla="*/ 11 w 11"/>
                <a:gd name="T7" fmla="*/ 15 h 21"/>
                <a:gd name="T8" fmla="*/ 6 w 11"/>
                <a:gd name="T9" fmla="*/ 21 h 21"/>
                <a:gd name="T10" fmla="*/ 0 w 11"/>
                <a:gd name="T11" fmla="*/ 15 h 21"/>
                <a:gd name="T12" fmla="*/ 0 w 11"/>
                <a:gd name="T13" fmla="*/ 5 h 21"/>
              </a:gdLst>
              <a:ahLst/>
              <a:cxnLst>
                <a:cxn ang="0">
                  <a:pos x="T0" y="T1"/>
                </a:cxn>
                <a:cxn ang="0">
                  <a:pos x="T2" y="T3"/>
                </a:cxn>
                <a:cxn ang="0">
                  <a:pos x="T4" y="T5"/>
                </a:cxn>
                <a:cxn ang="0">
                  <a:pos x="T6" y="T7"/>
                </a:cxn>
                <a:cxn ang="0">
                  <a:pos x="T8" y="T9"/>
                </a:cxn>
                <a:cxn ang="0">
                  <a:pos x="T10" y="T11"/>
                </a:cxn>
                <a:cxn ang="0">
                  <a:pos x="T12" y="T13"/>
                </a:cxn>
              </a:cxnLst>
              <a:rect l="0" t="0" r="r" b="b"/>
              <a:pathLst>
                <a:path w="11" h="21">
                  <a:moveTo>
                    <a:pt x="0" y="5"/>
                  </a:moveTo>
                  <a:cubicBezTo>
                    <a:pt x="0" y="2"/>
                    <a:pt x="3" y="0"/>
                    <a:pt x="6" y="0"/>
                  </a:cubicBezTo>
                  <a:cubicBezTo>
                    <a:pt x="9" y="0"/>
                    <a:pt x="11" y="3"/>
                    <a:pt x="11" y="6"/>
                  </a:cubicBezTo>
                  <a:cubicBezTo>
                    <a:pt x="11" y="15"/>
                    <a:pt x="11" y="15"/>
                    <a:pt x="11" y="15"/>
                  </a:cubicBezTo>
                  <a:cubicBezTo>
                    <a:pt x="11" y="18"/>
                    <a:pt x="9" y="21"/>
                    <a:pt x="6" y="21"/>
                  </a:cubicBezTo>
                  <a:cubicBezTo>
                    <a:pt x="3" y="21"/>
                    <a:pt x="0" y="18"/>
                    <a:pt x="0" y="15"/>
                  </a:cubicBezTo>
                  <a:lnTo>
                    <a:pt x="0" y="5"/>
                  </a:lnTo>
                  <a:close/>
                </a:path>
              </a:pathLst>
            </a:custGeom>
            <a:solidFill>
              <a:srgbClr val="1855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 name="Freeform 45"/>
            <p:cNvSpPr>
              <a:spLocks/>
            </p:cNvSpPr>
            <p:nvPr/>
          </p:nvSpPr>
          <p:spPr bwMode="auto">
            <a:xfrm>
              <a:off x="11215687" y="3757613"/>
              <a:ext cx="12700" cy="25400"/>
            </a:xfrm>
            <a:custGeom>
              <a:avLst/>
              <a:gdLst>
                <a:gd name="T0" fmla="*/ 0 w 11"/>
                <a:gd name="T1" fmla="*/ 6 h 21"/>
                <a:gd name="T2" fmla="*/ 6 w 11"/>
                <a:gd name="T3" fmla="*/ 0 h 21"/>
                <a:gd name="T4" fmla="*/ 11 w 11"/>
                <a:gd name="T5" fmla="*/ 6 h 21"/>
                <a:gd name="T6" fmla="*/ 11 w 11"/>
                <a:gd name="T7" fmla="*/ 16 h 21"/>
                <a:gd name="T8" fmla="*/ 6 w 11"/>
                <a:gd name="T9" fmla="*/ 21 h 21"/>
                <a:gd name="T10" fmla="*/ 0 w 11"/>
                <a:gd name="T11" fmla="*/ 16 h 21"/>
                <a:gd name="T12" fmla="*/ 0 w 11"/>
                <a:gd name="T13" fmla="*/ 6 h 21"/>
              </a:gdLst>
              <a:ahLst/>
              <a:cxnLst>
                <a:cxn ang="0">
                  <a:pos x="T0" y="T1"/>
                </a:cxn>
                <a:cxn ang="0">
                  <a:pos x="T2" y="T3"/>
                </a:cxn>
                <a:cxn ang="0">
                  <a:pos x="T4" y="T5"/>
                </a:cxn>
                <a:cxn ang="0">
                  <a:pos x="T6" y="T7"/>
                </a:cxn>
                <a:cxn ang="0">
                  <a:pos x="T8" y="T9"/>
                </a:cxn>
                <a:cxn ang="0">
                  <a:pos x="T10" y="T11"/>
                </a:cxn>
                <a:cxn ang="0">
                  <a:pos x="T12" y="T13"/>
                </a:cxn>
              </a:cxnLst>
              <a:rect l="0" t="0" r="r" b="b"/>
              <a:pathLst>
                <a:path w="11" h="21">
                  <a:moveTo>
                    <a:pt x="0" y="6"/>
                  </a:moveTo>
                  <a:cubicBezTo>
                    <a:pt x="0" y="3"/>
                    <a:pt x="3" y="0"/>
                    <a:pt x="6" y="0"/>
                  </a:cubicBezTo>
                  <a:cubicBezTo>
                    <a:pt x="9" y="1"/>
                    <a:pt x="11" y="3"/>
                    <a:pt x="11" y="6"/>
                  </a:cubicBezTo>
                  <a:cubicBezTo>
                    <a:pt x="11" y="16"/>
                    <a:pt x="11" y="16"/>
                    <a:pt x="11" y="16"/>
                  </a:cubicBezTo>
                  <a:cubicBezTo>
                    <a:pt x="11" y="19"/>
                    <a:pt x="9" y="21"/>
                    <a:pt x="6" y="21"/>
                  </a:cubicBezTo>
                  <a:cubicBezTo>
                    <a:pt x="3" y="21"/>
                    <a:pt x="0" y="19"/>
                    <a:pt x="0" y="16"/>
                  </a:cubicBezTo>
                  <a:lnTo>
                    <a:pt x="0" y="6"/>
                  </a:lnTo>
                  <a:close/>
                </a:path>
              </a:pathLst>
            </a:custGeom>
            <a:solidFill>
              <a:srgbClr val="1855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 name="Freeform 46"/>
            <p:cNvSpPr>
              <a:spLocks noEditPoints="1"/>
            </p:cNvSpPr>
            <p:nvPr/>
          </p:nvSpPr>
          <p:spPr bwMode="auto">
            <a:xfrm>
              <a:off x="10539412" y="3713163"/>
              <a:ext cx="196850" cy="306388"/>
            </a:xfrm>
            <a:custGeom>
              <a:avLst/>
              <a:gdLst>
                <a:gd name="T0" fmla="*/ 0 w 164"/>
                <a:gd name="T1" fmla="*/ 126 h 255"/>
                <a:gd name="T2" fmla="*/ 81 w 164"/>
                <a:gd name="T3" fmla="*/ 0 h 255"/>
                <a:gd name="T4" fmla="*/ 164 w 164"/>
                <a:gd name="T5" fmla="*/ 126 h 255"/>
                <a:gd name="T6" fmla="*/ 81 w 164"/>
                <a:gd name="T7" fmla="*/ 255 h 255"/>
                <a:gd name="T8" fmla="*/ 0 w 164"/>
                <a:gd name="T9" fmla="*/ 126 h 255"/>
                <a:gd name="T10" fmla="*/ 117 w 164"/>
                <a:gd name="T11" fmla="*/ 128 h 255"/>
                <a:gd name="T12" fmla="*/ 83 w 164"/>
                <a:gd name="T13" fmla="*/ 38 h 255"/>
                <a:gd name="T14" fmla="*/ 49 w 164"/>
                <a:gd name="T15" fmla="*/ 127 h 255"/>
                <a:gd name="T16" fmla="*/ 83 w 164"/>
                <a:gd name="T17" fmla="*/ 217 h 255"/>
                <a:gd name="T18" fmla="*/ 117 w 164"/>
                <a:gd name="T19" fmla="*/ 128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255">
                  <a:moveTo>
                    <a:pt x="0" y="126"/>
                  </a:moveTo>
                  <a:cubicBezTo>
                    <a:pt x="0" y="37"/>
                    <a:pt x="30" y="0"/>
                    <a:pt x="81" y="0"/>
                  </a:cubicBezTo>
                  <a:cubicBezTo>
                    <a:pt x="133" y="0"/>
                    <a:pt x="164" y="37"/>
                    <a:pt x="164" y="126"/>
                  </a:cubicBezTo>
                  <a:cubicBezTo>
                    <a:pt x="164" y="215"/>
                    <a:pt x="133" y="255"/>
                    <a:pt x="81" y="255"/>
                  </a:cubicBezTo>
                  <a:cubicBezTo>
                    <a:pt x="30" y="255"/>
                    <a:pt x="0" y="216"/>
                    <a:pt x="0" y="126"/>
                  </a:cubicBezTo>
                  <a:close/>
                  <a:moveTo>
                    <a:pt x="117" y="128"/>
                  </a:moveTo>
                  <a:cubicBezTo>
                    <a:pt x="117" y="62"/>
                    <a:pt x="105" y="38"/>
                    <a:pt x="83" y="38"/>
                  </a:cubicBezTo>
                  <a:cubicBezTo>
                    <a:pt x="60" y="38"/>
                    <a:pt x="49" y="61"/>
                    <a:pt x="49" y="127"/>
                  </a:cubicBezTo>
                  <a:cubicBezTo>
                    <a:pt x="49" y="194"/>
                    <a:pt x="60" y="217"/>
                    <a:pt x="83" y="217"/>
                  </a:cubicBezTo>
                  <a:cubicBezTo>
                    <a:pt x="105" y="217"/>
                    <a:pt x="117" y="193"/>
                    <a:pt x="117" y="128"/>
                  </a:cubicBezTo>
                  <a:close/>
                </a:path>
              </a:pathLst>
            </a:custGeom>
            <a:solidFill>
              <a:srgbClr val="1855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 name="Freeform 47"/>
            <p:cNvSpPr>
              <a:spLocks noEditPoints="1"/>
            </p:cNvSpPr>
            <p:nvPr/>
          </p:nvSpPr>
          <p:spPr bwMode="auto">
            <a:xfrm>
              <a:off x="10744200" y="3722688"/>
              <a:ext cx="200025" cy="285750"/>
            </a:xfrm>
            <a:custGeom>
              <a:avLst/>
              <a:gdLst>
                <a:gd name="T0" fmla="*/ 70 w 126"/>
                <a:gd name="T1" fmla="*/ 180 h 180"/>
                <a:gd name="T2" fmla="*/ 70 w 126"/>
                <a:gd name="T3" fmla="*/ 141 h 180"/>
                <a:gd name="T4" fmla="*/ 0 w 126"/>
                <a:gd name="T5" fmla="*/ 141 h 180"/>
                <a:gd name="T6" fmla="*/ 0 w 126"/>
                <a:gd name="T7" fmla="*/ 110 h 180"/>
                <a:gd name="T8" fmla="*/ 65 w 126"/>
                <a:gd name="T9" fmla="*/ 0 h 180"/>
                <a:gd name="T10" fmla="*/ 105 w 126"/>
                <a:gd name="T11" fmla="*/ 0 h 180"/>
                <a:gd name="T12" fmla="*/ 105 w 126"/>
                <a:gd name="T13" fmla="*/ 113 h 180"/>
                <a:gd name="T14" fmla="*/ 126 w 126"/>
                <a:gd name="T15" fmla="*/ 113 h 180"/>
                <a:gd name="T16" fmla="*/ 126 w 126"/>
                <a:gd name="T17" fmla="*/ 141 h 180"/>
                <a:gd name="T18" fmla="*/ 105 w 126"/>
                <a:gd name="T19" fmla="*/ 141 h 180"/>
                <a:gd name="T20" fmla="*/ 105 w 126"/>
                <a:gd name="T21" fmla="*/ 180 h 180"/>
                <a:gd name="T22" fmla="*/ 70 w 126"/>
                <a:gd name="T23" fmla="*/ 180 h 180"/>
                <a:gd name="T24" fmla="*/ 71 w 126"/>
                <a:gd name="T25" fmla="*/ 50 h 180"/>
                <a:gd name="T26" fmla="*/ 34 w 126"/>
                <a:gd name="T27" fmla="*/ 113 h 180"/>
                <a:gd name="T28" fmla="*/ 71 w 126"/>
                <a:gd name="T29" fmla="*/ 113 h 180"/>
                <a:gd name="T30" fmla="*/ 71 w 126"/>
                <a:gd name="T31" fmla="*/ 5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6" h="180">
                  <a:moveTo>
                    <a:pt x="70" y="180"/>
                  </a:moveTo>
                  <a:lnTo>
                    <a:pt x="70" y="141"/>
                  </a:lnTo>
                  <a:lnTo>
                    <a:pt x="0" y="141"/>
                  </a:lnTo>
                  <a:lnTo>
                    <a:pt x="0" y="110"/>
                  </a:lnTo>
                  <a:lnTo>
                    <a:pt x="65" y="0"/>
                  </a:lnTo>
                  <a:lnTo>
                    <a:pt x="105" y="0"/>
                  </a:lnTo>
                  <a:lnTo>
                    <a:pt x="105" y="113"/>
                  </a:lnTo>
                  <a:lnTo>
                    <a:pt x="126" y="113"/>
                  </a:lnTo>
                  <a:lnTo>
                    <a:pt x="126" y="141"/>
                  </a:lnTo>
                  <a:lnTo>
                    <a:pt x="105" y="141"/>
                  </a:lnTo>
                  <a:lnTo>
                    <a:pt x="105" y="180"/>
                  </a:lnTo>
                  <a:lnTo>
                    <a:pt x="70" y="180"/>
                  </a:lnTo>
                  <a:close/>
                  <a:moveTo>
                    <a:pt x="71" y="50"/>
                  </a:moveTo>
                  <a:lnTo>
                    <a:pt x="34" y="113"/>
                  </a:lnTo>
                  <a:lnTo>
                    <a:pt x="71" y="113"/>
                  </a:lnTo>
                  <a:lnTo>
                    <a:pt x="71" y="50"/>
                  </a:lnTo>
                  <a:close/>
                </a:path>
              </a:pathLst>
            </a:custGeom>
            <a:solidFill>
              <a:srgbClr val="1855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 name="Rectangle 48"/>
            <p:cNvSpPr>
              <a:spLocks noChangeArrowheads="1"/>
            </p:cNvSpPr>
            <p:nvPr/>
          </p:nvSpPr>
          <p:spPr bwMode="auto">
            <a:xfrm>
              <a:off x="10556875" y="4056063"/>
              <a:ext cx="785813" cy="11113"/>
            </a:xfrm>
            <a:prstGeom prst="rect">
              <a:avLst/>
            </a:prstGeom>
            <a:solidFill>
              <a:srgbClr val="58595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09" name="组合 108"/>
          <p:cNvGrpSpPr/>
          <p:nvPr/>
        </p:nvGrpSpPr>
        <p:grpSpPr>
          <a:xfrm>
            <a:off x="10249390" y="2059871"/>
            <a:ext cx="756360" cy="319253"/>
            <a:chOff x="10369550" y="2024063"/>
            <a:chExt cx="804862" cy="339725"/>
          </a:xfrm>
        </p:grpSpPr>
        <p:sp>
          <p:nvSpPr>
            <p:cNvPr id="99" name="Rectangle 49"/>
            <p:cNvSpPr>
              <a:spLocks noChangeArrowheads="1"/>
            </p:cNvSpPr>
            <p:nvPr/>
          </p:nvSpPr>
          <p:spPr bwMode="auto">
            <a:xfrm>
              <a:off x="10369550" y="2352675"/>
              <a:ext cx="782638" cy="11113"/>
            </a:xfrm>
            <a:prstGeom prst="rect">
              <a:avLst/>
            </a:prstGeom>
            <a:solidFill>
              <a:srgbClr val="58595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 name="Freeform 50"/>
            <p:cNvSpPr>
              <a:spLocks/>
            </p:cNvSpPr>
            <p:nvPr/>
          </p:nvSpPr>
          <p:spPr bwMode="auto">
            <a:xfrm>
              <a:off x="10856912" y="2127250"/>
              <a:ext cx="114300" cy="177800"/>
            </a:xfrm>
            <a:custGeom>
              <a:avLst/>
              <a:gdLst>
                <a:gd name="T0" fmla="*/ 42 w 95"/>
                <a:gd name="T1" fmla="*/ 74 h 148"/>
                <a:gd name="T2" fmla="*/ 95 w 95"/>
                <a:gd name="T3" fmla="*/ 3 h 148"/>
                <a:gd name="T4" fmla="*/ 74 w 95"/>
                <a:gd name="T5" fmla="*/ 0 h 148"/>
                <a:gd name="T6" fmla="*/ 0 w 95"/>
                <a:gd name="T7" fmla="*/ 74 h 148"/>
                <a:gd name="T8" fmla="*/ 74 w 95"/>
                <a:gd name="T9" fmla="*/ 148 h 148"/>
                <a:gd name="T10" fmla="*/ 95 w 95"/>
                <a:gd name="T11" fmla="*/ 145 h 148"/>
                <a:gd name="T12" fmla="*/ 42 w 95"/>
                <a:gd name="T13" fmla="*/ 74 h 148"/>
              </a:gdLst>
              <a:ahLst/>
              <a:cxnLst>
                <a:cxn ang="0">
                  <a:pos x="T0" y="T1"/>
                </a:cxn>
                <a:cxn ang="0">
                  <a:pos x="T2" y="T3"/>
                </a:cxn>
                <a:cxn ang="0">
                  <a:pos x="T4" y="T5"/>
                </a:cxn>
                <a:cxn ang="0">
                  <a:pos x="T6" y="T7"/>
                </a:cxn>
                <a:cxn ang="0">
                  <a:pos x="T8" y="T9"/>
                </a:cxn>
                <a:cxn ang="0">
                  <a:pos x="T10" y="T11"/>
                </a:cxn>
                <a:cxn ang="0">
                  <a:pos x="T12" y="T13"/>
                </a:cxn>
              </a:cxnLst>
              <a:rect l="0" t="0" r="r" b="b"/>
              <a:pathLst>
                <a:path w="95" h="148">
                  <a:moveTo>
                    <a:pt x="42" y="74"/>
                  </a:moveTo>
                  <a:cubicBezTo>
                    <a:pt x="42" y="40"/>
                    <a:pt x="64" y="12"/>
                    <a:pt x="95" y="3"/>
                  </a:cubicBezTo>
                  <a:cubicBezTo>
                    <a:pt x="88" y="1"/>
                    <a:pt x="81" y="0"/>
                    <a:pt x="74" y="0"/>
                  </a:cubicBezTo>
                  <a:cubicBezTo>
                    <a:pt x="33" y="0"/>
                    <a:pt x="0" y="33"/>
                    <a:pt x="0" y="74"/>
                  </a:cubicBezTo>
                  <a:cubicBezTo>
                    <a:pt x="0" y="115"/>
                    <a:pt x="33" y="148"/>
                    <a:pt x="74" y="148"/>
                  </a:cubicBezTo>
                  <a:cubicBezTo>
                    <a:pt x="81" y="148"/>
                    <a:pt x="88" y="147"/>
                    <a:pt x="95" y="145"/>
                  </a:cubicBezTo>
                  <a:cubicBezTo>
                    <a:pt x="64" y="136"/>
                    <a:pt x="42" y="107"/>
                    <a:pt x="42" y="74"/>
                  </a:cubicBezTo>
                  <a:close/>
                </a:path>
              </a:pathLst>
            </a:custGeom>
            <a:solidFill>
              <a:srgbClr val="1855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 name="Freeform 51"/>
            <p:cNvSpPr>
              <a:spLocks/>
            </p:cNvSpPr>
            <p:nvPr/>
          </p:nvSpPr>
          <p:spPr bwMode="auto">
            <a:xfrm>
              <a:off x="10933112" y="2027238"/>
              <a:ext cx="241300" cy="284163"/>
            </a:xfrm>
            <a:custGeom>
              <a:avLst/>
              <a:gdLst>
                <a:gd name="T0" fmla="*/ 201 w 201"/>
                <a:gd name="T1" fmla="*/ 142 h 236"/>
                <a:gd name="T2" fmla="*/ 183 w 201"/>
                <a:gd name="T3" fmla="*/ 123 h 236"/>
                <a:gd name="T4" fmla="*/ 191 w 201"/>
                <a:gd name="T5" fmla="*/ 109 h 236"/>
                <a:gd name="T6" fmla="*/ 113 w 201"/>
                <a:gd name="T7" fmla="*/ 90 h 236"/>
                <a:gd name="T8" fmla="*/ 109 w 201"/>
                <a:gd name="T9" fmla="*/ 90 h 236"/>
                <a:gd name="T10" fmla="*/ 124 w 201"/>
                <a:gd name="T11" fmla="*/ 74 h 236"/>
                <a:gd name="T12" fmla="*/ 139 w 201"/>
                <a:gd name="T13" fmla="*/ 44 h 236"/>
                <a:gd name="T14" fmla="*/ 123 w 201"/>
                <a:gd name="T15" fmla="*/ 2 h 236"/>
                <a:gd name="T16" fmla="*/ 104 w 201"/>
                <a:gd name="T17" fmla="*/ 33 h 236"/>
                <a:gd name="T18" fmla="*/ 95 w 201"/>
                <a:gd name="T19" fmla="*/ 46 h 236"/>
                <a:gd name="T20" fmla="*/ 44 w 201"/>
                <a:gd name="T21" fmla="*/ 82 h 236"/>
                <a:gd name="T22" fmla="*/ 0 w 201"/>
                <a:gd name="T23" fmla="*/ 163 h 236"/>
                <a:gd name="T24" fmla="*/ 80 w 201"/>
                <a:gd name="T25" fmla="*/ 236 h 236"/>
                <a:gd name="T26" fmla="*/ 137 w 201"/>
                <a:gd name="T27" fmla="*/ 224 h 236"/>
                <a:gd name="T28" fmla="*/ 171 w 201"/>
                <a:gd name="T29" fmla="*/ 206 h 236"/>
                <a:gd name="T30" fmla="*/ 168 w 201"/>
                <a:gd name="T31" fmla="*/ 198 h 236"/>
                <a:gd name="T32" fmla="*/ 191 w 201"/>
                <a:gd name="T33" fmla="*/ 177 h 236"/>
                <a:gd name="T34" fmla="*/ 180 w 201"/>
                <a:gd name="T35" fmla="*/ 162 h 236"/>
                <a:gd name="T36" fmla="*/ 201 w 201"/>
                <a:gd name="T37" fmla="*/ 142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1" h="236">
                  <a:moveTo>
                    <a:pt x="201" y="142"/>
                  </a:moveTo>
                  <a:cubicBezTo>
                    <a:pt x="201" y="134"/>
                    <a:pt x="194" y="127"/>
                    <a:pt x="183" y="123"/>
                  </a:cubicBezTo>
                  <a:cubicBezTo>
                    <a:pt x="188" y="119"/>
                    <a:pt x="192" y="114"/>
                    <a:pt x="191" y="109"/>
                  </a:cubicBezTo>
                  <a:cubicBezTo>
                    <a:pt x="190" y="89"/>
                    <a:pt x="140" y="90"/>
                    <a:pt x="113" y="90"/>
                  </a:cubicBezTo>
                  <a:cubicBezTo>
                    <a:pt x="112" y="90"/>
                    <a:pt x="110" y="90"/>
                    <a:pt x="109" y="90"/>
                  </a:cubicBezTo>
                  <a:cubicBezTo>
                    <a:pt x="109" y="85"/>
                    <a:pt x="123" y="79"/>
                    <a:pt x="124" y="74"/>
                  </a:cubicBezTo>
                  <a:cubicBezTo>
                    <a:pt x="131" y="69"/>
                    <a:pt x="137" y="57"/>
                    <a:pt x="139" y="44"/>
                  </a:cubicBezTo>
                  <a:cubicBezTo>
                    <a:pt x="142" y="23"/>
                    <a:pt x="135" y="4"/>
                    <a:pt x="123" y="2"/>
                  </a:cubicBezTo>
                  <a:cubicBezTo>
                    <a:pt x="111" y="0"/>
                    <a:pt x="107" y="12"/>
                    <a:pt x="104" y="33"/>
                  </a:cubicBezTo>
                  <a:cubicBezTo>
                    <a:pt x="103" y="36"/>
                    <a:pt x="95" y="43"/>
                    <a:pt x="95" y="46"/>
                  </a:cubicBezTo>
                  <a:cubicBezTo>
                    <a:pt x="71" y="54"/>
                    <a:pt x="59" y="74"/>
                    <a:pt x="44" y="82"/>
                  </a:cubicBezTo>
                  <a:cubicBezTo>
                    <a:pt x="12" y="94"/>
                    <a:pt x="0" y="128"/>
                    <a:pt x="0" y="163"/>
                  </a:cubicBezTo>
                  <a:cubicBezTo>
                    <a:pt x="0" y="208"/>
                    <a:pt x="33" y="236"/>
                    <a:pt x="80" y="236"/>
                  </a:cubicBezTo>
                  <a:cubicBezTo>
                    <a:pt x="99" y="236"/>
                    <a:pt x="122" y="234"/>
                    <a:pt x="137" y="224"/>
                  </a:cubicBezTo>
                  <a:cubicBezTo>
                    <a:pt x="156" y="221"/>
                    <a:pt x="171" y="217"/>
                    <a:pt x="171" y="206"/>
                  </a:cubicBezTo>
                  <a:cubicBezTo>
                    <a:pt x="171" y="203"/>
                    <a:pt x="170" y="200"/>
                    <a:pt x="168" y="198"/>
                  </a:cubicBezTo>
                  <a:cubicBezTo>
                    <a:pt x="182" y="193"/>
                    <a:pt x="191" y="186"/>
                    <a:pt x="191" y="177"/>
                  </a:cubicBezTo>
                  <a:cubicBezTo>
                    <a:pt x="191" y="171"/>
                    <a:pt x="187" y="166"/>
                    <a:pt x="180" y="162"/>
                  </a:cubicBezTo>
                  <a:cubicBezTo>
                    <a:pt x="193" y="157"/>
                    <a:pt x="201" y="150"/>
                    <a:pt x="201" y="142"/>
                  </a:cubicBezTo>
                  <a:close/>
                </a:path>
              </a:pathLst>
            </a:custGeom>
            <a:solidFill>
              <a:srgbClr val="1855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 name="Freeform 52"/>
            <p:cNvSpPr>
              <a:spLocks noEditPoints="1"/>
            </p:cNvSpPr>
            <p:nvPr/>
          </p:nvSpPr>
          <p:spPr bwMode="auto">
            <a:xfrm>
              <a:off x="10387012" y="2024063"/>
              <a:ext cx="188913" cy="293688"/>
            </a:xfrm>
            <a:custGeom>
              <a:avLst/>
              <a:gdLst>
                <a:gd name="T0" fmla="*/ 0 w 158"/>
                <a:gd name="T1" fmla="*/ 121 h 244"/>
                <a:gd name="T2" fmla="*/ 78 w 158"/>
                <a:gd name="T3" fmla="*/ 0 h 244"/>
                <a:gd name="T4" fmla="*/ 158 w 158"/>
                <a:gd name="T5" fmla="*/ 120 h 244"/>
                <a:gd name="T6" fmla="*/ 78 w 158"/>
                <a:gd name="T7" fmla="*/ 244 h 244"/>
                <a:gd name="T8" fmla="*/ 0 w 158"/>
                <a:gd name="T9" fmla="*/ 121 h 244"/>
                <a:gd name="T10" fmla="*/ 112 w 158"/>
                <a:gd name="T11" fmla="*/ 122 h 244"/>
                <a:gd name="T12" fmla="*/ 80 w 158"/>
                <a:gd name="T13" fmla="*/ 36 h 244"/>
                <a:gd name="T14" fmla="*/ 47 w 158"/>
                <a:gd name="T15" fmla="*/ 122 h 244"/>
                <a:gd name="T16" fmla="*/ 80 w 158"/>
                <a:gd name="T17" fmla="*/ 208 h 244"/>
                <a:gd name="T18" fmla="*/ 112 w 158"/>
                <a:gd name="T19" fmla="*/ 122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8" h="244">
                  <a:moveTo>
                    <a:pt x="0" y="121"/>
                  </a:moveTo>
                  <a:cubicBezTo>
                    <a:pt x="0" y="35"/>
                    <a:pt x="29" y="0"/>
                    <a:pt x="78" y="0"/>
                  </a:cubicBezTo>
                  <a:cubicBezTo>
                    <a:pt x="128" y="0"/>
                    <a:pt x="158" y="35"/>
                    <a:pt x="158" y="120"/>
                  </a:cubicBezTo>
                  <a:cubicBezTo>
                    <a:pt x="158" y="205"/>
                    <a:pt x="128" y="244"/>
                    <a:pt x="78" y="244"/>
                  </a:cubicBezTo>
                  <a:cubicBezTo>
                    <a:pt x="29" y="244"/>
                    <a:pt x="0" y="207"/>
                    <a:pt x="0" y="121"/>
                  </a:cubicBezTo>
                  <a:close/>
                  <a:moveTo>
                    <a:pt x="112" y="122"/>
                  </a:moveTo>
                  <a:cubicBezTo>
                    <a:pt x="112" y="59"/>
                    <a:pt x="101" y="36"/>
                    <a:pt x="80" y="36"/>
                  </a:cubicBezTo>
                  <a:cubicBezTo>
                    <a:pt x="58" y="36"/>
                    <a:pt x="47" y="58"/>
                    <a:pt x="47" y="122"/>
                  </a:cubicBezTo>
                  <a:cubicBezTo>
                    <a:pt x="47" y="185"/>
                    <a:pt x="58" y="208"/>
                    <a:pt x="80" y="208"/>
                  </a:cubicBezTo>
                  <a:cubicBezTo>
                    <a:pt x="101" y="208"/>
                    <a:pt x="112" y="185"/>
                    <a:pt x="112" y="122"/>
                  </a:cubicBezTo>
                  <a:close/>
                </a:path>
              </a:pathLst>
            </a:custGeom>
            <a:solidFill>
              <a:srgbClr val="1855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 name="Freeform 53"/>
            <p:cNvSpPr>
              <a:spLocks/>
            </p:cNvSpPr>
            <p:nvPr/>
          </p:nvSpPr>
          <p:spPr bwMode="auto">
            <a:xfrm>
              <a:off x="10591800" y="2033588"/>
              <a:ext cx="185738" cy="284163"/>
            </a:xfrm>
            <a:custGeom>
              <a:avLst/>
              <a:gdLst>
                <a:gd name="T0" fmla="*/ 0 w 155"/>
                <a:gd name="T1" fmla="*/ 139 h 237"/>
                <a:gd name="T2" fmla="*/ 5 w 155"/>
                <a:gd name="T3" fmla="*/ 0 h 237"/>
                <a:gd name="T4" fmla="*/ 146 w 155"/>
                <a:gd name="T5" fmla="*/ 0 h 237"/>
                <a:gd name="T6" fmla="*/ 146 w 155"/>
                <a:gd name="T7" fmla="*/ 38 h 237"/>
                <a:gd name="T8" fmla="*/ 45 w 155"/>
                <a:gd name="T9" fmla="*/ 38 h 237"/>
                <a:gd name="T10" fmla="*/ 43 w 155"/>
                <a:gd name="T11" fmla="*/ 100 h 237"/>
                <a:gd name="T12" fmla="*/ 89 w 155"/>
                <a:gd name="T13" fmla="*/ 84 h 237"/>
                <a:gd name="T14" fmla="*/ 155 w 155"/>
                <a:gd name="T15" fmla="*/ 156 h 237"/>
                <a:gd name="T16" fmla="*/ 76 w 155"/>
                <a:gd name="T17" fmla="*/ 237 h 237"/>
                <a:gd name="T18" fmla="*/ 0 w 155"/>
                <a:gd name="T19" fmla="*/ 170 h 237"/>
                <a:gd name="T20" fmla="*/ 45 w 155"/>
                <a:gd name="T21" fmla="*/ 170 h 237"/>
                <a:gd name="T22" fmla="*/ 76 w 155"/>
                <a:gd name="T23" fmla="*/ 201 h 237"/>
                <a:gd name="T24" fmla="*/ 110 w 155"/>
                <a:gd name="T25" fmla="*/ 158 h 237"/>
                <a:gd name="T26" fmla="*/ 79 w 155"/>
                <a:gd name="T27" fmla="*/ 120 h 237"/>
                <a:gd name="T28" fmla="*/ 47 w 155"/>
                <a:gd name="T29" fmla="*/ 139 h 237"/>
                <a:gd name="T30" fmla="*/ 0 w 155"/>
                <a:gd name="T31" fmla="*/ 139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5" h="237">
                  <a:moveTo>
                    <a:pt x="0" y="139"/>
                  </a:moveTo>
                  <a:cubicBezTo>
                    <a:pt x="5" y="0"/>
                    <a:pt x="5" y="0"/>
                    <a:pt x="5" y="0"/>
                  </a:cubicBezTo>
                  <a:cubicBezTo>
                    <a:pt x="146" y="0"/>
                    <a:pt x="146" y="0"/>
                    <a:pt x="146" y="0"/>
                  </a:cubicBezTo>
                  <a:cubicBezTo>
                    <a:pt x="146" y="38"/>
                    <a:pt x="146" y="38"/>
                    <a:pt x="146" y="38"/>
                  </a:cubicBezTo>
                  <a:cubicBezTo>
                    <a:pt x="45" y="38"/>
                    <a:pt x="45" y="38"/>
                    <a:pt x="45" y="38"/>
                  </a:cubicBezTo>
                  <a:cubicBezTo>
                    <a:pt x="43" y="100"/>
                    <a:pt x="43" y="100"/>
                    <a:pt x="43" y="100"/>
                  </a:cubicBezTo>
                  <a:cubicBezTo>
                    <a:pt x="55" y="87"/>
                    <a:pt x="72" y="84"/>
                    <a:pt x="89" y="84"/>
                  </a:cubicBezTo>
                  <a:cubicBezTo>
                    <a:pt x="126" y="84"/>
                    <a:pt x="155" y="110"/>
                    <a:pt x="155" y="156"/>
                  </a:cubicBezTo>
                  <a:cubicBezTo>
                    <a:pt x="155" y="205"/>
                    <a:pt x="122" y="237"/>
                    <a:pt x="76" y="237"/>
                  </a:cubicBezTo>
                  <a:cubicBezTo>
                    <a:pt x="34" y="237"/>
                    <a:pt x="1" y="210"/>
                    <a:pt x="0" y="170"/>
                  </a:cubicBezTo>
                  <a:cubicBezTo>
                    <a:pt x="45" y="170"/>
                    <a:pt x="45" y="170"/>
                    <a:pt x="45" y="170"/>
                  </a:cubicBezTo>
                  <a:cubicBezTo>
                    <a:pt x="46" y="189"/>
                    <a:pt x="58" y="201"/>
                    <a:pt x="76" y="201"/>
                  </a:cubicBezTo>
                  <a:cubicBezTo>
                    <a:pt x="101" y="201"/>
                    <a:pt x="110" y="183"/>
                    <a:pt x="110" y="158"/>
                  </a:cubicBezTo>
                  <a:cubicBezTo>
                    <a:pt x="110" y="134"/>
                    <a:pt x="100" y="120"/>
                    <a:pt x="79" y="120"/>
                  </a:cubicBezTo>
                  <a:cubicBezTo>
                    <a:pt x="62" y="120"/>
                    <a:pt x="53" y="127"/>
                    <a:pt x="47" y="139"/>
                  </a:cubicBezTo>
                  <a:lnTo>
                    <a:pt x="0" y="139"/>
                  </a:lnTo>
                  <a:close/>
                </a:path>
              </a:pathLst>
            </a:custGeom>
            <a:solidFill>
              <a:srgbClr val="1855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86" name="Freeform 60"/>
          <p:cNvSpPr>
            <a:spLocks/>
          </p:cNvSpPr>
          <p:nvPr/>
        </p:nvSpPr>
        <p:spPr bwMode="auto">
          <a:xfrm>
            <a:off x="1007063" y="3889553"/>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 name="圆角矩形 87"/>
          <p:cNvSpPr/>
          <p:nvPr/>
        </p:nvSpPr>
        <p:spPr>
          <a:xfrm>
            <a:off x="1674755" y="4048838"/>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89" name="等腰三角形 88"/>
          <p:cNvSpPr/>
          <p:nvPr/>
        </p:nvSpPr>
        <p:spPr>
          <a:xfrm rot="16200000">
            <a:off x="1600123" y="4116382"/>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106" name="文本框 105"/>
          <p:cNvSpPr txBox="1"/>
          <p:nvPr/>
        </p:nvSpPr>
        <p:spPr>
          <a:xfrm>
            <a:off x="940214" y="4689154"/>
            <a:ext cx="4581553" cy="1421928"/>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网络</a:t>
            </a:r>
            <a:r>
              <a:rPr lang="en-US" altLang="zh-CN" dirty="0">
                <a:solidFill>
                  <a:prstClr val="black">
                    <a:lumMod val="65000"/>
                    <a:lumOff val="35000"/>
                  </a:prstClr>
                </a:solidFill>
                <a:latin typeface="微软雅黑" panose="020B0503020204020204" pitchFamily="34" charset="-122"/>
              </a:rPr>
              <a:t>EPS</a:t>
            </a:r>
            <a:r>
              <a:rPr lang="zh-CN" altLang="en-US" dirty="0">
                <a:solidFill>
                  <a:prstClr val="black">
                    <a:lumMod val="65000"/>
                    <a:lumOff val="35000"/>
                  </a:prstClr>
                </a:solidFill>
                <a:latin typeface="微软雅黑" panose="020B0503020204020204" pitchFamily="34" charset="-122"/>
              </a:rPr>
              <a:t>素材改编；</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文字、颜色可随意更改；</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矢量图标可修改</a:t>
            </a:r>
            <a:r>
              <a:rPr lang="en-US" altLang="zh-CN" dirty="0">
                <a:solidFill>
                  <a:prstClr val="black">
                    <a:lumMod val="65000"/>
                    <a:lumOff val="35000"/>
                  </a:prstClr>
                </a:solidFill>
                <a:latin typeface="微软雅黑" panose="020B0503020204020204" pitchFamily="34" charset="-122"/>
              </a:rPr>
              <a:t>/</a:t>
            </a:r>
            <a:r>
              <a:rPr lang="zh-CN" altLang="en-US" dirty="0">
                <a:solidFill>
                  <a:prstClr val="black">
                    <a:lumMod val="65000"/>
                    <a:lumOff val="35000"/>
                  </a:prstClr>
                </a:solidFill>
                <a:latin typeface="微软雅黑" panose="020B0503020204020204" pitchFamily="34" charset="-122"/>
              </a:rPr>
              <a:t>删除；</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可根据具体使用环境设置颜色。</a:t>
            </a:r>
            <a:endParaRPr lang="en-US" altLang="zh-CN" dirty="0">
              <a:solidFill>
                <a:prstClr val="black">
                  <a:lumMod val="65000"/>
                  <a:lumOff val="35000"/>
                </a:prstClr>
              </a:solidFill>
              <a:latin typeface="微软雅黑" panose="020B0503020204020204" pitchFamily="34" charset="-122"/>
            </a:endParaRPr>
          </a:p>
        </p:txBody>
      </p:sp>
      <p:sp>
        <p:nvSpPr>
          <p:cNvPr id="123" name="文本框 122"/>
          <p:cNvSpPr txBox="1"/>
          <p:nvPr/>
        </p:nvSpPr>
        <p:spPr>
          <a:xfrm>
            <a:off x="6156176" y="1224958"/>
            <a:ext cx="1297150" cy="400110"/>
          </a:xfrm>
          <a:prstGeom prst="rect">
            <a:avLst/>
          </a:prstGeom>
          <a:noFill/>
        </p:spPr>
        <p:txBody>
          <a:bodyPr wrap="none" rtlCol="0">
            <a:spAutoFit/>
          </a:bodyPr>
          <a:lstStyle/>
          <a:p>
            <a:r>
              <a:rPr lang="en-US" altLang="zh-CN" sz="2000" dirty="0">
                <a:solidFill>
                  <a:srgbClr val="F6F5F5"/>
                </a:solidFill>
                <a:latin typeface="Arial Unicode MS" panose="020B0604020202020204" pitchFamily="34" charset="-122"/>
                <a:ea typeface="Arial Unicode MS" panose="020B0604020202020204" pitchFamily="34" charset="-122"/>
                <a:cs typeface="Arial Unicode MS" panose="020B0604020202020204" pitchFamily="34" charset="-122"/>
              </a:rPr>
              <a:t>Title Here</a:t>
            </a:r>
            <a:endParaRPr lang="zh-CN" altLang="en-US" sz="2000" dirty="0">
              <a:solidFill>
                <a:srgbClr val="F6F5F5"/>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24" name="文本框 123"/>
          <p:cNvSpPr txBox="1"/>
          <p:nvPr/>
        </p:nvSpPr>
        <p:spPr>
          <a:xfrm>
            <a:off x="7405161" y="5407856"/>
            <a:ext cx="1297150" cy="400110"/>
          </a:xfrm>
          <a:prstGeom prst="rect">
            <a:avLst/>
          </a:prstGeom>
          <a:noFill/>
        </p:spPr>
        <p:txBody>
          <a:bodyPr wrap="none" rtlCol="0">
            <a:spAutoFit/>
          </a:bodyPr>
          <a:lstStyle/>
          <a:p>
            <a:r>
              <a:rPr lang="en-US" altLang="zh-CN" sz="2000" dirty="0">
                <a:solidFill>
                  <a:prstClr val="black">
                    <a:lumMod val="65000"/>
                    <a:lumOff val="35000"/>
                  </a:prstClr>
                </a:solidFill>
                <a:latin typeface="Arial Unicode MS" panose="020B0604020202020204" pitchFamily="34" charset="-122"/>
                <a:ea typeface="Arial Unicode MS" panose="020B0604020202020204" pitchFamily="34" charset="-122"/>
                <a:cs typeface="Arial Unicode MS" panose="020B0604020202020204" pitchFamily="34" charset="-122"/>
              </a:rPr>
              <a:t>Title Here</a:t>
            </a:r>
            <a:endParaRPr lang="zh-CN" altLang="en-US" sz="2000" dirty="0">
              <a:solidFill>
                <a:prstClr val="black">
                  <a:lumMod val="65000"/>
                  <a:lumOff val="35000"/>
                </a:prstClr>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25" name="文本框 124"/>
          <p:cNvSpPr txBox="1"/>
          <p:nvPr/>
        </p:nvSpPr>
        <p:spPr>
          <a:xfrm>
            <a:off x="6175022" y="4270609"/>
            <a:ext cx="1297150" cy="400110"/>
          </a:xfrm>
          <a:prstGeom prst="rect">
            <a:avLst/>
          </a:prstGeom>
          <a:noFill/>
        </p:spPr>
        <p:txBody>
          <a:bodyPr wrap="none" rtlCol="0">
            <a:spAutoFit/>
          </a:bodyPr>
          <a:lstStyle/>
          <a:p>
            <a:r>
              <a:rPr lang="en-US" altLang="zh-CN" sz="2000" dirty="0">
                <a:solidFill>
                  <a:prstClr val="black">
                    <a:lumMod val="65000"/>
                    <a:lumOff val="35000"/>
                  </a:prstClr>
                </a:solidFill>
                <a:latin typeface="Arial Unicode MS" panose="020B0604020202020204" pitchFamily="34" charset="-122"/>
                <a:ea typeface="Arial Unicode MS" panose="020B0604020202020204" pitchFamily="34" charset="-122"/>
                <a:cs typeface="Arial Unicode MS" panose="020B0604020202020204" pitchFamily="34" charset="-122"/>
              </a:rPr>
              <a:t>Title Here</a:t>
            </a:r>
            <a:endParaRPr lang="zh-CN" altLang="en-US" sz="2000" dirty="0">
              <a:solidFill>
                <a:prstClr val="black">
                  <a:lumMod val="65000"/>
                  <a:lumOff val="35000"/>
                </a:prstClr>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26" name="文本框 125"/>
          <p:cNvSpPr txBox="1"/>
          <p:nvPr/>
        </p:nvSpPr>
        <p:spPr>
          <a:xfrm>
            <a:off x="10140855" y="4046934"/>
            <a:ext cx="1297150" cy="400110"/>
          </a:xfrm>
          <a:prstGeom prst="rect">
            <a:avLst/>
          </a:prstGeom>
          <a:noFill/>
        </p:spPr>
        <p:txBody>
          <a:bodyPr wrap="none" rtlCol="0">
            <a:spAutoFit/>
          </a:bodyPr>
          <a:lstStyle/>
          <a:p>
            <a:r>
              <a:rPr lang="en-US" altLang="zh-CN" sz="2000" dirty="0">
                <a:solidFill>
                  <a:prstClr val="black">
                    <a:lumMod val="65000"/>
                    <a:lumOff val="35000"/>
                  </a:prstClr>
                </a:solidFill>
                <a:latin typeface="Arial Unicode MS" panose="020B0604020202020204" pitchFamily="34" charset="-122"/>
                <a:ea typeface="Arial Unicode MS" panose="020B0604020202020204" pitchFamily="34" charset="-122"/>
                <a:cs typeface="Arial Unicode MS" panose="020B0604020202020204" pitchFamily="34" charset="-122"/>
              </a:rPr>
              <a:t>Title Here</a:t>
            </a:r>
            <a:endParaRPr lang="zh-CN" altLang="en-US" sz="2000" dirty="0">
              <a:solidFill>
                <a:prstClr val="black">
                  <a:lumMod val="65000"/>
                  <a:lumOff val="35000"/>
                </a:prstClr>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27" name="文本框 126"/>
          <p:cNvSpPr txBox="1"/>
          <p:nvPr/>
        </p:nvSpPr>
        <p:spPr>
          <a:xfrm>
            <a:off x="9981677" y="2485327"/>
            <a:ext cx="1297150" cy="400110"/>
          </a:xfrm>
          <a:prstGeom prst="rect">
            <a:avLst/>
          </a:prstGeom>
          <a:noFill/>
        </p:spPr>
        <p:txBody>
          <a:bodyPr wrap="none" rtlCol="0">
            <a:spAutoFit/>
          </a:bodyPr>
          <a:lstStyle/>
          <a:p>
            <a:r>
              <a:rPr lang="en-US" altLang="zh-CN" sz="2000" dirty="0">
                <a:solidFill>
                  <a:prstClr val="black">
                    <a:lumMod val="65000"/>
                    <a:lumOff val="35000"/>
                  </a:prstClr>
                </a:solidFill>
                <a:latin typeface="Arial Unicode MS" panose="020B0604020202020204" pitchFamily="34" charset="-122"/>
                <a:ea typeface="Arial Unicode MS" panose="020B0604020202020204" pitchFamily="34" charset="-122"/>
                <a:cs typeface="Arial Unicode MS" panose="020B0604020202020204" pitchFamily="34" charset="-122"/>
              </a:rPr>
              <a:t>Title Here</a:t>
            </a:r>
            <a:endParaRPr lang="zh-CN" altLang="en-US" sz="2000" dirty="0">
              <a:solidFill>
                <a:prstClr val="black">
                  <a:lumMod val="65000"/>
                  <a:lumOff val="35000"/>
                </a:prstClr>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28" name="文本框 127"/>
          <p:cNvSpPr txBox="1"/>
          <p:nvPr/>
        </p:nvSpPr>
        <p:spPr>
          <a:xfrm>
            <a:off x="9098757" y="5272071"/>
            <a:ext cx="1297150" cy="400110"/>
          </a:xfrm>
          <a:prstGeom prst="rect">
            <a:avLst/>
          </a:prstGeom>
          <a:noFill/>
        </p:spPr>
        <p:txBody>
          <a:bodyPr wrap="none" rtlCol="0">
            <a:spAutoFit/>
          </a:bodyPr>
          <a:lstStyle/>
          <a:p>
            <a:r>
              <a:rPr lang="en-US" altLang="zh-CN" sz="2000" dirty="0">
                <a:solidFill>
                  <a:prstClr val="black">
                    <a:lumMod val="65000"/>
                    <a:lumOff val="35000"/>
                  </a:prstClr>
                </a:solidFill>
                <a:latin typeface="Arial Unicode MS" panose="020B0604020202020204" pitchFamily="34" charset="-122"/>
                <a:ea typeface="Arial Unicode MS" panose="020B0604020202020204" pitchFamily="34" charset="-122"/>
                <a:cs typeface="Arial Unicode MS" panose="020B0604020202020204" pitchFamily="34" charset="-122"/>
              </a:rPr>
              <a:t>Title Here</a:t>
            </a:r>
            <a:endParaRPr lang="zh-CN" altLang="en-US" sz="2000" dirty="0">
              <a:solidFill>
                <a:prstClr val="black">
                  <a:lumMod val="65000"/>
                  <a:lumOff val="35000"/>
                </a:prstClr>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29" name="文本框 128"/>
          <p:cNvSpPr txBox="1"/>
          <p:nvPr/>
        </p:nvSpPr>
        <p:spPr>
          <a:xfrm>
            <a:off x="5736135" y="1946462"/>
            <a:ext cx="2366962" cy="646331"/>
          </a:xfrm>
          <a:prstGeom prst="rect">
            <a:avLst/>
          </a:prstGeom>
          <a:noFill/>
        </p:spPr>
        <p:txBody>
          <a:bodyPr wrap="square" rtlCol="0">
            <a:spAutoFit/>
          </a:bodyPr>
          <a:lstStyle/>
          <a:p>
            <a:r>
              <a:rPr lang="en-US" altLang="zh-CN"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rPr>
              <a:t>Heading text of sample.</a:t>
            </a:r>
            <a:endParaRPr lang="zh-CN" altLang="en-US"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73" name="矩形 39"/>
          <p:cNvSpPr/>
          <p:nvPr/>
        </p:nvSpPr>
        <p:spPr>
          <a:xfrm>
            <a:off x="0" y="203088"/>
            <a:ext cx="1620957" cy="523220"/>
          </a:xfrm>
          <a:prstGeom prst="rect">
            <a:avLst/>
          </a:prstGeom>
          <a:noFill/>
        </p:spPr>
        <p:txBody>
          <a:bodyPr wrap="none" rtlCol="0">
            <a:spAutoFit/>
          </a:bodyPr>
          <a:lstStyle/>
          <a:p>
            <a:r>
              <a:rPr lang="zh-CN" altLang="en-US" sz="2800" b="1">
                <a:solidFill>
                  <a:schemeClr val="tx1">
                    <a:lumMod val="65000"/>
                    <a:lumOff val="35000"/>
                  </a:schemeClr>
                </a:solidFill>
              </a:rPr>
              <a:t>五项循环</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32034222"/>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 name="组合 30"/>
          <p:cNvGrpSpPr/>
          <p:nvPr/>
        </p:nvGrpSpPr>
        <p:grpSpPr>
          <a:xfrm>
            <a:off x="1454717" y="1426822"/>
            <a:ext cx="934415" cy="1110855"/>
            <a:chOff x="714081" y="2537677"/>
            <a:chExt cx="1505372" cy="1789623"/>
          </a:xfrm>
        </p:grpSpPr>
        <p:sp>
          <p:nvSpPr>
            <p:cNvPr id="2" name="Freeform 20"/>
            <p:cNvSpPr>
              <a:spLocks/>
            </p:cNvSpPr>
            <p:nvPr/>
          </p:nvSpPr>
          <p:spPr bwMode="auto">
            <a:xfrm>
              <a:off x="714081" y="2537677"/>
              <a:ext cx="1505372" cy="1789623"/>
            </a:xfrm>
            <a:custGeom>
              <a:avLst/>
              <a:gdLst>
                <a:gd name="T0" fmla="*/ 219 w 219"/>
                <a:gd name="T1" fmla="*/ 110 h 258"/>
                <a:gd name="T2" fmla="*/ 109 w 219"/>
                <a:gd name="T3" fmla="*/ 0 h 258"/>
                <a:gd name="T4" fmla="*/ 0 w 219"/>
                <a:gd name="T5" fmla="*/ 110 h 258"/>
                <a:gd name="T6" fmla="*/ 37 w 219"/>
                <a:gd name="T7" fmla="*/ 193 h 258"/>
                <a:gd name="T8" fmla="*/ 90 w 219"/>
                <a:gd name="T9" fmla="*/ 246 h 258"/>
                <a:gd name="T10" fmla="*/ 128 w 219"/>
                <a:gd name="T11" fmla="*/ 246 h 258"/>
                <a:gd name="T12" fmla="*/ 181 w 219"/>
                <a:gd name="T13" fmla="*/ 193 h 258"/>
                <a:gd name="T14" fmla="*/ 219 w 219"/>
                <a:gd name="T15" fmla="*/ 110 h 2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9" h="258">
                  <a:moveTo>
                    <a:pt x="219" y="110"/>
                  </a:moveTo>
                  <a:cubicBezTo>
                    <a:pt x="219" y="49"/>
                    <a:pt x="170" y="0"/>
                    <a:pt x="109" y="0"/>
                  </a:cubicBezTo>
                  <a:cubicBezTo>
                    <a:pt x="49" y="0"/>
                    <a:pt x="0" y="49"/>
                    <a:pt x="0" y="110"/>
                  </a:cubicBezTo>
                  <a:cubicBezTo>
                    <a:pt x="0" y="143"/>
                    <a:pt x="15" y="171"/>
                    <a:pt x="37" y="193"/>
                  </a:cubicBezTo>
                  <a:cubicBezTo>
                    <a:pt x="54" y="209"/>
                    <a:pt x="79" y="235"/>
                    <a:pt x="90" y="246"/>
                  </a:cubicBezTo>
                  <a:cubicBezTo>
                    <a:pt x="102" y="258"/>
                    <a:pt x="116" y="258"/>
                    <a:pt x="128" y="246"/>
                  </a:cubicBezTo>
                  <a:cubicBezTo>
                    <a:pt x="139" y="235"/>
                    <a:pt x="165" y="209"/>
                    <a:pt x="181" y="193"/>
                  </a:cubicBezTo>
                  <a:cubicBezTo>
                    <a:pt x="203" y="171"/>
                    <a:pt x="219" y="143"/>
                    <a:pt x="219" y="110"/>
                  </a:cubicBezTo>
                  <a:close/>
                </a:path>
              </a:pathLst>
            </a:custGeom>
            <a:solidFill>
              <a:srgbClr val="F0F0F0"/>
            </a:solidFill>
            <a:ln w="28575" cap="flat" cmpd="sng" algn="ctr">
              <a:gradFill flip="none" rotWithShape="1">
                <a:gsLst>
                  <a:gs pos="100000">
                    <a:srgbClr val="FFFFFF"/>
                  </a:gs>
                  <a:gs pos="0">
                    <a:srgbClr val="D9D9DA"/>
                  </a:gs>
                </a:gsLst>
                <a:lin ang="13500000" scaled="1"/>
                <a:tileRect/>
              </a:gradFill>
              <a:prstDash val="solid"/>
              <a:miter lim="800000"/>
            </a:ln>
            <a:effectLst>
              <a:outerShdw blurRad="279400" dist="165100" dir="2700000" algn="t" rotWithShape="0">
                <a:prstClr val="black">
                  <a:alpha val="35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3" name="Oval 21"/>
            <p:cNvSpPr>
              <a:spLocks noChangeArrowheads="1"/>
            </p:cNvSpPr>
            <p:nvPr/>
          </p:nvSpPr>
          <p:spPr bwMode="auto">
            <a:xfrm>
              <a:off x="818500" y="2642096"/>
              <a:ext cx="1296534" cy="1302335"/>
            </a:xfrm>
            <a:prstGeom prst="ellipse">
              <a:avLst/>
            </a:prstGeom>
            <a:gradFill>
              <a:gsLst>
                <a:gs pos="0">
                  <a:srgbClr val="FDD649"/>
                </a:gs>
                <a:gs pos="83000">
                  <a:srgbClr val="F7AE0A"/>
                </a:gs>
              </a:gsLst>
              <a:lin ang="2700000" scaled="0"/>
            </a:gradFill>
            <a:ln w="28575" cap="flat">
              <a:noFill/>
              <a:prstDash val="solid"/>
              <a:miter lim="800000"/>
              <a:headEnd/>
              <a:tailEnd/>
            </a:ln>
            <a:effectLst>
              <a:innerShdw blurRad="152400" dist="76200" dir="13500000">
                <a:prstClr val="black">
                  <a:alpha val="28000"/>
                </a:prstClr>
              </a:innerShdw>
            </a:effectLst>
          </p:spPr>
          <p:txBody>
            <a:bodyPr vert="horz" wrap="square" lIns="91440" tIns="45720" rIns="91440" bIns="45720" numCol="1" anchor="t" anchorCtr="0" compatLnSpc="1">
              <a:prstTxWarp prst="textNoShape">
                <a:avLst/>
              </a:prstTxWarp>
            </a:bodyPr>
            <a:lstStyle/>
            <a:p>
              <a:endParaRPr lang="zh-CN" altLang="en-US"/>
            </a:p>
          </p:txBody>
        </p:sp>
        <p:sp>
          <p:nvSpPr>
            <p:cNvPr id="4" name="Freeform 22"/>
            <p:cNvSpPr>
              <a:spLocks/>
            </p:cNvSpPr>
            <p:nvPr/>
          </p:nvSpPr>
          <p:spPr bwMode="auto">
            <a:xfrm>
              <a:off x="1004133" y="2848032"/>
              <a:ext cx="925267" cy="762838"/>
            </a:xfrm>
            <a:custGeom>
              <a:avLst/>
              <a:gdLst>
                <a:gd name="T0" fmla="*/ 131 w 135"/>
                <a:gd name="T1" fmla="*/ 103 h 110"/>
                <a:gd name="T2" fmla="*/ 123 w 135"/>
                <a:gd name="T3" fmla="*/ 103 h 110"/>
                <a:gd name="T4" fmla="*/ 123 w 135"/>
                <a:gd name="T5" fmla="*/ 25 h 110"/>
                <a:gd name="T6" fmla="*/ 120 w 135"/>
                <a:gd name="T7" fmla="*/ 22 h 110"/>
                <a:gd name="T8" fmla="*/ 99 w 135"/>
                <a:gd name="T9" fmla="*/ 22 h 110"/>
                <a:gd name="T10" fmla="*/ 96 w 135"/>
                <a:gd name="T11" fmla="*/ 25 h 110"/>
                <a:gd name="T12" fmla="*/ 96 w 135"/>
                <a:gd name="T13" fmla="*/ 103 h 110"/>
                <a:gd name="T14" fmla="*/ 80 w 135"/>
                <a:gd name="T15" fmla="*/ 103 h 110"/>
                <a:gd name="T16" fmla="*/ 80 w 135"/>
                <a:gd name="T17" fmla="*/ 3 h 110"/>
                <a:gd name="T18" fmla="*/ 77 w 135"/>
                <a:gd name="T19" fmla="*/ 0 h 110"/>
                <a:gd name="T20" fmla="*/ 57 w 135"/>
                <a:gd name="T21" fmla="*/ 0 h 110"/>
                <a:gd name="T22" fmla="*/ 54 w 135"/>
                <a:gd name="T23" fmla="*/ 3 h 110"/>
                <a:gd name="T24" fmla="*/ 54 w 135"/>
                <a:gd name="T25" fmla="*/ 103 h 110"/>
                <a:gd name="T26" fmla="*/ 38 w 135"/>
                <a:gd name="T27" fmla="*/ 103 h 110"/>
                <a:gd name="T28" fmla="*/ 38 w 135"/>
                <a:gd name="T29" fmla="*/ 69 h 110"/>
                <a:gd name="T30" fmla="*/ 35 w 135"/>
                <a:gd name="T31" fmla="*/ 66 h 110"/>
                <a:gd name="T32" fmla="*/ 15 w 135"/>
                <a:gd name="T33" fmla="*/ 66 h 110"/>
                <a:gd name="T34" fmla="*/ 12 w 135"/>
                <a:gd name="T35" fmla="*/ 69 h 110"/>
                <a:gd name="T36" fmla="*/ 12 w 135"/>
                <a:gd name="T37" fmla="*/ 103 h 110"/>
                <a:gd name="T38" fmla="*/ 4 w 135"/>
                <a:gd name="T39" fmla="*/ 103 h 110"/>
                <a:gd name="T40" fmla="*/ 0 w 135"/>
                <a:gd name="T41" fmla="*/ 107 h 110"/>
                <a:gd name="T42" fmla="*/ 3 w 135"/>
                <a:gd name="T43" fmla="*/ 110 h 110"/>
                <a:gd name="T44" fmla="*/ 130 w 135"/>
                <a:gd name="T45" fmla="*/ 110 h 110"/>
                <a:gd name="T46" fmla="*/ 135 w 135"/>
                <a:gd name="T47" fmla="*/ 107 h 110"/>
                <a:gd name="T48" fmla="*/ 131 w 135"/>
                <a:gd name="T49" fmla="*/ 103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5" h="110">
                  <a:moveTo>
                    <a:pt x="131" y="103"/>
                  </a:moveTo>
                  <a:cubicBezTo>
                    <a:pt x="123" y="103"/>
                    <a:pt x="123" y="103"/>
                    <a:pt x="123" y="103"/>
                  </a:cubicBezTo>
                  <a:cubicBezTo>
                    <a:pt x="123" y="25"/>
                    <a:pt x="123" y="25"/>
                    <a:pt x="123" y="25"/>
                  </a:cubicBezTo>
                  <a:cubicBezTo>
                    <a:pt x="123" y="23"/>
                    <a:pt x="121" y="22"/>
                    <a:pt x="120" y="22"/>
                  </a:cubicBezTo>
                  <a:cubicBezTo>
                    <a:pt x="99" y="22"/>
                    <a:pt x="99" y="22"/>
                    <a:pt x="99" y="22"/>
                  </a:cubicBezTo>
                  <a:cubicBezTo>
                    <a:pt x="98" y="22"/>
                    <a:pt x="96" y="23"/>
                    <a:pt x="96" y="25"/>
                  </a:cubicBezTo>
                  <a:cubicBezTo>
                    <a:pt x="96" y="103"/>
                    <a:pt x="96" y="103"/>
                    <a:pt x="96" y="103"/>
                  </a:cubicBezTo>
                  <a:cubicBezTo>
                    <a:pt x="80" y="103"/>
                    <a:pt x="80" y="103"/>
                    <a:pt x="80" y="103"/>
                  </a:cubicBezTo>
                  <a:cubicBezTo>
                    <a:pt x="80" y="3"/>
                    <a:pt x="80" y="3"/>
                    <a:pt x="80" y="3"/>
                  </a:cubicBezTo>
                  <a:cubicBezTo>
                    <a:pt x="80" y="1"/>
                    <a:pt x="79" y="0"/>
                    <a:pt x="77" y="0"/>
                  </a:cubicBezTo>
                  <a:cubicBezTo>
                    <a:pt x="57" y="0"/>
                    <a:pt x="57" y="0"/>
                    <a:pt x="57" y="0"/>
                  </a:cubicBezTo>
                  <a:cubicBezTo>
                    <a:pt x="55" y="0"/>
                    <a:pt x="54" y="1"/>
                    <a:pt x="54" y="3"/>
                  </a:cubicBezTo>
                  <a:cubicBezTo>
                    <a:pt x="54" y="103"/>
                    <a:pt x="54" y="103"/>
                    <a:pt x="54" y="103"/>
                  </a:cubicBezTo>
                  <a:cubicBezTo>
                    <a:pt x="38" y="103"/>
                    <a:pt x="38" y="103"/>
                    <a:pt x="38" y="103"/>
                  </a:cubicBezTo>
                  <a:cubicBezTo>
                    <a:pt x="38" y="69"/>
                    <a:pt x="38" y="69"/>
                    <a:pt x="38" y="69"/>
                  </a:cubicBezTo>
                  <a:cubicBezTo>
                    <a:pt x="38" y="68"/>
                    <a:pt x="37" y="66"/>
                    <a:pt x="35" y="66"/>
                  </a:cubicBezTo>
                  <a:cubicBezTo>
                    <a:pt x="15" y="66"/>
                    <a:pt x="15" y="66"/>
                    <a:pt x="15" y="66"/>
                  </a:cubicBezTo>
                  <a:cubicBezTo>
                    <a:pt x="13" y="66"/>
                    <a:pt x="12" y="68"/>
                    <a:pt x="12" y="69"/>
                  </a:cubicBezTo>
                  <a:cubicBezTo>
                    <a:pt x="12" y="103"/>
                    <a:pt x="12" y="103"/>
                    <a:pt x="12" y="103"/>
                  </a:cubicBezTo>
                  <a:cubicBezTo>
                    <a:pt x="4" y="103"/>
                    <a:pt x="4" y="103"/>
                    <a:pt x="4" y="103"/>
                  </a:cubicBezTo>
                  <a:cubicBezTo>
                    <a:pt x="2" y="103"/>
                    <a:pt x="0" y="105"/>
                    <a:pt x="0" y="107"/>
                  </a:cubicBezTo>
                  <a:cubicBezTo>
                    <a:pt x="0" y="108"/>
                    <a:pt x="2" y="110"/>
                    <a:pt x="3" y="110"/>
                  </a:cubicBezTo>
                  <a:cubicBezTo>
                    <a:pt x="130" y="110"/>
                    <a:pt x="130" y="110"/>
                    <a:pt x="130" y="110"/>
                  </a:cubicBezTo>
                  <a:cubicBezTo>
                    <a:pt x="133" y="110"/>
                    <a:pt x="135" y="108"/>
                    <a:pt x="135" y="107"/>
                  </a:cubicBezTo>
                  <a:cubicBezTo>
                    <a:pt x="135" y="105"/>
                    <a:pt x="133" y="103"/>
                    <a:pt x="131" y="10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34" name="组合 33"/>
          <p:cNvGrpSpPr/>
          <p:nvPr/>
        </p:nvGrpSpPr>
        <p:grpSpPr>
          <a:xfrm>
            <a:off x="5803758" y="3165174"/>
            <a:ext cx="1502470" cy="1789623"/>
            <a:chOff x="6268582" y="2537677"/>
            <a:chExt cx="1502470" cy="1789623"/>
          </a:xfrm>
        </p:grpSpPr>
        <p:sp>
          <p:nvSpPr>
            <p:cNvPr id="5" name="Freeform 23"/>
            <p:cNvSpPr>
              <a:spLocks/>
            </p:cNvSpPr>
            <p:nvPr/>
          </p:nvSpPr>
          <p:spPr bwMode="auto">
            <a:xfrm>
              <a:off x="6268582" y="2537677"/>
              <a:ext cx="1502470" cy="1789623"/>
            </a:xfrm>
            <a:custGeom>
              <a:avLst/>
              <a:gdLst>
                <a:gd name="T0" fmla="*/ 219 w 219"/>
                <a:gd name="T1" fmla="*/ 110 h 258"/>
                <a:gd name="T2" fmla="*/ 110 w 219"/>
                <a:gd name="T3" fmla="*/ 0 h 258"/>
                <a:gd name="T4" fmla="*/ 0 w 219"/>
                <a:gd name="T5" fmla="*/ 110 h 258"/>
                <a:gd name="T6" fmla="*/ 38 w 219"/>
                <a:gd name="T7" fmla="*/ 193 h 258"/>
                <a:gd name="T8" fmla="*/ 91 w 219"/>
                <a:gd name="T9" fmla="*/ 246 h 258"/>
                <a:gd name="T10" fmla="*/ 128 w 219"/>
                <a:gd name="T11" fmla="*/ 246 h 258"/>
                <a:gd name="T12" fmla="*/ 182 w 219"/>
                <a:gd name="T13" fmla="*/ 193 h 258"/>
                <a:gd name="T14" fmla="*/ 219 w 219"/>
                <a:gd name="T15" fmla="*/ 110 h 2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9" h="258">
                  <a:moveTo>
                    <a:pt x="219" y="110"/>
                  </a:moveTo>
                  <a:cubicBezTo>
                    <a:pt x="219" y="49"/>
                    <a:pt x="170" y="0"/>
                    <a:pt x="110" y="0"/>
                  </a:cubicBezTo>
                  <a:cubicBezTo>
                    <a:pt x="49" y="0"/>
                    <a:pt x="0" y="49"/>
                    <a:pt x="0" y="110"/>
                  </a:cubicBezTo>
                  <a:cubicBezTo>
                    <a:pt x="0" y="143"/>
                    <a:pt x="16" y="171"/>
                    <a:pt x="38" y="193"/>
                  </a:cubicBezTo>
                  <a:cubicBezTo>
                    <a:pt x="54" y="209"/>
                    <a:pt x="79" y="235"/>
                    <a:pt x="91" y="246"/>
                  </a:cubicBezTo>
                  <a:cubicBezTo>
                    <a:pt x="103" y="258"/>
                    <a:pt x="116" y="258"/>
                    <a:pt x="128" y="246"/>
                  </a:cubicBezTo>
                  <a:cubicBezTo>
                    <a:pt x="140" y="235"/>
                    <a:pt x="165" y="209"/>
                    <a:pt x="182" y="193"/>
                  </a:cubicBezTo>
                  <a:cubicBezTo>
                    <a:pt x="203" y="171"/>
                    <a:pt x="219" y="143"/>
                    <a:pt x="219" y="110"/>
                  </a:cubicBezTo>
                  <a:close/>
                </a:path>
              </a:pathLst>
            </a:custGeom>
            <a:solidFill>
              <a:srgbClr val="F0F0F0"/>
            </a:solidFill>
            <a:ln w="28575" cap="flat" cmpd="sng" algn="ctr">
              <a:gradFill flip="none" rotWithShape="1">
                <a:gsLst>
                  <a:gs pos="100000">
                    <a:srgbClr val="FFFFFF"/>
                  </a:gs>
                  <a:gs pos="0">
                    <a:srgbClr val="D9D9DA"/>
                  </a:gs>
                </a:gsLst>
                <a:lin ang="13500000" scaled="1"/>
                <a:tileRect/>
              </a:gradFill>
              <a:prstDash val="solid"/>
              <a:miter lim="800000"/>
            </a:ln>
            <a:effectLst>
              <a:outerShdw blurRad="279400" dist="165100" dir="2700000" algn="t" rotWithShape="0">
                <a:prstClr val="black">
                  <a:alpha val="35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6" name="Oval 24"/>
            <p:cNvSpPr>
              <a:spLocks noChangeArrowheads="1"/>
            </p:cNvSpPr>
            <p:nvPr/>
          </p:nvSpPr>
          <p:spPr bwMode="auto">
            <a:xfrm>
              <a:off x="6370099" y="2642096"/>
              <a:ext cx="1299434" cy="1302335"/>
            </a:xfrm>
            <a:prstGeom prst="ellipse">
              <a:avLst/>
            </a:prstGeom>
            <a:gradFill>
              <a:gsLst>
                <a:gs pos="0">
                  <a:srgbClr val="F9F307"/>
                </a:gs>
                <a:gs pos="87000">
                  <a:srgbClr val="9CC535"/>
                </a:gs>
              </a:gsLst>
              <a:lin ang="2700000" scaled="0"/>
            </a:gradFill>
            <a:ln w="28575" cap="flat">
              <a:noFill/>
              <a:prstDash val="solid"/>
              <a:miter lim="800000"/>
              <a:headEnd/>
              <a:tailEnd/>
            </a:ln>
            <a:effectLst>
              <a:innerShdw blurRad="152400" dist="76200" dir="13500000">
                <a:prstClr val="black">
                  <a:alpha val="28000"/>
                </a:prstClr>
              </a:innerShdw>
            </a:effectLst>
          </p:spPr>
          <p:txBody>
            <a:bodyPr vert="horz" wrap="square" lIns="91440" tIns="45720" rIns="91440" bIns="45720" numCol="1" anchor="t" anchorCtr="0" compatLnSpc="1">
              <a:prstTxWarp prst="textNoShape">
                <a:avLst/>
              </a:prstTxWarp>
            </a:bodyPr>
            <a:lstStyle/>
            <a:p>
              <a:endParaRPr lang="zh-CN" altLang="en-US"/>
            </a:p>
          </p:txBody>
        </p:sp>
        <p:sp>
          <p:nvSpPr>
            <p:cNvPr id="7" name="Freeform 25"/>
            <p:cNvSpPr>
              <a:spLocks noEditPoints="1"/>
            </p:cNvSpPr>
            <p:nvPr/>
          </p:nvSpPr>
          <p:spPr bwMode="auto">
            <a:xfrm>
              <a:off x="6570236" y="2772618"/>
              <a:ext cx="904963" cy="997780"/>
            </a:xfrm>
            <a:custGeom>
              <a:avLst/>
              <a:gdLst>
                <a:gd name="T0" fmla="*/ 29 w 132"/>
                <a:gd name="T1" fmla="*/ 66 h 144"/>
                <a:gd name="T2" fmla="*/ 45 w 132"/>
                <a:gd name="T3" fmla="*/ 126 h 144"/>
                <a:gd name="T4" fmla="*/ 68 w 132"/>
                <a:gd name="T5" fmla="*/ 144 h 144"/>
                <a:gd name="T6" fmla="*/ 86 w 132"/>
                <a:gd name="T7" fmla="*/ 96 h 144"/>
                <a:gd name="T8" fmla="*/ 65 w 132"/>
                <a:gd name="T9" fmla="*/ 30 h 144"/>
                <a:gd name="T10" fmla="*/ 78 w 132"/>
                <a:gd name="T11" fmla="*/ 94 h 144"/>
                <a:gd name="T12" fmla="*/ 53 w 132"/>
                <a:gd name="T13" fmla="*/ 111 h 144"/>
                <a:gd name="T14" fmla="*/ 51 w 132"/>
                <a:gd name="T15" fmla="*/ 92 h 144"/>
                <a:gd name="T16" fmla="*/ 45 w 132"/>
                <a:gd name="T17" fmla="*/ 46 h 144"/>
                <a:gd name="T18" fmla="*/ 86 w 132"/>
                <a:gd name="T19" fmla="*/ 46 h 144"/>
                <a:gd name="T20" fmla="*/ 80 w 132"/>
                <a:gd name="T21" fmla="*/ 91 h 144"/>
                <a:gd name="T22" fmla="*/ 69 w 132"/>
                <a:gd name="T23" fmla="*/ 20 h 144"/>
                <a:gd name="T24" fmla="*/ 66 w 132"/>
                <a:gd name="T25" fmla="*/ 0 h 144"/>
                <a:gd name="T26" fmla="*/ 62 w 132"/>
                <a:gd name="T27" fmla="*/ 20 h 144"/>
                <a:gd name="T28" fmla="*/ 101 w 132"/>
                <a:gd name="T29" fmla="*/ 36 h 144"/>
                <a:gd name="T30" fmla="*/ 112 w 132"/>
                <a:gd name="T31" fmla="*/ 20 h 144"/>
                <a:gd name="T32" fmla="*/ 96 w 132"/>
                <a:gd name="T33" fmla="*/ 31 h 144"/>
                <a:gd name="T34" fmla="*/ 101 w 132"/>
                <a:gd name="T35" fmla="*/ 36 h 144"/>
                <a:gd name="T36" fmla="*/ 35 w 132"/>
                <a:gd name="T37" fmla="*/ 36 h 144"/>
                <a:gd name="T38" fmla="*/ 24 w 132"/>
                <a:gd name="T39" fmla="*/ 20 h 144"/>
                <a:gd name="T40" fmla="*/ 19 w 132"/>
                <a:gd name="T41" fmla="*/ 25 h 144"/>
                <a:gd name="T42" fmla="*/ 30 w 132"/>
                <a:gd name="T43" fmla="*/ 97 h 144"/>
                <a:gd name="T44" fmla="*/ 19 w 132"/>
                <a:gd name="T45" fmla="*/ 113 h 144"/>
                <a:gd name="T46" fmla="*/ 35 w 132"/>
                <a:gd name="T47" fmla="*/ 102 h 144"/>
                <a:gd name="T48" fmla="*/ 30 w 132"/>
                <a:gd name="T49" fmla="*/ 97 h 144"/>
                <a:gd name="T50" fmla="*/ 112 w 132"/>
                <a:gd name="T51" fmla="*/ 63 h 144"/>
                <a:gd name="T52" fmla="*/ 112 w 132"/>
                <a:gd name="T53" fmla="*/ 70 h 144"/>
                <a:gd name="T54" fmla="*/ 132 w 132"/>
                <a:gd name="T55" fmla="*/ 66 h 144"/>
                <a:gd name="T56" fmla="*/ 101 w 132"/>
                <a:gd name="T57" fmla="*/ 97 h 144"/>
                <a:gd name="T58" fmla="*/ 96 w 132"/>
                <a:gd name="T59" fmla="*/ 102 h 144"/>
                <a:gd name="T60" fmla="*/ 112 w 132"/>
                <a:gd name="T61" fmla="*/ 113 h 144"/>
                <a:gd name="T62" fmla="*/ 101 w 132"/>
                <a:gd name="T63" fmla="*/ 97 h 144"/>
                <a:gd name="T64" fmla="*/ 19 w 132"/>
                <a:gd name="T65" fmla="*/ 63 h 144"/>
                <a:gd name="T66" fmla="*/ 0 w 132"/>
                <a:gd name="T67" fmla="*/ 66 h 144"/>
                <a:gd name="T68" fmla="*/ 19 w 132"/>
                <a:gd name="T69" fmla="*/ 7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2" h="144">
                  <a:moveTo>
                    <a:pt x="65" y="30"/>
                  </a:moveTo>
                  <a:cubicBezTo>
                    <a:pt x="45" y="30"/>
                    <a:pt x="29" y="46"/>
                    <a:pt x="29" y="66"/>
                  </a:cubicBezTo>
                  <a:cubicBezTo>
                    <a:pt x="29" y="79"/>
                    <a:pt x="35" y="90"/>
                    <a:pt x="45" y="97"/>
                  </a:cubicBezTo>
                  <a:cubicBezTo>
                    <a:pt x="45" y="126"/>
                    <a:pt x="45" y="126"/>
                    <a:pt x="45" y="126"/>
                  </a:cubicBezTo>
                  <a:cubicBezTo>
                    <a:pt x="45" y="135"/>
                    <a:pt x="53" y="144"/>
                    <a:pt x="63" y="144"/>
                  </a:cubicBezTo>
                  <a:cubicBezTo>
                    <a:pt x="68" y="144"/>
                    <a:pt x="68" y="144"/>
                    <a:pt x="68" y="144"/>
                  </a:cubicBezTo>
                  <a:cubicBezTo>
                    <a:pt x="78" y="144"/>
                    <a:pt x="86" y="135"/>
                    <a:pt x="86" y="126"/>
                  </a:cubicBezTo>
                  <a:cubicBezTo>
                    <a:pt x="86" y="96"/>
                    <a:pt x="86" y="96"/>
                    <a:pt x="86" y="96"/>
                  </a:cubicBezTo>
                  <a:cubicBezTo>
                    <a:pt x="95" y="90"/>
                    <a:pt x="102" y="79"/>
                    <a:pt x="102" y="66"/>
                  </a:cubicBezTo>
                  <a:cubicBezTo>
                    <a:pt x="102" y="46"/>
                    <a:pt x="85" y="30"/>
                    <a:pt x="65" y="30"/>
                  </a:cubicBezTo>
                  <a:close/>
                  <a:moveTo>
                    <a:pt x="80" y="91"/>
                  </a:moveTo>
                  <a:cubicBezTo>
                    <a:pt x="79" y="92"/>
                    <a:pt x="78" y="93"/>
                    <a:pt x="78" y="94"/>
                  </a:cubicBezTo>
                  <a:cubicBezTo>
                    <a:pt x="78" y="111"/>
                    <a:pt x="78" y="111"/>
                    <a:pt x="78" y="111"/>
                  </a:cubicBezTo>
                  <a:cubicBezTo>
                    <a:pt x="53" y="111"/>
                    <a:pt x="53" y="111"/>
                    <a:pt x="53" y="111"/>
                  </a:cubicBezTo>
                  <a:cubicBezTo>
                    <a:pt x="53" y="95"/>
                    <a:pt x="53" y="95"/>
                    <a:pt x="53" y="95"/>
                  </a:cubicBezTo>
                  <a:cubicBezTo>
                    <a:pt x="53" y="93"/>
                    <a:pt x="52" y="92"/>
                    <a:pt x="51" y="92"/>
                  </a:cubicBezTo>
                  <a:cubicBezTo>
                    <a:pt x="42" y="87"/>
                    <a:pt x="36" y="77"/>
                    <a:pt x="36" y="66"/>
                  </a:cubicBezTo>
                  <a:cubicBezTo>
                    <a:pt x="36" y="58"/>
                    <a:pt x="40" y="51"/>
                    <a:pt x="45" y="46"/>
                  </a:cubicBezTo>
                  <a:cubicBezTo>
                    <a:pt x="50" y="41"/>
                    <a:pt x="57" y="37"/>
                    <a:pt x="65" y="37"/>
                  </a:cubicBezTo>
                  <a:cubicBezTo>
                    <a:pt x="73" y="37"/>
                    <a:pt x="81" y="41"/>
                    <a:pt x="86" y="46"/>
                  </a:cubicBezTo>
                  <a:cubicBezTo>
                    <a:pt x="91" y="51"/>
                    <a:pt x="94" y="58"/>
                    <a:pt x="94" y="66"/>
                  </a:cubicBezTo>
                  <a:cubicBezTo>
                    <a:pt x="94" y="77"/>
                    <a:pt x="89" y="86"/>
                    <a:pt x="80" y="91"/>
                  </a:cubicBezTo>
                  <a:close/>
                  <a:moveTo>
                    <a:pt x="66" y="24"/>
                  </a:moveTo>
                  <a:cubicBezTo>
                    <a:pt x="67" y="24"/>
                    <a:pt x="69" y="22"/>
                    <a:pt x="69" y="20"/>
                  </a:cubicBezTo>
                  <a:cubicBezTo>
                    <a:pt x="69" y="4"/>
                    <a:pt x="69" y="4"/>
                    <a:pt x="69" y="4"/>
                  </a:cubicBezTo>
                  <a:cubicBezTo>
                    <a:pt x="69" y="2"/>
                    <a:pt x="67" y="0"/>
                    <a:pt x="66" y="0"/>
                  </a:cubicBezTo>
                  <a:cubicBezTo>
                    <a:pt x="64" y="0"/>
                    <a:pt x="62" y="2"/>
                    <a:pt x="62" y="4"/>
                  </a:cubicBezTo>
                  <a:cubicBezTo>
                    <a:pt x="62" y="20"/>
                    <a:pt x="62" y="20"/>
                    <a:pt x="62" y="20"/>
                  </a:cubicBezTo>
                  <a:cubicBezTo>
                    <a:pt x="62" y="22"/>
                    <a:pt x="64" y="24"/>
                    <a:pt x="66" y="24"/>
                  </a:cubicBezTo>
                  <a:close/>
                  <a:moveTo>
                    <a:pt x="101" y="36"/>
                  </a:moveTo>
                  <a:cubicBezTo>
                    <a:pt x="112" y="25"/>
                    <a:pt x="112" y="25"/>
                    <a:pt x="112" y="25"/>
                  </a:cubicBezTo>
                  <a:cubicBezTo>
                    <a:pt x="114" y="23"/>
                    <a:pt x="114" y="21"/>
                    <a:pt x="112" y="20"/>
                  </a:cubicBezTo>
                  <a:cubicBezTo>
                    <a:pt x="111" y="18"/>
                    <a:pt x="109" y="18"/>
                    <a:pt x="107" y="20"/>
                  </a:cubicBezTo>
                  <a:cubicBezTo>
                    <a:pt x="96" y="31"/>
                    <a:pt x="96" y="31"/>
                    <a:pt x="96" y="31"/>
                  </a:cubicBezTo>
                  <a:cubicBezTo>
                    <a:pt x="95" y="33"/>
                    <a:pt x="95" y="35"/>
                    <a:pt x="96" y="36"/>
                  </a:cubicBezTo>
                  <a:cubicBezTo>
                    <a:pt x="97" y="37"/>
                    <a:pt x="99" y="37"/>
                    <a:pt x="101" y="36"/>
                  </a:cubicBezTo>
                  <a:close/>
                  <a:moveTo>
                    <a:pt x="30" y="36"/>
                  </a:moveTo>
                  <a:cubicBezTo>
                    <a:pt x="32" y="37"/>
                    <a:pt x="34" y="37"/>
                    <a:pt x="35" y="36"/>
                  </a:cubicBezTo>
                  <a:cubicBezTo>
                    <a:pt x="37" y="35"/>
                    <a:pt x="37" y="33"/>
                    <a:pt x="35" y="31"/>
                  </a:cubicBezTo>
                  <a:cubicBezTo>
                    <a:pt x="24" y="20"/>
                    <a:pt x="24" y="20"/>
                    <a:pt x="24" y="20"/>
                  </a:cubicBezTo>
                  <a:cubicBezTo>
                    <a:pt x="22" y="18"/>
                    <a:pt x="20" y="18"/>
                    <a:pt x="19" y="20"/>
                  </a:cubicBezTo>
                  <a:cubicBezTo>
                    <a:pt x="18" y="21"/>
                    <a:pt x="18" y="23"/>
                    <a:pt x="19" y="25"/>
                  </a:cubicBezTo>
                  <a:lnTo>
                    <a:pt x="30" y="36"/>
                  </a:lnTo>
                  <a:close/>
                  <a:moveTo>
                    <a:pt x="30" y="97"/>
                  </a:moveTo>
                  <a:cubicBezTo>
                    <a:pt x="19" y="108"/>
                    <a:pt x="19" y="108"/>
                    <a:pt x="19" y="108"/>
                  </a:cubicBezTo>
                  <a:cubicBezTo>
                    <a:pt x="18" y="110"/>
                    <a:pt x="18" y="112"/>
                    <a:pt x="19" y="113"/>
                  </a:cubicBezTo>
                  <a:cubicBezTo>
                    <a:pt x="20" y="114"/>
                    <a:pt x="22" y="114"/>
                    <a:pt x="24" y="113"/>
                  </a:cubicBezTo>
                  <a:cubicBezTo>
                    <a:pt x="35" y="102"/>
                    <a:pt x="35" y="102"/>
                    <a:pt x="35" y="102"/>
                  </a:cubicBezTo>
                  <a:cubicBezTo>
                    <a:pt x="37" y="100"/>
                    <a:pt x="37" y="98"/>
                    <a:pt x="35" y="97"/>
                  </a:cubicBezTo>
                  <a:cubicBezTo>
                    <a:pt x="34" y="95"/>
                    <a:pt x="32" y="95"/>
                    <a:pt x="30" y="97"/>
                  </a:cubicBezTo>
                  <a:close/>
                  <a:moveTo>
                    <a:pt x="128" y="63"/>
                  </a:moveTo>
                  <a:cubicBezTo>
                    <a:pt x="112" y="63"/>
                    <a:pt x="112" y="63"/>
                    <a:pt x="112" y="63"/>
                  </a:cubicBezTo>
                  <a:cubicBezTo>
                    <a:pt x="110" y="63"/>
                    <a:pt x="108" y="65"/>
                    <a:pt x="108" y="66"/>
                  </a:cubicBezTo>
                  <a:cubicBezTo>
                    <a:pt x="108" y="68"/>
                    <a:pt x="110" y="70"/>
                    <a:pt x="112" y="70"/>
                  </a:cubicBezTo>
                  <a:cubicBezTo>
                    <a:pt x="128" y="70"/>
                    <a:pt x="128" y="70"/>
                    <a:pt x="128" y="70"/>
                  </a:cubicBezTo>
                  <a:cubicBezTo>
                    <a:pt x="130" y="70"/>
                    <a:pt x="132" y="68"/>
                    <a:pt x="132" y="66"/>
                  </a:cubicBezTo>
                  <a:cubicBezTo>
                    <a:pt x="132" y="65"/>
                    <a:pt x="130" y="63"/>
                    <a:pt x="128" y="63"/>
                  </a:cubicBezTo>
                  <a:close/>
                  <a:moveTo>
                    <a:pt x="101" y="97"/>
                  </a:moveTo>
                  <a:cubicBezTo>
                    <a:pt x="99" y="95"/>
                    <a:pt x="97" y="95"/>
                    <a:pt x="96" y="97"/>
                  </a:cubicBezTo>
                  <a:cubicBezTo>
                    <a:pt x="95" y="98"/>
                    <a:pt x="95" y="100"/>
                    <a:pt x="96" y="102"/>
                  </a:cubicBezTo>
                  <a:cubicBezTo>
                    <a:pt x="107" y="113"/>
                    <a:pt x="107" y="113"/>
                    <a:pt x="107" y="113"/>
                  </a:cubicBezTo>
                  <a:cubicBezTo>
                    <a:pt x="109" y="114"/>
                    <a:pt x="111" y="114"/>
                    <a:pt x="112" y="113"/>
                  </a:cubicBezTo>
                  <a:cubicBezTo>
                    <a:pt x="114" y="112"/>
                    <a:pt x="114" y="110"/>
                    <a:pt x="112" y="108"/>
                  </a:cubicBezTo>
                  <a:lnTo>
                    <a:pt x="101" y="97"/>
                  </a:lnTo>
                  <a:close/>
                  <a:moveTo>
                    <a:pt x="23" y="66"/>
                  </a:moveTo>
                  <a:cubicBezTo>
                    <a:pt x="23" y="65"/>
                    <a:pt x="21" y="63"/>
                    <a:pt x="19" y="63"/>
                  </a:cubicBezTo>
                  <a:cubicBezTo>
                    <a:pt x="3" y="63"/>
                    <a:pt x="3" y="63"/>
                    <a:pt x="3" y="63"/>
                  </a:cubicBezTo>
                  <a:cubicBezTo>
                    <a:pt x="1" y="63"/>
                    <a:pt x="0" y="65"/>
                    <a:pt x="0" y="66"/>
                  </a:cubicBezTo>
                  <a:cubicBezTo>
                    <a:pt x="0" y="68"/>
                    <a:pt x="1" y="70"/>
                    <a:pt x="3" y="70"/>
                  </a:cubicBezTo>
                  <a:cubicBezTo>
                    <a:pt x="19" y="70"/>
                    <a:pt x="19" y="70"/>
                    <a:pt x="19" y="70"/>
                  </a:cubicBezTo>
                  <a:cubicBezTo>
                    <a:pt x="21" y="70"/>
                    <a:pt x="23" y="68"/>
                    <a:pt x="23" y="6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32" name="组合 31"/>
          <p:cNvGrpSpPr/>
          <p:nvPr/>
        </p:nvGrpSpPr>
        <p:grpSpPr>
          <a:xfrm>
            <a:off x="8041496" y="1325928"/>
            <a:ext cx="1762657" cy="2087447"/>
            <a:chOff x="2561714" y="2537677"/>
            <a:chExt cx="1511173" cy="1789623"/>
          </a:xfrm>
        </p:grpSpPr>
        <p:sp>
          <p:nvSpPr>
            <p:cNvPr id="8" name="Freeform 26"/>
            <p:cNvSpPr>
              <a:spLocks/>
            </p:cNvSpPr>
            <p:nvPr/>
          </p:nvSpPr>
          <p:spPr bwMode="auto">
            <a:xfrm>
              <a:off x="2561714" y="2537677"/>
              <a:ext cx="1511173" cy="1789623"/>
            </a:xfrm>
            <a:custGeom>
              <a:avLst/>
              <a:gdLst>
                <a:gd name="T0" fmla="*/ 220 w 220"/>
                <a:gd name="T1" fmla="*/ 110 h 258"/>
                <a:gd name="T2" fmla="*/ 110 w 220"/>
                <a:gd name="T3" fmla="*/ 0 h 258"/>
                <a:gd name="T4" fmla="*/ 0 w 220"/>
                <a:gd name="T5" fmla="*/ 110 h 258"/>
                <a:gd name="T6" fmla="*/ 38 w 220"/>
                <a:gd name="T7" fmla="*/ 193 h 258"/>
                <a:gd name="T8" fmla="*/ 91 w 220"/>
                <a:gd name="T9" fmla="*/ 246 h 258"/>
                <a:gd name="T10" fmla="*/ 129 w 220"/>
                <a:gd name="T11" fmla="*/ 246 h 258"/>
                <a:gd name="T12" fmla="*/ 182 w 220"/>
                <a:gd name="T13" fmla="*/ 193 h 258"/>
                <a:gd name="T14" fmla="*/ 220 w 220"/>
                <a:gd name="T15" fmla="*/ 110 h 2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0" h="258">
                  <a:moveTo>
                    <a:pt x="220" y="110"/>
                  </a:moveTo>
                  <a:cubicBezTo>
                    <a:pt x="220" y="49"/>
                    <a:pt x="171" y="0"/>
                    <a:pt x="110" y="0"/>
                  </a:cubicBezTo>
                  <a:cubicBezTo>
                    <a:pt x="49" y="0"/>
                    <a:pt x="0" y="49"/>
                    <a:pt x="0" y="110"/>
                  </a:cubicBezTo>
                  <a:cubicBezTo>
                    <a:pt x="0" y="143"/>
                    <a:pt x="16" y="171"/>
                    <a:pt x="38" y="193"/>
                  </a:cubicBezTo>
                  <a:cubicBezTo>
                    <a:pt x="54" y="209"/>
                    <a:pt x="80" y="235"/>
                    <a:pt x="91" y="246"/>
                  </a:cubicBezTo>
                  <a:cubicBezTo>
                    <a:pt x="103" y="258"/>
                    <a:pt x="116" y="258"/>
                    <a:pt x="129" y="246"/>
                  </a:cubicBezTo>
                  <a:cubicBezTo>
                    <a:pt x="140" y="235"/>
                    <a:pt x="166" y="209"/>
                    <a:pt x="182" y="193"/>
                  </a:cubicBezTo>
                  <a:cubicBezTo>
                    <a:pt x="204" y="171"/>
                    <a:pt x="220" y="143"/>
                    <a:pt x="220" y="110"/>
                  </a:cubicBezTo>
                  <a:close/>
                </a:path>
              </a:pathLst>
            </a:custGeom>
            <a:solidFill>
              <a:srgbClr val="F0F0F0"/>
            </a:solidFill>
            <a:ln w="28575" cap="flat" cmpd="sng" algn="ctr">
              <a:gradFill flip="none" rotWithShape="1">
                <a:gsLst>
                  <a:gs pos="100000">
                    <a:srgbClr val="FFFFFF"/>
                  </a:gs>
                  <a:gs pos="0">
                    <a:srgbClr val="D9D9DA"/>
                  </a:gs>
                </a:gsLst>
                <a:lin ang="13500000" scaled="1"/>
                <a:tileRect/>
              </a:gradFill>
              <a:prstDash val="solid"/>
              <a:miter lim="800000"/>
            </a:ln>
            <a:effectLst>
              <a:outerShdw blurRad="279400" dist="165100" dir="2700000" algn="t" rotWithShape="0">
                <a:prstClr val="black">
                  <a:alpha val="35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9" name="Oval 27"/>
            <p:cNvSpPr>
              <a:spLocks noChangeArrowheads="1"/>
            </p:cNvSpPr>
            <p:nvPr/>
          </p:nvSpPr>
          <p:spPr bwMode="auto">
            <a:xfrm>
              <a:off x="2671934" y="2642096"/>
              <a:ext cx="1290733" cy="1302335"/>
            </a:xfrm>
            <a:prstGeom prst="ellipse">
              <a:avLst/>
            </a:prstGeom>
            <a:gradFill>
              <a:gsLst>
                <a:gs pos="0">
                  <a:srgbClr val="F39800"/>
                </a:gs>
                <a:gs pos="93000">
                  <a:srgbClr val="E60012"/>
                </a:gs>
              </a:gsLst>
              <a:lin ang="2700000" scaled="0"/>
            </a:gradFill>
            <a:ln w="28575" cap="flat">
              <a:noFill/>
              <a:prstDash val="solid"/>
              <a:miter lim="800000"/>
              <a:headEnd/>
              <a:tailEnd/>
            </a:ln>
            <a:effectLst>
              <a:innerShdw blurRad="152400" dist="76200" dir="13500000">
                <a:prstClr val="black">
                  <a:alpha val="28000"/>
                </a:prstClr>
              </a:innerShdw>
            </a:effec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28"/>
            <p:cNvSpPr>
              <a:spLocks noEditPoints="1"/>
            </p:cNvSpPr>
            <p:nvPr/>
          </p:nvSpPr>
          <p:spPr bwMode="auto">
            <a:xfrm>
              <a:off x="2932981" y="2758117"/>
              <a:ext cx="759937" cy="945570"/>
            </a:xfrm>
            <a:custGeom>
              <a:avLst/>
              <a:gdLst>
                <a:gd name="T0" fmla="*/ 32 w 111"/>
                <a:gd name="T1" fmla="*/ 108 h 136"/>
                <a:gd name="T2" fmla="*/ 39 w 111"/>
                <a:gd name="T3" fmla="*/ 115 h 136"/>
                <a:gd name="T4" fmla="*/ 73 w 111"/>
                <a:gd name="T5" fmla="*/ 115 h 136"/>
                <a:gd name="T6" fmla="*/ 81 w 111"/>
                <a:gd name="T7" fmla="*/ 108 h 136"/>
                <a:gd name="T8" fmla="*/ 83 w 111"/>
                <a:gd name="T9" fmla="*/ 95 h 136"/>
                <a:gd name="T10" fmla="*/ 94 w 111"/>
                <a:gd name="T11" fmla="*/ 99 h 136"/>
                <a:gd name="T12" fmla="*/ 111 w 111"/>
                <a:gd name="T13" fmla="*/ 83 h 136"/>
                <a:gd name="T14" fmla="*/ 94 w 111"/>
                <a:gd name="T15" fmla="*/ 67 h 136"/>
                <a:gd name="T16" fmla="*/ 89 w 111"/>
                <a:gd name="T17" fmla="*/ 68 h 136"/>
                <a:gd name="T18" fmla="*/ 90 w 111"/>
                <a:gd name="T19" fmla="*/ 62 h 136"/>
                <a:gd name="T20" fmla="*/ 83 w 111"/>
                <a:gd name="T21" fmla="*/ 55 h 136"/>
                <a:gd name="T22" fmla="*/ 29 w 111"/>
                <a:gd name="T23" fmla="*/ 55 h 136"/>
                <a:gd name="T24" fmla="*/ 22 w 111"/>
                <a:gd name="T25" fmla="*/ 62 h 136"/>
                <a:gd name="T26" fmla="*/ 32 w 111"/>
                <a:gd name="T27" fmla="*/ 108 h 136"/>
                <a:gd name="T28" fmla="*/ 94 w 111"/>
                <a:gd name="T29" fmla="*/ 75 h 136"/>
                <a:gd name="T30" fmla="*/ 102 w 111"/>
                <a:gd name="T31" fmla="*/ 83 h 136"/>
                <a:gd name="T32" fmla="*/ 94 w 111"/>
                <a:gd name="T33" fmla="*/ 91 h 136"/>
                <a:gd name="T34" fmla="*/ 86 w 111"/>
                <a:gd name="T35" fmla="*/ 83 h 136"/>
                <a:gd name="T36" fmla="*/ 94 w 111"/>
                <a:gd name="T37" fmla="*/ 75 h 136"/>
                <a:gd name="T38" fmla="*/ 55 w 111"/>
                <a:gd name="T39" fmla="*/ 136 h 136"/>
                <a:gd name="T40" fmla="*/ 110 w 111"/>
                <a:gd name="T41" fmla="*/ 121 h 136"/>
                <a:gd name="T42" fmla="*/ 0 w 111"/>
                <a:gd name="T43" fmla="*/ 121 h 136"/>
                <a:gd name="T44" fmla="*/ 55 w 111"/>
                <a:gd name="T45" fmla="*/ 136 h 136"/>
                <a:gd name="T46" fmla="*/ 55 w 111"/>
                <a:gd name="T47" fmla="*/ 49 h 136"/>
                <a:gd name="T48" fmla="*/ 68 w 111"/>
                <a:gd name="T49" fmla="*/ 26 h 136"/>
                <a:gd name="T50" fmla="*/ 58 w 111"/>
                <a:gd name="T51" fmla="*/ 0 h 136"/>
                <a:gd name="T52" fmla="*/ 51 w 111"/>
                <a:gd name="T53" fmla="*/ 24 h 136"/>
                <a:gd name="T54" fmla="*/ 55 w 111"/>
                <a:gd name="T55" fmla="*/ 49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11" h="136">
                  <a:moveTo>
                    <a:pt x="32" y="108"/>
                  </a:moveTo>
                  <a:cubicBezTo>
                    <a:pt x="33" y="112"/>
                    <a:pt x="35" y="115"/>
                    <a:pt x="39" y="115"/>
                  </a:cubicBezTo>
                  <a:cubicBezTo>
                    <a:pt x="73" y="115"/>
                    <a:pt x="73" y="115"/>
                    <a:pt x="73" y="115"/>
                  </a:cubicBezTo>
                  <a:cubicBezTo>
                    <a:pt x="77" y="115"/>
                    <a:pt x="80" y="112"/>
                    <a:pt x="81" y="108"/>
                  </a:cubicBezTo>
                  <a:cubicBezTo>
                    <a:pt x="83" y="95"/>
                    <a:pt x="83" y="95"/>
                    <a:pt x="83" y="95"/>
                  </a:cubicBezTo>
                  <a:cubicBezTo>
                    <a:pt x="86" y="98"/>
                    <a:pt x="90" y="99"/>
                    <a:pt x="94" y="99"/>
                  </a:cubicBezTo>
                  <a:cubicBezTo>
                    <a:pt x="103" y="99"/>
                    <a:pt x="111" y="92"/>
                    <a:pt x="111" y="83"/>
                  </a:cubicBezTo>
                  <a:cubicBezTo>
                    <a:pt x="111" y="74"/>
                    <a:pt x="103" y="67"/>
                    <a:pt x="94" y="67"/>
                  </a:cubicBezTo>
                  <a:cubicBezTo>
                    <a:pt x="92" y="67"/>
                    <a:pt x="91" y="67"/>
                    <a:pt x="89" y="68"/>
                  </a:cubicBezTo>
                  <a:cubicBezTo>
                    <a:pt x="90" y="62"/>
                    <a:pt x="90" y="62"/>
                    <a:pt x="90" y="62"/>
                  </a:cubicBezTo>
                  <a:cubicBezTo>
                    <a:pt x="91" y="58"/>
                    <a:pt x="87" y="55"/>
                    <a:pt x="83" y="55"/>
                  </a:cubicBezTo>
                  <a:cubicBezTo>
                    <a:pt x="29" y="55"/>
                    <a:pt x="29" y="55"/>
                    <a:pt x="29" y="55"/>
                  </a:cubicBezTo>
                  <a:cubicBezTo>
                    <a:pt x="25" y="55"/>
                    <a:pt x="21" y="58"/>
                    <a:pt x="22" y="62"/>
                  </a:cubicBezTo>
                  <a:lnTo>
                    <a:pt x="32" y="108"/>
                  </a:lnTo>
                  <a:close/>
                  <a:moveTo>
                    <a:pt x="94" y="75"/>
                  </a:moveTo>
                  <a:cubicBezTo>
                    <a:pt x="99" y="75"/>
                    <a:pt x="102" y="79"/>
                    <a:pt x="102" y="83"/>
                  </a:cubicBezTo>
                  <a:cubicBezTo>
                    <a:pt x="102" y="88"/>
                    <a:pt x="99" y="91"/>
                    <a:pt x="94" y="91"/>
                  </a:cubicBezTo>
                  <a:cubicBezTo>
                    <a:pt x="90" y="91"/>
                    <a:pt x="86" y="88"/>
                    <a:pt x="86" y="83"/>
                  </a:cubicBezTo>
                  <a:cubicBezTo>
                    <a:pt x="86" y="79"/>
                    <a:pt x="90" y="75"/>
                    <a:pt x="94" y="75"/>
                  </a:cubicBezTo>
                  <a:close/>
                  <a:moveTo>
                    <a:pt x="55" y="136"/>
                  </a:moveTo>
                  <a:cubicBezTo>
                    <a:pt x="83" y="136"/>
                    <a:pt x="106" y="130"/>
                    <a:pt x="110" y="121"/>
                  </a:cubicBezTo>
                  <a:cubicBezTo>
                    <a:pt x="0" y="121"/>
                    <a:pt x="0" y="121"/>
                    <a:pt x="0" y="121"/>
                  </a:cubicBezTo>
                  <a:cubicBezTo>
                    <a:pt x="5" y="130"/>
                    <a:pt x="28" y="136"/>
                    <a:pt x="55" y="136"/>
                  </a:cubicBezTo>
                  <a:close/>
                  <a:moveTo>
                    <a:pt x="55" y="49"/>
                  </a:moveTo>
                  <a:cubicBezTo>
                    <a:pt x="50" y="38"/>
                    <a:pt x="58" y="36"/>
                    <a:pt x="68" y="26"/>
                  </a:cubicBezTo>
                  <a:cubicBezTo>
                    <a:pt x="80" y="15"/>
                    <a:pt x="75" y="4"/>
                    <a:pt x="58" y="0"/>
                  </a:cubicBezTo>
                  <a:cubicBezTo>
                    <a:pt x="64" y="6"/>
                    <a:pt x="65" y="14"/>
                    <a:pt x="51" y="24"/>
                  </a:cubicBezTo>
                  <a:cubicBezTo>
                    <a:pt x="38" y="34"/>
                    <a:pt x="44" y="44"/>
                    <a:pt x="55" y="49"/>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33" name="组合 32"/>
          <p:cNvGrpSpPr/>
          <p:nvPr/>
        </p:nvGrpSpPr>
        <p:grpSpPr>
          <a:xfrm>
            <a:off x="9217476" y="4520902"/>
            <a:ext cx="914278" cy="1084826"/>
            <a:chOff x="4415147" y="2537677"/>
            <a:chExt cx="1508271" cy="1789623"/>
          </a:xfrm>
        </p:grpSpPr>
        <p:sp>
          <p:nvSpPr>
            <p:cNvPr id="11" name="Freeform 29"/>
            <p:cNvSpPr>
              <a:spLocks/>
            </p:cNvSpPr>
            <p:nvPr/>
          </p:nvSpPr>
          <p:spPr bwMode="auto">
            <a:xfrm>
              <a:off x="4415147" y="2537677"/>
              <a:ext cx="1508271" cy="1789623"/>
            </a:xfrm>
            <a:custGeom>
              <a:avLst/>
              <a:gdLst>
                <a:gd name="T0" fmla="*/ 220 w 220"/>
                <a:gd name="T1" fmla="*/ 110 h 258"/>
                <a:gd name="T2" fmla="*/ 110 w 220"/>
                <a:gd name="T3" fmla="*/ 0 h 258"/>
                <a:gd name="T4" fmla="*/ 0 w 220"/>
                <a:gd name="T5" fmla="*/ 110 h 258"/>
                <a:gd name="T6" fmla="*/ 38 w 220"/>
                <a:gd name="T7" fmla="*/ 193 h 258"/>
                <a:gd name="T8" fmla="*/ 91 w 220"/>
                <a:gd name="T9" fmla="*/ 246 h 258"/>
                <a:gd name="T10" fmla="*/ 129 w 220"/>
                <a:gd name="T11" fmla="*/ 246 h 258"/>
                <a:gd name="T12" fmla="*/ 182 w 220"/>
                <a:gd name="T13" fmla="*/ 193 h 258"/>
                <a:gd name="T14" fmla="*/ 220 w 220"/>
                <a:gd name="T15" fmla="*/ 110 h 2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0" h="258">
                  <a:moveTo>
                    <a:pt x="220" y="110"/>
                  </a:moveTo>
                  <a:cubicBezTo>
                    <a:pt x="220" y="49"/>
                    <a:pt x="171" y="0"/>
                    <a:pt x="110" y="0"/>
                  </a:cubicBezTo>
                  <a:cubicBezTo>
                    <a:pt x="49" y="0"/>
                    <a:pt x="0" y="49"/>
                    <a:pt x="0" y="110"/>
                  </a:cubicBezTo>
                  <a:cubicBezTo>
                    <a:pt x="0" y="143"/>
                    <a:pt x="16" y="171"/>
                    <a:pt x="38" y="193"/>
                  </a:cubicBezTo>
                  <a:cubicBezTo>
                    <a:pt x="54" y="209"/>
                    <a:pt x="80" y="235"/>
                    <a:pt x="91" y="246"/>
                  </a:cubicBezTo>
                  <a:cubicBezTo>
                    <a:pt x="103" y="258"/>
                    <a:pt x="116" y="258"/>
                    <a:pt x="129" y="246"/>
                  </a:cubicBezTo>
                  <a:cubicBezTo>
                    <a:pt x="140" y="235"/>
                    <a:pt x="166" y="209"/>
                    <a:pt x="182" y="193"/>
                  </a:cubicBezTo>
                  <a:cubicBezTo>
                    <a:pt x="203" y="171"/>
                    <a:pt x="220" y="143"/>
                    <a:pt x="220" y="110"/>
                  </a:cubicBezTo>
                  <a:close/>
                </a:path>
              </a:pathLst>
            </a:custGeom>
            <a:solidFill>
              <a:srgbClr val="F0F0F0"/>
            </a:solidFill>
            <a:ln w="28575" cap="flat" cmpd="sng" algn="ctr">
              <a:gradFill flip="none" rotWithShape="1">
                <a:gsLst>
                  <a:gs pos="100000">
                    <a:srgbClr val="FFFFFF"/>
                  </a:gs>
                  <a:gs pos="0">
                    <a:srgbClr val="D9D9DA"/>
                  </a:gs>
                </a:gsLst>
                <a:lin ang="13500000" scaled="1"/>
                <a:tileRect/>
              </a:gradFill>
              <a:prstDash val="solid"/>
              <a:miter lim="800000"/>
            </a:ln>
            <a:effectLst>
              <a:outerShdw blurRad="279400" dist="165100" dir="2700000" algn="t" rotWithShape="0">
                <a:prstClr val="black">
                  <a:alpha val="35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12" name="Oval 30"/>
            <p:cNvSpPr>
              <a:spLocks noChangeArrowheads="1"/>
            </p:cNvSpPr>
            <p:nvPr/>
          </p:nvSpPr>
          <p:spPr bwMode="auto">
            <a:xfrm>
              <a:off x="4525367" y="2642096"/>
              <a:ext cx="1290733" cy="1302335"/>
            </a:xfrm>
            <a:prstGeom prst="ellipse">
              <a:avLst/>
            </a:prstGeom>
            <a:gradFill>
              <a:gsLst>
                <a:gs pos="0">
                  <a:srgbClr val="93C092"/>
                </a:gs>
                <a:gs pos="82000">
                  <a:srgbClr val="0079C2"/>
                </a:gs>
              </a:gsLst>
              <a:lin ang="2700000" scaled="0"/>
            </a:gradFill>
            <a:ln w="28575" cap="flat">
              <a:noFill/>
              <a:prstDash val="solid"/>
              <a:miter lim="800000"/>
              <a:headEnd/>
              <a:tailEnd/>
            </a:ln>
            <a:effectLst>
              <a:innerShdw blurRad="152400" dist="76200" dir="13500000">
                <a:prstClr val="black">
                  <a:alpha val="28000"/>
                </a:prstClr>
              </a:innerShdw>
            </a:effec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31"/>
            <p:cNvSpPr>
              <a:spLocks noEditPoints="1"/>
            </p:cNvSpPr>
            <p:nvPr/>
          </p:nvSpPr>
          <p:spPr bwMode="auto">
            <a:xfrm>
              <a:off x="4722602" y="2842231"/>
              <a:ext cx="893361" cy="902063"/>
            </a:xfrm>
            <a:custGeom>
              <a:avLst/>
              <a:gdLst>
                <a:gd name="T0" fmla="*/ 130 w 130"/>
                <a:gd name="T1" fmla="*/ 65 h 130"/>
                <a:gd name="T2" fmla="*/ 103 w 130"/>
                <a:gd name="T3" fmla="*/ 36 h 130"/>
                <a:gd name="T4" fmla="*/ 97 w 130"/>
                <a:gd name="T5" fmla="*/ 38 h 130"/>
                <a:gd name="T6" fmla="*/ 68 w 130"/>
                <a:gd name="T7" fmla="*/ 65 h 130"/>
                <a:gd name="T8" fmla="*/ 97 w 130"/>
                <a:gd name="T9" fmla="*/ 38 h 130"/>
                <a:gd name="T10" fmla="*/ 112 w 130"/>
                <a:gd name="T11" fmla="*/ 110 h 130"/>
                <a:gd name="T12" fmla="*/ 95 w 130"/>
                <a:gd name="T13" fmla="*/ 123 h 130"/>
                <a:gd name="T14" fmla="*/ 68 w 130"/>
                <a:gd name="T15" fmla="*/ 0 h 130"/>
                <a:gd name="T16" fmla="*/ 95 w 130"/>
                <a:gd name="T17" fmla="*/ 31 h 130"/>
                <a:gd name="T18" fmla="*/ 17 w 130"/>
                <a:gd name="T19" fmla="*/ 110 h 130"/>
                <a:gd name="T20" fmla="*/ 28 w 130"/>
                <a:gd name="T21" fmla="*/ 106 h 130"/>
                <a:gd name="T22" fmla="*/ 100 w 130"/>
                <a:gd name="T23" fmla="*/ 72 h 130"/>
                <a:gd name="T24" fmla="*/ 68 w 130"/>
                <a:gd name="T25" fmla="*/ 94 h 130"/>
                <a:gd name="T26" fmla="*/ 100 w 130"/>
                <a:gd name="T27" fmla="*/ 72 h 130"/>
                <a:gd name="T28" fmla="*/ 86 w 130"/>
                <a:gd name="T29" fmla="*/ 127 h 130"/>
                <a:gd name="T30" fmla="*/ 68 w 130"/>
                <a:gd name="T31" fmla="*/ 101 h 130"/>
                <a:gd name="T32" fmla="*/ 115 w 130"/>
                <a:gd name="T33" fmla="*/ 24 h 130"/>
                <a:gd name="T34" fmla="*/ 101 w 130"/>
                <a:gd name="T35" fmla="*/ 29 h 130"/>
                <a:gd name="T36" fmla="*/ 37 w 130"/>
                <a:gd name="T37" fmla="*/ 6 h 130"/>
                <a:gd name="T38" fmla="*/ 28 w 130"/>
                <a:gd name="T39" fmla="*/ 29 h 130"/>
                <a:gd name="T40" fmla="*/ 43 w 130"/>
                <a:gd name="T41" fmla="*/ 127 h 130"/>
                <a:gd name="T42" fmla="*/ 61 w 130"/>
                <a:gd name="T43" fmla="*/ 101 h 130"/>
                <a:gd name="T44" fmla="*/ 43 w 130"/>
                <a:gd name="T45" fmla="*/ 127 h 130"/>
                <a:gd name="T46" fmla="*/ 117 w 130"/>
                <a:gd name="T47" fmla="*/ 104 h 130"/>
                <a:gd name="T48" fmla="*/ 107 w 130"/>
                <a:gd name="T49" fmla="*/ 72 h 130"/>
                <a:gd name="T50" fmla="*/ 26 w 130"/>
                <a:gd name="T51" fmla="*/ 36 h 130"/>
                <a:gd name="T52" fmla="*/ 0 w 130"/>
                <a:gd name="T53" fmla="*/ 65 h 130"/>
                <a:gd name="T54" fmla="*/ 26 w 130"/>
                <a:gd name="T55" fmla="*/ 36 h 130"/>
                <a:gd name="T56" fmla="*/ 0 w 130"/>
                <a:gd name="T57" fmla="*/ 72 h 130"/>
                <a:gd name="T58" fmla="*/ 26 w 130"/>
                <a:gd name="T59" fmla="*/ 100 h 130"/>
                <a:gd name="T60" fmla="*/ 33 w 130"/>
                <a:gd name="T61" fmla="*/ 98 h 130"/>
                <a:gd name="T62" fmla="*/ 61 w 130"/>
                <a:gd name="T63" fmla="*/ 72 h 130"/>
                <a:gd name="T64" fmla="*/ 33 w 130"/>
                <a:gd name="T65" fmla="*/ 98 h 130"/>
                <a:gd name="T66" fmla="*/ 61 w 130"/>
                <a:gd name="T67" fmla="*/ 65 h 130"/>
                <a:gd name="T68" fmla="*/ 33 w 130"/>
                <a:gd name="T69" fmla="*/ 37 h 130"/>
                <a:gd name="T70" fmla="*/ 34 w 130"/>
                <a:gd name="T71" fmla="*/ 31 h 130"/>
                <a:gd name="T72" fmla="*/ 61 w 130"/>
                <a:gd name="T73" fmla="*/ 0 h 130"/>
                <a:gd name="T74" fmla="*/ 34 w 130"/>
                <a:gd name="T75" fmla="*/ 31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0" h="130">
                  <a:moveTo>
                    <a:pt x="107" y="65"/>
                  </a:moveTo>
                  <a:cubicBezTo>
                    <a:pt x="130" y="65"/>
                    <a:pt x="130" y="65"/>
                    <a:pt x="130" y="65"/>
                  </a:cubicBezTo>
                  <a:cubicBezTo>
                    <a:pt x="130" y="52"/>
                    <a:pt x="126" y="40"/>
                    <a:pt x="120" y="30"/>
                  </a:cubicBezTo>
                  <a:cubicBezTo>
                    <a:pt x="114" y="32"/>
                    <a:pt x="109" y="34"/>
                    <a:pt x="103" y="36"/>
                  </a:cubicBezTo>
                  <a:cubicBezTo>
                    <a:pt x="105" y="45"/>
                    <a:pt x="107" y="55"/>
                    <a:pt x="107" y="65"/>
                  </a:cubicBezTo>
                  <a:close/>
                  <a:moveTo>
                    <a:pt x="97" y="38"/>
                  </a:moveTo>
                  <a:cubicBezTo>
                    <a:pt x="88" y="40"/>
                    <a:pt x="78" y="41"/>
                    <a:pt x="68" y="41"/>
                  </a:cubicBezTo>
                  <a:cubicBezTo>
                    <a:pt x="68" y="65"/>
                    <a:pt x="68" y="65"/>
                    <a:pt x="68" y="65"/>
                  </a:cubicBezTo>
                  <a:cubicBezTo>
                    <a:pt x="100" y="65"/>
                    <a:pt x="100" y="65"/>
                    <a:pt x="100" y="65"/>
                  </a:cubicBezTo>
                  <a:cubicBezTo>
                    <a:pt x="100" y="55"/>
                    <a:pt x="99" y="46"/>
                    <a:pt x="97" y="38"/>
                  </a:cubicBezTo>
                  <a:close/>
                  <a:moveTo>
                    <a:pt x="95" y="123"/>
                  </a:moveTo>
                  <a:cubicBezTo>
                    <a:pt x="102" y="119"/>
                    <a:pt x="107" y="115"/>
                    <a:pt x="112" y="110"/>
                  </a:cubicBezTo>
                  <a:cubicBezTo>
                    <a:pt x="109" y="108"/>
                    <a:pt x="105" y="107"/>
                    <a:pt x="101" y="106"/>
                  </a:cubicBezTo>
                  <a:cubicBezTo>
                    <a:pt x="100" y="112"/>
                    <a:pt x="98" y="118"/>
                    <a:pt x="95" y="123"/>
                  </a:cubicBezTo>
                  <a:close/>
                  <a:moveTo>
                    <a:pt x="82" y="2"/>
                  </a:moveTo>
                  <a:cubicBezTo>
                    <a:pt x="77" y="1"/>
                    <a:pt x="73" y="0"/>
                    <a:pt x="68" y="0"/>
                  </a:cubicBezTo>
                  <a:cubicBezTo>
                    <a:pt x="68" y="34"/>
                    <a:pt x="68" y="34"/>
                    <a:pt x="68" y="34"/>
                  </a:cubicBezTo>
                  <a:cubicBezTo>
                    <a:pt x="77" y="34"/>
                    <a:pt x="86" y="33"/>
                    <a:pt x="95" y="31"/>
                  </a:cubicBezTo>
                  <a:cubicBezTo>
                    <a:pt x="92" y="20"/>
                    <a:pt x="87" y="11"/>
                    <a:pt x="82" y="2"/>
                  </a:cubicBezTo>
                  <a:close/>
                  <a:moveTo>
                    <a:pt x="17" y="110"/>
                  </a:moveTo>
                  <a:cubicBezTo>
                    <a:pt x="22" y="115"/>
                    <a:pt x="28" y="119"/>
                    <a:pt x="34" y="123"/>
                  </a:cubicBezTo>
                  <a:cubicBezTo>
                    <a:pt x="31" y="117"/>
                    <a:pt x="29" y="112"/>
                    <a:pt x="28" y="106"/>
                  </a:cubicBezTo>
                  <a:cubicBezTo>
                    <a:pt x="24" y="107"/>
                    <a:pt x="21" y="108"/>
                    <a:pt x="17" y="110"/>
                  </a:cubicBezTo>
                  <a:close/>
                  <a:moveTo>
                    <a:pt x="100" y="72"/>
                  </a:moveTo>
                  <a:cubicBezTo>
                    <a:pt x="68" y="72"/>
                    <a:pt x="68" y="72"/>
                    <a:pt x="68" y="72"/>
                  </a:cubicBezTo>
                  <a:cubicBezTo>
                    <a:pt x="68" y="94"/>
                    <a:pt x="68" y="94"/>
                    <a:pt x="68" y="94"/>
                  </a:cubicBezTo>
                  <a:cubicBezTo>
                    <a:pt x="78" y="94"/>
                    <a:pt x="88" y="96"/>
                    <a:pt x="97" y="98"/>
                  </a:cubicBezTo>
                  <a:cubicBezTo>
                    <a:pt x="99" y="90"/>
                    <a:pt x="100" y="81"/>
                    <a:pt x="100" y="72"/>
                  </a:cubicBezTo>
                  <a:close/>
                  <a:moveTo>
                    <a:pt x="68" y="130"/>
                  </a:moveTo>
                  <a:cubicBezTo>
                    <a:pt x="74" y="130"/>
                    <a:pt x="80" y="129"/>
                    <a:pt x="86" y="127"/>
                  </a:cubicBezTo>
                  <a:cubicBezTo>
                    <a:pt x="89" y="120"/>
                    <a:pt x="93" y="112"/>
                    <a:pt x="95" y="104"/>
                  </a:cubicBezTo>
                  <a:cubicBezTo>
                    <a:pt x="86" y="102"/>
                    <a:pt x="77" y="101"/>
                    <a:pt x="68" y="101"/>
                  </a:cubicBezTo>
                  <a:lnTo>
                    <a:pt x="68" y="130"/>
                  </a:lnTo>
                  <a:close/>
                  <a:moveTo>
                    <a:pt x="115" y="24"/>
                  </a:moveTo>
                  <a:cubicBezTo>
                    <a:pt x="109" y="16"/>
                    <a:pt x="101" y="10"/>
                    <a:pt x="92" y="6"/>
                  </a:cubicBezTo>
                  <a:cubicBezTo>
                    <a:pt x="96" y="13"/>
                    <a:pt x="99" y="21"/>
                    <a:pt x="101" y="29"/>
                  </a:cubicBezTo>
                  <a:cubicBezTo>
                    <a:pt x="106" y="28"/>
                    <a:pt x="111" y="26"/>
                    <a:pt x="115" y="24"/>
                  </a:cubicBezTo>
                  <a:close/>
                  <a:moveTo>
                    <a:pt x="37" y="6"/>
                  </a:moveTo>
                  <a:cubicBezTo>
                    <a:pt x="28" y="10"/>
                    <a:pt x="21" y="17"/>
                    <a:pt x="14" y="24"/>
                  </a:cubicBezTo>
                  <a:cubicBezTo>
                    <a:pt x="19" y="26"/>
                    <a:pt x="23" y="28"/>
                    <a:pt x="28" y="29"/>
                  </a:cubicBezTo>
                  <a:cubicBezTo>
                    <a:pt x="30" y="21"/>
                    <a:pt x="34" y="13"/>
                    <a:pt x="37" y="6"/>
                  </a:cubicBezTo>
                  <a:close/>
                  <a:moveTo>
                    <a:pt x="43" y="127"/>
                  </a:moveTo>
                  <a:cubicBezTo>
                    <a:pt x="49" y="129"/>
                    <a:pt x="55" y="130"/>
                    <a:pt x="61" y="130"/>
                  </a:cubicBezTo>
                  <a:cubicBezTo>
                    <a:pt x="61" y="101"/>
                    <a:pt x="61" y="101"/>
                    <a:pt x="61" y="101"/>
                  </a:cubicBezTo>
                  <a:cubicBezTo>
                    <a:pt x="52" y="101"/>
                    <a:pt x="43" y="102"/>
                    <a:pt x="34" y="104"/>
                  </a:cubicBezTo>
                  <a:cubicBezTo>
                    <a:pt x="37" y="112"/>
                    <a:pt x="40" y="120"/>
                    <a:pt x="43" y="127"/>
                  </a:cubicBezTo>
                  <a:close/>
                  <a:moveTo>
                    <a:pt x="103" y="100"/>
                  </a:moveTo>
                  <a:cubicBezTo>
                    <a:pt x="108" y="101"/>
                    <a:pt x="112" y="103"/>
                    <a:pt x="117" y="104"/>
                  </a:cubicBezTo>
                  <a:cubicBezTo>
                    <a:pt x="124" y="95"/>
                    <a:pt x="128" y="84"/>
                    <a:pt x="130" y="72"/>
                  </a:cubicBezTo>
                  <a:cubicBezTo>
                    <a:pt x="107" y="72"/>
                    <a:pt x="107" y="72"/>
                    <a:pt x="107" y="72"/>
                  </a:cubicBezTo>
                  <a:cubicBezTo>
                    <a:pt x="106" y="81"/>
                    <a:pt x="105" y="91"/>
                    <a:pt x="103" y="100"/>
                  </a:cubicBezTo>
                  <a:close/>
                  <a:moveTo>
                    <a:pt x="26" y="36"/>
                  </a:moveTo>
                  <a:cubicBezTo>
                    <a:pt x="21" y="34"/>
                    <a:pt x="15" y="32"/>
                    <a:pt x="10" y="30"/>
                  </a:cubicBezTo>
                  <a:cubicBezTo>
                    <a:pt x="4" y="40"/>
                    <a:pt x="0" y="52"/>
                    <a:pt x="0" y="65"/>
                  </a:cubicBezTo>
                  <a:cubicBezTo>
                    <a:pt x="22" y="65"/>
                    <a:pt x="22" y="65"/>
                    <a:pt x="22" y="65"/>
                  </a:cubicBezTo>
                  <a:cubicBezTo>
                    <a:pt x="23" y="55"/>
                    <a:pt x="24" y="45"/>
                    <a:pt x="26" y="36"/>
                  </a:cubicBezTo>
                  <a:close/>
                  <a:moveTo>
                    <a:pt x="23" y="72"/>
                  </a:moveTo>
                  <a:cubicBezTo>
                    <a:pt x="0" y="72"/>
                    <a:pt x="0" y="72"/>
                    <a:pt x="0" y="72"/>
                  </a:cubicBezTo>
                  <a:cubicBezTo>
                    <a:pt x="1" y="84"/>
                    <a:pt x="6" y="95"/>
                    <a:pt x="13" y="104"/>
                  </a:cubicBezTo>
                  <a:cubicBezTo>
                    <a:pt x="17" y="103"/>
                    <a:pt x="21" y="101"/>
                    <a:pt x="26" y="100"/>
                  </a:cubicBezTo>
                  <a:cubicBezTo>
                    <a:pt x="24" y="91"/>
                    <a:pt x="23" y="81"/>
                    <a:pt x="23" y="72"/>
                  </a:cubicBezTo>
                  <a:close/>
                  <a:moveTo>
                    <a:pt x="33" y="98"/>
                  </a:moveTo>
                  <a:cubicBezTo>
                    <a:pt x="42" y="96"/>
                    <a:pt x="51" y="94"/>
                    <a:pt x="61" y="94"/>
                  </a:cubicBezTo>
                  <a:cubicBezTo>
                    <a:pt x="61" y="72"/>
                    <a:pt x="61" y="72"/>
                    <a:pt x="61" y="72"/>
                  </a:cubicBezTo>
                  <a:cubicBezTo>
                    <a:pt x="29" y="72"/>
                    <a:pt x="29" y="72"/>
                    <a:pt x="29" y="72"/>
                  </a:cubicBezTo>
                  <a:cubicBezTo>
                    <a:pt x="29" y="81"/>
                    <a:pt x="31" y="90"/>
                    <a:pt x="33" y="98"/>
                  </a:cubicBezTo>
                  <a:close/>
                  <a:moveTo>
                    <a:pt x="29" y="65"/>
                  </a:moveTo>
                  <a:cubicBezTo>
                    <a:pt x="61" y="65"/>
                    <a:pt x="61" y="65"/>
                    <a:pt x="61" y="65"/>
                  </a:cubicBezTo>
                  <a:cubicBezTo>
                    <a:pt x="61" y="41"/>
                    <a:pt x="61" y="41"/>
                    <a:pt x="61" y="41"/>
                  </a:cubicBezTo>
                  <a:cubicBezTo>
                    <a:pt x="51" y="41"/>
                    <a:pt x="42" y="40"/>
                    <a:pt x="33" y="37"/>
                  </a:cubicBezTo>
                  <a:cubicBezTo>
                    <a:pt x="31" y="46"/>
                    <a:pt x="29" y="55"/>
                    <a:pt x="29" y="65"/>
                  </a:cubicBezTo>
                  <a:close/>
                  <a:moveTo>
                    <a:pt x="34" y="31"/>
                  </a:moveTo>
                  <a:cubicBezTo>
                    <a:pt x="43" y="33"/>
                    <a:pt x="52" y="34"/>
                    <a:pt x="61" y="34"/>
                  </a:cubicBezTo>
                  <a:cubicBezTo>
                    <a:pt x="61" y="0"/>
                    <a:pt x="61" y="0"/>
                    <a:pt x="61" y="0"/>
                  </a:cubicBezTo>
                  <a:cubicBezTo>
                    <a:pt x="56" y="0"/>
                    <a:pt x="52" y="1"/>
                    <a:pt x="47" y="3"/>
                  </a:cubicBezTo>
                  <a:cubicBezTo>
                    <a:pt x="42" y="11"/>
                    <a:pt x="38" y="20"/>
                    <a:pt x="34" y="3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36" name="组合 35"/>
          <p:cNvGrpSpPr/>
          <p:nvPr/>
        </p:nvGrpSpPr>
        <p:grpSpPr>
          <a:xfrm>
            <a:off x="2517694" y="2423405"/>
            <a:ext cx="917677" cy="1086769"/>
            <a:chOff x="9966746" y="2537677"/>
            <a:chExt cx="1511173" cy="1789623"/>
          </a:xfrm>
        </p:grpSpPr>
        <p:sp>
          <p:nvSpPr>
            <p:cNvPr id="14" name="Freeform 32"/>
            <p:cNvSpPr>
              <a:spLocks/>
            </p:cNvSpPr>
            <p:nvPr/>
          </p:nvSpPr>
          <p:spPr bwMode="auto">
            <a:xfrm>
              <a:off x="9966746" y="2537677"/>
              <a:ext cx="1511173" cy="1789623"/>
            </a:xfrm>
            <a:custGeom>
              <a:avLst/>
              <a:gdLst>
                <a:gd name="T0" fmla="*/ 220 w 220"/>
                <a:gd name="T1" fmla="*/ 110 h 258"/>
                <a:gd name="T2" fmla="*/ 110 w 220"/>
                <a:gd name="T3" fmla="*/ 0 h 258"/>
                <a:gd name="T4" fmla="*/ 0 w 220"/>
                <a:gd name="T5" fmla="*/ 110 h 258"/>
                <a:gd name="T6" fmla="*/ 38 w 220"/>
                <a:gd name="T7" fmla="*/ 193 h 258"/>
                <a:gd name="T8" fmla="*/ 91 w 220"/>
                <a:gd name="T9" fmla="*/ 246 h 258"/>
                <a:gd name="T10" fmla="*/ 129 w 220"/>
                <a:gd name="T11" fmla="*/ 246 h 258"/>
                <a:gd name="T12" fmla="*/ 182 w 220"/>
                <a:gd name="T13" fmla="*/ 193 h 258"/>
                <a:gd name="T14" fmla="*/ 220 w 220"/>
                <a:gd name="T15" fmla="*/ 110 h 2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0" h="258">
                  <a:moveTo>
                    <a:pt x="220" y="110"/>
                  </a:moveTo>
                  <a:cubicBezTo>
                    <a:pt x="220" y="49"/>
                    <a:pt x="171" y="0"/>
                    <a:pt x="110" y="0"/>
                  </a:cubicBezTo>
                  <a:cubicBezTo>
                    <a:pt x="49" y="0"/>
                    <a:pt x="0" y="49"/>
                    <a:pt x="0" y="110"/>
                  </a:cubicBezTo>
                  <a:cubicBezTo>
                    <a:pt x="0" y="143"/>
                    <a:pt x="16" y="171"/>
                    <a:pt x="38" y="193"/>
                  </a:cubicBezTo>
                  <a:cubicBezTo>
                    <a:pt x="54" y="209"/>
                    <a:pt x="80" y="235"/>
                    <a:pt x="91" y="246"/>
                  </a:cubicBezTo>
                  <a:cubicBezTo>
                    <a:pt x="103" y="258"/>
                    <a:pt x="116" y="258"/>
                    <a:pt x="129" y="246"/>
                  </a:cubicBezTo>
                  <a:cubicBezTo>
                    <a:pt x="140" y="235"/>
                    <a:pt x="166" y="209"/>
                    <a:pt x="182" y="193"/>
                  </a:cubicBezTo>
                  <a:cubicBezTo>
                    <a:pt x="204" y="171"/>
                    <a:pt x="220" y="143"/>
                    <a:pt x="220" y="110"/>
                  </a:cubicBezTo>
                  <a:close/>
                </a:path>
              </a:pathLst>
            </a:custGeom>
            <a:solidFill>
              <a:srgbClr val="F0F0F0"/>
            </a:solidFill>
            <a:ln w="28575" cap="flat" cmpd="sng" algn="ctr">
              <a:gradFill flip="none" rotWithShape="1">
                <a:gsLst>
                  <a:gs pos="100000">
                    <a:srgbClr val="FFFFFF"/>
                  </a:gs>
                  <a:gs pos="0">
                    <a:srgbClr val="D9D9DA"/>
                  </a:gs>
                </a:gsLst>
                <a:lin ang="13500000" scaled="1"/>
                <a:tileRect/>
              </a:gradFill>
              <a:prstDash val="solid"/>
              <a:miter lim="800000"/>
            </a:ln>
            <a:effectLst>
              <a:outerShdw blurRad="279400" dist="165100" dir="2700000" algn="t" rotWithShape="0">
                <a:prstClr val="black">
                  <a:alpha val="35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15" name="Oval 33"/>
            <p:cNvSpPr>
              <a:spLocks noChangeArrowheads="1"/>
            </p:cNvSpPr>
            <p:nvPr/>
          </p:nvSpPr>
          <p:spPr bwMode="auto">
            <a:xfrm>
              <a:off x="10076966" y="2642096"/>
              <a:ext cx="1290733" cy="1302335"/>
            </a:xfrm>
            <a:prstGeom prst="ellipse">
              <a:avLst/>
            </a:prstGeom>
            <a:gradFill>
              <a:gsLst>
                <a:gs pos="0">
                  <a:schemeClr val="bg1">
                    <a:lumMod val="75000"/>
                  </a:schemeClr>
                </a:gs>
                <a:gs pos="83000">
                  <a:schemeClr val="bg1">
                    <a:lumMod val="50000"/>
                  </a:schemeClr>
                </a:gs>
              </a:gsLst>
              <a:lin ang="2700000" scaled="0"/>
            </a:gradFill>
            <a:ln w="28575" cap="flat">
              <a:noFill/>
              <a:prstDash val="solid"/>
              <a:miter lim="800000"/>
              <a:headEnd/>
              <a:tailEnd/>
            </a:ln>
            <a:effectLst>
              <a:innerShdw blurRad="152400" dist="76200" dir="13500000">
                <a:prstClr val="black">
                  <a:alpha val="28000"/>
                </a:prstClr>
              </a:innerShdw>
            </a:effec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34"/>
            <p:cNvSpPr>
              <a:spLocks noEditPoints="1"/>
            </p:cNvSpPr>
            <p:nvPr/>
          </p:nvSpPr>
          <p:spPr bwMode="auto">
            <a:xfrm>
              <a:off x="10277103" y="2792923"/>
              <a:ext cx="783141" cy="951371"/>
            </a:xfrm>
            <a:custGeom>
              <a:avLst/>
              <a:gdLst>
                <a:gd name="T0" fmla="*/ 110 w 114"/>
                <a:gd name="T1" fmla="*/ 116 h 137"/>
                <a:gd name="T2" fmla="*/ 80 w 114"/>
                <a:gd name="T3" fmla="*/ 72 h 137"/>
                <a:gd name="T4" fmla="*/ 82 w 114"/>
                <a:gd name="T5" fmla="*/ 24 h 137"/>
                <a:gd name="T6" fmla="*/ 24 w 114"/>
                <a:gd name="T7" fmla="*/ 13 h 137"/>
                <a:gd name="T8" fmla="*/ 13 w 114"/>
                <a:gd name="T9" fmla="*/ 71 h 137"/>
                <a:gd name="T10" fmla="*/ 59 w 114"/>
                <a:gd name="T11" fmla="*/ 87 h 137"/>
                <a:gd name="T12" fmla="*/ 89 w 114"/>
                <a:gd name="T13" fmla="*/ 131 h 137"/>
                <a:gd name="T14" fmla="*/ 106 w 114"/>
                <a:gd name="T15" fmla="*/ 134 h 137"/>
                <a:gd name="T16" fmla="*/ 107 w 114"/>
                <a:gd name="T17" fmla="*/ 133 h 137"/>
                <a:gd name="T18" fmla="*/ 110 w 114"/>
                <a:gd name="T19" fmla="*/ 116 h 137"/>
                <a:gd name="T20" fmla="*/ 65 w 114"/>
                <a:gd name="T21" fmla="*/ 73 h 137"/>
                <a:gd name="T22" fmla="*/ 22 w 114"/>
                <a:gd name="T23" fmla="*/ 65 h 137"/>
                <a:gd name="T24" fmla="*/ 30 w 114"/>
                <a:gd name="T25" fmla="*/ 22 h 137"/>
                <a:gd name="T26" fmla="*/ 73 w 114"/>
                <a:gd name="T27" fmla="*/ 30 h 137"/>
                <a:gd name="T28" fmla="*/ 65 w 114"/>
                <a:gd name="T29" fmla="*/ 73 h 137"/>
                <a:gd name="T30" fmla="*/ 62 w 114"/>
                <a:gd name="T31" fmla="*/ 61 h 137"/>
                <a:gd name="T32" fmla="*/ 31 w 114"/>
                <a:gd name="T33" fmla="*/ 56 h 137"/>
                <a:gd name="T34" fmla="*/ 37 w 114"/>
                <a:gd name="T35" fmla="*/ 24 h 137"/>
                <a:gd name="T36" fmla="*/ 40 w 114"/>
                <a:gd name="T37" fmla="*/ 23 h 137"/>
                <a:gd name="T38" fmla="*/ 34 w 114"/>
                <a:gd name="T39" fmla="*/ 26 h 137"/>
                <a:gd name="T40" fmla="*/ 27 w 114"/>
                <a:gd name="T41" fmla="*/ 60 h 137"/>
                <a:gd name="T42" fmla="*/ 61 w 114"/>
                <a:gd name="T43" fmla="*/ 66 h 137"/>
                <a:gd name="T44" fmla="*/ 72 w 114"/>
                <a:gd name="T45" fmla="*/ 46 h 137"/>
                <a:gd name="T46" fmla="*/ 62 w 114"/>
                <a:gd name="T47" fmla="*/ 61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4" h="137">
                  <a:moveTo>
                    <a:pt x="110" y="116"/>
                  </a:moveTo>
                  <a:cubicBezTo>
                    <a:pt x="80" y="72"/>
                    <a:pt x="80" y="72"/>
                    <a:pt x="80" y="72"/>
                  </a:cubicBezTo>
                  <a:cubicBezTo>
                    <a:pt x="91" y="59"/>
                    <a:pt x="92" y="39"/>
                    <a:pt x="82" y="24"/>
                  </a:cubicBezTo>
                  <a:cubicBezTo>
                    <a:pt x="69" y="5"/>
                    <a:pt x="43" y="0"/>
                    <a:pt x="24" y="13"/>
                  </a:cubicBezTo>
                  <a:cubicBezTo>
                    <a:pt x="5" y="26"/>
                    <a:pt x="0" y="52"/>
                    <a:pt x="13" y="71"/>
                  </a:cubicBezTo>
                  <a:cubicBezTo>
                    <a:pt x="24" y="86"/>
                    <a:pt x="42" y="92"/>
                    <a:pt x="59" y="87"/>
                  </a:cubicBezTo>
                  <a:cubicBezTo>
                    <a:pt x="89" y="131"/>
                    <a:pt x="89" y="131"/>
                    <a:pt x="89" y="131"/>
                  </a:cubicBezTo>
                  <a:cubicBezTo>
                    <a:pt x="93" y="136"/>
                    <a:pt x="100" y="137"/>
                    <a:pt x="106" y="134"/>
                  </a:cubicBezTo>
                  <a:cubicBezTo>
                    <a:pt x="107" y="133"/>
                    <a:pt x="107" y="133"/>
                    <a:pt x="107" y="133"/>
                  </a:cubicBezTo>
                  <a:cubicBezTo>
                    <a:pt x="113" y="129"/>
                    <a:pt x="114" y="122"/>
                    <a:pt x="110" y="116"/>
                  </a:cubicBezTo>
                  <a:close/>
                  <a:moveTo>
                    <a:pt x="65" y="73"/>
                  </a:moveTo>
                  <a:cubicBezTo>
                    <a:pt x="51" y="82"/>
                    <a:pt x="32" y="78"/>
                    <a:pt x="22" y="65"/>
                  </a:cubicBezTo>
                  <a:cubicBezTo>
                    <a:pt x="13" y="51"/>
                    <a:pt x="16" y="32"/>
                    <a:pt x="30" y="22"/>
                  </a:cubicBezTo>
                  <a:cubicBezTo>
                    <a:pt x="44" y="12"/>
                    <a:pt x="63" y="16"/>
                    <a:pt x="73" y="30"/>
                  </a:cubicBezTo>
                  <a:cubicBezTo>
                    <a:pt x="82" y="44"/>
                    <a:pt x="79" y="63"/>
                    <a:pt x="65" y="73"/>
                  </a:cubicBezTo>
                  <a:close/>
                  <a:moveTo>
                    <a:pt x="62" y="61"/>
                  </a:moveTo>
                  <a:cubicBezTo>
                    <a:pt x="52" y="68"/>
                    <a:pt x="38" y="66"/>
                    <a:pt x="31" y="56"/>
                  </a:cubicBezTo>
                  <a:cubicBezTo>
                    <a:pt x="24" y="45"/>
                    <a:pt x="27" y="31"/>
                    <a:pt x="37" y="24"/>
                  </a:cubicBezTo>
                  <a:cubicBezTo>
                    <a:pt x="38" y="24"/>
                    <a:pt x="39" y="23"/>
                    <a:pt x="40" y="23"/>
                  </a:cubicBezTo>
                  <a:cubicBezTo>
                    <a:pt x="38" y="24"/>
                    <a:pt x="36" y="25"/>
                    <a:pt x="34" y="26"/>
                  </a:cubicBezTo>
                  <a:cubicBezTo>
                    <a:pt x="22" y="34"/>
                    <a:pt x="20" y="49"/>
                    <a:pt x="27" y="60"/>
                  </a:cubicBezTo>
                  <a:cubicBezTo>
                    <a:pt x="35" y="71"/>
                    <a:pt x="50" y="74"/>
                    <a:pt x="61" y="66"/>
                  </a:cubicBezTo>
                  <a:cubicBezTo>
                    <a:pt x="68" y="62"/>
                    <a:pt x="72" y="54"/>
                    <a:pt x="72" y="46"/>
                  </a:cubicBezTo>
                  <a:cubicBezTo>
                    <a:pt x="71" y="52"/>
                    <a:pt x="68" y="58"/>
                    <a:pt x="62" y="6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35" name="组合 34"/>
          <p:cNvGrpSpPr/>
          <p:nvPr/>
        </p:nvGrpSpPr>
        <p:grpSpPr>
          <a:xfrm>
            <a:off x="3370556" y="3920760"/>
            <a:ext cx="1185453" cy="1403886"/>
            <a:chOff x="8113313" y="2537677"/>
            <a:chExt cx="1511173" cy="1789623"/>
          </a:xfrm>
        </p:grpSpPr>
        <p:sp>
          <p:nvSpPr>
            <p:cNvPr id="17" name="Freeform 35"/>
            <p:cNvSpPr>
              <a:spLocks/>
            </p:cNvSpPr>
            <p:nvPr/>
          </p:nvSpPr>
          <p:spPr bwMode="auto">
            <a:xfrm>
              <a:off x="8113313" y="2537677"/>
              <a:ext cx="1511173" cy="1789623"/>
            </a:xfrm>
            <a:custGeom>
              <a:avLst/>
              <a:gdLst>
                <a:gd name="T0" fmla="*/ 220 w 220"/>
                <a:gd name="T1" fmla="*/ 110 h 258"/>
                <a:gd name="T2" fmla="*/ 110 w 220"/>
                <a:gd name="T3" fmla="*/ 0 h 258"/>
                <a:gd name="T4" fmla="*/ 0 w 220"/>
                <a:gd name="T5" fmla="*/ 110 h 258"/>
                <a:gd name="T6" fmla="*/ 38 w 220"/>
                <a:gd name="T7" fmla="*/ 193 h 258"/>
                <a:gd name="T8" fmla="*/ 91 w 220"/>
                <a:gd name="T9" fmla="*/ 246 h 258"/>
                <a:gd name="T10" fmla="*/ 129 w 220"/>
                <a:gd name="T11" fmla="*/ 246 h 258"/>
                <a:gd name="T12" fmla="*/ 182 w 220"/>
                <a:gd name="T13" fmla="*/ 193 h 258"/>
                <a:gd name="T14" fmla="*/ 220 w 220"/>
                <a:gd name="T15" fmla="*/ 110 h 2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0" h="258">
                  <a:moveTo>
                    <a:pt x="220" y="110"/>
                  </a:moveTo>
                  <a:cubicBezTo>
                    <a:pt x="220" y="49"/>
                    <a:pt x="171" y="0"/>
                    <a:pt x="110" y="0"/>
                  </a:cubicBezTo>
                  <a:cubicBezTo>
                    <a:pt x="50" y="0"/>
                    <a:pt x="0" y="49"/>
                    <a:pt x="0" y="110"/>
                  </a:cubicBezTo>
                  <a:cubicBezTo>
                    <a:pt x="0" y="143"/>
                    <a:pt x="16" y="171"/>
                    <a:pt x="38" y="193"/>
                  </a:cubicBezTo>
                  <a:cubicBezTo>
                    <a:pt x="54" y="209"/>
                    <a:pt x="80" y="235"/>
                    <a:pt x="91" y="246"/>
                  </a:cubicBezTo>
                  <a:cubicBezTo>
                    <a:pt x="103" y="258"/>
                    <a:pt x="117" y="258"/>
                    <a:pt x="129" y="246"/>
                  </a:cubicBezTo>
                  <a:cubicBezTo>
                    <a:pt x="140" y="235"/>
                    <a:pt x="166" y="209"/>
                    <a:pt x="182" y="193"/>
                  </a:cubicBezTo>
                  <a:cubicBezTo>
                    <a:pt x="204" y="171"/>
                    <a:pt x="220" y="143"/>
                    <a:pt x="220" y="110"/>
                  </a:cubicBezTo>
                  <a:close/>
                </a:path>
              </a:pathLst>
            </a:custGeom>
            <a:solidFill>
              <a:srgbClr val="F0F0F0"/>
            </a:solidFill>
            <a:ln w="28575" cap="flat" cmpd="sng" algn="ctr">
              <a:gradFill flip="none" rotWithShape="1">
                <a:gsLst>
                  <a:gs pos="100000">
                    <a:srgbClr val="FFFFFF"/>
                  </a:gs>
                  <a:gs pos="0">
                    <a:srgbClr val="D9D9DA"/>
                  </a:gs>
                </a:gsLst>
                <a:lin ang="13500000" scaled="1"/>
                <a:tileRect/>
              </a:gradFill>
              <a:prstDash val="solid"/>
              <a:miter lim="800000"/>
            </a:ln>
            <a:effectLst>
              <a:outerShdw blurRad="279400" dist="165100" dir="2700000" algn="t" rotWithShape="0">
                <a:prstClr val="black">
                  <a:alpha val="35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18" name="Oval 36"/>
            <p:cNvSpPr>
              <a:spLocks noChangeArrowheads="1"/>
            </p:cNvSpPr>
            <p:nvPr/>
          </p:nvSpPr>
          <p:spPr bwMode="auto">
            <a:xfrm>
              <a:off x="8223533" y="2642096"/>
              <a:ext cx="1296534" cy="1302335"/>
            </a:xfrm>
            <a:prstGeom prst="ellipse">
              <a:avLst/>
            </a:prstGeom>
            <a:gradFill>
              <a:gsLst>
                <a:gs pos="0">
                  <a:srgbClr val="D15D9F"/>
                </a:gs>
                <a:gs pos="85000">
                  <a:srgbClr val="A80082"/>
                </a:gs>
              </a:gsLst>
              <a:lin ang="2700000" scaled="0"/>
            </a:gradFill>
            <a:ln w="28575" cap="flat">
              <a:noFill/>
              <a:prstDash val="solid"/>
              <a:miter lim="800000"/>
              <a:headEnd/>
              <a:tailEnd/>
            </a:ln>
            <a:effectLst>
              <a:innerShdw blurRad="152400" dist="76200" dir="13500000">
                <a:prstClr val="black">
                  <a:alpha val="28000"/>
                </a:prstClr>
              </a:innerShdw>
            </a:effec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37"/>
            <p:cNvSpPr>
              <a:spLocks noEditPoints="1"/>
            </p:cNvSpPr>
            <p:nvPr/>
          </p:nvSpPr>
          <p:spPr bwMode="auto">
            <a:xfrm>
              <a:off x="8423668" y="2813226"/>
              <a:ext cx="858555" cy="925267"/>
            </a:xfrm>
            <a:custGeom>
              <a:avLst/>
              <a:gdLst>
                <a:gd name="T0" fmla="*/ 74 w 125"/>
                <a:gd name="T1" fmla="*/ 77 h 133"/>
                <a:gd name="T2" fmla="*/ 81 w 125"/>
                <a:gd name="T3" fmla="*/ 133 h 133"/>
                <a:gd name="T4" fmla="*/ 87 w 125"/>
                <a:gd name="T5" fmla="*/ 132 h 133"/>
                <a:gd name="T6" fmla="*/ 125 w 125"/>
                <a:gd name="T7" fmla="*/ 100 h 133"/>
                <a:gd name="T8" fmla="*/ 74 w 125"/>
                <a:gd name="T9" fmla="*/ 77 h 133"/>
                <a:gd name="T10" fmla="*/ 112 w 125"/>
                <a:gd name="T11" fmla="*/ 82 h 133"/>
                <a:gd name="T12" fmla="*/ 115 w 125"/>
                <a:gd name="T13" fmla="*/ 48 h 133"/>
                <a:gd name="T14" fmla="*/ 48 w 125"/>
                <a:gd name="T15" fmla="*/ 7 h 133"/>
                <a:gd name="T16" fmla="*/ 7 w 125"/>
                <a:gd name="T17" fmla="*/ 74 h 133"/>
                <a:gd name="T18" fmla="*/ 68 w 125"/>
                <a:gd name="T19" fmla="*/ 116 h 133"/>
                <a:gd name="T20" fmla="*/ 61 w 125"/>
                <a:gd name="T21" fmla="*/ 60 h 133"/>
                <a:gd name="T22" fmla="*/ 112 w 125"/>
                <a:gd name="T23" fmla="*/ 8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5" h="133">
                  <a:moveTo>
                    <a:pt x="74" y="77"/>
                  </a:moveTo>
                  <a:cubicBezTo>
                    <a:pt x="81" y="133"/>
                    <a:pt x="81" y="133"/>
                    <a:pt x="81" y="133"/>
                  </a:cubicBezTo>
                  <a:cubicBezTo>
                    <a:pt x="83" y="133"/>
                    <a:pt x="85" y="133"/>
                    <a:pt x="87" y="132"/>
                  </a:cubicBezTo>
                  <a:cubicBezTo>
                    <a:pt x="105" y="128"/>
                    <a:pt x="119" y="115"/>
                    <a:pt x="125" y="100"/>
                  </a:cubicBezTo>
                  <a:lnTo>
                    <a:pt x="74" y="77"/>
                  </a:lnTo>
                  <a:close/>
                  <a:moveTo>
                    <a:pt x="112" y="82"/>
                  </a:moveTo>
                  <a:cubicBezTo>
                    <a:pt x="116" y="72"/>
                    <a:pt x="118" y="60"/>
                    <a:pt x="115" y="48"/>
                  </a:cubicBezTo>
                  <a:cubicBezTo>
                    <a:pt x="108" y="18"/>
                    <a:pt x="78" y="0"/>
                    <a:pt x="48" y="7"/>
                  </a:cubicBezTo>
                  <a:cubicBezTo>
                    <a:pt x="18" y="14"/>
                    <a:pt x="0" y="44"/>
                    <a:pt x="7" y="74"/>
                  </a:cubicBezTo>
                  <a:cubicBezTo>
                    <a:pt x="13" y="102"/>
                    <a:pt x="40" y="120"/>
                    <a:pt x="68" y="116"/>
                  </a:cubicBezTo>
                  <a:cubicBezTo>
                    <a:pt x="61" y="60"/>
                    <a:pt x="61" y="60"/>
                    <a:pt x="61" y="60"/>
                  </a:cubicBezTo>
                  <a:lnTo>
                    <a:pt x="112" y="8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grpSp>
      <p:sp>
        <p:nvSpPr>
          <p:cNvPr id="37" name="文本框 36"/>
          <p:cNvSpPr txBox="1"/>
          <p:nvPr/>
        </p:nvSpPr>
        <p:spPr>
          <a:xfrm>
            <a:off x="8255272" y="3462035"/>
            <a:ext cx="3097762"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38" name="文本框 37"/>
          <p:cNvSpPr txBox="1"/>
          <p:nvPr/>
        </p:nvSpPr>
        <p:spPr>
          <a:xfrm>
            <a:off x="2452879" y="1447064"/>
            <a:ext cx="3097762"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39" name="文本框 38"/>
          <p:cNvSpPr txBox="1"/>
          <p:nvPr/>
        </p:nvSpPr>
        <p:spPr>
          <a:xfrm>
            <a:off x="5819987" y="5057933"/>
            <a:ext cx="3097762"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40" name="文本框 39"/>
          <p:cNvSpPr txBox="1"/>
          <p:nvPr/>
        </p:nvSpPr>
        <p:spPr>
          <a:xfrm>
            <a:off x="3181733" y="5365383"/>
            <a:ext cx="3097762"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41" name="文本框 40"/>
          <p:cNvSpPr txBox="1"/>
          <p:nvPr/>
        </p:nvSpPr>
        <p:spPr>
          <a:xfrm>
            <a:off x="3519609" y="2552285"/>
            <a:ext cx="3097762"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42" name="文本框 41"/>
          <p:cNvSpPr txBox="1"/>
          <p:nvPr/>
        </p:nvSpPr>
        <p:spPr>
          <a:xfrm>
            <a:off x="9068916" y="5605728"/>
            <a:ext cx="3097762"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43"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六项并列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361087377"/>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 name="组合 15"/>
          <p:cNvGrpSpPr/>
          <p:nvPr/>
        </p:nvGrpSpPr>
        <p:grpSpPr>
          <a:xfrm>
            <a:off x="3729927" y="1310900"/>
            <a:ext cx="4732148" cy="4732146"/>
            <a:chOff x="3295974" y="876947"/>
            <a:chExt cx="5600054" cy="5600052"/>
          </a:xfrm>
        </p:grpSpPr>
        <p:cxnSp>
          <p:nvCxnSpPr>
            <p:cNvPr id="12" name="直接连接符 11"/>
            <p:cNvCxnSpPr/>
            <p:nvPr/>
          </p:nvCxnSpPr>
          <p:spPr>
            <a:xfrm>
              <a:off x="3295974" y="3676973"/>
              <a:ext cx="5600054" cy="0"/>
            </a:xfrm>
            <a:prstGeom prst="line">
              <a:avLst/>
            </a:prstGeom>
            <a:ln w="19050">
              <a:solidFill>
                <a:schemeClr val="bg1">
                  <a:lumMod val="65000"/>
                </a:schemeClr>
              </a:solidFill>
              <a:prstDash val="sysDash"/>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4" name="直接连接符 13"/>
            <p:cNvCxnSpPr/>
            <p:nvPr/>
          </p:nvCxnSpPr>
          <p:spPr>
            <a:xfrm rot="7200000">
              <a:off x="3295974" y="3676973"/>
              <a:ext cx="5600052" cy="0"/>
            </a:xfrm>
            <a:prstGeom prst="line">
              <a:avLst/>
            </a:prstGeom>
            <a:ln w="19050">
              <a:solidFill>
                <a:schemeClr val="bg1">
                  <a:lumMod val="65000"/>
                </a:schemeClr>
              </a:solidFill>
              <a:prstDash val="sysDash"/>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5" name="直接连接符 14"/>
            <p:cNvCxnSpPr/>
            <p:nvPr/>
          </p:nvCxnSpPr>
          <p:spPr>
            <a:xfrm rot="3600000">
              <a:off x="3295974" y="3676973"/>
              <a:ext cx="5600052" cy="0"/>
            </a:xfrm>
            <a:prstGeom prst="line">
              <a:avLst/>
            </a:prstGeom>
            <a:ln w="19050">
              <a:solidFill>
                <a:schemeClr val="bg1">
                  <a:lumMod val="65000"/>
                </a:schemeClr>
              </a:solidFill>
              <a:prstDash val="sysDash"/>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sp>
        <p:nvSpPr>
          <p:cNvPr id="23" name="Freeform 5"/>
          <p:cNvSpPr>
            <a:spLocks/>
          </p:cNvSpPr>
          <p:nvPr/>
        </p:nvSpPr>
        <p:spPr bwMode="auto">
          <a:xfrm>
            <a:off x="4418013" y="1736726"/>
            <a:ext cx="1679575" cy="1316038"/>
          </a:xfrm>
          <a:custGeom>
            <a:avLst/>
            <a:gdLst>
              <a:gd name="T0" fmla="*/ 886 w 886"/>
              <a:gd name="T1" fmla="*/ 365 h 695"/>
              <a:gd name="T2" fmla="*/ 886 w 886"/>
              <a:gd name="T3" fmla="*/ 0 h 695"/>
              <a:gd name="T4" fmla="*/ 773 w 886"/>
              <a:gd name="T5" fmla="*/ 27 h 695"/>
              <a:gd name="T6" fmla="*/ 80 w 886"/>
              <a:gd name="T7" fmla="*/ 428 h 695"/>
              <a:gd name="T8" fmla="*/ 0 w 886"/>
              <a:gd name="T9" fmla="*/ 512 h 695"/>
              <a:gd name="T10" fmla="*/ 316 w 886"/>
              <a:gd name="T11" fmla="*/ 695 h 695"/>
              <a:gd name="T12" fmla="*/ 886 w 886"/>
              <a:gd name="T13" fmla="*/ 365 h 695"/>
            </a:gdLst>
            <a:ahLst/>
            <a:cxnLst>
              <a:cxn ang="0">
                <a:pos x="T0" y="T1"/>
              </a:cxn>
              <a:cxn ang="0">
                <a:pos x="T2" y="T3"/>
              </a:cxn>
              <a:cxn ang="0">
                <a:pos x="T4" y="T5"/>
              </a:cxn>
              <a:cxn ang="0">
                <a:pos x="T6" y="T7"/>
              </a:cxn>
              <a:cxn ang="0">
                <a:pos x="T8" y="T9"/>
              </a:cxn>
              <a:cxn ang="0">
                <a:pos x="T10" y="T11"/>
              </a:cxn>
              <a:cxn ang="0">
                <a:pos x="T12" y="T13"/>
              </a:cxn>
            </a:cxnLst>
            <a:rect l="0" t="0" r="r" b="b"/>
            <a:pathLst>
              <a:path w="886" h="695">
                <a:moveTo>
                  <a:pt x="886" y="365"/>
                </a:moveTo>
                <a:cubicBezTo>
                  <a:pt x="886" y="0"/>
                  <a:pt x="886" y="0"/>
                  <a:pt x="886" y="0"/>
                </a:cubicBezTo>
                <a:cubicBezTo>
                  <a:pt x="845" y="0"/>
                  <a:pt x="804" y="9"/>
                  <a:pt x="773" y="27"/>
                </a:cubicBezTo>
                <a:cubicBezTo>
                  <a:pt x="80" y="428"/>
                  <a:pt x="80" y="428"/>
                  <a:pt x="80" y="428"/>
                </a:cubicBezTo>
                <a:cubicBezTo>
                  <a:pt x="48" y="446"/>
                  <a:pt x="20" y="477"/>
                  <a:pt x="0" y="512"/>
                </a:cubicBezTo>
                <a:cubicBezTo>
                  <a:pt x="316" y="695"/>
                  <a:pt x="316" y="695"/>
                  <a:pt x="316" y="695"/>
                </a:cubicBezTo>
                <a:cubicBezTo>
                  <a:pt x="430" y="498"/>
                  <a:pt x="643" y="365"/>
                  <a:pt x="886" y="365"/>
                </a:cubicBezTo>
                <a:close/>
              </a:path>
            </a:pathLst>
          </a:custGeom>
          <a:solidFill>
            <a:srgbClr val="8BC5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6"/>
          <p:cNvSpPr>
            <a:spLocks/>
          </p:cNvSpPr>
          <p:nvPr/>
        </p:nvSpPr>
        <p:spPr bwMode="auto">
          <a:xfrm>
            <a:off x="6097588" y="1736726"/>
            <a:ext cx="1681163" cy="1316038"/>
          </a:xfrm>
          <a:custGeom>
            <a:avLst/>
            <a:gdLst>
              <a:gd name="T0" fmla="*/ 570 w 887"/>
              <a:gd name="T1" fmla="*/ 695 h 695"/>
              <a:gd name="T2" fmla="*/ 887 w 887"/>
              <a:gd name="T3" fmla="*/ 512 h 695"/>
              <a:gd name="T4" fmla="*/ 807 w 887"/>
              <a:gd name="T5" fmla="*/ 428 h 695"/>
              <a:gd name="T6" fmla="*/ 113 w 887"/>
              <a:gd name="T7" fmla="*/ 27 h 695"/>
              <a:gd name="T8" fmla="*/ 0 w 887"/>
              <a:gd name="T9" fmla="*/ 0 h 695"/>
              <a:gd name="T10" fmla="*/ 0 w 887"/>
              <a:gd name="T11" fmla="*/ 365 h 695"/>
              <a:gd name="T12" fmla="*/ 570 w 887"/>
              <a:gd name="T13" fmla="*/ 695 h 695"/>
            </a:gdLst>
            <a:ahLst/>
            <a:cxnLst>
              <a:cxn ang="0">
                <a:pos x="T0" y="T1"/>
              </a:cxn>
              <a:cxn ang="0">
                <a:pos x="T2" y="T3"/>
              </a:cxn>
              <a:cxn ang="0">
                <a:pos x="T4" y="T5"/>
              </a:cxn>
              <a:cxn ang="0">
                <a:pos x="T6" y="T7"/>
              </a:cxn>
              <a:cxn ang="0">
                <a:pos x="T8" y="T9"/>
              </a:cxn>
              <a:cxn ang="0">
                <a:pos x="T10" y="T11"/>
              </a:cxn>
              <a:cxn ang="0">
                <a:pos x="T12" y="T13"/>
              </a:cxn>
            </a:cxnLst>
            <a:rect l="0" t="0" r="r" b="b"/>
            <a:pathLst>
              <a:path w="887" h="695">
                <a:moveTo>
                  <a:pt x="570" y="695"/>
                </a:moveTo>
                <a:cubicBezTo>
                  <a:pt x="887" y="512"/>
                  <a:pt x="887" y="512"/>
                  <a:pt x="887" y="512"/>
                </a:cubicBezTo>
                <a:cubicBezTo>
                  <a:pt x="866" y="477"/>
                  <a:pt x="838" y="446"/>
                  <a:pt x="807" y="428"/>
                </a:cubicBezTo>
                <a:cubicBezTo>
                  <a:pt x="113" y="27"/>
                  <a:pt x="113" y="27"/>
                  <a:pt x="113" y="27"/>
                </a:cubicBezTo>
                <a:cubicBezTo>
                  <a:pt x="82" y="9"/>
                  <a:pt x="41" y="0"/>
                  <a:pt x="0" y="0"/>
                </a:cubicBezTo>
                <a:cubicBezTo>
                  <a:pt x="0" y="365"/>
                  <a:pt x="0" y="365"/>
                  <a:pt x="0" y="365"/>
                </a:cubicBezTo>
                <a:cubicBezTo>
                  <a:pt x="244" y="365"/>
                  <a:pt x="457" y="498"/>
                  <a:pt x="570" y="695"/>
                </a:cubicBezTo>
                <a:close/>
              </a:path>
            </a:pathLst>
          </a:custGeom>
          <a:solidFill>
            <a:srgbClr val="B31E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7"/>
          <p:cNvSpPr>
            <a:spLocks/>
          </p:cNvSpPr>
          <p:nvPr/>
        </p:nvSpPr>
        <p:spPr bwMode="auto">
          <a:xfrm>
            <a:off x="4354513" y="2706688"/>
            <a:ext cx="661988" cy="1938338"/>
          </a:xfrm>
          <a:custGeom>
            <a:avLst/>
            <a:gdLst>
              <a:gd name="T0" fmla="*/ 261 w 349"/>
              <a:gd name="T1" fmla="*/ 512 h 1023"/>
              <a:gd name="T2" fmla="*/ 349 w 349"/>
              <a:gd name="T3" fmla="*/ 183 h 1023"/>
              <a:gd name="T4" fmla="*/ 33 w 349"/>
              <a:gd name="T5" fmla="*/ 0 h 1023"/>
              <a:gd name="T6" fmla="*/ 0 w 349"/>
              <a:gd name="T7" fmla="*/ 111 h 1023"/>
              <a:gd name="T8" fmla="*/ 0 w 349"/>
              <a:gd name="T9" fmla="*/ 913 h 1023"/>
              <a:gd name="T10" fmla="*/ 33 w 349"/>
              <a:gd name="T11" fmla="*/ 1023 h 1023"/>
              <a:gd name="T12" fmla="*/ 349 w 349"/>
              <a:gd name="T13" fmla="*/ 841 h 1023"/>
              <a:gd name="T14" fmla="*/ 261 w 349"/>
              <a:gd name="T15" fmla="*/ 512 h 10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9" h="1023">
                <a:moveTo>
                  <a:pt x="261" y="512"/>
                </a:moveTo>
                <a:cubicBezTo>
                  <a:pt x="261" y="392"/>
                  <a:pt x="293" y="280"/>
                  <a:pt x="349" y="183"/>
                </a:cubicBezTo>
                <a:cubicBezTo>
                  <a:pt x="33" y="0"/>
                  <a:pt x="33" y="0"/>
                  <a:pt x="33" y="0"/>
                </a:cubicBezTo>
                <a:cubicBezTo>
                  <a:pt x="12" y="36"/>
                  <a:pt x="0" y="75"/>
                  <a:pt x="0" y="111"/>
                </a:cubicBezTo>
                <a:cubicBezTo>
                  <a:pt x="0" y="913"/>
                  <a:pt x="0" y="913"/>
                  <a:pt x="0" y="913"/>
                </a:cubicBezTo>
                <a:cubicBezTo>
                  <a:pt x="0" y="948"/>
                  <a:pt x="12" y="988"/>
                  <a:pt x="33" y="1023"/>
                </a:cubicBezTo>
                <a:cubicBezTo>
                  <a:pt x="349" y="841"/>
                  <a:pt x="349" y="841"/>
                  <a:pt x="349" y="841"/>
                </a:cubicBezTo>
                <a:cubicBezTo>
                  <a:pt x="293" y="744"/>
                  <a:pt x="261" y="632"/>
                  <a:pt x="261" y="512"/>
                </a:cubicBezTo>
                <a:close/>
              </a:path>
            </a:pathLst>
          </a:custGeom>
          <a:solidFill>
            <a:srgbClr val="EC1A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8"/>
          <p:cNvSpPr>
            <a:spLocks/>
          </p:cNvSpPr>
          <p:nvPr/>
        </p:nvSpPr>
        <p:spPr bwMode="auto">
          <a:xfrm>
            <a:off x="4418013" y="4300538"/>
            <a:ext cx="1679575" cy="1314450"/>
          </a:xfrm>
          <a:custGeom>
            <a:avLst/>
            <a:gdLst>
              <a:gd name="T0" fmla="*/ 316 w 886"/>
              <a:gd name="T1" fmla="*/ 0 h 694"/>
              <a:gd name="T2" fmla="*/ 0 w 886"/>
              <a:gd name="T3" fmla="*/ 182 h 694"/>
              <a:gd name="T4" fmla="*/ 80 w 886"/>
              <a:gd name="T5" fmla="*/ 267 h 694"/>
              <a:gd name="T6" fmla="*/ 773 w 886"/>
              <a:gd name="T7" fmla="*/ 667 h 694"/>
              <a:gd name="T8" fmla="*/ 886 w 886"/>
              <a:gd name="T9" fmla="*/ 694 h 694"/>
              <a:gd name="T10" fmla="*/ 886 w 886"/>
              <a:gd name="T11" fmla="*/ 329 h 694"/>
              <a:gd name="T12" fmla="*/ 316 w 886"/>
              <a:gd name="T13" fmla="*/ 0 h 694"/>
            </a:gdLst>
            <a:ahLst/>
            <a:cxnLst>
              <a:cxn ang="0">
                <a:pos x="T0" y="T1"/>
              </a:cxn>
              <a:cxn ang="0">
                <a:pos x="T2" y="T3"/>
              </a:cxn>
              <a:cxn ang="0">
                <a:pos x="T4" y="T5"/>
              </a:cxn>
              <a:cxn ang="0">
                <a:pos x="T6" y="T7"/>
              </a:cxn>
              <a:cxn ang="0">
                <a:pos x="T8" y="T9"/>
              </a:cxn>
              <a:cxn ang="0">
                <a:pos x="T10" y="T11"/>
              </a:cxn>
              <a:cxn ang="0">
                <a:pos x="T12" y="T13"/>
              </a:cxn>
            </a:cxnLst>
            <a:rect l="0" t="0" r="r" b="b"/>
            <a:pathLst>
              <a:path w="886" h="694">
                <a:moveTo>
                  <a:pt x="316" y="0"/>
                </a:moveTo>
                <a:cubicBezTo>
                  <a:pt x="0" y="182"/>
                  <a:pt x="0" y="182"/>
                  <a:pt x="0" y="182"/>
                </a:cubicBezTo>
                <a:cubicBezTo>
                  <a:pt x="20" y="218"/>
                  <a:pt x="48" y="249"/>
                  <a:pt x="80" y="267"/>
                </a:cubicBezTo>
                <a:cubicBezTo>
                  <a:pt x="773" y="667"/>
                  <a:pt x="773" y="667"/>
                  <a:pt x="773" y="667"/>
                </a:cubicBezTo>
                <a:cubicBezTo>
                  <a:pt x="804" y="685"/>
                  <a:pt x="845" y="694"/>
                  <a:pt x="886" y="694"/>
                </a:cubicBezTo>
                <a:cubicBezTo>
                  <a:pt x="886" y="329"/>
                  <a:pt x="886" y="329"/>
                  <a:pt x="886" y="329"/>
                </a:cubicBezTo>
                <a:cubicBezTo>
                  <a:pt x="642" y="329"/>
                  <a:pt x="430" y="197"/>
                  <a:pt x="316" y="0"/>
                </a:cubicBezTo>
                <a:close/>
              </a:path>
            </a:pathLst>
          </a:custGeom>
          <a:solidFill>
            <a:srgbClr val="F9A5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9"/>
          <p:cNvSpPr>
            <a:spLocks/>
          </p:cNvSpPr>
          <p:nvPr/>
        </p:nvSpPr>
        <p:spPr bwMode="auto">
          <a:xfrm>
            <a:off x="6097588" y="4300538"/>
            <a:ext cx="1681163" cy="1314450"/>
          </a:xfrm>
          <a:custGeom>
            <a:avLst/>
            <a:gdLst>
              <a:gd name="T0" fmla="*/ 0 w 887"/>
              <a:gd name="T1" fmla="*/ 329 h 694"/>
              <a:gd name="T2" fmla="*/ 0 w 887"/>
              <a:gd name="T3" fmla="*/ 694 h 694"/>
              <a:gd name="T4" fmla="*/ 113 w 887"/>
              <a:gd name="T5" fmla="*/ 667 h 694"/>
              <a:gd name="T6" fmla="*/ 807 w 887"/>
              <a:gd name="T7" fmla="*/ 267 h 694"/>
              <a:gd name="T8" fmla="*/ 887 w 887"/>
              <a:gd name="T9" fmla="*/ 182 h 694"/>
              <a:gd name="T10" fmla="*/ 570 w 887"/>
              <a:gd name="T11" fmla="*/ 0 h 694"/>
              <a:gd name="T12" fmla="*/ 0 w 887"/>
              <a:gd name="T13" fmla="*/ 329 h 694"/>
            </a:gdLst>
            <a:ahLst/>
            <a:cxnLst>
              <a:cxn ang="0">
                <a:pos x="T0" y="T1"/>
              </a:cxn>
              <a:cxn ang="0">
                <a:pos x="T2" y="T3"/>
              </a:cxn>
              <a:cxn ang="0">
                <a:pos x="T4" y="T5"/>
              </a:cxn>
              <a:cxn ang="0">
                <a:pos x="T6" y="T7"/>
              </a:cxn>
              <a:cxn ang="0">
                <a:pos x="T8" y="T9"/>
              </a:cxn>
              <a:cxn ang="0">
                <a:pos x="T10" y="T11"/>
              </a:cxn>
              <a:cxn ang="0">
                <a:pos x="T12" y="T13"/>
              </a:cxn>
            </a:cxnLst>
            <a:rect l="0" t="0" r="r" b="b"/>
            <a:pathLst>
              <a:path w="887" h="694">
                <a:moveTo>
                  <a:pt x="0" y="329"/>
                </a:moveTo>
                <a:cubicBezTo>
                  <a:pt x="0" y="694"/>
                  <a:pt x="0" y="694"/>
                  <a:pt x="0" y="694"/>
                </a:cubicBezTo>
                <a:cubicBezTo>
                  <a:pt x="41" y="694"/>
                  <a:pt x="82" y="685"/>
                  <a:pt x="113" y="667"/>
                </a:cubicBezTo>
                <a:cubicBezTo>
                  <a:pt x="807" y="267"/>
                  <a:pt x="807" y="267"/>
                  <a:pt x="807" y="267"/>
                </a:cubicBezTo>
                <a:cubicBezTo>
                  <a:pt x="838" y="249"/>
                  <a:pt x="866" y="218"/>
                  <a:pt x="887" y="182"/>
                </a:cubicBezTo>
                <a:cubicBezTo>
                  <a:pt x="570" y="0"/>
                  <a:pt x="570" y="0"/>
                  <a:pt x="570" y="0"/>
                </a:cubicBezTo>
                <a:cubicBezTo>
                  <a:pt x="457" y="197"/>
                  <a:pt x="244" y="329"/>
                  <a:pt x="0" y="329"/>
                </a:cubicBezTo>
                <a:close/>
              </a:path>
            </a:pathLst>
          </a:custGeom>
          <a:solidFill>
            <a:srgbClr val="009A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10"/>
          <p:cNvSpPr>
            <a:spLocks/>
          </p:cNvSpPr>
          <p:nvPr/>
        </p:nvSpPr>
        <p:spPr bwMode="auto">
          <a:xfrm>
            <a:off x="7177088" y="2706688"/>
            <a:ext cx="663575" cy="1938338"/>
          </a:xfrm>
          <a:custGeom>
            <a:avLst/>
            <a:gdLst>
              <a:gd name="T0" fmla="*/ 317 w 350"/>
              <a:gd name="T1" fmla="*/ 0 h 1023"/>
              <a:gd name="T2" fmla="*/ 0 w 350"/>
              <a:gd name="T3" fmla="*/ 183 h 1023"/>
              <a:gd name="T4" fmla="*/ 89 w 350"/>
              <a:gd name="T5" fmla="*/ 512 h 1023"/>
              <a:gd name="T6" fmla="*/ 0 w 350"/>
              <a:gd name="T7" fmla="*/ 841 h 1023"/>
              <a:gd name="T8" fmla="*/ 317 w 350"/>
              <a:gd name="T9" fmla="*/ 1023 h 1023"/>
              <a:gd name="T10" fmla="*/ 350 w 350"/>
              <a:gd name="T11" fmla="*/ 913 h 1023"/>
              <a:gd name="T12" fmla="*/ 350 w 350"/>
              <a:gd name="T13" fmla="*/ 111 h 1023"/>
              <a:gd name="T14" fmla="*/ 317 w 350"/>
              <a:gd name="T15" fmla="*/ 0 h 10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0" h="1023">
                <a:moveTo>
                  <a:pt x="317" y="0"/>
                </a:moveTo>
                <a:cubicBezTo>
                  <a:pt x="0" y="183"/>
                  <a:pt x="0" y="183"/>
                  <a:pt x="0" y="183"/>
                </a:cubicBezTo>
                <a:cubicBezTo>
                  <a:pt x="56" y="280"/>
                  <a:pt x="89" y="392"/>
                  <a:pt x="89" y="512"/>
                </a:cubicBezTo>
                <a:cubicBezTo>
                  <a:pt x="89" y="632"/>
                  <a:pt x="56" y="744"/>
                  <a:pt x="0" y="841"/>
                </a:cubicBezTo>
                <a:cubicBezTo>
                  <a:pt x="317" y="1023"/>
                  <a:pt x="317" y="1023"/>
                  <a:pt x="317" y="1023"/>
                </a:cubicBezTo>
                <a:cubicBezTo>
                  <a:pt x="337" y="988"/>
                  <a:pt x="350" y="948"/>
                  <a:pt x="350" y="913"/>
                </a:cubicBezTo>
                <a:cubicBezTo>
                  <a:pt x="350" y="111"/>
                  <a:pt x="350" y="111"/>
                  <a:pt x="350" y="111"/>
                </a:cubicBezTo>
                <a:cubicBezTo>
                  <a:pt x="350" y="75"/>
                  <a:pt x="337" y="36"/>
                  <a:pt x="317" y="0"/>
                </a:cubicBezTo>
                <a:close/>
              </a:path>
            </a:pathLst>
          </a:custGeom>
          <a:solidFill>
            <a:srgbClr val="DA2F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椭圆 19"/>
          <p:cNvSpPr/>
          <p:nvPr/>
        </p:nvSpPr>
        <p:spPr>
          <a:xfrm>
            <a:off x="5152676" y="2733649"/>
            <a:ext cx="1886648" cy="1886648"/>
          </a:xfrm>
          <a:prstGeom prst="ellips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latin typeface="Impact" panose="020B0806030902050204" pitchFamily="34" charset="0"/>
            </a:endParaRPr>
          </a:p>
        </p:txBody>
      </p:sp>
      <p:sp>
        <p:nvSpPr>
          <p:cNvPr id="19" name="Oval 325"/>
          <p:cNvSpPr>
            <a:spLocks noChangeArrowheads="1"/>
          </p:cNvSpPr>
          <p:nvPr/>
        </p:nvSpPr>
        <p:spPr bwMode="auto">
          <a:xfrm>
            <a:off x="5416034" y="2997007"/>
            <a:ext cx="1359932" cy="1359932"/>
          </a:xfrm>
          <a:prstGeom prst="ellipse">
            <a:avLst/>
          </a:prstGeom>
          <a:gradFill flip="none" rotWithShape="1">
            <a:gsLst>
              <a:gs pos="0">
                <a:srgbClr val="F0F0F0"/>
              </a:gs>
              <a:gs pos="100000">
                <a:srgbClr val="F1F1F1"/>
              </a:gs>
            </a:gsLst>
            <a:lin ang="2700000" scaled="1"/>
            <a:tileRect/>
          </a:gradFill>
          <a:ln w="28575">
            <a:gradFill flip="none" rotWithShape="1">
              <a:gsLst>
                <a:gs pos="100000">
                  <a:srgbClr val="FFFFFF"/>
                </a:gs>
                <a:gs pos="0">
                  <a:srgbClr val="CECED0"/>
                </a:gs>
              </a:gsLst>
              <a:lin ang="13500000" scaled="1"/>
              <a:tileRect/>
            </a:gra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grpSp>
        <p:nvGrpSpPr>
          <p:cNvPr id="37" name="组合 36"/>
          <p:cNvGrpSpPr/>
          <p:nvPr/>
        </p:nvGrpSpPr>
        <p:grpSpPr>
          <a:xfrm>
            <a:off x="5688439" y="3312323"/>
            <a:ext cx="806283" cy="825946"/>
            <a:chOff x="4267973" y="5745986"/>
            <a:chExt cx="611330" cy="626239"/>
          </a:xfrm>
          <a:solidFill>
            <a:schemeClr val="tx1">
              <a:lumMod val="65000"/>
              <a:lumOff val="35000"/>
            </a:schemeClr>
          </a:solidFill>
        </p:grpSpPr>
        <p:sp>
          <p:nvSpPr>
            <p:cNvPr id="38" name="Freeform 116"/>
            <p:cNvSpPr>
              <a:spLocks/>
            </p:cNvSpPr>
            <p:nvPr/>
          </p:nvSpPr>
          <p:spPr bwMode="auto">
            <a:xfrm>
              <a:off x="4479703" y="5850360"/>
              <a:ext cx="399600" cy="468187"/>
            </a:xfrm>
            <a:custGeom>
              <a:avLst/>
              <a:gdLst>
                <a:gd name="T0" fmla="*/ 70 w 97"/>
                <a:gd name="T1" fmla="*/ 0 h 113"/>
                <a:gd name="T2" fmla="*/ 27 w 97"/>
                <a:gd name="T3" fmla="*/ 0 h 113"/>
                <a:gd name="T4" fmla="*/ 0 w 97"/>
                <a:gd name="T5" fmla="*/ 26 h 113"/>
                <a:gd name="T6" fmla="*/ 0 w 97"/>
                <a:gd name="T7" fmla="*/ 48 h 113"/>
                <a:gd name="T8" fmla="*/ 27 w 97"/>
                <a:gd name="T9" fmla="*/ 74 h 113"/>
                <a:gd name="T10" fmla="*/ 61 w 97"/>
                <a:gd name="T11" fmla="*/ 74 h 113"/>
                <a:gd name="T12" fmla="*/ 82 w 97"/>
                <a:gd name="T13" fmla="*/ 113 h 113"/>
                <a:gd name="T14" fmla="*/ 75 w 97"/>
                <a:gd name="T15" fmla="*/ 74 h 113"/>
                <a:gd name="T16" fmla="*/ 97 w 97"/>
                <a:gd name="T17" fmla="*/ 48 h 113"/>
                <a:gd name="T18" fmla="*/ 97 w 97"/>
                <a:gd name="T19" fmla="*/ 26 h 113"/>
                <a:gd name="T20" fmla="*/ 70 w 97"/>
                <a:gd name="T21" fmla="*/ 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7" h="113">
                  <a:moveTo>
                    <a:pt x="70" y="0"/>
                  </a:moveTo>
                  <a:cubicBezTo>
                    <a:pt x="27" y="0"/>
                    <a:pt x="27" y="0"/>
                    <a:pt x="27" y="0"/>
                  </a:cubicBezTo>
                  <a:cubicBezTo>
                    <a:pt x="12" y="0"/>
                    <a:pt x="0" y="12"/>
                    <a:pt x="0" y="26"/>
                  </a:cubicBezTo>
                  <a:cubicBezTo>
                    <a:pt x="0" y="48"/>
                    <a:pt x="0" y="48"/>
                    <a:pt x="0" y="48"/>
                  </a:cubicBezTo>
                  <a:cubicBezTo>
                    <a:pt x="0" y="62"/>
                    <a:pt x="12" y="74"/>
                    <a:pt x="27" y="74"/>
                  </a:cubicBezTo>
                  <a:cubicBezTo>
                    <a:pt x="61" y="74"/>
                    <a:pt x="61" y="74"/>
                    <a:pt x="61" y="74"/>
                  </a:cubicBezTo>
                  <a:cubicBezTo>
                    <a:pt x="62" y="83"/>
                    <a:pt x="66" y="109"/>
                    <a:pt x="82" y="113"/>
                  </a:cubicBezTo>
                  <a:cubicBezTo>
                    <a:pt x="82" y="113"/>
                    <a:pt x="73" y="87"/>
                    <a:pt x="75" y="74"/>
                  </a:cubicBezTo>
                  <a:cubicBezTo>
                    <a:pt x="87" y="72"/>
                    <a:pt x="97" y="61"/>
                    <a:pt x="97" y="48"/>
                  </a:cubicBezTo>
                  <a:cubicBezTo>
                    <a:pt x="97" y="26"/>
                    <a:pt x="97" y="26"/>
                    <a:pt x="97" y="26"/>
                  </a:cubicBezTo>
                  <a:cubicBezTo>
                    <a:pt x="97" y="12"/>
                    <a:pt x="85" y="0"/>
                    <a:pt x="70" y="0"/>
                  </a:cubicBezTo>
                  <a:close/>
                </a:path>
              </a:pathLst>
            </a:custGeom>
            <a:grp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9" name="Freeform 117"/>
            <p:cNvSpPr>
              <a:spLocks/>
            </p:cNvSpPr>
            <p:nvPr/>
          </p:nvSpPr>
          <p:spPr bwMode="auto">
            <a:xfrm>
              <a:off x="4267973" y="5745986"/>
              <a:ext cx="530812" cy="626239"/>
            </a:xfrm>
            <a:custGeom>
              <a:avLst/>
              <a:gdLst>
                <a:gd name="T0" fmla="*/ 47 w 128"/>
                <a:gd name="T1" fmla="*/ 73 h 151"/>
                <a:gd name="T2" fmla="*/ 47 w 128"/>
                <a:gd name="T3" fmla="*/ 50 h 151"/>
                <a:gd name="T4" fmla="*/ 76 w 128"/>
                <a:gd name="T5" fmla="*/ 21 h 151"/>
                <a:gd name="T6" fmla="*/ 124 w 128"/>
                <a:gd name="T7" fmla="*/ 21 h 151"/>
                <a:gd name="T8" fmla="*/ 128 w 128"/>
                <a:gd name="T9" fmla="*/ 21 h 151"/>
                <a:gd name="T10" fmla="*/ 102 w 128"/>
                <a:gd name="T11" fmla="*/ 0 h 151"/>
                <a:gd name="T12" fmla="*/ 26 w 128"/>
                <a:gd name="T13" fmla="*/ 0 h 151"/>
                <a:gd name="T14" fmla="*/ 0 w 128"/>
                <a:gd name="T15" fmla="*/ 27 h 151"/>
                <a:gd name="T16" fmla="*/ 0 w 128"/>
                <a:gd name="T17" fmla="*/ 73 h 151"/>
                <a:gd name="T18" fmla="*/ 26 w 128"/>
                <a:gd name="T19" fmla="*/ 100 h 151"/>
                <a:gd name="T20" fmla="*/ 38 w 128"/>
                <a:gd name="T21" fmla="*/ 100 h 151"/>
                <a:gd name="T22" fmla="*/ 14 w 128"/>
                <a:gd name="T23" fmla="*/ 145 h 151"/>
                <a:gd name="T24" fmla="*/ 65 w 128"/>
                <a:gd name="T25" fmla="*/ 100 h 151"/>
                <a:gd name="T26" fmla="*/ 47 w 128"/>
                <a:gd name="T27" fmla="*/ 73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151">
                  <a:moveTo>
                    <a:pt x="47" y="73"/>
                  </a:moveTo>
                  <a:cubicBezTo>
                    <a:pt x="47" y="50"/>
                    <a:pt x="47" y="50"/>
                    <a:pt x="47" y="50"/>
                  </a:cubicBezTo>
                  <a:cubicBezTo>
                    <a:pt x="47" y="34"/>
                    <a:pt x="60" y="21"/>
                    <a:pt x="76" y="21"/>
                  </a:cubicBezTo>
                  <a:cubicBezTo>
                    <a:pt x="124" y="21"/>
                    <a:pt x="124" y="21"/>
                    <a:pt x="124" y="21"/>
                  </a:cubicBezTo>
                  <a:cubicBezTo>
                    <a:pt x="125" y="21"/>
                    <a:pt x="126" y="21"/>
                    <a:pt x="128" y="21"/>
                  </a:cubicBezTo>
                  <a:cubicBezTo>
                    <a:pt x="125" y="9"/>
                    <a:pt x="114" y="0"/>
                    <a:pt x="102" y="0"/>
                  </a:cubicBezTo>
                  <a:cubicBezTo>
                    <a:pt x="26" y="0"/>
                    <a:pt x="26" y="0"/>
                    <a:pt x="26" y="0"/>
                  </a:cubicBezTo>
                  <a:cubicBezTo>
                    <a:pt x="12" y="0"/>
                    <a:pt x="0" y="12"/>
                    <a:pt x="0" y="27"/>
                  </a:cubicBezTo>
                  <a:cubicBezTo>
                    <a:pt x="0" y="73"/>
                    <a:pt x="0" y="73"/>
                    <a:pt x="0" y="73"/>
                  </a:cubicBezTo>
                  <a:cubicBezTo>
                    <a:pt x="0" y="88"/>
                    <a:pt x="12" y="100"/>
                    <a:pt x="26" y="100"/>
                  </a:cubicBezTo>
                  <a:cubicBezTo>
                    <a:pt x="38" y="100"/>
                    <a:pt x="38" y="100"/>
                    <a:pt x="38" y="100"/>
                  </a:cubicBezTo>
                  <a:cubicBezTo>
                    <a:pt x="38" y="112"/>
                    <a:pt x="34" y="140"/>
                    <a:pt x="14" y="145"/>
                  </a:cubicBezTo>
                  <a:cubicBezTo>
                    <a:pt x="14" y="145"/>
                    <a:pt x="52" y="151"/>
                    <a:pt x="65" y="100"/>
                  </a:cubicBezTo>
                  <a:cubicBezTo>
                    <a:pt x="54" y="96"/>
                    <a:pt x="47" y="85"/>
                    <a:pt x="47" y="73"/>
                  </a:cubicBezTo>
                  <a:close/>
                </a:path>
              </a:pathLst>
            </a:custGeom>
            <a:solidFill>
              <a:schemeClr val="bg1">
                <a:lumMod val="50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sp>
        <p:nvSpPr>
          <p:cNvPr id="51" name="文本框 50"/>
          <p:cNvSpPr txBox="1"/>
          <p:nvPr/>
        </p:nvSpPr>
        <p:spPr>
          <a:xfrm>
            <a:off x="2104865" y="1216229"/>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52" name="文本框 51"/>
          <p:cNvSpPr txBox="1"/>
          <p:nvPr/>
        </p:nvSpPr>
        <p:spPr>
          <a:xfrm>
            <a:off x="7352150" y="1216229"/>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53" name="文本框 52"/>
          <p:cNvSpPr txBox="1"/>
          <p:nvPr/>
        </p:nvSpPr>
        <p:spPr>
          <a:xfrm>
            <a:off x="2104865" y="5310554"/>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54" name="文本框 53"/>
          <p:cNvSpPr txBox="1"/>
          <p:nvPr/>
        </p:nvSpPr>
        <p:spPr>
          <a:xfrm>
            <a:off x="7352150" y="5310554"/>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55" name="文本框 54"/>
          <p:cNvSpPr txBox="1"/>
          <p:nvPr/>
        </p:nvSpPr>
        <p:spPr>
          <a:xfrm>
            <a:off x="896582" y="3240842"/>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grpSp>
        <p:nvGrpSpPr>
          <p:cNvPr id="64" name="组合 63"/>
          <p:cNvGrpSpPr/>
          <p:nvPr/>
        </p:nvGrpSpPr>
        <p:grpSpPr>
          <a:xfrm>
            <a:off x="5297415" y="2452078"/>
            <a:ext cx="553464" cy="529592"/>
            <a:chOff x="2275359" y="3935033"/>
            <a:chExt cx="714832" cy="684000"/>
          </a:xfrm>
          <a:effectLst>
            <a:outerShdw blurRad="76200" dist="38100" dir="2700000" sx="102000" sy="102000" algn="tl" rotWithShape="0">
              <a:prstClr val="black">
                <a:alpha val="32000"/>
              </a:prstClr>
            </a:outerShdw>
          </a:effectLst>
        </p:grpSpPr>
        <p:sp>
          <p:nvSpPr>
            <p:cNvPr id="65" name="椭圆 64"/>
            <p:cNvSpPr/>
            <p:nvPr/>
          </p:nvSpPr>
          <p:spPr>
            <a:xfrm>
              <a:off x="2275359" y="3935033"/>
              <a:ext cx="684000" cy="684000"/>
            </a:xfrm>
            <a:prstGeom prst="ellipse">
              <a:avLst/>
            </a:prstGeom>
            <a:solidFill>
              <a:srgbClr val="8BC53F"/>
            </a:solidFill>
            <a:ln w="123825">
              <a:gradFill flip="none" rotWithShape="1">
                <a:gsLst>
                  <a:gs pos="2000">
                    <a:srgbClr val="FDFDFD"/>
                  </a:gs>
                  <a:gs pos="100000">
                    <a:srgbClr val="CBCDCE"/>
                  </a:gs>
                </a:gsLst>
                <a:lin ang="16200000" scaled="0"/>
                <a:tileRect/>
              </a:gradFill>
            </a:ln>
            <a:effectLst>
              <a:innerShdw blurRad="190500" dist="50800" dir="162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6" name="组合 65"/>
            <p:cNvGrpSpPr/>
            <p:nvPr/>
          </p:nvGrpSpPr>
          <p:grpSpPr>
            <a:xfrm>
              <a:off x="2471993" y="4112467"/>
              <a:ext cx="518198" cy="477070"/>
              <a:chOff x="5280229" y="2677954"/>
              <a:chExt cx="655391" cy="603376"/>
            </a:xfrm>
          </p:grpSpPr>
          <p:sp>
            <p:nvSpPr>
              <p:cNvPr id="67" name="Freeform 55"/>
              <p:cNvSpPr>
                <a:spLocks/>
              </p:cNvSpPr>
              <p:nvPr/>
            </p:nvSpPr>
            <p:spPr bwMode="auto">
              <a:xfrm>
                <a:off x="5305196" y="2682116"/>
                <a:ext cx="630424" cy="599214"/>
              </a:xfrm>
              <a:custGeom>
                <a:avLst/>
                <a:gdLst>
                  <a:gd name="T0" fmla="*/ 137 w 303"/>
                  <a:gd name="T1" fmla="*/ 288 h 288"/>
                  <a:gd name="T2" fmla="*/ 0 w 303"/>
                  <a:gd name="T3" fmla="*/ 174 h 288"/>
                  <a:gd name="T4" fmla="*/ 2 w 303"/>
                  <a:gd name="T5" fmla="*/ 15 h 288"/>
                  <a:gd name="T6" fmla="*/ 54 w 303"/>
                  <a:gd name="T7" fmla="*/ 10 h 288"/>
                  <a:gd name="T8" fmla="*/ 85 w 303"/>
                  <a:gd name="T9" fmla="*/ 43 h 288"/>
                  <a:gd name="T10" fmla="*/ 106 w 303"/>
                  <a:gd name="T11" fmla="*/ 22 h 288"/>
                  <a:gd name="T12" fmla="*/ 128 w 303"/>
                  <a:gd name="T13" fmla="*/ 0 h 288"/>
                  <a:gd name="T14" fmla="*/ 303 w 303"/>
                  <a:gd name="T15" fmla="*/ 150 h 288"/>
                  <a:gd name="T16" fmla="*/ 137 w 303"/>
                  <a:gd name="T17" fmla="*/ 288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3" h="288">
                    <a:moveTo>
                      <a:pt x="137" y="288"/>
                    </a:moveTo>
                    <a:lnTo>
                      <a:pt x="0" y="174"/>
                    </a:lnTo>
                    <a:lnTo>
                      <a:pt x="2" y="15"/>
                    </a:lnTo>
                    <a:lnTo>
                      <a:pt x="54" y="10"/>
                    </a:lnTo>
                    <a:lnTo>
                      <a:pt x="85" y="43"/>
                    </a:lnTo>
                    <a:lnTo>
                      <a:pt x="106" y="22"/>
                    </a:lnTo>
                    <a:lnTo>
                      <a:pt x="128" y="0"/>
                    </a:lnTo>
                    <a:lnTo>
                      <a:pt x="303" y="150"/>
                    </a:lnTo>
                    <a:lnTo>
                      <a:pt x="137" y="288"/>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8" name="Freeform 56"/>
              <p:cNvSpPr>
                <a:spLocks noEditPoints="1"/>
              </p:cNvSpPr>
              <p:nvPr/>
            </p:nvSpPr>
            <p:spPr bwMode="auto">
              <a:xfrm>
                <a:off x="5280229" y="2677954"/>
                <a:ext cx="151885" cy="380752"/>
              </a:xfrm>
              <a:custGeom>
                <a:avLst/>
                <a:gdLst>
                  <a:gd name="T0" fmla="*/ 17 w 31"/>
                  <a:gd name="T1" fmla="*/ 0 h 77"/>
                  <a:gd name="T2" fmla="*/ 28 w 31"/>
                  <a:gd name="T3" fmla="*/ 5 h 77"/>
                  <a:gd name="T4" fmla="*/ 31 w 31"/>
                  <a:gd name="T5" fmla="*/ 18 h 77"/>
                  <a:gd name="T6" fmla="*/ 31 w 31"/>
                  <a:gd name="T7" fmla="*/ 63 h 77"/>
                  <a:gd name="T8" fmla="*/ 27 w 31"/>
                  <a:gd name="T9" fmla="*/ 74 h 77"/>
                  <a:gd name="T10" fmla="*/ 16 w 31"/>
                  <a:gd name="T11" fmla="*/ 77 h 77"/>
                  <a:gd name="T12" fmla="*/ 2 w 31"/>
                  <a:gd name="T13" fmla="*/ 72 h 77"/>
                  <a:gd name="T14" fmla="*/ 0 w 31"/>
                  <a:gd name="T15" fmla="*/ 57 h 77"/>
                  <a:gd name="T16" fmla="*/ 0 w 31"/>
                  <a:gd name="T17" fmla="*/ 21 h 77"/>
                  <a:gd name="T18" fmla="*/ 3 w 31"/>
                  <a:gd name="T19" fmla="*/ 6 h 77"/>
                  <a:gd name="T20" fmla="*/ 17 w 31"/>
                  <a:gd name="T21" fmla="*/ 0 h 77"/>
                  <a:gd name="T22" fmla="*/ 16 w 31"/>
                  <a:gd name="T23" fmla="*/ 70 h 77"/>
                  <a:gd name="T24" fmla="*/ 22 w 31"/>
                  <a:gd name="T25" fmla="*/ 59 h 77"/>
                  <a:gd name="T26" fmla="*/ 22 w 31"/>
                  <a:gd name="T27" fmla="*/ 17 h 77"/>
                  <a:gd name="T28" fmla="*/ 16 w 31"/>
                  <a:gd name="T29" fmla="*/ 7 h 77"/>
                  <a:gd name="T30" fmla="*/ 9 w 31"/>
                  <a:gd name="T31" fmla="*/ 17 h 77"/>
                  <a:gd name="T32" fmla="*/ 9 w 31"/>
                  <a:gd name="T33" fmla="*/ 20 h 77"/>
                  <a:gd name="T34" fmla="*/ 9 w 31"/>
                  <a:gd name="T35" fmla="*/ 23 h 77"/>
                  <a:gd name="T36" fmla="*/ 9 w 31"/>
                  <a:gd name="T37" fmla="*/ 35 h 77"/>
                  <a:gd name="T38" fmla="*/ 9 w 31"/>
                  <a:gd name="T39" fmla="*/ 48 h 77"/>
                  <a:gd name="T40" fmla="*/ 9 w 31"/>
                  <a:gd name="T41" fmla="*/ 59 h 77"/>
                  <a:gd name="T42" fmla="*/ 16 w 31"/>
                  <a:gd name="T43" fmla="*/ 7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77">
                    <a:moveTo>
                      <a:pt x="17" y="0"/>
                    </a:moveTo>
                    <a:cubicBezTo>
                      <a:pt x="22" y="0"/>
                      <a:pt x="26" y="2"/>
                      <a:pt x="28" y="5"/>
                    </a:cubicBezTo>
                    <a:cubicBezTo>
                      <a:pt x="30" y="8"/>
                      <a:pt x="31" y="12"/>
                      <a:pt x="31" y="18"/>
                    </a:cubicBezTo>
                    <a:cubicBezTo>
                      <a:pt x="31" y="63"/>
                      <a:pt x="31" y="63"/>
                      <a:pt x="31" y="63"/>
                    </a:cubicBezTo>
                    <a:cubicBezTo>
                      <a:pt x="31" y="67"/>
                      <a:pt x="30" y="71"/>
                      <a:pt x="27" y="74"/>
                    </a:cubicBezTo>
                    <a:cubicBezTo>
                      <a:pt x="24" y="76"/>
                      <a:pt x="21" y="77"/>
                      <a:pt x="16" y="77"/>
                    </a:cubicBezTo>
                    <a:cubicBezTo>
                      <a:pt x="9" y="77"/>
                      <a:pt x="5" y="76"/>
                      <a:pt x="2" y="72"/>
                    </a:cubicBezTo>
                    <a:cubicBezTo>
                      <a:pt x="1" y="69"/>
                      <a:pt x="0" y="64"/>
                      <a:pt x="0" y="57"/>
                    </a:cubicBezTo>
                    <a:cubicBezTo>
                      <a:pt x="0" y="21"/>
                      <a:pt x="0" y="21"/>
                      <a:pt x="0" y="21"/>
                    </a:cubicBezTo>
                    <a:cubicBezTo>
                      <a:pt x="0" y="14"/>
                      <a:pt x="1" y="8"/>
                      <a:pt x="3" y="6"/>
                    </a:cubicBezTo>
                    <a:cubicBezTo>
                      <a:pt x="5" y="2"/>
                      <a:pt x="10" y="0"/>
                      <a:pt x="17" y="0"/>
                    </a:cubicBezTo>
                    <a:close/>
                    <a:moveTo>
                      <a:pt x="16" y="70"/>
                    </a:moveTo>
                    <a:cubicBezTo>
                      <a:pt x="20" y="70"/>
                      <a:pt x="22" y="66"/>
                      <a:pt x="22" y="59"/>
                    </a:cubicBezTo>
                    <a:cubicBezTo>
                      <a:pt x="22" y="17"/>
                      <a:pt x="22" y="17"/>
                      <a:pt x="22" y="17"/>
                    </a:cubicBezTo>
                    <a:cubicBezTo>
                      <a:pt x="22" y="10"/>
                      <a:pt x="20" y="7"/>
                      <a:pt x="16" y="7"/>
                    </a:cubicBezTo>
                    <a:cubicBezTo>
                      <a:pt x="11" y="7"/>
                      <a:pt x="9" y="11"/>
                      <a:pt x="9" y="17"/>
                    </a:cubicBezTo>
                    <a:cubicBezTo>
                      <a:pt x="9" y="20"/>
                      <a:pt x="9" y="20"/>
                      <a:pt x="9" y="20"/>
                    </a:cubicBezTo>
                    <a:cubicBezTo>
                      <a:pt x="9" y="23"/>
                      <a:pt x="9" y="23"/>
                      <a:pt x="9" y="23"/>
                    </a:cubicBezTo>
                    <a:cubicBezTo>
                      <a:pt x="9" y="35"/>
                      <a:pt x="9" y="35"/>
                      <a:pt x="9" y="35"/>
                    </a:cubicBezTo>
                    <a:cubicBezTo>
                      <a:pt x="9" y="48"/>
                      <a:pt x="9" y="48"/>
                      <a:pt x="9" y="48"/>
                    </a:cubicBezTo>
                    <a:cubicBezTo>
                      <a:pt x="9" y="59"/>
                      <a:pt x="9" y="59"/>
                      <a:pt x="9" y="59"/>
                    </a:cubicBezTo>
                    <a:cubicBezTo>
                      <a:pt x="9" y="66"/>
                      <a:pt x="11" y="70"/>
                      <a:pt x="16" y="70"/>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69" name="Freeform 57"/>
              <p:cNvSpPr>
                <a:spLocks/>
              </p:cNvSpPr>
              <p:nvPr/>
            </p:nvSpPr>
            <p:spPr bwMode="auto">
              <a:xfrm>
                <a:off x="5482048" y="2682116"/>
                <a:ext cx="89466" cy="376591"/>
              </a:xfrm>
              <a:custGeom>
                <a:avLst/>
                <a:gdLst>
                  <a:gd name="T0" fmla="*/ 0 w 18"/>
                  <a:gd name="T1" fmla="*/ 11 h 76"/>
                  <a:gd name="T2" fmla="*/ 11 w 18"/>
                  <a:gd name="T3" fmla="*/ 0 h 76"/>
                  <a:gd name="T4" fmla="*/ 18 w 18"/>
                  <a:gd name="T5" fmla="*/ 0 h 76"/>
                  <a:gd name="T6" fmla="*/ 18 w 18"/>
                  <a:gd name="T7" fmla="*/ 76 h 76"/>
                  <a:gd name="T8" fmla="*/ 8 w 18"/>
                  <a:gd name="T9" fmla="*/ 76 h 76"/>
                  <a:gd name="T10" fmla="*/ 8 w 18"/>
                  <a:gd name="T11" fmla="*/ 19 h 76"/>
                  <a:gd name="T12" fmla="*/ 0 w 18"/>
                  <a:gd name="T13" fmla="*/ 19 h 76"/>
                  <a:gd name="T14" fmla="*/ 0 w 18"/>
                  <a:gd name="T15" fmla="*/ 11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76">
                    <a:moveTo>
                      <a:pt x="0" y="11"/>
                    </a:moveTo>
                    <a:cubicBezTo>
                      <a:pt x="7" y="10"/>
                      <a:pt x="10" y="7"/>
                      <a:pt x="11" y="0"/>
                    </a:cubicBezTo>
                    <a:cubicBezTo>
                      <a:pt x="18" y="0"/>
                      <a:pt x="18" y="0"/>
                      <a:pt x="18" y="0"/>
                    </a:cubicBezTo>
                    <a:cubicBezTo>
                      <a:pt x="18" y="76"/>
                      <a:pt x="18" y="76"/>
                      <a:pt x="18" y="76"/>
                    </a:cubicBezTo>
                    <a:cubicBezTo>
                      <a:pt x="8" y="76"/>
                      <a:pt x="8" y="76"/>
                      <a:pt x="8" y="76"/>
                    </a:cubicBezTo>
                    <a:cubicBezTo>
                      <a:pt x="8" y="19"/>
                      <a:pt x="8" y="19"/>
                      <a:pt x="8" y="19"/>
                    </a:cubicBezTo>
                    <a:cubicBezTo>
                      <a:pt x="0" y="19"/>
                      <a:pt x="0" y="19"/>
                      <a:pt x="0" y="19"/>
                    </a:cubicBezTo>
                    <a:lnTo>
                      <a:pt x="0" y="11"/>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sp>
        <p:nvSpPr>
          <p:cNvPr id="56" name="文本框 55"/>
          <p:cNvSpPr txBox="1"/>
          <p:nvPr/>
        </p:nvSpPr>
        <p:spPr>
          <a:xfrm>
            <a:off x="8498379" y="3240842"/>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grpSp>
        <p:nvGrpSpPr>
          <p:cNvPr id="70" name="组合 69"/>
          <p:cNvGrpSpPr/>
          <p:nvPr/>
        </p:nvGrpSpPr>
        <p:grpSpPr>
          <a:xfrm>
            <a:off x="6378925" y="2483102"/>
            <a:ext cx="566441" cy="529592"/>
            <a:chOff x="5171439" y="5381783"/>
            <a:chExt cx="731592" cy="684000"/>
          </a:xfrm>
          <a:effectLst>
            <a:outerShdw blurRad="76200" dist="38100" dir="2700000" sx="102000" sy="102000" algn="tl" rotWithShape="0">
              <a:prstClr val="black">
                <a:alpha val="32000"/>
              </a:prstClr>
            </a:outerShdw>
          </a:effectLst>
        </p:grpSpPr>
        <p:sp>
          <p:nvSpPr>
            <p:cNvPr id="71" name="椭圆 70"/>
            <p:cNvSpPr/>
            <p:nvPr/>
          </p:nvSpPr>
          <p:spPr>
            <a:xfrm>
              <a:off x="5171439" y="5381783"/>
              <a:ext cx="684000" cy="684000"/>
            </a:xfrm>
            <a:prstGeom prst="ellipse">
              <a:avLst/>
            </a:prstGeom>
            <a:solidFill>
              <a:srgbClr val="B31E8D"/>
            </a:solidFill>
            <a:ln w="123825">
              <a:gradFill flip="none" rotWithShape="1">
                <a:gsLst>
                  <a:gs pos="2000">
                    <a:srgbClr val="FDFDFD"/>
                  </a:gs>
                  <a:gs pos="100000">
                    <a:srgbClr val="CBCDCE"/>
                  </a:gs>
                </a:gsLst>
                <a:lin ang="16200000" scaled="0"/>
                <a:tileRect/>
              </a:gradFill>
            </a:ln>
            <a:effectLst>
              <a:innerShdw blurRad="190500" dist="50800" dir="162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72" name="组合 71"/>
            <p:cNvGrpSpPr/>
            <p:nvPr/>
          </p:nvGrpSpPr>
          <p:grpSpPr>
            <a:xfrm>
              <a:off x="5373317" y="5588711"/>
              <a:ext cx="529714" cy="477072"/>
              <a:chOff x="4905105" y="3921313"/>
              <a:chExt cx="669956" cy="603376"/>
            </a:xfrm>
          </p:grpSpPr>
          <p:sp>
            <p:nvSpPr>
              <p:cNvPr id="73" name="Freeform 58"/>
              <p:cNvSpPr>
                <a:spLocks/>
              </p:cNvSpPr>
              <p:nvPr/>
            </p:nvSpPr>
            <p:spPr bwMode="auto">
              <a:xfrm>
                <a:off x="4930072" y="3931715"/>
                <a:ext cx="644989" cy="592974"/>
              </a:xfrm>
              <a:custGeom>
                <a:avLst/>
                <a:gdLst>
                  <a:gd name="T0" fmla="*/ 137 w 310"/>
                  <a:gd name="T1" fmla="*/ 285 h 285"/>
                  <a:gd name="T2" fmla="*/ 0 w 310"/>
                  <a:gd name="T3" fmla="*/ 171 h 285"/>
                  <a:gd name="T4" fmla="*/ 2 w 310"/>
                  <a:gd name="T5" fmla="*/ 12 h 285"/>
                  <a:gd name="T6" fmla="*/ 54 w 310"/>
                  <a:gd name="T7" fmla="*/ 7 h 285"/>
                  <a:gd name="T8" fmla="*/ 87 w 310"/>
                  <a:gd name="T9" fmla="*/ 40 h 285"/>
                  <a:gd name="T10" fmla="*/ 97 w 310"/>
                  <a:gd name="T11" fmla="*/ 7 h 285"/>
                  <a:gd name="T12" fmla="*/ 137 w 310"/>
                  <a:gd name="T13" fmla="*/ 0 h 285"/>
                  <a:gd name="T14" fmla="*/ 310 w 310"/>
                  <a:gd name="T15" fmla="*/ 150 h 285"/>
                  <a:gd name="T16" fmla="*/ 137 w 310"/>
                  <a:gd name="T17" fmla="*/ 285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0" h="285">
                    <a:moveTo>
                      <a:pt x="137" y="285"/>
                    </a:moveTo>
                    <a:lnTo>
                      <a:pt x="0" y="171"/>
                    </a:lnTo>
                    <a:lnTo>
                      <a:pt x="2" y="12"/>
                    </a:lnTo>
                    <a:lnTo>
                      <a:pt x="54" y="7"/>
                    </a:lnTo>
                    <a:lnTo>
                      <a:pt x="87" y="40"/>
                    </a:lnTo>
                    <a:lnTo>
                      <a:pt x="97" y="7"/>
                    </a:lnTo>
                    <a:lnTo>
                      <a:pt x="137" y="0"/>
                    </a:lnTo>
                    <a:lnTo>
                      <a:pt x="310" y="150"/>
                    </a:lnTo>
                    <a:lnTo>
                      <a:pt x="137" y="285"/>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4" name="Freeform 59"/>
              <p:cNvSpPr>
                <a:spLocks noEditPoints="1"/>
              </p:cNvSpPr>
              <p:nvPr/>
            </p:nvSpPr>
            <p:spPr bwMode="auto">
              <a:xfrm>
                <a:off x="4905105" y="3921313"/>
                <a:ext cx="151885" cy="380752"/>
              </a:xfrm>
              <a:custGeom>
                <a:avLst/>
                <a:gdLst>
                  <a:gd name="T0" fmla="*/ 17 w 31"/>
                  <a:gd name="T1" fmla="*/ 0 h 77"/>
                  <a:gd name="T2" fmla="*/ 28 w 31"/>
                  <a:gd name="T3" fmla="*/ 5 h 77"/>
                  <a:gd name="T4" fmla="*/ 31 w 31"/>
                  <a:gd name="T5" fmla="*/ 18 h 77"/>
                  <a:gd name="T6" fmla="*/ 31 w 31"/>
                  <a:gd name="T7" fmla="*/ 62 h 77"/>
                  <a:gd name="T8" fmla="*/ 27 w 31"/>
                  <a:gd name="T9" fmla="*/ 73 h 77"/>
                  <a:gd name="T10" fmla="*/ 16 w 31"/>
                  <a:gd name="T11" fmla="*/ 77 h 77"/>
                  <a:gd name="T12" fmla="*/ 3 w 31"/>
                  <a:gd name="T13" fmla="*/ 71 h 77"/>
                  <a:gd name="T14" fmla="*/ 0 w 31"/>
                  <a:gd name="T15" fmla="*/ 56 h 77"/>
                  <a:gd name="T16" fmla="*/ 0 w 31"/>
                  <a:gd name="T17" fmla="*/ 21 h 77"/>
                  <a:gd name="T18" fmla="*/ 3 w 31"/>
                  <a:gd name="T19" fmla="*/ 5 h 77"/>
                  <a:gd name="T20" fmla="*/ 17 w 31"/>
                  <a:gd name="T21" fmla="*/ 0 h 77"/>
                  <a:gd name="T22" fmla="*/ 16 w 31"/>
                  <a:gd name="T23" fmla="*/ 70 h 77"/>
                  <a:gd name="T24" fmla="*/ 22 w 31"/>
                  <a:gd name="T25" fmla="*/ 59 h 77"/>
                  <a:gd name="T26" fmla="*/ 22 w 31"/>
                  <a:gd name="T27" fmla="*/ 17 h 77"/>
                  <a:gd name="T28" fmla="*/ 16 w 31"/>
                  <a:gd name="T29" fmla="*/ 7 h 77"/>
                  <a:gd name="T30" fmla="*/ 9 w 31"/>
                  <a:gd name="T31" fmla="*/ 17 h 77"/>
                  <a:gd name="T32" fmla="*/ 9 w 31"/>
                  <a:gd name="T33" fmla="*/ 20 h 77"/>
                  <a:gd name="T34" fmla="*/ 9 w 31"/>
                  <a:gd name="T35" fmla="*/ 23 h 77"/>
                  <a:gd name="T36" fmla="*/ 9 w 31"/>
                  <a:gd name="T37" fmla="*/ 35 h 77"/>
                  <a:gd name="T38" fmla="*/ 9 w 31"/>
                  <a:gd name="T39" fmla="*/ 48 h 77"/>
                  <a:gd name="T40" fmla="*/ 9 w 31"/>
                  <a:gd name="T41" fmla="*/ 59 h 77"/>
                  <a:gd name="T42" fmla="*/ 16 w 31"/>
                  <a:gd name="T43" fmla="*/ 7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77">
                    <a:moveTo>
                      <a:pt x="17" y="0"/>
                    </a:moveTo>
                    <a:cubicBezTo>
                      <a:pt x="22" y="0"/>
                      <a:pt x="26" y="1"/>
                      <a:pt x="28" y="5"/>
                    </a:cubicBezTo>
                    <a:cubicBezTo>
                      <a:pt x="30" y="8"/>
                      <a:pt x="31" y="12"/>
                      <a:pt x="31" y="18"/>
                    </a:cubicBezTo>
                    <a:cubicBezTo>
                      <a:pt x="31" y="62"/>
                      <a:pt x="31" y="62"/>
                      <a:pt x="31" y="62"/>
                    </a:cubicBezTo>
                    <a:cubicBezTo>
                      <a:pt x="31" y="67"/>
                      <a:pt x="30" y="71"/>
                      <a:pt x="27" y="73"/>
                    </a:cubicBezTo>
                    <a:cubicBezTo>
                      <a:pt x="25" y="76"/>
                      <a:pt x="21" y="77"/>
                      <a:pt x="16" y="77"/>
                    </a:cubicBezTo>
                    <a:cubicBezTo>
                      <a:pt x="9" y="77"/>
                      <a:pt x="5" y="75"/>
                      <a:pt x="3" y="71"/>
                    </a:cubicBezTo>
                    <a:cubicBezTo>
                      <a:pt x="1" y="69"/>
                      <a:pt x="0" y="64"/>
                      <a:pt x="0" y="56"/>
                    </a:cubicBezTo>
                    <a:cubicBezTo>
                      <a:pt x="0" y="21"/>
                      <a:pt x="0" y="21"/>
                      <a:pt x="0" y="21"/>
                    </a:cubicBezTo>
                    <a:cubicBezTo>
                      <a:pt x="0" y="13"/>
                      <a:pt x="1" y="8"/>
                      <a:pt x="3" y="5"/>
                    </a:cubicBezTo>
                    <a:cubicBezTo>
                      <a:pt x="5" y="2"/>
                      <a:pt x="10" y="0"/>
                      <a:pt x="17" y="0"/>
                    </a:cubicBezTo>
                    <a:close/>
                    <a:moveTo>
                      <a:pt x="16" y="70"/>
                    </a:moveTo>
                    <a:cubicBezTo>
                      <a:pt x="20" y="70"/>
                      <a:pt x="22" y="66"/>
                      <a:pt x="22" y="59"/>
                    </a:cubicBezTo>
                    <a:cubicBezTo>
                      <a:pt x="22" y="17"/>
                      <a:pt x="22" y="17"/>
                      <a:pt x="22" y="17"/>
                    </a:cubicBezTo>
                    <a:cubicBezTo>
                      <a:pt x="22" y="10"/>
                      <a:pt x="20" y="7"/>
                      <a:pt x="16" y="7"/>
                    </a:cubicBezTo>
                    <a:cubicBezTo>
                      <a:pt x="11" y="7"/>
                      <a:pt x="9" y="10"/>
                      <a:pt x="9" y="17"/>
                    </a:cubicBezTo>
                    <a:cubicBezTo>
                      <a:pt x="9" y="20"/>
                      <a:pt x="9" y="20"/>
                      <a:pt x="9" y="20"/>
                    </a:cubicBezTo>
                    <a:cubicBezTo>
                      <a:pt x="9" y="23"/>
                      <a:pt x="9" y="23"/>
                      <a:pt x="9" y="23"/>
                    </a:cubicBezTo>
                    <a:cubicBezTo>
                      <a:pt x="9" y="35"/>
                      <a:pt x="9" y="35"/>
                      <a:pt x="9" y="35"/>
                    </a:cubicBezTo>
                    <a:cubicBezTo>
                      <a:pt x="9" y="48"/>
                      <a:pt x="9" y="48"/>
                      <a:pt x="9" y="48"/>
                    </a:cubicBezTo>
                    <a:cubicBezTo>
                      <a:pt x="9" y="59"/>
                      <a:pt x="9" y="59"/>
                      <a:pt x="9" y="59"/>
                    </a:cubicBezTo>
                    <a:cubicBezTo>
                      <a:pt x="9" y="66"/>
                      <a:pt x="11" y="70"/>
                      <a:pt x="16" y="70"/>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75" name="Freeform 60"/>
              <p:cNvSpPr>
                <a:spLocks/>
              </p:cNvSpPr>
              <p:nvPr/>
            </p:nvSpPr>
            <p:spPr bwMode="auto">
              <a:xfrm>
                <a:off x="5086117" y="3921313"/>
                <a:ext cx="153965" cy="380752"/>
              </a:xfrm>
              <a:custGeom>
                <a:avLst/>
                <a:gdLst>
                  <a:gd name="T0" fmla="*/ 0 w 31"/>
                  <a:gd name="T1" fmla="*/ 16 h 77"/>
                  <a:gd name="T2" fmla="*/ 4 w 31"/>
                  <a:gd name="T3" fmla="*/ 4 h 77"/>
                  <a:gd name="T4" fmla="*/ 16 w 31"/>
                  <a:gd name="T5" fmla="*/ 0 h 77"/>
                  <a:gd name="T6" fmla="*/ 29 w 31"/>
                  <a:gd name="T7" fmla="*/ 6 h 77"/>
                  <a:gd name="T8" fmla="*/ 31 w 31"/>
                  <a:gd name="T9" fmla="*/ 22 h 77"/>
                  <a:gd name="T10" fmla="*/ 30 w 31"/>
                  <a:gd name="T11" fmla="*/ 30 h 77"/>
                  <a:gd name="T12" fmla="*/ 27 w 31"/>
                  <a:gd name="T13" fmla="*/ 38 h 77"/>
                  <a:gd name="T14" fmla="*/ 18 w 31"/>
                  <a:gd name="T15" fmla="*/ 52 h 77"/>
                  <a:gd name="T16" fmla="*/ 11 w 31"/>
                  <a:gd name="T17" fmla="*/ 68 h 77"/>
                  <a:gd name="T18" fmla="*/ 31 w 31"/>
                  <a:gd name="T19" fmla="*/ 68 h 77"/>
                  <a:gd name="T20" fmla="*/ 31 w 31"/>
                  <a:gd name="T21" fmla="*/ 76 h 77"/>
                  <a:gd name="T22" fmla="*/ 8 w 31"/>
                  <a:gd name="T23" fmla="*/ 77 h 77"/>
                  <a:gd name="T24" fmla="*/ 0 w 31"/>
                  <a:gd name="T25" fmla="*/ 76 h 77"/>
                  <a:gd name="T26" fmla="*/ 0 w 31"/>
                  <a:gd name="T27" fmla="*/ 76 h 77"/>
                  <a:gd name="T28" fmla="*/ 5 w 31"/>
                  <a:gd name="T29" fmla="*/ 55 h 77"/>
                  <a:gd name="T30" fmla="*/ 17 w 31"/>
                  <a:gd name="T31" fmla="*/ 37 h 77"/>
                  <a:gd name="T32" fmla="*/ 21 w 31"/>
                  <a:gd name="T33" fmla="*/ 20 h 77"/>
                  <a:gd name="T34" fmla="*/ 21 w 31"/>
                  <a:gd name="T35" fmla="*/ 19 h 77"/>
                  <a:gd name="T36" fmla="*/ 21 w 31"/>
                  <a:gd name="T37" fmla="*/ 17 h 77"/>
                  <a:gd name="T38" fmla="*/ 21 w 31"/>
                  <a:gd name="T39" fmla="*/ 12 h 77"/>
                  <a:gd name="T40" fmla="*/ 15 w 31"/>
                  <a:gd name="T41" fmla="*/ 7 h 77"/>
                  <a:gd name="T42" fmla="*/ 10 w 31"/>
                  <a:gd name="T43" fmla="*/ 16 h 77"/>
                  <a:gd name="T44" fmla="*/ 10 w 31"/>
                  <a:gd name="T45" fmla="*/ 19 h 77"/>
                  <a:gd name="T46" fmla="*/ 10 w 31"/>
                  <a:gd name="T47" fmla="*/ 21 h 77"/>
                  <a:gd name="T48" fmla="*/ 10 w 31"/>
                  <a:gd name="T49" fmla="*/ 23 h 77"/>
                  <a:gd name="T50" fmla="*/ 10 w 31"/>
                  <a:gd name="T51" fmla="*/ 26 h 77"/>
                  <a:gd name="T52" fmla="*/ 0 w 31"/>
                  <a:gd name="T53" fmla="*/ 26 h 77"/>
                  <a:gd name="T54" fmla="*/ 0 w 31"/>
                  <a:gd name="T55" fmla="*/ 1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1" h="77">
                    <a:moveTo>
                      <a:pt x="0" y="16"/>
                    </a:moveTo>
                    <a:cubicBezTo>
                      <a:pt x="0" y="10"/>
                      <a:pt x="2" y="6"/>
                      <a:pt x="4" y="4"/>
                    </a:cubicBezTo>
                    <a:cubicBezTo>
                      <a:pt x="6" y="1"/>
                      <a:pt x="10" y="0"/>
                      <a:pt x="16" y="0"/>
                    </a:cubicBezTo>
                    <a:cubicBezTo>
                      <a:pt x="23" y="0"/>
                      <a:pt x="27" y="2"/>
                      <a:pt x="29" y="6"/>
                    </a:cubicBezTo>
                    <a:cubicBezTo>
                      <a:pt x="30" y="9"/>
                      <a:pt x="31" y="14"/>
                      <a:pt x="31" y="22"/>
                    </a:cubicBezTo>
                    <a:cubicBezTo>
                      <a:pt x="31" y="25"/>
                      <a:pt x="31" y="28"/>
                      <a:pt x="30" y="30"/>
                    </a:cubicBezTo>
                    <a:cubicBezTo>
                      <a:pt x="30" y="32"/>
                      <a:pt x="29" y="35"/>
                      <a:pt x="27" y="38"/>
                    </a:cubicBezTo>
                    <a:cubicBezTo>
                      <a:pt x="18" y="52"/>
                      <a:pt x="18" y="52"/>
                      <a:pt x="18" y="52"/>
                    </a:cubicBezTo>
                    <a:cubicBezTo>
                      <a:pt x="14" y="58"/>
                      <a:pt x="12" y="63"/>
                      <a:pt x="11" y="68"/>
                    </a:cubicBezTo>
                    <a:cubicBezTo>
                      <a:pt x="31" y="68"/>
                      <a:pt x="31" y="68"/>
                      <a:pt x="31" y="68"/>
                    </a:cubicBezTo>
                    <a:cubicBezTo>
                      <a:pt x="31" y="76"/>
                      <a:pt x="31" y="76"/>
                      <a:pt x="31" y="76"/>
                    </a:cubicBezTo>
                    <a:cubicBezTo>
                      <a:pt x="8" y="77"/>
                      <a:pt x="8" y="77"/>
                      <a:pt x="8" y="77"/>
                    </a:cubicBezTo>
                    <a:cubicBezTo>
                      <a:pt x="0" y="76"/>
                      <a:pt x="0" y="76"/>
                      <a:pt x="0" y="76"/>
                    </a:cubicBezTo>
                    <a:cubicBezTo>
                      <a:pt x="0" y="76"/>
                      <a:pt x="0" y="76"/>
                      <a:pt x="0" y="76"/>
                    </a:cubicBezTo>
                    <a:cubicBezTo>
                      <a:pt x="0" y="68"/>
                      <a:pt x="2" y="61"/>
                      <a:pt x="5" y="55"/>
                    </a:cubicBezTo>
                    <a:cubicBezTo>
                      <a:pt x="7" y="51"/>
                      <a:pt x="11" y="45"/>
                      <a:pt x="17" y="37"/>
                    </a:cubicBezTo>
                    <a:cubicBezTo>
                      <a:pt x="20" y="32"/>
                      <a:pt x="21" y="27"/>
                      <a:pt x="21" y="20"/>
                    </a:cubicBezTo>
                    <a:cubicBezTo>
                      <a:pt x="21" y="19"/>
                      <a:pt x="21" y="19"/>
                      <a:pt x="21" y="19"/>
                    </a:cubicBezTo>
                    <a:cubicBezTo>
                      <a:pt x="21" y="17"/>
                      <a:pt x="21" y="17"/>
                      <a:pt x="21" y="17"/>
                    </a:cubicBezTo>
                    <a:cubicBezTo>
                      <a:pt x="21" y="15"/>
                      <a:pt x="21" y="13"/>
                      <a:pt x="21" y="12"/>
                    </a:cubicBezTo>
                    <a:cubicBezTo>
                      <a:pt x="20" y="9"/>
                      <a:pt x="18" y="7"/>
                      <a:pt x="15" y="7"/>
                    </a:cubicBezTo>
                    <a:cubicBezTo>
                      <a:pt x="11" y="7"/>
                      <a:pt x="10" y="10"/>
                      <a:pt x="10" y="16"/>
                    </a:cubicBezTo>
                    <a:cubicBezTo>
                      <a:pt x="10" y="19"/>
                      <a:pt x="10" y="19"/>
                      <a:pt x="10" y="19"/>
                    </a:cubicBezTo>
                    <a:cubicBezTo>
                      <a:pt x="10" y="21"/>
                      <a:pt x="10" y="21"/>
                      <a:pt x="10" y="21"/>
                    </a:cubicBezTo>
                    <a:cubicBezTo>
                      <a:pt x="10" y="23"/>
                      <a:pt x="10" y="23"/>
                      <a:pt x="10" y="23"/>
                    </a:cubicBezTo>
                    <a:cubicBezTo>
                      <a:pt x="10" y="26"/>
                      <a:pt x="10" y="26"/>
                      <a:pt x="10" y="26"/>
                    </a:cubicBezTo>
                    <a:cubicBezTo>
                      <a:pt x="0" y="26"/>
                      <a:pt x="0" y="26"/>
                      <a:pt x="0" y="26"/>
                    </a:cubicBezTo>
                    <a:lnTo>
                      <a:pt x="0" y="16"/>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82" name="组合 81"/>
          <p:cNvGrpSpPr/>
          <p:nvPr/>
        </p:nvGrpSpPr>
        <p:grpSpPr>
          <a:xfrm>
            <a:off x="6397349" y="4353987"/>
            <a:ext cx="529593" cy="529592"/>
            <a:chOff x="11076191" y="5381783"/>
            <a:chExt cx="684000" cy="684000"/>
          </a:xfrm>
          <a:effectLst>
            <a:outerShdw blurRad="76200" dist="38100" dir="2700000" sx="102000" sy="102000" algn="tl" rotWithShape="0">
              <a:prstClr val="black">
                <a:alpha val="32000"/>
              </a:prstClr>
            </a:outerShdw>
          </a:effectLst>
        </p:grpSpPr>
        <p:sp>
          <p:nvSpPr>
            <p:cNvPr id="83" name="椭圆 82"/>
            <p:cNvSpPr/>
            <p:nvPr/>
          </p:nvSpPr>
          <p:spPr>
            <a:xfrm>
              <a:off x="11076191" y="5381783"/>
              <a:ext cx="684000" cy="684000"/>
            </a:xfrm>
            <a:prstGeom prst="ellipse">
              <a:avLst/>
            </a:prstGeom>
            <a:solidFill>
              <a:srgbClr val="009ADA"/>
            </a:solidFill>
            <a:ln w="123825">
              <a:gradFill flip="none" rotWithShape="1">
                <a:gsLst>
                  <a:gs pos="2000">
                    <a:srgbClr val="FDFDFD"/>
                  </a:gs>
                  <a:gs pos="100000">
                    <a:srgbClr val="CBCDCE"/>
                  </a:gs>
                </a:gsLst>
                <a:lin ang="16200000" scaled="0"/>
                <a:tileRect/>
              </a:gradFill>
            </a:ln>
            <a:effectLst>
              <a:innerShdw blurRad="190500" dist="50800" dir="162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84" name="组合 83"/>
            <p:cNvGrpSpPr>
              <a:grpSpLocks noChangeAspect="1"/>
            </p:cNvGrpSpPr>
            <p:nvPr/>
          </p:nvGrpSpPr>
          <p:grpSpPr>
            <a:xfrm>
              <a:off x="11242145" y="5588711"/>
              <a:ext cx="518046" cy="461014"/>
              <a:chOff x="688976" y="7240588"/>
              <a:chExt cx="519113" cy="461963"/>
            </a:xfrm>
          </p:grpSpPr>
          <p:sp>
            <p:nvSpPr>
              <p:cNvPr id="85" name="Freeform 64"/>
              <p:cNvSpPr>
                <a:spLocks/>
              </p:cNvSpPr>
              <p:nvPr/>
            </p:nvSpPr>
            <p:spPr bwMode="auto">
              <a:xfrm>
                <a:off x="708026" y="7245351"/>
                <a:ext cx="500063" cy="457200"/>
              </a:xfrm>
              <a:custGeom>
                <a:avLst/>
                <a:gdLst>
                  <a:gd name="T0" fmla="*/ 140 w 315"/>
                  <a:gd name="T1" fmla="*/ 288 h 288"/>
                  <a:gd name="T2" fmla="*/ 0 w 315"/>
                  <a:gd name="T3" fmla="*/ 176 h 288"/>
                  <a:gd name="T4" fmla="*/ 2 w 315"/>
                  <a:gd name="T5" fmla="*/ 14 h 288"/>
                  <a:gd name="T6" fmla="*/ 57 w 315"/>
                  <a:gd name="T7" fmla="*/ 9 h 288"/>
                  <a:gd name="T8" fmla="*/ 97 w 315"/>
                  <a:gd name="T9" fmla="*/ 57 h 288"/>
                  <a:gd name="T10" fmla="*/ 113 w 315"/>
                  <a:gd name="T11" fmla="*/ 9 h 288"/>
                  <a:gd name="T12" fmla="*/ 140 w 315"/>
                  <a:gd name="T13" fmla="*/ 0 h 288"/>
                  <a:gd name="T14" fmla="*/ 315 w 315"/>
                  <a:gd name="T15" fmla="*/ 150 h 288"/>
                  <a:gd name="T16" fmla="*/ 140 w 315"/>
                  <a:gd name="T17" fmla="*/ 288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5" h="288">
                    <a:moveTo>
                      <a:pt x="140" y="288"/>
                    </a:moveTo>
                    <a:lnTo>
                      <a:pt x="0" y="176"/>
                    </a:lnTo>
                    <a:lnTo>
                      <a:pt x="2" y="14"/>
                    </a:lnTo>
                    <a:lnTo>
                      <a:pt x="57" y="9"/>
                    </a:lnTo>
                    <a:lnTo>
                      <a:pt x="97" y="57"/>
                    </a:lnTo>
                    <a:lnTo>
                      <a:pt x="113" y="9"/>
                    </a:lnTo>
                    <a:lnTo>
                      <a:pt x="140" y="0"/>
                    </a:lnTo>
                    <a:lnTo>
                      <a:pt x="315" y="150"/>
                    </a:lnTo>
                    <a:lnTo>
                      <a:pt x="140" y="288"/>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6" name="Freeform 65"/>
              <p:cNvSpPr>
                <a:spLocks noEditPoints="1"/>
              </p:cNvSpPr>
              <p:nvPr/>
            </p:nvSpPr>
            <p:spPr bwMode="auto">
              <a:xfrm>
                <a:off x="688976" y="7240588"/>
                <a:ext cx="115888" cy="295275"/>
              </a:xfrm>
              <a:custGeom>
                <a:avLst/>
                <a:gdLst>
                  <a:gd name="T0" fmla="*/ 17 w 31"/>
                  <a:gd name="T1" fmla="*/ 0 h 78"/>
                  <a:gd name="T2" fmla="*/ 29 w 31"/>
                  <a:gd name="T3" fmla="*/ 5 h 78"/>
                  <a:gd name="T4" fmla="*/ 31 w 31"/>
                  <a:gd name="T5" fmla="*/ 18 h 78"/>
                  <a:gd name="T6" fmla="*/ 31 w 31"/>
                  <a:gd name="T7" fmla="*/ 63 h 78"/>
                  <a:gd name="T8" fmla="*/ 27 w 31"/>
                  <a:gd name="T9" fmla="*/ 74 h 78"/>
                  <a:gd name="T10" fmla="*/ 16 w 31"/>
                  <a:gd name="T11" fmla="*/ 78 h 78"/>
                  <a:gd name="T12" fmla="*/ 3 w 31"/>
                  <a:gd name="T13" fmla="*/ 72 h 78"/>
                  <a:gd name="T14" fmla="*/ 0 w 31"/>
                  <a:gd name="T15" fmla="*/ 57 h 78"/>
                  <a:gd name="T16" fmla="*/ 0 w 31"/>
                  <a:gd name="T17" fmla="*/ 21 h 78"/>
                  <a:gd name="T18" fmla="*/ 3 w 31"/>
                  <a:gd name="T19" fmla="*/ 6 h 78"/>
                  <a:gd name="T20" fmla="*/ 17 w 31"/>
                  <a:gd name="T21" fmla="*/ 0 h 78"/>
                  <a:gd name="T22" fmla="*/ 16 w 31"/>
                  <a:gd name="T23" fmla="*/ 70 h 78"/>
                  <a:gd name="T24" fmla="*/ 23 w 31"/>
                  <a:gd name="T25" fmla="*/ 60 h 78"/>
                  <a:gd name="T26" fmla="*/ 23 w 31"/>
                  <a:gd name="T27" fmla="*/ 17 h 78"/>
                  <a:gd name="T28" fmla="*/ 16 w 31"/>
                  <a:gd name="T29" fmla="*/ 7 h 78"/>
                  <a:gd name="T30" fmla="*/ 9 w 31"/>
                  <a:gd name="T31" fmla="*/ 17 h 78"/>
                  <a:gd name="T32" fmla="*/ 9 w 31"/>
                  <a:gd name="T33" fmla="*/ 20 h 78"/>
                  <a:gd name="T34" fmla="*/ 9 w 31"/>
                  <a:gd name="T35" fmla="*/ 23 h 78"/>
                  <a:gd name="T36" fmla="*/ 9 w 31"/>
                  <a:gd name="T37" fmla="*/ 36 h 78"/>
                  <a:gd name="T38" fmla="*/ 9 w 31"/>
                  <a:gd name="T39" fmla="*/ 48 h 78"/>
                  <a:gd name="T40" fmla="*/ 9 w 31"/>
                  <a:gd name="T41" fmla="*/ 59 h 78"/>
                  <a:gd name="T42" fmla="*/ 16 w 31"/>
                  <a:gd name="T43" fmla="*/ 7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78">
                    <a:moveTo>
                      <a:pt x="17" y="0"/>
                    </a:moveTo>
                    <a:cubicBezTo>
                      <a:pt x="22" y="0"/>
                      <a:pt x="26" y="2"/>
                      <a:pt x="29" y="5"/>
                    </a:cubicBezTo>
                    <a:cubicBezTo>
                      <a:pt x="31" y="8"/>
                      <a:pt x="31" y="12"/>
                      <a:pt x="31" y="18"/>
                    </a:cubicBezTo>
                    <a:cubicBezTo>
                      <a:pt x="31" y="63"/>
                      <a:pt x="31" y="63"/>
                      <a:pt x="31" y="63"/>
                    </a:cubicBezTo>
                    <a:cubicBezTo>
                      <a:pt x="31" y="67"/>
                      <a:pt x="30" y="71"/>
                      <a:pt x="27" y="74"/>
                    </a:cubicBezTo>
                    <a:cubicBezTo>
                      <a:pt x="25" y="76"/>
                      <a:pt x="21" y="78"/>
                      <a:pt x="16" y="78"/>
                    </a:cubicBezTo>
                    <a:cubicBezTo>
                      <a:pt x="10" y="78"/>
                      <a:pt x="5" y="76"/>
                      <a:pt x="3" y="72"/>
                    </a:cubicBezTo>
                    <a:cubicBezTo>
                      <a:pt x="1" y="69"/>
                      <a:pt x="0" y="64"/>
                      <a:pt x="0" y="57"/>
                    </a:cubicBezTo>
                    <a:cubicBezTo>
                      <a:pt x="0" y="21"/>
                      <a:pt x="0" y="21"/>
                      <a:pt x="0" y="21"/>
                    </a:cubicBezTo>
                    <a:cubicBezTo>
                      <a:pt x="0" y="14"/>
                      <a:pt x="1" y="9"/>
                      <a:pt x="3" y="6"/>
                    </a:cubicBezTo>
                    <a:cubicBezTo>
                      <a:pt x="5" y="2"/>
                      <a:pt x="10" y="0"/>
                      <a:pt x="17" y="0"/>
                    </a:cubicBezTo>
                    <a:close/>
                    <a:moveTo>
                      <a:pt x="16" y="70"/>
                    </a:moveTo>
                    <a:cubicBezTo>
                      <a:pt x="20" y="70"/>
                      <a:pt x="23" y="67"/>
                      <a:pt x="23" y="60"/>
                    </a:cubicBezTo>
                    <a:cubicBezTo>
                      <a:pt x="23" y="17"/>
                      <a:pt x="23" y="17"/>
                      <a:pt x="23" y="17"/>
                    </a:cubicBezTo>
                    <a:cubicBezTo>
                      <a:pt x="23" y="11"/>
                      <a:pt x="20" y="7"/>
                      <a:pt x="16" y="7"/>
                    </a:cubicBezTo>
                    <a:cubicBezTo>
                      <a:pt x="12" y="7"/>
                      <a:pt x="9" y="11"/>
                      <a:pt x="9" y="17"/>
                    </a:cubicBezTo>
                    <a:cubicBezTo>
                      <a:pt x="9" y="20"/>
                      <a:pt x="9" y="20"/>
                      <a:pt x="9" y="20"/>
                    </a:cubicBezTo>
                    <a:cubicBezTo>
                      <a:pt x="9" y="23"/>
                      <a:pt x="9" y="23"/>
                      <a:pt x="9" y="23"/>
                    </a:cubicBezTo>
                    <a:cubicBezTo>
                      <a:pt x="9" y="36"/>
                      <a:pt x="9" y="36"/>
                      <a:pt x="9" y="36"/>
                    </a:cubicBezTo>
                    <a:cubicBezTo>
                      <a:pt x="9" y="48"/>
                      <a:pt x="9" y="48"/>
                      <a:pt x="9" y="48"/>
                    </a:cubicBezTo>
                    <a:cubicBezTo>
                      <a:pt x="9" y="59"/>
                      <a:pt x="9" y="59"/>
                      <a:pt x="9" y="59"/>
                    </a:cubicBezTo>
                    <a:cubicBezTo>
                      <a:pt x="9" y="67"/>
                      <a:pt x="12" y="70"/>
                      <a:pt x="16" y="70"/>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7" name="Freeform 66"/>
              <p:cNvSpPr>
                <a:spLocks noEditPoints="1"/>
              </p:cNvSpPr>
              <p:nvPr/>
            </p:nvSpPr>
            <p:spPr bwMode="auto">
              <a:xfrm>
                <a:off x="817563" y="7245351"/>
                <a:ext cx="134938" cy="287338"/>
              </a:xfrm>
              <a:custGeom>
                <a:avLst/>
                <a:gdLst>
                  <a:gd name="T0" fmla="*/ 17 w 36"/>
                  <a:gd name="T1" fmla="*/ 0 h 76"/>
                  <a:gd name="T2" fmla="*/ 30 w 36"/>
                  <a:gd name="T3" fmla="*/ 0 h 76"/>
                  <a:gd name="T4" fmla="*/ 30 w 36"/>
                  <a:gd name="T5" fmla="*/ 51 h 76"/>
                  <a:gd name="T6" fmla="*/ 36 w 36"/>
                  <a:gd name="T7" fmla="*/ 51 h 76"/>
                  <a:gd name="T8" fmla="*/ 36 w 36"/>
                  <a:gd name="T9" fmla="*/ 58 h 76"/>
                  <a:gd name="T10" fmla="*/ 30 w 36"/>
                  <a:gd name="T11" fmla="*/ 58 h 76"/>
                  <a:gd name="T12" fmla="*/ 30 w 36"/>
                  <a:gd name="T13" fmla="*/ 76 h 76"/>
                  <a:gd name="T14" fmla="*/ 21 w 36"/>
                  <a:gd name="T15" fmla="*/ 76 h 76"/>
                  <a:gd name="T16" fmla="*/ 21 w 36"/>
                  <a:gd name="T17" fmla="*/ 58 h 76"/>
                  <a:gd name="T18" fmla="*/ 0 w 36"/>
                  <a:gd name="T19" fmla="*/ 58 h 76"/>
                  <a:gd name="T20" fmla="*/ 0 w 36"/>
                  <a:gd name="T21" fmla="*/ 51 h 76"/>
                  <a:gd name="T22" fmla="*/ 17 w 36"/>
                  <a:gd name="T23" fmla="*/ 0 h 76"/>
                  <a:gd name="T24" fmla="*/ 21 w 36"/>
                  <a:gd name="T25" fmla="*/ 51 h 76"/>
                  <a:gd name="T26" fmla="*/ 21 w 36"/>
                  <a:gd name="T27" fmla="*/ 11 h 76"/>
                  <a:gd name="T28" fmla="*/ 15 w 36"/>
                  <a:gd name="T29" fmla="*/ 31 h 76"/>
                  <a:gd name="T30" fmla="*/ 9 w 36"/>
                  <a:gd name="T31" fmla="*/ 51 h 76"/>
                  <a:gd name="T32" fmla="*/ 21 w 36"/>
                  <a:gd name="T33" fmla="*/ 5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6" h="76">
                    <a:moveTo>
                      <a:pt x="17" y="0"/>
                    </a:moveTo>
                    <a:cubicBezTo>
                      <a:pt x="30" y="0"/>
                      <a:pt x="30" y="0"/>
                      <a:pt x="30" y="0"/>
                    </a:cubicBezTo>
                    <a:cubicBezTo>
                      <a:pt x="30" y="51"/>
                      <a:pt x="30" y="51"/>
                      <a:pt x="30" y="51"/>
                    </a:cubicBezTo>
                    <a:cubicBezTo>
                      <a:pt x="36" y="51"/>
                      <a:pt x="36" y="51"/>
                      <a:pt x="36" y="51"/>
                    </a:cubicBezTo>
                    <a:cubicBezTo>
                      <a:pt x="36" y="58"/>
                      <a:pt x="36" y="58"/>
                      <a:pt x="36" y="58"/>
                    </a:cubicBezTo>
                    <a:cubicBezTo>
                      <a:pt x="30" y="58"/>
                      <a:pt x="30" y="58"/>
                      <a:pt x="30" y="58"/>
                    </a:cubicBezTo>
                    <a:cubicBezTo>
                      <a:pt x="30" y="76"/>
                      <a:pt x="30" y="76"/>
                      <a:pt x="30" y="76"/>
                    </a:cubicBezTo>
                    <a:cubicBezTo>
                      <a:pt x="21" y="76"/>
                      <a:pt x="21" y="76"/>
                      <a:pt x="21" y="76"/>
                    </a:cubicBezTo>
                    <a:cubicBezTo>
                      <a:pt x="21" y="58"/>
                      <a:pt x="21" y="58"/>
                      <a:pt x="21" y="58"/>
                    </a:cubicBezTo>
                    <a:cubicBezTo>
                      <a:pt x="0" y="58"/>
                      <a:pt x="0" y="58"/>
                      <a:pt x="0" y="58"/>
                    </a:cubicBezTo>
                    <a:cubicBezTo>
                      <a:pt x="0" y="51"/>
                      <a:pt x="0" y="51"/>
                      <a:pt x="0" y="51"/>
                    </a:cubicBezTo>
                    <a:lnTo>
                      <a:pt x="17" y="0"/>
                    </a:lnTo>
                    <a:close/>
                    <a:moveTo>
                      <a:pt x="21" y="51"/>
                    </a:moveTo>
                    <a:cubicBezTo>
                      <a:pt x="21" y="11"/>
                      <a:pt x="21" y="11"/>
                      <a:pt x="21" y="11"/>
                    </a:cubicBezTo>
                    <a:cubicBezTo>
                      <a:pt x="20" y="15"/>
                      <a:pt x="17" y="22"/>
                      <a:pt x="15" y="31"/>
                    </a:cubicBezTo>
                    <a:cubicBezTo>
                      <a:pt x="12" y="40"/>
                      <a:pt x="10" y="47"/>
                      <a:pt x="9" y="51"/>
                    </a:cubicBezTo>
                    <a:lnTo>
                      <a:pt x="21" y="51"/>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76" name="组合 75"/>
          <p:cNvGrpSpPr/>
          <p:nvPr/>
        </p:nvGrpSpPr>
        <p:grpSpPr>
          <a:xfrm>
            <a:off x="6927445" y="3465161"/>
            <a:ext cx="563849" cy="529592"/>
            <a:chOff x="8132088" y="3935033"/>
            <a:chExt cx="728244" cy="684000"/>
          </a:xfrm>
          <a:effectLst>
            <a:outerShdw blurRad="76200" dist="38100" dir="2700000" sx="102000" sy="102000" algn="tl" rotWithShape="0">
              <a:prstClr val="black">
                <a:alpha val="32000"/>
              </a:prstClr>
            </a:outerShdw>
          </a:effectLst>
        </p:grpSpPr>
        <p:sp>
          <p:nvSpPr>
            <p:cNvPr id="77" name="椭圆 76"/>
            <p:cNvSpPr/>
            <p:nvPr/>
          </p:nvSpPr>
          <p:spPr>
            <a:xfrm>
              <a:off x="8132088" y="3935033"/>
              <a:ext cx="684000" cy="684000"/>
            </a:xfrm>
            <a:prstGeom prst="ellipse">
              <a:avLst/>
            </a:prstGeom>
            <a:solidFill>
              <a:srgbClr val="DA2F5E"/>
            </a:solidFill>
            <a:ln w="123825">
              <a:gradFill flip="none" rotWithShape="1">
                <a:gsLst>
                  <a:gs pos="2000">
                    <a:srgbClr val="FDFDFD"/>
                  </a:gs>
                  <a:gs pos="100000">
                    <a:srgbClr val="CBCDCE"/>
                  </a:gs>
                </a:gsLst>
                <a:lin ang="16200000" scaled="0"/>
                <a:tileRect/>
              </a:gradFill>
            </a:ln>
            <a:effectLst>
              <a:innerShdw blurRad="190500" dist="50800" dir="162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78" name="组合 77"/>
            <p:cNvGrpSpPr/>
            <p:nvPr/>
          </p:nvGrpSpPr>
          <p:grpSpPr>
            <a:xfrm>
              <a:off x="8330618" y="4126985"/>
              <a:ext cx="529714" cy="477072"/>
              <a:chOff x="4907450" y="5164672"/>
              <a:chExt cx="669956" cy="603376"/>
            </a:xfrm>
          </p:grpSpPr>
          <p:sp>
            <p:nvSpPr>
              <p:cNvPr id="79" name="Freeform 61"/>
              <p:cNvSpPr>
                <a:spLocks/>
              </p:cNvSpPr>
              <p:nvPr/>
            </p:nvSpPr>
            <p:spPr bwMode="auto">
              <a:xfrm>
                <a:off x="4932417" y="5172994"/>
                <a:ext cx="644989" cy="595054"/>
              </a:xfrm>
              <a:custGeom>
                <a:avLst/>
                <a:gdLst>
                  <a:gd name="T0" fmla="*/ 140 w 310"/>
                  <a:gd name="T1" fmla="*/ 286 h 286"/>
                  <a:gd name="T2" fmla="*/ 0 w 310"/>
                  <a:gd name="T3" fmla="*/ 172 h 286"/>
                  <a:gd name="T4" fmla="*/ 2 w 310"/>
                  <a:gd name="T5" fmla="*/ 12 h 286"/>
                  <a:gd name="T6" fmla="*/ 57 w 310"/>
                  <a:gd name="T7" fmla="*/ 7 h 286"/>
                  <a:gd name="T8" fmla="*/ 88 w 310"/>
                  <a:gd name="T9" fmla="*/ 41 h 286"/>
                  <a:gd name="T10" fmla="*/ 97 w 310"/>
                  <a:gd name="T11" fmla="*/ 7 h 286"/>
                  <a:gd name="T12" fmla="*/ 135 w 310"/>
                  <a:gd name="T13" fmla="*/ 0 h 286"/>
                  <a:gd name="T14" fmla="*/ 310 w 310"/>
                  <a:gd name="T15" fmla="*/ 150 h 286"/>
                  <a:gd name="T16" fmla="*/ 140 w 310"/>
                  <a:gd name="T17" fmla="*/ 286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0" h="286">
                    <a:moveTo>
                      <a:pt x="140" y="286"/>
                    </a:moveTo>
                    <a:lnTo>
                      <a:pt x="0" y="172"/>
                    </a:lnTo>
                    <a:lnTo>
                      <a:pt x="2" y="12"/>
                    </a:lnTo>
                    <a:lnTo>
                      <a:pt x="57" y="7"/>
                    </a:lnTo>
                    <a:lnTo>
                      <a:pt x="88" y="41"/>
                    </a:lnTo>
                    <a:lnTo>
                      <a:pt x="97" y="7"/>
                    </a:lnTo>
                    <a:lnTo>
                      <a:pt x="135" y="0"/>
                    </a:lnTo>
                    <a:lnTo>
                      <a:pt x="310" y="150"/>
                    </a:lnTo>
                    <a:lnTo>
                      <a:pt x="140" y="286"/>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0" name="Freeform 62"/>
              <p:cNvSpPr>
                <a:spLocks noEditPoints="1"/>
              </p:cNvSpPr>
              <p:nvPr/>
            </p:nvSpPr>
            <p:spPr bwMode="auto">
              <a:xfrm>
                <a:off x="4907450" y="5164672"/>
                <a:ext cx="153965" cy="380752"/>
              </a:xfrm>
              <a:custGeom>
                <a:avLst/>
                <a:gdLst>
                  <a:gd name="T0" fmla="*/ 17 w 31"/>
                  <a:gd name="T1" fmla="*/ 0 h 77"/>
                  <a:gd name="T2" fmla="*/ 29 w 31"/>
                  <a:gd name="T3" fmla="*/ 5 h 77"/>
                  <a:gd name="T4" fmla="*/ 31 w 31"/>
                  <a:gd name="T5" fmla="*/ 18 h 77"/>
                  <a:gd name="T6" fmla="*/ 31 w 31"/>
                  <a:gd name="T7" fmla="*/ 62 h 77"/>
                  <a:gd name="T8" fmla="*/ 27 w 31"/>
                  <a:gd name="T9" fmla="*/ 73 h 77"/>
                  <a:gd name="T10" fmla="*/ 16 w 31"/>
                  <a:gd name="T11" fmla="*/ 77 h 77"/>
                  <a:gd name="T12" fmla="*/ 3 w 31"/>
                  <a:gd name="T13" fmla="*/ 72 h 77"/>
                  <a:gd name="T14" fmla="*/ 0 w 31"/>
                  <a:gd name="T15" fmla="*/ 56 h 77"/>
                  <a:gd name="T16" fmla="*/ 0 w 31"/>
                  <a:gd name="T17" fmla="*/ 21 h 77"/>
                  <a:gd name="T18" fmla="*/ 3 w 31"/>
                  <a:gd name="T19" fmla="*/ 5 h 77"/>
                  <a:gd name="T20" fmla="*/ 17 w 31"/>
                  <a:gd name="T21" fmla="*/ 0 h 77"/>
                  <a:gd name="T22" fmla="*/ 16 w 31"/>
                  <a:gd name="T23" fmla="*/ 70 h 77"/>
                  <a:gd name="T24" fmla="*/ 23 w 31"/>
                  <a:gd name="T25" fmla="*/ 59 h 77"/>
                  <a:gd name="T26" fmla="*/ 23 w 31"/>
                  <a:gd name="T27" fmla="*/ 17 h 77"/>
                  <a:gd name="T28" fmla="*/ 16 w 31"/>
                  <a:gd name="T29" fmla="*/ 7 h 77"/>
                  <a:gd name="T30" fmla="*/ 9 w 31"/>
                  <a:gd name="T31" fmla="*/ 17 h 77"/>
                  <a:gd name="T32" fmla="*/ 9 w 31"/>
                  <a:gd name="T33" fmla="*/ 20 h 77"/>
                  <a:gd name="T34" fmla="*/ 9 w 31"/>
                  <a:gd name="T35" fmla="*/ 23 h 77"/>
                  <a:gd name="T36" fmla="*/ 9 w 31"/>
                  <a:gd name="T37" fmla="*/ 35 h 77"/>
                  <a:gd name="T38" fmla="*/ 9 w 31"/>
                  <a:gd name="T39" fmla="*/ 48 h 77"/>
                  <a:gd name="T40" fmla="*/ 9 w 31"/>
                  <a:gd name="T41" fmla="*/ 59 h 77"/>
                  <a:gd name="T42" fmla="*/ 16 w 31"/>
                  <a:gd name="T43" fmla="*/ 7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77">
                    <a:moveTo>
                      <a:pt x="17" y="0"/>
                    </a:moveTo>
                    <a:cubicBezTo>
                      <a:pt x="22" y="0"/>
                      <a:pt x="26" y="2"/>
                      <a:pt x="29" y="5"/>
                    </a:cubicBezTo>
                    <a:cubicBezTo>
                      <a:pt x="30" y="8"/>
                      <a:pt x="31" y="12"/>
                      <a:pt x="31" y="18"/>
                    </a:cubicBezTo>
                    <a:cubicBezTo>
                      <a:pt x="31" y="62"/>
                      <a:pt x="31" y="62"/>
                      <a:pt x="31" y="62"/>
                    </a:cubicBezTo>
                    <a:cubicBezTo>
                      <a:pt x="31" y="67"/>
                      <a:pt x="30" y="71"/>
                      <a:pt x="27" y="73"/>
                    </a:cubicBezTo>
                    <a:cubicBezTo>
                      <a:pt x="25" y="76"/>
                      <a:pt x="21" y="77"/>
                      <a:pt x="16" y="77"/>
                    </a:cubicBezTo>
                    <a:cubicBezTo>
                      <a:pt x="10" y="77"/>
                      <a:pt x="5" y="75"/>
                      <a:pt x="3" y="72"/>
                    </a:cubicBezTo>
                    <a:cubicBezTo>
                      <a:pt x="1" y="69"/>
                      <a:pt x="0" y="64"/>
                      <a:pt x="0" y="56"/>
                    </a:cubicBezTo>
                    <a:cubicBezTo>
                      <a:pt x="0" y="21"/>
                      <a:pt x="0" y="21"/>
                      <a:pt x="0" y="21"/>
                    </a:cubicBezTo>
                    <a:cubicBezTo>
                      <a:pt x="0" y="14"/>
                      <a:pt x="1" y="8"/>
                      <a:pt x="3" y="5"/>
                    </a:cubicBezTo>
                    <a:cubicBezTo>
                      <a:pt x="5" y="2"/>
                      <a:pt x="10" y="0"/>
                      <a:pt x="17" y="0"/>
                    </a:cubicBezTo>
                    <a:close/>
                    <a:moveTo>
                      <a:pt x="16" y="70"/>
                    </a:moveTo>
                    <a:cubicBezTo>
                      <a:pt x="20" y="70"/>
                      <a:pt x="23" y="66"/>
                      <a:pt x="23" y="59"/>
                    </a:cubicBezTo>
                    <a:cubicBezTo>
                      <a:pt x="23" y="17"/>
                      <a:pt x="23" y="17"/>
                      <a:pt x="23" y="17"/>
                    </a:cubicBezTo>
                    <a:cubicBezTo>
                      <a:pt x="23" y="10"/>
                      <a:pt x="20" y="7"/>
                      <a:pt x="16" y="7"/>
                    </a:cubicBezTo>
                    <a:cubicBezTo>
                      <a:pt x="12" y="7"/>
                      <a:pt x="9" y="10"/>
                      <a:pt x="9" y="17"/>
                    </a:cubicBezTo>
                    <a:cubicBezTo>
                      <a:pt x="9" y="20"/>
                      <a:pt x="9" y="20"/>
                      <a:pt x="9" y="20"/>
                    </a:cubicBezTo>
                    <a:cubicBezTo>
                      <a:pt x="9" y="23"/>
                      <a:pt x="9" y="23"/>
                      <a:pt x="9" y="23"/>
                    </a:cubicBezTo>
                    <a:cubicBezTo>
                      <a:pt x="9" y="35"/>
                      <a:pt x="9" y="35"/>
                      <a:pt x="9" y="35"/>
                    </a:cubicBezTo>
                    <a:cubicBezTo>
                      <a:pt x="9" y="48"/>
                      <a:pt x="9" y="48"/>
                      <a:pt x="9" y="48"/>
                    </a:cubicBezTo>
                    <a:cubicBezTo>
                      <a:pt x="9" y="59"/>
                      <a:pt x="9" y="59"/>
                      <a:pt x="9" y="59"/>
                    </a:cubicBezTo>
                    <a:cubicBezTo>
                      <a:pt x="9" y="66"/>
                      <a:pt x="12" y="70"/>
                      <a:pt x="16" y="70"/>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1" name="Freeform 63"/>
              <p:cNvSpPr>
                <a:spLocks/>
              </p:cNvSpPr>
              <p:nvPr/>
            </p:nvSpPr>
            <p:spPr bwMode="auto">
              <a:xfrm>
                <a:off x="5090544" y="5164672"/>
                <a:ext cx="147724" cy="380752"/>
              </a:xfrm>
              <a:custGeom>
                <a:avLst/>
                <a:gdLst>
                  <a:gd name="T0" fmla="*/ 9 w 30"/>
                  <a:gd name="T1" fmla="*/ 54 h 77"/>
                  <a:gd name="T2" fmla="*/ 9 w 30"/>
                  <a:gd name="T3" fmla="*/ 62 h 77"/>
                  <a:gd name="T4" fmla="*/ 10 w 30"/>
                  <a:gd name="T5" fmla="*/ 68 h 77"/>
                  <a:gd name="T6" fmla="*/ 16 w 30"/>
                  <a:gd name="T7" fmla="*/ 70 h 77"/>
                  <a:gd name="T8" fmla="*/ 21 w 30"/>
                  <a:gd name="T9" fmla="*/ 65 h 77"/>
                  <a:gd name="T10" fmla="*/ 21 w 30"/>
                  <a:gd name="T11" fmla="*/ 58 h 77"/>
                  <a:gd name="T12" fmla="*/ 21 w 30"/>
                  <a:gd name="T13" fmla="*/ 52 h 77"/>
                  <a:gd name="T14" fmla="*/ 20 w 30"/>
                  <a:gd name="T15" fmla="*/ 43 h 77"/>
                  <a:gd name="T16" fmla="*/ 12 w 30"/>
                  <a:gd name="T17" fmla="*/ 39 h 77"/>
                  <a:gd name="T18" fmla="*/ 10 w 30"/>
                  <a:gd name="T19" fmla="*/ 39 h 77"/>
                  <a:gd name="T20" fmla="*/ 7 w 30"/>
                  <a:gd name="T21" fmla="*/ 40 h 77"/>
                  <a:gd name="T22" fmla="*/ 7 w 30"/>
                  <a:gd name="T23" fmla="*/ 31 h 77"/>
                  <a:gd name="T24" fmla="*/ 9 w 30"/>
                  <a:gd name="T25" fmla="*/ 31 h 77"/>
                  <a:gd name="T26" fmla="*/ 19 w 30"/>
                  <a:gd name="T27" fmla="*/ 22 h 77"/>
                  <a:gd name="T28" fmla="*/ 19 w 30"/>
                  <a:gd name="T29" fmla="*/ 14 h 77"/>
                  <a:gd name="T30" fmla="*/ 14 w 30"/>
                  <a:gd name="T31" fmla="*/ 7 h 77"/>
                  <a:gd name="T32" fmla="*/ 9 w 30"/>
                  <a:gd name="T33" fmla="*/ 15 h 77"/>
                  <a:gd name="T34" fmla="*/ 9 w 30"/>
                  <a:gd name="T35" fmla="*/ 17 h 77"/>
                  <a:gd name="T36" fmla="*/ 9 w 30"/>
                  <a:gd name="T37" fmla="*/ 19 h 77"/>
                  <a:gd name="T38" fmla="*/ 0 w 30"/>
                  <a:gd name="T39" fmla="*/ 19 h 77"/>
                  <a:gd name="T40" fmla="*/ 0 w 30"/>
                  <a:gd name="T41" fmla="*/ 12 h 77"/>
                  <a:gd name="T42" fmla="*/ 15 w 30"/>
                  <a:gd name="T43" fmla="*/ 0 h 77"/>
                  <a:gd name="T44" fmla="*/ 29 w 30"/>
                  <a:gd name="T45" fmla="*/ 13 h 77"/>
                  <a:gd name="T46" fmla="*/ 29 w 30"/>
                  <a:gd name="T47" fmla="*/ 17 h 77"/>
                  <a:gd name="T48" fmla="*/ 29 w 30"/>
                  <a:gd name="T49" fmla="*/ 20 h 77"/>
                  <a:gd name="T50" fmla="*/ 22 w 30"/>
                  <a:gd name="T51" fmla="*/ 34 h 77"/>
                  <a:gd name="T52" fmla="*/ 28 w 30"/>
                  <a:gd name="T53" fmla="*/ 39 h 77"/>
                  <a:gd name="T54" fmla="*/ 30 w 30"/>
                  <a:gd name="T55" fmla="*/ 48 h 77"/>
                  <a:gd name="T56" fmla="*/ 30 w 30"/>
                  <a:gd name="T57" fmla="*/ 64 h 77"/>
                  <a:gd name="T58" fmla="*/ 14 w 30"/>
                  <a:gd name="T59" fmla="*/ 77 h 77"/>
                  <a:gd name="T60" fmla="*/ 0 w 30"/>
                  <a:gd name="T61" fmla="*/ 64 h 77"/>
                  <a:gd name="T62" fmla="*/ 0 w 30"/>
                  <a:gd name="T63" fmla="*/ 54 h 77"/>
                  <a:gd name="T64" fmla="*/ 9 w 30"/>
                  <a:gd name="T65" fmla="*/ 5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 h="77">
                    <a:moveTo>
                      <a:pt x="9" y="54"/>
                    </a:moveTo>
                    <a:cubicBezTo>
                      <a:pt x="9" y="62"/>
                      <a:pt x="9" y="62"/>
                      <a:pt x="9" y="62"/>
                    </a:cubicBezTo>
                    <a:cubicBezTo>
                      <a:pt x="9" y="65"/>
                      <a:pt x="9" y="67"/>
                      <a:pt x="10" y="68"/>
                    </a:cubicBezTo>
                    <a:cubicBezTo>
                      <a:pt x="11" y="69"/>
                      <a:pt x="13" y="70"/>
                      <a:pt x="16" y="70"/>
                    </a:cubicBezTo>
                    <a:cubicBezTo>
                      <a:pt x="18" y="70"/>
                      <a:pt x="20" y="68"/>
                      <a:pt x="21" y="65"/>
                    </a:cubicBezTo>
                    <a:cubicBezTo>
                      <a:pt x="21" y="64"/>
                      <a:pt x="21" y="62"/>
                      <a:pt x="21" y="58"/>
                    </a:cubicBezTo>
                    <a:cubicBezTo>
                      <a:pt x="21" y="52"/>
                      <a:pt x="21" y="52"/>
                      <a:pt x="21" y="52"/>
                    </a:cubicBezTo>
                    <a:cubicBezTo>
                      <a:pt x="21" y="48"/>
                      <a:pt x="21" y="45"/>
                      <a:pt x="20" y="43"/>
                    </a:cubicBezTo>
                    <a:cubicBezTo>
                      <a:pt x="18" y="41"/>
                      <a:pt x="16" y="39"/>
                      <a:pt x="12" y="39"/>
                    </a:cubicBezTo>
                    <a:cubicBezTo>
                      <a:pt x="11" y="39"/>
                      <a:pt x="11" y="39"/>
                      <a:pt x="10" y="39"/>
                    </a:cubicBezTo>
                    <a:cubicBezTo>
                      <a:pt x="9" y="39"/>
                      <a:pt x="8" y="40"/>
                      <a:pt x="7" y="40"/>
                    </a:cubicBezTo>
                    <a:cubicBezTo>
                      <a:pt x="7" y="31"/>
                      <a:pt x="7" y="31"/>
                      <a:pt x="7" y="31"/>
                    </a:cubicBezTo>
                    <a:cubicBezTo>
                      <a:pt x="9" y="31"/>
                      <a:pt x="9" y="31"/>
                      <a:pt x="9" y="31"/>
                    </a:cubicBezTo>
                    <a:cubicBezTo>
                      <a:pt x="16" y="31"/>
                      <a:pt x="19" y="28"/>
                      <a:pt x="19" y="22"/>
                    </a:cubicBezTo>
                    <a:cubicBezTo>
                      <a:pt x="19" y="14"/>
                      <a:pt x="19" y="14"/>
                      <a:pt x="19" y="14"/>
                    </a:cubicBezTo>
                    <a:cubicBezTo>
                      <a:pt x="19" y="9"/>
                      <a:pt x="18" y="7"/>
                      <a:pt x="14" y="7"/>
                    </a:cubicBezTo>
                    <a:cubicBezTo>
                      <a:pt x="11" y="7"/>
                      <a:pt x="9" y="10"/>
                      <a:pt x="9" y="15"/>
                    </a:cubicBezTo>
                    <a:cubicBezTo>
                      <a:pt x="9" y="17"/>
                      <a:pt x="9" y="17"/>
                      <a:pt x="9" y="17"/>
                    </a:cubicBezTo>
                    <a:cubicBezTo>
                      <a:pt x="9" y="19"/>
                      <a:pt x="9" y="19"/>
                      <a:pt x="9" y="19"/>
                    </a:cubicBezTo>
                    <a:cubicBezTo>
                      <a:pt x="0" y="19"/>
                      <a:pt x="0" y="19"/>
                      <a:pt x="0" y="19"/>
                    </a:cubicBezTo>
                    <a:cubicBezTo>
                      <a:pt x="0" y="12"/>
                      <a:pt x="0" y="12"/>
                      <a:pt x="0" y="12"/>
                    </a:cubicBezTo>
                    <a:cubicBezTo>
                      <a:pt x="0" y="4"/>
                      <a:pt x="5" y="0"/>
                      <a:pt x="15" y="0"/>
                    </a:cubicBezTo>
                    <a:cubicBezTo>
                      <a:pt x="24" y="0"/>
                      <a:pt x="29" y="4"/>
                      <a:pt x="29" y="13"/>
                    </a:cubicBezTo>
                    <a:cubicBezTo>
                      <a:pt x="29" y="17"/>
                      <a:pt x="29" y="17"/>
                      <a:pt x="29" y="17"/>
                    </a:cubicBezTo>
                    <a:cubicBezTo>
                      <a:pt x="29" y="20"/>
                      <a:pt x="29" y="20"/>
                      <a:pt x="29" y="20"/>
                    </a:cubicBezTo>
                    <a:cubicBezTo>
                      <a:pt x="29" y="27"/>
                      <a:pt x="26" y="31"/>
                      <a:pt x="22" y="34"/>
                    </a:cubicBezTo>
                    <a:cubicBezTo>
                      <a:pt x="25" y="35"/>
                      <a:pt x="27" y="36"/>
                      <a:pt x="28" y="39"/>
                    </a:cubicBezTo>
                    <a:cubicBezTo>
                      <a:pt x="29" y="41"/>
                      <a:pt x="30" y="44"/>
                      <a:pt x="30" y="48"/>
                    </a:cubicBezTo>
                    <a:cubicBezTo>
                      <a:pt x="30" y="64"/>
                      <a:pt x="30" y="64"/>
                      <a:pt x="30" y="64"/>
                    </a:cubicBezTo>
                    <a:cubicBezTo>
                      <a:pt x="30" y="73"/>
                      <a:pt x="25" y="77"/>
                      <a:pt x="14" y="77"/>
                    </a:cubicBezTo>
                    <a:cubicBezTo>
                      <a:pt x="5" y="77"/>
                      <a:pt x="0" y="73"/>
                      <a:pt x="0" y="64"/>
                    </a:cubicBezTo>
                    <a:cubicBezTo>
                      <a:pt x="0" y="54"/>
                      <a:pt x="0" y="54"/>
                      <a:pt x="0" y="54"/>
                    </a:cubicBezTo>
                    <a:lnTo>
                      <a:pt x="9" y="54"/>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98" name="组合 97"/>
          <p:cNvGrpSpPr/>
          <p:nvPr/>
        </p:nvGrpSpPr>
        <p:grpSpPr>
          <a:xfrm>
            <a:off x="5283408" y="4356499"/>
            <a:ext cx="581479" cy="538658"/>
            <a:chOff x="10911948" y="4626794"/>
            <a:chExt cx="581479" cy="538658"/>
          </a:xfrm>
        </p:grpSpPr>
        <p:sp>
          <p:nvSpPr>
            <p:cNvPr id="88" name="椭圆 87"/>
            <p:cNvSpPr/>
            <p:nvPr/>
          </p:nvSpPr>
          <p:spPr>
            <a:xfrm>
              <a:off x="10911948" y="4626794"/>
              <a:ext cx="529593" cy="529592"/>
            </a:xfrm>
            <a:prstGeom prst="ellipse">
              <a:avLst/>
            </a:prstGeom>
            <a:solidFill>
              <a:srgbClr val="F9A51A"/>
            </a:solidFill>
            <a:ln w="123825">
              <a:gradFill flip="none" rotWithShape="1">
                <a:gsLst>
                  <a:gs pos="2000">
                    <a:srgbClr val="FDFDFD"/>
                  </a:gs>
                  <a:gs pos="100000">
                    <a:srgbClr val="CBCDCE"/>
                  </a:gs>
                </a:gsLst>
                <a:lin ang="16200000" scaled="0"/>
                <a:tileRect/>
              </a:gradFill>
            </a:ln>
            <a:effectLst>
              <a:outerShdw blurRad="76200" dist="38100" dir="2700000" sx="102000" sy="102000" algn="tl" rotWithShape="0">
                <a:prstClr val="black">
                  <a:alpha val="3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90" name="组合 89"/>
            <p:cNvGrpSpPr>
              <a:grpSpLocks noChangeAspect="1"/>
            </p:cNvGrpSpPr>
            <p:nvPr/>
          </p:nvGrpSpPr>
          <p:grpSpPr>
            <a:xfrm>
              <a:off x="11048534" y="4772739"/>
              <a:ext cx="444893" cy="392713"/>
              <a:chOff x="3390900" y="228600"/>
              <a:chExt cx="771525" cy="681038"/>
            </a:xfrm>
          </p:grpSpPr>
          <p:sp>
            <p:nvSpPr>
              <p:cNvPr id="91" name="Freeform 14"/>
              <p:cNvSpPr>
                <a:spLocks/>
              </p:cNvSpPr>
              <p:nvPr/>
            </p:nvSpPr>
            <p:spPr bwMode="auto">
              <a:xfrm>
                <a:off x="3421063" y="236538"/>
                <a:ext cx="741362" cy="673100"/>
              </a:xfrm>
              <a:custGeom>
                <a:avLst/>
                <a:gdLst>
                  <a:gd name="T0" fmla="*/ 204 w 467"/>
                  <a:gd name="T1" fmla="*/ 424 h 424"/>
                  <a:gd name="T2" fmla="*/ 0 w 467"/>
                  <a:gd name="T3" fmla="*/ 256 h 424"/>
                  <a:gd name="T4" fmla="*/ 3 w 467"/>
                  <a:gd name="T5" fmla="*/ 19 h 424"/>
                  <a:gd name="T6" fmla="*/ 83 w 467"/>
                  <a:gd name="T7" fmla="*/ 12 h 424"/>
                  <a:gd name="T8" fmla="*/ 123 w 467"/>
                  <a:gd name="T9" fmla="*/ 50 h 424"/>
                  <a:gd name="T10" fmla="*/ 142 w 467"/>
                  <a:gd name="T11" fmla="*/ 10 h 424"/>
                  <a:gd name="T12" fmla="*/ 214 w 467"/>
                  <a:gd name="T13" fmla="*/ 0 h 424"/>
                  <a:gd name="T14" fmla="*/ 467 w 467"/>
                  <a:gd name="T15" fmla="*/ 218 h 424"/>
                  <a:gd name="T16" fmla="*/ 204 w 467"/>
                  <a:gd name="T17" fmla="*/ 424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7" h="424">
                    <a:moveTo>
                      <a:pt x="204" y="424"/>
                    </a:moveTo>
                    <a:lnTo>
                      <a:pt x="0" y="256"/>
                    </a:lnTo>
                    <a:lnTo>
                      <a:pt x="3" y="19"/>
                    </a:lnTo>
                    <a:lnTo>
                      <a:pt x="83" y="12"/>
                    </a:lnTo>
                    <a:lnTo>
                      <a:pt x="123" y="50"/>
                    </a:lnTo>
                    <a:lnTo>
                      <a:pt x="142" y="10"/>
                    </a:lnTo>
                    <a:lnTo>
                      <a:pt x="214" y="0"/>
                    </a:lnTo>
                    <a:lnTo>
                      <a:pt x="467" y="218"/>
                    </a:lnTo>
                    <a:lnTo>
                      <a:pt x="204" y="424"/>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2" name="Freeform 15"/>
              <p:cNvSpPr>
                <a:spLocks noEditPoints="1"/>
              </p:cNvSpPr>
              <p:nvPr/>
            </p:nvSpPr>
            <p:spPr bwMode="auto">
              <a:xfrm>
                <a:off x="3390900" y="228600"/>
                <a:ext cx="177800" cy="436563"/>
              </a:xfrm>
              <a:custGeom>
                <a:avLst/>
                <a:gdLst>
                  <a:gd name="T0" fmla="*/ 25 w 47"/>
                  <a:gd name="T1" fmla="*/ 0 h 116"/>
                  <a:gd name="T2" fmla="*/ 43 w 47"/>
                  <a:gd name="T3" fmla="*/ 8 h 116"/>
                  <a:gd name="T4" fmla="*/ 47 w 47"/>
                  <a:gd name="T5" fmla="*/ 27 h 116"/>
                  <a:gd name="T6" fmla="*/ 47 w 47"/>
                  <a:gd name="T7" fmla="*/ 94 h 116"/>
                  <a:gd name="T8" fmla="*/ 41 w 47"/>
                  <a:gd name="T9" fmla="*/ 110 h 116"/>
                  <a:gd name="T10" fmla="*/ 24 w 47"/>
                  <a:gd name="T11" fmla="*/ 116 h 116"/>
                  <a:gd name="T12" fmla="*/ 4 w 47"/>
                  <a:gd name="T13" fmla="*/ 107 h 116"/>
                  <a:gd name="T14" fmla="*/ 0 w 47"/>
                  <a:gd name="T15" fmla="*/ 85 h 116"/>
                  <a:gd name="T16" fmla="*/ 0 w 47"/>
                  <a:gd name="T17" fmla="*/ 32 h 116"/>
                  <a:gd name="T18" fmla="*/ 4 w 47"/>
                  <a:gd name="T19" fmla="*/ 8 h 116"/>
                  <a:gd name="T20" fmla="*/ 25 w 47"/>
                  <a:gd name="T21" fmla="*/ 0 h 116"/>
                  <a:gd name="T22" fmla="*/ 24 w 47"/>
                  <a:gd name="T23" fmla="*/ 105 h 116"/>
                  <a:gd name="T24" fmla="*/ 34 w 47"/>
                  <a:gd name="T25" fmla="*/ 89 h 116"/>
                  <a:gd name="T26" fmla="*/ 34 w 47"/>
                  <a:gd name="T27" fmla="*/ 25 h 116"/>
                  <a:gd name="T28" fmla="*/ 24 w 47"/>
                  <a:gd name="T29" fmla="*/ 11 h 116"/>
                  <a:gd name="T30" fmla="*/ 14 w 47"/>
                  <a:gd name="T31" fmla="*/ 26 h 116"/>
                  <a:gd name="T32" fmla="*/ 14 w 47"/>
                  <a:gd name="T33" fmla="*/ 30 h 116"/>
                  <a:gd name="T34" fmla="*/ 14 w 47"/>
                  <a:gd name="T35" fmla="*/ 35 h 116"/>
                  <a:gd name="T36" fmla="*/ 14 w 47"/>
                  <a:gd name="T37" fmla="*/ 53 h 116"/>
                  <a:gd name="T38" fmla="*/ 14 w 47"/>
                  <a:gd name="T39" fmla="*/ 72 h 116"/>
                  <a:gd name="T40" fmla="*/ 14 w 47"/>
                  <a:gd name="T41" fmla="*/ 89 h 116"/>
                  <a:gd name="T42" fmla="*/ 24 w 47"/>
                  <a:gd name="T43" fmla="*/ 10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 h="116">
                    <a:moveTo>
                      <a:pt x="25" y="0"/>
                    </a:moveTo>
                    <a:cubicBezTo>
                      <a:pt x="33" y="0"/>
                      <a:pt x="39" y="2"/>
                      <a:pt x="43" y="8"/>
                    </a:cubicBezTo>
                    <a:cubicBezTo>
                      <a:pt x="45" y="12"/>
                      <a:pt x="47" y="18"/>
                      <a:pt x="47" y="27"/>
                    </a:cubicBezTo>
                    <a:cubicBezTo>
                      <a:pt x="47" y="94"/>
                      <a:pt x="47" y="94"/>
                      <a:pt x="47" y="94"/>
                    </a:cubicBezTo>
                    <a:cubicBezTo>
                      <a:pt x="47" y="101"/>
                      <a:pt x="45" y="106"/>
                      <a:pt x="41" y="110"/>
                    </a:cubicBezTo>
                    <a:cubicBezTo>
                      <a:pt x="37" y="114"/>
                      <a:pt x="31" y="116"/>
                      <a:pt x="24" y="116"/>
                    </a:cubicBezTo>
                    <a:cubicBezTo>
                      <a:pt x="14" y="116"/>
                      <a:pt x="7" y="113"/>
                      <a:pt x="4" y="107"/>
                    </a:cubicBezTo>
                    <a:cubicBezTo>
                      <a:pt x="1" y="103"/>
                      <a:pt x="0" y="96"/>
                      <a:pt x="0" y="85"/>
                    </a:cubicBezTo>
                    <a:cubicBezTo>
                      <a:pt x="0" y="32"/>
                      <a:pt x="0" y="32"/>
                      <a:pt x="0" y="32"/>
                    </a:cubicBezTo>
                    <a:cubicBezTo>
                      <a:pt x="0" y="20"/>
                      <a:pt x="1" y="13"/>
                      <a:pt x="4" y="8"/>
                    </a:cubicBezTo>
                    <a:cubicBezTo>
                      <a:pt x="8" y="3"/>
                      <a:pt x="15" y="0"/>
                      <a:pt x="25" y="0"/>
                    </a:cubicBezTo>
                    <a:close/>
                    <a:moveTo>
                      <a:pt x="24" y="105"/>
                    </a:moveTo>
                    <a:cubicBezTo>
                      <a:pt x="30" y="105"/>
                      <a:pt x="34" y="100"/>
                      <a:pt x="34" y="89"/>
                    </a:cubicBezTo>
                    <a:cubicBezTo>
                      <a:pt x="34" y="25"/>
                      <a:pt x="34" y="25"/>
                      <a:pt x="34" y="25"/>
                    </a:cubicBezTo>
                    <a:cubicBezTo>
                      <a:pt x="34" y="16"/>
                      <a:pt x="30" y="11"/>
                      <a:pt x="24" y="11"/>
                    </a:cubicBezTo>
                    <a:cubicBezTo>
                      <a:pt x="17" y="11"/>
                      <a:pt x="14" y="16"/>
                      <a:pt x="14" y="26"/>
                    </a:cubicBezTo>
                    <a:cubicBezTo>
                      <a:pt x="14" y="30"/>
                      <a:pt x="14" y="30"/>
                      <a:pt x="14" y="30"/>
                    </a:cubicBezTo>
                    <a:cubicBezTo>
                      <a:pt x="14" y="35"/>
                      <a:pt x="14" y="35"/>
                      <a:pt x="14" y="35"/>
                    </a:cubicBezTo>
                    <a:cubicBezTo>
                      <a:pt x="14" y="53"/>
                      <a:pt x="14" y="53"/>
                      <a:pt x="14" y="53"/>
                    </a:cubicBezTo>
                    <a:cubicBezTo>
                      <a:pt x="14" y="72"/>
                      <a:pt x="14" y="72"/>
                      <a:pt x="14" y="72"/>
                    </a:cubicBezTo>
                    <a:cubicBezTo>
                      <a:pt x="14" y="89"/>
                      <a:pt x="14" y="89"/>
                      <a:pt x="14" y="89"/>
                    </a:cubicBezTo>
                    <a:cubicBezTo>
                      <a:pt x="14" y="99"/>
                      <a:pt x="17" y="105"/>
                      <a:pt x="24" y="105"/>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3" name="Freeform 16"/>
              <p:cNvSpPr>
                <a:spLocks/>
              </p:cNvSpPr>
              <p:nvPr/>
            </p:nvSpPr>
            <p:spPr bwMode="auto">
              <a:xfrm>
                <a:off x="3605213" y="236538"/>
                <a:ext cx="166687" cy="428625"/>
              </a:xfrm>
              <a:custGeom>
                <a:avLst/>
                <a:gdLst>
                  <a:gd name="T0" fmla="*/ 13 w 44"/>
                  <a:gd name="T1" fmla="*/ 78 h 114"/>
                  <a:gd name="T2" fmla="*/ 13 w 44"/>
                  <a:gd name="T3" fmla="*/ 92 h 114"/>
                  <a:gd name="T4" fmla="*/ 21 w 44"/>
                  <a:gd name="T5" fmla="*/ 103 h 114"/>
                  <a:gd name="T6" fmla="*/ 29 w 44"/>
                  <a:gd name="T7" fmla="*/ 99 h 114"/>
                  <a:gd name="T8" fmla="*/ 30 w 44"/>
                  <a:gd name="T9" fmla="*/ 89 h 114"/>
                  <a:gd name="T10" fmla="*/ 30 w 44"/>
                  <a:gd name="T11" fmla="*/ 54 h 114"/>
                  <a:gd name="T12" fmla="*/ 21 w 44"/>
                  <a:gd name="T13" fmla="*/ 44 h 114"/>
                  <a:gd name="T14" fmla="*/ 13 w 44"/>
                  <a:gd name="T15" fmla="*/ 48 h 114"/>
                  <a:gd name="T16" fmla="*/ 12 w 44"/>
                  <a:gd name="T17" fmla="*/ 57 h 114"/>
                  <a:gd name="T18" fmla="*/ 0 w 44"/>
                  <a:gd name="T19" fmla="*/ 57 h 114"/>
                  <a:gd name="T20" fmla="*/ 0 w 44"/>
                  <a:gd name="T21" fmla="*/ 54 h 114"/>
                  <a:gd name="T22" fmla="*/ 0 w 44"/>
                  <a:gd name="T23" fmla="*/ 39 h 114"/>
                  <a:gd name="T24" fmla="*/ 0 w 44"/>
                  <a:gd name="T25" fmla="*/ 24 h 114"/>
                  <a:gd name="T26" fmla="*/ 1 w 44"/>
                  <a:gd name="T27" fmla="*/ 0 h 114"/>
                  <a:gd name="T28" fmla="*/ 41 w 44"/>
                  <a:gd name="T29" fmla="*/ 0 h 114"/>
                  <a:gd name="T30" fmla="*/ 41 w 44"/>
                  <a:gd name="T31" fmla="*/ 13 h 114"/>
                  <a:gd name="T32" fmla="*/ 13 w 44"/>
                  <a:gd name="T33" fmla="*/ 13 h 114"/>
                  <a:gd name="T34" fmla="*/ 13 w 44"/>
                  <a:gd name="T35" fmla="*/ 37 h 114"/>
                  <a:gd name="T36" fmla="*/ 26 w 44"/>
                  <a:gd name="T37" fmla="*/ 32 h 114"/>
                  <a:gd name="T38" fmla="*/ 41 w 44"/>
                  <a:gd name="T39" fmla="*/ 38 h 114"/>
                  <a:gd name="T40" fmla="*/ 44 w 44"/>
                  <a:gd name="T41" fmla="*/ 54 h 114"/>
                  <a:gd name="T42" fmla="*/ 44 w 44"/>
                  <a:gd name="T43" fmla="*/ 94 h 114"/>
                  <a:gd name="T44" fmla="*/ 22 w 44"/>
                  <a:gd name="T45" fmla="*/ 114 h 114"/>
                  <a:gd name="T46" fmla="*/ 5 w 44"/>
                  <a:gd name="T47" fmla="*/ 109 h 114"/>
                  <a:gd name="T48" fmla="*/ 0 w 44"/>
                  <a:gd name="T49" fmla="*/ 91 h 114"/>
                  <a:gd name="T50" fmla="*/ 0 w 44"/>
                  <a:gd name="T51" fmla="*/ 78 h 114"/>
                  <a:gd name="T52" fmla="*/ 13 w 44"/>
                  <a:gd name="T53" fmla="*/ 78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4" h="114">
                    <a:moveTo>
                      <a:pt x="13" y="78"/>
                    </a:moveTo>
                    <a:cubicBezTo>
                      <a:pt x="13" y="92"/>
                      <a:pt x="13" y="92"/>
                      <a:pt x="13" y="92"/>
                    </a:cubicBezTo>
                    <a:cubicBezTo>
                      <a:pt x="13" y="99"/>
                      <a:pt x="16" y="103"/>
                      <a:pt x="21" y="103"/>
                    </a:cubicBezTo>
                    <a:cubicBezTo>
                      <a:pt x="25" y="103"/>
                      <a:pt x="28" y="102"/>
                      <a:pt x="29" y="99"/>
                    </a:cubicBezTo>
                    <a:cubicBezTo>
                      <a:pt x="30" y="97"/>
                      <a:pt x="30" y="94"/>
                      <a:pt x="30" y="89"/>
                    </a:cubicBezTo>
                    <a:cubicBezTo>
                      <a:pt x="30" y="54"/>
                      <a:pt x="30" y="54"/>
                      <a:pt x="30" y="54"/>
                    </a:cubicBezTo>
                    <a:cubicBezTo>
                      <a:pt x="30" y="48"/>
                      <a:pt x="27" y="44"/>
                      <a:pt x="21" y="44"/>
                    </a:cubicBezTo>
                    <a:cubicBezTo>
                      <a:pt x="17" y="44"/>
                      <a:pt x="15" y="46"/>
                      <a:pt x="13" y="48"/>
                    </a:cubicBezTo>
                    <a:cubicBezTo>
                      <a:pt x="12" y="50"/>
                      <a:pt x="12" y="53"/>
                      <a:pt x="12" y="57"/>
                    </a:cubicBezTo>
                    <a:cubicBezTo>
                      <a:pt x="0" y="57"/>
                      <a:pt x="0" y="57"/>
                      <a:pt x="0" y="57"/>
                    </a:cubicBezTo>
                    <a:cubicBezTo>
                      <a:pt x="0" y="54"/>
                      <a:pt x="0" y="54"/>
                      <a:pt x="0" y="54"/>
                    </a:cubicBezTo>
                    <a:cubicBezTo>
                      <a:pt x="0" y="39"/>
                      <a:pt x="0" y="39"/>
                      <a:pt x="0" y="39"/>
                    </a:cubicBezTo>
                    <a:cubicBezTo>
                      <a:pt x="0" y="24"/>
                      <a:pt x="0" y="24"/>
                      <a:pt x="0" y="24"/>
                    </a:cubicBezTo>
                    <a:cubicBezTo>
                      <a:pt x="0" y="13"/>
                      <a:pt x="0" y="5"/>
                      <a:pt x="1" y="0"/>
                    </a:cubicBezTo>
                    <a:cubicBezTo>
                      <a:pt x="41" y="0"/>
                      <a:pt x="41" y="0"/>
                      <a:pt x="41" y="0"/>
                    </a:cubicBezTo>
                    <a:cubicBezTo>
                      <a:pt x="41" y="13"/>
                      <a:pt x="41" y="13"/>
                      <a:pt x="41" y="13"/>
                    </a:cubicBezTo>
                    <a:cubicBezTo>
                      <a:pt x="13" y="13"/>
                      <a:pt x="13" y="13"/>
                      <a:pt x="13" y="13"/>
                    </a:cubicBezTo>
                    <a:cubicBezTo>
                      <a:pt x="13" y="37"/>
                      <a:pt x="13" y="37"/>
                      <a:pt x="13" y="37"/>
                    </a:cubicBezTo>
                    <a:cubicBezTo>
                      <a:pt x="17" y="34"/>
                      <a:pt x="22" y="32"/>
                      <a:pt x="26" y="32"/>
                    </a:cubicBezTo>
                    <a:cubicBezTo>
                      <a:pt x="33" y="32"/>
                      <a:pt x="38" y="34"/>
                      <a:pt x="41" y="38"/>
                    </a:cubicBezTo>
                    <a:cubicBezTo>
                      <a:pt x="43" y="42"/>
                      <a:pt x="44" y="47"/>
                      <a:pt x="44" y="54"/>
                    </a:cubicBezTo>
                    <a:cubicBezTo>
                      <a:pt x="44" y="94"/>
                      <a:pt x="44" y="94"/>
                      <a:pt x="44" y="94"/>
                    </a:cubicBezTo>
                    <a:cubicBezTo>
                      <a:pt x="44" y="108"/>
                      <a:pt x="37" y="114"/>
                      <a:pt x="22" y="114"/>
                    </a:cubicBezTo>
                    <a:cubicBezTo>
                      <a:pt x="14" y="114"/>
                      <a:pt x="8" y="113"/>
                      <a:pt x="5" y="109"/>
                    </a:cubicBezTo>
                    <a:cubicBezTo>
                      <a:pt x="1" y="105"/>
                      <a:pt x="0" y="99"/>
                      <a:pt x="0" y="91"/>
                    </a:cubicBezTo>
                    <a:cubicBezTo>
                      <a:pt x="0" y="78"/>
                      <a:pt x="0" y="78"/>
                      <a:pt x="0" y="78"/>
                    </a:cubicBezTo>
                    <a:lnTo>
                      <a:pt x="13" y="78"/>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99" name="组合 98"/>
          <p:cNvGrpSpPr/>
          <p:nvPr/>
        </p:nvGrpSpPr>
        <p:grpSpPr>
          <a:xfrm>
            <a:off x="4789086" y="3458758"/>
            <a:ext cx="576927" cy="542398"/>
            <a:chOff x="10911948" y="5337885"/>
            <a:chExt cx="576927" cy="542398"/>
          </a:xfrm>
        </p:grpSpPr>
        <p:sp>
          <p:nvSpPr>
            <p:cNvPr id="89" name="椭圆 88"/>
            <p:cNvSpPr/>
            <p:nvPr/>
          </p:nvSpPr>
          <p:spPr>
            <a:xfrm>
              <a:off x="10911948" y="5337885"/>
              <a:ext cx="529593" cy="529592"/>
            </a:xfrm>
            <a:prstGeom prst="ellipse">
              <a:avLst/>
            </a:prstGeom>
            <a:solidFill>
              <a:srgbClr val="EC1A3B"/>
            </a:solidFill>
            <a:ln w="123825">
              <a:gradFill flip="none" rotWithShape="1">
                <a:gsLst>
                  <a:gs pos="2000">
                    <a:srgbClr val="FDFDFD"/>
                  </a:gs>
                  <a:gs pos="100000">
                    <a:srgbClr val="CBCDCE"/>
                  </a:gs>
                </a:gsLst>
                <a:lin ang="16200000" scaled="0"/>
                <a:tileRect/>
              </a:gradFill>
            </a:ln>
            <a:effectLst>
              <a:outerShdw blurRad="76200" dist="38100" dir="2700000" sx="102000" sy="102000" algn="tl" rotWithShape="0">
                <a:prstClr val="black">
                  <a:alpha val="3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94" name="组合 93"/>
            <p:cNvGrpSpPr>
              <a:grpSpLocks noChangeAspect="1"/>
            </p:cNvGrpSpPr>
            <p:nvPr/>
          </p:nvGrpSpPr>
          <p:grpSpPr>
            <a:xfrm>
              <a:off x="11055158" y="5487570"/>
              <a:ext cx="433717" cy="392713"/>
              <a:chOff x="5476875" y="1446213"/>
              <a:chExt cx="755650" cy="684213"/>
            </a:xfrm>
          </p:grpSpPr>
          <p:sp>
            <p:nvSpPr>
              <p:cNvPr id="95" name="Freeform 21"/>
              <p:cNvSpPr>
                <a:spLocks/>
              </p:cNvSpPr>
              <p:nvPr/>
            </p:nvSpPr>
            <p:spPr bwMode="auto">
              <a:xfrm>
                <a:off x="5507038" y="1462088"/>
                <a:ext cx="725487" cy="668338"/>
              </a:xfrm>
              <a:custGeom>
                <a:avLst/>
                <a:gdLst>
                  <a:gd name="T0" fmla="*/ 204 w 457"/>
                  <a:gd name="T1" fmla="*/ 421 h 421"/>
                  <a:gd name="T2" fmla="*/ 0 w 457"/>
                  <a:gd name="T3" fmla="*/ 253 h 421"/>
                  <a:gd name="T4" fmla="*/ 2 w 457"/>
                  <a:gd name="T5" fmla="*/ 16 h 421"/>
                  <a:gd name="T6" fmla="*/ 80 w 457"/>
                  <a:gd name="T7" fmla="*/ 9 h 421"/>
                  <a:gd name="T8" fmla="*/ 123 w 457"/>
                  <a:gd name="T9" fmla="*/ 47 h 421"/>
                  <a:gd name="T10" fmla="*/ 140 w 457"/>
                  <a:gd name="T11" fmla="*/ 7 h 421"/>
                  <a:gd name="T12" fmla="*/ 204 w 457"/>
                  <a:gd name="T13" fmla="*/ 0 h 421"/>
                  <a:gd name="T14" fmla="*/ 457 w 457"/>
                  <a:gd name="T15" fmla="*/ 218 h 421"/>
                  <a:gd name="T16" fmla="*/ 204 w 457"/>
                  <a:gd name="T17" fmla="*/ 421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7" h="421">
                    <a:moveTo>
                      <a:pt x="204" y="421"/>
                    </a:moveTo>
                    <a:lnTo>
                      <a:pt x="0" y="253"/>
                    </a:lnTo>
                    <a:lnTo>
                      <a:pt x="2" y="16"/>
                    </a:lnTo>
                    <a:lnTo>
                      <a:pt x="80" y="9"/>
                    </a:lnTo>
                    <a:lnTo>
                      <a:pt x="123" y="47"/>
                    </a:lnTo>
                    <a:lnTo>
                      <a:pt x="140" y="7"/>
                    </a:lnTo>
                    <a:lnTo>
                      <a:pt x="204" y="0"/>
                    </a:lnTo>
                    <a:lnTo>
                      <a:pt x="457" y="218"/>
                    </a:lnTo>
                    <a:lnTo>
                      <a:pt x="204" y="421"/>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6" name="Freeform 22"/>
              <p:cNvSpPr>
                <a:spLocks noEditPoints="1"/>
              </p:cNvSpPr>
              <p:nvPr/>
            </p:nvSpPr>
            <p:spPr bwMode="auto">
              <a:xfrm>
                <a:off x="5476875" y="1446213"/>
                <a:ext cx="176212" cy="439738"/>
              </a:xfrm>
              <a:custGeom>
                <a:avLst/>
                <a:gdLst>
                  <a:gd name="T0" fmla="*/ 25 w 47"/>
                  <a:gd name="T1" fmla="*/ 0 h 117"/>
                  <a:gd name="T2" fmla="*/ 42 w 47"/>
                  <a:gd name="T3" fmla="*/ 8 h 117"/>
                  <a:gd name="T4" fmla="*/ 47 w 47"/>
                  <a:gd name="T5" fmla="*/ 27 h 117"/>
                  <a:gd name="T6" fmla="*/ 47 w 47"/>
                  <a:gd name="T7" fmla="*/ 94 h 117"/>
                  <a:gd name="T8" fmla="*/ 41 w 47"/>
                  <a:gd name="T9" fmla="*/ 111 h 117"/>
                  <a:gd name="T10" fmla="*/ 24 w 47"/>
                  <a:gd name="T11" fmla="*/ 117 h 117"/>
                  <a:gd name="T12" fmla="*/ 4 w 47"/>
                  <a:gd name="T13" fmla="*/ 108 h 117"/>
                  <a:gd name="T14" fmla="*/ 0 w 47"/>
                  <a:gd name="T15" fmla="*/ 85 h 117"/>
                  <a:gd name="T16" fmla="*/ 0 w 47"/>
                  <a:gd name="T17" fmla="*/ 32 h 117"/>
                  <a:gd name="T18" fmla="*/ 4 w 47"/>
                  <a:gd name="T19" fmla="*/ 9 h 117"/>
                  <a:gd name="T20" fmla="*/ 25 w 47"/>
                  <a:gd name="T21" fmla="*/ 0 h 117"/>
                  <a:gd name="T22" fmla="*/ 24 w 47"/>
                  <a:gd name="T23" fmla="*/ 105 h 117"/>
                  <a:gd name="T24" fmla="*/ 33 w 47"/>
                  <a:gd name="T25" fmla="*/ 90 h 117"/>
                  <a:gd name="T26" fmla="*/ 33 w 47"/>
                  <a:gd name="T27" fmla="*/ 26 h 117"/>
                  <a:gd name="T28" fmla="*/ 24 w 47"/>
                  <a:gd name="T29" fmla="*/ 11 h 117"/>
                  <a:gd name="T30" fmla="*/ 13 w 47"/>
                  <a:gd name="T31" fmla="*/ 26 h 117"/>
                  <a:gd name="T32" fmla="*/ 13 w 47"/>
                  <a:gd name="T33" fmla="*/ 31 h 117"/>
                  <a:gd name="T34" fmla="*/ 13 w 47"/>
                  <a:gd name="T35" fmla="*/ 35 h 117"/>
                  <a:gd name="T36" fmla="*/ 13 w 47"/>
                  <a:gd name="T37" fmla="*/ 54 h 117"/>
                  <a:gd name="T38" fmla="*/ 13 w 47"/>
                  <a:gd name="T39" fmla="*/ 72 h 117"/>
                  <a:gd name="T40" fmla="*/ 13 w 47"/>
                  <a:gd name="T41" fmla="*/ 89 h 117"/>
                  <a:gd name="T42" fmla="*/ 24 w 47"/>
                  <a:gd name="T43" fmla="*/ 10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 h="117">
                    <a:moveTo>
                      <a:pt x="25" y="0"/>
                    </a:moveTo>
                    <a:cubicBezTo>
                      <a:pt x="33" y="0"/>
                      <a:pt x="39" y="3"/>
                      <a:pt x="42" y="8"/>
                    </a:cubicBezTo>
                    <a:cubicBezTo>
                      <a:pt x="45" y="12"/>
                      <a:pt x="47" y="19"/>
                      <a:pt x="47" y="27"/>
                    </a:cubicBezTo>
                    <a:cubicBezTo>
                      <a:pt x="47" y="94"/>
                      <a:pt x="47" y="94"/>
                      <a:pt x="47" y="94"/>
                    </a:cubicBezTo>
                    <a:cubicBezTo>
                      <a:pt x="47" y="101"/>
                      <a:pt x="45" y="107"/>
                      <a:pt x="41" y="111"/>
                    </a:cubicBezTo>
                    <a:cubicBezTo>
                      <a:pt x="37" y="115"/>
                      <a:pt x="31" y="117"/>
                      <a:pt x="24" y="117"/>
                    </a:cubicBezTo>
                    <a:cubicBezTo>
                      <a:pt x="14" y="117"/>
                      <a:pt x="7" y="114"/>
                      <a:pt x="4" y="108"/>
                    </a:cubicBezTo>
                    <a:cubicBezTo>
                      <a:pt x="1" y="104"/>
                      <a:pt x="0" y="96"/>
                      <a:pt x="0" y="85"/>
                    </a:cubicBezTo>
                    <a:cubicBezTo>
                      <a:pt x="0" y="32"/>
                      <a:pt x="0" y="32"/>
                      <a:pt x="0" y="32"/>
                    </a:cubicBezTo>
                    <a:cubicBezTo>
                      <a:pt x="0" y="21"/>
                      <a:pt x="1" y="13"/>
                      <a:pt x="4" y="9"/>
                    </a:cubicBezTo>
                    <a:cubicBezTo>
                      <a:pt x="8" y="3"/>
                      <a:pt x="15" y="0"/>
                      <a:pt x="25" y="0"/>
                    </a:cubicBezTo>
                    <a:close/>
                    <a:moveTo>
                      <a:pt x="24" y="105"/>
                    </a:moveTo>
                    <a:cubicBezTo>
                      <a:pt x="30" y="105"/>
                      <a:pt x="33" y="100"/>
                      <a:pt x="33" y="90"/>
                    </a:cubicBezTo>
                    <a:cubicBezTo>
                      <a:pt x="33" y="26"/>
                      <a:pt x="33" y="26"/>
                      <a:pt x="33" y="26"/>
                    </a:cubicBezTo>
                    <a:cubicBezTo>
                      <a:pt x="33" y="16"/>
                      <a:pt x="30" y="11"/>
                      <a:pt x="24" y="11"/>
                    </a:cubicBezTo>
                    <a:cubicBezTo>
                      <a:pt x="17" y="11"/>
                      <a:pt x="13" y="16"/>
                      <a:pt x="13" y="26"/>
                    </a:cubicBezTo>
                    <a:cubicBezTo>
                      <a:pt x="13" y="31"/>
                      <a:pt x="13" y="31"/>
                      <a:pt x="13" y="31"/>
                    </a:cubicBezTo>
                    <a:cubicBezTo>
                      <a:pt x="13" y="35"/>
                      <a:pt x="13" y="35"/>
                      <a:pt x="13" y="35"/>
                    </a:cubicBezTo>
                    <a:cubicBezTo>
                      <a:pt x="13" y="54"/>
                      <a:pt x="13" y="54"/>
                      <a:pt x="13" y="54"/>
                    </a:cubicBezTo>
                    <a:cubicBezTo>
                      <a:pt x="13" y="72"/>
                      <a:pt x="13" y="72"/>
                      <a:pt x="13" y="72"/>
                    </a:cubicBezTo>
                    <a:cubicBezTo>
                      <a:pt x="13" y="89"/>
                      <a:pt x="13" y="89"/>
                      <a:pt x="13" y="89"/>
                    </a:cubicBezTo>
                    <a:cubicBezTo>
                      <a:pt x="13" y="100"/>
                      <a:pt x="17" y="105"/>
                      <a:pt x="24" y="105"/>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7" name="Freeform 23"/>
              <p:cNvSpPr>
                <a:spLocks noEditPoints="1"/>
              </p:cNvSpPr>
              <p:nvPr/>
            </p:nvSpPr>
            <p:spPr bwMode="auto">
              <a:xfrm>
                <a:off x="5688013" y="1446213"/>
                <a:ext cx="173037" cy="439738"/>
              </a:xfrm>
              <a:custGeom>
                <a:avLst/>
                <a:gdLst>
                  <a:gd name="T0" fmla="*/ 0 w 46"/>
                  <a:gd name="T1" fmla="*/ 19 h 117"/>
                  <a:gd name="T2" fmla="*/ 7 w 46"/>
                  <a:gd name="T3" fmla="*/ 5 h 117"/>
                  <a:gd name="T4" fmla="*/ 23 w 46"/>
                  <a:gd name="T5" fmla="*/ 0 h 117"/>
                  <a:gd name="T6" fmla="*/ 43 w 46"/>
                  <a:gd name="T7" fmla="*/ 10 h 117"/>
                  <a:gd name="T8" fmla="*/ 46 w 46"/>
                  <a:gd name="T9" fmla="*/ 34 h 117"/>
                  <a:gd name="T10" fmla="*/ 33 w 46"/>
                  <a:gd name="T11" fmla="*/ 35 h 117"/>
                  <a:gd name="T12" fmla="*/ 33 w 46"/>
                  <a:gd name="T13" fmla="*/ 28 h 117"/>
                  <a:gd name="T14" fmla="*/ 24 w 46"/>
                  <a:gd name="T15" fmla="*/ 12 h 117"/>
                  <a:gd name="T16" fmla="*/ 14 w 46"/>
                  <a:gd name="T17" fmla="*/ 24 h 117"/>
                  <a:gd name="T18" fmla="*/ 14 w 46"/>
                  <a:gd name="T19" fmla="*/ 52 h 117"/>
                  <a:gd name="T20" fmla="*/ 29 w 46"/>
                  <a:gd name="T21" fmla="*/ 46 h 117"/>
                  <a:gd name="T22" fmla="*/ 46 w 46"/>
                  <a:gd name="T23" fmla="*/ 67 h 117"/>
                  <a:gd name="T24" fmla="*/ 46 w 46"/>
                  <a:gd name="T25" fmla="*/ 96 h 117"/>
                  <a:gd name="T26" fmla="*/ 22 w 46"/>
                  <a:gd name="T27" fmla="*/ 117 h 117"/>
                  <a:gd name="T28" fmla="*/ 6 w 46"/>
                  <a:gd name="T29" fmla="*/ 111 h 117"/>
                  <a:gd name="T30" fmla="*/ 0 w 46"/>
                  <a:gd name="T31" fmla="*/ 95 h 117"/>
                  <a:gd name="T32" fmla="*/ 0 w 46"/>
                  <a:gd name="T33" fmla="*/ 19 h 117"/>
                  <a:gd name="T34" fmla="*/ 14 w 46"/>
                  <a:gd name="T35" fmla="*/ 97 h 117"/>
                  <a:gd name="T36" fmla="*/ 17 w 46"/>
                  <a:gd name="T37" fmla="*/ 103 h 117"/>
                  <a:gd name="T38" fmla="*/ 24 w 46"/>
                  <a:gd name="T39" fmla="*/ 105 h 117"/>
                  <a:gd name="T40" fmla="*/ 32 w 46"/>
                  <a:gd name="T41" fmla="*/ 100 h 117"/>
                  <a:gd name="T42" fmla="*/ 33 w 46"/>
                  <a:gd name="T43" fmla="*/ 89 h 117"/>
                  <a:gd name="T44" fmla="*/ 33 w 46"/>
                  <a:gd name="T45" fmla="*/ 81 h 117"/>
                  <a:gd name="T46" fmla="*/ 33 w 46"/>
                  <a:gd name="T47" fmla="*/ 77 h 117"/>
                  <a:gd name="T48" fmla="*/ 33 w 46"/>
                  <a:gd name="T49" fmla="*/ 73 h 117"/>
                  <a:gd name="T50" fmla="*/ 25 w 46"/>
                  <a:gd name="T51" fmla="*/ 58 h 117"/>
                  <a:gd name="T52" fmla="*/ 23 w 46"/>
                  <a:gd name="T53" fmla="*/ 58 h 117"/>
                  <a:gd name="T54" fmla="*/ 14 w 46"/>
                  <a:gd name="T55" fmla="*/ 70 h 117"/>
                  <a:gd name="T56" fmla="*/ 14 w 46"/>
                  <a:gd name="T57" fmla="*/ 9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6" h="117">
                    <a:moveTo>
                      <a:pt x="0" y="19"/>
                    </a:moveTo>
                    <a:cubicBezTo>
                      <a:pt x="0" y="13"/>
                      <a:pt x="3" y="9"/>
                      <a:pt x="7" y="5"/>
                    </a:cubicBezTo>
                    <a:cubicBezTo>
                      <a:pt x="12" y="2"/>
                      <a:pt x="17" y="0"/>
                      <a:pt x="23" y="0"/>
                    </a:cubicBezTo>
                    <a:cubicBezTo>
                      <a:pt x="34" y="0"/>
                      <a:pt x="40" y="3"/>
                      <a:pt x="43" y="10"/>
                    </a:cubicBezTo>
                    <a:cubicBezTo>
                      <a:pt x="45" y="14"/>
                      <a:pt x="46" y="22"/>
                      <a:pt x="46" y="34"/>
                    </a:cubicBezTo>
                    <a:cubicBezTo>
                      <a:pt x="33" y="35"/>
                      <a:pt x="33" y="35"/>
                      <a:pt x="33" y="35"/>
                    </a:cubicBezTo>
                    <a:cubicBezTo>
                      <a:pt x="33" y="28"/>
                      <a:pt x="33" y="28"/>
                      <a:pt x="33" y="28"/>
                    </a:cubicBezTo>
                    <a:cubicBezTo>
                      <a:pt x="33" y="17"/>
                      <a:pt x="30" y="12"/>
                      <a:pt x="24" y="12"/>
                    </a:cubicBezTo>
                    <a:cubicBezTo>
                      <a:pt x="17" y="12"/>
                      <a:pt x="14" y="16"/>
                      <a:pt x="14" y="24"/>
                    </a:cubicBezTo>
                    <a:cubicBezTo>
                      <a:pt x="14" y="52"/>
                      <a:pt x="14" y="52"/>
                      <a:pt x="14" y="52"/>
                    </a:cubicBezTo>
                    <a:cubicBezTo>
                      <a:pt x="19" y="48"/>
                      <a:pt x="24" y="46"/>
                      <a:pt x="29" y="46"/>
                    </a:cubicBezTo>
                    <a:cubicBezTo>
                      <a:pt x="40" y="46"/>
                      <a:pt x="46" y="53"/>
                      <a:pt x="46" y="67"/>
                    </a:cubicBezTo>
                    <a:cubicBezTo>
                      <a:pt x="46" y="96"/>
                      <a:pt x="46" y="96"/>
                      <a:pt x="46" y="96"/>
                    </a:cubicBezTo>
                    <a:cubicBezTo>
                      <a:pt x="46" y="110"/>
                      <a:pt x="38" y="117"/>
                      <a:pt x="22" y="117"/>
                    </a:cubicBezTo>
                    <a:cubicBezTo>
                      <a:pt x="16" y="117"/>
                      <a:pt x="10" y="115"/>
                      <a:pt x="6" y="111"/>
                    </a:cubicBezTo>
                    <a:cubicBezTo>
                      <a:pt x="2" y="107"/>
                      <a:pt x="0" y="102"/>
                      <a:pt x="0" y="95"/>
                    </a:cubicBezTo>
                    <a:lnTo>
                      <a:pt x="0" y="19"/>
                    </a:lnTo>
                    <a:close/>
                    <a:moveTo>
                      <a:pt x="14" y="97"/>
                    </a:moveTo>
                    <a:cubicBezTo>
                      <a:pt x="14" y="99"/>
                      <a:pt x="15" y="101"/>
                      <a:pt x="17" y="103"/>
                    </a:cubicBezTo>
                    <a:cubicBezTo>
                      <a:pt x="19" y="105"/>
                      <a:pt x="21" y="105"/>
                      <a:pt x="24" y="105"/>
                    </a:cubicBezTo>
                    <a:cubicBezTo>
                      <a:pt x="28" y="105"/>
                      <a:pt x="31" y="104"/>
                      <a:pt x="32" y="100"/>
                    </a:cubicBezTo>
                    <a:cubicBezTo>
                      <a:pt x="33" y="98"/>
                      <a:pt x="33" y="94"/>
                      <a:pt x="33" y="89"/>
                    </a:cubicBezTo>
                    <a:cubicBezTo>
                      <a:pt x="33" y="81"/>
                      <a:pt x="33" y="81"/>
                      <a:pt x="33" y="81"/>
                    </a:cubicBezTo>
                    <a:cubicBezTo>
                      <a:pt x="33" y="77"/>
                      <a:pt x="33" y="77"/>
                      <a:pt x="33" y="77"/>
                    </a:cubicBezTo>
                    <a:cubicBezTo>
                      <a:pt x="33" y="73"/>
                      <a:pt x="33" y="73"/>
                      <a:pt x="33" y="73"/>
                    </a:cubicBezTo>
                    <a:cubicBezTo>
                      <a:pt x="33" y="63"/>
                      <a:pt x="30" y="58"/>
                      <a:pt x="25" y="58"/>
                    </a:cubicBezTo>
                    <a:cubicBezTo>
                      <a:pt x="23" y="58"/>
                      <a:pt x="23" y="58"/>
                      <a:pt x="23" y="58"/>
                    </a:cubicBezTo>
                    <a:cubicBezTo>
                      <a:pt x="17" y="58"/>
                      <a:pt x="14" y="62"/>
                      <a:pt x="14" y="70"/>
                    </a:cubicBezTo>
                    <a:lnTo>
                      <a:pt x="14" y="97"/>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sp>
        <p:nvSpPr>
          <p:cNvPr id="100" name="矩形 39"/>
          <p:cNvSpPr/>
          <p:nvPr/>
        </p:nvSpPr>
        <p:spPr>
          <a:xfrm>
            <a:off x="0" y="203088"/>
            <a:ext cx="2492990" cy="523220"/>
          </a:xfrm>
          <a:prstGeom prst="rect">
            <a:avLst/>
          </a:prstGeom>
          <a:noFill/>
        </p:spPr>
        <p:txBody>
          <a:bodyPr wrap="none" rtlCol="0">
            <a:spAutoFit/>
          </a:bodyPr>
          <a:lstStyle/>
          <a:p>
            <a:r>
              <a:rPr lang="zh-CN" altLang="en-US" sz="2800" b="1" dirty="0">
                <a:solidFill>
                  <a:schemeClr val="tx1">
                    <a:lumMod val="65000"/>
                    <a:lumOff val="35000"/>
                  </a:schemeClr>
                </a:solidFill>
              </a:rPr>
              <a:t>六项并列</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包含</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6758817"/>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0" name="组合 39"/>
          <p:cNvGrpSpPr/>
          <p:nvPr/>
        </p:nvGrpSpPr>
        <p:grpSpPr>
          <a:xfrm>
            <a:off x="2739211" y="1764977"/>
            <a:ext cx="6713577" cy="4619950"/>
            <a:chOff x="465138" y="1028700"/>
            <a:chExt cx="7783512" cy="5356226"/>
          </a:xfrm>
        </p:grpSpPr>
        <p:sp>
          <p:nvSpPr>
            <p:cNvPr id="8" name="Freeform 137"/>
            <p:cNvSpPr>
              <a:spLocks/>
            </p:cNvSpPr>
            <p:nvPr/>
          </p:nvSpPr>
          <p:spPr bwMode="auto">
            <a:xfrm>
              <a:off x="5535613" y="1028700"/>
              <a:ext cx="2400300" cy="655638"/>
            </a:xfrm>
            <a:custGeom>
              <a:avLst/>
              <a:gdLst>
                <a:gd name="T0" fmla="*/ 8 w 1512"/>
                <a:gd name="T1" fmla="*/ 413 h 413"/>
                <a:gd name="T2" fmla="*/ 414 w 1512"/>
                <a:gd name="T3" fmla="*/ 11 h 413"/>
                <a:gd name="T4" fmla="*/ 1512 w 1512"/>
                <a:gd name="T5" fmla="*/ 11 h 413"/>
                <a:gd name="T6" fmla="*/ 1512 w 1512"/>
                <a:gd name="T7" fmla="*/ 0 h 413"/>
                <a:gd name="T8" fmla="*/ 406 w 1512"/>
                <a:gd name="T9" fmla="*/ 0 h 413"/>
                <a:gd name="T10" fmla="*/ 0 w 1512"/>
                <a:gd name="T11" fmla="*/ 406 h 413"/>
                <a:gd name="T12" fmla="*/ 8 w 1512"/>
                <a:gd name="T13" fmla="*/ 413 h 413"/>
              </a:gdLst>
              <a:ahLst/>
              <a:cxnLst>
                <a:cxn ang="0">
                  <a:pos x="T0" y="T1"/>
                </a:cxn>
                <a:cxn ang="0">
                  <a:pos x="T2" y="T3"/>
                </a:cxn>
                <a:cxn ang="0">
                  <a:pos x="T4" y="T5"/>
                </a:cxn>
                <a:cxn ang="0">
                  <a:pos x="T6" y="T7"/>
                </a:cxn>
                <a:cxn ang="0">
                  <a:pos x="T8" y="T9"/>
                </a:cxn>
                <a:cxn ang="0">
                  <a:pos x="T10" y="T11"/>
                </a:cxn>
                <a:cxn ang="0">
                  <a:pos x="T12" y="T13"/>
                </a:cxn>
              </a:cxnLst>
              <a:rect l="0" t="0" r="r" b="b"/>
              <a:pathLst>
                <a:path w="1512" h="413">
                  <a:moveTo>
                    <a:pt x="8" y="413"/>
                  </a:moveTo>
                  <a:lnTo>
                    <a:pt x="414" y="11"/>
                  </a:lnTo>
                  <a:lnTo>
                    <a:pt x="1512" y="11"/>
                  </a:lnTo>
                  <a:lnTo>
                    <a:pt x="1512" y="0"/>
                  </a:lnTo>
                  <a:lnTo>
                    <a:pt x="406" y="0"/>
                  </a:lnTo>
                  <a:lnTo>
                    <a:pt x="0" y="406"/>
                  </a:lnTo>
                  <a:lnTo>
                    <a:pt x="8" y="413"/>
                  </a:ln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 name="Freeform 140"/>
            <p:cNvSpPr>
              <a:spLocks/>
            </p:cNvSpPr>
            <p:nvPr/>
          </p:nvSpPr>
          <p:spPr bwMode="auto">
            <a:xfrm>
              <a:off x="784225" y="1028700"/>
              <a:ext cx="2393950" cy="655638"/>
            </a:xfrm>
            <a:custGeom>
              <a:avLst/>
              <a:gdLst>
                <a:gd name="T0" fmla="*/ 1508 w 1508"/>
                <a:gd name="T1" fmla="*/ 406 h 413"/>
                <a:gd name="T2" fmla="*/ 1102 w 1508"/>
                <a:gd name="T3" fmla="*/ 0 h 413"/>
                <a:gd name="T4" fmla="*/ 0 w 1508"/>
                <a:gd name="T5" fmla="*/ 0 h 413"/>
                <a:gd name="T6" fmla="*/ 0 w 1508"/>
                <a:gd name="T7" fmla="*/ 11 h 413"/>
                <a:gd name="T8" fmla="*/ 1098 w 1508"/>
                <a:gd name="T9" fmla="*/ 11 h 413"/>
                <a:gd name="T10" fmla="*/ 1501 w 1508"/>
                <a:gd name="T11" fmla="*/ 413 h 413"/>
                <a:gd name="T12" fmla="*/ 1508 w 1508"/>
                <a:gd name="T13" fmla="*/ 406 h 413"/>
              </a:gdLst>
              <a:ahLst/>
              <a:cxnLst>
                <a:cxn ang="0">
                  <a:pos x="T0" y="T1"/>
                </a:cxn>
                <a:cxn ang="0">
                  <a:pos x="T2" y="T3"/>
                </a:cxn>
                <a:cxn ang="0">
                  <a:pos x="T4" y="T5"/>
                </a:cxn>
                <a:cxn ang="0">
                  <a:pos x="T6" y="T7"/>
                </a:cxn>
                <a:cxn ang="0">
                  <a:pos x="T8" y="T9"/>
                </a:cxn>
                <a:cxn ang="0">
                  <a:pos x="T10" y="T11"/>
                </a:cxn>
                <a:cxn ang="0">
                  <a:pos x="T12" y="T13"/>
                </a:cxn>
              </a:cxnLst>
              <a:rect l="0" t="0" r="r" b="b"/>
              <a:pathLst>
                <a:path w="1508" h="413">
                  <a:moveTo>
                    <a:pt x="1508" y="406"/>
                  </a:moveTo>
                  <a:lnTo>
                    <a:pt x="1102" y="0"/>
                  </a:lnTo>
                  <a:lnTo>
                    <a:pt x="0" y="0"/>
                  </a:lnTo>
                  <a:lnTo>
                    <a:pt x="0" y="11"/>
                  </a:lnTo>
                  <a:lnTo>
                    <a:pt x="1098" y="11"/>
                  </a:lnTo>
                  <a:lnTo>
                    <a:pt x="1501" y="413"/>
                  </a:lnTo>
                  <a:lnTo>
                    <a:pt x="1508" y="406"/>
                  </a:ln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 name="Freeform 143"/>
            <p:cNvSpPr>
              <a:spLocks/>
            </p:cNvSpPr>
            <p:nvPr/>
          </p:nvSpPr>
          <p:spPr bwMode="auto">
            <a:xfrm>
              <a:off x="5535613" y="5729288"/>
              <a:ext cx="2400300" cy="655638"/>
            </a:xfrm>
            <a:custGeom>
              <a:avLst/>
              <a:gdLst>
                <a:gd name="T0" fmla="*/ 0 w 1512"/>
                <a:gd name="T1" fmla="*/ 7 h 413"/>
                <a:gd name="T2" fmla="*/ 406 w 1512"/>
                <a:gd name="T3" fmla="*/ 413 h 413"/>
                <a:gd name="T4" fmla="*/ 1512 w 1512"/>
                <a:gd name="T5" fmla="*/ 413 h 413"/>
                <a:gd name="T6" fmla="*/ 1512 w 1512"/>
                <a:gd name="T7" fmla="*/ 405 h 413"/>
                <a:gd name="T8" fmla="*/ 414 w 1512"/>
                <a:gd name="T9" fmla="*/ 405 h 413"/>
                <a:gd name="T10" fmla="*/ 8 w 1512"/>
                <a:gd name="T11" fmla="*/ 0 h 413"/>
                <a:gd name="T12" fmla="*/ 0 w 1512"/>
                <a:gd name="T13" fmla="*/ 7 h 413"/>
              </a:gdLst>
              <a:ahLst/>
              <a:cxnLst>
                <a:cxn ang="0">
                  <a:pos x="T0" y="T1"/>
                </a:cxn>
                <a:cxn ang="0">
                  <a:pos x="T2" y="T3"/>
                </a:cxn>
                <a:cxn ang="0">
                  <a:pos x="T4" y="T5"/>
                </a:cxn>
                <a:cxn ang="0">
                  <a:pos x="T6" y="T7"/>
                </a:cxn>
                <a:cxn ang="0">
                  <a:pos x="T8" y="T9"/>
                </a:cxn>
                <a:cxn ang="0">
                  <a:pos x="T10" y="T11"/>
                </a:cxn>
                <a:cxn ang="0">
                  <a:pos x="T12" y="T13"/>
                </a:cxn>
              </a:cxnLst>
              <a:rect l="0" t="0" r="r" b="b"/>
              <a:pathLst>
                <a:path w="1512" h="413">
                  <a:moveTo>
                    <a:pt x="0" y="7"/>
                  </a:moveTo>
                  <a:lnTo>
                    <a:pt x="406" y="413"/>
                  </a:lnTo>
                  <a:lnTo>
                    <a:pt x="1512" y="413"/>
                  </a:lnTo>
                  <a:lnTo>
                    <a:pt x="1512" y="405"/>
                  </a:lnTo>
                  <a:lnTo>
                    <a:pt x="414" y="405"/>
                  </a:lnTo>
                  <a:lnTo>
                    <a:pt x="8" y="0"/>
                  </a:lnTo>
                  <a:lnTo>
                    <a:pt x="0" y="7"/>
                  </a:ln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 name="Freeform 146"/>
            <p:cNvSpPr>
              <a:spLocks/>
            </p:cNvSpPr>
            <p:nvPr/>
          </p:nvSpPr>
          <p:spPr bwMode="auto">
            <a:xfrm>
              <a:off x="784225" y="5729288"/>
              <a:ext cx="2393950" cy="655638"/>
            </a:xfrm>
            <a:custGeom>
              <a:avLst/>
              <a:gdLst>
                <a:gd name="T0" fmla="*/ 1501 w 1508"/>
                <a:gd name="T1" fmla="*/ 0 h 413"/>
                <a:gd name="T2" fmla="*/ 1098 w 1508"/>
                <a:gd name="T3" fmla="*/ 405 h 413"/>
                <a:gd name="T4" fmla="*/ 0 w 1508"/>
                <a:gd name="T5" fmla="*/ 405 h 413"/>
                <a:gd name="T6" fmla="*/ 0 w 1508"/>
                <a:gd name="T7" fmla="*/ 413 h 413"/>
                <a:gd name="T8" fmla="*/ 1102 w 1508"/>
                <a:gd name="T9" fmla="*/ 413 h 413"/>
                <a:gd name="T10" fmla="*/ 1508 w 1508"/>
                <a:gd name="T11" fmla="*/ 7 h 413"/>
                <a:gd name="T12" fmla="*/ 1501 w 1508"/>
                <a:gd name="T13" fmla="*/ 0 h 413"/>
              </a:gdLst>
              <a:ahLst/>
              <a:cxnLst>
                <a:cxn ang="0">
                  <a:pos x="T0" y="T1"/>
                </a:cxn>
                <a:cxn ang="0">
                  <a:pos x="T2" y="T3"/>
                </a:cxn>
                <a:cxn ang="0">
                  <a:pos x="T4" y="T5"/>
                </a:cxn>
                <a:cxn ang="0">
                  <a:pos x="T6" y="T7"/>
                </a:cxn>
                <a:cxn ang="0">
                  <a:pos x="T8" y="T9"/>
                </a:cxn>
                <a:cxn ang="0">
                  <a:pos x="T10" y="T11"/>
                </a:cxn>
                <a:cxn ang="0">
                  <a:pos x="T12" y="T13"/>
                </a:cxn>
              </a:cxnLst>
              <a:rect l="0" t="0" r="r" b="b"/>
              <a:pathLst>
                <a:path w="1508" h="413">
                  <a:moveTo>
                    <a:pt x="1501" y="0"/>
                  </a:moveTo>
                  <a:lnTo>
                    <a:pt x="1098" y="405"/>
                  </a:lnTo>
                  <a:lnTo>
                    <a:pt x="0" y="405"/>
                  </a:lnTo>
                  <a:lnTo>
                    <a:pt x="0" y="413"/>
                  </a:lnTo>
                  <a:lnTo>
                    <a:pt x="1102" y="413"/>
                  </a:lnTo>
                  <a:lnTo>
                    <a:pt x="1508" y="7"/>
                  </a:lnTo>
                  <a:lnTo>
                    <a:pt x="1501" y="0"/>
                  </a:ln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 name="Rectangle 149"/>
            <p:cNvSpPr>
              <a:spLocks noChangeArrowheads="1"/>
            </p:cNvSpPr>
            <p:nvPr/>
          </p:nvSpPr>
          <p:spPr bwMode="auto">
            <a:xfrm>
              <a:off x="6729413" y="3700463"/>
              <a:ext cx="1519237" cy="17463"/>
            </a:xfrm>
            <a:prstGeom prst="rect">
              <a:avLst/>
            </a:pr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 name="Rectangle 153"/>
            <p:cNvSpPr>
              <a:spLocks noChangeArrowheads="1"/>
            </p:cNvSpPr>
            <p:nvPr/>
          </p:nvSpPr>
          <p:spPr bwMode="auto">
            <a:xfrm>
              <a:off x="465138" y="3700463"/>
              <a:ext cx="1519237" cy="17463"/>
            </a:xfrm>
            <a:prstGeom prst="rect">
              <a:avLst/>
            </a:pr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 name="Freeform 11"/>
            <p:cNvSpPr>
              <a:spLocks/>
            </p:cNvSpPr>
            <p:nvPr/>
          </p:nvSpPr>
          <p:spPr bwMode="auto">
            <a:xfrm>
              <a:off x="2516188" y="2647950"/>
              <a:ext cx="414337" cy="2122488"/>
            </a:xfrm>
            <a:custGeom>
              <a:avLst/>
              <a:gdLst>
                <a:gd name="T0" fmla="*/ 257 w 261"/>
                <a:gd name="T1" fmla="*/ 149 h 1337"/>
                <a:gd name="T2" fmla="*/ 261 w 261"/>
                <a:gd name="T3" fmla="*/ 149 h 1337"/>
                <a:gd name="T4" fmla="*/ 4 w 261"/>
                <a:gd name="T5" fmla="*/ 0 h 1337"/>
                <a:gd name="T6" fmla="*/ 0 w 261"/>
                <a:gd name="T7" fmla="*/ 0 h 1337"/>
                <a:gd name="T8" fmla="*/ 0 w 261"/>
                <a:gd name="T9" fmla="*/ 1337 h 1337"/>
                <a:gd name="T10" fmla="*/ 257 w 261"/>
                <a:gd name="T11" fmla="*/ 1188 h 1337"/>
                <a:gd name="T12" fmla="*/ 257 w 261"/>
                <a:gd name="T13" fmla="*/ 149 h 1337"/>
              </a:gdLst>
              <a:ahLst/>
              <a:cxnLst>
                <a:cxn ang="0">
                  <a:pos x="T0" y="T1"/>
                </a:cxn>
                <a:cxn ang="0">
                  <a:pos x="T2" y="T3"/>
                </a:cxn>
                <a:cxn ang="0">
                  <a:pos x="T4" y="T5"/>
                </a:cxn>
                <a:cxn ang="0">
                  <a:pos x="T6" y="T7"/>
                </a:cxn>
                <a:cxn ang="0">
                  <a:pos x="T8" y="T9"/>
                </a:cxn>
                <a:cxn ang="0">
                  <a:pos x="T10" y="T11"/>
                </a:cxn>
                <a:cxn ang="0">
                  <a:pos x="T12" y="T13"/>
                </a:cxn>
              </a:cxnLst>
              <a:rect l="0" t="0" r="r" b="b"/>
              <a:pathLst>
                <a:path w="261" h="1337">
                  <a:moveTo>
                    <a:pt x="257" y="149"/>
                  </a:moveTo>
                  <a:lnTo>
                    <a:pt x="261" y="149"/>
                  </a:lnTo>
                  <a:lnTo>
                    <a:pt x="4" y="0"/>
                  </a:lnTo>
                  <a:lnTo>
                    <a:pt x="0" y="0"/>
                  </a:lnTo>
                  <a:lnTo>
                    <a:pt x="0" y="1337"/>
                  </a:lnTo>
                  <a:lnTo>
                    <a:pt x="257" y="1188"/>
                  </a:lnTo>
                  <a:lnTo>
                    <a:pt x="257" y="149"/>
                  </a:lnTo>
                  <a:close/>
                </a:path>
              </a:pathLst>
            </a:custGeom>
            <a:solidFill>
              <a:srgbClr val="86BF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5"/>
            <p:cNvSpPr>
              <a:spLocks/>
            </p:cNvSpPr>
            <p:nvPr/>
          </p:nvSpPr>
          <p:spPr bwMode="auto">
            <a:xfrm>
              <a:off x="4360863" y="1590675"/>
              <a:ext cx="1831975" cy="1293813"/>
            </a:xfrm>
            <a:custGeom>
              <a:avLst/>
              <a:gdLst>
                <a:gd name="T0" fmla="*/ 897 w 1154"/>
                <a:gd name="T1" fmla="*/ 815 h 815"/>
                <a:gd name="T2" fmla="*/ 1154 w 1154"/>
                <a:gd name="T3" fmla="*/ 666 h 815"/>
                <a:gd name="T4" fmla="*/ 0 w 1154"/>
                <a:gd name="T5" fmla="*/ 0 h 815"/>
                <a:gd name="T6" fmla="*/ 0 w 1154"/>
                <a:gd name="T7" fmla="*/ 294 h 815"/>
                <a:gd name="T8" fmla="*/ 897 w 1154"/>
                <a:gd name="T9" fmla="*/ 815 h 815"/>
              </a:gdLst>
              <a:ahLst/>
              <a:cxnLst>
                <a:cxn ang="0">
                  <a:pos x="T0" y="T1"/>
                </a:cxn>
                <a:cxn ang="0">
                  <a:pos x="T2" y="T3"/>
                </a:cxn>
                <a:cxn ang="0">
                  <a:pos x="T4" y="T5"/>
                </a:cxn>
                <a:cxn ang="0">
                  <a:pos x="T6" y="T7"/>
                </a:cxn>
                <a:cxn ang="0">
                  <a:pos x="T8" y="T9"/>
                </a:cxn>
              </a:cxnLst>
              <a:rect l="0" t="0" r="r" b="b"/>
              <a:pathLst>
                <a:path w="1154" h="815">
                  <a:moveTo>
                    <a:pt x="897" y="815"/>
                  </a:moveTo>
                  <a:lnTo>
                    <a:pt x="1154" y="666"/>
                  </a:lnTo>
                  <a:lnTo>
                    <a:pt x="0" y="0"/>
                  </a:lnTo>
                  <a:lnTo>
                    <a:pt x="0" y="294"/>
                  </a:lnTo>
                  <a:lnTo>
                    <a:pt x="897" y="815"/>
                  </a:lnTo>
                  <a:close/>
                </a:path>
              </a:pathLst>
            </a:custGeom>
            <a:solidFill>
              <a:srgbClr val="823890">
                <a:alpha val="80000"/>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 name="Freeform 19"/>
            <p:cNvSpPr>
              <a:spLocks/>
            </p:cNvSpPr>
            <p:nvPr/>
          </p:nvSpPr>
          <p:spPr bwMode="auto">
            <a:xfrm>
              <a:off x="4360863" y="4533900"/>
              <a:ext cx="1836737" cy="1306513"/>
            </a:xfrm>
            <a:custGeom>
              <a:avLst/>
              <a:gdLst>
                <a:gd name="T0" fmla="*/ 900 w 1157"/>
                <a:gd name="T1" fmla="*/ 4 h 823"/>
                <a:gd name="T2" fmla="*/ 0 w 1157"/>
                <a:gd name="T3" fmla="*/ 525 h 823"/>
                <a:gd name="T4" fmla="*/ 0 w 1157"/>
                <a:gd name="T5" fmla="*/ 823 h 823"/>
                <a:gd name="T6" fmla="*/ 1157 w 1157"/>
                <a:gd name="T7" fmla="*/ 153 h 823"/>
                <a:gd name="T8" fmla="*/ 1157 w 1157"/>
                <a:gd name="T9" fmla="*/ 149 h 823"/>
                <a:gd name="T10" fmla="*/ 900 w 1157"/>
                <a:gd name="T11" fmla="*/ 0 h 823"/>
                <a:gd name="T12" fmla="*/ 900 w 1157"/>
                <a:gd name="T13" fmla="*/ 4 h 823"/>
              </a:gdLst>
              <a:ahLst/>
              <a:cxnLst>
                <a:cxn ang="0">
                  <a:pos x="T0" y="T1"/>
                </a:cxn>
                <a:cxn ang="0">
                  <a:pos x="T2" y="T3"/>
                </a:cxn>
                <a:cxn ang="0">
                  <a:pos x="T4" y="T5"/>
                </a:cxn>
                <a:cxn ang="0">
                  <a:pos x="T6" y="T7"/>
                </a:cxn>
                <a:cxn ang="0">
                  <a:pos x="T8" y="T9"/>
                </a:cxn>
                <a:cxn ang="0">
                  <a:pos x="T10" y="T11"/>
                </a:cxn>
                <a:cxn ang="0">
                  <a:pos x="T12" y="T13"/>
                </a:cxn>
              </a:cxnLst>
              <a:rect l="0" t="0" r="r" b="b"/>
              <a:pathLst>
                <a:path w="1157" h="823">
                  <a:moveTo>
                    <a:pt x="900" y="4"/>
                  </a:moveTo>
                  <a:lnTo>
                    <a:pt x="0" y="525"/>
                  </a:lnTo>
                  <a:lnTo>
                    <a:pt x="0" y="823"/>
                  </a:lnTo>
                  <a:lnTo>
                    <a:pt x="1157" y="153"/>
                  </a:lnTo>
                  <a:lnTo>
                    <a:pt x="1157" y="149"/>
                  </a:lnTo>
                  <a:lnTo>
                    <a:pt x="900" y="0"/>
                  </a:lnTo>
                  <a:lnTo>
                    <a:pt x="900" y="4"/>
                  </a:lnTo>
                  <a:close/>
                </a:path>
              </a:pathLst>
            </a:custGeom>
            <a:solidFill>
              <a:srgbClr val="309E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23"/>
            <p:cNvSpPr>
              <a:spLocks/>
            </p:cNvSpPr>
            <p:nvPr/>
          </p:nvSpPr>
          <p:spPr bwMode="auto">
            <a:xfrm>
              <a:off x="5784850" y="2647950"/>
              <a:ext cx="412750" cy="2122488"/>
            </a:xfrm>
            <a:custGeom>
              <a:avLst/>
              <a:gdLst>
                <a:gd name="T0" fmla="*/ 257 w 260"/>
                <a:gd name="T1" fmla="*/ 0 h 1337"/>
                <a:gd name="T2" fmla="*/ 0 w 260"/>
                <a:gd name="T3" fmla="*/ 149 h 1337"/>
                <a:gd name="T4" fmla="*/ 3 w 260"/>
                <a:gd name="T5" fmla="*/ 149 h 1337"/>
                <a:gd name="T6" fmla="*/ 3 w 260"/>
                <a:gd name="T7" fmla="*/ 1188 h 1337"/>
                <a:gd name="T8" fmla="*/ 260 w 260"/>
                <a:gd name="T9" fmla="*/ 1337 h 1337"/>
                <a:gd name="T10" fmla="*/ 260 w 260"/>
                <a:gd name="T11" fmla="*/ 0 h 1337"/>
                <a:gd name="T12" fmla="*/ 257 w 260"/>
                <a:gd name="T13" fmla="*/ 0 h 1337"/>
              </a:gdLst>
              <a:ahLst/>
              <a:cxnLst>
                <a:cxn ang="0">
                  <a:pos x="T0" y="T1"/>
                </a:cxn>
                <a:cxn ang="0">
                  <a:pos x="T2" y="T3"/>
                </a:cxn>
                <a:cxn ang="0">
                  <a:pos x="T4" y="T5"/>
                </a:cxn>
                <a:cxn ang="0">
                  <a:pos x="T6" y="T7"/>
                </a:cxn>
                <a:cxn ang="0">
                  <a:pos x="T8" y="T9"/>
                </a:cxn>
                <a:cxn ang="0">
                  <a:pos x="T10" y="T11"/>
                </a:cxn>
                <a:cxn ang="0">
                  <a:pos x="T12" y="T13"/>
                </a:cxn>
              </a:cxnLst>
              <a:rect l="0" t="0" r="r" b="b"/>
              <a:pathLst>
                <a:path w="260" h="1337">
                  <a:moveTo>
                    <a:pt x="257" y="0"/>
                  </a:moveTo>
                  <a:lnTo>
                    <a:pt x="0" y="149"/>
                  </a:lnTo>
                  <a:lnTo>
                    <a:pt x="3" y="149"/>
                  </a:lnTo>
                  <a:lnTo>
                    <a:pt x="3" y="1188"/>
                  </a:lnTo>
                  <a:lnTo>
                    <a:pt x="260" y="1337"/>
                  </a:lnTo>
                  <a:lnTo>
                    <a:pt x="260" y="0"/>
                  </a:lnTo>
                  <a:lnTo>
                    <a:pt x="257" y="0"/>
                  </a:lnTo>
                  <a:close/>
                </a:path>
              </a:pathLst>
            </a:custGeom>
            <a:solidFill>
              <a:srgbClr val="374B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27"/>
            <p:cNvSpPr>
              <a:spLocks/>
            </p:cNvSpPr>
            <p:nvPr/>
          </p:nvSpPr>
          <p:spPr bwMode="auto">
            <a:xfrm>
              <a:off x="2516188" y="4533900"/>
              <a:ext cx="1844675" cy="1306513"/>
            </a:xfrm>
            <a:custGeom>
              <a:avLst/>
              <a:gdLst>
                <a:gd name="T0" fmla="*/ 257 w 1162"/>
                <a:gd name="T1" fmla="*/ 4 h 823"/>
                <a:gd name="T2" fmla="*/ 257 w 1162"/>
                <a:gd name="T3" fmla="*/ 0 h 823"/>
                <a:gd name="T4" fmla="*/ 0 w 1162"/>
                <a:gd name="T5" fmla="*/ 149 h 823"/>
                <a:gd name="T6" fmla="*/ 0 w 1162"/>
                <a:gd name="T7" fmla="*/ 153 h 823"/>
                <a:gd name="T8" fmla="*/ 1162 w 1162"/>
                <a:gd name="T9" fmla="*/ 823 h 823"/>
                <a:gd name="T10" fmla="*/ 1162 w 1162"/>
                <a:gd name="T11" fmla="*/ 525 h 823"/>
                <a:gd name="T12" fmla="*/ 257 w 1162"/>
                <a:gd name="T13" fmla="*/ 4 h 823"/>
              </a:gdLst>
              <a:ahLst/>
              <a:cxnLst>
                <a:cxn ang="0">
                  <a:pos x="T0" y="T1"/>
                </a:cxn>
                <a:cxn ang="0">
                  <a:pos x="T2" y="T3"/>
                </a:cxn>
                <a:cxn ang="0">
                  <a:pos x="T4" y="T5"/>
                </a:cxn>
                <a:cxn ang="0">
                  <a:pos x="T6" y="T7"/>
                </a:cxn>
                <a:cxn ang="0">
                  <a:pos x="T8" y="T9"/>
                </a:cxn>
                <a:cxn ang="0">
                  <a:pos x="T10" y="T11"/>
                </a:cxn>
                <a:cxn ang="0">
                  <a:pos x="T12" y="T13"/>
                </a:cxn>
              </a:cxnLst>
              <a:rect l="0" t="0" r="r" b="b"/>
              <a:pathLst>
                <a:path w="1162" h="823">
                  <a:moveTo>
                    <a:pt x="257" y="4"/>
                  </a:moveTo>
                  <a:lnTo>
                    <a:pt x="257" y="0"/>
                  </a:lnTo>
                  <a:lnTo>
                    <a:pt x="0" y="149"/>
                  </a:lnTo>
                  <a:lnTo>
                    <a:pt x="0" y="153"/>
                  </a:lnTo>
                  <a:lnTo>
                    <a:pt x="1162" y="823"/>
                  </a:lnTo>
                  <a:lnTo>
                    <a:pt x="1162" y="525"/>
                  </a:lnTo>
                  <a:lnTo>
                    <a:pt x="257" y="4"/>
                  </a:lnTo>
                  <a:close/>
                </a:path>
              </a:pathLst>
            </a:custGeom>
            <a:solidFill>
              <a:srgbClr val="0F8E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31"/>
            <p:cNvSpPr>
              <a:spLocks/>
            </p:cNvSpPr>
            <p:nvPr/>
          </p:nvSpPr>
          <p:spPr bwMode="auto">
            <a:xfrm>
              <a:off x="2522538" y="1590675"/>
              <a:ext cx="1838325" cy="1293813"/>
            </a:xfrm>
            <a:custGeom>
              <a:avLst/>
              <a:gdLst>
                <a:gd name="T0" fmla="*/ 1158 w 1158"/>
                <a:gd name="T1" fmla="*/ 294 h 815"/>
                <a:gd name="T2" fmla="*/ 1158 w 1158"/>
                <a:gd name="T3" fmla="*/ 0 h 815"/>
                <a:gd name="T4" fmla="*/ 0 w 1158"/>
                <a:gd name="T5" fmla="*/ 666 h 815"/>
                <a:gd name="T6" fmla="*/ 257 w 1158"/>
                <a:gd name="T7" fmla="*/ 815 h 815"/>
                <a:gd name="T8" fmla="*/ 1158 w 1158"/>
                <a:gd name="T9" fmla="*/ 294 h 815"/>
              </a:gdLst>
              <a:ahLst/>
              <a:cxnLst>
                <a:cxn ang="0">
                  <a:pos x="T0" y="T1"/>
                </a:cxn>
                <a:cxn ang="0">
                  <a:pos x="T2" y="T3"/>
                </a:cxn>
                <a:cxn ang="0">
                  <a:pos x="T4" y="T5"/>
                </a:cxn>
                <a:cxn ang="0">
                  <a:pos x="T6" y="T7"/>
                </a:cxn>
                <a:cxn ang="0">
                  <a:pos x="T8" y="T9"/>
                </a:cxn>
              </a:cxnLst>
              <a:rect l="0" t="0" r="r" b="b"/>
              <a:pathLst>
                <a:path w="1158" h="815">
                  <a:moveTo>
                    <a:pt x="1158" y="294"/>
                  </a:moveTo>
                  <a:lnTo>
                    <a:pt x="1158" y="0"/>
                  </a:lnTo>
                  <a:lnTo>
                    <a:pt x="0" y="666"/>
                  </a:lnTo>
                  <a:lnTo>
                    <a:pt x="257" y="815"/>
                  </a:lnTo>
                  <a:lnTo>
                    <a:pt x="1158" y="294"/>
                  </a:lnTo>
                  <a:close/>
                </a:path>
              </a:pathLst>
            </a:custGeom>
            <a:solidFill>
              <a:srgbClr val="F397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35"/>
            <p:cNvSpPr>
              <a:spLocks/>
            </p:cNvSpPr>
            <p:nvPr/>
          </p:nvSpPr>
          <p:spPr bwMode="auto">
            <a:xfrm>
              <a:off x="4371975" y="1862138"/>
              <a:ext cx="1571625" cy="1004888"/>
            </a:xfrm>
            <a:custGeom>
              <a:avLst/>
              <a:gdLst>
                <a:gd name="T0" fmla="*/ 0 w 990"/>
                <a:gd name="T1" fmla="*/ 0 h 633"/>
                <a:gd name="T2" fmla="*/ 0 w 990"/>
                <a:gd name="T3" fmla="*/ 119 h 633"/>
                <a:gd name="T4" fmla="*/ 890 w 990"/>
                <a:gd name="T5" fmla="*/ 633 h 633"/>
                <a:gd name="T6" fmla="*/ 990 w 990"/>
                <a:gd name="T7" fmla="*/ 577 h 633"/>
                <a:gd name="T8" fmla="*/ 0 w 990"/>
                <a:gd name="T9" fmla="*/ 0 h 633"/>
              </a:gdLst>
              <a:ahLst/>
              <a:cxnLst>
                <a:cxn ang="0">
                  <a:pos x="T0" y="T1"/>
                </a:cxn>
                <a:cxn ang="0">
                  <a:pos x="T2" y="T3"/>
                </a:cxn>
                <a:cxn ang="0">
                  <a:pos x="T4" y="T5"/>
                </a:cxn>
                <a:cxn ang="0">
                  <a:pos x="T6" y="T7"/>
                </a:cxn>
                <a:cxn ang="0">
                  <a:pos x="T8" y="T9"/>
                </a:cxn>
              </a:cxnLst>
              <a:rect l="0" t="0" r="r" b="b"/>
              <a:pathLst>
                <a:path w="990" h="633">
                  <a:moveTo>
                    <a:pt x="0" y="0"/>
                  </a:moveTo>
                  <a:lnTo>
                    <a:pt x="0" y="119"/>
                  </a:lnTo>
                  <a:lnTo>
                    <a:pt x="890" y="633"/>
                  </a:lnTo>
                  <a:lnTo>
                    <a:pt x="990" y="577"/>
                  </a:lnTo>
                  <a:lnTo>
                    <a:pt x="0" y="0"/>
                  </a:lnTo>
                  <a:close/>
                </a:path>
              </a:pathLst>
            </a:custGeom>
            <a:solidFill>
              <a:srgbClr val="FFFFFF">
                <a:alpha val="30196"/>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 name="Freeform 39"/>
            <p:cNvSpPr>
              <a:spLocks/>
            </p:cNvSpPr>
            <p:nvPr/>
          </p:nvSpPr>
          <p:spPr bwMode="auto">
            <a:xfrm>
              <a:off x="4371975" y="4551363"/>
              <a:ext cx="1584325" cy="1011238"/>
            </a:xfrm>
            <a:custGeom>
              <a:avLst/>
              <a:gdLst>
                <a:gd name="T0" fmla="*/ 897 w 998"/>
                <a:gd name="T1" fmla="*/ 0 h 637"/>
                <a:gd name="T2" fmla="*/ 0 w 998"/>
                <a:gd name="T3" fmla="*/ 518 h 637"/>
                <a:gd name="T4" fmla="*/ 0 w 998"/>
                <a:gd name="T5" fmla="*/ 637 h 637"/>
                <a:gd name="T6" fmla="*/ 998 w 998"/>
                <a:gd name="T7" fmla="*/ 60 h 637"/>
                <a:gd name="T8" fmla="*/ 897 w 998"/>
                <a:gd name="T9" fmla="*/ 0 h 637"/>
              </a:gdLst>
              <a:ahLst/>
              <a:cxnLst>
                <a:cxn ang="0">
                  <a:pos x="T0" y="T1"/>
                </a:cxn>
                <a:cxn ang="0">
                  <a:pos x="T2" y="T3"/>
                </a:cxn>
                <a:cxn ang="0">
                  <a:pos x="T4" y="T5"/>
                </a:cxn>
                <a:cxn ang="0">
                  <a:pos x="T6" y="T7"/>
                </a:cxn>
                <a:cxn ang="0">
                  <a:pos x="T8" y="T9"/>
                </a:cxn>
              </a:cxnLst>
              <a:rect l="0" t="0" r="r" b="b"/>
              <a:pathLst>
                <a:path w="998" h="637">
                  <a:moveTo>
                    <a:pt x="897" y="0"/>
                  </a:moveTo>
                  <a:lnTo>
                    <a:pt x="0" y="518"/>
                  </a:lnTo>
                  <a:lnTo>
                    <a:pt x="0" y="637"/>
                  </a:lnTo>
                  <a:lnTo>
                    <a:pt x="998" y="60"/>
                  </a:lnTo>
                  <a:lnTo>
                    <a:pt x="897" y="0"/>
                  </a:lnTo>
                  <a:close/>
                </a:path>
              </a:pathLst>
            </a:custGeom>
            <a:solidFill>
              <a:srgbClr val="FFFFFF">
                <a:alpha val="30196"/>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3" name="Freeform 43"/>
            <p:cNvSpPr>
              <a:spLocks/>
            </p:cNvSpPr>
            <p:nvPr/>
          </p:nvSpPr>
          <p:spPr bwMode="auto">
            <a:xfrm>
              <a:off x="5802313" y="2795588"/>
              <a:ext cx="158750" cy="1827213"/>
            </a:xfrm>
            <a:custGeom>
              <a:avLst/>
              <a:gdLst>
                <a:gd name="T0" fmla="*/ 100 w 100"/>
                <a:gd name="T1" fmla="*/ 0 h 1151"/>
                <a:gd name="T2" fmla="*/ 0 w 100"/>
                <a:gd name="T3" fmla="*/ 56 h 1151"/>
                <a:gd name="T4" fmla="*/ 0 w 100"/>
                <a:gd name="T5" fmla="*/ 1092 h 1151"/>
                <a:gd name="T6" fmla="*/ 100 w 100"/>
                <a:gd name="T7" fmla="*/ 1151 h 1151"/>
                <a:gd name="T8" fmla="*/ 100 w 100"/>
                <a:gd name="T9" fmla="*/ 0 h 1151"/>
              </a:gdLst>
              <a:ahLst/>
              <a:cxnLst>
                <a:cxn ang="0">
                  <a:pos x="T0" y="T1"/>
                </a:cxn>
                <a:cxn ang="0">
                  <a:pos x="T2" y="T3"/>
                </a:cxn>
                <a:cxn ang="0">
                  <a:pos x="T4" y="T5"/>
                </a:cxn>
                <a:cxn ang="0">
                  <a:pos x="T6" y="T7"/>
                </a:cxn>
                <a:cxn ang="0">
                  <a:pos x="T8" y="T9"/>
                </a:cxn>
              </a:cxnLst>
              <a:rect l="0" t="0" r="r" b="b"/>
              <a:pathLst>
                <a:path w="100" h="1151">
                  <a:moveTo>
                    <a:pt x="100" y="0"/>
                  </a:moveTo>
                  <a:lnTo>
                    <a:pt x="0" y="56"/>
                  </a:lnTo>
                  <a:lnTo>
                    <a:pt x="0" y="1092"/>
                  </a:lnTo>
                  <a:lnTo>
                    <a:pt x="100" y="1151"/>
                  </a:lnTo>
                  <a:lnTo>
                    <a:pt x="100" y="0"/>
                  </a:lnTo>
                  <a:close/>
                </a:path>
              </a:pathLst>
            </a:custGeom>
            <a:solidFill>
              <a:srgbClr val="FFFFFF">
                <a:alpha val="30196"/>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4" name="Freeform 47"/>
            <p:cNvSpPr>
              <a:spLocks/>
            </p:cNvSpPr>
            <p:nvPr/>
          </p:nvSpPr>
          <p:spPr bwMode="auto">
            <a:xfrm>
              <a:off x="2752725" y="2795588"/>
              <a:ext cx="158750" cy="1827213"/>
            </a:xfrm>
            <a:custGeom>
              <a:avLst/>
              <a:gdLst>
                <a:gd name="T0" fmla="*/ 0 w 100"/>
                <a:gd name="T1" fmla="*/ 0 h 1151"/>
                <a:gd name="T2" fmla="*/ 0 w 100"/>
                <a:gd name="T3" fmla="*/ 1151 h 1151"/>
                <a:gd name="T4" fmla="*/ 22 w 100"/>
                <a:gd name="T5" fmla="*/ 1136 h 1151"/>
                <a:gd name="T6" fmla="*/ 100 w 100"/>
                <a:gd name="T7" fmla="*/ 1092 h 1151"/>
                <a:gd name="T8" fmla="*/ 100 w 100"/>
                <a:gd name="T9" fmla="*/ 56 h 1151"/>
                <a:gd name="T10" fmla="*/ 0 w 100"/>
                <a:gd name="T11" fmla="*/ 0 h 1151"/>
              </a:gdLst>
              <a:ahLst/>
              <a:cxnLst>
                <a:cxn ang="0">
                  <a:pos x="T0" y="T1"/>
                </a:cxn>
                <a:cxn ang="0">
                  <a:pos x="T2" y="T3"/>
                </a:cxn>
                <a:cxn ang="0">
                  <a:pos x="T4" y="T5"/>
                </a:cxn>
                <a:cxn ang="0">
                  <a:pos x="T6" y="T7"/>
                </a:cxn>
                <a:cxn ang="0">
                  <a:pos x="T8" y="T9"/>
                </a:cxn>
                <a:cxn ang="0">
                  <a:pos x="T10" y="T11"/>
                </a:cxn>
              </a:cxnLst>
              <a:rect l="0" t="0" r="r" b="b"/>
              <a:pathLst>
                <a:path w="100" h="1151">
                  <a:moveTo>
                    <a:pt x="0" y="0"/>
                  </a:moveTo>
                  <a:lnTo>
                    <a:pt x="0" y="1151"/>
                  </a:lnTo>
                  <a:lnTo>
                    <a:pt x="22" y="1136"/>
                  </a:lnTo>
                  <a:lnTo>
                    <a:pt x="100" y="1092"/>
                  </a:lnTo>
                  <a:lnTo>
                    <a:pt x="100" y="56"/>
                  </a:lnTo>
                  <a:lnTo>
                    <a:pt x="0" y="0"/>
                  </a:lnTo>
                  <a:close/>
                </a:path>
              </a:pathLst>
            </a:custGeom>
            <a:solidFill>
              <a:srgbClr val="FFFFFF">
                <a:alpha val="30196"/>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5" name="Freeform 49"/>
            <p:cNvSpPr>
              <a:spLocks/>
            </p:cNvSpPr>
            <p:nvPr/>
          </p:nvSpPr>
          <p:spPr bwMode="auto">
            <a:xfrm>
              <a:off x="2759075" y="4551363"/>
              <a:ext cx="1589087" cy="1011238"/>
            </a:xfrm>
            <a:custGeom>
              <a:avLst/>
              <a:gdLst>
                <a:gd name="T0" fmla="*/ 100 w 1001"/>
                <a:gd name="T1" fmla="*/ 0 h 637"/>
                <a:gd name="T2" fmla="*/ 0 w 1001"/>
                <a:gd name="T3" fmla="*/ 60 h 637"/>
                <a:gd name="T4" fmla="*/ 1001 w 1001"/>
                <a:gd name="T5" fmla="*/ 637 h 637"/>
                <a:gd name="T6" fmla="*/ 1001 w 1001"/>
                <a:gd name="T7" fmla="*/ 518 h 637"/>
                <a:gd name="T8" fmla="*/ 100 w 1001"/>
                <a:gd name="T9" fmla="*/ 0 h 637"/>
              </a:gdLst>
              <a:ahLst/>
              <a:cxnLst>
                <a:cxn ang="0">
                  <a:pos x="T0" y="T1"/>
                </a:cxn>
                <a:cxn ang="0">
                  <a:pos x="T2" y="T3"/>
                </a:cxn>
                <a:cxn ang="0">
                  <a:pos x="T4" y="T5"/>
                </a:cxn>
                <a:cxn ang="0">
                  <a:pos x="T6" y="T7"/>
                </a:cxn>
                <a:cxn ang="0">
                  <a:pos x="T8" y="T9"/>
                </a:cxn>
              </a:cxnLst>
              <a:rect l="0" t="0" r="r" b="b"/>
              <a:pathLst>
                <a:path w="1001" h="637">
                  <a:moveTo>
                    <a:pt x="100" y="0"/>
                  </a:moveTo>
                  <a:lnTo>
                    <a:pt x="0" y="60"/>
                  </a:lnTo>
                  <a:lnTo>
                    <a:pt x="1001" y="637"/>
                  </a:lnTo>
                  <a:lnTo>
                    <a:pt x="1001" y="518"/>
                  </a:lnTo>
                  <a:lnTo>
                    <a:pt x="100" y="0"/>
                  </a:lnTo>
                  <a:close/>
                </a:path>
              </a:pathLst>
            </a:custGeom>
            <a:solidFill>
              <a:srgbClr val="FFFFFF">
                <a:alpha val="30196"/>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7" name="Freeform 53"/>
            <p:cNvSpPr>
              <a:spLocks/>
            </p:cNvSpPr>
            <p:nvPr/>
          </p:nvSpPr>
          <p:spPr bwMode="auto">
            <a:xfrm>
              <a:off x="2770188" y="1862138"/>
              <a:ext cx="1577975" cy="1004888"/>
            </a:xfrm>
            <a:custGeom>
              <a:avLst/>
              <a:gdLst>
                <a:gd name="T0" fmla="*/ 994 w 994"/>
                <a:gd name="T1" fmla="*/ 0 h 633"/>
                <a:gd name="T2" fmla="*/ 0 w 994"/>
                <a:gd name="T3" fmla="*/ 577 h 633"/>
                <a:gd name="T4" fmla="*/ 101 w 994"/>
                <a:gd name="T5" fmla="*/ 633 h 633"/>
                <a:gd name="T6" fmla="*/ 175 w 994"/>
                <a:gd name="T7" fmla="*/ 592 h 633"/>
                <a:gd name="T8" fmla="*/ 994 w 994"/>
                <a:gd name="T9" fmla="*/ 119 h 633"/>
                <a:gd name="T10" fmla="*/ 994 w 994"/>
                <a:gd name="T11" fmla="*/ 0 h 633"/>
              </a:gdLst>
              <a:ahLst/>
              <a:cxnLst>
                <a:cxn ang="0">
                  <a:pos x="T0" y="T1"/>
                </a:cxn>
                <a:cxn ang="0">
                  <a:pos x="T2" y="T3"/>
                </a:cxn>
                <a:cxn ang="0">
                  <a:pos x="T4" y="T5"/>
                </a:cxn>
                <a:cxn ang="0">
                  <a:pos x="T6" y="T7"/>
                </a:cxn>
                <a:cxn ang="0">
                  <a:pos x="T8" y="T9"/>
                </a:cxn>
                <a:cxn ang="0">
                  <a:pos x="T10" y="T11"/>
                </a:cxn>
              </a:cxnLst>
              <a:rect l="0" t="0" r="r" b="b"/>
              <a:pathLst>
                <a:path w="994" h="633">
                  <a:moveTo>
                    <a:pt x="994" y="0"/>
                  </a:moveTo>
                  <a:lnTo>
                    <a:pt x="0" y="577"/>
                  </a:lnTo>
                  <a:lnTo>
                    <a:pt x="101" y="633"/>
                  </a:lnTo>
                  <a:lnTo>
                    <a:pt x="175" y="592"/>
                  </a:lnTo>
                  <a:lnTo>
                    <a:pt x="994" y="119"/>
                  </a:lnTo>
                  <a:lnTo>
                    <a:pt x="994" y="0"/>
                  </a:lnTo>
                  <a:close/>
                </a:path>
              </a:pathLst>
            </a:custGeom>
            <a:solidFill>
              <a:srgbClr val="FFFFFF">
                <a:alpha val="30196"/>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8" name="Oval 99"/>
            <p:cNvSpPr>
              <a:spLocks noChangeArrowheads="1"/>
            </p:cNvSpPr>
            <p:nvPr/>
          </p:nvSpPr>
          <p:spPr bwMode="auto">
            <a:xfrm>
              <a:off x="3130550" y="1868488"/>
              <a:ext cx="827087" cy="827088"/>
            </a:xfrm>
            <a:prstGeom prst="ellipse">
              <a:avLst/>
            </a:prstGeom>
            <a:solidFill>
              <a:srgbClr val="F397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Oval 101"/>
            <p:cNvSpPr>
              <a:spLocks noChangeArrowheads="1"/>
            </p:cNvSpPr>
            <p:nvPr/>
          </p:nvSpPr>
          <p:spPr bwMode="auto">
            <a:xfrm>
              <a:off x="4745038" y="1868488"/>
              <a:ext cx="827087" cy="827088"/>
            </a:xfrm>
            <a:prstGeom prst="ellipse">
              <a:avLst/>
            </a:prstGeom>
            <a:solidFill>
              <a:srgbClr val="8238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Oval 103"/>
            <p:cNvSpPr>
              <a:spLocks noChangeArrowheads="1"/>
            </p:cNvSpPr>
            <p:nvPr/>
          </p:nvSpPr>
          <p:spPr bwMode="auto">
            <a:xfrm>
              <a:off x="5576888" y="3298825"/>
              <a:ext cx="833437" cy="827088"/>
            </a:xfrm>
            <a:prstGeom prst="ellipse">
              <a:avLst/>
            </a:prstGeom>
            <a:solidFill>
              <a:srgbClr val="374B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Oval 105"/>
            <p:cNvSpPr>
              <a:spLocks noChangeArrowheads="1"/>
            </p:cNvSpPr>
            <p:nvPr/>
          </p:nvSpPr>
          <p:spPr bwMode="auto">
            <a:xfrm>
              <a:off x="4745038" y="4729163"/>
              <a:ext cx="827087" cy="828675"/>
            </a:xfrm>
            <a:prstGeom prst="ellipse">
              <a:avLst/>
            </a:prstGeom>
            <a:solidFill>
              <a:srgbClr val="309E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Oval 107"/>
            <p:cNvSpPr>
              <a:spLocks noChangeArrowheads="1"/>
            </p:cNvSpPr>
            <p:nvPr/>
          </p:nvSpPr>
          <p:spPr bwMode="auto">
            <a:xfrm>
              <a:off x="3130550" y="4729163"/>
              <a:ext cx="827087" cy="828675"/>
            </a:xfrm>
            <a:prstGeom prst="ellipse">
              <a:avLst/>
            </a:prstGeom>
            <a:solidFill>
              <a:srgbClr val="0F8E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Oval 109"/>
            <p:cNvSpPr>
              <a:spLocks noChangeArrowheads="1"/>
            </p:cNvSpPr>
            <p:nvPr/>
          </p:nvSpPr>
          <p:spPr bwMode="auto">
            <a:xfrm>
              <a:off x="2303463" y="3298825"/>
              <a:ext cx="833437" cy="827088"/>
            </a:xfrm>
            <a:prstGeom prst="ellipse">
              <a:avLst/>
            </a:prstGeom>
            <a:solidFill>
              <a:srgbClr val="86BF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Oval 337"/>
            <p:cNvSpPr>
              <a:spLocks noChangeArrowheads="1"/>
            </p:cNvSpPr>
            <p:nvPr/>
          </p:nvSpPr>
          <p:spPr bwMode="auto">
            <a:xfrm>
              <a:off x="3234900" y="1976032"/>
              <a:ext cx="612000" cy="612000"/>
            </a:xfrm>
            <a:prstGeom prst="ellipse">
              <a:avLst/>
            </a:prstGeom>
            <a:gradFill flip="none" rotWithShape="1">
              <a:gsLst>
                <a:gs pos="0">
                  <a:srgbClr val="F0F0F0"/>
                </a:gs>
                <a:gs pos="100000">
                  <a:srgbClr val="F1F1F1"/>
                </a:gs>
              </a:gsLst>
              <a:lin ang="2700000" scaled="1"/>
              <a:tileRect/>
            </a:gradFill>
            <a:ln w="28575">
              <a:gradFill flip="none" rotWithShape="1">
                <a:gsLst>
                  <a:gs pos="100000">
                    <a:srgbClr val="FFFFFF"/>
                  </a:gs>
                  <a:gs pos="0">
                    <a:srgbClr val="CECED0"/>
                  </a:gs>
                </a:gsLst>
                <a:lin ang="13500000" scaled="1"/>
                <a:tileRect/>
              </a:gra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35" name="Oval 337"/>
            <p:cNvSpPr>
              <a:spLocks noChangeArrowheads="1"/>
            </p:cNvSpPr>
            <p:nvPr/>
          </p:nvSpPr>
          <p:spPr bwMode="auto">
            <a:xfrm>
              <a:off x="3234900" y="4837500"/>
              <a:ext cx="612000" cy="612000"/>
            </a:xfrm>
            <a:prstGeom prst="ellipse">
              <a:avLst/>
            </a:prstGeom>
            <a:gradFill flip="none" rotWithShape="1">
              <a:gsLst>
                <a:gs pos="0">
                  <a:srgbClr val="F0F0F0"/>
                </a:gs>
                <a:gs pos="100000">
                  <a:srgbClr val="F1F1F1"/>
                </a:gs>
              </a:gsLst>
              <a:lin ang="2700000" scaled="1"/>
              <a:tileRect/>
            </a:gradFill>
            <a:ln w="28575">
              <a:gradFill flip="none" rotWithShape="1">
                <a:gsLst>
                  <a:gs pos="100000">
                    <a:srgbClr val="FFFFFF"/>
                  </a:gs>
                  <a:gs pos="0">
                    <a:srgbClr val="CECED0"/>
                  </a:gs>
                </a:gsLst>
                <a:lin ang="13500000" scaled="1"/>
                <a:tileRect/>
              </a:gra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36" name="Oval 337"/>
            <p:cNvSpPr>
              <a:spLocks noChangeArrowheads="1"/>
            </p:cNvSpPr>
            <p:nvPr/>
          </p:nvSpPr>
          <p:spPr bwMode="auto">
            <a:xfrm>
              <a:off x="4858119" y="1976032"/>
              <a:ext cx="612000" cy="612000"/>
            </a:xfrm>
            <a:prstGeom prst="ellipse">
              <a:avLst/>
            </a:prstGeom>
            <a:gradFill flip="none" rotWithShape="1">
              <a:gsLst>
                <a:gs pos="0">
                  <a:srgbClr val="F0F0F0"/>
                </a:gs>
                <a:gs pos="100000">
                  <a:srgbClr val="F1F1F1"/>
                </a:gs>
              </a:gsLst>
              <a:lin ang="2700000" scaled="1"/>
              <a:tileRect/>
            </a:gradFill>
            <a:ln w="28575">
              <a:gradFill flip="none" rotWithShape="1">
                <a:gsLst>
                  <a:gs pos="100000">
                    <a:srgbClr val="FFFFFF"/>
                  </a:gs>
                  <a:gs pos="0">
                    <a:srgbClr val="CECED0"/>
                  </a:gs>
                </a:gsLst>
                <a:lin ang="13500000" scaled="1"/>
                <a:tileRect/>
              </a:gra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37" name="Oval 337"/>
            <p:cNvSpPr>
              <a:spLocks noChangeArrowheads="1"/>
            </p:cNvSpPr>
            <p:nvPr/>
          </p:nvSpPr>
          <p:spPr bwMode="auto">
            <a:xfrm>
              <a:off x="4858119" y="4837500"/>
              <a:ext cx="612000" cy="612000"/>
            </a:xfrm>
            <a:prstGeom prst="ellipse">
              <a:avLst/>
            </a:prstGeom>
            <a:gradFill flip="none" rotWithShape="1">
              <a:gsLst>
                <a:gs pos="0">
                  <a:srgbClr val="F0F0F0"/>
                </a:gs>
                <a:gs pos="100000">
                  <a:srgbClr val="F1F1F1"/>
                </a:gs>
              </a:gsLst>
              <a:lin ang="2700000" scaled="1"/>
              <a:tileRect/>
            </a:gradFill>
            <a:ln w="28575">
              <a:gradFill flip="none" rotWithShape="1">
                <a:gsLst>
                  <a:gs pos="100000">
                    <a:srgbClr val="FFFFFF"/>
                  </a:gs>
                  <a:gs pos="0">
                    <a:srgbClr val="CECED0"/>
                  </a:gs>
                </a:gsLst>
                <a:lin ang="13500000" scaled="1"/>
                <a:tileRect/>
              </a:gra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38" name="Oval 337"/>
            <p:cNvSpPr>
              <a:spLocks noChangeArrowheads="1"/>
            </p:cNvSpPr>
            <p:nvPr/>
          </p:nvSpPr>
          <p:spPr bwMode="auto">
            <a:xfrm>
              <a:off x="2414181" y="3403194"/>
              <a:ext cx="612000" cy="612000"/>
            </a:xfrm>
            <a:prstGeom prst="ellipse">
              <a:avLst/>
            </a:prstGeom>
            <a:gradFill flip="none" rotWithShape="1">
              <a:gsLst>
                <a:gs pos="0">
                  <a:srgbClr val="F0F0F0"/>
                </a:gs>
                <a:gs pos="100000">
                  <a:srgbClr val="F1F1F1"/>
                </a:gs>
              </a:gsLst>
              <a:lin ang="2700000" scaled="1"/>
              <a:tileRect/>
            </a:gradFill>
            <a:ln w="28575">
              <a:gradFill flip="none" rotWithShape="1">
                <a:gsLst>
                  <a:gs pos="100000">
                    <a:srgbClr val="FFFFFF"/>
                  </a:gs>
                  <a:gs pos="0">
                    <a:srgbClr val="CECED0"/>
                  </a:gs>
                </a:gsLst>
                <a:lin ang="13500000" scaled="1"/>
                <a:tileRect/>
              </a:gra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39" name="Oval 337"/>
            <p:cNvSpPr>
              <a:spLocks noChangeArrowheads="1"/>
            </p:cNvSpPr>
            <p:nvPr/>
          </p:nvSpPr>
          <p:spPr bwMode="auto">
            <a:xfrm>
              <a:off x="5685225" y="3403194"/>
              <a:ext cx="612000" cy="612000"/>
            </a:xfrm>
            <a:prstGeom prst="ellipse">
              <a:avLst/>
            </a:prstGeom>
            <a:gradFill flip="none" rotWithShape="1">
              <a:gsLst>
                <a:gs pos="0">
                  <a:srgbClr val="F0F0F0"/>
                </a:gs>
                <a:gs pos="100000">
                  <a:srgbClr val="F1F1F1"/>
                </a:gs>
              </a:gsLst>
              <a:lin ang="2700000" scaled="1"/>
              <a:tileRect/>
            </a:gradFill>
            <a:ln w="28575">
              <a:gradFill flip="none" rotWithShape="1">
                <a:gsLst>
                  <a:gs pos="100000">
                    <a:srgbClr val="FFFFFF"/>
                  </a:gs>
                  <a:gs pos="0">
                    <a:srgbClr val="CECED0"/>
                  </a:gs>
                </a:gsLst>
                <a:lin ang="13500000" scaled="1"/>
                <a:tileRect/>
              </a:gra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grpSp>
      <p:sp>
        <p:nvSpPr>
          <p:cNvPr id="41" name="文本框 40"/>
          <p:cNvSpPr txBox="1"/>
          <p:nvPr/>
        </p:nvSpPr>
        <p:spPr>
          <a:xfrm>
            <a:off x="1670972" y="5575453"/>
            <a:ext cx="2856518" cy="830997"/>
          </a:xfrm>
          <a:prstGeom prst="rect">
            <a:avLst/>
          </a:prstGeom>
          <a:noFill/>
        </p:spPr>
        <p:txBody>
          <a:bodyPr wrap="square" rtlCol="0">
            <a:spAutoFit/>
          </a:bodyPr>
          <a:lstStyle/>
          <a:p>
            <a:pPr algn="r">
              <a:lnSpc>
                <a:spcPct val="120000"/>
              </a:lnSpc>
            </a:pPr>
            <a:r>
              <a:rPr lang="zh-CN" altLang="en-US" sz="2400" b="1" dirty="0">
                <a:solidFill>
                  <a:srgbClr val="0F8C81"/>
                </a:solidFill>
              </a:rPr>
              <a:t>添加标题</a:t>
            </a:r>
            <a:endParaRPr lang="en-US" altLang="zh-CN" sz="2400" b="1" dirty="0">
              <a:solidFill>
                <a:srgbClr val="0F8C81"/>
              </a:solidFill>
            </a:endParaRPr>
          </a:p>
          <a:p>
            <a:pPr algn="r">
              <a:lnSpc>
                <a:spcPct val="120000"/>
              </a:lnSpc>
            </a:pPr>
            <a:r>
              <a:rPr lang="zh-CN" altLang="en-US" sz="1600" dirty="0">
                <a:solidFill>
                  <a:schemeClr val="tx1">
                    <a:lumMod val="65000"/>
                    <a:lumOff val="35000"/>
                  </a:schemeClr>
                </a:solidFill>
              </a:rPr>
              <a:t>添加内容添加内容</a:t>
            </a:r>
          </a:p>
        </p:txBody>
      </p:sp>
      <p:sp>
        <p:nvSpPr>
          <p:cNvPr id="42" name="文本框 41"/>
          <p:cNvSpPr txBox="1"/>
          <p:nvPr/>
        </p:nvSpPr>
        <p:spPr>
          <a:xfrm>
            <a:off x="7646740" y="5575453"/>
            <a:ext cx="2856518" cy="830997"/>
          </a:xfrm>
          <a:prstGeom prst="rect">
            <a:avLst/>
          </a:prstGeom>
          <a:noFill/>
        </p:spPr>
        <p:txBody>
          <a:bodyPr wrap="square" rtlCol="0">
            <a:spAutoFit/>
          </a:bodyPr>
          <a:lstStyle/>
          <a:p>
            <a:pPr>
              <a:lnSpc>
                <a:spcPct val="120000"/>
              </a:lnSpc>
            </a:pPr>
            <a:r>
              <a:rPr lang="zh-CN" altLang="en-US" sz="2400" b="1" dirty="0">
                <a:solidFill>
                  <a:srgbClr val="309DD9"/>
                </a:solidFill>
              </a:rPr>
              <a:t>添加标题</a:t>
            </a:r>
            <a:endParaRPr lang="en-US" altLang="zh-CN" sz="2400" b="1" dirty="0">
              <a:solidFill>
                <a:srgbClr val="309DD9"/>
              </a:solidFill>
            </a:endParaRPr>
          </a:p>
          <a:p>
            <a:pPr>
              <a:lnSpc>
                <a:spcPct val="120000"/>
              </a:lnSpc>
            </a:pPr>
            <a:r>
              <a:rPr lang="zh-CN" altLang="en-US" sz="1600" dirty="0">
                <a:solidFill>
                  <a:schemeClr val="tx1">
                    <a:lumMod val="65000"/>
                    <a:lumOff val="35000"/>
                  </a:schemeClr>
                </a:solidFill>
              </a:rPr>
              <a:t>添加内容添加内容</a:t>
            </a:r>
          </a:p>
        </p:txBody>
      </p:sp>
      <p:sp>
        <p:nvSpPr>
          <p:cNvPr id="43" name="文本框 42"/>
          <p:cNvSpPr txBox="1"/>
          <p:nvPr/>
        </p:nvSpPr>
        <p:spPr>
          <a:xfrm>
            <a:off x="1310952" y="3563795"/>
            <a:ext cx="2856518" cy="830997"/>
          </a:xfrm>
          <a:prstGeom prst="rect">
            <a:avLst/>
          </a:prstGeom>
          <a:noFill/>
        </p:spPr>
        <p:txBody>
          <a:bodyPr wrap="square" rtlCol="0">
            <a:spAutoFit/>
          </a:bodyPr>
          <a:lstStyle/>
          <a:p>
            <a:pPr algn="r">
              <a:lnSpc>
                <a:spcPct val="120000"/>
              </a:lnSpc>
            </a:pPr>
            <a:r>
              <a:rPr lang="zh-CN" altLang="en-US" sz="2400" b="1" dirty="0">
                <a:solidFill>
                  <a:srgbClr val="85BE44"/>
                </a:solidFill>
              </a:rPr>
              <a:t>添加标题</a:t>
            </a:r>
            <a:endParaRPr lang="en-US" altLang="zh-CN" sz="2400" b="1" dirty="0">
              <a:solidFill>
                <a:srgbClr val="85BE44"/>
              </a:solidFill>
            </a:endParaRPr>
          </a:p>
          <a:p>
            <a:pPr algn="r">
              <a:lnSpc>
                <a:spcPct val="120000"/>
              </a:lnSpc>
            </a:pPr>
            <a:r>
              <a:rPr lang="zh-CN" altLang="en-US" sz="1600" dirty="0">
                <a:solidFill>
                  <a:schemeClr val="tx1">
                    <a:lumMod val="65000"/>
                    <a:lumOff val="35000"/>
                  </a:schemeClr>
                </a:solidFill>
              </a:rPr>
              <a:t>添加内容添加内容</a:t>
            </a:r>
          </a:p>
        </p:txBody>
      </p:sp>
      <p:sp>
        <p:nvSpPr>
          <p:cNvPr id="44" name="文本框 43"/>
          <p:cNvSpPr txBox="1"/>
          <p:nvPr/>
        </p:nvSpPr>
        <p:spPr>
          <a:xfrm>
            <a:off x="8024529" y="3563795"/>
            <a:ext cx="2856518" cy="830997"/>
          </a:xfrm>
          <a:prstGeom prst="rect">
            <a:avLst/>
          </a:prstGeom>
          <a:noFill/>
        </p:spPr>
        <p:txBody>
          <a:bodyPr wrap="square" rtlCol="0">
            <a:spAutoFit/>
          </a:bodyPr>
          <a:lstStyle/>
          <a:p>
            <a:pPr>
              <a:lnSpc>
                <a:spcPct val="120000"/>
              </a:lnSpc>
            </a:pPr>
            <a:r>
              <a:rPr lang="zh-CN" altLang="en-US" sz="2400" b="1" dirty="0">
                <a:solidFill>
                  <a:srgbClr val="36499A"/>
                </a:solidFill>
              </a:rPr>
              <a:t>添加标题</a:t>
            </a:r>
            <a:endParaRPr lang="en-US" altLang="zh-CN" sz="2400" b="1" dirty="0">
              <a:solidFill>
                <a:srgbClr val="36499A"/>
              </a:solidFill>
            </a:endParaRPr>
          </a:p>
          <a:p>
            <a:pPr>
              <a:lnSpc>
                <a:spcPct val="120000"/>
              </a:lnSpc>
            </a:pPr>
            <a:r>
              <a:rPr lang="zh-CN" altLang="en-US" sz="1600" dirty="0">
                <a:solidFill>
                  <a:schemeClr val="tx1">
                    <a:lumMod val="65000"/>
                    <a:lumOff val="35000"/>
                  </a:schemeClr>
                </a:solidFill>
              </a:rPr>
              <a:t>添加内容添加内容</a:t>
            </a:r>
          </a:p>
        </p:txBody>
      </p:sp>
      <p:sp>
        <p:nvSpPr>
          <p:cNvPr id="45" name="文本框 44"/>
          <p:cNvSpPr txBox="1"/>
          <p:nvPr/>
        </p:nvSpPr>
        <p:spPr>
          <a:xfrm>
            <a:off x="1670972" y="1773748"/>
            <a:ext cx="2856518" cy="830997"/>
          </a:xfrm>
          <a:prstGeom prst="rect">
            <a:avLst/>
          </a:prstGeom>
          <a:noFill/>
        </p:spPr>
        <p:txBody>
          <a:bodyPr wrap="square" rtlCol="0">
            <a:spAutoFit/>
          </a:bodyPr>
          <a:lstStyle/>
          <a:p>
            <a:pPr algn="r">
              <a:lnSpc>
                <a:spcPct val="120000"/>
              </a:lnSpc>
            </a:pPr>
            <a:r>
              <a:rPr lang="zh-CN" altLang="en-US" sz="2400" b="1" dirty="0">
                <a:solidFill>
                  <a:srgbClr val="F0951A"/>
                </a:solidFill>
              </a:rPr>
              <a:t>添加标题</a:t>
            </a:r>
            <a:endParaRPr lang="en-US" altLang="zh-CN" sz="2400" b="1" dirty="0">
              <a:solidFill>
                <a:srgbClr val="F0951A"/>
              </a:solidFill>
            </a:endParaRPr>
          </a:p>
          <a:p>
            <a:pPr algn="r">
              <a:lnSpc>
                <a:spcPct val="120000"/>
              </a:lnSpc>
            </a:pPr>
            <a:r>
              <a:rPr lang="zh-CN" altLang="en-US" sz="1600" dirty="0">
                <a:solidFill>
                  <a:schemeClr val="tx1">
                    <a:lumMod val="65000"/>
                    <a:lumOff val="35000"/>
                  </a:schemeClr>
                </a:solidFill>
              </a:rPr>
              <a:t>添加内容添加内容</a:t>
            </a:r>
          </a:p>
        </p:txBody>
      </p:sp>
      <p:sp>
        <p:nvSpPr>
          <p:cNvPr id="46" name="文本框 45"/>
          <p:cNvSpPr txBox="1"/>
          <p:nvPr/>
        </p:nvSpPr>
        <p:spPr>
          <a:xfrm>
            <a:off x="7646740" y="1809206"/>
            <a:ext cx="2856518" cy="830997"/>
          </a:xfrm>
          <a:prstGeom prst="rect">
            <a:avLst/>
          </a:prstGeom>
          <a:noFill/>
        </p:spPr>
        <p:txBody>
          <a:bodyPr wrap="square" rtlCol="0">
            <a:spAutoFit/>
          </a:bodyPr>
          <a:lstStyle/>
          <a:p>
            <a:pPr>
              <a:lnSpc>
                <a:spcPct val="120000"/>
              </a:lnSpc>
            </a:pPr>
            <a:r>
              <a:rPr lang="zh-CN" altLang="en-US" sz="2400" b="1" dirty="0">
                <a:solidFill>
                  <a:srgbClr val="7F378D"/>
                </a:solidFill>
              </a:rPr>
              <a:t>添加标题</a:t>
            </a:r>
            <a:endParaRPr lang="en-US" altLang="zh-CN" sz="2400" b="1" dirty="0">
              <a:solidFill>
                <a:srgbClr val="7F378D"/>
              </a:solidFill>
            </a:endParaRPr>
          </a:p>
          <a:p>
            <a:pPr>
              <a:lnSpc>
                <a:spcPct val="120000"/>
              </a:lnSpc>
            </a:pPr>
            <a:r>
              <a:rPr lang="zh-CN" altLang="en-US" sz="1600" dirty="0">
                <a:solidFill>
                  <a:schemeClr val="tx1">
                    <a:lumMod val="65000"/>
                    <a:lumOff val="35000"/>
                  </a:schemeClr>
                </a:solidFill>
              </a:rPr>
              <a:t>添加内容添加内容</a:t>
            </a:r>
          </a:p>
        </p:txBody>
      </p:sp>
      <p:sp>
        <p:nvSpPr>
          <p:cNvPr id="47" name="文本框 46"/>
          <p:cNvSpPr txBox="1"/>
          <p:nvPr/>
        </p:nvSpPr>
        <p:spPr>
          <a:xfrm>
            <a:off x="5268270" y="3702507"/>
            <a:ext cx="1669461"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p:txBody>
      </p:sp>
      <p:sp>
        <p:nvSpPr>
          <p:cNvPr id="48" name="Rectangle 58"/>
          <p:cNvSpPr/>
          <p:nvPr/>
        </p:nvSpPr>
        <p:spPr>
          <a:xfrm>
            <a:off x="5380935" y="4122775"/>
            <a:ext cx="1458887"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添加内容</a:t>
            </a:r>
          </a:p>
        </p:txBody>
      </p:sp>
      <p:sp>
        <p:nvSpPr>
          <p:cNvPr id="49" name="文本框 48"/>
          <p:cNvSpPr txBox="1"/>
          <p:nvPr/>
        </p:nvSpPr>
        <p:spPr>
          <a:xfrm>
            <a:off x="5157707" y="2624522"/>
            <a:ext cx="466794" cy="461665"/>
          </a:xfrm>
          <a:prstGeom prst="rect">
            <a:avLst/>
          </a:prstGeom>
          <a:noFill/>
        </p:spPr>
        <p:txBody>
          <a:bodyPr wrap="none" rtlCol="0" anchor="ctr">
            <a:spAutoFit/>
          </a:bodyPr>
          <a:lstStyle/>
          <a:p>
            <a:r>
              <a:rPr lang="en-US" altLang="zh-CN" sz="2400" dirty="0">
                <a:solidFill>
                  <a:srgbClr val="F0951A"/>
                </a:solidFill>
                <a:latin typeface="Impact" panose="020B0806030902050204" pitchFamily="34" charset="0"/>
              </a:rPr>
              <a:t>01</a:t>
            </a:r>
          </a:p>
        </p:txBody>
      </p:sp>
      <p:sp>
        <p:nvSpPr>
          <p:cNvPr id="51" name="文本框 50"/>
          <p:cNvSpPr txBox="1"/>
          <p:nvPr/>
        </p:nvSpPr>
        <p:spPr>
          <a:xfrm>
            <a:off x="6548893" y="2624522"/>
            <a:ext cx="503664" cy="461665"/>
          </a:xfrm>
          <a:prstGeom prst="rect">
            <a:avLst/>
          </a:prstGeom>
          <a:noFill/>
        </p:spPr>
        <p:txBody>
          <a:bodyPr wrap="none" rtlCol="0" anchor="ctr">
            <a:spAutoFit/>
          </a:bodyPr>
          <a:lstStyle/>
          <a:p>
            <a:r>
              <a:rPr lang="en-US" altLang="zh-CN" sz="2400" dirty="0">
                <a:solidFill>
                  <a:srgbClr val="995EA4"/>
                </a:solidFill>
                <a:latin typeface="Impact" panose="020B0806030902050204" pitchFamily="34" charset="0"/>
              </a:rPr>
              <a:t>02</a:t>
            </a:r>
          </a:p>
        </p:txBody>
      </p:sp>
      <p:sp>
        <p:nvSpPr>
          <p:cNvPr id="52" name="文本框 51"/>
          <p:cNvSpPr txBox="1"/>
          <p:nvPr/>
        </p:nvSpPr>
        <p:spPr>
          <a:xfrm>
            <a:off x="7230319" y="3848660"/>
            <a:ext cx="513282" cy="461665"/>
          </a:xfrm>
          <a:prstGeom prst="rect">
            <a:avLst/>
          </a:prstGeom>
          <a:noFill/>
        </p:spPr>
        <p:txBody>
          <a:bodyPr wrap="none" rtlCol="0" anchor="ctr">
            <a:spAutoFit/>
          </a:bodyPr>
          <a:lstStyle/>
          <a:p>
            <a:r>
              <a:rPr lang="en-US" altLang="zh-CN" sz="2400" dirty="0">
                <a:solidFill>
                  <a:srgbClr val="36499A"/>
                </a:solidFill>
                <a:latin typeface="Impact" panose="020B0806030902050204" pitchFamily="34" charset="0"/>
              </a:rPr>
              <a:t>03</a:t>
            </a:r>
          </a:p>
        </p:txBody>
      </p:sp>
      <p:sp>
        <p:nvSpPr>
          <p:cNvPr id="53" name="文本框 52"/>
          <p:cNvSpPr txBox="1"/>
          <p:nvPr/>
        </p:nvSpPr>
        <p:spPr>
          <a:xfrm>
            <a:off x="6537538" y="5105054"/>
            <a:ext cx="503664" cy="461665"/>
          </a:xfrm>
          <a:prstGeom prst="rect">
            <a:avLst/>
          </a:prstGeom>
          <a:noFill/>
        </p:spPr>
        <p:txBody>
          <a:bodyPr wrap="none" rtlCol="0" anchor="ctr">
            <a:spAutoFit/>
          </a:bodyPr>
          <a:lstStyle/>
          <a:p>
            <a:r>
              <a:rPr lang="en-US" altLang="zh-CN" sz="2400" dirty="0">
                <a:solidFill>
                  <a:srgbClr val="309DD9"/>
                </a:solidFill>
                <a:latin typeface="Impact" panose="020B0806030902050204" pitchFamily="34" charset="0"/>
              </a:rPr>
              <a:t>04</a:t>
            </a:r>
          </a:p>
        </p:txBody>
      </p:sp>
      <p:sp>
        <p:nvSpPr>
          <p:cNvPr id="54" name="文本框 53"/>
          <p:cNvSpPr txBox="1"/>
          <p:nvPr/>
        </p:nvSpPr>
        <p:spPr>
          <a:xfrm>
            <a:off x="5124128" y="5105054"/>
            <a:ext cx="514885" cy="461665"/>
          </a:xfrm>
          <a:prstGeom prst="rect">
            <a:avLst/>
          </a:prstGeom>
          <a:noFill/>
        </p:spPr>
        <p:txBody>
          <a:bodyPr wrap="none" rtlCol="0" anchor="ctr">
            <a:spAutoFit/>
          </a:bodyPr>
          <a:lstStyle/>
          <a:p>
            <a:r>
              <a:rPr lang="en-US" altLang="zh-CN" sz="2400" dirty="0">
                <a:solidFill>
                  <a:srgbClr val="0F8C81"/>
                </a:solidFill>
                <a:latin typeface="Impact" panose="020B0806030902050204" pitchFamily="34" charset="0"/>
              </a:rPr>
              <a:t>05</a:t>
            </a:r>
          </a:p>
        </p:txBody>
      </p:sp>
      <p:sp>
        <p:nvSpPr>
          <p:cNvPr id="55" name="文本框 54"/>
          <p:cNvSpPr txBox="1"/>
          <p:nvPr/>
        </p:nvSpPr>
        <p:spPr>
          <a:xfrm>
            <a:off x="4400979" y="3848660"/>
            <a:ext cx="516488" cy="461665"/>
          </a:xfrm>
          <a:prstGeom prst="rect">
            <a:avLst/>
          </a:prstGeom>
          <a:noFill/>
        </p:spPr>
        <p:txBody>
          <a:bodyPr wrap="none" rtlCol="0" anchor="ctr">
            <a:spAutoFit/>
          </a:bodyPr>
          <a:lstStyle/>
          <a:p>
            <a:r>
              <a:rPr lang="en-US" altLang="zh-CN" sz="2400" dirty="0">
                <a:solidFill>
                  <a:srgbClr val="85BE44"/>
                </a:solidFill>
                <a:latin typeface="Impact" panose="020B0806030902050204" pitchFamily="34" charset="0"/>
              </a:rPr>
              <a:t>06</a:t>
            </a:r>
          </a:p>
        </p:txBody>
      </p:sp>
      <p:sp>
        <p:nvSpPr>
          <p:cNvPr id="56" name="矩形 39"/>
          <p:cNvSpPr/>
          <p:nvPr/>
        </p:nvSpPr>
        <p:spPr>
          <a:xfrm>
            <a:off x="0" y="203088"/>
            <a:ext cx="2492990" cy="523220"/>
          </a:xfrm>
          <a:prstGeom prst="rect">
            <a:avLst/>
          </a:prstGeom>
          <a:noFill/>
        </p:spPr>
        <p:txBody>
          <a:bodyPr wrap="none" rtlCol="0">
            <a:spAutoFit/>
          </a:bodyPr>
          <a:lstStyle/>
          <a:p>
            <a:r>
              <a:rPr lang="zh-CN" altLang="en-US" sz="2800" b="1" dirty="0">
                <a:solidFill>
                  <a:schemeClr val="tx1">
                    <a:lumMod val="65000"/>
                    <a:lumOff val="35000"/>
                  </a:schemeClr>
                </a:solidFill>
              </a:rPr>
              <a:t>六项并列</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包含</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519806690"/>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组合 22"/>
          <p:cNvGrpSpPr/>
          <p:nvPr/>
        </p:nvGrpSpPr>
        <p:grpSpPr>
          <a:xfrm>
            <a:off x="3186023" y="2729387"/>
            <a:ext cx="5819954" cy="2993860"/>
            <a:chOff x="3783013" y="2186628"/>
            <a:chExt cx="4625975" cy="2379663"/>
          </a:xfrm>
        </p:grpSpPr>
        <p:sp>
          <p:nvSpPr>
            <p:cNvPr id="3" name="Freeform 478"/>
            <p:cNvSpPr>
              <a:spLocks/>
            </p:cNvSpPr>
            <p:nvPr/>
          </p:nvSpPr>
          <p:spPr bwMode="auto">
            <a:xfrm>
              <a:off x="4214813" y="2186628"/>
              <a:ext cx="3765550" cy="2255838"/>
            </a:xfrm>
            <a:custGeom>
              <a:avLst/>
              <a:gdLst>
                <a:gd name="T0" fmla="*/ 1751 w 1810"/>
                <a:gd name="T1" fmla="*/ 0 h 1084"/>
                <a:gd name="T2" fmla="*/ 905 w 1810"/>
                <a:gd name="T3" fmla="*/ 0 h 1084"/>
                <a:gd name="T4" fmla="*/ 59 w 1810"/>
                <a:gd name="T5" fmla="*/ 0 h 1084"/>
                <a:gd name="T6" fmla="*/ 7 w 1810"/>
                <a:gd name="T7" fmla="*/ 51 h 1084"/>
                <a:gd name="T8" fmla="*/ 7 w 1810"/>
                <a:gd name="T9" fmla="*/ 1084 h 1084"/>
                <a:gd name="T10" fmla="*/ 1804 w 1810"/>
                <a:gd name="T11" fmla="*/ 1084 h 1084"/>
                <a:gd name="T12" fmla="*/ 1804 w 1810"/>
                <a:gd name="T13" fmla="*/ 51 h 1084"/>
                <a:gd name="T14" fmla="*/ 1751 w 1810"/>
                <a:gd name="T15" fmla="*/ 0 h 10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10" h="1084">
                  <a:moveTo>
                    <a:pt x="1751" y="0"/>
                  </a:moveTo>
                  <a:cubicBezTo>
                    <a:pt x="1692" y="0"/>
                    <a:pt x="905" y="0"/>
                    <a:pt x="905" y="0"/>
                  </a:cubicBezTo>
                  <a:cubicBezTo>
                    <a:pt x="905" y="0"/>
                    <a:pt x="118" y="0"/>
                    <a:pt x="59" y="0"/>
                  </a:cubicBezTo>
                  <a:cubicBezTo>
                    <a:pt x="0" y="0"/>
                    <a:pt x="7" y="51"/>
                    <a:pt x="7" y="51"/>
                  </a:cubicBezTo>
                  <a:cubicBezTo>
                    <a:pt x="7" y="1084"/>
                    <a:pt x="7" y="1084"/>
                    <a:pt x="7" y="1084"/>
                  </a:cubicBezTo>
                  <a:cubicBezTo>
                    <a:pt x="1804" y="1084"/>
                    <a:pt x="1804" y="1084"/>
                    <a:pt x="1804" y="1084"/>
                  </a:cubicBezTo>
                  <a:cubicBezTo>
                    <a:pt x="1804" y="51"/>
                    <a:pt x="1804" y="51"/>
                    <a:pt x="1804" y="51"/>
                  </a:cubicBezTo>
                  <a:cubicBezTo>
                    <a:pt x="1804" y="51"/>
                    <a:pt x="1810" y="0"/>
                    <a:pt x="1751" y="0"/>
                  </a:cubicBezTo>
                  <a:close/>
                </a:path>
              </a:pathLst>
            </a:custGeom>
            <a:solidFill>
              <a:srgbClr val="4151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Rectangle 480"/>
            <p:cNvSpPr>
              <a:spLocks noChangeArrowheads="1"/>
            </p:cNvSpPr>
            <p:nvPr/>
          </p:nvSpPr>
          <p:spPr bwMode="auto">
            <a:xfrm>
              <a:off x="3783013" y="4425003"/>
              <a:ext cx="4625975" cy="90488"/>
            </a:xfrm>
            <a:prstGeom prst="rect">
              <a:avLst/>
            </a:pr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 name="Freeform 481"/>
            <p:cNvSpPr>
              <a:spLocks/>
            </p:cNvSpPr>
            <p:nvPr/>
          </p:nvSpPr>
          <p:spPr bwMode="auto">
            <a:xfrm>
              <a:off x="3783013" y="4515491"/>
              <a:ext cx="4622800" cy="50800"/>
            </a:xfrm>
            <a:custGeom>
              <a:avLst/>
              <a:gdLst>
                <a:gd name="T0" fmla="*/ 1110 w 2221"/>
                <a:gd name="T1" fmla="*/ 0 h 25"/>
                <a:gd name="T2" fmla="*/ 0 w 2221"/>
                <a:gd name="T3" fmla="*/ 0 h 25"/>
                <a:gd name="T4" fmla="*/ 75 w 2221"/>
                <a:gd name="T5" fmla="*/ 25 h 25"/>
                <a:gd name="T6" fmla="*/ 1110 w 2221"/>
                <a:gd name="T7" fmla="*/ 25 h 25"/>
                <a:gd name="T8" fmla="*/ 2145 w 2221"/>
                <a:gd name="T9" fmla="*/ 25 h 25"/>
                <a:gd name="T10" fmla="*/ 2221 w 2221"/>
                <a:gd name="T11" fmla="*/ 0 h 25"/>
                <a:gd name="T12" fmla="*/ 1110 w 2221"/>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2221" h="25">
                  <a:moveTo>
                    <a:pt x="1110" y="0"/>
                  </a:moveTo>
                  <a:cubicBezTo>
                    <a:pt x="0" y="0"/>
                    <a:pt x="0" y="0"/>
                    <a:pt x="0" y="0"/>
                  </a:cubicBezTo>
                  <a:cubicBezTo>
                    <a:pt x="0" y="0"/>
                    <a:pt x="26" y="25"/>
                    <a:pt x="75" y="25"/>
                  </a:cubicBezTo>
                  <a:cubicBezTo>
                    <a:pt x="124" y="25"/>
                    <a:pt x="1110" y="25"/>
                    <a:pt x="1110" y="25"/>
                  </a:cubicBezTo>
                  <a:cubicBezTo>
                    <a:pt x="1110" y="25"/>
                    <a:pt x="2097" y="25"/>
                    <a:pt x="2145" y="25"/>
                  </a:cubicBezTo>
                  <a:cubicBezTo>
                    <a:pt x="2194" y="25"/>
                    <a:pt x="2221" y="0"/>
                    <a:pt x="2221" y="0"/>
                  </a:cubicBezTo>
                  <a:lnTo>
                    <a:pt x="1110" y="0"/>
                  </a:lnTo>
                  <a:close/>
                </a:path>
              </a:pathLst>
            </a:custGeom>
            <a:solidFill>
              <a:srgbClr val="BEBD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 name="Freeform 11"/>
            <p:cNvSpPr>
              <a:spLocks noChangeAspect="1"/>
            </p:cNvSpPr>
            <p:nvPr/>
          </p:nvSpPr>
          <p:spPr bwMode="auto">
            <a:xfrm>
              <a:off x="5683279" y="4424997"/>
              <a:ext cx="822268" cy="60196"/>
            </a:xfrm>
            <a:custGeom>
              <a:avLst/>
              <a:gdLst>
                <a:gd name="T0" fmla="*/ 179 w 358"/>
                <a:gd name="T1" fmla="*/ 0 h 26"/>
                <a:gd name="T2" fmla="*/ 0 w 358"/>
                <a:gd name="T3" fmla="*/ 0 h 26"/>
                <a:gd name="T4" fmla="*/ 30 w 358"/>
                <a:gd name="T5" fmla="*/ 26 h 26"/>
                <a:gd name="T6" fmla="*/ 179 w 358"/>
                <a:gd name="T7" fmla="*/ 26 h 26"/>
                <a:gd name="T8" fmla="*/ 327 w 358"/>
                <a:gd name="T9" fmla="*/ 26 h 26"/>
                <a:gd name="T10" fmla="*/ 358 w 358"/>
                <a:gd name="T11" fmla="*/ 0 h 26"/>
                <a:gd name="T12" fmla="*/ 179 w 358"/>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358" h="26">
                  <a:moveTo>
                    <a:pt x="179" y="0"/>
                  </a:moveTo>
                  <a:cubicBezTo>
                    <a:pt x="0" y="0"/>
                    <a:pt x="0" y="0"/>
                    <a:pt x="0" y="0"/>
                  </a:cubicBezTo>
                  <a:cubicBezTo>
                    <a:pt x="0" y="0"/>
                    <a:pt x="2" y="26"/>
                    <a:pt x="30" y="26"/>
                  </a:cubicBezTo>
                  <a:cubicBezTo>
                    <a:pt x="58" y="26"/>
                    <a:pt x="179" y="26"/>
                    <a:pt x="179" y="26"/>
                  </a:cubicBezTo>
                  <a:cubicBezTo>
                    <a:pt x="179" y="26"/>
                    <a:pt x="299" y="26"/>
                    <a:pt x="327" y="26"/>
                  </a:cubicBezTo>
                  <a:cubicBezTo>
                    <a:pt x="355" y="26"/>
                    <a:pt x="358" y="0"/>
                    <a:pt x="358" y="0"/>
                  </a:cubicBezTo>
                  <a:lnTo>
                    <a:pt x="179" y="0"/>
                  </a:lnTo>
                  <a:close/>
                </a:path>
              </a:pathLst>
            </a:custGeom>
            <a:solidFill>
              <a:srgbClr val="BEBD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6" name="组合 15"/>
          <p:cNvGrpSpPr>
            <a:grpSpLocks/>
          </p:cNvGrpSpPr>
          <p:nvPr/>
        </p:nvGrpSpPr>
        <p:grpSpPr>
          <a:xfrm>
            <a:off x="3882000" y="2885691"/>
            <a:ext cx="4428000" cy="2525466"/>
            <a:chOff x="2780546" y="459670"/>
            <a:chExt cx="8010526" cy="4514850"/>
          </a:xfrm>
        </p:grpSpPr>
        <p:sp>
          <p:nvSpPr>
            <p:cNvPr id="17" name="AutoShape 15"/>
            <p:cNvSpPr>
              <a:spLocks/>
            </p:cNvSpPr>
            <p:nvPr/>
          </p:nvSpPr>
          <p:spPr bwMode="auto">
            <a:xfrm>
              <a:off x="4709360" y="2758370"/>
              <a:ext cx="3205162" cy="2216150"/>
            </a:xfrm>
            <a:custGeom>
              <a:avLst/>
              <a:gdLst>
                <a:gd name="T0" fmla="*/ 1602392 w 21600"/>
                <a:gd name="T1" fmla="*/ 1107960 h 21600"/>
                <a:gd name="T2" fmla="*/ 1602392 w 21600"/>
                <a:gd name="T3" fmla="*/ 1107960 h 21600"/>
                <a:gd name="T4" fmla="*/ 1602392 w 21600"/>
                <a:gd name="T5" fmla="*/ 1107960 h 21600"/>
                <a:gd name="T6" fmla="*/ 1602392 w 21600"/>
                <a:gd name="T7" fmla="*/ 110796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05" y="8284"/>
                  </a:moveTo>
                  <a:cubicBezTo>
                    <a:pt x="2329" y="8284"/>
                    <a:pt x="2752" y="8284"/>
                    <a:pt x="3176" y="8580"/>
                  </a:cubicBezTo>
                  <a:cubicBezTo>
                    <a:pt x="3176" y="8580"/>
                    <a:pt x="3176" y="8580"/>
                    <a:pt x="3176" y="8580"/>
                  </a:cubicBezTo>
                  <a:cubicBezTo>
                    <a:pt x="4023" y="9468"/>
                    <a:pt x="4447" y="9764"/>
                    <a:pt x="5082" y="9468"/>
                  </a:cubicBezTo>
                  <a:cubicBezTo>
                    <a:pt x="5082" y="0"/>
                    <a:pt x="5082" y="0"/>
                    <a:pt x="5082" y="0"/>
                  </a:cubicBezTo>
                  <a:cubicBezTo>
                    <a:pt x="21600" y="0"/>
                    <a:pt x="21600" y="0"/>
                    <a:pt x="21600" y="0"/>
                  </a:cubicBezTo>
                  <a:cubicBezTo>
                    <a:pt x="21600" y="21599"/>
                    <a:pt x="21600" y="21599"/>
                    <a:pt x="21600" y="21599"/>
                  </a:cubicBezTo>
                  <a:cubicBezTo>
                    <a:pt x="5082" y="21599"/>
                    <a:pt x="5082" y="21599"/>
                    <a:pt x="5082" y="21599"/>
                  </a:cubicBezTo>
                  <a:cubicBezTo>
                    <a:pt x="5082" y="12427"/>
                    <a:pt x="5082" y="12427"/>
                    <a:pt x="5082" y="12427"/>
                  </a:cubicBezTo>
                  <a:cubicBezTo>
                    <a:pt x="4447" y="12131"/>
                    <a:pt x="4023" y="12427"/>
                    <a:pt x="3176" y="13019"/>
                  </a:cubicBezTo>
                  <a:cubicBezTo>
                    <a:pt x="3176" y="13019"/>
                    <a:pt x="3176" y="13019"/>
                    <a:pt x="3176" y="13019"/>
                  </a:cubicBezTo>
                  <a:cubicBezTo>
                    <a:pt x="2752" y="13315"/>
                    <a:pt x="2329" y="13610"/>
                    <a:pt x="1905" y="13610"/>
                  </a:cubicBezTo>
                  <a:cubicBezTo>
                    <a:pt x="847" y="13610"/>
                    <a:pt x="0" y="12427"/>
                    <a:pt x="0" y="10947"/>
                  </a:cubicBezTo>
                  <a:cubicBezTo>
                    <a:pt x="0" y="9468"/>
                    <a:pt x="847" y="8284"/>
                    <a:pt x="1905" y="8284"/>
                  </a:cubicBezTo>
                </a:path>
              </a:pathLst>
            </a:custGeom>
            <a:solidFill>
              <a:srgbClr val="EA2F6C"/>
            </a:solidFill>
            <a:ln w="9525">
              <a:solidFill>
                <a:schemeClr val="bg1"/>
              </a:solidFill>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8" name="AutoShape 16"/>
            <p:cNvSpPr>
              <a:spLocks/>
            </p:cNvSpPr>
            <p:nvPr/>
          </p:nvSpPr>
          <p:spPr bwMode="auto">
            <a:xfrm>
              <a:off x="6993772" y="2752020"/>
              <a:ext cx="3797300" cy="2222500"/>
            </a:xfrm>
            <a:custGeom>
              <a:avLst/>
              <a:gdLst>
                <a:gd name="T0" fmla="*/ 1898426 w 21600"/>
                <a:gd name="T1" fmla="*/ 1109548 h 21600"/>
                <a:gd name="T2" fmla="*/ 1898426 w 21600"/>
                <a:gd name="T3" fmla="*/ 1109548 h 21600"/>
                <a:gd name="T4" fmla="*/ 1898426 w 21600"/>
                <a:gd name="T5" fmla="*/ 1109548 h 21600"/>
                <a:gd name="T6" fmla="*/ 1898426 w 21600"/>
                <a:gd name="T7" fmla="*/ 110954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97" y="8284"/>
                  </a:moveTo>
                  <a:cubicBezTo>
                    <a:pt x="2516" y="8284"/>
                    <a:pt x="2935" y="8284"/>
                    <a:pt x="3355" y="8580"/>
                  </a:cubicBezTo>
                  <a:cubicBezTo>
                    <a:pt x="3355" y="8580"/>
                    <a:pt x="3355" y="8580"/>
                    <a:pt x="3355" y="8580"/>
                  </a:cubicBezTo>
                  <a:cubicBezTo>
                    <a:pt x="4194" y="9468"/>
                    <a:pt x="4613" y="9764"/>
                    <a:pt x="5242" y="9468"/>
                  </a:cubicBezTo>
                  <a:cubicBezTo>
                    <a:pt x="5242" y="0"/>
                    <a:pt x="5242" y="0"/>
                    <a:pt x="5242" y="0"/>
                  </a:cubicBezTo>
                  <a:cubicBezTo>
                    <a:pt x="21599" y="0"/>
                    <a:pt x="21599" y="0"/>
                    <a:pt x="21599" y="0"/>
                  </a:cubicBezTo>
                  <a:cubicBezTo>
                    <a:pt x="21599" y="21599"/>
                    <a:pt x="21599" y="21599"/>
                    <a:pt x="21599" y="21599"/>
                  </a:cubicBezTo>
                  <a:cubicBezTo>
                    <a:pt x="5242" y="21599"/>
                    <a:pt x="5242" y="21599"/>
                    <a:pt x="5242" y="21599"/>
                  </a:cubicBezTo>
                  <a:cubicBezTo>
                    <a:pt x="5242" y="12427"/>
                    <a:pt x="5242" y="12427"/>
                    <a:pt x="5242" y="12427"/>
                  </a:cubicBezTo>
                  <a:cubicBezTo>
                    <a:pt x="4613" y="12131"/>
                    <a:pt x="4194" y="12427"/>
                    <a:pt x="3355" y="13019"/>
                  </a:cubicBezTo>
                  <a:cubicBezTo>
                    <a:pt x="3355" y="13019"/>
                    <a:pt x="3355" y="13019"/>
                    <a:pt x="3355" y="13019"/>
                  </a:cubicBezTo>
                  <a:cubicBezTo>
                    <a:pt x="2935" y="13315"/>
                    <a:pt x="2516" y="13610"/>
                    <a:pt x="2097" y="13610"/>
                  </a:cubicBezTo>
                  <a:cubicBezTo>
                    <a:pt x="1048" y="13610"/>
                    <a:pt x="0" y="12427"/>
                    <a:pt x="0" y="10947"/>
                  </a:cubicBezTo>
                  <a:cubicBezTo>
                    <a:pt x="0" y="9468"/>
                    <a:pt x="1048" y="8284"/>
                    <a:pt x="2097" y="8284"/>
                  </a:cubicBezTo>
                  <a:close/>
                </a:path>
              </a:pathLst>
            </a:custGeom>
            <a:solidFill>
              <a:srgbClr val="8820A0"/>
            </a:solidFill>
            <a:ln w="9525">
              <a:solidFill>
                <a:schemeClr val="bg1"/>
              </a:solidFill>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9" name="AutoShape 17"/>
            <p:cNvSpPr>
              <a:spLocks/>
            </p:cNvSpPr>
            <p:nvPr/>
          </p:nvSpPr>
          <p:spPr bwMode="auto">
            <a:xfrm>
              <a:off x="7914522" y="459670"/>
              <a:ext cx="2876550" cy="2987675"/>
            </a:xfrm>
            <a:custGeom>
              <a:avLst/>
              <a:gdLst>
                <a:gd name="T0" fmla="*/ 1441280 w 21600"/>
                <a:gd name="T1" fmla="*/ 1493683 h 21600"/>
                <a:gd name="T2" fmla="*/ 1441280 w 21600"/>
                <a:gd name="T3" fmla="*/ 1493683 h 21600"/>
                <a:gd name="T4" fmla="*/ 1441280 w 21600"/>
                <a:gd name="T5" fmla="*/ 1493683 h 21600"/>
                <a:gd name="T6" fmla="*/ 1441280 w 21600"/>
                <a:gd name="T7" fmla="*/ 149368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16597"/>
                  </a:moveTo>
                  <a:cubicBezTo>
                    <a:pt x="21599" y="0"/>
                    <a:pt x="21599" y="0"/>
                    <a:pt x="21599" y="0"/>
                  </a:cubicBezTo>
                  <a:cubicBezTo>
                    <a:pt x="0" y="0"/>
                    <a:pt x="0" y="0"/>
                    <a:pt x="0" y="0"/>
                  </a:cubicBezTo>
                  <a:cubicBezTo>
                    <a:pt x="0" y="16597"/>
                    <a:pt x="0" y="16597"/>
                    <a:pt x="0" y="16597"/>
                  </a:cubicBezTo>
                  <a:cubicBezTo>
                    <a:pt x="9257" y="16597"/>
                    <a:pt x="9257" y="16597"/>
                    <a:pt x="9257" y="16597"/>
                  </a:cubicBezTo>
                  <a:cubicBezTo>
                    <a:pt x="9537" y="17052"/>
                    <a:pt x="9537" y="17507"/>
                    <a:pt x="8696" y="18416"/>
                  </a:cubicBezTo>
                  <a:cubicBezTo>
                    <a:pt x="8696" y="18416"/>
                    <a:pt x="8696" y="18416"/>
                    <a:pt x="8696" y="18416"/>
                  </a:cubicBezTo>
                  <a:cubicBezTo>
                    <a:pt x="8415" y="18644"/>
                    <a:pt x="8135" y="19098"/>
                    <a:pt x="8135" y="19553"/>
                  </a:cubicBezTo>
                  <a:cubicBezTo>
                    <a:pt x="8135" y="20690"/>
                    <a:pt x="9257" y="21600"/>
                    <a:pt x="10940" y="21600"/>
                  </a:cubicBezTo>
                  <a:cubicBezTo>
                    <a:pt x="12342" y="21600"/>
                    <a:pt x="13464" y="20690"/>
                    <a:pt x="13464" y="19553"/>
                  </a:cubicBezTo>
                  <a:cubicBezTo>
                    <a:pt x="13464" y="19098"/>
                    <a:pt x="13464" y="18644"/>
                    <a:pt x="13184" y="18416"/>
                  </a:cubicBezTo>
                  <a:cubicBezTo>
                    <a:pt x="13184" y="18416"/>
                    <a:pt x="13184" y="18416"/>
                    <a:pt x="13184" y="18416"/>
                  </a:cubicBezTo>
                  <a:cubicBezTo>
                    <a:pt x="12342" y="17507"/>
                    <a:pt x="12062" y="17052"/>
                    <a:pt x="12342" y="16597"/>
                  </a:cubicBezTo>
                  <a:lnTo>
                    <a:pt x="21599" y="16597"/>
                  </a:lnTo>
                  <a:close/>
                </a:path>
              </a:pathLst>
            </a:custGeom>
            <a:solidFill>
              <a:srgbClr val="3A83CB"/>
            </a:solidFill>
            <a:ln w="9525">
              <a:solidFill>
                <a:schemeClr val="bg1"/>
              </a:solidFill>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0" name="AutoShape 18"/>
            <p:cNvSpPr>
              <a:spLocks/>
            </p:cNvSpPr>
            <p:nvPr/>
          </p:nvSpPr>
          <p:spPr bwMode="auto">
            <a:xfrm>
              <a:off x="5465010" y="459670"/>
              <a:ext cx="3205162" cy="2298700"/>
            </a:xfrm>
            <a:custGeom>
              <a:avLst/>
              <a:gdLst>
                <a:gd name="T0" fmla="*/ 1602392 w 21600"/>
                <a:gd name="T1" fmla="*/ 1146850 h 21600"/>
                <a:gd name="T2" fmla="*/ 1602392 w 21600"/>
                <a:gd name="T3" fmla="*/ 1146850 h 21600"/>
                <a:gd name="T4" fmla="*/ 1602392 w 21600"/>
                <a:gd name="T5" fmla="*/ 1146850 h 21600"/>
                <a:gd name="T6" fmla="*/ 1602392 w 21600"/>
                <a:gd name="T7" fmla="*/ 11468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675" y="7989"/>
                  </a:moveTo>
                  <a:cubicBezTo>
                    <a:pt x="19033" y="7989"/>
                    <a:pt x="18605" y="8284"/>
                    <a:pt x="18392" y="8580"/>
                  </a:cubicBezTo>
                  <a:cubicBezTo>
                    <a:pt x="18392" y="8580"/>
                    <a:pt x="18392" y="8580"/>
                    <a:pt x="18392" y="8580"/>
                  </a:cubicBezTo>
                  <a:cubicBezTo>
                    <a:pt x="17536" y="9172"/>
                    <a:pt x="17108" y="9468"/>
                    <a:pt x="16467" y="9172"/>
                  </a:cubicBezTo>
                  <a:cubicBezTo>
                    <a:pt x="16467" y="0"/>
                    <a:pt x="16467" y="0"/>
                    <a:pt x="16467" y="0"/>
                  </a:cubicBezTo>
                  <a:cubicBezTo>
                    <a:pt x="0" y="0"/>
                    <a:pt x="0" y="0"/>
                    <a:pt x="0" y="0"/>
                  </a:cubicBezTo>
                  <a:cubicBezTo>
                    <a:pt x="0" y="21600"/>
                    <a:pt x="0" y="21600"/>
                    <a:pt x="0" y="21600"/>
                  </a:cubicBezTo>
                  <a:cubicBezTo>
                    <a:pt x="16467" y="21600"/>
                    <a:pt x="16467" y="21600"/>
                    <a:pt x="16467" y="21600"/>
                  </a:cubicBezTo>
                  <a:cubicBezTo>
                    <a:pt x="16467" y="12131"/>
                    <a:pt x="16467" y="12131"/>
                    <a:pt x="16467" y="12131"/>
                  </a:cubicBezTo>
                  <a:cubicBezTo>
                    <a:pt x="17108" y="11835"/>
                    <a:pt x="17536" y="12131"/>
                    <a:pt x="18392" y="12723"/>
                  </a:cubicBezTo>
                  <a:cubicBezTo>
                    <a:pt x="18392" y="12723"/>
                    <a:pt x="18392" y="12723"/>
                    <a:pt x="18392" y="12723"/>
                  </a:cubicBezTo>
                  <a:cubicBezTo>
                    <a:pt x="18605" y="13315"/>
                    <a:pt x="19033" y="13315"/>
                    <a:pt x="19675" y="13315"/>
                  </a:cubicBezTo>
                  <a:cubicBezTo>
                    <a:pt x="20744" y="13315"/>
                    <a:pt x="21600" y="12131"/>
                    <a:pt x="21600" y="10652"/>
                  </a:cubicBezTo>
                  <a:cubicBezTo>
                    <a:pt x="21600" y="9172"/>
                    <a:pt x="20744" y="7989"/>
                    <a:pt x="19675" y="7989"/>
                  </a:cubicBezTo>
                </a:path>
              </a:pathLst>
            </a:custGeom>
            <a:solidFill>
              <a:srgbClr val="2BAA8C"/>
            </a:solidFill>
            <a:ln w="12700" cap="flat" cmpd="sng">
              <a:solidFill>
                <a:schemeClr val="bg1"/>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zh-CN" altLang="en-US"/>
            </a:p>
          </p:txBody>
        </p:sp>
        <p:sp>
          <p:nvSpPr>
            <p:cNvPr id="21" name="AutoShape 19"/>
            <p:cNvSpPr>
              <a:spLocks/>
            </p:cNvSpPr>
            <p:nvPr/>
          </p:nvSpPr>
          <p:spPr bwMode="auto">
            <a:xfrm>
              <a:off x="2780547" y="459670"/>
              <a:ext cx="3524250" cy="2292350"/>
            </a:xfrm>
            <a:custGeom>
              <a:avLst/>
              <a:gdLst>
                <a:gd name="T0" fmla="*/ 1761917 w 21600"/>
                <a:gd name="T1" fmla="*/ 1146056 h 21600"/>
                <a:gd name="T2" fmla="*/ 1761917 w 21600"/>
                <a:gd name="T3" fmla="*/ 1146056 h 21600"/>
                <a:gd name="T4" fmla="*/ 1761917 w 21600"/>
                <a:gd name="T5" fmla="*/ 1146056 h 21600"/>
                <a:gd name="T6" fmla="*/ 1761917 w 21600"/>
                <a:gd name="T7" fmla="*/ 114605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482" y="7989"/>
                  </a:moveTo>
                  <a:cubicBezTo>
                    <a:pt x="19058" y="7989"/>
                    <a:pt x="18635" y="8284"/>
                    <a:pt x="18211" y="8580"/>
                  </a:cubicBezTo>
                  <a:cubicBezTo>
                    <a:pt x="18211" y="8580"/>
                    <a:pt x="18211" y="8580"/>
                    <a:pt x="18211" y="8580"/>
                  </a:cubicBezTo>
                  <a:cubicBezTo>
                    <a:pt x="17576" y="9172"/>
                    <a:pt x="16941" y="9468"/>
                    <a:pt x="16517" y="9172"/>
                  </a:cubicBezTo>
                  <a:cubicBezTo>
                    <a:pt x="16517" y="0"/>
                    <a:pt x="16517" y="0"/>
                    <a:pt x="16517" y="0"/>
                  </a:cubicBezTo>
                  <a:cubicBezTo>
                    <a:pt x="0" y="0"/>
                    <a:pt x="0" y="0"/>
                    <a:pt x="0" y="0"/>
                  </a:cubicBezTo>
                  <a:cubicBezTo>
                    <a:pt x="0" y="21600"/>
                    <a:pt x="0" y="21600"/>
                    <a:pt x="0" y="21600"/>
                  </a:cubicBezTo>
                  <a:cubicBezTo>
                    <a:pt x="16517" y="21600"/>
                    <a:pt x="16517" y="21600"/>
                    <a:pt x="16517" y="21600"/>
                  </a:cubicBezTo>
                  <a:cubicBezTo>
                    <a:pt x="16517" y="12131"/>
                    <a:pt x="16517" y="12131"/>
                    <a:pt x="16517" y="12131"/>
                  </a:cubicBezTo>
                  <a:cubicBezTo>
                    <a:pt x="16941" y="11835"/>
                    <a:pt x="17576" y="12131"/>
                    <a:pt x="18211" y="12723"/>
                  </a:cubicBezTo>
                  <a:cubicBezTo>
                    <a:pt x="18211" y="12723"/>
                    <a:pt x="18211" y="12723"/>
                    <a:pt x="18211" y="12723"/>
                  </a:cubicBezTo>
                  <a:cubicBezTo>
                    <a:pt x="18635" y="13315"/>
                    <a:pt x="19058" y="13315"/>
                    <a:pt x="19482" y="13315"/>
                  </a:cubicBezTo>
                  <a:cubicBezTo>
                    <a:pt x="20541" y="13315"/>
                    <a:pt x="21600" y="12131"/>
                    <a:pt x="21600" y="10652"/>
                  </a:cubicBezTo>
                  <a:cubicBezTo>
                    <a:pt x="21600" y="9172"/>
                    <a:pt x="20541" y="7989"/>
                    <a:pt x="19482" y="7989"/>
                  </a:cubicBezTo>
                </a:path>
              </a:pathLst>
            </a:custGeom>
            <a:solidFill>
              <a:srgbClr val="9ED62E"/>
            </a:solidFill>
            <a:ln w="9525">
              <a:solidFill>
                <a:schemeClr val="bg1"/>
              </a:solidFill>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2" name="矩形 21"/>
            <p:cNvSpPr/>
            <p:nvPr/>
          </p:nvSpPr>
          <p:spPr>
            <a:xfrm>
              <a:off x="2780546" y="2752020"/>
              <a:ext cx="2684463" cy="2222500"/>
            </a:xfrm>
            <a:prstGeom prst="rect">
              <a:avLst/>
            </a:prstGeom>
            <a:solidFill>
              <a:srgbClr val="F19030"/>
            </a:solidFill>
            <a:ln w="9525">
              <a:solidFill>
                <a:schemeClr val="bg1"/>
              </a:solidFill>
              <a:round/>
              <a:headEnd/>
              <a:tailEnd/>
            </a:ln>
          </p:spPr>
          <p:txBody>
            <a:bodyPr vert="horz" wrap="square" lIns="91440" tIns="45720" rIns="91440" bIns="45720" numCol="1" anchor="t" anchorCtr="0" compatLnSpc="1">
              <a:prstTxWarp prst="textNoShape">
                <a:avLst/>
              </a:prstTxWarp>
            </a:bodyPr>
            <a:lstStyle/>
            <a:p>
              <a:endParaRPr lang="zh-CN" altLang="en-US"/>
            </a:p>
          </p:txBody>
        </p:sp>
      </p:grpSp>
      <p:sp>
        <p:nvSpPr>
          <p:cNvPr id="25" name="椭圆 24"/>
          <p:cNvSpPr/>
          <p:nvPr/>
        </p:nvSpPr>
        <p:spPr>
          <a:xfrm>
            <a:off x="4785519" y="5884860"/>
            <a:ext cx="2620963" cy="323850"/>
          </a:xfrm>
          <a:prstGeom prst="ellipse">
            <a:avLst/>
          </a:prstGeom>
          <a:gradFill flip="none" rotWithShape="1">
            <a:gsLst>
              <a:gs pos="0">
                <a:schemeClr val="tx1">
                  <a:lumMod val="95000"/>
                  <a:lumOff val="5000"/>
                  <a:alpha val="65000"/>
                </a:schemeClr>
              </a:gs>
              <a:gs pos="90000">
                <a:schemeClr val="tx1">
                  <a:alpha val="0"/>
                  <a:lumMod val="0"/>
                  <a:lumOff val="100000"/>
                </a:schemeClr>
              </a:gs>
            </a:gsLst>
            <a:path path="shape">
              <a:fillToRect l="50000" t="50000" r="50000" b="50000"/>
            </a:path>
            <a:tileRect/>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Freeform 21"/>
          <p:cNvSpPr>
            <a:spLocks/>
          </p:cNvSpPr>
          <p:nvPr/>
        </p:nvSpPr>
        <p:spPr bwMode="auto">
          <a:xfrm>
            <a:off x="6611252" y="2729386"/>
            <a:ext cx="1848101" cy="2838075"/>
          </a:xfrm>
          <a:custGeom>
            <a:avLst/>
            <a:gdLst>
              <a:gd name="T0" fmla="*/ 850 w 850"/>
              <a:gd name="T1" fmla="*/ 61 h 1226"/>
              <a:gd name="T2" fmla="*/ 791 w 850"/>
              <a:gd name="T3" fmla="*/ 0 h 1226"/>
              <a:gd name="T4" fmla="*/ 339 w 850"/>
              <a:gd name="T5" fmla="*/ 0 h 1226"/>
              <a:gd name="T6" fmla="*/ 0 w 850"/>
              <a:gd name="T7" fmla="*/ 1226 h 1226"/>
              <a:gd name="T8" fmla="*/ 850 w 850"/>
              <a:gd name="T9" fmla="*/ 1226 h 1226"/>
              <a:gd name="T10" fmla="*/ 850 w 850"/>
              <a:gd name="T11" fmla="*/ 61 h 1226"/>
            </a:gdLst>
            <a:ahLst/>
            <a:cxnLst>
              <a:cxn ang="0">
                <a:pos x="T0" y="T1"/>
              </a:cxn>
              <a:cxn ang="0">
                <a:pos x="T2" y="T3"/>
              </a:cxn>
              <a:cxn ang="0">
                <a:pos x="T4" y="T5"/>
              </a:cxn>
              <a:cxn ang="0">
                <a:pos x="T6" y="T7"/>
              </a:cxn>
              <a:cxn ang="0">
                <a:pos x="T8" y="T9"/>
              </a:cxn>
              <a:cxn ang="0">
                <a:pos x="T10" y="T11"/>
              </a:cxn>
            </a:cxnLst>
            <a:rect l="0" t="0" r="r" b="b"/>
            <a:pathLst>
              <a:path w="850" h="1226">
                <a:moveTo>
                  <a:pt x="850" y="61"/>
                </a:moveTo>
                <a:cubicBezTo>
                  <a:pt x="850" y="27"/>
                  <a:pt x="824" y="0"/>
                  <a:pt x="791" y="0"/>
                </a:cubicBezTo>
                <a:cubicBezTo>
                  <a:pt x="339" y="0"/>
                  <a:pt x="339" y="0"/>
                  <a:pt x="339" y="0"/>
                </a:cubicBezTo>
                <a:cubicBezTo>
                  <a:pt x="0" y="1226"/>
                  <a:pt x="0" y="1226"/>
                  <a:pt x="0" y="1226"/>
                </a:cubicBezTo>
                <a:cubicBezTo>
                  <a:pt x="850" y="1226"/>
                  <a:pt x="850" y="1226"/>
                  <a:pt x="850" y="1226"/>
                </a:cubicBezTo>
                <a:lnTo>
                  <a:pt x="850" y="61"/>
                </a:lnTo>
                <a:close/>
              </a:path>
            </a:pathLst>
          </a:custGeom>
          <a:gradFill>
            <a:gsLst>
              <a:gs pos="0">
                <a:schemeClr val="bg1">
                  <a:alpha val="0"/>
                </a:schemeClr>
              </a:gs>
              <a:gs pos="100000">
                <a:schemeClr val="bg1">
                  <a:alpha val="70000"/>
                </a:schemeClr>
              </a:gs>
            </a:gsLst>
            <a:lin ang="16800000" scaled="0"/>
          </a:gra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8" name="AutoShape 20"/>
          <p:cNvSpPr>
            <a:spLocks/>
          </p:cNvSpPr>
          <p:nvPr/>
        </p:nvSpPr>
        <p:spPr bwMode="auto">
          <a:xfrm>
            <a:off x="5907966" y="3207525"/>
            <a:ext cx="540331" cy="540331"/>
          </a:xfrm>
          <a:custGeom>
            <a:avLst/>
            <a:gdLst>
              <a:gd name="T0" fmla="*/ 371431 w 21600"/>
              <a:gd name="T1" fmla="*/ 371437 h 21600"/>
              <a:gd name="T2" fmla="*/ 371431 w 21600"/>
              <a:gd name="T3" fmla="*/ 371437 h 21600"/>
              <a:gd name="T4" fmla="*/ 371431 w 21600"/>
              <a:gd name="T5" fmla="*/ 371437 h 21600"/>
              <a:gd name="T6" fmla="*/ 371431 w 21600"/>
              <a:gd name="T7" fmla="*/ 37143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897" y="0"/>
                </a:moveTo>
                <a:cubicBezTo>
                  <a:pt x="19649" y="0"/>
                  <a:pt x="20287" y="264"/>
                  <a:pt x="20812" y="796"/>
                </a:cubicBezTo>
                <a:cubicBezTo>
                  <a:pt x="21335" y="1321"/>
                  <a:pt x="21600" y="1962"/>
                  <a:pt x="21600" y="2711"/>
                </a:cubicBezTo>
                <a:lnTo>
                  <a:pt x="21600" y="18882"/>
                </a:lnTo>
                <a:cubicBezTo>
                  <a:pt x="21600" y="19267"/>
                  <a:pt x="21526" y="19623"/>
                  <a:pt x="21382" y="19952"/>
                </a:cubicBezTo>
                <a:cubicBezTo>
                  <a:pt x="21235" y="20281"/>
                  <a:pt x="21041" y="20563"/>
                  <a:pt x="20803" y="20804"/>
                </a:cubicBezTo>
                <a:cubicBezTo>
                  <a:pt x="20566" y="21042"/>
                  <a:pt x="20278" y="21232"/>
                  <a:pt x="19940" y="21376"/>
                </a:cubicBezTo>
                <a:cubicBezTo>
                  <a:pt x="19602" y="21523"/>
                  <a:pt x="19256" y="21594"/>
                  <a:pt x="18897" y="21594"/>
                </a:cubicBezTo>
                <a:lnTo>
                  <a:pt x="12065" y="21594"/>
                </a:lnTo>
                <a:lnTo>
                  <a:pt x="12065" y="12552"/>
                </a:lnTo>
                <a:lnTo>
                  <a:pt x="14486" y="12552"/>
                </a:lnTo>
                <a:cubicBezTo>
                  <a:pt x="14594" y="12552"/>
                  <a:pt x="14697" y="12516"/>
                  <a:pt x="14788" y="12440"/>
                </a:cubicBezTo>
                <a:cubicBezTo>
                  <a:pt x="14876" y="12367"/>
                  <a:pt x="14920" y="12267"/>
                  <a:pt x="14920" y="12143"/>
                </a:cubicBezTo>
                <a:lnTo>
                  <a:pt x="15088" y="9779"/>
                </a:lnTo>
                <a:cubicBezTo>
                  <a:pt x="15088" y="9649"/>
                  <a:pt x="15050" y="9538"/>
                  <a:pt x="14976" y="9444"/>
                </a:cubicBezTo>
                <a:cubicBezTo>
                  <a:pt x="14882" y="9350"/>
                  <a:pt x="14773" y="9303"/>
                  <a:pt x="14653" y="9303"/>
                </a:cubicBezTo>
                <a:lnTo>
                  <a:pt x="12065" y="9303"/>
                </a:lnTo>
                <a:lnTo>
                  <a:pt x="12065" y="8263"/>
                </a:lnTo>
                <a:cubicBezTo>
                  <a:pt x="12065" y="7878"/>
                  <a:pt x="12115" y="7622"/>
                  <a:pt x="12215" y="7496"/>
                </a:cubicBezTo>
                <a:cubicBezTo>
                  <a:pt x="12312" y="7370"/>
                  <a:pt x="12565" y="7308"/>
                  <a:pt x="12964" y="7308"/>
                </a:cubicBezTo>
                <a:cubicBezTo>
                  <a:pt x="13202" y="7308"/>
                  <a:pt x="13458" y="7326"/>
                  <a:pt x="13745" y="7367"/>
                </a:cubicBezTo>
                <a:cubicBezTo>
                  <a:pt x="14033" y="7405"/>
                  <a:pt x="14306" y="7455"/>
                  <a:pt x="14568" y="7520"/>
                </a:cubicBezTo>
                <a:cubicBezTo>
                  <a:pt x="14624" y="7520"/>
                  <a:pt x="14685" y="7514"/>
                  <a:pt x="14759" y="7499"/>
                </a:cubicBezTo>
                <a:cubicBezTo>
                  <a:pt x="14829" y="7484"/>
                  <a:pt x="14882" y="7458"/>
                  <a:pt x="14920" y="7423"/>
                </a:cubicBezTo>
                <a:cubicBezTo>
                  <a:pt x="15014" y="7367"/>
                  <a:pt x="15079" y="7264"/>
                  <a:pt x="15117" y="7114"/>
                </a:cubicBezTo>
                <a:lnTo>
                  <a:pt x="15437" y="4837"/>
                </a:lnTo>
                <a:cubicBezTo>
                  <a:pt x="15478" y="4564"/>
                  <a:pt x="15361" y="4403"/>
                  <a:pt x="15088" y="4347"/>
                </a:cubicBezTo>
                <a:cubicBezTo>
                  <a:pt x="14245" y="4112"/>
                  <a:pt x="13364" y="4000"/>
                  <a:pt x="12444" y="4009"/>
                </a:cubicBezTo>
                <a:cubicBezTo>
                  <a:pt x="9625" y="4009"/>
                  <a:pt x="8212" y="5384"/>
                  <a:pt x="8212" y="8128"/>
                </a:cubicBezTo>
                <a:lnTo>
                  <a:pt x="8212" y="9308"/>
                </a:lnTo>
                <a:lnTo>
                  <a:pt x="6764" y="9308"/>
                </a:lnTo>
                <a:cubicBezTo>
                  <a:pt x="6455" y="9308"/>
                  <a:pt x="6306" y="9458"/>
                  <a:pt x="6317" y="9758"/>
                </a:cubicBezTo>
                <a:lnTo>
                  <a:pt x="6317" y="12120"/>
                </a:lnTo>
                <a:cubicBezTo>
                  <a:pt x="6317" y="12234"/>
                  <a:pt x="6356" y="12334"/>
                  <a:pt x="6444" y="12425"/>
                </a:cubicBezTo>
                <a:cubicBezTo>
                  <a:pt x="6526" y="12514"/>
                  <a:pt x="6632" y="12558"/>
                  <a:pt x="6764" y="12558"/>
                </a:cubicBezTo>
                <a:lnTo>
                  <a:pt x="8212" y="12558"/>
                </a:lnTo>
                <a:lnTo>
                  <a:pt x="8212" y="21599"/>
                </a:lnTo>
                <a:lnTo>
                  <a:pt x="2684" y="21599"/>
                </a:lnTo>
                <a:cubicBezTo>
                  <a:pt x="2320" y="21599"/>
                  <a:pt x="1973" y="21529"/>
                  <a:pt x="1647" y="21382"/>
                </a:cubicBezTo>
                <a:cubicBezTo>
                  <a:pt x="1321" y="21238"/>
                  <a:pt x="1033" y="21047"/>
                  <a:pt x="795" y="20809"/>
                </a:cubicBezTo>
                <a:cubicBezTo>
                  <a:pt x="558" y="20569"/>
                  <a:pt x="364" y="20287"/>
                  <a:pt x="220" y="19957"/>
                </a:cubicBezTo>
                <a:cubicBezTo>
                  <a:pt x="76" y="19628"/>
                  <a:pt x="0" y="19273"/>
                  <a:pt x="0" y="18888"/>
                </a:cubicBezTo>
                <a:lnTo>
                  <a:pt x="0" y="2717"/>
                </a:lnTo>
                <a:cubicBezTo>
                  <a:pt x="0" y="2352"/>
                  <a:pt x="76" y="2000"/>
                  <a:pt x="220" y="1662"/>
                </a:cubicBezTo>
                <a:cubicBezTo>
                  <a:pt x="364" y="1327"/>
                  <a:pt x="558" y="1036"/>
                  <a:pt x="795" y="801"/>
                </a:cubicBezTo>
                <a:cubicBezTo>
                  <a:pt x="1033" y="557"/>
                  <a:pt x="1321" y="369"/>
                  <a:pt x="1647" y="222"/>
                </a:cubicBezTo>
                <a:cubicBezTo>
                  <a:pt x="1973" y="75"/>
                  <a:pt x="2320" y="5"/>
                  <a:pt x="2684" y="5"/>
                </a:cubicBezTo>
                <a:lnTo>
                  <a:pt x="18897" y="5"/>
                </a:lnTo>
                <a:lnTo>
                  <a:pt x="18897" y="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zh-CN" altLang="en-US"/>
          </a:p>
        </p:txBody>
      </p:sp>
      <p:sp>
        <p:nvSpPr>
          <p:cNvPr id="29" name="AutoShape 21"/>
          <p:cNvSpPr>
            <a:spLocks/>
          </p:cNvSpPr>
          <p:nvPr/>
        </p:nvSpPr>
        <p:spPr bwMode="auto">
          <a:xfrm>
            <a:off x="5518626" y="4499148"/>
            <a:ext cx="742950" cy="620712"/>
          </a:xfrm>
          <a:custGeom>
            <a:avLst/>
            <a:gdLst>
              <a:gd name="T0" fmla="*/ 371431 w 21600"/>
              <a:gd name="T1" fmla="*/ 310310 h 21579"/>
              <a:gd name="T2" fmla="*/ 371431 w 21600"/>
              <a:gd name="T3" fmla="*/ 310310 h 21579"/>
              <a:gd name="T4" fmla="*/ 371431 w 21600"/>
              <a:gd name="T5" fmla="*/ 310310 h 21579"/>
              <a:gd name="T6" fmla="*/ 371431 w 21600"/>
              <a:gd name="T7" fmla="*/ 310310 h 215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9">
                <a:moveTo>
                  <a:pt x="21600" y="9391"/>
                </a:moveTo>
                <a:cubicBezTo>
                  <a:pt x="21600"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600" y="8895"/>
                  <a:pt x="21600"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1"/>
                </a:cubicBezTo>
                <a:lnTo>
                  <a:pt x="18459" y="2855"/>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zh-CN" altLang="en-US"/>
          </a:p>
        </p:txBody>
      </p:sp>
      <p:sp>
        <p:nvSpPr>
          <p:cNvPr id="30" name="AutoShape 22"/>
          <p:cNvSpPr>
            <a:spLocks/>
          </p:cNvSpPr>
          <p:nvPr/>
        </p:nvSpPr>
        <p:spPr bwMode="auto">
          <a:xfrm>
            <a:off x="7426203" y="3250838"/>
            <a:ext cx="609610" cy="551976"/>
          </a:xfrm>
          <a:custGeom>
            <a:avLst/>
            <a:gdLst>
              <a:gd name="T0" fmla="*/ 372225 w 21600"/>
              <a:gd name="T1" fmla="*/ 310325 h 21600"/>
              <a:gd name="T2" fmla="*/ 372225 w 21600"/>
              <a:gd name="T3" fmla="*/ 310325 h 21600"/>
              <a:gd name="T4" fmla="*/ 372225 w 21600"/>
              <a:gd name="T5" fmla="*/ 310325 h 21600"/>
              <a:gd name="T6" fmla="*/ 372225 w 21600"/>
              <a:gd name="T7" fmla="*/ 3103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3222"/>
                </a:moveTo>
                <a:cubicBezTo>
                  <a:pt x="20632" y="3222"/>
                  <a:pt x="20946" y="3384"/>
                  <a:pt x="21208" y="3713"/>
                </a:cubicBezTo>
                <a:cubicBezTo>
                  <a:pt x="21470" y="4042"/>
                  <a:pt x="21600" y="4427"/>
                  <a:pt x="21600" y="4865"/>
                </a:cubicBezTo>
                <a:lnTo>
                  <a:pt x="21600" y="19984"/>
                </a:lnTo>
                <a:cubicBezTo>
                  <a:pt x="21600" y="20421"/>
                  <a:pt x="21470" y="20803"/>
                  <a:pt x="21208" y="21121"/>
                </a:cubicBezTo>
                <a:cubicBezTo>
                  <a:pt x="20946" y="21441"/>
                  <a:pt x="20632" y="21600"/>
                  <a:pt x="20263" y="21600"/>
                </a:cubicBezTo>
                <a:lnTo>
                  <a:pt x="1348" y="21600"/>
                </a:lnTo>
                <a:cubicBezTo>
                  <a:pt x="981" y="21600"/>
                  <a:pt x="663" y="21441"/>
                  <a:pt x="399" y="21121"/>
                </a:cubicBezTo>
                <a:cubicBezTo>
                  <a:pt x="134" y="20803"/>
                  <a:pt x="0" y="20421"/>
                  <a:pt x="0" y="19984"/>
                </a:cubicBezTo>
                <a:lnTo>
                  <a:pt x="0" y="4865"/>
                </a:lnTo>
                <a:cubicBezTo>
                  <a:pt x="0" y="4427"/>
                  <a:pt x="134" y="4042"/>
                  <a:pt x="399" y="3713"/>
                </a:cubicBezTo>
                <a:cubicBezTo>
                  <a:pt x="663" y="3384"/>
                  <a:pt x="981" y="3222"/>
                  <a:pt x="1348" y="3222"/>
                </a:cubicBezTo>
                <a:lnTo>
                  <a:pt x="5638" y="3222"/>
                </a:lnTo>
                <a:lnTo>
                  <a:pt x="6318" y="1460"/>
                </a:lnTo>
                <a:cubicBezTo>
                  <a:pt x="6458" y="1057"/>
                  <a:pt x="6717" y="713"/>
                  <a:pt x="7089" y="425"/>
                </a:cubicBezTo>
                <a:cubicBezTo>
                  <a:pt x="7466" y="143"/>
                  <a:pt x="7838" y="0"/>
                  <a:pt x="8203" y="0"/>
                </a:cubicBezTo>
                <a:lnTo>
                  <a:pt x="13396" y="0"/>
                </a:lnTo>
                <a:cubicBezTo>
                  <a:pt x="13763" y="0"/>
                  <a:pt x="14135" y="143"/>
                  <a:pt x="14510" y="425"/>
                </a:cubicBezTo>
                <a:cubicBezTo>
                  <a:pt x="14884" y="713"/>
                  <a:pt x="15146" y="1057"/>
                  <a:pt x="15293" y="1460"/>
                </a:cubicBezTo>
                <a:lnTo>
                  <a:pt x="15961" y="3222"/>
                </a:lnTo>
                <a:lnTo>
                  <a:pt x="20263" y="3222"/>
                </a:lnTo>
                <a:close/>
                <a:moveTo>
                  <a:pt x="10806" y="19185"/>
                </a:moveTo>
                <a:cubicBezTo>
                  <a:pt x="11572" y="19185"/>
                  <a:pt x="12299" y="19002"/>
                  <a:pt x="12987" y="18650"/>
                </a:cubicBezTo>
                <a:cubicBezTo>
                  <a:pt x="13672" y="18294"/>
                  <a:pt x="14270" y="17810"/>
                  <a:pt x="14774" y="17196"/>
                </a:cubicBezTo>
                <a:cubicBezTo>
                  <a:pt x="15278" y="16582"/>
                  <a:pt x="15677" y="15862"/>
                  <a:pt x="15974" y="15048"/>
                </a:cubicBezTo>
                <a:cubicBezTo>
                  <a:pt x="16270" y="14234"/>
                  <a:pt x="16419" y="13356"/>
                  <a:pt x="16419" y="12421"/>
                </a:cubicBezTo>
                <a:cubicBezTo>
                  <a:pt x="16419" y="11499"/>
                  <a:pt x="16270" y="10623"/>
                  <a:pt x="15974" y="9795"/>
                </a:cubicBezTo>
                <a:cubicBezTo>
                  <a:pt x="15677" y="8966"/>
                  <a:pt x="15278" y="8249"/>
                  <a:pt x="14774" y="7644"/>
                </a:cubicBezTo>
                <a:cubicBezTo>
                  <a:pt x="14270" y="7036"/>
                  <a:pt x="13672" y="6557"/>
                  <a:pt x="12987" y="6199"/>
                </a:cubicBezTo>
                <a:cubicBezTo>
                  <a:pt x="12299" y="5843"/>
                  <a:pt x="11572" y="5667"/>
                  <a:pt x="10806" y="5667"/>
                </a:cubicBezTo>
                <a:cubicBezTo>
                  <a:pt x="10039" y="5667"/>
                  <a:pt x="9312" y="5846"/>
                  <a:pt x="8619" y="6199"/>
                </a:cubicBezTo>
                <a:cubicBezTo>
                  <a:pt x="7929" y="6557"/>
                  <a:pt x="7332" y="7036"/>
                  <a:pt x="6827" y="7644"/>
                </a:cubicBezTo>
                <a:cubicBezTo>
                  <a:pt x="6323" y="8249"/>
                  <a:pt x="5922" y="8963"/>
                  <a:pt x="5625" y="9789"/>
                </a:cubicBezTo>
                <a:cubicBezTo>
                  <a:pt x="5329" y="10612"/>
                  <a:pt x="5180" y="11490"/>
                  <a:pt x="5180" y="12421"/>
                </a:cubicBezTo>
                <a:cubicBezTo>
                  <a:pt x="5180" y="13356"/>
                  <a:pt x="5329" y="14234"/>
                  <a:pt x="5625" y="15048"/>
                </a:cubicBezTo>
                <a:cubicBezTo>
                  <a:pt x="5922" y="15862"/>
                  <a:pt x="6323" y="16582"/>
                  <a:pt x="6827" y="17196"/>
                </a:cubicBezTo>
                <a:cubicBezTo>
                  <a:pt x="7332" y="17810"/>
                  <a:pt x="7929" y="18294"/>
                  <a:pt x="8619" y="18650"/>
                </a:cubicBezTo>
                <a:cubicBezTo>
                  <a:pt x="9312" y="19005"/>
                  <a:pt x="10039" y="19185"/>
                  <a:pt x="10806" y="19185"/>
                </a:cubicBezTo>
                <a:moveTo>
                  <a:pt x="10806" y="7832"/>
                </a:moveTo>
                <a:cubicBezTo>
                  <a:pt x="11337" y="7832"/>
                  <a:pt x="11834" y="7953"/>
                  <a:pt x="12294" y="8191"/>
                </a:cubicBezTo>
                <a:cubicBezTo>
                  <a:pt x="12754" y="8432"/>
                  <a:pt x="13158" y="8755"/>
                  <a:pt x="13501" y="9169"/>
                </a:cubicBezTo>
                <a:cubicBezTo>
                  <a:pt x="13846" y="9583"/>
                  <a:pt x="14118" y="10068"/>
                  <a:pt x="14316" y="10623"/>
                </a:cubicBezTo>
                <a:cubicBezTo>
                  <a:pt x="14515" y="11184"/>
                  <a:pt x="14615" y="11781"/>
                  <a:pt x="14615" y="12421"/>
                </a:cubicBezTo>
                <a:cubicBezTo>
                  <a:pt x="14615" y="13056"/>
                  <a:pt x="14515" y="13649"/>
                  <a:pt x="14316" y="14205"/>
                </a:cubicBezTo>
                <a:cubicBezTo>
                  <a:pt x="14118" y="14757"/>
                  <a:pt x="13846" y="15245"/>
                  <a:pt x="13501" y="15668"/>
                </a:cubicBezTo>
                <a:cubicBezTo>
                  <a:pt x="13158" y="16091"/>
                  <a:pt x="12752" y="16420"/>
                  <a:pt x="12289" y="16661"/>
                </a:cubicBezTo>
                <a:cubicBezTo>
                  <a:pt x="11824" y="16899"/>
                  <a:pt x="11330" y="17016"/>
                  <a:pt x="10806" y="17016"/>
                </a:cubicBezTo>
                <a:cubicBezTo>
                  <a:pt x="10274" y="17016"/>
                  <a:pt x="9777" y="16899"/>
                  <a:pt x="9312" y="16661"/>
                </a:cubicBezTo>
                <a:cubicBezTo>
                  <a:pt x="8847" y="16420"/>
                  <a:pt x="8443" y="16091"/>
                  <a:pt x="8100" y="15668"/>
                </a:cubicBezTo>
                <a:cubicBezTo>
                  <a:pt x="7755" y="15245"/>
                  <a:pt x="7483" y="14754"/>
                  <a:pt x="7285" y="14199"/>
                </a:cubicBezTo>
                <a:cubicBezTo>
                  <a:pt x="7084" y="13641"/>
                  <a:pt x="6984" y="13044"/>
                  <a:pt x="6984" y="12421"/>
                </a:cubicBezTo>
                <a:cubicBezTo>
                  <a:pt x="6984" y="11781"/>
                  <a:pt x="7084" y="11184"/>
                  <a:pt x="7285" y="10623"/>
                </a:cubicBezTo>
                <a:cubicBezTo>
                  <a:pt x="7483" y="10068"/>
                  <a:pt x="7755" y="9583"/>
                  <a:pt x="8100" y="9169"/>
                </a:cubicBezTo>
                <a:cubicBezTo>
                  <a:pt x="8443" y="8755"/>
                  <a:pt x="8847" y="8431"/>
                  <a:pt x="9312" y="8191"/>
                </a:cubicBezTo>
                <a:cubicBezTo>
                  <a:pt x="9777" y="7953"/>
                  <a:pt x="10274" y="7832"/>
                  <a:pt x="10806" y="7832"/>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zh-CN" altLang="en-US"/>
          </a:p>
        </p:txBody>
      </p:sp>
      <p:sp>
        <p:nvSpPr>
          <p:cNvPr id="31" name="AutoShape 23"/>
          <p:cNvSpPr>
            <a:spLocks/>
          </p:cNvSpPr>
          <p:nvPr/>
        </p:nvSpPr>
        <p:spPr bwMode="auto">
          <a:xfrm>
            <a:off x="4205246" y="3216468"/>
            <a:ext cx="742950" cy="620713"/>
          </a:xfrm>
          <a:custGeom>
            <a:avLst/>
            <a:gdLst>
              <a:gd name="T0" fmla="*/ 371431 w 21600"/>
              <a:gd name="T1" fmla="*/ 310325 h 21600"/>
              <a:gd name="T2" fmla="*/ 371431 w 21600"/>
              <a:gd name="T3" fmla="*/ 310325 h 21600"/>
              <a:gd name="T4" fmla="*/ 371431 w 21600"/>
              <a:gd name="T5" fmla="*/ 310325 h 21600"/>
              <a:gd name="T6" fmla="*/ 371431 w 21600"/>
              <a:gd name="T7" fmla="*/ 3103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0"/>
                </a:moveTo>
                <a:cubicBezTo>
                  <a:pt x="20630" y="0"/>
                  <a:pt x="20943" y="161"/>
                  <a:pt x="21205" y="478"/>
                </a:cubicBezTo>
                <a:cubicBezTo>
                  <a:pt x="21467" y="798"/>
                  <a:pt x="21600" y="1177"/>
                  <a:pt x="21600" y="1618"/>
                </a:cubicBezTo>
                <a:lnTo>
                  <a:pt x="21600" y="19981"/>
                </a:lnTo>
                <a:cubicBezTo>
                  <a:pt x="21600" y="20422"/>
                  <a:pt x="21467" y="20801"/>
                  <a:pt x="21205" y="21121"/>
                </a:cubicBezTo>
                <a:cubicBezTo>
                  <a:pt x="20943" y="21438"/>
                  <a:pt x="20630" y="21599"/>
                  <a:pt x="20263" y="21599"/>
                </a:cubicBezTo>
                <a:lnTo>
                  <a:pt x="1346" y="21599"/>
                </a:lnTo>
                <a:cubicBezTo>
                  <a:pt x="981" y="21599"/>
                  <a:pt x="663" y="21438"/>
                  <a:pt x="399" y="21121"/>
                </a:cubicBezTo>
                <a:cubicBezTo>
                  <a:pt x="132" y="20801"/>
                  <a:pt x="0" y="20422"/>
                  <a:pt x="0" y="19981"/>
                </a:cubicBezTo>
                <a:lnTo>
                  <a:pt x="0" y="1618"/>
                </a:lnTo>
                <a:cubicBezTo>
                  <a:pt x="0" y="1177"/>
                  <a:pt x="132" y="798"/>
                  <a:pt x="399" y="478"/>
                </a:cubicBezTo>
                <a:cubicBezTo>
                  <a:pt x="663" y="161"/>
                  <a:pt x="981" y="0"/>
                  <a:pt x="1346" y="0"/>
                </a:cubicBezTo>
                <a:lnTo>
                  <a:pt x="20263" y="0"/>
                </a:lnTo>
                <a:close/>
                <a:moveTo>
                  <a:pt x="4051" y="2170"/>
                </a:moveTo>
                <a:cubicBezTo>
                  <a:pt x="4051" y="2020"/>
                  <a:pt x="4010" y="1891"/>
                  <a:pt x="3924" y="1782"/>
                </a:cubicBezTo>
                <a:cubicBezTo>
                  <a:pt x="3838" y="1677"/>
                  <a:pt x="3728" y="1621"/>
                  <a:pt x="3593" y="1621"/>
                </a:cubicBezTo>
                <a:lnTo>
                  <a:pt x="1801" y="1621"/>
                </a:lnTo>
                <a:cubicBezTo>
                  <a:pt x="1676" y="1621"/>
                  <a:pt x="1569" y="1674"/>
                  <a:pt x="1481" y="1776"/>
                </a:cubicBezTo>
                <a:cubicBezTo>
                  <a:pt x="1390" y="1879"/>
                  <a:pt x="1344" y="2011"/>
                  <a:pt x="1344" y="2170"/>
                </a:cubicBezTo>
                <a:lnTo>
                  <a:pt x="1344" y="4320"/>
                </a:lnTo>
                <a:cubicBezTo>
                  <a:pt x="1344" y="4470"/>
                  <a:pt x="1388" y="4602"/>
                  <a:pt x="1473" y="4708"/>
                </a:cubicBezTo>
                <a:cubicBezTo>
                  <a:pt x="1559" y="4816"/>
                  <a:pt x="1669" y="4866"/>
                  <a:pt x="1801" y="4866"/>
                </a:cubicBezTo>
                <a:lnTo>
                  <a:pt x="3593" y="4866"/>
                </a:lnTo>
                <a:cubicBezTo>
                  <a:pt x="3721" y="4866"/>
                  <a:pt x="3828" y="4819"/>
                  <a:pt x="3917" y="4717"/>
                </a:cubicBezTo>
                <a:cubicBezTo>
                  <a:pt x="4007" y="4614"/>
                  <a:pt x="4051" y="4482"/>
                  <a:pt x="4051" y="4320"/>
                </a:cubicBezTo>
                <a:lnTo>
                  <a:pt x="4051" y="2170"/>
                </a:lnTo>
                <a:close/>
                <a:moveTo>
                  <a:pt x="4051" y="7201"/>
                </a:moveTo>
                <a:cubicBezTo>
                  <a:pt x="4051" y="7055"/>
                  <a:pt x="4010" y="6925"/>
                  <a:pt x="3924" y="6817"/>
                </a:cubicBezTo>
                <a:cubicBezTo>
                  <a:pt x="3838" y="6708"/>
                  <a:pt x="3728" y="6655"/>
                  <a:pt x="3593" y="6655"/>
                </a:cubicBezTo>
                <a:lnTo>
                  <a:pt x="1801" y="6655"/>
                </a:lnTo>
                <a:cubicBezTo>
                  <a:pt x="1676" y="6655"/>
                  <a:pt x="1569" y="6708"/>
                  <a:pt x="1481" y="6817"/>
                </a:cubicBezTo>
                <a:cubicBezTo>
                  <a:pt x="1390" y="6925"/>
                  <a:pt x="1344" y="7055"/>
                  <a:pt x="1344" y="7201"/>
                </a:cubicBezTo>
                <a:lnTo>
                  <a:pt x="1344" y="9369"/>
                </a:lnTo>
                <a:cubicBezTo>
                  <a:pt x="1344" y="9516"/>
                  <a:pt x="1388" y="9645"/>
                  <a:pt x="1473" y="9757"/>
                </a:cubicBezTo>
                <a:cubicBezTo>
                  <a:pt x="1559" y="9863"/>
                  <a:pt x="1669" y="9915"/>
                  <a:pt x="1801" y="9915"/>
                </a:cubicBezTo>
                <a:lnTo>
                  <a:pt x="3593" y="9915"/>
                </a:lnTo>
                <a:cubicBezTo>
                  <a:pt x="3721" y="9915"/>
                  <a:pt x="3828" y="9863"/>
                  <a:pt x="3917" y="9757"/>
                </a:cubicBezTo>
                <a:cubicBezTo>
                  <a:pt x="4007" y="9645"/>
                  <a:pt x="4051" y="9516"/>
                  <a:pt x="4051" y="9369"/>
                </a:cubicBezTo>
                <a:lnTo>
                  <a:pt x="4051" y="7201"/>
                </a:lnTo>
                <a:close/>
                <a:moveTo>
                  <a:pt x="4051" y="12233"/>
                </a:moveTo>
                <a:cubicBezTo>
                  <a:pt x="4051" y="12083"/>
                  <a:pt x="4010" y="11957"/>
                  <a:pt x="3924" y="11845"/>
                </a:cubicBezTo>
                <a:cubicBezTo>
                  <a:pt x="3838" y="11739"/>
                  <a:pt x="3728" y="11687"/>
                  <a:pt x="3593" y="11687"/>
                </a:cubicBezTo>
                <a:lnTo>
                  <a:pt x="1801" y="11687"/>
                </a:lnTo>
                <a:cubicBezTo>
                  <a:pt x="1676" y="11687"/>
                  <a:pt x="1569" y="11739"/>
                  <a:pt x="1481" y="11845"/>
                </a:cubicBezTo>
                <a:cubicBezTo>
                  <a:pt x="1390" y="11957"/>
                  <a:pt x="1344" y="12083"/>
                  <a:pt x="1344" y="12233"/>
                </a:cubicBezTo>
                <a:lnTo>
                  <a:pt x="1344" y="14401"/>
                </a:lnTo>
                <a:cubicBezTo>
                  <a:pt x="1344" y="14547"/>
                  <a:pt x="1388" y="14677"/>
                  <a:pt x="1473" y="14785"/>
                </a:cubicBezTo>
                <a:cubicBezTo>
                  <a:pt x="1559" y="14894"/>
                  <a:pt x="1669" y="14947"/>
                  <a:pt x="1801" y="14947"/>
                </a:cubicBezTo>
                <a:lnTo>
                  <a:pt x="3593" y="14947"/>
                </a:lnTo>
                <a:cubicBezTo>
                  <a:pt x="3721" y="14947"/>
                  <a:pt x="3828" y="14894"/>
                  <a:pt x="3917" y="14785"/>
                </a:cubicBezTo>
                <a:cubicBezTo>
                  <a:pt x="4007" y="14677"/>
                  <a:pt x="4051" y="14547"/>
                  <a:pt x="4051" y="14401"/>
                </a:cubicBezTo>
                <a:lnTo>
                  <a:pt x="4051" y="12233"/>
                </a:lnTo>
                <a:close/>
                <a:moveTo>
                  <a:pt x="4051" y="17285"/>
                </a:moveTo>
                <a:cubicBezTo>
                  <a:pt x="4051" y="17135"/>
                  <a:pt x="4010" y="17006"/>
                  <a:pt x="3924" y="16897"/>
                </a:cubicBezTo>
                <a:cubicBezTo>
                  <a:pt x="3838" y="16791"/>
                  <a:pt x="3728" y="16736"/>
                  <a:pt x="3593" y="16736"/>
                </a:cubicBezTo>
                <a:lnTo>
                  <a:pt x="1801" y="16736"/>
                </a:lnTo>
                <a:cubicBezTo>
                  <a:pt x="1676" y="16736"/>
                  <a:pt x="1569" y="16789"/>
                  <a:pt x="1481" y="16891"/>
                </a:cubicBezTo>
                <a:cubicBezTo>
                  <a:pt x="1390" y="16994"/>
                  <a:pt x="1344" y="17123"/>
                  <a:pt x="1344" y="17285"/>
                </a:cubicBezTo>
                <a:lnTo>
                  <a:pt x="1344" y="19435"/>
                </a:lnTo>
                <a:cubicBezTo>
                  <a:pt x="1344" y="19585"/>
                  <a:pt x="1388" y="19714"/>
                  <a:pt x="1473" y="19823"/>
                </a:cubicBezTo>
                <a:cubicBezTo>
                  <a:pt x="1559" y="19928"/>
                  <a:pt x="1669" y="19984"/>
                  <a:pt x="1801" y="19984"/>
                </a:cubicBezTo>
                <a:lnTo>
                  <a:pt x="3593" y="19984"/>
                </a:lnTo>
                <a:cubicBezTo>
                  <a:pt x="3721" y="19984"/>
                  <a:pt x="3828" y="19931"/>
                  <a:pt x="3917" y="19828"/>
                </a:cubicBezTo>
                <a:cubicBezTo>
                  <a:pt x="4007" y="19726"/>
                  <a:pt x="4051" y="19596"/>
                  <a:pt x="4051" y="19435"/>
                </a:cubicBezTo>
                <a:lnTo>
                  <a:pt x="4051" y="17285"/>
                </a:lnTo>
                <a:close/>
                <a:moveTo>
                  <a:pt x="16194" y="2170"/>
                </a:moveTo>
                <a:cubicBezTo>
                  <a:pt x="16194" y="2020"/>
                  <a:pt x="16150" y="1891"/>
                  <a:pt x="16064" y="1782"/>
                </a:cubicBezTo>
                <a:cubicBezTo>
                  <a:pt x="15979" y="1677"/>
                  <a:pt x="15871" y="1621"/>
                  <a:pt x="15736" y="1621"/>
                </a:cubicBezTo>
                <a:lnTo>
                  <a:pt x="5858" y="1621"/>
                </a:lnTo>
                <a:cubicBezTo>
                  <a:pt x="5731" y="1621"/>
                  <a:pt x="5623" y="1674"/>
                  <a:pt x="5535" y="1776"/>
                </a:cubicBezTo>
                <a:cubicBezTo>
                  <a:pt x="5444" y="1879"/>
                  <a:pt x="5400" y="2011"/>
                  <a:pt x="5400" y="2170"/>
                </a:cubicBezTo>
                <a:lnTo>
                  <a:pt x="5400" y="9369"/>
                </a:lnTo>
                <a:cubicBezTo>
                  <a:pt x="5400" y="9516"/>
                  <a:pt x="5442" y="9645"/>
                  <a:pt x="5527" y="9757"/>
                </a:cubicBezTo>
                <a:cubicBezTo>
                  <a:pt x="5616" y="9863"/>
                  <a:pt x="5723" y="9915"/>
                  <a:pt x="5858" y="9915"/>
                </a:cubicBezTo>
                <a:lnTo>
                  <a:pt x="15736" y="9915"/>
                </a:lnTo>
                <a:cubicBezTo>
                  <a:pt x="15861" y="9915"/>
                  <a:pt x="15969" y="9863"/>
                  <a:pt x="16059" y="9757"/>
                </a:cubicBezTo>
                <a:cubicBezTo>
                  <a:pt x="16147" y="9645"/>
                  <a:pt x="16194" y="9516"/>
                  <a:pt x="16194" y="9369"/>
                </a:cubicBezTo>
                <a:lnTo>
                  <a:pt x="16194" y="2170"/>
                </a:lnTo>
                <a:close/>
                <a:moveTo>
                  <a:pt x="16194" y="12233"/>
                </a:moveTo>
                <a:cubicBezTo>
                  <a:pt x="16194" y="12083"/>
                  <a:pt x="16150" y="11957"/>
                  <a:pt x="16064" y="11845"/>
                </a:cubicBezTo>
                <a:cubicBezTo>
                  <a:pt x="15979" y="11739"/>
                  <a:pt x="15871" y="11687"/>
                  <a:pt x="15736" y="11687"/>
                </a:cubicBezTo>
                <a:lnTo>
                  <a:pt x="5858" y="11687"/>
                </a:lnTo>
                <a:cubicBezTo>
                  <a:pt x="5731" y="11687"/>
                  <a:pt x="5623" y="11739"/>
                  <a:pt x="5535" y="11845"/>
                </a:cubicBezTo>
                <a:cubicBezTo>
                  <a:pt x="5444" y="11957"/>
                  <a:pt x="5400" y="12083"/>
                  <a:pt x="5400" y="12233"/>
                </a:cubicBezTo>
                <a:lnTo>
                  <a:pt x="5400" y="19432"/>
                </a:lnTo>
                <a:cubicBezTo>
                  <a:pt x="5400" y="19582"/>
                  <a:pt x="5442" y="19711"/>
                  <a:pt x="5527" y="19820"/>
                </a:cubicBezTo>
                <a:cubicBezTo>
                  <a:pt x="5616" y="19925"/>
                  <a:pt x="5723" y="19981"/>
                  <a:pt x="5858" y="19981"/>
                </a:cubicBezTo>
                <a:lnTo>
                  <a:pt x="15736" y="19981"/>
                </a:lnTo>
                <a:cubicBezTo>
                  <a:pt x="15861" y="19981"/>
                  <a:pt x="15969" y="19928"/>
                  <a:pt x="16059" y="19826"/>
                </a:cubicBezTo>
                <a:cubicBezTo>
                  <a:pt x="16147" y="19723"/>
                  <a:pt x="16194" y="19594"/>
                  <a:pt x="16194" y="19432"/>
                </a:cubicBezTo>
                <a:lnTo>
                  <a:pt x="16194" y="12233"/>
                </a:lnTo>
                <a:close/>
                <a:moveTo>
                  <a:pt x="20263" y="2170"/>
                </a:moveTo>
                <a:cubicBezTo>
                  <a:pt x="20263" y="2020"/>
                  <a:pt x="20216" y="1891"/>
                  <a:pt x="20128" y="1782"/>
                </a:cubicBezTo>
                <a:cubicBezTo>
                  <a:pt x="20038" y="1677"/>
                  <a:pt x="19930" y="1621"/>
                  <a:pt x="19805" y="1621"/>
                </a:cubicBezTo>
                <a:lnTo>
                  <a:pt x="18001" y="1621"/>
                </a:lnTo>
                <a:cubicBezTo>
                  <a:pt x="17876" y="1621"/>
                  <a:pt x="17768" y="1674"/>
                  <a:pt x="17678" y="1776"/>
                </a:cubicBezTo>
                <a:cubicBezTo>
                  <a:pt x="17589" y="1879"/>
                  <a:pt x="17545" y="2011"/>
                  <a:pt x="17545" y="2170"/>
                </a:cubicBezTo>
                <a:lnTo>
                  <a:pt x="17545" y="4320"/>
                </a:lnTo>
                <a:cubicBezTo>
                  <a:pt x="17545" y="4470"/>
                  <a:pt x="17589" y="4602"/>
                  <a:pt x="17678" y="4708"/>
                </a:cubicBezTo>
                <a:cubicBezTo>
                  <a:pt x="17768" y="4816"/>
                  <a:pt x="17876" y="4866"/>
                  <a:pt x="18001" y="4866"/>
                </a:cubicBezTo>
                <a:lnTo>
                  <a:pt x="19805" y="4866"/>
                </a:lnTo>
                <a:cubicBezTo>
                  <a:pt x="19930" y="4866"/>
                  <a:pt x="20038" y="4819"/>
                  <a:pt x="20128" y="4717"/>
                </a:cubicBezTo>
                <a:cubicBezTo>
                  <a:pt x="20216" y="4614"/>
                  <a:pt x="20263" y="4482"/>
                  <a:pt x="20263" y="4320"/>
                </a:cubicBezTo>
                <a:lnTo>
                  <a:pt x="20263" y="2170"/>
                </a:lnTo>
                <a:close/>
                <a:moveTo>
                  <a:pt x="20263" y="7201"/>
                </a:moveTo>
                <a:cubicBezTo>
                  <a:pt x="20263" y="7055"/>
                  <a:pt x="20216" y="6925"/>
                  <a:pt x="20128" y="6817"/>
                </a:cubicBezTo>
                <a:cubicBezTo>
                  <a:pt x="20038" y="6708"/>
                  <a:pt x="19930" y="6655"/>
                  <a:pt x="19805" y="6655"/>
                </a:cubicBezTo>
                <a:lnTo>
                  <a:pt x="18001" y="6655"/>
                </a:lnTo>
                <a:cubicBezTo>
                  <a:pt x="17876" y="6655"/>
                  <a:pt x="17768" y="6708"/>
                  <a:pt x="17678" y="6817"/>
                </a:cubicBezTo>
                <a:cubicBezTo>
                  <a:pt x="17589" y="6925"/>
                  <a:pt x="17545" y="7055"/>
                  <a:pt x="17545" y="7201"/>
                </a:cubicBezTo>
                <a:lnTo>
                  <a:pt x="17545" y="9369"/>
                </a:lnTo>
                <a:cubicBezTo>
                  <a:pt x="17545" y="9516"/>
                  <a:pt x="17589" y="9645"/>
                  <a:pt x="17678" y="9757"/>
                </a:cubicBezTo>
                <a:cubicBezTo>
                  <a:pt x="17768" y="9863"/>
                  <a:pt x="17876" y="9915"/>
                  <a:pt x="18001" y="9915"/>
                </a:cubicBezTo>
                <a:lnTo>
                  <a:pt x="19805" y="9915"/>
                </a:lnTo>
                <a:cubicBezTo>
                  <a:pt x="19930" y="9915"/>
                  <a:pt x="20038" y="9863"/>
                  <a:pt x="20128" y="9757"/>
                </a:cubicBezTo>
                <a:cubicBezTo>
                  <a:pt x="20216" y="9645"/>
                  <a:pt x="20263" y="9516"/>
                  <a:pt x="20263" y="9369"/>
                </a:cubicBezTo>
                <a:lnTo>
                  <a:pt x="20263" y="7201"/>
                </a:lnTo>
                <a:close/>
                <a:moveTo>
                  <a:pt x="20263" y="12233"/>
                </a:moveTo>
                <a:cubicBezTo>
                  <a:pt x="20263" y="12083"/>
                  <a:pt x="20216" y="11957"/>
                  <a:pt x="20128" y="11845"/>
                </a:cubicBezTo>
                <a:cubicBezTo>
                  <a:pt x="20038" y="11739"/>
                  <a:pt x="19930" y="11687"/>
                  <a:pt x="19805" y="11687"/>
                </a:cubicBezTo>
                <a:lnTo>
                  <a:pt x="18001" y="11687"/>
                </a:lnTo>
                <a:cubicBezTo>
                  <a:pt x="17876" y="11687"/>
                  <a:pt x="17768" y="11739"/>
                  <a:pt x="17678" y="11845"/>
                </a:cubicBezTo>
                <a:cubicBezTo>
                  <a:pt x="17589" y="11957"/>
                  <a:pt x="17545" y="12083"/>
                  <a:pt x="17545" y="12233"/>
                </a:cubicBezTo>
                <a:lnTo>
                  <a:pt x="17545" y="14401"/>
                </a:lnTo>
                <a:cubicBezTo>
                  <a:pt x="17545" y="14547"/>
                  <a:pt x="17589" y="14677"/>
                  <a:pt x="17678" y="14785"/>
                </a:cubicBezTo>
                <a:cubicBezTo>
                  <a:pt x="17768" y="14894"/>
                  <a:pt x="17876" y="14947"/>
                  <a:pt x="18001" y="14947"/>
                </a:cubicBezTo>
                <a:lnTo>
                  <a:pt x="19805" y="14947"/>
                </a:lnTo>
                <a:cubicBezTo>
                  <a:pt x="19930" y="14947"/>
                  <a:pt x="20038" y="14894"/>
                  <a:pt x="20128" y="14785"/>
                </a:cubicBezTo>
                <a:cubicBezTo>
                  <a:pt x="20216" y="14677"/>
                  <a:pt x="20263" y="14547"/>
                  <a:pt x="20263" y="14401"/>
                </a:cubicBezTo>
                <a:lnTo>
                  <a:pt x="20263" y="12233"/>
                </a:lnTo>
                <a:close/>
                <a:moveTo>
                  <a:pt x="20263" y="17285"/>
                </a:moveTo>
                <a:cubicBezTo>
                  <a:pt x="20263" y="17135"/>
                  <a:pt x="20216" y="17006"/>
                  <a:pt x="20128" y="16897"/>
                </a:cubicBezTo>
                <a:cubicBezTo>
                  <a:pt x="20038" y="16791"/>
                  <a:pt x="19930" y="16736"/>
                  <a:pt x="19805" y="16736"/>
                </a:cubicBezTo>
                <a:lnTo>
                  <a:pt x="18001" y="16736"/>
                </a:lnTo>
                <a:cubicBezTo>
                  <a:pt x="17876" y="16736"/>
                  <a:pt x="17768" y="16789"/>
                  <a:pt x="17678" y="16891"/>
                </a:cubicBezTo>
                <a:cubicBezTo>
                  <a:pt x="17589" y="16994"/>
                  <a:pt x="17545" y="17123"/>
                  <a:pt x="17545" y="17285"/>
                </a:cubicBezTo>
                <a:lnTo>
                  <a:pt x="17545" y="19435"/>
                </a:lnTo>
                <a:cubicBezTo>
                  <a:pt x="17545" y="19585"/>
                  <a:pt x="17589" y="19714"/>
                  <a:pt x="17678" y="19823"/>
                </a:cubicBezTo>
                <a:cubicBezTo>
                  <a:pt x="17768" y="19928"/>
                  <a:pt x="17876" y="19984"/>
                  <a:pt x="18001" y="19984"/>
                </a:cubicBezTo>
                <a:lnTo>
                  <a:pt x="19805" y="19984"/>
                </a:lnTo>
                <a:cubicBezTo>
                  <a:pt x="19930" y="19984"/>
                  <a:pt x="20038" y="19931"/>
                  <a:pt x="20128" y="19828"/>
                </a:cubicBezTo>
                <a:cubicBezTo>
                  <a:pt x="20216" y="19726"/>
                  <a:pt x="20263" y="19596"/>
                  <a:pt x="20263" y="19435"/>
                </a:cubicBezTo>
                <a:lnTo>
                  <a:pt x="20263" y="17285"/>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zh-CN" altLang="en-US"/>
          </a:p>
        </p:txBody>
      </p:sp>
      <p:sp>
        <p:nvSpPr>
          <p:cNvPr id="32" name="AutoShape 24"/>
          <p:cNvSpPr>
            <a:spLocks/>
          </p:cNvSpPr>
          <p:nvPr/>
        </p:nvSpPr>
        <p:spPr bwMode="auto">
          <a:xfrm>
            <a:off x="4278224" y="4455267"/>
            <a:ext cx="742950" cy="744537"/>
          </a:xfrm>
          <a:custGeom>
            <a:avLst/>
            <a:gdLst>
              <a:gd name="T0" fmla="*/ 371431 w 21600"/>
              <a:gd name="T1" fmla="*/ 372230 h 21600"/>
              <a:gd name="T2" fmla="*/ 371431 w 21600"/>
              <a:gd name="T3" fmla="*/ 372230 h 21600"/>
              <a:gd name="T4" fmla="*/ 371431 w 21600"/>
              <a:gd name="T5" fmla="*/ 372230 h 21600"/>
              <a:gd name="T6" fmla="*/ 371431 w 21600"/>
              <a:gd name="T7" fmla="*/ 37223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57" y="18801"/>
                </a:moveTo>
                <a:cubicBezTo>
                  <a:pt x="21518" y="18965"/>
                  <a:pt x="21600" y="19177"/>
                  <a:pt x="21600" y="19436"/>
                </a:cubicBezTo>
                <a:cubicBezTo>
                  <a:pt x="21600" y="19580"/>
                  <a:pt x="21518" y="19775"/>
                  <a:pt x="21357" y="20018"/>
                </a:cubicBezTo>
                <a:cubicBezTo>
                  <a:pt x="21193" y="20261"/>
                  <a:pt x="20989" y="20504"/>
                  <a:pt x="20746" y="20741"/>
                </a:cubicBezTo>
                <a:cubicBezTo>
                  <a:pt x="20503" y="20978"/>
                  <a:pt x="20260" y="21184"/>
                  <a:pt x="20023" y="21348"/>
                </a:cubicBezTo>
                <a:cubicBezTo>
                  <a:pt x="19783" y="21518"/>
                  <a:pt x="19593" y="21599"/>
                  <a:pt x="19447" y="21599"/>
                </a:cubicBezTo>
                <a:cubicBezTo>
                  <a:pt x="19189" y="21599"/>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zh-CN" altLang="en-US"/>
          </a:p>
        </p:txBody>
      </p:sp>
      <p:sp>
        <p:nvSpPr>
          <p:cNvPr id="33" name="AutoShape 25"/>
          <p:cNvSpPr>
            <a:spLocks/>
          </p:cNvSpPr>
          <p:nvPr/>
        </p:nvSpPr>
        <p:spPr bwMode="auto">
          <a:xfrm>
            <a:off x="7243108" y="4626188"/>
            <a:ext cx="636896" cy="638256"/>
          </a:xfrm>
          <a:custGeom>
            <a:avLst/>
            <a:gdLst>
              <a:gd name="T0" fmla="*/ 371431 w 21600"/>
              <a:gd name="T1" fmla="*/ 372230 h 21600"/>
              <a:gd name="T2" fmla="*/ 371431 w 21600"/>
              <a:gd name="T3" fmla="*/ 372230 h 21600"/>
              <a:gd name="T4" fmla="*/ 371431 w 21600"/>
              <a:gd name="T5" fmla="*/ 372230 h 21600"/>
              <a:gd name="T6" fmla="*/ 371431 w 21600"/>
              <a:gd name="T7" fmla="*/ 37223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987" y="2580"/>
                </a:moveTo>
                <a:cubicBezTo>
                  <a:pt x="20419" y="2580"/>
                  <a:pt x="20793" y="2735"/>
                  <a:pt x="21116" y="3052"/>
                </a:cubicBezTo>
                <a:cubicBezTo>
                  <a:pt x="21438" y="3372"/>
                  <a:pt x="21600" y="3743"/>
                  <a:pt x="21600" y="4175"/>
                </a:cubicBezTo>
                <a:lnTo>
                  <a:pt x="21600" y="19987"/>
                </a:lnTo>
                <a:cubicBezTo>
                  <a:pt x="21600" y="20419"/>
                  <a:pt x="21438" y="20796"/>
                  <a:pt x="21116" y="21116"/>
                </a:cubicBezTo>
                <a:cubicBezTo>
                  <a:pt x="20793" y="21438"/>
                  <a:pt x="20419" y="21599"/>
                  <a:pt x="19987" y="21599"/>
                </a:cubicBezTo>
                <a:lnTo>
                  <a:pt x="1612" y="21599"/>
                </a:lnTo>
                <a:cubicBezTo>
                  <a:pt x="1180" y="21599"/>
                  <a:pt x="806" y="21438"/>
                  <a:pt x="483" y="21116"/>
                </a:cubicBezTo>
                <a:cubicBezTo>
                  <a:pt x="161" y="20796"/>
                  <a:pt x="0" y="20419"/>
                  <a:pt x="0" y="19987"/>
                </a:cubicBezTo>
                <a:lnTo>
                  <a:pt x="0" y="4175"/>
                </a:lnTo>
                <a:cubicBezTo>
                  <a:pt x="0" y="3743"/>
                  <a:pt x="161" y="3372"/>
                  <a:pt x="483" y="3052"/>
                </a:cubicBezTo>
                <a:cubicBezTo>
                  <a:pt x="806" y="2735"/>
                  <a:pt x="1180" y="2580"/>
                  <a:pt x="1612" y="2580"/>
                </a:cubicBezTo>
                <a:lnTo>
                  <a:pt x="2150" y="2580"/>
                </a:lnTo>
                <a:lnTo>
                  <a:pt x="2150" y="2401"/>
                </a:lnTo>
                <a:cubicBezTo>
                  <a:pt x="2150" y="2116"/>
                  <a:pt x="2196" y="1828"/>
                  <a:pt x="2288" y="1540"/>
                </a:cubicBezTo>
                <a:cubicBezTo>
                  <a:pt x="2381" y="1249"/>
                  <a:pt x="2530" y="990"/>
                  <a:pt x="2738" y="766"/>
                </a:cubicBezTo>
                <a:cubicBezTo>
                  <a:pt x="2942" y="541"/>
                  <a:pt x="3216" y="360"/>
                  <a:pt x="3555" y="213"/>
                </a:cubicBezTo>
                <a:cubicBezTo>
                  <a:pt x="3895" y="75"/>
                  <a:pt x="4310" y="0"/>
                  <a:pt x="4796" y="0"/>
                </a:cubicBezTo>
                <a:cubicBezTo>
                  <a:pt x="5283" y="0"/>
                  <a:pt x="5698" y="75"/>
                  <a:pt x="6037" y="213"/>
                </a:cubicBezTo>
                <a:cubicBezTo>
                  <a:pt x="6377" y="360"/>
                  <a:pt x="6651" y="541"/>
                  <a:pt x="6858" y="766"/>
                </a:cubicBezTo>
                <a:cubicBezTo>
                  <a:pt x="7062" y="990"/>
                  <a:pt x="7215" y="1255"/>
                  <a:pt x="7313" y="1546"/>
                </a:cubicBezTo>
                <a:cubicBezTo>
                  <a:pt x="7411" y="1840"/>
                  <a:pt x="7457" y="2125"/>
                  <a:pt x="7457" y="2401"/>
                </a:cubicBezTo>
                <a:lnTo>
                  <a:pt x="7457" y="2580"/>
                </a:lnTo>
                <a:lnTo>
                  <a:pt x="8133" y="2580"/>
                </a:lnTo>
                <a:lnTo>
                  <a:pt x="8133" y="2401"/>
                </a:lnTo>
                <a:cubicBezTo>
                  <a:pt x="8133" y="2116"/>
                  <a:pt x="8179" y="1828"/>
                  <a:pt x="8269" y="1540"/>
                </a:cubicBezTo>
                <a:cubicBezTo>
                  <a:pt x="8364" y="1249"/>
                  <a:pt x="8511" y="990"/>
                  <a:pt x="8718" y="766"/>
                </a:cubicBezTo>
                <a:cubicBezTo>
                  <a:pt x="8925" y="541"/>
                  <a:pt x="9199" y="360"/>
                  <a:pt x="9538" y="213"/>
                </a:cubicBezTo>
                <a:cubicBezTo>
                  <a:pt x="9878" y="74"/>
                  <a:pt x="10293" y="0"/>
                  <a:pt x="10779" y="0"/>
                </a:cubicBezTo>
                <a:cubicBezTo>
                  <a:pt x="11266" y="0"/>
                  <a:pt x="11678" y="74"/>
                  <a:pt x="12020" y="213"/>
                </a:cubicBezTo>
                <a:cubicBezTo>
                  <a:pt x="12360" y="360"/>
                  <a:pt x="12636" y="541"/>
                  <a:pt x="12852" y="766"/>
                </a:cubicBezTo>
                <a:cubicBezTo>
                  <a:pt x="13068" y="990"/>
                  <a:pt x="13227" y="1255"/>
                  <a:pt x="13322" y="1546"/>
                </a:cubicBezTo>
                <a:cubicBezTo>
                  <a:pt x="13417" y="1840"/>
                  <a:pt x="13469" y="2125"/>
                  <a:pt x="13469" y="2401"/>
                </a:cubicBezTo>
                <a:lnTo>
                  <a:pt x="13469" y="2580"/>
                </a:lnTo>
                <a:lnTo>
                  <a:pt x="14142" y="2580"/>
                </a:lnTo>
                <a:lnTo>
                  <a:pt x="14142" y="2401"/>
                </a:lnTo>
                <a:cubicBezTo>
                  <a:pt x="14142" y="2116"/>
                  <a:pt x="14191" y="1828"/>
                  <a:pt x="14286" y="1540"/>
                </a:cubicBezTo>
                <a:cubicBezTo>
                  <a:pt x="14384" y="1249"/>
                  <a:pt x="14534" y="990"/>
                  <a:pt x="14741" y="765"/>
                </a:cubicBezTo>
                <a:cubicBezTo>
                  <a:pt x="14948" y="541"/>
                  <a:pt x="15219" y="359"/>
                  <a:pt x="15556" y="213"/>
                </a:cubicBezTo>
                <a:cubicBezTo>
                  <a:pt x="15890" y="74"/>
                  <a:pt x="16305" y="0"/>
                  <a:pt x="16803" y="0"/>
                </a:cubicBezTo>
                <a:cubicBezTo>
                  <a:pt x="17289" y="0"/>
                  <a:pt x="17704" y="74"/>
                  <a:pt x="18044" y="213"/>
                </a:cubicBezTo>
                <a:cubicBezTo>
                  <a:pt x="18383" y="359"/>
                  <a:pt x="18657" y="541"/>
                  <a:pt x="18864" y="765"/>
                </a:cubicBezTo>
                <a:cubicBezTo>
                  <a:pt x="19069" y="990"/>
                  <a:pt x="19218" y="1255"/>
                  <a:pt x="19311" y="1546"/>
                </a:cubicBezTo>
                <a:cubicBezTo>
                  <a:pt x="19403" y="1839"/>
                  <a:pt x="19449" y="2125"/>
                  <a:pt x="19449" y="2401"/>
                </a:cubicBezTo>
                <a:lnTo>
                  <a:pt x="19449" y="2580"/>
                </a:lnTo>
                <a:lnTo>
                  <a:pt x="19987" y="2580"/>
                </a:lnTo>
                <a:close/>
                <a:moveTo>
                  <a:pt x="6066" y="7968"/>
                </a:moveTo>
                <a:lnTo>
                  <a:pt x="2179" y="7968"/>
                </a:lnTo>
                <a:lnTo>
                  <a:pt x="2179" y="11443"/>
                </a:lnTo>
                <a:lnTo>
                  <a:pt x="6066" y="11443"/>
                </a:lnTo>
                <a:lnTo>
                  <a:pt x="6066" y="7968"/>
                </a:lnTo>
                <a:close/>
                <a:moveTo>
                  <a:pt x="6066" y="11976"/>
                </a:moveTo>
                <a:lnTo>
                  <a:pt x="2179" y="11976"/>
                </a:lnTo>
                <a:lnTo>
                  <a:pt x="2179" y="15452"/>
                </a:lnTo>
                <a:lnTo>
                  <a:pt x="6066" y="15452"/>
                </a:lnTo>
                <a:lnTo>
                  <a:pt x="6066" y="11976"/>
                </a:lnTo>
                <a:close/>
                <a:moveTo>
                  <a:pt x="6066" y="15976"/>
                </a:moveTo>
                <a:lnTo>
                  <a:pt x="2179" y="15976"/>
                </a:lnTo>
                <a:lnTo>
                  <a:pt x="2179" y="19422"/>
                </a:lnTo>
                <a:lnTo>
                  <a:pt x="6066" y="19422"/>
                </a:lnTo>
                <a:lnTo>
                  <a:pt x="6066" y="15976"/>
                </a:lnTo>
                <a:close/>
                <a:moveTo>
                  <a:pt x="3754" y="5543"/>
                </a:moveTo>
                <a:cubicBezTo>
                  <a:pt x="3754" y="6067"/>
                  <a:pt x="4102" y="6323"/>
                  <a:pt x="4799" y="6323"/>
                </a:cubicBezTo>
                <a:cubicBezTo>
                  <a:pt x="5499" y="6323"/>
                  <a:pt x="5847" y="6067"/>
                  <a:pt x="5847" y="5543"/>
                </a:cubicBezTo>
                <a:lnTo>
                  <a:pt x="5847" y="2398"/>
                </a:lnTo>
                <a:cubicBezTo>
                  <a:pt x="5847" y="1877"/>
                  <a:pt x="5499" y="1612"/>
                  <a:pt x="4799" y="1612"/>
                </a:cubicBezTo>
                <a:cubicBezTo>
                  <a:pt x="4102" y="1612"/>
                  <a:pt x="3754" y="1877"/>
                  <a:pt x="3754" y="2398"/>
                </a:cubicBezTo>
                <a:lnTo>
                  <a:pt x="3754" y="5543"/>
                </a:lnTo>
                <a:close/>
                <a:moveTo>
                  <a:pt x="10535" y="7968"/>
                </a:moveTo>
                <a:lnTo>
                  <a:pt x="6607" y="7968"/>
                </a:lnTo>
                <a:lnTo>
                  <a:pt x="6607" y="11443"/>
                </a:lnTo>
                <a:lnTo>
                  <a:pt x="10535" y="11443"/>
                </a:lnTo>
                <a:lnTo>
                  <a:pt x="10535" y="7968"/>
                </a:lnTo>
                <a:close/>
                <a:moveTo>
                  <a:pt x="10535" y="11976"/>
                </a:moveTo>
                <a:lnTo>
                  <a:pt x="6607" y="11976"/>
                </a:lnTo>
                <a:lnTo>
                  <a:pt x="6607" y="15452"/>
                </a:lnTo>
                <a:lnTo>
                  <a:pt x="10535" y="15452"/>
                </a:lnTo>
                <a:lnTo>
                  <a:pt x="10535" y="11976"/>
                </a:lnTo>
                <a:close/>
                <a:moveTo>
                  <a:pt x="10535" y="15976"/>
                </a:moveTo>
                <a:lnTo>
                  <a:pt x="6607" y="15976"/>
                </a:lnTo>
                <a:lnTo>
                  <a:pt x="6607" y="19422"/>
                </a:lnTo>
                <a:lnTo>
                  <a:pt x="10535" y="19422"/>
                </a:lnTo>
                <a:lnTo>
                  <a:pt x="10535" y="15976"/>
                </a:lnTo>
                <a:close/>
                <a:moveTo>
                  <a:pt x="9774" y="5543"/>
                </a:moveTo>
                <a:cubicBezTo>
                  <a:pt x="9774" y="5825"/>
                  <a:pt x="9849" y="6027"/>
                  <a:pt x="9996" y="6145"/>
                </a:cubicBezTo>
                <a:cubicBezTo>
                  <a:pt x="10143" y="6269"/>
                  <a:pt x="10405" y="6323"/>
                  <a:pt x="10782" y="6323"/>
                </a:cubicBezTo>
                <a:cubicBezTo>
                  <a:pt x="11159" y="6323"/>
                  <a:pt x="11427" y="6263"/>
                  <a:pt x="11588" y="6139"/>
                </a:cubicBezTo>
                <a:cubicBezTo>
                  <a:pt x="11750" y="6015"/>
                  <a:pt x="11830" y="5819"/>
                  <a:pt x="11830" y="5543"/>
                </a:cubicBezTo>
                <a:lnTo>
                  <a:pt x="11830" y="2398"/>
                </a:lnTo>
                <a:cubicBezTo>
                  <a:pt x="11830" y="2128"/>
                  <a:pt x="11750" y="1932"/>
                  <a:pt x="11588" y="1802"/>
                </a:cubicBezTo>
                <a:cubicBezTo>
                  <a:pt x="11427" y="1673"/>
                  <a:pt x="11159" y="1612"/>
                  <a:pt x="10782" y="1612"/>
                </a:cubicBezTo>
                <a:cubicBezTo>
                  <a:pt x="10405" y="1612"/>
                  <a:pt x="10143" y="1679"/>
                  <a:pt x="9996" y="1814"/>
                </a:cubicBezTo>
                <a:cubicBezTo>
                  <a:pt x="9849" y="1944"/>
                  <a:pt x="9774" y="2139"/>
                  <a:pt x="9774" y="2398"/>
                </a:cubicBezTo>
                <a:lnTo>
                  <a:pt x="9774" y="5543"/>
                </a:lnTo>
                <a:close/>
                <a:moveTo>
                  <a:pt x="14986" y="7968"/>
                </a:moveTo>
                <a:lnTo>
                  <a:pt x="11073" y="7968"/>
                </a:lnTo>
                <a:lnTo>
                  <a:pt x="11073" y="11443"/>
                </a:lnTo>
                <a:lnTo>
                  <a:pt x="14986" y="11443"/>
                </a:lnTo>
                <a:lnTo>
                  <a:pt x="14986" y="7968"/>
                </a:lnTo>
                <a:close/>
                <a:moveTo>
                  <a:pt x="14986" y="11976"/>
                </a:moveTo>
                <a:lnTo>
                  <a:pt x="11073" y="11976"/>
                </a:lnTo>
                <a:lnTo>
                  <a:pt x="11073" y="15452"/>
                </a:lnTo>
                <a:lnTo>
                  <a:pt x="14986" y="15452"/>
                </a:lnTo>
                <a:lnTo>
                  <a:pt x="14986" y="11976"/>
                </a:lnTo>
                <a:close/>
                <a:moveTo>
                  <a:pt x="14986" y="15976"/>
                </a:moveTo>
                <a:lnTo>
                  <a:pt x="11073" y="15976"/>
                </a:lnTo>
                <a:lnTo>
                  <a:pt x="11073" y="19422"/>
                </a:lnTo>
                <a:lnTo>
                  <a:pt x="14986" y="19422"/>
                </a:lnTo>
                <a:lnTo>
                  <a:pt x="14986" y="15976"/>
                </a:lnTo>
                <a:close/>
                <a:moveTo>
                  <a:pt x="19423" y="7968"/>
                </a:moveTo>
                <a:lnTo>
                  <a:pt x="15521" y="7968"/>
                </a:lnTo>
                <a:lnTo>
                  <a:pt x="15521" y="11443"/>
                </a:lnTo>
                <a:lnTo>
                  <a:pt x="19423" y="11443"/>
                </a:lnTo>
                <a:lnTo>
                  <a:pt x="19423" y="7968"/>
                </a:lnTo>
                <a:close/>
                <a:moveTo>
                  <a:pt x="19423" y="11976"/>
                </a:moveTo>
                <a:lnTo>
                  <a:pt x="15521" y="11976"/>
                </a:lnTo>
                <a:lnTo>
                  <a:pt x="15521" y="15452"/>
                </a:lnTo>
                <a:lnTo>
                  <a:pt x="19423" y="15452"/>
                </a:lnTo>
                <a:lnTo>
                  <a:pt x="19423" y="11976"/>
                </a:lnTo>
                <a:close/>
                <a:moveTo>
                  <a:pt x="19423" y="15976"/>
                </a:moveTo>
                <a:lnTo>
                  <a:pt x="15521" y="15976"/>
                </a:lnTo>
                <a:lnTo>
                  <a:pt x="15521" y="19422"/>
                </a:lnTo>
                <a:lnTo>
                  <a:pt x="19423" y="19422"/>
                </a:lnTo>
                <a:lnTo>
                  <a:pt x="19423" y="15976"/>
                </a:lnTo>
                <a:close/>
                <a:moveTo>
                  <a:pt x="15758" y="5543"/>
                </a:moveTo>
                <a:cubicBezTo>
                  <a:pt x="15758" y="6067"/>
                  <a:pt x="16106" y="6323"/>
                  <a:pt x="16806" y="6323"/>
                </a:cubicBezTo>
                <a:cubicBezTo>
                  <a:pt x="17502" y="6323"/>
                  <a:pt x="17848" y="6067"/>
                  <a:pt x="17839" y="5543"/>
                </a:cubicBezTo>
                <a:lnTo>
                  <a:pt x="17839" y="2398"/>
                </a:lnTo>
                <a:cubicBezTo>
                  <a:pt x="17839" y="1877"/>
                  <a:pt x="17494" y="1612"/>
                  <a:pt x="16806" y="1612"/>
                </a:cubicBezTo>
                <a:cubicBezTo>
                  <a:pt x="16106" y="1612"/>
                  <a:pt x="15758" y="1877"/>
                  <a:pt x="15758" y="2398"/>
                </a:cubicBezTo>
                <a:lnTo>
                  <a:pt x="15758" y="5543"/>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zh-CN" altLang="en-US"/>
          </a:p>
        </p:txBody>
      </p:sp>
      <p:sp>
        <p:nvSpPr>
          <p:cNvPr id="24" name="文本框 23"/>
          <p:cNvSpPr txBox="1"/>
          <p:nvPr/>
        </p:nvSpPr>
        <p:spPr>
          <a:xfrm>
            <a:off x="110342" y="3737119"/>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27" name="文本框 26"/>
          <p:cNvSpPr txBox="1"/>
          <p:nvPr/>
        </p:nvSpPr>
        <p:spPr>
          <a:xfrm>
            <a:off x="110342" y="4892250"/>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34" name="文本框 33"/>
          <p:cNvSpPr txBox="1"/>
          <p:nvPr/>
        </p:nvSpPr>
        <p:spPr>
          <a:xfrm>
            <a:off x="110342" y="2539784"/>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35" name="文本框 34"/>
          <p:cNvSpPr txBox="1"/>
          <p:nvPr/>
        </p:nvSpPr>
        <p:spPr>
          <a:xfrm>
            <a:off x="9225141" y="4892250"/>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36" name="文本框 35"/>
          <p:cNvSpPr txBox="1"/>
          <p:nvPr/>
        </p:nvSpPr>
        <p:spPr>
          <a:xfrm>
            <a:off x="9225141" y="3737119"/>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37" name="文本框 36"/>
          <p:cNvSpPr txBox="1"/>
          <p:nvPr/>
        </p:nvSpPr>
        <p:spPr>
          <a:xfrm>
            <a:off x="9225141" y="2539784"/>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38" name="任意多边形 37"/>
          <p:cNvSpPr>
            <a:spLocks/>
          </p:cNvSpPr>
          <p:nvPr/>
        </p:nvSpPr>
        <p:spPr bwMode="auto">
          <a:xfrm>
            <a:off x="2899053" y="2659727"/>
            <a:ext cx="324000" cy="324000"/>
          </a:xfrm>
          <a:custGeom>
            <a:avLst/>
            <a:gdLst>
              <a:gd name="connsiteX0" fmla="*/ 135700 w 358776"/>
              <a:gd name="connsiteY0" fmla="*/ 71437 h 358776"/>
              <a:gd name="connsiteX1" fmla="*/ 113856 w 358776"/>
              <a:gd name="connsiteY1" fmla="*/ 93300 h 358776"/>
              <a:gd name="connsiteX2" fmla="*/ 113856 w 358776"/>
              <a:gd name="connsiteY2" fmla="*/ 101499 h 358776"/>
              <a:gd name="connsiteX3" fmla="*/ 190310 w 358776"/>
              <a:gd name="connsiteY3" fmla="*/ 178021 h 358776"/>
              <a:gd name="connsiteX4" fmla="*/ 113856 w 358776"/>
              <a:gd name="connsiteY4" fmla="*/ 257275 h 358776"/>
              <a:gd name="connsiteX5" fmla="*/ 113856 w 358776"/>
              <a:gd name="connsiteY5" fmla="*/ 262741 h 358776"/>
              <a:gd name="connsiteX6" fmla="*/ 135700 w 358776"/>
              <a:gd name="connsiteY6" fmla="*/ 287337 h 358776"/>
              <a:gd name="connsiteX7" fmla="*/ 143891 w 358776"/>
              <a:gd name="connsiteY7" fmla="*/ 287337 h 358776"/>
              <a:gd name="connsiteX8" fmla="*/ 223076 w 358776"/>
              <a:gd name="connsiteY8" fmla="*/ 205350 h 358776"/>
              <a:gd name="connsiteX9" fmla="*/ 244920 w 358776"/>
              <a:gd name="connsiteY9" fmla="*/ 183486 h 358776"/>
              <a:gd name="connsiteX10" fmla="*/ 244920 w 358776"/>
              <a:gd name="connsiteY10" fmla="*/ 175288 h 358776"/>
              <a:gd name="connsiteX11" fmla="*/ 223076 w 358776"/>
              <a:gd name="connsiteY11" fmla="*/ 153424 h 358776"/>
              <a:gd name="connsiteX12" fmla="*/ 143891 w 358776"/>
              <a:gd name="connsiteY12" fmla="*/ 71437 h 358776"/>
              <a:gd name="connsiteX13" fmla="*/ 135700 w 358776"/>
              <a:gd name="connsiteY13" fmla="*/ 71437 h 358776"/>
              <a:gd name="connsiteX14" fmla="*/ 179388 w 358776"/>
              <a:gd name="connsiteY14" fmla="*/ 0 h 358776"/>
              <a:gd name="connsiteX15" fmla="*/ 358776 w 358776"/>
              <a:gd name="connsiteY15" fmla="*/ 179388 h 358776"/>
              <a:gd name="connsiteX16" fmla="*/ 179388 w 358776"/>
              <a:gd name="connsiteY16" fmla="*/ 358776 h 358776"/>
              <a:gd name="connsiteX17" fmla="*/ 0 w 358776"/>
              <a:gd name="connsiteY17" fmla="*/ 179388 h 358776"/>
              <a:gd name="connsiteX18" fmla="*/ 179388 w 358776"/>
              <a:gd name="connsiteY18" fmla="*/ 0 h 358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58776" h="358776">
                <a:moveTo>
                  <a:pt x="135700" y="71437"/>
                </a:moveTo>
                <a:cubicBezTo>
                  <a:pt x="113856" y="93300"/>
                  <a:pt x="113856" y="93300"/>
                  <a:pt x="113856" y="93300"/>
                </a:cubicBezTo>
                <a:cubicBezTo>
                  <a:pt x="111125" y="96033"/>
                  <a:pt x="111125" y="101499"/>
                  <a:pt x="113856" y="101499"/>
                </a:cubicBezTo>
                <a:cubicBezTo>
                  <a:pt x="190310" y="178021"/>
                  <a:pt x="190310" y="178021"/>
                  <a:pt x="190310" y="178021"/>
                </a:cubicBezTo>
                <a:cubicBezTo>
                  <a:pt x="113856" y="257275"/>
                  <a:pt x="113856" y="257275"/>
                  <a:pt x="113856" y="257275"/>
                </a:cubicBezTo>
                <a:cubicBezTo>
                  <a:pt x="111125" y="257275"/>
                  <a:pt x="111125" y="262741"/>
                  <a:pt x="113856" y="262741"/>
                </a:cubicBezTo>
                <a:cubicBezTo>
                  <a:pt x="135700" y="287337"/>
                  <a:pt x="135700" y="287337"/>
                  <a:pt x="135700" y="287337"/>
                </a:cubicBezTo>
                <a:cubicBezTo>
                  <a:pt x="138430" y="287337"/>
                  <a:pt x="141161" y="287337"/>
                  <a:pt x="143891" y="287337"/>
                </a:cubicBezTo>
                <a:cubicBezTo>
                  <a:pt x="223076" y="205350"/>
                  <a:pt x="223076" y="205350"/>
                  <a:pt x="223076" y="205350"/>
                </a:cubicBezTo>
                <a:cubicBezTo>
                  <a:pt x="244920" y="183486"/>
                  <a:pt x="244920" y="183486"/>
                  <a:pt x="244920" y="183486"/>
                </a:cubicBezTo>
                <a:cubicBezTo>
                  <a:pt x="247650" y="180754"/>
                  <a:pt x="247650" y="178021"/>
                  <a:pt x="244920" y="175288"/>
                </a:cubicBezTo>
                <a:cubicBezTo>
                  <a:pt x="223076" y="153424"/>
                  <a:pt x="223076" y="153424"/>
                  <a:pt x="223076" y="153424"/>
                </a:cubicBezTo>
                <a:cubicBezTo>
                  <a:pt x="143891" y="71437"/>
                  <a:pt x="143891" y="71437"/>
                  <a:pt x="143891" y="71437"/>
                </a:cubicBezTo>
                <a:cubicBezTo>
                  <a:pt x="141161" y="71437"/>
                  <a:pt x="138430" y="71437"/>
                  <a:pt x="135700" y="71437"/>
                </a:cubicBezTo>
                <a:close/>
                <a:moveTo>
                  <a:pt x="179388" y="0"/>
                </a:moveTo>
                <a:cubicBezTo>
                  <a:pt x="278461" y="0"/>
                  <a:pt x="358776" y="80315"/>
                  <a:pt x="358776" y="179388"/>
                </a:cubicBezTo>
                <a:cubicBezTo>
                  <a:pt x="358776" y="278461"/>
                  <a:pt x="278461" y="358776"/>
                  <a:pt x="179388" y="358776"/>
                </a:cubicBezTo>
                <a:cubicBezTo>
                  <a:pt x="80315" y="358776"/>
                  <a:pt x="0" y="278461"/>
                  <a:pt x="0" y="179388"/>
                </a:cubicBezTo>
                <a:cubicBezTo>
                  <a:pt x="0" y="80315"/>
                  <a:pt x="80315" y="0"/>
                  <a:pt x="179388" y="0"/>
                </a:cubicBezTo>
                <a:close/>
              </a:path>
            </a:pathLst>
          </a:custGeom>
          <a:solidFill>
            <a:srgbClr val="9ED6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任意多边形 38"/>
          <p:cNvSpPr>
            <a:spLocks/>
          </p:cNvSpPr>
          <p:nvPr/>
        </p:nvSpPr>
        <p:spPr bwMode="auto">
          <a:xfrm>
            <a:off x="2899053" y="3850998"/>
            <a:ext cx="324000" cy="324000"/>
          </a:xfrm>
          <a:custGeom>
            <a:avLst/>
            <a:gdLst>
              <a:gd name="connsiteX0" fmla="*/ 135700 w 358776"/>
              <a:gd name="connsiteY0" fmla="*/ 71437 h 358776"/>
              <a:gd name="connsiteX1" fmla="*/ 113856 w 358776"/>
              <a:gd name="connsiteY1" fmla="*/ 93300 h 358776"/>
              <a:gd name="connsiteX2" fmla="*/ 113856 w 358776"/>
              <a:gd name="connsiteY2" fmla="*/ 101499 h 358776"/>
              <a:gd name="connsiteX3" fmla="*/ 190310 w 358776"/>
              <a:gd name="connsiteY3" fmla="*/ 178021 h 358776"/>
              <a:gd name="connsiteX4" fmla="*/ 113856 w 358776"/>
              <a:gd name="connsiteY4" fmla="*/ 257275 h 358776"/>
              <a:gd name="connsiteX5" fmla="*/ 113856 w 358776"/>
              <a:gd name="connsiteY5" fmla="*/ 262741 h 358776"/>
              <a:gd name="connsiteX6" fmla="*/ 135700 w 358776"/>
              <a:gd name="connsiteY6" fmla="*/ 287337 h 358776"/>
              <a:gd name="connsiteX7" fmla="*/ 143891 w 358776"/>
              <a:gd name="connsiteY7" fmla="*/ 287337 h 358776"/>
              <a:gd name="connsiteX8" fmla="*/ 223076 w 358776"/>
              <a:gd name="connsiteY8" fmla="*/ 205350 h 358776"/>
              <a:gd name="connsiteX9" fmla="*/ 244920 w 358776"/>
              <a:gd name="connsiteY9" fmla="*/ 183486 h 358776"/>
              <a:gd name="connsiteX10" fmla="*/ 244920 w 358776"/>
              <a:gd name="connsiteY10" fmla="*/ 175288 h 358776"/>
              <a:gd name="connsiteX11" fmla="*/ 223076 w 358776"/>
              <a:gd name="connsiteY11" fmla="*/ 153424 h 358776"/>
              <a:gd name="connsiteX12" fmla="*/ 143891 w 358776"/>
              <a:gd name="connsiteY12" fmla="*/ 71437 h 358776"/>
              <a:gd name="connsiteX13" fmla="*/ 135700 w 358776"/>
              <a:gd name="connsiteY13" fmla="*/ 71437 h 358776"/>
              <a:gd name="connsiteX14" fmla="*/ 179388 w 358776"/>
              <a:gd name="connsiteY14" fmla="*/ 0 h 358776"/>
              <a:gd name="connsiteX15" fmla="*/ 358776 w 358776"/>
              <a:gd name="connsiteY15" fmla="*/ 179388 h 358776"/>
              <a:gd name="connsiteX16" fmla="*/ 179388 w 358776"/>
              <a:gd name="connsiteY16" fmla="*/ 358776 h 358776"/>
              <a:gd name="connsiteX17" fmla="*/ 0 w 358776"/>
              <a:gd name="connsiteY17" fmla="*/ 179388 h 358776"/>
              <a:gd name="connsiteX18" fmla="*/ 179388 w 358776"/>
              <a:gd name="connsiteY18" fmla="*/ 0 h 358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58776" h="358776">
                <a:moveTo>
                  <a:pt x="135700" y="71437"/>
                </a:moveTo>
                <a:cubicBezTo>
                  <a:pt x="113856" y="93300"/>
                  <a:pt x="113856" y="93300"/>
                  <a:pt x="113856" y="93300"/>
                </a:cubicBezTo>
                <a:cubicBezTo>
                  <a:pt x="111125" y="96033"/>
                  <a:pt x="111125" y="101499"/>
                  <a:pt x="113856" y="101499"/>
                </a:cubicBezTo>
                <a:cubicBezTo>
                  <a:pt x="190310" y="178021"/>
                  <a:pt x="190310" y="178021"/>
                  <a:pt x="190310" y="178021"/>
                </a:cubicBezTo>
                <a:cubicBezTo>
                  <a:pt x="113856" y="257275"/>
                  <a:pt x="113856" y="257275"/>
                  <a:pt x="113856" y="257275"/>
                </a:cubicBezTo>
                <a:cubicBezTo>
                  <a:pt x="111125" y="257275"/>
                  <a:pt x="111125" y="262741"/>
                  <a:pt x="113856" y="262741"/>
                </a:cubicBezTo>
                <a:cubicBezTo>
                  <a:pt x="135700" y="287337"/>
                  <a:pt x="135700" y="287337"/>
                  <a:pt x="135700" y="287337"/>
                </a:cubicBezTo>
                <a:cubicBezTo>
                  <a:pt x="138430" y="287337"/>
                  <a:pt x="141161" y="287337"/>
                  <a:pt x="143891" y="287337"/>
                </a:cubicBezTo>
                <a:cubicBezTo>
                  <a:pt x="223076" y="205350"/>
                  <a:pt x="223076" y="205350"/>
                  <a:pt x="223076" y="205350"/>
                </a:cubicBezTo>
                <a:cubicBezTo>
                  <a:pt x="244920" y="183486"/>
                  <a:pt x="244920" y="183486"/>
                  <a:pt x="244920" y="183486"/>
                </a:cubicBezTo>
                <a:cubicBezTo>
                  <a:pt x="247650" y="180754"/>
                  <a:pt x="247650" y="178021"/>
                  <a:pt x="244920" y="175288"/>
                </a:cubicBezTo>
                <a:cubicBezTo>
                  <a:pt x="223076" y="153424"/>
                  <a:pt x="223076" y="153424"/>
                  <a:pt x="223076" y="153424"/>
                </a:cubicBezTo>
                <a:cubicBezTo>
                  <a:pt x="143891" y="71437"/>
                  <a:pt x="143891" y="71437"/>
                  <a:pt x="143891" y="71437"/>
                </a:cubicBezTo>
                <a:cubicBezTo>
                  <a:pt x="141161" y="71437"/>
                  <a:pt x="138430" y="71437"/>
                  <a:pt x="135700" y="71437"/>
                </a:cubicBezTo>
                <a:close/>
                <a:moveTo>
                  <a:pt x="179388" y="0"/>
                </a:moveTo>
                <a:cubicBezTo>
                  <a:pt x="278461" y="0"/>
                  <a:pt x="358776" y="80315"/>
                  <a:pt x="358776" y="179388"/>
                </a:cubicBezTo>
                <a:cubicBezTo>
                  <a:pt x="358776" y="278461"/>
                  <a:pt x="278461" y="358776"/>
                  <a:pt x="179388" y="358776"/>
                </a:cubicBezTo>
                <a:cubicBezTo>
                  <a:pt x="80315" y="358776"/>
                  <a:pt x="0" y="278461"/>
                  <a:pt x="0" y="179388"/>
                </a:cubicBezTo>
                <a:cubicBezTo>
                  <a:pt x="0" y="80315"/>
                  <a:pt x="80315" y="0"/>
                  <a:pt x="179388" y="0"/>
                </a:cubicBezTo>
                <a:close/>
              </a:path>
            </a:pathLst>
          </a:custGeom>
          <a:solidFill>
            <a:srgbClr val="F1903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0" name="任意多边形 39"/>
          <p:cNvSpPr>
            <a:spLocks/>
          </p:cNvSpPr>
          <p:nvPr/>
        </p:nvSpPr>
        <p:spPr bwMode="auto">
          <a:xfrm>
            <a:off x="2899053" y="4987263"/>
            <a:ext cx="324000" cy="324000"/>
          </a:xfrm>
          <a:custGeom>
            <a:avLst/>
            <a:gdLst>
              <a:gd name="connsiteX0" fmla="*/ 135700 w 358776"/>
              <a:gd name="connsiteY0" fmla="*/ 71437 h 358776"/>
              <a:gd name="connsiteX1" fmla="*/ 113856 w 358776"/>
              <a:gd name="connsiteY1" fmla="*/ 93300 h 358776"/>
              <a:gd name="connsiteX2" fmla="*/ 113856 w 358776"/>
              <a:gd name="connsiteY2" fmla="*/ 101499 h 358776"/>
              <a:gd name="connsiteX3" fmla="*/ 190310 w 358776"/>
              <a:gd name="connsiteY3" fmla="*/ 178021 h 358776"/>
              <a:gd name="connsiteX4" fmla="*/ 113856 w 358776"/>
              <a:gd name="connsiteY4" fmla="*/ 257275 h 358776"/>
              <a:gd name="connsiteX5" fmla="*/ 113856 w 358776"/>
              <a:gd name="connsiteY5" fmla="*/ 262741 h 358776"/>
              <a:gd name="connsiteX6" fmla="*/ 135700 w 358776"/>
              <a:gd name="connsiteY6" fmla="*/ 287337 h 358776"/>
              <a:gd name="connsiteX7" fmla="*/ 143891 w 358776"/>
              <a:gd name="connsiteY7" fmla="*/ 287337 h 358776"/>
              <a:gd name="connsiteX8" fmla="*/ 223076 w 358776"/>
              <a:gd name="connsiteY8" fmla="*/ 205350 h 358776"/>
              <a:gd name="connsiteX9" fmla="*/ 244920 w 358776"/>
              <a:gd name="connsiteY9" fmla="*/ 183486 h 358776"/>
              <a:gd name="connsiteX10" fmla="*/ 244920 w 358776"/>
              <a:gd name="connsiteY10" fmla="*/ 175288 h 358776"/>
              <a:gd name="connsiteX11" fmla="*/ 223076 w 358776"/>
              <a:gd name="connsiteY11" fmla="*/ 153424 h 358776"/>
              <a:gd name="connsiteX12" fmla="*/ 143891 w 358776"/>
              <a:gd name="connsiteY12" fmla="*/ 71437 h 358776"/>
              <a:gd name="connsiteX13" fmla="*/ 135700 w 358776"/>
              <a:gd name="connsiteY13" fmla="*/ 71437 h 358776"/>
              <a:gd name="connsiteX14" fmla="*/ 179388 w 358776"/>
              <a:gd name="connsiteY14" fmla="*/ 0 h 358776"/>
              <a:gd name="connsiteX15" fmla="*/ 358776 w 358776"/>
              <a:gd name="connsiteY15" fmla="*/ 179388 h 358776"/>
              <a:gd name="connsiteX16" fmla="*/ 179388 w 358776"/>
              <a:gd name="connsiteY16" fmla="*/ 358776 h 358776"/>
              <a:gd name="connsiteX17" fmla="*/ 0 w 358776"/>
              <a:gd name="connsiteY17" fmla="*/ 179388 h 358776"/>
              <a:gd name="connsiteX18" fmla="*/ 179388 w 358776"/>
              <a:gd name="connsiteY18" fmla="*/ 0 h 358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58776" h="358776">
                <a:moveTo>
                  <a:pt x="135700" y="71437"/>
                </a:moveTo>
                <a:cubicBezTo>
                  <a:pt x="113856" y="93300"/>
                  <a:pt x="113856" y="93300"/>
                  <a:pt x="113856" y="93300"/>
                </a:cubicBezTo>
                <a:cubicBezTo>
                  <a:pt x="111125" y="96033"/>
                  <a:pt x="111125" y="101499"/>
                  <a:pt x="113856" y="101499"/>
                </a:cubicBezTo>
                <a:cubicBezTo>
                  <a:pt x="190310" y="178021"/>
                  <a:pt x="190310" y="178021"/>
                  <a:pt x="190310" y="178021"/>
                </a:cubicBezTo>
                <a:cubicBezTo>
                  <a:pt x="113856" y="257275"/>
                  <a:pt x="113856" y="257275"/>
                  <a:pt x="113856" y="257275"/>
                </a:cubicBezTo>
                <a:cubicBezTo>
                  <a:pt x="111125" y="257275"/>
                  <a:pt x="111125" y="262741"/>
                  <a:pt x="113856" y="262741"/>
                </a:cubicBezTo>
                <a:cubicBezTo>
                  <a:pt x="135700" y="287337"/>
                  <a:pt x="135700" y="287337"/>
                  <a:pt x="135700" y="287337"/>
                </a:cubicBezTo>
                <a:cubicBezTo>
                  <a:pt x="138430" y="287337"/>
                  <a:pt x="141161" y="287337"/>
                  <a:pt x="143891" y="287337"/>
                </a:cubicBezTo>
                <a:cubicBezTo>
                  <a:pt x="223076" y="205350"/>
                  <a:pt x="223076" y="205350"/>
                  <a:pt x="223076" y="205350"/>
                </a:cubicBezTo>
                <a:cubicBezTo>
                  <a:pt x="244920" y="183486"/>
                  <a:pt x="244920" y="183486"/>
                  <a:pt x="244920" y="183486"/>
                </a:cubicBezTo>
                <a:cubicBezTo>
                  <a:pt x="247650" y="180754"/>
                  <a:pt x="247650" y="178021"/>
                  <a:pt x="244920" y="175288"/>
                </a:cubicBezTo>
                <a:cubicBezTo>
                  <a:pt x="223076" y="153424"/>
                  <a:pt x="223076" y="153424"/>
                  <a:pt x="223076" y="153424"/>
                </a:cubicBezTo>
                <a:cubicBezTo>
                  <a:pt x="143891" y="71437"/>
                  <a:pt x="143891" y="71437"/>
                  <a:pt x="143891" y="71437"/>
                </a:cubicBezTo>
                <a:cubicBezTo>
                  <a:pt x="141161" y="71437"/>
                  <a:pt x="138430" y="71437"/>
                  <a:pt x="135700" y="71437"/>
                </a:cubicBezTo>
                <a:close/>
                <a:moveTo>
                  <a:pt x="179388" y="0"/>
                </a:moveTo>
                <a:cubicBezTo>
                  <a:pt x="278461" y="0"/>
                  <a:pt x="358776" y="80315"/>
                  <a:pt x="358776" y="179388"/>
                </a:cubicBezTo>
                <a:cubicBezTo>
                  <a:pt x="358776" y="278461"/>
                  <a:pt x="278461" y="358776"/>
                  <a:pt x="179388" y="358776"/>
                </a:cubicBezTo>
                <a:cubicBezTo>
                  <a:pt x="80315" y="358776"/>
                  <a:pt x="0" y="278461"/>
                  <a:pt x="0" y="179388"/>
                </a:cubicBezTo>
                <a:cubicBezTo>
                  <a:pt x="0" y="80315"/>
                  <a:pt x="80315" y="0"/>
                  <a:pt x="179388" y="0"/>
                </a:cubicBezTo>
                <a:close/>
              </a:path>
            </a:pathLst>
          </a:custGeom>
          <a:solidFill>
            <a:srgbClr val="EA2F6C"/>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1" name="任意多边形 40"/>
          <p:cNvSpPr>
            <a:spLocks/>
          </p:cNvSpPr>
          <p:nvPr/>
        </p:nvSpPr>
        <p:spPr bwMode="auto">
          <a:xfrm>
            <a:off x="8939154" y="2659727"/>
            <a:ext cx="324000" cy="324000"/>
          </a:xfrm>
          <a:custGeom>
            <a:avLst/>
            <a:gdLst>
              <a:gd name="connsiteX0" fmla="*/ 135700 w 358776"/>
              <a:gd name="connsiteY0" fmla="*/ 71437 h 358776"/>
              <a:gd name="connsiteX1" fmla="*/ 113856 w 358776"/>
              <a:gd name="connsiteY1" fmla="*/ 93300 h 358776"/>
              <a:gd name="connsiteX2" fmla="*/ 113856 w 358776"/>
              <a:gd name="connsiteY2" fmla="*/ 101499 h 358776"/>
              <a:gd name="connsiteX3" fmla="*/ 190310 w 358776"/>
              <a:gd name="connsiteY3" fmla="*/ 178021 h 358776"/>
              <a:gd name="connsiteX4" fmla="*/ 113856 w 358776"/>
              <a:gd name="connsiteY4" fmla="*/ 257275 h 358776"/>
              <a:gd name="connsiteX5" fmla="*/ 113856 w 358776"/>
              <a:gd name="connsiteY5" fmla="*/ 262741 h 358776"/>
              <a:gd name="connsiteX6" fmla="*/ 135700 w 358776"/>
              <a:gd name="connsiteY6" fmla="*/ 287337 h 358776"/>
              <a:gd name="connsiteX7" fmla="*/ 143891 w 358776"/>
              <a:gd name="connsiteY7" fmla="*/ 287337 h 358776"/>
              <a:gd name="connsiteX8" fmla="*/ 223076 w 358776"/>
              <a:gd name="connsiteY8" fmla="*/ 205350 h 358776"/>
              <a:gd name="connsiteX9" fmla="*/ 244920 w 358776"/>
              <a:gd name="connsiteY9" fmla="*/ 183486 h 358776"/>
              <a:gd name="connsiteX10" fmla="*/ 244920 w 358776"/>
              <a:gd name="connsiteY10" fmla="*/ 175288 h 358776"/>
              <a:gd name="connsiteX11" fmla="*/ 223076 w 358776"/>
              <a:gd name="connsiteY11" fmla="*/ 153424 h 358776"/>
              <a:gd name="connsiteX12" fmla="*/ 143891 w 358776"/>
              <a:gd name="connsiteY12" fmla="*/ 71437 h 358776"/>
              <a:gd name="connsiteX13" fmla="*/ 135700 w 358776"/>
              <a:gd name="connsiteY13" fmla="*/ 71437 h 358776"/>
              <a:gd name="connsiteX14" fmla="*/ 179388 w 358776"/>
              <a:gd name="connsiteY14" fmla="*/ 0 h 358776"/>
              <a:gd name="connsiteX15" fmla="*/ 358776 w 358776"/>
              <a:gd name="connsiteY15" fmla="*/ 179388 h 358776"/>
              <a:gd name="connsiteX16" fmla="*/ 179388 w 358776"/>
              <a:gd name="connsiteY16" fmla="*/ 358776 h 358776"/>
              <a:gd name="connsiteX17" fmla="*/ 0 w 358776"/>
              <a:gd name="connsiteY17" fmla="*/ 179388 h 358776"/>
              <a:gd name="connsiteX18" fmla="*/ 179388 w 358776"/>
              <a:gd name="connsiteY18" fmla="*/ 0 h 358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58776" h="358776">
                <a:moveTo>
                  <a:pt x="135700" y="71437"/>
                </a:moveTo>
                <a:cubicBezTo>
                  <a:pt x="113856" y="93300"/>
                  <a:pt x="113856" y="93300"/>
                  <a:pt x="113856" y="93300"/>
                </a:cubicBezTo>
                <a:cubicBezTo>
                  <a:pt x="111125" y="96033"/>
                  <a:pt x="111125" y="101499"/>
                  <a:pt x="113856" y="101499"/>
                </a:cubicBezTo>
                <a:cubicBezTo>
                  <a:pt x="190310" y="178021"/>
                  <a:pt x="190310" y="178021"/>
                  <a:pt x="190310" y="178021"/>
                </a:cubicBezTo>
                <a:cubicBezTo>
                  <a:pt x="113856" y="257275"/>
                  <a:pt x="113856" y="257275"/>
                  <a:pt x="113856" y="257275"/>
                </a:cubicBezTo>
                <a:cubicBezTo>
                  <a:pt x="111125" y="257275"/>
                  <a:pt x="111125" y="262741"/>
                  <a:pt x="113856" y="262741"/>
                </a:cubicBezTo>
                <a:cubicBezTo>
                  <a:pt x="135700" y="287337"/>
                  <a:pt x="135700" y="287337"/>
                  <a:pt x="135700" y="287337"/>
                </a:cubicBezTo>
                <a:cubicBezTo>
                  <a:pt x="138430" y="287337"/>
                  <a:pt x="141161" y="287337"/>
                  <a:pt x="143891" y="287337"/>
                </a:cubicBezTo>
                <a:cubicBezTo>
                  <a:pt x="223076" y="205350"/>
                  <a:pt x="223076" y="205350"/>
                  <a:pt x="223076" y="205350"/>
                </a:cubicBezTo>
                <a:cubicBezTo>
                  <a:pt x="244920" y="183486"/>
                  <a:pt x="244920" y="183486"/>
                  <a:pt x="244920" y="183486"/>
                </a:cubicBezTo>
                <a:cubicBezTo>
                  <a:pt x="247650" y="180754"/>
                  <a:pt x="247650" y="178021"/>
                  <a:pt x="244920" y="175288"/>
                </a:cubicBezTo>
                <a:cubicBezTo>
                  <a:pt x="223076" y="153424"/>
                  <a:pt x="223076" y="153424"/>
                  <a:pt x="223076" y="153424"/>
                </a:cubicBezTo>
                <a:cubicBezTo>
                  <a:pt x="143891" y="71437"/>
                  <a:pt x="143891" y="71437"/>
                  <a:pt x="143891" y="71437"/>
                </a:cubicBezTo>
                <a:cubicBezTo>
                  <a:pt x="141161" y="71437"/>
                  <a:pt x="138430" y="71437"/>
                  <a:pt x="135700" y="71437"/>
                </a:cubicBezTo>
                <a:close/>
                <a:moveTo>
                  <a:pt x="179388" y="0"/>
                </a:moveTo>
                <a:cubicBezTo>
                  <a:pt x="278461" y="0"/>
                  <a:pt x="358776" y="80315"/>
                  <a:pt x="358776" y="179388"/>
                </a:cubicBezTo>
                <a:cubicBezTo>
                  <a:pt x="358776" y="278461"/>
                  <a:pt x="278461" y="358776"/>
                  <a:pt x="179388" y="358776"/>
                </a:cubicBezTo>
                <a:cubicBezTo>
                  <a:pt x="80315" y="358776"/>
                  <a:pt x="0" y="278461"/>
                  <a:pt x="0" y="179388"/>
                </a:cubicBezTo>
                <a:cubicBezTo>
                  <a:pt x="0" y="80315"/>
                  <a:pt x="80315" y="0"/>
                  <a:pt x="179388" y="0"/>
                </a:cubicBezTo>
                <a:close/>
              </a:path>
            </a:pathLst>
          </a:custGeom>
          <a:solidFill>
            <a:srgbClr val="2BAA8C"/>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2" name="任意多边形 41"/>
          <p:cNvSpPr>
            <a:spLocks/>
          </p:cNvSpPr>
          <p:nvPr/>
        </p:nvSpPr>
        <p:spPr bwMode="auto">
          <a:xfrm>
            <a:off x="8939154" y="3850998"/>
            <a:ext cx="324000" cy="324000"/>
          </a:xfrm>
          <a:custGeom>
            <a:avLst/>
            <a:gdLst>
              <a:gd name="connsiteX0" fmla="*/ 135700 w 358776"/>
              <a:gd name="connsiteY0" fmla="*/ 71437 h 358776"/>
              <a:gd name="connsiteX1" fmla="*/ 113856 w 358776"/>
              <a:gd name="connsiteY1" fmla="*/ 93300 h 358776"/>
              <a:gd name="connsiteX2" fmla="*/ 113856 w 358776"/>
              <a:gd name="connsiteY2" fmla="*/ 101499 h 358776"/>
              <a:gd name="connsiteX3" fmla="*/ 190310 w 358776"/>
              <a:gd name="connsiteY3" fmla="*/ 178021 h 358776"/>
              <a:gd name="connsiteX4" fmla="*/ 113856 w 358776"/>
              <a:gd name="connsiteY4" fmla="*/ 257275 h 358776"/>
              <a:gd name="connsiteX5" fmla="*/ 113856 w 358776"/>
              <a:gd name="connsiteY5" fmla="*/ 262741 h 358776"/>
              <a:gd name="connsiteX6" fmla="*/ 135700 w 358776"/>
              <a:gd name="connsiteY6" fmla="*/ 287337 h 358776"/>
              <a:gd name="connsiteX7" fmla="*/ 143891 w 358776"/>
              <a:gd name="connsiteY7" fmla="*/ 287337 h 358776"/>
              <a:gd name="connsiteX8" fmla="*/ 223076 w 358776"/>
              <a:gd name="connsiteY8" fmla="*/ 205350 h 358776"/>
              <a:gd name="connsiteX9" fmla="*/ 244920 w 358776"/>
              <a:gd name="connsiteY9" fmla="*/ 183486 h 358776"/>
              <a:gd name="connsiteX10" fmla="*/ 244920 w 358776"/>
              <a:gd name="connsiteY10" fmla="*/ 175288 h 358776"/>
              <a:gd name="connsiteX11" fmla="*/ 223076 w 358776"/>
              <a:gd name="connsiteY11" fmla="*/ 153424 h 358776"/>
              <a:gd name="connsiteX12" fmla="*/ 143891 w 358776"/>
              <a:gd name="connsiteY12" fmla="*/ 71437 h 358776"/>
              <a:gd name="connsiteX13" fmla="*/ 135700 w 358776"/>
              <a:gd name="connsiteY13" fmla="*/ 71437 h 358776"/>
              <a:gd name="connsiteX14" fmla="*/ 179388 w 358776"/>
              <a:gd name="connsiteY14" fmla="*/ 0 h 358776"/>
              <a:gd name="connsiteX15" fmla="*/ 358776 w 358776"/>
              <a:gd name="connsiteY15" fmla="*/ 179388 h 358776"/>
              <a:gd name="connsiteX16" fmla="*/ 179388 w 358776"/>
              <a:gd name="connsiteY16" fmla="*/ 358776 h 358776"/>
              <a:gd name="connsiteX17" fmla="*/ 0 w 358776"/>
              <a:gd name="connsiteY17" fmla="*/ 179388 h 358776"/>
              <a:gd name="connsiteX18" fmla="*/ 179388 w 358776"/>
              <a:gd name="connsiteY18" fmla="*/ 0 h 358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58776" h="358776">
                <a:moveTo>
                  <a:pt x="135700" y="71437"/>
                </a:moveTo>
                <a:cubicBezTo>
                  <a:pt x="113856" y="93300"/>
                  <a:pt x="113856" y="93300"/>
                  <a:pt x="113856" y="93300"/>
                </a:cubicBezTo>
                <a:cubicBezTo>
                  <a:pt x="111125" y="96033"/>
                  <a:pt x="111125" y="101499"/>
                  <a:pt x="113856" y="101499"/>
                </a:cubicBezTo>
                <a:cubicBezTo>
                  <a:pt x="190310" y="178021"/>
                  <a:pt x="190310" y="178021"/>
                  <a:pt x="190310" y="178021"/>
                </a:cubicBezTo>
                <a:cubicBezTo>
                  <a:pt x="113856" y="257275"/>
                  <a:pt x="113856" y="257275"/>
                  <a:pt x="113856" y="257275"/>
                </a:cubicBezTo>
                <a:cubicBezTo>
                  <a:pt x="111125" y="257275"/>
                  <a:pt x="111125" y="262741"/>
                  <a:pt x="113856" y="262741"/>
                </a:cubicBezTo>
                <a:cubicBezTo>
                  <a:pt x="135700" y="287337"/>
                  <a:pt x="135700" y="287337"/>
                  <a:pt x="135700" y="287337"/>
                </a:cubicBezTo>
                <a:cubicBezTo>
                  <a:pt x="138430" y="287337"/>
                  <a:pt x="141161" y="287337"/>
                  <a:pt x="143891" y="287337"/>
                </a:cubicBezTo>
                <a:cubicBezTo>
                  <a:pt x="223076" y="205350"/>
                  <a:pt x="223076" y="205350"/>
                  <a:pt x="223076" y="205350"/>
                </a:cubicBezTo>
                <a:cubicBezTo>
                  <a:pt x="244920" y="183486"/>
                  <a:pt x="244920" y="183486"/>
                  <a:pt x="244920" y="183486"/>
                </a:cubicBezTo>
                <a:cubicBezTo>
                  <a:pt x="247650" y="180754"/>
                  <a:pt x="247650" y="178021"/>
                  <a:pt x="244920" y="175288"/>
                </a:cubicBezTo>
                <a:cubicBezTo>
                  <a:pt x="223076" y="153424"/>
                  <a:pt x="223076" y="153424"/>
                  <a:pt x="223076" y="153424"/>
                </a:cubicBezTo>
                <a:cubicBezTo>
                  <a:pt x="143891" y="71437"/>
                  <a:pt x="143891" y="71437"/>
                  <a:pt x="143891" y="71437"/>
                </a:cubicBezTo>
                <a:cubicBezTo>
                  <a:pt x="141161" y="71437"/>
                  <a:pt x="138430" y="71437"/>
                  <a:pt x="135700" y="71437"/>
                </a:cubicBezTo>
                <a:close/>
                <a:moveTo>
                  <a:pt x="179388" y="0"/>
                </a:moveTo>
                <a:cubicBezTo>
                  <a:pt x="278461" y="0"/>
                  <a:pt x="358776" y="80315"/>
                  <a:pt x="358776" y="179388"/>
                </a:cubicBezTo>
                <a:cubicBezTo>
                  <a:pt x="358776" y="278461"/>
                  <a:pt x="278461" y="358776"/>
                  <a:pt x="179388" y="358776"/>
                </a:cubicBezTo>
                <a:cubicBezTo>
                  <a:pt x="80315" y="358776"/>
                  <a:pt x="0" y="278461"/>
                  <a:pt x="0" y="179388"/>
                </a:cubicBezTo>
                <a:cubicBezTo>
                  <a:pt x="0" y="80315"/>
                  <a:pt x="80315" y="0"/>
                  <a:pt x="179388" y="0"/>
                </a:cubicBezTo>
                <a:close/>
              </a:path>
            </a:pathLst>
          </a:custGeom>
          <a:solidFill>
            <a:srgbClr val="3A83CB"/>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3" name="任意多边形 42"/>
          <p:cNvSpPr>
            <a:spLocks/>
          </p:cNvSpPr>
          <p:nvPr/>
        </p:nvSpPr>
        <p:spPr bwMode="auto">
          <a:xfrm>
            <a:off x="8939154" y="4987263"/>
            <a:ext cx="324000" cy="324000"/>
          </a:xfrm>
          <a:custGeom>
            <a:avLst/>
            <a:gdLst>
              <a:gd name="connsiteX0" fmla="*/ 135700 w 358776"/>
              <a:gd name="connsiteY0" fmla="*/ 71437 h 358776"/>
              <a:gd name="connsiteX1" fmla="*/ 113856 w 358776"/>
              <a:gd name="connsiteY1" fmla="*/ 93300 h 358776"/>
              <a:gd name="connsiteX2" fmla="*/ 113856 w 358776"/>
              <a:gd name="connsiteY2" fmla="*/ 101499 h 358776"/>
              <a:gd name="connsiteX3" fmla="*/ 190310 w 358776"/>
              <a:gd name="connsiteY3" fmla="*/ 178021 h 358776"/>
              <a:gd name="connsiteX4" fmla="*/ 113856 w 358776"/>
              <a:gd name="connsiteY4" fmla="*/ 257275 h 358776"/>
              <a:gd name="connsiteX5" fmla="*/ 113856 w 358776"/>
              <a:gd name="connsiteY5" fmla="*/ 262741 h 358776"/>
              <a:gd name="connsiteX6" fmla="*/ 135700 w 358776"/>
              <a:gd name="connsiteY6" fmla="*/ 287337 h 358776"/>
              <a:gd name="connsiteX7" fmla="*/ 143891 w 358776"/>
              <a:gd name="connsiteY7" fmla="*/ 287337 h 358776"/>
              <a:gd name="connsiteX8" fmla="*/ 223076 w 358776"/>
              <a:gd name="connsiteY8" fmla="*/ 205350 h 358776"/>
              <a:gd name="connsiteX9" fmla="*/ 244920 w 358776"/>
              <a:gd name="connsiteY9" fmla="*/ 183486 h 358776"/>
              <a:gd name="connsiteX10" fmla="*/ 244920 w 358776"/>
              <a:gd name="connsiteY10" fmla="*/ 175288 h 358776"/>
              <a:gd name="connsiteX11" fmla="*/ 223076 w 358776"/>
              <a:gd name="connsiteY11" fmla="*/ 153424 h 358776"/>
              <a:gd name="connsiteX12" fmla="*/ 143891 w 358776"/>
              <a:gd name="connsiteY12" fmla="*/ 71437 h 358776"/>
              <a:gd name="connsiteX13" fmla="*/ 135700 w 358776"/>
              <a:gd name="connsiteY13" fmla="*/ 71437 h 358776"/>
              <a:gd name="connsiteX14" fmla="*/ 179388 w 358776"/>
              <a:gd name="connsiteY14" fmla="*/ 0 h 358776"/>
              <a:gd name="connsiteX15" fmla="*/ 358776 w 358776"/>
              <a:gd name="connsiteY15" fmla="*/ 179388 h 358776"/>
              <a:gd name="connsiteX16" fmla="*/ 179388 w 358776"/>
              <a:gd name="connsiteY16" fmla="*/ 358776 h 358776"/>
              <a:gd name="connsiteX17" fmla="*/ 0 w 358776"/>
              <a:gd name="connsiteY17" fmla="*/ 179388 h 358776"/>
              <a:gd name="connsiteX18" fmla="*/ 179388 w 358776"/>
              <a:gd name="connsiteY18" fmla="*/ 0 h 358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58776" h="358776">
                <a:moveTo>
                  <a:pt x="135700" y="71437"/>
                </a:moveTo>
                <a:cubicBezTo>
                  <a:pt x="113856" y="93300"/>
                  <a:pt x="113856" y="93300"/>
                  <a:pt x="113856" y="93300"/>
                </a:cubicBezTo>
                <a:cubicBezTo>
                  <a:pt x="111125" y="96033"/>
                  <a:pt x="111125" y="101499"/>
                  <a:pt x="113856" y="101499"/>
                </a:cubicBezTo>
                <a:cubicBezTo>
                  <a:pt x="190310" y="178021"/>
                  <a:pt x="190310" y="178021"/>
                  <a:pt x="190310" y="178021"/>
                </a:cubicBezTo>
                <a:cubicBezTo>
                  <a:pt x="113856" y="257275"/>
                  <a:pt x="113856" y="257275"/>
                  <a:pt x="113856" y="257275"/>
                </a:cubicBezTo>
                <a:cubicBezTo>
                  <a:pt x="111125" y="257275"/>
                  <a:pt x="111125" y="262741"/>
                  <a:pt x="113856" y="262741"/>
                </a:cubicBezTo>
                <a:cubicBezTo>
                  <a:pt x="135700" y="287337"/>
                  <a:pt x="135700" y="287337"/>
                  <a:pt x="135700" y="287337"/>
                </a:cubicBezTo>
                <a:cubicBezTo>
                  <a:pt x="138430" y="287337"/>
                  <a:pt x="141161" y="287337"/>
                  <a:pt x="143891" y="287337"/>
                </a:cubicBezTo>
                <a:cubicBezTo>
                  <a:pt x="223076" y="205350"/>
                  <a:pt x="223076" y="205350"/>
                  <a:pt x="223076" y="205350"/>
                </a:cubicBezTo>
                <a:cubicBezTo>
                  <a:pt x="244920" y="183486"/>
                  <a:pt x="244920" y="183486"/>
                  <a:pt x="244920" y="183486"/>
                </a:cubicBezTo>
                <a:cubicBezTo>
                  <a:pt x="247650" y="180754"/>
                  <a:pt x="247650" y="178021"/>
                  <a:pt x="244920" y="175288"/>
                </a:cubicBezTo>
                <a:cubicBezTo>
                  <a:pt x="223076" y="153424"/>
                  <a:pt x="223076" y="153424"/>
                  <a:pt x="223076" y="153424"/>
                </a:cubicBezTo>
                <a:cubicBezTo>
                  <a:pt x="143891" y="71437"/>
                  <a:pt x="143891" y="71437"/>
                  <a:pt x="143891" y="71437"/>
                </a:cubicBezTo>
                <a:cubicBezTo>
                  <a:pt x="141161" y="71437"/>
                  <a:pt x="138430" y="71437"/>
                  <a:pt x="135700" y="71437"/>
                </a:cubicBezTo>
                <a:close/>
                <a:moveTo>
                  <a:pt x="179388" y="0"/>
                </a:moveTo>
                <a:cubicBezTo>
                  <a:pt x="278461" y="0"/>
                  <a:pt x="358776" y="80315"/>
                  <a:pt x="358776" y="179388"/>
                </a:cubicBezTo>
                <a:cubicBezTo>
                  <a:pt x="358776" y="278461"/>
                  <a:pt x="278461" y="358776"/>
                  <a:pt x="179388" y="358776"/>
                </a:cubicBezTo>
                <a:cubicBezTo>
                  <a:pt x="80315" y="358776"/>
                  <a:pt x="0" y="278461"/>
                  <a:pt x="0" y="179388"/>
                </a:cubicBezTo>
                <a:cubicBezTo>
                  <a:pt x="0" y="80315"/>
                  <a:pt x="80315" y="0"/>
                  <a:pt x="179388" y="0"/>
                </a:cubicBezTo>
                <a:close/>
              </a:path>
            </a:pathLst>
          </a:custGeom>
          <a:solidFill>
            <a:srgbClr val="8820A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3" name="文本框 92"/>
          <p:cNvSpPr txBox="1"/>
          <p:nvPr/>
        </p:nvSpPr>
        <p:spPr>
          <a:xfrm>
            <a:off x="4139317" y="1058393"/>
            <a:ext cx="3913366"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94" name="Rectangle 58"/>
          <p:cNvSpPr/>
          <p:nvPr/>
        </p:nvSpPr>
        <p:spPr>
          <a:xfrm>
            <a:off x="3614043" y="1478661"/>
            <a:ext cx="4963915"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单击此处添加副标题</a:t>
            </a:r>
          </a:p>
        </p:txBody>
      </p:sp>
      <p:sp>
        <p:nvSpPr>
          <p:cNvPr id="44"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六项并列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743767358"/>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2" name="组合 41"/>
          <p:cNvGrpSpPr/>
          <p:nvPr/>
        </p:nvGrpSpPr>
        <p:grpSpPr>
          <a:xfrm rot="2820000">
            <a:off x="4181110" y="2027138"/>
            <a:ext cx="3829780" cy="3906810"/>
            <a:chOff x="3489326" y="1171576"/>
            <a:chExt cx="4498975" cy="4589463"/>
          </a:xfrm>
        </p:grpSpPr>
        <p:sp>
          <p:nvSpPr>
            <p:cNvPr id="43" name="Freeform 14"/>
            <p:cNvSpPr>
              <a:spLocks/>
            </p:cNvSpPr>
            <p:nvPr/>
          </p:nvSpPr>
          <p:spPr bwMode="auto">
            <a:xfrm>
              <a:off x="5519738" y="1171576"/>
              <a:ext cx="2416175" cy="1787525"/>
            </a:xfrm>
            <a:custGeom>
              <a:avLst/>
              <a:gdLst>
                <a:gd name="T0" fmla="*/ 403 w 1522"/>
                <a:gd name="T1" fmla="*/ 206 h 1126"/>
                <a:gd name="T2" fmla="*/ 0 w 1522"/>
                <a:gd name="T3" fmla="*/ 1126 h 1126"/>
                <a:gd name="T4" fmla="*/ 1522 w 1522"/>
                <a:gd name="T5" fmla="*/ 962 h 1126"/>
                <a:gd name="T6" fmla="*/ 493 w 1522"/>
                <a:gd name="T7" fmla="*/ 0 h 1126"/>
                <a:gd name="T8" fmla="*/ 403 w 1522"/>
                <a:gd name="T9" fmla="*/ 205 h 1126"/>
                <a:gd name="T10" fmla="*/ 403 w 1522"/>
                <a:gd name="T11" fmla="*/ 206 h 1126"/>
              </a:gdLst>
              <a:ahLst/>
              <a:cxnLst>
                <a:cxn ang="0">
                  <a:pos x="T0" y="T1"/>
                </a:cxn>
                <a:cxn ang="0">
                  <a:pos x="T2" y="T3"/>
                </a:cxn>
                <a:cxn ang="0">
                  <a:pos x="T4" y="T5"/>
                </a:cxn>
                <a:cxn ang="0">
                  <a:pos x="T6" y="T7"/>
                </a:cxn>
                <a:cxn ang="0">
                  <a:pos x="T8" y="T9"/>
                </a:cxn>
                <a:cxn ang="0">
                  <a:pos x="T10" y="T11"/>
                </a:cxn>
              </a:cxnLst>
              <a:rect l="0" t="0" r="r" b="b"/>
              <a:pathLst>
                <a:path w="1522" h="1126">
                  <a:moveTo>
                    <a:pt x="403" y="206"/>
                  </a:moveTo>
                  <a:lnTo>
                    <a:pt x="0" y="1126"/>
                  </a:lnTo>
                  <a:lnTo>
                    <a:pt x="1522" y="962"/>
                  </a:lnTo>
                  <a:lnTo>
                    <a:pt x="493" y="0"/>
                  </a:lnTo>
                  <a:lnTo>
                    <a:pt x="403" y="205"/>
                  </a:lnTo>
                  <a:lnTo>
                    <a:pt x="403" y="206"/>
                  </a:lnTo>
                  <a:close/>
                </a:path>
              </a:pathLst>
            </a:custGeom>
            <a:solidFill>
              <a:srgbClr val="DA4D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15"/>
            <p:cNvSpPr>
              <a:spLocks/>
            </p:cNvSpPr>
            <p:nvPr/>
          </p:nvSpPr>
          <p:spPr bwMode="auto">
            <a:xfrm>
              <a:off x="4037013" y="1222376"/>
              <a:ext cx="2138363" cy="2227263"/>
            </a:xfrm>
            <a:custGeom>
              <a:avLst/>
              <a:gdLst>
                <a:gd name="T0" fmla="*/ 123 w 1347"/>
                <a:gd name="T1" fmla="*/ 581 h 1403"/>
                <a:gd name="T2" fmla="*/ 123 w 1347"/>
                <a:gd name="T3" fmla="*/ 582 h 1403"/>
                <a:gd name="T4" fmla="*/ 728 w 1347"/>
                <a:gd name="T5" fmla="*/ 1403 h 1403"/>
                <a:gd name="T6" fmla="*/ 1347 w 1347"/>
                <a:gd name="T7" fmla="*/ 0 h 1403"/>
                <a:gd name="T8" fmla="*/ 0 w 1347"/>
                <a:gd name="T9" fmla="*/ 412 h 1403"/>
                <a:gd name="T10" fmla="*/ 123 w 1347"/>
                <a:gd name="T11" fmla="*/ 581 h 1403"/>
                <a:gd name="T12" fmla="*/ 123 w 1347"/>
                <a:gd name="T13" fmla="*/ 581 h 1403"/>
              </a:gdLst>
              <a:ahLst/>
              <a:cxnLst>
                <a:cxn ang="0">
                  <a:pos x="T0" y="T1"/>
                </a:cxn>
                <a:cxn ang="0">
                  <a:pos x="T2" y="T3"/>
                </a:cxn>
                <a:cxn ang="0">
                  <a:pos x="T4" y="T5"/>
                </a:cxn>
                <a:cxn ang="0">
                  <a:pos x="T6" y="T7"/>
                </a:cxn>
                <a:cxn ang="0">
                  <a:pos x="T8" y="T9"/>
                </a:cxn>
                <a:cxn ang="0">
                  <a:pos x="T10" y="T11"/>
                </a:cxn>
                <a:cxn ang="0">
                  <a:pos x="T12" y="T13"/>
                </a:cxn>
              </a:cxnLst>
              <a:rect l="0" t="0" r="r" b="b"/>
              <a:pathLst>
                <a:path w="1347" h="1403">
                  <a:moveTo>
                    <a:pt x="123" y="581"/>
                  </a:moveTo>
                  <a:lnTo>
                    <a:pt x="123" y="582"/>
                  </a:lnTo>
                  <a:lnTo>
                    <a:pt x="728" y="1403"/>
                  </a:lnTo>
                  <a:lnTo>
                    <a:pt x="1347" y="0"/>
                  </a:lnTo>
                  <a:lnTo>
                    <a:pt x="0" y="412"/>
                  </a:lnTo>
                  <a:lnTo>
                    <a:pt x="123" y="581"/>
                  </a:lnTo>
                  <a:lnTo>
                    <a:pt x="123" y="581"/>
                  </a:lnTo>
                  <a:close/>
                </a:path>
              </a:pathLst>
            </a:custGeom>
            <a:solidFill>
              <a:srgbClr val="8F58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16"/>
            <p:cNvSpPr>
              <a:spLocks/>
            </p:cNvSpPr>
            <p:nvPr/>
          </p:nvSpPr>
          <p:spPr bwMode="auto">
            <a:xfrm>
              <a:off x="3489326" y="1962151"/>
              <a:ext cx="1936750" cy="2181225"/>
            </a:xfrm>
            <a:custGeom>
              <a:avLst/>
              <a:gdLst>
                <a:gd name="T0" fmla="*/ 205 w 1220"/>
                <a:gd name="T1" fmla="*/ 1351 h 1374"/>
                <a:gd name="T2" fmla="*/ 1220 w 1220"/>
                <a:gd name="T3" fmla="*/ 1238 h 1374"/>
                <a:gd name="T4" fmla="*/ 317 w 1220"/>
                <a:gd name="T5" fmla="*/ 0 h 1374"/>
                <a:gd name="T6" fmla="*/ 0 w 1220"/>
                <a:gd name="T7" fmla="*/ 1374 h 1374"/>
                <a:gd name="T8" fmla="*/ 205 w 1220"/>
                <a:gd name="T9" fmla="*/ 1351 h 1374"/>
                <a:gd name="T10" fmla="*/ 205 w 1220"/>
                <a:gd name="T11" fmla="*/ 1351 h 1374"/>
              </a:gdLst>
              <a:ahLst/>
              <a:cxnLst>
                <a:cxn ang="0">
                  <a:pos x="T0" y="T1"/>
                </a:cxn>
                <a:cxn ang="0">
                  <a:pos x="T2" y="T3"/>
                </a:cxn>
                <a:cxn ang="0">
                  <a:pos x="T4" y="T5"/>
                </a:cxn>
                <a:cxn ang="0">
                  <a:pos x="T6" y="T7"/>
                </a:cxn>
                <a:cxn ang="0">
                  <a:pos x="T8" y="T9"/>
                </a:cxn>
                <a:cxn ang="0">
                  <a:pos x="T10" y="T11"/>
                </a:cxn>
              </a:cxnLst>
              <a:rect l="0" t="0" r="r" b="b"/>
              <a:pathLst>
                <a:path w="1220" h="1374">
                  <a:moveTo>
                    <a:pt x="205" y="1351"/>
                  </a:moveTo>
                  <a:lnTo>
                    <a:pt x="1220" y="1238"/>
                  </a:lnTo>
                  <a:lnTo>
                    <a:pt x="317" y="0"/>
                  </a:lnTo>
                  <a:lnTo>
                    <a:pt x="0" y="1374"/>
                  </a:lnTo>
                  <a:lnTo>
                    <a:pt x="205" y="1351"/>
                  </a:lnTo>
                  <a:lnTo>
                    <a:pt x="205" y="1351"/>
                  </a:lnTo>
                  <a:close/>
                </a:path>
              </a:pathLst>
            </a:custGeom>
            <a:solidFill>
              <a:srgbClr val="3A8F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17"/>
            <p:cNvSpPr>
              <a:spLocks/>
            </p:cNvSpPr>
            <p:nvPr/>
          </p:nvSpPr>
          <p:spPr bwMode="auto">
            <a:xfrm>
              <a:off x="6051551" y="2790826"/>
              <a:ext cx="1936750" cy="2178050"/>
            </a:xfrm>
            <a:custGeom>
              <a:avLst/>
              <a:gdLst>
                <a:gd name="T0" fmla="*/ 1028 w 1220"/>
                <a:gd name="T1" fmla="*/ 21 h 1372"/>
                <a:gd name="T2" fmla="*/ 1028 w 1220"/>
                <a:gd name="T3" fmla="*/ 21 h 1372"/>
                <a:gd name="T4" fmla="*/ 0 w 1220"/>
                <a:gd name="T5" fmla="*/ 135 h 1372"/>
                <a:gd name="T6" fmla="*/ 804 w 1220"/>
                <a:gd name="T7" fmla="*/ 1235 h 1372"/>
                <a:gd name="T8" fmla="*/ 904 w 1220"/>
                <a:gd name="T9" fmla="*/ 1372 h 1372"/>
                <a:gd name="T10" fmla="*/ 1220 w 1220"/>
                <a:gd name="T11" fmla="*/ 0 h 1372"/>
                <a:gd name="T12" fmla="*/ 1028 w 1220"/>
                <a:gd name="T13" fmla="*/ 21 h 1372"/>
              </a:gdLst>
              <a:ahLst/>
              <a:cxnLst>
                <a:cxn ang="0">
                  <a:pos x="T0" y="T1"/>
                </a:cxn>
                <a:cxn ang="0">
                  <a:pos x="T2" y="T3"/>
                </a:cxn>
                <a:cxn ang="0">
                  <a:pos x="T4" y="T5"/>
                </a:cxn>
                <a:cxn ang="0">
                  <a:pos x="T6" y="T7"/>
                </a:cxn>
                <a:cxn ang="0">
                  <a:pos x="T8" y="T9"/>
                </a:cxn>
                <a:cxn ang="0">
                  <a:pos x="T10" y="T11"/>
                </a:cxn>
                <a:cxn ang="0">
                  <a:pos x="T12" y="T13"/>
                </a:cxn>
              </a:cxnLst>
              <a:rect l="0" t="0" r="r" b="b"/>
              <a:pathLst>
                <a:path w="1220" h="1372">
                  <a:moveTo>
                    <a:pt x="1028" y="21"/>
                  </a:moveTo>
                  <a:lnTo>
                    <a:pt x="1028" y="21"/>
                  </a:lnTo>
                  <a:lnTo>
                    <a:pt x="0" y="135"/>
                  </a:lnTo>
                  <a:lnTo>
                    <a:pt x="804" y="1235"/>
                  </a:lnTo>
                  <a:lnTo>
                    <a:pt x="904" y="1372"/>
                  </a:lnTo>
                  <a:lnTo>
                    <a:pt x="1220" y="0"/>
                  </a:lnTo>
                  <a:lnTo>
                    <a:pt x="1028" y="21"/>
                  </a:lnTo>
                  <a:close/>
                </a:path>
              </a:pathLst>
            </a:custGeom>
            <a:solidFill>
              <a:srgbClr val="E7BE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18"/>
            <p:cNvSpPr>
              <a:spLocks/>
            </p:cNvSpPr>
            <p:nvPr/>
          </p:nvSpPr>
          <p:spPr bwMode="auto">
            <a:xfrm>
              <a:off x="5324476" y="3536951"/>
              <a:ext cx="2138363" cy="2224088"/>
            </a:xfrm>
            <a:custGeom>
              <a:avLst/>
              <a:gdLst>
                <a:gd name="T0" fmla="*/ 1219 w 1347"/>
                <a:gd name="T1" fmla="*/ 815 h 1401"/>
                <a:gd name="T2" fmla="*/ 618 w 1347"/>
                <a:gd name="T3" fmla="*/ 0 h 1401"/>
                <a:gd name="T4" fmla="*/ 85 w 1347"/>
                <a:gd name="T5" fmla="*/ 1206 h 1401"/>
                <a:gd name="T6" fmla="*/ 85 w 1347"/>
                <a:gd name="T7" fmla="*/ 1206 h 1401"/>
                <a:gd name="T8" fmla="*/ 0 w 1347"/>
                <a:gd name="T9" fmla="*/ 1401 h 1401"/>
                <a:gd name="T10" fmla="*/ 1347 w 1347"/>
                <a:gd name="T11" fmla="*/ 989 h 1401"/>
                <a:gd name="T12" fmla="*/ 1219 w 1347"/>
                <a:gd name="T13" fmla="*/ 815 h 1401"/>
                <a:gd name="T14" fmla="*/ 1219 w 1347"/>
                <a:gd name="T15" fmla="*/ 815 h 140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47" h="1401">
                  <a:moveTo>
                    <a:pt x="1219" y="815"/>
                  </a:moveTo>
                  <a:lnTo>
                    <a:pt x="618" y="0"/>
                  </a:lnTo>
                  <a:lnTo>
                    <a:pt x="85" y="1206"/>
                  </a:lnTo>
                  <a:lnTo>
                    <a:pt x="85" y="1206"/>
                  </a:lnTo>
                  <a:lnTo>
                    <a:pt x="0" y="1401"/>
                  </a:lnTo>
                  <a:lnTo>
                    <a:pt x="1347" y="989"/>
                  </a:lnTo>
                  <a:lnTo>
                    <a:pt x="1219" y="815"/>
                  </a:lnTo>
                  <a:lnTo>
                    <a:pt x="1219" y="815"/>
                  </a:lnTo>
                  <a:close/>
                </a:path>
              </a:pathLst>
            </a:custGeom>
            <a:solidFill>
              <a:srgbClr val="2199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19"/>
            <p:cNvSpPr>
              <a:spLocks/>
            </p:cNvSpPr>
            <p:nvPr/>
          </p:nvSpPr>
          <p:spPr bwMode="auto">
            <a:xfrm>
              <a:off x="3590926" y="3954463"/>
              <a:ext cx="2417763" cy="1787525"/>
            </a:xfrm>
            <a:custGeom>
              <a:avLst/>
              <a:gdLst>
                <a:gd name="T0" fmla="*/ 1107 w 1523"/>
                <a:gd name="T1" fmla="*/ 951 h 1126"/>
                <a:gd name="T2" fmla="*/ 1523 w 1523"/>
                <a:gd name="T3" fmla="*/ 0 h 1126"/>
                <a:gd name="T4" fmla="*/ 0 w 1523"/>
                <a:gd name="T5" fmla="*/ 166 h 1126"/>
                <a:gd name="T6" fmla="*/ 1031 w 1523"/>
                <a:gd name="T7" fmla="*/ 1126 h 1126"/>
                <a:gd name="T8" fmla="*/ 1107 w 1523"/>
                <a:gd name="T9" fmla="*/ 951 h 1126"/>
                <a:gd name="T10" fmla="*/ 1107 w 1523"/>
                <a:gd name="T11" fmla="*/ 951 h 1126"/>
              </a:gdLst>
              <a:ahLst/>
              <a:cxnLst>
                <a:cxn ang="0">
                  <a:pos x="T0" y="T1"/>
                </a:cxn>
                <a:cxn ang="0">
                  <a:pos x="T2" y="T3"/>
                </a:cxn>
                <a:cxn ang="0">
                  <a:pos x="T4" y="T5"/>
                </a:cxn>
                <a:cxn ang="0">
                  <a:pos x="T6" y="T7"/>
                </a:cxn>
                <a:cxn ang="0">
                  <a:pos x="T8" y="T9"/>
                </a:cxn>
                <a:cxn ang="0">
                  <a:pos x="T10" y="T11"/>
                </a:cxn>
              </a:cxnLst>
              <a:rect l="0" t="0" r="r" b="b"/>
              <a:pathLst>
                <a:path w="1523" h="1126">
                  <a:moveTo>
                    <a:pt x="1107" y="951"/>
                  </a:moveTo>
                  <a:lnTo>
                    <a:pt x="1523" y="0"/>
                  </a:lnTo>
                  <a:lnTo>
                    <a:pt x="0" y="166"/>
                  </a:lnTo>
                  <a:lnTo>
                    <a:pt x="1031" y="1126"/>
                  </a:lnTo>
                  <a:lnTo>
                    <a:pt x="1107" y="951"/>
                  </a:lnTo>
                  <a:lnTo>
                    <a:pt x="1107" y="951"/>
                  </a:lnTo>
                  <a:close/>
                </a:path>
              </a:pathLst>
            </a:custGeom>
            <a:solidFill>
              <a:srgbClr val="4BB5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49" name="Freeform 63"/>
          <p:cNvSpPr>
            <a:spLocks noChangeAspect="1" noEditPoints="1"/>
          </p:cNvSpPr>
          <p:nvPr/>
        </p:nvSpPr>
        <p:spPr bwMode="auto">
          <a:xfrm>
            <a:off x="4699303" y="3946418"/>
            <a:ext cx="432000" cy="490674"/>
          </a:xfrm>
          <a:custGeom>
            <a:avLst/>
            <a:gdLst>
              <a:gd name="T0" fmla="*/ 319 w 352"/>
              <a:gd name="T1" fmla="*/ 209 h 400"/>
              <a:gd name="T2" fmla="*/ 238 w 352"/>
              <a:gd name="T3" fmla="*/ 134 h 400"/>
              <a:gd name="T4" fmla="*/ 251 w 352"/>
              <a:gd name="T5" fmla="*/ 134 h 400"/>
              <a:gd name="T6" fmla="*/ 313 w 352"/>
              <a:gd name="T7" fmla="*/ 114 h 400"/>
              <a:gd name="T8" fmla="*/ 283 w 352"/>
              <a:gd name="T9" fmla="*/ 96 h 400"/>
              <a:gd name="T10" fmla="*/ 292 w 352"/>
              <a:gd name="T11" fmla="*/ 82 h 400"/>
              <a:gd name="T12" fmla="*/ 289 w 352"/>
              <a:gd name="T13" fmla="*/ 75 h 400"/>
              <a:gd name="T14" fmla="*/ 237 w 352"/>
              <a:gd name="T15" fmla="*/ 97 h 400"/>
              <a:gd name="T16" fmla="*/ 231 w 352"/>
              <a:gd name="T17" fmla="*/ 16 h 400"/>
              <a:gd name="T18" fmla="*/ 142 w 352"/>
              <a:gd name="T19" fmla="*/ 17 h 400"/>
              <a:gd name="T20" fmla="*/ 136 w 352"/>
              <a:gd name="T21" fmla="*/ 108 h 400"/>
              <a:gd name="T22" fmla="*/ 121 w 352"/>
              <a:gd name="T23" fmla="*/ 112 h 400"/>
              <a:gd name="T24" fmla="*/ 111 w 352"/>
              <a:gd name="T25" fmla="*/ 119 h 400"/>
              <a:gd name="T26" fmla="*/ 127 w 352"/>
              <a:gd name="T27" fmla="*/ 130 h 400"/>
              <a:gd name="T28" fmla="*/ 34 w 352"/>
              <a:gd name="T29" fmla="*/ 214 h 400"/>
              <a:gd name="T30" fmla="*/ 149 w 352"/>
              <a:gd name="T31" fmla="*/ 391 h 400"/>
              <a:gd name="T32" fmla="*/ 343 w 352"/>
              <a:gd name="T33" fmla="*/ 268 h 400"/>
              <a:gd name="T34" fmla="*/ 303 w 352"/>
              <a:gd name="T35" fmla="*/ 109 h 400"/>
              <a:gd name="T36" fmla="*/ 251 w 352"/>
              <a:gd name="T37" fmla="*/ 123 h 400"/>
              <a:gd name="T38" fmla="*/ 243 w 352"/>
              <a:gd name="T39" fmla="*/ 122 h 400"/>
              <a:gd name="T40" fmla="*/ 280 w 352"/>
              <a:gd name="T41" fmla="*/ 85 h 400"/>
              <a:gd name="T42" fmla="*/ 239 w 352"/>
              <a:gd name="T43" fmla="*/ 111 h 400"/>
              <a:gd name="T44" fmla="*/ 280 w 352"/>
              <a:gd name="T45" fmla="*/ 85 h 400"/>
              <a:gd name="T46" fmla="*/ 218 w 352"/>
              <a:gd name="T47" fmla="*/ 315 h 400"/>
              <a:gd name="T48" fmla="*/ 183 w 352"/>
              <a:gd name="T49" fmla="*/ 326 h 400"/>
              <a:gd name="T50" fmla="*/ 169 w 352"/>
              <a:gd name="T51" fmla="*/ 344 h 400"/>
              <a:gd name="T52" fmla="*/ 147 w 352"/>
              <a:gd name="T53" fmla="*/ 322 h 400"/>
              <a:gd name="T54" fmla="*/ 122 w 352"/>
              <a:gd name="T55" fmla="*/ 300 h 400"/>
              <a:gd name="T56" fmla="*/ 155 w 352"/>
              <a:gd name="T57" fmla="*/ 280 h 400"/>
              <a:gd name="T58" fmla="*/ 169 w 352"/>
              <a:gd name="T59" fmla="*/ 301 h 400"/>
              <a:gd name="T60" fmla="*/ 142 w 352"/>
              <a:gd name="T61" fmla="*/ 258 h 400"/>
              <a:gd name="T62" fmla="*/ 122 w 352"/>
              <a:gd name="T63" fmla="*/ 225 h 400"/>
              <a:gd name="T64" fmla="*/ 169 w 352"/>
              <a:gd name="T65" fmla="*/ 184 h 400"/>
              <a:gd name="T66" fmla="*/ 183 w 352"/>
              <a:gd name="T67" fmla="*/ 175 h 400"/>
              <a:gd name="T68" fmla="*/ 215 w 352"/>
              <a:gd name="T69" fmla="*/ 194 h 400"/>
              <a:gd name="T70" fmla="*/ 195 w 352"/>
              <a:gd name="T71" fmla="*/ 223 h 400"/>
              <a:gd name="T72" fmla="*/ 183 w 352"/>
              <a:gd name="T73" fmla="*/ 209 h 400"/>
              <a:gd name="T74" fmla="*/ 221 w 352"/>
              <a:gd name="T75" fmla="*/ 252 h 400"/>
              <a:gd name="T76" fmla="*/ 230 w 352"/>
              <a:gd name="T77" fmla="*/ 301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52" h="400">
                <a:moveTo>
                  <a:pt x="343" y="268"/>
                </a:moveTo>
                <a:cubicBezTo>
                  <a:pt x="339" y="245"/>
                  <a:pt x="331" y="231"/>
                  <a:pt x="319" y="209"/>
                </a:cubicBezTo>
                <a:cubicBezTo>
                  <a:pt x="308" y="192"/>
                  <a:pt x="288" y="172"/>
                  <a:pt x="273" y="160"/>
                </a:cubicBezTo>
                <a:cubicBezTo>
                  <a:pt x="262" y="151"/>
                  <a:pt x="249" y="143"/>
                  <a:pt x="238" y="134"/>
                </a:cubicBezTo>
                <a:cubicBezTo>
                  <a:pt x="241" y="134"/>
                  <a:pt x="241" y="134"/>
                  <a:pt x="241" y="134"/>
                </a:cubicBezTo>
                <a:cubicBezTo>
                  <a:pt x="251" y="134"/>
                  <a:pt x="251" y="134"/>
                  <a:pt x="251" y="134"/>
                </a:cubicBezTo>
                <a:cubicBezTo>
                  <a:pt x="258" y="134"/>
                  <a:pt x="266" y="134"/>
                  <a:pt x="274" y="133"/>
                </a:cubicBezTo>
                <a:cubicBezTo>
                  <a:pt x="283" y="132"/>
                  <a:pt x="306" y="128"/>
                  <a:pt x="313" y="114"/>
                </a:cubicBezTo>
                <a:cubicBezTo>
                  <a:pt x="318" y="104"/>
                  <a:pt x="314" y="99"/>
                  <a:pt x="311" y="97"/>
                </a:cubicBezTo>
                <a:cubicBezTo>
                  <a:pt x="306" y="93"/>
                  <a:pt x="295" y="94"/>
                  <a:pt x="283" y="96"/>
                </a:cubicBezTo>
                <a:cubicBezTo>
                  <a:pt x="288" y="92"/>
                  <a:pt x="291" y="88"/>
                  <a:pt x="292" y="84"/>
                </a:cubicBezTo>
                <a:cubicBezTo>
                  <a:pt x="292" y="84"/>
                  <a:pt x="292" y="83"/>
                  <a:pt x="292" y="82"/>
                </a:cubicBezTo>
                <a:cubicBezTo>
                  <a:pt x="292" y="80"/>
                  <a:pt x="292" y="78"/>
                  <a:pt x="290" y="76"/>
                </a:cubicBezTo>
                <a:cubicBezTo>
                  <a:pt x="289" y="75"/>
                  <a:pt x="289" y="75"/>
                  <a:pt x="289" y="75"/>
                </a:cubicBezTo>
                <a:cubicBezTo>
                  <a:pt x="287" y="74"/>
                  <a:pt x="287" y="74"/>
                  <a:pt x="287" y="74"/>
                </a:cubicBezTo>
                <a:cubicBezTo>
                  <a:pt x="272" y="72"/>
                  <a:pt x="251" y="83"/>
                  <a:pt x="237" y="97"/>
                </a:cubicBezTo>
                <a:cubicBezTo>
                  <a:pt x="252" y="77"/>
                  <a:pt x="280" y="51"/>
                  <a:pt x="285" y="30"/>
                </a:cubicBezTo>
                <a:cubicBezTo>
                  <a:pt x="266" y="29"/>
                  <a:pt x="247" y="25"/>
                  <a:pt x="231" y="16"/>
                </a:cubicBezTo>
                <a:cubicBezTo>
                  <a:pt x="216" y="8"/>
                  <a:pt x="209" y="0"/>
                  <a:pt x="191" y="3"/>
                </a:cubicBezTo>
                <a:cubicBezTo>
                  <a:pt x="174" y="5"/>
                  <a:pt x="158" y="13"/>
                  <a:pt x="142" y="17"/>
                </a:cubicBezTo>
                <a:cubicBezTo>
                  <a:pt x="124" y="22"/>
                  <a:pt x="108" y="15"/>
                  <a:pt x="90" y="18"/>
                </a:cubicBezTo>
                <a:cubicBezTo>
                  <a:pt x="87" y="49"/>
                  <a:pt x="125" y="79"/>
                  <a:pt x="136" y="108"/>
                </a:cubicBezTo>
                <a:cubicBezTo>
                  <a:pt x="131" y="109"/>
                  <a:pt x="126" y="110"/>
                  <a:pt x="121" y="112"/>
                </a:cubicBezTo>
                <a:cubicBezTo>
                  <a:pt x="121" y="112"/>
                  <a:pt x="121" y="112"/>
                  <a:pt x="121" y="112"/>
                </a:cubicBezTo>
                <a:cubicBezTo>
                  <a:pt x="118" y="113"/>
                  <a:pt x="115" y="114"/>
                  <a:pt x="114" y="116"/>
                </a:cubicBezTo>
                <a:cubicBezTo>
                  <a:pt x="111" y="119"/>
                  <a:pt x="111" y="119"/>
                  <a:pt x="111" y="119"/>
                </a:cubicBezTo>
                <a:cubicBezTo>
                  <a:pt x="113" y="123"/>
                  <a:pt x="113" y="123"/>
                  <a:pt x="113" y="123"/>
                </a:cubicBezTo>
                <a:cubicBezTo>
                  <a:pt x="116" y="127"/>
                  <a:pt x="120" y="129"/>
                  <a:pt x="127" y="130"/>
                </a:cubicBezTo>
                <a:cubicBezTo>
                  <a:pt x="113" y="139"/>
                  <a:pt x="96" y="149"/>
                  <a:pt x="84" y="159"/>
                </a:cubicBezTo>
                <a:cubicBezTo>
                  <a:pt x="69" y="172"/>
                  <a:pt x="46" y="198"/>
                  <a:pt x="34" y="214"/>
                </a:cubicBezTo>
                <a:cubicBezTo>
                  <a:pt x="13" y="240"/>
                  <a:pt x="0" y="275"/>
                  <a:pt x="6" y="307"/>
                </a:cubicBezTo>
                <a:cubicBezTo>
                  <a:pt x="18" y="370"/>
                  <a:pt x="92" y="391"/>
                  <a:pt x="149" y="391"/>
                </a:cubicBezTo>
                <a:cubicBezTo>
                  <a:pt x="212" y="391"/>
                  <a:pt x="293" y="400"/>
                  <a:pt x="335" y="348"/>
                </a:cubicBezTo>
                <a:cubicBezTo>
                  <a:pt x="352" y="327"/>
                  <a:pt x="347" y="295"/>
                  <a:pt x="343" y="268"/>
                </a:cubicBezTo>
                <a:close/>
                <a:moveTo>
                  <a:pt x="305" y="105"/>
                </a:moveTo>
                <a:cubicBezTo>
                  <a:pt x="305" y="105"/>
                  <a:pt x="305" y="106"/>
                  <a:pt x="303" y="109"/>
                </a:cubicBezTo>
                <a:cubicBezTo>
                  <a:pt x="299" y="117"/>
                  <a:pt x="284" y="121"/>
                  <a:pt x="273" y="123"/>
                </a:cubicBezTo>
                <a:cubicBezTo>
                  <a:pt x="266" y="124"/>
                  <a:pt x="258" y="124"/>
                  <a:pt x="251" y="123"/>
                </a:cubicBezTo>
                <a:cubicBezTo>
                  <a:pt x="243" y="123"/>
                  <a:pt x="243" y="123"/>
                  <a:pt x="243" y="123"/>
                </a:cubicBezTo>
                <a:cubicBezTo>
                  <a:pt x="243" y="122"/>
                  <a:pt x="243" y="122"/>
                  <a:pt x="243" y="122"/>
                </a:cubicBezTo>
                <a:cubicBezTo>
                  <a:pt x="263" y="112"/>
                  <a:pt x="300" y="101"/>
                  <a:pt x="305" y="105"/>
                </a:cubicBezTo>
                <a:close/>
                <a:moveTo>
                  <a:pt x="280" y="85"/>
                </a:moveTo>
                <a:cubicBezTo>
                  <a:pt x="275" y="90"/>
                  <a:pt x="260" y="99"/>
                  <a:pt x="251" y="104"/>
                </a:cubicBezTo>
                <a:cubicBezTo>
                  <a:pt x="247" y="106"/>
                  <a:pt x="243" y="108"/>
                  <a:pt x="239" y="111"/>
                </a:cubicBezTo>
                <a:cubicBezTo>
                  <a:pt x="239" y="111"/>
                  <a:pt x="239" y="111"/>
                  <a:pt x="239" y="111"/>
                </a:cubicBezTo>
                <a:cubicBezTo>
                  <a:pt x="249" y="98"/>
                  <a:pt x="267" y="86"/>
                  <a:pt x="280" y="85"/>
                </a:cubicBezTo>
                <a:close/>
                <a:moveTo>
                  <a:pt x="230" y="301"/>
                </a:moveTo>
                <a:cubicBezTo>
                  <a:pt x="227" y="306"/>
                  <a:pt x="223" y="311"/>
                  <a:pt x="218" y="315"/>
                </a:cubicBezTo>
                <a:cubicBezTo>
                  <a:pt x="213" y="319"/>
                  <a:pt x="208" y="322"/>
                  <a:pt x="203" y="323"/>
                </a:cubicBezTo>
                <a:cubicBezTo>
                  <a:pt x="197" y="325"/>
                  <a:pt x="191" y="326"/>
                  <a:pt x="183" y="326"/>
                </a:cubicBezTo>
                <a:cubicBezTo>
                  <a:pt x="183" y="344"/>
                  <a:pt x="183" y="344"/>
                  <a:pt x="183" y="344"/>
                </a:cubicBezTo>
                <a:cubicBezTo>
                  <a:pt x="169" y="344"/>
                  <a:pt x="169" y="344"/>
                  <a:pt x="169" y="344"/>
                </a:cubicBezTo>
                <a:cubicBezTo>
                  <a:pt x="169" y="326"/>
                  <a:pt x="169" y="326"/>
                  <a:pt x="169" y="326"/>
                </a:cubicBezTo>
                <a:cubicBezTo>
                  <a:pt x="160" y="326"/>
                  <a:pt x="152" y="324"/>
                  <a:pt x="147" y="322"/>
                </a:cubicBezTo>
                <a:cubicBezTo>
                  <a:pt x="141" y="320"/>
                  <a:pt x="136" y="317"/>
                  <a:pt x="132" y="313"/>
                </a:cubicBezTo>
                <a:cubicBezTo>
                  <a:pt x="127" y="309"/>
                  <a:pt x="124" y="305"/>
                  <a:pt x="122" y="300"/>
                </a:cubicBezTo>
                <a:cubicBezTo>
                  <a:pt x="120" y="296"/>
                  <a:pt x="118" y="291"/>
                  <a:pt x="117" y="284"/>
                </a:cubicBezTo>
                <a:cubicBezTo>
                  <a:pt x="155" y="280"/>
                  <a:pt x="155" y="280"/>
                  <a:pt x="155" y="280"/>
                </a:cubicBezTo>
                <a:cubicBezTo>
                  <a:pt x="156" y="286"/>
                  <a:pt x="158" y="291"/>
                  <a:pt x="160" y="293"/>
                </a:cubicBezTo>
                <a:cubicBezTo>
                  <a:pt x="162" y="296"/>
                  <a:pt x="165" y="299"/>
                  <a:pt x="169" y="301"/>
                </a:cubicBezTo>
                <a:cubicBezTo>
                  <a:pt x="169" y="267"/>
                  <a:pt x="169" y="267"/>
                  <a:pt x="169" y="267"/>
                </a:cubicBezTo>
                <a:cubicBezTo>
                  <a:pt x="156" y="264"/>
                  <a:pt x="147" y="261"/>
                  <a:pt x="142" y="258"/>
                </a:cubicBezTo>
                <a:cubicBezTo>
                  <a:pt x="137" y="255"/>
                  <a:pt x="132" y="251"/>
                  <a:pt x="128" y="246"/>
                </a:cubicBezTo>
                <a:cubicBezTo>
                  <a:pt x="124" y="240"/>
                  <a:pt x="122" y="233"/>
                  <a:pt x="122" y="225"/>
                </a:cubicBezTo>
                <a:cubicBezTo>
                  <a:pt x="122" y="213"/>
                  <a:pt x="126" y="204"/>
                  <a:pt x="134" y="196"/>
                </a:cubicBezTo>
                <a:cubicBezTo>
                  <a:pt x="142" y="189"/>
                  <a:pt x="154" y="185"/>
                  <a:pt x="169" y="184"/>
                </a:cubicBezTo>
                <a:cubicBezTo>
                  <a:pt x="169" y="175"/>
                  <a:pt x="169" y="175"/>
                  <a:pt x="169" y="175"/>
                </a:cubicBezTo>
                <a:cubicBezTo>
                  <a:pt x="183" y="175"/>
                  <a:pt x="183" y="175"/>
                  <a:pt x="183" y="175"/>
                </a:cubicBezTo>
                <a:cubicBezTo>
                  <a:pt x="183" y="184"/>
                  <a:pt x="183" y="184"/>
                  <a:pt x="183" y="184"/>
                </a:cubicBezTo>
                <a:cubicBezTo>
                  <a:pt x="197" y="185"/>
                  <a:pt x="208" y="188"/>
                  <a:pt x="215" y="194"/>
                </a:cubicBezTo>
                <a:cubicBezTo>
                  <a:pt x="223" y="200"/>
                  <a:pt x="228" y="208"/>
                  <a:pt x="230" y="218"/>
                </a:cubicBezTo>
                <a:cubicBezTo>
                  <a:pt x="195" y="223"/>
                  <a:pt x="195" y="223"/>
                  <a:pt x="195" y="223"/>
                </a:cubicBezTo>
                <a:cubicBezTo>
                  <a:pt x="193" y="219"/>
                  <a:pt x="191" y="216"/>
                  <a:pt x="190" y="214"/>
                </a:cubicBezTo>
                <a:cubicBezTo>
                  <a:pt x="189" y="212"/>
                  <a:pt x="186" y="211"/>
                  <a:pt x="183" y="209"/>
                </a:cubicBezTo>
                <a:cubicBezTo>
                  <a:pt x="183" y="236"/>
                  <a:pt x="183" y="236"/>
                  <a:pt x="183" y="236"/>
                </a:cubicBezTo>
                <a:cubicBezTo>
                  <a:pt x="202" y="241"/>
                  <a:pt x="215" y="247"/>
                  <a:pt x="221" y="252"/>
                </a:cubicBezTo>
                <a:cubicBezTo>
                  <a:pt x="230" y="260"/>
                  <a:pt x="234" y="270"/>
                  <a:pt x="234" y="282"/>
                </a:cubicBezTo>
                <a:cubicBezTo>
                  <a:pt x="234" y="288"/>
                  <a:pt x="233" y="295"/>
                  <a:pt x="230" y="30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0" name="Freeform 910"/>
          <p:cNvSpPr>
            <a:spLocks/>
          </p:cNvSpPr>
          <p:nvPr/>
        </p:nvSpPr>
        <p:spPr bwMode="auto">
          <a:xfrm>
            <a:off x="5111090" y="2840093"/>
            <a:ext cx="452623" cy="456713"/>
          </a:xfrm>
          <a:custGeom>
            <a:avLst/>
            <a:gdLst>
              <a:gd name="T0" fmla="*/ 140 w 280"/>
              <a:gd name="T1" fmla="*/ 0 h 283"/>
              <a:gd name="T2" fmla="*/ 0 w 280"/>
              <a:gd name="T3" fmla="*/ 122 h 283"/>
              <a:gd name="T4" fmla="*/ 34 w 280"/>
              <a:gd name="T5" fmla="*/ 104 h 283"/>
              <a:gd name="T6" fmla="*/ 70 w 280"/>
              <a:gd name="T7" fmla="*/ 124 h 283"/>
              <a:gd name="T8" fmla="*/ 105 w 280"/>
              <a:gd name="T9" fmla="*/ 104 h 283"/>
              <a:gd name="T10" fmla="*/ 135 w 280"/>
              <a:gd name="T11" fmla="*/ 117 h 283"/>
              <a:gd name="T12" fmla="*/ 135 w 280"/>
              <a:gd name="T13" fmla="*/ 194 h 283"/>
              <a:gd name="T14" fmla="*/ 129 w 280"/>
              <a:gd name="T15" fmla="*/ 194 h 283"/>
              <a:gd name="T16" fmla="*/ 129 w 280"/>
              <a:gd name="T17" fmla="*/ 222 h 283"/>
              <a:gd name="T18" fmla="*/ 129 w 280"/>
              <a:gd name="T19" fmla="*/ 250 h 283"/>
              <a:gd name="T20" fmla="*/ 127 w 280"/>
              <a:gd name="T21" fmla="*/ 259 h 283"/>
              <a:gd name="T22" fmla="*/ 117 w 280"/>
              <a:gd name="T23" fmla="*/ 264 h 283"/>
              <a:gd name="T24" fmla="*/ 113 w 280"/>
              <a:gd name="T25" fmla="*/ 264 h 283"/>
              <a:gd name="T26" fmla="*/ 107 w 280"/>
              <a:gd name="T27" fmla="*/ 261 h 283"/>
              <a:gd name="T28" fmla="*/ 105 w 280"/>
              <a:gd name="T29" fmla="*/ 257 h 283"/>
              <a:gd name="T30" fmla="*/ 104 w 280"/>
              <a:gd name="T31" fmla="*/ 251 h 283"/>
              <a:gd name="T32" fmla="*/ 101 w 280"/>
              <a:gd name="T33" fmla="*/ 244 h 283"/>
              <a:gd name="T34" fmla="*/ 93 w 280"/>
              <a:gd name="T35" fmla="*/ 240 h 283"/>
              <a:gd name="T36" fmla="*/ 86 w 280"/>
              <a:gd name="T37" fmla="*/ 243 h 283"/>
              <a:gd name="T38" fmla="*/ 83 w 280"/>
              <a:gd name="T39" fmla="*/ 251 h 283"/>
              <a:gd name="T40" fmla="*/ 85 w 280"/>
              <a:gd name="T41" fmla="*/ 264 h 283"/>
              <a:gd name="T42" fmla="*/ 91 w 280"/>
              <a:gd name="T43" fmla="*/ 274 h 283"/>
              <a:gd name="T44" fmla="*/ 107 w 280"/>
              <a:gd name="T45" fmla="*/ 282 h 283"/>
              <a:gd name="T46" fmla="*/ 117 w 280"/>
              <a:gd name="T47" fmla="*/ 283 h 283"/>
              <a:gd name="T48" fmla="*/ 117 w 280"/>
              <a:gd name="T49" fmla="*/ 283 h 283"/>
              <a:gd name="T50" fmla="*/ 117 w 280"/>
              <a:gd name="T51" fmla="*/ 283 h 283"/>
              <a:gd name="T52" fmla="*/ 117 w 280"/>
              <a:gd name="T53" fmla="*/ 283 h 283"/>
              <a:gd name="T54" fmla="*/ 117 w 280"/>
              <a:gd name="T55" fmla="*/ 283 h 283"/>
              <a:gd name="T56" fmla="*/ 117 w 280"/>
              <a:gd name="T57" fmla="*/ 283 h 283"/>
              <a:gd name="T58" fmla="*/ 117 w 280"/>
              <a:gd name="T59" fmla="*/ 283 h 283"/>
              <a:gd name="T60" fmla="*/ 117 w 280"/>
              <a:gd name="T61" fmla="*/ 283 h 283"/>
              <a:gd name="T62" fmla="*/ 143 w 280"/>
              <a:gd name="T63" fmla="*/ 272 h 283"/>
              <a:gd name="T64" fmla="*/ 151 w 280"/>
              <a:gd name="T65" fmla="*/ 250 h 283"/>
              <a:gd name="T66" fmla="*/ 151 w 280"/>
              <a:gd name="T67" fmla="*/ 250 h 283"/>
              <a:gd name="T68" fmla="*/ 151 w 280"/>
              <a:gd name="T69" fmla="*/ 250 h 283"/>
              <a:gd name="T70" fmla="*/ 151 w 280"/>
              <a:gd name="T71" fmla="*/ 222 h 283"/>
              <a:gd name="T72" fmla="*/ 151 w 280"/>
              <a:gd name="T73" fmla="*/ 194 h 283"/>
              <a:gd name="T74" fmla="*/ 145 w 280"/>
              <a:gd name="T75" fmla="*/ 194 h 283"/>
              <a:gd name="T76" fmla="*/ 145 w 280"/>
              <a:gd name="T77" fmla="*/ 117 h 283"/>
              <a:gd name="T78" fmla="*/ 175 w 280"/>
              <a:gd name="T79" fmla="*/ 105 h 283"/>
              <a:gd name="T80" fmla="*/ 210 w 280"/>
              <a:gd name="T81" fmla="*/ 124 h 283"/>
              <a:gd name="T82" fmla="*/ 246 w 280"/>
              <a:gd name="T83" fmla="*/ 105 h 283"/>
              <a:gd name="T84" fmla="*/ 280 w 280"/>
              <a:gd name="T85" fmla="*/ 123 h 283"/>
              <a:gd name="T86" fmla="*/ 140 w 280"/>
              <a:gd name="T87" fmla="*/ 0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80" h="283">
                <a:moveTo>
                  <a:pt x="140" y="0"/>
                </a:moveTo>
                <a:cubicBezTo>
                  <a:pt x="68" y="0"/>
                  <a:pt x="9" y="54"/>
                  <a:pt x="0" y="122"/>
                </a:cubicBezTo>
                <a:cubicBezTo>
                  <a:pt x="7" y="112"/>
                  <a:pt x="20" y="104"/>
                  <a:pt x="34" y="104"/>
                </a:cubicBezTo>
                <a:cubicBezTo>
                  <a:pt x="50" y="104"/>
                  <a:pt x="63" y="112"/>
                  <a:pt x="70" y="124"/>
                </a:cubicBezTo>
                <a:cubicBezTo>
                  <a:pt x="76" y="113"/>
                  <a:pt x="89" y="104"/>
                  <a:pt x="105" y="104"/>
                </a:cubicBezTo>
                <a:cubicBezTo>
                  <a:pt x="117" y="104"/>
                  <a:pt x="128" y="110"/>
                  <a:pt x="135" y="117"/>
                </a:cubicBezTo>
                <a:cubicBezTo>
                  <a:pt x="135" y="194"/>
                  <a:pt x="135" y="194"/>
                  <a:pt x="135" y="194"/>
                </a:cubicBezTo>
                <a:cubicBezTo>
                  <a:pt x="129" y="194"/>
                  <a:pt x="129" y="194"/>
                  <a:pt x="129" y="194"/>
                </a:cubicBezTo>
                <a:cubicBezTo>
                  <a:pt x="129" y="194"/>
                  <a:pt x="129" y="208"/>
                  <a:pt x="129" y="222"/>
                </a:cubicBezTo>
                <a:cubicBezTo>
                  <a:pt x="129" y="236"/>
                  <a:pt x="129" y="250"/>
                  <a:pt x="129" y="250"/>
                </a:cubicBezTo>
                <a:cubicBezTo>
                  <a:pt x="129" y="252"/>
                  <a:pt x="129" y="256"/>
                  <a:pt x="127" y="259"/>
                </a:cubicBezTo>
                <a:cubicBezTo>
                  <a:pt x="125" y="262"/>
                  <a:pt x="122" y="264"/>
                  <a:pt x="117" y="264"/>
                </a:cubicBezTo>
                <a:cubicBezTo>
                  <a:pt x="116" y="264"/>
                  <a:pt x="115" y="264"/>
                  <a:pt x="113" y="264"/>
                </a:cubicBezTo>
                <a:cubicBezTo>
                  <a:pt x="111" y="263"/>
                  <a:pt x="109" y="262"/>
                  <a:pt x="107" y="261"/>
                </a:cubicBezTo>
                <a:cubicBezTo>
                  <a:pt x="106" y="259"/>
                  <a:pt x="106" y="258"/>
                  <a:pt x="105" y="257"/>
                </a:cubicBezTo>
                <a:cubicBezTo>
                  <a:pt x="104" y="255"/>
                  <a:pt x="104" y="253"/>
                  <a:pt x="104" y="251"/>
                </a:cubicBezTo>
                <a:cubicBezTo>
                  <a:pt x="104" y="248"/>
                  <a:pt x="103" y="245"/>
                  <a:pt x="101" y="244"/>
                </a:cubicBezTo>
                <a:cubicBezTo>
                  <a:pt x="99" y="242"/>
                  <a:pt x="96" y="240"/>
                  <a:pt x="93" y="240"/>
                </a:cubicBezTo>
                <a:cubicBezTo>
                  <a:pt x="90" y="240"/>
                  <a:pt x="88" y="242"/>
                  <a:pt x="86" y="243"/>
                </a:cubicBezTo>
                <a:cubicBezTo>
                  <a:pt x="84" y="245"/>
                  <a:pt x="83" y="248"/>
                  <a:pt x="83" y="251"/>
                </a:cubicBezTo>
                <a:cubicBezTo>
                  <a:pt x="83" y="256"/>
                  <a:pt x="83" y="260"/>
                  <a:pt x="85" y="264"/>
                </a:cubicBezTo>
                <a:cubicBezTo>
                  <a:pt x="86" y="267"/>
                  <a:pt x="88" y="271"/>
                  <a:pt x="91" y="274"/>
                </a:cubicBezTo>
                <a:cubicBezTo>
                  <a:pt x="96" y="278"/>
                  <a:pt x="102" y="281"/>
                  <a:pt x="107" y="282"/>
                </a:cubicBezTo>
                <a:cubicBezTo>
                  <a:pt x="112" y="283"/>
                  <a:pt x="116" y="283"/>
                  <a:pt x="117" y="283"/>
                </a:cubicBezTo>
                <a:cubicBezTo>
                  <a:pt x="117" y="283"/>
                  <a:pt x="117" y="283"/>
                  <a:pt x="117" y="283"/>
                </a:cubicBezTo>
                <a:cubicBezTo>
                  <a:pt x="117" y="283"/>
                  <a:pt x="117" y="283"/>
                  <a:pt x="117" y="283"/>
                </a:cubicBezTo>
                <a:cubicBezTo>
                  <a:pt x="117" y="283"/>
                  <a:pt x="117" y="283"/>
                  <a:pt x="117" y="283"/>
                </a:cubicBezTo>
                <a:cubicBezTo>
                  <a:pt x="117" y="283"/>
                  <a:pt x="117" y="283"/>
                  <a:pt x="117" y="283"/>
                </a:cubicBezTo>
                <a:cubicBezTo>
                  <a:pt x="117" y="283"/>
                  <a:pt x="117" y="283"/>
                  <a:pt x="117" y="283"/>
                </a:cubicBezTo>
                <a:cubicBezTo>
                  <a:pt x="117" y="283"/>
                  <a:pt x="117" y="283"/>
                  <a:pt x="117" y="283"/>
                </a:cubicBezTo>
                <a:cubicBezTo>
                  <a:pt x="117" y="283"/>
                  <a:pt x="117" y="283"/>
                  <a:pt x="117" y="283"/>
                </a:cubicBezTo>
                <a:cubicBezTo>
                  <a:pt x="129" y="283"/>
                  <a:pt x="137" y="278"/>
                  <a:pt x="143" y="272"/>
                </a:cubicBezTo>
                <a:cubicBezTo>
                  <a:pt x="148" y="265"/>
                  <a:pt x="150" y="257"/>
                  <a:pt x="151" y="250"/>
                </a:cubicBezTo>
                <a:cubicBezTo>
                  <a:pt x="151" y="250"/>
                  <a:pt x="151" y="250"/>
                  <a:pt x="151" y="250"/>
                </a:cubicBezTo>
                <a:cubicBezTo>
                  <a:pt x="151" y="250"/>
                  <a:pt x="151" y="250"/>
                  <a:pt x="151" y="250"/>
                </a:cubicBezTo>
                <a:cubicBezTo>
                  <a:pt x="151" y="222"/>
                  <a:pt x="151" y="222"/>
                  <a:pt x="151" y="222"/>
                </a:cubicBezTo>
                <a:cubicBezTo>
                  <a:pt x="151" y="194"/>
                  <a:pt x="151" y="194"/>
                  <a:pt x="151" y="194"/>
                </a:cubicBezTo>
                <a:cubicBezTo>
                  <a:pt x="145" y="194"/>
                  <a:pt x="145" y="194"/>
                  <a:pt x="145" y="194"/>
                </a:cubicBezTo>
                <a:cubicBezTo>
                  <a:pt x="145" y="117"/>
                  <a:pt x="145" y="117"/>
                  <a:pt x="145" y="117"/>
                </a:cubicBezTo>
                <a:cubicBezTo>
                  <a:pt x="152" y="109"/>
                  <a:pt x="163" y="104"/>
                  <a:pt x="175" y="105"/>
                </a:cubicBezTo>
                <a:cubicBezTo>
                  <a:pt x="191" y="105"/>
                  <a:pt x="204" y="113"/>
                  <a:pt x="210" y="124"/>
                </a:cubicBezTo>
                <a:cubicBezTo>
                  <a:pt x="217" y="113"/>
                  <a:pt x="230" y="105"/>
                  <a:pt x="246" y="105"/>
                </a:cubicBezTo>
                <a:cubicBezTo>
                  <a:pt x="260" y="105"/>
                  <a:pt x="273" y="112"/>
                  <a:pt x="280" y="123"/>
                </a:cubicBezTo>
                <a:cubicBezTo>
                  <a:pt x="271" y="54"/>
                  <a:pt x="212" y="0"/>
                  <a:pt x="140"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1" name="Freeform 307"/>
          <p:cNvSpPr>
            <a:spLocks noChangeAspect="1" noEditPoints="1"/>
          </p:cNvSpPr>
          <p:nvPr/>
        </p:nvSpPr>
        <p:spPr bwMode="auto">
          <a:xfrm>
            <a:off x="7133207" y="3529297"/>
            <a:ext cx="344992" cy="504000"/>
          </a:xfrm>
          <a:custGeom>
            <a:avLst/>
            <a:gdLst>
              <a:gd name="T0" fmla="*/ 151 w 243"/>
              <a:gd name="T1" fmla="*/ 4 h 354"/>
              <a:gd name="T2" fmla="*/ 236 w 243"/>
              <a:gd name="T3" fmla="*/ 91 h 354"/>
              <a:gd name="T4" fmla="*/ 212 w 243"/>
              <a:gd name="T5" fmla="*/ 202 h 354"/>
              <a:gd name="T6" fmla="*/ 201 w 243"/>
              <a:gd name="T7" fmla="*/ 243 h 354"/>
              <a:gd name="T8" fmla="*/ 199 w 243"/>
              <a:gd name="T9" fmla="*/ 276 h 354"/>
              <a:gd name="T10" fmla="*/ 183 w 243"/>
              <a:gd name="T11" fmla="*/ 322 h 354"/>
              <a:gd name="T12" fmla="*/ 143 w 243"/>
              <a:gd name="T13" fmla="*/ 354 h 354"/>
              <a:gd name="T14" fmla="*/ 63 w 243"/>
              <a:gd name="T15" fmla="*/ 328 h 354"/>
              <a:gd name="T16" fmla="*/ 43 w 243"/>
              <a:gd name="T17" fmla="*/ 281 h 354"/>
              <a:gd name="T18" fmla="*/ 43 w 243"/>
              <a:gd name="T19" fmla="*/ 253 h 354"/>
              <a:gd name="T20" fmla="*/ 39 w 243"/>
              <a:gd name="T21" fmla="*/ 231 h 354"/>
              <a:gd name="T22" fmla="*/ 10 w 243"/>
              <a:gd name="T23" fmla="*/ 163 h 354"/>
              <a:gd name="T24" fmla="*/ 74 w 243"/>
              <a:gd name="T25" fmla="*/ 10 h 354"/>
              <a:gd name="T26" fmla="*/ 114 w 243"/>
              <a:gd name="T27" fmla="*/ 0 h 354"/>
              <a:gd name="T28" fmla="*/ 121 w 243"/>
              <a:gd name="T29" fmla="*/ 245 h 354"/>
              <a:gd name="T30" fmla="*/ 180 w 243"/>
              <a:gd name="T31" fmla="*/ 233 h 354"/>
              <a:gd name="T32" fmla="*/ 205 w 243"/>
              <a:gd name="T33" fmla="*/ 168 h 354"/>
              <a:gd name="T34" fmla="*/ 182 w 243"/>
              <a:gd name="T35" fmla="*/ 44 h 354"/>
              <a:gd name="T36" fmla="*/ 26 w 243"/>
              <a:gd name="T37" fmla="*/ 138 h 354"/>
              <a:gd name="T38" fmla="*/ 62 w 243"/>
              <a:gd name="T39" fmla="*/ 235 h 354"/>
              <a:gd name="T40" fmla="*/ 121 w 243"/>
              <a:gd name="T41" fmla="*/ 245 h 354"/>
              <a:gd name="T42" fmla="*/ 74 w 243"/>
              <a:gd name="T43" fmla="*/ 254 h 354"/>
              <a:gd name="T44" fmla="*/ 74 w 243"/>
              <a:gd name="T45" fmla="*/ 274 h 354"/>
              <a:gd name="T46" fmla="*/ 169 w 243"/>
              <a:gd name="T47" fmla="*/ 274 h 354"/>
              <a:gd name="T48" fmla="*/ 169 w 243"/>
              <a:gd name="T49" fmla="*/ 254 h 354"/>
              <a:gd name="T50" fmla="*/ 121 w 243"/>
              <a:gd name="T51" fmla="*/ 283 h 354"/>
              <a:gd name="T52" fmla="*/ 64 w 243"/>
              <a:gd name="T53" fmla="*/ 289 h 354"/>
              <a:gd name="T54" fmla="*/ 140 w 243"/>
              <a:gd name="T55" fmla="*/ 303 h 354"/>
              <a:gd name="T56" fmla="*/ 178 w 243"/>
              <a:gd name="T57" fmla="*/ 297 h 354"/>
              <a:gd name="T58" fmla="*/ 121 w 243"/>
              <a:gd name="T59" fmla="*/ 283 h 354"/>
              <a:gd name="T60" fmla="*/ 100 w 243"/>
              <a:gd name="T61" fmla="*/ 332 h 354"/>
              <a:gd name="T62" fmla="*/ 159 w 243"/>
              <a:gd name="T63" fmla="*/ 31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3" h="354">
                <a:moveTo>
                  <a:pt x="128" y="0"/>
                </a:moveTo>
                <a:cubicBezTo>
                  <a:pt x="136" y="1"/>
                  <a:pt x="144" y="2"/>
                  <a:pt x="151" y="4"/>
                </a:cubicBezTo>
                <a:cubicBezTo>
                  <a:pt x="172" y="9"/>
                  <a:pt x="190" y="20"/>
                  <a:pt x="205" y="35"/>
                </a:cubicBezTo>
                <a:cubicBezTo>
                  <a:pt x="221" y="51"/>
                  <a:pt x="231" y="69"/>
                  <a:pt x="236" y="91"/>
                </a:cubicBezTo>
                <a:cubicBezTo>
                  <a:pt x="243" y="121"/>
                  <a:pt x="240" y="149"/>
                  <a:pt x="225" y="177"/>
                </a:cubicBezTo>
                <a:cubicBezTo>
                  <a:pt x="221" y="185"/>
                  <a:pt x="216" y="194"/>
                  <a:pt x="212" y="202"/>
                </a:cubicBezTo>
                <a:cubicBezTo>
                  <a:pt x="206" y="214"/>
                  <a:pt x="203" y="226"/>
                  <a:pt x="202" y="238"/>
                </a:cubicBezTo>
                <a:cubicBezTo>
                  <a:pt x="202" y="240"/>
                  <a:pt x="201" y="241"/>
                  <a:pt x="201" y="243"/>
                </a:cubicBezTo>
                <a:cubicBezTo>
                  <a:pt x="200" y="246"/>
                  <a:pt x="200" y="255"/>
                  <a:pt x="200" y="258"/>
                </a:cubicBezTo>
                <a:cubicBezTo>
                  <a:pt x="202" y="264"/>
                  <a:pt x="201" y="270"/>
                  <a:pt x="199" y="276"/>
                </a:cubicBezTo>
                <a:cubicBezTo>
                  <a:pt x="198" y="278"/>
                  <a:pt x="198" y="279"/>
                  <a:pt x="199" y="281"/>
                </a:cubicBezTo>
                <a:cubicBezTo>
                  <a:pt x="205" y="297"/>
                  <a:pt x="198" y="314"/>
                  <a:pt x="183" y="322"/>
                </a:cubicBezTo>
                <a:cubicBezTo>
                  <a:pt x="181" y="322"/>
                  <a:pt x="180" y="324"/>
                  <a:pt x="180" y="325"/>
                </a:cubicBezTo>
                <a:cubicBezTo>
                  <a:pt x="173" y="342"/>
                  <a:pt x="161" y="353"/>
                  <a:pt x="143" y="354"/>
                </a:cubicBezTo>
                <a:cubicBezTo>
                  <a:pt x="127" y="354"/>
                  <a:pt x="111" y="354"/>
                  <a:pt x="96" y="353"/>
                </a:cubicBezTo>
                <a:cubicBezTo>
                  <a:pt x="80" y="352"/>
                  <a:pt x="69" y="342"/>
                  <a:pt x="63" y="328"/>
                </a:cubicBezTo>
                <a:cubicBezTo>
                  <a:pt x="62" y="324"/>
                  <a:pt x="60" y="322"/>
                  <a:pt x="57" y="321"/>
                </a:cubicBezTo>
                <a:cubicBezTo>
                  <a:pt x="43" y="313"/>
                  <a:pt x="37" y="296"/>
                  <a:pt x="43" y="281"/>
                </a:cubicBezTo>
                <a:cubicBezTo>
                  <a:pt x="44" y="279"/>
                  <a:pt x="44" y="278"/>
                  <a:pt x="43" y="276"/>
                </a:cubicBezTo>
                <a:cubicBezTo>
                  <a:pt x="40" y="268"/>
                  <a:pt x="40" y="261"/>
                  <a:pt x="43" y="253"/>
                </a:cubicBezTo>
                <a:cubicBezTo>
                  <a:pt x="43" y="252"/>
                  <a:pt x="43" y="250"/>
                  <a:pt x="43" y="248"/>
                </a:cubicBezTo>
                <a:cubicBezTo>
                  <a:pt x="41" y="242"/>
                  <a:pt x="40" y="237"/>
                  <a:pt x="39" y="231"/>
                </a:cubicBezTo>
                <a:cubicBezTo>
                  <a:pt x="37" y="218"/>
                  <a:pt x="32" y="206"/>
                  <a:pt x="26" y="195"/>
                </a:cubicBezTo>
                <a:cubicBezTo>
                  <a:pt x="21" y="184"/>
                  <a:pt x="15" y="174"/>
                  <a:pt x="10" y="163"/>
                </a:cubicBezTo>
                <a:cubicBezTo>
                  <a:pt x="2" y="143"/>
                  <a:pt x="0" y="121"/>
                  <a:pt x="4" y="100"/>
                </a:cubicBezTo>
                <a:cubicBezTo>
                  <a:pt x="11" y="57"/>
                  <a:pt x="35" y="27"/>
                  <a:pt x="74" y="10"/>
                </a:cubicBezTo>
                <a:cubicBezTo>
                  <a:pt x="86" y="4"/>
                  <a:pt x="98" y="1"/>
                  <a:pt x="111" y="1"/>
                </a:cubicBezTo>
                <a:cubicBezTo>
                  <a:pt x="112" y="0"/>
                  <a:pt x="113" y="0"/>
                  <a:pt x="114" y="0"/>
                </a:cubicBezTo>
                <a:lnTo>
                  <a:pt x="128" y="0"/>
                </a:lnTo>
                <a:close/>
                <a:moveTo>
                  <a:pt x="121" y="245"/>
                </a:moveTo>
                <a:cubicBezTo>
                  <a:pt x="136" y="245"/>
                  <a:pt x="151" y="245"/>
                  <a:pt x="167" y="245"/>
                </a:cubicBezTo>
                <a:cubicBezTo>
                  <a:pt x="176" y="245"/>
                  <a:pt x="179" y="242"/>
                  <a:pt x="180" y="233"/>
                </a:cubicBezTo>
                <a:cubicBezTo>
                  <a:pt x="182" y="223"/>
                  <a:pt x="184" y="213"/>
                  <a:pt x="187" y="203"/>
                </a:cubicBezTo>
                <a:cubicBezTo>
                  <a:pt x="192" y="191"/>
                  <a:pt x="199" y="180"/>
                  <a:pt x="205" y="168"/>
                </a:cubicBezTo>
                <a:cubicBezTo>
                  <a:pt x="212" y="156"/>
                  <a:pt x="216" y="143"/>
                  <a:pt x="217" y="128"/>
                </a:cubicBezTo>
                <a:cubicBezTo>
                  <a:pt x="220" y="94"/>
                  <a:pt x="208" y="66"/>
                  <a:pt x="182" y="44"/>
                </a:cubicBezTo>
                <a:cubicBezTo>
                  <a:pt x="149" y="17"/>
                  <a:pt x="106" y="15"/>
                  <a:pt x="70" y="37"/>
                </a:cubicBezTo>
                <a:cubicBezTo>
                  <a:pt x="35" y="58"/>
                  <a:pt x="19" y="98"/>
                  <a:pt x="26" y="138"/>
                </a:cubicBezTo>
                <a:cubicBezTo>
                  <a:pt x="28" y="152"/>
                  <a:pt x="35" y="165"/>
                  <a:pt x="42" y="177"/>
                </a:cubicBezTo>
                <a:cubicBezTo>
                  <a:pt x="52" y="195"/>
                  <a:pt x="60" y="214"/>
                  <a:pt x="62" y="235"/>
                </a:cubicBezTo>
                <a:cubicBezTo>
                  <a:pt x="62" y="242"/>
                  <a:pt x="66" y="245"/>
                  <a:pt x="73" y="245"/>
                </a:cubicBezTo>
                <a:cubicBezTo>
                  <a:pt x="89" y="245"/>
                  <a:pt x="105" y="245"/>
                  <a:pt x="121" y="245"/>
                </a:cubicBezTo>
                <a:moveTo>
                  <a:pt x="121" y="254"/>
                </a:moveTo>
                <a:cubicBezTo>
                  <a:pt x="105" y="254"/>
                  <a:pt x="89" y="254"/>
                  <a:pt x="74" y="254"/>
                </a:cubicBezTo>
                <a:cubicBezTo>
                  <a:pt x="69" y="254"/>
                  <a:pt x="65" y="256"/>
                  <a:pt x="64" y="260"/>
                </a:cubicBezTo>
                <a:cubicBezTo>
                  <a:pt x="61" y="267"/>
                  <a:pt x="66" y="274"/>
                  <a:pt x="74" y="274"/>
                </a:cubicBezTo>
                <a:cubicBezTo>
                  <a:pt x="96" y="274"/>
                  <a:pt x="118" y="274"/>
                  <a:pt x="140" y="274"/>
                </a:cubicBezTo>
                <a:cubicBezTo>
                  <a:pt x="149" y="274"/>
                  <a:pt x="159" y="274"/>
                  <a:pt x="169" y="274"/>
                </a:cubicBezTo>
                <a:cubicBezTo>
                  <a:pt x="173" y="274"/>
                  <a:pt x="176" y="272"/>
                  <a:pt x="178" y="268"/>
                </a:cubicBezTo>
                <a:cubicBezTo>
                  <a:pt x="181" y="261"/>
                  <a:pt x="176" y="254"/>
                  <a:pt x="169" y="254"/>
                </a:cubicBezTo>
                <a:cubicBezTo>
                  <a:pt x="153" y="254"/>
                  <a:pt x="137" y="254"/>
                  <a:pt x="121" y="254"/>
                </a:cubicBezTo>
                <a:moveTo>
                  <a:pt x="121" y="283"/>
                </a:moveTo>
                <a:cubicBezTo>
                  <a:pt x="105" y="283"/>
                  <a:pt x="89" y="283"/>
                  <a:pt x="74" y="283"/>
                </a:cubicBezTo>
                <a:cubicBezTo>
                  <a:pt x="69" y="283"/>
                  <a:pt x="65" y="285"/>
                  <a:pt x="64" y="289"/>
                </a:cubicBezTo>
                <a:cubicBezTo>
                  <a:pt x="61" y="296"/>
                  <a:pt x="66" y="303"/>
                  <a:pt x="74" y="303"/>
                </a:cubicBezTo>
                <a:cubicBezTo>
                  <a:pt x="96" y="303"/>
                  <a:pt x="118" y="303"/>
                  <a:pt x="140" y="303"/>
                </a:cubicBezTo>
                <a:cubicBezTo>
                  <a:pt x="149" y="303"/>
                  <a:pt x="159" y="303"/>
                  <a:pt x="169" y="303"/>
                </a:cubicBezTo>
                <a:cubicBezTo>
                  <a:pt x="173" y="303"/>
                  <a:pt x="176" y="301"/>
                  <a:pt x="178" y="297"/>
                </a:cubicBezTo>
                <a:cubicBezTo>
                  <a:pt x="181" y="290"/>
                  <a:pt x="176" y="283"/>
                  <a:pt x="169" y="283"/>
                </a:cubicBezTo>
                <a:cubicBezTo>
                  <a:pt x="153" y="283"/>
                  <a:pt x="137" y="283"/>
                  <a:pt x="121" y="283"/>
                </a:cubicBezTo>
                <a:moveTo>
                  <a:pt x="82" y="313"/>
                </a:moveTo>
                <a:cubicBezTo>
                  <a:pt x="82" y="323"/>
                  <a:pt x="90" y="331"/>
                  <a:pt x="100" y="332"/>
                </a:cubicBezTo>
                <a:cubicBezTo>
                  <a:pt x="114" y="332"/>
                  <a:pt x="128" y="332"/>
                  <a:pt x="142" y="332"/>
                </a:cubicBezTo>
                <a:cubicBezTo>
                  <a:pt x="152" y="331"/>
                  <a:pt x="159" y="323"/>
                  <a:pt x="159" y="313"/>
                </a:cubicBezTo>
                <a:lnTo>
                  <a:pt x="82" y="31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52" name="组合 51"/>
          <p:cNvGrpSpPr>
            <a:grpSpLocks noChangeAspect="1"/>
          </p:cNvGrpSpPr>
          <p:nvPr/>
        </p:nvGrpSpPr>
        <p:grpSpPr>
          <a:xfrm>
            <a:off x="5360677" y="4929157"/>
            <a:ext cx="504000" cy="383020"/>
            <a:chOff x="10004425" y="1971676"/>
            <a:chExt cx="1593850" cy="1211262"/>
          </a:xfrm>
          <a:solidFill>
            <a:schemeClr val="bg1"/>
          </a:solidFill>
        </p:grpSpPr>
        <p:sp>
          <p:nvSpPr>
            <p:cNvPr id="53" name="Freeform 267"/>
            <p:cNvSpPr>
              <a:spLocks/>
            </p:cNvSpPr>
            <p:nvPr/>
          </p:nvSpPr>
          <p:spPr bwMode="auto">
            <a:xfrm>
              <a:off x="10004425" y="1971676"/>
              <a:ext cx="1535113" cy="688975"/>
            </a:xfrm>
            <a:custGeom>
              <a:avLst/>
              <a:gdLst>
                <a:gd name="T0" fmla="*/ 480 w 967"/>
                <a:gd name="T1" fmla="*/ 434 h 434"/>
                <a:gd name="T2" fmla="*/ 0 w 967"/>
                <a:gd name="T3" fmla="*/ 217 h 434"/>
                <a:gd name="T4" fmla="*/ 492 w 967"/>
                <a:gd name="T5" fmla="*/ 0 h 434"/>
                <a:gd name="T6" fmla="*/ 967 w 967"/>
                <a:gd name="T7" fmla="*/ 212 h 434"/>
                <a:gd name="T8" fmla="*/ 480 w 967"/>
                <a:gd name="T9" fmla="*/ 434 h 434"/>
              </a:gdLst>
              <a:ahLst/>
              <a:cxnLst>
                <a:cxn ang="0">
                  <a:pos x="T0" y="T1"/>
                </a:cxn>
                <a:cxn ang="0">
                  <a:pos x="T2" y="T3"/>
                </a:cxn>
                <a:cxn ang="0">
                  <a:pos x="T4" y="T5"/>
                </a:cxn>
                <a:cxn ang="0">
                  <a:pos x="T6" y="T7"/>
                </a:cxn>
                <a:cxn ang="0">
                  <a:pos x="T8" y="T9"/>
                </a:cxn>
              </a:cxnLst>
              <a:rect l="0" t="0" r="r" b="b"/>
              <a:pathLst>
                <a:path w="967" h="434">
                  <a:moveTo>
                    <a:pt x="480" y="434"/>
                  </a:moveTo>
                  <a:lnTo>
                    <a:pt x="0" y="217"/>
                  </a:lnTo>
                  <a:lnTo>
                    <a:pt x="492" y="0"/>
                  </a:lnTo>
                  <a:lnTo>
                    <a:pt x="967" y="212"/>
                  </a:lnTo>
                  <a:lnTo>
                    <a:pt x="480" y="4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Rectangle 268"/>
            <p:cNvSpPr>
              <a:spLocks noChangeArrowheads="1"/>
            </p:cNvSpPr>
            <p:nvPr/>
          </p:nvSpPr>
          <p:spPr bwMode="auto">
            <a:xfrm>
              <a:off x="11474450" y="2297113"/>
              <a:ext cx="46038" cy="5032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Oval 269"/>
            <p:cNvSpPr>
              <a:spLocks noChangeArrowheads="1"/>
            </p:cNvSpPr>
            <p:nvPr/>
          </p:nvSpPr>
          <p:spPr bwMode="auto">
            <a:xfrm>
              <a:off x="11422063" y="2743201"/>
              <a:ext cx="150813" cy="1508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270"/>
            <p:cNvSpPr>
              <a:spLocks/>
            </p:cNvSpPr>
            <p:nvPr/>
          </p:nvSpPr>
          <p:spPr bwMode="auto">
            <a:xfrm>
              <a:off x="11404600" y="2822576"/>
              <a:ext cx="107950" cy="336550"/>
            </a:xfrm>
            <a:custGeom>
              <a:avLst/>
              <a:gdLst>
                <a:gd name="T0" fmla="*/ 16 w 29"/>
                <a:gd name="T1" fmla="*/ 5 h 90"/>
                <a:gd name="T2" fmla="*/ 6 w 29"/>
                <a:gd name="T3" fmla="*/ 90 h 90"/>
                <a:gd name="T4" fmla="*/ 29 w 29"/>
                <a:gd name="T5" fmla="*/ 90 h 90"/>
                <a:gd name="T6" fmla="*/ 29 w 29"/>
                <a:gd name="T7" fmla="*/ 0 h 90"/>
                <a:gd name="T8" fmla="*/ 16 w 29"/>
                <a:gd name="T9" fmla="*/ 5 h 90"/>
              </a:gdLst>
              <a:ahLst/>
              <a:cxnLst>
                <a:cxn ang="0">
                  <a:pos x="T0" y="T1"/>
                </a:cxn>
                <a:cxn ang="0">
                  <a:pos x="T2" y="T3"/>
                </a:cxn>
                <a:cxn ang="0">
                  <a:pos x="T4" y="T5"/>
                </a:cxn>
                <a:cxn ang="0">
                  <a:pos x="T6" y="T7"/>
                </a:cxn>
                <a:cxn ang="0">
                  <a:pos x="T8" y="T9"/>
                </a:cxn>
              </a:cxnLst>
              <a:rect l="0" t="0" r="r" b="b"/>
              <a:pathLst>
                <a:path w="29" h="90">
                  <a:moveTo>
                    <a:pt x="16" y="5"/>
                  </a:moveTo>
                  <a:cubicBezTo>
                    <a:pt x="16" y="5"/>
                    <a:pt x="0" y="39"/>
                    <a:pt x="6" y="90"/>
                  </a:cubicBezTo>
                  <a:cubicBezTo>
                    <a:pt x="29" y="90"/>
                    <a:pt x="29" y="90"/>
                    <a:pt x="29" y="90"/>
                  </a:cubicBezTo>
                  <a:cubicBezTo>
                    <a:pt x="29" y="0"/>
                    <a:pt x="29" y="0"/>
                    <a:pt x="29" y="0"/>
                  </a:cubicBezTo>
                  <a:cubicBezTo>
                    <a:pt x="29" y="0"/>
                    <a:pt x="16" y="8"/>
                    <a:pt x="16"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271"/>
            <p:cNvSpPr>
              <a:spLocks/>
            </p:cNvSpPr>
            <p:nvPr/>
          </p:nvSpPr>
          <p:spPr bwMode="auto">
            <a:xfrm>
              <a:off x="11490325" y="2822576"/>
              <a:ext cx="107950" cy="336550"/>
            </a:xfrm>
            <a:custGeom>
              <a:avLst/>
              <a:gdLst>
                <a:gd name="T0" fmla="*/ 13 w 29"/>
                <a:gd name="T1" fmla="*/ 5 h 90"/>
                <a:gd name="T2" fmla="*/ 23 w 29"/>
                <a:gd name="T3" fmla="*/ 90 h 90"/>
                <a:gd name="T4" fmla="*/ 0 w 29"/>
                <a:gd name="T5" fmla="*/ 90 h 90"/>
                <a:gd name="T6" fmla="*/ 0 w 29"/>
                <a:gd name="T7" fmla="*/ 0 h 90"/>
                <a:gd name="T8" fmla="*/ 13 w 29"/>
                <a:gd name="T9" fmla="*/ 5 h 90"/>
              </a:gdLst>
              <a:ahLst/>
              <a:cxnLst>
                <a:cxn ang="0">
                  <a:pos x="T0" y="T1"/>
                </a:cxn>
                <a:cxn ang="0">
                  <a:pos x="T2" y="T3"/>
                </a:cxn>
                <a:cxn ang="0">
                  <a:pos x="T4" y="T5"/>
                </a:cxn>
                <a:cxn ang="0">
                  <a:pos x="T6" y="T7"/>
                </a:cxn>
                <a:cxn ang="0">
                  <a:pos x="T8" y="T9"/>
                </a:cxn>
              </a:cxnLst>
              <a:rect l="0" t="0" r="r" b="b"/>
              <a:pathLst>
                <a:path w="29" h="90">
                  <a:moveTo>
                    <a:pt x="13" y="5"/>
                  </a:moveTo>
                  <a:cubicBezTo>
                    <a:pt x="13" y="5"/>
                    <a:pt x="29" y="39"/>
                    <a:pt x="23" y="90"/>
                  </a:cubicBezTo>
                  <a:cubicBezTo>
                    <a:pt x="0" y="90"/>
                    <a:pt x="0" y="90"/>
                    <a:pt x="0" y="90"/>
                  </a:cubicBezTo>
                  <a:cubicBezTo>
                    <a:pt x="0" y="0"/>
                    <a:pt x="0" y="0"/>
                    <a:pt x="0" y="0"/>
                  </a:cubicBezTo>
                  <a:cubicBezTo>
                    <a:pt x="0" y="0"/>
                    <a:pt x="13" y="8"/>
                    <a:pt x="1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272"/>
            <p:cNvSpPr>
              <a:spLocks/>
            </p:cNvSpPr>
            <p:nvPr/>
          </p:nvSpPr>
          <p:spPr bwMode="auto">
            <a:xfrm>
              <a:off x="10309225" y="2522538"/>
              <a:ext cx="889000" cy="660400"/>
            </a:xfrm>
            <a:custGeom>
              <a:avLst/>
              <a:gdLst>
                <a:gd name="T0" fmla="*/ 237 w 237"/>
                <a:gd name="T1" fmla="*/ 0 h 176"/>
                <a:gd name="T2" fmla="*/ 118 w 237"/>
                <a:gd name="T3" fmla="*/ 55 h 176"/>
                <a:gd name="T4" fmla="*/ 0 w 237"/>
                <a:gd name="T5" fmla="*/ 0 h 176"/>
                <a:gd name="T6" fmla="*/ 0 w 237"/>
                <a:gd name="T7" fmla="*/ 136 h 176"/>
                <a:gd name="T8" fmla="*/ 115 w 237"/>
                <a:gd name="T9" fmla="*/ 176 h 176"/>
                <a:gd name="T10" fmla="*/ 115 w 237"/>
                <a:gd name="T11" fmla="*/ 176 h 176"/>
                <a:gd name="T12" fmla="*/ 118 w 237"/>
                <a:gd name="T13" fmla="*/ 176 h 176"/>
                <a:gd name="T14" fmla="*/ 122 w 237"/>
                <a:gd name="T15" fmla="*/ 176 h 176"/>
                <a:gd name="T16" fmla="*/ 122 w 237"/>
                <a:gd name="T17" fmla="*/ 176 h 176"/>
                <a:gd name="T18" fmla="*/ 237 w 237"/>
                <a:gd name="T19" fmla="*/ 136 h 176"/>
                <a:gd name="T20" fmla="*/ 237 w 237"/>
                <a:gd name="T21"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7" h="176">
                  <a:moveTo>
                    <a:pt x="237" y="0"/>
                  </a:moveTo>
                  <a:cubicBezTo>
                    <a:pt x="237" y="1"/>
                    <a:pt x="138" y="47"/>
                    <a:pt x="118" y="55"/>
                  </a:cubicBezTo>
                  <a:cubicBezTo>
                    <a:pt x="99" y="47"/>
                    <a:pt x="0" y="1"/>
                    <a:pt x="0" y="0"/>
                  </a:cubicBezTo>
                  <a:cubicBezTo>
                    <a:pt x="0" y="136"/>
                    <a:pt x="0" y="136"/>
                    <a:pt x="0" y="136"/>
                  </a:cubicBezTo>
                  <a:cubicBezTo>
                    <a:pt x="32" y="170"/>
                    <a:pt x="95" y="175"/>
                    <a:pt x="115" y="176"/>
                  </a:cubicBezTo>
                  <a:cubicBezTo>
                    <a:pt x="115" y="176"/>
                    <a:pt x="115" y="176"/>
                    <a:pt x="115" y="176"/>
                  </a:cubicBezTo>
                  <a:cubicBezTo>
                    <a:pt x="115" y="176"/>
                    <a:pt x="116" y="176"/>
                    <a:pt x="118" y="176"/>
                  </a:cubicBezTo>
                  <a:cubicBezTo>
                    <a:pt x="121" y="176"/>
                    <a:pt x="122" y="176"/>
                    <a:pt x="122" y="176"/>
                  </a:cubicBezTo>
                  <a:cubicBezTo>
                    <a:pt x="122" y="176"/>
                    <a:pt x="122" y="176"/>
                    <a:pt x="122" y="176"/>
                  </a:cubicBezTo>
                  <a:cubicBezTo>
                    <a:pt x="142" y="175"/>
                    <a:pt x="205" y="170"/>
                    <a:pt x="237" y="136"/>
                  </a:cubicBezTo>
                  <a:lnTo>
                    <a:pt x="23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59" name="Freeform 285"/>
          <p:cNvSpPr>
            <a:spLocks noEditPoints="1"/>
          </p:cNvSpPr>
          <p:nvPr/>
        </p:nvSpPr>
        <p:spPr bwMode="auto">
          <a:xfrm>
            <a:off x="6640509" y="4689181"/>
            <a:ext cx="409078" cy="414167"/>
          </a:xfrm>
          <a:custGeom>
            <a:avLst/>
            <a:gdLst>
              <a:gd name="T0" fmla="*/ 101 w 201"/>
              <a:gd name="T1" fmla="*/ 60 h 203"/>
              <a:gd name="T2" fmla="*/ 58 w 201"/>
              <a:gd name="T3" fmla="*/ 103 h 203"/>
              <a:gd name="T4" fmla="*/ 101 w 201"/>
              <a:gd name="T5" fmla="*/ 147 h 203"/>
              <a:gd name="T6" fmla="*/ 144 w 201"/>
              <a:gd name="T7" fmla="*/ 103 h 203"/>
              <a:gd name="T8" fmla="*/ 101 w 201"/>
              <a:gd name="T9" fmla="*/ 60 h 203"/>
              <a:gd name="T10" fmla="*/ 180 w 201"/>
              <a:gd name="T11" fmla="*/ 101 h 203"/>
              <a:gd name="T12" fmla="*/ 180 w 201"/>
              <a:gd name="T13" fmla="*/ 95 h 203"/>
              <a:gd name="T14" fmla="*/ 201 w 201"/>
              <a:gd name="T15" fmla="*/ 90 h 203"/>
              <a:gd name="T16" fmla="*/ 193 w 201"/>
              <a:gd name="T17" fmla="*/ 61 h 203"/>
              <a:gd name="T18" fmla="*/ 172 w 201"/>
              <a:gd name="T19" fmla="*/ 67 h 203"/>
              <a:gd name="T20" fmla="*/ 162 w 201"/>
              <a:gd name="T21" fmla="*/ 51 h 203"/>
              <a:gd name="T22" fmla="*/ 176 w 201"/>
              <a:gd name="T23" fmla="*/ 34 h 203"/>
              <a:gd name="T24" fmla="*/ 153 w 201"/>
              <a:gd name="T25" fmla="*/ 15 h 203"/>
              <a:gd name="T26" fmla="*/ 139 w 201"/>
              <a:gd name="T27" fmla="*/ 32 h 203"/>
              <a:gd name="T28" fmla="*/ 115 w 201"/>
              <a:gd name="T29" fmla="*/ 23 h 203"/>
              <a:gd name="T30" fmla="*/ 115 w 201"/>
              <a:gd name="T31" fmla="*/ 1 h 203"/>
              <a:gd name="T32" fmla="*/ 101 w 201"/>
              <a:gd name="T33" fmla="*/ 0 h 203"/>
              <a:gd name="T34" fmla="*/ 86 w 201"/>
              <a:gd name="T35" fmla="*/ 1 h 203"/>
              <a:gd name="T36" fmla="*/ 86 w 201"/>
              <a:gd name="T37" fmla="*/ 23 h 203"/>
              <a:gd name="T38" fmla="*/ 68 w 201"/>
              <a:gd name="T39" fmla="*/ 29 h 203"/>
              <a:gd name="T40" fmla="*/ 55 w 201"/>
              <a:gd name="T41" fmla="*/ 11 h 203"/>
              <a:gd name="T42" fmla="*/ 31 w 201"/>
              <a:gd name="T43" fmla="*/ 28 h 203"/>
              <a:gd name="T44" fmla="*/ 43 w 201"/>
              <a:gd name="T45" fmla="*/ 46 h 203"/>
              <a:gd name="T46" fmla="*/ 32 w 201"/>
              <a:gd name="T47" fmla="*/ 60 h 203"/>
              <a:gd name="T48" fmla="*/ 12 w 201"/>
              <a:gd name="T49" fmla="*/ 53 h 203"/>
              <a:gd name="T50" fmla="*/ 1 w 201"/>
              <a:gd name="T51" fmla="*/ 81 h 203"/>
              <a:gd name="T52" fmla="*/ 22 w 201"/>
              <a:gd name="T53" fmla="*/ 88 h 203"/>
              <a:gd name="T54" fmla="*/ 21 w 201"/>
              <a:gd name="T55" fmla="*/ 101 h 203"/>
              <a:gd name="T56" fmla="*/ 21 w 201"/>
              <a:gd name="T57" fmla="*/ 107 h 203"/>
              <a:gd name="T58" fmla="*/ 0 w 201"/>
              <a:gd name="T59" fmla="*/ 113 h 203"/>
              <a:gd name="T60" fmla="*/ 7 w 201"/>
              <a:gd name="T61" fmla="*/ 142 h 203"/>
              <a:gd name="T62" fmla="*/ 28 w 201"/>
              <a:gd name="T63" fmla="*/ 136 h 203"/>
              <a:gd name="T64" fmla="*/ 39 w 201"/>
              <a:gd name="T65" fmla="*/ 152 h 203"/>
              <a:gd name="T66" fmla="*/ 25 w 201"/>
              <a:gd name="T67" fmla="*/ 169 h 203"/>
              <a:gd name="T68" fmla="*/ 47 w 201"/>
              <a:gd name="T69" fmla="*/ 188 h 203"/>
              <a:gd name="T70" fmla="*/ 61 w 201"/>
              <a:gd name="T71" fmla="*/ 171 h 203"/>
              <a:gd name="T72" fmla="*/ 86 w 201"/>
              <a:gd name="T73" fmla="*/ 180 h 203"/>
              <a:gd name="T74" fmla="*/ 86 w 201"/>
              <a:gd name="T75" fmla="*/ 202 h 203"/>
              <a:gd name="T76" fmla="*/ 101 w 201"/>
              <a:gd name="T77" fmla="*/ 203 h 203"/>
              <a:gd name="T78" fmla="*/ 115 w 201"/>
              <a:gd name="T79" fmla="*/ 202 h 203"/>
              <a:gd name="T80" fmla="*/ 115 w 201"/>
              <a:gd name="T81" fmla="*/ 180 h 203"/>
              <a:gd name="T82" fmla="*/ 134 w 201"/>
              <a:gd name="T83" fmla="*/ 174 h 203"/>
              <a:gd name="T84" fmla="*/ 146 w 201"/>
              <a:gd name="T85" fmla="*/ 192 h 203"/>
              <a:gd name="T86" fmla="*/ 170 w 201"/>
              <a:gd name="T87" fmla="*/ 175 h 203"/>
              <a:gd name="T88" fmla="*/ 158 w 201"/>
              <a:gd name="T89" fmla="*/ 157 h 203"/>
              <a:gd name="T90" fmla="*/ 169 w 201"/>
              <a:gd name="T91" fmla="*/ 142 h 203"/>
              <a:gd name="T92" fmla="*/ 190 w 201"/>
              <a:gd name="T93" fmla="*/ 150 h 203"/>
              <a:gd name="T94" fmla="*/ 200 w 201"/>
              <a:gd name="T95" fmla="*/ 121 h 203"/>
              <a:gd name="T96" fmla="*/ 179 w 201"/>
              <a:gd name="T97" fmla="*/ 114 h 203"/>
              <a:gd name="T98" fmla="*/ 180 w 201"/>
              <a:gd name="T99" fmla="*/ 101 h 203"/>
              <a:gd name="T100" fmla="*/ 101 w 201"/>
              <a:gd name="T101" fmla="*/ 158 h 203"/>
              <a:gd name="T102" fmla="*/ 47 w 201"/>
              <a:gd name="T103" fmla="*/ 103 h 203"/>
              <a:gd name="T104" fmla="*/ 101 w 201"/>
              <a:gd name="T105" fmla="*/ 49 h 203"/>
              <a:gd name="T106" fmla="*/ 155 w 201"/>
              <a:gd name="T107" fmla="*/ 103 h 203"/>
              <a:gd name="T108" fmla="*/ 101 w 201"/>
              <a:gd name="T109" fmla="*/ 158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01" h="203">
                <a:moveTo>
                  <a:pt x="101" y="60"/>
                </a:moveTo>
                <a:cubicBezTo>
                  <a:pt x="77" y="60"/>
                  <a:pt x="58" y="80"/>
                  <a:pt x="58" y="103"/>
                </a:cubicBezTo>
                <a:cubicBezTo>
                  <a:pt x="58" y="127"/>
                  <a:pt x="77" y="147"/>
                  <a:pt x="101" y="147"/>
                </a:cubicBezTo>
                <a:cubicBezTo>
                  <a:pt x="125" y="147"/>
                  <a:pt x="144" y="127"/>
                  <a:pt x="144" y="103"/>
                </a:cubicBezTo>
                <a:cubicBezTo>
                  <a:pt x="144" y="80"/>
                  <a:pt x="125" y="60"/>
                  <a:pt x="101" y="60"/>
                </a:cubicBezTo>
                <a:close/>
                <a:moveTo>
                  <a:pt x="180" y="101"/>
                </a:moveTo>
                <a:cubicBezTo>
                  <a:pt x="180" y="99"/>
                  <a:pt x="180" y="97"/>
                  <a:pt x="180" y="95"/>
                </a:cubicBezTo>
                <a:cubicBezTo>
                  <a:pt x="201" y="90"/>
                  <a:pt x="201" y="90"/>
                  <a:pt x="201" y="90"/>
                </a:cubicBezTo>
                <a:cubicBezTo>
                  <a:pt x="200" y="80"/>
                  <a:pt x="197" y="70"/>
                  <a:pt x="193" y="61"/>
                </a:cubicBezTo>
                <a:cubicBezTo>
                  <a:pt x="172" y="67"/>
                  <a:pt x="172" y="67"/>
                  <a:pt x="172" y="67"/>
                </a:cubicBezTo>
                <a:cubicBezTo>
                  <a:pt x="170" y="61"/>
                  <a:pt x="166" y="56"/>
                  <a:pt x="162" y="51"/>
                </a:cubicBezTo>
                <a:cubicBezTo>
                  <a:pt x="176" y="34"/>
                  <a:pt x="176" y="34"/>
                  <a:pt x="176" y="34"/>
                </a:cubicBezTo>
                <a:cubicBezTo>
                  <a:pt x="170" y="27"/>
                  <a:pt x="162" y="20"/>
                  <a:pt x="153" y="15"/>
                </a:cubicBezTo>
                <a:cubicBezTo>
                  <a:pt x="139" y="32"/>
                  <a:pt x="139" y="32"/>
                  <a:pt x="139" y="32"/>
                </a:cubicBezTo>
                <a:cubicBezTo>
                  <a:pt x="132" y="28"/>
                  <a:pt x="124" y="25"/>
                  <a:pt x="115" y="23"/>
                </a:cubicBezTo>
                <a:cubicBezTo>
                  <a:pt x="115" y="1"/>
                  <a:pt x="115" y="1"/>
                  <a:pt x="115" y="1"/>
                </a:cubicBezTo>
                <a:cubicBezTo>
                  <a:pt x="111" y="1"/>
                  <a:pt x="106" y="0"/>
                  <a:pt x="101" y="0"/>
                </a:cubicBezTo>
                <a:cubicBezTo>
                  <a:pt x="95" y="0"/>
                  <a:pt x="91" y="1"/>
                  <a:pt x="86" y="1"/>
                </a:cubicBezTo>
                <a:cubicBezTo>
                  <a:pt x="86" y="23"/>
                  <a:pt x="86" y="23"/>
                  <a:pt x="86" y="23"/>
                </a:cubicBezTo>
                <a:cubicBezTo>
                  <a:pt x="79" y="24"/>
                  <a:pt x="73" y="26"/>
                  <a:pt x="68" y="29"/>
                </a:cubicBezTo>
                <a:cubicBezTo>
                  <a:pt x="55" y="11"/>
                  <a:pt x="55" y="11"/>
                  <a:pt x="55" y="11"/>
                </a:cubicBezTo>
                <a:cubicBezTo>
                  <a:pt x="46" y="15"/>
                  <a:pt x="38" y="21"/>
                  <a:pt x="31" y="28"/>
                </a:cubicBezTo>
                <a:cubicBezTo>
                  <a:pt x="43" y="46"/>
                  <a:pt x="43" y="46"/>
                  <a:pt x="43" y="46"/>
                </a:cubicBezTo>
                <a:cubicBezTo>
                  <a:pt x="39" y="50"/>
                  <a:pt x="35" y="55"/>
                  <a:pt x="32" y="60"/>
                </a:cubicBezTo>
                <a:cubicBezTo>
                  <a:pt x="12" y="53"/>
                  <a:pt x="12" y="53"/>
                  <a:pt x="12" y="53"/>
                </a:cubicBezTo>
                <a:cubicBezTo>
                  <a:pt x="7" y="62"/>
                  <a:pt x="3" y="71"/>
                  <a:pt x="1" y="81"/>
                </a:cubicBezTo>
                <a:cubicBezTo>
                  <a:pt x="22" y="88"/>
                  <a:pt x="22" y="88"/>
                  <a:pt x="22" y="88"/>
                </a:cubicBezTo>
                <a:cubicBezTo>
                  <a:pt x="21" y="93"/>
                  <a:pt x="21" y="97"/>
                  <a:pt x="21" y="101"/>
                </a:cubicBezTo>
                <a:cubicBezTo>
                  <a:pt x="21" y="103"/>
                  <a:pt x="21" y="105"/>
                  <a:pt x="21" y="107"/>
                </a:cubicBezTo>
                <a:cubicBezTo>
                  <a:pt x="0" y="113"/>
                  <a:pt x="0" y="113"/>
                  <a:pt x="0" y="113"/>
                </a:cubicBezTo>
                <a:cubicBezTo>
                  <a:pt x="1" y="123"/>
                  <a:pt x="4" y="133"/>
                  <a:pt x="7" y="142"/>
                </a:cubicBezTo>
                <a:cubicBezTo>
                  <a:pt x="28" y="136"/>
                  <a:pt x="28" y="136"/>
                  <a:pt x="28" y="136"/>
                </a:cubicBezTo>
                <a:cubicBezTo>
                  <a:pt x="31" y="142"/>
                  <a:pt x="35" y="147"/>
                  <a:pt x="39" y="152"/>
                </a:cubicBezTo>
                <a:cubicBezTo>
                  <a:pt x="25" y="169"/>
                  <a:pt x="25" y="169"/>
                  <a:pt x="25" y="169"/>
                </a:cubicBezTo>
                <a:cubicBezTo>
                  <a:pt x="31" y="176"/>
                  <a:pt x="39" y="182"/>
                  <a:pt x="47" y="188"/>
                </a:cubicBezTo>
                <a:cubicBezTo>
                  <a:pt x="61" y="171"/>
                  <a:pt x="61" y="171"/>
                  <a:pt x="61" y="171"/>
                </a:cubicBezTo>
                <a:cubicBezTo>
                  <a:pt x="69" y="175"/>
                  <a:pt x="77" y="178"/>
                  <a:pt x="86" y="180"/>
                </a:cubicBezTo>
                <a:cubicBezTo>
                  <a:pt x="86" y="202"/>
                  <a:pt x="86" y="202"/>
                  <a:pt x="86" y="202"/>
                </a:cubicBezTo>
                <a:cubicBezTo>
                  <a:pt x="91" y="202"/>
                  <a:pt x="95" y="203"/>
                  <a:pt x="101" y="203"/>
                </a:cubicBezTo>
                <a:cubicBezTo>
                  <a:pt x="106" y="203"/>
                  <a:pt x="111" y="202"/>
                  <a:pt x="115" y="202"/>
                </a:cubicBezTo>
                <a:cubicBezTo>
                  <a:pt x="115" y="180"/>
                  <a:pt x="115" y="180"/>
                  <a:pt x="115" y="180"/>
                </a:cubicBezTo>
                <a:cubicBezTo>
                  <a:pt x="122" y="179"/>
                  <a:pt x="128" y="177"/>
                  <a:pt x="134" y="174"/>
                </a:cubicBezTo>
                <a:cubicBezTo>
                  <a:pt x="146" y="192"/>
                  <a:pt x="146" y="192"/>
                  <a:pt x="146" y="192"/>
                </a:cubicBezTo>
                <a:cubicBezTo>
                  <a:pt x="155" y="188"/>
                  <a:pt x="163" y="182"/>
                  <a:pt x="170" y="175"/>
                </a:cubicBezTo>
                <a:cubicBezTo>
                  <a:pt x="158" y="157"/>
                  <a:pt x="158" y="157"/>
                  <a:pt x="158" y="157"/>
                </a:cubicBezTo>
                <a:cubicBezTo>
                  <a:pt x="162" y="153"/>
                  <a:pt x="166" y="148"/>
                  <a:pt x="169" y="142"/>
                </a:cubicBezTo>
                <a:cubicBezTo>
                  <a:pt x="190" y="150"/>
                  <a:pt x="190" y="150"/>
                  <a:pt x="190" y="150"/>
                </a:cubicBezTo>
                <a:cubicBezTo>
                  <a:pt x="194" y="141"/>
                  <a:pt x="198" y="131"/>
                  <a:pt x="200" y="121"/>
                </a:cubicBezTo>
                <a:cubicBezTo>
                  <a:pt x="179" y="114"/>
                  <a:pt x="179" y="114"/>
                  <a:pt x="179" y="114"/>
                </a:cubicBezTo>
                <a:cubicBezTo>
                  <a:pt x="180" y="110"/>
                  <a:pt x="180" y="106"/>
                  <a:pt x="180" y="101"/>
                </a:cubicBezTo>
                <a:close/>
                <a:moveTo>
                  <a:pt x="101" y="158"/>
                </a:moveTo>
                <a:cubicBezTo>
                  <a:pt x="71" y="158"/>
                  <a:pt x="47" y="133"/>
                  <a:pt x="47" y="103"/>
                </a:cubicBezTo>
                <a:cubicBezTo>
                  <a:pt x="47" y="73"/>
                  <a:pt x="71" y="49"/>
                  <a:pt x="101" y="49"/>
                </a:cubicBezTo>
                <a:cubicBezTo>
                  <a:pt x="131" y="49"/>
                  <a:pt x="155" y="73"/>
                  <a:pt x="155" y="103"/>
                </a:cubicBezTo>
                <a:cubicBezTo>
                  <a:pt x="155" y="133"/>
                  <a:pt x="131" y="158"/>
                  <a:pt x="101" y="158"/>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0" name="Freeform 10"/>
          <p:cNvSpPr>
            <a:spLocks noEditPoints="1"/>
          </p:cNvSpPr>
          <p:nvPr/>
        </p:nvSpPr>
        <p:spPr bwMode="auto">
          <a:xfrm>
            <a:off x="6250097" y="2525778"/>
            <a:ext cx="504527" cy="474153"/>
          </a:xfrm>
          <a:custGeom>
            <a:avLst/>
            <a:gdLst>
              <a:gd name="T0" fmla="*/ 401 w 415"/>
              <a:gd name="T1" fmla="*/ 70 h 390"/>
              <a:gd name="T2" fmla="*/ 102 w 415"/>
              <a:gd name="T3" fmla="*/ 70 h 390"/>
              <a:gd name="T4" fmla="*/ 82 w 415"/>
              <a:gd name="T5" fmla="*/ 27 h 390"/>
              <a:gd name="T6" fmla="*/ 3 w 415"/>
              <a:gd name="T7" fmla="*/ 10 h 390"/>
              <a:gd name="T8" fmla="*/ 66 w 415"/>
              <a:gd name="T9" fmla="*/ 49 h 390"/>
              <a:gd name="T10" fmla="*/ 128 w 415"/>
              <a:gd name="T11" fmla="*/ 254 h 390"/>
              <a:gd name="T12" fmla="*/ 110 w 415"/>
              <a:gd name="T13" fmla="*/ 319 h 390"/>
              <a:gd name="T14" fmla="*/ 129 w 415"/>
              <a:gd name="T15" fmla="*/ 324 h 390"/>
              <a:gd name="T16" fmla="*/ 159 w 415"/>
              <a:gd name="T17" fmla="*/ 390 h 390"/>
              <a:gd name="T18" fmla="*/ 188 w 415"/>
              <a:gd name="T19" fmla="*/ 324 h 390"/>
              <a:gd name="T20" fmla="*/ 265 w 415"/>
              <a:gd name="T21" fmla="*/ 351 h 390"/>
              <a:gd name="T22" fmla="*/ 344 w 415"/>
              <a:gd name="T23" fmla="*/ 351 h 390"/>
              <a:gd name="T24" fmla="*/ 346 w 415"/>
              <a:gd name="T25" fmla="*/ 324 h 390"/>
              <a:gd name="T26" fmla="*/ 346 w 415"/>
              <a:gd name="T27" fmla="*/ 302 h 390"/>
              <a:gd name="T28" fmla="*/ 147 w 415"/>
              <a:gd name="T29" fmla="*/ 268 h 390"/>
              <a:gd name="T30" fmla="*/ 346 w 415"/>
              <a:gd name="T31" fmla="*/ 269 h 390"/>
              <a:gd name="T32" fmla="*/ 414 w 415"/>
              <a:gd name="T33" fmla="*/ 87 h 390"/>
              <a:gd name="T34" fmla="*/ 159 w 415"/>
              <a:gd name="T35" fmla="*/ 368 h 390"/>
              <a:gd name="T36" fmla="*/ 159 w 415"/>
              <a:gd name="T37" fmla="*/ 333 h 390"/>
              <a:gd name="T38" fmla="*/ 159 w 415"/>
              <a:gd name="T39" fmla="*/ 368 h 390"/>
              <a:gd name="T40" fmla="*/ 287 w 415"/>
              <a:gd name="T41" fmla="*/ 351 h 390"/>
              <a:gd name="T42" fmla="*/ 322 w 415"/>
              <a:gd name="T43" fmla="*/ 351 h 390"/>
              <a:gd name="T44" fmla="*/ 374 w 415"/>
              <a:gd name="T45" fmla="*/ 126 h 390"/>
              <a:gd name="T46" fmla="*/ 306 w 415"/>
              <a:gd name="T47" fmla="*/ 97 h 390"/>
              <a:gd name="T48" fmla="*/ 374 w 415"/>
              <a:gd name="T49" fmla="*/ 126 h 390"/>
              <a:gd name="T50" fmla="*/ 306 w 415"/>
              <a:gd name="T51" fmla="*/ 187 h 390"/>
              <a:gd name="T52" fmla="*/ 365 w 415"/>
              <a:gd name="T53" fmla="*/ 153 h 390"/>
              <a:gd name="T54" fmla="*/ 219 w 415"/>
              <a:gd name="T55" fmla="*/ 153 h 390"/>
              <a:gd name="T56" fmla="*/ 280 w 415"/>
              <a:gd name="T57" fmla="*/ 187 h 390"/>
              <a:gd name="T58" fmla="*/ 219 w 415"/>
              <a:gd name="T59" fmla="*/ 153 h 390"/>
              <a:gd name="T60" fmla="*/ 219 w 415"/>
              <a:gd name="T61" fmla="*/ 242 h 390"/>
              <a:gd name="T62" fmla="*/ 280 w 415"/>
              <a:gd name="T63" fmla="*/ 214 h 390"/>
              <a:gd name="T64" fmla="*/ 130 w 415"/>
              <a:gd name="T65" fmla="*/ 153 h 390"/>
              <a:gd name="T66" fmla="*/ 192 w 415"/>
              <a:gd name="T67" fmla="*/ 187 h 390"/>
              <a:gd name="T68" fmla="*/ 130 w 415"/>
              <a:gd name="T69" fmla="*/ 153 h 390"/>
              <a:gd name="T70" fmla="*/ 280 w 415"/>
              <a:gd name="T71" fmla="*/ 97 h 390"/>
              <a:gd name="T72" fmla="*/ 219 w 415"/>
              <a:gd name="T73" fmla="*/ 126 h 390"/>
              <a:gd name="T74" fmla="*/ 192 w 415"/>
              <a:gd name="T75" fmla="*/ 97 h 390"/>
              <a:gd name="T76" fmla="*/ 121 w 415"/>
              <a:gd name="T77" fmla="*/ 126 h 390"/>
              <a:gd name="T78" fmla="*/ 192 w 415"/>
              <a:gd name="T79" fmla="*/ 97 h 390"/>
              <a:gd name="T80" fmla="*/ 192 w 415"/>
              <a:gd name="T81" fmla="*/ 214 h 390"/>
              <a:gd name="T82" fmla="*/ 161 w 415"/>
              <a:gd name="T83" fmla="*/ 242 h 390"/>
              <a:gd name="T84" fmla="*/ 306 w 415"/>
              <a:gd name="T85" fmla="*/ 242 h 390"/>
              <a:gd name="T86" fmla="*/ 346 w 415"/>
              <a:gd name="T87" fmla="*/ 214 h 390"/>
              <a:gd name="T88" fmla="*/ 306 w 415"/>
              <a:gd name="T89" fmla="*/ 242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15" h="390">
                <a:moveTo>
                  <a:pt x="412" y="76"/>
                </a:moveTo>
                <a:cubicBezTo>
                  <a:pt x="410" y="72"/>
                  <a:pt x="406" y="70"/>
                  <a:pt x="401" y="70"/>
                </a:cubicBezTo>
                <a:cubicBezTo>
                  <a:pt x="103" y="70"/>
                  <a:pt x="103" y="70"/>
                  <a:pt x="103" y="70"/>
                </a:cubicBezTo>
                <a:cubicBezTo>
                  <a:pt x="103" y="70"/>
                  <a:pt x="102" y="70"/>
                  <a:pt x="102" y="70"/>
                </a:cubicBezTo>
                <a:cubicBezTo>
                  <a:pt x="89" y="35"/>
                  <a:pt x="89" y="35"/>
                  <a:pt x="89" y="35"/>
                </a:cubicBezTo>
                <a:cubicBezTo>
                  <a:pt x="88" y="31"/>
                  <a:pt x="85" y="28"/>
                  <a:pt x="82" y="27"/>
                </a:cubicBezTo>
                <a:cubicBezTo>
                  <a:pt x="20" y="3"/>
                  <a:pt x="20" y="3"/>
                  <a:pt x="20" y="3"/>
                </a:cubicBezTo>
                <a:cubicBezTo>
                  <a:pt x="13" y="0"/>
                  <a:pt x="5" y="3"/>
                  <a:pt x="3" y="10"/>
                </a:cubicBezTo>
                <a:cubicBezTo>
                  <a:pt x="0" y="17"/>
                  <a:pt x="3" y="25"/>
                  <a:pt x="10" y="27"/>
                </a:cubicBezTo>
                <a:cubicBezTo>
                  <a:pt x="66" y="49"/>
                  <a:pt x="66" y="49"/>
                  <a:pt x="66" y="49"/>
                </a:cubicBezTo>
                <a:cubicBezTo>
                  <a:pt x="135" y="247"/>
                  <a:pt x="135" y="247"/>
                  <a:pt x="135" y="247"/>
                </a:cubicBezTo>
                <a:cubicBezTo>
                  <a:pt x="132" y="248"/>
                  <a:pt x="130" y="251"/>
                  <a:pt x="128" y="254"/>
                </a:cubicBezTo>
                <a:cubicBezTo>
                  <a:pt x="109" y="309"/>
                  <a:pt x="109" y="309"/>
                  <a:pt x="109" y="309"/>
                </a:cubicBezTo>
                <a:cubicBezTo>
                  <a:pt x="107" y="313"/>
                  <a:pt x="108" y="316"/>
                  <a:pt x="110" y="319"/>
                </a:cubicBezTo>
                <a:cubicBezTo>
                  <a:pt x="112" y="322"/>
                  <a:pt x="115" y="324"/>
                  <a:pt x="119" y="324"/>
                </a:cubicBezTo>
                <a:cubicBezTo>
                  <a:pt x="129" y="324"/>
                  <a:pt x="129" y="324"/>
                  <a:pt x="129" y="324"/>
                </a:cubicBezTo>
                <a:cubicBezTo>
                  <a:pt x="123" y="331"/>
                  <a:pt x="119" y="340"/>
                  <a:pt x="119" y="351"/>
                </a:cubicBezTo>
                <a:cubicBezTo>
                  <a:pt x="119" y="372"/>
                  <a:pt x="137" y="390"/>
                  <a:pt x="159" y="390"/>
                </a:cubicBezTo>
                <a:cubicBezTo>
                  <a:pt x="181" y="390"/>
                  <a:pt x="198" y="372"/>
                  <a:pt x="198" y="351"/>
                </a:cubicBezTo>
                <a:cubicBezTo>
                  <a:pt x="198" y="340"/>
                  <a:pt x="194" y="331"/>
                  <a:pt x="188" y="324"/>
                </a:cubicBezTo>
                <a:cubicBezTo>
                  <a:pt x="275" y="324"/>
                  <a:pt x="275" y="324"/>
                  <a:pt x="275" y="324"/>
                </a:cubicBezTo>
                <a:cubicBezTo>
                  <a:pt x="268" y="331"/>
                  <a:pt x="265" y="340"/>
                  <a:pt x="265" y="351"/>
                </a:cubicBezTo>
                <a:cubicBezTo>
                  <a:pt x="265" y="372"/>
                  <a:pt x="282" y="390"/>
                  <a:pt x="304" y="390"/>
                </a:cubicBezTo>
                <a:cubicBezTo>
                  <a:pt x="326" y="390"/>
                  <a:pt x="344" y="372"/>
                  <a:pt x="344" y="351"/>
                </a:cubicBezTo>
                <a:cubicBezTo>
                  <a:pt x="344" y="340"/>
                  <a:pt x="340" y="331"/>
                  <a:pt x="334" y="324"/>
                </a:cubicBezTo>
                <a:cubicBezTo>
                  <a:pt x="346" y="324"/>
                  <a:pt x="346" y="324"/>
                  <a:pt x="346" y="324"/>
                </a:cubicBezTo>
                <a:cubicBezTo>
                  <a:pt x="352" y="324"/>
                  <a:pt x="357" y="319"/>
                  <a:pt x="357" y="313"/>
                </a:cubicBezTo>
                <a:cubicBezTo>
                  <a:pt x="357" y="307"/>
                  <a:pt x="352" y="302"/>
                  <a:pt x="346" y="302"/>
                </a:cubicBezTo>
                <a:cubicBezTo>
                  <a:pt x="135" y="302"/>
                  <a:pt x="135" y="302"/>
                  <a:pt x="135" y="302"/>
                </a:cubicBezTo>
                <a:cubicBezTo>
                  <a:pt x="147" y="268"/>
                  <a:pt x="147" y="268"/>
                  <a:pt x="147" y="268"/>
                </a:cubicBezTo>
                <a:cubicBezTo>
                  <a:pt x="148" y="268"/>
                  <a:pt x="150" y="269"/>
                  <a:pt x="152" y="269"/>
                </a:cubicBezTo>
                <a:cubicBezTo>
                  <a:pt x="346" y="269"/>
                  <a:pt x="346" y="269"/>
                  <a:pt x="346" y="269"/>
                </a:cubicBezTo>
                <a:cubicBezTo>
                  <a:pt x="352" y="269"/>
                  <a:pt x="357" y="265"/>
                  <a:pt x="359" y="260"/>
                </a:cubicBezTo>
                <a:cubicBezTo>
                  <a:pt x="414" y="87"/>
                  <a:pt x="414" y="87"/>
                  <a:pt x="414" y="87"/>
                </a:cubicBezTo>
                <a:cubicBezTo>
                  <a:pt x="415" y="83"/>
                  <a:pt x="415" y="79"/>
                  <a:pt x="412" y="76"/>
                </a:cubicBezTo>
                <a:moveTo>
                  <a:pt x="159" y="368"/>
                </a:moveTo>
                <a:cubicBezTo>
                  <a:pt x="149" y="368"/>
                  <a:pt x="141" y="360"/>
                  <a:pt x="141" y="351"/>
                </a:cubicBezTo>
                <a:cubicBezTo>
                  <a:pt x="141" y="341"/>
                  <a:pt x="149" y="333"/>
                  <a:pt x="159" y="333"/>
                </a:cubicBezTo>
                <a:cubicBezTo>
                  <a:pt x="168" y="333"/>
                  <a:pt x="176" y="341"/>
                  <a:pt x="176" y="351"/>
                </a:cubicBezTo>
                <a:cubicBezTo>
                  <a:pt x="176" y="360"/>
                  <a:pt x="168" y="368"/>
                  <a:pt x="159" y="368"/>
                </a:cubicBezTo>
                <a:moveTo>
                  <a:pt x="304" y="368"/>
                </a:moveTo>
                <a:cubicBezTo>
                  <a:pt x="295" y="368"/>
                  <a:pt x="287" y="360"/>
                  <a:pt x="287" y="351"/>
                </a:cubicBezTo>
                <a:cubicBezTo>
                  <a:pt x="287" y="341"/>
                  <a:pt x="295" y="333"/>
                  <a:pt x="304" y="333"/>
                </a:cubicBezTo>
                <a:cubicBezTo>
                  <a:pt x="314" y="333"/>
                  <a:pt x="322" y="341"/>
                  <a:pt x="322" y="351"/>
                </a:cubicBezTo>
                <a:cubicBezTo>
                  <a:pt x="322" y="360"/>
                  <a:pt x="314" y="368"/>
                  <a:pt x="304" y="368"/>
                </a:cubicBezTo>
                <a:moveTo>
                  <a:pt x="374" y="126"/>
                </a:moveTo>
                <a:cubicBezTo>
                  <a:pt x="306" y="126"/>
                  <a:pt x="306" y="126"/>
                  <a:pt x="306" y="126"/>
                </a:cubicBezTo>
                <a:cubicBezTo>
                  <a:pt x="306" y="97"/>
                  <a:pt x="306" y="97"/>
                  <a:pt x="306" y="97"/>
                </a:cubicBezTo>
                <a:cubicBezTo>
                  <a:pt x="383" y="97"/>
                  <a:pt x="383" y="97"/>
                  <a:pt x="383" y="97"/>
                </a:cubicBezTo>
                <a:lnTo>
                  <a:pt x="374" y="126"/>
                </a:lnTo>
                <a:close/>
                <a:moveTo>
                  <a:pt x="354" y="187"/>
                </a:moveTo>
                <a:cubicBezTo>
                  <a:pt x="306" y="187"/>
                  <a:pt x="306" y="187"/>
                  <a:pt x="306" y="187"/>
                </a:cubicBezTo>
                <a:cubicBezTo>
                  <a:pt x="306" y="153"/>
                  <a:pt x="306" y="153"/>
                  <a:pt x="306" y="153"/>
                </a:cubicBezTo>
                <a:cubicBezTo>
                  <a:pt x="365" y="153"/>
                  <a:pt x="365" y="153"/>
                  <a:pt x="365" y="153"/>
                </a:cubicBezTo>
                <a:lnTo>
                  <a:pt x="354" y="187"/>
                </a:lnTo>
                <a:close/>
                <a:moveTo>
                  <a:pt x="219" y="153"/>
                </a:moveTo>
                <a:cubicBezTo>
                  <a:pt x="280" y="153"/>
                  <a:pt x="280" y="153"/>
                  <a:pt x="280" y="153"/>
                </a:cubicBezTo>
                <a:cubicBezTo>
                  <a:pt x="280" y="187"/>
                  <a:pt x="280" y="187"/>
                  <a:pt x="280" y="187"/>
                </a:cubicBezTo>
                <a:cubicBezTo>
                  <a:pt x="219" y="187"/>
                  <a:pt x="219" y="187"/>
                  <a:pt x="219" y="187"/>
                </a:cubicBezTo>
                <a:lnTo>
                  <a:pt x="219" y="153"/>
                </a:lnTo>
                <a:close/>
                <a:moveTo>
                  <a:pt x="280" y="242"/>
                </a:moveTo>
                <a:cubicBezTo>
                  <a:pt x="219" y="242"/>
                  <a:pt x="219" y="242"/>
                  <a:pt x="219" y="242"/>
                </a:cubicBezTo>
                <a:cubicBezTo>
                  <a:pt x="219" y="214"/>
                  <a:pt x="219" y="214"/>
                  <a:pt x="219" y="214"/>
                </a:cubicBezTo>
                <a:cubicBezTo>
                  <a:pt x="280" y="214"/>
                  <a:pt x="280" y="214"/>
                  <a:pt x="280" y="214"/>
                </a:cubicBezTo>
                <a:lnTo>
                  <a:pt x="280" y="242"/>
                </a:lnTo>
                <a:close/>
                <a:moveTo>
                  <a:pt x="130" y="153"/>
                </a:moveTo>
                <a:cubicBezTo>
                  <a:pt x="192" y="153"/>
                  <a:pt x="192" y="153"/>
                  <a:pt x="192" y="153"/>
                </a:cubicBezTo>
                <a:cubicBezTo>
                  <a:pt x="192" y="187"/>
                  <a:pt x="192" y="187"/>
                  <a:pt x="192" y="187"/>
                </a:cubicBezTo>
                <a:cubicBezTo>
                  <a:pt x="142" y="187"/>
                  <a:pt x="142" y="187"/>
                  <a:pt x="142" y="187"/>
                </a:cubicBezTo>
                <a:lnTo>
                  <a:pt x="130" y="153"/>
                </a:lnTo>
                <a:close/>
                <a:moveTo>
                  <a:pt x="219" y="97"/>
                </a:moveTo>
                <a:cubicBezTo>
                  <a:pt x="280" y="97"/>
                  <a:pt x="280" y="97"/>
                  <a:pt x="280" y="97"/>
                </a:cubicBezTo>
                <a:cubicBezTo>
                  <a:pt x="280" y="126"/>
                  <a:pt x="280" y="126"/>
                  <a:pt x="280" y="126"/>
                </a:cubicBezTo>
                <a:cubicBezTo>
                  <a:pt x="219" y="126"/>
                  <a:pt x="219" y="126"/>
                  <a:pt x="219" y="126"/>
                </a:cubicBezTo>
                <a:lnTo>
                  <a:pt x="219" y="97"/>
                </a:lnTo>
                <a:close/>
                <a:moveTo>
                  <a:pt x="192" y="97"/>
                </a:moveTo>
                <a:cubicBezTo>
                  <a:pt x="192" y="126"/>
                  <a:pt x="192" y="126"/>
                  <a:pt x="192" y="126"/>
                </a:cubicBezTo>
                <a:cubicBezTo>
                  <a:pt x="121" y="126"/>
                  <a:pt x="121" y="126"/>
                  <a:pt x="121" y="126"/>
                </a:cubicBezTo>
                <a:cubicBezTo>
                  <a:pt x="111" y="97"/>
                  <a:pt x="111" y="97"/>
                  <a:pt x="111" y="97"/>
                </a:cubicBezTo>
                <a:lnTo>
                  <a:pt x="192" y="97"/>
                </a:lnTo>
                <a:close/>
                <a:moveTo>
                  <a:pt x="151" y="214"/>
                </a:moveTo>
                <a:cubicBezTo>
                  <a:pt x="192" y="214"/>
                  <a:pt x="192" y="214"/>
                  <a:pt x="192" y="214"/>
                </a:cubicBezTo>
                <a:cubicBezTo>
                  <a:pt x="192" y="242"/>
                  <a:pt x="192" y="242"/>
                  <a:pt x="192" y="242"/>
                </a:cubicBezTo>
                <a:cubicBezTo>
                  <a:pt x="161" y="242"/>
                  <a:pt x="161" y="242"/>
                  <a:pt x="161" y="242"/>
                </a:cubicBezTo>
                <a:lnTo>
                  <a:pt x="151" y="214"/>
                </a:lnTo>
                <a:close/>
                <a:moveTo>
                  <a:pt x="306" y="242"/>
                </a:moveTo>
                <a:cubicBezTo>
                  <a:pt x="306" y="214"/>
                  <a:pt x="306" y="214"/>
                  <a:pt x="306" y="214"/>
                </a:cubicBezTo>
                <a:cubicBezTo>
                  <a:pt x="346" y="214"/>
                  <a:pt x="346" y="214"/>
                  <a:pt x="346" y="214"/>
                </a:cubicBezTo>
                <a:cubicBezTo>
                  <a:pt x="337" y="242"/>
                  <a:pt x="337" y="242"/>
                  <a:pt x="337" y="242"/>
                </a:cubicBezTo>
                <a:lnTo>
                  <a:pt x="306" y="24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2" name="Freeform 9"/>
          <p:cNvSpPr>
            <a:spLocks noEditPoints="1"/>
          </p:cNvSpPr>
          <p:nvPr/>
        </p:nvSpPr>
        <p:spPr bwMode="auto">
          <a:xfrm>
            <a:off x="3606054" y="3857342"/>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4BB56D"/>
          </a:solidFill>
          <a:ln>
            <a:noFill/>
          </a:ln>
        </p:spPr>
        <p:txBody>
          <a:bodyPr vert="horz" wrap="square" lIns="91440" tIns="45720" rIns="91440" bIns="45720" numCol="1" anchor="t" anchorCtr="0" compatLnSpc="1">
            <a:prstTxWarp prst="textNoShape">
              <a:avLst/>
            </a:prstTxWarp>
          </a:bodyPr>
          <a:lstStyle/>
          <a:p>
            <a:endParaRPr lang="zh-CN" altLang="en-US">
              <a:solidFill>
                <a:srgbClr val="B5D241"/>
              </a:solidFill>
            </a:endParaRPr>
          </a:p>
        </p:txBody>
      </p:sp>
      <p:sp>
        <p:nvSpPr>
          <p:cNvPr id="63" name="Freeform 10"/>
          <p:cNvSpPr>
            <a:spLocks noEditPoints="1"/>
          </p:cNvSpPr>
          <p:nvPr/>
        </p:nvSpPr>
        <p:spPr bwMode="auto">
          <a:xfrm>
            <a:off x="3606054" y="5025902"/>
            <a:ext cx="295275" cy="293688"/>
          </a:xfrm>
          <a:custGeom>
            <a:avLst/>
            <a:gdLst>
              <a:gd name="T0" fmla="*/ 74 w 147"/>
              <a:gd name="T1" fmla="*/ 146 h 146"/>
              <a:gd name="T2" fmla="*/ 0 w 147"/>
              <a:gd name="T3" fmla="*/ 73 h 146"/>
              <a:gd name="T4" fmla="*/ 74 w 147"/>
              <a:gd name="T5" fmla="*/ 0 h 146"/>
              <a:gd name="T6" fmla="*/ 147 w 147"/>
              <a:gd name="T7" fmla="*/ 73 h 146"/>
              <a:gd name="T8" fmla="*/ 74 w 147"/>
              <a:gd name="T9" fmla="*/ 146 h 146"/>
              <a:gd name="T10" fmla="*/ 74 w 147"/>
              <a:gd name="T11" fmla="*/ 16 h 146"/>
              <a:gd name="T12" fmla="*/ 16 w 147"/>
              <a:gd name="T13" fmla="*/ 73 h 146"/>
              <a:gd name="T14" fmla="*/ 74 w 147"/>
              <a:gd name="T15" fmla="*/ 130 h 146"/>
              <a:gd name="T16" fmla="*/ 131 w 147"/>
              <a:gd name="T17" fmla="*/ 73 h 146"/>
              <a:gd name="T18" fmla="*/ 74 w 147"/>
              <a:gd name="T19" fmla="*/ 1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6">
                <a:moveTo>
                  <a:pt x="74" y="146"/>
                </a:moveTo>
                <a:cubicBezTo>
                  <a:pt x="33" y="146"/>
                  <a:pt x="0" y="114"/>
                  <a:pt x="0" y="73"/>
                </a:cubicBezTo>
                <a:cubicBezTo>
                  <a:pt x="0" y="33"/>
                  <a:pt x="33" y="0"/>
                  <a:pt x="74" y="0"/>
                </a:cubicBezTo>
                <a:cubicBezTo>
                  <a:pt x="114" y="0"/>
                  <a:pt x="147" y="33"/>
                  <a:pt x="147" y="73"/>
                </a:cubicBezTo>
                <a:cubicBezTo>
                  <a:pt x="147" y="114"/>
                  <a:pt x="114" y="146"/>
                  <a:pt x="74" y="146"/>
                </a:cubicBezTo>
                <a:close/>
                <a:moveTo>
                  <a:pt x="74" y="16"/>
                </a:moveTo>
                <a:cubicBezTo>
                  <a:pt x="42" y="16"/>
                  <a:pt x="16" y="41"/>
                  <a:pt x="16" y="73"/>
                </a:cubicBezTo>
                <a:cubicBezTo>
                  <a:pt x="16" y="105"/>
                  <a:pt x="42" y="130"/>
                  <a:pt x="74" y="130"/>
                </a:cubicBezTo>
                <a:cubicBezTo>
                  <a:pt x="106" y="130"/>
                  <a:pt x="131" y="105"/>
                  <a:pt x="131" y="73"/>
                </a:cubicBezTo>
                <a:cubicBezTo>
                  <a:pt x="131" y="41"/>
                  <a:pt x="106" y="16"/>
                  <a:pt x="74" y="16"/>
                </a:cubicBezTo>
                <a:close/>
              </a:path>
            </a:pathLst>
          </a:custGeom>
          <a:solidFill>
            <a:srgbClr val="21998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4" name="文本框 63"/>
          <p:cNvSpPr txBox="1"/>
          <p:nvPr/>
        </p:nvSpPr>
        <p:spPr>
          <a:xfrm>
            <a:off x="797749" y="3737119"/>
            <a:ext cx="2856518" cy="830997"/>
          </a:xfrm>
          <a:prstGeom prst="rect">
            <a:avLst/>
          </a:prstGeom>
          <a:noFill/>
        </p:spPr>
        <p:txBody>
          <a:bodyPr wrap="square" rtlCol="0">
            <a:spAutoFit/>
          </a:bodyPr>
          <a:lstStyle/>
          <a:p>
            <a:pPr algn="r">
              <a:lnSpc>
                <a:spcPct val="120000"/>
              </a:lnSpc>
            </a:pPr>
            <a:r>
              <a:rPr lang="zh-CN" altLang="en-US" sz="2400" b="1" dirty="0">
                <a:solidFill>
                  <a:srgbClr val="4BB56D"/>
                </a:solidFill>
              </a:rPr>
              <a:t>添加标题</a:t>
            </a:r>
            <a:endParaRPr lang="en-US" altLang="zh-CN" sz="2400" b="1" dirty="0">
              <a:solidFill>
                <a:srgbClr val="4BB56D"/>
              </a:solidFill>
            </a:endParaRPr>
          </a:p>
          <a:p>
            <a:pPr algn="r">
              <a:lnSpc>
                <a:spcPct val="120000"/>
              </a:lnSpc>
            </a:pPr>
            <a:r>
              <a:rPr lang="zh-CN" altLang="en-US" sz="1600" dirty="0">
                <a:solidFill>
                  <a:schemeClr val="tx1">
                    <a:lumMod val="65000"/>
                    <a:lumOff val="35000"/>
                  </a:schemeClr>
                </a:solidFill>
              </a:rPr>
              <a:t>添加内容添加内容</a:t>
            </a:r>
          </a:p>
        </p:txBody>
      </p:sp>
      <p:sp>
        <p:nvSpPr>
          <p:cNvPr id="65" name="文本框 64"/>
          <p:cNvSpPr txBox="1"/>
          <p:nvPr/>
        </p:nvSpPr>
        <p:spPr>
          <a:xfrm>
            <a:off x="797749" y="4892250"/>
            <a:ext cx="2856518" cy="830997"/>
          </a:xfrm>
          <a:prstGeom prst="rect">
            <a:avLst/>
          </a:prstGeom>
          <a:noFill/>
        </p:spPr>
        <p:txBody>
          <a:bodyPr wrap="square" rtlCol="0">
            <a:spAutoFit/>
          </a:bodyPr>
          <a:lstStyle/>
          <a:p>
            <a:pPr algn="r">
              <a:lnSpc>
                <a:spcPct val="120000"/>
              </a:lnSpc>
            </a:pPr>
            <a:r>
              <a:rPr lang="zh-CN" altLang="en-US" sz="2400" b="1" dirty="0">
                <a:solidFill>
                  <a:srgbClr val="219980"/>
                </a:solidFill>
              </a:rPr>
              <a:t>添加标题</a:t>
            </a:r>
            <a:endParaRPr lang="en-US" altLang="zh-CN" sz="2400" b="1" dirty="0">
              <a:solidFill>
                <a:srgbClr val="219980"/>
              </a:solidFill>
            </a:endParaRPr>
          </a:p>
          <a:p>
            <a:pPr algn="r">
              <a:lnSpc>
                <a:spcPct val="120000"/>
              </a:lnSpc>
            </a:pPr>
            <a:r>
              <a:rPr lang="zh-CN" altLang="en-US" sz="1600" dirty="0">
                <a:solidFill>
                  <a:schemeClr val="tx1">
                    <a:lumMod val="65000"/>
                    <a:lumOff val="35000"/>
                  </a:schemeClr>
                </a:solidFill>
              </a:rPr>
              <a:t>添加内容添加内容</a:t>
            </a:r>
          </a:p>
        </p:txBody>
      </p:sp>
      <p:sp>
        <p:nvSpPr>
          <p:cNvPr id="67" name="Freeform 9"/>
          <p:cNvSpPr>
            <a:spLocks noEditPoints="1"/>
          </p:cNvSpPr>
          <p:nvPr/>
        </p:nvSpPr>
        <p:spPr bwMode="auto">
          <a:xfrm>
            <a:off x="3606054" y="2660007"/>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3A8FCB"/>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8" name="文本框 67"/>
          <p:cNvSpPr txBox="1"/>
          <p:nvPr/>
        </p:nvSpPr>
        <p:spPr>
          <a:xfrm>
            <a:off x="797749" y="2539784"/>
            <a:ext cx="2856518" cy="830997"/>
          </a:xfrm>
          <a:prstGeom prst="rect">
            <a:avLst/>
          </a:prstGeom>
          <a:noFill/>
        </p:spPr>
        <p:txBody>
          <a:bodyPr wrap="square" rtlCol="0">
            <a:spAutoFit/>
          </a:bodyPr>
          <a:lstStyle/>
          <a:p>
            <a:pPr algn="r">
              <a:lnSpc>
                <a:spcPct val="120000"/>
              </a:lnSpc>
            </a:pPr>
            <a:r>
              <a:rPr lang="zh-CN" altLang="en-US" sz="2400" b="1" dirty="0">
                <a:solidFill>
                  <a:srgbClr val="3A8FCB"/>
                </a:solidFill>
              </a:rPr>
              <a:t>添加标题</a:t>
            </a:r>
            <a:endParaRPr lang="en-US" altLang="zh-CN" sz="2400" b="1" dirty="0">
              <a:solidFill>
                <a:srgbClr val="3A8FCB"/>
              </a:solidFill>
            </a:endParaRPr>
          </a:p>
          <a:p>
            <a:pPr algn="r">
              <a:lnSpc>
                <a:spcPct val="120000"/>
              </a:lnSpc>
            </a:pPr>
            <a:r>
              <a:rPr lang="zh-CN" altLang="en-US" sz="1600" dirty="0">
                <a:solidFill>
                  <a:schemeClr val="tx1">
                    <a:lumMod val="65000"/>
                    <a:lumOff val="35000"/>
                  </a:schemeClr>
                </a:solidFill>
              </a:rPr>
              <a:t>添加内容添加内容</a:t>
            </a:r>
          </a:p>
        </p:txBody>
      </p:sp>
      <p:sp>
        <p:nvSpPr>
          <p:cNvPr id="69" name="文本框 68"/>
          <p:cNvSpPr txBox="1"/>
          <p:nvPr/>
        </p:nvSpPr>
        <p:spPr>
          <a:xfrm>
            <a:off x="8538107" y="4892250"/>
            <a:ext cx="2856518" cy="830997"/>
          </a:xfrm>
          <a:prstGeom prst="rect">
            <a:avLst/>
          </a:prstGeom>
          <a:noFill/>
        </p:spPr>
        <p:txBody>
          <a:bodyPr wrap="square" rtlCol="0">
            <a:spAutoFit/>
          </a:bodyPr>
          <a:lstStyle/>
          <a:p>
            <a:pPr>
              <a:lnSpc>
                <a:spcPct val="120000"/>
              </a:lnSpc>
            </a:pPr>
            <a:r>
              <a:rPr lang="zh-CN" altLang="en-US" sz="2400" b="1" dirty="0">
                <a:solidFill>
                  <a:srgbClr val="E7BE22"/>
                </a:solidFill>
              </a:rPr>
              <a:t>添加标题</a:t>
            </a:r>
            <a:endParaRPr lang="en-US" altLang="zh-CN" sz="2400" b="1" dirty="0">
              <a:solidFill>
                <a:srgbClr val="E7BE22"/>
              </a:solidFill>
            </a:endParaRPr>
          </a:p>
          <a:p>
            <a:pPr>
              <a:lnSpc>
                <a:spcPct val="120000"/>
              </a:lnSpc>
            </a:pPr>
            <a:r>
              <a:rPr lang="zh-CN" altLang="en-US" sz="1600" dirty="0">
                <a:solidFill>
                  <a:schemeClr val="tx1">
                    <a:lumMod val="65000"/>
                    <a:lumOff val="35000"/>
                  </a:schemeClr>
                </a:solidFill>
              </a:rPr>
              <a:t>添加内容添加内容</a:t>
            </a:r>
          </a:p>
        </p:txBody>
      </p:sp>
      <p:sp>
        <p:nvSpPr>
          <p:cNvPr id="70" name="文本框 69"/>
          <p:cNvSpPr txBox="1"/>
          <p:nvPr/>
        </p:nvSpPr>
        <p:spPr>
          <a:xfrm>
            <a:off x="8538107" y="3737119"/>
            <a:ext cx="2856518" cy="830997"/>
          </a:xfrm>
          <a:prstGeom prst="rect">
            <a:avLst/>
          </a:prstGeom>
          <a:noFill/>
        </p:spPr>
        <p:txBody>
          <a:bodyPr wrap="square" rtlCol="0">
            <a:spAutoFit/>
          </a:bodyPr>
          <a:lstStyle/>
          <a:p>
            <a:pPr>
              <a:lnSpc>
                <a:spcPct val="120000"/>
              </a:lnSpc>
            </a:pPr>
            <a:r>
              <a:rPr lang="zh-CN" altLang="en-US" sz="2400" b="1" dirty="0">
                <a:solidFill>
                  <a:srgbClr val="DA4D3C"/>
                </a:solidFill>
              </a:rPr>
              <a:t>添加标题</a:t>
            </a:r>
            <a:endParaRPr lang="en-US" altLang="zh-CN" sz="2400" b="1" dirty="0">
              <a:solidFill>
                <a:srgbClr val="DA4D3C"/>
              </a:solidFill>
            </a:endParaRPr>
          </a:p>
          <a:p>
            <a:pPr>
              <a:lnSpc>
                <a:spcPct val="120000"/>
              </a:lnSpc>
            </a:pPr>
            <a:r>
              <a:rPr lang="zh-CN" altLang="en-US" sz="1600" dirty="0">
                <a:solidFill>
                  <a:schemeClr val="tx1">
                    <a:lumMod val="65000"/>
                    <a:lumOff val="35000"/>
                  </a:schemeClr>
                </a:solidFill>
              </a:rPr>
              <a:t>添加内容添加内容</a:t>
            </a:r>
          </a:p>
        </p:txBody>
      </p:sp>
      <p:sp>
        <p:nvSpPr>
          <p:cNvPr id="73" name="Freeform 9"/>
          <p:cNvSpPr>
            <a:spLocks noEditPoints="1"/>
          </p:cNvSpPr>
          <p:nvPr/>
        </p:nvSpPr>
        <p:spPr bwMode="auto">
          <a:xfrm>
            <a:off x="8277473" y="3857342"/>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DA4D3C"/>
          </a:solidFill>
          <a:ln>
            <a:noFill/>
          </a:ln>
        </p:spPr>
        <p:txBody>
          <a:bodyPr vert="horz" wrap="square" lIns="91440" tIns="45720" rIns="91440" bIns="45720" numCol="1" anchor="t" anchorCtr="0" compatLnSpc="1">
            <a:prstTxWarp prst="textNoShape">
              <a:avLst/>
            </a:prstTxWarp>
          </a:bodyPr>
          <a:lstStyle/>
          <a:p>
            <a:endParaRPr lang="zh-CN" altLang="en-US">
              <a:solidFill>
                <a:srgbClr val="B32887"/>
              </a:solidFill>
            </a:endParaRPr>
          </a:p>
        </p:txBody>
      </p:sp>
      <p:sp>
        <p:nvSpPr>
          <p:cNvPr id="74" name="Freeform 10"/>
          <p:cNvSpPr>
            <a:spLocks noEditPoints="1"/>
          </p:cNvSpPr>
          <p:nvPr/>
        </p:nvSpPr>
        <p:spPr bwMode="auto">
          <a:xfrm>
            <a:off x="8277473" y="5025902"/>
            <a:ext cx="295275" cy="293688"/>
          </a:xfrm>
          <a:custGeom>
            <a:avLst/>
            <a:gdLst>
              <a:gd name="T0" fmla="*/ 74 w 147"/>
              <a:gd name="T1" fmla="*/ 146 h 146"/>
              <a:gd name="T2" fmla="*/ 0 w 147"/>
              <a:gd name="T3" fmla="*/ 73 h 146"/>
              <a:gd name="T4" fmla="*/ 74 w 147"/>
              <a:gd name="T5" fmla="*/ 0 h 146"/>
              <a:gd name="T6" fmla="*/ 147 w 147"/>
              <a:gd name="T7" fmla="*/ 73 h 146"/>
              <a:gd name="T8" fmla="*/ 74 w 147"/>
              <a:gd name="T9" fmla="*/ 146 h 146"/>
              <a:gd name="T10" fmla="*/ 74 w 147"/>
              <a:gd name="T11" fmla="*/ 16 h 146"/>
              <a:gd name="T12" fmla="*/ 16 w 147"/>
              <a:gd name="T13" fmla="*/ 73 h 146"/>
              <a:gd name="T14" fmla="*/ 74 w 147"/>
              <a:gd name="T15" fmla="*/ 130 h 146"/>
              <a:gd name="T16" fmla="*/ 131 w 147"/>
              <a:gd name="T17" fmla="*/ 73 h 146"/>
              <a:gd name="T18" fmla="*/ 74 w 147"/>
              <a:gd name="T19" fmla="*/ 1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6">
                <a:moveTo>
                  <a:pt x="74" y="146"/>
                </a:moveTo>
                <a:cubicBezTo>
                  <a:pt x="33" y="146"/>
                  <a:pt x="0" y="114"/>
                  <a:pt x="0" y="73"/>
                </a:cubicBezTo>
                <a:cubicBezTo>
                  <a:pt x="0" y="33"/>
                  <a:pt x="33" y="0"/>
                  <a:pt x="74" y="0"/>
                </a:cubicBezTo>
                <a:cubicBezTo>
                  <a:pt x="114" y="0"/>
                  <a:pt x="147" y="33"/>
                  <a:pt x="147" y="73"/>
                </a:cubicBezTo>
                <a:cubicBezTo>
                  <a:pt x="147" y="114"/>
                  <a:pt x="114" y="146"/>
                  <a:pt x="74" y="146"/>
                </a:cubicBezTo>
                <a:close/>
                <a:moveTo>
                  <a:pt x="74" y="16"/>
                </a:moveTo>
                <a:cubicBezTo>
                  <a:pt x="42" y="16"/>
                  <a:pt x="16" y="41"/>
                  <a:pt x="16" y="73"/>
                </a:cubicBezTo>
                <a:cubicBezTo>
                  <a:pt x="16" y="105"/>
                  <a:pt x="42" y="130"/>
                  <a:pt x="74" y="130"/>
                </a:cubicBezTo>
                <a:cubicBezTo>
                  <a:pt x="106" y="130"/>
                  <a:pt x="131" y="105"/>
                  <a:pt x="131" y="73"/>
                </a:cubicBezTo>
                <a:cubicBezTo>
                  <a:pt x="131" y="41"/>
                  <a:pt x="106" y="16"/>
                  <a:pt x="74" y="16"/>
                </a:cubicBezTo>
                <a:close/>
              </a:path>
            </a:pathLst>
          </a:custGeom>
          <a:solidFill>
            <a:srgbClr val="E7BE22"/>
          </a:solidFill>
          <a:ln>
            <a:noFill/>
          </a:ln>
        </p:spPr>
        <p:txBody>
          <a:bodyPr vert="horz" wrap="square" lIns="91440" tIns="45720" rIns="91440" bIns="45720" numCol="1" anchor="t" anchorCtr="0" compatLnSpc="1">
            <a:prstTxWarp prst="textNoShape">
              <a:avLst/>
            </a:prstTxWarp>
          </a:bodyPr>
          <a:lstStyle/>
          <a:p>
            <a:endParaRPr lang="zh-CN" altLang="en-US">
              <a:solidFill>
                <a:srgbClr val="564E9C"/>
              </a:solidFill>
            </a:endParaRPr>
          </a:p>
        </p:txBody>
      </p:sp>
      <p:sp>
        <p:nvSpPr>
          <p:cNvPr id="75" name="文本框 74"/>
          <p:cNvSpPr txBox="1"/>
          <p:nvPr/>
        </p:nvSpPr>
        <p:spPr>
          <a:xfrm>
            <a:off x="8538107" y="2539784"/>
            <a:ext cx="2856518" cy="830997"/>
          </a:xfrm>
          <a:prstGeom prst="rect">
            <a:avLst/>
          </a:prstGeom>
          <a:noFill/>
        </p:spPr>
        <p:txBody>
          <a:bodyPr wrap="square" rtlCol="0">
            <a:spAutoFit/>
          </a:bodyPr>
          <a:lstStyle/>
          <a:p>
            <a:pPr>
              <a:lnSpc>
                <a:spcPct val="120000"/>
              </a:lnSpc>
            </a:pPr>
            <a:r>
              <a:rPr lang="zh-CN" altLang="en-US" sz="2400" b="1" dirty="0">
                <a:solidFill>
                  <a:srgbClr val="8F58A0"/>
                </a:solidFill>
              </a:rPr>
              <a:t>添加标题</a:t>
            </a:r>
            <a:endParaRPr lang="en-US" altLang="zh-CN" sz="2400" b="1" dirty="0">
              <a:solidFill>
                <a:srgbClr val="8F58A0"/>
              </a:solidFill>
            </a:endParaRPr>
          </a:p>
          <a:p>
            <a:pPr>
              <a:lnSpc>
                <a:spcPct val="120000"/>
              </a:lnSpc>
            </a:pPr>
            <a:r>
              <a:rPr lang="zh-CN" altLang="en-US" sz="1600" dirty="0">
                <a:solidFill>
                  <a:schemeClr val="tx1">
                    <a:lumMod val="65000"/>
                    <a:lumOff val="35000"/>
                  </a:schemeClr>
                </a:solidFill>
              </a:rPr>
              <a:t>添加内容添加内容</a:t>
            </a:r>
          </a:p>
        </p:txBody>
      </p:sp>
      <p:sp>
        <p:nvSpPr>
          <p:cNvPr id="76" name="Freeform 9"/>
          <p:cNvSpPr>
            <a:spLocks noEditPoints="1"/>
          </p:cNvSpPr>
          <p:nvPr/>
        </p:nvSpPr>
        <p:spPr bwMode="auto">
          <a:xfrm>
            <a:off x="8277473" y="2660007"/>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8F58A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7" name="矩形 39"/>
          <p:cNvSpPr/>
          <p:nvPr/>
        </p:nvSpPr>
        <p:spPr>
          <a:xfrm>
            <a:off x="0" y="203088"/>
            <a:ext cx="2492990" cy="523220"/>
          </a:xfrm>
          <a:prstGeom prst="rect">
            <a:avLst/>
          </a:prstGeom>
          <a:noFill/>
        </p:spPr>
        <p:txBody>
          <a:bodyPr wrap="none" rtlCol="0">
            <a:spAutoFit/>
          </a:bodyPr>
          <a:lstStyle/>
          <a:p>
            <a:r>
              <a:rPr lang="zh-CN" altLang="en-US" sz="2800" b="1" dirty="0">
                <a:solidFill>
                  <a:schemeClr val="tx1">
                    <a:lumMod val="65000"/>
                    <a:lumOff val="35000"/>
                  </a:schemeClr>
                </a:solidFill>
              </a:rPr>
              <a:t>六项循环</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并列</a:t>
            </a:r>
            <a:endParaRPr lang="zh-CN" altLang="zh-CN" sz="2800" b="1" dirty="0">
              <a:solidFill>
                <a:schemeClr val="tx1">
                  <a:lumMod val="65000"/>
                  <a:lumOff val="35000"/>
                </a:schemeClr>
              </a:solidFill>
            </a:endParaRPr>
          </a:p>
        </p:txBody>
      </p:sp>
      <p:sp>
        <p:nvSpPr>
          <p:cNvPr id="79" name="文本框 78"/>
          <p:cNvSpPr txBox="1"/>
          <p:nvPr/>
        </p:nvSpPr>
        <p:spPr>
          <a:xfrm>
            <a:off x="4139317" y="1058393"/>
            <a:ext cx="3913366"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80" name="Rectangle 58"/>
          <p:cNvSpPr/>
          <p:nvPr/>
        </p:nvSpPr>
        <p:spPr>
          <a:xfrm>
            <a:off x="3614043" y="1478661"/>
            <a:ext cx="4963915"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单击此处添加副标题</a:t>
            </a:r>
          </a:p>
        </p:txBody>
      </p:sp>
    </p:spTree>
    <p:extLst>
      <p:ext uri="{BB962C8B-B14F-4D97-AF65-F5344CB8AC3E}">
        <p14:creationId xmlns:p14="http://schemas.microsoft.com/office/powerpoint/2010/main" val="2143160366"/>
      </p:ext>
    </p:extLst>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 name="Freeform 46"/>
          <p:cNvSpPr>
            <a:spLocks/>
          </p:cNvSpPr>
          <p:nvPr/>
        </p:nvSpPr>
        <p:spPr bwMode="auto">
          <a:xfrm>
            <a:off x="5812094" y="1555175"/>
            <a:ext cx="1182687" cy="1195388"/>
          </a:xfrm>
          <a:custGeom>
            <a:avLst/>
            <a:gdLst>
              <a:gd name="T0" fmla="*/ 87 w 87"/>
              <a:gd name="T1" fmla="*/ 44 h 88"/>
              <a:gd name="T2" fmla="*/ 43 w 87"/>
              <a:gd name="T3" fmla="*/ 88 h 88"/>
              <a:gd name="T4" fmla="*/ 0 w 87"/>
              <a:gd name="T5" fmla="*/ 44 h 88"/>
              <a:gd name="T6" fmla="*/ 44 w 87"/>
              <a:gd name="T7" fmla="*/ 0 h 88"/>
              <a:gd name="T8" fmla="*/ 87 w 87"/>
              <a:gd name="T9" fmla="*/ 44 h 88"/>
            </a:gdLst>
            <a:ahLst/>
            <a:cxnLst>
              <a:cxn ang="0">
                <a:pos x="T0" y="T1"/>
              </a:cxn>
              <a:cxn ang="0">
                <a:pos x="T2" y="T3"/>
              </a:cxn>
              <a:cxn ang="0">
                <a:pos x="T4" y="T5"/>
              </a:cxn>
              <a:cxn ang="0">
                <a:pos x="T6" y="T7"/>
              </a:cxn>
              <a:cxn ang="0">
                <a:pos x="T8" y="T9"/>
              </a:cxn>
            </a:cxnLst>
            <a:rect l="0" t="0" r="r" b="b"/>
            <a:pathLst>
              <a:path w="87" h="88">
                <a:moveTo>
                  <a:pt x="87" y="44"/>
                </a:moveTo>
                <a:cubicBezTo>
                  <a:pt x="87" y="68"/>
                  <a:pt x="68" y="88"/>
                  <a:pt x="43" y="88"/>
                </a:cubicBezTo>
                <a:cubicBezTo>
                  <a:pt x="19" y="87"/>
                  <a:pt x="0" y="68"/>
                  <a:pt x="0" y="44"/>
                </a:cubicBezTo>
                <a:cubicBezTo>
                  <a:pt x="0" y="20"/>
                  <a:pt x="20" y="0"/>
                  <a:pt x="44" y="0"/>
                </a:cubicBezTo>
                <a:cubicBezTo>
                  <a:pt x="68" y="0"/>
                  <a:pt x="87" y="20"/>
                  <a:pt x="87" y="44"/>
                </a:cubicBez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47"/>
          <p:cNvSpPr>
            <a:spLocks/>
          </p:cNvSpPr>
          <p:nvPr/>
        </p:nvSpPr>
        <p:spPr bwMode="auto">
          <a:xfrm>
            <a:off x="6723319" y="3117275"/>
            <a:ext cx="938212" cy="923925"/>
          </a:xfrm>
          <a:custGeom>
            <a:avLst/>
            <a:gdLst>
              <a:gd name="T0" fmla="*/ 68 w 69"/>
              <a:gd name="T1" fmla="*/ 34 h 68"/>
              <a:gd name="T2" fmla="*/ 34 w 69"/>
              <a:gd name="T3" fmla="*/ 68 h 68"/>
              <a:gd name="T4" fmla="*/ 0 w 69"/>
              <a:gd name="T5" fmla="*/ 34 h 68"/>
              <a:gd name="T6" fmla="*/ 34 w 69"/>
              <a:gd name="T7" fmla="*/ 0 h 68"/>
              <a:gd name="T8" fmla="*/ 68 w 69"/>
              <a:gd name="T9" fmla="*/ 34 h 68"/>
            </a:gdLst>
            <a:ahLst/>
            <a:cxnLst>
              <a:cxn ang="0">
                <a:pos x="T0" y="T1"/>
              </a:cxn>
              <a:cxn ang="0">
                <a:pos x="T2" y="T3"/>
              </a:cxn>
              <a:cxn ang="0">
                <a:pos x="T4" y="T5"/>
              </a:cxn>
              <a:cxn ang="0">
                <a:pos x="T6" y="T7"/>
              </a:cxn>
              <a:cxn ang="0">
                <a:pos x="T8" y="T9"/>
              </a:cxn>
            </a:cxnLst>
            <a:rect l="0" t="0" r="r" b="b"/>
            <a:pathLst>
              <a:path w="69" h="68">
                <a:moveTo>
                  <a:pt x="68" y="34"/>
                </a:moveTo>
                <a:cubicBezTo>
                  <a:pt x="68" y="53"/>
                  <a:pt x="53" y="68"/>
                  <a:pt x="34" y="68"/>
                </a:cubicBezTo>
                <a:cubicBezTo>
                  <a:pt x="15" y="68"/>
                  <a:pt x="0" y="53"/>
                  <a:pt x="0" y="34"/>
                </a:cubicBezTo>
                <a:cubicBezTo>
                  <a:pt x="0" y="15"/>
                  <a:pt x="15" y="0"/>
                  <a:pt x="34" y="0"/>
                </a:cubicBezTo>
                <a:cubicBezTo>
                  <a:pt x="53" y="0"/>
                  <a:pt x="69" y="15"/>
                  <a:pt x="68" y="34"/>
                </a:cubicBezTo>
                <a:close/>
              </a:path>
            </a:pathLst>
          </a:custGeom>
          <a:solidFill>
            <a:srgbClr val="F26D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48"/>
          <p:cNvSpPr>
            <a:spLocks/>
          </p:cNvSpPr>
          <p:nvPr/>
        </p:nvSpPr>
        <p:spPr bwMode="auto">
          <a:xfrm>
            <a:off x="4670682" y="2914075"/>
            <a:ext cx="842962" cy="855663"/>
          </a:xfrm>
          <a:custGeom>
            <a:avLst/>
            <a:gdLst>
              <a:gd name="T0" fmla="*/ 62 w 62"/>
              <a:gd name="T1" fmla="*/ 32 h 63"/>
              <a:gd name="T2" fmla="*/ 31 w 62"/>
              <a:gd name="T3" fmla="*/ 62 h 63"/>
              <a:gd name="T4" fmla="*/ 0 w 62"/>
              <a:gd name="T5" fmla="*/ 31 h 63"/>
              <a:gd name="T6" fmla="*/ 31 w 62"/>
              <a:gd name="T7" fmla="*/ 1 h 63"/>
              <a:gd name="T8" fmla="*/ 62 w 62"/>
              <a:gd name="T9" fmla="*/ 32 h 63"/>
            </a:gdLst>
            <a:ahLst/>
            <a:cxnLst>
              <a:cxn ang="0">
                <a:pos x="T0" y="T1"/>
              </a:cxn>
              <a:cxn ang="0">
                <a:pos x="T2" y="T3"/>
              </a:cxn>
              <a:cxn ang="0">
                <a:pos x="T4" y="T5"/>
              </a:cxn>
              <a:cxn ang="0">
                <a:pos x="T6" y="T7"/>
              </a:cxn>
              <a:cxn ang="0">
                <a:pos x="T8" y="T9"/>
              </a:cxn>
            </a:cxnLst>
            <a:rect l="0" t="0" r="r" b="b"/>
            <a:pathLst>
              <a:path w="62" h="63">
                <a:moveTo>
                  <a:pt x="62" y="32"/>
                </a:moveTo>
                <a:cubicBezTo>
                  <a:pt x="62" y="49"/>
                  <a:pt x="48" y="63"/>
                  <a:pt x="31" y="62"/>
                </a:cubicBezTo>
                <a:cubicBezTo>
                  <a:pt x="14" y="62"/>
                  <a:pt x="0" y="48"/>
                  <a:pt x="0" y="31"/>
                </a:cubicBezTo>
                <a:cubicBezTo>
                  <a:pt x="0" y="14"/>
                  <a:pt x="14" y="0"/>
                  <a:pt x="31" y="1"/>
                </a:cubicBezTo>
                <a:cubicBezTo>
                  <a:pt x="49" y="1"/>
                  <a:pt x="62" y="15"/>
                  <a:pt x="62" y="32"/>
                </a:cubicBezTo>
                <a:close/>
              </a:path>
            </a:pathLst>
          </a:custGeom>
          <a:solidFill>
            <a:srgbClr val="AA7B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Freeform 61"/>
          <p:cNvSpPr>
            <a:spLocks/>
          </p:cNvSpPr>
          <p:nvPr/>
        </p:nvSpPr>
        <p:spPr bwMode="auto">
          <a:xfrm>
            <a:off x="7647244" y="2396550"/>
            <a:ext cx="612775" cy="612775"/>
          </a:xfrm>
          <a:custGeom>
            <a:avLst/>
            <a:gdLst>
              <a:gd name="T0" fmla="*/ 45 w 45"/>
              <a:gd name="T1" fmla="*/ 23 h 45"/>
              <a:gd name="T2" fmla="*/ 23 w 45"/>
              <a:gd name="T3" fmla="*/ 45 h 45"/>
              <a:gd name="T4" fmla="*/ 0 w 45"/>
              <a:gd name="T5" fmla="*/ 23 h 45"/>
              <a:gd name="T6" fmla="*/ 23 w 45"/>
              <a:gd name="T7" fmla="*/ 0 h 45"/>
              <a:gd name="T8" fmla="*/ 45 w 45"/>
              <a:gd name="T9" fmla="*/ 23 h 45"/>
            </a:gdLst>
            <a:ahLst/>
            <a:cxnLst>
              <a:cxn ang="0">
                <a:pos x="T0" y="T1"/>
              </a:cxn>
              <a:cxn ang="0">
                <a:pos x="T2" y="T3"/>
              </a:cxn>
              <a:cxn ang="0">
                <a:pos x="T4" y="T5"/>
              </a:cxn>
              <a:cxn ang="0">
                <a:pos x="T6" y="T7"/>
              </a:cxn>
              <a:cxn ang="0">
                <a:pos x="T8" y="T9"/>
              </a:cxn>
            </a:cxnLst>
            <a:rect l="0" t="0" r="r" b="b"/>
            <a:pathLst>
              <a:path w="45" h="45">
                <a:moveTo>
                  <a:pt x="45" y="23"/>
                </a:moveTo>
                <a:cubicBezTo>
                  <a:pt x="45" y="35"/>
                  <a:pt x="35" y="45"/>
                  <a:pt x="23" y="45"/>
                </a:cubicBezTo>
                <a:cubicBezTo>
                  <a:pt x="10" y="45"/>
                  <a:pt x="0" y="35"/>
                  <a:pt x="0" y="23"/>
                </a:cubicBezTo>
                <a:cubicBezTo>
                  <a:pt x="0" y="10"/>
                  <a:pt x="10" y="0"/>
                  <a:pt x="23" y="0"/>
                </a:cubicBezTo>
                <a:cubicBezTo>
                  <a:pt x="35" y="0"/>
                  <a:pt x="45" y="11"/>
                  <a:pt x="45" y="23"/>
                </a:cubicBez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83"/>
          <p:cNvSpPr>
            <a:spLocks/>
          </p:cNvSpPr>
          <p:nvPr/>
        </p:nvSpPr>
        <p:spPr bwMode="auto">
          <a:xfrm>
            <a:off x="3759457" y="3144263"/>
            <a:ext cx="842962" cy="842963"/>
          </a:xfrm>
          <a:custGeom>
            <a:avLst/>
            <a:gdLst>
              <a:gd name="T0" fmla="*/ 62 w 62"/>
              <a:gd name="T1" fmla="*/ 31 h 62"/>
              <a:gd name="T2" fmla="*/ 31 w 62"/>
              <a:gd name="T3" fmla="*/ 62 h 62"/>
              <a:gd name="T4" fmla="*/ 0 w 62"/>
              <a:gd name="T5" fmla="*/ 30 h 62"/>
              <a:gd name="T6" fmla="*/ 31 w 62"/>
              <a:gd name="T7" fmla="*/ 0 h 62"/>
              <a:gd name="T8" fmla="*/ 62 w 62"/>
              <a:gd name="T9" fmla="*/ 31 h 62"/>
            </a:gdLst>
            <a:ahLst/>
            <a:cxnLst>
              <a:cxn ang="0">
                <a:pos x="T0" y="T1"/>
              </a:cxn>
              <a:cxn ang="0">
                <a:pos x="T2" y="T3"/>
              </a:cxn>
              <a:cxn ang="0">
                <a:pos x="T4" y="T5"/>
              </a:cxn>
              <a:cxn ang="0">
                <a:pos x="T6" y="T7"/>
              </a:cxn>
              <a:cxn ang="0">
                <a:pos x="T8" y="T9"/>
              </a:cxn>
            </a:cxnLst>
            <a:rect l="0" t="0" r="r" b="b"/>
            <a:pathLst>
              <a:path w="62" h="62">
                <a:moveTo>
                  <a:pt x="62" y="31"/>
                </a:moveTo>
                <a:cubicBezTo>
                  <a:pt x="62" y="48"/>
                  <a:pt x="48" y="62"/>
                  <a:pt x="31" y="62"/>
                </a:cubicBezTo>
                <a:cubicBezTo>
                  <a:pt x="14" y="61"/>
                  <a:pt x="0" y="48"/>
                  <a:pt x="0" y="30"/>
                </a:cubicBezTo>
                <a:cubicBezTo>
                  <a:pt x="0" y="13"/>
                  <a:pt x="14" y="0"/>
                  <a:pt x="31" y="0"/>
                </a:cubicBezTo>
                <a:cubicBezTo>
                  <a:pt x="48" y="0"/>
                  <a:pt x="62" y="14"/>
                  <a:pt x="62" y="31"/>
                </a:cubicBezTo>
                <a:close/>
              </a:path>
            </a:pathLst>
          </a:custGeom>
          <a:solidFill>
            <a:srgbClr val="9BBB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84"/>
          <p:cNvSpPr>
            <a:spLocks/>
          </p:cNvSpPr>
          <p:nvPr/>
        </p:nvSpPr>
        <p:spPr bwMode="auto">
          <a:xfrm>
            <a:off x="4562732" y="1690113"/>
            <a:ext cx="842962" cy="855663"/>
          </a:xfrm>
          <a:custGeom>
            <a:avLst/>
            <a:gdLst>
              <a:gd name="T0" fmla="*/ 62 w 62"/>
              <a:gd name="T1" fmla="*/ 32 h 63"/>
              <a:gd name="T2" fmla="*/ 31 w 62"/>
              <a:gd name="T3" fmla="*/ 62 h 63"/>
              <a:gd name="T4" fmla="*/ 0 w 62"/>
              <a:gd name="T5" fmla="*/ 31 h 63"/>
              <a:gd name="T6" fmla="*/ 31 w 62"/>
              <a:gd name="T7" fmla="*/ 0 h 63"/>
              <a:gd name="T8" fmla="*/ 62 w 62"/>
              <a:gd name="T9" fmla="*/ 32 h 63"/>
            </a:gdLst>
            <a:ahLst/>
            <a:cxnLst>
              <a:cxn ang="0">
                <a:pos x="T0" y="T1"/>
              </a:cxn>
              <a:cxn ang="0">
                <a:pos x="T2" y="T3"/>
              </a:cxn>
              <a:cxn ang="0">
                <a:pos x="T4" y="T5"/>
              </a:cxn>
              <a:cxn ang="0">
                <a:pos x="T6" y="T7"/>
              </a:cxn>
              <a:cxn ang="0">
                <a:pos x="T8" y="T9"/>
              </a:cxn>
            </a:cxnLst>
            <a:rect l="0" t="0" r="r" b="b"/>
            <a:pathLst>
              <a:path w="62" h="63">
                <a:moveTo>
                  <a:pt x="62" y="32"/>
                </a:moveTo>
                <a:cubicBezTo>
                  <a:pt x="62" y="49"/>
                  <a:pt x="48" y="63"/>
                  <a:pt x="31" y="62"/>
                </a:cubicBezTo>
                <a:cubicBezTo>
                  <a:pt x="14" y="62"/>
                  <a:pt x="0" y="48"/>
                  <a:pt x="0" y="31"/>
                </a:cubicBezTo>
                <a:cubicBezTo>
                  <a:pt x="0" y="14"/>
                  <a:pt x="14" y="0"/>
                  <a:pt x="31" y="0"/>
                </a:cubicBezTo>
                <a:cubicBezTo>
                  <a:pt x="48" y="1"/>
                  <a:pt x="62" y="14"/>
                  <a:pt x="62" y="32"/>
                </a:cubicBezTo>
                <a:close/>
              </a:path>
            </a:pathLst>
          </a:custGeom>
          <a:solidFill>
            <a:srgbClr val="936C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157"/>
          <p:cNvSpPr>
            <a:spLocks/>
          </p:cNvSpPr>
          <p:nvPr/>
        </p:nvSpPr>
        <p:spPr bwMode="auto">
          <a:xfrm>
            <a:off x="1280202" y="4151304"/>
            <a:ext cx="8825351" cy="2706696"/>
          </a:xfrm>
          <a:custGeom>
            <a:avLst/>
            <a:gdLst>
              <a:gd name="T0" fmla="*/ 2317 w 2317"/>
              <a:gd name="T1" fmla="*/ 632 h 1203"/>
              <a:gd name="T2" fmla="*/ 0 w 2317"/>
              <a:gd name="T3" fmla="*/ 802 h 1203"/>
              <a:gd name="T4" fmla="*/ 0 w 2317"/>
              <a:gd name="T5" fmla="*/ 1203 h 1203"/>
              <a:gd name="T6" fmla="*/ 2317 w 2317"/>
              <a:gd name="T7" fmla="*/ 1203 h 1203"/>
              <a:gd name="T8" fmla="*/ 2317 w 2317"/>
              <a:gd name="T9" fmla="*/ 632 h 1203"/>
            </a:gdLst>
            <a:ahLst/>
            <a:cxnLst>
              <a:cxn ang="0">
                <a:pos x="T0" y="T1"/>
              </a:cxn>
              <a:cxn ang="0">
                <a:pos x="T2" y="T3"/>
              </a:cxn>
              <a:cxn ang="0">
                <a:pos x="T4" y="T5"/>
              </a:cxn>
              <a:cxn ang="0">
                <a:pos x="T6" y="T7"/>
              </a:cxn>
              <a:cxn ang="0">
                <a:pos x="T8" y="T9"/>
              </a:cxn>
            </a:cxnLst>
            <a:rect l="0" t="0" r="r" b="b"/>
            <a:pathLst>
              <a:path w="2317" h="1203">
                <a:moveTo>
                  <a:pt x="2317" y="632"/>
                </a:moveTo>
                <a:cubicBezTo>
                  <a:pt x="2317" y="632"/>
                  <a:pt x="1193" y="0"/>
                  <a:pt x="0" y="802"/>
                </a:cubicBezTo>
                <a:cubicBezTo>
                  <a:pt x="0" y="1203"/>
                  <a:pt x="0" y="1203"/>
                  <a:pt x="0" y="1203"/>
                </a:cubicBezTo>
                <a:cubicBezTo>
                  <a:pt x="2317" y="1203"/>
                  <a:pt x="2317" y="1203"/>
                  <a:pt x="2317" y="1203"/>
                </a:cubicBezTo>
                <a:cubicBezTo>
                  <a:pt x="2317" y="632"/>
                  <a:pt x="2317" y="632"/>
                  <a:pt x="2317" y="632"/>
                </a:cubicBezTo>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 name="Freeform 159"/>
          <p:cNvSpPr>
            <a:spLocks/>
          </p:cNvSpPr>
          <p:nvPr/>
        </p:nvSpPr>
        <p:spPr bwMode="auto">
          <a:xfrm>
            <a:off x="0" y="4977818"/>
            <a:ext cx="12191999" cy="2474921"/>
          </a:xfrm>
          <a:custGeom>
            <a:avLst/>
            <a:gdLst>
              <a:gd name="T0" fmla="*/ 0 w 3200"/>
              <a:gd name="T1" fmla="*/ 120 h 1100"/>
              <a:gd name="T2" fmla="*/ 1504 w 3200"/>
              <a:gd name="T3" fmla="*/ 471 h 1100"/>
              <a:gd name="T4" fmla="*/ 3200 w 3200"/>
              <a:gd name="T5" fmla="*/ 811 h 1100"/>
              <a:gd name="T6" fmla="*/ 3200 w 3200"/>
              <a:gd name="T7" fmla="*/ 1100 h 1100"/>
              <a:gd name="T8" fmla="*/ 0 w 3200"/>
              <a:gd name="T9" fmla="*/ 1100 h 1100"/>
              <a:gd name="T10" fmla="*/ 0 w 3200"/>
              <a:gd name="T11" fmla="*/ 120 h 1100"/>
            </a:gdLst>
            <a:ahLst/>
            <a:cxnLst>
              <a:cxn ang="0">
                <a:pos x="T0" y="T1"/>
              </a:cxn>
              <a:cxn ang="0">
                <a:pos x="T2" y="T3"/>
              </a:cxn>
              <a:cxn ang="0">
                <a:pos x="T4" y="T5"/>
              </a:cxn>
              <a:cxn ang="0">
                <a:pos x="T6" y="T7"/>
              </a:cxn>
              <a:cxn ang="0">
                <a:pos x="T8" y="T9"/>
              </a:cxn>
              <a:cxn ang="0">
                <a:pos x="T10" y="T11"/>
              </a:cxn>
            </a:cxnLst>
            <a:rect l="0" t="0" r="r" b="b"/>
            <a:pathLst>
              <a:path w="3200" h="1100">
                <a:moveTo>
                  <a:pt x="0" y="120"/>
                </a:moveTo>
                <a:cubicBezTo>
                  <a:pt x="0" y="120"/>
                  <a:pt x="753" y="0"/>
                  <a:pt x="1504" y="471"/>
                </a:cubicBezTo>
                <a:cubicBezTo>
                  <a:pt x="2255" y="942"/>
                  <a:pt x="3200" y="811"/>
                  <a:pt x="3200" y="811"/>
                </a:cubicBezTo>
                <a:cubicBezTo>
                  <a:pt x="3200" y="1100"/>
                  <a:pt x="3200" y="1100"/>
                  <a:pt x="3200" y="1100"/>
                </a:cubicBezTo>
                <a:cubicBezTo>
                  <a:pt x="0" y="1100"/>
                  <a:pt x="0" y="1100"/>
                  <a:pt x="0" y="1100"/>
                </a:cubicBezTo>
                <a:cubicBezTo>
                  <a:pt x="0" y="120"/>
                  <a:pt x="0" y="120"/>
                  <a:pt x="0" y="120"/>
                </a:cubicBezTo>
              </a:path>
            </a:pathLst>
          </a:custGeom>
          <a:solidFill>
            <a:srgbClr val="9BBB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 name="Freeform 5"/>
          <p:cNvSpPr>
            <a:spLocks/>
          </p:cNvSpPr>
          <p:nvPr/>
        </p:nvSpPr>
        <p:spPr bwMode="auto">
          <a:xfrm>
            <a:off x="4440494" y="2356863"/>
            <a:ext cx="3614737" cy="4348163"/>
          </a:xfrm>
          <a:custGeom>
            <a:avLst/>
            <a:gdLst>
              <a:gd name="T0" fmla="*/ 195 w 266"/>
              <a:gd name="T1" fmla="*/ 38 h 320"/>
              <a:gd name="T2" fmla="*/ 206 w 266"/>
              <a:gd name="T3" fmla="*/ 44 h 320"/>
              <a:gd name="T4" fmla="*/ 161 w 266"/>
              <a:gd name="T5" fmla="*/ 56 h 320"/>
              <a:gd name="T6" fmla="*/ 137 w 266"/>
              <a:gd name="T7" fmla="*/ 116 h 320"/>
              <a:gd name="T8" fmla="*/ 137 w 266"/>
              <a:gd name="T9" fmla="*/ 201 h 320"/>
              <a:gd name="T10" fmla="*/ 160 w 266"/>
              <a:gd name="T11" fmla="*/ 203 h 320"/>
              <a:gd name="T12" fmla="*/ 186 w 266"/>
              <a:gd name="T13" fmla="*/ 139 h 320"/>
              <a:gd name="T14" fmla="*/ 191 w 266"/>
              <a:gd name="T15" fmla="*/ 139 h 320"/>
              <a:gd name="T16" fmla="*/ 198 w 266"/>
              <a:gd name="T17" fmla="*/ 140 h 320"/>
              <a:gd name="T18" fmla="*/ 193 w 266"/>
              <a:gd name="T19" fmla="*/ 159 h 320"/>
              <a:gd name="T20" fmla="*/ 225 w 266"/>
              <a:gd name="T21" fmla="*/ 138 h 320"/>
              <a:gd name="T22" fmla="*/ 229 w 266"/>
              <a:gd name="T23" fmla="*/ 139 h 320"/>
              <a:gd name="T24" fmla="*/ 250 w 266"/>
              <a:gd name="T25" fmla="*/ 127 h 320"/>
              <a:gd name="T26" fmla="*/ 266 w 266"/>
              <a:gd name="T27" fmla="*/ 134 h 320"/>
              <a:gd name="T28" fmla="*/ 251 w 266"/>
              <a:gd name="T29" fmla="*/ 140 h 320"/>
              <a:gd name="T30" fmla="*/ 217 w 266"/>
              <a:gd name="T31" fmla="*/ 157 h 320"/>
              <a:gd name="T32" fmla="*/ 182 w 266"/>
              <a:gd name="T33" fmla="*/ 191 h 320"/>
              <a:gd name="T34" fmla="*/ 166 w 266"/>
              <a:gd name="T35" fmla="*/ 287 h 320"/>
              <a:gd name="T36" fmla="*/ 211 w 266"/>
              <a:gd name="T37" fmla="*/ 300 h 320"/>
              <a:gd name="T38" fmla="*/ 238 w 266"/>
              <a:gd name="T39" fmla="*/ 310 h 320"/>
              <a:gd name="T40" fmla="*/ 193 w 266"/>
              <a:gd name="T41" fmla="*/ 309 h 320"/>
              <a:gd name="T42" fmla="*/ 113 w 266"/>
              <a:gd name="T43" fmla="*/ 309 h 320"/>
              <a:gd name="T44" fmla="*/ 76 w 266"/>
              <a:gd name="T45" fmla="*/ 310 h 320"/>
              <a:gd name="T46" fmla="*/ 26 w 266"/>
              <a:gd name="T47" fmla="*/ 309 h 320"/>
              <a:gd name="T48" fmla="*/ 102 w 266"/>
              <a:gd name="T49" fmla="*/ 294 h 320"/>
              <a:gd name="T50" fmla="*/ 92 w 266"/>
              <a:gd name="T51" fmla="*/ 177 h 320"/>
              <a:gd name="T52" fmla="*/ 27 w 266"/>
              <a:gd name="T53" fmla="*/ 131 h 320"/>
              <a:gd name="T54" fmla="*/ 7 w 266"/>
              <a:gd name="T55" fmla="*/ 122 h 320"/>
              <a:gd name="T56" fmla="*/ 14 w 266"/>
              <a:gd name="T57" fmla="*/ 107 h 320"/>
              <a:gd name="T58" fmla="*/ 17 w 266"/>
              <a:gd name="T59" fmla="*/ 106 h 320"/>
              <a:gd name="T60" fmla="*/ 22 w 266"/>
              <a:gd name="T61" fmla="*/ 124 h 320"/>
              <a:gd name="T62" fmla="*/ 47 w 266"/>
              <a:gd name="T63" fmla="*/ 135 h 320"/>
              <a:gd name="T64" fmla="*/ 38 w 266"/>
              <a:gd name="T65" fmla="*/ 108 h 320"/>
              <a:gd name="T66" fmla="*/ 70 w 266"/>
              <a:gd name="T67" fmla="*/ 104 h 320"/>
              <a:gd name="T68" fmla="*/ 73 w 266"/>
              <a:gd name="T69" fmla="*/ 138 h 320"/>
              <a:gd name="T70" fmla="*/ 108 w 266"/>
              <a:gd name="T71" fmla="*/ 161 h 320"/>
              <a:gd name="T72" fmla="*/ 117 w 266"/>
              <a:gd name="T73" fmla="*/ 114 h 320"/>
              <a:gd name="T74" fmla="*/ 91 w 266"/>
              <a:gd name="T75" fmla="*/ 72 h 320"/>
              <a:gd name="T76" fmla="*/ 68 w 266"/>
              <a:gd name="T77" fmla="*/ 35 h 320"/>
              <a:gd name="T78" fmla="*/ 41 w 266"/>
              <a:gd name="T79" fmla="*/ 27 h 320"/>
              <a:gd name="T80" fmla="*/ 56 w 266"/>
              <a:gd name="T81" fmla="*/ 15 h 320"/>
              <a:gd name="T82" fmla="*/ 62 w 266"/>
              <a:gd name="T83" fmla="*/ 29 h 320"/>
              <a:gd name="T84" fmla="*/ 81 w 266"/>
              <a:gd name="T85" fmla="*/ 15 h 320"/>
              <a:gd name="T86" fmla="*/ 82 w 266"/>
              <a:gd name="T87" fmla="*/ 12 h 320"/>
              <a:gd name="T88" fmla="*/ 90 w 266"/>
              <a:gd name="T89" fmla="*/ 16 h 320"/>
              <a:gd name="T90" fmla="*/ 89 w 266"/>
              <a:gd name="T91" fmla="*/ 49 h 320"/>
              <a:gd name="T92" fmla="*/ 125 w 266"/>
              <a:gd name="T93" fmla="*/ 104 h 320"/>
              <a:gd name="T94" fmla="*/ 110 w 266"/>
              <a:gd name="T95" fmla="*/ 58 h 320"/>
              <a:gd name="T96" fmla="*/ 117 w 266"/>
              <a:gd name="T97" fmla="*/ 53 h 320"/>
              <a:gd name="T98" fmla="*/ 124 w 266"/>
              <a:gd name="T99" fmla="*/ 56 h 320"/>
              <a:gd name="T100" fmla="*/ 155 w 266"/>
              <a:gd name="T101" fmla="*/ 31 h 320"/>
              <a:gd name="T102" fmla="*/ 176 w 266"/>
              <a:gd name="T103" fmla="*/ 47 h 320"/>
              <a:gd name="T104" fmla="*/ 194 w 266"/>
              <a:gd name="T105" fmla="*/ 32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6" h="320">
                <a:moveTo>
                  <a:pt x="194" y="32"/>
                </a:moveTo>
                <a:cubicBezTo>
                  <a:pt x="198" y="31"/>
                  <a:pt x="196" y="36"/>
                  <a:pt x="195" y="38"/>
                </a:cubicBezTo>
                <a:cubicBezTo>
                  <a:pt x="193" y="42"/>
                  <a:pt x="193" y="43"/>
                  <a:pt x="198" y="43"/>
                </a:cubicBezTo>
                <a:cubicBezTo>
                  <a:pt x="200" y="43"/>
                  <a:pt x="206" y="42"/>
                  <a:pt x="206" y="44"/>
                </a:cubicBezTo>
                <a:cubicBezTo>
                  <a:pt x="207" y="47"/>
                  <a:pt x="201" y="47"/>
                  <a:pt x="199" y="47"/>
                </a:cubicBezTo>
                <a:cubicBezTo>
                  <a:pt x="186" y="48"/>
                  <a:pt x="173" y="49"/>
                  <a:pt x="161" y="56"/>
                </a:cubicBezTo>
                <a:cubicBezTo>
                  <a:pt x="155" y="59"/>
                  <a:pt x="151" y="67"/>
                  <a:pt x="149" y="73"/>
                </a:cubicBezTo>
                <a:cubicBezTo>
                  <a:pt x="142" y="86"/>
                  <a:pt x="140" y="101"/>
                  <a:pt x="137" y="116"/>
                </a:cubicBezTo>
                <a:cubicBezTo>
                  <a:pt x="134" y="131"/>
                  <a:pt x="130" y="149"/>
                  <a:pt x="132" y="164"/>
                </a:cubicBezTo>
                <a:cubicBezTo>
                  <a:pt x="134" y="176"/>
                  <a:pt x="135" y="190"/>
                  <a:pt x="137" y="201"/>
                </a:cubicBezTo>
                <a:cubicBezTo>
                  <a:pt x="139" y="206"/>
                  <a:pt x="140" y="212"/>
                  <a:pt x="145" y="214"/>
                </a:cubicBezTo>
                <a:cubicBezTo>
                  <a:pt x="152" y="218"/>
                  <a:pt x="157" y="208"/>
                  <a:pt x="160" y="203"/>
                </a:cubicBezTo>
                <a:cubicBezTo>
                  <a:pt x="171" y="188"/>
                  <a:pt x="185" y="175"/>
                  <a:pt x="186" y="154"/>
                </a:cubicBezTo>
                <a:cubicBezTo>
                  <a:pt x="186" y="150"/>
                  <a:pt x="187" y="144"/>
                  <a:pt x="186" y="139"/>
                </a:cubicBezTo>
                <a:cubicBezTo>
                  <a:pt x="185" y="134"/>
                  <a:pt x="182" y="130"/>
                  <a:pt x="182" y="125"/>
                </a:cubicBezTo>
                <a:cubicBezTo>
                  <a:pt x="187" y="128"/>
                  <a:pt x="186" y="136"/>
                  <a:pt x="191" y="139"/>
                </a:cubicBezTo>
                <a:cubicBezTo>
                  <a:pt x="198" y="143"/>
                  <a:pt x="201" y="132"/>
                  <a:pt x="205" y="135"/>
                </a:cubicBezTo>
                <a:cubicBezTo>
                  <a:pt x="207" y="136"/>
                  <a:pt x="198" y="140"/>
                  <a:pt x="198" y="140"/>
                </a:cubicBezTo>
                <a:cubicBezTo>
                  <a:pt x="194" y="143"/>
                  <a:pt x="192" y="142"/>
                  <a:pt x="190" y="147"/>
                </a:cubicBezTo>
                <a:cubicBezTo>
                  <a:pt x="189" y="151"/>
                  <a:pt x="190" y="157"/>
                  <a:pt x="193" y="159"/>
                </a:cubicBezTo>
                <a:cubicBezTo>
                  <a:pt x="198" y="163"/>
                  <a:pt x="201" y="160"/>
                  <a:pt x="205" y="158"/>
                </a:cubicBezTo>
                <a:cubicBezTo>
                  <a:pt x="214" y="154"/>
                  <a:pt x="222" y="148"/>
                  <a:pt x="225" y="138"/>
                </a:cubicBezTo>
                <a:cubicBezTo>
                  <a:pt x="227" y="134"/>
                  <a:pt x="226" y="119"/>
                  <a:pt x="234" y="120"/>
                </a:cubicBezTo>
                <a:cubicBezTo>
                  <a:pt x="234" y="127"/>
                  <a:pt x="229" y="132"/>
                  <a:pt x="229" y="139"/>
                </a:cubicBezTo>
                <a:cubicBezTo>
                  <a:pt x="234" y="139"/>
                  <a:pt x="246" y="141"/>
                  <a:pt x="248" y="134"/>
                </a:cubicBezTo>
                <a:cubicBezTo>
                  <a:pt x="249" y="132"/>
                  <a:pt x="246" y="126"/>
                  <a:pt x="250" y="127"/>
                </a:cubicBezTo>
                <a:cubicBezTo>
                  <a:pt x="252" y="127"/>
                  <a:pt x="252" y="133"/>
                  <a:pt x="254" y="134"/>
                </a:cubicBezTo>
                <a:cubicBezTo>
                  <a:pt x="257" y="136"/>
                  <a:pt x="262" y="134"/>
                  <a:pt x="266" y="134"/>
                </a:cubicBezTo>
                <a:cubicBezTo>
                  <a:pt x="266" y="135"/>
                  <a:pt x="266" y="136"/>
                  <a:pt x="266" y="136"/>
                </a:cubicBezTo>
                <a:cubicBezTo>
                  <a:pt x="265" y="138"/>
                  <a:pt x="253" y="139"/>
                  <a:pt x="251" y="140"/>
                </a:cubicBezTo>
                <a:cubicBezTo>
                  <a:pt x="245" y="141"/>
                  <a:pt x="240" y="142"/>
                  <a:pt x="235" y="143"/>
                </a:cubicBezTo>
                <a:cubicBezTo>
                  <a:pt x="227" y="145"/>
                  <a:pt x="223" y="152"/>
                  <a:pt x="217" y="157"/>
                </a:cubicBezTo>
                <a:cubicBezTo>
                  <a:pt x="208" y="164"/>
                  <a:pt x="198" y="169"/>
                  <a:pt x="191" y="178"/>
                </a:cubicBezTo>
                <a:cubicBezTo>
                  <a:pt x="188" y="182"/>
                  <a:pt x="185" y="187"/>
                  <a:pt x="182" y="191"/>
                </a:cubicBezTo>
                <a:cubicBezTo>
                  <a:pt x="167" y="213"/>
                  <a:pt x="138" y="241"/>
                  <a:pt x="156" y="270"/>
                </a:cubicBezTo>
                <a:cubicBezTo>
                  <a:pt x="159" y="275"/>
                  <a:pt x="162" y="283"/>
                  <a:pt x="166" y="287"/>
                </a:cubicBezTo>
                <a:cubicBezTo>
                  <a:pt x="172" y="294"/>
                  <a:pt x="181" y="296"/>
                  <a:pt x="191" y="299"/>
                </a:cubicBezTo>
                <a:cubicBezTo>
                  <a:pt x="197" y="300"/>
                  <a:pt x="204" y="299"/>
                  <a:pt x="211" y="300"/>
                </a:cubicBezTo>
                <a:cubicBezTo>
                  <a:pt x="222" y="301"/>
                  <a:pt x="234" y="301"/>
                  <a:pt x="245" y="303"/>
                </a:cubicBezTo>
                <a:cubicBezTo>
                  <a:pt x="259" y="306"/>
                  <a:pt x="243" y="310"/>
                  <a:pt x="238" y="310"/>
                </a:cubicBezTo>
                <a:cubicBezTo>
                  <a:pt x="231" y="309"/>
                  <a:pt x="224" y="308"/>
                  <a:pt x="217" y="308"/>
                </a:cubicBezTo>
                <a:cubicBezTo>
                  <a:pt x="209" y="308"/>
                  <a:pt x="202" y="309"/>
                  <a:pt x="193" y="309"/>
                </a:cubicBezTo>
                <a:cubicBezTo>
                  <a:pt x="178" y="309"/>
                  <a:pt x="163" y="306"/>
                  <a:pt x="148" y="314"/>
                </a:cubicBezTo>
                <a:cubicBezTo>
                  <a:pt x="136" y="320"/>
                  <a:pt x="126" y="309"/>
                  <a:pt x="113" y="309"/>
                </a:cubicBezTo>
                <a:cubicBezTo>
                  <a:pt x="106" y="309"/>
                  <a:pt x="100" y="312"/>
                  <a:pt x="93" y="313"/>
                </a:cubicBezTo>
                <a:cubicBezTo>
                  <a:pt x="86" y="314"/>
                  <a:pt x="83" y="312"/>
                  <a:pt x="76" y="310"/>
                </a:cubicBezTo>
                <a:cubicBezTo>
                  <a:pt x="68" y="309"/>
                  <a:pt x="60" y="310"/>
                  <a:pt x="52" y="309"/>
                </a:cubicBezTo>
                <a:cubicBezTo>
                  <a:pt x="45" y="309"/>
                  <a:pt x="32" y="312"/>
                  <a:pt x="26" y="309"/>
                </a:cubicBezTo>
                <a:cubicBezTo>
                  <a:pt x="17" y="304"/>
                  <a:pt x="36" y="303"/>
                  <a:pt x="40" y="303"/>
                </a:cubicBezTo>
                <a:cubicBezTo>
                  <a:pt x="61" y="303"/>
                  <a:pt x="83" y="302"/>
                  <a:pt x="102" y="294"/>
                </a:cubicBezTo>
                <a:cubicBezTo>
                  <a:pt x="129" y="283"/>
                  <a:pt x="119" y="238"/>
                  <a:pt x="112" y="218"/>
                </a:cubicBezTo>
                <a:cubicBezTo>
                  <a:pt x="107" y="203"/>
                  <a:pt x="101" y="190"/>
                  <a:pt x="92" y="177"/>
                </a:cubicBezTo>
                <a:cubicBezTo>
                  <a:pt x="85" y="167"/>
                  <a:pt x="77" y="155"/>
                  <a:pt x="66" y="149"/>
                </a:cubicBezTo>
                <a:cubicBezTo>
                  <a:pt x="53" y="142"/>
                  <a:pt x="40" y="137"/>
                  <a:pt x="27" y="131"/>
                </a:cubicBezTo>
                <a:cubicBezTo>
                  <a:pt x="21" y="129"/>
                  <a:pt x="15" y="128"/>
                  <a:pt x="9" y="127"/>
                </a:cubicBezTo>
                <a:cubicBezTo>
                  <a:pt x="4" y="126"/>
                  <a:pt x="0" y="121"/>
                  <a:pt x="7" y="122"/>
                </a:cubicBezTo>
                <a:cubicBezTo>
                  <a:pt x="10" y="122"/>
                  <a:pt x="13" y="123"/>
                  <a:pt x="16" y="122"/>
                </a:cubicBezTo>
                <a:cubicBezTo>
                  <a:pt x="16" y="122"/>
                  <a:pt x="14" y="109"/>
                  <a:pt x="14" y="107"/>
                </a:cubicBezTo>
                <a:cubicBezTo>
                  <a:pt x="14" y="106"/>
                  <a:pt x="12" y="105"/>
                  <a:pt x="13" y="104"/>
                </a:cubicBezTo>
                <a:cubicBezTo>
                  <a:pt x="15" y="103"/>
                  <a:pt x="16" y="104"/>
                  <a:pt x="17" y="106"/>
                </a:cubicBezTo>
                <a:cubicBezTo>
                  <a:pt x="18" y="107"/>
                  <a:pt x="18" y="110"/>
                  <a:pt x="19" y="112"/>
                </a:cubicBezTo>
                <a:cubicBezTo>
                  <a:pt x="19" y="115"/>
                  <a:pt x="19" y="121"/>
                  <a:pt x="22" y="124"/>
                </a:cubicBezTo>
                <a:cubicBezTo>
                  <a:pt x="24" y="126"/>
                  <a:pt x="29" y="128"/>
                  <a:pt x="32" y="129"/>
                </a:cubicBezTo>
                <a:cubicBezTo>
                  <a:pt x="37" y="131"/>
                  <a:pt x="42" y="134"/>
                  <a:pt x="47" y="135"/>
                </a:cubicBezTo>
                <a:cubicBezTo>
                  <a:pt x="54" y="137"/>
                  <a:pt x="70" y="144"/>
                  <a:pt x="63" y="130"/>
                </a:cubicBezTo>
                <a:cubicBezTo>
                  <a:pt x="58" y="120"/>
                  <a:pt x="45" y="117"/>
                  <a:pt x="38" y="108"/>
                </a:cubicBezTo>
                <a:cubicBezTo>
                  <a:pt x="46" y="104"/>
                  <a:pt x="50" y="115"/>
                  <a:pt x="56" y="114"/>
                </a:cubicBezTo>
                <a:cubicBezTo>
                  <a:pt x="62" y="114"/>
                  <a:pt x="65" y="106"/>
                  <a:pt x="70" y="104"/>
                </a:cubicBezTo>
                <a:cubicBezTo>
                  <a:pt x="72" y="104"/>
                  <a:pt x="65" y="118"/>
                  <a:pt x="65" y="119"/>
                </a:cubicBezTo>
                <a:cubicBezTo>
                  <a:pt x="65" y="125"/>
                  <a:pt x="70" y="133"/>
                  <a:pt x="73" y="138"/>
                </a:cubicBezTo>
                <a:cubicBezTo>
                  <a:pt x="77" y="145"/>
                  <a:pt x="83" y="149"/>
                  <a:pt x="89" y="153"/>
                </a:cubicBezTo>
                <a:cubicBezTo>
                  <a:pt x="95" y="156"/>
                  <a:pt x="101" y="164"/>
                  <a:pt x="108" y="161"/>
                </a:cubicBezTo>
                <a:cubicBezTo>
                  <a:pt x="115" y="157"/>
                  <a:pt x="115" y="145"/>
                  <a:pt x="117" y="139"/>
                </a:cubicBezTo>
                <a:cubicBezTo>
                  <a:pt x="119" y="130"/>
                  <a:pt x="122" y="123"/>
                  <a:pt x="117" y="114"/>
                </a:cubicBezTo>
                <a:cubicBezTo>
                  <a:pt x="112" y="105"/>
                  <a:pt x="108" y="97"/>
                  <a:pt x="101" y="90"/>
                </a:cubicBezTo>
                <a:cubicBezTo>
                  <a:pt x="96" y="85"/>
                  <a:pt x="94" y="78"/>
                  <a:pt x="91" y="72"/>
                </a:cubicBezTo>
                <a:cubicBezTo>
                  <a:pt x="87" y="65"/>
                  <a:pt x="85" y="58"/>
                  <a:pt x="81" y="51"/>
                </a:cubicBezTo>
                <a:cubicBezTo>
                  <a:pt x="78" y="47"/>
                  <a:pt x="73" y="38"/>
                  <a:pt x="68" y="35"/>
                </a:cubicBezTo>
                <a:cubicBezTo>
                  <a:pt x="62" y="32"/>
                  <a:pt x="54" y="32"/>
                  <a:pt x="48" y="32"/>
                </a:cubicBezTo>
                <a:cubicBezTo>
                  <a:pt x="45" y="32"/>
                  <a:pt x="35" y="30"/>
                  <a:pt x="41" y="27"/>
                </a:cubicBezTo>
                <a:cubicBezTo>
                  <a:pt x="46" y="25"/>
                  <a:pt x="51" y="31"/>
                  <a:pt x="51" y="23"/>
                </a:cubicBezTo>
                <a:cubicBezTo>
                  <a:pt x="52" y="19"/>
                  <a:pt x="50" y="14"/>
                  <a:pt x="56" y="15"/>
                </a:cubicBezTo>
                <a:cubicBezTo>
                  <a:pt x="55" y="15"/>
                  <a:pt x="56" y="22"/>
                  <a:pt x="57" y="23"/>
                </a:cubicBezTo>
                <a:cubicBezTo>
                  <a:pt x="58" y="26"/>
                  <a:pt x="60" y="28"/>
                  <a:pt x="62" y="29"/>
                </a:cubicBezTo>
                <a:cubicBezTo>
                  <a:pt x="68" y="31"/>
                  <a:pt x="74" y="33"/>
                  <a:pt x="77" y="27"/>
                </a:cubicBezTo>
                <a:cubicBezTo>
                  <a:pt x="80" y="24"/>
                  <a:pt x="81" y="19"/>
                  <a:pt x="81" y="15"/>
                </a:cubicBezTo>
                <a:cubicBezTo>
                  <a:pt x="80" y="14"/>
                  <a:pt x="73" y="0"/>
                  <a:pt x="74" y="1"/>
                </a:cubicBezTo>
                <a:cubicBezTo>
                  <a:pt x="80" y="2"/>
                  <a:pt x="79" y="10"/>
                  <a:pt x="82" y="12"/>
                </a:cubicBezTo>
                <a:cubicBezTo>
                  <a:pt x="86" y="14"/>
                  <a:pt x="91" y="8"/>
                  <a:pt x="95" y="8"/>
                </a:cubicBezTo>
                <a:cubicBezTo>
                  <a:pt x="97" y="9"/>
                  <a:pt x="91" y="15"/>
                  <a:pt x="90" y="16"/>
                </a:cubicBezTo>
                <a:cubicBezTo>
                  <a:pt x="87" y="19"/>
                  <a:pt x="85" y="21"/>
                  <a:pt x="84" y="25"/>
                </a:cubicBezTo>
                <a:cubicBezTo>
                  <a:pt x="81" y="35"/>
                  <a:pt x="85" y="41"/>
                  <a:pt x="89" y="49"/>
                </a:cubicBezTo>
                <a:cubicBezTo>
                  <a:pt x="94" y="58"/>
                  <a:pt x="98" y="68"/>
                  <a:pt x="105" y="77"/>
                </a:cubicBezTo>
                <a:cubicBezTo>
                  <a:pt x="111" y="86"/>
                  <a:pt x="119" y="95"/>
                  <a:pt x="125" y="104"/>
                </a:cubicBezTo>
                <a:cubicBezTo>
                  <a:pt x="132" y="99"/>
                  <a:pt x="131" y="82"/>
                  <a:pt x="130" y="74"/>
                </a:cubicBezTo>
                <a:cubicBezTo>
                  <a:pt x="128" y="64"/>
                  <a:pt x="120" y="59"/>
                  <a:pt x="110" y="58"/>
                </a:cubicBezTo>
                <a:cubicBezTo>
                  <a:pt x="107" y="58"/>
                  <a:pt x="105" y="58"/>
                  <a:pt x="104" y="56"/>
                </a:cubicBezTo>
                <a:cubicBezTo>
                  <a:pt x="107" y="54"/>
                  <a:pt x="115" y="56"/>
                  <a:pt x="117" y="53"/>
                </a:cubicBezTo>
                <a:cubicBezTo>
                  <a:pt x="118" y="51"/>
                  <a:pt x="117" y="31"/>
                  <a:pt x="122" y="41"/>
                </a:cubicBezTo>
                <a:cubicBezTo>
                  <a:pt x="124" y="46"/>
                  <a:pt x="121" y="52"/>
                  <a:pt x="124" y="56"/>
                </a:cubicBezTo>
                <a:cubicBezTo>
                  <a:pt x="130" y="65"/>
                  <a:pt x="142" y="69"/>
                  <a:pt x="148" y="59"/>
                </a:cubicBezTo>
                <a:cubicBezTo>
                  <a:pt x="151" y="54"/>
                  <a:pt x="149" y="29"/>
                  <a:pt x="155" y="31"/>
                </a:cubicBezTo>
                <a:cubicBezTo>
                  <a:pt x="155" y="35"/>
                  <a:pt x="154" y="40"/>
                  <a:pt x="155" y="44"/>
                </a:cubicBezTo>
                <a:cubicBezTo>
                  <a:pt x="155" y="53"/>
                  <a:pt x="171" y="48"/>
                  <a:pt x="176" y="47"/>
                </a:cubicBezTo>
                <a:cubicBezTo>
                  <a:pt x="179" y="46"/>
                  <a:pt x="185" y="45"/>
                  <a:pt x="188" y="42"/>
                </a:cubicBezTo>
                <a:cubicBezTo>
                  <a:pt x="191" y="40"/>
                  <a:pt x="190" y="33"/>
                  <a:pt x="194" y="32"/>
                </a:cubicBez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9"/>
          <p:cNvSpPr>
            <a:spLocks/>
          </p:cNvSpPr>
          <p:nvPr/>
        </p:nvSpPr>
        <p:spPr bwMode="auto">
          <a:xfrm>
            <a:off x="4235707" y="2601338"/>
            <a:ext cx="488950" cy="488950"/>
          </a:xfrm>
          <a:custGeom>
            <a:avLst/>
            <a:gdLst>
              <a:gd name="T0" fmla="*/ 36 w 36"/>
              <a:gd name="T1" fmla="*/ 19 h 36"/>
              <a:gd name="T2" fmla="*/ 18 w 36"/>
              <a:gd name="T3" fmla="*/ 36 h 36"/>
              <a:gd name="T4" fmla="*/ 0 w 36"/>
              <a:gd name="T5" fmla="*/ 18 h 36"/>
              <a:gd name="T6" fmla="*/ 18 w 36"/>
              <a:gd name="T7" fmla="*/ 1 h 36"/>
              <a:gd name="T8" fmla="*/ 36 w 36"/>
              <a:gd name="T9" fmla="*/ 19 h 36"/>
            </a:gdLst>
            <a:ahLst/>
            <a:cxnLst>
              <a:cxn ang="0">
                <a:pos x="T0" y="T1"/>
              </a:cxn>
              <a:cxn ang="0">
                <a:pos x="T2" y="T3"/>
              </a:cxn>
              <a:cxn ang="0">
                <a:pos x="T4" y="T5"/>
              </a:cxn>
              <a:cxn ang="0">
                <a:pos x="T6" y="T7"/>
              </a:cxn>
              <a:cxn ang="0">
                <a:pos x="T8" y="T9"/>
              </a:cxn>
            </a:cxnLst>
            <a:rect l="0" t="0" r="r" b="b"/>
            <a:pathLst>
              <a:path w="36" h="36">
                <a:moveTo>
                  <a:pt x="36" y="19"/>
                </a:moveTo>
                <a:cubicBezTo>
                  <a:pt x="36" y="28"/>
                  <a:pt x="28" y="36"/>
                  <a:pt x="18" y="36"/>
                </a:cubicBezTo>
                <a:cubicBezTo>
                  <a:pt x="8" y="36"/>
                  <a:pt x="0" y="28"/>
                  <a:pt x="0" y="18"/>
                </a:cubicBezTo>
                <a:cubicBezTo>
                  <a:pt x="0" y="8"/>
                  <a:pt x="8" y="0"/>
                  <a:pt x="18" y="1"/>
                </a:cubicBezTo>
                <a:cubicBezTo>
                  <a:pt x="28" y="1"/>
                  <a:pt x="36" y="9"/>
                  <a:pt x="36" y="19"/>
                </a:cubicBez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Oval 10"/>
          <p:cNvSpPr>
            <a:spLocks noChangeArrowheads="1"/>
          </p:cNvSpPr>
          <p:nvPr/>
        </p:nvSpPr>
        <p:spPr bwMode="auto">
          <a:xfrm>
            <a:off x="5337432" y="1432938"/>
            <a:ext cx="488950" cy="488950"/>
          </a:xfrm>
          <a:prstGeom prst="ellipse">
            <a:avLst/>
          </a:pr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1"/>
          <p:cNvSpPr>
            <a:spLocks/>
          </p:cNvSpPr>
          <p:nvPr/>
        </p:nvSpPr>
        <p:spPr bwMode="auto">
          <a:xfrm>
            <a:off x="7131307" y="2437825"/>
            <a:ext cx="476250" cy="488950"/>
          </a:xfrm>
          <a:custGeom>
            <a:avLst/>
            <a:gdLst>
              <a:gd name="T0" fmla="*/ 35 w 35"/>
              <a:gd name="T1" fmla="*/ 18 h 36"/>
              <a:gd name="T2" fmla="*/ 17 w 35"/>
              <a:gd name="T3" fmla="*/ 35 h 36"/>
              <a:gd name="T4" fmla="*/ 0 w 35"/>
              <a:gd name="T5" fmla="*/ 17 h 36"/>
              <a:gd name="T6" fmla="*/ 18 w 35"/>
              <a:gd name="T7" fmla="*/ 0 h 36"/>
              <a:gd name="T8" fmla="*/ 35 w 35"/>
              <a:gd name="T9" fmla="*/ 18 h 36"/>
            </a:gdLst>
            <a:ahLst/>
            <a:cxnLst>
              <a:cxn ang="0">
                <a:pos x="T0" y="T1"/>
              </a:cxn>
              <a:cxn ang="0">
                <a:pos x="T2" y="T3"/>
              </a:cxn>
              <a:cxn ang="0">
                <a:pos x="T4" y="T5"/>
              </a:cxn>
              <a:cxn ang="0">
                <a:pos x="T6" y="T7"/>
              </a:cxn>
              <a:cxn ang="0">
                <a:pos x="T8" y="T9"/>
              </a:cxn>
            </a:cxnLst>
            <a:rect l="0" t="0" r="r" b="b"/>
            <a:pathLst>
              <a:path w="35" h="36">
                <a:moveTo>
                  <a:pt x="35" y="18"/>
                </a:moveTo>
                <a:cubicBezTo>
                  <a:pt x="35" y="28"/>
                  <a:pt x="27" y="36"/>
                  <a:pt x="17" y="35"/>
                </a:cubicBezTo>
                <a:cubicBezTo>
                  <a:pt x="8" y="35"/>
                  <a:pt x="0" y="27"/>
                  <a:pt x="0" y="17"/>
                </a:cubicBezTo>
                <a:cubicBezTo>
                  <a:pt x="0" y="8"/>
                  <a:pt x="8" y="0"/>
                  <a:pt x="18" y="0"/>
                </a:cubicBezTo>
                <a:cubicBezTo>
                  <a:pt x="27" y="0"/>
                  <a:pt x="35" y="8"/>
                  <a:pt x="35" y="18"/>
                </a:cubicBez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Oval 12"/>
          <p:cNvSpPr>
            <a:spLocks noChangeArrowheads="1"/>
          </p:cNvSpPr>
          <p:nvPr/>
        </p:nvSpPr>
        <p:spPr bwMode="auto">
          <a:xfrm>
            <a:off x="7158294" y="1839338"/>
            <a:ext cx="488950" cy="490538"/>
          </a:xfrm>
          <a:prstGeom prst="ellipse">
            <a:avLst/>
          </a:pr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Oval 13"/>
          <p:cNvSpPr>
            <a:spLocks noChangeArrowheads="1"/>
          </p:cNvSpPr>
          <p:nvPr/>
        </p:nvSpPr>
        <p:spPr bwMode="auto">
          <a:xfrm>
            <a:off x="7675819" y="3564950"/>
            <a:ext cx="488950" cy="490538"/>
          </a:xfrm>
          <a:prstGeom prst="ellipse">
            <a:avLst/>
          </a:pr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4"/>
          <p:cNvSpPr>
            <a:spLocks/>
          </p:cNvSpPr>
          <p:nvPr/>
        </p:nvSpPr>
        <p:spPr bwMode="auto">
          <a:xfrm>
            <a:off x="4045207" y="4028500"/>
            <a:ext cx="488950" cy="488950"/>
          </a:xfrm>
          <a:custGeom>
            <a:avLst/>
            <a:gdLst>
              <a:gd name="T0" fmla="*/ 36 w 36"/>
              <a:gd name="T1" fmla="*/ 18 h 36"/>
              <a:gd name="T2" fmla="*/ 18 w 36"/>
              <a:gd name="T3" fmla="*/ 36 h 36"/>
              <a:gd name="T4" fmla="*/ 0 w 36"/>
              <a:gd name="T5" fmla="*/ 18 h 36"/>
              <a:gd name="T6" fmla="*/ 18 w 36"/>
              <a:gd name="T7" fmla="*/ 0 h 36"/>
              <a:gd name="T8" fmla="*/ 36 w 36"/>
              <a:gd name="T9" fmla="*/ 18 h 36"/>
            </a:gdLst>
            <a:ahLst/>
            <a:cxnLst>
              <a:cxn ang="0">
                <a:pos x="T0" y="T1"/>
              </a:cxn>
              <a:cxn ang="0">
                <a:pos x="T2" y="T3"/>
              </a:cxn>
              <a:cxn ang="0">
                <a:pos x="T4" y="T5"/>
              </a:cxn>
              <a:cxn ang="0">
                <a:pos x="T6" y="T7"/>
              </a:cxn>
              <a:cxn ang="0">
                <a:pos x="T8" y="T9"/>
              </a:cxn>
            </a:cxnLst>
            <a:rect l="0" t="0" r="r" b="b"/>
            <a:pathLst>
              <a:path w="36" h="36">
                <a:moveTo>
                  <a:pt x="36" y="18"/>
                </a:moveTo>
                <a:cubicBezTo>
                  <a:pt x="36" y="28"/>
                  <a:pt x="28" y="36"/>
                  <a:pt x="18" y="36"/>
                </a:cubicBezTo>
                <a:cubicBezTo>
                  <a:pt x="8" y="36"/>
                  <a:pt x="0" y="28"/>
                  <a:pt x="0" y="18"/>
                </a:cubicBezTo>
                <a:cubicBezTo>
                  <a:pt x="0" y="8"/>
                  <a:pt x="9" y="0"/>
                  <a:pt x="18" y="0"/>
                </a:cubicBezTo>
                <a:cubicBezTo>
                  <a:pt x="28" y="0"/>
                  <a:pt x="36" y="8"/>
                  <a:pt x="36" y="18"/>
                </a:cubicBez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5"/>
          <p:cNvSpPr>
            <a:spLocks/>
          </p:cNvSpPr>
          <p:nvPr/>
        </p:nvSpPr>
        <p:spPr bwMode="auto">
          <a:xfrm>
            <a:off x="7593269" y="3063300"/>
            <a:ext cx="381000" cy="379413"/>
          </a:xfrm>
          <a:custGeom>
            <a:avLst/>
            <a:gdLst>
              <a:gd name="T0" fmla="*/ 28 w 28"/>
              <a:gd name="T1" fmla="*/ 14 h 28"/>
              <a:gd name="T2" fmla="*/ 14 w 28"/>
              <a:gd name="T3" fmla="*/ 28 h 28"/>
              <a:gd name="T4" fmla="*/ 0 w 28"/>
              <a:gd name="T5" fmla="*/ 14 h 28"/>
              <a:gd name="T6" fmla="*/ 14 w 28"/>
              <a:gd name="T7" fmla="*/ 0 h 28"/>
              <a:gd name="T8" fmla="*/ 28 w 28"/>
              <a:gd name="T9" fmla="*/ 14 h 28"/>
            </a:gdLst>
            <a:ahLst/>
            <a:cxnLst>
              <a:cxn ang="0">
                <a:pos x="T0" y="T1"/>
              </a:cxn>
              <a:cxn ang="0">
                <a:pos x="T2" y="T3"/>
              </a:cxn>
              <a:cxn ang="0">
                <a:pos x="T4" y="T5"/>
              </a:cxn>
              <a:cxn ang="0">
                <a:pos x="T6" y="T7"/>
              </a:cxn>
              <a:cxn ang="0">
                <a:pos x="T8" y="T9"/>
              </a:cxn>
            </a:cxnLst>
            <a:rect l="0" t="0" r="r" b="b"/>
            <a:pathLst>
              <a:path w="28" h="28">
                <a:moveTo>
                  <a:pt x="28" y="14"/>
                </a:moveTo>
                <a:cubicBezTo>
                  <a:pt x="28" y="22"/>
                  <a:pt x="22" y="28"/>
                  <a:pt x="14" y="28"/>
                </a:cubicBezTo>
                <a:cubicBezTo>
                  <a:pt x="6" y="28"/>
                  <a:pt x="0" y="22"/>
                  <a:pt x="0" y="14"/>
                </a:cubicBezTo>
                <a:cubicBezTo>
                  <a:pt x="0" y="6"/>
                  <a:pt x="7" y="0"/>
                  <a:pt x="14" y="0"/>
                </a:cubicBezTo>
                <a:cubicBezTo>
                  <a:pt x="22" y="0"/>
                  <a:pt x="28" y="6"/>
                  <a:pt x="28" y="14"/>
                </a:cubicBez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Oval 16"/>
          <p:cNvSpPr>
            <a:spLocks noChangeArrowheads="1"/>
          </p:cNvSpPr>
          <p:nvPr/>
        </p:nvSpPr>
        <p:spPr bwMode="auto">
          <a:xfrm>
            <a:off x="3692782" y="2641025"/>
            <a:ext cx="488950" cy="490538"/>
          </a:xfrm>
          <a:prstGeom prst="ellipse">
            <a:avLst/>
          </a:pr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Oval 17"/>
          <p:cNvSpPr>
            <a:spLocks noChangeArrowheads="1"/>
          </p:cNvSpPr>
          <p:nvPr/>
        </p:nvSpPr>
        <p:spPr bwMode="auto">
          <a:xfrm>
            <a:off x="4194432" y="2152075"/>
            <a:ext cx="354012" cy="354013"/>
          </a:xfrm>
          <a:prstGeom prst="ellipse">
            <a:avLst/>
          </a:pr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Oval 18"/>
          <p:cNvSpPr>
            <a:spLocks noChangeArrowheads="1"/>
          </p:cNvSpPr>
          <p:nvPr/>
        </p:nvSpPr>
        <p:spPr bwMode="auto">
          <a:xfrm>
            <a:off x="3637219" y="3933250"/>
            <a:ext cx="354012" cy="352425"/>
          </a:xfrm>
          <a:prstGeom prst="ellipse">
            <a:avLst/>
          </a:pr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19"/>
          <p:cNvSpPr>
            <a:spLocks/>
          </p:cNvSpPr>
          <p:nvPr/>
        </p:nvSpPr>
        <p:spPr bwMode="auto">
          <a:xfrm>
            <a:off x="6437569" y="3838000"/>
            <a:ext cx="354012" cy="352425"/>
          </a:xfrm>
          <a:custGeom>
            <a:avLst/>
            <a:gdLst>
              <a:gd name="T0" fmla="*/ 26 w 26"/>
              <a:gd name="T1" fmla="*/ 13 h 26"/>
              <a:gd name="T2" fmla="*/ 13 w 26"/>
              <a:gd name="T3" fmla="*/ 26 h 26"/>
              <a:gd name="T4" fmla="*/ 0 w 26"/>
              <a:gd name="T5" fmla="*/ 13 h 26"/>
              <a:gd name="T6" fmla="*/ 13 w 26"/>
              <a:gd name="T7" fmla="*/ 0 h 26"/>
              <a:gd name="T8" fmla="*/ 26 w 26"/>
              <a:gd name="T9" fmla="*/ 13 h 26"/>
            </a:gdLst>
            <a:ahLst/>
            <a:cxnLst>
              <a:cxn ang="0">
                <a:pos x="T0" y="T1"/>
              </a:cxn>
              <a:cxn ang="0">
                <a:pos x="T2" y="T3"/>
              </a:cxn>
              <a:cxn ang="0">
                <a:pos x="T4" y="T5"/>
              </a:cxn>
              <a:cxn ang="0">
                <a:pos x="T6" y="T7"/>
              </a:cxn>
              <a:cxn ang="0">
                <a:pos x="T8" y="T9"/>
              </a:cxn>
            </a:cxnLst>
            <a:rect l="0" t="0" r="r" b="b"/>
            <a:pathLst>
              <a:path w="26" h="26">
                <a:moveTo>
                  <a:pt x="26" y="13"/>
                </a:moveTo>
                <a:cubicBezTo>
                  <a:pt x="26" y="21"/>
                  <a:pt x="20" y="26"/>
                  <a:pt x="13" y="26"/>
                </a:cubicBezTo>
                <a:cubicBezTo>
                  <a:pt x="6" y="26"/>
                  <a:pt x="0" y="20"/>
                  <a:pt x="0" y="13"/>
                </a:cubicBezTo>
                <a:cubicBezTo>
                  <a:pt x="0" y="6"/>
                  <a:pt x="6" y="0"/>
                  <a:pt x="13" y="0"/>
                </a:cubicBezTo>
                <a:cubicBezTo>
                  <a:pt x="20" y="0"/>
                  <a:pt x="26" y="6"/>
                  <a:pt x="26" y="13"/>
                </a:cubicBez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Oval 22"/>
          <p:cNvSpPr>
            <a:spLocks noChangeArrowheads="1"/>
          </p:cNvSpPr>
          <p:nvPr/>
        </p:nvSpPr>
        <p:spPr bwMode="auto">
          <a:xfrm>
            <a:off x="6913819" y="1540888"/>
            <a:ext cx="354012" cy="354013"/>
          </a:xfrm>
          <a:prstGeom prst="ellipse">
            <a:avLst/>
          </a:pr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23"/>
          <p:cNvSpPr>
            <a:spLocks/>
          </p:cNvSpPr>
          <p:nvPr/>
        </p:nvSpPr>
        <p:spPr bwMode="auto">
          <a:xfrm>
            <a:off x="8082219" y="3225225"/>
            <a:ext cx="449262" cy="463550"/>
          </a:xfrm>
          <a:custGeom>
            <a:avLst/>
            <a:gdLst>
              <a:gd name="T0" fmla="*/ 33 w 33"/>
              <a:gd name="T1" fmla="*/ 17 h 34"/>
              <a:gd name="T2" fmla="*/ 16 w 33"/>
              <a:gd name="T3" fmla="*/ 34 h 34"/>
              <a:gd name="T4" fmla="*/ 0 w 33"/>
              <a:gd name="T5" fmla="*/ 17 h 34"/>
              <a:gd name="T6" fmla="*/ 17 w 33"/>
              <a:gd name="T7" fmla="*/ 0 h 34"/>
              <a:gd name="T8" fmla="*/ 33 w 33"/>
              <a:gd name="T9" fmla="*/ 17 h 34"/>
            </a:gdLst>
            <a:ahLst/>
            <a:cxnLst>
              <a:cxn ang="0">
                <a:pos x="T0" y="T1"/>
              </a:cxn>
              <a:cxn ang="0">
                <a:pos x="T2" y="T3"/>
              </a:cxn>
              <a:cxn ang="0">
                <a:pos x="T4" y="T5"/>
              </a:cxn>
              <a:cxn ang="0">
                <a:pos x="T6" y="T7"/>
              </a:cxn>
              <a:cxn ang="0">
                <a:pos x="T8" y="T9"/>
              </a:cxn>
            </a:cxnLst>
            <a:rect l="0" t="0" r="r" b="b"/>
            <a:pathLst>
              <a:path w="33" h="34">
                <a:moveTo>
                  <a:pt x="33" y="17"/>
                </a:moveTo>
                <a:cubicBezTo>
                  <a:pt x="33" y="26"/>
                  <a:pt x="26" y="34"/>
                  <a:pt x="16" y="34"/>
                </a:cubicBezTo>
                <a:cubicBezTo>
                  <a:pt x="7" y="34"/>
                  <a:pt x="0" y="26"/>
                  <a:pt x="0" y="17"/>
                </a:cubicBezTo>
                <a:cubicBezTo>
                  <a:pt x="0" y="8"/>
                  <a:pt x="7" y="0"/>
                  <a:pt x="17" y="0"/>
                </a:cubicBezTo>
                <a:cubicBezTo>
                  <a:pt x="26" y="0"/>
                  <a:pt x="33" y="8"/>
                  <a:pt x="33" y="17"/>
                </a:cubicBez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24"/>
          <p:cNvSpPr>
            <a:spLocks/>
          </p:cNvSpPr>
          <p:nvPr/>
        </p:nvSpPr>
        <p:spPr bwMode="auto">
          <a:xfrm>
            <a:off x="7688519" y="2083813"/>
            <a:ext cx="271462" cy="273050"/>
          </a:xfrm>
          <a:custGeom>
            <a:avLst/>
            <a:gdLst>
              <a:gd name="T0" fmla="*/ 20 w 20"/>
              <a:gd name="T1" fmla="*/ 10 h 20"/>
              <a:gd name="T2" fmla="*/ 10 w 20"/>
              <a:gd name="T3" fmla="*/ 20 h 20"/>
              <a:gd name="T4" fmla="*/ 0 w 20"/>
              <a:gd name="T5" fmla="*/ 10 h 20"/>
              <a:gd name="T6" fmla="*/ 10 w 20"/>
              <a:gd name="T7" fmla="*/ 0 h 20"/>
              <a:gd name="T8" fmla="*/ 20 w 20"/>
              <a:gd name="T9" fmla="*/ 10 h 20"/>
            </a:gdLst>
            <a:ahLst/>
            <a:cxnLst>
              <a:cxn ang="0">
                <a:pos x="T0" y="T1"/>
              </a:cxn>
              <a:cxn ang="0">
                <a:pos x="T2" y="T3"/>
              </a:cxn>
              <a:cxn ang="0">
                <a:pos x="T4" y="T5"/>
              </a:cxn>
              <a:cxn ang="0">
                <a:pos x="T6" y="T7"/>
              </a:cxn>
              <a:cxn ang="0">
                <a:pos x="T8" y="T9"/>
              </a:cxn>
            </a:cxnLst>
            <a:rect l="0" t="0" r="r" b="b"/>
            <a:pathLst>
              <a:path w="20" h="20">
                <a:moveTo>
                  <a:pt x="20" y="10"/>
                </a:moveTo>
                <a:cubicBezTo>
                  <a:pt x="20" y="16"/>
                  <a:pt x="15" y="20"/>
                  <a:pt x="10" y="20"/>
                </a:cubicBezTo>
                <a:cubicBezTo>
                  <a:pt x="4" y="20"/>
                  <a:pt x="0" y="16"/>
                  <a:pt x="0" y="10"/>
                </a:cubicBezTo>
                <a:cubicBezTo>
                  <a:pt x="0" y="4"/>
                  <a:pt x="4" y="0"/>
                  <a:pt x="10" y="0"/>
                </a:cubicBezTo>
                <a:cubicBezTo>
                  <a:pt x="16" y="0"/>
                  <a:pt x="20" y="5"/>
                  <a:pt x="20" y="10"/>
                </a:cubicBez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25"/>
          <p:cNvSpPr>
            <a:spLocks/>
          </p:cNvSpPr>
          <p:nvPr/>
        </p:nvSpPr>
        <p:spPr bwMode="auto">
          <a:xfrm>
            <a:off x="5840669" y="1350388"/>
            <a:ext cx="284162" cy="271463"/>
          </a:xfrm>
          <a:custGeom>
            <a:avLst/>
            <a:gdLst>
              <a:gd name="T0" fmla="*/ 21 w 21"/>
              <a:gd name="T1" fmla="*/ 10 h 20"/>
              <a:gd name="T2" fmla="*/ 10 w 21"/>
              <a:gd name="T3" fmla="*/ 20 h 20"/>
              <a:gd name="T4" fmla="*/ 0 w 21"/>
              <a:gd name="T5" fmla="*/ 10 h 20"/>
              <a:gd name="T6" fmla="*/ 11 w 21"/>
              <a:gd name="T7" fmla="*/ 0 h 20"/>
              <a:gd name="T8" fmla="*/ 21 w 21"/>
              <a:gd name="T9" fmla="*/ 10 h 20"/>
            </a:gdLst>
            <a:ahLst/>
            <a:cxnLst>
              <a:cxn ang="0">
                <a:pos x="T0" y="T1"/>
              </a:cxn>
              <a:cxn ang="0">
                <a:pos x="T2" y="T3"/>
              </a:cxn>
              <a:cxn ang="0">
                <a:pos x="T4" y="T5"/>
              </a:cxn>
              <a:cxn ang="0">
                <a:pos x="T6" y="T7"/>
              </a:cxn>
              <a:cxn ang="0">
                <a:pos x="T8" y="T9"/>
              </a:cxn>
            </a:cxnLst>
            <a:rect l="0" t="0" r="r" b="b"/>
            <a:pathLst>
              <a:path w="21" h="20">
                <a:moveTo>
                  <a:pt x="21" y="10"/>
                </a:moveTo>
                <a:cubicBezTo>
                  <a:pt x="21" y="16"/>
                  <a:pt x="16" y="20"/>
                  <a:pt x="10" y="20"/>
                </a:cubicBezTo>
                <a:cubicBezTo>
                  <a:pt x="5" y="20"/>
                  <a:pt x="0" y="16"/>
                  <a:pt x="0" y="10"/>
                </a:cubicBezTo>
                <a:cubicBezTo>
                  <a:pt x="1" y="4"/>
                  <a:pt x="5" y="0"/>
                  <a:pt x="11" y="0"/>
                </a:cubicBezTo>
                <a:cubicBezTo>
                  <a:pt x="16" y="0"/>
                  <a:pt x="21" y="5"/>
                  <a:pt x="21" y="10"/>
                </a:cubicBez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Oval 27"/>
          <p:cNvSpPr>
            <a:spLocks noChangeArrowheads="1"/>
          </p:cNvSpPr>
          <p:nvPr/>
        </p:nvSpPr>
        <p:spPr bwMode="auto">
          <a:xfrm>
            <a:off x="6737607" y="1459925"/>
            <a:ext cx="149225" cy="149225"/>
          </a:xfrm>
          <a:prstGeom prst="ellipse">
            <a:avLst/>
          </a:pr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Oval 28"/>
          <p:cNvSpPr>
            <a:spLocks noChangeArrowheads="1"/>
          </p:cNvSpPr>
          <p:nvPr/>
        </p:nvSpPr>
        <p:spPr bwMode="auto">
          <a:xfrm>
            <a:off x="3556257" y="3701475"/>
            <a:ext cx="149225" cy="149225"/>
          </a:xfrm>
          <a:prstGeom prst="ellipse">
            <a:avLst/>
          </a:pr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Oval 30"/>
          <p:cNvSpPr>
            <a:spLocks noChangeArrowheads="1"/>
          </p:cNvSpPr>
          <p:nvPr/>
        </p:nvSpPr>
        <p:spPr bwMode="auto">
          <a:xfrm>
            <a:off x="4738944" y="2560063"/>
            <a:ext cx="149225" cy="149225"/>
          </a:xfrm>
          <a:prstGeom prst="ellipse">
            <a:avLst/>
          </a:pr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Oval 31"/>
          <p:cNvSpPr>
            <a:spLocks noChangeArrowheads="1"/>
          </p:cNvSpPr>
          <p:nvPr/>
        </p:nvSpPr>
        <p:spPr bwMode="auto">
          <a:xfrm>
            <a:off x="4099182" y="2479100"/>
            <a:ext cx="150812" cy="149225"/>
          </a:xfrm>
          <a:prstGeom prst="ellipse">
            <a:avLst/>
          </a:pr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32"/>
          <p:cNvSpPr>
            <a:spLocks/>
          </p:cNvSpPr>
          <p:nvPr/>
        </p:nvSpPr>
        <p:spPr bwMode="auto">
          <a:xfrm>
            <a:off x="7417057" y="2968050"/>
            <a:ext cx="149225" cy="149225"/>
          </a:xfrm>
          <a:custGeom>
            <a:avLst/>
            <a:gdLst>
              <a:gd name="T0" fmla="*/ 11 w 11"/>
              <a:gd name="T1" fmla="*/ 6 h 11"/>
              <a:gd name="T2" fmla="*/ 5 w 11"/>
              <a:gd name="T3" fmla="*/ 11 h 11"/>
              <a:gd name="T4" fmla="*/ 0 w 11"/>
              <a:gd name="T5" fmla="*/ 5 h 11"/>
              <a:gd name="T6" fmla="*/ 5 w 11"/>
              <a:gd name="T7" fmla="*/ 0 h 11"/>
              <a:gd name="T8" fmla="*/ 11 w 11"/>
              <a:gd name="T9" fmla="*/ 6 h 11"/>
            </a:gdLst>
            <a:ahLst/>
            <a:cxnLst>
              <a:cxn ang="0">
                <a:pos x="T0" y="T1"/>
              </a:cxn>
              <a:cxn ang="0">
                <a:pos x="T2" y="T3"/>
              </a:cxn>
              <a:cxn ang="0">
                <a:pos x="T4" y="T5"/>
              </a:cxn>
              <a:cxn ang="0">
                <a:pos x="T6" y="T7"/>
              </a:cxn>
              <a:cxn ang="0">
                <a:pos x="T8" y="T9"/>
              </a:cxn>
            </a:cxnLst>
            <a:rect l="0" t="0" r="r" b="b"/>
            <a:pathLst>
              <a:path w="11" h="11">
                <a:moveTo>
                  <a:pt x="11" y="6"/>
                </a:moveTo>
                <a:cubicBezTo>
                  <a:pt x="11" y="9"/>
                  <a:pt x="8" y="11"/>
                  <a:pt x="5" y="11"/>
                </a:cubicBezTo>
                <a:cubicBezTo>
                  <a:pt x="2" y="11"/>
                  <a:pt x="0" y="9"/>
                  <a:pt x="0" y="5"/>
                </a:cubicBezTo>
                <a:cubicBezTo>
                  <a:pt x="0" y="2"/>
                  <a:pt x="2" y="0"/>
                  <a:pt x="5" y="0"/>
                </a:cubicBezTo>
                <a:cubicBezTo>
                  <a:pt x="8" y="0"/>
                  <a:pt x="11" y="3"/>
                  <a:pt x="11" y="6"/>
                </a:cubicBez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Oval 33"/>
          <p:cNvSpPr>
            <a:spLocks noChangeArrowheads="1"/>
          </p:cNvSpPr>
          <p:nvPr/>
        </p:nvSpPr>
        <p:spPr bwMode="auto">
          <a:xfrm>
            <a:off x="6493132" y="3525263"/>
            <a:ext cx="149225" cy="149225"/>
          </a:xfrm>
          <a:prstGeom prst="ellipse">
            <a:avLst/>
          </a:pr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Oval 34"/>
          <p:cNvSpPr>
            <a:spLocks noChangeArrowheads="1"/>
          </p:cNvSpPr>
          <p:nvPr/>
        </p:nvSpPr>
        <p:spPr bwMode="auto">
          <a:xfrm>
            <a:off x="4384932" y="1921888"/>
            <a:ext cx="149225" cy="149225"/>
          </a:xfrm>
          <a:prstGeom prst="ellipse">
            <a:avLst/>
          </a:pr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Oval 35"/>
          <p:cNvSpPr>
            <a:spLocks noChangeArrowheads="1"/>
          </p:cNvSpPr>
          <p:nvPr/>
        </p:nvSpPr>
        <p:spPr bwMode="auto">
          <a:xfrm>
            <a:off x="7825044" y="4326950"/>
            <a:ext cx="149225" cy="149225"/>
          </a:xfrm>
          <a:prstGeom prst="ellipse">
            <a:avLst/>
          </a:pr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36"/>
          <p:cNvSpPr>
            <a:spLocks/>
          </p:cNvSpPr>
          <p:nvPr/>
        </p:nvSpPr>
        <p:spPr bwMode="auto">
          <a:xfrm>
            <a:off x="5472369" y="2083813"/>
            <a:ext cx="285750" cy="285750"/>
          </a:xfrm>
          <a:custGeom>
            <a:avLst/>
            <a:gdLst>
              <a:gd name="T0" fmla="*/ 21 w 21"/>
              <a:gd name="T1" fmla="*/ 11 h 21"/>
              <a:gd name="T2" fmla="*/ 10 w 21"/>
              <a:gd name="T3" fmla="*/ 20 h 21"/>
              <a:gd name="T4" fmla="*/ 0 w 21"/>
              <a:gd name="T5" fmla="*/ 10 h 21"/>
              <a:gd name="T6" fmla="*/ 11 w 21"/>
              <a:gd name="T7" fmla="*/ 0 h 21"/>
              <a:gd name="T8" fmla="*/ 21 w 21"/>
              <a:gd name="T9" fmla="*/ 11 h 21"/>
            </a:gdLst>
            <a:ahLst/>
            <a:cxnLst>
              <a:cxn ang="0">
                <a:pos x="T0" y="T1"/>
              </a:cxn>
              <a:cxn ang="0">
                <a:pos x="T2" y="T3"/>
              </a:cxn>
              <a:cxn ang="0">
                <a:pos x="T4" y="T5"/>
              </a:cxn>
              <a:cxn ang="0">
                <a:pos x="T6" y="T7"/>
              </a:cxn>
              <a:cxn ang="0">
                <a:pos x="T8" y="T9"/>
              </a:cxn>
            </a:cxnLst>
            <a:rect l="0" t="0" r="r" b="b"/>
            <a:pathLst>
              <a:path w="21" h="21">
                <a:moveTo>
                  <a:pt x="21" y="11"/>
                </a:moveTo>
                <a:cubicBezTo>
                  <a:pt x="21" y="16"/>
                  <a:pt x="16" y="21"/>
                  <a:pt x="10" y="20"/>
                </a:cubicBezTo>
                <a:cubicBezTo>
                  <a:pt x="5" y="20"/>
                  <a:pt x="0" y="16"/>
                  <a:pt x="0" y="10"/>
                </a:cubicBezTo>
                <a:cubicBezTo>
                  <a:pt x="0" y="5"/>
                  <a:pt x="5" y="0"/>
                  <a:pt x="11" y="0"/>
                </a:cubicBezTo>
                <a:cubicBezTo>
                  <a:pt x="16" y="0"/>
                  <a:pt x="21" y="5"/>
                  <a:pt x="21" y="11"/>
                </a:cubicBez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37"/>
          <p:cNvSpPr>
            <a:spLocks/>
          </p:cNvSpPr>
          <p:nvPr/>
        </p:nvSpPr>
        <p:spPr bwMode="auto">
          <a:xfrm>
            <a:off x="6180394" y="2791838"/>
            <a:ext cx="271462" cy="284163"/>
          </a:xfrm>
          <a:custGeom>
            <a:avLst/>
            <a:gdLst>
              <a:gd name="T0" fmla="*/ 20 w 20"/>
              <a:gd name="T1" fmla="*/ 11 h 21"/>
              <a:gd name="T2" fmla="*/ 10 w 20"/>
              <a:gd name="T3" fmla="*/ 21 h 21"/>
              <a:gd name="T4" fmla="*/ 0 w 20"/>
              <a:gd name="T5" fmla="*/ 10 h 21"/>
              <a:gd name="T6" fmla="*/ 10 w 20"/>
              <a:gd name="T7" fmla="*/ 0 h 21"/>
              <a:gd name="T8" fmla="*/ 20 w 20"/>
              <a:gd name="T9" fmla="*/ 11 h 21"/>
            </a:gdLst>
            <a:ahLst/>
            <a:cxnLst>
              <a:cxn ang="0">
                <a:pos x="T0" y="T1"/>
              </a:cxn>
              <a:cxn ang="0">
                <a:pos x="T2" y="T3"/>
              </a:cxn>
              <a:cxn ang="0">
                <a:pos x="T4" y="T5"/>
              </a:cxn>
              <a:cxn ang="0">
                <a:pos x="T6" y="T7"/>
              </a:cxn>
              <a:cxn ang="0">
                <a:pos x="T8" y="T9"/>
              </a:cxn>
            </a:cxnLst>
            <a:rect l="0" t="0" r="r" b="b"/>
            <a:pathLst>
              <a:path w="20" h="21">
                <a:moveTo>
                  <a:pt x="20" y="11"/>
                </a:moveTo>
                <a:cubicBezTo>
                  <a:pt x="20" y="16"/>
                  <a:pt x="16" y="21"/>
                  <a:pt x="10" y="21"/>
                </a:cubicBezTo>
                <a:cubicBezTo>
                  <a:pt x="5" y="21"/>
                  <a:pt x="0" y="16"/>
                  <a:pt x="0" y="10"/>
                </a:cubicBezTo>
                <a:cubicBezTo>
                  <a:pt x="0" y="5"/>
                  <a:pt x="5" y="0"/>
                  <a:pt x="10" y="0"/>
                </a:cubicBezTo>
                <a:cubicBezTo>
                  <a:pt x="16" y="1"/>
                  <a:pt x="20" y="5"/>
                  <a:pt x="20" y="11"/>
                </a:cubicBez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39"/>
          <p:cNvSpPr>
            <a:spLocks/>
          </p:cNvSpPr>
          <p:nvPr/>
        </p:nvSpPr>
        <p:spPr bwMode="auto">
          <a:xfrm>
            <a:off x="3502282" y="3102988"/>
            <a:ext cx="271462" cy="273050"/>
          </a:xfrm>
          <a:custGeom>
            <a:avLst/>
            <a:gdLst>
              <a:gd name="T0" fmla="*/ 20 w 20"/>
              <a:gd name="T1" fmla="*/ 10 h 20"/>
              <a:gd name="T2" fmla="*/ 10 w 20"/>
              <a:gd name="T3" fmla="*/ 20 h 20"/>
              <a:gd name="T4" fmla="*/ 0 w 20"/>
              <a:gd name="T5" fmla="*/ 10 h 20"/>
              <a:gd name="T6" fmla="*/ 10 w 20"/>
              <a:gd name="T7" fmla="*/ 0 h 20"/>
              <a:gd name="T8" fmla="*/ 20 w 20"/>
              <a:gd name="T9" fmla="*/ 10 h 20"/>
            </a:gdLst>
            <a:ahLst/>
            <a:cxnLst>
              <a:cxn ang="0">
                <a:pos x="T0" y="T1"/>
              </a:cxn>
              <a:cxn ang="0">
                <a:pos x="T2" y="T3"/>
              </a:cxn>
              <a:cxn ang="0">
                <a:pos x="T4" y="T5"/>
              </a:cxn>
              <a:cxn ang="0">
                <a:pos x="T6" y="T7"/>
              </a:cxn>
              <a:cxn ang="0">
                <a:pos x="T8" y="T9"/>
              </a:cxn>
            </a:cxnLst>
            <a:rect l="0" t="0" r="r" b="b"/>
            <a:pathLst>
              <a:path w="20" h="20">
                <a:moveTo>
                  <a:pt x="20" y="10"/>
                </a:moveTo>
                <a:cubicBezTo>
                  <a:pt x="20" y="16"/>
                  <a:pt x="16" y="20"/>
                  <a:pt x="10" y="20"/>
                </a:cubicBezTo>
                <a:cubicBezTo>
                  <a:pt x="5" y="20"/>
                  <a:pt x="0" y="15"/>
                  <a:pt x="0" y="10"/>
                </a:cubicBezTo>
                <a:cubicBezTo>
                  <a:pt x="0" y="4"/>
                  <a:pt x="5" y="0"/>
                  <a:pt x="10" y="0"/>
                </a:cubicBezTo>
                <a:cubicBezTo>
                  <a:pt x="16" y="0"/>
                  <a:pt x="20" y="4"/>
                  <a:pt x="20" y="10"/>
                </a:cubicBez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Oval 40"/>
          <p:cNvSpPr>
            <a:spLocks noChangeArrowheads="1"/>
          </p:cNvSpPr>
          <p:nvPr/>
        </p:nvSpPr>
        <p:spPr bwMode="auto">
          <a:xfrm>
            <a:off x="8340982" y="3701475"/>
            <a:ext cx="271462" cy="271463"/>
          </a:xfrm>
          <a:prstGeom prst="ellipse">
            <a:avLst/>
          </a:pr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Oval 42"/>
          <p:cNvSpPr>
            <a:spLocks noChangeArrowheads="1"/>
          </p:cNvSpPr>
          <p:nvPr/>
        </p:nvSpPr>
        <p:spPr bwMode="auto">
          <a:xfrm>
            <a:off x="5540632" y="3564950"/>
            <a:ext cx="271462" cy="273050"/>
          </a:xfrm>
          <a:prstGeom prst="ellipse">
            <a:avLst/>
          </a:pr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Oval 60"/>
          <p:cNvSpPr>
            <a:spLocks noChangeArrowheads="1"/>
          </p:cNvSpPr>
          <p:nvPr/>
        </p:nvSpPr>
        <p:spPr bwMode="auto">
          <a:xfrm>
            <a:off x="8096507" y="3987225"/>
            <a:ext cx="354012" cy="352425"/>
          </a:xfrm>
          <a:prstGeom prst="ellipse">
            <a:avLst/>
          </a:pr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66"/>
          <p:cNvSpPr>
            <a:spLocks/>
          </p:cNvSpPr>
          <p:nvPr/>
        </p:nvSpPr>
        <p:spPr bwMode="auto">
          <a:xfrm>
            <a:off x="6180394" y="1350388"/>
            <a:ext cx="149225" cy="149225"/>
          </a:xfrm>
          <a:custGeom>
            <a:avLst/>
            <a:gdLst>
              <a:gd name="T0" fmla="*/ 11 w 11"/>
              <a:gd name="T1" fmla="*/ 6 h 11"/>
              <a:gd name="T2" fmla="*/ 5 w 11"/>
              <a:gd name="T3" fmla="*/ 11 h 11"/>
              <a:gd name="T4" fmla="*/ 0 w 11"/>
              <a:gd name="T5" fmla="*/ 6 h 11"/>
              <a:gd name="T6" fmla="*/ 5 w 11"/>
              <a:gd name="T7" fmla="*/ 0 h 11"/>
              <a:gd name="T8" fmla="*/ 11 w 11"/>
              <a:gd name="T9" fmla="*/ 6 h 11"/>
            </a:gdLst>
            <a:ahLst/>
            <a:cxnLst>
              <a:cxn ang="0">
                <a:pos x="T0" y="T1"/>
              </a:cxn>
              <a:cxn ang="0">
                <a:pos x="T2" y="T3"/>
              </a:cxn>
              <a:cxn ang="0">
                <a:pos x="T4" y="T5"/>
              </a:cxn>
              <a:cxn ang="0">
                <a:pos x="T6" y="T7"/>
              </a:cxn>
              <a:cxn ang="0">
                <a:pos x="T8" y="T9"/>
              </a:cxn>
            </a:cxnLst>
            <a:rect l="0" t="0" r="r" b="b"/>
            <a:pathLst>
              <a:path w="11" h="11">
                <a:moveTo>
                  <a:pt x="11" y="6"/>
                </a:moveTo>
                <a:cubicBezTo>
                  <a:pt x="11" y="9"/>
                  <a:pt x="8" y="11"/>
                  <a:pt x="5" y="11"/>
                </a:cubicBezTo>
                <a:cubicBezTo>
                  <a:pt x="2" y="11"/>
                  <a:pt x="0" y="9"/>
                  <a:pt x="0" y="6"/>
                </a:cubicBezTo>
                <a:cubicBezTo>
                  <a:pt x="0" y="2"/>
                  <a:pt x="2" y="0"/>
                  <a:pt x="5" y="0"/>
                </a:cubicBezTo>
                <a:cubicBezTo>
                  <a:pt x="8" y="0"/>
                  <a:pt x="11" y="3"/>
                  <a:pt x="11" y="6"/>
                </a:cubicBez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Oval 69"/>
          <p:cNvSpPr>
            <a:spLocks noChangeArrowheads="1"/>
          </p:cNvSpPr>
          <p:nvPr/>
        </p:nvSpPr>
        <p:spPr bwMode="auto">
          <a:xfrm>
            <a:off x="3556257" y="3483988"/>
            <a:ext cx="149225" cy="149225"/>
          </a:xfrm>
          <a:prstGeom prst="ellipse">
            <a:avLst/>
          </a:pr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Oval 74"/>
          <p:cNvSpPr>
            <a:spLocks noChangeArrowheads="1"/>
          </p:cNvSpPr>
          <p:nvPr/>
        </p:nvSpPr>
        <p:spPr bwMode="auto">
          <a:xfrm>
            <a:off x="4384932" y="1921888"/>
            <a:ext cx="149225" cy="149225"/>
          </a:xfrm>
          <a:prstGeom prst="ellipse">
            <a:avLst/>
          </a:pr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Oval 78"/>
          <p:cNvSpPr>
            <a:spLocks noChangeArrowheads="1"/>
          </p:cNvSpPr>
          <p:nvPr/>
        </p:nvSpPr>
        <p:spPr bwMode="auto">
          <a:xfrm>
            <a:off x="5704144" y="2628325"/>
            <a:ext cx="271462" cy="271463"/>
          </a:xfrm>
          <a:prstGeom prst="ellipse">
            <a:avLst/>
          </a:pr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79"/>
          <p:cNvSpPr>
            <a:spLocks/>
          </p:cNvSpPr>
          <p:nvPr/>
        </p:nvSpPr>
        <p:spPr bwMode="auto">
          <a:xfrm>
            <a:off x="3502282" y="3102988"/>
            <a:ext cx="271462" cy="273050"/>
          </a:xfrm>
          <a:custGeom>
            <a:avLst/>
            <a:gdLst>
              <a:gd name="T0" fmla="*/ 20 w 20"/>
              <a:gd name="T1" fmla="*/ 10 h 20"/>
              <a:gd name="T2" fmla="*/ 10 w 20"/>
              <a:gd name="T3" fmla="*/ 20 h 20"/>
              <a:gd name="T4" fmla="*/ 0 w 20"/>
              <a:gd name="T5" fmla="*/ 10 h 20"/>
              <a:gd name="T6" fmla="*/ 10 w 20"/>
              <a:gd name="T7" fmla="*/ 0 h 20"/>
              <a:gd name="T8" fmla="*/ 20 w 20"/>
              <a:gd name="T9" fmla="*/ 10 h 20"/>
            </a:gdLst>
            <a:ahLst/>
            <a:cxnLst>
              <a:cxn ang="0">
                <a:pos x="T0" y="T1"/>
              </a:cxn>
              <a:cxn ang="0">
                <a:pos x="T2" y="T3"/>
              </a:cxn>
              <a:cxn ang="0">
                <a:pos x="T4" y="T5"/>
              </a:cxn>
              <a:cxn ang="0">
                <a:pos x="T6" y="T7"/>
              </a:cxn>
              <a:cxn ang="0">
                <a:pos x="T8" y="T9"/>
              </a:cxn>
            </a:cxnLst>
            <a:rect l="0" t="0" r="r" b="b"/>
            <a:pathLst>
              <a:path w="20" h="20">
                <a:moveTo>
                  <a:pt x="20" y="10"/>
                </a:moveTo>
                <a:cubicBezTo>
                  <a:pt x="20" y="16"/>
                  <a:pt x="16" y="20"/>
                  <a:pt x="10" y="20"/>
                </a:cubicBezTo>
                <a:cubicBezTo>
                  <a:pt x="5" y="20"/>
                  <a:pt x="0" y="15"/>
                  <a:pt x="0" y="10"/>
                </a:cubicBezTo>
                <a:cubicBezTo>
                  <a:pt x="0" y="4"/>
                  <a:pt x="5" y="0"/>
                  <a:pt x="10" y="0"/>
                </a:cubicBezTo>
                <a:cubicBezTo>
                  <a:pt x="16" y="0"/>
                  <a:pt x="20" y="4"/>
                  <a:pt x="20" y="10"/>
                </a:cubicBez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81"/>
          <p:cNvSpPr>
            <a:spLocks/>
          </p:cNvSpPr>
          <p:nvPr/>
        </p:nvSpPr>
        <p:spPr bwMode="auto">
          <a:xfrm>
            <a:off x="8218744" y="2899788"/>
            <a:ext cx="285750" cy="271463"/>
          </a:xfrm>
          <a:custGeom>
            <a:avLst/>
            <a:gdLst>
              <a:gd name="T0" fmla="*/ 21 w 21"/>
              <a:gd name="T1" fmla="*/ 10 h 20"/>
              <a:gd name="T2" fmla="*/ 10 w 21"/>
              <a:gd name="T3" fmla="*/ 20 h 20"/>
              <a:gd name="T4" fmla="*/ 0 w 21"/>
              <a:gd name="T5" fmla="*/ 10 h 20"/>
              <a:gd name="T6" fmla="*/ 11 w 21"/>
              <a:gd name="T7" fmla="*/ 0 h 20"/>
              <a:gd name="T8" fmla="*/ 21 w 21"/>
              <a:gd name="T9" fmla="*/ 10 h 20"/>
            </a:gdLst>
            <a:ahLst/>
            <a:cxnLst>
              <a:cxn ang="0">
                <a:pos x="T0" y="T1"/>
              </a:cxn>
              <a:cxn ang="0">
                <a:pos x="T2" y="T3"/>
              </a:cxn>
              <a:cxn ang="0">
                <a:pos x="T4" y="T5"/>
              </a:cxn>
              <a:cxn ang="0">
                <a:pos x="T6" y="T7"/>
              </a:cxn>
              <a:cxn ang="0">
                <a:pos x="T8" y="T9"/>
              </a:cxn>
            </a:cxnLst>
            <a:rect l="0" t="0" r="r" b="b"/>
            <a:pathLst>
              <a:path w="21" h="20">
                <a:moveTo>
                  <a:pt x="21" y="10"/>
                </a:moveTo>
                <a:cubicBezTo>
                  <a:pt x="20" y="16"/>
                  <a:pt x="16" y="20"/>
                  <a:pt x="10" y="20"/>
                </a:cubicBezTo>
                <a:cubicBezTo>
                  <a:pt x="5" y="20"/>
                  <a:pt x="0" y="15"/>
                  <a:pt x="0" y="10"/>
                </a:cubicBezTo>
                <a:cubicBezTo>
                  <a:pt x="0" y="4"/>
                  <a:pt x="5" y="0"/>
                  <a:pt x="11" y="0"/>
                </a:cubicBezTo>
                <a:cubicBezTo>
                  <a:pt x="16" y="0"/>
                  <a:pt x="21" y="4"/>
                  <a:pt x="21" y="10"/>
                </a:cubicBez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160"/>
          <p:cNvSpPr>
            <a:spLocks/>
          </p:cNvSpPr>
          <p:nvPr/>
        </p:nvSpPr>
        <p:spPr bwMode="auto">
          <a:xfrm>
            <a:off x="1" y="5244845"/>
            <a:ext cx="12192000" cy="1691490"/>
          </a:xfrm>
          <a:custGeom>
            <a:avLst/>
            <a:gdLst>
              <a:gd name="T0" fmla="*/ 3200 w 3200"/>
              <a:gd name="T1" fmla="*/ 90 h 576"/>
              <a:gd name="T2" fmla="*/ 1743 w 3200"/>
              <a:gd name="T3" fmla="*/ 288 h 576"/>
              <a:gd name="T4" fmla="*/ 0 w 3200"/>
              <a:gd name="T5" fmla="*/ 238 h 576"/>
              <a:gd name="T6" fmla="*/ 0 w 3200"/>
              <a:gd name="T7" fmla="*/ 550 h 576"/>
              <a:gd name="T8" fmla="*/ 3200 w 3200"/>
              <a:gd name="T9" fmla="*/ 550 h 576"/>
              <a:gd name="T10" fmla="*/ 3200 w 3200"/>
              <a:gd name="T11" fmla="*/ 90 h 576"/>
            </a:gdLst>
            <a:ahLst/>
            <a:cxnLst>
              <a:cxn ang="0">
                <a:pos x="T0" y="T1"/>
              </a:cxn>
              <a:cxn ang="0">
                <a:pos x="T2" y="T3"/>
              </a:cxn>
              <a:cxn ang="0">
                <a:pos x="T4" y="T5"/>
              </a:cxn>
              <a:cxn ang="0">
                <a:pos x="T6" y="T7"/>
              </a:cxn>
              <a:cxn ang="0">
                <a:pos x="T8" y="T9"/>
              </a:cxn>
              <a:cxn ang="0">
                <a:pos x="T10" y="T11"/>
              </a:cxn>
            </a:cxnLst>
            <a:rect l="0" t="0" r="r" b="b"/>
            <a:pathLst>
              <a:path w="3200" h="576">
                <a:moveTo>
                  <a:pt x="3200" y="90"/>
                </a:moveTo>
                <a:cubicBezTo>
                  <a:pt x="3200" y="90"/>
                  <a:pt x="2831" y="0"/>
                  <a:pt x="1743" y="288"/>
                </a:cubicBezTo>
                <a:cubicBezTo>
                  <a:pt x="654" y="576"/>
                  <a:pt x="0" y="238"/>
                  <a:pt x="0" y="238"/>
                </a:cubicBezTo>
                <a:cubicBezTo>
                  <a:pt x="0" y="550"/>
                  <a:pt x="0" y="550"/>
                  <a:pt x="0" y="550"/>
                </a:cubicBezTo>
                <a:cubicBezTo>
                  <a:pt x="3200" y="550"/>
                  <a:pt x="3200" y="550"/>
                  <a:pt x="3200" y="550"/>
                </a:cubicBezTo>
                <a:cubicBezTo>
                  <a:pt x="3200" y="90"/>
                  <a:pt x="3200" y="90"/>
                  <a:pt x="3200" y="90"/>
                </a:cubicBezTo>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Freeform 9"/>
          <p:cNvSpPr>
            <a:spLocks noEditPoints="1"/>
          </p:cNvSpPr>
          <p:nvPr/>
        </p:nvSpPr>
        <p:spPr bwMode="auto">
          <a:xfrm>
            <a:off x="2962210" y="2308944"/>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936C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文本框 109"/>
          <p:cNvSpPr txBox="1"/>
          <p:nvPr/>
        </p:nvSpPr>
        <p:spPr>
          <a:xfrm>
            <a:off x="153905" y="2188721"/>
            <a:ext cx="2856518" cy="830997"/>
          </a:xfrm>
          <a:prstGeom prst="rect">
            <a:avLst/>
          </a:prstGeom>
          <a:noFill/>
        </p:spPr>
        <p:txBody>
          <a:bodyPr wrap="square" rtlCol="0">
            <a:spAutoFit/>
          </a:bodyPr>
          <a:lstStyle/>
          <a:p>
            <a:pPr algn="r">
              <a:lnSpc>
                <a:spcPct val="120000"/>
              </a:lnSpc>
            </a:pPr>
            <a:r>
              <a:rPr lang="zh-CN" altLang="en-US" sz="2400" b="1" dirty="0">
                <a:solidFill>
                  <a:srgbClr val="936CAF"/>
                </a:solidFill>
              </a:rPr>
              <a:t>添加标题</a:t>
            </a:r>
            <a:endParaRPr lang="en-US" altLang="zh-CN" sz="2400" b="1" dirty="0">
              <a:solidFill>
                <a:srgbClr val="936CAF"/>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15" name="文本框 114"/>
          <p:cNvSpPr txBox="1"/>
          <p:nvPr/>
        </p:nvSpPr>
        <p:spPr>
          <a:xfrm>
            <a:off x="9049487" y="2188721"/>
            <a:ext cx="2856518" cy="830997"/>
          </a:xfrm>
          <a:prstGeom prst="rect">
            <a:avLst/>
          </a:prstGeom>
          <a:noFill/>
        </p:spPr>
        <p:txBody>
          <a:bodyPr wrap="square" rtlCol="0">
            <a:spAutoFit/>
          </a:bodyPr>
          <a:lstStyle/>
          <a:p>
            <a:pPr>
              <a:lnSpc>
                <a:spcPct val="120000"/>
              </a:lnSpc>
            </a:pPr>
            <a:r>
              <a:rPr lang="zh-CN" altLang="en-US" sz="2400" b="1" dirty="0">
                <a:solidFill>
                  <a:srgbClr val="F8841D"/>
                </a:solidFill>
              </a:rPr>
              <a:t>添加标题</a:t>
            </a:r>
            <a:endParaRPr lang="en-US" altLang="zh-CN" sz="2400" b="1" dirty="0">
              <a:solidFill>
                <a:srgbClr val="F8841D"/>
              </a:solidFill>
            </a:endParaRPr>
          </a:p>
          <a:p>
            <a:pPr>
              <a:lnSpc>
                <a:spcPct val="120000"/>
              </a:lnSpc>
            </a:pPr>
            <a:r>
              <a:rPr lang="zh-CN" altLang="en-US" sz="1600" dirty="0">
                <a:solidFill>
                  <a:schemeClr val="tx1">
                    <a:lumMod val="65000"/>
                    <a:lumOff val="35000"/>
                  </a:schemeClr>
                </a:solidFill>
              </a:rPr>
              <a:t>添加内容添加内容</a:t>
            </a:r>
          </a:p>
        </p:txBody>
      </p:sp>
      <p:sp>
        <p:nvSpPr>
          <p:cNvPr id="116" name="Freeform 9"/>
          <p:cNvSpPr>
            <a:spLocks noEditPoints="1"/>
          </p:cNvSpPr>
          <p:nvPr/>
        </p:nvSpPr>
        <p:spPr bwMode="auto">
          <a:xfrm>
            <a:off x="8788853" y="2308944"/>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F8841D"/>
          </a:solidFill>
          <a:ln>
            <a:noFill/>
          </a:ln>
        </p:spPr>
        <p:txBody>
          <a:bodyPr vert="horz" wrap="square" lIns="91440" tIns="45720" rIns="91440" bIns="45720" numCol="1" anchor="t" anchorCtr="0" compatLnSpc="1">
            <a:prstTxWarp prst="textNoShape">
              <a:avLst/>
            </a:prstTxWarp>
          </a:bodyPr>
          <a:lstStyle/>
          <a:p>
            <a:endParaRPr lang="zh-CN" altLang="en-US">
              <a:solidFill>
                <a:srgbClr val="F8841D"/>
              </a:solidFill>
            </a:endParaRPr>
          </a:p>
        </p:txBody>
      </p:sp>
      <p:sp>
        <p:nvSpPr>
          <p:cNvPr id="117" name="文本框 116"/>
          <p:cNvSpPr txBox="1"/>
          <p:nvPr/>
        </p:nvSpPr>
        <p:spPr>
          <a:xfrm>
            <a:off x="9049487" y="3126245"/>
            <a:ext cx="2856518" cy="830997"/>
          </a:xfrm>
          <a:prstGeom prst="rect">
            <a:avLst/>
          </a:prstGeom>
          <a:noFill/>
        </p:spPr>
        <p:txBody>
          <a:bodyPr wrap="square" rtlCol="0">
            <a:spAutoFit/>
          </a:bodyPr>
          <a:lstStyle/>
          <a:p>
            <a:pPr>
              <a:lnSpc>
                <a:spcPct val="120000"/>
              </a:lnSpc>
            </a:pPr>
            <a:r>
              <a:rPr lang="zh-CN" altLang="en-US" sz="2400" b="1" dirty="0">
                <a:solidFill>
                  <a:srgbClr val="5EC6D3"/>
                </a:solidFill>
              </a:rPr>
              <a:t>添加标题</a:t>
            </a:r>
            <a:endParaRPr lang="en-US" altLang="zh-CN" sz="2400" b="1" dirty="0">
              <a:solidFill>
                <a:srgbClr val="5EC6D3"/>
              </a:solidFill>
            </a:endParaRPr>
          </a:p>
          <a:p>
            <a:pPr>
              <a:lnSpc>
                <a:spcPct val="120000"/>
              </a:lnSpc>
            </a:pPr>
            <a:r>
              <a:rPr lang="zh-CN" altLang="en-US" sz="1600" dirty="0">
                <a:solidFill>
                  <a:schemeClr val="tx1">
                    <a:lumMod val="65000"/>
                    <a:lumOff val="35000"/>
                  </a:schemeClr>
                </a:solidFill>
              </a:rPr>
              <a:t>添加内容添加内容</a:t>
            </a:r>
          </a:p>
        </p:txBody>
      </p:sp>
      <p:sp>
        <p:nvSpPr>
          <p:cNvPr id="118" name="Freeform 9"/>
          <p:cNvSpPr>
            <a:spLocks noEditPoints="1"/>
          </p:cNvSpPr>
          <p:nvPr/>
        </p:nvSpPr>
        <p:spPr bwMode="auto">
          <a:xfrm>
            <a:off x="8788853" y="3246468"/>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5EC6D3"/>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9" name="文本框 118"/>
          <p:cNvSpPr txBox="1"/>
          <p:nvPr/>
        </p:nvSpPr>
        <p:spPr>
          <a:xfrm>
            <a:off x="9049487" y="4063770"/>
            <a:ext cx="2856518" cy="830997"/>
          </a:xfrm>
          <a:prstGeom prst="rect">
            <a:avLst/>
          </a:prstGeom>
          <a:noFill/>
        </p:spPr>
        <p:txBody>
          <a:bodyPr wrap="square" rtlCol="0">
            <a:spAutoFit/>
          </a:bodyPr>
          <a:lstStyle/>
          <a:p>
            <a:pPr>
              <a:lnSpc>
                <a:spcPct val="120000"/>
              </a:lnSpc>
            </a:pPr>
            <a:r>
              <a:rPr lang="zh-CN" altLang="en-US" sz="2400" b="1" dirty="0">
                <a:solidFill>
                  <a:srgbClr val="F26D64"/>
                </a:solidFill>
              </a:rPr>
              <a:t>添加标题</a:t>
            </a:r>
            <a:endParaRPr lang="en-US" altLang="zh-CN" sz="2400" b="1" dirty="0">
              <a:solidFill>
                <a:srgbClr val="F26D64"/>
              </a:solidFill>
            </a:endParaRPr>
          </a:p>
          <a:p>
            <a:pPr>
              <a:lnSpc>
                <a:spcPct val="120000"/>
              </a:lnSpc>
            </a:pPr>
            <a:r>
              <a:rPr lang="zh-CN" altLang="en-US" sz="1600" dirty="0">
                <a:solidFill>
                  <a:schemeClr val="tx1">
                    <a:lumMod val="65000"/>
                    <a:lumOff val="35000"/>
                  </a:schemeClr>
                </a:solidFill>
              </a:rPr>
              <a:t>添加内容添加内容</a:t>
            </a:r>
          </a:p>
        </p:txBody>
      </p:sp>
      <p:sp>
        <p:nvSpPr>
          <p:cNvPr id="120" name="Freeform 9"/>
          <p:cNvSpPr>
            <a:spLocks noEditPoints="1"/>
          </p:cNvSpPr>
          <p:nvPr/>
        </p:nvSpPr>
        <p:spPr bwMode="auto">
          <a:xfrm>
            <a:off x="8788853" y="4183993"/>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F26D64"/>
          </a:solidFill>
          <a:ln>
            <a:noFill/>
          </a:ln>
        </p:spPr>
        <p:txBody>
          <a:bodyPr vert="horz" wrap="square" lIns="91440" tIns="45720" rIns="91440" bIns="45720" numCol="1" anchor="t" anchorCtr="0" compatLnSpc="1">
            <a:prstTxWarp prst="textNoShape">
              <a:avLst/>
            </a:prstTxWarp>
          </a:bodyPr>
          <a:lstStyle/>
          <a:p>
            <a:endParaRPr lang="zh-CN" altLang="en-US">
              <a:solidFill>
                <a:srgbClr val="F26D64"/>
              </a:solidFill>
            </a:endParaRPr>
          </a:p>
        </p:txBody>
      </p:sp>
      <p:sp>
        <p:nvSpPr>
          <p:cNvPr id="121" name="Freeform 9"/>
          <p:cNvSpPr>
            <a:spLocks noEditPoints="1"/>
          </p:cNvSpPr>
          <p:nvPr/>
        </p:nvSpPr>
        <p:spPr bwMode="auto">
          <a:xfrm>
            <a:off x="2962210" y="3246469"/>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AA7B5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2" name="文本框 121"/>
          <p:cNvSpPr txBox="1"/>
          <p:nvPr/>
        </p:nvSpPr>
        <p:spPr>
          <a:xfrm>
            <a:off x="153905" y="3126246"/>
            <a:ext cx="2856518" cy="830997"/>
          </a:xfrm>
          <a:prstGeom prst="rect">
            <a:avLst/>
          </a:prstGeom>
          <a:noFill/>
        </p:spPr>
        <p:txBody>
          <a:bodyPr wrap="square" rtlCol="0">
            <a:spAutoFit/>
          </a:bodyPr>
          <a:lstStyle/>
          <a:p>
            <a:pPr algn="r">
              <a:lnSpc>
                <a:spcPct val="120000"/>
              </a:lnSpc>
            </a:pPr>
            <a:r>
              <a:rPr lang="zh-CN" altLang="en-US" sz="2400" b="1" dirty="0">
                <a:solidFill>
                  <a:srgbClr val="AA7B51"/>
                </a:solidFill>
              </a:rPr>
              <a:t>添加标题</a:t>
            </a:r>
            <a:endParaRPr lang="en-US" altLang="zh-CN" sz="2400" b="1" dirty="0">
              <a:solidFill>
                <a:srgbClr val="AA7B51"/>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23" name="Freeform 9"/>
          <p:cNvSpPr>
            <a:spLocks noEditPoints="1"/>
          </p:cNvSpPr>
          <p:nvPr/>
        </p:nvSpPr>
        <p:spPr bwMode="auto">
          <a:xfrm>
            <a:off x="2962210" y="4183993"/>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9BBB4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4" name="文本框 123"/>
          <p:cNvSpPr txBox="1"/>
          <p:nvPr/>
        </p:nvSpPr>
        <p:spPr>
          <a:xfrm>
            <a:off x="153905" y="4063770"/>
            <a:ext cx="2856518" cy="830997"/>
          </a:xfrm>
          <a:prstGeom prst="rect">
            <a:avLst/>
          </a:prstGeom>
          <a:noFill/>
        </p:spPr>
        <p:txBody>
          <a:bodyPr wrap="square" rtlCol="0">
            <a:spAutoFit/>
          </a:bodyPr>
          <a:lstStyle/>
          <a:p>
            <a:pPr algn="r">
              <a:lnSpc>
                <a:spcPct val="120000"/>
              </a:lnSpc>
            </a:pPr>
            <a:r>
              <a:rPr lang="zh-CN" altLang="en-US" sz="2400" b="1" dirty="0">
                <a:solidFill>
                  <a:srgbClr val="9BBB40"/>
                </a:solidFill>
              </a:rPr>
              <a:t>添加标题</a:t>
            </a:r>
            <a:endParaRPr lang="en-US" altLang="zh-CN" sz="2400" b="1" dirty="0">
              <a:solidFill>
                <a:srgbClr val="9BBB40"/>
              </a:solidFill>
            </a:endParaRPr>
          </a:p>
          <a:p>
            <a:pPr algn="r">
              <a:lnSpc>
                <a:spcPct val="120000"/>
              </a:lnSpc>
            </a:pPr>
            <a:r>
              <a:rPr lang="zh-CN" altLang="en-US" sz="1600" dirty="0">
                <a:solidFill>
                  <a:schemeClr val="tx1">
                    <a:lumMod val="65000"/>
                    <a:lumOff val="35000"/>
                  </a:schemeClr>
                </a:solidFill>
              </a:rPr>
              <a:t>添加内容添加内容</a:t>
            </a:r>
          </a:p>
        </p:txBody>
      </p:sp>
      <p:sp>
        <p:nvSpPr>
          <p:cNvPr id="210" name="Freeform 63"/>
          <p:cNvSpPr>
            <a:spLocks noChangeAspect="1" noEditPoints="1"/>
          </p:cNvSpPr>
          <p:nvPr/>
        </p:nvSpPr>
        <p:spPr bwMode="auto">
          <a:xfrm>
            <a:off x="3961563" y="3312416"/>
            <a:ext cx="432000" cy="490674"/>
          </a:xfrm>
          <a:custGeom>
            <a:avLst/>
            <a:gdLst>
              <a:gd name="T0" fmla="*/ 319 w 352"/>
              <a:gd name="T1" fmla="*/ 209 h 400"/>
              <a:gd name="T2" fmla="*/ 238 w 352"/>
              <a:gd name="T3" fmla="*/ 134 h 400"/>
              <a:gd name="T4" fmla="*/ 251 w 352"/>
              <a:gd name="T5" fmla="*/ 134 h 400"/>
              <a:gd name="T6" fmla="*/ 313 w 352"/>
              <a:gd name="T7" fmla="*/ 114 h 400"/>
              <a:gd name="T8" fmla="*/ 283 w 352"/>
              <a:gd name="T9" fmla="*/ 96 h 400"/>
              <a:gd name="T10" fmla="*/ 292 w 352"/>
              <a:gd name="T11" fmla="*/ 82 h 400"/>
              <a:gd name="T12" fmla="*/ 289 w 352"/>
              <a:gd name="T13" fmla="*/ 75 h 400"/>
              <a:gd name="T14" fmla="*/ 237 w 352"/>
              <a:gd name="T15" fmla="*/ 97 h 400"/>
              <a:gd name="T16" fmla="*/ 231 w 352"/>
              <a:gd name="T17" fmla="*/ 16 h 400"/>
              <a:gd name="T18" fmla="*/ 142 w 352"/>
              <a:gd name="T19" fmla="*/ 17 h 400"/>
              <a:gd name="T20" fmla="*/ 136 w 352"/>
              <a:gd name="T21" fmla="*/ 108 h 400"/>
              <a:gd name="T22" fmla="*/ 121 w 352"/>
              <a:gd name="T23" fmla="*/ 112 h 400"/>
              <a:gd name="T24" fmla="*/ 111 w 352"/>
              <a:gd name="T25" fmla="*/ 119 h 400"/>
              <a:gd name="T26" fmla="*/ 127 w 352"/>
              <a:gd name="T27" fmla="*/ 130 h 400"/>
              <a:gd name="T28" fmla="*/ 34 w 352"/>
              <a:gd name="T29" fmla="*/ 214 h 400"/>
              <a:gd name="T30" fmla="*/ 149 w 352"/>
              <a:gd name="T31" fmla="*/ 391 h 400"/>
              <a:gd name="T32" fmla="*/ 343 w 352"/>
              <a:gd name="T33" fmla="*/ 268 h 400"/>
              <a:gd name="T34" fmla="*/ 303 w 352"/>
              <a:gd name="T35" fmla="*/ 109 h 400"/>
              <a:gd name="T36" fmla="*/ 251 w 352"/>
              <a:gd name="T37" fmla="*/ 123 h 400"/>
              <a:gd name="T38" fmla="*/ 243 w 352"/>
              <a:gd name="T39" fmla="*/ 122 h 400"/>
              <a:gd name="T40" fmla="*/ 280 w 352"/>
              <a:gd name="T41" fmla="*/ 85 h 400"/>
              <a:gd name="T42" fmla="*/ 239 w 352"/>
              <a:gd name="T43" fmla="*/ 111 h 400"/>
              <a:gd name="T44" fmla="*/ 280 w 352"/>
              <a:gd name="T45" fmla="*/ 85 h 400"/>
              <a:gd name="T46" fmla="*/ 218 w 352"/>
              <a:gd name="T47" fmla="*/ 315 h 400"/>
              <a:gd name="T48" fmla="*/ 183 w 352"/>
              <a:gd name="T49" fmla="*/ 326 h 400"/>
              <a:gd name="T50" fmla="*/ 169 w 352"/>
              <a:gd name="T51" fmla="*/ 344 h 400"/>
              <a:gd name="T52" fmla="*/ 147 w 352"/>
              <a:gd name="T53" fmla="*/ 322 h 400"/>
              <a:gd name="T54" fmla="*/ 122 w 352"/>
              <a:gd name="T55" fmla="*/ 300 h 400"/>
              <a:gd name="T56" fmla="*/ 155 w 352"/>
              <a:gd name="T57" fmla="*/ 280 h 400"/>
              <a:gd name="T58" fmla="*/ 169 w 352"/>
              <a:gd name="T59" fmla="*/ 301 h 400"/>
              <a:gd name="T60" fmla="*/ 142 w 352"/>
              <a:gd name="T61" fmla="*/ 258 h 400"/>
              <a:gd name="T62" fmla="*/ 122 w 352"/>
              <a:gd name="T63" fmla="*/ 225 h 400"/>
              <a:gd name="T64" fmla="*/ 169 w 352"/>
              <a:gd name="T65" fmla="*/ 184 h 400"/>
              <a:gd name="T66" fmla="*/ 183 w 352"/>
              <a:gd name="T67" fmla="*/ 175 h 400"/>
              <a:gd name="T68" fmla="*/ 215 w 352"/>
              <a:gd name="T69" fmla="*/ 194 h 400"/>
              <a:gd name="T70" fmla="*/ 195 w 352"/>
              <a:gd name="T71" fmla="*/ 223 h 400"/>
              <a:gd name="T72" fmla="*/ 183 w 352"/>
              <a:gd name="T73" fmla="*/ 209 h 400"/>
              <a:gd name="T74" fmla="*/ 221 w 352"/>
              <a:gd name="T75" fmla="*/ 252 h 400"/>
              <a:gd name="T76" fmla="*/ 230 w 352"/>
              <a:gd name="T77" fmla="*/ 301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52" h="400">
                <a:moveTo>
                  <a:pt x="343" y="268"/>
                </a:moveTo>
                <a:cubicBezTo>
                  <a:pt x="339" y="245"/>
                  <a:pt x="331" y="231"/>
                  <a:pt x="319" y="209"/>
                </a:cubicBezTo>
                <a:cubicBezTo>
                  <a:pt x="308" y="192"/>
                  <a:pt x="288" y="172"/>
                  <a:pt x="273" y="160"/>
                </a:cubicBezTo>
                <a:cubicBezTo>
                  <a:pt x="262" y="151"/>
                  <a:pt x="249" y="143"/>
                  <a:pt x="238" y="134"/>
                </a:cubicBezTo>
                <a:cubicBezTo>
                  <a:pt x="241" y="134"/>
                  <a:pt x="241" y="134"/>
                  <a:pt x="241" y="134"/>
                </a:cubicBezTo>
                <a:cubicBezTo>
                  <a:pt x="251" y="134"/>
                  <a:pt x="251" y="134"/>
                  <a:pt x="251" y="134"/>
                </a:cubicBezTo>
                <a:cubicBezTo>
                  <a:pt x="258" y="134"/>
                  <a:pt x="266" y="134"/>
                  <a:pt x="274" y="133"/>
                </a:cubicBezTo>
                <a:cubicBezTo>
                  <a:pt x="283" y="132"/>
                  <a:pt x="306" y="128"/>
                  <a:pt x="313" y="114"/>
                </a:cubicBezTo>
                <a:cubicBezTo>
                  <a:pt x="318" y="104"/>
                  <a:pt x="314" y="99"/>
                  <a:pt x="311" y="97"/>
                </a:cubicBezTo>
                <a:cubicBezTo>
                  <a:pt x="306" y="93"/>
                  <a:pt x="295" y="94"/>
                  <a:pt x="283" y="96"/>
                </a:cubicBezTo>
                <a:cubicBezTo>
                  <a:pt x="288" y="92"/>
                  <a:pt x="291" y="88"/>
                  <a:pt x="292" y="84"/>
                </a:cubicBezTo>
                <a:cubicBezTo>
                  <a:pt x="292" y="84"/>
                  <a:pt x="292" y="83"/>
                  <a:pt x="292" y="82"/>
                </a:cubicBezTo>
                <a:cubicBezTo>
                  <a:pt x="292" y="80"/>
                  <a:pt x="292" y="78"/>
                  <a:pt x="290" y="76"/>
                </a:cubicBezTo>
                <a:cubicBezTo>
                  <a:pt x="289" y="75"/>
                  <a:pt x="289" y="75"/>
                  <a:pt x="289" y="75"/>
                </a:cubicBezTo>
                <a:cubicBezTo>
                  <a:pt x="287" y="74"/>
                  <a:pt x="287" y="74"/>
                  <a:pt x="287" y="74"/>
                </a:cubicBezTo>
                <a:cubicBezTo>
                  <a:pt x="272" y="72"/>
                  <a:pt x="251" y="83"/>
                  <a:pt x="237" y="97"/>
                </a:cubicBezTo>
                <a:cubicBezTo>
                  <a:pt x="252" y="77"/>
                  <a:pt x="280" y="51"/>
                  <a:pt x="285" y="30"/>
                </a:cubicBezTo>
                <a:cubicBezTo>
                  <a:pt x="266" y="29"/>
                  <a:pt x="247" y="25"/>
                  <a:pt x="231" y="16"/>
                </a:cubicBezTo>
                <a:cubicBezTo>
                  <a:pt x="216" y="8"/>
                  <a:pt x="209" y="0"/>
                  <a:pt x="191" y="3"/>
                </a:cubicBezTo>
                <a:cubicBezTo>
                  <a:pt x="174" y="5"/>
                  <a:pt x="158" y="13"/>
                  <a:pt x="142" y="17"/>
                </a:cubicBezTo>
                <a:cubicBezTo>
                  <a:pt x="124" y="22"/>
                  <a:pt x="108" y="15"/>
                  <a:pt x="90" y="18"/>
                </a:cubicBezTo>
                <a:cubicBezTo>
                  <a:pt x="87" y="49"/>
                  <a:pt x="125" y="79"/>
                  <a:pt x="136" y="108"/>
                </a:cubicBezTo>
                <a:cubicBezTo>
                  <a:pt x="131" y="109"/>
                  <a:pt x="126" y="110"/>
                  <a:pt x="121" y="112"/>
                </a:cubicBezTo>
                <a:cubicBezTo>
                  <a:pt x="121" y="112"/>
                  <a:pt x="121" y="112"/>
                  <a:pt x="121" y="112"/>
                </a:cubicBezTo>
                <a:cubicBezTo>
                  <a:pt x="118" y="113"/>
                  <a:pt x="115" y="114"/>
                  <a:pt x="114" y="116"/>
                </a:cubicBezTo>
                <a:cubicBezTo>
                  <a:pt x="111" y="119"/>
                  <a:pt x="111" y="119"/>
                  <a:pt x="111" y="119"/>
                </a:cubicBezTo>
                <a:cubicBezTo>
                  <a:pt x="113" y="123"/>
                  <a:pt x="113" y="123"/>
                  <a:pt x="113" y="123"/>
                </a:cubicBezTo>
                <a:cubicBezTo>
                  <a:pt x="116" y="127"/>
                  <a:pt x="120" y="129"/>
                  <a:pt x="127" y="130"/>
                </a:cubicBezTo>
                <a:cubicBezTo>
                  <a:pt x="113" y="139"/>
                  <a:pt x="96" y="149"/>
                  <a:pt x="84" y="159"/>
                </a:cubicBezTo>
                <a:cubicBezTo>
                  <a:pt x="69" y="172"/>
                  <a:pt x="46" y="198"/>
                  <a:pt x="34" y="214"/>
                </a:cubicBezTo>
                <a:cubicBezTo>
                  <a:pt x="13" y="240"/>
                  <a:pt x="0" y="275"/>
                  <a:pt x="6" y="307"/>
                </a:cubicBezTo>
                <a:cubicBezTo>
                  <a:pt x="18" y="370"/>
                  <a:pt x="92" y="391"/>
                  <a:pt x="149" y="391"/>
                </a:cubicBezTo>
                <a:cubicBezTo>
                  <a:pt x="212" y="391"/>
                  <a:pt x="293" y="400"/>
                  <a:pt x="335" y="348"/>
                </a:cubicBezTo>
                <a:cubicBezTo>
                  <a:pt x="352" y="327"/>
                  <a:pt x="347" y="295"/>
                  <a:pt x="343" y="268"/>
                </a:cubicBezTo>
                <a:close/>
                <a:moveTo>
                  <a:pt x="305" y="105"/>
                </a:moveTo>
                <a:cubicBezTo>
                  <a:pt x="305" y="105"/>
                  <a:pt x="305" y="106"/>
                  <a:pt x="303" y="109"/>
                </a:cubicBezTo>
                <a:cubicBezTo>
                  <a:pt x="299" y="117"/>
                  <a:pt x="284" y="121"/>
                  <a:pt x="273" y="123"/>
                </a:cubicBezTo>
                <a:cubicBezTo>
                  <a:pt x="266" y="124"/>
                  <a:pt x="258" y="124"/>
                  <a:pt x="251" y="123"/>
                </a:cubicBezTo>
                <a:cubicBezTo>
                  <a:pt x="243" y="123"/>
                  <a:pt x="243" y="123"/>
                  <a:pt x="243" y="123"/>
                </a:cubicBezTo>
                <a:cubicBezTo>
                  <a:pt x="243" y="122"/>
                  <a:pt x="243" y="122"/>
                  <a:pt x="243" y="122"/>
                </a:cubicBezTo>
                <a:cubicBezTo>
                  <a:pt x="263" y="112"/>
                  <a:pt x="300" y="101"/>
                  <a:pt x="305" y="105"/>
                </a:cubicBezTo>
                <a:close/>
                <a:moveTo>
                  <a:pt x="280" y="85"/>
                </a:moveTo>
                <a:cubicBezTo>
                  <a:pt x="275" y="90"/>
                  <a:pt x="260" y="99"/>
                  <a:pt x="251" y="104"/>
                </a:cubicBezTo>
                <a:cubicBezTo>
                  <a:pt x="247" y="106"/>
                  <a:pt x="243" y="108"/>
                  <a:pt x="239" y="111"/>
                </a:cubicBezTo>
                <a:cubicBezTo>
                  <a:pt x="239" y="111"/>
                  <a:pt x="239" y="111"/>
                  <a:pt x="239" y="111"/>
                </a:cubicBezTo>
                <a:cubicBezTo>
                  <a:pt x="249" y="98"/>
                  <a:pt x="267" y="86"/>
                  <a:pt x="280" y="85"/>
                </a:cubicBezTo>
                <a:close/>
                <a:moveTo>
                  <a:pt x="230" y="301"/>
                </a:moveTo>
                <a:cubicBezTo>
                  <a:pt x="227" y="306"/>
                  <a:pt x="223" y="311"/>
                  <a:pt x="218" y="315"/>
                </a:cubicBezTo>
                <a:cubicBezTo>
                  <a:pt x="213" y="319"/>
                  <a:pt x="208" y="322"/>
                  <a:pt x="203" y="323"/>
                </a:cubicBezTo>
                <a:cubicBezTo>
                  <a:pt x="197" y="325"/>
                  <a:pt x="191" y="326"/>
                  <a:pt x="183" y="326"/>
                </a:cubicBezTo>
                <a:cubicBezTo>
                  <a:pt x="183" y="344"/>
                  <a:pt x="183" y="344"/>
                  <a:pt x="183" y="344"/>
                </a:cubicBezTo>
                <a:cubicBezTo>
                  <a:pt x="169" y="344"/>
                  <a:pt x="169" y="344"/>
                  <a:pt x="169" y="344"/>
                </a:cubicBezTo>
                <a:cubicBezTo>
                  <a:pt x="169" y="326"/>
                  <a:pt x="169" y="326"/>
                  <a:pt x="169" y="326"/>
                </a:cubicBezTo>
                <a:cubicBezTo>
                  <a:pt x="160" y="326"/>
                  <a:pt x="152" y="324"/>
                  <a:pt x="147" y="322"/>
                </a:cubicBezTo>
                <a:cubicBezTo>
                  <a:pt x="141" y="320"/>
                  <a:pt x="136" y="317"/>
                  <a:pt x="132" y="313"/>
                </a:cubicBezTo>
                <a:cubicBezTo>
                  <a:pt x="127" y="309"/>
                  <a:pt x="124" y="305"/>
                  <a:pt x="122" y="300"/>
                </a:cubicBezTo>
                <a:cubicBezTo>
                  <a:pt x="120" y="296"/>
                  <a:pt x="118" y="291"/>
                  <a:pt x="117" y="284"/>
                </a:cubicBezTo>
                <a:cubicBezTo>
                  <a:pt x="155" y="280"/>
                  <a:pt x="155" y="280"/>
                  <a:pt x="155" y="280"/>
                </a:cubicBezTo>
                <a:cubicBezTo>
                  <a:pt x="156" y="286"/>
                  <a:pt x="158" y="291"/>
                  <a:pt x="160" y="293"/>
                </a:cubicBezTo>
                <a:cubicBezTo>
                  <a:pt x="162" y="296"/>
                  <a:pt x="165" y="299"/>
                  <a:pt x="169" y="301"/>
                </a:cubicBezTo>
                <a:cubicBezTo>
                  <a:pt x="169" y="267"/>
                  <a:pt x="169" y="267"/>
                  <a:pt x="169" y="267"/>
                </a:cubicBezTo>
                <a:cubicBezTo>
                  <a:pt x="156" y="264"/>
                  <a:pt x="147" y="261"/>
                  <a:pt x="142" y="258"/>
                </a:cubicBezTo>
                <a:cubicBezTo>
                  <a:pt x="137" y="255"/>
                  <a:pt x="132" y="251"/>
                  <a:pt x="128" y="246"/>
                </a:cubicBezTo>
                <a:cubicBezTo>
                  <a:pt x="124" y="240"/>
                  <a:pt x="122" y="233"/>
                  <a:pt x="122" y="225"/>
                </a:cubicBezTo>
                <a:cubicBezTo>
                  <a:pt x="122" y="213"/>
                  <a:pt x="126" y="204"/>
                  <a:pt x="134" y="196"/>
                </a:cubicBezTo>
                <a:cubicBezTo>
                  <a:pt x="142" y="189"/>
                  <a:pt x="154" y="185"/>
                  <a:pt x="169" y="184"/>
                </a:cubicBezTo>
                <a:cubicBezTo>
                  <a:pt x="169" y="175"/>
                  <a:pt x="169" y="175"/>
                  <a:pt x="169" y="175"/>
                </a:cubicBezTo>
                <a:cubicBezTo>
                  <a:pt x="183" y="175"/>
                  <a:pt x="183" y="175"/>
                  <a:pt x="183" y="175"/>
                </a:cubicBezTo>
                <a:cubicBezTo>
                  <a:pt x="183" y="184"/>
                  <a:pt x="183" y="184"/>
                  <a:pt x="183" y="184"/>
                </a:cubicBezTo>
                <a:cubicBezTo>
                  <a:pt x="197" y="185"/>
                  <a:pt x="208" y="188"/>
                  <a:pt x="215" y="194"/>
                </a:cubicBezTo>
                <a:cubicBezTo>
                  <a:pt x="223" y="200"/>
                  <a:pt x="228" y="208"/>
                  <a:pt x="230" y="218"/>
                </a:cubicBezTo>
                <a:cubicBezTo>
                  <a:pt x="195" y="223"/>
                  <a:pt x="195" y="223"/>
                  <a:pt x="195" y="223"/>
                </a:cubicBezTo>
                <a:cubicBezTo>
                  <a:pt x="193" y="219"/>
                  <a:pt x="191" y="216"/>
                  <a:pt x="190" y="214"/>
                </a:cubicBezTo>
                <a:cubicBezTo>
                  <a:pt x="189" y="212"/>
                  <a:pt x="186" y="211"/>
                  <a:pt x="183" y="209"/>
                </a:cubicBezTo>
                <a:cubicBezTo>
                  <a:pt x="183" y="236"/>
                  <a:pt x="183" y="236"/>
                  <a:pt x="183" y="236"/>
                </a:cubicBezTo>
                <a:cubicBezTo>
                  <a:pt x="202" y="241"/>
                  <a:pt x="215" y="247"/>
                  <a:pt x="221" y="252"/>
                </a:cubicBezTo>
                <a:cubicBezTo>
                  <a:pt x="230" y="260"/>
                  <a:pt x="234" y="270"/>
                  <a:pt x="234" y="282"/>
                </a:cubicBezTo>
                <a:cubicBezTo>
                  <a:pt x="234" y="288"/>
                  <a:pt x="233" y="295"/>
                  <a:pt x="230" y="30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11" name="Freeform 910"/>
          <p:cNvSpPr>
            <a:spLocks/>
          </p:cNvSpPr>
          <p:nvPr/>
        </p:nvSpPr>
        <p:spPr bwMode="auto">
          <a:xfrm>
            <a:off x="4874321" y="3126245"/>
            <a:ext cx="452623" cy="456713"/>
          </a:xfrm>
          <a:custGeom>
            <a:avLst/>
            <a:gdLst>
              <a:gd name="T0" fmla="*/ 140 w 280"/>
              <a:gd name="T1" fmla="*/ 0 h 283"/>
              <a:gd name="T2" fmla="*/ 0 w 280"/>
              <a:gd name="T3" fmla="*/ 122 h 283"/>
              <a:gd name="T4" fmla="*/ 34 w 280"/>
              <a:gd name="T5" fmla="*/ 104 h 283"/>
              <a:gd name="T6" fmla="*/ 70 w 280"/>
              <a:gd name="T7" fmla="*/ 124 h 283"/>
              <a:gd name="T8" fmla="*/ 105 w 280"/>
              <a:gd name="T9" fmla="*/ 104 h 283"/>
              <a:gd name="T10" fmla="*/ 135 w 280"/>
              <a:gd name="T11" fmla="*/ 117 h 283"/>
              <a:gd name="T12" fmla="*/ 135 w 280"/>
              <a:gd name="T13" fmla="*/ 194 h 283"/>
              <a:gd name="T14" fmla="*/ 129 w 280"/>
              <a:gd name="T15" fmla="*/ 194 h 283"/>
              <a:gd name="T16" fmla="*/ 129 w 280"/>
              <a:gd name="T17" fmla="*/ 222 h 283"/>
              <a:gd name="T18" fmla="*/ 129 w 280"/>
              <a:gd name="T19" fmla="*/ 250 h 283"/>
              <a:gd name="T20" fmla="*/ 127 w 280"/>
              <a:gd name="T21" fmla="*/ 259 h 283"/>
              <a:gd name="T22" fmla="*/ 117 w 280"/>
              <a:gd name="T23" fmla="*/ 264 h 283"/>
              <a:gd name="T24" fmla="*/ 113 w 280"/>
              <a:gd name="T25" fmla="*/ 264 h 283"/>
              <a:gd name="T26" fmla="*/ 107 w 280"/>
              <a:gd name="T27" fmla="*/ 261 h 283"/>
              <a:gd name="T28" fmla="*/ 105 w 280"/>
              <a:gd name="T29" fmla="*/ 257 h 283"/>
              <a:gd name="T30" fmla="*/ 104 w 280"/>
              <a:gd name="T31" fmla="*/ 251 h 283"/>
              <a:gd name="T32" fmla="*/ 101 w 280"/>
              <a:gd name="T33" fmla="*/ 244 h 283"/>
              <a:gd name="T34" fmla="*/ 93 w 280"/>
              <a:gd name="T35" fmla="*/ 240 h 283"/>
              <a:gd name="T36" fmla="*/ 86 w 280"/>
              <a:gd name="T37" fmla="*/ 243 h 283"/>
              <a:gd name="T38" fmla="*/ 83 w 280"/>
              <a:gd name="T39" fmla="*/ 251 h 283"/>
              <a:gd name="T40" fmla="*/ 85 w 280"/>
              <a:gd name="T41" fmla="*/ 264 h 283"/>
              <a:gd name="T42" fmla="*/ 91 w 280"/>
              <a:gd name="T43" fmla="*/ 274 h 283"/>
              <a:gd name="T44" fmla="*/ 107 w 280"/>
              <a:gd name="T45" fmla="*/ 282 h 283"/>
              <a:gd name="T46" fmla="*/ 117 w 280"/>
              <a:gd name="T47" fmla="*/ 283 h 283"/>
              <a:gd name="T48" fmla="*/ 117 w 280"/>
              <a:gd name="T49" fmla="*/ 283 h 283"/>
              <a:gd name="T50" fmla="*/ 117 w 280"/>
              <a:gd name="T51" fmla="*/ 283 h 283"/>
              <a:gd name="T52" fmla="*/ 117 w 280"/>
              <a:gd name="T53" fmla="*/ 283 h 283"/>
              <a:gd name="T54" fmla="*/ 117 w 280"/>
              <a:gd name="T55" fmla="*/ 283 h 283"/>
              <a:gd name="T56" fmla="*/ 117 w 280"/>
              <a:gd name="T57" fmla="*/ 283 h 283"/>
              <a:gd name="T58" fmla="*/ 117 w 280"/>
              <a:gd name="T59" fmla="*/ 283 h 283"/>
              <a:gd name="T60" fmla="*/ 117 w 280"/>
              <a:gd name="T61" fmla="*/ 283 h 283"/>
              <a:gd name="T62" fmla="*/ 143 w 280"/>
              <a:gd name="T63" fmla="*/ 272 h 283"/>
              <a:gd name="T64" fmla="*/ 151 w 280"/>
              <a:gd name="T65" fmla="*/ 250 h 283"/>
              <a:gd name="T66" fmla="*/ 151 w 280"/>
              <a:gd name="T67" fmla="*/ 250 h 283"/>
              <a:gd name="T68" fmla="*/ 151 w 280"/>
              <a:gd name="T69" fmla="*/ 250 h 283"/>
              <a:gd name="T70" fmla="*/ 151 w 280"/>
              <a:gd name="T71" fmla="*/ 222 h 283"/>
              <a:gd name="T72" fmla="*/ 151 w 280"/>
              <a:gd name="T73" fmla="*/ 194 h 283"/>
              <a:gd name="T74" fmla="*/ 145 w 280"/>
              <a:gd name="T75" fmla="*/ 194 h 283"/>
              <a:gd name="T76" fmla="*/ 145 w 280"/>
              <a:gd name="T77" fmla="*/ 117 h 283"/>
              <a:gd name="T78" fmla="*/ 175 w 280"/>
              <a:gd name="T79" fmla="*/ 105 h 283"/>
              <a:gd name="T80" fmla="*/ 210 w 280"/>
              <a:gd name="T81" fmla="*/ 124 h 283"/>
              <a:gd name="T82" fmla="*/ 246 w 280"/>
              <a:gd name="T83" fmla="*/ 105 h 283"/>
              <a:gd name="T84" fmla="*/ 280 w 280"/>
              <a:gd name="T85" fmla="*/ 123 h 283"/>
              <a:gd name="T86" fmla="*/ 140 w 280"/>
              <a:gd name="T87" fmla="*/ 0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80" h="283">
                <a:moveTo>
                  <a:pt x="140" y="0"/>
                </a:moveTo>
                <a:cubicBezTo>
                  <a:pt x="68" y="0"/>
                  <a:pt x="9" y="54"/>
                  <a:pt x="0" y="122"/>
                </a:cubicBezTo>
                <a:cubicBezTo>
                  <a:pt x="7" y="112"/>
                  <a:pt x="20" y="104"/>
                  <a:pt x="34" y="104"/>
                </a:cubicBezTo>
                <a:cubicBezTo>
                  <a:pt x="50" y="104"/>
                  <a:pt x="63" y="112"/>
                  <a:pt x="70" y="124"/>
                </a:cubicBezTo>
                <a:cubicBezTo>
                  <a:pt x="76" y="113"/>
                  <a:pt x="89" y="104"/>
                  <a:pt x="105" y="104"/>
                </a:cubicBezTo>
                <a:cubicBezTo>
                  <a:pt x="117" y="104"/>
                  <a:pt x="128" y="110"/>
                  <a:pt x="135" y="117"/>
                </a:cubicBezTo>
                <a:cubicBezTo>
                  <a:pt x="135" y="194"/>
                  <a:pt x="135" y="194"/>
                  <a:pt x="135" y="194"/>
                </a:cubicBezTo>
                <a:cubicBezTo>
                  <a:pt x="129" y="194"/>
                  <a:pt x="129" y="194"/>
                  <a:pt x="129" y="194"/>
                </a:cubicBezTo>
                <a:cubicBezTo>
                  <a:pt x="129" y="194"/>
                  <a:pt x="129" y="208"/>
                  <a:pt x="129" y="222"/>
                </a:cubicBezTo>
                <a:cubicBezTo>
                  <a:pt x="129" y="236"/>
                  <a:pt x="129" y="250"/>
                  <a:pt x="129" y="250"/>
                </a:cubicBezTo>
                <a:cubicBezTo>
                  <a:pt x="129" y="252"/>
                  <a:pt x="129" y="256"/>
                  <a:pt x="127" y="259"/>
                </a:cubicBezTo>
                <a:cubicBezTo>
                  <a:pt x="125" y="262"/>
                  <a:pt x="122" y="264"/>
                  <a:pt x="117" y="264"/>
                </a:cubicBezTo>
                <a:cubicBezTo>
                  <a:pt x="116" y="264"/>
                  <a:pt x="115" y="264"/>
                  <a:pt x="113" y="264"/>
                </a:cubicBezTo>
                <a:cubicBezTo>
                  <a:pt x="111" y="263"/>
                  <a:pt x="109" y="262"/>
                  <a:pt x="107" y="261"/>
                </a:cubicBezTo>
                <a:cubicBezTo>
                  <a:pt x="106" y="259"/>
                  <a:pt x="106" y="258"/>
                  <a:pt x="105" y="257"/>
                </a:cubicBezTo>
                <a:cubicBezTo>
                  <a:pt x="104" y="255"/>
                  <a:pt x="104" y="253"/>
                  <a:pt x="104" y="251"/>
                </a:cubicBezTo>
                <a:cubicBezTo>
                  <a:pt x="104" y="248"/>
                  <a:pt x="103" y="245"/>
                  <a:pt x="101" y="244"/>
                </a:cubicBezTo>
                <a:cubicBezTo>
                  <a:pt x="99" y="242"/>
                  <a:pt x="96" y="240"/>
                  <a:pt x="93" y="240"/>
                </a:cubicBezTo>
                <a:cubicBezTo>
                  <a:pt x="90" y="240"/>
                  <a:pt x="88" y="242"/>
                  <a:pt x="86" y="243"/>
                </a:cubicBezTo>
                <a:cubicBezTo>
                  <a:pt x="84" y="245"/>
                  <a:pt x="83" y="248"/>
                  <a:pt x="83" y="251"/>
                </a:cubicBezTo>
                <a:cubicBezTo>
                  <a:pt x="83" y="256"/>
                  <a:pt x="83" y="260"/>
                  <a:pt x="85" y="264"/>
                </a:cubicBezTo>
                <a:cubicBezTo>
                  <a:pt x="86" y="267"/>
                  <a:pt x="88" y="271"/>
                  <a:pt x="91" y="274"/>
                </a:cubicBezTo>
                <a:cubicBezTo>
                  <a:pt x="96" y="278"/>
                  <a:pt x="102" y="281"/>
                  <a:pt x="107" y="282"/>
                </a:cubicBezTo>
                <a:cubicBezTo>
                  <a:pt x="112" y="283"/>
                  <a:pt x="116" y="283"/>
                  <a:pt x="117" y="283"/>
                </a:cubicBezTo>
                <a:cubicBezTo>
                  <a:pt x="117" y="283"/>
                  <a:pt x="117" y="283"/>
                  <a:pt x="117" y="283"/>
                </a:cubicBezTo>
                <a:cubicBezTo>
                  <a:pt x="117" y="283"/>
                  <a:pt x="117" y="283"/>
                  <a:pt x="117" y="283"/>
                </a:cubicBezTo>
                <a:cubicBezTo>
                  <a:pt x="117" y="283"/>
                  <a:pt x="117" y="283"/>
                  <a:pt x="117" y="283"/>
                </a:cubicBezTo>
                <a:cubicBezTo>
                  <a:pt x="117" y="283"/>
                  <a:pt x="117" y="283"/>
                  <a:pt x="117" y="283"/>
                </a:cubicBezTo>
                <a:cubicBezTo>
                  <a:pt x="117" y="283"/>
                  <a:pt x="117" y="283"/>
                  <a:pt x="117" y="283"/>
                </a:cubicBezTo>
                <a:cubicBezTo>
                  <a:pt x="117" y="283"/>
                  <a:pt x="117" y="283"/>
                  <a:pt x="117" y="283"/>
                </a:cubicBezTo>
                <a:cubicBezTo>
                  <a:pt x="117" y="283"/>
                  <a:pt x="117" y="283"/>
                  <a:pt x="117" y="283"/>
                </a:cubicBezTo>
                <a:cubicBezTo>
                  <a:pt x="129" y="283"/>
                  <a:pt x="137" y="278"/>
                  <a:pt x="143" y="272"/>
                </a:cubicBezTo>
                <a:cubicBezTo>
                  <a:pt x="148" y="265"/>
                  <a:pt x="150" y="257"/>
                  <a:pt x="151" y="250"/>
                </a:cubicBezTo>
                <a:cubicBezTo>
                  <a:pt x="151" y="250"/>
                  <a:pt x="151" y="250"/>
                  <a:pt x="151" y="250"/>
                </a:cubicBezTo>
                <a:cubicBezTo>
                  <a:pt x="151" y="250"/>
                  <a:pt x="151" y="250"/>
                  <a:pt x="151" y="250"/>
                </a:cubicBezTo>
                <a:cubicBezTo>
                  <a:pt x="151" y="222"/>
                  <a:pt x="151" y="222"/>
                  <a:pt x="151" y="222"/>
                </a:cubicBezTo>
                <a:cubicBezTo>
                  <a:pt x="151" y="194"/>
                  <a:pt x="151" y="194"/>
                  <a:pt x="151" y="194"/>
                </a:cubicBezTo>
                <a:cubicBezTo>
                  <a:pt x="145" y="194"/>
                  <a:pt x="145" y="194"/>
                  <a:pt x="145" y="194"/>
                </a:cubicBezTo>
                <a:cubicBezTo>
                  <a:pt x="145" y="117"/>
                  <a:pt x="145" y="117"/>
                  <a:pt x="145" y="117"/>
                </a:cubicBezTo>
                <a:cubicBezTo>
                  <a:pt x="152" y="109"/>
                  <a:pt x="163" y="104"/>
                  <a:pt x="175" y="105"/>
                </a:cubicBezTo>
                <a:cubicBezTo>
                  <a:pt x="191" y="105"/>
                  <a:pt x="204" y="113"/>
                  <a:pt x="210" y="124"/>
                </a:cubicBezTo>
                <a:cubicBezTo>
                  <a:pt x="217" y="113"/>
                  <a:pt x="230" y="105"/>
                  <a:pt x="246" y="105"/>
                </a:cubicBezTo>
                <a:cubicBezTo>
                  <a:pt x="260" y="105"/>
                  <a:pt x="273" y="112"/>
                  <a:pt x="280" y="123"/>
                </a:cubicBezTo>
                <a:cubicBezTo>
                  <a:pt x="271" y="54"/>
                  <a:pt x="212" y="0"/>
                  <a:pt x="140"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12" name="Freeform 307"/>
          <p:cNvSpPr>
            <a:spLocks noChangeAspect="1" noEditPoints="1"/>
          </p:cNvSpPr>
          <p:nvPr/>
        </p:nvSpPr>
        <p:spPr bwMode="auto">
          <a:xfrm>
            <a:off x="7809692" y="2510371"/>
            <a:ext cx="299159" cy="437042"/>
          </a:xfrm>
          <a:custGeom>
            <a:avLst/>
            <a:gdLst>
              <a:gd name="T0" fmla="*/ 151 w 243"/>
              <a:gd name="T1" fmla="*/ 4 h 354"/>
              <a:gd name="T2" fmla="*/ 236 w 243"/>
              <a:gd name="T3" fmla="*/ 91 h 354"/>
              <a:gd name="T4" fmla="*/ 212 w 243"/>
              <a:gd name="T5" fmla="*/ 202 h 354"/>
              <a:gd name="T6" fmla="*/ 201 w 243"/>
              <a:gd name="T7" fmla="*/ 243 h 354"/>
              <a:gd name="T8" fmla="*/ 199 w 243"/>
              <a:gd name="T9" fmla="*/ 276 h 354"/>
              <a:gd name="T10" fmla="*/ 183 w 243"/>
              <a:gd name="T11" fmla="*/ 322 h 354"/>
              <a:gd name="T12" fmla="*/ 143 w 243"/>
              <a:gd name="T13" fmla="*/ 354 h 354"/>
              <a:gd name="T14" fmla="*/ 63 w 243"/>
              <a:gd name="T15" fmla="*/ 328 h 354"/>
              <a:gd name="T16" fmla="*/ 43 w 243"/>
              <a:gd name="T17" fmla="*/ 281 h 354"/>
              <a:gd name="T18" fmla="*/ 43 w 243"/>
              <a:gd name="T19" fmla="*/ 253 h 354"/>
              <a:gd name="T20" fmla="*/ 39 w 243"/>
              <a:gd name="T21" fmla="*/ 231 h 354"/>
              <a:gd name="T22" fmla="*/ 10 w 243"/>
              <a:gd name="T23" fmla="*/ 163 h 354"/>
              <a:gd name="T24" fmla="*/ 74 w 243"/>
              <a:gd name="T25" fmla="*/ 10 h 354"/>
              <a:gd name="T26" fmla="*/ 114 w 243"/>
              <a:gd name="T27" fmla="*/ 0 h 354"/>
              <a:gd name="T28" fmla="*/ 121 w 243"/>
              <a:gd name="T29" fmla="*/ 245 h 354"/>
              <a:gd name="T30" fmla="*/ 180 w 243"/>
              <a:gd name="T31" fmla="*/ 233 h 354"/>
              <a:gd name="T32" fmla="*/ 205 w 243"/>
              <a:gd name="T33" fmla="*/ 168 h 354"/>
              <a:gd name="T34" fmla="*/ 182 w 243"/>
              <a:gd name="T35" fmla="*/ 44 h 354"/>
              <a:gd name="T36" fmla="*/ 26 w 243"/>
              <a:gd name="T37" fmla="*/ 138 h 354"/>
              <a:gd name="T38" fmla="*/ 62 w 243"/>
              <a:gd name="T39" fmla="*/ 235 h 354"/>
              <a:gd name="T40" fmla="*/ 121 w 243"/>
              <a:gd name="T41" fmla="*/ 245 h 354"/>
              <a:gd name="T42" fmla="*/ 74 w 243"/>
              <a:gd name="T43" fmla="*/ 254 h 354"/>
              <a:gd name="T44" fmla="*/ 74 w 243"/>
              <a:gd name="T45" fmla="*/ 274 h 354"/>
              <a:gd name="T46" fmla="*/ 169 w 243"/>
              <a:gd name="T47" fmla="*/ 274 h 354"/>
              <a:gd name="T48" fmla="*/ 169 w 243"/>
              <a:gd name="T49" fmla="*/ 254 h 354"/>
              <a:gd name="T50" fmla="*/ 121 w 243"/>
              <a:gd name="T51" fmla="*/ 283 h 354"/>
              <a:gd name="T52" fmla="*/ 64 w 243"/>
              <a:gd name="T53" fmla="*/ 289 h 354"/>
              <a:gd name="T54" fmla="*/ 140 w 243"/>
              <a:gd name="T55" fmla="*/ 303 h 354"/>
              <a:gd name="T56" fmla="*/ 178 w 243"/>
              <a:gd name="T57" fmla="*/ 297 h 354"/>
              <a:gd name="T58" fmla="*/ 121 w 243"/>
              <a:gd name="T59" fmla="*/ 283 h 354"/>
              <a:gd name="T60" fmla="*/ 100 w 243"/>
              <a:gd name="T61" fmla="*/ 332 h 354"/>
              <a:gd name="T62" fmla="*/ 159 w 243"/>
              <a:gd name="T63" fmla="*/ 31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3" h="354">
                <a:moveTo>
                  <a:pt x="128" y="0"/>
                </a:moveTo>
                <a:cubicBezTo>
                  <a:pt x="136" y="1"/>
                  <a:pt x="144" y="2"/>
                  <a:pt x="151" y="4"/>
                </a:cubicBezTo>
                <a:cubicBezTo>
                  <a:pt x="172" y="9"/>
                  <a:pt x="190" y="20"/>
                  <a:pt x="205" y="35"/>
                </a:cubicBezTo>
                <a:cubicBezTo>
                  <a:pt x="221" y="51"/>
                  <a:pt x="231" y="69"/>
                  <a:pt x="236" y="91"/>
                </a:cubicBezTo>
                <a:cubicBezTo>
                  <a:pt x="243" y="121"/>
                  <a:pt x="240" y="149"/>
                  <a:pt x="225" y="177"/>
                </a:cubicBezTo>
                <a:cubicBezTo>
                  <a:pt x="221" y="185"/>
                  <a:pt x="216" y="194"/>
                  <a:pt x="212" y="202"/>
                </a:cubicBezTo>
                <a:cubicBezTo>
                  <a:pt x="206" y="214"/>
                  <a:pt x="203" y="226"/>
                  <a:pt x="202" y="238"/>
                </a:cubicBezTo>
                <a:cubicBezTo>
                  <a:pt x="202" y="240"/>
                  <a:pt x="201" y="241"/>
                  <a:pt x="201" y="243"/>
                </a:cubicBezTo>
                <a:cubicBezTo>
                  <a:pt x="200" y="246"/>
                  <a:pt x="200" y="255"/>
                  <a:pt x="200" y="258"/>
                </a:cubicBezTo>
                <a:cubicBezTo>
                  <a:pt x="202" y="264"/>
                  <a:pt x="201" y="270"/>
                  <a:pt x="199" y="276"/>
                </a:cubicBezTo>
                <a:cubicBezTo>
                  <a:pt x="198" y="278"/>
                  <a:pt x="198" y="279"/>
                  <a:pt x="199" y="281"/>
                </a:cubicBezTo>
                <a:cubicBezTo>
                  <a:pt x="205" y="297"/>
                  <a:pt x="198" y="314"/>
                  <a:pt x="183" y="322"/>
                </a:cubicBezTo>
                <a:cubicBezTo>
                  <a:pt x="181" y="322"/>
                  <a:pt x="180" y="324"/>
                  <a:pt x="180" y="325"/>
                </a:cubicBezTo>
                <a:cubicBezTo>
                  <a:pt x="173" y="342"/>
                  <a:pt x="161" y="353"/>
                  <a:pt x="143" y="354"/>
                </a:cubicBezTo>
                <a:cubicBezTo>
                  <a:pt x="127" y="354"/>
                  <a:pt x="111" y="354"/>
                  <a:pt x="96" y="353"/>
                </a:cubicBezTo>
                <a:cubicBezTo>
                  <a:pt x="80" y="352"/>
                  <a:pt x="69" y="342"/>
                  <a:pt x="63" y="328"/>
                </a:cubicBezTo>
                <a:cubicBezTo>
                  <a:pt x="62" y="324"/>
                  <a:pt x="60" y="322"/>
                  <a:pt x="57" y="321"/>
                </a:cubicBezTo>
                <a:cubicBezTo>
                  <a:pt x="43" y="313"/>
                  <a:pt x="37" y="296"/>
                  <a:pt x="43" y="281"/>
                </a:cubicBezTo>
                <a:cubicBezTo>
                  <a:pt x="44" y="279"/>
                  <a:pt x="44" y="278"/>
                  <a:pt x="43" y="276"/>
                </a:cubicBezTo>
                <a:cubicBezTo>
                  <a:pt x="40" y="268"/>
                  <a:pt x="40" y="261"/>
                  <a:pt x="43" y="253"/>
                </a:cubicBezTo>
                <a:cubicBezTo>
                  <a:pt x="43" y="252"/>
                  <a:pt x="43" y="250"/>
                  <a:pt x="43" y="248"/>
                </a:cubicBezTo>
                <a:cubicBezTo>
                  <a:pt x="41" y="242"/>
                  <a:pt x="40" y="237"/>
                  <a:pt x="39" y="231"/>
                </a:cubicBezTo>
                <a:cubicBezTo>
                  <a:pt x="37" y="218"/>
                  <a:pt x="32" y="206"/>
                  <a:pt x="26" y="195"/>
                </a:cubicBezTo>
                <a:cubicBezTo>
                  <a:pt x="21" y="184"/>
                  <a:pt x="15" y="174"/>
                  <a:pt x="10" y="163"/>
                </a:cubicBezTo>
                <a:cubicBezTo>
                  <a:pt x="2" y="143"/>
                  <a:pt x="0" y="121"/>
                  <a:pt x="4" y="100"/>
                </a:cubicBezTo>
                <a:cubicBezTo>
                  <a:pt x="11" y="57"/>
                  <a:pt x="35" y="27"/>
                  <a:pt x="74" y="10"/>
                </a:cubicBezTo>
                <a:cubicBezTo>
                  <a:pt x="86" y="4"/>
                  <a:pt x="98" y="1"/>
                  <a:pt x="111" y="1"/>
                </a:cubicBezTo>
                <a:cubicBezTo>
                  <a:pt x="112" y="0"/>
                  <a:pt x="113" y="0"/>
                  <a:pt x="114" y="0"/>
                </a:cubicBezTo>
                <a:lnTo>
                  <a:pt x="128" y="0"/>
                </a:lnTo>
                <a:close/>
                <a:moveTo>
                  <a:pt x="121" y="245"/>
                </a:moveTo>
                <a:cubicBezTo>
                  <a:pt x="136" y="245"/>
                  <a:pt x="151" y="245"/>
                  <a:pt x="167" y="245"/>
                </a:cubicBezTo>
                <a:cubicBezTo>
                  <a:pt x="176" y="245"/>
                  <a:pt x="179" y="242"/>
                  <a:pt x="180" y="233"/>
                </a:cubicBezTo>
                <a:cubicBezTo>
                  <a:pt x="182" y="223"/>
                  <a:pt x="184" y="213"/>
                  <a:pt x="187" y="203"/>
                </a:cubicBezTo>
                <a:cubicBezTo>
                  <a:pt x="192" y="191"/>
                  <a:pt x="199" y="180"/>
                  <a:pt x="205" y="168"/>
                </a:cubicBezTo>
                <a:cubicBezTo>
                  <a:pt x="212" y="156"/>
                  <a:pt x="216" y="143"/>
                  <a:pt x="217" y="128"/>
                </a:cubicBezTo>
                <a:cubicBezTo>
                  <a:pt x="220" y="94"/>
                  <a:pt x="208" y="66"/>
                  <a:pt x="182" y="44"/>
                </a:cubicBezTo>
                <a:cubicBezTo>
                  <a:pt x="149" y="17"/>
                  <a:pt x="106" y="15"/>
                  <a:pt x="70" y="37"/>
                </a:cubicBezTo>
                <a:cubicBezTo>
                  <a:pt x="35" y="58"/>
                  <a:pt x="19" y="98"/>
                  <a:pt x="26" y="138"/>
                </a:cubicBezTo>
                <a:cubicBezTo>
                  <a:pt x="28" y="152"/>
                  <a:pt x="35" y="165"/>
                  <a:pt x="42" y="177"/>
                </a:cubicBezTo>
                <a:cubicBezTo>
                  <a:pt x="52" y="195"/>
                  <a:pt x="60" y="214"/>
                  <a:pt x="62" y="235"/>
                </a:cubicBezTo>
                <a:cubicBezTo>
                  <a:pt x="62" y="242"/>
                  <a:pt x="66" y="245"/>
                  <a:pt x="73" y="245"/>
                </a:cubicBezTo>
                <a:cubicBezTo>
                  <a:pt x="89" y="245"/>
                  <a:pt x="105" y="245"/>
                  <a:pt x="121" y="245"/>
                </a:cubicBezTo>
                <a:moveTo>
                  <a:pt x="121" y="254"/>
                </a:moveTo>
                <a:cubicBezTo>
                  <a:pt x="105" y="254"/>
                  <a:pt x="89" y="254"/>
                  <a:pt x="74" y="254"/>
                </a:cubicBezTo>
                <a:cubicBezTo>
                  <a:pt x="69" y="254"/>
                  <a:pt x="65" y="256"/>
                  <a:pt x="64" y="260"/>
                </a:cubicBezTo>
                <a:cubicBezTo>
                  <a:pt x="61" y="267"/>
                  <a:pt x="66" y="274"/>
                  <a:pt x="74" y="274"/>
                </a:cubicBezTo>
                <a:cubicBezTo>
                  <a:pt x="96" y="274"/>
                  <a:pt x="118" y="274"/>
                  <a:pt x="140" y="274"/>
                </a:cubicBezTo>
                <a:cubicBezTo>
                  <a:pt x="149" y="274"/>
                  <a:pt x="159" y="274"/>
                  <a:pt x="169" y="274"/>
                </a:cubicBezTo>
                <a:cubicBezTo>
                  <a:pt x="173" y="274"/>
                  <a:pt x="176" y="272"/>
                  <a:pt x="178" y="268"/>
                </a:cubicBezTo>
                <a:cubicBezTo>
                  <a:pt x="181" y="261"/>
                  <a:pt x="176" y="254"/>
                  <a:pt x="169" y="254"/>
                </a:cubicBezTo>
                <a:cubicBezTo>
                  <a:pt x="153" y="254"/>
                  <a:pt x="137" y="254"/>
                  <a:pt x="121" y="254"/>
                </a:cubicBezTo>
                <a:moveTo>
                  <a:pt x="121" y="283"/>
                </a:moveTo>
                <a:cubicBezTo>
                  <a:pt x="105" y="283"/>
                  <a:pt x="89" y="283"/>
                  <a:pt x="74" y="283"/>
                </a:cubicBezTo>
                <a:cubicBezTo>
                  <a:pt x="69" y="283"/>
                  <a:pt x="65" y="285"/>
                  <a:pt x="64" y="289"/>
                </a:cubicBezTo>
                <a:cubicBezTo>
                  <a:pt x="61" y="296"/>
                  <a:pt x="66" y="303"/>
                  <a:pt x="74" y="303"/>
                </a:cubicBezTo>
                <a:cubicBezTo>
                  <a:pt x="96" y="303"/>
                  <a:pt x="118" y="303"/>
                  <a:pt x="140" y="303"/>
                </a:cubicBezTo>
                <a:cubicBezTo>
                  <a:pt x="149" y="303"/>
                  <a:pt x="159" y="303"/>
                  <a:pt x="169" y="303"/>
                </a:cubicBezTo>
                <a:cubicBezTo>
                  <a:pt x="173" y="303"/>
                  <a:pt x="176" y="301"/>
                  <a:pt x="178" y="297"/>
                </a:cubicBezTo>
                <a:cubicBezTo>
                  <a:pt x="181" y="290"/>
                  <a:pt x="176" y="283"/>
                  <a:pt x="169" y="283"/>
                </a:cubicBezTo>
                <a:cubicBezTo>
                  <a:pt x="153" y="283"/>
                  <a:pt x="137" y="283"/>
                  <a:pt x="121" y="283"/>
                </a:cubicBezTo>
                <a:moveTo>
                  <a:pt x="82" y="313"/>
                </a:moveTo>
                <a:cubicBezTo>
                  <a:pt x="82" y="323"/>
                  <a:pt x="90" y="331"/>
                  <a:pt x="100" y="332"/>
                </a:cubicBezTo>
                <a:cubicBezTo>
                  <a:pt x="114" y="332"/>
                  <a:pt x="128" y="332"/>
                  <a:pt x="142" y="332"/>
                </a:cubicBezTo>
                <a:cubicBezTo>
                  <a:pt x="152" y="331"/>
                  <a:pt x="159" y="323"/>
                  <a:pt x="159" y="313"/>
                </a:cubicBezTo>
                <a:lnTo>
                  <a:pt x="82" y="31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213" name="组合 212"/>
          <p:cNvGrpSpPr>
            <a:grpSpLocks noChangeAspect="1"/>
          </p:cNvGrpSpPr>
          <p:nvPr/>
        </p:nvGrpSpPr>
        <p:grpSpPr>
          <a:xfrm>
            <a:off x="5927159" y="1793094"/>
            <a:ext cx="947912" cy="720375"/>
            <a:chOff x="10004425" y="1971676"/>
            <a:chExt cx="1593850" cy="1211262"/>
          </a:xfrm>
          <a:solidFill>
            <a:schemeClr val="bg1"/>
          </a:solidFill>
        </p:grpSpPr>
        <p:sp>
          <p:nvSpPr>
            <p:cNvPr id="214" name="Freeform 267"/>
            <p:cNvSpPr>
              <a:spLocks/>
            </p:cNvSpPr>
            <p:nvPr/>
          </p:nvSpPr>
          <p:spPr bwMode="auto">
            <a:xfrm>
              <a:off x="10004425" y="1971676"/>
              <a:ext cx="1535113" cy="688975"/>
            </a:xfrm>
            <a:custGeom>
              <a:avLst/>
              <a:gdLst>
                <a:gd name="T0" fmla="*/ 480 w 967"/>
                <a:gd name="T1" fmla="*/ 434 h 434"/>
                <a:gd name="T2" fmla="*/ 0 w 967"/>
                <a:gd name="T3" fmla="*/ 217 h 434"/>
                <a:gd name="T4" fmla="*/ 492 w 967"/>
                <a:gd name="T5" fmla="*/ 0 h 434"/>
                <a:gd name="T6" fmla="*/ 967 w 967"/>
                <a:gd name="T7" fmla="*/ 212 h 434"/>
                <a:gd name="T8" fmla="*/ 480 w 967"/>
                <a:gd name="T9" fmla="*/ 434 h 434"/>
              </a:gdLst>
              <a:ahLst/>
              <a:cxnLst>
                <a:cxn ang="0">
                  <a:pos x="T0" y="T1"/>
                </a:cxn>
                <a:cxn ang="0">
                  <a:pos x="T2" y="T3"/>
                </a:cxn>
                <a:cxn ang="0">
                  <a:pos x="T4" y="T5"/>
                </a:cxn>
                <a:cxn ang="0">
                  <a:pos x="T6" y="T7"/>
                </a:cxn>
                <a:cxn ang="0">
                  <a:pos x="T8" y="T9"/>
                </a:cxn>
              </a:cxnLst>
              <a:rect l="0" t="0" r="r" b="b"/>
              <a:pathLst>
                <a:path w="967" h="434">
                  <a:moveTo>
                    <a:pt x="480" y="434"/>
                  </a:moveTo>
                  <a:lnTo>
                    <a:pt x="0" y="217"/>
                  </a:lnTo>
                  <a:lnTo>
                    <a:pt x="492" y="0"/>
                  </a:lnTo>
                  <a:lnTo>
                    <a:pt x="967" y="212"/>
                  </a:lnTo>
                  <a:lnTo>
                    <a:pt x="480" y="4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Rectangle 268"/>
            <p:cNvSpPr>
              <a:spLocks noChangeArrowheads="1"/>
            </p:cNvSpPr>
            <p:nvPr/>
          </p:nvSpPr>
          <p:spPr bwMode="auto">
            <a:xfrm>
              <a:off x="11474450" y="2297113"/>
              <a:ext cx="46038" cy="5032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Oval 269"/>
            <p:cNvSpPr>
              <a:spLocks noChangeArrowheads="1"/>
            </p:cNvSpPr>
            <p:nvPr/>
          </p:nvSpPr>
          <p:spPr bwMode="auto">
            <a:xfrm>
              <a:off x="11422063" y="2743201"/>
              <a:ext cx="150813" cy="1508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270"/>
            <p:cNvSpPr>
              <a:spLocks/>
            </p:cNvSpPr>
            <p:nvPr/>
          </p:nvSpPr>
          <p:spPr bwMode="auto">
            <a:xfrm>
              <a:off x="11404600" y="2822576"/>
              <a:ext cx="107950" cy="336550"/>
            </a:xfrm>
            <a:custGeom>
              <a:avLst/>
              <a:gdLst>
                <a:gd name="T0" fmla="*/ 16 w 29"/>
                <a:gd name="T1" fmla="*/ 5 h 90"/>
                <a:gd name="T2" fmla="*/ 6 w 29"/>
                <a:gd name="T3" fmla="*/ 90 h 90"/>
                <a:gd name="T4" fmla="*/ 29 w 29"/>
                <a:gd name="T5" fmla="*/ 90 h 90"/>
                <a:gd name="T6" fmla="*/ 29 w 29"/>
                <a:gd name="T7" fmla="*/ 0 h 90"/>
                <a:gd name="T8" fmla="*/ 16 w 29"/>
                <a:gd name="T9" fmla="*/ 5 h 90"/>
              </a:gdLst>
              <a:ahLst/>
              <a:cxnLst>
                <a:cxn ang="0">
                  <a:pos x="T0" y="T1"/>
                </a:cxn>
                <a:cxn ang="0">
                  <a:pos x="T2" y="T3"/>
                </a:cxn>
                <a:cxn ang="0">
                  <a:pos x="T4" y="T5"/>
                </a:cxn>
                <a:cxn ang="0">
                  <a:pos x="T6" y="T7"/>
                </a:cxn>
                <a:cxn ang="0">
                  <a:pos x="T8" y="T9"/>
                </a:cxn>
              </a:cxnLst>
              <a:rect l="0" t="0" r="r" b="b"/>
              <a:pathLst>
                <a:path w="29" h="90">
                  <a:moveTo>
                    <a:pt x="16" y="5"/>
                  </a:moveTo>
                  <a:cubicBezTo>
                    <a:pt x="16" y="5"/>
                    <a:pt x="0" y="39"/>
                    <a:pt x="6" y="90"/>
                  </a:cubicBezTo>
                  <a:cubicBezTo>
                    <a:pt x="29" y="90"/>
                    <a:pt x="29" y="90"/>
                    <a:pt x="29" y="90"/>
                  </a:cubicBezTo>
                  <a:cubicBezTo>
                    <a:pt x="29" y="0"/>
                    <a:pt x="29" y="0"/>
                    <a:pt x="29" y="0"/>
                  </a:cubicBezTo>
                  <a:cubicBezTo>
                    <a:pt x="29" y="0"/>
                    <a:pt x="16" y="8"/>
                    <a:pt x="16"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271"/>
            <p:cNvSpPr>
              <a:spLocks/>
            </p:cNvSpPr>
            <p:nvPr/>
          </p:nvSpPr>
          <p:spPr bwMode="auto">
            <a:xfrm>
              <a:off x="11490325" y="2822576"/>
              <a:ext cx="107950" cy="336550"/>
            </a:xfrm>
            <a:custGeom>
              <a:avLst/>
              <a:gdLst>
                <a:gd name="T0" fmla="*/ 13 w 29"/>
                <a:gd name="T1" fmla="*/ 5 h 90"/>
                <a:gd name="T2" fmla="*/ 23 w 29"/>
                <a:gd name="T3" fmla="*/ 90 h 90"/>
                <a:gd name="T4" fmla="*/ 0 w 29"/>
                <a:gd name="T5" fmla="*/ 90 h 90"/>
                <a:gd name="T6" fmla="*/ 0 w 29"/>
                <a:gd name="T7" fmla="*/ 0 h 90"/>
                <a:gd name="T8" fmla="*/ 13 w 29"/>
                <a:gd name="T9" fmla="*/ 5 h 90"/>
              </a:gdLst>
              <a:ahLst/>
              <a:cxnLst>
                <a:cxn ang="0">
                  <a:pos x="T0" y="T1"/>
                </a:cxn>
                <a:cxn ang="0">
                  <a:pos x="T2" y="T3"/>
                </a:cxn>
                <a:cxn ang="0">
                  <a:pos x="T4" y="T5"/>
                </a:cxn>
                <a:cxn ang="0">
                  <a:pos x="T6" y="T7"/>
                </a:cxn>
                <a:cxn ang="0">
                  <a:pos x="T8" y="T9"/>
                </a:cxn>
              </a:cxnLst>
              <a:rect l="0" t="0" r="r" b="b"/>
              <a:pathLst>
                <a:path w="29" h="90">
                  <a:moveTo>
                    <a:pt x="13" y="5"/>
                  </a:moveTo>
                  <a:cubicBezTo>
                    <a:pt x="13" y="5"/>
                    <a:pt x="29" y="39"/>
                    <a:pt x="23" y="90"/>
                  </a:cubicBezTo>
                  <a:cubicBezTo>
                    <a:pt x="0" y="90"/>
                    <a:pt x="0" y="90"/>
                    <a:pt x="0" y="90"/>
                  </a:cubicBezTo>
                  <a:cubicBezTo>
                    <a:pt x="0" y="0"/>
                    <a:pt x="0" y="0"/>
                    <a:pt x="0" y="0"/>
                  </a:cubicBezTo>
                  <a:cubicBezTo>
                    <a:pt x="0" y="0"/>
                    <a:pt x="13" y="8"/>
                    <a:pt x="1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272"/>
            <p:cNvSpPr>
              <a:spLocks/>
            </p:cNvSpPr>
            <p:nvPr/>
          </p:nvSpPr>
          <p:spPr bwMode="auto">
            <a:xfrm>
              <a:off x="10309225" y="2522538"/>
              <a:ext cx="889000" cy="660400"/>
            </a:xfrm>
            <a:custGeom>
              <a:avLst/>
              <a:gdLst>
                <a:gd name="T0" fmla="*/ 237 w 237"/>
                <a:gd name="T1" fmla="*/ 0 h 176"/>
                <a:gd name="T2" fmla="*/ 118 w 237"/>
                <a:gd name="T3" fmla="*/ 55 h 176"/>
                <a:gd name="T4" fmla="*/ 0 w 237"/>
                <a:gd name="T5" fmla="*/ 0 h 176"/>
                <a:gd name="T6" fmla="*/ 0 w 237"/>
                <a:gd name="T7" fmla="*/ 136 h 176"/>
                <a:gd name="T8" fmla="*/ 115 w 237"/>
                <a:gd name="T9" fmla="*/ 176 h 176"/>
                <a:gd name="T10" fmla="*/ 115 w 237"/>
                <a:gd name="T11" fmla="*/ 176 h 176"/>
                <a:gd name="T12" fmla="*/ 118 w 237"/>
                <a:gd name="T13" fmla="*/ 176 h 176"/>
                <a:gd name="T14" fmla="*/ 122 w 237"/>
                <a:gd name="T15" fmla="*/ 176 h 176"/>
                <a:gd name="T16" fmla="*/ 122 w 237"/>
                <a:gd name="T17" fmla="*/ 176 h 176"/>
                <a:gd name="T18" fmla="*/ 237 w 237"/>
                <a:gd name="T19" fmla="*/ 136 h 176"/>
                <a:gd name="T20" fmla="*/ 237 w 237"/>
                <a:gd name="T21"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7" h="176">
                  <a:moveTo>
                    <a:pt x="237" y="0"/>
                  </a:moveTo>
                  <a:cubicBezTo>
                    <a:pt x="237" y="1"/>
                    <a:pt x="138" y="47"/>
                    <a:pt x="118" y="55"/>
                  </a:cubicBezTo>
                  <a:cubicBezTo>
                    <a:pt x="99" y="47"/>
                    <a:pt x="0" y="1"/>
                    <a:pt x="0" y="0"/>
                  </a:cubicBezTo>
                  <a:cubicBezTo>
                    <a:pt x="0" y="136"/>
                    <a:pt x="0" y="136"/>
                    <a:pt x="0" y="136"/>
                  </a:cubicBezTo>
                  <a:cubicBezTo>
                    <a:pt x="32" y="170"/>
                    <a:pt x="95" y="175"/>
                    <a:pt x="115" y="176"/>
                  </a:cubicBezTo>
                  <a:cubicBezTo>
                    <a:pt x="115" y="176"/>
                    <a:pt x="115" y="176"/>
                    <a:pt x="115" y="176"/>
                  </a:cubicBezTo>
                  <a:cubicBezTo>
                    <a:pt x="115" y="176"/>
                    <a:pt x="116" y="176"/>
                    <a:pt x="118" y="176"/>
                  </a:cubicBezTo>
                  <a:cubicBezTo>
                    <a:pt x="121" y="176"/>
                    <a:pt x="122" y="176"/>
                    <a:pt x="122" y="176"/>
                  </a:cubicBezTo>
                  <a:cubicBezTo>
                    <a:pt x="122" y="176"/>
                    <a:pt x="122" y="176"/>
                    <a:pt x="122" y="176"/>
                  </a:cubicBezTo>
                  <a:cubicBezTo>
                    <a:pt x="142" y="175"/>
                    <a:pt x="205" y="170"/>
                    <a:pt x="237" y="136"/>
                  </a:cubicBezTo>
                  <a:lnTo>
                    <a:pt x="23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20" name="Freeform 285"/>
          <p:cNvSpPr>
            <a:spLocks noEditPoints="1"/>
          </p:cNvSpPr>
          <p:nvPr/>
        </p:nvSpPr>
        <p:spPr bwMode="auto">
          <a:xfrm>
            <a:off x="4742465" y="1854510"/>
            <a:ext cx="514067" cy="520462"/>
          </a:xfrm>
          <a:custGeom>
            <a:avLst/>
            <a:gdLst>
              <a:gd name="T0" fmla="*/ 101 w 201"/>
              <a:gd name="T1" fmla="*/ 60 h 203"/>
              <a:gd name="T2" fmla="*/ 58 w 201"/>
              <a:gd name="T3" fmla="*/ 103 h 203"/>
              <a:gd name="T4" fmla="*/ 101 w 201"/>
              <a:gd name="T5" fmla="*/ 147 h 203"/>
              <a:gd name="T6" fmla="*/ 144 w 201"/>
              <a:gd name="T7" fmla="*/ 103 h 203"/>
              <a:gd name="T8" fmla="*/ 101 w 201"/>
              <a:gd name="T9" fmla="*/ 60 h 203"/>
              <a:gd name="T10" fmla="*/ 180 w 201"/>
              <a:gd name="T11" fmla="*/ 101 h 203"/>
              <a:gd name="T12" fmla="*/ 180 w 201"/>
              <a:gd name="T13" fmla="*/ 95 h 203"/>
              <a:gd name="T14" fmla="*/ 201 w 201"/>
              <a:gd name="T15" fmla="*/ 90 h 203"/>
              <a:gd name="T16" fmla="*/ 193 w 201"/>
              <a:gd name="T17" fmla="*/ 61 h 203"/>
              <a:gd name="T18" fmla="*/ 172 w 201"/>
              <a:gd name="T19" fmla="*/ 67 h 203"/>
              <a:gd name="T20" fmla="*/ 162 w 201"/>
              <a:gd name="T21" fmla="*/ 51 h 203"/>
              <a:gd name="T22" fmla="*/ 176 w 201"/>
              <a:gd name="T23" fmla="*/ 34 h 203"/>
              <a:gd name="T24" fmla="*/ 153 w 201"/>
              <a:gd name="T25" fmla="*/ 15 h 203"/>
              <a:gd name="T26" fmla="*/ 139 w 201"/>
              <a:gd name="T27" fmla="*/ 32 h 203"/>
              <a:gd name="T28" fmla="*/ 115 w 201"/>
              <a:gd name="T29" fmla="*/ 23 h 203"/>
              <a:gd name="T30" fmla="*/ 115 w 201"/>
              <a:gd name="T31" fmla="*/ 1 h 203"/>
              <a:gd name="T32" fmla="*/ 101 w 201"/>
              <a:gd name="T33" fmla="*/ 0 h 203"/>
              <a:gd name="T34" fmla="*/ 86 w 201"/>
              <a:gd name="T35" fmla="*/ 1 h 203"/>
              <a:gd name="T36" fmla="*/ 86 w 201"/>
              <a:gd name="T37" fmla="*/ 23 h 203"/>
              <a:gd name="T38" fmla="*/ 68 w 201"/>
              <a:gd name="T39" fmla="*/ 29 h 203"/>
              <a:gd name="T40" fmla="*/ 55 w 201"/>
              <a:gd name="T41" fmla="*/ 11 h 203"/>
              <a:gd name="T42" fmla="*/ 31 w 201"/>
              <a:gd name="T43" fmla="*/ 28 h 203"/>
              <a:gd name="T44" fmla="*/ 43 w 201"/>
              <a:gd name="T45" fmla="*/ 46 h 203"/>
              <a:gd name="T46" fmla="*/ 32 w 201"/>
              <a:gd name="T47" fmla="*/ 60 h 203"/>
              <a:gd name="T48" fmla="*/ 12 w 201"/>
              <a:gd name="T49" fmla="*/ 53 h 203"/>
              <a:gd name="T50" fmla="*/ 1 w 201"/>
              <a:gd name="T51" fmla="*/ 81 h 203"/>
              <a:gd name="T52" fmla="*/ 22 w 201"/>
              <a:gd name="T53" fmla="*/ 88 h 203"/>
              <a:gd name="T54" fmla="*/ 21 w 201"/>
              <a:gd name="T55" fmla="*/ 101 h 203"/>
              <a:gd name="T56" fmla="*/ 21 w 201"/>
              <a:gd name="T57" fmla="*/ 107 h 203"/>
              <a:gd name="T58" fmla="*/ 0 w 201"/>
              <a:gd name="T59" fmla="*/ 113 h 203"/>
              <a:gd name="T60" fmla="*/ 7 w 201"/>
              <a:gd name="T61" fmla="*/ 142 h 203"/>
              <a:gd name="T62" fmla="*/ 28 w 201"/>
              <a:gd name="T63" fmla="*/ 136 h 203"/>
              <a:gd name="T64" fmla="*/ 39 w 201"/>
              <a:gd name="T65" fmla="*/ 152 h 203"/>
              <a:gd name="T66" fmla="*/ 25 w 201"/>
              <a:gd name="T67" fmla="*/ 169 h 203"/>
              <a:gd name="T68" fmla="*/ 47 w 201"/>
              <a:gd name="T69" fmla="*/ 188 h 203"/>
              <a:gd name="T70" fmla="*/ 61 w 201"/>
              <a:gd name="T71" fmla="*/ 171 h 203"/>
              <a:gd name="T72" fmla="*/ 86 w 201"/>
              <a:gd name="T73" fmla="*/ 180 h 203"/>
              <a:gd name="T74" fmla="*/ 86 w 201"/>
              <a:gd name="T75" fmla="*/ 202 h 203"/>
              <a:gd name="T76" fmla="*/ 101 w 201"/>
              <a:gd name="T77" fmla="*/ 203 h 203"/>
              <a:gd name="T78" fmla="*/ 115 w 201"/>
              <a:gd name="T79" fmla="*/ 202 h 203"/>
              <a:gd name="T80" fmla="*/ 115 w 201"/>
              <a:gd name="T81" fmla="*/ 180 h 203"/>
              <a:gd name="T82" fmla="*/ 134 w 201"/>
              <a:gd name="T83" fmla="*/ 174 h 203"/>
              <a:gd name="T84" fmla="*/ 146 w 201"/>
              <a:gd name="T85" fmla="*/ 192 h 203"/>
              <a:gd name="T86" fmla="*/ 170 w 201"/>
              <a:gd name="T87" fmla="*/ 175 h 203"/>
              <a:gd name="T88" fmla="*/ 158 w 201"/>
              <a:gd name="T89" fmla="*/ 157 h 203"/>
              <a:gd name="T90" fmla="*/ 169 w 201"/>
              <a:gd name="T91" fmla="*/ 142 h 203"/>
              <a:gd name="T92" fmla="*/ 190 w 201"/>
              <a:gd name="T93" fmla="*/ 150 h 203"/>
              <a:gd name="T94" fmla="*/ 200 w 201"/>
              <a:gd name="T95" fmla="*/ 121 h 203"/>
              <a:gd name="T96" fmla="*/ 179 w 201"/>
              <a:gd name="T97" fmla="*/ 114 h 203"/>
              <a:gd name="T98" fmla="*/ 180 w 201"/>
              <a:gd name="T99" fmla="*/ 101 h 203"/>
              <a:gd name="T100" fmla="*/ 101 w 201"/>
              <a:gd name="T101" fmla="*/ 158 h 203"/>
              <a:gd name="T102" fmla="*/ 47 w 201"/>
              <a:gd name="T103" fmla="*/ 103 h 203"/>
              <a:gd name="T104" fmla="*/ 101 w 201"/>
              <a:gd name="T105" fmla="*/ 49 h 203"/>
              <a:gd name="T106" fmla="*/ 155 w 201"/>
              <a:gd name="T107" fmla="*/ 103 h 203"/>
              <a:gd name="T108" fmla="*/ 101 w 201"/>
              <a:gd name="T109" fmla="*/ 158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01" h="203">
                <a:moveTo>
                  <a:pt x="101" y="60"/>
                </a:moveTo>
                <a:cubicBezTo>
                  <a:pt x="77" y="60"/>
                  <a:pt x="58" y="80"/>
                  <a:pt x="58" y="103"/>
                </a:cubicBezTo>
                <a:cubicBezTo>
                  <a:pt x="58" y="127"/>
                  <a:pt x="77" y="147"/>
                  <a:pt x="101" y="147"/>
                </a:cubicBezTo>
                <a:cubicBezTo>
                  <a:pt x="125" y="147"/>
                  <a:pt x="144" y="127"/>
                  <a:pt x="144" y="103"/>
                </a:cubicBezTo>
                <a:cubicBezTo>
                  <a:pt x="144" y="80"/>
                  <a:pt x="125" y="60"/>
                  <a:pt x="101" y="60"/>
                </a:cubicBezTo>
                <a:close/>
                <a:moveTo>
                  <a:pt x="180" y="101"/>
                </a:moveTo>
                <a:cubicBezTo>
                  <a:pt x="180" y="99"/>
                  <a:pt x="180" y="97"/>
                  <a:pt x="180" y="95"/>
                </a:cubicBezTo>
                <a:cubicBezTo>
                  <a:pt x="201" y="90"/>
                  <a:pt x="201" y="90"/>
                  <a:pt x="201" y="90"/>
                </a:cubicBezTo>
                <a:cubicBezTo>
                  <a:pt x="200" y="80"/>
                  <a:pt x="197" y="70"/>
                  <a:pt x="193" y="61"/>
                </a:cubicBezTo>
                <a:cubicBezTo>
                  <a:pt x="172" y="67"/>
                  <a:pt x="172" y="67"/>
                  <a:pt x="172" y="67"/>
                </a:cubicBezTo>
                <a:cubicBezTo>
                  <a:pt x="170" y="61"/>
                  <a:pt x="166" y="56"/>
                  <a:pt x="162" y="51"/>
                </a:cubicBezTo>
                <a:cubicBezTo>
                  <a:pt x="176" y="34"/>
                  <a:pt x="176" y="34"/>
                  <a:pt x="176" y="34"/>
                </a:cubicBezTo>
                <a:cubicBezTo>
                  <a:pt x="170" y="27"/>
                  <a:pt x="162" y="20"/>
                  <a:pt x="153" y="15"/>
                </a:cubicBezTo>
                <a:cubicBezTo>
                  <a:pt x="139" y="32"/>
                  <a:pt x="139" y="32"/>
                  <a:pt x="139" y="32"/>
                </a:cubicBezTo>
                <a:cubicBezTo>
                  <a:pt x="132" y="28"/>
                  <a:pt x="124" y="25"/>
                  <a:pt x="115" y="23"/>
                </a:cubicBezTo>
                <a:cubicBezTo>
                  <a:pt x="115" y="1"/>
                  <a:pt x="115" y="1"/>
                  <a:pt x="115" y="1"/>
                </a:cubicBezTo>
                <a:cubicBezTo>
                  <a:pt x="111" y="1"/>
                  <a:pt x="106" y="0"/>
                  <a:pt x="101" y="0"/>
                </a:cubicBezTo>
                <a:cubicBezTo>
                  <a:pt x="95" y="0"/>
                  <a:pt x="91" y="1"/>
                  <a:pt x="86" y="1"/>
                </a:cubicBezTo>
                <a:cubicBezTo>
                  <a:pt x="86" y="23"/>
                  <a:pt x="86" y="23"/>
                  <a:pt x="86" y="23"/>
                </a:cubicBezTo>
                <a:cubicBezTo>
                  <a:pt x="79" y="24"/>
                  <a:pt x="73" y="26"/>
                  <a:pt x="68" y="29"/>
                </a:cubicBezTo>
                <a:cubicBezTo>
                  <a:pt x="55" y="11"/>
                  <a:pt x="55" y="11"/>
                  <a:pt x="55" y="11"/>
                </a:cubicBezTo>
                <a:cubicBezTo>
                  <a:pt x="46" y="15"/>
                  <a:pt x="38" y="21"/>
                  <a:pt x="31" y="28"/>
                </a:cubicBezTo>
                <a:cubicBezTo>
                  <a:pt x="43" y="46"/>
                  <a:pt x="43" y="46"/>
                  <a:pt x="43" y="46"/>
                </a:cubicBezTo>
                <a:cubicBezTo>
                  <a:pt x="39" y="50"/>
                  <a:pt x="35" y="55"/>
                  <a:pt x="32" y="60"/>
                </a:cubicBezTo>
                <a:cubicBezTo>
                  <a:pt x="12" y="53"/>
                  <a:pt x="12" y="53"/>
                  <a:pt x="12" y="53"/>
                </a:cubicBezTo>
                <a:cubicBezTo>
                  <a:pt x="7" y="62"/>
                  <a:pt x="3" y="71"/>
                  <a:pt x="1" y="81"/>
                </a:cubicBezTo>
                <a:cubicBezTo>
                  <a:pt x="22" y="88"/>
                  <a:pt x="22" y="88"/>
                  <a:pt x="22" y="88"/>
                </a:cubicBezTo>
                <a:cubicBezTo>
                  <a:pt x="21" y="93"/>
                  <a:pt x="21" y="97"/>
                  <a:pt x="21" y="101"/>
                </a:cubicBezTo>
                <a:cubicBezTo>
                  <a:pt x="21" y="103"/>
                  <a:pt x="21" y="105"/>
                  <a:pt x="21" y="107"/>
                </a:cubicBezTo>
                <a:cubicBezTo>
                  <a:pt x="0" y="113"/>
                  <a:pt x="0" y="113"/>
                  <a:pt x="0" y="113"/>
                </a:cubicBezTo>
                <a:cubicBezTo>
                  <a:pt x="1" y="123"/>
                  <a:pt x="4" y="133"/>
                  <a:pt x="7" y="142"/>
                </a:cubicBezTo>
                <a:cubicBezTo>
                  <a:pt x="28" y="136"/>
                  <a:pt x="28" y="136"/>
                  <a:pt x="28" y="136"/>
                </a:cubicBezTo>
                <a:cubicBezTo>
                  <a:pt x="31" y="142"/>
                  <a:pt x="35" y="147"/>
                  <a:pt x="39" y="152"/>
                </a:cubicBezTo>
                <a:cubicBezTo>
                  <a:pt x="25" y="169"/>
                  <a:pt x="25" y="169"/>
                  <a:pt x="25" y="169"/>
                </a:cubicBezTo>
                <a:cubicBezTo>
                  <a:pt x="31" y="176"/>
                  <a:pt x="39" y="182"/>
                  <a:pt x="47" y="188"/>
                </a:cubicBezTo>
                <a:cubicBezTo>
                  <a:pt x="61" y="171"/>
                  <a:pt x="61" y="171"/>
                  <a:pt x="61" y="171"/>
                </a:cubicBezTo>
                <a:cubicBezTo>
                  <a:pt x="69" y="175"/>
                  <a:pt x="77" y="178"/>
                  <a:pt x="86" y="180"/>
                </a:cubicBezTo>
                <a:cubicBezTo>
                  <a:pt x="86" y="202"/>
                  <a:pt x="86" y="202"/>
                  <a:pt x="86" y="202"/>
                </a:cubicBezTo>
                <a:cubicBezTo>
                  <a:pt x="91" y="202"/>
                  <a:pt x="95" y="203"/>
                  <a:pt x="101" y="203"/>
                </a:cubicBezTo>
                <a:cubicBezTo>
                  <a:pt x="106" y="203"/>
                  <a:pt x="111" y="202"/>
                  <a:pt x="115" y="202"/>
                </a:cubicBezTo>
                <a:cubicBezTo>
                  <a:pt x="115" y="180"/>
                  <a:pt x="115" y="180"/>
                  <a:pt x="115" y="180"/>
                </a:cubicBezTo>
                <a:cubicBezTo>
                  <a:pt x="122" y="179"/>
                  <a:pt x="128" y="177"/>
                  <a:pt x="134" y="174"/>
                </a:cubicBezTo>
                <a:cubicBezTo>
                  <a:pt x="146" y="192"/>
                  <a:pt x="146" y="192"/>
                  <a:pt x="146" y="192"/>
                </a:cubicBezTo>
                <a:cubicBezTo>
                  <a:pt x="155" y="188"/>
                  <a:pt x="163" y="182"/>
                  <a:pt x="170" y="175"/>
                </a:cubicBezTo>
                <a:cubicBezTo>
                  <a:pt x="158" y="157"/>
                  <a:pt x="158" y="157"/>
                  <a:pt x="158" y="157"/>
                </a:cubicBezTo>
                <a:cubicBezTo>
                  <a:pt x="162" y="153"/>
                  <a:pt x="166" y="148"/>
                  <a:pt x="169" y="142"/>
                </a:cubicBezTo>
                <a:cubicBezTo>
                  <a:pt x="190" y="150"/>
                  <a:pt x="190" y="150"/>
                  <a:pt x="190" y="150"/>
                </a:cubicBezTo>
                <a:cubicBezTo>
                  <a:pt x="194" y="141"/>
                  <a:pt x="198" y="131"/>
                  <a:pt x="200" y="121"/>
                </a:cubicBezTo>
                <a:cubicBezTo>
                  <a:pt x="179" y="114"/>
                  <a:pt x="179" y="114"/>
                  <a:pt x="179" y="114"/>
                </a:cubicBezTo>
                <a:cubicBezTo>
                  <a:pt x="180" y="110"/>
                  <a:pt x="180" y="106"/>
                  <a:pt x="180" y="101"/>
                </a:cubicBezTo>
                <a:close/>
                <a:moveTo>
                  <a:pt x="101" y="158"/>
                </a:moveTo>
                <a:cubicBezTo>
                  <a:pt x="71" y="158"/>
                  <a:pt x="47" y="133"/>
                  <a:pt x="47" y="103"/>
                </a:cubicBezTo>
                <a:cubicBezTo>
                  <a:pt x="47" y="73"/>
                  <a:pt x="71" y="49"/>
                  <a:pt x="101" y="49"/>
                </a:cubicBezTo>
                <a:cubicBezTo>
                  <a:pt x="131" y="49"/>
                  <a:pt x="155" y="73"/>
                  <a:pt x="155" y="103"/>
                </a:cubicBezTo>
                <a:cubicBezTo>
                  <a:pt x="155" y="133"/>
                  <a:pt x="131" y="158"/>
                  <a:pt x="101" y="158"/>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1" name="Freeform 10"/>
          <p:cNvSpPr>
            <a:spLocks noEditPoints="1"/>
          </p:cNvSpPr>
          <p:nvPr/>
        </p:nvSpPr>
        <p:spPr bwMode="auto">
          <a:xfrm>
            <a:off x="6851022" y="3331254"/>
            <a:ext cx="606276" cy="569776"/>
          </a:xfrm>
          <a:custGeom>
            <a:avLst/>
            <a:gdLst>
              <a:gd name="T0" fmla="*/ 401 w 415"/>
              <a:gd name="T1" fmla="*/ 70 h 390"/>
              <a:gd name="T2" fmla="*/ 102 w 415"/>
              <a:gd name="T3" fmla="*/ 70 h 390"/>
              <a:gd name="T4" fmla="*/ 82 w 415"/>
              <a:gd name="T5" fmla="*/ 27 h 390"/>
              <a:gd name="T6" fmla="*/ 3 w 415"/>
              <a:gd name="T7" fmla="*/ 10 h 390"/>
              <a:gd name="T8" fmla="*/ 66 w 415"/>
              <a:gd name="T9" fmla="*/ 49 h 390"/>
              <a:gd name="T10" fmla="*/ 128 w 415"/>
              <a:gd name="T11" fmla="*/ 254 h 390"/>
              <a:gd name="T12" fmla="*/ 110 w 415"/>
              <a:gd name="T13" fmla="*/ 319 h 390"/>
              <a:gd name="T14" fmla="*/ 129 w 415"/>
              <a:gd name="T15" fmla="*/ 324 h 390"/>
              <a:gd name="T16" fmla="*/ 159 w 415"/>
              <a:gd name="T17" fmla="*/ 390 h 390"/>
              <a:gd name="T18" fmla="*/ 188 w 415"/>
              <a:gd name="T19" fmla="*/ 324 h 390"/>
              <a:gd name="T20" fmla="*/ 265 w 415"/>
              <a:gd name="T21" fmla="*/ 351 h 390"/>
              <a:gd name="T22" fmla="*/ 344 w 415"/>
              <a:gd name="T23" fmla="*/ 351 h 390"/>
              <a:gd name="T24" fmla="*/ 346 w 415"/>
              <a:gd name="T25" fmla="*/ 324 h 390"/>
              <a:gd name="T26" fmla="*/ 346 w 415"/>
              <a:gd name="T27" fmla="*/ 302 h 390"/>
              <a:gd name="T28" fmla="*/ 147 w 415"/>
              <a:gd name="T29" fmla="*/ 268 h 390"/>
              <a:gd name="T30" fmla="*/ 346 w 415"/>
              <a:gd name="T31" fmla="*/ 269 h 390"/>
              <a:gd name="T32" fmla="*/ 414 w 415"/>
              <a:gd name="T33" fmla="*/ 87 h 390"/>
              <a:gd name="T34" fmla="*/ 159 w 415"/>
              <a:gd name="T35" fmla="*/ 368 h 390"/>
              <a:gd name="T36" fmla="*/ 159 w 415"/>
              <a:gd name="T37" fmla="*/ 333 h 390"/>
              <a:gd name="T38" fmla="*/ 159 w 415"/>
              <a:gd name="T39" fmla="*/ 368 h 390"/>
              <a:gd name="T40" fmla="*/ 287 w 415"/>
              <a:gd name="T41" fmla="*/ 351 h 390"/>
              <a:gd name="T42" fmla="*/ 322 w 415"/>
              <a:gd name="T43" fmla="*/ 351 h 390"/>
              <a:gd name="T44" fmla="*/ 374 w 415"/>
              <a:gd name="T45" fmla="*/ 126 h 390"/>
              <a:gd name="T46" fmla="*/ 306 w 415"/>
              <a:gd name="T47" fmla="*/ 97 h 390"/>
              <a:gd name="T48" fmla="*/ 374 w 415"/>
              <a:gd name="T49" fmla="*/ 126 h 390"/>
              <a:gd name="T50" fmla="*/ 306 w 415"/>
              <a:gd name="T51" fmla="*/ 187 h 390"/>
              <a:gd name="T52" fmla="*/ 365 w 415"/>
              <a:gd name="T53" fmla="*/ 153 h 390"/>
              <a:gd name="T54" fmla="*/ 219 w 415"/>
              <a:gd name="T55" fmla="*/ 153 h 390"/>
              <a:gd name="T56" fmla="*/ 280 w 415"/>
              <a:gd name="T57" fmla="*/ 187 h 390"/>
              <a:gd name="T58" fmla="*/ 219 w 415"/>
              <a:gd name="T59" fmla="*/ 153 h 390"/>
              <a:gd name="T60" fmla="*/ 219 w 415"/>
              <a:gd name="T61" fmla="*/ 242 h 390"/>
              <a:gd name="T62" fmla="*/ 280 w 415"/>
              <a:gd name="T63" fmla="*/ 214 h 390"/>
              <a:gd name="T64" fmla="*/ 130 w 415"/>
              <a:gd name="T65" fmla="*/ 153 h 390"/>
              <a:gd name="T66" fmla="*/ 192 w 415"/>
              <a:gd name="T67" fmla="*/ 187 h 390"/>
              <a:gd name="T68" fmla="*/ 130 w 415"/>
              <a:gd name="T69" fmla="*/ 153 h 390"/>
              <a:gd name="T70" fmla="*/ 280 w 415"/>
              <a:gd name="T71" fmla="*/ 97 h 390"/>
              <a:gd name="T72" fmla="*/ 219 w 415"/>
              <a:gd name="T73" fmla="*/ 126 h 390"/>
              <a:gd name="T74" fmla="*/ 192 w 415"/>
              <a:gd name="T75" fmla="*/ 97 h 390"/>
              <a:gd name="T76" fmla="*/ 121 w 415"/>
              <a:gd name="T77" fmla="*/ 126 h 390"/>
              <a:gd name="T78" fmla="*/ 192 w 415"/>
              <a:gd name="T79" fmla="*/ 97 h 390"/>
              <a:gd name="T80" fmla="*/ 192 w 415"/>
              <a:gd name="T81" fmla="*/ 214 h 390"/>
              <a:gd name="T82" fmla="*/ 161 w 415"/>
              <a:gd name="T83" fmla="*/ 242 h 390"/>
              <a:gd name="T84" fmla="*/ 306 w 415"/>
              <a:gd name="T85" fmla="*/ 242 h 390"/>
              <a:gd name="T86" fmla="*/ 346 w 415"/>
              <a:gd name="T87" fmla="*/ 214 h 390"/>
              <a:gd name="T88" fmla="*/ 306 w 415"/>
              <a:gd name="T89" fmla="*/ 242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15" h="390">
                <a:moveTo>
                  <a:pt x="412" y="76"/>
                </a:moveTo>
                <a:cubicBezTo>
                  <a:pt x="410" y="72"/>
                  <a:pt x="406" y="70"/>
                  <a:pt x="401" y="70"/>
                </a:cubicBezTo>
                <a:cubicBezTo>
                  <a:pt x="103" y="70"/>
                  <a:pt x="103" y="70"/>
                  <a:pt x="103" y="70"/>
                </a:cubicBezTo>
                <a:cubicBezTo>
                  <a:pt x="103" y="70"/>
                  <a:pt x="102" y="70"/>
                  <a:pt x="102" y="70"/>
                </a:cubicBezTo>
                <a:cubicBezTo>
                  <a:pt x="89" y="35"/>
                  <a:pt x="89" y="35"/>
                  <a:pt x="89" y="35"/>
                </a:cubicBezTo>
                <a:cubicBezTo>
                  <a:pt x="88" y="31"/>
                  <a:pt x="85" y="28"/>
                  <a:pt x="82" y="27"/>
                </a:cubicBezTo>
                <a:cubicBezTo>
                  <a:pt x="20" y="3"/>
                  <a:pt x="20" y="3"/>
                  <a:pt x="20" y="3"/>
                </a:cubicBezTo>
                <a:cubicBezTo>
                  <a:pt x="13" y="0"/>
                  <a:pt x="5" y="3"/>
                  <a:pt x="3" y="10"/>
                </a:cubicBezTo>
                <a:cubicBezTo>
                  <a:pt x="0" y="17"/>
                  <a:pt x="3" y="25"/>
                  <a:pt x="10" y="27"/>
                </a:cubicBezTo>
                <a:cubicBezTo>
                  <a:pt x="66" y="49"/>
                  <a:pt x="66" y="49"/>
                  <a:pt x="66" y="49"/>
                </a:cubicBezTo>
                <a:cubicBezTo>
                  <a:pt x="135" y="247"/>
                  <a:pt x="135" y="247"/>
                  <a:pt x="135" y="247"/>
                </a:cubicBezTo>
                <a:cubicBezTo>
                  <a:pt x="132" y="248"/>
                  <a:pt x="130" y="251"/>
                  <a:pt x="128" y="254"/>
                </a:cubicBezTo>
                <a:cubicBezTo>
                  <a:pt x="109" y="309"/>
                  <a:pt x="109" y="309"/>
                  <a:pt x="109" y="309"/>
                </a:cubicBezTo>
                <a:cubicBezTo>
                  <a:pt x="107" y="313"/>
                  <a:pt x="108" y="316"/>
                  <a:pt x="110" y="319"/>
                </a:cubicBezTo>
                <a:cubicBezTo>
                  <a:pt x="112" y="322"/>
                  <a:pt x="115" y="324"/>
                  <a:pt x="119" y="324"/>
                </a:cubicBezTo>
                <a:cubicBezTo>
                  <a:pt x="129" y="324"/>
                  <a:pt x="129" y="324"/>
                  <a:pt x="129" y="324"/>
                </a:cubicBezTo>
                <a:cubicBezTo>
                  <a:pt x="123" y="331"/>
                  <a:pt x="119" y="340"/>
                  <a:pt x="119" y="351"/>
                </a:cubicBezTo>
                <a:cubicBezTo>
                  <a:pt x="119" y="372"/>
                  <a:pt x="137" y="390"/>
                  <a:pt x="159" y="390"/>
                </a:cubicBezTo>
                <a:cubicBezTo>
                  <a:pt x="181" y="390"/>
                  <a:pt x="198" y="372"/>
                  <a:pt x="198" y="351"/>
                </a:cubicBezTo>
                <a:cubicBezTo>
                  <a:pt x="198" y="340"/>
                  <a:pt x="194" y="331"/>
                  <a:pt x="188" y="324"/>
                </a:cubicBezTo>
                <a:cubicBezTo>
                  <a:pt x="275" y="324"/>
                  <a:pt x="275" y="324"/>
                  <a:pt x="275" y="324"/>
                </a:cubicBezTo>
                <a:cubicBezTo>
                  <a:pt x="268" y="331"/>
                  <a:pt x="265" y="340"/>
                  <a:pt x="265" y="351"/>
                </a:cubicBezTo>
                <a:cubicBezTo>
                  <a:pt x="265" y="372"/>
                  <a:pt x="282" y="390"/>
                  <a:pt x="304" y="390"/>
                </a:cubicBezTo>
                <a:cubicBezTo>
                  <a:pt x="326" y="390"/>
                  <a:pt x="344" y="372"/>
                  <a:pt x="344" y="351"/>
                </a:cubicBezTo>
                <a:cubicBezTo>
                  <a:pt x="344" y="340"/>
                  <a:pt x="340" y="331"/>
                  <a:pt x="334" y="324"/>
                </a:cubicBezTo>
                <a:cubicBezTo>
                  <a:pt x="346" y="324"/>
                  <a:pt x="346" y="324"/>
                  <a:pt x="346" y="324"/>
                </a:cubicBezTo>
                <a:cubicBezTo>
                  <a:pt x="352" y="324"/>
                  <a:pt x="357" y="319"/>
                  <a:pt x="357" y="313"/>
                </a:cubicBezTo>
                <a:cubicBezTo>
                  <a:pt x="357" y="307"/>
                  <a:pt x="352" y="302"/>
                  <a:pt x="346" y="302"/>
                </a:cubicBezTo>
                <a:cubicBezTo>
                  <a:pt x="135" y="302"/>
                  <a:pt x="135" y="302"/>
                  <a:pt x="135" y="302"/>
                </a:cubicBezTo>
                <a:cubicBezTo>
                  <a:pt x="147" y="268"/>
                  <a:pt x="147" y="268"/>
                  <a:pt x="147" y="268"/>
                </a:cubicBezTo>
                <a:cubicBezTo>
                  <a:pt x="148" y="268"/>
                  <a:pt x="150" y="269"/>
                  <a:pt x="152" y="269"/>
                </a:cubicBezTo>
                <a:cubicBezTo>
                  <a:pt x="346" y="269"/>
                  <a:pt x="346" y="269"/>
                  <a:pt x="346" y="269"/>
                </a:cubicBezTo>
                <a:cubicBezTo>
                  <a:pt x="352" y="269"/>
                  <a:pt x="357" y="265"/>
                  <a:pt x="359" y="260"/>
                </a:cubicBezTo>
                <a:cubicBezTo>
                  <a:pt x="414" y="87"/>
                  <a:pt x="414" y="87"/>
                  <a:pt x="414" y="87"/>
                </a:cubicBezTo>
                <a:cubicBezTo>
                  <a:pt x="415" y="83"/>
                  <a:pt x="415" y="79"/>
                  <a:pt x="412" y="76"/>
                </a:cubicBezTo>
                <a:moveTo>
                  <a:pt x="159" y="368"/>
                </a:moveTo>
                <a:cubicBezTo>
                  <a:pt x="149" y="368"/>
                  <a:pt x="141" y="360"/>
                  <a:pt x="141" y="351"/>
                </a:cubicBezTo>
                <a:cubicBezTo>
                  <a:pt x="141" y="341"/>
                  <a:pt x="149" y="333"/>
                  <a:pt x="159" y="333"/>
                </a:cubicBezTo>
                <a:cubicBezTo>
                  <a:pt x="168" y="333"/>
                  <a:pt x="176" y="341"/>
                  <a:pt x="176" y="351"/>
                </a:cubicBezTo>
                <a:cubicBezTo>
                  <a:pt x="176" y="360"/>
                  <a:pt x="168" y="368"/>
                  <a:pt x="159" y="368"/>
                </a:cubicBezTo>
                <a:moveTo>
                  <a:pt x="304" y="368"/>
                </a:moveTo>
                <a:cubicBezTo>
                  <a:pt x="295" y="368"/>
                  <a:pt x="287" y="360"/>
                  <a:pt x="287" y="351"/>
                </a:cubicBezTo>
                <a:cubicBezTo>
                  <a:pt x="287" y="341"/>
                  <a:pt x="295" y="333"/>
                  <a:pt x="304" y="333"/>
                </a:cubicBezTo>
                <a:cubicBezTo>
                  <a:pt x="314" y="333"/>
                  <a:pt x="322" y="341"/>
                  <a:pt x="322" y="351"/>
                </a:cubicBezTo>
                <a:cubicBezTo>
                  <a:pt x="322" y="360"/>
                  <a:pt x="314" y="368"/>
                  <a:pt x="304" y="368"/>
                </a:cubicBezTo>
                <a:moveTo>
                  <a:pt x="374" y="126"/>
                </a:moveTo>
                <a:cubicBezTo>
                  <a:pt x="306" y="126"/>
                  <a:pt x="306" y="126"/>
                  <a:pt x="306" y="126"/>
                </a:cubicBezTo>
                <a:cubicBezTo>
                  <a:pt x="306" y="97"/>
                  <a:pt x="306" y="97"/>
                  <a:pt x="306" y="97"/>
                </a:cubicBezTo>
                <a:cubicBezTo>
                  <a:pt x="383" y="97"/>
                  <a:pt x="383" y="97"/>
                  <a:pt x="383" y="97"/>
                </a:cubicBezTo>
                <a:lnTo>
                  <a:pt x="374" y="126"/>
                </a:lnTo>
                <a:close/>
                <a:moveTo>
                  <a:pt x="354" y="187"/>
                </a:moveTo>
                <a:cubicBezTo>
                  <a:pt x="306" y="187"/>
                  <a:pt x="306" y="187"/>
                  <a:pt x="306" y="187"/>
                </a:cubicBezTo>
                <a:cubicBezTo>
                  <a:pt x="306" y="153"/>
                  <a:pt x="306" y="153"/>
                  <a:pt x="306" y="153"/>
                </a:cubicBezTo>
                <a:cubicBezTo>
                  <a:pt x="365" y="153"/>
                  <a:pt x="365" y="153"/>
                  <a:pt x="365" y="153"/>
                </a:cubicBezTo>
                <a:lnTo>
                  <a:pt x="354" y="187"/>
                </a:lnTo>
                <a:close/>
                <a:moveTo>
                  <a:pt x="219" y="153"/>
                </a:moveTo>
                <a:cubicBezTo>
                  <a:pt x="280" y="153"/>
                  <a:pt x="280" y="153"/>
                  <a:pt x="280" y="153"/>
                </a:cubicBezTo>
                <a:cubicBezTo>
                  <a:pt x="280" y="187"/>
                  <a:pt x="280" y="187"/>
                  <a:pt x="280" y="187"/>
                </a:cubicBezTo>
                <a:cubicBezTo>
                  <a:pt x="219" y="187"/>
                  <a:pt x="219" y="187"/>
                  <a:pt x="219" y="187"/>
                </a:cubicBezTo>
                <a:lnTo>
                  <a:pt x="219" y="153"/>
                </a:lnTo>
                <a:close/>
                <a:moveTo>
                  <a:pt x="280" y="242"/>
                </a:moveTo>
                <a:cubicBezTo>
                  <a:pt x="219" y="242"/>
                  <a:pt x="219" y="242"/>
                  <a:pt x="219" y="242"/>
                </a:cubicBezTo>
                <a:cubicBezTo>
                  <a:pt x="219" y="214"/>
                  <a:pt x="219" y="214"/>
                  <a:pt x="219" y="214"/>
                </a:cubicBezTo>
                <a:cubicBezTo>
                  <a:pt x="280" y="214"/>
                  <a:pt x="280" y="214"/>
                  <a:pt x="280" y="214"/>
                </a:cubicBezTo>
                <a:lnTo>
                  <a:pt x="280" y="242"/>
                </a:lnTo>
                <a:close/>
                <a:moveTo>
                  <a:pt x="130" y="153"/>
                </a:moveTo>
                <a:cubicBezTo>
                  <a:pt x="192" y="153"/>
                  <a:pt x="192" y="153"/>
                  <a:pt x="192" y="153"/>
                </a:cubicBezTo>
                <a:cubicBezTo>
                  <a:pt x="192" y="187"/>
                  <a:pt x="192" y="187"/>
                  <a:pt x="192" y="187"/>
                </a:cubicBezTo>
                <a:cubicBezTo>
                  <a:pt x="142" y="187"/>
                  <a:pt x="142" y="187"/>
                  <a:pt x="142" y="187"/>
                </a:cubicBezTo>
                <a:lnTo>
                  <a:pt x="130" y="153"/>
                </a:lnTo>
                <a:close/>
                <a:moveTo>
                  <a:pt x="219" y="97"/>
                </a:moveTo>
                <a:cubicBezTo>
                  <a:pt x="280" y="97"/>
                  <a:pt x="280" y="97"/>
                  <a:pt x="280" y="97"/>
                </a:cubicBezTo>
                <a:cubicBezTo>
                  <a:pt x="280" y="126"/>
                  <a:pt x="280" y="126"/>
                  <a:pt x="280" y="126"/>
                </a:cubicBezTo>
                <a:cubicBezTo>
                  <a:pt x="219" y="126"/>
                  <a:pt x="219" y="126"/>
                  <a:pt x="219" y="126"/>
                </a:cubicBezTo>
                <a:lnTo>
                  <a:pt x="219" y="97"/>
                </a:lnTo>
                <a:close/>
                <a:moveTo>
                  <a:pt x="192" y="97"/>
                </a:moveTo>
                <a:cubicBezTo>
                  <a:pt x="192" y="126"/>
                  <a:pt x="192" y="126"/>
                  <a:pt x="192" y="126"/>
                </a:cubicBezTo>
                <a:cubicBezTo>
                  <a:pt x="121" y="126"/>
                  <a:pt x="121" y="126"/>
                  <a:pt x="121" y="126"/>
                </a:cubicBezTo>
                <a:cubicBezTo>
                  <a:pt x="111" y="97"/>
                  <a:pt x="111" y="97"/>
                  <a:pt x="111" y="97"/>
                </a:cubicBezTo>
                <a:lnTo>
                  <a:pt x="192" y="97"/>
                </a:lnTo>
                <a:close/>
                <a:moveTo>
                  <a:pt x="151" y="214"/>
                </a:moveTo>
                <a:cubicBezTo>
                  <a:pt x="192" y="214"/>
                  <a:pt x="192" y="214"/>
                  <a:pt x="192" y="214"/>
                </a:cubicBezTo>
                <a:cubicBezTo>
                  <a:pt x="192" y="242"/>
                  <a:pt x="192" y="242"/>
                  <a:pt x="192" y="242"/>
                </a:cubicBezTo>
                <a:cubicBezTo>
                  <a:pt x="161" y="242"/>
                  <a:pt x="161" y="242"/>
                  <a:pt x="161" y="242"/>
                </a:cubicBezTo>
                <a:lnTo>
                  <a:pt x="151" y="214"/>
                </a:lnTo>
                <a:close/>
                <a:moveTo>
                  <a:pt x="306" y="242"/>
                </a:moveTo>
                <a:cubicBezTo>
                  <a:pt x="306" y="214"/>
                  <a:pt x="306" y="214"/>
                  <a:pt x="306" y="214"/>
                </a:cubicBezTo>
                <a:cubicBezTo>
                  <a:pt x="346" y="214"/>
                  <a:pt x="346" y="214"/>
                  <a:pt x="346" y="214"/>
                </a:cubicBezTo>
                <a:cubicBezTo>
                  <a:pt x="337" y="242"/>
                  <a:pt x="337" y="242"/>
                  <a:pt x="337" y="242"/>
                </a:cubicBezTo>
                <a:lnTo>
                  <a:pt x="306" y="24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3"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六项并列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353060231"/>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5"/>
          <p:cNvSpPr>
            <a:spLocks/>
          </p:cNvSpPr>
          <p:nvPr/>
        </p:nvSpPr>
        <p:spPr bwMode="auto">
          <a:xfrm>
            <a:off x="6210109" y="4470106"/>
            <a:ext cx="1094864" cy="774204"/>
          </a:xfrm>
          <a:custGeom>
            <a:avLst/>
            <a:gdLst>
              <a:gd name="T0" fmla="*/ 0 w 641"/>
              <a:gd name="T1" fmla="*/ 0 h 453"/>
              <a:gd name="T2" fmla="*/ 641 w 641"/>
              <a:gd name="T3" fmla="*/ 0 h 453"/>
              <a:gd name="T4" fmla="*/ 639 w 641"/>
              <a:gd name="T5" fmla="*/ 26 h 453"/>
              <a:gd name="T6" fmla="*/ 471 w 641"/>
              <a:gd name="T7" fmla="*/ 433 h 453"/>
              <a:gd name="T8" fmla="*/ 454 w 641"/>
              <a:gd name="T9" fmla="*/ 453 h 453"/>
              <a:gd name="T10" fmla="*/ 0 w 641"/>
              <a:gd name="T11" fmla="*/ 0 h 453"/>
            </a:gdLst>
            <a:ahLst/>
            <a:cxnLst>
              <a:cxn ang="0">
                <a:pos x="T0" y="T1"/>
              </a:cxn>
              <a:cxn ang="0">
                <a:pos x="T2" y="T3"/>
              </a:cxn>
              <a:cxn ang="0">
                <a:pos x="T4" y="T5"/>
              </a:cxn>
              <a:cxn ang="0">
                <a:pos x="T6" y="T7"/>
              </a:cxn>
              <a:cxn ang="0">
                <a:pos x="T8" y="T9"/>
              </a:cxn>
              <a:cxn ang="0">
                <a:pos x="T10" y="T11"/>
              </a:cxn>
            </a:cxnLst>
            <a:rect l="0" t="0" r="r" b="b"/>
            <a:pathLst>
              <a:path w="641" h="453">
                <a:moveTo>
                  <a:pt x="0" y="0"/>
                </a:moveTo>
                <a:cubicBezTo>
                  <a:pt x="641" y="0"/>
                  <a:pt x="641" y="0"/>
                  <a:pt x="641" y="0"/>
                </a:cubicBezTo>
                <a:cubicBezTo>
                  <a:pt x="639" y="26"/>
                  <a:pt x="639" y="26"/>
                  <a:pt x="639" y="26"/>
                </a:cubicBezTo>
                <a:cubicBezTo>
                  <a:pt x="628" y="177"/>
                  <a:pt x="570" y="318"/>
                  <a:pt x="471" y="433"/>
                </a:cubicBezTo>
                <a:cubicBezTo>
                  <a:pt x="454" y="453"/>
                  <a:pt x="454" y="453"/>
                  <a:pt x="454" y="453"/>
                </a:cubicBezTo>
                <a:lnTo>
                  <a:pt x="0" y="0"/>
                </a:lnTo>
                <a:close/>
              </a:path>
            </a:pathLst>
          </a:custGeom>
          <a:solidFill>
            <a:srgbClr val="973F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Freeform 6"/>
          <p:cNvSpPr>
            <a:spLocks/>
          </p:cNvSpPr>
          <p:nvPr/>
        </p:nvSpPr>
        <p:spPr bwMode="auto">
          <a:xfrm>
            <a:off x="6210109" y="3600571"/>
            <a:ext cx="1094864" cy="774204"/>
          </a:xfrm>
          <a:custGeom>
            <a:avLst/>
            <a:gdLst>
              <a:gd name="T0" fmla="*/ 0 w 641"/>
              <a:gd name="T1" fmla="*/ 453 h 453"/>
              <a:gd name="T2" fmla="*/ 454 w 641"/>
              <a:gd name="T3" fmla="*/ 0 h 453"/>
              <a:gd name="T4" fmla="*/ 471 w 641"/>
              <a:gd name="T5" fmla="*/ 20 h 453"/>
              <a:gd name="T6" fmla="*/ 639 w 641"/>
              <a:gd name="T7" fmla="*/ 427 h 453"/>
              <a:gd name="T8" fmla="*/ 641 w 641"/>
              <a:gd name="T9" fmla="*/ 453 h 453"/>
              <a:gd name="T10" fmla="*/ 0 w 641"/>
              <a:gd name="T11" fmla="*/ 453 h 453"/>
            </a:gdLst>
            <a:ahLst/>
            <a:cxnLst>
              <a:cxn ang="0">
                <a:pos x="T0" y="T1"/>
              </a:cxn>
              <a:cxn ang="0">
                <a:pos x="T2" y="T3"/>
              </a:cxn>
              <a:cxn ang="0">
                <a:pos x="T4" y="T5"/>
              </a:cxn>
              <a:cxn ang="0">
                <a:pos x="T6" y="T7"/>
              </a:cxn>
              <a:cxn ang="0">
                <a:pos x="T8" y="T9"/>
              </a:cxn>
              <a:cxn ang="0">
                <a:pos x="T10" y="T11"/>
              </a:cxn>
            </a:cxnLst>
            <a:rect l="0" t="0" r="r" b="b"/>
            <a:pathLst>
              <a:path w="641" h="453">
                <a:moveTo>
                  <a:pt x="0" y="453"/>
                </a:moveTo>
                <a:cubicBezTo>
                  <a:pt x="454" y="0"/>
                  <a:pt x="454" y="0"/>
                  <a:pt x="454" y="0"/>
                </a:cubicBezTo>
                <a:cubicBezTo>
                  <a:pt x="471" y="20"/>
                  <a:pt x="471" y="20"/>
                  <a:pt x="471" y="20"/>
                </a:cubicBezTo>
                <a:cubicBezTo>
                  <a:pt x="570" y="135"/>
                  <a:pt x="628" y="275"/>
                  <a:pt x="639" y="427"/>
                </a:cubicBezTo>
                <a:cubicBezTo>
                  <a:pt x="641" y="453"/>
                  <a:pt x="641" y="453"/>
                  <a:pt x="641" y="453"/>
                </a:cubicBezTo>
                <a:lnTo>
                  <a:pt x="0" y="453"/>
                </a:lnTo>
                <a:close/>
              </a:path>
            </a:pathLst>
          </a:custGeom>
          <a:solidFill>
            <a:srgbClr val="E66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 name="Freeform 7"/>
          <p:cNvSpPr>
            <a:spLocks/>
          </p:cNvSpPr>
          <p:nvPr/>
        </p:nvSpPr>
        <p:spPr bwMode="auto">
          <a:xfrm>
            <a:off x="6143666" y="3213469"/>
            <a:ext cx="774204" cy="1094864"/>
          </a:xfrm>
          <a:custGeom>
            <a:avLst/>
            <a:gdLst>
              <a:gd name="T0" fmla="*/ 0 w 453"/>
              <a:gd name="T1" fmla="*/ 0 h 641"/>
              <a:gd name="T2" fmla="*/ 26 w 453"/>
              <a:gd name="T3" fmla="*/ 2 h 641"/>
              <a:gd name="T4" fmla="*/ 433 w 453"/>
              <a:gd name="T5" fmla="*/ 170 h 641"/>
              <a:gd name="T6" fmla="*/ 453 w 453"/>
              <a:gd name="T7" fmla="*/ 188 h 641"/>
              <a:gd name="T8" fmla="*/ 0 w 453"/>
              <a:gd name="T9" fmla="*/ 641 h 641"/>
              <a:gd name="T10" fmla="*/ 0 w 453"/>
              <a:gd name="T11" fmla="*/ 0 h 641"/>
            </a:gdLst>
            <a:ahLst/>
            <a:cxnLst>
              <a:cxn ang="0">
                <a:pos x="T0" y="T1"/>
              </a:cxn>
              <a:cxn ang="0">
                <a:pos x="T2" y="T3"/>
              </a:cxn>
              <a:cxn ang="0">
                <a:pos x="T4" y="T5"/>
              </a:cxn>
              <a:cxn ang="0">
                <a:pos x="T6" y="T7"/>
              </a:cxn>
              <a:cxn ang="0">
                <a:pos x="T8" y="T9"/>
              </a:cxn>
              <a:cxn ang="0">
                <a:pos x="T10" y="T11"/>
              </a:cxn>
            </a:cxnLst>
            <a:rect l="0" t="0" r="r" b="b"/>
            <a:pathLst>
              <a:path w="453" h="641">
                <a:moveTo>
                  <a:pt x="0" y="0"/>
                </a:moveTo>
                <a:cubicBezTo>
                  <a:pt x="26" y="2"/>
                  <a:pt x="26" y="2"/>
                  <a:pt x="26" y="2"/>
                </a:cubicBezTo>
                <a:cubicBezTo>
                  <a:pt x="178" y="13"/>
                  <a:pt x="318" y="71"/>
                  <a:pt x="433" y="170"/>
                </a:cubicBezTo>
                <a:cubicBezTo>
                  <a:pt x="453" y="188"/>
                  <a:pt x="453" y="188"/>
                  <a:pt x="453" y="188"/>
                </a:cubicBezTo>
                <a:cubicBezTo>
                  <a:pt x="0" y="641"/>
                  <a:pt x="0" y="641"/>
                  <a:pt x="0" y="641"/>
                </a:cubicBezTo>
                <a:lnTo>
                  <a:pt x="0" y="0"/>
                </a:lnTo>
                <a:close/>
              </a:path>
            </a:pathLst>
          </a:custGeom>
          <a:solidFill>
            <a:srgbClr val="ED91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Freeform 8"/>
          <p:cNvSpPr>
            <a:spLocks/>
          </p:cNvSpPr>
          <p:nvPr/>
        </p:nvSpPr>
        <p:spPr bwMode="auto">
          <a:xfrm>
            <a:off x="5274130" y="3213469"/>
            <a:ext cx="774204" cy="1094864"/>
          </a:xfrm>
          <a:custGeom>
            <a:avLst/>
            <a:gdLst>
              <a:gd name="T0" fmla="*/ 0 w 453"/>
              <a:gd name="T1" fmla="*/ 188 h 641"/>
              <a:gd name="T2" fmla="*/ 20 w 453"/>
              <a:gd name="T3" fmla="*/ 170 h 641"/>
              <a:gd name="T4" fmla="*/ 427 w 453"/>
              <a:gd name="T5" fmla="*/ 2 h 641"/>
              <a:gd name="T6" fmla="*/ 453 w 453"/>
              <a:gd name="T7" fmla="*/ 0 h 641"/>
              <a:gd name="T8" fmla="*/ 453 w 453"/>
              <a:gd name="T9" fmla="*/ 641 h 641"/>
              <a:gd name="T10" fmla="*/ 0 w 453"/>
              <a:gd name="T11" fmla="*/ 188 h 641"/>
            </a:gdLst>
            <a:ahLst/>
            <a:cxnLst>
              <a:cxn ang="0">
                <a:pos x="T0" y="T1"/>
              </a:cxn>
              <a:cxn ang="0">
                <a:pos x="T2" y="T3"/>
              </a:cxn>
              <a:cxn ang="0">
                <a:pos x="T4" y="T5"/>
              </a:cxn>
              <a:cxn ang="0">
                <a:pos x="T6" y="T7"/>
              </a:cxn>
              <a:cxn ang="0">
                <a:pos x="T8" y="T9"/>
              </a:cxn>
              <a:cxn ang="0">
                <a:pos x="T10" y="T11"/>
              </a:cxn>
            </a:cxnLst>
            <a:rect l="0" t="0" r="r" b="b"/>
            <a:pathLst>
              <a:path w="453" h="641">
                <a:moveTo>
                  <a:pt x="0" y="188"/>
                </a:moveTo>
                <a:cubicBezTo>
                  <a:pt x="20" y="170"/>
                  <a:pt x="20" y="170"/>
                  <a:pt x="20" y="170"/>
                </a:cubicBezTo>
                <a:cubicBezTo>
                  <a:pt x="135" y="71"/>
                  <a:pt x="276" y="13"/>
                  <a:pt x="427" y="2"/>
                </a:cubicBezTo>
                <a:cubicBezTo>
                  <a:pt x="453" y="0"/>
                  <a:pt x="453" y="0"/>
                  <a:pt x="453" y="0"/>
                </a:cubicBezTo>
                <a:cubicBezTo>
                  <a:pt x="453" y="641"/>
                  <a:pt x="453" y="641"/>
                  <a:pt x="453" y="641"/>
                </a:cubicBezTo>
                <a:lnTo>
                  <a:pt x="0" y="188"/>
                </a:lnTo>
                <a:close/>
              </a:path>
            </a:pathLst>
          </a:custGeom>
          <a:solidFill>
            <a:srgbClr val="6E97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9"/>
          <p:cNvSpPr>
            <a:spLocks/>
          </p:cNvSpPr>
          <p:nvPr/>
        </p:nvSpPr>
        <p:spPr bwMode="auto">
          <a:xfrm>
            <a:off x="4887028" y="3600571"/>
            <a:ext cx="1094864" cy="774204"/>
          </a:xfrm>
          <a:custGeom>
            <a:avLst/>
            <a:gdLst>
              <a:gd name="T0" fmla="*/ 0 w 641"/>
              <a:gd name="T1" fmla="*/ 453 h 453"/>
              <a:gd name="T2" fmla="*/ 2 w 641"/>
              <a:gd name="T3" fmla="*/ 427 h 453"/>
              <a:gd name="T4" fmla="*/ 170 w 641"/>
              <a:gd name="T5" fmla="*/ 20 h 453"/>
              <a:gd name="T6" fmla="*/ 188 w 641"/>
              <a:gd name="T7" fmla="*/ 0 h 453"/>
              <a:gd name="T8" fmla="*/ 641 w 641"/>
              <a:gd name="T9" fmla="*/ 453 h 453"/>
              <a:gd name="T10" fmla="*/ 0 w 641"/>
              <a:gd name="T11" fmla="*/ 453 h 453"/>
            </a:gdLst>
            <a:ahLst/>
            <a:cxnLst>
              <a:cxn ang="0">
                <a:pos x="T0" y="T1"/>
              </a:cxn>
              <a:cxn ang="0">
                <a:pos x="T2" y="T3"/>
              </a:cxn>
              <a:cxn ang="0">
                <a:pos x="T4" y="T5"/>
              </a:cxn>
              <a:cxn ang="0">
                <a:pos x="T6" y="T7"/>
              </a:cxn>
              <a:cxn ang="0">
                <a:pos x="T8" y="T9"/>
              </a:cxn>
              <a:cxn ang="0">
                <a:pos x="T10" y="T11"/>
              </a:cxn>
            </a:cxnLst>
            <a:rect l="0" t="0" r="r" b="b"/>
            <a:pathLst>
              <a:path w="641" h="453">
                <a:moveTo>
                  <a:pt x="0" y="453"/>
                </a:moveTo>
                <a:cubicBezTo>
                  <a:pt x="2" y="427"/>
                  <a:pt x="2" y="427"/>
                  <a:pt x="2" y="427"/>
                </a:cubicBezTo>
                <a:cubicBezTo>
                  <a:pt x="13" y="276"/>
                  <a:pt x="72" y="135"/>
                  <a:pt x="170" y="20"/>
                </a:cubicBezTo>
                <a:cubicBezTo>
                  <a:pt x="188" y="0"/>
                  <a:pt x="188" y="0"/>
                  <a:pt x="188" y="0"/>
                </a:cubicBezTo>
                <a:cubicBezTo>
                  <a:pt x="641" y="453"/>
                  <a:pt x="641" y="453"/>
                  <a:pt x="641" y="453"/>
                </a:cubicBezTo>
                <a:lnTo>
                  <a:pt x="0" y="453"/>
                </a:lnTo>
                <a:close/>
              </a:path>
            </a:pathLst>
          </a:custGeom>
          <a:solidFill>
            <a:srgbClr val="2C86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10"/>
          <p:cNvSpPr>
            <a:spLocks/>
          </p:cNvSpPr>
          <p:nvPr/>
        </p:nvSpPr>
        <p:spPr bwMode="auto">
          <a:xfrm>
            <a:off x="4887028" y="4470106"/>
            <a:ext cx="1094864" cy="774204"/>
          </a:xfrm>
          <a:custGeom>
            <a:avLst/>
            <a:gdLst>
              <a:gd name="T0" fmla="*/ 170 w 641"/>
              <a:gd name="T1" fmla="*/ 433 h 453"/>
              <a:gd name="T2" fmla="*/ 2 w 641"/>
              <a:gd name="T3" fmla="*/ 26 h 453"/>
              <a:gd name="T4" fmla="*/ 0 w 641"/>
              <a:gd name="T5" fmla="*/ 0 h 453"/>
              <a:gd name="T6" fmla="*/ 641 w 641"/>
              <a:gd name="T7" fmla="*/ 0 h 453"/>
              <a:gd name="T8" fmla="*/ 188 w 641"/>
              <a:gd name="T9" fmla="*/ 453 h 453"/>
              <a:gd name="T10" fmla="*/ 170 w 641"/>
              <a:gd name="T11" fmla="*/ 433 h 453"/>
            </a:gdLst>
            <a:ahLst/>
            <a:cxnLst>
              <a:cxn ang="0">
                <a:pos x="T0" y="T1"/>
              </a:cxn>
              <a:cxn ang="0">
                <a:pos x="T2" y="T3"/>
              </a:cxn>
              <a:cxn ang="0">
                <a:pos x="T4" y="T5"/>
              </a:cxn>
              <a:cxn ang="0">
                <a:pos x="T6" y="T7"/>
              </a:cxn>
              <a:cxn ang="0">
                <a:pos x="T8" y="T9"/>
              </a:cxn>
              <a:cxn ang="0">
                <a:pos x="T10" y="T11"/>
              </a:cxn>
            </a:cxnLst>
            <a:rect l="0" t="0" r="r" b="b"/>
            <a:pathLst>
              <a:path w="641" h="453">
                <a:moveTo>
                  <a:pt x="170" y="433"/>
                </a:moveTo>
                <a:cubicBezTo>
                  <a:pt x="72" y="318"/>
                  <a:pt x="13" y="177"/>
                  <a:pt x="2" y="26"/>
                </a:cubicBezTo>
                <a:cubicBezTo>
                  <a:pt x="0" y="0"/>
                  <a:pt x="0" y="0"/>
                  <a:pt x="0" y="0"/>
                </a:cubicBezTo>
                <a:cubicBezTo>
                  <a:pt x="641" y="0"/>
                  <a:pt x="641" y="0"/>
                  <a:pt x="641" y="0"/>
                </a:cubicBezTo>
                <a:cubicBezTo>
                  <a:pt x="188" y="453"/>
                  <a:pt x="188" y="453"/>
                  <a:pt x="188" y="453"/>
                </a:cubicBezTo>
                <a:lnTo>
                  <a:pt x="170" y="433"/>
                </a:lnTo>
                <a:close/>
              </a:path>
            </a:pathLst>
          </a:custGeom>
          <a:solidFill>
            <a:srgbClr val="477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11"/>
          <p:cNvSpPr>
            <a:spLocks/>
          </p:cNvSpPr>
          <p:nvPr/>
        </p:nvSpPr>
        <p:spPr bwMode="auto">
          <a:xfrm>
            <a:off x="4533147" y="5314364"/>
            <a:ext cx="674540" cy="672374"/>
          </a:xfrm>
          <a:custGeom>
            <a:avLst/>
            <a:gdLst>
              <a:gd name="T0" fmla="*/ 0 w 934"/>
              <a:gd name="T1" fmla="*/ 863 h 931"/>
              <a:gd name="T2" fmla="*/ 868 w 934"/>
              <a:gd name="T3" fmla="*/ 0 h 931"/>
              <a:gd name="T4" fmla="*/ 934 w 934"/>
              <a:gd name="T5" fmla="*/ 68 h 931"/>
              <a:gd name="T6" fmla="*/ 69 w 934"/>
              <a:gd name="T7" fmla="*/ 931 h 931"/>
              <a:gd name="T8" fmla="*/ 0 w 934"/>
              <a:gd name="T9" fmla="*/ 863 h 931"/>
            </a:gdLst>
            <a:ahLst/>
            <a:cxnLst>
              <a:cxn ang="0">
                <a:pos x="T0" y="T1"/>
              </a:cxn>
              <a:cxn ang="0">
                <a:pos x="T2" y="T3"/>
              </a:cxn>
              <a:cxn ang="0">
                <a:pos x="T4" y="T5"/>
              </a:cxn>
              <a:cxn ang="0">
                <a:pos x="T6" y="T7"/>
              </a:cxn>
              <a:cxn ang="0">
                <a:pos x="T8" y="T9"/>
              </a:cxn>
            </a:cxnLst>
            <a:rect l="0" t="0" r="r" b="b"/>
            <a:pathLst>
              <a:path w="934" h="931">
                <a:moveTo>
                  <a:pt x="0" y="863"/>
                </a:moveTo>
                <a:lnTo>
                  <a:pt x="868" y="0"/>
                </a:lnTo>
                <a:lnTo>
                  <a:pt x="934" y="68"/>
                </a:lnTo>
                <a:lnTo>
                  <a:pt x="69" y="931"/>
                </a:lnTo>
                <a:lnTo>
                  <a:pt x="0" y="863"/>
                </a:lnTo>
                <a:close/>
              </a:path>
            </a:pathLst>
          </a:custGeom>
          <a:solidFill>
            <a:srgbClr val="477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12"/>
          <p:cNvSpPr>
            <a:spLocks/>
          </p:cNvSpPr>
          <p:nvPr/>
        </p:nvSpPr>
        <p:spPr bwMode="auto">
          <a:xfrm>
            <a:off x="3779887" y="4394997"/>
            <a:ext cx="1032032" cy="1586686"/>
          </a:xfrm>
          <a:custGeom>
            <a:avLst/>
            <a:gdLst>
              <a:gd name="T0" fmla="*/ 342 w 604"/>
              <a:gd name="T1" fmla="*/ 929 h 929"/>
              <a:gd name="T2" fmla="*/ 21 w 604"/>
              <a:gd name="T3" fmla="*/ 285 h 929"/>
              <a:gd name="T4" fmla="*/ 47 w 604"/>
              <a:gd name="T5" fmla="*/ 64 h 929"/>
              <a:gd name="T6" fmla="*/ 228 w 604"/>
              <a:gd name="T7" fmla="*/ 0 h 929"/>
              <a:gd name="T8" fmla="*/ 353 w 604"/>
              <a:gd name="T9" fmla="*/ 0 h 929"/>
              <a:gd name="T10" fmla="*/ 604 w 604"/>
              <a:gd name="T11" fmla="*/ 1 h 929"/>
              <a:gd name="T12" fmla="*/ 604 w 604"/>
              <a:gd name="T13" fmla="*/ 41 h 929"/>
              <a:gd name="T14" fmla="*/ 354 w 604"/>
              <a:gd name="T15" fmla="*/ 41 h 929"/>
              <a:gd name="T16" fmla="*/ 228 w 604"/>
              <a:gd name="T17" fmla="*/ 41 h 929"/>
              <a:gd name="T18" fmla="*/ 78 w 604"/>
              <a:gd name="T19" fmla="*/ 90 h 929"/>
              <a:gd name="T20" fmla="*/ 61 w 604"/>
              <a:gd name="T21" fmla="*/ 277 h 929"/>
              <a:gd name="T22" fmla="*/ 370 w 604"/>
              <a:gd name="T23" fmla="*/ 900 h 929"/>
              <a:gd name="T24" fmla="*/ 342 w 604"/>
              <a:gd name="T25" fmla="*/ 929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4" h="929">
                <a:moveTo>
                  <a:pt x="342" y="929"/>
                </a:moveTo>
                <a:cubicBezTo>
                  <a:pt x="313" y="899"/>
                  <a:pt x="98" y="669"/>
                  <a:pt x="21" y="285"/>
                </a:cubicBezTo>
                <a:cubicBezTo>
                  <a:pt x="0" y="184"/>
                  <a:pt x="8" y="112"/>
                  <a:pt x="47" y="64"/>
                </a:cubicBezTo>
                <a:cubicBezTo>
                  <a:pt x="92" y="9"/>
                  <a:pt x="167" y="1"/>
                  <a:pt x="228" y="0"/>
                </a:cubicBezTo>
                <a:cubicBezTo>
                  <a:pt x="259" y="0"/>
                  <a:pt x="305" y="0"/>
                  <a:pt x="353" y="0"/>
                </a:cubicBezTo>
                <a:cubicBezTo>
                  <a:pt x="459" y="0"/>
                  <a:pt x="580" y="1"/>
                  <a:pt x="604" y="1"/>
                </a:cubicBezTo>
                <a:cubicBezTo>
                  <a:pt x="604" y="41"/>
                  <a:pt x="604" y="41"/>
                  <a:pt x="604" y="41"/>
                </a:cubicBezTo>
                <a:cubicBezTo>
                  <a:pt x="580" y="41"/>
                  <a:pt x="459" y="41"/>
                  <a:pt x="354" y="41"/>
                </a:cubicBezTo>
                <a:cubicBezTo>
                  <a:pt x="305" y="41"/>
                  <a:pt x="259" y="41"/>
                  <a:pt x="228" y="41"/>
                </a:cubicBezTo>
                <a:cubicBezTo>
                  <a:pt x="176" y="41"/>
                  <a:pt x="113" y="47"/>
                  <a:pt x="78" y="90"/>
                </a:cubicBezTo>
                <a:cubicBezTo>
                  <a:pt x="48" y="127"/>
                  <a:pt x="42" y="190"/>
                  <a:pt x="61" y="277"/>
                </a:cubicBezTo>
                <a:cubicBezTo>
                  <a:pt x="134" y="644"/>
                  <a:pt x="343" y="872"/>
                  <a:pt x="370" y="900"/>
                </a:cubicBezTo>
                <a:lnTo>
                  <a:pt x="342" y="929"/>
                </a:lnTo>
                <a:close/>
              </a:path>
            </a:pathLst>
          </a:custGeom>
          <a:solidFill>
            <a:srgbClr val="477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3"/>
          <p:cNvSpPr>
            <a:spLocks/>
          </p:cNvSpPr>
          <p:nvPr/>
        </p:nvSpPr>
        <p:spPr bwMode="auto">
          <a:xfrm>
            <a:off x="3774831" y="2900754"/>
            <a:ext cx="1436467" cy="1400357"/>
          </a:xfrm>
          <a:custGeom>
            <a:avLst/>
            <a:gdLst>
              <a:gd name="T0" fmla="*/ 0 w 841"/>
              <a:gd name="T1" fmla="*/ 820 h 820"/>
              <a:gd name="T2" fmla="*/ 228 w 841"/>
              <a:gd name="T3" fmla="*/ 138 h 820"/>
              <a:gd name="T4" fmla="*/ 402 w 841"/>
              <a:gd name="T5" fmla="*/ 1 h 820"/>
              <a:gd name="T6" fmla="*/ 417 w 841"/>
              <a:gd name="T7" fmla="*/ 0 h 820"/>
              <a:gd name="T8" fmla="*/ 576 w 841"/>
              <a:gd name="T9" fmla="*/ 84 h 820"/>
              <a:gd name="T10" fmla="*/ 841 w 841"/>
              <a:gd name="T11" fmla="*/ 350 h 820"/>
              <a:gd name="T12" fmla="*/ 813 w 841"/>
              <a:gd name="T13" fmla="*/ 378 h 820"/>
              <a:gd name="T14" fmla="*/ 547 w 841"/>
              <a:gd name="T15" fmla="*/ 113 h 820"/>
              <a:gd name="T16" fmla="*/ 417 w 841"/>
              <a:gd name="T17" fmla="*/ 40 h 820"/>
              <a:gd name="T18" fmla="*/ 407 w 841"/>
              <a:gd name="T19" fmla="*/ 41 h 820"/>
              <a:gd name="T20" fmla="*/ 262 w 841"/>
              <a:gd name="T21" fmla="*/ 161 h 820"/>
              <a:gd name="T22" fmla="*/ 40 w 841"/>
              <a:gd name="T23" fmla="*/ 820 h 820"/>
              <a:gd name="T24" fmla="*/ 0 w 841"/>
              <a:gd name="T25" fmla="*/ 820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41" h="820">
                <a:moveTo>
                  <a:pt x="0" y="820"/>
                </a:moveTo>
                <a:cubicBezTo>
                  <a:pt x="0" y="779"/>
                  <a:pt x="11" y="464"/>
                  <a:pt x="228" y="138"/>
                </a:cubicBezTo>
                <a:cubicBezTo>
                  <a:pt x="284" y="52"/>
                  <a:pt x="341" y="7"/>
                  <a:pt x="402" y="1"/>
                </a:cubicBezTo>
                <a:cubicBezTo>
                  <a:pt x="407" y="0"/>
                  <a:pt x="412" y="0"/>
                  <a:pt x="417" y="0"/>
                </a:cubicBezTo>
                <a:cubicBezTo>
                  <a:pt x="482" y="0"/>
                  <a:pt x="536" y="45"/>
                  <a:pt x="576" y="84"/>
                </a:cubicBezTo>
                <a:cubicBezTo>
                  <a:pt x="644" y="151"/>
                  <a:pt x="813" y="321"/>
                  <a:pt x="841" y="350"/>
                </a:cubicBezTo>
                <a:cubicBezTo>
                  <a:pt x="813" y="378"/>
                  <a:pt x="813" y="378"/>
                  <a:pt x="813" y="378"/>
                </a:cubicBezTo>
                <a:cubicBezTo>
                  <a:pt x="784" y="350"/>
                  <a:pt x="616" y="180"/>
                  <a:pt x="547" y="113"/>
                </a:cubicBezTo>
                <a:cubicBezTo>
                  <a:pt x="513" y="79"/>
                  <a:pt x="467" y="40"/>
                  <a:pt x="417" y="40"/>
                </a:cubicBezTo>
                <a:cubicBezTo>
                  <a:pt x="414" y="40"/>
                  <a:pt x="410" y="41"/>
                  <a:pt x="407" y="41"/>
                </a:cubicBezTo>
                <a:cubicBezTo>
                  <a:pt x="359" y="46"/>
                  <a:pt x="310" y="86"/>
                  <a:pt x="262" y="161"/>
                </a:cubicBezTo>
                <a:cubicBezTo>
                  <a:pt x="54" y="473"/>
                  <a:pt x="41" y="781"/>
                  <a:pt x="40" y="820"/>
                </a:cubicBezTo>
                <a:lnTo>
                  <a:pt x="0" y="820"/>
                </a:lnTo>
                <a:close/>
              </a:path>
            </a:pathLst>
          </a:custGeom>
          <a:solidFill>
            <a:srgbClr val="2C86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14"/>
          <p:cNvSpPr>
            <a:spLocks/>
          </p:cNvSpPr>
          <p:nvPr/>
        </p:nvSpPr>
        <p:spPr bwMode="auto">
          <a:xfrm>
            <a:off x="4545425" y="2130161"/>
            <a:ext cx="1586686" cy="1014699"/>
          </a:xfrm>
          <a:custGeom>
            <a:avLst/>
            <a:gdLst>
              <a:gd name="T0" fmla="*/ 888 w 929"/>
              <a:gd name="T1" fmla="*/ 594 h 594"/>
              <a:gd name="T2" fmla="*/ 888 w 929"/>
              <a:gd name="T3" fmla="*/ 219 h 594"/>
              <a:gd name="T4" fmla="*/ 839 w 929"/>
              <a:gd name="T5" fmla="*/ 69 h 594"/>
              <a:gd name="T6" fmla="*/ 740 w 929"/>
              <a:gd name="T7" fmla="*/ 41 h 594"/>
              <a:gd name="T8" fmla="*/ 652 w 929"/>
              <a:gd name="T9" fmla="*/ 51 h 594"/>
              <a:gd name="T10" fmla="*/ 29 w 929"/>
              <a:gd name="T11" fmla="*/ 361 h 594"/>
              <a:gd name="T12" fmla="*/ 0 w 929"/>
              <a:gd name="T13" fmla="*/ 332 h 594"/>
              <a:gd name="T14" fmla="*/ 644 w 929"/>
              <a:gd name="T15" fmla="*/ 11 h 594"/>
              <a:gd name="T16" fmla="*/ 741 w 929"/>
              <a:gd name="T17" fmla="*/ 0 h 594"/>
              <a:gd name="T18" fmla="*/ 864 w 929"/>
              <a:gd name="T19" fmla="*/ 37 h 594"/>
              <a:gd name="T20" fmla="*/ 928 w 929"/>
              <a:gd name="T21" fmla="*/ 219 h 594"/>
              <a:gd name="T22" fmla="*/ 928 w 929"/>
              <a:gd name="T23" fmla="*/ 594 h 594"/>
              <a:gd name="T24" fmla="*/ 888 w 929"/>
              <a:gd name="T25" fmla="*/ 594 h 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29" h="594">
                <a:moveTo>
                  <a:pt x="888" y="594"/>
                </a:moveTo>
                <a:cubicBezTo>
                  <a:pt x="888" y="542"/>
                  <a:pt x="888" y="313"/>
                  <a:pt x="888" y="219"/>
                </a:cubicBezTo>
                <a:cubicBezTo>
                  <a:pt x="887" y="167"/>
                  <a:pt x="881" y="103"/>
                  <a:pt x="839" y="69"/>
                </a:cubicBezTo>
                <a:cubicBezTo>
                  <a:pt x="816" y="50"/>
                  <a:pt x="783" y="41"/>
                  <a:pt x="740" y="41"/>
                </a:cubicBezTo>
                <a:cubicBezTo>
                  <a:pt x="714" y="41"/>
                  <a:pt x="685" y="44"/>
                  <a:pt x="652" y="51"/>
                </a:cubicBezTo>
                <a:cubicBezTo>
                  <a:pt x="285" y="125"/>
                  <a:pt x="57" y="334"/>
                  <a:pt x="29" y="361"/>
                </a:cubicBezTo>
                <a:cubicBezTo>
                  <a:pt x="0" y="332"/>
                  <a:pt x="0" y="332"/>
                  <a:pt x="0" y="332"/>
                </a:cubicBezTo>
                <a:cubicBezTo>
                  <a:pt x="29" y="304"/>
                  <a:pt x="260" y="88"/>
                  <a:pt x="644" y="11"/>
                </a:cubicBezTo>
                <a:cubicBezTo>
                  <a:pt x="679" y="4"/>
                  <a:pt x="712" y="0"/>
                  <a:pt x="741" y="0"/>
                </a:cubicBezTo>
                <a:cubicBezTo>
                  <a:pt x="793" y="0"/>
                  <a:pt x="833" y="12"/>
                  <a:pt x="864" y="37"/>
                </a:cubicBezTo>
                <a:cubicBezTo>
                  <a:pt x="920" y="82"/>
                  <a:pt x="928" y="158"/>
                  <a:pt x="928" y="219"/>
                </a:cubicBezTo>
                <a:cubicBezTo>
                  <a:pt x="929" y="313"/>
                  <a:pt x="928" y="542"/>
                  <a:pt x="928" y="594"/>
                </a:cubicBezTo>
                <a:lnTo>
                  <a:pt x="888" y="594"/>
                </a:lnTo>
                <a:close/>
              </a:path>
            </a:pathLst>
          </a:custGeom>
          <a:solidFill>
            <a:srgbClr val="6E97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5"/>
          <p:cNvSpPr>
            <a:spLocks/>
          </p:cNvSpPr>
          <p:nvPr/>
        </p:nvSpPr>
        <p:spPr bwMode="auto">
          <a:xfrm>
            <a:off x="6223830" y="2107772"/>
            <a:ext cx="1414801" cy="1438633"/>
          </a:xfrm>
          <a:custGeom>
            <a:avLst/>
            <a:gdLst>
              <a:gd name="T0" fmla="*/ 443 w 828"/>
              <a:gd name="T1" fmla="*/ 813 h 842"/>
              <a:gd name="T2" fmla="*/ 443 w 828"/>
              <a:gd name="T3" fmla="*/ 813 h 842"/>
              <a:gd name="T4" fmla="*/ 708 w 828"/>
              <a:gd name="T5" fmla="*/ 548 h 842"/>
              <a:gd name="T6" fmla="*/ 780 w 828"/>
              <a:gd name="T7" fmla="*/ 407 h 842"/>
              <a:gd name="T8" fmla="*/ 660 w 828"/>
              <a:gd name="T9" fmla="*/ 262 h 842"/>
              <a:gd name="T10" fmla="*/ 0 w 828"/>
              <a:gd name="T11" fmla="*/ 41 h 842"/>
              <a:gd name="T12" fmla="*/ 0 w 828"/>
              <a:gd name="T13" fmla="*/ 0 h 842"/>
              <a:gd name="T14" fmla="*/ 682 w 828"/>
              <a:gd name="T15" fmla="*/ 229 h 842"/>
              <a:gd name="T16" fmla="*/ 820 w 828"/>
              <a:gd name="T17" fmla="*/ 403 h 842"/>
              <a:gd name="T18" fmla="*/ 737 w 828"/>
              <a:gd name="T19" fmla="*/ 576 h 842"/>
              <a:gd name="T20" fmla="*/ 471 w 828"/>
              <a:gd name="T21" fmla="*/ 842 h 842"/>
              <a:gd name="T22" fmla="*/ 443 w 828"/>
              <a:gd name="T23" fmla="*/ 813 h 8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28" h="842">
                <a:moveTo>
                  <a:pt x="443" y="813"/>
                </a:moveTo>
                <a:cubicBezTo>
                  <a:pt x="443" y="813"/>
                  <a:pt x="443" y="813"/>
                  <a:pt x="443" y="813"/>
                </a:cubicBezTo>
                <a:cubicBezTo>
                  <a:pt x="502" y="754"/>
                  <a:pt x="646" y="611"/>
                  <a:pt x="708" y="548"/>
                </a:cubicBezTo>
                <a:cubicBezTo>
                  <a:pt x="744" y="511"/>
                  <a:pt x="786" y="461"/>
                  <a:pt x="780" y="407"/>
                </a:cubicBezTo>
                <a:cubicBezTo>
                  <a:pt x="775" y="360"/>
                  <a:pt x="734" y="311"/>
                  <a:pt x="660" y="262"/>
                </a:cubicBezTo>
                <a:cubicBezTo>
                  <a:pt x="346" y="54"/>
                  <a:pt x="40" y="41"/>
                  <a:pt x="0" y="41"/>
                </a:cubicBezTo>
                <a:cubicBezTo>
                  <a:pt x="0" y="0"/>
                  <a:pt x="0" y="0"/>
                  <a:pt x="0" y="0"/>
                </a:cubicBezTo>
                <a:cubicBezTo>
                  <a:pt x="37" y="1"/>
                  <a:pt x="357" y="12"/>
                  <a:pt x="682" y="229"/>
                </a:cubicBezTo>
                <a:cubicBezTo>
                  <a:pt x="768" y="285"/>
                  <a:pt x="813" y="342"/>
                  <a:pt x="820" y="403"/>
                </a:cubicBezTo>
                <a:cubicBezTo>
                  <a:pt x="828" y="474"/>
                  <a:pt x="780" y="533"/>
                  <a:pt x="737" y="576"/>
                </a:cubicBezTo>
                <a:cubicBezTo>
                  <a:pt x="669" y="645"/>
                  <a:pt x="500" y="814"/>
                  <a:pt x="471" y="842"/>
                </a:cubicBezTo>
                <a:lnTo>
                  <a:pt x="443" y="813"/>
                </a:lnTo>
                <a:close/>
              </a:path>
            </a:pathLst>
          </a:custGeom>
          <a:solidFill>
            <a:srgbClr val="ED91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6"/>
          <p:cNvSpPr>
            <a:spLocks/>
          </p:cNvSpPr>
          <p:nvPr/>
        </p:nvSpPr>
        <p:spPr bwMode="auto">
          <a:xfrm>
            <a:off x="7380082" y="2879810"/>
            <a:ext cx="1032032" cy="1585241"/>
          </a:xfrm>
          <a:custGeom>
            <a:avLst/>
            <a:gdLst>
              <a:gd name="T0" fmla="*/ 251 w 604"/>
              <a:gd name="T1" fmla="*/ 928 h 928"/>
              <a:gd name="T2" fmla="*/ 0 w 604"/>
              <a:gd name="T3" fmla="*/ 928 h 928"/>
              <a:gd name="T4" fmla="*/ 0 w 604"/>
              <a:gd name="T5" fmla="*/ 887 h 928"/>
              <a:gd name="T6" fmla="*/ 250 w 604"/>
              <a:gd name="T7" fmla="*/ 888 h 928"/>
              <a:gd name="T8" fmla="*/ 376 w 604"/>
              <a:gd name="T9" fmla="*/ 887 h 928"/>
              <a:gd name="T10" fmla="*/ 526 w 604"/>
              <a:gd name="T11" fmla="*/ 839 h 928"/>
              <a:gd name="T12" fmla="*/ 544 w 604"/>
              <a:gd name="T13" fmla="*/ 651 h 928"/>
              <a:gd name="T14" fmla="*/ 234 w 604"/>
              <a:gd name="T15" fmla="*/ 28 h 928"/>
              <a:gd name="T16" fmla="*/ 262 w 604"/>
              <a:gd name="T17" fmla="*/ 0 h 928"/>
              <a:gd name="T18" fmla="*/ 583 w 604"/>
              <a:gd name="T19" fmla="*/ 643 h 928"/>
              <a:gd name="T20" fmla="*/ 557 w 604"/>
              <a:gd name="T21" fmla="*/ 864 h 928"/>
              <a:gd name="T22" fmla="*/ 376 w 604"/>
              <a:gd name="T23" fmla="*/ 928 h 928"/>
              <a:gd name="T24" fmla="*/ 251 w 604"/>
              <a:gd name="T25" fmla="*/ 928 h 9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4" h="928">
                <a:moveTo>
                  <a:pt x="251" y="928"/>
                </a:moveTo>
                <a:cubicBezTo>
                  <a:pt x="145" y="928"/>
                  <a:pt x="24" y="928"/>
                  <a:pt x="0" y="928"/>
                </a:cubicBezTo>
                <a:cubicBezTo>
                  <a:pt x="0" y="887"/>
                  <a:pt x="0" y="887"/>
                  <a:pt x="0" y="887"/>
                </a:cubicBezTo>
                <a:cubicBezTo>
                  <a:pt x="24" y="887"/>
                  <a:pt x="145" y="888"/>
                  <a:pt x="250" y="888"/>
                </a:cubicBezTo>
                <a:cubicBezTo>
                  <a:pt x="299" y="888"/>
                  <a:pt x="345" y="888"/>
                  <a:pt x="376" y="887"/>
                </a:cubicBezTo>
                <a:cubicBezTo>
                  <a:pt x="428" y="887"/>
                  <a:pt x="492" y="881"/>
                  <a:pt x="526" y="839"/>
                </a:cubicBezTo>
                <a:cubicBezTo>
                  <a:pt x="556" y="801"/>
                  <a:pt x="562" y="738"/>
                  <a:pt x="544" y="651"/>
                </a:cubicBezTo>
                <a:cubicBezTo>
                  <a:pt x="470" y="284"/>
                  <a:pt x="261" y="56"/>
                  <a:pt x="234" y="28"/>
                </a:cubicBezTo>
                <a:cubicBezTo>
                  <a:pt x="262" y="0"/>
                  <a:pt x="262" y="0"/>
                  <a:pt x="262" y="0"/>
                </a:cubicBezTo>
                <a:cubicBezTo>
                  <a:pt x="291" y="29"/>
                  <a:pt x="506" y="259"/>
                  <a:pt x="583" y="643"/>
                </a:cubicBezTo>
                <a:cubicBezTo>
                  <a:pt x="604" y="744"/>
                  <a:pt x="596" y="816"/>
                  <a:pt x="557" y="864"/>
                </a:cubicBezTo>
                <a:cubicBezTo>
                  <a:pt x="512" y="920"/>
                  <a:pt x="437" y="927"/>
                  <a:pt x="376" y="928"/>
                </a:cubicBezTo>
                <a:cubicBezTo>
                  <a:pt x="345" y="928"/>
                  <a:pt x="300" y="928"/>
                  <a:pt x="251" y="928"/>
                </a:cubicBezTo>
                <a:close/>
              </a:path>
            </a:pathLst>
          </a:custGeom>
          <a:solidFill>
            <a:srgbClr val="E66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7"/>
          <p:cNvSpPr>
            <a:spLocks/>
          </p:cNvSpPr>
          <p:nvPr/>
        </p:nvSpPr>
        <p:spPr bwMode="auto">
          <a:xfrm>
            <a:off x="6980702" y="4558937"/>
            <a:ext cx="1436467" cy="1401079"/>
          </a:xfrm>
          <a:custGeom>
            <a:avLst/>
            <a:gdLst>
              <a:gd name="T0" fmla="*/ 424 w 841"/>
              <a:gd name="T1" fmla="*/ 820 h 820"/>
              <a:gd name="T2" fmla="*/ 265 w 841"/>
              <a:gd name="T3" fmla="*/ 736 h 820"/>
              <a:gd name="T4" fmla="*/ 1 w 841"/>
              <a:gd name="T5" fmla="*/ 472 h 820"/>
              <a:gd name="T6" fmla="*/ 0 w 841"/>
              <a:gd name="T7" fmla="*/ 471 h 820"/>
              <a:gd name="T8" fmla="*/ 29 w 841"/>
              <a:gd name="T9" fmla="*/ 442 h 820"/>
              <a:gd name="T10" fmla="*/ 294 w 841"/>
              <a:gd name="T11" fmla="*/ 708 h 820"/>
              <a:gd name="T12" fmla="*/ 424 w 841"/>
              <a:gd name="T13" fmla="*/ 780 h 820"/>
              <a:gd name="T14" fmla="*/ 424 w 841"/>
              <a:gd name="T15" fmla="*/ 780 h 820"/>
              <a:gd name="T16" fmla="*/ 434 w 841"/>
              <a:gd name="T17" fmla="*/ 779 h 820"/>
              <a:gd name="T18" fmla="*/ 579 w 841"/>
              <a:gd name="T19" fmla="*/ 660 h 820"/>
              <a:gd name="T20" fmla="*/ 801 w 841"/>
              <a:gd name="T21" fmla="*/ 0 h 820"/>
              <a:gd name="T22" fmla="*/ 841 w 841"/>
              <a:gd name="T23" fmla="*/ 0 h 820"/>
              <a:gd name="T24" fmla="*/ 613 w 841"/>
              <a:gd name="T25" fmla="*/ 682 h 820"/>
              <a:gd name="T26" fmla="*/ 439 w 841"/>
              <a:gd name="T27" fmla="*/ 820 h 820"/>
              <a:gd name="T28" fmla="*/ 424 w 841"/>
              <a:gd name="T29" fmla="*/ 820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1" h="820">
                <a:moveTo>
                  <a:pt x="424" y="820"/>
                </a:moveTo>
                <a:cubicBezTo>
                  <a:pt x="359" y="820"/>
                  <a:pt x="305" y="776"/>
                  <a:pt x="265" y="736"/>
                </a:cubicBezTo>
                <a:cubicBezTo>
                  <a:pt x="203" y="675"/>
                  <a:pt x="60" y="531"/>
                  <a:pt x="1" y="472"/>
                </a:cubicBezTo>
                <a:cubicBezTo>
                  <a:pt x="0" y="471"/>
                  <a:pt x="0" y="471"/>
                  <a:pt x="0" y="471"/>
                </a:cubicBezTo>
                <a:cubicBezTo>
                  <a:pt x="29" y="442"/>
                  <a:pt x="29" y="442"/>
                  <a:pt x="29" y="442"/>
                </a:cubicBezTo>
                <a:cubicBezTo>
                  <a:pt x="53" y="466"/>
                  <a:pt x="224" y="638"/>
                  <a:pt x="294" y="708"/>
                </a:cubicBezTo>
                <a:cubicBezTo>
                  <a:pt x="328" y="741"/>
                  <a:pt x="374" y="780"/>
                  <a:pt x="424" y="780"/>
                </a:cubicBezTo>
                <a:cubicBezTo>
                  <a:pt x="424" y="780"/>
                  <a:pt x="424" y="780"/>
                  <a:pt x="424" y="780"/>
                </a:cubicBezTo>
                <a:cubicBezTo>
                  <a:pt x="427" y="780"/>
                  <a:pt x="431" y="780"/>
                  <a:pt x="434" y="779"/>
                </a:cubicBezTo>
                <a:cubicBezTo>
                  <a:pt x="482" y="774"/>
                  <a:pt x="531" y="734"/>
                  <a:pt x="579" y="660"/>
                </a:cubicBezTo>
                <a:cubicBezTo>
                  <a:pt x="787" y="348"/>
                  <a:pt x="800" y="39"/>
                  <a:pt x="801" y="0"/>
                </a:cubicBezTo>
                <a:cubicBezTo>
                  <a:pt x="841" y="0"/>
                  <a:pt x="841" y="0"/>
                  <a:pt x="841" y="0"/>
                </a:cubicBezTo>
                <a:cubicBezTo>
                  <a:pt x="841" y="41"/>
                  <a:pt x="830" y="356"/>
                  <a:pt x="613" y="682"/>
                </a:cubicBezTo>
                <a:cubicBezTo>
                  <a:pt x="557" y="768"/>
                  <a:pt x="500" y="813"/>
                  <a:pt x="439" y="820"/>
                </a:cubicBezTo>
                <a:cubicBezTo>
                  <a:pt x="434" y="820"/>
                  <a:pt x="429" y="820"/>
                  <a:pt x="424" y="820"/>
                </a:cubicBezTo>
                <a:close/>
              </a:path>
            </a:pathLst>
          </a:custGeom>
          <a:solidFill>
            <a:srgbClr val="973F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8"/>
          <p:cNvSpPr>
            <a:spLocks/>
          </p:cNvSpPr>
          <p:nvPr/>
        </p:nvSpPr>
        <p:spPr bwMode="auto">
          <a:xfrm>
            <a:off x="5300129" y="4572660"/>
            <a:ext cx="46221" cy="307660"/>
          </a:xfrm>
          <a:custGeom>
            <a:avLst/>
            <a:gdLst>
              <a:gd name="T0" fmla="*/ 0 w 64"/>
              <a:gd name="T1" fmla="*/ 0 h 426"/>
              <a:gd name="T2" fmla="*/ 0 w 64"/>
              <a:gd name="T3" fmla="*/ 33 h 426"/>
              <a:gd name="T4" fmla="*/ 31 w 64"/>
              <a:gd name="T5" fmla="*/ 33 h 426"/>
              <a:gd name="T6" fmla="*/ 31 w 64"/>
              <a:gd name="T7" fmla="*/ 426 h 426"/>
              <a:gd name="T8" fmla="*/ 64 w 64"/>
              <a:gd name="T9" fmla="*/ 426 h 426"/>
              <a:gd name="T10" fmla="*/ 64 w 64"/>
              <a:gd name="T11" fmla="*/ 0 h 426"/>
              <a:gd name="T12" fmla="*/ 0 w 64"/>
              <a:gd name="T13" fmla="*/ 0 h 426"/>
            </a:gdLst>
            <a:ahLst/>
            <a:cxnLst>
              <a:cxn ang="0">
                <a:pos x="T0" y="T1"/>
              </a:cxn>
              <a:cxn ang="0">
                <a:pos x="T2" y="T3"/>
              </a:cxn>
              <a:cxn ang="0">
                <a:pos x="T4" y="T5"/>
              </a:cxn>
              <a:cxn ang="0">
                <a:pos x="T6" y="T7"/>
              </a:cxn>
              <a:cxn ang="0">
                <a:pos x="T8" y="T9"/>
              </a:cxn>
              <a:cxn ang="0">
                <a:pos x="T10" y="T11"/>
              </a:cxn>
              <a:cxn ang="0">
                <a:pos x="T12" y="T13"/>
              </a:cxn>
            </a:cxnLst>
            <a:rect l="0" t="0" r="r" b="b"/>
            <a:pathLst>
              <a:path w="64" h="426">
                <a:moveTo>
                  <a:pt x="0" y="0"/>
                </a:moveTo>
                <a:lnTo>
                  <a:pt x="0" y="33"/>
                </a:lnTo>
                <a:lnTo>
                  <a:pt x="31" y="33"/>
                </a:lnTo>
                <a:lnTo>
                  <a:pt x="31" y="426"/>
                </a:lnTo>
                <a:lnTo>
                  <a:pt x="64" y="426"/>
                </a:lnTo>
                <a:lnTo>
                  <a:pt x="64"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9"/>
          <p:cNvSpPr>
            <a:spLocks/>
          </p:cNvSpPr>
          <p:nvPr/>
        </p:nvSpPr>
        <p:spPr bwMode="auto">
          <a:xfrm>
            <a:off x="5271241" y="3964563"/>
            <a:ext cx="156719" cy="309104"/>
          </a:xfrm>
          <a:custGeom>
            <a:avLst/>
            <a:gdLst>
              <a:gd name="T0" fmla="*/ 21 w 92"/>
              <a:gd name="T1" fmla="*/ 139 h 181"/>
              <a:gd name="T2" fmla="*/ 52 w 92"/>
              <a:gd name="T3" fmla="*/ 104 h 181"/>
              <a:gd name="T4" fmla="*/ 92 w 92"/>
              <a:gd name="T5" fmla="*/ 46 h 181"/>
              <a:gd name="T6" fmla="*/ 79 w 92"/>
              <a:gd name="T7" fmla="*/ 14 h 181"/>
              <a:gd name="T8" fmla="*/ 47 w 92"/>
              <a:gd name="T9" fmla="*/ 0 h 181"/>
              <a:gd name="T10" fmla="*/ 10 w 92"/>
              <a:gd name="T11" fmla="*/ 18 h 181"/>
              <a:gd name="T12" fmla="*/ 1 w 92"/>
              <a:gd name="T13" fmla="*/ 46 h 181"/>
              <a:gd name="T14" fmla="*/ 1 w 92"/>
              <a:gd name="T15" fmla="*/ 49 h 181"/>
              <a:gd name="T16" fmla="*/ 15 w 92"/>
              <a:gd name="T17" fmla="*/ 49 h 181"/>
              <a:gd name="T18" fmla="*/ 15 w 92"/>
              <a:gd name="T19" fmla="*/ 46 h 181"/>
              <a:gd name="T20" fmla="*/ 21 w 92"/>
              <a:gd name="T21" fmla="*/ 27 h 181"/>
              <a:gd name="T22" fmla="*/ 47 w 92"/>
              <a:gd name="T23" fmla="*/ 14 h 181"/>
              <a:gd name="T24" fmla="*/ 69 w 92"/>
              <a:gd name="T25" fmla="*/ 23 h 181"/>
              <a:gd name="T26" fmla="*/ 78 w 92"/>
              <a:gd name="T27" fmla="*/ 46 h 181"/>
              <a:gd name="T28" fmla="*/ 44 w 92"/>
              <a:gd name="T29" fmla="*/ 93 h 181"/>
              <a:gd name="T30" fmla="*/ 7 w 92"/>
              <a:gd name="T31" fmla="*/ 136 h 181"/>
              <a:gd name="T32" fmla="*/ 0 w 92"/>
              <a:gd name="T33" fmla="*/ 174 h 181"/>
              <a:gd name="T34" fmla="*/ 0 w 92"/>
              <a:gd name="T35" fmla="*/ 181 h 181"/>
              <a:gd name="T36" fmla="*/ 88 w 92"/>
              <a:gd name="T37" fmla="*/ 181 h 181"/>
              <a:gd name="T38" fmla="*/ 88 w 92"/>
              <a:gd name="T39" fmla="*/ 167 h 181"/>
              <a:gd name="T40" fmla="*/ 14 w 92"/>
              <a:gd name="T41" fmla="*/ 167 h 181"/>
              <a:gd name="T42" fmla="*/ 21 w 92"/>
              <a:gd name="T43" fmla="*/ 139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2" h="181">
                <a:moveTo>
                  <a:pt x="21" y="139"/>
                </a:moveTo>
                <a:cubicBezTo>
                  <a:pt x="27" y="127"/>
                  <a:pt x="37" y="115"/>
                  <a:pt x="52" y="104"/>
                </a:cubicBezTo>
                <a:cubicBezTo>
                  <a:pt x="79" y="84"/>
                  <a:pt x="92" y="65"/>
                  <a:pt x="92" y="46"/>
                </a:cubicBezTo>
                <a:cubicBezTo>
                  <a:pt x="92" y="33"/>
                  <a:pt x="88" y="23"/>
                  <a:pt x="79" y="14"/>
                </a:cubicBezTo>
                <a:cubicBezTo>
                  <a:pt x="70" y="5"/>
                  <a:pt x="59" y="0"/>
                  <a:pt x="47" y="0"/>
                </a:cubicBezTo>
                <a:cubicBezTo>
                  <a:pt x="31" y="0"/>
                  <a:pt x="19" y="6"/>
                  <a:pt x="10" y="18"/>
                </a:cubicBezTo>
                <a:cubicBezTo>
                  <a:pt x="4" y="26"/>
                  <a:pt x="1" y="36"/>
                  <a:pt x="1" y="46"/>
                </a:cubicBezTo>
                <a:cubicBezTo>
                  <a:pt x="1" y="49"/>
                  <a:pt x="1" y="49"/>
                  <a:pt x="1" y="49"/>
                </a:cubicBezTo>
                <a:cubicBezTo>
                  <a:pt x="15" y="49"/>
                  <a:pt x="15" y="49"/>
                  <a:pt x="15" y="49"/>
                </a:cubicBezTo>
                <a:cubicBezTo>
                  <a:pt x="15" y="46"/>
                  <a:pt x="15" y="46"/>
                  <a:pt x="15" y="46"/>
                </a:cubicBezTo>
                <a:cubicBezTo>
                  <a:pt x="15" y="39"/>
                  <a:pt x="17" y="32"/>
                  <a:pt x="21" y="27"/>
                </a:cubicBezTo>
                <a:cubicBezTo>
                  <a:pt x="28" y="18"/>
                  <a:pt x="36" y="14"/>
                  <a:pt x="47" y="14"/>
                </a:cubicBezTo>
                <a:cubicBezTo>
                  <a:pt x="55" y="14"/>
                  <a:pt x="63" y="17"/>
                  <a:pt x="69" y="23"/>
                </a:cubicBezTo>
                <a:cubicBezTo>
                  <a:pt x="75" y="30"/>
                  <a:pt x="78" y="37"/>
                  <a:pt x="78" y="46"/>
                </a:cubicBezTo>
                <a:cubicBezTo>
                  <a:pt x="78" y="60"/>
                  <a:pt x="67" y="76"/>
                  <a:pt x="44" y="93"/>
                </a:cubicBezTo>
                <a:cubicBezTo>
                  <a:pt x="26" y="106"/>
                  <a:pt x="14" y="120"/>
                  <a:pt x="7" y="136"/>
                </a:cubicBezTo>
                <a:cubicBezTo>
                  <a:pt x="3" y="146"/>
                  <a:pt x="0" y="159"/>
                  <a:pt x="0" y="174"/>
                </a:cubicBezTo>
                <a:cubicBezTo>
                  <a:pt x="0" y="181"/>
                  <a:pt x="0" y="181"/>
                  <a:pt x="0" y="181"/>
                </a:cubicBezTo>
                <a:cubicBezTo>
                  <a:pt x="88" y="181"/>
                  <a:pt x="88" y="181"/>
                  <a:pt x="88" y="181"/>
                </a:cubicBezTo>
                <a:cubicBezTo>
                  <a:pt x="88" y="167"/>
                  <a:pt x="88" y="167"/>
                  <a:pt x="88" y="167"/>
                </a:cubicBezTo>
                <a:cubicBezTo>
                  <a:pt x="14" y="167"/>
                  <a:pt x="14" y="167"/>
                  <a:pt x="14" y="167"/>
                </a:cubicBezTo>
                <a:cubicBezTo>
                  <a:pt x="15" y="156"/>
                  <a:pt x="17" y="147"/>
                  <a:pt x="21" y="13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20"/>
          <p:cNvSpPr>
            <a:spLocks/>
          </p:cNvSpPr>
          <p:nvPr/>
        </p:nvSpPr>
        <p:spPr bwMode="auto">
          <a:xfrm>
            <a:off x="5721897" y="3555072"/>
            <a:ext cx="197884" cy="314160"/>
          </a:xfrm>
          <a:custGeom>
            <a:avLst/>
            <a:gdLst>
              <a:gd name="T0" fmla="*/ 101 w 116"/>
              <a:gd name="T1" fmla="*/ 88 h 184"/>
              <a:gd name="T2" fmla="*/ 70 w 116"/>
              <a:gd name="T3" fmla="*/ 70 h 184"/>
              <a:gd name="T4" fmla="*/ 110 w 116"/>
              <a:gd name="T5" fmla="*/ 12 h 184"/>
              <a:gd name="T6" fmla="*/ 110 w 116"/>
              <a:gd name="T7" fmla="*/ 0 h 184"/>
              <a:gd name="T8" fmla="*/ 9 w 116"/>
              <a:gd name="T9" fmla="*/ 0 h 184"/>
              <a:gd name="T10" fmla="*/ 9 w 116"/>
              <a:gd name="T11" fmla="*/ 14 h 184"/>
              <a:gd name="T12" fmla="*/ 91 w 116"/>
              <a:gd name="T13" fmla="*/ 14 h 184"/>
              <a:gd name="T14" fmla="*/ 52 w 116"/>
              <a:gd name="T15" fmla="*/ 72 h 184"/>
              <a:gd name="T16" fmla="*/ 52 w 116"/>
              <a:gd name="T17" fmla="*/ 82 h 184"/>
              <a:gd name="T18" fmla="*/ 58 w 116"/>
              <a:gd name="T19" fmla="*/ 82 h 184"/>
              <a:gd name="T20" fmla="*/ 89 w 116"/>
              <a:gd name="T21" fmla="*/ 95 h 184"/>
              <a:gd name="T22" fmla="*/ 102 w 116"/>
              <a:gd name="T23" fmla="*/ 126 h 184"/>
              <a:gd name="T24" fmla="*/ 89 w 116"/>
              <a:gd name="T25" fmla="*/ 157 h 184"/>
              <a:gd name="T26" fmla="*/ 58 w 116"/>
              <a:gd name="T27" fmla="*/ 170 h 184"/>
              <a:gd name="T28" fmla="*/ 27 w 116"/>
              <a:gd name="T29" fmla="*/ 157 h 184"/>
              <a:gd name="T30" fmla="*/ 14 w 116"/>
              <a:gd name="T31" fmla="*/ 126 h 184"/>
              <a:gd name="T32" fmla="*/ 14 w 116"/>
              <a:gd name="T33" fmla="*/ 123 h 184"/>
              <a:gd name="T34" fmla="*/ 0 w 116"/>
              <a:gd name="T35" fmla="*/ 123 h 184"/>
              <a:gd name="T36" fmla="*/ 0 w 116"/>
              <a:gd name="T37" fmla="*/ 126 h 184"/>
              <a:gd name="T38" fmla="*/ 17 w 116"/>
              <a:gd name="T39" fmla="*/ 167 h 184"/>
              <a:gd name="T40" fmla="*/ 58 w 116"/>
              <a:gd name="T41" fmla="*/ 184 h 184"/>
              <a:gd name="T42" fmla="*/ 99 w 116"/>
              <a:gd name="T43" fmla="*/ 167 h 184"/>
              <a:gd name="T44" fmla="*/ 116 w 116"/>
              <a:gd name="T45" fmla="*/ 126 h 184"/>
              <a:gd name="T46" fmla="*/ 101 w 116"/>
              <a:gd name="T47" fmla="*/ 88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6" h="184">
                <a:moveTo>
                  <a:pt x="101" y="88"/>
                </a:moveTo>
                <a:cubicBezTo>
                  <a:pt x="93" y="78"/>
                  <a:pt x="83" y="72"/>
                  <a:pt x="70" y="70"/>
                </a:cubicBezTo>
                <a:cubicBezTo>
                  <a:pt x="110" y="12"/>
                  <a:pt x="110" y="12"/>
                  <a:pt x="110" y="12"/>
                </a:cubicBezTo>
                <a:cubicBezTo>
                  <a:pt x="110" y="0"/>
                  <a:pt x="110" y="0"/>
                  <a:pt x="110" y="0"/>
                </a:cubicBezTo>
                <a:cubicBezTo>
                  <a:pt x="9" y="0"/>
                  <a:pt x="9" y="0"/>
                  <a:pt x="9" y="0"/>
                </a:cubicBezTo>
                <a:cubicBezTo>
                  <a:pt x="9" y="14"/>
                  <a:pt x="9" y="14"/>
                  <a:pt x="9" y="14"/>
                </a:cubicBezTo>
                <a:cubicBezTo>
                  <a:pt x="91" y="14"/>
                  <a:pt x="91" y="14"/>
                  <a:pt x="91" y="14"/>
                </a:cubicBezTo>
                <a:cubicBezTo>
                  <a:pt x="52" y="72"/>
                  <a:pt x="52" y="72"/>
                  <a:pt x="52" y="72"/>
                </a:cubicBezTo>
                <a:cubicBezTo>
                  <a:pt x="52" y="82"/>
                  <a:pt x="52" y="82"/>
                  <a:pt x="52" y="82"/>
                </a:cubicBezTo>
                <a:cubicBezTo>
                  <a:pt x="58" y="82"/>
                  <a:pt x="58" y="82"/>
                  <a:pt x="58" y="82"/>
                </a:cubicBezTo>
                <a:cubicBezTo>
                  <a:pt x="70" y="82"/>
                  <a:pt x="80" y="86"/>
                  <a:pt x="89" y="95"/>
                </a:cubicBezTo>
                <a:cubicBezTo>
                  <a:pt x="98" y="104"/>
                  <a:pt x="102" y="114"/>
                  <a:pt x="102" y="126"/>
                </a:cubicBezTo>
                <a:cubicBezTo>
                  <a:pt x="102" y="138"/>
                  <a:pt x="98" y="148"/>
                  <a:pt x="89" y="157"/>
                </a:cubicBezTo>
                <a:cubicBezTo>
                  <a:pt x="80" y="166"/>
                  <a:pt x="70" y="170"/>
                  <a:pt x="58" y="170"/>
                </a:cubicBezTo>
                <a:cubicBezTo>
                  <a:pt x="46" y="170"/>
                  <a:pt x="36" y="166"/>
                  <a:pt x="27" y="157"/>
                </a:cubicBezTo>
                <a:cubicBezTo>
                  <a:pt x="18" y="148"/>
                  <a:pt x="14" y="138"/>
                  <a:pt x="14" y="126"/>
                </a:cubicBezTo>
                <a:cubicBezTo>
                  <a:pt x="14" y="123"/>
                  <a:pt x="14" y="123"/>
                  <a:pt x="14" y="123"/>
                </a:cubicBezTo>
                <a:cubicBezTo>
                  <a:pt x="0" y="123"/>
                  <a:pt x="0" y="123"/>
                  <a:pt x="0" y="123"/>
                </a:cubicBezTo>
                <a:cubicBezTo>
                  <a:pt x="0" y="126"/>
                  <a:pt x="0" y="126"/>
                  <a:pt x="0" y="126"/>
                </a:cubicBezTo>
                <a:cubicBezTo>
                  <a:pt x="0" y="142"/>
                  <a:pt x="6" y="156"/>
                  <a:pt x="17" y="167"/>
                </a:cubicBezTo>
                <a:cubicBezTo>
                  <a:pt x="28" y="178"/>
                  <a:pt x="42" y="184"/>
                  <a:pt x="58" y="184"/>
                </a:cubicBezTo>
                <a:cubicBezTo>
                  <a:pt x="74" y="184"/>
                  <a:pt x="88" y="178"/>
                  <a:pt x="99" y="167"/>
                </a:cubicBezTo>
                <a:cubicBezTo>
                  <a:pt x="110" y="156"/>
                  <a:pt x="116" y="142"/>
                  <a:pt x="116" y="126"/>
                </a:cubicBezTo>
                <a:cubicBezTo>
                  <a:pt x="116" y="112"/>
                  <a:pt x="111" y="99"/>
                  <a:pt x="101" y="8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21"/>
          <p:cNvSpPr>
            <a:spLocks noEditPoints="1"/>
          </p:cNvSpPr>
          <p:nvPr/>
        </p:nvSpPr>
        <p:spPr bwMode="auto">
          <a:xfrm>
            <a:off x="6290996" y="3557961"/>
            <a:ext cx="153108" cy="307660"/>
          </a:xfrm>
          <a:custGeom>
            <a:avLst/>
            <a:gdLst>
              <a:gd name="T0" fmla="*/ 170 w 212"/>
              <a:gd name="T1" fmla="*/ 0 h 426"/>
              <a:gd name="T2" fmla="*/ 0 w 212"/>
              <a:gd name="T3" fmla="*/ 298 h 426"/>
              <a:gd name="T4" fmla="*/ 0 w 212"/>
              <a:gd name="T5" fmla="*/ 327 h 426"/>
              <a:gd name="T6" fmla="*/ 179 w 212"/>
              <a:gd name="T7" fmla="*/ 327 h 426"/>
              <a:gd name="T8" fmla="*/ 179 w 212"/>
              <a:gd name="T9" fmla="*/ 426 h 426"/>
              <a:gd name="T10" fmla="*/ 212 w 212"/>
              <a:gd name="T11" fmla="*/ 426 h 426"/>
              <a:gd name="T12" fmla="*/ 212 w 212"/>
              <a:gd name="T13" fmla="*/ 0 h 426"/>
              <a:gd name="T14" fmla="*/ 170 w 212"/>
              <a:gd name="T15" fmla="*/ 0 h 426"/>
              <a:gd name="T16" fmla="*/ 40 w 212"/>
              <a:gd name="T17" fmla="*/ 294 h 426"/>
              <a:gd name="T18" fmla="*/ 179 w 212"/>
              <a:gd name="T19" fmla="*/ 52 h 426"/>
              <a:gd name="T20" fmla="*/ 179 w 212"/>
              <a:gd name="T21" fmla="*/ 294 h 426"/>
              <a:gd name="T22" fmla="*/ 40 w 212"/>
              <a:gd name="T23" fmla="*/ 294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2" h="426">
                <a:moveTo>
                  <a:pt x="170" y="0"/>
                </a:moveTo>
                <a:lnTo>
                  <a:pt x="0" y="298"/>
                </a:lnTo>
                <a:lnTo>
                  <a:pt x="0" y="327"/>
                </a:lnTo>
                <a:lnTo>
                  <a:pt x="179" y="327"/>
                </a:lnTo>
                <a:lnTo>
                  <a:pt x="179" y="426"/>
                </a:lnTo>
                <a:lnTo>
                  <a:pt x="212" y="426"/>
                </a:lnTo>
                <a:lnTo>
                  <a:pt x="212" y="0"/>
                </a:lnTo>
                <a:lnTo>
                  <a:pt x="170" y="0"/>
                </a:lnTo>
                <a:close/>
                <a:moveTo>
                  <a:pt x="40" y="294"/>
                </a:moveTo>
                <a:lnTo>
                  <a:pt x="179" y="52"/>
                </a:lnTo>
                <a:lnTo>
                  <a:pt x="179" y="294"/>
                </a:lnTo>
                <a:lnTo>
                  <a:pt x="40" y="29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22"/>
          <p:cNvSpPr>
            <a:spLocks/>
          </p:cNvSpPr>
          <p:nvPr/>
        </p:nvSpPr>
        <p:spPr bwMode="auto">
          <a:xfrm>
            <a:off x="6732986" y="3963118"/>
            <a:ext cx="213773" cy="314160"/>
          </a:xfrm>
          <a:custGeom>
            <a:avLst/>
            <a:gdLst>
              <a:gd name="T0" fmla="*/ 106 w 125"/>
              <a:gd name="T1" fmla="*/ 77 h 184"/>
              <a:gd name="T2" fmla="*/ 62 w 125"/>
              <a:gd name="T3" fmla="*/ 59 h 184"/>
              <a:gd name="T4" fmla="*/ 22 w 125"/>
              <a:gd name="T5" fmla="*/ 59 h 184"/>
              <a:gd name="T6" fmla="*/ 22 w 125"/>
              <a:gd name="T7" fmla="*/ 14 h 184"/>
              <a:gd name="T8" fmla="*/ 109 w 125"/>
              <a:gd name="T9" fmla="*/ 14 h 184"/>
              <a:gd name="T10" fmla="*/ 109 w 125"/>
              <a:gd name="T11" fmla="*/ 0 h 184"/>
              <a:gd name="T12" fmla="*/ 8 w 125"/>
              <a:gd name="T13" fmla="*/ 0 h 184"/>
              <a:gd name="T14" fmla="*/ 8 w 125"/>
              <a:gd name="T15" fmla="*/ 73 h 184"/>
              <a:gd name="T16" fmla="*/ 62 w 125"/>
              <a:gd name="T17" fmla="*/ 73 h 184"/>
              <a:gd name="T18" fmla="*/ 96 w 125"/>
              <a:gd name="T19" fmla="*/ 87 h 184"/>
              <a:gd name="T20" fmla="*/ 111 w 125"/>
              <a:gd name="T21" fmla="*/ 121 h 184"/>
              <a:gd name="T22" fmla="*/ 97 w 125"/>
              <a:gd name="T23" fmla="*/ 155 h 184"/>
              <a:gd name="T24" fmla="*/ 62 w 125"/>
              <a:gd name="T25" fmla="*/ 170 h 184"/>
              <a:gd name="T26" fmla="*/ 28 w 125"/>
              <a:gd name="T27" fmla="*/ 156 h 184"/>
              <a:gd name="T28" fmla="*/ 14 w 125"/>
              <a:gd name="T29" fmla="*/ 122 h 184"/>
              <a:gd name="T30" fmla="*/ 14 w 125"/>
              <a:gd name="T31" fmla="*/ 119 h 184"/>
              <a:gd name="T32" fmla="*/ 0 w 125"/>
              <a:gd name="T33" fmla="*/ 119 h 184"/>
              <a:gd name="T34" fmla="*/ 0 w 125"/>
              <a:gd name="T35" fmla="*/ 122 h 184"/>
              <a:gd name="T36" fmla="*/ 18 w 125"/>
              <a:gd name="T37" fmla="*/ 165 h 184"/>
              <a:gd name="T38" fmla="*/ 62 w 125"/>
              <a:gd name="T39" fmla="*/ 184 h 184"/>
              <a:gd name="T40" fmla="*/ 63 w 125"/>
              <a:gd name="T41" fmla="*/ 184 h 184"/>
              <a:gd name="T42" fmla="*/ 63 w 125"/>
              <a:gd name="T43" fmla="*/ 184 h 184"/>
              <a:gd name="T44" fmla="*/ 107 w 125"/>
              <a:gd name="T45" fmla="*/ 165 h 184"/>
              <a:gd name="T46" fmla="*/ 125 w 125"/>
              <a:gd name="T47" fmla="*/ 121 h 184"/>
              <a:gd name="T48" fmla="*/ 106 w 125"/>
              <a:gd name="T49" fmla="*/ 77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 h="184">
                <a:moveTo>
                  <a:pt x="106" y="77"/>
                </a:moveTo>
                <a:cubicBezTo>
                  <a:pt x="94" y="65"/>
                  <a:pt x="79" y="59"/>
                  <a:pt x="62" y="59"/>
                </a:cubicBezTo>
                <a:cubicBezTo>
                  <a:pt x="22" y="59"/>
                  <a:pt x="22" y="59"/>
                  <a:pt x="22" y="59"/>
                </a:cubicBezTo>
                <a:cubicBezTo>
                  <a:pt x="22" y="14"/>
                  <a:pt x="22" y="14"/>
                  <a:pt x="22" y="14"/>
                </a:cubicBezTo>
                <a:cubicBezTo>
                  <a:pt x="109" y="14"/>
                  <a:pt x="109" y="14"/>
                  <a:pt x="109" y="14"/>
                </a:cubicBezTo>
                <a:cubicBezTo>
                  <a:pt x="109" y="0"/>
                  <a:pt x="109" y="0"/>
                  <a:pt x="109" y="0"/>
                </a:cubicBezTo>
                <a:cubicBezTo>
                  <a:pt x="8" y="0"/>
                  <a:pt x="8" y="0"/>
                  <a:pt x="8" y="0"/>
                </a:cubicBezTo>
                <a:cubicBezTo>
                  <a:pt x="8" y="73"/>
                  <a:pt x="8" y="73"/>
                  <a:pt x="8" y="73"/>
                </a:cubicBezTo>
                <a:cubicBezTo>
                  <a:pt x="62" y="73"/>
                  <a:pt x="62" y="73"/>
                  <a:pt x="62" y="73"/>
                </a:cubicBezTo>
                <a:cubicBezTo>
                  <a:pt x="75" y="73"/>
                  <a:pt x="87" y="77"/>
                  <a:pt x="96" y="87"/>
                </a:cubicBezTo>
                <a:cubicBezTo>
                  <a:pt x="106" y="96"/>
                  <a:pt x="111" y="108"/>
                  <a:pt x="111" y="121"/>
                </a:cubicBezTo>
                <a:cubicBezTo>
                  <a:pt x="111" y="134"/>
                  <a:pt x="106" y="146"/>
                  <a:pt x="97" y="155"/>
                </a:cubicBezTo>
                <a:cubicBezTo>
                  <a:pt x="87" y="165"/>
                  <a:pt x="76" y="170"/>
                  <a:pt x="62" y="170"/>
                </a:cubicBezTo>
                <a:cubicBezTo>
                  <a:pt x="49" y="170"/>
                  <a:pt x="38" y="165"/>
                  <a:pt x="28" y="156"/>
                </a:cubicBezTo>
                <a:cubicBezTo>
                  <a:pt x="19" y="146"/>
                  <a:pt x="14" y="135"/>
                  <a:pt x="14" y="122"/>
                </a:cubicBezTo>
                <a:cubicBezTo>
                  <a:pt x="14" y="119"/>
                  <a:pt x="14" y="119"/>
                  <a:pt x="14" y="119"/>
                </a:cubicBezTo>
                <a:cubicBezTo>
                  <a:pt x="0" y="119"/>
                  <a:pt x="0" y="119"/>
                  <a:pt x="0" y="119"/>
                </a:cubicBezTo>
                <a:cubicBezTo>
                  <a:pt x="0" y="122"/>
                  <a:pt x="0" y="122"/>
                  <a:pt x="0" y="122"/>
                </a:cubicBezTo>
                <a:cubicBezTo>
                  <a:pt x="0" y="139"/>
                  <a:pt x="6" y="153"/>
                  <a:pt x="18" y="165"/>
                </a:cubicBezTo>
                <a:cubicBezTo>
                  <a:pt x="30" y="178"/>
                  <a:pt x="45" y="184"/>
                  <a:pt x="62" y="184"/>
                </a:cubicBezTo>
                <a:cubicBezTo>
                  <a:pt x="63" y="184"/>
                  <a:pt x="63" y="184"/>
                  <a:pt x="63" y="184"/>
                </a:cubicBezTo>
                <a:cubicBezTo>
                  <a:pt x="63" y="184"/>
                  <a:pt x="63" y="184"/>
                  <a:pt x="63" y="184"/>
                </a:cubicBezTo>
                <a:cubicBezTo>
                  <a:pt x="80" y="184"/>
                  <a:pt x="95" y="177"/>
                  <a:pt x="107" y="165"/>
                </a:cubicBezTo>
                <a:cubicBezTo>
                  <a:pt x="119" y="153"/>
                  <a:pt x="125" y="138"/>
                  <a:pt x="125" y="121"/>
                </a:cubicBezTo>
                <a:cubicBezTo>
                  <a:pt x="125" y="104"/>
                  <a:pt x="118" y="89"/>
                  <a:pt x="106" y="7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23"/>
          <p:cNvSpPr>
            <a:spLocks noEditPoints="1"/>
          </p:cNvSpPr>
          <p:nvPr/>
        </p:nvSpPr>
        <p:spPr bwMode="auto">
          <a:xfrm>
            <a:off x="6695431" y="4567604"/>
            <a:ext cx="225328" cy="319215"/>
          </a:xfrm>
          <a:custGeom>
            <a:avLst/>
            <a:gdLst>
              <a:gd name="T0" fmla="*/ 127 w 132"/>
              <a:gd name="T1" fmla="*/ 106 h 187"/>
              <a:gd name="T2" fmla="*/ 97 w 132"/>
              <a:gd name="T3" fmla="*/ 68 h 187"/>
              <a:gd name="T4" fmla="*/ 66 w 132"/>
              <a:gd name="T5" fmla="*/ 60 h 187"/>
              <a:gd name="T6" fmla="*/ 43 w 132"/>
              <a:gd name="T7" fmla="*/ 64 h 187"/>
              <a:gd name="T8" fmla="*/ 79 w 132"/>
              <a:gd name="T9" fmla="*/ 0 h 187"/>
              <a:gd name="T10" fmla="*/ 63 w 132"/>
              <a:gd name="T11" fmla="*/ 0 h 187"/>
              <a:gd name="T12" fmla="*/ 11 w 132"/>
              <a:gd name="T13" fmla="*/ 92 h 187"/>
              <a:gd name="T14" fmla="*/ 5 w 132"/>
              <a:gd name="T15" fmla="*/ 140 h 187"/>
              <a:gd name="T16" fmla="*/ 35 w 132"/>
              <a:gd name="T17" fmla="*/ 178 h 187"/>
              <a:gd name="T18" fmla="*/ 66 w 132"/>
              <a:gd name="T19" fmla="*/ 187 h 187"/>
              <a:gd name="T20" fmla="*/ 98 w 132"/>
              <a:gd name="T21" fmla="*/ 178 h 187"/>
              <a:gd name="T22" fmla="*/ 121 w 132"/>
              <a:gd name="T23" fmla="*/ 154 h 187"/>
              <a:gd name="T24" fmla="*/ 127 w 132"/>
              <a:gd name="T25" fmla="*/ 106 h 187"/>
              <a:gd name="T26" fmla="*/ 66 w 132"/>
              <a:gd name="T27" fmla="*/ 172 h 187"/>
              <a:gd name="T28" fmla="*/ 42 w 132"/>
              <a:gd name="T29" fmla="*/ 166 h 187"/>
              <a:gd name="T30" fmla="*/ 19 w 132"/>
              <a:gd name="T31" fmla="*/ 136 h 187"/>
              <a:gd name="T32" fmla="*/ 23 w 132"/>
              <a:gd name="T33" fmla="*/ 99 h 187"/>
              <a:gd name="T34" fmla="*/ 41 w 132"/>
              <a:gd name="T35" fmla="*/ 81 h 187"/>
              <a:gd name="T36" fmla="*/ 66 w 132"/>
              <a:gd name="T37" fmla="*/ 74 h 187"/>
              <a:gd name="T38" fmla="*/ 90 w 132"/>
              <a:gd name="T39" fmla="*/ 80 h 187"/>
              <a:gd name="T40" fmla="*/ 114 w 132"/>
              <a:gd name="T41" fmla="*/ 110 h 187"/>
              <a:gd name="T42" fmla="*/ 109 w 132"/>
              <a:gd name="T43" fmla="*/ 148 h 187"/>
              <a:gd name="T44" fmla="*/ 91 w 132"/>
              <a:gd name="T45" fmla="*/ 166 h 187"/>
              <a:gd name="T46" fmla="*/ 66 w 132"/>
              <a:gd name="T47" fmla="*/ 172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2" h="187">
                <a:moveTo>
                  <a:pt x="127" y="106"/>
                </a:moveTo>
                <a:cubicBezTo>
                  <a:pt x="123" y="89"/>
                  <a:pt x="113" y="77"/>
                  <a:pt x="97" y="68"/>
                </a:cubicBezTo>
                <a:cubicBezTo>
                  <a:pt x="88" y="63"/>
                  <a:pt x="77" y="60"/>
                  <a:pt x="66" y="60"/>
                </a:cubicBezTo>
                <a:cubicBezTo>
                  <a:pt x="58" y="60"/>
                  <a:pt x="50" y="61"/>
                  <a:pt x="43" y="64"/>
                </a:cubicBezTo>
                <a:cubicBezTo>
                  <a:pt x="79" y="0"/>
                  <a:pt x="79" y="0"/>
                  <a:pt x="79" y="0"/>
                </a:cubicBezTo>
                <a:cubicBezTo>
                  <a:pt x="63" y="0"/>
                  <a:pt x="63" y="0"/>
                  <a:pt x="63" y="0"/>
                </a:cubicBezTo>
                <a:cubicBezTo>
                  <a:pt x="11" y="92"/>
                  <a:pt x="11" y="92"/>
                  <a:pt x="11" y="92"/>
                </a:cubicBezTo>
                <a:cubicBezTo>
                  <a:pt x="2" y="107"/>
                  <a:pt x="0" y="123"/>
                  <a:pt x="5" y="140"/>
                </a:cubicBezTo>
                <a:cubicBezTo>
                  <a:pt x="10" y="157"/>
                  <a:pt x="20" y="170"/>
                  <a:pt x="35" y="178"/>
                </a:cubicBezTo>
                <a:cubicBezTo>
                  <a:pt x="45" y="184"/>
                  <a:pt x="55" y="187"/>
                  <a:pt x="66" y="187"/>
                </a:cubicBezTo>
                <a:cubicBezTo>
                  <a:pt x="77" y="187"/>
                  <a:pt x="88" y="184"/>
                  <a:pt x="98" y="178"/>
                </a:cubicBezTo>
                <a:cubicBezTo>
                  <a:pt x="108" y="172"/>
                  <a:pt x="116" y="164"/>
                  <a:pt x="121" y="154"/>
                </a:cubicBezTo>
                <a:cubicBezTo>
                  <a:pt x="130" y="139"/>
                  <a:pt x="132" y="123"/>
                  <a:pt x="127" y="106"/>
                </a:cubicBezTo>
                <a:close/>
                <a:moveTo>
                  <a:pt x="66" y="172"/>
                </a:moveTo>
                <a:cubicBezTo>
                  <a:pt x="57" y="172"/>
                  <a:pt x="49" y="170"/>
                  <a:pt x="42" y="166"/>
                </a:cubicBezTo>
                <a:cubicBezTo>
                  <a:pt x="30" y="159"/>
                  <a:pt x="22" y="150"/>
                  <a:pt x="19" y="136"/>
                </a:cubicBezTo>
                <a:cubicBezTo>
                  <a:pt x="15" y="123"/>
                  <a:pt x="16" y="111"/>
                  <a:pt x="23" y="99"/>
                </a:cubicBezTo>
                <a:cubicBezTo>
                  <a:pt x="28" y="91"/>
                  <a:pt x="34" y="85"/>
                  <a:pt x="41" y="81"/>
                </a:cubicBezTo>
                <a:cubicBezTo>
                  <a:pt x="49" y="76"/>
                  <a:pt x="57" y="74"/>
                  <a:pt x="66" y="74"/>
                </a:cubicBezTo>
                <a:cubicBezTo>
                  <a:pt x="75" y="74"/>
                  <a:pt x="83" y="76"/>
                  <a:pt x="90" y="80"/>
                </a:cubicBezTo>
                <a:cubicBezTo>
                  <a:pt x="102" y="87"/>
                  <a:pt x="110" y="97"/>
                  <a:pt x="114" y="110"/>
                </a:cubicBezTo>
                <a:cubicBezTo>
                  <a:pt x="117" y="123"/>
                  <a:pt x="116" y="136"/>
                  <a:pt x="109" y="148"/>
                </a:cubicBezTo>
                <a:cubicBezTo>
                  <a:pt x="105" y="155"/>
                  <a:pt x="99" y="161"/>
                  <a:pt x="91" y="166"/>
                </a:cubicBezTo>
                <a:cubicBezTo>
                  <a:pt x="83" y="170"/>
                  <a:pt x="75" y="172"/>
                  <a:pt x="66" y="17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165" name="组合 164"/>
          <p:cNvGrpSpPr/>
          <p:nvPr/>
        </p:nvGrpSpPr>
        <p:grpSpPr>
          <a:xfrm>
            <a:off x="4081913" y="3496806"/>
            <a:ext cx="872328" cy="510340"/>
            <a:chOff x="4232709" y="3372354"/>
            <a:chExt cx="635541" cy="288160"/>
          </a:xfrm>
        </p:grpSpPr>
        <p:sp>
          <p:nvSpPr>
            <p:cNvPr id="27" name="Freeform 29"/>
            <p:cNvSpPr>
              <a:spLocks/>
            </p:cNvSpPr>
            <p:nvPr/>
          </p:nvSpPr>
          <p:spPr bwMode="auto">
            <a:xfrm>
              <a:off x="4413983" y="3573849"/>
              <a:ext cx="151663" cy="86665"/>
            </a:xfrm>
            <a:custGeom>
              <a:avLst/>
              <a:gdLst>
                <a:gd name="T0" fmla="*/ 86 w 89"/>
                <a:gd name="T1" fmla="*/ 33 h 51"/>
                <a:gd name="T2" fmla="*/ 80 w 89"/>
                <a:gd name="T3" fmla="*/ 30 h 51"/>
                <a:gd name="T4" fmla="*/ 77 w 89"/>
                <a:gd name="T5" fmla="*/ 31 h 51"/>
                <a:gd name="T6" fmla="*/ 75 w 89"/>
                <a:gd name="T7" fmla="*/ 17 h 51"/>
                <a:gd name="T8" fmla="*/ 69 w 89"/>
                <a:gd name="T9" fmla="*/ 14 h 51"/>
                <a:gd name="T10" fmla="*/ 55 w 89"/>
                <a:gd name="T11" fmla="*/ 22 h 51"/>
                <a:gd name="T12" fmla="*/ 54 w 89"/>
                <a:gd name="T13" fmla="*/ 23 h 51"/>
                <a:gd name="T14" fmla="*/ 54 w 89"/>
                <a:gd name="T15" fmla="*/ 23 h 51"/>
                <a:gd name="T16" fmla="*/ 52 w 89"/>
                <a:gd name="T17" fmla="*/ 14 h 51"/>
                <a:gd name="T18" fmla="*/ 43 w 89"/>
                <a:gd name="T19" fmla="*/ 10 h 51"/>
                <a:gd name="T20" fmla="*/ 32 w 89"/>
                <a:gd name="T21" fmla="*/ 15 h 51"/>
                <a:gd name="T22" fmla="*/ 27 w 89"/>
                <a:gd name="T23" fmla="*/ 20 h 51"/>
                <a:gd name="T24" fmla="*/ 23 w 89"/>
                <a:gd name="T25" fmla="*/ 16 h 51"/>
                <a:gd name="T26" fmla="*/ 20 w 89"/>
                <a:gd name="T27" fmla="*/ 14 h 51"/>
                <a:gd name="T28" fmla="*/ 12 w 89"/>
                <a:gd name="T29" fmla="*/ 0 h 51"/>
                <a:gd name="T30" fmla="*/ 3 w 89"/>
                <a:gd name="T31" fmla="*/ 3 h 51"/>
                <a:gd name="T32" fmla="*/ 0 w 89"/>
                <a:gd name="T33" fmla="*/ 8 h 51"/>
                <a:gd name="T34" fmla="*/ 5 w 89"/>
                <a:gd name="T35" fmla="*/ 18 h 51"/>
                <a:gd name="T36" fmla="*/ 12 w 89"/>
                <a:gd name="T37" fmla="*/ 21 h 51"/>
                <a:gd name="T38" fmla="*/ 19 w 89"/>
                <a:gd name="T39" fmla="*/ 19 h 51"/>
                <a:gd name="T40" fmla="*/ 23 w 89"/>
                <a:gd name="T41" fmla="*/ 30 h 51"/>
                <a:gd name="T42" fmla="*/ 34 w 89"/>
                <a:gd name="T43" fmla="*/ 37 h 51"/>
                <a:gd name="T44" fmla="*/ 41 w 89"/>
                <a:gd name="T45" fmla="*/ 35 h 51"/>
                <a:gd name="T46" fmla="*/ 41 w 89"/>
                <a:gd name="T47" fmla="*/ 36 h 51"/>
                <a:gd name="T48" fmla="*/ 43 w 89"/>
                <a:gd name="T49" fmla="*/ 43 h 51"/>
                <a:gd name="T50" fmla="*/ 51 w 89"/>
                <a:gd name="T51" fmla="*/ 46 h 51"/>
                <a:gd name="T52" fmla="*/ 64 w 89"/>
                <a:gd name="T53" fmla="*/ 42 h 51"/>
                <a:gd name="T54" fmla="*/ 64 w 89"/>
                <a:gd name="T55" fmla="*/ 43 h 51"/>
                <a:gd name="T56" fmla="*/ 65 w 89"/>
                <a:gd name="T57" fmla="*/ 47 h 51"/>
                <a:gd name="T58" fmla="*/ 75 w 89"/>
                <a:gd name="T59" fmla="*/ 51 h 51"/>
                <a:gd name="T60" fmla="*/ 77 w 89"/>
                <a:gd name="T61" fmla="*/ 51 h 51"/>
                <a:gd name="T62" fmla="*/ 88 w 89"/>
                <a:gd name="T63" fmla="*/ 42 h 51"/>
                <a:gd name="T64" fmla="*/ 86 w 89"/>
                <a:gd name="T65" fmla="*/ 3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 h="51">
                  <a:moveTo>
                    <a:pt x="86" y="33"/>
                  </a:moveTo>
                  <a:cubicBezTo>
                    <a:pt x="84" y="31"/>
                    <a:pt x="82" y="30"/>
                    <a:pt x="80" y="30"/>
                  </a:cubicBezTo>
                  <a:cubicBezTo>
                    <a:pt x="79" y="30"/>
                    <a:pt x="78" y="31"/>
                    <a:pt x="77" y="31"/>
                  </a:cubicBezTo>
                  <a:cubicBezTo>
                    <a:pt x="79" y="27"/>
                    <a:pt x="80" y="22"/>
                    <a:pt x="75" y="17"/>
                  </a:cubicBezTo>
                  <a:cubicBezTo>
                    <a:pt x="74" y="15"/>
                    <a:pt x="71" y="14"/>
                    <a:pt x="69" y="14"/>
                  </a:cubicBezTo>
                  <a:cubicBezTo>
                    <a:pt x="63" y="14"/>
                    <a:pt x="57" y="20"/>
                    <a:pt x="55" y="22"/>
                  </a:cubicBezTo>
                  <a:cubicBezTo>
                    <a:pt x="54" y="22"/>
                    <a:pt x="54" y="22"/>
                    <a:pt x="54" y="23"/>
                  </a:cubicBezTo>
                  <a:cubicBezTo>
                    <a:pt x="54" y="23"/>
                    <a:pt x="54" y="23"/>
                    <a:pt x="54" y="23"/>
                  </a:cubicBezTo>
                  <a:cubicBezTo>
                    <a:pt x="55" y="20"/>
                    <a:pt x="54" y="17"/>
                    <a:pt x="52" y="14"/>
                  </a:cubicBezTo>
                  <a:cubicBezTo>
                    <a:pt x="50" y="11"/>
                    <a:pt x="47" y="10"/>
                    <a:pt x="43" y="10"/>
                  </a:cubicBezTo>
                  <a:cubicBezTo>
                    <a:pt x="38" y="10"/>
                    <a:pt x="36" y="12"/>
                    <a:pt x="32" y="15"/>
                  </a:cubicBezTo>
                  <a:cubicBezTo>
                    <a:pt x="31" y="16"/>
                    <a:pt x="30" y="18"/>
                    <a:pt x="27" y="20"/>
                  </a:cubicBezTo>
                  <a:cubicBezTo>
                    <a:pt x="26" y="19"/>
                    <a:pt x="25" y="17"/>
                    <a:pt x="23" y="16"/>
                  </a:cubicBezTo>
                  <a:cubicBezTo>
                    <a:pt x="22" y="15"/>
                    <a:pt x="21" y="15"/>
                    <a:pt x="20" y="14"/>
                  </a:cubicBezTo>
                  <a:cubicBezTo>
                    <a:pt x="20" y="2"/>
                    <a:pt x="16" y="0"/>
                    <a:pt x="12" y="0"/>
                  </a:cubicBezTo>
                  <a:cubicBezTo>
                    <a:pt x="8" y="0"/>
                    <a:pt x="3" y="3"/>
                    <a:pt x="3" y="3"/>
                  </a:cubicBezTo>
                  <a:cubicBezTo>
                    <a:pt x="1" y="5"/>
                    <a:pt x="1" y="6"/>
                    <a:pt x="0" y="8"/>
                  </a:cubicBezTo>
                  <a:cubicBezTo>
                    <a:pt x="0" y="11"/>
                    <a:pt x="2" y="15"/>
                    <a:pt x="5" y="18"/>
                  </a:cubicBezTo>
                  <a:cubicBezTo>
                    <a:pt x="7" y="20"/>
                    <a:pt x="10" y="21"/>
                    <a:pt x="12" y="21"/>
                  </a:cubicBezTo>
                  <a:cubicBezTo>
                    <a:pt x="14" y="21"/>
                    <a:pt x="16" y="20"/>
                    <a:pt x="19" y="19"/>
                  </a:cubicBezTo>
                  <a:cubicBezTo>
                    <a:pt x="19" y="23"/>
                    <a:pt x="20" y="27"/>
                    <a:pt x="23" y="30"/>
                  </a:cubicBezTo>
                  <a:cubicBezTo>
                    <a:pt x="26" y="35"/>
                    <a:pt x="30" y="37"/>
                    <a:pt x="34" y="37"/>
                  </a:cubicBezTo>
                  <a:cubicBezTo>
                    <a:pt x="37" y="37"/>
                    <a:pt x="39" y="36"/>
                    <a:pt x="41" y="35"/>
                  </a:cubicBezTo>
                  <a:cubicBezTo>
                    <a:pt x="41" y="36"/>
                    <a:pt x="41" y="36"/>
                    <a:pt x="41" y="36"/>
                  </a:cubicBezTo>
                  <a:cubicBezTo>
                    <a:pt x="41" y="39"/>
                    <a:pt x="41" y="41"/>
                    <a:pt x="43" y="43"/>
                  </a:cubicBezTo>
                  <a:cubicBezTo>
                    <a:pt x="45" y="45"/>
                    <a:pt x="47" y="46"/>
                    <a:pt x="51" y="46"/>
                  </a:cubicBezTo>
                  <a:cubicBezTo>
                    <a:pt x="55" y="46"/>
                    <a:pt x="60" y="44"/>
                    <a:pt x="64" y="42"/>
                  </a:cubicBezTo>
                  <a:cubicBezTo>
                    <a:pt x="64" y="43"/>
                    <a:pt x="64" y="43"/>
                    <a:pt x="64" y="43"/>
                  </a:cubicBezTo>
                  <a:cubicBezTo>
                    <a:pt x="64" y="44"/>
                    <a:pt x="64" y="46"/>
                    <a:pt x="65" y="47"/>
                  </a:cubicBezTo>
                  <a:cubicBezTo>
                    <a:pt x="68" y="49"/>
                    <a:pt x="72" y="51"/>
                    <a:pt x="75" y="51"/>
                  </a:cubicBezTo>
                  <a:cubicBezTo>
                    <a:pt x="76" y="51"/>
                    <a:pt x="76" y="51"/>
                    <a:pt x="77" y="51"/>
                  </a:cubicBezTo>
                  <a:cubicBezTo>
                    <a:pt x="82" y="50"/>
                    <a:pt x="87" y="47"/>
                    <a:pt x="88" y="42"/>
                  </a:cubicBezTo>
                  <a:cubicBezTo>
                    <a:pt x="89" y="39"/>
                    <a:pt x="88" y="35"/>
                    <a:pt x="86" y="33"/>
                  </a:cubicBezTo>
                  <a:close/>
                </a:path>
              </a:pathLst>
            </a:custGeom>
            <a:solidFill>
              <a:srgbClr val="2C86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30"/>
            <p:cNvSpPr>
              <a:spLocks/>
            </p:cNvSpPr>
            <p:nvPr/>
          </p:nvSpPr>
          <p:spPr bwMode="auto">
            <a:xfrm>
              <a:off x="4505703" y="3372354"/>
              <a:ext cx="362547" cy="194274"/>
            </a:xfrm>
            <a:custGeom>
              <a:avLst/>
              <a:gdLst>
                <a:gd name="T0" fmla="*/ 136 w 212"/>
                <a:gd name="T1" fmla="*/ 0 h 114"/>
                <a:gd name="T2" fmla="*/ 102 w 212"/>
                <a:gd name="T3" fmla="*/ 23 h 114"/>
                <a:gd name="T4" fmla="*/ 98 w 212"/>
                <a:gd name="T5" fmla="*/ 36 h 114"/>
                <a:gd name="T6" fmla="*/ 86 w 212"/>
                <a:gd name="T7" fmla="*/ 42 h 114"/>
                <a:gd name="T8" fmla="*/ 65 w 212"/>
                <a:gd name="T9" fmla="*/ 35 h 114"/>
                <a:gd name="T10" fmla="*/ 21 w 212"/>
                <a:gd name="T11" fmla="*/ 45 h 114"/>
                <a:gd name="T12" fmla="*/ 8 w 212"/>
                <a:gd name="T13" fmla="*/ 58 h 114"/>
                <a:gd name="T14" fmla="*/ 4 w 212"/>
                <a:gd name="T15" fmla="*/ 80 h 114"/>
                <a:gd name="T16" fmla="*/ 28 w 212"/>
                <a:gd name="T17" fmla="*/ 71 h 114"/>
                <a:gd name="T18" fmla="*/ 28 w 212"/>
                <a:gd name="T19" fmla="*/ 66 h 114"/>
                <a:gd name="T20" fmla="*/ 41 w 212"/>
                <a:gd name="T21" fmla="*/ 60 h 114"/>
                <a:gd name="T22" fmla="*/ 44 w 212"/>
                <a:gd name="T23" fmla="*/ 72 h 114"/>
                <a:gd name="T24" fmla="*/ 54 w 212"/>
                <a:gd name="T25" fmla="*/ 77 h 114"/>
                <a:gd name="T26" fmla="*/ 79 w 212"/>
                <a:gd name="T27" fmla="*/ 92 h 114"/>
                <a:gd name="T28" fmla="*/ 86 w 212"/>
                <a:gd name="T29" fmla="*/ 96 h 114"/>
                <a:gd name="T30" fmla="*/ 98 w 212"/>
                <a:gd name="T31" fmla="*/ 106 h 114"/>
                <a:gd name="T32" fmla="*/ 104 w 212"/>
                <a:gd name="T33" fmla="*/ 114 h 114"/>
                <a:gd name="T34" fmla="*/ 114 w 212"/>
                <a:gd name="T35" fmla="*/ 109 h 114"/>
                <a:gd name="T36" fmla="*/ 137 w 212"/>
                <a:gd name="T37" fmla="*/ 95 h 114"/>
                <a:gd name="T38" fmla="*/ 138 w 212"/>
                <a:gd name="T39" fmla="*/ 96 h 114"/>
                <a:gd name="T40" fmla="*/ 138 w 212"/>
                <a:gd name="T41" fmla="*/ 100 h 114"/>
                <a:gd name="T42" fmla="*/ 138 w 212"/>
                <a:gd name="T43" fmla="*/ 101 h 114"/>
                <a:gd name="T44" fmla="*/ 139 w 212"/>
                <a:gd name="T45" fmla="*/ 103 h 114"/>
                <a:gd name="T46" fmla="*/ 186 w 212"/>
                <a:gd name="T47" fmla="*/ 83 h 114"/>
                <a:gd name="T48" fmla="*/ 212 w 212"/>
                <a:gd name="T49" fmla="*/ 71 h 114"/>
                <a:gd name="T50" fmla="*/ 136 w 212"/>
                <a:gd name="T51"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12" h="114">
                  <a:moveTo>
                    <a:pt x="136" y="0"/>
                  </a:moveTo>
                  <a:cubicBezTo>
                    <a:pt x="102" y="23"/>
                    <a:pt x="102" y="23"/>
                    <a:pt x="102" y="23"/>
                  </a:cubicBezTo>
                  <a:cubicBezTo>
                    <a:pt x="96" y="24"/>
                    <a:pt x="96" y="29"/>
                    <a:pt x="98" y="36"/>
                  </a:cubicBezTo>
                  <a:cubicBezTo>
                    <a:pt x="93" y="40"/>
                    <a:pt x="89" y="43"/>
                    <a:pt x="86" y="42"/>
                  </a:cubicBezTo>
                  <a:cubicBezTo>
                    <a:pt x="78" y="41"/>
                    <a:pt x="72" y="37"/>
                    <a:pt x="65" y="35"/>
                  </a:cubicBezTo>
                  <a:cubicBezTo>
                    <a:pt x="50" y="31"/>
                    <a:pt x="35" y="40"/>
                    <a:pt x="21" y="45"/>
                  </a:cubicBezTo>
                  <a:cubicBezTo>
                    <a:pt x="14" y="47"/>
                    <a:pt x="10" y="50"/>
                    <a:pt x="8" y="58"/>
                  </a:cubicBezTo>
                  <a:cubicBezTo>
                    <a:pt x="7" y="65"/>
                    <a:pt x="5" y="72"/>
                    <a:pt x="4" y="80"/>
                  </a:cubicBezTo>
                  <a:cubicBezTo>
                    <a:pt x="0" y="96"/>
                    <a:pt x="28" y="84"/>
                    <a:pt x="28" y="71"/>
                  </a:cubicBezTo>
                  <a:cubicBezTo>
                    <a:pt x="29" y="69"/>
                    <a:pt x="28" y="68"/>
                    <a:pt x="28" y="66"/>
                  </a:cubicBezTo>
                  <a:cubicBezTo>
                    <a:pt x="34" y="69"/>
                    <a:pt x="40" y="68"/>
                    <a:pt x="41" y="60"/>
                  </a:cubicBezTo>
                  <a:cubicBezTo>
                    <a:pt x="41" y="64"/>
                    <a:pt x="40" y="69"/>
                    <a:pt x="44" y="72"/>
                  </a:cubicBezTo>
                  <a:cubicBezTo>
                    <a:pt x="46" y="74"/>
                    <a:pt x="51" y="76"/>
                    <a:pt x="54" y="77"/>
                  </a:cubicBezTo>
                  <a:cubicBezTo>
                    <a:pt x="51" y="83"/>
                    <a:pt x="74" y="91"/>
                    <a:pt x="79" y="92"/>
                  </a:cubicBezTo>
                  <a:cubicBezTo>
                    <a:pt x="82" y="93"/>
                    <a:pt x="84" y="94"/>
                    <a:pt x="86" y="96"/>
                  </a:cubicBezTo>
                  <a:cubicBezTo>
                    <a:pt x="90" y="97"/>
                    <a:pt x="96" y="103"/>
                    <a:pt x="98" y="106"/>
                  </a:cubicBezTo>
                  <a:cubicBezTo>
                    <a:pt x="101" y="108"/>
                    <a:pt x="102" y="108"/>
                    <a:pt x="104" y="114"/>
                  </a:cubicBezTo>
                  <a:cubicBezTo>
                    <a:pt x="109" y="112"/>
                    <a:pt x="113" y="112"/>
                    <a:pt x="114" y="109"/>
                  </a:cubicBezTo>
                  <a:cubicBezTo>
                    <a:pt x="117" y="104"/>
                    <a:pt x="128" y="97"/>
                    <a:pt x="137" y="95"/>
                  </a:cubicBezTo>
                  <a:cubicBezTo>
                    <a:pt x="137" y="96"/>
                    <a:pt x="138" y="96"/>
                    <a:pt x="138" y="96"/>
                  </a:cubicBezTo>
                  <a:cubicBezTo>
                    <a:pt x="138" y="98"/>
                    <a:pt x="138" y="99"/>
                    <a:pt x="138" y="100"/>
                  </a:cubicBezTo>
                  <a:cubicBezTo>
                    <a:pt x="138" y="100"/>
                    <a:pt x="138" y="101"/>
                    <a:pt x="138" y="101"/>
                  </a:cubicBezTo>
                  <a:cubicBezTo>
                    <a:pt x="138" y="102"/>
                    <a:pt x="138" y="103"/>
                    <a:pt x="139" y="103"/>
                  </a:cubicBezTo>
                  <a:cubicBezTo>
                    <a:pt x="142" y="103"/>
                    <a:pt x="167" y="91"/>
                    <a:pt x="186" y="83"/>
                  </a:cubicBezTo>
                  <a:cubicBezTo>
                    <a:pt x="201" y="77"/>
                    <a:pt x="212" y="71"/>
                    <a:pt x="212" y="71"/>
                  </a:cubicBezTo>
                  <a:lnTo>
                    <a:pt x="136" y="0"/>
                  </a:lnTo>
                  <a:close/>
                </a:path>
              </a:pathLst>
            </a:custGeom>
            <a:solidFill>
              <a:srgbClr val="2C86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31"/>
            <p:cNvSpPr>
              <a:spLocks/>
            </p:cNvSpPr>
            <p:nvPr/>
          </p:nvSpPr>
          <p:spPr bwMode="auto">
            <a:xfrm>
              <a:off x="4232709" y="3372354"/>
              <a:ext cx="454268" cy="284549"/>
            </a:xfrm>
            <a:custGeom>
              <a:avLst/>
              <a:gdLst>
                <a:gd name="T0" fmla="*/ 264 w 266"/>
                <a:gd name="T1" fmla="*/ 117 h 167"/>
                <a:gd name="T2" fmla="*/ 260 w 266"/>
                <a:gd name="T3" fmla="*/ 115 h 167"/>
                <a:gd name="T4" fmla="*/ 257 w 266"/>
                <a:gd name="T5" fmla="*/ 111 h 167"/>
                <a:gd name="T6" fmla="*/ 255 w 266"/>
                <a:gd name="T7" fmla="*/ 109 h 167"/>
                <a:gd name="T8" fmla="*/ 244 w 266"/>
                <a:gd name="T9" fmla="*/ 99 h 167"/>
                <a:gd name="T10" fmla="*/ 237 w 266"/>
                <a:gd name="T11" fmla="*/ 96 h 167"/>
                <a:gd name="T12" fmla="*/ 210 w 266"/>
                <a:gd name="T13" fmla="*/ 81 h 167"/>
                <a:gd name="T14" fmla="*/ 210 w 266"/>
                <a:gd name="T15" fmla="*/ 80 h 167"/>
                <a:gd name="T16" fmla="*/ 201 w 266"/>
                <a:gd name="T17" fmla="*/ 75 h 167"/>
                <a:gd name="T18" fmla="*/ 198 w 266"/>
                <a:gd name="T19" fmla="*/ 71 h 167"/>
                <a:gd name="T20" fmla="*/ 194 w 266"/>
                <a:gd name="T21" fmla="*/ 72 h 167"/>
                <a:gd name="T22" fmla="*/ 193 w 266"/>
                <a:gd name="T23" fmla="*/ 72 h 167"/>
                <a:gd name="T24" fmla="*/ 169 w 266"/>
                <a:gd name="T25" fmla="*/ 92 h 167"/>
                <a:gd name="T26" fmla="*/ 161 w 266"/>
                <a:gd name="T27" fmla="*/ 89 h 167"/>
                <a:gd name="T28" fmla="*/ 160 w 266"/>
                <a:gd name="T29" fmla="*/ 79 h 167"/>
                <a:gd name="T30" fmla="*/ 161 w 266"/>
                <a:gd name="T31" fmla="*/ 72 h 167"/>
                <a:gd name="T32" fmla="*/ 164 w 266"/>
                <a:gd name="T33" fmla="*/ 57 h 167"/>
                <a:gd name="T34" fmla="*/ 180 w 266"/>
                <a:gd name="T35" fmla="*/ 41 h 167"/>
                <a:gd name="T36" fmla="*/ 187 w 266"/>
                <a:gd name="T37" fmla="*/ 38 h 167"/>
                <a:gd name="T38" fmla="*/ 153 w 266"/>
                <a:gd name="T39" fmla="*/ 44 h 167"/>
                <a:gd name="T40" fmla="*/ 124 w 266"/>
                <a:gd name="T41" fmla="*/ 45 h 167"/>
                <a:gd name="T42" fmla="*/ 112 w 266"/>
                <a:gd name="T43" fmla="*/ 42 h 167"/>
                <a:gd name="T44" fmla="*/ 109 w 266"/>
                <a:gd name="T45" fmla="*/ 23 h 167"/>
                <a:gd name="T46" fmla="*/ 76 w 266"/>
                <a:gd name="T47" fmla="*/ 0 h 167"/>
                <a:gd name="T48" fmla="*/ 0 w 266"/>
                <a:gd name="T49" fmla="*/ 71 h 167"/>
                <a:gd name="T50" fmla="*/ 26 w 266"/>
                <a:gd name="T51" fmla="*/ 83 h 167"/>
                <a:gd name="T52" fmla="*/ 72 w 266"/>
                <a:gd name="T53" fmla="*/ 103 h 167"/>
                <a:gd name="T54" fmla="*/ 74 w 266"/>
                <a:gd name="T55" fmla="*/ 101 h 167"/>
                <a:gd name="T56" fmla="*/ 74 w 266"/>
                <a:gd name="T57" fmla="*/ 100 h 167"/>
                <a:gd name="T58" fmla="*/ 73 w 266"/>
                <a:gd name="T59" fmla="*/ 96 h 167"/>
                <a:gd name="T60" fmla="*/ 74 w 266"/>
                <a:gd name="T61" fmla="*/ 96 h 167"/>
                <a:gd name="T62" fmla="*/ 105 w 266"/>
                <a:gd name="T63" fmla="*/ 120 h 167"/>
                <a:gd name="T64" fmla="*/ 106 w 266"/>
                <a:gd name="T65" fmla="*/ 118 h 167"/>
                <a:gd name="T66" fmla="*/ 118 w 266"/>
                <a:gd name="T67" fmla="*/ 114 h 167"/>
                <a:gd name="T68" fmla="*/ 130 w 266"/>
                <a:gd name="T69" fmla="*/ 130 h 167"/>
                <a:gd name="T70" fmla="*/ 133 w 266"/>
                <a:gd name="T71" fmla="*/ 132 h 167"/>
                <a:gd name="T72" fmla="*/ 136 w 266"/>
                <a:gd name="T73" fmla="*/ 130 h 167"/>
                <a:gd name="T74" fmla="*/ 149 w 266"/>
                <a:gd name="T75" fmla="*/ 124 h 167"/>
                <a:gd name="T76" fmla="*/ 150 w 266"/>
                <a:gd name="T77" fmla="*/ 124 h 167"/>
                <a:gd name="T78" fmla="*/ 162 w 266"/>
                <a:gd name="T79" fmla="*/ 130 h 167"/>
                <a:gd name="T80" fmla="*/ 163 w 266"/>
                <a:gd name="T81" fmla="*/ 133 h 167"/>
                <a:gd name="T82" fmla="*/ 175 w 266"/>
                <a:gd name="T83" fmla="*/ 128 h 167"/>
                <a:gd name="T84" fmla="*/ 184 w 266"/>
                <a:gd name="T85" fmla="*/ 132 h 167"/>
                <a:gd name="T86" fmla="*/ 188 w 266"/>
                <a:gd name="T87" fmla="*/ 144 h 167"/>
                <a:gd name="T88" fmla="*/ 194 w 266"/>
                <a:gd name="T89" fmla="*/ 148 h 167"/>
                <a:gd name="T90" fmla="*/ 198 w 266"/>
                <a:gd name="T91" fmla="*/ 161 h 167"/>
                <a:gd name="T92" fmla="*/ 195 w 266"/>
                <a:gd name="T93" fmla="*/ 166 h 167"/>
                <a:gd name="T94" fmla="*/ 206 w 266"/>
                <a:gd name="T95" fmla="*/ 165 h 167"/>
                <a:gd name="T96" fmla="*/ 205 w 266"/>
                <a:gd name="T97" fmla="*/ 151 h 167"/>
                <a:gd name="T98" fmla="*/ 208 w 266"/>
                <a:gd name="T99" fmla="*/ 154 h 167"/>
                <a:gd name="T100" fmla="*/ 229 w 266"/>
                <a:gd name="T101" fmla="*/ 157 h 167"/>
                <a:gd name="T102" fmla="*/ 231 w 266"/>
                <a:gd name="T103" fmla="*/ 146 h 167"/>
                <a:gd name="T104" fmla="*/ 245 w 266"/>
                <a:gd name="T105" fmla="*/ 147 h 167"/>
                <a:gd name="T106" fmla="*/ 247 w 266"/>
                <a:gd name="T107" fmla="*/ 128 h 167"/>
                <a:gd name="T108" fmla="*/ 247 w 266"/>
                <a:gd name="T109" fmla="*/ 128 h 167"/>
                <a:gd name="T110" fmla="*/ 248 w 266"/>
                <a:gd name="T111" fmla="*/ 129 h 167"/>
                <a:gd name="T112" fmla="*/ 264 w 266"/>
                <a:gd name="T113" fmla="*/ 11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66" h="167">
                  <a:moveTo>
                    <a:pt x="264" y="117"/>
                  </a:moveTo>
                  <a:cubicBezTo>
                    <a:pt x="260" y="115"/>
                    <a:pt x="260" y="115"/>
                    <a:pt x="260" y="115"/>
                  </a:cubicBezTo>
                  <a:cubicBezTo>
                    <a:pt x="259" y="112"/>
                    <a:pt x="258" y="111"/>
                    <a:pt x="257" y="111"/>
                  </a:cubicBezTo>
                  <a:cubicBezTo>
                    <a:pt x="257" y="110"/>
                    <a:pt x="256" y="109"/>
                    <a:pt x="255" y="109"/>
                  </a:cubicBezTo>
                  <a:cubicBezTo>
                    <a:pt x="249" y="102"/>
                    <a:pt x="246" y="100"/>
                    <a:pt x="244" y="99"/>
                  </a:cubicBezTo>
                  <a:cubicBezTo>
                    <a:pt x="242" y="98"/>
                    <a:pt x="240" y="97"/>
                    <a:pt x="237" y="96"/>
                  </a:cubicBezTo>
                  <a:cubicBezTo>
                    <a:pt x="229" y="93"/>
                    <a:pt x="213" y="88"/>
                    <a:pt x="210" y="81"/>
                  </a:cubicBezTo>
                  <a:cubicBezTo>
                    <a:pt x="210" y="80"/>
                    <a:pt x="210" y="80"/>
                    <a:pt x="210" y="80"/>
                  </a:cubicBezTo>
                  <a:cubicBezTo>
                    <a:pt x="207" y="79"/>
                    <a:pt x="203" y="77"/>
                    <a:pt x="201" y="75"/>
                  </a:cubicBezTo>
                  <a:cubicBezTo>
                    <a:pt x="200" y="74"/>
                    <a:pt x="199" y="72"/>
                    <a:pt x="198" y="71"/>
                  </a:cubicBezTo>
                  <a:cubicBezTo>
                    <a:pt x="197" y="71"/>
                    <a:pt x="195" y="72"/>
                    <a:pt x="194" y="72"/>
                  </a:cubicBezTo>
                  <a:cubicBezTo>
                    <a:pt x="194" y="72"/>
                    <a:pt x="193" y="72"/>
                    <a:pt x="193" y="72"/>
                  </a:cubicBezTo>
                  <a:cubicBezTo>
                    <a:pt x="192" y="83"/>
                    <a:pt x="177" y="92"/>
                    <a:pt x="169" y="92"/>
                  </a:cubicBezTo>
                  <a:cubicBezTo>
                    <a:pt x="165" y="92"/>
                    <a:pt x="162" y="90"/>
                    <a:pt x="161" y="89"/>
                  </a:cubicBezTo>
                  <a:cubicBezTo>
                    <a:pt x="159" y="86"/>
                    <a:pt x="159" y="83"/>
                    <a:pt x="160" y="79"/>
                  </a:cubicBezTo>
                  <a:cubicBezTo>
                    <a:pt x="160" y="77"/>
                    <a:pt x="161" y="75"/>
                    <a:pt x="161" y="72"/>
                  </a:cubicBezTo>
                  <a:cubicBezTo>
                    <a:pt x="162" y="67"/>
                    <a:pt x="164" y="62"/>
                    <a:pt x="164" y="57"/>
                  </a:cubicBezTo>
                  <a:cubicBezTo>
                    <a:pt x="166" y="47"/>
                    <a:pt x="172" y="43"/>
                    <a:pt x="180" y="41"/>
                  </a:cubicBezTo>
                  <a:cubicBezTo>
                    <a:pt x="182" y="40"/>
                    <a:pt x="185" y="39"/>
                    <a:pt x="187" y="38"/>
                  </a:cubicBezTo>
                  <a:cubicBezTo>
                    <a:pt x="175" y="37"/>
                    <a:pt x="160" y="45"/>
                    <a:pt x="153" y="44"/>
                  </a:cubicBezTo>
                  <a:cubicBezTo>
                    <a:pt x="146" y="44"/>
                    <a:pt x="139" y="47"/>
                    <a:pt x="124" y="45"/>
                  </a:cubicBezTo>
                  <a:cubicBezTo>
                    <a:pt x="121" y="44"/>
                    <a:pt x="117" y="43"/>
                    <a:pt x="112" y="42"/>
                  </a:cubicBezTo>
                  <a:cubicBezTo>
                    <a:pt x="116" y="32"/>
                    <a:pt x="116" y="25"/>
                    <a:pt x="109" y="23"/>
                  </a:cubicBezTo>
                  <a:cubicBezTo>
                    <a:pt x="76" y="0"/>
                    <a:pt x="76" y="0"/>
                    <a:pt x="76" y="0"/>
                  </a:cubicBezTo>
                  <a:cubicBezTo>
                    <a:pt x="0" y="71"/>
                    <a:pt x="0" y="71"/>
                    <a:pt x="0" y="71"/>
                  </a:cubicBezTo>
                  <a:cubicBezTo>
                    <a:pt x="0" y="71"/>
                    <a:pt x="10" y="77"/>
                    <a:pt x="26" y="83"/>
                  </a:cubicBezTo>
                  <a:cubicBezTo>
                    <a:pt x="44" y="91"/>
                    <a:pt x="70" y="103"/>
                    <a:pt x="72" y="103"/>
                  </a:cubicBezTo>
                  <a:cubicBezTo>
                    <a:pt x="73" y="103"/>
                    <a:pt x="73" y="102"/>
                    <a:pt x="74" y="101"/>
                  </a:cubicBezTo>
                  <a:cubicBezTo>
                    <a:pt x="74" y="101"/>
                    <a:pt x="74" y="100"/>
                    <a:pt x="74" y="100"/>
                  </a:cubicBezTo>
                  <a:cubicBezTo>
                    <a:pt x="74" y="99"/>
                    <a:pt x="74" y="98"/>
                    <a:pt x="73" y="96"/>
                  </a:cubicBezTo>
                  <a:cubicBezTo>
                    <a:pt x="74" y="96"/>
                    <a:pt x="74" y="96"/>
                    <a:pt x="74" y="96"/>
                  </a:cubicBezTo>
                  <a:cubicBezTo>
                    <a:pt x="82" y="100"/>
                    <a:pt x="98" y="118"/>
                    <a:pt x="105" y="120"/>
                  </a:cubicBezTo>
                  <a:cubicBezTo>
                    <a:pt x="105" y="119"/>
                    <a:pt x="106" y="119"/>
                    <a:pt x="106" y="118"/>
                  </a:cubicBezTo>
                  <a:cubicBezTo>
                    <a:pt x="107" y="117"/>
                    <a:pt x="112" y="114"/>
                    <a:pt x="118" y="114"/>
                  </a:cubicBezTo>
                  <a:cubicBezTo>
                    <a:pt x="122" y="114"/>
                    <a:pt x="130" y="116"/>
                    <a:pt x="130" y="130"/>
                  </a:cubicBezTo>
                  <a:cubicBezTo>
                    <a:pt x="131" y="130"/>
                    <a:pt x="133" y="132"/>
                    <a:pt x="133" y="132"/>
                  </a:cubicBezTo>
                  <a:cubicBezTo>
                    <a:pt x="134" y="132"/>
                    <a:pt x="135" y="131"/>
                    <a:pt x="136" y="130"/>
                  </a:cubicBezTo>
                  <a:cubicBezTo>
                    <a:pt x="139" y="127"/>
                    <a:pt x="142" y="124"/>
                    <a:pt x="149" y="124"/>
                  </a:cubicBezTo>
                  <a:cubicBezTo>
                    <a:pt x="149" y="124"/>
                    <a:pt x="149" y="124"/>
                    <a:pt x="150" y="124"/>
                  </a:cubicBezTo>
                  <a:cubicBezTo>
                    <a:pt x="154" y="124"/>
                    <a:pt x="159" y="126"/>
                    <a:pt x="162" y="130"/>
                  </a:cubicBezTo>
                  <a:cubicBezTo>
                    <a:pt x="162" y="131"/>
                    <a:pt x="163" y="132"/>
                    <a:pt x="163" y="133"/>
                  </a:cubicBezTo>
                  <a:cubicBezTo>
                    <a:pt x="167" y="130"/>
                    <a:pt x="171" y="128"/>
                    <a:pt x="175" y="128"/>
                  </a:cubicBezTo>
                  <a:cubicBezTo>
                    <a:pt x="179" y="128"/>
                    <a:pt x="182" y="130"/>
                    <a:pt x="184" y="132"/>
                  </a:cubicBezTo>
                  <a:cubicBezTo>
                    <a:pt x="187" y="136"/>
                    <a:pt x="189" y="140"/>
                    <a:pt x="188" y="144"/>
                  </a:cubicBezTo>
                  <a:cubicBezTo>
                    <a:pt x="190" y="145"/>
                    <a:pt x="193" y="146"/>
                    <a:pt x="194" y="148"/>
                  </a:cubicBezTo>
                  <a:cubicBezTo>
                    <a:pt x="198" y="151"/>
                    <a:pt x="200" y="156"/>
                    <a:pt x="198" y="161"/>
                  </a:cubicBezTo>
                  <a:cubicBezTo>
                    <a:pt x="197" y="163"/>
                    <a:pt x="196" y="165"/>
                    <a:pt x="195" y="166"/>
                  </a:cubicBezTo>
                  <a:cubicBezTo>
                    <a:pt x="199" y="167"/>
                    <a:pt x="203" y="167"/>
                    <a:pt x="206" y="165"/>
                  </a:cubicBezTo>
                  <a:cubicBezTo>
                    <a:pt x="212" y="161"/>
                    <a:pt x="209" y="156"/>
                    <a:pt x="205" y="151"/>
                  </a:cubicBezTo>
                  <a:cubicBezTo>
                    <a:pt x="206" y="152"/>
                    <a:pt x="208" y="154"/>
                    <a:pt x="208" y="154"/>
                  </a:cubicBezTo>
                  <a:cubicBezTo>
                    <a:pt x="209" y="155"/>
                    <a:pt x="224" y="163"/>
                    <a:pt x="229" y="157"/>
                  </a:cubicBezTo>
                  <a:cubicBezTo>
                    <a:pt x="232" y="154"/>
                    <a:pt x="235" y="148"/>
                    <a:pt x="231" y="146"/>
                  </a:cubicBezTo>
                  <a:cubicBezTo>
                    <a:pt x="236" y="148"/>
                    <a:pt x="241" y="149"/>
                    <a:pt x="245" y="147"/>
                  </a:cubicBezTo>
                  <a:cubicBezTo>
                    <a:pt x="251" y="145"/>
                    <a:pt x="256" y="134"/>
                    <a:pt x="247" y="128"/>
                  </a:cubicBezTo>
                  <a:cubicBezTo>
                    <a:pt x="247" y="128"/>
                    <a:pt x="247" y="128"/>
                    <a:pt x="247" y="128"/>
                  </a:cubicBezTo>
                  <a:cubicBezTo>
                    <a:pt x="248" y="128"/>
                    <a:pt x="248" y="128"/>
                    <a:pt x="248" y="129"/>
                  </a:cubicBezTo>
                  <a:cubicBezTo>
                    <a:pt x="260" y="135"/>
                    <a:pt x="266" y="126"/>
                    <a:pt x="264" y="117"/>
                  </a:cubicBezTo>
                  <a:close/>
                </a:path>
              </a:pathLst>
            </a:custGeom>
            <a:solidFill>
              <a:srgbClr val="2C86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68" name="组合 167"/>
          <p:cNvGrpSpPr/>
          <p:nvPr/>
        </p:nvGrpSpPr>
        <p:grpSpPr>
          <a:xfrm>
            <a:off x="7455007" y="3392489"/>
            <a:ext cx="588292" cy="589408"/>
            <a:chOff x="7479746" y="3318911"/>
            <a:chExt cx="380603" cy="381325"/>
          </a:xfrm>
        </p:grpSpPr>
        <p:sp>
          <p:nvSpPr>
            <p:cNvPr id="30" name="Freeform 32"/>
            <p:cNvSpPr>
              <a:spLocks noEditPoints="1"/>
            </p:cNvSpPr>
            <p:nvPr/>
          </p:nvSpPr>
          <p:spPr bwMode="auto">
            <a:xfrm>
              <a:off x="7479746" y="3318911"/>
              <a:ext cx="380603" cy="381325"/>
            </a:xfrm>
            <a:custGeom>
              <a:avLst/>
              <a:gdLst>
                <a:gd name="T0" fmla="*/ 111 w 223"/>
                <a:gd name="T1" fmla="*/ 0 h 223"/>
                <a:gd name="T2" fmla="*/ 0 w 223"/>
                <a:gd name="T3" fmla="*/ 112 h 223"/>
                <a:gd name="T4" fmla="*/ 111 w 223"/>
                <a:gd name="T5" fmla="*/ 223 h 223"/>
                <a:gd name="T6" fmla="*/ 223 w 223"/>
                <a:gd name="T7" fmla="*/ 112 h 223"/>
                <a:gd name="T8" fmla="*/ 111 w 223"/>
                <a:gd name="T9" fmla="*/ 0 h 223"/>
                <a:gd name="T10" fmla="*/ 111 w 223"/>
                <a:gd name="T11" fmla="*/ 213 h 223"/>
                <a:gd name="T12" fmla="*/ 10 w 223"/>
                <a:gd name="T13" fmla="*/ 112 h 223"/>
                <a:gd name="T14" fmla="*/ 111 w 223"/>
                <a:gd name="T15" fmla="*/ 11 h 223"/>
                <a:gd name="T16" fmla="*/ 212 w 223"/>
                <a:gd name="T17" fmla="*/ 112 h 223"/>
                <a:gd name="T18" fmla="*/ 111 w 223"/>
                <a:gd name="T19" fmla="*/ 21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3" h="223">
                  <a:moveTo>
                    <a:pt x="111" y="0"/>
                  </a:moveTo>
                  <a:cubicBezTo>
                    <a:pt x="50" y="0"/>
                    <a:pt x="0" y="50"/>
                    <a:pt x="0" y="112"/>
                  </a:cubicBezTo>
                  <a:cubicBezTo>
                    <a:pt x="0" y="173"/>
                    <a:pt x="50" y="223"/>
                    <a:pt x="111" y="223"/>
                  </a:cubicBezTo>
                  <a:cubicBezTo>
                    <a:pt x="173" y="223"/>
                    <a:pt x="223" y="173"/>
                    <a:pt x="223" y="112"/>
                  </a:cubicBezTo>
                  <a:cubicBezTo>
                    <a:pt x="223" y="50"/>
                    <a:pt x="173" y="0"/>
                    <a:pt x="111" y="0"/>
                  </a:cubicBezTo>
                  <a:close/>
                  <a:moveTo>
                    <a:pt x="111" y="213"/>
                  </a:moveTo>
                  <a:cubicBezTo>
                    <a:pt x="55" y="213"/>
                    <a:pt x="10" y="168"/>
                    <a:pt x="10" y="112"/>
                  </a:cubicBezTo>
                  <a:cubicBezTo>
                    <a:pt x="10" y="56"/>
                    <a:pt x="55" y="11"/>
                    <a:pt x="111" y="11"/>
                  </a:cubicBezTo>
                  <a:cubicBezTo>
                    <a:pt x="167" y="11"/>
                    <a:pt x="212" y="56"/>
                    <a:pt x="212" y="112"/>
                  </a:cubicBezTo>
                  <a:cubicBezTo>
                    <a:pt x="212" y="168"/>
                    <a:pt x="167" y="213"/>
                    <a:pt x="111" y="213"/>
                  </a:cubicBezTo>
                  <a:close/>
                </a:path>
              </a:pathLst>
            </a:custGeom>
            <a:solidFill>
              <a:srgbClr val="E66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Oval 33"/>
            <p:cNvSpPr>
              <a:spLocks noChangeArrowheads="1"/>
            </p:cNvSpPr>
            <p:nvPr/>
          </p:nvSpPr>
          <p:spPr bwMode="auto">
            <a:xfrm>
              <a:off x="7505023" y="3346355"/>
              <a:ext cx="327881" cy="327881"/>
            </a:xfrm>
            <a:prstGeom prst="ellipse">
              <a:avLst/>
            </a:prstGeom>
            <a:solidFill>
              <a:srgbClr val="E66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34"/>
            <p:cNvSpPr>
              <a:spLocks/>
            </p:cNvSpPr>
            <p:nvPr/>
          </p:nvSpPr>
          <p:spPr bwMode="auto">
            <a:xfrm>
              <a:off x="7660298" y="3399075"/>
              <a:ext cx="20944" cy="96054"/>
            </a:xfrm>
            <a:custGeom>
              <a:avLst/>
              <a:gdLst>
                <a:gd name="T0" fmla="*/ 12 w 12"/>
                <a:gd name="T1" fmla="*/ 56 h 56"/>
                <a:gd name="T2" fmla="*/ 6 w 12"/>
                <a:gd name="T3" fmla="*/ 0 h 56"/>
                <a:gd name="T4" fmla="*/ 0 w 12"/>
                <a:gd name="T5" fmla="*/ 47 h 56"/>
                <a:gd name="T6" fmla="*/ 10 w 12"/>
                <a:gd name="T7" fmla="*/ 55 h 56"/>
                <a:gd name="T8" fmla="*/ 12 w 12"/>
                <a:gd name="T9" fmla="*/ 56 h 56"/>
              </a:gdLst>
              <a:ahLst/>
              <a:cxnLst>
                <a:cxn ang="0">
                  <a:pos x="T0" y="T1"/>
                </a:cxn>
                <a:cxn ang="0">
                  <a:pos x="T2" y="T3"/>
                </a:cxn>
                <a:cxn ang="0">
                  <a:pos x="T4" y="T5"/>
                </a:cxn>
                <a:cxn ang="0">
                  <a:pos x="T6" y="T7"/>
                </a:cxn>
                <a:cxn ang="0">
                  <a:pos x="T8" y="T9"/>
                </a:cxn>
              </a:cxnLst>
              <a:rect l="0" t="0" r="r" b="b"/>
              <a:pathLst>
                <a:path w="12" h="56">
                  <a:moveTo>
                    <a:pt x="12" y="56"/>
                  </a:moveTo>
                  <a:cubicBezTo>
                    <a:pt x="6" y="0"/>
                    <a:pt x="6" y="0"/>
                    <a:pt x="6" y="0"/>
                  </a:cubicBezTo>
                  <a:cubicBezTo>
                    <a:pt x="0" y="47"/>
                    <a:pt x="0" y="47"/>
                    <a:pt x="0" y="47"/>
                  </a:cubicBezTo>
                  <a:cubicBezTo>
                    <a:pt x="10" y="55"/>
                    <a:pt x="10" y="55"/>
                    <a:pt x="10" y="55"/>
                  </a:cubicBezTo>
                  <a:cubicBezTo>
                    <a:pt x="11" y="55"/>
                    <a:pt x="12" y="56"/>
                    <a:pt x="12" y="5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35"/>
            <p:cNvSpPr>
              <a:spLocks/>
            </p:cNvSpPr>
            <p:nvPr/>
          </p:nvSpPr>
          <p:spPr bwMode="auto">
            <a:xfrm>
              <a:off x="7571466" y="3416408"/>
              <a:ext cx="112664" cy="112664"/>
            </a:xfrm>
            <a:custGeom>
              <a:avLst/>
              <a:gdLst>
                <a:gd name="T0" fmla="*/ 65 w 66"/>
                <a:gd name="T1" fmla="*/ 54 h 66"/>
                <a:gd name="T2" fmla="*/ 60 w 66"/>
                <a:gd name="T3" fmla="*/ 49 h 66"/>
                <a:gd name="T4" fmla="*/ 51 w 66"/>
                <a:gd name="T5" fmla="*/ 42 h 66"/>
                <a:gd name="T6" fmla="*/ 0 w 66"/>
                <a:gd name="T7" fmla="*/ 0 h 66"/>
                <a:gd name="T8" fmla="*/ 49 w 66"/>
                <a:gd name="T9" fmla="*/ 60 h 66"/>
                <a:gd name="T10" fmla="*/ 57 w 66"/>
                <a:gd name="T11" fmla="*/ 66 h 66"/>
                <a:gd name="T12" fmla="*/ 66 w 66"/>
                <a:gd name="T13" fmla="*/ 57 h 66"/>
                <a:gd name="T14" fmla="*/ 65 w 66"/>
                <a:gd name="T15" fmla="*/ 54 h 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66">
                  <a:moveTo>
                    <a:pt x="65" y="54"/>
                  </a:moveTo>
                  <a:cubicBezTo>
                    <a:pt x="64" y="51"/>
                    <a:pt x="62" y="49"/>
                    <a:pt x="60" y="49"/>
                  </a:cubicBezTo>
                  <a:cubicBezTo>
                    <a:pt x="51" y="42"/>
                    <a:pt x="51" y="42"/>
                    <a:pt x="51" y="42"/>
                  </a:cubicBezTo>
                  <a:cubicBezTo>
                    <a:pt x="0" y="0"/>
                    <a:pt x="0" y="0"/>
                    <a:pt x="0" y="0"/>
                  </a:cubicBezTo>
                  <a:cubicBezTo>
                    <a:pt x="49" y="60"/>
                    <a:pt x="49" y="60"/>
                    <a:pt x="49" y="60"/>
                  </a:cubicBezTo>
                  <a:cubicBezTo>
                    <a:pt x="50" y="63"/>
                    <a:pt x="53" y="66"/>
                    <a:pt x="57" y="66"/>
                  </a:cubicBezTo>
                  <a:cubicBezTo>
                    <a:pt x="62" y="66"/>
                    <a:pt x="66" y="62"/>
                    <a:pt x="66" y="57"/>
                  </a:cubicBezTo>
                  <a:cubicBezTo>
                    <a:pt x="66" y="56"/>
                    <a:pt x="66" y="55"/>
                    <a:pt x="65" y="5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Oval 36"/>
            <p:cNvSpPr>
              <a:spLocks noChangeArrowheads="1"/>
            </p:cNvSpPr>
            <p:nvPr/>
          </p:nvSpPr>
          <p:spPr bwMode="auto">
            <a:xfrm>
              <a:off x="7663908" y="3638126"/>
              <a:ext cx="10111" cy="1083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37"/>
            <p:cNvSpPr>
              <a:spLocks/>
            </p:cNvSpPr>
            <p:nvPr/>
          </p:nvSpPr>
          <p:spPr bwMode="auto">
            <a:xfrm>
              <a:off x="7728907" y="3619348"/>
              <a:ext cx="11555" cy="13722"/>
            </a:xfrm>
            <a:custGeom>
              <a:avLst/>
              <a:gdLst>
                <a:gd name="T0" fmla="*/ 6 w 7"/>
                <a:gd name="T1" fmla="*/ 2 h 8"/>
                <a:gd name="T2" fmla="*/ 5 w 7"/>
                <a:gd name="T3" fmla="*/ 7 h 8"/>
                <a:gd name="T4" fmla="*/ 1 w 7"/>
                <a:gd name="T5" fmla="*/ 6 h 8"/>
                <a:gd name="T6" fmla="*/ 2 w 7"/>
                <a:gd name="T7" fmla="*/ 1 h 8"/>
                <a:gd name="T8" fmla="*/ 6 w 7"/>
                <a:gd name="T9" fmla="*/ 2 h 8"/>
              </a:gdLst>
              <a:ahLst/>
              <a:cxnLst>
                <a:cxn ang="0">
                  <a:pos x="T0" y="T1"/>
                </a:cxn>
                <a:cxn ang="0">
                  <a:pos x="T2" y="T3"/>
                </a:cxn>
                <a:cxn ang="0">
                  <a:pos x="T4" y="T5"/>
                </a:cxn>
                <a:cxn ang="0">
                  <a:pos x="T6" y="T7"/>
                </a:cxn>
                <a:cxn ang="0">
                  <a:pos x="T8" y="T9"/>
                </a:cxn>
              </a:cxnLst>
              <a:rect l="0" t="0" r="r" b="b"/>
              <a:pathLst>
                <a:path w="7" h="8">
                  <a:moveTo>
                    <a:pt x="6" y="2"/>
                  </a:moveTo>
                  <a:cubicBezTo>
                    <a:pt x="7" y="4"/>
                    <a:pt x="7" y="6"/>
                    <a:pt x="5" y="7"/>
                  </a:cubicBezTo>
                  <a:cubicBezTo>
                    <a:pt x="4" y="8"/>
                    <a:pt x="2" y="7"/>
                    <a:pt x="1" y="6"/>
                  </a:cubicBezTo>
                  <a:cubicBezTo>
                    <a:pt x="0" y="4"/>
                    <a:pt x="1" y="2"/>
                    <a:pt x="2" y="1"/>
                  </a:cubicBezTo>
                  <a:cubicBezTo>
                    <a:pt x="4" y="0"/>
                    <a:pt x="6" y="1"/>
                    <a:pt x="6"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38"/>
            <p:cNvSpPr>
              <a:spLocks/>
            </p:cNvSpPr>
            <p:nvPr/>
          </p:nvSpPr>
          <p:spPr bwMode="auto">
            <a:xfrm>
              <a:off x="7778017" y="3571683"/>
              <a:ext cx="12278" cy="12278"/>
            </a:xfrm>
            <a:custGeom>
              <a:avLst/>
              <a:gdLst>
                <a:gd name="T0" fmla="*/ 5 w 7"/>
                <a:gd name="T1" fmla="*/ 1 h 7"/>
                <a:gd name="T2" fmla="*/ 7 w 7"/>
                <a:gd name="T3" fmla="*/ 5 h 7"/>
                <a:gd name="T4" fmla="*/ 2 w 7"/>
                <a:gd name="T5" fmla="*/ 6 h 7"/>
                <a:gd name="T6" fmla="*/ 1 w 7"/>
                <a:gd name="T7" fmla="*/ 2 h 7"/>
                <a:gd name="T8" fmla="*/ 5 w 7"/>
                <a:gd name="T9" fmla="*/ 1 h 7"/>
              </a:gdLst>
              <a:ahLst/>
              <a:cxnLst>
                <a:cxn ang="0">
                  <a:pos x="T0" y="T1"/>
                </a:cxn>
                <a:cxn ang="0">
                  <a:pos x="T2" y="T3"/>
                </a:cxn>
                <a:cxn ang="0">
                  <a:pos x="T4" y="T5"/>
                </a:cxn>
                <a:cxn ang="0">
                  <a:pos x="T6" y="T7"/>
                </a:cxn>
                <a:cxn ang="0">
                  <a:pos x="T8" y="T9"/>
                </a:cxn>
              </a:cxnLst>
              <a:rect l="0" t="0" r="r" b="b"/>
              <a:pathLst>
                <a:path w="7" h="7">
                  <a:moveTo>
                    <a:pt x="5" y="1"/>
                  </a:moveTo>
                  <a:cubicBezTo>
                    <a:pt x="7" y="2"/>
                    <a:pt x="7" y="4"/>
                    <a:pt x="7" y="5"/>
                  </a:cubicBezTo>
                  <a:cubicBezTo>
                    <a:pt x="6" y="7"/>
                    <a:pt x="4" y="7"/>
                    <a:pt x="2" y="6"/>
                  </a:cubicBezTo>
                  <a:cubicBezTo>
                    <a:pt x="1" y="5"/>
                    <a:pt x="0" y="4"/>
                    <a:pt x="1" y="2"/>
                  </a:cubicBezTo>
                  <a:cubicBezTo>
                    <a:pt x="2" y="1"/>
                    <a:pt x="4" y="0"/>
                    <a:pt x="5"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Oval 39"/>
            <p:cNvSpPr>
              <a:spLocks noChangeArrowheads="1"/>
            </p:cNvSpPr>
            <p:nvPr/>
          </p:nvSpPr>
          <p:spPr bwMode="auto">
            <a:xfrm>
              <a:off x="7796794" y="3506684"/>
              <a:ext cx="12278" cy="1083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40"/>
            <p:cNvSpPr>
              <a:spLocks/>
            </p:cNvSpPr>
            <p:nvPr/>
          </p:nvSpPr>
          <p:spPr bwMode="auto">
            <a:xfrm>
              <a:off x="7780184" y="3438797"/>
              <a:ext cx="11555" cy="11555"/>
            </a:xfrm>
            <a:custGeom>
              <a:avLst/>
              <a:gdLst>
                <a:gd name="T0" fmla="*/ 2 w 7"/>
                <a:gd name="T1" fmla="*/ 1 h 7"/>
                <a:gd name="T2" fmla="*/ 6 w 7"/>
                <a:gd name="T3" fmla="*/ 2 h 7"/>
                <a:gd name="T4" fmla="*/ 5 w 7"/>
                <a:gd name="T5" fmla="*/ 6 h 7"/>
                <a:gd name="T6" fmla="*/ 1 w 7"/>
                <a:gd name="T7" fmla="*/ 5 h 7"/>
                <a:gd name="T8" fmla="*/ 2 w 7"/>
                <a:gd name="T9" fmla="*/ 1 h 7"/>
              </a:gdLst>
              <a:ahLst/>
              <a:cxnLst>
                <a:cxn ang="0">
                  <a:pos x="T0" y="T1"/>
                </a:cxn>
                <a:cxn ang="0">
                  <a:pos x="T2" y="T3"/>
                </a:cxn>
                <a:cxn ang="0">
                  <a:pos x="T4" y="T5"/>
                </a:cxn>
                <a:cxn ang="0">
                  <a:pos x="T6" y="T7"/>
                </a:cxn>
                <a:cxn ang="0">
                  <a:pos x="T8" y="T9"/>
                </a:cxn>
              </a:cxnLst>
              <a:rect l="0" t="0" r="r" b="b"/>
              <a:pathLst>
                <a:path w="7" h="7">
                  <a:moveTo>
                    <a:pt x="2" y="1"/>
                  </a:moveTo>
                  <a:cubicBezTo>
                    <a:pt x="4" y="0"/>
                    <a:pt x="5" y="1"/>
                    <a:pt x="6" y="2"/>
                  </a:cubicBezTo>
                  <a:cubicBezTo>
                    <a:pt x="7" y="3"/>
                    <a:pt x="7" y="5"/>
                    <a:pt x="5" y="6"/>
                  </a:cubicBezTo>
                  <a:cubicBezTo>
                    <a:pt x="4" y="7"/>
                    <a:pt x="2" y="7"/>
                    <a:pt x="1" y="5"/>
                  </a:cubicBezTo>
                  <a:cubicBezTo>
                    <a:pt x="0" y="4"/>
                    <a:pt x="0" y="2"/>
                    <a:pt x="2"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41"/>
            <p:cNvSpPr>
              <a:spLocks/>
            </p:cNvSpPr>
            <p:nvPr/>
          </p:nvSpPr>
          <p:spPr bwMode="auto">
            <a:xfrm>
              <a:off x="7732518" y="3388965"/>
              <a:ext cx="11555" cy="12278"/>
            </a:xfrm>
            <a:custGeom>
              <a:avLst/>
              <a:gdLst>
                <a:gd name="T0" fmla="*/ 1 w 7"/>
                <a:gd name="T1" fmla="*/ 2 h 7"/>
                <a:gd name="T2" fmla="*/ 5 w 7"/>
                <a:gd name="T3" fmla="*/ 1 h 7"/>
                <a:gd name="T4" fmla="*/ 6 w 7"/>
                <a:gd name="T5" fmla="*/ 5 h 7"/>
                <a:gd name="T6" fmla="*/ 2 w 7"/>
                <a:gd name="T7" fmla="*/ 7 h 7"/>
                <a:gd name="T8" fmla="*/ 1 w 7"/>
                <a:gd name="T9" fmla="*/ 2 h 7"/>
              </a:gdLst>
              <a:ahLst/>
              <a:cxnLst>
                <a:cxn ang="0">
                  <a:pos x="T0" y="T1"/>
                </a:cxn>
                <a:cxn ang="0">
                  <a:pos x="T2" y="T3"/>
                </a:cxn>
                <a:cxn ang="0">
                  <a:pos x="T4" y="T5"/>
                </a:cxn>
                <a:cxn ang="0">
                  <a:pos x="T6" y="T7"/>
                </a:cxn>
                <a:cxn ang="0">
                  <a:pos x="T8" y="T9"/>
                </a:cxn>
              </a:cxnLst>
              <a:rect l="0" t="0" r="r" b="b"/>
              <a:pathLst>
                <a:path w="7" h="7">
                  <a:moveTo>
                    <a:pt x="1" y="2"/>
                  </a:moveTo>
                  <a:cubicBezTo>
                    <a:pt x="1" y="1"/>
                    <a:pt x="3" y="0"/>
                    <a:pt x="5" y="1"/>
                  </a:cubicBezTo>
                  <a:cubicBezTo>
                    <a:pt x="6" y="2"/>
                    <a:pt x="7" y="4"/>
                    <a:pt x="6" y="5"/>
                  </a:cubicBezTo>
                  <a:cubicBezTo>
                    <a:pt x="5" y="7"/>
                    <a:pt x="3" y="7"/>
                    <a:pt x="2" y="7"/>
                  </a:cubicBezTo>
                  <a:cubicBezTo>
                    <a:pt x="0" y="6"/>
                    <a:pt x="0" y="4"/>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Oval 42"/>
            <p:cNvSpPr>
              <a:spLocks noChangeArrowheads="1"/>
            </p:cNvSpPr>
            <p:nvPr/>
          </p:nvSpPr>
          <p:spPr bwMode="auto">
            <a:xfrm>
              <a:off x="7665353" y="3372354"/>
              <a:ext cx="10833" cy="10111"/>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43"/>
            <p:cNvSpPr>
              <a:spLocks/>
            </p:cNvSpPr>
            <p:nvPr/>
          </p:nvSpPr>
          <p:spPr bwMode="auto">
            <a:xfrm>
              <a:off x="7598910" y="3387520"/>
              <a:ext cx="12278" cy="13722"/>
            </a:xfrm>
            <a:custGeom>
              <a:avLst/>
              <a:gdLst>
                <a:gd name="T0" fmla="*/ 0 w 7"/>
                <a:gd name="T1" fmla="*/ 5 h 8"/>
                <a:gd name="T2" fmla="*/ 2 w 7"/>
                <a:gd name="T3" fmla="*/ 1 h 8"/>
                <a:gd name="T4" fmla="*/ 6 w 7"/>
                <a:gd name="T5" fmla="*/ 2 h 8"/>
                <a:gd name="T6" fmla="*/ 5 w 7"/>
                <a:gd name="T7" fmla="*/ 7 h 8"/>
                <a:gd name="T8" fmla="*/ 0 w 7"/>
                <a:gd name="T9" fmla="*/ 5 h 8"/>
              </a:gdLst>
              <a:ahLst/>
              <a:cxnLst>
                <a:cxn ang="0">
                  <a:pos x="T0" y="T1"/>
                </a:cxn>
                <a:cxn ang="0">
                  <a:pos x="T2" y="T3"/>
                </a:cxn>
                <a:cxn ang="0">
                  <a:pos x="T4" y="T5"/>
                </a:cxn>
                <a:cxn ang="0">
                  <a:pos x="T6" y="T7"/>
                </a:cxn>
                <a:cxn ang="0">
                  <a:pos x="T8" y="T9"/>
                </a:cxn>
              </a:cxnLst>
              <a:rect l="0" t="0" r="r" b="b"/>
              <a:pathLst>
                <a:path w="7" h="8">
                  <a:moveTo>
                    <a:pt x="0" y="5"/>
                  </a:moveTo>
                  <a:cubicBezTo>
                    <a:pt x="0" y="4"/>
                    <a:pt x="0" y="2"/>
                    <a:pt x="2" y="1"/>
                  </a:cubicBezTo>
                  <a:cubicBezTo>
                    <a:pt x="3" y="0"/>
                    <a:pt x="5" y="1"/>
                    <a:pt x="6" y="2"/>
                  </a:cubicBezTo>
                  <a:cubicBezTo>
                    <a:pt x="7" y="4"/>
                    <a:pt x="6" y="6"/>
                    <a:pt x="5" y="7"/>
                  </a:cubicBezTo>
                  <a:cubicBezTo>
                    <a:pt x="3" y="8"/>
                    <a:pt x="1" y="7"/>
                    <a:pt x="0"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44"/>
            <p:cNvSpPr>
              <a:spLocks/>
            </p:cNvSpPr>
            <p:nvPr/>
          </p:nvSpPr>
          <p:spPr bwMode="auto">
            <a:xfrm>
              <a:off x="7549800" y="3436630"/>
              <a:ext cx="11555" cy="12278"/>
            </a:xfrm>
            <a:custGeom>
              <a:avLst/>
              <a:gdLst>
                <a:gd name="T0" fmla="*/ 2 w 7"/>
                <a:gd name="T1" fmla="*/ 6 h 7"/>
                <a:gd name="T2" fmla="*/ 0 w 7"/>
                <a:gd name="T3" fmla="*/ 2 h 7"/>
                <a:gd name="T4" fmla="*/ 5 w 7"/>
                <a:gd name="T5" fmla="*/ 0 h 7"/>
                <a:gd name="T6" fmla="*/ 6 w 7"/>
                <a:gd name="T7" fmla="*/ 5 h 7"/>
                <a:gd name="T8" fmla="*/ 2 w 7"/>
                <a:gd name="T9" fmla="*/ 6 h 7"/>
              </a:gdLst>
              <a:ahLst/>
              <a:cxnLst>
                <a:cxn ang="0">
                  <a:pos x="T0" y="T1"/>
                </a:cxn>
                <a:cxn ang="0">
                  <a:pos x="T2" y="T3"/>
                </a:cxn>
                <a:cxn ang="0">
                  <a:pos x="T4" y="T5"/>
                </a:cxn>
                <a:cxn ang="0">
                  <a:pos x="T6" y="T7"/>
                </a:cxn>
                <a:cxn ang="0">
                  <a:pos x="T8" y="T9"/>
                </a:cxn>
              </a:cxnLst>
              <a:rect l="0" t="0" r="r" b="b"/>
              <a:pathLst>
                <a:path w="7" h="7">
                  <a:moveTo>
                    <a:pt x="2" y="6"/>
                  </a:moveTo>
                  <a:cubicBezTo>
                    <a:pt x="0" y="5"/>
                    <a:pt x="0" y="3"/>
                    <a:pt x="0" y="2"/>
                  </a:cubicBezTo>
                  <a:cubicBezTo>
                    <a:pt x="1" y="0"/>
                    <a:pt x="3" y="0"/>
                    <a:pt x="5" y="0"/>
                  </a:cubicBezTo>
                  <a:cubicBezTo>
                    <a:pt x="6" y="1"/>
                    <a:pt x="7" y="3"/>
                    <a:pt x="6" y="5"/>
                  </a:cubicBezTo>
                  <a:cubicBezTo>
                    <a:pt x="5" y="6"/>
                    <a:pt x="3" y="7"/>
                    <a:pt x="2" y="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Oval 45"/>
            <p:cNvSpPr>
              <a:spLocks noChangeArrowheads="1"/>
            </p:cNvSpPr>
            <p:nvPr/>
          </p:nvSpPr>
          <p:spPr bwMode="auto">
            <a:xfrm>
              <a:off x="7531023" y="3503795"/>
              <a:ext cx="11555" cy="10111"/>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46"/>
            <p:cNvSpPr>
              <a:spLocks/>
            </p:cNvSpPr>
            <p:nvPr/>
          </p:nvSpPr>
          <p:spPr bwMode="auto">
            <a:xfrm>
              <a:off x="7547633" y="3570238"/>
              <a:ext cx="12278" cy="11555"/>
            </a:xfrm>
            <a:custGeom>
              <a:avLst/>
              <a:gdLst>
                <a:gd name="T0" fmla="*/ 5 w 7"/>
                <a:gd name="T1" fmla="*/ 6 h 7"/>
                <a:gd name="T2" fmla="*/ 1 w 7"/>
                <a:gd name="T3" fmla="*/ 5 h 7"/>
                <a:gd name="T4" fmla="*/ 2 w 7"/>
                <a:gd name="T5" fmla="*/ 1 h 7"/>
                <a:gd name="T6" fmla="*/ 6 w 7"/>
                <a:gd name="T7" fmla="*/ 2 h 7"/>
                <a:gd name="T8" fmla="*/ 5 w 7"/>
                <a:gd name="T9" fmla="*/ 6 h 7"/>
              </a:gdLst>
              <a:ahLst/>
              <a:cxnLst>
                <a:cxn ang="0">
                  <a:pos x="T0" y="T1"/>
                </a:cxn>
                <a:cxn ang="0">
                  <a:pos x="T2" y="T3"/>
                </a:cxn>
                <a:cxn ang="0">
                  <a:pos x="T4" y="T5"/>
                </a:cxn>
                <a:cxn ang="0">
                  <a:pos x="T6" y="T7"/>
                </a:cxn>
                <a:cxn ang="0">
                  <a:pos x="T8" y="T9"/>
                </a:cxn>
              </a:cxnLst>
              <a:rect l="0" t="0" r="r" b="b"/>
              <a:pathLst>
                <a:path w="7" h="7">
                  <a:moveTo>
                    <a:pt x="5" y="6"/>
                  </a:moveTo>
                  <a:cubicBezTo>
                    <a:pt x="3" y="7"/>
                    <a:pt x="2" y="6"/>
                    <a:pt x="1" y="5"/>
                  </a:cubicBezTo>
                  <a:cubicBezTo>
                    <a:pt x="0" y="3"/>
                    <a:pt x="0" y="1"/>
                    <a:pt x="2" y="1"/>
                  </a:cubicBezTo>
                  <a:cubicBezTo>
                    <a:pt x="3" y="0"/>
                    <a:pt x="5" y="0"/>
                    <a:pt x="6" y="2"/>
                  </a:cubicBezTo>
                  <a:cubicBezTo>
                    <a:pt x="7" y="3"/>
                    <a:pt x="7" y="5"/>
                    <a:pt x="5" y="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47"/>
            <p:cNvSpPr>
              <a:spLocks/>
            </p:cNvSpPr>
            <p:nvPr/>
          </p:nvSpPr>
          <p:spPr bwMode="auto">
            <a:xfrm>
              <a:off x="7595299" y="3617904"/>
              <a:ext cx="12278" cy="13722"/>
            </a:xfrm>
            <a:custGeom>
              <a:avLst/>
              <a:gdLst>
                <a:gd name="T0" fmla="*/ 6 w 7"/>
                <a:gd name="T1" fmla="*/ 6 h 8"/>
                <a:gd name="T2" fmla="*/ 2 w 7"/>
                <a:gd name="T3" fmla="*/ 7 h 8"/>
                <a:gd name="T4" fmla="*/ 1 w 7"/>
                <a:gd name="T5" fmla="*/ 3 h 8"/>
                <a:gd name="T6" fmla="*/ 5 w 7"/>
                <a:gd name="T7" fmla="*/ 1 h 8"/>
                <a:gd name="T8" fmla="*/ 6 w 7"/>
                <a:gd name="T9" fmla="*/ 6 h 8"/>
              </a:gdLst>
              <a:ahLst/>
              <a:cxnLst>
                <a:cxn ang="0">
                  <a:pos x="T0" y="T1"/>
                </a:cxn>
                <a:cxn ang="0">
                  <a:pos x="T2" y="T3"/>
                </a:cxn>
                <a:cxn ang="0">
                  <a:pos x="T4" y="T5"/>
                </a:cxn>
                <a:cxn ang="0">
                  <a:pos x="T6" y="T7"/>
                </a:cxn>
                <a:cxn ang="0">
                  <a:pos x="T8" y="T9"/>
                </a:cxn>
              </a:cxnLst>
              <a:rect l="0" t="0" r="r" b="b"/>
              <a:pathLst>
                <a:path w="7" h="8">
                  <a:moveTo>
                    <a:pt x="6" y="6"/>
                  </a:moveTo>
                  <a:cubicBezTo>
                    <a:pt x="6" y="7"/>
                    <a:pt x="4" y="8"/>
                    <a:pt x="2" y="7"/>
                  </a:cubicBezTo>
                  <a:cubicBezTo>
                    <a:pt x="1" y="6"/>
                    <a:pt x="0" y="4"/>
                    <a:pt x="1" y="3"/>
                  </a:cubicBezTo>
                  <a:cubicBezTo>
                    <a:pt x="2" y="1"/>
                    <a:pt x="4" y="0"/>
                    <a:pt x="5" y="1"/>
                  </a:cubicBezTo>
                  <a:cubicBezTo>
                    <a:pt x="7" y="2"/>
                    <a:pt x="7" y="4"/>
                    <a:pt x="6" y="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28" name="组合 127"/>
          <p:cNvGrpSpPr/>
          <p:nvPr/>
        </p:nvGrpSpPr>
        <p:grpSpPr>
          <a:xfrm>
            <a:off x="7421705" y="4811353"/>
            <a:ext cx="586313" cy="566931"/>
            <a:chOff x="7580132" y="4581326"/>
            <a:chExt cx="524322" cy="506989"/>
          </a:xfrm>
        </p:grpSpPr>
        <p:sp>
          <p:nvSpPr>
            <p:cNvPr id="46" name="Freeform 48"/>
            <p:cNvSpPr>
              <a:spLocks/>
            </p:cNvSpPr>
            <p:nvPr/>
          </p:nvSpPr>
          <p:spPr bwMode="auto">
            <a:xfrm>
              <a:off x="7845182" y="4813876"/>
              <a:ext cx="259272" cy="88832"/>
            </a:xfrm>
            <a:custGeom>
              <a:avLst/>
              <a:gdLst>
                <a:gd name="T0" fmla="*/ 58 w 152"/>
                <a:gd name="T1" fmla="*/ 51 h 52"/>
                <a:gd name="T2" fmla="*/ 76 w 152"/>
                <a:gd name="T3" fmla="*/ 52 h 52"/>
                <a:gd name="T4" fmla="*/ 151 w 152"/>
                <a:gd name="T5" fmla="*/ 13 h 52"/>
                <a:gd name="T6" fmla="*/ 152 w 152"/>
                <a:gd name="T7" fmla="*/ 8 h 52"/>
                <a:gd name="T8" fmla="*/ 150 w 152"/>
                <a:gd name="T9" fmla="*/ 0 h 52"/>
                <a:gd name="T10" fmla="*/ 148 w 152"/>
                <a:gd name="T11" fmla="*/ 5 h 52"/>
                <a:gd name="T12" fmla="*/ 76 w 152"/>
                <a:gd name="T13" fmla="*/ 36 h 52"/>
                <a:gd name="T14" fmla="*/ 4 w 152"/>
                <a:gd name="T15" fmla="*/ 5 h 52"/>
                <a:gd name="T16" fmla="*/ 2 w 152"/>
                <a:gd name="T17" fmla="*/ 0 h 52"/>
                <a:gd name="T18" fmla="*/ 0 w 152"/>
                <a:gd name="T19" fmla="*/ 8 h 52"/>
                <a:gd name="T20" fmla="*/ 1 w 152"/>
                <a:gd name="T21" fmla="*/ 13 h 52"/>
                <a:gd name="T22" fmla="*/ 4 w 152"/>
                <a:gd name="T23" fmla="*/ 21 h 52"/>
                <a:gd name="T24" fmla="*/ 12 w 152"/>
                <a:gd name="T25" fmla="*/ 23 h 52"/>
                <a:gd name="T26" fmla="*/ 58 w 152"/>
                <a:gd name="T27" fmla="*/ 5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2" h="52">
                  <a:moveTo>
                    <a:pt x="58" y="51"/>
                  </a:moveTo>
                  <a:cubicBezTo>
                    <a:pt x="64" y="52"/>
                    <a:pt x="70" y="52"/>
                    <a:pt x="76" y="52"/>
                  </a:cubicBezTo>
                  <a:cubicBezTo>
                    <a:pt x="115" y="52"/>
                    <a:pt x="147" y="35"/>
                    <a:pt x="151" y="13"/>
                  </a:cubicBezTo>
                  <a:cubicBezTo>
                    <a:pt x="152" y="12"/>
                    <a:pt x="152" y="10"/>
                    <a:pt x="152" y="8"/>
                  </a:cubicBezTo>
                  <a:cubicBezTo>
                    <a:pt x="152" y="6"/>
                    <a:pt x="151" y="3"/>
                    <a:pt x="150" y="0"/>
                  </a:cubicBezTo>
                  <a:cubicBezTo>
                    <a:pt x="150" y="2"/>
                    <a:pt x="149" y="4"/>
                    <a:pt x="148" y="5"/>
                  </a:cubicBezTo>
                  <a:cubicBezTo>
                    <a:pt x="139" y="23"/>
                    <a:pt x="110" y="36"/>
                    <a:pt x="76" y="36"/>
                  </a:cubicBezTo>
                  <a:cubicBezTo>
                    <a:pt x="42" y="36"/>
                    <a:pt x="14" y="23"/>
                    <a:pt x="4" y="5"/>
                  </a:cubicBezTo>
                  <a:cubicBezTo>
                    <a:pt x="3" y="4"/>
                    <a:pt x="2" y="2"/>
                    <a:pt x="2" y="0"/>
                  </a:cubicBezTo>
                  <a:cubicBezTo>
                    <a:pt x="1" y="3"/>
                    <a:pt x="0" y="6"/>
                    <a:pt x="0" y="8"/>
                  </a:cubicBezTo>
                  <a:cubicBezTo>
                    <a:pt x="0" y="10"/>
                    <a:pt x="1" y="12"/>
                    <a:pt x="1" y="13"/>
                  </a:cubicBezTo>
                  <a:cubicBezTo>
                    <a:pt x="2" y="16"/>
                    <a:pt x="2" y="18"/>
                    <a:pt x="4" y="21"/>
                  </a:cubicBezTo>
                  <a:cubicBezTo>
                    <a:pt x="7" y="22"/>
                    <a:pt x="9" y="22"/>
                    <a:pt x="12" y="23"/>
                  </a:cubicBezTo>
                  <a:cubicBezTo>
                    <a:pt x="38" y="31"/>
                    <a:pt x="52" y="37"/>
                    <a:pt x="58" y="51"/>
                  </a:cubicBezTo>
                  <a:close/>
                </a:path>
              </a:pathLst>
            </a:custGeom>
            <a:solidFill>
              <a:srgbClr val="973F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49"/>
            <p:cNvSpPr>
              <a:spLocks/>
            </p:cNvSpPr>
            <p:nvPr/>
          </p:nvSpPr>
          <p:spPr bwMode="auto">
            <a:xfrm>
              <a:off x="7949180" y="4857931"/>
              <a:ext cx="155274" cy="88832"/>
            </a:xfrm>
            <a:custGeom>
              <a:avLst/>
              <a:gdLst>
                <a:gd name="T0" fmla="*/ 0 w 91"/>
                <a:gd name="T1" fmla="*/ 52 h 52"/>
                <a:gd name="T2" fmla="*/ 15 w 91"/>
                <a:gd name="T3" fmla="*/ 52 h 52"/>
                <a:gd name="T4" fmla="*/ 90 w 91"/>
                <a:gd name="T5" fmla="*/ 14 h 52"/>
                <a:gd name="T6" fmla="*/ 91 w 91"/>
                <a:gd name="T7" fmla="*/ 9 h 52"/>
                <a:gd name="T8" fmla="*/ 89 w 91"/>
                <a:gd name="T9" fmla="*/ 0 h 52"/>
                <a:gd name="T10" fmla="*/ 87 w 91"/>
                <a:gd name="T11" fmla="*/ 5 h 52"/>
                <a:gd name="T12" fmla="*/ 15 w 91"/>
                <a:gd name="T13" fmla="*/ 36 h 52"/>
                <a:gd name="T14" fmla="*/ 0 w 91"/>
                <a:gd name="T15" fmla="*/ 35 h 52"/>
                <a:gd name="T16" fmla="*/ 1 w 91"/>
                <a:gd name="T17" fmla="*/ 49 h 52"/>
                <a:gd name="T18" fmla="*/ 0 w 91"/>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1" h="52">
                  <a:moveTo>
                    <a:pt x="0" y="52"/>
                  </a:moveTo>
                  <a:cubicBezTo>
                    <a:pt x="5" y="52"/>
                    <a:pt x="10" y="52"/>
                    <a:pt x="15" y="52"/>
                  </a:cubicBezTo>
                  <a:cubicBezTo>
                    <a:pt x="54" y="52"/>
                    <a:pt x="86" y="35"/>
                    <a:pt x="90" y="14"/>
                  </a:cubicBezTo>
                  <a:cubicBezTo>
                    <a:pt x="91" y="12"/>
                    <a:pt x="91" y="10"/>
                    <a:pt x="91" y="9"/>
                  </a:cubicBezTo>
                  <a:cubicBezTo>
                    <a:pt x="91" y="6"/>
                    <a:pt x="90" y="3"/>
                    <a:pt x="89" y="0"/>
                  </a:cubicBezTo>
                  <a:cubicBezTo>
                    <a:pt x="89" y="2"/>
                    <a:pt x="88" y="4"/>
                    <a:pt x="87" y="5"/>
                  </a:cubicBezTo>
                  <a:cubicBezTo>
                    <a:pt x="78" y="23"/>
                    <a:pt x="49" y="36"/>
                    <a:pt x="15" y="36"/>
                  </a:cubicBezTo>
                  <a:cubicBezTo>
                    <a:pt x="10" y="36"/>
                    <a:pt x="5" y="36"/>
                    <a:pt x="0" y="35"/>
                  </a:cubicBezTo>
                  <a:cubicBezTo>
                    <a:pt x="0" y="39"/>
                    <a:pt x="1" y="44"/>
                    <a:pt x="1" y="49"/>
                  </a:cubicBezTo>
                  <a:cubicBezTo>
                    <a:pt x="1" y="50"/>
                    <a:pt x="0" y="51"/>
                    <a:pt x="0" y="52"/>
                  </a:cubicBezTo>
                  <a:close/>
                </a:path>
              </a:pathLst>
            </a:custGeom>
            <a:solidFill>
              <a:srgbClr val="973F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50"/>
            <p:cNvSpPr>
              <a:spLocks/>
            </p:cNvSpPr>
            <p:nvPr/>
          </p:nvSpPr>
          <p:spPr bwMode="auto">
            <a:xfrm>
              <a:off x="7845182" y="4905596"/>
              <a:ext cx="35388" cy="58499"/>
            </a:xfrm>
            <a:custGeom>
              <a:avLst/>
              <a:gdLst>
                <a:gd name="T0" fmla="*/ 1 w 21"/>
                <a:gd name="T1" fmla="*/ 12 h 34"/>
                <a:gd name="T2" fmla="*/ 18 w 21"/>
                <a:gd name="T3" fmla="*/ 34 h 34"/>
                <a:gd name="T4" fmla="*/ 21 w 21"/>
                <a:gd name="T5" fmla="*/ 24 h 34"/>
                <a:gd name="T6" fmla="*/ 21 w 21"/>
                <a:gd name="T7" fmla="*/ 21 h 34"/>
                <a:gd name="T8" fmla="*/ 4 w 21"/>
                <a:gd name="T9" fmla="*/ 4 h 34"/>
                <a:gd name="T10" fmla="*/ 3 w 21"/>
                <a:gd name="T11" fmla="*/ 0 h 34"/>
                <a:gd name="T12" fmla="*/ 1 w 21"/>
                <a:gd name="T13" fmla="*/ 0 h 34"/>
                <a:gd name="T14" fmla="*/ 0 w 21"/>
                <a:gd name="T15" fmla="*/ 7 h 34"/>
                <a:gd name="T16" fmla="*/ 1 w 21"/>
                <a:gd name="T17" fmla="*/ 1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34">
                  <a:moveTo>
                    <a:pt x="1" y="12"/>
                  </a:moveTo>
                  <a:cubicBezTo>
                    <a:pt x="3" y="20"/>
                    <a:pt x="9" y="28"/>
                    <a:pt x="18" y="34"/>
                  </a:cubicBezTo>
                  <a:cubicBezTo>
                    <a:pt x="20" y="31"/>
                    <a:pt x="21" y="28"/>
                    <a:pt x="21" y="24"/>
                  </a:cubicBezTo>
                  <a:cubicBezTo>
                    <a:pt x="21" y="23"/>
                    <a:pt x="21" y="22"/>
                    <a:pt x="21" y="21"/>
                  </a:cubicBezTo>
                  <a:cubicBezTo>
                    <a:pt x="13" y="16"/>
                    <a:pt x="7" y="10"/>
                    <a:pt x="4" y="4"/>
                  </a:cubicBezTo>
                  <a:cubicBezTo>
                    <a:pt x="3" y="3"/>
                    <a:pt x="3" y="2"/>
                    <a:pt x="3" y="0"/>
                  </a:cubicBezTo>
                  <a:cubicBezTo>
                    <a:pt x="2" y="0"/>
                    <a:pt x="2" y="0"/>
                    <a:pt x="1" y="0"/>
                  </a:cubicBezTo>
                  <a:cubicBezTo>
                    <a:pt x="1" y="2"/>
                    <a:pt x="0" y="4"/>
                    <a:pt x="0" y="7"/>
                  </a:cubicBezTo>
                  <a:cubicBezTo>
                    <a:pt x="0" y="8"/>
                    <a:pt x="1" y="10"/>
                    <a:pt x="1" y="12"/>
                  </a:cubicBezTo>
                  <a:close/>
                </a:path>
              </a:pathLst>
            </a:custGeom>
            <a:solidFill>
              <a:srgbClr val="973F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51"/>
            <p:cNvSpPr>
              <a:spLocks/>
            </p:cNvSpPr>
            <p:nvPr/>
          </p:nvSpPr>
          <p:spPr bwMode="auto">
            <a:xfrm>
              <a:off x="7935458" y="4904152"/>
              <a:ext cx="168996" cy="88832"/>
            </a:xfrm>
            <a:custGeom>
              <a:avLst/>
              <a:gdLst>
                <a:gd name="T0" fmla="*/ 23 w 99"/>
                <a:gd name="T1" fmla="*/ 52 h 52"/>
                <a:gd name="T2" fmla="*/ 98 w 99"/>
                <a:gd name="T3" fmla="*/ 13 h 52"/>
                <a:gd name="T4" fmla="*/ 99 w 99"/>
                <a:gd name="T5" fmla="*/ 8 h 52"/>
                <a:gd name="T6" fmla="*/ 97 w 99"/>
                <a:gd name="T7" fmla="*/ 0 h 52"/>
                <a:gd name="T8" fmla="*/ 95 w 99"/>
                <a:gd name="T9" fmla="*/ 5 h 52"/>
                <a:gd name="T10" fmla="*/ 23 w 99"/>
                <a:gd name="T11" fmla="*/ 35 h 52"/>
                <a:gd name="T12" fmla="*/ 7 w 99"/>
                <a:gd name="T13" fmla="*/ 34 h 52"/>
                <a:gd name="T14" fmla="*/ 0 w 99"/>
                <a:gd name="T15" fmla="*/ 49 h 52"/>
                <a:gd name="T16" fmla="*/ 23 w 99"/>
                <a:gd name="T17"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52">
                  <a:moveTo>
                    <a:pt x="23" y="52"/>
                  </a:moveTo>
                  <a:cubicBezTo>
                    <a:pt x="62" y="52"/>
                    <a:pt x="94" y="35"/>
                    <a:pt x="98" y="13"/>
                  </a:cubicBezTo>
                  <a:cubicBezTo>
                    <a:pt x="99" y="11"/>
                    <a:pt x="99" y="9"/>
                    <a:pt x="99" y="8"/>
                  </a:cubicBezTo>
                  <a:cubicBezTo>
                    <a:pt x="99" y="5"/>
                    <a:pt x="98" y="2"/>
                    <a:pt x="97" y="0"/>
                  </a:cubicBezTo>
                  <a:cubicBezTo>
                    <a:pt x="97" y="1"/>
                    <a:pt x="96" y="3"/>
                    <a:pt x="95" y="5"/>
                  </a:cubicBezTo>
                  <a:cubicBezTo>
                    <a:pt x="86" y="22"/>
                    <a:pt x="57" y="35"/>
                    <a:pt x="23" y="35"/>
                  </a:cubicBezTo>
                  <a:cubicBezTo>
                    <a:pt x="18" y="35"/>
                    <a:pt x="12" y="35"/>
                    <a:pt x="7" y="34"/>
                  </a:cubicBezTo>
                  <a:cubicBezTo>
                    <a:pt x="5" y="40"/>
                    <a:pt x="3" y="45"/>
                    <a:pt x="0" y="49"/>
                  </a:cubicBezTo>
                  <a:cubicBezTo>
                    <a:pt x="7" y="51"/>
                    <a:pt x="15" y="52"/>
                    <a:pt x="23" y="52"/>
                  </a:cubicBezTo>
                  <a:close/>
                </a:path>
              </a:pathLst>
            </a:custGeom>
            <a:solidFill>
              <a:srgbClr val="973F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52"/>
            <p:cNvSpPr>
              <a:spLocks/>
            </p:cNvSpPr>
            <p:nvPr/>
          </p:nvSpPr>
          <p:spPr bwMode="auto">
            <a:xfrm>
              <a:off x="7892848" y="4948206"/>
              <a:ext cx="211606" cy="88832"/>
            </a:xfrm>
            <a:custGeom>
              <a:avLst/>
              <a:gdLst>
                <a:gd name="T0" fmla="*/ 48 w 124"/>
                <a:gd name="T1" fmla="*/ 52 h 52"/>
                <a:gd name="T2" fmla="*/ 123 w 124"/>
                <a:gd name="T3" fmla="*/ 13 h 52"/>
                <a:gd name="T4" fmla="*/ 124 w 124"/>
                <a:gd name="T5" fmla="*/ 8 h 52"/>
                <a:gd name="T6" fmla="*/ 122 w 124"/>
                <a:gd name="T7" fmla="*/ 0 h 52"/>
                <a:gd name="T8" fmla="*/ 120 w 124"/>
                <a:gd name="T9" fmla="*/ 5 h 52"/>
                <a:gd name="T10" fmla="*/ 48 w 124"/>
                <a:gd name="T11" fmla="*/ 36 h 52"/>
                <a:gd name="T12" fmla="*/ 17 w 124"/>
                <a:gd name="T13" fmla="*/ 32 h 52"/>
                <a:gd name="T14" fmla="*/ 0 w 124"/>
                <a:gd name="T15" fmla="*/ 42 h 52"/>
                <a:gd name="T16" fmla="*/ 48 w 124"/>
                <a:gd name="T17"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4" h="52">
                  <a:moveTo>
                    <a:pt x="48" y="52"/>
                  </a:moveTo>
                  <a:cubicBezTo>
                    <a:pt x="87" y="52"/>
                    <a:pt x="119" y="35"/>
                    <a:pt x="123" y="13"/>
                  </a:cubicBezTo>
                  <a:cubicBezTo>
                    <a:pt x="124" y="11"/>
                    <a:pt x="124" y="10"/>
                    <a:pt x="124" y="8"/>
                  </a:cubicBezTo>
                  <a:cubicBezTo>
                    <a:pt x="124" y="5"/>
                    <a:pt x="123" y="2"/>
                    <a:pt x="122" y="0"/>
                  </a:cubicBezTo>
                  <a:cubicBezTo>
                    <a:pt x="122" y="2"/>
                    <a:pt x="121" y="3"/>
                    <a:pt x="120" y="5"/>
                  </a:cubicBezTo>
                  <a:cubicBezTo>
                    <a:pt x="111" y="23"/>
                    <a:pt x="82" y="36"/>
                    <a:pt x="48" y="36"/>
                  </a:cubicBezTo>
                  <a:cubicBezTo>
                    <a:pt x="37" y="36"/>
                    <a:pt x="26" y="34"/>
                    <a:pt x="17" y="32"/>
                  </a:cubicBezTo>
                  <a:cubicBezTo>
                    <a:pt x="12" y="36"/>
                    <a:pt x="7" y="39"/>
                    <a:pt x="0" y="42"/>
                  </a:cubicBezTo>
                  <a:cubicBezTo>
                    <a:pt x="13" y="48"/>
                    <a:pt x="30" y="52"/>
                    <a:pt x="48" y="52"/>
                  </a:cubicBezTo>
                  <a:close/>
                </a:path>
              </a:pathLst>
            </a:custGeom>
            <a:solidFill>
              <a:srgbClr val="973F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53"/>
            <p:cNvSpPr>
              <a:spLocks/>
            </p:cNvSpPr>
            <p:nvPr/>
          </p:nvSpPr>
          <p:spPr bwMode="auto">
            <a:xfrm>
              <a:off x="7845182" y="4948206"/>
              <a:ext cx="20222" cy="32499"/>
            </a:xfrm>
            <a:custGeom>
              <a:avLst/>
              <a:gdLst>
                <a:gd name="T0" fmla="*/ 4 w 12"/>
                <a:gd name="T1" fmla="*/ 5 h 19"/>
                <a:gd name="T2" fmla="*/ 2 w 12"/>
                <a:gd name="T3" fmla="*/ 0 h 19"/>
                <a:gd name="T4" fmla="*/ 0 w 12"/>
                <a:gd name="T5" fmla="*/ 8 h 19"/>
                <a:gd name="T6" fmla="*/ 1 w 12"/>
                <a:gd name="T7" fmla="*/ 13 h 19"/>
                <a:gd name="T8" fmla="*/ 3 w 12"/>
                <a:gd name="T9" fmla="*/ 19 h 19"/>
                <a:gd name="T10" fmla="*/ 11 w 12"/>
                <a:gd name="T11" fmla="*/ 15 h 19"/>
                <a:gd name="T12" fmla="*/ 12 w 12"/>
                <a:gd name="T13" fmla="*/ 15 h 19"/>
                <a:gd name="T14" fmla="*/ 4 w 12"/>
                <a:gd name="T15" fmla="*/ 5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9">
                  <a:moveTo>
                    <a:pt x="4" y="5"/>
                  </a:moveTo>
                  <a:cubicBezTo>
                    <a:pt x="3" y="3"/>
                    <a:pt x="2" y="2"/>
                    <a:pt x="2" y="0"/>
                  </a:cubicBezTo>
                  <a:cubicBezTo>
                    <a:pt x="1" y="2"/>
                    <a:pt x="0" y="5"/>
                    <a:pt x="0" y="8"/>
                  </a:cubicBezTo>
                  <a:cubicBezTo>
                    <a:pt x="0" y="10"/>
                    <a:pt x="1" y="11"/>
                    <a:pt x="1" y="13"/>
                  </a:cubicBezTo>
                  <a:cubicBezTo>
                    <a:pt x="1" y="15"/>
                    <a:pt x="2" y="17"/>
                    <a:pt x="3" y="19"/>
                  </a:cubicBezTo>
                  <a:cubicBezTo>
                    <a:pt x="6" y="18"/>
                    <a:pt x="8" y="17"/>
                    <a:pt x="11" y="15"/>
                  </a:cubicBezTo>
                  <a:cubicBezTo>
                    <a:pt x="11" y="15"/>
                    <a:pt x="11" y="15"/>
                    <a:pt x="12" y="15"/>
                  </a:cubicBezTo>
                  <a:cubicBezTo>
                    <a:pt x="8" y="12"/>
                    <a:pt x="6" y="8"/>
                    <a:pt x="4" y="5"/>
                  </a:cubicBezTo>
                  <a:close/>
                </a:path>
              </a:pathLst>
            </a:custGeom>
            <a:solidFill>
              <a:srgbClr val="973F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54"/>
            <p:cNvSpPr>
              <a:spLocks/>
            </p:cNvSpPr>
            <p:nvPr/>
          </p:nvSpPr>
          <p:spPr bwMode="auto">
            <a:xfrm>
              <a:off x="7845182" y="4707712"/>
              <a:ext cx="259272" cy="150219"/>
            </a:xfrm>
            <a:custGeom>
              <a:avLst/>
              <a:gdLst>
                <a:gd name="T0" fmla="*/ 55 w 152"/>
                <a:gd name="T1" fmla="*/ 52 h 88"/>
                <a:gd name="T2" fmla="*/ 56 w 152"/>
                <a:gd name="T3" fmla="*/ 54 h 88"/>
                <a:gd name="T4" fmla="*/ 17 w 152"/>
                <a:gd name="T5" fmla="*/ 54 h 88"/>
                <a:gd name="T6" fmla="*/ 16 w 152"/>
                <a:gd name="T7" fmla="*/ 52 h 88"/>
                <a:gd name="T8" fmla="*/ 10 w 152"/>
                <a:gd name="T9" fmla="*/ 40 h 88"/>
                <a:gd name="T10" fmla="*/ 3 w 152"/>
                <a:gd name="T11" fmla="*/ 34 h 88"/>
                <a:gd name="T12" fmla="*/ 0 w 152"/>
                <a:gd name="T13" fmla="*/ 44 h 88"/>
                <a:gd name="T14" fmla="*/ 1 w 152"/>
                <a:gd name="T15" fmla="*/ 49 h 88"/>
                <a:gd name="T16" fmla="*/ 4 w 152"/>
                <a:gd name="T17" fmla="*/ 57 h 88"/>
                <a:gd name="T18" fmla="*/ 7 w 152"/>
                <a:gd name="T19" fmla="*/ 62 h 88"/>
                <a:gd name="T20" fmla="*/ 76 w 152"/>
                <a:gd name="T21" fmla="*/ 88 h 88"/>
                <a:gd name="T22" fmla="*/ 145 w 152"/>
                <a:gd name="T23" fmla="*/ 62 h 88"/>
                <a:gd name="T24" fmla="*/ 148 w 152"/>
                <a:gd name="T25" fmla="*/ 57 h 88"/>
                <a:gd name="T26" fmla="*/ 151 w 152"/>
                <a:gd name="T27" fmla="*/ 49 h 88"/>
                <a:gd name="T28" fmla="*/ 152 w 152"/>
                <a:gd name="T29" fmla="*/ 44 h 88"/>
                <a:gd name="T30" fmla="*/ 76 w 152"/>
                <a:gd name="T31" fmla="*/ 0 h 88"/>
                <a:gd name="T32" fmla="*/ 28 w 152"/>
                <a:gd name="T33" fmla="*/ 10 h 88"/>
                <a:gd name="T34" fmla="*/ 55 w 152"/>
                <a:gd name="T35" fmla="*/ 52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 h="88">
                  <a:moveTo>
                    <a:pt x="55" y="52"/>
                  </a:moveTo>
                  <a:cubicBezTo>
                    <a:pt x="56" y="54"/>
                    <a:pt x="56" y="54"/>
                    <a:pt x="56" y="54"/>
                  </a:cubicBezTo>
                  <a:cubicBezTo>
                    <a:pt x="17" y="54"/>
                    <a:pt x="17" y="54"/>
                    <a:pt x="17" y="54"/>
                  </a:cubicBezTo>
                  <a:cubicBezTo>
                    <a:pt x="16" y="52"/>
                    <a:pt x="16" y="52"/>
                    <a:pt x="16" y="52"/>
                  </a:cubicBezTo>
                  <a:cubicBezTo>
                    <a:pt x="15" y="47"/>
                    <a:pt x="13" y="43"/>
                    <a:pt x="10" y="40"/>
                  </a:cubicBezTo>
                  <a:cubicBezTo>
                    <a:pt x="8" y="37"/>
                    <a:pt x="6" y="35"/>
                    <a:pt x="3" y="34"/>
                  </a:cubicBezTo>
                  <a:cubicBezTo>
                    <a:pt x="1" y="37"/>
                    <a:pt x="0" y="41"/>
                    <a:pt x="0" y="44"/>
                  </a:cubicBezTo>
                  <a:cubicBezTo>
                    <a:pt x="0" y="46"/>
                    <a:pt x="1" y="47"/>
                    <a:pt x="1" y="49"/>
                  </a:cubicBezTo>
                  <a:cubicBezTo>
                    <a:pt x="2" y="52"/>
                    <a:pt x="3" y="55"/>
                    <a:pt x="4" y="57"/>
                  </a:cubicBezTo>
                  <a:cubicBezTo>
                    <a:pt x="5" y="59"/>
                    <a:pt x="6" y="61"/>
                    <a:pt x="7" y="62"/>
                  </a:cubicBezTo>
                  <a:cubicBezTo>
                    <a:pt x="19" y="77"/>
                    <a:pt x="46" y="88"/>
                    <a:pt x="76" y="88"/>
                  </a:cubicBezTo>
                  <a:cubicBezTo>
                    <a:pt x="107" y="88"/>
                    <a:pt x="133" y="77"/>
                    <a:pt x="145" y="62"/>
                  </a:cubicBezTo>
                  <a:cubicBezTo>
                    <a:pt x="146" y="61"/>
                    <a:pt x="147" y="59"/>
                    <a:pt x="148" y="57"/>
                  </a:cubicBezTo>
                  <a:cubicBezTo>
                    <a:pt x="150" y="55"/>
                    <a:pt x="151" y="52"/>
                    <a:pt x="151" y="49"/>
                  </a:cubicBezTo>
                  <a:cubicBezTo>
                    <a:pt x="152" y="47"/>
                    <a:pt x="152" y="46"/>
                    <a:pt x="152" y="44"/>
                  </a:cubicBezTo>
                  <a:cubicBezTo>
                    <a:pt x="152" y="20"/>
                    <a:pt x="118" y="0"/>
                    <a:pt x="76" y="0"/>
                  </a:cubicBezTo>
                  <a:cubicBezTo>
                    <a:pt x="58" y="0"/>
                    <a:pt x="41" y="4"/>
                    <a:pt x="28" y="10"/>
                  </a:cubicBezTo>
                  <a:cubicBezTo>
                    <a:pt x="43" y="19"/>
                    <a:pt x="53" y="33"/>
                    <a:pt x="55" y="52"/>
                  </a:cubicBezTo>
                  <a:close/>
                </a:path>
              </a:pathLst>
            </a:custGeom>
            <a:solidFill>
              <a:srgbClr val="973F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55"/>
            <p:cNvSpPr>
              <a:spLocks/>
            </p:cNvSpPr>
            <p:nvPr/>
          </p:nvSpPr>
          <p:spPr bwMode="auto">
            <a:xfrm>
              <a:off x="7832904" y="4687490"/>
              <a:ext cx="5056" cy="23833"/>
            </a:xfrm>
            <a:custGeom>
              <a:avLst/>
              <a:gdLst>
                <a:gd name="T0" fmla="*/ 2 w 3"/>
                <a:gd name="T1" fmla="*/ 14 h 14"/>
                <a:gd name="T2" fmla="*/ 3 w 3"/>
                <a:gd name="T3" fmla="*/ 13 h 14"/>
                <a:gd name="T4" fmla="*/ 3 w 3"/>
                <a:gd name="T5" fmla="*/ 8 h 14"/>
                <a:gd name="T6" fmla="*/ 2 w 3"/>
                <a:gd name="T7" fmla="*/ 0 h 14"/>
                <a:gd name="T8" fmla="*/ 0 w 3"/>
                <a:gd name="T9" fmla="*/ 5 h 14"/>
                <a:gd name="T10" fmla="*/ 0 w 3"/>
                <a:gd name="T11" fmla="*/ 14 h 14"/>
                <a:gd name="T12" fmla="*/ 2 w 3"/>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3" h="14">
                  <a:moveTo>
                    <a:pt x="2" y="14"/>
                  </a:moveTo>
                  <a:cubicBezTo>
                    <a:pt x="2" y="13"/>
                    <a:pt x="2" y="13"/>
                    <a:pt x="3" y="13"/>
                  </a:cubicBezTo>
                  <a:cubicBezTo>
                    <a:pt x="3" y="11"/>
                    <a:pt x="3" y="9"/>
                    <a:pt x="3" y="8"/>
                  </a:cubicBezTo>
                  <a:cubicBezTo>
                    <a:pt x="3" y="5"/>
                    <a:pt x="3" y="2"/>
                    <a:pt x="2" y="0"/>
                  </a:cubicBezTo>
                  <a:cubicBezTo>
                    <a:pt x="1" y="1"/>
                    <a:pt x="1" y="3"/>
                    <a:pt x="0" y="5"/>
                  </a:cubicBezTo>
                  <a:cubicBezTo>
                    <a:pt x="0" y="14"/>
                    <a:pt x="0" y="14"/>
                    <a:pt x="0" y="14"/>
                  </a:cubicBezTo>
                  <a:lnTo>
                    <a:pt x="2" y="14"/>
                  </a:lnTo>
                  <a:close/>
                </a:path>
              </a:pathLst>
            </a:custGeom>
            <a:solidFill>
              <a:srgbClr val="973F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56"/>
            <p:cNvSpPr>
              <a:spLocks/>
            </p:cNvSpPr>
            <p:nvPr/>
          </p:nvSpPr>
          <p:spPr bwMode="auto">
            <a:xfrm>
              <a:off x="7756351" y="4757544"/>
              <a:ext cx="35388" cy="11555"/>
            </a:xfrm>
            <a:custGeom>
              <a:avLst/>
              <a:gdLst>
                <a:gd name="T0" fmla="*/ 14 w 21"/>
                <a:gd name="T1" fmla="*/ 1 h 7"/>
                <a:gd name="T2" fmla="*/ 6 w 21"/>
                <a:gd name="T3" fmla="*/ 4 h 7"/>
                <a:gd name="T4" fmla="*/ 0 w 21"/>
                <a:gd name="T5" fmla="*/ 7 h 7"/>
                <a:gd name="T6" fmla="*/ 21 w 21"/>
                <a:gd name="T7" fmla="*/ 0 h 7"/>
                <a:gd name="T8" fmla="*/ 14 w 21"/>
                <a:gd name="T9" fmla="*/ 1 h 7"/>
              </a:gdLst>
              <a:ahLst/>
              <a:cxnLst>
                <a:cxn ang="0">
                  <a:pos x="T0" y="T1"/>
                </a:cxn>
                <a:cxn ang="0">
                  <a:pos x="T2" y="T3"/>
                </a:cxn>
                <a:cxn ang="0">
                  <a:pos x="T4" y="T5"/>
                </a:cxn>
                <a:cxn ang="0">
                  <a:pos x="T6" y="T7"/>
                </a:cxn>
                <a:cxn ang="0">
                  <a:pos x="T8" y="T9"/>
                </a:cxn>
              </a:cxnLst>
              <a:rect l="0" t="0" r="r" b="b"/>
              <a:pathLst>
                <a:path w="21" h="7">
                  <a:moveTo>
                    <a:pt x="14" y="1"/>
                  </a:moveTo>
                  <a:cubicBezTo>
                    <a:pt x="11" y="2"/>
                    <a:pt x="8" y="3"/>
                    <a:pt x="6" y="4"/>
                  </a:cubicBezTo>
                  <a:cubicBezTo>
                    <a:pt x="4" y="5"/>
                    <a:pt x="2" y="6"/>
                    <a:pt x="0" y="7"/>
                  </a:cubicBezTo>
                  <a:cubicBezTo>
                    <a:pt x="8" y="6"/>
                    <a:pt x="15" y="3"/>
                    <a:pt x="21" y="0"/>
                  </a:cubicBezTo>
                  <a:lnTo>
                    <a:pt x="14" y="1"/>
                  </a:lnTo>
                  <a:close/>
                </a:path>
              </a:pathLst>
            </a:custGeom>
            <a:solidFill>
              <a:srgbClr val="973F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57"/>
            <p:cNvSpPr>
              <a:spLocks/>
            </p:cNvSpPr>
            <p:nvPr/>
          </p:nvSpPr>
          <p:spPr bwMode="auto">
            <a:xfrm>
              <a:off x="7580132" y="4687490"/>
              <a:ext cx="116275" cy="86665"/>
            </a:xfrm>
            <a:custGeom>
              <a:avLst/>
              <a:gdLst>
                <a:gd name="T0" fmla="*/ 3 w 68"/>
                <a:gd name="T1" fmla="*/ 5 h 51"/>
                <a:gd name="T2" fmla="*/ 1 w 68"/>
                <a:gd name="T3" fmla="*/ 0 h 51"/>
                <a:gd name="T4" fmla="*/ 0 w 68"/>
                <a:gd name="T5" fmla="*/ 8 h 51"/>
                <a:gd name="T6" fmla="*/ 0 w 68"/>
                <a:gd name="T7" fmla="*/ 13 h 51"/>
                <a:gd name="T8" fmla="*/ 60 w 68"/>
                <a:gd name="T9" fmla="*/ 51 h 51"/>
                <a:gd name="T10" fmla="*/ 68 w 68"/>
                <a:gd name="T11" fmla="*/ 35 h 51"/>
                <a:gd name="T12" fmla="*/ 3 w 68"/>
                <a:gd name="T13" fmla="*/ 5 h 51"/>
              </a:gdLst>
              <a:ahLst/>
              <a:cxnLst>
                <a:cxn ang="0">
                  <a:pos x="T0" y="T1"/>
                </a:cxn>
                <a:cxn ang="0">
                  <a:pos x="T2" y="T3"/>
                </a:cxn>
                <a:cxn ang="0">
                  <a:pos x="T4" y="T5"/>
                </a:cxn>
                <a:cxn ang="0">
                  <a:pos x="T6" y="T7"/>
                </a:cxn>
                <a:cxn ang="0">
                  <a:pos x="T8" y="T9"/>
                </a:cxn>
                <a:cxn ang="0">
                  <a:pos x="T10" y="T11"/>
                </a:cxn>
                <a:cxn ang="0">
                  <a:pos x="T12" y="T13"/>
                </a:cxn>
              </a:cxnLst>
              <a:rect l="0" t="0" r="r" b="b"/>
              <a:pathLst>
                <a:path w="68" h="51">
                  <a:moveTo>
                    <a:pt x="3" y="5"/>
                  </a:moveTo>
                  <a:cubicBezTo>
                    <a:pt x="2" y="3"/>
                    <a:pt x="2" y="1"/>
                    <a:pt x="1" y="0"/>
                  </a:cubicBezTo>
                  <a:cubicBezTo>
                    <a:pt x="0" y="2"/>
                    <a:pt x="0" y="5"/>
                    <a:pt x="0" y="8"/>
                  </a:cubicBezTo>
                  <a:cubicBezTo>
                    <a:pt x="0" y="9"/>
                    <a:pt x="0" y="11"/>
                    <a:pt x="0" y="13"/>
                  </a:cubicBezTo>
                  <a:cubicBezTo>
                    <a:pt x="4" y="32"/>
                    <a:pt x="29" y="47"/>
                    <a:pt x="60" y="51"/>
                  </a:cubicBezTo>
                  <a:cubicBezTo>
                    <a:pt x="62" y="45"/>
                    <a:pt x="64" y="40"/>
                    <a:pt x="68" y="35"/>
                  </a:cubicBezTo>
                  <a:cubicBezTo>
                    <a:pt x="38" y="33"/>
                    <a:pt x="12" y="21"/>
                    <a:pt x="3" y="5"/>
                  </a:cubicBezTo>
                  <a:close/>
                </a:path>
              </a:pathLst>
            </a:custGeom>
            <a:solidFill>
              <a:srgbClr val="973F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58"/>
            <p:cNvSpPr>
              <a:spLocks/>
            </p:cNvSpPr>
            <p:nvPr/>
          </p:nvSpPr>
          <p:spPr bwMode="auto">
            <a:xfrm>
              <a:off x="7747684" y="4757544"/>
              <a:ext cx="86665" cy="57776"/>
            </a:xfrm>
            <a:custGeom>
              <a:avLst/>
              <a:gdLst>
                <a:gd name="T0" fmla="*/ 41 w 51"/>
                <a:gd name="T1" fmla="*/ 0 h 34"/>
                <a:gd name="T2" fmla="*/ 0 w 51"/>
                <a:gd name="T3" fmla="*/ 19 h 34"/>
                <a:gd name="T4" fmla="*/ 0 w 51"/>
                <a:gd name="T5" fmla="*/ 21 h 34"/>
                <a:gd name="T6" fmla="*/ 5 w 51"/>
                <a:gd name="T7" fmla="*/ 34 h 34"/>
                <a:gd name="T8" fmla="*/ 51 w 51"/>
                <a:gd name="T9" fmla="*/ 2 h 34"/>
                <a:gd name="T10" fmla="*/ 47 w 51"/>
                <a:gd name="T11" fmla="*/ 1 h 34"/>
                <a:gd name="T12" fmla="*/ 41 w 51"/>
                <a:gd name="T13" fmla="*/ 0 h 34"/>
              </a:gdLst>
              <a:ahLst/>
              <a:cxnLst>
                <a:cxn ang="0">
                  <a:pos x="T0" y="T1"/>
                </a:cxn>
                <a:cxn ang="0">
                  <a:pos x="T2" y="T3"/>
                </a:cxn>
                <a:cxn ang="0">
                  <a:pos x="T4" y="T5"/>
                </a:cxn>
                <a:cxn ang="0">
                  <a:pos x="T6" y="T7"/>
                </a:cxn>
                <a:cxn ang="0">
                  <a:pos x="T8" y="T9"/>
                </a:cxn>
                <a:cxn ang="0">
                  <a:pos x="T10" y="T11"/>
                </a:cxn>
                <a:cxn ang="0">
                  <a:pos x="T12" y="T13"/>
                </a:cxn>
              </a:cxnLst>
              <a:rect l="0" t="0" r="r" b="b"/>
              <a:pathLst>
                <a:path w="51" h="34">
                  <a:moveTo>
                    <a:pt x="41" y="0"/>
                  </a:moveTo>
                  <a:cubicBezTo>
                    <a:pt x="32" y="9"/>
                    <a:pt x="17" y="15"/>
                    <a:pt x="0" y="19"/>
                  </a:cubicBezTo>
                  <a:cubicBezTo>
                    <a:pt x="0" y="19"/>
                    <a:pt x="0" y="20"/>
                    <a:pt x="0" y="21"/>
                  </a:cubicBezTo>
                  <a:cubicBezTo>
                    <a:pt x="0" y="26"/>
                    <a:pt x="2" y="30"/>
                    <a:pt x="5" y="34"/>
                  </a:cubicBezTo>
                  <a:cubicBezTo>
                    <a:pt x="29" y="28"/>
                    <a:pt x="46" y="16"/>
                    <a:pt x="51" y="2"/>
                  </a:cubicBezTo>
                  <a:cubicBezTo>
                    <a:pt x="47" y="1"/>
                    <a:pt x="47" y="1"/>
                    <a:pt x="47" y="1"/>
                  </a:cubicBezTo>
                  <a:cubicBezTo>
                    <a:pt x="45" y="0"/>
                    <a:pt x="43" y="0"/>
                    <a:pt x="41" y="0"/>
                  </a:cubicBezTo>
                  <a:close/>
                </a:path>
              </a:pathLst>
            </a:custGeom>
            <a:solidFill>
              <a:srgbClr val="973F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59"/>
            <p:cNvSpPr>
              <a:spLocks/>
            </p:cNvSpPr>
            <p:nvPr/>
          </p:nvSpPr>
          <p:spPr bwMode="auto">
            <a:xfrm>
              <a:off x="7580132" y="4731545"/>
              <a:ext cx="102553" cy="87387"/>
            </a:xfrm>
            <a:custGeom>
              <a:avLst/>
              <a:gdLst>
                <a:gd name="T0" fmla="*/ 59 w 60"/>
                <a:gd name="T1" fmla="*/ 35 h 51"/>
                <a:gd name="T2" fmla="*/ 3 w 60"/>
                <a:gd name="T3" fmla="*/ 5 h 51"/>
                <a:gd name="T4" fmla="*/ 1 w 60"/>
                <a:gd name="T5" fmla="*/ 0 h 51"/>
                <a:gd name="T6" fmla="*/ 0 w 60"/>
                <a:gd name="T7" fmla="*/ 8 h 51"/>
                <a:gd name="T8" fmla="*/ 0 w 60"/>
                <a:gd name="T9" fmla="*/ 13 h 51"/>
                <a:gd name="T10" fmla="*/ 60 w 60"/>
                <a:gd name="T11" fmla="*/ 51 h 51"/>
                <a:gd name="T12" fmla="*/ 59 w 60"/>
                <a:gd name="T13" fmla="*/ 36 h 51"/>
                <a:gd name="T14" fmla="*/ 59 w 60"/>
                <a:gd name="T15" fmla="*/ 35 h 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51">
                  <a:moveTo>
                    <a:pt x="59" y="35"/>
                  </a:moveTo>
                  <a:cubicBezTo>
                    <a:pt x="33" y="31"/>
                    <a:pt x="11" y="20"/>
                    <a:pt x="3" y="5"/>
                  </a:cubicBezTo>
                  <a:cubicBezTo>
                    <a:pt x="2" y="3"/>
                    <a:pt x="2" y="2"/>
                    <a:pt x="1" y="0"/>
                  </a:cubicBezTo>
                  <a:cubicBezTo>
                    <a:pt x="0" y="2"/>
                    <a:pt x="0" y="5"/>
                    <a:pt x="0" y="8"/>
                  </a:cubicBezTo>
                  <a:cubicBezTo>
                    <a:pt x="0" y="10"/>
                    <a:pt x="0" y="11"/>
                    <a:pt x="0" y="13"/>
                  </a:cubicBezTo>
                  <a:cubicBezTo>
                    <a:pt x="4" y="32"/>
                    <a:pt x="29" y="47"/>
                    <a:pt x="60" y="51"/>
                  </a:cubicBezTo>
                  <a:cubicBezTo>
                    <a:pt x="59" y="46"/>
                    <a:pt x="59" y="41"/>
                    <a:pt x="59" y="36"/>
                  </a:cubicBezTo>
                  <a:cubicBezTo>
                    <a:pt x="59" y="35"/>
                    <a:pt x="59" y="35"/>
                    <a:pt x="59" y="35"/>
                  </a:cubicBezTo>
                  <a:close/>
                </a:path>
              </a:pathLst>
            </a:custGeom>
            <a:solidFill>
              <a:srgbClr val="973F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60"/>
            <p:cNvSpPr>
              <a:spLocks/>
            </p:cNvSpPr>
            <p:nvPr/>
          </p:nvSpPr>
          <p:spPr bwMode="auto">
            <a:xfrm>
              <a:off x="7775128" y="4776322"/>
              <a:ext cx="62832" cy="61388"/>
            </a:xfrm>
            <a:custGeom>
              <a:avLst/>
              <a:gdLst>
                <a:gd name="T0" fmla="*/ 13 w 37"/>
                <a:gd name="T1" fmla="*/ 34 h 36"/>
                <a:gd name="T2" fmla="*/ 17 w 37"/>
                <a:gd name="T3" fmla="*/ 35 h 36"/>
                <a:gd name="T4" fmla="*/ 20 w 37"/>
                <a:gd name="T5" fmla="*/ 36 h 36"/>
                <a:gd name="T6" fmla="*/ 37 w 37"/>
                <a:gd name="T7" fmla="*/ 13 h 36"/>
                <a:gd name="T8" fmla="*/ 37 w 37"/>
                <a:gd name="T9" fmla="*/ 8 h 36"/>
                <a:gd name="T10" fmla="*/ 36 w 37"/>
                <a:gd name="T11" fmla="*/ 0 h 36"/>
                <a:gd name="T12" fmla="*/ 34 w 37"/>
                <a:gd name="T13" fmla="*/ 5 h 36"/>
                <a:gd name="T14" fmla="*/ 0 w 37"/>
                <a:gd name="T15" fmla="*/ 30 h 36"/>
                <a:gd name="T16" fmla="*/ 3 w 37"/>
                <a:gd name="T17" fmla="*/ 31 h 36"/>
                <a:gd name="T18" fmla="*/ 13 w 37"/>
                <a:gd name="T19" fmla="*/ 3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36">
                  <a:moveTo>
                    <a:pt x="13" y="34"/>
                  </a:moveTo>
                  <a:cubicBezTo>
                    <a:pt x="14" y="34"/>
                    <a:pt x="16" y="35"/>
                    <a:pt x="17" y="35"/>
                  </a:cubicBezTo>
                  <a:cubicBezTo>
                    <a:pt x="20" y="36"/>
                    <a:pt x="20" y="36"/>
                    <a:pt x="20" y="36"/>
                  </a:cubicBezTo>
                  <a:cubicBezTo>
                    <a:pt x="29" y="30"/>
                    <a:pt x="35" y="22"/>
                    <a:pt x="37" y="13"/>
                  </a:cubicBezTo>
                  <a:cubicBezTo>
                    <a:pt x="37" y="11"/>
                    <a:pt x="37" y="10"/>
                    <a:pt x="37" y="8"/>
                  </a:cubicBezTo>
                  <a:cubicBezTo>
                    <a:pt x="37" y="5"/>
                    <a:pt x="37" y="3"/>
                    <a:pt x="36" y="0"/>
                  </a:cubicBezTo>
                  <a:cubicBezTo>
                    <a:pt x="35" y="2"/>
                    <a:pt x="35" y="3"/>
                    <a:pt x="34" y="5"/>
                  </a:cubicBezTo>
                  <a:cubicBezTo>
                    <a:pt x="28" y="15"/>
                    <a:pt x="16" y="24"/>
                    <a:pt x="0" y="30"/>
                  </a:cubicBezTo>
                  <a:cubicBezTo>
                    <a:pt x="1" y="30"/>
                    <a:pt x="2" y="30"/>
                    <a:pt x="3" y="31"/>
                  </a:cubicBezTo>
                  <a:lnTo>
                    <a:pt x="13" y="34"/>
                  </a:lnTo>
                  <a:close/>
                </a:path>
              </a:pathLst>
            </a:custGeom>
            <a:solidFill>
              <a:srgbClr val="973F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61"/>
            <p:cNvSpPr>
              <a:spLocks/>
            </p:cNvSpPr>
            <p:nvPr/>
          </p:nvSpPr>
          <p:spPr bwMode="auto">
            <a:xfrm>
              <a:off x="7580132" y="4776322"/>
              <a:ext cx="140108" cy="88832"/>
            </a:xfrm>
            <a:custGeom>
              <a:avLst/>
              <a:gdLst>
                <a:gd name="T0" fmla="*/ 64 w 82"/>
                <a:gd name="T1" fmla="*/ 35 h 52"/>
                <a:gd name="T2" fmla="*/ 3 w 82"/>
                <a:gd name="T3" fmla="*/ 5 h 52"/>
                <a:gd name="T4" fmla="*/ 1 w 82"/>
                <a:gd name="T5" fmla="*/ 0 h 52"/>
                <a:gd name="T6" fmla="*/ 0 w 82"/>
                <a:gd name="T7" fmla="*/ 8 h 52"/>
                <a:gd name="T8" fmla="*/ 0 w 82"/>
                <a:gd name="T9" fmla="*/ 13 h 52"/>
                <a:gd name="T10" fmla="*/ 75 w 82"/>
                <a:gd name="T11" fmla="*/ 52 h 52"/>
                <a:gd name="T12" fmla="*/ 82 w 82"/>
                <a:gd name="T13" fmla="*/ 52 h 52"/>
                <a:gd name="T14" fmla="*/ 64 w 82"/>
                <a:gd name="T15" fmla="*/ 35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 h="52">
                  <a:moveTo>
                    <a:pt x="64" y="35"/>
                  </a:moveTo>
                  <a:cubicBezTo>
                    <a:pt x="35" y="33"/>
                    <a:pt x="12" y="21"/>
                    <a:pt x="3" y="5"/>
                  </a:cubicBezTo>
                  <a:cubicBezTo>
                    <a:pt x="2" y="3"/>
                    <a:pt x="2" y="2"/>
                    <a:pt x="1" y="0"/>
                  </a:cubicBezTo>
                  <a:cubicBezTo>
                    <a:pt x="0" y="3"/>
                    <a:pt x="0" y="5"/>
                    <a:pt x="0" y="8"/>
                  </a:cubicBezTo>
                  <a:cubicBezTo>
                    <a:pt x="0" y="10"/>
                    <a:pt x="0" y="11"/>
                    <a:pt x="0" y="13"/>
                  </a:cubicBezTo>
                  <a:cubicBezTo>
                    <a:pt x="5" y="35"/>
                    <a:pt x="37" y="52"/>
                    <a:pt x="75" y="52"/>
                  </a:cubicBezTo>
                  <a:cubicBezTo>
                    <a:pt x="78" y="52"/>
                    <a:pt x="80" y="52"/>
                    <a:pt x="82" y="52"/>
                  </a:cubicBezTo>
                  <a:cubicBezTo>
                    <a:pt x="73" y="47"/>
                    <a:pt x="68" y="41"/>
                    <a:pt x="64" y="35"/>
                  </a:cubicBezTo>
                  <a:close/>
                </a:path>
              </a:pathLst>
            </a:custGeom>
            <a:solidFill>
              <a:srgbClr val="973F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62"/>
            <p:cNvSpPr>
              <a:spLocks/>
            </p:cNvSpPr>
            <p:nvPr/>
          </p:nvSpPr>
          <p:spPr bwMode="auto">
            <a:xfrm>
              <a:off x="7580132" y="4820376"/>
              <a:ext cx="211606" cy="88832"/>
            </a:xfrm>
            <a:custGeom>
              <a:avLst/>
              <a:gdLst>
                <a:gd name="T0" fmla="*/ 107 w 124"/>
                <a:gd name="T1" fmla="*/ 37 h 52"/>
                <a:gd name="T2" fmla="*/ 99 w 124"/>
                <a:gd name="T3" fmla="*/ 34 h 52"/>
                <a:gd name="T4" fmla="*/ 75 w 124"/>
                <a:gd name="T5" fmla="*/ 36 h 52"/>
                <a:gd name="T6" fmla="*/ 3 w 124"/>
                <a:gd name="T7" fmla="*/ 5 h 52"/>
                <a:gd name="T8" fmla="*/ 1 w 124"/>
                <a:gd name="T9" fmla="*/ 0 h 52"/>
                <a:gd name="T10" fmla="*/ 0 w 124"/>
                <a:gd name="T11" fmla="*/ 8 h 52"/>
                <a:gd name="T12" fmla="*/ 0 w 124"/>
                <a:gd name="T13" fmla="*/ 13 h 52"/>
                <a:gd name="T14" fmla="*/ 75 w 124"/>
                <a:gd name="T15" fmla="*/ 52 h 52"/>
                <a:gd name="T16" fmla="*/ 124 w 124"/>
                <a:gd name="T17" fmla="*/ 42 h 52"/>
                <a:gd name="T18" fmla="*/ 116 w 124"/>
                <a:gd name="T19" fmla="*/ 40 h 52"/>
                <a:gd name="T20" fmla="*/ 107 w 124"/>
                <a:gd name="T21" fmla="*/ 3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 h="52">
                  <a:moveTo>
                    <a:pt x="107" y="37"/>
                  </a:moveTo>
                  <a:cubicBezTo>
                    <a:pt x="104" y="36"/>
                    <a:pt x="102" y="35"/>
                    <a:pt x="99" y="34"/>
                  </a:cubicBezTo>
                  <a:cubicBezTo>
                    <a:pt x="92" y="35"/>
                    <a:pt x="84" y="36"/>
                    <a:pt x="75" y="36"/>
                  </a:cubicBezTo>
                  <a:cubicBezTo>
                    <a:pt x="42" y="36"/>
                    <a:pt x="13" y="23"/>
                    <a:pt x="3" y="5"/>
                  </a:cubicBezTo>
                  <a:cubicBezTo>
                    <a:pt x="2" y="4"/>
                    <a:pt x="2" y="2"/>
                    <a:pt x="1" y="0"/>
                  </a:cubicBezTo>
                  <a:cubicBezTo>
                    <a:pt x="0" y="3"/>
                    <a:pt x="0" y="6"/>
                    <a:pt x="0" y="8"/>
                  </a:cubicBezTo>
                  <a:cubicBezTo>
                    <a:pt x="0" y="10"/>
                    <a:pt x="0" y="12"/>
                    <a:pt x="0" y="13"/>
                  </a:cubicBezTo>
                  <a:cubicBezTo>
                    <a:pt x="5" y="35"/>
                    <a:pt x="37" y="52"/>
                    <a:pt x="75" y="52"/>
                  </a:cubicBezTo>
                  <a:cubicBezTo>
                    <a:pt x="94" y="52"/>
                    <a:pt x="111" y="48"/>
                    <a:pt x="124" y="42"/>
                  </a:cubicBezTo>
                  <a:cubicBezTo>
                    <a:pt x="116" y="40"/>
                    <a:pt x="116" y="40"/>
                    <a:pt x="116" y="40"/>
                  </a:cubicBezTo>
                  <a:cubicBezTo>
                    <a:pt x="113" y="39"/>
                    <a:pt x="110" y="38"/>
                    <a:pt x="107" y="37"/>
                  </a:cubicBezTo>
                  <a:close/>
                </a:path>
              </a:pathLst>
            </a:custGeom>
            <a:solidFill>
              <a:srgbClr val="973F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63"/>
            <p:cNvSpPr>
              <a:spLocks/>
            </p:cNvSpPr>
            <p:nvPr/>
          </p:nvSpPr>
          <p:spPr bwMode="auto">
            <a:xfrm>
              <a:off x="7824238" y="4820376"/>
              <a:ext cx="13722" cy="23833"/>
            </a:xfrm>
            <a:custGeom>
              <a:avLst/>
              <a:gdLst>
                <a:gd name="T0" fmla="*/ 3 w 8"/>
                <a:gd name="T1" fmla="*/ 13 h 14"/>
                <a:gd name="T2" fmla="*/ 7 w 8"/>
                <a:gd name="T3" fmla="*/ 14 h 14"/>
                <a:gd name="T4" fmla="*/ 8 w 8"/>
                <a:gd name="T5" fmla="*/ 13 h 14"/>
                <a:gd name="T6" fmla="*/ 8 w 8"/>
                <a:gd name="T7" fmla="*/ 8 h 14"/>
                <a:gd name="T8" fmla="*/ 7 w 8"/>
                <a:gd name="T9" fmla="*/ 0 h 14"/>
                <a:gd name="T10" fmla="*/ 5 w 8"/>
                <a:gd name="T11" fmla="*/ 5 h 14"/>
                <a:gd name="T12" fmla="*/ 0 w 8"/>
                <a:gd name="T13" fmla="*/ 12 h 14"/>
                <a:gd name="T14" fmla="*/ 1 w 8"/>
                <a:gd name="T15" fmla="*/ 13 h 14"/>
                <a:gd name="T16" fmla="*/ 3 w 8"/>
                <a:gd name="T17"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4">
                  <a:moveTo>
                    <a:pt x="3" y="13"/>
                  </a:moveTo>
                  <a:cubicBezTo>
                    <a:pt x="7" y="14"/>
                    <a:pt x="7" y="14"/>
                    <a:pt x="7" y="14"/>
                  </a:cubicBezTo>
                  <a:cubicBezTo>
                    <a:pt x="7" y="14"/>
                    <a:pt x="7" y="14"/>
                    <a:pt x="8" y="13"/>
                  </a:cubicBezTo>
                  <a:cubicBezTo>
                    <a:pt x="8" y="12"/>
                    <a:pt x="8" y="10"/>
                    <a:pt x="8" y="8"/>
                  </a:cubicBezTo>
                  <a:cubicBezTo>
                    <a:pt x="8" y="6"/>
                    <a:pt x="8" y="3"/>
                    <a:pt x="7" y="0"/>
                  </a:cubicBezTo>
                  <a:cubicBezTo>
                    <a:pt x="6" y="2"/>
                    <a:pt x="6" y="4"/>
                    <a:pt x="5" y="5"/>
                  </a:cubicBezTo>
                  <a:cubicBezTo>
                    <a:pt x="3" y="8"/>
                    <a:pt x="2" y="10"/>
                    <a:pt x="0" y="12"/>
                  </a:cubicBezTo>
                  <a:cubicBezTo>
                    <a:pt x="1" y="13"/>
                    <a:pt x="1" y="13"/>
                    <a:pt x="1" y="13"/>
                  </a:cubicBezTo>
                  <a:cubicBezTo>
                    <a:pt x="2" y="13"/>
                    <a:pt x="2" y="13"/>
                    <a:pt x="3" y="13"/>
                  </a:cubicBezTo>
                  <a:close/>
                </a:path>
              </a:pathLst>
            </a:custGeom>
            <a:solidFill>
              <a:srgbClr val="973F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64"/>
            <p:cNvSpPr>
              <a:spLocks/>
            </p:cNvSpPr>
            <p:nvPr/>
          </p:nvSpPr>
          <p:spPr bwMode="auto">
            <a:xfrm>
              <a:off x="7580132" y="4581326"/>
              <a:ext cx="257828" cy="148774"/>
            </a:xfrm>
            <a:custGeom>
              <a:avLst/>
              <a:gdLst>
                <a:gd name="T0" fmla="*/ 116 w 151"/>
                <a:gd name="T1" fmla="*/ 76 h 87"/>
                <a:gd name="T2" fmla="*/ 125 w 151"/>
                <a:gd name="T3" fmla="*/ 75 h 87"/>
                <a:gd name="T4" fmla="*/ 125 w 151"/>
                <a:gd name="T5" fmla="*/ 46 h 87"/>
                <a:gd name="T6" fmla="*/ 148 w 151"/>
                <a:gd name="T7" fmla="*/ 46 h 87"/>
                <a:gd name="T8" fmla="*/ 148 w 151"/>
                <a:gd name="T9" fmla="*/ 56 h 87"/>
                <a:gd name="T10" fmla="*/ 151 w 151"/>
                <a:gd name="T11" fmla="*/ 49 h 87"/>
                <a:gd name="T12" fmla="*/ 151 w 151"/>
                <a:gd name="T13" fmla="*/ 43 h 87"/>
                <a:gd name="T14" fmla="*/ 75 w 151"/>
                <a:gd name="T15" fmla="*/ 0 h 87"/>
                <a:gd name="T16" fmla="*/ 0 w 151"/>
                <a:gd name="T17" fmla="*/ 43 h 87"/>
                <a:gd name="T18" fmla="*/ 0 w 151"/>
                <a:gd name="T19" fmla="*/ 49 h 87"/>
                <a:gd name="T20" fmla="*/ 3 w 151"/>
                <a:gd name="T21" fmla="*/ 57 h 87"/>
                <a:gd name="T22" fmla="*/ 7 w 151"/>
                <a:gd name="T23" fmla="*/ 62 h 87"/>
                <a:gd name="T24" fmla="*/ 75 w 151"/>
                <a:gd name="T25" fmla="*/ 87 h 87"/>
                <a:gd name="T26" fmla="*/ 80 w 151"/>
                <a:gd name="T27" fmla="*/ 87 h 87"/>
                <a:gd name="T28" fmla="*/ 108 w 151"/>
                <a:gd name="T29" fmla="*/ 77 h 87"/>
                <a:gd name="T30" fmla="*/ 116 w 151"/>
                <a:gd name="T31" fmla="*/ 76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1" h="87">
                  <a:moveTo>
                    <a:pt x="116" y="76"/>
                  </a:moveTo>
                  <a:cubicBezTo>
                    <a:pt x="125" y="75"/>
                    <a:pt x="125" y="75"/>
                    <a:pt x="125" y="75"/>
                  </a:cubicBezTo>
                  <a:cubicBezTo>
                    <a:pt x="125" y="46"/>
                    <a:pt x="125" y="46"/>
                    <a:pt x="125" y="46"/>
                  </a:cubicBezTo>
                  <a:cubicBezTo>
                    <a:pt x="148" y="46"/>
                    <a:pt x="148" y="46"/>
                    <a:pt x="148" y="46"/>
                  </a:cubicBezTo>
                  <a:cubicBezTo>
                    <a:pt x="148" y="56"/>
                    <a:pt x="148" y="56"/>
                    <a:pt x="148" y="56"/>
                  </a:cubicBezTo>
                  <a:cubicBezTo>
                    <a:pt x="149" y="54"/>
                    <a:pt x="150" y="51"/>
                    <a:pt x="151" y="49"/>
                  </a:cubicBezTo>
                  <a:cubicBezTo>
                    <a:pt x="151" y="47"/>
                    <a:pt x="151" y="45"/>
                    <a:pt x="151" y="43"/>
                  </a:cubicBezTo>
                  <a:cubicBezTo>
                    <a:pt x="151" y="19"/>
                    <a:pt x="117" y="0"/>
                    <a:pt x="75" y="0"/>
                  </a:cubicBezTo>
                  <a:cubicBezTo>
                    <a:pt x="34" y="0"/>
                    <a:pt x="0" y="19"/>
                    <a:pt x="0" y="43"/>
                  </a:cubicBezTo>
                  <a:cubicBezTo>
                    <a:pt x="0" y="45"/>
                    <a:pt x="0" y="47"/>
                    <a:pt x="0" y="49"/>
                  </a:cubicBezTo>
                  <a:cubicBezTo>
                    <a:pt x="1" y="51"/>
                    <a:pt x="2" y="54"/>
                    <a:pt x="3" y="57"/>
                  </a:cubicBezTo>
                  <a:cubicBezTo>
                    <a:pt x="4" y="58"/>
                    <a:pt x="5" y="60"/>
                    <a:pt x="7" y="62"/>
                  </a:cubicBezTo>
                  <a:cubicBezTo>
                    <a:pt x="19" y="77"/>
                    <a:pt x="45" y="87"/>
                    <a:pt x="75" y="87"/>
                  </a:cubicBezTo>
                  <a:cubicBezTo>
                    <a:pt x="77" y="87"/>
                    <a:pt x="79" y="87"/>
                    <a:pt x="80" y="87"/>
                  </a:cubicBezTo>
                  <a:cubicBezTo>
                    <a:pt x="87" y="83"/>
                    <a:pt x="97" y="79"/>
                    <a:pt x="108" y="77"/>
                  </a:cubicBezTo>
                  <a:cubicBezTo>
                    <a:pt x="111" y="77"/>
                    <a:pt x="114" y="76"/>
                    <a:pt x="116" y="76"/>
                  </a:cubicBezTo>
                  <a:close/>
                </a:path>
              </a:pathLst>
            </a:custGeom>
            <a:solidFill>
              <a:srgbClr val="973F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65"/>
            <p:cNvSpPr>
              <a:spLocks/>
            </p:cNvSpPr>
            <p:nvPr/>
          </p:nvSpPr>
          <p:spPr bwMode="auto">
            <a:xfrm>
              <a:off x="7580132" y="4865153"/>
              <a:ext cx="252772" cy="86665"/>
            </a:xfrm>
            <a:custGeom>
              <a:avLst/>
              <a:gdLst>
                <a:gd name="T0" fmla="*/ 52 w 148"/>
                <a:gd name="T1" fmla="*/ 43 h 51"/>
                <a:gd name="T2" fmla="*/ 94 w 148"/>
                <a:gd name="T3" fmla="*/ 43 h 51"/>
                <a:gd name="T4" fmla="*/ 95 w 148"/>
                <a:gd name="T5" fmla="*/ 44 h 51"/>
                <a:gd name="T6" fmla="*/ 97 w 148"/>
                <a:gd name="T7" fmla="*/ 51 h 51"/>
                <a:gd name="T8" fmla="*/ 148 w 148"/>
                <a:gd name="T9" fmla="*/ 22 h 51"/>
                <a:gd name="T10" fmla="*/ 145 w 148"/>
                <a:gd name="T11" fmla="*/ 21 h 51"/>
                <a:gd name="T12" fmla="*/ 143 w 148"/>
                <a:gd name="T13" fmla="*/ 20 h 51"/>
                <a:gd name="T14" fmla="*/ 142 w 148"/>
                <a:gd name="T15" fmla="*/ 20 h 51"/>
                <a:gd name="T16" fmla="*/ 136 w 148"/>
                <a:gd name="T17" fmla="*/ 19 h 51"/>
                <a:gd name="T18" fmla="*/ 75 w 148"/>
                <a:gd name="T19" fmla="*/ 36 h 51"/>
                <a:gd name="T20" fmla="*/ 3 w 148"/>
                <a:gd name="T21" fmla="*/ 5 h 51"/>
                <a:gd name="T22" fmla="*/ 1 w 148"/>
                <a:gd name="T23" fmla="*/ 0 h 51"/>
                <a:gd name="T24" fmla="*/ 0 w 148"/>
                <a:gd name="T25" fmla="*/ 9 h 51"/>
                <a:gd name="T26" fmla="*/ 0 w 148"/>
                <a:gd name="T27" fmla="*/ 14 h 51"/>
                <a:gd name="T28" fmla="*/ 54 w 148"/>
                <a:gd name="T29" fmla="*/ 51 h 51"/>
                <a:gd name="T30" fmla="*/ 52 w 148"/>
                <a:gd name="T31" fmla="*/ 45 h 51"/>
                <a:gd name="T32" fmla="*/ 52 w 148"/>
                <a:gd name="T33" fmla="*/ 4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8" h="51">
                  <a:moveTo>
                    <a:pt x="52" y="43"/>
                  </a:moveTo>
                  <a:cubicBezTo>
                    <a:pt x="94" y="43"/>
                    <a:pt x="94" y="43"/>
                    <a:pt x="94" y="43"/>
                  </a:cubicBezTo>
                  <a:cubicBezTo>
                    <a:pt x="95" y="44"/>
                    <a:pt x="95" y="44"/>
                    <a:pt x="95" y="44"/>
                  </a:cubicBezTo>
                  <a:cubicBezTo>
                    <a:pt x="95" y="46"/>
                    <a:pt x="96" y="49"/>
                    <a:pt x="97" y="51"/>
                  </a:cubicBezTo>
                  <a:cubicBezTo>
                    <a:pt x="121" y="46"/>
                    <a:pt x="140" y="35"/>
                    <a:pt x="148" y="22"/>
                  </a:cubicBezTo>
                  <a:cubicBezTo>
                    <a:pt x="145" y="21"/>
                    <a:pt x="145" y="21"/>
                    <a:pt x="145" y="21"/>
                  </a:cubicBezTo>
                  <a:cubicBezTo>
                    <a:pt x="145" y="21"/>
                    <a:pt x="144" y="21"/>
                    <a:pt x="143" y="20"/>
                  </a:cubicBezTo>
                  <a:cubicBezTo>
                    <a:pt x="143" y="20"/>
                    <a:pt x="143" y="20"/>
                    <a:pt x="142" y="20"/>
                  </a:cubicBezTo>
                  <a:cubicBezTo>
                    <a:pt x="140" y="20"/>
                    <a:pt x="138" y="19"/>
                    <a:pt x="136" y="19"/>
                  </a:cubicBezTo>
                  <a:cubicBezTo>
                    <a:pt x="122" y="29"/>
                    <a:pt x="100" y="36"/>
                    <a:pt x="75" y="36"/>
                  </a:cubicBezTo>
                  <a:cubicBezTo>
                    <a:pt x="42" y="36"/>
                    <a:pt x="13" y="23"/>
                    <a:pt x="3" y="5"/>
                  </a:cubicBezTo>
                  <a:cubicBezTo>
                    <a:pt x="2" y="4"/>
                    <a:pt x="2" y="2"/>
                    <a:pt x="1" y="0"/>
                  </a:cubicBezTo>
                  <a:cubicBezTo>
                    <a:pt x="0" y="3"/>
                    <a:pt x="0" y="6"/>
                    <a:pt x="0" y="9"/>
                  </a:cubicBezTo>
                  <a:cubicBezTo>
                    <a:pt x="0" y="10"/>
                    <a:pt x="0" y="12"/>
                    <a:pt x="0" y="14"/>
                  </a:cubicBezTo>
                  <a:cubicBezTo>
                    <a:pt x="4" y="31"/>
                    <a:pt x="25" y="46"/>
                    <a:pt x="54" y="51"/>
                  </a:cubicBezTo>
                  <a:cubicBezTo>
                    <a:pt x="53" y="49"/>
                    <a:pt x="53" y="47"/>
                    <a:pt x="52" y="45"/>
                  </a:cubicBezTo>
                  <a:lnTo>
                    <a:pt x="52" y="43"/>
                  </a:lnTo>
                  <a:close/>
                </a:path>
              </a:pathLst>
            </a:custGeom>
            <a:solidFill>
              <a:srgbClr val="973F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66"/>
            <p:cNvSpPr>
              <a:spLocks/>
            </p:cNvSpPr>
            <p:nvPr/>
          </p:nvSpPr>
          <p:spPr bwMode="auto">
            <a:xfrm>
              <a:off x="7756351" y="4910652"/>
              <a:ext cx="81609" cy="72221"/>
            </a:xfrm>
            <a:custGeom>
              <a:avLst/>
              <a:gdLst>
                <a:gd name="T0" fmla="*/ 48 w 48"/>
                <a:gd name="T1" fmla="*/ 13 h 42"/>
                <a:gd name="T2" fmla="*/ 48 w 48"/>
                <a:gd name="T3" fmla="*/ 8 h 42"/>
                <a:gd name="T4" fmla="*/ 47 w 48"/>
                <a:gd name="T5" fmla="*/ 0 h 42"/>
                <a:gd name="T6" fmla="*/ 45 w 48"/>
                <a:gd name="T7" fmla="*/ 5 h 42"/>
                <a:gd name="T8" fmla="*/ 0 w 48"/>
                <a:gd name="T9" fmla="*/ 32 h 42"/>
                <a:gd name="T10" fmla="*/ 6 w 48"/>
                <a:gd name="T11" fmla="*/ 37 h 42"/>
                <a:gd name="T12" fmla="*/ 14 w 48"/>
                <a:gd name="T13" fmla="*/ 41 h 42"/>
                <a:gd name="T14" fmla="*/ 20 w 48"/>
                <a:gd name="T15" fmla="*/ 42 h 42"/>
                <a:gd name="T16" fmla="*/ 48 w 48"/>
                <a:gd name="T17" fmla="*/ 13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42">
                  <a:moveTo>
                    <a:pt x="48" y="13"/>
                  </a:moveTo>
                  <a:cubicBezTo>
                    <a:pt x="48" y="11"/>
                    <a:pt x="48" y="9"/>
                    <a:pt x="48" y="8"/>
                  </a:cubicBezTo>
                  <a:cubicBezTo>
                    <a:pt x="48" y="5"/>
                    <a:pt x="48" y="2"/>
                    <a:pt x="47" y="0"/>
                  </a:cubicBezTo>
                  <a:cubicBezTo>
                    <a:pt x="46" y="1"/>
                    <a:pt x="46" y="3"/>
                    <a:pt x="45" y="5"/>
                  </a:cubicBezTo>
                  <a:cubicBezTo>
                    <a:pt x="38" y="17"/>
                    <a:pt x="21" y="28"/>
                    <a:pt x="0" y="32"/>
                  </a:cubicBezTo>
                  <a:cubicBezTo>
                    <a:pt x="2" y="34"/>
                    <a:pt x="4" y="36"/>
                    <a:pt x="6" y="37"/>
                  </a:cubicBezTo>
                  <a:cubicBezTo>
                    <a:pt x="9" y="38"/>
                    <a:pt x="11" y="40"/>
                    <a:pt x="14" y="41"/>
                  </a:cubicBezTo>
                  <a:cubicBezTo>
                    <a:pt x="20" y="42"/>
                    <a:pt x="20" y="42"/>
                    <a:pt x="20" y="42"/>
                  </a:cubicBezTo>
                  <a:cubicBezTo>
                    <a:pt x="35" y="35"/>
                    <a:pt x="45" y="25"/>
                    <a:pt x="48" y="13"/>
                  </a:cubicBezTo>
                  <a:close/>
                </a:path>
              </a:pathLst>
            </a:custGeom>
            <a:solidFill>
              <a:srgbClr val="973F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67"/>
            <p:cNvSpPr>
              <a:spLocks/>
            </p:cNvSpPr>
            <p:nvPr/>
          </p:nvSpPr>
          <p:spPr bwMode="auto">
            <a:xfrm>
              <a:off x="7580132" y="4910652"/>
              <a:ext cx="121331" cy="88832"/>
            </a:xfrm>
            <a:custGeom>
              <a:avLst/>
              <a:gdLst>
                <a:gd name="T0" fmla="*/ 57 w 71"/>
                <a:gd name="T1" fmla="*/ 34 h 52"/>
                <a:gd name="T2" fmla="*/ 3 w 71"/>
                <a:gd name="T3" fmla="*/ 5 h 52"/>
                <a:gd name="T4" fmla="*/ 1 w 71"/>
                <a:gd name="T5" fmla="*/ 0 h 52"/>
                <a:gd name="T6" fmla="*/ 0 w 71"/>
                <a:gd name="T7" fmla="*/ 8 h 52"/>
                <a:gd name="T8" fmla="*/ 0 w 71"/>
                <a:gd name="T9" fmla="*/ 13 h 52"/>
                <a:gd name="T10" fmla="*/ 71 w 71"/>
                <a:gd name="T11" fmla="*/ 52 h 52"/>
                <a:gd name="T12" fmla="*/ 57 w 71"/>
                <a:gd name="T13" fmla="*/ 34 h 52"/>
              </a:gdLst>
              <a:ahLst/>
              <a:cxnLst>
                <a:cxn ang="0">
                  <a:pos x="T0" y="T1"/>
                </a:cxn>
                <a:cxn ang="0">
                  <a:pos x="T2" y="T3"/>
                </a:cxn>
                <a:cxn ang="0">
                  <a:pos x="T4" y="T5"/>
                </a:cxn>
                <a:cxn ang="0">
                  <a:pos x="T6" y="T7"/>
                </a:cxn>
                <a:cxn ang="0">
                  <a:pos x="T8" y="T9"/>
                </a:cxn>
                <a:cxn ang="0">
                  <a:pos x="T10" y="T11"/>
                </a:cxn>
                <a:cxn ang="0">
                  <a:pos x="T12" y="T13"/>
                </a:cxn>
              </a:cxnLst>
              <a:rect l="0" t="0" r="r" b="b"/>
              <a:pathLst>
                <a:path w="71" h="52">
                  <a:moveTo>
                    <a:pt x="57" y="34"/>
                  </a:moveTo>
                  <a:cubicBezTo>
                    <a:pt x="32" y="31"/>
                    <a:pt x="11" y="19"/>
                    <a:pt x="3" y="5"/>
                  </a:cubicBezTo>
                  <a:cubicBezTo>
                    <a:pt x="2" y="3"/>
                    <a:pt x="2" y="1"/>
                    <a:pt x="1" y="0"/>
                  </a:cubicBezTo>
                  <a:cubicBezTo>
                    <a:pt x="0" y="2"/>
                    <a:pt x="0" y="5"/>
                    <a:pt x="0" y="8"/>
                  </a:cubicBezTo>
                  <a:cubicBezTo>
                    <a:pt x="0" y="9"/>
                    <a:pt x="0" y="11"/>
                    <a:pt x="0" y="13"/>
                  </a:cubicBezTo>
                  <a:cubicBezTo>
                    <a:pt x="4" y="34"/>
                    <a:pt x="34" y="50"/>
                    <a:pt x="71" y="52"/>
                  </a:cubicBezTo>
                  <a:cubicBezTo>
                    <a:pt x="65" y="47"/>
                    <a:pt x="61" y="41"/>
                    <a:pt x="57" y="34"/>
                  </a:cubicBezTo>
                  <a:close/>
                </a:path>
              </a:pathLst>
            </a:custGeom>
            <a:solidFill>
              <a:srgbClr val="973F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68"/>
            <p:cNvSpPr>
              <a:spLocks/>
            </p:cNvSpPr>
            <p:nvPr/>
          </p:nvSpPr>
          <p:spPr bwMode="auto">
            <a:xfrm>
              <a:off x="7580132" y="4955429"/>
              <a:ext cx="200051" cy="88832"/>
            </a:xfrm>
            <a:custGeom>
              <a:avLst/>
              <a:gdLst>
                <a:gd name="T0" fmla="*/ 108 w 117"/>
                <a:gd name="T1" fmla="*/ 43 h 52"/>
                <a:gd name="T2" fmla="*/ 85 w 117"/>
                <a:gd name="T3" fmla="*/ 35 h 52"/>
                <a:gd name="T4" fmla="*/ 75 w 117"/>
                <a:gd name="T5" fmla="*/ 36 h 52"/>
                <a:gd name="T6" fmla="*/ 3 w 117"/>
                <a:gd name="T7" fmla="*/ 5 h 52"/>
                <a:gd name="T8" fmla="*/ 1 w 117"/>
                <a:gd name="T9" fmla="*/ 0 h 52"/>
                <a:gd name="T10" fmla="*/ 0 w 117"/>
                <a:gd name="T11" fmla="*/ 8 h 52"/>
                <a:gd name="T12" fmla="*/ 0 w 117"/>
                <a:gd name="T13" fmla="*/ 13 h 52"/>
                <a:gd name="T14" fmla="*/ 75 w 117"/>
                <a:gd name="T15" fmla="*/ 52 h 52"/>
                <a:gd name="T16" fmla="*/ 117 w 117"/>
                <a:gd name="T17" fmla="*/ 45 h 52"/>
                <a:gd name="T18" fmla="*/ 116 w 117"/>
                <a:gd name="T19" fmla="*/ 45 h 52"/>
                <a:gd name="T20" fmla="*/ 108 w 117"/>
                <a:gd name="T21" fmla="*/ 43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7" h="52">
                  <a:moveTo>
                    <a:pt x="108" y="43"/>
                  </a:moveTo>
                  <a:cubicBezTo>
                    <a:pt x="99" y="41"/>
                    <a:pt x="92" y="39"/>
                    <a:pt x="85" y="35"/>
                  </a:cubicBezTo>
                  <a:cubicBezTo>
                    <a:pt x="82" y="36"/>
                    <a:pt x="79" y="36"/>
                    <a:pt x="75" y="36"/>
                  </a:cubicBezTo>
                  <a:cubicBezTo>
                    <a:pt x="42" y="36"/>
                    <a:pt x="13" y="23"/>
                    <a:pt x="3" y="5"/>
                  </a:cubicBezTo>
                  <a:cubicBezTo>
                    <a:pt x="2" y="3"/>
                    <a:pt x="2" y="2"/>
                    <a:pt x="1" y="0"/>
                  </a:cubicBezTo>
                  <a:cubicBezTo>
                    <a:pt x="0" y="3"/>
                    <a:pt x="0" y="5"/>
                    <a:pt x="0" y="8"/>
                  </a:cubicBezTo>
                  <a:cubicBezTo>
                    <a:pt x="0" y="10"/>
                    <a:pt x="0" y="11"/>
                    <a:pt x="0" y="13"/>
                  </a:cubicBezTo>
                  <a:cubicBezTo>
                    <a:pt x="5" y="35"/>
                    <a:pt x="37" y="52"/>
                    <a:pt x="75" y="52"/>
                  </a:cubicBezTo>
                  <a:cubicBezTo>
                    <a:pt x="91" y="52"/>
                    <a:pt x="105" y="49"/>
                    <a:pt x="117" y="45"/>
                  </a:cubicBezTo>
                  <a:cubicBezTo>
                    <a:pt x="116" y="45"/>
                    <a:pt x="116" y="45"/>
                    <a:pt x="116" y="45"/>
                  </a:cubicBezTo>
                  <a:cubicBezTo>
                    <a:pt x="114" y="44"/>
                    <a:pt x="111" y="44"/>
                    <a:pt x="108" y="43"/>
                  </a:cubicBezTo>
                  <a:close/>
                </a:path>
              </a:pathLst>
            </a:custGeom>
            <a:solidFill>
              <a:srgbClr val="973F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69"/>
            <p:cNvSpPr>
              <a:spLocks/>
            </p:cNvSpPr>
            <p:nvPr/>
          </p:nvSpPr>
          <p:spPr bwMode="auto">
            <a:xfrm>
              <a:off x="7814127" y="4955429"/>
              <a:ext cx="23833" cy="31055"/>
            </a:xfrm>
            <a:custGeom>
              <a:avLst/>
              <a:gdLst>
                <a:gd name="T0" fmla="*/ 14 w 14"/>
                <a:gd name="T1" fmla="*/ 8 h 18"/>
                <a:gd name="T2" fmla="*/ 13 w 14"/>
                <a:gd name="T3" fmla="*/ 0 h 18"/>
                <a:gd name="T4" fmla="*/ 11 w 14"/>
                <a:gd name="T5" fmla="*/ 5 h 18"/>
                <a:gd name="T6" fmla="*/ 0 w 14"/>
                <a:gd name="T7" fmla="*/ 18 h 18"/>
                <a:gd name="T8" fmla="*/ 0 w 14"/>
                <a:gd name="T9" fmla="*/ 18 h 18"/>
                <a:gd name="T10" fmla="*/ 8 w 14"/>
                <a:gd name="T11" fmla="*/ 17 h 18"/>
                <a:gd name="T12" fmla="*/ 13 w 14"/>
                <a:gd name="T13" fmla="*/ 17 h 18"/>
                <a:gd name="T14" fmla="*/ 14 w 14"/>
                <a:gd name="T15" fmla="*/ 13 h 18"/>
                <a:gd name="T16" fmla="*/ 14 w 14"/>
                <a:gd name="T17" fmla="*/ 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8">
                  <a:moveTo>
                    <a:pt x="14" y="8"/>
                  </a:moveTo>
                  <a:cubicBezTo>
                    <a:pt x="14" y="5"/>
                    <a:pt x="14" y="3"/>
                    <a:pt x="13" y="0"/>
                  </a:cubicBezTo>
                  <a:cubicBezTo>
                    <a:pt x="12" y="2"/>
                    <a:pt x="12" y="3"/>
                    <a:pt x="11" y="5"/>
                  </a:cubicBezTo>
                  <a:cubicBezTo>
                    <a:pt x="8" y="10"/>
                    <a:pt x="4" y="14"/>
                    <a:pt x="0" y="18"/>
                  </a:cubicBezTo>
                  <a:cubicBezTo>
                    <a:pt x="0" y="18"/>
                    <a:pt x="0" y="18"/>
                    <a:pt x="0" y="18"/>
                  </a:cubicBezTo>
                  <a:cubicBezTo>
                    <a:pt x="3" y="18"/>
                    <a:pt x="5" y="18"/>
                    <a:pt x="8" y="17"/>
                  </a:cubicBezTo>
                  <a:cubicBezTo>
                    <a:pt x="13" y="17"/>
                    <a:pt x="13" y="17"/>
                    <a:pt x="13" y="17"/>
                  </a:cubicBezTo>
                  <a:cubicBezTo>
                    <a:pt x="13" y="15"/>
                    <a:pt x="13" y="14"/>
                    <a:pt x="14" y="13"/>
                  </a:cubicBezTo>
                  <a:cubicBezTo>
                    <a:pt x="14" y="11"/>
                    <a:pt x="14" y="10"/>
                    <a:pt x="14" y="8"/>
                  </a:cubicBezTo>
                  <a:close/>
                </a:path>
              </a:pathLst>
            </a:custGeom>
            <a:solidFill>
              <a:srgbClr val="973F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70"/>
            <p:cNvSpPr>
              <a:spLocks/>
            </p:cNvSpPr>
            <p:nvPr/>
          </p:nvSpPr>
          <p:spPr bwMode="auto">
            <a:xfrm>
              <a:off x="7580132" y="4999483"/>
              <a:ext cx="213773" cy="88832"/>
            </a:xfrm>
            <a:custGeom>
              <a:avLst/>
              <a:gdLst>
                <a:gd name="T0" fmla="*/ 75 w 125"/>
                <a:gd name="T1" fmla="*/ 36 h 52"/>
                <a:gd name="T2" fmla="*/ 3 w 125"/>
                <a:gd name="T3" fmla="*/ 5 h 52"/>
                <a:gd name="T4" fmla="*/ 1 w 125"/>
                <a:gd name="T5" fmla="*/ 0 h 52"/>
                <a:gd name="T6" fmla="*/ 0 w 125"/>
                <a:gd name="T7" fmla="*/ 8 h 52"/>
                <a:gd name="T8" fmla="*/ 0 w 125"/>
                <a:gd name="T9" fmla="*/ 13 h 52"/>
                <a:gd name="T10" fmla="*/ 75 w 125"/>
                <a:gd name="T11" fmla="*/ 52 h 52"/>
                <a:gd name="T12" fmla="*/ 125 w 125"/>
                <a:gd name="T13" fmla="*/ 41 h 52"/>
                <a:gd name="T14" fmla="*/ 125 w 125"/>
                <a:gd name="T15" fmla="*/ 25 h 52"/>
                <a:gd name="T16" fmla="*/ 75 w 125"/>
                <a:gd name="T17" fmla="*/ 3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52">
                  <a:moveTo>
                    <a:pt x="75" y="36"/>
                  </a:moveTo>
                  <a:cubicBezTo>
                    <a:pt x="42" y="36"/>
                    <a:pt x="13" y="23"/>
                    <a:pt x="3" y="5"/>
                  </a:cubicBezTo>
                  <a:cubicBezTo>
                    <a:pt x="2" y="4"/>
                    <a:pt x="2" y="2"/>
                    <a:pt x="1" y="0"/>
                  </a:cubicBezTo>
                  <a:cubicBezTo>
                    <a:pt x="0" y="3"/>
                    <a:pt x="0" y="5"/>
                    <a:pt x="0" y="8"/>
                  </a:cubicBezTo>
                  <a:cubicBezTo>
                    <a:pt x="0" y="10"/>
                    <a:pt x="0" y="12"/>
                    <a:pt x="0" y="13"/>
                  </a:cubicBezTo>
                  <a:cubicBezTo>
                    <a:pt x="5" y="35"/>
                    <a:pt x="37" y="52"/>
                    <a:pt x="75" y="52"/>
                  </a:cubicBezTo>
                  <a:cubicBezTo>
                    <a:pt x="94" y="52"/>
                    <a:pt x="111" y="48"/>
                    <a:pt x="125" y="41"/>
                  </a:cubicBezTo>
                  <a:cubicBezTo>
                    <a:pt x="125" y="25"/>
                    <a:pt x="125" y="25"/>
                    <a:pt x="125" y="25"/>
                  </a:cubicBezTo>
                  <a:cubicBezTo>
                    <a:pt x="111" y="32"/>
                    <a:pt x="94" y="36"/>
                    <a:pt x="75" y="36"/>
                  </a:cubicBezTo>
                  <a:close/>
                </a:path>
              </a:pathLst>
            </a:custGeom>
            <a:solidFill>
              <a:srgbClr val="973F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71"/>
            <p:cNvSpPr>
              <a:spLocks/>
            </p:cNvSpPr>
            <p:nvPr/>
          </p:nvSpPr>
          <p:spPr bwMode="auto">
            <a:xfrm>
              <a:off x="7832904" y="5031982"/>
              <a:ext cx="0" cy="3611"/>
            </a:xfrm>
            <a:custGeom>
              <a:avLst/>
              <a:gdLst>
                <a:gd name="T0" fmla="*/ 2 h 2"/>
                <a:gd name="T1" fmla="*/ 0 h 2"/>
                <a:gd name="T2" fmla="*/ 1 h 2"/>
                <a:gd name="T3" fmla="*/ 2 h 2"/>
              </a:gdLst>
              <a:ahLst/>
              <a:cxnLst>
                <a:cxn ang="0">
                  <a:pos x="0" y="T0"/>
                </a:cxn>
                <a:cxn ang="0">
                  <a:pos x="0" y="T1"/>
                </a:cxn>
                <a:cxn ang="0">
                  <a:pos x="0" y="T2"/>
                </a:cxn>
                <a:cxn ang="0">
                  <a:pos x="0" y="T3"/>
                </a:cxn>
              </a:cxnLst>
              <a:rect l="0" t="0" r="r" b="b"/>
              <a:pathLst>
                <a:path h="2">
                  <a:moveTo>
                    <a:pt x="0" y="2"/>
                  </a:moveTo>
                  <a:cubicBezTo>
                    <a:pt x="0" y="2"/>
                    <a:pt x="0" y="1"/>
                    <a:pt x="0" y="0"/>
                  </a:cubicBezTo>
                  <a:cubicBezTo>
                    <a:pt x="0" y="1"/>
                    <a:pt x="0" y="1"/>
                    <a:pt x="0" y="1"/>
                  </a:cubicBezTo>
                  <a:lnTo>
                    <a:pt x="0" y="2"/>
                  </a:lnTo>
                  <a:close/>
                </a:path>
              </a:pathLst>
            </a:custGeom>
            <a:solidFill>
              <a:srgbClr val="973F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72"/>
            <p:cNvSpPr>
              <a:spLocks/>
            </p:cNvSpPr>
            <p:nvPr/>
          </p:nvSpPr>
          <p:spPr bwMode="auto">
            <a:xfrm>
              <a:off x="7681241" y="4670157"/>
              <a:ext cx="257828" cy="402991"/>
            </a:xfrm>
            <a:custGeom>
              <a:avLst/>
              <a:gdLst>
                <a:gd name="T0" fmla="*/ 72 w 151"/>
                <a:gd name="T1" fmla="*/ 236 h 236"/>
                <a:gd name="T2" fmla="*/ 72 w 151"/>
                <a:gd name="T3" fmla="*/ 207 h 236"/>
                <a:gd name="T4" fmla="*/ 58 w 151"/>
                <a:gd name="T5" fmla="*/ 206 h 236"/>
                <a:gd name="T6" fmla="*/ 50 w 151"/>
                <a:gd name="T7" fmla="*/ 204 h 236"/>
                <a:gd name="T8" fmla="*/ 0 w 151"/>
                <a:gd name="T9" fmla="*/ 163 h 236"/>
                <a:gd name="T10" fmla="*/ 31 w 151"/>
                <a:gd name="T11" fmla="*/ 163 h 236"/>
                <a:gd name="T12" fmla="*/ 47 w 151"/>
                <a:gd name="T13" fmla="*/ 183 h 236"/>
                <a:gd name="T14" fmla="*/ 56 w 151"/>
                <a:gd name="T15" fmla="*/ 187 h 236"/>
                <a:gd name="T16" fmla="*/ 67 w 151"/>
                <a:gd name="T17" fmla="*/ 190 h 236"/>
                <a:gd name="T18" fmla="*/ 78 w 151"/>
                <a:gd name="T19" fmla="*/ 191 h 236"/>
                <a:gd name="T20" fmla="*/ 87 w 151"/>
                <a:gd name="T21" fmla="*/ 190 h 236"/>
                <a:gd name="T22" fmla="*/ 97 w 151"/>
                <a:gd name="T23" fmla="*/ 188 h 236"/>
                <a:gd name="T24" fmla="*/ 110 w 151"/>
                <a:gd name="T25" fmla="*/ 184 h 236"/>
                <a:gd name="T26" fmla="*/ 123 w 151"/>
                <a:gd name="T27" fmla="*/ 162 h 236"/>
                <a:gd name="T28" fmla="*/ 110 w 151"/>
                <a:gd name="T29" fmla="*/ 137 h 236"/>
                <a:gd name="T30" fmla="*/ 98 w 151"/>
                <a:gd name="T31" fmla="*/ 132 h 236"/>
                <a:gd name="T32" fmla="*/ 88 w 151"/>
                <a:gd name="T33" fmla="*/ 129 h 236"/>
                <a:gd name="T34" fmla="*/ 86 w 151"/>
                <a:gd name="T35" fmla="*/ 129 h 236"/>
                <a:gd name="T36" fmla="*/ 85 w 151"/>
                <a:gd name="T37" fmla="*/ 128 h 236"/>
                <a:gd name="T38" fmla="*/ 69 w 151"/>
                <a:gd name="T39" fmla="*/ 124 h 236"/>
                <a:gd name="T40" fmla="*/ 59 w 151"/>
                <a:gd name="T41" fmla="*/ 122 h 236"/>
                <a:gd name="T42" fmla="*/ 50 w 151"/>
                <a:gd name="T43" fmla="*/ 119 h 236"/>
                <a:gd name="T44" fmla="*/ 6 w 151"/>
                <a:gd name="T45" fmla="*/ 72 h 236"/>
                <a:gd name="T46" fmla="*/ 50 w 151"/>
                <a:gd name="T47" fmla="*/ 31 h 236"/>
                <a:gd name="T48" fmla="*/ 58 w 151"/>
                <a:gd name="T49" fmla="*/ 30 h 236"/>
                <a:gd name="T50" fmla="*/ 72 w 151"/>
                <a:gd name="T51" fmla="*/ 29 h 236"/>
                <a:gd name="T52" fmla="*/ 72 w 151"/>
                <a:gd name="T53" fmla="*/ 0 h 236"/>
                <a:gd name="T54" fmla="*/ 83 w 151"/>
                <a:gd name="T55" fmla="*/ 0 h 236"/>
                <a:gd name="T56" fmla="*/ 83 w 151"/>
                <a:gd name="T57" fmla="*/ 29 h 236"/>
                <a:gd name="T58" fmla="*/ 96 w 151"/>
                <a:gd name="T59" fmla="*/ 30 h 236"/>
                <a:gd name="T60" fmla="*/ 107 w 151"/>
                <a:gd name="T61" fmla="*/ 32 h 236"/>
                <a:gd name="T62" fmla="*/ 145 w 151"/>
                <a:gd name="T63" fmla="*/ 70 h 236"/>
                <a:gd name="T64" fmla="*/ 117 w 151"/>
                <a:gd name="T65" fmla="*/ 70 h 236"/>
                <a:gd name="T66" fmla="*/ 111 w 151"/>
                <a:gd name="T67" fmla="*/ 58 h 236"/>
                <a:gd name="T68" fmla="*/ 98 w 151"/>
                <a:gd name="T69" fmla="*/ 49 h 236"/>
                <a:gd name="T70" fmla="*/ 98 w 151"/>
                <a:gd name="T71" fmla="*/ 49 h 236"/>
                <a:gd name="T72" fmla="*/ 88 w 151"/>
                <a:gd name="T73" fmla="*/ 46 h 236"/>
                <a:gd name="T74" fmla="*/ 87 w 151"/>
                <a:gd name="T75" fmla="*/ 46 h 236"/>
                <a:gd name="T76" fmla="*/ 75 w 151"/>
                <a:gd name="T77" fmla="*/ 45 h 236"/>
                <a:gd name="T78" fmla="*/ 67 w 151"/>
                <a:gd name="T79" fmla="*/ 45 h 236"/>
                <a:gd name="T80" fmla="*/ 57 w 151"/>
                <a:gd name="T81" fmla="*/ 46 h 236"/>
                <a:gd name="T82" fmla="*/ 47 w 151"/>
                <a:gd name="T83" fmla="*/ 49 h 236"/>
                <a:gd name="T84" fmla="*/ 33 w 151"/>
                <a:gd name="T85" fmla="*/ 72 h 236"/>
                <a:gd name="T86" fmla="*/ 47 w 151"/>
                <a:gd name="T87" fmla="*/ 94 h 236"/>
                <a:gd name="T88" fmla="*/ 56 w 151"/>
                <a:gd name="T89" fmla="*/ 98 h 236"/>
                <a:gd name="T90" fmla="*/ 66 w 151"/>
                <a:gd name="T91" fmla="*/ 102 h 236"/>
                <a:gd name="T92" fmla="*/ 70 w 151"/>
                <a:gd name="T93" fmla="*/ 103 h 236"/>
                <a:gd name="T94" fmla="*/ 81 w 151"/>
                <a:gd name="T95" fmla="*/ 106 h 236"/>
                <a:gd name="T96" fmla="*/ 83 w 151"/>
                <a:gd name="T97" fmla="*/ 106 h 236"/>
                <a:gd name="T98" fmla="*/ 86 w 151"/>
                <a:gd name="T99" fmla="*/ 107 h 236"/>
                <a:gd name="T100" fmla="*/ 96 w 151"/>
                <a:gd name="T101" fmla="*/ 110 h 236"/>
                <a:gd name="T102" fmla="*/ 106 w 151"/>
                <a:gd name="T103" fmla="*/ 113 h 236"/>
                <a:gd name="T104" fmla="*/ 151 w 151"/>
                <a:gd name="T105" fmla="*/ 159 h 236"/>
                <a:gd name="T106" fmla="*/ 107 w 151"/>
                <a:gd name="T107" fmla="*/ 204 h 236"/>
                <a:gd name="T108" fmla="*/ 96 w 151"/>
                <a:gd name="T109" fmla="*/ 206 h 236"/>
                <a:gd name="T110" fmla="*/ 83 w 151"/>
                <a:gd name="T111" fmla="*/ 207 h 236"/>
                <a:gd name="T112" fmla="*/ 83 w 151"/>
                <a:gd name="T113" fmla="*/ 236 h 236"/>
                <a:gd name="T114" fmla="*/ 72 w 151"/>
                <a:gd name="T115" fmla="*/ 236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1" h="236">
                  <a:moveTo>
                    <a:pt x="72" y="236"/>
                  </a:moveTo>
                  <a:cubicBezTo>
                    <a:pt x="72" y="207"/>
                    <a:pt x="72" y="207"/>
                    <a:pt x="72" y="207"/>
                  </a:cubicBezTo>
                  <a:cubicBezTo>
                    <a:pt x="58" y="206"/>
                    <a:pt x="58" y="206"/>
                    <a:pt x="58" y="206"/>
                  </a:cubicBezTo>
                  <a:cubicBezTo>
                    <a:pt x="56" y="205"/>
                    <a:pt x="53" y="205"/>
                    <a:pt x="50" y="204"/>
                  </a:cubicBezTo>
                  <a:cubicBezTo>
                    <a:pt x="23" y="198"/>
                    <a:pt x="5" y="183"/>
                    <a:pt x="0" y="163"/>
                  </a:cubicBezTo>
                  <a:cubicBezTo>
                    <a:pt x="31" y="163"/>
                    <a:pt x="31" y="163"/>
                    <a:pt x="31" y="163"/>
                  </a:cubicBezTo>
                  <a:cubicBezTo>
                    <a:pt x="33" y="171"/>
                    <a:pt x="39" y="178"/>
                    <a:pt x="47" y="183"/>
                  </a:cubicBezTo>
                  <a:cubicBezTo>
                    <a:pt x="50" y="185"/>
                    <a:pt x="53" y="186"/>
                    <a:pt x="56" y="187"/>
                  </a:cubicBezTo>
                  <a:cubicBezTo>
                    <a:pt x="67" y="190"/>
                    <a:pt x="67" y="190"/>
                    <a:pt x="67" y="190"/>
                  </a:cubicBezTo>
                  <a:cubicBezTo>
                    <a:pt x="71" y="190"/>
                    <a:pt x="74" y="191"/>
                    <a:pt x="78" y="191"/>
                  </a:cubicBezTo>
                  <a:cubicBezTo>
                    <a:pt x="81" y="191"/>
                    <a:pt x="84" y="191"/>
                    <a:pt x="87" y="190"/>
                  </a:cubicBezTo>
                  <a:cubicBezTo>
                    <a:pt x="97" y="188"/>
                    <a:pt x="97" y="188"/>
                    <a:pt x="97" y="188"/>
                  </a:cubicBezTo>
                  <a:cubicBezTo>
                    <a:pt x="102" y="187"/>
                    <a:pt x="106" y="186"/>
                    <a:pt x="110" y="184"/>
                  </a:cubicBezTo>
                  <a:cubicBezTo>
                    <a:pt x="119" y="179"/>
                    <a:pt x="123" y="171"/>
                    <a:pt x="123" y="162"/>
                  </a:cubicBezTo>
                  <a:cubicBezTo>
                    <a:pt x="123" y="151"/>
                    <a:pt x="119" y="143"/>
                    <a:pt x="110" y="137"/>
                  </a:cubicBezTo>
                  <a:cubicBezTo>
                    <a:pt x="107" y="135"/>
                    <a:pt x="103" y="133"/>
                    <a:pt x="98" y="132"/>
                  </a:cubicBezTo>
                  <a:cubicBezTo>
                    <a:pt x="88" y="129"/>
                    <a:pt x="88" y="129"/>
                    <a:pt x="88" y="129"/>
                  </a:cubicBezTo>
                  <a:cubicBezTo>
                    <a:pt x="87" y="129"/>
                    <a:pt x="86" y="129"/>
                    <a:pt x="86" y="129"/>
                  </a:cubicBezTo>
                  <a:cubicBezTo>
                    <a:pt x="85" y="128"/>
                    <a:pt x="85" y="128"/>
                    <a:pt x="85" y="128"/>
                  </a:cubicBezTo>
                  <a:cubicBezTo>
                    <a:pt x="79" y="127"/>
                    <a:pt x="74" y="126"/>
                    <a:pt x="69" y="124"/>
                  </a:cubicBezTo>
                  <a:cubicBezTo>
                    <a:pt x="59" y="122"/>
                    <a:pt x="59" y="122"/>
                    <a:pt x="59" y="122"/>
                  </a:cubicBezTo>
                  <a:cubicBezTo>
                    <a:pt x="56" y="121"/>
                    <a:pt x="53" y="120"/>
                    <a:pt x="50" y="119"/>
                  </a:cubicBezTo>
                  <a:cubicBezTo>
                    <a:pt x="9" y="105"/>
                    <a:pt x="6" y="91"/>
                    <a:pt x="6" y="72"/>
                  </a:cubicBezTo>
                  <a:cubicBezTo>
                    <a:pt x="6" y="51"/>
                    <a:pt x="21" y="37"/>
                    <a:pt x="50" y="31"/>
                  </a:cubicBezTo>
                  <a:cubicBezTo>
                    <a:pt x="53" y="31"/>
                    <a:pt x="55" y="30"/>
                    <a:pt x="58" y="30"/>
                  </a:cubicBezTo>
                  <a:cubicBezTo>
                    <a:pt x="72" y="29"/>
                    <a:pt x="72" y="29"/>
                    <a:pt x="72" y="29"/>
                  </a:cubicBezTo>
                  <a:cubicBezTo>
                    <a:pt x="72" y="0"/>
                    <a:pt x="72" y="0"/>
                    <a:pt x="72" y="0"/>
                  </a:cubicBezTo>
                  <a:cubicBezTo>
                    <a:pt x="83" y="0"/>
                    <a:pt x="83" y="0"/>
                    <a:pt x="83" y="0"/>
                  </a:cubicBezTo>
                  <a:cubicBezTo>
                    <a:pt x="83" y="29"/>
                    <a:pt x="83" y="29"/>
                    <a:pt x="83" y="29"/>
                  </a:cubicBezTo>
                  <a:cubicBezTo>
                    <a:pt x="96" y="30"/>
                    <a:pt x="96" y="30"/>
                    <a:pt x="96" y="30"/>
                  </a:cubicBezTo>
                  <a:cubicBezTo>
                    <a:pt x="100" y="31"/>
                    <a:pt x="103" y="32"/>
                    <a:pt x="107" y="32"/>
                  </a:cubicBezTo>
                  <a:cubicBezTo>
                    <a:pt x="128" y="38"/>
                    <a:pt x="140" y="50"/>
                    <a:pt x="145" y="70"/>
                  </a:cubicBezTo>
                  <a:cubicBezTo>
                    <a:pt x="117" y="70"/>
                    <a:pt x="117" y="70"/>
                    <a:pt x="117" y="70"/>
                  </a:cubicBezTo>
                  <a:cubicBezTo>
                    <a:pt x="116" y="65"/>
                    <a:pt x="114" y="61"/>
                    <a:pt x="111" y="58"/>
                  </a:cubicBezTo>
                  <a:cubicBezTo>
                    <a:pt x="107" y="54"/>
                    <a:pt x="103" y="51"/>
                    <a:pt x="98" y="49"/>
                  </a:cubicBezTo>
                  <a:cubicBezTo>
                    <a:pt x="98" y="49"/>
                    <a:pt x="98" y="49"/>
                    <a:pt x="98" y="49"/>
                  </a:cubicBezTo>
                  <a:cubicBezTo>
                    <a:pt x="88" y="46"/>
                    <a:pt x="88" y="46"/>
                    <a:pt x="88" y="46"/>
                  </a:cubicBezTo>
                  <a:cubicBezTo>
                    <a:pt x="87" y="46"/>
                    <a:pt x="87" y="46"/>
                    <a:pt x="87" y="46"/>
                  </a:cubicBezTo>
                  <a:cubicBezTo>
                    <a:pt x="83" y="45"/>
                    <a:pt x="79" y="45"/>
                    <a:pt x="75" y="45"/>
                  </a:cubicBezTo>
                  <a:cubicBezTo>
                    <a:pt x="73" y="45"/>
                    <a:pt x="70" y="45"/>
                    <a:pt x="67" y="45"/>
                  </a:cubicBezTo>
                  <a:cubicBezTo>
                    <a:pt x="57" y="46"/>
                    <a:pt x="57" y="46"/>
                    <a:pt x="57" y="46"/>
                  </a:cubicBezTo>
                  <a:cubicBezTo>
                    <a:pt x="53" y="47"/>
                    <a:pt x="50" y="48"/>
                    <a:pt x="47" y="49"/>
                  </a:cubicBezTo>
                  <a:cubicBezTo>
                    <a:pt x="38" y="54"/>
                    <a:pt x="33" y="61"/>
                    <a:pt x="33" y="72"/>
                  </a:cubicBezTo>
                  <a:cubicBezTo>
                    <a:pt x="33" y="81"/>
                    <a:pt x="38" y="89"/>
                    <a:pt x="47" y="94"/>
                  </a:cubicBezTo>
                  <a:cubicBezTo>
                    <a:pt x="50" y="96"/>
                    <a:pt x="53" y="97"/>
                    <a:pt x="56" y="98"/>
                  </a:cubicBezTo>
                  <a:cubicBezTo>
                    <a:pt x="66" y="102"/>
                    <a:pt x="66" y="102"/>
                    <a:pt x="66" y="102"/>
                  </a:cubicBezTo>
                  <a:cubicBezTo>
                    <a:pt x="68" y="102"/>
                    <a:pt x="69" y="103"/>
                    <a:pt x="70" y="103"/>
                  </a:cubicBezTo>
                  <a:cubicBezTo>
                    <a:pt x="81" y="106"/>
                    <a:pt x="81" y="106"/>
                    <a:pt x="81" y="106"/>
                  </a:cubicBezTo>
                  <a:cubicBezTo>
                    <a:pt x="83" y="106"/>
                    <a:pt x="83" y="106"/>
                    <a:pt x="83" y="106"/>
                  </a:cubicBezTo>
                  <a:cubicBezTo>
                    <a:pt x="84" y="107"/>
                    <a:pt x="85" y="107"/>
                    <a:pt x="86" y="107"/>
                  </a:cubicBezTo>
                  <a:cubicBezTo>
                    <a:pt x="96" y="110"/>
                    <a:pt x="96" y="110"/>
                    <a:pt x="96" y="110"/>
                  </a:cubicBezTo>
                  <a:cubicBezTo>
                    <a:pt x="99" y="111"/>
                    <a:pt x="103" y="112"/>
                    <a:pt x="106" y="113"/>
                  </a:cubicBezTo>
                  <a:cubicBezTo>
                    <a:pt x="145" y="124"/>
                    <a:pt x="151" y="131"/>
                    <a:pt x="151" y="159"/>
                  </a:cubicBezTo>
                  <a:cubicBezTo>
                    <a:pt x="151" y="181"/>
                    <a:pt x="135" y="198"/>
                    <a:pt x="107" y="204"/>
                  </a:cubicBezTo>
                  <a:cubicBezTo>
                    <a:pt x="103" y="205"/>
                    <a:pt x="100" y="205"/>
                    <a:pt x="96" y="206"/>
                  </a:cubicBezTo>
                  <a:cubicBezTo>
                    <a:pt x="83" y="207"/>
                    <a:pt x="83" y="207"/>
                    <a:pt x="83" y="207"/>
                  </a:cubicBezTo>
                  <a:cubicBezTo>
                    <a:pt x="83" y="236"/>
                    <a:pt x="83" y="236"/>
                    <a:pt x="83" y="236"/>
                  </a:cubicBezTo>
                  <a:lnTo>
                    <a:pt x="72" y="236"/>
                  </a:lnTo>
                  <a:close/>
                </a:path>
              </a:pathLst>
            </a:custGeom>
            <a:solidFill>
              <a:srgbClr val="973F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64" name="组合 163"/>
          <p:cNvGrpSpPr/>
          <p:nvPr/>
        </p:nvGrpSpPr>
        <p:grpSpPr>
          <a:xfrm>
            <a:off x="5874283" y="5105647"/>
            <a:ext cx="489655" cy="491822"/>
            <a:chOff x="5874283" y="5105647"/>
            <a:chExt cx="489655" cy="491822"/>
          </a:xfrm>
        </p:grpSpPr>
        <p:sp>
          <p:nvSpPr>
            <p:cNvPr id="105" name="Freeform 107"/>
            <p:cNvSpPr>
              <a:spLocks/>
            </p:cNvSpPr>
            <p:nvPr/>
          </p:nvSpPr>
          <p:spPr bwMode="auto">
            <a:xfrm>
              <a:off x="6002113" y="5359864"/>
              <a:ext cx="107609" cy="75832"/>
            </a:xfrm>
            <a:custGeom>
              <a:avLst/>
              <a:gdLst>
                <a:gd name="T0" fmla="*/ 0 w 63"/>
                <a:gd name="T1" fmla="*/ 6 h 44"/>
                <a:gd name="T2" fmla="*/ 1 w 63"/>
                <a:gd name="T3" fmla="*/ 10 h 44"/>
                <a:gd name="T4" fmla="*/ 2 w 63"/>
                <a:gd name="T5" fmla="*/ 20 h 44"/>
                <a:gd name="T6" fmla="*/ 3 w 63"/>
                <a:gd name="T7" fmla="*/ 22 h 44"/>
                <a:gd name="T8" fmla="*/ 6 w 63"/>
                <a:gd name="T9" fmla="*/ 34 h 44"/>
                <a:gd name="T10" fmla="*/ 7 w 63"/>
                <a:gd name="T11" fmla="*/ 37 h 44"/>
                <a:gd name="T12" fmla="*/ 9 w 63"/>
                <a:gd name="T13" fmla="*/ 44 h 44"/>
                <a:gd name="T14" fmla="*/ 11 w 63"/>
                <a:gd name="T15" fmla="*/ 43 h 44"/>
                <a:gd name="T16" fmla="*/ 35 w 63"/>
                <a:gd name="T17" fmla="*/ 41 h 44"/>
                <a:gd name="T18" fmla="*/ 35 w 63"/>
                <a:gd name="T19" fmla="*/ 40 h 44"/>
                <a:gd name="T20" fmla="*/ 61 w 63"/>
                <a:gd name="T21" fmla="*/ 39 h 44"/>
                <a:gd name="T22" fmla="*/ 63 w 63"/>
                <a:gd name="T23" fmla="*/ 39 h 44"/>
                <a:gd name="T24" fmla="*/ 63 w 63"/>
                <a:gd name="T25" fmla="*/ 39 h 44"/>
                <a:gd name="T26" fmla="*/ 63 w 63"/>
                <a:gd name="T27" fmla="*/ 0 h 44"/>
                <a:gd name="T28" fmla="*/ 0 w 63"/>
                <a:gd name="T29" fmla="*/ 0 h 44"/>
                <a:gd name="T30" fmla="*/ 0 w 63"/>
                <a:gd name="T31" fmla="*/ 6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 h="44">
                  <a:moveTo>
                    <a:pt x="0" y="6"/>
                  </a:moveTo>
                  <a:cubicBezTo>
                    <a:pt x="1" y="7"/>
                    <a:pt x="1" y="8"/>
                    <a:pt x="1" y="10"/>
                  </a:cubicBezTo>
                  <a:cubicBezTo>
                    <a:pt x="1" y="13"/>
                    <a:pt x="2" y="17"/>
                    <a:pt x="2" y="20"/>
                  </a:cubicBezTo>
                  <a:cubicBezTo>
                    <a:pt x="2" y="21"/>
                    <a:pt x="2" y="21"/>
                    <a:pt x="3" y="22"/>
                  </a:cubicBezTo>
                  <a:cubicBezTo>
                    <a:pt x="3" y="26"/>
                    <a:pt x="4" y="30"/>
                    <a:pt x="6" y="34"/>
                  </a:cubicBezTo>
                  <a:cubicBezTo>
                    <a:pt x="6" y="35"/>
                    <a:pt x="6" y="36"/>
                    <a:pt x="7" y="37"/>
                  </a:cubicBezTo>
                  <a:cubicBezTo>
                    <a:pt x="7" y="39"/>
                    <a:pt x="8" y="41"/>
                    <a:pt x="9" y="44"/>
                  </a:cubicBezTo>
                  <a:cubicBezTo>
                    <a:pt x="10" y="43"/>
                    <a:pt x="11" y="43"/>
                    <a:pt x="11" y="43"/>
                  </a:cubicBezTo>
                  <a:cubicBezTo>
                    <a:pt x="19" y="42"/>
                    <a:pt x="27" y="41"/>
                    <a:pt x="35" y="41"/>
                  </a:cubicBezTo>
                  <a:cubicBezTo>
                    <a:pt x="35" y="40"/>
                    <a:pt x="35" y="40"/>
                    <a:pt x="35" y="40"/>
                  </a:cubicBezTo>
                  <a:cubicBezTo>
                    <a:pt x="44" y="40"/>
                    <a:pt x="52" y="39"/>
                    <a:pt x="61" y="39"/>
                  </a:cubicBezTo>
                  <a:cubicBezTo>
                    <a:pt x="62" y="39"/>
                    <a:pt x="63" y="39"/>
                    <a:pt x="63" y="39"/>
                  </a:cubicBezTo>
                  <a:cubicBezTo>
                    <a:pt x="63" y="39"/>
                    <a:pt x="63" y="39"/>
                    <a:pt x="63" y="39"/>
                  </a:cubicBezTo>
                  <a:cubicBezTo>
                    <a:pt x="63" y="0"/>
                    <a:pt x="63" y="0"/>
                    <a:pt x="63" y="0"/>
                  </a:cubicBezTo>
                  <a:cubicBezTo>
                    <a:pt x="0" y="0"/>
                    <a:pt x="0" y="0"/>
                    <a:pt x="0" y="0"/>
                  </a:cubicBezTo>
                  <a:cubicBezTo>
                    <a:pt x="0" y="2"/>
                    <a:pt x="0" y="4"/>
                    <a:pt x="0" y="6"/>
                  </a:cubicBezTo>
                  <a:close/>
                </a:path>
              </a:pathLst>
            </a:custGeom>
            <a:solidFill>
              <a:srgbClr val="477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108"/>
            <p:cNvSpPr>
              <a:spLocks/>
            </p:cNvSpPr>
            <p:nvPr/>
          </p:nvSpPr>
          <p:spPr bwMode="auto">
            <a:xfrm>
              <a:off x="6002113" y="5269588"/>
              <a:ext cx="107609" cy="73665"/>
            </a:xfrm>
            <a:custGeom>
              <a:avLst/>
              <a:gdLst>
                <a:gd name="T0" fmla="*/ 35 w 63"/>
                <a:gd name="T1" fmla="*/ 3 h 43"/>
                <a:gd name="T2" fmla="*/ 35 w 63"/>
                <a:gd name="T3" fmla="*/ 3 h 43"/>
                <a:gd name="T4" fmla="*/ 11 w 63"/>
                <a:gd name="T5" fmla="*/ 0 h 43"/>
                <a:gd name="T6" fmla="*/ 9 w 63"/>
                <a:gd name="T7" fmla="*/ 0 h 43"/>
                <a:gd name="T8" fmla="*/ 7 w 63"/>
                <a:gd name="T9" fmla="*/ 6 h 43"/>
                <a:gd name="T10" fmla="*/ 6 w 63"/>
                <a:gd name="T11" fmla="*/ 10 h 43"/>
                <a:gd name="T12" fmla="*/ 3 w 63"/>
                <a:gd name="T13" fmla="*/ 22 h 43"/>
                <a:gd name="T14" fmla="*/ 2 w 63"/>
                <a:gd name="T15" fmla="*/ 23 h 43"/>
                <a:gd name="T16" fmla="*/ 1 w 63"/>
                <a:gd name="T17" fmla="*/ 34 h 43"/>
                <a:gd name="T18" fmla="*/ 0 w 63"/>
                <a:gd name="T19" fmla="*/ 38 h 43"/>
                <a:gd name="T20" fmla="*/ 0 w 63"/>
                <a:gd name="T21" fmla="*/ 43 h 43"/>
                <a:gd name="T22" fmla="*/ 63 w 63"/>
                <a:gd name="T23" fmla="*/ 43 h 43"/>
                <a:gd name="T24" fmla="*/ 63 w 63"/>
                <a:gd name="T25" fmla="*/ 4 h 43"/>
                <a:gd name="T26" fmla="*/ 63 w 63"/>
                <a:gd name="T27" fmla="*/ 4 h 43"/>
                <a:gd name="T28" fmla="*/ 61 w 63"/>
                <a:gd name="T29" fmla="*/ 4 h 43"/>
                <a:gd name="T30" fmla="*/ 35 w 63"/>
                <a:gd name="T31" fmla="*/ 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 h="43">
                  <a:moveTo>
                    <a:pt x="35" y="3"/>
                  </a:moveTo>
                  <a:cubicBezTo>
                    <a:pt x="35" y="3"/>
                    <a:pt x="35" y="3"/>
                    <a:pt x="35" y="3"/>
                  </a:cubicBezTo>
                  <a:cubicBezTo>
                    <a:pt x="27" y="2"/>
                    <a:pt x="19" y="1"/>
                    <a:pt x="11" y="0"/>
                  </a:cubicBezTo>
                  <a:cubicBezTo>
                    <a:pt x="10" y="0"/>
                    <a:pt x="10" y="0"/>
                    <a:pt x="9" y="0"/>
                  </a:cubicBezTo>
                  <a:cubicBezTo>
                    <a:pt x="8" y="2"/>
                    <a:pt x="7" y="4"/>
                    <a:pt x="7" y="6"/>
                  </a:cubicBezTo>
                  <a:cubicBezTo>
                    <a:pt x="6" y="7"/>
                    <a:pt x="6" y="9"/>
                    <a:pt x="6" y="10"/>
                  </a:cubicBezTo>
                  <a:cubicBezTo>
                    <a:pt x="4" y="14"/>
                    <a:pt x="3" y="18"/>
                    <a:pt x="3" y="22"/>
                  </a:cubicBezTo>
                  <a:cubicBezTo>
                    <a:pt x="2" y="22"/>
                    <a:pt x="2" y="23"/>
                    <a:pt x="2" y="23"/>
                  </a:cubicBezTo>
                  <a:cubicBezTo>
                    <a:pt x="2" y="27"/>
                    <a:pt x="1" y="30"/>
                    <a:pt x="1" y="34"/>
                  </a:cubicBezTo>
                  <a:cubicBezTo>
                    <a:pt x="1" y="35"/>
                    <a:pt x="1" y="36"/>
                    <a:pt x="0" y="38"/>
                  </a:cubicBezTo>
                  <a:cubicBezTo>
                    <a:pt x="0" y="40"/>
                    <a:pt x="0" y="41"/>
                    <a:pt x="0" y="43"/>
                  </a:cubicBezTo>
                  <a:cubicBezTo>
                    <a:pt x="63" y="43"/>
                    <a:pt x="63" y="43"/>
                    <a:pt x="63" y="43"/>
                  </a:cubicBezTo>
                  <a:cubicBezTo>
                    <a:pt x="63" y="4"/>
                    <a:pt x="63" y="4"/>
                    <a:pt x="63" y="4"/>
                  </a:cubicBezTo>
                  <a:cubicBezTo>
                    <a:pt x="63" y="4"/>
                    <a:pt x="63" y="4"/>
                    <a:pt x="63" y="4"/>
                  </a:cubicBezTo>
                  <a:cubicBezTo>
                    <a:pt x="63" y="4"/>
                    <a:pt x="62" y="4"/>
                    <a:pt x="61" y="4"/>
                  </a:cubicBezTo>
                  <a:cubicBezTo>
                    <a:pt x="52" y="4"/>
                    <a:pt x="44" y="4"/>
                    <a:pt x="35" y="3"/>
                  </a:cubicBezTo>
                  <a:close/>
                </a:path>
              </a:pathLst>
            </a:custGeom>
            <a:solidFill>
              <a:srgbClr val="477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109"/>
            <p:cNvSpPr>
              <a:spLocks/>
            </p:cNvSpPr>
            <p:nvPr/>
          </p:nvSpPr>
          <p:spPr bwMode="auto">
            <a:xfrm>
              <a:off x="6024502" y="5148257"/>
              <a:ext cx="85220" cy="111220"/>
            </a:xfrm>
            <a:custGeom>
              <a:avLst/>
              <a:gdLst>
                <a:gd name="T0" fmla="*/ 46 w 50"/>
                <a:gd name="T1" fmla="*/ 3 h 65"/>
                <a:gd name="T2" fmla="*/ 40 w 50"/>
                <a:gd name="T3" fmla="*/ 8 h 65"/>
                <a:gd name="T4" fmla="*/ 37 w 50"/>
                <a:gd name="T5" fmla="*/ 11 h 65"/>
                <a:gd name="T6" fmla="*/ 32 w 50"/>
                <a:gd name="T7" fmla="*/ 16 h 65"/>
                <a:gd name="T8" fmla="*/ 29 w 50"/>
                <a:gd name="T9" fmla="*/ 19 h 65"/>
                <a:gd name="T10" fmla="*/ 23 w 50"/>
                <a:gd name="T11" fmla="*/ 25 h 65"/>
                <a:gd name="T12" fmla="*/ 21 w 50"/>
                <a:gd name="T13" fmla="*/ 28 h 65"/>
                <a:gd name="T14" fmla="*/ 14 w 50"/>
                <a:gd name="T15" fmla="*/ 36 h 65"/>
                <a:gd name="T16" fmla="*/ 13 w 50"/>
                <a:gd name="T17" fmla="*/ 38 h 65"/>
                <a:gd name="T18" fmla="*/ 8 w 50"/>
                <a:gd name="T19" fmla="*/ 45 h 65"/>
                <a:gd name="T20" fmla="*/ 6 w 50"/>
                <a:gd name="T21" fmla="*/ 49 h 65"/>
                <a:gd name="T22" fmla="*/ 3 w 50"/>
                <a:gd name="T23" fmla="*/ 55 h 65"/>
                <a:gd name="T24" fmla="*/ 1 w 50"/>
                <a:gd name="T25" fmla="*/ 59 h 65"/>
                <a:gd name="T26" fmla="*/ 0 w 50"/>
                <a:gd name="T27" fmla="*/ 61 h 65"/>
                <a:gd name="T28" fmla="*/ 5 w 50"/>
                <a:gd name="T29" fmla="*/ 62 h 65"/>
                <a:gd name="T30" fmla="*/ 10 w 50"/>
                <a:gd name="T31" fmla="*/ 63 h 65"/>
                <a:gd name="T32" fmla="*/ 21 w 50"/>
                <a:gd name="T33" fmla="*/ 64 h 65"/>
                <a:gd name="T34" fmla="*/ 24 w 50"/>
                <a:gd name="T35" fmla="*/ 64 h 65"/>
                <a:gd name="T36" fmla="*/ 39 w 50"/>
                <a:gd name="T37" fmla="*/ 65 h 65"/>
                <a:gd name="T38" fmla="*/ 42 w 50"/>
                <a:gd name="T39" fmla="*/ 65 h 65"/>
                <a:gd name="T40" fmla="*/ 50 w 50"/>
                <a:gd name="T41" fmla="*/ 65 h 65"/>
                <a:gd name="T42" fmla="*/ 50 w 50"/>
                <a:gd name="T43" fmla="*/ 0 h 65"/>
                <a:gd name="T44" fmla="*/ 49 w 50"/>
                <a:gd name="T45" fmla="*/ 1 h 65"/>
                <a:gd name="T46" fmla="*/ 46 w 50"/>
                <a:gd name="T47" fmla="*/ 3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0" h="65">
                  <a:moveTo>
                    <a:pt x="46" y="3"/>
                  </a:moveTo>
                  <a:cubicBezTo>
                    <a:pt x="44" y="5"/>
                    <a:pt x="42" y="6"/>
                    <a:pt x="40" y="8"/>
                  </a:cubicBezTo>
                  <a:cubicBezTo>
                    <a:pt x="39" y="9"/>
                    <a:pt x="38" y="10"/>
                    <a:pt x="37" y="11"/>
                  </a:cubicBezTo>
                  <a:cubicBezTo>
                    <a:pt x="35" y="13"/>
                    <a:pt x="33" y="14"/>
                    <a:pt x="32" y="16"/>
                  </a:cubicBezTo>
                  <a:cubicBezTo>
                    <a:pt x="31" y="17"/>
                    <a:pt x="30" y="18"/>
                    <a:pt x="29" y="19"/>
                  </a:cubicBezTo>
                  <a:cubicBezTo>
                    <a:pt x="27" y="21"/>
                    <a:pt x="25" y="23"/>
                    <a:pt x="23" y="25"/>
                  </a:cubicBezTo>
                  <a:cubicBezTo>
                    <a:pt x="23" y="26"/>
                    <a:pt x="22" y="27"/>
                    <a:pt x="21" y="28"/>
                  </a:cubicBezTo>
                  <a:cubicBezTo>
                    <a:pt x="19" y="30"/>
                    <a:pt x="17" y="33"/>
                    <a:pt x="14" y="36"/>
                  </a:cubicBezTo>
                  <a:cubicBezTo>
                    <a:pt x="14" y="37"/>
                    <a:pt x="14" y="37"/>
                    <a:pt x="13" y="38"/>
                  </a:cubicBezTo>
                  <a:cubicBezTo>
                    <a:pt x="12" y="40"/>
                    <a:pt x="10" y="43"/>
                    <a:pt x="8" y="45"/>
                  </a:cubicBezTo>
                  <a:cubicBezTo>
                    <a:pt x="8" y="47"/>
                    <a:pt x="7" y="48"/>
                    <a:pt x="6" y="49"/>
                  </a:cubicBezTo>
                  <a:cubicBezTo>
                    <a:pt x="5" y="51"/>
                    <a:pt x="4" y="53"/>
                    <a:pt x="3" y="55"/>
                  </a:cubicBezTo>
                  <a:cubicBezTo>
                    <a:pt x="2" y="56"/>
                    <a:pt x="2" y="57"/>
                    <a:pt x="1" y="59"/>
                  </a:cubicBezTo>
                  <a:cubicBezTo>
                    <a:pt x="1" y="60"/>
                    <a:pt x="0" y="60"/>
                    <a:pt x="0" y="61"/>
                  </a:cubicBezTo>
                  <a:cubicBezTo>
                    <a:pt x="2" y="62"/>
                    <a:pt x="3" y="62"/>
                    <a:pt x="5" y="62"/>
                  </a:cubicBezTo>
                  <a:cubicBezTo>
                    <a:pt x="7" y="62"/>
                    <a:pt x="8" y="63"/>
                    <a:pt x="10" y="63"/>
                  </a:cubicBezTo>
                  <a:cubicBezTo>
                    <a:pt x="13" y="63"/>
                    <a:pt x="17" y="64"/>
                    <a:pt x="21" y="64"/>
                  </a:cubicBezTo>
                  <a:cubicBezTo>
                    <a:pt x="22" y="64"/>
                    <a:pt x="23" y="64"/>
                    <a:pt x="24" y="64"/>
                  </a:cubicBezTo>
                  <a:cubicBezTo>
                    <a:pt x="29" y="65"/>
                    <a:pt x="34" y="65"/>
                    <a:pt x="39" y="65"/>
                  </a:cubicBezTo>
                  <a:cubicBezTo>
                    <a:pt x="40" y="65"/>
                    <a:pt x="41" y="65"/>
                    <a:pt x="42" y="65"/>
                  </a:cubicBezTo>
                  <a:cubicBezTo>
                    <a:pt x="45" y="65"/>
                    <a:pt x="48" y="65"/>
                    <a:pt x="50" y="65"/>
                  </a:cubicBezTo>
                  <a:cubicBezTo>
                    <a:pt x="50" y="0"/>
                    <a:pt x="50" y="0"/>
                    <a:pt x="50" y="0"/>
                  </a:cubicBezTo>
                  <a:cubicBezTo>
                    <a:pt x="50" y="0"/>
                    <a:pt x="50" y="0"/>
                    <a:pt x="49" y="1"/>
                  </a:cubicBezTo>
                  <a:cubicBezTo>
                    <a:pt x="48" y="1"/>
                    <a:pt x="47" y="2"/>
                    <a:pt x="46" y="3"/>
                  </a:cubicBezTo>
                  <a:close/>
                </a:path>
              </a:pathLst>
            </a:custGeom>
            <a:solidFill>
              <a:srgbClr val="477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110"/>
            <p:cNvSpPr>
              <a:spLocks/>
            </p:cNvSpPr>
            <p:nvPr/>
          </p:nvSpPr>
          <p:spPr bwMode="auto">
            <a:xfrm>
              <a:off x="6024502" y="5443639"/>
              <a:ext cx="85220" cy="112664"/>
            </a:xfrm>
            <a:custGeom>
              <a:avLst/>
              <a:gdLst>
                <a:gd name="T0" fmla="*/ 38 w 50"/>
                <a:gd name="T1" fmla="*/ 1 h 66"/>
                <a:gd name="T2" fmla="*/ 24 w 50"/>
                <a:gd name="T3" fmla="*/ 1 h 66"/>
                <a:gd name="T4" fmla="*/ 21 w 50"/>
                <a:gd name="T5" fmla="*/ 2 h 66"/>
                <a:gd name="T6" fmla="*/ 10 w 50"/>
                <a:gd name="T7" fmla="*/ 3 h 66"/>
                <a:gd name="T8" fmla="*/ 5 w 50"/>
                <a:gd name="T9" fmla="*/ 3 h 66"/>
                <a:gd name="T10" fmla="*/ 0 w 50"/>
                <a:gd name="T11" fmla="*/ 4 h 66"/>
                <a:gd name="T12" fmla="*/ 1 w 50"/>
                <a:gd name="T13" fmla="*/ 7 h 66"/>
                <a:gd name="T14" fmla="*/ 3 w 50"/>
                <a:gd name="T15" fmla="*/ 11 h 66"/>
                <a:gd name="T16" fmla="*/ 6 w 50"/>
                <a:gd name="T17" fmla="*/ 17 h 66"/>
                <a:gd name="T18" fmla="*/ 8 w 50"/>
                <a:gd name="T19" fmla="*/ 20 h 66"/>
                <a:gd name="T20" fmla="*/ 13 w 50"/>
                <a:gd name="T21" fmla="*/ 27 h 66"/>
                <a:gd name="T22" fmla="*/ 14 w 50"/>
                <a:gd name="T23" fmla="*/ 29 h 66"/>
                <a:gd name="T24" fmla="*/ 21 w 50"/>
                <a:gd name="T25" fmla="*/ 38 h 66"/>
                <a:gd name="T26" fmla="*/ 23 w 50"/>
                <a:gd name="T27" fmla="*/ 40 h 66"/>
                <a:gd name="T28" fmla="*/ 29 w 50"/>
                <a:gd name="T29" fmla="*/ 46 h 66"/>
                <a:gd name="T30" fmla="*/ 32 w 50"/>
                <a:gd name="T31" fmla="*/ 49 h 66"/>
                <a:gd name="T32" fmla="*/ 37 w 50"/>
                <a:gd name="T33" fmla="*/ 54 h 66"/>
                <a:gd name="T34" fmla="*/ 40 w 50"/>
                <a:gd name="T35" fmla="*/ 58 h 66"/>
                <a:gd name="T36" fmla="*/ 46 w 50"/>
                <a:gd name="T37" fmla="*/ 62 h 66"/>
                <a:gd name="T38" fmla="*/ 49 w 50"/>
                <a:gd name="T39" fmla="*/ 65 h 66"/>
                <a:gd name="T40" fmla="*/ 50 w 50"/>
                <a:gd name="T41" fmla="*/ 66 h 66"/>
                <a:gd name="T42" fmla="*/ 50 w 50"/>
                <a:gd name="T43" fmla="*/ 0 h 66"/>
                <a:gd name="T44" fmla="*/ 43 w 50"/>
                <a:gd name="T45" fmla="*/ 0 h 66"/>
                <a:gd name="T46" fmla="*/ 38 w 50"/>
                <a:gd name="T47" fmla="*/ 1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0" h="66">
                  <a:moveTo>
                    <a:pt x="38" y="1"/>
                  </a:moveTo>
                  <a:cubicBezTo>
                    <a:pt x="34" y="1"/>
                    <a:pt x="29" y="1"/>
                    <a:pt x="24" y="1"/>
                  </a:cubicBezTo>
                  <a:cubicBezTo>
                    <a:pt x="23" y="1"/>
                    <a:pt x="22" y="2"/>
                    <a:pt x="21" y="2"/>
                  </a:cubicBezTo>
                  <a:cubicBezTo>
                    <a:pt x="17" y="2"/>
                    <a:pt x="13" y="2"/>
                    <a:pt x="10" y="3"/>
                  </a:cubicBezTo>
                  <a:cubicBezTo>
                    <a:pt x="8" y="3"/>
                    <a:pt x="7" y="3"/>
                    <a:pt x="5" y="3"/>
                  </a:cubicBezTo>
                  <a:cubicBezTo>
                    <a:pt x="3" y="4"/>
                    <a:pt x="2" y="4"/>
                    <a:pt x="0" y="4"/>
                  </a:cubicBezTo>
                  <a:cubicBezTo>
                    <a:pt x="0" y="5"/>
                    <a:pt x="1" y="6"/>
                    <a:pt x="1" y="7"/>
                  </a:cubicBezTo>
                  <a:cubicBezTo>
                    <a:pt x="2" y="8"/>
                    <a:pt x="2" y="9"/>
                    <a:pt x="3" y="11"/>
                  </a:cubicBezTo>
                  <a:cubicBezTo>
                    <a:pt x="4" y="13"/>
                    <a:pt x="5" y="15"/>
                    <a:pt x="6" y="17"/>
                  </a:cubicBezTo>
                  <a:cubicBezTo>
                    <a:pt x="7" y="18"/>
                    <a:pt x="8" y="19"/>
                    <a:pt x="8" y="20"/>
                  </a:cubicBezTo>
                  <a:cubicBezTo>
                    <a:pt x="10" y="23"/>
                    <a:pt x="11" y="25"/>
                    <a:pt x="13" y="27"/>
                  </a:cubicBezTo>
                  <a:cubicBezTo>
                    <a:pt x="14" y="28"/>
                    <a:pt x="14" y="29"/>
                    <a:pt x="14" y="29"/>
                  </a:cubicBezTo>
                  <a:cubicBezTo>
                    <a:pt x="17" y="32"/>
                    <a:pt x="19" y="35"/>
                    <a:pt x="21" y="38"/>
                  </a:cubicBezTo>
                  <a:cubicBezTo>
                    <a:pt x="22" y="39"/>
                    <a:pt x="23" y="40"/>
                    <a:pt x="23" y="40"/>
                  </a:cubicBezTo>
                  <a:cubicBezTo>
                    <a:pt x="25" y="42"/>
                    <a:pt x="27" y="44"/>
                    <a:pt x="29" y="46"/>
                  </a:cubicBezTo>
                  <a:cubicBezTo>
                    <a:pt x="30" y="47"/>
                    <a:pt x="31" y="48"/>
                    <a:pt x="32" y="49"/>
                  </a:cubicBezTo>
                  <a:cubicBezTo>
                    <a:pt x="33" y="51"/>
                    <a:pt x="35" y="53"/>
                    <a:pt x="37" y="54"/>
                  </a:cubicBezTo>
                  <a:cubicBezTo>
                    <a:pt x="38" y="55"/>
                    <a:pt x="39" y="57"/>
                    <a:pt x="40" y="58"/>
                  </a:cubicBezTo>
                  <a:cubicBezTo>
                    <a:pt x="42" y="59"/>
                    <a:pt x="44" y="61"/>
                    <a:pt x="46" y="62"/>
                  </a:cubicBezTo>
                  <a:cubicBezTo>
                    <a:pt x="47" y="63"/>
                    <a:pt x="48" y="64"/>
                    <a:pt x="49" y="65"/>
                  </a:cubicBezTo>
                  <a:cubicBezTo>
                    <a:pt x="50" y="65"/>
                    <a:pt x="50" y="66"/>
                    <a:pt x="50" y="66"/>
                  </a:cubicBezTo>
                  <a:cubicBezTo>
                    <a:pt x="50" y="0"/>
                    <a:pt x="50" y="0"/>
                    <a:pt x="50" y="0"/>
                  </a:cubicBezTo>
                  <a:cubicBezTo>
                    <a:pt x="48" y="0"/>
                    <a:pt x="45" y="0"/>
                    <a:pt x="43" y="0"/>
                  </a:cubicBezTo>
                  <a:cubicBezTo>
                    <a:pt x="41" y="0"/>
                    <a:pt x="40" y="0"/>
                    <a:pt x="38" y="1"/>
                  </a:cubicBezTo>
                  <a:close/>
                </a:path>
              </a:pathLst>
            </a:custGeom>
            <a:solidFill>
              <a:srgbClr val="477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111"/>
            <p:cNvSpPr>
              <a:spLocks/>
            </p:cNvSpPr>
            <p:nvPr/>
          </p:nvSpPr>
          <p:spPr bwMode="auto">
            <a:xfrm>
              <a:off x="6127055" y="5148257"/>
              <a:ext cx="86665" cy="111220"/>
            </a:xfrm>
            <a:custGeom>
              <a:avLst/>
              <a:gdLst>
                <a:gd name="T0" fmla="*/ 13 w 51"/>
                <a:gd name="T1" fmla="*/ 65 h 65"/>
                <a:gd name="T2" fmla="*/ 24 w 51"/>
                <a:gd name="T3" fmla="*/ 64 h 65"/>
                <a:gd name="T4" fmla="*/ 28 w 51"/>
                <a:gd name="T5" fmla="*/ 64 h 65"/>
                <a:gd name="T6" fmla="*/ 41 w 51"/>
                <a:gd name="T7" fmla="*/ 63 h 65"/>
                <a:gd name="T8" fmla="*/ 44 w 51"/>
                <a:gd name="T9" fmla="*/ 62 h 65"/>
                <a:gd name="T10" fmla="*/ 51 w 51"/>
                <a:gd name="T11" fmla="*/ 61 h 65"/>
                <a:gd name="T12" fmla="*/ 0 w 51"/>
                <a:gd name="T13" fmla="*/ 0 h 65"/>
                <a:gd name="T14" fmla="*/ 0 w 51"/>
                <a:gd name="T15" fmla="*/ 65 h 65"/>
                <a:gd name="T16" fmla="*/ 8 w 51"/>
                <a:gd name="T17" fmla="*/ 65 h 65"/>
                <a:gd name="T18" fmla="*/ 13 w 51"/>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65">
                  <a:moveTo>
                    <a:pt x="13" y="65"/>
                  </a:moveTo>
                  <a:cubicBezTo>
                    <a:pt x="17" y="65"/>
                    <a:pt x="20" y="65"/>
                    <a:pt x="24" y="64"/>
                  </a:cubicBezTo>
                  <a:cubicBezTo>
                    <a:pt x="25" y="64"/>
                    <a:pt x="26" y="64"/>
                    <a:pt x="28" y="64"/>
                  </a:cubicBezTo>
                  <a:cubicBezTo>
                    <a:pt x="32" y="64"/>
                    <a:pt x="37" y="63"/>
                    <a:pt x="41" y="63"/>
                  </a:cubicBezTo>
                  <a:cubicBezTo>
                    <a:pt x="42" y="63"/>
                    <a:pt x="43" y="62"/>
                    <a:pt x="44" y="62"/>
                  </a:cubicBezTo>
                  <a:cubicBezTo>
                    <a:pt x="46" y="62"/>
                    <a:pt x="49" y="62"/>
                    <a:pt x="51" y="61"/>
                  </a:cubicBezTo>
                  <a:cubicBezTo>
                    <a:pt x="40" y="38"/>
                    <a:pt x="23" y="17"/>
                    <a:pt x="0" y="0"/>
                  </a:cubicBezTo>
                  <a:cubicBezTo>
                    <a:pt x="0" y="65"/>
                    <a:pt x="0" y="65"/>
                    <a:pt x="0" y="65"/>
                  </a:cubicBezTo>
                  <a:cubicBezTo>
                    <a:pt x="3" y="65"/>
                    <a:pt x="5" y="65"/>
                    <a:pt x="8" y="65"/>
                  </a:cubicBezTo>
                  <a:cubicBezTo>
                    <a:pt x="9" y="65"/>
                    <a:pt x="11" y="65"/>
                    <a:pt x="13" y="65"/>
                  </a:cubicBezTo>
                  <a:close/>
                </a:path>
              </a:pathLst>
            </a:custGeom>
            <a:solidFill>
              <a:srgbClr val="477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112"/>
            <p:cNvSpPr>
              <a:spLocks/>
            </p:cNvSpPr>
            <p:nvPr/>
          </p:nvSpPr>
          <p:spPr bwMode="auto">
            <a:xfrm>
              <a:off x="5942170" y="5141758"/>
              <a:ext cx="148774" cy="109053"/>
            </a:xfrm>
            <a:custGeom>
              <a:avLst/>
              <a:gdLst>
                <a:gd name="T0" fmla="*/ 3 w 87"/>
                <a:gd name="T1" fmla="*/ 55 h 64"/>
                <a:gd name="T2" fmla="*/ 6 w 87"/>
                <a:gd name="T3" fmla="*/ 56 h 64"/>
                <a:gd name="T4" fmla="*/ 14 w 87"/>
                <a:gd name="T5" fmla="*/ 58 h 64"/>
                <a:gd name="T6" fmla="*/ 16 w 87"/>
                <a:gd name="T7" fmla="*/ 59 h 64"/>
                <a:gd name="T8" fmla="*/ 28 w 87"/>
                <a:gd name="T9" fmla="*/ 62 h 64"/>
                <a:gd name="T10" fmla="*/ 30 w 87"/>
                <a:gd name="T11" fmla="*/ 62 h 64"/>
                <a:gd name="T12" fmla="*/ 38 w 87"/>
                <a:gd name="T13" fmla="*/ 64 h 64"/>
                <a:gd name="T14" fmla="*/ 40 w 87"/>
                <a:gd name="T15" fmla="*/ 58 h 64"/>
                <a:gd name="T16" fmla="*/ 41 w 87"/>
                <a:gd name="T17" fmla="*/ 56 h 64"/>
                <a:gd name="T18" fmla="*/ 47 w 87"/>
                <a:gd name="T19" fmla="*/ 46 h 64"/>
                <a:gd name="T20" fmla="*/ 48 w 87"/>
                <a:gd name="T21" fmla="*/ 44 h 64"/>
                <a:gd name="T22" fmla="*/ 53 w 87"/>
                <a:gd name="T23" fmla="*/ 36 h 64"/>
                <a:gd name="T24" fmla="*/ 55 w 87"/>
                <a:gd name="T25" fmla="*/ 33 h 64"/>
                <a:gd name="T26" fmla="*/ 60 w 87"/>
                <a:gd name="T27" fmla="*/ 27 h 64"/>
                <a:gd name="T28" fmla="*/ 63 w 87"/>
                <a:gd name="T29" fmla="*/ 24 h 64"/>
                <a:gd name="T30" fmla="*/ 69 w 87"/>
                <a:gd name="T31" fmla="*/ 17 h 64"/>
                <a:gd name="T32" fmla="*/ 71 w 87"/>
                <a:gd name="T33" fmla="*/ 15 h 64"/>
                <a:gd name="T34" fmla="*/ 79 w 87"/>
                <a:gd name="T35" fmla="*/ 6 h 64"/>
                <a:gd name="T36" fmla="*/ 81 w 87"/>
                <a:gd name="T37" fmla="*/ 5 h 64"/>
                <a:gd name="T38" fmla="*/ 87 w 87"/>
                <a:gd name="T39" fmla="*/ 0 h 64"/>
                <a:gd name="T40" fmla="*/ 87 w 87"/>
                <a:gd name="T41" fmla="*/ 0 h 64"/>
                <a:gd name="T42" fmla="*/ 0 w 87"/>
                <a:gd name="T43" fmla="*/ 53 h 64"/>
                <a:gd name="T44" fmla="*/ 0 w 87"/>
                <a:gd name="T45" fmla="*/ 54 h 64"/>
                <a:gd name="T46" fmla="*/ 3 w 87"/>
                <a:gd name="T47" fmla="*/ 55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7" h="64">
                  <a:moveTo>
                    <a:pt x="3" y="55"/>
                  </a:moveTo>
                  <a:cubicBezTo>
                    <a:pt x="4" y="55"/>
                    <a:pt x="5" y="55"/>
                    <a:pt x="6" y="56"/>
                  </a:cubicBezTo>
                  <a:cubicBezTo>
                    <a:pt x="9" y="57"/>
                    <a:pt x="11" y="57"/>
                    <a:pt x="14" y="58"/>
                  </a:cubicBezTo>
                  <a:cubicBezTo>
                    <a:pt x="15" y="58"/>
                    <a:pt x="16" y="59"/>
                    <a:pt x="16" y="59"/>
                  </a:cubicBezTo>
                  <a:cubicBezTo>
                    <a:pt x="20" y="60"/>
                    <a:pt x="24" y="61"/>
                    <a:pt x="28" y="62"/>
                  </a:cubicBezTo>
                  <a:cubicBezTo>
                    <a:pt x="28" y="62"/>
                    <a:pt x="29" y="62"/>
                    <a:pt x="30" y="62"/>
                  </a:cubicBezTo>
                  <a:cubicBezTo>
                    <a:pt x="32" y="63"/>
                    <a:pt x="35" y="63"/>
                    <a:pt x="38" y="64"/>
                  </a:cubicBezTo>
                  <a:cubicBezTo>
                    <a:pt x="38" y="62"/>
                    <a:pt x="39" y="60"/>
                    <a:pt x="40" y="58"/>
                  </a:cubicBezTo>
                  <a:cubicBezTo>
                    <a:pt x="41" y="57"/>
                    <a:pt x="41" y="56"/>
                    <a:pt x="41" y="56"/>
                  </a:cubicBezTo>
                  <a:cubicBezTo>
                    <a:pt x="43" y="52"/>
                    <a:pt x="45" y="49"/>
                    <a:pt x="47" y="46"/>
                  </a:cubicBezTo>
                  <a:cubicBezTo>
                    <a:pt x="47" y="45"/>
                    <a:pt x="48" y="44"/>
                    <a:pt x="48" y="44"/>
                  </a:cubicBezTo>
                  <a:cubicBezTo>
                    <a:pt x="50" y="41"/>
                    <a:pt x="51" y="39"/>
                    <a:pt x="53" y="36"/>
                  </a:cubicBezTo>
                  <a:cubicBezTo>
                    <a:pt x="54" y="35"/>
                    <a:pt x="55" y="34"/>
                    <a:pt x="55" y="33"/>
                  </a:cubicBezTo>
                  <a:cubicBezTo>
                    <a:pt x="57" y="31"/>
                    <a:pt x="59" y="29"/>
                    <a:pt x="60" y="27"/>
                  </a:cubicBezTo>
                  <a:cubicBezTo>
                    <a:pt x="61" y="26"/>
                    <a:pt x="62" y="25"/>
                    <a:pt x="63" y="24"/>
                  </a:cubicBezTo>
                  <a:cubicBezTo>
                    <a:pt x="65" y="21"/>
                    <a:pt x="67" y="19"/>
                    <a:pt x="69" y="17"/>
                  </a:cubicBezTo>
                  <a:cubicBezTo>
                    <a:pt x="69" y="16"/>
                    <a:pt x="70" y="15"/>
                    <a:pt x="71" y="15"/>
                  </a:cubicBezTo>
                  <a:cubicBezTo>
                    <a:pt x="74" y="12"/>
                    <a:pt x="76" y="9"/>
                    <a:pt x="79" y="6"/>
                  </a:cubicBezTo>
                  <a:cubicBezTo>
                    <a:pt x="80" y="6"/>
                    <a:pt x="80" y="5"/>
                    <a:pt x="81" y="5"/>
                  </a:cubicBezTo>
                  <a:cubicBezTo>
                    <a:pt x="83" y="3"/>
                    <a:pt x="85" y="2"/>
                    <a:pt x="87" y="0"/>
                  </a:cubicBezTo>
                  <a:cubicBezTo>
                    <a:pt x="87" y="0"/>
                    <a:pt x="87" y="0"/>
                    <a:pt x="87" y="0"/>
                  </a:cubicBezTo>
                  <a:cubicBezTo>
                    <a:pt x="52" y="4"/>
                    <a:pt x="20" y="24"/>
                    <a:pt x="0" y="53"/>
                  </a:cubicBezTo>
                  <a:cubicBezTo>
                    <a:pt x="0" y="54"/>
                    <a:pt x="0" y="54"/>
                    <a:pt x="0" y="54"/>
                  </a:cubicBezTo>
                  <a:cubicBezTo>
                    <a:pt x="1" y="54"/>
                    <a:pt x="2" y="54"/>
                    <a:pt x="3" y="55"/>
                  </a:cubicBezTo>
                  <a:close/>
                </a:path>
              </a:pathLst>
            </a:custGeom>
            <a:solidFill>
              <a:srgbClr val="477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113"/>
            <p:cNvSpPr>
              <a:spLocks/>
            </p:cNvSpPr>
            <p:nvPr/>
          </p:nvSpPr>
          <p:spPr bwMode="auto">
            <a:xfrm>
              <a:off x="5942170" y="5454472"/>
              <a:ext cx="148774" cy="109053"/>
            </a:xfrm>
            <a:custGeom>
              <a:avLst/>
              <a:gdLst>
                <a:gd name="T0" fmla="*/ 81 w 87"/>
                <a:gd name="T1" fmla="*/ 59 h 64"/>
                <a:gd name="T2" fmla="*/ 79 w 87"/>
                <a:gd name="T3" fmla="*/ 57 h 64"/>
                <a:gd name="T4" fmla="*/ 71 w 87"/>
                <a:gd name="T5" fmla="*/ 49 h 64"/>
                <a:gd name="T6" fmla="*/ 69 w 87"/>
                <a:gd name="T7" fmla="*/ 46 h 64"/>
                <a:gd name="T8" fmla="*/ 63 w 87"/>
                <a:gd name="T9" fmla="*/ 40 h 64"/>
                <a:gd name="T10" fmla="*/ 60 w 87"/>
                <a:gd name="T11" fmla="*/ 37 h 64"/>
                <a:gd name="T12" fmla="*/ 55 w 87"/>
                <a:gd name="T13" fmla="*/ 31 h 64"/>
                <a:gd name="T14" fmla="*/ 53 w 87"/>
                <a:gd name="T15" fmla="*/ 28 h 64"/>
                <a:gd name="T16" fmla="*/ 48 w 87"/>
                <a:gd name="T17" fmla="*/ 20 h 64"/>
                <a:gd name="T18" fmla="*/ 47 w 87"/>
                <a:gd name="T19" fmla="*/ 18 h 64"/>
                <a:gd name="T20" fmla="*/ 41 w 87"/>
                <a:gd name="T21" fmla="*/ 8 h 64"/>
                <a:gd name="T22" fmla="*/ 40 w 87"/>
                <a:gd name="T23" fmla="*/ 5 h 64"/>
                <a:gd name="T24" fmla="*/ 38 w 87"/>
                <a:gd name="T25" fmla="*/ 0 h 64"/>
                <a:gd name="T26" fmla="*/ 30 w 87"/>
                <a:gd name="T27" fmla="*/ 1 h 64"/>
                <a:gd name="T28" fmla="*/ 28 w 87"/>
                <a:gd name="T29" fmla="*/ 2 h 64"/>
                <a:gd name="T30" fmla="*/ 17 w 87"/>
                <a:gd name="T31" fmla="*/ 5 h 64"/>
                <a:gd name="T32" fmla="*/ 14 w 87"/>
                <a:gd name="T33" fmla="*/ 5 h 64"/>
                <a:gd name="T34" fmla="*/ 6 w 87"/>
                <a:gd name="T35" fmla="*/ 8 h 64"/>
                <a:gd name="T36" fmla="*/ 3 w 87"/>
                <a:gd name="T37" fmla="*/ 9 h 64"/>
                <a:gd name="T38" fmla="*/ 0 w 87"/>
                <a:gd name="T39" fmla="*/ 10 h 64"/>
                <a:gd name="T40" fmla="*/ 0 w 87"/>
                <a:gd name="T41" fmla="*/ 10 h 64"/>
                <a:gd name="T42" fmla="*/ 87 w 87"/>
                <a:gd name="T43" fmla="*/ 64 h 64"/>
                <a:gd name="T44" fmla="*/ 87 w 87"/>
                <a:gd name="T45" fmla="*/ 64 h 64"/>
                <a:gd name="T46" fmla="*/ 81 w 87"/>
                <a:gd name="T47" fmla="*/ 59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7" h="64">
                  <a:moveTo>
                    <a:pt x="81" y="59"/>
                  </a:moveTo>
                  <a:cubicBezTo>
                    <a:pt x="81" y="58"/>
                    <a:pt x="80" y="58"/>
                    <a:pt x="79" y="57"/>
                  </a:cubicBezTo>
                  <a:cubicBezTo>
                    <a:pt x="76" y="54"/>
                    <a:pt x="74" y="52"/>
                    <a:pt x="71" y="49"/>
                  </a:cubicBezTo>
                  <a:cubicBezTo>
                    <a:pt x="70" y="48"/>
                    <a:pt x="69" y="47"/>
                    <a:pt x="69" y="46"/>
                  </a:cubicBezTo>
                  <a:cubicBezTo>
                    <a:pt x="67" y="44"/>
                    <a:pt x="65" y="42"/>
                    <a:pt x="63" y="40"/>
                  </a:cubicBezTo>
                  <a:cubicBezTo>
                    <a:pt x="62" y="39"/>
                    <a:pt x="61" y="38"/>
                    <a:pt x="60" y="37"/>
                  </a:cubicBezTo>
                  <a:cubicBezTo>
                    <a:pt x="59" y="35"/>
                    <a:pt x="57" y="33"/>
                    <a:pt x="55" y="31"/>
                  </a:cubicBezTo>
                  <a:cubicBezTo>
                    <a:pt x="55" y="30"/>
                    <a:pt x="54" y="29"/>
                    <a:pt x="53" y="28"/>
                  </a:cubicBezTo>
                  <a:cubicBezTo>
                    <a:pt x="51" y="25"/>
                    <a:pt x="50" y="22"/>
                    <a:pt x="48" y="20"/>
                  </a:cubicBezTo>
                  <a:cubicBezTo>
                    <a:pt x="48" y="19"/>
                    <a:pt x="47" y="19"/>
                    <a:pt x="47" y="18"/>
                  </a:cubicBezTo>
                  <a:cubicBezTo>
                    <a:pt x="45" y="15"/>
                    <a:pt x="43" y="11"/>
                    <a:pt x="41" y="8"/>
                  </a:cubicBezTo>
                  <a:cubicBezTo>
                    <a:pt x="41" y="7"/>
                    <a:pt x="41" y="6"/>
                    <a:pt x="40" y="5"/>
                  </a:cubicBezTo>
                  <a:cubicBezTo>
                    <a:pt x="39" y="4"/>
                    <a:pt x="38" y="2"/>
                    <a:pt x="38" y="0"/>
                  </a:cubicBezTo>
                  <a:cubicBezTo>
                    <a:pt x="35" y="0"/>
                    <a:pt x="33" y="1"/>
                    <a:pt x="30" y="1"/>
                  </a:cubicBezTo>
                  <a:cubicBezTo>
                    <a:pt x="29" y="1"/>
                    <a:pt x="28" y="2"/>
                    <a:pt x="28" y="2"/>
                  </a:cubicBezTo>
                  <a:cubicBezTo>
                    <a:pt x="24" y="3"/>
                    <a:pt x="20" y="4"/>
                    <a:pt x="17" y="5"/>
                  </a:cubicBezTo>
                  <a:cubicBezTo>
                    <a:pt x="16" y="5"/>
                    <a:pt x="15" y="5"/>
                    <a:pt x="14" y="5"/>
                  </a:cubicBezTo>
                  <a:cubicBezTo>
                    <a:pt x="11" y="6"/>
                    <a:pt x="9" y="7"/>
                    <a:pt x="6" y="8"/>
                  </a:cubicBezTo>
                  <a:cubicBezTo>
                    <a:pt x="5" y="8"/>
                    <a:pt x="4" y="9"/>
                    <a:pt x="3" y="9"/>
                  </a:cubicBezTo>
                  <a:cubicBezTo>
                    <a:pt x="2" y="9"/>
                    <a:pt x="1" y="10"/>
                    <a:pt x="0" y="10"/>
                  </a:cubicBezTo>
                  <a:cubicBezTo>
                    <a:pt x="0" y="10"/>
                    <a:pt x="0" y="10"/>
                    <a:pt x="0" y="10"/>
                  </a:cubicBezTo>
                  <a:cubicBezTo>
                    <a:pt x="20" y="40"/>
                    <a:pt x="52" y="59"/>
                    <a:pt x="87" y="64"/>
                  </a:cubicBezTo>
                  <a:cubicBezTo>
                    <a:pt x="87" y="64"/>
                    <a:pt x="87" y="64"/>
                    <a:pt x="87" y="64"/>
                  </a:cubicBezTo>
                  <a:cubicBezTo>
                    <a:pt x="85" y="62"/>
                    <a:pt x="83" y="60"/>
                    <a:pt x="81" y="59"/>
                  </a:cubicBezTo>
                  <a:close/>
                </a:path>
              </a:pathLst>
            </a:custGeom>
            <a:solidFill>
              <a:srgbClr val="477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114"/>
            <p:cNvSpPr>
              <a:spLocks/>
            </p:cNvSpPr>
            <p:nvPr/>
          </p:nvSpPr>
          <p:spPr bwMode="auto">
            <a:xfrm>
              <a:off x="5906060" y="5359864"/>
              <a:ext cx="94609" cy="96054"/>
            </a:xfrm>
            <a:custGeom>
              <a:avLst/>
              <a:gdLst>
                <a:gd name="T0" fmla="*/ 34 w 55"/>
                <a:gd name="T1" fmla="*/ 50 h 56"/>
                <a:gd name="T2" fmla="*/ 34 w 55"/>
                <a:gd name="T3" fmla="*/ 50 h 56"/>
                <a:gd name="T4" fmla="*/ 46 w 55"/>
                <a:gd name="T5" fmla="*/ 47 h 56"/>
                <a:gd name="T6" fmla="*/ 50 w 55"/>
                <a:gd name="T7" fmla="*/ 46 h 56"/>
                <a:gd name="T8" fmla="*/ 55 w 55"/>
                <a:gd name="T9" fmla="*/ 45 h 56"/>
                <a:gd name="T10" fmla="*/ 55 w 55"/>
                <a:gd name="T11" fmla="*/ 45 h 56"/>
                <a:gd name="T12" fmla="*/ 55 w 55"/>
                <a:gd name="T13" fmla="*/ 45 h 56"/>
                <a:gd name="T14" fmla="*/ 53 w 55"/>
                <a:gd name="T15" fmla="*/ 40 h 56"/>
                <a:gd name="T16" fmla="*/ 52 w 55"/>
                <a:gd name="T17" fmla="*/ 36 h 56"/>
                <a:gd name="T18" fmla="*/ 49 w 55"/>
                <a:gd name="T19" fmla="*/ 25 h 56"/>
                <a:gd name="T20" fmla="*/ 49 w 55"/>
                <a:gd name="T21" fmla="*/ 23 h 56"/>
                <a:gd name="T22" fmla="*/ 47 w 55"/>
                <a:gd name="T23" fmla="*/ 10 h 56"/>
                <a:gd name="T24" fmla="*/ 47 w 55"/>
                <a:gd name="T25" fmla="*/ 7 h 56"/>
                <a:gd name="T26" fmla="*/ 46 w 55"/>
                <a:gd name="T27" fmla="*/ 0 h 56"/>
                <a:gd name="T28" fmla="*/ 46 w 55"/>
                <a:gd name="T29" fmla="*/ 0 h 56"/>
                <a:gd name="T30" fmla="*/ 0 w 55"/>
                <a:gd name="T31" fmla="*/ 0 h 56"/>
                <a:gd name="T32" fmla="*/ 0 w 55"/>
                <a:gd name="T33" fmla="*/ 0 h 56"/>
                <a:gd name="T34" fmla="*/ 16 w 55"/>
                <a:gd name="T35" fmla="*/ 56 h 56"/>
                <a:gd name="T36" fmla="*/ 16 w 55"/>
                <a:gd name="T37" fmla="*/ 56 h 56"/>
                <a:gd name="T38" fmla="*/ 20 w 55"/>
                <a:gd name="T39" fmla="*/ 55 h 56"/>
                <a:gd name="T40" fmla="*/ 23 w 55"/>
                <a:gd name="T41" fmla="*/ 54 h 56"/>
                <a:gd name="T42" fmla="*/ 34 w 55"/>
                <a:gd name="T43" fmla="*/ 5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5" h="56">
                  <a:moveTo>
                    <a:pt x="34" y="50"/>
                  </a:moveTo>
                  <a:cubicBezTo>
                    <a:pt x="34" y="50"/>
                    <a:pt x="34" y="50"/>
                    <a:pt x="34" y="50"/>
                  </a:cubicBezTo>
                  <a:cubicBezTo>
                    <a:pt x="38" y="49"/>
                    <a:pt x="42" y="48"/>
                    <a:pt x="46" y="47"/>
                  </a:cubicBezTo>
                  <a:cubicBezTo>
                    <a:pt x="47" y="47"/>
                    <a:pt x="48" y="47"/>
                    <a:pt x="50" y="46"/>
                  </a:cubicBezTo>
                  <a:cubicBezTo>
                    <a:pt x="51" y="46"/>
                    <a:pt x="53" y="46"/>
                    <a:pt x="55" y="45"/>
                  </a:cubicBezTo>
                  <a:cubicBezTo>
                    <a:pt x="55" y="45"/>
                    <a:pt x="55" y="45"/>
                    <a:pt x="55" y="45"/>
                  </a:cubicBezTo>
                  <a:cubicBezTo>
                    <a:pt x="55" y="45"/>
                    <a:pt x="55" y="45"/>
                    <a:pt x="55" y="45"/>
                  </a:cubicBezTo>
                  <a:cubicBezTo>
                    <a:pt x="54" y="44"/>
                    <a:pt x="54" y="42"/>
                    <a:pt x="53" y="40"/>
                  </a:cubicBezTo>
                  <a:cubicBezTo>
                    <a:pt x="53" y="39"/>
                    <a:pt x="52" y="37"/>
                    <a:pt x="52" y="36"/>
                  </a:cubicBezTo>
                  <a:cubicBezTo>
                    <a:pt x="51" y="32"/>
                    <a:pt x="50" y="29"/>
                    <a:pt x="49" y="25"/>
                  </a:cubicBezTo>
                  <a:cubicBezTo>
                    <a:pt x="49" y="24"/>
                    <a:pt x="49" y="24"/>
                    <a:pt x="49" y="23"/>
                  </a:cubicBezTo>
                  <a:cubicBezTo>
                    <a:pt x="48" y="19"/>
                    <a:pt x="47" y="15"/>
                    <a:pt x="47" y="10"/>
                  </a:cubicBezTo>
                  <a:cubicBezTo>
                    <a:pt x="47" y="9"/>
                    <a:pt x="47" y="8"/>
                    <a:pt x="47" y="7"/>
                  </a:cubicBezTo>
                  <a:cubicBezTo>
                    <a:pt x="46" y="5"/>
                    <a:pt x="46" y="2"/>
                    <a:pt x="46" y="0"/>
                  </a:cubicBezTo>
                  <a:cubicBezTo>
                    <a:pt x="46" y="0"/>
                    <a:pt x="46" y="0"/>
                    <a:pt x="46" y="0"/>
                  </a:cubicBezTo>
                  <a:cubicBezTo>
                    <a:pt x="0" y="0"/>
                    <a:pt x="0" y="0"/>
                    <a:pt x="0" y="0"/>
                  </a:cubicBezTo>
                  <a:cubicBezTo>
                    <a:pt x="0" y="0"/>
                    <a:pt x="0" y="0"/>
                    <a:pt x="0" y="0"/>
                  </a:cubicBezTo>
                  <a:cubicBezTo>
                    <a:pt x="1" y="20"/>
                    <a:pt x="6" y="39"/>
                    <a:pt x="16" y="56"/>
                  </a:cubicBezTo>
                  <a:cubicBezTo>
                    <a:pt x="16" y="56"/>
                    <a:pt x="16" y="56"/>
                    <a:pt x="16" y="56"/>
                  </a:cubicBezTo>
                  <a:cubicBezTo>
                    <a:pt x="17" y="56"/>
                    <a:pt x="19" y="55"/>
                    <a:pt x="20" y="55"/>
                  </a:cubicBezTo>
                  <a:cubicBezTo>
                    <a:pt x="21" y="54"/>
                    <a:pt x="22" y="54"/>
                    <a:pt x="23" y="54"/>
                  </a:cubicBezTo>
                  <a:cubicBezTo>
                    <a:pt x="26" y="52"/>
                    <a:pt x="30" y="51"/>
                    <a:pt x="34" y="50"/>
                  </a:cubicBezTo>
                  <a:close/>
                </a:path>
              </a:pathLst>
            </a:custGeom>
            <a:solidFill>
              <a:srgbClr val="477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115"/>
            <p:cNvSpPr>
              <a:spLocks/>
            </p:cNvSpPr>
            <p:nvPr/>
          </p:nvSpPr>
          <p:spPr bwMode="auto">
            <a:xfrm>
              <a:off x="5906060" y="5247200"/>
              <a:ext cx="94609" cy="96054"/>
            </a:xfrm>
            <a:custGeom>
              <a:avLst/>
              <a:gdLst>
                <a:gd name="T0" fmla="*/ 46 w 55"/>
                <a:gd name="T1" fmla="*/ 56 h 56"/>
                <a:gd name="T2" fmla="*/ 46 w 55"/>
                <a:gd name="T3" fmla="*/ 56 h 56"/>
                <a:gd name="T4" fmla="*/ 47 w 55"/>
                <a:gd name="T5" fmla="*/ 50 h 56"/>
                <a:gd name="T6" fmla="*/ 47 w 55"/>
                <a:gd name="T7" fmla="*/ 46 h 56"/>
                <a:gd name="T8" fmla="*/ 49 w 55"/>
                <a:gd name="T9" fmla="*/ 33 h 56"/>
                <a:gd name="T10" fmla="*/ 49 w 55"/>
                <a:gd name="T11" fmla="*/ 32 h 56"/>
                <a:gd name="T12" fmla="*/ 52 w 55"/>
                <a:gd name="T13" fmla="*/ 20 h 56"/>
                <a:gd name="T14" fmla="*/ 53 w 55"/>
                <a:gd name="T15" fmla="*/ 16 h 56"/>
                <a:gd name="T16" fmla="*/ 55 w 55"/>
                <a:gd name="T17" fmla="*/ 11 h 56"/>
                <a:gd name="T18" fmla="*/ 55 w 55"/>
                <a:gd name="T19" fmla="*/ 11 h 56"/>
                <a:gd name="T20" fmla="*/ 55 w 55"/>
                <a:gd name="T21" fmla="*/ 11 h 56"/>
                <a:gd name="T22" fmla="*/ 49 w 55"/>
                <a:gd name="T23" fmla="*/ 10 h 56"/>
                <a:gd name="T24" fmla="*/ 46 w 55"/>
                <a:gd name="T25" fmla="*/ 9 h 56"/>
                <a:gd name="T26" fmla="*/ 34 w 55"/>
                <a:gd name="T27" fmla="*/ 6 h 56"/>
                <a:gd name="T28" fmla="*/ 34 w 55"/>
                <a:gd name="T29" fmla="*/ 6 h 56"/>
                <a:gd name="T30" fmla="*/ 23 w 55"/>
                <a:gd name="T31" fmla="*/ 3 h 56"/>
                <a:gd name="T32" fmla="*/ 20 w 55"/>
                <a:gd name="T33" fmla="*/ 2 h 56"/>
                <a:gd name="T34" fmla="*/ 16 w 55"/>
                <a:gd name="T35" fmla="*/ 0 h 56"/>
                <a:gd name="T36" fmla="*/ 16 w 55"/>
                <a:gd name="T37" fmla="*/ 0 h 56"/>
                <a:gd name="T38" fmla="*/ 0 w 55"/>
                <a:gd name="T39" fmla="*/ 56 h 56"/>
                <a:gd name="T40" fmla="*/ 0 w 55"/>
                <a:gd name="T41" fmla="*/ 56 h 56"/>
                <a:gd name="T42" fmla="*/ 46 w 55"/>
                <a:gd name="T43"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5" h="56">
                  <a:moveTo>
                    <a:pt x="46" y="56"/>
                  </a:moveTo>
                  <a:cubicBezTo>
                    <a:pt x="46" y="56"/>
                    <a:pt x="46" y="56"/>
                    <a:pt x="46" y="56"/>
                  </a:cubicBezTo>
                  <a:cubicBezTo>
                    <a:pt x="46" y="54"/>
                    <a:pt x="46" y="52"/>
                    <a:pt x="47" y="50"/>
                  </a:cubicBezTo>
                  <a:cubicBezTo>
                    <a:pt x="47" y="49"/>
                    <a:pt x="47" y="47"/>
                    <a:pt x="47" y="46"/>
                  </a:cubicBezTo>
                  <a:cubicBezTo>
                    <a:pt x="47" y="42"/>
                    <a:pt x="48" y="37"/>
                    <a:pt x="49" y="33"/>
                  </a:cubicBezTo>
                  <a:cubicBezTo>
                    <a:pt x="49" y="33"/>
                    <a:pt x="49" y="32"/>
                    <a:pt x="49" y="32"/>
                  </a:cubicBezTo>
                  <a:cubicBezTo>
                    <a:pt x="50" y="28"/>
                    <a:pt x="51" y="24"/>
                    <a:pt x="52" y="20"/>
                  </a:cubicBezTo>
                  <a:cubicBezTo>
                    <a:pt x="52" y="19"/>
                    <a:pt x="53" y="18"/>
                    <a:pt x="53" y="16"/>
                  </a:cubicBezTo>
                  <a:cubicBezTo>
                    <a:pt x="54" y="15"/>
                    <a:pt x="54" y="13"/>
                    <a:pt x="55" y="11"/>
                  </a:cubicBezTo>
                  <a:cubicBezTo>
                    <a:pt x="55" y="11"/>
                    <a:pt x="55" y="11"/>
                    <a:pt x="55" y="11"/>
                  </a:cubicBezTo>
                  <a:cubicBezTo>
                    <a:pt x="55" y="11"/>
                    <a:pt x="55" y="11"/>
                    <a:pt x="55" y="11"/>
                  </a:cubicBezTo>
                  <a:cubicBezTo>
                    <a:pt x="53" y="11"/>
                    <a:pt x="51" y="10"/>
                    <a:pt x="49" y="10"/>
                  </a:cubicBezTo>
                  <a:cubicBezTo>
                    <a:pt x="48" y="10"/>
                    <a:pt x="47" y="10"/>
                    <a:pt x="46" y="9"/>
                  </a:cubicBezTo>
                  <a:cubicBezTo>
                    <a:pt x="42" y="8"/>
                    <a:pt x="38" y="7"/>
                    <a:pt x="34" y="6"/>
                  </a:cubicBezTo>
                  <a:cubicBezTo>
                    <a:pt x="34" y="6"/>
                    <a:pt x="34" y="6"/>
                    <a:pt x="34" y="6"/>
                  </a:cubicBezTo>
                  <a:cubicBezTo>
                    <a:pt x="30" y="5"/>
                    <a:pt x="27" y="4"/>
                    <a:pt x="23" y="3"/>
                  </a:cubicBezTo>
                  <a:cubicBezTo>
                    <a:pt x="22" y="3"/>
                    <a:pt x="21" y="2"/>
                    <a:pt x="20" y="2"/>
                  </a:cubicBezTo>
                  <a:cubicBezTo>
                    <a:pt x="19" y="1"/>
                    <a:pt x="17" y="1"/>
                    <a:pt x="16" y="0"/>
                  </a:cubicBezTo>
                  <a:cubicBezTo>
                    <a:pt x="16" y="0"/>
                    <a:pt x="16" y="0"/>
                    <a:pt x="16" y="0"/>
                  </a:cubicBezTo>
                  <a:cubicBezTo>
                    <a:pt x="6" y="17"/>
                    <a:pt x="1" y="37"/>
                    <a:pt x="0" y="56"/>
                  </a:cubicBezTo>
                  <a:cubicBezTo>
                    <a:pt x="0" y="56"/>
                    <a:pt x="0" y="56"/>
                    <a:pt x="0" y="56"/>
                  </a:cubicBezTo>
                  <a:lnTo>
                    <a:pt x="46" y="56"/>
                  </a:lnTo>
                  <a:close/>
                </a:path>
              </a:pathLst>
            </a:custGeom>
            <a:solidFill>
              <a:srgbClr val="477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116"/>
            <p:cNvSpPr>
              <a:spLocks/>
            </p:cNvSpPr>
            <p:nvPr/>
          </p:nvSpPr>
          <p:spPr bwMode="auto">
            <a:xfrm>
              <a:off x="6237553" y="5359864"/>
              <a:ext cx="93887" cy="96054"/>
            </a:xfrm>
            <a:custGeom>
              <a:avLst/>
              <a:gdLst>
                <a:gd name="T0" fmla="*/ 9 w 55"/>
                <a:gd name="T1" fmla="*/ 0 h 56"/>
                <a:gd name="T2" fmla="*/ 0 w 55"/>
                <a:gd name="T3" fmla="*/ 45 h 56"/>
                <a:gd name="T4" fmla="*/ 0 w 55"/>
                <a:gd name="T5" fmla="*/ 45 h 56"/>
                <a:gd name="T6" fmla="*/ 0 w 55"/>
                <a:gd name="T7" fmla="*/ 45 h 56"/>
                <a:gd name="T8" fmla="*/ 7 w 55"/>
                <a:gd name="T9" fmla="*/ 47 h 56"/>
                <a:gd name="T10" fmla="*/ 12 w 55"/>
                <a:gd name="T11" fmla="*/ 48 h 56"/>
                <a:gd name="T12" fmla="*/ 19 w 55"/>
                <a:gd name="T13" fmla="*/ 50 h 56"/>
                <a:gd name="T14" fmla="*/ 24 w 55"/>
                <a:gd name="T15" fmla="*/ 51 h 56"/>
                <a:gd name="T16" fmla="*/ 31 w 55"/>
                <a:gd name="T17" fmla="*/ 53 h 56"/>
                <a:gd name="T18" fmla="*/ 35 w 55"/>
                <a:gd name="T19" fmla="*/ 55 h 56"/>
                <a:gd name="T20" fmla="*/ 39 w 55"/>
                <a:gd name="T21" fmla="*/ 56 h 56"/>
                <a:gd name="T22" fmla="*/ 39 w 55"/>
                <a:gd name="T23" fmla="*/ 56 h 56"/>
                <a:gd name="T24" fmla="*/ 55 w 55"/>
                <a:gd name="T25" fmla="*/ 0 h 56"/>
                <a:gd name="T26" fmla="*/ 55 w 55"/>
                <a:gd name="T27" fmla="*/ 0 h 56"/>
                <a:gd name="T28" fmla="*/ 9 w 55"/>
                <a:gd name="T29"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5" h="56">
                  <a:moveTo>
                    <a:pt x="9" y="0"/>
                  </a:moveTo>
                  <a:cubicBezTo>
                    <a:pt x="8" y="16"/>
                    <a:pt x="5" y="31"/>
                    <a:pt x="0" y="45"/>
                  </a:cubicBezTo>
                  <a:cubicBezTo>
                    <a:pt x="0" y="45"/>
                    <a:pt x="0" y="45"/>
                    <a:pt x="0" y="45"/>
                  </a:cubicBezTo>
                  <a:cubicBezTo>
                    <a:pt x="0" y="45"/>
                    <a:pt x="0" y="45"/>
                    <a:pt x="0" y="45"/>
                  </a:cubicBezTo>
                  <a:cubicBezTo>
                    <a:pt x="2" y="46"/>
                    <a:pt x="5" y="46"/>
                    <a:pt x="7" y="47"/>
                  </a:cubicBezTo>
                  <a:cubicBezTo>
                    <a:pt x="8" y="47"/>
                    <a:pt x="10" y="47"/>
                    <a:pt x="12" y="48"/>
                  </a:cubicBezTo>
                  <a:cubicBezTo>
                    <a:pt x="14" y="48"/>
                    <a:pt x="17" y="49"/>
                    <a:pt x="19" y="50"/>
                  </a:cubicBezTo>
                  <a:cubicBezTo>
                    <a:pt x="21" y="50"/>
                    <a:pt x="22" y="51"/>
                    <a:pt x="24" y="51"/>
                  </a:cubicBezTo>
                  <a:cubicBezTo>
                    <a:pt x="26" y="52"/>
                    <a:pt x="29" y="53"/>
                    <a:pt x="31" y="53"/>
                  </a:cubicBezTo>
                  <a:cubicBezTo>
                    <a:pt x="32" y="54"/>
                    <a:pt x="34" y="54"/>
                    <a:pt x="35" y="55"/>
                  </a:cubicBezTo>
                  <a:cubicBezTo>
                    <a:pt x="36" y="55"/>
                    <a:pt x="38" y="56"/>
                    <a:pt x="39" y="56"/>
                  </a:cubicBezTo>
                  <a:cubicBezTo>
                    <a:pt x="39" y="56"/>
                    <a:pt x="39" y="56"/>
                    <a:pt x="39" y="56"/>
                  </a:cubicBezTo>
                  <a:cubicBezTo>
                    <a:pt x="49" y="39"/>
                    <a:pt x="54" y="20"/>
                    <a:pt x="55" y="0"/>
                  </a:cubicBezTo>
                  <a:cubicBezTo>
                    <a:pt x="55" y="0"/>
                    <a:pt x="55" y="0"/>
                    <a:pt x="55" y="0"/>
                  </a:cubicBezTo>
                  <a:lnTo>
                    <a:pt x="9" y="0"/>
                  </a:lnTo>
                  <a:close/>
                </a:path>
              </a:pathLst>
            </a:custGeom>
            <a:solidFill>
              <a:srgbClr val="477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117"/>
            <p:cNvSpPr>
              <a:spLocks/>
            </p:cNvSpPr>
            <p:nvPr/>
          </p:nvSpPr>
          <p:spPr bwMode="auto">
            <a:xfrm>
              <a:off x="6147277" y="5141758"/>
              <a:ext cx="148774" cy="109053"/>
            </a:xfrm>
            <a:custGeom>
              <a:avLst/>
              <a:gdLst>
                <a:gd name="T0" fmla="*/ 22 w 87"/>
                <a:gd name="T1" fmla="*/ 5 h 64"/>
                <a:gd name="T2" fmla="*/ 20 w 87"/>
                <a:gd name="T3" fmla="*/ 4 h 64"/>
                <a:gd name="T4" fmla="*/ 18 w 87"/>
                <a:gd name="T5" fmla="*/ 4 h 64"/>
                <a:gd name="T6" fmla="*/ 0 w 87"/>
                <a:gd name="T7" fmla="*/ 0 h 64"/>
                <a:gd name="T8" fmla="*/ 49 w 87"/>
                <a:gd name="T9" fmla="*/ 64 h 64"/>
                <a:gd name="T10" fmla="*/ 57 w 87"/>
                <a:gd name="T11" fmla="*/ 62 h 64"/>
                <a:gd name="T12" fmla="*/ 61 w 87"/>
                <a:gd name="T13" fmla="*/ 61 h 64"/>
                <a:gd name="T14" fmla="*/ 69 w 87"/>
                <a:gd name="T15" fmla="*/ 59 h 64"/>
                <a:gd name="T16" fmla="*/ 73 w 87"/>
                <a:gd name="T17" fmla="*/ 58 h 64"/>
                <a:gd name="T18" fmla="*/ 80 w 87"/>
                <a:gd name="T19" fmla="*/ 56 h 64"/>
                <a:gd name="T20" fmla="*/ 84 w 87"/>
                <a:gd name="T21" fmla="*/ 55 h 64"/>
                <a:gd name="T22" fmla="*/ 87 w 87"/>
                <a:gd name="T23" fmla="*/ 54 h 64"/>
                <a:gd name="T24" fmla="*/ 87 w 87"/>
                <a:gd name="T25" fmla="*/ 53 h 64"/>
                <a:gd name="T26" fmla="*/ 22 w 87"/>
                <a:gd name="T27" fmla="*/ 5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64">
                  <a:moveTo>
                    <a:pt x="22" y="5"/>
                  </a:moveTo>
                  <a:cubicBezTo>
                    <a:pt x="22" y="5"/>
                    <a:pt x="21" y="4"/>
                    <a:pt x="20" y="4"/>
                  </a:cubicBezTo>
                  <a:cubicBezTo>
                    <a:pt x="19" y="4"/>
                    <a:pt x="19" y="4"/>
                    <a:pt x="18" y="4"/>
                  </a:cubicBezTo>
                  <a:cubicBezTo>
                    <a:pt x="12" y="2"/>
                    <a:pt x="6" y="1"/>
                    <a:pt x="0" y="0"/>
                  </a:cubicBezTo>
                  <a:cubicBezTo>
                    <a:pt x="22" y="18"/>
                    <a:pt x="39" y="40"/>
                    <a:pt x="49" y="64"/>
                  </a:cubicBezTo>
                  <a:cubicBezTo>
                    <a:pt x="52" y="63"/>
                    <a:pt x="54" y="63"/>
                    <a:pt x="57" y="62"/>
                  </a:cubicBezTo>
                  <a:cubicBezTo>
                    <a:pt x="58" y="62"/>
                    <a:pt x="60" y="62"/>
                    <a:pt x="61" y="61"/>
                  </a:cubicBezTo>
                  <a:cubicBezTo>
                    <a:pt x="64" y="61"/>
                    <a:pt x="66" y="60"/>
                    <a:pt x="69" y="59"/>
                  </a:cubicBezTo>
                  <a:cubicBezTo>
                    <a:pt x="70" y="59"/>
                    <a:pt x="72" y="59"/>
                    <a:pt x="73" y="58"/>
                  </a:cubicBezTo>
                  <a:cubicBezTo>
                    <a:pt x="75" y="57"/>
                    <a:pt x="78" y="57"/>
                    <a:pt x="80" y="56"/>
                  </a:cubicBezTo>
                  <a:cubicBezTo>
                    <a:pt x="81" y="56"/>
                    <a:pt x="83" y="55"/>
                    <a:pt x="84" y="55"/>
                  </a:cubicBezTo>
                  <a:cubicBezTo>
                    <a:pt x="85" y="54"/>
                    <a:pt x="86" y="54"/>
                    <a:pt x="87" y="54"/>
                  </a:cubicBezTo>
                  <a:cubicBezTo>
                    <a:pt x="87" y="54"/>
                    <a:pt x="87" y="53"/>
                    <a:pt x="87" y="53"/>
                  </a:cubicBezTo>
                  <a:cubicBezTo>
                    <a:pt x="71" y="30"/>
                    <a:pt x="48" y="14"/>
                    <a:pt x="22" y="5"/>
                  </a:cubicBezTo>
                  <a:close/>
                </a:path>
              </a:pathLst>
            </a:custGeom>
            <a:solidFill>
              <a:srgbClr val="477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118"/>
            <p:cNvSpPr>
              <a:spLocks/>
            </p:cNvSpPr>
            <p:nvPr/>
          </p:nvSpPr>
          <p:spPr bwMode="auto">
            <a:xfrm>
              <a:off x="6237553" y="5247200"/>
              <a:ext cx="93887" cy="96054"/>
            </a:xfrm>
            <a:custGeom>
              <a:avLst/>
              <a:gdLst>
                <a:gd name="T0" fmla="*/ 24 w 55"/>
                <a:gd name="T1" fmla="*/ 5 h 56"/>
                <a:gd name="T2" fmla="*/ 19 w 55"/>
                <a:gd name="T3" fmla="*/ 7 h 56"/>
                <a:gd name="T4" fmla="*/ 12 w 55"/>
                <a:gd name="T5" fmla="*/ 9 h 56"/>
                <a:gd name="T6" fmla="*/ 7 w 55"/>
                <a:gd name="T7" fmla="*/ 10 h 56"/>
                <a:gd name="T8" fmla="*/ 0 w 55"/>
                <a:gd name="T9" fmla="*/ 11 h 56"/>
                <a:gd name="T10" fmla="*/ 0 w 55"/>
                <a:gd name="T11" fmla="*/ 11 h 56"/>
                <a:gd name="T12" fmla="*/ 0 w 55"/>
                <a:gd name="T13" fmla="*/ 11 h 56"/>
                <a:gd name="T14" fmla="*/ 9 w 55"/>
                <a:gd name="T15" fmla="*/ 56 h 56"/>
                <a:gd name="T16" fmla="*/ 9 w 55"/>
                <a:gd name="T17" fmla="*/ 56 h 56"/>
                <a:gd name="T18" fmla="*/ 55 w 55"/>
                <a:gd name="T19" fmla="*/ 56 h 56"/>
                <a:gd name="T20" fmla="*/ 55 w 55"/>
                <a:gd name="T21" fmla="*/ 56 h 56"/>
                <a:gd name="T22" fmla="*/ 39 w 55"/>
                <a:gd name="T23" fmla="*/ 0 h 56"/>
                <a:gd name="T24" fmla="*/ 39 w 55"/>
                <a:gd name="T25" fmla="*/ 0 h 56"/>
                <a:gd name="T26" fmla="*/ 35 w 55"/>
                <a:gd name="T27" fmla="*/ 2 h 56"/>
                <a:gd name="T28" fmla="*/ 31 w 55"/>
                <a:gd name="T29" fmla="*/ 3 h 56"/>
                <a:gd name="T30" fmla="*/ 24 w 55"/>
                <a:gd name="T31" fmla="*/ 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5" h="56">
                  <a:moveTo>
                    <a:pt x="24" y="5"/>
                  </a:moveTo>
                  <a:cubicBezTo>
                    <a:pt x="23" y="6"/>
                    <a:pt x="21" y="6"/>
                    <a:pt x="19" y="7"/>
                  </a:cubicBezTo>
                  <a:cubicBezTo>
                    <a:pt x="17" y="7"/>
                    <a:pt x="14" y="8"/>
                    <a:pt x="12" y="9"/>
                  </a:cubicBezTo>
                  <a:cubicBezTo>
                    <a:pt x="10" y="9"/>
                    <a:pt x="8" y="9"/>
                    <a:pt x="7" y="10"/>
                  </a:cubicBezTo>
                  <a:cubicBezTo>
                    <a:pt x="5" y="10"/>
                    <a:pt x="2" y="11"/>
                    <a:pt x="0" y="11"/>
                  </a:cubicBezTo>
                  <a:cubicBezTo>
                    <a:pt x="0" y="11"/>
                    <a:pt x="0" y="11"/>
                    <a:pt x="0" y="11"/>
                  </a:cubicBezTo>
                  <a:cubicBezTo>
                    <a:pt x="0" y="11"/>
                    <a:pt x="0" y="11"/>
                    <a:pt x="0" y="11"/>
                  </a:cubicBezTo>
                  <a:cubicBezTo>
                    <a:pt x="5" y="26"/>
                    <a:pt x="8" y="41"/>
                    <a:pt x="9" y="56"/>
                  </a:cubicBezTo>
                  <a:cubicBezTo>
                    <a:pt x="9" y="56"/>
                    <a:pt x="9" y="56"/>
                    <a:pt x="9" y="56"/>
                  </a:cubicBezTo>
                  <a:cubicBezTo>
                    <a:pt x="55" y="56"/>
                    <a:pt x="55" y="56"/>
                    <a:pt x="55" y="56"/>
                  </a:cubicBezTo>
                  <a:cubicBezTo>
                    <a:pt x="55" y="56"/>
                    <a:pt x="55" y="56"/>
                    <a:pt x="55" y="56"/>
                  </a:cubicBezTo>
                  <a:cubicBezTo>
                    <a:pt x="54" y="37"/>
                    <a:pt x="49" y="17"/>
                    <a:pt x="39" y="0"/>
                  </a:cubicBezTo>
                  <a:cubicBezTo>
                    <a:pt x="39" y="0"/>
                    <a:pt x="39" y="0"/>
                    <a:pt x="39" y="0"/>
                  </a:cubicBezTo>
                  <a:cubicBezTo>
                    <a:pt x="38" y="1"/>
                    <a:pt x="37" y="1"/>
                    <a:pt x="35" y="2"/>
                  </a:cubicBezTo>
                  <a:cubicBezTo>
                    <a:pt x="34" y="2"/>
                    <a:pt x="32" y="3"/>
                    <a:pt x="31" y="3"/>
                  </a:cubicBezTo>
                  <a:cubicBezTo>
                    <a:pt x="29" y="4"/>
                    <a:pt x="26" y="5"/>
                    <a:pt x="24" y="5"/>
                  </a:cubicBezTo>
                  <a:close/>
                </a:path>
              </a:pathLst>
            </a:custGeom>
            <a:solidFill>
              <a:srgbClr val="477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119"/>
            <p:cNvSpPr>
              <a:spLocks/>
            </p:cNvSpPr>
            <p:nvPr/>
          </p:nvSpPr>
          <p:spPr bwMode="auto">
            <a:xfrm>
              <a:off x="6127055" y="5269588"/>
              <a:ext cx="109053" cy="73665"/>
            </a:xfrm>
            <a:custGeom>
              <a:avLst/>
              <a:gdLst>
                <a:gd name="T0" fmla="*/ 55 w 64"/>
                <a:gd name="T1" fmla="*/ 0 h 43"/>
                <a:gd name="T2" fmla="*/ 53 w 64"/>
                <a:gd name="T3" fmla="*/ 0 h 43"/>
                <a:gd name="T4" fmla="*/ 29 w 64"/>
                <a:gd name="T5" fmla="*/ 3 h 43"/>
                <a:gd name="T6" fmla="*/ 28 w 64"/>
                <a:gd name="T7" fmla="*/ 3 h 43"/>
                <a:gd name="T8" fmla="*/ 20 w 64"/>
                <a:gd name="T9" fmla="*/ 4 h 43"/>
                <a:gd name="T10" fmla="*/ 14 w 64"/>
                <a:gd name="T11" fmla="*/ 4 h 43"/>
                <a:gd name="T12" fmla="*/ 7 w 64"/>
                <a:gd name="T13" fmla="*/ 4 h 43"/>
                <a:gd name="T14" fmla="*/ 0 w 64"/>
                <a:gd name="T15" fmla="*/ 4 h 43"/>
                <a:gd name="T16" fmla="*/ 0 w 64"/>
                <a:gd name="T17" fmla="*/ 43 h 43"/>
                <a:gd name="T18" fmla="*/ 64 w 64"/>
                <a:gd name="T19" fmla="*/ 43 h 43"/>
                <a:gd name="T20" fmla="*/ 55 w 64"/>
                <a:gd name="T21"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43">
                  <a:moveTo>
                    <a:pt x="55" y="0"/>
                  </a:moveTo>
                  <a:cubicBezTo>
                    <a:pt x="54" y="0"/>
                    <a:pt x="53" y="0"/>
                    <a:pt x="53" y="0"/>
                  </a:cubicBezTo>
                  <a:cubicBezTo>
                    <a:pt x="45" y="1"/>
                    <a:pt x="37" y="2"/>
                    <a:pt x="29" y="3"/>
                  </a:cubicBezTo>
                  <a:cubicBezTo>
                    <a:pt x="29" y="3"/>
                    <a:pt x="29" y="3"/>
                    <a:pt x="28" y="3"/>
                  </a:cubicBezTo>
                  <a:cubicBezTo>
                    <a:pt x="26" y="3"/>
                    <a:pt x="23" y="3"/>
                    <a:pt x="20" y="4"/>
                  </a:cubicBezTo>
                  <a:cubicBezTo>
                    <a:pt x="18" y="4"/>
                    <a:pt x="16" y="4"/>
                    <a:pt x="14" y="4"/>
                  </a:cubicBezTo>
                  <a:cubicBezTo>
                    <a:pt x="12" y="4"/>
                    <a:pt x="9" y="4"/>
                    <a:pt x="7" y="4"/>
                  </a:cubicBezTo>
                  <a:cubicBezTo>
                    <a:pt x="5" y="4"/>
                    <a:pt x="3" y="4"/>
                    <a:pt x="0" y="4"/>
                  </a:cubicBezTo>
                  <a:cubicBezTo>
                    <a:pt x="0" y="43"/>
                    <a:pt x="0" y="43"/>
                    <a:pt x="0" y="43"/>
                  </a:cubicBezTo>
                  <a:cubicBezTo>
                    <a:pt x="64" y="43"/>
                    <a:pt x="64" y="43"/>
                    <a:pt x="64" y="43"/>
                  </a:cubicBezTo>
                  <a:cubicBezTo>
                    <a:pt x="63" y="29"/>
                    <a:pt x="60" y="14"/>
                    <a:pt x="55" y="0"/>
                  </a:cubicBezTo>
                  <a:close/>
                </a:path>
              </a:pathLst>
            </a:custGeom>
            <a:solidFill>
              <a:srgbClr val="477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120"/>
            <p:cNvSpPr>
              <a:spLocks/>
            </p:cNvSpPr>
            <p:nvPr/>
          </p:nvSpPr>
          <p:spPr bwMode="auto">
            <a:xfrm>
              <a:off x="6127055" y="5359864"/>
              <a:ext cx="109053" cy="75832"/>
            </a:xfrm>
            <a:custGeom>
              <a:avLst/>
              <a:gdLst>
                <a:gd name="T0" fmla="*/ 14 w 64"/>
                <a:gd name="T1" fmla="*/ 40 h 44"/>
                <a:gd name="T2" fmla="*/ 20 w 64"/>
                <a:gd name="T3" fmla="*/ 40 h 44"/>
                <a:gd name="T4" fmla="*/ 29 w 64"/>
                <a:gd name="T5" fmla="*/ 40 h 44"/>
                <a:gd name="T6" fmla="*/ 29 w 64"/>
                <a:gd name="T7" fmla="*/ 41 h 44"/>
                <a:gd name="T8" fmla="*/ 53 w 64"/>
                <a:gd name="T9" fmla="*/ 43 h 44"/>
                <a:gd name="T10" fmla="*/ 55 w 64"/>
                <a:gd name="T11" fmla="*/ 44 h 44"/>
                <a:gd name="T12" fmla="*/ 64 w 64"/>
                <a:gd name="T13" fmla="*/ 0 h 44"/>
                <a:gd name="T14" fmla="*/ 0 w 64"/>
                <a:gd name="T15" fmla="*/ 0 h 44"/>
                <a:gd name="T16" fmla="*/ 0 w 64"/>
                <a:gd name="T17" fmla="*/ 39 h 44"/>
                <a:gd name="T18" fmla="*/ 6 w 64"/>
                <a:gd name="T19" fmla="*/ 39 h 44"/>
                <a:gd name="T20" fmla="*/ 14 w 64"/>
                <a:gd name="T21" fmla="*/ 4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44">
                  <a:moveTo>
                    <a:pt x="14" y="40"/>
                  </a:moveTo>
                  <a:cubicBezTo>
                    <a:pt x="16" y="40"/>
                    <a:pt x="18" y="40"/>
                    <a:pt x="20" y="40"/>
                  </a:cubicBezTo>
                  <a:cubicBezTo>
                    <a:pt x="23" y="40"/>
                    <a:pt x="26" y="40"/>
                    <a:pt x="29" y="40"/>
                  </a:cubicBezTo>
                  <a:cubicBezTo>
                    <a:pt x="29" y="40"/>
                    <a:pt x="29" y="40"/>
                    <a:pt x="29" y="41"/>
                  </a:cubicBezTo>
                  <a:cubicBezTo>
                    <a:pt x="37" y="41"/>
                    <a:pt x="45" y="42"/>
                    <a:pt x="53" y="43"/>
                  </a:cubicBezTo>
                  <a:cubicBezTo>
                    <a:pt x="53" y="43"/>
                    <a:pt x="54" y="43"/>
                    <a:pt x="55" y="44"/>
                  </a:cubicBezTo>
                  <a:cubicBezTo>
                    <a:pt x="60" y="30"/>
                    <a:pt x="63" y="15"/>
                    <a:pt x="64" y="0"/>
                  </a:cubicBezTo>
                  <a:cubicBezTo>
                    <a:pt x="0" y="0"/>
                    <a:pt x="0" y="0"/>
                    <a:pt x="0" y="0"/>
                  </a:cubicBezTo>
                  <a:cubicBezTo>
                    <a:pt x="0" y="39"/>
                    <a:pt x="0" y="39"/>
                    <a:pt x="0" y="39"/>
                  </a:cubicBezTo>
                  <a:cubicBezTo>
                    <a:pt x="2" y="39"/>
                    <a:pt x="4" y="39"/>
                    <a:pt x="6" y="39"/>
                  </a:cubicBezTo>
                  <a:cubicBezTo>
                    <a:pt x="9" y="39"/>
                    <a:pt x="12" y="39"/>
                    <a:pt x="14" y="40"/>
                  </a:cubicBezTo>
                  <a:close/>
                </a:path>
              </a:pathLst>
            </a:custGeom>
            <a:solidFill>
              <a:srgbClr val="477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121"/>
            <p:cNvSpPr>
              <a:spLocks/>
            </p:cNvSpPr>
            <p:nvPr/>
          </p:nvSpPr>
          <p:spPr bwMode="auto">
            <a:xfrm>
              <a:off x="6147277" y="5454472"/>
              <a:ext cx="148774" cy="109053"/>
            </a:xfrm>
            <a:custGeom>
              <a:avLst/>
              <a:gdLst>
                <a:gd name="T0" fmla="*/ 84 w 87"/>
                <a:gd name="T1" fmla="*/ 9 h 64"/>
                <a:gd name="T2" fmla="*/ 80 w 87"/>
                <a:gd name="T3" fmla="*/ 7 h 64"/>
                <a:gd name="T4" fmla="*/ 73 w 87"/>
                <a:gd name="T5" fmla="*/ 6 h 64"/>
                <a:gd name="T6" fmla="*/ 69 w 87"/>
                <a:gd name="T7" fmla="*/ 4 h 64"/>
                <a:gd name="T8" fmla="*/ 62 w 87"/>
                <a:gd name="T9" fmla="*/ 2 h 64"/>
                <a:gd name="T10" fmla="*/ 57 w 87"/>
                <a:gd name="T11" fmla="*/ 1 h 64"/>
                <a:gd name="T12" fmla="*/ 49 w 87"/>
                <a:gd name="T13" fmla="*/ 0 h 64"/>
                <a:gd name="T14" fmla="*/ 0 w 87"/>
                <a:gd name="T15" fmla="*/ 64 h 64"/>
                <a:gd name="T16" fmla="*/ 0 w 87"/>
                <a:gd name="T17" fmla="*/ 64 h 64"/>
                <a:gd name="T18" fmla="*/ 0 w 87"/>
                <a:gd name="T19" fmla="*/ 64 h 64"/>
                <a:gd name="T20" fmla="*/ 5 w 87"/>
                <a:gd name="T21" fmla="*/ 63 h 64"/>
                <a:gd name="T22" fmla="*/ 7 w 87"/>
                <a:gd name="T23" fmla="*/ 62 h 64"/>
                <a:gd name="T24" fmla="*/ 11 w 87"/>
                <a:gd name="T25" fmla="*/ 62 h 64"/>
                <a:gd name="T26" fmla="*/ 14 w 87"/>
                <a:gd name="T27" fmla="*/ 61 h 64"/>
                <a:gd name="T28" fmla="*/ 16 w 87"/>
                <a:gd name="T29" fmla="*/ 60 h 64"/>
                <a:gd name="T30" fmla="*/ 87 w 87"/>
                <a:gd name="T31" fmla="*/ 10 h 64"/>
                <a:gd name="T32" fmla="*/ 86 w 87"/>
                <a:gd name="T33" fmla="*/ 10 h 64"/>
                <a:gd name="T34" fmla="*/ 84 w 87"/>
                <a:gd name="T35" fmla="*/ 9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7" h="64">
                  <a:moveTo>
                    <a:pt x="84" y="9"/>
                  </a:moveTo>
                  <a:cubicBezTo>
                    <a:pt x="83" y="8"/>
                    <a:pt x="81" y="8"/>
                    <a:pt x="80" y="7"/>
                  </a:cubicBezTo>
                  <a:cubicBezTo>
                    <a:pt x="78" y="7"/>
                    <a:pt x="76" y="6"/>
                    <a:pt x="73" y="6"/>
                  </a:cubicBezTo>
                  <a:cubicBezTo>
                    <a:pt x="72" y="5"/>
                    <a:pt x="70" y="5"/>
                    <a:pt x="69" y="4"/>
                  </a:cubicBezTo>
                  <a:cubicBezTo>
                    <a:pt x="66" y="4"/>
                    <a:pt x="64" y="3"/>
                    <a:pt x="62" y="2"/>
                  </a:cubicBezTo>
                  <a:cubicBezTo>
                    <a:pt x="60" y="2"/>
                    <a:pt x="58" y="2"/>
                    <a:pt x="57" y="1"/>
                  </a:cubicBezTo>
                  <a:cubicBezTo>
                    <a:pt x="54" y="1"/>
                    <a:pt x="52" y="0"/>
                    <a:pt x="49" y="0"/>
                  </a:cubicBezTo>
                  <a:cubicBezTo>
                    <a:pt x="39" y="24"/>
                    <a:pt x="22" y="46"/>
                    <a:pt x="0" y="64"/>
                  </a:cubicBezTo>
                  <a:cubicBezTo>
                    <a:pt x="0" y="64"/>
                    <a:pt x="0" y="64"/>
                    <a:pt x="0" y="64"/>
                  </a:cubicBezTo>
                  <a:cubicBezTo>
                    <a:pt x="0" y="64"/>
                    <a:pt x="0" y="64"/>
                    <a:pt x="0" y="64"/>
                  </a:cubicBezTo>
                  <a:cubicBezTo>
                    <a:pt x="2" y="63"/>
                    <a:pt x="4" y="63"/>
                    <a:pt x="5" y="63"/>
                  </a:cubicBezTo>
                  <a:cubicBezTo>
                    <a:pt x="6" y="63"/>
                    <a:pt x="7" y="63"/>
                    <a:pt x="7" y="62"/>
                  </a:cubicBezTo>
                  <a:cubicBezTo>
                    <a:pt x="8" y="62"/>
                    <a:pt x="10" y="62"/>
                    <a:pt x="11" y="62"/>
                  </a:cubicBezTo>
                  <a:cubicBezTo>
                    <a:pt x="12" y="61"/>
                    <a:pt x="13" y="61"/>
                    <a:pt x="14" y="61"/>
                  </a:cubicBezTo>
                  <a:cubicBezTo>
                    <a:pt x="15" y="61"/>
                    <a:pt x="15" y="61"/>
                    <a:pt x="16" y="60"/>
                  </a:cubicBezTo>
                  <a:cubicBezTo>
                    <a:pt x="44" y="53"/>
                    <a:pt x="70" y="35"/>
                    <a:pt x="87" y="10"/>
                  </a:cubicBezTo>
                  <a:cubicBezTo>
                    <a:pt x="87" y="10"/>
                    <a:pt x="87" y="10"/>
                    <a:pt x="86" y="10"/>
                  </a:cubicBezTo>
                  <a:cubicBezTo>
                    <a:pt x="86" y="10"/>
                    <a:pt x="85" y="9"/>
                    <a:pt x="84" y="9"/>
                  </a:cubicBezTo>
                  <a:close/>
                </a:path>
              </a:pathLst>
            </a:custGeom>
            <a:solidFill>
              <a:srgbClr val="477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122"/>
            <p:cNvSpPr>
              <a:spLocks/>
            </p:cNvSpPr>
            <p:nvPr/>
          </p:nvSpPr>
          <p:spPr bwMode="auto">
            <a:xfrm>
              <a:off x="6127055" y="5443639"/>
              <a:ext cx="86665" cy="112664"/>
            </a:xfrm>
            <a:custGeom>
              <a:avLst/>
              <a:gdLst>
                <a:gd name="T0" fmla="*/ 51 w 51"/>
                <a:gd name="T1" fmla="*/ 4 h 66"/>
                <a:gd name="T2" fmla="*/ 45 w 51"/>
                <a:gd name="T3" fmla="*/ 3 h 66"/>
                <a:gd name="T4" fmla="*/ 41 w 51"/>
                <a:gd name="T5" fmla="*/ 3 h 66"/>
                <a:gd name="T6" fmla="*/ 38 w 51"/>
                <a:gd name="T7" fmla="*/ 2 h 66"/>
                <a:gd name="T8" fmla="*/ 28 w 51"/>
                <a:gd name="T9" fmla="*/ 2 h 66"/>
                <a:gd name="T10" fmla="*/ 28 w 51"/>
                <a:gd name="T11" fmla="*/ 1 h 66"/>
                <a:gd name="T12" fmla="*/ 23 w 51"/>
                <a:gd name="T13" fmla="*/ 1 h 66"/>
                <a:gd name="T14" fmla="*/ 19 w 51"/>
                <a:gd name="T15" fmla="*/ 1 h 66"/>
                <a:gd name="T16" fmla="*/ 13 w 51"/>
                <a:gd name="T17" fmla="*/ 1 h 66"/>
                <a:gd name="T18" fmla="*/ 7 w 51"/>
                <a:gd name="T19" fmla="*/ 0 h 66"/>
                <a:gd name="T20" fmla="*/ 0 w 51"/>
                <a:gd name="T21" fmla="*/ 0 h 66"/>
                <a:gd name="T22" fmla="*/ 0 w 51"/>
                <a:gd name="T23" fmla="*/ 66 h 66"/>
                <a:gd name="T24" fmla="*/ 51 w 51"/>
                <a:gd name="T25" fmla="*/ 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1" h="66">
                  <a:moveTo>
                    <a:pt x="51" y="4"/>
                  </a:moveTo>
                  <a:cubicBezTo>
                    <a:pt x="49" y="4"/>
                    <a:pt x="47" y="4"/>
                    <a:pt x="45" y="3"/>
                  </a:cubicBezTo>
                  <a:cubicBezTo>
                    <a:pt x="44" y="3"/>
                    <a:pt x="42" y="3"/>
                    <a:pt x="41" y="3"/>
                  </a:cubicBezTo>
                  <a:cubicBezTo>
                    <a:pt x="40" y="3"/>
                    <a:pt x="39" y="3"/>
                    <a:pt x="38" y="2"/>
                  </a:cubicBezTo>
                  <a:cubicBezTo>
                    <a:pt x="35" y="2"/>
                    <a:pt x="32" y="2"/>
                    <a:pt x="28" y="2"/>
                  </a:cubicBezTo>
                  <a:cubicBezTo>
                    <a:pt x="28" y="2"/>
                    <a:pt x="28" y="1"/>
                    <a:pt x="28" y="1"/>
                  </a:cubicBezTo>
                  <a:cubicBezTo>
                    <a:pt x="26" y="1"/>
                    <a:pt x="25" y="1"/>
                    <a:pt x="23" y="1"/>
                  </a:cubicBezTo>
                  <a:cubicBezTo>
                    <a:pt x="22" y="1"/>
                    <a:pt x="20" y="1"/>
                    <a:pt x="19" y="1"/>
                  </a:cubicBezTo>
                  <a:cubicBezTo>
                    <a:pt x="17" y="1"/>
                    <a:pt x="15" y="1"/>
                    <a:pt x="13" y="1"/>
                  </a:cubicBezTo>
                  <a:cubicBezTo>
                    <a:pt x="11" y="1"/>
                    <a:pt x="9" y="0"/>
                    <a:pt x="7" y="0"/>
                  </a:cubicBezTo>
                  <a:cubicBezTo>
                    <a:pt x="5" y="0"/>
                    <a:pt x="3" y="0"/>
                    <a:pt x="0" y="0"/>
                  </a:cubicBezTo>
                  <a:cubicBezTo>
                    <a:pt x="0" y="66"/>
                    <a:pt x="0" y="66"/>
                    <a:pt x="0" y="66"/>
                  </a:cubicBezTo>
                  <a:cubicBezTo>
                    <a:pt x="23" y="49"/>
                    <a:pt x="40" y="28"/>
                    <a:pt x="51" y="4"/>
                  </a:cubicBezTo>
                  <a:close/>
                </a:path>
              </a:pathLst>
            </a:custGeom>
            <a:solidFill>
              <a:srgbClr val="477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123"/>
            <p:cNvSpPr>
              <a:spLocks noEditPoints="1"/>
            </p:cNvSpPr>
            <p:nvPr/>
          </p:nvSpPr>
          <p:spPr bwMode="auto">
            <a:xfrm>
              <a:off x="5874283" y="5105647"/>
              <a:ext cx="489655" cy="491822"/>
            </a:xfrm>
            <a:custGeom>
              <a:avLst/>
              <a:gdLst>
                <a:gd name="T0" fmla="*/ 143 w 287"/>
                <a:gd name="T1" fmla="*/ 0 h 288"/>
                <a:gd name="T2" fmla="*/ 0 w 287"/>
                <a:gd name="T3" fmla="*/ 144 h 288"/>
                <a:gd name="T4" fmla="*/ 143 w 287"/>
                <a:gd name="T5" fmla="*/ 288 h 288"/>
                <a:gd name="T6" fmla="*/ 287 w 287"/>
                <a:gd name="T7" fmla="*/ 144 h 288"/>
                <a:gd name="T8" fmla="*/ 143 w 287"/>
                <a:gd name="T9" fmla="*/ 0 h 288"/>
                <a:gd name="T10" fmla="*/ 143 w 287"/>
                <a:gd name="T11" fmla="*/ 278 h 288"/>
                <a:gd name="T12" fmla="*/ 9 w 287"/>
                <a:gd name="T13" fmla="*/ 144 h 288"/>
                <a:gd name="T14" fmla="*/ 143 w 287"/>
                <a:gd name="T15" fmla="*/ 10 h 288"/>
                <a:gd name="T16" fmla="*/ 278 w 287"/>
                <a:gd name="T17" fmla="*/ 144 h 288"/>
                <a:gd name="T18" fmla="*/ 143 w 287"/>
                <a:gd name="T19" fmla="*/ 278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7" h="288">
                  <a:moveTo>
                    <a:pt x="143" y="0"/>
                  </a:moveTo>
                  <a:cubicBezTo>
                    <a:pt x="64" y="0"/>
                    <a:pt x="0" y="65"/>
                    <a:pt x="0" y="144"/>
                  </a:cubicBezTo>
                  <a:cubicBezTo>
                    <a:pt x="0" y="224"/>
                    <a:pt x="64" y="288"/>
                    <a:pt x="143" y="288"/>
                  </a:cubicBezTo>
                  <a:cubicBezTo>
                    <a:pt x="223" y="288"/>
                    <a:pt x="287" y="224"/>
                    <a:pt x="287" y="144"/>
                  </a:cubicBezTo>
                  <a:cubicBezTo>
                    <a:pt x="287" y="65"/>
                    <a:pt x="223" y="0"/>
                    <a:pt x="143" y="0"/>
                  </a:cubicBezTo>
                  <a:close/>
                  <a:moveTo>
                    <a:pt x="143" y="278"/>
                  </a:moveTo>
                  <a:cubicBezTo>
                    <a:pt x="69" y="278"/>
                    <a:pt x="9" y="218"/>
                    <a:pt x="9" y="144"/>
                  </a:cubicBezTo>
                  <a:cubicBezTo>
                    <a:pt x="9" y="70"/>
                    <a:pt x="69" y="10"/>
                    <a:pt x="143" y="10"/>
                  </a:cubicBezTo>
                  <a:cubicBezTo>
                    <a:pt x="218" y="10"/>
                    <a:pt x="278" y="70"/>
                    <a:pt x="278" y="144"/>
                  </a:cubicBezTo>
                  <a:cubicBezTo>
                    <a:pt x="278" y="218"/>
                    <a:pt x="218" y="278"/>
                    <a:pt x="143" y="278"/>
                  </a:cubicBezTo>
                  <a:close/>
                </a:path>
              </a:pathLst>
            </a:custGeom>
            <a:solidFill>
              <a:srgbClr val="477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66" name="组合 165"/>
          <p:cNvGrpSpPr/>
          <p:nvPr/>
        </p:nvGrpSpPr>
        <p:grpSpPr>
          <a:xfrm>
            <a:off x="5112105" y="2545445"/>
            <a:ext cx="691637" cy="559217"/>
            <a:chOff x="5417849" y="2364155"/>
            <a:chExt cx="490378" cy="396491"/>
          </a:xfrm>
        </p:grpSpPr>
        <p:sp>
          <p:nvSpPr>
            <p:cNvPr id="122" name="Freeform 124"/>
            <p:cNvSpPr>
              <a:spLocks noEditPoints="1"/>
            </p:cNvSpPr>
            <p:nvPr/>
          </p:nvSpPr>
          <p:spPr bwMode="auto">
            <a:xfrm>
              <a:off x="5591900" y="2406765"/>
              <a:ext cx="271549" cy="270105"/>
            </a:xfrm>
            <a:custGeom>
              <a:avLst/>
              <a:gdLst>
                <a:gd name="T0" fmla="*/ 35 w 159"/>
                <a:gd name="T1" fmla="*/ 99 h 158"/>
                <a:gd name="T2" fmla="*/ 40 w 159"/>
                <a:gd name="T3" fmla="*/ 109 h 158"/>
                <a:gd name="T4" fmla="*/ 42 w 159"/>
                <a:gd name="T5" fmla="*/ 120 h 158"/>
                <a:gd name="T6" fmla="*/ 36 w 159"/>
                <a:gd name="T7" fmla="*/ 128 h 158"/>
                <a:gd name="T8" fmla="*/ 47 w 159"/>
                <a:gd name="T9" fmla="*/ 135 h 158"/>
                <a:gd name="T10" fmla="*/ 51 w 159"/>
                <a:gd name="T11" fmla="*/ 137 h 158"/>
                <a:gd name="T12" fmla="*/ 47 w 159"/>
                <a:gd name="T13" fmla="*/ 154 h 158"/>
                <a:gd name="T14" fmla="*/ 59 w 159"/>
                <a:gd name="T15" fmla="*/ 158 h 158"/>
                <a:gd name="T16" fmla="*/ 66 w 159"/>
                <a:gd name="T17" fmla="*/ 142 h 158"/>
                <a:gd name="T18" fmla="*/ 71 w 159"/>
                <a:gd name="T19" fmla="*/ 143 h 158"/>
                <a:gd name="T20" fmla="*/ 96 w 159"/>
                <a:gd name="T21" fmla="*/ 142 h 158"/>
                <a:gd name="T22" fmla="*/ 101 w 159"/>
                <a:gd name="T23" fmla="*/ 140 h 158"/>
                <a:gd name="T24" fmla="*/ 109 w 159"/>
                <a:gd name="T25" fmla="*/ 155 h 158"/>
                <a:gd name="T26" fmla="*/ 121 w 159"/>
                <a:gd name="T27" fmla="*/ 149 h 158"/>
                <a:gd name="T28" fmla="*/ 115 w 159"/>
                <a:gd name="T29" fmla="*/ 134 h 158"/>
                <a:gd name="T30" fmla="*/ 119 w 159"/>
                <a:gd name="T31" fmla="*/ 130 h 158"/>
                <a:gd name="T32" fmla="*/ 135 w 159"/>
                <a:gd name="T33" fmla="*/ 112 h 158"/>
                <a:gd name="T34" fmla="*/ 138 w 159"/>
                <a:gd name="T35" fmla="*/ 107 h 158"/>
                <a:gd name="T36" fmla="*/ 154 w 159"/>
                <a:gd name="T37" fmla="*/ 111 h 158"/>
                <a:gd name="T38" fmla="*/ 159 w 159"/>
                <a:gd name="T39" fmla="*/ 99 h 158"/>
                <a:gd name="T40" fmla="*/ 143 w 159"/>
                <a:gd name="T41" fmla="*/ 93 h 158"/>
                <a:gd name="T42" fmla="*/ 144 w 159"/>
                <a:gd name="T43" fmla="*/ 88 h 158"/>
                <a:gd name="T44" fmla="*/ 142 w 159"/>
                <a:gd name="T45" fmla="*/ 62 h 158"/>
                <a:gd name="T46" fmla="*/ 141 w 159"/>
                <a:gd name="T47" fmla="*/ 58 h 158"/>
                <a:gd name="T48" fmla="*/ 156 w 159"/>
                <a:gd name="T49" fmla="*/ 49 h 158"/>
                <a:gd name="T50" fmla="*/ 150 w 159"/>
                <a:gd name="T51" fmla="*/ 37 h 158"/>
                <a:gd name="T52" fmla="*/ 134 w 159"/>
                <a:gd name="T53" fmla="*/ 43 h 158"/>
                <a:gd name="T54" fmla="*/ 131 w 159"/>
                <a:gd name="T55" fmla="*/ 39 h 158"/>
                <a:gd name="T56" fmla="*/ 112 w 159"/>
                <a:gd name="T57" fmla="*/ 23 h 158"/>
                <a:gd name="T58" fmla="*/ 108 w 159"/>
                <a:gd name="T59" fmla="*/ 20 h 158"/>
                <a:gd name="T60" fmla="*/ 112 w 159"/>
                <a:gd name="T61" fmla="*/ 4 h 158"/>
                <a:gd name="T62" fmla="*/ 100 w 159"/>
                <a:gd name="T63" fmla="*/ 0 h 158"/>
                <a:gd name="T64" fmla="*/ 93 w 159"/>
                <a:gd name="T65" fmla="*/ 15 h 158"/>
                <a:gd name="T66" fmla="*/ 88 w 159"/>
                <a:gd name="T67" fmla="*/ 14 h 158"/>
                <a:gd name="T68" fmla="*/ 63 w 159"/>
                <a:gd name="T69" fmla="*/ 16 h 158"/>
                <a:gd name="T70" fmla="*/ 58 w 159"/>
                <a:gd name="T71" fmla="*/ 17 h 158"/>
                <a:gd name="T72" fmla="*/ 49 w 159"/>
                <a:gd name="T73" fmla="*/ 2 h 158"/>
                <a:gd name="T74" fmla="*/ 38 w 159"/>
                <a:gd name="T75" fmla="*/ 8 h 158"/>
                <a:gd name="T76" fmla="*/ 44 w 159"/>
                <a:gd name="T77" fmla="*/ 24 h 158"/>
                <a:gd name="T78" fmla="*/ 40 w 159"/>
                <a:gd name="T79" fmla="*/ 27 h 158"/>
                <a:gd name="T80" fmla="*/ 23 w 159"/>
                <a:gd name="T81" fmla="*/ 46 h 158"/>
                <a:gd name="T82" fmla="*/ 21 w 159"/>
                <a:gd name="T83" fmla="*/ 50 h 158"/>
                <a:gd name="T84" fmla="*/ 4 w 159"/>
                <a:gd name="T85" fmla="*/ 46 h 158"/>
                <a:gd name="T86" fmla="*/ 0 w 159"/>
                <a:gd name="T87" fmla="*/ 59 h 158"/>
                <a:gd name="T88" fmla="*/ 16 w 159"/>
                <a:gd name="T89" fmla="*/ 65 h 158"/>
                <a:gd name="T90" fmla="*/ 15 w 159"/>
                <a:gd name="T91" fmla="*/ 70 h 158"/>
                <a:gd name="T92" fmla="*/ 16 w 159"/>
                <a:gd name="T93" fmla="*/ 92 h 158"/>
                <a:gd name="T94" fmla="*/ 26 w 159"/>
                <a:gd name="T95" fmla="*/ 91 h 158"/>
                <a:gd name="T96" fmla="*/ 35 w 159"/>
                <a:gd name="T97" fmla="*/ 99 h 158"/>
                <a:gd name="T98" fmla="*/ 91 w 159"/>
                <a:gd name="T99" fmla="*/ 42 h 158"/>
                <a:gd name="T100" fmla="*/ 116 w 159"/>
                <a:gd name="T101" fmla="*/ 91 h 158"/>
                <a:gd name="T102" fmla="*/ 67 w 159"/>
                <a:gd name="T103" fmla="*/ 116 h 158"/>
                <a:gd name="T104" fmla="*/ 42 w 159"/>
                <a:gd name="T105" fmla="*/ 67 h 158"/>
                <a:gd name="T106" fmla="*/ 91 w 159"/>
                <a:gd name="T107" fmla="*/ 42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9" h="158">
                  <a:moveTo>
                    <a:pt x="35" y="99"/>
                  </a:moveTo>
                  <a:cubicBezTo>
                    <a:pt x="40" y="109"/>
                    <a:pt x="40" y="109"/>
                    <a:pt x="40" y="109"/>
                  </a:cubicBezTo>
                  <a:cubicBezTo>
                    <a:pt x="42" y="112"/>
                    <a:pt x="43" y="116"/>
                    <a:pt x="42" y="120"/>
                  </a:cubicBezTo>
                  <a:cubicBezTo>
                    <a:pt x="41" y="123"/>
                    <a:pt x="39" y="126"/>
                    <a:pt x="36" y="128"/>
                  </a:cubicBezTo>
                  <a:cubicBezTo>
                    <a:pt x="40" y="130"/>
                    <a:pt x="43" y="133"/>
                    <a:pt x="47" y="135"/>
                  </a:cubicBezTo>
                  <a:cubicBezTo>
                    <a:pt x="51" y="137"/>
                    <a:pt x="51" y="137"/>
                    <a:pt x="51" y="137"/>
                  </a:cubicBezTo>
                  <a:cubicBezTo>
                    <a:pt x="47" y="154"/>
                    <a:pt x="47" y="154"/>
                    <a:pt x="47" y="154"/>
                  </a:cubicBezTo>
                  <a:cubicBezTo>
                    <a:pt x="59" y="158"/>
                    <a:pt x="59" y="158"/>
                    <a:pt x="59" y="158"/>
                  </a:cubicBezTo>
                  <a:cubicBezTo>
                    <a:pt x="66" y="142"/>
                    <a:pt x="66" y="142"/>
                    <a:pt x="66" y="142"/>
                  </a:cubicBezTo>
                  <a:cubicBezTo>
                    <a:pt x="71" y="143"/>
                    <a:pt x="71" y="143"/>
                    <a:pt x="71" y="143"/>
                  </a:cubicBezTo>
                  <a:cubicBezTo>
                    <a:pt x="79" y="144"/>
                    <a:pt x="88" y="144"/>
                    <a:pt x="96" y="142"/>
                  </a:cubicBezTo>
                  <a:cubicBezTo>
                    <a:pt x="101" y="140"/>
                    <a:pt x="101" y="140"/>
                    <a:pt x="101" y="140"/>
                  </a:cubicBezTo>
                  <a:cubicBezTo>
                    <a:pt x="109" y="155"/>
                    <a:pt x="109" y="155"/>
                    <a:pt x="109" y="155"/>
                  </a:cubicBezTo>
                  <a:cubicBezTo>
                    <a:pt x="121" y="149"/>
                    <a:pt x="121" y="149"/>
                    <a:pt x="121" y="149"/>
                  </a:cubicBezTo>
                  <a:cubicBezTo>
                    <a:pt x="115" y="134"/>
                    <a:pt x="115" y="134"/>
                    <a:pt x="115" y="134"/>
                  </a:cubicBezTo>
                  <a:cubicBezTo>
                    <a:pt x="119" y="130"/>
                    <a:pt x="119" y="130"/>
                    <a:pt x="119" y="130"/>
                  </a:cubicBezTo>
                  <a:cubicBezTo>
                    <a:pt x="126" y="125"/>
                    <a:pt x="131" y="119"/>
                    <a:pt x="135" y="112"/>
                  </a:cubicBezTo>
                  <a:cubicBezTo>
                    <a:pt x="138" y="107"/>
                    <a:pt x="138" y="107"/>
                    <a:pt x="138" y="107"/>
                  </a:cubicBezTo>
                  <a:cubicBezTo>
                    <a:pt x="154" y="111"/>
                    <a:pt x="154" y="111"/>
                    <a:pt x="154" y="111"/>
                  </a:cubicBezTo>
                  <a:cubicBezTo>
                    <a:pt x="159" y="99"/>
                    <a:pt x="159" y="99"/>
                    <a:pt x="159" y="99"/>
                  </a:cubicBezTo>
                  <a:cubicBezTo>
                    <a:pt x="143" y="93"/>
                    <a:pt x="143" y="93"/>
                    <a:pt x="143" y="93"/>
                  </a:cubicBezTo>
                  <a:cubicBezTo>
                    <a:pt x="144" y="88"/>
                    <a:pt x="144" y="88"/>
                    <a:pt x="144" y="88"/>
                  </a:cubicBezTo>
                  <a:cubicBezTo>
                    <a:pt x="145" y="79"/>
                    <a:pt x="144" y="71"/>
                    <a:pt x="142" y="62"/>
                  </a:cubicBezTo>
                  <a:cubicBezTo>
                    <a:pt x="141" y="58"/>
                    <a:pt x="141" y="58"/>
                    <a:pt x="141" y="58"/>
                  </a:cubicBezTo>
                  <a:cubicBezTo>
                    <a:pt x="156" y="49"/>
                    <a:pt x="156" y="49"/>
                    <a:pt x="156" y="49"/>
                  </a:cubicBezTo>
                  <a:cubicBezTo>
                    <a:pt x="150" y="37"/>
                    <a:pt x="150" y="37"/>
                    <a:pt x="150" y="37"/>
                  </a:cubicBezTo>
                  <a:cubicBezTo>
                    <a:pt x="134" y="43"/>
                    <a:pt x="134" y="43"/>
                    <a:pt x="134" y="43"/>
                  </a:cubicBezTo>
                  <a:cubicBezTo>
                    <a:pt x="131" y="39"/>
                    <a:pt x="131" y="39"/>
                    <a:pt x="131" y="39"/>
                  </a:cubicBezTo>
                  <a:cubicBezTo>
                    <a:pt x="126" y="33"/>
                    <a:pt x="120" y="27"/>
                    <a:pt x="112" y="23"/>
                  </a:cubicBezTo>
                  <a:cubicBezTo>
                    <a:pt x="108" y="20"/>
                    <a:pt x="108" y="20"/>
                    <a:pt x="108" y="20"/>
                  </a:cubicBezTo>
                  <a:cubicBezTo>
                    <a:pt x="112" y="4"/>
                    <a:pt x="112" y="4"/>
                    <a:pt x="112" y="4"/>
                  </a:cubicBezTo>
                  <a:cubicBezTo>
                    <a:pt x="100" y="0"/>
                    <a:pt x="100" y="0"/>
                    <a:pt x="100" y="0"/>
                  </a:cubicBezTo>
                  <a:cubicBezTo>
                    <a:pt x="93" y="15"/>
                    <a:pt x="93" y="15"/>
                    <a:pt x="93" y="15"/>
                  </a:cubicBezTo>
                  <a:cubicBezTo>
                    <a:pt x="88" y="14"/>
                    <a:pt x="88" y="14"/>
                    <a:pt x="88" y="14"/>
                  </a:cubicBezTo>
                  <a:cubicBezTo>
                    <a:pt x="80" y="13"/>
                    <a:pt x="71" y="14"/>
                    <a:pt x="63" y="16"/>
                  </a:cubicBezTo>
                  <a:cubicBezTo>
                    <a:pt x="58" y="17"/>
                    <a:pt x="58" y="17"/>
                    <a:pt x="58" y="17"/>
                  </a:cubicBezTo>
                  <a:cubicBezTo>
                    <a:pt x="49" y="2"/>
                    <a:pt x="49" y="2"/>
                    <a:pt x="49" y="2"/>
                  </a:cubicBezTo>
                  <a:cubicBezTo>
                    <a:pt x="38" y="8"/>
                    <a:pt x="38" y="8"/>
                    <a:pt x="38" y="8"/>
                  </a:cubicBezTo>
                  <a:cubicBezTo>
                    <a:pt x="44" y="24"/>
                    <a:pt x="44" y="24"/>
                    <a:pt x="44" y="24"/>
                  </a:cubicBezTo>
                  <a:cubicBezTo>
                    <a:pt x="40" y="27"/>
                    <a:pt x="40" y="27"/>
                    <a:pt x="40" y="27"/>
                  </a:cubicBezTo>
                  <a:cubicBezTo>
                    <a:pt x="33" y="32"/>
                    <a:pt x="28" y="38"/>
                    <a:pt x="23" y="46"/>
                  </a:cubicBezTo>
                  <a:cubicBezTo>
                    <a:pt x="21" y="50"/>
                    <a:pt x="21" y="50"/>
                    <a:pt x="21" y="50"/>
                  </a:cubicBezTo>
                  <a:cubicBezTo>
                    <a:pt x="4" y="46"/>
                    <a:pt x="4" y="46"/>
                    <a:pt x="4" y="46"/>
                  </a:cubicBezTo>
                  <a:cubicBezTo>
                    <a:pt x="0" y="59"/>
                    <a:pt x="0" y="59"/>
                    <a:pt x="0" y="59"/>
                  </a:cubicBezTo>
                  <a:cubicBezTo>
                    <a:pt x="16" y="65"/>
                    <a:pt x="16" y="65"/>
                    <a:pt x="16" y="65"/>
                  </a:cubicBezTo>
                  <a:cubicBezTo>
                    <a:pt x="15" y="70"/>
                    <a:pt x="15" y="70"/>
                    <a:pt x="15" y="70"/>
                  </a:cubicBezTo>
                  <a:cubicBezTo>
                    <a:pt x="14" y="77"/>
                    <a:pt x="14" y="84"/>
                    <a:pt x="16" y="92"/>
                  </a:cubicBezTo>
                  <a:cubicBezTo>
                    <a:pt x="19" y="90"/>
                    <a:pt x="23" y="90"/>
                    <a:pt x="26" y="91"/>
                  </a:cubicBezTo>
                  <a:cubicBezTo>
                    <a:pt x="30" y="92"/>
                    <a:pt x="34" y="95"/>
                    <a:pt x="35" y="99"/>
                  </a:cubicBezTo>
                  <a:close/>
                  <a:moveTo>
                    <a:pt x="91" y="42"/>
                  </a:moveTo>
                  <a:cubicBezTo>
                    <a:pt x="112" y="48"/>
                    <a:pt x="123" y="70"/>
                    <a:pt x="116" y="91"/>
                  </a:cubicBezTo>
                  <a:cubicBezTo>
                    <a:pt x="110" y="111"/>
                    <a:pt x="88" y="122"/>
                    <a:pt x="67" y="116"/>
                  </a:cubicBezTo>
                  <a:cubicBezTo>
                    <a:pt x="47" y="109"/>
                    <a:pt x="36" y="87"/>
                    <a:pt x="42" y="67"/>
                  </a:cubicBezTo>
                  <a:cubicBezTo>
                    <a:pt x="49" y="46"/>
                    <a:pt x="71" y="35"/>
                    <a:pt x="91" y="42"/>
                  </a:cubicBezTo>
                  <a:close/>
                </a:path>
              </a:pathLst>
            </a:custGeom>
            <a:solidFill>
              <a:srgbClr val="6E97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25"/>
            <p:cNvSpPr>
              <a:spLocks/>
            </p:cNvSpPr>
            <p:nvPr/>
          </p:nvSpPr>
          <p:spPr bwMode="auto">
            <a:xfrm>
              <a:off x="5679287" y="2492708"/>
              <a:ext cx="97498" cy="96776"/>
            </a:xfrm>
            <a:custGeom>
              <a:avLst/>
              <a:gdLst>
                <a:gd name="T0" fmla="*/ 20 w 57"/>
                <a:gd name="T1" fmla="*/ 53 h 57"/>
                <a:gd name="T2" fmla="*/ 53 w 57"/>
                <a:gd name="T3" fmla="*/ 37 h 57"/>
                <a:gd name="T4" fmla="*/ 36 w 57"/>
                <a:gd name="T5" fmla="*/ 4 h 57"/>
                <a:gd name="T6" fmla="*/ 4 w 57"/>
                <a:gd name="T7" fmla="*/ 21 h 57"/>
                <a:gd name="T8" fmla="*/ 20 w 57"/>
                <a:gd name="T9" fmla="*/ 53 h 57"/>
              </a:gdLst>
              <a:ahLst/>
              <a:cxnLst>
                <a:cxn ang="0">
                  <a:pos x="T0" y="T1"/>
                </a:cxn>
                <a:cxn ang="0">
                  <a:pos x="T2" y="T3"/>
                </a:cxn>
                <a:cxn ang="0">
                  <a:pos x="T4" y="T5"/>
                </a:cxn>
                <a:cxn ang="0">
                  <a:pos x="T6" y="T7"/>
                </a:cxn>
                <a:cxn ang="0">
                  <a:pos x="T8" y="T9"/>
                </a:cxn>
              </a:cxnLst>
              <a:rect l="0" t="0" r="r" b="b"/>
              <a:pathLst>
                <a:path w="57" h="57">
                  <a:moveTo>
                    <a:pt x="20" y="53"/>
                  </a:moveTo>
                  <a:cubicBezTo>
                    <a:pt x="34" y="57"/>
                    <a:pt x="48" y="50"/>
                    <a:pt x="53" y="37"/>
                  </a:cubicBezTo>
                  <a:cubicBezTo>
                    <a:pt x="57" y="23"/>
                    <a:pt x="50" y="9"/>
                    <a:pt x="36" y="4"/>
                  </a:cubicBezTo>
                  <a:cubicBezTo>
                    <a:pt x="23" y="0"/>
                    <a:pt x="8" y="7"/>
                    <a:pt x="4" y="21"/>
                  </a:cubicBezTo>
                  <a:cubicBezTo>
                    <a:pt x="0" y="34"/>
                    <a:pt x="7" y="49"/>
                    <a:pt x="20" y="53"/>
                  </a:cubicBezTo>
                  <a:close/>
                </a:path>
              </a:pathLst>
            </a:custGeom>
            <a:solidFill>
              <a:srgbClr val="6E97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126"/>
            <p:cNvSpPr>
              <a:spLocks/>
            </p:cNvSpPr>
            <p:nvPr/>
          </p:nvSpPr>
          <p:spPr bwMode="auto">
            <a:xfrm>
              <a:off x="5551457" y="2364155"/>
              <a:ext cx="356770" cy="355325"/>
            </a:xfrm>
            <a:custGeom>
              <a:avLst/>
              <a:gdLst>
                <a:gd name="T0" fmla="*/ 192 w 209"/>
                <a:gd name="T1" fmla="*/ 102 h 208"/>
                <a:gd name="T2" fmla="*/ 193 w 209"/>
                <a:gd name="T3" fmla="*/ 94 h 208"/>
                <a:gd name="T4" fmla="*/ 201 w 209"/>
                <a:gd name="T5" fmla="*/ 64 h 208"/>
                <a:gd name="T6" fmla="*/ 181 w 209"/>
                <a:gd name="T7" fmla="*/ 39 h 208"/>
                <a:gd name="T8" fmla="*/ 165 w 209"/>
                <a:gd name="T9" fmla="*/ 40 h 208"/>
                <a:gd name="T10" fmla="*/ 159 w 209"/>
                <a:gd name="T11" fmla="*/ 33 h 208"/>
                <a:gd name="T12" fmla="*/ 129 w 209"/>
                <a:gd name="T13" fmla="*/ 1 h 208"/>
                <a:gd name="T14" fmla="*/ 102 w 209"/>
                <a:gd name="T15" fmla="*/ 14 h 208"/>
                <a:gd name="T16" fmla="*/ 94 w 209"/>
                <a:gd name="T17" fmla="*/ 15 h 208"/>
                <a:gd name="T18" fmla="*/ 81 w 209"/>
                <a:gd name="T19" fmla="*/ 4 h 208"/>
                <a:gd name="T20" fmla="*/ 50 w 209"/>
                <a:gd name="T21" fmla="*/ 13 h 208"/>
                <a:gd name="T22" fmla="*/ 39 w 209"/>
                <a:gd name="T23" fmla="*/ 41 h 208"/>
                <a:gd name="T24" fmla="*/ 34 w 209"/>
                <a:gd name="T25" fmla="*/ 48 h 208"/>
                <a:gd name="T26" fmla="*/ 6 w 209"/>
                <a:gd name="T27" fmla="*/ 62 h 208"/>
                <a:gd name="T28" fmla="*/ 1 w 209"/>
                <a:gd name="T29" fmla="*/ 92 h 208"/>
                <a:gd name="T30" fmla="*/ 12 w 209"/>
                <a:gd name="T31" fmla="*/ 90 h 208"/>
                <a:gd name="T32" fmla="*/ 16 w 209"/>
                <a:gd name="T33" fmla="*/ 66 h 208"/>
                <a:gd name="T34" fmla="*/ 39 w 209"/>
                <a:gd name="T35" fmla="*/ 60 h 208"/>
                <a:gd name="T36" fmla="*/ 49 w 209"/>
                <a:gd name="T37" fmla="*/ 37 h 208"/>
                <a:gd name="T38" fmla="*/ 69 w 209"/>
                <a:gd name="T39" fmla="*/ 15 h 208"/>
                <a:gd name="T40" fmla="*/ 88 w 209"/>
                <a:gd name="T41" fmla="*/ 27 h 208"/>
                <a:gd name="T42" fmla="*/ 112 w 209"/>
                <a:gd name="T43" fmla="*/ 18 h 208"/>
                <a:gd name="T44" fmla="*/ 142 w 209"/>
                <a:gd name="T45" fmla="*/ 17 h 208"/>
                <a:gd name="T46" fmla="*/ 147 w 209"/>
                <a:gd name="T47" fmla="*/ 39 h 208"/>
                <a:gd name="T48" fmla="*/ 170 w 209"/>
                <a:gd name="T49" fmla="*/ 49 h 208"/>
                <a:gd name="T50" fmla="*/ 192 w 209"/>
                <a:gd name="T51" fmla="*/ 69 h 208"/>
                <a:gd name="T52" fmla="*/ 187 w 209"/>
                <a:gd name="T53" fmla="*/ 84 h 208"/>
                <a:gd name="T54" fmla="*/ 181 w 209"/>
                <a:gd name="T55" fmla="*/ 109 h 208"/>
                <a:gd name="T56" fmla="*/ 189 w 209"/>
                <a:gd name="T57" fmla="*/ 112 h 208"/>
                <a:gd name="T58" fmla="*/ 190 w 209"/>
                <a:gd name="T59" fmla="*/ 142 h 208"/>
                <a:gd name="T60" fmla="*/ 176 w 209"/>
                <a:gd name="T61" fmla="*/ 149 h 208"/>
                <a:gd name="T62" fmla="*/ 155 w 209"/>
                <a:gd name="T63" fmla="*/ 163 h 208"/>
                <a:gd name="T64" fmla="*/ 158 w 209"/>
                <a:gd name="T65" fmla="*/ 178 h 208"/>
                <a:gd name="T66" fmla="*/ 138 w 209"/>
                <a:gd name="T67" fmla="*/ 192 h 208"/>
                <a:gd name="T68" fmla="*/ 123 w 209"/>
                <a:gd name="T69" fmla="*/ 188 h 208"/>
                <a:gd name="T70" fmla="*/ 98 w 209"/>
                <a:gd name="T71" fmla="*/ 182 h 208"/>
                <a:gd name="T72" fmla="*/ 81 w 209"/>
                <a:gd name="T73" fmla="*/ 196 h 208"/>
                <a:gd name="T74" fmla="*/ 64 w 209"/>
                <a:gd name="T75" fmla="*/ 190 h 208"/>
                <a:gd name="T76" fmla="*/ 62 w 209"/>
                <a:gd name="T77" fmla="*/ 201 h 208"/>
                <a:gd name="T78" fmla="*/ 94 w 209"/>
                <a:gd name="T79" fmla="*/ 205 h 208"/>
                <a:gd name="T80" fmla="*/ 105 w 209"/>
                <a:gd name="T81" fmla="*/ 193 h 208"/>
                <a:gd name="T82" fmla="*/ 113 w 209"/>
                <a:gd name="T83" fmla="*/ 193 h 208"/>
                <a:gd name="T84" fmla="*/ 143 w 209"/>
                <a:gd name="T85" fmla="*/ 202 h 208"/>
                <a:gd name="T86" fmla="*/ 168 w 209"/>
                <a:gd name="T87" fmla="*/ 182 h 208"/>
                <a:gd name="T88" fmla="*/ 167 w 209"/>
                <a:gd name="T89" fmla="*/ 165 h 208"/>
                <a:gd name="T90" fmla="*/ 174 w 209"/>
                <a:gd name="T91" fmla="*/ 160 h 208"/>
                <a:gd name="T92" fmla="*/ 201 w 209"/>
                <a:gd name="T93" fmla="*/ 145 h 208"/>
                <a:gd name="T94" fmla="*/ 193 w 209"/>
                <a:gd name="T95" fmla="*/ 10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9" h="208">
                  <a:moveTo>
                    <a:pt x="193" y="102"/>
                  </a:moveTo>
                  <a:cubicBezTo>
                    <a:pt x="192" y="102"/>
                    <a:pt x="192" y="102"/>
                    <a:pt x="192" y="102"/>
                  </a:cubicBezTo>
                  <a:cubicBezTo>
                    <a:pt x="192" y="99"/>
                    <a:pt x="192" y="97"/>
                    <a:pt x="192" y="94"/>
                  </a:cubicBezTo>
                  <a:cubicBezTo>
                    <a:pt x="193" y="94"/>
                    <a:pt x="193" y="94"/>
                    <a:pt x="193" y="94"/>
                  </a:cubicBezTo>
                  <a:cubicBezTo>
                    <a:pt x="198" y="91"/>
                    <a:pt x="202" y="86"/>
                    <a:pt x="203" y="80"/>
                  </a:cubicBezTo>
                  <a:cubicBezTo>
                    <a:pt x="205" y="75"/>
                    <a:pt x="204" y="69"/>
                    <a:pt x="201" y="64"/>
                  </a:cubicBezTo>
                  <a:cubicBezTo>
                    <a:pt x="194" y="50"/>
                    <a:pt x="194" y="50"/>
                    <a:pt x="194" y="50"/>
                  </a:cubicBezTo>
                  <a:cubicBezTo>
                    <a:pt x="192" y="45"/>
                    <a:pt x="187" y="41"/>
                    <a:pt x="181" y="39"/>
                  </a:cubicBezTo>
                  <a:cubicBezTo>
                    <a:pt x="176" y="37"/>
                    <a:pt x="170" y="37"/>
                    <a:pt x="166" y="40"/>
                  </a:cubicBezTo>
                  <a:cubicBezTo>
                    <a:pt x="165" y="40"/>
                    <a:pt x="165" y="40"/>
                    <a:pt x="165" y="40"/>
                  </a:cubicBezTo>
                  <a:cubicBezTo>
                    <a:pt x="163" y="38"/>
                    <a:pt x="161" y="36"/>
                    <a:pt x="159" y="35"/>
                  </a:cubicBezTo>
                  <a:cubicBezTo>
                    <a:pt x="159" y="33"/>
                    <a:pt x="159" y="33"/>
                    <a:pt x="159" y="33"/>
                  </a:cubicBezTo>
                  <a:cubicBezTo>
                    <a:pt x="163" y="22"/>
                    <a:pt x="156" y="10"/>
                    <a:pt x="145" y="6"/>
                  </a:cubicBezTo>
                  <a:cubicBezTo>
                    <a:pt x="129" y="1"/>
                    <a:pt x="129" y="1"/>
                    <a:pt x="129" y="1"/>
                  </a:cubicBezTo>
                  <a:cubicBezTo>
                    <a:pt x="124" y="0"/>
                    <a:pt x="118" y="0"/>
                    <a:pt x="112" y="3"/>
                  </a:cubicBezTo>
                  <a:cubicBezTo>
                    <a:pt x="107" y="5"/>
                    <a:pt x="104" y="9"/>
                    <a:pt x="102" y="14"/>
                  </a:cubicBezTo>
                  <a:cubicBezTo>
                    <a:pt x="102" y="15"/>
                    <a:pt x="102" y="15"/>
                    <a:pt x="102" y="15"/>
                  </a:cubicBezTo>
                  <a:cubicBezTo>
                    <a:pt x="99" y="15"/>
                    <a:pt x="96" y="15"/>
                    <a:pt x="94" y="15"/>
                  </a:cubicBezTo>
                  <a:cubicBezTo>
                    <a:pt x="93" y="14"/>
                    <a:pt x="93" y="14"/>
                    <a:pt x="93" y="14"/>
                  </a:cubicBezTo>
                  <a:cubicBezTo>
                    <a:pt x="91" y="10"/>
                    <a:pt x="86" y="6"/>
                    <a:pt x="81" y="4"/>
                  </a:cubicBezTo>
                  <a:cubicBezTo>
                    <a:pt x="75" y="3"/>
                    <a:pt x="69" y="3"/>
                    <a:pt x="64" y="6"/>
                  </a:cubicBezTo>
                  <a:cubicBezTo>
                    <a:pt x="50" y="13"/>
                    <a:pt x="50" y="13"/>
                    <a:pt x="50" y="13"/>
                  </a:cubicBezTo>
                  <a:cubicBezTo>
                    <a:pt x="44" y="16"/>
                    <a:pt x="40" y="20"/>
                    <a:pt x="38" y="26"/>
                  </a:cubicBezTo>
                  <a:cubicBezTo>
                    <a:pt x="37" y="31"/>
                    <a:pt x="37" y="37"/>
                    <a:pt x="39" y="41"/>
                  </a:cubicBezTo>
                  <a:cubicBezTo>
                    <a:pt x="39" y="42"/>
                    <a:pt x="39" y="42"/>
                    <a:pt x="39" y="42"/>
                  </a:cubicBezTo>
                  <a:cubicBezTo>
                    <a:pt x="38" y="44"/>
                    <a:pt x="36" y="46"/>
                    <a:pt x="34" y="48"/>
                  </a:cubicBezTo>
                  <a:cubicBezTo>
                    <a:pt x="33" y="48"/>
                    <a:pt x="33" y="48"/>
                    <a:pt x="33" y="48"/>
                  </a:cubicBezTo>
                  <a:cubicBezTo>
                    <a:pt x="22" y="44"/>
                    <a:pt x="10" y="51"/>
                    <a:pt x="6" y="62"/>
                  </a:cubicBezTo>
                  <a:cubicBezTo>
                    <a:pt x="1" y="78"/>
                    <a:pt x="1" y="78"/>
                    <a:pt x="1" y="78"/>
                  </a:cubicBezTo>
                  <a:cubicBezTo>
                    <a:pt x="0" y="82"/>
                    <a:pt x="0" y="87"/>
                    <a:pt x="1" y="92"/>
                  </a:cubicBezTo>
                  <a:cubicBezTo>
                    <a:pt x="2" y="92"/>
                    <a:pt x="2" y="91"/>
                    <a:pt x="3" y="91"/>
                  </a:cubicBezTo>
                  <a:cubicBezTo>
                    <a:pt x="5" y="90"/>
                    <a:pt x="9" y="89"/>
                    <a:pt x="12" y="90"/>
                  </a:cubicBezTo>
                  <a:cubicBezTo>
                    <a:pt x="11" y="87"/>
                    <a:pt x="10" y="84"/>
                    <a:pt x="11" y="81"/>
                  </a:cubicBezTo>
                  <a:cubicBezTo>
                    <a:pt x="16" y="66"/>
                    <a:pt x="16" y="66"/>
                    <a:pt x="16" y="66"/>
                  </a:cubicBezTo>
                  <a:cubicBezTo>
                    <a:pt x="18" y="60"/>
                    <a:pt x="24" y="56"/>
                    <a:pt x="30" y="58"/>
                  </a:cubicBezTo>
                  <a:cubicBezTo>
                    <a:pt x="39" y="60"/>
                    <a:pt x="39" y="60"/>
                    <a:pt x="39" y="60"/>
                  </a:cubicBezTo>
                  <a:cubicBezTo>
                    <a:pt x="42" y="54"/>
                    <a:pt x="47" y="49"/>
                    <a:pt x="52" y="45"/>
                  </a:cubicBezTo>
                  <a:cubicBezTo>
                    <a:pt x="49" y="37"/>
                    <a:pt x="49" y="37"/>
                    <a:pt x="49" y="37"/>
                  </a:cubicBezTo>
                  <a:cubicBezTo>
                    <a:pt x="46" y="32"/>
                    <a:pt x="49" y="25"/>
                    <a:pt x="54" y="22"/>
                  </a:cubicBezTo>
                  <a:cubicBezTo>
                    <a:pt x="69" y="15"/>
                    <a:pt x="69" y="15"/>
                    <a:pt x="69" y="15"/>
                  </a:cubicBezTo>
                  <a:cubicBezTo>
                    <a:pt x="74" y="12"/>
                    <a:pt x="81" y="15"/>
                    <a:pt x="84" y="20"/>
                  </a:cubicBezTo>
                  <a:cubicBezTo>
                    <a:pt x="88" y="27"/>
                    <a:pt x="88" y="27"/>
                    <a:pt x="88" y="27"/>
                  </a:cubicBezTo>
                  <a:cubicBezTo>
                    <a:pt x="95" y="26"/>
                    <a:pt x="102" y="25"/>
                    <a:pt x="109" y="26"/>
                  </a:cubicBezTo>
                  <a:cubicBezTo>
                    <a:pt x="112" y="18"/>
                    <a:pt x="112" y="18"/>
                    <a:pt x="112" y="18"/>
                  </a:cubicBezTo>
                  <a:cubicBezTo>
                    <a:pt x="114" y="13"/>
                    <a:pt x="120" y="10"/>
                    <a:pt x="126" y="12"/>
                  </a:cubicBezTo>
                  <a:cubicBezTo>
                    <a:pt x="142" y="17"/>
                    <a:pt x="142" y="17"/>
                    <a:pt x="142" y="17"/>
                  </a:cubicBezTo>
                  <a:cubicBezTo>
                    <a:pt x="148" y="19"/>
                    <a:pt x="151" y="25"/>
                    <a:pt x="149" y="31"/>
                  </a:cubicBezTo>
                  <a:cubicBezTo>
                    <a:pt x="147" y="39"/>
                    <a:pt x="147" y="39"/>
                    <a:pt x="147" y="39"/>
                  </a:cubicBezTo>
                  <a:cubicBezTo>
                    <a:pt x="153" y="43"/>
                    <a:pt x="158" y="47"/>
                    <a:pt x="162" y="52"/>
                  </a:cubicBezTo>
                  <a:cubicBezTo>
                    <a:pt x="170" y="49"/>
                    <a:pt x="170" y="49"/>
                    <a:pt x="170" y="49"/>
                  </a:cubicBezTo>
                  <a:cubicBezTo>
                    <a:pt x="174" y="47"/>
                    <a:pt x="182" y="49"/>
                    <a:pt x="185" y="55"/>
                  </a:cubicBezTo>
                  <a:cubicBezTo>
                    <a:pt x="192" y="69"/>
                    <a:pt x="192" y="69"/>
                    <a:pt x="192" y="69"/>
                  </a:cubicBezTo>
                  <a:cubicBezTo>
                    <a:pt x="193" y="72"/>
                    <a:pt x="194" y="75"/>
                    <a:pt x="193" y="77"/>
                  </a:cubicBezTo>
                  <a:cubicBezTo>
                    <a:pt x="192" y="80"/>
                    <a:pt x="190" y="83"/>
                    <a:pt x="187" y="84"/>
                  </a:cubicBezTo>
                  <a:cubicBezTo>
                    <a:pt x="180" y="89"/>
                    <a:pt x="180" y="89"/>
                    <a:pt x="180" y="89"/>
                  </a:cubicBezTo>
                  <a:cubicBezTo>
                    <a:pt x="181" y="96"/>
                    <a:pt x="182" y="102"/>
                    <a:pt x="181" y="109"/>
                  </a:cubicBezTo>
                  <a:cubicBezTo>
                    <a:pt x="189" y="112"/>
                    <a:pt x="189" y="112"/>
                    <a:pt x="189" y="112"/>
                  </a:cubicBezTo>
                  <a:cubicBezTo>
                    <a:pt x="189" y="112"/>
                    <a:pt x="189" y="112"/>
                    <a:pt x="189" y="112"/>
                  </a:cubicBezTo>
                  <a:cubicBezTo>
                    <a:pt x="194" y="114"/>
                    <a:pt x="197" y="121"/>
                    <a:pt x="195" y="127"/>
                  </a:cubicBezTo>
                  <a:cubicBezTo>
                    <a:pt x="190" y="142"/>
                    <a:pt x="190" y="142"/>
                    <a:pt x="190" y="142"/>
                  </a:cubicBezTo>
                  <a:cubicBezTo>
                    <a:pt x="190" y="145"/>
                    <a:pt x="187" y="147"/>
                    <a:pt x="185" y="149"/>
                  </a:cubicBezTo>
                  <a:cubicBezTo>
                    <a:pt x="182" y="150"/>
                    <a:pt x="179" y="150"/>
                    <a:pt x="176" y="149"/>
                  </a:cubicBezTo>
                  <a:cubicBezTo>
                    <a:pt x="168" y="147"/>
                    <a:pt x="168" y="147"/>
                    <a:pt x="168" y="147"/>
                  </a:cubicBezTo>
                  <a:cubicBezTo>
                    <a:pt x="164" y="153"/>
                    <a:pt x="160" y="158"/>
                    <a:pt x="155" y="163"/>
                  </a:cubicBezTo>
                  <a:cubicBezTo>
                    <a:pt x="158" y="170"/>
                    <a:pt x="158" y="170"/>
                    <a:pt x="158" y="170"/>
                  </a:cubicBezTo>
                  <a:cubicBezTo>
                    <a:pt x="159" y="172"/>
                    <a:pt x="159" y="175"/>
                    <a:pt x="158" y="178"/>
                  </a:cubicBezTo>
                  <a:cubicBezTo>
                    <a:pt x="157" y="181"/>
                    <a:pt x="155" y="184"/>
                    <a:pt x="152" y="185"/>
                  </a:cubicBezTo>
                  <a:cubicBezTo>
                    <a:pt x="138" y="192"/>
                    <a:pt x="138" y="192"/>
                    <a:pt x="138" y="192"/>
                  </a:cubicBezTo>
                  <a:cubicBezTo>
                    <a:pt x="135" y="194"/>
                    <a:pt x="132" y="194"/>
                    <a:pt x="129" y="193"/>
                  </a:cubicBezTo>
                  <a:cubicBezTo>
                    <a:pt x="126" y="192"/>
                    <a:pt x="124" y="190"/>
                    <a:pt x="123" y="188"/>
                  </a:cubicBezTo>
                  <a:cubicBezTo>
                    <a:pt x="118" y="180"/>
                    <a:pt x="118" y="180"/>
                    <a:pt x="118" y="180"/>
                  </a:cubicBezTo>
                  <a:cubicBezTo>
                    <a:pt x="112" y="182"/>
                    <a:pt x="105" y="182"/>
                    <a:pt x="98" y="182"/>
                  </a:cubicBezTo>
                  <a:cubicBezTo>
                    <a:pt x="95" y="189"/>
                    <a:pt x="95" y="189"/>
                    <a:pt x="95" y="189"/>
                  </a:cubicBezTo>
                  <a:cubicBezTo>
                    <a:pt x="93" y="195"/>
                    <a:pt x="87" y="198"/>
                    <a:pt x="81" y="196"/>
                  </a:cubicBezTo>
                  <a:cubicBezTo>
                    <a:pt x="65" y="191"/>
                    <a:pt x="65" y="191"/>
                    <a:pt x="65" y="191"/>
                  </a:cubicBezTo>
                  <a:cubicBezTo>
                    <a:pt x="65" y="191"/>
                    <a:pt x="64" y="190"/>
                    <a:pt x="64" y="190"/>
                  </a:cubicBezTo>
                  <a:cubicBezTo>
                    <a:pt x="62" y="194"/>
                    <a:pt x="60" y="197"/>
                    <a:pt x="57" y="198"/>
                  </a:cubicBezTo>
                  <a:cubicBezTo>
                    <a:pt x="58" y="199"/>
                    <a:pt x="60" y="200"/>
                    <a:pt x="62" y="201"/>
                  </a:cubicBezTo>
                  <a:cubicBezTo>
                    <a:pt x="77" y="206"/>
                    <a:pt x="77" y="206"/>
                    <a:pt x="77" y="206"/>
                  </a:cubicBezTo>
                  <a:cubicBezTo>
                    <a:pt x="83" y="208"/>
                    <a:pt x="89" y="207"/>
                    <a:pt x="94" y="205"/>
                  </a:cubicBezTo>
                  <a:cubicBezTo>
                    <a:pt x="99" y="202"/>
                    <a:pt x="103" y="198"/>
                    <a:pt x="105" y="193"/>
                  </a:cubicBezTo>
                  <a:cubicBezTo>
                    <a:pt x="105" y="193"/>
                    <a:pt x="105" y="193"/>
                    <a:pt x="105" y="193"/>
                  </a:cubicBezTo>
                  <a:cubicBezTo>
                    <a:pt x="108" y="192"/>
                    <a:pt x="110" y="192"/>
                    <a:pt x="113" y="192"/>
                  </a:cubicBezTo>
                  <a:cubicBezTo>
                    <a:pt x="113" y="193"/>
                    <a:pt x="113" y="193"/>
                    <a:pt x="113" y="193"/>
                  </a:cubicBezTo>
                  <a:cubicBezTo>
                    <a:pt x="116" y="198"/>
                    <a:pt x="120" y="201"/>
                    <a:pt x="126" y="203"/>
                  </a:cubicBezTo>
                  <a:cubicBezTo>
                    <a:pt x="131" y="205"/>
                    <a:pt x="138" y="204"/>
                    <a:pt x="143" y="202"/>
                  </a:cubicBezTo>
                  <a:cubicBezTo>
                    <a:pt x="157" y="195"/>
                    <a:pt x="157" y="195"/>
                    <a:pt x="157" y="195"/>
                  </a:cubicBezTo>
                  <a:cubicBezTo>
                    <a:pt x="162" y="192"/>
                    <a:pt x="166" y="187"/>
                    <a:pt x="168" y="182"/>
                  </a:cubicBezTo>
                  <a:cubicBezTo>
                    <a:pt x="170" y="176"/>
                    <a:pt x="170" y="171"/>
                    <a:pt x="167" y="166"/>
                  </a:cubicBezTo>
                  <a:cubicBezTo>
                    <a:pt x="167" y="165"/>
                    <a:pt x="167" y="165"/>
                    <a:pt x="167" y="165"/>
                  </a:cubicBezTo>
                  <a:cubicBezTo>
                    <a:pt x="169" y="163"/>
                    <a:pt x="171" y="161"/>
                    <a:pt x="173" y="159"/>
                  </a:cubicBezTo>
                  <a:cubicBezTo>
                    <a:pt x="174" y="160"/>
                    <a:pt x="174" y="160"/>
                    <a:pt x="174" y="160"/>
                  </a:cubicBezTo>
                  <a:cubicBezTo>
                    <a:pt x="179" y="161"/>
                    <a:pt x="185" y="161"/>
                    <a:pt x="190" y="158"/>
                  </a:cubicBezTo>
                  <a:cubicBezTo>
                    <a:pt x="195" y="155"/>
                    <a:pt x="199" y="151"/>
                    <a:pt x="201" y="145"/>
                  </a:cubicBezTo>
                  <a:cubicBezTo>
                    <a:pt x="206" y="130"/>
                    <a:pt x="206" y="130"/>
                    <a:pt x="206" y="130"/>
                  </a:cubicBezTo>
                  <a:cubicBezTo>
                    <a:pt x="209" y="118"/>
                    <a:pt x="204" y="106"/>
                    <a:pt x="193" y="102"/>
                  </a:cubicBezTo>
                  <a:close/>
                </a:path>
              </a:pathLst>
            </a:custGeom>
            <a:solidFill>
              <a:srgbClr val="6E97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127"/>
            <p:cNvSpPr>
              <a:spLocks noEditPoints="1"/>
            </p:cNvSpPr>
            <p:nvPr/>
          </p:nvSpPr>
          <p:spPr bwMode="auto">
            <a:xfrm>
              <a:off x="5448904" y="2554095"/>
              <a:ext cx="179107" cy="177663"/>
            </a:xfrm>
            <a:custGeom>
              <a:avLst/>
              <a:gdLst>
                <a:gd name="T0" fmla="*/ 95 w 105"/>
                <a:gd name="T1" fmla="*/ 58 h 104"/>
                <a:gd name="T2" fmla="*/ 94 w 105"/>
                <a:gd name="T3" fmla="*/ 41 h 104"/>
                <a:gd name="T4" fmla="*/ 94 w 105"/>
                <a:gd name="T5" fmla="*/ 38 h 104"/>
                <a:gd name="T6" fmla="*/ 103 w 105"/>
                <a:gd name="T7" fmla="*/ 32 h 104"/>
                <a:gd name="T8" fmla="*/ 99 w 105"/>
                <a:gd name="T9" fmla="*/ 24 h 104"/>
                <a:gd name="T10" fmla="*/ 89 w 105"/>
                <a:gd name="T11" fmla="*/ 29 h 104"/>
                <a:gd name="T12" fmla="*/ 87 w 105"/>
                <a:gd name="T13" fmla="*/ 26 h 104"/>
                <a:gd name="T14" fmla="*/ 74 w 105"/>
                <a:gd name="T15" fmla="*/ 15 h 104"/>
                <a:gd name="T16" fmla="*/ 72 w 105"/>
                <a:gd name="T17" fmla="*/ 13 h 104"/>
                <a:gd name="T18" fmla="*/ 74 w 105"/>
                <a:gd name="T19" fmla="*/ 2 h 104"/>
                <a:gd name="T20" fmla="*/ 66 w 105"/>
                <a:gd name="T21" fmla="*/ 0 h 104"/>
                <a:gd name="T22" fmla="*/ 62 w 105"/>
                <a:gd name="T23" fmla="*/ 10 h 104"/>
                <a:gd name="T24" fmla="*/ 58 w 105"/>
                <a:gd name="T25" fmla="*/ 9 h 104"/>
                <a:gd name="T26" fmla="*/ 42 w 105"/>
                <a:gd name="T27" fmla="*/ 10 h 104"/>
                <a:gd name="T28" fmla="*/ 39 w 105"/>
                <a:gd name="T29" fmla="*/ 11 h 104"/>
                <a:gd name="T30" fmla="*/ 33 w 105"/>
                <a:gd name="T31" fmla="*/ 1 h 104"/>
                <a:gd name="T32" fmla="*/ 25 w 105"/>
                <a:gd name="T33" fmla="*/ 5 h 104"/>
                <a:gd name="T34" fmla="*/ 29 w 105"/>
                <a:gd name="T35" fmla="*/ 16 h 104"/>
                <a:gd name="T36" fmla="*/ 27 w 105"/>
                <a:gd name="T37" fmla="*/ 18 h 104"/>
                <a:gd name="T38" fmla="*/ 15 w 105"/>
                <a:gd name="T39" fmla="*/ 30 h 104"/>
                <a:gd name="T40" fmla="*/ 14 w 105"/>
                <a:gd name="T41" fmla="*/ 33 h 104"/>
                <a:gd name="T42" fmla="*/ 3 w 105"/>
                <a:gd name="T43" fmla="*/ 30 h 104"/>
                <a:gd name="T44" fmla="*/ 0 w 105"/>
                <a:gd name="T45" fmla="*/ 39 h 104"/>
                <a:gd name="T46" fmla="*/ 10 w 105"/>
                <a:gd name="T47" fmla="*/ 43 h 104"/>
                <a:gd name="T48" fmla="*/ 10 w 105"/>
                <a:gd name="T49" fmla="*/ 46 h 104"/>
                <a:gd name="T50" fmla="*/ 11 w 105"/>
                <a:gd name="T51" fmla="*/ 63 h 104"/>
                <a:gd name="T52" fmla="*/ 12 w 105"/>
                <a:gd name="T53" fmla="*/ 66 h 104"/>
                <a:gd name="T54" fmla="*/ 2 w 105"/>
                <a:gd name="T55" fmla="*/ 72 h 104"/>
                <a:gd name="T56" fmla="*/ 6 w 105"/>
                <a:gd name="T57" fmla="*/ 80 h 104"/>
                <a:gd name="T58" fmla="*/ 16 w 105"/>
                <a:gd name="T59" fmla="*/ 75 h 104"/>
                <a:gd name="T60" fmla="*/ 18 w 105"/>
                <a:gd name="T61" fmla="*/ 78 h 104"/>
                <a:gd name="T62" fmla="*/ 31 w 105"/>
                <a:gd name="T63" fmla="*/ 89 h 104"/>
                <a:gd name="T64" fmla="*/ 34 w 105"/>
                <a:gd name="T65" fmla="*/ 91 h 104"/>
                <a:gd name="T66" fmla="*/ 31 w 105"/>
                <a:gd name="T67" fmla="*/ 102 h 104"/>
                <a:gd name="T68" fmla="*/ 39 w 105"/>
                <a:gd name="T69" fmla="*/ 104 h 104"/>
                <a:gd name="T70" fmla="*/ 44 w 105"/>
                <a:gd name="T71" fmla="*/ 94 h 104"/>
                <a:gd name="T72" fmla="*/ 47 w 105"/>
                <a:gd name="T73" fmla="*/ 95 h 104"/>
                <a:gd name="T74" fmla="*/ 64 w 105"/>
                <a:gd name="T75" fmla="*/ 94 h 104"/>
                <a:gd name="T76" fmla="*/ 67 w 105"/>
                <a:gd name="T77" fmla="*/ 93 h 104"/>
                <a:gd name="T78" fmla="*/ 73 w 105"/>
                <a:gd name="T79" fmla="*/ 103 h 104"/>
                <a:gd name="T80" fmla="*/ 80 w 105"/>
                <a:gd name="T81" fmla="*/ 99 h 104"/>
                <a:gd name="T82" fmla="*/ 76 w 105"/>
                <a:gd name="T83" fmla="*/ 88 h 104"/>
                <a:gd name="T84" fmla="*/ 79 w 105"/>
                <a:gd name="T85" fmla="*/ 86 h 104"/>
                <a:gd name="T86" fmla="*/ 90 w 105"/>
                <a:gd name="T87" fmla="*/ 74 h 104"/>
                <a:gd name="T88" fmla="*/ 91 w 105"/>
                <a:gd name="T89" fmla="*/ 71 h 104"/>
                <a:gd name="T90" fmla="*/ 102 w 105"/>
                <a:gd name="T91" fmla="*/ 74 h 104"/>
                <a:gd name="T92" fmla="*/ 105 w 105"/>
                <a:gd name="T93" fmla="*/ 65 h 104"/>
                <a:gd name="T94" fmla="*/ 95 w 105"/>
                <a:gd name="T95" fmla="*/ 61 h 104"/>
                <a:gd name="T96" fmla="*/ 95 w 105"/>
                <a:gd name="T97" fmla="*/ 58 h 104"/>
                <a:gd name="T98" fmla="*/ 45 w 105"/>
                <a:gd name="T99" fmla="*/ 76 h 104"/>
                <a:gd name="T100" fmla="*/ 28 w 105"/>
                <a:gd name="T101" fmla="*/ 44 h 104"/>
                <a:gd name="T102" fmla="*/ 61 w 105"/>
                <a:gd name="T103" fmla="*/ 28 h 104"/>
                <a:gd name="T104" fmla="*/ 77 w 105"/>
                <a:gd name="T105" fmla="*/ 60 h 104"/>
                <a:gd name="T106" fmla="*/ 45 w 105"/>
                <a:gd name="T107" fmla="*/ 7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5" h="104">
                  <a:moveTo>
                    <a:pt x="95" y="58"/>
                  </a:moveTo>
                  <a:cubicBezTo>
                    <a:pt x="96" y="52"/>
                    <a:pt x="96" y="47"/>
                    <a:pt x="94" y="41"/>
                  </a:cubicBezTo>
                  <a:cubicBezTo>
                    <a:pt x="94" y="38"/>
                    <a:pt x="94" y="38"/>
                    <a:pt x="94" y="38"/>
                  </a:cubicBezTo>
                  <a:cubicBezTo>
                    <a:pt x="103" y="32"/>
                    <a:pt x="103" y="32"/>
                    <a:pt x="103" y="32"/>
                  </a:cubicBezTo>
                  <a:cubicBezTo>
                    <a:pt x="99" y="24"/>
                    <a:pt x="99" y="24"/>
                    <a:pt x="99" y="24"/>
                  </a:cubicBezTo>
                  <a:cubicBezTo>
                    <a:pt x="89" y="29"/>
                    <a:pt x="89" y="29"/>
                    <a:pt x="89" y="29"/>
                  </a:cubicBezTo>
                  <a:cubicBezTo>
                    <a:pt x="87" y="26"/>
                    <a:pt x="87" y="26"/>
                    <a:pt x="87" y="26"/>
                  </a:cubicBezTo>
                  <a:cubicBezTo>
                    <a:pt x="83" y="21"/>
                    <a:pt x="79" y="18"/>
                    <a:pt x="74" y="15"/>
                  </a:cubicBezTo>
                  <a:cubicBezTo>
                    <a:pt x="72" y="13"/>
                    <a:pt x="72" y="13"/>
                    <a:pt x="72" y="13"/>
                  </a:cubicBezTo>
                  <a:cubicBezTo>
                    <a:pt x="74" y="2"/>
                    <a:pt x="74" y="2"/>
                    <a:pt x="74" y="2"/>
                  </a:cubicBezTo>
                  <a:cubicBezTo>
                    <a:pt x="66" y="0"/>
                    <a:pt x="66" y="0"/>
                    <a:pt x="66" y="0"/>
                  </a:cubicBezTo>
                  <a:cubicBezTo>
                    <a:pt x="62" y="10"/>
                    <a:pt x="62" y="10"/>
                    <a:pt x="62" y="10"/>
                  </a:cubicBezTo>
                  <a:cubicBezTo>
                    <a:pt x="58" y="9"/>
                    <a:pt x="58" y="9"/>
                    <a:pt x="58" y="9"/>
                  </a:cubicBezTo>
                  <a:cubicBezTo>
                    <a:pt x="53" y="9"/>
                    <a:pt x="47" y="9"/>
                    <a:pt x="42" y="10"/>
                  </a:cubicBezTo>
                  <a:cubicBezTo>
                    <a:pt x="39" y="11"/>
                    <a:pt x="39" y="11"/>
                    <a:pt x="39" y="11"/>
                  </a:cubicBezTo>
                  <a:cubicBezTo>
                    <a:pt x="33" y="1"/>
                    <a:pt x="33" y="1"/>
                    <a:pt x="33" y="1"/>
                  </a:cubicBezTo>
                  <a:cubicBezTo>
                    <a:pt x="25" y="5"/>
                    <a:pt x="25" y="5"/>
                    <a:pt x="25" y="5"/>
                  </a:cubicBezTo>
                  <a:cubicBezTo>
                    <a:pt x="29" y="16"/>
                    <a:pt x="29" y="16"/>
                    <a:pt x="29" y="16"/>
                  </a:cubicBezTo>
                  <a:cubicBezTo>
                    <a:pt x="27" y="18"/>
                    <a:pt x="27" y="18"/>
                    <a:pt x="27" y="18"/>
                  </a:cubicBezTo>
                  <a:cubicBezTo>
                    <a:pt x="22" y="21"/>
                    <a:pt x="18" y="25"/>
                    <a:pt x="15" y="30"/>
                  </a:cubicBezTo>
                  <a:cubicBezTo>
                    <a:pt x="14" y="33"/>
                    <a:pt x="14" y="33"/>
                    <a:pt x="14" y="33"/>
                  </a:cubicBezTo>
                  <a:cubicBezTo>
                    <a:pt x="3" y="30"/>
                    <a:pt x="3" y="30"/>
                    <a:pt x="3" y="30"/>
                  </a:cubicBezTo>
                  <a:cubicBezTo>
                    <a:pt x="0" y="39"/>
                    <a:pt x="0" y="39"/>
                    <a:pt x="0" y="39"/>
                  </a:cubicBezTo>
                  <a:cubicBezTo>
                    <a:pt x="10" y="43"/>
                    <a:pt x="10" y="43"/>
                    <a:pt x="10" y="43"/>
                  </a:cubicBezTo>
                  <a:cubicBezTo>
                    <a:pt x="10" y="46"/>
                    <a:pt x="10" y="46"/>
                    <a:pt x="10" y="46"/>
                  </a:cubicBezTo>
                  <a:cubicBezTo>
                    <a:pt x="9" y="52"/>
                    <a:pt x="10" y="57"/>
                    <a:pt x="11" y="63"/>
                  </a:cubicBezTo>
                  <a:cubicBezTo>
                    <a:pt x="12" y="66"/>
                    <a:pt x="12" y="66"/>
                    <a:pt x="12" y="66"/>
                  </a:cubicBezTo>
                  <a:cubicBezTo>
                    <a:pt x="2" y="72"/>
                    <a:pt x="2" y="72"/>
                    <a:pt x="2" y="72"/>
                  </a:cubicBezTo>
                  <a:cubicBezTo>
                    <a:pt x="6" y="80"/>
                    <a:pt x="6" y="80"/>
                    <a:pt x="6" y="80"/>
                  </a:cubicBezTo>
                  <a:cubicBezTo>
                    <a:pt x="16" y="75"/>
                    <a:pt x="16" y="75"/>
                    <a:pt x="16" y="75"/>
                  </a:cubicBezTo>
                  <a:cubicBezTo>
                    <a:pt x="18" y="78"/>
                    <a:pt x="18" y="78"/>
                    <a:pt x="18" y="78"/>
                  </a:cubicBezTo>
                  <a:cubicBezTo>
                    <a:pt x="22" y="83"/>
                    <a:pt x="26" y="86"/>
                    <a:pt x="31" y="89"/>
                  </a:cubicBezTo>
                  <a:cubicBezTo>
                    <a:pt x="34" y="91"/>
                    <a:pt x="34" y="91"/>
                    <a:pt x="34" y="91"/>
                  </a:cubicBezTo>
                  <a:cubicBezTo>
                    <a:pt x="31" y="102"/>
                    <a:pt x="31" y="102"/>
                    <a:pt x="31" y="102"/>
                  </a:cubicBezTo>
                  <a:cubicBezTo>
                    <a:pt x="39" y="104"/>
                    <a:pt x="39" y="104"/>
                    <a:pt x="39" y="104"/>
                  </a:cubicBezTo>
                  <a:cubicBezTo>
                    <a:pt x="44" y="94"/>
                    <a:pt x="44" y="94"/>
                    <a:pt x="44" y="94"/>
                  </a:cubicBezTo>
                  <a:cubicBezTo>
                    <a:pt x="47" y="95"/>
                    <a:pt x="47" y="95"/>
                    <a:pt x="47" y="95"/>
                  </a:cubicBezTo>
                  <a:cubicBezTo>
                    <a:pt x="52" y="96"/>
                    <a:pt x="58" y="95"/>
                    <a:pt x="64" y="94"/>
                  </a:cubicBezTo>
                  <a:cubicBezTo>
                    <a:pt x="67" y="93"/>
                    <a:pt x="67" y="93"/>
                    <a:pt x="67" y="93"/>
                  </a:cubicBezTo>
                  <a:cubicBezTo>
                    <a:pt x="73" y="103"/>
                    <a:pt x="73" y="103"/>
                    <a:pt x="73" y="103"/>
                  </a:cubicBezTo>
                  <a:cubicBezTo>
                    <a:pt x="80" y="99"/>
                    <a:pt x="80" y="99"/>
                    <a:pt x="80" y="99"/>
                  </a:cubicBezTo>
                  <a:cubicBezTo>
                    <a:pt x="76" y="88"/>
                    <a:pt x="76" y="88"/>
                    <a:pt x="76" y="88"/>
                  </a:cubicBezTo>
                  <a:cubicBezTo>
                    <a:pt x="79" y="86"/>
                    <a:pt x="79" y="86"/>
                    <a:pt x="79" y="86"/>
                  </a:cubicBezTo>
                  <a:cubicBezTo>
                    <a:pt x="83" y="83"/>
                    <a:pt x="87" y="79"/>
                    <a:pt x="90" y="74"/>
                  </a:cubicBezTo>
                  <a:cubicBezTo>
                    <a:pt x="91" y="71"/>
                    <a:pt x="91" y="71"/>
                    <a:pt x="91" y="71"/>
                  </a:cubicBezTo>
                  <a:cubicBezTo>
                    <a:pt x="102" y="74"/>
                    <a:pt x="102" y="74"/>
                    <a:pt x="102" y="74"/>
                  </a:cubicBezTo>
                  <a:cubicBezTo>
                    <a:pt x="105" y="65"/>
                    <a:pt x="105" y="65"/>
                    <a:pt x="105" y="65"/>
                  </a:cubicBezTo>
                  <a:cubicBezTo>
                    <a:pt x="95" y="61"/>
                    <a:pt x="95" y="61"/>
                    <a:pt x="95" y="61"/>
                  </a:cubicBezTo>
                  <a:lnTo>
                    <a:pt x="95" y="58"/>
                  </a:lnTo>
                  <a:close/>
                  <a:moveTo>
                    <a:pt x="45" y="76"/>
                  </a:moveTo>
                  <a:cubicBezTo>
                    <a:pt x="31" y="72"/>
                    <a:pt x="24" y="58"/>
                    <a:pt x="28" y="44"/>
                  </a:cubicBezTo>
                  <a:cubicBezTo>
                    <a:pt x="33" y="31"/>
                    <a:pt x="47" y="23"/>
                    <a:pt x="61" y="28"/>
                  </a:cubicBezTo>
                  <a:cubicBezTo>
                    <a:pt x="74" y="32"/>
                    <a:pt x="81" y="46"/>
                    <a:pt x="77" y="60"/>
                  </a:cubicBezTo>
                  <a:cubicBezTo>
                    <a:pt x="73" y="73"/>
                    <a:pt x="58" y="81"/>
                    <a:pt x="45" y="76"/>
                  </a:cubicBezTo>
                  <a:close/>
                </a:path>
              </a:pathLst>
            </a:custGeom>
            <a:solidFill>
              <a:srgbClr val="6E97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128"/>
            <p:cNvSpPr>
              <a:spLocks/>
            </p:cNvSpPr>
            <p:nvPr/>
          </p:nvSpPr>
          <p:spPr bwMode="auto">
            <a:xfrm>
              <a:off x="5506680" y="2610427"/>
              <a:ext cx="64999" cy="64998"/>
            </a:xfrm>
            <a:custGeom>
              <a:avLst/>
              <a:gdLst>
                <a:gd name="T0" fmla="*/ 24 w 38"/>
                <a:gd name="T1" fmla="*/ 3 h 38"/>
                <a:gd name="T2" fmla="*/ 2 w 38"/>
                <a:gd name="T3" fmla="*/ 14 h 38"/>
                <a:gd name="T4" fmla="*/ 13 w 38"/>
                <a:gd name="T5" fmla="*/ 35 h 38"/>
                <a:gd name="T6" fmla="*/ 35 w 38"/>
                <a:gd name="T7" fmla="*/ 24 h 38"/>
                <a:gd name="T8" fmla="*/ 24 w 38"/>
                <a:gd name="T9" fmla="*/ 3 h 38"/>
              </a:gdLst>
              <a:ahLst/>
              <a:cxnLst>
                <a:cxn ang="0">
                  <a:pos x="T0" y="T1"/>
                </a:cxn>
                <a:cxn ang="0">
                  <a:pos x="T2" y="T3"/>
                </a:cxn>
                <a:cxn ang="0">
                  <a:pos x="T4" y="T5"/>
                </a:cxn>
                <a:cxn ang="0">
                  <a:pos x="T6" y="T7"/>
                </a:cxn>
                <a:cxn ang="0">
                  <a:pos x="T8" y="T9"/>
                </a:cxn>
              </a:cxnLst>
              <a:rect l="0" t="0" r="r" b="b"/>
              <a:pathLst>
                <a:path w="38" h="38">
                  <a:moveTo>
                    <a:pt x="24" y="3"/>
                  </a:moveTo>
                  <a:cubicBezTo>
                    <a:pt x="15" y="0"/>
                    <a:pt x="5" y="5"/>
                    <a:pt x="2" y="14"/>
                  </a:cubicBezTo>
                  <a:cubicBezTo>
                    <a:pt x="0" y="23"/>
                    <a:pt x="5" y="32"/>
                    <a:pt x="13" y="35"/>
                  </a:cubicBezTo>
                  <a:cubicBezTo>
                    <a:pt x="22" y="38"/>
                    <a:pt x="32" y="33"/>
                    <a:pt x="35" y="24"/>
                  </a:cubicBezTo>
                  <a:cubicBezTo>
                    <a:pt x="38" y="15"/>
                    <a:pt x="33" y="6"/>
                    <a:pt x="24" y="3"/>
                  </a:cubicBezTo>
                  <a:close/>
                </a:path>
              </a:pathLst>
            </a:custGeom>
            <a:solidFill>
              <a:srgbClr val="6E97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129"/>
            <p:cNvSpPr>
              <a:spLocks noEditPoints="1"/>
            </p:cNvSpPr>
            <p:nvPr/>
          </p:nvSpPr>
          <p:spPr bwMode="auto">
            <a:xfrm>
              <a:off x="5417849" y="2524485"/>
              <a:ext cx="241217" cy="236161"/>
            </a:xfrm>
            <a:custGeom>
              <a:avLst/>
              <a:gdLst>
                <a:gd name="T0" fmla="*/ 129 w 141"/>
                <a:gd name="T1" fmla="*/ 68 h 138"/>
                <a:gd name="T2" fmla="*/ 130 w 141"/>
                <a:gd name="T3" fmla="*/ 62 h 138"/>
                <a:gd name="T4" fmla="*/ 136 w 141"/>
                <a:gd name="T5" fmla="*/ 43 h 138"/>
                <a:gd name="T6" fmla="*/ 122 w 141"/>
                <a:gd name="T7" fmla="*/ 26 h 138"/>
                <a:gd name="T8" fmla="*/ 112 w 141"/>
                <a:gd name="T9" fmla="*/ 27 h 138"/>
                <a:gd name="T10" fmla="*/ 108 w 141"/>
                <a:gd name="T11" fmla="*/ 22 h 138"/>
                <a:gd name="T12" fmla="*/ 88 w 141"/>
                <a:gd name="T13" fmla="*/ 1 h 138"/>
                <a:gd name="T14" fmla="*/ 70 w 141"/>
                <a:gd name="T15" fmla="*/ 10 h 138"/>
                <a:gd name="T16" fmla="*/ 64 w 141"/>
                <a:gd name="T17" fmla="*/ 10 h 138"/>
                <a:gd name="T18" fmla="*/ 56 w 141"/>
                <a:gd name="T19" fmla="*/ 3 h 138"/>
                <a:gd name="T20" fmla="*/ 35 w 141"/>
                <a:gd name="T21" fmla="*/ 9 h 138"/>
                <a:gd name="T22" fmla="*/ 28 w 141"/>
                <a:gd name="T23" fmla="*/ 28 h 138"/>
                <a:gd name="T24" fmla="*/ 25 w 141"/>
                <a:gd name="T25" fmla="*/ 32 h 138"/>
                <a:gd name="T26" fmla="*/ 6 w 141"/>
                <a:gd name="T27" fmla="*/ 42 h 138"/>
                <a:gd name="T28" fmla="*/ 11 w 141"/>
                <a:gd name="T29" fmla="*/ 70 h 138"/>
                <a:gd name="T30" fmla="*/ 12 w 141"/>
                <a:gd name="T31" fmla="*/ 75 h 138"/>
                <a:gd name="T32" fmla="*/ 6 w 141"/>
                <a:gd name="T33" fmla="*/ 95 h 138"/>
                <a:gd name="T34" fmla="*/ 19 w 141"/>
                <a:gd name="T35" fmla="*/ 112 h 138"/>
                <a:gd name="T36" fmla="*/ 30 w 141"/>
                <a:gd name="T37" fmla="*/ 111 h 138"/>
                <a:gd name="T38" fmla="*/ 34 w 141"/>
                <a:gd name="T39" fmla="*/ 116 h 138"/>
                <a:gd name="T40" fmla="*/ 53 w 141"/>
                <a:gd name="T41" fmla="*/ 137 h 138"/>
                <a:gd name="T42" fmla="*/ 72 w 141"/>
                <a:gd name="T43" fmla="*/ 128 h 138"/>
                <a:gd name="T44" fmla="*/ 77 w 141"/>
                <a:gd name="T45" fmla="*/ 128 h 138"/>
                <a:gd name="T46" fmla="*/ 85 w 141"/>
                <a:gd name="T47" fmla="*/ 135 h 138"/>
                <a:gd name="T48" fmla="*/ 106 w 141"/>
                <a:gd name="T49" fmla="*/ 129 h 138"/>
                <a:gd name="T50" fmla="*/ 113 w 141"/>
                <a:gd name="T51" fmla="*/ 110 h 138"/>
                <a:gd name="T52" fmla="*/ 116 w 141"/>
                <a:gd name="T53" fmla="*/ 106 h 138"/>
                <a:gd name="T54" fmla="*/ 128 w 141"/>
                <a:gd name="T55" fmla="*/ 105 h 138"/>
                <a:gd name="T56" fmla="*/ 138 w 141"/>
                <a:gd name="T57" fmla="*/ 86 h 138"/>
                <a:gd name="T58" fmla="*/ 128 w 141"/>
                <a:gd name="T59" fmla="*/ 94 h 138"/>
                <a:gd name="T60" fmla="*/ 119 w 141"/>
                <a:gd name="T61" fmla="*/ 99 h 138"/>
                <a:gd name="T62" fmla="*/ 105 w 141"/>
                <a:gd name="T63" fmla="*/ 108 h 138"/>
                <a:gd name="T64" fmla="*/ 107 w 141"/>
                <a:gd name="T65" fmla="*/ 118 h 138"/>
                <a:gd name="T66" fmla="*/ 94 w 141"/>
                <a:gd name="T67" fmla="*/ 128 h 138"/>
                <a:gd name="T68" fmla="*/ 83 w 141"/>
                <a:gd name="T69" fmla="*/ 125 h 138"/>
                <a:gd name="T70" fmla="*/ 67 w 141"/>
                <a:gd name="T71" fmla="*/ 121 h 138"/>
                <a:gd name="T72" fmla="*/ 55 w 141"/>
                <a:gd name="T73" fmla="*/ 130 h 138"/>
                <a:gd name="T74" fmla="*/ 40 w 141"/>
                <a:gd name="T75" fmla="*/ 117 h 138"/>
                <a:gd name="T76" fmla="*/ 32 w 141"/>
                <a:gd name="T77" fmla="*/ 103 h 138"/>
                <a:gd name="T78" fmla="*/ 17 w 141"/>
                <a:gd name="T79" fmla="*/ 101 h 138"/>
                <a:gd name="T80" fmla="*/ 15 w 141"/>
                <a:gd name="T81" fmla="*/ 82 h 138"/>
                <a:gd name="T82" fmla="*/ 19 w 141"/>
                <a:gd name="T83" fmla="*/ 65 h 138"/>
                <a:gd name="T84" fmla="*/ 14 w 141"/>
                <a:gd name="T85" fmla="*/ 63 h 138"/>
                <a:gd name="T86" fmla="*/ 13 w 141"/>
                <a:gd name="T87" fmla="*/ 44 h 138"/>
                <a:gd name="T88" fmla="*/ 28 w 141"/>
                <a:gd name="T89" fmla="*/ 40 h 138"/>
                <a:gd name="T90" fmla="*/ 35 w 141"/>
                <a:gd name="T91" fmla="*/ 25 h 138"/>
                <a:gd name="T92" fmla="*/ 48 w 141"/>
                <a:gd name="T93" fmla="*/ 10 h 138"/>
                <a:gd name="T94" fmla="*/ 61 w 141"/>
                <a:gd name="T95" fmla="*/ 18 h 138"/>
                <a:gd name="T96" fmla="*/ 76 w 141"/>
                <a:gd name="T97" fmla="*/ 12 h 138"/>
                <a:gd name="T98" fmla="*/ 96 w 141"/>
                <a:gd name="T99" fmla="*/ 11 h 138"/>
                <a:gd name="T100" fmla="*/ 100 w 141"/>
                <a:gd name="T101" fmla="*/ 26 h 138"/>
                <a:gd name="T102" fmla="*/ 115 w 141"/>
                <a:gd name="T103" fmla="*/ 33 h 138"/>
                <a:gd name="T104" fmla="*/ 129 w 141"/>
                <a:gd name="T105" fmla="*/ 46 h 138"/>
                <a:gd name="T106" fmla="*/ 126 w 141"/>
                <a:gd name="T107" fmla="*/ 56 h 138"/>
                <a:gd name="T108" fmla="*/ 122 w 141"/>
                <a:gd name="T109" fmla="*/ 73 h 138"/>
                <a:gd name="T110" fmla="*/ 127 w 141"/>
                <a:gd name="T111" fmla="*/ 75 h 138"/>
                <a:gd name="T112" fmla="*/ 128 w 141"/>
                <a:gd name="T113" fmla="*/ 94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1" h="138">
                  <a:moveTo>
                    <a:pt x="130" y="68"/>
                  </a:moveTo>
                  <a:cubicBezTo>
                    <a:pt x="129" y="68"/>
                    <a:pt x="129" y="68"/>
                    <a:pt x="129" y="68"/>
                  </a:cubicBezTo>
                  <a:cubicBezTo>
                    <a:pt x="129" y="66"/>
                    <a:pt x="129" y="64"/>
                    <a:pt x="129" y="63"/>
                  </a:cubicBezTo>
                  <a:cubicBezTo>
                    <a:pt x="130" y="62"/>
                    <a:pt x="130" y="62"/>
                    <a:pt x="130" y="62"/>
                  </a:cubicBezTo>
                  <a:cubicBezTo>
                    <a:pt x="133" y="60"/>
                    <a:pt x="136" y="57"/>
                    <a:pt x="137" y="53"/>
                  </a:cubicBezTo>
                  <a:cubicBezTo>
                    <a:pt x="138" y="50"/>
                    <a:pt x="137" y="46"/>
                    <a:pt x="136" y="43"/>
                  </a:cubicBezTo>
                  <a:cubicBezTo>
                    <a:pt x="131" y="33"/>
                    <a:pt x="131" y="33"/>
                    <a:pt x="131" y="33"/>
                  </a:cubicBezTo>
                  <a:cubicBezTo>
                    <a:pt x="129" y="30"/>
                    <a:pt x="126" y="27"/>
                    <a:pt x="122" y="26"/>
                  </a:cubicBezTo>
                  <a:cubicBezTo>
                    <a:pt x="119" y="25"/>
                    <a:pt x="115" y="25"/>
                    <a:pt x="112" y="26"/>
                  </a:cubicBezTo>
                  <a:cubicBezTo>
                    <a:pt x="112" y="27"/>
                    <a:pt x="112" y="27"/>
                    <a:pt x="112" y="27"/>
                  </a:cubicBezTo>
                  <a:cubicBezTo>
                    <a:pt x="110" y="25"/>
                    <a:pt x="109" y="24"/>
                    <a:pt x="108" y="23"/>
                  </a:cubicBezTo>
                  <a:cubicBezTo>
                    <a:pt x="108" y="22"/>
                    <a:pt x="108" y="22"/>
                    <a:pt x="108" y="22"/>
                  </a:cubicBezTo>
                  <a:cubicBezTo>
                    <a:pt x="110" y="15"/>
                    <a:pt x="106" y="7"/>
                    <a:pt x="98" y="5"/>
                  </a:cubicBezTo>
                  <a:cubicBezTo>
                    <a:pt x="88" y="1"/>
                    <a:pt x="88" y="1"/>
                    <a:pt x="88" y="1"/>
                  </a:cubicBezTo>
                  <a:cubicBezTo>
                    <a:pt x="84" y="0"/>
                    <a:pt x="80" y="0"/>
                    <a:pt x="77" y="2"/>
                  </a:cubicBezTo>
                  <a:cubicBezTo>
                    <a:pt x="73" y="4"/>
                    <a:pt x="71" y="6"/>
                    <a:pt x="70" y="10"/>
                  </a:cubicBezTo>
                  <a:cubicBezTo>
                    <a:pt x="70" y="10"/>
                    <a:pt x="70" y="10"/>
                    <a:pt x="70" y="10"/>
                  </a:cubicBezTo>
                  <a:cubicBezTo>
                    <a:pt x="68" y="10"/>
                    <a:pt x="66" y="10"/>
                    <a:pt x="64" y="10"/>
                  </a:cubicBezTo>
                  <a:cubicBezTo>
                    <a:pt x="64" y="10"/>
                    <a:pt x="64" y="10"/>
                    <a:pt x="64" y="10"/>
                  </a:cubicBezTo>
                  <a:cubicBezTo>
                    <a:pt x="62" y="7"/>
                    <a:pt x="59" y="4"/>
                    <a:pt x="56" y="3"/>
                  </a:cubicBezTo>
                  <a:cubicBezTo>
                    <a:pt x="52" y="2"/>
                    <a:pt x="48" y="2"/>
                    <a:pt x="44" y="4"/>
                  </a:cubicBezTo>
                  <a:cubicBezTo>
                    <a:pt x="35" y="9"/>
                    <a:pt x="35" y="9"/>
                    <a:pt x="35" y="9"/>
                  </a:cubicBezTo>
                  <a:cubicBezTo>
                    <a:pt x="31" y="11"/>
                    <a:pt x="29" y="14"/>
                    <a:pt x="28" y="18"/>
                  </a:cubicBezTo>
                  <a:cubicBezTo>
                    <a:pt x="26" y="21"/>
                    <a:pt x="27" y="25"/>
                    <a:pt x="28" y="28"/>
                  </a:cubicBezTo>
                  <a:cubicBezTo>
                    <a:pt x="28" y="28"/>
                    <a:pt x="28" y="28"/>
                    <a:pt x="28" y="28"/>
                  </a:cubicBezTo>
                  <a:cubicBezTo>
                    <a:pt x="27" y="29"/>
                    <a:pt x="26" y="31"/>
                    <a:pt x="25" y="32"/>
                  </a:cubicBezTo>
                  <a:cubicBezTo>
                    <a:pt x="24" y="32"/>
                    <a:pt x="24" y="32"/>
                    <a:pt x="24" y="32"/>
                  </a:cubicBezTo>
                  <a:cubicBezTo>
                    <a:pt x="17" y="30"/>
                    <a:pt x="9" y="34"/>
                    <a:pt x="6" y="42"/>
                  </a:cubicBezTo>
                  <a:cubicBezTo>
                    <a:pt x="3" y="52"/>
                    <a:pt x="3" y="52"/>
                    <a:pt x="3" y="52"/>
                  </a:cubicBezTo>
                  <a:cubicBezTo>
                    <a:pt x="0" y="59"/>
                    <a:pt x="4" y="67"/>
                    <a:pt x="11" y="70"/>
                  </a:cubicBezTo>
                  <a:cubicBezTo>
                    <a:pt x="12" y="70"/>
                    <a:pt x="12" y="70"/>
                    <a:pt x="12" y="70"/>
                  </a:cubicBezTo>
                  <a:cubicBezTo>
                    <a:pt x="12" y="72"/>
                    <a:pt x="12" y="74"/>
                    <a:pt x="12" y="75"/>
                  </a:cubicBezTo>
                  <a:cubicBezTo>
                    <a:pt x="12" y="76"/>
                    <a:pt x="12" y="76"/>
                    <a:pt x="12" y="76"/>
                  </a:cubicBezTo>
                  <a:cubicBezTo>
                    <a:pt x="5" y="79"/>
                    <a:pt x="2" y="88"/>
                    <a:pt x="6" y="95"/>
                  </a:cubicBezTo>
                  <a:cubicBezTo>
                    <a:pt x="10" y="105"/>
                    <a:pt x="10" y="105"/>
                    <a:pt x="10" y="105"/>
                  </a:cubicBezTo>
                  <a:cubicBezTo>
                    <a:pt x="12" y="108"/>
                    <a:pt x="15" y="111"/>
                    <a:pt x="19" y="112"/>
                  </a:cubicBezTo>
                  <a:cubicBezTo>
                    <a:pt x="23" y="113"/>
                    <a:pt x="26" y="113"/>
                    <a:pt x="29" y="112"/>
                  </a:cubicBezTo>
                  <a:cubicBezTo>
                    <a:pt x="30" y="111"/>
                    <a:pt x="30" y="111"/>
                    <a:pt x="30" y="111"/>
                  </a:cubicBezTo>
                  <a:cubicBezTo>
                    <a:pt x="31" y="113"/>
                    <a:pt x="32" y="114"/>
                    <a:pt x="34" y="115"/>
                  </a:cubicBezTo>
                  <a:cubicBezTo>
                    <a:pt x="34" y="116"/>
                    <a:pt x="34" y="116"/>
                    <a:pt x="34" y="116"/>
                  </a:cubicBezTo>
                  <a:cubicBezTo>
                    <a:pt x="31" y="123"/>
                    <a:pt x="36" y="131"/>
                    <a:pt x="43" y="133"/>
                  </a:cubicBezTo>
                  <a:cubicBezTo>
                    <a:pt x="53" y="137"/>
                    <a:pt x="53" y="137"/>
                    <a:pt x="53" y="137"/>
                  </a:cubicBezTo>
                  <a:cubicBezTo>
                    <a:pt x="57" y="138"/>
                    <a:pt x="61" y="138"/>
                    <a:pt x="65" y="136"/>
                  </a:cubicBezTo>
                  <a:cubicBezTo>
                    <a:pt x="68" y="134"/>
                    <a:pt x="70" y="132"/>
                    <a:pt x="72" y="128"/>
                  </a:cubicBezTo>
                  <a:cubicBezTo>
                    <a:pt x="72" y="128"/>
                    <a:pt x="72" y="128"/>
                    <a:pt x="72" y="128"/>
                  </a:cubicBezTo>
                  <a:cubicBezTo>
                    <a:pt x="73" y="128"/>
                    <a:pt x="75" y="128"/>
                    <a:pt x="77" y="128"/>
                  </a:cubicBezTo>
                  <a:cubicBezTo>
                    <a:pt x="77" y="128"/>
                    <a:pt x="77" y="128"/>
                    <a:pt x="77" y="128"/>
                  </a:cubicBezTo>
                  <a:cubicBezTo>
                    <a:pt x="79" y="131"/>
                    <a:pt x="82" y="134"/>
                    <a:pt x="85" y="135"/>
                  </a:cubicBezTo>
                  <a:cubicBezTo>
                    <a:pt x="89" y="136"/>
                    <a:pt x="93" y="136"/>
                    <a:pt x="97" y="134"/>
                  </a:cubicBezTo>
                  <a:cubicBezTo>
                    <a:pt x="106" y="129"/>
                    <a:pt x="106" y="129"/>
                    <a:pt x="106" y="129"/>
                  </a:cubicBezTo>
                  <a:cubicBezTo>
                    <a:pt x="110" y="127"/>
                    <a:pt x="112" y="124"/>
                    <a:pt x="114" y="121"/>
                  </a:cubicBezTo>
                  <a:cubicBezTo>
                    <a:pt x="115" y="117"/>
                    <a:pt x="115" y="113"/>
                    <a:pt x="113" y="110"/>
                  </a:cubicBezTo>
                  <a:cubicBezTo>
                    <a:pt x="113" y="110"/>
                    <a:pt x="113" y="110"/>
                    <a:pt x="113" y="110"/>
                  </a:cubicBezTo>
                  <a:cubicBezTo>
                    <a:pt x="114" y="109"/>
                    <a:pt x="115" y="107"/>
                    <a:pt x="116" y="106"/>
                  </a:cubicBezTo>
                  <a:cubicBezTo>
                    <a:pt x="117" y="106"/>
                    <a:pt x="117" y="106"/>
                    <a:pt x="117" y="106"/>
                  </a:cubicBezTo>
                  <a:cubicBezTo>
                    <a:pt x="121" y="107"/>
                    <a:pt x="124" y="107"/>
                    <a:pt x="128" y="105"/>
                  </a:cubicBezTo>
                  <a:cubicBezTo>
                    <a:pt x="131" y="103"/>
                    <a:pt x="134" y="100"/>
                    <a:pt x="135" y="96"/>
                  </a:cubicBezTo>
                  <a:cubicBezTo>
                    <a:pt x="138" y="86"/>
                    <a:pt x="138" y="86"/>
                    <a:pt x="138" y="86"/>
                  </a:cubicBezTo>
                  <a:cubicBezTo>
                    <a:pt x="141" y="79"/>
                    <a:pt x="137" y="71"/>
                    <a:pt x="130" y="68"/>
                  </a:cubicBezTo>
                  <a:close/>
                  <a:moveTo>
                    <a:pt x="128" y="94"/>
                  </a:moveTo>
                  <a:cubicBezTo>
                    <a:pt x="128" y="96"/>
                    <a:pt x="126" y="98"/>
                    <a:pt x="125" y="99"/>
                  </a:cubicBezTo>
                  <a:cubicBezTo>
                    <a:pt x="123" y="100"/>
                    <a:pt x="121" y="100"/>
                    <a:pt x="119" y="99"/>
                  </a:cubicBezTo>
                  <a:cubicBezTo>
                    <a:pt x="114" y="98"/>
                    <a:pt x="114" y="98"/>
                    <a:pt x="114" y="98"/>
                  </a:cubicBezTo>
                  <a:cubicBezTo>
                    <a:pt x="111" y="102"/>
                    <a:pt x="108" y="105"/>
                    <a:pt x="105" y="108"/>
                  </a:cubicBezTo>
                  <a:cubicBezTo>
                    <a:pt x="107" y="113"/>
                    <a:pt x="107" y="113"/>
                    <a:pt x="107" y="113"/>
                  </a:cubicBezTo>
                  <a:cubicBezTo>
                    <a:pt x="107" y="115"/>
                    <a:pt x="108" y="117"/>
                    <a:pt x="107" y="118"/>
                  </a:cubicBezTo>
                  <a:cubicBezTo>
                    <a:pt x="106" y="120"/>
                    <a:pt x="105" y="122"/>
                    <a:pt x="103" y="123"/>
                  </a:cubicBezTo>
                  <a:cubicBezTo>
                    <a:pt x="94" y="128"/>
                    <a:pt x="94" y="128"/>
                    <a:pt x="94" y="128"/>
                  </a:cubicBezTo>
                  <a:cubicBezTo>
                    <a:pt x="92" y="129"/>
                    <a:pt x="90" y="129"/>
                    <a:pt x="88" y="128"/>
                  </a:cubicBezTo>
                  <a:cubicBezTo>
                    <a:pt x="86" y="128"/>
                    <a:pt x="84" y="126"/>
                    <a:pt x="83" y="125"/>
                  </a:cubicBezTo>
                  <a:cubicBezTo>
                    <a:pt x="81" y="120"/>
                    <a:pt x="81" y="120"/>
                    <a:pt x="81" y="120"/>
                  </a:cubicBezTo>
                  <a:cubicBezTo>
                    <a:pt x="76" y="121"/>
                    <a:pt x="72" y="121"/>
                    <a:pt x="67" y="121"/>
                  </a:cubicBezTo>
                  <a:cubicBezTo>
                    <a:pt x="65" y="126"/>
                    <a:pt x="65" y="126"/>
                    <a:pt x="65" y="126"/>
                  </a:cubicBezTo>
                  <a:cubicBezTo>
                    <a:pt x="64" y="129"/>
                    <a:pt x="59" y="131"/>
                    <a:pt x="55" y="130"/>
                  </a:cubicBezTo>
                  <a:cubicBezTo>
                    <a:pt x="45" y="127"/>
                    <a:pt x="45" y="127"/>
                    <a:pt x="45" y="127"/>
                  </a:cubicBezTo>
                  <a:cubicBezTo>
                    <a:pt x="41" y="125"/>
                    <a:pt x="39" y="121"/>
                    <a:pt x="40" y="117"/>
                  </a:cubicBezTo>
                  <a:cubicBezTo>
                    <a:pt x="42" y="112"/>
                    <a:pt x="42" y="112"/>
                    <a:pt x="42" y="112"/>
                  </a:cubicBezTo>
                  <a:cubicBezTo>
                    <a:pt x="38" y="109"/>
                    <a:pt x="35" y="106"/>
                    <a:pt x="32" y="103"/>
                  </a:cubicBezTo>
                  <a:cubicBezTo>
                    <a:pt x="26" y="105"/>
                    <a:pt x="26" y="105"/>
                    <a:pt x="26" y="105"/>
                  </a:cubicBezTo>
                  <a:cubicBezTo>
                    <a:pt x="24" y="107"/>
                    <a:pt x="19" y="105"/>
                    <a:pt x="17" y="101"/>
                  </a:cubicBezTo>
                  <a:cubicBezTo>
                    <a:pt x="12" y="92"/>
                    <a:pt x="12" y="92"/>
                    <a:pt x="12" y="92"/>
                  </a:cubicBezTo>
                  <a:cubicBezTo>
                    <a:pt x="10" y="88"/>
                    <a:pt x="11" y="84"/>
                    <a:pt x="15" y="82"/>
                  </a:cubicBezTo>
                  <a:cubicBezTo>
                    <a:pt x="20" y="79"/>
                    <a:pt x="20" y="79"/>
                    <a:pt x="20" y="79"/>
                  </a:cubicBezTo>
                  <a:cubicBezTo>
                    <a:pt x="19" y="74"/>
                    <a:pt x="19" y="70"/>
                    <a:pt x="19" y="65"/>
                  </a:cubicBezTo>
                  <a:cubicBezTo>
                    <a:pt x="14" y="63"/>
                    <a:pt x="14" y="63"/>
                    <a:pt x="14" y="63"/>
                  </a:cubicBezTo>
                  <a:cubicBezTo>
                    <a:pt x="14" y="63"/>
                    <a:pt x="14" y="63"/>
                    <a:pt x="14" y="63"/>
                  </a:cubicBezTo>
                  <a:cubicBezTo>
                    <a:pt x="10" y="62"/>
                    <a:pt x="8" y="58"/>
                    <a:pt x="10" y="54"/>
                  </a:cubicBezTo>
                  <a:cubicBezTo>
                    <a:pt x="13" y="44"/>
                    <a:pt x="13" y="44"/>
                    <a:pt x="13" y="44"/>
                  </a:cubicBezTo>
                  <a:cubicBezTo>
                    <a:pt x="14" y="40"/>
                    <a:pt x="18" y="37"/>
                    <a:pt x="22" y="39"/>
                  </a:cubicBezTo>
                  <a:cubicBezTo>
                    <a:pt x="28" y="40"/>
                    <a:pt x="28" y="40"/>
                    <a:pt x="28" y="40"/>
                  </a:cubicBezTo>
                  <a:cubicBezTo>
                    <a:pt x="30" y="36"/>
                    <a:pt x="33" y="33"/>
                    <a:pt x="37" y="30"/>
                  </a:cubicBezTo>
                  <a:cubicBezTo>
                    <a:pt x="35" y="25"/>
                    <a:pt x="35" y="25"/>
                    <a:pt x="35" y="25"/>
                  </a:cubicBezTo>
                  <a:cubicBezTo>
                    <a:pt x="33" y="22"/>
                    <a:pt x="34" y="17"/>
                    <a:pt x="38" y="15"/>
                  </a:cubicBezTo>
                  <a:cubicBezTo>
                    <a:pt x="48" y="10"/>
                    <a:pt x="48" y="10"/>
                    <a:pt x="48" y="10"/>
                  </a:cubicBezTo>
                  <a:cubicBezTo>
                    <a:pt x="51" y="8"/>
                    <a:pt x="56" y="10"/>
                    <a:pt x="58" y="13"/>
                  </a:cubicBezTo>
                  <a:cubicBezTo>
                    <a:pt x="61" y="18"/>
                    <a:pt x="61" y="18"/>
                    <a:pt x="61" y="18"/>
                  </a:cubicBezTo>
                  <a:cubicBezTo>
                    <a:pt x="65" y="17"/>
                    <a:pt x="70" y="17"/>
                    <a:pt x="74" y="17"/>
                  </a:cubicBezTo>
                  <a:cubicBezTo>
                    <a:pt x="76" y="12"/>
                    <a:pt x="76" y="12"/>
                    <a:pt x="76" y="12"/>
                  </a:cubicBezTo>
                  <a:cubicBezTo>
                    <a:pt x="78" y="9"/>
                    <a:pt x="82" y="7"/>
                    <a:pt x="86" y="8"/>
                  </a:cubicBezTo>
                  <a:cubicBezTo>
                    <a:pt x="96" y="11"/>
                    <a:pt x="96" y="11"/>
                    <a:pt x="96" y="11"/>
                  </a:cubicBezTo>
                  <a:cubicBezTo>
                    <a:pt x="100" y="13"/>
                    <a:pt x="102" y="17"/>
                    <a:pt x="101" y="21"/>
                  </a:cubicBezTo>
                  <a:cubicBezTo>
                    <a:pt x="100" y="26"/>
                    <a:pt x="100" y="26"/>
                    <a:pt x="100" y="26"/>
                  </a:cubicBezTo>
                  <a:cubicBezTo>
                    <a:pt x="103" y="29"/>
                    <a:pt x="107" y="32"/>
                    <a:pt x="110" y="35"/>
                  </a:cubicBezTo>
                  <a:cubicBezTo>
                    <a:pt x="115" y="33"/>
                    <a:pt x="115" y="33"/>
                    <a:pt x="115" y="33"/>
                  </a:cubicBezTo>
                  <a:cubicBezTo>
                    <a:pt x="118" y="31"/>
                    <a:pt x="123" y="33"/>
                    <a:pt x="125" y="37"/>
                  </a:cubicBezTo>
                  <a:cubicBezTo>
                    <a:pt x="129" y="46"/>
                    <a:pt x="129" y="46"/>
                    <a:pt x="129" y="46"/>
                  </a:cubicBezTo>
                  <a:cubicBezTo>
                    <a:pt x="130" y="48"/>
                    <a:pt x="130" y="50"/>
                    <a:pt x="130" y="52"/>
                  </a:cubicBezTo>
                  <a:cubicBezTo>
                    <a:pt x="129" y="54"/>
                    <a:pt x="128" y="55"/>
                    <a:pt x="126" y="56"/>
                  </a:cubicBezTo>
                  <a:cubicBezTo>
                    <a:pt x="121" y="59"/>
                    <a:pt x="121" y="59"/>
                    <a:pt x="121" y="59"/>
                  </a:cubicBezTo>
                  <a:cubicBezTo>
                    <a:pt x="122" y="64"/>
                    <a:pt x="123" y="68"/>
                    <a:pt x="122" y="73"/>
                  </a:cubicBezTo>
                  <a:cubicBezTo>
                    <a:pt x="127" y="75"/>
                    <a:pt x="127" y="75"/>
                    <a:pt x="127" y="75"/>
                  </a:cubicBezTo>
                  <a:cubicBezTo>
                    <a:pt x="127" y="75"/>
                    <a:pt x="127" y="75"/>
                    <a:pt x="127" y="75"/>
                  </a:cubicBezTo>
                  <a:cubicBezTo>
                    <a:pt x="131" y="76"/>
                    <a:pt x="133" y="80"/>
                    <a:pt x="132" y="84"/>
                  </a:cubicBezTo>
                  <a:lnTo>
                    <a:pt x="128" y="94"/>
                  </a:lnTo>
                  <a:close/>
                </a:path>
              </a:pathLst>
            </a:custGeom>
            <a:solidFill>
              <a:srgbClr val="6E97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63" name="组合 162"/>
          <p:cNvGrpSpPr/>
          <p:nvPr/>
        </p:nvGrpSpPr>
        <p:grpSpPr>
          <a:xfrm>
            <a:off x="4197320" y="4805878"/>
            <a:ext cx="459324" cy="534433"/>
            <a:chOff x="4147489" y="4501161"/>
            <a:chExt cx="459324" cy="534433"/>
          </a:xfrm>
        </p:grpSpPr>
        <p:sp>
          <p:nvSpPr>
            <p:cNvPr id="129" name="Freeform 73"/>
            <p:cNvSpPr>
              <a:spLocks/>
            </p:cNvSpPr>
            <p:nvPr/>
          </p:nvSpPr>
          <p:spPr bwMode="auto">
            <a:xfrm>
              <a:off x="4384373" y="4745267"/>
              <a:ext cx="41166" cy="59943"/>
            </a:xfrm>
            <a:custGeom>
              <a:avLst/>
              <a:gdLst>
                <a:gd name="T0" fmla="*/ 3 w 24"/>
                <a:gd name="T1" fmla="*/ 3 h 35"/>
                <a:gd name="T2" fmla="*/ 0 w 24"/>
                <a:gd name="T3" fmla="*/ 0 h 35"/>
                <a:gd name="T4" fmla="*/ 0 w 24"/>
                <a:gd name="T5" fmla="*/ 35 h 35"/>
                <a:gd name="T6" fmla="*/ 3 w 24"/>
                <a:gd name="T7" fmla="*/ 32 h 35"/>
                <a:gd name="T8" fmla="*/ 5 w 24"/>
                <a:gd name="T9" fmla="*/ 29 h 35"/>
                <a:gd name="T10" fmla="*/ 12 w 24"/>
                <a:gd name="T11" fmla="*/ 22 h 35"/>
                <a:gd name="T12" fmla="*/ 24 w 24"/>
                <a:gd name="T13" fmla="*/ 9 h 35"/>
                <a:gd name="T14" fmla="*/ 10 w 24"/>
                <a:gd name="T15" fmla="*/ 6 h 35"/>
                <a:gd name="T16" fmla="*/ 3 w 24"/>
                <a:gd name="T17" fmla="*/ 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35">
                  <a:moveTo>
                    <a:pt x="3" y="3"/>
                  </a:moveTo>
                  <a:cubicBezTo>
                    <a:pt x="2" y="2"/>
                    <a:pt x="1" y="1"/>
                    <a:pt x="0" y="0"/>
                  </a:cubicBezTo>
                  <a:cubicBezTo>
                    <a:pt x="0" y="35"/>
                    <a:pt x="0" y="35"/>
                    <a:pt x="0" y="35"/>
                  </a:cubicBezTo>
                  <a:cubicBezTo>
                    <a:pt x="1" y="34"/>
                    <a:pt x="2" y="34"/>
                    <a:pt x="3" y="32"/>
                  </a:cubicBezTo>
                  <a:cubicBezTo>
                    <a:pt x="4" y="31"/>
                    <a:pt x="4" y="30"/>
                    <a:pt x="5" y="29"/>
                  </a:cubicBezTo>
                  <a:cubicBezTo>
                    <a:pt x="7" y="26"/>
                    <a:pt x="10" y="24"/>
                    <a:pt x="12" y="22"/>
                  </a:cubicBezTo>
                  <a:cubicBezTo>
                    <a:pt x="16" y="18"/>
                    <a:pt x="20" y="13"/>
                    <a:pt x="24" y="9"/>
                  </a:cubicBezTo>
                  <a:cubicBezTo>
                    <a:pt x="19" y="9"/>
                    <a:pt x="14" y="8"/>
                    <a:pt x="10" y="6"/>
                  </a:cubicBezTo>
                  <a:cubicBezTo>
                    <a:pt x="8" y="5"/>
                    <a:pt x="5" y="5"/>
                    <a:pt x="3" y="3"/>
                  </a:cubicBezTo>
                  <a:close/>
                </a:path>
              </a:pathLst>
            </a:custGeom>
            <a:solidFill>
              <a:srgbClr val="477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74"/>
            <p:cNvSpPr>
              <a:spLocks/>
            </p:cNvSpPr>
            <p:nvPr/>
          </p:nvSpPr>
          <p:spPr bwMode="auto">
            <a:xfrm>
              <a:off x="4317930" y="4738767"/>
              <a:ext cx="22389" cy="10111"/>
            </a:xfrm>
            <a:custGeom>
              <a:avLst/>
              <a:gdLst>
                <a:gd name="T0" fmla="*/ 7 w 13"/>
                <a:gd name="T1" fmla="*/ 5 h 6"/>
                <a:gd name="T2" fmla="*/ 9 w 13"/>
                <a:gd name="T3" fmla="*/ 5 h 6"/>
                <a:gd name="T4" fmla="*/ 10 w 13"/>
                <a:gd name="T5" fmla="*/ 2 h 6"/>
                <a:gd name="T6" fmla="*/ 8 w 13"/>
                <a:gd name="T7" fmla="*/ 1 h 6"/>
                <a:gd name="T8" fmla="*/ 2 w 13"/>
                <a:gd name="T9" fmla="*/ 0 h 6"/>
                <a:gd name="T10" fmla="*/ 0 w 13"/>
                <a:gd name="T11" fmla="*/ 0 h 6"/>
                <a:gd name="T12" fmla="*/ 1 w 13"/>
                <a:gd name="T13" fmla="*/ 2 h 6"/>
                <a:gd name="T14" fmla="*/ 7 w 13"/>
                <a:gd name="T15" fmla="*/ 5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6">
                  <a:moveTo>
                    <a:pt x="7" y="5"/>
                  </a:moveTo>
                  <a:cubicBezTo>
                    <a:pt x="8" y="5"/>
                    <a:pt x="8" y="6"/>
                    <a:pt x="9" y="5"/>
                  </a:cubicBezTo>
                  <a:cubicBezTo>
                    <a:pt x="10" y="5"/>
                    <a:pt x="13" y="3"/>
                    <a:pt x="10" y="2"/>
                  </a:cubicBezTo>
                  <a:cubicBezTo>
                    <a:pt x="10" y="1"/>
                    <a:pt x="9" y="1"/>
                    <a:pt x="8" y="1"/>
                  </a:cubicBezTo>
                  <a:cubicBezTo>
                    <a:pt x="6" y="1"/>
                    <a:pt x="4" y="0"/>
                    <a:pt x="2" y="0"/>
                  </a:cubicBezTo>
                  <a:cubicBezTo>
                    <a:pt x="1" y="0"/>
                    <a:pt x="1" y="0"/>
                    <a:pt x="0" y="0"/>
                  </a:cubicBezTo>
                  <a:cubicBezTo>
                    <a:pt x="0" y="1"/>
                    <a:pt x="1" y="1"/>
                    <a:pt x="1" y="2"/>
                  </a:cubicBezTo>
                  <a:cubicBezTo>
                    <a:pt x="2" y="4"/>
                    <a:pt x="5" y="5"/>
                    <a:pt x="7" y="5"/>
                  </a:cubicBezTo>
                  <a:close/>
                </a:path>
              </a:pathLst>
            </a:custGeom>
            <a:solidFill>
              <a:srgbClr val="477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75"/>
            <p:cNvSpPr>
              <a:spLocks/>
            </p:cNvSpPr>
            <p:nvPr/>
          </p:nvSpPr>
          <p:spPr bwMode="auto">
            <a:xfrm>
              <a:off x="4336707" y="4743822"/>
              <a:ext cx="41166" cy="61388"/>
            </a:xfrm>
            <a:custGeom>
              <a:avLst/>
              <a:gdLst>
                <a:gd name="T0" fmla="*/ 20 w 24"/>
                <a:gd name="T1" fmla="*/ 4 h 36"/>
                <a:gd name="T2" fmla="*/ 18 w 24"/>
                <a:gd name="T3" fmla="*/ 7 h 36"/>
                <a:gd name="T4" fmla="*/ 12 w 24"/>
                <a:gd name="T5" fmla="*/ 12 h 36"/>
                <a:gd name="T6" fmla="*/ 0 w 24"/>
                <a:gd name="T7" fmla="*/ 20 h 36"/>
                <a:gd name="T8" fmla="*/ 8 w 24"/>
                <a:gd name="T9" fmla="*/ 26 h 36"/>
                <a:gd name="T10" fmla="*/ 24 w 24"/>
                <a:gd name="T11" fmla="*/ 36 h 36"/>
                <a:gd name="T12" fmla="*/ 24 w 24"/>
                <a:gd name="T13" fmla="*/ 0 h 36"/>
                <a:gd name="T14" fmla="*/ 24 w 24"/>
                <a:gd name="T15" fmla="*/ 0 h 36"/>
                <a:gd name="T16" fmla="*/ 20 w 24"/>
                <a:gd name="T17" fmla="*/ 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36">
                  <a:moveTo>
                    <a:pt x="20" y="4"/>
                  </a:moveTo>
                  <a:cubicBezTo>
                    <a:pt x="19" y="5"/>
                    <a:pt x="19" y="6"/>
                    <a:pt x="18" y="7"/>
                  </a:cubicBezTo>
                  <a:cubicBezTo>
                    <a:pt x="16" y="8"/>
                    <a:pt x="14" y="10"/>
                    <a:pt x="12" y="12"/>
                  </a:cubicBezTo>
                  <a:cubicBezTo>
                    <a:pt x="8" y="14"/>
                    <a:pt x="5" y="18"/>
                    <a:pt x="0" y="20"/>
                  </a:cubicBezTo>
                  <a:cubicBezTo>
                    <a:pt x="3" y="22"/>
                    <a:pt x="5" y="24"/>
                    <a:pt x="8" y="26"/>
                  </a:cubicBezTo>
                  <a:cubicBezTo>
                    <a:pt x="13" y="29"/>
                    <a:pt x="18" y="33"/>
                    <a:pt x="24" y="36"/>
                  </a:cubicBezTo>
                  <a:cubicBezTo>
                    <a:pt x="24" y="0"/>
                    <a:pt x="24" y="0"/>
                    <a:pt x="24" y="0"/>
                  </a:cubicBezTo>
                  <a:cubicBezTo>
                    <a:pt x="24" y="0"/>
                    <a:pt x="24" y="0"/>
                    <a:pt x="24" y="0"/>
                  </a:cubicBezTo>
                  <a:cubicBezTo>
                    <a:pt x="22" y="1"/>
                    <a:pt x="21" y="3"/>
                    <a:pt x="20" y="4"/>
                  </a:cubicBezTo>
                  <a:close/>
                </a:path>
              </a:pathLst>
            </a:custGeom>
            <a:solidFill>
              <a:srgbClr val="477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76"/>
            <p:cNvSpPr>
              <a:spLocks/>
            </p:cNvSpPr>
            <p:nvPr/>
          </p:nvSpPr>
          <p:spPr bwMode="auto">
            <a:xfrm>
              <a:off x="4331652" y="4719990"/>
              <a:ext cx="13722" cy="7944"/>
            </a:xfrm>
            <a:custGeom>
              <a:avLst/>
              <a:gdLst>
                <a:gd name="T0" fmla="*/ 5 w 8"/>
                <a:gd name="T1" fmla="*/ 5 h 5"/>
                <a:gd name="T2" fmla="*/ 7 w 8"/>
                <a:gd name="T3" fmla="*/ 2 h 5"/>
                <a:gd name="T4" fmla="*/ 4 w 8"/>
                <a:gd name="T5" fmla="*/ 0 h 5"/>
                <a:gd name="T6" fmla="*/ 0 w 8"/>
                <a:gd name="T7" fmla="*/ 0 h 5"/>
                <a:gd name="T8" fmla="*/ 2 w 8"/>
                <a:gd name="T9" fmla="*/ 4 h 5"/>
                <a:gd name="T10" fmla="*/ 5 w 8"/>
                <a:gd name="T11" fmla="*/ 5 h 5"/>
              </a:gdLst>
              <a:ahLst/>
              <a:cxnLst>
                <a:cxn ang="0">
                  <a:pos x="T0" y="T1"/>
                </a:cxn>
                <a:cxn ang="0">
                  <a:pos x="T2" y="T3"/>
                </a:cxn>
                <a:cxn ang="0">
                  <a:pos x="T4" y="T5"/>
                </a:cxn>
                <a:cxn ang="0">
                  <a:pos x="T6" y="T7"/>
                </a:cxn>
                <a:cxn ang="0">
                  <a:pos x="T8" y="T9"/>
                </a:cxn>
                <a:cxn ang="0">
                  <a:pos x="T10" y="T11"/>
                </a:cxn>
              </a:cxnLst>
              <a:rect l="0" t="0" r="r" b="b"/>
              <a:pathLst>
                <a:path w="8" h="5">
                  <a:moveTo>
                    <a:pt x="5" y="5"/>
                  </a:moveTo>
                  <a:cubicBezTo>
                    <a:pt x="6" y="5"/>
                    <a:pt x="8" y="4"/>
                    <a:pt x="7" y="2"/>
                  </a:cubicBezTo>
                  <a:cubicBezTo>
                    <a:pt x="6" y="1"/>
                    <a:pt x="5" y="1"/>
                    <a:pt x="4" y="0"/>
                  </a:cubicBezTo>
                  <a:cubicBezTo>
                    <a:pt x="3" y="0"/>
                    <a:pt x="1" y="0"/>
                    <a:pt x="0" y="0"/>
                  </a:cubicBezTo>
                  <a:cubicBezTo>
                    <a:pt x="1" y="2"/>
                    <a:pt x="1" y="3"/>
                    <a:pt x="2" y="4"/>
                  </a:cubicBezTo>
                  <a:cubicBezTo>
                    <a:pt x="3" y="5"/>
                    <a:pt x="4" y="5"/>
                    <a:pt x="5" y="5"/>
                  </a:cubicBezTo>
                  <a:close/>
                </a:path>
              </a:pathLst>
            </a:custGeom>
            <a:solidFill>
              <a:srgbClr val="477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77"/>
            <p:cNvSpPr>
              <a:spLocks/>
            </p:cNvSpPr>
            <p:nvPr/>
          </p:nvSpPr>
          <p:spPr bwMode="auto">
            <a:xfrm>
              <a:off x="4406761" y="4712767"/>
              <a:ext cx="7222" cy="10111"/>
            </a:xfrm>
            <a:custGeom>
              <a:avLst/>
              <a:gdLst>
                <a:gd name="T0" fmla="*/ 0 w 4"/>
                <a:gd name="T1" fmla="*/ 3 h 6"/>
                <a:gd name="T2" fmla="*/ 1 w 4"/>
                <a:gd name="T3" fmla="*/ 5 h 6"/>
                <a:gd name="T4" fmla="*/ 3 w 4"/>
                <a:gd name="T5" fmla="*/ 4 h 6"/>
                <a:gd name="T6" fmla="*/ 4 w 4"/>
                <a:gd name="T7" fmla="*/ 0 h 6"/>
                <a:gd name="T8" fmla="*/ 2 w 4"/>
                <a:gd name="T9" fmla="*/ 0 h 6"/>
                <a:gd name="T10" fmla="*/ 0 w 4"/>
                <a:gd name="T11" fmla="*/ 3 h 6"/>
              </a:gdLst>
              <a:ahLst/>
              <a:cxnLst>
                <a:cxn ang="0">
                  <a:pos x="T0" y="T1"/>
                </a:cxn>
                <a:cxn ang="0">
                  <a:pos x="T2" y="T3"/>
                </a:cxn>
                <a:cxn ang="0">
                  <a:pos x="T4" y="T5"/>
                </a:cxn>
                <a:cxn ang="0">
                  <a:pos x="T6" y="T7"/>
                </a:cxn>
                <a:cxn ang="0">
                  <a:pos x="T8" y="T9"/>
                </a:cxn>
                <a:cxn ang="0">
                  <a:pos x="T10" y="T11"/>
                </a:cxn>
              </a:cxnLst>
              <a:rect l="0" t="0" r="r" b="b"/>
              <a:pathLst>
                <a:path w="4" h="6">
                  <a:moveTo>
                    <a:pt x="0" y="3"/>
                  </a:moveTo>
                  <a:cubicBezTo>
                    <a:pt x="0" y="4"/>
                    <a:pt x="0" y="5"/>
                    <a:pt x="1" y="5"/>
                  </a:cubicBezTo>
                  <a:cubicBezTo>
                    <a:pt x="2" y="6"/>
                    <a:pt x="3" y="6"/>
                    <a:pt x="3" y="4"/>
                  </a:cubicBezTo>
                  <a:cubicBezTo>
                    <a:pt x="4" y="3"/>
                    <a:pt x="4" y="2"/>
                    <a:pt x="4" y="0"/>
                  </a:cubicBezTo>
                  <a:cubicBezTo>
                    <a:pt x="3" y="0"/>
                    <a:pt x="3" y="0"/>
                    <a:pt x="2" y="0"/>
                  </a:cubicBezTo>
                  <a:cubicBezTo>
                    <a:pt x="1" y="1"/>
                    <a:pt x="0" y="2"/>
                    <a:pt x="0" y="3"/>
                  </a:cubicBezTo>
                  <a:close/>
                </a:path>
              </a:pathLst>
            </a:custGeom>
            <a:solidFill>
              <a:srgbClr val="477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78"/>
            <p:cNvSpPr>
              <a:spLocks/>
            </p:cNvSpPr>
            <p:nvPr/>
          </p:nvSpPr>
          <p:spPr bwMode="auto">
            <a:xfrm>
              <a:off x="4355484" y="4706267"/>
              <a:ext cx="12278" cy="13722"/>
            </a:xfrm>
            <a:custGeom>
              <a:avLst/>
              <a:gdLst>
                <a:gd name="T0" fmla="*/ 6 w 7"/>
                <a:gd name="T1" fmla="*/ 6 h 8"/>
                <a:gd name="T2" fmla="*/ 6 w 7"/>
                <a:gd name="T3" fmla="*/ 2 h 8"/>
                <a:gd name="T4" fmla="*/ 1 w 7"/>
                <a:gd name="T5" fmla="*/ 0 h 8"/>
                <a:gd name="T6" fmla="*/ 2 w 7"/>
                <a:gd name="T7" fmla="*/ 5 h 8"/>
                <a:gd name="T8" fmla="*/ 6 w 7"/>
                <a:gd name="T9" fmla="*/ 6 h 8"/>
              </a:gdLst>
              <a:ahLst/>
              <a:cxnLst>
                <a:cxn ang="0">
                  <a:pos x="T0" y="T1"/>
                </a:cxn>
                <a:cxn ang="0">
                  <a:pos x="T2" y="T3"/>
                </a:cxn>
                <a:cxn ang="0">
                  <a:pos x="T4" y="T5"/>
                </a:cxn>
                <a:cxn ang="0">
                  <a:pos x="T6" y="T7"/>
                </a:cxn>
                <a:cxn ang="0">
                  <a:pos x="T8" y="T9"/>
                </a:cxn>
              </a:cxnLst>
              <a:rect l="0" t="0" r="r" b="b"/>
              <a:pathLst>
                <a:path w="7" h="8">
                  <a:moveTo>
                    <a:pt x="6" y="6"/>
                  </a:moveTo>
                  <a:cubicBezTo>
                    <a:pt x="7" y="5"/>
                    <a:pt x="7" y="3"/>
                    <a:pt x="6" y="2"/>
                  </a:cubicBezTo>
                  <a:cubicBezTo>
                    <a:pt x="5" y="0"/>
                    <a:pt x="2" y="0"/>
                    <a:pt x="1" y="0"/>
                  </a:cubicBezTo>
                  <a:cubicBezTo>
                    <a:pt x="0" y="2"/>
                    <a:pt x="1" y="4"/>
                    <a:pt x="2" y="5"/>
                  </a:cubicBezTo>
                  <a:cubicBezTo>
                    <a:pt x="3" y="7"/>
                    <a:pt x="5" y="8"/>
                    <a:pt x="6" y="6"/>
                  </a:cubicBezTo>
                  <a:close/>
                </a:path>
              </a:pathLst>
            </a:custGeom>
            <a:solidFill>
              <a:srgbClr val="477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79"/>
            <p:cNvSpPr>
              <a:spLocks/>
            </p:cNvSpPr>
            <p:nvPr/>
          </p:nvSpPr>
          <p:spPr bwMode="auto">
            <a:xfrm>
              <a:off x="4326596" y="4762599"/>
              <a:ext cx="5056" cy="5056"/>
            </a:xfrm>
            <a:custGeom>
              <a:avLst/>
              <a:gdLst>
                <a:gd name="T0" fmla="*/ 3 w 3"/>
                <a:gd name="T1" fmla="*/ 2 h 3"/>
                <a:gd name="T2" fmla="*/ 1 w 3"/>
                <a:gd name="T3" fmla="*/ 0 h 3"/>
                <a:gd name="T4" fmla="*/ 0 w 3"/>
                <a:gd name="T5" fmla="*/ 2 h 3"/>
                <a:gd name="T6" fmla="*/ 0 w 3"/>
                <a:gd name="T7" fmla="*/ 2 h 3"/>
                <a:gd name="T8" fmla="*/ 1 w 3"/>
                <a:gd name="T9" fmla="*/ 3 h 3"/>
                <a:gd name="T10" fmla="*/ 2 w 3"/>
                <a:gd name="T11" fmla="*/ 3 h 3"/>
                <a:gd name="T12" fmla="*/ 3 w 3"/>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3" y="2"/>
                  </a:moveTo>
                  <a:cubicBezTo>
                    <a:pt x="2" y="1"/>
                    <a:pt x="2" y="1"/>
                    <a:pt x="1" y="0"/>
                  </a:cubicBezTo>
                  <a:cubicBezTo>
                    <a:pt x="0" y="0"/>
                    <a:pt x="0" y="1"/>
                    <a:pt x="0" y="2"/>
                  </a:cubicBezTo>
                  <a:cubicBezTo>
                    <a:pt x="0" y="2"/>
                    <a:pt x="0" y="2"/>
                    <a:pt x="0" y="2"/>
                  </a:cubicBezTo>
                  <a:cubicBezTo>
                    <a:pt x="0" y="3"/>
                    <a:pt x="1" y="3"/>
                    <a:pt x="1" y="3"/>
                  </a:cubicBezTo>
                  <a:cubicBezTo>
                    <a:pt x="1" y="3"/>
                    <a:pt x="2" y="3"/>
                    <a:pt x="2" y="3"/>
                  </a:cubicBezTo>
                  <a:cubicBezTo>
                    <a:pt x="2" y="3"/>
                    <a:pt x="3" y="2"/>
                    <a:pt x="3" y="2"/>
                  </a:cubicBezTo>
                  <a:close/>
                </a:path>
              </a:pathLst>
            </a:custGeom>
            <a:solidFill>
              <a:srgbClr val="477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80"/>
            <p:cNvSpPr>
              <a:spLocks/>
            </p:cNvSpPr>
            <p:nvPr/>
          </p:nvSpPr>
          <p:spPr bwMode="auto">
            <a:xfrm>
              <a:off x="4382928" y="4702657"/>
              <a:ext cx="15167" cy="13722"/>
            </a:xfrm>
            <a:custGeom>
              <a:avLst/>
              <a:gdLst>
                <a:gd name="T0" fmla="*/ 3 w 9"/>
                <a:gd name="T1" fmla="*/ 8 h 8"/>
                <a:gd name="T2" fmla="*/ 7 w 9"/>
                <a:gd name="T3" fmla="*/ 3 h 8"/>
                <a:gd name="T4" fmla="*/ 4 w 9"/>
                <a:gd name="T5" fmla="*/ 0 h 8"/>
                <a:gd name="T6" fmla="*/ 2 w 9"/>
                <a:gd name="T7" fmla="*/ 2 h 8"/>
                <a:gd name="T8" fmla="*/ 3 w 9"/>
                <a:gd name="T9" fmla="*/ 8 h 8"/>
              </a:gdLst>
              <a:ahLst/>
              <a:cxnLst>
                <a:cxn ang="0">
                  <a:pos x="T0" y="T1"/>
                </a:cxn>
                <a:cxn ang="0">
                  <a:pos x="T2" y="T3"/>
                </a:cxn>
                <a:cxn ang="0">
                  <a:pos x="T4" y="T5"/>
                </a:cxn>
                <a:cxn ang="0">
                  <a:pos x="T6" y="T7"/>
                </a:cxn>
                <a:cxn ang="0">
                  <a:pos x="T8" y="T9"/>
                </a:cxn>
              </a:cxnLst>
              <a:rect l="0" t="0" r="r" b="b"/>
              <a:pathLst>
                <a:path w="9" h="8">
                  <a:moveTo>
                    <a:pt x="3" y="8"/>
                  </a:moveTo>
                  <a:cubicBezTo>
                    <a:pt x="6" y="8"/>
                    <a:pt x="9" y="6"/>
                    <a:pt x="7" y="3"/>
                  </a:cubicBezTo>
                  <a:cubicBezTo>
                    <a:pt x="6" y="2"/>
                    <a:pt x="5" y="1"/>
                    <a:pt x="4" y="0"/>
                  </a:cubicBezTo>
                  <a:cubicBezTo>
                    <a:pt x="3" y="1"/>
                    <a:pt x="2" y="1"/>
                    <a:pt x="2" y="2"/>
                  </a:cubicBezTo>
                  <a:cubicBezTo>
                    <a:pt x="0" y="4"/>
                    <a:pt x="0" y="8"/>
                    <a:pt x="3" y="8"/>
                  </a:cubicBezTo>
                  <a:close/>
                </a:path>
              </a:pathLst>
            </a:custGeom>
            <a:solidFill>
              <a:srgbClr val="477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81"/>
            <p:cNvSpPr>
              <a:spLocks/>
            </p:cNvSpPr>
            <p:nvPr/>
          </p:nvSpPr>
          <p:spPr bwMode="auto">
            <a:xfrm>
              <a:off x="4311430" y="4697601"/>
              <a:ext cx="142997" cy="78721"/>
            </a:xfrm>
            <a:custGeom>
              <a:avLst/>
              <a:gdLst>
                <a:gd name="T0" fmla="*/ 47 w 84"/>
                <a:gd name="T1" fmla="*/ 31 h 46"/>
                <a:gd name="T2" fmla="*/ 68 w 84"/>
                <a:gd name="T3" fmla="*/ 37 h 46"/>
                <a:gd name="T4" fmla="*/ 69 w 84"/>
                <a:gd name="T5" fmla="*/ 36 h 46"/>
                <a:gd name="T6" fmla="*/ 75 w 84"/>
                <a:gd name="T7" fmla="*/ 37 h 46"/>
                <a:gd name="T8" fmla="*/ 80 w 84"/>
                <a:gd name="T9" fmla="*/ 31 h 46"/>
                <a:gd name="T10" fmla="*/ 72 w 84"/>
                <a:gd name="T11" fmla="*/ 31 h 46"/>
                <a:gd name="T12" fmla="*/ 80 w 84"/>
                <a:gd name="T13" fmla="*/ 30 h 46"/>
                <a:gd name="T14" fmla="*/ 76 w 84"/>
                <a:gd name="T15" fmla="*/ 20 h 46"/>
                <a:gd name="T16" fmla="*/ 70 w 84"/>
                <a:gd name="T17" fmla="*/ 22 h 46"/>
                <a:gd name="T18" fmla="*/ 67 w 84"/>
                <a:gd name="T19" fmla="*/ 19 h 46"/>
                <a:gd name="T20" fmla="*/ 73 w 84"/>
                <a:gd name="T21" fmla="*/ 18 h 46"/>
                <a:gd name="T22" fmla="*/ 61 w 84"/>
                <a:gd name="T23" fmla="*/ 9 h 46"/>
                <a:gd name="T24" fmla="*/ 58 w 84"/>
                <a:gd name="T25" fmla="*/ 15 h 46"/>
                <a:gd name="T26" fmla="*/ 60 w 84"/>
                <a:gd name="T27" fmla="*/ 8 h 46"/>
                <a:gd name="T28" fmla="*/ 55 w 84"/>
                <a:gd name="T29" fmla="*/ 3 h 46"/>
                <a:gd name="T30" fmla="*/ 47 w 84"/>
                <a:gd name="T31" fmla="*/ 3 h 46"/>
                <a:gd name="T32" fmla="*/ 42 w 84"/>
                <a:gd name="T33" fmla="*/ 10 h 46"/>
                <a:gd name="T34" fmla="*/ 43 w 84"/>
                <a:gd name="T35" fmla="*/ 2 h 46"/>
                <a:gd name="T36" fmla="*/ 27 w 84"/>
                <a:gd name="T37" fmla="*/ 3 h 46"/>
                <a:gd name="T38" fmla="*/ 33 w 84"/>
                <a:gd name="T39" fmla="*/ 7 h 46"/>
                <a:gd name="T40" fmla="*/ 30 w 84"/>
                <a:gd name="T41" fmla="*/ 13 h 46"/>
                <a:gd name="T42" fmla="*/ 25 w 84"/>
                <a:gd name="T43" fmla="*/ 5 h 46"/>
                <a:gd name="T44" fmla="*/ 12 w 84"/>
                <a:gd name="T45" fmla="*/ 11 h 46"/>
                <a:gd name="T46" fmla="*/ 13 w 84"/>
                <a:gd name="T47" fmla="*/ 12 h 46"/>
                <a:gd name="T48" fmla="*/ 20 w 84"/>
                <a:gd name="T49" fmla="*/ 17 h 46"/>
                <a:gd name="T50" fmla="*/ 12 w 84"/>
                <a:gd name="T51" fmla="*/ 13 h 46"/>
                <a:gd name="T52" fmla="*/ 4 w 84"/>
                <a:gd name="T53" fmla="*/ 22 h 46"/>
                <a:gd name="T54" fmla="*/ 8 w 84"/>
                <a:gd name="T55" fmla="*/ 23 h 46"/>
                <a:gd name="T56" fmla="*/ 16 w 84"/>
                <a:gd name="T57" fmla="*/ 27 h 46"/>
                <a:gd name="T58" fmla="*/ 4 w 84"/>
                <a:gd name="T59" fmla="*/ 27 h 46"/>
                <a:gd name="T60" fmla="*/ 0 w 84"/>
                <a:gd name="T61" fmla="*/ 29 h 46"/>
                <a:gd name="T62" fmla="*/ 8 w 84"/>
                <a:gd name="T63" fmla="*/ 42 h 46"/>
                <a:gd name="T64" fmla="*/ 8 w 84"/>
                <a:gd name="T65" fmla="*/ 41 h 46"/>
                <a:gd name="T66" fmla="*/ 8 w 84"/>
                <a:gd name="T67" fmla="*/ 40 h 46"/>
                <a:gd name="T68" fmla="*/ 11 w 84"/>
                <a:gd name="T69" fmla="*/ 42 h 46"/>
                <a:gd name="T70" fmla="*/ 15 w 84"/>
                <a:gd name="T71" fmla="*/ 46 h 46"/>
                <a:gd name="T72" fmla="*/ 28 w 84"/>
                <a:gd name="T73" fmla="*/ 37 h 46"/>
                <a:gd name="T74" fmla="*/ 39 w 84"/>
                <a:gd name="T75" fmla="*/ 27 h 46"/>
                <a:gd name="T76" fmla="*/ 43 w 84"/>
                <a:gd name="T77" fmla="*/ 2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4" h="46">
                  <a:moveTo>
                    <a:pt x="43" y="27"/>
                  </a:moveTo>
                  <a:cubicBezTo>
                    <a:pt x="44" y="28"/>
                    <a:pt x="45" y="30"/>
                    <a:pt x="47" y="31"/>
                  </a:cubicBezTo>
                  <a:cubicBezTo>
                    <a:pt x="49" y="32"/>
                    <a:pt x="51" y="33"/>
                    <a:pt x="53" y="34"/>
                  </a:cubicBezTo>
                  <a:cubicBezTo>
                    <a:pt x="58" y="35"/>
                    <a:pt x="63" y="37"/>
                    <a:pt x="68" y="37"/>
                  </a:cubicBezTo>
                  <a:cubicBezTo>
                    <a:pt x="68" y="36"/>
                    <a:pt x="68" y="36"/>
                    <a:pt x="69" y="36"/>
                  </a:cubicBezTo>
                  <a:cubicBezTo>
                    <a:pt x="69" y="36"/>
                    <a:pt x="69" y="36"/>
                    <a:pt x="69" y="36"/>
                  </a:cubicBezTo>
                  <a:cubicBezTo>
                    <a:pt x="69" y="36"/>
                    <a:pt x="69" y="36"/>
                    <a:pt x="69" y="36"/>
                  </a:cubicBezTo>
                  <a:cubicBezTo>
                    <a:pt x="71" y="36"/>
                    <a:pt x="73" y="37"/>
                    <a:pt x="75" y="37"/>
                  </a:cubicBezTo>
                  <a:cubicBezTo>
                    <a:pt x="77" y="37"/>
                    <a:pt x="78" y="37"/>
                    <a:pt x="80" y="37"/>
                  </a:cubicBezTo>
                  <a:cubicBezTo>
                    <a:pt x="84" y="35"/>
                    <a:pt x="82" y="32"/>
                    <a:pt x="80" y="31"/>
                  </a:cubicBezTo>
                  <a:cubicBezTo>
                    <a:pt x="80" y="31"/>
                    <a:pt x="79" y="32"/>
                    <a:pt x="78" y="32"/>
                  </a:cubicBezTo>
                  <a:cubicBezTo>
                    <a:pt x="77" y="33"/>
                    <a:pt x="72" y="34"/>
                    <a:pt x="72" y="31"/>
                  </a:cubicBezTo>
                  <a:cubicBezTo>
                    <a:pt x="72" y="30"/>
                    <a:pt x="75" y="29"/>
                    <a:pt x="76" y="29"/>
                  </a:cubicBezTo>
                  <a:cubicBezTo>
                    <a:pt x="77" y="29"/>
                    <a:pt x="79" y="29"/>
                    <a:pt x="80" y="30"/>
                  </a:cubicBezTo>
                  <a:cubicBezTo>
                    <a:pt x="80" y="30"/>
                    <a:pt x="80" y="29"/>
                    <a:pt x="80" y="29"/>
                  </a:cubicBezTo>
                  <a:cubicBezTo>
                    <a:pt x="83" y="25"/>
                    <a:pt x="80" y="22"/>
                    <a:pt x="76" y="20"/>
                  </a:cubicBezTo>
                  <a:cubicBezTo>
                    <a:pt x="76" y="19"/>
                    <a:pt x="75" y="19"/>
                    <a:pt x="74" y="18"/>
                  </a:cubicBezTo>
                  <a:cubicBezTo>
                    <a:pt x="73" y="20"/>
                    <a:pt x="72" y="21"/>
                    <a:pt x="70" y="22"/>
                  </a:cubicBezTo>
                  <a:cubicBezTo>
                    <a:pt x="69" y="22"/>
                    <a:pt x="67" y="23"/>
                    <a:pt x="67" y="22"/>
                  </a:cubicBezTo>
                  <a:cubicBezTo>
                    <a:pt x="66" y="21"/>
                    <a:pt x="66" y="20"/>
                    <a:pt x="67" y="19"/>
                  </a:cubicBezTo>
                  <a:cubicBezTo>
                    <a:pt x="68" y="17"/>
                    <a:pt x="69" y="17"/>
                    <a:pt x="71" y="17"/>
                  </a:cubicBezTo>
                  <a:cubicBezTo>
                    <a:pt x="72" y="17"/>
                    <a:pt x="73" y="17"/>
                    <a:pt x="73" y="18"/>
                  </a:cubicBezTo>
                  <a:cubicBezTo>
                    <a:pt x="75" y="13"/>
                    <a:pt x="69" y="9"/>
                    <a:pt x="65" y="9"/>
                  </a:cubicBezTo>
                  <a:cubicBezTo>
                    <a:pt x="63" y="9"/>
                    <a:pt x="62" y="9"/>
                    <a:pt x="61" y="9"/>
                  </a:cubicBezTo>
                  <a:cubicBezTo>
                    <a:pt x="61" y="10"/>
                    <a:pt x="61" y="12"/>
                    <a:pt x="60" y="13"/>
                  </a:cubicBezTo>
                  <a:cubicBezTo>
                    <a:pt x="60" y="14"/>
                    <a:pt x="59" y="16"/>
                    <a:pt x="58" y="15"/>
                  </a:cubicBezTo>
                  <a:cubicBezTo>
                    <a:pt x="57" y="15"/>
                    <a:pt x="56" y="15"/>
                    <a:pt x="55" y="14"/>
                  </a:cubicBezTo>
                  <a:cubicBezTo>
                    <a:pt x="55" y="11"/>
                    <a:pt x="57" y="9"/>
                    <a:pt x="60" y="8"/>
                  </a:cubicBezTo>
                  <a:cubicBezTo>
                    <a:pt x="59" y="7"/>
                    <a:pt x="59" y="6"/>
                    <a:pt x="58" y="6"/>
                  </a:cubicBezTo>
                  <a:cubicBezTo>
                    <a:pt x="57" y="5"/>
                    <a:pt x="56" y="4"/>
                    <a:pt x="55" y="3"/>
                  </a:cubicBezTo>
                  <a:cubicBezTo>
                    <a:pt x="54" y="2"/>
                    <a:pt x="53" y="2"/>
                    <a:pt x="51" y="2"/>
                  </a:cubicBezTo>
                  <a:cubicBezTo>
                    <a:pt x="50" y="3"/>
                    <a:pt x="48" y="3"/>
                    <a:pt x="47" y="3"/>
                  </a:cubicBezTo>
                  <a:cubicBezTo>
                    <a:pt x="49" y="4"/>
                    <a:pt x="52" y="9"/>
                    <a:pt x="49" y="11"/>
                  </a:cubicBezTo>
                  <a:cubicBezTo>
                    <a:pt x="48" y="12"/>
                    <a:pt x="43" y="13"/>
                    <a:pt x="42" y="10"/>
                  </a:cubicBezTo>
                  <a:cubicBezTo>
                    <a:pt x="41" y="7"/>
                    <a:pt x="42" y="4"/>
                    <a:pt x="45" y="3"/>
                  </a:cubicBezTo>
                  <a:cubicBezTo>
                    <a:pt x="45" y="2"/>
                    <a:pt x="44" y="2"/>
                    <a:pt x="43" y="2"/>
                  </a:cubicBezTo>
                  <a:cubicBezTo>
                    <a:pt x="41" y="1"/>
                    <a:pt x="38" y="0"/>
                    <a:pt x="35" y="0"/>
                  </a:cubicBezTo>
                  <a:cubicBezTo>
                    <a:pt x="32" y="1"/>
                    <a:pt x="29" y="1"/>
                    <a:pt x="27" y="3"/>
                  </a:cubicBezTo>
                  <a:cubicBezTo>
                    <a:pt x="27" y="4"/>
                    <a:pt x="27" y="4"/>
                    <a:pt x="27" y="5"/>
                  </a:cubicBezTo>
                  <a:cubicBezTo>
                    <a:pt x="29" y="4"/>
                    <a:pt x="32" y="4"/>
                    <a:pt x="33" y="7"/>
                  </a:cubicBezTo>
                  <a:cubicBezTo>
                    <a:pt x="33" y="8"/>
                    <a:pt x="34" y="10"/>
                    <a:pt x="33" y="11"/>
                  </a:cubicBezTo>
                  <a:cubicBezTo>
                    <a:pt x="32" y="12"/>
                    <a:pt x="31" y="13"/>
                    <a:pt x="30" y="13"/>
                  </a:cubicBezTo>
                  <a:cubicBezTo>
                    <a:pt x="27" y="12"/>
                    <a:pt x="26" y="8"/>
                    <a:pt x="26" y="5"/>
                  </a:cubicBezTo>
                  <a:cubicBezTo>
                    <a:pt x="26" y="5"/>
                    <a:pt x="25" y="5"/>
                    <a:pt x="25" y="5"/>
                  </a:cubicBezTo>
                  <a:cubicBezTo>
                    <a:pt x="24" y="6"/>
                    <a:pt x="22" y="6"/>
                    <a:pt x="20" y="6"/>
                  </a:cubicBezTo>
                  <a:cubicBezTo>
                    <a:pt x="18" y="6"/>
                    <a:pt x="13" y="7"/>
                    <a:pt x="12" y="11"/>
                  </a:cubicBezTo>
                  <a:cubicBezTo>
                    <a:pt x="12" y="11"/>
                    <a:pt x="12" y="12"/>
                    <a:pt x="12" y="12"/>
                  </a:cubicBezTo>
                  <a:cubicBezTo>
                    <a:pt x="12" y="12"/>
                    <a:pt x="13" y="12"/>
                    <a:pt x="13" y="12"/>
                  </a:cubicBezTo>
                  <a:cubicBezTo>
                    <a:pt x="14" y="12"/>
                    <a:pt x="16" y="12"/>
                    <a:pt x="18" y="13"/>
                  </a:cubicBezTo>
                  <a:cubicBezTo>
                    <a:pt x="19" y="14"/>
                    <a:pt x="20" y="15"/>
                    <a:pt x="20" y="17"/>
                  </a:cubicBezTo>
                  <a:cubicBezTo>
                    <a:pt x="20" y="18"/>
                    <a:pt x="18" y="19"/>
                    <a:pt x="17" y="19"/>
                  </a:cubicBezTo>
                  <a:cubicBezTo>
                    <a:pt x="14" y="19"/>
                    <a:pt x="12" y="16"/>
                    <a:pt x="12" y="13"/>
                  </a:cubicBezTo>
                  <a:cubicBezTo>
                    <a:pt x="8" y="13"/>
                    <a:pt x="5" y="14"/>
                    <a:pt x="4" y="17"/>
                  </a:cubicBezTo>
                  <a:cubicBezTo>
                    <a:pt x="3" y="19"/>
                    <a:pt x="4" y="20"/>
                    <a:pt x="4" y="22"/>
                  </a:cubicBezTo>
                  <a:cubicBezTo>
                    <a:pt x="4" y="23"/>
                    <a:pt x="4" y="23"/>
                    <a:pt x="4" y="23"/>
                  </a:cubicBezTo>
                  <a:cubicBezTo>
                    <a:pt x="6" y="23"/>
                    <a:pt x="7" y="23"/>
                    <a:pt x="8" y="23"/>
                  </a:cubicBezTo>
                  <a:cubicBezTo>
                    <a:pt x="10" y="24"/>
                    <a:pt x="12" y="24"/>
                    <a:pt x="14" y="25"/>
                  </a:cubicBezTo>
                  <a:cubicBezTo>
                    <a:pt x="15" y="25"/>
                    <a:pt x="16" y="26"/>
                    <a:pt x="16" y="27"/>
                  </a:cubicBezTo>
                  <a:cubicBezTo>
                    <a:pt x="16" y="31"/>
                    <a:pt x="11" y="31"/>
                    <a:pt x="8" y="30"/>
                  </a:cubicBezTo>
                  <a:cubicBezTo>
                    <a:pt x="7" y="29"/>
                    <a:pt x="5" y="28"/>
                    <a:pt x="4" y="27"/>
                  </a:cubicBezTo>
                  <a:cubicBezTo>
                    <a:pt x="4" y="26"/>
                    <a:pt x="4" y="25"/>
                    <a:pt x="4" y="24"/>
                  </a:cubicBezTo>
                  <a:cubicBezTo>
                    <a:pt x="2" y="25"/>
                    <a:pt x="0" y="27"/>
                    <a:pt x="0" y="29"/>
                  </a:cubicBezTo>
                  <a:cubicBezTo>
                    <a:pt x="0" y="32"/>
                    <a:pt x="0" y="35"/>
                    <a:pt x="0" y="37"/>
                  </a:cubicBezTo>
                  <a:cubicBezTo>
                    <a:pt x="1" y="40"/>
                    <a:pt x="5" y="42"/>
                    <a:pt x="8" y="42"/>
                  </a:cubicBezTo>
                  <a:cubicBezTo>
                    <a:pt x="8" y="42"/>
                    <a:pt x="9" y="42"/>
                    <a:pt x="9" y="42"/>
                  </a:cubicBezTo>
                  <a:cubicBezTo>
                    <a:pt x="9" y="41"/>
                    <a:pt x="8" y="41"/>
                    <a:pt x="8" y="41"/>
                  </a:cubicBezTo>
                  <a:cubicBezTo>
                    <a:pt x="8" y="41"/>
                    <a:pt x="8" y="40"/>
                    <a:pt x="8" y="40"/>
                  </a:cubicBezTo>
                  <a:cubicBezTo>
                    <a:pt x="8" y="40"/>
                    <a:pt x="8" y="40"/>
                    <a:pt x="8" y="40"/>
                  </a:cubicBezTo>
                  <a:cubicBezTo>
                    <a:pt x="8" y="38"/>
                    <a:pt x="11" y="36"/>
                    <a:pt x="12" y="38"/>
                  </a:cubicBezTo>
                  <a:cubicBezTo>
                    <a:pt x="14" y="40"/>
                    <a:pt x="12" y="41"/>
                    <a:pt x="11" y="42"/>
                  </a:cubicBezTo>
                  <a:cubicBezTo>
                    <a:pt x="12" y="43"/>
                    <a:pt x="13" y="45"/>
                    <a:pt x="15" y="46"/>
                  </a:cubicBezTo>
                  <a:cubicBezTo>
                    <a:pt x="15" y="46"/>
                    <a:pt x="15" y="46"/>
                    <a:pt x="15" y="46"/>
                  </a:cubicBezTo>
                  <a:cubicBezTo>
                    <a:pt x="15" y="46"/>
                    <a:pt x="15" y="46"/>
                    <a:pt x="15" y="46"/>
                  </a:cubicBezTo>
                  <a:cubicBezTo>
                    <a:pt x="20" y="45"/>
                    <a:pt x="23" y="40"/>
                    <a:pt x="28" y="37"/>
                  </a:cubicBezTo>
                  <a:cubicBezTo>
                    <a:pt x="32" y="34"/>
                    <a:pt x="34" y="30"/>
                    <a:pt x="38" y="27"/>
                  </a:cubicBezTo>
                  <a:cubicBezTo>
                    <a:pt x="39" y="27"/>
                    <a:pt x="39" y="27"/>
                    <a:pt x="39" y="27"/>
                  </a:cubicBezTo>
                  <a:cubicBezTo>
                    <a:pt x="39" y="27"/>
                    <a:pt x="39" y="27"/>
                    <a:pt x="39" y="27"/>
                  </a:cubicBezTo>
                  <a:cubicBezTo>
                    <a:pt x="43" y="27"/>
                    <a:pt x="43" y="27"/>
                    <a:pt x="43" y="27"/>
                  </a:cubicBezTo>
                  <a:close/>
                </a:path>
              </a:pathLst>
            </a:custGeom>
            <a:solidFill>
              <a:srgbClr val="477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82"/>
            <p:cNvSpPr>
              <a:spLocks/>
            </p:cNvSpPr>
            <p:nvPr/>
          </p:nvSpPr>
          <p:spPr bwMode="auto">
            <a:xfrm>
              <a:off x="4435649" y="4746711"/>
              <a:ext cx="10111" cy="5056"/>
            </a:xfrm>
            <a:custGeom>
              <a:avLst/>
              <a:gdLst>
                <a:gd name="T0" fmla="*/ 1 w 6"/>
                <a:gd name="T1" fmla="*/ 3 h 3"/>
                <a:gd name="T2" fmla="*/ 3 w 6"/>
                <a:gd name="T3" fmla="*/ 3 h 3"/>
                <a:gd name="T4" fmla="*/ 6 w 6"/>
                <a:gd name="T5" fmla="*/ 1 h 3"/>
                <a:gd name="T6" fmla="*/ 3 w 6"/>
                <a:gd name="T7" fmla="*/ 0 h 3"/>
                <a:gd name="T8" fmla="*/ 1 w 6"/>
                <a:gd name="T9" fmla="*/ 1 h 3"/>
                <a:gd name="T10" fmla="*/ 1 w 6"/>
                <a:gd name="T11" fmla="*/ 3 h 3"/>
              </a:gdLst>
              <a:ahLst/>
              <a:cxnLst>
                <a:cxn ang="0">
                  <a:pos x="T0" y="T1"/>
                </a:cxn>
                <a:cxn ang="0">
                  <a:pos x="T2" y="T3"/>
                </a:cxn>
                <a:cxn ang="0">
                  <a:pos x="T4" y="T5"/>
                </a:cxn>
                <a:cxn ang="0">
                  <a:pos x="T6" y="T7"/>
                </a:cxn>
                <a:cxn ang="0">
                  <a:pos x="T8" y="T9"/>
                </a:cxn>
                <a:cxn ang="0">
                  <a:pos x="T10" y="T11"/>
                </a:cxn>
              </a:cxnLst>
              <a:rect l="0" t="0" r="r" b="b"/>
              <a:pathLst>
                <a:path w="6" h="3">
                  <a:moveTo>
                    <a:pt x="1" y="3"/>
                  </a:moveTo>
                  <a:cubicBezTo>
                    <a:pt x="2" y="3"/>
                    <a:pt x="2" y="3"/>
                    <a:pt x="3" y="3"/>
                  </a:cubicBezTo>
                  <a:cubicBezTo>
                    <a:pt x="4" y="3"/>
                    <a:pt x="5" y="2"/>
                    <a:pt x="6" y="1"/>
                  </a:cubicBezTo>
                  <a:cubicBezTo>
                    <a:pt x="5" y="1"/>
                    <a:pt x="4" y="0"/>
                    <a:pt x="3" y="0"/>
                  </a:cubicBezTo>
                  <a:cubicBezTo>
                    <a:pt x="2" y="1"/>
                    <a:pt x="2" y="1"/>
                    <a:pt x="1" y="1"/>
                  </a:cubicBezTo>
                  <a:cubicBezTo>
                    <a:pt x="0" y="2"/>
                    <a:pt x="0" y="2"/>
                    <a:pt x="1" y="3"/>
                  </a:cubicBezTo>
                  <a:close/>
                </a:path>
              </a:pathLst>
            </a:custGeom>
            <a:solidFill>
              <a:srgbClr val="477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83"/>
            <p:cNvSpPr>
              <a:spLocks/>
            </p:cNvSpPr>
            <p:nvPr/>
          </p:nvSpPr>
          <p:spPr bwMode="auto">
            <a:xfrm>
              <a:off x="4425538" y="4726489"/>
              <a:ext cx="10111" cy="10111"/>
            </a:xfrm>
            <a:custGeom>
              <a:avLst/>
              <a:gdLst>
                <a:gd name="T0" fmla="*/ 1 w 6"/>
                <a:gd name="T1" fmla="*/ 2 h 6"/>
                <a:gd name="T2" fmla="*/ 0 w 6"/>
                <a:gd name="T3" fmla="*/ 4 h 6"/>
                <a:gd name="T4" fmla="*/ 3 w 6"/>
                <a:gd name="T5" fmla="*/ 4 h 6"/>
                <a:gd name="T6" fmla="*/ 6 w 6"/>
                <a:gd name="T7" fmla="*/ 1 h 6"/>
                <a:gd name="T8" fmla="*/ 1 w 6"/>
                <a:gd name="T9" fmla="*/ 2 h 6"/>
              </a:gdLst>
              <a:ahLst/>
              <a:cxnLst>
                <a:cxn ang="0">
                  <a:pos x="T0" y="T1"/>
                </a:cxn>
                <a:cxn ang="0">
                  <a:pos x="T2" y="T3"/>
                </a:cxn>
                <a:cxn ang="0">
                  <a:pos x="T4" y="T5"/>
                </a:cxn>
                <a:cxn ang="0">
                  <a:pos x="T6" y="T7"/>
                </a:cxn>
                <a:cxn ang="0">
                  <a:pos x="T8" y="T9"/>
                </a:cxn>
              </a:cxnLst>
              <a:rect l="0" t="0" r="r" b="b"/>
              <a:pathLst>
                <a:path w="6" h="6">
                  <a:moveTo>
                    <a:pt x="1" y="2"/>
                  </a:moveTo>
                  <a:cubicBezTo>
                    <a:pt x="1" y="2"/>
                    <a:pt x="0" y="3"/>
                    <a:pt x="0" y="4"/>
                  </a:cubicBezTo>
                  <a:cubicBezTo>
                    <a:pt x="0" y="6"/>
                    <a:pt x="3" y="4"/>
                    <a:pt x="3" y="4"/>
                  </a:cubicBezTo>
                  <a:cubicBezTo>
                    <a:pt x="5" y="3"/>
                    <a:pt x="6" y="2"/>
                    <a:pt x="6" y="1"/>
                  </a:cubicBezTo>
                  <a:cubicBezTo>
                    <a:pt x="4" y="1"/>
                    <a:pt x="2" y="0"/>
                    <a:pt x="1" y="2"/>
                  </a:cubicBezTo>
                  <a:close/>
                </a:path>
              </a:pathLst>
            </a:custGeom>
            <a:solidFill>
              <a:srgbClr val="477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84"/>
            <p:cNvSpPr>
              <a:spLocks noEditPoints="1"/>
            </p:cNvSpPr>
            <p:nvPr/>
          </p:nvSpPr>
          <p:spPr bwMode="auto">
            <a:xfrm>
              <a:off x="4244265" y="4598659"/>
              <a:ext cx="265050" cy="436935"/>
            </a:xfrm>
            <a:custGeom>
              <a:avLst/>
              <a:gdLst>
                <a:gd name="T0" fmla="*/ 76 w 155"/>
                <a:gd name="T1" fmla="*/ 0 h 256"/>
                <a:gd name="T2" fmla="*/ 17 w 155"/>
                <a:gd name="T3" fmla="*/ 130 h 256"/>
                <a:gd name="T4" fmla="*/ 35 w 155"/>
                <a:gd name="T5" fmla="*/ 180 h 256"/>
                <a:gd name="T6" fmla="*/ 45 w 155"/>
                <a:gd name="T7" fmla="*/ 198 h 256"/>
                <a:gd name="T8" fmla="*/ 46 w 155"/>
                <a:gd name="T9" fmla="*/ 204 h 256"/>
                <a:gd name="T10" fmla="*/ 48 w 155"/>
                <a:gd name="T11" fmla="*/ 210 h 256"/>
                <a:gd name="T12" fmla="*/ 48 w 155"/>
                <a:gd name="T13" fmla="*/ 216 h 256"/>
                <a:gd name="T14" fmla="*/ 48 w 155"/>
                <a:gd name="T15" fmla="*/ 219 h 256"/>
                <a:gd name="T16" fmla="*/ 48 w 155"/>
                <a:gd name="T17" fmla="*/ 225 h 256"/>
                <a:gd name="T18" fmla="*/ 48 w 155"/>
                <a:gd name="T19" fmla="*/ 228 h 256"/>
                <a:gd name="T20" fmla="*/ 46 w 155"/>
                <a:gd name="T21" fmla="*/ 232 h 256"/>
                <a:gd name="T22" fmla="*/ 48 w 155"/>
                <a:gd name="T23" fmla="*/ 238 h 256"/>
                <a:gd name="T24" fmla="*/ 47 w 155"/>
                <a:gd name="T25" fmla="*/ 241 h 256"/>
                <a:gd name="T26" fmla="*/ 48 w 155"/>
                <a:gd name="T27" fmla="*/ 243 h 256"/>
                <a:gd name="T28" fmla="*/ 62 w 155"/>
                <a:gd name="T29" fmla="*/ 249 h 256"/>
                <a:gd name="T30" fmla="*/ 65 w 155"/>
                <a:gd name="T31" fmla="*/ 254 h 256"/>
                <a:gd name="T32" fmla="*/ 80 w 155"/>
                <a:gd name="T33" fmla="*/ 256 h 256"/>
                <a:gd name="T34" fmla="*/ 97 w 155"/>
                <a:gd name="T35" fmla="*/ 253 h 256"/>
                <a:gd name="T36" fmla="*/ 100 w 155"/>
                <a:gd name="T37" fmla="*/ 248 h 256"/>
                <a:gd name="T38" fmla="*/ 113 w 155"/>
                <a:gd name="T39" fmla="*/ 243 h 256"/>
                <a:gd name="T40" fmla="*/ 113 w 155"/>
                <a:gd name="T41" fmla="*/ 241 h 256"/>
                <a:gd name="T42" fmla="*/ 113 w 155"/>
                <a:gd name="T43" fmla="*/ 241 h 256"/>
                <a:gd name="T44" fmla="*/ 113 w 155"/>
                <a:gd name="T45" fmla="*/ 238 h 256"/>
                <a:gd name="T46" fmla="*/ 115 w 155"/>
                <a:gd name="T47" fmla="*/ 235 h 256"/>
                <a:gd name="T48" fmla="*/ 113 w 155"/>
                <a:gd name="T49" fmla="*/ 229 h 256"/>
                <a:gd name="T50" fmla="*/ 115 w 155"/>
                <a:gd name="T51" fmla="*/ 226 h 256"/>
                <a:gd name="T52" fmla="*/ 115 w 155"/>
                <a:gd name="T53" fmla="*/ 224 h 256"/>
                <a:gd name="T54" fmla="*/ 115 w 155"/>
                <a:gd name="T55" fmla="*/ 224 h 256"/>
                <a:gd name="T56" fmla="*/ 113 w 155"/>
                <a:gd name="T57" fmla="*/ 223 h 256"/>
                <a:gd name="T58" fmla="*/ 115 w 155"/>
                <a:gd name="T59" fmla="*/ 217 h 256"/>
                <a:gd name="T60" fmla="*/ 115 w 155"/>
                <a:gd name="T61" fmla="*/ 216 h 256"/>
                <a:gd name="T62" fmla="*/ 113 w 155"/>
                <a:gd name="T63" fmla="*/ 213 h 256"/>
                <a:gd name="T64" fmla="*/ 115 w 155"/>
                <a:gd name="T65" fmla="*/ 207 h 256"/>
                <a:gd name="T66" fmla="*/ 113 w 155"/>
                <a:gd name="T67" fmla="*/ 204 h 256"/>
                <a:gd name="T68" fmla="*/ 115 w 155"/>
                <a:gd name="T69" fmla="*/ 202 h 256"/>
                <a:gd name="T70" fmla="*/ 116 w 155"/>
                <a:gd name="T71" fmla="*/ 196 h 256"/>
                <a:gd name="T72" fmla="*/ 126 w 155"/>
                <a:gd name="T73" fmla="*/ 178 h 256"/>
                <a:gd name="T74" fmla="*/ 141 w 155"/>
                <a:gd name="T75" fmla="*/ 127 h 256"/>
                <a:gd name="T76" fmla="*/ 77 w 155"/>
                <a:gd name="T77" fmla="*/ 0 h 256"/>
                <a:gd name="T78" fmla="*/ 78 w 155"/>
                <a:gd name="T79" fmla="*/ 122 h 256"/>
                <a:gd name="T80" fmla="*/ 54 w 155"/>
                <a:gd name="T81" fmla="*/ 105 h 256"/>
                <a:gd name="T82" fmla="*/ 48 w 155"/>
                <a:gd name="T83" fmla="*/ 101 h 256"/>
                <a:gd name="T84" fmla="*/ 38 w 155"/>
                <a:gd name="T85" fmla="*/ 91 h 256"/>
                <a:gd name="T86" fmla="*/ 43 w 155"/>
                <a:gd name="T87" fmla="*/ 82 h 256"/>
                <a:gd name="T88" fmla="*/ 47 w 155"/>
                <a:gd name="T89" fmla="*/ 71 h 256"/>
                <a:gd name="T90" fmla="*/ 50 w 155"/>
                <a:gd name="T91" fmla="*/ 70 h 256"/>
                <a:gd name="T92" fmla="*/ 65 w 155"/>
                <a:gd name="T93" fmla="*/ 63 h 256"/>
                <a:gd name="T94" fmla="*/ 85 w 155"/>
                <a:gd name="T95" fmla="*/ 60 h 256"/>
                <a:gd name="T96" fmla="*/ 96 w 155"/>
                <a:gd name="T97" fmla="*/ 61 h 256"/>
                <a:gd name="T98" fmla="*/ 99 w 155"/>
                <a:gd name="T99" fmla="*/ 66 h 256"/>
                <a:gd name="T100" fmla="*/ 113 w 155"/>
                <a:gd name="T101" fmla="*/ 76 h 256"/>
                <a:gd name="T102" fmla="*/ 120 w 155"/>
                <a:gd name="T103" fmla="*/ 88 h 256"/>
                <a:gd name="T104" fmla="*/ 120 w 155"/>
                <a:gd name="T105" fmla="*/ 95 h 256"/>
                <a:gd name="T106" fmla="*/ 112 w 155"/>
                <a:gd name="T107" fmla="*/ 96 h 256"/>
                <a:gd name="T108" fmla="*/ 94 w 155"/>
                <a:gd name="T109" fmla="*/ 109 h 256"/>
                <a:gd name="T110" fmla="*/ 84 w 155"/>
                <a:gd name="T111" fmla="*/ 120 h 256"/>
                <a:gd name="T112" fmla="*/ 82 w 155"/>
                <a:gd name="T113" fmla="*/ 193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5" h="256">
                  <a:moveTo>
                    <a:pt x="77" y="0"/>
                  </a:moveTo>
                  <a:cubicBezTo>
                    <a:pt x="76" y="0"/>
                    <a:pt x="76" y="0"/>
                    <a:pt x="76" y="0"/>
                  </a:cubicBezTo>
                  <a:cubicBezTo>
                    <a:pt x="33" y="1"/>
                    <a:pt x="0" y="37"/>
                    <a:pt x="1" y="79"/>
                  </a:cubicBezTo>
                  <a:cubicBezTo>
                    <a:pt x="1" y="101"/>
                    <a:pt x="9" y="115"/>
                    <a:pt x="17" y="130"/>
                  </a:cubicBezTo>
                  <a:cubicBezTo>
                    <a:pt x="19" y="133"/>
                    <a:pt x="21" y="137"/>
                    <a:pt x="23" y="140"/>
                  </a:cubicBezTo>
                  <a:cubicBezTo>
                    <a:pt x="34" y="161"/>
                    <a:pt x="35" y="180"/>
                    <a:pt x="35" y="180"/>
                  </a:cubicBezTo>
                  <a:cubicBezTo>
                    <a:pt x="36" y="188"/>
                    <a:pt x="39" y="193"/>
                    <a:pt x="45" y="196"/>
                  </a:cubicBezTo>
                  <a:cubicBezTo>
                    <a:pt x="45" y="198"/>
                    <a:pt x="45" y="198"/>
                    <a:pt x="45" y="198"/>
                  </a:cubicBezTo>
                  <a:cubicBezTo>
                    <a:pt x="46" y="198"/>
                    <a:pt x="46" y="198"/>
                    <a:pt x="46" y="198"/>
                  </a:cubicBezTo>
                  <a:cubicBezTo>
                    <a:pt x="46" y="204"/>
                    <a:pt x="46" y="204"/>
                    <a:pt x="46" y="204"/>
                  </a:cubicBezTo>
                  <a:cubicBezTo>
                    <a:pt x="48" y="206"/>
                    <a:pt x="48" y="206"/>
                    <a:pt x="48" y="206"/>
                  </a:cubicBezTo>
                  <a:cubicBezTo>
                    <a:pt x="48" y="210"/>
                    <a:pt x="48" y="210"/>
                    <a:pt x="48" y="210"/>
                  </a:cubicBezTo>
                  <a:cubicBezTo>
                    <a:pt x="47" y="210"/>
                    <a:pt x="46" y="211"/>
                    <a:pt x="46" y="213"/>
                  </a:cubicBezTo>
                  <a:cubicBezTo>
                    <a:pt x="46" y="214"/>
                    <a:pt x="47" y="215"/>
                    <a:pt x="48" y="216"/>
                  </a:cubicBezTo>
                  <a:cubicBezTo>
                    <a:pt x="48" y="219"/>
                    <a:pt x="48" y="219"/>
                    <a:pt x="48" y="219"/>
                  </a:cubicBezTo>
                  <a:cubicBezTo>
                    <a:pt x="48" y="219"/>
                    <a:pt x="48" y="219"/>
                    <a:pt x="48" y="219"/>
                  </a:cubicBezTo>
                  <a:cubicBezTo>
                    <a:pt x="46" y="220"/>
                    <a:pt x="46" y="222"/>
                    <a:pt x="46" y="223"/>
                  </a:cubicBezTo>
                  <a:cubicBezTo>
                    <a:pt x="46" y="224"/>
                    <a:pt x="48" y="225"/>
                    <a:pt x="48" y="225"/>
                  </a:cubicBezTo>
                  <a:cubicBezTo>
                    <a:pt x="48" y="228"/>
                    <a:pt x="48" y="228"/>
                    <a:pt x="48" y="228"/>
                  </a:cubicBezTo>
                  <a:cubicBezTo>
                    <a:pt x="48" y="228"/>
                    <a:pt x="48" y="228"/>
                    <a:pt x="48" y="228"/>
                  </a:cubicBezTo>
                  <a:cubicBezTo>
                    <a:pt x="47" y="229"/>
                    <a:pt x="46" y="231"/>
                    <a:pt x="46" y="232"/>
                  </a:cubicBezTo>
                  <a:cubicBezTo>
                    <a:pt x="46" y="232"/>
                    <a:pt x="46" y="232"/>
                    <a:pt x="46" y="232"/>
                  </a:cubicBezTo>
                  <a:cubicBezTo>
                    <a:pt x="47" y="234"/>
                    <a:pt x="48" y="234"/>
                    <a:pt x="48" y="235"/>
                  </a:cubicBezTo>
                  <a:cubicBezTo>
                    <a:pt x="48" y="238"/>
                    <a:pt x="48" y="238"/>
                    <a:pt x="48" y="238"/>
                  </a:cubicBezTo>
                  <a:cubicBezTo>
                    <a:pt x="47" y="239"/>
                    <a:pt x="47" y="240"/>
                    <a:pt x="47" y="241"/>
                  </a:cubicBezTo>
                  <a:cubicBezTo>
                    <a:pt x="47" y="241"/>
                    <a:pt x="47" y="241"/>
                    <a:pt x="47" y="241"/>
                  </a:cubicBezTo>
                  <a:cubicBezTo>
                    <a:pt x="47" y="242"/>
                    <a:pt x="47" y="242"/>
                    <a:pt x="48" y="243"/>
                  </a:cubicBezTo>
                  <a:cubicBezTo>
                    <a:pt x="48" y="243"/>
                    <a:pt x="48" y="243"/>
                    <a:pt x="48" y="243"/>
                  </a:cubicBezTo>
                  <a:cubicBezTo>
                    <a:pt x="48" y="243"/>
                    <a:pt x="48" y="243"/>
                    <a:pt x="48" y="243"/>
                  </a:cubicBezTo>
                  <a:cubicBezTo>
                    <a:pt x="48" y="244"/>
                    <a:pt x="52" y="248"/>
                    <a:pt x="62" y="249"/>
                  </a:cubicBezTo>
                  <a:cubicBezTo>
                    <a:pt x="62" y="249"/>
                    <a:pt x="62" y="249"/>
                    <a:pt x="63" y="249"/>
                  </a:cubicBezTo>
                  <a:cubicBezTo>
                    <a:pt x="65" y="254"/>
                    <a:pt x="65" y="254"/>
                    <a:pt x="65" y="254"/>
                  </a:cubicBezTo>
                  <a:cubicBezTo>
                    <a:pt x="66" y="254"/>
                    <a:pt x="66" y="254"/>
                    <a:pt x="66" y="254"/>
                  </a:cubicBezTo>
                  <a:cubicBezTo>
                    <a:pt x="68" y="255"/>
                    <a:pt x="73" y="256"/>
                    <a:pt x="80" y="256"/>
                  </a:cubicBezTo>
                  <a:cubicBezTo>
                    <a:pt x="81" y="256"/>
                    <a:pt x="81" y="256"/>
                    <a:pt x="82" y="256"/>
                  </a:cubicBezTo>
                  <a:cubicBezTo>
                    <a:pt x="90" y="256"/>
                    <a:pt x="96" y="254"/>
                    <a:pt x="97" y="253"/>
                  </a:cubicBezTo>
                  <a:cubicBezTo>
                    <a:pt x="97" y="253"/>
                    <a:pt x="97" y="253"/>
                    <a:pt x="97" y="253"/>
                  </a:cubicBezTo>
                  <a:cubicBezTo>
                    <a:pt x="100" y="248"/>
                    <a:pt x="100" y="248"/>
                    <a:pt x="100" y="248"/>
                  </a:cubicBezTo>
                  <a:cubicBezTo>
                    <a:pt x="100" y="248"/>
                    <a:pt x="100" y="248"/>
                    <a:pt x="100" y="248"/>
                  </a:cubicBezTo>
                  <a:cubicBezTo>
                    <a:pt x="107" y="248"/>
                    <a:pt x="111" y="245"/>
                    <a:pt x="113" y="243"/>
                  </a:cubicBezTo>
                  <a:cubicBezTo>
                    <a:pt x="113" y="242"/>
                    <a:pt x="113" y="242"/>
                    <a:pt x="113" y="241"/>
                  </a:cubicBezTo>
                  <a:cubicBezTo>
                    <a:pt x="113" y="241"/>
                    <a:pt x="113" y="241"/>
                    <a:pt x="113" y="241"/>
                  </a:cubicBezTo>
                  <a:cubicBezTo>
                    <a:pt x="113" y="241"/>
                    <a:pt x="113" y="241"/>
                    <a:pt x="113" y="241"/>
                  </a:cubicBezTo>
                  <a:cubicBezTo>
                    <a:pt x="113" y="241"/>
                    <a:pt x="113" y="241"/>
                    <a:pt x="113" y="241"/>
                  </a:cubicBezTo>
                  <a:cubicBezTo>
                    <a:pt x="113" y="241"/>
                    <a:pt x="113" y="241"/>
                    <a:pt x="113" y="241"/>
                  </a:cubicBezTo>
                  <a:cubicBezTo>
                    <a:pt x="113" y="238"/>
                    <a:pt x="113" y="238"/>
                    <a:pt x="113" y="238"/>
                  </a:cubicBezTo>
                  <a:cubicBezTo>
                    <a:pt x="114" y="237"/>
                    <a:pt x="116" y="237"/>
                    <a:pt x="116" y="235"/>
                  </a:cubicBezTo>
                  <a:cubicBezTo>
                    <a:pt x="116" y="235"/>
                    <a:pt x="115" y="235"/>
                    <a:pt x="115" y="235"/>
                  </a:cubicBezTo>
                  <a:cubicBezTo>
                    <a:pt x="115" y="233"/>
                    <a:pt x="114" y="232"/>
                    <a:pt x="113" y="232"/>
                  </a:cubicBezTo>
                  <a:cubicBezTo>
                    <a:pt x="113" y="229"/>
                    <a:pt x="113" y="229"/>
                    <a:pt x="113" y="229"/>
                  </a:cubicBezTo>
                  <a:cubicBezTo>
                    <a:pt x="114" y="229"/>
                    <a:pt x="115" y="228"/>
                    <a:pt x="115" y="226"/>
                  </a:cubicBezTo>
                  <a:cubicBezTo>
                    <a:pt x="115" y="226"/>
                    <a:pt x="115" y="226"/>
                    <a:pt x="115" y="226"/>
                  </a:cubicBezTo>
                  <a:cubicBezTo>
                    <a:pt x="116" y="226"/>
                    <a:pt x="116" y="226"/>
                    <a:pt x="116" y="226"/>
                  </a:cubicBezTo>
                  <a:cubicBezTo>
                    <a:pt x="116" y="225"/>
                    <a:pt x="115" y="225"/>
                    <a:pt x="115" y="224"/>
                  </a:cubicBezTo>
                  <a:cubicBezTo>
                    <a:pt x="115" y="224"/>
                    <a:pt x="115" y="224"/>
                    <a:pt x="115" y="224"/>
                  </a:cubicBezTo>
                  <a:cubicBezTo>
                    <a:pt x="115" y="224"/>
                    <a:pt x="115" y="224"/>
                    <a:pt x="115" y="224"/>
                  </a:cubicBezTo>
                  <a:cubicBezTo>
                    <a:pt x="115" y="224"/>
                    <a:pt x="115" y="224"/>
                    <a:pt x="115" y="224"/>
                  </a:cubicBezTo>
                  <a:cubicBezTo>
                    <a:pt x="114" y="223"/>
                    <a:pt x="114" y="223"/>
                    <a:pt x="113" y="223"/>
                  </a:cubicBezTo>
                  <a:cubicBezTo>
                    <a:pt x="113" y="220"/>
                    <a:pt x="113" y="220"/>
                    <a:pt x="113" y="220"/>
                  </a:cubicBezTo>
                  <a:cubicBezTo>
                    <a:pt x="114" y="219"/>
                    <a:pt x="115" y="218"/>
                    <a:pt x="115" y="217"/>
                  </a:cubicBezTo>
                  <a:cubicBezTo>
                    <a:pt x="115" y="217"/>
                    <a:pt x="115" y="217"/>
                    <a:pt x="115" y="217"/>
                  </a:cubicBezTo>
                  <a:cubicBezTo>
                    <a:pt x="115" y="217"/>
                    <a:pt x="115" y="216"/>
                    <a:pt x="115" y="216"/>
                  </a:cubicBezTo>
                  <a:cubicBezTo>
                    <a:pt x="115" y="216"/>
                    <a:pt x="115" y="215"/>
                    <a:pt x="115" y="215"/>
                  </a:cubicBezTo>
                  <a:cubicBezTo>
                    <a:pt x="114" y="214"/>
                    <a:pt x="113" y="214"/>
                    <a:pt x="113" y="213"/>
                  </a:cubicBezTo>
                  <a:cubicBezTo>
                    <a:pt x="113" y="210"/>
                    <a:pt x="113" y="210"/>
                    <a:pt x="113" y="210"/>
                  </a:cubicBezTo>
                  <a:cubicBezTo>
                    <a:pt x="113" y="210"/>
                    <a:pt x="115" y="209"/>
                    <a:pt x="115" y="207"/>
                  </a:cubicBezTo>
                  <a:cubicBezTo>
                    <a:pt x="115" y="205"/>
                    <a:pt x="114" y="205"/>
                    <a:pt x="113" y="204"/>
                  </a:cubicBezTo>
                  <a:cubicBezTo>
                    <a:pt x="113" y="204"/>
                    <a:pt x="113" y="204"/>
                    <a:pt x="113" y="204"/>
                  </a:cubicBezTo>
                  <a:cubicBezTo>
                    <a:pt x="113" y="204"/>
                    <a:pt x="113" y="204"/>
                    <a:pt x="114" y="204"/>
                  </a:cubicBezTo>
                  <a:cubicBezTo>
                    <a:pt x="114" y="203"/>
                    <a:pt x="115" y="203"/>
                    <a:pt x="115" y="202"/>
                  </a:cubicBezTo>
                  <a:cubicBezTo>
                    <a:pt x="115" y="197"/>
                    <a:pt x="115" y="197"/>
                    <a:pt x="115" y="197"/>
                  </a:cubicBezTo>
                  <a:cubicBezTo>
                    <a:pt x="116" y="196"/>
                    <a:pt x="116" y="196"/>
                    <a:pt x="116" y="196"/>
                  </a:cubicBezTo>
                  <a:cubicBezTo>
                    <a:pt x="116" y="195"/>
                    <a:pt x="116" y="195"/>
                    <a:pt x="116" y="195"/>
                  </a:cubicBezTo>
                  <a:cubicBezTo>
                    <a:pt x="122" y="192"/>
                    <a:pt x="125" y="186"/>
                    <a:pt x="126" y="178"/>
                  </a:cubicBezTo>
                  <a:cubicBezTo>
                    <a:pt x="126" y="177"/>
                    <a:pt x="126" y="159"/>
                    <a:pt x="136" y="137"/>
                  </a:cubicBezTo>
                  <a:cubicBezTo>
                    <a:pt x="137" y="134"/>
                    <a:pt x="139" y="130"/>
                    <a:pt x="141" y="127"/>
                  </a:cubicBezTo>
                  <a:cubicBezTo>
                    <a:pt x="149" y="111"/>
                    <a:pt x="155" y="97"/>
                    <a:pt x="155" y="75"/>
                  </a:cubicBezTo>
                  <a:cubicBezTo>
                    <a:pt x="154" y="33"/>
                    <a:pt x="120" y="0"/>
                    <a:pt x="77" y="0"/>
                  </a:cubicBezTo>
                  <a:close/>
                  <a:moveTo>
                    <a:pt x="78" y="193"/>
                  </a:moveTo>
                  <a:cubicBezTo>
                    <a:pt x="78" y="122"/>
                    <a:pt x="78" y="122"/>
                    <a:pt x="78" y="122"/>
                  </a:cubicBezTo>
                  <a:cubicBezTo>
                    <a:pt x="72" y="118"/>
                    <a:pt x="66" y="115"/>
                    <a:pt x="61" y="111"/>
                  </a:cubicBezTo>
                  <a:cubicBezTo>
                    <a:pt x="58" y="109"/>
                    <a:pt x="56" y="107"/>
                    <a:pt x="54" y="105"/>
                  </a:cubicBezTo>
                  <a:cubicBezTo>
                    <a:pt x="52" y="104"/>
                    <a:pt x="50" y="102"/>
                    <a:pt x="49" y="100"/>
                  </a:cubicBezTo>
                  <a:cubicBezTo>
                    <a:pt x="48" y="100"/>
                    <a:pt x="48" y="100"/>
                    <a:pt x="48" y="101"/>
                  </a:cubicBezTo>
                  <a:cubicBezTo>
                    <a:pt x="45" y="101"/>
                    <a:pt x="40" y="100"/>
                    <a:pt x="39" y="97"/>
                  </a:cubicBezTo>
                  <a:cubicBezTo>
                    <a:pt x="38" y="95"/>
                    <a:pt x="38" y="93"/>
                    <a:pt x="38" y="91"/>
                  </a:cubicBezTo>
                  <a:cubicBezTo>
                    <a:pt x="38" y="89"/>
                    <a:pt x="38" y="87"/>
                    <a:pt x="39" y="85"/>
                  </a:cubicBezTo>
                  <a:cubicBezTo>
                    <a:pt x="39" y="83"/>
                    <a:pt x="41" y="82"/>
                    <a:pt x="43" y="82"/>
                  </a:cubicBezTo>
                  <a:cubicBezTo>
                    <a:pt x="42" y="81"/>
                    <a:pt x="42" y="80"/>
                    <a:pt x="42" y="79"/>
                  </a:cubicBezTo>
                  <a:cubicBezTo>
                    <a:pt x="42" y="75"/>
                    <a:pt x="43" y="72"/>
                    <a:pt x="47" y="71"/>
                  </a:cubicBezTo>
                  <a:cubicBezTo>
                    <a:pt x="48" y="71"/>
                    <a:pt x="49" y="70"/>
                    <a:pt x="50" y="70"/>
                  </a:cubicBezTo>
                  <a:cubicBezTo>
                    <a:pt x="50" y="70"/>
                    <a:pt x="50" y="70"/>
                    <a:pt x="50" y="70"/>
                  </a:cubicBezTo>
                  <a:cubicBezTo>
                    <a:pt x="50" y="64"/>
                    <a:pt x="58" y="63"/>
                    <a:pt x="63" y="63"/>
                  </a:cubicBezTo>
                  <a:cubicBezTo>
                    <a:pt x="64" y="63"/>
                    <a:pt x="64" y="63"/>
                    <a:pt x="65" y="63"/>
                  </a:cubicBezTo>
                  <a:cubicBezTo>
                    <a:pt x="65" y="59"/>
                    <a:pt x="70" y="58"/>
                    <a:pt x="73" y="58"/>
                  </a:cubicBezTo>
                  <a:cubicBezTo>
                    <a:pt x="77" y="57"/>
                    <a:pt x="81" y="58"/>
                    <a:pt x="85" y="60"/>
                  </a:cubicBezTo>
                  <a:cubicBezTo>
                    <a:pt x="87" y="60"/>
                    <a:pt x="89" y="60"/>
                    <a:pt x="91" y="60"/>
                  </a:cubicBezTo>
                  <a:cubicBezTo>
                    <a:pt x="93" y="60"/>
                    <a:pt x="94" y="60"/>
                    <a:pt x="96" y="61"/>
                  </a:cubicBezTo>
                  <a:cubicBezTo>
                    <a:pt x="97" y="62"/>
                    <a:pt x="99" y="64"/>
                    <a:pt x="99" y="66"/>
                  </a:cubicBezTo>
                  <a:cubicBezTo>
                    <a:pt x="99" y="66"/>
                    <a:pt x="99" y="66"/>
                    <a:pt x="99" y="66"/>
                  </a:cubicBezTo>
                  <a:cubicBezTo>
                    <a:pt x="103" y="66"/>
                    <a:pt x="106" y="66"/>
                    <a:pt x="109" y="68"/>
                  </a:cubicBezTo>
                  <a:cubicBezTo>
                    <a:pt x="112" y="70"/>
                    <a:pt x="114" y="73"/>
                    <a:pt x="113" y="76"/>
                  </a:cubicBezTo>
                  <a:cubicBezTo>
                    <a:pt x="116" y="77"/>
                    <a:pt x="119" y="79"/>
                    <a:pt x="120" y="81"/>
                  </a:cubicBezTo>
                  <a:cubicBezTo>
                    <a:pt x="121" y="84"/>
                    <a:pt x="121" y="86"/>
                    <a:pt x="120" y="88"/>
                  </a:cubicBezTo>
                  <a:cubicBezTo>
                    <a:pt x="120" y="88"/>
                    <a:pt x="120" y="88"/>
                    <a:pt x="120" y="88"/>
                  </a:cubicBezTo>
                  <a:cubicBezTo>
                    <a:pt x="122" y="90"/>
                    <a:pt x="123" y="93"/>
                    <a:pt x="120" y="95"/>
                  </a:cubicBezTo>
                  <a:cubicBezTo>
                    <a:pt x="118" y="96"/>
                    <a:pt x="117" y="96"/>
                    <a:pt x="115" y="96"/>
                  </a:cubicBezTo>
                  <a:cubicBezTo>
                    <a:pt x="114" y="96"/>
                    <a:pt x="113" y="96"/>
                    <a:pt x="112" y="96"/>
                  </a:cubicBezTo>
                  <a:cubicBezTo>
                    <a:pt x="111" y="95"/>
                    <a:pt x="109" y="95"/>
                    <a:pt x="108" y="94"/>
                  </a:cubicBezTo>
                  <a:cubicBezTo>
                    <a:pt x="103" y="99"/>
                    <a:pt x="99" y="104"/>
                    <a:pt x="94" y="109"/>
                  </a:cubicBezTo>
                  <a:cubicBezTo>
                    <a:pt x="91" y="112"/>
                    <a:pt x="89" y="114"/>
                    <a:pt x="87" y="117"/>
                  </a:cubicBezTo>
                  <a:cubicBezTo>
                    <a:pt x="86" y="118"/>
                    <a:pt x="85" y="119"/>
                    <a:pt x="84" y="120"/>
                  </a:cubicBezTo>
                  <a:cubicBezTo>
                    <a:pt x="83" y="121"/>
                    <a:pt x="83" y="121"/>
                    <a:pt x="82" y="122"/>
                  </a:cubicBezTo>
                  <a:cubicBezTo>
                    <a:pt x="82" y="193"/>
                    <a:pt x="82" y="193"/>
                    <a:pt x="82" y="193"/>
                  </a:cubicBezTo>
                  <a:lnTo>
                    <a:pt x="78" y="193"/>
                  </a:lnTo>
                  <a:close/>
                </a:path>
              </a:pathLst>
            </a:custGeom>
            <a:solidFill>
              <a:srgbClr val="477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85"/>
            <p:cNvSpPr>
              <a:spLocks/>
            </p:cNvSpPr>
            <p:nvPr/>
          </p:nvSpPr>
          <p:spPr bwMode="auto">
            <a:xfrm>
              <a:off x="4444316" y="4524994"/>
              <a:ext cx="49832" cy="75109"/>
            </a:xfrm>
            <a:custGeom>
              <a:avLst/>
              <a:gdLst>
                <a:gd name="T0" fmla="*/ 54 w 69"/>
                <a:gd name="T1" fmla="*/ 0 h 104"/>
                <a:gd name="T2" fmla="*/ 0 w 69"/>
                <a:gd name="T3" fmla="*/ 97 h 104"/>
                <a:gd name="T4" fmla="*/ 14 w 69"/>
                <a:gd name="T5" fmla="*/ 104 h 104"/>
                <a:gd name="T6" fmla="*/ 69 w 69"/>
                <a:gd name="T7" fmla="*/ 9 h 104"/>
                <a:gd name="T8" fmla="*/ 54 w 69"/>
                <a:gd name="T9" fmla="*/ 0 h 104"/>
              </a:gdLst>
              <a:ahLst/>
              <a:cxnLst>
                <a:cxn ang="0">
                  <a:pos x="T0" y="T1"/>
                </a:cxn>
                <a:cxn ang="0">
                  <a:pos x="T2" y="T3"/>
                </a:cxn>
                <a:cxn ang="0">
                  <a:pos x="T4" y="T5"/>
                </a:cxn>
                <a:cxn ang="0">
                  <a:pos x="T6" y="T7"/>
                </a:cxn>
                <a:cxn ang="0">
                  <a:pos x="T8" y="T9"/>
                </a:cxn>
              </a:cxnLst>
              <a:rect l="0" t="0" r="r" b="b"/>
              <a:pathLst>
                <a:path w="69" h="104">
                  <a:moveTo>
                    <a:pt x="54" y="0"/>
                  </a:moveTo>
                  <a:lnTo>
                    <a:pt x="0" y="97"/>
                  </a:lnTo>
                  <a:lnTo>
                    <a:pt x="14" y="104"/>
                  </a:lnTo>
                  <a:lnTo>
                    <a:pt x="69" y="9"/>
                  </a:lnTo>
                  <a:lnTo>
                    <a:pt x="54" y="0"/>
                  </a:lnTo>
                  <a:close/>
                </a:path>
              </a:pathLst>
            </a:custGeom>
            <a:solidFill>
              <a:srgbClr val="477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86"/>
            <p:cNvSpPr>
              <a:spLocks/>
            </p:cNvSpPr>
            <p:nvPr/>
          </p:nvSpPr>
          <p:spPr bwMode="auto">
            <a:xfrm>
              <a:off x="4485481" y="4574826"/>
              <a:ext cx="70054" cy="59221"/>
            </a:xfrm>
            <a:custGeom>
              <a:avLst/>
              <a:gdLst>
                <a:gd name="T0" fmla="*/ 85 w 97"/>
                <a:gd name="T1" fmla="*/ 0 h 82"/>
                <a:gd name="T2" fmla="*/ 0 w 97"/>
                <a:gd name="T3" fmla="*/ 70 h 82"/>
                <a:gd name="T4" fmla="*/ 12 w 97"/>
                <a:gd name="T5" fmla="*/ 82 h 82"/>
                <a:gd name="T6" fmla="*/ 97 w 97"/>
                <a:gd name="T7" fmla="*/ 11 h 82"/>
                <a:gd name="T8" fmla="*/ 85 w 97"/>
                <a:gd name="T9" fmla="*/ 0 h 82"/>
              </a:gdLst>
              <a:ahLst/>
              <a:cxnLst>
                <a:cxn ang="0">
                  <a:pos x="T0" y="T1"/>
                </a:cxn>
                <a:cxn ang="0">
                  <a:pos x="T2" y="T3"/>
                </a:cxn>
                <a:cxn ang="0">
                  <a:pos x="T4" y="T5"/>
                </a:cxn>
                <a:cxn ang="0">
                  <a:pos x="T6" y="T7"/>
                </a:cxn>
                <a:cxn ang="0">
                  <a:pos x="T8" y="T9"/>
                </a:cxn>
              </a:cxnLst>
              <a:rect l="0" t="0" r="r" b="b"/>
              <a:pathLst>
                <a:path w="97" h="82">
                  <a:moveTo>
                    <a:pt x="85" y="0"/>
                  </a:moveTo>
                  <a:lnTo>
                    <a:pt x="0" y="70"/>
                  </a:lnTo>
                  <a:lnTo>
                    <a:pt x="12" y="82"/>
                  </a:lnTo>
                  <a:lnTo>
                    <a:pt x="97" y="11"/>
                  </a:lnTo>
                  <a:lnTo>
                    <a:pt x="85" y="0"/>
                  </a:lnTo>
                  <a:close/>
                </a:path>
              </a:pathLst>
            </a:custGeom>
            <a:solidFill>
              <a:srgbClr val="477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87"/>
            <p:cNvSpPr>
              <a:spLocks/>
            </p:cNvSpPr>
            <p:nvPr/>
          </p:nvSpPr>
          <p:spPr bwMode="auto">
            <a:xfrm>
              <a:off x="4393039" y="4501161"/>
              <a:ext cx="27444" cy="80165"/>
            </a:xfrm>
            <a:custGeom>
              <a:avLst/>
              <a:gdLst>
                <a:gd name="T0" fmla="*/ 17 w 38"/>
                <a:gd name="T1" fmla="*/ 111 h 111"/>
                <a:gd name="T2" fmla="*/ 38 w 38"/>
                <a:gd name="T3" fmla="*/ 2 h 111"/>
                <a:gd name="T4" fmla="*/ 19 w 38"/>
                <a:gd name="T5" fmla="*/ 0 h 111"/>
                <a:gd name="T6" fmla="*/ 0 w 38"/>
                <a:gd name="T7" fmla="*/ 109 h 111"/>
                <a:gd name="T8" fmla="*/ 17 w 38"/>
                <a:gd name="T9" fmla="*/ 111 h 111"/>
              </a:gdLst>
              <a:ahLst/>
              <a:cxnLst>
                <a:cxn ang="0">
                  <a:pos x="T0" y="T1"/>
                </a:cxn>
                <a:cxn ang="0">
                  <a:pos x="T2" y="T3"/>
                </a:cxn>
                <a:cxn ang="0">
                  <a:pos x="T4" y="T5"/>
                </a:cxn>
                <a:cxn ang="0">
                  <a:pos x="T6" y="T7"/>
                </a:cxn>
                <a:cxn ang="0">
                  <a:pos x="T8" y="T9"/>
                </a:cxn>
              </a:cxnLst>
              <a:rect l="0" t="0" r="r" b="b"/>
              <a:pathLst>
                <a:path w="38" h="111">
                  <a:moveTo>
                    <a:pt x="17" y="111"/>
                  </a:moveTo>
                  <a:lnTo>
                    <a:pt x="38" y="2"/>
                  </a:lnTo>
                  <a:lnTo>
                    <a:pt x="19" y="0"/>
                  </a:lnTo>
                  <a:lnTo>
                    <a:pt x="0" y="109"/>
                  </a:lnTo>
                  <a:lnTo>
                    <a:pt x="17" y="111"/>
                  </a:lnTo>
                  <a:close/>
                </a:path>
              </a:pathLst>
            </a:custGeom>
            <a:solidFill>
              <a:srgbClr val="477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88"/>
            <p:cNvSpPr>
              <a:spLocks/>
            </p:cNvSpPr>
            <p:nvPr/>
          </p:nvSpPr>
          <p:spPr bwMode="auto">
            <a:xfrm>
              <a:off x="4326596" y="4502605"/>
              <a:ext cx="27444" cy="80165"/>
            </a:xfrm>
            <a:custGeom>
              <a:avLst/>
              <a:gdLst>
                <a:gd name="T0" fmla="*/ 0 w 38"/>
                <a:gd name="T1" fmla="*/ 3 h 111"/>
                <a:gd name="T2" fmla="*/ 21 w 38"/>
                <a:gd name="T3" fmla="*/ 111 h 111"/>
                <a:gd name="T4" fmla="*/ 38 w 38"/>
                <a:gd name="T5" fmla="*/ 109 h 111"/>
                <a:gd name="T6" fmla="*/ 19 w 38"/>
                <a:gd name="T7" fmla="*/ 0 h 111"/>
                <a:gd name="T8" fmla="*/ 0 w 38"/>
                <a:gd name="T9" fmla="*/ 3 h 111"/>
              </a:gdLst>
              <a:ahLst/>
              <a:cxnLst>
                <a:cxn ang="0">
                  <a:pos x="T0" y="T1"/>
                </a:cxn>
                <a:cxn ang="0">
                  <a:pos x="T2" y="T3"/>
                </a:cxn>
                <a:cxn ang="0">
                  <a:pos x="T4" y="T5"/>
                </a:cxn>
                <a:cxn ang="0">
                  <a:pos x="T6" y="T7"/>
                </a:cxn>
                <a:cxn ang="0">
                  <a:pos x="T8" y="T9"/>
                </a:cxn>
              </a:cxnLst>
              <a:rect l="0" t="0" r="r" b="b"/>
              <a:pathLst>
                <a:path w="38" h="111">
                  <a:moveTo>
                    <a:pt x="0" y="3"/>
                  </a:moveTo>
                  <a:lnTo>
                    <a:pt x="21" y="111"/>
                  </a:lnTo>
                  <a:lnTo>
                    <a:pt x="38" y="109"/>
                  </a:lnTo>
                  <a:lnTo>
                    <a:pt x="19" y="0"/>
                  </a:lnTo>
                  <a:lnTo>
                    <a:pt x="0" y="3"/>
                  </a:lnTo>
                  <a:close/>
                </a:path>
              </a:pathLst>
            </a:custGeom>
            <a:solidFill>
              <a:srgbClr val="477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89"/>
            <p:cNvSpPr>
              <a:spLocks/>
            </p:cNvSpPr>
            <p:nvPr/>
          </p:nvSpPr>
          <p:spPr bwMode="auto">
            <a:xfrm>
              <a:off x="4195155" y="4579882"/>
              <a:ext cx="67887" cy="61388"/>
            </a:xfrm>
            <a:custGeom>
              <a:avLst/>
              <a:gdLst>
                <a:gd name="T0" fmla="*/ 85 w 94"/>
                <a:gd name="T1" fmla="*/ 85 h 85"/>
                <a:gd name="T2" fmla="*/ 94 w 94"/>
                <a:gd name="T3" fmla="*/ 71 h 85"/>
                <a:gd name="T4" fmla="*/ 12 w 94"/>
                <a:gd name="T5" fmla="*/ 0 h 85"/>
                <a:gd name="T6" fmla="*/ 0 w 94"/>
                <a:gd name="T7" fmla="*/ 14 h 85"/>
                <a:gd name="T8" fmla="*/ 85 w 94"/>
                <a:gd name="T9" fmla="*/ 85 h 85"/>
              </a:gdLst>
              <a:ahLst/>
              <a:cxnLst>
                <a:cxn ang="0">
                  <a:pos x="T0" y="T1"/>
                </a:cxn>
                <a:cxn ang="0">
                  <a:pos x="T2" y="T3"/>
                </a:cxn>
                <a:cxn ang="0">
                  <a:pos x="T4" y="T5"/>
                </a:cxn>
                <a:cxn ang="0">
                  <a:pos x="T6" y="T7"/>
                </a:cxn>
                <a:cxn ang="0">
                  <a:pos x="T8" y="T9"/>
                </a:cxn>
              </a:cxnLst>
              <a:rect l="0" t="0" r="r" b="b"/>
              <a:pathLst>
                <a:path w="94" h="85">
                  <a:moveTo>
                    <a:pt x="85" y="85"/>
                  </a:moveTo>
                  <a:lnTo>
                    <a:pt x="94" y="71"/>
                  </a:lnTo>
                  <a:lnTo>
                    <a:pt x="12" y="0"/>
                  </a:lnTo>
                  <a:lnTo>
                    <a:pt x="0" y="14"/>
                  </a:lnTo>
                  <a:lnTo>
                    <a:pt x="85" y="85"/>
                  </a:lnTo>
                  <a:close/>
                </a:path>
              </a:pathLst>
            </a:custGeom>
            <a:solidFill>
              <a:srgbClr val="477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90"/>
            <p:cNvSpPr>
              <a:spLocks/>
            </p:cNvSpPr>
            <p:nvPr/>
          </p:nvSpPr>
          <p:spPr bwMode="auto">
            <a:xfrm>
              <a:off x="4252931" y="4528605"/>
              <a:ext cx="51277" cy="76554"/>
            </a:xfrm>
            <a:custGeom>
              <a:avLst/>
              <a:gdLst>
                <a:gd name="T0" fmla="*/ 0 w 71"/>
                <a:gd name="T1" fmla="*/ 9 h 106"/>
                <a:gd name="T2" fmla="*/ 57 w 71"/>
                <a:gd name="T3" fmla="*/ 106 h 106"/>
                <a:gd name="T4" fmla="*/ 71 w 71"/>
                <a:gd name="T5" fmla="*/ 97 h 106"/>
                <a:gd name="T6" fmla="*/ 17 w 71"/>
                <a:gd name="T7" fmla="*/ 0 h 106"/>
                <a:gd name="T8" fmla="*/ 0 w 71"/>
                <a:gd name="T9" fmla="*/ 9 h 106"/>
              </a:gdLst>
              <a:ahLst/>
              <a:cxnLst>
                <a:cxn ang="0">
                  <a:pos x="T0" y="T1"/>
                </a:cxn>
                <a:cxn ang="0">
                  <a:pos x="T2" y="T3"/>
                </a:cxn>
                <a:cxn ang="0">
                  <a:pos x="T4" y="T5"/>
                </a:cxn>
                <a:cxn ang="0">
                  <a:pos x="T6" y="T7"/>
                </a:cxn>
                <a:cxn ang="0">
                  <a:pos x="T8" y="T9"/>
                </a:cxn>
              </a:cxnLst>
              <a:rect l="0" t="0" r="r" b="b"/>
              <a:pathLst>
                <a:path w="71" h="106">
                  <a:moveTo>
                    <a:pt x="0" y="9"/>
                  </a:moveTo>
                  <a:lnTo>
                    <a:pt x="57" y="106"/>
                  </a:lnTo>
                  <a:lnTo>
                    <a:pt x="71" y="97"/>
                  </a:lnTo>
                  <a:lnTo>
                    <a:pt x="17" y="0"/>
                  </a:lnTo>
                  <a:lnTo>
                    <a:pt x="0" y="9"/>
                  </a:lnTo>
                  <a:close/>
                </a:path>
              </a:pathLst>
            </a:custGeom>
            <a:solidFill>
              <a:srgbClr val="477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91"/>
            <p:cNvSpPr>
              <a:spLocks/>
            </p:cNvSpPr>
            <p:nvPr/>
          </p:nvSpPr>
          <p:spPr bwMode="auto">
            <a:xfrm>
              <a:off x="4514370" y="4641269"/>
              <a:ext cx="80165" cy="38999"/>
            </a:xfrm>
            <a:custGeom>
              <a:avLst/>
              <a:gdLst>
                <a:gd name="T0" fmla="*/ 104 w 111"/>
                <a:gd name="T1" fmla="*/ 0 h 54"/>
                <a:gd name="T2" fmla="*/ 0 w 111"/>
                <a:gd name="T3" fmla="*/ 38 h 54"/>
                <a:gd name="T4" fmla="*/ 7 w 111"/>
                <a:gd name="T5" fmla="*/ 54 h 54"/>
                <a:gd name="T6" fmla="*/ 111 w 111"/>
                <a:gd name="T7" fmla="*/ 16 h 54"/>
                <a:gd name="T8" fmla="*/ 104 w 111"/>
                <a:gd name="T9" fmla="*/ 0 h 54"/>
              </a:gdLst>
              <a:ahLst/>
              <a:cxnLst>
                <a:cxn ang="0">
                  <a:pos x="T0" y="T1"/>
                </a:cxn>
                <a:cxn ang="0">
                  <a:pos x="T2" y="T3"/>
                </a:cxn>
                <a:cxn ang="0">
                  <a:pos x="T4" y="T5"/>
                </a:cxn>
                <a:cxn ang="0">
                  <a:pos x="T6" y="T7"/>
                </a:cxn>
                <a:cxn ang="0">
                  <a:pos x="T8" y="T9"/>
                </a:cxn>
              </a:cxnLst>
              <a:rect l="0" t="0" r="r" b="b"/>
              <a:pathLst>
                <a:path w="111" h="54">
                  <a:moveTo>
                    <a:pt x="104" y="0"/>
                  </a:moveTo>
                  <a:lnTo>
                    <a:pt x="0" y="38"/>
                  </a:lnTo>
                  <a:lnTo>
                    <a:pt x="7" y="54"/>
                  </a:lnTo>
                  <a:lnTo>
                    <a:pt x="111" y="16"/>
                  </a:lnTo>
                  <a:lnTo>
                    <a:pt x="104" y="0"/>
                  </a:lnTo>
                  <a:close/>
                </a:path>
              </a:pathLst>
            </a:custGeom>
            <a:solidFill>
              <a:srgbClr val="477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Rectangle 92"/>
            <p:cNvSpPr>
              <a:spLocks noChangeArrowheads="1"/>
            </p:cNvSpPr>
            <p:nvPr/>
          </p:nvSpPr>
          <p:spPr bwMode="auto">
            <a:xfrm>
              <a:off x="4528092" y="4719990"/>
              <a:ext cx="78721" cy="11555"/>
            </a:xfrm>
            <a:prstGeom prst="rect">
              <a:avLst/>
            </a:prstGeom>
            <a:solidFill>
              <a:srgbClr val="47718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Rectangle 93"/>
            <p:cNvSpPr>
              <a:spLocks noChangeArrowheads="1"/>
            </p:cNvSpPr>
            <p:nvPr/>
          </p:nvSpPr>
          <p:spPr bwMode="auto">
            <a:xfrm>
              <a:off x="4147489" y="4726489"/>
              <a:ext cx="80165" cy="13722"/>
            </a:xfrm>
            <a:prstGeom prst="rect">
              <a:avLst/>
            </a:prstGeom>
            <a:solidFill>
              <a:srgbClr val="47718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94"/>
            <p:cNvSpPr>
              <a:spLocks/>
            </p:cNvSpPr>
            <p:nvPr/>
          </p:nvSpPr>
          <p:spPr bwMode="auto">
            <a:xfrm>
              <a:off x="4157600" y="4647769"/>
              <a:ext cx="80165" cy="39722"/>
            </a:xfrm>
            <a:custGeom>
              <a:avLst/>
              <a:gdLst>
                <a:gd name="T0" fmla="*/ 104 w 111"/>
                <a:gd name="T1" fmla="*/ 55 h 55"/>
                <a:gd name="T2" fmla="*/ 111 w 111"/>
                <a:gd name="T3" fmla="*/ 38 h 55"/>
                <a:gd name="T4" fmla="*/ 7 w 111"/>
                <a:gd name="T5" fmla="*/ 0 h 55"/>
                <a:gd name="T6" fmla="*/ 0 w 111"/>
                <a:gd name="T7" fmla="*/ 17 h 55"/>
                <a:gd name="T8" fmla="*/ 104 w 111"/>
                <a:gd name="T9" fmla="*/ 55 h 55"/>
              </a:gdLst>
              <a:ahLst/>
              <a:cxnLst>
                <a:cxn ang="0">
                  <a:pos x="T0" y="T1"/>
                </a:cxn>
                <a:cxn ang="0">
                  <a:pos x="T2" y="T3"/>
                </a:cxn>
                <a:cxn ang="0">
                  <a:pos x="T4" y="T5"/>
                </a:cxn>
                <a:cxn ang="0">
                  <a:pos x="T6" y="T7"/>
                </a:cxn>
                <a:cxn ang="0">
                  <a:pos x="T8" y="T9"/>
                </a:cxn>
              </a:cxnLst>
              <a:rect l="0" t="0" r="r" b="b"/>
              <a:pathLst>
                <a:path w="111" h="55">
                  <a:moveTo>
                    <a:pt x="104" y="55"/>
                  </a:moveTo>
                  <a:lnTo>
                    <a:pt x="111" y="38"/>
                  </a:lnTo>
                  <a:lnTo>
                    <a:pt x="7" y="0"/>
                  </a:lnTo>
                  <a:lnTo>
                    <a:pt x="0" y="17"/>
                  </a:lnTo>
                  <a:lnTo>
                    <a:pt x="104" y="55"/>
                  </a:lnTo>
                  <a:close/>
                </a:path>
              </a:pathLst>
            </a:custGeom>
            <a:solidFill>
              <a:srgbClr val="477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95"/>
            <p:cNvSpPr>
              <a:spLocks/>
            </p:cNvSpPr>
            <p:nvPr/>
          </p:nvSpPr>
          <p:spPr bwMode="auto">
            <a:xfrm>
              <a:off x="4435649" y="4746711"/>
              <a:ext cx="10111" cy="5056"/>
            </a:xfrm>
            <a:custGeom>
              <a:avLst/>
              <a:gdLst>
                <a:gd name="T0" fmla="*/ 1 w 6"/>
                <a:gd name="T1" fmla="*/ 3 h 3"/>
                <a:gd name="T2" fmla="*/ 3 w 6"/>
                <a:gd name="T3" fmla="*/ 3 h 3"/>
                <a:gd name="T4" fmla="*/ 6 w 6"/>
                <a:gd name="T5" fmla="*/ 1 h 3"/>
                <a:gd name="T6" fmla="*/ 3 w 6"/>
                <a:gd name="T7" fmla="*/ 0 h 3"/>
                <a:gd name="T8" fmla="*/ 1 w 6"/>
                <a:gd name="T9" fmla="*/ 1 h 3"/>
                <a:gd name="T10" fmla="*/ 1 w 6"/>
                <a:gd name="T11" fmla="*/ 3 h 3"/>
              </a:gdLst>
              <a:ahLst/>
              <a:cxnLst>
                <a:cxn ang="0">
                  <a:pos x="T0" y="T1"/>
                </a:cxn>
                <a:cxn ang="0">
                  <a:pos x="T2" y="T3"/>
                </a:cxn>
                <a:cxn ang="0">
                  <a:pos x="T4" y="T5"/>
                </a:cxn>
                <a:cxn ang="0">
                  <a:pos x="T6" y="T7"/>
                </a:cxn>
                <a:cxn ang="0">
                  <a:pos x="T8" y="T9"/>
                </a:cxn>
                <a:cxn ang="0">
                  <a:pos x="T10" y="T11"/>
                </a:cxn>
              </a:cxnLst>
              <a:rect l="0" t="0" r="r" b="b"/>
              <a:pathLst>
                <a:path w="6" h="3">
                  <a:moveTo>
                    <a:pt x="1" y="3"/>
                  </a:moveTo>
                  <a:cubicBezTo>
                    <a:pt x="2" y="3"/>
                    <a:pt x="2" y="3"/>
                    <a:pt x="3" y="3"/>
                  </a:cubicBezTo>
                  <a:cubicBezTo>
                    <a:pt x="4" y="3"/>
                    <a:pt x="5" y="2"/>
                    <a:pt x="6" y="1"/>
                  </a:cubicBezTo>
                  <a:cubicBezTo>
                    <a:pt x="5" y="1"/>
                    <a:pt x="4" y="0"/>
                    <a:pt x="3" y="0"/>
                  </a:cubicBezTo>
                  <a:cubicBezTo>
                    <a:pt x="2" y="1"/>
                    <a:pt x="2" y="1"/>
                    <a:pt x="1" y="1"/>
                  </a:cubicBezTo>
                  <a:cubicBezTo>
                    <a:pt x="0" y="2"/>
                    <a:pt x="0" y="2"/>
                    <a:pt x="1" y="3"/>
                  </a:cubicBezTo>
                  <a:close/>
                </a:path>
              </a:pathLst>
            </a:custGeom>
            <a:solidFill>
              <a:srgbClr val="477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96"/>
            <p:cNvSpPr>
              <a:spLocks noEditPoints="1"/>
            </p:cNvSpPr>
            <p:nvPr/>
          </p:nvSpPr>
          <p:spPr bwMode="auto">
            <a:xfrm>
              <a:off x="4307819" y="4695435"/>
              <a:ext cx="146608" cy="233995"/>
            </a:xfrm>
            <a:custGeom>
              <a:avLst/>
              <a:gdLst>
                <a:gd name="T0" fmla="*/ 17 w 86"/>
                <a:gd name="T1" fmla="*/ 50 h 137"/>
                <a:gd name="T2" fmla="*/ 11 w 86"/>
                <a:gd name="T3" fmla="*/ 45 h 137"/>
                <a:gd name="T4" fmla="*/ 1 w 86"/>
                <a:gd name="T5" fmla="*/ 28 h 137"/>
                <a:gd name="T6" fmla="*/ 9 w 86"/>
                <a:gd name="T7" fmla="*/ 13 h 137"/>
                <a:gd name="T8" fmla="*/ 36 w 86"/>
                <a:gd name="T9" fmla="*/ 0 h 137"/>
                <a:gd name="T10" fmla="*/ 59 w 86"/>
                <a:gd name="T11" fmla="*/ 3 h 137"/>
                <a:gd name="T12" fmla="*/ 77 w 86"/>
                <a:gd name="T13" fmla="*/ 18 h 137"/>
                <a:gd name="T14" fmla="*/ 83 w 86"/>
                <a:gd name="T15" fmla="*/ 39 h 137"/>
                <a:gd name="T16" fmla="*/ 75 w 86"/>
                <a:gd name="T17" fmla="*/ 40 h 137"/>
                <a:gd name="T18" fmla="*/ 58 w 86"/>
                <a:gd name="T19" fmla="*/ 53 h 137"/>
                <a:gd name="T20" fmla="*/ 48 w 86"/>
                <a:gd name="T21" fmla="*/ 64 h 137"/>
                <a:gd name="T22" fmla="*/ 40 w 86"/>
                <a:gd name="T23" fmla="*/ 66 h 137"/>
                <a:gd name="T24" fmla="*/ 40 w 86"/>
                <a:gd name="T25" fmla="*/ 31 h 137"/>
                <a:gd name="T26" fmla="*/ 33 w 86"/>
                <a:gd name="T27" fmla="*/ 37 h 137"/>
                <a:gd name="T28" fmla="*/ 46 w 86"/>
                <a:gd name="T29" fmla="*/ 62 h 137"/>
                <a:gd name="T30" fmla="*/ 54 w 86"/>
                <a:gd name="T31" fmla="*/ 53 h 137"/>
                <a:gd name="T32" fmla="*/ 55 w 86"/>
                <a:gd name="T33" fmla="*/ 36 h 137"/>
                <a:gd name="T34" fmla="*/ 15 w 86"/>
                <a:gd name="T35" fmla="*/ 44 h 137"/>
                <a:gd name="T36" fmla="*/ 34 w 86"/>
                <a:gd name="T37" fmla="*/ 32 h 137"/>
                <a:gd name="T38" fmla="*/ 40 w 86"/>
                <a:gd name="T39" fmla="*/ 27 h 137"/>
                <a:gd name="T40" fmla="*/ 46 w 86"/>
                <a:gd name="T41" fmla="*/ 28 h 137"/>
                <a:gd name="T42" fmla="*/ 69 w 86"/>
                <a:gd name="T43" fmla="*/ 37 h 137"/>
                <a:gd name="T44" fmla="*/ 71 w 86"/>
                <a:gd name="T45" fmla="*/ 36 h 137"/>
                <a:gd name="T46" fmla="*/ 82 w 86"/>
                <a:gd name="T47" fmla="*/ 37 h 137"/>
                <a:gd name="T48" fmla="*/ 76 w 86"/>
                <a:gd name="T49" fmla="*/ 35 h 137"/>
                <a:gd name="T50" fmla="*/ 78 w 86"/>
                <a:gd name="T51" fmla="*/ 29 h 137"/>
                <a:gd name="T52" fmla="*/ 73 w 86"/>
                <a:gd name="T53" fmla="*/ 24 h 137"/>
                <a:gd name="T54" fmla="*/ 72 w 86"/>
                <a:gd name="T55" fmla="*/ 17 h 137"/>
                <a:gd name="T56" fmla="*/ 67 w 86"/>
                <a:gd name="T57" fmla="*/ 11 h 137"/>
                <a:gd name="T58" fmla="*/ 60 w 86"/>
                <a:gd name="T59" fmla="*/ 17 h 137"/>
                <a:gd name="T60" fmla="*/ 60 w 86"/>
                <a:gd name="T61" fmla="*/ 7 h 137"/>
                <a:gd name="T62" fmla="*/ 51 w 86"/>
                <a:gd name="T63" fmla="*/ 5 h 137"/>
                <a:gd name="T64" fmla="*/ 43 w 86"/>
                <a:gd name="T65" fmla="*/ 12 h 137"/>
                <a:gd name="T66" fmla="*/ 38 w 86"/>
                <a:gd name="T67" fmla="*/ 2 h 137"/>
                <a:gd name="T68" fmla="*/ 36 w 86"/>
                <a:gd name="T69" fmla="*/ 13 h 137"/>
                <a:gd name="T70" fmla="*/ 23 w 86"/>
                <a:gd name="T71" fmla="*/ 8 h 137"/>
                <a:gd name="T72" fmla="*/ 23 w 86"/>
                <a:gd name="T73" fmla="*/ 18 h 137"/>
                <a:gd name="T74" fmla="*/ 7 w 86"/>
                <a:gd name="T75" fmla="*/ 18 h 137"/>
                <a:gd name="T76" fmla="*/ 10 w 86"/>
                <a:gd name="T77" fmla="*/ 23 h 137"/>
                <a:gd name="T78" fmla="*/ 10 w 86"/>
                <a:gd name="T79" fmla="*/ 32 h 137"/>
                <a:gd name="T80" fmla="*/ 3 w 86"/>
                <a:gd name="T81" fmla="*/ 38 h 137"/>
                <a:gd name="T82" fmla="*/ 9 w 86"/>
                <a:gd name="T83" fmla="*/ 41 h 137"/>
                <a:gd name="T84" fmla="*/ 14 w 86"/>
                <a:gd name="T85" fmla="*/ 43 h 137"/>
                <a:gd name="T86" fmla="*/ 13 w 86"/>
                <a:gd name="T87" fmla="*/ 29 h 137"/>
                <a:gd name="T88" fmla="*/ 16 w 86"/>
                <a:gd name="T89" fmla="*/ 28 h 137"/>
                <a:gd name="T90" fmla="*/ 8 w 86"/>
                <a:gd name="T91" fmla="*/ 26 h 137"/>
                <a:gd name="T92" fmla="*/ 73 w 86"/>
                <a:gd name="T93" fmla="*/ 20 h 137"/>
                <a:gd name="T94" fmla="*/ 72 w 86"/>
                <a:gd name="T95" fmla="*/ 21 h 137"/>
                <a:gd name="T96" fmla="*/ 17 w 86"/>
                <a:gd name="T97" fmla="*/ 17 h 137"/>
                <a:gd name="T98" fmla="*/ 17 w 86"/>
                <a:gd name="T99" fmla="*/ 15 h 137"/>
                <a:gd name="T100" fmla="*/ 59 w 86"/>
                <a:gd name="T101" fmla="*/ 14 h 137"/>
                <a:gd name="T102" fmla="*/ 61 w 86"/>
                <a:gd name="T103" fmla="*/ 11 h 137"/>
                <a:gd name="T104" fmla="*/ 33 w 86"/>
                <a:gd name="T105" fmla="*/ 11 h 137"/>
                <a:gd name="T106" fmla="*/ 48 w 86"/>
                <a:gd name="T107" fmla="*/ 5 h 137"/>
                <a:gd name="T108" fmla="*/ 47 w 86"/>
                <a:gd name="T109" fmla="*/ 11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6" h="137">
                  <a:moveTo>
                    <a:pt x="40" y="66"/>
                  </a:moveTo>
                  <a:cubicBezTo>
                    <a:pt x="36" y="64"/>
                    <a:pt x="36" y="64"/>
                    <a:pt x="36" y="64"/>
                  </a:cubicBezTo>
                  <a:cubicBezTo>
                    <a:pt x="32" y="61"/>
                    <a:pt x="28" y="58"/>
                    <a:pt x="23" y="55"/>
                  </a:cubicBezTo>
                  <a:cubicBezTo>
                    <a:pt x="21" y="53"/>
                    <a:pt x="19" y="52"/>
                    <a:pt x="17" y="50"/>
                  </a:cubicBezTo>
                  <a:cubicBezTo>
                    <a:pt x="16" y="49"/>
                    <a:pt x="16" y="49"/>
                    <a:pt x="16" y="49"/>
                  </a:cubicBezTo>
                  <a:cubicBezTo>
                    <a:pt x="15" y="48"/>
                    <a:pt x="14" y="47"/>
                    <a:pt x="13" y="46"/>
                  </a:cubicBezTo>
                  <a:cubicBezTo>
                    <a:pt x="13" y="46"/>
                    <a:pt x="12" y="45"/>
                    <a:pt x="12" y="44"/>
                  </a:cubicBezTo>
                  <a:cubicBezTo>
                    <a:pt x="11" y="44"/>
                    <a:pt x="11" y="44"/>
                    <a:pt x="11" y="45"/>
                  </a:cubicBezTo>
                  <a:cubicBezTo>
                    <a:pt x="10" y="45"/>
                    <a:pt x="10" y="45"/>
                    <a:pt x="9" y="45"/>
                  </a:cubicBezTo>
                  <a:cubicBezTo>
                    <a:pt x="6" y="45"/>
                    <a:pt x="3" y="43"/>
                    <a:pt x="1" y="40"/>
                  </a:cubicBezTo>
                  <a:cubicBezTo>
                    <a:pt x="0" y="38"/>
                    <a:pt x="0" y="36"/>
                    <a:pt x="0" y="35"/>
                  </a:cubicBezTo>
                  <a:cubicBezTo>
                    <a:pt x="0" y="32"/>
                    <a:pt x="0" y="30"/>
                    <a:pt x="1" y="28"/>
                  </a:cubicBezTo>
                  <a:cubicBezTo>
                    <a:pt x="1" y="26"/>
                    <a:pt x="3" y="25"/>
                    <a:pt x="4" y="24"/>
                  </a:cubicBezTo>
                  <a:cubicBezTo>
                    <a:pt x="4" y="24"/>
                    <a:pt x="4" y="24"/>
                    <a:pt x="4" y="23"/>
                  </a:cubicBezTo>
                  <a:cubicBezTo>
                    <a:pt x="4" y="23"/>
                    <a:pt x="4" y="22"/>
                    <a:pt x="4" y="22"/>
                  </a:cubicBezTo>
                  <a:cubicBezTo>
                    <a:pt x="3" y="17"/>
                    <a:pt x="5" y="14"/>
                    <a:pt x="9" y="13"/>
                  </a:cubicBezTo>
                  <a:cubicBezTo>
                    <a:pt x="10" y="13"/>
                    <a:pt x="11" y="13"/>
                    <a:pt x="12" y="12"/>
                  </a:cubicBezTo>
                  <a:cubicBezTo>
                    <a:pt x="13" y="6"/>
                    <a:pt x="23" y="5"/>
                    <a:pt x="26" y="5"/>
                  </a:cubicBezTo>
                  <a:cubicBezTo>
                    <a:pt x="26" y="5"/>
                    <a:pt x="27" y="5"/>
                    <a:pt x="27" y="5"/>
                  </a:cubicBezTo>
                  <a:cubicBezTo>
                    <a:pt x="28" y="1"/>
                    <a:pt x="34" y="0"/>
                    <a:pt x="36" y="0"/>
                  </a:cubicBezTo>
                  <a:cubicBezTo>
                    <a:pt x="37" y="0"/>
                    <a:pt x="37" y="0"/>
                    <a:pt x="38" y="0"/>
                  </a:cubicBezTo>
                  <a:cubicBezTo>
                    <a:pt x="42" y="0"/>
                    <a:pt x="45" y="0"/>
                    <a:pt x="48" y="2"/>
                  </a:cubicBezTo>
                  <a:cubicBezTo>
                    <a:pt x="50" y="2"/>
                    <a:pt x="52" y="2"/>
                    <a:pt x="54" y="2"/>
                  </a:cubicBezTo>
                  <a:cubicBezTo>
                    <a:pt x="56" y="2"/>
                    <a:pt x="58" y="2"/>
                    <a:pt x="59" y="3"/>
                  </a:cubicBezTo>
                  <a:cubicBezTo>
                    <a:pt x="61" y="5"/>
                    <a:pt x="62" y="6"/>
                    <a:pt x="63" y="8"/>
                  </a:cubicBezTo>
                  <a:cubicBezTo>
                    <a:pt x="64" y="8"/>
                    <a:pt x="64" y="8"/>
                    <a:pt x="65" y="8"/>
                  </a:cubicBezTo>
                  <a:cubicBezTo>
                    <a:pt x="68" y="8"/>
                    <a:pt x="71" y="9"/>
                    <a:pt x="73" y="10"/>
                  </a:cubicBezTo>
                  <a:cubicBezTo>
                    <a:pt x="76" y="13"/>
                    <a:pt x="78" y="15"/>
                    <a:pt x="77" y="18"/>
                  </a:cubicBezTo>
                  <a:cubicBezTo>
                    <a:pt x="80" y="19"/>
                    <a:pt x="83" y="21"/>
                    <a:pt x="84" y="24"/>
                  </a:cubicBezTo>
                  <a:cubicBezTo>
                    <a:pt x="85" y="26"/>
                    <a:pt x="85" y="29"/>
                    <a:pt x="84" y="31"/>
                  </a:cubicBezTo>
                  <a:cubicBezTo>
                    <a:pt x="86" y="32"/>
                    <a:pt x="86" y="34"/>
                    <a:pt x="86" y="35"/>
                  </a:cubicBezTo>
                  <a:cubicBezTo>
                    <a:pt x="86" y="37"/>
                    <a:pt x="85" y="38"/>
                    <a:pt x="83" y="39"/>
                  </a:cubicBezTo>
                  <a:cubicBezTo>
                    <a:pt x="82" y="40"/>
                    <a:pt x="80" y="40"/>
                    <a:pt x="79" y="40"/>
                  </a:cubicBezTo>
                  <a:cubicBezTo>
                    <a:pt x="78" y="40"/>
                    <a:pt x="78" y="40"/>
                    <a:pt x="78" y="40"/>
                  </a:cubicBezTo>
                  <a:cubicBezTo>
                    <a:pt x="77" y="40"/>
                    <a:pt x="77" y="40"/>
                    <a:pt x="76" y="40"/>
                  </a:cubicBezTo>
                  <a:cubicBezTo>
                    <a:pt x="76" y="40"/>
                    <a:pt x="75" y="40"/>
                    <a:pt x="75" y="40"/>
                  </a:cubicBezTo>
                  <a:cubicBezTo>
                    <a:pt x="74" y="40"/>
                    <a:pt x="73" y="39"/>
                    <a:pt x="73" y="39"/>
                  </a:cubicBezTo>
                  <a:cubicBezTo>
                    <a:pt x="72" y="39"/>
                    <a:pt x="72" y="39"/>
                    <a:pt x="71" y="39"/>
                  </a:cubicBezTo>
                  <a:cubicBezTo>
                    <a:pt x="68" y="42"/>
                    <a:pt x="64" y="46"/>
                    <a:pt x="61" y="49"/>
                  </a:cubicBezTo>
                  <a:cubicBezTo>
                    <a:pt x="58" y="53"/>
                    <a:pt x="58" y="53"/>
                    <a:pt x="58" y="53"/>
                  </a:cubicBezTo>
                  <a:cubicBezTo>
                    <a:pt x="57" y="53"/>
                    <a:pt x="56" y="54"/>
                    <a:pt x="56" y="55"/>
                  </a:cubicBezTo>
                  <a:cubicBezTo>
                    <a:pt x="54" y="57"/>
                    <a:pt x="52" y="58"/>
                    <a:pt x="50" y="61"/>
                  </a:cubicBezTo>
                  <a:cubicBezTo>
                    <a:pt x="50" y="61"/>
                    <a:pt x="50" y="61"/>
                    <a:pt x="50" y="61"/>
                  </a:cubicBezTo>
                  <a:cubicBezTo>
                    <a:pt x="49" y="62"/>
                    <a:pt x="49" y="63"/>
                    <a:pt x="48" y="64"/>
                  </a:cubicBezTo>
                  <a:cubicBezTo>
                    <a:pt x="47" y="64"/>
                    <a:pt x="47" y="65"/>
                    <a:pt x="46" y="65"/>
                  </a:cubicBezTo>
                  <a:cubicBezTo>
                    <a:pt x="46" y="137"/>
                    <a:pt x="46" y="137"/>
                    <a:pt x="46" y="137"/>
                  </a:cubicBezTo>
                  <a:cubicBezTo>
                    <a:pt x="40" y="137"/>
                    <a:pt x="40" y="137"/>
                    <a:pt x="40" y="137"/>
                  </a:cubicBezTo>
                  <a:lnTo>
                    <a:pt x="40" y="66"/>
                  </a:lnTo>
                  <a:close/>
                  <a:moveTo>
                    <a:pt x="19" y="48"/>
                  </a:moveTo>
                  <a:cubicBezTo>
                    <a:pt x="21" y="50"/>
                    <a:pt x="23" y="51"/>
                    <a:pt x="25" y="53"/>
                  </a:cubicBezTo>
                  <a:cubicBezTo>
                    <a:pt x="40" y="62"/>
                    <a:pt x="40" y="62"/>
                    <a:pt x="40" y="62"/>
                  </a:cubicBezTo>
                  <a:cubicBezTo>
                    <a:pt x="40" y="31"/>
                    <a:pt x="40" y="31"/>
                    <a:pt x="40" y="31"/>
                  </a:cubicBezTo>
                  <a:cubicBezTo>
                    <a:pt x="39" y="31"/>
                    <a:pt x="39" y="32"/>
                    <a:pt x="38" y="32"/>
                  </a:cubicBezTo>
                  <a:cubicBezTo>
                    <a:pt x="38" y="33"/>
                    <a:pt x="37" y="33"/>
                    <a:pt x="37" y="33"/>
                  </a:cubicBezTo>
                  <a:cubicBezTo>
                    <a:pt x="37" y="34"/>
                    <a:pt x="36" y="35"/>
                    <a:pt x="35" y="35"/>
                  </a:cubicBezTo>
                  <a:cubicBezTo>
                    <a:pt x="35" y="36"/>
                    <a:pt x="34" y="37"/>
                    <a:pt x="33" y="37"/>
                  </a:cubicBezTo>
                  <a:cubicBezTo>
                    <a:pt x="32" y="38"/>
                    <a:pt x="31" y="39"/>
                    <a:pt x="30" y="40"/>
                  </a:cubicBezTo>
                  <a:cubicBezTo>
                    <a:pt x="28" y="41"/>
                    <a:pt x="27" y="42"/>
                    <a:pt x="26" y="43"/>
                  </a:cubicBezTo>
                  <a:cubicBezTo>
                    <a:pt x="24" y="45"/>
                    <a:pt x="22" y="47"/>
                    <a:pt x="19" y="48"/>
                  </a:cubicBezTo>
                  <a:close/>
                  <a:moveTo>
                    <a:pt x="46" y="62"/>
                  </a:moveTo>
                  <a:cubicBezTo>
                    <a:pt x="46" y="62"/>
                    <a:pt x="47" y="61"/>
                    <a:pt x="47" y="61"/>
                  </a:cubicBezTo>
                  <a:cubicBezTo>
                    <a:pt x="48" y="60"/>
                    <a:pt x="48" y="60"/>
                    <a:pt x="48" y="60"/>
                  </a:cubicBezTo>
                  <a:cubicBezTo>
                    <a:pt x="48" y="59"/>
                    <a:pt x="49" y="58"/>
                    <a:pt x="49" y="57"/>
                  </a:cubicBezTo>
                  <a:cubicBezTo>
                    <a:pt x="51" y="56"/>
                    <a:pt x="52" y="54"/>
                    <a:pt x="54" y="53"/>
                  </a:cubicBezTo>
                  <a:cubicBezTo>
                    <a:pt x="55" y="52"/>
                    <a:pt x="55" y="51"/>
                    <a:pt x="56" y="50"/>
                  </a:cubicBezTo>
                  <a:cubicBezTo>
                    <a:pt x="58" y="48"/>
                    <a:pt x="58" y="48"/>
                    <a:pt x="58" y="48"/>
                  </a:cubicBezTo>
                  <a:cubicBezTo>
                    <a:pt x="61" y="45"/>
                    <a:pt x="64" y="42"/>
                    <a:pt x="67" y="39"/>
                  </a:cubicBezTo>
                  <a:cubicBezTo>
                    <a:pt x="63" y="39"/>
                    <a:pt x="59" y="38"/>
                    <a:pt x="55" y="36"/>
                  </a:cubicBezTo>
                  <a:cubicBezTo>
                    <a:pt x="52" y="35"/>
                    <a:pt x="50" y="35"/>
                    <a:pt x="48" y="33"/>
                  </a:cubicBezTo>
                  <a:cubicBezTo>
                    <a:pt x="47" y="33"/>
                    <a:pt x="46" y="32"/>
                    <a:pt x="46" y="32"/>
                  </a:cubicBezTo>
                  <a:lnTo>
                    <a:pt x="46" y="62"/>
                  </a:lnTo>
                  <a:close/>
                  <a:moveTo>
                    <a:pt x="15" y="44"/>
                  </a:moveTo>
                  <a:cubicBezTo>
                    <a:pt x="16" y="45"/>
                    <a:pt x="16" y="45"/>
                    <a:pt x="17" y="46"/>
                  </a:cubicBezTo>
                  <a:cubicBezTo>
                    <a:pt x="20" y="45"/>
                    <a:pt x="23" y="43"/>
                    <a:pt x="25" y="40"/>
                  </a:cubicBezTo>
                  <a:cubicBezTo>
                    <a:pt x="27" y="39"/>
                    <a:pt x="28" y="38"/>
                    <a:pt x="29" y="37"/>
                  </a:cubicBezTo>
                  <a:cubicBezTo>
                    <a:pt x="31" y="36"/>
                    <a:pt x="32" y="34"/>
                    <a:pt x="34" y="32"/>
                  </a:cubicBezTo>
                  <a:cubicBezTo>
                    <a:pt x="36" y="31"/>
                    <a:pt x="38" y="29"/>
                    <a:pt x="40" y="27"/>
                  </a:cubicBezTo>
                  <a:cubicBezTo>
                    <a:pt x="40" y="27"/>
                    <a:pt x="40" y="27"/>
                    <a:pt x="40" y="27"/>
                  </a:cubicBezTo>
                  <a:cubicBezTo>
                    <a:pt x="40" y="27"/>
                    <a:pt x="40" y="27"/>
                    <a:pt x="40" y="27"/>
                  </a:cubicBezTo>
                  <a:cubicBezTo>
                    <a:pt x="40" y="27"/>
                    <a:pt x="40" y="27"/>
                    <a:pt x="40" y="27"/>
                  </a:cubicBezTo>
                  <a:cubicBezTo>
                    <a:pt x="41" y="27"/>
                    <a:pt x="41" y="27"/>
                    <a:pt x="41" y="27"/>
                  </a:cubicBezTo>
                  <a:cubicBezTo>
                    <a:pt x="41" y="27"/>
                    <a:pt x="41" y="27"/>
                    <a:pt x="41" y="27"/>
                  </a:cubicBezTo>
                  <a:cubicBezTo>
                    <a:pt x="46" y="27"/>
                    <a:pt x="46" y="27"/>
                    <a:pt x="46" y="27"/>
                  </a:cubicBezTo>
                  <a:cubicBezTo>
                    <a:pt x="46" y="28"/>
                    <a:pt x="46" y="28"/>
                    <a:pt x="46" y="28"/>
                  </a:cubicBezTo>
                  <a:cubicBezTo>
                    <a:pt x="46" y="28"/>
                    <a:pt x="47" y="29"/>
                    <a:pt x="47" y="29"/>
                  </a:cubicBezTo>
                  <a:cubicBezTo>
                    <a:pt x="48" y="30"/>
                    <a:pt x="48" y="30"/>
                    <a:pt x="49" y="31"/>
                  </a:cubicBezTo>
                  <a:cubicBezTo>
                    <a:pt x="51" y="32"/>
                    <a:pt x="53" y="33"/>
                    <a:pt x="55" y="34"/>
                  </a:cubicBezTo>
                  <a:cubicBezTo>
                    <a:pt x="60" y="35"/>
                    <a:pt x="65" y="36"/>
                    <a:pt x="69" y="37"/>
                  </a:cubicBezTo>
                  <a:cubicBezTo>
                    <a:pt x="70" y="36"/>
                    <a:pt x="70" y="36"/>
                    <a:pt x="70" y="36"/>
                  </a:cubicBezTo>
                  <a:cubicBezTo>
                    <a:pt x="71" y="36"/>
                    <a:pt x="71" y="36"/>
                    <a:pt x="71" y="36"/>
                  </a:cubicBezTo>
                  <a:cubicBezTo>
                    <a:pt x="71" y="36"/>
                    <a:pt x="71" y="36"/>
                    <a:pt x="71" y="36"/>
                  </a:cubicBezTo>
                  <a:cubicBezTo>
                    <a:pt x="71" y="36"/>
                    <a:pt x="71" y="36"/>
                    <a:pt x="71" y="36"/>
                  </a:cubicBezTo>
                  <a:cubicBezTo>
                    <a:pt x="72" y="36"/>
                    <a:pt x="73" y="36"/>
                    <a:pt x="73" y="36"/>
                  </a:cubicBezTo>
                  <a:cubicBezTo>
                    <a:pt x="75" y="37"/>
                    <a:pt x="76" y="37"/>
                    <a:pt x="77" y="37"/>
                  </a:cubicBezTo>
                  <a:cubicBezTo>
                    <a:pt x="78" y="37"/>
                    <a:pt x="78" y="37"/>
                    <a:pt x="78" y="37"/>
                  </a:cubicBezTo>
                  <a:cubicBezTo>
                    <a:pt x="80" y="37"/>
                    <a:pt x="81" y="37"/>
                    <a:pt x="82" y="37"/>
                  </a:cubicBezTo>
                  <a:cubicBezTo>
                    <a:pt x="82" y="36"/>
                    <a:pt x="83" y="36"/>
                    <a:pt x="83" y="35"/>
                  </a:cubicBezTo>
                  <a:cubicBezTo>
                    <a:pt x="83" y="35"/>
                    <a:pt x="83" y="34"/>
                    <a:pt x="82" y="33"/>
                  </a:cubicBezTo>
                  <a:cubicBezTo>
                    <a:pt x="82" y="33"/>
                    <a:pt x="81" y="34"/>
                    <a:pt x="81" y="34"/>
                  </a:cubicBezTo>
                  <a:cubicBezTo>
                    <a:pt x="80" y="34"/>
                    <a:pt x="78" y="35"/>
                    <a:pt x="76" y="35"/>
                  </a:cubicBezTo>
                  <a:cubicBezTo>
                    <a:pt x="75" y="35"/>
                    <a:pt x="74" y="35"/>
                    <a:pt x="74" y="34"/>
                  </a:cubicBezTo>
                  <a:cubicBezTo>
                    <a:pt x="73" y="34"/>
                    <a:pt x="73" y="33"/>
                    <a:pt x="73" y="32"/>
                  </a:cubicBezTo>
                  <a:cubicBezTo>
                    <a:pt x="73" y="30"/>
                    <a:pt x="76" y="29"/>
                    <a:pt x="78" y="29"/>
                  </a:cubicBezTo>
                  <a:cubicBezTo>
                    <a:pt x="78" y="29"/>
                    <a:pt x="78" y="29"/>
                    <a:pt x="78" y="29"/>
                  </a:cubicBezTo>
                  <a:cubicBezTo>
                    <a:pt x="79" y="29"/>
                    <a:pt x="81" y="29"/>
                    <a:pt x="82" y="29"/>
                  </a:cubicBezTo>
                  <a:cubicBezTo>
                    <a:pt x="83" y="26"/>
                    <a:pt x="80" y="23"/>
                    <a:pt x="78" y="22"/>
                  </a:cubicBezTo>
                  <a:cubicBezTo>
                    <a:pt x="77" y="21"/>
                    <a:pt x="77" y="21"/>
                    <a:pt x="76" y="21"/>
                  </a:cubicBezTo>
                  <a:cubicBezTo>
                    <a:pt x="75" y="22"/>
                    <a:pt x="74" y="23"/>
                    <a:pt x="73" y="24"/>
                  </a:cubicBezTo>
                  <a:cubicBezTo>
                    <a:pt x="72" y="24"/>
                    <a:pt x="71" y="24"/>
                    <a:pt x="70" y="24"/>
                  </a:cubicBezTo>
                  <a:cubicBezTo>
                    <a:pt x="69" y="24"/>
                    <a:pt x="68" y="24"/>
                    <a:pt x="68" y="23"/>
                  </a:cubicBezTo>
                  <a:cubicBezTo>
                    <a:pt x="67" y="22"/>
                    <a:pt x="67" y="20"/>
                    <a:pt x="68" y="19"/>
                  </a:cubicBezTo>
                  <a:cubicBezTo>
                    <a:pt x="69" y="18"/>
                    <a:pt x="71" y="17"/>
                    <a:pt x="72" y="17"/>
                  </a:cubicBezTo>
                  <a:cubicBezTo>
                    <a:pt x="73" y="17"/>
                    <a:pt x="73" y="17"/>
                    <a:pt x="73" y="17"/>
                  </a:cubicBezTo>
                  <a:cubicBezTo>
                    <a:pt x="74" y="17"/>
                    <a:pt x="74" y="17"/>
                    <a:pt x="75" y="17"/>
                  </a:cubicBezTo>
                  <a:cubicBezTo>
                    <a:pt x="75" y="16"/>
                    <a:pt x="74" y="16"/>
                    <a:pt x="74" y="15"/>
                  </a:cubicBezTo>
                  <a:cubicBezTo>
                    <a:pt x="72" y="13"/>
                    <a:pt x="69" y="11"/>
                    <a:pt x="67" y="11"/>
                  </a:cubicBezTo>
                  <a:cubicBezTo>
                    <a:pt x="66" y="11"/>
                    <a:pt x="65" y="11"/>
                    <a:pt x="64" y="11"/>
                  </a:cubicBezTo>
                  <a:cubicBezTo>
                    <a:pt x="64" y="11"/>
                    <a:pt x="64" y="11"/>
                    <a:pt x="64" y="11"/>
                  </a:cubicBezTo>
                  <a:cubicBezTo>
                    <a:pt x="64" y="12"/>
                    <a:pt x="64" y="13"/>
                    <a:pt x="63" y="14"/>
                  </a:cubicBezTo>
                  <a:cubicBezTo>
                    <a:pt x="63" y="16"/>
                    <a:pt x="61" y="17"/>
                    <a:pt x="60" y="17"/>
                  </a:cubicBezTo>
                  <a:cubicBezTo>
                    <a:pt x="58" y="17"/>
                    <a:pt x="57" y="16"/>
                    <a:pt x="56" y="15"/>
                  </a:cubicBezTo>
                  <a:cubicBezTo>
                    <a:pt x="56" y="13"/>
                    <a:pt x="56" y="12"/>
                    <a:pt x="57" y="11"/>
                  </a:cubicBezTo>
                  <a:cubicBezTo>
                    <a:pt x="58" y="10"/>
                    <a:pt x="59" y="9"/>
                    <a:pt x="60" y="9"/>
                  </a:cubicBezTo>
                  <a:cubicBezTo>
                    <a:pt x="60" y="8"/>
                    <a:pt x="60" y="8"/>
                    <a:pt x="60" y="7"/>
                  </a:cubicBezTo>
                  <a:cubicBezTo>
                    <a:pt x="59" y="6"/>
                    <a:pt x="58" y="5"/>
                    <a:pt x="57" y="5"/>
                  </a:cubicBezTo>
                  <a:cubicBezTo>
                    <a:pt x="56" y="5"/>
                    <a:pt x="55" y="4"/>
                    <a:pt x="54" y="4"/>
                  </a:cubicBezTo>
                  <a:cubicBezTo>
                    <a:pt x="54" y="4"/>
                    <a:pt x="53" y="4"/>
                    <a:pt x="53" y="4"/>
                  </a:cubicBezTo>
                  <a:cubicBezTo>
                    <a:pt x="52" y="5"/>
                    <a:pt x="52" y="5"/>
                    <a:pt x="51" y="5"/>
                  </a:cubicBezTo>
                  <a:cubicBezTo>
                    <a:pt x="52" y="6"/>
                    <a:pt x="53" y="8"/>
                    <a:pt x="53" y="10"/>
                  </a:cubicBezTo>
                  <a:cubicBezTo>
                    <a:pt x="53" y="11"/>
                    <a:pt x="53" y="12"/>
                    <a:pt x="52" y="13"/>
                  </a:cubicBezTo>
                  <a:cubicBezTo>
                    <a:pt x="51" y="14"/>
                    <a:pt x="49" y="14"/>
                    <a:pt x="48" y="14"/>
                  </a:cubicBezTo>
                  <a:cubicBezTo>
                    <a:pt x="46" y="14"/>
                    <a:pt x="44" y="13"/>
                    <a:pt x="43" y="12"/>
                  </a:cubicBezTo>
                  <a:cubicBezTo>
                    <a:pt x="43" y="11"/>
                    <a:pt x="42" y="9"/>
                    <a:pt x="43" y="8"/>
                  </a:cubicBezTo>
                  <a:cubicBezTo>
                    <a:pt x="43" y="6"/>
                    <a:pt x="44" y="5"/>
                    <a:pt x="45" y="4"/>
                  </a:cubicBezTo>
                  <a:cubicBezTo>
                    <a:pt x="45" y="4"/>
                    <a:pt x="45" y="4"/>
                    <a:pt x="45" y="4"/>
                  </a:cubicBezTo>
                  <a:cubicBezTo>
                    <a:pt x="43" y="3"/>
                    <a:pt x="40" y="2"/>
                    <a:pt x="38" y="2"/>
                  </a:cubicBezTo>
                  <a:cubicBezTo>
                    <a:pt x="38" y="2"/>
                    <a:pt x="37" y="2"/>
                    <a:pt x="37" y="2"/>
                  </a:cubicBezTo>
                  <a:cubicBezTo>
                    <a:pt x="34" y="3"/>
                    <a:pt x="32" y="3"/>
                    <a:pt x="30" y="4"/>
                  </a:cubicBezTo>
                  <a:cubicBezTo>
                    <a:pt x="32" y="4"/>
                    <a:pt x="34" y="5"/>
                    <a:pt x="36" y="7"/>
                  </a:cubicBezTo>
                  <a:cubicBezTo>
                    <a:pt x="37" y="10"/>
                    <a:pt x="37" y="11"/>
                    <a:pt x="36" y="13"/>
                  </a:cubicBezTo>
                  <a:cubicBezTo>
                    <a:pt x="35" y="14"/>
                    <a:pt x="34" y="15"/>
                    <a:pt x="32" y="15"/>
                  </a:cubicBezTo>
                  <a:cubicBezTo>
                    <a:pt x="32" y="15"/>
                    <a:pt x="32" y="15"/>
                    <a:pt x="32" y="15"/>
                  </a:cubicBezTo>
                  <a:cubicBezTo>
                    <a:pt x="29" y="14"/>
                    <a:pt x="27" y="10"/>
                    <a:pt x="27" y="7"/>
                  </a:cubicBezTo>
                  <a:cubicBezTo>
                    <a:pt x="25" y="8"/>
                    <a:pt x="24" y="8"/>
                    <a:pt x="23" y="8"/>
                  </a:cubicBezTo>
                  <a:cubicBezTo>
                    <a:pt x="20" y="8"/>
                    <a:pt x="16" y="9"/>
                    <a:pt x="15" y="12"/>
                  </a:cubicBezTo>
                  <a:cubicBezTo>
                    <a:pt x="15" y="12"/>
                    <a:pt x="15" y="12"/>
                    <a:pt x="15" y="12"/>
                  </a:cubicBezTo>
                  <a:cubicBezTo>
                    <a:pt x="17" y="12"/>
                    <a:pt x="19" y="13"/>
                    <a:pt x="20" y="13"/>
                  </a:cubicBezTo>
                  <a:cubicBezTo>
                    <a:pt x="22" y="14"/>
                    <a:pt x="23" y="16"/>
                    <a:pt x="23" y="18"/>
                  </a:cubicBezTo>
                  <a:cubicBezTo>
                    <a:pt x="23" y="20"/>
                    <a:pt x="21" y="21"/>
                    <a:pt x="20" y="21"/>
                  </a:cubicBezTo>
                  <a:cubicBezTo>
                    <a:pt x="19" y="21"/>
                    <a:pt x="19" y="21"/>
                    <a:pt x="19" y="21"/>
                  </a:cubicBezTo>
                  <a:cubicBezTo>
                    <a:pt x="16" y="21"/>
                    <a:pt x="13" y="18"/>
                    <a:pt x="13" y="15"/>
                  </a:cubicBezTo>
                  <a:cubicBezTo>
                    <a:pt x="10" y="15"/>
                    <a:pt x="7" y="16"/>
                    <a:pt x="7" y="18"/>
                  </a:cubicBezTo>
                  <a:cubicBezTo>
                    <a:pt x="7" y="19"/>
                    <a:pt x="7" y="21"/>
                    <a:pt x="7" y="22"/>
                  </a:cubicBezTo>
                  <a:cubicBezTo>
                    <a:pt x="7" y="22"/>
                    <a:pt x="7" y="23"/>
                    <a:pt x="7" y="23"/>
                  </a:cubicBezTo>
                  <a:cubicBezTo>
                    <a:pt x="8" y="23"/>
                    <a:pt x="8" y="23"/>
                    <a:pt x="8" y="23"/>
                  </a:cubicBezTo>
                  <a:cubicBezTo>
                    <a:pt x="9" y="23"/>
                    <a:pt x="10" y="23"/>
                    <a:pt x="10" y="23"/>
                  </a:cubicBezTo>
                  <a:cubicBezTo>
                    <a:pt x="12" y="24"/>
                    <a:pt x="14" y="24"/>
                    <a:pt x="16" y="25"/>
                  </a:cubicBezTo>
                  <a:cubicBezTo>
                    <a:pt x="18" y="25"/>
                    <a:pt x="19" y="27"/>
                    <a:pt x="19" y="28"/>
                  </a:cubicBezTo>
                  <a:cubicBezTo>
                    <a:pt x="19" y="31"/>
                    <a:pt x="17" y="32"/>
                    <a:pt x="13" y="32"/>
                  </a:cubicBezTo>
                  <a:cubicBezTo>
                    <a:pt x="12" y="32"/>
                    <a:pt x="11" y="32"/>
                    <a:pt x="10" y="32"/>
                  </a:cubicBezTo>
                  <a:cubicBezTo>
                    <a:pt x="8" y="31"/>
                    <a:pt x="6" y="30"/>
                    <a:pt x="6" y="28"/>
                  </a:cubicBezTo>
                  <a:cubicBezTo>
                    <a:pt x="5" y="28"/>
                    <a:pt x="5" y="27"/>
                    <a:pt x="5" y="27"/>
                  </a:cubicBezTo>
                  <a:cubicBezTo>
                    <a:pt x="4" y="27"/>
                    <a:pt x="3" y="29"/>
                    <a:pt x="3" y="30"/>
                  </a:cubicBezTo>
                  <a:cubicBezTo>
                    <a:pt x="3" y="33"/>
                    <a:pt x="3" y="36"/>
                    <a:pt x="3" y="38"/>
                  </a:cubicBezTo>
                  <a:cubicBezTo>
                    <a:pt x="4" y="41"/>
                    <a:pt x="7" y="42"/>
                    <a:pt x="9" y="42"/>
                  </a:cubicBezTo>
                  <a:cubicBezTo>
                    <a:pt x="9" y="42"/>
                    <a:pt x="9" y="42"/>
                    <a:pt x="9" y="42"/>
                  </a:cubicBezTo>
                  <a:cubicBezTo>
                    <a:pt x="9" y="42"/>
                    <a:pt x="9" y="42"/>
                    <a:pt x="9" y="42"/>
                  </a:cubicBezTo>
                  <a:cubicBezTo>
                    <a:pt x="9" y="41"/>
                    <a:pt x="9" y="41"/>
                    <a:pt x="9" y="41"/>
                  </a:cubicBezTo>
                  <a:cubicBezTo>
                    <a:pt x="9" y="39"/>
                    <a:pt x="11" y="37"/>
                    <a:pt x="13" y="37"/>
                  </a:cubicBezTo>
                  <a:cubicBezTo>
                    <a:pt x="14" y="37"/>
                    <a:pt x="15" y="38"/>
                    <a:pt x="15" y="39"/>
                  </a:cubicBezTo>
                  <a:cubicBezTo>
                    <a:pt x="16" y="40"/>
                    <a:pt x="16" y="41"/>
                    <a:pt x="16" y="41"/>
                  </a:cubicBezTo>
                  <a:cubicBezTo>
                    <a:pt x="16" y="42"/>
                    <a:pt x="15" y="43"/>
                    <a:pt x="14" y="43"/>
                  </a:cubicBezTo>
                  <a:cubicBezTo>
                    <a:pt x="14" y="43"/>
                    <a:pt x="15" y="44"/>
                    <a:pt x="15" y="44"/>
                  </a:cubicBezTo>
                  <a:close/>
                  <a:moveTo>
                    <a:pt x="8" y="26"/>
                  </a:moveTo>
                  <a:cubicBezTo>
                    <a:pt x="8" y="26"/>
                    <a:pt x="8" y="26"/>
                    <a:pt x="8" y="27"/>
                  </a:cubicBezTo>
                  <a:cubicBezTo>
                    <a:pt x="9" y="28"/>
                    <a:pt x="11" y="29"/>
                    <a:pt x="13" y="29"/>
                  </a:cubicBezTo>
                  <a:cubicBezTo>
                    <a:pt x="13" y="29"/>
                    <a:pt x="13" y="29"/>
                    <a:pt x="14" y="29"/>
                  </a:cubicBezTo>
                  <a:cubicBezTo>
                    <a:pt x="14" y="29"/>
                    <a:pt x="14" y="29"/>
                    <a:pt x="15" y="29"/>
                  </a:cubicBezTo>
                  <a:cubicBezTo>
                    <a:pt x="15" y="29"/>
                    <a:pt x="16" y="28"/>
                    <a:pt x="16" y="28"/>
                  </a:cubicBezTo>
                  <a:cubicBezTo>
                    <a:pt x="16" y="28"/>
                    <a:pt x="16" y="28"/>
                    <a:pt x="16" y="28"/>
                  </a:cubicBezTo>
                  <a:cubicBezTo>
                    <a:pt x="16" y="28"/>
                    <a:pt x="16" y="28"/>
                    <a:pt x="16" y="28"/>
                  </a:cubicBezTo>
                  <a:cubicBezTo>
                    <a:pt x="15" y="27"/>
                    <a:pt x="14" y="27"/>
                    <a:pt x="14" y="27"/>
                  </a:cubicBezTo>
                  <a:cubicBezTo>
                    <a:pt x="13" y="27"/>
                    <a:pt x="12" y="27"/>
                    <a:pt x="12" y="27"/>
                  </a:cubicBezTo>
                  <a:cubicBezTo>
                    <a:pt x="11" y="26"/>
                    <a:pt x="9" y="26"/>
                    <a:pt x="8" y="26"/>
                  </a:cubicBezTo>
                  <a:cubicBezTo>
                    <a:pt x="8" y="25"/>
                    <a:pt x="8" y="25"/>
                    <a:pt x="8" y="25"/>
                  </a:cubicBezTo>
                  <a:cubicBezTo>
                    <a:pt x="8" y="26"/>
                    <a:pt x="8" y="26"/>
                    <a:pt x="8" y="26"/>
                  </a:cubicBezTo>
                  <a:cubicBezTo>
                    <a:pt x="8" y="26"/>
                    <a:pt x="8" y="26"/>
                    <a:pt x="8" y="26"/>
                  </a:cubicBezTo>
                  <a:close/>
                  <a:moveTo>
                    <a:pt x="73" y="20"/>
                  </a:moveTo>
                  <a:cubicBezTo>
                    <a:pt x="72" y="20"/>
                    <a:pt x="71" y="20"/>
                    <a:pt x="71" y="21"/>
                  </a:cubicBezTo>
                  <a:cubicBezTo>
                    <a:pt x="70" y="21"/>
                    <a:pt x="70" y="21"/>
                    <a:pt x="70" y="22"/>
                  </a:cubicBezTo>
                  <a:cubicBezTo>
                    <a:pt x="70" y="22"/>
                    <a:pt x="70" y="22"/>
                    <a:pt x="70" y="22"/>
                  </a:cubicBezTo>
                  <a:cubicBezTo>
                    <a:pt x="71" y="22"/>
                    <a:pt x="72" y="21"/>
                    <a:pt x="72" y="21"/>
                  </a:cubicBezTo>
                  <a:cubicBezTo>
                    <a:pt x="73" y="21"/>
                    <a:pt x="73" y="20"/>
                    <a:pt x="74" y="20"/>
                  </a:cubicBezTo>
                  <a:cubicBezTo>
                    <a:pt x="73" y="20"/>
                    <a:pt x="73" y="20"/>
                    <a:pt x="73" y="20"/>
                  </a:cubicBezTo>
                  <a:close/>
                  <a:moveTo>
                    <a:pt x="16" y="15"/>
                  </a:moveTo>
                  <a:cubicBezTo>
                    <a:pt x="16" y="16"/>
                    <a:pt x="16" y="17"/>
                    <a:pt x="17" y="17"/>
                  </a:cubicBezTo>
                  <a:cubicBezTo>
                    <a:pt x="18" y="18"/>
                    <a:pt x="18" y="18"/>
                    <a:pt x="19" y="18"/>
                  </a:cubicBezTo>
                  <a:cubicBezTo>
                    <a:pt x="19" y="18"/>
                    <a:pt x="20" y="18"/>
                    <a:pt x="20" y="17"/>
                  </a:cubicBezTo>
                  <a:cubicBezTo>
                    <a:pt x="20" y="17"/>
                    <a:pt x="20" y="17"/>
                    <a:pt x="20" y="17"/>
                  </a:cubicBezTo>
                  <a:cubicBezTo>
                    <a:pt x="19" y="16"/>
                    <a:pt x="18" y="16"/>
                    <a:pt x="17" y="15"/>
                  </a:cubicBezTo>
                  <a:cubicBezTo>
                    <a:pt x="17" y="15"/>
                    <a:pt x="16" y="15"/>
                    <a:pt x="16" y="15"/>
                  </a:cubicBezTo>
                  <a:close/>
                  <a:moveTo>
                    <a:pt x="61" y="11"/>
                  </a:moveTo>
                  <a:cubicBezTo>
                    <a:pt x="60" y="12"/>
                    <a:pt x="59" y="12"/>
                    <a:pt x="59" y="13"/>
                  </a:cubicBezTo>
                  <a:cubicBezTo>
                    <a:pt x="59" y="14"/>
                    <a:pt x="59" y="14"/>
                    <a:pt x="59" y="14"/>
                  </a:cubicBezTo>
                  <a:cubicBezTo>
                    <a:pt x="59" y="15"/>
                    <a:pt x="60" y="15"/>
                    <a:pt x="60" y="15"/>
                  </a:cubicBezTo>
                  <a:cubicBezTo>
                    <a:pt x="60" y="15"/>
                    <a:pt x="60" y="14"/>
                    <a:pt x="60" y="14"/>
                  </a:cubicBezTo>
                  <a:cubicBezTo>
                    <a:pt x="61" y="13"/>
                    <a:pt x="61" y="12"/>
                    <a:pt x="61" y="11"/>
                  </a:cubicBezTo>
                  <a:cubicBezTo>
                    <a:pt x="61" y="11"/>
                    <a:pt x="61" y="11"/>
                    <a:pt x="61" y="11"/>
                  </a:cubicBezTo>
                  <a:close/>
                  <a:moveTo>
                    <a:pt x="30" y="7"/>
                  </a:moveTo>
                  <a:cubicBezTo>
                    <a:pt x="30" y="8"/>
                    <a:pt x="30" y="10"/>
                    <a:pt x="31" y="11"/>
                  </a:cubicBezTo>
                  <a:cubicBezTo>
                    <a:pt x="31" y="11"/>
                    <a:pt x="32" y="12"/>
                    <a:pt x="33" y="12"/>
                  </a:cubicBezTo>
                  <a:cubicBezTo>
                    <a:pt x="33" y="12"/>
                    <a:pt x="33" y="12"/>
                    <a:pt x="33" y="11"/>
                  </a:cubicBezTo>
                  <a:cubicBezTo>
                    <a:pt x="34" y="10"/>
                    <a:pt x="33" y="9"/>
                    <a:pt x="33" y="8"/>
                  </a:cubicBezTo>
                  <a:cubicBezTo>
                    <a:pt x="32" y="8"/>
                    <a:pt x="32" y="7"/>
                    <a:pt x="30" y="7"/>
                  </a:cubicBezTo>
                  <a:cubicBezTo>
                    <a:pt x="30" y="7"/>
                    <a:pt x="30" y="7"/>
                    <a:pt x="30" y="7"/>
                  </a:cubicBezTo>
                  <a:close/>
                  <a:moveTo>
                    <a:pt x="48" y="5"/>
                  </a:moveTo>
                  <a:cubicBezTo>
                    <a:pt x="47" y="6"/>
                    <a:pt x="47" y="6"/>
                    <a:pt x="46" y="7"/>
                  </a:cubicBezTo>
                  <a:cubicBezTo>
                    <a:pt x="46" y="8"/>
                    <a:pt x="45" y="9"/>
                    <a:pt x="46" y="10"/>
                  </a:cubicBezTo>
                  <a:cubicBezTo>
                    <a:pt x="46" y="11"/>
                    <a:pt x="47" y="11"/>
                    <a:pt x="47" y="11"/>
                  </a:cubicBezTo>
                  <a:cubicBezTo>
                    <a:pt x="47" y="11"/>
                    <a:pt x="47" y="11"/>
                    <a:pt x="47" y="11"/>
                  </a:cubicBezTo>
                  <a:cubicBezTo>
                    <a:pt x="49" y="11"/>
                    <a:pt x="50" y="11"/>
                    <a:pt x="50" y="10"/>
                  </a:cubicBezTo>
                  <a:cubicBezTo>
                    <a:pt x="51" y="9"/>
                    <a:pt x="50" y="9"/>
                    <a:pt x="50" y="8"/>
                  </a:cubicBezTo>
                  <a:cubicBezTo>
                    <a:pt x="49" y="7"/>
                    <a:pt x="49" y="6"/>
                    <a:pt x="48"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97"/>
            <p:cNvSpPr>
              <a:spLocks/>
            </p:cNvSpPr>
            <p:nvPr/>
          </p:nvSpPr>
          <p:spPr bwMode="auto">
            <a:xfrm>
              <a:off x="4384373" y="4745267"/>
              <a:ext cx="41166" cy="59943"/>
            </a:xfrm>
            <a:custGeom>
              <a:avLst/>
              <a:gdLst>
                <a:gd name="T0" fmla="*/ 3 w 24"/>
                <a:gd name="T1" fmla="*/ 3 h 35"/>
                <a:gd name="T2" fmla="*/ 0 w 24"/>
                <a:gd name="T3" fmla="*/ 0 h 35"/>
                <a:gd name="T4" fmla="*/ 0 w 24"/>
                <a:gd name="T5" fmla="*/ 35 h 35"/>
                <a:gd name="T6" fmla="*/ 3 w 24"/>
                <a:gd name="T7" fmla="*/ 32 h 35"/>
                <a:gd name="T8" fmla="*/ 5 w 24"/>
                <a:gd name="T9" fmla="*/ 29 h 35"/>
                <a:gd name="T10" fmla="*/ 12 w 24"/>
                <a:gd name="T11" fmla="*/ 22 h 35"/>
                <a:gd name="T12" fmla="*/ 24 w 24"/>
                <a:gd name="T13" fmla="*/ 9 h 35"/>
                <a:gd name="T14" fmla="*/ 10 w 24"/>
                <a:gd name="T15" fmla="*/ 6 h 35"/>
                <a:gd name="T16" fmla="*/ 3 w 24"/>
                <a:gd name="T17" fmla="*/ 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35">
                  <a:moveTo>
                    <a:pt x="3" y="3"/>
                  </a:moveTo>
                  <a:cubicBezTo>
                    <a:pt x="2" y="2"/>
                    <a:pt x="1" y="1"/>
                    <a:pt x="0" y="0"/>
                  </a:cubicBezTo>
                  <a:cubicBezTo>
                    <a:pt x="0" y="35"/>
                    <a:pt x="0" y="35"/>
                    <a:pt x="0" y="35"/>
                  </a:cubicBezTo>
                  <a:cubicBezTo>
                    <a:pt x="1" y="34"/>
                    <a:pt x="2" y="34"/>
                    <a:pt x="3" y="32"/>
                  </a:cubicBezTo>
                  <a:cubicBezTo>
                    <a:pt x="4" y="31"/>
                    <a:pt x="4" y="30"/>
                    <a:pt x="5" y="29"/>
                  </a:cubicBezTo>
                  <a:cubicBezTo>
                    <a:pt x="7" y="26"/>
                    <a:pt x="10" y="24"/>
                    <a:pt x="12" y="22"/>
                  </a:cubicBezTo>
                  <a:cubicBezTo>
                    <a:pt x="16" y="18"/>
                    <a:pt x="20" y="13"/>
                    <a:pt x="24" y="9"/>
                  </a:cubicBezTo>
                  <a:cubicBezTo>
                    <a:pt x="19" y="9"/>
                    <a:pt x="14" y="8"/>
                    <a:pt x="10" y="6"/>
                  </a:cubicBezTo>
                  <a:cubicBezTo>
                    <a:pt x="8" y="5"/>
                    <a:pt x="5" y="5"/>
                    <a:pt x="3" y="3"/>
                  </a:cubicBezTo>
                  <a:close/>
                </a:path>
              </a:pathLst>
            </a:custGeom>
            <a:solidFill>
              <a:srgbClr val="477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98"/>
            <p:cNvSpPr>
              <a:spLocks/>
            </p:cNvSpPr>
            <p:nvPr/>
          </p:nvSpPr>
          <p:spPr bwMode="auto">
            <a:xfrm>
              <a:off x="4317930" y="4738767"/>
              <a:ext cx="22389" cy="10111"/>
            </a:xfrm>
            <a:custGeom>
              <a:avLst/>
              <a:gdLst>
                <a:gd name="T0" fmla="*/ 7 w 13"/>
                <a:gd name="T1" fmla="*/ 5 h 6"/>
                <a:gd name="T2" fmla="*/ 9 w 13"/>
                <a:gd name="T3" fmla="*/ 5 h 6"/>
                <a:gd name="T4" fmla="*/ 10 w 13"/>
                <a:gd name="T5" fmla="*/ 2 h 6"/>
                <a:gd name="T6" fmla="*/ 8 w 13"/>
                <a:gd name="T7" fmla="*/ 1 h 6"/>
                <a:gd name="T8" fmla="*/ 2 w 13"/>
                <a:gd name="T9" fmla="*/ 0 h 6"/>
                <a:gd name="T10" fmla="*/ 0 w 13"/>
                <a:gd name="T11" fmla="*/ 0 h 6"/>
                <a:gd name="T12" fmla="*/ 1 w 13"/>
                <a:gd name="T13" fmla="*/ 2 h 6"/>
                <a:gd name="T14" fmla="*/ 7 w 13"/>
                <a:gd name="T15" fmla="*/ 5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6">
                  <a:moveTo>
                    <a:pt x="7" y="5"/>
                  </a:moveTo>
                  <a:cubicBezTo>
                    <a:pt x="8" y="5"/>
                    <a:pt x="8" y="6"/>
                    <a:pt x="9" y="5"/>
                  </a:cubicBezTo>
                  <a:cubicBezTo>
                    <a:pt x="10" y="5"/>
                    <a:pt x="13" y="3"/>
                    <a:pt x="10" y="2"/>
                  </a:cubicBezTo>
                  <a:cubicBezTo>
                    <a:pt x="10" y="1"/>
                    <a:pt x="9" y="1"/>
                    <a:pt x="8" y="1"/>
                  </a:cubicBezTo>
                  <a:cubicBezTo>
                    <a:pt x="6" y="1"/>
                    <a:pt x="4" y="0"/>
                    <a:pt x="2" y="0"/>
                  </a:cubicBezTo>
                  <a:cubicBezTo>
                    <a:pt x="1" y="0"/>
                    <a:pt x="1" y="0"/>
                    <a:pt x="0" y="0"/>
                  </a:cubicBezTo>
                  <a:cubicBezTo>
                    <a:pt x="0" y="1"/>
                    <a:pt x="1" y="1"/>
                    <a:pt x="1" y="2"/>
                  </a:cubicBezTo>
                  <a:cubicBezTo>
                    <a:pt x="2" y="4"/>
                    <a:pt x="5" y="5"/>
                    <a:pt x="7" y="5"/>
                  </a:cubicBezTo>
                  <a:close/>
                </a:path>
              </a:pathLst>
            </a:custGeom>
            <a:solidFill>
              <a:srgbClr val="477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99"/>
            <p:cNvSpPr>
              <a:spLocks/>
            </p:cNvSpPr>
            <p:nvPr/>
          </p:nvSpPr>
          <p:spPr bwMode="auto">
            <a:xfrm>
              <a:off x="4336707" y="4743822"/>
              <a:ext cx="41166" cy="61388"/>
            </a:xfrm>
            <a:custGeom>
              <a:avLst/>
              <a:gdLst>
                <a:gd name="T0" fmla="*/ 20 w 24"/>
                <a:gd name="T1" fmla="*/ 4 h 36"/>
                <a:gd name="T2" fmla="*/ 18 w 24"/>
                <a:gd name="T3" fmla="*/ 7 h 36"/>
                <a:gd name="T4" fmla="*/ 12 w 24"/>
                <a:gd name="T5" fmla="*/ 12 h 36"/>
                <a:gd name="T6" fmla="*/ 0 w 24"/>
                <a:gd name="T7" fmla="*/ 20 h 36"/>
                <a:gd name="T8" fmla="*/ 8 w 24"/>
                <a:gd name="T9" fmla="*/ 26 h 36"/>
                <a:gd name="T10" fmla="*/ 24 w 24"/>
                <a:gd name="T11" fmla="*/ 36 h 36"/>
                <a:gd name="T12" fmla="*/ 24 w 24"/>
                <a:gd name="T13" fmla="*/ 0 h 36"/>
                <a:gd name="T14" fmla="*/ 24 w 24"/>
                <a:gd name="T15" fmla="*/ 0 h 36"/>
                <a:gd name="T16" fmla="*/ 20 w 24"/>
                <a:gd name="T17" fmla="*/ 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36">
                  <a:moveTo>
                    <a:pt x="20" y="4"/>
                  </a:moveTo>
                  <a:cubicBezTo>
                    <a:pt x="19" y="5"/>
                    <a:pt x="19" y="6"/>
                    <a:pt x="18" y="7"/>
                  </a:cubicBezTo>
                  <a:cubicBezTo>
                    <a:pt x="16" y="8"/>
                    <a:pt x="14" y="10"/>
                    <a:pt x="12" y="12"/>
                  </a:cubicBezTo>
                  <a:cubicBezTo>
                    <a:pt x="8" y="14"/>
                    <a:pt x="5" y="18"/>
                    <a:pt x="0" y="20"/>
                  </a:cubicBezTo>
                  <a:cubicBezTo>
                    <a:pt x="3" y="22"/>
                    <a:pt x="5" y="24"/>
                    <a:pt x="8" y="26"/>
                  </a:cubicBezTo>
                  <a:cubicBezTo>
                    <a:pt x="13" y="29"/>
                    <a:pt x="18" y="33"/>
                    <a:pt x="24" y="36"/>
                  </a:cubicBezTo>
                  <a:cubicBezTo>
                    <a:pt x="24" y="0"/>
                    <a:pt x="24" y="0"/>
                    <a:pt x="24" y="0"/>
                  </a:cubicBezTo>
                  <a:cubicBezTo>
                    <a:pt x="24" y="0"/>
                    <a:pt x="24" y="0"/>
                    <a:pt x="24" y="0"/>
                  </a:cubicBezTo>
                  <a:cubicBezTo>
                    <a:pt x="22" y="1"/>
                    <a:pt x="21" y="3"/>
                    <a:pt x="20" y="4"/>
                  </a:cubicBezTo>
                  <a:close/>
                </a:path>
              </a:pathLst>
            </a:custGeom>
            <a:solidFill>
              <a:srgbClr val="477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100"/>
            <p:cNvSpPr>
              <a:spLocks/>
            </p:cNvSpPr>
            <p:nvPr/>
          </p:nvSpPr>
          <p:spPr bwMode="auto">
            <a:xfrm>
              <a:off x="4331652" y="4719990"/>
              <a:ext cx="13722" cy="7944"/>
            </a:xfrm>
            <a:custGeom>
              <a:avLst/>
              <a:gdLst>
                <a:gd name="T0" fmla="*/ 5 w 8"/>
                <a:gd name="T1" fmla="*/ 5 h 5"/>
                <a:gd name="T2" fmla="*/ 7 w 8"/>
                <a:gd name="T3" fmla="*/ 2 h 5"/>
                <a:gd name="T4" fmla="*/ 4 w 8"/>
                <a:gd name="T5" fmla="*/ 0 h 5"/>
                <a:gd name="T6" fmla="*/ 0 w 8"/>
                <a:gd name="T7" fmla="*/ 0 h 5"/>
                <a:gd name="T8" fmla="*/ 2 w 8"/>
                <a:gd name="T9" fmla="*/ 4 h 5"/>
                <a:gd name="T10" fmla="*/ 5 w 8"/>
                <a:gd name="T11" fmla="*/ 5 h 5"/>
              </a:gdLst>
              <a:ahLst/>
              <a:cxnLst>
                <a:cxn ang="0">
                  <a:pos x="T0" y="T1"/>
                </a:cxn>
                <a:cxn ang="0">
                  <a:pos x="T2" y="T3"/>
                </a:cxn>
                <a:cxn ang="0">
                  <a:pos x="T4" y="T5"/>
                </a:cxn>
                <a:cxn ang="0">
                  <a:pos x="T6" y="T7"/>
                </a:cxn>
                <a:cxn ang="0">
                  <a:pos x="T8" y="T9"/>
                </a:cxn>
                <a:cxn ang="0">
                  <a:pos x="T10" y="T11"/>
                </a:cxn>
              </a:cxnLst>
              <a:rect l="0" t="0" r="r" b="b"/>
              <a:pathLst>
                <a:path w="8" h="5">
                  <a:moveTo>
                    <a:pt x="5" y="5"/>
                  </a:moveTo>
                  <a:cubicBezTo>
                    <a:pt x="6" y="5"/>
                    <a:pt x="8" y="4"/>
                    <a:pt x="7" y="2"/>
                  </a:cubicBezTo>
                  <a:cubicBezTo>
                    <a:pt x="6" y="1"/>
                    <a:pt x="5" y="1"/>
                    <a:pt x="4" y="0"/>
                  </a:cubicBezTo>
                  <a:cubicBezTo>
                    <a:pt x="3" y="0"/>
                    <a:pt x="1" y="0"/>
                    <a:pt x="0" y="0"/>
                  </a:cubicBezTo>
                  <a:cubicBezTo>
                    <a:pt x="1" y="2"/>
                    <a:pt x="1" y="3"/>
                    <a:pt x="2" y="4"/>
                  </a:cubicBezTo>
                  <a:cubicBezTo>
                    <a:pt x="3" y="5"/>
                    <a:pt x="4" y="5"/>
                    <a:pt x="5" y="5"/>
                  </a:cubicBezTo>
                  <a:close/>
                </a:path>
              </a:pathLst>
            </a:custGeom>
            <a:solidFill>
              <a:srgbClr val="477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101"/>
            <p:cNvSpPr>
              <a:spLocks/>
            </p:cNvSpPr>
            <p:nvPr/>
          </p:nvSpPr>
          <p:spPr bwMode="auto">
            <a:xfrm>
              <a:off x="4406761" y="4712767"/>
              <a:ext cx="7222" cy="10111"/>
            </a:xfrm>
            <a:custGeom>
              <a:avLst/>
              <a:gdLst>
                <a:gd name="T0" fmla="*/ 0 w 4"/>
                <a:gd name="T1" fmla="*/ 3 h 6"/>
                <a:gd name="T2" fmla="*/ 1 w 4"/>
                <a:gd name="T3" fmla="*/ 5 h 6"/>
                <a:gd name="T4" fmla="*/ 3 w 4"/>
                <a:gd name="T5" fmla="*/ 4 h 6"/>
                <a:gd name="T6" fmla="*/ 4 w 4"/>
                <a:gd name="T7" fmla="*/ 0 h 6"/>
                <a:gd name="T8" fmla="*/ 2 w 4"/>
                <a:gd name="T9" fmla="*/ 0 h 6"/>
                <a:gd name="T10" fmla="*/ 0 w 4"/>
                <a:gd name="T11" fmla="*/ 3 h 6"/>
              </a:gdLst>
              <a:ahLst/>
              <a:cxnLst>
                <a:cxn ang="0">
                  <a:pos x="T0" y="T1"/>
                </a:cxn>
                <a:cxn ang="0">
                  <a:pos x="T2" y="T3"/>
                </a:cxn>
                <a:cxn ang="0">
                  <a:pos x="T4" y="T5"/>
                </a:cxn>
                <a:cxn ang="0">
                  <a:pos x="T6" y="T7"/>
                </a:cxn>
                <a:cxn ang="0">
                  <a:pos x="T8" y="T9"/>
                </a:cxn>
                <a:cxn ang="0">
                  <a:pos x="T10" y="T11"/>
                </a:cxn>
              </a:cxnLst>
              <a:rect l="0" t="0" r="r" b="b"/>
              <a:pathLst>
                <a:path w="4" h="6">
                  <a:moveTo>
                    <a:pt x="0" y="3"/>
                  </a:moveTo>
                  <a:cubicBezTo>
                    <a:pt x="0" y="4"/>
                    <a:pt x="0" y="5"/>
                    <a:pt x="1" y="5"/>
                  </a:cubicBezTo>
                  <a:cubicBezTo>
                    <a:pt x="2" y="6"/>
                    <a:pt x="3" y="6"/>
                    <a:pt x="3" y="4"/>
                  </a:cubicBezTo>
                  <a:cubicBezTo>
                    <a:pt x="4" y="3"/>
                    <a:pt x="4" y="2"/>
                    <a:pt x="4" y="0"/>
                  </a:cubicBezTo>
                  <a:cubicBezTo>
                    <a:pt x="3" y="0"/>
                    <a:pt x="3" y="0"/>
                    <a:pt x="2" y="0"/>
                  </a:cubicBezTo>
                  <a:cubicBezTo>
                    <a:pt x="1" y="1"/>
                    <a:pt x="0" y="2"/>
                    <a:pt x="0" y="3"/>
                  </a:cubicBezTo>
                  <a:close/>
                </a:path>
              </a:pathLst>
            </a:custGeom>
            <a:solidFill>
              <a:srgbClr val="477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102"/>
            <p:cNvSpPr>
              <a:spLocks/>
            </p:cNvSpPr>
            <p:nvPr/>
          </p:nvSpPr>
          <p:spPr bwMode="auto">
            <a:xfrm>
              <a:off x="4355484" y="4706267"/>
              <a:ext cx="12278" cy="13722"/>
            </a:xfrm>
            <a:custGeom>
              <a:avLst/>
              <a:gdLst>
                <a:gd name="T0" fmla="*/ 6 w 7"/>
                <a:gd name="T1" fmla="*/ 6 h 8"/>
                <a:gd name="T2" fmla="*/ 6 w 7"/>
                <a:gd name="T3" fmla="*/ 2 h 8"/>
                <a:gd name="T4" fmla="*/ 1 w 7"/>
                <a:gd name="T5" fmla="*/ 0 h 8"/>
                <a:gd name="T6" fmla="*/ 2 w 7"/>
                <a:gd name="T7" fmla="*/ 5 h 8"/>
                <a:gd name="T8" fmla="*/ 6 w 7"/>
                <a:gd name="T9" fmla="*/ 6 h 8"/>
              </a:gdLst>
              <a:ahLst/>
              <a:cxnLst>
                <a:cxn ang="0">
                  <a:pos x="T0" y="T1"/>
                </a:cxn>
                <a:cxn ang="0">
                  <a:pos x="T2" y="T3"/>
                </a:cxn>
                <a:cxn ang="0">
                  <a:pos x="T4" y="T5"/>
                </a:cxn>
                <a:cxn ang="0">
                  <a:pos x="T6" y="T7"/>
                </a:cxn>
                <a:cxn ang="0">
                  <a:pos x="T8" y="T9"/>
                </a:cxn>
              </a:cxnLst>
              <a:rect l="0" t="0" r="r" b="b"/>
              <a:pathLst>
                <a:path w="7" h="8">
                  <a:moveTo>
                    <a:pt x="6" y="6"/>
                  </a:moveTo>
                  <a:cubicBezTo>
                    <a:pt x="7" y="5"/>
                    <a:pt x="7" y="3"/>
                    <a:pt x="6" y="2"/>
                  </a:cubicBezTo>
                  <a:cubicBezTo>
                    <a:pt x="5" y="0"/>
                    <a:pt x="2" y="0"/>
                    <a:pt x="1" y="0"/>
                  </a:cubicBezTo>
                  <a:cubicBezTo>
                    <a:pt x="0" y="2"/>
                    <a:pt x="1" y="4"/>
                    <a:pt x="2" y="5"/>
                  </a:cubicBezTo>
                  <a:cubicBezTo>
                    <a:pt x="3" y="7"/>
                    <a:pt x="5" y="8"/>
                    <a:pt x="6" y="6"/>
                  </a:cubicBezTo>
                  <a:close/>
                </a:path>
              </a:pathLst>
            </a:custGeom>
            <a:solidFill>
              <a:srgbClr val="477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103"/>
            <p:cNvSpPr>
              <a:spLocks/>
            </p:cNvSpPr>
            <p:nvPr/>
          </p:nvSpPr>
          <p:spPr bwMode="auto">
            <a:xfrm>
              <a:off x="4326596" y="4762599"/>
              <a:ext cx="5056" cy="5056"/>
            </a:xfrm>
            <a:custGeom>
              <a:avLst/>
              <a:gdLst>
                <a:gd name="T0" fmla="*/ 3 w 3"/>
                <a:gd name="T1" fmla="*/ 2 h 3"/>
                <a:gd name="T2" fmla="*/ 1 w 3"/>
                <a:gd name="T3" fmla="*/ 0 h 3"/>
                <a:gd name="T4" fmla="*/ 0 w 3"/>
                <a:gd name="T5" fmla="*/ 2 h 3"/>
                <a:gd name="T6" fmla="*/ 0 w 3"/>
                <a:gd name="T7" fmla="*/ 2 h 3"/>
                <a:gd name="T8" fmla="*/ 1 w 3"/>
                <a:gd name="T9" fmla="*/ 3 h 3"/>
                <a:gd name="T10" fmla="*/ 2 w 3"/>
                <a:gd name="T11" fmla="*/ 3 h 3"/>
                <a:gd name="T12" fmla="*/ 3 w 3"/>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3" y="2"/>
                  </a:moveTo>
                  <a:cubicBezTo>
                    <a:pt x="2" y="1"/>
                    <a:pt x="2" y="1"/>
                    <a:pt x="1" y="0"/>
                  </a:cubicBezTo>
                  <a:cubicBezTo>
                    <a:pt x="0" y="0"/>
                    <a:pt x="0" y="1"/>
                    <a:pt x="0" y="2"/>
                  </a:cubicBezTo>
                  <a:cubicBezTo>
                    <a:pt x="0" y="2"/>
                    <a:pt x="0" y="2"/>
                    <a:pt x="0" y="2"/>
                  </a:cubicBezTo>
                  <a:cubicBezTo>
                    <a:pt x="0" y="3"/>
                    <a:pt x="1" y="3"/>
                    <a:pt x="1" y="3"/>
                  </a:cubicBezTo>
                  <a:cubicBezTo>
                    <a:pt x="1" y="3"/>
                    <a:pt x="2" y="3"/>
                    <a:pt x="2" y="3"/>
                  </a:cubicBezTo>
                  <a:cubicBezTo>
                    <a:pt x="2" y="3"/>
                    <a:pt x="3" y="2"/>
                    <a:pt x="3" y="2"/>
                  </a:cubicBezTo>
                  <a:close/>
                </a:path>
              </a:pathLst>
            </a:custGeom>
            <a:solidFill>
              <a:srgbClr val="477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104"/>
            <p:cNvSpPr>
              <a:spLocks/>
            </p:cNvSpPr>
            <p:nvPr/>
          </p:nvSpPr>
          <p:spPr bwMode="auto">
            <a:xfrm>
              <a:off x="4382928" y="4702657"/>
              <a:ext cx="15167" cy="13722"/>
            </a:xfrm>
            <a:custGeom>
              <a:avLst/>
              <a:gdLst>
                <a:gd name="T0" fmla="*/ 3 w 9"/>
                <a:gd name="T1" fmla="*/ 8 h 8"/>
                <a:gd name="T2" fmla="*/ 7 w 9"/>
                <a:gd name="T3" fmla="*/ 3 h 8"/>
                <a:gd name="T4" fmla="*/ 4 w 9"/>
                <a:gd name="T5" fmla="*/ 0 h 8"/>
                <a:gd name="T6" fmla="*/ 2 w 9"/>
                <a:gd name="T7" fmla="*/ 2 h 8"/>
                <a:gd name="T8" fmla="*/ 3 w 9"/>
                <a:gd name="T9" fmla="*/ 8 h 8"/>
              </a:gdLst>
              <a:ahLst/>
              <a:cxnLst>
                <a:cxn ang="0">
                  <a:pos x="T0" y="T1"/>
                </a:cxn>
                <a:cxn ang="0">
                  <a:pos x="T2" y="T3"/>
                </a:cxn>
                <a:cxn ang="0">
                  <a:pos x="T4" y="T5"/>
                </a:cxn>
                <a:cxn ang="0">
                  <a:pos x="T6" y="T7"/>
                </a:cxn>
                <a:cxn ang="0">
                  <a:pos x="T8" y="T9"/>
                </a:cxn>
              </a:cxnLst>
              <a:rect l="0" t="0" r="r" b="b"/>
              <a:pathLst>
                <a:path w="9" h="8">
                  <a:moveTo>
                    <a:pt x="3" y="8"/>
                  </a:moveTo>
                  <a:cubicBezTo>
                    <a:pt x="6" y="8"/>
                    <a:pt x="9" y="6"/>
                    <a:pt x="7" y="3"/>
                  </a:cubicBezTo>
                  <a:cubicBezTo>
                    <a:pt x="6" y="2"/>
                    <a:pt x="5" y="1"/>
                    <a:pt x="4" y="0"/>
                  </a:cubicBezTo>
                  <a:cubicBezTo>
                    <a:pt x="3" y="1"/>
                    <a:pt x="2" y="1"/>
                    <a:pt x="2" y="2"/>
                  </a:cubicBezTo>
                  <a:cubicBezTo>
                    <a:pt x="0" y="4"/>
                    <a:pt x="0" y="8"/>
                    <a:pt x="3" y="8"/>
                  </a:cubicBezTo>
                  <a:close/>
                </a:path>
              </a:pathLst>
            </a:custGeom>
            <a:solidFill>
              <a:srgbClr val="477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105"/>
            <p:cNvSpPr>
              <a:spLocks/>
            </p:cNvSpPr>
            <p:nvPr/>
          </p:nvSpPr>
          <p:spPr bwMode="auto">
            <a:xfrm>
              <a:off x="4311430" y="4697601"/>
              <a:ext cx="142997" cy="78721"/>
            </a:xfrm>
            <a:custGeom>
              <a:avLst/>
              <a:gdLst>
                <a:gd name="T0" fmla="*/ 78 w 84"/>
                <a:gd name="T1" fmla="*/ 32 h 46"/>
                <a:gd name="T2" fmla="*/ 76 w 84"/>
                <a:gd name="T3" fmla="*/ 29 h 46"/>
                <a:gd name="T4" fmla="*/ 80 w 84"/>
                <a:gd name="T5" fmla="*/ 29 h 46"/>
                <a:gd name="T6" fmla="*/ 74 w 84"/>
                <a:gd name="T7" fmla="*/ 18 h 46"/>
                <a:gd name="T8" fmla="*/ 67 w 84"/>
                <a:gd name="T9" fmla="*/ 22 h 46"/>
                <a:gd name="T10" fmla="*/ 71 w 84"/>
                <a:gd name="T11" fmla="*/ 17 h 46"/>
                <a:gd name="T12" fmla="*/ 65 w 84"/>
                <a:gd name="T13" fmla="*/ 9 h 46"/>
                <a:gd name="T14" fmla="*/ 60 w 84"/>
                <a:gd name="T15" fmla="*/ 13 h 46"/>
                <a:gd name="T16" fmla="*/ 55 w 84"/>
                <a:gd name="T17" fmla="*/ 14 h 46"/>
                <a:gd name="T18" fmla="*/ 58 w 84"/>
                <a:gd name="T19" fmla="*/ 6 h 46"/>
                <a:gd name="T20" fmla="*/ 51 w 84"/>
                <a:gd name="T21" fmla="*/ 2 h 46"/>
                <a:gd name="T22" fmla="*/ 49 w 84"/>
                <a:gd name="T23" fmla="*/ 11 h 46"/>
                <a:gd name="T24" fmla="*/ 45 w 84"/>
                <a:gd name="T25" fmla="*/ 3 h 46"/>
                <a:gd name="T26" fmla="*/ 35 w 84"/>
                <a:gd name="T27" fmla="*/ 0 h 46"/>
                <a:gd name="T28" fmla="*/ 27 w 84"/>
                <a:gd name="T29" fmla="*/ 5 h 46"/>
                <a:gd name="T30" fmla="*/ 33 w 84"/>
                <a:gd name="T31" fmla="*/ 11 h 46"/>
                <a:gd name="T32" fmla="*/ 26 w 84"/>
                <a:gd name="T33" fmla="*/ 5 h 46"/>
                <a:gd name="T34" fmla="*/ 20 w 84"/>
                <a:gd name="T35" fmla="*/ 6 h 46"/>
                <a:gd name="T36" fmla="*/ 12 w 84"/>
                <a:gd name="T37" fmla="*/ 12 h 46"/>
                <a:gd name="T38" fmla="*/ 18 w 84"/>
                <a:gd name="T39" fmla="*/ 13 h 46"/>
                <a:gd name="T40" fmla="*/ 17 w 84"/>
                <a:gd name="T41" fmla="*/ 19 h 46"/>
                <a:gd name="T42" fmla="*/ 4 w 84"/>
                <a:gd name="T43" fmla="*/ 17 h 46"/>
                <a:gd name="T44" fmla="*/ 4 w 84"/>
                <a:gd name="T45" fmla="*/ 23 h 46"/>
                <a:gd name="T46" fmla="*/ 14 w 84"/>
                <a:gd name="T47" fmla="*/ 25 h 46"/>
                <a:gd name="T48" fmla="*/ 8 w 84"/>
                <a:gd name="T49" fmla="*/ 30 h 46"/>
                <a:gd name="T50" fmla="*/ 4 w 84"/>
                <a:gd name="T51" fmla="*/ 24 h 46"/>
                <a:gd name="T52" fmla="*/ 0 w 84"/>
                <a:gd name="T53" fmla="*/ 37 h 46"/>
                <a:gd name="T54" fmla="*/ 9 w 84"/>
                <a:gd name="T55" fmla="*/ 42 h 46"/>
                <a:gd name="T56" fmla="*/ 8 w 84"/>
                <a:gd name="T57" fmla="*/ 40 h 46"/>
                <a:gd name="T58" fmla="*/ 12 w 84"/>
                <a:gd name="T59" fmla="*/ 38 h 46"/>
                <a:gd name="T60" fmla="*/ 15 w 84"/>
                <a:gd name="T61" fmla="*/ 46 h 46"/>
                <a:gd name="T62" fmla="*/ 15 w 84"/>
                <a:gd name="T63" fmla="*/ 46 h 46"/>
                <a:gd name="T64" fmla="*/ 38 w 84"/>
                <a:gd name="T65" fmla="*/ 27 h 46"/>
                <a:gd name="T66" fmla="*/ 39 w 84"/>
                <a:gd name="T67" fmla="*/ 27 h 46"/>
                <a:gd name="T68" fmla="*/ 43 w 84"/>
                <a:gd name="T69" fmla="*/ 27 h 46"/>
                <a:gd name="T70" fmla="*/ 53 w 84"/>
                <a:gd name="T71" fmla="*/ 34 h 46"/>
                <a:gd name="T72" fmla="*/ 69 w 84"/>
                <a:gd name="T73" fmla="*/ 36 h 46"/>
                <a:gd name="T74" fmla="*/ 69 w 84"/>
                <a:gd name="T75" fmla="*/ 36 h 46"/>
                <a:gd name="T76" fmla="*/ 80 w 84"/>
                <a:gd name="T77" fmla="*/ 3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4" h="46">
                  <a:moveTo>
                    <a:pt x="80" y="31"/>
                  </a:moveTo>
                  <a:cubicBezTo>
                    <a:pt x="80" y="31"/>
                    <a:pt x="79" y="32"/>
                    <a:pt x="78" y="32"/>
                  </a:cubicBezTo>
                  <a:cubicBezTo>
                    <a:pt x="77" y="33"/>
                    <a:pt x="72" y="34"/>
                    <a:pt x="72" y="31"/>
                  </a:cubicBezTo>
                  <a:cubicBezTo>
                    <a:pt x="72" y="30"/>
                    <a:pt x="75" y="29"/>
                    <a:pt x="76" y="29"/>
                  </a:cubicBezTo>
                  <a:cubicBezTo>
                    <a:pt x="77" y="29"/>
                    <a:pt x="79" y="29"/>
                    <a:pt x="80" y="30"/>
                  </a:cubicBezTo>
                  <a:cubicBezTo>
                    <a:pt x="80" y="30"/>
                    <a:pt x="80" y="29"/>
                    <a:pt x="80" y="29"/>
                  </a:cubicBezTo>
                  <a:cubicBezTo>
                    <a:pt x="83" y="25"/>
                    <a:pt x="80" y="22"/>
                    <a:pt x="76" y="20"/>
                  </a:cubicBezTo>
                  <a:cubicBezTo>
                    <a:pt x="76" y="19"/>
                    <a:pt x="75" y="19"/>
                    <a:pt x="74" y="18"/>
                  </a:cubicBezTo>
                  <a:cubicBezTo>
                    <a:pt x="73" y="20"/>
                    <a:pt x="72" y="21"/>
                    <a:pt x="70" y="22"/>
                  </a:cubicBezTo>
                  <a:cubicBezTo>
                    <a:pt x="69" y="22"/>
                    <a:pt x="67" y="23"/>
                    <a:pt x="67" y="22"/>
                  </a:cubicBezTo>
                  <a:cubicBezTo>
                    <a:pt x="66" y="21"/>
                    <a:pt x="66" y="20"/>
                    <a:pt x="67" y="19"/>
                  </a:cubicBezTo>
                  <a:cubicBezTo>
                    <a:pt x="68" y="17"/>
                    <a:pt x="69" y="17"/>
                    <a:pt x="71" y="17"/>
                  </a:cubicBezTo>
                  <a:cubicBezTo>
                    <a:pt x="72" y="17"/>
                    <a:pt x="73" y="17"/>
                    <a:pt x="73" y="18"/>
                  </a:cubicBezTo>
                  <a:cubicBezTo>
                    <a:pt x="75" y="13"/>
                    <a:pt x="69" y="9"/>
                    <a:pt x="65" y="9"/>
                  </a:cubicBezTo>
                  <a:cubicBezTo>
                    <a:pt x="63" y="9"/>
                    <a:pt x="62" y="9"/>
                    <a:pt x="61" y="9"/>
                  </a:cubicBezTo>
                  <a:cubicBezTo>
                    <a:pt x="61" y="10"/>
                    <a:pt x="61" y="12"/>
                    <a:pt x="60" y="13"/>
                  </a:cubicBezTo>
                  <a:cubicBezTo>
                    <a:pt x="60" y="14"/>
                    <a:pt x="59" y="16"/>
                    <a:pt x="58" y="15"/>
                  </a:cubicBezTo>
                  <a:cubicBezTo>
                    <a:pt x="57" y="15"/>
                    <a:pt x="56" y="15"/>
                    <a:pt x="55" y="14"/>
                  </a:cubicBezTo>
                  <a:cubicBezTo>
                    <a:pt x="55" y="11"/>
                    <a:pt x="57" y="9"/>
                    <a:pt x="60" y="8"/>
                  </a:cubicBezTo>
                  <a:cubicBezTo>
                    <a:pt x="59" y="7"/>
                    <a:pt x="59" y="6"/>
                    <a:pt x="58" y="6"/>
                  </a:cubicBezTo>
                  <a:cubicBezTo>
                    <a:pt x="57" y="5"/>
                    <a:pt x="56" y="4"/>
                    <a:pt x="55" y="3"/>
                  </a:cubicBezTo>
                  <a:cubicBezTo>
                    <a:pt x="54" y="2"/>
                    <a:pt x="53" y="2"/>
                    <a:pt x="51" y="2"/>
                  </a:cubicBezTo>
                  <a:cubicBezTo>
                    <a:pt x="50" y="3"/>
                    <a:pt x="48" y="3"/>
                    <a:pt x="47" y="3"/>
                  </a:cubicBezTo>
                  <a:cubicBezTo>
                    <a:pt x="49" y="4"/>
                    <a:pt x="52" y="9"/>
                    <a:pt x="49" y="11"/>
                  </a:cubicBezTo>
                  <a:cubicBezTo>
                    <a:pt x="48" y="12"/>
                    <a:pt x="43" y="13"/>
                    <a:pt x="42" y="10"/>
                  </a:cubicBezTo>
                  <a:cubicBezTo>
                    <a:pt x="41" y="7"/>
                    <a:pt x="42" y="4"/>
                    <a:pt x="45" y="3"/>
                  </a:cubicBezTo>
                  <a:cubicBezTo>
                    <a:pt x="45" y="2"/>
                    <a:pt x="44" y="2"/>
                    <a:pt x="43" y="2"/>
                  </a:cubicBezTo>
                  <a:cubicBezTo>
                    <a:pt x="41" y="1"/>
                    <a:pt x="38" y="0"/>
                    <a:pt x="35" y="0"/>
                  </a:cubicBezTo>
                  <a:cubicBezTo>
                    <a:pt x="32" y="1"/>
                    <a:pt x="29" y="1"/>
                    <a:pt x="27" y="3"/>
                  </a:cubicBezTo>
                  <a:cubicBezTo>
                    <a:pt x="27" y="4"/>
                    <a:pt x="27" y="4"/>
                    <a:pt x="27" y="5"/>
                  </a:cubicBezTo>
                  <a:cubicBezTo>
                    <a:pt x="29" y="4"/>
                    <a:pt x="32" y="4"/>
                    <a:pt x="33" y="7"/>
                  </a:cubicBezTo>
                  <a:cubicBezTo>
                    <a:pt x="33" y="8"/>
                    <a:pt x="34" y="10"/>
                    <a:pt x="33" y="11"/>
                  </a:cubicBezTo>
                  <a:cubicBezTo>
                    <a:pt x="32" y="12"/>
                    <a:pt x="31" y="13"/>
                    <a:pt x="30" y="13"/>
                  </a:cubicBezTo>
                  <a:cubicBezTo>
                    <a:pt x="27" y="12"/>
                    <a:pt x="26" y="8"/>
                    <a:pt x="26" y="5"/>
                  </a:cubicBezTo>
                  <a:cubicBezTo>
                    <a:pt x="26" y="5"/>
                    <a:pt x="25" y="5"/>
                    <a:pt x="25" y="5"/>
                  </a:cubicBezTo>
                  <a:cubicBezTo>
                    <a:pt x="24" y="6"/>
                    <a:pt x="22" y="6"/>
                    <a:pt x="20" y="6"/>
                  </a:cubicBezTo>
                  <a:cubicBezTo>
                    <a:pt x="18" y="6"/>
                    <a:pt x="13" y="7"/>
                    <a:pt x="12" y="11"/>
                  </a:cubicBezTo>
                  <a:cubicBezTo>
                    <a:pt x="12" y="11"/>
                    <a:pt x="12" y="12"/>
                    <a:pt x="12" y="12"/>
                  </a:cubicBezTo>
                  <a:cubicBezTo>
                    <a:pt x="12" y="12"/>
                    <a:pt x="13" y="12"/>
                    <a:pt x="13" y="12"/>
                  </a:cubicBezTo>
                  <a:cubicBezTo>
                    <a:pt x="14" y="12"/>
                    <a:pt x="16" y="12"/>
                    <a:pt x="18" y="13"/>
                  </a:cubicBezTo>
                  <a:cubicBezTo>
                    <a:pt x="19" y="14"/>
                    <a:pt x="20" y="15"/>
                    <a:pt x="20" y="17"/>
                  </a:cubicBezTo>
                  <a:cubicBezTo>
                    <a:pt x="20" y="18"/>
                    <a:pt x="18" y="19"/>
                    <a:pt x="17" y="19"/>
                  </a:cubicBezTo>
                  <a:cubicBezTo>
                    <a:pt x="14" y="19"/>
                    <a:pt x="12" y="16"/>
                    <a:pt x="12" y="13"/>
                  </a:cubicBezTo>
                  <a:cubicBezTo>
                    <a:pt x="8" y="13"/>
                    <a:pt x="5" y="14"/>
                    <a:pt x="4" y="17"/>
                  </a:cubicBezTo>
                  <a:cubicBezTo>
                    <a:pt x="3" y="19"/>
                    <a:pt x="4" y="20"/>
                    <a:pt x="4" y="22"/>
                  </a:cubicBezTo>
                  <a:cubicBezTo>
                    <a:pt x="4" y="23"/>
                    <a:pt x="4" y="23"/>
                    <a:pt x="4" y="23"/>
                  </a:cubicBezTo>
                  <a:cubicBezTo>
                    <a:pt x="6" y="23"/>
                    <a:pt x="7" y="23"/>
                    <a:pt x="8" y="23"/>
                  </a:cubicBezTo>
                  <a:cubicBezTo>
                    <a:pt x="10" y="24"/>
                    <a:pt x="12" y="24"/>
                    <a:pt x="14" y="25"/>
                  </a:cubicBezTo>
                  <a:cubicBezTo>
                    <a:pt x="15" y="25"/>
                    <a:pt x="16" y="26"/>
                    <a:pt x="16" y="27"/>
                  </a:cubicBezTo>
                  <a:cubicBezTo>
                    <a:pt x="16" y="31"/>
                    <a:pt x="11" y="31"/>
                    <a:pt x="8" y="30"/>
                  </a:cubicBezTo>
                  <a:cubicBezTo>
                    <a:pt x="7" y="29"/>
                    <a:pt x="5" y="28"/>
                    <a:pt x="4" y="27"/>
                  </a:cubicBezTo>
                  <a:cubicBezTo>
                    <a:pt x="4" y="26"/>
                    <a:pt x="4" y="25"/>
                    <a:pt x="4" y="24"/>
                  </a:cubicBezTo>
                  <a:cubicBezTo>
                    <a:pt x="2" y="25"/>
                    <a:pt x="0" y="27"/>
                    <a:pt x="0" y="29"/>
                  </a:cubicBezTo>
                  <a:cubicBezTo>
                    <a:pt x="0" y="32"/>
                    <a:pt x="0" y="35"/>
                    <a:pt x="0" y="37"/>
                  </a:cubicBezTo>
                  <a:cubicBezTo>
                    <a:pt x="1" y="40"/>
                    <a:pt x="5" y="42"/>
                    <a:pt x="8" y="42"/>
                  </a:cubicBezTo>
                  <a:cubicBezTo>
                    <a:pt x="8" y="42"/>
                    <a:pt x="9" y="42"/>
                    <a:pt x="9" y="42"/>
                  </a:cubicBezTo>
                  <a:cubicBezTo>
                    <a:pt x="9" y="41"/>
                    <a:pt x="8" y="41"/>
                    <a:pt x="8" y="41"/>
                  </a:cubicBezTo>
                  <a:cubicBezTo>
                    <a:pt x="8" y="41"/>
                    <a:pt x="8" y="40"/>
                    <a:pt x="8" y="40"/>
                  </a:cubicBezTo>
                  <a:cubicBezTo>
                    <a:pt x="8" y="40"/>
                    <a:pt x="8" y="40"/>
                    <a:pt x="8" y="40"/>
                  </a:cubicBezTo>
                  <a:cubicBezTo>
                    <a:pt x="8" y="38"/>
                    <a:pt x="11" y="36"/>
                    <a:pt x="12" y="38"/>
                  </a:cubicBezTo>
                  <a:cubicBezTo>
                    <a:pt x="14" y="40"/>
                    <a:pt x="12" y="41"/>
                    <a:pt x="11" y="42"/>
                  </a:cubicBezTo>
                  <a:cubicBezTo>
                    <a:pt x="12" y="43"/>
                    <a:pt x="13" y="45"/>
                    <a:pt x="15" y="46"/>
                  </a:cubicBezTo>
                  <a:cubicBezTo>
                    <a:pt x="15" y="46"/>
                    <a:pt x="15" y="46"/>
                    <a:pt x="15" y="46"/>
                  </a:cubicBezTo>
                  <a:cubicBezTo>
                    <a:pt x="15" y="46"/>
                    <a:pt x="15" y="46"/>
                    <a:pt x="15" y="46"/>
                  </a:cubicBezTo>
                  <a:cubicBezTo>
                    <a:pt x="20" y="45"/>
                    <a:pt x="23" y="40"/>
                    <a:pt x="28" y="37"/>
                  </a:cubicBezTo>
                  <a:cubicBezTo>
                    <a:pt x="32" y="34"/>
                    <a:pt x="34" y="30"/>
                    <a:pt x="38" y="27"/>
                  </a:cubicBezTo>
                  <a:cubicBezTo>
                    <a:pt x="39" y="27"/>
                    <a:pt x="39" y="27"/>
                    <a:pt x="39" y="27"/>
                  </a:cubicBezTo>
                  <a:cubicBezTo>
                    <a:pt x="39" y="27"/>
                    <a:pt x="39" y="27"/>
                    <a:pt x="39" y="27"/>
                  </a:cubicBezTo>
                  <a:cubicBezTo>
                    <a:pt x="43" y="27"/>
                    <a:pt x="43" y="27"/>
                    <a:pt x="43" y="27"/>
                  </a:cubicBezTo>
                  <a:cubicBezTo>
                    <a:pt x="43" y="27"/>
                    <a:pt x="43" y="27"/>
                    <a:pt x="43" y="27"/>
                  </a:cubicBezTo>
                  <a:cubicBezTo>
                    <a:pt x="44" y="28"/>
                    <a:pt x="45" y="30"/>
                    <a:pt x="47" y="31"/>
                  </a:cubicBezTo>
                  <a:cubicBezTo>
                    <a:pt x="49" y="32"/>
                    <a:pt x="51" y="33"/>
                    <a:pt x="53" y="34"/>
                  </a:cubicBezTo>
                  <a:cubicBezTo>
                    <a:pt x="58" y="35"/>
                    <a:pt x="63" y="37"/>
                    <a:pt x="68" y="37"/>
                  </a:cubicBezTo>
                  <a:cubicBezTo>
                    <a:pt x="68" y="36"/>
                    <a:pt x="68" y="36"/>
                    <a:pt x="69" y="36"/>
                  </a:cubicBezTo>
                  <a:cubicBezTo>
                    <a:pt x="69" y="36"/>
                    <a:pt x="69" y="36"/>
                    <a:pt x="69" y="36"/>
                  </a:cubicBezTo>
                  <a:cubicBezTo>
                    <a:pt x="69" y="36"/>
                    <a:pt x="69" y="36"/>
                    <a:pt x="69" y="36"/>
                  </a:cubicBezTo>
                  <a:cubicBezTo>
                    <a:pt x="71" y="36"/>
                    <a:pt x="73" y="37"/>
                    <a:pt x="75" y="37"/>
                  </a:cubicBezTo>
                  <a:cubicBezTo>
                    <a:pt x="77" y="37"/>
                    <a:pt x="78" y="37"/>
                    <a:pt x="80" y="37"/>
                  </a:cubicBezTo>
                  <a:cubicBezTo>
                    <a:pt x="84" y="35"/>
                    <a:pt x="82" y="32"/>
                    <a:pt x="80" y="31"/>
                  </a:cubicBezTo>
                  <a:close/>
                </a:path>
              </a:pathLst>
            </a:custGeom>
            <a:solidFill>
              <a:srgbClr val="477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106"/>
            <p:cNvSpPr>
              <a:spLocks/>
            </p:cNvSpPr>
            <p:nvPr/>
          </p:nvSpPr>
          <p:spPr bwMode="auto">
            <a:xfrm>
              <a:off x="4425538" y="4726489"/>
              <a:ext cx="10111" cy="10111"/>
            </a:xfrm>
            <a:custGeom>
              <a:avLst/>
              <a:gdLst>
                <a:gd name="T0" fmla="*/ 1 w 6"/>
                <a:gd name="T1" fmla="*/ 2 h 6"/>
                <a:gd name="T2" fmla="*/ 0 w 6"/>
                <a:gd name="T3" fmla="*/ 4 h 6"/>
                <a:gd name="T4" fmla="*/ 3 w 6"/>
                <a:gd name="T5" fmla="*/ 4 h 6"/>
                <a:gd name="T6" fmla="*/ 6 w 6"/>
                <a:gd name="T7" fmla="*/ 1 h 6"/>
                <a:gd name="T8" fmla="*/ 1 w 6"/>
                <a:gd name="T9" fmla="*/ 2 h 6"/>
              </a:gdLst>
              <a:ahLst/>
              <a:cxnLst>
                <a:cxn ang="0">
                  <a:pos x="T0" y="T1"/>
                </a:cxn>
                <a:cxn ang="0">
                  <a:pos x="T2" y="T3"/>
                </a:cxn>
                <a:cxn ang="0">
                  <a:pos x="T4" y="T5"/>
                </a:cxn>
                <a:cxn ang="0">
                  <a:pos x="T6" y="T7"/>
                </a:cxn>
                <a:cxn ang="0">
                  <a:pos x="T8" y="T9"/>
                </a:cxn>
              </a:cxnLst>
              <a:rect l="0" t="0" r="r" b="b"/>
              <a:pathLst>
                <a:path w="6" h="6">
                  <a:moveTo>
                    <a:pt x="1" y="2"/>
                  </a:moveTo>
                  <a:cubicBezTo>
                    <a:pt x="1" y="2"/>
                    <a:pt x="0" y="3"/>
                    <a:pt x="0" y="4"/>
                  </a:cubicBezTo>
                  <a:cubicBezTo>
                    <a:pt x="0" y="6"/>
                    <a:pt x="3" y="4"/>
                    <a:pt x="3" y="4"/>
                  </a:cubicBezTo>
                  <a:cubicBezTo>
                    <a:pt x="5" y="3"/>
                    <a:pt x="6" y="2"/>
                    <a:pt x="6" y="1"/>
                  </a:cubicBezTo>
                  <a:cubicBezTo>
                    <a:pt x="4" y="1"/>
                    <a:pt x="2" y="0"/>
                    <a:pt x="1" y="2"/>
                  </a:cubicBezTo>
                  <a:close/>
                </a:path>
              </a:pathLst>
            </a:custGeom>
            <a:solidFill>
              <a:srgbClr val="477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73" name="Freeform 9"/>
          <p:cNvSpPr>
            <a:spLocks noEditPoints="1"/>
          </p:cNvSpPr>
          <p:nvPr/>
        </p:nvSpPr>
        <p:spPr bwMode="auto">
          <a:xfrm>
            <a:off x="3310939" y="3857342"/>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2C8680"/>
          </a:solidFill>
          <a:ln>
            <a:noFill/>
          </a:ln>
        </p:spPr>
        <p:txBody>
          <a:bodyPr vert="horz" wrap="square" lIns="91440" tIns="45720" rIns="91440" bIns="45720" numCol="1" anchor="t" anchorCtr="0" compatLnSpc="1">
            <a:prstTxWarp prst="textNoShape">
              <a:avLst/>
            </a:prstTxWarp>
          </a:bodyPr>
          <a:lstStyle/>
          <a:p>
            <a:endParaRPr lang="zh-CN" altLang="en-US">
              <a:solidFill>
                <a:srgbClr val="B5D241"/>
              </a:solidFill>
            </a:endParaRPr>
          </a:p>
        </p:txBody>
      </p:sp>
      <p:sp>
        <p:nvSpPr>
          <p:cNvPr id="174" name="Freeform 10"/>
          <p:cNvSpPr>
            <a:spLocks noEditPoints="1"/>
          </p:cNvSpPr>
          <p:nvPr/>
        </p:nvSpPr>
        <p:spPr bwMode="auto">
          <a:xfrm>
            <a:off x="3310939" y="5025902"/>
            <a:ext cx="295275" cy="293688"/>
          </a:xfrm>
          <a:custGeom>
            <a:avLst/>
            <a:gdLst>
              <a:gd name="T0" fmla="*/ 74 w 147"/>
              <a:gd name="T1" fmla="*/ 146 h 146"/>
              <a:gd name="T2" fmla="*/ 0 w 147"/>
              <a:gd name="T3" fmla="*/ 73 h 146"/>
              <a:gd name="T4" fmla="*/ 74 w 147"/>
              <a:gd name="T5" fmla="*/ 0 h 146"/>
              <a:gd name="T6" fmla="*/ 147 w 147"/>
              <a:gd name="T7" fmla="*/ 73 h 146"/>
              <a:gd name="T8" fmla="*/ 74 w 147"/>
              <a:gd name="T9" fmla="*/ 146 h 146"/>
              <a:gd name="T10" fmla="*/ 74 w 147"/>
              <a:gd name="T11" fmla="*/ 16 h 146"/>
              <a:gd name="T12" fmla="*/ 16 w 147"/>
              <a:gd name="T13" fmla="*/ 73 h 146"/>
              <a:gd name="T14" fmla="*/ 74 w 147"/>
              <a:gd name="T15" fmla="*/ 130 h 146"/>
              <a:gd name="T16" fmla="*/ 131 w 147"/>
              <a:gd name="T17" fmla="*/ 73 h 146"/>
              <a:gd name="T18" fmla="*/ 74 w 147"/>
              <a:gd name="T19" fmla="*/ 1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6">
                <a:moveTo>
                  <a:pt x="74" y="146"/>
                </a:moveTo>
                <a:cubicBezTo>
                  <a:pt x="33" y="146"/>
                  <a:pt x="0" y="114"/>
                  <a:pt x="0" y="73"/>
                </a:cubicBezTo>
                <a:cubicBezTo>
                  <a:pt x="0" y="33"/>
                  <a:pt x="33" y="0"/>
                  <a:pt x="74" y="0"/>
                </a:cubicBezTo>
                <a:cubicBezTo>
                  <a:pt x="114" y="0"/>
                  <a:pt x="147" y="33"/>
                  <a:pt x="147" y="73"/>
                </a:cubicBezTo>
                <a:cubicBezTo>
                  <a:pt x="147" y="114"/>
                  <a:pt x="114" y="146"/>
                  <a:pt x="74" y="146"/>
                </a:cubicBezTo>
                <a:close/>
                <a:moveTo>
                  <a:pt x="74" y="16"/>
                </a:moveTo>
                <a:cubicBezTo>
                  <a:pt x="42" y="16"/>
                  <a:pt x="16" y="41"/>
                  <a:pt x="16" y="73"/>
                </a:cubicBezTo>
                <a:cubicBezTo>
                  <a:pt x="16" y="105"/>
                  <a:pt x="42" y="130"/>
                  <a:pt x="74" y="130"/>
                </a:cubicBezTo>
                <a:cubicBezTo>
                  <a:pt x="106" y="130"/>
                  <a:pt x="131" y="105"/>
                  <a:pt x="131" y="73"/>
                </a:cubicBezTo>
                <a:cubicBezTo>
                  <a:pt x="131" y="41"/>
                  <a:pt x="106" y="16"/>
                  <a:pt x="74" y="16"/>
                </a:cubicBezTo>
                <a:close/>
              </a:path>
            </a:pathLst>
          </a:custGeom>
          <a:solidFill>
            <a:srgbClr val="477183"/>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5" name="文本框 174"/>
          <p:cNvSpPr txBox="1"/>
          <p:nvPr/>
        </p:nvSpPr>
        <p:spPr>
          <a:xfrm>
            <a:off x="502634" y="3737119"/>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76" name="文本框 175"/>
          <p:cNvSpPr txBox="1"/>
          <p:nvPr/>
        </p:nvSpPr>
        <p:spPr>
          <a:xfrm>
            <a:off x="502634" y="4892250"/>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77" name="Freeform 9"/>
          <p:cNvSpPr>
            <a:spLocks noEditPoints="1"/>
          </p:cNvSpPr>
          <p:nvPr/>
        </p:nvSpPr>
        <p:spPr bwMode="auto">
          <a:xfrm>
            <a:off x="3310939" y="2660007"/>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A4A3A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8" name="文本框 177"/>
          <p:cNvSpPr txBox="1"/>
          <p:nvPr/>
        </p:nvSpPr>
        <p:spPr>
          <a:xfrm>
            <a:off x="502634" y="2539784"/>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79" name="文本框 178"/>
          <p:cNvSpPr txBox="1"/>
          <p:nvPr/>
        </p:nvSpPr>
        <p:spPr>
          <a:xfrm>
            <a:off x="8874326" y="4892250"/>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180" name="文本框 179"/>
          <p:cNvSpPr txBox="1"/>
          <p:nvPr/>
        </p:nvSpPr>
        <p:spPr>
          <a:xfrm>
            <a:off x="8874326" y="3737119"/>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181" name="Freeform 9"/>
          <p:cNvSpPr>
            <a:spLocks noEditPoints="1"/>
          </p:cNvSpPr>
          <p:nvPr/>
        </p:nvSpPr>
        <p:spPr bwMode="auto">
          <a:xfrm>
            <a:off x="8613692" y="3857342"/>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E66428"/>
          </a:solidFill>
          <a:ln>
            <a:noFill/>
          </a:ln>
        </p:spPr>
        <p:txBody>
          <a:bodyPr vert="horz" wrap="square" lIns="91440" tIns="45720" rIns="91440" bIns="45720" numCol="1" anchor="t" anchorCtr="0" compatLnSpc="1">
            <a:prstTxWarp prst="textNoShape">
              <a:avLst/>
            </a:prstTxWarp>
          </a:bodyPr>
          <a:lstStyle/>
          <a:p>
            <a:endParaRPr lang="zh-CN" altLang="en-US">
              <a:solidFill>
                <a:srgbClr val="E66428"/>
              </a:solidFill>
            </a:endParaRPr>
          </a:p>
        </p:txBody>
      </p:sp>
      <p:sp>
        <p:nvSpPr>
          <p:cNvPr id="182" name="Freeform 10"/>
          <p:cNvSpPr>
            <a:spLocks noEditPoints="1"/>
          </p:cNvSpPr>
          <p:nvPr/>
        </p:nvSpPr>
        <p:spPr bwMode="auto">
          <a:xfrm>
            <a:off x="8613692" y="5025902"/>
            <a:ext cx="295275" cy="293688"/>
          </a:xfrm>
          <a:custGeom>
            <a:avLst/>
            <a:gdLst>
              <a:gd name="T0" fmla="*/ 74 w 147"/>
              <a:gd name="T1" fmla="*/ 146 h 146"/>
              <a:gd name="T2" fmla="*/ 0 w 147"/>
              <a:gd name="T3" fmla="*/ 73 h 146"/>
              <a:gd name="T4" fmla="*/ 74 w 147"/>
              <a:gd name="T5" fmla="*/ 0 h 146"/>
              <a:gd name="T6" fmla="*/ 147 w 147"/>
              <a:gd name="T7" fmla="*/ 73 h 146"/>
              <a:gd name="T8" fmla="*/ 74 w 147"/>
              <a:gd name="T9" fmla="*/ 146 h 146"/>
              <a:gd name="T10" fmla="*/ 74 w 147"/>
              <a:gd name="T11" fmla="*/ 16 h 146"/>
              <a:gd name="T12" fmla="*/ 16 w 147"/>
              <a:gd name="T13" fmla="*/ 73 h 146"/>
              <a:gd name="T14" fmla="*/ 74 w 147"/>
              <a:gd name="T15" fmla="*/ 130 h 146"/>
              <a:gd name="T16" fmla="*/ 131 w 147"/>
              <a:gd name="T17" fmla="*/ 73 h 146"/>
              <a:gd name="T18" fmla="*/ 74 w 147"/>
              <a:gd name="T19" fmla="*/ 1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6">
                <a:moveTo>
                  <a:pt x="74" y="146"/>
                </a:moveTo>
                <a:cubicBezTo>
                  <a:pt x="33" y="146"/>
                  <a:pt x="0" y="114"/>
                  <a:pt x="0" y="73"/>
                </a:cubicBezTo>
                <a:cubicBezTo>
                  <a:pt x="0" y="33"/>
                  <a:pt x="33" y="0"/>
                  <a:pt x="74" y="0"/>
                </a:cubicBezTo>
                <a:cubicBezTo>
                  <a:pt x="114" y="0"/>
                  <a:pt x="147" y="33"/>
                  <a:pt x="147" y="73"/>
                </a:cubicBezTo>
                <a:cubicBezTo>
                  <a:pt x="147" y="114"/>
                  <a:pt x="114" y="146"/>
                  <a:pt x="74" y="146"/>
                </a:cubicBezTo>
                <a:close/>
                <a:moveTo>
                  <a:pt x="74" y="16"/>
                </a:moveTo>
                <a:cubicBezTo>
                  <a:pt x="42" y="16"/>
                  <a:pt x="16" y="41"/>
                  <a:pt x="16" y="73"/>
                </a:cubicBezTo>
                <a:cubicBezTo>
                  <a:pt x="16" y="105"/>
                  <a:pt x="42" y="130"/>
                  <a:pt x="74" y="130"/>
                </a:cubicBezTo>
                <a:cubicBezTo>
                  <a:pt x="106" y="130"/>
                  <a:pt x="131" y="105"/>
                  <a:pt x="131" y="73"/>
                </a:cubicBezTo>
                <a:cubicBezTo>
                  <a:pt x="131" y="41"/>
                  <a:pt x="106" y="16"/>
                  <a:pt x="74" y="16"/>
                </a:cubicBezTo>
                <a:close/>
              </a:path>
            </a:pathLst>
          </a:custGeom>
          <a:solidFill>
            <a:srgbClr val="973F5C"/>
          </a:solidFill>
          <a:ln>
            <a:noFill/>
          </a:ln>
        </p:spPr>
        <p:txBody>
          <a:bodyPr vert="horz" wrap="square" lIns="91440" tIns="45720" rIns="91440" bIns="45720" numCol="1" anchor="t" anchorCtr="0" compatLnSpc="1">
            <a:prstTxWarp prst="textNoShape">
              <a:avLst/>
            </a:prstTxWarp>
          </a:bodyPr>
          <a:lstStyle/>
          <a:p>
            <a:endParaRPr lang="zh-CN" altLang="en-US">
              <a:solidFill>
                <a:srgbClr val="973F5C"/>
              </a:solidFill>
            </a:endParaRPr>
          </a:p>
        </p:txBody>
      </p:sp>
      <p:sp>
        <p:nvSpPr>
          <p:cNvPr id="183" name="文本框 182"/>
          <p:cNvSpPr txBox="1"/>
          <p:nvPr/>
        </p:nvSpPr>
        <p:spPr>
          <a:xfrm>
            <a:off x="8874326" y="2539784"/>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184" name="Freeform 9"/>
          <p:cNvSpPr>
            <a:spLocks noEditPoints="1"/>
          </p:cNvSpPr>
          <p:nvPr/>
        </p:nvSpPr>
        <p:spPr bwMode="auto">
          <a:xfrm>
            <a:off x="8613692" y="2660007"/>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ED9127"/>
          </a:solidFill>
          <a:ln>
            <a:noFill/>
          </a:ln>
        </p:spPr>
        <p:txBody>
          <a:bodyPr vert="horz" wrap="square" lIns="91440" tIns="45720" rIns="91440" bIns="45720" numCol="1" anchor="t" anchorCtr="0" compatLnSpc="1">
            <a:prstTxWarp prst="textNoShape">
              <a:avLst/>
            </a:prstTxWarp>
          </a:bodyPr>
          <a:lstStyle/>
          <a:p>
            <a:endParaRPr lang="zh-CN" altLang="en-US">
              <a:solidFill>
                <a:srgbClr val="C99A65"/>
              </a:solidFill>
            </a:endParaRPr>
          </a:p>
        </p:txBody>
      </p:sp>
      <p:sp>
        <p:nvSpPr>
          <p:cNvPr id="185" name="文本框 184"/>
          <p:cNvSpPr txBox="1"/>
          <p:nvPr/>
        </p:nvSpPr>
        <p:spPr>
          <a:xfrm>
            <a:off x="4139317" y="1058393"/>
            <a:ext cx="3913366"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186" name="Rectangle 58"/>
          <p:cNvSpPr/>
          <p:nvPr/>
        </p:nvSpPr>
        <p:spPr>
          <a:xfrm>
            <a:off x="3614043" y="1478661"/>
            <a:ext cx="4963915"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单击此处添加副标题</a:t>
            </a:r>
          </a:p>
        </p:txBody>
      </p:sp>
      <p:grpSp>
        <p:nvGrpSpPr>
          <p:cNvPr id="187" name="组合 186"/>
          <p:cNvGrpSpPr/>
          <p:nvPr/>
        </p:nvGrpSpPr>
        <p:grpSpPr>
          <a:xfrm>
            <a:off x="6467915" y="2479532"/>
            <a:ext cx="553797" cy="551268"/>
            <a:chOff x="1901528" y="2850198"/>
            <a:chExt cx="1043555" cy="1038790"/>
          </a:xfrm>
          <a:solidFill>
            <a:srgbClr val="ED9127"/>
          </a:solidFill>
        </p:grpSpPr>
        <p:sp>
          <p:nvSpPr>
            <p:cNvPr id="188" name="Freeform 55"/>
            <p:cNvSpPr>
              <a:spLocks noEditPoints="1"/>
            </p:cNvSpPr>
            <p:nvPr/>
          </p:nvSpPr>
          <p:spPr bwMode="auto">
            <a:xfrm>
              <a:off x="1901528" y="2850198"/>
              <a:ext cx="614697" cy="624227"/>
            </a:xfrm>
            <a:custGeom>
              <a:avLst/>
              <a:gdLst>
                <a:gd name="T0" fmla="*/ 12 w 109"/>
                <a:gd name="T1" fmla="*/ 67 h 110"/>
                <a:gd name="T2" fmla="*/ 16 w 109"/>
                <a:gd name="T3" fmla="*/ 76 h 110"/>
                <a:gd name="T4" fmla="*/ 11 w 109"/>
                <a:gd name="T5" fmla="*/ 82 h 110"/>
                <a:gd name="T6" fmla="*/ 11 w 109"/>
                <a:gd name="T7" fmla="*/ 89 h 110"/>
                <a:gd name="T8" fmla="*/ 20 w 109"/>
                <a:gd name="T9" fmla="*/ 98 h 110"/>
                <a:gd name="T10" fmla="*/ 26 w 109"/>
                <a:gd name="T11" fmla="*/ 98 h 110"/>
                <a:gd name="T12" fmla="*/ 32 w 109"/>
                <a:gd name="T13" fmla="*/ 93 h 110"/>
                <a:gd name="T14" fmla="*/ 42 w 109"/>
                <a:gd name="T15" fmla="*/ 97 h 110"/>
                <a:gd name="T16" fmla="*/ 43 w 109"/>
                <a:gd name="T17" fmla="*/ 105 h 110"/>
                <a:gd name="T18" fmla="*/ 48 w 109"/>
                <a:gd name="T19" fmla="*/ 110 h 110"/>
                <a:gd name="T20" fmla="*/ 60 w 109"/>
                <a:gd name="T21" fmla="*/ 110 h 110"/>
                <a:gd name="T22" fmla="*/ 65 w 109"/>
                <a:gd name="T23" fmla="*/ 105 h 110"/>
                <a:gd name="T24" fmla="*/ 66 w 109"/>
                <a:gd name="T25" fmla="*/ 98 h 110"/>
                <a:gd name="T26" fmla="*/ 77 w 109"/>
                <a:gd name="T27" fmla="*/ 93 h 110"/>
                <a:gd name="T28" fmla="*/ 83 w 109"/>
                <a:gd name="T29" fmla="*/ 98 h 110"/>
                <a:gd name="T30" fmla="*/ 89 w 109"/>
                <a:gd name="T31" fmla="*/ 98 h 110"/>
                <a:gd name="T32" fmla="*/ 98 w 109"/>
                <a:gd name="T33" fmla="*/ 89 h 110"/>
                <a:gd name="T34" fmla="*/ 98 w 109"/>
                <a:gd name="T35" fmla="*/ 83 h 110"/>
                <a:gd name="T36" fmla="*/ 93 w 109"/>
                <a:gd name="T37" fmla="*/ 77 h 110"/>
                <a:gd name="T38" fmla="*/ 98 w 109"/>
                <a:gd name="T39" fmla="*/ 66 h 110"/>
                <a:gd name="T40" fmla="*/ 105 w 109"/>
                <a:gd name="T41" fmla="*/ 65 h 110"/>
                <a:gd name="T42" fmla="*/ 109 w 109"/>
                <a:gd name="T43" fmla="*/ 60 h 110"/>
                <a:gd name="T44" fmla="*/ 109 w 109"/>
                <a:gd name="T45" fmla="*/ 49 h 110"/>
                <a:gd name="T46" fmla="*/ 105 w 109"/>
                <a:gd name="T47" fmla="*/ 44 h 110"/>
                <a:gd name="T48" fmla="*/ 98 w 109"/>
                <a:gd name="T49" fmla="*/ 43 h 110"/>
                <a:gd name="T50" fmla="*/ 94 w 109"/>
                <a:gd name="T51" fmla="*/ 32 h 110"/>
                <a:gd name="T52" fmla="*/ 98 w 109"/>
                <a:gd name="T53" fmla="*/ 27 h 110"/>
                <a:gd name="T54" fmla="*/ 98 w 109"/>
                <a:gd name="T55" fmla="*/ 20 h 110"/>
                <a:gd name="T56" fmla="*/ 89 w 109"/>
                <a:gd name="T57" fmla="*/ 12 h 110"/>
                <a:gd name="T58" fmla="*/ 83 w 109"/>
                <a:gd name="T59" fmla="*/ 12 h 110"/>
                <a:gd name="T60" fmla="*/ 77 w 109"/>
                <a:gd name="T61" fmla="*/ 16 h 110"/>
                <a:gd name="T62" fmla="*/ 66 w 109"/>
                <a:gd name="T63" fmla="*/ 11 h 110"/>
                <a:gd name="T64" fmla="*/ 66 w 109"/>
                <a:gd name="T65" fmla="*/ 4 h 110"/>
                <a:gd name="T66" fmla="*/ 61 w 109"/>
                <a:gd name="T67" fmla="*/ 0 h 110"/>
                <a:gd name="T68" fmla="*/ 49 w 109"/>
                <a:gd name="T69" fmla="*/ 0 h 110"/>
                <a:gd name="T70" fmla="*/ 44 w 109"/>
                <a:gd name="T71" fmla="*/ 4 h 110"/>
                <a:gd name="T72" fmla="*/ 43 w 109"/>
                <a:gd name="T73" fmla="*/ 11 h 110"/>
                <a:gd name="T74" fmla="*/ 32 w 109"/>
                <a:gd name="T75" fmla="*/ 16 h 110"/>
                <a:gd name="T76" fmla="*/ 26 w 109"/>
                <a:gd name="T77" fmla="*/ 12 h 110"/>
                <a:gd name="T78" fmla="*/ 20 w 109"/>
                <a:gd name="T79" fmla="*/ 12 h 110"/>
                <a:gd name="T80" fmla="*/ 11 w 109"/>
                <a:gd name="T81" fmla="*/ 20 h 110"/>
                <a:gd name="T82" fmla="*/ 11 w 109"/>
                <a:gd name="T83" fmla="*/ 27 h 110"/>
                <a:gd name="T84" fmla="*/ 16 w 109"/>
                <a:gd name="T85" fmla="*/ 33 h 110"/>
                <a:gd name="T86" fmla="*/ 11 w 109"/>
                <a:gd name="T87" fmla="*/ 43 h 110"/>
                <a:gd name="T88" fmla="*/ 4 w 109"/>
                <a:gd name="T89" fmla="*/ 44 h 110"/>
                <a:gd name="T90" fmla="*/ 0 w 109"/>
                <a:gd name="T91" fmla="*/ 49 h 110"/>
                <a:gd name="T92" fmla="*/ 0 w 109"/>
                <a:gd name="T93" fmla="*/ 61 h 110"/>
                <a:gd name="T94" fmla="*/ 4 w 109"/>
                <a:gd name="T95" fmla="*/ 66 h 110"/>
                <a:gd name="T96" fmla="*/ 12 w 109"/>
                <a:gd name="T97" fmla="*/ 67 h 110"/>
                <a:gd name="T98" fmla="*/ 55 w 109"/>
                <a:gd name="T99" fmla="*/ 35 h 110"/>
                <a:gd name="T100" fmla="*/ 74 w 109"/>
                <a:gd name="T101" fmla="*/ 54 h 110"/>
                <a:gd name="T102" fmla="*/ 55 w 109"/>
                <a:gd name="T103" fmla="*/ 74 h 110"/>
                <a:gd name="T104" fmla="*/ 35 w 109"/>
                <a:gd name="T105" fmla="*/ 54 h 110"/>
                <a:gd name="T106" fmla="*/ 55 w 109"/>
                <a:gd name="T107" fmla="*/ 3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9" h="110">
                  <a:moveTo>
                    <a:pt x="12" y="67"/>
                  </a:moveTo>
                  <a:cubicBezTo>
                    <a:pt x="13" y="70"/>
                    <a:pt x="14" y="73"/>
                    <a:pt x="16" y="76"/>
                  </a:cubicBezTo>
                  <a:cubicBezTo>
                    <a:pt x="11" y="82"/>
                    <a:pt x="11" y="82"/>
                    <a:pt x="11" y="82"/>
                  </a:cubicBezTo>
                  <a:cubicBezTo>
                    <a:pt x="9" y="84"/>
                    <a:pt x="10" y="87"/>
                    <a:pt x="11" y="89"/>
                  </a:cubicBezTo>
                  <a:cubicBezTo>
                    <a:pt x="20" y="98"/>
                    <a:pt x="20" y="98"/>
                    <a:pt x="20" y="98"/>
                  </a:cubicBezTo>
                  <a:cubicBezTo>
                    <a:pt x="22" y="99"/>
                    <a:pt x="24" y="99"/>
                    <a:pt x="26" y="98"/>
                  </a:cubicBezTo>
                  <a:cubicBezTo>
                    <a:pt x="32" y="93"/>
                    <a:pt x="32" y="93"/>
                    <a:pt x="32" y="93"/>
                  </a:cubicBezTo>
                  <a:cubicBezTo>
                    <a:pt x="36" y="95"/>
                    <a:pt x="39" y="96"/>
                    <a:pt x="42" y="97"/>
                  </a:cubicBezTo>
                  <a:cubicBezTo>
                    <a:pt x="43" y="105"/>
                    <a:pt x="43" y="105"/>
                    <a:pt x="43" y="105"/>
                  </a:cubicBezTo>
                  <a:cubicBezTo>
                    <a:pt x="44" y="108"/>
                    <a:pt x="46" y="110"/>
                    <a:pt x="48" y="110"/>
                  </a:cubicBezTo>
                  <a:cubicBezTo>
                    <a:pt x="60" y="110"/>
                    <a:pt x="60" y="110"/>
                    <a:pt x="60" y="110"/>
                  </a:cubicBezTo>
                  <a:cubicBezTo>
                    <a:pt x="63" y="110"/>
                    <a:pt x="65" y="108"/>
                    <a:pt x="65" y="105"/>
                  </a:cubicBezTo>
                  <a:cubicBezTo>
                    <a:pt x="66" y="98"/>
                    <a:pt x="66" y="98"/>
                    <a:pt x="66" y="98"/>
                  </a:cubicBezTo>
                  <a:cubicBezTo>
                    <a:pt x="70" y="97"/>
                    <a:pt x="73" y="95"/>
                    <a:pt x="77" y="93"/>
                  </a:cubicBezTo>
                  <a:cubicBezTo>
                    <a:pt x="83" y="98"/>
                    <a:pt x="83" y="98"/>
                    <a:pt x="83" y="98"/>
                  </a:cubicBezTo>
                  <a:cubicBezTo>
                    <a:pt x="85" y="100"/>
                    <a:pt x="87" y="99"/>
                    <a:pt x="89" y="98"/>
                  </a:cubicBezTo>
                  <a:cubicBezTo>
                    <a:pt x="98" y="89"/>
                    <a:pt x="98" y="89"/>
                    <a:pt x="98" y="89"/>
                  </a:cubicBezTo>
                  <a:cubicBezTo>
                    <a:pt x="99" y="87"/>
                    <a:pt x="100" y="85"/>
                    <a:pt x="98" y="83"/>
                  </a:cubicBezTo>
                  <a:cubicBezTo>
                    <a:pt x="93" y="77"/>
                    <a:pt x="93" y="77"/>
                    <a:pt x="93" y="77"/>
                  </a:cubicBezTo>
                  <a:cubicBezTo>
                    <a:pt x="95" y="73"/>
                    <a:pt x="97" y="70"/>
                    <a:pt x="98" y="66"/>
                  </a:cubicBezTo>
                  <a:cubicBezTo>
                    <a:pt x="105" y="65"/>
                    <a:pt x="105" y="65"/>
                    <a:pt x="105" y="65"/>
                  </a:cubicBezTo>
                  <a:cubicBezTo>
                    <a:pt x="107" y="65"/>
                    <a:pt x="109" y="63"/>
                    <a:pt x="109" y="60"/>
                  </a:cubicBezTo>
                  <a:cubicBezTo>
                    <a:pt x="109" y="49"/>
                    <a:pt x="109" y="49"/>
                    <a:pt x="109" y="49"/>
                  </a:cubicBezTo>
                  <a:cubicBezTo>
                    <a:pt x="109" y="46"/>
                    <a:pt x="107" y="44"/>
                    <a:pt x="105" y="44"/>
                  </a:cubicBezTo>
                  <a:cubicBezTo>
                    <a:pt x="98" y="43"/>
                    <a:pt x="98" y="43"/>
                    <a:pt x="98" y="43"/>
                  </a:cubicBezTo>
                  <a:cubicBezTo>
                    <a:pt x="97" y="39"/>
                    <a:pt x="95" y="36"/>
                    <a:pt x="94" y="32"/>
                  </a:cubicBezTo>
                  <a:cubicBezTo>
                    <a:pt x="98" y="27"/>
                    <a:pt x="98" y="27"/>
                    <a:pt x="98" y="27"/>
                  </a:cubicBezTo>
                  <a:cubicBezTo>
                    <a:pt x="100" y="25"/>
                    <a:pt x="99" y="22"/>
                    <a:pt x="98" y="20"/>
                  </a:cubicBezTo>
                  <a:cubicBezTo>
                    <a:pt x="89" y="12"/>
                    <a:pt x="89" y="12"/>
                    <a:pt x="89" y="12"/>
                  </a:cubicBezTo>
                  <a:cubicBezTo>
                    <a:pt x="87" y="10"/>
                    <a:pt x="85" y="10"/>
                    <a:pt x="83" y="12"/>
                  </a:cubicBezTo>
                  <a:cubicBezTo>
                    <a:pt x="77" y="16"/>
                    <a:pt x="77" y="16"/>
                    <a:pt x="77" y="16"/>
                  </a:cubicBezTo>
                  <a:cubicBezTo>
                    <a:pt x="74" y="14"/>
                    <a:pt x="70" y="12"/>
                    <a:pt x="66" y="11"/>
                  </a:cubicBezTo>
                  <a:cubicBezTo>
                    <a:pt x="66" y="4"/>
                    <a:pt x="66" y="4"/>
                    <a:pt x="66" y="4"/>
                  </a:cubicBezTo>
                  <a:cubicBezTo>
                    <a:pt x="65" y="2"/>
                    <a:pt x="63" y="0"/>
                    <a:pt x="61" y="0"/>
                  </a:cubicBezTo>
                  <a:cubicBezTo>
                    <a:pt x="49" y="0"/>
                    <a:pt x="49" y="0"/>
                    <a:pt x="49" y="0"/>
                  </a:cubicBezTo>
                  <a:cubicBezTo>
                    <a:pt x="46" y="0"/>
                    <a:pt x="44" y="2"/>
                    <a:pt x="44" y="4"/>
                  </a:cubicBezTo>
                  <a:cubicBezTo>
                    <a:pt x="43" y="11"/>
                    <a:pt x="43" y="11"/>
                    <a:pt x="43" y="11"/>
                  </a:cubicBezTo>
                  <a:cubicBezTo>
                    <a:pt x="39" y="12"/>
                    <a:pt x="35" y="14"/>
                    <a:pt x="32" y="16"/>
                  </a:cubicBezTo>
                  <a:cubicBezTo>
                    <a:pt x="26" y="12"/>
                    <a:pt x="26" y="12"/>
                    <a:pt x="26" y="12"/>
                  </a:cubicBezTo>
                  <a:cubicBezTo>
                    <a:pt x="24" y="10"/>
                    <a:pt x="22" y="10"/>
                    <a:pt x="20" y="12"/>
                  </a:cubicBezTo>
                  <a:cubicBezTo>
                    <a:pt x="11" y="20"/>
                    <a:pt x="11" y="20"/>
                    <a:pt x="11" y="20"/>
                  </a:cubicBezTo>
                  <a:cubicBezTo>
                    <a:pt x="10" y="22"/>
                    <a:pt x="9" y="25"/>
                    <a:pt x="11" y="27"/>
                  </a:cubicBezTo>
                  <a:cubicBezTo>
                    <a:pt x="16" y="33"/>
                    <a:pt x="16" y="33"/>
                    <a:pt x="16" y="33"/>
                  </a:cubicBezTo>
                  <a:cubicBezTo>
                    <a:pt x="14" y="36"/>
                    <a:pt x="12" y="40"/>
                    <a:pt x="11" y="43"/>
                  </a:cubicBezTo>
                  <a:cubicBezTo>
                    <a:pt x="4" y="44"/>
                    <a:pt x="4" y="44"/>
                    <a:pt x="4" y="44"/>
                  </a:cubicBezTo>
                  <a:cubicBezTo>
                    <a:pt x="2" y="44"/>
                    <a:pt x="0" y="47"/>
                    <a:pt x="0" y="49"/>
                  </a:cubicBezTo>
                  <a:cubicBezTo>
                    <a:pt x="0" y="61"/>
                    <a:pt x="0" y="61"/>
                    <a:pt x="0" y="61"/>
                  </a:cubicBezTo>
                  <a:cubicBezTo>
                    <a:pt x="0" y="63"/>
                    <a:pt x="2" y="66"/>
                    <a:pt x="4" y="66"/>
                  </a:cubicBezTo>
                  <a:lnTo>
                    <a:pt x="12" y="67"/>
                  </a:lnTo>
                  <a:close/>
                  <a:moveTo>
                    <a:pt x="55" y="35"/>
                  </a:moveTo>
                  <a:cubicBezTo>
                    <a:pt x="66" y="35"/>
                    <a:pt x="74" y="44"/>
                    <a:pt x="74" y="54"/>
                  </a:cubicBezTo>
                  <a:cubicBezTo>
                    <a:pt x="74" y="65"/>
                    <a:pt x="66" y="74"/>
                    <a:pt x="55" y="74"/>
                  </a:cubicBezTo>
                  <a:cubicBezTo>
                    <a:pt x="44" y="74"/>
                    <a:pt x="35" y="65"/>
                    <a:pt x="35" y="54"/>
                  </a:cubicBezTo>
                  <a:cubicBezTo>
                    <a:pt x="35" y="44"/>
                    <a:pt x="44" y="35"/>
                    <a:pt x="55" y="35"/>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89" name="Freeform 56"/>
            <p:cNvSpPr>
              <a:spLocks noEditPoints="1"/>
            </p:cNvSpPr>
            <p:nvPr/>
          </p:nvSpPr>
          <p:spPr bwMode="auto">
            <a:xfrm>
              <a:off x="2430453" y="3169459"/>
              <a:ext cx="514630" cy="514630"/>
            </a:xfrm>
            <a:custGeom>
              <a:avLst/>
              <a:gdLst>
                <a:gd name="T0" fmla="*/ 78 w 91"/>
                <a:gd name="T1" fmla="*/ 14 h 91"/>
                <a:gd name="T2" fmla="*/ 72 w 91"/>
                <a:gd name="T3" fmla="*/ 8 h 91"/>
                <a:gd name="T4" fmla="*/ 65 w 91"/>
                <a:gd name="T5" fmla="*/ 9 h 91"/>
                <a:gd name="T6" fmla="*/ 62 w 91"/>
                <a:gd name="T7" fmla="*/ 12 h 91"/>
                <a:gd name="T8" fmla="*/ 52 w 91"/>
                <a:gd name="T9" fmla="*/ 9 h 91"/>
                <a:gd name="T10" fmla="*/ 51 w 91"/>
                <a:gd name="T11" fmla="*/ 4 h 91"/>
                <a:gd name="T12" fmla="*/ 46 w 91"/>
                <a:gd name="T13" fmla="*/ 0 h 91"/>
                <a:gd name="T14" fmla="*/ 38 w 91"/>
                <a:gd name="T15" fmla="*/ 1 h 91"/>
                <a:gd name="T16" fmla="*/ 33 w 91"/>
                <a:gd name="T17" fmla="*/ 6 h 91"/>
                <a:gd name="T18" fmla="*/ 33 w 91"/>
                <a:gd name="T19" fmla="*/ 10 h 91"/>
                <a:gd name="T20" fmla="*/ 24 w 91"/>
                <a:gd name="T21" fmla="*/ 15 h 91"/>
                <a:gd name="T22" fmla="*/ 20 w 91"/>
                <a:gd name="T23" fmla="*/ 12 h 91"/>
                <a:gd name="T24" fmla="*/ 14 w 91"/>
                <a:gd name="T25" fmla="*/ 13 h 91"/>
                <a:gd name="T26" fmla="*/ 9 w 91"/>
                <a:gd name="T27" fmla="*/ 20 h 91"/>
                <a:gd name="T28" fmla="*/ 9 w 91"/>
                <a:gd name="T29" fmla="*/ 26 h 91"/>
                <a:gd name="T30" fmla="*/ 12 w 91"/>
                <a:gd name="T31" fmla="*/ 30 h 91"/>
                <a:gd name="T32" fmla="*/ 10 w 91"/>
                <a:gd name="T33" fmla="*/ 39 h 91"/>
                <a:gd name="T34" fmla="*/ 4 w 91"/>
                <a:gd name="T35" fmla="*/ 40 h 91"/>
                <a:gd name="T36" fmla="*/ 0 w 91"/>
                <a:gd name="T37" fmla="*/ 45 h 91"/>
                <a:gd name="T38" fmla="*/ 1 w 91"/>
                <a:gd name="T39" fmla="*/ 53 h 91"/>
                <a:gd name="T40" fmla="*/ 6 w 91"/>
                <a:gd name="T41" fmla="*/ 58 h 91"/>
                <a:gd name="T42" fmla="*/ 12 w 91"/>
                <a:gd name="T43" fmla="*/ 58 h 91"/>
                <a:gd name="T44" fmla="*/ 16 w 91"/>
                <a:gd name="T45" fmla="*/ 66 h 91"/>
                <a:gd name="T46" fmla="*/ 12 w 91"/>
                <a:gd name="T47" fmla="*/ 70 h 91"/>
                <a:gd name="T48" fmla="*/ 13 w 91"/>
                <a:gd name="T49" fmla="*/ 77 h 91"/>
                <a:gd name="T50" fmla="*/ 20 w 91"/>
                <a:gd name="T51" fmla="*/ 82 h 91"/>
                <a:gd name="T52" fmla="*/ 26 w 91"/>
                <a:gd name="T53" fmla="*/ 82 h 91"/>
                <a:gd name="T54" fmla="*/ 30 w 91"/>
                <a:gd name="T55" fmla="*/ 78 h 91"/>
                <a:gd name="T56" fmla="*/ 39 w 91"/>
                <a:gd name="T57" fmla="*/ 81 h 91"/>
                <a:gd name="T58" fmla="*/ 40 w 91"/>
                <a:gd name="T59" fmla="*/ 86 h 91"/>
                <a:gd name="T60" fmla="*/ 45 w 91"/>
                <a:gd name="T61" fmla="*/ 90 h 91"/>
                <a:gd name="T62" fmla="*/ 53 w 91"/>
                <a:gd name="T63" fmla="*/ 90 h 91"/>
                <a:gd name="T64" fmla="*/ 58 w 91"/>
                <a:gd name="T65" fmla="*/ 85 h 91"/>
                <a:gd name="T66" fmla="*/ 58 w 91"/>
                <a:gd name="T67" fmla="*/ 79 h 91"/>
                <a:gd name="T68" fmla="*/ 66 w 91"/>
                <a:gd name="T69" fmla="*/ 75 h 91"/>
                <a:gd name="T70" fmla="*/ 71 w 91"/>
                <a:gd name="T71" fmla="*/ 78 h 91"/>
                <a:gd name="T72" fmla="*/ 77 w 91"/>
                <a:gd name="T73" fmla="*/ 77 h 91"/>
                <a:gd name="T74" fmla="*/ 83 w 91"/>
                <a:gd name="T75" fmla="*/ 71 h 91"/>
                <a:gd name="T76" fmla="*/ 82 w 91"/>
                <a:gd name="T77" fmla="*/ 64 h 91"/>
                <a:gd name="T78" fmla="*/ 79 w 91"/>
                <a:gd name="T79" fmla="*/ 61 h 91"/>
                <a:gd name="T80" fmla="*/ 82 w 91"/>
                <a:gd name="T81" fmla="*/ 52 h 91"/>
                <a:gd name="T82" fmla="*/ 87 w 91"/>
                <a:gd name="T83" fmla="*/ 51 h 91"/>
                <a:gd name="T84" fmla="*/ 91 w 91"/>
                <a:gd name="T85" fmla="*/ 45 h 91"/>
                <a:gd name="T86" fmla="*/ 90 w 91"/>
                <a:gd name="T87" fmla="*/ 37 h 91"/>
                <a:gd name="T88" fmla="*/ 85 w 91"/>
                <a:gd name="T89" fmla="*/ 33 h 91"/>
                <a:gd name="T90" fmla="*/ 80 w 91"/>
                <a:gd name="T91" fmla="*/ 33 h 91"/>
                <a:gd name="T92" fmla="*/ 76 w 91"/>
                <a:gd name="T93" fmla="*/ 24 h 91"/>
                <a:gd name="T94" fmla="*/ 79 w 91"/>
                <a:gd name="T95" fmla="*/ 20 h 91"/>
                <a:gd name="T96" fmla="*/ 78 w 91"/>
                <a:gd name="T97" fmla="*/ 14 h 91"/>
                <a:gd name="T98" fmla="*/ 47 w 91"/>
                <a:gd name="T99" fmla="*/ 61 h 91"/>
                <a:gd name="T100" fmla="*/ 30 w 91"/>
                <a:gd name="T101" fmla="*/ 46 h 91"/>
                <a:gd name="T102" fmla="*/ 44 w 91"/>
                <a:gd name="T103" fmla="*/ 29 h 91"/>
                <a:gd name="T104" fmla="*/ 62 w 91"/>
                <a:gd name="T105" fmla="*/ 44 h 91"/>
                <a:gd name="T106" fmla="*/ 47 w 91"/>
                <a:gd name="T107" fmla="*/ 6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1" h="91">
                  <a:moveTo>
                    <a:pt x="78" y="14"/>
                  </a:moveTo>
                  <a:cubicBezTo>
                    <a:pt x="72" y="8"/>
                    <a:pt x="72" y="8"/>
                    <a:pt x="72" y="8"/>
                  </a:cubicBezTo>
                  <a:cubicBezTo>
                    <a:pt x="70" y="7"/>
                    <a:pt x="67" y="7"/>
                    <a:pt x="65" y="9"/>
                  </a:cubicBezTo>
                  <a:cubicBezTo>
                    <a:pt x="62" y="12"/>
                    <a:pt x="62" y="12"/>
                    <a:pt x="62" y="12"/>
                  </a:cubicBezTo>
                  <a:cubicBezTo>
                    <a:pt x="59" y="10"/>
                    <a:pt x="56" y="9"/>
                    <a:pt x="52" y="9"/>
                  </a:cubicBezTo>
                  <a:cubicBezTo>
                    <a:pt x="51" y="4"/>
                    <a:pt x="51" y="4"/>
                    <a:pt x="51" y="4"/>
                  </a:cubicBezTo>
                  <a:cubicBezTo>
                    <a:pt x="51" y="2"/>
                    <a:pt x="49" y="0"/>
                    <a:pt x="46" y="0"/>
                  </a:cubicBezTo>
                  <a:cubicBezTo>
                    <a:pt x="38" y="1"/>
                    <a:pt x="38" y="1"/>
                    <a:pt x="38" y="1"/>
                  </a:cubicBezTo>
                  <a:cubicBezTo>
                    <a:pt x="35" y="1"/>
                    <a:pt x="33" y="3"/>
                    <a:pt x="33" y="6"/>
                  </a:cubicBezTo>
                  <a:cubicBezTo>
                    <a:pt x="33" y="10"/>
                    <a:pt x="33" y="10"/>
                    <a:pt x="33" y="10"/>
                  </a:cubicBezTo>
                  <a:cubicBezTo>
                    <a:pt x="30" y="12"/>
                    <a:pt x="27" y="13"/>
                    <a:pt x="24" y="15"/>
                  </a:cubicBezTo>
                  <a:cubicBezTo>
                    <a:pt x="20" y="12"/>
                    <a:pt x="20" y="12"/>
                    <a:pt x="20" y="12"/>
                  </a:cubicBezTo>
                  <a:cubicBezTo>
                    <a:pt x="18" y="11"/>
                    <a:pt x="15" y="11"/>
                    <a:pt x="14" y="13"/>
                  </a:cubicBezTo>
                  <a:cubicBezTo>
                    <a:pt x="9" y="20"/>
                    <a:pt x="9" y="20"/>
                    <a:pt x="9" y="20"/>
                  </a:cubicBezTo>
                  <a:cubicBezTo>
                    <a:pt x="7" y="21"/>
                    <a:pt x="7" y="24"/>
                    <a:pt x="9" y="26"/>
                  </a:cubicBezTo>
                  <a:cubicBezTo>
                    <a:pt x="12" y="30"/>
                    <a:pt x="12" y="30"/>
                    <a:pt x="12" y="30"/>
                  </a:cubicBezTo>
                  <a:cubicBezTo>
                    <a:pt x="11" y="33"/>
                    <a:pt x="10" y="36"/>
                    <a:pt x="10" y="39"/>
                  </a:cubicBezTo>
                  <a:cubicBezTo>
                    <a:pt x="4" y="40"/>
                    <a:pt x="4" y="40"/>
                    <a:pt x="4" y="40"/>
                  </a:cubicBezTo>
                  <a:cubicBezTo>
                    <a:pt x="2" y="40"/>
                    <a:pt x="0" y="43"/>
                    <a:pt x="0" y="45"/>
                  </a:cubicBezTo>
                  <a:cubicBezTo>
                    <a:pt x="1" y="53"/>
                    <a:pt x="1" y="53"/>
                    <a:pt x="1" y="53"/>
                  </a:cubicBezTo>
                  <a:cubicBezTo>
                    <a:pt x="1" y="56"/>
                    <a:pt x="3" y="58"/>
                    <a:pt x="6" y="58"/>
                  </a:cubicBezTo>
                  <a:cubicBezTo>
                    <a:pt x="12" y="58"/>
                    <a:pt x="12" y="58"/>
                    <a:pt x="12" y="58"/>
                  </a:cubicBezTo>
                  <a:cubicBezTo>
                    <a:pt x="13" y="61"/>
                    <a:pt x="14" y="63"/>
                    <a:pt x="16" y="66"/>
                  </a:cubicBezTo>
                  <a:cubicBezTo>
                    <a:pt x="12" y="70"/>
                    <a:pt x="12" y="70"/>
                    <a:pt x="12" y="70"/>
                  </a:cubicBezTo>
                  <a:cubicBezTo>
                    <a:pt x="11" y="72"/>
                    <a:pt x="11" y="75"/>
                    <a:pt x="13" y="77"/>
                  </a:cubicBezTo>
                  <a:cubicBezTo>
                    <a:pt x="20" y="82"/>
                    <a:pt x="20" y="82"/>
                    <a:pt x="20" y="82"/>
                  </a:cubicBezTo>
                  <a:cubicBezTo>
                    <a:pt x="21" y="84"/>
                    <a:pt x="24" y="84"/>
                    <a:pt x="26" y="82"/>
                  </a:cubicBezTo>
                  <a:cubicBezTo>
                    <a:pt x="30" y="78"/>
                    <a:pt x="30" y="78"/>
                    <a:pt x="30" y="78"/>
                  </a:cubicBezTo>
                  <a:cubicBezTo>
                    <a:pt x="33" y="79"/>
                    <a:pt x="36" y="80"/>
                    <a:pt x="39" y="81"/>
                  </a:cubicBezTo>
                  <a:cubicBezTo>
                    <a:pt x="40" y="86"/>
                    <a:pt x="40" y="86"/>
                    <a:pt x="40" y="86"/>
                  </a:cubicBezTo>
                  <a:cubicBezTo>
                    <a:pt x="40" y="89"/>
                    <a:pt x="43" y="91"/>
                    <a:pt x="45" y="90"/>
                  </a:cubicBezTo>
                  <a:cubicBezTo>
                    <a:pt x="53" y="90"/>
                    <a:pt x="53" y="90"/>
                    <a:pt x="53" y="90"/>
                  </a:cubicBezTo>
                  <a:cubicBezTo>
                    <a:pt x="56" y="89"/>
                    <a:pt x="58" y="87"/>
                    <a:pt x="58" y="85"/>
                  </a:cubicBezTo>
                  <a:cubicBezTo>
                    <a:pt x="58" y="79"/>
                    <a:pt x="58" y="79"/>
                    <a:pt x="58" y="79"/>
                  </a:cubicBezTo>
                  <a:cubicBezTo>
                    <a:pt x="61" y="78"/>
                    <a:pt x="64" y="77"/>
                    <a:pt x="66" y="75"/>
                  </a:cubicBezTo>
                  <a:cubicBezTo>
                    <a:pt x="71" y="78"/>
                    <a:pt x="71" y="78"/>
                    <a:pt x="71" y="78"/>
                  </a:cubicBezTo>
                  <a:cubicBezTo>
                    <a:pt x="73" y="80"/>
                    <a:pt x="76" y="79"/>
                    <a:pt x="77" y="77"/>
                  </a:cubicBezTo>
                  <a:cubicBezTo>
                    <a:pt x="83" y="71"/>
                    <a:pt x="83" y="71"/>
                    <a:pt x="83" y="71"/>
                  </a:cubicBezTo>
                  <a:cubicBezTo>
                    <a:pt x="84" y="69"/>
                    <a:pt x="84" y="66"/>
                    <a:pt x="82" y="64"/>
                  </a:cubicBezTo>
                  <a:cubicBezTo>
                    <a:pt x="79" y="61"/>
                    <a:pt x="79" y="61"/>
                    <a:pt x="79" y="61"/>
                  </a:cubicBezTo>
                  <a:cubicBezTo>
                    <a:pt x="80" y="58"/>
                    <a:pt x="81" y="55"/>
                    <a:pt x="82" y="52"/>
                  </a:cubicBezTo>
                  <a:cubicBezTo>
                    <a:pt x="87" y="51"/>
                    <a:pt x="87" y="51"/>
                    <a:pt x="87" y="51"/>
                  </a:cubicBezTo>
                  <a:cubicBezTo>
                    <a:pt x="89" y="50"/>
                    <a:pt x="91" y="48"/>
                    <a:pt x="91" y="45"/>
                  </a:cubicBezTo>
                  <a:cubicBezTo>
                    <a:pt x="90" y="37"/>
                    <a:pt x="90" y="37"/>
                    <a:pt x="90" y="37"/>
                  </a:cubicBezTo>
                  <a:cubicBezTo>
                    <a:pt x="90" y="35"/>
                    <a:pt x="88" y="33"/>
                    <a:pt x="85" y="33"/>
                  </a:cubicBezTo>
                  <a:cubicBezTo>
                    <a:pt x="80" y="33"/>
                    <a:pt x="80" y="33"/>
                    <a:pt x="80" y="33"/>
                  </a:cubicBezTo>
                  <a:cubicBezTo>
                    <a:pt x="79" y="30"/>
                    <a:pt x="78" y="27"/>
                    <a:pt x="76" y="24"/>
                  </a:cubicBezTo>
                  <a:cubicBezTo>
                    <a:pt x="79" y="20"/>
                    <a:pt x="79" y="20"/>
                    <a:pt x="79" y="20"/>
                  </a:cubicBezTo>
                  <a:cubicBezTo>
                    <a:pt x="80" y="18"/>
                    <a:pt x="80" y="15"/>
                    <a:pt x="78" y="14"/>
                  </a:cubicBezTo>
                  <a:close/>
                  <a:moveTo>
                    <a:pt x="47" y="61"/>
                  </a:moveTo>
                  <a:cubicBezTo>
                    <a:pt x="38" y="62"/>
                    <a:pt x="30" y="55"/>
                    <a:pt x="30" y="46"/>
                  </a:cubicBezTo>
                  <a:cubicBezTo>
                    <a:pt x="29" y="37"/>
                    <a:pt x="36" y="30"/>
                    <a:pt x="44" y="29"/>
                  </a:cubicBezTo>
                  <a:cubicBezTo>
                    <a:pt x="53" y="28"/>
                    <a:pt x="61" y="35"/>
                    <a:pt x="62" y="44"/>
                  </a:cubicBezTo>
                  <a:cubicBezTo>
                    <a:pt x="62" y="52"/>
                    <a:pt x="56" y="60"/>
                    <a:pt x="47" y="6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90" name="Freeform 57"/>
            <p:cNvSpPr>
              <a:spLocks noEditPoints="1"/>
            </p:cNvSpPr>
            <p:nvPr/>
          </p:nvSpPr>
          <p:spPr bwMode="auto">
            <a:xfrm>
              <a:off x="2104044" y="3474425"/>
              <a:ext cx="412180" cy="414563"/>
            </a:xfrm>
            <a:custGeom>
              <a:avLst/>
              <a:gdLst>
                <a:gd name="T0" fmla="*/ 4 w 73"/>
                <a:gd name="T1" fmla="*/ 29 h 73"/>
                <a:gd name="T2" fmla="*/ 0 w 73"/>
                <a:gd name="T3" fmla="*/ 34 h 73"/>
                <a:gd name="T4" fmla="*/ 0 w 73"/>
                <a:gd name="T5" fmla="*/ 39 h 73"/>
                <a:gd name="T6" fmla="*/ 4 w 73"/>
                <a:gd name="T7" fmla="*/ 44 h 73"/>
                <a:gd name="T8" fmla="*/ 8 w 73"/>
                <a:gd name="T9" fmla="*/ 44 h 73"/>
                <a:gd name="T10" fmla="*/ 10 w 73"/>
                <a:gd name="T11" fmla="*/ 51 h 73"/>
                <a:gd name="T12" fmla="*/ 8 w 73"/>
                <a:gd name="T13" fmla="*/ 53 h 73"/>
                <a:gd name="T14" fmla="*/ 8 w 73"/>
                <a:gd name="T15" fmla="*/ 60 h 73"/>
                <a:gd name="T16" fmla="*/ 12 w 73"/>
                <a:gd name="T17" fmla="*/ 64 h 73"/>
                <a:gd name="T18" fmla="*/ 18 w 73"/>
                <a:gd name="T19" fmla="*/ 64 h 73"/>
                <a:gd name="T20" fmla="*/ 21 w 73"/>
                <a:gd name="T21" fmla="*/ 62 h 73"/>
                <a:gd name="T22" fmla="*/ 28 w 73"/>
                <a:gd name="T23" fmla="*/ 65 h 73"/>
                <a:gd name="T24" fmla="*/ 28 w 73"/>
                <a:gd name="T25" fmla="*/ 69 h 73"/>
                <a:gd name="T26" fmla="*/ 33 w 73"/>
                <a:gd name="T27" fmla="*/ 73 h 73"/>
                <a:gd name="T28" fmla="*/ 38 w 73"/>
                <a:gd name="T29" fmla="*/ 73 h 73"/>
                <a:gd name="T30" fmla="*/ 43 w 73"/>
                <a:gd name="T31" fmla="*/ 69 h 73"/>
                <a:gd name="T32" fmla="*/ 44 w 73"/>
                <a:gd name="T33" fmla="*/ 65 h 73"/>
                <a:gd name="T34" fmla="*/ 51 w 73"/>
                <a:gd name="T35" fmla="*/ 62 h 73"/>
                <a:gd name="T36" fmla="*/ 54 w 73"/>
                <a:gd name="T37" fmla="*/ 65 h 73"/>
                <a:gd name="T38" fmla="*/ 60 w 73"/>
                <a:gd name="T39" fmla="*/ 64 h 73"/>
                <a:gd name="T40" fmla="*/ 64 w 73"/>
                <a:gd name="T41" fmla="*/ 61 h 73"/>
                <a:gd name="T42" fmla="*/ 64 w 73"/>
                <a:gd name="T43" fmla="*/ 54 h 73"/>
                <a:gd name="T44" fmla="*/ 62 w 73"/>
                <a:gd name="T45" fmla="*/ 51 h 73"/>
                <a:gd name="T46" fmla="*/ 65 w 73"/>
                <a:gd name="T47" fmla="*/ 44 h 73"/>
                <a:gd name="T48" fmla="*/ 68 w 73"/>
                <a:gd name="T49" fmla="*/ 44 h 73"/>
                <a:gd name="T50" fmla="*/ 73 w 73"/>
                <a:gd name="T51" fmla="*/ 39 h 73"/>
                <a:gd name="T52" fmla="*/ 73 w 73"/>
                <a:gd name="T53" fmla="*/ 34 h 73"/>
                <a:gd name="T54" fmla="*/ 69 w 73"/>
                <a:gd name="T55" fmla="*/ 29 h 73"/>
                <a:gd name="T56" fmla="*/ 65 w 73"/>
                <a:gd name="T57" fmla="*/ 29 h 73"/>
                <a:gd name="T58" fmla="*/ 63 w 73"/>
                <a:gd name="T59" fmla="*/ 22 h 73"/>
                <a:gd name="T60" fmla="*/ 65 w 73"/>
                <a:gd name="T61" fmla="*/ 19 h 73"/>
                <a:gd name="T62" fmla="*/ 64 w 73"/>
                <a:gd name="T63" fmla="*/ 13 h 73"/>
                <a:gd name="T64" fmla="*/ 61 w 73"/>
                <a:gd name="T65" fmla="*/ 9 h 73"/>
                <a:gd name="T66" fmla="*/ 54 w 73"/>
                <a:gd name="T67" fmla="*/ 9 h 73"/>
                <a:gd name="T68" fmla="*/ 52 w 73"/>
                <a:gd name="T69" fmla="*/ 11 h 73"/>
                <a:gd name="T70" fmla="*/ 45 w 73"/>
                <a:gd name="T71" fmla="*/ 8 h 73"/>
                <a:gd name="T72" fmla="*/ 44 w 73"/>
                <a:gd name="T73" fmla="*/ 4 h 73"/>
                <a:gd name="T74" fmla="*/ 40 w 73"/>
                <a:gd name="T75" fmla="*/ 0 h 73"/>
                <a:gd name="T76" fmla="*/ 35 w 73"/>
                <a:gd name="T77" fmla="*/ 0 h 73"/>
                <a:gd name="T78" fmla="*/ 30 w 73"/>
                <a:gd name="T79" fmla="*/ 4 h 73"/>
                <a:gd name="T80" fmla="*/ 29 w 73"/>
                <a:gd name="T81" fmla="*/ 7 h 73"/>
                <a:gd name="T82" fmla="*/ 22 w 73"/>
                <a:gd name="T83" fmla="*/ 10 h 73"/>
                <a:gd name="T84" fmla="*/ 19 w 73"/>
                <a:gd name="T85" fmla="*/ 8 h 73"/>
                <a:gd name="T86" fmla="*/ 13 w 73"/>
                <a:gd name="T87" fmla="*/ 9 h 73"/>
                <a:gd name="T88" fmla="*/ 9 w 73"/>
                <a:gd name="T89" fmla="*/ 12 h 73"/>
                <a:gd name="T90" fmla="*/ 9 w 73"/>
                <a:gd name="T91" fmla="*/ 19 h 73"/>
                <a:gd name="T92" fmla="*/ 11 w 73"/>
                <a:gd name="T93" fmla="*/ 21 h 73"/>
                <a:gd name="T94" fmla="*/ 8 w 73"/>
                <a:gd name="T95" fmla="*/ 28 h 73"/>
                <a:gd name="T96" fmla="*/ 4 w 73"/>
                <a:gd name="T97" fmla="*/ 29 h 73"/>
                <a:gd name="T98" fmla="*/ 37 w 73"/>
                <a:gd name="T99" fmla="*/ 23 h 73"/>
                <a:gd name="T100" fmla="*/ 50 w 73"/>
                <a:gd name="T101" fmla="*/ 36 h 73"/>
                <a:gd name="T102" fmla="*/ 36 w 73"/>
                <a:gd name="T103" fmla="*/ 49 h 73"/>
                <a:gd name="T104" fmla="*/ 24 w 73"/>
                <a:gd name="T105" fmla="*/ 36 h 73"/>
                <a:gd name="T106" fmla="*/ 37 w 73"/>
                <a:gd name="T107" fmla="*/ 2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3" h="73">
                  <a:moveTo>
                    <a:pt x="4" y="29"/>
                  </a:moveTo>
                  <a:cubicBezTo>
                    <a:pt x="2" y="29"/>
                    <a:pt x="0" y="31"/>
                    <a:pt x="0" y="34"/>
                  </a:cubicBezTo>
                  <a:cubicBezTo>
                    <a:pt x="0" y="39"/>
                    <a:pt x="0" y="39"/>
                    <a:pt x="0" y="39"/>
                  </a:cubicBezTo>
                  <a:cubicBezTo>
                    <a:pt x="0" y="41"/>
                    <a:pt x="2" y="43"/>
                    <a:pt x="4" y="44"/>
                  </a:cubicBezTo>
                  <a:cubicBezTo>
                    <a:pt x="8" y="44"/>
                    <a:pt x="8" y="44"/>
                    <a:pt x="8" y="44"/>
                  </a:cubicBezTo>
                  <a:cubicBezTo>
                    <a:pt x="8" y="46"/>
                    <a:pt x="9" y="49"/>
                    <a:pt x="10" y="51"/>
                  </a:cubicBezTo>
                  <a:cubicBezTo>
                    <a:pt x="8" y="53"/>
                    <a:pt x="8" y="53"/>
                    <a:pt x="8" y="53"/>
                  </a:cubicBezTo>
                  <a:cubicBezTo>
                    <a:pt x="7" y="55"/>
                    <a:pt x="7" y="58"/>
                    <a:pt x="8" y="60"/>
                  </a:cubicBezTo>
                  <a:cubicBezTo>
                    <a:pt x="12" y="64"/>
                    <a:pt x="12" y="64"/>
                    <a:pt x="12" y="64"/>
                  </a:cubicBezTo>
                  <a:cubicBezTo>
                    <a:pt x="14" y="65"/>
                    <a:pt x="16" y="66"/>
                    <a:pt x="18" y="64"/>
                  </a:cubicBezTo>
                  <a:cubicBezTo>
                    <a:pt x="21" y="62"/>
                    <a:pt x="21" y="62"/>
                    <a:pt x="21" y="62"/>
                  </a:cubicBezTo>
                  <a:cubicBezTo>
                    <a:pt x="24" y="63"/>
                    <a:pt x="26" y="64"/>
                    <a:pt x="28" y="65"/>
                  </a:cubicBezTo>
                  <a:cubicBezTo>
                    <a:pt x="28" y="69"/>
                    <a:pt x="28" y="69"/>
                    <a:pt x="28" y="69"/>
                  </a:cubicBezTo>
                  <a:cubicBezTo>
                    <a:pt x="29" y="71"/>
                    <a:pt x="31" y="73"/>
                    <a:pt x="33" y="73"/>
                  </a:cubicBezTo>
                  <a:cubicBezTo>
                    <a:pt x="38" y="73"/>
                    <a:pt x="38" y="73"/>
                    <a:pt x="38" y="73"/>
                  </a:cubicBezTo>
                  <a:cubicBezTo>
                    <a:pt x="41" y="73"/>
                    <a:pt x="43" y="71"/>
                    <a:pt x="43" y="69"/>
                  </a:cubicBezTo>
                  <a:cubicBezTo>
                    <a:pt x="44" y="65"/>
                    <a:pt x="44" y="65"/>
                    <a:pt x="44" y="65"/>
                  </a:cubicBezTo>
                  <a:cubicBezTo>
                    <a:pt x="46" y="64"/>
                    <a:pt x="49" y="64"/>
                    <a:pt x="51" y="62"/>
                  </a:cubicBezTo>
                  <a:cubicBezTo>
                    <a:pt x="54" y="65"/>
                    <a:pt x="54" y="65"/>
                    <a:pt x="54" y="65"/>
                  </a:cubicBezTo>
                  <a:cubicBezTo>
                    <a:pt x="56" y="66"/>
                    <a:pt x="58" y="66"/>
                    <a:pt x="60" y="64"/>
                  </a:cubicBezTo>
                  <a:cubicBezTo>
                    <a:pt x="64" y="61"/>
                    <a:pt x="64" y="61"/>
                    <a:pt x="64" y="61"/>
                  </a:cubicBezTo>
                  <a:cubicBezTo>
                    <a:pt x="66" y="59"/>
                    <a:pt x="66" y="56"/>
                    <a:pt x="64" y="54"/>
                  </a:cubicBezTo>
                  <a:cubicBezTo>
                    <a:pt x="62" y="51"/>
                    <a:pt x="62" y="51"/>
                    <a:pt x="62" y="51"/>
                  </a:cubicBezTo>
                  <a:cubicBezTo>
                    <a:pt x="64" y="49"/>
                    <a:pt x="65" y="47"/>
                    <a:pt x="65" y="44"/>
                  </a:cubicBezTo>
                  <a:cubicBezTo>
                    <a:pt x="68" y="44"/>
                    <a:pt x="68" y="44"/>
                    <a:pt x="68" y="44"/>
                  </a:cubicBezTo>
                  <a:cubicBezTo>
                    <a:pt x="71" y="44"/>
                    <a:pt x="73" y="42"/>
                    <a:pt x="73" y="39"/>
                  </a:cubicBezTo>
                  <a:cubicBezTo>
                    <a:pt x="73" y="34"/>
                    <a:pt x="73" y="34"/>
                    <a:pt x="73" y="34"/>
                  </a:cubicBezTo>
                  <a:cubicBezTo>
                    <a:pt x="73" y="32"/>
                    <a:pt x="71" y="30"/>
                    <a:pt x="69" y="29"/>
                  </a:cubicBezTo>
                  <a:cubicBezTo>
                    <a:pt x="65" y="29"/>
                    <a:pt x="65" y="29"/>
                    <a:pt x="65" y="29"/>
                  </a:cubicBezTo>
                  <a:cubicBezTo>
                    <a:pt x="65" y="26"/>
                    <a:pt x="64" y="24"/>
                    <a:pt x="63" y="22"/>
                  </a:cubicBezTo>
                  <a:cubicBezTo>
                    <a:pt x="65" y="19"/>
                    <a:pt x="65" y="19"/>
                    <a:pt x="65" y="19"/>
                  </a:cubicBezTo>
                  <a:cubicBezTo>
                    <a:pt x="66" y="17"/>
                    <a:pt x="66" y="15"/>
                    <a:pt x="64" y="13"/>
                  </a:cubicBezTo>
                  <a:cubicBezTo>
                    <a:pt x="61" y="9"/>
                    <a:pt x="61" y="9"/>
                    <a:pt x="61" y="9"/>
                  </a:cubicBezTo>
                  <a:cubicBezTo>
                    <a:pt x="59" y="7"/>
                    <a:pt x="56" y="7"/>
                    <a:pt x="54" y="9"/>
                  </a:cubicBezTo>
                  <a:cubicBezTo>
                    <a:pt x="52" y="11"/>
                    <a:pt x="52" y="11"/>
                    <a:pt x="52" y="11"/>
                  </a:cubicBezTo>
                  <a:cubicBezTo>
                    <a:pt x="50" y="9"/>
                    <a:pt x="47" y="8"/>
                    <a:pt x="45" y="8"/>
                  </a:cubicBezTo>
                  <a:cubicBezTo>
                    <a:pt x="44" y="4"/>
                    <a:pt x="44" y="4"/>
                    <a:pt x="44" y="4"/>
                  </a:cubicBezTo>
                  <a:cubicBezTo>
                    <a:pt x="44" y="2"/>
                    <a:pt x="42" y="0"/>
                    <a:pt x="40" y="0"/>
                  </a:cubicBezTo>
                  <a:cubicBezTo>
                    <a:pt x="35" y="0"/>
                    <a:pt x="35" y="0"/>
                    <a:pt x="35" y="0"/>
                  </a:cubicBezTo>
                  <a:cubicBezTo>
                    <a:pt x="32" y="0"/>
                    <a:pt x="30" y="2"/>
                    <a:pt x="30" y="4"/>
                  </a:cubicBezTo>
                  <a:cubicBezTo>
                    <a:pt x="29" y="7"/>
                    <a:pt x="29" y="7"/>
                    <a:pt x="29" y="7"/>
                  </a:cubicBezTo>
                  <a:cubicBezTo>
                    <a:pt x="27" y="8"/>
                    <a:pt x="24" y="9"/>
                    <a:pt x="22" y="10"/>
                  </a:cubicBezTo>
                  <a:cubicBezTo>
                    <a:pt x="19" y="8"/>
                    <a:pt x="19" y="8"/>
                    <a:pt x="19" y="8"/>
                  </a:cubicBezTo>
                  <a:cubicBezTo>
                    <a:pt x="17" y="7"/>
                    <a:pt x="14" y="7"/>
                    <a:pt x="13" y="9"/>
                  </a:cubicBezTo>
                  <a:cubicBezTo>
                    <a:pt x="9" y="12"/>
                    <a:pt x="9" y="12"/>
                    <a:pt x="9" y="12"/>
                  </a:cubicBezTo>
                  <a:cubicBezTo>
                    <a:pt x="7" y="14"/>
                    <a:pt x="7" y="17"/>
                    <a:pt x="9" y="19"/>
                  </a:cubicBezTo>
                  <a:cubicBezTo>
                    <a:pt x="11" y="21"/>
                    <a:pt x="11" y="21"/>
                    <a:pt x="11" y="21"/>
                  </a:cubicBezTo>
                  <a:cubicBezTo>
                    <a:pt x="9" y="24"/>
                    <a:pt x="8" y="26"/>
                    <a:pt x="8" y="28"/>
                  </a:cubicBezTo>
                  <a:lnTo>
                    <a:pt x="4" y="29"/>
                  </a:lnTo>
                  <a:close/>
                  <a:moveTo>
                    <a:pt x="37" y="23"/>
                  </a:moveTo>
                  <a:cubicBezTo>
                    <a:pt x="44" y="23"/>
                    <a:pt x="50" y="29"/>
                    <a:pt x="50" y="36"/>
                  </a:cubicBezTo>
                  <a:cubicBezTo>
                    <a:pt x="50" y="44"/>
                    <a:pt x="44" y="49"/>
                    <a:pt x="36" y="49"/>
                  </a:cubicBezTo>
                  <a:cubicBezTo>
                    <a:pt x="29" y="49"/>
                    <a:pt x="23" y="43"/>
                    <a:pt x="24" y="36"/>
                  </a:cubicBezTo>
                  <a:cubicBezTo>
                    <a:pt x="24" y="29"/>
                    <a:pt x="30" y="23"/>
                    <a:pt x="37" y="23"/>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grpSp>
      <p:sp>
        <p:nvSpPr>
          <p:cNvPr id="191" name="矩形 39"/>
          <p:cNvSpPr/>
          <p:nvPr/>
        </p:nvSpPr>
        <p:spPr>
          <a:xfrm>
            <a:off x="0" y="203088"/>
            <a:ext cx="2492990" cy="523220"/>
          </a:xfrm>
          <a:prstGeom prst="rect">
            <a:avLst/>
          </a:prstGeom>
          <a:noFill/>
        </p:spPr>
        <p:txBody>
          <a:bodyPr wrap="none" rtlCol="0">
            <a:spAutoFit/>
          </a:bodyPr>
          <a:lstStyle/>
          <a:p>
            <a:r>
              <a:rPr lang="zh-CN" altLang="en-US" sz="2800" b="1" dirty="0">
                <a:solidFill>
                  <a:schemeClr val="tx1">
                    <a:lumMod val="65000"/>
                    <a:lumOff val="35000"/>
                  </a:schemeClr>
                </a:solidFill>
              </a:rPr>
              <a:t>六项目录</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861987152"/>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eeform 171"/>
          <p:cNvSpPr>
            <a:spLocks/>
          </p:cNvSpPr>
          <p:nvPr/>
        </p:nvSpPr>
        <p:spPr bwMode="auto">
          <a:xfrm>
            <a:off x="3409951" y="2421564"/>
            <a:ext cx="5372100" cy="3109913"/>
          </a:xfrm>
          <a:custGeom>
            <a:avLst/>
            <a:gdLst>
              <a:gd name="T0" fmla="*/ 1402 w 1430"/>
              <a:gd name="T1" fmla="*/ 827 h 827"/>
              <a:gd name="T2" fmla="*/ 27 w 1430"/>
              <a:gd name="T3" fmla="*/ 827 h 827"/>
              <a:gd name="T4" fmla="*/ 0 w 1430"/>
              <a:gd name="T5" fmla="*/ 800 h 827"/>
              <a:gd name="T6" fmla="*/ 0 w 1430"/>
              <a:gd name="T7" fmla="*/ 27 h 827"/>
              <a:gd name="T8" fmla="*/ 27 w 1430"/>
              <a:gd name="T9" fmla="*/ 0 h 827"/>
              <a:gd name="T10" fmla="*/ 1402 w 1430"/>
              <a:gd name="T11" fmla="*/ 0 h 827"/>
              <a:gd name="T12" fmla="*/ 1430 w 1430"/>
              <a:gd name="T13" fmla="*/ 27 h 827"/>
              <a:gd name="T14" fmla="*/ 1430 w 1430"/>
              <a:gd name="T15" fmla="*/ 800 h 827"/>
              <a:gd name="T16" fmla="*/ 1402 w 1430"/>
              <a:gd name="T17" fmla="*/ 827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0" h="827">
                <a:moveTo>
                  <a:pt x="1402" y="827"/>
                </a:moveTo>
                <a:cubicBezTo>
                  <a:pt x="27" y="827"/>
                  <a:pt x="27" y="827"/>
                  <a:pt x="27" y="827"/>
                </a:cubicBezTo>
                <a:cubicBezTo>
                  <a:pt x="12" y="827"/>
                  <a:pt x="0" y="815"/>
                  <a:pt x="0" y="800"/>
                </a:cubicBezTo>
                <a:cubicBezTo>
                  <a:pt x="0" y="27"/>
                  <a:pt x="0" y="27"/>
                  <a:pt x="0" y="27"/>
                </a:cubicBezTo>
                <a:cubicBezTo>
                  <a:pt x="0" y="12"/>
                  <a:pt x="12" y="0"/>
                  <a:pt x="27" y="0"/>
                </a:cubicBezTo>
                <a:cubicBezTo>
                  <a:pt x="1402" y="0"/>
                  <a:pt x="1402" y="0"/>
                  <a:pt x="1402" y="0"/>
                </a:cubicBezTo>
                <a:cubicBezTo>
                  <a:pt x="1417" y="0"/>
                  <a:pt x="1430" y="12"/>
                  <a:pt x="1430" y="27"/>
                </a:cubicBezTo>
                <a:cubicBezTo>
                  <a:pt x="1430" y="800"/>
                  <a:pt x="1430" y="800"/>
                  <a:pt x="1430" y="800"/>
                </a:cubicBezTo>
                <a:cubicBezTo>
                  <a:pt x="1430" y="815"/>
                  <a:pt x="1417" y="827"/>
                  <a:pt x="1402" y="827"/>
                </a:cubicBezTo>
                <a:close/>
              </a:path>
            </a:pathLst>
          </a:custGeom>
          <a:noFill/>
          <a:ln w="93663" cap="flat">
            <a:solidFill>
              <a:srgbClr val="40494A"/>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72"/>
          <p:cNvSpPr>
            <a:spLocks/>
          </p:cNvSpPr>
          <p:nvPr/>
        </p:nvSpPr>
        <p:spPr bwMode="auto">
          <a:xfrm>
            <a:off x="3071813" y="5771189"/>
            <a:ext cx="6045200" cy="233363"/>
          </a:xfrm>
          <a:custGeom>
            <a:avLst/>
            <a:gdLst>
              <a:gd name="T0" fmla="*/ 1597 w 1609"/>
              <a:gd name="T1" fmla="*/ 62 h 62"/>
              <a:gd name="T2" fmla="*/ 13 w 1609"/>
              <a:gd name="T3" fmla="*/ 62 h 62"/>
              <a:gd name="T4" fmla="*/ 0 w 1609"/>
              <a:gd name="T5" fmla="*/ 50 h 62"/>
              <a:gd name="T6" fmla="*/ 0 w 1609"/>
              <a:gd name="T7" fmla="*/ 12 h 62"/>
              <a:gd name="T8" fmla="*/ 13 w 1609"/>
              <a:gd name="T9" fmla="*/ 0 h 62"/>
              <a:gd name="T10" fmla="*/ 1597 w 1609"/>
              <a:gd name="T11" fmla="*/ 0 h 62"/>
              <a:gd name="T12" fmla="*/ 1609 w 1609"/>
              <a:gd name="T13" fmla="*/ 12 h 62"/>
              <a:gd name="T14" fmla="*/ 1609 w 1609"/>
              <a:gd name="T15" fmla="*/ 50 h 62"/>
              <a:gd name="T16" fmla="*/ 1597 w 1609"/>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09" h="62">
                <a:moveTo>
                  <a:pt x="1597" y="62"/>
                </a:moveTo>
                <a:cubicBezTo>
                  <a:pt x="13" y="62"/>
                  <a:pt x="13" y="62"/>
                  <a:pt x="13" y="62"/>
                </a:cubicBezTo>
                <a:cubicBezTo>
                  <a:pt x="6" y="62"/>
                  <a:pt x="0" y="57"/>
                  <a:pt x="0" y="50"/>
                </a:cubicBezTo>
                <a:cubicBezTo>
                  <a:pt x="0" y="12"/>
                  <a:pt x="0" y="12"/>
                  <a:pt x="0" y="12"/>
                </a:cubicBezTo>
                <a:cubicBezTo>
                  <a:pt x="0" y="5"/>
                  <a:pt x="6" y="0"/>
                  <a:pt x="13" y="0"/>
                </a:cubicBezTo>
                <a:cubicBezTo>
                  <a:pt x="1597" y="0"/>
                  <a:pt x="1597" y="0"/>
                  <a:pt x="1597" y="0"/>
                </a:cubicBezTo>
                <a:cubicBezTo>
                  <a:pt x="1604" y="0"/>
                  <a:pt x="1609" y="5"/>
                  <a:pt x="1609" y="12"/>
                </a:cubicBezTo>
                <a:cubicBezTo>
                  <a:pt x="1609" y="50"/>
                  <a:pt x="1609" y="50"/>
                  <a:pt x="1609" y="50"/>
                </a:cubicBezTo>
                <a:cubicBezTo>
                  <a:pt x="1609" y="57"/>
                  <a:pt x="1604" y="62"/>
                  <a:pt x="1597" y="62"/>
                </a:cubicBezTo>
                <a:close/>
              </a:path>
            </a:pathLst>
          </a:custGeom>
          <a:solidFill>
            <a:srgbClr val="4049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73"/>
          <p:cNvSpPr>
            <a:spLocks/>
          </p:cNvSpPr>
          <p:nvPr/>
        </p:nvSpPr>
        <p:spPr bwMode="auto">
          <a:xfrm>
            <a:off x="3259138" y="5944226"/>
            <a:ext cx="5670550" cy="158750"/>
          </a:xfrm>
          <a:custGeom>
            <a:avLst/>
            <a:gdLst>
              <a:gd name="T0" fmla="*/ 1499 w 1509"/>
              <a:gd name="T1" fmla="*/ 42 h 42"/>
              <a:gd name="T2" fmla="*/ 10 w 1509"/>
              <a:gd name="T3" fmla="*/ 42 h 42"/>
              <a:gd name="T4" fmla="*/ 0 w 1509"/>
              <a:gd name="T5" fmla="*/ 31 h 42"/>
              <a:gd name="T6" fmla="*/ 0 w 1509"/>
              <a:gd name="T7" fmla="*/ 10 h 42"/>
              <a:gd name="T8" fmla="*/ 10 w 1509"/>
              <a:gd name="T9" fmla="*/ 0 h 42"/>
              <a:gd name="T10" fmla="*/ 1499 w 1509"/>
              <a:gd name="T11" fmla="*/ 0 h 42"/>
              <a:gd name="T12" fmla="*/ 1509 w 1509"/>
              <a:gd name="T13" fmla="*/ 10 h 42"/>
              <a:gd name="T14" fmla="*/ 1509 w 1509"/>
              <a:gd name="T15" fmla="*/ 31 h 42"/>
              <a:gd name="T16" fmla="*/ 1499 w 1509"/>
              <a:gd name="T17"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09" h="42">
                <a:moveTo>
                  <a:pt x="1499" y="42"/>
                </a:moveTo>
                <a:cubicBezTo>
                  <a:pt x="10" y="42"/>
                  <a:pt x="10" y="42"/>
                  <a:pt x="10" y="42"/>
                </a:cubicBezTo>
                <a:cubicBezTo>
                  <a:pt x="5" y="42"/>
                  <a:pt x="0" y="37"/>
                  <a:pt x="0" y="31"/>
                </a:cubicBezTo>
                <a:cubicBezTo>
                  <a:pt x="0" y="10"/>
                  <a:pt x="0" y="10"/>
                  <a:pt x="0" y="10"/>
                </a:cubicBezTo>
                <a:cubicBezTo>
                  <a:pt x="0" y="4"/>
                  <a:pt x="5" y="0"/>
                  <a:pt x="10" y="0"/>
                </a:cubicBezTo>
                <a:cubicBezTo>
                  <a:pt x="1499" y="0"/>
                  <a:pt x="1499" y="0"/>
                  <a:pt x="1499" y="0"/>
                </a:cubicBezTo>
                <a:cubicBezTo>
                  <a:pt x="1504" y="0"/>
                  <a:pt x="1509" y="4"/>
                  <a:pt x="1509" y="10"/>
                </a:cubicBezTo>
                <a:cubicBezTo>
                  <a:pt x="1509" y="31"/>
                  <a:pt x="1509" y="31"/>
                  <a:pt x="1509" y="31"/>
                </a:cubicBezTo>
                <a:cubicBezTo>
                  <a:pt x="1509" y="37"/>
                  <a:pt x="1504" y="42"/>
                  <a:pt x="1499" y="42"/>
                </a:cubicBezTo>
                <a:close/>
              </a:path>
            </a:pathLst>
          </a:custGeom>
          <a:solidFill>
            <a:srgbClr val="4049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18" name="组合 17"/>
          <p:cNvGrpSpPr/>
          <p:nvPr/>
        </p:nvGrpSpPr>
        <p:grpSpPr>
          <a:xfrm>
            <a:off x="4426039" y="2065658"/>
            <a:ext cx="3339922" cy="3821724"/>
            <a:chOff x="1968500" y="1150938"/>
            <a:chExt cx="3730625" cy="4268788"/>
          </a:xfrm>
        </p:grpSpPr>
        <p:sp>
          <p:nvSpPr>
            <p:cNvPr id="19" name="Freeform 5"/>
            <p:cNvSpPr>
              <a:spLocks/>
            </p:cNvSpPr>
            <p:nvPr/>
          </p:nvSpPr>
          <p:spPr bwMode="auto">
            <a:xfrm>
              <a:off x="3862388" y="4291012"/>
              <a:ext cx="768350" cy="444500"/>
            </a:xfrm>
            <a:custGeom>
              <a:avLst/>
              <a:gdLst>
                <a:gd name="T0" fmla="*/ 420 w 484"/>
                <a:gd name="T1" fmla="*/ 280 h 280"/>
                <a:gd name="T2" fmla="*/ 0 w 484"/>
                <a:gd name="T3" fmla="*/ 280 h 280"/>
                <a:gd name="T4" fmla="*/ 25 w 484"/>
                <a:gd name="T5" fmla="*/ 0 h 280"/>
                <a:gd name="T6" fmla="*/ 484 w 484"/>
                <a:gd name="T7" fmla="*/ 13 h 280"/>
                <a:gd name="T8" fmla="*/ 420 w 484"/>
                <a:gd name="T9" fmla="*/ 280 h 280"/>
              </a:gdLst>
              <a:ahLst/>
              <a:cxnLst>
                <a:cxn ang="0">
                  <a:pos x="T0" y="T1"/>
                </a:cxn>
                <a:cxn ang="0">
                  <a:pos x="T2" y="T3"/>
                </a:cxn>
                <a:cxn ang="0">
                  <a:pos x="T4" y="T5"/>
                </a:cxn>
                <a:cxn ang="0">
                  <a:pos x="T6" y="T7"/>
                </a:cxn>
                <a:cxn ang="0">
                  <a:pos x="T8" y="T9"/>
                </a:cxn>
              </a:cxnLst>
              <a:rect l="0" t="0" r="r" b="b"/>
              <a:pathLst>
                <a:path w="484" h="280">
                  <a:moveTo>
                    <a:pt x="420" y="280"/>
                  </a:moveTo>
                  <a:lnTo>
                    <a:pt x="0" y="280"/>
                  </a:lnTo>
                  <a:lnTo>
                    <a:pt x="25" y="0"/>
                  </a:lnTo>
                  <a:lnTo>
                    <a:pt x="484" y="13"/>
                  </a:lnTo>
                  <a:lnTo>
                    <a:pt x="420" y="280"/>
                  </a:lnTo>
                  <a:close/>
                </a:path>
              </a:pathLst>
            </a:custGeom>
            <a:solidFill>
              <a:srgbClr val="F57F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6"/>
            <p:cNvSpPr>
              <a:spLocks/>
            </p:cNvSpPr>
            <p:nvPr/>
          </p:nvSpPr>
          <p:spPr bwMode="auto">
            <a:xfrm>
              <a:off x="2587625" y="3844926"/>
              <a:ext cx="746125" cy="758825"/>
            </a:xfrm>
            <a:custGeom>
              <a:avLst/>
              <a:gdLst>
                <a:gd name="T0" fmla="*/ 209 w 470"/>
                <a:gd name="T1" fmla="*/ 478 h 478"/>
                <a:gd name="T2" fmla="*/ 0 w 470"/>
                <a:gd name="T3" fmla="*/ 110 h 478"/>
                <a:gd name="T4" fmla="*/ 259 w 470"/>
                <a:gd name="T5" fmla="*/ 0 h 478"/>
                <a:gd name="T6" fmla="*/ 470 w 470"/>
                <a:gd name="T7" fmla="*/ 401 h 478"/>
                <a:gd name="T8" fmla="*/ 209 w 470"/>
                <a:gd name="T9" fmla="*/ 478 h 478"/>
              </a:gdLst>
              <a:ahLst/>
              <a:cxnLst>
                <a:cxn ang="0">
                  <a:pos x="T0" y="T1"/>
                </a:cxn>
                <a:cxn ang="0">
                  <a:pos x="T2" y="T3"/>
                </a:cxn>
                <a:cxn ang="0">
                  <a:pos x="T4" y="T5"/>
                </a:cxn>
                <a:cxn ang="0">
                  <a:pos x="T6" y="T7"/>
                </a:cxn>
                <a:cxn ang="0">
                  <a:pos x="T8" y="T9"/>
                </a:cxn>
              </a:cxnLst>
              <a:rect l="0" t="0" r="r" b="b"/>
              <a:pathLst>
                <a:path w="470" h="478">
                  <a:moveTo>
                    <a:pt x="209" y="478"/>
                  </a:moveTo>
                  <a:lnTo>
                    <a:pt x="0" y="110"/>
                  </a:lnTo>
                  <a:lnTo>
                    <a:pt x="259" y="0"/>
                  </a:lnTo>
                  <a:lnTo>
                    <a:pt x="470" y="401"/>
                  </a:lnTo>
                  <a:lnTo>
                    <a:pt x="209" y="478"/>
                  </a:lnTo>
                  <a:close/>
                </a:path>
              </a:pathLst>
            </a:custGeom>
            <a:solidFill>
              <a:srgbClr val="AD1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7"/>
            <p:cNvSpPr>
              <a:spLocks/>
            </p:cNvSpPr>
            <p:nvPr/>
          </p:nvSpPr>
          <p:spPr bwMode="auto">
            <a:xfrm>
              <a:off x="2235200" y="2576513"/>
              <a:ext cx="701675" cy="876300"/>
            </a:xfrm>
            <a:custGeom>
              <a:avLst/>
              <a:gdLst>
                <a:gd name="T0" fmla="*/ 0 w 442"/>
                <a:gd name="T1" fmla="*/ 363 h 552"/>
                <a:gd name="T2" fmla="*/ 214 w 442"/>
                <a:gd name="T3" fmla="*/ 0 h 552"/>
                <a:gd name="T4" fmla="*/ 442 w 442"/>
                <a:gd name="T5" fmla="*/ 162 h 552"/>
                <a:gd name="T6" fmla="*/ 197 w 442"/>
                <a:gd name="T7" fmla="*/ 552 h 552"/>
                <a:gd name="T8" fmla="*/ 0 w 442"/>
                <a:gd name="T9" fmla="*/ 363 h 552"/>
              </a:gdLst>
              <a:ahLst/>
              <a:cxnLst>
                <a:cxn ang="0">
                  <a:pos x="T0" y="T1"/>
                </a:cxn>
                <a:cxn ang="0">
                  <a:pos x="T2" y="T3"/>
                </a:cxn>
                <a:cxn ang="0">
                  <a:pos x="T4" y="T5"/>
                </a:cxn>
                <a:cxn ang="0">
                  <a:pos x="T6" y="T7"/>
                </a:cxn>
                <a:cxn ang="0">
                  <a:pos x="T8" y="T9"/>
                </a:cxn>
              </a:cxnLst>
              <a:rect l="0" t="0" r="r" b="b"/>
              <a:pathLst>
                <a:path w="442" h="552">
                  <a:moveTo>
                    <a:pt x="0" y="363"/>
                  </a:moveTo>
                  <a:lnTo>
                    <a:pt x="214" y="0"/>
                  </a:lnTo>
                  <a:lnTo>
                    <a:pt x="442" y="162"/>
                  </a:lnTo>
                  <a:lnTo>
                    <a:pt x="197" y="552"/>
                  </a:lnTo>
                  <a:lnTo>
                    <a:pt x="0" y="363"/>
                  </a:lnTo>
                  <a:close/>
                </a:path>
              </a:pathLst>
            </a:custGeom>
            <a:solidFill>
              <a:srgbClr val="D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8"/>
            <p:cNvSpPr>
              <a:spLocks/>
            </p:cNvSpPr>
            <p:nvPr/>
          </p:nvSpPr>
          <p:spPr bwMode="auto">
            <a:xfrm>
              <a:off x="3046413" y="1830388"/>
              <a:ext cx="771525" cy="449263"/>
            </a:xfrm>
            <a:custGeom>
              <a:avLst/>
              <a:gdLst>
                <a:gd name="T0" fmla="*/ 66 w 486"/>
                <a:gd name="T1" fmla="*/ 0 h 283"/>
                <a:gd name="T2" fmla="*/ 486 w 486"/>
                <a:gd name="T3" fmla="*/ 3 h 283"/>
                <a:gd name="T4" fmla="*/ 459 w 486"/>
                <a:gd name="T5" fmla="*/ 283 h 283"/>
                <a:gd name="T6" fmla="*/ 0 w 486"/>
                <a:gd name="T7" fmla="*/ 267 h 283"/>
                <a:gd name="T8" fmla="*/ 66 w 486"/>
                <a:gd name="T9" fmla="*/ 0 h 283"/>
              </a:gdLst>
              <a:ahLst/>
              <a:cxnLst>
                <a:cxn ang="0">
                  <a:pos x="T0" y="T1"/>
                </a:cxn>
                <a:cxn ang="0">
                  <a:pos x="T2" y="T3"/>
                </a:cxn>
                <a:cxn ang="0">
                  <a:pos x="T4" y="T5"/>
                </a:cxn>
                <a:cxn ang="0">
                  <a:pos x="T6" y="T7"/>
                </a:cxn>
                <a:cxn ang="0">
                  <a:pos x="T8" y="T9"/>
                </a:cxn>
              </a:cxnLst>
              <a:rect l="0" t="0" r="r" b="b"/>
              <a:pathLst>
                <a:path w="486" h="283">
                  <a:moveTo>
                    <a:pt x="66" y="0"/>
                  </a:moveTo>
                  <a:lnTo>
                    <a:pt x="486" y="3"/>
                  </a:lnTo>
                  <a:lnTo>
                    <a:pt x="459" y="283"/>
                  </a:lnTo>
                  <a:lnTo>
                    <a:pt x="0" y="267"/>
                  </a:lnTo>
                  <a:lnTo>
                    <a:pt x="66" y="0"/>
                  </a:lnTo>
                  <a:close/>
                </a:path>
              </a:pathLst>
            </a:custGeom>
            <a:solidFill>
              <a:srgbClr val="7B1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9"/>
            <p:cNvSpPr>
              <a:spLocks/>
            </p:cNvSpPr>
            <p:nvPr/>
          </p:nvSpPr>
          <p:spPr bwMode="auto">
            <a:xfrm>
              <a:off x="4333875" y="1962151"/>
              <a:ext cx="749300" cy="766763"/>
            </a:xfrm>
            <a:custGeom>
              <a:avLst/>
              <a:gdLst>
                <a:gd name="T0" fmla="*/ 261 w 472"/>
                <a:gd name="T1" fmla="*/ 0 h 483"/>
                <a:gd name="T2" fmla="*/ 472 w 472"/>
                <a:gd name="T3" fmla="*/ 365 h 483"/>
                <a:gd name="T4" fmla="*/ 217 w 472"/>
                <a:gd name="T5" fmla="*/ 483 h 483"/>
                <a:gd name="T6" fmla="*/ 0 w 472"/>
                <a:gd name="T7" fmla="*/ 77 h 483"/>
                <a:gd name="T8" fmla="*/ 261 w 472"/>
                <a:gd name="T9" fmla="*/ 0 h 483"/>
              </a:gdLst>
              <a:ahLst/>
              <a:cxnLst>
                <a:cxn ang="0">
                  <a:pos x="T0" y="T1"/>
                </a:cxn>
                <a:cxn ang="0">
                  <a:pos x="T2" y="T3"/>
                </a:cxn>
                <a:cxn ang="0">
                  <a:pos x="T4" y="T5"/>
                </a:cxn>
                <a:cxn ang="0">
                  <a:pos x="T6" y="T7"/>
                </a:cxn>
                <a:cxn ang="0">
                  <a:pos x="T8" y="T9"/>
                </a:cxn>
              </a:cxnLst>
              <a:rect l="0" t="0" r="r" b="b"/>
              <a:pathLst>
                <a:path w="472" h="483">
                  <a:moveTo>
                    <a:pt x="261" y="0"/>
                  </a:moveTo>
                  <a:lnTo>
                    <a:pt x="472" y="365"/>
                  </a:lnTo>
                  <a:lnTo>
                    <a:pt x="217" y="483"/>
                  </a:lnTo>
                  <a:lnTo>
                    <a:pt x="0" y="77"/>
                  </a:lnTo>
                  <a:lnTo>
                    <a:pt x="261" y="0"/>
                  </a:lnTo>
                  <a:close/>
                </a:path>
              </a:pathLst>
            </a:custGeom>
            <a:solidFill>
              <a:srgbClr val="0079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10"/>
            <p:cNvSpPr>
              <a:spLocks/>
            </p:cNvSpPr>
            <p:nvPr/>
          </p:nvSpPr>
          <p:spPr bwMode="auto">
            <a:xfrm>
              <a:off x="4743450" y="3113088"/>
              <a:ext cx="698500" cy="876300"/>
            </a:xfrm>
            <a:custGeom>
              <a:avLst/>
              <a:gdLst>
                <a:gd name="T0" fmla="*/ 440 w 440"/>
                <a:gd name="T1" fmla="*/ 189 h 552"/>
                <a:gd name="T2" fmla="*/ 225 w 440"/>
                <a:gd name="T3" fmla="*/ 552 h 552"/>
                <a:gd name="T4" fmla="*/ 0 w 440"/>
                <a:gd name="T5" fmla="*/ 390 h 552"/>
                <a:gd name="T6" fmla="*/ 239 w 440"/>
                <a:gd name="T7" fmla="*/ 0 h 552"/>
                <a:gd name="T8" fmla="*/ 440 w 440"/>
                <a:gd name="T9" fmla="*/ 189 h 552"/>
              </a:gdLst>
              <a:ahLst/>
              <a:cxnLst>
                <a:cxn ang="0">
                  <a:pos x="T0" y="T1"/>
                </a:cxn>
                <a:cxn ang="0">
                  <a:pos x="T2" y="T3"/>
                </a:cxn>
                <a:cxn ang="0">
                  <a:pos x="T4" y="T5"/>
                </a:cxn>
                <a:cxn ang="0">
                  <a:pos x="T6" y="T7"/>
                </a:cxn>
                <a:cxn ang="0">
                  <a:pos x="T8" y="T9"/>
                </a:cxn>
              </a:cxnLst>
              <a:rect l="0" t="0" r="r" b="b"/>
              <a:pathLst>
                <a:path w="440" h="552">
                  <a:moveTo>
                    <a:pt x="440" y="189"/>
                  </a:moveTo>
                  <a:lnTo>
                    <a:pt x="225" y="552"/>
                  </a:lnTo>
                  <a:lnTo>
                    <a:pt x="0" y="390"/>
                  </a:lnTo>
                  <a:lnTo>
                    <a:pt x="239" y="0"/>
                  </a:lnTo>
                  <a:lnTo>
                    <a:pt x="440" y="189"/>
                  </a:lnTo>
                  <a:close/>
                </a:path>
              </a:pathLst>
            </a:custGeom>
            <a:solidFill>
              <a:srgbClr val="027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11"/>
            <p:cNvSpPr>
              <a:spLocks/>
            </p:cNvSpPr>
            <p:nvPr/>
          </p:nvSpPr>
          <p:spPr bwMode="auto">
            <a:xfrm>
              <a:off x="2998788" y="3844926"/>
              <a:ext cx="1530350" cy="1574800"/>
            </a:xfrm>
            <a:custGeom>
              <a:avLst/>
              <a:gdLst>
                <a:gd name="T0" fmla="*/ 964 w 964"/>
                <a:gd name="T1" fmla="*/ 561 h 992"/>
                <a:gd name="T2" fmla="*/ 514 w 964"/>
                <a:gd name="T3" fmla="*/ 992 h 992"/>
                <a:gd name="T4" fmla="*/ 0 w 964"/>
                <a:gd name="T5" fmla="*/ 0 h 992"/>
                <a:gd name="T6" fmla="*/ 964 w 964"/>
                <a:gd name="T7" fmla="*/ 561 h 992"/>
              </a:gdLst>
              <a:ahLst/>
              <a:cxnLst>
                <a:cxn ang="0">
                  <a:pos x="T0" y="T1"/>
                </a:cxn>
                <a:cxn ang="0">
                  <a:pos x="T2" y="T3"/>
                </a:cxn>
                <a:cxn ang="0">
                  <a:pos x="T4" y="T5"/>
                </a:cxn>
                <a:cxn ang="0">
                  <a:pos x="T6" y="T7"/>
                </a:cxn>
              </a:cxnLst>
              <a:rect l="0" t="0" r="r" b="b"/>
              <a:pathLst>
                <a:path w="964" h="992">
                  <a:moveTo>
                    <a:pt x="964" y="561"/>
                  </a:moveTo>
                  <a:lnTo>
                    <a:pt x="514" y="992"/>
                  </a:lnTo>
                  <a:lnTo>
                    <a:pt x="0" y="0"/>
                  </a:lnTo>
                  <a:lnTo>
                    <a:pt x="964" y="561"/>
                  </a:lnTo>
                  <a:close/>
                </a:path>
              </a:pathLst>
            </a:custGeom>
            <a:solidFill>
              <a:srgbClr val="F9A8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12"/>
            <p:cNvSpPr>
              <a:spLocks/>
            </p:cNvSpPr>
            <p:nvPr/>
          </p:nvSpPr>
          <p:spPr bwMode="auto">
            <a:xfrm>
              <a:off x="1968500" y="2833688"/>
              <a:ext cx="968375" cy="1770063"/>
            </a:xfrm>
            <a:custGeom>
              <a:avLst/>
              <a:gdLst>
                <a:gd name="T0" fmla="*/ 599 w 610"/>
                <a:gd name="T1" fmla="*/ 1115 h 1115"/>
                <a:gd name="T2" fmla="*/ 0 w 610"/>
                <a:gd name="T3" fmla="*/ 937 h 1115"/>
                <a:gd name="T4" fmla="*/ 610 w 610"/>
                <a:gd name="T5" fmla="*/ 0 h 1115"/>
                <a:gd name="T6" fmla="*/ 599 w 610"/>
                <a:gd name="T7" fmla="*/ 1115 h 1115"/>
              </a:gdLst>
              <a:ahLst/>
              <a:cxnLst>
                <a:cxn ang="0">
                  <a:pos x="T0" y="T1"/>
                </a:cxn>
                <a:cxn ang="0">
                  <a:pos x="T2" y="T3"/>
                </a:cxn>
                <a:cxn ang="0">
                  <a:pos x="T4" y="T5"/>
                </a:cxn>
                <a:cxn ang="0">
                  <a:pos x="T6" y="T7"/>
                </a:cxn>
              </a:cxnLst>
              <a:rect l="0" t="0" r="r" b="b"/>
              <a:pathLst>
                <a:path w="610" h="1115">
                  <a:moveTo>
                    <a:pt x="599" y="1115"/>
                  </a:moveTo>
                  <a:lnTo>
                    <a:pt x="0" y="937"/>
                  </a:lnTo>
                  <a:lnTo>
                    <a:pt x="610" y="0"/>
                  </a:lnTo>
                  <a:lnTo>
                    <a:pt x="599" y="1115"/>
                  </a:lnTo>
                  <a:close/>
                </a:path>
              </a:pathLst>
            </a:custGeom>
            <a:solidFill>
              <a:srgbClr val="D81B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13"/>
            <p:cNvSpPr>
              <a:spLocks/>
            </p:cNvSpPr>
            <p:nvPr/>
          </p:nvSpPr>
          <p:spPr bwMode="auto">
            <a:xfrm>
              <a:off x="2003425" y="2192338"/>
              <a:ext cx="1771650" cy="960438"/>
            </a:xfrm>
            <a:custGeom>
              <a:avLst/>
              <a:gdLst>
                <a:gd name="T0" fmla="*/ 146 w 1116"/>
                <a:gd name="T1" fmla="*/ 605 h 605"/>
                <a:gd name="T2" fmla="*/ 0 w 1116"/>
                <a:gd name="T3" fmla="*/ 0 h 605"/>
                <a:gd name="T4" fmla="*/ 1116 w 1116"/>
                <a:gd name="T5" fmla="*/ 55 h 605"/>
                <a:gd name="T6" fmla="*/ 146 w 1116"/>
                <a:gd name="T7" fmla="*/ 605 h 605"/>
              </a:gdLst>
              <a:ahLst/>
              <a:cxnLst>
                <a:cxn ang="0">
                  <a:pos x="T0" y="T1"/>
                </a:cxn>
                <a:cxn ang="0">
                  <a:pos x="T2" y="T3"/>
                </a:cxn>
                <a:cxn ang="0">
                  <a:pos x="T4" y="T5"/>
                </a:cxn>
                <a:cxn ang="0">
                  <a:pos x="T6" y="T7"/>
                </a:cxn>
              </a:cxnLst>
              <a:rect l="0" t="0" r="r" b="b"/>
              <a:pathLst>
                <a:path w="1116" h="605">
                  <a:moveTo>
                    <a:pt x="146" y="605"/>
                  </a:moveTo>
                  <a:lnTo>
                    <a:pt x="0" y="0"/>
                  </a:lnTo>
                  <a:lnTo>
                    <a:pt x="1116" y="55"/>
                  </a:lnTo>
                  <a:lnTo>
                    <a:pt x="146" y="605"/>
                  </a:lnTo>
                  <a:close/>
                </a:path>
              </a:pathLst>
            </a:custGeom>
            <a:solidFill>
              <a:srgbClr val="FF17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14"/>
            <p:cNvSpPr>
              <a:spLocks/>
            </p:cNvSpPr>
            <p:nvPr/>
          </p:nvSpPr>
          <p:spPr bwMode="auto">
            <a:xfrm>
              <a:off x="3146425" y="1150938"/>
              <a:ext cx="1531938" cy="1573213"/>
            </a:xfrm>
            <a:custGeom>
              <a:avLst/>
              <a:gdLst>
                <a:gd name="T0" fmla="*/ 0 w 965"/>
                <a:gd name="T1" fmla="*/ 428 h 991"/>
                <a:gd name="T2" fmla="*/ 454 w 965"/>
                <a:gd name="T3" fmla="*/ 0 h 991"/>
                <a:gd name="T4" fmla="*/ 965 w 965"/>
                <a:gd name="T5" fmla="*/ 991 h 991"/>
                <a:gd name="T6" fmla="*/ 0 w 965"/>
                <a:gd name="T7" fmla="*/ 428 h 991"/>
              </a:gdLst>
              <a:ahLst/>
              <a:cxnLst>
                <a:cxn ang="0">
                  <a:pos x="T0" y="T1"/>
                </a:cxn>
                <a:cxn ang="0">
                  <a:pos x="T2" y="T3"/>
                </a:cxn>
                <a:cxn ang="0">
                  <a:pos x="T4" y="T5"/>
                </a:cxn>
                <a:cxn ang="0">
                  <a:pos x="T6" y="T7"/>
                </a:cxn>
              </a:cxnLst>
              <a:rect l="0" t="0" r="r" b="b"/>
              <a:pathLst>
                <a:path w="965" h="991">
                  <a:moveTo>
                    <a:pt x="0" y="428"/>
                  </a:moveTo>
                  <a:lnTo>
                    <a:pt x="454" y="0"/>
                  </a:lnTo>
                  <a:lnTo>
                    <a:pt x="965" y="991"/>
                  </a:lnTo>
                  <a:lnTo>
                    <a:pt x="0" y="428"/>
                  </a:lnTo>
                  <a:close/>
                </a:path>
              </a:pathLst>
            </a:custGeom>
            <a:solidFill>
              <a:srgbClr val="AB47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15"/>
            <p:cNvSpPr>
              <a:spLocks/>
            </p:cNvSpPr>
            <p:nvPr/>
          </p:nvSpPr>
          <p:spPr bwMode="auto">
            <a:xfrm>
              <a:off x="4743450" y="1962151"/>
              <a:ext cx="955675" cy="1770063"/>
            </a:xfrm>
            <a:custGeom>
              <a:avLst/>
              <a:gdLst>
                <a:gd name="T0" fmla="*/ 3 w 602"/>
                <a:gd name="T1" fmla="*/ 0 h 1115"/>
                <a:gd name="T2" fmla="*/ 602 w 602"/>
                <a:gd name="T3" fmla="*/ 176 h 1115"/>
                <a:gd name="T4" fmla="*/ 0 w 602"/>
                <a:gd name="T5" fmla="*/ 1115 h 1115"/>
                <a:gd name="T6" fmla="*/ 3 w 602"/>
                <a:gd name="T7" fmla="*/ 0 h 1115"/>
              </a:gdLst>
              <a:ahLst/>
              <a:cxnLst>
                <a:cxn ang="0">
                  <a:pos x="T0" y="T1"/>
                </a:cxn>
                <a:cxn ang="0">
                  <a:pos x="T2" y="T3"/>
                </a:cxn>
                <a:cxn ang="0">
                  <a:pos x="T4" y="T5"/>
                </a:cxn>
                <a:cxn ang="0">
                  <a:pos x="T6" y="T7"/>
                </a:cxn>
              </a:cxnLst>
              <a:rect l="0" t="0" r="r" b="b"/>
              <a:pathLst>
                <a:path w="602" h="1115">
                  <a:moveTo>
                    <a:pt x="3" y="0"/>
                  </a:moveTo>
                  <a:lnTo>
                    <a:pt x="602" y="176"/>
                  </a:lnTo>
                  <a:lnTo>
                    <a:pt x="0" y="1115"/>
                  </a:lnTo>
                  <a:lnTo>
                    <a:pt x="3" y="0"/>
                  </a:lnTo>
                  <a:close/>
                </a:path>
              </a:pathLst>
            </a:custGeom>
            <a:solidFill>
              <a:srgbClr val="26A6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16"/>
            <p:cNvSpPr>
              <a:spLocks/>
            </p:cNvSpPr>
            <p:nvPr/>
          </p:nvSpPr>
          <p:spPr bwMode="auto">
            <a:xfrm>
              <a:off x="3902075" y="3413126"/>
              <a:ext cx="1770063" cy="960438"/>
            </a:xfrm>
            <a:custGeom>
              <a:avLst/>
              <a:gdLst>
                <a:gd name="T0" fmla="*/ 970 w 1115"/>
                <a:gd name="T1" fmla="*/ 0 h 605"/>
                <a:gd name="T2" fmla="*/ 1115 w 1115"/>
                <a:gd name="T3" fmla="*/ 605 h 605"/>
                <a:gd name="T4" fmla="*/ 0 w 1115"/>
                <a:gd name="T5" fmla="*/ 553 h 605"/>
                <a:gd name="T6" fmla="*/ 970 w 1115"/>
                <a:gd name="T7" fmla="*/ 0 h 605"/>
              </a:gdLst>
              <a:ahLst/>
              <a:cxnLst>
                <a:cxn ang="0">
                  <a:pos x="T0" y="T1"/>
                </a:cxn>
                <a:cxn ang="0">
                  <a:pos x="T2" y="T3"/>
                </a:cxn>
                <a:cxn ang="0">
                  <a:pos x="T4" y="T5"/>
                </a:cxn>
                <a:cxn ang="0">
                  <a:pos x="T6" y="T7"/>
                </a:cxn>
              </a:cxnLst>
              <a:rect l="0" t="0" r="r" b="b"/>
              <a:pathLst>
                <a:path w="1115" h="605">
                  <a:moveTo>
                    <a:pt x="970" y="0"/>
                  </a:moveTo>
                  <a:lnTo>
                    <a:pt x="1115" y="605"/>
                  </a:lnTo>
                  <a:lnTo>
                    <a:pt x="0" y="553"/>
                  </a:lnTo>
                  <a:lnTo>
                    <a:pt x="970" y="0"/>
                  </a:lnTo>
                  <a:close/>
                </a:path>
              </a:pathLst>
            </a:custGeom>
            <a:solidFill>
              <a:srgbClr val="0288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39" name="矩形 39"/>
          <p:cNvSpPr/>
          <p:nvPr/>
        </p:nvSpPr>
        <p:spPr>
          <a:xfrm>
            <a:off x="0" y="203088"/>
            <a:ext cx="2492990" cy="523220"/>
          </a:xfrm>
          <a:prstGeom prst="rect">
            <a:avLst/>
          </a:prstGeom>
          <a:noFill/>
        </p:spPr>
        <p:txBody>
          <a:bodyPr wrap="none" rtlCol="0">
            <a:spAutoFit/>
          </a:bodyPr>
          <a:lstStyle/>
          <a:p>
            <a:r>
              <a:rPr lang="zh-CN" altLang="en-US" sz="2800" b="1" dirty="0">
                <a:solidFill>
                  <a:schemeClr val="tx1">
                    <a:lumMod val="65000"/>
                    <a:lumOff val="35000"/>
                  </a:schemeClr>
                </a:solidFill>
              </a:rPr>
              <a:t>六项循环</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并列</a:t>
            </a:r>
            <a:endParaRPr lang="zh-CN" altLang="zh-CN" sz="2800" b="1" dirty="0">
              <a:solidFill>
                <a:schemeClr val="tx1">
                  <a:lumMod val="65000"/>
                  <a:lumOff val="35000"/>
                </a:schemeClr>
              </a:solidFill>
            </a:endParaRPr>
          </a:p>
        </p:txBody>
      </p:sp>
      <p:sp>
        <p:nvSpPr>
          <p:cNvPr id="41" name="Freeform 9"/>
          <p:cNvSpPr>
            <a:spLocks noEditPoints="1"/>
          </p:cNvSpPr>
          <p:nvPr/>
        </p:nvSpPr>
        <p:spPr bwMode="auto">
          <a:xfrm>
            <a:off x="2987370" y="3857342"/>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4BB56D"/>
          </a:solidFill>
          <a:ln>
            <a:noFill/>
          </a:ln>
        </p:spPr>
        <p:txBody>
          <a:bodyPr vert="horz" wrap="square" lIns="91440" tIns="45720" rIns="91440" bIns="45720" numCol="1" anchor="t" anchorCtr="0" compatLnSpc="1">
            <a:prstTxWarp prst="textNoShape">
              <a:avLst/>
            </a:prstTxWarp>
          </a:bodyPr>
          <a:lstStyle/>
          <a:p>
            <a:endParaRPr lang="zh-CN" altLang="en-US">
              <a:solidFill>
                <a:srgbClr val="D81B60"/>
              </a:solidFill>
            </a:endParaRPr>
          </a:p>
        </p:txBody>
      </p:sp>
      <p:sp>
        <p:nvSpPr>
          <p:cNvPr id="42" name="Freeform 10"/>
          <p:cNvSpPr>
            <a:spLocks noEditPoints="1"/>
          </p:cNvSpPr>
          <p:nvPr/>
        </p:nvSpPr>
        <p:spPr bwMode="auto">
          <a:xfrm>
            <a:off x="2987370" y="4909991"/>
            <a:ext cx="295275" cy="293688"/>
          </a:xfrm>
          <a:custGeom>
            <a:avLst/>
            <a:gdLst>
              <a:gd name="T0" fmla="*/ 74 w 147"/>
              <a:gd name="T1" fmla="*/ 146 h 146"/>
              <a:gd name="T2" fmla="*/ 0 w 147"/>
              <a:gd name="T3" fmla="*/ 73 h 146"/>
              <a:gd name="T4" fmla="*/ 74 w 147"/>
              <a:gd name="T5" fmla="*/ 0 h 146"/>
              <a:gd name="T6" fmla="*/ 147 w 147"/>
              <a:gd name="T7" fmla="*/ 73 h 146"/>
              <a:gd name="T8" fmla="*/ 74 w 147"/>
              <a:gd name="T9" fmla="*/ 146 h 146"/>
              <a:gd name="T10" fmla="*/ 74 w 147"/>
              <a:gd name="T11" fmla="*/ 16 h 146"/>
              <a:gd name="T12" fmla="*/ 16 w 147"/>
              <a:gd name="T13" fmla="*/ 73 h 146"/>
              <a:gd name="T14" fmla="*/ 74 w 147"/>
              <a:gd name="T15" fmla="*/ 130 h 146"/>
              <a:gd name="T16" fmla="*/ 131 w 147"/>
              <a:gd name="T17" fmla="*/ 73 h 146"/>
              <a:gd name="T18" fmla="*/ 74 w 147"/>
              <a:gd name="T19" fmla="*/ 1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6">
                <a:moveTo>
                  <a:pt x="74" y="146"/>
                </a:moveTo>
                <a:cubicBezTo>
                  <a:pt x="33" y="146"/>
                  <a:pt x="0" y="114"/>
                  <a:pt x="0" y="73"/>
                </a:cubicBezTo>
                <a:cubicBezTo>
                  <a:pt x="0" y="33"/>
                  <a:pt x="33" y="0"/>
                  <a:pt x="74" y="0"/>
                </a:cubicBezTo>
                <a:cubicBezTo>
                  <a:pt x="114" y="0"/>
                  <a:pt x="147" y="33"/>
                  <a:pt x="147" y="73"/>
                </a:cubicBezTo>
                <a:cubicBezTo>
                  <a:pt x="147" y="114"/>
                  <a:pt x="114" y="146"/>
                  <a:pt x="74" y="146"/>
                </a:cubicBezTo>
                <a:close/>
                <a:moveTo>
                  <a:pt x="74" y="16"/>
                </a:moveTo>
                <a:cubicBezTo>
                  <a:pt x="42" y="16"/>
                  <a:pt x="16" y="41"/>
                  <a:pt x="16" y="73"/>
                </a:cubicBezTo>
                <a:cubicBezTo>
                  <a:pt x="16" y="105"/>
                  <a:pt x="42" y="130"/>
                  <a:pt x="74" y="130"/>
                </a:cubicBezTo>
                <a:cubicBezTo>
                  <a:pt x="106" y="130"/>
                  <a:pt x="131" y="105"/>
                  <a:pt x="131" y="73"/>
                </a:cubicBezTo>
                <a:cubicBezTo>
                  <a:pt x="131" y="41"/>
                  <a:pt x="106" y="16"/>
                  <a:pt x="74" y="16"/>
                </a:cubicBezTo>
                <a:close/>
              </a:path>
            </a:pathLst>
          </a:custGeom>
          <a:solidFill>
            <a:srgbClr val="F9A825"/>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3" name="文本框 42"/>
          <p:cNvSpPr txBox="1"/>
          <p:nvPr/>
        </p:nvSpPr>
        <p:spPr>
          <a:xfrm>
            <a:off x="179065" y="3737119"/>
            <a:ext cx="2856518" cy="830997"/>
          </a:xfrm>
          <a:prstGeom prst="rect">
            <a:avLst/>
          </a:prstGeom>
          <a:noFill/>
        </p:spPr>
        <p:txBody>
          <a:bodyPr wrap="square" rtlCol="0">
            <a:spAutoFit/>
          </a:bodyPr>
          <a:lstStyle/>
          <a:p>
            <a:pPr algn="r">
              <a:lnSpc>
                <a:spcPct val="120000"/>
              </a:lnSpc>
            </a:pPr>
            <a:r>
              <a:rPr lang="zh-CN" altLang="en-US" sz="2400" b="1" dirty="0">
                <a:solidFill>
                  <a:srgbClr val="D81B60"/>
                </a:solidFill>
              </a:rPr>
              <a:t>添加标题</a:t>
            </a:r>
            <a:endParaRPr lang="en-US" altLang="zh-CN" sz="2400" b="1" dirty="0">
              <a:solidFill>
                <a:srgbClr val="D81B60"/>
              </a:solidFill>
            </a:endParaRPr>
          </a:p>
          <a:p>
            <a:pPr algn="r">
              <a:lnSpc>
                <a:spcPct val="120000"/>
              </a:lnSpc>
            </a:pPr>
            <a:r>
              <a:rPr lang="zh-CN" altLang="en-US" sz="1600" dirty="0">
                <a:solidFill>
                  <a:schemeClr val="tx1">
                    <a:lumMod val="65000"/>
                    <a:lumOff val="35000"/>
                  </a:schemeClr>
                </a:solidFill>
              </a:rPr>
              <a:t>添加内容添加内容</a:t>
            </a:r>
          </a:p>
        </p:txBody>
      </p:sp>
      <p:sp>
        <p:nvSpPr>
          <p:cNvPr id="44" name="文本框 43"/>
          <p:cNvSpPr txBox="1"/>
          <p:nvPr/>
        </p:nvSpPr>
        <p:spPr>
          <a:xfrm>
            <a:off x="179065" y="4776339"/>
            <a:ext cx="2856518" cy="830997"/>
          </a:xfrm>
          <a:prstGeom prst="rect">
            <a:avLst/>
          </a:prstGeom>
          <a:noFill/>
        </p:spPr>
        <p:txBody>
          <a:bodyPr wrap="square" rtlCol="0">
            <a:spAutoFit/>
          </a:bodyPr>
          <a:lstStyle/>
          <a:p>
            <a:pPr algn="r">
              <a:lnSpc>
                <a:spcPct val="120000"/>
              </a:lnSpc>
            </a:pPr>
            <a:r>
              <a:rPr lang="zh-CN" altLang="en-US" sz="2400" b="1" dirty="0">
                <a:solidFill>
                  <a:srgbClr val="F9A825"/>
                </a:solidFill>
              </a:rPr>
              <a:t>添加标题</a:t>
            </a:r>
            <a:endParaRPr lang="en-US" altLang="zh-CN" sz="2400" b="1" dirty="0">
              <a:solidFill>
                <a:srgbClr val="F9A825"/>
              </a:solidFill>
            </a:endParaRPr>
          </a:p>
          <a:p>
            <a:pPr algn="r">
              <a:lnSpc>
                <a:spcPct val="120000"/>
              </a:lnSpc>
            </a:pPr>
            <a:r>
              <a:rPr lang="zh-CN" altLang="en-US" sz="1600" dirty="0">
                <a:solidFill>
                  <a:schemeClr val="tx1">
                    <a:lumMod val="65000"/>
                    <a:lumOff val="35000"/>
                  </a:schemeClr>
                </a:solidFill>
              </a:rPr>
              <a:t>添加内容添加内容</a:t>
            </a:r>
          </a:p>
        </p:txBody>
      </p:sp>
      <p:sp>
        <p:nvSpPr>
          <p:cNvPr id="47" name="Freeform 9"/>
          <p:cNvSpPr>
            <a:spLocks noEditPoints="1"/>
          </p:cNvSpPr>
          <p:nvPr/>
        </p:nvSpPr>
        <p:spPr bwMode="auto">
          <a:xfrm>
            <a:off x="2987370" y="2775918"/>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FF174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8" name="文本框 47"/>
          <p:cNvSpPr txBox="1"/>
          <p:nvPr/>
        </p:nvSpPr>
        <p:spPr>
          <a:xfrm>
            <a:off x="179065" y="2655695"/>
            <a:ext cx="2856518" cy="830997"/>
          </a:xfrm>
          <a:prstGeom prst="rect">
            <a:avLst/>
          </a:prstGeom>
          <a:noFill/>
        </p:spPr>
        <p:txBody>
          <a:bodyPr wrap="square" rtlCol="0">
            <a:spAutoFit/>
          </a:bodyPr>
          <a:lstStyle/>
          <a:p>
            <a:pPr algn="r">
              <a:lnSpc>
                <a:spcPct val="120000"/>
              </a:lnSpc>
            </a:pPr>
            <a:r>
              <a:rPr lang="zh-CN" altLang="en-US" sz="2400" b="1" dirty="0">
                <a:solidFill>
                  <a:srgbClr val="FF1744"/>
                </a:solidFill>
              </a:rPr>
              <a:t>添加标题</a:t>
            </a:r>
            <a:endParaRPr lang="en-US" altLang="zh-CN" sz="2400" b="1" dirty="0">
              <a:solidFill>
                <a:srgbClr val="FF1744"/>
              </a:solidFill>
            </a:endParaRPr>
          </a:p>
          <a:p>
            <a:pPr algn="r">
              <a:lnSpc>
                <a:spcPct val="120000"/>
              </a:lnSpc>
            </a:pPr>
            <a:r>
              <a:rPr lang="zh-CN" altLang="en-US" sz="1600" dirty="0">
                <a:solidFill>
                  <a:schemeClr val="tx1">
                    <a:lumMod val="65000"/>
                    <a:lumOff val="35000"/>
                  </a:schemeClr>
                </a:solidFill>
              </a:rPr>
              <a:t>添加内容添加内容</a:t>
            </a:r>
          </a:p>
        </p:txBody>
      </p:sp>
      <p:sp>
        <p:nvSpPr>
          <p:cNvPr id="53" name="文本框 52"/>
          <p:cNvSpPr txBox="1"/>
          <p:nvPr/>
        </p:nvSpPr>
        <p:spPr>
          <a:xfrm>
            <a:off x="9156385" y="4776339"/>
            <a:ext cx="2856518" cy="830997"/>
          </a:xfrm>
          <a:prstGeom prst="rect">
            <a:avLst/>
          </a:prstGeom>
          <a:noFill/>
        </p:spPr>
        <p:txBody>
          <a:bodyPr wrap="square" rtlCol="0">
            <a:spAutoFit/>
          </a:bodyPr>
          <a:lstStyle/>
          <a:p>
            <a:pPr>
              <a:lnSpc>
                <a:spcPct val="120000"/>
              </a:lnSpc>
            </a:pPr>
            <a:r>
              <a:rPr lang="zh-CN" altLang="en-US" sz="2400" b="1" dirty="0">
                <a:solidFill>
                  <a:srgbClr val="0288D1"/>
                </a:solidFill>
              </a:rPr>
              <a:t>添加标题</a:t>
            </a:r>
            <a:endParaRPr lang="en-US" altLang="zh-CN" sz="2400" b="1" dirty="0">
              <a:solidFill>
                <a:srgbClr val="0288D1"/>
              </a:solidFill>
            </a:endParaRPr>
          </a:p>
          <a:p>
            <a:pPr>
              <a:lnSpc>
                <a:spcPct val="120000"/>
              </a:lnSpc>
            </a:pPr>
            <a:r>
              <a:rPr lang="zh-CN" altLang="en-US" sz="1600" dirty="0">
                <a:solidFill>
                  <a:schemeClr val="tx1">
                    <a:lumMod val="65000"/>
                    <a:lumOff val="35000"/>
                  </a:schemeClr>
                </a:solidFill>
              </a:rPr>
              <a:t>添加内容添加内容</a:t>
            </a:r>
          </a:p>
        </p:txBody>
      </p:sp>
      <p:sp>
        <p:nvSpPr>
          <p:cNvPr id="54" name="文本框 53"/>
          <p:cNvSpPr txBox="1"/>
          <p:nvPr/>
        </p:nvSpPr>
        <p:spPr>
          <a:xfrm>
            <a:off x="9156385" y="3737119"/>
            <a:ext cx="2856518" cy="830997"/>
          </a:xfrm>
          <a:prstGeom prst="rect">
            <a:avLst/>
          </a:prstGeom>
          <a:noFill/>
        </p:spPr>
        <p:txBody>
          <a:bodyPr wrap="square" rtlCol="0">
            <a:spAutoFit/>
          </a:bodyPr>
          <a:lstStyle/>
          <a:p>
            <a:pPr>
              <a:lnSpc>
                <a:spcPct val="120000"/>
              </a:lnSpc>
            </a:pPr>
            <a:r>
              <a:rPr lang="zh-CN" altLang="en-US" sz="2400" b="1" dirty="0">
                <a:solidFill>
                  <a:srgbClr val="26A69A"/>
                </a:solidFill>
              </a:rPr>
              <a:t>添加标题</a:t>
            </a:r>
            <a:endParaRPr lang="en-US" altLang="zh-CN" sz="2400" b="1" dirty="0">
              <a:solidFill>
                <a:srgbClr val="26A69A"/>
              </a:solidFill>
            </a:endParaRPr>
          </a:p>
          <a:p>
            <a:pPr>
              <a:lnSpc>
                <a:spcPct val="120000"/>
              </a:lnSpc>
            </a:pPr>
            <a:r>
              <a:rPr lang="zh-CN" altLang="en-US" sz="1600" dirty="0">
                <a:solidFill>
                  <a:schemeClr val="tx1">
                    <a:lumMod val="65000"/>
                    <a:lumOff val="35000"/>
                  </a:schemeClr>
                </a:solidFill>
              </a:rPr>
              <a:t>添加内容添加内容</a:t>
            </a:r>
          </a:p>
        </p:txBody>
      </p:sp>
      <p:sp>
        <p:nvSpPr>
          <p:cNvPr id="55" name="Freeform 9"/>
          <p:cNvSpPr>
            <a:spLocks noEditPoints="1"/>
          </p:cNvSpPr>
          <p:nvPr/>
        </p:nvSpPr>
        <p:spPr bwMode="auto">
          <a:xfrm>
            <a:off x="8895751" y="3857342"/>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26A69A"/>
          </a:solidFill>
          <a:ln>
            <a:noFill/>
          </a:ln>
        </p:spPr>
        <p:txBody>
          <a:bodyPr vert="horz" wrap="square" lIns="91440" tIns="45720" rIns="91440" bIns="45720" numCol="1" anchor="t" anchorCtr="0" compatLnSpc="1">
            <a:prstTxWarp prst="textNoShape">
              <a:avLst/>
            </a:prstTxWarp>
          </a:bodyPr>
          <a:lstStyle/>
          <a:p>
            <a:endParaRPr lang="zh-CN" altLang="en-US">
              <a:solidFill>
                <a:srgbClr val="B32887"/>
              </a:solidFill>
            </a:endParaRPr>
          </a:p>
        </p:txBody>
      </p:sp>
      <p:sp>
        <p:nvSpPr>
          <p:cNvPr id="56" name="Freeform 10"/>
          <p:cNvSpPr>
            <a:spLocks noEditPoints="1"/>
          </p:cNvSpPr>
          <p:nvPr/>
        </p:nvSpPr>
        <p:spPr bwMode="auto">
          <a:xfrm>
            <a:off x="8895751" y="4909991"/>
            <a:ext cx="295275" cy="293688"/>
          </a:xfrm>
          <a:custGeom>
            <a:avLst/>
            <a:gdLst>
              <a:gd name="T0" fmla="*/ 74 w 147"/>
              <a:gd name="T1" fmla="*/ 146 h 146"/>
              <a:gd name="T2" fmla="*/ 0 w 147"/>
              <a:gd name="T3" fmla="*/ 73 h 146"/>
              <a:gd name="T4" fmla="*/ 74 w 147"/>
              <a:gd name="T5" fmla="*/ 0 h 146"/>
              <a:gd name="T6" fmla="*/ 147 w 147"/>
              <a:gd name="T7" fmla="*/ 73 h 146"/>
              <a:gd name="T8" fmla="*/ 74 w 147"/>
              <a:gd name="T9" fmla="*/ 146 h 146"/>
              <a:gd name="T10" fmla="*/ 74 w 147"/>
              <a:gd name="T11" fmla="*/ 16 h 146"/>
              <a:gd name="T12" fmla="*/ 16 w 147"/>
              <a:gd name="T13" fmla="*/ 73 h 146"/>
              <a:gd name="T14" fmla="*/ 74 w 147"/>
              <a:gd name="T15" fmla="*/ 130 h 146"/>
              <a:gd name="T16" fmla="*/ 131 w 147"/>
              <a:gd name="T17" fmla="*/ 73 h 146"/>
              <a:gd name="T18" fmla="*/ 74 w 147"/>
              <a:gd name="T19" fmla="*/ 1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6">
                <a:moveTo>
                  <a:pt x="74" y="146"/>
                </a:moveTo>
                <a:cubicBezTo>
                  <a:pt x="33" y="146"/>
                  <a:pt x="0" y="114"/>
                  <a:pt x="0" y="73"/>
                </a:cubicBezTo>
                <a:cubicBezTo>
                  <a:pt x="0" y="33"/>
                  <a:pt x="33" y="0"/>
                  <a:pt x="74" y="0"/>
                </a:cubicBezTo>
                <a:cubicBezTo>
                  <a:pt x="114" y="0"/>
                  <a:pt x="147" y="33"/>
                  <a:pt x="147" y="73"/>
                </a:cubicBezTo>
                <a:cubicBezTo>
                  <a:pt x="147" y="114"/>
                  <a:pt x="114" y="146"/>
                  <a:pt x="74" y="146"/>
                </a:cubicBezTo>
                <a:close/>
                <a:moveTo>
                  <a:pt x="74" y="16"/>
                </a:moveTo>
                <a:cubicBezTo>
                  <a:pt x="42" y="16"/>
                  <a:pt x="16" y="41"/>
                  <a:pt x="16" y="73"/>
                </a:cubicBezTo>
                <a:cubicBezTo>
                  <a:pt x="16" y="105"/>
                  <a:pt x="42" y="130"/>
                  <a:pt x="74" y="130"/>
                </a:cubicBezTo>
                <a:cubicBezTo>
                  <a:pt x="106" y="130"/>
                  <a:pt x="131" y="105"/>
                  <a:pt x="131" y="73"/>
                </a:cubicBezTo>
                <a:cubicBezTo>
                  <a:pt x="131" y="41"/>
                  <a:pt x="106" y="16"/>
                  <a:pt x="74" y="16"/>
                </a:cubicBezTo>
                <a:close/>
              </a:path>
            </a:pathLst>
          </a:custGeom>
          <a:solidFill>
            <a:srgbClr val="0288D1"/>
          </a:solidFill>
          <a:ln>
            <a:noFill/>
          </a:ln>
        </p:spPr>
        <p:txBody>
          <a:bodyPr vert="horz" wrap="square" lIns="91440" tIns="45720" rIns="91440" bIns="45720" numCol="1" anchor="t" anchorCtr="0" compatLnSpc="1">
            <a:prstTxWarp prst="textNoShape">
              <a:avLst/>
            </a:prstTxWarp>
          </a:bodyPr>
          <a:lstStyle/>
          <a:p>
            <a:endParaRPr lang="zh-CN" altLang="en-US">
              <a:solidFill>
                <a:srgbClr val="564E9C"/>
              </a:solidFill>
            </a:endParaRPr>
          </a:p>
        </p:txBody>
      </p:sp>
      <p:sp>
        <p:nvSpPr>
          <p:cNvPr id="57" name="文本框 56"/>
          <p:cNvSpPr txBox="1"/>
          <p:nvPr/>
        </p:nvSpPr>
        <p:spPr>
          <a:xfrm>
            <a:off x="9156385" y="2655695"/>
            <a:ext cx="2856518" cy="830997"/>
          </a:xfrm>
          <a:prstGeom prst="rect">
            <a:avLst/>
          </a:prstGeom>
          <a:noFill/>
        </p:spPr>
        <p:txBody>
          <a:bodyPr wrap="square" rtlCol="0">
            <a:spAutoFit/>
          </a:bodyPr>
          <a:lstStyle/>
          <a:p>
            <a:pPr>
              <a:lnSpc>
                <a:spcPct val="120000"/>
              </a:lnSpc>
            </a:pPr>
            <a:r>
              <a:rPr lang="zh-CN" altLang="en-US" sz="2400" b="1" dirty="0">
                <a:solidFill>
                  <a:srgbClr val="8F58A0"/>
                </a:solidFill>
              </a:rPr>
              <a:t>添加标题</a:t>
            </a:r>
            <a:endParaRPr lang="en-US" altLang="zh-CN" sz="2400" b="1" dirty="0">
              <a:solidFill>
                <a:srgbClr val="8F58A0"/>
              </a:solidFill>
            </a:endParaRPr>
          </a:p>
          <a:p>
            <a:pPr>
              <a:lnSpc>
                <a:spcPct val="120000"/>
              </a:lnSpc>
            </a:pPr>
            <a:r>
              <a:rPr lang="zh-CN" altLang="en-US" sz="1600" dirty="0">
                <a:solidFill>
                  <a:schemeClr val="tx1">
                    <a:lumMod val="65000"/>
                    <a:lumOff val="35000"/>
                  </a:schemeClr>
                </a:solidFill>
              </a:rPr>
              <a:t>添加内容添加内容</a:t>
            </a:r>
          </a:p>
        </p:txBody>
      </p:sp>
      <p:sp>
        <p:nvSpPr>
          <p:cNvPr id="58" name="Freeform 9"/>
          <p:cNvSpPr>
            <a:spLocks noEditPoints="1"/>
          </p:cNvSpPr>
          <p:nvPr/>
        </p:nvSpPr>
        <p:spPr bwMode="auto">
          <a:xfrm>
            <a:off x="8895751" y="2775918"/>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8F58A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9" name="文本框 58"/>
          <p:cNvSpPr txBox="1"/>
          <p:nvPr/>
        </p:nvSpPr>
        <p:spPr>
          <a:xfrm>
            <a:off x="4139317" y="1058393"/>
            <a:ext cx="3913366"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60" name="Rectangle 58"/>
          <p:cNvSpPr/>
          <p:nvPr/>
        </p:nvSpPr>
        <p:spPr>
          <a:xfrm>
            <a:off x="3614043" y="1478661"/>
            <a:ext cx="4963915"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单击此处添加副标题</a:t>
            </a:r>
          </a:p>
        </p:txBody>
      </p:sp>
      <p:sp>
        <p:nvSpPr>
          <p:cNvPr id="61" name="Freeform 17"/>
          <p:cNvSpPr>
            <a:spLocks/>
          </p:cNvSpPr>
          <p:nvPr/>
        </p:nvSpPr>
        <p:spPr bwMode="auto">
          <a:xfrm>
            <a:off x="5366902" y="3142961"/>
            <a:ext cx="1461038" cy="1667119"/>
          </a:xfrm>
          <a:custGeom>
            <a:avLst/>
            <a:gdLst>
              <a:gd name="T0" fmla="*/ 525 w 1028"/>
              <a:gd name="T1" fmla="*/ 0 h 1173"/>
              <a:gd name="T2" fmla="*/ 951 w 1028"/>
              <a:gd name="T3" fmla="*/ 332 h 1173"/>
              <a:gd name="T4" fmla="*/ 1028 w 1028"/>
              <a:gd name="T5" fmla="*/ 302 h 1173"/>
              <a:gd name="T6" fmla="*/ 951 w 1028"/>
              <a:gd name="T7" fmla="*/ 838 h 1173"/>
              <a:gd name="T8" fmla="*/ 1015 w 1028"/>
              <a:gd name="T9" fmla="*/ 890 h 1173"/>
              <a:gd name="T10" fmla="*/ 514 w 1028"/>
              <a:gd name="T11" fmla="*/ 1090 h 1173"/>
              <a:gd name="T12" fmla="*/ 501 w 1028"/>
              <a:gd name="T13" fmla="*/ 1173 h 1173"/>
              <a:gd name="T14" fmla="*/ 77 w 1028"/>
              <a:gd name="T15" fmla="*/ 838 h 1173"/>
              <a:gd name="T16" fmla="*/ 0 w 1028"/>
              <a:gd name="T17" fmla="*/ 868 h 1173"/>
              <a:gd name="T18" fmla="*/ 77 w 1028"/>
              <a:gd name="T19" fmla="*/ 335 h 1173"/>
              <a:gd name="T20" fmla="*/ 11 w 1028"/>
              <a:gd name="T21" fmla="*/ 283 h 1173"/>
              <a:gd name="T22" fmla="*/ 514 w 1028"/>
              <a:gd name="T23" fmla="*/ 82 h 1173"/>
              <a:gd name="T24" fmla="*/ 525 w 1028"/>
              <a:gd name="T25" fmla="*/ 0 h 1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28" h="1173">
                <a:moveTo>
                  <a:pt x="525" y="0"/>
                </a:moveTo>
                <a:lnTo>
                  <a:pt x="951" y="332"/>
                </a:lnTo>
                <a:lnTo>
                  <a:pt x="1028" y="302"/>
                </a:lnTo>
                <a:lnTo>
                  <a:pt x="951" y="838"/>
                </a:lnTo>
                <a:lnTo>
                  <a:pt x="1015" y="890"/>
                </a:lnTo>
                <a:lnTo>
                  <a:pt x="514" y="1090"/>
                </a:lnTo>
                <a:lnTo>
                  <a:pt x="501" y="1173"/>
                </a:lnTo>
                <a:lnTo>
                  <a:pt x="77" y="838"/>
                </a:lnTo>
                <a:lnTo>
                  <a:pt x="0" y="868"/>
                </a:lnTo>
                <a:lnTo>
                  <a:pt x="77" y="335"/>
                </a:lnTo>
                <a:lnTo>
                  <a:pt x="11" y="283"/>
                </a:lnTo>
                <a:lnTo>
                  <a:pt x="514" y="82"/>
                </a:lnTo>
                <a:lnTo>
                  <a:pt x="525" y="0"/>
                </a:ln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文本框 61"/>
          <p:cNvSpPr txBox="1"/>
          <p:nvPr/>
        </p:nvSpPr>
        <p:spPr>
          <a:xfrm>
            <a:off x="5202156" y="3526656"/>
            <a:ext cx="1836000" cy="830997"/>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ctr">
              <a:lnSpc>
                <a:spcPct val="120000"/>
              </a:lnSpc>
            </a:pPr>
            <a:r>
              <a:rPr lang="zh-CN" altLang="en-US" sz="1600" dirty="0">
                <a:solidFill>
                  <a:schemeClr val="tx1">
                    <a:lumMod val="65000"/>
                    <a:lumOff val="35000"/>
                  </a:schemeClr>
                </a:solidFill>
              </a:rPr>
              <a:t>添加内容</a:t>
            </a:r>
          </a:p>
        </p:txBody>
      </p:sp>
      <p:sp>
        <p:nvSpPr>
          <p:cNvPr id="63" name="Freeform 63"/>
          <p:cNvSpPr>
            <a:spLocks noChangeAspect="1" noEditPoints="1"/>
          </p:cNvSpPr>
          <p:nvPr/>
        </p:nvSpPr>
        <p:spPr bwMode="auto">
          <a:xfrm>
            <a:off x="4776769" y="4466737"/>
            <a:ext cx="358788" cy="407519"/>
          </a:xfrm>
          <a:custGeom>
            <a:avLst/>
            <a:gdLst>
              <a:gd name="T0" fmla="*/ 319 w 352"/>
              <a:gd name="T1" fmla="*/ 209 h 400"/>
              <a:gd name="T2" fmla="*/ 238 w 352"/>
              <a:gd name="T3" fmla="*/ 134 h 400"/>
              <a:gd name="T4" fmla="*/ 251 w 352"/>
              <a:gd name="T5" fmla="*/ 134 h 400"/>
              <a:gd name="T6" fmla="*/ 313 w 352"/>
              <a:gd name="T7" fmla="*/ 114 h 400"/>
              <a:gd name="T8" fmla="*/ 283 w 352"/>
              <a:gd name="T9" fmla="*/ 96 h 400"/>
              <a:gd name="T10" fmla="*/ 292 w 352"/>
              <a:gd name="T11" fmla="*/ 82 h 400"/>
              <a:gd name="T12" fmla="*/ 289 w 352"/>
              <a:gd name="T13" fmla="*/ 75 h 400"/>
              <a:gd name="T14" fmla="*/ 237 w 352"/>
              <a:gd name="T15" fmla="*/ 97 h 400"/>
              <a:gd name="T16" fmla="*/ 231 w 352"/>
              <a:gd name="T17" fmla="*/ 16 h 400"/>
              <a:gd name="T18" fmla="*/ 142 w 352"/>
              <a:gd name="T19" fmla="*/ 17 h 400"/>
              <a:gd name="T20" fmla="*/ 136 w 352"/>
              <a:gd name="T21" fmla="*/ 108 h 400"/>
              <a:gd name="T22" fmla="*/ 121 w 352"/>
              <a:gd name="T23" fmla="*/ 112 h 400"/>
              <a:gd name="T24" fmla="*/ 111 w 352"/>
              <a:gd name="T25" fmla="*/ 119 h 400"/>
              <a:gd name="T26" fmla="*/ 127 w 352"/>
              <a:gd name="T27" fmla="*/ 130 h 400"/>
              <a:gd name="T28" fmla="*/ 34 w 352"/>
              <a:gd name="T29" fmla="*/ 214 h 400"/>
              <a:gd name="T30" fmla="*/ 149 w 352"/>
              <a:gd name="T31" fmla="*/ 391 h 400"/>
              <a:gd name="T32" fmla="*/ 343 w 352"/>
              <a:gd name="T33" fmla="*/ 268 h 400"/>
              <a:gd name="T34" fmla="*/ 303 w 352"/>
              <a:gd name="T35" fmla="*/ 109 h 400"/>
              <a:gd name="T36" fmla="*/ 251 w 352"/>
              <a:gd name="T37" fmla="*/ 123 h 400"/>
              <a:gd name="T38" fmla="*/ 243 w 352"/>
              <a:gd name="T39" fmla="*/ 122 h 400"/>
              <a:gd name="T40" fmla="*/ 280 w 352"/>
              <a:gd name="T41" fmla="*/ 85 h 400"/>
              <a:gd name="T42" fmla="*/ 239 w 352"/>
              <a:gd name="T43" fmla="*/ 111 h 400"/>
              <a:gd name="T44" fmla="*/ 280 w 352"/>
              <a:gd name="T45" fmla="*/ 85 h 400"/>
              <a:gd name="T46" fmla="*/ 218 w 352"/>
              <a:gd name="T47" fmla="*/ 315 h 400"/>
              <a:gd name="T48" fmla="*/ 183 w 352"/>
              <a:gd name="T49" fmla="*/ 326 h 400"/>
              <a:gd name="T50" fmla="*/ 169 w 352"/>
              <a:gd name="T51" fmla="*/ 344 h 400"/>
              <a:gd name="T52" fmla="*/ 147 w 352"/>
              <a:gd name="T53" fmla="*/ 322 h 400"/>
              <a:gd name="T54" fmla="*/ 122 w 352"/>
              <a:gd name="T55" fmla="*/ 300 h 400"/>
              <a:gd name="T56" fmla="*/ 155 w 352"/>
              <a:gd name="T57" fmla="*/ 280 h 400"/>
              <a:gd name="T58" fmla="*/ 169 w 352"/>
              <a:gd name="T59" fmla="*/ 301 h 400"/>
              <a:gd name="T60" fmla="*/ 142 w 352"/>
              <a:gd name="T61" fmla="*/ 258 h 400"/>
              <a:gd name="T62" fmla="*/ 122 w 352"/>
              <a:gd name="T63" fmla="*/ 225 h 400"/>
              <a:gd name="T64" fmla="*/ 169 w 352"/>
              <a:gd name="T65" fmla="*/ 184 h 400"/>
              <a:gd name="T66" fmla="*/ 183 w 352"/>
              <a:gd name="T67" fmla="*/ 175 h 400"/>
              <a:gd name="T68" fmla="*/ 215 w 352"/>
              <a:gd name="T69" fmla="*/ 194 h 400"/>
              <a:gd name="T70" fmla="*/ 195 w 352"/>
              <a:gd name="T71" fmla="*/ 223 h 400"/>
              <a:gd name="T72" fmla="*/ 183 w 352"/>
              <a:gd name="T73" fmla="*/ 209 h 400"/>
              <a:gd name="T74" fmla="*/ 221 w 352"/>
              <a:gd name="T75" fmla="*/ 252 h 400"/>
              <a:gd name="T76" fmla="*/ 230 w 352"/>
              <a:gd name="T77" fmla="*/ 301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52" h="400">
                <a:moveTo>
                  <a:pt x="343" y="268"/>
                </a:moveTo>
                <a:cubicBezTo>
                  <a:pt x="339" y="245"/>
                  <a:pt x="331" y="231"/>
                  <a:pt x="319" y="209"/>
                </a:cubicBezTo>
                <a:cubicBezTo>
                  <a:pt x="308" y="192"/>
                  <a:pt x="288" y="172"/>
                  <a:pt x="273" y="160"/>
                </a:cubicBezTo>
                <a:cubicBezTo>
                  <a:pt x="262" y="151"/>
                  <a:pt x="249" y="143"/>
                  <a:pt x="238" y="134"/>
                </a:cubicBezTo>
                <a:cubicBezTo>
                  <a:pt x="241" y="134"/>
                  <a:pt x="241" y="134"/>
                  <a:pt x="241" y="134"/>
                </a:cubicBezTo>
                <a:cubicBezTo>
                  <a:pt x="251" y="134"/>
                  <a:pt x="251" y="134"/>
                  <a:pt x="251" y="134"/>
                </a:cubicBezTo>
                <a:cubicBezTo>
                  <a:pt x="258" y="134"/>
                  <a:pt x="266" y="134"/>
                  <a:pt x="274" y="133"/>
                </a:cubicBezTo>
                <a:cubicBezTo>
                  <a:pt x="283" y="132"/>
                  <a:pt x="306" y="128"/>
                  <a:pt x="313" y="114"/>
                </a:cubicBezTo>
                <a:cubicBezTo>
                  <a:pt x="318" y="104"/>
                  <a:pt x="314" y="99"/>
                  <a:pt x="311" y="97"/>
                </a:cubicBezTo>
                <a:cubicBezTo>
                  <a:pt x="306" y="93"/>
                  <a:pt x="295" y="94"/>
                  <a:pt x="283" y="96"/>
                </a:cubicBezTo>
                <a:cubicBezTo>
                  <a:pt x="288" y="92"/>
                  <a:pt x="291" y="88"/>
                  <a:pt x="292" y="84"/>
                </a:cubicBezTo>
                <a:cubicBezTo>
                  <a:pt x="292" y="84"/>
                  <a:pt x="292" y="83"/>
                  <a:pt x="292" y="82"/>
                </a:cubicBezTo>
                <a:cubicBezTo>
                  <a:pt x="292" y="80"/>
                  <a:pt x="292" y="78"/>
                  <a:pt x="290" y="76"/>
                </a:cubicBezTo>
                <a:cubicBezTo>
                  <a:pt x="289" y="75"/>
                  <a:pt x="289" y="75"/>
                  <a:pt x="289" y="75"/>
                </a:cubicBezTo>
                <a:cubicBezTo>
                  <a:pt x="287" y="74"/>
                  <a:pt x="287" y="74"/>
                  <a:pt x="287" y="74"/>
                </a:cubicBezTo>
                <a:cubicBezTo>
                  <a:pt x="272" y="72"/>
                  <a:pt x="251" y="83"/>
                  <a:pt x="237" y="97"/>
                </a:cubicBezTo>
                <a:cubicBezTo>
                  <a:pt x="252" y="77"/>
                  <a:pt x="280" y="51"/>
                  <a:pt x="285" y="30"/>
                </a:cubicBezTo>
                <a:cubicBezTo>
                  <a:pt x="266" y="29"/>
                  <a:pt x="247" y="25"/>
                  <a:pt x="231" y="16"/>
                </a:cubicBezTo>
                <a:cubicBezTo>
                  <a:pt x="216" y="8"/>
                  <a:pt x="209" y="0"/>
                  <a:pt x="191" y="3"/>
                </a:cubicBezTo>
                <a:cubicBezTo>
                  <a:pt x="174" y="5"/>
                  <a:pt x="158" y="13"/>
                  <a:pt x="142" y="17"/>
                </a:cubicBezTo>
                <a:cubicBezTo>
                  <a:pt x="124" y="22"/>
                  <a:pt x="108" y="15"/>
                  <a:pt x="90" y="18"/>
                </a:cubicBezTo>
                <a:cubicBezTo>
                  <a:pt x="87" y="49"/>
                  <a:pt x="125" y="79"/>
                  <a:pt x="136" y="108"/>
                </a:cubicBezTo>
                <a:cubicBezTo>
                  <a:pt x="131" y="109"/>
                  <a:pt x="126" y="110"/>
                  <a:pt x="121" y="112"/>
                </a:cubicBezTo>
                <a:cubicBezTo>
                  <a:pt x="121" y="112"/>
                  <a:pt x="121" y="112"/>
                  <a:pt x="121" y="112"/>
                </a:cubicBezTo>
                <a:cubicBezTo>
                  <a:pt x="118" y="113"/>
                  <a:pt x="115" y="114"/>
                  <a:pt x="114" y="116"/>
                </a:cubicBezTo>
                <a:cubicBezTo>
                  <a:pt x="111" y="119"/>
                  <a:pt x="111" y="119"/>
                  <a:pt x="111" y="119"/>
                </a:cubicBezTo>
                <a:cubicBezTo>
                  <a:pt x="113" y="123"/>
                  <a:pt x="113" y="123"/>
                  <a:pt x="113" y="123"/>
                </a:cubicBezTo>
                <a:cubicBezTo>
                  <a:pt x="116" y="127"/>
                  <a:pt x="120" y="129"/>
                  <a:pt x="127" y="130"/>
                </a:cubicBezTo>
                <a:cubicBezTo>
                  <a:pt x="113" y="139"/>
                  <a:pt x="96" y="149"/>
                  <a:pt x="84" y="159"/>
                </a:cubicBezTo>
                <a:cubicBezTo>
                  <a:pt x="69" y="172"/>
                  <a:pt x="46" y="198"/>
                  <a:pt x="34" y="214"/>
                </a:cubicBezTo>
                <a:cubicBezTo>
                  <a:pt x="13" y="240"/>
                  <a:pt x="0" y="275"/>
                  <a:pt x="6" y="307"/>
                </a:cubicBezTo>
                <a:cubicBezTo>
                  <a:pt x="18" y="370"/>
                  <a:pt x="92" y="391"/>
                  <a:pt x="149" y="391"/>
                </a:cubicBezTo>
                <a:cubicBezTo>
                  <a:pt x="212" y="391"/>
                  <a:pt x="293" y="400"/>
                  <a:pt x="335" y="348"/>
                </a:cubicBezTo>
                <a:cubicBezTo>
                  <a:pt x="352" y="327"/>
                  <a:pt x="347" y="295"/>
                  <a:pt x="343" y="268"/>
                </a:cubicBezTo>
                <a:close/>
                <a:moveTo>
                  <a:pt x="305" y="105"/>
                </a:moveTo>
                <a:cubicBezTo>
                  <a:pt x="305" y="105"/>
                  <a:pt x="305" y="106"/>
                  <a:pt x="303" y="109"/>
                </a:cubicBezTo>
                <a:cubicBezTo>
                  <a:pt x="299" y="117"/>
                  <a:pt x="284" y="121"/>
                  <a:pt x="273" y="123"/>
                </a:cubicBezTo>
                <a:cubicBezTo>
                  <a:pt x="266" y="124"/>
                  <a:pt x="258" y="124"/>
                  <a:pt x="251" y="123"/>
                </a:cubicBezTo>
                <a:cubicBezTo>
                  <a:pt x="243" y="123"/>
                  <a:pt x="243" y="123"/>
                  <a:pt x="243" y="123"/>
                </a:cubicBezTo>
                <a:cubicBezTo>
                  <a:pt x="243" y="122"/>
                  <a:pt x="243" y="122"/>
                  <a:pt x="243" y="122"/>
                </a:cubicBezTo>
                <a:cubicBezTo>
                  <a:pt x="263" y="112"/>
                  <a:pt x="300" y="101"/>
                  <a:pt x="305" y="105"/>
                </a:cubicBezTo>
                <a:close/>
                <a:moveTo>
                  <a:pt x="280" y="85"/>
                </a:moveTo>
                <a:cubicBezTo>
                  <a:pt x="275" y="90"/>
                  <a:pt x="260" y="99"/>
                  <a:pt x="251" y="104"/>
                </a:cubicBezTo>
                <a:cubicBezTo>
                  <a:pt x="247" y="106"/>
                  <a:pt x="243" y="108"/>
                  <a:pt x="239" y="111"/>
                </a:cubicBezTo>
                <a:cubicBezTo>
                  <a:pt x="239" y="111"/>
                  <a:pt x="239" y="111"/>
                  <a:pt x="239" y="111"/>
                </a:cubicBezTo>
                <a:cubicBezTo>
                  <a:pt x="249" y="98"/>
                  <a:pt x="267" y="86"/>
                  <a:pt x="280" y="85"/>
                </a:cubicBezTo>
                <a:close/>
                <a:moveTo>
                  <a:pt x="230" y="301"/>
                </a:moveTo>
                <a:cubicBezTo>
                  <a:pt x="227" y="306"/>
                  <a:pt x="223" y="311"/>
                  <a:pt x="218" y="315"/>
                </a:cubicBezTo>
                <a:cubicBezTo>
                  <a:pt x="213" y="319"/>
                  <a:pt x="208" y="322"/>
                  <a:pt x="203" y="323"/>
                </a:cubicBezTo>
                <a:cubicBezTo>
                  <a:pt x="197" y="325"/>
                  <a:pt x="191" y="326"/>
                  <a:pt x="183" y="326"/>
                </a:cubicBezTo>
                <a:cubicBezTo>
                  <a:pt x="183" y="344"/>
                  <a:pt x="183" y="344"/>
                  <a:pt x="183" y="344"/>
                </a:cubicBezTo>
                <a:cubicBezTo>
                  <a:pt x="169" y="344"/>
                  <a:pt x="169" y="344"/>
                  <a:pt x="169" y="344"/>
                </a:cubicBezTo>
                <a:cubicBezTo>
                  <a:pt x="169" y="326"/>
                  <a:pt x="169" y="326"/>
                  <a:pt x="169" y="326"/>
                </a:cubicBezTo>
                <a:cubicBezTo>
                  <a:pt x="160" y="326"/>
                  <a:pt x="152" y="324"/>
                  <a:pt x="147" y="322"/>
                </a:cubicBezTo>
                <a:cubicBezTo>
                  <a:pt x="141" y="320"/>
                  <a:pt x="136" y="317"/>
                  <a:pt x="132" y="313"/>
                </a:cubicBezTo>
                <a:cubicBezTo>
                  <a:pt x="127" y="309"/>
                  <a:pt x="124" y="305"/>
                  <a:pt x="122" y="300"/>
                </a:cubicBezTo>
                <a:cubicBezTo>
                  <a:pt x="120" y="296"/>
                  <a:pt x="118" y="291"/>
                  <a:pt x="117" y="284"/>
                </a:cubicBezTo>
                <a:cubicBezTo>
                  <a:pt x="155" y="280"/>
                  <a:pt x="155" y="280"/>
                  <a:pt x="155" y="280"/>
                </a:cubicBezTo>
                <a:cubicBezTo>
                  <a:pt x="156" y="286"/>
                  <a:pt x="158" y="291"/>
                  <a:pt x="160" y="293"/>
                </a:cubicBezTo>
                <a:cubicBezTo>
                  <a:pt x="162" y="296"/>
                  <a:pt x="165" y="299"/>
                  <a:pt x="169" y="301"/>
                </a:cubicBezTo>
                <a:cubicBezTo>
                  <a:pt x="169" y="267"/>
                  <a:pt x="169" y="267"/>
                  <a:pt x="169" y="267"/>
                </a:cubicBezTo>
                <a:cubicBezTo>
                  <a:pt x="156" y="264"/>
                  <a:pt x="147" y="261"/>
                  <a:pt x="142" y="258"/>
                </a:cubicBezTo>
                <a:cubicBezTo>
                  <a:pt x="137" y="255"/>
                  <a:pt x="132" y="251"/>
                  <a:pt x="128" y="246"/>
                </a:cubicBezTo>
                <a:cubicBezTo>
                  <a:pt x="124" y="240"/>
                  <a:pt x="122" y="233"/>
                  <a:pt x="122" y="225"/>
                </a:cubicBezTo>
                <a:cubicBezTo>
                  <a:pt x="122" y="213"/>
                  <a:pt x="126" y="204"/>
                  <a:pt x="134" y="196"/>
                </a:cubicBezTo>
                <a:cubicBezTo>
                  <a:pt x="142" y="189"/>
                  <a:pt x="154" y="185"/>
                  <a:pt x="169" y="184"/>
                </a:cubicBezTo>
                <a:cubicBezTo>
                  <a:pt x="169" y="175"/>
                  <a:pt x="169" y="175"/>
                  <a:pt x="169" y="175"/>
                </a:cubicBezTo>
                <a:cubicBezTo>
                  <a:pt x="183" y="175"/>
                  <a:pt x="183" y="175"/>
                  <a:pt x="183" y="175"/>
                </a:cubicBezTo>
                <a:cubicBezTo>
                  <a:pt x="183" y="184"/>
                  <a:pt x="183" y="184"/>
                  <a:pt x="183" y="184"/>
                </a:cubicBezTo>
                <a:cubicBezTo>
                  <a:pt x="197" y="185"/>
                  <a:pt x="208" y="188"/>
                  <a:pt x="215" y="194"/>
                </a:cubicBezTo>
                <a:cubicBezTo>
                  <a:pt x="223" y="200"/>
                  <a:pt x="228" y="208"/>
                  <a:pt x="230" y="218"/>
                </a:cubicBezTo>
                <a:cubicBezTo>
                  <a:pt x="195" y="223"/>
                  <a:pt x="195" y="223"/>
                  <a:pt x="195" y="223"/>
                </a:cubicBezTo>
                <a:cubicBezTo>
                  <a:pt x="193" y="219"/>
                  <a:pt x="191" y="216"/>
                  <a:pt x="190" y="214"/>
                </a:cubicBezTo>
                <a:cubicBezTo>
                  <a:pt x="189" y="212"/>
                  <a:pt x="186" y="211"/>
                  <a:pt x="183" y="209"/>
                </a:cubicBezTo>
                <a:cubicBezTo>
                  <a:pt x="183" y="236"/>
                  <a:pt x="183" y="236"/>
                  <a:pt x="183" y="236"/>
                </a:cubicBezTo>
                <a:cubicBezTo>
                  <a:pt x="202" y="241"/>
                  <a:pt x="215" y="247"/>
                  <a:pt x="221" y="252"/>
                </a:cubicBezTo>
                <a:cubicBezTo>
                  <a:pt x="230" y="260"/>
                  <a:pt x="234" y="270"/>
                  <a:pt x="234" y="282"/>
                </a:cubicBezTo>
                <a:cubicBezTo>
                  <a:pt x="234" y="288"/>
                  <a:pt x="233" y="295"/>
                  <a:pt x="230" y="30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4" name="Freeform 910"/>
          <p:cNvSpPr>
            <a:spLocks/>
          </p:cNvSpPr>
          <p:nvPr/>
        </p:nvSpPr>
        <p:spPr bwMode="auto">
          <a:xfrm>
            <a:off x="7000440" y="3105516"/>
            <a:ext cx="375916" cy="379313"/>
          </a:xfrm>
          <a:custGeom>
            <a:avLst/>
            <a:gdLst>
              <a:gd name="T0" fmla="*/ 140 w 280"/>
              <a:gd name="T1" fmla="*/ 0 h 283"/>
              <a:gd name="T2" fmla="*/ 0 w 280"/>
              <a:gd name="T3" fmla="*/ 122 h 283"/>
              <a:gd name="T4" fmla="*/ 34 w 280"/>
              <a:gd name="T5" fmla="*/ 104 h 283"/>
              <a:gd name="T6" fmla="*/ 70 w 280"/>
              <a:gd name="T7" fmla="*/ 124 h 283"/>
              <a:gd name="T8" fmla="*/ 105 w 280"/>
              <a:gd name="T9" fmla="*/ 104 h 283"/>
              <a:gd name="T10" fmla="*/ 135 w 280"/>
              <a:gd name="T11" fmla="*/ 117 h 283"/>
              <a:gd name="T12" fmla="*/ 135 w 280"/>
              <a:gd name="T13" fmla="*/ 194 h 283"/>
              <a:gd name="T14" fmla="*/ 129 w 280"/>
              <a:gd name="T15" fmla="*/ 194 h 283"/>
              <a:gd name="T16" fmla="*/ 129 w 280"/>
              <a:gd name="T17" fmla="*/ 222 h 283"/>
              <a:gd name="T18" fmla="*/ 129 w 280"/>
              <a:gd name="T19" fmla="*/ 250 h 283"/>
              <a:gd name="T20" fmla="*/ 127 w 280"/>
              <a:gd name="T21" fmla="*/ 259 h 283"/>
              <a:gd name="T22" fmla="*/ 117 w 280"/>
              <a:gd name="T23" fmla="*/ 264 h 283"/>
              <a:gd name="T24" fmla="*/ 113 w 280"/>
              <a:gd name="T25" fmla="*/ 264 h 283"/>
              <a:gd name="T26" fmla="*/ 107 w 280"/>
              <a:gd name="T27" fmla="*/ 261 h 283"/>
              <a:gd name="T28" fmla="*/ 105 w 280"/>
              <a:gd name="T29" fmla="*/ 257 h 283"/>
              <a:gd name="T30" fmla="*/ 104 w 280"/>
              <a:gd name="T31" fmla="*/ 251 h 283"/>
              <a:gd name="T32" fmla="*/ 101 w 280"/>
              <a:gd name="T33" fmla="*/ 244 h 283"/>
              <a:gd name="T34" fmla="*/ 93 w 280"/>
              <a:gd name="T35" fmla="*/ 240 h 283"/>
              <a:gd name="T36" fmla="*/ 86 w 280"/>
              <a:gd name="T37" fmla="*/ 243 h 283"/>
              <a:gd name="T38" fmla="*/ 83 w 280"/>
              <a:gd name="T39" fmla="*/ 251 h 283"/>
              <a:gd name="T40" fmla="*/ 85 w 280"/>
              <a:gd name="T41" fmla="*/ 264 h 283"/>
              <a:gd name="T42" fmla="*/ 91 w 280"/>
              <a:gd name="T43" fmla="*/ 274 h 283"/>
              <a:gd name="T44" fmla="*/ 107 w 280"/>
              <a:gd name="T45" fmla="*/ 282 h 283"/>
              <a:gd name="T46" fmla="*/ 117 w 280"/>
              <a:gd name="T47" fmla="*/ 283 h 283"/>
              <a:gd name="T48" fmla="*/ 117 w 280"/>
              <a:gd name="T49" fmla="*/ 283 h 283"/>
              <a:gd name="T50" fmla="*/ 117 w 280"/>
              <a:gd name="T51" fmla="*/ 283 h 283"/>
              <a:gd name="T52" fmla="*/ 117 w 280"/>
              <a:gd name="T53" fmla="*/ 283 h 283"/>
              <a:gd name="T54" fmla="*/ 117 w 280"/>
              <a:gd name="T55" fmla="*/ 283 h 283"/>
              <a:gd name="T56" fmla="*/ 117 w 280"/>
              <a:gd name="T57" fmla="*/ 283 h 283"/>
              <a:gd name="T58" fmla="*/ 117 w 280"/>
              <a:gd name="T59" fmla="*/ 283 h 283"/>
              <a:gd name="T60" fmla="*/ 117 w 280"/>
              <a:gd name="T61" fmla="*/ 283 h 283"/>
              <a:gd name="T62" fmla="*/ 143 w 280"/>
              <a:gd name="T63" fmla="*/ 272 h 283"/>
              <a:gd name="T64" fmla="*/ 151 w 280"/>
              <a:gd name="T65" fmla="*/ 250 h 283"/>
              <a:gd name="T66" fmla="*/ 151 w 280"/>
              <a:gd name="T67" fmla="*/ 250 h 283"/>
              <a:gd name="T68" fmla="*/ 151 w 280"/>
              <a:gd name="T69" fmla="*/ 250 h 283"/>
              <a:gd name="T70" fmla="*/ 151 w 280"/>
              <a:gd name="T71" fmla="*/ 222 h 283"/>
              <a:gd name="T72" fmla="*/ 151 w 280"/>
              <a:gd name="T73" fmla="*/ 194 h 283"/>
              <a:gd name="T74" fmla="*/ 145 w 280"/>
              <a:gd name="T75" fmla="*/ 194 h 283"/>
              <a:gd name="T76" fmla="*/ 145 w 280"/>
              <a:gd name="T77" fmla="*/ 117 h 283"/>
              <a:gd name="T78" fmla="*/ 175 w 280"/>
              <a:gd name="T79" fmla="*/ 105 h 283"/>
              <a:gd name="T80" fmla="*/ 210 w 280"/>
              <a:gd name="T81" fmla="*/ 124 h 283"/>
              <a:gd name="T82" fmla="*/ 246 w 280"/>
              <a:gd name="T83" fmla="*/ 105 h 283"/>
              <a:gd name="T84" fmla="*/ 280 w 280"/>
              <a:gd name="T85" fmla="*/ 123 h 283"/>
              <a:gd name="T86" fmla="*/ 140 w 280"/>
              <a:gd name="T87" fmla="*/ 0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80" h="283">
                <a:moveTo>
                  <a:pt x="140" y="0"/>
                </a:moveTo>
                <a:cubicBezTo>
                  <a:pt x="68" y="0"/>
                  <a:pt x="9" y="54"/>
                  <a:pt x="0" y="122"/>
                </a:cubicBezTo>
                <a:cubicBezTo>
                  <a:pt x="7" y="112"/>
                  <a:pt x="20" y="104"/>
                  <a:pt x="34" y="104"/>
                </a:cubicBezTo>
                <a:cubicBezTo>
                  <a:pt x="50" y="104"/>
                  <a:pt x="63" y="112"/>
                  <a:pt x="70" y="124"/>
                </a:cubicBezTo>
                <a:cubicBezTo>
                  <a:pt x="76" y="113"/>
                  <a:pt x="89" y="104"/>
                  <a:pt x="105" y="104"/>
                </a:cubicBezTo>
                <a:cubicBezTo>
                  <a:pt x="117" y="104"/>
                  <a:pt x="128" y="110"/>
                  <a:pt x="135" y="117"/>
                </a:cubicBezTo>
                <a:cubicBezTo>
                  <a:pt x="135" y="194"/>
                  <a:pt x="135" y="194"/>
                  <a:pt x="135" y="194"/>
                </a:cubicBezTo>
                <a:cubicBezTo>
                  <a:pt x="129" y="194"/>
                  <a:pt x="129" y="194"/>
                  <a:pt x="129" y="194"/>
                </a:cubicBezTo>
                <a:cubicBezTo>
                  <a:pt x="129" y="194"/>
                  <a:pt x="129" y="208"/>
                  <a:pt x="129" y="222"/>
                </a:cubicBezTo>
                <a:cubicBezTo>
                  <a:pt x="129" y="236"/>
                  <a:pt x="129" y="250"/>
                  <a:pt x="129" y="250"/>
                </a:cubicBezTo>
                <a:cubicBezTo>
                  <a:pt x="129" y="252"/>
                  <a:pt x="129" y="256"/>
                  <a:pt x="127" y="259"/>
                </a:cubicBezTo>
                <a:cubicBezTo>
                  <a:pt x="125" y="262"/>
                  <a:pt x="122" y="264"/>
                  <a:pt x="117" y="264"/>
                </a:cubicBezTo>
                <a:cubicBezTo>
                  <a:pt x="116" y="264"/>
                  <a:pt x="115" y="264"/>
                  <a:pt x="113" y="264"/>
                </a:cubicBezTo>
                <a:cubicBezTo>
                  <a:pt x="111" y="263"/>
                  <a:pt x="109" y="262"/>
                  <a:pt x="107" y="261"/>
                </a:cubicBezTo>
                <a:cubicBezTo>
                  <a:pt x="106" y="259"/>
                  <a:pt x="106" y="258"/>
                  <a:pt x="105" y="257"/>
                </a:cubicBezTo>
                <a:cubicBezTo>
                  <a:pt x="104" y="255"/>
                  <a:pt x="104" y="253"/>
                  <a:pt x="104" y="251"/>
                </a:cubicBezTo>
                <a:cubicBezTo>
                  <a:pt x="104" y="248"/>
                  <a:pt x="103" y="245"/>
                  <a:pt x="101" y="244"/>
                </a:cubicBezTo>
                <a:cubicBezTo>
                  <a:pt x="99" y="242"/>
                  <a:pt x="96" y="240"/>
                  <a:pt x="93" y="240"/>
                </a:cubicBezTo>
                <a:cubicBezTo>
                  <a:pt x="90" y="240"/>
                  <a:pt x="88" y="242"/>
                  <a:pt x="86" y="243"/>
                </a:cubicBezTo>
                <a:cubicBezTo>
                  <a:pt x="84" y="245"/>
                  <a:pt x="83" y="248"/>
                  <a:pt x="83" y="251"/>
                </a:cubicBezTo>
                <a:cubicBezTo>
                  <a:pt x="83" y="256"/>
                  <a:pt x="83" y="260"/>
                  <a:pt x="85" y="264"/>
                </a:cubicBezTo>
                <a:cubicBezTo>
                  <a:pt x="86" y="267"/>
                  <a:pt x="88" y="271"/>
                  <a:pt x="91" y="274"/>
                </a:cubicBezTo>
                <a:cubicBezTo>
                  <a:pt x="96" y="278"/>
                  <a:pt x="102" y="281"/>
                  <a:pt x="107" y="282"/>
                </a:cubicBezTo>
                <a:cubicBezTo>
                  <a:pt x="112" y="283"/>
                  <a:pt x="116" y="283"/>
                  <a:pt x="117" y="283"/>
                </a:cubicBezTo>
                <a:cubicBezTo>
                  <a:pt x="117" y="283"/>
                  <a:pt x="117" y="283"/>
                  <a:pt x="117" y="283"/>
                </a:cubicBezTo>
                <a:cubicBezTo>
                  <a:pt x="117" y="283"/>
                  <a:pt x="117" y="283"/>
                  <a:pt x="117" y="283"/>
                </a:cubicBezTo>
                <a:cubicBezTo>
                  <a:pt x="117" y="283"/>
                  <a:pt x="117" y="283"/>
                  <a:pt x="117" y="283"/>
                </a:cubicBezTo>
                <a:cubicBezTo>
                  <a:pt x="117" y="283"/>
                  <a:pt x="117" y="283"/>
                  <a:pt x="117" y="283"/>
                </a:cubicBezTo>
                <a:cubicBezTo>
                  <a:pt x="117" y="283"/>
                  <a:pt x="117" y="283"/>
                  <a:pt x="117" y="283"/>
                </a:cubicBezTo>
                <a:cubicBezTo>
                  <a:pt x="117" y="283"/>
                  <a:pt x="117" y="283"/>
                  <a:pt x="117" y="283"/>
                </a:cubicBezTo>
                <a:cubicBezTo>
                  <a:pt x="117" y="283"/>
                  <a:pt x="117" y="283"/>
                  <a:pt x="117" y="283"/>
                </a:cubicBezTo>
                <a:cubicBezTo>
                  <a:pt x="129" y="283"/>
                  <a:pt x="137" y="278"/>
                  <a:pt x="143" y="272"/>
                </a:cubicBezTo>
                <a:cubicBezTo>
                  <a:pt x="148" y="265"/>
                  <a:pt x="150" y="257"/>
                  <a:pt x="151" y="250"/>
                </a:cubicBezTo>
                <a:cubicBezTo>
                  <a:pt x="151" y="250"/>
                  <a:pt x="151" y="250"/>
                  <a:pt x="151" y="250"/>
                </a:cubicBezTo>
                <a:cubicBezTo>
                  <a:pt x="151" y="250"/>
                  <a:pt x="151" y="250"/>
                  <a:pt x="151" y="250"/>
                </a:cubicBezTo>
                <a:cubicBezTo>
                  <a:pt x="151" y="222"/>
                  <a:pt x="151" y="222"/>
                  <a:pt x="151" y="222"/>
                </a:cubicBezTo>
                <a:cubicBezTo>
                  <a:pt x="151" y="194"/>
                  <a:pt x="151" y="194"/>
                  <a:pt x="151" y="194"/>
                </a:cubicBezTo>
                <a:cubicBezTo>
                  <a:pt x="145" y="194"/>
                  <a:pt x="145" y="194"/>
                  <a:pt x="145" y="194"/>
                </a:cubicBezTo>
                <a:cubicBezTo>
                  <a:pt x="145" y="117"/>
                  <a:pt x="145" y="117"/>
                  <a:pt x="145" y="117"/>
                </a:cubicBezTo>
                <a:cubicBezTo>
                  <a:pt x="152" y="109"/>
                  <a:pt x="163" y="104"/>
                  <a:pt x="175" y="105"/>
                </a:cubicBezTo>
                <a:cubicBezTo>
                  <a:pt x="191" y="105"/>
                  <a:pt x="204" y="113"/>
                  <a:pt x="210" y="124"/>
                </a:cubicBezTo>
                <a:cubicBezTo>
                  <a:pt x="217" y="113"/>
                  <a:pt x="230" y="105"/>
                  <a:pt x="246" y="105"/>
                </a:cubicBezTo>
                <a:cubicBezTo>
                  <a:pt x="260" y="105"/>
                  <a:pt x="273" y="112"/>
                  <a:pt x="280" y="123"/>
                </a:cubicBezTo>
                <a:cubicBezTo>
                  <a:pt x="271" y="54"/>
                  <a:pt x="212" y="0"/>
                  <a:pt x="140"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5" name="Freeform 307"/>
          <p:cNvSpPr>
            <a:spLocks noChangeAspect="1" noEditPoints="1"/>
          </p:cNvSpPr>
          <p:nvPr/>
        </p:nvSpPr>
        <p:spPr bwMode="auto">
          <a:xfrm>
            <a:off x="5920870" y="2386685"/>
            <a:ext cx="286526" cy="418586"/>
          </a:xfrm>
          <a:custGeom>
            <a:avLst/>
            <a:gdLst>
              <a:gd name="T0" fmla="*/ 151 w 243"/>
              <a:gd name="T1" fmla="*/ 4 h 354"/>
              <a:gd name="T2" fmla="*/ 236 w 243"/>
              <a:gd name="T3" fmla="*/ 91 h 354"/>
              <a:gd name="T4" fmla="*/ 212 w 243"/>
              <a:gd name="T5" fmla="*/ 202 h 354"/>
              <a:gd name="T6" fmla="*/ 201 w 243"/>
              <a:gd name="T7" fmla="*/ 243 h 354"/>
              <a:gd name="T8" fmla="*/ 199 w 243"/>
              <a:gd name="T9" fmla="*/ 276 h 354"/>
              <a:gd name="T10" fmla="*/ 183 w 243"/>
              <a:gd name="T11" fmla="*/ 322 h 354"/>
              <a:gd name="T12" fmla="*/ 143 w 243"/>
              <a:gd name="T13" fmla="*/ 354 h 354"/>
              <a:gd name="T14" fmla="*/ 63 w 243"/>
              <a:gd name="T15" fmla="*/ 328 h 354"/>
              <a:gd name="T16" fmla="*/ 43 w 243"/>
              <a:gd name="T17" fmla="*/ 281 h 354"/>
              <a:gd name="T18" fmla="*/ 43 w 243"/>
              <a:gd name="T19" fmla="*/ 253 h 354"/>
              <a:gd name="T20" fmla="*/ 39 w 243"/>
              <a:gd name="T21" fmla="*/ 231 h 354"/>
              <a:gd name="T22" fmla="*/ 10 w 243"/>
              <a:gd name="T23" fmla="*/ 163 h 354"/>
              <a:gd name="T24" fmla="*/ 74 w 243"/>
              <a:gd name="T25" fmla="*/ 10 h 354"/>
              <a:gd name="T26" fmla="*/ 114 w 243"/>
              <a:gd name="T27" fmla="*/ 0 h 354"/>
              <a:gd name="T28" fmla="*/ 121 w 243"/>
              <a:gd name="T29" fmla="*/ 245 h 354"/>
              <a:gd name="T30" fmla="*/ 180 w 243"/>
              <a:gd name="T31" fmla="*/ 233 h 354"/>
              <a:gd name="T32" fmla="*/ 205 w 243"/>
              <a:gd name="T33" fmla="*/ 168 h 354"/>
              <a:gd name="T34" fmla="*/ 182 w 243"/>
              <a:gd name="T35" fmla="*/ 44 h 354"/>
              <a:gd name="T36" fmla="*/ 26 w 243"/>
              <a:gd name="T37" fmla="*/ 138 h 354"/>
              <a:gd name="T38" fmla="*/ 62 w 243"/>
              <a:gd name="T39" fmla="*/ 235 h 354"/>
              <a:gd name="T40" fmla="*/ 121 w 243"/>
              <a:gd name="T41" fmla="*/ 245 h 354"/>
              <a:gd name="T42" fmla="*/ 74 w 243"/>
              <a:gd name="T43" fmla="*/ 254 h 354"/>
              <a:gd name="T44" fmla="*/ 74 w 243"/>
              <a:gd name="T45" fmla="*/ 274 h 354"/>
              <a:gd name="T46" fmla="*/ 169 w 243"/>
              <a:gd name="T47" fmla="*/ 274 h 354"/>
              <a:gd name="T48" fmla="*/ 169 w 243"/>
              <a:gd name="T49" fmla="*/ 254 h 354"/>
              <a:gd name="T50" fmla="*/ 121 w 243"/>
              <a:gd name="T51" fmla="*/ 283 h 354"/>
              <a:gd name="T52" fmla="*/ 64 w 243"/>
              <a:gd name="T53" fmla="*/ 289 h 354"/>
              <a:gd name="T54" fmla="*/ 140 w 243"/>
              <a:gd name="T55" fmla="*/ 303 h 354"/>
              <a:gd name="T56" fmla="*/ 178 w 243"/>
              <a:gd name="T57" fmla="*/ 297 h 354"/>
              <a:gd name="T58" fmla="*/ 121 w 243"/>
              <a:gd name="T59" fmla="*/ 283 h 354"/>
              <a:gd name="T60" fmla="*/ 100 w 243"/>
              <a:gd name="T61" fmla="*/ 332 h 354"/>
              <a:gd name="T62" fmla="*/ 159 w 243"/>
              <a:gd name="T63" fmla="*/ 31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3" h="354">
                <a:moveTo>
                  <a:pt x="128" y="0"/>
                </a:moveTo>
                <a:cubicBezTo>
                  <a:pt x="136" y="1"/>
                  <a:pt x="144" y="2"/>
                  <a:pt x="151" y="4"/>
                </a:cubicBezTo>
                <a:cubicBezTo>
                  <a:pt x="172" y="9"/>
                  <a:pt x="190" y="20"/>
                  <a:pt x="205" y="35"/>
                </a:cubicBezTo>
                <a:cubicBezTo>
                  <a:pt x="221" y="51"/>
                  <a:pt x="231" y="69"/>
                  <a:pt x="236" y="91"/>
                </a:cubicBezTo>
                <a:cubicBezTo>
                  <a:pt x="243" y="121"/>
                  <a:pt x="240" y="149"/>
                  <a:pt x="225" y="177"/>
                </a:cubicBezTo>
                <a:cubicBezTo>
                  <a:pt x="221" y="185"/>
                  <a:pt x="216" y="194"/>
                  <a:pt x="212" y="202"/>
                </a:cubicBezTo>
                <a:cubicBezTo>
                  <a:pt x="206" y="214"/>
                  <a:pt x="203" y="226"/>
                  <a:pt x="202" y="238"/>
                </a:cubicBezTo>
                <a:cubicBezTo>
                  <a:pt x="202" y="240"/>
                  <a:pt x="201" y="241"/>
                  <a:pt x="201" y="243"/>
                </a:cubicBezTo>
                <a:cubicBezTo>
                  <a:pt x="200" y="246"/>
                  <a:pt x="200" y="255"/>
                  <a:pt x="200" y="258"/>
                </a:cubicBezTo>
                <a:cubicBezTo>
                  <a:pt x="202" y="264"/>
                  <a:pt x="201" y="270"/>
                  <a:pt x="199" y="276"/>
                </a:cubicBezTo>
                <a:cubicBezTo>
                  <a:pt x="198" y="278"/>
                  <a:pt x="198" y="279"/>
                  <a:pt x="199" y="281"/>
                </a:cubicBezTo>
                <a:cubicBezTo>
                  <a:pt x="205" y="297"/>
                  <a:pt x="198" y="314"/>
                  <a:pt x="183" y="322"/>
                </a:cubicBezTo>
                <a:cubicBezTo>
                  <a:pt x="181" y="322"/>
                  <a:pt x="180" y="324"/>
                  <a:pt x="180" y="325"/>
                </a:cubicBezTo>
                <a:cubicBezTo>
                  <a:pt x="173" y="342"/>
                  <a:pt x="161" y="353"/>
                  <a:pt x="143" y="354"/>
                </a:cubicBezTo>
                <a:cubicBezTo>
                  <a:pt x="127" y="354"/>
                  <a:pt x="111" y="354"/>
                  <a:pt x="96" y="353"/>
                </a:cubicBezTo>
                <a:cubicBezTo>
                  <a:pt x="80" y="352"/>
                  <a:pt x="69" y="342"/>
                  <a:pt x="63" y="328"/>
                </a:cubicBezTo>
                <a:cubicBezTo>
                  <a:pt x="62" y="324"/>
                  <a:pt x="60" y="322"/>
                  <a:pt x="57" y="321"/>
                </a:cubicBezTo>
                <a:cubicBezTo>
                  <a:pt x="43" y="313"/>
                  <a:pt x="37" y="296"/>
                  <a:pt x="43" y="281"/>
                </a:cubicBezTo>
                <a:cubicBezTo>
                  <a:pt x="44" y="279"/>
                  <a:pt x="44" y="278"/>
                  <a:pt x="43" y="276"/>
                </a:cubicBezTo>
                <a:cubicBezTo>
                  <a:pt x="40" y="268"/>
                  <a:pt x="40" y="261"/>
                  <a:pt x="43" y="253"/>
                </a:cubicBezTo>
                <a:cubicBezTo>
                  <a:pt x="43" y="252"/>
                  <a:pt x="43" y="250"/>
                  <a:pt x="43" y="248"/>
                </a:cubicBezTo>
                <a:cubicBezTo>
                  <a:pt x="41" y="242"/>
                  <a:pt x="40" y="237"/>
                  <a:pt x="39" y="231"/>
                </a:cubicBezTo>
                <a:cubicBezTo>
                  <a:pt x="37" y="218"/>
                  <a:pt x="32" y="206"/>
                  <a:pt x="26" y="195"/>
                </a:cubicBezTo>
                <a:cubicBezTo>
                  <a:pt x="21" y="184"/>
                  <a:pt x="15" y="174"/>
                  <a:pt x="10" y="163"/>
                </a:cubicBezTo>
                <a:cubicBezTo>
                  <a:pt x="2" y="143"/>
                  <a:pt x="0" y="121"/>
                  <a:pt x="4" y="100"/>
                </a:cubicBezTo>
                <a:cubicBezTo>
                  <a:pt x="11" y="57"/>
                  <a:pt x="35" y="27"/>
                  <a:pt x="74" y="10"/>
                </a:cubicBezTo>
                <a:cubicBezTo>
                  <a:pt x="86" y="4"/>
                  <a:pt x="98" y="1"/>
                  <a:pt x="111" y="1"/>
                </a:cubicBezTo>
                <a:cubicBezTo>
                  <a:pt x="112" y="0"/>
                  <a:pt x="113" y="0"/>
                  <a:pt x="114" y="0"/>
                </a:cubicBezTo>
                <a:lnTo>
                  <a:pt x="128" y="0"/>
                </a:lnTo>
                <a:close/>
                <a:moveTo>
                  <a:pt x="121" y="245"/>
                </a:moveTo>
                <a:cubicBezTo>
                  <a:pt x="136" y="245"/>
                  <a:pt x="151" y="245"/>
                  <a:pt x="167" y="245"/>
                </a:cubicBezTo>
                <a:cubicBezTo>
                  <a:pt x="176" y="245"/>
                  <a:pt x="179" y="242"/>
                  <a:pt x="180" y="233"/>
                </a:cubicBezTo>
                <a:cubicBezTo>
                  <a:pt x="182" y="223"/>
                  <a:pt x="184" y="213"/>
                  <a:pt x="187" y="203"/>
                </a:cubicBezTo>
                <a:cubicBezTo>
                  <a:pt x="192" y="191"/>
                  <a:pt x="199" y="180"/>
                  <a:pt x="205" y="168"/>
                </a:cubicBezTo>
                <a:cubicBezTo>
                  <a:pt x="212" y="156"/>
                  <a:pt x="216" y="143"/>
                  <a:pt x="217" y="128"/>
                </a:cubicBezTo>
                <a:cubicBezTo>
                  <a:pt x="220" y="94"/>
                  <a:pt x="208" y="66"/>
                  <a:pt x="182" y="44"/>
                </a:cubicBezTo>
                <a:cubicBezTo>
                  <a:pt x="149" y="17"/>
                  <a:pt x="106" y="15"/>
                  <a:pt x="70" y="37"/>
                </a:cubicBezTo>
                <a:cubicBezTo>
                  <a:pt x="35" y="58"/>
                  <a:pt x="19" y="98"/>
                  <a:pt x="26" y="138"/>
                </a:cubicBezTo>
                <a:cubicBezTo>
                  <a:pt x="28" y="152"/>
                  <a:pt x="35" y="165"/>
                  <a:pt x="42" y="177"/>
                </a:cubicBezTo>
                <a:cubicBezTo>
                  <a:pt x="52" y="195"/>
                  <a:pt x="60" y="214"/>
                  <a:pt x="62" y="235"/>
                </a:cubicBezTo>
                <a:cubicBezTo>
                  <a:pt x="62" y="242"/>
                  <a:pt x="66" y="245"/>
                  <a:pt x="73" y="245"/>
                </a:cubicBezTo>
                <a:cubicBezTo>
                  <a:pt x="89" y="245"/>
                  <a:pt x="105" y="245"/>
                  <a:pt x="121" y="245"/>
                </a:cubicBezTo>
                <a:moveTo>
                  <a:pt x="121" y="254"/>
                </a:moveTo>
                <a:cubicBezTo>
                  <a:pt x="105" y="254"/>
                  <a:pt x="89" y="254"/>
                  <a:pt x="74" y="254"/>
                </a:cubicBezTo>
                <a:cubicBezTo>
                  <a:pt x="69" y="254"/>
                  <a:pt x="65" y="256"/>
                  <a:pt x="64" y="260"/>
                </a:cubicBezTo>
                <a:cubicBezTo>
                  <a:pt x="61" y="267"/>
                  <a:pt x="66" y="274"/>
                  <a:pt x="74" y="274"/>
                </a:cubicBezTo>
                <a:cubicBezTo>
                  <a:pt x="96" y="274"/>
                  <a:pt x="118" y="274"/>
                  <a:pt x="140" y="274"/>
                </a:cubicBezTo>
                <a:cubicBezTo>
                  <a:pt x="149" y="274"/>
                  <a:pt x="159" y="274"/>
                  <a:pt x="169" y="274"/>
                </a:cubicBezTo>
                <a:cubicBezTo>
                  <a:pt x="173" y="274"/>
                  <a:pt x="176" y="272"/>
                  <a:pt x="178" y="268"/>
                </a:cubicBezTo>
                <a:cubicBezTo>
                  <a:pt x="181" y="261"/>
                  <a:pt x="176" y="254"/>
                  <a:pt x="169" y="254"/>
                </a:cubicBezTo>
                <a:cubicBezTo>
                  <a:pt x="153" y="254"/>
                  <a:pt x="137" y="254"/>
                  <a:pt x="121" y="254"/>
                </a:cubicBezTo>
                <a:moveTo>
                  <a:pt x="121" y="283"/>
                </a:moveTo>
                <a:cubicBezTo>
                  <a:pt x="105" y="283"/>
                  <a:pt x="89" y="283"/>
                  <a:pt x="74" y="283"/>
                </a:cubicBezTo>
                <a:cubicBezTo>
                  <a:pt x="69" y="283"/>
                  <a:pt x="65" y="285"/>
                  <a:pt x="64" y="289"/>
                </a:cubicBezTo>
                <a:cubicBezTo>
                  <a:pt x="61" y="296"/>
                  <a:pt x="66" y="303"/>
                  <a:pt x="74" y="303"/>
                </a:cubicBezTo>
                <a:cubicBezTo>
                  <a:pt x="96" y="303"/>
                  <a:pt x="118" y="303"/>
                  <a:pt x="140" y="303"/>
                </a:cubicBezTo>
                <a:cubicBezTo>
                  <a:pt x="149" y="303"/>
                  <a:pt x="159" y="303"/>
                  <a:pt x="169" y="303"/>
                </a:cubicBezTo>
                <a:cubicBezTo>
                  <a:pt x="173" y="303"/>
                  <a:pt x="176" y="301"/>
                  <a:pt x="178" y="297"/>
                </a:cubicBezTo>
                <a:cubicBezTo>
                  <a:pt x="181" y="290"/>
                  <a:pt x="176" y="283"/>
                  <a:pt x="169" y="283"/>
                </a:cubicBezTo>
                <a:cubicBezTo>
                  <a:pt x="153" y="283"/>
                  <a:pt x="137" y="283"/>
                  <a:pt x="121" y="283"/>
                </a:cubicBezTo>
                <a:moveTo>
                  <a:pt x="82" y="313"/>
                </a:moveTo>
                <a:cubicBezTo>
                  <a:pt x="82" y="323"/>
                  <a:pt x="90" y="331"/>
                  <a:pt x="100" y="332"/>
                </a:cubicBezTo>
                <a:cubicBezTo>
                  <a:pt x="114" y="332"/>
                  <a:pt x="128" y="332"/>
                  <a:pt x="142" y="332"/>
                </a:cubicBezTo>
                <a:cubicBezTo>
                  <a:pt x="152" y="331"/>
                  <a:pt x="159" y="323"/>
                  <a:pt x="159" y="313"/>
                </a:cubicBezTo>
                <a:lnTo>
                  <a:pt x="82" y="31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66" name="组合 65"/>
          <p:cNvGrpSpPr>
            <a:grpSpLocks noChangeAspect="1"/>
          </p:cNvGrpSpPr>
          <p:nvPr/>
        </p:nvGrpSpPr>
        <p:grpSpPr>
          <a:xfrm>
            <a:off x="7128200" y="4465736"/>
            <a:ext cx="418586" cy="318109"/>
            <a:chOff x="10004425" y="1971676"/>
            <a:chExt cx="1593850" cy="1211262"/>
          </a:xfrm>
          <a:solidFill>
            <a:schemeClr val="bg1"/>
          </a:solidFill>
        </p:grpSpPr>
        <p:sp>
          <p:nvSpPr>
            <p:cNvPr id="67" name="Freeform 267"/>
            <p:cNvSpPr>
              <a:spLocks/>
            </p:cNvSpPr>
            <p:nvPr/>
          </p:nvSpPr>
          <p:spPr bwMode="auto">
            <a:xfrm>
              <a:off x="10004425" y="1971676"/>
              <a:ext cx="1535113" cy="688975"/>
            </a:xfrm>
            <a:custGeom>
              <a:avLst/>
              <a:gdLst>
                <a:gd name="T0" fmla="*/ 480 w 967"/>
                <a:gd name="T1" fmla="*/ 434 h 434"/>
                <a:gd name="T2" fmla="*/ 0 w 967"/>
                <a:gd name="T3" fmla="*/ 217 h 434"/>
                <a:gd name="T4" fmla="*/ 492 w 967"/>
                <a:gd name="T5" fmla="*/ 0 h 434"/>
                <a:gd name="T6" fmla="*/ 967 w 967"/>
                <a:gd name="T7" fmla="*/ 212 h 434"/>
                <a:gd name="T8" fmla="*/ 480 w 967"/>
                <a:gd name="T9" fmla="*/ 434 h 434"/>
              </a:gdLst>
              <a:ahLst/>
              <a:cxnLst>
                <a:cxn ang="0">
                  <a:pos x="T0" y="T1"/>
                </a:cxn>
                <a:cxn ang="0">
                  <a:pos x="T2" y="T3"/>
                </a:cxn>
                <a:cxn ang="0">
                  <a:pos x="T4" y="T5"/>
                </a:cxn>
                <a:cxn ang="0">
                  <a:pos x="T6" y="T7"/>
                </a:cxn>
                <a:cxn ang="0">
                  <a:pos x="T8" y="T9"/>
                </a:cxn>
              </a:cxnLst>
              <a:rect l="0" t="0" r="r" b="b"/>
              <a:pathLst>
                <a:path w="967" h="434">
                  <a:moveTo>
                    <a:pt x="480" y="434"/>
                  </a:moveTo>
                  <a:lnTo>
                    <a:pt x="0" y="217"/>
                  </a:lnTo>
                  <a:lnTo>
                    <a:pt x="492" y="0"/>
                  </a:lnTo>
                  <a:lnTo>
                    <a:pt x="967" y="212"/>
                  </a:lnTo>
                  <a:lnTo>
                    <a:pt x="480" y="4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Rectangle 268"/>
            <p:cNvSpPr>
              <a:spLocks noChangeArrowheads="1"/>
            </p:cNvSpPr>
            <p:nvPr/>
          </p:nvSpPr>
          <p:spPr bwMode="auto">
            <a:xfrm>
              <a:off x="11474450" y="2297113"/>
              <a:ext cx="46038" cy="5032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Oval 269"/>
            <p:cNvSpPr>
              <a:spLocks noChangeArrowheads="1"/>
            </p:cNvSpPr>
            <p:nvPr/>
          </p:nvSpPr>
          <p:spPr bwMode="auto">
            <a:xfrm>
              <a:off x="11422063" y="2743201"/>
              <a:ext cx="150813" cy="1508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270"/>
            <p:cNvSpPr>
              <a:spLocks/>
            </p:cNvSpPr>
            <p:nvPr/>
          </p:nvSpPr>
          <p:spPr bwMode="auto">
            <a:xfrm>
              <a:off x="11404600" y="2822576"/>
              <a:ext cx="107950" cy="336550"/>
            </a:xfrm>
            <a:custGeom>
              <a:avLst/>
              <a:gdLst>
                <a:gd name="T0" fmla="*/ 16 w 29"/>
                <a:gd name="T1" fmla="*/ 5 h 90"/>
                <a:gd name="T2" fmla="*/ 6 w 29"/>
                <a:gd name="T3" fmla="*/ 90 h 90"/>
                <a:gd name="T4" fmla="*/ 29 w 29"/>
                <a:gd name="T5" fmla="*/ 90 h 90"/>
                <a:gd name="T6" fmla="*/ 29 w 29"/>
                <a:gd name="T7" fmla="*/ 0 h 90"/>
                <a:gd name="T8" fmla="*/ 16 w 29"/>
                <a:gd name="T9" fmla="*/ 5 h 90"/>
              </a:gdLst>
              <a:ahLst/>
              <a:cxnLst>
                <a:cxn ang="0">
                  <a:pos x="T0" y="T1"/>
                </a:cxn>
                <a:cxn ang="0">
                  <a:pos x="T2" y="T3"/>
                </a:cxn>
                <a:cxn ang="0">
                  <a:pos x="T4" y="T5"/>
                </a:cxn>
                <a:cxn ang="0">
                  <a:pos x="T6" y="T7"/>
                </a:cxn>
                <a:cxn ang="0">
                  <a:pos x="T8" y="T9"/>
                </a:cxn>
              </a:cxnLst>
              <a:rect l="0" t="0" r="r" b="b"/>
              <a:pathLst>
                <a:path w="29" h="90">
                  <a:moveTo>
                    <a:pt x="16" y="5"/>
                  </a:moveTo>
                  <a:cubicBezTo>
                    <a:pt x="16" y="5"/>
                    <a:pt x="0" y="39"/>
                    <a:pt x="6" y="90"/>
                  </a:cubicBezTo>
                  <a:cubicBezTo>
                    <a:pt x="29" y="90"/>
                    <a:pt x="29" y="90"/>
                    <a:pt x="29" y="90"/>
                  </a:cubicBezTo>
                  <a:cubicBezTo>
                    <a:pt x="29" y="0"/>
                    <a:pt x="29" y="0"/>
                    <a:pt x="29" y="0"/>
                  </a:cubicBezTo>
                  <a:cubicBezTo>
                    <a:pt x="29" y="0"/>
                    <a:pt x="16" y="8"/>
                    <a:pt x="16"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271"/>
            <p:cNvSpPr>
              <a:spLocks/>
            </p:cNvSpPr>
            <p:nvPr/>
          </p:nvSpPr>
          <p:spPr bwMode="auto">
            <a:xfrm>
              <a:off x="11490325" y="2822576"/>
              <a:ext cx="107950" cy="336550"/>
            </a:xfrm>
            <a:custGeom>
              <a:avLst/>
              <a:gdLst>
                <a:gd name="T0" fmla="*/ 13 w 29"/>
                <a:gd name="T1" fmla="*/ 5 h 90"/>
                <a:gd name="T2" fmla="*/ 23 w 29"/>
                <a:gd name="T3" fmla="*/ 90 h 90"/>
                <a:gd name="T4" fmla="*/ 0 w 29"/>
                <a:gd name="T5" fmla="*/ 90 h 90"/>
                <a:gd name="T6" fmla="*/ 0 w 29"/>
                <a:gd name="T7" fmla="*/ 0 h 90"/>
                <a:gd name="T8" fmla="*/ 13 w 29"/>
                <a:gd name="T9" fmla="*/ 5 h 90"/>
              </a:gdLst>
              <a:ahLst/>
              <a:cxnLst>
                <a:cxn ang="0">
                  <a:pos x="T0" y="T1"/>
                </a:cxn>
                <a:cxn ang="0">
                  <a:pos x="T2" y="T3"/>
                </a:cxn>
                <a:cxn ang="0">
                  <a:pos x="T4" y="T5"/>
                </a:cxn>
                <a:cxn ang="0">
                  <a:pos x="T6" y="T7"/>
                </a:cxn>
                <a:cxn ang="0">
                  <a:pos x="T8" y="T9"/>
                </a:cxn>
              </a:cxnLst>
              <a:rect l="0" t="0" r="r" b="b"/>
              <a:pathLst>
                <a:path w="29" h="90">
                  <a:moveTo>
                    <a:pt x="13" y="5"/>
                  </a:moveTo>
                  <a:cubicBezTo>
                    <a:pt x="13" y="5"/>
                    <a:pt x="29" y="39"/>
                    <a:pt x="23" y="90"/>
                  </a:cubicBezTo>
                  <a:cubicBezTo>
                    <a:pt x="0" y="90"/>
                    <a:pt x="0" y="90"/>
                    <a:pt x="0" y="90"/>
                  </a:cubicBezTo>
                  <a:cubicBezTo>
                    <a:pt x="0" y="0"/>
                    <a:pt x="0" y="0"/>
                    <a:pt x="0" y="0"/>
                  </a:cubicBezTo>
                  <a:cubicBezTo>
                    <a:pt x="0" y="0"/>
                    <a:pt x="13" y="8"/>
                    <a:pt x="1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272"/>
            <p:cNvSpPr>
              <a:spLocks/>
            </p:cNvSpPr>
            <p:nvPr/>
          </p:nvSpPr>
          <p:spPr bwMode="auto">
            <a:xfrm>
              <a:off x="10309225" y="2522538"/>
              <a:ext cx="889000" cy="660400"/>
            </a:xfrm>
            <a:custGeom>
              <a:avLst/>
              <a:gdLst>
                <a:gd name="T0" fmla="*/ 237 w 237"/>
                <a:gd name="T1" fmla="*/ 0 h 176"/>
                <a:gd name="T2" fmla="*/ 118 w 237"/>
                <a:gd name="T3" fmla="*/ 55 h 176"/>
                <a:gd name="T4" fmla="*/ 0 w 237"/>
                <a:gd name="T5" fmla="*/ 0 h 176"/>
                <a:gd name="T6" fmla="*/ 0 w 237"/>
                <a:gd name="T7" fmla="*/ 136 h 176"/>
                <a:gd name="T8" fmla="*/ 115 w 237"/>
                <a:gd name="T9" fmla="*/ 176 h 176"/>
                <a:gd name="T10" fmla="*/ 115 w 237"/>
                <a:gd name="T11" fmla="*/ 176 h 176"/>
                <a:gd name="T12" fmla="*/ 118 w 237"/>
                <a:gd name="T13" fmla="*/ 176 h 176"/>
                <a:gd name="T14" fmla="*/ 122 w 237"/>
                <a:gd name="T15" fmla="*/ 176 h 176"/>
                <a:gd name="T16" fmla="*/ 122 w 237"/>
                <a:gd name="T17" fmla="*/ 176 h 176"/>
                <a:gd name="T18" fmla="*/ 237 w 237"/>
                <a:gd name="T19" fmla="*/ 136 h 176"/>
                <a:gd name="T20" fmla="*/ 237 w 237"/>
                <a:gd name="T21"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7" h="176">
                  <a:moveTo>
                    <a:pt x="237" y="0"/>
                  </a:moveTo>
                  <a:cubicBezTo>
                    <a:pt x="237" y="1"/>
                    <a:pt x="138" y="47"/>
                    <a:pt x="118" y="55"/>
                  </a:cubicBezTo>
                  <a:cubicBezTo>
                    <a:pt x="99" y="47"/>
                    <a:pt x="0" y="1"/>
                    <a:pt x="0" y="0"/>
                  </a:cubicBezTo>
                  <a:cubicBezTo>
                    <a:pt x="0" y="136"/>
                    <a:pt x="0" y="136"/>
                    <a:pt x="0" y="136"/>
                  </a:cubicBezTo>
                  <a:cubicBezTo>
                    <a:pt x="32" y="170"/>
                    <a:pt x="95" y="175"/>
                    <a:pt x="115" y="176"/>
                  </a:cubicBezTo>
                  <a:cubicBezTo>
                    <a:pt x="115" y="176"/>
                    <a:pt x="115" y="176"/>
                    <a:pt x="115" y="176"/>
                  </a:cubicBezTo>
                  <a:cubicBezTo>
                    <a:pt x="115" y="176"/>
                    <a:pt x="116" y="176"/>
                    <a:pt x="118" y="176"/>
                  </a:cubicBezTo>
                  <a:cubicBezTo>
                    <a:pt x="121" y="176"/>
                    <a:pt x="122" y="176"/>
                    <a:pt x="122" y="176"/>
                  </a:cubicBezTo>
                  <a:cubicBezTo>
                    <a:pt x="122" y="176"/>
                    <a:pt x="122" y="176"/>
                    <a:pt x="122" y="176"/>
                  </a:cubicBezTo>
                  <a:cubicBezTo>
                    <a:pt x="142" y="175"/>
                    <a:pt x="205" y="170"/>
                    <a:pt x="237" y="136"/>
                  </a:cubicBezTo>
                  <a:lnTo>
                    <a:pt x="23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73" name="Freeform 285"/>
          <p:cNvSpPr>
            <a:spLocks noEditPoints="1"/>
          </p:cNvSpPr>
          <p:nvPr/>
        </p:nvSpPr>
        <p:spPr bwMode="auto">
          <a:xfrm>
            <a:off x="5950280" y="5110329"/>
            <a:ext cx="339751" cy="343977"/>
          </a:xfrm>
          <a:custGeom>
            <a:avLst/>
            <a:gdLst>
              <a:gd name="T0" fmla="*/ 101 w 201"/>
              <a:gd name="T1" fmla="*/ 60 h 203"/>
              <a:gd name="T2" fmla="*/ 58 w 201"/>
              <a:gd name="T3" fmla="*/ 103 h 203"/>
              <a:gd name="T4" fmla="*/ 101 w 201"/>
              <a:gd name="T5" fmla="*/ 147 h 203"/>
              <a:gd name="T6" fmla="*/ 144 w 201"/>
              <a:gd name="T7" fmla="*/ 103 h 203"/>
              <a:gd name="T8" fmla="*/ 101 w 201"/>
              <a:gd name="T9" fmla="*/ 60 h 203"/>
              <a:gd name="T10" fmla="*/ 180 w 201"/>
              <a:gd name="T11" fmla="*/ 101 h 203"/>
              <a:gd name="T12" fmla="*/ 180 w 201"/>
              <a:gd name="T13" fmla="*/ 95 h 203"/>
              <a:gd name="T14" fmla="*/ 201 w 201"/>
              <a:gd name="T15" fmla="*/ 90 h 203"/>
              <a:gd name="T16" fmla="*/ 193 w 201"/>
              <a:gd name="T17" fmla="*/ 61 h 203"/>
              <a:gd name="T18" fmla="*/ 172 w 201"/>
              <a:gd name="T19" fmla="*/ 67 h 203"/>
              <a:gd name="T20" fmla="*/ 162 w 201"/>
              <a:gd name="T21" fmla="*/ 51 h 203"/>
              <a:gd name="T22" fmla="*/ 176 w 201"/>
              <a:gd name="T23" fmla="*/ 34 h 203"/>
              <a:gd name="T24" fmla="*/ 153 w 201"/>
              <a:gd name="T25" fmla="*/ 15 h 203"/>
              <a:gd name="T26" fmla="*/ 139 w 201"/>
              <a:gd name="T27" fmla="*/ 32 h 203"/>
              <a:gd name="T28" fmla="*/ 115 w 201"/>
              <a:gd name="T29" fmla="*/ 23 h 203"/>
              <a:gd name="T30" fmla="*/ 115 w 201"/>
              <a:gd name="T31" fmla="*/ 1 h 203"/>
              <a:gd name="T32" fmla="*/ 101 w 201"/>
              <a:gd name="T33" fmla="*/ 0 h 203"/>
              <a:gd name="T34" fmla="*/ 86 w 201"/>
              <a:gd name="T35" fmla="*/ 1 h 203"/>
              <a:gd name="T36" fmla="*/ 86 w 201"/>
              <a:gd name="T37" fmla="*/ 23 h 203"/>
              <a:gd name="T38" fmla="*/ 68 w 201"/>
              <a:gd name="T39" fmla="*/ 29 h 203"/>
              <a:gd name="T40" fmla="*/ 55 w 201"/>
              <a:gd name="T41" fmla="*/ 11 h 203"/>
              <a:gd name="T42" fmla="*/ 31 w 201"/>
              <a:gd name="T43" fmla="*/ 28 h 203"/>
              <a:gd name="T44" fmla="*/ 43 w 201"/>
              <a:gd name="T45" fmla="*/ 46 h 203"/>
              <a:gd name="T46" fmla="*/ 32 w 201"/>
              <a:gd name="T47" fmla="*/ 60 h 203"/>
              <a:gd name="T48" fmla="*/ 12 w 201"/>
              <a:gd name="T49" fmla="*/ 53 h 203"/>
              <a:gd name="T50" fmla="*/ 1 w 201"/>
              <a:gd name="T51" fmla="*/ 81 h 203"/>
              <a:gd name="T52" fmla="*/ 22 w 201"/>
              <a:gd name="T53" fmla="*/ 88 h 203"/>
              <a:gd name="T54" fmla="*/ 21 w 201"/>
              <a:gd name="T55" fmla="*/ 101 h 203"/>
              <a:gd name="T56" fmla="*/ 21 w 201"/>
              <a:gd name="T57" fmla="*/ 107 h 203"/>
              <a:gd name="T58" fmla="*/ 0 w 201"/>
              <a:gd name="T59" fmla="*/ 113 h 203"/>
              <a:gd name="T60" fmla="*/ 7 w 201"/>
              <a:gd name="T61" fmla="*/ 142 h 203"/>
              <a:gd name="T62" fmla="*/ 28 w 201"/>
              <a:gd name="T63" fmla="*/ 136 h 203"/>
              <a:gd name="T64" fmla="*/ 39 w 201"/>
              <a:gd name="T65" fmla="*/ 152 h 203"/>
              <a:gd name="T66" fmla="*/ 25 w 201"/>
              <a:gd name="T67" fmla="*/ 169 h 203"/>
              <a:gd name="T68" fmla="*/ 47 w 201"/>
              <a:gd name="T69" fmla="*/ 188 h 203"/>
              <a:gd name="T70" fmla="*/ 61 w 201"/>
              <a:gd name="T71" fmla="*/ 171 h 203"/>
              <a:gd name="T72" fmla="*/ 86 w 201"/>
              <a:gd name="T73" fmla="*/ 180 h 203"/>
              <a:gd name="T74" fmla="*/ 86 w 201"/>
              <a:gd name="T75" fmla="*/ 202 h 203"/>
              <a:gd name="T76" fmla="*/ 101 w 201"/>
              <a:gd name="T77" fmla="*/ 203 h 203"/>
              <a:gd name="T78" fmla="*/ 115 w 201"/>
              <a:gd name="T79" fmla="*/ 202 h 203"/>
              <a:gd name="T80" fmla="*/ 115 w 201"/>
              <a:gd name="T81" fmla="*/ 180 h 203"/>
              <a:gd name="T82" fmla="*/ 134 w 201"/>
              <a:gd name="T83" fmla="*/ 174 h 203"/>
              <a:gd name="T84" fmla="*/ 146 w 201"/>
              <a:gd name="T85" fmla="*/ 192 h 203"/>
              <a:gd name="T86" fmla="*/ 170 w 201"/>
              <a:gd name="T87" fmla="*/ 175 h 203"/>
              <a:gd name="T88" fmla="*/ 158 w 201"/>
              <a:gd name="T89" fmla="*/ 157 h 203"/>
              <a:gd name="T90" fmla="*/ 169 w 201"/>
              <a:gd name="T91" fmla="*/ 142 h 203"/>
              <a:gd name="T92" fmla="*/ 190 w 201"/>
              <a:gd name="T93" fmla="*/ 150 h 203"/>
              <a:gd name="T94" fmla="*/ 200 w 201"/>
              <a:gd name="T95" fmla="*/ 121 h 203"/>
              <a:gd name="T96" fmla="*/ 179 w 201"/>
              <a:gd name="T97" fmla="*/ 114 h 203"/>
              <a:gd name="T98" fmla="*/ 180 w 201"/>
              <a:gd name="T99" fmla="*/ 101 h 203"/>
              <a:gd name="T100" fmla="*/ 101 w 201"/>
              <a:gd name="T101" fmla="*/ 158 h 203"/>
              <a:gd name="T102" fmla="*/ 47 w 201"/>
              <a:gd name="T103" fmla="*/ 103 h 203"/>
              <a:gd name="T104" fmla="*/ 101 w 201"/>
              <a:gd name="T105" fmla="*/ 49 h 203"/>
              <a:gd name="T106" fmla="*/ 155 w 201"/>
              <a:gd name="T107" fmla="*/ 103 h 203"/>
              <a:gd name="T108" fmla="*/ 101 w 201"/>
              <a:gd name="T109" fmla="*/ 158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01" h="203">
                <a:moveTo>
                  <a:pt x="101" y="60"/>
                </a:moveTo>
                <a:cubicBezTo>
                  <a:pt x="77" y="60"/>
                  <a:pt x="58" y="80"/>
                  <a:pt x="58" y="103"/>
                </a:cubicBezTo>
                <a:cubicBezTo>
                  <a:pt x="58" y="127"/>
                  <a:pt x="77" y="147"/>
                  <a:pt x="101" y="147"/>
                </a:cubicBezTo>
                <a:cubicBezTo>
                  <a:pt x="125" y="147"/>
                  <a:pt x="144" y="127"/>
                  <a:pt x="144" y="103"/>
                </a:cubicBezTo>
                <a:cubicBezTo>
                  <a:pt x="144" y="80"/>
                  <a:pt x="125" y="60"/>
                  <a:pt x="101" y="60"/>
                </a:cubicBezTo>
                <a:close/>
                <a:moveTo>
                  <a:pt x="180" y="101"/>
                </a:moveTo>
                <a:cubicBezTo>
                  <a:pt x="180" y="99"/>
                  <a:pt x="180" y="97"/>
                  <a:pt x="180" y="95"/>
                </a:cubicBezTo>
                <a:cubicBezTo>
                  <a:pt x="201" y="90"/>
                  <a:pt x="201" y="90"/>
                  <a:pt x="201" y="90"/>
                </a:cubicBezTo>
                <a:cubicBezTo>
                  <a:pt x="200" y="80"/>
                  <a:pt x="197" y="70"/>
                  <a:pt x="193" y="61"/>
                </a:cubicBezTo>
                <a:cubicBezTo>
                  <a:pt x="172" y="67"/>
                  <a:pt x="172" y="67"/>
                  <a:pt x="172" y="67"/>
                </a:cubicBezTo>
                <a:cubicBezTo>
                  <a:pt x="170" y="61"/>
                  <a:pt x="166" y="56"/>
                  <a:pt x="162" y="51"/>
                </a:cubicBezTo>
                <a:cubicBezTo>
                  <a:pt x="176" y="34"/>
                  <a:pt x="176" y="34"/>
                  <a:pt x="176" y="34"/>
                </a:cubicBezTo>
                <a:cubicBezTo>
                  <a:pt x="170" y="27"/>
                  <a:pt x="162" y="20"/>
                  <a:pt x="153" y="15"/>
                </a:cubicBezTo>
                <a:cubicBezTo>
                  <a:pt x="139" y="32"/>
                  <a:pt x="139" y="32"/>
                  <a:pt x="139" y="32"/>
                </a:cubicBezTo>
                <a:cubicBezTo>
                  <a:pt x="132" y="28"/>
                  <a:pt x="124" y="25"/>
                  <a:pt x="115" y="23"/>
                </a:cubicBezTo>
                <a:cubicBezTo>
                  <a:pt x="115" y="1"/>
                  <a:pt x="115" y="1"/>
                  <a:pt x="115" y="1"/>
                </a:cubicBezTo>
                <a:cubicBezTo>
                  <a:pt x="111" y="1"/>
                  <a:pt x="106" y="0"/>
                  <a:pt x="101" y="0"/>
                </a:cubicBezTo>
                <a:cubicBezTo>
                  <a:pt x="95" y="0"/>
                  <a:pt x="91" y="1"/>
                  <a:pt x="86" y="1"/>
                </a:cubicBezTo>
                <a:cubicBezTo>
                  <a:pt x="86" y="23"/>
                  <a:pt x="86" y="23"/>
                  <a:pt x="86" y="23"/>
                </a:cubicBezTo>
                <a:cubicBezTo>
                  <a:pt x="79" y="24"/>
                  <a:pt x="73" y="26"/>
                  <a:pt x="68" y="29"/>
                </a:cubicBezTo>
                <a:cubicBezTo>
                  <a:pt x="55" y="11"/>
                  <a:pt x="55" y="11"/>
                  <a:pt x="55" y="11"/>
                </a:cubicBezTo>
                <a:cubicBezTo>
                  <a:pt x="46" y="15"/>
                  <a:pt x="38" y="21"/>
                  <a:pt x="31" y="28"/>
                </a:cubicBezTo>
                <a:cubicBezTo>
                  <a:pt x="43" y="46"/>
                  <a:pt x="43" y="46"/>
                  <a:pt x="43" y="46"/>
                </a:cubicBezTo>
                <a:cubicBezTo>
                  <a:pt x="39" y="50"/>
                  <a:pt x="35" y="55"/>
                  <a:pt x="32" y="60"/>
                </a:cubicBezTo>
                <a:cubicBezTo>
                  <a:pt x="12" y="53"/>
                  <a:pt x="12" y="53"/>
                  <a:pt x="12" y="53"/>
                </a:cubicBezTo>
                <a:cubicBezTo>
                  <a:pt x="7" y="62"/>
                  <a:pt x="3" y="71"/>
                  <a:pt x="1" y="81"/>
                </a:cubicBezTo>
                <a:cubicBezTo>
                  <a:pt x="22" y="88"/>
                  <a:pt x="22" y="88"/>
                  <a:pt x="22" y="88"/>
                </a:cubicBezTo>
                <a:cubicBezTo>
                  <a:pt x="21" y="93"/>
                  <a:pt x="21" y="97"/>
                  <a:pt x="21" y="101"/>
                </a:cubicBezTo>
                <a:cubicBezTo>
                  <a:pt x="21" y="103"/>
                  <a:pt x="21" y="105"/>
                  <a:pt x="21" y="107"/>
                </a:cubicBezTo>
                <a:cubicBezTo>
                  <a:pt x="0" y="113"/>
                  <a:pt x="0" y="113"/>
                  <a:pt x="0" y="113"/>
                </a:cubicBezTo>
                <a:cubicBezTo>
                  <a:pt x="1" y="123"/>
                  <a:pt x="4" y="133"/>
                  <a:pt x="7" y="142"/>
                </a:cubicBezTo>
                <a:cubicBezTo>
                  <a:pt x="28" y="136"/>
                  <a:pt x="28" y="136"/>
                  <a:pt x="28" y="136"/>
                </a:cubicBezTo>
                <a:cubicBezTo>
                  <a:pt x="31" y="142"/>
                  <a:pt x="35" y="147"/>
                  <a:pt x="39" y="152"/>
                </a:cubicBezTo>
                <a:cubicBezTo>
                  <a:pt x="25" y="169"/>
                  <a:pt x="25" y="169"/>
                  <a:pt x="25" y="169"/>
                </a:cubicBezTo>
                <a:cubicBezTo>
                  <a:pt x="31" y="176"/>
                  <a:pt x="39" y="182"/>
                  <a:pt x="47" y="188"/>
                </a:cubicBezTo>
                <a:cubicBezTo>
                  <a:pt x="61" y="171"/>
                  <a:pt x="61" y="171"/>
                  <a:pt x="61" y="171"/>
                </a:cubicBezTo>
                <a:cubicBezTo>
                  <a:pt x="69" y="175"/>
                  <a:pt x="77" y="178"/>
                  <a:pt x="86" y="180"/>
                </a:cubicBezTo>
                <a:cubicBezTo>
                  <a:pt x="86" y="202"/>
                  <a:pt x="86" y="202"/>
                  <a:pt x="86" y="202"/>
                </a:cubicBezTo>
                <a:cubicBezTo>
                  <a:pt x="91" y="202"/>
                  <a:pt x="95" y="203"/>
                  <a:pt x="101" y="203"/>
                </a:cubicBezTo>
                <a:cubicBezTo>
                  <a:pt x="106" y="203"/>
                  <a:pt x="111" y="202"/>
                  <a:pt x="115" y="202"/>
                </a:cubicBezTo>
                <a:cubicBezTo>
                  <a:pt x="115" y="180"/>
                  <a:pt x="115" y="180"/>
                  <a:pt x="115" y="180"/>
                </a:cubicBezTo>
                <a:cubicBezTo>
                  <a:pt x="122" y="179"/>
                  <a:pt x="128" y="177"/>
                  <a:pt x="134" y="174"/>
                </a:cubicBezTo>
                <a:cubicBezTo>
                  <a:pt x="146" y="192"/>
                  <a:pt x="146" y="192"/>
                  <a:pt x="146" y="192"/>
                </a:cubicBezTo>
                <a:cubicBezTo>
                  <a:pt x="155" y="188"/>
                  <a:pt x="163" y="182"/>
                  <a:pt x="170" y="175"/>
                </a:cubicBezTo>
                <a:cubicBezTo>
                  <a:pt x="158" y="157"/>
                  <a:pt x="158" y="157"/>
                  <a:pt x="158" y="157"/>
                </a:cubicBezTo>
                <a:cubicBezTo>
                  <a:pt x="162" y="153"/>
                  <a:pt x="166" y="148"/>
                  <a:pt x="169" y="142"/>
                </a:cubicBezTo>
                <a:cubicBezTo>
                  <a:pt x="190" y="150"/>
                  <a:pt x="190" y="150"/>
                  <a:pt x="190" y="150"/>
                </a:cubicBezTo>
                <a:cubicBezTo>
                  <a:pt x="194" y="141"/>
                  <a:pt x="198" y="131"/>
                  <a:pt x="200" y="121"/>
                </a:cubicBezTo>
                <a:cubicBezTo>
                  <a:pt x="179" y="114"/>
                  <a:pt x="179" y="114"/>
                  <a:pt x="179" y="114"/>
                </a:cubicBezTo>
                <a:cubicBezTo>
                  <a:pt x="180" y="110"/>
                  <a:pt x="180" y="106"/>
                  <a:pt x="180" y="101"/>
                </a:cubicBezTo>
                <a:close/>
                <a:moveTo>
                  <a:pt x="101" y="158"/>
                </a:moveTo>
                <a:cubicBezTo>
                  <a:pt x="71" y="158"/>
                  <a:pt x="47" y="133"/>
                  <a:pt x="47" y="103"/>
                </a:cubicBezTo>
                <a:cubicBezTo>
                  <a:pt x="47" y="73"/>
                  <a:pt x="71" y="49"/>
                  <a:pt x="101" y="49"/>
                </a:cubicBezTo>
                <a:cubicBezTo>
                  <a:pt x="131" y="49"/>
                  <a:pt x="155" y="73"/>
                  <a:pt x="155" y="103"/>
                </a:cubicBezTo>
                <a:cubicBezTo>
                  <a:pt x="155" y="133"/>
                  <a:pt x="131" y="158"/>
                  <a:pt x="101" y="158"/>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4" name="Freeform 10"/>
          <p:cNvSpPr>
            <a:spLocks noEditPoints="1"/>
          </p:cNvSpPr>
          <p:nvPr/>
        </p:nvSpPr>
        <p:spPr bwMode="auto">
          <a:xfrm>
            <a:off x="4792904" y="3126088"/>
            <a:ext cx="419024" cy="393797"/>
          </a:xfrm>
          <a:custGeom>
            <a:avLst/>
            <a:gdLst>
              <a:gd name="T0" fmla="*/ 401 w 415"/>
              <a:gd name="T1" fmla="*/ 70 h 390"/>
              <a:gd name="T2" fmla="*/ 102 w 415"/>
              <a:gd name="T3" fmla="*/ 70 h 390"/>
              <a:gd name="T4" fmla="*/ 82 w 415"/>
              <a:gd name="T5" fmla="*/ 27 h 390"/>
              <a:gd name="T6" fmla="*/ 3 w 415"/>
              <a:gd name="T7" fmla="*/ 10 h 390"/>
              <a:gd name="T8" fmla="*/ 66 w 415"/>
              <a:gd name="T9" fmla="*/ 49 h 390"/>
              <a:gd name="T10" fmla="*/ 128 w 415"/>
              <a:gd name="T11" fmla="*/ 254 h 390"/>
              <a:gd name="T12" fmla="*/ 110 w 415"/>
              <a:gd name="T13" fmla="*/ 319 h 390"/>
              <a:gd name="T14" fmla="*/ 129 w 415"/>
              <a:gd name="T15" fmla="*/ 324 h 390"/>
              <a:gd name="T16" fmla="*/ 159 w 415"/>
              <a:gd name="T17" fmla="*/ 390 h 390"/>
              <a:gd name="T18" fmla="*/ 188 w 415"/>
              <a:gd name="T19" fmla="*/ 324 h 390"/>
              <a:gd name="T20" fmla="*/ 265 w 415"/>
              <a:gd name="T21" fmla="*/ 351 h 390"/>
              <a:gd name="T22" fmla="*/ 344 w 415"/>
              <a:gd name="T23" fmla="*/ 351 h 390"/>
              <a:gd name="T24" fmla="*/ 346 w 415"/>
              <a:gd name="T25" fmla="*/ 324 h 390"/>
              <a:gd name="T26" fmla="*/ 346 w 415"/>
              <a:gd name="T27" fmla="*/ 302 h 390"/>
              <a:gd name="T28" fmla="*/ 147 w 415"/>
              <a:gd name="T29" fmla="*/ 268 h 390"/>
              <a:gd name="T30" fmla="*/ 346 w 415"/>
              <a:gd name="T31" fmla="*/ 269 h 390"/>
              <a:gd name="T32" fmla="*/ 414 w 415"/>
              <a:gd name="T33" fmla="*/ 87 h 390"/>
              <a:gd name="T34" fmla="*/ 159 w 415"/>
              <a:gd name="T35" fmla="*/ 368 h 390"/>
              <a:gd name="T36" fmla="*/ 159 w 415"/>
              <a:gd name="T37" fmla="*/ 333 h 390"/>
              <a:gd name="T38" fmla="*/ 159 w 415"/>
              <a:gd name="T39" fmla="*/ 368 h 390"/>
              <a:gd name="T40" fmla="*/ 287 w 415"/>
              <a:gd name="T41" fmla="*/ 351 h 390"/>
              <a:gd name="T42" fmla="*/ 322 w 415"/>
              <a:gd name="T43" fmla="*/ 351 h 390"/>
              <a:gd name="T44" fmla="*/ 374 w 415"/>
              <a:gd name="T45" fmla="*/ 126 h 390"/>
              <a:gd name="T46" fmla="*/ 306 w 415"/>
              <a:gd name="T47" fmla="*/ 97 h 390"/>
              <a:gd name="T48" fmla="*/ 374 w 415"/>
              <a:gd name="T49" fmla="*/ 126 h 390"/>
              <a:gd name="T50" fmla="*/ 306 w 415"/>
              <a:gd name="T51" fmla="*/ 187 h 390"/>
              <a:gd name="T52" fmla="*/ 365 w 415"/>
              <a:gd name="T53" fmla="*/ 153 h 390"/>
              <a:gd name="T54" fmla="*/ 219 w 415"/>
              <a:gd name="T55" fmla="*/ 153 h 390"/>
              <a:gd name="T56" fmla="*/ 280 w 415"/>
              <a:gd name="T57" fmla="*/ 187 h 390"/>
              <a:gd name="T58" fmla="*/ 219 w 415"/>
              <a:gd name="T59" fmla="*/ 153 h 390"/>
              <a:gd name="T60" fmla="*/ 219 w 415"/>
              <a:gd name="T61" fmla="*/ 242 h 390"/>
              <a:gd name="T62" fmla="*/ 280 w 415"/>
              <a:gd name="T63" fmla="*/ 214 h 390"/>
              <a:gd name="T64" fmla="*/ 130 w 415"/>
              <a:gd name="T65" fmla="*/ 153 h 390"/>
              <a:gd name="T66" fmla="*/ 192 w 415"/>
              <a:gd name="T67" fmla="*/ 187 h 390"/>
              <a:gd name="T68" fmla="*/ 130 w 415"/>
              <a:gd name="T69" fmla="*/ 153 h 390"/>
              <a:gd name="T70" fmla="*/ 280 w 415"/>
              <a:gd name="T71" fmla="*/ 97 h 390"/>
              <a:gd name="T72" fmla="*/ 219 w 415"/>
              <a:gd name="T73" fmla="*/ 126 h 390"/>
              <a:gd name="T74" fmla="*/ 192 w 415"/>
              <a:gd name="T75" fmla="*/ 97 h 390"/>
              <a:gd name="T76" fmla="*/ 121 w 415"/>
              <a:gd name="T77" fmla="*/ 126 h 390"/>
              <a:gd name="T78" fmla="*/ 192 w 415"/>
              <a:gd name="T79" fmla="*/ 97 h 390"/>
              <a:gd name="T80" fmla="*/ 192 w 415"/>
              <a:gd name="T81" fmla="*/ 214 h 390"/>
              <a:gd name="T82" fmla="*/ 161 w 415"/>
              <a:gd name="T83" fmla="*/ 242 h 390"/>
              <a:gd name="T84" fmla="*/ 306 w 415"/>
              <a:gd name="T85" fmla="*/ 242 h 390"/>
              <a:gd name="T86" fmla="*/ 346 w 415"/>
              <a:gd name="T87" fmla="*/ 214 h 390"/>
              <a:gd name="T88" fmla="*/ 306 w 415"/>
              <a:gd name="T89" fmla="*/ 242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15" h="390">
                <a:moveTo>
                  <a:pt x="412" y="76"/>
                </a:moveTo>
                <a:cubicBezTo>
                  <a:pt x="410" y="72"/>
                  <a:pt x="406" y="70"/>
                  <a:pt x="401" y="70"/>
                </a:cubicBezTo>
                <a:cubicBezTo>
                  <a:pt x="103" y="70"/>
                  <a:pt x="103" y="70"/>
                  <a:pt x="103" y="70"/>
                </a:cubicBezTo>
                <a:cubicBezTo>
                  <a:pt x="103" y="70"/>
                  <a:pt x="102" y="70"/>
                  <a:pt x="102" y="70"/>
                </a:cubicBezTo>
                <a:cubicBezTo>
                  <a:pt x="89" y="35"/>
                  <a:pt x="89" y="35"/>
                  <a:pt x="89" y="35"/>
                </a:cubicBezTo>
                <a:cubicBezTo>
                  <a:pt x="88" y="31"/>
                  <a:pt x="85" y="28"/>
                  <a:pt x="82" y="27"/>
                </a:cubicBezTo>
                <a:cubicBezTo>
                  <a:pt x="20" y="3"/>
                  <a:pt x="20" y="3"/>
                  <a:pt x="20" y="3"/>
                </a:cubicBezTo>
                <a:cubicBezTo>
                  <a:pt x="13" y="0"/>
                  <a:pt x="5" y="3"/>
                  <a:pt x="3" y="10"/>
                </a:cubicBezTo>
                <a:cubicBezTo>
                  <a:pt x="0" y="17"/>
                  <a:pt x="3" y="25"/>
                  <a:pt x="10" y="27"/>
                </a:cubicBezTo>
                <a:cubicBezTo>
                  <a:pt x="66" y="49"/>
                  <a:pt x="66" y="49"/>
                  <a:pt x="66" y="49"/>
                </a:cubicBezTo>
                <a:cubicBezTo>
                  <a:pt x="135" y="247"/>
                  <a:pt x="135" y="247"/>
                  <a:pt x="135" y="247"/>
                </a:cubicBezTo>
                <a:cubicBezTo>
                  <a:pt x="132" y="248"/>
                  <a:pt x="130" y="251"/>
                  <a:pt x="128" y="254"/>
                </a:cubicBezTo>
                <a:cubicBezTo>
                  <a:pt x="109" y="309"/>
                  <a:pt x="109" y="309"/>
                  <a:pt x="109" y="309"/>
                </a:cubicBezTo>
                <a:cubicBezTo>
                  <a:pt x="107" y="313"/>
                  <a:pt x="108" y="316"/>
                  <a:pt x="110" y="319"/>
                </a:cubicBezTo>
                <a:cubicBezTo>
                  <a:pt x="112" y="322"/>
                  <a:pt x="115" y="324"/>
                  <a:pt x="119" y="324"/>
                </a:cubicBezTo>
                <a:cubicBezTo>
                  <a:pt x="129" y="324"/>
                  <a:pt x="129" y="324"/>
                  <a:pt x="129" y="324"/>
                </a:cubicBezTo>
                <a:cubicBezTo>
                  <a:pt x="123" y="331"/>
                  <a:pt x="119" y="340"/>
                  <a:pt x="119" y="351"/>
                </a:cubicBezTo>
                <a:cubicBezTo>
                  <a:pt x="119" y="372"/>
                  <a:pt x="137" y="390"/>
                  <a:pt x="159" y="390"/>
                </a:cubicBezTo>
                <a:cubicBezTo>
                  <a:pt x="181" y="390"/>
                  <a:pt x="198" y="372"/>
                  <a:pt x="198" y="351"/>
                </a:cubicBezTo>
                <a:cubicBezTo>
                  <a:pt x="198" y="340"/>
                  <a:pt x="194" y="331"/>
                  <a:pt x="188" y="324"/>
                </a:cubicBezTo>
                <a:cubicBezTo>
                  <a:pt x="275" y="324"/>
                  <a:pt x="275" y="324"/>
                  <a:pt x="275" y="324"/>
                </a:cubicBezTo>
                <a:cubicBezTo>
                  <a:pt x="268" y="331"/>
                  <a:pt x="265" y="340"/>
                  <a:pt x="265" y="351"/>
                </a:cubicBezTo>
                <a:cubicBezTo>
                  <a:pt x="265" y="372"/>
                  <a:pt x="282" y="390"/>
                  <a:pt x="304" y="390"/>
                </a:cubicBezTo>
                <a:cubicBezTo>
                  <a:pt x="326" y="390"/>
                  <a:pt x="344" y="372"/>
                  <a:pt x="344" y="351"/>
                </a:cubicBezTo>
                <a:cubicBezTo>
                  <a:pt x="344" y="340"/>
                  <a:pt x="340" y="331"/>
                  <a:pt x="334" y="324"/>
                </a:cubicBezTo>
                <a:cubicBezTo>
                  <a:pt x="346" y="324"/>
                  <a:pt x="346" y="324"/>
                  <a:pt x="346" y="324"/>
                </a:cubicBezTo>
                <a:cubicBezTo>
                  <a:pt x="352" y="324"/>
                  <a:pt x="357" y="319"/>
                  <a:pt x="357" y="313"/>
                </a:cubicBezTo>
                <a:cubicBezTo>
                  <a:pt x="357" y="307"/>
                  <a:pt x="352" y="302"/>
                  <a:pt x="346" y="302"/>
                </a:cubicBezTo>
                <a:cubicBezTo>
                  <a:pt x="135" y="302"/>
                  <a:pt x="135" y="302"/>
                  <a:pt x="135" y="302"/>
                </a:cubicBezTo>
                <a:cubicBezTo>
                  <a:pt x="147" y="268"/>
                  <a:pt x="147" y="268"/>
                  <a:pt x="147" y="268"/>
                </a:cubicBezTo>
                <a:cubicBezTo>
                  <a:pt x="148" y="268"/>
                  <a:pt x="150" y="269"/>
                  <a:pt x="152" y="269"/>
                </a:cubicBezTo>
                <a:cubicBezTo>
                  <a:pt x="346" y="269"/>
                  <a:pt x="346" y="269"/>
                  <a:pt x="346" y="269"/>
                </a:cubicBezTo>
                <a:cubicBezTo>
                  <a:pt x="352" y="269"/>
                  <a:pt x="357" y="265"/>
                  <a:pt x="359" y="260"/>
                </a:cubicBezTo>
                <a:cubicBezTo>
                  <a:pt x="414" y="87"/>
                  <a:pt x="414" y="87"/>
                  <a:pt x="414" y="87"/>
                </a:cubicBezTo>
                <a:cubicBezTo>
                  <a:pt x="415" y="83"/>
                  <a:pt x="415" y="79"/>
                  <a:pt x="412" y="76"/>
                </a:cubicBezTo>
                <a:moveTo>
                  <a:pt x="159" y="368"/>
                </a:moveTo>
                <a:cubicBezTo>
                  <a:pt x="149" y="368"/>
                  <a:pt x="141" y="360"/>
                  <a:pt x="141" y="351"/>
                </a:cubicBezTo>
                <a:cubicBezTo>
                  <a:pt x="141" y="341"/>
                  <a:pt x="149" y="333"/>
                  <a:pt x="159" y="333"/>
                </a:cubicBezTo>
                <a:cubicBezTo>
                  <a:pt x="168" y="333"/>
                  <a:pt x="176" y="341"/>
                  <a:pt x="176" y="351"/>
                </a:cubicBezTo>
                <a:cubicBezTo>
                  <a:pt x="176" y="360"/>
                  <a:pt x="168" y="368"/>
                  <a:pt x="159" y="368"/>
                </a:cubicBezTo>
                <a:moveTo>
                  <a:pt x="304" y="368"/>
                </a:moveTo>
                <a:cubicBezTo>
                  <a:pt x="295" y="368"/>
                  <a:pt x="287" y="360"/>
                  <a:pt x="287" y="351"/>
                </a:cubicBezTo>
                <a:cubicBezTo>
                  <a:pt x="287" y="341"/>
                  <a:pt x="295" y="333"/>
                  <a:pt x="304" y="333"/>
                </a:cubicBezTo>
                <a:cubicBezTo>
                  <a:pt x="314" y="333"/>
                  <a:pt x="322" y="341"/>
                  <a:pt x="322" y="351"/>
                </a:cubicBezTo>
                <a:cubicBezTo>
                  <a:pt x="322" y="360"/>
                  <a:pt x="314" y="368"/>
                  <a:pt x="304" y="368"/>
                </a:cubicBezTo>
                <a:moveTo>
                  <a:pt x="374" y="126"/>
                </a:moveTo>
                <a:cubicBezTo>
                  <a:pt x="306" y="126"/>
                  <a:pt x="306" y="126"/>
                  <a:pt x="306" y="126"/>
                </a:cubicBezTo>
                <a:cubicBezTo>
                  <a:pt x="306" y="97"/>
                  <a:pt x="306" y="97"/>
                  <a:pt x="306" y="97"/>
                </a:cubicBezTo>
                <a:cubicBezTo>
                  <a:pt x="383" y="97"/>
                  <a:pt x="383" y="97"/>
                  <a:pt x="383" y="97"/>
                </a:cubicBezTo>
                <a:lnTo>
                  <a:pt x="374" y="126"/>
                </a:lnTo>
                <a:close/>
                <a:moveTo>
                  <a:pt x="354" y="187"/>
                </a:moveTo>
                <a:cubicBezTo>
                  <a:pt x="306" y="187"/>
                  <a:pt x="306" y="187"/>
                  <a:pt x="306" y="187"/>
                </a:cubicBezTo>
                <a:cubicBezTo>
                  <a:pt x="306" y="153"/>
                  <a:pt x="306" y="153"/>
                  <a:pt x="306" y="153"/>
                </a:cubicBezTo>
                <a:cubicBezTo>
                  <a:pt x="365" y="153"/>
                  <a:pt x="365" y="153"/>
                  <a:pt x="365" y="153"/>
                </a:cubicBezTo>
                <a:lnTo>
                  <a:pt x="354" y="187"/>
                </a:lnTo>
                <a:close/>
                <a:moveTo>
                  <a:pt x="219" y="153"/>
                </a:moveTo>
                <a:cubicBezTo>
                  <a:pt x="280" y="153"/>
                  <a:pt x="280" y="153"/>
                  <a:pt x="280" y="153"/>
                </a:cubicBezTo>
                <a:cubicBezTo>
                  <a:pt x="280" y="187"/>
                  <a:pt x="280" y="187"/>
                  <a:pt x="280" y="187"/>
                </a:cubicBezTo>
                <a:cubicBezTo>
                  <a:pt x="219" y="187"/>
                  <a:pt x="219" y="187"/>
                  <a:pt x="219" y="187"/>
                </a:cubicBezTo>
                <a:lnTo>
                  <a:pt x="219" y="153"/>
                </a:lnTo>
                <a:close/>
                <a:moveTo>
                  <a:pt x="280" y="242"/>
                </a:moveTo>
                <a:cubicBezTo>
                  <a:pt x="219" y="242"/>
                  <a:pt x="219" y="242"/>
                  <a:pt x="219" y="242"/>
                </a:cubicBezTo>
                <a:cubicBezTo>
                  <a:pt x="219" y="214"/>
                  <a:pt x="219" y="214"/>
                  <a:pt x="219" y="214"/>
                </a:cubicBezTo>
                <a:cubicBezTo>
                  <a:pt x="280" y="214"/>
                  <a:pt x="280" y="214"/>
                  <a:pt x="280" y="214"/>
                </a:cubicBezTo>
                <a:lnTo>
                  <a:pt x="280" y="242"/>
                </a:lnTo>
                <a:close/>
                <a:moveTo>
                  <a:pt x="130" y="153"/>
                </a:moveTo>
                <a:cubicBezTo>
                  <a:pt x="192" y="153"/>
                  <a:pt x="192" y="153"/>
                  <a:pt x="192" y="153"/>
                </a:cubicBezTo>
                <a:cubicBezTo>
                  <a:pt x="192" y="187"/>
                  <a:pt x="192" y="187"/>
                  <a:pt x="192" y="187"/>
                </a:cubicBezTo>
                <a:cubicBezTo>
                  <a:pt x="142" y="187"/>
                  <a:pt x="142" y="187"/>
                  <a:pt x="142" y="187"/>
                </a:cubicBezTo>
                <a:lnTo>
                  <a:pt x="130" y="153"/>
                </a:lnTo>
                <a:close/>
                <a:moveTo>
                  <a:pt x="219" y="97"/>
                </a:moveTo>
                <a:cubicBezTo>
                  <a:pt x="280" y="97"/>
                  <a:pt x="280" y="97"/>
                  <a:pt x="280" y="97"/>
                </a:cubicBezTo>
                <a:cubicBezTo>
                  <a:pt x="280" y="126"/>
                  <a:pt x="280" y="126"/>
                  <a:pt x="280" y="126"/>
                </a:cubicBezTo>
                <a:cubicBezTo>
                  <a:pt x="219" y="126"/>
                  <a:pt x="219" y="126"/>
                  <a:pt x="219" y="126"/>
                </a:cubicBezTo>
                <a:lnTo>
                  <a:pt x="219" y="97"/>
                </a:lnTo>
                <a:close/>
                <a:moveTo>
                  <a:pt x="192" y="97"/>
                </a:moveTo>
                <a:cubicBezTo>
                  <a:pt x="192" y="126"/>
                  <a:pt x="192" y="126"/>
                  <a:pt x="192" y="126"/>
                </a:cubicBezTo>
                <a:cubicBezTo>
                  <a:pt x="121" y="126"/>
                  <a:pt x="121" y="126"/>
                  <a:pt x="121" y="126"/>
                </a:cubicBezTo>
                <a:cubicBezTo>
                  <a:pt x="111" y="97"/>
                  <a:pt x="111" y="97"/>
                  <a:pt x="111" y="97"/>
                </a:cubicBezTo>
                <a:lnTo>
                  <a:pt x="192" y="97"/>
                </a:lnTo>
                <a:close/>
                <a:moveTo>
                  <a:pt x="151" y="214"/>
                </a:moveTo>
                <a:cubicBezTo>
                  <a:pt x="192" y="214"/>
                  <a:pt x="192" y="214"/>
                  <a:pt x="192" y="214"/>
                </a:cubicBezTo>
                <a:cubicBezTo>
                  <a:pt x="192" y="242"/>
                  <a:pt x="192" y="242"/>
                  <a:pt x="192" y="242"/>
                </a:cubicBezTo>
                <a:cubicBezTo>
                  <a:pt x="161" y="242"/>
                  <a:pt x="161" y="242"/>
                  <a:pt x="161" y="242"/>
                </a:cubicBezTo>
                <a:lnTo>
                  <a:pt x="151" y="214"/>
                </a:lnTo>
                <a:close/>
                <a:moveTo>
                  <a:pt x="306" y="242"/>
                </a:moveTo>
                <a:cubicBezTo>
                  <a:pt x="306" y="214"/>
                  <a:pt x="306" y="214"/>
                  <a:pt x="306" y="214"/>
                </a:cubicBezTo>
                <a:cubicBezTo>
                  <a:pt x="346" y="214"/>
                  <a:pt x="346" y="214"/>
                  <a:pt x="346" y="214"/>
                </a:cubicBezTo>
                <a:cubicBezTo>
                  <a:pt x="337" y="242"/>
                  <a:pt x="337" y="242"/>
                  <a:pt x="337" y="242"/>
                </a:cubicBezTo>
                <a:lnTo>
                  <a:pt x="306" y="24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Tree>
    <p:extLst>
      <p:ext uri="{BB962C8B-B14F-4D97-AF65-F5344CB8AC3E}">
        <p14:creationId xmlns:p14="http://schemas.microsoft.com/office/powerpoint/2010/main" val="1286359580"/>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6" name="Freeform 245"/>
          <p:cNvSpPr>
            <a:spLocks/>
          </p:cNvSpPr>
          <p:nvPr/>
        </p:nvSpPr>
        <p:spPr bwMode="auto">
          <a:xfrm>
            <a:off x="4713287" y="2006694"/>
            <a:ext cx="1322388" cy="1100138"/>
          </a:xfrm>
          <a:custGeom>
            <a:avLst/>
            <a:gdLst>
              <a:gd name="T0" fmla="*/ 352 w 352"/>
              <a:gd name="T1" fmla="*/ 0 h 293"/>
              <a:gd name="T2" fmla="*/ 352 w 352"/>
              <a:gd name="T3" fmla="*/ 293 h 293"/>
              <a:gd name="T4" fmla="*/ 0 w 352"/>
              <a:gd name="T5" fmla="*/ 293 h 293"/>
              <a:gd name="T6" fmla="*/ 352 w 352"/>
              <a:gd name="T7" fmla="*/ 0 h 293"/>
            </a:gdLst>
            <a:ahLst/>
            <a:cxnLst>
              <a:cxn ang="0">
                <a:pos x="T0" y="T1"/>
              </a:cxn>
              <a:cxn ang="0">
                <a:pos x="T2" y="T3"/>
              </a:cxn>
              <a:cxn ang="0">
                <a:pos x="T4" y="T5"/>
              </a:cxn>
              <a:cxn ang="0">
                <a:pos x="T6" y="T7"/>
              </a:cxn>
            </a:cxnLst>
            <a:rect l="0" t="0" r="r" b="b"/>
            <a:pathLst>
              <a:path w="352" h="293">
                <a:moveTo>
                  <a:pt x="352" y="0"/>
                </a:moveTo>
                <a:cubicBezTo>
                  <a:pt x="352" y="293"/>
                  <a:pt x="352" y="293"/>
                  <a:pt x="352" y="293"/>
                </a:cubicBezTo>
                <a:cubicBezTo>
                  <a:pt x="0" y="293"/>
                  <a:pt x="0" y="293"/>
                  <a:pt x="0" y="293"/>
                </a:cubicBezTo>
                <a:cubicBezTo>
                  <a:pt x="38" y="131"/>
                  <a:pt x="181" y="8"/>
                  <a:pt x="352" y="0"/>
                </a:cubicBez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Freeform 246"/>
          <p:cNvSpPr>
            <a:spLocks/>
          </p:cNvSpPr>
          <p:nvPr/>
        </p:nvSpPr>
        <p:spPr bwMode="auto">
          <a:xfrm>
            <a:off x="4672012" y="3227481"/>
            <a:ext cx="1363663" cy="1198563"/>
          </a:xfrm>
          <a:custGeom>
            <a:avLst/>
            <a:gdLst>
              <a:gd name="T0" fmla="*/ 363 w 363"/>
              <a:gd name="T1" fmla="*/ 0 h 319"/>
              <a:gd name="T2" fmla="*/ 363 w 363"/>
              <a:gd name="T3" fmla="*/ 319 h 319"/>
              <a:gd name="T4" fmla="*/ 109 w 363"/>
              <a:gd name="T5" fmla="*/ 319 h 319"/>
              <a:gd name="T6" fmla="*/ 109 w 363"/>
              <a:gd name="T7" fmla="*/ 319 h 319"/>
              <a:gd name="T8" fmla="*/ 1 w 363"/>
              <a:gd name="T9" fmla="*/ 61 h 319"/>
              <a:gd name="T10" fmla="*/ 4 w 363"/>
              <a:gd name="T11" fmla="*/ 0 h 319"/>
              <a:gd name="T12" fmla="*/ 363 w 363"/>
              <a:gd name="T13" fmla="*/ 0 h 319"/>
            </a:gdLst>
            <a:ahLst/>
            <a:cxnLst>
              <a:cxn ang="0">
                <a:pos x="T0" y="T1"/>
              </a:cxn>
              <a:cxn ang="0">
                <a:pos x="T2" y="T3"/>
              </a:cxn>
              <a:cxn ang="0">
                <a:pos x="T4" y="T5"/>
              </a:cxn>
              <a:cxn ang="0">
                <a:pos x="T6" y="T7"/>
              </a:cxn>
              <a:cxn ang="0">
                <a:pos x="T8" y="T9"/>
              </a:cxn>
              <a:cxn ang="0">
                <a:pos x="T10" y="T11"/>
              </a:cxn>
              <a:cxn ang="0">
                <a:pos x="T12" y="T13"/>
              </a:cxn>
            </a:cxnLst>
            <a:rect l="0" t="0" r="r" b="b"/>
            <a:pathLst>
              <a:path w="363" h="319">
                <a:moveTo>
                  <a:pt x="363" y="0"/>
                </a:moveTo>
                <a:cubicBezTo>
                  <a:pt x="363" y="319"/>
                  <a:pt x="363" y="319"/>
                  <a:pt x="363" y="319"/>
                </a:cubicBezTo>
                <a:cubicBezTo>
                  <a:pt x="109" y="319"/>
                  <a:pt x="109" y="319"/>
                  <a:pt x="109" y="319"/>
                </a:cubicBezTo>
                <a:cubicBezTo>
                  <a:pt x="109" y="319"/>
                  <a:pt x="109" y="319"/>
                  <a:pt x="109" y="319"/>
                </a:cubicBezTo>
                <a:cubicBezTo>
                  <a:pt x="43" y="252"/>
                  <a:pt x="2" y="161"/>
                  <a:pt x="1" y="61"/>
                </a:cubicBezTo>
                <a:cubicBezTo>
                  <a:pt x="0" y="40"/>
                  <a:pt x="2" y="20"/>
                  <a:pt x="4" y="0"/>
                </a:cubicBezTo>
                <a:lnTo>
                  <a:pt x="363" y="0"/>
                </a:lnTo>
                <a:close/>
              </a:path>
            </a:pathLst>
          </a:custGeom>
          <a:solidFill>
            <a:srgbClr val="3A8FCB"/>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48" name="Freeform 247"/>
          <p:cNvSpPr>
            <a:spLocks/>
          </p:cNvSpPr>
          <p:nvPr/>
        </p:nvSpPr>
        <p:spPr bwMode="auto">
          <a:xfrm>
            <a:off x="5187950" y="4549869"/>
            <a:ext cx="847725" cy="1093788"/>
          </a:xfrm>
          <a:custGeom>
            <a:avLst/>
            <a:gdLst>
              <a:gd name="T0" fmla="*/ 0 w 226"/>
              <a:gd name="T1" fmla="*/ 0 h 291"/>
              <a:gd name="T2" fmla="*/ 226 w 226"/>
              <a:gd name="T3" fmla="*/ 0 h 291"/>
              <a:gd name="T4" fmla="*/ 226 w 226"/>
              <a:gd name="T5" fmla="*/ 291 h 291"/>
              <a:gd name="T6" fmla="*/ 100 w 226"/>
              <a:gd name="T7" fmla="*/ 291 h 291"/>
              <a:gd name="T8" fmla="*/ 71 w 226"/>
              <a:gd name="T9" fmla="*/ 261 h 291"/>
              <a:gd name="T10" fmla="*/ 71 w 226"/>
              <a:gd name="T11" fmla="*/ 206 h 291"/>
              <a:gd name="T12" fmla="*/ 0 w 226"/>
              <a:gd name="T13" fmla="*/ 0 h 291"/>
            </a:gdLst>
            <a:ahLst/>
            <a:cxnLst>
              <a:cxn ang="0">
                <a:pos x="T0" y="T1"/>
              </a:cxn>
              <a:cxn ang="0">
                <a:pos x="T2" y="T3"/>
              </a:cxn>
              <a:cxn ang="0">
                <a:pos x="T4" y="T5"/>
              </a:cxn>
              <a:cxn ang="0">
                <a:pos x="T6" y="T7"/>
              </a:cxn>
              <a:cxn ang="0">
                <a:pos x="T8" y="T9"/>
              </a:cxn>
              <a:cxn ang="0">
                <a:pos x="T10" y="T11"/>
              </a:cxn>
              <a:cxn ang="0">
                <a:pos x="T12" y="T13"/>
              </a:cxn>
            </a:cxnLst>
            <a:rect l="0" t="0" r="r" b="b"/>
            <a:pathLst>
              <a:path w="226" h="291">
                <a:moveTo>
                  <a:pt x="0" y="0"/>
                </a:moveTo>
                <a:cubicBezTo>
                  <a:pt x="226" y="0"/>
                  <a:pt x="226" y="0"/>
                  <a:pt x="226" y="0"/>
                </a:cubicBezTo>
                <a:cubicBezTo>
                  <a:pt x="226" y="291"/>
                  <a:pt x="226" y="291"/>
                  <a:pt x="226" y="291"/>
                </a:cubicBezTo>
                <a:cubicBezTo>
                  <a:pt x="100" y="291"/>
                  <a:pt x="100" y="291"/>
                  <a:pt x="100" y="291"/>
                </a:cubicBezTo>
                <a:cubicBezTo>
                  <a:pt x="84" y="291"/>
                  <a:pt x="71" y="277"/>
                  <a:pt x="71" y="261"/>
                </a:cubicBezTo>
                <a:cubicBezTo>
                  <a:pt x="71" y="206"/>
                  <a:pt x="71" y="206"/>
                  <a:pt x="71" y="206"/>
                </a:cubicBezTo>
                <a:cubicBezTo>
                  <a:pt x="71" y="131"/>
                  <a:pt x="46" y="59"/>
                  <a:pt x="0" y="0"/>
                </a:cubicBezTo>
                <a:close/>
              </a:path>
            </a:pathLst>
          </a:custGeom>
          <a:solidFill>
            <a:srgbClr val="F26D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248"/>
          <p:cNvSpPr>
            <a:spLocks/>
          </p:cNvSpPr>
          <p:nvPr/>
        </p:nvSpPr>
        <p:spPr bwMode="auto">
          <a:xfrm>
            <a:off x="6156325" y="2006694"/>
            <a:ext cx="1327150" cy="1100138"/>
          </a:xfrm>
          <a:custGeom>
            <a:avLst/>
            <a:gdLst>
              <a:gd name="T0" fmla="*/ 353 w 353"/>
              <a:gd name="T1" fmla="*/ 293 h 293"/>
              <a:gd name="T2" fmla="*/ 0 w 353"/>
              <a:gd name="T3" fmla="*/ 293 h 293"/>
              <a:gd name="T4" fmla="*/ 0 w 353"/>
              <a:gd name="T5" fmla="*/ 0 h 293"/>
              <a:gd name="T6" fmla="*/ 353 w 353"/>
              <a:gd name="T7" fmla="*/ 293 h 293"/>
            </a:gdLst>
            <a:ahLst/>
            <a:cxnLst>
              <a:cxn ang="0">
                <a:pos x="T0" y="T1"/>
              </a:cxn>
              <a:cxn ang="0">
                <a:pos x="T2" y="T3"/>
              </a:cxn>
              <a:cxn ang="0">
                <a:pos x="T4" y="T5"/>
              </a:cxn>
              <a:cxn ang="0">
                <a:pos x="T6" y="T7"/>
              </a:cxn>
            </a:cxnLst>
            <a:rect l="0" t="0" r="r" b="b"/>
            <a:pathLst>
              <a:path w="353" h="293">
                <a:moveTo>
                  <a:pt x="353" y="293"/>
                </a:moveTo>
                <a:cubicBezTo>
                  <a:pt x="0" y="293"/>
                  <a:pt x="0" y="293"/>
                  <a:pt x="0" y="293"/>
                </a:cubicBezTo>
                <a:cubicBezTo>
                  <a:pt x="0" y="0"/>
                  <a:pt x="0" y="0"/>
                  <a:pt x="0" y="0"/>
                </a:cubicBezTo>
                <a:cubicBezTo>
                  <a:pt x="173" y="8"/>
                  <a:pt x="315" y="130"/>
                  <a:pt x="353" y="293"/>
                </a:cubicBezTo>
                <a:close/>
              </a:path>
            </a:pathLst>
          </a:custGeom>
          <a:solidFill>
            <a:srgbClr val="936C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Freeform 249"/>
          <p:cNvSpPr>
            <a:spLocks/>
          </p:cNvSpPr>
          <p:nvPr/>
        </p:nvSpPr>
        <p:spPr bwMode="auto">
          <a:xfrm>
            <a:off x="6156325" y="4549869"/>
            <a:ext cx="849313" cy="1093788"/>
          </a:xfrm>
          <a:custGeom>
            <a:avLst/>
            <a:gdLst>
              <a:gd name="T0" fmla="*/ 0 w 226"/>
              <a:gd name="T1" fmla="*/ 0 h 291"/>
              <a:gd name="T2" fmla="*/ 226 w 226"/>
              <a:gd name="T3" fmla="*/ 0 h 291"/>
              <a:gd name="T4" fmla="*/ 155 w 226"/>
              <a:gd name="T5" fmla="*/ 209 h 291"/>
              <a:gd name="T6" fmla="*/ 155 w 226"/>
              <a:gd name="T7" fmla="*/ 261 h 291"/>
              <a:gd name="T8" fmla="*/ 126 w 226"/>
              <a:gd name="T9" fmla="*/ 291 h 291"/>
              <a:gd name="T10" fmla="*/ 0 w 226"/>
              <a:gd name="T11" fmla="*/ 291 h 291"/>
              <a:gd name="T12" fmla="*/ 0 w 226"/>
              <a:gd name="T13" fmla="*/ 0 h 291"/>
            </a:gdLst>
            <a:ahLst/>
            <a:cxnLst>
              <a:cxn ang="0">
                <a:pos x="T0" y="T1"/>
              </a:cxn>
              <a:cxn ang="0">
                <a:pos x="T2" y="T3"/>
              </a:cxn>
              <a:cxn ang="0">
                <a:pos x="T4" y="T5"/>
              </a:cxn>
              <a:cxn ang="0">
                <a:pos x="T6" y="T7"/>
              </a:cxn>
              <a:cxn ang="0">
                <a:pos x="T8" y="T9"/>
              </a:cxn>
              <a:cxn ang="0">
                <a:pos x="T10" y="T11"/>
              </a:cxn>
              <a:cxn ang="0">
                <a:pos x="T12" y="T13"/>
              </a:cxn>
            </a:cxnLst>
            <a:rect l="0" t="0" r="r" b="b"/>
            <a:pathLst>
              <a:path w="226" h="291">
                <a:moveTo>
                  <a:pt x="0" y="0"/>
                </a:moveTo>
                <a:cubicBezTo>
                  <a:pt x="226" y="0"/>
                  <a:pt x="226" y="0"/>
                  <a:pt x="226" y="0"/>
                </a:cubicBezTo>
                <a:cubicBezTo>
                  <a:pt x="181" y="60"/>
                  <a:pt x="155" y="133"/>
                  <a:pt x="155" y="209"/>
                </a:cubicBezTo>
                <a:cubicBezTo>
                  <a:pt x="155" y="261"/>
                  <a:pt x="155" y="261"/>
                  <a:pt x="155" y="261"/>
                </a:cubicBezTo>
                <a:cubicBezTo>
                  <a:pt x="155" y="277"/>
                  <a:pt x="142" y="291"/>
                  <a:pt x="126" y="291"/>
                </a:cubicBezTo>
                <a:cubicBezTo>
                  <a:pt x="0" y="291"/>
                  <a:pt x="0" y="291"/>
                  <a:pt x="0" y="291"/>
                </a:cubicBezTo>
                <a:lnTo>
                  <a:pt x="0" y="0"/>
                </a:ln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Freeform 250"/>
          <p:cNvSpPr>
            <a:spLocks/>
          </p:cNvSpPr>
          <p:nvPr/>
        </p:nvSpPr>
        <p:spPr bwMode="auto">
          <a:xfrm>
            <a:off x="6156325" y="3227481"/>
            <a:ext cx="1363663" cy="1198563"/>
          </a:xfrm>
          <a:custGeom>
            <a:avLst/>
            <a:gdLst>
              <a:gd name="T0" fmla="*/ 363 w 363"/>
              <a:gd name="T1" fmla="*/ 54 h 319"/>
              <a:gd name="T2" fmla="*/ 255 w 363"/>
              <a:gd name="T3" fmla="*/ 318 h 319"/>
              <a:gd name="T4" fmla="*/ 254 w 363"/>
              <a:gd name="T5" fmla="*/ 319 h 319"/>
              <a:gd name="T6" fmla="*/ 0 w 363"/>
              <a:gd name="T7" fmla="*/ 319 h 319"/>
              <a:gd name="T8" fmla="*/ 0 w 363"/>
              <a:gd name="T9" fmla="*/ 0 h 319"/>
              <a:gd name="T10" fmla="*/ 359 w 363"/>
              <a:gd name="T11" fmla="*/ 0 h 319"/>
              <a:gd name="T12" fmla="*/ 363 w 363"/>
              <a:gd name="T13" fmla="*/ 54 h 319"/>
            </a:gdLst>
            <a:ahLst/>
            <a:cxnLst>
              <a:cxn ang="0">
                <a:pos x="T0" y="T1"/>
              </a:cxn>
              <a:cxn ang="0">
                <a:pos x="T2" y="T3"/>
              </a:cxn>
              <a:cxn ang="0">
                <a:pos x="T4" y="T5"/>
              </a:cxn>
              <a:cxn ang="0">
                <a:pos x="T6" y="T7"/>
              </a:cxn>
              <a:cxn ang="0">
                <a:pos x="T8" y="T9"/>
              </a:cxn>
              <a:cxn ang="0">
                <a:pos x="T10" y="T11"/>
              </a:cxn>
              <a:cxn ang="0">
                <a:pos x="T12" y="T13"/>
              </a:cxn>
            </a:cxnLst>
            <a:rect l="0" t="0" r="r" b="b"/>
            <a:pathLst>
              <a:path w="363" h="319">
                <a:moveTo>
                  <a:pt x="363" y="54"/>
                </a:moveTo>
                <a:cubicBezTo>
                  <a:pt x="363" y="156"/>
                  <a:pt x="322" y="250"/>
                  <a:pt x="255" y="318"/>
                </a:cubicBezTo>
                <a:cubicBezTo>
                  <a:pt x="255" y="318"/>
                  <a:pt x="255" y="319"/>
                  <a:pt x="254" y="319"/>
                </a:cubicBezTo>
                <a:cubicBezTo>
                  <a:pt x="0" y="319"/>
                  <a:pt x="0" y="319"/>
                  <a:pt x="0" y="319"/>
                </a:cubicBezTo>
                <a:cubicBezTo>
                  <a:pt x="0" y="0"/>
                  <a:pt x="0" y="0"/>
                  <a:pt x="0" y="0"/>
                </a:cubicBezTo>
                <a:cubicBezTo>
                  <a:pt x="359" y="0"/>
                  <a:pt x="359" y="0"/>
                  <a:pt x="359" y="0"/>
                </a:cubicBezTo>
                <a:cubicBezTo>
                  <a:pt x="361" y="18"/>
                  <a:pt x="363" y="36"/>
                  <a:pt x="363" y="54"/>
                </a:cubicBezTo>
                <a:close/>
              </a:path>
            </a:pathLst>
          </a:custGeom>
          <a:solidFill>
            <a:srgbClr val="9BBB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251"/>
          <p:cNvSpPr>
            <a:spLocks/>
          </p:cNvSpPr>
          <p:nvPr/>
        </p:nvSpPr>
        <p:spPr bwMode="auto">
          <a:xfrm>
            <a:off x="5454650" y="5710331"/>
            <a:ext cx="1287463" cy="192088"/>
          </a:xfrm>
          <a:custGeom>
            <a:avLst/>
            <a:gdLst>
              <a:gd name="T0" fmla="*/ 26 w 343"/>
              <a:gd name="T1" fmla="*/ 51 h 51"/>
              <a:gd name="T2" fmla="*/ 317 w 343"/>
              <a:gd name="T3" fmla="*/ 51 h 51"/>
              <a:gd name="T4" fmla="*/ 343 w 343"/>
              <a:gd name="T5" fmla="*/ 25 h 51"/>
              <a:gd name="T6" fmla="*/ 317 w 343"/>
              <a:gd name="T7" fmla="*/ 0 h 51"/>
              <a:gd name="T8" fmla="*/ 26 w 343"/>
              <a:gd name="T9" fmla="*/ 0 h 51"/>
              <a:gd name="T10" fmla="*/ 0 w 343"/>
              <a:gd name="T11" fmla="*/ 25 h 51"/>
              <a:gd name="T12" fmla="*/ 26 w 343"/>
              <a:gd name="T13" fmla="*/ 51 h 51"/>
            </a:gdLst>
            <a:ahLst/>
            <a:cxnLst>
              <a:cxn ang="0">
                <a:pos x="T0" y="T1"/>
              </a:cxn>
              <a:cxn ang="0">
                <a:pos x="T2" y="T3"/>
              </a:cxn>
              <a:cxn ang="0">
                <a:pos x="T4" y="T5"/>
              </a:cxn>
              <a:cxn ang="0">
                <a:pos x="T6" y="T7"/>
              </a:cxn>
              <a:cxn ang="0">
                <a:pos x="T8" y="T9"/>
              </a:cxn>
              <a:cxn ang="0">
                <a:pos x="T10" y="T11"/>
              </a:cxn>
              <a:cxn ang="0">
                <a:pos x="T12" y="T13"/>
              </a:cxn>
            </a:cxnLst>
            <a:rect l="0" t="0" r="r" b="b"/>
            <a:pathLst>
              <a:path w="343" h="51">
                <a:moveTo>
                  <a:pt x="26" y="51"/>
                </a:moveTo>
                <a:cubicBezTo>
                  <a:pt x="317" y="51"/>
                  <a:pt x="317" y="51"/>
                  <a:pt x="317" y="51"/>
                </a:cubicBezTo>
                <a:cubicBezTo>
                  <a:pt x="331" y="51"/>
                  <a:pt x="343" y="40"/>
                  <a:pt x="343" y="25"/>
                </a:cubicBezTo>
                <a:cubicBezTo>
                  <a:pt x="343" y="11"/>
                  <a:pt x="331" y="0"/>
                  <a:pt x="317" y="0"/>
                </a:cubicBezTo>
                <a:cubicBezTo>
                  <a:pt x="26" y="0"/>
                  <a:pt x="26" y="0"/>
                  <a:pt x="26" y="0"/>
                </a:cubicBezTo>
                <a:cubicBezTo>
                  <a:pt x="11" y="0"/>
                  <a:pt x="0" y="11"/>
                  <a:pt x="0" y="25"/>
                </a:cubicBezTo>
                <a:cubicBezTo>
                  <a:pt x="0" y="40"/>
                  <a:pt x="11" y="51"/>
                  <a:pt x="26" y="51"/>
                </a:cubicBez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252"/>
          <p:cNvSpPr>
            <a:spLocks/>
          </p:cNvSpPr>
          <p:nvPr/>
        </p:nvSpPr>
        <p:spPr bwMode="auto">
          <a:xfrm>
            <a:off x="5454650" y="5970681"/>
            <a:ext cx="1287463" cy="195263"/>
          </a:xfrm>
          <a:custGeom>
            <a:avLst/>
            <a:gdLst>
              <a:gd name="T0" fmla="*/ 317 w 343"/>
              <a:gd name="T1" fmla="*/ 0 h 52"/>
              <a:gd name="T2" fmla="*/ 26 w 343"/>
              <a:gd name="T3" fmla="*/ 0 h 52"/>
              <a:gd name="T4" fmla="*/ 0 w 343"/>
              <a:gd name="T5" fmla="*/ 26 h 52"/>
              <a:gd name="T6" fmla="*/ 26 w 343"/>
              <a:gd name="T7" fmla="*/ 52 h 52"/>
              <a:gd name="T8" fmla="*/ 317 w 343"/>
              <a:gd name="T9" fmla="*/ 52 h 52"/>
              <a:gd name="T10" fmla="*/ 343 w 343"/>
              <a:gd name="T11" fmla="*/ 26 h 52"/>
              <a:gd name="T12" fmla="*/ 317 w 343"/>
              <a:gd name="T13" fmla="*/ 0 h 52"/>
            </a:gdLst>
            <a:ahLst/>
            <a:cxnLst>
              <a:cxn ang="0">
                <a:pos x="T0" y="T1"/>
              </a:cxn>
              <a:cxn ang="0">
                <a:pos x="T2" y="T3"/>
              </a:cxn>
              <a:cxn ang="0">
                <a:pos x="T4" y="T5"/>
              </a:cxn>
              <a:cxn ang="0">
                <a:pos x="T6" y="T7"/>
              </a:cxn>
              <a:cxn ang="0">
                <a:pos x="T8" y="T9"/>
              </a:cxn>
              <a:cxn ang="0">
                <a:pos x="T10" y="T11"/>
              </a:cxn>
              <a:cxn ang="0">
                <a:pos x="T12" y="T13"/>
              </a:cxn>
            </a:cxnLst>
            <a:rect l="0" t="0" r="r" b="b"/>
            <a:pathLst>
              <a:path w="343" h="52">
                <a:moveTo>
                  <a:pt x="317" y="0"/>
                </a:moveTo>
                <a:cubicBezTo>
                  <a:pt x="26" y="0"/>
                  <a:pt x="26" y="0"/>
                  <a:pt x="26" y="0"/>
                </a:cubicBezTo>
                <a:cubicBezTo>
                  <a:pt x="11" y="0"/>
                  <a:pt x="0" y="12"/>
                  <a:pt x="0" y="26"/>
                </a:cubicBezTo>
                <a:cubicBezTo>
                  <a:pt x="0" y="40"/>
                  <a:pt x="11" y="52"/>
                  <a:pt x="26" y="52"/>
                </a:cubicBezTo>
                <a:cubicBezTo>
                  <a:pt x="317" y="52"/>
                  <a:pt x="317" y="52"/>
                  <a:pt x="317" y="52"/>
                </a:cubicBezTo>
                <a:cubicBezTo>
                  <a:pt x="331" y="52"/>
                  <a:pt x="343" y="40"/>
                  <a:pt x="343" y="26"/>
                </a:cubicBezTo>
                <a:cubicBezTo>
                  <a:pt x="343" y="12"/>
                  <a:pt x="331" y="0"/>
                  <a:pt x="317" y="0"/>
                </a:cubicBez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Freeform 253"/>
          <p:cNvSpPr>
            <a:spLocks/>
          </p:cNvSpPr>
          <p:nvPr/>
        </p:nvSpPr>
        <p:spPr bwMode="auto">
          <a:xfrm>
            <a:off x="5619750" y="6229444"/>
            <a:ext cx="935038" cy="195263"/>
          </a:xfrm>
          <a:custGeom>
            <a:avLst/>
            <a:gdLst>
              <a:gd name="T0" fmla="*/ 223 w 249"/>
              <a:gd name="T1" fmla="*/ 0 h 52"/>
              <a:gd name="T2" fmla="*/ 25 w 249"/>
              <a:gd name="T3" fmla="*/ 0 h 52"/>
              <a:gd name="T4" fmla="*/ 0 w 249"/>
              <a:gd name="T5" fmla="*/ 26 h 52"/>
              <a:gd name="T6" fmla="*/ 25 w 249"/>
              <a:gd name="T7" fmla="*/ 52 h 52"/>
              <a:gd name="T8" fmla="*/ 223 w 249"/>
              <a:gd name="T9" fmla="*/ 52 h 52"/>
              <a:gd name="T10" fmla="*/ 249 w 249"/>
              <a:gd name="T11" fmla="*/ 26 h 52"/>
              <a:gd name="T12" fmla="*/ 223 w 249"/>
              <a:gd name="T13" fmla="*/ 0 h 52"/>
            </a:gdLst>
            <a:ahLst/>
            <a:cxnLst>
              <a:cxn ang="0">
                <a:pos x="T0" y="T1"/>
              </a:cxn>
              <a:cxn ang="0">
                <a:pos x="T2" y="T3"/>
              </a:cxn>
              <a:cxn ang="0">
                <a:pos x="T4" y="T5"/>
              </a:cxn>
              <a:cxn ang="0">
                <a:pos x="T6" y="T7"/>
              </a:cxn>
              <a:cxn ang="0">
                <a:pos x="T8" y="T9"/>
              </a:cxn>
              <a:cxn ang="0">
                <a:pos x="T10" y="T11"/>
              </a:cxn>
              <a:cxn ang="0">
                <a:pos x="T12" y="T13"/>
              </a:cxn>
            </a:cxnLst>
            <a:rect l="0" t="0" r="r" b="b"/>
            <a:pathLst>
              <a:path w="249" h="52">
                <a:moveTo>
                  <a:pt x="223" y="0"/>
                </a:moveTo>
                <a:cubicBezTo>
                  <a:pt x="25" y="0"/>
                  <a:pt x="25" y="0"/>
                  <a:pt x="25" y="0"/>
                </a:cubicBezTo>
                <a:cubicBezTo>
                  <a:pt x="11" y="0"/>
                  <a:pt x="0" y="12"/>
                  <a:pt x="0" y="26"/>
                </a:cubicBezTo>
                <a:cubicBezTo>
                  <a:pt x="0" y="40"/>
                  <a:pt x="11" y="52"/>
                  <a:pt x="25" y="52"/>
                </a:cubicBezTo>
                <a:cubicBezTo>
                  <a:pt x="223" y="52"/>
                  <a:pt x="223" y="52"/>
                  <a:pt x="223" y="52"/>
                </a:cubicBezTo>
                <a:cubicBezTo>
                  <a:pt x="238" y="52"/>
                  <a:pt x="249" y="40"/>
                  <a:pt x="249" y="26"/>
                </a:cubicBezTo>
                <a:cubicBezTo>
                  <a:pt x="249" y="12"/>
                  <a:pt x="238" y="0"/>
                  <a:pt x="223" y="0"/>
                </a:cubicBez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5" name="组合 4"/>
          <p:cNvGrpSpPr/>
          <p:nvPr/>
        </p:nvGrpSpPr>
        <p:grpSpPr>
          <a:xfrm>
            <a:off x="6321425" y="2482944"/>
            <a:ext cx="769937" cy="293688"/>
            <a:chOff x="4859338" y="2052638"/>
            <a:chExt cx="769937" cy="293688"/>
          </a:xfrm>
        </p:grpSpPr>
        <p:sp>
          <p:nvSpPr>
            <p:cNvPr id="255" name="Oval 254"/>
            <p:cNvSpPr>
              <a:spLocks noChangeArrowheads="1"/>
            </p:cNvSpPr>
            <p:nvPr/>
          </p:nvSpPr>
          <p:spPr bwMode="auto">
            <a:xfrm>
              <a:off x="5145088" y="2052638"/>
              <a:ext cx="200025" cy="200025"/>
            </a:xfrm>
            <a:prstGeom prst="ellipse">
              <a:avLst/>
            </a:prstGeom>
            <a:solidFill>
              <a:srgbClr val="FBFC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Freeform 255"/>
            <p:cNvSpPr>
              <a:spLocks/>
            </p:cNvSpPr>
            <p:nvPr/>
          </p:nvSpPr>
          <p:spPr bwMode="auto">
            <a:xfrm>
              <a:off x="5084763" y="2266950"/>
              <a:ext cx="319088" cy="79375"/>
            </a:xfrm>
            <a:custGeom>
              <a:avLst/>
              <a:gdLst>
                <a:gd name="T0" fmla="*/ 64 w 85"/>
                <a:gd name="T1" fmla="*/ 0 h 21"/>
                <a:gd name="T2" fmla="*/ 21 w 85"/>
                <a:gd name="T3" fmla="*/ 0 h 21"/>
                <a:gd name="T4" fmla="*/ 0 w 85"/>
                <a:gd name="T5" fmla="*/ 21 h 21"/>
                <a:gd name="T6" fmla="*/ 0 w 85"/>
                <a:gd name="T7" fmla="*/ 21 h 21"/>
                <a:gd name="T8" fmla="*/ 85 w 85"/>
                <a:gd name="T9" fmla="*/ 21 h 21"/>
                <a:gd name="T10" fmla="*/ 85 w 85"/>
                <a:gd name="T11" fmla="*/ 21 h 21"/>
                <a:gd name="T12" fmla="*/ 64 w 85"/>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85" h="21">
                  <a:moveTo>
                    <a:pt x="64" y="0"/>
                  </a:moveTo>
                  <a:cubicBezTo>
                    <a:pt x="21" y="0"/>
                    <a:pt x="21" y="0"/>
                    <a:pt x="21" y="0"/>
                  </a:cubicBezTo>
                  <a:cubicBezTo>
                    <a:pt x="9" y="0"/>
                    <a:pt x="0" y="9"/>
                    <a:pt x="0" y="21"/>
                  </a:cubicBezTo>
                  <a:cubicBezTo>
                    <a:pt x="0" y="21"/>
                    <a:pt x="0" y="21"/>
                    <a:pt x="0" y="21"/>
                  </a:cubicBezTo>
                  <a:cubicBezTo>
                    <a:pt x="85" y="21"/>
                    <a:pt x="85" y="21"/>
                    <a:pt x="85" y="21"/>
                  </a:cubicBezTo>
                  <a:cubicBezTo>
                    <a:pt x="85" y="21"/>
                    <a:pt x="85" y="21"/>
                    <a:pt x="85" y="21"/>
                  </a:cubicBezTo>
                  <a:cubicBezTo>
                    <a:pt x="85" y="9"/>
                    <a:pt x="76" y="0"/>
                    <a:pt x="64" y="0"/>
                  </a:cubicBezTo>
                  <a:close/>
                </a:path>
              </a:pathLst>
            </a:custGeom>
            <a:solidFill>
              <a:srgbClr val="FBFC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 name="Oval 256"/>
            <p:cNvSpPr>
              <a:spLocks noChangeArrowheads="1"/>
            </p:cNvSpPr>
            <p:nvPr/>
          </p:nvSpPr>
          <p:spPr bwMode="auto">
            <a:xfrm>
              <a:off x="5457825" y="2151063"/>
              <a:ext cx="134938" cy="134938"/>
            </a:xfrm>
            <a:prstGeom prst="ellipse">
              <a:avLst/>
            </a:prstGeom>
            <a:solidFill>
              <a:srgbClr val="FBFC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Freeform 257"/>
            <p:cNvSpPr>
              <a:spLocks/>
            </p:cNvSpPr>
            <p:nvPr/>
          </p:nvSpPr>
          <p:spPr bwMode="auto">
            <a:xfrm>
              <a:off x="5419725" y="2293938"/>
              <a:ext cx="209550" cy="52388"/>
            </a:xfrm>
            <a:custGeom>
              <a:avLst/>
              <a:gdLst>
                <a:gd name="T0" fmla="*/ 42 w 56"/>
                <a:gd name="T1" fmla="*/ 0 h 14"/>
                <a:gd name="T2" fmla="*/ 14 w 56"/>
                <a:gd name="T3" fmla="*/ 0 h 14"/>
                <a:gd name="T4" fmla="*/ 0 w 56"/>
                <a:gd name="T5" fmla="*/ 14 h 14"/>
                <a:gd name="T6" fmla="*/ 0 w 56"/>
                <a:gd name="T7" fmla="*/ 14 h 14"/>
                <a:gd name="T8" fmla="*/ 56 w 56"/>
                <a:gd name="T9" fmla="*/ 14 h 14"/>
                <a:gd name="T10" fmla="*/ 56 w 56"/>
                <a:gd name="T11" fmla="*/ 14 h 14"/>
                <a:gd name="T12" fmla="*/ 42 w 56"/>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56" h="14">
                  <a:moveTo>
                    <a:pt x="42" y="0"/>
                  </a:moveTo>
                  <a:cubicBezTo>
                    <a:pt x="14" y="0"/>
                    <a:pt x="14" y="0"/>
                    <a:pt x="14" y="0"/>
                  </a:cubicBezTo>
                  <a:cubicBezTo>
                    <a:pt x="6" y="0"/>
                    <a:pt x="0" y="6"/>
                    <a:pt x="0" y="14"/>
                  </a:cubicBezTo>
                  <a:cubicBezTo>
                    <a:pt x="0" y="14"/>
                    <a:pt x="0" y="14"/>
                    <a:pt x="0" y="14"/>
                  </a:cubicBezTo>
                  <a:cubicBezTo>
                    <a:pt x="56" y="14"/>
                    <a:pt x="56" y="14"/>
                    <a:pt x="56" y="14"/>
                  </a:cubicBezTo>
                  <a:cubicBezTo>
                    <a:pt x="56" y="14"/>
                    <a:pt x="56" y="14"/>
                    <a:pt x="56" y="14"/>
                  </a:cubicBezTo>
                  <a:cubicBezTo>
                    <a:pt x="56" y="6"/>
                    <a:pt x="50" y="0"/>
                    <a:pt x="42" y="0"/>
                  </a:cubicBezTo>
                  <a:close/>
                </a:path>
              </a:pathLst>
            </a:custGeom>
            <a:solidFill>
              <a:srgbClr val="FBFC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 name="Oval 258"/>
            <p:cNvSpPr>
              <a:spLocks noChangeArrowheads="1"/>
            </p:cNvSpPr>
            <p:nvPr/>
          </p:nvSpPr>
          <p:spPr bwMode="auto">
            <a:xfrm>
              <a:off x="4900613" y="2151063"/>
              <a:ext cx="131763" cy="134938"/>
            </a:xfrm>
            <a:prstGeom prst="ellipse">
              <a:avLst/>
            </a:prstGeom>
            <a:solidFill>
              <a:srgbClr val="FBFC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 name="Freeform 259"/>
            <p:cNvSpPr>
              <a:spLocks/>
            </p:cNvSpPr>
            <p:nvPr/>
          </p:nvSpPr>
          <p:spPr bwMode="auto">
            <a:xfrm>
              <a:off x="4859338" y="2293938"/>
              <a:ext cx="211138" cy="52388"/>
            </a:xfrm>
            <a:custGeom>
              <a:avLst/>
              <a:gdLst>
                <a:gd name="T0" fmla="*/ 14 w 56"/>
                <a:gd name="T1" fmla="*/ 0 h 14"/>
                <a:gd name="T2" fmla="*/ 42 w 56"/>
                <a:gd name="T3" fmla="*/ 0 h 14"/>
                <a:gd name="T4" fmla="*/ 56 w 56"/>
                <a:gd name="T5" fmla="*/ 14 h 14"/>
                <a:gd name="T6" fmla="*/ 56 w 56"/>
                <a:gd name="T7" fmla="*/ 14 h 14"/>
                <a:gd name="T8" fmla="*/ 0 w 56"/>
                <a:gd name="T9" fmla="*/ 14 h 14"/>
                <a:gd name="T10" fmla="*/ 0 w 56"/>
                <a:gd name="T11" fmla="*/ 14 h 14"/>
                <a:gd name="T12" fmla="*/ 14 w 56"/>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56" h="14">
                  <a:moveTo>
                    <a:pt x="14" y="0"/>
                  </a:moveTo>
                  <a:cubicBezTo>
                    <a:pt x="42" y="0"/>
                    <a:pt x="42" y="0"/>
                    <a:pt x="42" y="0"/>
                  </a:cubicBezTo>
                  <a:cubicBezTo>
                    <a:pt x="50" y="0"/>
                    <a:pt x="56" y="6"/>
                    <a:pt x="56" y="14"/>
                  </a:cubicBezTo>
                  <a:cubicBezTo>
                    <a:pt x="56" y="14"/>
                    <a:pt x="56" y="14"/>
                    <a:pt x="56" y="14"/>
                  </a:cubicBezTo>
                  <a:cubicBezTo>
                    <a:pt x="0" y="14"/>
                    <a:pt x="0" y="14"/>
                    <a:pt x="0" y="14"/>
                  </a:cubicBezTo>
                  <a:cubicBezTo>
                    <a:pt x="0" y="14"/>
                    <a:pt x="0" y="14"/>
                    <a:pt x="0" y="14"/>
                  </a:cubicBezTo>
                  <a:cubicBezTo>
                    <a:pt x="0" y="6"/>
                    <a:pt x="6" y="0"/>
                    <a:pt x="14" y="0"/>
                  </a:cubicBezTo>
                  <a:close/>
                </a:path>
              </a:pathLst>
            </a:custGeom>
            <a:solidFill>
              <a:srgbClr val="FBFC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61" name="Freeform 260"/>
          <p:cNvSpPr>
            <a:spLocks/>
          </p:cNvSpPr>
          <p:nvPr/>
        </p:nvSpPr>
        <p:spPr bwMode="auto">
          <a:xfrm>
            <a:off x="6280150" y="4830856"/>
            <a:ext cx="376238" cy="225425"/>
          </a:xfrm>
          <a:custGeom>
            <a:avLst/>
            <a:gdLst>
              <a:gd name="T0" fmla="*/ 85 w 100"/>
              <a:gd name="T1" fmla="*/ 30 h 60"/>
              <a:gd name="T2" fmla="*/ 56 w 100"/>
              <a:gd name="T3" fmla="*/ 0 h 60"/>
              <a:gd name="T4" fmla="*/ 26 w 100"/>
              <a:gd name="T5" fmla="*/ 27 h 60"/>
              <a:gd name="T6" fmla="*/ 18 w 100"/>
              <a:gd name="T7" fmla="*/ 25 h 60"/>
              <a:gd name="T8" fmla="*/ 0 w 100"/>
              <a:gd name="T9" fmla="*/ 43 h 60"/>
              <a:gd name="T10" fmla="*/ 18 w 100"/>
              <a:gd name="T11" fmla="*/ 60 h 60"/>
              <a:gd name="T12" fmla="*/ 85 w 100"/>
              <a:gd name="T13" fmla="*/ 60 h 60"/>
              <a:gd name="T14" fmla="*/ 100 w 100"/>
              <a:gd name="T15" fmla="*/ 45 h 60"/>
              <a:gd name="T16" fmla="*/ 85 w 100"/>
              <a:gd name="T17" fmla="*/ 3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60">
                <a:moveTo>
                  <a:pt x="85" y="30"/>
                </a:moveTo>
                <a:cubicBezTo>
                  <a:pt x="85" y="14"/>
                  <a:pt x="72" y="0"/>
                  <a:pt x="56" y="0"/>
                </a:cubicBezTo>
                <a:cubicBezTo>
                  <a:pt x="40" y="0"/>
                  <a:pt x="28" y="12"/>
                  <a:pt x="26" y="27"/>
                </a:cubicBezTo>
                <a:cubicBezTo>
                  <a:pt x="24" y="26"/>
                  <a:pt x="21" y="25"/>
                  <a:pt x="18" y="25"/>
                </a:cubicBezTo>
                <a:cubicBezTo>
                  <a:pt x="8" y="25"/>
                  <a:pt x="0" y="33"/>
                  <a:pt x="0" y="43"/>
                </a:cubicBezTo>
                <a:cubicBezTo>
                  <a:pt x="0" y="52"/>
                  <a:pt x="8" y="60"/>
                  <a:pt x="18" y="60"/>
                </a:cubicBezTo>
                <a:cubicBezTo>
                  <a:pt x="85" y="60"/>
                  <a:pt x="85" y="60"/>
                  <a:pt x="85" y="60"/>
                </a:cubicBezTo>
                <a:cubicBezTo>
                  <a:pt x="94" y="60"/>
                  <a:pt x="100" y="53"/>
                  <a:pt x="100" y="45"/>
                </a:cubicBezTo>
                <a:cubicBezTo>
                  <a:pt x="100" y="37"/>
                  <a:pt x="94" y="30"/>
                  <a:pt x="85" y="30"/>
                </a:cubicBezTo>
                <a:close/>
              </a:path>
            </a:pathLst>
          </a:custGeom>
          <a:solidFill>
            <a:srgbClr val="FBFC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 name="Freeform 261"/>
          <p:cNvSpPr>
            <a:spLocks noEditPoints="1"/>
          </p:cNvSpPr>
          <p:nvPr/>
        </p:nvSpPr>
        <p:spPr bwMode="auto">
          <a:xfrm>
            <a:off x="5295900" y="2373406"/>
            <a:ext cx="508000" cy="508000"/>
          </a:xfrm>
          <a:custGeom>
            <a:avLst/>
            <a:gdLst>
              <a:gd name="T0" fmla="*/ 0 w 135"/>
              <a:gd name="T1" fmla="*/ 68 h 135"/>
              <a:gd name="T2" fmla="*/ 135 w 135"/>
              <a:gd name="T3" fmla="*/ 68 h 135"/>
              <a:gd name="T4" fmla="*/ 73 w 135"/>
              <a:gd name="T5" fmla="*/ 36 h 135"/>
              <a:gd name="T6" fmla="*/ 90 w 135"/>
              <a:gd name="T7" fmla="*/ 36 h 135"/>
              <a:gd name="T8" fmla="*/ 93 w 135"/>
              <a:gd name="T9" fmla="*/ 46 h 135"/>
              <a:gd name="T10" fmla="*/ 73 w 135"/>
              <a:gd name="T11" fmla="*/ 63 h 135"/>
              <a:gd name="T12" fmla="*/ 93 w 135"/>
              <a:gd name="T13" fmla="*/ 46 h 135"/>
              <a:gd name="T14" fmla="*/ 63 w 135"/>
              <a:gd name="T15" fmla="*/ 36 h 135"/>
              <a:gd name="T16" fmla="*/ 63 w 135"/>
              <a:gd name="T17" fmla="*/ 11 h 135"/>
              <a:gd name="T18" fmla="*/ 63 w 135"/>
              <a:gd name="T19" fmla="*/ 63 h 135"/>
              <a:gd name="T20" fmla="*/ 43 w 135"/>
              <a:gd name="T21" fmla="*/ 46 h 135"/>
              <a:gd name="T22" fmla="*/ 31 w 135"/>
              <a:gd name="T23" fmla="*/ 63 h 135"/>
              <a:gd name="T24" fmla="*/ 14 w 135"/>
              <a:gd name="T25" fmla="*/ 46 h 135"/>
              <a:gd name="T26" fmla="*/ 31 w 135"/>
              <a:gd name="T27" fmla="*/ 63 h 135"/>
              <a:gd name="T28" fmla="*/ 31 w 135"/>
              <a:gd name="T29" fmla="*/ 73 h 135"/>
              <a:gd name="T30" fmla="*/ 14 w 135"/>
              <a:gd name="T31" fmla="*/ 90 h 135"/>
              <a:gd name="T32" fmla="*/ 41 w 135"/>
              <a:gd name="T33" fmla="*/ 73 h 135"/>
              <a:gd name="T34" fmla="*/ 63 w 135"/>
              <a:gd name="T35" fmla="*/ 90 h 135"/>
              <a:gd name="T36" fmla="*/ 41 w 135"/>
              <a:gd name="T37" fmla="*/ 73 h 135"/>
              <a:gd name="T38" fmla="*/ 63 w 135"/>
              <a:gd name="T39" fmla="*/ 124 h 135"/>
              <a:gd name="T40" fmla="*/ 63 w 135"/>
              <a:gd name="T41" fmla="*/ 100 h 135"/>
              <a:gd name="T42" fmla="*/ 73 w 135"/>
              <a:gd name="T43" fmla="*/ 100 h 135"/>
              <a:gd name="T44" fmla="*/ 73 w 135"/>
              <a:gd name="T45" fmla="*/ 124 h 135"/>
              <a:gd name="T46" fmla="*/ 73 w 135"/>
              <a:gd name="T47" fmla="*/ 73 h 135"/>
              <a:gd name="T48" fmla="*/ 93 w 135"/>
              <a:gd name="T49" fmla="*/ 90 h 135"/>
              <a:gd name="T50" fmla="*/ 104 w 135"/>
              <a:gd name="T51" fmla="*/ 73 h 135"/>
              <a:gd name="T52" fmla="*/ 121 w 135"/>
              <a:gd name="T53" fmla="*/ 90 h 135"/>
              <a:gd name="T54" fmla="*/ 104 w 135"/>
              <a:gd name="T55" fmla="*/ 73 h 135"/>
              <a:gd name="T56" fmla="*/ 103 w 135"/>
              <a:gd name="T57" fmla="*/ 46 h 135"/>
              <a:gd name="T58" fmla="*/ 125 w 135"/>
              <a:gd name="T59" fmla="*/ 63 h 135"/>
              <a:gd name="T60" fmla="*/ 116 w 135"/>
              <a:gd name="T61" fmla="*/ 36 h 135"/>
              <a:gd name="T62" fmla="*/ 91 w 135"/>
              <a:gd name="T63" fmla="*/ 15 h 135"/>
              <a:gd name="T64" fmla="*/ 45 w 135"/>
              <a:gd name="T65" fmla="*/ 15 h 135"/>
              <a:gd name="T66" fmla="*/ 20 w 135"/>
              <a:gd name="T67" fmla="*/ 36 h 135"/>
              <a:gd name="T68" fmla="*/ 20 w 135"/>
              <a:gd name="T69" fmla="*/ 100 h 135"/>
              <a:gd name="T70" fmla="*/ 45 w 135"/>
              <a:gd name="T71" fmla="*/ 121 h 135"/>
              <a:gd name="T72" fmla="*/ 91 w 135"/>
              <a:gd name="T73" fmla="*/ 121 h 135"/>
              <a:gd name="T74" fmla="*/ 116 w 135"/>
              <a:gd name="T75" fmla="*/ 10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5" h="135">
                <a:moveTo>
                  <a:pt x="68" y="0"/>
                </a:moveTo>
                <a:cubicBezTo>
                  <a:pt x="31" y="0"/>
                  <a:pt x="0" y="31"/>
                  <a:pt x="0" y="68"/>
                </a:cubicBezTo>
                <a:cubicBezTo>
                  <a:pt x="0" y="105"/>
                  <a:pt x="31" y="135"/>
                  <a:pt x="68" y="135"/>
                </a:cubicBezTo>
                <a:cubicBezTo>
                  <a:pt x="105" y="135"/>
                  <a:pt x="135" y="105"/>
                  <a:pt x="135" y="68"/>
                </a:cubicBezTo>
                <a:cubicBezTo>
                  <a:pt x="135" y="31"/>
                  <a:pt x="105" y="0"/>
                  <a:pt x="68" y="0"/>
                </a:cubicBezTo>
                <a:close/>
                <a:moveTo>
                  <a:pt x="73" y="36"/>
                </a:moveTo>
                <a:cubicBezTo>
                  <a:pt x="73" y="11"/>
                  <a:pt x="73" y="11"/>
                  <a:pt x="73" y="11"/>
                </a:cubicBezTo>
                <a:cubicBezTo>
                  <a:pt x="79" y="14"/>
                  <a:pt x="86" y="23"/>
                  <a:pt x="90" y="36"/>
                </a:cubicBezTo>
                <a:lnTo>
                  <a:pt x="73" y="36"/>
                </a:lnTo>
                <a:close/>
                <a:moveTo>
                  <a:pt x="93" y="46"/>
                </a:moveTo>
                <a:cubicBezTo>
                  <a:pt x="94" y="51"/>
                  <a:pt x="95" y="57"/>
                  <a:pt x="95" y="63"/>
                </a:cubicBezTo>
                <a:cubicBezTo>
                  <a:pt x="73" y="63"/>
                  <a:pt x="73" y="63"/>
                  <a:pt x="73" y="63"/>
                </a:cubicBezTo>
                <a:cubicBezTo>
                  <a:pt x="73" y="46"/>
                  <a:pt x="73" y="46"/>
                  <a:pt x="73" y="46"/>
                </a:cubicBezTo>
                <a:lnTo>
                  <a:pt x="93" y="46"/>
                </a:lnTo>
                <a:close/>
                <a:moveTo>
                  <a:pt x="63" y="11"/>
                </a:moveTo>
                <a:cubicBezTo>
                  <a:pt x="63" y="36"/>
                  <a:pt x="63" y="36"/>
                  <a:pt x="63" y="36"/>
                </a:cubicBezTo>
                <a:cubicBezTo>
                  <a:pt x="45" y="36"/>
                  <a:pt x="45" y="36"/>
                  <a:pt x="45" y="36"/>
                </a:cubicBezTo>
                <a:cubicBezTo>
                  <a:pt x="49" y="23"/>
                  <a:pt x="56" y="14"/>
                  <a:pt x="63" y="11"/>
                </a:cubicBezTo>
                <a:close/>
                <a:moveTo>
                  <a:pt x="63" y="46"/>
                </a:moveTo>
                <a:cubicBezTo>
                  <a:pt x="63" y="63"/>
                  <a:pt x="63" y="63"/>
                  <a:pt x="63" y="63"/>
                </a:cubicBezTo>
                <a:cubicBezTo>
                  <a:pt x="41" y="63"/>
                  <a:pt x="41" y="63"/>
                  <a:pt x="41" y="63"/>
                </a:cubicBezTo>
                <a:cubicBezTo>
                  <a:pt x="41" y="57"/>
                  <a:pt x="42" y="51"/>
                  <a:pt x="43" y="46"/>
                </a:cubicBezTo>
                <a:lnTo>
                  <a:pt x="63" y="46"/>
                </a:lnTo>
                <a:close/>
                <a:moveTo>
                  <a:pt x="31" y="63"/>
                </a:moveTo>
                <a:cubicBezTo>
                  <a:pt x="10" y="63"/>
                  <a:pt x="10" y="63"/>
                  <a:pt x="10" y="63"/>
                </a:cubicBezTo>
                <a:cubicBezTo>
                  <a:pt x="11" y="57"/>
                  <a:pt x="12" y="51"/>
                  <a:pt x="14" y="46"/>
                </a:cubicBezTo>
                <a:cubicBezTo>
                  <a:pt x="33" y="46"/>
                  <a:pt x="33" y="46"/>
                  <a:pt x="33" y="46"/>
                </a:cubicBezTo>
                <a:cubicBezTo>
                  <a:pt x="32" y="51"/>
                  <a:pt x="31" y="57"/>
                  <a:pt x="31" y="63"/>
                </a:cubicBezTo>
                <a:close/>
                <a:moveTo>
                  <a:pt x="10" y="73"/>
                </a:moveTo>
                <a:cubicBezTo>
                  <a:pt x="31" y="73"/>
                  <a:pt x="31" y="73"/>
                  <a:pt x="31" y="73"/>
                </a:cubicBezTo>
                <a:cubicBezTo>
                  <a:pt x="31" y="79"/>
                  <a:pt x="32" y="84"/>
                  <a:pt x="33" y="90"/>
                </a:cubicBezTo>
                <a:cubicBezTo>
                  <a:pt x="14" y="90"/>
                  <a:pt x="14" y="90"/>
                  <a:pt x="14" y="90"/>
                </a:cubicBezTo>
                <a:cubicBezTo>
                  <a:pt x="12" y="85"/>
                  <a:pt x="11" y="79"/>
                  <a:pt x="10" y="73"/>
                </a:cubicBezTo>
                <a:close/>
                <a:moveTo>
                  <a:pt x="41" y="73"/>
                </a:moveTo>
                <a:cubicBezTo>
                  <a:pt x="63" y="73"/>
                  <a:pt x="63" y="73"/>
                  <a:pt x="63" y="73"/>
                </a:cubicBezTo>
                <a:cubicBezTo>
                  <a:pt x="63" y="90"/>
                  <a:pt x="63" y="90"/>
                  <a:pt x="63" y="90"/>
                </a:cubicBezTo>
                <a:cubicBezTo>
                  <a:pt x="43" y="90"/>
                  <a:pt x="43" y="90"/>
                  <a:pt x="43" y="90"/>
                </a:cubicBezTo>
                <a:cubicBezTo>
                  <a:pt x="42" y="85"/>
                  <a:pt x="41" y="79"/>
                  <a:pt x="41" y="73"/>
                </a:cubicBezTo>
                <a:close/>
                <a:moveTo>
                  <a:pt x="63" y="100"/>
                </a:moveTo>
                <a:cubicBezTo>
                  <a:pt x="63" y="124"/>
                  <a:pt x="63" y="124"/>
                  <a:pt x="63" y="124"/>
                </a:cubicBezTo>
                <a:cubicBezTo>
                  <a:pt x="56" y="122"/>
                  <a:pt x="49" y="113"/>
                  <a:pt x="45" y="100"/>
                </a:cubicBezTo>
                <a:lnTo>
                  <a:pt x="63" y="100"/>
                </a:lnTo>
                <a:close/>
                <a:moveTo>
                  <a:pt x="73" y="124"/>
                </a:moveTo>
                <a:cubicBezTo>
                  <a:pt x="73" y="100"/>
                  <a:pt x="73" y="100"/>
                  <a:pt x="73" y="100"/>
                </a:cubicBezTo>
                <a:cubicBezTo>
                  <a:pt x="90" y="100"/>
                  <a:pt x="90" y="100"/>
                  <a:pt x="90" y="100"/>
                </a:cubicBezTo>
                <a:cubicBezTo>
                  <a:pt x="86" y="113"/>
                  <a:pt x="79" y="122"/>
                  <a:pt x="73" y="124"/>
                </a:cubicBezTo>
                <a:close/>
                <a:moveTo>
                  <a:pt x="73" y="90"/>
                </a:moveTo>
                <a:cubicBezTo>
                  <a:pt x="73" y="73"/>
                  <a:pt x="73" y="73"/>
                  <a:pt x="73" y="73"/>
                </a:cubicBezTo>
                <a:cubicBezTo>
                  <a:pt x="95" y="73"/>
                  <a:pt x="95" y="73"/>
                  <a:pt x="95" y="73"/>
                </a:cubicBezTo>
                <a:cubicBezTo>
                  <a:pt x="95" y="79"/>
                  <a:pt x="94" y="85"/>
                  <a:pt x="93" y="90"/>
                </a:cubicBezTo>
                <a:lnTo>
                  <a:pt x="73" y="90"/>
                </a:lnTo>
                <a:close/>
                <a:moveTo>
                  <a:pt x="104" y="73"/>
                </a:moveTo>
                <a:cubicBezTo>
                  <a:pt x="125" y="73"/>
                  <a:pt x="125" y="73"/>
                  <a:pt x="125" y="73"/>
                </a:cubicBezTo>
                <a:cubicBezTo>
                  <a:pt x="125" y="79"/>
                  <a:pt x="123" y="85"/>
                  <a:pt x="121" y="90"/>
                </a:cubicBezTo>
                <a:cubicBezTo>
                  <a:pt x="103" y="90"/>
                  <a:pt x="103" y="90"/>
                  <a:pt x="103" y="90"/>
                </a:cubicBezTo>
                <a:cubicBezTo>
                  <a:pt x="104" y="84"/>
                  <a:pt x="104" y="79"/>
                  <a:pt x="104" y="73"/>
                </a:cubicBezTo>
                <a:close/>
                <a:moveTo>
                  <a:pt x="104" y="63"/>
                </a:moveTo>
                <a:cubicBezTo>
                  <a:pt x="104" y="57"/>
                  <a:pt x="104" y="51"/>
                  <a:pt x="103" y="46"/>
                </a:cubicBezTo>
                <a:cubicBezTo>
                  <a:pt x="121" y="46"/>
                  <a:pt x="121" y="46"/>
                  <a:pt x="121" y="46"/>
                </a:cubicBezTo>
                <a:cubicBezTo>
                  <a:pt x="123" y="51"/>
                  <a:pt x="125" y="57"/>
                  <a:pt x="125" y="63"/>
                </a:cubicBezTo>
                <a:lnTo>
                  <a:pt x="104" y="63"/>
                </a:lnTo>
                <a:close/>
                <a:moveTo>
                  <a:pt x="116" y="36"/>
                </a:moveTo>
                <a:cubicBezTo>
                  <a:pt x="100" y="36"/>
                  <a:pt x="100" y="36"/>
                  <a:pt x="100" y="36"/>
                </a:cubicBezTo>
                <a:cubicBezTo>
                  <a:pt x="98" y="28"/>
                  <a:pt x="95" y="21"/>
                  <a:pt x="91" y="15"/>
                </a:cubicBezTo>
                <a:cubicBezTo>
                  <a:pt x="101" y="19"/>
                  <a:pt x="110" y="27"/>
                  <a:pt x="116" y="36"/>
                </a:cubicBezTo>
                <a:close/>
                <a:moveTo>
                  <a:pt x="45" y="15"/>
                </a:moveTo>
                <a:cubicBezTo>
                  <a:pt x="41" y="21"/>
                  <a:pt x="37" y="28"/>
                  <a:pt x="35" y="36"/>
                </a:cubicBezTo>
                <a:cubicBezTo>
                  <a:pt x="20" y="36"/>
                  <a:pt x="20" y="36"/>
                  <a:pt x="20" y="36"/>
                </a:cubicBezTo>
                <a:cubicBezTo>
                  <a:pt x="26" y="27"/>
                  <a:pt x="34" y="19"/>
                  <a:pt x="45" y="15"/>
                </a:cubicBezTo>
                <a:close/>
                <a:moveTo>
                  <a:pt x="20" y="100"/>
                </a:moveTo>
                <a:cubicBezTo>
                  <a:pt x="35" y="100"/>
                  <a:pt x="35" y="100"/>
                  <a:pt x="35" y="100"/>
                </a:cubicBezTo>
                <a:cubicBezTo>
                  <a:pt x="37" y="108"/>
                  <a:pt x="41" y="115"/>
                  <a:pt x="45" y="121"/>
                </a:cubicBezTo>
                <a:cubicBezTo>
                  <a:pt x="34" y="116"/>
                  <a:pt x="26" y="109"/>
                  <a:pt x="20" y="100"/>
                </a:cubicBezTo>
                <a:close/>
                <a:moveTo>
                  <a:pt x="91" y="121"/>
                </a:moveTo>
                <a:cubicBezTo>
                  <a:pt x="95" y="115"/>
                  <a:pt x="98" y="108"/>
                  <a:pt x="100" y="100"/>
                </a:cubicBezTo>
                <a:cubicBezTo>
                  <a:pt x="116" y="100"/>
                  <a:pt x="116" y="100"/>
                  <a:pt x="116" y="100"/>
                </a:cubicBezTo>
                <a:cubicBezTo>
                  <a:pt x="110" y="109"/>
                  <a:pt x="101" y="116"/>
                  <a:pt x="91" y="121"/>
                </a:cubicBezTo>
                <a:close/>
              </a:path>
            </a:pathLst>
          </a:custGeom>
          <a:solidFill>
            <a:srgbClr val="FBFC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 name="Freeform 262"/>
          <p:cNvSpPr>
            <a:spLocks noEditPoints="1"/>
          </p:cNvSpPr>
          <p:nvPr/>
        </p:nvSpPr>
        <p:spPr bwMode="auto">
          <a:xfrm>
            <a:off x="6469062" y="3554506"/>
            <a:ext cx="544513" cy="442913"/>
          </a:xfrm>
          <a:custGeom>
            <a:avLst/>
            <a:gdLst>
              <a:gd name="T0" fmla="*/ 121 w 145"/>
              <a:gd name="T1" fmla="*/ 0 h 118"/>
              <a:gd name="T2" fmla="*/ 24 w 145"/>
              <a:gd name="T3" fmla="*/ 0 h 118"/>
              <a:gd name="T4" fmla="*/ 0 w 145"/>
              <a:gd name="T5" fmla="*/ 23 h 118"/>
              <a:gd name="T6" fmla="*/ 0 w 145"/>
              <a:gd name="T7" fmla="*/ 95 h 118"/>
              <a:gd name="T8" fmla="*/ 24 w 145"/>
              <a:gd name="T9" fmla="*/ 118 h 118"/>
              <a:gd name="T10" fmla="*/ 121 w 145"/>
              <a:gd name="T11" fmla="*/ 118 h 118"/>
              <a:gd name="T12" fmla="*/ 145 w 145"/>
              <a:gd name="T13" fmla="*/ 95 h 118"/>
              <a:gd name="T14" fmla="*/ 145 w 145"/>
              <a:gd name="T15" fmla="*/ 23 h 118"/>
              <a:gd name="T16" fmla="*/ 121 w 145"/>
              <a:gd name="T17" fmla="*/ 0 h 118"/>
              <a:gd name="T18" fmla="*/ 99 w 145"/>
              <a:gd name="T19" fmla="*/ 59 h 118"/>
              <a:gd name="T20" fmla="*/ 135 w 145"/>
              <a:gd name="T21" fmla="*/ 17 h 118"/>
              <a:gd name="T22" fmla="*/ 136 w 145"/>
              <a:gd name="T23" fmla="*/ 23 h 118"/>
              <a:gd name="T24" fmla="*/ 136 w 145"/>
              <a:gd name="T25" fmla="*/ 95 h 118"/>
              <a:gd name="T26" fmla="*/ 135 w 145"/>
              <a:gd name="T27" fmla="*/ 101 h 118"/>
              <a:gd name="T28" fmla="*/ 99 w 145"/>
              <a:gd name="T29" fmla="*/ 59 h 118"/>
              <a:gd name="T30" fmla="*/ 121 w 145"/>
              <a:gd name="T31" fmla="*/ 9 h 118"/>
              <a:gd name="T32" fmla="*/ 129 w 145"/>
              <a:gd name="T33" fmla="*/ 11 h 118"/>
              <a:gd name="T34" fmla="*/ 73 w 145"/>
              <a:gd name="T35" fmla="*/ 76 h 118"/>
              <a:gd name="T36" fmla="*/ 16 w 145"/>
              <a:gd name="T37" fmla="*/ 11 h 118"/>
              <a:gd name="T38" fmla="*/ 24 w 145"/>
              <a:gd name="T39" fmla="*/ 9 h 118"/>
              <a:gd name="T40" fmla="*/ 121 w 145"/>
              <a:gd name="T41" fmla="*/ 9 h 118"/>
              <a:gd name="T42" fmla="*/ 10 w 145"/>
              <a:gd name="T43" fmla="*/ 101 h 118"/>
              <a:gd name="T44" fmla="*/ 9 w 145"/>
              <a:gd name="T45" fmla="*/ 95 h 118"/>
              <a:gd name="T46" fmla="*/ 9 w 145"/>
              <a:gd name="T47" fmla="*/ 23 h 118"/>
              <a:gd name="T48" fmla="*/ 10 w 145"/>
              <a:gd name="T49" fmla="*/ 17 h 118"/>
              <a:gd name="T50" fmla="*/ 46 w 145"/>
              <a:gd name="T51" fmla="*/ 59 h 118"/>
              <a:gd name="T52" fmla="*/ 10 w 145"/>
              <a:gd name="T53" fmla="*/ 101 h 118"/>
              <a:gd name="T54" fmla="*/ 24 w 145"/>
              <a:gd name="T55" fmla="*/ 109 h 118"/>
              <a:gd name="T56" fmla="*/ 16 w 145"/>
              <a:gd name="T57" fmla="*/ 107 h 118"/>
              <a:gd name="T58" fmla="*/ 52 w 145"/>
              <a:gd name="T59" fmla="*/ 65 h 118"/>
              <a:gd name="T60" fmla="*/ 69 w 145"/>
              <a:gd name="T61" fmla="*/ 85 h 118"/>
              <a:gd name="T62" fmla="*/ 73 w 145"/>
              <a:gd name="T63" fmla="*/ 87 h 118"/>
              <a:gd name="T64" fmla="*/ 76 w 145"/>
              <a:gd name="T65" fmla="*/ 85 h 118"/>
              <a:gd name="T66" fmla="*/ 93 w 145"/>
              <a:gd name="T67" fmla="*/ 65 h 118"/>
              <a:gd name="T68" fmla="*/ 129 w 145"/>
              <a:gd name="T69" fmla="*/ 107 h 118"/>
              <a:gd name="T70" fmla="*/ 121 w 145"/>
              <a:gd name="T71" fmla="*/ 109 h 118"/>
              <a:gd name="T72" fmla="*/ 24 w 145"/>
              <a:gd name="T73" fmla="*/ 109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5" h="118">
                <a:moveTo>
                  <a:pt x="121" y="0"/>
                </a:moveTo>
                <a:cubicBezTo>
                  <a:pt x="24" y="0"/>
                  <a:pt x="24" y="0"/>
                  <a:pt x="24" y="0"/>
                </a:cubicBezTo>
                <a:cubicBezTo>
                  <a:pt x="11" y="0"/>
                  <a:pt x="0" y="11"/>
                  <a:pt x="0" y="23"/>
                </a:cubicBezTo>
                <a:cubicBezTo>
                  <a:pt x="0" y="95"/>
                  <a:pt x="0" y="95"/>
                  <a:pt x="0" y="95"/>
                </a:cubicBezTo>
                <a:cubicBezTo>
                  <a:pt x="0" y="107"/>
                  <a:pt x="11" y="118"/>
                  <a:pt x="24" y="118"/>
                </a:cubicBezTo>
                <a:cubicBezTo>
                  <a:pt x="121" y="118"/>
                  <a:pt x="121" y="118"/>
                  <a:pt x="121" y="118"/>
                </a:cubicBezTo>
                <a:cubicBezTo>
                  <a:pt x="134" y="118"/>
                  <a:pt x="145" y="107"/>
                  <a:pt x="145" y="95"/>
                </a:cubicBezTo>
                <a:cubicBezTo>
                  <a:pt x="145" y="23"/>
                  <a:pt x="145" y="23"/>
                  <a:pt x="145" y="23"/>
                </a:cubicBezTo>
                <a:cubicBezTo>
                  <a:pt x="145" y="11"/>
                  <a:pt x="134" y="0"/>
                  <a:pt x="121" y="0"/>
                </a:cubicBezTo>
                <a:close/>
                <a:moveTo>
                  <a:pt x="99" y="59"/>
                </a:moveTo>
                <a:cubicBezTo>
                  <a:pt x="135" y="17"/>
                  <a:pt x="135" y="17"/>
                  <a:pt x="135" y="17"/>
                </a:cubicBezTo>
                <a:cubicBezTo>
                  <a:pt x="136" y="19"/>
                  <a:pt x="136" y="21"/>
                  <a:pt x="136" y="23"/>
                </a:cubicBezTo>
                <a:cubicBezTo>
                  <a:pt x="136" y="95"/>
                  <a:pt x="136" y="95"/>
                  <a:pt x="136" y="95"/>
                </a:cubicBezTo>
                <a:cubicBezTo>
                  <a:pt x="136" y="97"/>
                  <a:pt x="136" y="99"/>
                  <a:pt x="135" y="101"/>
                </a:cubicBezTo>
                <a:lnTo>
                  <a:pt x="99" y="59"/>
                </a:lnTo>
                <a:close/>
                <a:moveTo>
                  <a:pt x="121" y="9"/>
                </a:moveTo>
                <a:cubicBezTo>
                  <a:pt x="124" y="9"/>
                  <a:pt x="127" y="9"/>
                  <a:pt x="129" y="11"/>
                </a:cubicBezTo>
                <a:cubicBezTo>
                  <a:pt x="73" y="76"/>
                  <a:pt x="73" y="76"/>
                  <a:pt x="73" y="76"/>
                </a:cubicBezTo>
                <a:cubicBezTo>
                  <a:pt x="16" y="11"/>
                  <a:pt x="16" y="11"/>
                  <a:pt x="16" y="11"/>
                </a:cubicBezTo>
                <a:cubicBezTo>
                  <a:pt x="18" y="9"/>
                  <a:pt x="21" y="9"/>
                  <a:pt x="24" y="9"/>
                </a:cubicBezTo>
                <a:lnTo>
                  <a:pt x="121" y="9"/>
                </a:lnTo>
                <a:close/>
                <a:moveTo>
                  <a:pt x="10" y="101"/>
                </a:moveTo>
                <a:cubicBezTo>
                  <a:pt x="9" y="99"/>
                  <a:pt x="9" y="97"/>
                  <a:pt x="9" y="95"/>
                </a:cubicBezTo>
                <a:cubicBezTo>
                  <a:pt x="9" y="23"/>
                  <a:pt x="9" y="23"/>
                  <a:pt x="9" y="23"/>
                </a:cubicBezTo>
                <a:cubicBezTo>
                  <a:pt x="9" y="21"/>
                  <a:pt x="9" y="19"/>
                  <a:pt x="10" y="17"/>
                </a:cubicBezTo>
                <a:cubicBezTo>
                  <a:pt x="46" y="59"/>
                  <a:pt x="46" y="59"/>
                  <a:pt x="46" y="59"/>
                </a:cubicBezTo>
                <a:lnTo>
                  <a:pt x="10" y="101"/>
                </a:lnTo>
                <a:close/>
                <a:moveTo>
                  <a:pt x="24" y="109"/>
                </a:moveTo>
                <a:cubicBezTo>
                  <a:pt x="21" y="109"/>
                  <a:pt x="18" y="109"/>
                  <a:pt x="16" y="107"/>
                </a:cubicBezTo>
                <a:cubicBezTo>
                  <a:pt x="52" y="65"/>
                  <a:pt x="52" y="65"/>
                  <a:pt x="52" y="65"/>
                </a:cubicBezTo>
                <a:cubicBezTo>
                  <a:pt x="69" y="85"/>
                  <a:pt x="69" y="85"/>
                  <a:pt x="69" y="85"/>
                </a:cubicBezTo>
                <a:cubicBezTo>
                  <a:pt x="70" y="86"/>
                  <a:pt x="71" y="87"/>
                  <a:pt x="73" y="87"/>
                </a:cubicBezTo>
                <a:cubicBezTo>
                  <a:pt x="74" y="87"/>
                  <a:pt x="75" y="86"/>
                  <a:pt x="76" y="85"/>
                </a:cubicBezTo>
                <a:cubicBezTo>
                  <a:pt x="93" y="65"/>
                  <a:pt x="93" y="65"/>
                  <a:pt x="93" y="65"/>
                </a:cubicBezTo>
                <a:cubicBezTo>
                  <a:pt x="129" y="107"/>
                  <a:pt x="129" y="107"/>
                  <a:pt x="129" y="107"/>
                </a:cubicBezTo>
                <a:cubicBezTo>
                  <a:pt x="127" y="109"/>
                  <a:pt x="124" y="109"/>
                  <a:pt x="121" y="109"/>
                </a:cubicBezTo>
                <a:lnTo>
                  <a:pt x="24" y="109"/>
                </a:lnTo>
                <a:close/>
              </a:path>
            </a:pathLst>
          </a:custGeom>
          <a:solidFill>
            <a:srgbClr val="FBFC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6" name="组合 5"/>
          <p:cNvGrpSpPr/>
          <p:nvPr/>
        </p:nvGrpSpPr>
        <p:grpSpPr>
          <a:xfrm>
            <a:off x="5551487" y="4741956"/>
            <a:ext cx="346075" cy="439738"/>
            <a:chOff x="4089400" y="4311650"/>
            <a:chExt cx="346075" cy="439738"/>
          </a:xfrm>
        </p:grpSpPr>
        <p:sp>
          <p:nvSpPr>
            <p:cNvPr id="264" name="Freeform 263"/>
            <p:cNvSpPr>
              <a:spLocks noEditPoints="1"/>
            </p:cNvSpPr>
            <p:nvPr/>
          </p:nvSpPr>
          <p:spPr bwMode="auto">
            <a:xfrm>
              <a:off x="4089400" y="4311650"/>
              <a:ext cx="346075" cy="439738"/>
            </a:xfrm>
            <a:custGeom>
              <a:avLst/>
              <a:gdLst>
                <a:gd name="T0" fmla="*/ 77 w 92"/>
                <a:gd name="T1" fmla="*/ 0 h 117"/>
                <a:gd name="T2" fmla="*/ 14 w 92"/>
                <a:gd name="T3" fmla="*/ 0 h 117"/>
                <a:gd name="T4" fmla="*/ 0 w 92"/>
                <a:gd name="T5" fmla="*/ 15 h 117"/>
                <a:gd name="T6" fmla="*/ 0 w 92"/>
                <a:gd name="T7" fmla="*/ 103 h 117"/>
                <a:gd name="T8" fmla="*/ 14 w 92"/>
                <a:gd name="T9" fmla="*/ 117 h 117"/>
                <a:gd name="T10" fmla="*/ 77 w 92"/>
                <a:gd name="T11" fmla="*/ 117 h 117"/>
                <a:gd name="T12" fmla="*/ 92 w 92"/>
                <a:gd name="T13" fmla="*/ 103 h 117"/>
                <a:gd name="T14" fmla="*/ 92 w 92"/>
                <a:gd name="T15" fmla="*/ 15 h 117"/>
                <a:gd name="T16" fmla="*/ 77 w 92"/>
                <a:gd name="T17" fmla="*/ 0 h 117"/>
                <a:gd name="T18" fmla="*/ 81 w 92"/>
                <a:gd name="T19" fmla="*/ 103 h 117"/>
                <a:gd name="T20" fmla="*/ 77 w 92"/>
                <a:gd name="T21" fmla="*/ 107 h 117"/>
                <a:gd name="T22" fmla="*/ 14 w 92"/>
                <a:gd name="T23" fmla="*/ 107 h 117"/>
                <a:gd name="T24" fmla="*/ 11 w 92"/>
                <a:gd name="T25" fmla="*/ 103 h 117"/>
                <a:gd name="T26" fmla="*/ 11 w 92"/>
                <a:gd name="T27" fmla="*/ 15 h 117"/>
                <a:gd name="T28" fmla="*/ 14 w 92"/>
                <a:gd name="T29" fmla="*/ 11 h 117"/>
                <a:gd name="T30" fmla="*/ 77 w 92"/>
                <a:gd name="T31" fmla="*/ 11 h 117"/>
                <a:gd name="T32" fmla="*/ 81 w 92"/>
                <a:gd name="T33" fmla="*/ 15 h 117"/>
                <a:gd name="T34" fmla="*/ 81 w 92"/>
                <a:gd name="T35" fmla="*/ 103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2" h="117">
                  <a:moveTo>
                    <a:pt x="77" y="0"/>
                  </a:moveTo>
                  <a:cubicBezTo>
                    <a:pt x="14" y="0"/>
                    <a:pt x="14" y="0"/>
                    <a:pt x="14" y="0"/>
                  </a:cubicBezTo>
                  <a:cubicBezTo>
                    <a:pt x="6" y="0"/>
                    <a:pt x="0" y="7"/>
                    <a:pt x="0" y="15"/>
                  </a:cubicBezTo>
                  <a:cubicBezTo>
                    <a:pt x="0" y="103"/>
                    <a:pt x="0" y="103"/>
                    <a:pt x="0" y="103"/>
                  </a:cubicBezTo>
                  <a:cubicBezTo>
                    <a:pt x="0" y="111"/>
                    <a:pt x="6" y="117"/>
                    <a:pt x="14" y="117"/>
                  </a:cubicBezTo>
                  <a:cubicBezTo>
                    <a:pt x="77" y="117"/>
                    <a:pt x="77" y="117"/>
                    <a:pt x="77" y="117"/>
                  </a:cubicBezTo>
                  <a:cubicBezTo>
                    <a:pt x="85" y="117"/>
                    <a:pt x="92" y="111"/>
                    <a:pt x="92" y="103"/>
                  </a:cubicBezTo>
                  <a:cubicBezTo>
                    <a:pt x="92" y="15"/>
                    <a:pt x="92" y="15"/>
                    <a:pt x="92" y="15"/>
                  </a:cubicBezTo>
                  <a:cubicBezTo>
                    <a:pt x="92" y="7"/>
                    <a:pt x="85" y="0"/>
                    <a:pt x="77" y="0"/>
                  </a:cubicBezTo>
                  <a:close/>
                  <a:moveTo>
                    <a:pt x="81" y="103"/>
                  </a:moveTo>
                  <a:cubicBezTo>
                    <a:pt x="81" y="105"/>
                    <a:pt x="79" y="107"/>
                    <a:pt x="77" y="107"/>
                  </a:cubicBezTo>
                  <a:cubicBezTo>
                    <a:pt x="14" y="107"/>
                    <a:pt x="14" y="107"/>
                    <a:pt x="14" y="107"/>
                  </a:cubicBezTo>
                  <a:cubicBezTo>
                    <a:pt x="12" y="107"/>
                    <a:pt x="11" y="105"/>
                    <a:pt x="11" y="103"/>
                  </a:cubicBezTo>
                  <a:cubicBezTo>
                    <a:pt x="11" y="15"/>
                    <a:pt x="11" y="15"/>
                    <a:pt x="11" y="15"/>
                  </a:cubicBezTo>
                  <a:cubicBezTo>
                    <a:pt x="11" y="13"/>
                    <a:pt x="12" y="11"/>
                    <a:pt x="14" y="11"/>
                  </a:cubicBezTo>
                  <a:cubicBezTo>
                    <a:pt x="77" y="11"/>
                    <a:pt x="77" y="11"/>
                    <a:pt x="77" y="11"/>
                  </a:cubicBezTo>
                  <a:cubicBezTo>
                    <a:pt x="79" y="11"/>
                    <a:pt x="81" y="13"/>
                    <a:pt x="81" y="15"/>
                  </a:cubicBezTo>
                  <a:lnTo>
                    <a:pt x="81" y="103"/>
                  </a:lnTo>
                  <a:close/>
                </a:path>
              </a:pathLst>
            </a:custGeom>
            <a:solidFill>
              <a:srgbClr val="FBFC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 name="Rectangle 264"/>
            <p:cNvSpPr>
              <a:spLocks noChangeArrowheads="1"/>
            </p:cNvSpPr>
            <p:nvPr/>
          </p:nvSpPr>
          <p:spPr bwMode="auto">
            <a:xfrm>
              <a:off x="4164013" y="4397375"/>
              <a:ext cx="139700" cy="41275"/>
            </a:xfrm>
            <a:prstGeom prst="rect">
              <a:avLst/>
            </a:prstGeom>
            <a:solidFill>
              <a:srgbClr val="FBFCF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 name="Rectangle 265"/>
            <p:cNvSpPr>
              <a:spLocks noChangeArrowheads="1"/>
            </p:cNvSpPr>
            <p:nvPr/>
          </p:nvSpPr>
          <p:spPr bwMode="auto">
            <a:xfrm>
              <a:off x="4164013" y="4471988"/>
              <a:ext cx="192088" cy="41275"/>
            </a:xfrm>
            <a:prstGeom prst="rect">
              <a:avLst/>
            </a:prstGeom>
            <a:solidFill>
              <a:srgbClr val="FBFCF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 name="Rectangle 266"/>
            <p:cNvSpPr>
              <a:spLocks noChangeArrowheads="1"/>
            </p:cNvSpPr>
            <p:nvPr/>
          </p:nvSpPr>
          <p:spPr bwMode="auto">
            <a:xfrm>
              <a:off x="4164013" y="4548188"/>
              <a:ext cx="192088" cy="41275"/>
            </a:xfrm>
            <a:prstGeom prst="rect">
              <a:avLst/>
            </a:prstGeom>
            <a:solidFill>
              <a:srgbClr val="FBFCF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 name="组合 3"/>
          <p:cNvGrpSpPr/>
          <p:nvPr/>
        </p:nvGrpSpPr>
        <p:grpSpPr>
          <a:xfrm>
            <a:off x="5081587" y="3532281"/>
            <a:ext cx="582613" cy="487363"/>
            <a:chOff x="3619500" y="3101975"/>
            <a:chExt cx="582613" cy="487363"/>
          </a:xfrm>
        </p:grpSpPr>
        <p:sp>
          <p:nvSpPr>
            <p:cNvPr id="268" name="Rectangle 267"/>
            <p:cNvSpPr>
              <a:spLocks noChangeArrowheads="1"/>
            </p:cNvSpPr>
            <p:nvPr/>
          </p:nvSpPr>
          <p:spPr bwMode="auto">
            <a:xfrm>
              <a:off x="3619500" y="3270250"/>
              <a:ext cx="112713" cy="319088"/>
            </a:xfrm>
            <a:prstGeom prst="rect">
              <a:avLst/>
            </a:prstGeom>
            <a:solidFill>
              <a:srgbClr val="FBFCF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 name="Rectangle 268"/>
            <p:cNvSpPr>
              <a:spLocks noChangeArrowheads="1"/>
            </p:cNvSpPr>
            <p:nvPr/>
          </p:nvSpPr>
          <p:spPr bwMode="auto">
            <a:xfrm>
              <a:off x="3778250" y="3360738"/>
              <a:ext cx="112713" cy="228600"/>
            </a:xfrm>
            <a:prstGeom prst="rect">
              <a:avLst/>
            </a:prstGeom>
            <a:solidFill>
              <a:srgbClr val="FBFCF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 name="Rectangle 269"/>
            <p:cNvSpPr>
              <a:spLocks noChangeArrowheads="1"/>
            </p:cNvSpPr>
            <p:nvPr/>
          </p:nvSpPr>
          <p:spPr bwMode="auto">
            <a:xfrm>
              <a:off x="3935413" y="3217863"/>
              <a:ext cx="109538" cy="371475"/>
            </a:xfrm>
            <a:prstGeom prst="rect">
              <a:avLst/>
            </a:prstGeom>
            <a:solidFill>
              <a:srgbClr val="FBFCF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 name="Rectangle 270"/>
            <p:cNvSpPr>
              <a:spLocks noChangeArrowheads="1"/>
            </p:cNvSpPr>
            <p:nvPr/>
          </p:nvSpPr>
          <p:spPr bwMode="auto">
            <a:xfrm>
              <a:off x="4089400" y="3101975"/>
              <a:ext cx="112713" cy="487363"/>
            </a:xfrm>
            <a:prstGeom prst="rect">
              <a:avLst/>
            </a:prstGeom>
            <a:solidFill>
              <a:srgbClr val="FBFCF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30"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六项并列</a:t>
            </a:r>
            <a:endParaRPr lang="zh-CN" altLang="zh-CN" sz="2800" b="1" dirty="0">
              <a:solidFill>
                <a:schemeClr val="tx1">
                  <a:lumMod val="65000"/>
                  <a:lumOff val="35000"/>
                </a:schemeClr>
              </a:solidFill>
            </a:endParaRPr>
          </a:p>
        </p:txBody>
      </p:sp>
      <p:sp>
        <p:nvSpPr>
          <p:cNvPr id="45" name="文本框 44"/>
          <p:cNvSpPr txBox="1"/>
          <p:nvPr/>
        </p:nvSpPr>
        <p:spPr>
          <a:xfrm>
            <a:off x="7857728" y="2188889"/>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46" name="文本框 45"/>
          <p:cNvSpPr txBox="1"/>
          <p:nvPr/>
        </p:nvSpPr>
        <p:spPr>
          <a:xfrm>
            <a:off x="1477754" y="2188889"/>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47" name="文本框 46"/>
          <p:cNvSpPr txBox="1"/>
          <p:nvPr/>
        </p:nvSpPr>
        <p:spPr>
          <a:xfrm>
            <a:off x="7857728" y="3458479"/>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48" name="文本框 47"/>
          <p:cNvSpPr txBox="1"/>
          <p:nvPr/>
        </p:nvSpPr>
        <p:spPr>
          <a:xfrm>
            <a:off x="1477754" y="3458479"/>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49" name="文本框 48"/>
          <p:cNvSpPr txBox="1"/>
          <p:nvPr/>
        </p:nvSpPr>
        <p:spPr>
          <a:xfrm>
            <a:off x="7857728" y="4728068"/>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50" name="文本框 49"/>
          <p:cNvSpPr txBox="1"/>
          <p:nvPr/>
        </p:nvSpPr>
        <p:spPr>
          <a:xfrm>
            <a:off x="1477754" y="4728068"/>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52" name="文本框 51"/>
          <p:cNvSpPr txBox="1"/>
          <p:nvPr/>
        </p:nvSpPr>
        <p:spPr>
          <a:xfrm>
            <a:off x="4139317" y="1058393"/>
            <a:ext cx="3913366"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53" name="Rectangle 58"/>
          <p:cNvSpPr/>
          <p:nvPr/>
        </p:nvSpPr>
        <p:spPr>
          <a:xfrm>
            <a:off x="3614043" y="1478661"/>
            <a:ext cx="4963915"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单击此处添加副标题</a:t>
            </a:r>
          </a:p>
        </p:txBody>
      </p:sp>
      <p:cxnSp>
        <p:nvCxnSpPr>
          <p:cNvPr id="3" name="直接连接符 2"/>
          <p:cNvCxnSpPr/>
          <p:nvPr/>
        </p:nvCxnSpPr>
        <p:spPr>
          <a:xfrm>
            <a:off x="4399199" y="2373406"/>
            <a:ext cx="914400" cy="0"/>
          </a:xfrm>
          <a:prstGeom prst="line">
            <a:avLst/>
          </a:prstGeom>
          <a:ln w="19050">
            <a:solidFill>
              <a:srgbClr val="5EC6D3"/>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3" name="直接连接符 42"/>
          <p:cNvCxnSpPr/>
          <p:nvPr/>
        </p:nvCxnSpPr>
        <p:spPr>
          <a:xfrm>
            <a:off x="6881812" y="2373406"/>
            <a:ext cx="914400" cy="0"/>
          </a:xfrm>
          <a:prstGeom prst="line">
            <a:avLst/>
          </a:prstGeom>
          <a:ln w="19050">
            <a:solidFill>
              <a:srgbClr val="936CA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4" name="直接连接符 43"/>
          <p:cNvCxnSpPr/>
          <p:nvPr/>
        </p:nvCxnSpPr>
        <p:spPr>
          <a:xfrm>
            <a:off x="4399199" y="4978494"/>
            <a:ext cx="1107839" cy="0"/>
          </a:xfrm>
          <a:prstGeom prst="line">
            <a:avLst/>
          </a:prstGeom>
          <a:ln w="19050">
            <a:solidFill>
              <a:srgbClr val="F26D64"/>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6742113" y="4978494"/>
            <a:ext cx="1054099" cy="0"/>
          </a:xfrm>
          <a:prstGeom prst="line">
            <a:avLst/>
          </a:prstGeom>
          <a:ln w="19050">
            <a:solidFill>
              <a:srgbClr val="F8841D"/>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4" name="直接连接符 53"/>
          <p:cNvCxnSpPr/>
          <p:nvPr/>
        </p:nvCxnSpPr>
        <p:spPr>
          <a:xfrm>
            <a:off x="4399199" y="3715103"/>
            <a:ext cx="486700" cy="0"/>
          </a:xfrm>
          <a:prstGeom prst="line">
            <a:avLst/>
          </a:prstGeom>
          <a:ln w="19050">
            <a:solidFill>
              <a:srgbClr val="3A8FCB"/>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7287904" y="3715103"/>
            <a:ext cx="508308" cy="0"/>
          </a:xfrm>
          <a:prstGeom prst="line">
            <a:avLst/>
          </a:prstGeom>
          <a:ln w="19050">
            <a:solidFill>
              <a:srgbClr val="9BBB40"/>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27586711"/>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p:cNvSpPr txBox="1"/>
          <p:nvPr/>
        </p:nvSpPr>
        <p:spPr>
          <a:xfrm>
            <a:off x="7690312" y="2449826"/>
            <a:ext cx="2856518" cy="830997"/>
          </a:xfrm>
          <a:prstGeom prst="rect">
            <a:avLst/>
          </a:prstGeom>
          <a:noFill/>
        </p:spPr>
        <p:txBody>
          <a:bodyPr wrap="square" rtlCol="0">
            <a:spAutoFit/>
          </a:bodyPr>
          <a:lstStyle/>
          <a:p>
            <a:pPr>
              <a:lnSpc>
                <a:spcPct val="120000"/>
              </a:lnSpc>
            </a:pPr>
            <a:r>
              <a:rPr lang="zh-CN" altLang="en-US" sz="2400" b="1" dirty="0">
                <a:solidFill>
                  <a:srgbClr val="297FB8"/>
                </a:solidFill>
              </a:rPr>
              <a:t>添加标题</a:t>
            </a:r>
            <a:endParaRPr lang="en-US" altLang="zh-CN" sz="2400" b="1" dirty="0">
              <a:solidFill>
                <a:srgbClr val="297FB8"/>
              </a:solidFill>
            </a:endParaRPr>
          </a:p>
          <a:p>
            <a:pPr>
              <a:lnSpc>
                <a:spcPct val="120000"/>
              </a:lnSpc>
            </a:pPr>
            <a:r>
              <a:rPr lang="zh-CN" altLang="en-US" sz="1600" dirty="0">
                <a:solidFill>
                  <a:schemeClr val="tx1">
                    <a:lumMod val="65000"/>
                    <a:lumOff val="35000"/>
                  </a:schemeClr>
                </a:solidFill>
              </a:rPr>
              <a:t>添加内容添加内容</a:t>
            </a:r>
          </a:p>
        </p:txBody>
      </p:sp>
      <p:sp>
        <p:nvSpPr>
          <p:cNvPr id="3" name="文本框 2"/>
          <p:cNvSpPr txBox="1"/>
          <p:nvPr/>
        </p:nvSpPr>
        <p:spPr>
          <a:xfrm>
            <a:off x="1645169" y="2449826"/>
            <a:ext cx="2856518" cy="830997"/>
          </a:xfrm>
          <a:prstGeom prst="rect">
            <a:avLst/>
          </a:prstGeom>
          <a:noFill/>
        </p:spPr>
        <p:txBody>
          <a:bodyPr wrap="square" rtlCol="0">
            <a:spAutoFit/>
          </a:bodyPr>
          <a:lstStyle/>
          <a:p>
            <a:pPr algn="r">
              <a:lnSpc>
                <a:spcPct val="120000"/>
              </a:lnSpc>
            </a:pPr>
            <a:r>
              <a:rPr lang="zh-CN" altLang="en-US" sz="2400" b="1" dirty="0">
                <a:solidFill>
                  <a:srgbClr val="F19030"/>
                </a:solidFill>
              </a:rPr>
              <a:t>添加标题</a:t>
            </a:r>
            <a:endParaRPr lang="en-US" altLang="zh-CN" sz="2400" b="1" dirty="0">
              <a:solidFill>
                <a:srgbClr val="F19030"/>
              </a:solidFill>
            </a:endParaRPr>
          </a:p>
          <a:p>
            <a:pPr algn="r">
              <a:lnSpc>
                <a:spcPct val="120000"/>
              </a:lnSpc>
            </a:pPr>
            <a:r>
              <a:rPr lang="zh-CN" altLang="en-US" sz="1600" dirty="0">
                <a:solidFill>
                  <a:schemeClr val="tx1">
                    <a:lumMod val="65000"/>
                    <a:lumOff val="35000"/>
                  </a:schemeClr>
                </a:solidFill>
              </a:rPr>
              <a:t>添加内容添加内容</a:t>
            </a:r>
          </a:p>
        </p:txBody>
      </p:sp>
      <p:sp>
        <p:nvSpPr>
          <p:cNvPr id="4" name="文本框 3"/>
          <p:cNvSpPr txBox="1"/>
          <p:nvPr/>
        </p:nvSpPr>
        <p:spPr>
          <a:xfrm>
            <a:off x="7690312" y="4270671"/>
            <a:ext cx="2856518" cy="830997"/>
          </a:xfrm>
          <a:prstGeom prst="rect">
            <a:avLst/>
          </a:prstGeom>
          <a:noFill/>
        </p:spPr>
        <p:txBody>
          <a:bodyPr wrap="square" rtlCol="0">
            <a:spAutoFit/>
          </a:bodyPr>
          <a:lstStyle/>
          <a:p>
            <a:pPr>
              <a:lnSpc>
                <a:spcPct val="120000"/>
              </a:lnSpc>
            </a:pPr>
            <a:r>
              <a:rPr lang="zh-CN" altLang="en-US" sz="2400" b="1" dirty="0">
                <a:solidFill>
                  <a:srgbClr val="297FB8"/>
                </a:solidFill>
              </a:rPr>
              <a:t>添加标题</a:t>
            </a:r>
            <a:endParaRPr lang="en-US" altLang="zh-CN" sz="2400" b="1" dirty="0">
              <a:solidFill>
                <a:srgbClr val="297FB8"/>
              </a:solidFill>
            </a:endParaRPr>
          </a:p>
          <a:p>
            <a:pPr>
              <a:lnSpc>
                <a:spcPct val="120000"/>
              </a:lnSpc>
            </a:pPr>
            <a:r>
              <a:rPr lang="zh-CN" altLang="en-US" sz="1600" dirty="0">
                <a:solidFill>
                  <a:schemeClr val="tx1">
                    <a:lumMod val="65000"/>
                    <a:lumOff val="35000"/>
                  </a:schemeClr>
                </a:solidFill>
              </a:rPr>
              <a:t>添加内容添加内容</a:t>
            </a:r>
          </a:p>
        </p:txBody>
      </p:sp>
      <p:sp>
        <p:nvSpPr>
          <p:cNvPr id="5" name="文本框 4"/>
          <p:cNvSpPr txBox="1"/>
          <p:nvPr/>
        </p:nvSpPr>
        <p:spPr>
          <a:xfrm>
            <a:off x="1645169" y="4270671"/>
            <a:ext cx="2856518" cy="830997"/>
          </a:xfrm>
          <a:prstGeom prst="rect">
            <a:avLst/>
          </a:prstGeom>
          <a:noFill/>
        </p:spPr>
        <p:txBody>
          <a:bodyPr wrap="square" rtlCol="0">
            <a:spAutoFit/>
          </a:bodyPr>
          <a:lstStyle/>
          <a:p>
            <a:pPr algn="r">
              <a:lnSpc>
                <a:spcPct val="120000"/>
              </a:lnSpc>
            </a:pPr>
            <a:r>
              <a:rPr lang="zh-CN" altLang="en-US" sz="2400" b="1" dirty="0">
                <a:solidFill>
                  <a:srgbClr val="EA2F6C"/>
                </a:solidFill>
              </a:rPr>
              <a:t>添加标题</a:t>
            </a:r>
            <a:endParaRPr lang="en-US" altLang="zh-CN" sz="2400" b="1" dirty="0">
              <a:solidFill>
                <a:srgbClr val="EA2F6C"/>
              </a:solidFill>
            </a:endParaRPr>
          </a:p>
          <a:p>
            <a:pPr algn="r">
              <a:lnSpc>
                <a:spcPct val="120000"/>
              </a:lnSpc>
            </a:pPr>
            <a:r>
              <a:rPr lang="zh-CN" altLang="en-US" sz="1600" dirty="0">
                <a:solidFill>
                  <a:schemeClr val="tx1">
                    <a:lumMod val="65000"/>
                    <a:lumOff val="35000"/>
                  </a:schemeClr>
                </a:solidFill>
              </a:rPr>
              <a:t>添加内容添加内容</a:t>
            </a:r>
          </a:p>
        </p:txBody>
      </p:sp>
      <p:sp>
        <p:nvSpPr>
          <p:cNvPr id="6" name="文本框 5"/>
          <p:cNvSpPr txBox="1"/>
          <p:nvPr/>
        </p:nvSpPr>
        <p:spPr>
          <a:xfrm>
            <a:off x="4667741" y="1147505"/>
            <a:ext cx="2856518" cy="830997"/>
          </a:xfrm>
          <a:prstGeom prst="rect">
            <a:avLst/>
          </a:prstGeom>
          <a:noFill/>
        </p:spPr>
        <p:txBody>
          <a:bodyPr wrap="square" rtlCol="0">
            <a:spAutoFit/>
          </a:bodyPr>
          <a:lstStyle/>
          <a:p>
            <a:pPr algn="ctr">
              <a:lnSpc>
                <a:spcPct val="120000"/>
              </a:lnSpc>
            </a:pPr>
            <a:r>
              <a:rPr lang="zh-CN" altLang="en-US" sz="2400" b="1" dirty="0">
                <a:solidFill>
                  <a:srgbClr val="9ED62E"/>
                </a:solidFill>
              </a:rPr>
              <a:t>添加标题</a:t>
            </a:r>
            <a:endParaRPr lang="en-US" altLang="zh-CN" sz="2400" b="1" dirty="0">
              <a:solidFill>
                <a:srgbClr val="9ED62E"/>
              </a:solidFill>
            </a:endParaRPr>
          </a:p>
          <a:p>
            <a:pPr algn="ctr">
              <a:lnSpc>
                <a:spcPct val="120000"/>
              </a:lnSpc>
            </a:pPr>
            <a:r>
              <a:rPr lang="zh-CN" altLang="en-US" sz="1600" dirty="0">
                <a:solidFill>
                  <a:schemeClr val="tx1">
                    <a:lumMod val="65000"/>
                    <a:lumOff val="35000"/>
                  </a:schemeClr>
                </a:solidFill>
              </a:rPr>
              <a:t>添加内容添加内容</a:t>
            </a:r>
          </a:p>
        </p:txBody>
      </p:sp>
      <p:sp>
        <p:nvSpPr>
          <p:cNvPr id="7" name="文本框 6"/>
          <p:cNvSpPr txBox="1"/>
          <p:nvPr/>
        </p:nvSpPr>
        <p:spPr>
          <a:xfrm>
            <a:off x="4667741" y="5580410"/>
            <a:ext cx="2856518" cy="830997"/>
          </a:xfrm>
          <a:prstGeom prst="rect">
            <a:avLst/>
          </a:prstGeom>
          <a:noFill/>
        </p:spPr>
        <p:txBody>
          <a:bodyPr wrap="square" rtlCol="0">
            <a:spAutoFit/>
          </a:bodyPr>
          <a:lstStyle/>
          <a:p>
            <a:pPr algn="ctr">
              <a:lnSpc>
                <a:spcPct val="120000"/>
              </a:lnSpc>
            </a:pPr>
            <a:r>
              <a:rPr lang="zh-CN" altLang="en-US" sz="2400" b="1" dirty="0">
                <a:solidFill>
                  <a:srgbClr val="8820A0"/>
                </a:solidFill>
              </a:rPr>
              <a:t>添加标题</a:t>
            </a:r>
            <a:endParaRPr lang="en-US" altLang="zh-CN" sz="2400" b="1" dirty="0">
              <a:solidFill>
                <a:srgbClr val="8820A0"/>
              </a:solidFill>
            </a:endParaRPr>
          </a:p>
          <a:p>
            <a:pPr algn="ctr">
              <a:lnSpc>
                <a:spcPct val="120000"/>
              </a:lnSpc>
            </a:pPr>
            <a:r>
              <a:rPr lang="zh-CN" altLang="en-US" sz="1600" dirty="0">
                <a:solidFill>
                  <a:schemeClr val="tx1">
                    <a:lumMod val="65000"/>
                    <a:lumOff val="35000"/>
                  </a:schemeClr>
                </a:solidFill>
              </a:rPr>
              <a:t>添加内容添加内容</a:t>
            </a:r>
          </a:p>
        </p:txBody>
      </p:sp>
      <p:sp>
        <p:nvSpPr>
          <p:cNvPr id="9" name="任意多边形 8"/>
          <p:cNvSpPr/>
          <p:nvPr/>
        </p:nvSpPr>
        <p:spPr>
          <a:xfrm>
            <a:off x="4370630" y="2292439"/>
            <a:ext cx="3482490" cy="3017658"/>
          </a:xfrm>
          <a:custGeom>
            <a:avLst/>
            <a:gdLst>
              <a:gd name="connsiteX0" fmla="*/ 930275 w 3698876"/>
              <a:gd name="connsiteY0" fmla="*/ 0 h 3205162"/>
              <a:gd name="connsiteX1" fmla="*/ 933042 w 3698876"/>
              <a:gd name="connsiteY1" fmla="*/ 4762 h 3205162"/>
              <a:gd name="connsiteX2" fmla="*/ 2765849 w 3698876"/>
              <a:gd name="connsiteY2" fmla="*/ 4762 h 3205162"/>
              <a:gd name="connsiteX3" fmla="*/ 2768601 w 3698876"/>
              <a:gd name="connsiteY3" fmla="*/ 0 h 3205162"/>
              <a:gd name="connsiteX4" fmla="*/ 2771358 w 3698876"/>
              <a:gd name="connsiteY4" fmla="*/ 4762 h 3205162"/>
              <a:gd name="connsiteX5" fmla="*/ 2778126 w 3698876"/>
              <a:gd name="connsiteY5" fmla="*/ 4762 h 3205162"/>
              <a:gd name="connsiteX6" fmla="*/ 2774741 w 3698876"/>
              <a:gd name="connsiteY6" fmla="*/ 10604 h 3205162"/>
              <a:gd name="connsiteX7" fmla="*/ 3693351 w 3698876"/>
              <a:gd name="connsiteY7" fmla="*/ 1597009 h 3205162"/>
              <a:gd name="connsiteX8" fmla="*/ 3698875 w 3698876"/>
              <a:gd name="connsiteY8" fmla="*/ 1597025 h 3205162"/>
              <a:gd name="connsiteX9" fmla="*/ 3696119 w 3698876"/>
              <a:gd name="connsiteY9" fmla="*/ 1601789 h 3205162"/>
              <a:gd name="connsiteX10" fmla="*/ 3698876 w 3698876"/>
              <a:gd name="connsiteY10" fmla="*/ 1606550 h 3205162"/>
              <a:gd name="connsiteX11" fmla="*/ 3693358 w 3698876"/>
              <a:gd name="connsiteY11" fmla="*/ 1606562 h 3205162"/>
              <a:gd name="connsiteX12" fmla="*/ 2774745 w 3698876"/>
              <a:gd name="connsiteY12" fmla="*/ 3194539 h 3205162"/>
              <a:gd name="connsiteX13" fmla="*/ 2778126 w 3698876"/>
              <a:gd name="connsiteY13" fmla="*/ 3200399 h 3205162"/>
              <a:gd name="connsiteX14" fmla="*/ 2771356 w 3698876"/>
              <a:gd name="connsiteY14" fmla="*/ 3200399 h 3205162"/>
              <a:gd name="connsiteX15" fmla="*/ 2768600 w 3698876"/>
              <a:gd name="connsiteY15" fmla="*/ 3205162 h 3205162"/>
              <a:gd name="connsiteX16" fmla="*/ 2765850 w 3698876"/>
              <a:gd name="connsiteY16" fmla="*/ 3200399 h 3205162"/>
              <a:gd name="connsiteX17" fmla="*/ 933058 w 3698876"/>
              <a:gd name="connsiteY17" fmla="*/ 3200399 h 3205162"/>
              <a:gd name="connsiteX18" fmla="*/ 930275 w 3698876"/>
              <a:gd name="connsiteY18" fmla="*/ 3205162 h 3205162"/>
              <a:gd name="connsiteX19" fmla="*/ 927520 w 3698876"/>
              <a:gd name="connsiteY19" fmla="*/ 3200399 h 3205162"/>
              <a:gd name="connsiteX20" fmla="*/ 919163 w 3698876"/>
              <a:gd name="connsiteY20" fmla="*/ 3200399 h 3205162"/>
              <a:gd name="connsiteX21" fmla="*/ 923352 w 3698876"/>
              <a:gd name="connsiteY21" fmla="*/ 3193195 h 3205162"/>
              <a:gd name="connsiteX22" fmla="*/ 5516 w 3698876"/>
              <a:gd name="connsiteY22" fmla="*/ 1606560 h 3205162"/>
              <a:gd name="connsiteX23" fmla="*/ 0 w 3698876"/>
              <a:gd name="connsiteY23" fmla="*/ 1606550 h 3205162"/>
              <a:gd name="connsiteX24" fmla="*/ 2756 w 3698876"/>
              <a:gd name="connsiteY24" fmla="*/ 1601790 h 3205162"/>
              <a:gd name="connsiteX25" fmla="*/ 0 w 3698876"/>
              <a:gd name="connsiteY25" fmla="*/ 1597025 h 3205162"/>
              <a:gd name="connsiteX26" fmla="*/ 5525 w 3698876"/>
              <a:gd name="connsiteY26" fmla="*/ 1597009 h 3205162"/>
              <a:gd name="connsiteX27" fmla="*/ 923331 w 3698876"/>
              <a:gd name="connsiteY27" fmla="*/ 11992 h 3205162"/>
              <a:gd name="connsiteX28" fmla="*/ 919163 w 3698876"/>
              <a:gd name="connsiteY28" fmla="*/ 4762 h 3205162"/>
              <a:gd name="connsiteX29" fmla="*/ 927517 w 3698876"/>
              <a:gd name="connsiteY29" fmla="*/ 4762 h 3205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698876" h="3205162">
                <a:moveTo>
                  <a:pt x="930275" y="0"/>
                </a:moveTo>
                <a:lnTo>
                  <a:pt x="933042" y="4762"/>
                </a:lnTo>
                <a:lnTo>
                  <a:pt x="2765849" y="4762"/>
                </a:lnTo>
                <a:lnTo>
                  <a:pt x="2768601" y="0"/>
                </a:lnTo>
                <a:lnTo>
                  <a:pt x="2771358" y="4762"/>
                </a:lnTo>
                <a:lnTo>
                  <a:pt x="2778126" y="4762"/>
                </a:lnTo>
                <a:lnTo>
                  <a:pt x="2774741" y="10604"/>
                </a:lnTo>
                <a:lnTo>
                  <a:pt x="3693351" y="1597009"/>
                </a:lnTo>
                <a:lnTo>
                  <a:pt x="3698875" y="1597025"/>
                </a:lnTo>
                <a:lnTo>
                  <a:pt x="3696119" y="1601789"/>
                </a:lnTo>
                <a:lnTo>
                  <a:pt x="3698876" y="1606550"/>
                </a:lnTo>
                <a:lnTo>
                  <a:pt x="3693358" y="1606562"/>
                </a:lnTo>
                <a:lnTo>
                  <a:pt x="2774745" y="3194539"/>
                </a:lnTo>
                <a:lnTo>
                  <a:pt x="2778126" y="3200399"/>
                </a:lnTo>
                <a:lnTo>
                  <a:pt x="2771356" y="3200399"/>
                </a:lnTo>
                <a:lnTo>
                  <a:pt x="2768600" y="3205162"/>
                </a:lnTo>
                <a:lnTo>
                  <a:pt x="2765850" y="3200399"/>
                </a:lnTo>
                <a:lnTo>
                  <a:pt x="933058" y="3200399"/>
                </a:lnTo>
                <a:lnTo>
                  <a:pt x="930275" y="3205162"/>
                </a:lnTo>
                <a:lnTo>
                  <a:pt x="927520" y="3200399"/>
                </a:lnTo>
                <a:lnTo>
                  <a:pt x="919163" y="3200399"/>
                </a:lnTo>
                <a:lnTo>
                  <a:pt x="923352" y="3193195"/>
                </a:lnTo>
                <a:lnTo>
                  <a:pt x="5516" y="1606560"/>
                </a:lnTo>
                <a:lnTo>
                  <a:pt x="0" y="1606550"/>
                </a:lnTo>
                <a:lnTo>
                  <a:pt x="2756" y="1601790"/>
                </a:lnTo>
                <a:lnTo>
                  <a:pt x="0" y="1597025"/>
                </a:lnTo>
                <a:lnTo>
                  <a:pt x="5525" y="1597009"/>
                </a:lnTo>
                <a:lnTo>
                  <a:pt x="923331" y="11992"/>
                </a:lnTo>
                <a:lnTo>
                  <a:pt x="919163" y="4762"/>
                </a:lnTo>
                <a:lnTo>
                  <a:pt x="927517" y="4762"/>
                </a:lnTo>
                <a:close/>
              </a:path>
            </a:pathLst>
          </a:custGeom>
          <a:gradFill flip="none" rotWithShape="1">
            <a:gsLst>
              <a:gs pos="0">
                <a:srgbClr val="F0F0F0"/>
              </a:gs>
              <a:gs pos="100000">
                <a:srgbClr val="F1F1F1"/>
              </a:gs>
            </a:gsLst>
            <a:lin ang="2700000" scaled="1"/>
            <a:tileRect/>
          </a:gradFill>
          <a:ln w="28575">
            <a:gradFill flip="none" rotWithShape="1">
              <a:gsLst>
                <a:gs pos="100000">
                  <a:srgbClr val="FFFFFF"/>
                </a:gs>
                <a:gs pos="0">
                  <a:srgbClr val="CECED0"/>
                </a:gs>
              </a:gsLst>
              <a:lin ang="13500000" scaled="1"/>
              <a:tileRect/>
            </a:gra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0" name="Freeform 360"/>
          <p:cNvSpPr>
            <a:spLocks/>
          </p:cNvSpPr>
          <p:nvPr/>
        </p:nvSpPr>
        <p:spPr bwMode="auto">
          <a:xfrm>
            <a:off x="4438651" y="2352675"/>
            <a:ext cx="1812925" cy="1450975"/>
          </a:xfrm>
          <a:custGeom>
            <a:avLst/>
            <a:gdLst>
              <a:gd name="T0" fmla="*/ 901 w 1142"/>
              <a:gd name="T1" fmla="*/ 641 h 914"/>
              <a:gd name="T2" fmla="*/ 1142 w 1142"/>
              <a:gd name="T3" fmla="*/ 799 h 914"/>
              <a:gd name="T4" fmla="*/ 1074 w 1142"/>
              <a:gd name="T5" fmla="*/ 841 h 914"/>
              <a:gd name="T6" fmla="*/ 963 w 1142"/>
              <a:gd name="T7" fmla="*/ 914 h 914"/>
              <a:gd name="T8" fmla="*/ 0 w 1142"/>
              <a:gd name="T9" fmla="*/ 912 h 914"/>
              <a:gd name="T10" fmla="*/ 528 w 1142"/>
              <a:gd name="T11" fmla="*/ 0 h 914"/>
              <a:gd name="T12" fmla="*/ 901 w 1142"/>
              <a:gd name="T13" fmla="*/ 641 h 914"/>
            </a:gdLst>
            <a:ahLst/>
            <a:cxnLst>
              <a:cxn ang="0">
                <a:pos x="T0" y="T1"/>
              </a:cxn>
              <a:cxn ang="0">
                <a:pos x="T2" y="T3"/>
              </a:cxn>
              <a:cxn ang="0">
                <a:pos x="T4" y="T5"/>
              </a:cxn>
              <a:cxn ang="0">
                <a:pos x="T6" y="T7"/>
              </a:cxn>
              <a:cxn ang="0">
                <a:pos x="T8" y="T9"/>
              </a:cxn>
              <a:cxn ang="0">
                <a:pos x="T10" y="T11"/>
              </a:cxn>
              <a:cxn ang="0">
                <a:pos x="T12" y="T13"/>
              </a:cxn>
            </a:cxnLst>
            <a:rect l="0" t="0" r="r" b="b"/>
            <a:pathLst>
              <a:path w="1142" h="914">
                <a:moveTo>
                  <a:pt x="901" y="641"/>
                </a:moveTo>
                <a:lnTo>
                  <a:pt x="1142" y="799"/>
                </a:lnTo>
                <a:lnTo>
                  <a:pt x="1074" y="841"/>
                </a:lnTo>
                <a:lnTo>
                  <a:pt x="963" y="914"/>
                </a:lnTo>
                <a:lnTo>
                  <a:pt x="0" y="912"/>
                </a:lnTo>
                <a:lnTo>
                  <a:pt x="528" y="0"/>
                </a:lnTo>
                <a:lnTo>
                  <a:pt x="901" y="641"/>
                </a:lnTo>
                <a:close/>
              </a:path>
            </a:pathLst>
          </a:custGeom>
          <a:solidFill>
            <a:srgbClr val="F19030"/>
          </a:solidFill>
          <a:ln w="9525">
            <a:solidFill>
              <a:schemeClr val="bg1"/>
            </a:solidFill>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1" name="Freeform 362"/>
          <p:cNvSpPr>
            <a:spLocks/>
          </p:cNvSpPr>
          <p:nvPr/>
        </p:nvSpPr>
        <p:spPr bwMode="auto">
          <a:xfrm>
            <a:off x="5276851" y="3870325"/>
            <a:ext cx="1670050" cy="1377950"/>
          </a:xfrm>
          <a:custGeom>
            <a:avLst/>
            <a:gdLst>
              <a:gd name="T0" fmla="*/ 561 w 1052"/>
              <a:gd name="T1" fmla="*/ 26 h 868"/>
              <a:gd name="T2" fmla="*/ 620 w 1052"/>
              <a:gd name="T3" fmla="*/ 116 h 868"/>
              <a:gd name="T4" fmla="*/ 1052 w 1052"/>
              <a:gd name="T5" fmla="*/ 868 h 868"/>
              <a:gd name="T6" fmla="*/ 0 w 1052"/>
              <a:gd name="T7" fmla="*/ 868 h 868"/>
              <a:gd name="T8" fmla="*/ 414 w 1052"/>
              <a:gd name="T9" fmla="*/ 153 h 868"/>
              <a:gd name="T10" fmla="*/ 398 w 1052"/>
              <a:gd name="T11" fmla="*/ 0 h 868"/>
              <a:gd name="T12" fmla="*/ 561 w 1052"/>
              <a:gd name="T13" fmla="*/ 26 h 868"/>
            </a:gdLst>
            <a:ahLst/>
            <a:cxnLst>
              <a:cxn ang="0">
                <a:pos x="T0" y="T1"/>
              </a:cxn>
              <a:cxn ang="0">
                <a:pos x="T2" y="T3"/>
              </a:cxn>
              <a:cxn ang="0">
                <a:pos x="T4" y="T5"/>
              </a:cxn>
              <a:cxn ang="0">
                <a:pos x="T6" y="T7"/>
              </a:cxn>
              <a:cxn ang="0">
                <a:pos x="T8" y="T9"/>
              </a:cxn>
              <a:cxn ang="0">
                <a:pos x="T10" y="T11"/>
              </a:cxn>
              <a:cxn ang="0">
                <a:pos x="T12" y="T13"/>
              </a:cxn>
            </a:cxnLst>
            <a:rect l="0" t="0" r="r" b="b"/>
            <a:pathLst>
              <a:path w="1052" h="868">
                <a:moveTo>
                  <a:pt x="561" y="26"/>
                </a:moveTo>
                <a:lnTo>
                  <a:pt x="620" y="116"/>
                </a:lnTo>
                <a:lnTo>
                  <a:pt x="1052" y="868"/>
                </a:lnTo>
                <a:lnTo>
                  <a:pt x="0" y="868"/>
                </a:lnTo>
                <a:lnTo>
                  <a:pt x="414" y="153"/>
                </a:lnTo>
                <a:lnTo>
                  <a:pt x="398" y="0"/>
                </a:lnTo>
                <a:lnTo>
                  <a:pt x="561" y="26"/>
                </a:lnTo>
                <a:close/>
              </a:path>
            </a:pathLst>
          </a:custGeom>
          <a:solidFill>
            <a:srgbClr val="8820A0"/>
          </a:solidFill>
          <a:ln w="9525">
            <a:solidFill>
              <a:schemeClr val="bg1"/>
            </a:solidFill>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2" name="Freeform 364"/>
          <p:cNvSpPr>
            <a:spLocks/>
          </p:cNvSpPr>
          <p:nvPr/>
        </p:nvSpPr>
        <p:spPr bwMode="auto">
          <a:xfrm>
            <a:off x="6278564" y="3795713"/>
            <a:ext cx="1506538" cy="1452563"/>
          </a:xfrm>
          <a:custGeom>
            <a:avLst/>
            <a:gdLst>
              <a:gd name="T0" fmla="*/ 0 w 949"/>
              <a:gd name="T1" fmla="*/ 0 h 915"/>
              <a:gd name="T2" fmla="*/ 949 w 949"/>
              <a:gd name="T3" fmla="*/ 3 h 915"/>
              <a:gd name="T4" fmla="*/ 421 w 949"/>
              <a:gd name="T5" fmla="*/ 915 h 915"/>
              <a:gd name="T6" fmla="*/ 19 w 949"/>
              <a:gd name="T7" fmla="*/ 220 h 915"/>
              <a:gd name="T8" fmla="*/ 0 w 949"/>
              <a:gd name="T9" fmla="*/ 0 h 915"/>
            </a:gdLst>
            <a:ahLst/>
            <a:cxnLst>
              <a:cxn ang="0">
                <a:pos x="T0" y="T1"/>
              </a:cxn>
              <a:cxn ang="0">
                <a:pos x="T2" y="T3"/>
              </a:cxn>
              <a:cxn ang="0">
                <a:pos x="T4" y="T5"/>
              </a:cxn>
              <a:cxn ang="0">
                <a:pos x="T6" y="T7"/>
              </a:cxn>
              <a:cxn ang="0">
                <a:pos x="T8" y="T9"/>
              </a:cxn>
            </a:cxnLst>
            <a:rect l="0" t="0" r="r" b="b"/>
            <a:pathLst>
              <a:path w="949" h="915">
                <a:moveTo>
                  <a:pt x="0" y="0"/>
                </a:moveTo>
                <a:lnTo>
                  <a:pt x="949" y="3"/>
                </a:lnTo>
                <a:lnTo>
                  <a:pt x="421" y="915"/>
                </a:lnTo>
                <a:lnTo>
                  <a:pt x="19" y="220"/>
                </a:lnTo>
                <a:lnTo>
                  <a:pt x="0" y="0"/>
                </a:lnTo>
                <a:close/>
              </a:path>
            </a:pathLst>
          </a:custGeom>
          <a:solidFill>
            <a:srgbClr val="3A83CB"/>
          </a:solidFill>
          <a:ln w="9525">
            <a:solidFill>
              <a:schemeClr val="bg1"/>
            </a:solidFill>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3" name="Freeform 366"/>
          <p:cNvSpPr>
            <a:spLocks/>
          </p:cNvSpPr>
          <p:nvPr/>
        </p:nvSpPr>
        <p:spPr bwMode="auto">
          <a:xfrm>
            <a:off x="6335714" y="2352675"/>
            <a:ext cx="1449388" cy="1450975"/>
          </a:xfrm>
          <a:custGeom>
            <a:avLst/>
            <a:gdLst>
              <a:gd name="T0" fmla="*/ 0 w 913"/>
              <a:gd name="T1" fmla="*/ 667 h 914"/>
              <a:gd name="T2" fmla="*/ 385 w 913"/>
              <a:gd name="T3" fmla="*/ 0 h 914"/>
              <a:gd name="T4" fmla="*/ 913 w 913"/>
              <a:gd name="T5" fmla="*/ 912 h 914"/>
              <a:gd name="T6" fmla="*/ 51 w 913"/>
              <a:gd name="T7" fmla="*/ 914 h 914"/>
              <a:gd name="T8" fmla="*/ 0 w 913"/>
              <a:gd name="T9" fmla="*/ 667 h 914"/>
            </a:gdLst>
            <a:ahLst/>
            <a:cxnLst>
              <a:cxn ang="0">
                <a:pos x="T0" y="T1"/>
              </a:cxn>
              <a:cxn ang="0">
                <a:pos x="T2" y="T3"/>
              </a:cxn>
              <a:cxn ang="0">
                <a:pos x="T4" y="T5"/>
              </a:cxn>
              <a:cxn ang="0">
                <a:pos x="T6" y="T7"/>
              </a:cxn>
              <a:cxn ang="0">
                <a:pos x="T8" y="T9"/>
              </a:cxn>
            </a:cxnLst>
            <a:rect l="0" t="0" r="r" b="b"/>
            <a:pathLst>
              <a:path w="913" h="914">
                <a:moveTo>
                  <a:pt x="0" y="667"/>
                </a:moveTo>
                <a:lnTo>
                  <a:pt x="385" y="0"/>
                </a:lnTo>
                <a:lnTo>
                  <a:pt x="913" y="912"/>
                </a:lnTo>
                <a:lnTo>
                  <a:pt x="51" y="914"/>
                </a:lnTo>
                <a:lnTo>
                  <a:pt x="0" y="667"/>
                </a:lnTo>
                <a:close/>
              </a:path>
            </a:pathLst>
          </a:custGeom>
          <a:solidFill>
            <a:srgbClr val="2BAA8C"/>
          </a:solidFill>
          <a:ln w="9525">
            <a:solidFill>
              <a:schemeClr val="bg1"/>
            </a:solidFill>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4" name="Freeform 368"/>
          <p:cNvSpPr>
            <a:spLocks/>
          </p:cNvSpPr>
          <p:nvPr/>
        </p:nvSpPr>
        <p:spPr bwMode="auto">
          <a:xfrm>
            <a:off x="5276851" y="2352675"/>
            <a:ext cx="1670050" cy="1447800"/>
          </a:xfrm>
          <a:custGeom>
            <a:avLst/>
            <a:gdLst>
              <a:gd name="T0" fmla="*/ 524 w 1052"/>
              <a:gd name="T1" fmla="*/ 912 h 912"/>
              <a:gd name="T2" fmla="*/ 0 w 1052"/>
              <a:gd name="T3" fmla="*/ 0 h 912"/>
              <a:gd name="T4" fmla="*/ 1052 w 1052"/>
              <a:gd name="T5" fmla="*/ 0 h 912"/>
              <a:gd name="T6" fmla="*/ 524 w 1052"/>
              <a:gd name="T7" fmla="*/ 912 h 912"/>
              <a:gd name="T8" fmla="*/ 524 w 1052"/>
              <a:gd name="T9" fmla="*/ 912 h 912"/>
            </a:gdLst>
            <a:ahLst/>
            <a:cxnLst>
              <a:cxn ang="0">
                <a:pos x="T0" y="T1"/>
              </a:cxn>
              <a:cxn ang="0">
                <a:pos x="T2" y="T3"/>
              </a:cxn>
              <a:cxn ang="0">
                <a:pos x="T4" y="T5"/>
              </a:cxn>
              <a:cxn ang="0">
                <a:pos x="T6" y="T7"/>
              </a:cxn>
              <a:cxn ang="0">
                <a:pos x="T8" y="T9"/>
              </a:cxn>
            </a:cxnLst>
            <a:rect l="0" t="0" r="r" b="b"/>
            <a:pathLst>
              <a:path w="1052" h="912">
                <a:moveTo>
                  <a:pt x="524" y="912"/>
                </a:moveTo>
                <a:lnTo>
                  <a:pt x="0" y="0"/>
                </a:lnTo>
                <a:lnTo>
                  <a:pt x="1052" y="0"/>
                </a:lnTo>
                <a:lnTo>
                  <a:pt x="524" y="912"/>
                </a:lnTo>
                <a:lnTo>
                  <a:pt x="524" y="912"/>
                </a:lnTo>
                <a:close/>
              </a:path>
            </a:pathLst>
          </a:custGeom>
          <a:solidFill>
            <a:srgbClr val="9ED62E"/>
          </a:solidFill>
          <a:ln w="19050">
            <a:solidFill>
              <a:schemeClr val="bg1"/>
            </a:solidFill>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5" name="Freeform 382"/>
          <p:cNvSpPr>
            <a:spLocks/>
          </p:cNvSpPr>
          <p:nvPr/>
        </p:nvSpPr>
        <p:spPr bwMode="auto">
          <a:xfrm>
            <a:off x="4438651" y="3756025"/>
            <a:ext cx="1520825" cy="1492250"/>
          </a:xfrm>
          <a:custGeom>
            <a:avLst/>
            <a:gdLst>
              <a:gd name="T0" fmla="*/ 901 w 958"/>
              <a:gd name="T1" fmla="*/ 0 h 940"/>
              <a:gd name="T2" fmla="*/ 958 w 958"/>
              <a:gd name="T3" fmla="*/ 83 h 940"/>
              <a:gd name="T4" fmla="*/ 901 w 958"/>
              <a:gd name="T5" fmla="*/ 304 h 940"/>
              <a:gd name="T6" fmla="*/ 528 w 958"/>
              <a:gd name="T7" fmla="*/ 940 h 940"/>
              <a:gd name="T8" fmla="*/ 0 w 958"/>
              <a:gd name="T9" fmla="*/ 28 h 940"/>
              <a:gd name="T10" fmla="*/ 926 w 958"/>
              <a:gd name="T11" fmla="*/ 25 h 940"/>
              <a:gd name="T12" fmla="*/ 901 w 958"/>
              <a:gd name="T13" fmla="*/ 0 h 940"/>
            </a:gdLst>
            <a:ahLst/>
            <a:cxnLst>
              <a:cxn ang="0">
                <a:pos x="T0" y="T1"/>
              </a:cxn>
              <a:cxn ang="0">
                <a:pos x="T2" y="T3"/>
              </a:cxn>
              <a:cxn ang="0">
                <a:pos x="T4" y="T5"/>
              </a:cxn>
              <a:cxn ang="0">
                <a:pos x="T6" y="T7"/>
              </a:cxn>
              <a:cxn ang="0">
                <a:pos x="T8" y="T9"/>
              </a:cxn>
              <a:cxn ang="0">
                <a:pos x="T10" y="T11"/>
              </a:cxn>
              <a:cxn ang="0">
                <a:pos x="T12" y="T13"/>
              </a:cxn>
            </a:cxnLst>
            <a:rect l="0" t="0" r="r" b="b"/>
            <a:pathLst>
              <a:path w="958" h="940">
                <a:moveTo>
                  <a:pt x="901" y="0"/>
                </a:moveTo>
                <a:lnTo>
                  <a:pt x="958" y="83"/>
                </a:lnTo>
                <a:lnTo>
                  <a:pt x="901" y="304"/>
                </a:lnTo>
                <a:lnTo>
                  <a:pt x="528" y="940"/>
                </a:lnTo>
                <a:lnTo>
                  <a:pt x="0" y="28"/>
                </a:lnTo>
                <a:lnTo>
                  <a:pt x="926" y="25"/>
                </a:lnTo>
                <a:lnTo>
                  <a:pt x="901" y="0"/>
                </a:lnTo>
                <a:close/>
              </a:path>
            </a:pathLst>
          </a:custGeom>
          <a:solidFill>
            <a:srgbClr val="EA2F6C"/>
          </a:solidFill>
          <a:ln w="9525">
            <a:solidFill>
              <a:schemeClr val="bg1"/>
            </a:solidFill>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6" name="Freeform 515"/>
          <p:cNvSpPr>
            <a:spLocks/>
          </p:cNvSpPr>
          <p:nvPr/>
        </p:nvSpPr>
        <p:spPr bwMode="auto">
          <a:xfrm>
            <a:off x="5545138" y="3309938"/>
            <a:ext cx="1131888" cy="979487"/>
          </a:xfrm>
          <a:custGeom>
            <a:avLst/>
            <a:gdLst>
              <a:gd name="T0" fmla="*/ 178 w 713"/>
              <a:gd name="T1" fmla="*/ 617 h 617"/>
              <a:gd name="T2" fmla="*/ 0 w 713"/>
              <a:gd name="T3" fmla="*/ 309 h 617"/>
              <a:gd name="T4" fmla="*/ 178 w 713"/>
              <a:gd name="T5" fmla="*/ 0 h 617"/>
              <a:gd name="T6" fmla="*/ 536 w 713"/>
              <a:gd name="T7" fmla="*/ 0 h 617"/>
              <a:gd name="T8" fmla="*/ 713 w 713"/>
              <a:gd name="T9" fmla="*/ 309 h 617"/>
              <a:gd name="T10" fmla="*/ 536 w 713"/>
              <a:gd name="T11" fmla="*/ 617 h 617"/>
              <a:gd name="T12" fmla="*/ 178 w 713"/>
              <a:gd name="T13" fmla="*/ 617 h 617"/>
            </a:gdLst>
            <a:ahLst/>
            <a:cxnLst>
              <a:cxn ang="0">
                <a:pos x="T0" y="T1"/>
              </a:cxn>
              <a:cxn ang="0">
                <a:pos x="T2" y="T3"/>
              </a:cxn>
              <a:cxn ang="0">
                <a:pos x="T4" y="T5"/>
              </a:cxn>
              <a:cxn ang="0">
                <a:pos x="T6" y="T7"/>
              </a:cxn>
              <a:cxn ang="0">
                <a:pos x="T8" y="T9"/>
              </a:cxn>
              <a:cxn ang="0">
                <a:pos x="T10" y="T11"/>
              </a:cxn>
              <a:cxn ang="0">
                <a:pos x="T12" y="T13"/>
              </a:cxn>
            </a:cxnLst>
            <a:rect l="0" t="0" r="r" b="b"/>
            <a:pathLst>
              <a:path w="713" h="617">
                <a:moveTo>
                  <a:pt x="178" y="617"/>
                </a:moveTo>
                <a:lnTo>
                  <a:pt x="0" y="309"/>
                </a:lnTo>
                <a:lnTo>
                  <a:pt x="178" y="0"/>
                </a:lnTo>
                <a:lnTo>
                  <a:pt x="536" y="0"/>
                </a:lnTo>
                <a:lnTo>
                  <a:pt x="713" y="309"/>
                </a:lnTo>
                <a:lnTo>
                  <a:pt x="536" y="617"/>
                </a:lnTo>
                <a:lnTo>
                  <a:pt x="178" y="617"/>
                </a:lnTo>
                <a:close/>
              </a:path>
            </a:pathLst>
          </a:custGeom>
          <a:gradFill flip="none" rotWithShape="1">
            <a:gsLst>
              <a:gs pos="100000">
                <a:srgbClr val="FFFFFF">
                  <a:lumMod val="100000"/>
                </a:srgbClr>
              </a:gs>
              <a:gs pos="0">
                <a:srgbClr val="D9D9DA"/>
              </a:gs>
            </a:gsLst>
            <a:lin ang="2700000" scaled="1"/>
            <a:tileRect/>
          </a:gradFill>
          <a:ln w="28575" cap="flat" cmpd="sng" algn="ctr">
            <a:gradFill flip="none" rotWithShape="1">
              <a:gsLst>
                <a:gs pos="100000">
                  <a:srgbClr val="FFFFFF"/>
                </a:gs>
                <a:gs pos="0">
                  <a:srgbClr val="D9D9DA"/>
                </a:gs>
              </a:gsLst>
              <a:lin ang="13500000" scaled="1"/>
              <a:tileRect/>
            </a:gradFill>
            <a:prstDash val="solid"/>
            <a:miter lim="800000"/>
          </a:ln>
          <a:effectLst>
            <a:outerShdw blurRad="279400" dist="165100" dir="2700000" algn="t" rotWithShape="0">
              <a:prstClr val="black">
                <a:alpha val="35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17" name="Freeform 370"/>
          <p:cNvSpPr>
            <a:spLocks/>
          </p:cNvSpPr>
          <p:nvPr/>
        </p:nvSpPr>
        <p:spPr bwMode="auto">
          <a:xfrm>
            <a:off x="5954714" y="1990725"/>
            <a:ext cx="315913" cy="120650"/>
          </a:xfrm>
          <a:custGeom>
            <a:avLst/>
            <a:gdLst>
              <a:gd name="T0" fmla="*/ 0 w 199"/>
              <a:gd name="T1" fmla="*/ 76 h 76"/>
              <a:gd name="T2" fmla="*/ 99 w 199"/>
              <a:gd name="T3" fmla="*/ 0 h 76"/>
              <a:gd name="T4" fmla="*/ 199 w 199"/>
              <a:gd name="T5" fmla="*/ 76 h 76"/>
              <a:gd name="T6" fmla="*/ 0 w 199"/>
              <a:gd name="T7" fmla="*/ 76 h 76"/>
            </a:gdLst>
            <a:ahLst/>
            <a:cxnLst>
              <a:cxn ang="0">
                <a:pos x="T0" y="T1"/>
              </a:cxn>
              <a:cxn ang="0">
                <a:pos x="T2" y="T3"/>
              </a:cxn>
              <a:cxn ang="0">
                <a:pos x="T4" y="T5"/>
              </a:cxn>
              <a:cxn ang="0">
                <a:pos x="T6" y="T7"/>
              </a:cxn>
            </a:cxnLst>
            <a:rect l="0" t="0" r="r" b="b"/>
            <a:pathLst>
              <a:path w="199" h="76">
                <a:moveTo>
                  <a:pt x="0" y="76"/>
                </a:moveTo>
                <a:lnTo>
                  <a:pt x="99" y="0"/>
                </a:lnTo>
                <a:lnTo>
                  <a:pt x="199" y="76"/>
                </a:lnTo>
                <a:lnTo>
                  <a:pt x="0" y="76"/>
                </a:lnTo>
                <a:close/>
              </a:path>
            </a:pathLst>
          </a:custGeom>
          <a:solidFill>
            <a:srgbClr val="9ED62E"/>
          </a:solidFill>
          <a:ln w="19050">
            <a:noFill/>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8" name="Freeform 372"/>
          <p:cNvSpPr>
            <a:spLocks/>
          </p:cNvSpPr>
          <p:nvPr/>
        </p:nvSpPr>
        <p:spPr bwMode="auto">
          <a:xfrm>
            <a:off x="5943601" y="5500688"/>
            <a:ext cx="314325" cy="120650"/>
          </a:xfrm>
          <a:custGeom>
            <a:avLst/>
            <a:gdLst>
              <a:gd name="T0" fmla="*/ 198 w 198"/>
              <a:gd name="T1" fmla="*/ 0 h 76"/>
              <a:gd name="T2" fmla="*/ 100 w 198"/>
              <a:gd name="T3" fmla="*/ 76 h 76"/>
              <a:gd name="T4" fmla="*/ 0 w 198"/>
              <a:gd name="T5" fmla="*/ 0 h 76"/>
              <a:gd name="T6" fmla="*/ 198 w 198"/>
              <a:gd name="T7" fmla="*/ 0 h 76"/>
            </a:gdLst>
            <a:ahLst/>
            <a:cxnLst>
              <a:cxn ang="0">
                <a:pos x="T0" y="T1"/>
              </a:cxn>
              <a:cxn ang="0">
                <a:pos x="T2" y="T3"/>
              </a:cxn>
              <a:cxn ang="0">
                <a:pos x="T4" y="T5"/>
              </a:cxn>
              <a:cxn ang="0">
                <a:pos x="T6" y="T7"/>
              </a:cxn>
            </a:cxnLst>
            <a:rect l="0" t="0" r="r" b="b"/>
            <a:pathLst>
              <a:path w="198" h="76">
                <a:moveTo>
                  <a:pt x="198" y="0"/>
                </a:moveTo>
                <a:lnTo>
                  <a:pt x="100" y="76"/>
                </a:lnTo>
                <a:lnTo>
                  <a:pt x="0" y="0"/>
                </a:lnTo>
                <a:lnTo>
                  <a:pt x="198" y="0"/>
                </a:lnTo>
                <a:close/>
              </a:path>
            </a:pathLst>
          </a:custGeom>
          <a:solidFill>
            <a:srgbClr val="8820A0"/>
          </a:solidFill>
          <a:ln w="9525">
            <a:noFill/>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9" name="Freeform 374"/>
          <p:cNvSpPr>
            <a:spLocks/>
          </p:cNvSpPr>
          <p:nvPr/>
        </p:nvSpPr>
        <p:spPr bwMode="auto">
          <a:xfrm>
            <a:off x="4529139" y="2833688"/>
            <a:ext cx="184150" cy="271463"/>
          </a:xfrm>
          <a:custGeom>
            <a:avLst/>
            <a:gdLst>
              <a:gd name="T0" fmla="*/ 16 w 116"/>
              <a:gd name="T1" fmla="*/ 171 h 171"/>
              <a:gd name="T2" fmla="*/ 0 w 116"/>
              <a:gd name="T3" fmla="*/ 47 h 171"/>
              <a:gd name="T4" fmla="*/ 116 w 116"/>
              <a:gd name="T5" fmla="*/ 0 h 171"/>
              <a:gd name="T6" fmla="*/ 16 w 116"/>
              <a:gd name="T7" fmla="*/ 171 h 171"/>
            </a:gdLst>
            <a:ahLst/>
            <a:cxnLst>
              <a:cxn ang="0">
                <a:pos x="T0" y="T1"/>
              </a:cxn>
              <a:cxn ang="0">
                <a:pos x="T2" y="T3"/>
              </a:cxn>
              <a:cxn ang="0">
                <a:pos x="T4" y="T5"/>
              </a:cxn>
              <a:cxn ang="0">
                <a:pos x="T6" y="T7"/>
              </a:cxn>
            </a:cxnLst>
            <a:rect l="0" t="0" r="r" b="b"/>
            <a:pathLst>
              <a:path w="116" h="171">
                <a:moveTo>
                  <a:pt x="16" y="171"/>
                </a:moveTo>
                <a:lnTo>
                  <a:pt x="0" y="47"/>
                </a:lnTo>
                <a:lnTo>
                  <a:pt x="116" y="0"/>
                </a:lnTo>
                <a:lnTo>
                  <a:pt x="16" y="171"/>
                </a:lnTo>
                <a:close/>
              </a:path>
            </a:pathLst>
          </a:custGeom>
          <a:solidFill>
            <a:srgbClr val="F19030"/>
          </a:solidFill>
          <a:ln w="9525">
            <a:noFill/>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0" name="Freeform 376"/>
          <p:cNvSpPr>
            <a:spLocks/>
          </p:cNvSpPr>
          <p:nvPr/>
        </p:nvSpPr>
        <p:spPr bwMode="auto">
          <a:xfrm>
            <a:off x="7500939" y="4521200"/>
            <a:ext cx="182563" cy="271463"/>
          </a:xfrm>
          <a:custGeom>
            <a:avLst/>
            <a:gdLst>
              <a:gd name="T0" fmla="*/ 100 w 115"/>
              <a:gd name="T1" fmla="*/ 0 h 171"/>
              <a:gd name="T2" fmla="*/ 115 w 115"/>
              <a:gd name="T3" fmla="*/ 124 h 171"/>
              <a:gd name="T4" fmla="*/ 0 w 115"/>
              <a:gd name="T5" fmla="*/ 171 h 171"/>
              <a:gd name="T6" fmla="*/ 100 w 115"/>
              <a:gd name="T7" fmla="*/ 0 h 171"/>
            </a:gdLst>
            <a:ahLst/>
            <a:cxnLst>
              <a:cxn ang="0">
                <a:pos x="T0" y="T1"/>
              </a:cxn>
              <a:cxn ang="0">
                <a:pos x="T2" y="T3"/>
              </a:cxn>
              <a:cxn ang="0">
                <a:pos x="T4" y="T5"/>
              </a:cxn>
              <a:cxn ang="0">
                <a:pos x="T6" y="T7"/>
              </a:cxn>
            </a:cxnLst>
            <a:rect l="0" t="0" r="r" b="b"/>
            <a:pathLst>
              <a:path w="115" h="171">
                <a:moveTo>
                  <a:pt x="100" y="0"/>
                </a:moveTo>
                <a:lnTo>
                  <a:pt x="115" y="124"/>
                </a:lnTo>
                <a:lnTo>
                  <a:pt x="0" y="171"/>
                </a:lnTo>
                <a:lnTo>
                  <a:pt x="100" y="0"/>
                </a:lnTo>
                <a:close/>
              </a:path>
            </a:pathLst>
          </a:custGeom>
          <a:solidFill>
            <a:srgbClr val="3A83CB"/>
          </a:solidFill>
          <a:ln w="9525">
            <a:noFill/>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1" name="Freeform 378"/>
          <p:cNvSpPr>
            <a:spLocks/>
          </p:cNvSpPr>
          <p:nvPr/>
        </p:nvSpPr>
        <p:spPr bwMode="auto">
          <a:xfrm>
            <a:off x="4529139" y="4521200"/>
            <a:ext cx="184150" cy="271463"/>
          </a:xfrm>
          <a:custGeom>
            <a:avLst/>
            <a:gdLst>
              <a:gd name="T0" fmla="*/ 116 w 116"/>
              <a:gd name="T1" fmla="*/ 171 h 171"/>
              <a:gd name="T2" fmla="*/ 0 w 116"/>
              <a:gd name="T3" fmla="*/ 122 h 171"/>
              <a:gd name="T4" fmla="*/ 17 w 116"/>
              <a:gd name="T5" fmla="*/ 0 h 171"/>
              <a:gd name="T6" fmla="*/ 116 w 116"/>
              <a:gd name="T7" fmla="*/ 171 h 171"/>
            </a:gdLst>
            <a:ahLst/>
            <a:cxnLst>
              <a:cxn ang="0">
                <a:pos x="T0" y="T1"/>
              </a:cxn>
              <a:cxn ang="0">
                <a:pos x="T2" y="T3"/>
              </a:cxn>
              <a:cxn ang="0">
                <a:pos x="T4" y="T5"/>
              </a:cxn>
              <a:cxn ang="0">
                <a:pos x="T6" y="T7"/>
              </a:cxn>
            </a:cxnLst>
            <a:rect l="0" t="0" r="r" b="b"/>
            <a:pathLst>
              <a:path w="116" h="171">
                <a:moveTo>
                  <a:pt x="116" y="171"/>
                </a:moveTo>
                <a:lnTo>
                  <a:pt x="0" y="122"/>
                </a:lnTo>
                <a:lnTo>
                  <a:pt x="17" y="0"/>
                </a:lnTo>
                <a:lnTo>
                  <a:pt x="116" y="171"/>
                </a:lnTo>
                <a:close/>
              </a:path>
            </a:pathLst>
          </a:custGeom>
          <a:solidFill>
            <a:srgbClr val="EA2F6C"/>
          </a:solidFill>
          <a:ln w="9525">
            <a:noFill/>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2" name="Freeform 380"/>
          <p:cNvSpPr>
            <a:spLocks/>
          </p:cNvSpPr>
          <p:nvPr/>
        </p:nvSpPr>
        <p:spPr bwMode="auto">
          <a:xfrm>
            <a:off x="7493001" y="2819400"/>
            <a:ext cx="184150" cy="274638"/>
          </a:xfrm>
          <a:custGeom>
            <a:avLst/>
            <a:gdLst>
              <a:gd name="T0" fmla="*/ 0 w 116"/>
              <a:gd name="T1" fmla="*/ 0 h 173"/>
              <a:gd name="T2" fmla="*/ 116 w 116"/>
              <a:gd name="T3" fmla="*/ 48 h 173"/>
              <a:gd name="T4" fmla="*/ 99 w 116"/>
              <a:gd name="T5" fmla="*/ 173 h 173"/>
              <a:gd name="T6" fmla="*/ 0 w 116"/>
              <a:gd name="T7" fmla="*/ 0 h 173"/>
            </a:gdLst>
            <a:ahLst/>
            <a:cxnLst>
              <a:cxn ang="0">
                <a:pos x="T0" y="T1"/>
              </a:cxn>
              <a:cxn ang="0">
                <a:pos x="T2" y="T3"/>
              </a:cxn>
              <a:cxn ang="0">
                <a:pos x="T4" y="T5"/>
              </a:cxn>
              <a:cxn ang="0">
                <a:pos x="T6" y="T7"/>
              </a:cxn>
            </a:cxnLst>
            <a:rect l="0" t="0" r="r" b="b"/>
            <a:pathLst>
              <a:path w="116" h="173">
                <a:moveTo>
                  <a:pt x="0" y="0"/>
                </a:moveTo>
                <a:lnTo>
                  <a:pt x="116" y="48"/>
                </a:lnTo>
                <a:lnTo>
                  <a:pt x="99" y="173"/>
                </a:lnTo>
                <a:lnTo>
                  <a:pt x="0" y="0"/>
                </a:lnTo>
                <a:close/>
              </a:path>
            </a:pathLst>
          </a:custGeom>
          <a:solidFill>
            <a:srgbClr val="2BAA8C"/>
          </a:solidFill>
          <a:ln w="9525">
            <a:noFill/>
            <a:round/>
            <a:headEnd/>
            <a:tailEnd/>
          </a:ln>
        </p:spPr>
        <p:txBody>
          <a:bodyPr vert="horz" wrap="square" lIns="91440" tIns="45720" rIns="91440" bIns="45720" numCol="1" anchor="t" anchorCtr="0" compatLnSpc="1">
            <a:prstTxWarp prst="textNoShape">
              <a:avLst/>
            </a:prstTxWarp>
          </a:bodyPr>
          <a:lstStyle/>
          <a:p>
            <a:endParaRPr lang="zh-CN" altLang="en-US"/>
          </a:p>
        </p:txBody>
      </p:sp>
      <p:grpSp>
        <p:nvGrpSpPr>
          <p:cNvPr id="25" name="组合 24"/>
          <p:cNvGrpSpPr/>
          <p:nvPr/>
        </p:nvGrpSpPr>
        <p:grpSpPr>
          <a:xfrm>
            <a:off x="5907886" y="2559627"/>
            <a:ext cx="411160" cy="411160"/>
            <a:chOff x="4491509" y="2357438"/>
            <a:chExt cx="300038" cy="300038"/>
          </a:xfrm>
        </p:grpSpPr>
        <p:sp>
          <p:nvSpPr>
            <p:cNvPr id="26" name="Freeform 69"/>
            <p:cNvSpPr>
              <a:spLocks noEditPoints="1"/>
            </p:cNvSpPr>
            <p:nvPr/>
          </p:nvSpPr>
          <p:spPr bwMode="auto">
            <a:xfrm>
              <a:off x="4491509" y="2357438"/>
              <a:ext cx="300038" cy="300038"/>
            </a:xfrm>
            <a:custGeom>
              <a:avLst/>
              <a:gdLst>
                <a:gd name="T0" fmla="*/ 74 w 148"/>
                <a:gd name="T1" fmla="*/ 0 h 148"/>
                <a:gd name="T2" fmla="*/ 0 w 148"/>
                <a:gd name="T3" fmla="*/ 74 h 148"/>
                <a:gd name="T4" fmla="*/ 74 w 148"/>
                <a:gd name="T5" fmla="*/ 148 h 148"/>
                <a:gd name="T6" fmla="*/ 148 w 148"/>
                <a:gd name="T7" fmla="*/ 74 h 148"/>
                <a:gd name="T8" fmla="*/ 74 w 148"/>
                <a:gd name="T9" fmla="*/ 0 h 148"/>
                <a:gd name="T10" fmla="*/ 79 w 148"/>
                <a:gd name="T11" fmla="*/ 138 h 148"/>
                <a:gd name="T12" fmla="*/ 77 w 148"/>
                <a:gd name="T13" fmla="*/ 128 h 148"/>
                <a:gd name="T14" fmla="*/ 74 w 148"/>
                <a:gd name="T15" fmla="*/ 116 h 148"/>
                <a:gd name="T16" fmla="*/ 71 w 148"/>
                <a:gd name="T17" fmla="*/ 128 h 148"/>
                <a:gd name="T18" fmla="*/ 69 w 148"/>
                <a:gd name="T19" fmla="*/ 138 h 148"/>
                <a:gd name="T20" fmla="*/ 9 w 148"/>
                <a:gd name="T21" fmla="*/ 79 h 148"/>
                <a:gd name="T22" fmla="*/ 20 w 148"/>
                <a:gd name="T23" fmla="*/ 76 h 148"/>
                <a:gd name="T24" fmla="*/ 32 w 148"/>
                <a:gd name="T25" fmla="*/ 74 h 148"/>
                <a:gd name="T26" fmla="*/ 20 w 148"/>
                <a:gd name="T27" fmla="*/ 71 h 148"/>
                <a:gd name="T28" fmla="*/ 9 w 148"/>
                <a:gd name="T29" fmla="*/ 68 h 148"/>
                <a:gd name="T30" fmla="*/ 69 w 148"/>
                <a:gd name="T31" fmla="*/ 9 h 148"/>
                <a:gd name="T32" fmla="*/ 71 w 148"/>
                <a:gd name="T33" fmla="*/ 19 h 148"/>
                <a:gd name="T34" fmla="*/ 74 w 148"/>
                <a:gd name="T35" fmla="*/ 32 h 148"/>
                <a:gd name="T36" fmla="*/ 77 w 148"/>
                <a:gd name="T37" fmla="*/ 19 h 148"/>
                <a:gd name="T38" fmla="*/ 79 w 148"/>
                <a:gd name="T39" fmla="*/ 9 h 148"/>
                <a:gd name="T40" fmla="*/ 139 w 148"/>
                <a:gd name="T41" fmla="*/ 69 h 148"/>
                <a:gd name="T42" fmla="*/ 128 w 148"/>
                <a:gd name="T43" fmla="*/ 71 h 148"/>
                <a:gd name="T44" fmla="*/ 116 w 148"/>
                <a:gd name="T45" fmla="*/ 74 h 148"/>
                <a:gd name="T46" fmla="*/ 128 w 148"/>
                <a:gd name="T47" fmla="*/ 76 h 148"/>
                <a:gd name="T48" fmla="*/ 139 w 148"/>
                <a:gd name="T49" fmla="*/ 79 h 148"/>
                <a:gd name="T50" fmla="*/ 79 w 148"/>
                <a:gd name="T51" fmla="*/ 13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8" h="148">
                  <a:moveTo>
                    <a:pt x="74" y="0"/>
                  </a:moveTo>
                  <a:cubicBezTo>
                    <a:pt x="33" y="0"/>
                    <a:pt x="0" y="33"/>
                    <a:pt x="0" y="74"/>
                  </a:cubicBezTo>
                  <a:cubicBezTo>
                    <a:pt x="0" y="114"/>
                    <a:pt x="33" y="148"/>
                    <a:pt x="74" y="148"/>
                  </a:cubicBezTo>
                  <a:cubicBezTo>
                    <a:pt x="115" y="148"/>
                    <a:pt x="148" y="115"/>
                    <a:pt x="148" y="74"/>
                  </a:cubicBezTo>
                  <a:cubicBezTo>
                    <a:pt x="148" y="33"/>
                    <a:pt x="115" y="0"/>
                    <a:pt x="74" y="0"/>
                  </a:cubicBezTo>
                  <a:close/>
                  <a:moveTo>
                    <a:pt x="79" y="138"/>
                  </a:moveTo>
                  <a:cubicBezTo>
                    <a:pt x="77" y="128"/>
                    <a:pt x="77" y="128"/>
                    <a:pt x="77" y="128"/>
                  </a:cubicBezTo>
                  <a:cubicBezTo>
                    <a:pt x="74" y="116"/>
                    <a:pt x="74" y="116"/>
                    <a:pt x="74" y="116"/>
                  </a:cubicBezTo>
                  <a:cubicBezTo>
                    <a:pt x="71" y="128"/>
                    <a:pt x="71" y="128"/>
                    <a:pt x="71" y="128"/>
                  </a:cubicBezTo>
                  <a:cubicBezTo>
                    <a:pt x="69" y="138"/>
                    <a:pt x="69" y="138"/>
                    <a:pt x="69" y="138"/>
                  </a:cubicBezTo>
                  <a:cubicBezTo>
                    <a:pt x="37" y="136"/>
                    <a:pt x="12" y="110"/>
                    <a:pt x="9" y="79"/>
                  </a:cubicBezTo>
                  <a:cubicBezTo>
                    <a:pt x="20" y="76"/>
                    <a:pt x="20" y="76"/>
                    <a:pt x="20" y="76"/>
                  </a:cubicBezTo>
                  <a:cubicBezTo>
                    <a:pt x="32" y="74"/>
                    <a:pt x="32" y="74"/>
                    <a:pt x="32" y="74"/>
                  </a:cubicBezTo>
                  <a:cubicBezTo>
                    <a:pt x="20" y="71"/>
                    <a:pt x="20" y="71"/>
                    <a:pt x="20" y="71"/>
                  </a:cubicBezTo>
                  <a:cubicBezTo>
                    <a:pt x="9" y="68"/>
                    <a:pt x="9" y="68"/>
                    <a:pt x="9" y="68"/>
                  </a:cubicBezTo>
                  <a:cubicBezTo>
                    <a:pt x="12" y="37"/>
                    <a:pt x="37" y="12"/>
                    <a:pt x="69" y="9"/>
                  </a:cubicBezTo>
                  <a:cubicBezTo>
                    <a:pt x="71" y="19"/>
                    <a:pt x="71" y="19"/>
                    <a:pt x="71" y="19"/>
                  </a:cubicBezTo>
                  <a:cubicBezTo>
                    <a:pt x="74" y="32"/>
                    <a:pt x="74" y="32"/>
                    <a:pt x="74" y="32"/>
                  </a:cubicBezTo>
                  <a:cubicBezTo>
                    <a:pt x="77" y="19"/>
                    <a:pt x="77" y="19"/>
                    <a:pt x="77" y="19"/>
                  </a:cubicBezTo>
                  <a:cubicBezTo>
                    <a:pt x="79" y="9"/>
                    <a:pt x="79" y="9"/>
                    <a:pt x="79" y="9"/>
                  </a:cubicBezTo>
                  <a:cubicBezTo>
                    <a:pt x="111" y="12"/>
                    <a:pt x="136" y="37"/>
                    <a:pt x="139" y="69"/>
                  </a:cubicBezTo>
                  <a:cubicBezTo>
                    <a:pt x="128" y="71"/>
                    <a:pt x="128" y="71"/>
                    <a:pt x="128" y="71"/>
                  </a:cubicBezTo>
                  <a:cubicBezTo>
                    <a:pt x="116" y="74"/>
                    <a:pt x="116" y="74"/>
                    <a:pt x="116" y="74"/>
                  </a:cubicBezTo>
                  <a:cubicBezTo>
                    <a:pt x="128" y="76"/>
                    <a:pt x="128" y="76"/>
                    <a:pt x="128" y="76"/>
                  </a:cubicBezTo>
                  <a:cubicBezTo>
                    <a:pt x="139" y="79"/>
                    <a:pt x="139" y="79"/>
                    <a:pt x="139" y="79"/>
                  </a:cubicBezTo>
                  <a:cubicBezTo>
                    <a:pt x="136" y="111"/>
                    <a:pt x="111" y="136"/>
                    <a:pt x="79" y="13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70"/>
            <p:cNvSpPr>
              <a:spLocks/>
            </p:cNvSpPr>
            <p:nvPr/>
          </p:nvSpPr>
          <p:spPr bwMode="auto">
            <a:xfrm>
              <a:off x="4569296" y="2441575"/>
              <a:ext cx="161925" cy="96838"/>
            </a:xfrm>
            <a:custGeom>
              <a:avLst/>
              <a:gdLst>
                <a:gd name="T0" fmla="*/ 0 w 102"/>
                <a:gd name="T1" fmla="*/ 20 h 61"/>
                <a:gd name="T2" fmla="*/ 42 w 102"/>
                <a:gd name="T3" fmla="*/ 61 h 61"/>
                <a:gd name="T4" fmla="*/ 102 w 102"/>
                <a:gd name="T5" fmla="*/ 0 h 61"/>
                <a:gd name="T6" fmla="*/ 43 w 102"/>
                <a:gd name="T7" fmla="*/ 44 h 61"/>
                <a:gd name="T8" fmla="*/ 0 w 102"/>
                <a:gd name="T9" fmla="*/ 20 h 61"/>
              </a:gdLst>
              <a:ahLst/>
              <a:cxnLst>
                <a:cxn ang="0">
                  <a:pos x="T0" y="T1"/>
                </a:cxn>
                <a:cxn ang="0">
                  <a:pos x="T2" y="T3"/>
                </a:cxn>
                <a:cxn ang="0">
                  <a:pos x="T4" y="T5"/>
                </a:cxn>
                <a:cxn ang="0">
                  <a:pos x="T6" y="T7"/>
                </a:cxn>
                <a:cxn ang="0">
                  <a:pos x="T8" y="T9"/>
                </a:cxn>
              </a:cxnLst>
              <a:rect l="0" t="0" r="r" b="b"/>
              <a:pathLst>
                <a:path w="102" h="61">
                  <a:moveTo>
                    <a:pt x="0" y="20"/>
                  </a:moveTo>
                  <a:lnTo>
                    <a:pt x="42" y="61"/>
                  </a:lnTo>
                  <a:lnTo>
                    <a:pt x="102" y="0"/>
                  </a:lnTo>
                  <a:lnTo>
                    <a:pt x="43" y="44"/>
                  </a:lnTo>
                  <a:lnTo>
                    <a:pt x="0" y="2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8" name="Freeform 71"/>
          <p:cNvSpPr>
            <a:spLocks/>
          </p:cNvSpPr>
          <p:nvPr/>
        </p:nvSpPr>
        <p:spPr bwMode="auto">
          <a:xfrm>
            <a:off x="6911803" y="4069601"/>
            <a:ext cx="245826" cy="489477"/>
          </a:xfrm>
          <a:custGeom>
            <a:avLst/>
            <a:gdLst>
              <a:gd name="T0" fmla="*/ 37 w 89"/>
              <a:gd name="T1" fmla="*/ 176 h 176"/>
              <a:gd name="T2" fmla="*/ 37 w 89"/>
              <a:gd name="T3" fmla="*/ 154 h 176"/>
              <a:gd name="T4" fmla="*/ 0 w 89"/>
              <a:gd name="T5" fmla="*/ 145 h 176"/>
              <a:gd name="T6" fmla="*/ 6 w 89"/>
              <a:gd name="T7" fmla="*/ 130 h 176"/>
              <a:gd name="T8" fmla="*/ 40 w 89"/>
              <a:gd name="T9" fmla="*/ 140 h 176"/>
              <a:gd name="T10" fmla="*/ 68 w 89"/>
              <a:gd name="T11" fmla="*/ 119 h 176"/>
              <a:gd name="T12" fmla="*/ 41 w 89"/>
              <a:gd name="T13" fmla="*/ 93 h 176"/>
              <a:gd name="T14" fmla="*/ 2 w 89"/>
              <a:gd name="T15" fmla="*/ 56 h 176"/>
              <a:gd name="T16" fmla="*/ 38 w 89"/>
              <a:gd name="T17" fmla="*/ 21 h 176"/>
              <a:gd name="T18" fmla="*/ 38 w 89"/>
              <a:gd name="T19" fmla="*/ 0 h 176"/>
              <a:gd name="T20" fmla="*/ 53 w 89"/>
              <a:gd name="T21" fmla="*/ 0 h 176"/>
              <a:gd name="T22" fmla="*/ 53 w 89"/>
              <a:gd name="T23" fmla="*/ 21 h 176"/>
              <a:gd name="T24" fmla="*/ 84 w 89"/>
              <a:gd name="T25" fmla="*/ 28 h 176"/>
              <a:gd name="T26" fmla="*/ 78 w 89"/>
              <a:gd name="T27" fmla="*/ 42 h 176"/>
              <a:gd name="T28" fmla="*/ 48 w 89"/>
              <a:gd name="T29" fmla="*/ 35 h 176"/>
              <a:gd name="T30" fmla="*/ 23 w 89"/>
              <a:gd name="T31" fmla="*/ 53 h 176"/>
              <a:gd name="T32" fmla="*/ 52 w 89"/>
              <a:gd name="T33" fmla="*/ 78 h 176"/>
              <a:gd name="T34" fmla="*/ 89 w 89"/>
              <a:gd name="T35" fmla="*/ 117 h 176"/>
              <a:gd name="T36" fmla="*/ 51 w 89"/>
              <a:gd name="T37" fmla="*/ 154 h 176"/>
              <a:gd name="T38" fmla="*/ 51 w 89"/>
              <a:gd name="T39" fmla="*/ 176 h 176"/>
              <a:gd name="T40" fmla="*/ 37 w 89"/>
              <a:gd name="T41"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9" h="176">
                <a:moveTo>
                  <a:pt x="37" y="176"/>
                </a:moveTo>
                <a:cubicBezTo>
                  <a:pt x="37" y="154"/>
                  <a:pt x="37" y="154"/>
                  <a:pt x="37" y="154"/>
                </a:cubicBezTo>
                <a:cubicBezTo>
                  <a:pt x="23" y="154"/>
                  <a:pt x="9" y="150"/>
                  <a:pt x="0" y="145"/>
                </a:cubicBezTo>
                <a:cubicBezTo>
                  <a:pt x="6" y="130"/>
                  <a:pt x="6" y="130"/>
                  <a:pt x="6" y="130"/>
                </a:cubicBezTo>
                <a:cubicBezTo>
                  <a:pt x="15" y="136"/>
                  <a:pt x="27" y="140"/>
                  <a:pt x="40" y="140"/>
                </a:cubicBezTo>
                <a:cubicBezTo>
                  <a:pt x="57" y="140"/>
                  <a:pt x="68" y="131"/>
                  <a:pt x="68" y="119"/>
                </a:cubicBezTo>
                <a:cubicBezTo>
                  <a:pt x="68" y="107"/>
                  <a:pt x="59" y="100"/>
                  <a:pt x="41" y="93"/>
                </a:cubicBezTo>
                <a:cubicBezTo>
                  <a:pt x="17" y="85"/>
                  <a:pt x="2" y="75"/>
                  <a:pt x="2" y="56"/>
                </a:cubicBezTo>
                <a:cubicBezTo>
                  <a:pt x="2" y="38"/>
                  <a:pt x="16" y="25"/>
                  <a:pt x="38" y="21"/>
                </a:cubicBezTo>
                <a:cubicBezTo>
                  <a:pt x="38" y="0"/>
                  <a:pt x="38" y="0"/>
                  <a:pt x="38" y="0"/>
                </a:cubicBezTo>
                <a:cubicBezTo>
                  <a:pt x="53" y="0"/>
                  <a:pt x="53" y="0"/>
                  <a:pt x="53" y="0"/>
                </a:cubicBezTo>
                <a:cubicBezTo>
                  <a:pt x="53" y="21"/>
                  <a:pt x="53" y="21"/>
                  <a:pt x="53" y="21"/>
                </a:cubicBezTo>
                <a:cubicBezTo>
                  <a:pt x="67" y="21"/>
                  <a:pt x="77" y="24"/>
                  <a:pt x="84" y="28"/>
                </a:cubicBezTo>
                <a:cubicBezTo>
                  <a:pt x="78" y="42"/>
                  <a:pt x="78" y="42"/>
                  <a:pt x="78" y="42"/>
                </a:cubicBezTo>
                <a:cubicBezTo>
                  <a:pt x="73" y="40"/>
                  <a:pt x="63" y="35"/>
                  <a:pt x="48" y="35"/>
                </a:cubicBezTo>
                <a:cubicBezTo>
                  <a:pt x="30" y="35"/>
                  <a:pt x="23" y="45"/>
                  <a:pt x="23" y="53"/>
                </a:cubicBezTo>
                <a:cubicBezTo>
                  <a:pt x="23" y="65"/>
                  <a:pt x="32" y="70"/>
                  <a:pt x="52" y="78"/>
                </a:cubicBezTo>
                <a:cubicBezTo>
                  <a:pt x="77" y="87"/>
                  <a:pt x="89" y="98"/>
                  <a:pt x="89" y="117"/>
                </a:cubicBezTo>
                <a:cubicBezTo>
                  <a:pt x="89" y="134"/>
                  <a:pt x="76" y="150"/>
                  <a:pt x="51" y="154"/>
                </a:cubicBezTo>
                <a:cubicBezTo>
                  <a:pt x="51" y="176"/>
                  <a:pt x="51" y="176"/>
                  <a:pt x="51" y="176"/>
                </a:cubicBezTo>
                <a:lnTo>
                  <a:pt x="37" y="17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72"/>
          <p:cNvSpPr>
            <a:spLocks/>
          </p:cNvSpPr>
          <p:nvPr/>
        </p:nvSpPr>
        <p:spPr bwMode="auto">
          <a:xfrm>
            <a:off x="5907886" y="4579909"/>
            <a:ext cx="352929" cy="411162"/>
          </a:xfrm>
          <a:custGeom>
            <a:avLst/>
            <a:gdLst>
              <a:gd name="T0" fmla="*/ 53 w 157"/>
              <a:gd name="T1" fmla="*/ 180 h 183"/>
              <a:gd name="T2" fmla="*/ 118 w 157"/>
              <a:gd name="T3" fmla="*/ 170 h 183"/>
              <a:gd name="T4" fmla="*/ 124 w 157"/>
              <a:gd name="T5" fmla="*/ 131 h 183"/>
              <a:gd name="T6" fmla="*/ 142 w 157"/>
              <a:gd name="T7" fmla="*/ 42 h 183"/>
              <a:gd name="T8" fmla="*/ 61 w 157"/>
              <a:gd name="T9" fmla="*/ 5 h 183"/>
              <a:gd name="T10" fmla="*/ 21 w 157"/>
              <a:gd name="T11" fmla="*/ 62 h 183"/>
              <a:gd name="T12" fmla="*/ 2 w 157"/>
              <a:gd name="T13" fmla="*/ 82 h 183"/>
              <a:gd name="T14" fmla="*/ 3 w 157"/>
              <a:gd name="T15" fmla="*/ 87 h 183"/>
              <a:gd name="T16" fmla="*/ 11 w 157"/>
              <a:gd name="T17" fmla="*/ 99 h 183"/>
              <a:gd name="T18" fmla="*/ 11 w 157"/>
              <a:gd name="T19" fmla="*/ 127 h 183"/>
              <a:gd name="T20" fmla="*/ 23 w 157"/>
              <a:gd name="T21" fmla="*/ 147 h 183"/>
              <a:gd name="T22" fmla="*/ 53 w 157"/>
              <a:gd name="T23" fmla="*/ 18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7" h="183">
                <a:moveTo>
                  <a:pt x="53" y="180"/>
                </a:moveTo>
                <a:cubicBezTo>
                  <a:pt x="53" y="180"/>
                  <a:pt x="105" y="183"/>
                  <a:pt x="118" y="170"/>
                </a:cubicBezTo>
                <a:cubicBezTo>
                  <a:pt x="118" y="170"/>
                  <a:pt x="116" y="144"/>
                  <a:pt x="124" y="131"/>
                </a:cubicBezTo>
                <a:cubicBezTo>
                  <a:pt x="132" y="118"/>
                  <a:pt x="157" y="82"/>
                  <a:pt x="142" y="42"/>
                </a:cubicBezTo>
                <a:cubicBezTo>
                  <a:pt x="127" y="1"/>
                  <a:pt x="77" y="0"/>
                  <a:pt x="61" y="5"/>
                </a:cubicBezTo>
                <a:cubicBezTo>
                  <a:pt x="44" y="10"/>
                  <a:pt x="22" y="26"/>
                  <a:pt x="21" y="62"/>
                </a:cubicBezTo>
                <a:cubicBezTo>
                  <a:pt x="21" y="62"/>
                  <a:pt x="10" y="78"/>
                  <a:pt x="2" y="82"/>
                </a:cubicBezTo>
                <a:cubicBezTo>
                  <a:pt x="2" y="82"/>
                  <a:pt x="0" y="84"/>
                  <a:pt x="3" y="87"/>
                </a:cubicBezTo>
                <a:cubicBezTo>
                  <a:pt x="6" y="91"/>
                  <a:pt x="11" y="95"/>
                  <a:pt x="11" y="99"/>
                </a:cubicBezTo>
                <a:cubicBezTo>
                  <a:pt x="11" y="102"/>
                  <a:pt x="13" y="120"/>
                  <a:pt x="11" y="127"/>
                </a:cubicBezTo>
                <a:cubicBezTo>
                  <a:pt x="10" y="134"/>
                  <a:pt x="8" y="145"/>
                  <a:pt x="23" y="147"/>
                </a:cubicBezTo>
                <a:cubicBezTo>
                  <a:pt x="37" y="149"/>
                  <a:pt x="49" y="151"/>
                  <a:pt x="53" y="18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30" name="组合 29"/>
          <p:cNvGrpSpPr/>
          <p:nvPr/>
        </p:nvGrpSpPr>
        <p:grpSpPr>
          <a:xfrm>
            <a:off x="6721558" y="3002170"/>
            <a:ext cx="522109" cy="493828"/>
            <a:chOff x="4585171" y="3457575"/>
            <a:chExt cx="381001" cy="360363"/>
          </a:xfrm>
        </p:grpSpPr>
        <p:sp>
          <p:nvSpPr>
            <p:cNvPr id="31" name="Freeform 73"/>
            <p:cNvSpPr>
              <a:spLocks noEditPoints="1"/>
            </p:cNvSpPr>
            <p:nvPr/>
          </p:nvSpPr>
          <p:spPr bwMode="auto">
            <a:xfrm>
              <a:off x="4585171" y="3665538"/>
              <a:ext cx="149225" cy="152400"/>
            </a:xfrm>
            <a:custGeom>
              <a:avLst/>
              <a:gdLst>
                <a:gd name="T0" fmla="*/ 11 w 74"/>
                <a:gd name="T1" fmla="*/ 44 h 75"/>
                <a:gd name="T2" fmla="*/ 14 w 74"/>
                <a:gd name="T3" fmla="*/ 52 h 75"/>
                <a:gd name="T4" fmla="*/ 6 w 74"/>
                <a:gd name="T5" fmla="*/ 59 h 75"/>
                <a:gd name="T6" fmla="*/ 16 w 74"/>
                <a:gd name="T7" fmla="*/ 69 h 75"/>
                <a:gd name="T8" fmla="*/ 23 w 74"/>
                <a:gd name="T9" fmla="*/ 60 h 75"/>
                <a:gd name="T10" fmla="*/ 31 w 74"/>
                <a:gd name="T11" fmla="*/ 64 h 75"/>
                <a:gd name="T12" fmla="*/ 30 w 74"/>
                <a:gd name="T13" fmla="*/ 75 h 75"/>
                <a:gd name="T14" fmla="*/ 45 w 74"/>
                <a:gd name="T15" fmla="*/ 75 h 75"/>
                <a:gd name="T16" fmla="*/ 43 w 74"/>
                <a:gd name="T17" fmla="*/ 63 h 75"/>
                <a:gd name="T18" fmla="*/ 51 w 74"/>
                <a:gd name="T19" fmla="*/ 60 h 75"/>
                <a:gd name="T20" fmla="*/ 58 w 74"/>
                <a:gd name="T21" fmla="*/ 69 h 75"/>
                <a:gd name="T22" fmla="*/ 69 w 74"/>
                <a:gd name="T23" fmla="*/ 58 h 75"/>
                <a:gd name="T24" fmla="*/ 60 w 74"/>
                <a:gd name="T25" fmla="*/ 51 h 75"/>
                <a:gd name="T26" fmla="*/ 63 w 74"/>
                <a:gd name="T27" fmla="*/ 43 h 75"/>
                <a:gd name="T28" fmla="*/ 74 w 74"/>
                <a:gd name="T29" fmla="*/ 44 h 75"/>
                <a:gd name="T30" fmla="*/ 74 w 74"/>
                <a:gd name="T31" fmla="*/ 31 h 75"/>
                <a:gd name="T32" fmla="*/ 63 w 74"/>
                <a:gd name="T33" fmla="*/ 32 h 75"/>
                <a:gd name="T34" fmla="*/ 63 w 74"/>
                <a:gd name="T35" fmla="*/ 31 h 75"/>
                <a:gd name="T36" fmla="*/ 60 w 74"/>
                <a:gd name="T37" fmla="*/ 23 h 75"/>
                <a:gd name="T38" fmla="*/ 60 w 74"/>
                <a:gd name="T39" fmla="*/ 23 h 75"/>
                <a:gd name="T40" fmla="*/ 68 w 74"/>
                <a:gd name="T41" fmla="*/ 16 h 75"/>
                <a:gd name="T42" fmla="*/ 58 w 74"/>
                <a:gd name="T43" fmla="*/ 6 h 75"/>
                <a:gd name="T44" fmla="*/ 51 w 74"/>
                <a:gd name="T45" fmla="*/ 15 h 75"/>
                <a:gd name="T46" fmla="*/ 51 w 74"/>
                <a:gd name="T47" fmla="*/ 15 h 75"/>
                <a:gd name="T48" fmla="*/ 43 w 74"/>
                <a:gd name="T49" fmla="*/ 11 h 75"/>
                <a:gd name="T50" fmla="*/ 44 w 74"/>
                <a:gd name="T51" fmla="*/ 0 h 75"/>
                <a:gd name="T52" fmla="*/ 29 w 74"/>
                <a:gd name="T53" fmla="*/ 0 h 75"/>
                <a:gd name="T54" fmla="*/ 31 w 74"/>
                <a:gd name="T55" fmla="*/ 11 h 75"/>
                <a:gd name="T56" fmla="*/ 31 w 74"/>
                <a:gd name="T57" fmla="*/ 11 h 75"/>
                <a:gd name="T58" fmla="*/ 23 w 74"/>
                <a:gd name="T59" fmla="*/ 15 h 75"/>
                <a:gd name="T60" fmla="*/ 23 w 74"/>
                <a:gd name="T61" fmla="*/ 15 h 75"/>
                <a:gd name="T62" fmla="*/ 16 w 74"/>
                <a:gd name="T63" fmla="*/ 6 h 75"/>
                <a:gd name="T64" fmla="*/ 5 w 74"/>
                <a:gd name="T65" fmla="*/ 17 h 75"/>
                <a:gd name="T66" fmla="*/ 14 w 74"/>
                <a:gd name="T67" fmla="*/ 24 h 75"/>
                <a:gd name="T68" fmla="*/ 11 w 74"/>
                <a:gd name="T69" fmla="*/ 32 h 75"/>
                <a:gd name="T70" fmla="*/ 0 w 74"/>
                <a:gd name="T71" fmla="*/ 31 h 75"/>
                <a:gd name="T72" fmla="*/ 0 w 74"/>
                <a:gd name="T73" fmla="*/ 45 h 75"/>
                <a:gd name="T74" fmla="*/ 11 w 74"/>
                <a:gd name="T75" fmla="*/ 43 h 75"/>
                <a:gd name="T76" fmla="*/ 11 w 74"/>
                <a:gd name="T77" fmla="*/ 44 h 75"/>
                <a:gd name="T78" fmla="*/ 25 w 74"/>
                <a:gd name="T79" fmla="*/ 37 h 75"/>
                <a:gd name="T80" fmla="*/ 37 w 74"/>
                <a:gd name="T81" fmla="*/ 25 h 75"/>
                <a:gd name="T82" fmla="*/ 49 w 74"/>
                <a:gd name="T83" fmla="*/ 37 h 75"/>
                <a:gd name="T84" fmla="*/ 37 w 74"/>
                <a:gd name="T85" fmla="*/ 49 h 75"/>
                <a:gd name="T86" fmla="*/ 25 w 74"/>
                <a:gd name="T87" fmla="*/ 3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4" h="75">
                  <a:moveTo>
                    <a:pt x="11" y="44"/>
                  </a:moveTo>
                  <a:cubicBezTo>
                    <a:pt x="12" y="47"/>
                    <a:pt x="13" y="49"/>
                    <a:pt x="14" y="52"/>
                  </a:cubicBezTo>
                  <a:cubicBezTo>
                    <a:pt x="6" y="59"/>
                    <a:pt x="6" y="59"/>
                    <a:pt x="6" y="59"/>
                  </a:cubicBezTo>
                  <a:cubicBezTo>
                    <a:pt x="16" y="69"/>
                    <a:pt x="16" y="69"/>
                    <a:pt x="16" y="69"/>
                  </a:cubicBezTo>
                  <a:cubicBezTo>
                    <a:pt x="23" y="60"/>
                    <a:pt x="23" y="60"/>
                    <a:pt x="23" y="60"/>
                  </a:cubicBezTo>
                  <a:cubicBezTo>
                    <a:pt x="25" y="62"/>
                    <a:pt x="28" y="63"/>
                    <a:pt x="31" y="64"/>
                  </a:cubicBezTo>
                  <a:cubicBezTo>
                    <a:pt x="30" y="75"/>
                    <a:pt x="30" y="75"/>
                    <a:pt x="30" y="75"/>
                  </a:cubicBezTo>
                  <a:cubicBezTo>
                    <a:pt x="45" y="75"/>
                    <a:pt x="45" y="75"/>
                    <a:pt x="45" y="75"/>
                  </a:cubicBezTo>
                  <a:cubicBezTo>
                    <a:pt x="43" y="63"/>
                    <a:pt x="43" y="63"/>
                    <a:pt x="43" y="63"/>
                  </a:cubicBezTo>
                  <a:cubicBezTo>
                    <a:pt x="46" y="63"/>
                    <a:pt x="49" y="62"/>
                    <a:pt x="51" y="60"/>
                  </a:cubicBezTo>
                  <a:cubicBezTo>
                    <a:pt x="58" y="69"/>
                    <a:pt x="58" y="69"/>
                    <a:pt x="58" y="69"/>
                  </a:cubicBezTo>
                  <a:cubicBezTo>
                    <a:pt x="69" y="58"/>
                    <a:pt x="69" y="58"/>
                    <a:pt x="69" y="58"/>
                  </a:cubicBezTo>
                  <a:cubicBezTo>
                    <a:pt x="60" y="51"/>
                    <a:pt x="60" y="51"/>
                    <a:pt x="60" y="51"/>
                  </a:cubicBezTo>
                  <a:cubicBezTo>
                    <a:pt x="61" y="49"/>
                    <a:pt x="63" y="46"/>
                    <a:pt x="63" y="43"/>
                  </a:cubicBezTo>
                  <a:cubicBezTo>
                    <a:pt x="74" y="44"/>
                    <a:pt x="74" y="44"/>
                    <a:pt x="74" y="44"/>
                  </a:cubicBezTo>
                  <a:cubicBezTo>
                    <a:pt x="74" y="31"/>
                    <a:pt x="74" y="31"/>
                    <a:pt x="74" y="31"/>
                  </a:cubicBezTo>
                  <a:cubicBezTo>
                    <a:pt x="63" y="32"/>
                    <a:pt x="63" y="32"/>
                    <a:pt x="63" y="32"/>
                  </a:cubicBezTo>
                  <a:cubicBezTo>
                    <a:pt x="63" y="32"/>
                    <a:pt x="63" y="31"/>
                    <a:pt x="63" y="31"/>
                  </a:cubicBezTo>
                  <a:cubicBezTo>
                    <a:pt x="62" y="28"/>
                    <a:pt x="61" y="26"/>
                    <a:pt x="60" y="23"/>
                  </a:cubicBezTo>
                  <a:cubicBezTo>
                    <a:pt x="60" y="23"/>
                    <a:pt x="60" y="23"/>
                    <a:pt x="60" y="23"/>
                  </a:cubicBezTo>
                  <a:cubicBezTo>
                    <a:pt x="68" y="16"/>
                    <a:pt x="68" y="16"/>
                    <a:pt x="68" y="16"/>
                  </a:cubicBezTo>
                  <a:cubicBezTo>
                    <a:pt x="58" y="6"/>
                    <a:pt x="58" y="6"/>
                    <a:pt x="58" y="6"/>
                  </a:cubicBezTo>
                  <a:cubicBezTo>
                    <a:pt x="51" y="15"/>
                    <a:pt x="51" y="15"/>
                    <a:pt x="51" y="15"/>
                  </a:cubicBezTo>
                  <a:cubicBezTo>
                    <a:pt x="51" y="15"/>
                    <a:pt x="51" y="15"/>
                    <a:pt x="51" y="15"/>
                  </a:cubicBezTo>
                  <a:cubicBezTo>
                    <a:pt x="49" y="13"/>
                    <a:pt x="46" y="12"/>
                    <a:pt x="43" y="11"/>
                  </a:cubicBezTo>
                  <a:cubicBezTo>
                    <a:pt x="44" y="0"/>
                    <a:pt x="44" y="0"/>
                    <a:pt x="44" y="0"/>
                  </a:cubicBezTo>
                  <a:cubicBezTo>
                    <a:pt x="29" y="0"/>
                    <a:pt x="29" y="0"/>
                    <a:pt x="29" y="0"/>
                  </a:cubicBezTo>
                  <a:cubicBezTo>
                    <a:pt x="31" y="11"/>
                    <a:pt x="31" y="11"/>
                    <a:pt x="31" y="11"/>
                  </a:cubicBezTo>
                  <a:cubicBezTo>
                    <a:pt x="31" y="11"/>
                    <a:pt x="31" y="11"/>
                    <a:pt x="31" y="11"/>
                  </a:cubicBezTo>
                  <a:cubicBezTo>
                    <a:pt x="28" y="12"/>
                    <a:pt x="25" y="13"/>
                    <a:pt x="23" y="15"/>
                  </a:cubicBezTo>
                  <a:cubicBezTo>
                    <a:pt x="23" y="15"/>
                    <a:pt x="23" y="15"/>
                    <a:pt x="23" y="15"/>
                  </a:cubicBezTo>
                  <a:cubicBezTo>
                    <a:pt x="16" y="6"/>
                    <a:pt x="16" y="6"/>
                    <a:pt x="16" y="6"/>
                  </a:cubicBezTo>
                  <a:cubicBezTo>
                    <a:pt x="5" y="17"/>
                    <a:pt x="5" y="17"/>
                    <a:pt x="5" y="17"/>
                  </a:cubicBezTo>
                  <a:cubicBezTo>
                    <a:pt x="14" y="24"/>
                    <a:pt x="14" y="24"/>
                    <a:pt x="14" y="24"/>
                  </a:cubicBezTo>
                  <a:cubicBezTo>
                    <a:pt x="13" y="26"/>
                    <a:pt x="11" y="29"/>
                    <a:pt x="11" y="32"/>
                  </a:cubicBezTo>
                  <a:cubicBezTo>
                    <a:pt x="0" y="31"/>
                    <a:pt x="0" y="31"/>
                    <a:pt x="0" y="31"/>
                  </a:cubicBezTo>
                  <a:cubicBezTo>
                    <a:pt x="0" y="45"/>
                    <a:pt x="0" y="45"/>
                    <a:pt x="0" y="45"/>
                  </a:cubicBezTo>
                  <a:cubicBezTo>
                    <a:pt x="11" y="43"/>
                    <a:pt x="11" y="43"/>
                    <a:pt x="11" y="43"/>
                  </a:cubicBezTo>
                  <a:cubicBezTo>
                    <a:pt x="11" y="43"/>
                    <a:pt x="11" y="43"/>
                    <a:pt x="11" y="44"/>
                  </a:cubicBezTo>
                  <a:close/>
                  <a:moveTo>
                    <a:pt x="25" y="37"/>
                  </a:moveTo>
                  <a:cubicBezTo>
                    <a:pt x="25" y="31"/>
                    <a:pt x="30" y="25"/>
                    <a:pt x="37" y="25"/>
                  </a:cubicBezTo>
                  <a:cubicBezTo>
                    <a:pt x="44" y="25"/>
                    <a:pt x="49" y="31"/>
                    <a:pt x="49" y="37"/>
                  </a:cubicBezTo>
                  <a:cubicBezTo>
                    <a:pt x="49" y="44"/>
                    <a:pt x="44" y="49"/>
                    <a:pt x="37" y="49"/>
                  </a:cubicBezTo>
                  <a:cubicBezTo>
                    <a:pt x="31" y="49"/>
                    <a:pt x="25" y="44"/>
                    <a:pt x="25" y="3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Oval 74"/>
            <p:cNvSpPr>
              <a:spLocks noChangeArrowheads="1"/>
            </p:cNvSpPr>
            <p:nvPr/>
          </p:nvSpPr>
          <p:spPr bwMode="auto">
            <a:xfrm>
              <a:off x="4799484" y="3540125"/>
              <a:ext cx="84138" cy="825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75"/>
            <p:cNvSpPr>
              <a:spLocks noEditPoints="1"/>
            </p:cNvSpPr>
            <p:nvPr/>
          </p:nvSpPr>
          <p:spPr bwMode="auto">
            <a:xfrm>
              <a:off x="4716934" y="3457575"/>
              <a:ext cx="249238" cy="249238"/>
            </a:xfrm>
            <a:custGeom>
              <a:avLst/>
              <a:gdLst>
                <a:gd name="T0" fmla="*/ 10 w 123"/>
                <a:gd name="T1" fmla="*/ 69 h 123"/>
                <a:gd name="T2" fmla="*/ 13 w 123"/>
                <a:gd name="T3" fmla="*/ 81 h 123"/>
                <a:gd name="T4" fmla="*/ 5 w 123"/>
                <a:gd name="T5" fmla="*/ 86 h 123"/>
                <a:gd name="T6" fmla="*/ 13 w 123"/>
                <a:gd name="T7" fmla="*/ 99 h 123"/>
                <a:gd name="T8" fmla="*/ 20 w 123"/>
                <a:gd name="T9" fmla="*/ 94 h 123"/>
                <a:gd name="T10" fmla="*/ 30 w 123"/>
                <a:gd name="T11" fmla="*/ 103 h 123"/>
                <a:gd name="T12" fmla="*/ 25 w 123"/>
                <a:gd name="T13" fmla="*/ 111 h 123"/>
                <a:gd name="T14" fmla="*/ 38 w 123"/>
                <a:gd name="T15" fmla="*/ 118 h 123"/>
                <a:gd name="T16" fmla="*/ 42 w 123"/>
                <a:gd name="T17" fmla="*/ 110 h 123"/>
                <a:gd name="T18" fmla="*/ 55 w 123"/>
                <a:gd name="T19" fmla="*/ 113 h 123"/>
                <a:gd name="T20" fmla="*/ 54 w 123"/>
                <a:gd name="T21" fmla="*/ 123 h 123"/>
                <a:gd name="T22" fmla="*/ 62 w 123"/>
                <a:gd name="T23" fmla="*/ 123 h 123"/>
                <a:gd name="T24" fmla="*/ 69 w 123"/>
                <a:gd name="T25" fmla="*/ 123 h 123"/>
                <a:gd name="T26" fmla="*/ 69 w 123"/>
                <a:gd name="T27" fmla="*/ 113 h 123"/>
                <a:gd name="T28" fmla="*/ 81 w 123"/>
                <a:gd name="T29" fmla="*/ 110 h 123"/>
                <a:gd name="T30" fmla="*/ 86 w 123"/>
                <a:gd name="T31" fmla="*/ 118 h 123"/>
                <a:gd name="T32" fmla="*/ 99 w 123"/>
                <a:gd name="T33" fmla="*/ 110 h 123"/>
                <a:gd name="T34" fmla="*/ 94 w 123"/>
                <a:gd name="T35" fmla="*/ 103 h 123"/>
                <a:gd name="T36" fmla="*/ 103 w 123"/>
                <a:gd name="T37" fmla="*/ 93 h 123"/>
                <a:gd name="T38" fmla="*/ 111 w 123"/>
                <a:gd name="T39" fmla="*/ 99 h 123"/>
                <a:gd name="T40" fmla="*/ 118 w 123"/>
                <a:gd name="T41" fmla="*/ 85 h 123"/>
                <a:gd name="T42" fmla="*/ 110 w 123"/>
                <a:gd name="T43" fmla="*/ 81 h 123"/>
                <a:gd name="T44" fmla="*/ 113 w 123"/>
                <a:gd name="T45" fmla="*/ 68 h 123"/>
                <a:gd name="T46" fmla="*/ 123 w 123"/>
                <a:gd name="T47" fmla="*/ 69 h 123"/>
                <a:gd name="T48" fmla="*/ 123 w 123"/>
                <a:gd name="T49" fmla="*/ 62 h 123"/>
                <a:gd name="T50" fmla="*/ 123 w 123"/>
                <a:gd name="T51" fmla="*/ 54 h 123"/>
                <a:gd name="T52" fmla="*/ 113 w 123"/>
                <a:gd name="T53" fmla="*/ 54 h 123"/>
                <a:gd name="T54" fmla="*/ 110 w 123"/>
                <a:gd name="T55" fmla="*/ 42 h 123"/>
                <a:gd name="T56" fmla="*/ 118 w 123"/>
                <a:gd name="T57" fmla="*/ 37 h 123"/>
                <a:gd name="T58" fmla="*/ 111 w 123"/>
                <a:gd name="T59" fmla="*/ 24 h 123"/>
                <a:gd name="T60" fmla="*/ 103 w 123"/>
                <a:gd name="T61" fmla="*/ 29 h 123"/>
                <a:gd name="T62" fmla="*/ 93 w 123"/>
                <a:gd name="T63" fmla="*/ 20 h 123"/>
                <a:gd name="T64" fmla="*/ 99 w 123"/>
                <a:gd name="T65" fmla="*/ 12 h 123"/>
                <a:gd name="T66" fmla="*/ 85 w 123"/>
                <a:gd name="T67" fmla="*/ 5 h 123"/>
                <a:gd name="T68" fmla="*/ 81 w 123"/>
                <a:gd name="T69" fmla="*/ 13 h 123"/>
                <a:gd name="T70" fmla="*/ 68 w 123"/>
                <a:gd name="T71" fmla="*/ 10 h 123"/>
                <a:gd name="T72" fmla="*/ 69 w 123"/>
                <a:gd name="T73" fmla="*/ 0 h 123"/>
                <a:gd name="T74" fmla="*/ 62 w 123"/>
                <a:gd name="T75" fmla="*/ 0 h 123"/>
                <a:gd name="T76" fmla="*/ 54 w 123"/>
                <a:gd name="T77" fmla="*/ 0 h 123"/>
                <a:gd name="T78" fmla="*/ 54 w 123"/>
                <a:gd name="T79" fmla="*/ 10 h 123"/>
                <a:gd name="T80" fmla="*/ 42 w 123"/>
                <a:gd name="T81" fmla="*/ 13 h 123"/>
                <a:gd name="T82" fmla="*/ 38 w 123"/>
                <a:gd name="T83" fmla="*/ 5 h 123"/>
                <a:gd name="T84" fmla="*/ 24 w 123"/>
                <a:gd name="T85" fmla="*/ 13 h 123"/>
                <a:gd name="T86" fmla="*/ 30 w 123"/>
                <a:gd name="T87" fmla="*/ 20 h 123"/>
                <a:gd name="T88" fmla="*/ 20 w 123"/>
                <a:gd name="T89" fmla="*/ 30 h 123"/>
                <a:gd name="T90" fmla="*/ 12 w 123"/>
                <a:gd name="T91" fmla="*/ 24 h 123"/>
                <a:gd name="T92" fmla="*/ 5 w 123"/>
                <a:gd name="T93" fmla="*/ 38 h 123"/>
                <a:gd name="T94" fmla="*/ 13 w 123"/>
                <a:gd name="T95" fmla="*/ 42 h 123"/>
                <a:gd name="T96" fmla="*/ 10 w 123"/>
                <a:gd name="T97" fmla="*/ 55 h 123"/>
                <a:gd name="T98" fmla="*/ 0 w 123"/>
                <a:gd name="T99" fmla="*/ 54 h 123"/>
                <a:gd name="T100" fmla="*/ 0 w 123"/>
                <a:gd name="T101" fmla="*/ 62 h 123"/>
                <a:gd name="T102" fmla="*/ 1 w 123"/>
                <a:gd name="T103" fmla="*/ 69 h 123"/>
                <a:gd name="T104" fmla="*/ 10 w 123"/>
                <a:gd name="T105" fmla="*/ 69 h 123"/>
                <a:gd name="T106" fmla="*/ 25 w 123"/>
                <a:gd name="T107" fmla="*/ 62 h 123"/>
                <a:gd name="T108" fmla="*/ 62 w 123"/>
                <a:gd name="T109" fmla="*/ 25 h 123"/>
                <a:gd name="T110" fmla="*/ 98 w 123"/>
                <a:gd name="T111" fmla="*/ 62 h 123"/>
                <a:gd name="T112" fmla="*/ 62 w 123"/>
                <a:gd name="T113" fmla="*/ 98 h 123"/>
                <a:gd name="T114" fmla="*/ 25 w 123"/>
                <a:gd name="T115" fmla="*/ 62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3" h="123">
                  <a:moveTo>
                    <a:pt x="10" y="69"/>
                  </a:moveTo>
                  <a:cubicBezTo>
                    <a:pt x="10" y="73"/>
                    <a:pt x="12" y="77"/>
                    <a:pt x="13" y="81"/>
                  </a:cubicBezTo>
                  <a:cubicBezTo>
                    <a:pt x="5" y="86"/>
                    <a:pt x="5" y="86"/>
                    <a:pt x="5" y="86"/>
                  </a:cubicBezTo>
                  <a:cubicBezTo>
                    <a:pt x="7" y="90"/>
                    <a:pt x="10" y="95"/>
                    <a:pt x="13" y="99"/>
                  </a:cubicBezTo>
                  <a:cubicBezTo>
                    <a:pt x="20" y="94"/>
                    <a:pt x="20" y="94"/>
                    <a:pt x="20" y="94"/>
                  </a:cubicBezTo>
                  <a:cubicBezTo>
                    <a:pt x="23" y="97"/>
                    <a:pt x="26" y="100"/>
                    <a:pt x="30" y="103"/>
                  </a:cubicBezTo>
                  <a:cubicBezTo>
                    <a:pt x="25" y="111"/>
                    <a:pt x="25" y="111"/>
                    <a:pt x="25" y="111"/>
                  </a:cubicBezTo>
                  <a:cubicBezTo>
                    <a:pt x="29" y="114"/>
                    <a:pt x="33" y="116"/>
                    <a:pt x="38" y="118"/>
                  </a:cubicBezTo>
                  <a:cubicBezTo>
                    <a:pt x="42" y="110"/>
                    <a:pt x="42" y="110"/>
                    <a:pt x="42" y="110"/>
                  </a:cubicBezTo>
                  <a:cubicBezTo>
                    <a:pt x="46" y="112"/>
                    <a:pt x="50" y="113"/>
                    <a:pt x="55" y="113"/>
                  </a:cubicBezTo>
                  <a:cubicBezTo>
                    <a:pt x="54" y="123"/>
                    <a:pt x="54" y="123"/>
                    <a:pt x="54" y="123"/>
                  </a:cubicBezTo>
                  <a:cubicBezTo>
                    <a:pt x="57" y="123"/>
                    <a:pt x="59" y="123"/>
                    <a:pt x="62" y="123"/>
                  </a:cubicBezTo>
                  <a:cubicBezTo>
                    <a:pt x="64" y="123"/>
                    <a:pt x="67" y="123"/>
                    <a:pt x="69" y="123"/>
                  </a:cubicBezTo>
                  <a:cubicBezTo>
                    <a:pt x="69" y="113"/>
                    <a:pt x="69" y="113"/>
                    <a:pt x="69" y="113"/>
                  </a:cubicBezTo>
                  <a:cubicBezTo>
                    <a:pt x="73" y="113"/>
                    <a:pt x="77" y="111"/>
                    <a:pt x="81" y="110"/>
                  </a:cubicBezTo>
                  <a:cubicBezTo>
                    <a:pt x="86" y="118"/>
                    <a:pt x="86" y="118"/>
                    <a:pt x="86" y="118"/>
                  </a:cubicBezTo>
                  <a:cubicBezTo>
                    <a:pt x="90" y="116"/>
                    <a:pt x="95" y="114"/>
                    <a:pt x="99" y="110"/>
                  </a:cubicBezTo>
                  <a:cubicBezTo>
                    <a:pt x="94" y="103"/>
                    <a:pt x="94" y="103"/>
                    <a:pt x="94" y="103"/>
                  </a:cubicBezTo>
                  <a:cubicBezTo>
                    <a:pt x="97" y="100"/>
                    <a:pt x="100" y="97"/>
                    <a:pt x="103" y="93"/>
                  </a:cubicBezTo>
                  <a:cubicBezTo>
                    <a:pt x="111" y="99"/>
                    <a:pt x="111" y="99"/>
                    <a:pt x="111" y="99"/>
                  </a:cubicBezTo>
                  <a:cubicBezTo>
                    <a:pt x="114" y="94"/>
                    <a:pt x="116" y="90"/>
                    <a:pt x="118" y="85"/>
                  </a:cubicBezTo>
                  <a:cubicBezTo>
                    <a:pt x="110" y="81"/>
                    <a:pt x="110" y="81"/>
                    <a:pt x="110" y="81"/>
                  </a:cubicBezTo>
                  <a:cubicBezTo>
                    <a:pt x="112" y="77"/>
                    <a:pt x="113" y="73"/>
                    <a:pt x="113" y="68"/>
                  </a:cubicBezTo>
                  <a:cubicBezTo>
                    <a:pt x="123" y="69"/>
                    <a:pt x="123" y="69"/>
                    <a:pt x="123" y="69"/>
                  </a:cubicBezTo>
                  <a:cubicBezTo>
                    <a:pt x="123" y="67"/>
                    <a:pt x="123" y="64"/>
                    <a:pt x="123" y="62"/>
                  </a:cubicBezTo>
                  <a:cubicBezTo>
                    <a:pt x="123" y="59"/>
                    <a:pt x="123" y="56"/>
                    <a:pt x="123" y="54"/>
                  </a:cubicBezTo>
                  <a:cubicBezTo>
                    <a:pt x="113" y="54"/>
                    <a:pt x="113" y="54"/>
                    <a:pt x="113" y="54"/>
                  </a:cubicBezTo>
                  <a:cubicBezTo>
                    <a:pt x="113" y="50"/>
                    <a:pt x="112" y="46"/>
                    <a:pt x="110" y="42"/>
                  </a:cubicBezTo>
                  <a:cubicBezTo>
                    <a:pt x="118" y="37"/>
                    <a:pt x="118" y="37"/>
                    <a:pt x="118" y="37"/>
                  </a:cubicBezTo>
                  <a:cubicBezTo>
                    <a:pt x="116" y="33"/>
                    <a:pt x="114" y="28"/>
                    <a:pt x="111" y="24"/>
                  </a:cubicBezTo>
                  <a:cubicBezTo>
                    <a:pt x="103" y="29"/>
                    <a:pt x="103" y="29"/>
                    <a:pt x="103" y="29"/>
                  </a:cubicBezTo>
                  <a:cubicBezTo>
                    <a:pt x="100" y="26"/>
                    <a:pt x="97" y="23"/>
                    <a:pt x="93" y="20"/>
                  </a:cubicBezTo>
                  <a:cubicBezTo>
                    <a:pt x="99" y="12"/>
                    <a:pt x="99" y="12"/>
                    <a:pt x="99" y="12"/>
                  </a:cubicBezTo>
                  <a:cubicBezTo>
                    <a:pt x="95" y="9"/>
                    <a:pt x="90" y="7"/>
                    <a:pt x="85" y="5"/>
                  </a:cubicBezTo>
                  <a:cubicBezTo>
                    <a:pt x="81" y="13"/>
                    <a:pt x="81" y="13"/>
                    <a:pt x="81" y="13"/>
                  </a:cubicBezTo>
                  <a:cubicBezTo>
                    <a:pt x="77" y="11"/>
                    <a:pt x="73" y="10"/>
                    <a:pt x="68" y="10"/>
                  </a:cubicBezTo>
                  <a:cubicBezTo>
                    <a:pt x="69" y="0"/>
                    <a:pt x="69" y="0"/>
                    <a:pt x="69" y="0"/>
                  </a:cubicBezTo>
                  <a:cubicBezTo>
                    <a:pt x="67" y="0"/>
                    <a:pt x="64" y="0"/>
                    <a:pt x="62" y="0"/>
                  </a:cubicBezTo>
                  <a:cubicBezTo>
                    <a:pt x="59" y="0"/>
                    <a:pt x="56" y="0"/>
                    <a:pt x="54" y="0"/>
                  </a:cubicBezTo>
                  <a:cubicBezTo>
                    <a:pt x="54" y="10"/>
                    <a:pt x="54" y="10"/>
                    <a:pt x="54" y="10"/>
                  </a:cubicBezTo>
                  <a:cubicBezTo>
                    <a:pt x="50" y="10"/>
                    <a:pt x="46" y="12"/>
                    <a:pt x="42" y="13"/>
                  </a:cubicBezTo>
                  <a:cubicBezTo>
                    <a:pt x="38" y="5"/>
                    <a:pt x="38" y="5"/>
                    <a:pt x="38" y="5"/>
                  </a:cubicBezTo>
                  <a:cubicBezTo>
                    <a:pt x="33" y="7"/>
                    <a:pt x="28" y="9"/>
                    <a:pt x="24" y="13"/>
                  </a:cubicBezTo>
                  <a:cubicBezTo>
                    <a:pt x="30" y="20"/>
                    <a:pt x="30" y="20"/>
                    <a:pt x="30" y="20"/>
                  </a:cubicBezTo>
                  <a:cubicBezTo>
                    <a:pt x="26" y="23"/>
                    <a:pt x="23" y="26"/>
                    <a:pt x="20" y="30"/>
                  </a:cubicBezTo>
                  <a:cubicBezTo>
                    <a:pt x="12" y="24"/>
                    <a:pt x="12" y="24"/>
                    <a:pt x="12" y="24"/>
                  </a:cubicBezTo>
                  <a:cubicBezTo>
                    <a:pt x="9" y="29"/>
                    <a:pt x="7" y="33"/>
                    <a:pt x="5" y="38"/>
                  </a:cubicBezTo>
                  <a:cubicBezTo>
                    <a:pt x="13" y="42"/>
                    <a:pt x="13" y="42"/>
                    <a:pt x="13" y="42"/>
                  </a:cubicBezTo>
                  <a:cubicBezTo>
                    <a:pt x="12" y="46"/>
                    <a:pt x="10" y="50"/>
                    <a:pt x="10" y="55"/>
                  </a:cubicBezTo>
                  <a:cubicBezTo>
                    <a:pt x="0" y="54"/>
                    <a:pt x="0" y="54"/>
                    <a:pt x="0" y="54"/>
                  </a:cubicBezTo>
                  <a:cubicBezTo>
                    <a:pt x="0" y="56"/>
                    <a:pt x="0" y="59"/>
                    <a:pt x="0" y="62"/>
                  </a:cubicBezTo>
                  <a:cubicBezTo>
                    <a:pt x="0" y="64"/>
                    <a:pt x="0" y="67"/>
                    <a:pt x="1" y="69"/>
                  </a:cubicBezTo>
                  <a:lnTo>
                    <a:pt x="10" y="69"/>
                  </a:lnTo>
                  <a:close/>
                  <a:moveTo>
                    <a:pt x="25" y="62"/>
                  </a:moveTo>
                  <a:cubicBezTo>
                    <a:pt x="25" y="41"/>
                    <a:pt x="41" y="25"/>
                    <a:pt x="62" y="25"/>
                  </a:cubicBezTo>
                  <a:cubicBezTo>
                    <a:pt x="82" y="25"/>
                    <a:pt x="98" y="41"/>
                    <a:pt x="98" y="62"/>
                  </a:cubicBezTo>
                  <a:cubicBezTo>
                    <a:pt x="98" y="82"/>
                    <a:pt x="82" y="98"/>
                    <a:pt x="62" y="98"/>
                  </a:cubicBezTo>
                  <a:cubicBezTo>
                    <a:pt x="41" y="98"/>
                    <a:pt x="25" y="82"/>
                    <a:pt x="25" y="6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Oval 76"/>
            <p:cNvSpPr>
              <a:spLocks noChangeArrowheads="1"/>
            </p:cNvSpPr>
            <p:nvPr/>
          </p:nvSpPr>
          <p:spPr bwMode="auto">
            <a:xfrm>
              <a:off x="4799484" y="3540125"/>
              <a:ext cx="84138" cy="825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5" name="组合 34"/>
          <p:cNvGrpSpPr/>
          <p:nvPr/>
        </p:nvGrpSpPr>
        <p:grpSpPr>
          <a:xfrm>
            <a:off x="5082265" y="4073963"/>
            <a:ext cx="341546" cy="472073"/>
            <a:chOff x="6034559" y="1452563"/>
            <a:chExt cx="249238" cy="344488"/>
          </a:xfrm>
        </p:grpSpPr>
        <p:sp>
          <p:nvSpPr>
            <p:cNvPr id="36" name="Freeform 77"/>
            <p:cNvSpPr>
              <a:spLocks noEditPoints="1"/>
            </p:cNvSpPr>
            <p:nvPr/>
          </p:nvSpPr>
          <p:spPr bwMode="auto">
            <a:xfrm>
              <a:off x="6034559" y="1452563"/>
              <a:ext cx="249238" cy="344488"/>
            </a:xfrm>
            <a:custGeom>
              <a:avLst/>
              <a:gdLst>
                <a:gd name="T0" fmla="*/ 63 w 157"/>
                <a:gd name="T1" fmla="*/ 0 h 217"/>
                <a:gd name="T2" fmla="*/ 0 w 157"/>
                <a:gd name="T3" fmla="*/ 60 h 217"/>
                <a:gd name="T4" fmla="*/ 0 w 157"/>
                <a:gd name="T5" fmla="*/ 217 h 217"/>
                <a:gd name="T6" fmla="*/ 157 w 157"/>
                <a:gd name="T7" fmla="*/ 217 h 217"/>
                <a:gd name="T8" fmla="*/ 157 w 157"/>
                <a:gd name="T9" fmla="*/ 0 h 217"/>
                <a:gd name="T10" fmla="*/ 63 w 157"/>
                <a:gd name="T11" fmla="*/ 0 h 217"/>
                <a:gd name="T12" fmla="*/ 124 w 157"/>
                <a:gd name="T13" fmla="*/ 166 h 217"/>
                <a:gd name="T14" fmla="*/ 34 w 157"/>
                <a:gd name="T15" fmla="*/ 166 h 217"/>
                <a:gd name="T16" fmla="*/ 34 w 157"/>
                <a:gd name="T17" fmla="*/ 155 h 217"/>
                <a:gd name="T18" fmla="*/ 124 w 157"/>
                <a:gd name="T19" fmla="*/ 155 h 217"/>
                <a:gd name="T20" fmla="*/ 124 w 157"/>
                <a:gd name="T21" fmla="*/ 166 h 217"/>
                <a:gd name="T22" fmla="*/ 124 w 157"/>
                <a:gd name="T23" fmla="*/ 132 h 217"/>
                <a:gd name="T24" fmla="*/ 34 w 157"/>
                <a:gd name="T25" fmla="*/ 132 h 217"/>
                <a:gd name="T26" fmla="*/ 34 w 157"/>
                <a:gd name="T27" fmla="*/ 122 h 217"/>
                <a:gd name="T28" fmla="*/ 124 w 157"/>
                <a:gd name="T29" fmla="*/ 122 h 217"/>
                <a:gd name="T30" fmla="*/ 124 w 157"/>
                <a:gd name="T31" fmla="*/ 132 h 217"/>
                <a:gd name="T32" fmla="*/ 124 w 157"/>
                <a:gd name="T33" fmla="*/ 99 h 217"/>
                <a:gd name="T34" fmla="*/ 34 w 157"/>
                <a:gd name="T35" fmla="*/ 99 h 217"/>
                <a:gd name="T36" fmla="*/ 34 w 157"/>
                <a:gd name="T37" fmla="*/ 89 h 217"/>
                <a:gd name="T38" fmla="*/ 124 w 157"/>
                <a:gd name="T39" fmla="*/ 89 h 217"/>
                <a:gd name="T40" fmla="*/ 124 w 157"/>
                <a:gd name="T41" fmla="*/ 99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17">
                  <a:moveTo>
                    <a:pt x="63" y="0"/>
                  </a:moveTo>
                  <a:lnTo>
                    <a:pt x="0" y="60"/>
                  </a:lnTo>
                  <a:lnTo>
                    <a:pt x="0" y="217"/>
                  </a:lnTo>
                  <a:lnTo>
                    <a:pt x="157" y="217"/>
                  </a:lnTo>
                  <a:lnTo>
                    <a:pt x="157" y="0"/>
                  </a:lnTo>
                  <a:lnTo>
                    <a:pt x="63" y="0"/>
                  </a:lnTo>
                  <a:close/>
                  <a:moveTo>
                    <a:pt x="124" y="166"/>
                  </a:moveTo>
                  <a:lnTo>
                    <a:pt x="34" y="166"/>
                  </a:lnTo>
                  <a:lnTo>
                    <a:pt x="34" y="155"/>
                  </a:lnTo>
                  <a:lnTo>
                    <a:pt x="124" y="155"/>
                  </a:lnTo>
                  <a:lnTo>
                    <a:pt x="124" y="166"/>
                  </a:lnTo>
                  <a:close/>
                  <a:moveTo>
                    <a:pt x="124" y="132"/>
                  </a:moveTo>
                  <a:lnTo>
                    <a:pt x="34" y="132"/>
                  </a:lnTo>
                  <a:lnTo>
                    <a:pt x="34" y="122"/>
                  </a:lnTo>
                  <a:lnTo>
                    <a:pt x="124" y="122"/>
                  </a:lnTo>
                  <a:lnTo>
                    <a:pt x="124" y="132"/>
                  </a:lnTo>
                  <a:close/>
                  <a:moveTo>
                    <a:pt x="124" y="99"/>
                  </a:moveTo>
                  <a:lnTo>
                    <a:pt x="34" y="99"/>
                  </a:lnTo>
                  <a:lnTo>
                    <a:pt x="34" y="89"/>
                  </a:lnTo>
                  <a:lnTo>
                    <a:pt x="124" y="89"/>
                  </a:lnTo>
                  <a:lnTo>
                    <a:pt x="124" y="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78"/>
            <p:cNvSpPr>
              <a:spLocks/>
            </p:cNvSpPr>
            <p:nvPr/>
          </p:nvSpPr>
          <p:spPr bwMode="auto">
            <a:xfrm>
              <a:off x="6034559" y="1452563"/>
              <a:ext cx="100013" cy="95250"/>
            </a:xfrm>
            <a:custGeom>
              <a:avLst/>
              <a:gdLst>
                <a:gd name="T0" fmla="*/ 0 w 63"/>
                <a:gd name="T1" fmla="*/ 60 h 60"/>
                <a:gd name="T2" fmla="*/ 63 w 63"/>
                <a:gd name="T3" fmla="*/ 0 h 60"/>
                <a:gd name="T4" fmla="*/ 63 w 63"/>
                <a:gd name="T5" fmla="*/ 60 h 60"/>
                <a:gd name="T6" fmla="*/ 0 w 63"/>
                <a:gd name="T7" fmla="*/ 60 h 60"/>
              </a:gdLst>
              <a:ahLst/>
              <a:cxnLst>
                <a:cxn ang="0">
                  <a:pos x="T0" y="T1"/>
                </a:cxn>
                <a:cxn ang="0">
                  <a:pos x="T2" y="T3"/>
                </a:cxn>
                <a:cxn ang="0">
                  <a:pos x="T4" y="T5"/>
                </a:cxn>
                <a:cxn ang="0">
                  <a:pos x="T6" y="T7"/>
                </a:cxn>
              </a:cxnLst>
              <a:rect l="0" t="0" r="r" b="b"/>
              <a:pathLst>
                <a:path w="63" h="60">
                  <a:moveTo>
                    <a:pt x="0" y="60"/>
                  </a:moveTo>
                  <a:lnTo>
                    <a:pt x="63" y="0"/>
                  </a:lnTo>
                  <a:lnTo>
                    <a:pt x="63" y="60"/>
                  </a:lnTo>
                  <a:lnTo>
                    <a:pt x="0" y="60"/>
                  </a:ln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8" name="组合 37"/>
          <p:cNvGrpSpPr/>
          <p:nvPr/>
        </p:nvGrpSpPr>
        <p:grpSpPr>
          <a:xfrm>
            <a:off x="5016676" y="2965188"/>
            <a:ext cx="456844" cy="567793"/>
            <a:chOff x="7206134" y="2670175"/>
            <a:chExt cx="333375" cy="414338"/>
          </a:xfrm>
        </p:grpSpPr>
        <p:sp>
          <p:nvSpPr>
            <p:cNvPr id="39" name="Freeform 84"/>
            <p:cNvSpPr>
              <a:spLocks/>
            </p:cNvSpPr>
            <p:nvPr/>
          </p:nvSpPr>
          <p:spPr bwMode="auto">
            <a:xfrm>
              <a:off x="7358534" y="2852738"/>
              <a:ext cx="25400" cy="31750"/>
            </a:xfrm>
            <a:custGeom>
              <a:avLst/>
              <a:gdLst>
                <a:gd name="T0" fmla="*/ 7 w 13"/>
                <a:gd name="T1" fmla="*/ 0 h 16"/>
                <a:gd name="T2" fmla="*/ 0 w 13"/>
                <a:gd name="T3" fmla="*/ 6 h 16"/>
                <a:gd name="T4" fmla="*/ 7 w 13"/>
                <a:gd name="T5" fmla="*/ 16 h 16"/>
                <a:gd name="T6" fmla="*/ 13 w 13"/>
                <a:gd name="T7" fmla="*/ 6 h 16"/>
                <a:gd name="T8" fmla="*/ 7 w 13"/>
                <a:gd name="T9" fmla="*/ 0 h 16"/>
              </a:gdLst>
              <a:ahLst/>
              <a:cxnLst>
                <a:cxn ang="0">
                  <a:pos x="T0" y="T1"/>
                </a:cxn>
                <a:cxn ang="0">
                  <a:pos x="T2" y="T3"/>
                </a:cxn>
                <a:cxn ang="0">
                  <a:pos x="T4" y="T5"/>
                </a:cxn>
                <a:cxn ang="0">
                  <a:pos x="T6" y="T7"/>
                </a:cxn>
                <a:cxn ang="0">
                  <a:pos x="T8" y="T9"/>
                </a:cxn>
              </a:cxnLst>
              <a:rect l="0" t="0" r="r" b="b"/>
              <a:pathLst>
                <a:path w="13" h="16">
                  <a:moveTo>
                    <a:pt x="7" y="0"/>
                  </a:moveTo>
                  <a:cubicBezTo>
                    <a:pt x="6" y="0"/>
                    <a:pt x="1" y="0"/>
                    <a:pt x="0" y="6"/>
                  </a:cubicBezTo>
                  <a:cubicBezTo>
                    <a:pt x="0" y="10"/>
                    <a:pt x="4" y="14"/>
                    <a:pt x="7" y="16"/>
                  </a:cubicBezTo>
                  <a:cubicBezTo>
                    <a:pt x="9" y="14"/>
                    <a:pt x="13" y="9"/>
                    <a:pt x="13" y="6"/>
                  </a:cubicBezTo>
                  <a:cubicBezTo>
                    <a:pt x="12" y="0"/>
                    <a:pt x="7" y="0"/>
                    <a:pt x="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85"/>
            <p:cNvSpPr>
              <a:spLocks/>
            </p:cNvSpPr>
            <p:nvPr/>
          </p:nvSpPr>
          <p:spPr bwMode="auto">
            <a:xfrm>
              <a:off x="7306146" y="2884488"/>
              <a:ext cx="19050" cy="25400"/>
            </a:xfrm>
            <a:custGeom>
              <a:avLst/>
              <a:gdLst>
                <a:gd name="T0" fmla="*/ 5 w 10"/>
                <a:gd name="T1" fmla="*/ 1 h 12"/>
                <a:gd name="T2" fmla="*/ 2 w 10"/>
                <a:gd name="T3" fmla="*/ 1 h 12"/>
                <a:gd name="T4" fmla="*/ 1 w 10"/>
                <a:gd name="T5" fmla="*/ 2 h 12"/>
                <a:gd name="T6" fmla="*/ 0 w 10"/>
                <a:gd name="T7" fmla="*/ 5 h 12"/>
                <a:gd name="T8" fmla="*/ 9 w 10"/>
                <a:gd name="T9" fmla="*/ 12 h 12"/>
                <a:gd name="T10" fmla="*/ 10 w 10"/>
                <a:gd name="T11" fmla="*/ 12 h 12"/>
                <a:gd name="T12" fmla="*/ 5 w 10"/>
                <a:gd name="T13" fmla="*/ 1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5" y="1"/>
                  </a:moveTo>
                  <a:cubicBezTo>
                    <a:pt x="4" y="0"/>
                    <a:pt x="3" y="0"/>
                    <a:pt x="2" y="1"/>
                  </a:cubicBezTo>
                  <a:cubicBezTo>
                    <a:pt x="2" y="1"/>
                    <a:pt x="1" y="1"/>
                    <a:pt x="1" y="2"/>
                  </a:cubicBezTo>
                  <a:cubicBezTo>
                    <a:pt x="0" y="3"/>
                    <a:pt x="0" y="4"/>
                    <a:pt x="0" y="5"/>
                  </a:cubicBezTo>
                  <a:cubicBezTo>
                    <a:pt x="1" y="8"/>
                    <a:pt x="4" y="11"/>
                    <a:pt x="9" y="12"/>
                  </a:cubicBezTo>
                  <a:cubicBezTo>
                    <a:pt x="10" y="12"/>
                    <a:pt x="10" y="12"/>
                    <a:pt x="10" y="12"/>
                  </a:cubicBezTo>
                  <a:cubicBezTo>
                    <a:pt x="8" y="3"/>
                    <a:pt x="6" y="1"/>
                    <a:pt x="5"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86"/>
            <p:cNvSpPr>
              <a:spLocks/>
            </p:cNvSpPr>
            <p:nvPr/>
          </p:nvSpPr>
          <p:spPr bwMode="auto">
            <a:xfrm>
              <a:off x="7417271" y="2884488"/>
              <a:ext cx="20638" cy="23813"/>
            </a:xfrm>
            <a:custGeom>
              <a:avLst/>
              <a:gdLst>
                <a:gd name="T0" fmla="*/ 8 w 10"/>
                <a:gd name="T1" fmla="*/ 0 h 11"/>
                <a:gd name="T2" fmla="*/ 6 w 10"/>
                <a:gd name="T3" fmla="*/ 0 h 11"/>
                <a:gd name="T4" fmla="*/ 0 w 10"/>
                <a:gd name="T5" fmla="*/ 11 h 11"/>
                <a:gd name="T6" fmla="*/ 2 w 10"/>
                <a:gd name="T7" fmla="*/ 11 h 11"/>
                <a:gd name="T8" fmla="*/ 10 w 10"/>
                <a:gd name="T9" fmla="*/ 4 h 11"/>
                <a:gd name="T10" fmla="*/ 8 w 10"/>
                <a:gd name="T11" fmla="*/ 0 h 11"/>
              </a:gdLst>
              <a:ahLst/>
              <a:cxnLst>
                <a:cxn ang="0">
                  <a:pos x="T0" y="T1"/>
                </a:cxn>
                <a:cxn ang="0">
                  <a:pos x="T2" y="T3"/>
                </a:cxn>
                <a:cxn ang="0">
                  <a:pos x="T4" y="T5"/>
                </a:cxn>
                <a:cxn ang="0">
                  <a:pos x="T6" y="T7"/>
                </a:cxn>
                <a:cxn ang="0">
                  <a:pos x="T8" y="T9"/>
                </a:cxn>
                <a:cxn ang="0">
                  <a:pos x="T10" y="T11"/>
                </a:cxn>
              </a:cxnLst>
              <a:rect l="0" t="0" r="r" b="b"/>
              <a:pathLst>
                <a:path w="10" h="11">
                  <a:moveTo>
                    <a:pt x="8" y="0"/>
                  </a:moveTo>
                  <a:cubicBezTo>
                    <a:pt x="7" y="0"/>
                    <a:pt x="7" y="0"/>
                    <a:pt x="6" y="0"/>
                  </a:cubicBezTo>
                  <a:cubicBezTo>
                    <a:pt x="5" y="1"/>
                    <a:pt x="2" y="3"/>
                    <a:pt x="0" y="11"/>
                  </a:cubicBezTo>
                  <a:cubicBezTo>
                    <a:pt x="1" y="11"/>
                    <a:pt x="1" y="11"/>
                    <a:pt x="2" y="11"/>
                  </a:cubicBezTo>
                  <a:cubicBezTo>
                    <a:pt x="7" y="10"/>
                    <a:pt x="10" y="7"/>
                    <a:pt x="10" y="4"/>
                  </a:cubicBezTo>
                  <a:cubicBezTo>
                    <a:pt x="10" y="3"/>
                    <a:pt x="10" y="1"/>
                    <a:pt x="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87"/>
            <p:cNvSpPr>
              <a:spLocks noEditPoints="1"/>
            </p:cNvSpPr>
            <p:nvPr/>
          </p:nvSpPr>
          <p:spPr bwMode="auto">
            <a:xfrm>
              <a:off x="7242646" y="2759075"/>
              <a:ext cx="257175" cy="276225"/>
            </a:xfrm>
            <a:custGeom>
              <a:avLst/>
              <a:gdLst>
                <a:gd name="T0" fmla="*/ 115 w 127"/>
                <a:gd name="T1" fmla="*/ 37 h 136"/>
                <a:gd name="T2" fmla="*/ 64 w 127"/>
                <a:gd name="T3" fmla="*/ 3 h 136"/>
                <a:gd name="T4" fmla="*/ 13 w 127"/>
                <a:gd name="T5" fmla="*/ 37 h 136"/>
                <a:gd name="T6" fmla="*/ 39 w 127"/>
                <a:gd name="T7" fmla="*/ 114 h 136"/>
                <a:gd name="T8" fmla="*/ 39 w 127"/>
                <a:gd name="T9" fmla="*/ 136 h 136"/>
                <a:gd name="T10" fmla="*/ 64 w 127"/>
                <a:gd name="T11" fmla="*/ 136 h 136"/>
                <a:gd name="T12" fmla="*/ 88 w 127"/>
                <a:gd name="T13" fmla="*/ 136 h 136"/>
                <a:gd name="T14" fmla="*/ 89 w 127"/>
                <a:gd name="T15" fmla="*/ 114 h 136"/>
                <a:gd name="T16" fmla="*/ 115 w 127"/>
                <a:gd name="T17" fmla="*/ 37 h 136"/>
                <a:gd name="T18" fmla="*/ 85 w 127"/>
                <a:gd name="T19" fmla="*/ 78 h 136"/>
                <a:gd name="T20" fmla="*/ 84 w 127"/>
                <a:gd name="T21" fmla="*/ 85 h 136"/>
                <a:gd name="T22" fmla="*/ 76 w 127"/>
                <a:gd name="T23" fmla="*/ 132 h 136"/>
                <a:gd name="T24" fmla="*/ 72 w 127"/>
                <a:gd name="T25" fmla="*/ 131 h 136"/>
                <a:gd name="T26" fmla="*/ 80 w 127"/>
                <a:gd name="T27" fmla="*/ 84 h 136"/>
                <a:gd name="T28" fmla="*/ 81 w 127"/>
                <a:gd name="T29" fmla="*/ 77 h 136"/>
                <a:gd name="T30" fmla="*/ 64 w 127"/>
                <a:gd name="T31" fmla="*/ 68 h 136"/>
                <a:gd name="T32" fmla="*/ 47 w 127"/>
                <a:gd name="T33" fmla="*/ 77 h 136"/>
                <a:gd name="T34" fmla="*/ 48 w 127"/>
                <a:gd name="T35" fmla="*/ 85 h 136"/>
                <a:gd name="T36" fmla="*/ 55 w 127"/>
                <a:gd name="T37" fmla="*/ 131 h 136"/>
                <a:gd name="T38" fmla="*/ 51 w 127"/>
                <a:gd name="T39" fmla="*/ 132 h 136"/>
                <a:gd name="T40" fmla="*/ 44 w 127"/>
                <a:gd name="T41" fmla="*/ 85 h 136"/>
                <a:gd name="T42" fmla="*/ 43 w 127"/>
                <a:gd name="T43" fmla="*/ 78 h 136"/>
                <a:gd name="T44" fmla="*/ 40 w 127"/>
                <a:gd name="T45" fmla="*/ 78 h 136"/>
                <a:gd name="T46" fmla="*/ 27 w 127"/>
                <a:gd name="T47" fmla="*/ 67 h 136"/>
                <a:gd name="T48" fmla="*/ 31 w 127"/>
                <a:gd name="T49" fmla="*/ 59 h 136"/>
                <a:gd name="T50" fmla="*/ 38 w 127"/>
                <a:gd name="T51" fmla="*/ 59 h 136"/>
                <a:gd name="T52" fmla="*/ 46 w 127"/>
                <a:gd name="T53" fmla="*/ 73 h 136"/>
                <a:gd name="T54" fmla="*/ 60 w 127"/>
                <a:gd name="T55" fmla="*/ 65 h 136"/>
                <a:gd name="T56" fmla="*/ 53 w 127"/>
                <a:gd name="T57" fmla="*/ 52 h 136"/>
                <a:gd name="T58" fmla="*/ 64 w 127"/>
                <a:gd name="T59" fmla="*/ 41 h 136"/>
                <a:gd name="T60" fmla="*/ 75 w 127"/>
                <a:gd name="T61" fmla="*/ 51 h 136"/>
                <a:gd name="T62" fmla="*/ 67 w 127"/>
                <a:gd name="T63" fmla="*/ 65 h 136"/>
                <a:gd name="T64" fmla="*/ 82 w 127"/>
                <a:gd name="T65" fmla="*/ 73 h 136"/>
                <a:gd name="T66" fmla="*/ 90 w 127"/>
                <a:gd name="T67" fmla="*/ 58 h 136"/>
                <a:gd name="T68" fmla="*/ 96 w 127"/>
                <a:gd name="T69" fmla="*/ 58 h 136"/>
                <a:gd name="T70" fmla="*/ 101 w 127"/>
                <a:gd name="T71" fmla="*/ 67 h 136"/>
                <a:gd name="T72" fmla="*/ 88 w 127"/>
                <a:gd name="T73" fmla="*/ 78 h 136"/>
                <a:gd name="T74" fmla="*/ 85 w 127"/>
                <a:gd name="T75"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7" h="136">
                  <a:moveTo>
                    <a:pt x="115" y="37"/>
                  </a:moveTo>
                  <a:cubicBezTo>
                    <a:pt x="102" y="0"/>
                    <a:pt x="64" y="3"/>
                    <a:pt x="64" y="3"/>
                  </a:cubicBezTo>
                  <a:cubicBezTo>
                    <a:pt x="64" y="3"/>
                    <a:pt x="26" y="0"/>
                    <a:pt x="13" y="37"/>
                  </a:cubicBezTo>
                  <a:cubicBezTo>
                    <a:pt x="0" y="70"/>
                    <a:pt x="37" y="103"/>
                    <a:pt x="39" y="114"/>
                  </a:cubicBezTo>
                  <a:cubicBezTo>
                    <a:pt x="40" y="125"/>
                    <a:pt x="39" y="136"/>
                    <a:pt x="39" y="136"/>
                  </a:cubicBezTo>
                  <a:cubicBezTo>
                    <a:pt x="64" y="136"/>
                    <a:pt x="64" y="136"/>
                    <a:pt x="64" y="136"/>
                  </a:cubicBezTo>
                  <a:cubicBezTo>
                    <a:pt x="88" y="136"/>
                    <a:pt x="88" y="136"/>
                    <a:pt x="88" y="136"/>
                  </a:cubicBezTo>
                  <a:cubicBezTo>
                    <a:pt x="88" y="136"/>
                    <a:pt x="87" y="125"/>
                    <a:pt x="89" y="114"/>
                  </a:cubicBezTo>
                  <a:cubicBezTo>
                    <a:pt x="91" y="103"/>
                    <a:pt x="127" y="70"/>
                    <a:pt x="115" y="37"/>
                  </a:cubicBezTo>
                  <a:close/>
                  <a:moveTo>
                    <a:pt x="85" y="78"/>
                  </a:moveTo>
                  <a:cubicBezTo>
                    <a:pt x="85" y="80"/>
                    <a:pt x="85" y="82"/>
                    <a:pt x="84" y="85"/>
                  </a:cubicBezTo>
                  <a:cubicBezTo>
                    <a:pt x="82" y="102"/>
                    <a:pt x="76" y="131"/>
                    <a:pt x="76" y="132"/>
                  </a:cubicBezTo>
                  <a:cubicBezTo>
                    <a:pt x="72" y="131"/>
                    <a:pt x="72" y="131"/>
                    <a:pt x="72" y="131"/>
                  </a:cubicBezTo>
                  <a:cubicBezTo>
                    <a:pt x="72" y="131"/>
                    <a:pt x="78" y="101"/>
                    <a:pt x="80" y="84"/>
                  </a:cubicBezTo>
                  <a:cubicBezTo>
                    <a:pt x="80" y="82"/>
                    <a:pt x="80" y="80"/>
                    <a:pt x="81" y="77"/>
                  </a:cubicBezTo>
                  <a:cubicBezTo>
                    <a:pt x="74" y="75"/>
                    <a:pt x="67" y="70"/>
                    <a:pt x="64" y="68"/>
                  </a:cubicBezTo>
                  <a:cubicBezTo>
                    <a:pt x="61" y="70"/>
                    <a:pt x="54" y="75"/>
                    <a:pt x="47" y="77"/>
                  </a:cubicBezTo>
                  <a:cubicBezTo>
                    <a:pt x="48" y="80"/>
                    <a:pt x="48" y="82"/>
                    <a:pt x="48" y="85"/>
                  </a:cubicBezTo>
                  <a:cubicBezTo>
                    <a:pt x="51" y="102"/>
                    <a:pt x="55" y="131"/>
                    <a:pt x="55" y="131"/>
                  </a:cubicBezTo>
                  <a:cubicBezTo>
                    <a:pt x="51" y="132"/>
                    <a:pt x="51" y="132"/>
                    <a:pt x="51" y="132"/>
                  </a:cubicBezTo>
                  <a:cubicBezTo>
                    <a:pt x="51" y="131"/>
                    <a:pt x="46" y="102"/>
                    <a:pt x="44" y="85"/>
                  </a:cubicBezTo>
                  <a:cubicBezTo>
                    <a:pt x="43" y="83"/>
                    <a:pt x="43" y="80"/>
                    <a:pt x="43" y="78"/>
                  </a:cubicBezTo>
                  <a:cubicBezTo>
                    <a:pt x="42" y="78"/>
                    <a:pt x="41" y="78"/>
                    <a:pt x="40" y="78"/>
                  </a:cubicBezTo>
                  <a:cubicBezTo>
                    <a:pt x="32" y="77"/>
                    <a:pt x="27" y="72"/>
                    <a:pt x="27" y="67"/>
                  </a:cubicBezTo>
                  <a:cubicBezTo>
                    <a:pt x="26" y="64"/>
                    <a:pt x="28" y="60"/>
                    <a:pt x="31" y="59"/>
                  </a:cubicBezTo>
                  <a:cubicBezTo>
                    <a:pt x="33" y="58"/>
                    <a:pt x="36" y="58"/>
                    <a:pt x="38" y="59"/>
                  </a:cubicBezTo>
                  <a:cubicBezTo>
                    <a:pt x="42" y="61"/>
                    <a:pt x="44" y="67"/>
                    <a:pt x="46" y="73"/>
                  </a:cubicBezTo>
                  <a:cubicBezTo>
                    <a:pt x="52" y="71"/>
                    <a:pt x="57" y="67"/>
                    <a:pt x="60" y="65"/>
                  </a:cubicBezTo>
                  <a:cubicBezTo>
                    <a:pt x="57" y="62"/>
                    <a:pt x="52" y="57"/>
                    <a:pt x="53" y="52"/>
                  </a:cubicBezTo>
                  <a:cubicBezTo>
                    <a:pt x="53" y="43"/>
                    <a:pt x="60" y="41"/>
                    <a:pt x="64" y="41"/>
                  </a:cubicBezTo>
                  <a:cubicBezTo>
                    <a:pt x="67" y="41"/>
                    <a:pt x="74" y="43"/>
                    <a:pt x="75" y="51"/>
                  </a:cubicBezTo>
                  <a:cubicBezTo>
                    <a:pt x="75" y="57"/>
                    <a:pt x="71" y="62"/>
                    <a:pt x="67" y="65"/>
                  </a:cubicBezTo>
                  <a:cubicBezTo>
                    <a:pt x="70" y="67"/>
                    <a:pt x="76" y="71"/>
                    <a:pt x="82" y="73"/>
                  </a:cubicBezTo>
                  <a:cubicBezTo>
                    <a:pt x="83" y="66"/>
                    <a:pt x="86" y="60"/>
                    <a:pt x="90" y="58"/>
                  </a:cubicBezTo>
                  <a:cubicBezTo>
                    <a:pt x="92" y="57"/>
                    <a:pt x="94" y="57"/>
                    <a:pt x="96" y="58"/>
                  </a:cubicBezTo>
                  <a:cubicBezTo>
                    <a:pt x="100" y="59"/>
                    <a:pt x="101" y="63"/>
                    <a:pt x="101" y="67"/>
                  </a:cubicBezTo>
                  <a:cubicBezTo>
                    <a:pt x="100" y="71"/>
                    <a:pt x="96" y="76"/>
                    <a:pt x="88" y="78"/>
                  </a:cubicBezTo>
                  <a:cubicBezTo>
                    <a:pt x="87" y="78"/>
                    <a:pt x="86" y="78"/>
                    <a:pt x="85" y="7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Rectangle 88"/>
            <p:cNvSpPr>
              <a:spLocks noChangeArrowheads="1"/>
            </p:cNvSpPr>
            <p:nvPr/>
          </p:nvSpPr>
          <p:spPr bwMode="auto">
            <a:xfrm>
              <a:off x="7322021" y="3057525"/>
              <a:ext cx="98425" cy="269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89"/>
            <p:cNvSpPr>
              <a:spLocks/>
            </p:cNvSpPr>
            <p:nvPr/>
          </p:nvSpPr>
          <p:spPr bwMode="auto">
            <a:xfrm>
              <a:off x="7364884" y="2670175"/>
              <a:ext cx="15875" cy="74613"/>
            </a:xfrm>
            <a:custGeom>
              <a:avLst/>
              <a:gdLst>
                <a:gd name="T0" fmla="*/ 4 w 8"/>
                <a:gd name="T1" fmla="*/ 37 h 37"/>
                <a:gd name="T2" fmla="*/ 0 w 8"/>
                <a:gd name="T3" fmla="*/ 33 h 37"/>
                <a:gd name="T4" fmla="*/ 0 w 8"/>
                <a:gd name="T5" fmla="*/ 4 h 37"/>
                <a:gd name="T6" fmla="*/ 4 w 8"/>
                <a:gd name="T7" fmla="*/ 0 h 37"/>
                <a:gd name="T8" fmla="*/ 8 w 8"/>
                <a:gd name="T9" fmla="*/ 4 h 37"/>
                <a:gd name="T10" fmla="*/ 8 w 8"/>
                <a:gd name="T11" fmla="*/ 33 h 37"/>
                <a:gd name="T12" fmla="*/ 4 w 8"/>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8" h="37">
                  <a:moveTo>
                    <a:pt x="4" y="37"/>
                  </a:moveTo>
                  <a:cubicBezTo>
                    <a:pt x="1" y="37"/>
                    <a:pt x="0" y="35"/>
                    <a:pt x="0" y="33"/>
                  </a:cubicBezTo>
                  <a:cubicBezTo>
                    <a:pt x="0" y="4"/>
                    <a:pt x="0" y="4"/>
                    <a:pt x="0" y="4"/>
                  </a:cubicBezTo>
                  <a:cubicBezTo>
                    <a:pt x="0" y="2"/>
                    <a:pt x="1" y="0"/>
                    <a:pt x="4" y="0"/>
                  </a:cubicBezTo>
                  <a:cubicBezTo>
                    <a:pt x="6" y="0"/>
                    <a:pt x="8" y="2"/>
                    <a:pt x="8" y="4"/>
                  </a:cubicBezTo>
                  <a:cubicBezTo>
                    <a:pt x="8" y="33"/>
                    <a:pt x="8" y="33"/>
                    <a:pt x="8" y="33"/>
                  </a:cubicBezTo>
                  <a:cubicBezTo>
                    <a:pt x="8" y="35"/>
                    <a:pt x="6" y="37"/>
                    <a:pt x="4" y="3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90"/>
            <p:cNvSpPr>
              <a:spLocks/>
            </p:cNvSpPr>
            <p:nvPr/>
          </p:nvSpPr>
          <p:spPr bwMode="auto">
            <a:xfrm>
              <a:off x="7277571" y="2706688"/>
              <a:ext cx="46038" cy="55563"/>
            </a:xfrm>
            <a:custGeom>
              <a:avLst/>
              <a:gdLst>
                <a:gd name="T0" fmla="*/ 19 w 23"/>
                <a:gd name="T1" fmla="*/ 27 h 27"/>
                <a:gd name="T2" fmla="*/ 15 w 23"/>
                <a:gd name="T3" fmla="*/ 26 h 27"/>
                <a:gd name="T4" fmla="*/ 1 w 23"/>
                <a:gd name="T5" fmla="*/ 7 h 27"/>
                <a:gd name="T6" fmla="*/ 2 w 23"/>
                <a:gd name="T7" fmla="*/ 1 h 27"/>
                <a:gd name="T8" fmla="*/ 8 w 23"/>
                <a:gd name="T9" fmla="*/ 2 h 27"/>
                <a:gd name="T10" fmla="*/ 22 w 23"/>
                <a:gd name="T11" fmla="*/ 21 h 27"/>
                <a:gd name="T12" fmla="*/ 21 w 23"/>
                <a:gd name="T13" fmla="*/ 27 h 27"/>
                <a:gd name="T14" fmla="*/ 19 w 23"/>
                <a:gd name="T15" fmla="*/ 27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27">
                  <a:moveTo>
                    <a:pt x="19" y="27"/>
                  </a:moveTo>
                  <a:cubicBezTo>
                    <a:pt x="17" y="27"/>
                    <a:pt x="16" y="27"/>
                    <a:pt x="15" y="26"/>
                  </a:cubicBezTo>
                  <a:cubicBezTo>
                    <a:pt x="1" y="7"/>
                    <a:pt x="1" y="7"/>
                    <a:pt x="1" y="7"/>
                  </a:cubicBezTo>
                  <a:cubicBezTo>
                    <a:pt x="0" y="5"/>
                    <a:pt x="0" y="2"/>
                    <a:pt x="2" y="1"/>
                  </a:cubicBezTo>
                  <a:cubicBezTo>
                    <a:pt x="4" y="0"/>
                    <a:pt x="6" y="0"/>
                    <a:pt x="8" y="2"/>
                  </a:cubicBezTo>
                  <a:cubicBezTo>
                    <a:pt x="22" y="21"/>
                    <a:pt x="22" y="21"/>
                    <a:pt x="22" y="21"/>
                  </a:cubicBezTo>
                  <a:cubicBezTo>
                    <a:pt x="23" y="22"/>
                    <a:pt x="23" y="25"/>
                    <a:pt x="21" y="27"/>
                  </a:cubicBezTo>
                  <a:cubicBezTo>
                    <a:pt x="20" y="27"/>
                    <a:pt x="19" y="27"/>
                    <a:pt x="19" y="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91"/>
            <p:cNvSpPr>
              <a:spLocks/>
            </p:cNvSpPr>
            <p:nvPr/>
          </p:nvSpPr>
          <p:spPr bwMode="auto">
            <a:xfrm>
              <a:off x="7425209" y="2705100"/>
              <a:ext cx="42863" cy="57150"/>
            </a:xfrm>
            <a:custGeom>
              <a:avLst/>
              <a:gdLst>
                <a:gd name="T0" fmla="*/ 5 w 21"/>
                <a:gd name="T1" fmla="*/ 28 h 28"/>
                <a:gd name="T2" fmla="*/ 3 w 21"/>
                <a:gd name="T3" fmla="*/ 28 h 28"/>
                <a:gd name="T4" fmla="*/ 1 w 21"/>
                <a:gd name="T5" fmla="*/ 22 h 28"/>
                <a:gd name="T6" fmla="*/ 13 w 21"/>
                <a:gd name="T7" fmla="*/ 3 h 28"/>
                <a:gd name="T8" fmla="*/ 18 w 21"/>
                <a:gd name="T9" fmla="*/ 2 h 28"/>
                <a:gd name="T10" fmla="*/ 20 w 21"/>
                <a:gd name="T11" fmla="*/ 7 h 28"/>
                <a:gd name="T12" fmla="*/ 8 w 21"/>
                <a:gd name="T13" fmla="*/ 26 h 28"/>
                <a:gd name="T14" fmla="*/ 5 w 21"/>
                <a:gd name="T15" fmla="*/ 2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8">
                  <a:moveTo>
                    <a:pt x="5" y="28"/>
                  </a:moveTo>
                  <a:cubicBezTo>
                    <a:pt x="4" y="28"/>
                    <a:pt x="3" y="28"/>
                    <a:pt x="3" y="28"/>
                  </a:cubicBezTo>
                  <a:cubicBezTo>
                    <a:pt x="1" y="27"/>
                    <a:pt x="0" y="24"/>
                    <a:pt x="1" y="22"/>
                  </a:cubicBezTo>
                  <a:cubicBezTo>
                    <a:pt x="13" y="3"/>
                    <a:pt x="13" y="3"/>
                    <a:pt x="13" y="3"/>
                  </a:cubicBezTo>
                  <a:cubicBezTo>
                    <a:pt x="14" y="1"/>
                    <a:pt x="16" y="0"/>
                    <a:pt x="18" y="2"/>
                  </a:cubicBezTo>
                  <a:cubicBezTo>
                    <a:pt x="20" y="3"/>
                    <a:pt x="21" y="5"/>
                    <a:pt x="20" y="7"/>
                  </a:cubicBezTo>
                  <a:cubicBezTo>
                    <a:pt x="8" y="26"/>
                    <a:pt x="8" y="26"/>
                    <a:pt x="8" y="26"/>
                  </a:cubicBezTo>
                  <a:cubicBezTo>
                    <a:pt x="8" y="28"/>
                    <a:pt x="6" y="28"/>
                    <a:pt x="5" y="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92"/>
            <p:cNvSpPr>
              <a:spLocks/>
            </p:cNvSpPr>
            <p:nvPr/>
          </p:nvSpPr>
          <p:spPr bwMode="auto">
            <a:xfrm>
              <a:off x="7480771" y="2770188"/>
              <a:ext cx="58738" cy="38100"/>
            </a:xfrm>
            <a:custGeom>
              <a:avLst/>
              <a:gdLst>
                <a:gd name="T0" fmla="*/ 5 w 29"/>
                <a:gd name="T1" fmla="*/ 19 h 19"/>
                <a:gd name="T2" fmla="*/ 1 w 29"/>
                <a:gd name="T3" fmla="*/ 17 h 19"/>
                <a:gd name="T4" fmla="*/ 3 w 29"/>
                <a:gd name="T5" fmla="*/ 12 h 19"/>
                <a:gd name="T6" fmla="*/ 22 w 29"/>
                <a:gd name="T7" fmla="*/ 1 h 19"/>
                <a:gd name="T8" fmla="*/ 28 w 29"/>
                <a:gd name="T9" fmla="*/ 3 h 19"/>
                <a:gd name="T10" fmla="*/ 26 w 29"/>
                <a:gd name="T11" fmla="*/ 8 h 19"/>
                <a:gd name="T12" fmla="*/ 7 w 29"/>
                <a:gd name="T13" fmla="*/ 19 h 19"/>
                <a:gd name="T14" fmla="*/ 5 w 29"/>
                <a:gd name="T15" fmla="*/ 19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9">
                  <a:moveTo>
                    <a:pt x="5" y="19"/>
                  </a:moveTo>
                  <a:cubicBezTo>
                    <a:pt x="3" y="19"/>
                    <a:pt x="2" y="19"/>
                    <a:pt x="1" y="17"/>
                  </a:cubicBezTo>
                  <a:cubicBezTo>
                    <a:pt x="0" y="15"/>
                    <a:pt x="1" y="13"/>
                    <a:pt x="3" y="12"/>
                  </a:cubicBezTo>
                  <a:cubicBezTo>
                    <a:pt x="22" y="1"/>
                    <a:pt x="22" y="1"/>
                    <a:pt x="22" y="1"/>
                  </a:cubicBezTo>
                  <a:cubicBezTo>
                    <a:pt x="24" y="0"/>
                    <a:pt x="27" y="0"/>
                    <a:pt x="28" y="3"/>
                  </a:cubicBezTo>
                  <a:cubicBezTo>
                    <a:pt x="29" y="5"/>
                    <a:pt x="28" y="7"/>
                    <a:pt x="26" y="8"/>
                  </a:cubicBezTo>
                  <a:cubicBezTo>
                    <a:pt x="7" y="19"/>
                    <a:pt x="7" y="19"/>
                    <a:pt x="7" y="19"/>
                  </a:cubicBezTo>
                  <a:cubicBezTo>
                    <a:pt x="6" y="19"/>
                    <a:pt x="6" y="19"/>
                    <a:pt x="5" y="1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93"/>
            <p:cNvSpPr>
              <a:spLocks/>
            </p:cNvSpPr>
            <p:nvPr/>
          </p:nvSpPr>
          <p:spPr bwMode="auto">
            <a:xfrm>
              <a:off x="7206134" y="2770188"/>
              <a:ext cx="57150" cy="38100"/>
            </a:xfrm>
            <a:custGeom>
              <a:avLst/>
              <a:gdLst>
                <a:gd name="T0" fmla="*/ 24 w 28"/>
                <a:gd name="T1" fmla="*/ 19 h 19"/>
                <a:gd name="T2" fmla="*/ 22 w 28"/>
                <a:gd name="T3" fmla="*/ 19 h 19"/>
                <a:gd name="T4" fmla="*/ 2 w 28"/>
                <a:gd name="T5" fmla="*/ 8 h 19"/>
                <a:gd name="T6" fmla="*/ 1 w 28"/>
                <a:gd name="T7" fmla="*/ 3 h 19"/>
                <a:gd name="T8" fmla="*/ 6 w 28"/>
                <a:gd name="T9" fmla="*/ 1 h 19"/>
                <a:gd name="T10" fmla="*/ 26 w 28"/>
                <a:gd name="T11" fmla="*/ 12 h 19"/>
                <a:gd name="T12" fmla="*/ 27 w 28"/>
                <a:gd name="T13" fmla="*/ 17 h 19"/>
                <a:gd name="T14" fmla="*/ 24 w 28"/>
                <a:gd name="T15" fmla="*/ 19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9">
                  <a:moveTo>
                    <a:pt x="24" y="19"/>
                  </a:moveTo>
                  <a:cubicBezTo>
                    <a:pt x="23" y="19"/>
                    <a:pt x="22" y="19"/>
                    <a:pt x="22" y="19"/>
                  </a:cubicBezTo>
                  <a:cubicBezTo>
                    <a:pt x="2" y="8"/>
                    <a:pt x="2" y="8"/>
                    <a:pt x="2" y="8"/>
                  </a:cubicBezTo>
                  <a:cubicBezTo>
                    <a:pt x="0" y="7"/>
                    <a:pt x="0" y="5"/>
                    <a:pt x="1" y="3"/>
                  </a:cubicBezTo>
                  <a:cubicBezTo>
                    <a:pt x="2" y="1"/>
                    <a:pt x="4" y="0"/>
                    <a:pt x="6" y="1"/>
                  </a:cubicBezTo>
                  <a:cubicBezTo>
                    <a:pt x="26" y="12"/>
                    <a:pt x="26" y="12"/>
                    <a:pt x="26" y="12"/>
                  </a:cubicBezTo>
                  <a:cubicBezTo>
                    <a:pt x="28" y="13"/>
                    <a:pt x="28" y="15"/>
                    <a:pt x="27" y="17"/>
                  </a:cubicBezTo>
                  <a:cubicBezTo>
                    <a:pt x="27" y="19"/>
                    <a:pt x="25" y="19"/>
                    <a:pt x="24" y="1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0" name="组合 49"/>
          <p:cNvGrpSpPr>
            <a:grpSpLocks noChangeAspect="1"/>
          </p:cNvGrpSpPr>
          <p:nvPr/>
        </p:nvGrpSpPr>
        <p:grpSpPr>
          <a:xfrm>
            <a:off x="5903668" y="3599839"/>
            <a:ext cx="399446" cy="341998"/>
            <a:chOff x="2162176" y="-104775"/>
            <a:chExt cx="1655763" cy="1417638"/>
          </a:xfrm>
          <a:solidFill>
            <a:srgbClr val="7F7F7F"/>
          </a:solidFill>
        </p:grpSpPr>
        <p:sp>
          <p:nvSpPr>
            <p:cNvPr id="51" name="Freeform 3767"/>
            <p:cNvSpPr>
              <a:spLocks/>
            </p:cNvSpPr>
            <p:nvPr/>
          </p:nvSpPr>
          <p:spPr bwMode="auto">
            <a:xfrm>
              <a:off x="2311401" y="104775"/>
              <a:ext cx="1370013" cy="1208088"/>
            </a:xfrm>
            <a:custGeom>
              <a:avLst/>
              <a:gdLst>
                <a:gd name="T0" fmla="*/ 231 w 431"/>
                <a:gd name="T1" fmla="*/ 6 h 380"/>
                <a:gd name="T2" fmla="*/ 190 w 431"/>
                <a:gd name="T3" fmla="*/ 7 h 380"/>
                <a:gd name="T4" fmla="*/ 20 w 431"/>
                <a:gd name="T5" fmla="*/ 106 h 380"/>
                <a:gd name="T6" fmla="*/ 0 w 431"/>
                <a:gd name="T7" fmla="*/ 142 h 380"/>
                <a:gd name="T8" fmla="*/ 0 w 431"/>
                <a:gd name="T9" fmla="*/ 357 h 380"/>
                <a:gd name="T10" fmla="*/ 24 w 431"/>
                <a:gd name="T11" fmla="*/ 380 h 380"/>
                <a:gd name="T12" fmla="*/ 124 w 431"/>
                <a:gd name="T13" fmla="*/ 380 h 380"/>
                <a:gd name="T14" fmla="*/ 148 w 431"/>
                <a:gd name="T15" fmla="*/ 357 h 380"/>
                <a:gd name="T16" fmla="*/ 148 w 431"/>
                <a:gd name="T17" fmla="*/ 258 h 380"/>
                <a:gd name="T18" fmla="*/ 171 w 431"/>
                <a:gd name="T19" fmla="*/ 235 h 380"/>
                <a:gd name="T20" fmla="*/ 260 w 431"/>
                <a:gd name="T21" fmla="*/ 235 h 380"/>
                <a:gd name="T22" fmla="*/ 283 w 431"/>
                <a:gd name="T23" fmla="*/ 258 h 380"/>
                <a:gd name="T24" fmla="*/ 283 w 431"/>
                <a:gd name="T25" fmla="*/ 357 h 380"/>
                <a:gd name="T26" fmla="*/ 307 w 431"/>
                <a:gd name="T27" fmla="*/ 380 h 380"/>
                <a:gd name="T28" fmla="*/ 407 w 431"/>
                <a:gd name="T29" fmla="*/ 380 h 380"/>
                <a:gd name="T30" fmla="*/ 431 w 431"/>
                <a:gd name="T31" fmla="*/ 357 h 380"/>
                <a:gd name="T32" fmla="*/ 431 w 431"/>
                <a:gd name="T33" fmla="*/ 142 h 380"/>
                <a:gd name="T34" fmla="*/ 410 w 431"/>
                <a:gd name="T35" fmla="*/ 107 h 380"/>
                <a:gd name="T36" fmla="*/ 231 w 431"/>
                <a:gd name="T37" fmla="*/ 6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31" h="380">
                  <a:moveTo>
                    <a:pt x="231" y="6"/>
                  </a:moveTo>
                  <a:cubicBezTo>
                    <a:pt x="220" y="0"/>
                    <a:pt x="201" y="0"/>
                    <a:pt x="190" y="7"/>
                  </a:cubicBezTo>
                  <a:cubicBezTo>
                    <a:pt x="20" y="106"/>
                    <a:pt x="20" y="106"/>
                    <a:pt x="20" y="106"/>
                  </a:cubicBezTo>
                  <a:cubicBezTo>
                    <a:pt x="9" y="113"/>
                    <a:pt x="0" y="129"/>
                    <a:pt x="0" y="142"/>
                  </a:cubicBezTo>
                  <a:cubicBezTo>
                    <a:pt x="0" y="357"/>
                    <a:pt x="0" y="357"/>
                    <a:pt x="0" y="357"/>
                  </a:cubicBezTo>
                  <a:cubicBezTo>
                    <a:pt x="0" y="370"/>
                    <a:pt x="10" y="380"/>
                    <a:pt x="24" y="380"/>
                  </a:cubicBezTo>
                  <a:cubicBezTo>
                    <a:pt x="124" y="380"/>
                    <a:pt x="124" y="380"/>
                    <a:pt x="124" y="380"/>
                  </a:cubicBezTo>
                  <a:cubicBezTo>
                    <a:pt x="137" y="380"/>
                    <a:pt x="148" y="370"/>
                    <a:pt x="148" y="357"/>
                  </a:cubicBezTo>
                  <a:cubicBezTo>
                    <a:pt x="148" y="258"/>
                    <a:pt x="148" y="258"/>
                    <a:pt x="148" y="258"/>
                  </a:cubicBezTo>
                  <a:cubicBezTo>
                    <a:pt x="148" y="245"/>
                    <a:pt x="158" y="235"/>
                    <a:pt x="171" y="235"/>
                  </a:cubicBezTo>
                  <a:cubicBezTo>
                    <a:pt x="260" y="235"/>
                    <a:pt x="260" y="235"/>
                    <a:pt x="260" y="235"/>
                  </a:cubicBezTo>
                  <a:cubicBezTo>
                    <a:pt x="273" y="235"/>
                    <a:pt x="283" y="245"/>
                    <a:pt x="283" y="258"/>
                  </a:cubicBezTo>
                  <a:cubicBezTo>
                    <a:pt x="283" y="357"/>
                    <a:pt x="283" y="357"/>
                    <a:pt x="283" y="357"/>
                  </a:cubicBezTo>
                  <a:cubicBezTo>
                    <a:pt x="283" y="370"/>
                    <a:pt x="294" y="380"/>
                    <a:pt x="307" y="380"/>
                  </a:cubicBezTo>
                  <a:cubicBezTo>
                    <a:pt x="407" y="380"/>
                    <a:pt x="407" y="380"/>
                    <a:pt x="407" y="380"/>
                  </a:cubicBezTo>
                  <a:cubicBezTo>
                    <a:pt x="420" y="380"/>
                    <a:pt x="431" y="370"/>
                    <a:pt x="431" y="357"/>
                  </a:cubicBezTo>
                  <a:cubicBezTo>
                    <a:pt x="431" y="142"/>
                    <a:pt x="431" y="142"/>
                    <a:pt x="431" y="142"/>
                  </a:cubicBezTo>
                  <a:cubicBezTo>
                    <a:pt x="431" y="129"/>
                    <a:pt x="422" y="113"/>
                    <a:pt x="410" y="107"/>
                  </a:cubicBezTo>
                  <a:lnTo>
                    <a:pt x="231"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52" name="Freeform 3768"/>
            <p:cNvSpPr>
              <a:spLocks/>
            </p:cNvSpPr>
            <p:nvPr/>
          </p:nvSpPr>
          <p:spPr bwMode="auto">
            <a:xfrm>
              <a:off x="2162176" y="-104775"/>
              <a:ext cx="1655763" cy="552450"/>
            </a:xfrm>
            <a:custGeom>
              <a:avLst/>
              <a:gdLst>
                <a:gd name="T0" fmla="*/ 516 w 521"/>
                <a:gd name="T1" fmla="*/ 165 h 174"/>
                <a:gd name="T2" fmla="*/ 487 w 521"/>
                <a:gd name="T3" fmla="*/ 167 h 174"/>
                <a:gd name="T4" fmla="*/ 276 w 521"/>
                <a:gd name="T5" fmla="*/ 45 h 174"/>
                <a:gd name="T6" fmla="*/ 235 w 521"/>
                <a:gd name="T7" fmla="*/ 45 h 174"/>
                <a:gd name="T8" fmla="*/ 34 w 521"/>
                <a:gd name="T9" fmla="*/ 167 h 174"/>
                <a:gd name="T10" fmla="*/ 5 w 521"/>
                <a:gd name="T11" fmla="*/ 165 h 174"/>
                <a:gd name="T12" fmla="*/ 16 w 521"/>
                <a:gd name="T13" fmla="*/ 138 h 174"/>
                <a:gd name="T14" fmla="*/ 235 w 521"/>
                <a:gd name="T15" fmla="*/ 7 h 174"/>
                <a:gd name="T16" fmla="*/ 276 w 521"/>
                <a:gd name="T17" fmla="*/ 6 h 174"/>
                <a:gd name="T18" fmla="*/ 504 w 521"/>
                <a:gd name="T19" fmla="*/ 139 h 174"/>
                <a:gd name="T20" fmla="*/ 516 w 521"/>
                <a:gd name="T21" fmla="*/ 16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1" h="174">
                  <a:moveTo>
                    <a:pt x="516" y="165"/>
                  </a:moveTo>
                  <a:cubicBezTo>
                    <a:pt x="512" y="173"/>
                    <a:pt x="499" y="174"/>
                    <a:pt x="487" y="167"/>
                  </a:cubicBezTo>
                  <a:cubicBezTo>
                    <a:pt x="276" y="45"/>
                    <a:pt x="276" y="45"/>
                    <a:pt x="276" y="45"/>
                  </a:cubicBezTo>
                  <a:cubicBezTo>
                    <a:pt x="265" y="38"/>
                    <a:pt x="247" y="38"/>
                    <a:pt x="235" y="45"/>
                  </a:cubicBezTo>
                  <a:cubicBezTo>
                    <a:pt x="34" y="167"/>
                    <a:pt x="34" y="167"/>
                    <a:pt x="34" y="167"/>
                  </a:cubicBezTo>
                  <a:cubicBezTo>
                    <a:pt x="22" y="174"/>
                    <a:pt x="9" y="173"/>
                    <a:pt x="5" y="165"/>
                  </a:cubicBezTo>
                  <a:cubicBezTo>
                    <a:pt x="0" y="157"/>
                    <a:pt x="5" y="145"/>
                    <a:pt x="16" y="138"/>
                  </a:cubicBezTo>
                  <a:cubicBezTo>
                    <a:pt x="235" y="7"/>
                    <a:pt x="235" y="7"/>
                    <a:pt x="235" y="7"/>
                  </a:cubicBezTo>
                  <a:cubicBezTo>
                    <a:pt x="246" y="0"/>
                    <a:pt x="265" y="0"/>
                    <a:pt x="276" y="6"/>
                  </a:cubicBezTo>
                  <a:cubicBezTo>
                    <a:pt x="504" y="139"/>
                    <a:pt x="504" y="139"/>
                    <a:pt x="504" y="139"/>
                  </a:cubicBezTo>
                  <a:cubicBezTo>
                    <a:pt x="515" y="145"/>
                    <a:pt x="521" y="157"/>
                    <a:pt x="516" y="1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grpSp>
      <p:sp>
        <p:nvSpPr>
          <p:cNvPr id="53"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六项并列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959859981"/>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
          <p:cNvGrpSpPr/>
          <p:nvPr/>
        </p:nvGrpSpPr>
        <p:grpSpPr>
          <a:xfrm>
            <a:off x="3860007" y="1788583"/>
            <a:ext cx="4471987" cy="4679950"/>
            <a:chOff x="4015556" y="1847873"/>
            <a:chExt cx="4471987" cy="4679950"/>
          </a:xfrm>
        </p:grpSpPr>
        <p:sp>
          <p:nvSpPr>
            <p:cNvPr id="4" name="Freeform 5"/>
            <p:cNvSpPr>
              <a:spLocks/>
            </p:cNvSpPr>
            <p:nvPr/>
          </p:nvSpPr>
          <p:spPr bwMode="auto">
            <a:xfrm>
              <a:off x="5501455" y="1847873"/>
              <a:ext cx="1503362" cy="2211388"/>
            </a:xfrm>
            <a:custGeom>
              <a:avLst/>
              <a:gdLst>
                <a:gd name="T0" fmla="*/ 400 w 400"/>
                <a:gd name="T1" fmla="*/ 199 h 588"/>
                <a:gd name="T2" fmla="*/ 200 w 400"/>
                <a:gd name="T3" fmla="*/ 0 h 588"/>
                <a:gd name="T4" fmla="*/ 0 w 400"/>
                <a:gd name="T5" fmla="*/ 199 h 588"/>
                <a:gd name="T6" fmla="*/ 28 w 400"/>
                <a:gd name="T7" fmla="*/ 301 h 588"/>
                <a:gd name="T8" fmla="*/ 28 w 400"/>
                <a:gd name="T9" fmla="*/ 301 h 588"/>
                <a:gd name="T10" fmla="*/ 185 w 400"/>
                <a:gd name="T11" fmla="*/ 574 h 588"/>
                <a:gd name="T12" fmla="*/ 214 w 400"/>
                <a:gd name="T13" fmla="*/ 574 h 588"/>
                <a:gd name="T14" fmla="*/ 371 w 400"/>
                <a:gd name="T15" fmla="*/ 302 h 588"/>
                <a:gd name="T16" fmla="*/ 371 w 400"/>
                <a:gd name="T17" fmla="*/ 302 h 588"/>
                <a:gd name="T18" fmla="*/ 400 w 400"/>
                <a:gd name="T19" fmla="*/ 199 h 5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0" h="588">
                  <a:moveTo>
                    <a:pt x="400" y="199"/>
                  </a:moveTo>
                  <a:cubicBezTo>
                    <a:pt x="400" y="89"/>
                    <a:pt x="310" y="0"/>
                    <a:pt x="200" y="0"/>
                  </a:cubicBezTo>
                  <a:cubicBezTo>
                    <a:pt x="89" y="0"/>
                    <a:pt x="0" y="89"/>
                    <a:pt x="0" y="199"/>
                  </a:cubicBezTo>
                  <a:cubicBezTo>
                    <a:pt x="0" y="237"/>
                    <a:pt x="10" y="271"/>
                    <a:pt x="28" y="301"/>
                  </a:cubicBezTo>
                  <a:cubicBezTo>
                    <a:pt x="28" y="301"/>
                    <a:pt x="28" y="301"/>
                    <a:pt x="28" y="301"/>
                  </a:cubicBezTo>
                  <a:cubicBezTo>
                    <a:pt x="185" y="574"/>
                    <a:pt x="185" y="574"/>
                    <a:pt x="185" y="574"/>
                  </a:cubicBezTo>
                  <a:cubicBezTo>
                    <a:pt x="193" y="588"/>
                    <a:pt x="206" y="588"/>
                    <a:pt x="214" y="574"/>
                  </a:cubicBezTo>
                  <a:cubicBezTo>
                    <a:pt x="371" y="302"/>
                    <a:pt x="371" y="302"/>
                    <a:pt x="371" y="302"/>
                  </a:cubicBezTo>
                  <a:cubicBezTo>
                    <a:pt x="371" y="302"/>
                    <a:pt x="371" y="302"/>
                    <a:pt x="371" y="302"/>
                  </a:cubicBezTo>
                  <a:cubicBezTo>
                    <a:pt x="389" y="272"/>
                    <a:pt x="400" y="237"/>
                    <a:pt x="400" y="199"/>
                  </a:cubicBezTo>
                  <a:close/>
                </a:path>
              </a:pathLst>
            </a:custGeom>
            <a:gradFill flip="none" rotWithShape="1">
              <a:gsLst>
                <a:gs pos="0">
                  <a:srgbClr val="005DAD"/>
                </a:gs>
                <a:gs pos="100000">
                  <a:srgbClr val="5796D0"/>
                </a:gs>
              </a:gsLst>
              <a:lin ang="2700000" scaled="0"/>
              <a:tileRect/>
            </a:gradFill>
            <a:ln w="28575">
              <a:noFill/>
            </a:ln>
            <a:effectLst>
              <a:outerShdw blurRad="279400" dist="76200" dir="2700000" sx="101000" sy="101000" algn="tl"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5" name="Freeform 6"/>
            <p:cNvSpPr>
              <a:spLocks/>
            </p:cNvSpPr>
            <p:nvPr/>
          </p:nvSpPr>
          <p:spPr bwMode="auto">
            <a:xfrm>
              <a:off x="5501455" y="4314848"/>
              <a:ext cx="1503362" cy="2212975"/>
            </a:xfrm>
            <a:custGeom>
              <a:avLst/>
              <a:gdLst>
                <a:gd name="T0" fmla="*/ 0 w 400"/>
                <a:gd name="T1" fmla="*/ 389 h 589"/>
                <a:gd name="T2" fmla="*/ 200 w 400"/>
                <a:gd name="T3" fmla="*/ 589 h 589"/>
                <a:gd name="T4" fmla="*/ 400 w 400"/>
                <a:gd name="T5" fmla="*/ 389 h 589"/>
                <a:gd name="T6" fmla="*/ 372 w 400"/>
                <a:gd name="T7" fmla="*/ 287 h 589"/>
                <a:gd name="T8" fmla="*/ 372 w 400"/>
                <a:gd name="T9" fmla="*/ 287 h 589"/>
                <a:gd name="T10" fmla="*/ 214 w 400"/>
                <a:gd name="T11" fmla="*/ 14 h 589"/>
                <a:gd name="T12" fmla="*/ 185 w 400"/>
                <a:gd name="T13" fmla="*/ 14 h 589"/>
                <a:gd name="T14" fmla="*/ 28 w 400"/>
                <a:gd name="T15" fmla="*/ 286 h 589"/>
                <a:gd name="T16" fmla="*/ 28 w 400"/>
                <a:gd name="T17" fmla="*/ 287 h 589"/>
                <a:gd name="T18" fmla="*/ 0 w 400"/>
                <a:gd name="T19" fmla="*/ 389 h 5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0" h="589">
                  <a:moveTo>
                    <a:pt x="0" y="389"/>
                  </a:moveTo>
                  <a:cubicBezTo>
                    <a:pt x="0" y="499"/>
                    <a:pt x="89" y="589"/>
                    <a:pt x="200" y="589"/>
                  </a:cubicBezTo>
                  <a:cubicBezTo>
                    <a:pt x="310" y="589"/>
                    <a:pt x="400" y="499"/>
                    <a:pt x="400" y="389"/>
                  </a:cubicBezTo>
                  <a:cubicBezTo>
                    <a:pt x="400" y="352"/>
                    <a:pt x="389" y="317"/>
                    <a:pt x="372" y="287"/>
                  </a:cubicBezTo>
                  <a:cubicBezTo>
                    <a:pt x="372" y="287"/>
                    <a:pt x="372" y="287"/>
                    <a:pt x="372" y="287"/>
                  </a:cubicBezTo>
                  <a:cubicBezTo>
                    <a:pt x="214" y="14"/>
                    <a:pt x="214" y="14"/>
                    <a:pt x="214" y="14"/>
                  </a:cubicBezTo>
                  <a:cubicBezTo>
                    <a:pt x="206" y="0"/>
                    <a:pt x="193" y="0"/>
                    <a:pt x="185" y="14"/>
                  </a:cubicBezTo>
                  <a:cubicBezTo>
                    <a:pt x="28" y="286"/>
                    <a:pt x="28" y="286"/>
                    <a:pt x="28" y="286"/>
                  </a:cubicBezTo>
                  <a:cubicBezTo>
                    <a:pt x="28" y="287"/>
                    <a:pt x="28" y="287"/>
                    <a:pt x="28" y="287"/>
                  </a:cubicBezTo>
                  <a:cubicBezTo>
                    <a:pt x="10" y="316"/>
                    <a:pt x="0" y="351"/>
                    <a:pt x="0" y="389"/>
                  </a:cubicBezTo>
                  <a:close/>
                </a:path>
              </a:pathLst>
            </a:custGeom>
            <a:gradFill>
              <a:gsLst>
                <a:gs pos="100000">
                  <a:srgbClr val="F5A500"/>
                </a:gs>
                <a:gs pos="0">
                  <a:srgbClr val="E60012"/>
                </a:gs>
              </a:gsLst>
              <a:lin ang="2700000" scaled="0"/>
            </a:gradFill>
            <a:ln w="285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6" name="Freeform 7"/>
            <p:cNvSpPr>
              <a:spLocks/>
            </p:cNvSpPr>
            <p:nvPr/>
          </p:nvSpPr>
          <p:spPr bwMode="auto">
            <a:xfrm>
              <a:off x="6350768" y="2536848"/>
              <a:ext cx="2136775" cy="1608138"/>
            </a:xfrm>
            <a:custGeom>
              <a:avLst/>
              <a:gdLst>
                <a:gd name="T0" fmla="*/ 440 w 568"/>
                <a:gd name="T1" fmla="*/ 401 h 428"/>
                <a:gd name="T2" fmla="*/ 513 w 568"/>
                <a:gd name="T3" fmla="*/ 128 h 428"/>
                <a:gd name="T4" fmla="*/ 240 w 568"/>
                <a:gd name="T5" fmla="*/ 55 h 428"/>
                <a:gd name="T6" fmla="*/ 166 w 568"/>
                <a:gd name="T7" fmla="*/ 130 h 428"/>
                <a:gd name="T8" fmla="*/ 166 w 568"/>
                <a:gd name="T9" fmla="*/ 130 h 428"/>
                <a:gd name="T10" fmla="*/ 8 w 568"/>
                <a:gd name="T11" fmla="*/ 403 h 428"/>
                <a:gd name="T12" fmla="*/ 22 w 568"/>
                <a:gd name="T13" fmla="*/ 428 h 428"/>
                <a:gd name="T14" fmla="*/ 337 w 568"/>
                <a:gd name="T15" fmla="*/ 428 h 428"/>
                <a:gd name="T16" fmla="*/ 337 w 568"/>
                <a:gd name="T17" fmla="*/ 428 h 428"/>
                <a:gd name="T18" fmla="*/ 440 w 568"/>
                <a:gd name="T19" fmla="*/ 401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8" h="428">
                  <a:moveTo>
                    <a:pt x="440" y="401"/>
                  </a:moveTo>
                  <a:cubicBezTo>
                    <a:pt x="535" y="346"/>
                    <a:pt x="568" y="224"/>
                    <a:pt x="513" y="128"/>
                  </a:cubicBezTo>
                  <a:cubicBezTo>
                    <a:pt x="458" y="32"/>
                    <a:pt x="336" y="0"/>
                    <a:pt x="240" y="55"/>
                  </a:cubicBezTo>
                  <a:cubicBezTo>
                    <a:pt x="208" y="73"/>
                    <a:pt x="183" y="100"/>
                    <a:pt x="166" y="130"/>
                  </a:cubicBezTo>
                  <a:cubicBezTo>
                    <a:pt x="166" y="130"/>
                    <a:pt x="166" y="130"/>
                    <a:pt x="166" y="130"/>
                  </a:cubicBezTo>
                  <a:cubicBezTo>
                    <a:pt x="8" y="403"/>
                    <a:pt x="8" y="403"/>
                    <a:pt x="8" y="403"/>
                  </a:cubicBezTo>
                  <a:cubicBezTo>
                    <a:pt x="0" y="416"/>
                    <a:pt x="7" y="428"/>
                    <a:pt x="22" y="428"/>
                  </a:cubicBezTo>
                  <a:cubicBezTo>
                    <a:pt x="337" y="428"/>
                    <a:pt x="337" y="428"/>
                    <a:pt x="337" y="428"/>
                  </a:cubicBezTo>
                  <a:cubicBezTo>
                    <a:pt x="337" y="428"/>
                    <a:pt x="337" y="428"/>
                    <a:pt x="337" y="428"/>
                  </a:cubicBezTo>
                  <a:cubicBezTo>
                    <a:pt x="372" y="428"/>
                    <a:pt x="407" y="420"/>
                    <a:pt x="440" y="401"/>
                  </a:cubicBezTo>
                  <a:close/>
                </a:path>
              </a:pathLst>
            </a:custGeom>
            <a:gradFill flip="none" rotWithShape="1">
              <a:gsLst>
                <a:gs pos="100000">
                  <a:srgbClr val="A6D39A"/>
                </a:gs>
                <a:gs pos="0">
                  <a:srgbClr val="007DC9"/>
                </a:gs>
              </a:gsLst>
              <a:lin ang="2700000" scaled="0"/>
              <a:tileRect/>
            </a:gradFill>
            <a:ln w="28575">
              <a:noFill/>
            </a:ln>
            <a:effectLst>
              <a:outerShdw blurRad="279400" dist="76200" dir="2700000" sx="101000" sy="101000" algn="tl"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7" name="Freeform 8"/>
            <p:cNvSpPr>
              <a:spLocks/>
            </p:cNvSpPr>
            <p:nvPr/>
          </p:nvSpPr>
          <p:spPr bwMode="auto">
            <a:xfrm>
              <a:off x="4015556" y="4227536"/>
              <a:ext cx="2136775" cy="1612900"/>
            </a:xfrm>
            <a:custGeom>
              <a:avLst/>
              <a:gdLst>
                <a:gd name="T0" fmla="*/ 129 w 568"/>
                <a:gd name="T1" fmla="*/ 27 h 429"/>
                <a:gd name="T2" fmla="*/ 56 w 568"/>
                <a:gd name="T3" fmla="*/ 300 h 429"/>
                <a:gd name="T4" fmla="*/ 329 w 568"/>
                <a:gd name="T5" fmla="*/ 374 h 429"/>
                <a:gd name="T6" fmla="*/ 403 w 568"/>
                <a:gd name="T7" fmla="*/ 299 h 429"/>
                <a:gd name="T8" fmla="*/ 403 w 568"/>
                <a:gd name="T9" fmla="*/ 299 h 429"/>
                <a:gd name="T10" fmla="*/ 560 w 568"/>
                <a:gd name="T11" fmla="*/ 26 h 429"/>
                <a:gd name="T12" fmla="*/ 546 w 568"/>
                <a:gd name="T13" fmla="*/ 1 h 429"/>
                <a:gd name="T14" fmla="*/ 232 w 568"/>
                <a:gd name="T15" fmla="*/ 1 h 429"/>
                <a:gd name="T16" fmla="*/ 231 w 568"/>
                <a:gd name="T17" fmla="*/ 1 h 429"/>
                <a:gd name="T18" fmla="*/ 129 w 568"/>
                <a:gd name="T19" fmla="*/ 27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8" h="429">
                  <a:moveTo>
                    <a:pt x="129" y="27"/>
                  </a:moveTo>
                  <a:cubicBezTo>
                    <a:pt x="33" y="82"/>
                    <a:pt x="0" y="205"/>
                    <a:pt x="56" y="300"/>
                  </a:cubicBezTo>
                  <a:cubicBezTo>
                    <a:pt x="111" y="396"/>
                    <a:pt x="233" y="429"/>
                    <a:pt x="329" y="374"/>
                  </a:cubicBezTo>
                  <a:cubicBezTo>
                    <a:pt x="361" y="355"/>
                    <a:pt x="386" y="329"/>
                    <a:pt x="403" y="299"/>
                  </a:cubicBezTo>
                  <a:cubicBezTo>
                    <a:pt x="403" y="299"/>
                    <a:pt x="403" y="299"/>
                    <a:pt x="403" y="299"/>
                  </a:cubicBezTo>
                  <a:cubicBezTo>
                    <a:pt x="560" y="26"/>
                    <a:pt x="560" y="26"/>
                    <a:pt x="560" y="26"/>
                  </a:cubicBezTo>
                  <a:cubicBezTo>
                    <a:pt x="568" y="12"/>
                    <a:pt x="562" y="1"/>
                    <a:pt x="546" y="1"/>
                  </a:cubicBezTo>
                  <a:cubicBezTo>
                    <a:pt x="232" y="1"/>
                    <a:pt x="232" y="1"/>
                    <a:pt x="232" y="1"/>
                  </a:cubicBezTo>
                  <a:cubicBezTo>
                    <a:pt x="231" y="1"/>
                    <a:pt x="231" y="1"/>
                    <a:pt x="231" y="1"/>
                  </a:cubicBezTo>
                  <a:cubicBezTo>
                    <a:pt x="197" y="0"/>
                    <a:pt x="161" y="9"/>
                    <a:pt x="129" y="27"/>
                  </a:cubicBezTo>
                  <a:close/>
                </a:path>
              </a:pathLst>
            </a:custGeom>
            <a:gradFill>
              <a:gsLst>
                <a:gs pos="100000">
                  <a:srgbClr val="E8609E"/>
                </a:gs>
                <a:gs pos="0">
                  <a:srgbClr val="A80082"/>
                </a:gs>
              </a:gsLst>
              <a:lin ang="2700000" scaled="0"/>
            </a:gradFill>
            <a:ln w="285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 name="Freeform 9"/>
            <p:cNvSpPr>
              <a:spLocks/>
            </p:cNvSpPr>
            <p:nvPr/>
          </p:nvSpPr>
          <p:spPr bwMode="auto">
            <a:xfrm>
              <a:off x="6350768" y="4232298"/>
              <a:ext cx="2136775" cy="1608138"/>
            </a:xfrm>
            <a:custGeom>
              <a:avLst/>
              <a:gdLst>
                <a:gd name="T0" fmla="*/ 239 w 568"/>
                <a:gd name="T1" fmla="*/ 373 h 428"/>
                <a:gd name="T2" fmla="*/ 512 w 568"/>
                <a:gd name="T3" fmla="*/ 300 h 428"/>
                <a:gd name="T4" fmla="*/ 440 w 568"/>
                <a:gd name="T5" fmla="*/ 27 h 428"/>
                <a:gd name="T6" fmla="*/ 338 w 568"/>
                <a:gd name="T7" fmla="*/ 0 h 428"/>
                <a:gd name="T8" fmla="*/ 338 w 568"/>
                <a:gd name="T9" fmla="*/ 0 h 428"/>
                <a:gd name="T10" fmla="*/ 22 w 568"/>
                <a:gd name="T11" fmla="*/ 0 h 428"/>
                <a:gd name="T12" fmla="*/ 8 w 568"/>
                <a:gd name="T13" fmla="*/ 25 h 428"/>
                <a:gd name="T14" fmla="*/ 165 w 568"/>
                <a:gd name="T15" fmla="*/ 297 h 428"/>
                <a:gd name="T16" fmla="*/ 165 w 568"/>
                <a:gd name="T17" fmla="*/ 297 h 428"/>
                <a:gd name="T18" fmla="*/ 239 w 568"/>
                <a:gd name="T19" fmla="*/ 373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8" h="428">
                  <a:moveTo>
                    <a:pt x="239" y="373"/>
                  </a:moveTo>
                  <a:cubicBezTo>
                    <a:pt x="335" y="428"/>
                    <a:pt x="457" y="396"/>
                    <a:pt x="512" y="300"/>
                  </a:cubicBezTo>
                  <a:cubicBezTo>
                    <a:pt x="568" y="205"/>
                    <a:pt x="535" y="82"/>
                    <a:pt x="440" y="27"/>
                  </a:cubicBezTo>
                  <a:cubicBezTo>
                    <a:pt x="408" y="8"/>
                    <a:pt x="372" y="0"/>
                    <a:pt x="338" y="0"/>
                  </a:cubicBezTo>
                  <a:cubicBezTo>
                    <a:pt x="338" y="0"/>
                    <a:pt x="338" y="0"/>
                    <a:pt x="338" y="0"/>
                  </a:cubicBezTo>
                  <a:cubicBezTo>
                    <a:pt x="22" y="0"/>
                    <a:pt x="22" y="0"/>
                    <a:pt x="22" y="0"/>
                  </a:cubicBezTo>
                  <a:cubicBezTo>
                    <a:pt x="7" y="0"/>
                    <a:pt x="0" y="11"/>
                    <a:pt x="8" y="25"/>
                  </a:cubicBezTo>
                  <a:cubicBezTo>
                    <a:pt x="165" y="297"/>
                    <a:pt x="165" y="297"/>
                    <a:pt x="165" y="297"/>
                  </a:cubicBezTo>
                  <a:cubicBezTo>
                    <a:pt x="165" y="297"/>
                    <a:pt x="165" y="297"/>
                    <a:pt x="165" y="297"/>
                  </a:cubicBezTo>
                  <a:cubicBezTo>
                    <a:pt x="182" y="328"/>
                    <a:pt x="207" y="354"/>
                    <a:pt x="239" y="373"/>
                  </a:cubicBezTo>
                  <a:close/>
                </a:path>
              </a:pathLst>
            </a:custGeom>
            <a:gradFill flip="none" rotWithShape="1">
              <a:gsLst>
                <a:gs pos="100000">
                  <a:srgbClr val="EFE800"/>
                </a:gs>
                <a:gs pos="0">
                  <a:srgbClr val="A6CD47"/>
                </a:gs>
              </a:gsLst>
              <a:lin ang="2700000" scaled="0"/>
              <a:tileRect/>
            </a:gradFill>
            <a:ln w="28575">
              <a:noFill/>
            </a:ln>
            <a:effectLst>
              <a:outerShdw blurRad="279400" dist="76200" dir="2700000" sx="101000" sy="101000" algn="tl"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9" name="Freeform 10"/>
            <p:cNvSpPr>
              <a:spLocks/>
            </p:cNvSpPr>
            <p:nvPr/>
          </p:nvSpPr>
          <p:spPr bwMode="auto">
            <a:xfrm>
              <a:off x="4020318" y="2532086"/>
              <a:ext cx="2132012" cy="1612900"/>
            </a:xfrm>
            <a:custGeom>
              <a:avLst/>
              <a:gdLst>
                <a:gd name="T0" fmla="*/ 328 w 567"/>
                <a:gd name="T1" fmla="*/ 55 h 429"/>
                <a:gd name="T2" fmla="*/ 55 w 567"/>
                <a:gd name="T3" fmla="*/ 128 h 429"/>
                <a:gd name="T4" fmla="*/ 128 w 567"/>
                <a:gd name="T5" fmla="*/ 401 h 429"/>
                <a:gd name="T6" fmla="*/ 230 w 567"/>
                <a:gd name="T7" fmla="*/ 428 h 429"/>
                <a:gd name="T8" fmla="*/ 230 w 567"/>
                <a:gd name="T9" fmla="*/ 428 h 429"/>
                <a:gd name="T10" fmla="*/ 545 w 567"/>
                <a:gd name="T11" fmla="*/ 429 h 429"/>
                <a:gd name="T12" fmla="*/ 560 w 567"/>
                <a:gd name="T13" fmla="*/ 404 h 429"/>
                <a:gd name="T14" fmla="*/ 403 w 567"/>
                <a:gd name="T15" fmla="*/ 131 h 429"/>
                <a:gd name="T16" fmla="*/ 403 w 567"/>
                <a:gd name="T17" fmla="*/ 131 h 429"/>
                <a:gd name="T18" fmla="*/ 328 w 567"/>
                <a:gd name="T19" fmla="*/ 55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7" h="429">
                  <a:moveTo>
                    <a:pt x="328" y="55"/>
                  </a:moveTo>
                  <a:cubicBezTo>
                    <a:pt x="233" y="0"/>
                    <a:pt x="110" y="33"/>
                    <a:pt x="55" y="128"/>
                  </a:cubicBezTo>
                  <a:cubicBezTo>
                    <a:pt x="0" y="224"/>
                    <a:pt x="32" y="346"/>
                    <a:pt x="128" y="401"/>
                  </a:cubicBezTo>
                  <a:cubicBezTo>
                    <a:pt x="160" y="420"/>
                    <a:pt x="195" y="429"/>
                    <a:pt x="230" y="428"/>
                  </a:cubicBezTo>
                  <a:cubicBezTo>
                    <a:pt x="230" y="428"/>
                    <a:pt x="230" y="428"/>
                    <a:pt x="230" y="428"/>
                  </a:cubicBezTo>
                  <a:cubicBezTo>
                    <a:pt x="545" y="429"/>
                    <a:pt x="545" y="429"/>
                    <a:pt x="545" y="429"/>
                  </a:cubicBezTo>
                  <a:cubicBezTo>
                    <a:pt x="561" y="429"/>
                    <a:pt x="567" y="417"/>
                    <a:pt x="560" y="404"/>
                  </a:cubicBezTo>
                  <a:cubicBezTo>
                    <a:pt x="403" y="131"/>
                    <a:pt x="403" y="131"/>
                    <a:pt x="403" y="131"/>
                  </a:cubicBezTo>
                  <a:cubicBezTo>
                    <a:pt x="403" y="131"/>
                    <a:pt x="403" y="131"/>
                    <a:pt x="403" y="131"/>
                  </a:cubicBezTo>
                  <a:cubicBezTo>
                    <a:pt x="386" y="101"/>
                    <a:pt x="360" y="74"/>
                    <a:pt x="328" y="55"/>
                  </a:cubicBezTo>
                  <a:close/>
                </a:path>
              </a:pathLst>
            </a:custGeom>
            <a:gradFill flip="none" rotWithShape="1">
              <a:gsLst>
                <a:gs pos="0">
                  <a:srgbClr val="2F3E96"/>
                </a:gs>
                <a:gs pos="100000">
                  <a:srgbClr val="B785B9"/>
                </a:gs>
              </a:gsLst>
              <a:lin ang="2700000" scaled="0"/>
              <a:tileRect/>
            </a:gradFill>
            <a:ln w="28575">
              <a:noFill/>
            </a:ln>
            <a:effectLst>
              <a:outerShdw blurRad="279400" dist="76200" dir="2700000" sx="101000" sy="101000" algn="tl"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grpSp>
      <p:sp>
        <p:nvSpPr>
          <p:cNvPr id="10" name="椭圆 9"/>
          <p:cNvSpPr/>
          <p:nvPr/>
        </p:nvSpPr>
        <p:spPr>
          <a:xfrm>
            <a:off x="5520001" y="1930046"/>
            <a:ext cx="1152000" cy="1152000"/>
          </a:xfrm>
          <a:prstGeom prst="ellipse">
            <a:avLst/>
          </a:prstGeom>
          <a:gradFill flip="none" rotWithShape="1">
            <a:gsLst>
              <a:gs pos="100000">
                <a:srgbClr val="FFFFFF">
                  <a:lumMod val="100000"/>
                </a:srgbClr>
              </a:gs>
              <a:gs pos="0">
                <a:srgbClr val="D9D9DA"/>
              </a:gs>
            </a:gsLst>
            <a:lin ang="2700000" scaled="1"/>
            <a:tileRect/>
          </a:gradFill>
          <a:ln w="19050" cap="flat" cmpd="sng" algn="ctr">
            <a:gradFill flip="none" rotWithShape="1">
              <a:gsLst>
                <a:gs pos="100000">
                  <a:srgbClr val="FFFFFF"/>
                </a:gs>
                <a:gs pos="0">
                  <a:srgbClr val="D9D9DA"/>
                </a:gs>
              </a:gsLst>
              <a:lin ang="13500000" scaled="1"/>
              <a:tileRect/>
            </a:gradFill>
            <a:prstDash val="solid"/>
            <a:miter lim="800000"/>
          </a:ln>
          <a:effectLst>
            <a:outerShdw blurRad="279400" dist="165100" dir="2700000" algn="t" rotWithShape="0">
              <a:prstClr val="black">
                <a:alpha val="35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11" name="椭圆 10"/>
          <p:cNvSpPr/>
          <p:nvPr/>
        </p:nvSpPr>
        <p:spPr>
          <a:xfrm>
            <a:off x="5520001" y="5159452"/>
            <a:ext cx="1152000" cy="1152000"/>
          </a:xfrm>
          <a:prstGeom prst="ellipse">
            <a:avLst/>
          </a:prstGeom>
          <a:gradFill flip="none" rotWithShape="1">
            <a:gsLst>
              <a:gs pos="100000">
                <a:srgbClr val="FFFFFF">
                  <a:lumMod val="100000"/>
                </a:srgbClr>
              </a:gs>
              <a:gs pos="0">
                <a:srgbClr val="D9D9DA"/>
              </a:gs>
            </a:gsLst>
            <a:lin ang="2700000" scaled="1"/>
            <a:tileRect/>
          </a:gradFill>
          <a:ln w="19050" cap="flat" cmpd="sng" algn="ctr">
            <a:gradFill flip="none" rotWithShape="1">
              <a:gsLst>
                <a:gs pos="100000">
                  <a:srgbClr val="FFFFFF"/>
                </a:gs>
                <a:gs pos="0">
                  <a:srgbClr val="D9D9DA"/>
                </a:gs>
              </a:gsLst>
              <a:lin ang="13500000" scaled="1"/>
              <a:tileRect/>
            </a:gradFill>
            <a:prstDash val="solid"/>
            <a:miter lim="800000"/>
          </a:ln>
          <a:effectLst>
            <a:outerShdw blurRad="279400" dist="165100" dir="2700000" algn="t" rotWithShape="0">
              <a:prstClr val="black">
                <a:alpha val="35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12" name="椭圆 11"/>
          <p:cNvSpPr/>
          <p:nvPr/>
        </p:nvSpPr>
        <p:spPr>
          <a:xfrm>
            <a:off x="4123484" y="2751265"/>
            <a:ext cx="1152000" cy="1152000"/>
          </a:xfrm>
          <a:prstGeom prst="ellipse">
            <a:avLst/>
          </a:prstGeom>
          <a:gradFill flip="none" rotWithShape="1">
            <a:gsLst>
              <a:gs pos="100000">
                <a:srgbClr val="FFFFFF">
                  <a:lumMod val="100000"/>
                </a:srgbClr>
              </a:gs>
              <a:gs pos="0">
                <a:srgbClr val="D9D9DA"/>
              </a:gs>
            </a:gsLst>
            <a:lin ang="2700000" scaled="1"/>
            <a:tileRect/>
          </a:gradFill>
          <a:ln w="19050" cap="flat" cmpd="sng" algn="ctr">
            <a:gradFill flip="none" rotWithShape="1">
              <a:gsLst>
                <a:gs pos="100000">
                  <a:srgbClr val="FFFFFF"/>
                </a:gs>
                <a:gs pos="0">
                  <a:srgbClr val="D9D9DA"/>
                </a:gs>
              </a:gsLst>
              <a:lin ang="13500000" scaled="1"/>
              <a:tileRect/>
            </a:gradFill>
            <a:prstDash val="solid"/>
            <a:miter lim="800000"/>
          </a:ln>
          <a:effectLst>
            <a:outerShdw blurRad="279400" dist="165100" dir="2700000" algn="t" rotWithShape="0">
              <a:prstClr val="black">
                <a:alpha val="35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13" name="椭圆 12"/>
          <p:cNvSpPr/>
          <p:nvPr/>
        </p:nvSpPr>
        <p:spPr>
          <a:xfrm>
            <a:off x="4123484" y="4341128"/>
            <a:ext cx="1152000" cy="1152000"/>
          </a:xfrm>
          <a:prstGeom prst="ellipse">
            <a:avLst/>
          </a:prstGeom>
          <a:gradFill flip="none" rotWithShape="1">
            <a:gsLst>
              <a:gs pos="100000">
                <a:srgbClr val="FFFFFF">
                  <a:lumMod val="100000"/>
                </a:srgbClr>
              </a:gs>
              <a:gs pos="0">
                <a:srgbClr val="D9D9DA"/>
              </a:gs>
            </a:gsLst>
            <a:lin ang="2700000" scaled="1"/>
            <a:tileRect/>
          </a:gradFill>
          <a:ln w="19050" cap="flat" cmpd="sng" algn="ctr">
            <a:gradFill flip="none" rotWithShape="1">
              <a:gsLst>
                <a:gs pos="100000">
                  <a:srgbClr val="FFFFFF"/>
                </a:gs>
                <a:gs pos="0">
                  <a:srgbClr val="D9D9DA"/>
                </a:gs>
              </a:gsLst>
              <a:lin ang="13500000" scaled="1"/>
              <a:tileRect/>
            </a:gradFill>
            <a:prstDash val="solid"/>
            <a:miter lim="800000"/>
          </a:ln>
          <a:effectLst>
            <a:outerShdw blurRad="279400" dist="165100" dir="2700000" algn="t" rotWithShape="0">
              <a:prstClr val="black">
                <a:alpha val="35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14" name="椭圆 13"/>
          <p:cNvSpPr/>
          <p:nvPr/>
        </p:nvSpPr>
        <p:spPr>
          <a:xfrm>
            <a:off x="6899391" y="2751265"/>
            <a:ext cx="1152000" cy="1152000"/>
          </a:xfrm>
          <a:prstGeom prst="ellipse">
            <a:avLst/>
          </a:prstGeom>
          <a:gradFill flip="none" rotWithShape="1">
            <a:gsLst>
              <a:gs pos="100000">
                <a:srgbClr val="FFFFFF">
                  <a:lumMod val="100000"/>
                </a:srgbClr>
              </a:gs>
              <a:gs pos="0">
                <a:srgbClr val="D9D9DA"/>
              </a:gs>
            </a:gsLst>
            <a:lin ang="2700000" scaled="1"/>
            <a:tileRect/>
          </a:gradFill>
          <a:ln w="19050" cap="flat" cmpd="sng" algn="ctr">
            <a:gradFill flip="none" rotWithShape="1">
              <a:gsLst>
                <a:gs pos="100000">
                  <a:srgbClr val="FFFFFF"/>
                </a:gs>
                <a:gs pos="0">
                  <a:srgbClr val="D9D9DA"/>
                </a:gs>
              </a:gsLst>
              <a:lin ang="13500000" scaled="1"/>
              <a:tileRect/>
            </a:gradFill>
            <a:prstDash val="solid"/>
            <a:miter lim="800000"/>
          </a:ln>
          <a:effectLst>
            <a:outerShdw blurRad="279400" dist="165100" dir="2700000" algn="t" rotWithShape="0">
              <a:prstClr val="black">
                <a:alpha val="35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15" name="椭圆 14"/>
          <p:cNvSpPr/>
          <p:nvPr/>
        </p:nvSpPr>
        <p:spPr>
          <a:xfrm>
            <a:off x="6899391" y="4341128"/>
            <a:ext cx="1152000" cy="1152000"/>
          </a:xfrm>
          <a:prstGeom prst="ellipse">
            <a:avLst/>
          </a:prstGeom>
          <a:gradFill flip="none" rotWithShape="1">
            <a:gsLst>
              <a:gs pos="100000">
                <a:srgbClr val="FFFFFF">
                  <a:lumMod val="100000"/>
                </a:srgbClr>
              </a:gs>
              <a:gs pos="0">
                <a:srgbClr val="D9D9DA"/>
              </a:gs>
            </a:gsLst>
            <a:lin ang="2700000" scaled="1"/>
            <a:tileRect/>
          </a:gradFill>
          <a:ln w="19050" cap="flat" cmpd="sng" algn="ctr">
            <a:gradFill flip="none" rotWithShape="1">
              <a:gsLst>
                <a:gs pos="100000">
                  <a:srgbClr val="FFFFFF"/>
                </a:gs>
                <a:gs pos="0">
                  <a:srgbClr val="D9D9DA"/>
                </a:gs>
              </a:gsLst>
              <a:lin ang="13500000" scaled="1"/>
              <a:tileRect/>
            </a:gradFill>
            <a:prstDash val="solid"/>
            <a:miter lim="800000"/>
          </a:ln>
          <a:effectLst>
            <a:outerShdw blurRad="279400" dist="165100" dir="2700000" algn="t" rotWithShape="0">
              <a:prstClr val="black">
                <a:alpha val="35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grpSp>
        <p:nvGrpSpPr>
          <p:cNvPr id="18" name="组合 17"/>
          <p:cNvGrpSpPr/>
          <p:nvPr/>
        </p:nvGrpSpPr>
        <p:grpSpPr>
          <a:xfrm>
            <a:off x="5839680" y="5362045"/>
            <a:ext cx="483999" cy="621032"/>
            <a:chOff x="2057400" y="3438526"/>
            <a:chExt cx="263526" cy="338137"/>
          </a:xfrm>
        </p:grpSpPr>
        <p:sp>
          <p:nvSpPr>
            <p:cNvPr id="39" name="Freeform 5"/>
            <p:cNvSpPr>
              <a:spLocks/>
            </p:cNvSpPr>
            <p:nvPr/>
          </p:nvSpPr>
          <p:spPr bwMode="auto">
            <a:xfrm>
              <a:off x="2243138" y="3438526"/>
              <a:ext cx="77788" cy="90488"/>
            </a:xfrm>
            <a:custGeom>
              <a:avLst/>
              <a:gdLst>
                <a:gd name="T0" fmla="*/ 18 w 49"/>
                <a:gd name="T1" fmla="*/ 0 h 57"/>
                <a:gd name="T2" fmla="*/ 0 w 49"/>
                <a:gd name="T3" fmla="*/ 24 h 57"/>
                <a:gd name="T4" fmla="*/ 30 w 49"/>
                <a:gd name="T5" fmla="*/ 57 h 57"/>
                <a:gd name="T6" fmla="*/ 49 w 49"/>
                <a:gd name="T7" fmla="*/ 35 h 57"/>
                <a:gd name="T8" fmla="*/ 18 w 49"/>
                <a:gd name="T9" fmla="*/ 0 h 57"/>
              </a:gdLst>
              <a:ahLst/>
              <a:cxnLst>
                <a:cxn ang="0">
                  <a:pos x="T0" y="T1"/>
                </a:cxn>
                <a:cxn ang="0">
                  <a:pos x="T2" y="T3"/>
                </a:cxn>
                <a:cxn ang="0">
                  <a:pos x="T4" y="T5"/>
                </a:cxn>
                <a:cxn ang="0">
                  <a:pos x="T6" y="T7"/>
                </a:cxn>
                <a:cxn ang="0">
                  <a:pos x="T8" y="T9"/>
                </a:cxn>
              </a:cxnLst>
              <a:rect l="0" t="0" r="r" b="b"/>
              <a:pathLst>
                <a:path w="49" h="57">
                  <a:moveTo>
                    <a:pt x="18" y="0"/>
                  </a:moveTo>
                  <a:lnTo>
                    <a:pt x="0" y="24"/>
                  </a:lnTo>
                  <a:lnTo>
                    <a:pt x="30" y="57"/>
                  </a:lnTo>
                  <a:lnTo>
                    <a:pt x="49" y="35"/>
                  </a:lnTo>
                  <a:lnTo>
                    <a:pt x="18" y="0"/>
                  </a:lnTo>
                  <a:close/>
                </a:path>
              </a:pathLst>
            </a:custGeom>
            <a:solidFill>
              <a:srgbClr val="7271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6"/>
            <p:cNvSpPr>
              <a:spLocks/>
            </p:cNvSpPr>
            <p:nvPr/>
          </p:nvSpPr>
          <p:spPr bwMode="auto">
            <a:xfrm>
              <a:off x="2243138" y="3438526"/>
              <a:ext cx="77788" cy="90488"/>
            </a:xfrm>
            <a:custGeom>
              <a:avLst/>
              <a:gdLst>
                <a:gd name="T0" fmla="*/ 18 w 49"/>
                <a:gd name="T1" fmla="*/ 0 h 57"/>
                <a:gd name="T2" fmla="*/ 0 w 49"/>
                <a:gd name="T3" fmla="*/ 24 h 57"/>
                <a:gd name="T4" fmla="*/ 30 w 49"/>
                <a:gd name="T5" fmla="*/ 57 h 57"/>
                <a:gd name="T6" fmla="*/ 49 w 49"/>
                <a:gd name="T7" fmla="*/ 35 h 57"/>
                <a:gd name="T8" fmla="*/ 18 w 49"/>
                <a:gd name="T9" fmla="*/ 0 h 57"/>
              </a:gdLst>
              <a:ahLst/>
              <a:cxnLst>
                <a:cxn ang="0">
                  <a:pos x="T0" y="T1"/>
                </a:cxn>
                <a:cxn ang="0">
                  <a:pos x="T2" y="T3"/>
                </a:cxn>
                <a:cxn ang="0">
                  <a:pos x="T4" y="T5"/>
                </a:cxn>
                <a:cxn ang="0">
                  <a:pos x="T6" y="T7"/>
                </a:cxn>
                <a:cxn ang="0">
                  <a:pos x="T8" y="T9"/>
                </a:cxn>
              </a:cxnLst>
              <a:rect l="0" t="0" r="r" b="b"/>
              <a:pathLst>
                <a:path w="49" h="57">
                  <a:moveTo>
                    <a:pt x="18" y="0"/>
                  </a:moveTo>
                  <a:lnTo>
                    <a:pt x="0" y="24"/>
                  </a:lnTo>
                  <a:lnTo>
                    <a:pt x="30" y="57"/>
                  </a:lnTo>
                  <a:lnTo>
                    <a:pt x="49" y="35"/>
                  </a:lnTo>
                  <a:lnTo>
                    <a:pt x="1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7"/>
            <p:cNvSpPr>
              <a:spLocks/>
            </p:cNvSpPr>
            <p:nvPr/>
          </p:nvSpPr>
          <p:spPr bwMode="auto">
            <a:xfrm>
              <a:off x="2141538" y="3487738"/>
              <a:ext cx="138113" cy="153988"/>
            </a:xfrm>
            <a:custGeom>
              <a:avLst/>
              <a:gdLst>
                <a:gd name="T0" fmla="*/ 28 w 37"/>
                <a:gd name="T1" fmla="*/ 0 h 41"/>
                <a:gd name="T2" fmla="*/ 25 w 37"/>
                <a:gd name="T3" fmla="*/ 3 h 41"/>
                <a:gd name="T4" fmla="*/ 8 w 37"/>
                <a:gd name="T5" fmla="*/ 12 h 41"/>
                <a:gd name="T6" fmla="*/ 4 w 37"/>
                <a:gd name="T7" fmla="*/ 14 h 41"/>
                <a:gd name="T8" fmla="*/ 0 w 37"/>
                <a:gd name="T9" fmla="*/ 27 h 41"/>
                <a:gd name="T10" fmla="*/ 0 w 37"/>
                <a:gd name="T11" fmla="*/ 30 h 41"/>
                <a:gd name="T12" fmla="*/ 1 w 37"/>
                <a:gd name="T13" fmla="*/ 40 h 41"/>
                <a:gd name="T14" fmla="*/ 1 w 37"/>
                <a:gd name="T15" fmla="*/ 40 h 41"/>
                <a:gd name="T16" fmla="*/ 1 w 37"/>
                <a:gd name="T17" fmla="*/ 40 h 41"/>
                <a:gd name="T18" fmla="*/ 1 w 37"/>
                <a:gd name="T19" fmla="*/ 41 h 41"/>
                <a:gd name="T20" fmla="*/ 1 w 37"/>
                <a:gd name="T21" fmla="*/ 32 h 41"/>
                <a:gd name="T22" fmla="*/ 8 w 37"/>
                <a:gd name="T23" fmla="*/ 32 h 41"/>
                <a:gd name="T24" fmla="*/ 7 w 37"/>
                <a:gd name="T25" fmla="*/ 29 h 41"/>
                <a:gd name="T26" fmla="*/ 11 w 37"/>
                <a:gd name="T27" fmla="*/ 23 h 41"/>
                <a:gd name="T28" fmla="*/ 15 w 37"/>
                <a:gd name="T29" fmla="*/ 24 h 41"/>
                <a:gd name="T30" fmla="*/ 14 w 37"/>
                <a:gd name="T31" fmla="*/ 27 h 41"/>
                <a:gd name="T32" fmla="*/ 10 w 37"/>
                <a:gd name="T33" fmla="*/ 32 h 41"/>
                <a:gd name="T34" fmla="*/ 11 w 37"/>
                <a:gd name="T35" fmla="*/ 37 h 41"/>
                <a:gd name="T36" fmla="*/ 13 w 37"/>
                <a:gd name="T37" fmla="*/ 37 h 41"/>
                <a:gd name="T38" fmla="*/ 16 w 37"/>
                <a:gd name="T39" fmla="*/ 36 h 41"/>
                <a:gd name="T40" fmla="*/ 16 w 37"/>
                <a:gd name="T41" fmla="*/ 36 h 41"/>
                <a:gd name="T42" fmla="*/ 16 w 37"/>
                <a:gd name="T43" fmla="*/ 36 h 41"/>
                <a:gd name="T44" fmla="*/ 24 w 37"/>
                <a:gd name="T45" fmla="*/ 28 h 41"/>
                <a:gd name="T46" fmla="*/ 34 w 37"/>
                <a:gd name="T47" fmla="*/ 14 h 41"/>
                <a:gd name="T48" fmla="*/ 37 w 37"/>
                <a:gd name="T49" fmla="*/ 10 h 41"/>
                <a:gd name="T50" fmla="*/ 28 w 37"/>
                <a:gd name="T5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7" h="41">
                  <a:moveTo>
                    <a:pt x="28" y="0"/>
                  </a:moveTo>
                  <a:cubicBezTo>
                    <a:pt x="25" y="3"/>
                    <a:pt x="25" y="3"/>
                    <a:pt x="25" y="3"/>
                  </a:cubicBezTo>
                  <a:cubicBezTo>
                    <a:pt x="8" y="12"/>
                    <a:pt x="8" y="12"/>
                    <a:pt x="8" y="12"/>
                  </a:cubicBezTo>
                  <a:cubicBezTo>
                    <a:pt x="8" y="12"/>
                    <a:pt x="5" y="13"/>
                    <a:pt x="4" y="14"/>
                  </a:cubicBezTo>
                  <a:cubicBezTo>
                    <a:pt x="4" y="16"/>
                    <a:pt x="0" y="26"/>
                    <a:pt x="0" y="27"/>
                  </a:cubicBezTo>
                  <a:cubicBezTo>
                    <a:pt x="0" y="28"/>
                    <a:pt x="0" y="30"/>
                    <a:pt x="0" y="30"/>
                  </a:cubicBezTo>
                  <a:cubicBezTo>
                    <a:pt x="0" y="31"/>
                    <a:pt x="0" y="37"/>
                    <a:pt x="1" y="40"/>
                  </a:cubicBezTo>
                  <a:cubicBezTo>
                    <a:pt x="1" y="40"/>
                    <a:pt x="1" y="40"/>
                    <a:pt x="1" y="40"/>
                  </a:cubicBezTo>
                  <a:cubicBezTo>
                    <a:pt x="1" y="40"/>
                    <a:pt x="1" y="40"/>
                    <a:pt x="1" y="40"/>
                  </a:cubicBezTo>
                  <a:cubicBezTo>
                    <a:pt x="1" y="40"/>
                    <a:pt x="1" y="41"/>
                    <a:pt x="1" y="41"/>
                  </a:cubicBezTo>
                  <a:cubicBezTo>
                    <a:pt x="1" y="32"/>
                    <a:pt x="1" y="32"/>
                    <a:pt x="1" y="32"/>
                  </a:cubicBezTo>
                  <a:cubicBezTo>
                    <a:pt x="8" y="32"/>
                    <a:pt x="8" y="32"/>
                    <a:pt x="8" y="32"/>
                  </a:cubicBezTo>
                  <a:cubicBezTo>
                    <a:pt x="7" y="29"/>
                    <a:pt x="7" y="29"/>
                    <a:pt x="7" y="29"/>
                  </a:cubicBezTo>
                  <a:cubicBezTo>
                    <a:pt x="11" y="23"/>
                    <a:pt x="11" y="23"/>
                    <a:pt x="11" y="23"/>
                  </a:cubicBezTo>
                  <a:cubicBezTo>
                    <a:pt x="12" y="23"/>
                    <a:pt x="14" y="24"/>
                    <a:pt x="15" y="24"/>
                  </a:cubicBezTo>
                  <a:cubicBezTo>
                    <a:pt x="15" y="25"/>
                    <a:pt x="15" y="27"/>
                    <a:pt x="14" y="27"/>
                  </a:cubicBezTo>
                  <a:cubicBezTo>
                    <a:pt x="14" y="28"/>
                    <a:pt x="12" y="31"/>
                    <a:pt x="10" y="32"/>
                  </a:cubicBezTo>
                  <a:cubicBezTo>
                    <a:pt x="10" y="33"/>
                    <a:pt x="9" y="35"/>
                    <a:pt x="11" y="37"/>
                  </a:cubicBezTo>
                  <a:cubicBezTo>
                    <a:pt x="11" y="37"/>
                    <a:pt x="12" y="37"/>
                    <a:pt x="13" y="37"/>
                  </a:cubicBezTo>
                  <a:cubicBezTo>
                    <a:pt x="14" y="37"/>
                    <a:pt x="16" y="36"/>
                    <a:pt x="16" y="36"/>
                  </a:cubicBezTo>
                  <a:cubicBezTo>
                    <a:pt x="16" y="36"/>
                    <a:pt x="16" y="36"/>
                    <a:pt x="16" y="36"/>
                  </a:cubicBezTo>
                  <a:cubicBezTo>
                    <a:pt x="16" y="36"/>
                    <a:pt x="16" y="36"/>
                    <a:pt x="16" y="36"/>
                  </a:cubicBezTo>
                  <a:cubicBezTo>
                    <a:pt x="16" y="36"/>
                    <a:pt x="22" y="29"/>
                    <a:pt x="24" y="28"/>
                  </a:cubicBezTo>
                  <a:cubicBezTo>
                    <a:pt x="27" y="27"/>
                    <a:pt x="34" y="21"/>
                    <a:pt x="34" y="14"/>
                  </a:cubicBezTo>
                  <a:cubicBezTo>
                    <a:pt x="37" y="10"/>
                    <a:pt x="37" y="10"/>
                    <a:pt x="37" y="10"/>
                  </a:cubicBezTo>
                  <a:cubicBezTo>
                    <a:pt x="28" y="0"/>
                    <a:pt x="28" y="0"/>
                    <a:pt x="28" y="0"/>
                  </a:cubicBezTo>
                </a:path>
              </a:pathLst>
            </a:custGeom>
            <a:solidFill>
              <a:srgbClr val="7271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8"/>
            <p:cNvSpPr>
              <a:spLocks/>
            </p:cNvSpPr>
            <p:nvPr/>
          </p:nvSpPr>
          <p:spPr bwMode="auto">
            <a:xfrm>
              <a:off x="2057400" y="3611563"/>
              <a:ext cx="219075" cy="165100"/>
            </a:xfrm>
            <a:custGeom>
              <a:avLst/>
              <a:gdLst>
                <a:gd name="T0" fmla="*/ 31 w 58"/>
                <a:gd name="T1" fmla="*/ 0 h 44"/>
                <a:gd name="T2" fmla="*/ 24 w 58"/>
                <a:gd name="T3" fmla="*/ 0 h 44"/>
                <a:gd name="T4" fmla="*/ 24 w 58"/>
                <a:gd name="T5" fmla="*/ 41 h 44"/>
                <a:gd name="T6" fmla="*/ 22 w 58"/>
                <a:gd name="T7" fmla="*/ 41 h 44"/>
                <a:gd name="T8" fmla="*/ 22 w 58"/>
                <a:gd name="T9" fmla="*/ 14 h 44"/>
                <a:gd name="T10" fmla="*/ 12 w 58"/>
                <a:gd name="T11" fmla="*/ 14 h 44"/>
                <a:gd name="T12" fmla="*/ 12 w 58"/>
                <a:gd name="T13" fmla="*/ 41 h 44"/>
                <a:gd name="T14" fmla="*/ 9 w 58"/>
                <a:gd name="T15" fmla="*/ 41 h 44"/>
                <a:gd name="T16" fmla="*/ 9 w 58"/>
                <a:gd name="T17" fmla="*/ 26 h 44"/>
                <a:gd name="T18" fmla="*/ 0 w 58"/>
                <a:gd name="T19" fmla="*/ 26 h 44"/>
                <a:gd name="T20" fmla="*/ 0 w 58"/>
                <a:gd name="T21" fmla="*/ 41 h 44"/>
                <a:gd name="T22" fmla="*/ 0 w 58"/>
                <a:gd name="T23" fmla="*/ 44 h 44"/>
                <a:gd name="T24" fmla="*/ 58 w 58"/>
                <a:gd name="T25" fmla="*/ 44 h 44"/>
                <a:gd name="T26" fmla="*/ 58 w 58"/>
                <a:gd name="T27" fmla="*/ 41 h 44"/>
                <a:gd name="T28" fmla="*/ 58 w 58"/>
                <a:gd name="T29" fmla="*/ 19 h 44"/>
                <a:gd name="T30" fmla="*/ 49 w 58"/>
                <a:gd name="T31" fmla="*/ 19 h 44"/>
                <a:gd name="T32" fmla="*/ 49 w 58"/>
                <a:gd name="T33" fmla="*/ 41 h 44"/>
                <a:gd name="T34" fmla="*/ 46 w 58"/>
                <a:gd name="T35" fmla="*/ 41 h 44"/>
                <a:gd name="T36" fmla="*/ 46 w 58"/>
                <a:gd name="T37" fmla="*/ 11 h 44"/>
                <a:gd name="T38" fmla="*/ 37 w 58"/>
                <a:gd name="T39" fmla="*/ 11 h 44"/>
                <a:gd name="T40" fmla="*/ 37 w 58"/>
                <a:gd name="T41" fmla="*/ 41 h 44"/>
                <a:gd name="T42" fmla="*/ 34 w 58"/>
                <a:gd name="T43" fmla="*/ 41 h 44"/>
                <a:gd name="T44" fmla="*/ 34 w 58"/>
                <a:gd name="T45" fmla="*/ 5 h 44"/>
                <a:gd name="T46" fmla="*/ 31 w 58"/>
                <a:gd name="T47" fmla="*/ 4 h 44"/>
                <a:gd name="T48" fmla="*/ 31 w 58"/>
                <a:gd name="T49"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8" h="44">
                  <a:moveTo>
                    <a:pt x="31" y="0"/>
                  </a:moveTo>
                  <a:cubicBezTo>
                    <a:pt x="24" y="0"/>
                    <a:pt x="24" y="0"/>
                    <a:pt x="24" y="0"/>
                  </a:cubicBezTo>
                  <a:cubicBezTo>
                    <a:pt x="24" y="41"/>
                    <a:pt x="24" y="41"/>
                    <a:pt x="24" y="41"/>
                  </a:cubicBezTo>
                  <a:cubicBezTo>
                    <a:pt x="22" y="41"/>
                    <a:pt x="22" y="41"/>
                    <a:pt x="22" y="41"/>
                  </a:cubicBezTo>
                  <a:cubicBezTo>
                    <a:pt x="22" y="14"/>
                    <a:pt x="22" y="14"/>
                    <a:pt x="22" y="14"/>
                  </a:cubicBezTo>
                  <a:cubicBezTo>
                    <a:pt x="12" y="14"/>
                    <a:pt x="12" y="14"/>
                    <a:pt x="12" y="14"/>
                  </a:cubicBezTo>
                  <a:cubicBezTo>
                    <a:pt x="12" y="41"/>
                    <a:pt x="12" y="41"/>
                    <a:pt x="12" y="41"/>
                  </a:cubicBezTo>
                  <a:cubicBezTo>
                    <a:pt x="9" y="41"/>
                    <a:pt x="9" y="41"/>
                    <a:pt x="9" y="41"/>
                  </a:cubicBezTo>
                  <a:cubicBezTo>
                    <a:pt x="9" y="26"/>
                    <a:pt x="9" y="26"/>
                    <a:pt x="9" y="26"/>
                  </a:cubicBezTo>
                  <a:cubicBezTo>
                    <a:pt x="0" y="26"/>
                    <a:pt x="0" y="26"/>
                    <a:pt x="0" y="26"/>
                  </a:cubicBezTo>
                  <a:cubicBezTo>
                    <a:pt x="0" y="41"/>
                    <a:pt x="0" y="41"/>
                    <a:pt x="0" y="41"/>
                  </a:cubicBezTo>
                  <a:cubicBezTo>
                    <a:pt x="0" y="44"/>
                    <a:pt x="0" y="44"/>
                    <a:pt x="0" y="44"/>
                  </a:cubicBezTo>
                  <a:cubicBezTo>
                    <a:pt x="58" y="44"/>
                    <a:pt x="58" y="44"/>
                    <a:pt x="58" y="44"/>
                  </a:cubicBezTo>
                  <a:cubicBezTo>
                    <a:pt x="58" y="41"/>
                    <a:pt x="58" y="41"/>
                    <a:pt x="58" y="41"/>
                  </a:cubicBezTo>
                  <a:cubicBezTo>
                    <a:pt x="58" y="19"/>
                    <a:pt x="58" y="19"/>
                    <a:pt x="58" y="19"/>
                  </a:cubicBezTo>
                  <a:cubicBezTo>
                    <a:pt x="49" y="19"/>
                    <a:pt x="49" y="19"/>
                    <a:pt x="49" y="19"/>
                  </a:cubicBezTo>
                  <a:cubicBezTo>
                    <a:pt x="49" y="41"/>
                    <a:pt x="49" y="41"/>
                    <a:pt x="49" y="41"/>
                  </a:cubicBezTo>
                  <a:cubicBezTo>
                    <a:pt x="46" y="41"/>
                    <a:pt x="46" y="41"/>
                    <a:pt x="46" y="41"/>
                  </a:cubicBezTo>
                  <a:cubicBezTo>
                    <a:pt x="46" y="11"/>
                    <a:pt x="46" y="11"/>
                    <a:pt x="46" y="11"/>
                  </a:cubicBezTo>
                  <a:cubicBezTo>
                    <a:pt x="37" y="11"/>
                    <a:pt x="37" y="11"/>
                    <a:pt x="37" y="11"/>
                  </a:cubicBezTo>
                  <a:cubicBezTo>
                    <a:pt x="37" y="41"/>
                    <a:pt x="37" y="41"/>
                    <a:pt x="37" y="41"/>
                  </a:cubicBezTo>
                  <a:cubicBezTo>
                    <a:pt x="34" y="41"/>
                    <a:pt x="34" y="41"/>
                    <a:pt x="34" y="41"/>
                  </a:cubicBezTo>
                  <a:cubicBezTo>
                    <a:pt x="34" y="5"/>
                    <a:pt x="34" y="5"/>
                    <a:pt x="34" y="5"/>
                  </a:cubicBezTo>
                  <a:cubicBezTo>
                    <a:pt x="33" y="5"/>
                    <a:pt x="32" y="5"/>
                    <a:pt x="31" y="4"/>
                  </a:cubicBezTo>
                  <a:cubicBezTo>
                    <a:pt x="30" y="3"/>
                    <a:pt x="31" y="1"/>
                    <a:pt x="31" y="0"/>
                  </a:cubicBezTo>
                </a:path>
              </a:pathLst>
            </a:custGeom>
            <a:solidFill>
              <a:srgbClr val="7271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9" name="组合 18"/>
          <p:cNvGrpSpPr/>
          <p:nvPr/>
        </p:nvGrpSpPr>
        <p:grpSpPr>
          <a:xfrm>
            <a:off x="4423955" y="2995370"/>
            <a:ext cx="551058" cy="594792"/>
            <a:chOff x="3432175" y="1060451"/>
            <a:chExt cx="300038" cy="323850"/>
          </a:xfrm>
        </p:grpSpPr>
        <p:sp>
          <p:nvSpPr>
            <p:cNvPr id="35" name="Freeform 9"/>
            <p:cNvSpPr>
              <a:spLocks/>
            </p:cNvSpPr>
            <p:nvPr/>
          </p:nvSpPr>
          <p:spPr bwMode="auto">
            <a:xfrm>
              <a:off x="3608388" y="1060451"/>
              <a:ext cx="123825" cy="142875"/>
            </a:xfrm>
            <a:custGeom>
              <a:avLst/>
              <a:gdLst>
                <a:gd name="T0" fmla="*/ 26 w 33"/>
                <a:gd name="T1" fmla="*/ 0 h 38"/>
                <a:gd name="T2" fmla="*/ 17 w 33"/>
                <a:gd name="T3" fmla="*/ 7 h 38"/>
                <a:gd name="T4" fmla="*/ 16 w 33"/>
                <a:gd name="T5" fmla="*/ 17 h 38"/>
                <a:gd name="T6" fmla="*/ 0 w 33"/>
                <a:gd name="T7" fmla="*/ 34 h 38"/>
                <a:gd name="T8" fmla="*/ 4 w 33"/>
                <a:gd name="T9" fmla="*/ 38 h 38"/>
                <a:gd name="T10" fmla="*/ 18 w 33"/>
                <a:gd name="T11" fmla="*/ 19 h 38"/>
                <a:gd name="T12" fmla="*/ 19 w 33"/>
                <a:gd name="T13" fmla="*/ 19 h 38"/>
                <a:gd name="T14" fmla="*/ 28 w 33"/>
                <a:gd name="T15" fmla="*/ 17 h 38"/>
                <a:gd name="T16" fmla="*/ 33 w 33"/>
                <a:gd name="T17" fmla="*/ 6 h 38"/>
                <a:gd name="T18" fmla="*/ 26 w 33"/>
                <a:gd name="T19" fmla="*/ 9 h 38"/>
                <a:gd name="T20" fmla="*/ 26 w 33"/>
                <a:gd name="T21" fmla="*/ 8 h 38"/>
                <a:gd name="T22" fmla="*/ 25 w 33"/>
                <a:gd name="T23" fmla="*/ 8 h 38"/>
                <a:gd name="T24" fmla="*/ 25 w 33"/>
                <a:gd name="T25" fmla="*/ 8 h 38"/>
                <a:gd name="T26" fmla="*/ 26 w 33"/>
                <a:gd name="T2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 h="38">
                  <a:moveTo>
                    <a:pt x="26" y="0"/>
                  </a:moveTo>
                  <a:cubicBezTo>
                    <a:pt x="26" y="0"/>
                    <a:pt x="19" y="1"/>
                    <a:pt x="17" y="7"/>
                  </a:cubicBezTo>
                  <a:cubicBezTo>
                    <a:pt x="15" y="12"/>
                    <a:pt x="15" y="16"/>
                    <a:pt x="16" y="17"/>
                  </a:cubicBezTo>
                  <a:cubicBezTo>
                    <a:pt x="0" y="34"/>
                    <a:pt x="0" y="34"/>
                    <a:pt x="0" y="34"/>
                  </a:cubicBezTo>
                  <a:cubicBezTo>
                    <a:pt x="4" y="38"/>
                    <a:pt x="4" y="38"/>
                    <a:pt x="4" y="38"/>
                  </a:cubicBezTo>
                  <a:cubicBezTo>
                    <a:pt x="18" y="19"/>
                    <a:pt x="18" y="19"/>
                    <a:pt x="18" y="19"/>
                  </a:cubicBezTo>
                  <a:cubicBezTo>
                    <a:pt x="19" y="19"/>
                    <a:pt x="19" y="19"/>
                    <a:pt x="19" y="19"/>
                  </a:cubicBezTo>
                  <a:cubicBezTo>
                    <a:pt x="21" y="19"/>
                    <a:pt x="24" y="19"/>
                    <a:pt x="28" y="17"/>
                  </a:cubicBezTo>
                  <a:cubicBezTo>
                    <a:pt x="33" y="13"/>
                    <a:pt x="33" y="6"/>
                    <a:pt x="33" y="6"/>
                  </a:cubicBezTo>
                  <a:cubicBezTo>
                    <a:pt x="26" y="9"/>
                    <a:pt x="26" y="9"/>
                    <a:pt x="26" y="9"/>
                  </a:cubicBezTo>
                  <a:cubicBezTo>
                    <a:pt x="26" y="8"/>
                    <a:pt x="26" y="8"/>
                    <a:pt x="26" y="8"/>
                  </a:cubicBezTo>
                  <a:cubicBezTo>
                    <a:pt x="25" y="8"/>
                    <a:pt x="25" y="8"/>
                    <a:pt x="25" y="8"/>
                  </a:cubicBezTo>
                  <a:cubicBezTo>
                    <a:pt x="25" y="8"/>
                    <a:pt x="25" y="8"/>
                    <a:pt x="25" y="8"/>
                  </a:cubicBezTo>
                  <a:cubicBezTo>
                    <a:pt x="26" y="0"/>
                    <a:pt x="26" y="0"/>
                    <a:pt x="26" y="0"/>
                  </a:cubicBezTo>
                </a:path>
              </a:pathLst>
            </a:custGeom>
            <a:solidFill>
              <a:srgbClr val="7271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10"/>
            <p:cNvSpPr>
              <a:spLocks/>
            </p:cNvSpPr>
            <p:nvPr/>
          </p:nvSpPr>
          <p:spPr bwMode="auto">
            <a:xfrm>
              <a:off x="3432175" y="1157288"/>
              <a:ext cx="239713" cy="227013"/>
            </a:xfrm>
            <a:custGeom>
              <a:avLst/>
              <a:gdLst>
                <a:gd name="T0" fmla="*/ 28 w 64"/>
                <a:gd name="T1" fmla="*/ 0 h 60"/>
                <a:gd name="T2" fmla="*/ 2 w 64"/>
                <a:gd name="T3" fmla="*/ 30 h 60"/>
                <a:gd name="T4" fmla="*/ 36 w 64"/>
                <a:gd name="T5" fmla="*/ 60 h 60"/>
                <a:gd name="T6" fmla="*/ 62 w 64"/>
                <a:gd name="T7" fmla="*/ 30 h 60"/>
                <a:gd name="T8" fmla="*/ 53 w 64"/>
                <a:gd name="T9" fmla="*/ 11 h 60"/>
                <a:gd name="T10" fmla="*/ 46 w 64"/>
                <a:gd name="T11" fmla="*/ 20 h 60"/>
                <a:gd name="T12" fmla="*/ 50 w 64"/>
                <a:gd name="T13" fmla="*/ 29 h 60"/>
                <a:gd name="T14" fmla="*/ 35 w 64"/>
                <a:gd name="T15" fmla="*/ 45 h 60"/>
                <a:gd name="T16" fmla="*/ 16 w 64"/>
                <a:gd name="T17" fmla="*/ 29 h 60"/>
                <a:gd name="T18" fmla="*/ 31 w 64"/>
                <a:gd name="T19" fmla="*/ 12 h 60"/>
                <a:gd name="T20" fmla="*/ 39 w 64"/>
                <a:gd name="T21" fmla="*/ 14 h 60"/>
                <a:gd name="T22" fmla="*/ 47 w 64"/>
                <a:gd name="T23" fmla="*/ 6 h 60"/>
                <a:gd name="T24" fmla="*/ 28 w 64"/>
                <a:gd name="T25"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60">
                  <a:moveTo>
                    <a:pt x="28" y="0"/>
                  </a:moveTo>
                  <a:cubicBezTo>
                    <a:pt x="12" y="0"/>
                    <a:pt x="0" y="13"/>
                    <a:pt x="2" y="30"/>
                  </a:cubicBezTo>
                  <a:cubicBezTo>
                    <a:pt x="4" y="46"/>
                    <a:pt x="20" y="60"/>
                    <a:pt x="36" y="60"/>
                  </a:cubicBezTo>
                  <a:cubicBezTo>
                    <a:pt x="53" y="60"/>
                    <a:pt x="64" y="46"/>
                    <a:pt x="62" y="30"/>
                  </a:cubicBezTo>
                  <a:cubicBezTo>
                    <a:pt x="61" y="23"/>
                    <a:pt x="58" y="16"/>
                    <a:pt x="53" y="11"/>
                  </a:cubicBezTo>
                  <a:cubicBezTo>
                    <a:pt x="46" y="20"/>
                    <a:pt x="46" y="20"/>
                    <a:pt x="46" y="20"/>
                  </a:cubicBezTo>
                  <a:cubicBezTo>
                    <a:pt x="48" y="23"/>
                    <a:pt x="49" y="26"/>
                    <a:pt x="50" y="29"/>
                  </a:cubicBezTo>
                  <a:cubicBezTo>
                    <a:pt x="51" y="38"/>
                    <a:pt x="44" y="45"/>
                    <a:pt x="35" y="45"/>
                  </a:cubicBezTo>
                  <a:cubicBezTo>
                    <a:pt x="26" y="45"/>
                    <a:pt x="18" y="38"/>
                    <a:pt x="16" y="29"/>
                  </a:cubicBezTo>
                  <a:cubicBezTo>
                    <a:pt x="15" y="20"/>
                    <a:pt x="22" y="12"/>
                    <a:pt x="31" y="12"/>
                  </a:cubicBezTo>
                  <a:cubicBezTo>
                    <a:pt x="34" y="12"/>
                    <a:pt x="37" y="13"/>
                    <a:pt x="39" y="14"/>
                  </a:cubicBezTo>
                  <a:cubicBezTo>
                    <a:pt x="47" y="6"/>
                    <a:pt x="47" y="6"/>
                    <a:pt x="47" y="6"/>
                  </a:cubicBezTo>
                  <a:cubicBezTo>
                    <a:pt x="41" y="2"/>
                    <a:pt x="35" y="0"/>
                    <a:pt x="28" y="0"/>
                  </a:cubicBezTo>
                </a:path>
              </a:pathLst>
            </a:custGeom>
            <a:solidFill>
              <a:srgbClr val="7271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11"/>
            <p:cNvSpPr>
              <a:spLocks/>
            </p:cNvSpPr>
            <p:nvPr/>
          </p:nvSpPr>
          <p:spPr bwMode="auto">
            <a:xfrm>
              <a:off x="3506788" y="1217613"/>
              <a:ext cx="101600" cy="95250"/>
            </a:xfrm>
            <a:custGeom>
              <a:avLst/>
              <a:gdLst>
                <a:gd name="T0" fmla="*/ 12 w 27"/>
                <a:gd name="T1" fmla="*/ 0 h 25"/>
                <a:gd name="T2" fmla="*/ 1 w 27"/>
                <a:gd name="T3" fmla="*/ 13 h 25"/>
                <a:gd name="T4" fmla="*/ 15 w 27"/>
                <a:gd name="T5" fmla="*/ 25 h 25"/>
                <a:gd name="T6" fmla="*/ 26 w 27"/>
                <a:gd name="T7" fmla="*/ 13 h 25"/>
                <a:gd name="T8" fmla="*/ 24 w 27"/>
                <a:gd name="T9" fmla="*/ 7 h 25"/>
                <a:gd name="T10" fmla="*/ 22 w 27"/>
                <a:gd name="T11" fmla="*/ 7 h 25"/>
                <a:gd name="T12" fmla="*/ 21 w 27"/>
                <a:gd name="T13" fmla="*/ 7 h 25"/>
                <a:gd name="T14" fmla="*/ 15 w 27"/>
                <a:gd name="T15" fmla="*/ 13 h 25"/>
                <a:gd name="T16" fmla="*/ 13 w 27"/>
                <a:gd name="T17" fmla="*/ 11 h 25"/>
                <a:gd name="T18" fmla="*/ 17 w 27"/>
                <a:gd name="T19" fmla="*/ 4 h 25"/>
                <a:gd name="T20" fmla="*/ 17 w 27"/>
                <a:gd name="T21" fmla="*/ 1 h 25"/>
                <a:gd name="T22" fmla="*/ 12 w 27"/>
                <a:gd name="T23"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 h="25">
                  <a:moveTo>
                    <a:pt x="12" y="0"/>
                  </a:moveTo>
                  <a:cubicBezTo>
                    <a:pt x="5" y="0"/>
                    <a:pt x="0" y="6"/>
                    <a:pt x="1" y="13"/>
                  </a:cubicBezTo>
                  <a:cubicBezTo>
                    <a:pt x="2" y="20"/>
                    <a:pt x="8" y="25"/>
                    <a:pt x="15" y="25"/>
                  </a:cubicBezTo>
                  <a:cubicBezTo>
                    <a:pt x="22" y="25"/>
                    <a:pt x="27" y="20"/>
                    <a:pt x="26" y="13"/>
                  </a:cubicBezTo>
                  <a:cubicBezTo>
                    <a:pt x="26" y="10"/>
                    <a:pt x="25" y="8"/>
                    <a:pt x="24" y="7"/>
                  </a:cubicBezTo>
                  <a:cubicBezTo>
                    <a:pt x="23" y="7"/>
                    <a:pt x="22" y="7"/>
                    <a:pt x="22" y="7"/>
                  </a:cubicBezTo>
                  <a:cubicBezTo>
                    <a:pt x="21" y="7"/>
                    <a:pt x="21" y="7"/>
                    <a:pt x="21" y="7"/>
                  </a:cubicBezTo>
                  <a:cubicBezTo>
                    <a:pt x="15" y="13"/>
                    <a:pt x="15" y="13"/>
                    <a:pt x="15" y="13"/>
                  </a:cubicBezTo>
                  <a:cubicBezTo>
                    <a:pt x="13" y="11"/>
                    <a:pt x="13" y="11"/>
                    <a:pt x="13" y="11"/>
                  </a:cubicBezTo>
                  <a:cubicBezTo>
                    <a:pt x="17" y="4"/>
                    <a:pt x="17" y="4"/>
                    <a:pt x="17" y="4"/>
                  </a:cubicBezTo>
                  <a:cubicBezTo>
                    <a:pt x="17" y="3"/>
                    <a:pt x="17" y="2"/>
                    <a:pt x="17" y="1"/>
                  </a:cubicBezTo>
                  <a:cubicBezTo>
                    <a:pt x="16" y="0"/>
                    <a:pt x="14" y="0"/>
                    <a:pt x="12" y="0"/>
                  </a:cubicBezTo>
                </a:path>
              </a:pathLst>
            </a:custGeom>
            <a:solidFill>
              <a:srgbClr val="7271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12"/>
            <p:cNvSpPr>
              <a:spLocks/>
            </p:cNvSpPr>
            <p:nvPr/>
          </p:nvSpPr>
          <p:spPr bwMode="auto">
            <a:xfrm>
              <a:off x="3563938" y="1192213"/>
              <a:ext cx="55563" cy="66675"/>
            </a:xfrm>
            <a:custGeom>
              <a:avLst/>
              <a:gdLst>
                <a:gd name="T0" fmla="*/ 11 w 15"/>
                <a:gd name="T1" fmla="*/ 0 h 18"/>
                <a:gd name="T2" fmla="*/ 5 w 15"/>
                <a:gd name="T3" fmla="*/ 8 h 18"/>
                <a:gd name="T4" fmla="*/ 4 w 15"/>
                <a:gd name="T5" fmla="*/ 11 h 18"/>
                <a:gd name="T6" fmla="*/ 0 w 15"/>
                <a:gd name="T7" fmla="*/ 18 h 18"/>
                <a:gd name="T8" fmla="*/ 0 w 15"/>
                <a:gd name="T9" fmla="*/ 18 h 18"/>
                <a:gd name="T10" fmla="*/ 6 w 15"/>
                <a:gd name="T11" fmla="*/ 12 h 18"/>
                <a:gd name="T12" fmla="*/ 7 w 15"/>
                <a:gd name="T13" fmla="*/ 12 h 18"/>
                <a:gd name="T14" fmla="*/ 9 w 15"/>
                <a:gd name="T15" fmla="*/ 11 h 18"/>
                <a:gd name="T16" fmla="*/ 15 w 15"/>
                <a:gd name="T17" fmla="*/ 3 h 18"/>
                <a:gd name="T18" fmla="*/ 11 w 15"/>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18">
                  <a:moveTo>
                    <a:pt x="11" y="0"/>
                  </a:moveTo>
                  <a:cubicBezTo>
                    <a:pt x="5" y="8"/>
                    <a:pt x="5" y="8"/>
                    <a:pt x="5" y="8"/>
                  </a:cubicBezTo>
                  <a:cubicBezTo>
                    <a:pt x="4" y="9"/>
                    <a:pt x="4" y="10"/>
                    <a:pt x="4" y="11"/>
                  </a:cubicBezTo>
                  <a:cubicBezTo>
                    <a:pt x="0" y="18"/>
                    <a:pt x="0" y="18"/>
                    <a:pt x="0" y="18"/>
                  </a:cubicBezTo>
                  <a:cubicBezTo>
                    <a:pt x="0" y="18"/>
                    <a:pt x="0" y="18"/>
                    <a:pt x="0" y="18"/>
                  </a:cubicBezTo>
                  <a:cubicBezTo>
                    <a:pt x="6" y="12"/>
                    <a:pt x="6" y="12"/>
                    <a:pt x="6" y="12"/>
                  </a:cubicBezTo>
                  <a:cubicBezTo>
                    <a:pt x="6" y="12"/>
                    <a:pt x="6" y="12"/>
                    <a:pt x="7" y="12"/>
                  </a:cubicBezTo>
                  <a:cubicBezTo>
                    <a:pt x="7" y="12"/>
                    <a:pt x="8" y="12"/>
                    <a:pt x="9" y="11"/>
                  </a:cubicBezTo>
                  <a:cubicBezTo>
                    <a:pt x="15" y="3"/>
                    <a:pt x="15" y="3"/>
                    <a:pt x="15" y="3"/>
                  </a:cubicBezTo>
                  <a:cubicBezTo>
                    <a:pt x="11" y="0"/>
                    <a:pt x="11" y="0"/>
                    <a:pt x="11" y="0"/>
                  </a:cubicBezTo>
                </a:path>
              </a:pathLst>
            </a:custGeom>
            <a:solidFill>
              <a:srgbClr val="7271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0" name="组合 19"/>
          <p:cNvGrpSpPr/>
          <p:nvPr/>
        </p:nvGrpSpPr>
        <p:grpSpPr>
          <a:xfrm>
            <a:off x="7306954" y="4655621"/>
            <a:ext cx="475251" cy="559804"/>
            <a:chOff x="681038" y="1063626"/>
            <a:chExt cx="258763" cy="304800"/>
          </a:xfrm>
        </p:grpSpPr>
        <p:sp>
          <p:nvSpPr>
            <p:cNvPr id="33" name="Freeform 13"/>
            <p:cNvSpPr>
              <a:spLocks/>
            </p:cNvSpPr>
            <p:nvPr/>
          </p:nvSpPr>
          <p:spPr bwMode="auto">
            <a:xfrm>
              <a:off x="774700" y="1116013"/>
              <a:ext cx="82550" cy="101600"/>
            </a:xfrm>
            <a:custGeom>
              <a:avLst/>
              <a:gdLst>
                <a:gd name="T0" fmla="*/ 11 w 22"/>
                <a:gd name="T1" fmla="*/ 0 h 27"/>
                <a:gd name="T2" fmla="*/ 0 w 22"/>
                <a:gd name="T3" fmla="*/ 11 h 27"/>
                <a:gd name="T4" fmla="*/ 3 w 22"/>
                <a:gd name="T5" fmla="*/ 18 h 27"/>
                <a:gd name="T6" fmla="*/ 6 w 22"/>
                <a:gd name="T7" fmla="*/ 26 h 27"/>
                <a:gd name="T8" fmla="*/ 6 w 22"/>
                <a:gd name="T9" fmla="*/ 27 h 27"/>
                <a:gd name="T10" fmla="*/ 10 w 22"/>
                <a:gd name="T11" fmla="*/ 27 h 27"/>
                <a:gd name="T12" fmla="*/ 10 w 22"/>
                <a:gd name="T13" fmla="*/ 26 h 27"/>
                <a:gd name="T14" fmla="*/ 9 w 22"/>
                <a:gd name="T15" fmla="*/ 17 h 27"/>
                <a:gd name="T16" fmla="*/ 11 w 22"/>
                <a:gd name="T17" fmla="*/ 16 h 27"/>
                <a:gd name="T18" fmla="*/ 11 w 22"/>
                <a:gd name="T19" fmla="*/ 16 h 27"/>
                <a:gd name="T20" fmla="*/ 14 w 22"/>
                <a:gd name="T21" fmla="*/ 17 h 27"/>
                <a:gd name="T22" fmla="*/ 12 w 22"/>
                <a:gd name="T23" fmla="*/ 26 h 27"/>
                <a:gd name="T24" fmla="*/ 12 w 22"/>
                <a:gd name="T25" fmla="*/ 27 h 27"/>
                <a:gd name="T26" fmla="*/ 16 w 22"/>
                <a:gd name="T27" fmla="*/ 27 h 27"/>
                <a:gd name="T28" fmla="*/ 16 w 22"/>
                <a:gd name="T29" fmla="*/ 26 h 27"/>
                <a:gd name="T30" fmla="*/ 20 w 22"/>
                <a:gd name="T31" fmla="*/ 18 h 27"/>
                <a:gd name="T32" fmla="*/ 22 w 22"/>
                <a:gd name="T33" fmla="*/ 11 h 27"/>
                <a:gd name="T34" fmla="*/ 11 w 22"/>
                <a:gd name="T3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27">
                  <a:moveTo>
                    <a:pt x="11" y="0"/>
                  </a:moveTo>
                  <a:cubicBezTo>
                    <a:pt x="5" y="0"/>
                    <a:pt x="0" y="5"/>
                    <a:pt x="0" y="11"/>
                  </a:cubicBezTo>
                  <a:cubicBezTo>
                    <a:pt x="0" y="14"/>
                    <a:pt x="1" y="16"/>
                    <a:pt x="3" y="18"/>
                  </a:cubicBezTo>
                  <a:cubicBezTo>
                    <a:pt x="4" y="21"/>
                    <a:pt x="6" y="23"/>
                    <a:pt x="6" y="26"/>
                  </a:cubicBezTo>
                  <a:cubicBezTo>
                    <a:pt x="6" y="27"/>
                    <a:pt x="6" y="27"/>
                    <a:pt x="6" y="27"/>
                  </a:cubicBezTo>
                  <a:cubicBezTo>
                    <a:pt x="10" y="27"/>
                    <a:pt x="10" y="27"/>
                    <a:pt x="10" y="27"/>
                  </a:cubicBezTo>
                  <a:cubicBezTo>
                    <a:pt x="10" y="26"/>
                    <a:pt x="10" y="26"/>
                    <a:pt x="10" y="26"/>
                  </a:cubicBezTo>
                  <a:cubicBezTo>
                    <a:pt x="10" y="24"/>
                    <a:pt x="10" y="20"/>
                    <a:pt x="9" y="17"/>
                  </a:cubicBezTo>
                  <a:cubicBezTo>
                    <a:pt x="9" y="17"/>
                    <a:pt x="10" y="16"/>
                    <a:pt x="11" y="16"/>
                  </a:cubicBezTo>
                  <a:cubicBezTo>
                    <a:pt x="11" y="16"/>
                    <a:pt x="11" y="16"/>
                    <a:pt x="11" y="16"/>
                  </a:cubicBezTo>
                  <a:cubicBezTo>
                    <a:pt x="12" y="16"/>
                    <a:pt x="13" y="17"/>
                    <a:pt x="14" y="17"/>
                  </a:cubicBezTo>
                  <a:cubicBezTo>
                    <a:pt x="13" y="19"/>
                    <a:pt x="12" y="22"/>
                    <a:pt x="12" y="26"/>
                  </a:cubicBezTo>
                  <a:cubicBezTo>
                    <a:pt x="12" y="27"/>
                    <a:pt x="12" y="27"/>
                    <a:pt x="12" y="27"/>
                  </a:cubicBezTo>
                  <a:cubicBezTo>
                    <a:pt x="16" y="27"/>
                    <a:pt x="16" y="27"/>
                    <a:pt x="16" y="27"/>
                  </a:cubicBezTo>
                  <a:cubicBezTo>
                    <a:pt x="16" y="26"/>
                    <a:pt x="16" y="26"/>
                    <a:pt x="16" y="26"/>
                  </a:cubicBezTo>
                  <a:cubicBezTo>
                    <a:pt x="17" y="23"/>
                    <a:pt x="18" y="21"/>
                    <a:pt x="20" y="18"/>
                  </a:cubicBezTo>
                  <a:cubicBezTo>
                    <a:pt x="21" y="16"/>
                    <a:pt x="22" y="14"/>
                    <a:pt x="22" y="11"/>
                  </a:cubicBezTo>
                  <a:cubicBezTo>
                    <a:pt x="22" y="5"/>
                    <a:pt x="17" y="0"/>
                    <a:pt x="11" y="0"/>
                  </a:cubicBezTo>
                </a:path>
              </a:pathLst>
            </a:custGeom>
            <a:solidFill>
              <a:srgbClr val="7271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14"/>
            <p:cNvSpPr>
              <a:spLocks noEditPoints="1"/>
            </p:cNvSpPr>
            <p:nvPr/>
          </p:nvSpPr>
          <p:spPr bwMode="auto">
            <a:xfrm>
              <a:off x="681038" y="1063626"/>
              <a:ext cx="258763" cy="304800"/>
            </a:xfrm>
            <a:custGeom>
              <a:avLst/>
              <a:gdLst>
                <a:gd name="T0" fmla="*/ 31 w 69"/>
                <a:gd name="T1" fmla="*/ 52 h 81"/>
                <a:gd name="T2" fmla="*/ 29 w 69"/>
                <a:gd name="T3" fmla="*/ 49 h 81"/>
                <a:gd name="T4" fmla="*/ 29 w 69"/>
                <a:gd name="T5" fmla="*/ 42 h 81"/>
                <a:gd name="T6" fmla="*/ 26 w 69"/>
                <a:gd name="T7" fmla="*/ 34 h 81"/>
                <a:gd name="T8" fmla="*/ 22 w 69"/>
                <a:gd name="T9" fmla="*/ 25 h 81"/>
                <a:gd name="T10" fmla="*/ 36 w 69"/>
                <a:gd name="T11" fmla="*/ 11 h 81"/>
                <a:gd name="T12" fmla="*/ 50 w 69"/>
                <a:gd name="T13" fmla="*/ 25 h 81"/>
                <a:gd name="T14" fmla="*/ 47 w 69"/>
                <a:gd name="T15" fmla="*/ 34 h 81"/>
                <a:gd name="T16" fmla="*/ 44 w 69"/>
                <a:gd name="T17" fmla="*/ 42 h 81"/>
                <a:gd name="T18" fmla="*/ 44 w 69"/>
                <a:gd name="T19" fmla="*/ 49 h 81"/>
                <a:gd name="T20" fmla="*/ 41 w 69"/>
                <a:gd name="T21" fmla="*/ 52 h 81"/>
                <a:gd name="T22" fmla="*/ 38 w 69"/>
                <a:gd name="T23" fmla="*/ 52 h 81"/>
                <a:gd name="T24" fmla="*/ 38 w 69"/>
                <a:gd name="T25" fmla="*/ 52 h 81"/>
                <a:gd name="T26" fmla="*/ 36 w 69"/>
                <a:gd name="T27" fmla="*/ 53 h 81"/>
                <a:gd name="T28" fmla="*/ 34 w 69"/>
                <a:gd name="T29" fmla="*/ 52 h 81"/>
                <a:gd name="T30" fmla="*/ 34 w 69"/>
                <a:gd name="T31" fmla="*/ 52 h 81"/>
                <a:gd name="T32" fmla="*/ 31 w 69"/>
                <a:gd name="T33" fmla="*/ 52 h 81"/>
                <a:gd name="T34" fmla="*/ 37 w 69"/>
                <a:gd name="T35" fmla="*/ 0 h 81"/>
                <a:gd name="T36" fmla="*/ 26 w 69"/>
                <a:gd name="T37" fmla="*/ 1 h 81"/>
                <a:gd name="T38" fmla="*/ 6 w 69"/>
                <a:gd name="T39" fmla="*/ 25 h 81"/>
                <a:gd name="T40" fmla="*/ 7 w 69"/>
                <a:gd name="T41" fmla="*/ 32 h 81"/>
                <a:gd name="T42" fmla="*/ 8 w 69"/>
                <a:gd name="T43" fmla="*/ 35 h 81"/>
                <a:gd name="T44" fmla="*/ 7 w 69"/>
                <a:gd name="T45" fmla="*/ 37 h 81"/>
                <a:gd name="T46" fmla="*/ 1 w 69"/>
                <a:gd name="T47" fmla="*/ 46 h 81"/>
                <a:gd name="T48" fmla="*/ 0 w 69"/>
                <a:gd name="T49" fmla="*/ 49 h 81"/>
                <a:gd name="T50" fmla="*/ 5 w 69"/>
                <a:gd name="T51" fmla="*/ 51 h 81"/>
                <a:gd name="T52" fmla="*/ 6 w 69"/>
                <a:gd name="T53" fmla="*/ 53 h 81"/>
                <a:gd name="T54" fmla="*/ 6 w 69"/>
                <a:gd name="T55" fmla="*/ 56 h 81"/>
                <a:gd name="T56" fmla="*/ 7 w 69"/>
                <a:gd name="T57" fmla="*/ 57 h 81"/>
                <a:gd name="T58" fmla="*/ 6 w 69"/>
                <a:gd name="T59" fmla="*/ 58 h 81"/>
                <a:gd name="T60" fmla="*/ 8 w 69"/>
                <a:gd name="T61" fmla="*/ 61 h 81"/>
                <a:gd name="T62" fmla="*/ 8 w 69"/>
                <a:gd name="T63" fmla="*/ 66 h 81"/>
                <a:gd name="T64" fmla="*/ 9 w 69"/>
                <a:gd name="T65" fmla="*/ 72 h 81"/>
                <a:gd name="T66" fmla="*/ 13 w 69"/>
                <a:gd name="T67" fmla="*/ 73 h 81"/>
                <a:gd name="T68" fmla="*/ 24 w 69"/>
                <a:gd name="T69" fmla="*/ 71 h 81"/>
                <a:gd name="T70" fmla="*/ 27 w 69"/>
                <a:gd name="T71" fmla="*/ 81 h 81"/>
                <a:gd name="T72" fmla="*/ 60 w 69"/>
                <a:gd name="T73" fmla="*/ 71 h 81"/>
                <a:gd name="T74" fmla="*/ 57 w 69"/>
                <a:gd name="T75" fmla="*/ 61 h 81"/>
                <a:gd name="T76" fmla="*/ 66 w 69"/>
                <a:gd name="T77" fmla="*/ 40 h 81"/>
                <a:gd name="T78" fmla="*/ 58 w 69"/>
                <a:gd name="T79" fmla="*/ 8 h 81"/>
                <a:gd name="T80" fmla="*/ 37 w 69"/>
                <a:gd name="T81"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9" h="81">
                  <a:moveTo>
                    <a:pt x="31" y="52"/>
                  </a:moveTo>
                  <a:cubicBezTo>
                    <a:pt x="30" y="52"/>
                    <a:pt x="29" y="51"/>
                    <a:pt x="29" y="49"/>
                  </a:cubicBezTo>
                  <a:cubicBezTo>
                    <a:pt x="29" y="42"/>
                    <a:pt x="29" y="42"/>
                    <a:pt x="29" y="42"/>
                  </a:cubicBezTo>
                  <a:cubicBezTo>
                    <a:pt x="29" y="39"/>
                    <a:pt x="28" y="37"/>
                    <a:pt x="26" y="34"/>
                  </a:cubicBezTo>
                  <a:cubicBezTo>
                    <a:pt x="24" y="31"/>
                    <a:pt x="22" y="28"/>
                    <a:pt x="22" y="25"/>
                  </a:cubicBezTo>
                  <a:cubicBezTo>
                    <a:pt x="22" y="18"/>
                    <a:pt x="29" y="11"/>
                    <a:pt x="36" y="11"/>
                  </a:cubicBezTo>
                  <a:cubicBezTo>
                    <a:pt x="44" y="11"/>
                    <a:pt x="50" y="18"/>
                    <a:pt x="50" y="25"/>
                  </a:cubicBezTo>
                  <a:cubicBezTo>
                    <a:pt x="50" y="28"/>
                    <a:pt x="49" y="31"/>
                    <a:pt x="47" y="34"/>
                  </a:cubicBezTo>
                  <a:cubicBezTo>
                    <a:pt x="45" y="37"/>
                    <a:pt x="44" y="39"/>
                    <a:pt x="44" y="42"/>
                  </a:cubicBezTo>
                  <a:cubicBezTo>
                    <a:pt x="44" y="49"/>
                    <a:pt x="44" y="49"/>
                    <a:pt x="44" y="49"/>
                  </a:cubicBezTo>
                  <a:cubicBezTo>
                    <a:pt x="43" y="51"/>
                    <a:pt x="42" y="52"/>
                    <a:pt x="41" y="52"/>
                  </a:cubicBezTo>
                  <a:cubicBezTo>
                    <a:pt x="38" y="52"/>
                    <a:pt x="38" y="52"/>
                    <a:pt x="38" y="52"/>
                  </a:cubicBezTo>
                  <a:cubicBezTo>
                    <a:pt x="38" y="52"/>
                    <a:pt x="38" y="52"/>
                    <a:pt x="38" y="52"/>
                  </a:cubicBezTo>
                  <a:cubicBezTo>
                    <a:pt x="38" y="53"/>
                    <a:pt x="37" y="53"/>
                    <a:pt x="36" y="53"/>
                  </a:cubicBezTo>
                  <a:cubicBezTo>
                    <a:pt x="35" y="53"/>
                    <a:pt x="35" y="53"/>
                    <a:pt x="34" y="52"/>
                  </a:cubicBezTo>
                  <a:cubicBezTo>
                    <a:pt x="34" y="52"/>
                    <a:pt x="34" y="52"/>
                    <a:pt x="34" y="52"/>
                  </a:cubicBezTo>
                  <a:cubicBezTo>
                    <a:pt x="31" y="52"/>
                    <a:pt x="31" y="52"/>
                    <a:pt x="31" y="52"/>
                  </a:cubicBezTo>
                  <a:moveTo>
                    <a:pt x="37" y="0"/>
                  </a:moveTo>
                  <a:cubicBezTo>
                    <a:pt x="34" y="0"/>
                    <a:pt x="30" y="0"/>
                    <a:pt x="26" y="1"/>
                  </a:cubicBezTo>
                  <a:cubicBezTo>
                    <a:pt x="17" y="4"/>
                    <a:pt x="8" y="11"/>
                    <a:pt x="6" y="25"/>
                  </a:cubicBezTo>
                  <a:cubicBezTo>
                    <a:pt x="6" y="29"/>
                    <a:pt x="6" y="31"/>
                    <a:pt x="7" y="32"/>
                  </a:cubicBezTo>
                  <a:cubicBezTo>
                    <a:pt x="7" y="33"/>
                    <a:pt x="8" y="34"/>
                    <a:pt x="8" y="35"/>
                  </a:cubicBezTo>
                  <a:cubicBezTo>
                    <a:pt x="8" y="36"/>
                    <a:pt x="8" y="36"/>
                    <a:pt x="7" y="37"/>
                  </a:cubicBezTo>
                  <a:cubicBezTo>
                    <a:pt x="1" y="46"/>
                    <a:pt x="1" y="46"/>
                    <a:pt x="1" y="46"/>
                  </a:cubicBezTo>
                  <a:cubicBezTo>
                    <a:pt x="0" y="47"/>
                    <a:pt x="0" y="48"/>
                    <a:pt x="0" y="49"/>
                  </a:cubicBezTo>
                  <a:cubicBezTo>
                    <a:pt x="2" y="50"/>
                    <a:pt x="5" y="50"/>
                    <a:pt x="5" y="51"/>
                  </a:cubicBezTo>
                  <a:cubicBezTo>
                    <a:pt x="6" y="51"/>
                    <a:pt x="7" y="52"/>
                    <a:pt x="6" y="53"/>
                  </a:cubicBezTo>
                  <a:cubicBezTo>
                    <a:pt x="6" y="54"/>
                    <a:pt x="5" y="56"/>
                    <a:pt x="6" y="56"/>
                  </a:cubicBezTo>
                  <a:cubicBezTo>
                    <a:pt x="7" y="57"/>
                    <a:pt x="7" y="57"/>
                    <a:pt x="7" y="57"/>
                  </a:cubicBezTo>
                  <a:cubicBezTo>
                    <a:pt x="7" y="57"/>
                    <a:pt x="7" y="57"/>
                    <a:pt x="6" y="58"/>
                  </a:cubicBezTo>
                  <a:cubicBezTo>
                    <a:pt x="6" y="59"/>
                    <a:pt x="6" y="60"/>
                    <a:pt x="8" y="61"/>
                  </a:cubicBezTo>
                  <a:cubicBezTo>
                    <a:pt x="8" y="61"/>
                    <a:pt x="9" y="63"/>
                    <a:pt x="8" y="66"/>
                  </a:cubicBezTo>
                  <a:cubicBezTo>
                    <a:pt x="8" y="68"/>
                    <a:pt x="7" y="71"/>
                    <a:pt x="9" y="72"/>
                  </a:cubicBezTo>
                  <a:cubicBezTo>
                    <a:pt x="10" y="73"/>
                    <a:pt x="11" y="73"/>
                    <a:pt x="13" y="73"/>
                  </a:cubicBezTo>
                  <a:cubicBezTo>
                    <a:pt x="16" y="73"/>
                    <a:pt x="21" y="72"/>
                    <a:pt x="24" y="71"/>
                  </a:cubicBezTo>
                  <a:cubicBezTo>
                    <a:pt x="24" y="71"/>
                    <a:pt x="25" y="74"/>
                    <a:pt x="27" y="81"/>
                  </a:cubicBezTo>
                  <a:cubicBezTo>
                    <a:pt x="60" y="71"/>
                    <a:pt x="60" y="71"/>
                    <a:pt x="60" y="71"/>
                  </a:cubicBezTo>
                  <a:cubicBezTo>
                    <a:pt x="58" y="66"/>
                    <a:pt x="58" y="63"/>
                    <a:pt x="57" y="61"/>
                  </a:cubicBezTo>
                  <a:cubicBezTo>
                    <a:pt x="57" y="57"/>
                    <a:pt x="64" y="49"/>
                    <a:pt x="66" y="40"/>
                  </a:cubicBezTo>
                  <a:cubicBezTo>
                    <a:pt x="69" y="30"/>
                    <a:pt x="69" y="17"/>
                    <a:pt x="58" y="8"/>
                  </a:cubicBezTo>
                  <a:cubicBezTo>
                    <a:pt x="52" y="3"/>
                    <a:pt x="45" y="0"/>
                    <a:pt x="37" y="0"/>
                  </a:cubicBezTo>
                </a:path>
              </a:pathLst>
            </a:custGeom>
            <a:solidFill>
              <a:srgbClr val="7271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 name="组合 20"/>
          <p:cNvGrpSpPr/>
          <p:nvPr/>
        </p:nvGrpSpPr>
        <p:grpSpPr>
          <a:xfrm>
            <a:off x="7317950" y="3002757"/>
            <a:ext cx="317807" cy="615202"/>
            <a:chOff x="2087563" y="242888"/>
            <a:chExt cx="173038" cy="334963"/>
          </a:xfrm>
        </p:grpSpPr>
        <p:sp>
          <p:nvSpPr>
            <p:cNvPr id="30" name="Freeform 15"/>
            <p:cNvSpPr>
              <a:spLocks noEditPoints="1"/>
            </p:cNvSpPr>
            <p:nvPr/>
          </p:nvSpPr>
          <p:spPr bwMode="auto">
            <a:xfrm>
              <a:off x="2087563" y="242888"/>
              <a:ext cx="173038" cy="334963"/>
            </a:xfrm>
            <a:custGeom>
              <a:avLst/>
              <a:gdLst>
                <a:gd name="T0" fmla="*/ 21 w 46"/>
                <a:gd name="T1" fmla="*/ 83 h 89"/>
                <a:gd name="T2" fmla="*/ 21 w 46"/>
                <a:gd name="T3" fmla="*/ 78 h 89"/>
                <a:gd name="T4" fmla="*/ 26 w 46"/>
                <a:gd name="T5" fmla="*/ 78 h 89"/>
                <a:gd name="T6" fmla="*/ 26 w 46"/>
                <a:gd name="T7" fmla="*/ 83 h 89"/>
                <a:gd name="T8" fmla="*/ 21 w 46"/>
                <a:gd name="T9" fmla="*/ 83 h 89"/>
                <a:gd name="T10" fmla="*/ 3 w 46"/>
                <a:gd name="T11" fmla="*/ 76 h 89"/>
                <a:gd name="T12" fmla="*/ 3 w 46"/>
                <a:gd name="T13" fmla="*/ 3 h 89"/>
                <a:gd name="T14" fmla="*/ 44 w 46"/>
                <a:gd name="T15" fmla="*/ 3 h 89"/>
                <a:gd name="T16" fmla="*/ 44 w 46"/>
                <a:gd name="T17" fmla="*/ 12 h 89"/>
                <a:gd name="T18" fmla="*/ 44 w 46"/>
                <a:gd name="T19" fmla="*/ 76 h 89"/>
                <a:gd name="T20" fmla="*/ 30 w 46"/>
                <a:gd name="T21" fmla="*/ 76 h 89"/>
                <a:gd name="T22" fmla="*/ 30 w 46"/>
                <a:gd name="T23" fmla="*/ 74 h 89"/>
                <a:gd name="T24" fmla="*/ 28 w 46"/>
                <a:gd name="T25" fmla="*/ 72 h 89"/>
                <a:gd name="T26" fmla="*/ 18 w 46"/>
                <a:gd name="T27" fmla="*/ 72 h 89"/>
                <a:gd name="T28" fmla="*/ 17 w 46"/>
                <a:gd name="T29" fmla="*/ 74 h 89"/>
                <a:gd name="T30" fmla="*/ 17 w 46"/>
                <a:gd name="T31" fmla="*/ 76 h 89"/>
                <a:gd name="T32" fmla="*/ 3 w 46"/>
                <a:gd name="T33" fmla="*/ 76 h 89"/>
                <a:gd name="T34" fmla="*/ 45 w 46"/>
                <a:gd name="T35" fmla="*/ 0 h 89"/>
                <a:gd name="T36" fmla="*/ 2 w 46"/>
                <a:gd name="T37" fmla="*/ 0 h 89"/>
                <a:gd name="T38" fmla="*/ 0 w 46"/>
                <a:gd name="T39" fmla="*/ 2 h 89"/>
                <a:gd name="T40" fmla="*/ 0 w 46"/>
                <a:gd name="T41" fmla="*/ 87 h 89"/>
                <a:gd name="T42" fmla="*/ 2 w 46"/>
                <a:gd name="T43" fmla="*/ 89 h 89"/>
                <a:gd name="T44" fmla="*/ 45 w 46"/>
                <a:gd name="T45" fmla="*/ 89 h 89"/>
                <a:gd name="T46" fmla="*/ 46 w 46"/>
                <a:gd name="T47" fmla="*/ 87 h 89"/>
                <a:gd name="T48" fmla="*/ 46 w 46"/>
                <a:gd name="T49" fmla="*/ 2 h 89"/>
                <a:gd name="T50" fmla="*/ 45 w 46"/>
                <a:gd name="T51"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6" h="89">
                  <a:moveTo>
                    <a:pt x="21" y="83"/>
                  </a:moveTo>
                  <a:cubicBezTo>
                    <a:pt x="21" y="78"/>
                    <a:pt x="21" y="78"/>
                    <a:pt x="21" y="78"/>
                  </a:cubicBezTo>
                  <a:cubicBezTo>
                    <a:pt x="26" y="78"/>
                    <a:pt x="26" y="78"/>
                    <a:pt x="26" y="78"/>
                  </a:cubicBezTo>
                  <a:cubicBezTo>
                    <a:pt x="26" y="83"/>
                    <a:pt x="26" y="83"/>
                    <a:pt x="26" y="83"/>
                  </a:cubicBezTo>
                  <a:cubicBezTo>
                    <a:pt x="21" y="83"/>
                    <a:pt x="21" y="83"/>
                    <a:pt x="21" y="83"/>
                  </a:cubicBezTo>
                  <a:moveTo>
                    <a:pt x="3" y="76"/>
                  </a:moveTo>
                  <a:cubicBezTo>
                    <a:pt x="3" y="3"/>
                    <a:pt x="3" y="3"/>
                    <a:pt x="3" y="3"/>
                  </a:cubicBezTo>
                  <a:cubicBezTo>
                    <a:pt x="44" y="3"/>
                    <a:pt x="44" y="3"/>
                    <a:pt x="44" y="3"/>
                  </a:cubicBezTo>
                  <a:cubicBezTo>
                    <a:pt x="44" y="12"/>
                    <a:pt x="44" y="12"/>
                    <a:pt x="44" y="12"/>
                  </a:cubicBezTo>
                  <a:cubicBezTo>
                    <a:pt x="44" y="76"/>
                    <a:pt x="44" y="76"/>
                    <a:pt x="44" y="76"/>
                  </a:cubicBezTo>
                  <a:cubicBezTo>
                    <a:pt x="30" y="76"/>
                    <a:pt x="30" y="76"/>
                    <a:pt x="30" y="76"/>
                  </a:cubicBezTo>
                  <a:cubicBezTo>
                    <a:pt x="30" y="74"/>
                    <a:pt x="30" y="74"/>
                    <a:pt x="30" y="74"/>
                  </a:cubicBezTo>
                  <a:cubicBezTo>
                    <a:pt x="30" y="73"/>
                    <a:pt x="29" y="72"/>
                    <a:pt x="28" y="72"/>
                  </a:cubicBezTo>
                  <a:cubicBezTo>
                    <a:pt x="18" y="72"/>
                    <a:pt x="18" y="72"/>
                    <a:pt x="18" y="72"/>
                  </a:cubicBezTo>
                  <a:cubicBezTo>
                    <a:pt x="17" y="72"/>
                    <a:pt x="17" y="73"/>
                    <a:pt x="17" y="74"/>
                  </a:cubicBezTo>
                  <a:cubicBezTo>
                    <a:pt x="17" y="76"/>
                    <a:pt x="17" y="76"/>
                    <a:pt x="17" y="76"/>
                  </a:cubicBezTo>
                  <a:cubicBezTo>
                    <a:pt x="3" y="76"/>
                    <a:pt x="3" y="76"/>
                    <a:pt x="3" y="76"/>
                  </a:cubicBezTo>
                  <a:moveTo>
                    <a:pt x="45" y="0"/>
                  </a:moveTo>
                  <a:cubicBezTo>
                    <a:pt x="2" y="0"/>
                    <a:pt x="2" y="0"/>
                    <a:pt x="2" y="0"/>
                  </a:cubicBezTo>
                  <a:cubicBezTo>
                    <a:pt x="1" y="0"/>
                    <a:pt x="0" y="1"/>
                    <a:pt x="0" y="2"/>
                  </a:cubicBezTo>
                  <a:cubicBezTo>
                    <a:pt x="0" y="87"/>
                    <a:pt x="0" y="87"/>
                    <a:pt x="0" y="87"/>
                  </a:cubicBezTo>
                  <a:cubicBezTo>
                    <a:pt x="0" y="88"/>
                    <a:pt x="1" y="89"/>
                    <a:pt x="2" y="89"/>
                  </a:cubicBezTo>
                  <a:cubicBezTo>
                    <a:pt x="45" y="89"/>
                    <a:pt x="45" y="89"/>
                    <a:pt x="45" y="89"/>
                  </a:cubicBezTo>
                  <a:cubicBezTo>
                    <a:pt x="46" y="89"/>
                    <a:pt x="46" y="88"/>
                    <a:pt x="46" y="87"/>
                  </a:cubicBezTo>
                  <a:cubicBezTo>
                    <a:pt x="46" y="2"/>
                    <a:pt x="46" y="2"/>
                    <a:pt x="46" y="2"/>
                  </a:cubicBezTo>
                  <a:cubicBezTo>
                    <a:pt x="46" y="1"/>
                    <a:pt x="46" y="0"/>
                    <a:pt x="45" y="0"/>
                  </a:cubicBezTo>
                </a:path>
              </a:pathLst>
            </a:custGeom>
            <a:solidFill>
              <a:srgbClr val="7271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16"/>
            <p:cNvSpPr>
              <a:spLocks noEditPoints="1"/>
            </p:cNvSpPr>
            <p:nvPr/>
          </p:nvSpPr>
          <p:spPr bwMode="auto">
            <a:xfrm>
              <a:off x="2098675" y="288926"/>
              <a:ext cx="155575" cy="241300"/>
            </a:xfrm>
            <a:custGeom>
              <a:avLst/>
              <a:gdLst>
                <a:gd name="T0" fmla="*/ 26 w 41"/>
                <a:gd name="T1" fmla="*/ 61 h 64"/>
                <a:gd name="T2" fmla="*/ 27 w 41"/>
                <a:gd name="T3" fmla="*/ 62 h 64"/>
                <a:gd name="T4" fmla="*/ 27 w 41"/>
                <a:gd name="T5" fmla="*/ 64 h 64"/>
                <a:gd name="T6" fmla="*/ 27 w 41"/>
                <a:gd name="T7" fmla="*/ 62 h 64"/>
                <a:gd name="T8" fmla="*/ 26 w 41"/>
                <a:gd name="T9" fmla="*/ 61 h 64"/>
                <a:gd name="T10" fmla="*/ 41 w 41"/>
                <a:gd name="T11" fmla="*/ 0 h 64"/>
                <a:gd name="T12" fmla="*/ 0 w 41"/>
                <a:gd name="T13" fmla="*/ 24 h 64"/>
                <a:gd name="T14" fmla="*/ 0 w 41"/>
                <a:gd name="T15" fmla="*/ 64 h 64"/>
                <a:gd name="T16" fmla="*/ 0 w 41"/>
                <a:gd name="T17" fmla="*/ 64 h 64"/>
                <a:gd name="T18" fmla="*/ 0 w 41"/>
                <a:gd name="T19" fmla="*/ 24 h 64"/>
                <a:gd name="T20" fmla="*/ 41 w 41"/>
                <a:gd name="T21"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 h="64">
                  <a:moveTo>
                    <a:pt x="26" y="61"/>
                  </a:moveTo>
                  <a:cubicBezTo>
                    <a:pt x="27" y="61"/>
                    <a:pt x="27" y="61"/>
                    <a:pt x="27" y="62"/>
                  </a:cubicBezTo>
                  <a:cubicBezTo>
                    <a:pt x="27" y="64"/>
                    <a:pt x="27" y="64"/>
                    <a:pt x="27" y="64"/>
                  </a:cubicBezTo>
                  <a:cubicBezTo>
                    <a:pt x="27" y="62"/>
                    <a:pt x="27" y="62"/>
                    <a:pt x="27" y="62"/>
                  </a:cubicBezTo>
                  <a:cubicBezTo>
                    <a:pt x="27" y="61"/>
                    <a:pt x="27" y="61"/>
                    <a:pt x="26" y="61"/>
                  </a:cubicBezTo>
                  <a:moveTo>
                    <a:pt x="41" y="0"/>
                  </a:moveTo>
                  <a:cubicBezTo>
                    <a:pt x="0" y="24"/>
                    <a:pt x="0" y="24"/>
                    <a:pt x="0" y="24"/>
                  </a:cubicBezTo>
                  <a:cubicBezTo>
                    <a:pt x="0" y="64"/>
                    <a:pt x="0" y="64"/>
                    <a:pt x="0" y="64"/>
                  </a:cubicBezTo>
                  <a:cubicBezTo>
                    <a:pt x="0" y="64"/>
                    <a:pt x="0" y="64"/>
                    <a:pt x="0" y="64"/>
                  </a:cubicBezTo>
                  <a:cubicBezTo>
                    <a:pt x="0" y="24"/>
                    <a:pt x="0" y="24"/>
                    <a:pt x="0" y="24"/>
                  </a:cubicBezTo>
                  <a:cubicBezTo>
                    <a:pt x="41" y="0"/>
                    <a:pt x="41" y="0"/>
                    <a:pt x="41"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2" name="组合 21"/>
          <p:cNvGrpSpPr/>
          <p:nvPr/>
        </p:nvGrpSpPr>
        <p:grpSpPr>
          <a:xfrm>
            <a:off x="5791573" y="2177199"/>
            <a:ext cx="658936" cy="539396"/>
            <a:chOff x="3378200" y="2670176"/>
            <a:chExt cx="358775" cy="293688"/>
          </a:xfrm>
        </p:grpSpPr>
        <p:sp>
          <p:nvSpPr>
            <p:cNvPr id="26" name="Freeform 18"/>
            <p:cNvSpPr>
              <a:spLocks/>
            </p:cNvSpPr>
            <p:nvPr/>
          </p:nvSpPr>
          <p:spPr bwMode="auto">
            <a:xfrm>
              <a:off x="3578225" y="2705101"/>
              <a:ext cx="158750" cy="258763"/>
            </a:xfrm>
            <a:custGeom>
              <a:avLst/>
              <a:gdLst>
                <a:gd name="T0" fmla="*/ 22 w 42"/>
                <a:gd name="T1" fmla="*/ 0 h 69"/>
                <a:gd name="T2" fmla="*/ 18 w 42"/>
                <a:gd name="T3" fmla="*/ 0 h 69"/>
                <a:gd name="T4" fmla="*/ 18 w 42"/>
                <a:gd name="T5" fmla="*/ 1 h 69"/>
                <a:gd name="T6" fmla="*/ 18 w 42"/>
                <a:gd name="T7" fmla="*/ 1 h 69"/>
                <a:gd name="T8" fmla="*/ 18 w 42"/>
                <a:gd name="T9" fmla="*/ 1 h 69"/>
                <a:gd name="T10" fmla="*/ 18 w 42"/>
                <a:gd name="T11" fmla="*/ 1 h 69"/>
                <a:gd name="T12" fmla="*/ 22 w 42"/>
                <a:gd name="T13" fmla="*/ 1 h 69"/>
                <a:gd name="T14" fmla="*/ 24 w 42"/>
                <a:gd name="T15" fmla="*/ 4 h 69"/>
                <a:gd name="T16" fmla="*/ 24 w 42"/>
                <a:gd name="T17" fmla="*/ 15 h 69"/>
                <a:gd name="T18" fmla="*/ 24 w 42"/>
                <a:gd name="T19" fmla="*/ 15 h 69"/>
                <a:gd name="T20" fmla="*/ 6 w 42"/>
                <a:gd name="T21" fmla="*/ 33 h 69"/>
                <a:gd name="T22" fmla="*/ 6 w 42"/>
                <a:gd name="T23" fmla="*/ 38 h 69"/>
                <a:gd name="T24" fmla="*/ 0 w 42"/>
                <a:gd name="T25" fmla="*/ 48 h 69"/>
                <a:gd name="T26" fmla="*/ 6 w 42"/>
                <a:gd name="T27" fmla="*/ 48 h 69"/>
                <a:gd name="T28" fmla="*/ 6 w 42"/>
                <a:gd name="T29" fmla="*/ 60 h 69"/>
                <a:gd name="T30" fmla="*/ 10 w 42"/>
                <a:gd name="T31" fmla="*/ 60 h 69"/>
                <a:gd name="T32" fmla="*/ 17 w 42"/>
                <a:gd name="T33" fmla="*/ 60 h 69"/>
                <a:gd name="T34" fmla="*/ 19 w 42"/>
                <a:gd name="T35" fmla="*/ 69 h 69"/>
                <a:gd name="T36" fmla="*/ 42 w 42"/>
                <a:gd name="T37" fmla="*/ 69 h 69"/>
                <a:gd name="T38" fmla="*/ 37 w 42"/>
                <a:gd name="T39" fmla="*/ 49 h 69"/>
                <a:gd name="T40" fmla="*/ 42 w 42"/>
                <a:gd name="T41" fmla="*/ 33 h 69"/>
                <a:gd name="T42" fmla="*/ 26 w 42"/>
                <a:gd name="T43" fmla="*/ 15 h 69"/>
                <a:gd name="T44" fmla="*/ 26 w 42"/>
                <a:gd name="T45" fmla="*/ 15 h 69"/>
                <a:gd name="T46" fmla="*/ 26 w 42"/>
                <a:gd name="T47" fmla="*/ 4 h 69"/>
                <a:gd name="T48" fmla="*/ 22 w 42"/>
                <a:gd name="T49"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 h="69">
                  <a:moveTo>
                    <a:pt x="22" y="0"/>
                  </a:moveTo>
                  <a:cubicBezTo>
                    <a:pt x="18" y="0"/>
                    <a:pt x="18" y="0"/>
                    <a:pt x="18" y="0"/>
                  </a:cubicBezTo>
                  <a:cubicBezTo>
                    <a:pt x="18" y="1"/>
                    <a:pt x="18" y="1"/>
                    <a:pt x="18" y="1"/>
                  </a:cubicBezTo>
                  <a:cubicBezTo>
                    <a:pt x="18" y="1"/>
                    <a:pt x="18" y="1"/>
                    <a:pt x="18" y="1"/>
                  </a:cubicBezTo>
                  <a:cubicBezTo>
                    <a:pt x="18" y="1"/>
                    <a:pt x="18" y="1"/>
                    <a:pt x="18" y="1"/>
                  </a:cubicBezTo>
                  <a:cubicBezTo>
                    <a:pt x="18" y="1"/>
                    <a:pt x="18" y="1"/>
                    <a:pt x="18" y="1"/>
                  </a:cubicBezTo>
                  <a:cubicBezTo>
                    <a:pt x="22" y="1"/>
                    <a:pt x="22" y="1"/>
                    <a:pt x="22" y="1"/>
                  </a:cubicBezTo>
                  <a:cubicBezTo>
                    <a:pt x="23" y="1"/>
                    <a:pt x="24" y="2"/>
                    <a:pt x="24" y="4"/>
                  </a:cubicBezTo>
                  <a:cubicBezTo>
                    <a:pt x="24" y="15"/>
                    <a:pt x="24" y="15"/>
                    <a:pt x="24" y="15"/>
                  </a:cubicBezTo>
                  <a:cubicBezTo>
                    <a:pt x="24" y="15"/>
                    <a:pt x="24" y="15"/>
                    <a:pt x="24" y="15"/>
                  </a:cubicBezTo>
                  <a:cubicBezTo>
                    <a:pt x="14" y="15"/>
                    <a:pt x="6" y="23"/>
                    <a:pt x="6" y="33"/>
                  </a:cubicBezTo>
                  <a:cubicBezTo>
                    <a:pt x="6" y="38"/>
                    <a:pt x="6" y="38"/>
                    <a:pt x="6" y="38"/>
                  </a:cubicBezTo>
                  <a:cubicBezTo>
                    <a:pt x="0" y="48"/>
                    <a:pt x="0" y="48"/>
                    <a:pt x="0" y="48"/>
                  </a:cubicBezTo>
                  <a:cubicBezTo>
                    <a:pt x="6" y="48"/>
                    <a:pt x="6" y="48"/>
                    <a:pt x="6" y="48"/>
                  </a:cubicBezTo>
                  <a:cubicBezTo>
                    <a:pt x="6" y="60"/>
                    <a:pt x="6" y="60"/>
                    <a:pt x="6" y="60"/>
                  </a:cubicBezTo>
                  <a:cubicBezTo>
                    <a:pt x="6" y="60"/>
                    <a:pt x="8" y="60"/>
                    <a:pt x="10" y="60"/>
                  </a:cubicBezTo>
                  <a:cubicBezTo>
                    <a:pt x="12" y="60"/>
                    <a:pt x="14" y="60"/>
                    <a:pt x="17" y="60"/>
                  </a:cubicBezTo>
                  <a:cubicBezTo>
                    <a:pt x="19" y="69"/>
                    <a:pt x="19" y="69"/>
                    <a:pt x="19" y="69"/>
                  </a:cubicBezTo>
                  <a:cubicBezTo>
                    <a:pt x="42" y="69"/>
                    <a:pt x="42" y="69"/>
                    <a:pt x="42" y="69"/>
                  </a:cubicBezTo>
                  <a:cubicBezTo>
                    <a:pt x="37" y="49"/>
                    <a:pt x="37" y="49"/>
                    <a:pt x="37" y="49"/>
                  </a:cubicBezTo>
                  <a:cubicBezTo>
                    <a:pt x="38" y="46"/>
                    <a:pt x="42" y="41"/>
                    <a:pt x="42" y="33"/>
                  </a:cubicBezTo>
                  <a:cubicBezTo>
                    <a:pt x="42" y="24"/>
                    <a:pt x="35" y="16"/>
                    <a:pt x="26" y="15"/>
                  </a:cubicBezTo>
                  <a:cubicBezTo>
                    <a:pt x="26" y="15"/>
                    <a:pt x="26" y="15"/>
                    <a:pt x="26" y="15"/>
                  </a:cubicBezTo>
                  <a:cubicBezTo>
                    <a:pt x="26" y="4"/>
                    <a:pt x="26" y="4"/>
                    <a:pt x="26" y="4"/>
                  </a:cubicBezTo>
                  <a:cubicBezTo>
                    <a:pt x="26" y="2"/>
                    <a:pt x="24" y="0"/>
                    <a:pt x="22" y="0"/>
                  </a:cubicBezTo>
                </a:path>
              </a:pathLst>
            </a:custGeom>
            <a:solidFill>
              <a:srgbClr val="7271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19"/>
            <p:cNvSpPr>
              <a:spLocks/>
            </p:cNvSpPr>
            <p:nvPr/>
          </p:nvSpPr>
          <p:spPr bwMode="auto">
            <a:xfrm>
              <a:off x="3378200" y="2705101"/>
              <a:ext cx="158750" cy="258763"/>
            </a:xfrm>
            <a:custGeom>
              <a:avLst/>
              <a:gdLst>
                <a:gd name="T0" fmla="*/ 24 w 42"/>
                <a:gd name="T1" fmla="*/ 0 h 69"/>
                <a:gd name="T2" fmla="*/ 21 w 42"/>
                <a:gd name="T3" fmla="*/ 0 h 69"/>
                <a:gd name="T4" fmla="*/ 17 w 42"/>
                <a:gd name="T5" fmla="*/ 4 h 69"/>
                <a:gd name="T6" fmla="*/ 17 w 42"/>
                <a:gd name="T7" fmla="*/ 15 h 69"/>
                <a:gd name="T8" fmla="*/ 17 w 42"/>
                <a:gd name="T9" fmla="*/ 15 h 69"/>
                <a:gd name="T10" fmla="*/ 0 w 42"/>
                <a:gd name="T11" fmla="*/ 33 h 69"/>
                <a:gd name="T12" fmla="*/ 6 w 42"/>
                <a:gd name="T13" fmla="*/ 49 h 69"/>
                <a:gd name="T14" fmla="*/ 0 w 42"/>
                <a:gd name="T15" fmla="*/ 69 h 69"/>
                <a:gd name="T16" fmla="*/ 24 w 42"/>
                <a:gd name="T17" fmla="*/ 69 h 69"/>
                <a:gd name="T18" fmla="*/ 26 w 42"/>
                <a:gd name="T19" fmla="*/ 60 h 69"/>
                <a:gd name="T20" fmla="*/ 32 w 42"/>
                <a:gd name="T21" fmla="*/ 60 h 69"/>
                <a:gd name="T22" fmla="*/ 37 w 42"/>
                <a:gd name="T23" fmla="*/ 60 h 69"/>
                <a:gd name="T24" fmla="*/ 37 w 42"/>
                <a:gd name="T25" fmla="*/ 48 h 69"/>
                <a:gd name="T26" fmla="*/ 42 w 42"/>
                <a:gd name="T27" fmla="*/ 48 h 69"/>
                <a:gd name="T28" fmla="*/ 37 w 42"/>
                <a:gd name="T29" fmla="*/ 38 h 69"/>
                <a:gd name="T30" fmla="*/ 37 w 42"/>
                <a:gd name="T31" fmla="*/ 33 h 69"/>
                <a:gd name="T32" fmla="*/ 18 w 42"/>
                <a:gd name="T33" fmla="*/ 15 h 69"/>
                <a:gd name="T34" fmla="*/ 18 w 42"/>
                <a:gd name="T35" fmla="*/ 4 h 69"/>
                <a:gd name="T36" fmla="*/ 21 w 42"/>
                <a:gd name="T37" fmla="*/ 1 h 69"/>
                <a:gd name="T38" fmla="*/ 24 w 42"/>
                <a:gd name="T39" fmla="*/ 1 h 69"/>
                <a:gd name="T40" fmla="*/ 24 w 42"/>
                <a:gd name="T41" fmla="*/ 1 h 69"/>
                <a:gd name="T42" fmla="*/ 24 w 42"/>
                <a:gd name="T4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 h="69">
                  <a:moveTo>
                    <a:pt x="24" y="0"/>
                  </a:moveTo>
                  <a:cubicBezTo>
                    <a:pt x="21" y="0"/>
                    <a:pt x="21" y="0"/>
                    <a:pt x="21" y="0"/>
                  </a:cubicBezTo>
                  <a:cubicBezTo>
                    <a:pt x="19" y="0"/>
                    <a:pt x="17" y="2"/>
                    <a:pt x="17" y="4"/>
                  </a:cubicBezTo>
                  <a:cubicBezTo>
                    <a:pt x="17" y="15"/>
                    <a:pt x="17" y="15"/>
                    <a:pt x="17" y="15"/>
                  </a:cubicBezTo>
                  <a:cubicBezTo>
                    <a:pt x="17" y="15"/>
                    <a:pt x="17" y="15"/>
                    <a:pt x="17" y="15"/>
                  </a:cubicBezTo>
                  <a:cubicBezTo>
                    <a:pt x="8" y="16"/>
                    <a:pt x="0" y="24"/>
                    <a:pt x="0" y="33"/>
                  </a:cubicBezTo>
                  <a:cubicBezTo>
                    <a:pt x="0" y="41"/>
                    <a:pt x="4" y="46"/>
                    <a:pt x="6" y="49"/>
                  </a:cubicBezTo>
                  <a:cubicBezTo>
                    <a:pt x="0" y="69"/>
                    <a:pt x="0" y="69"/>
                    <a:pt x="0" y="69"/>
                  </a:cubicBezTo>
                  <a:cubicBezTo>
                    <a:pt x="24" y="69"/>
                    <a:pt x="24" y="69"/>
                    <a:pt x="24" y="69"/>
                  </a:cubicBezTo>
                  <a:cubicBezTo>
                    <a:pt x="26" y="60"/>
                    <a:pt x="26" y="60"/>
                    <a:pt x="26" y="60"/>
                  </a:cubicBezTo>
                  <a:cubicBezTo>
                    <a:pt x="28" y="60"/>
                    <a:pt x="30" y="60"/>
                    <a:pt x="32" y="60"/>
                  </a:cubicBezTo>
                  <a:cubicBezTo>
                    <a:pt x="35" y="60"/>
                    <a:pt x="37" y="60"/>
                    <a:pt x="37" y="60"/>
                  </a:cubicBezTo>
                  <a:cubicBezTo>
                    <a:pt x="37" y="48"/>
                    <a:pt x="37" y="48"/>
                    <a:pt x="37" y="48"/>
                  </a:cubicBezTo>
                  <a:cubicBezTo>
                    <a:pt x="42" y="48"/>
                    <a:pt x="42" y="48"/>
                    <a:pt x="42" y="48"/>
                  </a:cubicBezTo>
                  <a:cubicBezTo>
                    <a:pt x="37" y="38"/>
                    <a:pt x="37" y="38"/>
                    <a:pt x="37" y="38"/>
                  </a:cubicBezTo>
                  <a:cubicBezTo>
                    <a:pt x="37" y="33"/>
                    <a:pt x="37" y="33"/>
                    <a:pt x="37" y="33"/>
                  </a:cubicBezTo>
                  <a:cubicBezTo>
                    <a:pt x="37" y="23"/>
                    <a:pt x="28" y="15"/>
                    <a:pt x="18" y="15"/>
                  </a:cubicBezTo>
                  <a:cubicBezTo>
                    <a:pt x="18" y="4"/>
                    <a:pt x="18" y="4"/>
                    <a:pt x="18" y="4"/>
                  </a:cubicBezTo>
                  <a:cubicBezTo>
                    <a:pt x="18" y="2"/>
                    <a:pt x="19" y="1"/>
                    <a:pt x="21" y="1"/>
                  </a:cubicBezTo>
                  <a:cubicBezTo>
                    <a:pt x="24" y="1"/>
                    <a:pt x="24" y="1"/>
                    <a:pt x="24" y="1"/>
                  </a:cubicBezTo>
                  <a:cubicBezTo>
                    <a:pt x="24" y="1"/>
                    <a:pt x="24" y="1"/>
                    <a:pt x="24" y="1"/>
                  </a:cubicBezTo>
                  <a:cubicBezTo>
                    <a:pt x="24" y="0"/>
                    <a:pt x="24" y="0"/>
                    <a:pt x="24" y="0"/>
                  </a:cubicBezTo>
                </a:path>
              </a:pathLst>
            </a:custGeom>
            <a:solidFill>
              <a:srgbClr val="7271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20"/>
            <p:cNvSpPr>
              <a:spLocks/>
            </p:cNvSpPr>
            <p:nvPr/>
          </p:nvSpPr>
          <p:spPr bwMode="auto">
            <a:xfrm>
              <a:off x="3552825" y="2670176"/>
              <a:ext cx="93663" cy="71438"/>
            </a:xfrm>
            <a:custGeom>
              <a:avLst/>
              <a:gdLst>
                <a:gd name="T0" fmla="*/ 16 w 25"/>
                <a:gd name="T1" fmla="*/ 0 h 19"/>
                <a:gd name="T2" fmla="*/ 8 w 25"/>
                <a:gd name="T3" fmla="*/ 0 h 19"/>
                <a:gd name="T4" fmla="*/ 8 w 25"/>
                <a:gd name="T5" fmla="*/ 3 h 19"/>
                <a:gd name="T6" fmla="*/ 1 w 25"/>
                <a:gd name="T7" fmla="*/ 3 h 19"/>
                <a:gd name="T8" fmla="*/ 0 w 25"/>
                <a:gd name="T9" fmla="*/ 5 h 19"/>
                <a:gd name="T10" fmla="*/ 1 w 25"/>
                <a:gd name="T11" fmla="*/ 6 h 19"/>
                <a:gd name="T12" fmla="*/ 8 w 25"/>
                <a:gd name="T13" fmla="*/ 6 h 19"/>
                <a:gd name="T14" fmla="*/ 8 w 25"/>
                <a:gd name="T15" fmla="*/ 13 h 19"/>
                <a:gd name="T16" fmla="*/ 1 w 25"/>
                <a:gd name="T17" fmla="*/ 13 h 19"/>
                <a:gd name="T18" fmla="*/ 0 w 25"/>
                <a:gd name="T19" fmla="*/ 14 h 19"/>
                <a:gd name="T20" fmla="*/ 1 w 25"/>
                <a:gd name="T21" fmla="*/ 16 h 19"/>
                <a:gd name="T22" fmla="*/ 8 w 25"/>
                <a:gd name="T23" fmla="*/ 16 h 19"/>
                <a:gd name="T24" fmla="*/ 8 w 25"/>
                <a:gd name="T25" fmla="*/ 19 h 19"/>
                <a:gd name="T26" fmla="*/ 16 w 25"/>
                <a:gd name="T27" fmla="*/ 19 h 19"/>
                <a:gd name="T28" fmla="*/ 25 w 25"/>
                <a:gd name="T29" fmla="*/ 10 h 19"/>
                <a:gd name="T30" fmla="*/ 25 w 25"/>
                <a:gd name="T31" fmla="*/ 10 h 19"/>
                <a:gd name="T32" fmla="*/ 25 w 25"/>
                <a:gd name="T33" fmla="*/ 10 h 19"/>
                <a:gd name="T34" fmla="*/ 16 w 25"/>
                <a:gd name="T3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 h="19">
                  <a:moveTo>
                    <a:pt x="16" y="0"/>
                  </a:moveTo>
                  <a:cubicBezTo>
                    <a:pt x="8" y="0"/>
                    <a:pt x="8" y="0"/>
                    <a:pt x="8" y="0"/>
                  </a:cubicBezTo>
                  <a:cubicBezTo>
                    <a:pt x="8" y="3"/>
                    <a:pt x="8" y="3"/>
                    <a:pt x="8" y="3"/>
                  </a:cubicBezTo>
                  <a:cubicBezTo>
                    <a:pt x="1" y="3"/>
                    <a:pt x="1" y="3"/>
                    <a:pt x="1" y="3"/>
                  </a:cubicBezTo>
                  <a:cubicBezTo>
                    <a:pt x="1" y="3"/>
                    <a:pt x="0" y="4"/>
                    <a:pt x="0" y="5"/>
                  </a:cubicBezTo>
                  <a:cubicBezTo>
                    <a:pt x="0" y="6"/>
                    <a:pt x="1" y="6"/>
                    <a:pt x="1" y="6"/>
                  </a:cubicBezTo>
                  <a:cubicBezTo>
                    <a:pt x="8" y="6"/>
                    <a:pt x="8" y="6"/>
                    <a:pt x="8" y="6"/>
                  </a:cubicBezTo>
                  <a:cubicBezTo>
                    <a:pt x="8" y="13"/>
                    <a:pt x="8" y="13"/>
                    <a:pt x="8" y="13"/>
                  </a:cubicBezTo>
                  <a:cubicBezTo>
                    <a:pt x="1" y="13"/>
                    <a:pt x="1" y="13"/>
                    <a:pt x="1" y="13"/>
                  </a:cubicBezTo>
                  <a:cubicBezTo>
                    <a:pt x="1" y="13"/>
                    <a:pt x="0" y="14"/>
                    <a:pt x="0" y="14"/>
                  </a:cubicBezTo>
                  <a:cubicBezTo>
                    <a:pt x="0" y="15"/>
                    <a:pt x="1" y="16"/>
                    <a:pt x="1" y="16"/>
                  </a:cubicBezTo>
                  <a:cubicBezTo>
                    <a:pt x="8" y="16"/>
                    <a:pt x="8" y="16"/>
                    <a:pt x="8" y="16"/>
                  </a:cubicBezTo>
                  <a:cubicBezTo>
                    <a:pt x="8" y="19"/>
                    <a:pt x="8" y="19"/>
                    <a:pt x="8" y="19"/>
                  </a:cubicBezTo>
                  <a:cubicBezTo>
                    <a:pt x="16" y="19"/>
                    <a:pt x="16" y="19"/>
                    <a:pt x="16" y="19"/>
                  </a:cubicBezTo>
                  <a:cubicBezTo>
                    <a:pt x="21" y="19"/>
                    <a:pt x="25" y="15"/>
                    <a:pt x="25" y="10"/>
                  </a:cubicBezTo>
                  <a:cubicBezTo>
                    <a:pt x="25" y="10"/>
                    <a:pt x="25" y="10"/>
                    <a:pt x="25" y="10"/>
                  </a:cubicBezTo>
                  <a:cubicBezTo>
                    <a:pt x="25" y="10"/>
                    <a:pt x="25" y="10"/>
                    <a:pt x="25" y="10"/>
                  </a:cubicBezTo>
                  <a:cubicBezTo>
                    <a:pt x="25" y="5"/>
                    <a:pt x="21" y="0"/>
                    <a:pt x="16" y="0"/>
                  </a:cubicBezTo>
                </a:path>
              </a:pathLst>
            </a:custGeom>
            <a:solidFill>
              <a:srgbClr val="7271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21"/>
            <p:cNvSpPr>
              <a:spLocks/>
            </p:cNvSpPr>
            <p:nvPr/>
          </p:nvSpPr>
          <p:spPr bwMode="auto">
            <a:xfrm>
              <a:off x="3468688" y="2670176"/>
              <a:ext cx="68263" cy="71438"/>
            </a:xfrm>
            <a:custGeom>
              <a:avLst/>
              <a:gdLst>
                <a:gd name="T0" fmla="*/ 18 w 18"/>
                <a:gd name="T1" fmla="*/ 0 h 19"/>
                <a:gd name="T2" fmla="*/ 10 w 18"/>
                <a:gd name="T3" fmla="*/ 0 h 19"/>
                <a:gd name="T4" fmla="*/ 0 w 18"/>
                <a:gd name="T5" fmla="*/ 10 h 19"/>
                <a:gd name="T6" fmla="*/ 10 w 18"/>
                <a:gd name="T7" fmla="*/ 19 h 19"/>
                <a:gd name="T8" fmla="*/ 18 w 18"/>
                <a:gd name="T9" fmla="*/ 19 h 19"/>
                <a:gd name="T10" fmla="*/ 18 w 18"/>
                <a:gd name="T11" fmla="*/ 0 h 19"/>
              </a:gdLst>
              <a:ahLst/>
              <a:cxnLst>
                <a:cxn ang="0">
                  <a:pos x="T0" y="T1"/>
                </a:cxn>
                <a:cxn ang="0">
                  <a:pos x="T2" y="T3"/>
                </a:cxn>
                <a:cxn ang="0">
                  <a:pos x="T4" y="T5"/>
                </a:cxn>
                <a:cxn ang="0">
                  <a:pos x="T6" y="T7"/>
                </a:cxn>
                <a:cxn ang="0">
                  <a:pos x="T8" y="T9"/>
                </a:cxn>
                <a:cxn ang="0">
                  <a:pos x="T10" y="T11"/>
                </a:cxn>
              </a:cxnLst>
              <a:rect l="0" t="0" r="r" b="b"/>
              <a:pathLst>
                <a:path w="18" h="19">
                  <a:moveTo>
                    <a:pt x="18" y="0"/>
                  </a:moveTo>
                  <a:cubicBezTo>
                    <a:pt x="10" y="0"/>
                    <a:pt x="10" y="0"/>
                    <a:pt x="10" y="0"/>
                  </a:cubicBezTo>
                  <a:cubicBezTo>
                    <a:pt x="4" y="0"/>
                    <a:pt x="0" y="5"/>
                    <a:pt x="0" y="10"/>
                  </a:cubicBezTo>
                  <a:cubicBezTo>
                    <a:pt x="0" y="15"/>
                    <a:pt x="4" y="19"/>
                    <a:pt x="10" y="19"/>
                  </a:cubicBezTo>
                  <a:cubicBezTo>
                    <a:pt x="18" y="19"/>
                    <a:pt x="18" y="19"/>
                    <a:pt x="18" y="19"/>
                  </a:cubicBezTo>
                  <a:cubicBezTo>
                    <a:pt x="18" y="0"/>
                    <a:pt x="18" y="0"/>
                    <a:pt x="18" y="0"/>
                  </a:cubicBezTo>
                </a:path>
              </a:pathLst>
            </a:custGeom>
            <a:solidFill>
              <a:srgbClr val="7271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3" name="组合 22"/>
          <p:cNvGrpSpPr/>
          <p:nvPr/>
        </p:nvGrpSpPr>
        <p:grpSpPr>
          <a:xfrm>
            <a:off x="4371474" y="4674384"/>
            <a:ext cx="691009" cy="600623"/>
            <a:chOff x="612775" y="2647951"/>
            <a:chExt cx="376238" cy="327025"/>
          </a:xfrm>
        </p:grpSpPr>
        <p:sp>
          <p:nvSpPr>
            <p:cNvPr id="24" name="Freeform 22"/>
            <p:cNvSpPr>
              <a:spLocks noEditPoints="1"/>
            </p:cNvSpPr>
            <p:nvPr/>
          </p:nvSpPr>
          <p:spPr bwMode="auto">
            <a:xfrm>
              <a:off x="612775" y="2727326"/>
              <a:ext cx="247650" cy="247650"/>
            </a:xfrm>
            <a:custGeom>
              <a:avLst/>
              <a:gdLst>
                <a:gd name="T0" fmla="*/ 33 w 66"/>
                <a:gd name="T1" fmla="*/ 46 h 66"/>
                <a:gd name="T2" fmla="*/ 21 w 66"/>
                <a:gd name="T3" fmla="*/ 33 h 66"/>
                <a:gd name="T4" fmla="*/ 33 w 66"/>
                <a:gd name="T5" fmla="*/ 21 h 66"/>
                <a:gd name="T6" fmla="*/ 45 w 66"/>
                <a:gd name="T7" fmla="*/ 33 h 66"/>
                <a:gd name="T8" fmla="*/ 33 w 66"/>
                <a:gd name="T9" fmla="*/ 46 h 66"/>
                <a:gd name="T10" fmla="*/ 36 w 66"/>
                <a:gd name="T11" fmla="*/ 0 h 66"/>
                <a:gd name="T12" fmla="*/ 30 w 66"/>
                <a:gd name="T13" fmla="*/ 0 h 66"/>
                <a:gd name="T14" fmla="*/ 28 w 66"/>
                <a:gd name="T15" fmla="*/ 3 h 66"/>
                <a:gd name="T16" fmla="*/ 28 w 66"/>
                <a:gd name="T17" fmla="*/ 8 h 66"/>
                <a:gd name="T18" fmla="*/ 18 w 66"/>
                <a:gd name="T19" fmla="*/ 12 h 66"/>
                <a:gd name="T20" fmla="*/ 15 w 66"/>
                <a:gd name="T21" fmla="*/ 8 h 66"/>
                <a:gd name="T22" fmla="*/ 13 w 66"/>
                <a:gd name="T23" fmla="*/ 7 h 66"/>
                <a:gd name="T24" fmla="*/ 12 w 66"/>
                <a:gd name="T25" fmla="*/ 8 h 66"/>
                <a:gd name="T26" fmla="*/ 7 w 66"/>
                <a:gd name="T27" fmla="*/ 12 h 66"/>
                <a:gd name="T28" fmla="*/ 8 w 66"/>
                <a:gd name="T29" fmla="*/ 15 h 66"/>
                <a:gd name="T30" fmla="*/ 11 w 66"/>
                <a:gd name="T31" fmla="*/ 19 h 66"/>
                <a:gd name="T32" fmla="*/ 7 w 66"/>
                <a:gd name="T33" fmla="*/ 28 h 66"/>
                <a:gd name="T34" fmla="*/ 2 w 66"/>
                <a:gd name="T35" fmla="*/ 28 h 66"/>
                <a:gd name="T36" fmla="*/ 0 w 66"/>
                <a:gd name="T37" fmla="*/ 30 h 66"/>
                <a:gd name="T38" fmla="*/ 0 w 66"/>
                <a:gd name="T39" fmla="*/ 37 h 66"/>
                <a:gd name="T40" fmla="*/ 2 w 66"/>
                <a:gd name="T41" fmla="*/ 38 h 66"/>
                <a:gd name="T42" fmla="*/ 7 w 66"/>
                <a:gd name="T43" fmla="*/ 38 h 66"/>
                <a:gd name="T44" fmla="*/ 11 w 66"/>
                <a:gd name="T45" fmla="*/ 48 h 66"/>
                <a:gd name="T46" fmla="*/ 8 w 66"/>
                <a:gd name="T47" fmla="*/ 52 h 66"/>
                <a:gd name="T48" fmla="*/ 7 w 66"/>
                <a:gd name="T49" fmla="*/ 54 h 66"/>
                <a:gd name="T50" fmla="*/ 12 w 66"/>
                <a:gd name="T51" fmla="*/ 59 h 66"/>
                <a:gd name="T52" fmla="*/ 13 w 66"/>
                <a:gd name="T53" fmla="*/ 60 h 66"/>
                <a:gd name="T54" fmla="*/ 15 w 66"/>
                <a:gd name="T55" fmla="*/ 59 h 66"/>
                <a:gd name="T56" fmla="*/ 18 w 66"/>
                <a:gd name="T57" fmla="*/ 55 h 66"/>
                <a:gd name="T58" fmla="*/ 28 w 66"/>
                <a:gd name="T59" fmla="*/ 59 h 66"/>
                <a:gd name="T60" fmla="*/ 28 w 66"/>
                <a:gd name="T61" fmla="*/ 64 h 66"/>
                <a:gd name="T62" fmla="*/ 30 w 66"/>
                <a:gd name="T63" fmla="*/ 66 h 66"/>
                <a:gd name="T64" fmla="*/ 36 w 66"/>
                <a:gd name="T65" fmla="*/ 66 h 66"/>
                <a:gd name="T66" fmla="*/ 38 w 66"/>
                <a:gd name="T67" fmla="*/ 64 h 66"/>
                <a:gd name="T68" fmla="*/ 38 w 66"/>
                <a:gd name="T69" fmla="*/ 59 h 66"/>
                <a:gd name="T70" fmla="*/ 48 w 66"/>
                <a:gd name="T71" fmla="*/ 55 h 66"/>
                <a:gd name="T72" fmla="*/ 51 w 66"/>
                <a:gd name="T73" fmla="*/ 59 h 66"/>
                <a:gd name="T74" fmla="*/ 53 w 66"/>
                <a:gd name="T75" fmla="*/ 60 h 66"/>
                <a:gd name="T76" fmla="*/ 54 w 66"/>
                <a:gd name="T77" fmla="*/ 59 h 66"/>
                <a:gd name="T78" fmla="*/ 59 w 66"/>
                <a:gd name="T79" fmla="*/ 54 h 66"/>
                <a:gd name="T80" fmla="*/ 58 w 66"/>
                <a:gd name="T81" fmla="*/ 52 h 66"/>
                <a:gd name="T82" fmla="*/ 55 w 66"/>
                <a:gd name="T83" fmla="*/ 48 h 66"/>
                <a:gd name="T84" fmla="*/ 59 w 66"/>
                <a:gd name="T85" fmla="*/ 38 h 66"/>
                <a:gd name="T86" fmla="*/ 64 w 66"/>
                <a:gd name="T87" fmla="*/ 38 h 66"/>
                <a:gd name="T88" fmla="*/ 66 w 66"/>
                <a:gd name="T89" fmla="*/ 37 h 66"/>
                <a:gd name="T90" fmla="*/ 66 w 66"/>
                <a:gd name="T91" fmla="*/ 30 h 66"/>
                <a:gd name="T92" fmla="*/ 64 w 66"/>
                <a:gd name="T93" fmla="*/ 28 h 66"/>
                <a:gd name="T94" fmla="*/ 59 w 66"/>
                <a:gd name="T95" fmla="*/ 28 h 66"/>
                <a:gd name="T96" fmla="*/ 55 w 66"/>
                <a:gd name="T97" fmla="*/ 19 h 66"/>
                <a:gd name="T98" fmla="*/ 58 w 66"/>
                <a:gd name="T99" fmla="*/ 15 h 66"/>
                <a:gd name="T100" fmla="*/ 59 w 66"/>
                <a:gd name="T101" fmla="*/ 12 h 66"/>
                <a:gd name="T102" fmla="*/ 54 w 66"/>
                <a:gd name="T103" fmla="*/ 8 h 66"/>
                <a:gd name="T104" fmla="*/ 53 w 66"/>
                <a:gd name="T105" fmla="*/ 7 h 66"/>
                <a:gd name="T106" fmla="*/ 51 w 66"/>
                <a:gd name="T107" fmla="*/ 8 h 66"/>
                <a:gd name="T108" fmla="*/ 48 w 66"/>
                <a:gd name="T109" fmla="*/ 12 h 66"/>
                <a:gd name="T110" fmla="*/ 38 w 66"/>
                <a:gd name="T111" fmla="*/ 8 h 66"/>
                <a:gd name="T112" fmla="*/ 38 w 66"/>
                <a:gd name="T113" fmla="*/ 3 h 66"/>
                <a:gd name="T114" fmla="*/ 36 w 66"/>
                <a:gd name="T115"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6" h="66">
                  <a:moveTo>
                    <a:pt x="33" y="46"/>
                  </a:moveTo>
                  <a:cubicBezTo>
                    <a:pt x="26" y="46"/>
                    <a:pt x="21" y="40"/>
                    <a:pt x="21" y="33"/>
                  </a:cubicBezTo>
                  <a:cubicBezTo>
                    <a:pt x="21" y="27"/>
                    <a:pt x="26" y="21"/>
                    <a:pt x="33" y="21"/>
                  </a:cubicBezTo>
                  <a:cubicBezTo>
                    <a:pt x="40" y="21"/>
                    <a:pt x="45" y="27"/>
                    <a:pt x="45" y="33"/>
                  </a:cubicBezTo>
                  <a:cubicBezTo>
                    <a:pt x="45" y="40"/>
                    <a:pt x="40" y="46"/>
                    <a:pt x="33" y="46"/>
                  </a:cubicBezTo>
                  <a:moveTo>
                    <a:pt x="36" y="0"/>
                  </a:moveTo>
                  <a:cubicBezTo>
                    <a:pt x="30" y="0"/>
                    <a:pt x="30" y="0"/>
                    <a:pt x="30" y="0"/>
                  </a:cubicBezTo>
                  <a:cubicBezTo>
                    <a:pt x="29" y="0"/>
                    <a:pt x="28" y="1"/>
                    <a:pt x="28" y="3"/>
                  </a:cubicBezTo>
                  <a:cubicBezTo>
                    <a:pt x="28" y="8"/>
                    <a:pt x="28" y="8"/>
                    <a:pt x="28" y="8"/>
                  </a:cubicBezTo>
                  <a:cubicBezTo>
                    <a:pt x="25" y="8"/>
                    <a:pt x="21" y="10"/>
                    <a:pt x="18" y="12"/>
                  </a:cubicBezTo>
                  <a:cubicBezTo>
                    <a:pt x="15" y="8"/>
                    <a:pt x="15" y="8"/>
                    <a:pt x="15" y="8"/>
                  </a:cubicBezTo>
                  <a:cubicBezTo>
                    <a:pt x="14" y="8"/>
                    <a:pt x="14" y="7"/>
                    <a:pt x="13" y="7"/>
                  </a:cubicBezTo>
                  <a:cubicBezTo>
                    <a:pt x="13" y="7"/>
                    <a:pt x="12" y="7"/>
                    <a:pt x="12" y="8"/>
                  </a:cubicBezTo>
                  <a:cubicBezTo>
                    <a:pt x="7" y="12"/>
                    <a:pt x="7" y="12"/>
                    <a:pt x="7" y="12"/>
                  </a:cubicBezTo>
                  <a:cubicBezTo>
                    <a:pt x="7" y="13"/>
                    <a:pt x="7" y="14"/>
                    <a:pt x="8" y="15"/>
                  </a:cubicBezTo>
                  <a:cubicBezTo>
                    <a:pt x="11" y="19"/>
                    <a:pt x="11" y="19"/>
                    <a:pt x="11" y="19"/>
                  </a:cubicBezTo>
                  <a:cubicBezTo>
                    <a:pt x="9" y="22"/>
                    <a:pt x="8" y="25"/>
                    <a:pt x="7" y="28"/>
                  </a:cubicBezTo>
                  <a:cubicBezTo>
                    <a:pt x="2" y="28"/>
                    <a:pt x="2" y="28"/>
                    <a:pt x="2" y="28"/>
                  </a:cubicBezTo>
                  <a:cubicBezTo>
                    <a:pt x="1" y="28"/>
                    <a:pt x="0" y="29"/>
                    <a:pt x="0" y="30"/>
                  </a:cubicBezTo>
                  <a:cubicBezTo>
                    <a:pt x="0" y="37"/>
                    <a:pt x="0" y="37"/>
                    <a:pt x="0" y="37"/>
                  </a:cubicBezTo>
                  <a:cubicBezTo>
                    <a:pt x="0" y="38"/>
                    <a:pt x="1" y="38"/>
                    <a:pt x="2" y="38"/>
                  </a:cubicBezTo>
                  <a:cubicBezTo>
                    <a:pt x="7" y="38"/>
                    <a:pt x="7" y="38"/>
                    <a:pt x="7" y="38"/>
                  </a:cubicBezTo>
                  <a:cubicBezTo>
                    <a:pt x="8" y="42"/>
                    <a:pt x="9" y="45"/>
                    <a:pt x="11" y="48"/>
                  </a:cubicBezTo>
                  <a:cubicBezTo>
                    <a:pt x="8" y="52"/>
                    <a:pt x="8" y="52"/>
                    <a:pt x="8" y="52"/>
                  </a:cubicBezTo>
                  <a:cubicBezTo>
                    <a:pt x="7" y="53"/>
                    <a:pt x="7" y="54"/>
                    <a:pt x="7" y="54"/>
                  </a:cubicBezTo>
                  <a:cubicBezTo>
                    <a:pt x="12" y="59"/>
                    <a:pt x="12" y="59"/>
                    <a:pt x="12" y="59"/>
                  </a:cubicBezTo>
                  <a:cubicBezTo>
                    <a:pt x="12" y="59"/>
                    <a:pt x="13" y="60"/>
                    <a:pt x="13" y="60"/>
                  </a:cubicBezTo>
                  <a:cubicBezTo>
                    <a:pt x="14" y="60"/>
                    <a:pt x="14" y="59"/>
                    <a:pt x="15" y="59"/>
                  </a:cubicBezTo>
                  <a:cubicBezTo>
                    <a:pt x="18" y="55"/>
                    <a:pt x="18" y="55"/>
                    <a:pt x="18" y="55"/>
                  </a:cubicBezTo>
                  <a:cubicBezTo>
                    <a:pt x="21" y="57"/>
                    <a:pt x="25" y="58"/>
                    <a:pt x="28" y="59"/>
                  </a:cubicBezTo>
                  <a:cubicBezTo>
                    <a:pt x="28" y="64"/>
                    <a:pt x="28" y="64"/>
                    <a:pt x="28" y="64"/>
                  </a:cubicBezTo>
                  <a:cubicBezTo>
                    <a:pt x="28" y="65"/>
                    <a:pt x="29" y="66"/>
                    <a:pt x="30" y="66"/>
                  </a:cubicBezTo>
                  <a:cubicBezTo>
                    <a:pt x="36" y="66"/>
                    <a:pt x="36" y="66"/>
                    <a:pt x="36" y="66"/>
                  </a:cubicBezTo>
                  <a:cubicBezTo>
                    <a:pt x="37" y="66"/>
                    <a:pt x="38" y="65"/>
                    <a:pt x="38" y="64"/>
                  </a:cubicBezTo>
                  <a:cubicBezTo>
                    <a:pt x="38" y="59"/>
                    <a:pt x="38" y="59"/>
                    <a:pt x="38" y="59"/>
                  </a:cubicBezTo>
                  <a:cubicBezTo>
                    <a:pt x="42" y="58"/>
                    <a:pt x="45" y="57"/>
                    <a:pt x="48" y="55"/>
                  </a:cubicBezTo>
                  <a:cubicBezTo>
                    <a:pt x="51" y="59"/>
                    <a:pt x="51" y="59"/>
                    <a:pt x="51" y="59"/>
                  </a:cubicBezTo>
                  <a:cubicBezTo>
                    <a:pt x="52" y="59"/>
                    <a:pt x="52" y="60"/>
                    <a:pt x="53" y="60"/>
                  </a:cubicBezTo>
                  <a:cubicBezTo>
                    <a:pt x="53" y="60"/>
                    <a:pt x="54" y="59"/>
                    <a:pt x="54" y="59"/>
                  </a:cubicBezTo>
                  <a:cubicBezTo>
                    <a:pt x="59" y="54"/>
                    <a:pt x="59" y="54"/>
                    <a:pt x="59" y="54"/>
                  </a:cubicBezTo>
                  <a:cubicBezTo>
                    <a:pt x="59" y="54"/>
                    <a:pt x="59" y="53"/>
                    <a:pt x="58" y="52"/>
                  </a:cubicBezTo>
                  <a:cubicBezTo>
                    <a:pt x="55" y="48"/>
                    <a:pt x="55" y="48"/>
                    <a:pt x="55" y="48"/>
                  </a:cubicBezTo>
                  <a:cubicBezTo>
                    <a:pt x="57" y="45"/>
                    <a:pt x="58" y="42"/>
                    <a:pt x="59" y="38"/>
                  </a:cubicBezTo>
                  <a:cubicBezTo>
                    <a:pt x="64" y="38"/>
                    <a:pt x="64" y="38"/>
                    <a:pt x="64" y="38"/>
                  </a:cubicBezTo>
                  <a:cubicBezTo>
                    <a:pt x="65" y="38"/>
                    <a:pt x="66" y="38"/>
                    <a:pt x="66" y="37"/>
                  </a:cubicBezTo>
                  <a:cubicBezTo>
                    <a:pt x="66" y="30"/>
                    <a:pt x="66" y="30"/>
                    <a:pt x="66" y="30"/>
                  </a:cubicBezTo>
                  <a:cubicBezTo>
                    <a:pt x="66" y="29"/>
                    <a:pt x="65" y="28"/>
                    <a:pt x="64" y="28"/>
                  </a:cubicBezTo>
                  <a:cubicBezTo>
                    <a:pt x="59" y="28"/>
                    <a:pt x="59" y="28"/>
                    <a:pt x="59" y="28"/>
                  </a:cubicBezTo>
                  <a:cubicBezTo>
                    <a:pt x="58" y="25"/>
                    <a:pt x="57" y="22"/>
                    <a:pt x="55" y="19"/>
                  </a:cubicBezTo>
                  <a:cubicBezTo>
                    <a:pt x="58" y="15"/>
                    <a:pt x="58" y="15"/>
                    <a:pt x="58" y="15"/>
                  </a:cubicBezTo>
                  <a:cubicBezTo>
                    <a:pt x="59" y="14"/>
                    <a:pt x="59" y="13"/>
                    <a:pt x="59" y="12"/>
                  </a:cubicBezTo>
                  <a:cubicBezTo>
                    <a:pt x="54" y="8"/>
                    <a:pt x="54" y="8"/>
                    <a:pt x="54" y="8"/>
                  </a:cubicBezTo>
                  <a:cubicBezTo>
                    <a:pt x="54" y="7"/>
                    <a:pt x="53" y="7"/>
                    <a:pt x="53" y="7"/>
                  </a:cubicBezTo>
                  <a:cubicBezTo>
                    <a:pt x="52" y="7"/>
                    <a:pt x="52" y="8"/>
                    <a:pt x="51" y="8"/>
                  </a:cubicBezTo>
                  <a:cubicBezTo>
                    <a:pt x="48" y="12"/>
                    <a:pt x="48" y="12"/>
                    <a:pt x="48" y="12"/>
                  </a:cubicBezTo>
                  <a:cubicBezTo>
                    <a:pt x="45" y="10"/>
                    <a:pt x="42" y="8"/>
                    <a:pt x="38" y="8"/>
                  </a:cubicBezTo>
                  <a:cubicBezTo>
                    <a:pt x="38" y="3"/>
                    <a:pt x="38" y="3"/>
                    <a:pt x="38" y="3"/>
                  </a:cubicBezTo>
                  <a:cubicBezTo>
                    <a:pt x="38" y="1"/>
                    <a:pt x="37" y="0"/>
                    <a:pt x="36" y="0"/>
                  </a:cubicBezTo>
                </a:path>
              </a:pathLst>
            </a:custGeom>
            <a:solidFill>
              <a:srgbClr val="7271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23"/>
            <p:cNvSpPr>
              <a:spLocks noEditPoints="1"/>
            </p:cNvSpPr>
            <p:nvPr/>
          </p:nvSpPr>
          <p:spPr bwMode="auto">
            <a:xfrm>
              <a:off x="808038" y="2647951"/>
              <a:ext cx="180975" cy="180975"/>
            </a:xfrm>
            <a:custGeom>
              <a:avLst/>
              <a:gdLst>
                <a:gd name="T0" fmla="*/ 24 w 48"/>
                <a:gd name="T1" fmla="*/ 33 h 48"/>
                <a:gd name="T2" fmla="*/ 15 w 48"/>
                <a:gd name="T3" fmla="*/ 24 h 48"/>
                <a:gd name="T4" fmla="*/ 24 w 48"/>
                <a:gd name="T5" fmla="*/ 15 h 48"/>
                <a:gd name="T6" fmla="*/ 33 w 48"/>
                <a:gd name="T7" fmla="*/ 24 h 48"/>
                <a:gd name="T8" fmla="*/ 24 w 48"/>
                <a:gd name="T9" fmla="*/ 33 h 48"/>
                <a:gd name="T10" fmla="*/ 26 w 48"/>
                <a:gd name="T11" fmla="*/ 0 h 48"/>
                <a:gd name="T12" fmla="*/ 22 w 48"/>
                <a:gd name="T13" fmla="*/ 0 h 48"/>
                <a:gd name="T14" fmla="*/ 20 w 48"/>
                <a:gd name="T15" fmla="*/ 2 h 48"/>
                <a:gd name="T16" fmla="*/ 20 w 48"/>
                <a:gd name="T17" fmla="*/ 5 h 48"/>
                <a:gd name="T18" fmla="*/ 14 w 48"/>
                <a:gd name="T19" fmla="*/ 8 h 48"/>
                <a:gd name="T20" fmla="*/ 11 w 48"/>
                <a:gd name="T21" fmla="*/ 6 h 48"/>
                <a:gd name="T22" fmla="*/ 10 w 48"/>
                <a:gd name="T23" fmla="*/ 5 h 48"/>
                <a:gd name="T24" fmla="*/ 9 w 48"/>
                <a:gd name="T25" fmla="*/ 5 h 48"/>
                <a:gd name="T26" fmla="*/ 5 w 48"/>
                <a:gd name="T27" fmla="*/ 9 h 48"/>
                <a:gd name="T28" fmla="*/ 6 w 48"/>
                <a:gd name="T29" fmla="*/ 11 h 48"/>
                <a:gd name="T30" fmla="*/ 8 w 48"/>
                <a:gd name="T31" fmla="*/ 13 h 48"/>
                <a:gd name="T32" fmla="*/ 5 w 48"/>
                <a:gd name="T33" fmla="*/ 20 h 48"/>
                <a:gd name="T34" fmla="*/ 2 w 48"/>
                <a:gd name="T35" fmla="*/ 20 h 48"/>
                <a:gd name="T36" fmla="*/ 0 w 48"/>
                <a:gd name="T37" fmla="*/ 22 h 48"/>
                <a:gd name="T38" fmla="*/ 0 w 48"/>
                <a:gd name="T39" fmla="*/ 26 h 48"/>
                <a:gd name="T40" fmla="*/ 2 w 48"/>
                <a:gd name="T41" fmla="*/ 28 h 48"/>
                <a:gd name="T42" fmla="*/ 5 w 48"/>
                <a:gd name="T43" fmla="*/ 28 h 48"/>
                <a:gd name="T44" fmla="*/ 8 w 48"/>
                <a:gd name="T45" fmla="*/ 35 h 48"/>
                <a:gd name="T46" fmla="*/ 6 w 48"/>
                <a:gd name="T47" fmla="*/ 37 h 48"/>
                <a:gd name="T48" fmla="*/ 5 w 48"/>
                <a:gd name="T49" fmla="*/ 39 h 48"/>
                <a:gd name="T50" fmla="*/ 9 w 48"/>
                <a:gd name="T51" fmla="*/ 43 h 48"/>
                <a:gd name="T52" fmla="*/ 10 w 48"/>
                <a:gd name="T53" fmla="*/ 43 h 48"/>
                <a:gd name="T54" fmla="*/ 11 w 48"/>
                <a:gd name="T55" fmla="*/ 42 h 48"/>
                <a:gd name="T56" fmla="*/ 14 w 48"/>
                <a:gd name="T57" fmla="*/ 40 h 48"/>
                <a:gd name="T58" fmla="*/ 20 w 48"/>
                <a:gd name="T59" fmla="*/ 43 h 48"/>
                <a:gd name="T60" fmla="*/ 20 w 48"/>
                <a:gd name="T61" fmla="*/ 46 h 48"/>
                <a:gd name="T62" fmla="*/ 22 w 48"/>
                <a:gd name="T63" fmla="*/ 48 h 48"/>
                <a:gd name="T64" fmla="*/ 26 w 48"/>
                <a:gd name="T65" fmla="*/ 48 h 48"/>
                <a:gd name="T66" fmla="*/ 28 w 48"/>
                <a:gd name="T67" fmla="*/ 46 h 48"/>
                <a:gd name="T68" fmla="*/ 28 w 48"/>
                <a:gd name="T69" fmla="*/ 43 h 48"/>
                <a:gd name="T70" fmla="*/ 35 w 48"/>
                <a:gd name="T71" fmla="*/ 40 h 48"/>
                <a:gd name="T72" fmla="*/ 37 w 48"/>
                <a:gd name="T73" fmla="*/ 42 h 48"/>
                <a:gd name="T74" fmla="*/ 39 w 48"/>
                <a:gd name="T75" fmla="*/ 43 h 48"/>
                <a:gd name="T76" fmla="*/ 39 w 48"/>
                <a:gd name="T77" fmla="*/ 43 h 48"/>
                <a:gd name="T78" fmla="*/ 43 w 48"/>
                <a:gd name="T79" fmla="*/ 39 h 48"/>
                <a:gd name="T80" fmla="*/ 42 w 48"/>
                <a:gd name="T81" fmla="*/ 37 h 48"/>
                <a:gd name="T82" fmla="*/ 40 w 48"/>
                <a:gd name="T83" fmla="*/ 35 h 48"/>
                <a:gd name="T84" fmla="*/ 43 w 48"/>
                <a:gd name="T85" fmla="*/ 28 h 48"/>
                <a:gd name="T86" fmla="*/ 46 w 48"/>
                <a:gd name="T87" fmla="*/ 28 h 48"/>
                <a:gd name="T88" fmla="*/ 48 w 48"/>
                <a:gd name="T89" fmla="*/ 26 h 48"/>
                <a:gd name="T90" fmla="*/ 48 w 48"/>
                <a:gd name="T91" fmla="*/ 22 h 48"/>
                <a:gd name="T92" fmla="*/ 46 w 48"/>
                <a:gd name="T93" fmla="*/ 20 h 48"/>
                <a:gd name="T94" fmla="*/ 43 w 48"/>
                <a:gd name="T95" fmla="*/ 20 h 48"/>
                <a:gd name="T96" fmla="*/ 40 w 48"/>
                <a:gd name="T97" fmla="*/ 13 h 48"/>
                <a:gd name="T98" fmla="*/ 42 w 48"/>
                <a:gd name="T99" fmla="*/ 11 h 48"/>
                <a:gd name="T100" fmla="*/ 43 w 48"/>
                <a:gd name="T101" fmla="*/ 9 h 48"/>
                <a:gd name="T102" fmla="*/ 39 w 48"/>
                <a:gd name="T103" fmla="*/ 5 h 48"/>
                <a:gd name="T104" fmla="*/ 39 w 48"/>
                <a:gd name="T105" fmla="*/ 5 h 48"/>
                <a:gd name="T106" fmla="*/ 37 w 48"/>
                <a:gd name="T107" fmla="*/ 6 h 48"/>
                <a:gd name="T108" fmla="*/ 35 w 48"/>
                <a:gd name="T109" fmla="*/ 8 h 48"/>
                <a:gd name="T110" fmla="*/ 28 w 48"/>
                <a:gd name="T111" fmla="*/ 5 h 48"/>
                <a:gd name="T112" fmla="*/ 28 w 48"/>
                <a:gd name="T113" fmla="*/ 2 h 48"/>
                <a:gd name="T114" fmla="*/ 26 w 48"/>
                <a:gd name="T11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8" h="48">
                  <a:moveTo>
                    <a:pt x="24" y="33"/>
                  </a:moveTo>
                  <a:cubicBezTo>
                    <a:pt x="19" y="33"/>
                    <a:pt x="15" y="29"/>
                    <a:pt x="15" y="24"/>
                  </a:cubicBezTo>
                  <a:cubicBezTo>
                    <a:pt x="15" y="19"/>
                    <a:pt x="19" y="15"/>
                    <a:pt x="24" y="15"/>
                  </a:cubicBezTo>
                  <a:cubicBezTo>
                    <a:pt x="29" y="15"/>
                    <a:pt x="33" y="19"/>
                    <a:pt x="33" y="24"/>
                  </a:cubicBezTo>
                  <a:cubicBezTo>
                    <a:pt x="33" y="29"/>
                    <a:pt x="29" y="33"/>
                    <a:pt x="24" y="33"/>
                  </a:cubicBezTo>
                  <a:moveTo>
                    <a:pt x="26" y="0"/>
                  </a:moveTo>
                  <a:cubicBezTo>
                    <a:pt x="22" y="0"/>
                    <a:pt x="22" y="0"/>
                    <a:pt x="22" y="0"/>
                  </a:cubicBezTo>
                  <a:cubicBezTo>
                    <a:pt x="21" y="0"/>
                    <a:pt x="20" y="1"/>
                    <a:pt x="20" y="2"/>
                  </a:cubicBezTo>
                  <a:cubicBezTo>
                    <a:pt x="20" y="5"/>
                    <a:pt x="20" y="5"/>
                    <a:pt x="20" y="5"/>
                  </a:cubicBezTo>
                  <a:cubicBezTo>
                    <a:pt x="18" y="6"/>
                    <a:pt x="16" y="7"/>
                    <a:pt x="14" y="8"/>
                  </a:cubicBezTo>
                  <a:cubicBezTo>
                    <a:pt x="11" y="6"/>
                    <a:pt x="11" y="6"/>
                    <a:pt x="11" y="6"/>
                  </a:cubicBezTo>
                  <a:cubicBezTo>
                    <a:pt x="11" y="5"/>
                    <a:pt x="10" y="5"/>
                    <a:pt x="10" y="5"/>
                  </a:cubicBezTo>
                  <a:cubicBezTo>
                    <a:pt x="9" y="5"/>
                    <a:pt x="9" y="5"/>
                    <a:pt x="9" y="5"/>
                  </a:cubicBezTo>
                  <a:cubicBezTo>
                    <a:pt x="5" y="9"/>
                    <a:pt x="5" y="9"/>
                    <a:pt x="5" y="9"/>
                  </a:cubicBezTo>
                  <a:cubicBezTo>
                    <a:pt x="5" y="9"/>
                    <a:pt x="5" y="10"/>
                    <a:pt x="6" y="11"/>
                  </a:cubicBezTo>
                  <a:cubicBezTo>
                    <a:pt x="8" y="13"/>
                    <a:pt x="8" y="13"/>
                    <a:pt x="8" y="13"/>
                  </a:cubicBezTo>
                  <a:cubicBezTo>
                    <a:pt x="7" y="15"/>
                    <a:pt x="6" y="18"/>
                    <a:pt x="5" y="20"/>
                  </a:cubicBezTo>
                  <a:cubicBezTo>
                    <a:pt x="2" y="20"/>
                    <a:pt x="2" y="20"/>
                    <a:pt x="2" y="20"/>
                  </a:cubicBezTo>
                  <a:cubicBezTo>
                    <a:pt x="1" y="20"/>
                    <a:pt x="0" y="21"/>
                    <a:pt x="0" y="22"/>
                  </a:cubicBezTo>
                  <a:cubicBezTo>
                    <a:pt x="0" y="26"/>
                    <a:pt x="0" y="26"/>
                    <a:pt x="0" y="26"/>
                  </a:cubicBezTo>
                  <a:cubicBezTo>
                    <a:pt x="0" y="27"/>
                    <a:pt x="1" y="28"/>
                    <a:pt x="2" y="28"/>
                  </a:cubicBezTo>
                  <a:cubicBezTo>
                    <a:pt x="5" y="28"/>
                    <a:pt x="5" y="28"/>
                    <a:pt x="5" y="28"/>
                  </a:cubicBezTo>
                  <a:cubicBezTo>
                    <a:pt x="6" y="30"/>
                    <a:pt x="7" y="32"/>
                    <a:pt x="8" y="35"/>
                  </a:cubicBezTo>
                  <a:cubicBezTo>
                    <a:pt x="6" y="37"/>
                    <a:pt x="6" y="37"/>
                    <a:pt x="6" y="37"/>
                  </a:cubicBezTo>
                  <a:cubicBezTo>
                    <a:pt x="5" y="38"/>
                    <a:pt x="5" y="39"/>
                    <a:pt x="5" y="39"/>
                  </a:cubicBezTo>
                  <a:cubicBezTo>
                    <a:pt x="9" y="43"/>
                    <a:pt x="9" y="43"/>
                    <a:pt x="9" y="43"/>
                  </a:cubicBezTo>
                  <a:cubicBezTo>
                    <a:pt x="9" y="43"/>
                    <a:pt x="9" y="43"/>
                    <a:pt x="10" y="43"/>
                  </a:cubicBezTo>
                  <a:cubicBezTo>
                    <a:pt x="10" y="43"/>
                    <a:pt x="11" y="43"/>
                    <a:pt x="11" y="42"/>
                  </a:cubicBezTo>
                  <a:cubicBezTo>
                    <a:pt x="14" y="40"/>
                    <a:pt x="14" y="40"/>
                    <a:pt x="14" y="40"/>
                  </a:cubicBezTo>
                  <a:cubicBezTo>
                    <a:pt x="16" y="41"/>
                    <a:pt x="18" y="42"/>
                    <a:pt x="20" y="43"/>
                  </a:cubicBezTo>
                  <a:cubicBezTo>
                    <a:pt x="20" y="46"/>
                    <a:pt x="20" y="46"/>
                    <a:pt x="20" y="46"/>
                  </a:cubicBezTo>
                  <a:cubicBezTo>
                    <a:pt x="20" y="47"/>
                    <a:pt x="21" y="48"/>
                    <a:pt x="22" y="48"/>
                  </a:cubicBezTo>
                  <a:cubicBezTo>
                    <a:pt x="26" y="48"/>
                    <a:pt x="26" y="48"/>
                    <a:pt x="26" y="48"/>
                  </a:cubicBezTo>
                  <a:cubicBezTo>
                    <a:pt x="27" y="48"/>
                    <a:pt x="28" y="47"/>
                    <a:pt x="28" y="46"/>
                  </a:cubicBezTo>
                  <a:cubicBezTo>
                    <a:pt x="28" y="43"/>
                    <a:pt x="28" y="43"/>
                    <a:pt x="28" y="43"/>
                  </a:cubicBezTo>
                  <a:cubicBezTo>
                    <a:pt x="30" y="42"/>
                    <a:pt x="33" y="41"/>
                    <a:pt x="35" y="40"/>
                  </a:cubicBezTo>
                  <a:cubicBezTo>
                    <a:pt x="37" y="42"/>
                    <a:pt x="37" y="42"/>
                    <a:pt x="37" y="42"/>
                  </a:cubicBezTo>
                  <a:cubicBezTo>
                    <a:pt x="38" y="43"/>
                    <a:pt x="38" y="43"/>
                    <a:pt x="39" y="43"/>
                  </a:cubicBezTo>
                  <a:cubicBezTo>
                    <a:pt x="39" y="43"/>
                    <a:pt x="39" y="43"/>
                    <a:pt x="39" y="43"/>
                  </a:cubicBezTo>
                  <a:cubicBezTo>
                    <a:pt x="43" y="39"/>
                    <a:pt x="43" y="39"/>
                    <a:pt x="43" y="39"/>
                  </a:cubicBezTo>
                  <a:cubicBezTo>
                    <a:pt x="43" y="39"/>
                    <a:pt x="43" y="38"/>
                    <a:pt x="42" y="37"/>
                  </a:cubicBezTo>
                  <a:cubicBezTo>
                    <a:pt x="40" y="35"/>
                    <a:pt x="40" y="35"/>
                    <a:pt x="40" y="35"/>
                  </a:cubicBezTo>
                  <a:cubicBezTo>
                    <a:pt x="41" y="32"/>
                    <a:pt x="42" y="30"/>
                    <a:pt x="43" y="28"/>
                  </a:cubicBezTo>
                  <a:cubicBezTo>
                    <a:pt x="46" y="28"/>
                    <a:pt x="46" y="28"/>
                    <a:pt x="46" y="28"/>
                  </a:cubicBezTo>
                  <a:cubicBezTo>
                    <a:pt x="47" y="28"/>
                    <a:pt x="48" y="27"/>
                    <a:pt x="48" y="26"/>
                  </a:cubicBezTo>
                  <a:cubicBezTo>
                    <a:pt x="48" y="22"/>
                    <a:pt x="48" y="22"/>
                    <a:pt x="48" y="22"/>
                  </a:cubicBezTo>
                  <a:cubicBezTo>
                    <a:pt x="48" y="21"/>
                    <a:pt x="47" y="20"/>
                    <a:pt x="46" y="20"/>
                  </a:cubicBezTo>
                  <a:cubicBezTo>
                    <a:pt x="43" y="20"/>
                    <a:pt x="43" y="20"/>
                    <a:pt x="43" y="20"/>
                  </a:cubicBezTo>
                  <a:cubicBezTo>
                    <a:pt x="42" y="18"/>
                    <a:pt x="41" y="15"/>
                    <a:pt x="40" y="13"/>
                  </a:cubicBezTo>
                  <a:cubicBezTo>
                    <a:pt x="42" y="11"/>
                    <a:pt x="42" y="11"/>
                    <a:pt x="42" y="11"/>
                  </a:cubicBezTo>
                  <a:cubicBezTo>
                    <a:pt x="43" y="10"/>
                    <a:pt x="43" y="9"/>
                    <a:pt x="43" y="9"/>
                  </a:cubicBezTo>
                  <a:cubicBezTo>
                    <a:pt x="39" y="5"/>
                    <a:pt x="39" y="5"/>
                    <a:pt x="39" y="5"/>
                  </a:cubicBezTo>
                  <a:cubicBezTo>
                    <a:pt x="39" y="5"/>
                    <a:pt x="39" y="5"/>
                    <a:pt x="39" y="5"/>
                  </a:cubicBezTo>
                  <a:cubicBezTo>
                    <a:pt x="38" y="5"/>
                    <a:pt x="38" y="5"/>
                    <a:pt x="37" y="6"/>
                  </a:cubicBezTo>
                  <a:cubicBezTo>
                    <a:pt x="35" y="8"/>
                    <a:pt x="35" y="8"/>
                    <a:pt x="35" y="8"/>
                  </a:cubicBezTo>
                  <a:cubicBezTo>
                    <a:pt x="33" y="7"/>
                    <a:pt x="30" y="6"/>
                    <a:pt x="28" y="5"/>
                  </a:cubicBezTo>
                  <a:cubicBezTo>
                    <a:pt x="28" y="2"/>
                    <a:pt x="28" y="2"/>
                    <a:pt x="28" y="2"/>
                  </a:cubicBezTo>
                  <a:cubicBezTo>
                    <a:pt x="28" y="1"/>
                    <a:pt x="27" y="0"/>
                    <a:pt x="26" y="0"/>
                  </a:cubicBezTo>
                </a:path>
              </a:pathLst>
            </a:custGeom>
            <a:solidFill>
              <a:srgbClr val="7271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43"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六项并列</a:t>
            </a:r>
            <a:endParaRPr lang="zh-CN" altLang="zh-CN" sz="2800" b="1" dirty="0">
              <a:solidFill>
                <a:schemeClr val="tx1">
                  <a:lumMod val="65000"/>
                  <a:lumOff val="35000"/>
                </a:schemeClr>
              </a:solidFill>
            </a:endParaRPr>
          </a:p>
        </p:txBody>
      </p:sp>
      <p:sp>
        <p:nvSpPr>
          <p:cNvPr id="45" name="Freeform 5"/>
          <p:cNvSpPr>
            <a:spLocks noEditPoints="1"/>
          </p:cNvSpPr>
          <p:nvPr/>
        </p:nvSpPr>
        <p:spPr bwMode="auto">
          <a:xfrm>
            <a:off x="3468988" y="5109051"/>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EE561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6" name="Freeform 9"/>
          <p:cNvSpPr>
            <a:spLocks noEditPoints="1"/>
          </p:cNvSpPr>
          <p:nvPr/>
        </p:nvSpPr>
        <p:spPr bwMode="auto">
          <a:xfrm>
            <a:off x="3468988" y="2773519"/>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484799"/>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7" name="Freeform 10"/>
          <p:cNvSpPr>
            <a:spLocks noEditPoints="1"/>
          </p:cNvSpPr>
          <p:nvPr/>
        </p:nvSpPr>
        <p:spPr bwMode="auto">
          <a:xfrm>
            <a:off x="3468988" y="3942079"/>
            <a:ext cx="295275" cy="293688"/>
          </a:xfrm>
          <a:custGeom>
            <a:avLst/>
            <a:gdLst>
              <a:gd name="T0" fmla="*/ 74 w 147"/>
              <a:gd name="T1" fmla="*/ 146 h 146"/>
              <a:gd name="T2" fmla="*/ 0 w 147"/>
              <a:gd name="T3" fmla="*/ 73 h 146"/>
              <a:gd name="T4" fmla="*/ 74 w 147"/>
              <a:gd name="T5" fmla="*/ 0 h 146"/>
              <a:gd name="T6" fmla="*/ 147 w 147"/>
              <a:gd name="T7" fmla="*/ 73 h 146"/>
              <a:gd name="T8" fmla="*/ 74 w 147"/>
              <a:gd name="T9" fmla="*/ 146 h 146"/>
              <a:gd name="T10" fmla="*/ 74 w 147"/>
              <a:gd name="T11" fmla="*/ 16 h 146"/>
              <a:gd name="T12" fmla="*/ 16 w 147"/>
              <a:gd name="T13" fmla="*/ 73 h 146"/>
              <a:gd name="T14" fmla="*/ 74 w 147"/>
              <a:gd name="T15" fmla="*/ 130 h 146"/>
              <a:gd name="T16" fmla="*/ 131 w 147"/>
              <a:gd name="T17" fmla="*/ 73 h 146"/>
              <a:gd name="T18" fmla="*/ 74 w 147"/>
              <a:gd name="T19" fmla="*/ 1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6">
                <a:moveTo>
                  <a:pt x="74" y="146"/>
                </a:moveTo>
                <a:cubicBezTo>
                  <a:pt x="33" y="146"/>
                  <a:pt x="0" y="114"/>
                  <a:pt x="0" y="73"/>
                </a:cubicBezTo>
                <a:cubicBezTo>
                  <a:pt x="0" y="33"/>
                  <a:pt x="33" y="0"/>
                  <a:pt x="74" y="0"/>
                </a:cubicBezTo>
                <a:cubicBezTo>
                  <a:pt x="114" y="0"/>
                  <a:pt x="147" y="33"/>
                  <a:pt x="147" y="73"/>
                </a:cubicBezTo>
                <a:cubicBezTo>
                  <a:pt x="147" y="114"/>
                  <a:pt x="114" y="146"/>
                  <a:pt x="74" y="146"/>
                </a:cubicBezTo>
                <a:close/>
                <a:moveTo>
                  <a:pt x="74" y="16"/>
                </a:moveTo>
                <a:cubicBezTo>
                  <a:pt x="42" y="16"/>
                  <a:pt x="16" y="41"/>
                  <a:pt x="16" y="73"/>
                </a:cubicBezTo>
                <a:cubicBezTo>
                  <a:pt x="16" y="105"/>
                  <a:pt x="42" y="130"/>
                  <a:pt x="74" y="130"/>
                </a:cubicBezTo>
                <a:cubicBezTo>
                  <a:pt x="106" y="130"/>
                  <a:pt x="131" y="105"/>
                  <a:pt x="131" y="73"/>
                </a:cubicBezTo>
                <a:cubicBezTo>
                  <a:pt x="131" y="41"/>
                  <a:pt x="106" y="16"/>
                  <a:pt x="74" y="16"/>
                </a:cubicBezTo>
                <a:close/>
              </a:path>
            </a:pathLst>
          </a:custGeom>
          <a:solidFill>
            <a:srgbClr val="BB1E8A"/>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8" name="文本框 47"/>
          <p:cNvSpPr txBox="1"/>
          <p:nvPr/>
        </p:nvSpPr>
        <p:spPr>
          <a:xfrm>
            <a:off x="4139317" y="908944"/>
            <a:ext cx="3913366"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49" name="Rectangle 58"/>
          <p:cNvSpPr/>
          <p:nvPr/>
        </p:nvSpPr>
        <p:spPr>
          <a:xfrm>
            <a:off x="3614043" y="1329212"/>
            <a:ext cx="4963915"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单击此处添加副标题</a:t>
            </a:r>
          </a:p>
        </p:txBody>
      </p:sp>
      <p:sp>
        <p:nvSpPr>
          <p:cNvPr id="50" name="文本框 49"/>
          <p:cNvSpPr txBox="1"/>
          <p:nvPr/>
        </p:nvSpPr>
        <p:spPr>
          <a:xfrm>
            <a:off x="8620820" y="3808427"/>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51" name="文本框 50"/>
          <p:cNvSpPr txBox="1"/>
          <p:nvPr/>
        </p:nvSpPr>
        <p:spPr>
          <a:xfrm>
            <a:off x="8620820" y="2653296"/>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52" name="文本框 51"/>
          <p:cNvSpPr txBox="1"/>
          <p:nvPr/>
        </p:nvSpPr>
        <p:spPr>
          <a:xfrm>
            <a:off x="8620820" y="4963558"/>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53" name="文本框 52"/>
          <p:cNvSpPr txBox="1"/>
          <p:nvPr/>
        </p:nvSpPr>
        <p:spPr>
          <a:xfrm>
            <a:off x="660683" y="2653296"/>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54" name="文本框 53"/>
          <p:cNvSpPr txBox="1"/>
          <p:nvPr/>
        </p:nvSpPr>
        <p:spPr>
          <a:xfrm>
            <a:off x="660683" y="3808427"/>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55" name="文本框 54"/>
          <p:cNvSpPr txBox="1"/>
          <p:nvPr/>
        </p:nvSpPr>
        <p:spPr>
          <a:xfrm>
            <a:off x="660683" y="4963558"/>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56" name="Freeform 5"/>
          <p:cNvSpPr>
            <a:spLocks noEditPoints="1"/>
          </p:cNvSpPr>
          <p:nvPr/>
        </p:nvSpPr>
        <p:spPr bwMode="auto">
          <a:xfrm>
            <a:off x="8360186" y="5109051"/>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ACCF45"/>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7" name="Freeform 9"/>
          <p:cNvSpPr>
            <a:spLocks noEditPoints="1"/>
          </p:cNvSpPr>
          <p:nvPr/>
        </p:nvSpPr>
        <p:spPr bwMode="auto">
          <a:xfrm>
            <a:off x="8360186" y="2773519"/>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1962AF"/>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8" name="Freeform 10"/>
          <p:cNvSpPr>
            <a:spLocks noEditPoints="1"/>
          </p:cNvSpPr>
          <p:nvPr/>
        </p:nvSpPr>
        <p:spPr bwMode="auto">
          <a:xfrm>
            <a:off x="8360186" y="3942079"/>
            <a:ext cx="295275" cy="293688"/>
          </a:xfrm>
          <a:custGeom>
            <a:avLst/>
            <a:gdLst>
              <a:gd name="T0" fmla="*/ 74 w 147"/>
              <a:gd name="T1" fmla="*/ 146 h 146"/>
              <a:gd name="T2" fmla="*/ 0 w 147"/>
              <a:gd name="T3" fmla="*/ 73 h 146"/>
              <a:gd name="T4" fmla="*/ 74 w 147"/>
              <a:gd name="T5" fmla="*/ 0 h 146"/>
              <a:gd name="T6" fmla="*/ 147 w 147"/>
              <a:gd name="T7" fmla="*/ 73 h 146"/>
              <a:gd name="T8" fmla="*/ 74 w 147"/>
              <a:gd name="T9" fmla="*/ 146 h 146"/>
              <a:gd name="T10" fmla="*/ 74 w 147"/>
              <a:gd name="T11" fmla="*/ 16 h 146"/>
              <a:gd name="T12" fmla="*/ 16 w 147"/>
              <a:gd name="T13" fmla="*/ 73 h 146"/>
              <a:gd name="T14" fmla="*/ 74 w 147"/>
              <a:gd name="T15" fmla="*/ 130 h 146"/>
              <a:gd name="T16" fmla="*/ 131 w 147"/>
              <a:gd name="T17" fmla="*/ 73 h 146"/>
              <a:gd name="T18" fmla="*/ 74 w 147"/>
              <a:gd name="T19" fmla="*/ 1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6">
                <a:moveTo>
                  <a:pt x="74" y="146"/>
                </a:moveTo>
                <a:cubicBezTo>
                  <a:pt x="33" y="146"/>
                  <a:pt x="0" y="114"/>
                  <a:pt x="0" y="73"/>
                </a:cubicBezTo>
                <a:cubicBezTo>
                  <a:pt x="0" y="33"/>
                  <a:pt x="33" y="0"/>
                  <a:pt x="74" y="0"/>
                </a:cubicBezTo>
                <a:cubicBezTo>
                  <a:pt x="114" y="0"/>
                  <a:pt x="147" y="33"/>
                  <a:pt x="147" y="73"/>
                </a:cubicBezTo>
                <a:cubicBezTo>
                  <a:pt x="147" y="114"/>
                  <a:pt x="114" y="146"/>
                  <a:pt x="74" y="146"/>
                </a:cubicBezTo>
                <a:close/>
                <a:moveTo>
                  <a:pt x="74" y="16"/>
                </a:moveTo>
                <a:cubicBezTo>
                  <a:pt x="42" y="16"/>
                  <a:pt x="16" y="41"/>
                  <a:pt x="16" y="73"/>
                </a:cubicBezTo>
                <a:cubicBezTo>
                  <a:pt x="16" y="105"/>
                  <a:pt x="42" y="130"/>
                  <a:pt x="74" y="130"/>
                </a:cubicBezTo>
                <a:cubicBezTo>
                  <a:pt x="106" y="130"/>
                  <a:pt x="131" y="105"/>
                  <a:pt x="131" y="73"/>
                </a:cubicBezTo>
                <a:cubicBezTo>
                  <a:pt x="131" y="41"/>
                  <a:pt x="106" y="16"/>
                  <a:pt x="74" y="16"/>
                </a:cubicBezTo>
                <a:close/>
              </a:path>
            </a:pathLst>
          </a:custGeom>
          <a:solidFill>
            <a:srgbClr val="4F93C1"/>
          </a:solidFill>
          <a:ln>
            <a:noFill/>
          </a:ln>
        </p:spPr>
        <p:txBody>
          <a:bodyPr vert="horz" wrap="square" lIns="91440" tIns="45720" rIns="91440" bIns="45720" numCol="1" anchor="t" anchorCtr="0" compatLnSpc="1">
            <a:prstTxWarp prst="textNoShape">
              <a:avLst/>
            </a:prstTxWarp>
          </a:bodyPr>
          <a:lstStyle/>
          <a:p>
            <a:endParaRPr lang="zh-CN" altLang="en-US"/>
          </a:p>
        </p:txBody>
      </p:sp>
    </p:spTree>
    <p:extLst>
      <p:ext uri="{BB962C8B-B14F-4D97-AF65-F5344CB8AC3E}">
        <p14:creationId xmlns:p14="http://schemas.microsoft.com/office/powerpoint/2010/main" val="1262522981"/>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 name="Freeform 60"/>
          <p:cNvSpPr>
            <a:spLocks/>
          </p:cNvSpPr>
          <p:nvPr/>
        </p:nvSpPr>
        <p:spPr bwMode="auto">
          <a:xfrm>
            <a:off x="1007063" y="3889553"/>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 name="文本框 107"/>
          <p:cNvSpPr txBox="1"/>
          <p:nvPr/>
        </p:nvSpPr>
        <p:spPr>
          <a:xfrm>
            <a:off x="940215" y="4689154"/>
            <a:ext cx="3555585" cy="1089529"/>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网络</a:t>
            </a:r>
            <a:r>
              <a:rPr lang="en-US" altLang="zh-CN" dirty="0">
                <a:solidFill>
                  <a:prstClr val="black">
                    <a:lumMod val="65000"/>
                    <a:lumOff val="35000"/>
                  </a:prstClr>
                </a:solidFill>
                <a:latin typeface="微软雅黑" panose="020B0503020204020204" pitchFamily="34" charset="-122"/>
              </a:rPr>
              <a:t>EPS</a:t>
            </a:r>
            <a:r>
              <a:rPr lang="zh-CN" altLang="en-US" dirty="0">
                <a:solidFill>
                  <a:prstClr val="black">
                    <a:lumMod val="65000"/>
                    <a:lumOff val="35000"/>
                  </a:prstClr>
                </a:solidFill>
                <a:latin typeface="微软雅黑" panose="020B0503020204020204" pitchFamily="34" charset="-122"/>
              </a:rPr>
              <a:t>素材改编；</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可修改底面六边形颜色；</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矢量图标可替换。</a:t>
            </a:r>
            <a:endParaRPr lang="en-US" altLang="zh-CN" dirty="0">
              <a:solidFill>
                <a:prstClr val="black">
                  <a:lumMod val="65000"/>
                  <a:lumOff val="35000"/>
                </a:prstClr>
              </a:solidFill>
              <a:latin typeface="微软雅黑" panose="020B0503020204020204" pitchFamily="34" charset="-122"/>
            </a:endParaRPr>
          </a:p>
        </p:txBody>
      </p:sp>
      <p:sp>
        <p:nvSpPr>
          <p:cNvPr id="109" name="圆角矩形 108"/>
          <p:cNvSpPr/>
          <p:nvPr/>
        </p:nvSpPr>
        <p:spPr>
          <a:xfrm>
            <a:off x="1674755" y="4048838"/>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110" name="等腰三角形 109"/>
          <p:cNvSpPr/>
          <p:nvPr/>
        </p:nvSpPr>
        <p:spPr>
          <a:xfrm rot="16200000">
            <a:off x="1600123" y="4116382"/>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26" name="Freeform 9"/>
          <p:cNvSpPr>
            <a:spLocks/>
          </p:cNvSpPr>
          <p:nvPr/>
        </p:nvSpPr>
        <p:spPr bwMode="auto">
          <a:xfrm>
            <a:off x="5735154" y="1325797"/>
            <a:ext cx="4921250" cy="4264025"/>
          </a:xfrm>
          <a:custGeom>
            <a:avLst/>
            <a:gdLst>
              <a:gd name="T0" fmla="*/ 2326 w 3100"/>
              <a:gd name="T1" fmla="*/ 0 h 2686"/>
              <a:gd name="T2" fmla="*/ 3100 w 3100"/>
              <a:gd name="T3" fmla="*/ 1344 h 2686"/>
              <a:gd name="T4" fmla="*/ 2326 w 3100"/>
              <a:gd name="T5" fmla="*/ 2686 h 2686"/>
              <a:gd name="T6" fmla="*/ 774 w 3100"/>
              <a:gd name="T7" fmla="*/ 2686 h 2686"/>
              <a:gd name="T8" fmla="*/ 0 w 3100"/>
              <a:gd name="T9" fmla="*/ 1344 h 2686"/>
              <a:gd name="T10" fmla="*/ 774 w 3100"/>
              <a:gd name="T11" fmla="*/ 0 h 2686"/>
              <a:gd name="T12" fmla="*/ 2326 w 3100"/>
              <a:gd name="T13" fmla="*/ 0 h 2686"/>
            </a:gdLst>
            <a:ahLst/>
            <a:cxnLst>
              <a:cxn ang="0">
                <a:pos x="T0" y="T1"/>
              </a:cxn>
              <a:cxn ang="0">
                <a:pos x="T2" y="T3"/>
              </a:cxn>
              <a:cxn ang="0">
                <a:pos x="T4" y="T5"/>
              </a:cxn>
              <a:cxn ang="0">
                <a:pos x="T6" y="T7"/>
              </a:cxn>
              <a:cxn ang="0">
                <a:pos x="T8" y="T9"/>
              </a:cxn>
              <a:cxn ang="0">
                <a:pos x="T10" y="T11"/>
              </a:cxn>
              <a:cxn ang="0">
                <a:pos x="T12" y="T13"/>
              </a:cxn>
            </a:cxnLst>
            <a:rect l="0" t="0" r="r" b="b"/>
            <a:pathLst>
              <a:path w="3100" h="2686">
                <a:moveTo>
                  <a:pt x="2326" y="0"/>
                </a:moveTo>
                <a:lnTo>
                  <a:pt x="3100" y="1344"/>
                </a:lnTo>
                <a:lnTo>
                  <a:pt x="2326" y="2686"/>
                </a:lnTo>
                <a:lnTo>
                  <a:pt x="774" y="2686"/>
                </a:lnTo>
                <a:lnTo>
                  <a:pt x="0" y="1344"/>
                </a:lnTo>
                <a:lnTo>
                  <a:pt x="774" y="0"/>
                </a:lnTo>
                <a:lnTo>
                  <a:pt x="2326" y="0"/>
                </a:lnTo>
                <a:close/>
              </a:path>
            </a:pathLst>
          </a:custGeom>
          <a:solidFill>
            <a:srgbClr val="4F81BD"/>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 name="Freeform 345"/>
          <p:cNvSpPr>
            <a:spLocks/>
          </p:cNvSpPr>
          <p:nvPr/>
        </p:nvSpPr>
        <p:spPr bwMode="auto">
          <a:xfrm>
            <a:off x="6965501" y="1329012"/>
            <a:ext cx="3694077" cy="2133825"/>
          </a:xfrm>
          <a:custGeom>
            <a:avLst/>
            <a:gdLst>
              <a:gd name="T0" fmla="*/ 2273 w 3407"/>
              <a:gd name="T1" fmla="*/ 0 h 1968"/>
              <a:gd name="T2" fmla="*/ 0 w 3407"/>
              <a:gd name="T3" fmla="*/ 0 h 1968"/>
              <a:gd name="T4" fmla="*/ 3407 w 3407"/>
              <a:gd name="T5" fmla="*/ 1968 h 1968"/>
              <a:gd name="T6" fmla="*/ 2273 w 3407"/>
              <a:gd name="T7" fmla="*/ 0 h 1968"/>
            </a:gdLst>
            <a:ahLst/>
            <a:cxnLst>
              <a:cxn ang="0">
                <a:pos x="T0" y="T1"/>
              </a:cxn>
              <a:cxn ang="0">
                <a:pos x="T2" y="T3"/>
              </a:cxn>
              <a:cxn ang="0">
                <a:pos x="T4" y="T5"/>
              </a:cxn>
              <a:cxn ang="0">
                <a:pos x="T6" y="T7"/>
              </a:cxn>
            </a:cxnLst>
            <a:rect l="0" t="0" r="r" b="b"/>
            <a:pathLst>
              <a:path w="3407" h="1968">
                <a:moveTo>
                  <a:pt x="2273" y="0"/>
                </a:moveTo>
                <a:lnTo>
                  <a:pt x="0" y="0"/>
                </a:lnTo>
                <a:lnTo>
                  <a:pt x="3407" y="1968"/>
                </a:lnTo>
                <a:lnTo>
                  <a:pt x="2273" y="0"/>
                </a:lnTo>
                <a:close/>
              </a:path>
            </a:pathLst>
          </a:custGeom>
          <a:solidFill>
            <a:srgbClr val="FFFFFF">
              <a:alpha val="21961"/>
            </a:srgbClr>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 name="Freeform 22"/>
          <p:cNvSpPr>
            <a:spLocks/>
          </p:cNvSpPr>
          <p:nvPr/>
        </p:nvSpPr>
        <p:spPr bwMode="auto">
          <a:xfrm>
            <a:off x="5734865" y="1327385"/>
            <a:ext cx="3694077" cy="2133825"/>
          </a:xfrm>
          <a:custGeom>
            <a:avLst/>
            <a:gdLst>
              <a:gd name="T0" fmla="*/ 3407 w 3407"/>
              <a:gd name="T1" fmla="*/ 0 h 1968"/>
              <a:gd name="T2" fmla="*/ 1134 w 3407"/>
              <a:gd name="T3" fmla="*/ 0 h 1968"/>
              <a:gd name="T4" fmla="*/ 0 w 3407"/>
              <a:gd name="T5" fmla="*/ 1968 h 1968"/>
              <a:gd name="T6" fmla="*/ 3407 w 3407"/>
              <a:gd name="T7" fmla="*/ 0 h 1968"/>
            </a:gdLst>
            <a:ahLst/>
            <a:cxnLst>
              <a:cxn ang="0">
                <a:pos x="T0" y="T1"/>
              </a:cxn>
              <a:cxn ang="0">
                <a:pos x="T2" y="T3"/>
              </a:cxn>
              <a:cxn ang="0">
                <a:pos x="T4" y="T5"/>
              </a:cxn>
              <a:cxn ang="0">
                <a:pos x="T6" y="T7"/>
              </a:cxn>
            </a:cxnLst>
            <a:rect l="0" t="0" r="r" b="b"/>
            <a:pathLst>
              <a:path w="3407" h="1968">
                <a:moveTo>
                  <a:pt x="3407" y="0"/>
                </a:moveTo>
                <a:lnTo>
                  <a:pt x="1134" y="0"/>
                </a:lnTo>
                <a:lnTo>
                  <a:pt x="0" y="1968"/>
                </a:lnTo>
                <a:lnTo>
                  <a:pt x="3407" y="0"/>
                </a:lnTo>
                <a:close/>
              </a:path>
            </a:pathLst>
          </a:custGeom>
          <a:solidFill>
            <a:srgbClr val="FFFFFF">
              <a:alpha val="21961"/>
            </a:srgbClr>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 name="Freeform 25"/>
          <p:cNvSpPr>
            <a:spLocks/>
          </p:cNvSpPr>
          <p:nvPr/>
        </p:nvSpPr>
        <p:spPr bwMode="auto">
          <a:xfrm>
            <a:off x="5734865" y="3462836"/>
            <a:ext cx="3694077" cy="2130573"/>
          </a:xfrm>
          <a:custGeom>
            <a:avLst/>
            <a:gdLst>
              <a:gd name="T0" fmla="*/ 0 w 3407"/>
              <a:gd name="T1" fmla="*/ 0 h 1965"/>
              <a:gd name="T2" fmla="*/ 1134 w 3407"/>
              <a:gd name="T3" fmla="*/ 1965 h 1965"/>
              <a:gd name="T4" fmla="*/ 3407 w 3407"/>
              <a:gd name="T5" fmla="*/ 1965 h 1965"/>
              <a:gd name="T6" fmla="*/ 0 w 3407"/>
              <a:gd name="T7" fmla="*/ 0 h 1965"/>
            </a:gdLst>
            <a:ahLst/>
            <a:cxnLst>
              <a:cxn ang="0">
                <a:pos x="T0" y="T1"/>
              </a:cxn>
              <a:cxn ang="0">
                <a:pos x="T2" y="T3"/>
              </a:cxn>
              <a:cxn ang="0">
                <a:pos x="T4" y="T5"/>
              </a:cxn>
              <a:cxn ang="0">
                <a:pos x="T6" y="T7"/>
              </a:cxn>
            </a:cxnLst>
            <a:rect l="0" t="0" r="r" b="b"/>
            <a:pathLst>
              <a:path w="3407" h="1965">
                <a:moveTo>
                  <a:pt x="0" y="0"/>
                </a:moveTo>
                <a:lnTo>
                  <a:pt x="1134" y="1965"/>
                </a:lnTo>
                <a:lnTo>
                  <a:pt x="3407" y="1965"/>
                </a:lnTo>
                <a:lnTo>
                  <a:pt x="0" y="0"/>
                </a:lnTo>
                <a:close/>
              </a:path>
            </a:pathLst>
          </a:custGeom>
          <a:solidFill>
            <a:srgbClr val="FFFFFF">
              <a:alpha val="21961"/>
            </a:srgbClr>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 name="Freeform 33"/>
          <p:cNvSpPr>
            <a:spLocks/>
          </p:cNvSpPr>
          <p:nvPr/>
        </p:nvSpPr>
        <p:spPr bwMode="auto">
          <a:xfrm>
            <a:off x="6965501" y="3462836"/>
            <a:ext cx="3694077" cy="2130573"/>
          </a:xfrm>
          <a:custGeom>
            <a:avLst/>
            <a:gdLst>
              <a:gd name="T0" fmla="*/ 3407 w 3407"/>
              <a:gd name="T1" fmla="*/ 0 h 1965"/>
              <a:gd name="T2" fmla="*/ 0 w 3407"/>
              <a:gd name="T3" fmla="*/ 1965 h 1965"/>
              <a:gd name="T4" fmla="*/ 2273 w 3407"/>
              <a:gd name="T5" fmla="*/ 1965 h 1965"/>
              <a:gd name="T6" fmla="*/ 3407 w 3407"/>
              <a:gd name="T7" fmla="*/ 0 h 1965"/>
            </a:gdLst>
            <a:ahLst/>
            <a:cxnLst>
              <a:cxn ang="0">
                <a:pos x="T0" y="T1"/>
              </a:cxn>
              <a:cxn ang="0">
                <a:pos x="T2" y="T3"/>
              </a:cxn>
              <a:cxn ang="0">
                <a:pos x="T4" y="T5"/>
              </a:cxn>
              <a:cxn ang="0">
                <a:pos x="T6" y="T7"/>
              </a:cxn>
            </a:cxnLst>
            <a:rect l="0" t="0" r="r" b="b"/>
            <a:pathLst>
              <a:path w="3407" h="1965">
                <a:moveTo>
                  <a:pt x="3407" y="0"/>
                </a:moveTo>
                <a:lnTo>
                  <a:pt x="0" y="1965"/>
                </a:lnTo>
                <a:lnTo>
                  <a:pt x="2273" y="1965"/>
                </a:lnTo>
                <a:lnTo>
                  <a:pt x="3407" y="0"/>
                </a:lnTo>
                <a:close/>
              </a:path>
            </a:pathLst>
          </a:custGeom>
          <a:solidFill>
            <a:srgbClr val="FFFFFF">
              <a:alpha val="21961"/>
            </a:srgbClr>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 name="Freeform 131"/>
          <p:cNvSpPr>
            <a:spLocks/>
          </p:cNvSpPr>
          <p:nvPr/>
        </p:nvSpPr>
        <p:spPr bwMode="auto">
          <a:xfrm>
            <a:off x="5731979" y="1314685"/>
            <a:ext cx="4859338" cy="4205288"/>
          </a:xfrm>
          <a:custGeom>
            <a:avLst/>
            <a:gdLst>
              <a:gd name="T0" fmla="*/ 2297 w 3061"/>
              <a:gd name="T1" fmla="*/ 0 h 2649"/>
              <a:gd name="T2" fmla="*/ 3061 w 3061"/>
              <a:gd name="T3" fmla="*/ 1325 h 2649"/>
              <a:gd name="T4" fmla="*/ 2297 w 3061"/>
              <a:gd name="T5" fmla="*/ 2649 h 2649"/>
              <a:gd name="T6" fmla="*/ 764 w 3061"/>
              <a:gd name="T7" fmla="*/ 2649 h 2649"/>
              <a:gd name="T8" fmla="*/ 0 w 3061"/>
              <a:gd name="T9" fmla="*/ 1325 h 2649"/>
              <a:gd name="T10" fmla="*/ 764 w 3061"/>
              <a:gd name="T11" fmla="*/ 0 h 2649"/>
              <a:gd name="T12" fmla="*/ 2297 w 3061"/>
              <a:gd name="T13" fmla="*/ 0 h 2649"/>
            </a:gdLst>
            <a:ahLst/>
            <a:cxnLst>
              <a:cxn ang="0">
                <a:pos x="T0" y="T1"/>
              </a:cxn>
              <a:cxn ang="0">
                <a:pos x="T2" y="T3"/>
              </a:cxn>
              <a:cxn ang="0">
                <a:pos x="T4" y="T5"/>
              </a:cxn>
              <a:cxn ang="0">
                <a:pos x="T6" y="T7"/>
              </a:cxn>
              <a:cxn ang="0">
                <a:pos x="T8" y="T9"/>
              </a:cxn>
              <a:cxn ang="0">
                <a:pos x="T10" y="T11"/>
              </a:cxn>
              <a:cxn ang="0">
                <a:pos x="T12" y="T13"/>
              </a:cxn>
            </a:cxnLst>
            <a:rect l="0" t="0" r="r" b="b"/>
            <a:pathLst>
              <a:path w="3061" h="2649">
                <a:moveTo>
                  <a:pt x="2297" y="0"/>
                </a:moveTo>
                <a:lnTo>
                  <a:pt x="3061" y="1325"/>
                </a:lnTo>
                <a:lnTo>
                  <a:pt x="2297" y="2649"/>
                </a:lnTo>
                <a:lnTo>
                  <a:pt x="764" y="2649"/>
                </a:lnTo>
                <a:lnTo>
                  <a:pt x="0" y="1325"/>
                </a:lnTo>
                <a:lnTo>
                  <a:pt x="764" y="0"/>
                </a:lnTo>
                <a:lnTo>
                  <a:pt x="229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 name="Freeform 133"/>
          <p:cNvSpPr>
            <a:spLocks/>
          </p:cNvSpPr>
          <p:nvPr/>
        </p:nvSpPr>
        <p:spPr bwMode="auto">
          <a:xfrm>
            <a:off x="8160854" y="1314685"/>
            <a:ext cx="2430463" cy="2103438"/>
          </a:xfrm>
          <a:custGeom>
            <a:avLst/>
            <a:gdLst>
              <a:gd name="T0" fmla="*/ 767 w 1531"/>
              <a:gd name="T1" fmla="*/ 0 h 1325"/>
              <a:gd name="T2" fmla="*/ 767 w 1531"/>
              <a:gd name="T3" fmla="*/ 0 h 1325"/>
              <a:gd name="T4" fmla="*/ 0 w 1531"/>
              <a:gd name="T5" fmla="*/ 442 h 1325"/>
              <a:gd name="T6" fmla="*/ 1531 w 1531"/>
              <a:gd name="T7" fmla="*/ 1325 h 1325"/>
              <a:gd name="T8" fmla="*/ 767 w 1531"/>
              <a:gd name="T9" fmla="*/ 0 h 1325"/>
            </a:gdLst>
            <a:ahLst/>
            <a:cxnLst>
              <a:cxn ang="0">
                <a:pos x="T0" y="T1"/>
              </a:cxn>
              <a:cxn ang="0">
                <a:pos x="T2" y="T3"/>
              </a:cxn>
              <a:cxn ang="0">
                <a:pos x="T4" y="T5"/>
              </a:cxn>
              <a:cxn ang="0">
                <a:pos x="T6" y="T7"/>
              </a:cxn>
              <a:cxn ang="0">
                <a:pos x="T8" y="T9"/>
              </a:cxn>
            </a:cxnLst>
            <a:rect l="0" t="0" r="r" b="b"/>
            <a:pathLst>
              <a:path w="1531" h="1325">
                <a:moveTo>
                  <a:pt x="767" y="0"/>
                </a:moveTo>
                <a:lnTo>
                  <a:pt x="767" y="0"/>
                </a:lnTo>
                <a:lnTo>
                  <a:pt x="0" y="442"/>
                </a:lnTo>
                <a:lnTo>
                  <a:pt x="1531" y="1325"/>
                </a:lnTo>
                <a:lnTo>
                  <a:pt x="76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 name="Freeform 135"/>
          <p:cNvSpPr>
            <a:spLocks/>
          </p:cNvSpPr>
          <p:nvPr/>
        </p:nvSpPr>
        <p:spPr bwMode="auto">
          <a:xfrm>
            <a:off x="5731979" y="3418122"/>
            <a:ext cx="3646488" cy="2101850"/>
          </a:xfrm>
          <a:custGeom>
            <a:avLst/>
            <a:gdLst>
              <a:gd name="T0" fmla="*/ 0 w 2297"/>
              <a:gd name="T1" fmla="*/ 0 h 1324"/>
              <a:gd name="T2" fmla="*/ 764 w 2297"/>
              <a:gd name="T3" fmla="*/ 1324 h 1324"/>
              <a:gd name="T4" fmla="*/ 2297 w 2297"/>
              <a:gd name="T5" fmla="*/ 1324 h 1324"/>
              <a:gd name="T6" fmla="*/ 764 w 2297"/>
              <a:gd name="T7" fmla="*/ 1324 h 1324"/>
              <a:gd name="T8" fmla="*/ 1530 w 2297"/>
              <a:gd name="T9" fmla="*/ 882 h 1324"/>
              <a:gd name="T10" fmla="*/ 0 w 2297"/>
              <a:gd name="T11" fmla="*/ 0 h 1324"/>
            </a:gdLst>
            <a:ahLst/>
            <a:cxnLst>
              <a:cxn ang="0">
                <a:pos x="T0" y="T1"/>
              </a:cxn>
              <a:cxn ang="0">
                <a:pos x="T2" y="T3"/>
              </a:cxn>
              <a:cxn ang="0">
                <a:pos x="T4" y="T5"/>
              </a:cxn>
              <a:cxn ang="0">
                <a:pos x="T6" y="T7"/>
              </a:cxn>
              <a:cxn ang="0">
                <a:pos x="T8" y="T9"/>
              </a:cxn>
              <a:cxn ang="0">
                <a:pos x="T10" y="T11"/>
              </a:cxn>
            </a:cxnLst>
            <a:rect l="0" t="0" r="r" b="b"/>
            <a:pathLst>
              <a:path w="2297" h="1324">
                <a:moveTo>
                  <a:pt x="0" y="0"/>
                </a:moveTo>
                <a:lnTo>
                  <a:pt x="764" y="1324"/>
                </a:lnTo>
                <a:lnTo>
                  <a:pt x="2297" y="1324"/>
                </a:lnTo>
                <a:lnTo>
                  <a:pt x="764" y="1324"/>
                </a:lnTo>
                <a:lnTo>
                  <a:pt x="1530" y="882"/>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 name="Freeform 137"/>
          <p:cNvSpPr>
            <a:spLocks/>
          </p:cNvSpPr>
          <p:nvPr/>
        </p:nvSpPr>
        <p:spPr bwMode="auto">
          <a:xfrm>
            <a:off x="8160854" y="3418122"/>
            <a:ext cx="2430463" cy="2101850"/>
          </a:xfrm>
          <a:custGeom>
            <a:avLst/>
            <a:gdLst>
              <a:gd name="T0" fmla="*/ 1531 w 1531"/>
              <a:gd name="T1" fmla="*/ 0 h 1324"/>
              <a:gd name="T2" fmla="*/ 0 w 1531"/>
              <a:gd name="T3" fmla="*/ 882 h 1324"/>
              <a:gd name="T4" fmla="*/ 767 w 1531"/>
              <a:gd name="T5" fmla="*/ 1324 h 1324"/>
              <a:gd name="T6" fmla="*/ 1531 w 1531"/>
              <a:gd name="T7" fmla="*/ 0 h 1324"/>
            </a:gdLst>
            <a:ahLst/>
            <a:cxnLst>
              <a:cxn ang="0">
                <a:pos x="T0" y="T1"/>
              </a:cxn>
              <a:cxn ang="0">
                <a:pos x="T2" y="T3"/>
              </a:cxn>
              <a:cxn ang="0">
                <a:pos x="T4" y="T5"/>
              </a:cxn>
              <a:cxn ang="0">
                <a:pos x="T6" y="T7"/>
              </a:cxn>
            </a:cxnLst>
            <a:rect l="0" t="0" r="r" b="b"/>
            <a:pathLst>
              <a:path w="1531" h="1324">
                <a:moveTo>
                  <a:pt x="1531" y="0"/>
                </a:moveTo>
                <a:lnTo>
                  <a:pt x="0" y="882"/>
                </a:lnTo>
                <a:lnTo>
                  <a:pt x="767" y="1324"/>
                </a:lnTo>
                <a:lnTo>
                  <a:pt x="153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 name="Freeform 139"/>
          <p:cNvSpPr>
            <a:spLocks/>
          </p:cNvSpPr>
          <p:nvPr/>
        </p:nvSpPr>
        <p:spPr bwMode="auto">
          <a:xfrm>
            <a:off x="6944829" y="4818297"/>
            <a:ext cx="2433638" cy="701675"/>
          </a:xfrm>
          <a:custGeom>
            <a:avLst/>
            <a:gdLst>
              <a:gd name="T0" fmla="*/ 766 w 1533"/>
              <a:gd name="T1" fmla="*/ 0 h 442"/>
              <a:gd name="T2" fmla="*/ 0 w 1533"/>
              <a:gd name="T3" fmla="*/ 442 h 442"/>
              <a:gd name="T4" fmla="*/ 1533 w 1533"/>
              <a:gd name="T5" fmla="*/ 442 h 442"/>
              <a:gd name="T6" fmla="*/ 766 w 1533"/>
              <a:gd name="T7" fmla="*/ 0 h 442"/>
            </a:gdLst>
            <a:ahLst/>
            <a:cxnLst>
              <a:cxn ang="0">
                <a:pos x="T0" y="T1"/>
              </a:cxn>
              <a:cxn ang="0">
                <a:pos x="T2" y="T3"/>
              </a:cxn>
              <a:cxn ang="0">
                <a:pos x="T4" y="T5"/>
              </a:cxn>
              <a:cxn ang="0">
                <a:pos x="T6" y="T7"/>
              </a:cxn>
            </a:cxnLst>
            <a:rect l="0" t="0" r="r" b="b"/>
            <a:pathLst>
              <a:path w="1533" h="442">
                <a:moveTo>
                  <a:pt x="766" y="0"/>
                </a:moveTo>
                <a:lnTo>
                  <a:pt x="0" y="442"/>
                </a:lnTo>
                <a:lnTo>
                  <a:pt x="1533" y="442"/>
                </a:lnTo>
                <a:lnTo>
                  <a:pt x="76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 name="Freeform 141"/>
          <p:cNvSpPr>
            <a:spLocks/>
          </p:cNvSpPr>
          <p:nvPr/>
        </p:nvSpPr>
        <p:spPr bwMode="auto">
          <a:xfrm>
            <a:off x="5731979" y="1314685"/>
            <a:ext cx="2428875" cy="2103438"/>
          </a:xfrm>
          <a:custGeom>
            <a:avLst/>
            <a:gdLst>
              <a:gd name="T0" fmla="*/ 764 w 1530"/>
              <a:gd name="T1" fmla="*/ 0 h 1325"/>
              <a:gd name="T2" fmla="*/ 764 w 1530"/>
              <a:gd name="T3" fmla="*/ 0 h 1325"/>
              <a:gd name="T4" fmla="*/ 0 w 1530"/>
              <a:gd name="T5" fmla="*/ 1325 h 1325"/>
              <a:gd name="T6" fmla="*/ 1530 w 1530"/>
              <a:gd name="T7" fmla="*/ 442 h 1325"/>
              <a:gd name="T8" fmla="*/ 764 w 1530"/>
              <a:gd name="T9" fmla="*/ 0 h 1325"/>
            </a:gdLst>
            <a:ahLst/>
            <a:cxnLst>
              <a:cxn ang="0">
                <a:pos x="T0" y="T1"/>
              </a:cxn>
              <a:cxn ang="0">
                <a:pos x="T2" y="T3"/>
              </a:cxn>
              <a:cxn ang="0">
                <a:pos x="T4" y="T5"/>
              </a:cxn>
              <a:cxn ang="0">
                <a:pos x="T6" y="T7"/>
              </a:cxn>
              <a:cxn ang="0">
                <a:pos x="T8" y="T9"/>
              </a:cxn>
            </a:cxnLst>
            <a:rect l="0" t="0" r="r" b="b"/>
            <a:pathLst>
              <a:path w="1530" h="1325">
                <a:moveTo>
                  <a:pt x="764" y="0"/>
                </a:moveTo>
                <a:lnTo>
                  <a:pt x="764" y="0"/>
                </a:lnTo>
                <a:lnTo>
                  <a:pt x="0" y="1325"/>
                </a:lnTo>
                <a:lnTo>
                  <a:pt x="1530" y="442"/>
                </a:lnTo>
                <a:lnTo>
                  <a:pt x="76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 name="Freeform 143"/>
          <p:cNvSpPr>
            <a:spLocks/>
          </p:cNvSpPr>
          <p:nvPr/>
        </p:nvSpPr>
        <p:spPr bwMode="auto">
          <a:xfrm>
            <a:off x="6944829" y="1314685"/>
            <a:ext cx="2433638" cy="701675"/>
          </a:xfrm>
          <a:custGeom>
            <a:avLst/>
            <a:gdLst>
              <a:gd name="T0" fmla="*/ 1533 w 1533"/>
              <a:gd name="T1" fmla="*/ 0 h 442"/>
              <a:gd name="T2" fmla="*/ 0 w 1533"/>
              <a:gd name="T3" fmla="*/ 0 h 442"/>
              <a:gd name="T4" fmla="*/ 766 w 1533"/>
              <a:gd name="T5" fmla="*/ 442 h 442"/>
              <a:gd name="T6" fmla="*/ 1533 w 1533"/>
              <a:gd name="T7" fmla="*/ 0 h 442"/>
            </a:gdLst>
            <a:ahLst/>
            <a:cxnLst>
              <a:cxn ang="0">
                <a:pos x="T0" y="T1"/>
              </a:cxn>
              <a:cxn ang="0">
                <a:pos x="T2" y="T3"/>
              </a:cxn>
              <a:cxn ang="0">
                <a:pos x="T4" y="T5"/>
              </a:cxn>
              <a:cxn ang="0">
                <a:pos x="T6" y="T7"/>
              </a:cxn>
            </a:cxnLst>
            <a:rect l="0" t="0" r="r" b="b"/>
            <a:pathLst>
              <a:path w="1533" h="442">
                <a:moveTo>
                  <a:pt x="1533" y="0"/>
                </a:moveTo>
                <a:lnTo>
                  <a:pt x="0" y="0"/>
                </a:lnTo>
                <a:lnTo>
                  <a:pt x="766" y="442"/>
                </a:lnTo>
                <a:lnTo>
                  <a:pt x="153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 name="Freeform 144"/>
          <p:cNvSpPr>
            <a:spLocks/>
          </p:cNvSpPr>
          <p:nvPr/>
        </p:nvSpPr>
        <p:spPr bwMode="auto">
          <a:xfrm>
            <a:off x="7575630" y="2510517"/>
            <a:ext cx="1262063" cy="1181100"/>
          </a:xfrm>
          <a:custGeom>
            <a:avLst/>
            <a:gdLst>
              <a:gd name="T0" fmla="*/ 9 w 499"/>
              <a:gd name="T1" fmla="*/ 467 h 467"/>
              <a:gd name="T2" fmla="*/ 16 w 499"/>
              <a:gd name="T3" fmla="*/ 354 h 467"/>
              <a:gd name="T4" fmla="*/ 91 w 499"/>
              <a:gd name="T5" fmla="*/ 296 h 467"/>
              <a:gd name="T6" fmla="*/ 174 w 499"/>
              <a:gd name="T7" fmla="*/ 263 h 467"/>
              <a:gd name="T8" fmla="*/ 199 w 499"/>
              <a:gd name="T9" fmla="*/ 247 h 467"/>
              <a:gd name="T10" fmla="*/ 173 w 499"/>
              <a:gd name="T11" fmla="*/ 168 h 467"/>
              <a:gd name="T12" fmla="*/ 162 w 499"/>
              <a:gd name="T13" fmla="*/ 158 h 467"/>
              <a:gd name="T14" fmla="*/ 163 w 499"/>
              <a:gd name="T15" fmla="*/ 110 h 467"/>
              <a:gd name="T16" fmla="*/ 167 w 499"/>
              <a:gd name="T17" fmla="*/ 101 h 467"/>
              <a:gd name="T18" fmla="*/ 194 w 499"/>
              <a:gd name="T19" fmla="*/ 30 h 467"/>
              <a:gd name="T20" fmla="*/ 180 w 499"/>
              <a:gd name="T21" fmla="*/ 12 h 467"/>
              <a:gd name="T22" fmla="*/ 207 w 499"/>
              <a:gd name="T23" fmla="*/ 15 h 467"/>
              <a:gd name="T24" fmla="*/ 211 w 499"/>
              <a:gd name="T25" fmla="*/ 0 h 467"/>
              <a:gd name="T26" fmla="*/ 223 w 499"/>
              <a:gd name="T27" fmla="*/ 10 h 467"/>
              <a:gd name="T28" fmla="*/ 281 w 499"/>
              <a:gd name="T29" fmla="*/ 6 h 467"/>
              <a:gd name="T30" fmla="*/ 322 w 499"/>
              <a:gd name="T31" fmla="*/ 22 h 467"/>
              <a:gd name="T32" fmla="*/ 351 w 499"/>
              <a:gd name="T33" fmla="*/ 60 h 467"/>
              <a:gd name="T34" fmla="*/ 354 w 499"/>
              <a:gd name="T35" fmla="*/ 115 h 467"/>
              <a:gd name="T36" fmla="*/ 358 w 499"/>
              <a:gd name="T37" fmla="*/ 134 h 467"/>
              <a:gd name="T38" fmla="*/ 344 w 499"/>
              <a:gd name="T39" fmla="*/ 170 h 467"/>
              <a:gd name="T40" fmla="*/ 336 w 499"/>
              <a:gd name="T41" fmla="*/ 175 h 467"/>
              <a:gd name="T42" fmla="*/ 323 w 499"/>
              <a:gd name="T43" fmla="*/ 224 h 467"/>
              <a:gd name="T44" fmla="*/ 334 w 499"/>
              <a:gd name="T45" fmla="*/ 253 h 467"/>
              <a:gd name="T46" fmla="*/ 363 w 499"/>
              <a:gd name="T47" fmla="*/ 281 h 467"/>
              <a:gd name="T48" fmla="*/ 437 w 499"/>
              <a:gd name="T49" fmla="*/ 309 h 467"/>
              <a:gd name="T50" fmla="*/ 477 w 499"/>
              <a:gd name="T51" fmla="*/ 357 h 467"/>
              <a:gd name="T52" fmla="*/ 499 w 499"/>
              <a:gd name="T53" fmla="*/ 467 h 467"/>
              <a:gd name="T54" fmla="*/ 9 w 499"/>
              <a:gd name="T55" fmla="*/ 467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99" h="467">
                <a:moveTo>
                  <a:pt x="9" y="467"/>
                </a:moveTo>
                <a:cubicBezTo>
                  <a:pt x="9" y="467"/>
                  <a:pt x="0" y="395"/>
                  <a:pt x="16" y="354"/>
                </a:cubicBezTo>
                <a:cubicBezTo>
                  <a:pt x="32" y="312"/>
                  <a:pt x="42" y="303"/>
                  <a:pt x="91" y="296"/>
                </a:cubicBezTo>
                <a:cubicBezTo>
                  <a:pt x="141" y="289"/>
                  <a:pt x="168" y="269"/>
                  <a:pt x="174" y="263"/>
                </a:cubicBezTo>
                <a:cubicBezTo>
                  <a:pt x="181" y="257"/>
                  <a:pt x="192" y="250"/>
                  <a:pt x="199" y="247"/>
                </a:cubicBezTo>
                <a:cubicBezTo>
                  <a:pt x="199" y="247"/>
                  <a:pt x="197" y="197"/>
                  <a:pt x="173" y="168"/>
                </a:cubicBezTo>
                <a:cubicBezTo>
                  <a:pt x="173" y="168"/>
                  <a:pt x="164" y="165"/>
                  <a:pt x="162" y="158"/>
                </a:cubicBezTo>
                <a:cubicBezTo>
                  <a:pt x="161" y="152"/>
                  <a:pt x="156" y="123"/>
                  <a:pt x="163" y="110"/>
                </a:cubicBezTo>
                <a:cubicBezTo>
                  <a:pt x="163" y="110"/>
                  <a:pt x="167" y="105"/>
                  <a:pt x="167" y="101"/>
                </a:cubicBezTo>
                <a:cubicBezTo>
                  <a:pt x="166" y="96"/>
                  <a:pt x="161" y="60"/>
                  <a:pt x="194" y="30"/>
                </a:cubicBezTo>
                <a:cubicBezTo>
                  <a:pt x="194" y="30"/>
                  <a:pt x="203" y="15"/>
                  <a:pt x="180" y="12"/>
                </a:cubicBezTo>
                <a:cubicBezTo>
                  <a:pt x="180" y="12"/>
                  <a:pt x="191" y="7"/>
                  <a:pt x="207" y="15"/>
                </a:cubicBezTo>
                <a:cubicBezTo>
                  <a:pt x="207" y="15"/>
                  <a:pt x="200" y="5"/>
                  <a:pt x="211" y="0"/>
                </a:cubicBezTo>
                <a:cubicBezTo>
                  <a:pt x="211" y="0"/>
                  <a:pt x="206" y="15"/>
                  <a:pt x="223" y="10"/>
                </a:cubicBezTo>
                <a:cubicBezTo>
                  <a:pt x="241" y="5"/>
                  <a:pt x="265" y="0"/>
                  <a:pt x="281" y="6"/>
                </a:cubicBezTo>
                <a:cubicBezTo>
                  <a:pt x="297" y="12"/>
                  <a:pt x="301" y="21"/>
                  <a:pt x="322" y="22"/>
                </a:cubicBezTo>
                <a:cubicBezTo>
                  <a:pt x="343" y="23"/>
                  <a:pt x="350" y="50"/>
                  <a:pt x="351" y="60"/>
                </a:cubicBezTo>
                <a:cubicBezTo>
                  <a:pt x="351" y="69"/>
                  <a:pt x="350" y="110"/>
                  <a:pt x="354" y="115"/>
                </a:cubicBezTo>
                <a:cubicBezTo>
                  <a:pt x="358" y="121"/>
                  <a:pt x="359" y="125"/>
                  <a:pt x="358" y="134"/>
                </a:cubicBezTo>
                <a:cubicBezTo>
                  <a:pt x="356" y="144"/>
                  <a:pt x="349" y="169"/>
                  <a:pt x="344" y="170"/>
                </a:cubicBezTo>
                <a:cubicBezTo>
                  <a:pt x="340" y="170"/>
                  <a:pt x="336" y="174"/>
                  <a:pt x="336" y="175"/>
                </a:cubicBezTo>
                <a:cubicBezTo>
                  <a:pt x="336" y="177"/>
                  <a:pt x="323" y="212"/>
                  <a:pt x="323" y="224"/>
                </a:cubicBezTo>
                <a:cubicBezTo>
                  <a:pt x="324" y="236"/>
                  <a:pt x="324" y="250"/>
                  <a:pt x="334" y="253"/>
                </a:cubicBezTo>
                <a:cubicBezTo>
                  <a:pt x="343" y="256"/>
                  <a:pt x="356" y="273"/>
                  <a:pt x="363" y="281"/>
                </a:cubicBezTo>
                <a:cubicBezTo>
                  <a:pt x="371" y="289"/>
                  <a:pt x="416" y="299"/>
                  <a:pt x="437" y="309"/>
                </a:cubicBezTo>
                <a:cubicBezTo>
                  <a:pt x="457" y="318"/>
                  <a:pt x="465" y="317"/>
                  <a:pt x="477" y="357"/>
                </a:cubicBezTo>
                <a:cubicBezTo>
                  <a:pt x="489" y="397"/>
                  <a:pt x="499" y="438"/>
                  <a:pt x="499" y="467"/>
                </a:cubicBezTo>
                <a:lnTo>
                  <a:pt x="9" y="46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 name="Freeform 166"/>
          <p:cNvSpPr>
            <a:spLocks/>
          </p:cNvSpPr>
          <p:nvPr/>
        </p:nvSpPr>
        <p:spPr bwMode="auto">
          <a:xfrm>
            <a:off x="9461017" y="5580297"/>
            <a:ext cx="407988" cy="647700"/>
          </a:xfrm>
          <a:custGeom>
            <a:avLst/>
            <a:gdLst>
              <a:gd name="T0" fmla="*/ 93 w 161"/>
              <a:gd name="T1" fmla="*/ 256 h 256"/>
              <a:gd name="T2" fmla="*/ 67 w 161"/>
              <a:gd name="T3" fmla="*/ 256 h 256"/>
              <a:gd name="T4" fmla="*/ 67 w 161"/>
              <a:gd name="T5" fmla="*/ 226 h 256"/>
              <a:gd name="T6" fmla="*/ 24 w 161"/>
              <a:gd name="T7" fmla="*/ 210 h 256"/>
              <a:gd name="T8" fmla="*/ 0 w 161"/>
              <a:gd name="T9" fmla="*/ 172 h 256"/>
              <a:gd name="T10" fmla="*/ 42 w 161"/>
              <a:gd name="T11" fmla="*/ 163 h 256"/>
              <a:gd name="T12" fmla="*/ 83 w 161"/>
              <a:gd name="T13" fmla="*/ 190 h 256"/>
              <a:gd name="T14" fmla="*/ 105 w 161"/>
              <a:gd name="T15" fmla="*/ 185 h 256"/>
              <a:gd name="T16" fmla="*/ 114 w 161"/>
              <a:gd name="T17" fmla="*/ 169 h 256"/>
              <a:gd name="T18" fmla="*/ 105 w 161"/>
              <a:gd name="T19" fmla="*/ 155 h 256"/>
              <a:gd name="T20" fmla="*/ 80 w 161"/>
              <a:gd name="T21" fmla="*/ 147 h 256"/>
              <a:gd name="T22" fmla="*/ 44 w 161"/>
              <a:gd name="T23" fmla="*/ 137 h 256"/>
              <a:gd name="T24" fmla="*/ 20 w 161"/>
              <a:gd name="T25" fmla="*/ 119 h 256"/>
              <a:gd name="T26" fmla="*/ 10 w 161"/>
              <a:gd name="T27" fmla="*/ 87 h 256"/>
              <a:gd name="T28" fmla="*/ 26 w 161"/>
              <a:gd name="T29" fmla="*/ 45 h 256"/>
              <a:gd name="T30" fmla="*/ 67 w 161"/>
              <a:gd name="T31" fmla="*/ 25 h 256"/>
              <a:gd name="T32" fmla="*/ 67 w 161"/>
              <a:gd name="T33" fmla="*/ 0 h 256"/>
              <a:gd name="T34" fmla="*/ 93 w 161"/>
              <a:gd name="T35" fmla="*/ 0 h 256"/>
              <a:gd name="T36" fmla="*/ 93 w 161"/>
              <a:gd name="T37" fmla="*/ 25 h 256"/>
              <a:gd name="T38" fmla="*/ 113 w 161"/>
              <a:gd name="T39" fmla="*/ 28 h 256"/>
              <a:gd name="T40" fmla="*/ 132 w 161"/>
              <a:gd name="T41" fmla="*/ 38 h 256"/>
              <a:gd name="T42" fmla="*/ 155 w 161"/>
              <a:gd name="T43" fmla="*/ 70 h 256"/>
              <a:gd name="T44" fmla="*/ 116 w 161"/>
              <a:gd name="T45" fmla="*/ 83 h 256"/>
              <a:gd name="T46" fmla="*/ 83 w 161"/>
              <a:gd name="T47" fmla="*/ 60 h 256"/>
              <a:gd name="T48" fmla="*/ 55 w 161"/>
              <a:gd name="T49" fmla="*/ 78 h 256"/>
              <a:gd name="T50" fmla="*/ 63 w 161"/>
              <a:gd name="T51" fmla="*/ 92 h 256"/>
              <a:gd name="T52" fmla="*/ 84 w 161"/>
              <a:gd name="T53" fmla="*/ 98 h 256"/>
              <a:gd name="T54" fmla="*/ 134 w 161"/>
              <a:gd name="T55" fmla="*/ 114 h 256"/>
              <a:gd name="T56" fmla="*/ 161 w 161"/>
              <a:gd name="T57" fmla="*/ 162 h 256"/>
              <a:gd name="T58" fmla="*/ 152 w 161"/>
              <a:gd name="T59" fmla="*/ 194 h 256"/>
              <a:gd name="T60" fmla="*/ 127 w 161"/>
              <a:gd name="T61" fmla="*/ 217 h 256"/>
              <a:gd name="T62" fmla="*/ 110 w 161"/>
              <a:gd name="T63" fmla="*/ 224 h 256"/>
              <a:gd name="T64" fmla="*/ 93 w 161"/>
              <a:gd name="T65" fmla="*/ 226 h 256"/>
              <a:gd name="T66" fmla="*/ 93 w 161"/>
              <a:gd name="T67" fmla="*/ 256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1" h="256">
                <a:moveTo>
                  <a:pt x="93" y="256"/>
                </a:moveTo>
                <a:cubicBezTo>
                  <a:pt x="67" y="256"/>
                  <a:pt x="67" y="256"/>
                  <a:pt x="67" y="256"/>
                </a:cubicBezTo>
                <a:cubicBezTo>
                  <a:pt x="67" y="226"/>
                  <a:pt x="67" y="226"/>
                  <a:pt x="67" y="226"/>
                </a:cubicBezTo>
                <a:cubicBezTo>
                  <a:pt x="50" y="224"/>
                  <a:pt x="36" y="219"/>
                  <a:pt x="24" y="210"/>
                </a:cubicBezTo>
                <a:cubicBezTo>
                  <a:pt x="12" y="201"/>
                  <a:pt x="4" y="188"/>
                  <a:pt x="0" y="172"/>
                </a:cubicBezTo>
                <a:cubicBezTo>
                  <a:pt x="42" y="163"/>
                  <a:pt x="42" y="163"/>
                  <a:pt x="42" y="163"/>
                </a:cubicBezTo>
                <a:cubicBezTo>
                  <a:pt x="47" y="181"/>
                  <a:pt x="61" y="190"/>
                  <a:pt x="83" y="190"/>
                </a:cubicBezTo>
                <a:cubicBezTo>
                  <a:pt x="91" y="190"/>
                  <a:pt x="98" y="188"/>
                  <a:pt x="105" y="185"/>
                </a:cubicBezTo>
                <a:cubicBezTo>
                  <a:pt x="111" y="182"/>
                  <a:pt x="114" y="176"/>
                  <a:pt x="114" y="169"/>
                </a:cubicBezTo>
                <a:cubicBezTo>
                  <a:pt x="114" y="162"/>
                  <a:pt x="111" y="157"/>
                  <a:pt x="105" y="155"/>
                </a:cubicBezTo>
                <a:cubicBezTo>
                  <a:pt x="99" y="152"/>
                  <a:pt x="91" y="150"/>
                  <a:pt x="80" y="147"/>
                </a:cubicBezTo>
                <a:cubicBezTo>
                  <a:pt x="66" y="144"/>
                  <a:pt x="54" y="141"/>
                  <a:pt x="44" y="137"/>
                </a:cubicBezTo>
                <a:cubicBezTo>
                  <a:pt x="34" y="133"/>
                  <a:pt x="26" y="127"/>
                  <a:pt x="20" y="119"/>
                </a:cubicBezTo>
                <a:cubicBezTo>
                  <a:pt x="13" y="111"/>
                  <a:pt x="10" y="100"/>
                  <a:pt x="10" y="87"/>
                </a:cubicBezTo>
                <a:cubicBezTo>
                  <a:pt x="10" y="70"/>
                  <a:pt x="16" y="56"/>
                  <a:pt x="26" y="45"/>
                </a:cubicBezTo>
                <a:cubicBezTo>
                  <a:pt x="37" y="34"/>
                  <a:pt x="51" y="27"/>
                  <a:pt x="67" y="25"/>
                </a:cubicBezTo>
                <a:cubicBezTo>
                  <a:pt x="67" y="0"/>
                  <a:pt x="67" y="0"/>
                  <a:pt x="67" y="0"/>
                </a:cubicBezTo>
                <a:cubicBezTo>
                  <a:pt x="93" y="0"/>
                  <a:pt x="93" y="0"/>
                  <a:pt x="93" y="0"/>
                </a:cubicBezTo>
                <a:cubicBezTo>
                  <a:pt x="93" y="25"/>
                  <a:pt x="93" y="25"/>
                  <a:pt x="93" y="25"/>
                </a:cubicBezTo>
                <a:cubicBezTo>
                  <a:pt x="100" y="25"/>
                  <a:pt x="107" y="26"/>
                  <a:pt x="113" y="28"/>
                </a:cubicBezTo>
                <a:cubicBezTo>
                  <a:pt x="120" y="30"/>
                  <a:pt x="126" y="34"/>
                  <a:pt x="132" y="38"/>
                </a:cubicBezTo>
                <a:cubicBezTo>
                  <a:pt x="143" y="45"/>
                  <a:pt x="151" y="56"/>
                  <a:pt x="155" y="70"/>
                </a:cubicBezTo>
                <a:cubicBezTo>
                  <a:pt x="116" y="83"/>
                  <a:pt x="116" y="83"/>
                  <a:pt x="116" y="83"/>
                </a:cubicBezTo>
                <a:cubicBezTo>
                  <a:pt x="111" y="68"/>
                  <a:pt x="100" y="60"/>
                  <a:pt x="83" y="60"/>
                </a:cubicBezTo>
                <a:cubicBezTo>
                  <a:pt x="64" y="60"/>
                  <a:pt x="55" y="66"/>
                  <a:pt x="55" y="78"/>
                </a:cubicBezTo>
                <a:cubicBezTo>
                  <a:pt x="55" y="85"/>
                  <a:pt x="58" y="89"/>
                  <a:pt x="63" y="92"/>
                </a:cubicBezTo>
                <a:cubicBezTo>
                  <a:pt x="67" y="94"/>
                  <a:pt x="74" y="96"/>
                  <a:pt x="84" y="98"/>
                </a:cubicBezTo>
                <a:cubicBezTo>
                  <a:pt x="108" y="103"/>
                  <a:pt x="124" y="108"/>
                  <a:pt x="134" y="114"/>
                </a:cubicBezTo>
                <a:cubicBezTo>
                  <a:pt x="152" y="125"/>
                  <a:pt x="161" y="141"/>
                  <a:pt x="161" y="162"/>
                </a:cubicBezTo>
                <a:cubicBezTo>
                  <a:pt x="161" y="174"/>
                  <a:pt x="158" y="185"/>
                  <a:pt x="152" y="194"/>
                </a:cubicBezTo>
                <a:cubicBezTo>
                  <a:pt x="146" y="204"/>
                  <a:pt x="137" y="211"/>
                  <a:pt x="127" y="217"/>
                </a:cubicBezTo>
                <a:cubicBezTo>
                  <a:pt x="122" y="219"/>
                  <a:pt x="116" y="222"/>
                  <a:pt x="110" y="224"/>
                </a:cubicBezTo>
                <a:cubicBezTo>
                  <a:pt x="105" y="225"/>
                  <a:pt x="99" y="226"/>
                  <a:pt x="93" y="226"/>
                </a:cubicBezTo>
                <a:lnTo>
                  <a:pt x="93" y="256"/>
                </a:lnTo>
                <a:close/>
              </a:path>
            </a:pathLst>
          </a:custGeom>
          <a:solidFill>
            <a:srgbClr val="8585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40" name="组合 39"/>
          <p:cNvGrpSpPr/>
          <p:nvPr/>
        </p:nvGrpSpPr>
        <p:grpSpPr>
          <a:xfrm>
            <a:off x="4696929" y="3126022"/>
            <a:ext cx="819150" cy="688976"/>
            <a:chOff x="555625" y="2511425"/>
            <a:chExt cx="819150" cy="688976"/>
          </a:xfrm>
        </p:grpSpPr>
        <p:sp>
          <p:nvSpPr>
            <p:cNvPr id="41" name="Freeform 172"/>
            <p:cNvSpPr>
              <a:spLocks/>
            </p:cNvSpPr>
            <p:nvPr/>
          </p:nvSpPr>
          <p:spPr bwMode="auto">
            <a:xfrm>
              <a:off x="555625" y="2622550"/>
              <a:ext cx="544513" cy="365125"/>
            </a:xfrm>
            <a:custGeom>
              <a:avLst/>
              <a:gdLst>
                <a:gd name="T0" fmla="*/ 343 w 343"/>
                <a:gd name="T1" fmla="*/ 0 h 230"/>
                <a:gd name="T2" fmla="*/ 0 w 343"/>
                <a:gd name="T3" fmla="*/ 47 h 230"/>
                <a:gd name="T4" fmla="*/ 33 w 343"/>
                <a:gd name="T5" fmla="*/ 230 h 230"/>
                <a:gd name="T6" fmla="*/ 261 w 343"/>
                <a:gd name="T7" fmla="*/ 230 h 230"/>
                <a:gd name="T8" fmla="*/ 343 w 343"/>
                <a:gd name="T9" fmla="*/ 0 h 230"/>
              </a:gdLst>
              <a:ahLst/>
              <a:cxnLst>
                <a:cxn ang="0">
                  <a:pos x="T0" y="T1"/>
                </a:cxn>
                <a:cxn ang="0">
                  <a:pos x="T2" y="T3"/>
                </a:cxn>
                <a:cxn ang="0">
                  <a:pos x="T4" y="T5"/>
                </a:cxn>
                <a:cxn ang="0">
                  <a:pos x="T6" y="T7"/>
                </a:cxn>
                <a:cxn ang="0">
                  <a:pos x="T8" y="T9"/>
                </a:cxn>
              </a:cxnLst>
              <a:rect l="0" t="0" r="r" b="b"/>
              <a:pathLst>
                <a:path w="343" h="230">
                  <a:moveTo>
                    <a:pt x="343" y="0"/>
                  </a:moveTo>
                  <a:lnTo>
                    <a:pt x="0" y="47"/>
                  </a:lnTo>
                  <a:lnTo>
                    <a:pt x="33" y="230"/>
                  </a:lnTo>
                  <a:lnTo>
                    <a:pt x="261" y="230"/>
                  </a:lnTo>
                  <a:lnTo>
                    <a:pt x="343" y="0"/>
                  </a:lnTo>
                  <a:close/>
                </a:path>
              </a:pathLst>
            </a:custGeom>
            <a:solidFill>
              <a:srgbClr val="8585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 name="Freeform 173"/>
            <p:cNvSpPr>
              <a:spLocks/>
            </p:cNvSpPr>
            <p:nvPr/>
          </p:nvSpPr>
          <p:spPr bwMode="auto">
            <a:xfrm>
              <a:off x="619125" y="2511425"/>
              <a:ext cx="755650" cy="557213"/>
            </a:xfrm>
            <a:custGeom>
              <a:avLst/>
              <a:gdLst>
                <a:gd name="T0" fmla="*/ 290 w 299"/>
                <a:gd name="T1" fmla="*/ 0 h 221"/>
                <a:gd name="T2" fmla="*/ 231 w 299"/>
                <a:gd name="T3" fmla="*/ 0 h 221"/>
                <a:gd name="T4" fmla="*/ 231 w 299"/>
                <a:gd name="T5" fmla="*/ 0 h 221"/>
                <a:gd name="T6" fmla="*/ 229 w 299"/>
                <a:gd name="T7" fmla="*/ 1 h 221"/>
                <a:gd name="T8" fmla="*/ 228 w 299"/>
                <a:gd name="T9" fmla="*/ 1 h 221"/>
                <a:gd name="T10" fmla="*/ 226 w 299"/>
                <a:gd name="T11" fmla="*/ 2 h 221"/>
                <a:gd name="T12" fmla="*/ 225 w 299"/>
                <a:gd name="T13" fmla="*/ 3 h 221"/>
                <a:gd name="T14" fmla="*/ 224 w 299"/>
                <a:gd name="T15" fmla="*/ 4 h 221"/>
                <a:gd name="T16" fmla="*/ 223 w 299"/>
                <a:gd name="T17" fmla="*/ 6 h 221"/>
                <a:gd name="T18" fmla="*/ 223 w 299"/>
                <a:gd name="T19" fmla="*/ 6 h 221"/>
                <a:gd name="T20" fmla="*/ 151 w 299"/>
                <a:gd name="T21" fmla="*/ 203 h 221"/>
                <a:gd name="T22" fmla="*/ 9 w 299"/>
                <a:gd name="T23" fmla="*/ 203 h 221"/>
                <a:gd name="T24" fmla="*/ 0 w 299"/>
                <a:gd name="T25" fmla="*/ 212 h 221"/>
                <a:gd name="T26" fmla="*/ 9 w 299"/>
                <a:gd name="T27" fmla="*/ 221 h 221"/>
                <a:gd name="T28" fmla="*/ 157 w 299"/>
                <a:gd name="T29" fmla="*/ 221 h 221"/>
                <a:gd name="T30" fmla="*/ 160 w 299"/>
                <a:gd name="T31" fmla="*/ 220 h 221"/>
                <a:gd name="T32" fmla="*/ 161 w 299"/>
                <a:gd name="T33" fmla="*/ 220 h 221"/>
                <a:gd name="T34" fmla="*/ 163 w 299"/>
                <a:gd name="T35" fmla="*/ 218 h 221"/>
                <a:gd name="T36" fmla="*/ 163 w 299"/>
                <a:gd name="T37" fmla="*/ 218 h 221"/>
                <a:gd name="T38" fmla="*/ 165 w 299"/>
                <a:gd name="T39" fmla="*/ 216 h 221"/>
                <a:gd name="T40" fmla="*/ 165 w 299"/>
                <a:gd name="T41" fmla="*/ 215 h 221"/>
                <a:gd name="T42" fmla="*/ 165 w 299"/>
                <a:gd name="T43" fmla="*/ 215 h 221"/>
                <a:gd name="T44" fmla="*/ 238 w 299"/>
                <a:gd name="T45" fmla="*/ 18 h 221"/>
                <a:gd name="T46" fmla="*/ 290 w 299"/>
                <a:gd name="T47" fmla="*/ 18 h 221"/>
                <a:gd name="T48" fmla="*/ 299 w 299"/>
                <a:gd name="T49" fmla="*/ 9 h 221"/>
                <a:gd name="T50" fmla="*/ 290 w 299"/>
                <a:gd name="T51" fmla="*/ 0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9" h="221">
                  <a:moveTo>
                    <a:pt x="290" y="0"/>
                  </a:moveTo>
                  <a:cubicBezTo>
                    <a:pt x="231" y="0"/>
                    <a:pt x="231" y="0"/>
                    <a:pt x="231" y="0"/>
                  </a:cubicBezTo>
                  <a:cubicBezTo>
                    <a:pt x="231" y="0"/>
                    <a:pt x="231" y="0"/>
                    <a:pt x="231" y="0"/>
                  </a:cubicBezTo>
                  <a:cubicBezTo>
                    <a:pt x="231" y="0"/>
                    <a:pt x="230" y="0"/>
                    <a:pt x="229" y="1"/>
                  </a:cubicBezTo>
                  <a:cubicBezTo>
                    <a:pt x="229" y="1"/>
                    <a:pt x="228" y="1"/>
                    <a:pt x="228" y="1"/>
                  </a:cubicBezTo>
                  <a:cubicBezTo>
                    <a:pt x="227" y="1"/>
                    <a:pt x="227" y="2"/>
                    <a:pt x="226" y="2"/>
                  </a:cubicBezTo>
                  <a:cubicBezTo>
                    <a:pt x="226" y="2"/>
                    <a:pt x="225" y="2"/>
                    <a:pt x="225" y="3"/>
                  </a:cubicBezTo>
                  <a:cubicBezTo>
                    <a:pt x="225" y="3"/>
                    <a:pt x="224" y="4"/>
                    <a:pt x="224" y="4"/>
                  </a:cubicBezTo>
                  <a:cubicBezTo>
                    <a:pt x="224" y="5"/>
                    <a:pt x="223" y="5"/>
                    <a:pt x="223" y="6"/>
                  </a:cubicBezTo>
                  <a:cubicBezTo>
                    <a:pt x="223" y="6"/>
                    <a:pt x="223" y="6"/>
                    <a:pt x="223" y="6"/>
                  </a:cubicBezTo>
                  <a:cubicBezTo>
                    <a:pt x="151" y="203"/>
                    <a:pt x="151" y="203"/>
                    <a:pt x="151" y="203"/>
                  </a:cubicBezTo>
                  <a:cubicBezTo>
                    <a:pt x="9" y="203"/>
                    <a:pt x="9" y="203"/>
                    <a:pt x="9" y="203"/>
                  </a:cubicBezTo>
                  <a:cubicBezTo>
                    <a:pt x="4" y="203"/>
                    <a:pt x="0" y="207"/>
                    <a:pt x="0" y="212"/>
                  </a:cubicBezTo>
                  <a:cubicBezTo>
                    <a:pt x="0" y="217"/>
                    <a:pt x="4" y="221"/>
                    <a:pt x="9" y="221"/>
                  </a:cubicBezTo>
                  <a:cubicBezTo>
                    <a:pt x="157" y="221"/>
                    <a:pt x="157" y="221"/>
                    <a:pt x="157" y="221"/>
                  </a:cubicBezTo>
                  <a:cubicBezTo>
                    <a:pt x="158" y="221"/>
                    <a:pt x="159" y="221"/>
                    <a:pt x="160" y="220"/>
                  </a:cubicBezTo>
                  <a:cubicBezTo>
                    <a:pt x="161" y="220"/>
                    <a:pt x="161" y="220"/>
                    <a:pt x="161" y="220"/>
                  </a:cubicBezTo>
                  <a:cubicBezTo>
                    <a:pt x="162" y="219"/>
                    <a:pt x="162" y="219"/>
                    <a:pt x="163" y="218"/>
                  </a:cubicBezTo>
                  <a:cubicBezTo>
                    <a:pt x="163" y="218"/>
                    <a:pt x="163" y="218"/>
                    <a:pt x="163" y="218"/>
                  </a:cubicBezTo>
                  <a:cubicBezTo>
                    <a:pt x="164" y="217"/>
                    <a:pt x="164" y="217"/>
                    <a:pt x="165" y="216"/>
                  </a:cubicBezTo>
                  <a:cubicBezTo>
                    <a:pt x="165" y="215"/>
                    <a:pt x="165" y="215"/>
                    <a:pt x="165" y="215"/>
                  </a:cubicBezTo>
                  <a:cubicBezTo>
                    <a:pt x="165" y="215"/>
                    <a:pt x="165" y="215"/>
                    <a:pt x="165" y="215"/>
                  </a:cubicBezTo>
                  <a:cubicBezTo>
                    <a:pt x="238" y="18"/>
                    <a:pt x="238" y="18"/>
                    <a:pt x="238" y="18"/>
                  </a:cubicBezTo>
                  <a:cubicBezTo>
                    <a:pt x="290" y="18"/>
                    <a:pt x="290" y="18"/>
                    <a:pt x="290" y="18"/>
                  </a:cubicBezTo>
                  <a:cubicBezTo>
                    <a:pt x="295" y="18"/>
                    <a:pt x="299" y="14"/>
                    <a:pt x="299" y="9"/>
                  </a:cubicBezTo>
                  <a:cubicBezTo>
                    <a:pt x="299" y="4"/>
                    <a:pt x="295" y="0"/>
                    <a:pt x="290" y="0"/>
                  </a:cubicBezTo>
                  <a:close/>
                </a:path>
              </a:pathLst>
            </a:custGeom>
            <a:solidFill>
              <a:srgbClr val="8585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 name="Oval 174"/>
            <p:cNvSpPr>
              <a:spLocks noChangeArrowheads="1"/>
            </p:cNvSpPr>
            <p:nvPr/>
          </p:nvSpPr>
          <p:spPr bwMode="auto">
            <a:xfrm>
              <a:off x="644525" y="3097213"/>
              <a:ext cx="103188" cy="103188"/>
            </a:xfrm>
            <a:prstGeom prst="ellipse">
              <a:avLst/>
            </a:prstGeom>
            <a:solidFill>
              <a:srgbClr val="8585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 name="Oval 175"/>
            <p:cNvSpPr>
              <a:spLocks noChangeArrowheads="1"/>
            </p:cNvSpPr>
            <p:nvPr/>
          </p:nvSpPr>
          <p:spPr bwMode="auto">
            <a:xfrm>
              <a:off x="917575" y="3097213"/>
              <a:ext cx="103188" cy="103188"/>
            </a:xfrm>
            <a:prstGeom prst="ellipse">
              <a:avLst/>
            </a:prstGeom>
            <a:solidFill>
              <a:srgbClr val="8585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45" name="组合 44"/>
          <p:cNvGrpSpPr/>
          <p:nvPr/>
        </p:nvGrpSpPr>
        <p:grpSpPr>
          <a:xfrm>
            <a:off x="9534042" y="611422"/>
            <a:ext cx="587375" cy="561976"/>
            <a:chOff x="5392738" y="-3175"/>
            <a:chExt cx="587375" cy="561976"/>
          </a:xfrm>
        </p:grpSpPr>
        <p:sp>
          <p:nvSpPr>
            <p:cNvPr id="46" name="Rectangle 181"/>
            <p:cNvSpPr>
              <a:spLocks noChangeArrowheads="1"/>
            </p:cNvSpPr>
            <p:nvPr/>
          </p:nvSpPr>
          <p:spPr bwMode="auto">
            <a:xfrm>
              <a:off x="5392738" y="-3175"/>
              <a:ext cx="106363" cy="561975"/>
            </a:xfrm>
            <a:prstGeom prst="rect">
              <a:avLst/>
            </a:prstGeom>
            <a:solidFill>
              <a:srgbClr val="85858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 name="Rectangle 182"/>
            <p:cNvSpPr>
              <a:spLocks noChangeArrowheads="1"/>
            </p:cNvSpPr>
            <p:nvPr/>
          </p:nvSpPr>
          <p:spPr bwMode="auto">
            <a:xfrm>
              <a:off x="5554663" y="255588"/>
              <a:ext cx="106363" cy="303213"/>
            </a:xfrm>
            <a:prstGeom prst="rect">
              <a:avLst/>
            </a:prstGeom>
            <a:solidFill>
              <a:srgbClr val="85858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 name="Rectangle 183"/>
            <p:cNvSpPr>
              <a:spLocks noChangeArrowheads="1"/>
            </p:cNvSpPr>
            <p:nvPr/>
          </p:nvSpPr>
          <p:spPr bwMode="auto">
            <a:xfrm>
              <a:off x="5715000" y="188913"/>
              <a:ext cx="106363" cy="369888"/>
            </a:xfrm>
            <a:prstGeom prst="rect">
              <a:avLst/>
            </a:prstGeom>
            <a:solidFill>
              <a:srgbClr val="85858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 name="Rectangle 184"/>
            <p:cNvSpPr>
              <a:spLocks noChangeArrowheads="1"/>
            </p:cNvSpPr>
            <p:nvPr/>
          </p:nvSpPr>
          <p:spPr bwMode="auto">
            <a:xfrm>
              <a:off x="5873750" y="119063"/>
              <a:ext cx="106363" cy="439738"/>
            </a:xfrm>
            <a:prstGeom prst="rect">
              <a:avLst/>
            </a:prstGeom>
            <a:solidFill>
              <a:srgbClr val="85858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 name="Freeform 185"/>
            <p:cNvSpPr>
              <a:spLocks/>
            </p:cNvSpPr>
            <p:nvPr/>
          </p:nvSpPr>
          <p:spPr bwMode="auto">
            <a:xfrm>
              <a:off x="5549900" y="-3175"/>
              <a:ext cx="265113" cy="215900"/>
            </a:xfrm>
            <a:custGeom>
              <a:avLst/>
              <a:gdLst>
                <a:gd name="T0" fmla="*/ 0 w 105"/>
                <a:gd name="T1" fmla="*/ 85 h 85"/>
                <a:gd name="T2" fmla="*/ 61 w 105"/>
                <a:gd name="T3" fmla="*/ 28 h 85"/>
                <a:gd name="T4" fmla="*/ 40 w 105"/>
                <a:gd name="T5" fmla="*/ 13 h 85"/>
                <a:gd name="T6" fmla="*/ 94 w 105"/>
                <a:gd name="T7" fmla="*/ 0 h 85"/>
                <a:gd name="T8" fmla="*/ 105 w 105"/>
                <a:gd name="T9" fmla="*/ 52 h 85"/>
                <a:gd name="T10" fmla="*/ 82 w 105"/>
                <a:gd name="T11" fmla="*/ 40 h 85"/>
                <a:gd name="T12" fmla="*/ 0 w 105"/>
                <a:gd name="T13" fmla="*/ 85 h 85"/>
              </a:gdLst>
              <a:ahLst/>
              <a:cxnLst>
                <a:cxn ang="0">
                  <a:pos x="T0" y="T1"/>
                </a:cxn>
                <a:cxn ang="0">
                  <a:pos x="T2" y="T3"/>
                </a:cxn>
                <a:cxn ang="0">
                  <a:pos x="T4" y="T5"/>
                </a:cxn>
                <a:cxn ang="0">
                  <a:pos x="T6" y="T7"/>
                </a:cxn>
                <a:cxn ang="0">
                  <a:pos x="T8" y="T9"/>
                </a:cxn>
                <a:cxn ang="0">
                  <a:pos x="T10" y="T11"/>
                </a:cxn>
                <a:cxn ang="0">
                  <a:pos x="T12" y="T13"/>
                </a:cxn>
              </a:cxnLst>
              <a:rect l="0" t="0" r="r" b="b"/>
              <a:pathLst>
                <a:path w="105" h="85">
                  <a:moveTo>
                    <a:pt x="0" y="85"/>
                  </a:moveTo>
                  <a:cubicBezTo>
                    <a:pt x="0" y="85"/>
                    <a:pt x="56" y="70"/>
                    <a:pt x="61" y="28"/>
                  </a:cubicBezTo>
                  <a:cubicBezTo>
                    <a:pt x="40" y="13"/>
                    <a:pt x="40" y="13"/>
                    <a:pt x="40" y="13"/>
                  </a:cubicBezTo>
                  <a:cubicBezTo>
                    <a:pt x="94" y="0"/>
                    <a:pt x="94" y="0"/>
                    <a:pt x="94" y="0"/>
                  </a:cubicBezTo>
                  <a:cubicBezTo>
                    <a:pt x="105" y="52"/>
                    <a:pt x="105" y="52"/>
                    <a:pt x="105" y="52"/>
                  </a:cubicBezTo>
                  <a:cubicBezTo>
                    <a:pt x="82" y="40"/>
                    <a:pt x="82" y="40"/>
                    <a:pt x="82" y="40"/>
                  </a:cubicBezTo>
                  <a:cubicBezTo>
                    <a:pt x="82" y="40"/>
                    <a:pt x="66" y="85"/>
                    <a:pt x="0" y="85"/>
                  </a:cubicBezTo>
                  <a:close/>
                </a:path>
              </a:pathLst>
            </a:custGeom>
            <a:solidFill>
              <a:srgbClr val="8585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51" name="组合 50"/>
          <p:cNvGrpSpPr/>
          <p:nvPr/>
        </p:nvGrpSpPr>
        <p:grpSpPr>
          <a:xfrm>
            <a:off x="10850079" y="3092685"/>
            <a:ext cx="419100" cy="681038"/>
            <a:chOff x="6708775" y="2478088"/>
            <a:chExt cx="419100" cy="681038"/>
          </a:xfrm>
        </p:grpSpPr>
        <p:sp>
          <p:nvSpPr>
            <p:cNvPr id="52" name="Freeform 194"/>
            <p:cNvSpPr>
              <a:spLocks/>
            </p:cNvSpPr>
            <p:nvPr/>
          </p:nvSpPr>
          <p:spPr bwMode="auto">
            <a:xfrm>
              <a:off x="6862763" y="3132138"/>
              <a:ext cx="111125" cy="26988"/>
            </a:xfrm>
            <a:custGeom>
              <a:avLst/>
              <a:gdLst>
                <a:gd name="T0" fmla="*/ 44 w 44"/>
                <a:gd name="T1" fmla="*/ 5 h 11"/>
                <a:gd name="T2" fmla="*/ 38 w 44"/>
                <a:gd name="T3" fmla="*/ 11 h 11"/>
                <a:gd name="T4" fmla="*/ 7 w 44"/>
                <a:gd name="T5" fmla="*/ 11 h 11"/>
                <a:gd name="T6" fmla="*/ 0 w 44"/>
                <a:gd name="T7" fmla="*/ 5 h 11"/>
                <a:gd name="T8" fmla="*/ 7 w 44"/>
                <a:gd name="T9" fmla="*/ 0 h 11"/>
                <a:gd name="T10" fmla="*/ 38 w 44"/>
                <a:gd name="T11" fmla="*/ 0 h 11"/>
                <a:gd name="T12" fmla="*/ 44 w 44"/>
                <a:gd name="T13" fmla="*/ 5 h 11"/>
              </a:gdLst>
              <a:ahLst/>
              <a:cxnLst>
                <a:cxn ang="0">
                  <a:pos x="T0" y="T1"/>
                </a:cxn>
                <a:cxn ang="0">
                  <a:pos x="T2" y="T3"/>
                </a:cxn>
                <a:cxn ang="0">
                  <a:pos x="T4" y="T5"/>
                </a:cxn>
                <a:cxn ang="0">
                  <a:pos x="T6" y="T7"/>
                </a:cxn>
                <a:cxn ang="0">
                  <a:pos x="T8" y="T9"/>
                </a:cxn>
                <a:cxn ang="0">
                  <a:pos x="T10" y="T11"/>
                </a:cxn>
                <a:cxn ang="0">
                  <a:pos x="T12" y="T13"/>
                </a:cxn>
              </a:cxnLst>
              <a:rect l="0" t="0" r="r" b="b"/>
              <a:pathLst>
                <a:path w="44" h="11">
                  <a:moveTo>
                    <a:pt x="44" y="5"/>
                  </a:moveTo>
                  <a:cubicBezTo>
                    <a:pt x="44" y="8"/>
                    <a:pt x="41" y="11"/>
                    <a:pt x="38" y="11"/>
                  </a:cubicBezTo>
                  <a:cubicBezTo>
                    <a:pt x="7" y="11"/>
                    <a:pt x="7" y="11"/>
                    <a:pt x="7" y="11"/>
                  </a:cubicBezTo>
                  <a:cubicBezTo>
                    <a:pt x="3" y="11"/>
                    <a:pt x="0" y="8"/>
                    <a:pt x="0" y="5"/>
                  </a:cubicBezTo>
                  <a:cubicBezTo>
                    <a:pt x="0" y="2"/>
                    <a:pt x="3" y="0"/>
                    <a:pt x="7" y="0"/>
                  </a:cubicBezTo>
                  <a:cubicBezTo>
                    <a:pt x="38" y="0"/>
                    <a:pt x="38" y="0"/>
                    <a:pt x="38" y="0"/>
                  </a:cubicBezTo>
                  <a:cubicBezTo>
                    <a:pt x="41" y="0"/>
                    <a:pt x="44" y="2"/>
                    <a:pt x="44" y="5"/>
                  </a:cubicBezTo>
                  <a:close/>
                </a:path>
              </a:pathLst>
            </a:custGeom>
            <a:solidFill>
              <a:srgbClr val="8585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 name="Freeform 195"/>
            <p:cNvSpPr>
              <a:spLocks/>
            </p:cNvSpPr>
            <p:nvPr/>
          </p:nvSpPr>
          <p:spPr bwMode="auto">
            <a:xfrm>
              <a:off x="6837363" y="3119438"/>
              <a:ext cx="161925" cy="25400"/>
            </a:xfrm>
            <a:custGeom>
              <a:avLst/>
              <a:gdLst>
                <a:gd name="T0" fmla="*/ 9 w 64"/>
                <a:gd name="T1" fmla="*/ 10 h 10"/>
                <a:gd name="T2" fmla="*/ 56 w 64"/>
                <a:gd name="T3" fmla="*/ 10 h 10"/>
                <a:gd name="T4" fmla="*/ 59 w 64"/>
                <a:gd name="T5" fmla="*/ 6 h 10"/>
                <a:gd name="T6" fmla="*/ 64 w 64"/>
                <a:gd name="T7" fmla="*/ 0 h 10"/>
                <a:gd name="T8" fmla="*/ 0 w 64"/>
                <a:gd name="T9" fmla="*/ 0 h 10"/>
                <a:gd name="T10" fmla="*/ 0 w 64"/>
                <a:gd name="T11" fmla="*/ 1 h 10"/>
                <a:gd name="T12" fmla="*/ 9 w 64"/>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64" h="10">
                  <a:moveTo>
                    <a:pt x="9" y="10"/>
                  </a:moveTo>
                  <a:cubicBezTo>
                    <a:pt x="56" y="10"/>
                    <a:pt x="56" y="10"/>
                    <a:pt x="56" y="10"/>
                  </a:cubicBezTo>
                  <a:cubicBezTo>
                    <a:pt x="56" y="9"/>
                    <a:pt x="57" y="8"/>
                    <a:pt x="59" y="6"/>
                  </a:cubicBezTo>
                  <a:cubicBezTo>
                    <a:pt x="62" y="3"/>
                    <a:pt x="64" y="1"/>
                    <a:pt x="64" y="0"/>
                  </a:cubicBezTo>
                  <a:cubicBezTo>
                    <a:pt x="0" y="0"/>
                    <a:pt x="0" y="0"/>
                    <a:pt x="0" y="0"/>
                  </a:cubicBezTo>
                  <a:cubicBezTo>
                    <a:pt x="0" y="1"/>
                    <a:pt x="0" y="1"/>
                    <a:pt x="0" y="1"/>
                  </a:cubicBezTo>
                  <a:cubicBezTo>
                    <a:pt x="1" y="2"/>
                    <a:pt x="7" y="8"/>
                    <a:pt x="9" y="10"/>
                  </a:cubicBezTo>
                  <a:close/>
                </a:path>
              </a:pathLst>
            </a:custGeom>
            <a:solidFill>
              <a:srgbClr val="8585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 name="Freeform 196"/>
            <p:cNvSpPr>
              <a:spLocks/>
            </p:cNvSpPr>
            <p:nvPr/>
          </p:nvSpPr>
          <p:spPr bwMode="auto">
            <a:xfrm>
              <a:off x="6832600" y="3038475"/>
              <a:ext cx="174625" cy="17463"/>
            </a:xfrm>
            <a:custGeom>
              <a:avLst/>
              <a:gdLst>
                <a:gd name="T0" fmla="*/ 69 w 69"/>
                <a:gd name="T1" fmla="*/ 4 h 7"/>
                <a:gd name="T2" fmla="*/ 66 w 69"/>
                <a:gd name="T3" fmla="*/ 7 h 7"/>
                <a:gd name="T4" fmla="*/ 3 w 69"/>
                <a:gd name="T5" fmla="*/ 7 h 7"/>
                <a:gd name="T6" fmla="*/ 0 w 69"/>
                <a:gd name="T7" fmla="*/ 4 h 7"/>
                <a:gd name="T8" fmla="*/ 3 w 69"/>
                <a:gd name="T9" fmla="*/ 0 h 7"/>
                <a:gd name="T10" fmla="*/ 66 w 69"/>
                <a:gd name="T11" fmla="*/ 0 h 7"/>
                <a:gd name="T12" fmla="*/ 69 w 69"/>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69" h="7">
                  <a:moveTo>
                    <a:pt x="69" y="4"/>
                  </a:moveTo>
                  <a:cubicBezTo>
                    <a:pt x="69" y="6"/>
                    <a:pt x="68" y="7"/>
                    <a:pt x="66" y="7"/>
                  </a:cubicBezTo>
                  <a:cubicBezTo>
                    <a:pt x="3" y="7"/>
                    <a:pt x="3" y="7"/>
                    <a:pt x="3" y="7"/>
                  </a:cubicBezTo>
                  <a:cubicBezTo>
                    <a:pt x="1" y="7"/>
                    <a:pt x="0" y="6"/>
                    <a:pt x="0" y="4"/>
                  </a:cubicBezTo>
                  <a:cubicBezTo>
                    <a:pt x="0" y="2"/>
                    <a:pt x="1" y="0"/>
                    <a:pt x="3" y="0"/>
                  </a:cubicBezTo>
                  <a:cubicBezTo>
                    <a:pt x="66" y="0"/>
                    <a:pt x="66" y="0"/>
                    <a:pt x="66" y="0"/>
                  </a:cubicBezTo>
                  <a:cubicBezTo>
                    <a:pt x="68" y="0"/>
                    <a:pt x="69" y="2"/>
                    <a:pt x="69" y="4"/>
                  </a:cubicBezTo>
                  <a:close/>
                </a:path>
              </a:pathLst>
            </a:custGeom>
            <a:solidFill>
              <a:srgbClr val="8585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 name="Freeform 197"/>
            <p:cNvSpPr>
              <a:spLocks/>
            </p:cNvSpPr>
            <p:nvPr/>
          </p:nvSpPr>
          <p:spPr bwMode="auto">
            <a:xfrm>
              <a:off x="6832600" y="3063875"/>
              <a:ext cx="174625" cy="17463"/>
            </a:xfrm>
            <a:custGeom>
              <a:avLst/>
              <a:gdLst>
                <a:gd name="T0" fmla="*/ 69 w 69"/>
                <a:gd name="T1" fmla="*/ 3 h 7"/>
                <a:gd name="T2" fmla="*/ 66 w 69"/>
                <a:gd name="T3" fmla="*/ 7 h 7"/>
                <a:gd name="T4" fmla="*/ 3 w 69"/>
                <a:gd name="T5" fmla="*/ 7 h 7"/>
                <a:gd name="T6" fmla="*/ 0 w 69"/>
                <a:gd name="T7" fmla="*/ 3 h 7"/>
                <a:gd name="T8" fmla="*/ 3 w 69"/>
                <a:gd name="T9" fmla="*/ 0 h 7"/>
                <a:gd name="T10" fmla="*/ 66 w 69"/>
                <a:gd name="T11" fmla="*/ 0 h 7"/>
                <a:gd name="T12" fmla="*/ 69 w 69"/>
                <a:gd name="T13" fmla="*/ 3 h 7"/>
              </a:gdLst>
              <a:ahLst/>
              <a:cxnLst>
                <a:cxn ang="0">
                  <a:pos x="T0" y="T1"/>
                </a:cxn>
                <a:cxn ang="0">
                  <a:pos x="T2" y="T3"/>
                </a:cxn>
                <a:cxn ang="0">
                  <a:pos x="T4" y="T5"/>
                </a:cxn>
                <a:cxn ang="0">
                  <a:pos x="T6" y="T7"/>
                </a:cxn>
                <a:cxn ang="0">
                  <a:pos x="T8" y="T9"/>
                </a:cxn>
                <a:cxn ang="0">
                  <a:pos x="T10" y="T11"/>
                </a:cxn>
                <a:cxn ang="0">
                  <a:pos x="T12" y="T13"/>
                </a:cxn>
              </a:cxnLst>
              <a:rect l="0" t="0" r="r" b="b"/>
              <a:pathLst>
                <a:path w="69" h="7">
                  <a:moveTo>
                    <a:pt x="69" y="3"/>
                  </a:moveTo>
                  <a:cubicBezTo>
                    <a:pt x="69" y="5"/>
                    <a:pt x="68" y="7"/>
                    <a:pt x="66" y="7"/>
                  </a:cubicBezTo>
                  <a:cubicBezTo>
                    <a:pt x="3" y="7"/>
                    <a:pt x="3" y="7"/>
                    <a:pt x="3" y="7"/>
                  </a:cubicBezTo>
                  <a:cubicBezTo>
                    <a:pt x="1" y="7"/>
                    <a:pt x="0" y="5"/>
                    <a:pt x="0" y="3"/>
                  </a:cubicBezTo>
                  <a:cubicBezTo>
                    <a:pt x="0" y="2"/>
                    <a:pt x="1" y="0"/>
                    <a:pt x="3" y="0"/>
                  </a:cubicBezTo>
                  <a:cubicBezTo>
                    <a:pt x="66" y="0"/>
                    <a:pt x="66" y="0"/>
                    <a:pt x="66" y="0"/>
                  </a:cubicBezTo>
                  <a:cubicBezTo>
                    <a:pt x="68" y="0"/>
                    <a:pt x="69" y="2"/>
                    <a:pt x="69" y="3"/>
                  </a:cubicBezTo>
                  <a:close/>
                </a:path>
              </a:pathLst>
            </a:custGeom>
            <a:solidFill>
              <a:srgbClr val="8585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 name="Freeform 198"/>
            <p:cNvSpPr>
              <a:spLocks/>
            </p:cNvSpPr>
            <p:nvPr/>
          </p:nvSpPr>
          <p:spPr bwMode="auto">
            <a:xfrm>
              <a:off x="6832600" y="3089275"/>
              <a:ext cx="174625" cy="14288"/>
            </a:xfrm>
            <a:custGeom>
              <a:avLst/>
              <a:gdLst>
                <a:gd name="T0" fmla="*/ 69 w 69"/>
                <a:gd name="T1" fmla="*/ 3 h 6"/>
                <a:gd name="T2" fmla="*/ 66 w 69"/>
                <a:gd name="T3" fmla="*/ 6 h 6"/>
                <a:gd name="T4" fmla="*/ 3 w 69"/>
                <a:gd name="T5" fmla="*/ 6 h 6"/>
                <a:gd name="T6" fmla="*/ 0 w 69"/>
                <a:gd name="T7" fmla="*/ 3 h 6"/>
                <a:gd name="T8" fmla="*/ 3 w 69"/>
                <a:gd name="T9" fmla="*/ 0 h 6"/>
                <a:gd name="T10" fmla="*/ 66 w 69"/>
                <a:gd name="T11" fmla="*/ 0 h 6"/>
                <a:gd name="T12" fmla="*/ 69 w 69"/>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69" h="6">
                  <a:moveTo>
                    <a:pt x="69" y="3"/>
                  </a:moveTo>
                  <a:cubicBezTo>
                    <a:pt x="69" y="5"/>
                    <a:pt x="68" y="6"/>
                    <a:pt x="66" y="6"/>
                  </a:cubicBezTo>
                  <a:cubicBezTo>
                    <a:pt x="3" y="6"/>
                    <a:pt x="3" y="6"/>
                    <a:pt x="3" y="6"/>
                  </a:cubicBezTo>
                  <a:cubicBezTo>
                    <a:pt x="1" y="6"/>
                    <a:pt x="0" y="5"/>
                    <a:pt x="0" y="3"/>
                  </a:cubicBezTo>
                  <a:cubicBezTo>
                    <a:pt x="0" y="1"/>
                    <a:pt x="1" y="0"/>
                    <a:pt x="3" y="0"/>
                  </a:cubicBezTo>
                  <a:cubicBezTo>
                    <a:pt x="66" y="0"/>
                    <a:pt x="66" y="0"/>
                    <a:pt x="66" y="0"/>
                  </a:cubicBezTo>
                  <a:cubicBezTo>
                    <a:pt x="68" y="0"/>
                    <a:pt x="69" y="1"/>
                    <a:pt x="69" y="3"/>
                  </a:cubicBezTo>
                  <a:close/>
                </a:path>
              </a:pathLst>
            </a:custGeom>
            <a:solidFill>
              <a:srgbClr val="8585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 name="Freeform 199"/>
            <p:cNvSpPr>
              <a:spLocks/>
            </p:cNvSpPr>
            <p:nvPr/>
          </p:nvSpPr>
          <p:spPr bwMode="auto">
            <a:xfrm>
              <a:off x="6832600" y="3111500"/>
              <a:ext cx="171450" cy="11113"/>
            </a:xfrm>
            <a:custGeom>
              <a:avLst/>
              <a:gdLst>
                <a:gd name="T0" fmla="*/ 68 w 68"/>
                <a:gd name="T1" fmla="*/ 2 h 4"/>
                <a:gd name="T2" fmla="*/ 66 w 68"/>
                <a:gd name="T3" fmla="*/ 4 h 4"/>
                <a:gd name="T4" fmla="*/ 3 w 68"/>
                <a:gd name="T5" fmla="*/ 4 h 4"/>
                <a:gd name="T6" fmla="*/ 0 w 68"/>
                <a:gd name="T7" fmla="*/ 2 h 4"/>
                <a:gd name="T8" fmla="*/ 3 w 68"/>
                <a:gd name="T9" fmla="*/ 0 h 4"/>
                <a:gd name="T10" fmla="*/ 66 w 68"/>
                <a:gd name="T11" fmla="*/ 0 h 4"/>
                <a:gd name="T12" fmla="*/ 68 w 68"/>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68" h="4">
                  <a:moveTo>
                    <a:pt x="68" y="2"/>
                  </a:moveTo>
                  <a:cubicBezTo>
                    <a:pt x="68" y="3"/>
                    <a:pt x="67" y="4"/>
                    <a:pt x="66" y="4"/>
                  </a:cubicBezTo>
                  <a:cubicBezTo>
                    <a:pt x="3" y="4"/>
                    <a:pt x="3" y="4"/>
                    <a:pt x="3" y="4"/>
                  </a:cubicBezTo>
                  <a:cubicBezTo>
                    <a:pt x="1" y="4"/>
                    <a:pt x="0" y="3"/>
                    <a:pt x="0" y="2"/>
                  </a:cubicBezTo>
                  <a:cubicBezTo>
                    <a:pt x="0" y="0"/>
                    <a:pt x="1" y="0"/>
                    <a:pt x="3" y="0"/>
                  </a:cubicBezTo>
                  <a:cubicBezTo>
                    <a:pt x="66" y="0"/>
                    <a:pt x="66" y="0"/>
                    <a:pt x="66" y="0"/>
                  </a:cubicBezTo>
                  <a:cubicBezTo>
                    <a:pt x="67" y="0"/>
                    <a:pt x="68" y="0"/>
                    <a:pt x="68" y="2"/>
                  </a:cubicBezTo>
                  <a:close/>
                </a:path>
              </a:pathLst>
            </a:custGeom>
            <a:solidFill>
              <a:srgbClr val="8585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 name="Freeform 200"/>
            <p:cNvSpPr>
              <a:spLocks/>
            </p:cNvSpPr>
            <p:nvPr/>
          </p:nvSpPr>
          <p:spPr bwMode="auto">
            <a:xfrm>
              <a:off x="6829425" y="3016250"/>
              <a:ext cx="177800" cy="14288"/>
            </a:xfrm>
            <a:custGeom>
              <a:avLst/>
              <a:gdLst>
                <a:gd name="T0" fmla="*/ 70 w 70"/>
                <a:gd name="T1" fmla="*/ 3 h 6"/>
                <a:gd name="T2" fmla="*/ 68 w 70"/>
                <a:gd name="T3" fmla="*/ 6 h 6"/>
                <a:gd name="T4" fmla="*/ 3 w 70"/>
                <a:gd name="T5" fmla="*/ 6 h 6"/>
                <a:gd name="T6" fmla="*/ 0 w 70"/>
                <a:gd name="T7" fmla="*/ 3 h 6"/>
                <a:gd name="T8" fmla="*/ 3 w 70"/>
                <a:gd name="T9" fmla="*/ 0 h 6"/>
                <a:gd name="T10" fmla="*/ 68 w 70"/>
                <a:gd name="T11" fmla="*/ 0 h 6"/>
                <a:gd name="T12" fmla="*/ 70 w 70"/>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70" h="6">
                  <a:moveTo>
                    <a:pt x="70" y="3"/>
                  </a:moveTo>
                  <a:cubicBezTo>
                    <a:pt x="70" y="5"/>
                    <a:pt x="69" y="6"/>
                    <a:pt x="68" y="6"/>
                  </a:cubicBezTo>
                  <a:cubicBezTo>
                    <a:pt x="3" y="6"/>
                    <a:pt x="3" y="6"/>
                    <a:pt x="3" y="6"/>
                  </a:cubicBezTo>
                  <a:cubicBezTo>
                    <a:pt x="2" y="6"/>
                    <a:pt x="0" y="5"/>
                    <a:pt x="0" y="3"/>
                  </a:cubicBezTo>
                  <a:cubicBezTo>
                    <a:pt x="0" y="1"/>
                    <a:pt x="2" y="0"/>
                    <a:pt x="3" y="0"/>
                  </a:cubicBezTo>
                  <a:cubicBezTo>
                    <a:pt x="68" y="0"/>
                    <a:pt x="68" y="0"/>
                    <a:pt x="68" y="0"/>
                  </a:cubicBezTo>
                  <a:cubicBezTo>
                    <a:pt x="69" y="0"/>
                    <a:pt x="70" y="1"/>
                    <a:pt x="70" y="3"/>
                  </a:cubicBezTo>
                  <a:close/>
                </a:path>
              </a:pathLst>
            </a:custGeom>
            <a:solidFill>
              <a:srgbClr val="8585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 name="Freeform 201"/>
            <p:cNvSpPr>
              <a:spLocks noEditPoints="1"/>
            </p:cNvSpPr>
            <p:nvPr/>
          </p:nvSpPr>
          <p:spPr bwMode="auto">
            <a:xfrm>
              <a:off x="6708775" y="2478088"/>
              <a:ext cx="419100" cy="520700"/>
            </a:xfrm>
            <a:custGeom>
              <a:avLst/>
              <a:gdLst>
                <a:gd name="T0" fmla="*/ 53 w 166"/>
                <a:gd name="T1" fmla="*/ 206 h 206"/>
                <a:gd name="T2" fmla="*/ 50 w 166"/>
                <a:gd name="T3" fmla="*/ 206 h 206"/>
                <a:gd name="T4" fmla="*/ 48 w 166"/>
                <a:gd name="T5" fmla="*/ 205 h 206"/>
                <a:gd name="T6" fmla="*/ 37 w 166"/>
                <a:gd name="T7" fmla="*/ 187 h 206"/>
                <a:gd name="T8" fmla="*/ 36 w 166"/>
                <a:gd name="T9" fmla="*/ 181 h 206"/>
                <a:gd name="T10" fmla="*/ 34 w 166"/>
                <a:gd name="T11" fmla="*/ 171 h 206"/>
                <a:gd name="T12" fmla="*/ 25 w 166"/>
                <a:gd name="T13" fmla="*/ 151 h 206"/>
                <a:gd name="T14" fmla="*/ 22 w 166"/>
                <a:gd name="T15" fmla="*/ 145 h 206"/>
                <a:gd name="T16" fmla="*/ 20 w 166"/>
                <a:gd name="T17" fmla="*/ 143 h 206"/>
                <a:gd name="T18" fmla="*/ 8 w 166"/>
                <a:gd name="T19" fmla="*/ 119 h 206"/>
                <a:gd name="T20" fmla="*/ 0 w 166"/>
                <a:gd name="T21" fmla="*/ 83 h 206"/>
                <a:gd name="T22" fmla="*/ 0 w 166"/>
                <a:gd name="T23" fmla="*/ 78 h 206"/>
                <a:gd name="T24" fmla="*/ 7 w 166"/>
                <a:gd name="T25" fmla="*/ 46 h 206"/>
                <a:gd name="T26" fmla="*/ 24 w 166"/>
                <a:gd name="T27" fmla="*/ 23 h 206"/>
                <a:gd name="T28" fmla="*/ 78 w 166"/>
                <a:gd name="T29" fmla="*/ 0 h 206"/>
                <a:gd name="T30" fmla="*/ 84 w 166"/>
                <a:gd name="T31" fmla="*/ 0 h 206"/>
                <a:gd name="T32" fmla="*/ 141 w 166"/>
                <a:gd name="T33" fmla="*/ 23 h 206"/>
                <a:gd name="T34" fmla="*/ 166 w 166"/>
                <a:gd name="T35" fmla="*/ 80 h 206"/>
                <a:gd name="T36" fmla="*/ 166 w 166"/>
                <a:gd name="T37" fmla="*/ 83 h 206"/>
                <a:gd name="T38" fmla="*/ 147 w 166"/>
                <a:gd name="T39" fmla="*/ 138 h 206"/>
                <a:gd name="T40" fmla="*/ 144 w 166"/>
                <a:gd name="T41" fmla="*/ 145 h 206"/>
                <a:gd name="T42" fmla="*/ 141 w 166"/>
                <a:gd name="T43" fmla="*/ 150 h 206"/>
                <a:gd name="T44" fmla="*/ 131 w 166"/>
                <a:gd name="T45" fmla="*/ 171 h 206"/>
                <a:gd name="T46" fmla="*/ 129 w 166"/>
                <a:gd name="T47" fmla="*/ 180 h 206"/>
                <a:gd name="T48" fmla="*/ 118 w 166"/>
                <a:gd name="T49" fmla="*/ 205 h 206"/>
                <a:gd name="T50" fmla="*/ 116 w 166"/>
                <a:gd name="T51" fmla="*/ 206 h 206"/>
                <a:gd name="T52" fmla="*/ 111 w 166"/>
                <a:gd name="T53" fmla="*/ 206 h 206"/>
                <a:gd name="T54" fmla="*/ 94 w 166"/>
                <a:gd name="T55" fmla="*/ 206 h 206"/>
                <a:gd name="T56" fmla="*/ 78 w 166"/>
                <a:gd name="T57" fmla="*/ 206 h 206"/>
                <a:gd name="T58" fmla="*/ 53 w 166"/>
                <a:gd name="T59" fmla="*/ 206 h 206"/>
                <a:gd name="T60" fmla="*/ 83 w 166"/>
                <a:gd name="T61" fmla="*/ 14 h 206"/>
                <a:gd name="T62" fmla="*/ 78 w 166"/>
                <a:gd name="T63" fmla="*/ 14 h 206"/>
                <a:gd name="T64" fmla="*/ 34 w 166"/>
                <a:gd name="T65" fmla="*/ 34 h 206"/>
                <a:gd name="T66" fmla="*/ 20 w 166"/>
                <a:gd name="T67" fmla="*/ 52 h 206"/>
                <a:gd name="T68" fmla="*/ 14 w 166"/>
                <a:gd name="T69" fmla="*/ 78 h 206"/>
                <a:gd name="T70" fmla="*/ 14 w 166"/>
                <a:gd name="T71" fmla="*/ 83 h 206"/>
                <a:gd name="T72" fmla="*/ 21 w 166"/>
                <a:gd name="T73" fmla="*/ 113 h 206"/>
                <a:gd name="T74" fmla="*/ 33 w 166"/>
                <a:gd name="T75" fmla="*/ 135 h 206"/>
                <a:gd name="T76" fmla="*/ 34 w 166"/>
                <a:gd name="T77" fmla="*/ 138 h 206"/>
                <a:gd name="T78" fmla="*/ 37 w 166"/>
                <a:gd name="T79" fmla="*/ 143 h 206"/>
                <a:gd name="T80" fmla="*/ 48 w 166"/>
                <a:gd name="T81" fmla="*/ 167 h 206"/>
                <a:gd name="T82" fmla="*/ 50 w 166"/>
                <a:gd name="T83" fmla="*/ 179 h 206"/>
                <a:gd name="T84" fmla="*/ 51 w 166"/>
                <a:gd name="T85" fmla="*/ 185 h 206"/>
                <a:gd name="T86" fmla="*/ 55 w 166"/>
                <a:gd name="T87" fmla="*/ 192 h 206"/>
                <a:gd name="T88" fmla="*/ 78 w 166"/>
                <a:gd name="T89" fmla="*/ 192 h 206"/>
                <a:gd name="T90" fmla="*/ 94 w 166"/>
                <a:gd name="T91" fmla="*/ 192 h 206"/>
                <a:gd name="T92" fmla="*/ 111 w 166"/>
                <a:gd name="T93" fmla="*/ 192 h 206"/>
                <a:gd name="T94" fmla="*/ 115 w 166"/>
                <a:gd name="T95" fmla="*/ 178 h 206"/>
                <a:gd name="T96" fmla="*/ 117 w 166"/>
                <a:gd name="T97" fmla="*/ 166 h 206"/>
                <a:gd name="T98" fmla="*/ 128 w 166"/>
                <a:gd name="T99" fmla="*/ 143 h 206"/>
                <a:gd name="T100" fmla="*/ 131 w 166"/>
                <a:gd name="T101" fmla="*/ 138 h 206"/>
                <a:gd name="T102" fmla="*/ 134 w 166"/>
                <a:gd name="T103" fmla="*/ 131 h 206"/>
                <a:gd name="T104" fmla="*/ 151 w 166"/>
                <a:gd name="T105" fmla="*/ 82 h 206"/>
                <a:gd name="T106" fmla="*/ 151 w 166"/>
                <a:gd name="T107" fmla="*/ 80 h 206"/>
                <a:gd name="T108" fmla="*/ 131 w 166"/>
                <a:gd name="T109" fmla="*/ 34 h 206"/>
                <a:gd name="T110" fmla="*/ 83 w 166"/>
                <a:gd name="T111" fmla="*/ 14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6" h="206">
                  <a:moveTo>
                    <a:pt x="53" y="206"/>
                  </a:moveTo>
                  <a:cubicBezTo>
                    <a:pt x="50" y="206"/>
                    <a:pt x="50" y="206"/>
                    <a:pt x="50" y="206"/>
                  </a:cubicBezTo>
                  <a:cubicBezTo>
                    <a:pt x="48" y="205"/>
                    <a:pt x="48" y="205"/>
                    <a:pt x="48" y="205"/>
                  </a:cubicBezTo>
                  <a:cubicBezTo>
                    <a:pt x="43" y="200"/>
                    <a:pt x="38" y="195"/>
                    <a:pt x="37" y="187"/>
                  </a:cubicBezTo>
                  <a:cubicBezTo>
                    <a:pt x="36" y="185"/>
                    <a:pt x="36" y="183"/>
                    <a:pt x="36" y="181"/>
                  </a:cubicBezTo>
                  <a:cubicBezTo>
                    <a:pt x="35" y="177"/>
                    <a:pt x="35" y="173"/>
                    <a:pt x="34" y="171"/>
                  </a:cubicBezTo>
                  <a:cubicBezTo>
                    <a:pt x="32" y="163"/>
                    <a:pt x="28" y="157"/>
                    <a:pt x="25" y="151"/>
                  </a:cubicBezTo>
                  <a:cubicBezTo>
                    <a:pt x="24" y="149"/>
                    <a:pt x="23" y="147"/>
                    <a:pt x="22" y="145"/>
                  </a:cubicBezTo>
                  <a:cubicBezTo>
                    <a:pt x="20" y="143"/>
                    <a:pt x="20" y="143"/>
                    <a:pt x="20" y="143"/>
                  </a:cubicBezTo>
                  <a:cubicBezTo>
                    <a:pt x="16" y="135"/>
                    <a:pt x="11" y="127"/>
                    <a:pt x="8" y="119"/>
                  </a:cubicBezTo>
                  <a:cubicBezTo>
                    <a:pt x="3" y="109"/>
                    <a:pt x="1" y="98"/>
                    <a:pt x="0" y="83"/>
                  </a:cubicBezTo>
                  <a:cubicBezTo>
                    <a:pt x="0" y="78"/>
                    <a:pt x="0" y="78"/>
                    <a:pt x="0" y="78"/>
                  </a:cubicBezTo>
                  <a:cubicBezTo>
                    <a:pt x="0" y="66"/>
                    <a:pt x="3" y="56"/>
                    <a:pt x="7" y="46"/>
                  </a:cubicBezTo>
                  <a:cubicBezTo>
                    <a:pt x="12" y="36"/>
                    <a:pt x="18" y="29"/>
                    <a:pt x="24" y="23"/>
                  </a:cubicBezTo>
                  <a:cubicBezTo>
                    <a:pt x="39" y="8"/>
                    <a:pt x="57" y="0"/>
                    <a:pt x="78" y="0"/>
                  </a:cubicBezTo>
                  <a:cubicBezTo>
                    <a:pt x="84" y="0"/>
                    <a:pt x="84" y="0"/>
                    <a:pt x="84" y="0"/>
                  </a:cubicBezTo>
                  <a:cubicBezTo>
                    <a:pt x="107" y="1"/>
                    <a:pt x="127" y="9"/>
                    <a:pt x="141" y="23"/>
                  </a:cubicBezTo>
                  <a:cubicBezTo>
                    <a:pt x="157" y="39"/>
                    <a:pt x="165" y="57"/>
                    <a:pt x="166" y="80"/>
                  </a:cubicBezTo>
                  <a:cubicBezTo>
                    <a:pt x="166" y="83"/>
                    <a:pt x="166" y="83"/>
                    <a:pt x="166" y="83"/>
                  </a:cubicBezTo>
                  <a:cubicBezTo>
                    <a:pt x="164" y="106"/>
                    <a:pt x="156" y="123"/>
                    <a:pt x="147" y="138"/>
                  </a:cubicBezTo>
                  <a:cubicBezTo>
                    <a:pt x="146" y="140"/>
                    <a:pt x="145" y="143"/>
                    <a:pt x="144" y="145"/>
                  </a:cubicBezTo>
                  <a:cubicBezTo>
                    <a:pt x="143" y="147"/>
                    <a:pt x="142" y="148"/>
                    <a:pt x="141" y="150"/>
                  </a:cubicBezTo>
                  <a:cubicBezTo>
                    <a:pt x="137" y="157"/>
                    <a:pt x="133" y="164"/>
                    <a:pt x="131" y="171"/>
                  </a:cubicBezTo>
                  <a:cubicBezTo>
                    <a:pt x="130" y="173"/>
                    <a:pt x="130" y="177"/>
                    <a:pt x="129" y="180"/>
                  </a:cubicBezTo>
                  <a:cubicBezTo>
                    <a:pt x="128" y="189"/>
                    <a:pt x="126" y="199"/>
                    <a:pt x="118" y="205"/>
                  </a:cubicBezTo>
                  <a:cubicBezTo>
                    <a:pt x="116" y="206"/>
                    <a:pt x="116" y="206"/>
                    <a:pt x="116" y="206"/>
                  </a:cubicBezTo>
                  <a:cubicBezTo>
                    <a:pt x="111" y="206"/>
                    <a:pt x="111" y="206"/>
                    <a:pt x="111" y="206"/>
                  </a:cubicBezTo>
                  <a:cubicBezTo>
                    <a:pt x="106" y="206"/>
                    <a:pt x="100" y="206"/>
                    <a:pt x="94" y="206"/>
                  </a:cubicBezTo>
                  <a:cubicBezTo>
                    <a:pt x="89" y="206"/>
                    <a:pt x="83" y="206"/>
                    <a:pt x="78" y="206"/>
                  </a:cubicBezTo>
                  <a:cubicBezTo>
                    <a:pt x="68" y="206"/>
                    <a:pt x="60" y="206"/>
                    <a:pt x="53" y="206"/>
                  </a:cubicBezTo>
                  <a:close/>
                  <a:moveTo>
                    <a:pt x="83" y="14"/>
                  </a:moveTo>
                  <a:cubicBezTo>
                    <a:pt x="78" y="14"/>
                    <a:pt x="78" y="14"/>
                    <a:pt x="78" y="14"/>
                  </a:cubicBezTo>
                  <a:cubicBezTo>
                    <a:pt x="61" y="15"/>
                    <a:pt x="47" y="21"/>
                    <a:pt x="34" y="34"/>
                  </a:cubicBezTo>
                  <a:cubicBezTo>
                    <a:pt x="29" y="39"/>
                    <a:pt x="24" y="44"/>
                    <a:pt x="20" y="52"/>
                  </a:cubicBezTo>
                  <a:cubicBezTo>
                    <a:pt x="17" y="60"/>
                    <a:pt x="15" y="69"/>
                    <a:pt x="14" y="78"/>
                  </a:cubicBezTo>
                  <a:cubicBezTo>
                    <a:pt x="14" y="83"/>
                    <a:pt x="14" y="83"/>
                    <a:pt x="14" y="83"/>
                  </a:cubicBezTo>
                  <a:cubicBezTo>
                    <a:pt x="15" y="95"/>
                    <a:pt x="17" y="105"/>
                    <a:pt x="21" y="113"/>
                  </a:cubicBezTo>
                  <a:cubicBezTo>
                    <a:pt x="24" y="121"/>
                    <a:pt x="29" y="128"/>
                    <a:pt x="33" y="135"/>
                  </a:cubicBezTo>
                  <a:cubicBezTo>
                    <a:pt x="34" y="138"/>
                    <a:pt x="34" y="138"/>
                    <a:pt x="34" y="138"/>
                  </a:cubicBezTo>
                  <a:cubicBezTo>
                    <a:pt x="35" y="140"/>
                    <a:pt x="36" y="142"/>
                    <a:pt x="37" y="143"/>
                  </a:cubicBezTo>
                  <a:cubicBezTo>
                    <a:pt x="41" y="150"/>
                    <a:pt x="46" y="158"/>
                    <a:pt x="48" y="167"/>
                  </a:cubicBezTo>
                  <a:cubicBezTo>
                    <a:pt x="49" y="171"/>
                    <a:pt x="50" y="175"/>
                    <a:pt x="50" y="179"/>
                  </a:cubicBezTo>
                  <a:cubicBezTo>
                    <a:pt x="50" y="181"/>
                    <a:pt x="51" y="183"/>
                    <a:pt x="51" y="185"/>
                  </a:cubicBezTo>
                  <a:cubicBezTo>
                    <a:pt x="51" y="187"/>
                    <a:pt x="53" y="190"/>
                    <a:pt x="55" y="192"/>
                  </a:cubicBezTo>
                  <a:cubicBezTo>
                    <a:pt x="62" y="192"/>
                    <a:pt x="69" y="192"/>
                    <a:pt x="78" y="192"/>
                  </a:cubicBezTo>
                  <a:cubicBezTo>
                    <a:pt x="83" y="192"/>
                    <a:pt x="89" y="192"/>
                    <a:pt x="94" y="192"/>
                  </a:cubicBezTo>
                  <a:cubicBezTo>
                    <a:pt x="100" y="192"/>
                    <a:pt x="105" y="192"/>
                    <a:pt x="111" y="192"/>
                  </a:cubicBezTo>
                  <a:cubicBezTo>
                    <a:pt x="113" y="189"/>
                    <a:pt x="114" y="183"/>
                    <a:pt x="115" y="178"/>
                  </a:cubicBezTo>
                  <a:cubicBezTo>
                    <a:pt x="115" y="174"/>
                    <a:pt x="116" y="170"/>
                    <a:pt x="117" y="166"/>
                  </a:cubicBezTo>
                  <a:cubicBezTo>
                    <a:pt x="120" y="158"/>
                    <a:pt x="124" y="150"/>
                    <a:pt x="128" y="143"/>
                  </a:cubicBezTo>
                  <a:cubicBezTo>
                    <a:pt x="129" y="141"/>
                    <a:pt x="130" y="140"/>
                    <a:pt x="131" y="138"/>
                  </a:cubicBezTo>
                  <a:cubicBezTo>
                    <a:pt x="132" y="136"/>
                    <a:pt x="133" y="134"/>
                    <a:pt x="134" y="131"/>
                  </a:cubicBezTo>
                  <a:cubicBezTo>
                    <a:pt x="143" y="116"/>
                    <a:pt x="150" y="102"/>
                    <a:pt x="151" y="82"/>
                  </a:cubicBezTo>
                  <a:cubicBezTo>
                    <a:pt x="151" y="80"/>
                    <a:pt x="151" y="80"/>
                    <a:pt x="151" y="80"/>
                  </a:cubicBezTo>
                  <a:cubicBezTo>
                    <a:pt x="151" y="62"/>
                    <a:pt x="144" y="46"/>
                    <a:pt x="131" y="34"/>
                  </a:cubicBezTo>
                  <a:cubicBezTo>
                    <a:pt x="119" y="22"/>
                    <a:pt x="103" y="15"/>
                    <a:pt x="83" y="14"/>
                  </a:cubicBezTo>
                  <a:close/>
                </a:path>
              </a:pathLst>
            </a:custGeom>
            <a:solidFill>
              <a:srgbClr val="8585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60" name="组合 59"/>
          <p:cNvGrpSpPr/>
          <p:nvPr/>
        </p:nvGrpSpPr>
        <p:grpSpPr>
          <a:xfrm>
            <a:off x="5992329" y="5653322"/>
            <a:ext cx="828676" cy="630238"/>
            <a:chOff x="1851025" y="5038725"/>
            <a:chExt cx="828676" cy="630238"/>
          </a:xfrm>
        </p:grpSpPr>
        <p:sp>
          <p:nvSpPr>
            <p:cNvPr id="61" name="Freeform 328"/>
            <p:cNvSpPr>
              <a:spLocks noEditPoints="1"/>
            </p:cNvSpPr>
            <p:nvPr/>
          </p:nvSpPr>
          <p:spPr bwMode="auto">
            <a:xfrm>
              <a:off x="1851025" y="5122863"/>
              <a:ext cx="547688" cy="546100"/>
            </a:xfrm>
            <a:custGeom>
              <a:avLst/>
              <a:gdLst>
                <a:gd name="T0" fmla="*/ 217 w 217"/>
                <a:gd name="T1" fmla="*/ 122 h 216"/>
                <a:gd name="T2" fmla="*/ 217 w 217"/>
                <a:gd name="T3" fmla="*/ 94 h 216"/>
                <a:gd name="T4" fmla="*/ 196 w 217"/>
                <a:gd name="T5" fmla="*/ 89 h 216"/>
                <a:gd name="T6" fmla="*/ 190 w 217"/>
                <a:gd name="T7" fmla="*/ 72 h 216"/>
                <a:gd name="T8" fmla="*/ 205 w 217"/>
                <a:gd name="T9" fmla="*/ 56 h 216"/>
                <a:gd name="T10" fmla="*/ 188 w 217"/>
                <a:gd name="T11" fmla="*/ 33 h 216"/>
                <a:gd name="T12" fmla="*/ 168 w 217"/>
                <a:gd name="T13" fmla="*/ 42 h 216"/>
                <a:gd name="T14" fmla="*/ 154 w 217"/>
                <a:gd name="T15" fmla="*/ 31 h 216"/>
                <a:gd name="T16" fmla="*/ 156 w 217"/>
                <a:gd name="T17" fmla="*/ 9 h 216"/>
                <a:gd name="T18" fmla="*/ 129 w 217"/>
                <a:gd name="T19" fmla="*/ 0 h 216"/>
                <a:gd name="T20" fmla="*/ 118 w 217"/>
                <a:gd name="T21" fmla="*/ 20 h 216"/>
                <a:gd name="T22" fmla="*/ 109 w 217"/>
                <a:gd name="T23" fmla="*/ 19 h 216"/>
                <a:gd name="T24" fmla="*/ 100 w 217"/>
                <a:gd name="T25" fmla="*/ 20 h 216"/>
                <a:gd name="T26" fmla="*/ 89 w 217"/>
                <a:gd name="T27" fmla="*/ 0 h 216"/>
                <a:gd name="T28" fmla="*/ 62 w 217"/>
                <a:gd name="T29" fmla="*/ 9 h 216"/>
                <a:gd name="T30" fmla="*/ 64 w 217"/>
                <a:gd name="T31" fmla="*/ 31 h 216"/>
                <a:gd name="T32" fmla="*/ 50 w 217"/>
                <a:gd name="T33" fmla="*/ 42 h 216"/>
                <a:gd name="T34" fmla="*/ 29 w 217"/>
                <a:gd name="T35" fmla="*/ 33 h 216"/>
                <a:gd name="T36" fmla="*/ 13 w 217"/>
                <a:gd name="T37" fmla="*/ 56 h 216"/>
                <a:gd name="T38" fmla="*/ 28 w 217"/>
                <a:gd name="T39" fmla="*/ 72 h 216"/>
                <a:gd name="T40" fmla="*/ 22 w 217"/>
                <a:gd name="T41" fmla="*/ 89 h 216"/>
                <a:gd name="T42" fmla="*/ 0 w 217"/>
                <a:gd name="T43" fmla="*/ 94 h 216"/>
                <a:gd name="T44" fmla="*/ 0 w 217"/>
                <a:gd name="T45" fmla="*/ 122 h 216"/>
                <a:gd name="T46" fmla="*/ 22 w 217"/>
                <a:gd name="T47" fmla="*/ 127 h 216"/>
                <a:gd name="T48" fmla="*/ 28 w 217"/>
                <a:gd name="T49" fmla="*/ 144 h 216"/>
                <a:gd name="T50" fmla="*/ 13 w 217"/>
                <a:gd name="T51" fmla="*/ 160 h 216"/>
                <a:gd name="T52" fmla="*/ 29 w 217"/>
                <a:gd name="T53" fmla="*/ 183 h 216"/>
                <a:gd name="T54" fmla="*/ 50 w 217"/>
                <a:gd name="T55" fmla="*/ 174 h 216"/>
                <a:gd name="T56" fmla="*/ 64 w 217"/>
                <a:gd name="T57" fmla="*/ 185 h 216"/>
                <a:gd name="T58" fmla="*/ 62 w 217"/>
                <a:gd name="T59" fmla="*/ 207 h 216"/>
                <a:gd name="T60" fmla="*/ 89 w 217"/>
                <a:gd name="T61" fmla="*/ 216 h 216"/>
                <a:gd name="T62" fmla="*/ 100 w 217"/>
                <a:gd name="T63" fmla="*/ 196 h 216"/>
                <a:gd name="T64" fmla="*/ 109 w 217"/>
                <a:gd name="T65" fmla="*/ 197 h 216"/>
                <a:gd name="T66" fmla="*/ 118 w 217"/>
                <a:gd name="T67" fmla="*/ 196 h 216"/>
                <a:gd name="T68" fmla="*/ 129 w 217"/>
                <a:gd name="T69" fmla="*/ 216 h 216"/>
                <a:gd name="T70" fmla="*/ 156 w 217"/>
                <a:gd name="T71" fmla="*/ 207 h 216"/>
                <a:gd name="T72" fmla="*/ 154 w 217"/>
                <a:gd name="T73" fmla="*/ 185 h 216"/>
                <a:gd name="T74" fmla="*/ 168 w 217"/>
                <a:gd name="T75" fmla="*/ 174 h 216"/>
                <a:gd name="T76" fmla="*/ 188 w 217"/>
                <a:gd name="T77" fmla="*/ 183 h 216"/>
                <a:gd name="T78" fmla="*/ 205 w 217"/>
                <a:gd name="T79" fmla="*/ 160 h 216"/>
                <a:gd name="T80" fmla="*/ 190 w 217"/>
                <a:gd name="T81" fmla="*/ 144 h 216"/>
                <a:gd name="T82" fmla="*/ 196 w 217"/>
                <a:gd name="T83" fmla="*/ 127 h 216"/>
                <a:gd name="T84" fmla="*/ 217 w 217"/>
                <a:gd name="T85" fmla="*/ 122 h 216"/>
                <a:gd name="T86" fmla="*/ 109 w 217"/>
                <a:gd name="T87" fmla="*/ 172 h 216"/>
                <a:gd name="T88" fmla="*/ 45 w 217"/>
                <a:gd name="T89" fmla="*/ 108 h 216"/>
                <a:gd name="T90" fmla="*/ 109 w 217"/>
                <a:gd name="T91" fmla="*/ 44 h 216"/>
                <a:gd name="T92" fmla="*/ 172 w 217"/>
                <a:gd name="T93" fmla="*/ 108 h 216"/>
                <a:gd name="T94" fmla="*/ 109 w 217"/>
                <a:gd name="T95" fmla="*/ 17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7" h="216">
                  <a:moveTo>
                    <a:pt x="217" y="122"/>
                  </a:moveTo>
                  <a:cubicBezTo>
                    <a:pt x="217" y="94"/>
                    <a:pt x="217" y="94"/>
                    <a:pt x="217" y="94"/>
                  </a:cubicBezTo>
                  <a:cubicBezTo>
                    <a:pt x="196" y="89"/>
                    <a:pt x="196" y="89"/>
                    <a:pt x="196" y="89"/>
                  </a:cubicBezTo>
                  <a:cubicBezTo>
                    <a:pt x="194" y="83"/>
                    <a:pt x="193" y="78"/>
                    <a:pt x="190" y="72"/>
                  </a:cubicBezTo>
                  <a:cubicBezTo>
                    <a:pt x="205" y="56"/>
                    <a:pt x="205" y="56"/>
                    <a:pt x="205" y="56"/>
                  </a:cubicBezTo>
                  <a:cubicBezTo>
                    <a:pt x="188" y="33"/>
                    <a:pt x="188" y="33"/>
                    <a:pt x="188" y="33"/>
                  </a:cubicBezTo>
                  <a:cubicBezTo>
                    <a:pt x="168" y="42"/>
                    <a:pt x="168" y="42"/>
                    <a:pt x="168" y="42"/>
                  </a:cubicBezTo>
                  <a:cubicBezTo>
                    <a:pt x="163" y="38"/>
                    <a:pt x="159" y="34"/>
                    <a:pt x="154" y="31"/>
                  </a:cubicBezTo>
                  <a:cubicBezTo>
                    <a:pt x="156" y="9"/>
                    <a:pt x="156" y="9"/>
                    <a:pt x="156" y="9"/>
                  </a:cubicBezTo>
                  <a:cubicBezTo>
                    <a:pt x="129" y="0"/>
                    <a:pt x="129" y="0"/>
                    <a:pt x="129" y="0"/>
                  </a:cubicBezTo>
                  <a:cubicBezTo>
                    <a:pt x="118" y="20"/>
                    <a:pt x="118" y="20"/>
                    <a:pt x="118" y="20"/>
                  </a:cubicBezTo>
                  <a:cubicBezTo>
                    <a:pt x="115" y="19"/>
                    <a:pt x="112" y="19"/>
                    <a:pt x="109" y="19"/>
                  </a:cubicBezTo>
                  <a:cubicBezTo>
                    <a:pt x="106" y="19"/>
                    <a:pt x="103" y="19"/>
                    <a:pt x="100" y="20"/>
                  </a:cubicBezTo>
                  <a:cubicBezTo>
                    <a:pt x="89" y="0"/>
                    <a:pt x="89" y="0"/>
                    <a:pt x="89" y="0"/>
                  </a:cubicBezTo>
                  <a:cubicBezTo>
                    <a:pt x="62" y="9"/>
                    <a:pt x="62" y="9"/>
                    <a:pt x="62" y="9"/>
                  </a:cubicBezTo>
                  <a:cubicBezTo>
                    <a:pt x="64" y="31"/>
                    <a:pt x="64" y="31"/>
                    <a:pt x="64" y="31"/>
                  </a:cubicBezTo>
                  <a:cubicBezTo>
                    <a:pt x="59" y="34"/>
                    <a:pt x="54" y="38"/>
                    <a:pt x="50" y="42"/>
                  </a:cubicBezTo>
                  <a:cubicBezTo>
                    <a:pt x="29" y="33"/>
                    <a:pt x="29" y="33"/>
                    <a:pt x="29" y="33"/>
                  </a:cubicBezTo>
                  <a:cubicBezTo>
                    <a:pt x="13" y="56"/>
                    <a:pt x="13" y="56"/>
                    <a:pt x="13" y="56"/>
                  </a:cubicBezTo>
                  <a:cubicBezTo>
                    <a:pt x="28" y="72"/>
                    <a:pt x="28" y="72"/>
                    <a:pt x="28" y="72"/>
                  </a:cubicBezTo>
                  <a:cubicBezTo>
                    <a:pt x="25" y="78"/>
                    <a:pt x="23" y="83"/>
                    <a:pt x="22" y="89"/>
                  </a:cubicBezTo>
                  <a:cubicBezTo>
                    <a:pt x="0" y="94"/>
                    <a:pt x="0" y="94"/>
                    <a:pt x="0" y="94"/>
                  </a:cubicBezTo>
                  <a:cubicBezTo>
                    <a:pt x="0" y="122"/>
                    <a:pt x="0" y="122"/>
                    <a:pt x="0" y="122"/>
                  </a:cubicBezTo>
                  <a:cubicBezTo>
                    <a:pt x="22" y="127"/>
                    <a:pt x="22" y="127"/>
                    <a:pt x="22" y="127"/>
                  </a:cubicBezTo>
                  <a:cubicBezTo>
                    <a:pt x="23" y="133"/>
                    <a:pt x="25" y="138"/>
                    <a:pt x="28" y="144"/>
                  </a:cubicBezTo>
                  <a:cubicBezTo>
                    <a:pt x="13" y="160"/>
                    <a:pt x="13" y="160"/>
                    <a:pt x="13" y="160"/>
                  </a:cubicBezTo>
                  <a:cubicBezTo>
                    <a:pt x="29" y="183"/>
                    <a:pt x="29" y="183"/>
                    <a:pt x="29" y="183"/>
                  </a:cubicBezTo>
                  <a:cubicBezTo>
                    <a:pt x="50" y="174"/>
                    <a:pt x="50" y="174"/>
                    <a:pt x="50" y="174"/>
                  </a:cubicBezTo>
                  <a:cubicBezTo>
                    <a:pt x="54" y="178"/>
                    <a:pt x="59" y="182"/>
                    <a:pt x="64" y="185"/>
                  </a:cubicBezTo>
                  <a:cubicBezTo>
                    <a:pt x="62" y="207"/>
                    <a:pt x="62" y="207"/>
                    <a:pt x="62" y="207"/>
                  </a:cubicBezTo>
                  <a:cubicBezTo>
                    <a:pt x="89" y="216"/>
                    <a:pt x="89" y="216"/>
                    <a:pt x="89" y="216"/>
                  </a:cubicBezTo>
                  <a:cubicBezTo>
                    <a:pt x="100" y="196"/>
                    <a:pt x="100" y="196"/>
                    <a:pt x="100" y="196"/>
                  </a:cubicBezTo>
                  <a:cubicBezTo>
                    <a:pt x="103" y="197"/>
                    <a:pt x="106" y="197"/>
                    <a:pt x="109" y="197"/>
                  </a:cubicBezTo>
                  <a:cubicBezTo>
                    <a:pt x="112" y="197"/>
                    <a:pt x="115" y="197"/>
                    <a:pt x="118" y="196"/>
                  </a:cubicBezTo>
                  <a:cubicBezTo>
                    <a:pt x="129" y="216"/>
                    <a:pt x="129" y="216"/>
                    <a:pt x="129" y="216"/>
                  </a:cubicBezTo>
                  <a:cubicBezTo>
                    <a:pt x="156" y="207"/>
                    <a:pt x="156" y="207"/>
                    <a:pt x="156" y="207"/>
                  </a:cubicBezTo>
                  <a:cubicBezTo>
                    <a:pt x="154" y="185"/>
                    <a:pt x="154" y="185"/>
                    <a:pt x="154" y="185"/>
                  </a:cubicBezTo>
                  <a:cubicBezTo>
                    <a:pt x="159" y="182"/>
                    <a:pt x="164" y="178"/>
                    <a:pt x="168" y="174"/>
                  </a:cubicBezTo>
                  <a:cubicBezTo>
                    <a:pt x="188" y="183"/>
                    <a:pt x="188" y="183"/>
                    <a:pt x="188" y="183"/>
                  </a:cubicBezTo>
                  <a:cubicBezTo>
                    <a:pt x="205" y="160"/>
                    <a:pt x="205" y="160"/>
                    <a:pt x="205" y="160"/>
                  </a:cubicBezTo>
                  <a:cubicBezTo>
                    <a:pt x="190" y="144"/>
                    <a:pt x="190" y="144"/>
                    <a:pt x="190" y="144"/>
                  </a:cubicBezTo>
                  <a:cubicBezTo>
                    <a:pt x="193" y="138"/>
                    <a:pt x="194" y="133"/>
                    <a:pt x="196" y="127"/>
                  </a:cubicBezTo>
                  <a:lnTo>
                    <a:pt x="217" y="122"/>
                  </a:lnTo>
                  <a:close/>
                  <a:moveTo>
                    <a:pt x="109" y="172"/>
                  </a:moveTo>
                  <a:cubicBezTo>
                    <a:pt x="74" y="172"/>
                    <a:pt x="45" y="143"/>
                    <a:pt x="45" y="108"/>
                  </a:cubicBezTo>
                  <a:cubicBezTo>
                    <a:pt x="45" y="73"/>
                    <a:pt x="74" y="44"/>
                    <a:pt x="109" y="44"/>
                  </a:cubicBezTo>
                  <a:cubicBezTo>
                    <a:pt x="144" y="44"/>
                    <a:pt x="172" y="73"/>
                    <a:pt x="172" y="108"/>
                  </a:cubicBezTo>
                  <a:cubicBezTo>
                    <a:pt x="172" y="143"/>
                    <a:pt x="144" y="172"/>
                    <a:pt x="109" y="172"/>
                  </a:cubicBezTo>
                  <a:close/>
                </a:path>
              </a:pathLst>
            </a:custGeom>
            <a:solidFill>
              <a:srgbClr val="8585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 name="Freeform 329"/>
            <p:cNvSpPr>
              <a:spLocks noEditPoints="1"/>
            </p:cNvSpPr>
            <p:nvPr/>
          </p:nvSpPr>
          <p:spPr bwMode="auto">
            <a:xfrm>
              <a:off x="2354263" y="5038725"/>
              <a:ext cx="325438" cy="323850"/>
            </a:xfrm>
            <a:custGeom>
              <a:avLst/>
              <a:gdLst>
                <a:gd name="T0" fmla="*/ 129 w 129"/>
                <a:gd name="T1" fmla="*/ 72 h 128"/>
                <a:gd name="T2" fmla="*/ 129 w 129"/>
                <a:gd name="T3" fmla="*/ 55 h 128"/>
                <a:gd name="T4" fmla="*/ 116 w 129"/>
                <a:gd name="T5" fmla="*/ 53 h 128"/>
                <a:gd name="T6" fmla="*/ 113 w 129"/>
                <a:gd name="T7" fmla="*/ 43 h 128"/>
                <a:gd name="T8" fmla="*/ 122 w 129"/>
                <a:gd name="T9" fmla="*/ 33 h 128"/>
                <a:gd name="T10" fmla="*/ 112 w 129"/>
                <a:gd name="T11" fmla="*/ 19 h 128"/>
                <a:gd name="T12" fmla="*/ 100 w 129"/>
                <a:gd name="T13" fmla="*/ 25 h 128"/>
                <a:gd name="T14" fmla="*/ 91 w 129"/>
                <a:gd name="T15" fmla="*/ 18 h 128"/>
                <a:gd name="T16" fmla="*/ 93 w 129"/>
                <a:gd name="T17" fmla="*/ 5 h 128"/>
                <a:gd name="T18" fmla="*/ 77 w 129"/>
                <a:gd name="T19" fmla="*/ 0 h 128"/>
                <a:gd name="T20" fmla="*/ 70 w 129"/>
                <a:gd name="T21" fmla="*/ 11 h 128"/>
                <a:gd name="T22" fmla="*/ 65 w 129"/>
                <a:gd name="T23" fmla="*/ 11 h 128"/>
                <a:gd name="T24" fmla="*/ 60 w 129"/>
                <a:gd name="T25" fmla="*/ 11 h 128"/>
                <a:gd name="T26" fmla="*/ 53 w 129"/>
                <a:gd name="T27" fmla="*/ 0 h 128"/>
                <a:gd name="T28" fmla="*/ 37 w 129"/>
                <a:gd name="T29" fmla="*/ 5 h 128"/>
                <a:gd name="T30" fmla="*/ 38 w 129"/>
                <a:gd name="T31" fmla="*/ 18 h 128"/>
                <a:gd name="T32" fmla="*/ 30 w 129"/>
                <a:gd name="T33" fmla="*/ 25 h 128"/>
                <a:gd name="T34" fmla="*/ 18 w 129"/>
                <a:gd name="T35" fmla="*/ 19 h 128"/>
                <a:gd name="T36" fmla="*/ 8 w 129"/>
                <a:gd name="T37" fmla="*/ 33 h 128"/>
                <a:gd name="T38" fmla="*/ 17 w 129"/>
                <a:gd name="T39" fmla="*/ 43 h 128"/>
                <a:gd name="T40" fmla="*/ 13 w 129"/>
                <a:gd name="T41" fmla="*/ 53 h 128"/>
                <a:gd name="T42" fmla="*/ 0 w 129"/>
                <a:gd name="T43" fmla="*/ 56 h 128"/>
                <a:gd name="T44" fmla="*/ 0 w 129"/>
                <a:gd name="T45" fmla="*/ 72 h 128"/>
                <a:gd name="T46" fmla="*/ 13 w 129"/>
                <a:gd name="T47" fmla="*/ 75 h 128"/>
                <a:gd name="T48" fmla="*/ 17 w 129"/>
                <a:gd name="T49" fmla="*/ 85 h 128"/>
                <a:gd name="T50" fmla="*/ 8 w 129"/>
                <a:gd name="T51" fmla="*/ 95 h 128"/>
                <a:gd name="T52" fmla="*/ 18 w 129"/>
                <a:gd name="T53" fmla="*/ 109 h 128"/>
                <a:gd name="T54" fmla="*/ 30 w 129"/>
                <a:gd name="T55" fmla="*/ 103 h 128"/>
                <a:gd name="T56" fmla="*/ 38 w 129"/>
                <a:gd name="T57" fmla="*/ 110 h 128"/>
                <a:gd name="T58" fmla="*/ 37 w 129"/>
                <a:gd name="T59" fmla="*/ 123 h 128"/>
                <a:gd name="T60" fmla="*/ 53 w 129"/>
                <a:gd name="T61" fmla="*/ 128 h 128"/>
                <a:gd name="T62" fmla="*/ 60 w 129"/>
                <a:gd name="T63" fmla="*/ 116 h 128"/>
                <a:gd name="T64" fmla="*/ 65 w 129"/>
                <a:gd name="T65" fmla="*/ 117 h 128"/>
                <a:gd name="T66" fmla="*/ 70 w 129"/>
                <a:gd name="T67" fmla="*/ 116 h 128"/>
                <a:gd name="T68" fmla="*/ 77 w 129"/>
                <a:gd name="T69" fmla="*/ 128 h 128"/>
                <a:gd name="T70" fmla="*/ 93 w 129"/>
                <a:gd name="T71" fmla="*/ 123 h 128"/>
                <a:gd name="T72" fmla="*/ 92 w 129"/>
                <a:gd name="T73" fmla="*/ 110 h 128"/>
                <a:gd name="T74" fmla="*/ 100 w 129"/>
                <a:gd name="T75" fmla="*/ 103 h 128"/>
                <a:gd name="T76" fmla="*/ 112 w 129"/>
                <a:gd name="T77" fmla="*/ 109 h 128"/>
                <a:gd name="T78" fmla="*/ 122 w 129"/>
                <a:gd name="T79" fmla="*/ 95 h 128"/>
                <a:gd name="T80" fmla="*/ 113 w 129"/>
                <a:gd name="T81" fmla="*/ 85 h 128"/>
                <a:gd name="T82" fmla="*/ 116 w 129"/>
                <a:gd name="T83" fmla="*/ 75 h 128"/>
                <a:gd name="T84" fmla="*/ 129 w 129"/>
                <a:gd name="T85" fmla="*/ 72 h 128"/>
                <a:gd name="T86" fmla="*/ 65 w 129"/>
                <a:gd name="T87" fmla="*/ 102 h 128"/>
                <a:gd name="T88" fmla="*/ 27 w 129"/>
                <a:gd name="T89" fmla="*/ 64 h 128"/>
                <a:gd name="T90" fmla="*/ 65 w 129"/>
                <a:gd name="T91" fmla="*/ 26 h 128"/>
                <a:gd name="T92" fmla="*/ 103 w 129"/>
                <a:gd name="T93" fmla="*/ 64 h 128"/>
                <a:gd name="T94" fmla="*/ 65 w 129"/>
                <a:gd name="T95" fmla="*/ 10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9" h="128">
                  <a:moveTo>
                    <a:pt x="129" y="72"/>
                  </a:moveTo>
                  <a:cubicBezTo>
                    <a:pt x="129" y="55"/>
                    <a:pt x="129" y="55"/>
                    <a:pt x="129" y="55"/>
                  </a:cubicBezTo>
                  <a:cubicBezTo>
                    <a:pt x="116" y="53"/>
                    <a:pt x="116" y="53"/>
                    <a:pt x="116" y="53"/>
                  </a:cubicBezTo>
                  <a:cubicBezTo>
                    <a:pt x="116" y="49"/>
                    <a:pt x="115" y="46"/>
                    <a:pt x="113" y="43"/>
                  </a:cubicBezTo>
                  <a:cubicBezTo>
                    <a:pt x="122" y="33"/>
                    <a:pt x="122" y="33"/>
                    <a:pt x="122" y="33"/>
                  </a:cubicBezTo>
                  <a:cubicBezTo>
                    <a:pt x="112" y="19"/>
                    <a:pt x="112" y="19"/>
                    <a:pt x="112" y="19"/>
                  </a:cubicBezTo>
                  <a:cubicBezTo>
                    <a:pt x="100" y="25"/>
                    <a:pt x="100" y="25"/>
                    <a:pt x="100" y="25"/>
                  </a:cubicBezTo>
                  <a:cubicBezTo>
                    <a:pt x="97" y="22"/>
                    <a:pt x="95" y="20"/>
                    <a:pt x="91" y="18"/>
                  </a:cubicBezTo>
                  <a:cubicBezTo>
                    <a:pt x="93" y="5"/>
                    <a:pt x="93" y="5"/>
                    <a:pt x="93" y="5"/>
                  </a:cubicBezTo>
                  <a:cubicBezTo>
                    <a:pt x="77" y="0"/>
                    <a:pt x="77" y="0"/>
                    <a:pt x="77" y="0"/>
                  </a:cubicBezTo>
                  <a:cubicBezTo>
                    <a:pt x="70" y="11"/>
                    <a:pt x="70" y="11"/>
                    <a:pt x="70" y="11"/>
                  </a:cubicBezTo>
                  <a:cubicBezTo>
                    <a:pt x="68" y="11"/>
                    <a:pt x="67" y="11"/>
                    <a:pt x="65" y="11"/>
                  </a:cubicBezTo>
                  <a:cubicBezTo>
                    <a:pt x="63" y="11"/>
                    <a:pt x="61" y="11"/>
                    <a:pt x="60" y="11"/>
                  </a:cubicBezTo>
                  <a:cubicBezTo>
                    <a:pt x="53" y="0"/>
                    <a:pt x="53" y="0"/>
                    <a:pt x="53" y="0"/>
                  </a:cubicBezTo>
                  <a:cubicBezTo>
                    <a:pt x="37" y="5"/>
                    <a:pt x="37" y="5"/>
                    <a:pt x="37" y="5"/>
                  </a:cubicBezTo>
                  <a:cubicBezTo>
                    <a:pt x="38" y="18"/>
                    <a:pt x="38" y="18"/>
                    <a:pt x="38" y="18"/>
                  </a:cubicBezTo>
                  <a:cubicBezTo>
                    <a:pt x="35" y="20"/>
                    <a:pt x="32" y="22"/>
                    <a:pt x="30" y="25"/>
                  </a:cubicBezTo>
                  <a:cubicBezTo>
                    <a:pt x="18" y="19"/>
                    <a:pt x="18" y="19"/>
                    <a:pt x="18" y="19"/>
                  </a:cubicBezTo>
                  <a:cubicBezTo>
                    <a:pt x="8" y="33"/>
                    <a:pt x="8" y="33"/>
                    <a:pt x="8" y="33"/>
                  </a:cubicBezTo>
                  <a:cubicBezTo>
                    <a:pt x="17" y="43"/>
                    <a:pt x="17" y="43"/>
                    <a:pt x="17" y="43"/>
                  </a:cubicBezTo>
                  <a:cubicBezTo>
                    <a:pt x="15" y="46"/>
                    <a:pt x="14" y="49"/>
                    <a:pt x="13" y="53"/>
                  </a:cubicBezTo>
                  <a:cubicBezTo>
                    <a:pt x="0" y="56"/>
                    <a:pt x="0" y="56"/>
                    <a:pt x="0" y="56"/>
                  </a:cubicBezTo>
                  <a:cubicBezTo>
                    <a:pt x="0" y="72"/>
                    <a:pt x="0" y="72"/>
                    <a:pt x="0" y="72"/>
                  </a:cubicBezTo>
                  <a:cubicBezTo>
                    <a:pt x="13" y="75"/>
                    <a:pt x="13" y="75"/>
                    <a:pt x="13" y="75"/>
                  </a:cubicBezTo>
                  <a:cubicBezTo>
                    <a:pt x="14" y="79"/>
                    <a:pt x="15" y="82"/>
                    <a:pt x="17" y="85"/>
                  </a:cubicBezTo>
                  <a:cubicBezTo>
                    <a:pt x="8" y="95"/>
                    <a:pt x="8" y="95"/>
                    <a:pt x="8" y="95"/>
                  </a:cubicBezTo>
                  <a:cubicBezTo>
                    <a:pt x="18" y="109"/>
                    <a:pt x="18" y="109"/>
                    <a:pt x="18" y="109"/>
                  </a:cubicBezTo>
                  <a:cubicBezTo>
                    <a:pt x="30" y="103"/>
                    <a:pt x="30" y="103"/>
                    <a:pt x="30" y="103"/>
                  </a:cubicBezTo>
                  <a:cubicBezTo>
                    <a:pt x="32" y="106"/>
                    <a:pt x="35" y="108"/>
                    <a:pt x="38" y="110"/>
                  </a:cubicBezTo>
                  <a:cubicBezTo>
                    <a:pt x="37" y="123"/>
                    <a:pt x="37" y="123"/>
                    <a:pt x="37" y="123"/>
                  </a:cubicBezTo>
                  <a:cubicBezTo>
                    <a:pt x="53" y="128"/>
                    <a:pt x="53" y="128"/>
                    <a:pt x="53" y="128"/>
                  </a:cubicBezTo>
                  <a:cubicBezTo>
                    <a:pt x="60" y="116"/>
                    <a:pt x="60" y="116"/>
                    <a:pt x="60" y="116"/>
                  </a:cubicBezTo>
                  <a:cubicBezTo>
                    <a:pt x="61" y="117"/>
                    <a:pt x="63" y="117"/>
                    <a:pt x="65" y="117"/>
                  </a:cubicBezTo>
                  <a:cubicBezTo>
                    <a:pt x="67" y="117"/>
                    <a:pt x="68" y="117"/>
                    <a:pt x="70" y="116"/>
                  </a:cubicBezTo>
                  <a:cubicBezTo>
                    <a:pt x="77" y="128"/>
                    <a:pt x="77" y="128"/>
                    <a:pt x="77" y="128"/>
                  </a:cubicBezTo>
                  <a:cubicBezTo>
                    <a:pt x="93" y="123"/>
                    <a:pt x="93" y="123"/>
                    <a:pt x="93" y="123"/>
                  </a:cubicBezTo>
                  <a:cubicBezTo>
                    <a:pt x="92" y="110"/>
                    <a:pt x="92" y="110"/>
                    <a:pt x="92" y="110"/>
                  </a:cubicBezTo>
                  <a:cubicBezTo>
                    <a:pt x="95" y="108"/>
                    <a:pt x="97" y="106"/>
                    <a:pt x="100" y="103"/>
                  </a:cubicBezTo>
                  <a:cubicBezTo>
                    <a:pt x="112" y="109"/>
                    <a:pt x="112" y="109"/>
                    <a:pt x="112" y="109"/>
                  </a:cubicBezTo>
                  <a:cubicBezTo>
                    <a:pt x="122" y="95"/>
                    <a:pt x="122" y="95"/>
                    <a:pt x="122" y="95"/>
                  </a:cubicBezTo>
                  <a:cubicBezTo>
                    <a:pt x="113" y="85"/>
                    <a:pt x="113" y="85"/>
                    <a:pt x="113" y="85"/>
                  </a:cubicBezTo>
                  <a:cubicBezTo>
                    <a:pt x="115" y="82"/>
                    <a:pt x="116" y="79"/>
                    <a:pt x="116" y="75"/>
                  </a:cubicBezTo>
                  <a:lnTo>
                    <a:pt x="129" y="72"/>
                  </a:lnTo>
                  <a:close/>
                  <a:moveTo>
                    <a:pt x="65" y="102"/>
                  </a:moveTo>
                  <a:cubicBezTo>
                    <a:pt x="44" y="102"/>
                    <a:pt x="27" y="85"/>
                    <a:pt x="27" y="64"/>
                  </a:cubicBezTo>
                  <a:cubicBezTo>
                    <a:pt x="27" y="43"/>
                    <a:pt x="44" y="26"/>
                    <a:pt x="65" y="26"/>
                  </a:cubicBezTo>
                  <a:cubicBezTo>
                    <a:pt x="86" y="26"/>
                    <a:pt x="103" y="43"/>
                    <a:pt x="103" y="64"/>
                  </a:cubicBezTo>
                  <a:cubicBezTo>
                    <a:pt x="103" y="85"/>
                    <a:pt x="86" y="102"/>
                    <a:pt x="65" y="102"/>
                  </a:cubicBezTo>
                  <a:close/>
                </a:path>
              </a:pathLst>
            </a:custGeom>
            <a:solidFill>
              <a:srgbClr val="8585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63" name="组合 62"/>
          <p:cNvGrpSpPr/>
          <p:nvPr/>
        </p:nvGrpSpPr>
        <p:grpSpPr>
          <a:xfrm>
            <a:off x="6087579" y="700322"/>
            <a:ext cx="642938" cy="669925"/>
            <a:chOff x="1946275" y="85725"/>
            <a:chExt cx="642938" cy="669925"/>
          </a:xfrm>
        </p:grpSpPr>
        <p:sp>
          <p:nvSpPr>
            <p:cNvPr id="64" name="Freeform 337"/>
            <p:cNvSpPr>
              <a:spLocks/>
            </p:cNvSpPr>
            <p:nvPr/>
          </p:nvSpPr>
          <p:spPr bwMode="auto">
            <a:xfrm>
              <a:off x="2282825" y="115888"/>
              <a:ext cx="306388" cy="615950"/>
            </a:xfrm>
            <a:custGeom>
              <a:avLst/>
              <a:gdLst>
                <a:gd name="T0" fmla="*/ 121 w 121"/>
                <a:gd name="T1" fmla="*/ 122 h 244"/>
                <a:gd name="T2" fmla="*/ 0 w 121"/>
                <a:gd name="T3" fmla="*/ 0 h 244"/>
                <a:gd name="T4" fmla="*/ 0 w 121"/>
                <a:gd name="T5" fmla="*/ 8 h 244"/>
                <a:gd name="T6" fmla="*/ 113 w 121"/>
                <a:gd name="T7" fmla="*/ 122 h 244"/>
                <a:gd name="T8" fmla="*/ 0 w 121"/>
                <a:gd name="T9" fmla="*/ 236 h 244"/>
                <a:gd name="T10" fmla="*/ 0 w 121"/>
                <a:gd name="T11" fmla="*/ 244 h 244"/>
                <a:gd name="T12" fmla="*/ 121 w 121"/>
                <a:gd name="T13" fmla="*/ 122 h 244"/>
              </a:gdLst>
              <a:ahLst/>
              <a:cxnLst>
                <a:cxn ang="0">
                  <a:pos x="T0" y="T1"/>
                </a:cxn>
                <a:cxn ang="0">
                  <a:pos x="T2" y="T3"/>
                </a:cxn>
                <a:cxn ang="0">
                  <a:pos x="T4" y="T5"/>
                </a:cxn>
                <a:cxn ang="0">
                  <a:pos x="T6" y="T7"/>
                </a:cxn>
                <a:cxn ang="0">
                  <a:pos x="T8" y="T9"/>
                </a:cxn>
                <a:cxn ang="0">
                  <a:pos x="T10" y="T11"/>
                </a:cxn>
                <a:cxn ang="0">
                  <a:pos x="T12" y="T13"/>
                </a:cxn>
              </a:cxnLst>
              <a:rect l="0" t="0" r="r" b="b"/>
              <a:pathLst>
                <a:path w="121" h="244">
                  <a:moveTo>
                    <a:pt x="121" y="122"/>
                  </a:moveTo>
                  <a:cubicBezTo>
                    <a:pt x="121" y="55"/>
                    <a:pt x="67" y="0"/>
                    <a:pt x="0" y="0"/>
                  </a:cubicBezTo>
                  <a:cubicBezTo>
                    <a:pt x="0" y="8"/>
                    <a:pt x="0" y="8"/>
                    <a:pt x="0" y="8"/>
                  </a:cubicBezTo>
                  <a:cubicBezTo>
                    <a:pt x="62" y="8"/>
                    <a:pt x="113" y="59"/>
                    <a:pt x="113" y="122"/>
                  </a:cubicBezTo>
                  <a:cubicBezTo>
                    <a:pt x="113" y="184"/>
                    <a:pt x="62" y="235"/>
                    <a:pt x="0" y="236"/>
                  </a:cubicBezTo>
                  <a:cubicBezTo>
                    <a:pt x="0" y="244"/>
                    <a:pt x="0" y="244"/>
                    <a:pt x="0" y="244"/>
                  </a:cubicBezTo>
                  <a:cubicBezTo>
                    <a:pt x="67" y="243"/>
                    <a:pt x="121" y="189"/>
                    <a:pt x="121" y="122"/>
                  </a:cubicBezTo>
                  <a:close/>
                </a:path>
              </a:pathLst>
            </a:custGeom>
            <a:solidFill>
              <a:srgbClr val="8585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 name="Freeform 338"/>
            <p:cNvSpPr>
              <a:spLocks/>
            </p:cNvSpPr>
            <p:nvPr/>
          </p:nvSpPr>
          <p:spPr bwMode="auto">
            <a:xfrm>
              <a:off x="1946275" y="85725"/>
              <a:ext cx="336550" cy="669925"/>
            </a:xfrm>
            <a:custGeom>
              <a:avLst/>
              <a:gdLst>
                <a:gd name="T0" fmla="*/ 9 w 133"/>
                <a:gd name="T1" fmla="*/ 134 h 265"/>
                <a:gd name="T2" fmla="*/ 132 w 133"/>
                <a:gd name="T3" fmla="*/ 11 h 265"/>
                <a:gd name="T4" fmla="*/ 133 w 133"/>
                <a:gd name="T5" fmla="*/ 12 h 265"/>
                <a:gd name="T6" fmla="*/ 133 w 133"/>
                <a:gd name="T7" fmla="*/ 0 h 265"/>
                <a:gd name="T8" fmla="*/ 0 w 133"/>
                <a:gd name="T9" fmla="*/ 133 h 265"/>
                <a:gd name="T10" fmla="*/ 133 w 133"/>
                <a:gd name="T11" fmla="*/ 265 h 265"/>
                <a:gd name="T12" fmla="*/ 133 w 133"/>
                <a:gd name="T13" fmla="*/ 256 h 265"/>
                <a:gd name="T14" fmla="*/ 132 w 133"/>
                <a:gd name="T15" fmla="*/ 256 h 265"/>
                <a:gd name="T16" fmla="*/ 9 w 133"/>
                <a:gd name="T17" fmla="*/ 134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265">
                  <a:moveTo>
                    <a:pt x="9" y="134"/>
                  </a:moveTo>
                  <a:cubicBezTo>
                    <a:pt x="9" y="66"/>
                    <a:pt x="64" y="11"/>
                    <a:pt x="132" y="11"/>
                  </a:cubicBezTo>
                  <a:cubicBezTo>
                    <a:pt x="133" y="12"/>
                    <a:pt x="133" y="12"/>
                    <a:pt x="133" y="12"/>
                  </a:cubicBezTo>
                  <a:cubicBezTo>
                    <a:pt x="133" y="0"/>
                    <a:pt x="133" y="0"/>
                    <a:pt x="133" y="0"/>
                  </a:cubicBezTo>
                  <a:cubicBezTo>
                    <a:pt x="59" y="0"/>
                    <a:pt x="0" y="59"/>
                    <a:pt x="0" y="133"/>
                  </a:cubicBezTo>
                  <a:cubicBezTo>
                    <a:pt x="0" y="206"/>
                    <a:pt x="59" y="265"/>
                    <a:pt x="133" y="265"/>
                  </a:cubicBezTo>
                  <a:cubicBezTo>
                    <a:pt x="133" y="256"/>
                    <a:pt x="133" y="256"/>
                    <a:pt x="133" y="256"/>
                  </a:cubicBezTo>
                  <a:cubicBezTo>
                    <a:pt x="132" y="256"/>
                    <a:pt x="132" y="256"/>
                    <a:pt x="132" y="256"/>
                  </a:cubicBezTo>
                  <a:cubicBezTo>
                    <a:pt x="64" y="256"/>
                    <a:pt x="9" y="201"/>
                    <a:pt x="9" y="134"/>
                  </a:cubicBezTo>
                  <a:close/>
                </a:path>
              </a:pathLst>
            </a:custGeom>
            <a:solidFill>
              <a:srgbClr val="8585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 name="Freeform 339"/>
            <p:cNvSpPr>
              <a:spLocks/>
            </p:cNvSpPr>
            <p:nvPr/>
          </p:nvSpPr>
          <p:spPr bwMode="auto">
            <a:xfrm>
              <a:off x="1992313" y="136525"/>
              <a:ext cx="290513" cy="576263"/>
            </a:xfrm>
            <a:custGeom>
              <a:avLst/>
              <a:gdLst>
                <a:gd name="T0" fmla="*/ 80 w 115"/>
                <a:gd name="T1" fmla="*/ 122 h 228"/>
                <a:gd name="T2" fmla="*/ 82 w 115"/>
                <a:gd name="T3" fmla="*/ 111 h 228"/>
                <a:gd name="T4" fmla="*/ 94 w 115"/>
                <a:gd name="T5" fmla="*/ 113 h 228"/>
                <a:gd name="T6" fmla="*/ 113 w 115"/>
                <a:gd name="T7" fmla="*/ 141 h 228"/>
                <a:gd name="T8" fmla="*/ 115 w 115"/>
                <a:gd name="T9" fmla="*/ 139 h 228"/>
                <a:gd name="T10" fmla="*/ 115 w 115"/>
                <a:gd name="T11" fmla="*/ 0 h 228"/>
                <a:gd name="T12" fmla="*/ 114 w 115"/>
                <a:gd name="T13" fmla="*/ 0 h 228"/>
                <a:gd name="T14" fmla="*/ 0 w 115"/>
                <a:gd name="T15" fmla="*/ 114 h 228"/>
                <a:gd name="T16" fmla="*/ 114 w 115"/>
                <a:gd name="T17" fmla="*/ 228 h 228"/>
                <a:gd name="T18" fmla="*/ 115 w 115"/>
                <a:gd name="T19" fmla="*/ 228 h 228"/>
                <a:gd name="T20" fmla="*/ 115 w 115"/>
                <a:gd name="T21" fmla="*/ 168 h 228"/>
                <a:gd name="T22" fmla="*/ 113 w 115"/>
                <a:gd name="T23" fmla="*/ 170 h 228"/>
                <a:gd name="T24" fmla="*/ 80 w 115"/>
                <a:gd name="T25" fmla="*/ 122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5" h="228">
                  <a:moveTo>
                    <a:pt x="80" y="122"/>
                  </a:moveTo>
                  <a:cubicBezTo>
                    <a:pt x="78" y="118"/>
                    <a:pt x="79" y="113"/>
                    <a:pt x="82" y="111"/>
                  </a:cubicBezTo>
                  <a:cubicBezTo>
                    <a:pt x="86" y="108"/>
                    <a:pt x="91" y="109"/>
                    <a:pt x="94" y="113"/>
                  </a:cubicBezTo>
                  <a:cubicBezTo>
                    <a:pt x="113" y="141"/>
                    <a:pt x="113" y="141"/>
                    <a:pt x="113" y="141"/>
                  </a:cubicBezTo>
                  <a:cubicBezTo>
                    <a:pt x="115" y="139"/>
                    <a:pt x="115" y="139"/>
                    <a:pt x="115" y="139"/>
                  </a:cubicBezTo>
                  <a:cubicBezTo>
                    <a:pt x="115" y="0"/>
                    <a:pt x="115" y="0"/>
                    <a:pt x="115" y="0"/>
                  </a:cubicBezTo>
                  <a:cubicBezTo>
                    <a:pt x="114" y="0"/>
                    <a:pt x="114" y="0"/>
                    <a:pt x="114" y="0"/>
                  </a:cubicBezTo>
                  <a:cubicBezTo>
                    <a:pt x="51" y="0"/>
                    <a:pt x="0" y="51"/>
                    <a:pt x="0" y="114"/>
                  </a:cubicBezTo>
                  <a:cubicBezTo>
                    <a:pt x="0" y="177"/>
                    <a:pt x="51" y="228"/>
                    <a:pt x="114" y="228"/>
                  </a:cubicBezTo>
                  <a:cubicBezTo>
                    <a:pt x="115" y="228"/>
                    <a:pt x="115" y="228"/>
                    <a:pt x="115" y="228"/>
                  </a:cubicBezTo>
                  <a:cubicBezTo>
                    <a:pt x="115" y="168"/>
                    <a:pt x="115" y="168"/>
                    <a:pt x="115" y="168"/>
                  </a:cubicBezTo>
                  <a:cubicBezTo>
                    <a:pt x="113" y="170"/>
                    <a:pt x="113" y="170"/>
                    <a:pt x="113" y="170"/>
                  </a:cubicBezTo>
                  <a:lnTo>
                    <a:pt x="80" y="122"/>
                  </a:lnTo>
                  <a:close/>
                </a:path>
              </a:pathLst>
            </a:custGeom>
            <a:solidFill>
              <a:srgbClr val="8585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 name="Freeform 340"/>
            <p:cNvSpPr>
              <a:spLocks/>
            </p:cNvSpPr>
            <p:nvPr/>
          </p:nvSpPr>
          <p:spPr bwMode="auto">
            <a:xfrm>
              <a:off x="2282825" y="277813"/>
              <a:ext cx="179388" cy="282575"/>
            </a:xfrm>
            <a:custGeom>
              <a:avLst/>
              <a:gdLst>
                <a:gd name="T0" fmla="*/ 66 w 71"/>
                <a:gd name="T1" fmla="*/ 3 h 112"/>
                <a:gd name="T2" fmla="*/ 55 w 71"/>
                <a:gd name="T3" fmla="*/ 5 h 112"/>
                <a:gd name="T4" fmla="*/ 0 w 71"/>
                <a:gd name="T5" fmla="*/ 83 h 112"/>
                <a:gd name="T6" fmla="*/ 0 w 71"/>
                <a:gd name="T7" fmla="*/ 112 h 112"/>
                <a:gd name="T8" fmla="*/ 68 w 71"/>
                <a:gd name="T9" fmla="*/ 15 h 112"/>
                <a:gd name="T10" fmla="*/ 66 w 71"/>
                <a:gd name="T11" fmla="*/ 3 h 112"/>
              </a:gdLst>
              <a:ahLst/>
              <a:cxnLst>
                <a:cxn ang="0">
                  <a:pos x="T0" y="T1"/>
                </a:cxn>
                <a:cxn ang="0">
                  <a:pos x="T2" y="T3"/>
                </a:cxn>
                <a:cxn ang="0">
                  <a:pos x="T4" y="T5"/>
                </a:cxn>
                <a:cxn ang="0">
                  <a:pos x="T6" y="T7"/>
                </a:cxn>
                <a:cxn ang="0">
                  <a:pos x="T8" y="T9"/>
                </a:cxn>
                <a:cxn ang="0">
                  <a:pos x="T10" y="T11"/>
                </a:cxn>
              </a:cxnLst>
              <a:rect l="0" t="0" r="r" b="b"/>
              <a:pathLst>
                <a:path w="71" h="112">
                  <a:moveTo>
                    <a:pt x="66" y="3"/>
                  </a:moveTo>
                  <a:cubicBezTo>
                    <a:pt x="62" y="0"/>
                    <a:pt x="57" y="1"/>
                    <a:pt x="55" y="5"/>
                  </a:cubicBezTo>
                  <a:cubicBezTo>
                    <a:pt x="0" y="83"/>
                    <a:pt x="0" y="83"/>
                    <a:pt x="0" y="83"/>
                  </a:cubicBezTo>
                  <a:cubicBezTo>
                    <a:pt x="0" y="112"/>
                    <a:pt x="0" y="112"/>
                    <a:pt x="0" y="112"/>
                  </a:cubicBezTo>
                  <a:cubicBezTo>
                    <a:pt x="68" y="15"/>
                    <a:pt x="68" y="15"/>
                    <a:pt x="68" y="15"/>
                  </a:cubicBezTo>
                  <a:cubicBezTo>
                    <a:pt x="71" y="11"/>
                    <a:pt x="70" y="6"/>
                    <a:pt x="66" y="3"/>
                  </a:cubicBezTo>
                  <a:close/>
                </a:path>
              </a:pathLst>
            </a:custGeom>
            <a:solidFill>
              <a:srgbClr val="8585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69" name="文本框 68"/>
          <p:cNvSpPr txBox="1"/>
          <p:nvPr/>
        </p:nvSpPr>
        <p:spPr>
          <a:xfrm>
            <a:off x="6738938" y="757621"/>
            <a:ext cx="1519968" cy="461665"/>
          </a:xfrm>
          <a:prstGeom prst="rect">
            <a:avLst/>
          </a:prstGeom>
          <a:noFill/>
        </p:spPr>
        <p:txBody>
          <a:bodyPr wrap="none" rtlCol="0">
            <a:spAutoFit/>
          </a:bodyPr>
          <a:lstStyle/>
          <a:p>
            <a:r>
              <a:rPr lang="en-US" altLang="zh-CN" sz="24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rPr>
              <a:t>Title Here</a:t>
            </a:r>
            <a:endParaRPr lang="zh-CN" altLang="en-US" sz="24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70" name="文本框 69"/>
          <p:cNvSpPr txBox="1"/>
          <p:nvPr/>
        </p:nvSpPr>
        <p:spPr>
          <a:xfrm>
            <a:off x="10235898" y="757621"/>
            <a:ext cx="1519968" cy="461665"/>
          </a:xfrm>
          <a:prstGeom prst="rect">
            <a:avLst/>
          </a:prstGeom>
          <a:noFill/>
        </p:spPr>
        <p:txBody>
          <a:bodyPr wrap="none" rtlCol="0">
            <a:spAutoFit/>
          </a:bodyPr>
          <a:lstStyle/>
          <a:p>
            <a:r>
              <a:rPr lang="en-US" altLang="zh-CN" sz="24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rPr>
              <a:t>Title Here</a:t>
            </a:r>
            <a:endParaRPr lang="zh-CN" altLang="en-US" sz="24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71" name="文本框 70"/>
          <p:cNvSpPr txBox="1"/>
          <p:nvPr/>
        </p:nvSpPr>
        <p:spPr>
          <a:xfrm>
            <a:off x="10371141" y="3889908"/>
            <a:ext cx="1519968" cy="461665"/>
          </a:xfrm>
          <a:prstGeom prst="rect">
            <a:avLst/>
          </a:prstGeom>
          <a:noFill/>
        </p:spPr>
        <p:txBody>
          <a:bodyPr wrap="none" rtlCol="0">
            <a:spAutoFit/>
          </a:bodyPr>
          <a:lstStyle/>
          <a:p>
            <a:r>
              <a:rPr lang="en-US" altLang="zh-CN" sz="24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rPr>
              <a:t>Title Here</a:t>
            </a:r>
            <a:endParaRPr lang="zh-CN" altLang="en-US" sz="24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72" name="文本框 71"/>
          <p:cNvSpPr txBox="1"/>
          <p:nvPr/>
        </p:nvSpPr>
        <p:spPr>
          <a:xfrm>
            <a:off x="4264068" y="3889908"/>
            <a:ext cx="1519968" cy="461665"/>
          </a:xfrm>
          <a:prstGeom prst="rect">
            <a:avLst/>
          </a:prstGeom>
          <a:noFill/>
        </p:spPr>
        <p:txBody>
          <a:bodyPr wrap="none" rtlCol="0">
            <a:spAutoFit/>
          </a:bodyPr>
          <a:lstStyle/>
          <a:p>
            <a:r>
              <a:rPr lang="en-US" altLang="zh-CN" sz="24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rPr>
              <a:t>Title Here</a:t>
            </a:r>
            <a:endParaRPr lang="zh-CN" altLang="en-US" sz="24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73" name="文本框 72"/>
          <p:cNvSpPr txBox="1"/>
          <p:nvPr/>
        </p:nvSpPr>
        <p:spPr>
          <a:xfrm>
            <a:off x="6904855" y="5735612"/>
            <a:ext cx="1519968" cy="461665"/>
          </a:xfrm>
          <a:prstGeom prst="rect">
            <a:avLst/>
          </a:prstGeom>
          <a:noFill/>
        </p:spPr>
        <p:txBody>
          <a:bodyPr wrap="none" rtlCol="0">
            <a:spAutoFit/>
          </a:bodyPr>
          <a:lstStyle/>
          <a:p>
            <a:r>
              <a:rPr lang="en-US" altLang="zh-CN" sz="24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rPr>
              <a:t>Title Here</a:t>
            </a:r>
            <a:endParaRPr lang="zh-CN" altLang="en-US" sz="24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74" name="文本框 73"/>
          <p:cNvSpPr txBox="1"/>
          <p:nvPr/>
        </p:nvSpPr>
        <p:spPr>
          <a:xfrm>
            <a:off x="9944059" y="5735612"/>
            <a:ext cx="1519968" cy="461665"/>
          </a:xfrm>
          <a:prstGeom prst="rect">
            <a:avLst/>
          </a:prstGeom>
          <a:noFill/>
        </p:spPr>
        <p:txBody>
          <a:bodyPr wrap="none" rtlCol="0">
            <a:spAutoFit/>
          </a:bodyPr>
          <a:lstStyle/>
          <a:p>
            <a:r>
              <a:rPr lang="en-US" altLang="zh-CN" sz="24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rPr>
              <a:t>Title Here</a:t>
            </a:r>
            <a:endParaRPr lang="zh-CN" altLang="en-US" sz="2400" dirty="0">
              <a:solidFill>
                <a:srgbClr val="605E5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75" name="文本框 74"/>
          <p:cNvSpPr txBox="1"/>
          <p:nvPr/>
        </p:nvSpPr>
        <p:spPr>
          <a:xfrm>
            <a:off x="7302259" y="3814998"/>
            <a:ext cx="2006303" cy="461665"/>
          </a:xfrm>
          <a:prstGeom prst="rect">
            <a:avLst/>
          </a:prstGeom>
          <a:noFill/>
        </p:spPr>
        <p:txBody>
          <a:bodyPr wrap="square" rtlCol="0">
            <a:spAutoFit/>
          </a:bodyPr>
          <a:lstStyle/>
          <a:p>
            <a:r>
              <a:rPr lang="en-US" altLang="zh-CN" sz="2400"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rPr>
              <a:t>Sample Text.</a:t>
            </a:r>
          </a:p>
        </p:txBody>
      </p:sp>
      <p:sp>
        <p:nvSpPr>
          <p:cNvPr id="68"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六项并列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683858354"/>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 name="Freeform 60"/>
          <p:cNvSpPr>
            <a:spLocks/>
          </p:cNvSpPr>
          <p:nvPr/>
        </p:nvSpPr>
        <p:spPr bwMode="auto">
          <a:xfrm>
            <a:off x="1007063" y="4143553"/>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 name="圆角矩形 96"/>
          <p:cNvSpPr/>
          <p:nvPr/>
        </p:nvSpPr>
        <p:spPr>
          <a:xfrm>
            <a:off x="1674755" y="4302838"/>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98" name="等腰三角形 97"/>
          <p:cNvSpPr/>
          <p:nvPr/>
        </p:nvSpPr>
        <p:spPr>
          <a:xfrm rot="16200000">
            <a:off x="1600123" y="4370382"/>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92" name="文本框 91"/>
          <p:cNvSpPr txBox="1"/>
          <p:nvPr/>
        </p:nvSpPr>
        <p:spPr>
          <a:xfrm>
            <a:off x="940215" y="4943154"/>
            <a:ext cx="3555585" cy="1089529"/>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网络</a:t>
            </a:r>
            <a:r>
              <a:rPr lang="en-US" altLang="zh-CN" dirty="0">
                <a:solidFill>
                  <a:prstClr val="black">
                    <a:lumMod val="65000"/>
                    <a:lumOff val="35000"/>
                  </a:prstClr>
                </a:solidFill>
                <a:latin typeface="微软雅黑" panose="020B0503020204020204" pitchFamily="34" charset="-122"/>
              </a:rPr>
              <a:t>EPS</a:t>
            </a:r>
            <a:r>
              <a:rPr lang="zh-CN" altLang="en-US" dirty="0">
                <a:solidFill>
                  <a:prstClr val="black">
                    <a:lumMod val="65000"/>
                    <a:lumOff val="35000"/>
                  </a:prstClr>
                </a:solidFill>
                <a:latin typeface="微软雅黑" panose="020B0503020204020204" pitchFamily="34" charset="-122"/>
              </a:rPr>
              <a:t>素材改编；</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可根据实际应用修改颜色；</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可根据实际排版调整大小。</a:t>
            </a:r>
            <a:endParaRPr lang="en-US" altLang="zh-CN" dirty="0">
              <a:solidFill>
                <a:prstClr val="black">
                  <a:lumMod val="65000"/>
                  <a:lumOff val="35000"/>
                </a:prstClr>
              </a:solidFill>
              <a:latin typeface="微软雅黑" panose="020B0503020204020204" pitchFamily="34" charset="-122"/>
            </a:endParaRPr>
          </a:p>
        </p:txBody>
      </p:sp>
      <p:sp>
        <p:nvSpPr>
          <p:cNvPr id="36"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六项并列</a:t>
            </a:r>
            <a:endParaRPr lang="zh-CN" altLang="zh-CN" sz="2800" b="1" dirty="0">
              <a:solidFill>
                <a:schemeClr val="tx1">
                  <a:lumMod val="65000"/>
                  <a:lumOff val="35000"/>
                </a:schemeClr>
              </a:solidFill>
            </a:endParaRPr>
          </a:p>
        </p:txBody>
      </p:sp>
      <p:grpSp>
        <p:nvGrpSpPr>
          <p:cNvPr id="37" name="组合 1"/>
          <p:cNvGrpSpPr/>
          <p:nvPr/>
        </p:nvGrpSpPr>
        <p:grpSpPr>
          <a:xfrm>
            <a:off x="5714094" y="469900"/>
            <a:ext cx="5894387" cy="5940425"/>
            <a:chOff x="5525410" y="469900"/>
            <a:chExt cx="5894387" cy="5940425"/>
          </a:xfrm>
        </p:grpSpPr>
        <p:sp>
          <p:nvSpPr>
            <p:cNvPr id="38" name="Freeform 5"/>
            <p:cNvSpPr>
              <a:spLocks noEditPoints="1"/>
            </p:cNvSpPr>
            <p:nvPr/>
          </p:nvSpPr>
          <p:spPr bwMode="auto">
            <a:xfrm>
              <a:off x="5525410" y="469900"/>
              <a:ext cx="5894387" cy="5940425"/>
            </a:xfrm>
            <a:custGeom>
              <a:avLst/>
              <a:gdLst>
                <a:gd name="T0" fmla="*/ 67 w 133"/>
                <a:gd name="T1" fmla="*/ 130 h 134"/>
                <a:gd name="T2" fmla="*/ 4 w 133"/>
                <a:gd name="T3" fmla="*/ 67 h 134"/>
                <a:gd name="T4" fmla="*/ 67 w 133"/>
                <a:gd name="T5" fmla="*/ 4 h 134"/>
                <a:gd name="T6" fmla="*/ 129 w 133"/>
                <a:gd name="T7" fmla="*/ 67 h 134"/>
                <a:gd name="T8" fmla="*/ 67 w 133"/>
                <a:gd name="T9" fmla="*/ 130 h 134"/>
                <a:gd name="T10" fmla="*/ 67 w 133"/>
                <a:gd name="T11" fmla="*/ 0 h 134"/>
                <a:gd name="T12" fmla="*/ 0 w 133"/>
                <a:gd name="T13" fmla="*/ 67 h 134"/>
                <a:gd name="T14" fmla="*/ 67 w 133"/>
                <a:gd name="T15" fmla="*/ 134 h 134"/>
                <a:gd name="T16" fmla="*/ 133 w 133"/>
                <a:gd name="T17" fmla="*/ 67 h 134"/>
                <a:gd name="T18" fmla="*/ 67 w 133"/>
                <a:gd name="T19"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34">
                  <a:moveTo>
                    <a:pt x="67" y="130"/>
                  </a:moveTo>
                  <a:cubicBezTo>
                    <a:pt x="32" y="130"/>
                    <a:pt x="4" y="102"/>
                    <a:pt x="4" y="67"/>
                  </a:cubicBezTo>
                  <a:cubicBezTo>
                    <a:pt x="4" y="32"/>
                    <a:pt x="32" y="4"/>
                    <a:pt x="67" y="4"/>
                  </a:cubicBezTo>
                  <a:cubicBezTo>
                    <a:pt x="101" y="4"/>
                    <a:pt x="129" y="32"/>
                    <a:pt x="129" y="67"/>
                  </a:cubicBezTo>
                  <a:cubicBezTo>
                    <a:pt x="129" y="102"/>
                    <a:pt x="101" y="130"/>
                    <a:pt x="67" y="130"/>
                  </a:cubicBezTo>
                  <a:moveTo>
                    <a:pt x="67" y="0"/>
                  </a:moveTo>
                  <a:cubicBezTo>
                    <a:pt x="30" y="0"/>
                    <a:pt x="0" y="30"/>
                    <a:pt x="0" y="67"/>
                  </a:cubicBezTo>
                  <a:cubicBezTo>
                    <a:pt x="0" y="104"/>
                    <a:pt x="30" y="134"/>
                    <a:pt x="67" y="134"/>
                  </a:cubicBezTo>
                  <a:cubicBezTo>
                    <a:pt x="104" y="134"/>
                    <a:pt x="133" y="104"/>
                    <a:pt x="133" y="67"/>
                  </a:cubicBezTo>
                  <a:cubicBezTo>
                    <a:pt x="133" y="30"/>
                    <a:pt x="104" y="0"/>
                    <a:pt x="67"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9" name="Freeform 6"/>
            <p:cNvSpPr>
              <a:spLocks noEditPoints="1"/>
            </p:cNvSpPr>
            <p:nvPr/>
          </p:nvSpPr>
          <p:spPr bwMode="auto">
            <a:xfrm>
              <a:off x="5834973" y="823913"/>
              <a:ext cx="5275262" cy="5230813"/>
            </a:xfrm>
            <a:custGeom>
              <a:avLst/>
              <a:gdLst>
                <a:gd name="T0" fmla="*/ 60 w 119"/>
                <a:gd name="T1" fmla="*/ 114 h 118"/>
                <a:gd name="T2" fmla="*/ 5 w 119"/>
                <a:gd name="T3" fmla="*/ 59 h 118"/>
                <a:gd name="T4" fmla="*/ 60 w 119"/>
                <a:gd name="T5" fmla="*/ 4 h 118"/>
                <a:gd name="T6" fmla="*/ 114 w 119"/>
                <a:gd name="T7" fmla="*/ 59 h 118"/>
                <a:gd name="T8" fmla="*/ 60 w 119"/>
                <a:gd name="T9" fmla="*/ 114 h 118"/>
                <a:gd name="T10" fmla="*/ 60 w 119"/>
                <a:gd name="T11" fmla="*/ 0 h 118"/>
                <a:gd name="T12" fmla="*/ 0 w 119"/>
                <a:gd name="T13" fmla="*/ 59 h 118"/>
                <a:gd name="T14" fmla="*/ 60 w 119"/>
                <a:gd name="T15" fmla="*/ 118 h 118"/>
                <a:gd name="T16" fmla="*/ 119 w 119"/>
                <a:gd name="T17" fmla="*/ 59 h 118"/>
                <a:gd name="T18" fmla="*/ 60 w 119"/>
                <a:gd name="T19"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9" h="118">
                  <a:moveTo>
                    <a:pt x="60" y="114"/>
                  </a:moveTo>
                  <a:cubicBezTo>
                    <a:pt x="29" y="114"/>
                    <a:pt x="5" y="89"/>
                    <a:pt x="5" y="59"/>
                  </a:cubicBezTo>
                  <a:cubicBezTo>
                    <a:pt x="5" y="29"/>
                    <a:pt x="29" y="4"/>
                    <a:pt x="60" y="4"/>
                  </a:cubicBezTo>
                  <a:cubicBezTo>
                    <a:pt x="90" y="4"/>
                    <a:pt x="114" y="29"/>
                    <a:pt x="114" y="59"/>
                  </a:cubicBezTo>
                  <a:cubicBezTo>
                    <a:pt x="114" y="89"/>
                    <a:pt x="90" y="114"/>
                    <a:pt x="60" y="114"/>
                  </a:cubicBezTo>
                  <a:moveTo>
                    <a:pt x="60" y="0"/>
                  </a:moveTo>
                  <a:cubicBezTo>
                    <a:pt x="27" y="0"/>
                    <a:pt x="0" y="26"/>
                    <a:pt x="0" y="59"/>
                  </a:cubicBezTo>
                  <a:cubicBezTo>
                    <a:pt x="0" y="92"/>
                    <a:pt x="27" y="118"/>
                    <a:pt x="60" y="118"/>
                  </a:cubicBezTo>
                  <a:cubicBezTo>
                    <a:pt x="92" y="118"/>
                    <a:pt x="119" y="92"/>
                    <a:pt x="119" y="59"/>
                  </a:cubicBezTo>
                  <a:cubicBezTo>
                    <a:pt x="119" y="26"/>
                    <a:pt x="92" y="0"/>
                    <a:pt x="60"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0" name="Freeform 7"/>
            <p:cNvSpPr>
              <a:spLocks noEditPoints="1"/>
            </p:cNvSpPr>
            <p:nvPr/>
          </p:nvSpPr>
          <p:spPr bwMode="auto">
            <a:xfrm>
              <a:off x="6233435" y="1179513"/>
              <a:ext cx="4478337" cy="4521200"/>
            </a:xfrm>
            <a:custGeom>
              <a:avLst/>
              <a:gdLst>
                <a:gd name="T0" fmla="*/ 51 w 101"/>
                <a:gd name="T1" fmla="*/ 98 h 102"/>
                <a:gd name="T2" fmla="*/ 4 w 101"/>
                <a:gd name="T3" fmla="*/ 51 h 102"/>
                <a:gd name="T4" fmla="*/ 51 w 101"/>
                <a:gd name="T5" fmla="*/ 4 h 102"/>
                <a:gd name="T6" fmla="*/ 97 w 101"/>
                <a:gd name="T7" fmla="*/ 51 h 102"/>
                <a:gd name="T8" fmla="*/ 51 w 101"/>
                <a:gd name="T9" fmla="*/ 98 h 102"/>
                <a:gd name="T10" fmla="*/ 51 w 101"/>
                <a:gd name="T11" fmla="*/ 0 h 102"/>
                <a:gd name="T12" fmla="*/ 0 w 101"/>
                <a:gd name="T13" fmla="*/ 51 h 102"/>
                <a:gd name="T14" fmla="*/ 51 w 101"/>
                <a:gd name="T15" fmla="*/ 102 h 102"/>
                <a:gd name="T16" fmla="*/ 101 w 101"/>
                <a:gd name="T17" fmla="*/ 51 h 102"/>
                <a:gd name="T18" fmla="*/ 51 w 101"/>
                <a:gd name="T1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1" h="102">
                  <a:moveTo>
                    <a:pt x="51" y="98"/>
                  </a:moveTo>
                  <a:cubicBezTo>
                    <a:pt x="25" y="98"/>
                    <a:pt x="4" y="77"/>
                    <a:pt x="4" y="51"/>
                  </a:cubicBezTo>
                  <a:cubicBezTo>
                    <a:pt x="4" y="25"/>
                    <a:pt x="25" y="4"/>
                    <a:pt x="51" y="4"/>
                  </a:cubicBezTo>
                  <a:cubicBezTo>
                    <a:pt x="76" y="4"/>
                    <a:pt x="97" y="25"/>
                    <a:pt x="97" y="51"/>
                  </a:cubicBezTo>
                  <a:cubicBezTo>
                    <a:pt x="97" y="77"/>
                    <a:pt x="76" y="98"/>
                    <a:pt x="51" y="98"/>
                  </a:cubicBezTo>
                  <a:moveTo>
                    <a:pt x="51" y="0"/>
                  </a:moveTo>
                  <a:cubicBezTo>
                    <a:pt x="22" y="0"/>
                    <a:pt x="0" y="23"/>
                    <a:pt x="0" y="51"/>
                  </a:cubicBezTo>
                  <a:cubicBezTo>
                    <a:pt x="0" y="79"/>
                    <a:pt x="22" y="102"/>
                    <a:pt x="51" y="102"/>
                  </a:cubicBezTo>
                  <a:cubicBezTo>
                    <a:pt x="79" y="102"/>
                    <a:pt x="101" y="79"/>
                    <a:pt x="101" y="51"/>
                  </a:cubicBezTo>
                  <a:cubicBezTo>
                    <a:pt x="101" y="23"/>
                    <a:pt x="79" y="0"/>
                    <a:pt x="51"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1" name="Freeform 8"/>
            <p:cNvSpPr>
              <a:spLocks noEditPoints="1"/>
            </p:cNvSpPr>
            <p:nvPr/>
          </p:nvSpPr>
          <p:spPr bwMode="auto">
            <a:xfrm>
              <a:off x="6589035" y="1533525"/>
              <a:ext cx="3767137" cy="3813175"/>
            </a:xfrm>
            <a:custGeom>
              <a:avLst/>
              <a:gdLst>
                <a:gd name="T0" fmla="*/ 43 w 85"/>
                <a:gd name="T1" fmla="*/ 82 h 86"/>
                <a:gd name="T2" fmla="*/ 4 w 85"/>
                <a:gd name="T3" fmla="*/ 43 h 86"/>
                <a:gd name="T4" fmla="*/ 43 w 85"/>
                <a:gd name="T5" fmla="*/ 4 h 86"/>
                <a:gd name="T6" fmla="*/ 81 w 85"/>
                <a:gd name="T7" fmla="*/ 43 h 86"/>
                <a:gd name="T8" fmla="*/ 43 w 85"/>
                <a:gd name="T9" fmla="*/ 82 h 86"/>
                <a:gd name="T10" fmla="*/ 43 w 85"/>
                <a:gd name="T11" fmla="*/ 0 h 86"/>
                <a:gd name="T12" fmla="*/ 0 w 85"/>
                <a:gd name="T13" fmla="*/ 43 h 86"/>
                <a:gd name="T14" fmla="*/ 43 w 85"/>
                <a:gd name="T15" fmla="*/ 86 h 86"/>
                <a:gd name="T16" fmla="*/ 85 w 85"/>
                <a:gd name="T17" fmla="*/ 43 h 86"/>
                <a:gd name="T18" fmla="*/ 43 w 85"/>
                <a:gd name="T19"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 h="86">
                  <a:moveTo>
                    <a:pt x="43" y="82"/>
                  </a:moveTo>
                  <a:cubicBezTo>
                    <a:pt x="21" y="82"/>
                    <a:pt x="4" y="65"/>
                    <a:pt x="4" y="43"/>
                  </a:cubicBezTo>
                  <a:cubicBezTo>
                    <a:pt x="4" y="22"/>
                    <a:pt x="21" y="4"/>
                    <a:pt x="43" y="4"/>
                  </a:cubicBezTo>
                  <a:cubicBezTo>
                    <a:pt x="64" y="4"/>
                    <a:pt x="81" y="22"/>
                    <a:pt x="81" y="43"/>
                  </a:cubicBezTo>
                  <a:cubicBezTo>
                    <a:pt x="81" y="65"/>
                    <a:pt x="64" y="82"/>
                    <a:pt x="43" y="82"/>
                  </a:cubicBezTo>
                  <a:moveTo>
                    <a:pt x="43" y="0"/>
                  </a:moveTo>
                  <a:cubicBezTo>
                    <a:pt x="19" y="0"/>
                    <a:pt x="0" y="19"/>
                    <a:pt x="0" y="43"/>
                  </a:cubicBezTo>
                  <a:cubicBezTo>
                    <a:pt x="0" y="67"/>
                    <a:pt x="19" y="86"/>
                    <a:pt x="43" y="86"/>
                  </a:cubicBezTo>
                  <a:cubicBezTo>
                    <a:pt x="66" y="86"/>
                    <a:pt x="85" y="67"/>
                    <a:pt x="85" y="43"/>
                  </a:cubicBezTo>
                  <a:cubicBezTo>
                    <a:pt x="85" y="19"/>
                    <a:pt x="66" y="0"/>
                    <a:pt x="43"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2" name="Freeform 9"/>
            <p:cNvSpPr>
              <a:spLocks noEditPoints="1"/>
            </p:cNvSpPr>
            <p:nvPr/>
          </p:nvSpPr>
          <p:spPr bwMode="auto">
            <a:xfrm>
              <a:off x="6943048" y="1889125"/>
              <a:ext cx="3059112" cy="3101975"/>
            </a:xfrm>
            <a:custGeom>
              <a:avLst/>
              <a:gdLst>
                <a:gd name="T0" fmla="*/ 35 w 69"/>
                <a:gd name="T1" fmla="*/ 66 h 70"/>
                <a:gd name="T2" fmla="*/ 4 w 69"/>
                <a:gd name="T3" fmla="*/ 35 h 70"/>
                <a:gd name="T4" fmla="*/ 35 w 69"/>
                <a:gd name="T5" fmla="*/ 4 h 70"/>
                <a:gd name="T6" fmla="*/ 65 w 69"/>
                <a:gd name="T7" fmla="*/ 35 h 70"/>
                <a:gd name="T8" fmla="*/ 35 w 69"/>
                <a:gd name="T9" fmla="*/ 66 h 70"/>
                <a:gd name="T10" fmla="*/ 35 w 69"/>
                <a:gd name="T11" fmla="*/ 0 h 70"/>
                <a:gd name="T12" fmla="*/ 0 w 69"/>
                <a:gd name="T13" fmla="*/ 35 h 70"/>
                <a:gd name="T14" fmla="*/ 35 w 69"/>
                <a:gd name="T15" fmla="*/ 70 h 70"/>
                <a:gd name="T16" fmla="*/ 69 w 69"/>
                <a:gd name="T17" fmla="*/ 35 h 70"/>
                <a:gd name="T18" fmla="*/ 35 w 69"/>
                <a:gd name="T19"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70">
                  <a:moveTo>
                    <a:pt x="35" y="66"/>
                  </a:moveTo>
                  <a:cubicBezTo>
                    <a:pt x="18" y="66"/>
                    <a:pt x="4" y="52"/>
                    <a:pt x="4" y="35"/>
                  </a:cubicBezTo>
                  <a:cubicBezTo>
                    <a:pt x="4" y="18"/>
                    <a:pt x="18" y="4"/>
                    <a:pt x="35" y="4"/>
                  </a:cubicBezTo>
                  <a:cubicBezTo>
                    <a:pt x="52" y="4"/>
                    <a:pt x="65" y="18"/>
                    <a:pt x="65" y="35"/>
                  </a:cubicBezTo>
                  <a:cubicBezTo>
                    <a:pt x="65" y="52"/>
                    <a:pt x="52" y="66"/>
                    <a:pt x="35" y="66"/>
                  </a:cubicBezTo>
                  <a:moveTo>
                    <a:pt x="35" y="0"/>
                  </a:moveTo>
                  <a:cubicBezTo>
                    <a:pt x="15" y="0"/>
                    <a:pt x="0" y="16"/>
                    <a:pt x="0" y="35"/>
                  </a:cubicBezTo>
                  <a:cubicBezTo>
                    <a:pt x="0" y="54"/>
                    <a:pt x="15" y="70"/>
                    <a:pt x="35" y="70"/>
                  </a:cubicBezTo>
                  <a:cubicBezTo>
                    <a:pt x="54" y="70"/>
                    <a:pt x="69" y="54"/>
                    <a:pt x="69" y="35"/>
                  </a:cubicBezTo>
                  <a:cubicBezTo>
                    <a:pt x="69" y="16"/>
                    <a:pt x="54" y="0"/>
                    <a:pt x="35"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3" name="Freeform 10"/>
            <p:cNvSpPr>
              <a:spLocks noEditPoints="1"/>
            </p:cNvSpPr>
            <p:nvPr/>
          </p:nvSpPr>
          <p:spPr bwMode="auto">
            <a:xfrm>
              <a:off x="7298648" y="2243138"/>
              <a:ext cx="2347912" cy="2393950"/>
            </a:xfrm>
            <a:custGeom>
              <a:avLst/>
              <a:gdLst>
                <a:gd name="T0" fmla="*/ 27 w 53"/>
                <a:gd name="T1" fmla="*/ 50 h 54"/>
                <a:gd name="T2" fmla="*/ 4 w 53"/>
                <a:gd name="T3" fmla="*/ 27 h 54"/>
                <a:gd name="T4" fmla="*/ 27 w 53"/>
                <a:gd name="T5" fmla="*/ 4 h 54"/>
                <a:gd name="T6" fmla="*/ 50 w 53"/>
                <a:gd name="T7" fmla="*/ 27 h 54"/>
                <a:gd name="T8" fmla="*/ 27 w 53"/>
                <a:gd name="T9" fmla="*/ 50 h 54"/>
                <a:gd name="T10" fmla="*/ 27 w 53"/>
                <a:gd name="T11" fmla="*/ 0 h 54"/>
                <a:gd name="T12" fmla="*/ 0 w 53"/>
                <a:gd name="T13" fmla="*/ 27 h 54"/>
                <a:gd name="T14" fmla="*/ 27 w 53"/>
                <a:gd name="T15" fmla="*/ 54 h 54"/>
                <a:gd name="T16" fmla="*/ 53 w 53"/>
                <a:gd name="T17" fmla="*/ 27 h 54"/>
                <a:gd name="T18" fmla="*/ 27 w 53"/>
                <a:gd name="T19"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54">
                  <a:moveTo>
                    <a:pt x="27" y="50"/>
                  </a:moveTo>
                  <a:cubicBezTo>
                    <a:pt x="14" y="50"/>
                    <a:pt x="4" y="40"/>
                    <a:pt x="4" y="27"/>
                  </a:cubicBezTo>
                  <a:cubicBezTo>
                    <a:pt x="4" y="14"/>
                    <a:pt x="14" y="4"/>
                    <a:pt x="27" y="4"/>
                  </a:cubicBezTo>
                  <a:cubicBezTo>
                    <a:pt x="39" y="4"/>
                    <a:pt x="50" y="14"/>
                    <a:pt x="50" y="27"/>
                  </a:cubicBezTo>
                  <a:cubicBezTo>
                    <a:pt x="50" y="40"/>
                    <a:pt x="39" y="50"/>
                    <a:pt x="27" y="50"/>
                  </a:cubicBezTo>
                  <a:moveTo>
                    <a:pt x="27" y="0"/>
                  </a:moveTo>
                  <a:cubicBezTo>
                    <a:pt x="12" y="0"/>
                    <a:pt x="0" y="12"/>
                    <a:pt x="0" y="27"/>
                  </a:cubicBezTo>
                  <a:cubicBezTo>
                    <a:pt x="0" y="42"/>
                    <a:pt x="12" y="54"/>
                    <a:pt x="27" y="54"/>
                  </a:cubicBezTo>
                  <a:cubicBezTo>
                    <a:pt x="41" y="54"/>
                    <a:pt x="53" y="42"/>
                    <a:pt x="53" y="27"/>
                  </a:cubicBezTo>
                  <a:cubicBezTo>
                    <a:pt x="53" y="12"/>
                    <a:pt x="41" y="0"/>
                    <a:pt x="27"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4" name="Freeform 11"/>
            <p:cNvSpPr>
              <a:spLocks noEditPoints="1"/>
            </p:cNvSpPr>
            <p:nvPr/>
          </p:nvSpPr>
          <p:spPr bwMode="auto">
            <a:xfrm>
              <a:off x="7608210" y="2597150"/>
              <a:ext cx="1728787" cy="1685925"/>
            </a:xfrm>
            <a:custGeom>
              <a:avLst/>
              <a:gdLst>
                <a:gd name="T0" fmla="*/ 20 w 39"/>
                <a:gd name="T1" fmla="*/ 34 h 38"/>
                <a:gd name="T2" fmla="*/ 4 w 39"/>
                <a:gd name="T3" fmla="*/ 19 h 38"/>
                <a:gd name="T4" fmla="*/ 20 w 39"/>
                <a:gd name="T5" fmla="*/ 4 h 38"/>
                <a:gd name="T6" fmla="*/ 35 w 39"/>
                <a:gd name="T7" fmla="*/ 19 h 38"/>
                <a:gd name="T8" fmla="*/ 20 w 39"/>
                <a:gd name="T9" fmla="*/ 34 h 38"/>
                <a:gd name="T10" fmla="*/ 20 w 39"/>
                <a:gd name="T11" fmla="*/ 0 h 38"/>
                <a:gd name="T12" fmla="*/ 0 w 39"/>
                <a:gd name="T13" fmla="*/ 19 h 38"/>
                <a:gd name="T14" fmla="*/ 20 w 39"/>
                <a:gd name="T15" fmla="*/ 38 h 38"/>
                <a:gd name="T16" fmla="*/ 39 w 39"/>
                <a:gd name="T17" fmla="*/ 19 h 38"/>
                <a:gd name="T18" fmla="*/ 20 w 39"/>
                <a:gd name="T19"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38">
                  <a:moveTo>
                    <a:pt x="20" y="34"/>
                  </a:moveTo>
                  <a:cubicBezTo>
                    <a:pt x="11" y="34"/>
                    <a:pt x="4" y="27"/>
                    <a:pt x="4" y="19"/>
                  </a:cubicBezTo>
                  <a:cubicBezTo>
                    <a:pt x="4" y="11"/>
                    <a:pt x="11" y="4"/>
                    <a:pt x="20" y="4"/>
                  </a:cubicBezTo>
                  <a:cubicBezTo>
                    <a:pt x="28" y="4"/>
                    <a:pt x="35" y="11"/>
                    <a:pt x="35" y="19"/>
                  </a:cubicBezTo>
                  <a:cubicBezTo>
                    <a:pt x="35" y="27"/>
                    <a:pt x="28" y="34"/>
                    <a:pt x="20" y="34"/>
                  </a:cubicBezTo>
                  <a:moveTo>
                    <a:pt x="20" y="0"/>
                  </a:moveTo>
                  <a:cubicBezTo>
                    <a:pt x="9" y="0"/>
                    <a:pt x="0" y="9"/>
                    <a:pt x="0" y="19"/>
                  </a:cubicBezTo>
                  <a:cubicBezTo>
                    <a:pt x="0" y="30"/>
                    <a:pt x="9" y="38"/>
                    <a:pt x="20" y="38"/>
                  </a:cubicBezTo>
                  <a:cubicBezTo>
                    <a:pt x="30" y="38"/>
                    <a:pt x="39" y="30"/>
                    <a:pt x="39" y="19"/>
                  </a:cubicBezTo>
                  <a:cubicBezTo>
                    <a:pt x="39" y="9"/>
                    <a:pt x="30" y="0"/>
                    <a:pt x="20"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5" name="Oval 12"/>
            <p:cNvSpPr>
              <a:spLocks noChangeArrowheads="1"/>
            </p:cNvSpPr>
            <p:nvPr/>
          </p:nvSpPr>
          <p:spPr bwMode="auto">
            <a:xfrm>
              <a:off x="7962223" y="2952750"/>
              <a:ext cx="1020762" cy="974725"/>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grpSp>
      <p:sp>
        <p:nvSpPr>
          <p:cNvPr id="46" name="Freeform 233"/>
          <p:cNvSpPr>
            <a:spLocks/>
          </p:cNvSpPr>
          <p:nvPr/>
        </p:nvSpPr>
        <p:spPr bwMode="auto">
          <a:xfrm>
            <a:off x="9205913" y="1184276"/>
            <a:ext cx="2193925" cy="2179638"/>
          </a:xfrm>
          <a:custGeom>
            <a:avLst/>
            <a:gdLst>
              <a:gd name="T0" fmla="*/ 21 w 129"/>
              <a:gd name="T1" fmla="*/ 128 h 128"/>
              <a:gd name="T2" fmla="*/ 117 w 129"/>
              <a:gd name="T3" fmla="*/ 128 h 128"/>
              <a:gd name="T4" fmla="*/ 125 w 129"/>
              <a:gd name="T5" fmla="*/ 115 h 128"/>
              <a:gd name="T6" fmla="*/ 62 w 129"/>
              <a:gd name="T7" fmla="*/ 7 h 128"/>
              <a:gd name="T8" fmla="*/ 47 w 129"/>
              <a:gd name="T9" fmla="*/ 7 h 128"/>
              <a:gd name="T10" fmla="*/ 0 w 129"/>
              <a:gd name="T11" fmla="*/ 90 h 128"/>
              <a:gd name="T12" fmla="*/ 21 w 129"/>
              <a:gd name="T13" fmla="*/ 128 h 128"/>
            </a:gdLst>
            <a:ahLst/>
            <a:cxnLst>
              <a:cxn ang="0">
                <a:pos x="T0" y="T1"/>
              </a:cxn>
              <a:cxn ang="0">
                <a:pos x="T2" y="T3"/>
              </a:cxn>
              <a:cxn ang="0">
                <a:pos x="T4" y="T5"/>
              </a:cxn>
              <a:cxn ang="0">
                <a:pos x="T6" y="T7"/>
              </a:cxn>
              <a:cxn ang="0">
                <a:pos x="T8" y="T9"/>
              </a:cxn>
              <a:cxn ang="0">
                <a:pos x="T10" y="T11"/>
              </a:cxn>
              <a:cxn ang="0">
                <a:pos x="T12" y="T13"/>
              </a:cxn>
            </a:cxnLst>
            <a:rect l="0" t="0" r="r" b="b"/>
            <a:pathLst>
              <a:path w="129" h="128">
                <a:moveTo>
                  <a:pt x="21" y="128"/>
                </a:moveTo>
                <a:cubicBezTo>
                  <a:pt x="117" y="128"/>
                  <a:pt x="117" y="128"/>
                  <a:pt x="117" y="128"/>
                </a:cubicBezTo>
                <a:cubicBezTo>
                  <a:pt x="126" y="128"/>
                  <a:pt x="129" y="123"/>
                  <a:pt x="125" y="115"/>
                </a:cubicBezTo>
                <a:cubicBezTo>
                  <a:pt x="62" y="7"/>
                  <a:pt x="62" y="7"/>
                  <a:pt x="62" y="7"/>
                </a:cubicBezTo>
                <a:cubicBezTo>
                  <a:pt x="58" y="0"/>
                  <a:pt x="51" y="0"/>
                  <a:pt x="47" y="7"/>
                </a:cubicBezTo>
                <a:cubicBezTo>
                  <a:pt x="0" y="90"/>
                  <a:pt x="0" y="90"/>
                  <a:pt x="0" y="90"/>
                </a:cubicBezTo>
                <a:cubicBezTo>
                  <a:pt x="11" y="99"/>
                  <a:pt x="19" y="113"/>
                  <a:pt x="21" y="128"/>
                </a:cubicBez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234"/>
          <p:cNvSpPr>
            <a:spLocks/>
          </p:cNvSpPr>
          <p:nvPr/>
        </p:nvSpPr>
        <p:spPr bwMode="auto">
          <a:xfrm>
            <a:off x="9205913" y="3516313"/>
            <a:ext cx="2193925" cy="2179638"/>
          </a:xfrm>
          <a:custGeom>
            <a:avLst/>
            <a:gdLst>
              <a:gd name="T0" fmla="*/ 117 w 129"/>
              <a:gd name="T1" fmla="*/ 0 h 128"/>
              <a:gd name="T2" fmla="*/ 21 w 129"/>
              <a:gd name="T3" fmla="*/ 0 h 128"/>
              <a:gd name="T4" fmla="*/ 0 w 129"/>
              <a:gd name="T5" fmla="*/ 38 h 128"/>
              <a:gd name="T6" fmla="*/ 47 w 129"/>
              <a:gd name="T7" fmla="*/ 121 h 128"/>
              <a:gd name="T8" fmla="*/ 62 w 129"/>
              <a:gd name="T9" fmla="*/ 121 h 128"/>
              <a:gd name="T10" fmla="*/ 125 w 129"/>
              <a:gd name="T11" fmla="*/ 12 h 128"/>
              <a:gd name="T12" fmla="*/ 117 w 129"/>
              <a:gd name="T13" fmla="*/ 0 h 128"/>
            </a:gdLst>
            <a:ahLst/>
            <a:cxnLst>
              <a:cxn ang="0">
                <a:pos x="T0" y="T1"/>
              </a:cxn>
              <a:cxn ang="0">
                <a:pos x="T2" y="T3"/>
              </a:cxn>
              <a:cxn ang="0">
                <a:pos x="T4" y="T5"/>
              </a:cxn>
              <a:cxn ang="0">
                <a:pos x="T6" y="T7"/>
              </a:cxn>
              <a:cxn ang="0">
                <a:pos x="T8" y="T9"/>
              </a:cxn>
              <a:cxn ang="0">
                <a:pos x="T10" y="T11"/>
              </a:cxn>
              <a:cxn ang="0">
                <a:pos x="T12" y="T13"/>
              </a:cxn>
            </a:cxnLst>
            <a:rect l="0" t="0" r="r" b="b"/>
            <a:pathLst>
              <a:path w="129" h="128">
                <a:moveTo>
                  <a:pt x="117" y="0"/>
                </a:moveTo>
                <a:cubicBezTo>
                  <a:pt x="21" y="0"/>
                  <a:pt x="21" y="0"/>
                  <a:pt x="21" y="0"/>
                </a:cubicBezTo>
                <a:cubicBezTo>
                  <a:pt x="19" y="15"/>
                  <a:pt x="11" y="29"/>
                  <a:pt x="0" y="38"/>
                </a:cubicBezTo>
                <a:cubicBezTo>
                  <a:pt x="47" y="121"/>
                  <a:pt x="47" y="121"/>
                  <a:pt x="47" y="121"/>
                </a:cubicBezTo>
                <a:cubicBezTo>
                  <a:pt x="51" y="128"/>
                  <a:pt x="58" y="128"/>
                  <a:pt x="62" y="121"/>
                </a:cubicBezTo>
                <a:cubicBezTo>
                  <a:pt x="125" y="12"/>
                  <a:pt x="125" y="12"/>
                  <a:pt x="125" y="12"/>
                </a:cubicBezTo>
                <a:cubicBezTo>
                  <a:pt x="129" y="5"/>
                  <a:pt x="126" y="0"/>
                  <a:pt x="117" y="0"/>
                </a:cubicBez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235"/>
          <p:cNvSpPr>
            <a:spLocks/>
          </p:cNvSpPr>
          <p:nvPr/>
        </p:nvSpPr>
        <p:spPr bwMode="auto">
          <a:xfrm>
            <a:off x="5889626" y="1184276"/>
            <a:ext cx="2211388" cy="2179638"/>
          </a:xfrm>
          <a:custGeom>
            <a:avLst/>
            <a:gdLst>
              <a:gd name="T0" fmla="*/ 130 w 130"/>
              <a:gd name="T1" fmla="*/ 90 h 128"/>
              <a:gd name="T2" fmla="*/ 82 w 130"/>
              <a:gd name="T3" fmla="*/ 7 h 128"/>
              <a:gd name="T4" fmla="*/ 67 w 130"/>
              <a:gd name="T5" fmla="*/ 7 h 128"/>
              <a:gd name="T6" fmla="*/ 4 w 130"/>
              <a:gd name="T7" fmla="*/ 115 h 128"/>
              <a:gd name="T8" fmla="*/ 12 w 130"/>
              <a:gd name="T9" fmla="*/ 128 h 128"/>
              <a:gd name="T10" fmla="*/ 109 w 130"/>
              <a:gd name="T11" fmla="*/ 128 h 128"/>
              <a:gd name="T12" fmla="*/ 130 w 130"/>
              <a:gd name="T13" fmla="*/ 90 h 128"/>
            </a:gdLst>
            <a:ahLst/>
            <a:cxnLst>
              <a:cxn ang="0">
                <a:pos x="T0" y="T1"/>
              </a:cxn>
              <a:cxn ang="0">
                <a:pos x="T2" y="T3"/>
              </a:cxn>
              <a:cxn ang="0">
                <a:pos x="T4" y="T5"/>
              </a:cxn>
              <a:cxn ang="0">
                <a:pos x="T6" y="T7"/>
              </a:cxn>
              <a:cxn ang="0">
                <a:pos x="T8" y="T9"/>
              </a:cxn>
              <a:cxn ang="0">
                <a:pos x="T10" y="T11"/>
              </a:cxn>
              <a:cxn ang="0">
                <a:pos x="T12" y="T13"/>
              </a:cxn>
            </a:cxnLst>
            <a:rect l="0" t="0" r="r" b="b"/>
            <a:pathLst>
              <a:path w="130" h="128">
                <a:moveTo>
                  <a:pt x="130" y="90"/>
                </a:moveTo>
                <a:cubicBezTo>
                  <a:pt x="82" y="7"/>
                  <a:pt x="82" y="7"/>
                  <a:pt x="82" y="7"/>
                </a:cubicBezTo>
                <a:cubicBezTo>
                  <a:pt x="78" y="0"/>
                  <a:pt x="71" y="0"/>
                  <a:pt x="67" y="7"/>
                </a:cubicBezTo>
                <a:cubicBezTo>
                  <a:pt x="4" y="115"/>
                  <a:pt x="4" y="115"/>
                  <a:pt x="4" y="115"/>
                </a:cubicBezTo>
                <a:cubicBezTo>
                  <a:pt x="0" y="123"/>
                  <a:pt x="4" y="128"/>
                  <a:pt x="12" y="128"/>
                </a:cubicBezTo>
                <a:cubicBezTo>
                  <a:pt x="109" y="128"/>
                  <a:pt x="109" y="128"/>
                  <a:pt x="109" y="128"/>
                </a:cubicBezTo>
                <a:cubicBezTo>
                  <a:pt x="110" y="113"/>
                  <a:pt x="118" y="99"/>
                  <a:pt x="130" y="90"/>
                </a:cubicBez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236"/>
          <p:cNvSpPr>
            <a:spLocks/>
          </p:cNvSpPr>
          <p:nvPr/>
        </p:nvSpPr>
        <p:spPr bwMode="auto">
          <a:xfrm>
            <a:off x="5889626" y="3516313"/>
            <a:ext cx="2211388" cy="2179638"/>
          </a:xfrm>
          <a:custGeom>
            <a:avLst/>
            <a:gdLst>
              <a:gd name="T0" fmla="*/ 109 w 130"/>
              <a:gd name="T1" fmla="*/ 0 h 128"/>
              <a:gd name="T2" fmla="*/ 12 w 130"/>
              <a:gd name="T3" fmla="*/ 0 h 128"/>
              <a:gd name="T4" fmla="*/ 4 w 130"/>
              <a:gd name="T5" fmla="*/ 12 h 128"/>
              <a:gd name="T6" fmla="*/ 67 w 130"/>
              <a:gd name="T7" fmla="*/ 121 h 128"/>
              <a:gd name="T8" fmla="*/ 82 w 130"/>
              <a:gd name="T9" fmla="*/ 121 h 128"/>
              <a:gd name="T10" fmla="*/ 130 w 130"/>
              <a:gd name="T11" fmla="*/ 38 h 128"/>
              <a:gd name="T12" fmla="*/ 109 w 130"/>
              <a:gd name="T13" fmla="*/ 0 h 128"/>
            </a:gdLst>
            <a:ahLst/>
            <a:cxnLst>
              <a:cxn ang="0">
                <a:pos x="T0" y="T1"/>
              </a:cxn>
              <a:cxn ang="0">
                <a:pos x="T2" y="T3"/>
              </a:cxn>
              <a:cxn ang="0">
                <a:pos x="T4" y="T5"/>
              </a:cxn>
              <a:cxn ang="0">
                <a:pos x="T6" y="T7"/>
              </a:cxn>
              <a:cxn ang="0">
                <a:pos x="T8" y="T9"/>
              </a:cxn>
              <a:cxn ang="0">
                <a:pos x="T10" y="T11"/>
              </a:cxn>
              <a:cxn ang="0">
                <a:pos x="T12" y="T13"/>
              </a:cxn>
            </a:cxnLst>
            <a:rect l="0" t="0" r="r" b="b"/>
            <a:pathLst>
              <a:path w="130" h="128">
                <a:moveTo>
                  <a:pt x="109" y="0"/>
                </a:moveTo>
                <a:cubicBezTo>
                  <a:pt x="12" y="0"/>
                  <a:pt x="12" y="0"/>
                  <a:pt x="12" y="0"/>
                </a:cubicBezTo>
                <a:cubicBezTo>
                  <a:pt x="4" y="0"/>
                  <a:pt x="0" y="5"/>
                  <a:pt x="4" y="12"/>
                </a:cubicBezTo>
                <a:cubicBezTo>
                  <a:pt x="67" y="121"/>
                  <a:pt x="67" y="121"/>
                  <a:pt x="67" y="121"/>
                </a:cubicBezTo>
                <a:cubicBezTo>
                  <a:pt x="71" y="128"/>
                  <a:pt x="78" y="128"/>
                  <a:pt x="82" y="121"/>
                </a:cubicBezTo>
                <a:cubicBezTo>
                  <a:pt x="130" y="38"/>
                  <a:pt x="130" y="38"/>
                  <a:pt x="130" y="38"/>
                </a:cubicBezTo>
                <a:cubicBezTo>
                  <a:pt x="118" y="29"/>
                  <a:pt x="110" y="15"/>
                  <a:pt x="109" y="0"/>
                </a:cubicBez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237"/>
          <p:cNvSpPr>
            <a:spLocks/>
          </p:cNvSpPr>
          <p:nvPr/>
        </p:nvSpPr>
        <p:spPr bwMode="auto">
          <a:xfrm>
            <a:off x="7369176" y="1031876"/>
            <a:ext cx="2516188" cy="1600200"/>
          </a:xfrm>
          <a:custGeom>
            <a:avLst/>
            <a:gdLst>
              <a:gd name="T0" fmla="*/ 98 w 148"/>
              <a:gd name="T1" fmla="*/ 93 h 94"/>
              <a:gd name="T2" fmla="*/ 144 w 148"/>
              <a:gd name="T3" fmla="*/ 13 h 94"/>
              <a:gd name="T4" fmla="*/ 136 w 148"/>
              <a:gd name="T5" fmla="*/ 0 h 94"/>
              <a:gd name="T6" fmla="*/ 11 w 148"/>
              <a:gd name="T7" fmla="*/ 0 h 94"/>
              <a:gd name="T8" fmla="*/ 4 w 148"/>
              <a:gd name="T9" fmla="*/ 13 h 94"/>
              <a:gd name="T10" fmla="*/ 50 w 148"/>
              <a:gd name="T11" fmla="*/ 94 h 94"/>
              <a:gd name="T12" fmla="*/ 75 w 148"/>
              <a:gd name="T13" fmla="*/ 88 h 94"/>
              <a:gd name="T14" fmla="*/ 98 w 148"/>
              <a:gd name="T15" fmla="*/ 93 h 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94">
                <a:moveTo>
                  <a:pt x="98" y="93"/>
                </a:moveTo>
                <a:cubicBezTo>
                  <a:pt x="144" y="13"/>
                  <a:pt x="144" y="13"/>
                  <a:pt x="144" y="13"/>
                </a:cubicBezTo>
                <a:cubicBezTo>
                  <a:pt x="148" y="6"/>
                  <a:pt x="145" y="0"/>
                  <a:pt x="136" y="0"/>
                </a:cubicBezTo>
                <a:cubicBezTo>
                  <a:pt x="11" y="0"/>
                  <a:pt x="11" y="0"/>
                  <a:pt x="11" y="0"/>
                </a:cubicBezTo>
                <a:cubicBezTo>
                  <a:pt x="3" y="0"/>
                  <a:pt x="0" y="6"/>
                  <a:pt x="4" y="13"/>
                </a:cubicBezTo>
                <a:cubicBezTo>
                  <a:pt x="50" y="94"/>
                  <a:pt x="50" y="94"/>
                  <a:pt x="50" y="94"/>
                </a:cubicBezTo>
                <a:cubicBezTo>
                  <a:pt x="58" y="90"/>
                  <a:pt x="66" y="88"/>
                  <a:pt x="75" y="88"/>
                </a:cubicBezTo>
                <a:cubicBezTo>
                  <a:pt x="83" y="88"/>
                  <a:pt x="91" y="90"/>
                  <a:pt x="98" y="93"/>
                </a:cubicBezTo>
                <a:close/>
              </a:path>
            </a:pathLst>
          </a:custGeom>
          <a:solidFill>
            <a:srgbClr val="C82C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238"/>
          <p:cNvSpPr>
            <a:spLocks/>
          </p:cNvSpPr>
          <p:nvPr/>
        </p:nvSpPr>
        <p:spPr bwMode="auto">
          <a:xfrm>
            <a:off x="7369176" y="4248151"/>
            <a:ext cx="2516188" cy="1600200"/>
          </a:xfrm>
          <a:custGeom>
            <a:avLst/>
            <a:gdLst>
              <a:gd name="T0" fmla="*/ 50 w 148"/>
              <a:gd name="T1" fmla="*/ 0 h 94"/>
              <a:gd name="T2" fmla="*/ 4 w 148"/>
              <a:gd name="T3" fmla="*/ 81 h 94"/>
              <a:gd name="T4" fmla="*/ 11 w 148"/>
              <a:gd name="T5" fmla="*/ 94 h 94"/>
              <a:gd name="T6" fmla="*/ 136 w 148"/>
              <a:gd name="T7" fmla="*/ 94 h 94"/>
              <a:gd name="T8" fmla="*/ 144 w 148"/>
              <a:gd name="T9" fmla="*/ 81 h 94"/>
              <a:gd name="T10" fmla="*/ 98 w 148"/>
              <a:gd name="T11" fmla="*/ 1 h 94"/>
              <a:gd name="T12" fmla="*/ 75 w 148"/>
              <a:gd name="T13" fmla="*/ 6 h 94"/>
              <a:gd name="T14" fmla="*/ 50 w 148"/>
              <a:gd name="T15" fmla="*/ 0 h 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94">
                <a:moveTo>
                  <a:pt x="50" y="0"/>
                </a:moveTo>
                <a:cubicBezTo>
                  <a:pt x="4" y="81"/>
                  <a:pt x="4" y="81"/>
                  <a:pt x="4" y="81"/>
                </a:cubicBezTo>
                <a:cubicBezTo>
                  <a:pt x="0" y="88"/>
                  <a:pt x="3" y="94"/>
                  <a:pt x="11" y="94"/>
                </a:cubicBezTo>
                <a:cubicBezTo>
                  <a:pt x="136" y="94"/>
                  <a:pt x="136" y="94"/>
                  <a:pt x="136" y="94"/>
                </a:cubicBezTo>
                <a:cubicBezTo>
                  <a:pt x="145" y="94"/>
                  <a:pt x="148" y="88"/>
                  <a:pt x="144" y="81"/>
                </a:cubicBezTo>
                <a:cubicBezTo>
                  <a:pt x="98" y="1"/>
                  <a:pt x="98" y="1"/>
                  <a:pt x="98" y="1"/>
                </a:cubicBezTo>
                <a:cubicBezTo>
                  <a:pt x="91" y="4"/>
                  <a:pt x="83" y="6"/>
                  <a:pt x="75" y="6"/>
                </a:cubicBezTo>
                <a:cubicBezTo>
                  <a:pt x="66" y="6"/>
                  <a:pt x="58" y="4"/>
                  <a:pt x="50" y="0"/>
                </a:cubicBezTo>
                <a:close/>
              </a:path>
            </a:pathLst>
          </a:custGeom>
          <a:solidFill>
            <a:srgbClr val="C82C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pic>
        <p:nvPicPr>
          <p:cNvPr id="52" name="图片 5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947356" y="2763036"/>
            <a:ext cx="1408916" cy="1408916"/>
          </a:xfrm>
          <a:prstGeom prst="rect">
            <a:avLst/>
          </a:prstGeom>
          <a:effectLst>
            <a:outerShdw blurRad="254000" dir="2700000" sx="102000" sy="102000" algn="tl" rotWithShape="0">
              <a:prstClr val="black">
                <a:alpha val="28000"/>
              </a:prstClr>
            </a:outerShdw>
          </a:effectLst>
        </p:spPr>
      </p:pic>
      <p:sp>
        <p:nvSpPr>
          <p:cNvPr id="53" name="文本框 52"/>
          <p:cNvSpPr txBox="1"/>
          <p:nvPr/>
        </p:nvSpPr>
        <p:spPr>
          <a:xfrm>
            <a:off x="8309383" y="1536089"/>
            <a:ext cx="655949" cy="707886"/>
          </a:xfrm>
          <a:prstGeom prst="rect">
            <a:avLst/>
          </a:prstGeom>
          <a:noFill/>
        </p:spPr>
        <p:txBody>
          <a:bodyPr wrap="none" rtlCol="0">
            <a:spAutoFit/>
          </a:bodyPr>
          <a:lstStyle/>
          <a:p>
            <a:r>
              <a:rPr lang="en-US" altLang="zh-CN" sz="4000" dirty="0">
                <a:solidFill>
                  <a:schemeClr val="bg1"/>
                </a:solidFill>
                <a:latin typeface="Impact" panose="020B0806030902050204" pitchFamily="34" charset="0"/>
                <a:cs typeface="Aharoni" panose="02010803020104030203" pitchFamily="2" charset="-79"/>
              </a:rPr>
              <a:t>01</a:t>
            </a:r>
            <a:endParaRPr lang="zh-CN" altLang="en-US" sz="4000" dirty="0">
              <a:solidFill>
                <a:schemeClr val="bg1"/>
              </a:solidFill>
              <a:latin typeface="Impact" panose="020B0806030902050204" pitchFamily="34" charset="0"/>
              <a:cs typeface="Aharoni" panose="02010803020104030203" pitchFamily="2" charset="-79"/>
            </a:endParaRPr>
          </a:p>
        </p:txBody>
      </p:sp>
      <p:sp>
        <p:nvSpPr>
          <p:cNvPr id="54" name="文本框 53"/>
          <p:cNvSpPr txBox="1"/>
          <p:nvPr/>
        </p:nvSpPr>
        <p:spPr>
          <a:xfrm>
            <a:off x="7888338" y="1242332"/>
            <a:ext cx="1498039" cy="369332"/>
          </a:xfrm>
          <a:prstGeom prst="rect">
            <a:avLst/>
          </a:prstGeom>
          <a:noFill/>
        </p:spPr>
        <p:txBody>
          <a:bodyPr wrap="none" rtlCol="0">
            <a:spAutoFit/>
          </a:bodyPr>
          <a:lstStyle/>
          <a:p>
            <a:r>
              <a:rPr lang="en-US" altLang="zh-CN" dirty="0">
                <a:solidFill>
                  <a:schemeClr val="bg1"/>
                </a:solidFill>
                <a:latin typeface="Tahoma" panose="020B0604030504040204" pitchFamily="34" charset="0"/>
                <a:ea typeface="Tahoma" panose="020B0604030504040204" pitchFamily="34" charset="0"/>
                <a:cs typeface="Tahoma" panose="020B0604030504040204" pitchFamily="34" charset="0"/>
              </a:rPr>
              <a:t>Sample Text.</a:t>
            </a:r>
            <a:endParaRPr lang="zh-CN" altLang="en-US" dirty="0">
              <a:solidFill>
                <a:schemeClr val="bg1"/>
              </a:solidFill>
              <a:latin typeface="Tahoma" panose="020B0604030504040204" pitchFamily="34" charset="0"/>
              <a:cs typeface="Tahoma" panose="020B0604030504040204" pitchFamily="34" charset="0"/>
            </a:endParaRPr>
          </a:p>
        </p:txBody>
      </p:sp>
      <p:sp>
        <p:nvSpPr>
          <p:cNvPr id="55" name="Freeform 307"/>
          <p:cNvSpPr>
            <a:spLocks noChangeAspect="1" noEditPoints="1"/>
          </p:cNvSpPr>
          <p:nvPr/>
        </p:nvSpPr>
        <p:spPr bwMode="auto">
          <a:xfrm>
            <a:off x="8437001" y="3149260"/>
            <a:ext cx="435868" cy="636759"/>
          </a:xfrm>
          <a:custGeom>
            <a:avLst/>
            <a:gdLst>
              <a:gd name="T0" fmla="*/ 151 w 243"/>
              <a:gd name="T1" fmla="*/ 4 h 354"/>
              <a:gd name="T2" fmla="*/ 236 w 243"/>
              <a:gd name="T3" fmla="*/ 91 h 354"/>
              <a:gd name="T4" fmla="*/ 212 w 243"/>
              <a:gd name="T5" fmla="*/ 202 h 354"/>
              <a:gd name="T6" fmla="*/ 201 w 243"/>
              <a:gd name="T7" fmla="*/ 243 h 354"/>
              <a:gd name="T8" fmla="*/ 199 w 243"/>
              <a:gd name="T9" fmla="*/ 276 h 354"/>
              <a:gd name="T10" fmla="*/ 183 w 243"/>
              <a:gd name="T11" fmla="*/ 322 h 354"/>
              <a:gd name="T12" fmla="*/ 143 w 243"/>
              <a:gd name="T13" fmla="*/ 354 h 354"/>
              <a:gd name="T14" fmla="*/ 63 w 243"/>
              <a:gd name="T15" fmla="*/ 328 h 354"/>
              <a:gd name="T16" fmla="*/ 43 w 243"/>
              <a:gd name="T17" fmla="*/ 281 h 354"/>
              <a:gd name="T18" fmla="*/ 43 w 243"/>
              <a:gd name="T19" fmla="*/ 253 h 354"/>
              <a:gd name="T20" fmla="*/ 39 w 243"/>
              <a:gd name="T21" fmla="*/ 231 h 354"/>
              <a:gd name="T22" fmla="*/ 10 w 243"/>
              <a:gd name="T23" fmla="*/ 163 h 354"/>
              <a:gd name="T24" fmla="*/ 74 w 243"/>
              <a:gd name="T25" fmla="*/ 10 h 354"/>
              <a:gd name="T26" fmla="*/ 114 w 243"/>
              <a:gd name="T27" fmla="*/ 0 h 354"/>
              <a:gd name="T28" fmla="*/ 121 w 243"/>
              <a:gd name="T29" fmla="*/ 245 h 354"/>
              <a:gd name="T30" fmla="*/ 180 w 243"/>
              <a:gd name="T31" fmla="*/ 233 h 354"/>
              <a:gd name="T32" fmla="*/ 205 w 243"/>
              <a:gd name="T33" fmla="*/ 168 h 354"/>
              <a:gd name="T34" fmla="*/ 182 w 243"/>
              <a:gd name="T35" fmla="*/ 44 h 354"/>
              <a:gd name="T36" fmla="*/ 26 w 243"/>
              <a:gd name="T37" fmla="*/ 138 h 354"/>
              <a:gd name="T38" fmla="*/ 62 w 243"/>
              <a:gd name="T39" fmla="*/ 235 h 354"/>
              <a:gd name="T40" fmla="*/ 121 w 243"/>
              <a:gd name="T41" fmla="*/ 245 h 354"/>
              <a:gd name="T42" fmla="*/ 74 w 243"/>
              <a:gd name="T43" fmla="*/ 254 h 354"/>
              <a:gd name="T44" fmla="*/ 74 w 243"/>
              <a:gd name="T45" fmla="*/ 274 h 354"/>
              <a:gd name="T46" fmla="*/ 169 w 243"/>
              <a:gd name="T47" fmla="*/ 274 h 354"/>
              <a:gd name="T48" fmla="*/ 169 w 243"/>
              <a:gd name="T49" fmla="*/ 254 h 354"/>
              <a:gd name="T50" fmla="*/ 121 w 243"/>
              <a:gd name="T51" fmla="*/ 283 h 354"/>
              <a:gd name="T52" fmla="*/ 64 w 243"/>
              <a:gd name="T53" fmla="*/ 289 h 354"/>
              <a:gd name="T54" fmla="*/ 140 w 243"/>
              <a:gd name="T55" fmla="*/ 303 h 354"/>
              <a:gd name="T56" fmla="*/ 178 w 243"/>
              <a:gd name="T57" fmla="*/ 297 h 354"/>
              <a:gd name="T58" fmla="*/ 121 w 243"/>
              <a:gd name="T59" fmla="*/ 283 h 354"/>
              <a:gd name="T60" fmla="*/ 100 w 243"/>
              <a:gd name="T61" fmla="*/ 332 h 354"/>
              <a:gd name="T62" fmla="*/ 159 w 243"/>
              <a:gd name="T63" fmla="*/ 31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3" h="354">
                <a:moveTo>
                  <a:pt x="128" y="0"/>
                </a:moveTo>
                <a:cubicBezTo>
                  <a:pt x="136" y="1"/>
                  <a:pt x="144" y="2"/>
                  <a:pt x="151" y="4"/>
                </a:cubicBezTo>
                <a:cubicBezTo>
                  <a:pt x="172" y="9"/>
                  <a:pt x="190" y="20"/>
                  <a:pt x="205" y="35"/>
                </a:cubicBezTo>
                <a:cubicBezTo>
                  <a:pt x="221" y="51"/>
                  <a:pt x="231" y="69"/>
                  <a:pt x="236" y="91"/>
                </a:cubicBezTo>
                <a:cubicBezTo>
                  <a:pt x="243" y="121"/>
                  <a:pt x="240" y="149"/>
                  <a:pt x="225" y="177"/>
                </a:cubicBezTo>
                <a:cubicBezTo>
                  <a:pt x="221" y="185"/>
                  <a:pt x="216" y="194"/>
                  <a:pt x="212" y="202"/>
                </a:cubicBezTo>
                <a:cubicBezTo>
                  <a:pt x="206" y="214"/>
                  <a:pt x="203" y="226"/>
                  <a:pt x="202" y="238"/>
                </a:cubicBezTo>
                <a:cubicBezTo>
                  <a:pt x="202" y="240"/>
                  <a:pt x="201" y="241"/>
                  <a:pt x="201" y="243"/>
                </a:cubicBezTo>
                <a:cubicBezTo>
                  <a:pt x="200" y="246"/>
                  <a:pt x="200" y="255"/>
                  <a:pt x="200" y="258"/>
                </a:cubicBezTo>
                <a:cubicBezTo>
                  <a:pt x="202" y="264"/>
                  <a:pt x="201" y="270"/>
                  <a:pt x="199" y="276"/>
                </a:cubicBezTo>
                <a:cubicBezTo>
                  <a:pt x="198" y="278"/>
                  <a:pt x="198" y="279"/>
                  <a:pt x="199" y="281"/>
                </a:cubicBezTo>
                <a:cubicBezTo>
                  <a:pt x="205" y="297"/>
                  <a:pt x="198" y="314"/>
                  <a:pt x="183" y="322"/>
                </a:cubicBezTo>
                <a:cubicBezTo>
                  <a:pt x="181" y="322"/>
                  <a:pt x="180" y="324"/>
                  <a:pt x="180" y="325"/>
                </a:cubicBezTo>
                <a:cubicBezTo>
                  <a:pt x="173" y="342"/>
                  <a:pt x="161" y="353"/>
                  <a:pt x="143" y="354"/>
                </a:cubicBezTo>
                <a:cubicBezTo>
                  <a:pt x="127" y="354"/>
                  <a:pt x="111" y="354"/>
                  <a:pt x="96" y="353"/>
                </a:cubicBezTo>
                <a:cubicBezTo>
                  <a:pt x="80" y="352"/>
                  <a:pt x="69" y="342"/>
                  <a:pt x="63" y="328"/>
                </a:cubicBezTo>
                <a:cubicBezTo>
                  <a:pt x="62" y="324"/>
                  <a:pt x="60" y="322"/>
                  <a:pt x="57" y="321"/>
                </a:cubicBezTo>
                <a:cubicBezTo>
                  <a:pt x="43" y="313"/>
                  <a:pt x="37" y="296"/>
                  <a:pt x="43" y="281"/>
                </a:cubicBezTo>
                <a:cubicBezTo>
                  <a:pt x="44" y="279"/>
                  <a:pt x="44" y="278"/>
                  <a:pt x="43" y="276"/>
                </a:cubicBezTo>
                <a:cubicBezTo>
                  <a:pt x="40" y="268"/>
                  <a:pt x="40" y="261"/>
                  <a:pt x="43" y="253"/>
                </a:cubicBezTo>
                <a:cubicBezTo>
                  <a:pt x="43" y="252"/>
                  <a:pt x="43" y="250"/>
                  <a:pt x="43" y="248"/>
                </a:cubicBezTo>
                <a:cubicBezTo>
                  <a:pt x="41" y="242"/>
                  <a:pt x="40" y="237"/>
                  <a:pt x="39" y="231"/>
                </a:cubicBezTo>
                <a:cubicBezTo>
                  <a:pt x="37" y="218"/>
                  <a:pt x="32" y="206"/>
                  <a:pt x="26" y="195"/>
                </a:cubicBezTo>
                <a:cubicBezTo>
                  <a:pt x="21" y="184"/>
                  <a:pt x="15" y="174"/>
                  <a:pt x="10" y="163"/>
                </a:cubicBezTo>
                <a:cubicBezTo>
                  <a:pt x="2" y="143"/>
                  <a:pt x="0" y="121"/>
                  <a:pt x="4" y="100"/>
                </a:cubicBezTo>
                <a:cubicBezTo>
                  <a:pt x="11" y="57"/>
                  <a:pt x="35" y="27"/>
                  <a:pt x="74" y="10"/>
                </a:cubicBezTo>
                <a:cubicBezTo>
                  <a:pt x="86" y="4"/>
                  <a:pt x="98" y="1"/>
                  <a:pt x="111" y="1"/>
                </a:cubicBezTo>
                <a:cubicBezTo>
                  <a:pt x="112" y="0"/>
                  <a:pt x="113" y="0"/>
                  <a:pt x="114" y="0"/>
                </a:cubicBezTo>
                <a:lnTo>
                  <a:pt x="128" y="0"/>
                </a:lnTo>
                <a:close/>
                <a:moveTo>
                  <a:pt x="121" y="245"/>
                </a:moveTo>
                <a:cubicBezTo>
                  <a:pt x="136" y="245"/>
                  <a:pt x="151" y="245"/>
                  <a:pt x="167" y="245"/>
                </a:cubicBezTo>
                <a:cubicBezTo>
                  <a:pt x="176" y="245"/>
                  <a:pt x="179" y="242"/>
                  <a:pt x="180" y="233"/>
                </a:cubicBezTo>
                <a:cubicBezTo>
                  <a:pt x="182" y="223"/>
                  <a:pt x="184" y="213"/>
                  <a:pt x="187" y="203"/>
                </a:cubicBezTo>
                <a:cubicBezTo>
                  <a:pt x="192" y="191"/>
                  <a:pt x="199" y="180"/>
                  <a:pt x="205" y="168"/>
                </a:cubicBezTo>
                <a:cubicBezTo>
                  <a:pt x="212" y="156"/>
                  <a:pt x="216" y="143"/>
                  <a:pt x="217" y="128"/>
                </a:cubicBezTo>
                <a:cubicBezTo>
                  <a:pt x="220" y="94"/>
                  <a:pt x="208" y="66"/>
                  <a:pt x="182" y="44"/>
                </a:cubicBezTo>
                <a:cubicBezTo>
                  <a:pt x="149" y="17"/>
                  <a:pt x="106" y="15"/>
                  <a:pt x="70" y="37"/>
                </a:cubicBezTo>
                <a:cubicBezTo>
                  <a:pt x="35" y="58"/>
                  <a:pt x="19" y="98"/>
                  <a:pt x="26" y="138"/>
                </a:cubicBezTo>
                <a:cubicBezTo>
                  <a:pt x="28" y="152"/>
                  <a:pt x="35" y="165"/>
                  <a:pt x="42" y="177"/>
                </a:cubicBezTo>
                <a:cubicBezTo>
                  <a:pt x="52" y="195"/>
                  <a:pt x="60" y="214"/>
                  <a:pt x="62" y="235"/>
                </a:cubicBezTo>
                <a:cubicBezTo>
                  <a:pt x="62" y="242"/>
                  <a:pt x="66" y="245"/>
                  <a:pt x="73" y="245"/>
                </a:cubicBezTo>
                <a:cubicBezTo>
                  <a:pt x="89" y="245"/>
                  <a:pt x="105" y="245"/>
                  <a:pt x="121" y="245"/>
                </a:cubicBezTo>
                <a:moveTo>
                  <a:pt x="121" y="254"/>
                </a:moveTo>
                <a:cubicBezTo>
                  <a:pt x="105" y="254"/>
                  <a:pt x="89" y="254"/>
                  <a:pt x="74" y="254"/>
                </a:cubicBezTo>
                <a:cubicBezTo>
                  <a:pt x="69" y="254"/>
                  <a:pt x="65" y="256"/>
                  <a:pt x="64" y="260"/>
                </a:cubicBezTo>
                <a:cubicBezTo>
                  <a:pt x="61" y="267"/>
                  <a:pt x="66" y="274"/>
                  <a:pt x="74" y="274"/>
                </a:cubicBezTo>
                <a:cubicBezTo>
                  <a:pt x="96" y="274"/>
                  <a:pt x="118" y="274"/>
                  <a:pt x="140" y="274"/>
                </a:cubicBezTo>
                <a:cubicBezTo>
                  <a:pt x="149" y="274"/>
                  <a:pt x="159" y="274"/>
                  <a:pt x="169" y="274"/>
                </a:cubicBezTo>
                <a:cubicBezTo>
                  <a:pt x="173" y="274"/>
                  <a:pt x="176" y="272"/>
                  <a:pt x="178" y="268"/>
                </a:cubicBezTo>
                <a:cubicBezTo>
                  <a:pt x="181" y="261"/>
                  <a:pt x="176" y="254"/>
                  <a:pt x="169" y="254"/>
                </a:cubicBezTo>
                <a:cubicBezTo>
                  <a:pt x="153" y="254"/>
                  <a:pt x="137" y="254"/>
                  <a:pt x="121" y="254"/>
                </a:cubicBezTo>
                <a:moveTo>
                  <a:pt x="121" y="283"/>
                </a:moveTo>
                <a:cubicBezTo>
                  <a:pt x="105" y="283"/>
                  <a:pt x="89" y="283"/>
                  <a:pt x="74" y="283"/>
                </a:cubicBezTo>
                <a:cubicBezTo>
                  <a:pt x="69" y="283"/>
                  <a:pt x="65" y="285"/>
                  <a:pt x="64" y="289"/>
                </a:cubicBezTo>
                <a:cubicBezTo>
                  <a:pt x="61" y="296"/>
                  <a:pt x="66" y="303"/>
                  <a:pt x="74" y="303"/>
                </a:cubicBezTo>
                <a:cubicBezTo>
                  <a:pt x="96" y="303"/>
                  <a:pt x="118" y="303"/>
                  <a:pt x="140" y="303"/>
                </a:cubicBezTo>
                <a:cubicBezTo>
                  <a:pt x="149" y="303"/>
                  <a:pt x="159" y="303"/>
                  <a:pt x="169" y="303"/>
                </a:cubicBezTo>
                <a:cubicBezTo>
                  <a:pt x="173" y="303"/>
                  <a:pt x="176" y="301"/>
                  <a:pt x="178" y="297"/>
                </a:cubicBezTo>
                <a:cubicBezTo>
                  <a:pt x="181" y="290"/>
                  <a:pt x="176" y="283"/>
                  <a:pt x="169" y="283"/>
                </a:cubicBezTo>
                <a:cubicBezTo>
                  <a:pt x="153" y="283"/>
                  <a:pt x="137" y="283"/>
                  <a:pt x="121" y="283"/>
                </a:cubicBezTo>
                <a:moveTo>
                  <a:pt x="82" y="313"/>
                </a:moveTo>
                <a:cubicBezTo>
                  <a:pt x="82" y="323"/>
                  <a:pt x="90" y="331"/>
                  <a:pt x="100" y="332"/>
                </a:cubicBezTo>
                <a:cubicBezTo>
                  <a:pt x="114" y="332"/>
                  <a:pt x="128" y="332"/>
                  <a:pt x="142" y="332"/>
                </a:cubicBezTo>
                <a:cubicBezTo>
                  <a:pt x="152" y="331"/>
                  <a:pt x="159" y="323"/>
                  <a:pt x="159" y="313"/>
                </a:cubicBezTo>
                <a:lnTo>
                  <a:pt x="82" y="313"/>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6" name="文本框 55"/>
          <p:cNvSpPr txBox="1"/>
          <p:nvPr/>
        </p:nvSpPr>
        <p:spPr>
          <a:xfrm>
            <a:off x="8279277" y="4637087"/>
            <a:ext cx="716863" cy="707886"/>
          </a:xfrm>
          <a:prstGeom prst="rect">
            <a:avLst/>
          </a:prstGeom>
          <a:noFill/>
        </p:spPr>
        <p:txBody>
          <a:bodyPr wrap="none" rtlCol="0">
            <a:spAutoFit/>
          </a:bodyPr>
          <a:lstStyle/>
          <a:p>
            <a:r>
              <a:rPr lang="en-US" altLang="zh-CN" sz="4000" dirty="0">
                <a:solidFill>
                  <a:schemeClr val="bg1"/>
                </a:solidFill>
                <a:latin typeface="Impact" panose="020B0806030902050204" pitchFamily="34" charset="0"/>
                <a:cs typeface="Aharoni" panose="02010803020104030203" pitchFamily="2" charset="-79"/>
              </a:rPr>
              <a:t>04</a:t>
            </a:r>
            <a:endParaRPr lang="zh-CN" altLang="en-US" sz="4000" dirty="0">
              <a:solidFill>
                <a:schemeClr val="bg1"/>
              </a:solidFill>
              <a:latin typeface="Impact" panose="020B0806030902050204" pitchFamily="34" charset="0"/>
              <a:cs typeface="Aharoni" panose="02010803020104030203" pitchFamily="2" charset="-79"/>
            </a:endParaRPr>
          </a:p>
        </p:txBody>
      </p:sp>
      <p:sp>
        <p:nvSpPr>
          <p:cNvPr id="57" name="文本框 56"/>
          <p:cNvSpPr txBox="1"/>
          <p:nvPr/>
        </p:nvSpPr>
        <p:spPr>
          <a:xfrm>
            <a:off x="7858232" y="5214067"/>
            <a:ext cx="1498039" cy="369332"/>
          </a:xfrm>
          <a:prstGeom prst="rect">
            <a:avLst/>
          </a:prstGeom>
          <a:noFill/>
        </p:spPr>
        <p:txBody>
          <a:bodyPr wrap="none" rtlCol="0">
            <a:spAutoFit/>
          </a:bodyPr>
          <a:lstStyle/>
          <a:p>
            <a:r>
              <a:rPr lang="en-US" altLang="zh-CN" dirty="0">
                <a:solidFill>
                  <a:schemeClr val="bg1"/>
                </a:solidFill>
                <a:latin typeface="Tahoma" panose="020B0604030504040204" pitchFamily="34" charset="0"/>
                <a:ea typeface="Tahoma" panose="020B0604030504040204" pitchFamily="34" charset="0"/>
                <a:cs typeface="Tahoma" panose="020B0604030504040204" pitchFamily="34" charset="0"/>
              </a:rPr>
              <a:t>Sample Text.</a:t>
            </a:r>
            <a:endParaRPr lang="zh-CN" altLang="en-US" dirty="0">
              <a:solidFill>
                <a:schemeClr val="bg1"/>
              </a:solidFill>
              <a:latin typeface="Tahoma" panose="020B0604030504040204" pitchFamily="34" charset="0"/>
              <a:cs typeface="Tahoma" panose="020B0604030504040204" pitchFamily="34" charset="0"/>
            </a:endParaRPr>
          </a:p>
        </p:txBody>
      </p:sp>
      <p:sp>
        <p:nvSpPr>
          <p:cNvPr id="58" name="文本框 57"/>
          <p:cNvSpPr txBox="1"/>
          <p:nvPr/>
        </p:nvSpPr>
        <p:spPr>
          <a:xfrm>
            <a:off x="6622427" y="2323295"/>
            <a:ext cx="737702" cy="707886"/>
          </a:xfrm>
          <a:prstGeom prst="rect">
            <a:avLst/>
          </a:prstGeom>
          <a:noFill/>
        </p:spPr>
        <p:txBody>
          <a:bodyPr wrap="none" rtlCol="0">
            <a:spAutoFit/>
          </a:bodyPr>
          <a:lstStyle/>
          <a:p>
            <a:r>
              <a:rPr lang="en-US" altLang="zh-CN" sz="4000" dirty="0">
                <a:solidFill>
                  <a:schemeClr val="bg1"/>
                </a:solidFill>
                <a:latin typeface="Impact" panose="020B0806030902050204" pitchFamily="34" charset="0"/>
                <a:cs typeface="Aharoni" panose="02010803020104030203" pitchFamily="2" charset="-79"/>
              </a:rPr>
              <a:t>06</a:t>
            </a:r>
            <a:endParaRPr lang="zh-CN" altLang="en-US" sz="4000" dirty="0">
              <a:solidFill>
                <a:schemeClr val="bg1"/>
              </a:solidFill>
              <a:latin typeface="Impact" panose="020B0806030902050204" pitchFamily="34" charset="0"/>
              <a:cs typeface="Aharoni" panose="02010803020104030203" pitchFamily="2" charset="-79"/>
            </a:endParaRPr>
          </a:p>
        </p:txBody>
      </p:sp>
      <p:sp>
        <p:nvSpPr>
          <p:cNvPr id="59" name="文本框 58"/>
          <p:cNvSpPr txBox="1"/>
          <p:nvPr/>
        </p:nvSpPr>
        <p:spPr>
          <a:xfrm>
            <a:off x="6201382" y="2900275"/>
            <a:ext cx="1498039" cy="369332"/>
          </a:xfrm>
          <a:prstGeom prst="rect">
            <a:avLst/>
          </a:prstGeom>
          <a:noFill/>
        </p:spPr>
        <p:txBody>
          <a:bodyPr wrap="none" rtlCol="0">
            <a:spAutoFit/>
          </a:bodyPr>
          <a:lstStyle/>
          <a:p>
            <a:r>
              <a:rPr lang="en-US" altLang="zh-CN" dirty="0">
                <a:solidFill>
                  <a:schemeClr val="bg1"/>
                </a:solidFill>
                <a:latin typeface="Tahoma" panose="020B0604030504040204" pitchFamily="34" charset="0"/>
                <a:ea typeface="Tahoma" panose="020B0604030504040204" pitchFamily="34" charset="0"/>
                <a:cs typeface="Tahoma" panose="020B0604030504040204" pitchFamily="34" charset="0"/>
              </a:rPr>
              <a:t>Sample Text.</a:t>
            </a:r>
            <a:endParaRPr lang="zh-CN" altLang="en-US" dirty="0">
              <a:solidFill>
                <a:schemeClr val="bg1"/>
              </a:solidFill>
              <a:latin typeface="Tahoma" panose="020B0604030504040204" pitchFamily="34" charset="0"/>
              <a:cs typeface="Tahoma" panose="020B0604030504040204" pitchFamily="34" charset="0"/>
            </a:endParaRPr>
          </a:p>
        </p:txBody>
      </p:sp>
      <p:sp>
        <p:nvSpPr>
          <p:cNvPr id="60" name="文本框 59"/>
          <p:cNvSpPr txBox="1"/>
          <p:nvPr/>
        </p:nvSpPr>
        <p:spPr>
          <a:xfrm>
            <a:off x="10035826" y="2323295"/>
            <a:ext cx="718466" cy="707886"/>
          </a:xfrm>
          <a:prstGeom prst="rect">
            <a:avLst/>
          </a:prstGeom>
          <a:noFill/>
        </p:spPr>
        <p:txBody>
          <a:bodyPr wrap="none" rtlCol="0">
            <a:spAutoFit/>
          </a:bodyPr>
          <a:lstStyle/>
          <a:p>
            <a:r>
              <a:rPr lang="en-US" altLang="zh-CN" sz="4000" dirty="0">
                <a:solidFill>
                  <a:schemeClr val="bg1"/>
                </a:solidFill>
                <a:latin typeface="Impact" panose="020B0806030902050204" pitchFamily="34" charset="0"/>
                <a:cs typeface="Aharoni" panose="02010803020104030203" pitchFamily="2" charset="-79"/>
              </a:rPr>
              <a:t>02</a:t>
            </a:r>
            <a:endParaRPr lang="zh-CN" altLang="en-US" sz="4000" dirty="0">
              <a:solidFill>
                <a:schemeClr val="bg1"/>
              </a:solidFill>
              <a:latin typeface="Impact" panose="020B0806030902050204" pitchFamily="34" charset="0"/>
              <a:cs typeface="Aharoni" panose="02010803020104030203" pitchFamily="2" charset="-79"/>
            </a:endParaRPr>
          </a:p>
        </p:txBody>
      </p:sp>
      <p:sp>
        <p:nvSpPr>
          <p:cNvPr id="61" name="文本框 60"/>
          <p:cNvSpPr txBox="1"/>
          <p:nvPr/>
        </p:nvSpPr>
        <p:spPr>
          <a:xfrm>
            <a:off x="9614781" y="2900275"/>
            <a:ext cx="1498039" cy="369332"/>
          </a:xfrm>
          <a:prstGeom prst="rect">
            <a:avLst/>
          </a:prstGeom>
          <a:noFill/>
        </p:spPr>
        <p:txBody>
          <a:bodyPr wrap="none" rtlCol="0">
            <a:spAutoFit/>
          </a:bodyPr>
          <a:lstStyle/>
          <a:p>
            <a:r>
              <a:rPr lang="en-US" altLang="zh-CN" dirty="0">
                <a:solidFill>
                  <a:schemeClr val="bg1"/>
                </a:solidFill>
                <a:latin typeface="Tahoma" panose="020B0604030504040204" pitchFamily="34" charset="0"/>
                <a:ea typeface="Tahoma" panose="020B0604030504040204" pitchFamily="34" charset="0"/>
                <a:cs typeface="Tahoma" panose="020B0604030504040204" pitchFamily="34" charset="0"/>
              </a:rPr>
              <a:t>Sample Text.</a:t>
            </a:r>
            <a:endParaRPr lang="zh-CN" altLang="en-US" dirty="0">
              <a:solidFill>
                <a:schemeClr val="bg1"/>
              </a:solidFill>
              <a:latin typeface="Tahoma" panose="020B0604030504040204" pitchFamily="34" charset="0"/>
              <a:cs typeface="Tahoma" panose="020B0604030504040204" pitchFamily="34" charset="0"/>
            </a:endParaRPr>
          </a:p>
        </p:txBody>
      </p:sp>
      <p:sp>
        <p:nvSpPr>
          <p:cNvPr id="62" name="文本框 61"/>
          <p:cNvSpPr txBox="1"/>
          <p:nvPr/>
        </p:nvSpPr>
        <p:spPr>
          <a:xfrm>
            <a:off x="6668826" y="3966201"/>
            <a:ext cx="736099" cy="707886"/>
          </a:xfrm>
          <a:prstGeom prst="rect">
            <a:avLst/>
          </a:prstGeom>
          <a:noFill/>
        </p:spPr>
        <p:txBody>
          <a:bodyPr wrap="none" rtlCol="0">
            <a:spAutoFit/>
          </a:bodyPr>
          <a:lstStyle/>
          <a:p>
            <a:r>
              <a:rPr lang="en-US" altLang="zh-CN" sz="4000" dirty="0">
                <a:solidFill>
                  <a:schemeClr val="bg1"/>
                </a:solidFill>
                <a:latin typeface="Impact" panose="020B0806030902050204" pitchFamily="34" charset="0"/>
                <a:cs typeface="Aharoni" panose="02010803020104030203" pitchFamily="2" charset="-79"/>
              </a:rPr>
              <a:t>05</a:t>
            </a:r>
            <a:endParaRPr lang="zh-CN" altLang="en-US" sz="4000" dirty="0">
              <a:solidFill>
                <a:schemeClr val="bg1"/>
              </a:solidFill>
              <a:latin typeface="Impact" panose="020B0806030902050204" pitchFamily="34" charset="0"/>
              <a:cs typeface="Aharoni" panose="02010803020104030203" pitchFamily="2" charset="-79"/>
            </a:endParaRPr>
          </a:p>
        </p:txBody>
      </p:sp>
      <p:sp>
        <p:nvSpPr>
          <p:cNvPr id="63" name="文本框 62"/>
          <p:cNvSpPr txBox="1"/>
          <p:nvPr/>
        </p:nvSpPr>
        <p:spPr>
          <a:xfrm>
            <a:off x="6247781" y="3672444"/>
            <a:ext cx="1498039" cy="369332"/>
          </a:xfrm>
          <a:prstGeom prst="rect">
            <a:avLst/>
          </a:prstGeom>
          <a:noFill/>
        </p:spPr>
        <p:txBody>
          <a:bodyPr wrap="none" rtlCol="0">
            <a:spAutoFit/>
          </a:bodyPr>
          <a:lstStyle/>
          <a:p>
            <a:r>
              <a:rPr lang="en-US" altLang="zh-CN" dirty="0">
                <a:solidFill>
                  <a:schemeClr val="bg1"/>
                </a:solidFill>
                <a:latin typeface="Tahoma" panose="020B0604030504040204" pitchFamily="34" charset="0"/>
                <a:ea typeface="Tahoma" panose="020B0604030504040204" pitchFamily="34" charset="0"/>
                <a:cs typeface="Tahoma" panose="020B0604030504040204" pitchFamily="34" charset="0"/>
              </a:rPr>
              <a:t>Sample Text.</a:t>
            </a:r>
            <a:endParaRPr lang="zh-CN" altLang="en-US" dirty="0">
              <a:solidFill>
                <a:schemeClr val="bg1"/>
              </a:solidFill>
              <a:latin typeface="Tahoma" panose="020B0604030504040204" pitchFamily="34" charset="0"/>
              <a:cs typeface="Tahoma" panose="020B0604030504040204" pitchFamily="34" charset="0"/>
            </a:endParaRPr>
          </a:p>
        </p:txBody>
      </p:sp>
      <p:sp>
        <p:nvSpPr>
          <p:cNvPr id="64" name="文本框 63"/>
          <p:cNvSpPr txBox="1"/>
          <p:nvPr/>
        </p:nvSpPr>
        <p:spPr>
          <a:xfrm>
            <a:off x="9963161" y="3988802"/>
            <a:ext cx="732893" cy="707886"/>
          </a:xfrm>
          <a:prstGeom prst="rect">
            <a:avLst/>
          </a:prstGeom>
          <a:noFill/>
        </p:spPr>
        <p:txBody>
          <a:bodyPr wrap="none" rtlCol="0">
            <a:spAutoFit/>
          </a:bodyPr>
          <a:lstStyle/>
          <a:p>
            <a:r>
              <a:rPr lang="en-US" altLang="zh-CN" sz="4000" dirty="0">
                <a:solidFill>
                  <a:schemeClr val="bg1"/>
                </a:solidFill>
                <a:latin typeface="Impact" panose="020B0806030902050204" pitchFamily="34" charset="0"/>
                <a:cs typeface="Aharoni" panose="02010803020104030203" pitchFamily="2" charset="-79"/>
              </a:rPr>
              <a:t>03</a:t>
            </a:r>
            <a:endParaRPr lang="zh-CN" altLang="en-US" sz="4000" dirty="0">
              <a:solidFill>
                <a:schemeClr val="bg1"/>
              </a:solidFill>
              <a:latin typeface="Impact" panose="020B0806030902050204" pitchFamily="34" charset="0"/>
              <a:cs typeface="Aharoni" panose="02010803020104030203" pitchFamily="2" charset="-79"/>
            </a:endParaRPr>
          </a:p>
        </p:txBody>
      </p:sp>
      <p:sp>
        <p:nvSpPr>
          <p:cNvPr id="65" name="文本框 64"/>
          <p:cNvSpPr txBox="1"/>
          <p:nvPr/>
        </p:nvSpPr>
        <p:spPr>
          <a:xfrm>
            <a:off x="9542116" y="3695045"/>
            <a:ext cx="1498039" cy="369332"/>
          </a:xfrm>
          <a:prstGeom prst="rect">
            <a:avLst/>
          </a:prstGeom>
          <a:noFill/>
        </p:spPr>
        <p:txBody>
          <a:bodyPr wrap="none" rtlCol="0">
            <a:spAutoFit/>
          </a:bodyPr>
          <a:lstStyle/>
          <a:p>
            <a:r>
              <a:rPr lang="en-US" altLang="zh-CN" dirty="0">
                <a:solidFill>
                  <a:schemeClr val="bg1"/>
                </a:solidFill>
                <a:latin typeface="Tahoma" panose="020B0604030504040204" pitchFamily="34" charset="0"/>
                <a:ea typeface="Tahoma" panose="020B0604030504040204" pitchFamily="34" charset="0"/>
                <a:cs typeface="Tahoma" panose="020B0604030504040204" pitchFamily="34" charset="0"/>
              </a:rPr>
              <a:t>Sample Text.</a:t>
            </a:r>
            <a:endParaRPr lang="zh-CN" altLang="en-US" dirty="0">
              <a:solidFill>
                <a:schemeClr val="bg1"/>
              </a:solidFill>
              <a:latin typeface="Tahoma" panose="020B0604030504040204" pitchFamily="34" charset="0"/>
              <a:cs typeface="Tahoma" panose="020B0604030504040204" pitchFamily="34" charset="0"/>
            </a:endParaRPr>
          </a:p>
        </p:txBody>
      </p:sp>
    </p:spTree>
    <p:extLst>
      <p:ext uri="{BB962C8B-B14F-4D97-AF65-F5344CB8AC3E}">
        <p14:creationId xmlns:p14="http://schemas.microsoft.com/office/powerpoint/2010/main" val="274876934"/>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 name="Freeform 60"/>
          <p:cNvSpPr>
            <a:spLocks/>
          </p:cNvSpPr>
          <p:nvPr/>
        </p:nvSpPr>
        <p:spPr bwMode="auto">
          <a:xfrm>
            <a:off x="1007063" y="4143553"/>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 name="圆角矩形 96"/>
          <p:cNvSpPr/>
          <p:nvPr/>
        </p:nvSpPr>
        <p:spPr>
          <a:xfrm>
            <a:off x="1674755" y="4302838"/>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98" name="等腰三角形 97"/>
          <p:cNvSpPr/>
          <p:nvPr/>
        </p:nvSpPr>
        <p:spPr>
          <a:xfrm rot="16200000">
            <a:off x="1600123" y="4370382"/>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92" name="文本框 91"/>
          <p:cNvSpPr txBox="1"/>
          <p:nvPr/>
        </p:nvSpPr>
        <p:spPr>
          <a:xfrm>
            <a:off x="940215" y="4943154"/>
            <a:ext cx="3555585" cy="1089529"/>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网络</a:t>
            </a:r>
            <a:r>
              <a:rPr lang="en-US" altLang="zh-CN" dirty="0">
                <a:solidFill>
                  <a:prstClr val="black">
                    <a:lumMod val="65000"/>
                    <a:lumOff val="35000"/>
                  </a:prstClr>
                </a:solidFill>
                <a:latin typeface="微软雅黑" panose="020B0503020204020204" pitchFamily="34" charset="-122"/>
              </a:rPr>
              <a:t>EPS</a:t>
            </a:r>
            <a:r>
              <a:rPr lang="zh-CN" altLang="en-US" dirty="0">
                <a:solidFill>
                  <a:prstClr val="black">
                    <a:lumMod val="65000"/>
                    <a:lumOff val="35000"/>
                  </a:prstClr>
                </a:solidFill>
                <a:latin typeface="微软雅黑" panose="020B0503020204020204" pitchFamily="34" charset="-122"/>
              </a:rPr>
              <a:t>素材改编；</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可根据实际应用修改颜色；</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可根据实际排版调整大小。</a:t>
            </a:r>
            <a:endParaRPr lang="en-US" altLang="zh-CN" dirty="0">
              <a:solidFill>
                <a:prstClr val="black">
                  <a:lumMod val="65000"/>
                  <a:lumOff val="35000"/>
                </a:prstClr>
              </a:solidFill>
              <a:latin typeface="微软雅黑" panose="020B0503020204020204" pitchFamily="34" charset="-122"/>
            </a:endParaRPr>
          </a:p>
        </p:txBody>
      </p:sp>
      <p:sp>
        <p:nvSpPr>
          <p:cNvPr id="14" name="Freeform 5"/>
          <p:cNvSpPr>
            <a:spLocks/>
          </p:cNvSpPr>
          <p:nvPr/>
        </p:nvSpPr>
        <p:spPr bwMode="auto">
          <a:xfrm>
            <a:off x="6237288" y="509588"/>
            <a:ext cx="5316537" cy="6140450"/>
          </a:xfrm>
          <a:custGeom>
            <a:avLst/>
            <a:gdLst>
              <a:gd name="T0" fmla="*/ 3349 w 3349"/>
              <a:gd name="T1" fmla="*/ 2902 h 3868"/>
              <a:gd name="T2" fmla="*/ 1675 w 3349"/>
              <a:gd name="T3" fmla="*/ 3868 h 3868"/>
              <a:gd name="T4" fmla="*/ 0 w 3349"/>
              <a:gd name="T5" fmla="*/ 2902 h 3868"/>
              <a:gd name="T6" fmla="*/ 0 w 3349"/>
              <a:gd name="T7" fmla="*/ 966 h 3868"/>
              <a:gd name="T8" fmla="*/ 1675 w 3349"/>
              <a:gd name="T9" fmla="*/ 0 h 3868"/>
              <a:gd name="T10" fmla="*/ 3349 w 3349"/>
              <a:gd name="T11" fmla="*/ 966 h 3868"/>
              <a:gd name="T12" fmla="*/ 3349 w 3349"/>
              <a:gd name="T13" fmla="*/ 2902 h 3868"/>
            </a:gdLst>
            <a:ahLst/>
            <a:cxnLst>
              <a:cxn ang="0">
                <a:pos x="T0" y="T1"/>
              </a:cxn>
              <a:cxn ang="0">
                <a:pos x="T2" y="T3"/>
              </a:cxn>
              <a:cxn ang="0">
                <a:pos x="T4" y="T5"/>
              </a:cxn>
              <a:cxn ang="0">
                <a:pos x="T6" y="T7"/>
              </a:cxn>
              <a:cxn ang="0">
                <a:pos x="T8" y="T9"/>
              </a:cxn>
              <a:cxn ang="0">
                <a:pos x="T10" y="T11"/>
              </a:cxn>
              <a:cxn ang="0">
                <a:pos x="T12" y="T13"/>
              </a:cxn>
            </a:cxnLst>
            <a:rect l="0" t="0" r="r" b="b"/>
            <a:pathLst>
              <a:path w="3349" h="3868">
                <a:moveTo>
                  <a:pt x="3349" y="2902"/>
                </a:moveTo>
                <a:lnTo>
                  <a:pt x="1675" y="3868"/>
                </a:lnTo>
                <a:lnTo>
                  <a:pt x="0" y="2902"/>
                </a:lnTo>
                <a:lnTo>
                  <a:pt x="0" y="966"/>
                </a:lnTo>
                <a:lnTo>
                  <a:pt x="1675" y="0"/>
                </a:lnTo>
                <a:lnTo>
                  <a:pt x="3349" y="966"/>
                </a:lnTo>
                <a:lnTo>
                  <a:pt x="3349" y="2902"/>
                </a:lnTo>
                <a:close/>
              </a:path>
            </a:pathLst>
          </a:custGeom>
          <a:solidFill>
            <a:schemeClr val="bg1">
              <a:lumMod val="95000"/>
            </a:schemeClr>
          </a:solidFill>
          <a:ln>
            <a:noFill/>
          </a:ln>
          <a:effectLst>
            <a:outerShdw blurRad="228600" sx="102000" sy="102000" algn="ctr"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 name="Freeform 6"/>
          <p:cNvSpPr>
            <a:spLocks/>
          </p:cNvSpPr>
          <p:nvPr/>
        </p:nvSpPr>
        <p:spPr bwMode="auto">
          <a:xfrm>
            <a:off x="5918200" y="2570163"/>
            <a:ext cx="817562" cy="366713"/>
          </a:xfrm>
          <a:custGeom>
            <a:avLst/>
            <a:gdLst>
              <a:gd name="T0" fmla="*/ 0 w 515"/>
              <a:gd name="T1" fmla="*/ 231 h 231"/>
              <a:gd name="T2" fmla="*/ 398 w 515"/>
              <a:gd name="T3" fmla="*/ 0 h 231"/>
              <a:gd name="T4" fmla="*/ 515 w 515"/>
              <a:gd name="T5" fmla="*/ 0 h 231"/>
              <a:gd name="T6" fmla="*/ 515 w 515"/>
              <a:gd name="T7" fmla="*/ 231 h 231"/>
              <a:gd name="T8" fmla="*/ 0 w 515"/>
              <a:gd name="T9" fmla="*/ 231 h 231"/>
            </a:gdLst>
            <a:ahLst/>
            <a:cxnLst>
              <a:cxn ang="0">
                <a:pos x="T0" y="T1"/>
              </a:cxn>
              <a:cxn ang="0">
                <a:pos x="T2" y="T3"/>
              </a:cxn>
              <a:cxn ang="0">
                <a:pos x="T4" y="T5"/>
              </a:cxn>
              <a:cxn ang="0">
                <a:pos x="T6" y="T7"/>
              </a:cxn>
              <a:cxn ang="0">
                <a:pos x="T8" y="T9"/>
              </a:cxn>
            </a:cxnLst>
            <a:rect l="0" t="0" r="r" b="b"/>
            <a:pathLst>
              <a:path w="515" h="231">
                <a:moveTo>
                  <a:pt x="0" y="231"/>
                </a:moveTo>
                <a:lnTo>
                  <a:pt x="398" y="0"/>
                </a:lnTo>
                <a:lnTo>
                  <a:pt x="515" y="0"/>
                </a:lnTo>
                <a:lnTo>
                  <a:pt x="515" y="231"/>
                </a:lnTo>
                <a:lnTo>
                  <a:pt x="0" y="231"/>
                </a:lnTo>
                <a:close/>
              </a:path>
            </a:pathLst>
          </a:custGeom>
          <a:solidFill>
            <a:srgbClr val="3C53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 name="Freeform 7"/>
          <p:cNvSpPr>
            <a:spLocks/>
          </p:cNvSpPr>
          <p:nvPr/>
        </p:nvSpPr>
        <p:spPr bwMode="auto">
          <a:xfrm>
            <a:off x="5808663" y="2506663"/>
            <a:ext cx="1855787" cy="2146300"/>
          </a:xfrm>
          <a:custGeom>
            <a:avLst/>
            <a:gdLst>
              <a:gd name="T0" fmla="*/ 0 w 1169"/>
              <a:gd name="T1" fmla="*/ 1014 h 1352"/>
              <a:gd name="T2" fmla="*/ 0 w 1169"/>
              <a:gd name="T3" fmla="*/ 338 h 1352"/>
              <a:gd name="T4" fmla="*/ 584 w 1169"/>
              <a:gd name="T5" fmla="*/ 0 h 1352"/>
              <a:gd name="T6" fmla="*/ 1169 w 1169"/>
              <a:gd name="T7" fmla="*/ 338 h 1352"/>
              <a:gd name="T8" fmla="*/ 1169 w 1169"/>
              <a:gd name="T9" fmla="*/ 1014 h 1352"/>
              <a:gd name="T10" fmla="*/ 584 w 1169"/>
              <a:gd name="T11" fmla="*/ 1352 h 1352"/>
              <a:gd name="T12" fmla="*/ 0 w 1169"/>
              <a:gd name="T13" fmla="*/ 1014 h 1352"/>
            </a:gdLst>
            <a:ahLst/>
            <a:cxnLst>
              <a:cxn ang="0">
                <a:pos x="T0" y="T1"/>
              </a:cxn>
              <a:cxn ang="0">
                <a:pos x="T2" y="T3"/>
              </a:cxn>
              <a:cxn ang="0">
                <a:pos x="T4" y="T5"/>
              </a:cxn>
              <a:cxn ang="0">
                <a:pos x="T6" y="T7"/>
              </a:cxn>
              <a:cxn ang="0">
                <a:pos x="T8" y="T9"/>
              </a:cxn>
              <a:cxn ang="0">
                <a:pos x="T10" y="T11"/>
              </a:cxn>
              <a:cxn ang="0">
                <a:pos x="T12" y="T13"/>
              </a:cxn>
            </a:cxnLst>
            <a:rect l="0" t="0" r="r" b="b"/>
            <a:pathLst>
              <a:path w="1169" h="1352">
                <a:moveTo>
                  <a:pt x="0" y="1014"/>
                </a:moveTo>
                <a:lnTo>
                  <a:pt x="0" y="338"/>
                </a:lnTo>
                <a:lnTo>
                  <a:pt x="584" y="0"/>
                </a:lnTo>
                <a:lnTo>
                  <a:pt x="1169" y="338"/>
                </a:lnTo>
                <a:lnTo>
                  <a:pt x="1169" y="1014"/>
                </a:lnTo>
                <a:lnTo>
                  <a:pt x="584" y="1352"/>
                </a:lnTo>
                <a:lnTo>
                  <a:pt x="0" y="1014"/>
                </a:lnTo>
                <a:close/>
              </a:path>
            </a:pathLst>
          </a:custGeom>
          <a:solidFill>
            <a:srgbClr val="78A6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 name="Freeform 8"/>
          <p:cNvSpPr>
            <a:spLocks/>
          </p:cNvSpPr>
          <p:nvPr/>
        </p:nvSpPr>
        <p:spPr bwMode="auto">
          <a:xfrm>
            <a:off x="10234613" y="2570163"/>
            <a:ext cx="820737" cy="366713"/>
          </a:xfrm>
          <a:custGeom>
            <a:avLst/>
            <a:gdLst>
              <a:gd name="T0" fmla="*/ 0 w 517"/>
              <a:gd name="T1" fmla="*/ 231 h 231"/>
              <a:gd name="T2" fmla="*/ 398 w 517"/>
              <a:gd name="T3" fmla="*/ 0 h 231"/>
              <a:gd name="T4" fmla="*/ 517 w 517"/>
              <a:gd name="T5" fmla="*/ 0 h 231"/>
              <a:gd name="T6" fmla="*/ 517 w 517"/>
              <a:gd name="T7" fmla="*/ 231 h 231"/>
              <a:gd name="T8" fmla="*/ 0 w 517"/>
              <a:gd name="T9" fmla="*/ 231 h 231"/>
            </a:gdLst>
            <a:ahLst/>
            <a:cxnLst>
              <a:cxn ang="0">
                <a:pos x="T0" y="T1"/>
              </a:cxn>
              <a:cxn ang="0">
                <a:pos x="T2" y="T3"/>
              </a:cxn>
              <a:cxn ang="0">
                <a:pos x="T4" y="T5"/>
              </a:cxn>
              <a:cxn ang="0">
                <a:pos x="T6" y="T7"/>
              </a:cxn>
              <a:cxn ang="0">
                <a:pos x="T8" y="T9"/>
              </a:cxn>
            </a:cxnLst>
            <a:rect l="0" t="0" r="r" b="b"/>
            <a:pathLst>
              <a:path w="517" h="231">
                <a:moveTo>
                  <a:pt x="0" y="231"/>
                </a:moveTo>
                <a:lnTo>
                  <a:pt x="398" y="0"/>
                </a:lnTo>
                <a:lnTo>
                  <a:pt x="517" y="0"/>
                </a:lnTo>
                <a:lnTo>
                  <a:pt x="517" y="231"/>
                </a:lnTo>
                <a:lnTo>
                  <a:pt x="0" y="231"/>
                </a:lnTo>
                <a:close/>
              </a:path>
            </a:pathLst>
          </a:custGeom>
          <a:solidFill>
            <a:srgbClr val="4962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 name="Freeform 9"/>
          <p:cNvSpPr>
            <a:spLocks/>
          </p:cNvSpPr>
          <p:nvPr/>
        </p:nvSpPr>
        <p:spPr bwMode="auto">
          <a:xfrm>
            <a:off x="10126663" y="2506663"/>
            <a:ext cx="1855787" cy="2146300"/>
          </a:xfrm>
          <a:custGeom>
            <a:avLst/>
            <a:gdLst>
              <a:gd name="T0" fmla="*/ 0 w 1169"/>
              <a:gd name="T1" fmla="*/ 1014 h 1352"/>
              <a:gd name="T2" fmla="*/ 0 w 1169"/>
              <a:gd name="T3" fmla="*/ 338 h 1352"/>
              <a:gd name="T4" fmla="*/ 585 w 1169"/>
              <a:gd name="T5" fmla="*/ 0 h 1352"/>
              <a:gd name="T6" fmla="*/ 1169 w 1169"/>
              <a:gd name="T7" fmla="*/ 338 h 1352"/>
              <a:gd name="T8" fmla="*/ 1169 w 1169"/>
              <a:gd name="T9" fmla="*/ 1014 h 1352"/>
              <a:gd name="T10" fmla="*/ 585 w 1169"/>
              <a:gd name="T11" fmla="*/ 1352 h 1352"/>
              <a:gd name="T12" fmla="*/ 0 w 1169"/>
              <a:gd name="T13" fmla="*/ 1014 h 1352"/>
            </a:gdLst>
            <a:ahLst/>
            <a:cxnLst>
              <a:cxn ang="0">
                <a:pos x="T0" y="T1"/>
              </a:cxn>
              <a:cxn ang="0">
                <a:pos x="T2" y="T3"/>
              </a:cxn>
              <a:cxn ang="0">
                <a:pos x="T4" y="T5"/>
              </a:cxn>
              <a:cxn ang="0">
                <a:pos x="T6" y="T7"/>
              </a:cxn>
              <a:cxn ang="0">
                <a:pos x="T8" y="T9"/>
              </a:cxn>
              <a:cxn ang="0">
                <a:pos x="T10" y="T11"/>
              </a:cxn>
              <a:cxn ang="0">
                <a:pos x="T12" y="T13"/>
              </a:cxn>
            </a:cxnLst>
            <a:rect l="0" t="0" r="r" b="b"/>
            <a:pathLst>
              <a:path w="1169" h="1352">
                <a:moveTo>
                  <a:pt x="0" y="1014"/>
                </a:moveTo>
                <a:lnTo>
                  <a:pt x="0" y="338"/>
                </a:lnTo>
                <a:lnTo>
                  <a:pt x="585" y="0"/>
                </a:lnTo>
                <a:lnTo>
                  <a:pt x="1169" y="338"/>
                </a:lnTo>
                <a:lnTo>
                  <a:pt x="1169" y="1014"/>
                </a:lnTo>
                <a:lnTo>
                  <a:pt x="585" y="1352"/>
                </a:lnTo>
                <a:lnTo>
                  <a:pt x="0" y="1014"/>
                </a:lnTo>
                <a:close/>
              </a:path>
            </a:pathLst>
          </a:custGeom>
          <a:solidFill>
            <a:srgbClr val="92C4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 name="Freeform 10"/>
          <p:cNvSpPr>
            <a:spLocks/>
          </p:cNvSpPr>
          <p:nvPr/>
        </p:nvSpPr>
        <p:spPr bwMode="auto">
          <a:xfrm>
            <a:off x="6997700" y="4440238"/>
            <a:ext cx="819150" cy="366713"/>
          </a:xfrm>
          <a:custGeom>
            <a:avLst/>
            <a:gdLst>
              <a:gd name="T0" fmla="*/ 0 w 516"/>
              <a:gd name="T1" fmla="*/ 231 h 231"/>
              <a:gd name="T2" fmla="*/ 398 w 516"/>
              <a:gd name="T3" fmla="*/ 0 h 231"/>
              <a:gd name="T4" fmla="*/ 516 w 516"/>
              <a:gd name="T5" fmla="*/ 0 h 231"/>
              <a:gd name="T6" fmla="*/ 516 w 516"/>
              <a:gd name="T7" fmla="*/ 231 h 231"/>
              <a:gd name="T8" fmla="*/ 0 w 516"/>
              <a:gd name="T9" fmla="*/ 231 h 231"/>
            </a:gdLst>
            <a:ahLst/>
            <a:cxnLst>
              <a:cxn ang="0">
                <a:pos x="T0" y="T1"/>
              </a:cxn>
              <a:cxn ang="0">
                <a:pos x="T2" y="T3"/>
              </a:cxn>
              <a:cxn ang="0">
                <a:pos x="T4" y="T5"/>
              </a:cxn>
              <a:cxn ang="0">
                <a:pos x="T6" y="T7"/>
              </a:cxn>
              <a:cxn ang="0">
                <a:pos x="T8" y="T9"/>
              </a:cxn>
            </a:cxnLst>
            <a:rect l="0" t="0" r="r" b="b"/>
            <a:pathLst>
              <a:path w="516" h="231">
                <a:moveTo>
                  <a:pt x="0" y="231"/>
                </a:moveTo>
                <a:lnTo>
                  <a:pt x="398" y="0"/>
                </a:lnTo>
                <a:lnTo>
                  <a:pt x="516" y="0"/>
                </a:lnTo>
                <a:lnTo>
                  <a:pt x="516" y="231"/>
                </a:lnTo>
                <a:lnTo>
                  <a:pt x="0" y="231"/>
                </a:lnTo>
                <a:close/>
              </a:path>
            </a:pathLst>
          </a:custGeom>
          <a:solidFill>
            <a:srgbClr val="5A4C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 name="Freeform 11"/>
          <p:cNvSpPr>
            <a:spLocks/>
          </p:cNvSpPr>
          <p:nvPr/>
        </p:nvSpPr>
        <p:spPr bwMode="auto">
          <a:xfrm>
            <a:off x="6886575" y="4376738"/>
            <a:ext cx="1858962" cy="2146300"/>
          </a:xfrm>
          <a:custGeom>
            <a:avLst/>
            <a:gdLst>
              <a:gd name="T0" fmla="*/ 0 w 1171"/>
              <a:gd name="T1" fmla="*/ 1014 h 1352"/>
              <a:gd name="T2" fmla="*/ 0 w 1171"/>
              <a:gd name="T3" fmla="*/ 338 h 1352"/>
              <a:gd name="T4" fmla="*/ 586 w 1171"/>
              <a:gd name="T5" fmla="*/ 0 h 1352"/>
              <a:gd name="T6" fmla="*/ 1171 w 1171"/>
              <a:gd name="T7" fmla="*/ 338 h 1352"/>
              <a:gd name="T8" fmla="*/ 1171 w 1171"/>
              <a:gd name="T9" fmla="*/ 1014 h 1352"/>
              <a:gd name="T10" fmla="*/ 586 w 1171"/>
              <a:gd name="T11" fmla="*/ 1352 h 1352"/>
              <a:gd name="T12" fmla="*/ 0 w 1171"/>
              <a:gd name="T13" fmla="*/ 1014 h 1352"/>
            </a:gdLst>
            <a:ahLst/>
            <a:cxnLst>
              <a:cxn ang="0">
                <a:pos x="T0" y="T1"/>
              </a:cxn>
              <a:cxn ang="0">
                <a:pos x="T2" y="T3"/>
              </a:cxn>
              <a:cxn ang="0">
                <a:pos x="T4" y="T5"/>
              </a:cxn>
              <a:cxn ang="0">
                <a:pos x="T6" y="T7"/>
              </a:cxn>
              <a:cxn ang="0">
                <a:pos x="T8" y="T9"/>
              </a:cxn>
              <a:cxn ang="0">
                <a:pos x="T10" y="T11"/>
              </a:cxn>
              <a:cxn ang="0">
                <a:pos x="T12" y="T13"/>
              </a:cxn>
            </a:cxnLst>
            <a:rect l="0" t="0" r="r" b="b"/>
            <a:pathLst>
              <a:path w="1171" h="1352">
                <a:moveTo>
                  <a:pt x="0" y="1014"/>
                </a:moveTo>
                <a:lnTo>
                  <a:pt x="0" y="338"/>
                </a:lnTo>
                <a:lnTo>
                  <a:pt x="586" y="0"/>
                </a:lnTo>
                <a:lnTo>
                  <a:pt x="1171" y="338"/>
                </a:lnTo>
                <a:lnTo>
                  <a:pt x="1171" y="1014"/>
                </a:lnTo>
                <a:lnTo>
                  <a:pt x="586" y="1352"/>
                </a:lnTo>
                <a:lnTo>
                  <a:pt x="0" y="1014"/>
                </a:lnTo>
                <a:close/>
              </a:path>
            </a:pathLst>
          </a:custGeom>
          <a:solidFill>
            <a:srgbClr val="B39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 name="Freeform 12"/>
          <p:cNvSpPr>
            <a:spLocks/>
          </p:cNvSpPr>
          <p:nvPr/>
        </p:nvSpPr>
        <p:spPr bwMode="auto">
          <a:xfrm>
            <a:off x="9156700" y="4440238"/>
            <a:ext cx="817562" cy="366713"/>
          </a:xfrm>
          <a:custGeom>
            <a:avLst/>
            <a:gdLst>
              <a:gd name="T0" fmla="*/ 0 w 515"/>
              <a:gd name="T1" fmla="*/ 231 h 231"/>
              <a:gd name="T2" fmla="*/ 398 w 515"/>
              <a:gd name="T3" fmla="*/ 0 h 231"/>
              <a:gd name="T4" fmla="*/ 515 w 515"/>
              <a:gd name="T5" fmla="*/ 0 h 231"/>
              <a:gd name="T6" fmla="*/ 515 w 515"/>
              <a:gd name="T7" fmla="*/ 231 h 231"/>
              <a:gd name="T8" fmla="*/ 0 w 515"/>
              <a:gd name="T9" fmla="*/ 231 h 231"/>
            </a:gdLst>
            <a:ahLst/>
            <a:cxnLst>
              <a:cxn ang="0">
                <a:pos x="T0" y="T1"/>
              </a:cxn>
              <a:cxn ang="0">
                <a:pos x="T2" y="T3"/>
              </a:cxn>
              <a:cxn ang="0">
                <a:pos x="T4" y="T5"/>
              </a:cxn>
              <a:cxn ang="0">
                <a:pos x="T6" y="T7"/>
              </a:cxn>
              <a:cxn ang="0">
                <a:pos x="T8" y="T9"/>
              </a:cxn>
            </a:cxnLst>
            <a:rect l="0" t="0" r="r" b="b"/>
            <a:pathLst>
              <a:path w="515" h="231">
                <a:moveTo>
                  <a:pt x="0" y="231"/>
                </a:moveTo>
                <a:lnTo>
                  <a:pt x="398" y="0"/>
                </a:lnTo>
                <a:lnTo>
                  <a:pt x="515" y="0"/>
                </a:lnTo>
                <a:lnTo>
                  <a:pt x="515" y="231"/>
                </a:lnTo>
                <a:lnTo>
                  <a:pt x="0" y="231"/>
                </a:lnTo>
                <a:close/>
              </a:path>
            </a:pathLst>
          </a:custGeom>
          <a:solidFill>
            <a:srgbClr val="6B3C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 name="Freeform 13"/>
          <p:cNvSpPr>
            <a:spLocks/>
          </p:cNvSpPr>
          <p:nvPr/>
        </p:nvSpPr>
        <p:spPr bwMode="auto">
          <a:xfrm>
            <a:off x="9045575" y="4376738"/>
            <a:ext cx="1858962" cy="2146300"/>
          </a:xfrm>
          <a:custGeom>
            <a:avLst/>
            <a:gdLst>
              <a:gd name="T0" fmla="*/ 0 w 1171"/>
              <a:gd name="T1" fmla="*/ 1014 h 1352"/>
              <a:gd name="T2" fmla="*/ 0 w 1171"/>
              <a:gd name="T3" fmla="*/ 338 h 1352"/>
              <a:gd name="T4" fmla="*/ 585 w 1171"/>
              <a:gd name="T5" fmla="*/ 0 h 1352"/>
              <a:gd name="T6" fmla="*/ 1171 w 1171"/>
              <a:gd name="T7" fmla="*/ 338 h 1352"/>
              <a:gd name="T8" fmla="*/ 1171 w 1171"/>
              <a:gd name="T9" fmla="*/ 1014 h 1352"/>
              <a:gd name="T10" fmla="*/ 585 w 1171"/>
              <a:gd name="T11" fmla="*/ 1352 h 1352"/>
              <a:gd name="T12" fmla="*/ 0 w 1171"/>
              <a:gd name="T13" fmla="*/ 1014 h 1352"/>
            </a:gdLst>
            <a:ahLst/>
            <a:cxnLst>
              <a:cxn ang="0">
                <a:pos x="T0" y="T1"/>
              </a:cxn>
              <a:cxn ang="0">
                <a:pos x="T2" y="T3"/>
              </a:cxn>
              <a:cxn ang="0">
                <a:pos x="T4" y="T5"/>
              </a:cxn>
              <a:cxn ang="0">
                <a:pos x="T6" y="T7"/>
              </a:cxn>
              <a:cxn ang="0">
                <a:pos x="T8" y="T9"/>
              </a:cxn>
              <a:cxn ang="0">
                <a:pos x="T10" y="T11"/>
              </a:cxn>
              <a:cxn ang="0">
                <a:pos x="T12" y="T13"/>
              </a:cxn>
            </a:cxnLst>
            <a:rect l="0" t="0" r="r" b="b"/>
            <a:pathLst>
              <a:path w="1171" h="1352">
                <a:moveTo>
                  <a:pt x="0" y="1014"/>
                </a:moveTo>
                <a:lnTo>
                  <a:pt x="0" y="338"/>
                </a:lnTo>
                <a:lnTo>
                  <a:pt x="585" y="0"/>
                </a:lnTo>
                <a:lnTo>
                  <a:pt x="1171" y="338"/>
                </a:lnTo>
                <a:lnTo>
                  <a:pt x="1171" y="1014"/>
                </a:lnTo>
                <a:lnTo>
                  <a:pt x="585" y="1352"/>
                </a:lnTo>
                <a:lnTo>
                  <a:pt x="0" y="1014"/>
                </a:lnTo>
                <a:close/>
              </a:path>
            </a:pathLst>
          </a:custGeom>
          <a:solidFill>
            <a:srgbClr val="D678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 name="Freeform 14"/>
          <p:cNvSpPr>
            <a:spLocks/>
          </p:cNvSpPr>
          <p:nvPr/>
        </p:nvSpPr>
        <p:spPr bwMode="auto">
          <a:xfrm>
            <a:off x="6997700" y="700088"/>
            <a:ext cx="819150" cy="366713"/>
          </a:xfrm>
          <a:custGeom>
            <a:avLst/>
            <a:gdLst>
              <a:gd name="T0" fmla="*/ 0 w 516"/>
              <a:gd name="T1" fmla="*/ 231 h 231"/>
              <a:gd name="T2" fmla="*/ 398 w 516"/>
              <a:gd name="T3" fmla="*/ 0 h 231"/>
              <a:gd name="T4" fmla="*/ 516 w 516"/>
              <a:gd name="T5" fmla="*/ 0 h 231"/>
              <a:gd name="T6" fmla="*/ 516 w 516"/>
              <a:gd name="T7" fmla="*/ 231 h 231"/>
              <a:gd name="T8" fmla="*/ 0 w 516"/>
              <a:gd name="T9" fmla="*/ 231 h 231"/>
            </a:gdLst>
            <a:ahLst/>
            <a:cxnLst>
              <a:cxn ang="0">
                <a:pos x="T0" y="T1"/>
              </a:cxn>
              <a:cxn ang="0">
                <a:pos x="T2" y="T3"/>
              </a:cxn>
              <a:cxn ang="0">
                <a:pos x="T4" y="T5"/>
              </a:cxn>
              <a:cxn ang="0">
                <a:pos x="T6" y="T7"/>
              </a:cxn>
              <a:cxn ang="0">
                <a:pos x="T8" y="T9"/>
              </a:cxn>
            </a:cxnLst>
            <a:rect l="0" t="0" r="r" b="b"/>
            <a:pathLst>
              <a:path w="516" h="231">
                <a:moveTo>
                  <a:pt x="0" y="231"/>
                </a:moveTo>
                <a:lnTo>
                  <a:pt x="398" y="0"/>
                </a:lnTo>
                <a:lnTo>
                  <a:pt x="516" y="0"/>
                </a:lnTo>
                <a:lnTo>
                  <a:pt x="516" y="231"/>
                </a:lnTo>
                <a:lnTo>
                  <a:pt x="0" y="231"/>
                </a:lnTo>
                <a:close/>
              </a:path>
            </a:pathLst>
          </a:custGeom>
          <a:solidFill>
            <a:srgbClr val="5F6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 name="Freeform 15"/>
          <p:cNvSpPr>
            <a:spLocks/>
          </p:cNvSpPr>
          <p:nvPr/>
        </p:nvSpPr>
        <p:spPr bwMode="auto">
          <a:xfrm>
            <a:off x="6886575" y="636588"/>
            <a:ext cx="1858962" cy="2146300"/>
          </a:xfrm>
          <a:custGeom>
            <a:avLst/>
            <a:gdLst>
              <a:gd name="T0" fmla="*/ 0 w 1171"/>
              <a:gd name="T1" fmla="*/ 1014 h 1352"/>
              <a:gd name="T2" fmla="*/ 0 w 1171"/>
              <a:gd name="T3" fmla="*/ 338 h 1352"/>
              <a:gd name="T4" fmla="*/ 586 w 1171"/>
              <a:gd name="T5" fmla="*/ 0 h 1352"/>
              <a:gd name="T6" fmla="*/ 1171 w 1171"/>
              <a:gd name="T7" fmla="*/ 338 h 1352"/>
              <a:gd name="T8" fmla="*/ 1171 w 1171"/>
              <a:gd name="T9" fmla="*/ 1014 h 1352"/>
              <a:gd name="T10" fmla="*/ 586 w 1171"/>
              <a:gd name="T11" fmla="*/ 1352 h 1352"/>
              <a:gd name="T12" fmla="*/ 0 w 1171"/>
              <a:gd name="T13" fmla="*/ 1014 h 1352"/>
            </a:gdLst>
            <a:ahLst/>
            <a:cxnLst>
              <a:cxn ang="0">
                <a:pos x="T0" y="T1"/>
              </a:cxn>
              <a:cxn ang="0">
                <a:pos x="T2" y="T3"/>
              </a:cxn>
              <a:cxn ang="0">
                <a:pos x="T4" y="T5"/>
              </a:cxn>
              <a:cxn ang="0">
                <a:pos x="T6" y="T7"/>
              </a:cxn>
              <a:cxn ang="0">
                <a:pos x="T8" y="T9"/>
              </a:cxn>
              <a:cxn ang="0">
                <a:pos x="T10" y="T11"/>
              </a:cxn>
              <a:cxn ang="0">
                <a:pos x="T12" y="T13"/>
              </a:cxn>
            </a:cxnLst>
            <a:rect l="0" t="0" r="r" b="b"/>
            <a:pathLst>
              <a:path w="1171" h="1352">
                <a:moveTo>
                  <a:pt x="0" y="1014"/>
                </a:moveTo>
                <a:lnTo>
                  <a:pt x="0" y="338"/>
                </a:lnTo>
                <a:lnTo>
                  <a:pt x="586" y="0"/>
                </a:lnTo>
                <a:lnTo>
                  <a:pt x="1171" y="338"/>
                </a:lnTo>
                <a:lnTo>
                  <a:pt x="1171" y="1014"/>
                </a:lnTo>
                <a:lnTo>
                  <a:pt x="586" y="1352"/>
                </a:lnTo>
                <a:lnTo>
                  <a:pt x="0" y="1014"/>
                </a:lnTo>
                <a:close/>
              </a:path>
            </a:pathLst>
          </a:custGeom>
          <a:solidFill>
            <a:srgbClr val="BDCA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 name="Freeform 16"/>
          <p:cNvSpPr>
            <a:spLocks/>
          </p:cNvSpPr>
          <p:nvPr/>
        </p:nvSpPr>
        <p:spPr bwMode="auto">
          <a:xfrm>
            <a:off x="6997700" y="700088"/>
            <a:ext cx="631825" cy="682625"/>
          </a:xfrm>
          <a:custGeom>
            <a:avLst/>
            <a:gdLst>
              <a:gd name="T0" fmla="*/ 0 w 398"/>
              <a:gd name="T1" fmla="*/ 430 h 430"/>
              <a:gd name="T2" fmla="*/ 398 w 398"/>
              <a:gd name="T3" fmla="*/ 430 h 430"/>
              <a:gd name="T4" fmla="*/ 398 w 398"/>
              <a:gd name="T5" fmla="*/ 0 h 430"/>
              <a:gd name="T6" fmla="*/ 0 w 398"/>
              <a:gd name="T7" fmla="*/ 231 h 430"/>
              <a:gd name="T8" fmla="*/ 0 w 398"/>
              <a:gd name="T9" fmla="*/ 430 h 430"/>
            </a:gdLst>
            <a:ahLst/>
            <a:cxnLst>
              <a:cxn ang="0">
                <a:pos x="T0" y="T1"/>
              </a:cxn>
              <a:cxn ang="0">
                <a:pos x="T2" y="T3"/>
              </a:cxn>
              <a:cxn ang="0">
                <a:pos x="T4" y="T5"/>
              </a:cxn>
              <a:cxn ang="0">
                <a:pos x="T6" y="T7"/>
              </a:cxn>
              <a:cxn ang="0">
                <a:pos x="T8" y="T9"/>
              </a:cxn>
            </a:cxnLst>
            <a:rect l="0" t="0" r="r" b="b"/>
            <a:pathLst>
              <a:path w="398" h="430">
                <a:moveTo>
                  <a:pt x="0" y="430"/>
                </a:moveTo>
                <a:lnTo>
                  <a:pt x="398" y="430"/>
                </a:lnTo>
                <a:lnTo>
                  <a:pt x="398" y="0"/>
                </a:lnTo>
                <a:lnTo>
                  <a:pt x="0" y="231"/>
                </a:lnTo>
                <a:lnTo>
                  <a:pt x="0" y="430"/>
                </a:lnTo>
                <a:close/>
              </a:path>
            </a:pathLst>
          </a:custGeom>
          <a:solidFill>
            <a:srgbClr val="8E98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 name="Freeform 17"/>
          <p:cNvSpPr>
            <a:spLocks/>
          </p:cNvSpPr>
          <p:nvPr/>
        </p:nvSpPr>
        <p:spPr bwMode="auto">
          <a:xfrm>
            <a:off x="9156700" y="700088"/>
            <a:ext cx="817562" cy="366713"/>
          </a:xfrm>
          <a:custGeom>
            <a:avLst/>
            <a:gdLst>
              <a:gd name="T0" fmla="*/ 0 w 515"/>
              <a:gd name="T1" fmla="*/ 231 h 231"/>
              <a:gd name="T2" fmla="*/ 398 w 515"/>
              <a:gd name="T3" fmla="*/ 0 h 231"/>
              <a:gd name="T4" fmla="*/ 515 w 515"/>
              <a:gd name="T5" fmla="*/ 0 h 231"/>
              <a:gd name="T6" fmla="*/ 515 w 515"/>
              <a:gd name="T7" fmla="*/ 231 h 231"/>
              <a:gd name="T8" fmla="*/ 0 w 515"/>
              <a:gd name="T9" fmla="*/ 231 h 231"/>
            </a:gdLst>
            <a:ahLst/>
            <a:cxnLst>
              <a:cxn ang="0">
                <a:pos x="T0" y="T1"/>
              </a:cxn>
              <a:cxn ang="0">
                <a:pos x="T2" y="T3"/>
              </a:cxn>
              <a:cxn ang="0">
                <a:pos x="T4" y="T5"/>
              </a:cxn>
              <a:cxn ang="0">
                <a:pos x="T6" y="T7"/>
              </a:cxn>
              <a:cxn ang="0">
                <a:pos x="T8" y="T9"/>
              </a:cxn>
            </a:cxnLst>
            <a:rect l="0" t="0" r="r" b="b"/>
            <a:pathLst>
              <a:path w="515" h="231">
                <a:moveTo>
                  <a:pt x="0" y="231"/>
                </a:moveTo>
                <a:lnTo>
                  <a:pt x="398" y="0"/>
                </a:lnTo>
                <a:lnTo>
                  <a:pt x="515" y="0"/>
                </a:lnTo>
                <a:lnTo>
                  <a:pt x="515" y="231"/>
                </a:lnTo>
                <a:lnTo>
                  <a:pt x="0" y="231"/>
                </a:lnTo>
                <a:close/>
              </a:path>
            </a:pathLst>
          </a:custGeom>
          <a:solidFill>
            <a:srgbClr val="765E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 name="Freeform 18"/>
          <p:cNvSpPr>
            <a:spLocks/>
          </p:cNvSpPr>
          <p:nvPr/>
        </p:nvSpPr>
        <p:spPr bwMode="auto">
          <a:xfrm>
            <a:off x="9045575" y="636588"/>
            <a:ext cx="1858962" cy="2146300"/>
          </a:xfrm>
          <a:custGeom>
            <a:avLst/>
            <a:gdLst>
              <a:gd name="T0" fmla="*/ 0 w 1171"/>
              <a:gd name="T1" fmla="*/ 1014 h 1352"/>
              <a:gd name="T2" fmla="*/ 0 w 1171"/>
              <a:gd name="T3" fmla="*/ 338 h 1352"/>
              <a:gd name="T4" fmla="*/ 585 w 1171"/>
              <a:gd name="T5" fmla="*/ 0 h 1352"/>
              <a:gd name="T6" fmla="*/ 1171 w 1171"/>
              <a:gd name="T7" fmla="*/ 338 h 1352"/>
              <a:gd name="T8" fmla="*/ 1171 w 1171"/>
              <a:gd name="T9" fmla="*/ 1014 h 1352"/>
              <a:gd name="T10" fmla="*/ 585 w 1171"/>
              <a:gd name="T11" fmla="*/ 1352 h 1352"/>
              <a:gd name="T12" fmla="*/ 0 w 1171"/>
              <a:gd name="T13" fmla="*/ 1014 h 1352"/>
            </a:gdLst>
            <a:ahLst/>
            <a:cxnLst>
              <a:cxn ang="0">
                <a:pos x="T0" y="T1"/>
              </a:cxn>
              <a:cxn ang="0">
                <a:pos x="T2" y="T3"/>
              </a:cxn>
              <a:cxn ang="0">
                <a:pos x="T4" y="T5"/>
              </a:cxn>
              <a:cxn ang="0">
                <a:pos x="T6" y="T7"/>
              </a:cxn>
              <a:cxn ang="0">
                <a:pos x="T8" y="T9"/>
              </a:cxn>
              <a:cxn ang="0">
                <a:pos x="T10" y="T11"/>
              </a:cxn>
              <a:cxn ang="0">
                <a:pos x="T12" y="T13"/>
              </a:cxn>
            </a:cxnLst>
            <a:rect l="0" t="0" r="r" b="b"/>
            <a:pathLst>
              <a:path w="1171" h="1352">
                <a:moveTo>
                  <a:pt x="0" y="1014"/>
                </a:moveTo>
                <a:lnTo>
                  <a:pt x="0" y="338"/>
                </a:lnTo>
                <a:lnTo>
                  <a:pt x="585" y="0"/>
                </a:lnTo>
                <a:lnTo>
                  <a:pt x="1171" y="338"/>
                </a:lnTo>
                <a:lnTo>
                  <a:pt x="1171" y="1014"/>
                </a:lnTo>
                <a:lnTo>
                  <a:pt x="585" y="1352"/>
                </a:lnTo>
                <a:lnTo>
                  <a:pt x="0" y="1014"/>
                </a:lnTo>
                <a:close/>
              </a:path>
            </a:pathLst>
          </a:custGeom>
          <a:solidFill>
            <a:srgbClr val="ECBC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 name="Freeform 19"/>
          <p:cNvSpPr>
            <a:spLocks/>
          </p:cNvSpPr>
          <p:nvPr/>
        </p:nvSpPr>
        <p:spPr bwMode="auto">
          <a:xfrm>
            <a:off x="9156700" y="700088"/>
            <a:ext cx="631825" cy="682625"/>
          </a:xfrm>
          <a:custGeom>
            <a:avLst/>
            <a:gdLst>
              <a:gd name="T0" fmla="*/ 0 w 398"/>
              <a:gd name="T1" fmla="*/ 430 h 430"/>
              <a:gd name="T2" fmla="*/ 398 w 398"/>
              <a:gd name="T3" fmla="*/ 430 h 430"/>
              <a:gd name="T4" fmla="*/ 398 w 398"/>
              <a:gd name="T5" fmla="*/ 0 h 430"/>
              <a:gd name="T6" fmla="*/ 0 w 398"/>
              <a:gd name="T7" fmla="*/ 231 h 430"/>
              <a:gd name="T8" fmla="*/ 0 w 398"/>
              <a:gd name="T9" fmla="*/ 430 h 430"/>
            </a:gdLst>
            <a:ahLst/>
            <a:cxnLst>
              <a:cxn ang="0">
                <a:pos x="T0" y="T1"/>
              </a:cxn>
              <a:cxn ang="0">
                <a:pos x="T2" y="T3"/>
              </a:cxn>
              <a:cxn ang="0">
                <a:pos x="T4" y="T5"/>
              </a:cxn>
              <a:cxn ang="0">
                <a:pos x="T6" y="T7"/>
              </a:cxn>
              <a:cxn ang="0">
                <a:pos x="T8" y="T9"/>
              </a:cxn>
            </a:cxnLst>
            <a:rect l="0" t="0" r="r" b="b"/>
            <a:pathLst>
              <a:path w="398" h="430">
                <a:moveTo>
                  <a:pt x="0" y="430"/>
                </a:moveTo>
                <a:lnTo>
                  <a:pt x="398" y="430"/>
                </a:lnTo>
                <a:lnTo>
                  <a:pt x="398" y="0"/>
                </a:lnTo>
                <a:lnTo>
                  <a:pt x="0" y="231"/>
                </a:lnTo>
                <a:lnTo>
                  <a:pt x="0" y="430"/>
                </a:lnTo>
                <a:close/>
              </a:path>
            </a:pathLst>
          </a:custGeom>
          <a:solidFill>
            <a:srgbClr val="B18D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 name="Freeform 20"/>
          <p:cNvSpPr>
            <a:spLocks/>
          </p:cNvSpPr>
          <p:nvPr/>
        </p:nvSpPr>
        <p:spPr bwMode="auto">
          <a:xfrm>
            <a:off x="9156700" y="4440238"/>
            <a:ext cx="631825" cy="682625"/>
          </a:xfrm>
          <a:custGeom>
            <a:avLst/>
            <a:gdLst>
              <a:gd name="T0" fmla="*/ 0 w 398"/>
              <a:gd name="T1" fmla="*/ 430 h 430"/>
              <a:gd name="T2" fmla="*/ 398 w 398"/>
              <a:gd name="T3" fmla="*/ 430 h 430"/>
              <a:gd name="T4" fmla="*/ 398 w 398"/>
              <a:gd name="T5" fmla="*/ 0 h 430"/>
              <a:gd name="T6" fmla="*/ 0 w 398"/>
              <a:gd name="T7" fmla="*/ 231 h 430"/>
              <a:gd name="T8" fmla="*/ 0 w 398"/>
              <a:gd name="T9" fmla="*/ 430 h 430"/>
            </a:gdLst>
            <a:ahLst/>
            <a:cxnLst>
              <a:cxn ang="0">
                <a:pos x="T0" y="T1"/>
              </a:cxn>
              <a:cxn ang="0">
                <a:pos x="T2" y="T3"/>
              </a:cxn>
              <a:cxn ang="0">
                <a:pos x="T4" y="T5"/>
              </a:cxn>
              <a:cxn ang="0">
                <a:pos x="T6" y="T7"/>
              </a:cxn>
              <a:cxn ang="0">
                <a:pos x="T8" y="T9"/>
              </a:cxn>
            </a:cxnLst>
            <a:rect l="0" t="0" r="r" b="b"/>
            <a:pathLst>
              <a:path w="398" h="430">
                <a:moveTo>
                  <a:pt x="0" y="430"/>
                </a:moveTo>
                <a:lnTo>
                  <a:pt x="398" y="430"/>
                </a:lnTo>
                <a:lnTo>
                  <a:pt x="398" y="0"/>
                </a:lnTo>
                <a:lnTo>
                  <a:pt x="0" y="231"/>
                </a:lnTo>
                <a:lnTo>
                  <a:pt x="0" y="430"/>
                </a:lnTo>
                <a:close/>
              </a:path>
            </a:pathLst>
          </a:custGeom>
          <a:solidFill>
            <a:srgbClr val="A15A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 name="Freeform 21"/>
          <p:cNvSpPr>
            <a:spLocks/>
          </p:cNvSpPr>
          <p:nvPr/>
        </p:nvSpPr>
        <p:spPr bwMode="auto">
          <a:xfrm>
            <a:off x="6997700" y="4440238"/>
            <a:ext cx="631825" cy="682625"/>
          </a:xfrm>
          <a:custGeom>
            <a:avLst/>
            <a:gdLst>
              <a:gd name="T0" fmla="*/ 0 w 398"/>
              <a:gd name="T1" fmla="*/ 430 h 430"/>
              <a:gd name="T2" fmla="*/ 398 w 398"/>
              <a:gd name="T3" fmla="*/ 430 h 430"/>
              <a:gd name="T4" fmla="*/ 398 w 398"/>
              <a:gd name="T5" fmla="*/ 0 h 430"/>
              <a:gd name="T6" fmla="*/ 0 w 398"/>
              <a:gd name="T7" fmla="*/ 231 h 430"/>
              <a:gd name="T8" fmla="*/ 0 w 398"/>
              <a:gd name="T9" fmla="*/ 430 h 430"/>
            </a:gdLst>
            <a:ahLst/>
            <a:cxnLst>
              <a:cxn ang="0">
                <a:pos x="T0" y="T1"/>
              </a:cxn>
              <a:cxn ang="0">
                <a:pos x="T2" y="T3"/>
              </a:cxn>
              <a:cxn ang="0">
                <a:pos x="T4" y="T5"/>
              </a:cxn>
              <a:cxn ang="0">
                <a:pos x="T6" y="T7"/>
              </a:cxn>
              <a:cxn ang="0">
                <a:pos x="T8" y="T9"/>
              </a:cxn>
            </a:cxnLst>
            <a:rect l="0" t="0" r="r" b="b"/>
            <a:pathLst>
              <a:path w="398" h="430">
                <a:moveTo>
                  <a:pt x="0" y="430"/>
                </a:moveTo>
                <a:lnTo>
                  <a:pt x="398" y="430"/>
                </a:lnTo>
                <a:lnTo>
                  <a:pt x="398" y="0"/>
                </a:lnTo>
                <a:lnTo>
                  <a:pt x="0" y="231"/>
                </a:lnTo>
                <a:lnTo>
                  <a:pt x="0" y="430"/>
                </a:lnTo>
                <a:close/>
              </a:path>
            </a:pathLst>
          </a:custGeom>
          <a:solidFill>
            <a:srgbClr val="867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 name="Freeform 22"/>
          <p:cNvSpPr>
            <a:spLocks/>
          </p:cNvSpPr>
          <p:nvPr/>
        </p:nvSpPr>
        <p:spPr bwMode="auto">
          <a:xfrm>
            <a:off x="5918200" y="2570163"/>
            <a:ext cx="631825" cy="682625"/>
          </a:xfrm>
          <a:custGeom>
            <a:avLst/>
            <a:gdLst>
              <a:gd name="T0" fmla="*/ 0 w 398"/>
              <a:gd name="T1" fmla="*/ 430 h 430"/>
              <a:gd name="T2" fmla="*/ 398 w 398"/>
              <a:gd name="T3" fmla="*/ 430 h 430"/>
              <a:gd name="T4" fmla="*/ 398 w 398"/>
              <a:gd name="T5" fmla="*/ 0 h 430"/>
              <a:gd name="T6" fmla="*/ 0 w 398"/>
              <a:gd name="T7" fmla="*/ 231 h 430"/>
              <a:gd name="T8" fmla="*/ 0 w 398"/>
              <a:gd name="T9" fmla="*/ 430 h 430"/>
            </a:gdLst>
            <a:ahLst/>
            <a:cxnLst>
              <a:cxn ang="0">
                <a:pos x="T0" y="T1"/>
              </a:cxn>
              <a:cxn ang="0">
                <a:pos x="T2" y="T3"/>
              </a:cxn>
              <a:cxn ang="0">
                <a:pos x="T4" y="T5"/>
              </a:cxn>
              <a:cxn ang="0">
                <a:pos x="T6" y="T7"/>
              </a:cxn>
              <a:cxn ang="0">
                <a:pos x="T8" y="T9"/>
              </a:cxn>
            </a:cxnLst>
            <a:rect l="0" t="0" r="r" b="b"/>
            <a:pathLst>
              <a:path w="398" h="430">
                <a:moveTo>
                  <a:pt x="0" y="430"/>
                </a:moveTo>
                <a:lnTo>
                  <a:pt x="398" y="430"/>
                </a:lnTo>
                <a:lnTo>
                  <a:pt x="398" y="0"/>
                </a:lnTo>
                <a:lnTo>
                  <a:pt x="0" y="231"/>
                </a:lnTo>
                <a:lnTo>
                  <a:pt x="0" y="430"/>
                </a:lnTo>
                <a:close/>
              </a:path>
            </a:pathLst>
          </a:custGeom>
          <a:solidFill>
            <a:srgbClr val="5A7D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 name="Freeform 23"/>
          <p:cNvSpPr>
            <a:spLocks/>
          </p:cNvSpPr>
          <p:nvPr/>
        </p:nvSpPr>
        <p:spPr bwMode="auto">
          <a:xfrm>
            <a:off x="10234613" y="2570163"/>
            <a:ext cx="631825" cy="682625"/>
          </a:xfrm>
          <a:custGeom>
            <a:avLst/>
            <a:gdLst>
              <a:gd name="T0" fmla="*/ 0 w 398"/>
              <a:gd name="T1" fmla="*/ 430 h 430"/>
              <a:gd name="T2" fmla="*/ 398 w 398"/>
              <a:gd name="T3" fmla="*/ 430 h 430"/>
              <a:gd name="T4" fmla="*/ 398 w 398"/>
              <a:gd name="T5" fmla="*/ 0 h 430"/>
              <a:gd name="T6" fmla="*/ 0 w 398"/>
              <a:gd name="T7" fmla="*/ 231 h 430"/>
              <a:gd name="T8" fmla="*/ 0 w 398"/>
              <a:gd name="T9" fmla="*/ 430 h 430"/>
            </a:gdLst>
            <a:ahLst/>
            <a:cxnLst>
              <a:cxn ang="0">
                <a:pos x="T0" y="T1"/>
              </a:cxn>
              <a:cxn ang="0">
                <a:pos x="T2" y="T3"/>
              </a:cxn>
              <a:cxn ang="0">
                <a:pos x="T4" y="T5"/>
              </a:cxn>
              <a:cxn ang="0">
                <a:pos x="T6" y="T7"/>
              </a:cxn>
              <a:cxn ang="0">
                <a:pos x="T8" y="T9"/>
              </a:cxn>
            </a:cxnLst>
            <a:rect l="0" t="0" r="r" b="b"/>
            <a:pathLst>
              <a:path w="398" h="430">
                <a:moveTo>
                  <a:pt x="0" y="430"/>
                </a:moveTo>
                <a:lnTo>
                  <a:pt x="398" y="430"/>
                </a:lnTo>
                <a:lnTo>
                  <a:pt x="398" y="0"/>
                </a:lnTo>
                <a:lnTo>
                  <a:pt x="0" y="231"/>
                </a:lnTo>
                <a:lnTo>
                  <a:pt x="0" y="430"/>
                </a:lnTo>
                <a:close/>
              </a:path>
            </a:pathLst>
          </a:custGeom>
          <a:solidFill>
            <a:srgbClr val="6E93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 name="Freeform 24"/>
          <p:cNvSpPr>
            <a:spLocks noEditPoints="1"/>
          </p:cNvSpPr>
          <p:nvPr/>
        </p:nvSpPr>
        <p:spPr bwMode="auto">
          <a:xfrm>
            <a:off x="7300913" y="1028701"/>
            <a:ext cx="146050" cy="309563"/>
          </a:xfrm>
          <a:custGeom>
            <a:avLst/>
            <a:gdLst>
              <a:gd name="T0" fmla="*/ 50 w 50"/>
              <a:gd name="T1" fmla="*/ 82 h 107"/>
              <a:gd name="T2" fmla="*/ 42 w 50"/>
              <a:gd name="T3" fmla="*/ 99 h 107"/>
              <a:gd name="T4" fmla="*/ 25 w 50"/>
              <a:gd name="T5" fmla="*/ 107 h 107"/>
              <a:gd name="T6" fmla="*/ 7 w 50"/>
              <a:gd name="T7" fmla="*/ 99 h 107"/>
              <a:gd name="T8" fmla="*/ 0 w 50"/>
              <a:gd name="T9" fmla="*/ 82 h 107"/>
              <a:gd name="T10" fmla="*/ 0 w 50"/>
              <a:gd name="T11" fmla="*/ 25 h 107"/>
              <a:gd name="T12" fmla="*/ 7 w 50"/>
              <a:gd name="T13" fmla="*/ 7 h 107"/>
              <a:gd name="T14" fmla="*/ 25 w 50"/>
              <a:gd name="T15" fmla="*/ 0 h 107"/>
              <a:gd name="T16" fmla="*/ 42 w 50"/>
              <a:gd name="T17" fmla="*/ 7 h 107"/>
              <a:gd name="T18" fmla="*/ 50 w 50"/>
              <a:gd name="T19" fmla="*/ 25 h 107"/>
              <a:gd name="T20" fmla="*/ 50 w 50"/>
              <a:gd name="T21" fmla="*/ 82 h 107"/>
              <a:gd name="T22" fmla="*/ 33 w 50"/>
              <a:gd name="T23" fmla="*/ 24 h 107"/>
              <a:gd name="T24" fmla="*/ 31 w 50"/>
              <a:gd name="T25" fmla="*/ 18 h 107"/>
              <a:gd name="T26" fmla="*/ 24 w 50"/>
              <a:gd name="T27" fmla="*/ 15 h 107"/>
              <a:gd name="T28" fmla="*/ 18 w 50"/>
              <a:gd name="T29" fmla="*/ 18 h 107"/>
              <a:gd name="T30" fmla="*/ 15 w 50"/>
              <a:gd name="T31" fmla="*/ 24 h 107"/>
              <a:gd name="T32" fmla="*/ 15 w 50"/>
              <a:gd name="T33" fmla="*/ 82 h 107"/>
              <a:gd name="T34" fmla="*/ 18 w 50"/>
              <a:gd name="T35" fmla="*/ 88 h 107"/>
              <a:gd name="T36" fmla="*/ 24 w 50"/>
              <a:gd name="T37" fmla="*/ 91 h 107"/>
              <a:gd name="T38" fmla="*/ 31 w 50"/>
              <a:gd name="T39" fmla="*/ 88 h 107"/>
              <a:gd name="T40" fmla="*/ 33 w 50"/>
              <a:gd name="T41" fmla="*/ 82 h 107"/>
              <a:gd name="T42" fmla="*/ 33 w 50"/>
              <a:gd name="T43" fmla="*/ 24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 h="107">
                <a:moveTo>
                  <a:pt x="50" y="82"/>
                </a:moveTo>
                <a:cubicBezTo>
                  <a:pt x="50" y="89"/>
                  <a:pt x="47" y="95"/>
                  <a:pt x="42" y="99"/>
                </a:cubicBezTo>
                <a:cubicBezTo>
                  <a:pt x="37" y="104"/>
                  <a:pt x="31" y="107"/>
                  <a:pt x="25" y="107"/>
                </a:cubicBezTo>
                <a:cubicBezTo>
                  <a:pt x="18" y="107"/>
                  <a:pt x="12" y="104"/>
                  <a:pt x="7" y="99"/>
                </a:cubicBezTo>
                <a:cubicBezTo>
                  <a:pt x="2" y="95"/>
                  <a:pt x="0" y="89"/>
                  <a:pt x="0" y="82"/>
                </a:cubicBezTo>
                <a:cubicBezTo>
                  <a:pt x="0" y="25"/>
                  <a:pt x="0" y="25"/>
                  <a:pt x="0" y="25"/>
                </a:cubicBezTo>
                <a:cubicBezTo>
                  <a:pt x="0" y="18"/>
                  <a:pt x="2" y="12"/>
                  <a:pt x="7" y="7"/>
                </a:cubicBezTo>
                <a:cubicBezTo>
                  <a:pt x="12" y="2"/>
                  <a:pt x="18" y="0"/>
                  <a:pt x="25" y="0"/>
                </a:cubicBezTo>
                <a:cubicBezTo>
                  <a:pt x="32" y="0"/>
                  <a:pt x="37" y="2"/>
                  <a:pt x="42" y="7"/>
                </a:cubicBezTo>
                <a:cubicBezTo>
                  <a:pt x="47" y="12"/>
                  <a:pt x="50" y="18"/>
                  <a:pt x="50" y="25"/>
                </a:cubicBezTo>
                <a:lnTo>
                  <a:pt x="50" y="82"/>
                </a:lnTo>
                <a:close/>
                <a:moveTo>
                  <a:pt x="33" y="24"/>
                </a:moveTo>
                <a:cubicBezTo>
                  <a:pt x="33" y="22"/>
                  <a:pt x="32" y="20"/>
                  <a:pt x="31" y="18"/>
                </a:cubicBezTo>
                <a:cubicBezTo>
                  <a:pt x="29" y="16"/>
                  <a:pt x="27" y="15"/>
                  <a:pt x="24" y="15"/>
                </a:cubicBezTo>
                <a:cubicBezTo>
                  <a:pt x="22" y="15"/>
                  <a:pt x="20" y="16"/>
                  <a:pt x="18" y="18"/>
                </a:cubicBezTo>
                <a:cubicBezTo>
                  <a:pt x="16" y="20"/>
                  <a:pt x="15" y="22"/>
                  <a:pt x="15" y="24"/>
                </a:cubicBezTo>
                <a:cubicBezTo>
                  <a:pt x="15" y="82"/>
                  <a:pt x="15" y="82"/>
                  <a:pt x="15" y="82"/>
                </a:cubicBezTo>
                <a:cubicBezTo>
                  <a:pt x="15" y="84"/>
                  <a:pt x="16" y="86"/>
                  <a:pt x="18" y="88"/>
                </a:cubicBezTo>
                <a:cubicBezTo>
                  <a:pt x="20" y="90"/>
                  <a:pt x="22" y="91"/>
                  <a:pt x="24" y="91"/>
                </a:cubicBezTo>
                <a:cubicBezTo>
                  <a:pt x="27" y="91"/>
                  <a:pt x="29" y="90"/>
                  <a:pt x="31" y="88"/>
                </a:cubicBezTo>
                <a:cubicBezTo>
                  <a:pt x="32" y="86"/>
                  <a:pt x="33" y="84"/>
                  <a:pt x="33" y="82"/>
                </a:cubicBezTo>
                <a:lnTo>
                  <a:pt x="33"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 name="Freeform 25"/>
          <p:cNvSpPr>
            <a:spLocks/>
          </p:cNvSpPr>
          <p:nvPr/>
        </p:nvSpPr>
        <p:spPr bwMode="auto">
          <a:xfrm>
            <a:off x="7481888" y="1031876"/>
            <a:ext cx="82550" cy="303213"/>
          </a:xfrm>
          <a:custGeom>
            <a:avLst/>
            <a:gdLst>
              <a:gd name="T0" fmla="*/ 14 w 29"/>
              <a:gd name="T1" fmla="*/ 105 h 105"/>
              <a:gd name="T2" fmla="*/ 14 w 29"/>
              <a:gd name="T3" fmla="*/ 24 h 105"/>
              <a:gd name="T4" fmla="*/ 0 w 29"/>
              <a:gd name="T5" fmla="*/ 24 h 105"/>
              <a:gd name="T6" fmla="*/ 0 w 29"/>
              <a:gd name="T7" fmla="*/ 13 h 105"/>
              <a:gd name="T8" fmla="*/ 11 w 29"/>
              <a:gd name="T9" fmla="*/ 9 h 105"/>
              <a:gd name="T10" fmla="*/ 18 w 29"/>
              <a:gd name="T11" fmla="*/ 0 h 105"/>
              <a:gd name="T12" fmla="*/ 29 w 29"/>
              <a:gd name="T13" fmla="*/ 0 h 105"/>
              <a:gd name="T14" fmla="*/ 29 w 29"/>
              <a:gd name="T15" fmla="*/ 105 h 105"/>
              <a:gd name="T16" fmla="*/ 14 w 29"/>
              <a:gd name="T17"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105">
                <a:moveTo>
                  <a:pt x="14" y="105"/>
                </a:moveTo>
                <a:cubicBezTo>
                  <a:pt x="14" y="24"/>
                  <a:pt x="14" y="24"/>
                  <a:pt x="14" y="24"/>
                </a:cubicBezTo>
                <a:cubicBezTo>
                  <a:pt x="0" y="24"/>
                  <a:pt x="0" y="24"/>
                  <a:pt x="0" y="24"/>
                </a:cubicBezTo>
                <a:cubicBezTo>
                  <a:pt x="0" y="13"/>
                  <a:pt x="0" y="13"/>
                  <a:pt x="0" y="13"/>
                </a:cubicBezTo>
                <a:cubicBezTo>
                  <a:pt x="4" y="13"/>
                  <a:pt x="8" y="11"/>
                  <a:pt x="11" y="9"/>
                </a:cubicBezTo>
                <a:cubicBezTo>
                  <a:pt x="15" y="7"/>
                  <a:pt x="17" y="4"/>
                  <a:pt x="18" y="0"/>
                </a:cubicBezTo>
                <a:cubicBezTo>
                  <a:pt x="29" y="0"/>
                  <a:pt x="29" y="0"/>
                  <a:pt x="29" y="0"/>
                </a:cubicBezTo>
                <a:cubicBezTo>
                  <a:pt x="29" y="105"/>
                  <a:pt x="29" y="105"/>
                  <a:pt x="29" y="105"/>
                </a:cubicBezTo>
                <a:lnTo>
                  <a:pt x="14" y="10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 name="Freeform 26"/>
          <p:cNvSpPr>
            <a:spLocks noEditPoints="1"/>
          </p:cNvSpPr>
          <p:nvPr/>
        </p:nvSpPr>
        <p:spPr bwMode="auto">
          <a:xfrm>
            <a:off x="9394825" y="1028701"/>
            <a:ext cx="144462" cy="309563"/>
          </a:xfrm>
          <a:custGeom>
            <a:avLst/>
            <a:gdLst>
              <a:gd name="T0" fmla="*/ 50 w 50"/>
              <a:gd name="T1" fmla="*/ 82 h 107"/>
              <a:gd name="T2" fmla="*/ 43 w 50"/>
              <a:gd name="T3" fmla="*/ 99 h 107"/>
              <a:gd name="T4" fmla="*/ 25 w 50"/>
              <a:gd name="T5" fmla="*/ 107 h 107"/>
              <a:gd name="T6" fmla="*/ 8 w 50"/>
              <a:gd name="T7" fmla="*/ 99 h 107"/>
              <a:gd name="T8" fmla="*/ 0 w 50"/>
              <a:gd name="T9" fmla="*/ 82 h 107"/>
              <a:gd name="T10" fmla="*/ 0 w 50"/>
              <a:gd name="T11" fmla="*/ 25 h 107"/>
              <a:gd name="T12" fmla="*/ 8 w 50"/>
              <a:gd name="T13" fmla="*/ 7 h 107"/>
              <a:gd name="T14" fmla="*/ 25 w 50"/>
              <a:gd name="T15" fmla="*/ 0 h 107"/>
              <a:gd name="T16" fmla="*/ 43 w 50"/>
              <a:gd name="T17" fmla="*/ 7 h 107"/>
              <a:gd name="T18" fmla="*/ 50 w 50"/>
              <a:gd name="T19" fmla="*/ 25 h 107"/>
              <a:gd name="T20" fmla="*/ 50 w 50"/>
              <a:gd name="T21" fmla="*/ 82 h 107"/>
              <a:gd name="T22" fmla="*/ 34 w 50"/>
              <a:gd name="T23" fmla="*/ 24 h 107"/>
              <a:gd name="T24" fmla="*/ 31 w 50"/>
              <a:gd name="T25" fmla="*/ 18 h 107"/>
              <a:gd name="T26" fmla="*/ 25 w 50"/>
              <a:gd name="T27" fmla="*/ 15 h 107"/>
              <a:gd name="T28" fmla="*/ 19 w 50"/>
              <a:gd name="T29" fmla="*/ 18 h 107"/>
              <a:gd name="T30" fmla="*/ 16 w 50"/>
              <a:gd name="T31" fmla="*/ 24 h 107"/>
              <a:gd name="T32" fmla="*/ 16 w 50"/>
              <a:gd name="T33" fmla="*/ 82 h 107"/>
              <a:gd name="T34" fmla="*/ 19 w 50"/>
              <a:gd name="T35" fmla="*/ 88 h 107"/>
              <a:gd name="T36" fmla="*/ 25 w 50"/>
              <a:gd name="T37" fmla="*/ 91 h 107"/>
              <a:gd name="T38" fmla="*/ 31 w 50"/>
              <a:gd name="T39" fmla="*/ 88 h 107"/>
              <a:gd name="T40" fmla="*/ 34 w 50"/>
              <a:gd name="T41" fmla="*/ 82 h 107"/>
              <a:gd name="T42" fmla="*/ 34 w 50"/>
              <a:gd name="T43" fmla="*/ 24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 h="107">
                <a:moveTo>
                  <a:pt x="50" y="82"/>
                </a:moveTo>
                <a:cubicBezTo>
                  <a:pt x="50" y="89"/>
                  <a:pt x="48" y="95"/>
                  <a:pt x="43" y="99"/>
                </a:cubicBezTo>
                <a:cubicBezTo>
                  <a:pt x="38" y="104"/>
                  <a:pt x="32" y="107"/>
                  <a:pt x="25" y="107"/>
                </a:cubicBezTo>
                <a:cubicBezTo>
                  <a:pt x="19" y="107"/>
                  <a:pt x="13" y="104"/>
                  <a:pt x="8" y="99"/>
                </a:cubicBezTo>
                <a:cubicBezTo>
                  <a:pt x="3" y="95"/>
                  <a:pt x="0" y="89"/>
                  <a:pt x="0" y="82"/>
                </a:cubicBezTo>
                <a:cubicBezTo>
                  <a:pt x="0" y="25"/>
                  <a:pt x="0" y="25"/>
                  <a:pt x="0" y="25"/>
                </a:cubicBezTo>
                <a:cubicBezTo>
                  <a:pt x="0" y="18"/>
                  <a:pt x="3" y="12"/>
                  <a:pt x="8" y="7"/>
                </a:cubicBezTo>
                <a:cubicBezTo>
                  <a:pt x="13" y="2"/>
                  <a:pt x="19" y="0"/>
                  <a:pt x="25" y="0"/>
                </a:cubicBezTo>
                <a:cubicBezTo>
                  <a:pt x="32" y="0"/>
                  <a:pt x="38" y="2"/>
                  <a:pt x="43" y="7"/>
                </a:cubicBezTo>
                <a:cubicBezTo>
                  <a:pt x="48" y="12"/>
                  <a:pt x="50" y="18"/>
                  <a:pt x="50" y="25"/>
                </a:cubicBezTo>
                <a:lnTo>
                  <a:pt x="50" y="82"/>
                </a:lnTo>
                <a:close/>
                <a:moveTo>
                  <a:pt x="34" y="24"/>
                </a:moveTo>
                <a:cubicBezTo>
                  <a:pt x="34" y="22"/>
                  <a:pt x="33" y="20"/>
                  <a:pt x="31" y="18"/>
                </a:cubicBezTo>
                <a:cubicBezTo>
                  <a:pt x="30" y="16"/>
                  <a:pt x="27" y="15"/>
                  <a:pt x="25" y="15"/>
                </a:cubicBezTo>
                <a:cubicBezTo>
                  <a:pt x="22" y="15"/>
                  <a:pt x="20" y="16"/>
                  <a:pt x="19" y="18"/>
                </a:cubicBezTo>
                <a:cubicBezTo>
                  <a:pt x="17" y="20"/>
                  <a:pt x="16" y="22"/>
                  <a:pt x="16" y="24"/>
                </a:cubicBezTo>
                <a:cubicBezTo>
                  <a:pt x="16" y="82"/>
                  <a:pt x="16" y="82"/>
                  <a:pt x="16" y="82"/>
                </a:cubicBezTo>
                <a:cubicBezTo>
                  <a:pt x="16" y="84"/>
                  <a:pt x="17" y="86"/>
                  <a:pt x="19" y="88"/>
                </a:cubicBezTo>
                <a:cubicBezTo>
                  <a:pt x="20" y="90"/>
                  <a:pt x="22" y="91"/>
                  <a:pt x="25" y="91"/>
                </a:cubicBezTo>
                <a:cubicBezTo>
                  <a:pt x="27" y="91"/>
                  <a:pt x="30" y="90"/>
                  <a:pt x="31" y="88"/>
                </a:cubicBezTo>
                <a:cubicBezTo>
                  <a:pt x="33" y="86"/>
                  <a:pt x="34" y="84"/>
                  <a:pt x="34" y="82"/>
                </a:cubicBezTo>
                <a:lnTo>
                  <a:pt x="34"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 name="Freeform 27"/>
          <p:cNvSpPr>
            <a:spLocks/>
          </p:cNvSpPr>
          <p:nvPr/>
        </p:nvSpPr>
        <p:spPr bwMode="auto">
          <a:xfrm>
            <a:off x="9577388" y="1031876"/>
            <a:ext cx="147637" cy="303213"/>
          </a:xfrm>
          <a:custGeom>
            <a:avLst/>
            <a:gdLst>
              <a:gd name="T0" fmla="*/ 0 w 51"/>
              <a:gd name="T1" fmla="*/ 30 h 105"/>
              <a:gd name="T2" fmla="*/ 8 w 51"/>
              <a:gd name="T3" fmla="*/ 7 h 105"/>
              <a:gd name="T4" fmla="*/ 26 w 51"/>
              <a:gd name="T5" fmla="*/ 0 h 105"/>
              <a:gd name="T6" fmla="*/ 44 w 51"/>
              <a:gd name="T7" fmla="*/ 8 h 105"/>
              <a:gd name="T8" fmla="*/ 51 w 51"/>
              <a:gd name="T9" fmla="*/ 26 h 105"/>
              <a:gd name="T10" fmla="*/ 47 w 51"/>
              <a:gd name="T11" fmla="*/ 46 h 105"/>
              <a:gd name="T12" fmla="*/ 34 w 51"/>
              <a:gd name="T13" fmla="*/ 65 h 105"/>
              <a:gd name="T14" fmla="*/ 27 w 51"/>
              <a:gd name="T15" fmla="*/ 77 h 105"/>
              <a:gd name="T16" fmla="*/ 24 w 51"/>
              <a:gd name="T17" fmla="*/ 81 h 105"/>
              <a:gd name="T18" fmla="*/ 20 w 51"/>
              <a:gd name="T19" fmla="*/ 88 h 105"/>
              <a:gd name="T20" fmla="*/ 19 w 51"/>
              <a:gd name="T21" fmla="*/ 89 h 105"/>
              <a:gd name="T22" fmla="*/ 50 w 51"/>
              <a:gd name="T23" fmla="*/ 89 h 105"/>
              <a:gd name="T24" fmla="*/ 50 w 51"/>
              <a:gd name="T25" fmla="*/ 105 h 105"/>
              <a:gd name="T26" fmla="*/ 0 w 51"/>
              <a:gd name="T27" fmla="*/ 105 h 105"/>
              <a:gd name="T28" fmla="*/ 0 w 51"/>
              <a:gd name="T29" fmla="*/ 90 h 105"/>
              <a:gd name="T30" fmla="*/ 3 w 51"/>
              <a:gd name="T31" fmla="*/ 84 h 105"/>
              <a:gd name="T32" fmla="*/ 7 w 51"/>
              <a:gd name="T33" fmla="*/ 79 h 105"/>
              <a:gd name="T34" fmla="*/ 11 w 51"/>
              <a:gd name="T35" fmla="*/ 73 h 105"/>
              <a:gd name="T36" fmla="*/ 22 w 51"/>
              <a:gd name="T37" fmla="*/ 57 h 105"/>
              <a:gd name="T38" fmla="*/ 33 w 51"/>
              <a:gd name="T39" fmla="*/ 39 h 105"/>
              <a:gd name="T40" fmla="*/ 36 w 51"/>
              <a:gd name="T41" fmla="*/ 26 h 105"/>
              <a:gd name="T42" fmla="*/ 33 w 51"/>
              <a:gd name="T43" fmla="*/ 18 h 105"/>
              <a:gd name="T44" fmla="*/ 26 w 51"/>
              <a:gd name="T45" fmla="*/ 15 h 105"/>
              <a:gd name="T46" fmla="*/ 17 w 51"/>
              <a:gd name="T47" fmla="*/ 22 h 105"/>
              <a:gd name="T48" fmla="*/ 16 w 51"/>
              <a:gd name="T49" fmla="*/ 28 h 105"/>
              <a:gd name="T50" fmla="*/ 16 w 51"/>
              <a:gd name="T51" fmla="*/ 32 h 105"/>
              <a:gd name="T52" fmla="*/ 0 w 51"/>
              <a:gd name="T53" fmla="*/ 32 h 105"/>
              <a:gd name="T54" fmla="*/ 0 w 51"/>
              <a:gd name="T55" fmla="*/ 3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1" h="105">
                <a:moveTo>
                  <a:pt x="0" y="30"/>
                </a:moveTo>
                <a:cubicBezTo>
                  <a:pt x="0" y="20"/>
                  <a:pt x="3" y="12"/>
                  <a:pt x="8" y="7"/>
                </a:cubicBezTo>
                <a:cubicBezTo>
                  <a:pt x="13" y="2"/>
                  <a:pt x="19" y="0"/>
                  <a:pt x="26" y="0"/>
                </a:cubicBezTo>
                <a:cubicBezTo>
                  <a:pt x="33" y="0"/>
                  <a:pt x="39" y="3"/>
                  <a:pt x="44" y="8"/>
                </a:cubicBezTo>
                <a:cubicBezTo>
                  <a:pt x="49" y="13"/>
                  <a:pt x="51" y="19"/>
                  <a:pt x="51" y="26"/>
                </a:cubicBezTo>
                <a:cubicBezTo>
                  <a:pt x="51" y="33"/>
                  <a:pt x="50" y="40"/>
                  <a:pt x="47" y="46"/>
                </a:cubicBezTo>
                <a:cubicBezTo>
                  <a:pt x="45" y="50"/>
                  <a:pt x="41" y="56"/>
                  <a:pt x="34" y="65"/>
                </a:cubicBezTo>
                <a:cubicBezTo>
                  <a:pt x="33" y="68"/>
                  <a:pt x="30" y="72"/>
                  <a:pt x="27" y="77"/>
                </a:cubicBezTo>
                <a:cubicBezTo>
                  <a:pt x="24" y="81"/>
                  <a:pt x="24" y="81"/>
                  <a:pt x="24" y="81"/>
                </a:cubicBezTo>
                <a:cubicBezTo>
                  <a:pt x="22" y="84"/>
                  <a:pt x="21" y="86"/>
                  <a:pt x="20" y="88"/>
                </a:cubicBezTo>
                <a:cubicBezTo>
                  <a:pt x="19" y="88"/>
                  <a:pt x="19" y="89"/>
                  <a:pt x="19" y="89"/>
                </a:cubicBezTo>
                <a:cubicBezTo>
                  <a:pt x="50" y="89"/>
                  <a:pt x="50" y="89"/>
                  <a:pt x="50" y="89"/>
                </a:cubicBezTo>
                <a:cubicBezTo>
                  <a:pt x="50" y="105"/>
                  <a:pt x="50" y="105"/>
                  <a:pt x="50" y="105"/>
                </a:cubicBezTo>
                <a:cubicBezTo>
                  <a:pt x="0" y="105"/>
                  <a:pt x="0" y="105"/>
                  <a:pt x="0" y="105"/>
                </a:cubicBezTo>
                <a:cubicBezTo>
                  <a:pt x="0" y="90"/>
                  <a:pt x="0" y="90"/>
                  <a:pt x="0" y="90"/>
                </a:cubicBezTo>
                <a:cubicBezTo>
                  <a:pt x="0" y="90"/>
                  <a:pt x="1" y="88"/>
                  <a:pt x="3" y="84"/>
                </a:cubicBezTo>
                <a:cubicBezTo>
                  <a:pt x="4" y="83"/>
                  <a:pt x="6" y="81"/>
                  <a:pt x="7" y="79"/>
                </a:cubicBezTo>
                <a:cubicBezTo>
                  <a:pt x="11" y="73"/>
                  <a:pt x="11" y="73"/>
                  <a:pt x="11" y="73"/>
                </a:cubicBezTo>
                <a:cubicBezTo>
                  <a:pt x="13" y="70"/>
                  <a:pt x="17" y="65"/>
                  <a:pt x="22" y="57"/>
                </a:cubicBezTo>
                <a:cubicBezTo>
                  <a:pt x="27" y="51"/>
                  <a:pt x="31" y="44"/>
                  <a:pt x="33" y="39"/>
                </a:cubicBezTo>
                <a:cubicBezTo>
                  <a:pt x="35" y="34"/>
                  <a:pt x="36" y="30"/>
                  <a:pt x="36" y="26"/>
                </a:cubicBezTo>
                <a:cubicBezTo>
                  <a:pt x="36" y="23"/>
                  <a:pt x="35" y="21"/>
                  <a:pt x="33" y="18"/>
                </a:cubicBezTo>
                <a:cubicBezTo>
                  <a:pt x="31" y="16"/>
                  <a:pt x="29" y="15"/>
                  <a:pt x="26" y="15"/>
                </a:cubicBezTo>
                <a:cubicBezTo>
                  <a:pt x="22" y="15"/>
                  <a:pt x="18" y="17"/>
                  <a:pt x="17" y="22"/>
                </a:cubicBezTo>
                <a:cubicBezTo>
                  <a:pt x="16" y="24"/>
                  <a:pt x="16" y="26"/>
                  <a:pt x="16" y="28"/>
                </a:cubicBezTo>
                <a:cubicBezTo>
                  <a:pt x="16" y="32"/>
                  <a:pt x="16" y="32"/>
                  <a:pt x="16" y="32"/>
                </a:cubicBezTo>
                <a:cubicBezTo>
                  <a:pt x="0" y="32"/>
                  <a:pt x="0" y="32"/>
                  <a:pt x="0" y="32"/>
                </a:cubicBezTo>
                <a:lnTo>
                  <a:pt x="0" y="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 name="Freeform 28"/>
          <p:cNvSpPr>
            <a:spLocks noEditPoints="1"/>
          </p:cNvSpPr>
          <p:nvPr/>
        </p:nvSpPr>
        <p:spPr bwMode="auto">
          <a:xfrm>
            <a:off x="7243763" y="4768851"/>
            <a:ext cx="144462" cy="309563"/>
          </a:xfrm>
          <a:custGeom>
            <a:avLst/>
            <a:gdLst>
              <a:gd name="T0" fmla="*/ 50 w 50"/>
              <a:gd name="T1" fmla="*/ 82 h 107"/>
              <a:gd name="T2" fmla="*/ 42 w 50"/>
              <a:gd name="T3" fmla="*/ 99 h 107"/>
              <a:gd name="T4" fmla="*/ 25 w 50"/>
              <a:gd name="T5" fmla="*/ 107 h 107"/>
              <a:gd name="T6" fmla="*/ 7 w 50"/>
              <a:gd name="T7" fmla="*/ 99 h 107"/>
              <a:gd name="T8" fmla="*/ 0 w 50"/>
              <a:gd name="T9" fmla="*/ 82 h 107"/>
              <a:gd name="T10" fmla="*/ 0 w 50"/>
              <a:gd name="T11" fmla="*/ 25 h 107"/>
              <a:gd name="T12" fmla="*/ 7 w 50"/>
              <a:gd name="T13" fmla="*/ 7 h 107"/>
              <a:gd name="T14" fmla="*/ 25 w 50"/>
              <a:gd name="T15" fmla="*/ 0 h 107"/>
              <a:gd name="T16" fmla="*/ 42 w 50"/>
              <a:gd name="T17" fmla="*/ 7 h 107"/>
              <a:gd name="T18" fmla="*/ 50 w 50"/>
              <a:gd name="T19" fmla="*/ 25 h 107"/>
              <a:gd name="T20" fmla="*/ 50 w 50"/>
              <a:gd name="T21" fmla="*/ 82 h 107"/>
              <a:gd name="T22" fmla="*/ 33 w 50"/>
              <a:gd name="T23" fmla="*/ 24 h 107"/>
              <a:gd name="T24" fmla="*/ 31 w 50"/>
              <a:gd name="T25" fmla="*/ 18 h 107"/>
              <a:gd name="T26" fmla="*/ 24 w 50"/>
              <a:gd name="T27" fmla="*/ 15 h 107"/>
              <a:gd name="T28" fmla="*/ 18 w 50"/>
              <a:gd name="T29" fmla="*/ 18 h 107"/>
              <a:gd name="T30" fmla="*/ 15 w 50"/>
              <a:gd name="T31" fmla="*/ 24 h 107"/>
              <a:gd name="T32" fmla="*/ 15 w 50"/>
              <a:gd name="T33" fmla="*/ 82 h 107"/>
              <a:gd name="T34" fmla="*/ 18 w 50"/>
              <a:gd name="T35" fmla="*/ 88 h 107"/>
              <a:gd name="T36" fmla="*/ 24 w 50"/>
              <a:gd name="T37" fmla="*/ 91 h 107"/>
              <a:gd name="T38" fmla="*/ 31 w 50"/>
              <a:gd name="T39" fmla="*/ 88 h 107"/>
              <a:gd name="T40" fmla="*/ 33 w 50"/>
              <a:gd name="T41" fmla="*/ 82 h 107"/>
              <a:gd name="T42" fmla="*/ 33 w 50"/>
              <a:gd name="T43" fmla="*/ 24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 h="107">
                <a:moveTo>
                  <a:pt x="50" y="82"/>
                </a:moveTo>
                <a:cubicBezTo>
                  <a:pt x="50" y="89"/>
                  <a:pt x="47" y="95"/>
                  <a:pt x="42" y="99"/>
                </a:cubicBezTo>
                <a:cubicBezTo>
                  <a:pt x="37" y="104"/>
                  <a:pt x="32" y="107"/>
                  <a:pt x="25" y="107"/>
                </a:cubicBezTo>
                <a:cubicBezTo>
                  <a:pt x="18" y="107"/>
                  <a:pt x="12" y="104"/>
                  <a:pt x="7" y="99"/>
                </a:cubicBezTo>
                <a:cubicBezTo>
                  <a:pt x="2" y="95"/>
                  <a:pt x="0" y="89"/>
                  <a:pt x="0" y="82"/>
                </a:cubicBezTo>
                <a:cubicBezTo>
                  <a:pt x="0" y="25"/>
                  <a:pt x="0" y="25"/>
                  <a:pt x="0" y="25"/>
                </a:cubicBezTo>
                <a:cubicBezTo>
                  <a:pt x="0" y="18"/>
                  <a:pt x="2" y="12"/>
                  <a:pt x="7" y="7"/>
                </a:cubicBezTo>
                <a:cubicBezTo>
                  <a:pt x="12" y="2"/>
                  <a:pt x="18" y="0"/>
                  <a:pt x="25" y="0"/>
                </a:cubicBezTo>
                <a:cubicBezTo>
                  <a:pt x="32" y="0"/>
                  <a:pt x="38" y="2"/>
                  <a:pt x="42" y="7"/>
                </a:cubicBezTo>
                <a:cubicBezTo>
                  <a:pt x="47" y="12"/>
                  <a:pt x="50" y="18"/>
                  <a:pt x="50" y="25"/>
                </a:cubicBezTo>
                <a:lnTo>
                  <a:pt x="50" y="82"/>
                </a:lnTo>
                <a:close/>
                <a:moveTo>
                  <a:pt x="33" y="24"/>
                </a:moveTo>
                <a:cubicBezTo>
                  <a:pt x="33" y="22"/>
                  <a:pt x="32" y="20"/>
                  <a:pt x="31" y="18"/>
                </a:cubicBezTo>
                <a:cubicBezTo>
                  <a:pt x="29" y="16"/>
                  <a:pt x="27" y="15"/>
                  <a:pt x="24" y="15"/>
                </a:cubicBezTo>
                <a:cubicBezTo>
                  <a:pt x="22" y="15"/>
                  <a:pt x="20" y="16"/>
                  <a:pt x="18" y="18"/>
                </a:cubicBezTo>
                <a:cubicBezTo>
                  <a:pt x="16" y="20"/>
                  <a:pt x="15" y="22"/>
                  <a:pt x="15" y="24"/>
                </a:cubicBezTo>
                <a:cubicBezTo>
                  <a:pt x="15" y="82"/>
                  <a:pt x="15" y="82"/>
                  <a:pt x="15" y="82"/>
                </a:cubicBezTo>
                <a:cubicBezTo>
                  <a:pt x="15" y="84"/>
                  <a:pt x="16" y="86"/>
                  <a:pt x="18" y="88"/>
                </a:cubicBezTo>
                <a:cubicBezTo>
                  <a:pt x="20" y="90"/>
                  <a:pt x="22" y="91"/>
                  <a:pt x="24" y="91"/>
                </a:cubicBezTo>
                <a:cubicBezTo>
                  <a:pt x="27" y="91"/>
                  <a:pt x="29" y="90"/>
                  <a:pt x="31" y="88"/>
                </a:cubicBezTo>
                <a:cubicBezTo>
                  <a:pt x="32" y="86"/>
                  <a:pt x="33" y="84"/>
                  <a:pt x="33" y="82"/>
                </a:cubicBezTo>
                <a:lnTo>
                  <a:pt x="33"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 name="Freeform 29"/>
          <p:cNvSpPr>
            <a:spLocks/>
          </p:cNvSpPr>
          <p:nvPr/>
        </p:nvSpPr>
        <p:spPr bwMode="auto">
          <a:xfrm>
            <a:off x="7426325" y="4772026"/>
            <a:ext cx="138112" cy="306388"/>
          </a:xfrm>
          <a:custGeom>
            <a:avLst/>
            <a:gdLst>
              <a:gd name="T0" fmla="*/ 17 w 48"/>
              <a:gd name="T1" fmla="*/ 16 h 106"/>
              <a:gd name="T2" fmla="*/ 17 w 48"/>
              <a:gd name="T3" fmla="*/ 38 h 106"/>
              <a:gd name="T4" fmla="*/ 24 w 48"/>
              <a:gd name="T5" fmla="*/ 33 h 106"/>
              <a:gd name="T6" fmla="*/ 29 w 48"/>
              <a:gd name="T7" fmla="*/ 32 h 106"/>
              <a:gd name="T8" fmla="*/ 44 w 48"/>
              <a:gd name="T9" fmla="*/ 39 h 106"/>
              <a:gd name="T10" fmla="*/ 48 w 48"/>
              <a:gd name="T11" fmla="*/ 57 h 106"/>
              <a:gd name="T12" fmla="*/ 48 w 48"/>
              <a:gd name="T13" fmla="*/ 80 h 106"/>
              <a:gd name="T14" fmla="*/ 41 w 48"/>
              <a:gd name="T15" fmla="*/ 99 h 106"/>
              <a:gd name="T16" fmla="*/ 23 w 48"/>
              <a:gd name="T17" fmla="*/ 106 h 106"/>
              <a:gd name="T18" fmla="*/ 6 w 48"/>
              <a:gd name="T19" fmla="*/ 98 h 106"/>
              <a:gd name="T20" fmla="*/ 0 w 48"/>
              <a:gd name="T21" fmla="*/ 81 h 106"/>
              <a:gd name="T22" fmla="*/ 0 w 48"/>
              <a:gd name="T23" fmla="*/ 78 h 106"/>
              <a:gd name="T24" fmla="*/ 15 w 48"/>
              <a:gd name="T25" fmla="*/ 77 h 106"/>
              <a:gd name="T26" fmla="*/ 15 w 48"/>
              <a:gd name="T27" fmla="*/ 81 h 106"/>
              <a:gd name="T28" fmla="*/ 20 w 48"/>
              <a:gd name="T29" fmla="*/ 89 h 106"/>
              <a:gd name="T30" fmla="*/ 23 w 48"/>
              <a:gd name="T31" fmla="*/ 90 h 106"/>
              <a:gd name="T32" fmla="*/ 33 w 48"/>
              <a:gd name="T33" fmla="*/ 80 h 106"/>
              <a:gd name="T34" fmla="*/ 33 w 48"/>
              <a:gd name="T35" fmla="*/ 54 h 106"/>
              <a:gd name="T36" fmla="*/ 29 w 48"/>
              <a:gd name="T37" fmla="*/ 46 h 106"/>
              <a:gd name="T38" fmla="*/ 25 w 48"/>
              <a:gd name="T39" fmla="*/ 45 h 106"/>
              <a:gd name="T40" fmla="*/ 19 w 48"/>
              <a:gd name="T41" fmla="*/ 48 h 106"/>
              <a:gd name="T42" fmla="*/ 17 w 48"/>
              <a:gd name="T43" fmla="*/ 54 h 106"/>
              <a:gd name="T44" fmla="*/ 17 w 48"/>
              <a:gd name="T45" fmla="*/ 57 h 106"/>
              <a:gd name="T46" fmla="*/ 1 w 48"/>
              <a:gd name="T47" fmla="*/ 57 h 106"/>
              <a:gd name="T48" fmla="*/ 1 w 48"/>
              <a:gd name="T49" fmla="*/ 0 h 106"/>
              <a:gd name="T50" fmla="*/ 47 w 48"/>
              <a:gd name="T51" fmla="*/ 0 h 106"/>
              <a:gd name="T52" fmla="*/ 47 w 48"/>
              <a:gd name="T53" fmla="*/ 16 h 106"/>
              <a:gd name="T54" fmla="*/ 17 w 48"/>
              <a:gd name="T55" fmla="*/ 1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8" h="106">
                <a:moveTo>
                  <a:pt x="17" y="16"/>
                </a:moveTo>
                <a:cubicBezTo>
                  <a:pt x="17" y="38"/>
                  <a:pt x="17" y="38"/>
                  <a:pt x="17" y="38"/>
                </a:cubicBezTo>
                <a:cubicBezTo>
                  <a:pt x="19" y="36"/>
                  <a:pt x="21" y="34"/>
                  <a:pt x="24" y="33"/>
                </a:cubicBezTo>
                <a:cubicBezTo>
                  <a:pt x="25" y="32"/>
                  <a:pt x="27" y="32"/>
                  <a:pt x="29" y="32"/>
                </a:cubicBezTo>
                <a:cubicBezTo>
                  <a:pt x="36" y="32"/>
                  <a:pt x="41" y="35"/>
                  <a:pt x="44" y="39"/>
                </a:cubicBezTo>
                <a:cubicBezTo>
                  <a:pt x="47" y="44"/>
                  <a:pt x="48" y="49"/>
                  <a:pt x="48" y="57"/>
                </a:cubicBezTo>
                <a:cubicBezTo>
                  <a:pt x="48" y="80"/>
                  <a:pt x="48" y="80"/>
                  <a:pt x="48" y="80"/>
                </a:cubicBezTo>
                <a:cubicBezTo>
                  <a:pt x="48" y="87"/>
                  <a:pt x="46" y="94"/>
                  <a:pt x="41" y="99"/>
                </a:cubicBezTo>
                <a:cubicBezTo>
                  <a:pt x="36" y="103"/>
                  <a:pt x="31" y="106"/>
                  <a:pt x="23" y="106"/>
                </a:cubicBezTo>
                <a:cubicBezTo>
                  <a:pt x="17" y="106"/>
                  <a:pt x="11" y="103"/>
                  <a:pt x="6" y="98"/>
                </a:cubicBezTo>
                <a:cubicBezTo>
                  <a:pt x="2" y="94"/>
                  <a:pt x="0" y="88"/>
                  <a:pt x="0" y="81"/>
                </a:cubicBezTo>
                <a:cubicBezTo>
                  <a:pt x="0" y="78"/>
                  <a:pt x="0" y="78"/>
                  <a:pt x="0" y="78"/>
                </a:cubicBezTo>
                <a:cubicBezTo>
                  <a:pt x="15" y="77"/>
                  <a:pt x="15" y="77"/>
                  <a:pt x="15" y="77"/>
                </a:cubicBezTo>
                <a:cubicBezTo>
                  <a:pt x="15" y="81"/>
                  <a:pt x="15" y="81"/>
                  <a:pt x="15" y="81"/>
                </a:cubicBezTo>
                <a:cubicBezTo>
                  <a:pt x="16" y="85"/>
                  <a:pt x="17" y="88"/>
                  <a:pt x="20" y="89"/>
                </a:cubicBezTo>
                <a:cubicBezTo>
                  <a:pt x="21" y="89"/>
                  <a:pt x="22" y="90"/>
                  <a:pt x="23" y="90"/>
                </a:cubicBezTo>
                <a:cubicBezTo>
                  <a:pt x="30" y="90"/>
                  <a:pt x="33" y="86"/>
                  <a:pt x="33" y="80"/>
                </a:cubicBezTo>
                <a:cubicBezTo>
                  <a:pt x="33" y="54"/>
                  <a:pt x="33" y="54"/>
                  <a:pt x="33" y="54"/>
                </a:cubicBezTo>
                <a:cubicBezTo>
                  <a:pt x="33" y="51"/>
                  <a:pt x="32" y="48"/>
                  <a:pt x="29" y="46"/>
                </a:cubicBezTo>
                <a:cubicBezTo>
                  <a:pt x="28" y="45"/>
                  <a:pt x="27" y="45"/>
                  <a:pt x="25" y="45"/>
                </a:cubicBezTo>
                <a:cubicBezTo>
                  <a:pt x="22" y="45"/>
                  <a:pt x="20" y="46"/>
                  <a:pt x="19" y="48"/>
                </a:cubicBezTo>
                <a:cubicBezTo>
                  <a:pt x="18" y="50"/>
                  <a:pt x="17" y="52"/>
                  <a:pt x="17" y="54"/>
                </a:cubicBezTo>
                <a:cubicBezTo>
                  <a:pt x="17" y="57"/>
                  <a:pt x="17" y="57"/>
                  <a:pt x="17" y="57"/>
                </a:cubicBezTo>
                <a:cubicBezTo>
                  <a:pt x="1" y="57"/>
                  <a:pt x="1" y="57"/>
                  <a:pt x="1" y="57"/>
                </a:cubicBezTo>
                <a:cubicBezTo>
                  <a:pt x="1" y="0"/>
                  <a:pt x="1" y="0"/>
                  <a:pt x="1" y="0"/>
                </a:cubicBezTo>
                <a:cubicBezTo>
                  <a:pt x="47" y="0"/>
                  <a:pt x="47" y="0"/>
                  <a:pt x="47" y="0"/>
                </a:cubicBezTo>
                <a:cubicBezTo>
                  <a:pt x="47" y="16"/>
                  <a:pt x="47" y="16"/>
                  <a:pt x="47" y="16"/>
                </a:cubicBezTo>
                <a:lnTo>
                  <a:pt x="17" y="1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 name="Freeform 30"/>
          <p:cNvSpPr>
            <a:spLocks noEditPoints="1"/>
          </p:cNvSpPr>
          <p:nvPr/>
        </p:nvSpPr>
        <p:spPr bwMode="auto">
          <a:xfrm>
            <a:off x="9394825" y="4768851"/>
            <a:ext cx="144462" cy="309563"/>
          </a:xfrm>
          <a:custGeom>
            <a:avLst/>
            <a:gdLst>
              <a:gd name="T0" fmla="*/ 50 w 50"/>
              <a:gd name="T1" fmla="*/ 82 h 107"/>
              <a:gd name="T2" fmla="*/ 42 w 50"/>
              <a:gd name="T3" fmla="*/ 99 h 107"/>
              <a:gd name="T4" fmla="*/ 25 w 50"/>
              <a:gd name="T5" fmla="*/ 107 h 107"/>
              <a:gd name="T6" fmla="*/ 7 w 50"/>
              <a:gd name="T7" fmla="*/ 99 h 107"/>
              <a:gd name="T8" fmla="*/ 0 w 50"/>
              <a:gd name="T9" fmla="*/ 82 h 107"/>
              <a:gd name="T10" fmla="*/ 0 w 50"/>
              <a:gd name="T11" fmla="*/ 25 h 107"/>
              <a:gd name="T12" fmla="*/ 7 w 50"/>
              <a:gd name="T13" fmla="*/ 7 h 107"/>
              <a:gd name="T14" fmla="*/ 25 w 50"/>
              <a:gd name="T15" fmla="*/ 0 h 107"/>
              <a:gd name="T16" fmla="*/ 42 w 50"/>
              <a:gd name="T17" fmla="*/ 7 h 107"/>
              <a:gd name="T18" fmla="*/ 50 w 50"/>
              <a:gd name="T19" fmla="*/ 25 h 107"/>
              <a:gd name="T20" fmla="*/ 50 w 50"/>
              <a:gd name="T21" fmla="*/ 82 h 107"/>
              <a:gd name="T22" fmla="*/ 33 w 50"/>
              <a:gd name="T23" fmla="*/ 24 h 107"/>
              <a:gd name="T24" fmla="*/ 31 w 50"/>
              <a:gd name="T25" fmla="*/ 18 h 107"/>
              <a:gd name="T26" fmla="*/ 24 w 50"/>
              <a:gd name="T27" fmla="*/ 15 h 107"/>
              <a:gd name="T28" fmla="*/ 18 w 50"/>
              <a:gd name="T29" fmla="*/ 18 h 107"/>
              <a:gd name="T30" fmla="*/ 15 w 50"/>
              <a:gd name="T31" fmla="*/ 24 h 107"/>
              <a:gd name="T32" fmla="*/ 15 w 50"/>
              <a:gd name="T33" fmla="*/ 82 h 107"/>
              <a:gd name="T34" fmla="*/ 18 w 50"/>
              <a:gd name="T35" fmla="*/ 88 h 107"/>
              <a:gd name="T36" fmla="*/ 24 w 50"/>
              <a:gd name="T37" fmla="*/ 91 h 107"/>
              <a:gd name="T38" fmla="*/ 31 w 50"/>
              <a:gd name="T39" fmla="*/ 88 h 107"/>
              <a:gd name="T40" fmla="*/ 33 w 50"/>
              <a:gd name="T41" fmla="*/ 82 h 107"/>
              <a:gd name="T42" fmla="*/ 33 w 50"/>
              <a:gd name="T43" fmla="*/ 24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 h="107">
                <a:moveTo>
                  <a:pt x="50" y="82"/>
                </a:moveTo>
                <a:cubicBezTo>
                  <a:pt x="50" y="89"/>
                  <a:pt x="47" y="95"/>
                  <a:pt x="42" y="99"/>
                </a:cubicBezTo>
                <a:cubicBezTo>
                  <a:pt x="38" y="104"/>
                  <a:pt x="32" y="107"/>
                  <a:pt x="25" y="107"/>
                </a:cubicBezTo>
                <a:cubicBezTo>
                  <a:pt x="18" y="107"/>
                  <a:pt x="12" y="104"/>
                  <a:pt x="7" y="99"/>
                </a:cubicBezTo>
                <a:cubicBezTo>
                  <a:pt x="2" y="95"/>
                  <a:pt x="0" y="89"/>
                  <a:pt x="0" y="82"/>
                </a:cubicBezTo>
                <a:cubicBezTo>
                  <a:pt x="0" y="25"/>
                  <a:pt x="0" y="25"/>
                  <a:pt x="0" y="25"/>
                </a:cubicBezTo>
                <a:cubicBezTo>
                  <a:pt x="0" y="18"/>
                  <a:pt x="2" y="12"/>
                  <a:pt x="7" y="7"/>
                </a:cubicBezTo>
                <a:cubicBezTo>
                  <a:pt x="12" y="2"/>
                  <a:pt x="18" y="0"/>
                  <a:pt x="25" y="0"/>
                </a:cubicBezTo>
                <a:cubicBezTo>
                  <a:pt x="32" y="0"/>
                  <a:pt x="38" y="2"/>
                  <a:pt x="42" y="7"/>
                </a:cubicBezTo>
                <a:cubicBezTo>
                  <a:pt x="47" y="12"/>
                  <a:pt x="50" y="18"/>
                  <a:pt x="50" y="25"/>
                </a:cubicBezTo>
                <a:lnTo>
                  <a:pt x="50" y="82"/>
                </a:lnTo>
                <a:close/>
                <a:moveTo>
                  <a:pt x="33" y="24"/>
                </a:moveTo>
                <a:cubicBezTo>
                  <a:pt x="33" y="22"/>
                  <a:pt x="33" y="20"/>
                  <a:pt x="31" y="18"/>
                </a:cubicBezTo>
                <a:cubicBezTo>
                  <a:pt x="29" y="16"/>
                  <a:pt x="27" y="15"/>
                  <a:pt x="24" y="15"/>
                </a:cubicBezTo>
                <a:cubicBezTo>
                  <a:pt x="22" y="15"/>
                  <a:pt x="20" y="16"/>
                  <a:pt x="18" y="18"/>
                </a:cubicBezTo>
                <a:cubicBezTo>
                  <a:pt x="16" y="20"/>
                  <a:pt x="15" y="22"/>
                  <a:pt x="15" y="24"/>
                </a:cubicBezTo>
                <a:cubicBezTo>
                  <a:pt x="15" y="82"/>
                  <a:pt x="15" y="82"/>
                  <a:pt x="15" y="82"/>
                </a:cubicBezTo>
                <a:cubicBezTo>
                  <a:pt x="15" y="84"/>
                  <a:pt x="16" y="86"/>
                  <a:pt x="18" y="88"/>
                </a:cubicBezTo>
                <a:cubicBezTo>
                  <a:pt x="20" y="90"/>
                  <a:pt x="22" y="91"/>
                  <a:pt x="24" y="91"/>
                </a:cubicBezTo>
                <a:cubicBezTo>
                  <a:pt x="27" y="91"/>
                  <a:pt x="29" y="90"/>
                  <a:pt x="31" y="88"/>
                </a:cubicBezTo>
                <a:cubicBezTo>
                  <a:pt x="33" y="86"/>
                  <a:pt x="33" y="84"/>
                  <a:pt x="33" y="82"/>
                </a:cubicBezTo>
                <a:lnTo>
                  <a:pt x="33"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 name="Freeform 31"/>
          <p:cNvSpPr>
            <a:spLocks noEditPoints="1"/>
          </p:cNvSpPr>
          <p:nvPr/>
        </p:nvSpPr>
        <p:spPr bwMode="auto">
          <a:xfrm>
            <a:off x="9571038" y="4772026"/>
            <a:ext cx="153987" cy="303213"/>
          </a:xfrm>
          <a:custGeom>
            <a:avLst/>
            <a:gdLst>
              <a:gd name="T0" fmla="*/ 0 w 97"/>
              <a:gd name="T1" fmla="*/ 120 h 191"/>
              <a:gd name="T2" fmla="*/ 49 w 97"/>
              <a:gd name="T3" fmla="*/ 0 h 191"/>
              <a:gd name="T4" fmla="*/ 78 w 97"/>
              <a:gd name="T5" fmla="*/ 0 h 191"/>
              <a:gd name="T6" fmla="*/ 78 w 97"/>
              <a:gd name="T7" fmla="*/ 120 h 191"/>
              <a:gd name="T8" fmla="*/ 97 w 97"/>
              <a:gd name="T9" fmla="*/ 120 h 191"/>
              <a:gd name="T10" fmla="*/ 97 w 97"/>
              <a:gd name="T11" fmla="*/ 149 h 191"/>
              <a:gd name="T12" fmla="*/ 78 w 97"/>
              <a:gd name="T13" fmla="*/ 149 h 191"/>
              <a:gd name="T14" fmla="*/ 78 w 97"/>
              <a:gd name="T15" fmla="*/ 191 h 191"/>
              <a:gd name="T16" fmla="*/ 49 w 97"/>
              <a:gd name="T17" fmla="*/ 191 h 191"/>
              <a:gd name="T18" fmla="*/ 49 w 97"/>
              <a:gd name="T19" fmla="*/ 149 h 191"/>
              <a:gd name="T20" fmla="*/ 0 w 97"/>
              <a:gd name="T21" fmla="*/ 149 h 191"/>
              <a:gd name="T22" fmla="*/ 0 w 97"/>
              <a:gd name="T23" fmla="*/ 120 h 191"/>
              <a:gd name="T24" fmla="*/ 49 w 97"/>
              <a:gd name="T25" fmla="*/ 120 h 191"/>
              <a:gd name="T26" fmla="*/ 49 w 97"/>
              <a:gd name="T27" fmla="*/ 62 h 191"/>
              <a:gd name="T28" fmla="*/ 25 w 97"/>
              <a:gd name="T29" fmla="*/ 120 h 191"/>
              <a:gd name="T30" fmla="*/ 49 w 97"/>
              <a:gd name="T31" fmla="*/ 12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7" h="191">
                <a:moveTo>
                  <a:pt x="0" y="120"/>
                </a:moveTo>
                <a:lnTo>
                  <a:pt x="49" y="0"/>
                </a:lnTo>
                <a:lnTo>
                  <a:pt x="78" y="0"/>
                </a:lnTo>
                <a:lnTo>
                  <a:pt x="78" y="120"/>
                </a:lnTo>
                <a:lnTo>
                  <a:pt x="97" y="120"/>
                </a:lnTo>
                <a:lnTo>
                  <a:pt x="97" y="149"/>
                </a:lnTo>
                <a:lnTo>
                  <a:pt x="78" y="149"/>
                </a:lnTo>
                <a:lnTo>
                  <a:pt x="78" y="191"/>
                </a:lnTo>
                <a:lnTo>
                  <a:pt x="49" y="191"/>
                </a:lnTo>
                <a:lnTo>
                  <a:pt x="49" y="149"/>
                </a:lnTo>
                <a:lnTo>
                  <a:pt x="0" y="149"/>
                </a:lnTo>
                <a:lnTo>
                  <a:pt x="0" y="120"/>
                </a:lnTo>
                <a:close/>
                <a:moveTo>
                  <a:pt x="49" y="120"/>
                </a:moveTo>
                <a:lnTo>
                  <a:pt x="49" y="62"/>
                </a:lnTo>
                <a:lnTo>
                  <a:pt x="25" y="120"/>
                </a:lnTo>
                <a:lnTo>
                  <a:pt x="49" y="12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 name="Freeform 32"/>
          <p:cNvSpPr>
            <a:spLocks noEditPoints="1"/>
          </p:cNvSpPr>
          <p:nvPr/>
        </p:nvSpPr>
        <p:spPr bwMode="auto">
          <a:xfrm>
            <a:off x="10480675" y="2898776"/>
            <a:ext cx="144462" cy="309563"/>
          </a:xfrm>
          <a:custGeom>
            <a:avLst/>
            <a:gdLst>
              <a:gd name="T0" fmla="*/ 50 w 50"/>
              <a:gd name="T1" fmla="*/ 82 h 107"/>
              <a:gd name="T2" fmla="*/ 42 w 50"/>
              <a:gd name="T3" fmla="*/ 99 h 107"/>
              <a:gd name="T4" fmla="*/ 25 w 50"/>
              <a:gd name="T5" fmla="*/ 107 h 107"/>
              <a:gd name="T6" fmla="*/ 7 w 50"/>
              <a:gd name="T7" fmla="*/ 99 h 107"/>
              <a:gd name="T8" fmla="*/ 0 w 50"/>
              <a:gd name="T9" fmla="*/ 82 h 107"/>
              <a:gd name="T10" fmla="*/ 0 w 50"/>
              <a:gd name="T11" fmla="*/ 25 h 107"/>
              <a:gd name="T12" fmla="*/ 7 w 50"/>
              <a:gd name="T13" fmla="*/ 7 h 107"/>
              <a:gd name="T14" fmla="*/ 25 w 50"/>
              <a:gd name="T15" fmla="*/ 0 h 107"/>
              <a:gd name="T16" fmla="*/ 42 w 50"/>
              <a:gd name="T17" fmla="*/ 7 h 107"/>
              <a:gd name="T18" fmla="*/ 50 w 50"/>
              <a:gd name="T19" fmla="*/ 25 h 107"/>
              <a:gd name="T20" fmla="*/ 50 w 50"/>
              <a:gd name="T21" fmla="*/ 82 h 107"/>
              <a:gd name="T22" fmla="*/ 33 w 50"/>
              <a:gd name="T23" fmla="*/ 24 h 107"/>
              <a:gd name="T24" fmla="*/ 31 w 50"/>
              <a:gd name="T25" fmla="*/ 18 h 107"/>
              <a:gd name="T26" fmla="*/ 24 w 50"/>
              <a:gd name="T27" fmla="*/ 15 h 107"/>
              <a:gd name="T28" fmla="*/ 18 w 50"/>
              <a:gd name="T29" fmla="*/ 18 h 107"/>
              <a:gd name="T30" fmla="*/ 15 w 50"/>
              <a:gd name="T31" fmla="*/ 24 h 107"/>
              <a:gd name="T32" fmla="*/ 15 w 50"/>
              <a:gd name="T33" fmla="*/ 81 h 107"/>
              <a:gd name="T34" fmla="*/ 18 w 50"/>
              <a:gd name="T35" fmla="*/ 88 h 107"/>
              <a:gd name="T36" fmla="*/ 24 w 50"/>
              <a:gd name="T37" fmla="*/ 91 h 107"/>
              <a:gd name="T38" fmla="*/ 31 w 50"/>
              <a:gd name="T39" fmla="*/ 88 h 107"/>
              <a:gd name="T40" fmla="*/ 33 w 50"/>
              <a:gd name="T41" fmla="*/ 81 h 107"/>
              <a:gd name="T42" fmla="*/ 33 w 50"/>
              <a:gd name="T43" fmla="*/ 24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 h="107">
                <a:moveTo>
                  <a:pt x="50" y="82"/>
                </a:moveTo>
                <a:cubicBezTo>
                  <a:pt x="50" y="89"/>
                  <a:pt x="47" y="95"/>
                  <a:pt x="42" y="99"/>
                </a:cubicBezTo>
                <a:cubicBezTo>
                  <a:pt x="37" y="104"/>
                  <a:pt x="32" y="107"/>
                  <a:pt x="25" y="107"/>
                </a:cubicBezTo>
                <a:cubicBezTo>
                  <a:pt x="18" y="107"/>
                  <a:pt x="12" y="104"/>
                  <a:pt x="7" y="99"/>
                </a:cubicBezTo>
                <a:cubicBezTo>
                  <a:pt x="2" y="95"/>
                  <a:pt x="0" y="89"/>
                  <a:pt x="0" y="82"/>
                </a:cubicBezTo>
                <a:cubicBezTo>
                  <a:pt x="0" y="25"/>
                  <a:pt x="0" y="25"/>
                  <a:pt x="0" y="25"/>
                </a:cubicBezTo>
                <a:cubicBezTo>
                  <a:pt x="0" y="18"/>
                  <a:pt x="2" y="12"/>
                  <a:pt x="7" y="7"/>
                </a:cubicBezTo>
                <a:cubicBezTo>
                  <a:pt x="12" y="2"/>
                  <a:pt x="18" y="0"/>
                  <a:pt x="25" y="0"/>
                </a:cubicBezTo>
                <a:cubicBezTo>
                  <a:pt x="32" y="0"/>
                  <a:pt x="38" y="2"/>
                  <a:pt x="42" y="7"/>
                </a:cubicBezTo>
                <a:cubicBezTo>
                  <a:pt x="47" y="12"/>
                  <a:pt x="50" y="18"/>
                  <a:pt x="50" y="25"/>
                </a:cubicBezTo>
                <a:lnTo>
                  <a:pt x="50" y="82"/>
                </a:lnTo>
                <a:close/>
                <a:moveTo>
                  <a:pt x="33" y="24"/>
                </a:moveTo>
                <a:cubicBezTo>
                  <a:pt x="33" y="22"/>
                  <a:pt x="32" y="20"/>
                  <a:pt x="31" y="18"/>
                </a:cubicBezTo>
                <a:cubicBezTo>
                  <a:pt x="29" y="16"/>
                  <a:pt x="27" y="15"/>
                  <a:pt x="24" y="15"/>
                </a:cubicBezTo>
                <a:cubicBezTo>
                  <a:pt x="22" y="15"/>
                  <a:pt x="20" y="16"/>
                  <a:pt x="18" y="18"/>
                </a:cubicBezTo>
                <a:cubicBezTo>
                  <a:pt x="16" y="20"/>
                  <a:pt x="15" y="22"/>
                  <a:pt x="15" y="24"/>
                </a:cubicBezTo>
                <a:cubicBezTo>
                  <a:pt x="15" y="81"/>
                  <a:pt x="15" y="81"/>
                  <a:pt x="15" y="81"/>
                </a:cubicBezTo>
                <a:cubicBezTo>
                  <a:pt x="15" y="84"/>
                  <a:pt x="16" y="86"/>
                  <a:pt x="18" y="88"/>
                </a:cubicBezTo>
                <a:cubicBezTo>
                  <a:pt x="20" y="90"/>
                  <a:pt x="22" y="91"/>
                  <a:pt x="24" y="91"/>
                </a:cubicBezTo>
                <a:cubicBezTo>
                  <a:pt x="27" y="91"/>
                  <a:pt x="29" y="90"/>
                  <a:pt x="31" y="88"/>
                </a:cubicBezTo>
                <a:cubicBezTo>
                  <a:pt x="32" y="86"/>
                  <a:pt x="33" y="84"/>
                  <a:pt x="33" y="81"/>
                </a:cubicBezTo>
                <a:lnTo>
                  <a:pt x="33"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 name="Freeform 33"/>
          <p:cNvSpPr>
            <a:spLocks/>
          </p:cNvSpPr>
          <p:nvPr/>
        </p:nvSpPr>
        <p:spPr bwMode="auto">
          <a:xfrm>
            <a:off x="10658475" y="2898776"/>
            <a:ext cx="147637" cy="309563"/>
          </a:xfrm>
          <a:custGeom>
            <a:avLst/>
            <a:gdLst>
              <a:gd name="T0" fmla="*/ 24 w 51"/>
              <a:gd name="T1" fmla="*/ 91 h 107"/>
              <a:gd name="T2" fmla="*/ 35 w 51"/>
              <a:gd name="T3" fmla="*/ 81 h 107"/>
              <a:gd name="T4" fmla="*/ 35 w 51"/>
              <a:gd name="T5" fmla="*/ 74 h 107"/>
              <a:gd name="T6" fmla="*/ 18 w 51"/>
              <a:gd name="T7" fmla="*/ 58 h 107"/>
              <a:gd name="T8" fmla="*/ 18 w 51"/>
              <a:gd name="T9" fmla="*/ 45 h 107"/>
              <a:gd name="T10" fmla="*/ 31 w 51"/>
              <a:gd name="T11" fmla="*/ 40 h 107"/>
              <a:gd name="T12" fmla="*/ 35 w 51"/>
              <a:gd name="T13" fmla="*/ 27 h 107"/>
              <a:gd name="T14" fmla="*/ 35 w 51"/>
              <a:gd name="T15" fmla="*/ 24 h 107"/>
              <a:gd name="T16" fmla="*/ 26 w 51"/>
              <a:gd name="T17" fmla="*/ 14 h 107"/>
              <a:gd name="T18" fmla="*/ 19 w 51"/>
              <a:gd name="T19" fmla="*/ 18 h 107"/>
              <a:gd name="T20" fmla="*/ 17 w 51"/>
              <a:gd name="T21" fmla="*/ 26 h 107"/>
              <a:gd name="T22" fmla="*/ 17 w 51"/>
              <a:gd name="T23" fmla="*/ 28 h 107"/>
              <a:gd name="T24" fmla="*/ 2 w 51"/>
              <a:gd name="T25" fmla="*/ 28 h 107"/>
              <a:gd name="T26" fmla="*/ 2 w 51"/>
              <a:gd name="T27" fmla="*/ 26 h 107"/>
              <a:gd name="T28" fmla="*/ 8 w 51"/>
              <a:gd name="T29" fmla="*/ 8 h 107"/>
              <a:gd name="T30" fmla="*/ 26 w 51"/>
              <a:gd name="T31" fmla="*/ 0 h 107"/>
              <a:gd name="T32" fmla="*/ 43 w 51"/>
              <a:gd name="T33" fmla="*/ 7 h 107"/>
              <a:gd name="T34" fmla="*/ 49 w 51"/>
              <a:gd name="T35" fmla="*/ 24 h 107"/>
              <a:gd name="T36" fmla="*/ 49 w 51"/>
              <a:gd name="T37" fmla="*/ 28 h 107"/>
              <a:gd name="T38" fmla="*/ 44 w 51"/>
              <a:gd name="T39" fmla="*/ 45 h 107"/>
              <a:gd name="T40" fmla="*/ 38 w 51"/>
              <a:gd name="T41" fmla="*/ 50 h 107"/>
              <a:gd name="T42" fmla="*/ 49 w 51"/>
              <a:gd name="T43" fmla="*/ 62 h 107"/>
              <a:gd name="T44" fmla="*/ 51 w 51"/>
              <a:gd name="T45" fmla="*/ 72 h 107"/>
              <a:gd name="T46" fmla="*/ 51 w 51"/>
              <a:gd name="T47" fmla="*/ 80 h 107"/>
              <a:gd name="T48" fmla="*/ 43 w 51"/>
              <a:gd name="T49" fmla="*/ 100 h 107"/>
              <a:gd name="T50" fmla="*/ 24 w 51"/>
              <a:gd name="T51" fmla="*/ 107 h 107"/>
              <a:gd name="T52" fmla="*/ 7 w 51"/>
              <a:gd name="T53" fmla="*/ 99 h 107"/>
              <a:gd name="T54" fmla="*/ 0 w 51"/>
              <a:gd name="T55" fmla="*/ 82 h 107"/>
              <a:gd name="T56" fmla="*/ 0 w 51"/>
              <a:gd name="T57" fmla="*/ 79 h 107"/>
              <a:gd name="T58" fmla="*/ 15 w 51"/>
              <a:gd name="T59" fmla="*/ 78 h 107"/>
              <a:gd name="T60" fmla="*/ 15 w 51"/>
              <a:gd name="T61" fmla="*/ 82 h 107"/>
              <a:gd name="T62" fmla="*/ 18 w 51"/>
              <a:gd name="T63" fmla="*/ 88 h 107"/>
              <a:gd name="T64" fmla="*/ 24 w 51"/>
              <a:gd name="T65" fmla="*/ 9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1" h="107">
                <a:moveTo>
                  <a:pt x="24" y="91"/>
                </a:moveTo>
                <a:cubicBezTo>
                  <a:pt x="31" y="91"/>
                  <a:pt x="35" y="87"/>
                  <a:pt x="35" y="81"/>
                </a:cubicBezTo>
                <a:cubicBezTo>
                  <a:pt x="35" y="74"/>
                  <a:pt x="35" y="74"/>
                  <a:pt x="35" y="74"/>
                </a:cubicBezTo>
                <a:cubicBezTo>
                  <a:pt x="35" y="64"/>
                  <a:pt x="29" y="58"/>
                  <a:pt x="18" y="58"/>
                </a:cubicBezTo>
                <a:cubicBezTo>
                  <a:pt x="18" y="45"/>
                  <a:pt x="18" y="45"/>
                  <a:pt x="18" y="45"/>
                </a:cubicBezTo>
                <a:cubicBezTo>
                  <a:pt x="24" y="45"/>
                  <a:pt x="29" y="43"/>
                  <a:pt x="31" y="40"/>
                </a:cubicBezTo>
                <a:cubicBezTo>
                  <a:pt x="34" y="37"/>
                  <a:pt x="35" y="32"/>
                  <a:pt x="35" y="27"/>
                </a:cubicBezTo>
                <a:cubicBezTo>
                  <a:pt x="35" y="24"/>
                  <a:pt x="35" y="24"/>
                  <a:pt x="35" y="24"/>
                </a:cubicBezTo>
                <a:cubicBezTo>
                  <a:pt x="35" y="18"/>
                  <a:pt x="32" y="14"/>
                  <a:pt x="26" y="14"/>
                </a:cubicBezTo>
                <a:cubicBezTo>
                  <a:pt x="23" y="14"/>
                  <a:pt x="21" y="15"/>
                  <a:pt x="19" y="18"/>
                </a:cubicBezTo>
                <a:cubicBezTo>
                  <a:pt x="18" y="20"/>
                  <a:pt x="17" y="22"/>
                  <a:pt x="17" y="26"/>
                </a:cubicBezTo>
                <a:cubicBezTo>
                  <a:pt x="17" y="28"/>
                  <a:pt x="17" y="28"/>
                  <a:pt x="17" y="28"/>
                </a:cubicBezTo>
                <a:cubicBezTo>
                  <a:pt x="2" y="28"/>
                  <a:pt x="2" y="28"/>
                  <a:pt x="2" y="28"/>
                </a:cubicBezTo>
                <a:cubicBezTo>
                  <a:pt x="2" y="26"/>
                  <a:pt x="2" y="26"/>
                  <a:pt x="2" y="26"/>
                </a:cubicBezTo>
                <a:cubicBezTo>
                  <a:pt x="2" y="18"/>
                  <a:pt x="4" y="12"/>
                  <a:pt x="8" y="8"/>
                </a:cubicBezTo>
                <a:cubicBezTo>
                  <a:pt x="12" y="2"/>
                  <a:pt x="18" y="0"/>
                  <a:pt x="26" y="0"/>
                </a:cubicBezTo>
                <a:cubicBezTo>
                  <a:pt x="33" y="0"/>
                  <a:pt x="39" y="2"/>
                  <a:pt x="43" y="7"/>
                </a:cubicBezTo>
                <a:cubicBezTo>
                  <a:pt x="47" y="12"/>
                  <a:pt x="49" y="17"/>
                  <a:pt x="49" y="24"/>
                </a:cubicBezTo>
                <a:cubicBezTo>
                  <a:pt x="49" y="28"/>
                  <a:pt x="49" y="28"/>
                  <a:pt x="49" y="28"/>
                </a:cubicBezTo>
                <a:cubicBezTo>
                  <a:pt x="49" y="35"/>
                  <a:pt x="48" y="41"/>
                  <a:pt x="44" y="45"/>
                </a:cubicBezTo>
                <a:cubicBezTo>
                  <a:pt x="42" y="47"/>
                  <a:pt x="40" y="49"/>
                  <a:pt x="38" y="50"/>
                </a:cubicBezTo>
                <a:cubicBezTo>
                  <a:pt x="42" y="53"/>
                  <a:pt x="46" y="57"/>
                  <a:pt x="49" y="62"/>
                </a:cubicBezTo>
                <a:cubicBezTo>
                  <a:pt x="50" y="65"/>
                  <a:pt x="51" y="68"/>
                  <a:pt x="51" y="72"/>
                </a:cubicBezTo>
                <a:cubicBezTo>
                  <a:pt x="51" y="80"/>
                  <a:pt x="51" y="80"/>
                  <a:pt x="51" y="80"/>
                </a:cubicBezTo>
                <a:cubicBezTo>
                  <a:pt x="51" y="88"/>
                  <a:pt x="48" y="95"/>
                  <a:pt x="43" y="100"/>
                </a:cubicBezTo>
                <a:cubicBezTo>
                  <a:pt x="38" y="104"/>
                  <a:pt x="32" y="107"/>
                  <a:pt x="24" y="107"/>
                </a:cubicBezTo>
                <a:cubicBezTo>
                  <a:pt x="18" y="107"/>
                  <a:pt x="12" y="104"/>
                  <a:pt x="7" y="99"/>
                </a:cubicBezTo>
                <a:cubicBezTo>
                  <a:pt x="2" y="94"/>
                  <a:pt x="0" y="89"/>
                  <a:pt x="0" y="82"/>
                </a:cubicBezTo>
                <a:cubicBezTo>
                  <a:pt x="0" y="79"/>
                  <a:pt x="0" y="79"/>
                  <a:pt x="0" y="79"/>
                </a:cubicBezTo>
                <a:cubicBezTo>
                  <a:pt x="15" y="78"/>
                  <a:pt x="15" y="78"/>
                  <a:pt x="15" y="78"/>
                </a:cubicBezTo>
                <a:cubicBezTo>
                  <a:pt x="15" y="82"/>
                  <a:pt x="15" y="82"/>
                  <a:pt x="15" y="82"/>
                </a:cubicBezTo>
                <a:cubicBezTo>
                  <a:pt x="15" y="84"/>
                  <a:pt x="16" y="86"/>
                  <a:pt x="18" y="88"/>
                </a:cubicBezTo>
                <a:cubicBezTo>
                  <a:pt x="19" y="90"/>
                  <a:pt x="21" y="91"/>
                  <a:pt x="24" y="9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 name="Freeform 34"/>
          <p:cNvSpPr>
            <a:spLocks noEditPoints="1"/>
          </p:cNvSpPr>
          <p:nvPr/>
        </p:nvSpPr>
        <p:spPr bwMode="auto">
          <a:xfrm>
            <a:off x="6165850" y="2898776"/>
            <a:ext cx="144462" cy="309563"/>
          </a:xfrm>
          <a:custGeom>
            <a:avLst/>
            <a:gdLst>
              <a:gd name="T0" fmla="*/ 50 w 50"/>
              <a:gd name="T1" fmla="*/ 82 h 107"/>
              <a:gd name="T2" fmla="*/ 43 w 50"/>
              <a:gd name="T3" fmla="*/ 99 h 107"/>
              <a:gd name="T4" fmla="*/ 25 w 50"/>
              <a:gd name="T5" fmla="*/ 107 h 107"/>
              <a:gd name="T6" fmla="*/ 7 w 50"/>
              <a:gd name="T7" fmla="*/ 99 h 107"/>
              <a:gd name="T8" fmla="*/ 0 w 50"/>
              <a:gd name="T9" fmla="*/ 82 h 107"/>
              <a:gd name="T10" fmla="*/ 0 w 50"/>
              <a:gd name="T11" fmla="*/ 25 h 107"/>
              <a:gd name="T12" fmla="*/ 7 w 50"/>
              <a:gd name="T13" fmla="*/ 7 h 107"/>
              <a:gd name="T14" fmla="*/ 25 w 50"/>
              <a:gd name="T15" fmla="*/ 0 h 107"/>
              <a:gd name="T16" fmla="*/ 43 w 50"/>
              <a:gd name="T17" fmla="*/ 7 h 107"/>
              <a:gd name="T18" fmla="*/ 50 w 50"/>
              <a:gd name="T19" fmla="*/ 25 h 107"/>
              <a:gd name="T20" fmla="*/ 50 w 50"/>
              <a:gd name="T21" fmla="*/ 82 h 107"/>
              <a:gd name="T22" fmla="*/ 34 w 50"/>
              <a:gd name="T23" fmla="*/ 24 h 107"/>
              <a:gd name="T24" fmla="*/ 31 w 50"/>
              <a:gd name="T25" fmla="*/ 18 h 107"/>
              <a:gd name="T26" fmla="*/ 25 w 50"/>
              <a:gd name="T27" fmla="*/ 15 h 107"/>
              <a:gd name="T28" fmla="*/ 18 w 50"/>
              <a:gd name="T29" fmla="*/ 18 h 107"/>
              <a:gd name="T30" fmla="*/ 16 w 50"/>
              <a:gd name="T31" fmla="*/ 24 h 107"/>
              <a:gd name="T32" fmla="*/ 16 w 50"/>
              <a:gd name="T33" fmla="*/ 81 h 107"/>
              <a:gd name="T34" fmla="*/ 18 w 50"/>
              <a:gd name="T35" fmla="*/ 88 h 107"/>
              <a:gd name="T36" fmla="*/ 25 w 50"/>
              <a:gd name="T37" fmla="*/ 91 h 107"/>
              <a:gd name="T38" fmla="*/ 31 w 50"/>
              <a:gd name="T39" fmla="*/ 88 h 107"/>
              <a:gd name="T40" fmla="*/ 34 w 50"/>
              <a:gd name="T41" fmla="*/ 81 h 107"/>
              <a:gd name="T42" fmla="*/ 34 w 50"/>
              <a:gd name="T43" fmla="*/ 24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 h="107">
                <a:moveTo>
                  <a:pt x="50" y="82"/>
                </a:moveTo>
                <a:cubicBezTo>
                  <a:pt x="50" y="89"/>
                  <a:pt x="47" y="95"/>
                  <a:pt x="43" y="99"/>
                </a:cubicBezTo>
                <a:cubicBezTo>
                  <a:pt x="38" y="104"/>
                  <a:pt x="32" y="107"/>
                  <a:pt x="25" y="107"/>
                </a:cubicBezTo>
                <a:cubicBezTo>
                  <a:pt x="18" y="107"/>
                  <a:pt x="12" y="104"/>
                  <a:pt x="7" y="99"/>
                </a:cubicBezTo>
                <a:cubicBezTo>
                  <a:pt x="2" y="95"/>
                  <a:pt x="0" y="89"/>
                  <a:pt x="0" y="82"/>
                </a:cubicBezTo>
                <a:cubicBezTo>
                  <a:pt x="0" y="25"/>
                  <a:pt x="0" y="25"/>
                  <a:pt x="0" y="25"/>
                </a:cubicBezTo>
                <a:cubicBezTo>
                  <a:pt x="0" y="18"/>
                  <a:pt x="2" y="12"/>
                  <a:pt x="7" y="7"/>
                </a:cubicBezTo>
                <a:cubicBezTo>
                  <a:pt x="12" y="2"/>
                  <a:pt x="18" y="0"/>
                  <a:pt x="25" y="0"/>
                </a:cubicBezTo>
                <a:cubicBezTo>
                  <a:pt x="32" y="0"/>
                  <a:pt x="38" y="2"/>
                  <a:pt x="43" y="7"/>
                </a:cubicBezTo>
                <a:cubicBezTo>
                  <a:pt x="48" y="12"/>
                  <a:pt x="50" y="18"/>
                  <a:pt x="50" y="25"/>
                </a:cubicBezTo>
                <a:lnTo>
                  <a:pt x="50" y="82"/>
                </a:lnTo>
                <a:close/>
                <a:moveTo>
                  <a:pt x="34" y="24"/>
                </a:moveTo>
                <a:cubicBezTo>
                  <a:pt x="34" y="22"/>
                  <a:pt x="33" y="20"/>
                  <a:pt x="31" y="18"/>
                </a:cubicBezTo>
                <a:cubicBezTo>
                  <a:pt x="29" y="16"/>
                  <a:pt x="27" y="15"/>
                  <a:pt x="25" y="15"/>
                </a:cubicBezTo>
                <a:cubicBezTo>
                  <a:pt x="22" y="15"/>
                  <a:pt x="20" y="16"/>
                  <a:pt x="18" y="18"/>
                </a:cubicBezTo>
                <a:cubicBezTo>
                  <a:pt x="16" y="20"/>
                  <a:pt x="16" y="22"/>
                  <a:pt x="16" y="24"/>
                </a:cubicBezTo>
                <a:cubicBezTo>
                  <a:pt x="16" y="81"/>
                  <a:pt x="16" y="81"/>
                  <a:pt x="16" y="81"/>
                </a:cubicBezTo>
                <a:cubicBezTo>
                  <a:pt x="16" y="84"/>
                  <a:pt x="16" y="86"/>
                  <a:pt x="18" y="88"/>
                </a:cubicBezTo>
                <a:cubicBezTo>
                  <a:pt x="20" y="90"/>
                  <a:pt x="22" y="91"/>
                  <a:pt x="25" y="91"/>
                </a:cubicBezTo>
                <a:cubicBezTo>
                  <a:pt x="27" y="91"/>
                  <a:pt x="29" y="90"/>
                  <a:pt x="31" y="88"/>
                </a:cubicBezTo>
                <a:cubicBezTo>
                  <a:pt x="33" y="86"/>
                  <a:pt x="34" y="84"/>
                  <a:pt x="34" y="81"/>
                </a:cubicBezTo>
                <a:lnTo>
                  <a:pt x="34"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 name="Freeform 35"/>
          <p:cNvSpPr>
            <a:spLocks noEditPoints="1"/>
          </p:cNvSpPr>
          <p:nvPr/>
        </p:nvSpPr>
        <p:spPr bwMode="auto">
          <a:xfrm>
            <a:off x="6350000" y="2898776"/>
            <a:ext cx="136525" cy="309563"/>
          </a:xfrm>
          <a:custGeom>
            <a:avLst/>
            <a:gdLst>
              <a:gd name="T0" fmla="*/ 31 w 47"/>
              <a:gd name="T1" fmla="*/ 27 h 107"/>
              <a:gd name="T2" fmla="*/ 31 w 47"/>
              <a:gd name="T3" fmla="*/ 24 h 107"/>
              <a:gd name="T4" fmla="*/ 29 w 47"/>
              <a:gd name="T5" fmla="*/ 18 h 107"/>
              <a:gd name="T6" fmla="*/ 23 w 47"/>
              <a:gd name="T7" fmla="*/ 15 h 107"/>
              <a:gd name="T8" fmla="*/ 17 w 47"/>
              <a:gd name="T9" fmla="*/ 18 h 107"/>
              <a:gd name="T10" fmla="*/ 15 w 47"/>
              <a:gd name="T11" fmla="*/ 24 h 107"/>
              <a:gd name="T12" fmla="*/ 15 w 47"/>
              <a:gd name="T13" fmla="*/ 45 h 107"/>
              <a:gd name="T14" fmla="*/ 27 w 47"/>
              <a:gd name="T15" fmla="*/ 40 h 107"/>
              <a:gd name="T16" fmla="*/ 43 w 47"/>
              <a:gd name="T17" fmla="*/ 48 h 107"/>
              <a:gd name="T18" fmla="*/ 47 w 47"/>
              <a:gd name="T19" fmla="*/ 65 h 107"/>
              <a:gd name="T20" fmla="*/ 47 w 47"/>
              <a:gd name="T21" fmla="*/ 83 h 107"/>
              <a:gd name="T22" fmla="*/ 47 w 47"/>
              <a:gd name="T23" fmla="*/ 83 h 107"/>
              <a:gd name="T24" fmla="*/ 40 w 47"/>
              <a:gd name="T25" fmla="*/ 100 h 107"/>
              <a:gd name="T26" fmla="*/ 23 w 47"/>
              <a:gd name="T27" fmla="*/ 107 h 107"/>
              <a:gd name="T28" fmla="*/ 6 w 47"/>
              <a:gd name="T29" fmla="*/ 99 h 107"/>
              <a:gd name="T30" fmla="*/ 0 w 47"/>
              <a:gd name="T31" fmla="*/ 82 h 107"/>
              <a:gd name="T32" fmla="*/ 0 w 47"/>
              <a:gd name="T33" fmla="*/ 25 h 107"/>
              <a:gd name="T34" fmla="*/ 3 w 47"/>
              <a:gd name="T35" fmla="*/ 11 h 107"/>
              <a:gd name="T36" fmla="*/ 14 w 47"/>
              <a:gd name="T37" fmla="*/ 2 h 107"/>
              <a:gd name="T38" fmla="*/ 23 w 47"/>
              <a:gd name="T39" fmla="*/ 0 h 107"/>
              <a:gd name="T40" fmla="*/ 41 w 47"/>
              <a:gd name="T41" fmla="*/ 7 h 107"/>
              <a:gd name="T42" fmla="*/ 47 w 47"/>
              <a:gd name="T43" fmla="*/ 25 h 107"/>
              <a:gd name="T44" fmla="*/ 47 w 47"/>
              <a:gd name="T45" fmla="*/ 27 h 107"/>
              <a:gd name="T46" fmla="*/ 31 w 47"/>
              <a:gd name="T47" fmla="*/ 27 h 107"/>
              <a:gd name="T48" fmla="*/ 15 w 47"/>
              <a:gd name="T49" fmla="*/ 81 h 107"/>
              <a:gd name="T50" fmla="*/ 17 w 47"/>
              <a:gd name="T51" fmla="*/ 88 h 107"/>
              <a:gd name="T52" fmla="*/ 23 w 47"/>
              <a:gd name="T53" fmla="*/ 91 h 107"/>
              <a:gd name="T54" fmla="*/ 29 w 47"/>
              <a:gd name="T55" fmla="*/ 88 h 107"/>
              <a:gd name="T56" fmla="*/ 31 w 47"/>
              <a:gd name="T57" fmla="*/ 81 h 107"/>
              <a:gd name="T58" fmla="*/ 31 w 47"/>
              <a:gd name="T59" fmla="*/ 62 h 107"/>
              <a:gd name="T60" fmla="*/ 27 w 47"/>
              <a:gd name="T61" fmla="*/ 55 h 107"/>
              <a:gd name="T62" fmla="*/ 23 w 47"/>
              <a:gd name="T63" fmla="*/ 53 h 107"/>
              <a:gd name="T64" fmla="*/ 17 w 47"/>
              <a:gd name="T65" fmla="*/ 56 h 107"/>
              <a:gd name="T66" fmla="*/ 15 w 47"/>
              <a:gd name="T67" fmla="*/ 62 h 107"/>
              <a:gd name="T68" fmla="*/ 15 w 47"/>
              <a:gd name="T69" fmla="*/ 8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7" h="107">
                <a:moveTo>
                  <a:pt x="31" y="27"/>
                </a:moveTo>
                <a:cubicBezTo>
                  <a:pt x="31" y="24"/>
                  <a:pt x="31" y="24"/>
                  <a:pt x="31" y="24"/>
                </a:cubicBezTo>
                <a:cubicBezTo>
                  <a:pt x="31" y="22"/>
                  <a:pt x="30" y="20"/>
                  <a:pt x="29" y="18"/>
                </a:cubicBezTo>
                <a:cubicBezTo>
                  <a:pt x="27" y="16"/>
                  <a:pt x="25" y="15"/>
                  <a:pt x="23" y="15"/>
                </a:cubicBezTo>
                <a:cubicBezTo>
                  <a:pt x="20" y="15"/>
                  <a:pt x="18" y="16"/>
                  <a:pt x="17" y="18"/>
                </a:cubicBezTo>
                <a:cubicBezTo>
                  <a:pt x="16" y="20"/>
                  <a:pt x="15" y="22"/>
                  <a:pt x="15" y="24"/>
                </a:cubicBezTo>
                <a:cubicBezTo>
                  <a:pt x="15" y="45"/>
                  <a:pt x="15" y="45"/>
                  <a:pt x="15" y="45"/>
                </a:cubicBezTo>
                <a:cubicBezTo>
                  <a:pt x="19" y="42"/>
                  <a:pt x="23" y="40"/>
                  <a:pt x="27" y="40"/>
                </a:cubicBezTo>
                <a:cubicBezTo>
                  <a:pt x="34" y="40"/>
                  <a:pt x="39" y="43"/>
                  <a:pt x="43" y="48"/>
                </a:cubicBezTo>
                <a:cubicBezTo>
                  <a:pt x="46" y="52"/>
                  <a:pt x="47" y="58"/>
                  <a:pt x="47" y="65"/>
                </a:cubicBezTo>
                <a:cubicBezTo>
                  <a:pt x="47" y="83"/>
                  <a:pt x="47" y="83"/>
                  <a:pt x="47" y="83"/>
                </a:cubicBezTo>
                <a:cubicBezTo>
                  <a:pt x="47" y="83"/>
                  <a:pt x="47" y="83"/>
                  <a:pt x="47" y="83"/>
                </a:cubicBezTo>
                <a:cubicBezTo>
                  <a:pt x="47" y="90"/>
                  <a:pt x="44" y="95"/>
                  <a:pt x="40" y="100"/>
                </a:cubicBezTo>
                <a:cubicBezTo>
                  <a:pt x="35" y="104"/>
                  <a:pt x="30" y="107"/>
                  <a:pt x="23" y="107"/>
                </a:cubicBezTo>
                <a:cubicBezTo>
                  <a:pt x="16" y="107"/>
                  <a:pt x="11" y="104"/>
                  <a:pt x="6" y="99"/>
                </a:cubicBezTo>
                <a:cubicBezTo>
                  <a:pt x="2" y="94"/>
                  <a:pt x="0" y="89"/>
                  <a:pt x="0" y="82"/>
                </a:cubicBezTo>
                <a:cubicBezTo>
                  <a:pt x="0" y="25"/>
                  <a:pt x="0" y="25"/>
                  <a:pt x="0" y="25"/>
                </a:cubicBezTo>
                <a:cubicBezTo>
                  <a:pt x="0" y="20"/>
                  <a:pt x="1" y="15"/>
                  <a:pt x="3" y="11"/>
                </a:cubicBezTo>
                <a:cubicBezTo>
                  <a:pt x="6" y="7"/>
                  <a:pt x="9" y="4"/>
                  <a:pt x="14" y="2"/>
                </a:cubicBezTo>
                <a:cubicBezTo>
                  <a:pt x="17" y="0"/>
                  <a:pt x="20" y="0"/>
                  <a:pt x="23" y="0"/>
                </a:cubicBezTo>
                <a:cubicBezTo>
                  <a:pt x="30" y="0"/>
                  <a:pt x="36" y="2"/>
                  <a:pt x="41" y="7"/>
                </a:cubicBezTo>
                <a:cubicBezTo>
                  <a:pt x="45" y="12"/>
                  <a:pt x="47" y="18"/>
                  <a:pt x="47" y="25"/>
                </a:cubicBezTo>
                <a:cubicBezTo>
                  <a:pt x="47" y="27"/>
                  <a:pt x="47" y="27"/>
                  <a:pt x="47" y="27"/>
                </a:cubicBezTo>
                <a:lnTo>
                  <a:pt x="31" y="27"/>
                </a:lnTo>
                <a:close/>
                <a:moveTo>
                  <a:pt x="15" y="81"/>
                </a:moveTo>
                <a:cubicBezTo>
                  <a:pt x="15" y="84"/>
                  <a:pt x="16" y="86"/>
                  <a:pt x="17" y="88"/>
                </a:cubicBezTo>
                <a:cubicBezTo>
                  <a:pt x="18" y="90"/>
                  <a:pt x="20" y="91"/>
                  <a:pt x="23" y="91"/>
                </a:cubicBezTo>
                <a:cubicBezTo>
                  <a:pt x="25" y="91"/>
                  <a:pt x="27" y="90"/>
                  <a:pt x="29" y="88"/>
                </a:cubicBezTo>
                <a:cubicBezTo>
                  <a:pt x="30" y="86"/>
                  <a:pt x="31" y="84"/>
                  <a:pt x="31" y="81"/>
                </a:cubicBezTo>
                <a:cubicBezTo>
                  <a:pt x="31" y="62"/>
                  <a:pt x="31" y="62"/>
                  <a:pt x="31" y="62"/>
                </a:cubicBezTo>
                <a:cubicBezTo>
                  <a:pt x="31" y="59"/>
                  <a:pt x="30" y="57"/>
                  <a:pt x="27" y="55"/>
                </a:cubicBezTo>
                <a:cubicBezTo>
                  <a:pt x="26" y="54"/>
                  <a:pt x="25" y="53"/>
                  <a:pt x="23" y="53"/>
                </a:cubicBezTo>
                <a:cubicBezTo>
                  <a:pt x="20" y="53"/>
                  <a:pt x="18" y="54"/>
                  <a:pt x="17" y="56"/>
                </a:cubicBezTo>
                <a:cubicBezTo>
                  <a:pt x="16" y="58"/>
                  <a:pt x="15" y="60"/>
                  <a:pt x="15" y="62"/>
                </a:cubicBezTo>
                <a:lnTo>
                  <a:pt x="15" y="8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83" name="组合 82"/>
          <p:cNvGrpSpPr/>
          <p:nvPr/>
        </p:nvGrpSpPr>
        <p:grpSpPr>
          <a:xfrm>
            <a:off x="8259562" y="2686615"/>
            <a:ext cx="1273578" cy="787400"/>
            <a:chOff x="8513763" y="2622551"/>
            <a:chExt cx="765175" cy="473075"/>
          </a:xfrm>
          <a:solidFill>
            <a:schemeClr val="bg1">
              <a:lumMod val="50000"/>
            </a:schemeClr>
          </a:solidFill>
        </p:grpSpPr>
        <p:sp>
          <p:nvSpPr>
            <p:cNvPr id="77" name="Freeform 36"/>
            <p:cNvSpPr>
              <a:spLocks/>
            </p:cNvSpPr>
            <p:nvPr/>
          </p:nvSpPr>
          <p:spPr bwMode="auto">
            <a:xfrm>
              <a:off x="8704263" y="2622551"/>
              <a:ext cx="382587" cy="473075"/>
            </a:xfrm>
            <a:custGeom>
              <a:avLst/>
              <a:gdLst>
                <a:gd name="T0" fmla="*/ 126 w 132"/>
                <a:gd name="T1" fmla="*/ 135 h 163"/>
                <a:gd name="T2" fmla="*/ 89 w 132"/>
                <a:gd name="T3" fmla="*/ 73 h 163"/>
                <a:gd name="T4" fmla="*/ 79 w 132"/>
                <a:gd name="T5" fmla="*/ 73 h 163"/>
                <a:gd name="T6" fmla="*/ 104 w 132"/>
                <a:gd name="T7" fmla="*/ 38 h 163"/>
                <a:gd name="T8" fmla="*/ 66 w 132"/>
                <a:gd name="T9" fmla="*/ 0 h 163"/>
                <a:gd name="T10" fmla="*/ 28 w 132"/>
                <a:gd name="T11" fmla="*/ 38 h 163"/>
                <a:gd name="T12" fmla="*/ 53 w 132"/>
                <a:gd name="T13" fmla="*/ 73 h 163"/>
                <a:gd name="T14" fmla="*/ 43 w 132"/>
                <a:gd name="T15" fmla="*/ 73 h 163"/>
                <a:gd name="T16" fmla="*/ 6 w 132"/>
                <a:gd name="T17" fmla="*/ 135 h 163"/>
                <a:gd name="T18" fmla="*/ 11 w 132"/>
                <a:gd name="T19" fmla="*/ 163 h 163"/>
                <a:gd name="T20" fmla="*/ 56 w 132"/>
                <a:gd name="T21" fmla="*/ 163 h 163"/>
                <a:gd name="T22" fmla="*/ 65 w 132"/>
                <a:gd name="T23" fmla="*/ 86 h 163"/>
                <a:gd name="T24" fmla="*/ 55 w 132"/>
                <a:gd name="T25" fmla="*/ 76 h 163"/>
                <a:gd name="T26" fmla="*/ 77 w 132"/>
                <a:gd name="T27" fmla="*/ 76 h 163"/>
                <a:gd name="T28" fmla="*/ 67 w 132"/>
                <a:gd name="T29" fmla="*/ 86 h 163"/>
                <a:gd name="T30" fmla="*/ 76 w 132"/>
                <a:gd name="T31" fmla="*/ 163 h 163"/>
                <a:gd name="T32" fmla="*/ 121 w 132"/>
                <a:gd name="T33" fmla="*/ 163 h 163"/>
                <a:gd name="T34" fmla="*/ 126 w 132"/>
                <a:gd name="T35" fmla="*/ 135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2" h="163">
                  <a:moveTo>
                    <a:pt x="126" y="135"/>
                  </a:moveTo>
                  <a:cubicBezTo>
                    <a:pt x="121" y="123"/>
                    <a:pt x="109" y="73"/>
                    <a:pt x="89" y="73"/>
                  </a:cubicBezTo>
                  <a:cubicBezTo>
                    <a:pt x="79" y="73"/>
                    <a:pt x="79" y="73"/>
                    <a:pt x="79" y="73"/>
                  </a:cubicBezTo>
                  <a:cubicBezTo>
                    <a:pt x="93" y="68"/>
                    <a:pt x="104" y="54"/>
                    <a:pt x="104" y="38"/>
                  </a:cubicBezTo>
                  <a:cubicBezTo>
                    <a:pt x="104" y="17"/>
                    <a:pt x="87" y="0"/>
                    <a:pt x="66" y="0"/>
                  </a:cubicBezTo>
                  <a:cubicBezTo>
                    <a:pt x="45" y="0"/>
                    <a:pt x="28" y="17"/>
                    <a:pt x="28" y="38"/>
                  </a:cubicBezTo>
                  <a:cubicBezTo>
                    <a:pt x="28" y="54"/>
                    <a:pt x="39" y="68"/>
                    <a:pt x="53" y="73"/>
                  </a:cubicBezTo>
                  <a:cubicBezTo>
                    <a:pt x="43" y="73"/>
                    <a:pt x="43" y="73"/>
                    <a:pt x="43" y="73"/>
                  </a:cubicBezTo>
                  <a:cubicBezTo>
                    <a:pt x="23" y="73"/>
                    <a:pt x="11" y="123"/>
                    <a:pt x="6" y="135"/>
                  </a:cubicBezTo>
                  <a:cubicBezTo>
                    <a:pt x="0" y="153"/>
                    <a:pt x="11" y="163"/>
                    <a:pt x="11" y="163"/>
                  </a:cubicBezTo>
                  <a:cubicBezTo>
                    <a:pt x="56" y="163"/>
                    <a:pt x="56" y="163"/>
                    <a:pt x="56" y="163"/>
                  </a:cubicBezTo>
                  <a:cubicBezTo>
                    <a:pt x="65" y="86"/>
                    <a:pt x="65" y="86"/>
                    <a:pt x="65" y="86"/>
                  </a:cubicBezTo>
                  <a:cubicBezTo>
                    <a:pt x="55" y="76"/>
                    <a:pt x="55" y="76"/>
                    <a:pt x="55" y="76"/>
                  </a:cubicBezTo>
                  <a:cubicBezTo>
                    <a:pt x="77" y="76"/>
                    <a:pt x="77" y="76"/>
                    <a:pt x="77" y="76"/>
                  </a:cubicBezTo>
                  <a:cubicBezTo>
                    <a:pt x="67" y="86"/>
                    <a:pt x="67" y="86"/>
                    <a:pt x="67" y="86"/>
                  </a:cubicBezTo>
                  <a:cubicBezTo>
                    <a:pt x="76" y="163"/>
                    <a:pt x="76" y="163"/>
                    <a:pt x="76" y="163"/>
                  </a:cubicBezTo>
                  <a:cubicBezTo>
                    <a:pt x="121" y="163"/>
                    <a:pt x="121" y="163"/>
                    <a:pt x="121" y="163"/>
                  </a:cubicBezTo>
                  <a:cubicBezTo>
                    <a:pt x="121" y="163"/>
                    <a:pt x="132" y="153"/>
                    <a:pt x="126"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3200">
                <a:solidFill>
                  <a:prstClr val="black"/>
                </a:solidFill>
              </a:endParaRPr>
            </a:p>
          </p:txBody>
        </p:sp>
        <p:sp>
          <p:nvSpPr>
            <p:cNvPr id="78" name="Freeform 37"/>
            <p:cNvSpPr>
              <a:spLocks/>
            </p:cNvSpPr>
            <p:nvPr/>
          </p:nvSpPr>
          <p:spPr bwMode="auto">
            <a:xfrm>
              <a:off x="8513763" y="2709863"/>
              <a:ext cx="242887" cy="385763"/>
            </a:xfrm>
            <a:custGeom>
              <a:avLst/>
              <a:gdLst>
                <a:gd name="T0" fmla="*/ 68 w 84"/>
                <a:gd name="T1" fmla="*/ 104 h 133"/>
                <a:gd name="T2" fmla="*/ 70 w 84"/>
                <a:gd name="T3" fmla="*/ 96 h 133"/>
                <a:gd name="T4" fmla="*/ 82 w 84"/>
                <a:gd name="T5" fmla="*/ 64 h 133"/>
                <a:gd name="T6" fmla="*/ 72 w 84"/>
                <a:gd name="T7" fmla="*/ 60 h 133"/>
                <a:gd name="T8" fmla="*/ 64 w 84"/>
                <a:gd name="T9" fmla="*/ 60 h 133"/>
                <a:gd name="T10" fmla="*/ 84 w 84"/>
                <a:gd name="T11" fmla="*/ 31 h 133"/>
                <a:gd name="T12" fmla="*/ 54 w 84"/>
                <a:gd name="T13" fmla="*/ 0 h 133"/>
                <a:gd name="T14" fmla="*/ 23 w 84"/>
                <a:gd name="T15" fmla="*/ 31 h 133"/>
                <a:gd name="T16" fmla="*/ 43 w 84"/>
                <a:gd name="T17" fmla="*/ 60 h 133"/>
                <a:gd name="T18" fmla="*/ 35 w 84"/>
                <a:gd name="T19" fmla="*/ 60 h 133"/>
                <a:gd name="T20" fmla="*/ 5 w 84"/>
                <a:gd name="T21" fmla="*/ 110 h 133"/>
                <a:gd name="T22" fmla="*/ 9 w 84"/>
                <a:gd name="T23" fmla="*/ 133 h 133"/>
                <a:gd name="T24" fmla="*/ 45 w 84"/>
                <a:gd name="T25" fmla="*/ 133 h 133"/>
                <a:gd name="T26" fmla="*/ 53 w 84"/>
                <a:gd name="T27" fmla="*/ 70 h 133"/>
                <a:gd name="T28" fmla="*/ 45 w 84"/>
                <a:gd name="T29" fmla="*/ 62 h 133"/>
                <a:gd name="T30" fmla="*/ 62 w 84"/>
                <a:gd name="T31" fmla="*/ 62 h 133"/>
                <a:gd name="T32" fmla="*/ 55 w 84"/>
                <a:gd name="T33" fmla="*/ 70 h 133"/>
                <a:gd name="T34" fmla="*/ 62 w 84"/>
                <a:gd name="T35" fmla="*/ 133 h 133"/>
                <a:gd name="T36" fmla="*/ 71 w 84"/>
                <a:gd name="T37" fmla="*/ 133 h 133"/>
                <a:gd name="T38" fmla="*/ 68 w 84"/>
                <a:gd name="T39" fmla="*/ 104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4" h="133">
                  <a:moveTo>
                    <a:pt x="68" y="104"/>
                  </a:moveTo>
                  <a:cubicBezTo>
                    <a:pt x="68" y="102"/>
                    <a:pt x="69" y="99"/>
                    <a:pt x="70" y="96"/>
                  </a:cubicBezTo>
                  <a:cubicBezTo>
                    <a:pt x="73" y="87"/>
                    <a:pt x="77" y="75"/>
                    <a:pt x="82" y="64"/>
                  </a:cubicBezTo>
                  <a:cubicBezTo>
                    <a:pt x="79" y="61"/>
                    <a:pt x="76" y="60"/>
                    <a:pt x="72" y="60"/>
                  </a:cubicBezTo>
                  <a:cubicBezTo>
                    <a:pt x="64" y="60"/>
                    <a:pt x="64" y="60"/>
                    <a:pt x="64" y="60"/>
                  </a:cubicBezTo>
                  <a:cubicBezTo>
                    <a:pt x="76" y="55"/>
                    <a:pt x="84" y="44"/>
                    <a:pt x="84" y="31"/>
                  </a:cubicBezTo>
                  <a:cubicBezTo>
                    <a:pt x="84" y="14"/>
                    <a:pt x="71" y="0"/>
                    <a:pt x="54" y="0"/>
                  </a:cubicBezTo>
                  <a:cubicBezTo>
                    <a:pt x="37" y="0"/>
                    <a:pt x="23" y="14"/>
                    <a:pt x="23" y="31"/>
                  </a:cubicBezTo>
                  <a:cubicBezTo>
                    <a:pt x="23" y="44"/>
                    <a:pt x="32" y="55"/>
                    <a:pt x="43" y="60"/>
                  </a:cubicBezTo>
                  <a:cubicBezTo>
                    <a:pt x="35" y="60"/>
                    <a:pt x="35" y="60"/>
                    <a:pt x="35" y="60"/>
                  </a:cubicBezTo>
                  <a:cubicBezTo>
                    <a:pt x="19" y="60"/>
                    <a:pt x="9" y="100"/>
                    <a:pt x="5" y="110"/>
                  </a:cubicBezTo>
                  <a:cubicBezTo>
                    <a:pt x="0" y="125"/>
                    <a:pt x="9" y="133"/>
                    <a:pt x="9" y="133"/>
                  </a:cubicBezTo>
                  <a:cubicBezTo>
                    <a:pt x="45" y="133"/>
                    <a:pt x="45" y="133"/>
                    <a:pt x="45" y="133"/>
                  </a:cubicBezTo>
                  <a:cubicBezTo>
                    <a:pt x="53" y="70"/>
                    <a:pt x="53" y="70"/>
                    <a:pt x="53" y="70"/>
                  </a:cubicBezTo>
                  <a:cubicBezTo>
                    <a:pt x="45" y="62"/>
                    <a:pt x="45" y="62"/>
                    <a:pt x="45" y="62"/>
                  </a:cubicBezTo>
                  <a:cubicBezTo>
                    <a:pt x="62" y="62"/>
                    <a:pt x="62" y="62"/>
                    <a:pt x="62" y="62"/>
                  </a:cubicBezTo>
                  <a:cubicBezTo>
                    <a:pt x="55" y="70"/>
                    <a:pt x="55" y="70"/>
                    <a:pt x="55" y="70"/>
                  </a:cubicBezTo>
                  <a:cubicBezTo>
                    <a:pt x="62" y="133"/>
                    <a:pt x="62" y="133"/>
                    <a:pt x="62" y="133"/>
                  </a:cubicBezTo>
                  <a:cubicBezTo>
                    <a:pt x="71" y="133"/>
                    <a:pt x="71" y="133"/>
                    <a:pt x="71" y="133"/>
                  </a:cubicBezTo>
                  <a:cubicBezTo>
                    <a:pt x="67" y="128"/>
                    <a:pt x="62" y="118"/>
                    <a:pt x="68" y="1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3200">
                <a:solidFill>
                  <a:prstClr val="black"/>
                </a:solidFill>
              </a:endParaRPr>
            </a:p>
          </p:txBody>
        </p:sp>
        <p:sp>
          <p:nvSpPr>
            <p:cNvPr id="79" name="Freeform 38"/>
            <p:cNvSpPr>
              <a:spLocks/>
            </p:cNvSpPr>
            <p:nvPr/>
          </p:nvSpPr>
          <p:spPr bwMode="auto">
            <a:xfrm>
              <a:off x="9034463" y="2709863"/>
              <a:ext cx="244475" cy="385763"/>
            </a:xfrm>
            <a:custGeom>
              <a:avLst/>
              <a:gdLst>
                <a:gd name="T0" fmla="*/ 79 w 84"/>
                <a:gd name="T1" fmla="*/ 110 h 133"/>
                <a:gd name="T2" fmla="*/ 49 w 84"/>
                <a:gd name="T3" fmla="*/ 60 h 133"/>
                <a:gd name="T4" fmla="*/ 41 w 84"/>
                <a:gd name="T5" fmla="*/ 60 h 133"/>
                <a:gd name="T6" fmla="*/ 61 w 84"/>
                <a:gd name="T7" fmla="*/ 31 h 133"/>
                <a:gd name="T8" fmla="*/ 30 w 84"/>
                <a:gd name="T9" fmla="*/ 0 h 133"/>
                <a:gd name="T10" fmla="*/ 0 w 84"/>
                <a:gd name="T11" fmla="*/ 31 h 133"/>
                <a:gd name="T12" fmla="*/ 20 w 84"/>
                <a:gd name="T13" fmla="*/ 60 h 133"/>
                <a:gd name="T14" fmla="*/ 12 w 84"/>
                <a:gd name="T15" fmla="*/ 60 h 133"/>
                <a:gd name="T16" fmla="*/ 2 w 84"/>
                <a:gd name="T17" fmla="*/ 64 h 133"/>
                <a:gd name="T18" fmla="*/ 14 w 84"/>
                <a:gd name="T19" fmla="*/ 96 h 133"/>
                <a:gd name="T20" fmla="*/ 16 w 84"/>
                <a:gd name="T21" fmla="*/ 104 h 133"/>
                <a:gd name="T22" fmla="*/ 13 w 84"/>
                <a:gd name="T23" fmla="*/ 133 h 133"/>
                <a:gd name="T24" fmla="*/ 22 w 84"/>
                <a:gd name="T25" fmla="*/ 133 h 133"/>
                <a:gd name="T26" fmla="*/ 29 w 84"/>
                <a:gd name="T27" fmla="*/ 70 h 133"/>
                <a:gd name="T28" fmla="*/ 22 w 84"/>
                <a:gd name="T29" fmla="*/ 62 h 133"/>
                <a:gd name="T30" fmla="*/ 39 w 84"/>
                <a:gd name="T31" fmla="*/ 62 h 133"/>
                <a:gd name="T32" fmla="*/ 31 w 84"/>
                <a:gd name="T33" fmla="*/ 70 h 133"/>
                <a:gd name="T34" fmla="*/ 39 w 84"/>
                <a:gd name="T35" fmla="*/ 133 h 133"/>
                <a:gd name="T36" fmla="*/ 75 w 84"/>
                <a:gd name="T37" fmla="*/ 133 h 133"/>
                <a:gd name="T38" fmla="*/ 79 w 84"/>
                <a:gd name="T39"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4" h="133">
                  <a:moveTo>
                    <a:pt x="79" y="110"/>
                  </a:moveTo>
                  <a:cubicBezTo>
                    <a:pt x="75" y="100"/>
                    <a:pt x="65" y="60"/>
                    <a:pt x="49" y="60"/>
                  </a:cubicBezTo>
                  <a:cubicBezTo>
                    <a:pt x="41" y="60"/>
                    <a:pt x="41" y="60"/>
                    <a:pt x="41" y="60"/>
                  </a:cubicBezTo>
                  <a:cubicBezTo>
                    <a:pt x="52" y="55"/>
                    <a:pt x="61" y="44"/>
                    <a:pt x="61" y="31"/>
                  </a:cubicBezTo>
                  <a:cubicBezTo>
                    <a:pt x="61" y="14"/>
                    <a:pt x="47" y="0"/>
                    <a:pt x="30" y="0"/>
                  </a:cubicBezTo>
                  <a:cubicBezTo>
                    <a:pt x="13" y="0"/>
                    <a:pt x="0" y="14"/>
                    <a:pt x="0" y="31"/>
                  </a:cubicBezTo>
                  <a:cubicBezTo>
                    <a:pt x="0" y="44"/>
                    <a:pt x="8" y="55"/>
                    <a:pt x="20" y="60"/>
                  </a:cubicBezTo>
                  <a:cubicBezTo>
                    <a:pt x="12" y="60"/>
                    <a:pt x="12" y="60"/>
                    <a:pt x="12" y="60"/>
                  </a:cubicBezTo>
                  <a:cubicBezTo>
                    <a:pt x="8" y="60"/>
                    <a:pt x="5" y="61"/>
                    <a:pt x="2" y="64"/>
                  </a:cubicBezTo>
                  <a:cubicBezTo>
                    <a:pt x="7" y="75"/>
                    <a:pt x="11" y="87"/>
                    <a:pt x="14" y="96"/>
                  </a:cubicBezTo>
                  <a:cubicBezTo>
                    <a:pt x="15" y="99"/>
                    <a:pt x="16" y="102"/>
                    <a:pt x="16" y="104"/>
                  </a:cubicBezTo>
                  <a:cubicBezTo>
                    <a:pt x="22" y="118"/>
                    <a:pt x="17" y="128"/>
                    <a:pt x="13" y="133"/>
                  </a:cubicBezTo>
                  <a:cubicBezTo>
                    <a:pt x="22" y="133"/>
                    <a:pt x="22" y="133"/>
                    <a:pt x="22" y="133"/>
                  </a:cubicBezTo>
                  <a:cubicBezTo>
                    <a:pt x="29" y="70"/>
                    <a:pt x="29" y="70"/>
                    <a:pt x="29" y="70"/>
                  </a:cubicBezTo>
                  <a:cubicBezTo>
                    <a:pt x="22" y="62"/>
                    <a:pt x="22" y="62"/>
                    <a:pt x="22" y="62"/>
                  </a:cubicBezTo>
                  <a:cubicBezTo>
                    <a:pt x="39" y="62"/>
                    <a:pt x="39" y="62"/>
                    <a:pt x="39" y="62"/>
                  </a:cubicBezTo>
                  <a:cubicBezTo>
                    <a:pt x="31" y="70"/>
                    <a:pt x="31" y="70"/>
                    <a:pt x="31" y="70"/>
                  </a:cubicBezTo>
                  <a:cubicBezTo>
                    <a:pt x="39" y="133"/>
                    <a:pt x="39" y="133"/>
                    <a:pt x="39" y="133"/>
                  </a:cubicBezTo>
                  <a:cubicBezTo>
                    <a:pt x="75" y="133"/>
                    <a:pt x="75" y="133"/>
                    <a:pt x="75" y="133"/>
                  </a:cubicBezTo>
                  <a:cubicBezTo>
                    <a:pt x="75" y="133"/>
                    <a:pt x="84" y="125"/>
                    <a:pt x="79" y="1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3200">
                <a:solidFill>
                  <a:prstClr val="black"/>
                </a:solidFill>
              </a:endParaRPr>
            </a:p>
          </p:txBody>
        </p:sp>
        <p:sp>
          <p:nvSpPr>
            <p:cNvPr id="80" name="Freeform 39"/>
            <p:cNvSpPr>
              <a:spLocks/>
            </p:cNvSpPr>
            <p:nvPr/>
          </p:nvSpPr>
          <p:spPr bwMode="auto">
            <a:xfrm>
              <a:off x="8704263" y="2622551"/>
              <a:ext cx="382587" cy="473075"/>
            </a:xfrm>
            <a:custGeom>
              <a:avLst/>
              <a:gdLst>
                <a:gd name="T0" fmla="*/ 126 w 132"/>
                <a:gd name="T1" fmla="*/ 135 h 163"/>
                <a:gd name="T2" fmla="*/ 89 w 132"/>
                <a:gd name="T3" fmla="*/ 73 h 163"/>
                <a:gd name="T4" fmla="*/ 79 w 132"/>
                <a:gd name="T5" fmla="*/ 73 h 163"/>
                <a:gd name="T6" fmla="*/ 104 w 132"/>
                <a:gd name="T7" fmla="*/ 38 h 163"/>
                <a:gd name="T8" fmla="*/ 66 w 132"/>
                <a:gd name="T9" fmla="*/ 0 h 163"/>
                <a:gd name="T10" fmla="*/ 28 w 132"/>
                <a:gd name="T11" fmla="*/ 38 h 163"/>
                <a:gd name="T12" fmla="*/ 53 w 132"/>
                <a:gd name="T13" fmla="*/ 73 h 163"/>
                <a:gd name="T14" fmla="*/ 43 w 132"/>
                <a:gd name="T15" fmla="*/ 73 h 163"/>
                <a:gd name="T16" fmla="*/ 6 w 132"/>
                <a:gd name="T17" fmla="*/ 135 h 163"/>
                <a:gd name="T18" fmla="*/ 11 w 132"/>
                <a:gd name="T19" fmla="*/ 163 h 163"/>
                <a:gd name="T20" fmla="*/ 56 w 132"/>
                <a:gd name="T21" fmla="*/ 163 h 163"/>
                <a:gd name="T22" fmla="*/ 65 w 132"/>
                <a:gd name="T23" fmla="*/ 86 h 163"/>
                <a:gd name="T24" fmla="*/ 55 w 132"/>
                <a:gd name="T25" fmla="*/ 76 h 163"/>
                <a:gd name="T26" fmla="*/ 77 w 132"/>
                <a:gd name="T27" fmla="*/ 76 h 163"/>
                <a:gd name="T28" fmla="*/ 67 w 132"/>
                <a:gd name="T29" fmla="*/ 86 h 163"/>
                <a:gd name="T30" fmla="*/ 76 w 132"/>
                <a:gd name="T31" fmla="*/ 163 h 163"/>
                <a:gd name="T32" fmla="*/ 121 w 132"/>
                <a:gd name="T33" fmla="*/ 163 h 163"/>
                <a:gd name="T34" fmla="*/ 126 w 132"/>
                <a:gd name="T35" fmla="*/ 135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2" h="163">
                  <a:moveTo>
                    <a:pt x="126" y="135"/>
                  </a:moveTo>
                  <a:cubicBezTo>
                    <a:pt x="121" y="123"/>
                    <a:pt x="109" y="73"/>
                    <a:pt x="89" y="73"/>
                  </a:cubicBezTo>
                  <a:cubicBezTo>
                    <a:pt x="79" y="73"/>
                    <a:pt x="79" y="73"/>
                    <a:pt x="79" y="73"/>
                  </a:cubicBezTo>
                  <a:cubicBezTo>
                    <a:pt x="93" y="68"/>
                    <a:pt x="104" y="54"/>
                    <a:pt x="104" y="38"/>
                  </a:cubicBezTo>
                  <a:cubicBezTo>
                    <a:pt x="104" y="17"/>
                    <a:pt x="87" y="0"/>
                    <a:pt x="66" y="0"/>
                  </a:cubicBezTo>
                  <a:cubicBezTo>
                    <a:pt x="45" y="0"/>
                    <a:pt x="28" y="17"/>
                    <a:pt x="28" y="38"/>
                  </a:cubicBezTo>
                  <a:cubicBezTo>
                    <a:pt x="28" y="54"/>
                    <a:pt x="39" y="68"/>
                    <a:pt x="53" y="73"/>
                  </a:cubicBezTo>
                  <a:cubicBezTo>
                    <a:pt x="43" y="73"/>
                    <a:pt x="43" y="73"/>
                    <a:pt x="43" y="73"/>
                  </a:cubicBezTo>
                  <a:cubicBezTo>
                    <a:pt x="23" y="73"/>
                    <a:pt x="11" y="123"/>
                    <a:pt x="6" y="135"/>
                  </a:cubicBezTo>
                  <a:cubicBezTo>
                    <a:pt x="0" y="153"/>
                    <a:pt x="11" y="163"/>
                    <a:pt x="11" y="163"/>
                  </a:cubicBezTo>
                  <a:cubicBezTo>
                    <a:pt x="56" y="163"/>
                    <a:pt x="56" y="163"/>
                    <a:pt x="56" y="163"/>
                  </a:cubicBezTo>
                  <a:cubicBezTo>
                    <a:pt x="65" y="86"/>
                    <a:pt x="65" y="86"/>
                    <a:pt x="65" y="86"/>
                  </a:cubicBezTo>
                  <a:cubicBezTo>
                    <a:pt x="55" y="76"/>
                    <a:pt x="55" y="76"/>
                    <a:pt x="55" y="76"/>
                  </a:cubicBezTo>
                  <a:cubicBezTo>
                    <a:pt x="77" y="76"/>
                    <a:pt x="77" y="76"/>
                    <a:pt x="77" y="76"/>
                  </a:cubicBezTo>
                  <a:cubicBezTo>
                    <a:pt x="67" y="86"/>
                    <a:pt x="67" y="86"/>
                    <a:pt x="67" y="86"/>
                  </a:cubicBezTo>
                  <a:cubicBezTo>
                    <a:pt x="76" y="163"/>
                    <a:pt x="76" y="163"/>
                    <a:pt x="76" y="163"/>
                  </a:cubicBezTo>
                  <a:cubicBezTo>
                    <a:pt x="121" y="163"/>
                    <a:pt x="121" y="163"/>
                    <a:pt x="121" y="163"/>
                  </a:cubicBezTo>
                  <a:cubicBezTo>
                    <a:pt x="121" y="163"/>
                    <a:pt x="132" y="153"/>
                    <a:pt x="126"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3200">
                <a:solidFill>
                  <a:prstClr val="black"/>
                </a:solidFill>
              </a:endParaRPr>
            </a:p>
          </p:txBody>
        </p:sp>
        <p:sp>
          <p:nvSpPr>
            <p:cNvPr id="81" name="Freeform 40"/>
            <p:cNvSpPr>
              <a:spLocks/>
            </p:cNvSpPr>
            <p:nvPr/>
          </p:nvSpPr>
          <p:spPr bwMode="auto">
            <a:xfrm>
              <a:off x="8513763" y="2709863"/>
              <a:ext cx="242887" cy="385763"/>
            </a:xfrm>
            <a:custGeom>
              <a:avLst/>
              <a:gdLst>
                <a:gd name="T0" fmla="*/ 68 w 84"/>
                <a:gd name="T1" fmla="*/ 104 h 133"/>
                <a:gd name="T2" fmla="*/ 70 w 84"/>
                <a:gd name="T3" fmla="*/ 96 h 133"/>
                <a:gd name="T4" fmla="*/ 82 w 84"/>
                <a:gd name="T5" fmla="*/ 64 h 133"/>
                <a:gd name="T6" fmla="*/ 72 w 84"/>
                <a:gd name="T7" fmla="*/ 60 h 133"/>
                <a:gd name="T8" fmla="*/ 64 w 84"/>
                <a:gd name="T9" fmla="*/ 60 h 133"/>
                <a:gd name="T10" fmla="*/ 84 w 84"/>
                <a:gd name="T11" fmla="*/ 31 h 133"/>
                <a:gd name="T12" fmla="*/ 54 w 84"/>
                <a:gd name="T13" fmla="*/ 0 h 133"/>
                <a:gd name="T14" fmla="*/ 23 w 84"/>
                <a:gd name="T15" fmla="*/ 31 h 133"/>
                <a:gd name="T16" fmla="*/ 43 w 84"/>
                <a:gd name="T17" fmla="*/ 60 h 133"/>
                <a:gd name="T18" fmla="*/ 35 w 84"/>
                <a:gd name="T19" fmla="*/ 60 h 133"/>
                <a:gd name="T20" fmla="*/ 5 w 84"/>
                <a:gd name="T21" fmla="*/ 110 h 133"/>
                <a:gd name="T22" fmla="*/ 9 w 84"/>
                <a:gd name="T23" fmla="*/ 133 h 133"/>
                <a:gd name="T24" fmla="*/ 45 w 84"/>
                <a:gd name="T25" fmla="*/ 133 h 133"/>
                <a:gd name="T26" fmla="*/ 53 w 84"/>
                <a:gd name="T27" fmla="*/ 70 h 133"/>
                <a:gd name="T28" fmla="*/ 45 w 84"/>
                <a:gd name="T29" fmla="*/ 62 h 133"/>
                <a:gd name="T30" fmla="*/ 62 w 84"/>
                <a:gd name="T31" fmla="*/ 62 h 133"/>
                <a:gd name="T32" fmla="*/ 55 w 84"/>
                <a:gd name="T33" fmla="*/ 70 h 133"/>
                <a:gd name="T34" fmla="*/ 62 w 84"/>
                <a:gd name="T35" fmla="*/ 133 h 133"/>
                <a:gd name="T36" fmla="*/ 71 w 84"/>
                <a:gd name="T37" fmla="*/ 133 h 133"/>
                <a:gd name="T38" fmla="*/ 68 w 84"/>
                <a:gd name="T39" fmla="*/ 104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4" h="133">
                  <a:moveTo>
                    <a:pt x="68" y="104"/>
                  </a:moveTo>
                  <a:cubicBezTo>
                    <a:pt x="68" y="102"/>
                    <a:pt x="69" y="99"/>
                    <a:pt x="70" y="96"/>
                  </a:cubicBezTo>
                  <a:cubicBezTo>
                    <a:pt x="73" y="87"/>
                    <a:pt x="77" y="75"/>
                    <a:pt x="82" y="64"/>
                  </a:cubicBezTo>
                  <a:cubicBezTo>
                    <a:pt x="79" y="61"/>
                    <a:pt x="76" y="60"/>
                    <a:pt x="72" y="60"/>
                  </a:cubicBezTo>
                  <a:cubicBezTo>
                    <a:pt x="64" y="60"/>
                    <a:pt x="64" y="60"/>
                    <a:pt x="64" y="60"/>
                  </a:cubicBezTo>
                  <a:cubicBezTo>
                    <a:pt x="76" y="55"/>
                    <a:pt x="84" y="44"/>
                    <a:pt x="84" y="31"/>
                  </a:cubicBezTo>
                  <a:cubicBezTo>
                    <a:pt x="84" y="14"/>
                    <a:pt x="71" y="0"/>
                    <a:pt x="54" y="0"/>
                  </a:cubicBezTo>
                  <a:cubicBezTo>
                    <a:pt x="37" y="0"/>
                    <a:pt x="23" y="14"/>
                    <a:pt x="23" y="31"/>
                  </a:cubicBezTo>
                  <a:cubicBezTo>
                    <a:pt x="23" y="44"/>
                    <a:pt x="32" y="55"/>
                    <a:pt x="43" y="60"/>
                  </a:cubicBezTo>
                  <a:cubicBezTo>
                    <a:pt x="35" y="60"/>
                    <a:pt x="35" y="60"/>
                    <a:pt x="35" y="60"/>
                  </a:cubicBezTo>
                  <a:cubicBezTo>
                    <a:pt x="19" y="60"/>
                    <a:pt x="9" y="100"/>
                    <a:pt x="5" y="110"/>
                  </a:cubicBezTo>
                  <a:cubicBezTo>
                    <a:pt x="0" y="125"/>
                    <a:pt x="9" y="133"/>
                    <a:pt x="9" y="133"/>
                  </a:cubicBezTo>
                  <a:cubicBezTo>
                    <a:pt x="45" y="133"/>
                    <a:pt x="45" y="133"/>
                    <a:pt x="45" y="133"/>
                  </a:cubicBezTo>
                  <a:cubicBezTo>
                    <a:pt x="53" y="70"/>
                    <a:pt x="53" y="70"/>
                    <a:pt x="53" y="70"/>
                  </a:cubicBezTo>
                  <a:cubicBezTo>
                    <a:pt x="45" y="62"/>
                    <a:pt x="45" y="62"/>
                    <a:pt x="45" y="62"/>
                  </a:cubicBezTo>
                  <a:cubicBezTo>
                    <a:pt x="62" y="62"/>
                    <a:pt x="62" y="62"/>
                    <a:pt x="62" y="62"/>
                  </a:cubicBezTo>
                  <a:cubicBezTo>
                    <a:pt x="55" y="70"/>
                    <a:pt x="55" y="70"/>
                    <a:pt x="55" y="70"/>
                  </a:cubicBezTo>
                  <a:cubicBezTo>
                    <a:pt x="62" y="133"/>
                    <a:pt x="62" y="133"/>
                    <a:pt x="62" y="133"/>
                  </a:cubicBezTo>
                  <a:cubicBezTo>
                    <a:pt x="71" y="133"/>
                    <a:pt x="71" y="133"/>
                    <a:pt x="71" y="133"/>
                  </a:cubicBezTo>
                  <a:cubicBezTo>
                    <a:pt x="67" y="128"/>
                    <a:pt x="62" y="118"/>
                    <a:pt x="68" y="1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3200">
                <a:solidFill>
                  <a:prstClr val="black"/>
                </a:solidFill>
              </a:endParaRPr>
            </a:p>
          </p:txBody>
        </p:sp>
        <p:sp>
          <p:nvSpPr>
            <p:cNvPr id="82" name="Freeform 41"/>
            <p:cNvSpPr>
              <a:spLocks/>
            </p:cNvSpPr>
            <p:nvPr/>
          </p:nvSpPr>
          <p:spPr bwMode="auto">
            <a:xfrm>
              <a:off x="9034463" y="2709863"/>
              <a:ext cx="244475" cy="385763"/>
            </a:xfrm>
            <a:custGeom>
              <a:avLst/>
              <a:gdLst>
                <a:gd name="T0" fmla="*/ 79 w 84"/>
                <a:gd name="T1" fmla="*/ 110 h 133"/>
                <a:gd name="T2" fmla="*/ 49 w 84"/>
                <a:gd name="T3" fmla="*/ 60 h 133"/>
                <a:gd name="T4" fmla="*/ 41 w 84"/>
                <a:gd name="T5" fmla="*/ 60 h 133"/>
                <a:gd name="T6" fmla="*/ 61 w 84"/>
                <a:gd name="T7" fmla="*/ 31 h 133"/>
                <a:gd name="T8" fmla="*/ 30 w 84"/>
                <a:gd name="T9" fmla="*/ 0 h 133"/>
                <a:gd name="T10" fmla="*/ 0 w 84"/>
                <a:gd name="T11" fmla="*/ 31 h 133"/>
                <a:gd name="T12" fmla="*/ 20 w 84"/>
                <a:gd name="T13" fmla="*/ 60 h 133"/>
                <a:gd name="T14" fmla="*/ 12 w 84"/>
                <a:gd name="T15" fmla="*/ 60 h 133"/>
                <a:gd name="T16" fmla="*/ 2 w 84"/>
                <a:gd name="T17" fmla="*/ 64 h 133"/>
                <a:gd name="T18" fmla="*/ 14 w 84"/>
                <a:gd name="T19" fmla="*/ 96 h 133"/>
                <a:gd name="T20" fmla="*/ 16 w 84"/>
                <a:gd name="T21" fmla="*/ 104 h 133"/>
                <a:gd name="T22" fmla="*/ 13 w 84"/>
                <a:gd name="T23" fmla="*/ 133 h 133"/>
                <a:gd name="T24" fmla="*/ 22 w 84"/>
                <a:gd name="T25" fmla="*/ 133 h 133"/>
                <a:gd name="T26" fmla="*/ 29 w 84"/>
                <a:gd name="T27" fmla="*/ 70 h 133"/>
                <a:gd name="T28" fmla="*/ 22 w 84"/>
                <a:gd name="T29" fmla="*/ 62 h 133"/>
                <a:gd name="T30" fmla="*/ 39 w 84"/>
                <a:gd name="T31" fmla="*/ 62 h 133"/>
                <a:gd name="T32" fmla="*/ 31 w 84"/>
                <a:gd name="T33" fmla="*/ 70 h 133"/>
                <a:gd name="T34" fmla="*/ 39 w 84"/>
                <a:gd name="T35" fmla="*/ 133 h 133"/>
                <a:gd name="T36" fmla="*/ 75 w 84"/>
                <a:gd name="T37" fmla="*/ 133 h 133"/>
                <a:gd name="T38" fmla="*/ 79 w 84"/>
                <a:gd name="T39"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4" h="133">
                  <a:moveTo>
                    <a:pt x="79" y="110"/>
                  </a:moveTo>
                  <a:cubicBezTo>
                    <a:pt x="75" y="100"/>
                    <a:pt x="65" y="60"/>
                    <a:pt x="49" y="60"/>
                  </a:cubicBezTo>
                  <a:cubicBezTo>
                    <a:pt x="41" y="60"/>
                    <a:pt x="41" y="60"/>
                    <a:pt x="41" y="60"/>
                  </a:cubicBezTo>
                  <a:cubicBezTo>
                    <a:pt x="52" y="55"/>
                    <a:pt x="61" y="44"/>
                    <a:pt x="61" y="31"/>
                  </a:cubicBezTo>
                  <a:cubicBezTo>
                    <a:pt x="61" y="14"/>
                    <a:pt x="47" y="0"/>
                    <a:pt x="30" y="0"/>
                  </a:cubicBezTo>
                  <a:cubicBezTo>
                    <a:pt x="13" y="0"/>
                    <a:pt x="0" y="14"/>
                    <a:pt x="0" y="31"/>
                  </a:cubicBezTo>
                  <a:cubicBezTo>
                    <a:pt x="0" y="44"/>
                    <a:pt x="8" y="55"/>
                    <a:pt x="20" y="60"/>
                  </a:cubicBezTo>
                  <a:cubicBezTo>
                    <a:pt x="12" y="60"/>
                    <a:pt x="12" y="60"/>
                    <a:pt x="12" y="60"/>
                  </a:cubicBezTo>
                  <a:cubicBezTo>
                    <a:pt x="8" y="60"/>
                    <a:pt x="5" y="61"/>
                    <a:pt x="2" y="64"/>
                  </a:cubicBezTo>
                  <a:cubicBezTo>
                    <a:pt x="7" y="75"/>
                    <a:pt x="11" y="87"/>
                    <a:pt x="14" y="96"/>
                  </a:cubicBezTo>
                  <a:cubicBezTo>
                    <a:pt x="15" y="99"/>
                    <a:pt x="16" y="102"/>
                    <a:pt x="16" y="104"/>
                  </a:cubicBezTo>
                  <a:cubicBezTo>
                    <a:pt x="22" y="118"/>
                    <a:pt x="17" y="128"/>
                    <a:pt x="13" y="133"/>
                  </a:cubicBezTo>
                  <a:cubicBezTo>
                    <a:pt x="22" y="133"/>
                    <a:pt x="22" y="133"/>
                    <a:pt x="22" y="133"/>
                  </a:cubicBezTo>
                  <a:cubicBezTo>
                    <a:pt x="29" y="70"/>
                    <a:pt x="29" y="70"/>
                    <a:pt x="29" y="70"/>
                  </a:cubicBezTo>
                  <a:cubicBezTo>
                    <a:pt x="22" y="62"/>
                    <a:pt x="22" y="62"/>
                    <a:pt x="22" y="62"/>
                  </a:cubicBezTo>
                  <a:cubicBezTo>
                    <a:pt x="39" y="62"/>
                    <a:pt x="39" y="62"/>
                    <a:pt x="39" y="62"/>
                  </a:cubicBezTo>
                  <a:cubicBezTo>
                    <a:pt x="31" y="70"/>
                    <a:pt x="31" y="70"/>
                    <a:pt x="31" y="70"/>
                  </a:cubicBezTo>
                  <a:cubicBezTo>
                    <a:pt x="39" y="133"/>
                    <a:pt x="39" y="133"/>
                    <a:pt x="39" y="133"/>
                  </a:cubicBezTo>
                  <a:cubicBezTo>
                    <a:pt x="75" y="133"/>
                    <a:pt x="75" y="133"/>
                    <a:pt x="75" y="133"/>
                  </a:cubicBezTo>
                  <a:cubicBezTo>
                    <a:pt x="75" y="133"/>
                    <a:pt x="84" y="125"/>
                    <a:pt x="79" y="1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3200">
                <a:solidFill>
                  <a:prstClr val="black"/>
                </a:solidFill>
              </a:endParaRPr>
            </a:p>
          </p:txBody>
        </p:sp>
      </p:grpSp>
      <p:sp>
        <p:nvSpPr>
          <p:cNvPr id="84" name="文本框 83"/>
          <p:cNvSpPr txBox="1"/>
          <p:nvPr/>
        </p:nvSpPr>
        <p:spPr>
          <a:xfrm>
            <a:off x="8163092" y="3656846"/>
            <a:ext cx="1631791" cy="369332"/>
          </a:xfrm>
          <a:prstGeom prst="rect">
            <a:avLst/>
          </a:prstGeom>
          <a:noFill/>
        </p:spPr>
        <p:txBody>
          <a:bodyPr wrap="square" rtlCol="0">
            <a:spAutoFit/>
          </a:bodyPr>
          <a:lstStyle/>
          <a:p>
            <a:r>
              <a:rPr lang="en-US" altLang="zh-CN" dirty="0">
                <a:solidFill>
                  <a:srgbClr val="595959"/>
                </a:solidFill>
                <a:latin typeface="Tahoma" panose="020B0604030504040204" pitchFamily="34" charset="0"/>
                <a:ea typeface="Tahoma" panose="020B0604030504040204" pitchFamily="34" charset="0"/>
                <a:cs typeface="Tahoma" panose="020B0604030504040204" pitchFamily="34" charset="0"/>
              </a:rPr>
              <a:t>Sample Text.</a:t>
            </a:r>
            <a:endParaRPr lang="zh-CN" altLang="en-US" dirty="0">
              <a:solidFill>
                <a:srgbClr val="595959"/>
              </a:solidFill>
              <a:latin typeface="Tahoma" panose="020B0604030504040204" pitchFamily="34" charset="0"/>
              <a:cs typeface="Tahoma" panose="020B0604030504040204" pitchFamily="34" charset="0"/>
            </a:endParaRPr>
          </a:p>
        </p:txBody>
      </p:sp>
      <p:grpSp>
        <p:nvGrpSpPr>
          <p:cNvPr id="85" name="组合 84"/>
          <p:cNvGrpSpPr/>
          <p:nvPr/>
        </p:nvGrpSpPr>
        <p:grpSpPr>
          <a:xfrm>
            <a:off x="7447393" y="1581926"/>
            <a:ext cx="737612" cy="620565"/>
            <a:chOff x="5146675" y="766763"/>
            <a:chExt cx="1590676" cy="1338263"/>
          </a:xfrm>
          <a:solidFill>
            <a:srgbClr val="8E9836"/>
          </a:solidFill>
        </p:grpSpPr>
        <p:sp>
          <p:nvSpPr>
            <p:cNvPr id="86" name="Oval 18"/>
            <p:cNvSpPr>
              <a:spLocks noChangeArrowheads="1"/>
            </p:cNvSpPr>
            <p:nvPr/>
          </p:nvSpPr>
          <p:spPr bwMode="auto">
            <a:xfrm>
              <a:off x="5675313" y="766763"/>
              <a:ext cx="533400" cy="5349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 name="Freeform 19"/>
            <p:cNvSpPr>
              <a:spLocks/>
            </p:cNvSpPr>
            <p:nvPr/>
          </p:nvSpPr>
          <p:spPr bwMode="auto">
            <a:xfrm>
              <a:off x="5511800" y="1344613"/>
              <a:ext cx="860425" cy="760413"/>
            </a:xfrm>
            <a:custGeom>
              <a:avLst/>
              <a:gdLst>
                <a:gd name="T0" fmla="*/ 201 w 301"/>
                <a:gd name="T1" fmla="*/ 0 h 266"/>
                <a:gd name="T2" fmla="*/ 151 w 301"/>
                <a:gd name="T3" fmla="*/ 67 h 266"/>
                <a:gd name="T4" fmla="*/ 101 w 301"/>
                <a:gd name="T5" fmla="*/ 0 h 266"/>
                <a:gd name="T6" fmla="*/ 0 w 301"/>
                <a:gd name="T7" fmla="*/ 144 h 266"/>
                <a:gd name="T8" fmla="*/ 0 w 301"/>
                <a:gd name="T9" fmla="*/ 235 h 266"/>
                <a:gd name="T10" fmla="*/ 0 w 301"/>
                <a:gd name="T11" fmla="*/ 235 h 266"/>
                <a:gd name="T12" fmla="*/ 151 w 301"/>
                <a:gd name="T13" fmla="*/ 266 h 266"/>
                <a:gd name="T14" fmla="*/ 301 w 301"/>
                <a:gd name="T15" fmla="*/ 235 h 266"/>
                <a:gd name="T16" fmla="*/ 301 w 301"/>
                <a:gd name="T17" fmla="*/ 235 h 266"/>
                <a:gd name="T18" fmla="*/ 301 w 301"/>
                <a:gd name="T19" fmla="*/ 144 h 266"/>
                <a:gd name="T20" fmla="*/ 201 w 301"/>
                <a:gd name="T21" fmla="*/ 0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1" h="266">
                  <a:moveTo>
                    <a:pt x="201" y="0"/>
                  </a:moveTo>
                  <a:cubicBezTo>
                    <a:pt x="151" y="67"/>
                    <a:pt x="151" y="67"/>
                    <a:pt x="151" y="67"/>
                  </a:cubicBezTo>
                  <a:cubicBezTo>
                    <a:pt x="101" y="0"/>
                    <a:pt x="101" y="0"/>
                    <a:pt x="101" y="0"/>
                  </a:cubicBezTo>
                  <a:cubicBezTo>
                    <a:pt x="42" y="21"/>
                    <a:pt x="0" y="78"/>
                    <a:pt x="0" y="144"/>
                  </a:cubicBezTo>
                  <a:cubicBezTo>
                    <a:pt x="0" y="235"/>
                    <a:pt x="0" y="235"/>
                    <a:pt x="0" y="235"/>
                  </a:cubicBezTo>
                  <a:cubicBezTo>
                    <a:pt x="0" y="235"/>
                    <a:pt x="0" y="235"/>
                    <a:pt x="0" y="235"/>
                  </a:cubicBezTo>
                  <a:cubicBezTo>
                    <a:pt x="3" y="252"/>
                    <a:pt x="69" y="266"/>
                    <a:pt x="151" y="266"/>
                  </a:cubicBezTo>
                  <a:cubicBezTo>
                    <a:pt x="232" y="266"/>
                    <a:pt x="298" y="252"/>
                    <a:pt x="301" y="235"/>
                  </a:cubicBezTo>
                  <a:cubicBezTo>
                    <a:pt x="301" y="235"/>
                    <a:pt x="301" y="235"/>
                    <a:pt x="301" y="235"/>
                  </a:cubicBezTo>
                  <a:cubicBezTo>
                    <a:pt x="301" y="144"/>
                    <a:pt x="301" y="144"/>
                    <a:pt x="301" y="144"/>
                  </a:cubicBezTo>
                  <a:cubicBezTo>
                    <a:pt x="301" y="78"/>
                    <a:pt x="259" y="21"/>
                    <a:pt x="20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 name="Freeform 20"/>
            <p:cNvSpPr>
              <a:spLocks/>
            </p:cNvSpPr>
            <p:nvPr/>
          </p:nvSpPr>
          <p:spPr bwMode="auto">
            <a:xfrm>
              <a:off x="5900738" y="1319213"/>
              <a:ext cx="85725" cy="50800"/>
            </a:xfrm>
            <a:custGeom>
              <a:avLst/>
              <a:gdLst>
                <a:gd name="T0" fmla="*/ 30 w 30"/>
                <a:gd name="T1" fmla="*/ 1 h 18"/>
                <a:gd name="T2" fmla="*/ 15 w 30"/>
                <a:gd name="T3" fmla="*/ 0 h 18"/>
                <a:gd name="T4" fmla="*/ 1 w 30"/>
                <a:gd name="T5" fmla="*/ 1 h 18"/>
                <a:gd name="T6" fmla="*/ 7 w 30"/>
                <a:gd name="T7" fmla="*/ 18 h 18"/>
                <a:gd name="T8" fmla="*/ 24 w 30"/>
                <a:gd name="T9" fmla="*/ 18 h 18"/>
                <a:gd name="T10" fmla="*/ 30 w 30"/>
                <a:gd name="T11" fmla="*/ 1 h 18"/>
              </a:gdLst>
              <a:ahLst/>
              <a:cxnLst>
                <a:cxn ang="0">
                  <a:pos x="T0" y="T1"/>
                </a:cxn>
                <a:cxn ang="0">
                  <a:pos x="T2" y="T3"/>
                </a:cxn>
                <a:cxn ang="0">
                  <a:pos x="T4" y="T5"/>
                </a:cxn>
                <a:cxn ang="0">
                  <a:pos x="T6" y="T7"/>
                </a:cxn>
                <a:cxn ang="0">
                  <a:pos x="T8" y="T9"/>
                </a:cxn>
                <a:cxn ang="0">
                  <a:pos x="T10" y="T11"/>
                </a:cxn>
              </a:cxnLst>
              <a:rect l="0" t="0" r="r" b="b"/>
              <a:pathLst>
                <a:path w="30" h="18">
                  <a:moveTo>
                    <a:pt x="30" y="1"/>
                  </a:moveTo>
                  <a:cubicBezTo>
                    <a:pt x="25" y="0"/>
                    <a:pt x="20" y="0"/>
                    <a:pt x="15" y="0"/>
                  </a:cubicBezTo>
                  <a:cubicBezTo>
                    <a:pt x="10" y="0"/>
                    <a:pt x="6" y="0"/>
                    <a:pt x="1" y="1"/>
                  </a:cubicBezTo>
                  <a:cubicBezTo>
                    <a:pt x="1" y="1"/>
                    <a:pt x="0" y="11"/>
                    <a:pt x="7" y="18"/>
                  </a:cubicBezTo>
                  <a:cubicBezTo>
                    <a:pt x="7" y="18"/>
                    <a:pt x="18" y="18"/>
                    <a:pt x="24" y="18"/>
                  </a:cubicBezTo>
                  <a:cubicBezTo>
                    <a:pt x="24" y="18"/>
                    <a:pt x="30" y="12"/>
                    <a:pt x="3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 name="Freeform 21"/>
            <p:cNvSpPr>
              <a:spLocks/>
            </p:cNvSpPr>
            <p:nvPr/>
          </p:nvSpPr>
          <p:spPr bwMode="auto">
            <a:xfrm>
              <a:off x="5894388" y="1377951"/>
              <a:ext cx="95250" cy="130175"/>
            </a:xfrm>
            <a:custGeom>
              <a:avLst/>
              <a:gdLst>
                <a:gd name="T0" fmla="*/ 15 w 60"/>
                <a:gd name="T1" fmla="*/ 0 h 82"/>
                <a:gd name="T2" fmla="*/ 47 w 60"/>
                <a:gd name="T3" fmla="*/ 0 h 82"/>
                <a:gd name="T4" fmla="*/ 60 w 60"/>
                <a:gd name="T5" fmla="*/ 47 h 82"/>
                <a:gd name="T6" fmla="*/ 31 w 60"/>
                <a:gd name="T7" fmla="*/ 82 h 82"/>
                <a:gd name="T8" fmla="*/ 0 w 60"/>
                <a:gd name="T9" fmla="*/ 47 h 82"/>
                <a:gd name="T10" fmla="*/ 15 w 60"/>
                <a:gd name="T11" fmla="*/ 0 h 82"/>
              </a:gdLst>
              <a:ahLst/>
              <a:cxnLst>
                <a:cxn ang="0">
                  <a:pos x="T0" y="T1"/>
                </a:cxn>
                <a:cxn ang="0">
                  <a:pos x="T2" y="T3"/>
                </a:cxn>
                <a:cxn ang="0">
                  <a:pos x="T4" y="T5"/>
                </a:cxn>
                <a:cxn ang="0">
                  <a:pos x="T6" y="T7"/>
                </a:cxn>
                <a:cxn ang="0">
                  <a:pos x="T8" y="T9"/>
                </a:cxn>
                <a:cxn ang="0">
                  <a:pos x="T10" y="T11"/>
                </a:cxn>
              </a:cxnLst>
              <a:rect l="0" t="0" r="r" b="b"/>
              <a:pathLst>
                <a:path w="60" h="82">
                  <a:moveTo>
                    <a:pt x="15" y="0"/>
                  </a:moveTo>
                  <a:lnTo>
                    <a:pt x="47" y="0"/>
                  </a:lnTo>
                  <a:lnTo>
                    <a:pt x="60" y="47"/>
                  </a:lnTo>
                  <a:lnTo>
                    <a:pt x="31" y="82"/>
                  </a:lnTo>
                  <a:lnTo>
                    <a:pt x="0" y="47"/>
                  </a:lnTo>
                  <a:lnTo>
                    <a:pt x="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 name="Freeform 22"/>
            <p:cNvSpPr>
              <a:spLocks/>
            </p:cNvSpPr>
            <p:nvPr/>
          </p:nvSpPr>
          <p:spPr bwMode="auto">
            <a:xfrm>
              <a:off x="5432425" y="1427163"/>
              <a:ext cx="71438" cy="96838"/>
            </a:xfrm>
            <a:custGeom>
              <a:avLst/>
              <a:gdLst>
                <a:gd name="T0" fmla="*/ 23 w 45"/>
                <a:gd name="T1" fmla="*/ 61 h 61"/>
                <a:gd name="T2" fmla="*/ 45 w 45"/>
                <a:gd name="T3" fmla="*/ 34 h 61"/>
                <a:gd name="T4" fmla="*/ 34 w 45"/>
                <a:gd name="T5" fmla="*/ 0 h 61"/>
                <a:gd name="T6" fmla="*/ 11 w 45"/>
                <a:gd name="T7" fmla="*/ 0 h 61"/>
                <a:gd name="T8" fmla="*/ 0 w 45"/>
                <a:gd name="T9" fmla="*/ 34 h 61"/>
                <a:gd name="T10" fmla="*/ 23 w 45"/>
                <a:gd name="T11" fmla="*/ 61 h 61"/>
              </a:gdLst>
              <a:ahLst/>
              <a:cxnLst>
                <a:cxn ang="0">
                  <a:pos x="T0" y="T1"/>
                </a:cxn>
                <a:cxn ang="0">
                  <a:pos x="T2" y="T3"/>
                </a:cxn>
                <a:cxn ang="0">
                  <a:pos x="T4" y="T5"/>
                </a:cxn>
                <a:cxn ang="0">
                  <a:pos x="T6" y="T7"/>
                </a:cxn>
                <a:cxn ang="0">
                  <a:pos x="T8" y="T9"/>
                </a:cxn>
                <a:cxn ang="0">
                  <a:pos x="T10" y="T11"/>
                </a:cxn>
              </a:cxnLst>
              <a:rect l="0" t="0" r="r" b="b"/>
              <a:pathLst>
                <a:path w="45" h="61">
                  <a:moveTo>
                    <a:pt x="23" y="61"/>
                  </a:moveTo>
                  <a:lnTo>
                    <a:pt x="45" y="34"/>
                  </a:lnTo>
                  <a:lnTo>
                    <a:pt x="34" y="0"/>
                  </a:lnTo>
                  <a:lnTo>
                    <a:pt x="11" y="0"/>
                  </a:lnTo>
                  <a:lnTo>
                    <a:pt x="0" y="34"/>
                  </a:lnTo>
                  <a:lnTo>
                    <a:pt x="23"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 name="Freeform 23"/>
            <p:cNvSpPr>
              <a:spLocks/>
            </p:cNvSpPr>
            <p:nvPr/>
          </p:nvSpPr>
          <p:spPr bwMode="auto">
            <a:xfrm>
              <a:off x="5146675" y="1401763"/>
              <a:ext cx="465138" cy="568325"/>
            </a:xfrm>
            <a:custGeom>
              <a:avLst/>
              <a:gdLst>
                <a:gd name="T0" fmla="*/ 150 w 163"/>
                <a:gd name="T1" fmla="*/ 0 h 199"/>
                <a:gd name="T2" fmla="*/ 113 w 163"/>
                <a:gd name="T3" fmla="*/ 50 h 199"/>
                <a:gd name="T4" fmla="*/ 75 w 163"/>
                <a:gd name="T5" fmla="*/ 0 h 199"/>
                <a:gd name="T6" fmla="*/ 0 w 163"/>
                <a:gd name="T7" fmla="*/ 108 h 199"/>
                <a:gd name="T8" fmla="*/ 0 w 163"/>
                <a:gd name="T9" fmla="*/ 176 h 199"/>
                <a:gd name="T10" fmla="*/ 0 w 163"/>
                <a:gd name="T11" fmla="*/ 176 h 199"/>
                <a:gd name="T12" fmla="*/ 113 w 163"/>
                <a:gd name="T13" fmla="*/ 199 h 199"/>
                <a:gd name="T14" fmla="*/ 114 w 163"/>
                <a:gd name="T15" fmla="*/ 199 h 199"/>
                <a:gd name="T16" fmla="*/ 114 w 163"/>
                <a:gd name="T17" fmla="*/ 124 h 199"/>
                <a:gd name="T18" fmla="*/ 163 w 163"/>
                <a:gd name="T19" fmla="*/ 6 h 199"/>
                <a:gd name="T20" fmla="*/ 150 w 163"/>
                <a:gd name="T21"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3" h="199">
                  <a:moveTo>
                    <a:pt x="150" y="0"/>
                  </a:moveTo>
                  <a:cubicBezTo>
                    <a:pt x="113" y="50"/>
                    <a:pt x="113" y="50"/>
                    <a:pt x="113" y="50"/>
                  </a:cubicBezTo>
                  <a:cubicBezTo>
                    <a:pt x="75" y="0"/>
                    <a:pt x="75" y="0"/>
                    <a:pt x="75" y="0"/>
                  </a:cubicBezTo>
                  <a:cubicBezTo>
                    <a:pt x="31" y="16"/>
                    <a:pt x="0" y="58"/>
                    <a:pt x="0" y="108"/>
                  </a:cubicBezTo>
                  <a:cubicBezTo>
                    <a:pt x="0" y="176"/>
                    <a:pt x="0" y="176"/>
                    <a:pt x="0" y="176"/>
                  </a:cubicBezTo>
                  <a:cubicBezTo>
                    <a:pt x="0" y="176"/>
                    <a:pt x="0" y="176"/>
                    <a:pt x="0" y="176"/>
                  </a:cubicBezTo>
                  <a:cubicBezTo>
                    <a:pt x="2" y="189"/>
                    <a:pt x="52" y="199"/>
                    <a:pt x="113" y="199"/>
                  </a:cubicBezTo>
                  <a:cubicBezTo>
                    <a:pt x="113" y="199"/>
                    <a:pt x="114" y="199"/>
                    <a:pt x="114" y="199"/>
                  </a:cubicBezTo>
                  <a:cubicBezTo>
                    <a:pt x="114" y="124"/>
                    <a:pt x="114" y="124"/>
                    <a:pt x="114" y="124"/>
                  </a:cubicBezTo>
                  <a:cubicBezTo>
                    <a:pt x="114" y="78"/>
                    <a:pt x="133" y="36"/>
                    <a:pt x="163" y="6"/>
                  </a:cubicBezTo>
                  <a:cubicBezTo>
                    <a:pt x="159" y="3"/>
                    <a:pt x="155" y="2"/>
                    <a:pt x="15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 name="Freeform 24"/>
            <p:cNvSpPr>
              <a:spLocks/>
            </p:cNvSpPr>
            <p:nvPr/>
          </p:nvSpPr>
          <p:spPr bwMode="auto">
            <a:xfrm>
              <a:off x="5438775" y="1381126"/>
              <a:ext cx="61913" cy="41275"/>
            </a:xfrm>
            <a:custGeom>
              <a:avLst/>
              <a:gdLst>
                <a:gd name="T0" fmla="*/ 18 w 22"/>
                <a:gd name="T1" fmla="*/ 14 h 14"/>
                <a:gd name="T2" fmla="*/ 22 w 22"/>
                <a:gd name="T3" fmla="*/ 1 h 14"/>
                <a:gd name="T4" fmla="*/ 11 w 22"/>
                <a:gd name="T5" fmla="*/ 0 h 14"/>
                <a:gd name="T6" fmla="*/ 0 w 22"/>
                <a:gd name="T7" fmla="*/ 1 h 14"/>
                <a:gd name="T8" fmla="*/ 5 w 22"/>
                <a:gd name="T9" fmla="*/ 14 h 14"/>
                <a:gd name="T10" fmla="*/ 18 w 22"/>
                <a:gd name="T11" fmla="*/ 14 h 14"/>
              </a:gdLst>
              <a:ahLst/>
              <a:cxnLst>
                <a:cxn ang="0">
                  <a:pos x="T0" y="T1"/>
                </a:cxn>
                <a:cxn ang="0">
                  <a:pos x="T2" y="T3"/>
                </a:cxn>
                <a:cxn ang="0">
                  <a:pos x="T4" y="T5"/>
                </a:cxn>
                <a:cxn ang="0">
                  <a:pos x="T6" y="T7"/>
                </a:cxn>
                <a:cxn ang="0">
                  <a:pos x="T8" y="T9"/>
                </a:cxn>
                <a:cxn ang="0">
                  <a:pos x="T10" y="T11"/>
                </a:cxn>
              </a:cxnLst>
              <a:rect l="0" t="0" r="r" b="b"/>
              <a:pathLst>
                <a:path w="22" h="14">
                  <a:moveTo>
                    <a:pt x="18" y="14"/>
                  </a:moveTo>
                  <a:cubicBezTo>
                    <a:pt x="18" y="14"/>
                    <a:pt x="22" y="9"/>
                    <a:pt x="22" y="1"/>
                  </a:cubicBezTo>
                  <a:cubicBezTo>
                    <a:pt x="18" y="0"/>
                    <a:pt x="15" y="0"/>
                    <a:pt x="11" y="0"/>
                  </a:cubicBezTo>
                  <a:cubicBezTo>
                    <a:pt x="7" y="0"/>
                    <a:pt x="4" y="0"/>
                    <a:pt x="0" y="1"/>
                  </a:cubicBezTo>
                  <a:cubicBezTo>
                    <a:pt x="0" y="1"/>
                    <a:pt x="0" y="8"/>
                    <a:pt x="5" y="14"/>
                  </a:cubicBezTo>
                  <a:cubicBezTo>
                    <a:pt x="5" y="14"/>
                    <a:pt x="13" y="14"/>
                    <a:pt x="18"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 name="Oval 25"/>
            <p:cNvSpPr>
              <a:spLocks noChangeArrowheads="1"/>
            </p:cNvSpPr>
            <p:nvPr/>
          </p:nvSpPr>
          <p:spPr bwMode="auto">
            <a:xfrm>
              <a:off x="5267325" y="966788"/>
              <a:ext cx="401638" cy="4032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 name="Freeform 26"/>
            <p:cNvSpPr>
              <a:spLocks/>
            </p:cNvSpPr>
            <p:nvPr/>
          </p:nvSpPr>
          <p:spPr bwMode="auto">
            <a:xfrm>
              <a:off x="6386513" y="1381126"/>
              <a:ext cx="61913" cy="41275"/>
            </a:xfrm>
            <a:custGeom>
              <a:avLst/>
              <a:gdLst>
                <a:gd name="T0" fmla="*/ 17 w 22"/>
                <a:gd name="T1" fmla="*/ 14 h 14"/>
                <a:gd name="T2" fmla="*/ 22 w 22"/>
                <a:gd name="T3" fmla="*/ 1 h 14"/>
                <a:gd name="T4" fmla="*/ 11 w 22"/>
                <a:gd name="T5" fmla="*/ 0 h 14"/>
                <a:gd name="T6" fmla="*/ 0 w 22"/>
                <a:gd name="T7" fmla="*/ 1 h 14"/>
                <a:gd name="T8" fmla="*/ 5 w 22"/>
                <a:gd name="T9" fmla="*/ 14 h 14"/>
                <a:gd name="T10" fmla="*/ 17 w 22"/>
                <a:gd name="T11" fmla="*/ 14 h 14"/>
              </a:gdLst>
              <a:ahLst/>
              <a:cxnLst>
                <a:cxn ang="0">
                  <a:pos x="T0" y="T1"/>
                </a:cxn>
                <a:cxn ang="0">
                  <a:pos x="T2" y="T3"/>
                </a:cxn>
                <a:cxn ang="0">
                  <a:pos x="T4" y="T5"/>
                </a:cxn>
                <a:cxn ang="0">
                  <a:pos x="T6" y="T7"/>
                </a:cxn>
                <a:cxn ang="0">
                  <a:pos x="T8" y="T9"/>
                </a:cxn>
                <a:cxn ang="0">
                  <a:pos x="T10" y="T11"/>
                </a:cxn>
              </a:cxnLst>
              <a:rect l="0" t="0" r="r" b="b"/>
              <a:pathLst>
                <a:path w="22" h="14">
                  <a:moveTo>
                    <a:pt x="17" y="14"/>
                  </a:moveTo>
                  <a:cubicBezTo>
                    <a:pt x="17" y="14"/>
                    <a:pt x="22" y="9"/>
                    <a:pt x="22" y="1"/>
                  </a:cubicBezTo>
                  <a:cubicBezTo>
                    <a:pt x="18" y="0"/>
                    <a:pt x="15" y="0"/>
                    <a:pt x="11" y="0"/>
                  </a:cubicBezTo>
                  <a:cubicBezTo>
                    <a:pt x="7" y="0"/>
                    <a:pt x="4" y="0"/>
                    <a:pt x="0" y="1"/>
                  </a:cubicBezTo>
                  <a:cubicBezTo>
                    <a:pt x="0" y="1"/>
                    <a:pt x="0" y="8"/>
                    <a:pt x="5" y="14"/>
                  </a:cubicBezTo>
                  <a:cubicBezTo>
                    <a:pt x="5" y="14"/>
                    <a:pt x="13" y="14"/>
                    <a:pt x="17"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 name="Freeform 27"/>
            <p:cNvSpPr>
              <a:spLocks/>
            </p:cNvSpPr>
            <p:nvPr/>
          </p:nvSpPr>
          <p:spPr bwMode="auto">
            <a:xfrm>
              <a:off x="6380163" y="1427163"/>
              <a:ext cx="71438" cy="96838"/>
            </a:xfrm>
            <a:custGeom>
              <a:avLst/>
              <a:gdLst>
                <a:gd name="T0" fmla="*/ 24 w 45"/>
                <a:gd name="T1" fmla="*/ 61 h 61"/>
                <a:gd name="T2" fmla="*/ 45 w 45"/>
                <a:gd name="T3" fmla="*/ 34 h 61"/>
                <a:gd name="T4" fmla="*/ 34 w 45"/>
                <a:gd name="T5" fmla="*/ 0 h 61"/>
                <a:gd name="T6" fmla="*/ 11 w 45"/>
                <a:gd name="T7" fmla="*/ 0 h 61"/>
                <a:gd name="T8" fmla="*/ 0 w 45"/>
                <a:gd name="T9" fmla="*/ 34 h 61"/>
                <a:gd name="T10" fmla="*/ 24 w 45"/>
                <a:gd name="T11" fmla="*/ 61 h 61"/>
              </a:gdLst>
              <a:ahLst/>
              <a:cxnLst>
                <a:cxn ang="0">
                  <a:pos x="T0" y="T1"/>
                </a:cxn>
                <a:cxn ang="0">
                  <a:pos x="T2" y="T3"/>
                </a:cxn>
                <a:cxn ang="0">
                  <a:pos x="T4" y="T5"/>
                </a:cxn>
                <a:cxn ang="0">
                  <a:pos x="T6" y="T7"/>
                </a:cxn>
                <a:cxn ang="0">
                  <a:pos x="T8" y="T9"/>
                </a:cxn>
                <a:cxn ang="0">
                  <a:pos x="T10" y="T11"/>
                </a:cxn>
              </a:cxnLst>
              <a:rect l="0" t="0" r="r" b="b"/>
              <a:pathLst>
                <a:path w="45" h="61">
                  <a:moveTo>
                    <a:pt x="24" y="61"/>
                  </a:moveTo>
                  <a:lnTo>
                    <a:pt x="45" y="34"/>
                  </a:lnTo>
                  <a:lnTo>
                    <a:pt x="34" y="0"/>
                  </a:lnTo>
                  <a:lnTo>
                    <a:pt x="11" y="0"/>
                  </a:lnTo>
                  <a:lnTo>
                    <a:pt x="0" y="34"/>
                  </a:lnTo>
                  <a:lnTo>
                    <a:pt x="24"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 name="Oval 28"/>
            <p:cNvSpPr>
              <a:spLocks noChangeArrowheads="1"/>
            </p:cNvSpPr>
            <p:nvPr/>
          </p:nvSpPr>
          <p:spPr bwMode="auto">
            <a:xfrm>
              <a:off x="6215063" y="966788"/>
              <a:ext cx="403225" cy="4032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 name="Freeform 29"/>
            <p:cNvSpPr>
              <a:spLocks/>
            </p:cNvSpPr>
            <p:nvPr/>
          </p:nvSpPr>
          <p:spPr bwMode="auto">
            <a:xfrm>
              <a:off x="6272213" y="1401763"/>
              <a:ext cx="465138" cy="568325"/>
            </a:xfrm>
            <a:custGeom>
              <a:avLst/>
              <a:gdLst>
                <a:gd name="T0" fmla="*/ 88 w 163"/>
                <a:gd name="T1" fmla="*/ 0 h 199"/>
                <a:gd name="T2" fmla="*/ 51 w 163"/>
                <a:gd name="T3" fmla="*/ 50 h 199"/>
                <a:gd name="T4" fmla="*/ 13 w 163"/>
                <a:gd name="T5" fmla="*/ 0 h 199"/>
                <a:gd name="T6" fmla="*/ 0 w 163"/>
                <a:gd name="T7" fmla="*/ 6 h 199"/>
                <a:gd name="T8" fmla="*/ 49 w 163"/>
                <a:gd name="T9" fmla="*/ 124 h 199"/>
                <a:gd name="T10" fmla="*/ 49 w 163"/>
                <a:gd name="T11" fmla="*/ 199 h 199"/>
                <a:gd name="T12" fmla="*/ 51 w 163"/>
                <a:gd name="T13" fmla="*/ 199 h 199"/>
                <a:gd name="T14" fmla="*/ 163 w 163"/>
                <a:gd name="T15" fmla="*/ 176 h 199"/>
                <a:gd name="T16" fmla="*/ 163 w 163"/>
                <a:gd name="T17" fmla="*/ 176 h 199"/>
                <a:gd name="T18" fmla="*/ 163 w 163"/>
                <a:gd name="T19" fmla="*/ 108 h 199"/>
                <a:gd name="T20" fmla="*/ 88 w 163"/>
                <a:gd name="T21"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3" h="199">
                  <a:moveTo>
                    <a:pt x="88" y="0"/>
                  </a:moveTo>
                  <a:cubicBezTo>
                    <a:pt x="51" y="50"/>
                    <a:pt x="51" y="50"/>
                    <a:pt x="51" y="50"/>
                  </a:cubicBezTo>
                  <a:cubicBezTo>
                    <a:pt x="13" y="0"/>
                    <a:pt x="13" y="0"/>
                    <a:pt x="13" y="0"/>
                  </a:cubicBezTo>
                  <a:cubicBezTo>
                    <a:pt x="9" y="2"/>
                    <a:pt x="4" y="3"/>
                    <a:pt x="0" y="6"/>
                  </a:cubicBezTo>
                  <a:cubicBezTo>
                    <a:pt x="30" y="36"/>
                    <a:pt x="49" y="78"/>
                    <a:pt x="49" y="124"/>
                  </a:cubicBezTo>
                  <a:cubicBezTo>
                    <a:pt x="49" y="199"/>
                    <a:pt x="49" y="199"/>
                    <a:pt x="49" y="199"/>
                  </a:cubicBezTo>
                  <a:cubicBezTo>
                    <a:pt x="50" y="199"/>
                    <a:pt x="50" y="199"/>
                    <a:pt x="51" y="199"/>
                  </a:cubicBezTo>
                  <a:cubicBezTo>
                    <a:pt x="112" y="199"/>
                    <a:pt x="161" y="189"/>
                    <a:pt x="163" y="176"/>
                  </a:cubicBezTo>
                  <a:cubicBezTo>
                    <a:pt x="163" y="176"/>
                    <a:pt x="163" y="176"/>
                    <a:pt x="163" y="176"/>
                  </a:cubicBezTo>
                  <a:cubicBezTo>
                    <a:pt x="163" y="108"/>
                    <a:pt x="163" y="108"/>
                    <a:pt x="163" y="108"/>
                  </a:cubicBezTo>
                  <a:cubicBezTo>
                    <a:pt x="163" y="58"/>
                    <a:pt x="132" y="16"/>
                    <a:pt x="8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03" name="组合 102"/>
          <p:cNvGrpSpPr/>
          <p:nvPr/>
        </p:nvGrpSpPr>
        <p:grpSpPr>
          <a:xfrm>
            <a:off x="6415708" y="3505617"/>
            <a:ext cx="623510" cy="578605"/>
            <a:chOff x="5278438" y="2973388"/>
            <a:chExt cx="1344613" cy="1247775"/>
          </a:xfrm>
          <a:solidFill>
            <a:srgbClr val="5A7D89"/>
          </a:solidFill>
        </p:grpSpPr>
        <p:sp>
          <p:nvSpPr>
            <p:cNvPr id="104" name="Freeform 67"/>
            <p:cNvSpPr>
              <a:spLocks noEditPoints="1"/>
            </p:cNvSpPr>
            <p:nvPr/>
          </p:nvSpPr>
          <p:spPr bwMode="auto">
            <a:xfrm>
              <a:off x="5821363" y="2973388"/>
              <a:ext cx="801688" cy="806450"/>
            </a:xfrm>
            <a:custGeom>
              <a:avLst/>
              <a:gdLst>
                <a:gd name="T0" fmla="*/ 256 w 281"/>
                <a:gd name="T1" fmla="*/ 26 h 282"/>
                <a:gd name="T2" fmla="*/ 163 w 281"/>
                <a:gd name="T3" fmla="*/ 26 h 282"/>
                <a:gd name="T4" fmla="*/ 0 w 281"/>
                <a:gd name="T5" fmla="*/ 190 h 282"/>
                <a:gd name="T6" fmla="*/ 92 w 281"/>
                <a:gd name="T7" fmla="*/ 282 h 282"/>
                <a:gd name="T8" fmla="*/ 256 w 281"/>
                <a:gd name="T9" fmla="*/ 119 h 282"/>
                <a:gd name="T10" fmla="*/ 256 w 281"/>
                <a:gd name="T11" fmla="*/ 26 h 282"/>
                <a:gd name="T12" fmla="*/ 55 w 281"/>
                <a:gd name="T13" fmla="*/ 192 h 282"/>
                <a:gd name="T14" fmla="*/ 44 w 281"/>
                <a:gd name="T15" fmla="*/ 181 h 282"/>
                <a:gd name="T16" fmla="*/ 183 w 281"/>
                <a:gd name="T17" fmla="*/ 42 h 282"/>
                <a:gd name="T18" fmla="*/ 194 w 281"/>
                <a:gd name="T19" fmla="*/ 42 h 282"/>
                <a:gd name="T20" fmla="*/ 194 w 281"/>
                <a:gd name="T21" fmla="*/ 53 h 282"/>
                <a:gd name="T22" fmla="*/ 55 w 281"/>
                <a:gd name="T23" fmla="*/ 192 h 282"/>
                <a:gd name="T24" fmla="*/ 78 w 281"/>
                <a:gd name="T25" fmla="*/ 215 h 282"/>
                <a:gd name="T26" fmla="*/ 67 w 281"/>
                <a:gd name="T27" fmla="*/ 204 h 282"/>
                <a:gd name="T28" fmla="*/ 217 w 281"/>
                <a:gd name="T29" fmla="*/ 54 h 282"/>
                <a:gd name="T30" fmla="*/ 228 w 281"/>
                <a:gd name="T31" fmla="*/ 54 h 282"/>
                <a:gd name="T32" fmla="*/ 228 w 281"/>
                <a:gd name="T33" fmla="*/ 65 h 282"/>
                <a:gd name="T34" fmla="*/ 78 w 281"/>
                <a:gd name="T35" fmla="*/ 215 h 282"/>
                <a:gd name="T36" fmla="*/ 101 w 281"/>
                <a:gd name="T37" fmla="*/ 238 h 282"/>
                <a:gd name="T38" fmla="*/ 90 w 281"/>
                <a:gd name="T39" fmla="*/ 227 h 282"/>
                <a:gd name="T40" fmla="*/ 229 w 281"/>
                <a:gd name="T41" fmla="*/ 88 h 282"/>
                <a:gd name="T42" fmla="*/ 240 w 281"/>
                <a:gd name="T43" fmla="*/ 88 h 282"/>
                <a:gd name="T44" fmla="*/ 240 w 281"/>
                <a:gd name="T45" fmla="*/ 99 h 282"/>
                <a:gd name="T46" fmla="*/ 101 w 281"/>
                <a:gd name="T47" fmla="*/ 238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1" h="282">
                  <a:moveTo>
                    <a:pt x="256" y="26"/>
                  </a:moveTo>
                  <a:cubicBezTo>
                    <a:pt x="230" y="0"/>
                    <a:pt x="189" y="0"/>
                    <a:pt x="163" y="26"/>
                  </a:cubicBezTo>
                  <a:cubicBezTo>
                    <a:pt x="0" y="190"/>
                    <a:pt x="0" y="190"/>
                    <a:pt x="0" y="190"/>
                  </a:cubicBezTo>
                  <a:cubicBezTo>
                    <a:pt x="92" y="282"/>
                    <a:pt x="92" y="282"/>
                    <a:pt x="92" y="282"/>
                  </a:cubicBezTo>
                  <a:cubicBezTo>
                    <a:pt x="256" y="119"/>
                    <a:pt x="256" y="119"/>
                    <a:pt x="256" y="119"/>
                  </a:cubicBezTo>
                  <a:cubicBezTo>
                    <a:pt x="281" y="93"/>
                    <a:pt x="281" y="52"/>
                    <a:pt x="256" y="26"/>
                  </a:cubicBezTo>
                  <a:close/>
                  <a:moveTo>
                    <a:pt x="55" y="192"/>
                  </a:moveTo>
                  <a:cubicBezTo>
                    <a:pt x="44" y="181"/>
                    <a:pt x="44" y="181"/>
                    <a:pt x="44" y="181"/>
                  </a:cubicBezTo>
                  <a:cubicBezTo>
                    <a:pt x="183" y="42"/>
                    <a:pt x="183" y="42"/>
                    <a:pt x="183" y="42"/>
                  </a:cubicBezTo>
                  <a:cubicBezTo>
                    <a:pt x="186" y="39"/>
                    <a:pt x="191" y="39"/>
                    <a:pt x="194" y="42"/>
                  </a:cubicBezTo>
                  <a:cubicBezTo>
                    <a:pt x="197" y="45"/>
                    <a:pt x="197" y="50"/>
                    <a:pt x="194" y="53"/>
                  </a:cubicBezTo>
                  <a:lnTo>
                    <a:pt x="55" y="192"/>
                  </a:lnTo>
                  <a:close/>
                  <a:moveTo>
                    <a:pt x="78" y="215"/>
                  </a:moveTo>
                  <a:cubicBezTo>
                    <a:pt x="67" y="204"/>
                    <a:pt x="67" y="204"/>
                    <a:pt x="67" y="204"/>
                  </a:cubicBezTo>
                  <a:cubicBezTo>
                    <a:pt x="217" y="54"/>
                    <a:pt x="217" y="54"/>
                    <a:pt x="217" y="54"/>
                  </a:cubicBezTo>
                  <a:cubicBezTo>
                    <a:pt x="220" y="51"/>
                    <a:pt x="225" y="51"/>
                    <a:pt x="228" y="54"/>
                  </a:cubicBezTo>
                  <a:cubicBezTo>
                    <a:pt x="231" y="57"/>
                    <a:pt x="231" y="62"/>
                    <a:pt x="228" y="65"/>
                  </a:cubicBezTo>
                  <a:lnTo>
                    <a:pt x="78" y="215"/>
                  </a:lnTo>
                  <a:close/>
                  <a:moveTo>
                    <a:pt x="101" y="238"/>
                  </a:moveTo>
                  <a:cubicBezTo>
                    <a:pt x="90" y="227"/>
                    <a:pt x="90" y="227"/>
                    <a:pt x="90" y="227"/>
                  </a:cubicBezTo>
                  <a:cubicBezTo>
                    <a:pt x="229" y="88"/>
                    <a:pt x="229" y="88"/>
                    <a:pt x="229" y="88"/>
                  </a:cubicBezTo>
                  <a:cubicBezTo>
                    <a:pt x="232" y="85"/>
                    <a:pt x="237" y="85"/>
                    <a:pt x="240" y="88"/>
                  </a:cubicBezTo>
                  <a:cubicBezTo>
                    <a:pt x="243" y="91"/>
                    <a:pt x="243" y="96"/>
                    <a:pt x="240" y="99"/>
                  </a:cubicBezTo>
                  <a:lnTo>
                    <a:pt x="101" y="2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78A6B6"/>
                </a:solidFill>
              </a:endParaRPr>
            </a:p>
          </p:txBody>
        </p:sp>
        <p:sp>
          <p:nvSpPr>
            <p:cNvPr id="105" name="Freeform 68"/>
            <p:cNvSpPr>
              <a:spLocks/>
            </p:cNvSpPr>
            <p:nvPr/>
          </p:nvSpPr>
          <p:spPr bwMode="auto">
            <a:xfrm>
              <a:off x="5375275" y="3662363"/>
              <a:ext cx="554038" cy="558800"/>
            </a:xfrm>
            <a:custGeom>
              <a:avLst/>
              <a:gdLst>
                <a:gd name="T0" fmla="*/ 227 w 349"/>
                <a:gd name="T1" fmla="*/ 209 h 352"/>
                <a:gd name="T2" fmla="*/ 210 w 349"/>
                <a:gd name="T3" fmla="*/ 193 h 352"/>
                <a:gd name="T4" fmla="*/ 349 w 349"/>
                <a:gd name="T5" fmla="*/ 54 h 352"/>
                <a:gd name="T6" fmla="*/ 295 w 349"/>
                <a:gd name="T7" fmla="*/ 0 h 352"/>
                <a:gd name="T8" fmla="*/ 156 w 349"/>
                <a:gd name="T9" fmla="*/ 139 h 352"/>
                <a:gd name="T10" fmla="*/ 142 w 349"/>
                <a:gd name="T11" fmla="*/ 125 h 352"/>
                <a:gd name="T12" fmla="*/ 110 w 349"/>
                <a:gd name="T13" fmla="*/ 141 h 352"/>
                <a:gd name="T14" fmla="*/ 0 w 349"/>
                <a:gd name="T15" fmla="*/ 317 h 352"/>
                <a:gd name="T16" fmla="*/ 32 w 349"/>
                <a:gd name="T17" fmla="*/ 352 h 352"/>
                <a:gd name="T18" fmla="*/ 207 w 349"/>
                <a:gd name="T19" fmla="*/ 242 h 352"/>
                <a:gd name="T20" fmla="*/ 227 w 349"/>
                <a:gd name="T21" fmla="*/ 209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9" h="352">
                  <a:moveTo>
                    <a:pt x="227" y="209"/>
                  </a:moveTo>
                  <a:lnTo>
                    <a:pt x="210" y="193"/>
                  </a:lnTo>
                  <a:lnTo>
                    <a:pt x="349" y="54"/>
                  </a:lnTo>
                  <a:lnTo>
                    <a:pt x="295" y="0"/>
                  </a:lnTo>
                  <a:lnTo>
                    <a:pt x="156" y="139"/>
                  </a:lnTo>
                  <a:lnTo>
                    <a:pt x="142" y="125"/>
                  </a:lnTo>
                  <a:lnTo>
                    <a:pt x="110" y="141"/>
                  </a:lnTo>
                  <a:lnTo>
                    <a:pt x="0" y="317"/>
                  </a:lnTo>
                  <a:lnTo>
                    <a:pt x="32" y="352"/>
                  </a:lnTo>
                  <a:lnTo>
                    <a:pt x="207" y="242"/>
                  </a:lnTo>
                  <a:lnTo>
                    <a:pt x="227" y="2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78A6B6"/>
                </a:solidFill>
              </a:endParaRPr>
            </a:p>
          </p:txBody>
        </p:sp>
        <p:sp>
          <p:nvSpPr>
            <p:cNvPr id="106" name="Freeform 69"/>
            <p:cNvSpPr>
              <a:spLocks/>
            </p:cNvSpPr>
            <p:nvPr/>
          </p:nvSpPr>
          <p:spPr bwMode="auto">
            <a:xfrm>
              <a:off x="5278438" y="2986088"/>
              <a:ext cx="590550" cy="590550"/>
            </a:xfrm>
            <a:custGeom>
              <a:avLst/>
              <a:gdLst>
                <a:gd name="T0" fmla="*/ 104 w 207"/>
                <a:gd name="T1" fmla="*/ 0 h 207"/>
                <a:gd name="T2" fmla="*/ 78 w 207"/>
                <a:gd name="T3" fmla="*/ 3 h 207"/>
                <a:gd name="T4" fmla="*/ 81 w 207"/>
                <a:gd name="T5" fmla="*/ 5 h 207"/>
                <a:gd name="T6" fmla="*/ 118 w 207"/>
                <a:gd name="T7" fmla="*/ 43 h 207"/>
                <a:gd name="T8" fmla="*/ 118 w 207"/>
                <a:gd name="T9" fmla="*/ 112 h 207"/>
                <a:gd name="T10" fmla="*/ 49 w 207"/>
                <a:gd name="T11" fmla="*/ 112 h 207"/>
                <a:gd name="T12" fmla="*/ 12 w 207"/>
                <a:gd name="T13" fmla="*/ 74 h 207"/>
                <a:gd name="T14" fmla="*/ 7 w 207"/>
                <a:gd name="T15" fmla="*/ 68 h 207"/>
                <a:gd name="T16" fmla="*/ 0 w 207"/>
                <a:gd name="T17" fmla="*/ 103 h 207"/>
                <a:gd name="T18" fmla="*/ 104 w 207"/>
                <a:gd name="T19" fmla="*/ 207 h 207"/>
                <a:gd name="T20" fmla="*/ 207 w 207"/>
                <a:gd name="T21" fmla="*/ 103 h 207"/>
                <a:gd name="T22" fmla="*/ 104 w 207"/>
                <a:gd name="T23"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7" h="207">
                  <a:moveTo>
                    <a:pt x="104" y="0"/>
                  </a:moveTo>
                  <a:cubicBezTo>
                    <a:pt x="95" y="0"/>
                    <a:pt x="86" y="1"/>
                    <a:pt x="78" y="3"/>
                  </a:cubicBezTo>
                  <a:cubicBezTo>
                    <a:pt x="79" y="4"/>
                    <a:pt x="80" y="5"/>
                    <a:pt x="81" y="5"/>
                  </a:cubicBezTo>
                  <a:cubicBezTo>
                    <a:pt x="118" y="43"/>
                    <a:pt x="118" y="43"/>
                    <a:pt x="118" y="43"/>
                  </a:cubicBezTo>
                  <a:cubicBezTo>
                    <a:pt x="137" y="62"/>
                    <a:pt x="137" y="93"/>
                    <a:pt x="118" y="112"/>
                  </a:cubicBezTo>
                  <a:cubicBezTo>
                    <a:pt x="99" y="131"/>
                    <a:pt x="68" y="131"/>
                    <a:pt x="49" y="112"/>
                  </a:cubicBezTo>
                  <a:cubicBezTo>
                    <a:pt x="12" y="74"/>
                    <a:pt x="12" y="74"/>
                    <a:pt x="12" y="74"/>
                  </a:cubicBezTo>
                  <a:cubicBezTo>
                    <a:pt x="10" y="72"/>
                    <a:pt x="8" y="70"/>
                    <a:pt x="7" y="68"/>
                  </a:cubicBezTo>
                  <a:cubicBezTo>
                    <a:pt x="3" y="79"/>
                    <a:pt x="0" y="91"/>
                    <a:pt x="0" y="103"/>
                  </a:cubicBezTo>
                  <a:cubicBezTo>
                    <a:pt x="0" y="161"/>
                    <a:pt x="47" y="207"/>
                    <a:pt x="104" y="207"/>
                  </a:cubicBezTo>
                  <a:cubicBezTo>
                    <a:pt x="161" y="207"/>
                    <a:pt x="207" y="161"/>
                    <a:pt x="207" y="103"/>
                  </a:cubicBezTo>
                  <a:cubicBezTo>
                    <a:pt x="207" y="46"/>
                    <a:pt x="161" y="0"/>
                    <a:pt x="10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78A6B6"/>
                </a:solidFill>
              </a:endParaRPr>
            </a:p>
          </p:txBody>
        </p:sp>
        <p:sp>
          <p:nvSpPr>
            <p:cNvPr id="107" name="Freeform 70"/>
            <p:cNvSpPr>
              <a:spLocks noEditPoints="1"/>
            </p:cNvSpPr>
            <p:nvPr/>
          </p:nvSpPr>
          <p:spPr bwMode="auto">
            <a:xfrm>
              <a:off x="6008688" y="3686176"/>
              <a:ext cx="531813" cy="531813"/>
            </a:xfrm>
            <a:custGeom>
              <a:avLst/>
              <a:gdLst>
                <a:gd name="T0" fmla="*/ 164 w 186"/>
                <a:gd name="T1" fmla="*/ 164 h 186"/>
                <a:gd name="T2" fmla="*/ 164 w 186"/>
                <a:gd name="T3" fmla="*/ 83 h 186"/>
                <a:gd name="T4" fmla="*/ 81 w 186"/>
                <a:gd name="T5" fmla="*/ 0 h 186"/>
                <a:gd name="T6" fmla="*/ 0 w 186"/>
                <a:gd name="T7" fmla="*/ 81 h 186"/>
                <a:gd name="T8" fmla="*/ 82 w 186"/>
                <a:gd name="T9" fmla="*/ 164 h 186"/>
                <a:gd name="T10" fmla="*/ 164 w 186"/>
                <a:gd name="T11" fmla="*/ 164 h 186"/>
                <a:gd name="T12" fmla="*/ 109 w 186"/>
                <a:gd name="T13" fmla="*/ 109 h 186"/>
                <a:gd name="T14" fmla="*/ 142 w 186"/>
                <a:gd name="T15" fmla="*/ 109 h 186"/>
                <a:gd name="T16" fmla="*/ 142 w 186"/>
                <a:gd name="T17" fmla="*/ 143 h 186"/>
                <a:gd name="T18" fmla="*/ 109 w 186"/>
                <a:gd name="T19" fmla="*/ 143 h 186"/>
                <a:gd name="T20" fmla="*/ 109 w 186"/>
                <a:gd name="T21" fmla="*/ 109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6" h="186">
                  <a:moveTo>
                    <a:pt x="164" y="164"/>
                  </a:moveTo>
                  <a:cubicBezTo>
                    <a:pt x="186" y="142"/>
                    <a:pt x="186" y="105"/>
                    <a:pt x="164" y="83"/>
                  </a:cubicBezTo>
                  <a:cubicBezTo>
                    <a:pt x="81" y="0"/>
                    <a:pt x="81" y="0"/>
                    <a:pt x="81" y="0"/>
                  </a:cubicBezTo>
                  <a:cubicBezTo>
                    <a:pt x="0" y="81"/>
                    <a:pt x="0" y="81"/>
                    <a:pt x="0" y="81"/>
                  </a:cubicBezTo>
                  <a:cubicBezTo>
                    <a:pt x="82" y="164"/>
                    <a:pt x="82" y="164"/>
                    <a:pt x="82" y="164"/>
                  </a:cubicBezTo>
                  <a:cubicBezTo>
                    <a:pt x="105" y="186"/>
                    <a:pt x="141" y="186"/>
                    <a:pt x="164" y="164"/>
                  </a:cubicBezTo>
                  <a:close/>
                  <a:moveTo>
                    <a:pt x="109" y="109"/>
                  </a:moveTo>
                  <a:cubicBezTo>
                    <a:pt x="118" y="100"/>
                    <a:pt x="133" y="100"/>
                    <a:pt x="142" y="109"/>
                  </a:cubicBezTo>
                  <a:cubicBezTo>
                    <a:pt x="152" y="118"/>
                    <a:pt x="152" y="133"/>
                    <a:pt x="142" y="143"/>
                  </a:cubicBezTo>
                  <a:cubicBezTo>
                    <a:pt x="133" y="152"/>
                    <a:pt x="118" y="152"/>
                    <a:pt x="109" y="143"/>
                  </a:cubicBezTo>
                  <a:cubicBezTo>
                    <a:pt x="99" y="133"/>
                    <a:pt x="99" y="118"/>
                    <a:pt x="109"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78A6B6"/>
                </a:solidFill>
              </a:endParaRPr>
            </a:p>
          </p:txBody>
        </p:sp>
      </p:grpSp>
      <p:grpSp>
        <p:nvGrpSpPr>
          <p:cNvPr id="108" name="组合 107"/>
          <p:cNvGrpSpPr/>
          <p:nvPr/>
        </p:nvGrpSpPr>
        <p:grpSpPr>
          <a:xfrm>
            <a:off x="7556536" y="5372402"/>
            <a:ext cx="547697" cy="716828"/>
            <a:chOff x="2951163" y="2495550"/>
            <a:chExt cx="1208088" cy="1581150"/>
          </a:xfrm>
          <a:solidFill>
            <a:srgbClr val="867188"/>
          </a:solidFill>
        </p:grpSpPr>
        <p:sp>
          <p:nvSpPr>
            <p:cNvPr id="109" name="Freeform 29"/>
            <p:cNvSpPr>
              <a:spLocks/>
            </p:cNvSpPr>
            <p:nvPr/>
          </p:nvSpPr>
          <p:spPr bwMode="auto">
            <a:xfrm>
              <a:off x="2978150" y="2911475"/>
              <a:ext cx="230188" cy="306388"/>
            </a:xfrm>
            <a:custGeom>
              <a:avLst/>
              <a:gdLst>
                <a:gd name="T0" fmla="*/ 69 w 79"/>
                <a:gd name="T1" fmla="*/ 40 h 105"/>
                <a:gd name="T2" fmla="*/ 70 w 79"/>
                <a:gd name="T3" fmla="*/ 3 h 105"/>
                <a:gd name="T4" fmla="*/ 52 w 79"/>
                <a:gd name="T5" fmla="*/ 0 h 105"/>
                <a:gd name="T6" fmla="*/ 0 w 79"/>
                <a:gd name="T7" fmla="*/ 52 h 105"/>
                <a:gd name="T8" fmla="*/ 52 w 79"/>
                <a:gd name="T9" fmla="*/ 105 h 105"/>
                <a:gd name="T10" fmla="*/ 79 w 79"/>
                <a:gd name="T11" fmla="*/ 97 h 105"/>
                <a:gd name="T12" fmla="*/ 69 w 79"/>
                <a:gd name="T13" fmla="*/ 40 h 105"/>
              </a:gdLst>
              <a:ahLst/>
              <a:cxnLst>
                <a:cxn ang="0">
                  <a:pos x="T0" y="T1"/>
                </a:cxn>
                <a:cxn ang="0">
                  <a:pos x="T2" y="T3"/>
                </a:cxn>
                <a:cxn ang="0">
                  <a:pos x="T4" y="T5"/>
                </a:cxn>
                <a:cxn ang="0">
                  <a:pos x="T6" y="T7"/>
                </a:cxn>
                <a:cxn ang="0">
                  <a:pos x="T8" y="T9"/>
                </a:cxn>
                <a:cxn ang="0">
                  <a:pos x="T10" y="T11"/>
                </a:cxn>
                <a:cxn ang="0">
                  <a:pos x="T12" y="T13"/>
                </a:cxn>
              </a:cxnLst>
              <a:rect l="0" t="0" r="r" b="b"/>
              <a:pathLst>
                <a:path w="79" h="105">
                  <a:moveTo>
                    <a:pt x="69" y="40"/>
                  </a:moveTo>
                  <a:cubicBezTo>
                    <a:pt x="69" y="25"/>
                    <a:pt x="62" y="15"/>
                    <a:pt x="70" y="3"/>
                  </a:cubicBezTo>
                  <a:cubicBezTo>
                    <a:pt x="65" y="1"/>
                    <a:pt x="59" y="0"/>
                    <a:pt x="52" y="0"/>
                  </a:cubicBezTo>
                  <a:cubicBezTo>
                    <a:pt x="23" y="0"/>
                    <a:pt x="0" y="24"/>
                    <a:pt x="0" y="52"/>
                  </a:cubicBezTo>
                  <a:cubicBezTo>
                    <a:pt x="0" y="81"/>
                    <a:pt x="23" y="105"/>
                    <a:pt x="52" y="105"/>
                  </a:cubicBezTo>
                  <a:cubicBezTo>
                    <a:pt x="62" y="105"/>
                    <a:pt x="71" y="102"/>
                    <a:pt x="79" y="97"/>
                  </a:cubicBezTo>
                  <a:cubicBezTo>
                    <a:pt x="75" y="84"/>
                    <a:pt x="69" y="60"/>
                    <a:pt x="69"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0" name="Freeform 30"/>
            <p:cNvSpPr>
              <a:spLocks/>
            </p:cNvSpPr>
            <p:nvPr/>
          </p:nvSpPr>
          <p:spPr bwMode="auto">
            <a:xfrm>
              <a:off x="3900488" y="2911475"/>
              <a:ext cx="228600" cy="306388"/>
            </a:xfrm>
            <a:custGeom>
              <a:avLst/>
              <a:gdLst>
                <a:gd name="T0" fmla="*/ 10 w 79"/>
                <a:gd name="T1" fmla="*/ 40 h 105"/>
                <a:gd name="T2" fmla="*/ 9 w 79"/>
                <a:gd name="T3" fmla="*/ 3 h 105"/>
                <a:gd name="T4" fmla="*/ 27 w 79"/>
                <a:gd name="T5" fmla="*/ 0 h 105"/>
                <a:gd name="T6" fmla="*/ 79 w 79"/>
                <a:gd name="T7" fmla="*/ 52 h 105"/>
                <a:gd name="T8" fmla="*/ 27 w 79"/>
                <a:gd name="T9" fmla="*/ 105 h 105"/>
                <a:gd name="T10" fmla="*/ 0 w 79"/>
                <a:gd name="T11" fmla="*/ 97 h 105"/>
                <a:gd name="T12" fmla="*/ 10 w 79"/>
                <a:gd name="T13" fmla="*/ 40 h 105"/>
              </a:gdLst>
              <a:ahLst/>
              <a:cxnLst>
                <a:cxn ang="0">
                  <a:pos x="T0" y="T1"/>
                </a:cxn>
                <a:cxn ang="0">
                  <a:pos x="T2" y="T3"/>
                </a:cxn>
                <a:cxn ang="0">
                  <a:pos x="T4" y="T5"/>
                </a:cxn>
                <a:cxn ang="0">
                  <a:pos x="T6" y="T7"/>
                </a:cxn>
                <a:cxn ang="0">
                  <a:pos x="T8" y="T9"/>
                </a:cxn>
                <a:cxn ang="0">
                  <a:pos x="T10" y="T11"/>
                </a:cxn>
                <a:cxn ang="0">
                  <a:pos x="T12" y="T13"/>
                </a:cxn>
              </a:cxnLst>
              <a:rect l="0" t="0" r="r" b="b"/>
              <a:pathLst>
                <a:path w="79" h="105">
                  <a:moveTo>
                    <a:pt x="10" y="40"/>
                  </a:moveTo>
                  <a:cubicBezTo>
                    <a:pt x="10" y="25"/>
                    <a:pt x="17" y="15"/>
                    <a:pt x="9" y="3"/>
                  </a:cubicBezTo>
                  <a:cubicBezTo>
                    <a:pt x="15" y="1"/>
                    <a:pt x="21" y="0"/>
                    <a:pt x="27" y="0"/>
                  </a:cubicBezTo>
                  <a:cubicBezTo>
                    <a:pt x="56" y="0"/>
                    <a:pt x="79" y="24"/>
                    <a:pt x="79" y="52"/>
                  </a:cubicBezTo>
                  <a:cubicBezTo>
                    <a:pt x="79" y="81"/>
                    <a:pt x="56" y="105"/>
                    <a:pt x="27" y="105"/>
                  </a:cubicBezTo>
                  <a:cubicBezTo>
                    <a:pt x="17" y="105"/>
                    <a:pt x="8" y="102"/>
                    <a:pt x="0" y="97"/>
                  </a:cubicBezTo>
                  <a:cubicBezTo>
                    <a:pt x="4" y="84"/>
                    <a:pt x="10" y="60"/>
                    <a:pt x="10"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1" name="Freeform 31"/>
            <p:cNvSpPr>
              <a:spLocks/>
            </p:cNvSpPr>
            <p:nvPr/>
          </p:nvSpPr>
          <p:spPr bwMode="auto">
            <a:xfrm>
              <a:off x="3481388" y="3570288"/>
              <a:ext cx="147638" cy="328613"/>
            </a:xfrm>
            <a:custGeom>
              <a:avLst/>
              <a:gdLst>
                <a:gd name="T0" fmla="*/ 25 w 93"/>
                <a:gd name="T1" fmla="*/ 0 h 207"/>
                <a:gd name="T2" fmla="*/ 0 w 93"/>
                <a:gd name="T3" fmla="*/ 145 h 207"/>
                <a:gd name="T4" fmla="*/ 47 w 93"/>
                <a:gd name="T5" fmla="*/ 207 h 207"/>
                <a:gd name="T6" fmla="*/ 93 w 93"/>
                <a:gd name="T7" fmla="*/ 143 h 207"/>
                <a:gd name="T8" fmla="*/ 68 w 93"/>
                <a:gd name="T9" fmla="*/ 0 h 207"/>
                <a:gd name="T10" fmla="*/ 25 w 93"/>
                <a:gd name="T11" fmla="*/ 0 h 207"/>
              </a:gdLst>
              <a:ahLst/>
              <a:cxnLst>
                <a:cxn ang="0">
                  <a:pos x="T0" y="T1"/>
                </a:cxn>
                <a:cxn ang="0">
                  <a:pos x="T2" y="T3"/>
                </a:cxn>
                <a:cxn ang="0">
                  <a:pos x="T4" y="T5"/>
                </a:cxn>
                <a:cxn ang="0">
                  <a:pos x="T6" y="T7"/>
                </a:cxn>
                <a:cxn ang="0">
                  <a:pos x="T8" y="T9"/>
                </a:cxn>
                <a:cxn ang="0">
                  <a:pos x="T10" y="T11"/>
                </a:cxn>
              </a:cxnLst>
              <a:rect l="0" t="0" r="r" b="b"/>
              <a:pathLst>
                <a:path w="93" h="207">
                  <a:moveTo>
                    <a:pt x="25" y="0"/>
                  </a:moveTo>
                  <a:lnTo>
                    <a:pt x="0" y="145"/>
                  </a:lnTo>
                  <a:lnTo>
                    <a:pt x="47" y="207"/>
                  </a:lnTo>
                  <a:lnTo>
                    <a:pt x="93" y="143"/>
                  </a:lnTo>
                  <a:lnTo>
                    <a:pt x="68" y="0"/>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2" name="Freeform 32"/>
            <p:cNvSpPr>
              <a:spLocks/>
            </p:cNvSpPr>
            <p:nvPr/>
          </p:nvSpPr>
          <p:spPr bwMode="auto">
            <a:xfrm>
              <a:off x="3471863" y="3433763"/>
              <a:ext cx="166688" cy="115888"/>
            </a:xfrm>
            <a:custGeom>
              <a:avLst/>
              <a:gdLst>
                <a:gd name="T0" fmla="*/ 21 w 57"/>
                <a:gd name="T1" fmla="*/ 7 h 40"/>
                <a:gd name="T2" fmla="*/ 0 w 57"/>
                <a:gd name="T3" fmla="*/ 5 h 40"/>
                <a:gd name="T4" fmla="*/ 0 w 57"/>
                <a:gd name="T5" fmla="*/ 14 h 40"/>
                <a:gd name="T6" fmla="*/ 1 w 57"/>
                <a:gd name="T7" fmla="*/ 13 h 40"/>
                <a:gd name="T8" fmla="*/ 18 w 57"/>
                <a:gd name="T9" fmla="*/ 40 h 40"/>
                <a:gd name="T10" fmla="*/ 40 w 57"/>
                <a:gd name="T11" fmla="*/ 40 h 40"/>
                <a:gd name="T12" fmla="*/ 56 w 57"/>
                <a:gd name="T13" fmla="*/ 15 h 40"/>
                <a:gd name="T14" fmla="*/ 57 w 57"/>
                <a:gd name="T15" fmla="*/ 0 h 40"/>
                <a:gd name="T16" fmla="*/ 21 w 57"/>
                <a:gd name="T17" fmla="*/ 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40">
                  <a:moveTo>
                    <a:pt x="21" y="7"/>
                  </a:moveTo>
                  <a:cubicBezTo>
                    <a:pt x="14" y="7"/>
                    <a:pt x="7" y="7"/>
                    <a:pt x="0" y="5"/>
                  </a:cubicBezTo>
                  <a:cubicBezTo>
                    <a:pt x="0" y="8"/>
                    <a:pt x="0" y="11"/>
                    <a:pt x="0" y="14"/>
                  </a:cubicBezTo>
                  <a:cubicBezTo>
                    <a:pt x="0" y="13"/>
                    <a:pt x="1" y="13"/>
                    <a:pt x="1" y="13"/>
                  </a:cubicBezTo>
                  <a:cubicBezTo>
                    <a:pt x="18" y="40"/>
                    <a:pt x="18" y="40"/>
                    <a:pt x="18" y="40"/>
                  </a:cubicBezTo>
                  <a:cubicBezTo>
                    <a:pt x="40" y="40"/>
                    <a:pt x="40" y="40"/>
                    <a:pt x="40" y="40"/>
                  </a:cubicBezTo>
                  <a:cubicBezTo>
                    <a:pt x="56" y="15"/>
                    <a:pt x="56" y="15"/>
                    <a:pt x="56" y="15"/>
                  </a:cubicBezTo>
                  <a:cubicBezTo>
                    <a:pt x="56" y="10"/>
                    <a:pt x="56" y="5"/>
                    <a:pt x="57" y="0"/>
                  </a:cubicBezTo>
                  <a:cubicBezTo>
                    <a:pt x="46" y="5"/>
                    <a:pt x="34" y="7"/>
                    <a:pt x="2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3" name="Freeform 33"/>
            <p:cNvSpPr>
              <a:spLocks noEditPoints="1"/>
            </p:cNvSpPr>
            <p:nvPr/>
          </p:nvSpPr>
          <p:spPr bwMode="auto">
            <a:xfrm>
              <a:off x="3140075" y="2582863"/>
              <a:ext cx="827088" cy="827088"/>
            </a:xfrm>
            <a:custGeom>
              <a:avLst/>
              <a:gdLst>
                <a:gd name="T0" fmla="*/ 0 w 284"/>
                <a:gd name="T1" fmla="*/ 142 h 284"/>
                <a:gd name="T2" fmla="*/ 142 w 284"/>
                <a:gd name="T3" fmla="*/ 0 h 284"/>
                <a:gd name="T4" fmla="*/ 142 w 284"/>
                <a:gd name="T5" fmla="*/ 0 h 284"/>
                <a:gd name="T6" fmla="*/ 284 w 284"/>
                <a:gd name="T7" fmla="*/ 142 h 284"/>
                <a:gd name="T8" fmla="*/ 284 w 284"/>
                <a:gd name="T9" fmla="*/ 142 h 284"/>
                <a:gd name="T10" fmla="*/ 142 w 284"/>
                <a:gd name="T11" fmla="*/ 284 h 284"/>
                <a:gd name="T12" fmla="*/ 142 w 284"/>
                <a:gd name="T13" fmla="*/ 284 h 284"/>
                <a:gd name="T14" fmla="*/ 0 w 284"/>
                <a:gd name="T15" fmla="*/ 142 h 284"/>
                <a:gd name="T16" fmla="*/ 25 w 284"/>
                <a:gd name="T17" fmla="*/ 142 h 284"/>
                <a:gd name="T18" fmla="*/ 142 w 284"/>
                <a:gd name="T19" fmla="*/ 260 h 284"/>
                <a:gd name="T20" fmla="*/ 142 w 284"/>
                <a:gd name="T21" fmla="*/ 260 h 284"/>
                <a:gd name="T22" fmla="*/ 260 w 284"/>
                <a:gd name="T23" fmla="*/ 142 h 284"/>
                <a:gd name="T24" fmla="*/ 260 w 284"/>
                <a:gd name="T25" fmla="*/ 142 h 284"/>
                <a:gd name="T26" fmla="*/ 142 w 284"/>
                <a:gd name="T27" fmla="*/ 24 h 284"/>
                <a:gd name="T28" fmla="*/ 142 w 284"/>
                <a:gd name="T29" fmla="*/ 24 h 284"/>
                <a:gd name="T30" fmla="*/ 25 w 284"/>
                <a:gd name="T31" fmla="*/ 142 h 284"/>
                <a:gd name="T32" fmla="*/ 25 w 284"/>
                <a:gd name="T33" fmla="*/ 142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4" h="284">
                  <a:moveTo>
                    <a:pt x="0" y="142"/>
                  </a:moveTo>
                  <a:cubicBezTo>
                    <a:pt x="0" y="63"/>
                    <a:pt x="64" y="0"/>
                    <a:pt x="142" y="0"/>
                  </a:cubicBezTo>
                  <a:cubicBezTo>
                    <a:pt x="142" y="0"/>
                    <a:pt x="142" y="0"/>
                    <a:pt x="142" y="0"/>
                  </a:cubicBezTo>
                  <a:cubicBezTo>
                    <a:pt x="221" y="0"/>
                    <a:pt x="284" y="63"/>
                    <a:pt x="284" y="142"/>
                  </a:cubicBezTo>
                  <a:cubicBezTo>
                    <a:pt x="284" y="142"/>
                    <a:pt x="284" y="142"/>
                    <a:pt x="284" y="142"/>
                  </a:cubicBezTo>
                  <a:cubicBezTo>
                    <a:pt x="284" y="220"/>
                    <a:pt x="221" y="284"/>
                    <a:pt x="142" y="284"/>
                  </a:cubicBezTo>
                  <a:cubicBezTo>
                    <a:pt x="142" y="284"/>
                    <a:pt x="142" y="284"/>
                    <a:pt x="142" y="284"/>
                  </a:cubicBezTo>
                  <a:cubicBezTo>
                    <a:pt x="64" y="284"/>
                    <a:pt x="0" y="220"/>
                    <a:pt x="0" y="142"/>
                  </a:cubicBezTo>
                  <a:close/>
                  <a:moveTo>
                    <a:pt x="25" y="142"/>
                  </a:moveTo>
                  <a:cubicBezTo>
                    <a:pt x="25" y="207"/>
                    <a:pt x="77" y="259"/>
                    <a:pt x="142" y="260"/>
                  </a:cubicBezTo>
                  <a:cubicBezTo>
                    <a:pt x="142" y="260"/>
                    <a:pt x="142" y="260"/>
                    <a:pt x="142" y="260"/>
                  </a:cubicBezTo>
                  <a:cubicBezTo>
                    <a:pt x="207" y="259"/>
                    <a:pt x="260" y="207"/>
                    <a:pt x="260" y="142"/>
                  </a:cubicBezTo>
                  <a:cubicBezTo>
                    <a:pt x="260" y="142"/>
                    <a:pt x="260" y="142"/>
                    <a:pt x="260" y="142"/>
                  </a:cubicBezTo>
                  <a:cubicBezTo>
                    <a:pt x="260" y="77"/>
                    <a:pt x="207" y="24"/>
                    <a:pt x="142" y="24"/>
                  </a:cubicBezTo>
                  <a:cubicBezTo>
                    <a:pt x="142" y="24"/>
                    <a:pt x="142" y="24"/>
                    <a:pt x="142" y="24"/>
                  </a:cubicBezTo>
                  <a:cubicBezTo>
                    <a:pt x="77" y="24"/>
                    <a:pt x="25" y="77"/>
                    <a:pt x="25" y="142"/>
                  </a:cubicBezTo>
                  <a:cubicBezTo>
                    <a:pt x="25" y="142"/>
                    <a:pt x="25" y="142"/>
                    <a:pt x="25" y="1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4" name="Freeform 34"/>
            <p:cNvSpPr>
              <a:spLocks/>
            </p:cNvSpPr>
            <p:nvPr/>
          </p:nvSpPr>
          <p:spPr bwMode="auto">
            <a:xfrm>
              <a:off x="3068638" y="2495550"/>
              <a:ext cx="971550" cy="454025"/>
            </a:xfrm>
            <a:custGeom>
              <a:avLst/>
              <a:gdLst>
                <a:gd name="T0" fmla="*/ 0 w 334"/>
                <a:gd name="T1" fmla="*/ 155 h 156"/>
                <a:gd name="T2" fmla="*/ 167 w 334"/>
                <a:gd name="T3" fmla="*/ 0 h 156"/>
                <a:gd name="T4" fmla="*/ 167 w 334"/>
                <a:gd name="T5" fmla="*/ 0 h 156"/>
                <a:gd name="T6" fmla="*/ 334 w 334"/>
                <a:gd name="T7" fmla="*/ 155 h 156"/>
                <a:gd name="T8" fmla="*/ 334 w 334"/>
                <a:gd name="T9" fmla="*/ 155 h 156"/>
                <a:gd name="T10" fmla="*/ 322 w 334"/>
                <a:gd name="T11" fmla="*/ 155 h 156"/>
                <a:gd name="T12" fmla="*/ 167 w 334"/>
                <a:gd name="T13" fmla="*/ 12 h 156"/>
                <a:gd name="T14" fmla="*/ 167 w 334"/>
                <a:gd name="T15" fmla="*/ 12 h 156"/>
                <a:gd name="T16" fmla="*/ 12 w 334"/>
                <a:gd name="T17" fmla="*/ 156 h 156"/>
                <a:gd name="T18" fmla="*/ 12 w 334"/>
                <a:gd name="T19" fmla="*/ 156 h 156"/>
                <a:gd name="T20" fmla="*/ 0 w 334"/>
                <a:gd name="T21" fmla="*/ 155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4" h="156">
                  <a:moveTo>
                    <a:pt x="0" y="155"/>
                  </a:moveTo>
                  <a:cubicBezTo>
                    <a:pt x="7" y="68"/>
                    <a:pt x="79" y="0"/>
                    <a:pt x="167" y="0"/>
                  </a:cubicBezTo>
                  <a:cubicBezTo>
                    <a:pt x="167" y="0"/>
                    <a:pt x="167" y="0"/>
                    <a:pt x="167" y="0"/>
                  </a:cubicBezTo>
                  <a:cubicBezTo>
                    <a:pt x="255" y="0"/>
                    <a:pt x="328" y="68"/>
                    <a:pt x="334" y="155"/>
                  </a:cubicBezTo>
                  <a:cubicBezTo>
                    <a:pt x="334" y="155"/>
                    <a:pt x="334" y="155"/>
                    <a:pt x="334" y="155"/>
                  </a:cubicBezTo>
                  <a:cubicBezTo>
                    <a:pt x="322" y="155"/>
                    <a:pt x="322" y="155"/>
                    <a:pt x="322" y="155"/>
                  </a:cubicBezTo>
                  <a:cubicBezTo>
                    <a:pt x="316" y="75"/>
                    <a:pt x="249" y="12"/>
                    <a:pt x="167" y="12"/>
                  </a:cubicBezTo>
                  <a:cubicBezTo>
                    <a:pt x="167" y="12"/>
                    <a:pt x="167" y="12"/>
                    <a:pt x="167" y="12"/>
                  </a:cubicBezTo>
                  <a:cubicBezTo>
                    <a:pt x="85" y="12"/>
                    <a:pt x="18" y="75"/>
                    <a:pt x="12" y="156"/>
                  </a:cubicBezTo>
                  <a:cubicBezTo>
                    <a:pt x="12" y="156"/>
                    <a:pt x="12" y="156"/>
                    <a:pt x="12" y="156"/>
                  </a:cubicBezTo>
                  <a:cubicBezTo>
                    <a:pt x="0" y="155"/>
                    <a:pt x="0" y="155"/>
                    <a:pt x="0" y="1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5" name="Freeform 35"/>
            <p:cNvSpPr>
              <a:spLocks/>
            </p:cNvSpPr>
            <p:nvPr/>
          </p:nvSpPr>
          <p:spPr bwMode="auto">
            <a:xfrm>
              <a:off x="2951163" y="3378200"/>
              <a:ext cx="1208088" cy="698500"/>
            </a:xfrm>
            <a:custGeom>
              <a:avLst/>
              <a:gdLst>
                <a:gd name="T0" fmla="*/ 382 w 415"/>
                <a:gd name="T1" fmla="*/ 223 h 240"/>
                <a:gd name="T2" fmla="*/ 326 w 415"/>
                <a:gd name="T3" fmla="*/ 80 h 240"/>
                <a:gd name="T4" fmla="*/ 326 w 415"/>
                <a:gd name="T5" fmla="*/ 80 h 240"/>
                <a:gd name="T6" fmla="*/ 207 w 415"/>
                <a:gd name="T7" fmla="*/ 33 h 240"/>
                <a:gd name="T8" fmla="*/ 207 w 415"/>
                <a:gd name="T9" fmla="*/ 33 h 240"/>
                <a:gd name="T10" fmla="*/ 161 w 415"/>
                <a:gd name="T11" fmla="*/ 39 h 240"/>
                <a:gd name="T12" fmla="*/ 161 w 415"/>
                <a:gd name="T13" fmla="*/ 39 h 240"/>
                <a:gd name="T14" fmla="*/ 60 w 415"/>
                <a:gd name="T15" fmla="*/ 114 h 240"/>
                <a:gd name="T16" fmla="*/ 60 w 415"/>
                <a:gd name="T17" fmla="*/ 114 h 240"/>
                <a:gd name="T18" fmla="*/ 33 w 415"/>
                <a:gd name="T19" fmla="*/ 223 h 240"/>
                <a:gd name="T20" fmla="*/ 33 w 415"/>
                <a:gd name="T21" fmla="*/ 223 h 240"/>
                <a:gd name="T22" fmla="*/ 16 w 415"/>
                <a:gd name="T23" fmla="*/ 240 h 240"/>
                <a:gd name="T24" fmla="*/ 16 w 415"/>
                <a:gd name="T25" fmla="*/ 240 h 240"/>
                <a:gd name="T26" fmla="*/ 0 w 415"/>
                <a:gd name="T27" fmla="*/ 223 h 240"/>
                <a:gd name="T28" fmla="*/ 0 w 415"/>
                <a:gd name="T29" fmla="*/ 223 h 240"/>
                <a:gd name="T30" fmla="*/ 32 w 415"/>
                <a:gd name="T31" fmla="*/ 97 h 240"/>
                <a:gd name="T32" fmla="*/ 32 w 415"/>
                <a:gd name="T33" fmla="*/ 97 h 240"/>
                <a:gd name="T34" fmla="*/ 152 w 415"/>
                <a:gd name="T35" fmla="*/ 8 h 240"/>
                <a:gd name="T36" fmla="*/ 152 w 415"/>
                <a:gd name="T37" fmla="*/ 8 h 240"/>
                <a:gd name="T38" fmla="*/ 207 w 415"/>
                <a:gd name="T39" fmla="*/ 0 h 240"/>
                <a:gd name="T40" fmla="*/ 207 w 415"/>
                <a:gd name="T41" fmla="*/ 0 h 240"/>
                <a:gd name="T42" fmla="*/ 349 w 415"/>
                <a:gd name="T43" fmla="*/ 56 h 240"/>
                <a:gd name="T44" fmla="*/ 349 w 415"/>
                <a:gd name="T45" fmla="*/ 56 h 240"/>
                <a:gd name="T46" fmla="*/ 414 w 415"/>
                <a:gd name="T47" fmla="*/ 223 h 240"/>
                <a:gd name="T48" fmla="*/ 414 w 415"/>
                <a:gd name="T49" fmla="*/ 223 h 240"/>
                <a:gd name="T50" fmla="*/ 398 w 415"/>
                <a:gd name="T51" fmla="*/ 240 h 240"/>
                <a:gd name="T52" fmla="*/ 398 w 415"/>
                <a:gd name="T53" fmla="*/ 240 h 240"/>
                <a:gd name="T54" fmla="*/ 382 w 415"/>
                <a:gd name="T55" fmla="*/ 223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15" h="240">
                  <a:moveTo>
                    <a:pt x="382" y="223"/>
                  </a:moveTo>
                  <a:cubicBezTo>
                    <a:pt x="382" y="167"/>
                    <a:pt x="367" y="118"/>
                    <a:pt x="326" y="80"/>
                  </a:cubicBezTo>
                  <a:cubicBezTo>
                    <a:pt x="326" y="80"/>
                    <a:pt x="326" y="80"/>
                    <a:pt x="326" y="80"/>
                  </a:cubicBezTo>
                  <a:cubicBezTo>
                    <a:pt x="294" y="49"/>
                    <a:pt x="250" y="33"/>
                    <a:pt x="207" y="33"/>
                  </a:cubicBezTo>
                  <a:cubicBezTo>
                    <a:pt x="207" y="33"/>
                    <a:pt x="207" y="33"/>
                    <a:pt x="207" y="33"/>
                  </a:cubicBezTo>
                  <a:cubicBezTo>
                    <a:pt x="191" y="33"/>
                    <a:pt x="176" y="35"/>
                    <a:pt x="161" y="39"/>
                  </a:cubicBezTo>
                  <a:cubicBezTo>
                    <a:pt x="161" y="39"/>
                    <a:pt x="161" y="39"/>
                    <a:pt x="161" y="39"/>
                  </a:cubicBezTo>
                  <a:cubicBezTo>
                    <a:pt x="119" y="51"/>
                    <a:pt x="83" y="78"/>
                    <a:pt x="60" y="114"/>
                  </a:cubicBezTo>
                  <a:cubicBezTo>
                    <a:pt x="60" y="114"/>
                    <a:pt x="60" y="114"/>
                    <a:pt x="60" y="114"/>
                  </a:cubicBezTo>
                  <a:cubicBezTo>
                    <a:pt x="39" y="147"/>
                    <a:pt x="33" y="183"/>
                    <a:pt x="33" y="223"/>
                  </a:cubicBezTo>
                  <a:cubicBezTo>
                    <a:pt x="33" y="223"/>
                    <a:pt x="33" y="223"/>
                    <a:pt x="33" y="223"/>
                  </a:cubicBezTo>
                  <a:cubicBezTo>
                    <a:pt x="33" y="232"/>
                    <a:pt x="25" y="240"/>
                    <a:pt x="16" y="240"/>
                  </a:cubicBezTo>
                  <a:cubicBezTo>
                    <a:pt x="16" y="240"/>
                    <a:pt x="16" y="240"/>
                    <a:pt x="16" y="240"/>
                  </a:cubicBezTo>
                  <a:cubicBezTo>
                    <a:pt x="7" y="240"/>
                    <a:pt x="0" y="232"/>
                    <a:pt x="0" y="223"/>
                  </a:cubicBezTo>
                  <a:cubicBezTo>
                    <a:pt x="0" y="223"/>
                    <a:pt x="0" y="223"/>
                    <a:pt x="0" y="223"/>
                  </a:cubicBezTo>
                  <a:cubicBezTo>
                    <a:pt x="0" y="180"/>
                    <a:pt x="7" y="136"/>
                    <a:pt x="32" y="97"/>
                  </a:cubicBezTo>
                  <a:cubicBezTo>
                    <a:pt x="32" y="97"/>
                    <a:pt x="32" y="97"/>
                    <a:pt x="32" y="97"/>
                  </a:cubicBezTo>
                  <a:cubicBezTo>
                    <a:pt x="59" y="53"/>
                    <a:pt x="102" y="21"/>
                    <a:pt x="152" y="8"/>
                  </a:cubicBezTo>
                  <a:cubicBezTo>
                    <a:pt x="152" y="8"/>
                    <a:pt x="152" y="8"/>
                    <a:pt x="152" y="8"/>
                  </a:cubicBezTo>
                  <a:cubicBezTo>
                    <a:pt x="170" y="3"/>
                    <a:pt x="188" y="0"/>
                    <a:pt x="207" y="0"/>
                  </a:cubicBezTo>
                  <a:cubicBezTo>
                    <a:pt x="207" y="0"/>
                    <a:pt x="207" y="0"/>
                    <a:pt x="207" y="0"/>
                  </a:cubicBezTo>
                  <a:cubicBezTo>
                    <a:pt x="259" y="0"/>
                    <a:pt x="310" y="20"/>
                    <a:pt x="349" y="56"/>
                  </a:cubicBezTo>
                  <a:cubicBezTo>
                    <a:pt x="349" y="56"/>
                    <a:pt x="349" y="56"/>
                    <a:pt x="349" y="56"/>
                  </a:cubicBezTo>
                  <a:cubicBezTo>
                    <a:pt x="397" y="101"/>
                    <a:pt x="415" y="161"/>
                    <a:pt x="414" y="223"/>
                  </a:cubicBezTo>
                  <a:cubicBezTo>
                    <a:pt x="414" y="223"/>
                    <a:pt x="414" y="223"/>
                    <a:pt x="414" y="223"/>
                  </a:cubicBezTo>
                  <a:cubicBezTo>
                    <a:pt x="414" y="232"/>
                    <a:pt x="407" y="240"/>
                    <a:pt x="398" y="240"/>
                  </a:cubicBezTo>
                  <a:cubicBezTo>
                    <a:pt x="398" y="240"/>
                    <a:pt x="398" y="240"/>
                    <a:pt x="398" y="240"/>
                  </a:cubicBezTo>
                  <a:cubicBezTo>
                    <a:pt x="389" y="240"/>
                    <a:pt x="382" y="232"/>
                    <a:pt x="382" y="2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6" name="Freeform 36"/>
            <p:cNvSpPr>
              <a:spLocks/>
            </p:cNvSpPr>
            <p:nvPr/>
          </p:nvSpPr>
          <p:spPr bwMode="auto">
            <a:xfrm>
              <a:off x="3446463" y="3189288"/>
              <a:ext cx="165100" cy="88900"/>
            </a:xfrm>
            <a:custGeom>
              <a:avLst/>
              <a:gdLst>
                <a:gd name="T0" fmla="*/ 57 w 57"/>
                <a:gd name="T1" fmla="*/ 15 h 31"/>
                <a:gd name="T2" fmla="*/ 41 w 57"/>
                <a:gd name="T3" fmla="*/ 31 h 31"/>
                <a:gd name="T4" fmla="*/ 16 w 57"/>
                <a:gd name="T5" fmla="*/ 31 h 31"/>
                <a:gd name="T6" fmla="*/ 0 w 57"/>
                <a:gd name="T7" fmla="*/ 15 h 31"/>
                <a:gd name="T8" fmla="*/ 0 w 57"/>
                <a:gd name="T9" fmla="*/ 15 h 31"/>
                <a:gd name="T10" fmla="*/ 16 w 57"/>
                <a:gd name="T11" fmla="*/ 0 h 31"/>
                <a:gd name="T12" fmla="*/ 41 w 57"/>
                <a:gd name="T13" fmla="*/ 0 h 31"/>
                <a:gd name="T14" fmla="*/ 57 w 57"/>
                <a:gd name="T15" fmla="*/ 15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31">
                  <a:moveTo>
                    <a:pt x="57" y="15"/>
                  </a:moveTo>
                  <a:cubicBezTo>
                    <a:pt x="57" y="24"/>
                    <a:pt x="50" y="31"/>
                    <a:pt x="41" y="31"/>
                  </a:cubicBezTo>
                  <a:cubicBezTo>
                    <a:pt x="16" y="31"/>
                    <a:pt x="16" y="31"/>
                    <a:pt x="16" y="31"/>
                  </a:cubicBezTo>
                  <a:cubicBezTo>
                    <a:pt x="7" y="31"/>
                    <a:pt x="0" y="24"/>
                    <a:pt x="0" y="15"/>
                  </a:cubicBezTo>
                  <a:cubicBezTo>
                    <a:pt x="0" y="15"/>
                    <a:pt x="0" y="15"/>
                    <a:pt x="0" y="15"/>
                  </a:cubicBezTo>
                  <a:cubicBezTo>
                    <a:pt x="0" y="7"/>
                    <a:pt x="7" y="0"/>
                    <a:pt x="16" y="0"/>
                  </a:cubicBezTo>
                  <a:cubicBezTo>
                    <a:pt x="41" y="0"/>
                    <a:pt x="41" y="0"/>
                    <a:pt x="41" y="0"/>
                  </a:cubicBezTo>
                  <a:cubicBezTo>
                    <a:pt x="50" y="0"/>
                    <a:pt x="57" y="7"/>
                    <a:pt x="57"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7" name="Freeform 37"/>
            <p:cNvSpPr>
              <a:spLocks/>
            </p:cNvSpPr>
            <p:nvPr/>
          </p:nvSpPr>
          <p:spPr bwMode="auto">
            <a:xfrm>
              <a:off x="3117850" y="3168650"/>
              <a:ext cx="349250" cy="92075"/>
            </a:xfrm>
            <a:custGeom>
              <a:avLst/>
              <a:gdLst>
                <a:gd name="T0" fmla="*/ 34 w 120"/>
                <a:gd name="T1" fmla="*/ 32 h 32"/>
                <a:gd name="T2" fmla="*/ 0 w 120"/>
                <a:gd name="T3" fmla="*/ 2 h 32"/>
                <a:gd name="T4" fmla="*/ 0 w 120"/>
                <a:gd name="T5" fmla="*/ 2 h 32"/>
                <a:gd name="T6" fmla="*/ 12 w 120"/>
                <a:gd name="T7" fmla="*/ 0 h 32"/>
                <a:gd name="T8" fmla="*/ 34 w 120"/>
                <a:gd name="T9" fmla="*/ 20 h 32"/>
                <a:gd name="T10" fmla="*/ 34 w 120"/>
                <a:gd name="T11" fmla="*/ 20 h 32"/>
                <a:gd name="T12" fmla="*/ 120 w 120"/>
                <a:gd name="T13" fmla="*/ 20 h 32"/>
                <a:gd name="T14" fmla="*/ 120 w 120"/>
                <a:gd name="T15" fmla="*/ 20 h 32"/>
                <a:gd name="T16" fmla="*/ 120 w 120"/>
                <a:gd name="T17" fmla="*/ 32 h 32"/>
                <a:gd name="T18" fmla="*/ 34 w 120"/>
                <a:gd name="T19"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0" h="32">
                  <a:moveTo>
                    <a:pt x="34" y="32"/>
                  </a:moveTo>
                  <a:cubicBezTo>
                    <a:pt x="16" y="32"/>
                    <a:pt x="2" y="19"/>
                    <a:pt x="0" y="2"/>
                  </a:cubicBezTo>
                  <a:cubicBezTo>
                    <a:pt x="0" y="2"/>
                    <a:pt x="0" y="2"/>
                    <a:pt x="0" y="2"/>
                  </a:cubicBezTo>
                  <a:cubicBezTo>
                    <a:pt x="12" y="0"/>
                    <a:pt x="12" y="0"/>
                    <a:pt x="12" y="0"/>
                  </a:cubicBezTo>
                  <a:cubicBezTo>
                    <a:pt x="13" y="11"/>
                    <a:pt x="22" y="20"/>
                    <a:pt x="34" y="20"/>
                  </a:cubicBezTo>
                  <a:cubicBezTo>
                    <a:pt x="34" y="20"/>
                    <a:pt x="34" y="20"/>
                    <a:pt x="34" y="20"/>
                  </a:cubicBezTo>
                  <a:cubicBezTo>
                    <a:pt x="120" y="20"/>
                    <a:pt x="120" y="20"/>
                    <a:pt x="120" y="20"/>
                  </a:cubicBezTo>
                  <a:cubicBezTo>
                    <a:pt x="120" y="20"/>
                    <a:pt x="120" y="20"/>
                    <a:pt x="120" y="20"/>
                  </a:cubicBezTo>
                  <a:cubicBezTo>
                    <a:pt x="120" y="32"/>
                    <a:pt x="120" y="32"/>
                    <a:pt x="120" y="32"/>
                  </a:cubicBezTo>
                  <a:cubicBezTo>
                    <a:pt x="34" y="32"/>
                    <a:pt x="34" y="32"/>
                    <a:pt x="34"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18" name="组合 117"/>
          <p:cNvGrpSpPr/>
          <p:nvPr/>
        </p:nvGrpSpPr>
        <p:grpSpPr>
          <a:xfrm>
            <a:off x="9578254" y="5413254"/>
            <a:ext cx="811962" cy="627927"/>
            <a:chOff x="3175" y="747713"/>
            <a:chExt cx="1751013" cy="1354138"/>
          </a:xfrm>
          <a:solidFill>
            <a:srgbClr val="A15A2B"/>
          </a:solidFill>
        </p:grpSpPr>
        <p:sp>
          <p:nvSpPr>
            <p:cNvPr id="119" name="Freeform 6"/>
            <p:cNvSpPr>
              <a:spLocks/>
            </p:cNvSpPr>
            <p:nvPr/>
          </p:nvSpPr>
          <p:spPr bwMode="auto">
            <a:xfrm>
              <a:off x="3175" y="747713"/>
              <a:ext cx="1308100" cy="854075"/>
            </a:xfrm>
            <a:custGeom>
              <a:avLst/>
              <a:gdLst>
                <a:gd name="T0" fmla="*/ 357 w 458"/>
                <a:gd name="T1" fmla="*/ 8 h 299"/>
                <a:gd name="T2" fmla="*/ 184 w 458"/>
                <a:gd name="T3" fmla="*/ 54 h 299"/>
                <a:gd name="T4" fmla="*/ 40 w 458"/>
                <a:gd name="T5" fmla="*/ 161 h 299"/>
                <a:gd name="T6" fmla="*/ 35 w 458"/>
                <a:gd name="T7" fmla="*/ 277 h 299"/>
                <a:gd name="T8" fmla="*/ 36 w 458"/>
                <a:gd name="T9" fmla="*/ 279 h 299"/>
                <a:gd name="T10" fmla="*/ 85 w 458"/>
                <a:gd name="T11" fmla="*/ 288 h 299"/>
                <a:gd name="T12" fmla="*/ 133 w 458"/>
                <a:gd name="T13" fmla="*/ 256 h 299"/>
                <a:gd name="T14" fmla="*/ 142 w 458"/>
                <a:gd name="T15" fmla="*/ 207 h 299"/>
                <a:gd name="T16" fmla="*/ 128 w 458"/>
                <a:gd name="T17" fmla="*/ 195 h 299"/>
                <a:gd name="T18" fmla="*/ 211 w 458"/>
                <a:gd name="T19" fmla="*/ 112 h 299"/>
                <a:gd name="T20" fmla="*/ 211 w 458"/>
                <a:gd name="T21" fmla="*/ 112 h 299"/>
                <a:gd name="T22" fmla="*/ 212 w 458"/>
                <a:gd name="T23" fmla="*/ 112 h 299"/>
                <a:gd name="T24" fmla="*/ 212 w 458"/>
                <a:gd name="T25" fmla="*/ 112 h 299"/>
                <a:gd name="T26" fmla="*/ 212 w 458"/>
                <a:gd name="T27" fmla="*/ 112 h 299"/>
                <a:gd name="T28" fmla="*/ 329 w 458"/>
                <a:gd name="T29" fmla="*/ 97 h 299"/>
                <a:gd name="T30" fmla="*/ 330 w 458"/>
                <a:gd name="T31" fmla="*/ 116 h 299"/>
                <a:gd name="T32" fmla="*/ 374 w 458"/>
                <a:gd name="T33" fmla="*/ 139 h 299"/>
                <a:gd name="T34" fmla="*/ 429 w 458"/>
                <a:gd name="T35" fmla="*/ 121 h 299"/>
                <a:gd name="T36" fmla="*/ 452 w 458"/>
                <a:gd name="T37" fmla="*/ 77 h 299"/>
                <a:gd name="T38" fmla="*/ 451 w 458"/>
                <a:gd name="T39" fmla="*/ 75 h 299"/>
                <a:gd name="T40" fmla="*/ 357 w 458"/>
                <a:gd name="T41" fmla="*/ 8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58" h="299">
                  <a:moveTo>
                    <a:pt x="357" y="8"/>
                  </a:moveTo>
                  <a:cubicBezTo>
                    <a:pt x="288" y="0"/>
                    <a:pt x="191" y="50"/>
                    <a:pt x="184" y="54"/>
                  </a:cubicBezTo>
                  <a:cubicBezTo>
                    <a:pt x="176" y="58"/>
                    <a:pt x="77" y="103"/>
                    <a:pt x="40" y="161"/>
                  </a:cubicBezTo>
                  <a:cubicBezTo>
                    <a:pt x="0" y="225"/>
                    <a:pt x="34" y="276"/>
                    <a:pt x="35" y="277"/>
                  </a:cubicBezTo>
                  <a:cubicBezTo>
                    <a:pt x="35" y="278"/>
                    <a:pt x="36" y="278"/>
                    <a:pt x="36" y="279"/>
                  </a:cubicBezTo>
                  <a:cubicBezTo>
                    <a:pt x="47" y="295"/>
                    <a:pt x="69" y="299"/>
                    <a:pt x="85" y="288"/>
                  </a:cubicBezTo>
                  <a:cubicBezTo>
                    <a:pt x="133" y="256"/>
                    <a:pt x="133" y="256"/>
                    <a:pt x="133" y="256"/>
                  </a:cubicBezTo>
                  <a:cubicBezTo>
                    <a:pt x="149" y="245"/>
                    <a:pt x="153" y="223"/>
                    <a:pt x="142" y="207"/>
                  </a:cubicBezTo>
                  <a:cubicBezTo>
                    <a:pt x="138" y="201"/>
                    <a:pt x="133" y="197"/>
                    <a:pt x="128" y="195"/>
                  </a:cubicBezTo>
                  <a:cubicBezTo>
                    <a:pt x="111" y="157"/>
                    <a:pt x="200" y="117"/>
                    <a:pt x="211" y="112"/>
                  </a:cubicBezTo>
                  <a:cubicBezTo>
                    <a:pt x="211" y="112"/>
                    <a:pt x="211" y="112"/>
                    <a:pt x="211" y="112"/>
                  </a:cubicBezTo>
                  <a:cubicBezTo>
                    <a:pt x="211" y="112"/>
                    <a:pt x="211" y="112"/>
                    <a:pt x="212" y="112"/>
                  </a:cubicBezTo>
                  <a:cubicBezTo>
                    <a:pt x="212" y="112"/>
                    <a:pt x="212" y="112"/>
                    <a:pt x="212" y="112"/>
                  </a:cubicBezTo>
                  <a:cubicBezTo>
                    <a:pt x="212" y="112"/>
                    <a:pt x="212" y="112"/>
                    <a:pt x="212" y="112"/>
                  </a:cubicBezTo>
                  <a:cubicBezTo>
                    <a:pt x="223" y="106"/>
                    <a:pt x="310" y="61"/>
                    <a:pt x="329" y="97"/>
                  </a:cubicBezTo>
                  <a:cubicBezTo>
                    <a:pt x="328" y="103"/>
                    <a:pt x="328" y="109"/>
                    <a:pt x="330" y="116"/>
                  </a:cubicBezTo>
                  <a:cubicBezTo>
                    <a:pt x="335" y="134"/>
                    <a:pt x="355" y="145"/>
                    <a:pt x="374" y="139"/>
                  </a:cubicBezTo>
                  <a:cubicBezTo>
                    <a:pt x="429" y="121"/>
                    <a:pt x="429" y="121"/>
                    <a:pt x="429" y="121"/>
                  </a:cubicBezTo>
                  <a:cubicBezTo>
                    <a:pt x="447" y="116"/>
                    <a:pt x="458" y="96"/>
                    <a:pt x="452" y="77"/>
                  </a:cubicBezTo>
                  <a:cubicBezTo>
                    <a:pt x="452" y="76"/>
                    <a:pt x="451" y="76"/>
                    <a:pt x="451" y="75"/>
                  </a:cubicBezTo>
                  <a:cubicBezTo>
                    <a:pt x="451" y="74"/>
                    <a:pt x="432" y="15"/>
                    <a:pt x="35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 name="Freeform 7"/>
            <p:cNvSpPr>
              <a:spLocks noEditPoints="1"/>
            </p:cNvSpPr>
            <p:nvPr/>
          </p:nvSpPr>
          <p:spPr bwMode="auto">
            <a:xfrm>
              <a:off x="180975" y="1273176"/>
              <a:ext cx="1270000" cy="828675"/>
            </a:xfrm>
            <a:custGeom>
              <a:avLst/>
              <a:gdLst>
                <a:gd name="T0" fmla="*/ 442 w 445"/>
                <a:gd name="T1" fmla="*/ 213 h 290"/>
                <a:gd name="T2" fmla="*/ 313 w 445"/>
                <a:gd name="T3" fmla="*/ 55 h 290"/>
                <a:gd name="T4" fmla="*/ 313 w 445"/>
                <a:gd name="T5" fmla="*/ 26 h 290"/>
                <a:gd name="T6" fmla="*/ 262 w 445"/>
                <a:gd name="T7" fmla="*/ 26 h 290"/>
                <a:gd name="T8" fmla="*/ 183 w 445"/>
                <a:gd name="T9" fmla="*/ 30 h 290"/>
                <a:gd name="T10" fmla="*/ 157 w 445"/>
                <a:gd name="T11" fmla="*/ 0 h 290"/>
                <a:gd name="T12" fmla="*/ 132 w 445"/>
                <a:gd name="T13" fmla="*/ 46 h 290"/>
                <a:gd name="T14" fmla="*/ 132 w 445"/>
                <a:gd name="T15" fmla="*/ 48 h 290"/>
                <a:gd name="T16" fmla="*/ 132 w 445"/>
                <a:gd name="T17" fmla="*/ 53 h 290"/>
                <a:gd name="T18" fmla="*/ 3 w 445"/>
                <a:gd name="T19" fmla="*/ 213 h 290"/>
                <a:gd name="T20" fmla="*/ 0 w 445"/>
                <a:gd name="T21" fmla="*/ 234 h 290"/>
                <a:gd name="T22" fmla="*/ 0 w 445"/>
                <a:gd name="T23" fmla="*/ 278 h 290"/>
                <a:gd name="T24" fmla="*/ 433 w 445"/>
                <a:gd name="T25" fmla="*/ 290 h 290"/>
                <a:gd name="T26" fmla="*/ 445 w 445"/>
                <a:gd name="T27" fmla="*/ 234 h 290"/>
                <a:gd name="T28" fmla="*/ 445 w 445"/>
                <a:gd name="T29" fmla="*/ 230 h 290"/>
                <a:gd name="T30" fmla="*/ 175 w 445"/>
                <a:gd name="T31" fmla="*/ 246 h 290"/>
                <a:gd name="T32" fmla="*/ 146 w 445"/>
                <a:gd name="T33" fmla="*/ 240 h 290"/>
                <a:gd name="T34" fmla="*/ 153 w 445"/>
                <a:gd name="T35" fmla="*/ 211 h 290"/>
                <a:gd name="T36" fmla="*/ 181 w 445"/>
                <a:gd name="T37" fmla="*/ 218 h 290"/>
                <a:gd name="T38" fmla="*/ 181 w 445"/>
                <a:gd name="T39" fmla="*/ 187 h 290"/>
                <a:gd name="T40" fmla="*/ 153 w 445"/>
                <a:gd name="T41" fmla="*/ 193 h 290"/>
                <a:gd name="T42" fmla="*/ 146 w 445"/>
                <a:gd name="T43" fmla="*/ 164 h 290"/>
                <a:gd name="T44" fmla="*/ 175 w 445"/>
                <a:gd name="T45" fmla="*/ 158 h 290"/>
                <a:gd name="T46" fmla="*/ 181 w 445"/>
                <a:gd name="T47" fmla="*/ 187 h 290"/>
                <a:gd name="T48" fmla="*/ 175 w 445"/>
                <a:gd name="T49" fmla="*/ 140 h 290"/>
                <a:gd name="T50" fmla="*/ 146 w 445"/>
                <a:gd name="T51" fmla="*/ 134 h 290"/>
                <a:gd name="T52" fmla="*/ 153 w 445"/>
                <a:gd name="T53" fmla="*/ 105 h 290"/>
                <a:gd name="T54" fmla="*/ 181 w 445"/>
                <a:gd name="T55" fmla="*/ 111 h 290"/>
                <a:gd name="T56" fmla="*/ 240 w 445"/>
                <a:gd name="T57" fmla="*/ 240 h 290"/>
                <a:gd name="T58" fmla="*/ 211 w 445"/>
                <a:gd name="T59" fmla="*/ 246 h 290"/>
                <a:gd name="T60" fmla="*/ 205 w 445"/>
                <a:gd name="T61" fmla="*/ 218 h 290"/>
                <a:gd name="T62" fmla="*/ 234 w 445"/>
                <a:gd name="T63" fmla="*/ 211 h 290"/>
                <a:gd name="T64" fmla="*/ 240 w 445"/>
                <a:gd name="T65" fmla="*/ 240 h 290"/>
                <a:gd name="T66" fmla="*/ 234 w 445"/>
                <a:gd name="T67" fmla="*/ 193 h 290"/>
                <a:gd name="T68" fmla="*/ 205 w 445"/>
                <a:gd name="T69" fmla="*/ 187 h 290"/>
                <a:gd name="T70" fmla="*/ 211 w 445"/>
                <a:gd name="T71" fmla="*/ 158 h 290"/>
                <a:gd name="T72" fmla="*/ 240 w 445"/>
                <a:gd name="T73" fmla="*/ 164 h 290"/>
                <a:gd name="T74" fmla="*/ 240 w 445"/>
                <a:gd name="T75" fmla="*/ 134 h 290"/>
                <a:gd name="T76" fmla="*/ 211 w 445"/>
                <a:gd name="T77" fmla="*/ 140 h 290"/>
                <a:gd name="T78" fmla="*/ 205 w 445"/>
                <a:gd name="T79" fmla="*/ 111 h 290"/>
                <a:gd name="T80" fmla="*/ 234 w 445"/>
                <a:gd name="T81" fmla="*/ 105 h 290"/>
                <a:gd name="T82" fmla="*/ 240 w 445"/>
                <a:gd name="T83" fmla="*/ 134 h 290"/>
                <a:gd name="T84" fmla="*/ 292 w 445"/>
                <a:gd name="T85" fmla="*/ 246 h 290"/>
                <a:gd name="T86" fmla="*/ 263 w 445"/>
                <a:gd name="T87" fmla="*/ 240 h 290"/>
                <a:gd name="T88" fmla="*/ 269 w 445"/>
                <a:gd name="T89" fmla="*/ 211 h 290"/>
                <a:gd name="T90" fmla="*/ 298 w 445"/>
                <a:gd name="T91" fmla="*/ 218 h 290"/>
                <a:gd name="T92" fmla="*/ 298 w 445"/>
                <a:gd name="T93" fmla="*/ 187 h 290"/>
                <a:gd name="T94" fmla="*/ 269 w 445"/>
                <a:gd name="T95" fmla="*/ 193 h 290"/>
                <a:gd name="T96" fmla="*/ 263 w 445"/>
                <a:gd name="T97" fmla="*/ 164 h 290"/>
                <a:gd name="T98" fmla="*/ 292 w 445"/>
                <a:gd name="T99" fmla="*/ 158 h 290"/>
                <a:gd name="T100" fmla="*/ 298 w 445"/>
                <a:gd name="T101" fmla="*/ 187 h 290"/>
                <a:gd name="T102" fmla="*/ 292 w 445"/>
                <a:gd name="T103" fmla="*/ 140 h 290"/>
                <a:gd name="T104" fmla="*/ 263 w 445"/>
                <a:gd name="T105" fmla="*/ 134 h 290"/>
                <a:gd name="T106" fmla="*/ 269 w 445"/>
                <a:gd name="T107" fmla="*/ 105 h 290"/>
                <a:gd name="T108" fmla="*/ 298 w 445"/>
                <a:gd name="T109" fmla="*/ 111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45" h="290">
                  <a:moveTo>
                    <a:pt x="445" y="230"/>
                  </a:moveTo>
                  <a:cubicBezTo>
                    <a:pt x="445" y="224"/>
                    <a:pt x="444" y="218"/>
                    <a:pt x="442" y="213"/>
                  </a:cubicBezTo>
                  <a:cubicBezTo>
                    <a:pt x="433" y="184"/>
                    <a:pt x="397" y="165"/>
                    <a:pt x="397" y="165"/>
                  </a:cubicBezTo>
                  <a:cubicBezTo>
                    <a:pt x="325" y="114"/>
                    <a:pt x="314" y="77"/>
                    <a:pt x="313" y="55"/>
                  </a:cubicBezTo>
                  <a:cubicBezTo>
                    <a:pt x="313" y="54"/>
                    <a:pt x="313" y="54"/>
                    <a:pt x="313" y="53"/>
                  </a:cubicBezTo>
                  <a:cubicBezTo>
                    <a:pt x="313" y="26"/>
                    <a:pt x="313" y="26"/>
                    <a:pt x="313" y="26"/>
                  </a:cubicBezTo>
                  <a:cubicBezTo>
                    <a:pt x="313" y="12"/>
                    <a:pt x="302" y="0"/>
                    <a:pt x="288" y="0"/>
                  </a:cubicBezTo>
                  <a:cubicBezTo>
                    <a:pt x="274" y="0"/>
                    <a:pt x="262" y="12"/>
                    <a:pt x="262" y="26"/>
                  </a:cubicBezTo>
                  <a:cubicBezTo>
                    <a:pt x="262" y="29"/>
                    <a:pt x="262" y="29"/>
                    <a:pt x="262" y="29"/>
                  </a:cubicBezTo>
                  <a:cubicBezTo>
                    <a:pt x="220" y="42"/>
                    <a:pt x="193" y="34"/>
                    <a:pt x="183" y="30"/>
                  </a:cubicBezTo>
                  <a:cubicBezTo>
                    <a:pt x="183" y="26"/>
                    <a:pt x="183" y="26"/>
                    <a:pt x="183" y="26"/>
                  </a:cubicBezTo>
                  <a:cubicBezTo>
                    <a:pt x="183" y="12"/>
                    <a:pt x="172" y="0"/>
                    <a:pt x="157" y="0"/>
                  </a:cubicBezTo>
                  <a:cubicBezTo>
                    <a:pt x="143" y="0"/>
                    <a:pt x="132" y="12"/>
                    <a:pt x="132" y="26"/>
                  </a:cubicBezTo>
                  <a:cubicBezTo>
                    <a:pt x="132" y="46"/>
                    <a:pt x="132" y="46"/>
                    <a:pt x="132" y="46"/>
                  </a:cubicBezTo>
                  <a:cubicBezTo>
                    <a:pt x="131" y="46"/>
                    <a:pt x="131" y="46"/>
                    <a:pt x="131" y="46"/>
                  </a:cubicBezTo>
                  <a:cubicBezTo>
                    <a:pt x="131" y="46"/>
                    <a:pt x="132" y="47"/>
                    <a:pt x="132" y="48"/>
                  </a:cubicBezTo>
                  <a:cubicBezTo>
                    <a:pt x="132" y="53"/>
                    <a:pt x="132" y="53"/>
                    <a:pt x="132" y="53"/>
                  </a:cubicBezTo>
                  <a:cubicBezTo>
                    <a:pt x="132" y="53"/>
                    <a:pt x="132" y="53"/>
                    <a:pt x="132" y="53"/>
                  </a:cubicBezTo>
                  <a:cubicBezTo>
                    <a:pt x="131" y="73"/>
                    <a:pt x="122" y="113"/>
                    <a:pt x="48" y="165"/>
                  </a:cubicBezTo>
                  <a:cubicBezTo>
                    <a:pt x="48" y="165"/>
                    <a:pt x="11" y="184"/>
                    <a:pt x="3" y="213"/>
                  </a:cubicBezTo>
                  <a:cubicBezTo>
                    <a:pt x="1" y="218"/>
                    <a:pt x="0" y="224"/>
                    <a:pt x="0" y="230"/>
                  </a:cubicBezTo>
                  <a:cubicBezTo>
                    <a:pt x="0" y="231"/>
                    <a:pt x="0" y="232"/>
                    <a:pt x="0" y="234"/>
                  </a:cubicBezTo>
                  <a:cubicBezTo>
                    <a:pt x="0" y="234"/>
                    <a:pt x="0" y="234"/>
                    <a:pt x="0" y="234"/>
                  </a:cubicBezTo>
                  <a:cubicBezTo>
                    <a:pt x="0" y="278"/>
                    <a:pt x="0" y="278"/>
                    <a:pt x="0" y="278"/>
                  </a:cubicBezTo>
                  <a:cubicBezTo>
                    <a:pt x="0" y="285"/>
                    <a:pt x="6" y="290"/>
                    <a:pt x="12" y="290"/>
                  </a:cubicBezTo>
                  <a:cubicBezTo>
                    <a:pt x="433" y="290"/>
                    <a:pt x="433" y="290"/>
                    <a:pt x="433" y="290"/>
                  </a:cubicBezTo>
                  <a:cubicBezTo>
                    <a:pt x="439" y="290"/>
                    <a:pt x="445" y="285"/>
                    <a:pt x="445" y="278"/>
                  </a:cubicBezTo>
                  <a:cubicBezTo>
                    <a:pt x="445" y="234"/>
                    <a:pt x="445" y="234"/>
                    <a:pt x="445" y="234"/>
                  </a:cubicBezTo>
                  <a:cubicBezTo>
                    <a:pt x="445" y="234"/>
                    <a:pt x="445" y="234"/>
                    <a:pt x="445" y="234"/>
                  </a:cubicBezTo>
                  <a:cubicBezTo>
                    <a:pt x="445" y="232"/>
                    <a:pt x="445" y="231"/>
                    <a:pt x="445" y="230"/>
                  </a:cubicBezTo>
                  <a:close/>
                  <a:moveTo>
                    <a:pt x="181" y="240"/>
                  </a:moveTo>
                  <a:cubicBezTo>
                    <a:pt x="181" y="244"/>
                    <a:pt x="179" y="246"/>
                    <a:pt x="175" y="246"/>
                  </a:cubicBezTo>
                  <a:cubicBezTo>
                    <a:pt x="153" y="246"/>
                    <a:pt x="153" y="246"/>
                    <a:pt x="153" y="246"/>
                  </a:cubicBezTo>
                  <a:cubicBezTo>
                    <a:pt x="149" y="246"/>
                    <a:pt x="146" y="244"/>
                    <a:pt x="146" y="240"/>
                  </a:cubicBezTo>
                  <a:cubicBezTo>
                    <a:pt x="146" y="218"/>
                    <a:pt x="146" y="218"/>
                    <a:pt x="146" y="218"/>
                  </a:cubicBezTo>
                  <a:cubicBezTo>
                    <a:pt x="146" y="214"/>
                    <a:pt x="149" y="211"/>
                    <a:pt x="153" y="211"/>
                  </a:cubicBezTo>
                  <a:cubicBezTo>
                    <a:pt x="175" y="211"/>
                    <a:pt x="175" y="211"/>
                    <a:pt x="175" y="211"/>
                  </a:cubicBezTo>
                  <a:cubicBezTo>
                    <a:pt x="179" y="211"/>
                    <a:pt x="181" y="214"/>
                    <a:pt x="181" y="218"/>
                  </a:cubicBezTo>
                  <a:lnTo>
                    <a:pt x="181" y="240"/>
                  </a:lnTo>
                  <a:close/>
                  <a:moveTo>
                    <a:pt x="181" y="187"/>
                  </a:moveTo>
                  <a:cubicBezTo>
                    <a:pt x="181" y="190"/>
                    <a:pt x="179" y="193"/>
                    <a:pt x="175" y="193"/>
                  </a:cubicBezTo>
                  <a:cubicBezTo>
                    <a:pt x="153" y="193"/>
                    <a:pt x="153" y="193"/>
                    <a:pt x="153" y="193"/>
                  </a:cubicBezTo>
                  <a:cubicBezTo>
                    <a:pt x="149" y="193"/>
                    <a:pt x="146" y="190"/>
                    <a:pt x="146" y="187"/>
                  </a:cubicBezTo>
                  <a:cubicBezTo>
                    <a:pt x="146" y="164"/>
                    <a:pt x="146" y="164"/>
                    <a:pt x="146" y="164"/>
                  </a:cubicBezTo>
                  <a:cubicBezTo>
                    <a:pt x="146" y="161"/>
                    <a:pt x="149" y="158"/>
                    <a:pt x="153" y="158"/>
                  </a:cubicBezTo>
                  <a:cubicBezTo>
                    <a:pt x="175" y="158"/>
                    <a:pt x="175" y="158"/>
                    <a:pt x="175" y="158"/>
                  </a:cubicBezTo>
                  <a:cubicBezTo>
                    <a:pt x="179" y="158"/>
                    <a:pt x="181" y="161"/>
                    <a:pt x="181" y="164"/>
                  </a:cubicBezTo>
                  <a:lnTo>
                    <a:pt x="181" y="187"/>
                  </a:lnTo>
                  <a:close/>
                  <a:moveTo>
                    <a:pt x="181" y="134"/>
                  </a:moveTo>
                  <a:cubicBezTo>
                    <a:pt x="181" y="137"/>
                    <a:pt x="179" y="140"/>
                    <a:pt x="175" y="140"/>
                  </a:cubicBezTo>
                  <a:cubicBezTo>
                    <a:pt x="153" y="140"/>
                    <a:pt x="153" y="140"/>
                    <a:pt x="153" y="140"/>
                  </a:cubicBezTo>
                  <a:cubicBezTo>
                    <a:pt x="149" y="140"/>
                    <a:pt x="146" y="137"/>
                    <a:pt x="146" y="134"/>
                  </a:cubicBezTo>
                  <a:cubicBezTo>
                    <a:pt x="146" y="111"/>
                    <a:pt x="146" y="111"/>
                    <a:pt x="146" y="111"/>
                  </a:cubicBezTo>
                  <a:cubicBezTo>
                    <a:pt x="146" y="108"/>
                    <a:pt x="149" y="105"/>
                    <a:pt x="153" y="105"/>
                  </a:cubicBezTo>
                  <a:cubicBezTo>
                    <a:pt x="175" y="105"/>
                    <a:pt x="175" y="105"/>
                    <a:pt x="175" y="105"/>
                  </a:cubicBezTo>
                  <a:cubicBezTo>
                    <a:pt x="179" y="105"/>
                    <a:pt x="181" y="108"/>
                    <a:pt x="181" y="111"/>
                  </a:cubicBezTo>
                  <a:lnTo>
                    <a:pt x="181" y="134"/>
                  </a:lnTo>
                  <a:close/>
                  <a:moveTo>
                    <a:pt x="240" y="240"/>
                  </a:moveTo>
                  <a:cubicBezTo>
                    <a:pt x="240" y="244"/>
                    <a:pt x="237" y="246"/>
                    <a:pt x="234" y="246"/>
                  </a:cubicBezTo>
                  <a:cubicBezTo>
                    <a:pt x="211" y="246"/>
                    <a:pt x="211" y="246"/>
                    <a:pt x="211" y="246"/>
                  </a:cubicBezTo>
                  <a:cubicBezTo>
                    <a:pt x="208" y="246"/>
                    <a:pt x="205" y="244"/>
                    <a:pt x="205" y="240"/>
                  </a:cubicBezTo>
                  <a:cubicBezTo>
                    <a:pt x="205" y="218"/>
                    <a:pt x="205" y="218"/>
                    <a:pt x="205" y="218"/>
                  </a:cubicBezTo>
                  <a:cubicBezTo>
                    <a:pt x="205" y="214"/>
                    <a:pt x="208" y="211"/>
                    <a:pt x="211" y="211"/>
                  </a:cubicBezTo>
                  <a:cubicBezTo>
                    <a:pt x="234" y="211"/>
                    <a:pt x="234" y="211"/>
                    <a:pt x="234" y="211"/>
                  </a:cubicBezTo>
                  <a:cubicBezTo>
                    <a:pt x="237" y="211"/>
                    <a:pt x="240" y="214"/>
                    <a:pt x="240" y="218"/>
                  </a:cubicBezTo>
                  <a:lnTo>
                    <a:pt x="240" y="240"/>
                  </a:lnTo>
                  <a:close/>
                  <a:moveTo>
                    <a:pt x="240" y="187"/>
                  </a:moveTo>
                  <a:cubicBezTo>
                    <a:pt x="240" y="190"/>
                    <a:pt x="237" y="193"/>
                    <a:pt x="234" y="193"/>
                  </a:cubicBezTo>
                  <a:cubicBezTo>
                    <a:pt x="211" y="193"/>
                    <a:pt x="211" y="193"/>
                    <a:pt x="211" y="193"/>
                  </a:cubicBezTo>
                  <a:cubicBezTo>
                    <a:pt x="208" y="193"/>
                    <a:pt x="205" y="190"/>
                    <a:pt x="205" y="187"/>
                  </a:cubicBezTo>
                  <a:cubicBezTo>
                    <a:pt x="205" y="164"/>
                    <a:pt x="205" y="164"/>
                    <a:pt x="205" y="164"/>
                  </a:cubicBezTo>
                  <a:cubicBezTo>
                    <a:pt x="205" y="161"/>
                    <a:pt x="208" y="158"/>
                    <a:pt x="211" y="158"/>
                  </a:cubicBezTo>
                  <a:cubicBezTo>
                    <a:pt x="234" y="158"/>
                    <a:pt x="234" y="158"/>
                    <a:pt x="234" y="158"/>
                  </a:cubicBezTo>
                  <a:cubicBezTo>
                    <a:pt x="237" y="158"/>
                    <a:pt x="240" y="161"/>
                    <a:pt x="240" y="164"/>
                  </a:cubicBezTo>
                  <a:lnTo>
                    <a:pt x="240" y="187"/>
                  </a:lnTo>
                  <a:close/>
                  <a:moveTo>
                    <a:pt x="240" y="134"/>
                  </a:moveTo>
                  <a:cubicBezTo>
                    <a:pt x="240" y="137"/>
                    <a:pt x="237" y="140"/>
                    <a:pt x="234" y="140"/>
                  </a:cubicBezTo>
                  <a:cubicBezTo>
                    <a:pt x="211" y="140"/>
                    <a:pt x="211" y="140"/>
                    <a:pt x="211" y="140"/>
                  </a:cubicBezTo>
                  <a:cubicBezTo>
                    <a:pt x="208" y="140"/>
                    <a:pt x="205" y="137"/>
                    <a:pt x="205" y="134"/>
                  </a:cubicBezTo>
                  <a:cubicBezTo>
                    <a:pt x="205" y="111"/>
                    <a:pt x="205" y="111"/>
                    <a:pt x="205" y="111"/>
                  </a:cubicBezTo>
                  <a:cubicBezTo>
                    <a:pt x="205" y="108"/>
                    <a:pt x="208" y="105"/>
                    <a:pt x="211" y="105"/>
                  </a:cubicBezTo>
                  <a:cubicBezTo>
                    <a:pt x="234" y="105"/>
                    <a:pt x="234" y="105"/>
                    <a:pt x="234" y="105"/>
                  </a:cubicBezTo>
                  <a:cubicBezTo>
                    <a:pt x="237" y="105"/>
                    <a:pt x="240" y="108"/>
                    <a:pt x="240" y="111"/>
                  </a:cubicBezTo>
                  <a:lnTo>
                    <a:pt x="240" y="134"/>
                  </a:lnTo>
                  <a:close/>
                  <a:moveTo>
                    <a:pt x="298" y="240"/>
                  </a:moveTo>
                  <a:cubicBezTo>
                    <a:pt x="298" y="244"/>
                    <a:pt x="296" y="246"/>
                    <a:pt x="292" y="246"/>
                  </a:cubicBezTo>
                  <a:cubicBezTo>
                    <a:pt x="269" y="246"/>
                    <a:pt x="269" y="246"/>
                    <a:pt x="269" y="246"/>
                  </a:cubicBezTo>
                  <a:cubicBezTo>
                    <a:pt x="266" y="246"/>
                    <a:pt x="263" y="244"/>
                    <a:pt x="263" y="240"/>
                  </a:cubicBezTo>
                  <a:cubicBezTo>
                    <a:pt x="263" y="218"/>
                    <a:pt x="263" y="218"/>
                    <a:pt x="263" y="218"/>
                  </a:cubicBezTo>
                  <a:cubicBezTo>
                    <a:pt x="263" y="214"/>
                    <a:pt x="266" y="211"/>
                    <a:pt x="269" y="211"/>
                  </a:cubicBezTo>
                  <a:cubicBezTo>
                    <a:pt x="292" y="211"/>
                    <a:pt x="292" y="211"/>
                    <a:pt x="292" y="211"/>
                  </a:cubicBezTo>
                  <a:cubicBezTo>
                    <a:pt x="296" y="211"/>
                    <a:pt x="298" y="214"/>
                    <a:pt x="298" y="218"/>
                  </a:cubicBezTo>
                  <a:lnTo>
                    <a:pt x="298" y="240"/>
                  </a:lnTo>
                  <a:close/>
                  <a:moveTo>
                    <a:pt x="298" y="187"/>
                  </a:moveTo>
                  <a:cubicBezTo>
                    <a:pt x="298" y="190"/>
                    <a:pt x="296" y="193"/>
                    <a:pt x="292" y="193"/>
                  </a:cubicBezTo>
                  <a:cubicBezTo>
                    <a:pt x="269" y="193"/>
                    <a:pt x="269" y="193"/>
                    <a:pt x="269" y="193"/>
                  </a:cubicBezTo>
                  <a:cubicBezTo>
                    <a:pt x="266" y="193"/>
                    <a:pt x="263" y="190"/>
                    <a:pt x="263" y="187"/>
                  </a:cubicBezTo>
                  <a:cubicBezTo>
                    <a:pt x="263" y="164"/>
                    <a:pt x="263" y="164"/>
                    <a:pt x="263" y="164"/>
                  </a:cubicBezTo>
                  <a:cubicBezTo>
                    <a:pt x="263" y="161"/>
                    <a:pt x="266" y="158"/>
                    <a:pt x="269" y="158"/>
                  </a:cubicBezTo>
                  <a:cubicBezTo>
                    <a:pt x="292" y="158"/>
                    <a:pt x="292" y="158"/>
                    <a:pt x="292" y="158"/>
                  </a:cubicBezTo>
                  <a:cubicBezTo>
                    <a:pt x="296" y="158"/>
                    <a:pt x="298" y="161"/>
                    <a:pt x="298" y="164"/>
                  </a:cubicBezTo>
                  <a:lnTo>
                    <a:pt x="298" y="187"/>
                  </a:lnTo>
                  <a:close/>
                  <a:moveTo>
                    <a:pt x="298" y="134"/>
                  </a:moveTo>
                  <a:cubicBezTo>
                    <a:pt x="298" y="137"/>
                    <a:pt x="296" y="140"/>
                    <a:pt x="292" y="140"/>
                  </a:cubicBezTo>
                  <a:cubicBezTo>
                    <a:pt x="269" y="140"/>
                    <a:pt x="269" y="140"/>
                    <a:pt x="269" y="140"/>
                  </a:cubicBezTo>
                  <a:cubicBezTo>
                    <a:pt x="266" y="140"/>
                    <a:pt x="263" y="137"/>
                    <a:pt x="263" y="134"/>
                  </a:cubicBezTo>
                  <a:cubicBezTo>
                    <a:pt x="263" y="111"/>
                    <a:pt x="263" y="111"/>
                    <a:pt x="263" y="111"/>
                  </a:cubicBezTo>
                  <a:cubicBezTo>
                    <a:pt x="263" y="108"/>
                    <a:pt x="266" y="105"/>
                    <a:pt x="269" y="105"/>
                  </a:cubicBezTo>
                  <a:cubicBezTo>
                    <a:pt x="292" y="105"/>
                    <a:pt x="292" y="105"/>
                    <a:pt x="292" y="105"/>
                  </a:cubicBezTo>
                  <a:cubicBezTo>
                    <a:pt x="296" y="105"/>
                    <a:pt x="298" y="108"/>
                    <a:pt x="298" y="111"/>
                  </a:cubicBezTo>
                  <a:lnTo>
                    <a:pt x="298" y="1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1" name="Freeform 8"/>
            <p:cNvSpPr>
              <a:spLocks/>
            </p:cNvSpPr>
            <p:nvPr/>
          </p:nvSpPr>
          <p:spPr bwMode="auto">
            <a:xfrm>
              <a:off x="1165225" y="1162051"/>
              <a:ext cx="157163" cy="150813"/>
            </a:xfrm>
            <a:custGeom>
              <a:avLst/>
              <a:gdLst>
                <a:gd name="T0" fmla="*/ 31 w 99"/>
                <a:gd name="T1" fmla="*/ 95 h 95"/>
                <a:gd name="T2" fmla="*/ 0 w 99"/>
                <a:gd name="T3" fmla="*/ 0 h 95"/>
                <a:gd name="T4" fmla="*/ 99 w 99"/>
                <a:gd name="T5" fmla="*/ 39 h 95"/>
                <a:gd name="T6" fmla="*/ 31 w 99"/>
                <a:gd name="T7" fmla="*/ 95 h 95"/>
              </a:gdLst>
              <a:ahLst/>
              <a:cxnLst>
                <a:cxn ang="0">
                  <a:pos x="T0" y="T1"/>
                </a:cxn>
                <a:cxn ang="0">
                  <a:pos x="T2" y="T3"/>
                </a:cxn>
                <a:cxn ang="0">
                  <a:pos x="T4" y="T5"/>
                </a:cxn>
                <a:cxn ang="0">
                  <a:pos x="T6" y="T7"/>
                </a:cxn>
              </a:cxnLst>
              <a:rect l="0" t="0" r="r" b="b"/>
              <a:pathLst>
                <a:path w="99" h="95">
                  <a:moveTo>
                    <a:pt x="31" y="95"/>
                  </a:moveTo>
                  <a:lnTo>
                    <a:pt x="0" y="0"/>
                  </a:lnTo>
                  <a:lnTo>
                    <a:pt x="99" y="39"/>
                  </a:lnTo>
                  <a:lnTo>
                    <a:pt x="31" y="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 name="Freeform 9"/>
            <p:cNvSpPr>
              <a:spLocks noEditPoints="1"/>
            </p:cNvSpPr>
            <p:nvPr/>
          </p:nvSpPr>
          <p:spPr bwMode="auto">
            <a:xfrm>
              <a:off x="1162050" y="1155701"/>
              <a:ext cx="592138" cy="409575"/>
            </a:xfrm>
            <a:custGeom>
              <a:avLst/>
              <a:gdLst>
                <a:gd name="T0" fmla="*/ 104 w 207"/>
                <a:gd name="T1" fmla="*/ 0 h 143"/>
                <a:gd name="T2" fmla="*/ 0 w 207"/>
                <a:gd name="T3" fmla="*/ 71 h 143"/>
                <a:gd name="T4" fmla="*/ 104 w 207"/>
                <a:gd name="T5" fmla="*/ 143 h 143"/>
                <a:gd name="T6" fmla="*/ 207 w 207"/>
                <a:gd name="T7" fmla="*/ 71 h 143"/>
                <a:gd name="T8" fmla="*/ 104 w 207"/>
                <a:gd name="T9" fmla="*/ 0 h 143"/>
                <a:gd name="T10" fmla="*/ 54 w 207"/>
                <a:gd name="T11" fmla="*/ 85 h 143"/>
                <a:gd name="T12" fmla="*/ 40 w 207"/>
                <a:gd name="T13" fmla="*/ 71 h 143"/>
                <a:gd name="T14" fmla="*/ 54 w 207"/>
                <a:gd name="T15" fmla="*/ 57 h 143"/>
                <a:gd name="T16" fmla="*/ 68 w 207"/>
                <a:gd name="T17" fmla="*/ 71 h 143"/>
                <a:gd name="T18" fmla="*/ 54 w 207"/>
                <a:gd name="T19" fmla="*/ 85 h 143"/>
                <a:gd name="T20" fmla="*/ 104 w 207"/>
                <a:gd name="T21" fmla="*/ 85 h 143"/>
                <a:gd name="T22" fmla="*/ 90 w 207"/>
                <a:gd name="T23" fmla="*/ 71 h 143"/>
                <a:gd name="T24" fmla="*/ 104 w 207"/>
                <a:gd name="T25" fmla="*/ 57 h 143"/>
                <a:gd name="T26" fmla="*/ 118 w 207"/>
                <a:gd name="T27" fmla="*/ 71 h 143"/>
                <a:gd name="T28" fmla="*/ 104 w 207"/>
                <a:gd name="T29" fmla="*/ 85 h 143"/>
                <a:gd name="T30" fmla="*/ 154 w 207"/>
                <a:gd name="T31" fmla="*/ 85 h 143"/>
                <a:gd name="T32" fmla="*/ 140 w 207"/>
                <a:gd name="T33" fmla="*/ 71 h 143"/>
                <a:gd name="T34" fmla="*/ 154 w 207"/>
                <a:gd name="T35" fmla="*/ 57 h 143"/>
                <a:gd name="T36" fmla="*/ 168 w 207"/>
                <a:gd name="T37" fmla="*/ 71 h 143"/>
                <a:gd name="T38" fmla="*/ 154 w 207"/>
                <a:gd name="T39" fmla="*/ 8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7" h="143">
                  <a:moveTo>
                    <a:pt x="104" y="0"/>
                  </a:moveTo>
                  <a:cubicBezTo>
                    <a:pt x="47" y="0"/>
                    <a:pt x="0" y="32"/>
                    <a:pt x="0" y="71"/>
                  </a:cubicBezTo>
                  <a:cubicBezTo>
                    <a:pt x="0" y="111"/>
                    <a:pt x="47" y="143"/>
                    <a:pt x="104" y="143"/>
                  </a:cubicBezTo>
                  <a:cubicBezTo>
                    <a:pt x="161" y="143"/>
                    <a:pt x="207" y="111"/>
                    <a:pt x="207" y="71"/>
                  </a:cubicBezTo>
                  <a:cubicBezTo>
                    <a:pt x="207" y="32"/>
                    <a:pt x="161" y="0"/>
                    <a:pt x="104" y="0"/>
                  </a:cubicBezTo>
                  <a:close/>
                  <a:moveTo>
                    <a:pt x="54" y="85"/>
                  </a:moveTo>
                  <a:cubicBezTo>
                    <a:pt x="46" y="85"/>
                    <a:pt x="40" y="79"/>
                    <a:pt x="40" y="71"/>
                  </a:cubicBezTo>
                  <a:cubicBezTo>
                    <a:pt x="40" y="64"/>
                    <a:pt x="46" y="57"/>
                    <a:pt x="54" y="57"/>
                  </a:cubicBezTo>
                  <a:cubicBezTo>
                    <a:pt x="62" y="57"/>
                    <a:pt x="68" y="64"/>
                    <a:pt x="68" y="71"/>
                  </a:cubicBezTo>
                  <a:cubicBezTo>
                    <a:pt x="68" y="79"/>
                    <a:pt x="62" y="85"/>
                    <a:pt x="54" y="85"/>
                  </a:cubicBezTo>
                  <a:close/>
                  <a:moveTo>
                    <a:pt x="104" y="85"/>
                  </a:moveTo>
                  <a:cubicBezTo>
                    <a:pt x="96" y="85"/>
                    <a:pt x="90" y="79"/>
                    <a:pt x="90" y="71"/>
                  </a:cubicBezTo>
                  <a:cubicBezTo>
                    <a:pt x="90" y="64"/>
                    <a:pt x="96" y="57"/>
                    <a:pt x="104" y="57"/>
                  </a:cubicBezTo>
                  <a:cubicBezTo>
                    <a:pt x="112" y="57"/>
                    <a:pt x="118" y="64"/>
                    <a:pt x="118" y="71"/>
                  </a:cubicBezTo>
                  <a:cubicBezTo>
                    <a:pt x="118" y="79"/>
                    <a:pt x="112" y="85"/>
                    <a:pt x="104" y="85"/>
                  </a:cubicBezTo>
                  <a:close/>
                  <a:moveTo>
                    <a:pt x="154" y="85"/>
                  </a:moveTo>
                  <a:cubicBezTo>
                    <a:pt x="146" y="85"/>
                    <a:pt x="140" y="79"/>
                    <a:pt x="140" y="71"/>
                  </a:cubicBezTo>
                  <a:cubicBezTo>
                    <a:pt x="140" y="64"/>
                    <a:pt x="146" y="57"/>
                    <a:pt x="154" y="57"/>
                  </a:cubicBezTo>
                  <a:cubicBezTo>
                    <a:pt x="162" y="57"/>
                    <a:pt x="168" y="64"/>
                    <a:pt x="168" y="71"/>
                  </a:cubicBezTo>
                  <a:cubicBezTo>
                    <a:pt x="168" y="79"/>
                    <a:pt x="162" y="85"/>
                    <a:pt x="154" y="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23" name="组合 122"/>
          <p:cNvGrpSpPr/>
          <p:nvPr/>
        </p:nvGrpSpPr>
        <p:grpSpPr>
          <a:xfrm>
            <a:off x="10715666" y="3538237"/>
            <a:ext cx="680296" cy="764601"/>
            <a:chOff x="279401" y="2698750"/>
            <a:chExt cx="1473200" cy="1655763"/>
          </a:xfrm>
          <a:solidFill>
            <a:srgbClr val="6E9386"/>
          </a:solidFill>
        </p:grpSpPr>
        <p:sp>
          <p:nvSpPr>
            <p:cNvPr id="124" name="Freeform 45"/>
            <p:cNvSpPr>
              <a:spLocks noEditPoints="1"/>
            </p:cNvSpPr>
            <p:nvPr/>
          </p:nvSpPr>
          <p:spPr bwMode="auto">
            <a:xfrm>
              <a:off x="279401" y="2884488"/>
              <a:ext cx="1473200" cy="1470025"/>
            </a:xfrm>
            <a:custGeom>
              <a:avLst/>
              <a:gdLst>
                <a:gd name="T0" fmla="*/ 250 w 501"/>
                <a:gd name="T1" fmla="*/ 0 h 501"/>
                <a:gd name="T2" fmla="*/ 0 w 501"/>
                <a:gd name="T3" fmla="*/ 251 h 501"/>
                <a:gd name="T4" fmla="*/ 250 w 501"/>
                <a:gd name="T5" fmla="*/ 501 h 501"/>
                <a:gd name="T6" fmla="*/ 501 w 501"/>
                <a:gd name="T7" fmla="*/ 251 h 501"/>
                <a:gd name="T8" fmla="*/ 250 w 501"/>
                <a:gd name="T9" fmla="*/ 0 h 501"/>
                <a:gd name="T10" fmla="*/ 455 w 501"/>
                <a:gd name="T11" fmla="*/ 267 h 501"/>
                <a:gd name="T12" fmla="*/ 446 w 501"/>
                <a:gd name="T13" fmla="*/ 267 h 501"/>
                <a:gd name="T14" fmla="*/ 389 w 501"/>
                <a:gd name="T15" fmla="*/ 390 h 501"/>
                <a:gd name="T16" fmla="*/ 267 w 501"/>
                <a:gd name="T17" fmla="*/ 447 h 501"/>
                <a:gd name="T18" fmla="*/ 267 w 501"/>
                <a:gd name="T19" fmla="*/ 455 h 501"/>
                <a:gd name="T20" fmla="*/ 250 w 501"/>
                <a:gd name="T21" fmla="*/ 471 h 501"/>
                <a:gd name="T22" fmla="*/ 234 w 501"/>
                <a:gd name="T23" fmla="*/ 455 h 501"/>
                <a:gd name="T24" fmla="*/ 234 w 501"/>
                <a:gd name="T25" fmla="*/ 447 h 501"/>
                <a:gd name="T26" fmla="*/ 111 w 501"/>
                <a:gd name="T27" fmla="*/ 390 h 501"/>
                <a:gd name="T28" fmla="*/ 54 w 501"/>
                <a:gd name="T29" fmla="*/ 267 h 501"/>
                <a:gd name="T30" fmla="*/ 46 w 501"/>
                <a:gd name="T31" fmla="*/ 267 h 501"/>
                <a:gd name="T32" fmla="*/ 30 w 501"/>
                <a:gd name="T33" fmla="*/ 251 h 501"/>
                <a:gd name="T34" fmla="*/ 46 w 501"/>
                <a:gd name="T35" fmla="*/ 234 h 501"/>
                <a:gd name="T36" fmla="*/ 54 w 501"/>
                <a:gd name="T37" fmla="*/ 234 h 501"/>
                <a:gd name="T38" fmla="*/ 111 w 501"/>
                <a:gd name="T39" fmla="*/ 111 h 501"/>
                <a:gd name="T40" fmla="*/ 234 w 501"/>
                <a:gd name="T41" fmla="*/ 54 h 501"/>
                <a:gd name="T42" fmla="*/ 234 w 501"/>
                <a:gd name="T43" fmla="*/ 46 h 501"/>
                <a:gd name="T44" fmla="*/ 250 w 501"/>
                <a:gd name="T45" fmla="*/ 30 h 501"/>
                <a:gd name="T46" fmla="*/ 267 w 501"/>
                <a:gd name="T47" fmla="*/ 46 h 501"/>
                <a:gd name="T48" fmla="*/ 267 w 501"/>
                <a:gd name="T49" fmla="*/ 54 h 501"/>
                <a:gd name="T50" fmla="*/ 389 w 501"/>
                <a:gd name="T51" fmla="*/ 111 h 501"/>
                <a:gd name="T52" fmla="*/ 446 w 501"/>
                <a:gd name="T53" fmla="*/ 234 h 501"/>
                <a:gd name="T54" fmla="*/ 455 w 501"/>
                <a:gd name="T55" fmla="*/ 234 h 501"/>
                <a:gd name="T56" fmla="*/ 471 w 501"/>
                <a:gd name="T57" fmla="*/ 251 h 501"/>
                <a:gd name="T58" fmla="*/ 455 w 501"/>
                <a:gd name="T59" fmla="*/ 267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01" h="501">
                  <a:moveTo>
                    <a:pt x="250" y="0"/>
                  </a:moveTo>
                  <a:cubicBezTo>
                    <a:pt x="112" y="0"/>
                    <a:pt x="0" y="112"/>
                    <a:pt x="0" y="251"/>
                  </a:cubicBezTo>
                  <a:cubicBezTo>
                    <a:pt x="0" y="389"/>
                    <a:pt x="112" y="501"/>
                    <a:pt x="250" y="501"/>
                  </a:cubicBezTo>
                  <a:cubicBezTo>
                    <a:pt x="389" y="501"/>
                    <a:pt x="501" y="389"/>
                    <a:pt x="501" y="251"/>
                  </a:cubicBezTo>
                  <a:cubicBezTo>
                    <a:pt x="501" y="112"/>
                    <a:pt x="389" y="0"/>
                    <a:pt x="250" y="0"/>
                  </a:cubicBezTo>
                  <a:close/>
                  <a:moveTo>
                    <a:pt x="455" y="267"/>
                  </a:moveTo>
                  <a:cubicBezTo>
                    <a:pt x="446" y="267"/>
                    <a:pt x="446" y="267"/>
                    <a:pt x="446" y="267"/>
                  </a:cubicBezTo>
                  <a:cubicBezTo>
                    <a:pt x="442" y="315"/>
                    <a:pt x="421" y="358"/>
                    <a:pt x="389" y="390"/>
                  </a:cubicBezTo>
                  <a:cubicBezTo>
                    <a:pt x="357" y="422"/>
                    <a:pt x="315" y="443"/>
                    <a:pt x="267" y="447"/>
                  </a:cubicBezTo>
                  <a:cubicBezTo>
                    <a:pt x="267" y="455"/>
                    <a:pt x="267" y="455"/>
                    <a:pt x="267" y="455"/>
                  </a:cubicBezTo>
                  <a:cubicBezTo>
                    <a:pt x="267" y="464"/>
                    <a:pt x="259" y="471"/>
                    <a:pt x="250" y="471"/>
                  </a:cubicBezTo>
                  <a:cubicBezTo>
                    <a:pt x="241" y="471"/>
                    <a:pt x="234" y="464"/>
                    <a:pt x="234" y="455"/>
                  </a:cubicBezTo>
                  <a:cubicBezTo>
                    <a:pt x="234" y="447"/>
                    <a:pt x="234" y="447"/>
                    <a:pt x="234" y="447"/>
                  </a:cubicBezTo>
                  <a:cubicBezTo>
                    <a:pt x="186" y="443"/>
                    <a:pt x="143" y="422"/>
                    <a:pt x="111" y="390"/>
                  </a:cubicBezTo>
                  <a:cubicBezTo>
                    <a:pt x="79" y="358"/>
                    <a:pt x="58" y="315"/>
                    <a:pt x="54" y="267"/>
                  </a:cubicBezTo>
                  <a:cubicBezTo>
                    <a:pt x="46" y="267"/>
                    <a:pt x="46" y="267"/>
                    <a:pt x="46" y="267"/>
                  </a:cubicBezTo>
                  <a:cubicBezTo>
                    <a:pt x="37" y="267"/>
                    <a:pt x="30" y="260"/>
                    <a:pt x="30" y="251"/>
                  </a:cubicBezTo>
                  <a:cubicBezTo>
                    <a:pt x="30" y="241"/>
                    <a:pt x="37" y="234"/>
                    <a:pt x="46" y="234"/>
                  </a:cubicBezTo>
                  <a:cubicBezTo>
                    <a:pt x="54" y="234"/>
                    <a:pt x="54" y="234"/>
                    <a:pt x="54" y="234"/>
                  </a:cubicBezTo>
                  <a:cubicBezTo>
                    <a:pt x="58" y="186"/>
                    <a:pt x="79" y="143"/>
                    <a:pt x="111" y="111"/>
                  </a:cubicBezTo>
                  <a:cubicBezTo>
                    <a:pt x="143" y="79"/>
                    <a:pt x="186" y="58"/>
                    <a:pt x="234" y="54"/>
                  </a:cubicBezTo>
                  <a:cubicBezTo>
                    <a:pt x="234" y="46"/>
                    <a:pt x="234" y="46"/>
                    <a:pt x="234" y="46"/>
                  </a:cubicBezTo>
                  <a:cubicBezTo>
                    <a:pt x="234" y="37"/>
                    <a:pt x="241" y="30"/>
                    <a:pt x="250" y="30"/>
                  </a:cubicBezTo>
                  <a:cubicBezTo>
                    <a:pt x="259" y="30"/>
                    <a:pt x="267" y="37"/>
                    <a:pt x="267" y="46"/>
                  </a:cubicBezTo>
                  <a:cubicBezTo>
                    <a:pt x="267" y="54"/>
                    <a:pt x="267" y="54"/>
                    <a:pt x="267" y="54"/>
                  </a:cubicBezTo>
                  <a:cubicBezTo>
                    <a:pt x="315" y="58"/>
                    <a:pt x="357" y="79"/>
                    <a:pt x="389" y="111"/>
                  </a:cubicBezTo>
                  <a:cubicBezTo>
                    <a:pt x="421" y="143"/>
                    <a:pt x="442" y="186"/>
                    <a:pt x="446" y="234"/>
                  </a:cubicBezTo>
                  <a:cubicBezTo>
                    <a:pt x="455" y="234"/>
                    <a:pt x="455" y="234"/>
                    <a:pt x="455" y="234"/>
                  </a:cubicBezTo>
                  <a:cubicBezTo>
                    <a:pt x="464" y="234"/>
                    <a:pt x="471" y="241"/>
                    <a:pt x="471" y="251"/>
                  </a:cubicBezTo>
                  <a:cubicBezTo>
                    <a:pt x="471" y="260"/>
                    <a:pt x="464" y="267"/>
                    <a:pt x="455" y="2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5" name="Freeform 46"/>
            <p:cNvSpPr>
              <a:spLocks/>
            </p:cNvSpPr>
            <p:nvPr/>
          </p:nvSpPr>
          <p:spPr bwMode="auto">
            <a:xfrm>
              <a:off x="966788" y="3043238"/>
              <a:ext cx="96838" cy="117475"/>
            </a:xfrm>
            <a:custGeom>
              <a:avLst/>
              <a:gdLst>
                <a:gd name="T0" fmla="*/ 16 w 33"/>
                <a:gd name="T1" fmla="*/ 40 h 40"/>
                <a:gd name="T2" fmla="*/ 33 w 33"/>
                <a:gd name="T3" fmla="*/ 24 h 40"/>
                <a:gd name="T4" fmla="*/ 33 w 33"/>
                <a:gd name="T5" fmla="*/ 0 h 40"/>
                <a:gd name="T6" fmla="*/ 16 w 33"/>
                <a:gd name="T7" fmla="*/ 0 h 40"/>
                <a:gd name="T8" fmla="*/ 0 w 33"/>
                <a:gd name="T9" fmla="*/ 0 h 40"/>
                <a:gd name="T10" fmla="*/ 0 w 33"/>
                <a:gd name="T11" fmla="*/ 24 h 40"/>
                <a:gd name="T12" fmla="*/ 16 w 33"/>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33" h="40">
                  <a:moveTo>
                    <a:pt x="16" y="40"/>
                  </a:moveTo>
                  <a:cubicBezTo>
                    <a:pt x="25" y="40"/>
                    <a:pt x="33" y="33"/>
                    <a:pt x="33" y="24"/>
                  </a:cubicBezTo>
                  <a:cubicBezTo>
                    <a:pt x="33" y="0"/>
                    <a:pt x="33" y="0"/>
                    <a:pt x="33" y="0"/>
                  </a:cubicBezTo>
                  <a:cubicBezTo>
                    <a:pt x="27" y="0"/>
                    <a:pt x="22" y="0"/>
                    <a:pt x="16" y="0"/>
                  </a:cubicBezTo>
                  <a:cubicBezTo>
                    <a:pt x="11" y="0"/>
                    <a:pt x="5" y="0"/>
                    <a:pt x="0" y="0"/>
                  </a:cubicBezTo>
                  <a:cubicBezTo>
                    <a:pt x="0" y="24"/>
                    <a:pt x="0" y="24"/>
                    <a:pt x="0" y="24"/>
                  </a:cubicBezTo>
                  <a:cubicBezTo>
                    <a:pt x="0" y="33"/>
                    <a:pt x="7" y="40"/>
                    <a:pt x="16"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6" name="Freeform 47"/>
            <p:cNvSpPr>
              <a:spLocks/>
            </p:cNvSpPr>
            <p:nvPr/>
          </p:nvSpPr>
          <p:spPr bwMode="auto">
            <a:xfrm>
              <a:off x="966788" y="4079875"/>
              <a:ext cx="96838" cy="115888"/>
            </a:xfrm>
            <a:custGeom>
              <a:avLst/>
              <a:gdLst>
                <a:gd name="T0" fmla="*/ 16 w 33"/>
                <a:gd name="T1" fmla="*/ 0 h 40"/>
                <a:gd name="T2" fmla="*/ 0 w 33"/>
                <a:gd name="T3" fmla="*/ 17 h 40"/>
                <a:gd name="T4" fmla="*/ 0 w 33"/>
                <a:gd name="T5" fmla="*/ 40 h 40"/>
                <a:gd name="T6" fmla="*/ 16 w 33"/>
                <a:gd name="T7" fmla="*/ 40 h 40"/>
                <a:gd name="T8" fmla="*/ 33 w 33"/>
                <a:gd name="T9" fmla="*/ 40 h 40"/>
                <a:gd name="T10" fmla="*/ 33 w 33"/>
                <a:gd name="T11" fmla="*/ 17 h 40"/>
                <a:gd name="T12" fmla="*/ 16 w 33"/>
                <a:gd name="T13" fmla="*/ 0 h 40"/>
              </a:gdLst>
              <a:ahLst/>
              <a:cxnLst>
                <a:cxn ang="0">
                  <a:pos x="T0" y="T1"/>
                </a:cxn>
                <a:cxn ang="0">
                  <a:pos x="T2" y="T3"/>
                </a:cxn>
                <a:cxn ang="0">
                  <a:pos x="T4" y="T5"/>
                </a:cxn>
                <a:cxn ang="0">
                  <a:pos x="T6" y="T7"/>
                </a:cxn>
                <a:cxn ang="0">
                  <a:pos x="T8" y="T9"/>
                </a:cxn>
                <a:cxn ang="0">
                  <a:pos x="T10" y="T11"/>
                </a:cxn>
                <a:cxn ang="0">
                  <a:pos x="T12" y="T13"/>
                </a:cxn>
              </a:cxnLst>
              <a:rect l="0" t="0" r="r" b="b"/>
              <a:pathLst>
                <a:path w="33" h="40">
                  <a:moveTo>
                    <a:pt x="16" y="0"/>
                  </a:moveTo>
                  <a:cubicBezTo>
                    <a:pt x="7" y="0"/>
                    <a:pt x="0" y="7"/>
                    <a:pt x="0" y="17"/>
                  </a:cubicBezTo>
                  <a:cubicBezTo>
                    <a:pt x="0" y="40"/>
                    <a:pt x="0" y="40"/>
                    <a:pt x="0" y="40"/>
                  </a:cubicBezTo>
                  <a:cubicBezTo>
                    <a:pt x="5" y="40"/>
                    <a:pt x="11" y="40"/>
                    <a:pt x="16" y="40"/>
                  </a:cubicBezTo>
                  <a:cubicBezTo>
                    <a:pt x="22" y="40"/>
                    <a:pt x="27" y="40"/>
                    <a:pt x="33" y="40"/>
                  </a:cubicBezTo>
                  <a:cubicBezTo>
                    <a:pt x="33" y="17"/>
                    <a:pt x="33" y="17"/>
                    <a:pt x="33" y="17"/>
                  </a:cubicBezTo>
                  <a:cubicBezTo>
                    <a:pt x="33" y="7"/>
                    <a:pt x="25"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7" name="Freeform 48"/>
            <p:cNvSpPr>
              <a:spLocks/>
            </p:cNvSpPr>
            <p:nvPr/>
          </p:nvSpPr>
          <p:spPr bwMode="auto">
            <a:xfrm>
              <a:off x="434976" y="3571875"/>
              <a:ext cx="120650" cy="96838"/>
            </a:xfrm>
            <a:custGeom>
              <a:avLst/>
              <a:gdLst>
                <a:gd name="T0" fmla="*/ 41 w 41"/>
                <a:gd name="T1" fmla="*/ 17 h 33"/>
                <a:gd name="T2" fmla="*/ 24 w 41"/>
                <a:gd name="T3" fmla="*/ 0 h 33"/>
                <a:gd name="T4" fmla="*/ 1 w 41"/>
                <a:gd name="T5" fmla="*/ 0 h 33"/>
                <a:gd name="T6" fmla="*/ 0 w 41"/>
                <a:gd name="T7" fmla="*/ 17 h 33"/>
                <a:gd name="T8" fmla="*/ 1 w 41"/>
                <a:gd name="T9" fmla="*/ 33 h 33"/>
                <a:gd name="T10" fmla="*/ 24 w 41"/>
                <a:gd name="T11" fmla="*/ 33 h 33"/>
                <a:gd name="T12" fmla="*/ 41 w 41"/>
                <a:gd name="T13" fmla="*/ 17 h 33"/>
              </a:gdLst>
              <a:ahLst/>
              <a:cxnLst>
                <a:cxn ang="0">
                  <a:pos x="T0" y="T1"/>
                </a:cxn>
                <a:cxn ang="0">
                  <a:pos x="T2" y="T3"/>
                </a:cxn>
                <a:cxn ang="0">
                  <a:pos x="T4" y="T5"/>
                </a:cxn>
                <a:cxn ang="0">
                  <a:pos x="T6" y="T7"/>
                </a:cxn>
                <a:cxn ang="0">
                  <a:pos x="T8" y="T9"/>
                </a:cxn>
                <a:cxn ang="0">
                  <a:pos x="T10" y="T11"/>
                </a:cxn>
                <a:cxn ang="0">
                  <a:pos x="T12" y="T13"/>
                </a:cxn>
              </a:cxnLst>
              <a:rect l="0" t="0" r="r" b="b"/>
              <a:pathLst>
                <a:path w="41" h="33">
                  <a:moveTo>
                    <a:pt x="41" y="17"/>
                  </a:moveTo>
                  <a:cubicBezTo>
                    <a:pt x="41" y="7"/>
                    <a:pt x="33" y="0"/>
                    <a:pt x="24" y="0"/>
                  </a:cubicBezTo>
                  <a:cubicBezTo>
                    <a:pt x="1" y="0"/>
                    <a:pt x="1" y="0"/>
                    <a:pt x="1" y="0"/>
                  </a:cubicBezTo>
                  <a:cubicBezTo>
                    <a:pt x="1" y="6"/>
                    <a:pt x="0" y="11"/>
                    <a:pt x="0" y="17"/>
                  </a:cubicBezTo>
                  <a:cubicBezTo>
                    <a:pt x="0" y="22"/>
                    <a:pt x="1" y="28"/>
                    <a:pt x="1" y="33"/>
                  </a:cubicBezTo>
                  <a:cubicBezTo>
                    <a:pt x="24" y="33"/>
                    <a:pt x="24" y="33"/>
                    <a:pt x="24" y="33"/>
                  </a:cubicBezTo>
                  <a:cubicBezTo>
                    <a:pt x="33" y="33"/>
                    <a:pt x="41" y="26"/>
                    <a:pt x="41"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8" name="Freeform 49"/>
            <p:cNvSpPr>
              <a:spLocks/>
            </p:cNvSpPr>
            <p:nvPr/>
          </p:nvSpPr>
          <p:spPr bwMode="auto">
            <a:xfrm>
              <a:off x="1474788" y="3571875"/>
              <a:ext cx="119063" cy="96838"/>
            </a:xfrm>
            <a:custGeom>
              <a:avLst/>
              <a:gdLst>
                <a:gd name="T0" fmla="*/ 39 w 40"/>
                <a:gd name="T1" fmla="*/ 0 h 33"/>
                <a:gd name="T2" fmla="*/ 16 w 40"/>
                <a:gd name="T3" fmla="*/ 0 h 33"/>
                <a:gd name="T4" fmla="*/ 0 w 40"/>
                <a:gd name="T5" fmla="*/ 17 h 33"/>
                <a:gd name="T6" fmla="*/ 16 w 40"/>
                <a:gd name="T7" fmla="*/ 33 h 33"/>
                <a:gd name="T8" fmla="*/ 39 w 40"/>
                <a:gd name="T9" fmla="*/ 33 h 33"/>
                <a:gd name="T10" fmla="*/ 40 w 40"/>
                <a:gd name="T11" fmla="*/ 17 h 33"/>
                <a:gd name="T12" fmla="*/ 39 w 40"/>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40" h="33">
                  <a:moveTo>
                    <a:pt x="39" y="0"/>
                  </a:moveTo>
                  <a:cubicBezTo>
                    <a:pt x="16" y="0"/>
                    <a:pt x="16" y="0"/>
                    <a:pt x="16" y="0"/>
                  </a:cubicBezTo>
                  <a:cubicBezTo>
                    <a:pt x="7" y="0"/>
                    <a:pt x="0" y="7"/>
                    <a:pt x="0" y="17"/>
                  </a:cubicBezTo>
                  <a:cubicBezTo>
                    <a:pt x="0" y="26"/>
                    <a:pt x="7" y="33"/>
                    <a:pt x="16" y="33"/>
                  </a:cubicBezTo>
                  <a:cubicBezTo>
                    <a:pt x="39" y="33"/>
                    <a:pt x="39" y="33"/>
                    <a:pt x="39" y="33"/>
                  </a:cubicBezTo>
                  <a:cubicBezTo>
                    <a:pt x="40" y="28"/>
                    <a:pt x="40" y="22"/>
                    <a:pt x="40" y="17"/>
                  </a:cubicBezTo>
                  <a:cubicBezTo>
                    <a:pt x="40" y="11"/>
                    <a:pt x="40" y="6"/>
                    <a:pt x="3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9" name="Oval 50"/>
            <p:cNvSpPr>
              <a:spLocks noChangeArrowheads="1"/>
            </p:cNvSpPr>
            <p:nvPr/>
          </p:nvSpPr>
          <p:spPr bwMode="auto">
            <a:xfrm>
              <a:off x="925513" y="3532188"/>
              <a:ext cx="176213" cy="1746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0" name="Freeform 51"/>
            <p:cNvSpPr>
              <a:spLocks noEditPoints="1"/>
            </p:cNvSpPr>
            <p:nvPr/>
          </p:nvSpPr>
          <p:spPr bwMode="auto">
            <a:xfrm>
              <a:off x="652463" y="3254375"/>
              <a:ext cx="723900" cy="730250"/>
            </a:xfrm>
            <a:custGeom>
              <a:avLst/>
              <a:gdLst>
                <a:gd name="T0" fmla="*/ 106 w 246"/>
                <a:gd name="T1" fmla="*/ 86 h 249"/>
                <a:gd name="T2" fmla="*/ 109 w 246"/>
                <a:gd name="T3" fmla="*/ 89 h 249"/>
                <a:gd name="T4" fmla="*/ 123 w 246"/>
                <a:gd name="T5" fmla="*/ 86 h 249"/>
                <a:gd name="T6" fmla="*/ 162 w 246"/>
                <a:gd name="T7" fmla="*/ 125 h 249"/>
                <a:gd name="T8" fmla="*/ 159 w 246"/>
                <a:gd name="T9" fmla="*/ 139 h 249"/>
                <a:gd name="T10" fmla="*/ 162 w 246"/>
                <a:gd name="T11" fmla="*/ 142 h 249"/>
                <a:gd name="T12" fmla="*/ 246 w 246"/>
                <a:gd name="T13" fmla="*/ 0 h 249"/>
                <a:gd name="T14" fmla="*/ 106 w 246"/>
                <a:gd name="T15" fmla="*/ 86 h 249"/>
                <a:gd name="T16" fmla="*/ 123 w 246"/>
                <a:gd name="T17" fmla="*/ 163 h 249"/>
                <a:gd name="T18" fmla="*/ 84 w 246"/>
                <a:gd name="T19" fmla="*/ 125 h 249"/>
                <a:gd name="T20" fmla="*/ 87 w 246"/>
                <a:gd name="T21" fmla="*/ 110 h 249"/>
                <a:gd name="T22" fmla="*/ 85 w 246"/>
                <a:gd name="T23" fmla="*/ 107 h 249"/>
                <a:gd name="T24" fmla="*/ 0 w 246"/>
                <a:gd name="T25" fmla="*/ 249 h 249"/>
                <a:gd name="T26" fmla="*/ 140 w 246"/>
                <a:gd name="T27" fmla="*/ 163 h 249"/>
                <a:gd name="T28" fmla="*/ 138 w 246"/>
                <a:gd name="T29" fmla="*/ 160 h 249"/>
                <a:gd name="T30" fmla="*/ 123 w 246"/>
                <a:gd name="T31" fmla="*/ 163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6" h="249">
                  <a:moveTo>
                    <a:pt x="106" y="86"/>
                  </a:moveTo>
                  <a:cubicBezTo>
                    <a:pt x="109" y="89"/>
                    <a:pt x="109" y="89"/>
                    <a:pt x="109" y="89"/>
                  </a:cubicBezTo>
                  <a:cubicBezTo>
                    <a:pt x="113" y="87"/>
                    <a:pt x="118" y="86"/>
                    <a:pt x="123" y="86"/>
                  </a:cubicBezTo>
                  <a:cubicBezTo>
                    <a:pt x="145" y="86"/>
                    <a:pt x="162" y="103"/>
                    <a:pt x="162" y="125"/>
                  </a:cubicBezTo>
                  <a:cubicBezTo>
                    <a:pt x="162" y="130"/>
                    <a:pt x="161" y="135"/>
                    <a:pt x="159" y="139"/>
                  </a:cubicBezTo>
                  <a:cubicBezTo>
                    <a:pt x="162" y="142"/>
                    <a:pt x="162" y="142"/>
                    <a:pt x="162" y="142"/>
                  </a:cubicBezTo>
                  <a:cubicBezTo>
                    <a:pt x="246" y="0"/>
                    <a:pt x="246" y="0"/>
                    <a:pt x="246" y="0"/>
                  </a:cubicBezTo>
                  <a:lnTo>
                    <a:pt x="106" y="86"/>
                  </a:lnTo>
                  <a:close/>
                  <a:moveTo>
                    <a:pt x="123" y="163"/>
                  </a:moveTo>
                  <a:cubicBezTo>
                    <a:pt x="102" y="163"/>
                    <a:pt x="84" y="146"/>
                    <a:pt x="84" y="125"/>
                  </a:cubicBezTo>
                  <a:cubicBezTo>
                    <a:pt x="84" y="119"/>
                    <a:pt x="86" y="114"/>
                    <a:pt x="87" y="110"/>
                  </a:cubicBezTo>
                  <a:cubicBezTo>
                    <a:pt x="85" y="107"/>
                    <a:pt x="85" y="107"/>
                    <a:pt x="85" y="107"/>
                  </a:cubicBezTo>
                  <a:cubicBezTo>
                    <a:pt x="0" y="249"/>
                    <a:pt x="0" y="249"/>
                    <a:pt x="0" y="249"/>
                  </a:cubicBezTo>
                  <a:cubicBezTo>
                    <a:pt x="140" y="163"/>
                    <a:pt x="140" y="163"/>
                    <a:pt x="140" y="163"/>
                  </a:cubicBezTo>
                  <a:cubicBezTo>
                    <a:pt x="138" y="160"/>
                    <a:pt x="138" y="160"/>
                    <a:pt x="138" y="160"/>
                  </a:cubicBezTo>
                  <a:cubicBezTo>
                    <a:pt x="133" y="162"/>
                    <a:pt x="128" y="163"/>
                    <a:pt x="123" y="1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1" name="Freeform 52"/>
            <p:cNvSpPr>
              <a:spLocks/>
            </p:cNvSpPr>
            <p:nvPr/>
          </p:nvSpPr>
          <p:spPr bwMode="auto">
            <a:xfrm>
              <a:off x="935038" y="2698750"/>
              <a:ext cx="158750" cy="158750"/>
            </a:xfrm>
            <a:custGeom>
              <a:avLst/>
              <a:gdLst>
                <a:gd name="T0" fmla="*/ 27 w 54"/>
                <a:gd name="T1" fmla="*/ 0 h 54"/>
                <a:gd name="T2" fmla="*/ 0 w 54"/>
                <a:gd name="T3" fmla="*/ 27 h 54"/>
                <a:gd name="T4" fmla="*/ 0 w 54"/>
                <a:gd name="T5" fmla="*/ 54 h 54"/>
                <a:gd name="T6" fmla="*/ 29 w 54"/>
                <a:gd name="T7" fmla="*/ 52 h 54"/>
                <a:gd name="T8" fmla="*/ 29 w 54"/>
                <a:gd name="T9" fmla="*/ 52 h 54"/>
                <a:gd name="T10" fmla="*/ 54 w 54"/>
                <a:gd name="T11" fmla="*/ 53 h 54"/>
                <a:gd name="T12" fmla="*/ 54 w 54"/>
                <a:gd name="T13" fmla="*/ 27 h 54"/>
                <a:gd name="T14" fmla="*/ 27 w 54"/>
                <a:gd name="T15" fmla="*/ 0 h 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 h="54">
                  <a:moveTo>
                    <a:pt x="27" y="0"/>
                  </a:moveTo>
                  <a:cubicBezTo>
                    <a:pt x="12" y="0"/>
                    <a:pt x="0" y="12"/>
                    <a:pt x="0" y="27"/>
                  </a:cubicBezTo>
                  <a:cubicBezTo>
                    <a:pt x="0" y="54"/>
                    <a:pt x="0" y="54"/>
                    <a:pt x="0" y="54"/>
                  </a:cubicBezTo>
                  <a:cubicBezTo>
                    <a:pt x="10" y="53"/>
                    <a:pt x="19" y="52"/>
                    <a:pt x="29" y="52"/>
                  </a:cubicBezTo>
                  <a:cubicBezTo>
                    <a:pt x="29" y="52"/>
                    <a:pt x="29" y="52"/>
                    <a:pt x="29" y="52"/>
                  </a:cubicBezTo>
                  <a:cubicBezTo>
                    <a:pt x="38" y="52"/>
                    <a:pt x="46" y="52"/>
                    <a:pt x="54" y="53"/>
                  </a:cubicBezTo>
                  <a:cubicBezTo>
                    <a:pt x="54" y="27"/>
                    <a:pt x="54" y="27"/>
                    <a:pt x="54" y="27"/>
                  </a:cubicBezTo>
                  <a:cubicBezTo>
                    <a:pt x="54" y="12"/>
                    <a:pt x="42" y="0"/>
                    <a:pt x="2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32" name="组合 131"/>
          <p:cNvGrpSpPr/>
          <p:nvPr/>
        </p:nvGrpSpPr>
        <p:grpSpPr>
          <a:xfrm>
            <a:off x="9638222" y="1485716"/>
            <a:ext cx="792457" cy="812984"/>
            <a:chOff x="7673976" y="2593975"/>
            <a:chExt cx="1716088" cy="1760538"/>
          </a:xfrm>
          <a:solidFill>
            <a:srgbClr val="B18D17"/>
          </a:solidFill>
        </p:grpSpPr>
        <p:sp>
          <p:nvSpPr>
            <p:cNvPr id="133" name="Freeform 60"/>
            <p:cNvSpPr>
              <a:spLocks/>
            </p:cNvSpPr>
            <p:nvPr/>
          </p:nvSpPr>
          <p:spPr bwMode="auto">
            <a:xfrm>
              <a:off x="7673976" y="2974975"/>
              <a:ext cx="1284288" cy="1379538"/>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 name="Freeform 61"/>
            <p:cNvSpPr>
              <a:spLocks noEditPoints="1"/>
            </p:cNvSpPr>
            <p:nvPr/>
          </p:nvSpPr>
          <p:spPr bwMode="auto">
            <a:xfrm>
              <a:off x="8540751" y="2593975"/>
              <a:ext cx="849313" cy="739775"/>
            </a:xfrm>
            <a:custGeom>
              <a:avLst/>
              <a:gdLst>
                <a:gd name="T0" fmla="*/ 143 w 289"/>
                <a:gd name="T1" fmla="*/ 1 h 252"/>
                <a:gd name="T2" fmla="*/ 0 w 289"/>
                <a:gd name="T3" fmla="*/ 111 h 252"/>
                <a:gd name="T4" fmla="*/ 73 w 289"/>
                <a:gd name="T5" fmla="*/ 203 h 252"/>
                <a:gd name="T6" fmla="*/ 47 w 289"/>
                <a:gd name="T7" fmla="*/ 252 h 252"/>
                <a:gd name="T8" fmla="*/ 121 w 289"/>
                <a:gd name="T9" fmla="*/ 216 h 252"/>
                <a:gd name="T10" fmla="*/ 146 w 289"/>
                <a:gd name="T11" fmla="*/ 217 h 252"/>
                <a:gd name="T12" fmla="*/ 288 w 289"/>
                <a:gd name="T13" fmla="*/ 107 h 252"/>
                <a:gd name="T14" fmla="*/ 143 w 289"/>
                <a:gd name="T15" fmla="*/ 1 h 252"/>
                <a:gd name="T16" fmla="*/ 73 w 289"/>
                <a:gd name="T17" fmla="*/ 131 h 252"/>
                <a:gd name="T18" fmla="*/ 55 w 289"/>
                <a:gd name="T19" fmla="*/ 113 h 252"/>
                <a:gd name="T20" fmla="*/ 73 w 289"/>
                <a:gd name="T21" fmla="*/ 95 h 252"/>
                <a:gd name="T22" fmla="*/ 91 w 289"/>
                <a:gd name="T23" fmla="*/ 113 h 252"/>
                <a:gd name="T24" fmla="*/ 73 w 289"/>
                <a:gd name="T25" fmla="*/ 131 h 252"/>
                <a:gd name="T26" fmla="*/ 144 w 289"/>
                <a:gd name="T27" fmla="*/ 131 h 252"/>
                <a:gd name="T28" fmla="*/ 126 w 289"/>
                <a:gd name="T29" fmla="*/ 113 h 252"/>
                <a:gd name="T30" fmla="*/ 144 w 289"/>
                <a:gd name="T31" fmla="*/ 95 h 252"/>
                <a:gd name="T32" fmla="*/ 162 w 289"/>
                <a:gd name="T33" fmla="*/ 113 h 252"/>
                <a:gd name="T34" fmla="*/ 144 w 289"/>
                <a:gd name="T35" fmla="*/ 131 h 252"/>
                <a:gd name="T36" fmla="*/ 216 w 289"/>
                <a:gd name="T37" fmla="*/ 131 h 252"/>
                <a:gd name="T38" fmla="*/ 198 w 289"/>
                <a:gd name="T39" fmla="*/ 113 h 252"/>
                <a:gd name="T40" fmla="*/ 216 w 289"/>
                <a:gd name="T41" fmla="*/ 95 h 252"/>
                <a:gd name="T42" fmla="*/ 233 w 289"/>
                <a:gd name="T43" fmla="*/ 113 h 252"/>
                <a:gd name="T44" fmla="*/ 216 w 289"/>
                <a:gd name="T45" fmla="*/ 131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9" h="252">
                  <a:moveTo>
                    <a:pt x="143" y="1"/>
                  </a:moveTo>
                  <a:cubicBezTo>
                    <a:pt x="63" y="2"/>
                    <a:pt x="0" y="51"/>
                    <a:pt x="0" y="111"/>
                  </a:cubicBezTo>
                  <a:cubicBezTo>
                    <a:pt x="1" y="151"/>
                    <a:pt x="30" y="185"/>
                    <a:pt x="73" y="203"/>
                  </a:cubicBezTo>
                  <a:cubicBezTo>
                    <a:pt x="47" y="252"/>
                    <a:pt x="47" y="252"/>
                    <a:pt x="47" y="252"/>
                  </a:cubicBezTo>
                  <a:cubicBezTo>
                    <a:pt x="121" y="216"/>
                    <a:pt x="121" y="216"/>
                    <a:pt x="121" y="216"/>
                  </a:cubicBezTo>
                  <a:cubicBezTo>
                    <a:pt x="129" y="217"/>
                    <a:pt x="137" y="218"/>
                    <a:pt x="146" y="217"/>
                  </a:cubicBezTo>
                  <a:cubicBezTo>
                    <a:pt x="225" y="216"/>
                    <a:pt x="289" y="167"/>
                    <a:pt x="288" y="107"/>
                  </a:cubicBezTo>
                  <a:cubicBezTo>
                    <a:pt x="287" y="47"/>
                    <a:pt x="222" y="0"/>
                    <a:pt x="143" y="1"/>
                  </a:cubicBezTo>
                  <a:close/>
                  <a:moveTo>
                    <a:pt x="73" y="131"/>
                  </a:moveTo>
                  <a:cubicBezTo>
                    <a:pt x="63" y="131"/>
                    <a:pt x="55" y="123"/>
                    <a:pt x="55" y="113"/>
                  </a:cubicBezTo>
                  <a:cubicBezTo>
                    <a:pt x="55" y="103"/>
                    <a:pt x="63" y="95"/>
                    <a:pt x="73" y="95"/>
                  </a:cubicBezTo>
                  <a:cubicBezTo>
                    <a:pt x="83" y="95"/>
                    <a:pt x="91" y="103"/>
                    <a:pt x="91" y="113"/>
                  </a:cubicBezTo>
                  <a:cubicBezTo>
                    <a:pt x="91" y="123"/>
                    <a:pt x="83" y="131"/>
                    <a:pt x="73" y="131"/>
                  </a:cubicBezTo>
                  <a:close/>
                  <a:moveTo>
                    <a:pt x="144" y="131"/>
                  </a:moveTo>
                  <a:cubicBezTo>
                    <a:pt x="134" y="131"/>
                    <a:pt x="126" y="123"/>
                    <a:pt x="126" y="113"/>
                  </a:cubicBezTo>
                  <a:cubicBezTo>
                    <a:pt x="126" y="103"/>
                    <a:pt x="134" y="95"/>
                    <a:pt x="144" y="95"/>
                  </a:cubicBezTo>
                  <a:cubicBezTo>
                    <a:pt x="154" y="95"/>
                    <a:pt x="162" y="103"/>
                    <a:pt x="162" y="113"/>
                  </a:cubicBezTo>
                  <a:cubicBezTo>
                    <a:pt x="162" y="123"/>
                    <a:pt x="154" y="131"/>
                    <a:pt x="144" y="131"/>
                  </a:cubicBezTo>
                  <a:close/>
                  <a:moveTo>
                    <a:pt x="216" y="131"/>
                  </a:moveTo>
                  <a:cubicBezTo>
                    <a:pt x="206" y="131"/>
                    <a:pt x="198" y="123"/>
                    <a:pt x="198" y="113"/>
                  </a:cubicBezTo>
                  <a:cubicBezTo>
                    <a:pt x="198" y="103"/>
                    <a:pt x="206" y="95"/>
                    <a:pt x="216" y="95"/>
                  </a:cubicBezTo>
                  <a:cubicBezTo>
                    <a:pt x="225" y="95"/>
                    <a:pt x="233" y="103"/>
                    <a:pt x="233" y="113"/>
                  </a:cubicBezTo>
                  <a:cubicBezTo>
                    <a:pt x="233" y="123"/>
                    <a:pt x="225" y="131"/>
                    <a:pt x="216" y="1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135"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六项并列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619305041"/>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 name="Freeform 60"/>
          <p:cNvSpPr>
            <a:spLocks/>
          </p:cNvSpPr>
          <p:nvPr/>
        </p:nvSpPr>
        <p:spPr bwMode="auto">
          <a:xfrm>
            <a:off x="1007063" y="4143553"/>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 name="圆角矩形 96"/>
          <p:cNvSpPr/>
          <p:nvPr/>
        </p:nvSpPr>
        <p:spPr>
          <a:xfrm>
            <a:off x="1674755" y="4302838"/>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98" name="等腰三角形 97"/>
          <p:cNvSpPr/>
          <p:nvPr/>
        </p:nvSpPr>
        <p:spPr>
          <a:xfrm rot="16200000">
            <a:off x="1600123" y="4370382"/>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92" name="文本框 91"/>
          <p:cNvSpPr txBox="1"/>
          <p:nvPr/>
        </p:nvSpPr>
        <p:spPr>
          <a:xfrm>
            <a:off x="940215" y="4943154"/>
            <a:ext cx="3555585" cy="1089529"/>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网络</a:t>
            </a:r>
            <a:r>
              <a:rPr lang="en-US" altLang="zh-CN" dirty="0">
                <a:solidFill>
                  <a:prstClr val="black">
                    <a:lumMod val="65000"/>
                    <a:lumOff val="35000"/>
                  </a:prstClr>
                </a:solidFill>
                <a:latin typeface="微软雅黑" panose="020B0503020204020204" pitchFamily="34" charset="-122"/>
              </a:rPr>
              <a:t>EPS</a:t>
            </a:r>
            <a:r>
              <a:rPr lang="zh-CN" altLang="en-US" dirty="0">
                <a:solidFill>
                  <a:prstClr val="black">
                    <a:lumMod val="65000"/>
                    <a:lumOff val="35000"/>
                  </a:prstClr>
                </a:solidFill>
                <a:latin typeface="微软雅黑" panose="020B0503020204020204" pitchFamily="34" charset="-122"/>
              </a:rPr>
              <a:t>素材改编；</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可根据实际应用修改颜色；</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可根据实际排版调整大小。</a:t>
            </a:r>
            <a:endParaRPr lang="en-US" altLang="zh-CN" dirty="0">
              <a:solidFill>
                <a:prstClr val="black">
                  <a:lumMod val="65000"/>
                  <a:lumOff val="35000"/>
                </a:prstClr>
              </a:solidFill>
              <a:latin typeface="微软雅黑" panose="020B0503020204020204" pitchFamily="34" charset="-122"/>
            </a:endParaRPr>
          </a:p>
        </p:txBody>
      </p:sp>
      <p:sp>
        <p:nvSpPr>
          <p:cNvPr id="14" name="Freeform 6"/>
          <p:cNvSpPr>
            <a:spLocks/>
          </p:cNvSpPr>
          <p:nvPr/>
        </p:nvSpPr>
        <p:spPr bwMode="auto">
          <a:xfrm>
            <a:off x="8029575" y="69850"/>
            <a:ext cx="2168525" cy="2058988"/>
          </a:xfrm>
          <a:custGeom>
            <a:avLst/>
            <a:gdLst>
              <a:gd name="T0" fmla="*/ 112 w 600"/>
              <a:gd name="T1" fmla="*/ 559 h 570"/>
              <a:gd name="T2" fmla="*/ 117 w 600"/>
              <a:gd name="T3" fmla="*/ 400 h 570"/>
              <a:gd name="T4" fmla="*/ 15 w 600"/>
              <a:gd name="T5" fmla="*/ 254 h 570"/>
              <a:gd name="T6" fmla="*/ 0 w 600"/>
              <a:gd name="T7" fmla="*/ 235 h 570"/>
              <a:gd name="T8" fmla="*/ 6 w 600"/>
              <a:gd name="T9" fmla="*/ 214 h 570"/>
              <a:gd name="T10" fmla="*/ 8 w 600"/>
              <a:gd name="T11" fmla="*/ 209 h 570"/>
              <a:gd name="T12" fmla="*/ 10 w 600"/>
              <a:gd name="T13" fmla="*/ 205 h 570"/>
              <a:gd name="T14" fmla="*/ 14 w 600"/>
              <a:gd name="T15" fmla="*/ 201 h 570"/>
              <a:gd name="T16" fmla="*/ 18 w 600"/>
              <a:gd name="T17" fmla="*/ 197 h 570"/>
              <a:gd name="T18" fmla="*/ 22 w 600"/>
              <a:gd name="T19" fmla="*/ 194 h 570"/>
              <a:gd name="T20" fmla="*/ 27 w 600"/>
              <a:gd name="T21" fmla="*/ 192 h 570"/>
              <a:gd name="T22" fmla="*/ 34 w 600"/>
              <a:gd name="T23" fmla="*/ 189 h 570"/>
              <a:gd name="T24" fmla="*/ 202 w 600"/>
              <a:gd name="T25" fmla="*/ 132 h 570"/>
              <a:gd name="T26" fmla="*/ 302 w 600"/>
              <a:gd name="T27" fmla="*/ 0 h 570"/>
              <a:gd name="T28" fmla="*/ 402 w 600"/>
              <a:gd name="T29" fmla="*/ 132 h 570"/>
              <a:gd name="T30" fmla="*/ 570 w 600"/>
              <a:gd name="T31" fmla="*/ 189 h 570"/>
              <a:gd name="T32" fmla="*/ 576 w 600"/>
              <a:gd name="T33" fmla="*/ 191 h 570"/>
              <a:gd name="T34" fmla="*/ 580 w 600"/>
              <a:gd name="T35" fmla="*/ 193 h 570"/>
              <a:gd name="T36" fmla="*/ 584 w 600"/>
              <a:gd name="T37" fmla="*/ 196 h 570"/>
              <a:gd name="T38" fmla="*/ 589 w 600"/>
              <a:gd name="T39" fmla="*/ 200 h 570"/>
              <a:gd name="T40" fmla="*/ 592 w 600"/>
              <a:gd name="T41" fmla="*/ 203 h 570"/>
              <a:gd name="T42" fmla="*/ 595 w 600"/>
              <a:gd name="T43" fmla="*/ 207 h 570"/>
              <a:gd name="T44" fmla="*/ 597 w 600"/>
              <a:gd name="T45" fmla="*/ 212 h 570"/>
              <a:gd name="T46" fmla="*/ 599 w 600"/>
              <a:gd name="T47" fmla="*/ 218 h 570"/>
              <a:gd name="T48" fmla="*/ 600 w 600"/>
              <a:gd name="T49" fmla="*/ 223 h 570"/>
              <a:gd name="T50" fmla="*/ 600 w 600"/>
              <a:gd name="T51" fmla="*/ 227 h 570"/>
              <a:gd name="T52" fmla="*/ 599 w 600"/>
              <a:gd name="T53" fmla="*/ 233 h 570"/>
              <a:gd name="T54" fmla="*/ 598 w 600"/>
              <a:gd name="T55" fmla="*/ 238 h 570"/>
              <a:gd name="T56" fmla="*/ 594 w 600"/>
              <a:gd name="T57" fmla="*/ 248 h 570"/>
              <a:gd name="T58" fmla="*/ 589 w 600"/>
              <a:gd name="T59" fmla="*/ 254 h 570"/>
              <a:gd name="T60" fmla="*/ 487 w 600"/>
              <a:gd name="T61" fmla="*/ 400 h 570"/>
              <a:gd name="T62" fmla="*/ 491 w 600"/>
              <a:gd name="T63" fmla="*/ 559 h 570"/>
              <a:gd name="T64" fmla="*/ 465 w 600"/>
              <a:gd name="T65" fmla="*/ 570 h 570"/>
              <a:gd name="T66" fmla="*/ 387 w 600"/>
              <a:gd name="T67" fmla="*/ 539 h 570"/>
              <a:gd name="T68" fmla="*/ 302 w 600"/>
              <a:gd name="T69" fmla="*/ 509 h 570"/>
              <a:gd name="T70" fmla="*/ 217 w 600"/>
              <a:gd name="T71" fmla="*/ 539 h 570"/>
              <a:gd name="T72" fmla="*/ 139 w 600"/>
              <a:gd name="T73" fmla="*/ 570 h 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00" h="570">
                <a:moveTo>
                  <a:pt x="139" y="570"/>
                </a:moveTo>
                <a:cubicBezTo>
                  <a:pt x="128" y="570"/>
                  <a:pt x="119" y="566"/>
                  <a:pt x="112" y="559"/>
                </a:cubicBezTo>
                <a:cubicBezTo>
                  <a:pt x="107" y="553"/>
                  <a:pt x="102" y="543"/>
                  <a:pt x="103" y="528"/>
                </a:cubicBezTo>
                <a:cubicBezTo>
                  <a:pt x="107" y="485"/>
                  <a:pt x="111" y="442"/>
                  <a:pt x="117" y="400"/>
                </a:cubicBezTo>
                <a:cubicBezTo>
                  <a:pt x="118" y="386"/>
                  <a:pt x="111" y="363"/>
                  <a:pt x="101" y="352"/>
                </a:cubicBezTo>
                <a:cubicBezTo>
                  <a:pt x="72" y="322"/>
                  <a:pt x="44" y="289"/>
                  <a:pt x="15" y="254"/>
                </a:cubicBezTo>
                <a:cubicBezTo>
                  <a:pt x="11" y="248"/>
                  <a:pt x="8" y="242"/>
                  <a:pt x="6" y="237"/>
                </a:cubicBezTo>
                <a:cubicBezTo>
                  <a:pt x="0" y="235"/>
                  <a:pt x="0" y="235"/>
                  <a:pt x="0" y="235"/>
                </a:cubicBezTo>
                <a:cubicBezTo>
                  <a:pt x="5" y="216"/>
                  <a:pt x="5" y="216"/>
                  <a:pt x="5" y="216"/>
                </a:cubicBezTo>
                <a:cubicBezTo>
                  <a:pt x="5" y="215"/>
                  <a:pt x="6" y="215"/>
                  <a:pt x="6" y="214"/>
                </a:cubicBezTo>
                <a:cubicBezTo>
                  <a:pt x="6" y="213"/>
                  <a:pt x="6" y="212"/>
                  <a:pt x="7" y="211"/>
                </a:cubicBezTo>
                <a:cubicBezTo>
                  <a:pt x="7" y="211"/>
                  <a:pt x="7" y="210"/>
                  <a:pt x="8" y="209"/>
                </a:cubicBezTo>
                <a:cubicBezTo>
                  <a:pt x="8" y="208"/>
                  <a:pt x="9" y="207"/>
                  <a:pt x="9" y="207"/>
                </a:cubicBezTo>
                <a:cubicBezTo>
                  <a:pt x="10" y="206"/>
                  <a:pt x="10" y="205"/>
                  <a:pt x="10" y="205"/>
                </a:cubicBezTo>
                <a:cubicBezTo>
                  <a:pt x="11" y="204"/>
                  <a:pt x="12" y="203"/>
                  <a:pt x="12" y="202"/>
                </a:cubicBezTo>
                <a:cubicBezTo>
                  <a:pt x="13" y="202"/>
                  <a:pt x="13" y="201"/>
                  <a:pt x="14" y="201"/>
                </a:cubicBezTo>
                <a:cubicBezTo>
                  <a:pt x="15" y="200"/>
                  <a:pt x="15" y="199"/>
                  <a:pt x="16" y="199"/>
                </a:cubicBezTo>
                <a:cubicBezTo>
                  <a:pt x="17" y="198"/>
                  <a:pt x="17" y="198"/>
                  <a:pt x="18" y="197"/>
                </a:cubicBezTo>
                <a:cubicBezTo>
                  <a:pt x="19" y="197"/>
                  <a:pt x="19" y="196"/>
                  <a:pt x="20" y="195"/>
                </a:cubicBezTo>
                <a:cubicBezTo>
                  <a:pt x="21" y="195"/>
                  <a:pt x="21" y="195"/>
                  <a:pt x="22" y="194"/>
                </a:cubicBezTo>
                <a:cubicBezTo>
                  <a:pt x="23" y="194"/>
                  <a:pt x="24" y="193"/>
                  <a:pt x="25" y="193"/>
                </a:cubicBezTo>
                <a:cubicBezTo>
                  <a:pt x="25" y="193"/>
                  <a:pt x="26" y="192"/>
                  <a:pt x="27" y="192"/>
                </a:cubicBezTo>
                <a:cubicBezTo>
                  <a:pt x="28" y="191"/>
                  <a:pt x="28" y="191"/>
                  <a:pt x="29" y="191"/>
                </a:cubicBezTo>
                <a:cubicBezTo>
                  <a:pt x="31" y="190"/>
                  <a:pt x="32" y="190"/>
                  <a:pt x="34" y="189"/>
                </a:cubicBezTo>
                <a:cubicBezTo>
                  <a:pt x="69" y="180"/>
                  <a:pt x="112" y="171"/>
                  <a:pt x="161" y="163"/>
                </a:cubicBezTo>
                <a:cubicBezTo>
                  <a:pt x="175" y="160"/>
                  <a:pt x="195" y="145"/>
                  <a:pt x="202" y="132"/>
                </a:cubicBezTo>
                <a:cubicBezTo>
                  <a:pt x="225" y="90"/>
                  <a:pt x="248" y="51"/>
                  <a:pt x="268" y="19"/>
                </a:cubicBezTo>
                <a:cubicBezTo>
                  <a:pt x="277" y="7"/>
                  <a:pt x="289" y="0"/>
                  <a:pt x="302" y="0"/>
                </a:cubicBezTo>
                <a:cubicBezTo>
                  <a:pt x="315" y="0"/>
                  <a:pt x="327" y="7"/>
                  <a:pt x="335" y="19"/>
                </a:cubicBezTo>
                <a:cubicBezTo>
                  <a:pt x="356" y="51"/>
                  <a:pt x="379" y="90"/>
                  <a:pt x="402" y="132"/>
                </a:cubicBezTo>
                <a:cubicBezTo>
                  <a:pt x="409" y="145"/>
                  <a:pt x="429" y="160"/>
                  <a:pt x="443" y="163"/>
                </a:cubicBezTo>
                <a:cubicBezTo>
                  <a:pt x="492" y="171"/>
                  <a:pt x="535" y="180"/>
                  <a:pt x="570" y="189"/>
                </a:cubicBezTo>
                <a:cubicBezTo>
                  <a:pt x="571" y="190"/>
                  <a:pt x="573" y="190"/>
                  <a:pt x="574" y="191"/>
                </a:cubicBezTo>
                <a:cubicBezTo>
                  <a:pt x="575" y="191"/>
                  <a:pt x="575" y="191"/>
                  <a:pt x="576" y="191"/>
                </a:cubicBezTo>
                <a:cubicBezTo>
                  <a:pt x="577" y="192"/>
                  <a:pt x="578" y="192"/>
                  <a:pt x="579" y="193"/>
                </a:cubicBezTo>
                <a:cubicBezTo>
                  <a:pt x="579" y="193"/>
                  <a:pt x="580" y="193"/>
                  <a:pt x="580" y="193"/>
                </a:cubicBezTo>
                <a:cubicBezTo>
                  <a:pt x="581" y="194"/>
                  <a:pt x="582" y="194"/>
                  <a:pt x="583" y="195"/>
                </a:cubicBezTo>
                <a:cubicBezTo>
                  <a:pt x="583" y="195"/>
                  <a:pt x="584" y="195"/>
                  <a:pt x="584" y="196"/>
                </a:cubicBezTo>
                <a:cubicBezTo>
                  <a:pt x="585" y="197"/>
                  <a:pt x="587" y="198"/>
                  <a:pt x="588" y="199"/>
                </a:cubicBezTo>
                <a:cubicBezTo>
                  <a:pt x="588" y="199"/>
                  <a:pt x="588" y="199"/>
                  <a:pt x="589" y="200"/>
                </a:cubicBezTo>
                <a:cubicBezTo>
                  <a:pt x="590" y="200"/>
                  <a:pt x="590" y="201"/>
                  <a:pt x="591" y="202"/>
                </a:cubicBezTo>
                <a:cubicBezTo>
                  <a:pt x="592" y="202"/>
                  <a:pt x="592" y="203"/>
                  <a:pt x="592" y="203"/>
                </a:cubicBezTo>
                <a:cubicBezTo>
                  <a:pt x="593" y="204"/>
                  <a:pt x="594" y="205"/>
                  <a:pt x="594" y="206"/>
                </a:cubicBezTo>
                <a:cubicBezTo>
                  <a:pt x="594" y="206"/>
                  <a:pt x="595" y="207"/>
                  <a:pt x="595" y="207"/>
                </a:cubicBezTo>
                <a:cubicBezTo>
                  <a:pt x="596" y="208"/>
                  <a:pt x="596" y="209"/>
                  <a:pt x="597" y="210"/>
                </a:cubicBezTo>
                <a:cubicBezTo>
                  <a:pt x="597" y="211"/>
                  <a:pt x="597" y="211"/>
                  <a:pt x="597" y="212"/>
                </a:cubicBezTo>
                <a:cubicBezTo>
                  <a:pt x="598" y="213"/>
                  <a:pt x="598" y="215"/>
                  <a:pt x="599" y="216"/>
                </a:cubicBezTo>
                <a:cubicBezTo>
                  <a:pt x="599" y="217"/>
                  <a:pt x="599" y="217"/>
                  <a:pt x="599" y="218"/>
                </a:cubicBezTo>
                <a:cubicBezTo>
                  <a:pt x="599" y="219"/>
                  <a:pt x="599" y="220"/>
                  <a:pt x="600" y="221"/>
                </a:cubicBezTo>
                <a:cubicBezTo>
                  <a:pt x="600" y="222"/>
                  <a:pt x="600" y="222"/>
                  <a:pt x="600" y="223"/>
                </a:cubicBezTo>
                <a:cubicBezTo>
                  <a:pt x="600" y="224"/>
                  <a:pt x="600" y="225"/>
                  <a:pt x="600" y="226"/>
                </a:cubicBezTo>
                <a:cubicBezTo>
                  <a:pt x="600" y="226"/>
                  <a:pt x="600" y="227"/>
                  <a:pt x="600" y="227"/>
                </a:cubicBezTo>
                <a:cubicBezTo>
                  <a:pt x="600" y="229"/>
                  <a:pt x="599" y="230"/>
                  <a:pt x="599" y="232"/>
                </a:cubicBezTo>
                <a:cubicBezTo>
                  <a:pt x="599" y="232"/>
                  <a:pt x="599" y="232"/>
                  <a:pt x="599" y="233"/>
                </a:cubicBezTo>
                <a:cubicBezTo>
                  <a:pt x="599" y="234"/>
                  <a:pt x="599" y="235"/>
                  <a:pt x="598" y="236"/>
                </a:cubicBezTo>
                <a:cubicBezTo>
                  <a:pt x="598" y="237"/>
                  <a:pt x="598" y="237"/>
                  <a:pt x="598" y="238"/>
                </a:cubicBezTo>
                <a:cubicBezTo>
                  <a:pt x="598" y="238"/>
                  <a:pt x="597" y="239"/>
                  <a:pt x="597" y="239"/>
                </a:cubicBezTo>
                <a:cubicBezTo>
                  <a:pt x="594" y="248"/>
                  <a:pt x="594" y="248"/>
                  <a:pt x="594" y="248"/>
                </a:cubicBezTo>
                <a:cubicBezTo>
                  <a:pt x="593" y="248"/>
                  <a:pt x="593" y="248"/>
                  <a:pt x="593" y="248"/>
                </a:cubicBezTo>
                <a:cubicBezTo>
                  <a:pt x="591" y="250"/>
                  <a:pt x="590" y="252"/>
                  <a:pt x="589" y="254"/>
                </a:cubicBezTo>
                <a:cubicBezTo>
                  <a:pt x="560" y="289"/>
                  <a:pt x="532" y="322"/>
                  <a:pt x="503" y="352"/>
                </a:cubicBezTo>
                <a:cubicBezTo>
                  <a:pt x="493" y="363"/>
                  <a:pt x="485" y="386"/>
                  <a:pt x="487" y="400"/>
                </a:cubicBezTo>
                <a:cubicBezTo>
                  <a:pt x="492" y="442"/>
                  <a:pt x="497" y="485"/>
                  <a:pt x="501" y="528"/>
                </a:cubicBezTo>
                <a:cubicBezTo>
                  <a:pt x="502" y="543"/>
                  <a:pt x="496" y="553"/>
                  <a:pt x="491" y="559"/>
                </a:cubicBezTo>
                <a:cubicBezTo>
                  <a:pt x="485" y="566"/>
                  <a:pt x="475" y="570"/>
                  <a:pt x="465" y="570"/>
                </a:cubicBezTo>
                <a:cubicBezTo>
                  <a:pt x="465" y="570"/>
                  <a:pt x="465" y="570"/>
                  <a:pt x="465" y="570"/>
                </a:cubicBezTo>
                <a:cubicBezTo>
                  <a:pt x="458" y="570"/>
                  <a:pt x="451" y="568"/>
                  <a:pt x="444" y="565"/>
                </a:cubicBezTo>
                <a:cubicBezTo>
                  <a:pt x="425" y="556"/>
                  <a:pt x="406" y="548"/>
                  <a:pt x="387" y="539"/>
                </a:cubicBezTo>
                <a:cubicBezTo>
                  <a:pt x="367" y="531"/>
                  <a:pt x="347" y="522"/>
                  <a:pt x="327" y="513"/>
                </a:cubicBezTo>
                <a:cubicBezTo>
                  <a:pt x="321" y="510"/>
                  <a:pt x="312" y="509"/>
                  <a:pt x="302" y="509"/>
                </a:cubicBezTo>
                <a:cubicBezTo>
                  <a:pt x="292" y="509"/>
                  <a:pt x="283" y="510"/>
                  <a:pt x="277" y="513"/>
                </a:cubicBezTo>
                <a:cubicBezTo>
                  <a:pt x="256" y="522"/>
                  <a:pt x="236" y="531"/>
                  <a:pt x="217" y="539"/>
                </a:cubicBezTo>
                <a:cubicBezTo>
                  <a:pt x="197" y="548"/>
                  <a:pt x="179" y="556"/>
                  <a:pt x="160" y="565"/>
                </a:cubicBezTo>
                <a:cubicBezTo>
                  <a:pt x="153" y="568"/>
                  <a:pt x="146" y="570"/>
                  <a:pt x="139" y="570"/>
                </a:cubicBezTo>
                <a:close/>
              </a:path>
            </a:pathLst>
          </a:custGeom>
          <a:solidFill>
            <a:srgbClr val="FFFFFF"/>
          </a:solidFill>
          <a:ln>
            <a:noFill/>
          </a:ln>
          <a:effectLst>
            <a:outerShdw blurRad="215900" dist="76200" dir="2700000" sx="101000" sy="101000" algn="tl" rotWithShape="0">
              <a:prstClr val="black">
                <a:alpha val="27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 name="Freeform 7"/>
          <p:cNvSpPr>
            <a:spLocks/>
          </p:cNvSpPr>
          <p:nvPr/>
        </p:nvSpPr>
        <p:spPr bwMode="auto">
          <a:xfrm>
            <a:off x="8105775" y="130175"/>
            <a:ext cx="2030412" cy="1938338"/>
          </a:xfrm>
          <a:custGeom>
            <a:avLst/>
            <a:gdLst>
              <a:gd name="T0" fmla="*/ 265 w 562"/>
              <a:gd name="T1" fmla="*/ 14 h 536"/>
              <a:gd name="T2" fmla="*/ 297 w 562"/>
              <a:gd name="T3" fmla="*/ 14 h 536"/>
              <a:gd name="T4" fmla="*/ 363 w 562"/>
              <a:gd name="T5" fmla="*/ 125 h 536"/>
              <a:gd name="T6" fmla="*/ 419 w 562"/>
              <a:gd name="T7" fmla="*/ 166 h 536"/>
              <a:gd name="T8" fmla="*/ 544 w 562"/>
              <a:gd name="T9" fmla="*/ 193 h 536"/>
              <a:gd name="T10" fmla="*/ 552 w 562"/>
              <a:gd name="T11" fmla="*/ 224 h 536"/>
              <a:gd name="T12" fmla="*/ 467 w 562"/>
              <a:gd name="T13" fmla="*/ 321 h 536"/>
              <a:gd name="T14" fmla="*/ 445 w 562"/>
              <a:gd name="T15" fmla="*/ 386 h 536"/>
              <a:gd name="T16" fmla="*/ 459 w 562"/>
              <a:gd name="T17" fmla="*/ 513 h 536"/>
              <a:gd name="T18" fmla="*/ 432 w 562"/>
              <a:gd name="T19" fmla="*/ 529 h 536"/>
              <a:gd name="T20" fmla="*/ 314 w 562"/>
              <a:gd name="T21" fmla="*/ 477 h 536"/>
              <a:gd name="T22" fmla="*/ 247 w 562"/>
              <a:gd name="T23" fmla="*/ 477 h 536"/>
              <a:gd name="T24" fmla="*/ 130 w 562"/>
              <a:gd name="T25" fmla="*/ 529 h 536"/>
              <a:gd name="T26" fmla="*/ 103 w 562"/>
              <a:gd name="T27" fmla="*/ 513 h 536"/>
              <a:gd name="T28" fmla="*/ 116 w 562"/>
              <a:gd name="T29" fmla="*/ 386 h 536"/>
              <a:gd name="T30" fmla="*/ 95 w 562"/>
              <a:gd name="T31" fmla="*/ 321 h 536"/>
              <a:gd name="T32" fmla="*/ 10 w 562"/>
              <a:gd name="T33" fmla="*/ 224 h 536"/>
              <a:gd name="T34" fmla="*/ 18 w 562"/>
              <a:gd name="T35" fmla="*/ 193 h 536"/>
              <a:gd name="T36" fmla="*/ 143 w 562"/>
              <a:gd name="T37" fmla="*/ 166 h 536"/>
              <a:gd name="T38" fmla="*/ 199 w 562"/>
              <a:gd name="T39" fmla="*/ 125 h 536"/>
              <a:gd name="T40" fmla="*/ 265 w 562"/>
              <a:gd name="T41" fmla="*/ 14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2" h="536">
                <a:moveTo>
                  <a:pt x="265" y="14"/>
                </a:moveTo>
                <a:cubicBezTo>
                  <a:pt x="274" y="0"/>
                  <a:pt x="288" y="0"/>
                  <a:pt x="297" y="14"/>
                </a:cubicBezTo>
                <a:cubicBezTo>
                  <a:pt x="318" y="45"/>
                  <a:pt x="340" y="84"/>
                  <a:pt x="363" y="125"/>
                </a:cubicBezTo>
                <a:cubicBezTo>
                  <a:pt x="373" y="144"/>
                  <a:pt x="398" y="162"/>
                  <a:pt x="419" y="166"/>
                </a:cubicBezTo>
                <a:cubicBezTo>
                  <a:pt x="465" y="174"/>
                  <a:pt x="508" y="183"/>
                  <a:pt x="544" y="193"/>
                </a:cubicBezTo>
                <a:cubicBezTo>
                  <a:pt x="559" y="197"/>
                  <a:pt x="562" y="210"/>
                  <a:pt x="552" y="224"/>
                </a:cubicBezTo>
                <a:cubicBezTo>
                  <a:pt x="527" y="254"/>
                  <a:pt x="499" y="287"/>
                  <a:pt x="467" y="321"/>
                </a:cubicBezTo>
                <a:cubicBezTo>
                  <a:pt x="453" y="336"/>
                  <a:pt x="443" y="366"/>
                  <a:pt x="445" y="386"/>
                </a:cubicBezTo>
                <a:cubicBezTo>
                  <a:pt x="451" y="431"/>
                  <a:pt x="456" y="474"/>
                  <a:pt x="459" y="513"/>
                </a:cubicBezTo>
                <a:cubicBezTo>
                  <a:pt x="461" y="530"/>
                  <a:pt x="448" y="536"/>
                  <a:pt x="432" y="529"/>
                </a:cubicBezTo>
                <a:cubicBezTo>
                  <a:pt x="394" y="512"/>
                  <a:pt x="356" y="496"/>
                  <a:pt x="314" y="477"/>
                </a:cubicBezTo>
                <a:cubicBezTo>
                  <a:pt x="296" y="469"/>
                  <a:pt x="266" y="469"/>
                  <a:pt x="247" y="477"/>
                </a:cubicBezTo>
                <a:cubicBezTo>
                  <a:pt x="206" y="496"/>
                  <a:pt x="168" y="512"/>
                  <a:pt x="130" y="529"/>
                </a:cubicBezTo>
                <a:cubicBezTo>
                  <a:pt x="114" y="536"/>
                  <a:pt x="101" y="530"/>
                  <a:pt x="103" y="513"/>
                </a:cubicBezTo>
                <a:cubicBezTo>
                  <a:pt x="106" y="474"/>
                  <a:pt x="111" y="431"/>
                  <a:pt x="116" y="386"/>
                </a:cubicBezTo>
                <a:cubicBezTo>
                  <a:pt x="119" y="366"/>
                  <a:pt x="109" y="336"/>
                  <a:pt x="95" y="321"/>
                </a:cubicBezTo>
                <a:cubicBezTo>
                  <a:pt x="63" y="287"/>
                  <a:pt x="35" y="254"/>
                  <a:pt x="10" y="224"/>
                </a:cubicBezTo>
                <a:cubicBezTo>
                  <a:pt x="0" y="210"/>
                  <a:pt x="2" y="197"/>
                  <a:pt x="18" y="193"/>
                </a:cubicBezTo>
                <a:cubicBezTo>
                  <a:pt x="54" y="183"/>
                  <a:pt x="97" y="174"/>
                  <a:pt x="143" y="166"/>
                </a:cubicBezTo>
                <a:cubicBezTo>
                  <a:pt x="164" y="162"/>
                  <a:pt x="189" y="144"/>
                  <a:pt x="199" y="125"/>
                </a:cubicBezTo>
                <a:cubicBezTo>
                  <a:pt x="222" y="84"/>
                  <a:pt x="244" y="45"/>
                  <a:pt x="265" y="14"/>
                </a:cubicBezTo>
                <a:close/>
              </a:path>
            </a:pathLst>
          </a:custGeom>
          <a:solidFill>
            <a:srgbClr val="FBD50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 name="Freeform 8"/>
          <p:cNvSpPr>
            <a:spLocks/>
          </p:cNvSpPr>
          <p:nvPr/>
        </p:nvSpPr>
        <p:spPr bwMode="auto">
          <a:xfrm>
            <a:off x="6210301" y="1208088"/>
            <a:ext cx="2125662" cy="2154238"/>
          </a:xfrm>
          <a:custGeom>
            <a:avLst/>
            <a:gdLst>
              <a:gd name="T0" fmla="*/ 396 w 588"/>
              <a:gd name="T1" fmla="*/ 594 h 596"/>
              <a:gd name="T2" fmla="*/ 261 w 588"/>
              <a:gd name="T3" fmla="*/ 511 h 596"/>
              <a:gd name="T4" fmla="*/ 83 w 588"/>
              <a:gd name="T5" fmla="*/ 526 h 596"/>
              <a:gd name="T6" fmla="*/ 59 w 588"/>
              <a:gd name="T7" fmla="*/ 529 h 596"/>
              <a:gd name="T8" fmla="*/ 44 w 588"/>
              <a:gd name="T9" fmla="*/ 514 h 596"/>
              <a:gd name="T10" fmla="*/ 41 w 588"/>
              <a:gd name="T11" fmla="*/ 510 h 596"/>
              <a:gd name="T12" fmla="*/ 39 w 588"/>
              <a:gd name="T13" fmla="*/ 505 h 596"/>
              <a:gd name="T14" fmla="*/ 37 w 588"/>
              <a:gd name="T15" fmla="*/ 500 h 596"/>
              <a:gd name="T16" fmla="*/ 36 w 588"/>
              <a:gd name="T17" fmla="*/ 495 h 596"/>
              <a:gd name="T18" fmla="*/ 35 w 588"/>
              <a:gd name="T19" fmla="*/ 490 h 596"/>
              <a:gd name="T20" fmla="*/ 35 w 588"/>
              <a:gd name="T21" fmla="*/ 485 h 596"/>
              <a:gd name="T22" fmla="*/ 37 w 588"/>
              <a:gd name="T23" fmla="*/ 477 h 596"/>
              <a:gd name="T24" fmla="*/ 72 w 588"/>
              <a:gd name="T25" fmla="*/ 303 h 596"/>
              <a:gd name="T26" fmla="*/ 7 w 588"/>
              <a:gd name="T27" fmla="*/ 150 h 596"/>
              <a:gd name="T28" fmla="*/ 172 w 588"/>
              <a:gd name="T29" fmla="*/ 130 h 596"/>
              <a:gd name="T30" fmla="*/ 305 w 588"/>
              <a:gd name="T31" fmla="*/ 13 h 596"/>
              <a:gd name="T32" fmla="*/ 309 w 588"/>
              <a:gd name="T33" fmla="*/ 9 h 596"/>
              <a:gd name="T34" fmla="*/ 313 w 588"/>
              <a:gd name="T35" fmla="*/ 6 h 596"/>
              <a:gd name="T36" fmla="*/ 317 w 588"/>
              <a:gd name="T37" fmla="*/ 4 h 596"/>
              <a:gd name="T38" fmla="*/ 323 w 588"/>
              <a:gd name="T39" fmla="*/ 2 h 596"/>
              <a:gd name="T40" fmla="*/ 328 w 588"/>
              <a:gd name="T41" fmla="*/ 1 h 596"/>
              <a:gd name="T42" fmla="*/ 333 w 588"/>
              <a:gd name="T43" fmla="*/ 0 h 596"/>
              <a:gd name="T44" fmla="*/ 338 w 588"/>
              <a:gd name="T45" fmla="*/ 1 h 596"/>
              <a:gd name="T46" fmla="*/ 344 w 588"/>
              <a:gd name="T47" fmla="*/ 2 h 596"/>
              <a:gd name="T48" fmla="*/ 349 w 588"/>
              <a:gd name="T49" fmla="*/ 4 h 596"/>
              <a:gd name="T50" fmla="*/ 353 w 588"/>
              <a:gd name="T51" fmla="*/ 6 h 596"/>
              <a:gd name="T52" fmla="*/ 357 w 588"/>
              <a:gd name="T53" fmla="*/ 10 h 596"/>
              <a:gd name="T54" fmla="*/ 361 w 588"/>
              <a:gd name="T55" fmla="*/ 13 h 596"/>
              <a:gd name="T56" fmla="*/ 368 w 588"/>
              <a:gd name="T57" fmla="*/ 21 h 596"/>
              <a:gd name="T58" fmla="*/ 370 w 588"/>
              <a:gd name="T59" fmla="*/ 29 h 596"/>
              <a:gd name="T60" fmla="*/ 446 w 588"/>
              <a:gd name="T61" fmla="*/ 190 h 596"/>
              <a:gd name="T62" fmla="*/ 585 w 588"/>
              <a:gd name="T63" fmla="*/ 266 h 596"/>
              <a:gd name="T64" fmla="*/ 582 w 588"/>
              <a:gd name="T65" fmla="*/ 294 h 596"/>
              <a:gd name="T66" fmla="*/ 516 w 588"/>
              <a:gd name="T67" fmla="*/ 347 h 596"/>
              <a:gd name="T68" fmla="*/ 447 w 588"/>
              <a:gd name="T69" fmla="*/ 405 h 596"/>
              <a:gd name="T70" fmla="*/ 432 w 588"/>
              <a:gd name="T71" fmla="*/ 494 h 596"/>
              <a:gd name="T72" fmla="*/ 419 w 588"/>
              <a:gd name="T73" fmla="*/ 577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88" h="596">
                <a:moveTo>
                  <a:pt x="419" y="577"/>
                </a:moveTo>
                <a:cubicBezTo>
                  <a:pt x="414" y="586"/>
                  <a:pt x="405" y="592"/>
                  <a:pt x="396" y="594"/>
                </a:cubicBezTo>
                <a:cubicBezTo>
                  <a:pt x="389" y="595"/>
                  <a:pt x="377" y="596"/>
                  <a:pt x="365" y="587"/>
                </a:cubicBezTo>
                <a:cubicBezTo>
                  <a:pt x="329" y="562"/>
                  <a:pt x="294" y="536"/>
                  <a:pt x="261" y="511"/>
                </a:cubicBezTo>
                <a:cubicBezTo>
                  <a:pt x="250" y="502"/>
                  <a:pt x="226" y="497"/>
                  <a:pt x="211" y="501"/>
                </a:cubicBezTo>
                <a:cubicBezTo>
                  <a:pt x="171" y="510"/>
                  <a:pt x="129" y="518"/>
                  <a:pt x="83" y="526"/>
                </a:cubicBezTo>
                <a:cubicBezTo>
                  <a:pt x="76" y="527"/>
                  <a:pt x="70" y="527"/>
                  <a:pt x="64" y="525"/>
                </a:cubicBezTo>
                <a:cubicBezTo>
                  <a:pt x="59" y="529"/>
                  <a:pt x="59" y="529"/>
                  <a:pt x="59" y="529"/>
                </a:cubicBezTo>
                <a:cubicBezTo>
                  <a:pt x="46" y="515"/>
                  <a:pt x="46" y="515"/>
                  <a:pt x="46" y="515"/>
                </a:cubicBezTo>
                <a:cubicBezTo>
                  <a:pt x="45" y="515"/>
                  <a:pt x="45" y="514"/>
                  <a:pt x="44" y="514"/>
                </a:cubicBezTo>
                <a:cubicBezTo>
                  <a:pt x="44" y="513"/>
                  <a:pt x="43" y="512"/>
                  <a:pt x="42" y="512"/>
                </a:cubicBezTo>
                <a:cubicBezTo>
                  <a:pt x="42" y="511"/>
                  <a:pt x="41" y="510"/>
                  <a:pt x="41" y="510"/>
                </a:cubicBezTo>
                <a:cubicBezTo>
                  <a:pt x="40" y="509"/>
                  <a:pt x="40" y="508"/>
                  <a:pt x="39" y="507"/>
                </a:cubicBezTo>
                <a:cubicBezTo>
                  <a:pt x="39" y="506"/>
                  <a:pt x="39" y="506"/>
                  <a:pt x="39" y="505"/>
                </a:cubicBezTo>
                <a:cubicBezTo>
                  <a:pt x="38" y="504"/>
                  <a:pt x="38" y="503"/>
                  <a:pt x="37" y="502"/>
                </a:cubicBezTo>
                <a:cubicBezTo>
                  <a:pt x="37" y="502"/>
                  <a:pt x="37" y="501"/>
                  <a:pt x="37" y="500"/>
                </a:cubicBezTo>
                <a:cubicBezTo>
                  <a:pt x="36" y="499"/>
                  <a:pt x="36" y="498"/>
                  <a:pt x="36" y="497"/>
                </a:cubicBezTo>
                <a:cubicBezTo>
                  <a:pt x="36" y="497"/>
                  <a:pt x="36" y="496"/>
                  <a:pt x="36" y="495"/>
                </a:cubicBezTo>
                <a:cubicBezTo>
                  <a:pt x="35" y="494"/>
                  <a:pt x="35" y="493"/>
                  <a:pt x="35" y="492"/>
                </a:cubicBezTo>
                <a:cubicBezTo>
                  <a:pt x="35" y="491"/>
                  <a:pt x="35" y="491"/>
                  <a:pt x="35" y="490"/>
                </a:cubicBezTo>
                <a:cubicBezTo>
                  <a:pt x="35" y="489"/>
                  <a:pt x="35" y="488"/>
                  <a:pt x="35" y="487"/>
                </a:cubicBezTo>
                <a:cubicBezTo>
                  <a:pt x="35" y="486"/>
                  <a:pt x="35" y="485"/>
                  <a:pt x="35" y="485"/>
                </a:cubicBezTo>
                <a:cubicBezTo>
                  <a:pt x="36" y="484"/>
                  <a:pt x="36" y="483"/>
                  <a:pt x="36" y="482"/>
                </a:cubicBezTo>
                <a:cubicBezTo>
                  <a:pt x="36" y="481"/>
                  <a:pt x="36" y="479"/>
                  <a:pt x="37" y="477"/>
                </a:cubicBezTo>
                <a:cubicBezTo>
                  <a:pt x="47" y="442"/>
                  <a:pt x="60" y="401"/>
                  <a:pt x="77" y="354"/>
                </a:cubicBezTo>
                <a:cubicBezTo>
                  <a:pt x="82" y="341"/>
                  <a:pt x="79" y="316"/>
                  <a:pt x="72" y="303"/>
                </a:cubicBezTo>
                <a:cubicBezTo>
                  <a:pt x="46" y="262"/>
                  <a:pt x="24" y="223"/>
                  <a:pt x="7" y="189"/>
                </a:cubicBezTo>
                <a:cubicBezTo>
                  <a:pt x="0" y="176"/>
                  <a:pt x="0" y="162"/>
                  <a:pt x="7" y="150"/>
                </a:cubicBezTo>
                <a:cubicBezTo>
                  <a:pt x="13" y="139"/>
                  <a:pt x="25" y="132"/>
                  <a:pt x="40" y="131"/>
                </a:cubicBezTo>
                <a:cubicBezTo>
                  <a:pt x="78" y="129"/>
                  <a:pt x="123" y="129"/>
                  <a:pt x="172" y="130"/>
                </a:cubicBezTo>
                <a:cubicBezTo>
                  <a:pt x="186" y="130"/>
                  <a:pt x="209" y="120"/>
                  <a:pt x="218" y="109"/>
                </a:cubicBezTo>
                <a:cubicBezTo>
                  <a:pt x="251" y="71"/>
                  <a:pt x="280" y="39"/>
                  <a:pt x="305" y="13"/>
                </a:cubicBezTo>
                <a:cubicBezTo>
                  <a:pt x="306" y="12"/>
                  <a:pt x="307" y="11"/>
                  <a:pt x="308" y="10"/>
                </a:cubicBezTo>
                <a:cubicBezTo>
                  <a:pt x="309" y="10"/>
                  <a:pt x="309" y="9"/>
                  <a:pt x="309" y="9"/>
                </a:cubicBezTo>
                <a:cubicBezTo>
                  <a:pt x="310" y="8"/>
                  <a:pt x="311" y="8"/>
                  <a:pt x="312" y="7"/>
                </a:cubicBezTo>
                <a:cubicBezTo>
                  <a:pt x="312" y="7"/>
                  <a:pt x="313" y="6"/>
                  <a:pt x="313" y="6"/>
                </a:cubicBezTo>
                <a:cubicBezTo>
                  <a:pt x="314" y="6"/>
                  <a:pt x="315" y="5"/>
                  <a:pt x="316" y="4"/>
                </a:cubicBezTo>
                <a:cubicBezTo>
                  <a:pt x="317" y="4"/>
                  <a:pt x="317" y="4"/>
                  <a:pt x="317" y="4"/>
                </a:cubicBezTo>
                <a:cubicBezTo>
                  <a:pt x="319" y="3"/>
                  <a:pt x="320" y="3"/>
                  <a:pt x="322" y="2"/>
                </a:cubicBezTo>
                <a:cubicBezTo>
                  <a:pt x="322" y="2"/>
                  <a:pt x="323" y="2"/>
                  <a:pt x="323" y="2"/>
                </a:cubicBezTo>
                <a:cubicBezTo>
                  <a:pt x="324" y="1"/>
                  <a:pt x="325" y="1"/>
                  <a:pt x="326" y="1"/>
                </a:cubicBezTo>
                <a:cubicBezTo>
                  <a:pt x="327" y="1"/>
                  <a:pt x="328" y="1"/>
                  <a:pt x="328" y="1"/>
                </a:cubicBezTo>
                <a:cubicBezTo>
                  <a:pt x="329" y="0"/>
                  <a:pt x="330" y="0"/>
                  <a:pt x="331" y="0"/>
                </a:cubicBezTo>
                <a:cubicBezTo>
                  <a:pt x="332" y="0"/>
                  <a:pt x="333" y="0"/>
                  <a:pt x="333" y="0"/>
                </a:cubicBezTo>
                <a:cubicBezTo>
                  <a:pt x="334" y="0"/>
                  <a:pt x="335" y="0"/>
                  <a:pt x="336" y="0"/>
                </a:cubicBezTo>
                <a:cubicBezTo>
                  <a:pt x="337" y="0"/>
                  <a:pt x="337" y="1"/>
                  <a:pt x="338" y="1"/>
                </a:cubicBezTo>
                <a:cubicBezTo>
                  <a:pt x="339" y="1"/>
                  <a:pt x="341" y="1"/>
                  <a:pt x="343" y="2"/>
                </a:cubicBezTo>
                <a:cubicBezTo>
                  <a:pt x="343" y="2"/>
                  <a:pt x="344" y="2"/>
                  <a:pt x="344" y="2"/>
                </a:cubicBezTo>
                <a:cubicBezTo>
                  <a:pt x="345" y="2"/>
                  <a:pt x="346" y="3"/>
                  <a:pt x="347" y="3"/>
                </a:cubicBezTo>
                <a:cubicBezTo>
                  <a:pt x="348" y="3"/>
                  <a:pt x="348" y="4"/>
                  <a:pt x="349" y="4"/>
                </a:cubicBezTo>
                <a:cubicBezTo>
                  <a:pt x="350" y="4"/>
                  <a:pt x="351" y="5"/>
                  <a:pt x="351" y="5"/>
                </a:cubicBezTo>
                <a:cubicBezTo>
                  <a:pt x="352" y="6"/>
                  <a:pt x="352" y="6"/>
                  <a:pt x="353" y="6"/>
                </a:cubicBezTo>
                <a:cubicBezTo>
                  <a:pt x="354" y="7"/>
                  <a:pt x="355" y="8"/>
                  <a:pt x="356" y="9"/>
                </a:cubicBezTo>
                <a:cubicBezTo>
                  <a:pt x="357" y="9"/>
                  <a:pt x="357" y="9"/>
                  <a:pt x="357" y="10"/>
                </a:cubicBezTo>
                <a:cubicBezTo>
                  <a:pt x="358" y="10"/>
                  <a:pt x="359" y="11"/>
                  <a:pt x="360" y="12"/>
                </a:cubicBezTo>
                <a:cubicBezTo>
                  <a:pt x="360" y="12"/>
                  <a:pt x="360" y="13"/>
                  <a:pt x="361" y="13"/>
                </a:cubicBezTo>
                <a:cubicBezTo>
                  <a:pt x="361" y="14"/>
                  <a:pt x="361" y="14"/>
                  <a:pt x="362" y="14"/>
                </a:cubicBezTo>
                <a:cubicBezTo>
                  <a:pt x="368" y="21"/>
                  <a:pt x="368" y="21"/>
                  <a:pt x="368" y="21"/>
                </a:cubicBezTo>
                <a:cubicBezTo>
                  <a:pt x="367" y="23"/>
                  <a:pt x="367" y="23"/>
                  <a:pt x="367" y="23"/>
                </a:cubicBezTo>
                <a:cubicBezTo>
                  <a:pt x="368" y="25"/>
                  <a:pt x="369" y="27"/>
                  <a:pt x="370" y="29"/>
                </a:cubicBezTo>
                <a:cubicBezTo>
                  <a:pt x="386" y="72"/>
                  <a:pt x="400" y="112"/>
                  <a:pt x="412" y="152"/>
                </a:cubicBezTo>
                <a:cubicBezTo>
                  <a:pt x="417" y="166"/>
                  <a:pt x="433" y="185"/>
                  <a:pt x="446" y="190"/>
                </a:cubicBezTo>
                <a:cubicBezTo>
                  <a:pt x="485" y="207"/>
                  <a:pt x="525" y="224"/>
                  <a:pt x="563" y="242"/>
                </a:cubicBezTo>
                <a:cubicBezTo>
                  <a:pt x="578" y="249"/>
                  <a:pt x="583" y="259"/>
                  <a:pt x="585" y="266"/>
                </a:cubicBezTo>
                <a:cubicBezTo>
                  <a:pt x="588" y="275"/>
                  <a:pt x="587" y="285"/>
                  <a:pt x="582" y="294"/>
                </a:cubicBezTo>
                <a:cubicBezTo>
                  <a:pt x="582" y="294"/>
                  <a:pt x="582" y="294"/>
                  <a:pt x="582" y="294"/>
                </a:cubicBezTo>
                <a:cubicBezTo>
                  <a:pt x="579" y="300"/>
                  <a:pt x="574" y="305"/>
                  <a:pt x="567" y="310"/>
                </a:cubicBezTo>
                <a:cubicBezTo>
                  <a:pt x="550" y="322"/>
                  <a:pt x="534" y="334"/>
                  <a:pt x="516" y="347"/>
                </a:cubicBezTo>
                <a:cubicBezTo>
                  <a:pt x="499" y="359"/>
                  <a:pt x="482" y="372"/>
                  <a:pt x="464" y="385"/>
                </a:cubicBezTo>
                <a:cubicBezTo>
                  <a:pt x="458" y="389"/>
                  <a:pt x="452" y="396"/>
                  <a:pt x="447" y="405"/>
                </a:cubicBezTo>
                <a:cubicBezTo>
                  <a:pt x="442" y="413"/>
                  <a:pt x="439" y="422"/>
                  <a:pt x="439" y="428"/>
                </a:cubicBezTo>
                <a:cubicBezTo>
                  <a:pt x="436" y="451"/>
                  <a:pt x="434" y="473"/>
                  <a:pt x="432" y="494"/>
                </a:cubicBezTo>
                <a:cubicBezTo>
                  <a:pt x="429" y="515"/>
                  <a:pt x="427" y="535"/>
                  <a:pt x="425" y="556"/>
                </a:cubicBezTo>
                <a:cubicBezTo>
                  <a:pt x="424" y="564"/>
                  <a:pt x="422" y="571"/>
                  <a:pt x="419" y="577"/>
                </a:cubicBezTo>
                <a:close/>
              </a:path>
            </a:pathLst>
          </a:custGeom>
          <a:solidFill>
            <a:srgbClr val="FFFFFF"/>
          </a:solidFill>
          <a:ln>
            <a:noFill/>
          </a:ln>
          <a:effectLst>
            <a:outerShdw blurRad="215900" dist="76200" dir="2700000" sx="101000" sy="101000" algn="tl" rotWithShape="0">
              <a:prstClr val="black">
                <a:alpha val="27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 name="Freeform 9"/>
          <p:cNvSpPr>
            <a:spLocks/>
          </p:cNvSpPr>
          <p:nvPr/>
        </p:nvSpPr>
        <p:spPr bwMode="auto">
          <a:xfrm>
            <a:off x="6275388" y="1265238"/>
            <a:ext cx="1995487" cy="2035175"/>
          </a:xfrm>
          <a:custGeom>
            <a:avLst/>
            <a:gdLst>
              <a:gd name="T0" fmla="*/ 8 w 552"/>
              <a:gd name="T1" fmla="*/ 164 h 563"/>
              <a:gd name="T2" fmla="*/ 24 w 552"/>
              <a:gd name="T3" fmla="*/ 136 h 563"/>
              <a:gd name="T4" fmla="*/ 153 w 552"/>
              <a:gd name="T5" fmla="*/ 135 h 563"/>
              <a:gd name="T6" fmla="*/ 216 w 552"/>
              <a:gd name="T7" fmla="*/ 107 h 563"/>
              <a:gd name="T8" fmla="*/ 302 w 552"/>
              <a:gd name="T9" fmla="*/ 12 h 563"/>
              <a:gd name="T10" fmla="*/ 333 w 552"/>
              <a:gd name="T11" fmla="*/ 20 h 563"/>
              <a:gd name="T12" fmla="*/ 375 w 552"/>
              <a:gd name="T13" fmla="*/ 142 h 563"/>
              <a:gd name="T14" fmla="*/ 420 w 552"/>
              <a:gd name="T15" fmla="*/ 193 h 563"/>
              <a:gd name="T16" fmla="*/ 537 w 552"/>
              <a:gd name="T17" fmla="*/ 245 h 563"/>
              <a:gd name="T18" fmla="*/ 537 w 552"/>
              <a:gd name="T19" fmla="*/ 277 h 563"/>
              <a:gd name="T20" fmla="*/ 433 w 552"/>
              <a:gd name="T21" fmla="*/ 352 h 563"/>
              <a:gd name="T22" fmla="*/ 400 w 552"/>
              <a:gd name="T23" fmla="*/ 410 h 563"/>
              <a:gd name="T24" fmla="*/ 386 w 552"/>
              <a:gd name="T25" fmla="*/ 538 h 563"/>
              <a:gd name="T26" fmla="*/ 358 w 552"/>
              <a:gd name="T27" fmla="*/ 553 h 563"/>
              <a:gd name="T28" fmla="*/ 255 w 552"/>
              <a:gd name="T29" fmla="*/ 478 h 563"/>
              <a:gd name="T30" fmla="*/ 189 w 552"/>
              <a:gd name="T31" fmla="*/ 464 h 563"/>
              <a:gd name="T32" fmla="*/ 62 w 552"/>
              <a:gd name="T33" fmla="*/ 489 h 563"/>
              <a:gd name="T34" fmla="*/ 39 w 552"/>
              <a:gd name="T35" fmla="*/ 467 h 563"/>
              <a:gd name="T36" fmla="*/ 79 w 552"/>
              <a:gd name="T37" fmla="*/ 345 h 563"/>
              <a:gd name="T38" fmla="*/ 71 w 552"/>
              <a:gd name="T39" fmla="*/ 276 h 563"/>
              <a:gd name="T40" fmla="*/ 8 w 552"/>
              <a:gd name="T41" fmla="*/ 164 h 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52" h="563">
                <a:moveTo>
                  <a:pt x="8" y="164"/>
                </a:moveTo>
                <a:cubicBezTo>
                  <a:pt x="0" y="149"/>
                  <a:pt x="7" y="137"/>
                  <a:pt x="24" y="136"/>
                </a:cubicBezTo>
                <a:cubicBezTo>
                  <a:pt x="61" y="134"/>
                  <a:pt x="106" y="133"/>
                  <a:pt x="153" y="135"/>
                </a:cubicBezTo>
                <a:cubicBezTo>
                  <a:pt x="174" y="135"/>
                  <a:pt x="203" y="123"/>
                  <a:pt x="216" y="107"/>
                </a:cubicBezTo>
                <a:cubicBezTo>
                  <a:pt x="247" y="71"/>
                  <a:pt x="276" y="38"/>
                  <a:pt x="302" y="12"/>
                </a:cubicBezTo>
                <a:cubicBezTo>
                  <a:pt x="313" y="0"/>
                  <a:pt x="326" y="4"/>
                  <a:pt x="333" y="20"/>
                </a:cubicBezTo>
                <a:cubicBezTo>
                  <a:pt x="346" y="57"/>
                  <a:pt x="361" y="98"/>
                  <a:pt x="375" y="142"/>
                </a:cubicBezTo>
                <a:cubicBezTo>
                  <a:pt x="381" y="162"/>
                  <a:pt x="401" y="185"/>
                  <a:pt x="420" y="193"/>
                </a:cubicBezTo>
                <a:cubicBezTo>
                  <a:pt x="462" y="211"/>
                  <a:pt x="501" y="229"/>
                  <a:pt x="537" y="245"/>
                </a:cubicBezTo>
                <a:cubicBezTo>
                  <a:pt x="552" y="252"/>
                  <a:pt x="552" y="266"/>
                  <a:pt x="537" y="277"/>
                </a:cubicBezTo>
                <a:cubicBezTo>
                  <a:pt x="504" y="301"/>
                  <a:pt x="470" y="326"/>
                  <a:pt x="433" y="352"/>
                </a:cubicBezTo>
                <a:cubicBezTo>
                  <a:pt x="417" y="364"/>
                  <a:pt x="402" y="391"/>
                  <a:pt x="400" y="410"/>
                </a:cubicBezTo>
                <a:cubicBezTo>
                  <a:pt x="395" y="455"/>
                  <a:pt x="390" y="497"/>
                  <a:pt x="386" y="538"/>
                </a:cubicBezTo>
                <a:cubicBezTo>
                  <a:pt x="385" y="556"/>
                  <a:pt x="373" y="563"/>
                  <a:pt x="358" y="553"/>
                </a:cubicBezTo>
                <a:cubicBezTo>
                  <a:pt x="327" y="531"/>
                  <a:pt x="292" y="506"/>
                  <a:pt x="255" y="478"/>
                </a:cubicBezTo>
                <a:cubicBezTo>
                  <a:pt x="239" y="466"/>
                  <a:pt x="209" y="460"/>
                  <a:pt x="189" y="464"/>
                </a:cubicBezTo>
                <a:cubicBezTo>
                  <a:pt x="143" y="475"/>
                  <a:pt x="100" y="483"/>
                  <a:pt x="62" y="489"/>
                </a:cubicBezTo>
                <a:cubicBezTo>
                  <a:pt x="45" y="492"/>
                  <a:pt x="35" y="482"/>
                  <a:pt x="39" y="467"/>
                </a:cubicBezTo>
                <a:cubicBezTo>
                  <a:pt x="49" y="431"/>
                  <a:pt x="63" y="389"/>
                  <a:pt x="79" y="345"/>
                </a:cubicBezTo>
                <a:cubicBezTo>
                  <a:pt x="86" y="326"/>
                  <a:pt x="82" y="294"/>
                  <a:pt x="71" y="276"/>
                </a:cubicBezTo>
                <a:cubicBezTo>
                  <a:pt x="46" y="236"/>
                  <a:pt x="24" y="197"/>
                  <a:pt x="8" y="164"/>
                </a:cubicBezTo>
                <a:close/>
              </a:path>
            </a:pathLst>
          </a:custGeom>
          <a:solidFill>
            <a:srgbClr val="A8BF12"/>
          </a:solidFill>
          <a:ln w="0">
            <a:noFill/>
            <a:round/>
            <a:headEnd/>
            <a:tailEnd/>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 name="Freeform 10"/>
          <p:cNvSpPr>
            <a:spLocks/>
          </p:cNvSpPr>
          <p:nvPr/>
        </p:nvSpPr>
        <p:spPr bwMode="auto">
          <a:xfrm>
            <a:off x="6226175" y="3481388"/>
            <a:ext cx="2124075" cy="2149475"/>
          </a:xfrm>
          <a:custGeom>
            <a:avLst/>
            <a:gdLst>
              <a:gd name="T0" fmla="*/ 586 w 588"/>
              <a:gd name="T1" fmla="*/ 330 h 595"/>
              <a:gd name="T2" fmla="*/ 446 w 588"/>
              <a:gd name="T3" fmla="*/ 406 h 595"/>
              <a:gd name="T4" fmla="*/ 370 w 588"/>
              <a:gd name="T5" fmla="*/ 567 h 595"/>
              <a:gd name="T6" fmla="*/ 361 w 588"/>
              <a:gd name="T7" fmla="*/ 589 h 595"/>
              <a:gd name="T8" fmla="*/ 340 w 588"/>
              <a:gd name="T9" fmla="*/ 595 h 595"/>
              <a:gd name="T10" fmla="*/ 335 w 588"/>
              <a:gd name="T11" fmla="*/ 595 h 595"/>
              <a:gd name="T12" fmla="*/ 330 w 588"/>
              <a:gd name="T13" fmla="*/ 595 h 595"/>
              <a:gd name="T14" fmla="*/ 325 w 588"/>
              <a:gd name="T15" fmla="*/ 594 h 595"/>
              <a:gd name="T16" fmla="*/ 320 w 588"/>
              <a:gd name="T17" fmla="*/ 593 h 595"/>
              <a:gd name="T18" fmla="*/ 315 w 588"/>
              <a:gd name="T19" fmla="*/ 590 h 595"/>
              <a:gd name="T20" fmla="*/ 311 w 588"/>
              <a:gd name="T21" fmla="*/ 588 h 595"/>
              <a:gd name="T22" fmla="*/ 305 w 588"/>
              <a:gd name="T23" fmla="*/ 583 h 595"/>
              <a:gd name="T24" fmla="*/ 172 w 588"/>
              <a:gd name="T25" fmla="*/ 466 h 595"/>
              <a:gd name="T26" fmla="*/ 7 w 588"/>
              <a:gd name="T27" fmla="*/ 445 h 595"/>
              <a:gd name="T28" fmla="*/ 72 w 588"/>
              <a:gd name="T29" fmla="*/ 292 h 595"/>
              <a:gd name="T30" fmla="*/ 37 w 588"/>
              <a:gd name="T31" fmla="*/ 119 h 595"/>
              <a:gd name="T32" fmla="*/ 36 w 588"/>
              <a:gd name="T33" fmla="*/ 113 h 595"/>
              <a:gd name="T34" fmla="*/ 35 w 588"/>
              <a:gd name="T35" fmla="*/ 108 h 595"/>
              <a:gd name="T36" fmla="*/ 35 w 588"/>
              <a:gd name="T37" fmla="*/ 103 h 595"/>
              <a:gd name="T38" fmla="*/ 36 w 588"/>
              <a:gd name="T39" fmla="*/ 97 h 595"/>
              <a:gd name="T40" fmla="*/ 38 w 588"/>
              <a:gd name="T41" fmla="*/ 92 h 595"/>
              <a:gd name="T42" fmla="*/ 40 w 588"/>
              <a:gd name="T43" fmla="*/ 88 h 595"/>
              <a:gd name="T44" fmla="*/ 43 w 588"/>
              <a:gd name="T45" fmla="*/ 84 h 595"/>
              <a:gd name="T46" fmla="*/ 47 w 588"/>
              <a:gd name="T47" fmla="*/ 79 h 595"/>
              <a:gd name="T48" fmla="*/ 51 w 588"/>
              <a:gd name="T49" fmla="*/ 76 h 595"/>
              <a:gd name="T50" fmla="*/ 55 w 588"/>
              <a:gd name="T51" fmla="*/ 74 h 595"/>
              <a:gd name="T52" fmla="*/ 60 w 588"/>
              <a:gd name="T53" fmla="*/ 72 h 595"/>
              <a:gd name="T54" fmla="*/ 65 w 588"/>
              <a:gd name="T55" fmla="*/ 70 h 595"/>
              <a:gd name="T56" fmla="*/ 76 w 588"/>
              <a:gd name="T57" fmla="*/ 68 h 595"/>
              <a:gd name="T58" fmla="*/ 83 w 588"/>
              <a:gd name="T59" fmla="*/ 70 h 595"/>
              <a:gd name="T60" fmla="*/ 261 w 588"/>
              <a:gd name="T61" fmla="*/ 85 h 595"/>
              <a:gd name="T62" fmla="*/ 396 w 588"/>
              <a:gd name="T63" fmla="*/ 2 h 595"/>
              <a:gd name="T64" fmla="*/ 419 w 588"/>
              <a:gd name="T65" fmla="*/ 19 h 595"/>
              <a:gd name="T66" fmla="*/ 432 w 588"/>
              <a:gd name="T67" fmla="*/ 102 h 595"/>
              <a:gd name="T68" fmla="*/ 447 w 588"/>
              <a:gd name="T69" fmla="*/ 191 h 595"/>
              <a:gd name="T70" fmla="*/ 516 w 588"/>
              <a:gd name="T71" fmla="*/ 249 h 595"/>
              <a:gd name="T72" fmla="*/ 582 w 588"/>
              <a:gd name="T73" fmla="*/ 302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88" h="595">
                <a:moveTo>
                  <a:pt x="582" y="302"/>
                </a:moveTo>
                <a:cubicBezTo>
                  <a:pt x="587" y="311"/>
                  <a:pt x="588" y="321"/>
                  <a:pt x="586" y="330"/>
                </a:cubicBezTo>
                <a:cubicBezTo>
                  <a:pt x="583" y="337"/>
                  <a:pt x="578" y="347"/>
                  <a:pt x="563" y="354"/>
                </a:cubicBezTo>
                <a:cubicBezTo>
                  <a:pt x="524" y="372"/>
                  <a:pt x="485" y="389"/>
                  <a:pt x="446" y="406"/>
                </a:cubicBezTo>
                <a:cubicBezTo>
                  <a:pt x="433" y="411"/>
                  <a:pt x="417" y="429"/>
                  <a:pt x="413" y="443"/>
                </a:cubicBezTo>
                <a:cubicBezTo>
                  <a:pt x="400" y="483"/>
                  <a:pt x="386" y="524"/>
                  <a:pt x="370" y="567"/>
                </a:cubicBezTo>
                <a:cubicBezTo>
                  <a:pt x="368" y="573"/>
                  <a:pt x="364" y="579"/>
                  <a:pt x="360" y="583"/>
                </a:cubicBezTo>
                <a:cubicBezTo>
                  <a:pt x="361" y="589"/>
                  <a:pt x="361" y="589"/>
                  <a:pt x="361" y="589"/>
                </a:cubicBezTo>
                <a:cubicBezTo>
                  <a:pt x="342" y="594"/>
                  <a:pt x="342" y="594"/>
                  <a:pt x="342" y="594"/>
                </a:cubicBezTo>
                <a:cubicBezTo>
                  <a:pt x="342" y="594"/>
                  <a:pt x="341" y="595"/>
                  <a:pt x="340" y="595"/>
                </a:cubicBezTo>
                <a:cubicBezTo>
                  <a:pt x="340" y="595"/>
                  <a:pt x="339" y="595"/>
                  <a:pt x="337" y="595"/>
                </a:cubicBezTo>
                <a:cubicBezTo>
                  <a:pt x="337" y="595"/>
                  <a:pt x="336" y="595"/>
                  <a:pt x="335" y="595"/>
                </a:cubicBezTo>
                <a:cubicBezTo>
                  <a:pt x="334" y="595"/>
                  <a:pt x="333" y="595"/>
                  <a:pt x="332" y="595"/>
                </a:cubicBezTo>
                <a:cubicBezTo>
                  <a:pt x="331" y="595"/>
                  <a:pt x="331" y="595"/>
                  <a:pt x="330" y="595"/>
                </a:cubicBezTo>
                <a:cubicBezTo>
                  <a:pt x="329" y="595"/>
                  <a:pt x="328" y="595"/>
                  <a:pt x="327" y="595"/>
                </a:cubicBezTo>
                <a:cubicBezTo>
                  <a:pt x="326" y="595"/>
                  <a:pt x="325" y="595"/>
                  <a:pt x="325" y="594"/>
                </a:cubicBezTo>
                <a:cubicBezTo>
                  <a:pt x="324" y="594"/>
                  <a:pt x="323" y="594"/>
                  <a:pt x="322" y="594"/>
                </a:cubicBezTo>
                <a:cubicBezTo>
                  <a:pt x="321" y="593"/>
                  <a:pt x="320" y="593"/>
                  <a:pt x="320" y="593"/>
                </a:cubicBezTo>
                <a:cubicBezTo>
                  <a:pt x="319" y="592"/>
                  <a:pt x="318" y="592"/>
                  <a:pt x="317" y="592"/>
                </a:cubicBezTo>
                <a:cubicBezTo>
                  <a:pt x="316" y="591"/>
                  <a:pt x="316" y="591"/>
                  <a:pt x="315" y="590"/>
                </a:cubicBezTo>
                <a:cubicBezTo>
                  <a:pt x="314" y="590"/>
                  <a:pt x="313" y="590"/>
                  <a:pt x="313" y="589"/>
                </a:cubicBezTo>
                <a:cubicBezTo>
                  <a:pt x="312" y="589"/>
                  <a:pt x="311" y="588"/>
                  <a:pt x="311" y="588"/>
                </a:cubicBezTo>
                <a:cubicBezTo>
                  <a:pt x="310" y="587"/>
                  <a:pt x="309" y="587"/>
                  <a:pt x="309" y="586"/>
                </a:cubicBezTo>
                <a:cubicBezTo>
                  <a:pt x="307" y="585"/>
                  <a:pt x="306" y="584"/>
                  <a:pt x="305" y="583"/>
                </a:cubicBezTo>
                <a:cubicBezTo>
                  <a:pt x="280" y="557"/>
                  <a:pt x="251" y="524"/>
                  <a:pt x="218" y="486"/>
                </a:cubicBezTo>
                <a:cubicBezTo>
                  <a:pt x="209" y="475"/>
                  <a:pt x="186" y="465"/>
                  <a:pt x="172" y="466"/>
                </a:cubicBezTo>
                <a:cubicBezTo>
                  <a:pt x="124" y="467"/>
                  <a:pt x="78" y="467"/>
                  <a:pt x="41" y="465"/>
                </a:cubicBezTo>
                <a:cubicBezTo>
                  <a:pt x="26" y="463"/>
                  <a:pt x="13" y="456"/>
                  <a:pt x="7" y="445"/>
                </a:cubicBezTo>
                <a:cubicBezTo>
                  <a:pt x="0" y="434"/>
                  <a:pt x="0" y="420"/>
                  <a:pt x="7" y="407"/>
                </a:cubicBezTo>
                <a:cubicBezTo>
                  <a:pt x="24" y="373"/>
                  <a:pt x="46" y="333"/>
                  <a:pt x="72" y="292"/>
                </a:cubicBezTo>
                <a:cubicBezTo>
                  <a:pt x="79" y="280"/>
                  <a:pt x="82" y="255"/>
                  <a:pt x="77" y="241"/>
                </a:cubicBezTo>
                <a:cubicBezTo>
                  <a:pt x="60" y="195"/>
                  <a:pt x="47" y="153"/>
                  <a:pt x="37" y="119"/>
                </a:cubicBezTo>
                <a:cubicBezTo>
                  <a:pt x="37" y="117"/>
                  <a:pt x="36" y="115"/>
                  <a:pt x="36" y="114"/>
                </a:cubicBezTo>
                <a:cubicBezTo>
                  <a:pt x="36" y="113"/>
                  <a:pt x="36" y="113"/>
                  <a:pt x="36" y="113"/>
                </a:cubicBezTo>
                <a:cubicBezTo>
                  <a:pt x="36" y="111"/>
                  <a:pt x="35" y="110"/>
                  <a:pt x="35" y="109"/>
                </a:cubicBezTo>
                <a:cubicBezTo>
                  <a:pt x="35" y="109"/>
                  <a:pt x="35" y="108"/>
                  <a:pt x="35" y="108"/>
                </a:cubicBezTo>
                <a:cubicBezTo>
                  <a:pt x="35" y="107"/>
                  <a:pt x="35" y="105"/>
                  <a:pt x="35" y="104"/>
                </a:cubicBezTo>
                <a:cubicBezTo>
                  <a:pt x="35" y="104"/>
                  <a:pt x="35" y="104"/>
                  <a:pt x="35" y="103"/>
                </a:cubicBezTo>
                <a:cubicBezTo>
                  <a:pt x="35" y="101"/>
                  <a:pt x="36" y="100"/>
                  <a:pt x="36" y="98"/>
                </a:cubicBezTo>
                <a:cubicBezTo>
                  <a:pt x="36" y="98"/>
                  <a:pt x="36" y="97"/>
                  <a:pt x="36" y="97"/>
                </a:cubicBezTo>
                <a:cubicBezTo>
                  <a:pt x="37" y="96"/>
                  <a:pt x="37" y="95"/>
                  <a:pt x="37" y="94"/>
                </a:cubicBezTo>
                <a:cubicBezTo>
                  <a:pt x="37" y="93"/>
                  <a:pt x="38" y="93"/>
                  <a:pt x="38" y="92"/>
                </a:cubicBezTo>
                <a:cubicBezTo>
                  <a:pt x="38" y="91"/>
                  <a:pt x="39" y="90"/>
                  <a:pt x="39" y="89"/>
                </a:cubicBezTo>
                <a:cubicBezTo>
                  <a:pt x="39" y="89"/>
                  <a:pt x="40" y="88"/>
                  <a:pt x="40" y="88"/>
                </a:cubicBezTo>
                <a:cubicBezTo>
                  <a:pt x="41" y="87"/>
                  <a:pt x="41" y="86"/>
                  <a:pt x="42" y="85"/>
                </a:cubicBezTo>
                <a:cubicBezTo>
                  <a:pt x="42" y="84"/>
                  <a:pt x="42" y="84"/>
                  <a:pt x="43" y="84"/>
                </a:cubicBezTo>
                <a:cubicBezTo>
                  <a:pt x="44" y="82"/>
                  <a:pt x="45" y="81"/>
                  <a:pt x="46" y="80"/>
                </a:cubicBezTo>
                <a:cubicBezTo>
                  <a:pt x="46" y="80"/>
                  <a:pt x="47" y="79"/>
                  <a:pt x="47" y="79"/>
                </a:cubicBezTo>
                <a:cubicBezTo>
                  <a:pt x="48" y="78"/>
                  <a:pt x="49" y="78"/>
                  <a:pt x="50" y="77"/>
                </a:cubicBezTo>
                <a:cubicBezTo>
                  <a:pt x="50" y="77"/>
                  <a:pt x="50" y="76"/>
                  <a:pt x="51" y="76"/>
                </a:cubicBezTo>
                <a:cubicBezTo>
                  <a:pt x="52" y="75"/>
                  <a:pt x="53" y="75"/>
                  <a:pt x="54" y="74"/>
                </a:cubicBezTo>
                <a:cubicBezTo>
                  <a:pt x="54" y="74"/>
                  <a:pt x="55" y="74"/>
                  <a:pt x="55" y="74"/>
                </a:cubicBezTo>
                <a:cubicBezTo>
                  <a:pt x="56" y="73"/>
                  <a:pt x="58" y="72"/>
                  <a:pt x="59" y="72"/>
                </a:cubicBezTo>
                <a:cubicBezTo>
                  <a:pt x="59" y="72"/>
                  <a:pt x="60" y="72"/>
                  <a:pt x="60" y="72"/>
                </a:cubicBezTo>
                <a:cubicBezTo>
                  <a:pt x="61" y="71"/>
                  <a:pt x="62" y="71"/>
                  <a:pt x="63" y="71"/>
                </a:cubicBezTo>
                <a:cubicBezTo>
                  <a:pt x="64" y="70"/>
                  <a:pt x="64" y="70"/>
                  <a:pt x="65" y="70"/>
                </a:cubicBezTo>
                <a:cubicBezTo>
                  <a:pt x="65" y="70"/>
                  <a:pt x="66" y="70"/>
                  <a:pt x="67" y="70"/>
                </a:cubicBezTo>
                <a:cubicBezTo>
                  <a:pt x="76" y="68"/>
                  <a:pt x="76" y="68"/>
                  <a:pt x="76" y="68"/>
                </a:cubicBezTo>
                <a:cubicBezTo>
                  <a:pt x="77" y="69"/>
                  <a:pt x="77" y="69"/>
                  <a:pt x="77" y="69"/>
                </a:cubicBezTo>
                <a:cubicBezTo>
                  <a:pt x="79" y="69"/>
                  <a:pt x="81" y="70"/>
                  <a:pt x="83" y="70"/>
                </a:cubicBezTo>
                <a:cubicBezTo>
                  <a:pt x="129" y="77"/>
                  <a:pt x="171" y="86"/>
                  <a:pt x="211" y="95"/>
                </a:cubicBezTo>
                <a:cubicBezTo>
                  <a:pt x="226" y="98"/>
                  <a:pt x="250" y="93"/>
                  <a:pt x="261" y="85"/>
                </a:cubicBezTo>
                <a:cubicBezTo>
                  <a:pt x="295" y="59"/>
                  <a:pt x="330" y="34"/>
                  <a:pt x="365" y="9"/>
                </a:cubicBezTo>
                <a:cubicBezTo>
                  <a:pt x="377" y="0"/>
                  <a:pt x="389" y="0"/>
                  <a:pt x="396" y="2"/>
                </a:cubicBezTo>
                <a:cubicBezTo>
                  <a:pt x="406" y="4"/>
                  <a:pt x="414" y="10"/>
                  <a:pt x="419" y="19"/>
                </a:cubicBezTo>
                <a:cubicBezTo>
                  <a:pt x="419" y="19"/>
                  <a:pt x="419" y="19"/>
                  <a:pt x="419" y="19"/>
                </a:cubicBezTo>
                <a:cubicBezTo>
                  <a:pt x="422" y="25"/>
                  <a:pt x="424" y="32"/>
                  <a:pt x="425" y="40"/>
                </a:cubicBezTo>
                <a:cubicBezTo>
                  <a:pt x="427" y="60"/>
                  <a:pt x="429" y="81"/>
                  <a:pt x="432" y="102"/>
                </a:cubicBezTo>
                <a:cubicBezTo>
                  <a:pt x="434" y="123"/>
                  <a:pt x="436" y="145"/>
                  <a:pt x="439" y="167"/>
                </a:cubicBezTo>
                <a:cubicBezTo>
                  <a:pt x="439" y="174"/>
                  <a:pt x="443" y="183"/>
                  <a:pt x="447" y="191"/>
                </a:cubicBezTo>
                <a:cubicBezTo>
                  <a:pt x="452" y="199"/>
                  <a:pt x="458" y="207"/>
                  <a:pt x="464" y="210"/>
                </a:cubicBezTo>
                <a:cubicBezTo>
                  <a:pt x="482" y="224"/>
                  <a:pt x="499" y="236"/>
                  <a:pt x="516" y="249"/>
                </a:cubicBezTo>
                <a:cubicBezTo>
                  <a:pt x="534" y="262"/>
                  <a:pt x="550" y="274"/>
                  <a:pt x="567" y="286"/>
                </a:cubicBezTo>
                <a:cubicBezTo>
                  <a:pt x="574" y="290"/>
                  <a:pt x="579" y="296"/>
                  <a:pt x="582" y="302"/>
                </a:cubicBezTo>
                <a:close/>
              </a:path>
            </a:pathLst>
          </a:custGeom>
          <a:solidFill>
            <a:srgbClr val="FFFFFF"/>
          </a:solidFill>
          <a:ln>
            <a:noFill/>
          </a:ln>
          <a:effectLst>
            <a:outerShdw blurRad="215900" dist="76200" dir="2700000" sx="101000" sy="101000" algn="tl" rotWithShape="0">
              <a:prstClr val="black">
                <a:alpha val="27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 name="Freeform 11"/>
          <p:cNvSpPr>
            <a:spLocks/>
          </p:cNvSpPr>
          <p:nvPr/>
        </p:nvSpPr>
        <p:spPr bwMode="auto">
          <a:xfrm>
            <a:off x="6291263" y="3538538"/>
            <a:ext cx="1993900" cy="2038350"/>
          </a:xfrm>
          <a:custGeom>
            <a:avLst/>
            <a:gdLst>
              <a:gd name="T0" fmla="*/ 24 w 552"/>
              <a:gd name="T1" fmla="*/ 428 h 564"/>
              <a:gd name="T2" fmla="*/ 8 w 552"/>
              <a:gd name="T3" fmla="*/ 400 h 564"/>
              <a:gd name="T4" fmla="*/ 71 w 552"/>
              <a:gd name="T5" fmla="*/ 287 h 564"/>
              <a:gd name="T6" fmla="*/ 79 w 552"/>
              <a:gd name="T7" fmla="*/ 218 h 564"/>
              <a:gd name="T8" fmla="*/ 39 w 552"/>
              <a:gd name="T9" fmla="*/ 97 h 564"/>
              <a:gd name="T10" fmla="*/ 62 w 552"/>
              <a:gd name="T11" fmla="*/ 75 h 564"/>
              <a:gd name="T12" fmla="*/ 189 w 552"/>
              <a:gd name="T13" fmla="*/ 99 h 564"/>
              <a:gd name="T14" fmla="*/ 255 w 552"/>
              <a:gd name="T15" fmla="*/ 85 h 564"/>
              <a:gd name="T16" fmla="*/ 359 w 552"/>
              <a:gd name="T17" fmla="*/ 10 h 564"/>
              <a:gd name="T18" fmla="*/ 386 w 552"/>
              <a:gd name="T19" fmla="*/ 26 h 564"/>
              <a:gd name="T20" fmla="*/ 400 w 552"/>
              <a:gd name="T21" fmla="*/ 153 h 564"/>
              <a:gd name="T22" fmla="*/ 433 w 552"/>
              <a:gd name="T23" fmla="*/ 211 h 564"/>
              <a:gd name="T24" fmla="*/ 537 w 552"/>
              <a:gd name="T25" fmla="*/ 287 h 564"/>
              <a:gd name="T26" fmla="*/ 537 w 552"/>
              <a:gd name="T27" fmla="*/ 319 h 564"/>
              <a:gd name="T28" fmla="*/ 420 w 552"/>
              <a:gd name="T29" fmla="*/ 370 h 564"/>
              <a:gd name="T30" fmla="*/ 375 w 552"/>
              <a:gd name="T31" fmla="*/ 421 h 564"/>
              <a:gd name="T32" fmla="*/ 333 w 552"/>
              <a:gd name="T33" fmla="*/ 543 h 564"/>
              <a:gd name="T34" fmla="*/ 302 w 552"/>
              <a:gd name="T35" fmla="*/ 552 h 564"/>
              <a:gd name="T36" fmla="*/ 216 w 552"/>
              <a:gd name="T37" fmla="*/ 457 h 564"/>
              <a:gd name="T38" fmla="*/ 153 w 552"/>
              <a:gd name="T39" fmla="*/ 429 h 564"/>
              <a:gd name="T40" fmla="*/ 24 w 552"/>
              <a:gd name="T41" fmla="*/ 428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52" h="564">
                <a:moveTo>
                  <a:pt x="24" y="428"/>
                </a:moveTo>
                <a:cubicBezTo>
                  <a:pt x="7" y="427"/>
                  <a:pt x="0" y="415"/>
                  <a:pt x="8" y="400"/>
                </a:cubicBezTo>
                <a:cubicBezTo>
                  <a:pt x="25" y="366"/>
                  <a:pt x="46" y="328"/>
                  <a:pt x="71" y="287"/>
                </a:cubicBezTo>
                <a:cubicBezTo>
                  <a:pt x="82" y="269"/>
                  <a:pt x="86" y="238"/>
                  <a:pt x="79" y="218"/>
                </a:cubicBezTo>
                <a:cubicBezTo>
                  <a:pt x="63" y="174"/>
                  <a:pt x="49" y="132"/>
                  <a:pt x="39" y="97"/>
                </a:cubicBezTo>
                <a:cubicBezTo>
                  <a:pt x="35" y="81"/>
                  <a:pt x="45" y="72"/>
                  <a:pt x="62" y="75"/>
                </a:cubicBezTo>
                <a:cubicBezTo>
                  <a:pt x="100" y="81"/>
                  <a:pt x="143" y="89"/>
                  <a:pt x="189" y="99"/>
                </a:cubicBezTo>
                <a:cubicBezTo>
                  <a:pt x="209" y="104"/>
                  <a:pt x="239" y="98"/>
                  <a:pt x="255" y="85"/>
                </a:cubicBezTo>
                <a:cubicBezTo>
                  <a:pt x="292" y="58"/>
                  <a:pt x="327" y="33"/>
                  <a:pt x="359" y="10"/>
                </a:cubicBezTo>
                <a:cubicBezTo>
                  <a:pt x="373" y="0"/>
                  <a:pt x="385" y="8"/>
                  <a:pt x="386" y="26"/>
                </a:cubicBezTo>
                <a:cubicBezTo>
                  <a:pt x="390" y="67"/>
                  <a:pt x="395" y="108"/>
                  <a:pt x="400" y="153"/>
                </a:cubicBezTo>
                <a:cubicBezTo>
                  <a:pt x="402" y="173"/>
                  <a:pt x="417" y="200"/>
                  <a:pt x="433" y="211"/>
                </a:cubicBezTo>
                <a:cubicBezTo>
                  <a:pt x="470" y="238"/>
                  <a:pt x="504" y="263"/>
                  <a:pt x="537" y="287"/>
                </a:cubicBezTo>
                <a:cubicBezTo>
                  <a:pt x="552" y="297"/>
                  <a:pt x="552" y="311"/>
                  <a:pt x="537" y="319"/>
                </a:cubicBezTo>
                <a:cubicBezTo>
                  <a:pt x="501" y="335"/>
                  <a:pt x="462" y="353"/>
                  <a:pt x="420" y="370"/>
                </a:cubicBezTo>
                <a:cubicBezTo>
                  <a:pt x="401" y="378"/>
                  <a:pt x="381" y="402"/>
                  <a:pt x="375" y="421"/>
                </a:cubicBezTo>
                <a:cubicBezTo>
                  <a:pt x="361" y="466"/>
                  <a:pt x="346" y="507"/>
                  <a:pt x="333" y="543"/>
                </a:cubicBezTo>
                <a:cubicBezTo>
                  <a:pt x="326" y="559"/>
                  <a:pt x="313" y="564"/>
                  <a:pt x="302" y="552"/>
                </a:cubicBezTo>
                <a:cubicBezTo>
                  <a:pt x="276" y="526"/>
                  <a:pt x="247" y="493"/>
                  <a:pt x="216" y="457"/>
                </a:cubicBezTo>
                <a:cubicBezTo>
                  <a:pt x="203" y="441"/>
                  <a:pt x="174" y="428"/>
                  <a:pt x="153" y="429"/>
                </a:cubicBezTo>
                <a:cubicBezTo>
                  <a:pt x="106" y="430"/>
                  <a:pt x="61" y="430"/>
                  <a:pt x="24" y="428"/>
                </a:cubicBezTo>
                <a:close/>
              </a:path>
            </a:pathLst>
          </a:custGeom>
          <a:solidFill>
            <a:srgbClr val="F41C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 name="Freeform 12"/>
          <p:cNvSpPr>
            <a:spLocks/>
          </p:cNvSpPr>
          <p:nvPr/>
        </p:nvSpPr>
        <p:spPr bwMode="auto">
          <a:xfrm>
            <a:off x="8072438" y="4687888"/>
            <a:ext cx="2168525" cy="2060575"/>
          </a:xfrm>
          <a:custGeom>
            <a:avLst/>
            <a:gdLst>
              <a:gd name="T0" fmla="*/ 488 w 600"/>
              <a:gd name="T1" fmla="*/ 11 h 570"/>
              <a:gd name="T2" fmla="*/ 483 w 600"/>
              <a:gd name="T3" fmla="*/ 170 h 570"/>
              <a:gd name="T4" fmla="*/ 585 w 600"/>
              <a:gd name="T5" fmla="*/ 316 h 570"/>
              <a:gd name="T6" fmla="*/ 600 w 600"/>
              <a:gd name="T7" fmla="*/ 335 h 570"/>
              <a:gd name="T8" fmla="*/ 594 w 600"/>
              <a:gd name="T9" fmla="*/ 356 h 570"/>
              <a:gd name="T10" fmla="*/ 592 w 600"/>
              <a:gd name="T11" fmla="*/ 360 h 570"/>
              <a:gd name="T12" fmla="*/ 589 w 600"/>
              <a:gd name="T13" fmla="*/ 365 h 570"/>
              <a:gd name="T14" fmla="*/ 586 w 600"/>
              <a:gd name="T15" fmla="*/ 369 h 570"/>
              <a:gd name="T16" fmla="*/ 582 w 600"/>
              <a:gd name="T17" fmla="*/ 372 h 570"/>
              <a:gd name="T18" fmla="*/ 578 w 600"/>
              <a:gd name="T19" fmla="*/ 375 h 570"/>
              <a:gd name="T20" fmla="*/ 573 w 600"/>
              <a:gd name="T21" fmla="*/ 378 h 570"/>
              <a:gd name="T22" fmla="*/ 566 w 600"/>
              <a:gd name="T23" fmla="*/ 380 h 570"/>
              <a:gd name="T24" fmla="*/ 398 w 600"/>
              <a:gd name="T25" fmla="*/ 437 h 570"/>
              <a:gd name="T26" fmla="*/ 298 w 600"/>
              <a:gd name="T27" fmla="*/ 570 h 570"/>
              <a:gd name="T28" fmla="*/ 198 w 600"/>
              <a:gd name="T29" fmla="*/ 437 h 570"/>
              <a:gd name="T30" fmla="*/ 30 w 600"/>
              <a:gd name="T31" fmla="*/ 380 h 570"/>
              <a:gd name="T32" fmla="*/ 24 w 600"/>
              <a:gd name="T33" fmla="*/ 378 h 570"/>
              <a:gd name="T34" fmla="*/ 20 w 600"/>
              <a:gd name="T35" fmla="*/ 376 h 570"/>
              <a:gd name="T36" fmla="*/ 16 w 600"/>
              <a:gd name="T37" fmla="*/ 374 h 570"/>
              <a:gd name="T38" fmla="*/ 11 w 600"/>
              <a:gd name="T39" fmla="*/ 370 h 570"/>
              <a:gd name="T40" fmla="*/ 8 w 600"/>
              <a:gd name="T41" fmla="*/ 366 h 570"/>
              <a:gd name="T42" fmla="*/ 5 w 600"/>
              <a:gd name="T43" fmla="*/ 362 h 570"/>
              <a:gd name="T44" fmla="*/ 3 w 600"/>
              <a:gd name="T45" fmla="*/ 358 h 570"/>
              <a:gd name="T46" fmla="*/ 1 w 600"/>
              <a:gd name="T47" fmla="*/ 352 h 570"/>
              <a:gd name="T48" fmla="*/ 0 w 600"/>
              <a:gd name="T49" fmla="*/ 347 h 570"/>
              <a:gd name="T50" fmla="*/ 0 w 600"/>
              <a:gd name="T51" fmla="*/ 342 h 570"/>
              <a:gd name="T52" fmla="*/ 1 w 600"/>
              <a:gd name="T53" fmla="*/ 337 h 570"/>
              <a:gd name="T54" fmla="*/ 2 w 600"/>
              <a:gd name="T55" fmla="*/ 332 h 570"/>
              <a:gd name="T56" fmla="*/ 6 w 600"/>
              <a:gd name="T57" fmla="*/ 322 h 570"/>
              <a:gd name="T58" fmla="*/ 11 w 600"/>
              <a:gd name="T59" fmla="*/ 316 h 570"/>
              <a:gd name="T60" fmla="*/ 113 w 600"/>
              <a:gd name="T61" fmla="*/ 170 h 570"/>
              <a:gd name="T62" fmla="*/ 109 w 600"/>
              <a:gd name="T63" fmla="*/ 11 h 570"/>
              <a:gd name="T64" fmla="*/ 135 w 600"/>
              <a:gd name="T65" fmla="*/ 0 h 570"/>
              <a:gd name="T66" fmla="*/ 213 w 600"/>
              <a:gd name="T67" fmla="*/ 30 h 570"/>
              <a:gd name="T68" fmla="*/ 298 w 600"/>
              <a:gd name="T69" fmla="*/ 61 h 570"/>
              <a:gd name="T70" fmla="*/ 383 w 600"/>
              <a:gd name="T71" fmla="*/ 30 h 570"/>
              <a:gd name="T72" fmla="*/ 461 w 600"/>
              <a:gd name="T73" fmla="*/ 0 h 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00" h="570">
                <a:moveTo>
                  <a:pt x="461" y="0"/>
                </a:moveTo>
                <a:cubicBezTo>
                  <a:pt x="472" y="0"/>
                  <a:pt x="481" y="4"/>
                  <a:pt x="488" y="11"/>
                </a:cubicBezTo>
                <a:cubicBezTo>
                  <a:pt x="493" y="16"/>
                  <a:pt x="498" y="26"/>
                  <a:pt x="497" y="42"/>
                </a:cubicBezTo>
                <a:cubicBezTo>
                  <a:pt x="493" y="85"/>
                  <a:pt x="488" y="128"/>
                  <a:pt x="483" y="170"/>
                </a:cubicBezTo>
                <a:cubicBezTo>
                  <a:pt x="481" y="183"/>
                  <a:pt x="489" y="207"/>
                  <a:pt x="499" y="217"/>
                </a:cubicBezTo>
                <a:cubicBezTo>
                  <a:pt x="528" y="248"/>
                  <a:pt x="556" y="280"/>
                  <a:pt x="585" y="316"/>
                </a:cubicBezTo>
                <a:cubicBezTo>
                  <a:pt x="589" y="321"/>
                  <a:pt x="592" y="327"/>
                  <a:pt x="594" y="333"/>
                </a:cubicBezTo>
                <a:cubicBezTo>
                  <a:pt x="600" y="335"/>
                  <a:pt x="600" y="335"/>
                  <a:pt x="600" y="335"/>
                </a:cubicBezTo>
                <a:cubicBezTo>
                  <a:pt x="595" y="354"/>
                  <a:pt x="595" y="354"/>
                  <a:pt x="595" y="354"/>
                </a:cubicBezTo>
                <a:cubicBezTo>
                  <a:pt x="595" y="354"/>
                  <a:pt x="594" y="355"/>
                  <a:pt x="594" y="356"/>
                </a:cubicBezTo>
                <a:cubicBezTo>
                  <a:pt x="594" y="356"/>
                  <a:pt x="594" y="357"/>
                  <a:pt x="593" y="358"/>
                </a:cubicBezTo>
                <a:cubicBezTo>
                  <a:pt x="593" y="359"/>
                  <a:pt x="593" y="360"/>
                  <a:pt x="592" y="360"/>
                </a:cubicBezTo>
                <a:cubicBezTo>
                  <a:pt x="592" y="361"/>
                  <a:pt x="591" y="362"/>
                  <a:pt x="591" y="363"/>
                </a:cubicBezTo>
                <a:cubicBezTo>
                  <a:pt x="590" y="364"/>
                  <a:pt x="590" y="364"/>
                  <a:pt x="589" y="365"/>
                </a:cubicBezTo>
                <a:cubicBezTo>
                  <a:pt x="589" y="366"/>
                  <a:pt x="588" y="367"/>
                  <a:pt x="588" y="367"/>
                </a:cubicBezTo>
                <a:cubicBezTo>
                  <a:pt x="587" y="368"/>
                  <a:pt x="587" y="368"/>
                  <a:pt x="586" y="369"/>
                </a:cubicBezTo>
                <a:cubicBezTo>
                  <a:pt x="585" y="370"/>
                  <a:pt x="585" y="370"/>
                  <a:pt x="584" y="371"/>
                </a:cubicBezTo>
                <a:cubicBezTo>
                  <a:pt x="583" y="372"/>
                  <a:pt x="583" y="372"/>
                  <a:pt x="582" y="372"/>
                </a:cubicBezTo>
                <a:cubicBezTo>
                  <a:pt x="581" y="373"/>
                  <a:pt x="581" y="374"/>
                  <a:pt x="580" y="374"/>
                </a:cubicBezTo>
                <a:cubicBezTo>
                  <a:pt x="579" y="375"/>
                  <a:pt x="578" y="375"/>
                  <a:pt x="578" y="375"/>
                </a:cubicBezTo>
                <a:cubicBezTo>
                  <a:pt x="577" y="376"/>
                  <a:pt x="576" y="376"/>
                  <a:pt x="575" y="377"/>
                </a:cubicBezTo>
                <a:cubicBezTo>
                  <a:pt x="575" y="377"/>
                  <a:pt x="574" y="377"/>
                  <a:pt x="573" y="378"/>
                </a:cubicBezTo>
                <a:cubicBezTo>
                  <a:pt x="572" y="378"/>
                  <a:pt x="572" y="378"/>
                  <a:pt x="571" y="379"/>
                </a:cubicBezTo>
                <a:cubicBezTo>
                  <a:pt x="569" y="379"/>
                  <a:pt x="568" y="380"/>
                  <a:pt x="566" y="380"/>
                </a:cubicBezTo>
                <a:cubicBezTo>
                  <a:pt x="531" y="389"/>
                  <a:pt x="488" y="398"/>
                  <a:pt x="439" y="407"/>
                </a:cubicBezTo>
                <a:cubicBezTo>
                  <a:pt x="425" y="410"/>
                  <a:pt x="405" y="424"/>
                  <a:pt x="398" y="437"/>
                </a:cubicBezTo>
                <a:cubicBezTo>
                  <a:pt x="375" y="480"/>
                  <a:pt x="352" y="519"/>
                  <a:pt x="332" y="550"/>
                </a:cubicBezTo>
                <a:cubicBezTo>
                  <a:pt x="323" y="563"/>
                  <a:pt x="311" y="570"/>
                  <a:pt x="298" y="570"/>
                </a:cubicBezTo>
                <a:cubicBezTo>
                  <a:pt x="285" y="570"/>
                  <a:pt x="273" y="563"/>
                  <a:pt x="265" y="550"/>
                </a:cubicBezTo>
                <a:cubicBezTo>
                  <a:pt x="244" y="519"/>
                  <a:pt x="221" y="480"/>
                  <a:pt x="198" y="437"/>
                </a:cubicBezTo>
                <a:cubicBezTo>
                  <a:pt x="191" y="424"/>
                  <a:pt x="171" y="410"/>
                  <a:pt x="157" y="407"/>
                </a:cubicBezTo>
                <a:cubicBezTo>
                  <a:pt x="108" y="398"/>
                  <a:pt x="65" y="389"/>
                  <a:pt x="30" y="380"/>
                </a:cubicBezTo>
                <a:cubicBezTo>
                  <a:pt x="29" y="380"/>
                  <a:pt x="27" y="379"/>
                  <a:pt x="26" y="379"/>
                </a:cubicBezTo>
                <a:cubicBezTo>
                  <a:pt x="25" y="379"/>
                  <a:pt x="25" y="379"/>
                  <a:pt x="24" y="378"/>
                </a:cubicBezTo>
                <a:cubicBezTo>
                  <a:pt x="23" y="378"/>
                  <a:pt x="22" y="378"/>
                  <a:pt x="21" y="377"/>
                </a:cubicBezTo>
                <a:cubicBezTo>
                  <a:pt x="21" y="377"/>
                  <a:pt x="20" y="377"/>
                  <a:pt x="20" y="376"/>
                </a:cubicBezTo>
                <a:cubicBezTo>
                  <a:pt x="19" y="376"/>
                  <a:pt x="18" y="375"/>
                  <a:pt x="17" y="375"/>
                </a:cubicBezTo>
                <a:cubicBezTo>
                  <a:pt x="17" y="374"/>
                  <a:pt x="16" y="374"/>
                  <a:pt x="16" y="374"/>
                </a:cubicBezTo>
                <a:cubicBezTo>
                  <a:pt x="15" y="373"/>
                  <a:pt x="13" y="372"/>
                  <a:pt x="12" y="371"/>
                </a:cubicBezTo>
                <a:cubicBezTo>
                  <a:pt x="12" y="371"/>
                  <a:pt x="11" y="370"/>
                  <a:pt x="11" y="370"/>
                </a:cubicBezTo>
                <a:cubicBezTo>
                  <a:pt x="10" y="369"/>
                  <a:pt x="10" y="369"/>
                  <a:pt x="9" y="368"/>
                </a:cubicBezTo>
                <a:cubicBezTo>
                  <a:pt x="8" y="367"/>
                  <a:pt x="8" y="367"/>
                  <a:pt x="8" y="366"/>
                </a:cubicBezTo>
                <a:cubicBezTo>
                  <a:pt x="7" y="365"/>
                  <a:pt x="6" y="365"/>
                  <a:pt x="6" y="364"/>
                </a:cubicBezTo>
                <a:cubicBezTo>
                  <a:pt x="5" y="363"/>
                  <a:pt x="5" y="363"/>
                  <a:pt x="5" y="362"/>
                </a:cubicBezTo>
                <a:cubicBezTo>
                  <a:pt x="4" y="361"/>
                  <a:pt x="4" y="360"/>
                  <a:pt x="3" y="359"/>
                </a:cubicBezTo>
                <a:cubicBezTo>
                  <a:pt x="3" y="359"/>
                  <a:pt x="3" y="358"/>
                  <a:pt x="3" y="358"/>
                </a:cubicBezTo>
                <a:cubicBezTo>
                  <a:pt x="2" y="356"/>
                  <a:pt x="2" y="355"/>
                  <a:pt x="1" y="353"/>
                </a:cubicBezTo>
                <a:cubicBezTo>
                  <a:pt x="1" y="353"/>
                  <a:pt x="1" y="352"/>
                  <a:pt x="1" y="352"/>
                </a:cubicBezTo>
                <a:cubicBezTo>
                  <a:pt x="1" y="351"/>
                  <a:pt x="1" y="350"/>
                  <a:pt x="0" y="349"/>
                </a:cubicBezTo>
                <a:cubicBezTo>
                  <a:pt x="0" y="348"/>
                  <a:pt x="0" y="348"/>
                  <a:pt x="0" y="347"/>
                </a:cubicBezTo>
                <a:cubicBezTo>
                  <a:pt x="0" y="346"/>
                  <a:pt x="0" y="345"/>
                  <a:pt x="0" y="344"/>
                </a:cubicBezTo>
                <a:cubicBezTo>
                  <a:pt x="0" y="343"/>
                  <a:pt x="0" y="343"/>
                  <a:pt x="0" y="342"/>
                </a:cubicBezTo>
                <a:cubicBezTo>
                  <a:pt x="0" y="341"/>
                  <a:pt x="0" y="339"/>
                  <a:pt x="1" y="338"/>
                </a:cubicBezTo>
                <a:cubicBezTo>
                  <a:pt x="1" y="338"/>
                  <a:pt x="1" y="337"/>
                  <a:pt x="1" y="337"/>
                </a:cubicBezTo>
                <a:cubicBezTo>
                  <a:pt x="1" y="336"/>
                  <a:pt x="1" y="335"/>
                  <a:pt x="2" y="333"/>
                </a:cubicBezTo>
                <a:cubicBezTo>
                  <a:pt x="2" y="333"/>
                  <a:pt x="2" y="332"/>
                  <a:pt x="2" y="332"/>
                </a:cubicBezTo>
                <a:cubicBezTo>
                  <a:pt x="2" y="331"/>
                  <a:pt x="3" y="331"/>
                  <a:pt x="3" y="330"/>
                </a:cubicBezTo>
                <a:cubicBezTo>
                  <a:pt x="6" y="322"/>
                  <a:pt x="6" y="322"/>
                  <a:pt x="6" y="322"/>
                </a:cubicBezTo>
                <a:cubicBezTo>
                  <a:pt x="7" y="321"/>
                  <a:pt x="7" y="321"/>
                  <a:pt x="7" y="321"/>
                </a:cubicBezTo>
                <a:cubicBezTo>
                  <a:pt x="9" y="319"/>
                  <a:pt x="10" y="318"/>
                  <a:pt x="11" y="316"/>
                </a:cubicBezTo>
                <a:cubicBezTo>
                  <a:pt x="40" y="280"/>
                  <a:pt x="68" y="248"/>
                  <a:pt x="97" y="217"/>
                </a:cubicBezTo>
                <a:cubicBezTo>
                  <a:pt x="107" y="207"/>
                  <a:pt x="115" y="183"/>
                  <a:pt x="113" y="170"/>
                </a:cubicBezTo>
                <a:cubicBezTo>
                  <a:pt x="108" y="127"/>
                  <a:pt x="103" y="85"/>
                  <a:pt x="99" y="42"/>
                </a:cubicBezTo>
                <a:cubicBezTo>
                  <a:pt x="98" y="26"/>
                  <a:pt x="103" y="16"/>
                  <a:pt x="109" y="11"/>
                </a:cubicBezTo>
                <a:cubicBezTo>
                  <a:pt x="115" y="4"/>
                  <a:pt x="124" y="0"/>
                  <a:pt x="135" y="0"/>
                </a:cubicBezTo>
                <a:cubicBezTo>
                  <a:pt x="135" y="0"/>
                  <a:pt x="135" y="0"/>
                  <a:pt x="135" y="0"/>
                </a:cubicBezTo>
                <a:cubicBezTo>
                  <a:pt x="142" y="0"/>
                  <a:pt x="149" y="1"/>
                  <a:pt x="156" y="5"/>
                </a:cubicBezTo>
                <a:cubicBezTo>
                  <a:pt x="175" y="13"/>
                  <a:pt x="193" y="22"/>
                  <a:pt x="213" y="30"/>
                </a:cubicBezTo>
                <a:cubicBezTo>
                  <a:pt x="233" y="39"/>
                  <a:pt x="253" y="47"/>
                  <a:pt x="273" y="57"/>
                </a:cubicBezTo>
                <a:cubicBezTo>
                  <a:pt x="279" y="60"/>
                  <a:pt x="288" y="61"/>
                  <a:pt x="298" y="61"/>
                </a:cubicBezTo>
                <a:cubicBezTo>
                  <a:pt x="308" y="61"/>
                  <a:pt x="317" y="60"/>
                  <a:pt x="323" y="57"/>
                </a:cubicBezTo>
                <a:cubicBezTo>
                  <a:pt x="344" y="47"/>
                  <a:pt x="363" y="39"/>
                  <a:pt x="383" y="30"/>
                </a:cubicBezTo>
                <a:cubicBezTo>
                  <a:pt x="403" y="21"/>
                  <a:pt x="421" y="13"/>
                  <a:pt x="440" y="5"/>
                </a:cubicBezTo>
                <a:cubicBezTo>
                  <a:pt x="447" y="1"/>
                  <a:pt x="454" y="0"/>
                  <a:pt x="461" y="0"/>
                </a:cubicBezTo>
                <a:close/>
              </a:path>
            </a:pathLst>
          </a:custGeom>
          <a:solidFill>
            <a:srgbClr val="FFFFFF"/>
          </a:solidFill>
          <a:ln>
            <a:noFill/>
          </a:ln>
          <a:effectLst>
            <a:outerShdw blurRad="215900" dist="76200" dir="2700000" sx="101000" sy="101000" algn="tl" rotWithShape="0">
              <a:prstClr val="black">
                <a:alpha val="27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 name="Freeform 13"/>
          <p:cNvSpPr>
            <a:spLocks/>
          </p:cNvSpPr>
          <p:nvPr/>
        </p:nvSpPr>
        <p:spPr bwMode="auto">
          <a:xfrm>
            <a:off x="8134350" y="4746625"/>
            <a:ext cx="2030412" cy="1936750"/>
          </a:xfrm>
          <a:custGeom>
            <a:avLst/>
            <a:gdLst>
              <a:gd name="T0" fmla="*/ 297 w 562"/>
              <a:gd name="T1" fmla="*/ 523 h 536"/>
              <a:gd name="T2" fmla="*/ 265 w 562"/>
              <a:gd name="T3" fmla="*/ 523 h 536"/>
              <a:gd name="T4" fmla="*/ 199 w 562"/>
              <a:gd name="T5" fmla="*/ 411 h 536"/>
              <a:gd name="T6" fmla="*/ 143 w 562"/>
              <a:gd name="T7" fmla="*/ 371 h 536"/>
              <a:gd name="T8" fmla="*/ 18 w 562"/>
              <a:gd name="T9" fmla="*/ 344 h 536"/>
              <a:gd name="T10" fmla="*/ 10 w 562"/>
              <a:gd name="T11" fmla="*/ 313 h 536"/>
              <a:gd name="T12" fmla="*/ 95 w 562"/>
              <a:gd name="T13" fmla="*/ 216 h 536"/>
              <a:gd name="T14" fmla="*/ 117 w 562"/>
              <a:gd name="T15" fmla="*/ 151 h 536"/>
              <a:gd name="T16" fmla="*/ 103 w 562"/>
              <a:gd name="T17" fmla="*/ 24 h 536"/>
              <a:gd name="T18" fmla="*/ 130 w 562"/>
              <a:gd name="T19" fmla="*/ 8 h 536"/>
              <a:gd name="T20" fmla="*/ 248 w 562"/>
              <a:gd name="T21" fmla="*/ 60 h 536"/>
              <a:gd name="T22" fmla="*/ 315 w 562"/>
              <a:gd name="T23" fmla="*/ 60 h 536"/>
              <a:gd name="T24" fmla="*/ 432 w 562"/>
              <a:gd name="T25" fmla="*/ 8 h 536"/>
              <a:gd name="T26" fmla="*/ 459 w 562"/>
              <a:gd name="T27" fmla="*/ 24 h 536"/>
              <a:gd name="T28" fmla="*/ 446 w 562"/>
              <a:gd name="T29" fmla="*/ 151 h 536"/>
              <a:gd name="T30" fmla="*/ 467 w 562"/>
              <a:gd name="T31" fmla="*/ 216 h 536"/>
              <a:gd name="T32" fmla="*/ 552 w 562"/>
              <a:gd name="T33" fmla="*/ 313 h 536"/>
              <a:gd name="T34" fmla="*/ 544 w 562"/>
              <a:gd name="T35" fmla="*/ 344 h 536"/>
              <a:gd name="T36" fmla="*/ 419 w 562"/>
              <a:gd name="T37" fmla="*/ 371 h 536"/>
              <a:gd name="T38" fmla="*/ 363 w 562"/>
              <a:gd name="T39" fmla="*/ 411 h 536"/>
              <a:gd name="T40" fmla="*/ 297 w 562"/>
              <a:gd name="T41" fmla="*/ 523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2" h="536">
                <a:moveTo>
                  <a:pt x="297" y="523"/>
                </a:moveTo>
                <a:cubicBezTo>
                  <a:pt x="288" y="536"/>
                  <a:pt x="274" y="536"/>
                  <a:pt x="265" y="523"/>
                </a:cubicBezTo>
                <a:cubicBezTo>
                  <a:pt x="244" y="491"/>
                  <a:pt x="222" y="453"/>
                  <a:pt x="199" y="411"/>
                </a:cubicBezTo>
                <a:cubicBezTo>
                  <a:pt x="189" y="393"/>
                  <a:pt x="164" y="374"/>
                  <a:pt x="143" y="371"/>
                </a:cubicBezTo>
                <a:cubicBezTo>
                  <a:pt x="97" y="362"/>
                  <a:pt x="54" y="353"/>
                  <a:pt x="18" y="344"/>
                </a:cubicBezTo>
                <a:cubicBezTo>
                  <a:pt x="3" y="340"/>
                  <a:pt x="0" y="326"/>
                  <a:pt x="10" y="313"/>
                </a:cubicBezTo>
                <a:cubicBezTo>
                  <a:pt x="35" y="283"/>
                  <a:pt x="63" y="250"/>
                  <a:pt x="95" y="216"/>
                </a:cubicBezTo>
                <a:cubicBezTo>
                  <a:pt x="109" y="201"/>
                  <a:pt x="119" y="171"/>
                  <a:pt x="117" y="151"/>
                </a:cubicBezTo>
                <a:cubicBezTo>
                  <a:pt x="111" y="105"/>
                  <a:pt x="106" y="63"/>
                  <a:pt x="103" y="24"/>
                </a:cubicBezTo>
                <a:cubicBezTo>
                  <a:pt x="101" y="7"/>
                  <a:pt x="114" y="0"/>
                  <a:pt x="130" y="8"/>
                </a:cubicBezTo>
                <a:cubicBezTo>
                  <a:pt x="168" y="25"/>
                  <a:pt x="206" y="41"/>
                  <a:pt x="248" y="60"/>
                </a:cubicBezTo>
                <a:cubicBezTo>
                  <a:pt x="266" y="68"/>
                  <a:pt x="296" y="68"/>
                  <a:pt x="315" y="60"/>
                </a:cubicBezTo>
                <a:cubicBezTo>
                  <a:pt x="356" y="41"/>
                  <a:pt x="394" y="25"/>
                  <a:pt x="432" y="8"/>
                </a:cubicBezTo>
                <a:cubicBezTo>
                  <a:pt x="448" y="0"/>
                  <a:pt x="461" y="7"/>
                  <a:pt x="459" y="24"/>
                </a:cubicBezTo>
                <a:cubicBezTo>
                  <a:pt x="456" y="63"/>
                  <a:pt x="451" y="105"/>
                  <a:pt x="446" y="151"/>
                </a:cubicBezTo>
                <a:cubicBezTo>
                  <a:pt x="443" y="171"/>
                  <a:pt x="453" y="201"/>
                  <a:pt x="467" y="216"/>
                </a:cubicBezTo>
                <a:cubicBezTo>
                  <a:pt x="499" y="250"/>
                  <a:pt x="527" y="283"/>
                  <a:pt x="552" y="313"/>
                </a:cubicBezTo>
                <a:cubicBezTo>
                  <a:pt x="562" y="326"/>
                  <a:pt x="559" y="340"/>
                  <a:pt x="544" y="344"/>
                </a:cubicBezTo>
                <a:cubicBezTo>
                  <a:pt x="508" y="353"/>
                  <a:pt x="465" y="362"/>
                  <a:pt x="419" y="371"/>
                </a:cubicBezTo>
                <a:cubicBezTo>
                  <a:pt x="398" y="374"/>
                  <a:pt x="373" y="393"/>
                  <a:pt x="363" y="411"/>
                </a:cubicBezTo>
                <a:cubicBezTo>
                  <a:pt x="340" y="453"/>
                  <a:pt x="318" y="491"/>
                  <a:pt x="297" y="523"/>
                </a:cubicBezTo>
                <a:close/>
              </a:path>
            </a:pathLst>
          </a:custGeom>
          <a:solidFill>
            <a:srgbClr val="00AA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 name="Freeform 14"/>
          <p:cNvSpPr>
            <a:spLocks/>
          </p:cNvSpPr>
          <p:nvPr/>
        </p:nvSpPr>
        <p:spPr bwMode="auto">
          <a:xfrm>
            <a:off x="9934575" y="3455988"/>
            <a:ext cx="2124075" cy="2149475"/>
          </a:xfrm>
          <a:custGeom>
            <a:avLst/>
            <a:gdLst>
              <a:gd name="T0" fmla="*/ 192 w 588"/>
              <a:gd name="T1" fmla="*/ 2 h 595"/>
              <a:gd name="T2" fmla="*/ 327 w 588"/>
              <a:gd name="T3" fmla="*/ 85 h 595"/>
              <a:gd name="T4" fmla="*/ 505 w 588"/>
              <a:gd name="T5" fmla="*/ 70 h 595"/>
              <a:gd name="T6" fmla="*/ 529 w 588"/>
              <a:gd name="T7" fmla="*/ 67 h 595"/>
              <a:gd name="T8" fmla="*/ 544 w 588"/>
              <a:gd name="T9" fmla="*/ 82 h 595"/>
              <a:gd name="T10" fmla="*/ 547 w 588"/>
              <a:gd name="T11" fmla="*/ 86 h 595"/>
              <a:gd name="T12" fmla="*/ 549 w 588"/>
              <a:gd name="T13" fmla="*/ 90 h 595"/>
              <a:gd name="T14" fmla="*/ 551 w 588"/>
              <a:gd name="T15" fmla="*/ 95 h 595"/>
              <a:gd name="T16" fmla="*/ 552 w 588"/>
              <a:gd name="T17" fmla="*/ 101 h 595"/>
              <a:gd name="T18" fmla="*/ 553 w 588"/>
              <a:gd name="T19" fmla="*/ 106 h 595"/>
              <a:gd name="T20" fmla="*/ 552 w 588"/>
              <a:gd name="T21" fmla="*/ 111 h 595"/>
              <a:gd name="T22" fmla="*/ 551 w 588"/>
              <a:gd name="T23" fmla="*/ 118 h 595"/>
              <a:gd name="T24" fmla="*/ 516 w 588"/>
              <a:gd name="T25" fmla="*/ 292 h 595"/>
              <a:gd name="T26" fmla="*/ 581 w 588"/>
              <a:gd name="T27" fmla="*/ 445 h 595"/>
              <a:gd name="T28" fmla="*/ 416 w 588"/>
              <a:gd name="T29" fmla="*/ 466 h 595"/>
              <a:gd name="T30" fmla="*/ 283 w 588"/>
              <a:gd name="T31" fmla="*/ 583 h 595"/>
              <a:gd name="T32" fmla="*/ 279 w 588"/>
              <a:gd name="T33" fmla="*/ 587 h 595"/>
              <a:gd name="T34" fmla="*/ 275 w 588"/>
              <a:gd name="T35" fmla="*/ 589 h 595"/>
              <a:gd name="T36" fmla="*/ 271 w 588"/>
              <a:gd name="T37" fmla="*/ 592 h 595"/>
              <a:gd name="T38" fmla="*/ 265 w 588"/>
              <a:gd name="T39" fmla="*/ 594 h 595"/>
              <a:gd name="T40" fmla="*/ 260 w 588"/>
              <a:gd name="T41" fmla="*/ 595 h 595"/>
              <a:gd name="T42" fmla="*/ 255 w 588"/>
              <a:gd name="T43" fmla="*/ 595 h 595"/>
              <a:gd name="T44" fmla="*/ 250 w 588"/>
              <a:gd name="T45" fmla="*/ 595 h 595"/>
              <a:gd name="T46" fmla="*/ 244 w 588"/>
              <a:gd name="T47" fmla="*/ 594 h 595"/>
              <a:gd name="T48" fmla="*/ 239 w 588"/>
              <a:gd name="T49" fmla="*/ 592 h 595"/>
              <a:gd name="T50" fmla="*/ 235 w 588"/>
              <a:gd name="T51" fmla="*/ 589 h 595"/>
              <a:gd name="T52" fmla="*/ 231 w 588"/>
              <a:gd name="T53" fmla="*/ 586 h 595"/>
              <a:gd name="T54" fmla="*/ 227 w 588"/>
              <a:gd name="T55" fmla="*/ 583 h 595"/>
              <a:gd name="T56" fmla="*/ 220 w 588"/>
              <a:gd name="T57" fmla="*/ 574 h 595"/>
              <a:gd name="T58" fmla="*/ 218 w 588"/>
              <a:gd name="T59" fmla="*/ 567 h 595"/>
              <a:gd name="T60" fmla="*/ 142 w 588"/>
              <a:gd name="T61" fmla="*/ 406 h 595"/>
              <a:gd name="T62" fmla="*/ 2 w 588"/>
              <a:gd name="T63" fmla="*/ 330 h 595"/>
              <a:gd name="T64" fmla="*/ 6 w 588"/>
              <a:gd name="T65" fmla="*/ 302 h 595"/>
              <a:gd name="T66" fmla="*/ 72 w 588"/>
              <a:gd name="T67" fmla="*/ 249 h 595"/>
              <a:gd name="T68" fmla="*/ 141 w 588"/>
              <a:gd name="T69" fmla="*/ 191 h 595"/>
              <a:gd name="T70" fmla="*/ 156 w 588"/>
              <a:gd name="T71" fmla="*/ 102 h 595"/>
              <a:gd name="T72" fmla="*/ 169 w 588"/>
              <a:gd name="T73" fmla="*/ 19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88" h="595">
                <a:moveTo>
                  <a:pt x="169" y="19"/>
                </a:moveTo>
                <a:cubicBezTo>
                  <a:pt x="174" y="10"/>
                  <a:pt x="182" y="4"/>
                  <a:pt x="192" y="2"/>
                </a:cubicBezTo>
                <a:cubicBezTo>
                  <a:pt x="199" y="0"/>
                  <a:pt x="211" y="0"/>
                  <a:pt x="223" y="9"/>
                </a:cubicBezTo>
                <a:cubicBezTo>
                  <a:pt x="259" y="34"/>
                  <a:pt x="293" y="59"/>
                  <a:pt x="327" y="85"/>
                </a:cubicBezTo>
                <a:cubicBezTo>
                  <a:pt x="338" y="93"/>
                  <a:pt x="362" y="98"/>
                  <a:pt x="377" y="95"/>
                </a:cubicBezTo>
                <a:cubicBezTo>
                  <a:pt x="417" y="86"/>
                  <a:pt x="459" y="77"/>
                  <a:pt x="505" y="70"/>
                </a:cubicBezTo>
                <a:cubicBezTo>
                  <a:pt x="512" y="69"/>
                  <a:pt x="518" y="69"/>
                  <a:pt x="524" y="70"/>
                </a:cubicBezTo>
                <a:cubicBezTo>
                  <a:pt x="529" y="67"/>
                  <a:pt x="529" y="67"/>
                  <a:pt x="529" y="67"/>
                </a:cubicBezTo>
                <a:cubicBezTo>
                  <a:pt x="542" y="80"/>
                  <a:pt x="542" y="80"/>
                  <a:pt x="542" y="80"/>
                </a:cubicBezTo>
                <a:cubicBezTo>
                  <a:pt x="543" y="81"/>
                  <a:pt x="543" y="81"/>
                  <a:pt x="544" y="82"/>
                </a:cubicBezTo>
                <a:cubicBezTo>
                  <a:pt x="544" y="82"/>
                  <a:pt x="545" y="83"/>
                  <a:pt x="546" y="84"/>
                </a:cubicBezTo>
                <a:cubicBezTo>
                  <a:pt x="546" y="85"/>
                  <a:pt x="546" y="85"/>
                  <a:pt x="547" y="86"/>
                </a:cubicBezTo>
                <a:cubicBezTo>
                  <a:pt x="547" y="87"/>
                  <a:pt x="548" y="88"/>
                  <a:pt x="548" y="89"/>
                </a:cubicBezTo>
                <a:cubicBezTo>
                  <a:pt x="549" y="89"/>
                  <a:pt x="549" y="90"/>
                  <a:pt x="549" y="90"/>
                </a:cubicBezTo>
                <a:cubicBezTo>
                  <a:pt x="550" y="91"/>
                  <a:pt x="550" y="92"/>
                  <a:pt x="551" y="93"/>
                </a:cubicBezTo>
                <a:cubicBezTo>
                  <a:pt x="551" y="94"/>
                  <a:pt x="551" y="95"/>
                  <a:pt x="551" y="95"/>
                </a:cubicBezTo>
                <a:cubicBezTo>
                  <a:pt x="552" y="96"/>
                  <a:pt x="552" y="97"/>
                  <a:pt x="552" y="98"/>
                </a:cubicBezTo>
                <a:cubicBezTo>
                  <a:pt x="552" y="99"/>
                  <a:pt x="552" y="100"/>
                  <a:pt x="552" y="101"/>
                </a:cubicBezTo>
                <a:cubicBezTo>
                  <a:pt x="553" y="102"/>
                  <a:pt x="553" y="103"/>
                  <a:pt x="553" y="103"/>
                </a:cubicBezTo>
                <a:cubicBezTo>
                  <a:pt x="553" y="104"/>
                  <a:pt x="553" y="105"/>
                  <a:pt x="553" y="106"/>
                </a:cubicBezTo>
                <a:cubicBezTo>
                  <a:pt x="553" y="107"/>
                  <a:pt x="553" y="108"/>
                  <a:pt x="553" y="109"/>
                </a:cubicBezTo>
                <a:cubicBezTo>
                  <a:pt x="553" y="109"/>
                  <a:pt x="553" y="110"/>
                  <a:pt x="552" y="111"/>
                </a:cubicBezTo>
                <a:cubicBezTo>
                  <a:pt x="552" y="112"/>
                  <a:pt x="552" y="113"/>
                  <a:pt x="552" y="114"/>
                </a:cubicBezTo>
                <a:cubicBezTo>
                  <a:pt x="552" y="115"/>
                  <a:pt x="552" y="117"/>
                  <a:pt x="551" y="118"/>
                </a:cubicBezTo>
                <a:cubicBezTo>
                  <a:pt x="541" y="153"/>
                  <a:pt x="528" y="195"/>
                  <a:pt x="511" y="241"/>
                </a:cubicBezTo>
                <a:cubicBezTo>
                  <a:pt x="506" y="255"/>
                  <a:pt x="509" y="280"/>
                  <a:pt x="516" y="292"/>
                </a:cubicBezTo>
                <a:cubicBezTo>
                  <a:pt x="542" y="333"/>
                  <a:pt x="564" y="373"/>
                  <a:pt x="581" y="406"/>
                </a:cubicBezTo>
                <a:cubicBezTo>
                  <a:pt x="588" y="420"/>
                  <a:pt x="588" y="434"/>
                  <a:pt x="581" y="445"/>
                </a:cubicBezTo>
                <a:cubicBezTo>
                  <a:pt x="575" y="456"/>
                  <a:pt x="562" y="463"/>
                  <a:pt x="548" y="464"/>
                </a:cubicBezTo>
                <a:cubicBezTo>
                  <a:pt x="510" y="467"/>
                  <a:pt x="464" y="467"/>
                  <a:pt x="416" y="466"/>
                </a:cubicBezTo>
                <a:cubicBezTo>
                  <a:pt x="402" y="465"/>
                  <a:pt x="379" y="475"/>
                  <a:pt x="370" y="486"/>
                </a:cubicBezTo>
                <a:cubicBezTo>
                  <a:pt x="337" y="524"/>
                  <a:pt x="308" y="557"/>
                  <a:pt x="283" y="583"/>
                </a:cubicBezTo>
                <a:cubicBezTo>
                  <a:pt x="282" y="584"/>
                  <a:pt x="281" y="585"/>
                  <a:pt x="280" y="586"/>
                </a:cubicBezTo>
                <a:cubicBezTo>
                  <a:pt x="279" y="586"/>
                  <a:pt x="279" y="586"/>
                  <a:pt x="279" y="587"/>
                </a:cubicBezTo>
                <a:cubicBezTo>
                  <a:pt x="278" y="587"/>
                  <a:pt x="277" y="588"/>
                  <a:pt x="276" y="589"/>
                </a:cubicBezTo>
                <a:cubicBezTo>
                  <a:pt x="276" y="589"/>
                  <a:pt x="275" y="589"/>
                  <a:pt x="275" y="589"/>
                </a:cubicBezTo>
                <a:cubicBezTo>
                  <a:pt x="274" y="590"/>
                  <a:pt x="273" y="591"/>
                  <a:pt x="272" y="591"/>
                </a:cubicBezTo>
                <a:cubicBezTo>
                  <a:pt x="271" y="591"/>
                  <a:pt x="271" y="591"/>
                  <a:pt x="271" y="592"/>
                </a:cubicBezTo>
                <a:cubicBezTo>
                  <a:pt x="269" y="592"/>
                  <a:pt x="268" y="593"/>
                  <a:pt x="266" y="594"/>
                </a:cubicBezTo>
                <a:cubicBezTo>
                  <a:pt x="266" y="594"/>
                  <a:pt x="265" y="594"/>
                  <a:pt x="265" y="594"/>
                </a:cubicBezTo>
                <a:cubicBezTo>
                  <a:pt x="264" y="594"/>
                  <a:pt x="263" y="594"/>
                  <a:pt x="262" y="595"/>
                </a:cubicBezTo>
                <a:cubicBezTo>
                  <a:pt x="261" y="595"/>
                  <a:pt x="260" y="595"/>
                  <a:pt x="260" y="595"/>
                </a:cubicBezTo>
                <a:cubicBezTo>
                  <a:pt x="259" y="595"/>
                  <a:pt x="258" y="595"/>
                  <a:pt x="257" y="595"/>
                </a:cubicBezTo>
                <a:cubicBezTo>
                  <a:pt x="256" y="595"/>
                  <a:pt x="255" y="595"/>
                  <a:pt x="255" y="595"/>
                </a:cubicBezTo>
                <a:cubicBezTo>
                  <a:pt x="254" y="595"/>
                  <a:pt x="253" y="595"/>
                  <a:pt x="251" y="595"/>
                </a:cubicBezTo>
                <a:cubicBezTo>
                  <a:pt x="251" y="595"/>
                  <a:pt x="251" y="595"/>
                  <a:pt x="250" y="595"/>
                </a:cubicBezTo>
                <a:cubicBezTo>
                  <a:pt x="248" y="595"/>
                  <a:pt x="247" y="595"/>
                  <a:pt x="245" y="594"/>
                </a:cubicBezTo>
                <a:cubicBezTo>
                  <a:pt x="245" y="594"/>
                  <a:pt x="244" y="594"/>
                  <a:pt x="244" y="594"/>
                </a:cubicBezTo>
                <a:cubicBezTo>
                  <a:pt x="243" y="593"/>
                  <a:pt x="242" y="593"/>
                  <a:pt x="241" y="592"/>
                </a:cubicBezTo>
                <a:cubicBezTo>
                  <a:pt x="240" y="592"/>
                  <a:pt x="240" y="592"/>
                  <a:pt x="239" y="592"/>
                </a:cubicBezTo>
                <a:cubicBezTo>
                  <a:pt x="238" y="591"/>
                  <a:pt x="237" y="591"/>
                  <a:pt x="237" y="590"/>
                </a:cubicBezTo>
                <a:cubicBezTo>
                  <a:pt x="236" y="590"/>
                  <a:pt x="236" y="590"/>
                  <a:pt x="235" y="589"/>
                </a:cubicBezTo>
                <a:cubicBezTo>
                  <a:pt x="234" y="589"/>
                  <a:pt x="233" y="588"/>
                  <a:pt x="232" y="587"/>
                </a:cubicBezTo>
                <a:cubicBezTo>
                  <a:pt x="231" y="587"/>
                  <a:pt x="231" y="586"/>
                  <a:pt x="231" y="586"/>
                </a:cubicBezTo>
                <a:cubicBezTo>
                  <a:pt x="230" y="585"/>
                  <a:pt x="229" y="585"/>
                  <a:pt x="228" y="584"/>
                </a:cubicBezTo>
                <a:cubicBezTo>
                  <a:pt x="228" y="583"/>
                  <a:pt x="228" y="583"/>
                  <a:pt x="227" y="583"/>
                </a:cubicBezTo>
                <a:cubicBezTo>
                  <a:pt x="227" y="582"/>
                  <a:pt x="227" y="582"/>
                  <a:pt x="226" y="581"/>
                </a:cubicBezTo>
                <a:cubicBezTo>
                  <a:pt x="220" y="574"/>
                  <a:pt x="220" y="574"/>
                  <a:pt x="220" y="574"/>
                </a:cubicBezTo>
                <a:cubicBezTo>
                  <a:pt x="221" y="573"/>
                  <a:pt x="221" y="573"/>
                  <a:pt x="221" y="573"/>
                </a:cubicBezTo>
                <a:cubicBezTo>
                  <a:pt x="220" y="571"/>
                  <a:pt x="219" y="569"/>
                  <a:pt x="218" y="567"/>
                </a:cubicBezTo>
                <a:cubicBezTo>
                  <a:pt x="202" y="524"/>
                  <a:pt x="188" y="483"/>
                  <a:pt x="175" y="443"/>
                </a:cubicBezTo>
                <a:cubicBezTo>
                  <a:pt x="171" y="429"/>
                  <a:pt x="155" y="411"/>
                  <a:pt x="142" y="406"/>
                </a:cubicBezTo>
                <a:cubicBezTo>
                  <a:pt x="103" y="389"/>
                  <a:pt x="63" y="372"/>
                  <a:pt x="25" y="354"/>
                </a:cubicBezTo>
                <a:cubicBezTo>
                  <a:pt x="10" y="347"/>
                  <a:pt x="5" y="337"/>
                  <a:pt x="2" y="330"/>
                </a:cubicBezTo>
                <a:cubicBezTo>
                  <a:pt x="0" y="321"/>
                  <a:pt x="1" y="311"/>
                  <a:pt x="6" y="302"/>
                </a:cubicBezTo>
                <a:cubicBezTo>
                  <a:pt x="6" y="302"/>
                  <a:pt x="6" y="302"/>
                  <a:pt x="6" y="302"/>
                </a:cubicBezTo>
                <a:cubicBezTo>
                  <a:pt x="9" y="296"/>
                  <a:pt x="14" y="290"/>
                  <a:pt x="21" y="286"/>
                </a:cubicBezTo>
                <a:cubicBezTo>
                  <a:pt x="38" y="274"/>
                  <a:pt x="54" y="262"/>
                  <a:pt x="72" y="249"/>
                </a:cubicBezTo>
                <a:cubicBezTo>
                  <a:pt x="89" y="236"/>
                  <a:pt x="106" y="224"/>
                  <a:pt x="124" y="210"/>
                </a:cubicBezTo>
                <a:cubicBezTo>
                  <a:pt x="130" y="207"/>
                  <a:pt x="136" y="199"/>
                  <a:pt x="141" y="191"/>
                </a:cubicBezTo>
                <a:cubicBezTo>
                  <a:pt x="145" y="183"/>
                  <a:pt x="149" y="174"/>
                  <a:pt x="149" y="167"/>
                </a:cubicBezTo>
                <a:cubicBezTo>
                  <a:pt x="152" y="145"/>
                  <a:pt x="154" y="123"/>
                  <a:pt x="156" y="102"/>
                </a:cubicBezTo>
                <a:cubicBezTo>
                  <a:pt x="159" y="81"/>
                  <a:pt x="161" y="60"/>
                  <a:pt x="163" y="40"/>
                </a:cubicBezTo>
                <a:cubicBezTo>
                  <a:pt x="164" y="32"/>
                  <a:pt x="166" y="25"/>
                  <a:pt x="169" y="19"/>
                </a:cubicBezTo>
                <a:close/>
              </a:path>
            </a:pathLst>
          </a:custGeom>
          <a:solidFill>
            <a:srgbClr val="FFFFFF"/>
          </a:solidFill>
          <a:ln>
            <a:noFill/>
          </a:ln>
          <a:effectLst>
            <a:outerShdw blurRad="215900" dist="76200" dir="2700000" sx="101000" sy="101000" algn="tl" rotWithShape="0">
              <a:prstClr val="black">
                <a:alpha val="27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 name="Freeform 15"/>
          <p:cNvSpPr>
            <a:spLocks/>
          </p:cNvSpPr>
          <p:nvPr/>
        </p:nvSpPr>
        <p:spPr bwMode="auto">
          <a:xfrm>
            <a:off x="9999663" y="3513138"/>
            <a:ext cx="1993900" cy="2038350"/>
          </a:xfrm>
          <a:custGeom>
            <a:avLst/>
            <a:gdLst>
              <a:gd name="T0" fmla="*/ 544 w 552"/>
              <a:gd name="T1" fmla="*/ 400 h 564"/>
              <a:gd name="T2" fmla="*/ 528 w 552"/>
              <a:gd name="T3" fmla="*/ 428 h 564"/>
              <a:gd name="T4" fmla="*/ 399 w 552"/>
              <a:gd name="T5" fmla="*/ 429 h 564"/>
              <a:gd name="T6" fmla="*/ 336 w 552"/>
              <a:gd name="T7" fmla="*/ 457 h 564"/>
              <a:gd name="T8" fmla="*/ 250 w 552"/>
              <a:gd name="T9" fmla="*/ 552 h 564"/>
              <a:gd name="T10" fmla="*/ 219 w 552"/>
              <a:gd name="T11" fmla="*/ 543 h 564"/>
              <a:gd name="T12" fmla="*/ 177 w 552"/>
              <a:gd name="T13" fmla="*/ 421 h 564"/>
              <a:gd name="T14" fmla="*/ 132 w 552"/>
              <a:gd name="T15" fmla="*/ 370 h 564"/>
              <a:gd name="T16" fmla="*/ 15 w 552"/>
              <a:gd name="T17" fmla="*/ 319 h 564"/>
              <a:gd name="T18" fmla="*/ 15 w 552"/>
              <a:gd name="T19" fmla="*/ 287 h 564"/>
              <a:gd name="T20" fmla="*/ 119 w 552"/>
              <a:gd name="T21" fmla="*/ 211 h 564"/>
              <a:gd name="T22" fmla="*/ 152 w 552"/>
              <a:gd name="T23" fmla="*/ 153 h 564"/>
              <a:gd name="T24" fmla="*/ 166 w 552"/>
              <a:gd name="T25" fmla="*/ 26 h 564"/>
              <a:gd name="T26" fmla="*/ 193 w 552"/>
              <a:gd name="T27" fmla="*/ 10 h 564"/>
              <a:gd name="T28" fmla="*/ 297 w 552"/>
              <a:gd name="T29" fmla="*/ 85 h 564"/>
              <a:gd name="T30" fmla="*/ 363 w 552"/>
              <a:gd name="T31" fmla="*/ 99 h 564"/>
              <a:gd name="T32" fmla="*/ 490 w 552"/>
              <a:gd name="T33" fmla="*/ 74 h 564"/>
              <a:gd name="T34" fmla="*/ 513 w 552"/>
              <a:gd name="T35" fmla="*/ 97 h 564"/>
              <a:gd name="T36" fmla="*/ 473 w 552"/>
              <a:gd name="T37" fmla="*/ 218 h 564"/>
              <a:gd name="T38" fmla="*/ 481 w 552"/>
              <a:gd name="T39" fmla="*/ 287 h 564"/>
              <a:gd name="T40" fmla="*/ 544 w 552"/>
              <a:gd name="T41" fmla="*/ 400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52" h="564">
                <a:moveTo>
                  <a:pt x="544" y="400"/>
                </a:moveTo>
                <a:cubicBezTo>
                  <a:pt x="552" y="415"/>
                  <a:pt x="545" y="427"/>
                  <a:pt x="528" y="428"/>
                </a:cubicBezTo>
                <a:cubicBezTo>
                  <a:pt x="491" y="430"/>
                  <a:pt x="446" y="430"/>
                  <a:pt x="399" y="429"/>
                </a:cubicBezTo>
                <a:cubicBezTo>
                  <a:pt x="378" y="428"/>
                  <a:pt x="349" y="441"/>
                  <a:pt x="336" y="457"/>
                </a:cubicBezTo>
                <a:cubicBezTo>
                  <a:pt x="305" y="493"/>
                  <a:pt x="276" y="526"/>
                  <a:pt x="250" y="552"/>
                </a:cubicBezTo>
                <a:cubicBezTo>
                  <a:pt x="239" y="564"/>
                  <a:pt x="226" y="559"/>
                  <a:pt x="219" y="543"/>
                </a:cubicBezTo>
                <a:cubicBezTo>
                  <a:pt x="206" y="507"/>
                  <a:pt x="191" y="466"/>
                  <a:pt x="177" y="421"/>
                </a:cubicBezTo>
                <a:cubicBezTo>
                  <a:pt x="171" y="401"/>
                  <a:pt x="151" y="378"/>
                  <a:pt x="132" y="370"/>
                </a:cubicBezTo>
                <a:cubicBezTo>
                  <a:pt x="90" y="353"/>
                  <a:pt x="51" y="335"/>
                  <a:pt x="15" y="319"/>
                </a:cubicBezTo>
                <a:cubicBezTo>
                  <a:pt x="0" y="311"/>
                  <a:pt x="0" y="297"/>
                  <a:pt x="15" y="287"/>
                </a:cubicBezTo>
                <a:cubicBezTo>
                  <a:pt x="48" y="263"/>
                  <a:pt x="82" y="238"/>
                  <a:pt x="119" y="211"/>
                </a:cubicBezTo>
                <a:cubicBezTo>
                  <a:pt x="135" y="200"/>
                  <a:pt x="150" y="173"/>
                  <a:pt x="152" y="153"/>
                </a:cubicBezTo>
                <a:cubicBezTo>
                  <a:pt x="157" y="108"/>
                  <a:pt x="162" y="67"/>
                  <a:pt x="166" y="26"/>
                </a:cubicBezTo>
                <a:cubicBezTo>
                  <a:pt x="167" y="8"/>
                  <a:pt x="179" y="0"/>
                  <a:pt x="193" y="10"/>
                </a:cubicBezTo>
                <a:cubicBezTo>
                  <a:pt x="225" y="32"/>
                  <a:pt x="260" y="58"/>
                  <a:pt x="297" y="85"/>
                </a:cubicBezTo>
                <a:cubicBezTo>
                  <a:pt x="313" y="98"/>
                  <a:pt x="343" y="104"/>
                  <a:pt x="363" y="99"/>
                </a:cubicBezTo>
                <a:cubicBezTo>
                  <a:pt x="409" y="89"/>
                  <a:pt x="452" y="81"/>
                  <a:pt x="490" y="74"/>
                </a:cubicBezTo>
                <a:cubicBezTo>
                  <a:pt x="507" y="72"/>
                  <a:pt x="517" y="81"/>
                  <a:pt x="513" y="97"/>
                </a:cubicBezTo>
                <a:cubicBezTo>
                  <a:pt x="503" y="132"/>
                  <a:pt x="489" y="174"/>
                  <a:pt x="473" y="218"/>
                </a:cubicBezTo>
                <a:cubicBezTo>
                  <a:pt x="466" y="238"/>
                  <a:pt x="470" y="269"/>
                  <a:pt x="481" y="287"/>
                </a:cubicBezTo>
                <a:cubicBezTo>
                  <a:pt x="506" y="328"/>
                  <a:pt x="527" y="366"/>
                  <a:pt x="544" y="400"/>
                </a:cubicBezTo>
                <a:close/>
              </a:path>
            </a:pathLst>
          </a:custGeom>
          <a:solidFill>
            <a:srgbClr val="9E9E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 name="Freeform 16"/>
          <p:cNvSpPr>
            <a:spLocks/>
          </p:cNvSpPr>
          <p:nvPr/>
        </p:nvSpPr>
        <p:spPr bwMode="auto">
          <a:xfrm>
            <a:off x="9915525" y="1182688"/>
            <a:ext cx="2128837" cy="2149475"/>
          </a:xfrm>
          <a:custGeom>
            <a:avLst/>
            <a:gdLst>
              <a:gd name="T0" fmla="*/ 3 w 589"/>
              <a:gd name="T1" fmla="*/ 266 h 595"/>
              <a:gd name="T2" fmla="*/ 143 w 589"/>
              <a:gd name="T3" fmla="*/ 190 h 595"/>
              <a:gd name="T4" fmla="*/ 219 w 589"/>
              <a:gd name="T5" fmla="*/ 29 h 595"/>
              <a:gd name="T6" fmla="*/ 228 w 589"/>
              <a:gd name="T7" fmla="*/ 7 h 595"/>
              <a:gd name="T8" fmla="*/ 249 w 589"/>
              <a:gd name="T9" fmla="*/ 1 h 595"/>
              <a:gd name="T10" fmla="*/ 254 w 589"/>
              <a:gd name="T11" fmla="*/ 0 h 595"/>
              <a:gd name="T12" fmla="*/ 259 w 589"/>
              <a:gd name="T13" fmla="*/ 0 h 595"/>
              <a:gd name="T14" fmla="*/ 264 w 589"/>
              <a:gd name="T15" fmla="*/ 1 h 595"/>
              <a:gd name="T16" fmla="*/ 269 w 589"/>
              <a:gd name="T17" fmla="*/ 3 h 595"/>
              <a:gd name="T18" fmla="*/ 274 w 589"/>
              <a:gd name="T19" fmla="*/ 5 h 595"/>
              <a:gd name="T20" fmla="*/ 278 w 589"/>
              <a:gd name="T21" fmla="*/ 8 h 595"/>
              <a:gd name="T22" fmla="*/ 284 w 589"/>
              <a:gd name="T23" fmla="*/ 13 h 595"/>
              <a:gd name="T24" fmla="*/ 417 w 589"/>
              <a:gd name="T25" fmla="*/ 130 h 595"/>
              <a:gd name="T26" fmla="*/ 582 w 589"/>
              <a:gd name="T27" fmla="*/ 150 h 595"/>
              <a:gd name="T28" fmla="*/ 517 w 589"/>
              <a:gd name="T29" fmla="*/ 303 h 595"/>
              <a:gd name="T30" fmla="*/ 552 w 589"/>
              <a:gd name="T31" fmla="*/ 477 h 595"/>
              <a:gd name="T32" fmla="*/ 553 w 589"/>
              <a:gd name="T33" fmla="*/ 483 h 595"/>
              <a:gd name="T34" fmla="*/ 554 w 589"/>
              <a:gd name="T35" fmla="*/ 488 h 595"/>
              <a:gd name="T36" fmla="*/ 554 w 589"/>
              <a:gd name="T37" fmla="*/ 493 h 595"/>
              <a:gd name="T38" fmla="*/ 553 w 589"/>
              <a:gd name="T39" fmla="*/ 499 h 595"/>
              <a:gd name="T40" fmla="*/ 551 w 589"/>
              <a:gd name="T41" fmla="*/ 503 h 595"/>
              <a:gd name="T42" fmla="*/ 549 w 589"/>
              <a:gd name="T43" fmla="*/ 508 h 595"/>
              <a:gd name="T44" fmla="*/ 546 w 589"/>
              <a:gd name="T45" fmla="*/ 512 h 595"/>
              <a:gd name="T46" fmla="*/ 542 w 589"/>
              <a:gd name="T47" fmla="*/ 517 h 595"/>
              <a:gd name="T48" fmla="*/ 538 w 589"/>
              <a:gd name="T49" fmla="*/ 520 h 595"/>
              <a:gd name="T50" fmla="*/ 534 w 589"/>
              <a:gd name="T51" fmla="*/ 522 h 595"/>
              <a:gd name="T52" fmla="*/ 529 w 589"/>
              <a:gd name="T53" fmla="*/ 524 h 595"/>
              <a:gd name="T54" fmla="*/ 524 w 589"/>
              <a:gd name="T55" fmla="*/ 525 h 595"/>
              <a:gd name="T56" fmla="*/ 513 w 589"/>
              <a:gd name="T57" fmla="*/ 527 h 595"/>
              <a:gd name="T58" fmla="*/ 506 w 589"/>
              <a:gd name="T59" fmla="*/ 526 h 595"/>
              <a:gd name="T60" fmla="*/ 328 w 589"/>
              <a:gd name="T61" fmla="*/ 511 h 595"/>
              <a:gd name="T62" fmla="*/ 193 w 589"/>
              <a:gd name="T63" fmla="*/ 594 h 595"/>
              <a:gd name="T64" fmla="*/ 170 w 589"/>
              <a:gd name="T65" fmla="*/ 577 h 595"/>
              <a:gd name="T66" fmla="*/ 157 w 589"/>
              <a:gd name="T67" fmla="*/ 493 h 595"/>
              <a:gd name="T68" fmla="*/ 142 w 589"/>
              <a:gd name="T69" fmla="*/ 405 h 595"/>
              <a:gd name="T70" fmla="*/ 72 w 589"/>
              <a:gd name="T71" fmla="*/ 347 h 595"/>
              <a:gd name="T72" fmla="*/ 7 w 589"/>
              <a:gd name="T73" fmla="*/ 294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89" h="595">
                <a:moveTo>
                  <a:pt x="7" y="294"/>
                </a:moveTo>
                <a:cubicBezTo>
                  <a:pt x="2" y="285"/>
                  <a:pt x="0" y="275"/>
                  <a:pt x="3" y="266"/>
                </a:cubicBezTo>
                <a:cubicBezTo>
                  <a:pt x="6" y="259"/>
                  <a:pt x="11" y="249"/>
                  <a:pt x="26" y="242"/>
                </a:cubicBezTo>
                <a:cubicBezTo>
                  <a:pt x="64" y="224"/>
                  <a:pt x="104" y="206"/>
                  <a:pt x="143" y="190"/>
                </a:cubicBezTo>
                <a:cubicBezTo>
                  <a:pt x="156" y="185"/>
                  <a:pt x="172" y="166"/>
                  <a:pt x="176" y="152"/>
                </a:cubicBezTo>
                <a:cubicBezTo>
                  <a:pt x="189" y="112"/>
                  <a:pt x="202" y="72"/>
                  <a:pt x="219" y="29"/>
                </a:cubicBezTo>
                <a:cubicBezTo>
                  <a:pt x="221" y="22"/>
                  <a:pt x="225" y="17"/>
                  <a:pt x="229" y="12"/>
                </a:cubicBezTo>
                <a:cubicBezTo>
                  <a:pt x="228" y="7"/>
                  <a:pt x="228" y="7"/>
                  <a:pt x="228" y="7"/>
                </a:cubicBezTo>
                <a:cubicBezTo>
                  <a:pt x="247" y="1"/>
                  <a:pt x="247" y="1"/>
                  <a:pt x="247" y="1"/>
                </a:cubicBezTo>
                <a:cubicBezTo>
                  <a:pt x="247" y="1"/>
                  <a:pt x="248" y="1"/>
                  <a:pt x="249" y="1"/>
                </a:cubicBezTo>
                <a:cubicBezTo>
                  <a:pt x="249" y="1"/>
                  <a:pt x="250" y="1"/>
                  <a:pt x="252" y="0"/>
                </a:cubicBezTo>
                <a:cubicBezTo>
                  <a:pt x="252" y="0"/>
                  <a:pt x="253" y="0"/>
                  <a:pt x="254" y="0"/>
                </a:cubicBezTo>
                <a:cubicBezTo>
                  <a:pt x="255" y="0"/>
                  <a:pt x="256" y="0"/>
                  <a:pt x="257" y="0"/>
                </a:cubicBezTo>
                <a:cubicBezTo>
                  <a:pt x="258" y="0"/>
                  <a:pt x="258" y="0"/>
                  <a:pt x="259" y="0"/>
                </a:cubicBezTo>
                <a:cubicBezTo>
                  <a:pt x="260" y="1"/>
                  <a:pt x="261" y="1"/>
                  <a:pt x="262" y="1"/>
                </a:cubicBezTo>
                <a:cubicBezTo>
                  <a:pt x="263" y="1"/>
                  <a:pt x="263" y="1"/>
                  <a:pt x="264" y="1"/>
                </a:cubicBezTo>
                <a:cubicBezTo>
                  <a:pt x="265" y="2"/>
                  <a:pt x="266" y="2"/>
                  <a:pt x="267" y="2"/>
                </a:cubicBezTo>
                <a:cubicBezTo>
                  <a:pt x="268" y="2"/>
                  <a:pt x="268" y="3"/>
                  <a:pt x="269" y="3"/>
                </a:cubicBezTo>
                <a:cubicBezTo>
                  <a:pt x="270" y="3"/>
                  <a:pt x="271" y="4"/>
                  <a:pt x="272" y="4"/>
                </a:cubicBezTo>
                <a:cubicBezTo>
                  <a:pt x="273" y="4"/>
                  <a:pt x="273" y="5"/>
                  <a:pt x="274" y="5"/>
                </a:cubicBezTo>
                <a:cubicBezTo>
                  <a:pt x="275" y="6"/>
                  <a:pt x="276" y="6"/>
                  <a:pt x="276" y="7"/>
                </a:cubicBezTo>
                <a:cubicBezTo>
                  <a:pt x="277" y="7"/>
                  <a:pt x="278" y="8"/>
                  <a:pt x="278" y="8"/>
                </a:cubicBezTo>
                <a:cubicBezTo>
                  <a:pt x="279" y="9"/>
                  <a:pt x="280" y="9"/>
                  <a:pt x="280" y="10"/>
                </a:cubicBezTo>
                <a:cubicBezTo>
                  <a:pt x="282" y="11"/>
                  <a:pt x="283" y="12"/>
                  <a:pt x="284" y="13"/>
                </a:cubicBezTo>
                <a:cubicBezTo>
                  <a:pt x="309" y="39"/>
                  <a:pt x="338" y="71"/>
                  <a:pt x="370" y="109"/>
                </a:cubicBezTo>
                <a:cubicBezTo>
                  <a:pt x="380" y="120"/>
                  <a:pt x="402" y="130"/>
                  <a:pt x="417" y="130"/>
                </a:cubicBezTo>
                <a:cubicBezTo>
                  <a:pt x="465" y="129"/>
                  <a:pt x="511" y="129"/>
                  <a:pt x="548" y="131"/>
                </a:cubicBezTo>
                <a:cubicBezTo>
                  <a:pt x="563" y="132"/>
                  <a:pt x="576" y="139"/>
                  <a:pt x="582" y="150"/>
                </a:cubicBezTo>
                <a:cubicBezTo>
                  <a:pt x="589" y="162"/>
                  <a:pt x="589" y="176"/>
                  <a:pt x="582" y="189"/>
                </a:cubicBezTo>
                <a:cubicBezTo>
                  <a:pt x="565" y="223"/>
                  <a:pt x="543" y="262"/>
                  <a:pt x="517" y="303"/>
                </a:cubicBezTo>
                <a:cubicBezTo>
                  <a:pt x="510" y="316"/>
                  <a:pt x="507" y="341"/>
                  <a:pt x="512" y="354"/>
                </a:cubicBezTo>
                <a:cubicBezTo>
                  <a:pt x="529" y="401"/>
                  <a:pt x="542" y="442"/>
                  <a:pt x="552" y="477"/>
                </a:cubicBezTo>
                <a:cubicBezTo>
                  <a:pt x="552" y="479"/>
                  <a:pt x="553" y="480"/>
                  <a:pt x="553" y="482"/>
                </a:cubicBezTo>
                <a:cubicBezTo>
                  <a:pt x="553" y="482"/>
                  <a:pt x="553" y="483"/>
                  <a:pt x="553" y="483"/>
                </a:cubicBezTo>
                <a:cubicBezTo>
                  <a:pt x="553" y="484"/>
                  <a:pt x="554" y="485"/>
                  <a:pt x="554" y="486"/>
                </a:cubicBezTo>
                <a:cubicBezTo>
                  <a:pt x="554" y="487"/>
                  <a:pt x="554" y="487"/>
                  <a:pt x="554" y="488"/>
                </a:cubicBezTo>
                <a:cubicBezTo>
                  <a:pt x="554" y="489"/>
                  <a:pt x="554" y="490"/>
                  <a:pt x="554" y="491"/>
                </a:cubicBezTo>
                <a:cubicBezTo>
                  <a:pt x="554" y="492"/>
                  <a:pt x="554" y="492"/>
                  <a:pt x="554" y="493"/>
                </a:cubicBezTo>
                <a:cubicBezTo>
                  <a:pt x="553" y="494"/>
                  <a:pt x="553" y="496"/>
                  <a:pt x="553" y="497"/>
                </a:cubicBezTo>
                <a:cubicBezTo>
                  <a:pt x="553" y="498"/>
                  <a:pt x="553" y="498"/>
                  <a:pt x="553" y="499"/>
                </a:cubicBezTo>
                <a:cubicBezTo>
                  <a:pt x="552" y="500"/>
                  <a:pt x="552" y="501"/>
                  <a:pt x="552" y="502"/>
                </a:cubicBezTo>
                <a:cubicBezTo>
                  <a:pt x="551" y="502"/>
                  <a:pt x="551" y="503"/>
                  <a:pt x="551" y="503"/>
                </a:cubicBezTo>
                <a:cubicBezTo>
                  <a:pt x="551" y="505"/>
                  <a:pt x="550" y="505"/>
                  <a:pt x="550" y="506"/>
                </a:cubicBezTo>
                <a:cubicBezTo>
                  <a:pt x="549" y="507"/>
                  <a:pt x="549" y="507"/>
                  <a:pt x="549" y="508"/>
                </a:cubicBezTo>
                <a:cubicBezTo>
                  <a:pt x="548" y="509"/>
                  <a:pt x="548" y="510"/>
                  <a:pt x="547" y="511"/>
                </a:cubicBezTo>
                <a:cubicBezTo>
                  <a:pt x="547" y="511"/>
                  <a:pt x="547" y="512"/>
                  <a:pt x="546" y="512"/>
                </a:cubicBezTo>
                <a:cubicBezTo>
                  <a:pt x="545" y="513"/>
                  <a:pt x="544" y="514"/>
                  <a:pt x="543" y="516"/>
                </a:cubicBezTo>
                <a:cubicBezTo>
                  <a:pt x="543" y="516"/>
                  <a:pt x="542" y="516"/>
                  <a:pt x="542" y="517"/>
                </a:cubicBezTo>
                <a:cubicBezTo>
                  <a:pt x="541" y="517"/>
                  <a:pt x="540" y="518"/>
                  <a:pt x="539" y="519"/>
                </a:cubicBezTo>
                <a:cubicBezTo>
                  <a:pt x="539" y="519"/>
                  <a:pt x="539" y="519"/>
                  <a:pt x="538" y="520"/>
                </a:cubicBezTo>
                <a:cubicBezTo>
                  <a:pt x="537" y="520"/>
                  <a:pt x="536" y="521"/>
                  <a:pt x="535" y="521"/>
                </a:cubicBezTo>
                <a:cubicBezTo>
                  <a:pt x="535" y="522"/>
                  <a:pt x="534" y="522"/>
                  <a:pt x="534" y="522"/>
                </a:cubicBezTo>
                <a:cubicBezTo>
                  <a:pt x="533" y="523"/>
                  <a:pt x="531" y="523"/>
                  <a:pt x="530" y="524"/>
                </a:cubicBezTo>
                <a:cubicBezTo>
                  <a:pt x="530" y="524"/>
                  <a:pt x="529" y="524"/>
                  <a:pt x="529" y="524"/>
                </a:cubicBezTo>
                <a:cubicBezTo>
                  <a:pt x="528" y="524"/>
                  <a:pt x="527" y="525"/>
                  <a:pt x="526" y="525"/>
                </a:cubicBezTo>
                <a:cubicBezTo>
                  <a:pt x="525" y="525"/>
                  <a:pt x="525" y="525"/>
                  <a:pt x="524" y="525"/>
                </a:cubicBezTo>
                <a:cubicBezTo>
                  <a:pt x="524" y="526"/>
                  <a:pt x="523" y="526"/>
                  <a:pt x="522" y="526"/>
                </a:cubicBezTo>
                <a:cubicBezTo>
                  <a:pt x="513" y="527"/>
                  <a:pt x="513" y="527"/>
                  <a:pt x="513" y="527"/>
                </a:cubicBezTo>
                <a:cubicBezTo>
                  <a:pt x="512" y="526"/>
                  <a:pt x="512" y="526"/>
                  <a:pt x="512" y="526"/>
                </a:cubicBezTo>
                <a:cubicBezTo>
                  <a:pt x="510" y="526"/>
                  <a:pt x="508" y="526"/>
                  <a:pt x="506" y="526"/>
                </a:cubicBezTo>
                <a:cubicBezTo>
                  <a:pt x="460" y="518"/>
                  <a:pt x="418" y="510"/>
                  <a:pt x="378" y="501"/>
                </a:cubicBezTo>
                <a:cubicBezTo>
                  <a:pt x="363" y="497"/>
                  <a:pt x="339" y="502"/>
                  <a:pt x="328" y="511"/>
                </a:cubicBezTo>
                <a:cubicBezTo>
                  <a:pt x="294" y="536"/>
                  <a:pt x="259" y="562"/>
                  <a:pt x="224" y="586"/>
                </a:cubicBezTo>
                <a:cubicBezTo>
                  <a:pt x="212" y="595"/>
                  <a:pt x="200" y="595"/>
                  <a:pt x="193" y="594"/>
                </a:cubicBezTo>
                <a:cubicBezTo>
                  <a:pt x="183" y="592"/>
                  <a:pt x="175" y="586"/>
                  <a:pt x="170" y="577"/>
                </a:cubicBezTo>
                <a:cubicBezTo>
                  <a:pt x="170" y="577"/>
                  <a:pt x="170" y="577"/>
                  <a:pt x="170" y="577"/>
                </a:cubicBezTo>
                <a:cubicBezTo>
                  <a:pt x="167" y="571"/>
                  <a:pt x="165" y="564"/>
                  <a:pt x="164" y="556"/>
                </a:cubicBezTo>
                <a:cubicBezTo>
                  <a:pt x="162" y="535"/>
                  <a:pt x="160" y="515"/>
                  <a:pt x="157" y="493"/>
                </a:cubicBezTo>
                <a:cubicBezTo>
                  <a:pt x="155" y="473"/>
                  <a:pt x="153" y="451"/>
                  <a:pt x="150" y="428"/>
                </a:cubicBezTo>
                <a:cubicBezTo>
                  <a:pt x="150" y="422"/>
                  <a:pt x="146" y="413"/>
                  <a:pt x="142" y="405"/>
                </a:cubicBezTo>
                <a:cubicBezTo>
                  <a:pt x="137" y="396"/>
                  <a:pt x="131" y="389"/>
                  <a:pt x="125" y="385"/>
                </a:cubicBezTo>
                <a:cubicBezTo>
                  <a:pt x="107" y="372"/>
                  <a:pt x="89" y="359"/>
                  <a:pt x="72" y="347"/>
                </a:cubicBezTo>
                <a:cubicBezTo>
                  <a:pt x="55" y="334"/>
                  <a:pt x="38" y="322"/>
                  <a:pt x="22" y="310"/>
                </a:cubicBezTo>
                <a:cubicBezTo>
                  <a:pt x="15" y="305"/>
                  <a:pt x="10" y="300"/>
                  <a:pt x="7" y="294"/>
                </a:cubicBezTo>
                <a:close/>
              </a:path>
            </a:pathLst>
          </a:custGeom>
          <a:solidFill>
            <a:srgbClr val="FFFFFF"/>
          </a:solidFill>
          <a:ln>
            <a:noFill/>
          </a:ln>
          <a:effectLst>
            <a:outerShdw blurRad="215900" dist="76200" dir="2700000" sx="101000" sy="101000" algn="tl" rotWithShape="0">
              <a:prstClr val="black">
                <a:alpha val="27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 name="Freeform 17"/>
          <p:cNvSpPr>
            <a:spLocks/>
          </p:cNvSpPr>
          <p:nvPr/>
        </p:nvSpPr>
        <p:spPr bwMode="auto">
          <a:xfrm>
            <a:off x="9985375" y="1239838"/>
            <a:ext cx="1990725" cy="2035175"/>
          </a:xfrm>
          <a:custGeom>
            <a:avLst/>
            <a:gdLst>
              <a:gd name="T0" fmla="*/ 528 w 551"/>
              <a:gd name="T1" fmla="*/ 136 h 563"/>
              <a:gd name="T2" fmla="*/ 544 w 551"/>
              <a:gd name="T3" fmla="*/ 164 h 563"/>
              <a:gd name="T4" fmla="*/ 481 w 551"/>
              <a:gd name="T5" fmla="*/ 276 h 563"/>
              <a:gd name="T6" fmla="*/ 473 w 551"/>
              <a:gd name="T7" fmla="*/ 345 h 563"/>
              <a:gd name="T8" fmla="*/ 513 w 551"/>
              <a:gd name="T9" fmla="*/ 467 h 563"/>
              <a:gd name="T10" fmla="*/ 490 w 551"/>
              <a:gd name="T11" fmla="*/ 489 h 563"/>
              <a:gd name="T12" fmla="*/ 363 w 551"/>
              <a:gd name="T13" fmla="*/ 464 h 563"/>
              <a:gd name="T14" fmla="*/ 296 w 551"/>
              <a:gd name="T15" fmla="*/ 478 h 563"/>
              <a:gd name="T16" fmla="*/ 193 w 551"/>
              <a:gd name="T17" fmla="*/ 553 h 563"/>
              <a:gd name="T18" fmla="*/ 166 w 551"/>
              <a:gd name="T19" fmla="*/ 538 h 563"/>
              <a:gd name="T20" fmla="*/ 152 w 551"/>
              <a:gd name="T21" fmla="*/ 410 h 563"/>
              <a:gd name="T22" fmla="*/ 119 w 551"/>
              <a:gd name="T23" fmla="*/ 352 h 563"/>
              <a:gd name="T24" fmla="*/ 15 w 551"/>
              <a:gd name="T25" fmla="*/ 277 h 563"/>
              <a:gd name="T26" fmla="*/ 15 w 551"/>
              <a:gd name="T27" fmla="*/ 245 h 563"/>
              <a:gd name="T28" fmla="*/ 132 w 551"/>
              <a:gd name="T29" fmla="*/ 193 h 563"/>
              <a:gd name="T30" fmla="*/ 177 w 551"/>
              <a:gd name="T31" fmla="*/ 142 h 563"/>
              <a:gd name="T32" fmla="*/ 219 w 551"/>
              <a:gd name="T33" fmla="*/ 20 h 563"/>
              <a:gd name="T34" fmla="*/ 250 w 551"/>
              <a:gd name="T35" fmla="*/ 12 h 563"/>
              <a:gd name="T36" fmla="*/ 336 w 551"/>
              <a:gd name="T37" fmla="*/ 107 h 563"/>
              <a:gd name="T38" fmla="*/ 399 w 551"/>
              <a:gd name="T39" fmla="*/ 135 h 563"/>
              <a:gd name="T40" fmla="*/ 528 w 551"/>
              <a:gd name="T41" fmla="*/ 136 h 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51" h="563">
                <a:moveTo>
                  <a:pt x="528" y="136"/>
                </a:moveTo>
                <a:cubicBezTo>
                  <a:pt x="545" y="137"/>
                  <a:pt x="551" y="149"/>
                  <a:pt x="544" y="164"/>
                </a:cubicBezTo>
                <a:cubicBezTo>
                  <a:pt x="527" y="197"/>
                  <a:pt x="505" y="236"/>
                  <a:pt x="481" y="276"/>
                </a:cubicBezTo>
                <a:cubicBezTo>
                  <a:pt x="470" y="294"/>
                  <a:pt x="466" y="326"/>
                  <a:pt x="473" y="345"/>
                </a:cubicBezTo>
                <a:cubicBezTo>
                  <a:pt x="489" y="389"/>
                  <a:pt x="503" y="431"/>
                  <a:pt x="513" y="467"/>
                </a:cubicBezTo>
                <a:cubicBezTo>
                  <a:pt x="517" y="482"/>
                  <a:pt x="507" y="492"/>
                  <a:pt x="490" y="489"/>
                </a:cubicBezTo>
                <a:cubicBezTo>
                  <a:pt x="452" y="483"/>
                  <a:pt x="409" y="475"/>
                  <a:pt x="363" y="464"/>
                </a:cubicBezTo>
                <a:cubicBezTo>
                  <a:pt x="343" y="460"/>
                  <a:pt x="313" y="466"/>
                  <a:pt x="296" y="478"/>
                </a:cubicBezTo>
                <a:cubicBezTo>
                  <a:pt x="260" y="506"/>
                  <a:pt x="225" y="531"/>
                  <a:pt x="193" y="553"/>
                </a:cubicBezTo>
                <a:cubicBezTo>
                  <a:pt x="179" y="563"/>
                  <a:pt x="167" y="556"/>
                  <a:pt x="166" y="538"/>
                </a:cubicBezTo>
                <a:cubicBezTo>
                  <a:pt x="162" y="497"/>
                  <a:pt x="156" y="455"/>
                  <a:pt x="152" y="410"/>
                </a:cubicBezTo>
                <a:cubicBezTo>
                  <a:pt x="150" y="390"/>
                  <a:pt x="135" y="364"/>
                  <a:pt x="119" y="352"/>
                </a:cubicBezTo>
                <a:cubicBezTo>
                  <a:pt x="82" y="326"/>
                  <a:pt x="48" y="301"/>
                  <a:pt x="15" y="277"/>
                </a:cubicBezTo>
                <a:cubicBezTo>
                  <a:pt x="0" y="266"/>
                  <a:pt x="0" y="252"/>
                  <a:pt x="15" y="245"/>
                </a:cubicBezTo>
                <a:cubicBezTo>
                  <a:pt x="51" y="229"/>
                  <a:pt x="90" y="211"/>
                  <a:pt x="132" y="193"/>
                </a:cubicBezTo>
                <a:cubicBezTo>
                  <a:pt x="151" y="185"/>
                  <a:pt x="171" y="162"/>
                  <a:pt x="177" y="142"/>
                </a:cubicBezTo>
                <a:cubicBezTo>
                  <a:pt x="191" y="98"/>
                  <a:pt x="206" y="56"/>
                  <a:pt x="219" y="20"/>
                </a:cubicBezTo>
                <a:cubicBezTo>
                  <a:pt x="225" y="4"/>
                  <a:pt x="239" y="0"/>
                  <a:pt x="250" y="12"/>
                </a:cubicBezTo>
                <a:cubicBezTo>
                  <a:pt x="276" y="38"/>
                  <a:pt x="305" y="71"/>
                  <a:pt x="336" y="107"/>
                </a:cubicBezTo>
                <a:cubicBezTo>
                  <a:pt x="349" y="123"/>
                  <a:pt x="378" y="135"/>
                  <a:pt x="399" y="135"/>
                </a:cubicBezTo>
                <a:cubicBezTo>
                  <a:pt x="446" y="133"/>
                  <a:pt x="491" y="134"/>
                  <a:pt x="528" y="136"/>
                </a:cubicBezTo>
                <a:close/>
              </a:path>
            </a:pathLst>
          </a:custGeom>
          <a:solidFill>
            <a:srgbClr val="FF9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 name="Freeform 18"/>
          <p:cNvSpPr>
            <a:spLocks noEditPoints="1"/>
          </p:cNvSpPr>
          <p:nvPr/>
        </p:nvSpPr>
        <p:spPr bwMode="auto">
          <a:xfrm>
            <a:off x="8964613" y="5100638"/>
            <a:ext cx="271462" cy="306388"/>
          </a:xfrm>
          <a:custGeom>
            <a:avLst/>
            <a:gdLst>
              <a:gd name="T0" fmla="*/ 52 w 75"/>
              <a:gd name="T1" fmla="*/ 25 h 85"/>
              <a:gd name="T2" fmla="*/ 50 w 75"/>
              <a:gd name="T3" fmla="*/ 24 h 85"/>
              <a:gd name="T4" fmla="*/ 46 w 75"/>
              <a:gd name="T5" fmla="*/ 16 h 85"/>
              <a:gd name="T6" fmla="*/ 51 w 75"/>
              <a:gd name="T7" fmla="*/ 5 h 85"/>
              <a:gd name="T8" fmla="*/ 57 w 75"/>
              <a:gd name="T9" fmla="*/ 1 h 85"/>
              <a:gd name="T10" fmla="*/ 63 w 75"/>
              <a:gd name="T11" fmla="*/ 3 h 85"/>
              <a:gd name="T12" fmla="*/ 65 w 75"/>
              <a:gd name="T13" fmla="*/ 5 h 85"/>
              <a:gd name="T14" fmla="*/ 58 w 75"/>
              <a:gd name="T15" fmla="*/ 11 h 85"/>
              <a:gd name="T16" fmla="*/ 52 w 75"/>
              <a:gd name="T17" fmla="*/ 25 h 85"/>
              <a:gd name="T18" fmla="*/ 6 w 75"/>
              <a:gd name="T19" fmla="*/ 78 h 85"/>
              <a:gd name="T20" fmla="*/ 4 w 75"/>
              <a:gd name="T21" fmla="*/ 77 h 85"/>
              <a:gd name="T22" fmla="*/ 0 w 75"/>
              <a:gd name="T23" fmla="*/ 71 h 85"/>
              <a:gd name="T24" fmla="*/ 3 w 75"/>
              <a:gd name="T25" fmla="*/ 64 h 85"/>
              <a:gd name="T26" fmla="*/ 21 w 75"/>
              <a:gd name="T27" fmla="*/ 60 h 85"/>
              <a:gd name="T28" fmla="*/ 23 w 75"/>
              <a:gd name="T29" fmla="*/ 61 h 85"/>
              <a:gd name="T30" fmla="*/ 10 w 75"/>
              <a:gd name="T31" fmla="*/ 71 h 85"/>
              <a:gd name="T32" fmla="*/ 6 w 75"/>
              <a:gd name="T33" fmla="*/ 78 h 85"/>
              <a:gd name="T34" fmla="*/ 23 w 75"/>
              <a:gd name="T35" fmla="*/ 85 h 85"/>
              <a:gd name="T36" fmla="*/ 7 w 75"/>
              <a:gd name="T37" fmla="*/ 79 h 85"/>
              <a:gd name="T38" fmla="*/ 12 w 75"/>
              <a:gd name="T39" fmla="*/ 72 h 85"/>
              <a:gd name="T40" fmla="*/ 25 w 75"/>
              <a:gd name="T41" fmla="*/ 63 h 85"/>
              <a:gd name="T42" fmla="*/ 26 w 75"/>
              <a:gd name="T43" fmla="*/ 63 h 85"/>
              <a:gd name="T44" fmla="*/ 46 w 75"/>
              <a:gd name="T45" fmla="*/ 50 h 85"/>
              <a:gd name="T46" fmla="*/ 55 w 75"/>
              <a:gd name="T47" fmla="*/ 28 h 85"/>
              <a:gd name="T48" fmla="*/ 54 w 75"/>
              <a:gd name="T49" fmla="*/ 27 h 85"/>
              <a:gd name="T50" fmla="*/ 60 w 75"/>
              <a:gd name="T51" fmla="*/ 12 h 85"/>
              <a:gd name="T52" fmla="*/ 67 w 75"/>
              <a:gd name="T53" fmla="*/ 6 h 85"/>
              <a:gd name="T54" fmla="*/ 75 w 75"/>
              <a:gd name="T55" fmla="*/ 20 h 85"/>
              <a:gd name="T56" fmla="*/ 67 w 75"/>
              <a:gd name="T57" fmla="*/ 39 h 85"/>
              <a:gd name="T58" fmla="*/ 55 w 75"/>
              <a:gd name="T59" fmla="*/ 57 h 85"/>
              <a:gd name="T60" fmla="*/ 39 w 75"/>
              <a:gd name="T61" fmla="*/ 73 h 85"/>
              <a:gd name="T62" fmla="*/ 23 w 75"/>
              <a:gd name="T6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5" h="85">
                <a:moveTo>
                  <a:pt x="52" y="25"/>
                </a:moveTo>
                <a:cubicBezTo>
                  <a:pt x="50" y="24"/>
                  <a:pt x="50" y="24"/>
                  <a:pt x="50" y="24"/>
                </a:cubicBezTo>
                <a:cubicBezTo>
                  <a:pt x="47" y="21"/>
                  <a:pt x="45" y="19"/>
                  <a:pt x="46" y="16"/>
                </a:cubicBezTo>
                <a:cubicBezTo>
                  <a:pt x="46" y="13"/>
                  <a:pt x="47" y="9"/>
                  <a:pt x="51" y="5"/>
                </a:cubicBezTo>
                <a:cubicBezTo>
                  <a:pt x="53" y="2"/>
                  <a:pt x="55" y="1"/>
                  <a:pt x="57" y="1"/>
                </a:cubicBezTo>
                <a:cubicBezTo>
                  <a:pt x="58" y="0"/>
                  <a:pt x="61" y="1"/>
                  <a:pt x="63" y="3"/>
                </a:cubicBezTo>
                <a:cubicBezTo>
                  <a:pt x="65" y="5"/>
                  <a:pt x="65" y="5"/>
                  <a:pt x="65" y="5"/>
                </a:cubicBezTo>
                <a:cubicBezTo>
                  <a:pt x="62" y="7"/>
                  <a:pt x="60" y="9"/>
                  <a:pt x="58" y="11"/>
                </a:cubicBezTo>
                <a:cubicBezTo>
                  <a:pt x="55" y="15"/>
                  <a:pt x="53" y="20"/>
                  <a:pt x="52" y="25"/>
                </a:cubicBezTo>
                <a:close/>
                <a:moveTo>
                  <a:pt x="6" y="78"/>
                </a:moveTo>
                <a:cubicBezTo>
                  <a:pt x="4" y="77"/>
                  <a:pt x="4" y="77"/>
                  <a:pt x="4" y="77"/>
                </a:cubicBezTo>
                <a:cubicBezTo>
                  <a:pt x="1" y="75"/>
                  <a:pt x="0" y="73"/>
                  <a:pt x="0" y="71"/>
                </a:cubicBezTo>
                <a:cubicBezTo>
                  <a:pt x="0" y="69"/>
                  <a:pt x="1" y="67"/>
                  <a:pt x="3" y="64"/>
                </a:cubicBezTo>
                <a:cubicBezTo>
                  <a:pt x="9" y="57"/>
                  <a:pt x="15" y="55"/>
                  <a:pt x="21" y="60"/>
                </a:cubicBezTo>
                <a:cubicBezTo>
                  <a:pt x="23" y="61"/>
                  <a:pt x="23" y="61"/>
                  <a:pt x="23" y="61"/>
                </a:cubicBezTo>
                <a:cubicBezTo>
                  <a:pt x="18" y="63"/>
                  <a:pt x="14" y="66"/>
                  <a:pt x="10" y="71"/>
                </a:cubicBezTo>
                <a:cubicBezTo>
                  <a:pt x="8" y="73"/>
                  <a:pt x="7" y="75"/>
                  <a:pt x="6" y="78"/>
                </a:cubicBezTo>
                <a:close/>
                <a:moveTo>
                  <a:pt x="23" y="85"/>
                </a:moveTo>
                <a:cubicBezTo>
                  <a:pt x="18" y="84"/>
                  <a:pt x="12" y="82"/>
                  <a:pt x="7" y="79"/>
                </a:cubicBezTo>
                <a:cubicBezTo>
                  <a:pt x="9" y="77"/>
                  <a:pt x="10" y="74"/>
                  <a:pt x="12" y="72"/>
                </a:cubicBezTo>
                <a:cubicBezTo>
                  <a:pt x="15" y="68"/>
                  <a:pt x="19" y="65"/>
                  <a:pt x="25" y="63"/>
                </a:cubicBezTo>
                <a:cubicBezTo>
                  <a:pt x="26" y="63"/>
                  <a:pt x="26" y="63"/>
                  <a:pt x="26" y="63"/>
                </a:cubicBezTo>
                <a:cubicBezTo>
                  <a:pt x="30" y="66"/>
                  <a:pt x="36" y="62"/>
                  <a:pt x="46" y="50"/>
                </a:cubicBezTo>
                <a:cubicBezTo>
                  <a:pt x="56" y="38"/>
                  <a:pt x="59" y="31"/>
                  <a:pt x="55" y="28"/>
                </a:cubicBezTo>
                <a:cubicBezTo>
                  <a:pt x="54" y="27"/>
                  <a:pt x="54" y="27"/>
                  <a:pt x="54" y="27"/>
                </a:cubicBezTo>
                <a:cubicBezTo>
                  <a:pt x="55" y="21"/>
                  <a:pt x="57" y="16"/>
                  <a:pt x="60" y="12"/>
                </a:cubicBezTo>
                <a:cubicBezTo>
                  <a:pt x="62" y="10"/>
                  <a:pt x="64" y="8"/>
                  <a:pt x="67" y="6"/>
                </a:cubicBezTo>
                <a:cubicBezTo>
                  <a:pt x="71" y="10"/>
                  <a:pt x="73" y="15"/>
                  <a:pt x="75" y="20"/>
                </a:cubicBezTo>
                <a:cubicBezTo>
                  <a:pt x="73" y="27"/>
                  <a:pt x="70" y="33"/>
                  <a:pt x="67" y="39"/>
                </a:cubicBezTo>
                <a:cubicBezTo>
                  <a:pt x="64" y="45"/>
                  <a:pt x="59" y="51"/>
                  <a:pt x="55" y="57"/>
                </a:cubicBezTo>
                <a:cubicBezTo>
                  <a:pt x="50" y="63"/>
                  <a:pt x="45" y="68"/>
                  <a:pt x="39" y="73"/>
                </a:cubicBezTo>
                <a:cubicBezTo>
                  <a:pt x="34" y="78"/>
                  <a:pt x="29" y="82"/>
                  <a:pt x="23" y="8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 name="Freeform 19"/>
          <p:cNvSpPr>
            <a:spLocks/>
          </p:cNvSpPr>
          <p:nvPr/>
        </p:nvSpPr>
        <p:spPr bwMode="auto">
          <a:xfrm>
            <a:off x="10931525" y="3997325"/>
            <a:ext cx="365125" cy="322263"/>
          </a:xfrm>
          <a:custGeom>
            <a:avLst/>
            <a:gdLst>
              <a:gd name="T0" fmla="*/ 48 w 101"/>
              <a:gd name="T1" fmla="*/ 89 h 89"/>
              <a:gd name="T2" fmla="*/ 38 w 101"/>
              <a:gd name="T3" fmla="*/ 84 h 89"/>
              <a:gd name="T4" fmla="*/ 12 w 101"/>
              <a:gd name="T5" fmla="*/ 60 h 89"/>
              <a:gd name="T6" fmla="*/ 0 w 101"/>
              <a:gd name="T7" fmla="*/ 26 h 89"/>
              <a:gd name="T8" fmla="*/ 9 w 101"/>
              <a:gd name="T9" fmla="*/ 4 h 89"/>
              <a:gd name="T10" fmla="*/ 19 w 101"/>
              <a:gd name="T11" fmla="*/ 0 h 89"/>
              <a:gd name="T12" fmla="*/ 24 w 101"/>
              <a:gd name="T13" fmla="*/ 0 h 89"/>
              <a:gd name="T14" fmla="*/ 32 w 101"/>
              <a:gd name="T15" fmla="*/ 1 h 89"/>
              <a:gd name="T16" fmla="*/ 49 w 101"/>
              <a:gd name="T17" fmla="*/ 12 h 89"/>
              <a:gd name="T18" fmla="*/ 50 w 101"/>
              <a:gd name="T19" fmla="*/ 12 h 89"/>
              <a:gd name="T20" fmla="*/ 51 w 101"/>
              <a:gd name="T21" fmla="*/ 12 h 89"/>
              <a:gd name="T22" fmla="*/ 69 w 101"/>
              <a:gd name="T23" fmla="*/ 2 h 89"/>
              <a:gd name="T24" fmla="*/ 77 w 101"/>
              <a:gd name="T25" fmla="*/ 1 h 89"/>
              <a:gd name="T26" fmla="*/ 82 w 101"/>
              <a:gd name="T27" fmla="*/ 1 h 89"/>
              <a:gd name="T28" fmla="*/ 92 w 101"/>
              <a:gd name="T29" fmla="*/ 6 h 89"/>
              <a:gd name="T30" fmla="*/ 100 w 101"/>
              <a:gd name="T31" fmla="*/ 28 h 89"/>
              <a:gd name="T32" fmla="*/ 86 w 101"/>
              <a:gd name="T33" fmla="*/ 62 h 89"/>
              <a:gd name="T34" fmla="*/ 58 w 101"/>
              <a:gd name="T35" fmla="*/ 84 h 89"/>
              <a:gd name="T36" fmla="*/ 48 w 101"/>
              <a:gd name="T37" fmla="*/ 8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1" h="89">
                <a:moveTo>
                  <a:pt x="48" y="89"/>
                </a:moveTo>
                <a:cubicBezTo>
                  <a:pt x="44" y="88"/>
                  <a:pt x="41" y="86"/>
                  <a:pt x="38" y="84"/>
                </a:cubicBezTo>
                <a:cubicBezTo>
                  <a:pt x="29" y="78"/>
                  <a:pt x="19" y="70"/>
                  <a:pt x="12" y="60"/>
                </a:cubicBezTo>
                <a:cubicBezTo>
                  <a:pt x="4" y="50"/>
                  <a:pt x="0" y="39"/>
                  <a:pt x="0" y="26"/>
                </a:cubicBezTo>
                <a:cubicBezTo>
                  <a:pt x="0" y="17"/>
                  <a:pt x="3" y="9"/>
                  <a:pt x="9" y="4"/>
                </a:cubicBezTo>
                <a:cubicBezTo>
                  <a:pt x="12" y="2"/>
                  <a:pt x="15" y="1"/>
                  <a:pt x="19" y="0"/>
                </a:cubicBezTo>
                <a:cubicBezTo>
                  <a:pt x="21" y="0"/>
                  <a:pt x="23" y="0"/>
                  <a:pt x="24" y="0"/>
                </a:cubicBezTo>
                <a:cubicBezTo>
                  <a:pt x="27" y="0"/>
                  <a:pt x="29" y="0"/>
                  <a:pt x="32" y="1"/>
                </a:cubicBezTo>
                <a:cubicBezTo>
                  <a:pt x="38" y="3"/>
                  <a:pt x="43" y="7"/>
                  <a:pt x="49" y="12"/>
                </a:cubicBezTo>
                <a:cubicBezTo>
                  <a:pt x="50" y="12"/>
                  <a:pt x="50" y="12"/>
                  <a:pt x="50" y="12"/>
                </a:cubicBezTo>
                <a:cubicBezTo>
                  <a:pt x="51" y="12"/>
                  <a:pt x="51" y="12"/>
                  <a:pt x="51" y="12"/>
                </a:cubicBezTo>
                <a:cubicBezTo>
                  <a:pt x="57" y="7"/>
                  <a:pt x="63" y="3"/>
                  <a:pt x="69" y="2"/>
                </a:cubicBezTo>
                <a:cubicBezTo>
                  <a:pt x="72" y="1"/>
                  <a:pt x="74" y="1"/>
                  <a:pt x="77" y="1"/>
                </a:cubicBezTo>
                <a:cubicBezTo>
                  <a:pt x="79" y="1"/>
                  <a:pt x="80" y="1"/>
                  <a:pt x="82" y="1"/>
                </a:cubicBezTo>
                <a:cubicBezTo>
                  <a:pt x="86" y="2"/>
                  <a:pt x="89" y="4"/>
                  <a:pt x="92" y="6"/>
                </a:cubicBezTo>
                <a:cubicBezTo>
                  <a:pt x="98" y="11"/>
                  <a:pt x="101" y="19"/>
                  <a:pt x="100" y="28"/>
                </a:cubicBezTo>
                <a:cubicBezTo>
                  <a:pt x="99" y="41"/>
                  <a:pt x="94" y="52"/>
                  <a:pt x="86" y="62"/>
                </a:cubicBezTo>
                <a:cubicBezTo>
                  <a:pt x="78" y="71"/>
                  <a:pt x="68" y="79"/>
                  <a:pt x="58" y="84"/>
                </a:cubicBezTo>
                <a:cubicBezTo>
                  <a:pt x="55" y="86"/>
                  <a:pt x="52" y="88"/>
                  <a:pt x="48" y="8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 name="Freeform 20"/>
          <p:cNvSpPr>
            <a:spLocks noEditPoints="1"/>
          </p:cNvSpPr>
          <p:nvPr/>
        </p:nvSpPr>
        <p:spPr bwMode="auto">
          <a:xfrm>
            <a:off x="6985000" y="4081463"/>
            <a:ext cx="311150" cy="325438"/>
          </a:xfrm>
          <a:custGeom>
            <a:avLst/>
            <a:gdLst>
              <a:gd name="T0" fmla="*/ 50 w 86"/>
              <a:gd name="T1" fmla="*/ 0 h 90"/>
              <a:gd name="T2" fmla="*/ 14 w 86"/>
              <a:gd name="T3" fmla="*/ 36 h 90"/>
              <a:gd name="T4" fmla="*/ 23 w 86"/>
              <a:gd name="T5" fmla="*/ 60 h 90"/>
              <a:gd name="T6" fmla="*/ 2 w 86"/>
              <a:gd name="T7" fmla="*/ 82 h 90"/>
              <a:gd name="T8" fmla="*/ 0 w 86"/>
              <a:gd name="T9" fmla="*/ 85 h 90"/>
              <a:gd name="T10" fmla="*/ 2 w 86"/>
              <a:gd name="T11" fmla="*/ 88 h 90"/>
              <a:gd name="T12" fmla="*/ 8 w 86"/>
              <a:gd name="T13" fmla="*/ 88 h 90"/>
              <a:gd name="T14" fmla="*/ 30 w 86"/>
              <a:gd name="T15" fmla="*/ 66 h 90"/>
              <a:gd name="T16" fmla="*/ 50 w 86"/>
              <a:gd name="T17" fmla="*/ 72 h 90"/>
              <a:gd name="T18" fmla="*/ 86 w 86"/>
              <a:gd name="T19" fmla="*/ 36 h 90"/>
              <a:gd name="T20" fmla="*/ 50 w 86"/>
              <a:gd name="T21" fmla="*/ 0 h 90"/>
              <a:gd name="T22" fmla="*/ 50 w 86"/>
              <a:gd name="T23" fmla="*/ 6 h 90"/>
              <a:gd name="T24" fmla="*/ 80 w 86"/>
              <a:gd name="T25" fmla="*/ 36 h 90"/>
              <a:gd name="T26" fmla="*/ 50 w 86"/>
              <a:gd name="T27" fmla="*/ 66 h 90"/>
              <a:gd name="T28" fmla="*/ 20 w 86"/>
              <a:gd name="T29" fmla="*/ 36 h 90"/>
              <a:gd name="T30" fmla="*/ 50 w 86"/>
              <a:gd name="T31" fmla="*/ 6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6" h="90">
                <a:moveTo>
                  <a:pt x="50" y="0"/>
                </a:moveTo>
                <a:cubicBezTo>
                  <a:pt x="30" y="0"/>
                  <a:pt x="14" y="16"/>
                  <a:pt x="14" y="36"/>
                </a:cubicBezTo>
                <a:cubicBezTo>
                  <a:pt x="14" y="45"/>
                  <a:pt x="18" y="54"/>
                  <a:pt x="23" y="60"/>
                </a:cubicBezTo>
                <a:cubicBezTo>
                  <a:pt x="2" y="82"/>
                  <a:pt x="2" y="82"/>
                  <a:pt x="2" y="82"/>
                </a:cubicBezTo>
                <a:cubicBezTo>
                  <a:pt x="1" y="83"/>
                  <a:pt x="0" y="84"/>
                  <a:pt x="0" y="85"/>
                </a:cubicBezTo>
                <a:cubicBezTo>
                  <a:pt x="0" y="86"/>
                  <a:pt x="1" y="88"/>
                  <a:pt x="2" y="88"/>
                </a:cubicBezTo>
                <a:cubicBezTo>
                  <a:pt x="3" y="90"/>
                  <a:pt x="6" y="90"/>
                  <a:pt x="8" y="88"/>
                </a:cubicBezTo>
                <a:cubicBezTo>
                  <a:pt x="30" y="66"/>
                  <a:pt x="30" y="66"/>
                  <a:pt x="30" y="66"/>
                </a:cubicBezTo>
                <a:cubicBezTo>
                  <a:pt x="36" y="70"/>
                  <a:pt x="43" y="72"/>
                  <a:pt x="50" y="72"/>
                </a:cubicBezTo>
                <a:cubicBezTo>
                  <a:pt x="70" y="72"/>
                  <a:pt x="86" y="56"/>
                  <a:pt x="86" y="36"/>
                </a:cubicBezTo>
                <a:cubicBezTo>
                  <a:pt x="86" y="16"/>
                  <a:pt x="70" y="0"/>
                  <a:pt x="50" y="0"/>
                </a:cubicBezTo>
                <a:close/>
                <a:moveTo>
                  <a:pt x="50" y="6"/>
                </a:moveTo>
                <a:cubicBezTo>
                  <a:pt x="67" y="6"/>
                  <a:pt x="80" y="20"/>
                  <a:pt x="80" y="36"/>
                </a:cubicBezTo>
                <a:cubicBezTo>
                  <a:pt x="80" y="53"/>
                  <a:pt x="67" y="66"/>
                  <a:pt x="50" y="66"/>
                </a:cubicBezTo>
                <a:cubicBezTo>
                  <a:pt x="34" y="66"/>
                  <a:pt x="20" y="53"/>
                  <a:pt x="20" y="36"/>
                </a:cubicBezTo>
                <a:cubicBezTo>
                  <a:pt x="20" y="20"/>
                  <a:pt x="34" y="6"/>
                  <a:pt x="50" y="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 name="Freeform 21"/>
          <p:cNvSpPr>
            <a:spLocks noEditPoints="1"/>
          </p:cNvSpPr>
          <p:nvPr/>
        </p:nvSpPr>
        <p:spPr bwMode="auto">
          <a:xfrm>
            <a:off x="6894513" y="1870075"/>
            <a:ext cx="376237" cy="255588"/>
          </a:xfrm>
          <a:custGeom>
            <a:avLst/>
            <a:gdLst>
              <a:gd name="T0" fmla="*/ 0 w 104"/>
              <a:gd name="T1" fmla="*/ 10 h 71"/>
              <a:gd name="T2" fmla="*/ 0 w 104"/>
              <a:gd name="T3" fmla="*/ 61 h 71"/>
              <a:gd name="T4" fmla="*/ 10 w 104"/>
              <a:gd name="T5" fmla="*/ 71 h 71"/>
              <a:gd name="T6" fmla="*/ 94 w 104"/>
              <a:gd name="T7" fmla="*/ 71 h 71"/>
              <a:gd name="T8" fmla="*/ 104 w 104"/>
              <a:gd name="T9" fmla="*/ 61 h 71"/>
              <a:gd name="T10" fmla="*/ 104 w 104"/>
              <a:gd name="T11" fmla="*/ 10 h 71"/>
              <a:gd name="T12" fmla="*/ 94 w 104"/>
              <a:gd name="T13" fmla="*/ 0 h 71"/>
              <a:gd name="T14" fmla="*/ 10 w 104"/>
              <a:gd name="T15" fmla="*/ 0 h 71"/>
              <a:gd name="T16" fmla="*/ 0 w 104"/>
              <a:gd name="T17" fmla="*/ 10 h 71"/>
              <a:gd name="T18" fmla="*/ 7 w 104"/>
              <a:gd name="T19" fmla="*/ 61 h 71"/>
              <a:gd name="T20" fmla="*/ 7 w 104"/>
              <a:gd name="T21" fmla="*/ 10 h 71"/>
              <a:gd name="T22" fmla="*/ 39 w 104"/>
              <a:gd name="T23" fmla="*/ 37 h 71"/>
              <a:gd name="T24" fmla="*/ 7 w 104"/>
              <a:gd name="T25" fmla="*/ 62 h 71"/>
              <a:gd name="T26" fmla="*/ 7 w 104"/>
              <a:gd name="T27" fmla="*/ 61 h 71"/>
              <a:gd name="T28" fmla="*/ 98 w 104"/>
              <a:gd name="T29" fmla="*/ 62 h 71"/>
              <a:gd name="T30" fmla="*/ 65 w 104"/>
              <a:gd name="T31" fmla="*/ 37 h 71"/>
              <a:gd name="T32" fmla="*/ 98 w 104"/>
              <a:gd name="T33" fmla="*/ 10 h 71"/>
              <a:gd name="T34" fmla="*/ 98 w 104"/>
              <a:gd name="T35" fmla="*/ 61 h 71"/>
              <a:gd name="T36" fmla="*/ 98 w 104"/>
              <a:gd name="T37" fmla="*/ 62 h 71"/>
              <a:gd name="T38" fmla="*/ 12 w 104"/>
              <a:gd name="T39" fmla="*/ 6 h 71"/>
              <a:gd name="T40" fmla="*/ 93 w 104"/>
              <a:gd name="T41" fmla="*/ 6 h 71"/>
              <a:gd name="T42" fmla="*/ 55 w 104"/>
              <a:gd name="T43" fmla="*/ 37 h 71"/>
              <a:gd name="T44" fmla="*/ 49 w 104"/>
              <a:gd name="T45" fmla="*/ 37 h 71"/>
              <a:gd name="T46" fmla="*/ 12 w 104"/>
              <a:gd name="T47" fmla="*/ 6 h 71"/>
              <a:gd name="T48" fmla="*/ 91 w 104"/>
              <a:gd name="T49" fmla="*/ 65 h 71"/>
              <a:gd name="T50" fmla="*/ 13 w 104"/>
              <a:gd name="T51" fmla="*/ 65 h 71"/>
              <a:gd name="T52" fmla="*/ 44 w 104"/>
              <a:gd name="T53" fmla="*/ 41 h 71"/>
              <a:gd name="T54" fmla="*/ 45 w 104"/>
              <a:gd name="T55" fmla="*/ 42 h 71"/>
              <a:gd name="T56" fmla="*/ 52 w 104"/>
              <a:gd name="T57" fmla="*/ 44 h 71"/>
              <a:gd name="T58" fmla="*/ 59 w 104"/>
              <a:gd name="T59" fmla="*/ 42 h 71"/>
              <a:gd name="T60" fmla="*/ 60 w 104"/>
              <a:gd name="T61" fmla="*/ 41 h 71"/>
              <a:gd name="T62" fmla="*/ 91 w 104"/>
              <a:gd name="T63" fmla="*/ 6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4" h="71">
                <a:moveTo>
                  <a:pt x="0" y="10"/>
                </a:moveTo>
                <a:cubicBezTo>
                  <a:pt x="0" y="61"/>
                  <a:pt x="0" y="61"/>
                  <a:pt x="0" y="61"/>
                </a:cubicBezTo>
                <a:cubicBezTo>
                  <a:pt x="0" y="67"/>
                  <a:pt x="5" y="71"/>
                  <a:pt x="10" y="71"/>
                </a:cubicBezTo>
                <a:cubicBezTo>
                  <a:pt x="94" y="71"/>
                  <a:pt x="94" y="71"/>
                  <a:pt x="94" y="71"/>
                </a:cubicBezTo>
                <a:cubicBezTo>
                  <a:pt x="100" y="71"/>
                  <a:pt x="104" y="67"/>
                  <a:pt x="104" y="61"/>
                </a:cubicBezTo>
                <a:cubicBezTo>
                  <a:pt x="104" y="10"/>
                  <a:pt x="104" y="10"/>
                  <a:pt x="104" y="10"/>
                </a:cubicBezTo>
                <a:cubicBezTo>
                  <a:pt x="104" y="4"/>
                  <a:pt x="100" y="0"/>
                  <a:pt x="94" y="0"/>
                </a:cubicBezTo>
                <a:cubicBezTo>
                  <a:pt x="10" y="0"/>
                  <a:pt x="10" y="0"/>
                  <a:pt x="10" y="0"/>
                </a:cubicBezTo>
                <a:cubicBezTo>
                  <a:pt x="5" y="0"/>
                  <a:pt x="0" y="4"/>
                  <a:pt x="0" y="10"/>
                </a:cubicBezTo>
                <a:close/>
                <a:moveTo>
                  <a:pt x="7" y="61"/>
                </a:moveTo>
                <a:cubicBezTo>
                  <a:pt x="7" y="10"/>
                  <a:pt x="7" y="10"/>
                  <a:pt x="7" y="10"/>
                </a:cubicBezTo>
                <a:cubicBezTo>
                  <a:pt x="39" y="37"/>
                  <a:pt x="39" y="37"/>
                  <a:pt x="39" y="37"/>
                </a:cubicBezTo>
                <a:cubicBezTo>
                  <a:pt x="7" y="62"/>
                  <a:pt x="7" y="62"/>
                  <a:pt x="7" y="62"/>
                </a:cubicBezTo>
                <a:cubicBezTo>
                  <a:pt x="7" y="62"/>
                  <a:pt x="7" y="61"/>
                  <a:pt x="7" y="61"/>
                </a:cubicBezTo>
                <a:close/>
                <a:moveTo>
                  <a:pt x="98" y="62"/>
                </a:moveTo>
                <a:cubicBezTo>
                  <a:pt x="65" y="37"/>
                  <a:pt x="65" y="37"/>
                  <a:pt x="65" y="37"/>
                </a:cubicBezTo>
                <a:cubicBezTo>
                  <a:pt x="98" y="10"/>
                  <a:pt x="98" y="10"/>
                  <a:pt x="98" y="10"/>
                </a:cubicBezTo>
                <a:cubicBezTo>
                  <a:pt x="98" y="61"/>
                  <a:pt x="98" y="61"/>
                  <a:pt x="98" y="61"/>
                </a:cubicBezTo>
                <a:cubicBezTo>
                  <a:pt x="98" y="62"/>
                  <a:pt x="98" y="62"/>
                  <a:pt x="98" y="62"/>
                </a:cubicBezTo>
                <a:close/>
                <a:moveTo>
                  <a:pt x="12" y="6"/>
                </a:moveTo>
                <a:cubicBezTo>
                  <a:pt x="93" y="6"/>
                  <a:pt x="93" y="6"/>
                  <a:pt x="93" y="6"/>
                </a:cubicBezTo>
                <a:cubicBezTo>
                  <a:pt x="55" y="37"/>
                  <a:pt x="55" y="37"/>
                  <a:pt x="55" y="37"/>
                </a:cubicBezTo>
                <a:cubicBezTo>
                  <a:pt x="54" y="38"/>
                  <a:pt x="51" y="38"/>
                  <a:pt x="49" y="37"/>
                </a:cubicBezTo>
                <a:lnTo>
                  <a:pt x="12" y="6"/>
                </a:lnTo>
                <a:close/>
                <a:moveTo>
                  <a:pt x="91" y="65"/>
                </a:moveTo>
                <a:cubicBezTo>
                  <a:pt x="13" y="65"/>
                  <a:pt x="13" y="65"/>
                  <a:pt x="13" y="65"/>
                </a:cubicBezTo>
                <a:cubicBezTo>
                  <a:pt x="44" y="41"/>
                  <a:pt x="44" y="41"/>
                  <a:pt x="44" y="41"/>
                </a:cubicBezTo>
                <a:cubicBezTo>
                  <a:pt x="45" y="42"/>
                  <a:pt x="45" y="42"/>
                  <a:pt x="45" y="42"/>
                </a:cubicBezTo>
                <a:cubicBezTo>
                  <a:pt x="47" y="44"/>
                  <a:pt x="50" y="44"/>
                  <a:pt x="52" y="44"/>
                </a:cubicBezTo>
                <a:cubicBezTo>
                  <a:pt x="55" y="44"/>
                  <a:pt x="57" y="44"/>
                  <a:pt x="59" y="42"/>
                </a:cubicBezTo>
                <a:cubicBezTo>
                  <a:pt x="60" y="41"/>
                  <a:pt x="60" y="41"/>
                  <a:pt x="60" y="41"/>
                </a:cubicBezTo>
                <a:lnTo>
                  <a:pt x="91" y="6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 name="Freeform 22"/>
          <p:cNvSpPr>
            <a:spLocks/>
          </p:cNvSpPr>
          <p:nvPr/>
        </p:nvSpPr>
        <p:spPr bwMode="auto">
          <a:xfrm>
            <a:off x="11010900" y="1785938"/>
            <a:ext cx="203200" cy="238125"/>
          </a:xfrm>
          <a:custGeom>
            <a:avLst/>
            <a:gdLst>
              <a:gd name="T0" fmla="*/ 64 w 128"/>
              <a:gd name="T1" fmla="*/ 0 h 150"/>
              <a:gd name="T2" fmla="*/ 128 w 128"/>
              <a:gd name="T3" fmla="*/ 64 h 150"/>
              <a:gd name="T4" fmla="*/ 128 w 128"/>
              <a:gd name="T5" fmla="*/ 150 h 150"/>
              <a:gd name="T6" fmla="*/ 87 w 128"/>
              <a:gd name="T7" fmla="*/ 150 h 150"/>
              <a:gd name="T8" fmla="*/ 87 w 128"/>
              <a:gd name="T9" fmla="*/ 87 h 150"/>
              <a:gd name="T10" fmla="*/ 43 w 128"/>
              <a:gd name="T11" fmla="*/ 87 h 150"/>
              <a:gd name="T12" fmla="*/ 43 w 128"/>
              <a:gd name="T13" fmla="*/ 150 h 150"/>
              <a:gd name="T14" fmla="*/ 0 w 128"/>
              <a:gd name="T15" fmla="*/ 150 h 150"/>
              <a:gd name="T16" fmla="*/ 0 w 128"/>
              <a:gd name="T17" fmla="*/ 64 h 150"/>
              <a:gd name="T18" fmla="*/ 64 w 128"/>
              <a:gd name="T19"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8" h="150">
                <a:moveTo>
                  <a:pt x="64" y="0"/>
                </a:moveTo>
                <a:lnTo>
                  <a:pt x="128" y="64"/>
                </a:lnTo>
                <a:lnTo>
                  <a:pt x="128" y="150"/>
                </a:lnTo>
                <a:lnTo>
                  <a:pt x="87" y="150"/>
                </a:lnTo>
                <a:lnTo>
                  <a:pt x="87" y="87"/>
                </a:lnTo>
                <a:lnTo>
                  <a:pt x="43" y="87"/>
                </a:lnTo>
                <a:lnTo>
                  <a:pt x="43" y="150"/>
                </a:lnTo>
                <a:lnTo>
                  <a:pt x="0" y="150"/>
                </a:lnTo>
                <a:lnTo>
                  <a:pt x="0" y="64"/>
                </a:lnTo>
                <a:lnTo>
                  <a:pt x="6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 name="Freeform 23"/>
          <p:cNvSpPr>
            <a:spLocks/>
          </p:cNvSpPr>
          <p:nvPr/>
        </p:nvSpPr>
        <p:spPr bwMode="auto">
          <a:xfrm>
            <a:off x="10960100" y="1739900"/>
            <a:ext cx="304800" cy="165100"/>
          </a:xfrm>
          <a:custGeom>
            <a:avLst/>
            <a:gdLst>
              <a:gd name="T0" fmla="*/ 80 w 84"/>
              <a:gd name="T1" fmla="*/ 46 h 46"/>
              <a:gd name="T2" fmla="*/ 77 w 84"/>
              <a:gd name="T3" fmla="*/ 44 h 46"/>
              <a:gd name="T4" fmla="*/ 42 w 84"/>
              <a:gd name="T5" fmla="*/ 10 h 46"/>
              <a:gd name="T6" fmla="*/ 8 w 84"/>
              <a:gd name="T7" fmla="*/ 44 h 46"/>
              <a:gd name="T8" fmla="*/ 2 w 84"/>
              <a:gd name="T9" fmla="*/ 44 h 46"/>
              <a:gd name="T10" fmla="*/ 2 w 84"/>
              <a:gd name="T11" fmla="*/ 38 h 46"/>
              <a:gd name="T12" fmla="*/ 39 w 84"/>
              <a:gd name="T13" fmla="*/ 1 h 46"/>
              <a:gd name="T14" fmla="*/ 45 w 84"/>
              <a:gd name="T15" fmla="*/ 1 h 46"/>
              <a:gd name="T16" fmla="*/ 82 w 84"/>
              <a:gd name="T17" fmla="*/ 38 h 46"/>
              <a:gd name="T18" fmla="*/ 82 w 84"/>
              <a:gd name="T19" fmla="*/ 44 h 46"/>
              <a:gd name="T20" fmla="*/ 80 w 84"/>
              <a:gd name="T21"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4" h="46">
                <a:moveTo>
                  <a:pt x="80" y="46"/>
                </a:moveTo>
                <a:cubicBezTo>
                  <a:pt x="78" y="46"/>
                  <a:pt x="77" y="45"/>
                  <a:pt x="77" y="44"/>
                </a:cubicBezTo>
                <a:cubicBezTo>
                  <a:pt x="42" y="10"/>
                  <a:pt x="42" y="10"/>
                  <a:pt x="42" y="10"/>
                </a:cubicBezTo>
                <a:cubicBezTo>
                  <a:pt x="8" y="44"/>
                  <a:pt x="8" y="44"/>
                  <a:pt x="8" y="44"/>
                </a:cubicBezTo>
                <a:cubicBezTo>
                  <a:pt x="6" y="46"/>
                  <a:pt x="4" y="46"/>
                  <a:pt x="2" y="44"/>
                </a:cubicBezTo>
                <a:cubicBezTo>
                  <a:pt x="0" y="43"/>
                  <a:pt x="0" y="40"/>
                  <a:pt x="2" y="38"/>
                </a:cubicBezTo>
                <a:cubicBezTo>
                  <a:pt x="39" y="1"/>
                  <a:pt x="39" y="1"/>
                  <a:pt x="39" y="1"/>
                </a:cubicBezTo>
                <a:cubicBezTo>
                  <a:pt x="41" y="0"/>
                  <a:pt x="44" y="0"/>
                  <a:pt x="45" y="1"/>
                </a:cubicBezTo>
                <a:cubicBezTo>
                  <a:pt x="82" y="38"/>
                  <a:pt x="82" y="38"/>
                  <a:pt x="82" y="38"/>
                </a:cubicBezTo>
                <a:cubicBezTo>
                  <a:pt x="84" y="40"/>
                  <a:pt x="84" y="43"/>
                  <a:pt x="82" y="44"/>
                </a:cubicBezTo>
                <a:cubicBezTo>
                  <a:pt x="82" y="45"/>
                  <a:pt x="81" y="46"/>
                  <a:pt x="80" y="4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 name="Freeform 24"/>
          <p:cNvSpPr>
            <a:spLocks/>
          </p:cNvSpPr>
          <p:nvPr/>
        </p:nvSpPr>
        <p:spPr bwMode="auto">
          <a:xfrm>
            <a:off x="9131300" y="622300"/>
            <a:ext cx="79375" cy="87313"/>
          </a:xfrm>
          <a:custGeom>
            <a:avLst/>
            <a:gdLst>
              <a:gd name="T0" fmla="*/ 1 w 22"/>
              <a:gd name="T1" fmla="*/ 14 h 24"/>
              <a:gd name="T2" fmla="*/ 11 w 22"/>
              <a:gd name="T3" fmla="*/ 24 h 24"/>
              <a:gd name="T4" fmla="*/ 21 w 22"/>
              <a:gd name="T5" fmla="*/ 14 h 24"/>
              <a:gd name="T6" fmla="*/ 22 w 22"/>
              <a:gd name="T7" fmla="*/ 12 h 24"/>
              <a:gd name="T8" fmla="*/ 21 w 22"/>
              <a:gd name="T9" fmla="*/ 9 h 24"/>
              <a:gd name="T10" fmla="*/ 21 w 22"/>
              <a:gd name="T11" fmla="*/ 9 h 24"/>
              <a:gd name="T12" fmla="*/ 12 w 22"/>
              <a:gd name="T13" fmla="*/ 1 h 24"/>
              <a:gd name="T14" fmla="*/ 14 w 22"/>
              <a:gd name="T15" fmla="*/ 0 h 24"/>
              <a:gd name="T16" fmla="*/ 11 w 22"/>
              <a:gd name="T17" fmla="*/ 1 h 24"/>
              <a:gd name="T18" fmla="*/ 8 w 22"/>
              <a:gd name="T19" fmla="*/ 1 h 24"/>
              <a:gd name="T20" fmla="*/ 10 w 22"/>
              <a:gd name="T21" fmla="*/ 1 h 24"/>
              <a:gd name="T22" fmla="*/ 10 w 22"/>
              <a:gd name="T23" fmla="*/ 1 h 24"/>
              <a:gd name="T24" fmla="*/ 6 w 22"/>
              <a:gd name="T25" fmla="*/ 2 h 24"/>
              <a:gd name="T26" fmla="*/ 8 w 22"/>
              <a:gd name="T27" fmla="*/ 2 h 24"/>
              <a:gd name="T28" fmla="*/ 1 w 22"/>
              <a:gd name="T29" fmla="*/ 9 h 24"/>
              <a:gd name="T30" fmla="*/ 1 w 22"/>
              <a:gd name="T31" fmla="*/ 9 h 24"/>
              <a:gd name="T32" fmla="*/ 0 w 22"/>
              <a:gd name="T33" fmla="*/ 12 h 24"/>
              <a:gd name="T34" fmla="*/ 1 w 22"/>
              <a:gd name="T35" fmla="*/ 1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24">
                <a:moveTo>
                  <a:pt x="1" y="14"/>
                </a:moveTo>
                <a:cubicBezTo>
                  <a:pt x="2" y="20"/>
                  <a:pt x="7" y="24"/>
                  <a:pt x="11" y="24"/>
                </a:cubicBezTo>
                <a:cubicBezTo>
                  <a:pt x="16" y="24"/>
                  <a:pt x="20" y="20"/>
                  <a:pt x="21" y="14"/>
                </a:cubicBezTo>
                <a:cubicBezTo>
                  <a:pt x="21" y="14"/>
                  <a:pt x="22" y="13"/>
                  <a:pt x="22" y="12"/>
                </a:cubicBezTo>
                <a:cubicBezTo>
                  <a:pt x="22" y="10"/>
                  <a:pt x="22" y="9"/>
                  <a:pt x="21" y="9"/>
                </a:cubicBezTo>
                <a:cubicBezTo>
                  <a:pt x="21" y="9"/>
                  <a:pt x="21" y="9"/>
                  <a:pt x="21" y="9"/>
                </a:cubicBezTo>
                <a:cubicBezTo>
                  <a:pt x="20" y="5"/>
                  <a:pt x="16" y="1"/>
                  <a:pt x="12" y="1"/>
                </a:cubicBezTo>
                <a:cubicBezTo>
                  <a:pt x="13" y="0"/>
                  <a:pt x="13" y="0"/>
                  <a:pt x="14" y="0"/>
                </a:cubicBezTo>
                <a:cubicBezTo>
                  <a:pt x="12" y="0"/>
                  <a:pt x="11" y="1"/>
                  <a:pt x="11" y="1"/>
                </a:cubicBezTo>
                <a:cubicBezTo>
                  <a:pt x="10" y="1"/>
                  <a:pt x="9" y="1"/>
                  <a:pt x="8" y="1"/>
                </a:cubicBezTo>
                <a:cubicBezTo>
                  <a:pt x="9" y="1"/>
                  <a:pt x="9" y="1"/>
                  <a:pt x="10" y="1"/>
                </a:cubicBezTo>
                <a:cubicBezTo>
                  <a:pt x="10" y="1"/>
                  <a:pt x="10" y="1"/>
                  <a:pt x="10" y="1"/>
                </a:cubicBezTo>
                <a:cubicBezTo>
                  <a:pt x="9" y="1"/>
                  <a:pt x="8" y="1"/>
                  <a:pt x="6" y="2"/>
                </a:cubicBezTo>
                <a:cubicBezTo>
                  <a:pt x="6" y="2"/>
                  <a:pt x="7" y="1"/>
                  <a:pt x="8" y="2"/>
                </a:cubicBezTo>
                <a:cubicBezTo>
                  <a:pt x="5" y="3"/>
                  <a:pt x="2" y="6"/>
                  <a:pt x="1" y="9"/>
                </a:cubicBezTo>
                <a:cubicBezTo>
                  <a:pt x="1" y="9"/>
                  <a:pt x="1" y="9"/>
                  <a:pt x="1" y="9"/>
                </a:cubicBezTo>
                <a:cubicBezTo>
                  <a:pt x="0" y="9"/>
                  <a:pt x="0" y="10"/>
                  <a:pt x="0" y="12"/>
                </a:cubicBezTo>
                <a:cubicBezTo>
                  <a:pt x="0" y="13"/>
                  <a:pt x="1" y="14"/>
                  <a:pt x="1" y="1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 name="Freeform 25"/>
          <p:cNvSpPr>
            <a:spLocks/>
          </p:cNvSpPr>
          <p:nvPr/>
        </p:nvSpPr>
        <p:spPr bwMode="auto">
          <a:xfrm>
            <a:off x="9069388" y="720725"/>
            <a:ext cx="217487" cy="292100"/>
          </a:xfrm>
          <a:custGeom>
            <a:avLst/>
            <a:gdLst>
              <a:gd name="T0" fmla="*/ 58 w 60"/>
              <a:gd name="T1" fmla="*/ 9 h 81"/>
              <a:gd name="T2" fmla="*/ 53 w 60"/>
              <a:gd name="T3" fmla="*/ 10 h 81"/>
              <a:gd name="T4" fmla="*/ 48 w 60"/>
              <a:gd name="T5" fmla="*/ 15 h 81"/>
              <a:gd name="T6" fmla="*/ 45 w 60"/>
              <a:gd name="T7" fmla="*/ 7 h 81"/>
              <a:gd name="T8" fmla="*/ 44 w 60"/>
              <a:gd name="T9" fmla="*/ 3 h 81"/>
              <a:gd name="T10" fmla="*/ 42 w 60"/>
              <a:gd name="T11" fmla="*/ 1 h 81"/>
              <a:gd name="T12" fmla="*/ 42 w 60"/>
              <a:gd name="T13" fmla="*/ 1 h 81"/>
              <a:gd name="T14" fmla="*/ 37 w 60"/>
              <a:gd name="T15" fmla="*/ 0 h 81"/>
              <a:gd name="T16" fmla="*/ 34 w 60"/>
              <a:gd name="T17" fmla="*/ 0 h 81"/>
              <a:gd name="T18" fmla="*/ 34 w 60"/>
              <a:gd name="T19" fmla="*/ 3 h 81"/>
              <a:gd name="T20" fmla="*/ 31 w 60"/>
              <a:gd name="T21" fmla="*/ 12 h 81"/>
              <a:gd name="T22" fmla="*/ 30 w 60"/>
              <a:gd name="T23" fmla="*/ 5 h 81"/>
              <a:gd name="T24" fmla="*/ 30 w 60"/>
              <a:gd name="T25" fmla="*/ 4 h 81"/>
              <a:gd name="T26" fmla="*/ 30 w 60"/>
              <a:gd name="T27" fmla="*/ 4 h 81"/>
              <a:gd name="T28" fmla="*/ 31 w 60"/>
              <a:gd name="T29" fmla="*/ 0 h 81"/>
              <a:gd name="T30" fmla="*/ 31 w 60"/>
              <a:gd name="T31" fmla="*/ 0 h 81"/>
              <a:gd name="T32" fmla="*/ 25 w 60"/>
              <a:gd name="T33" fmla="*/ 0 h 81"/>
              <a:gd name="T34" fmla="*/ 24 w 60"/>
              <a:gd name="T35" fmla="*/ 0 h 81"/>
              <a:gd name="T36" fmla="*/ 26 w 60"/>
              <a:gd name="T37" fmla="*/ 4 h 81"/>
              <a:gd name="T38" fmla="*/ 26 w 60"/>
              <a:gd name="T39" fmla="*/ 4 h 81"/>
              <a:gd name="T40" fmla="*/ 26 w 60"/>
              <a:gd name="T41" fmla="*/ 5 h 81"/>
              <a:gd name="T42" fmla="*/ 24 w 60"/>
              <a:gd name="T43" fmla="*/ 12 h 81"/>
              <a:gd name="T44" fmla="*/ 22 w 60"/>
              <a:gd name="T45" fmla="*/ 3 h 81"/>
              <a:gd name="T46" fmla="*/ 22 w 60"/>
              <a:gd name="T47" fmla="*/ 0 h 81"/>
              <a:gd name="T48" fmla="*/ 19 w 60"/>
              <a:gd name="T49" fmla="*/ 0 h 81"/>
              <a:gd name="T50" fmla="*/ 14 w 60"/>
              <a:gd name="T51" fmla="*/ 1 h 81"/>
              <a:gd name="T52" fmla="*/ 14 w 60"/>
              <a:gd name="T53" fmla="*/ 1 h 81"/>
              <a:gd name="T54" fmla="*/ 12 w 60"/>
              <a:gd name="T55" fmla="*/ 3 h 81"/>
              <a:gd name="T56" fmla="*/ 11 w 60"/>
              <a:gd name="T57" fmla="*/ 7 h 81"/>
              <a:gd name="T58" fmla="*/ 1 w 60"/>
              <a:gd name="T59" fmla="*/ 33 h 81"/>
              <a:gd name="T60" fmla="*/ 4 w 60"/>
              <a:gd name="T61" fmla="*/ 38 h 81"/>
              <a:gd name="T62" fmla="*/ 10 w 60"/>
              <a:gd name="T63" fmla="*/ 35 h 81"/>
              <a:gd name="T64" fmla="*/ 16 w 60"/>
              <a:gd name="T65" fmla="*/ 20 h 81"/>
              <a:gd name="T66" fmla="*/ 16 w 60"/>
              <a:gd name="T67" fmla="*/ 29 h 81"/>
              <a:gd name="T68" fmla="*/ 16 w 60"/>
              <a:gd name="T69" fmla="*/ 29 h 81"/>
              <a:gd name="T70" fmla="*/ 16 w 60"/>
              <a:gd name="T71" fmla="*/ 29 h 81"/>
              <a:gd name="T72" fmla="*/ 16 w 60"/>
              <a:gd name="T73" fmla="*/ 75 h 81"/>
              <a:gd name="T74" fmla="*/ 21 w 60"/>
              <a:gd name="T75" fmla="*/ 81 h 81"/>
              <a:gd name="T76" fmla="*/ 26 w 60"/>
              <a:gd name="T77" fmla="*/ 75 h 81"/>
              <a:gd name="T78" fmla="*/ 26 w 60"/>
              <a:gd name="T79" fmla="*/ 38 h 81"/>
              <a:gd name="T80" fmla="*/ 29 w 60"/>
              <a:gd name="T81" fmla="*/ 38 h 81"/>
              <a:gd name="T82" fmla="*/ 29 w 60"/>
              <a:gd name="T83" fmla="*/ 75 h 81"/>
              <a:gd name="T84" fmla="*/ 34 w 60"/>
              <a:gd name="T85" fmla="*/ 81 h 81"/>
              <a:gd name="T86" fmla="*/ 40 w 60"/>
              <a:gd name="T87" fmla="*/ 75 h 81"/>
              <a:gd name="T88" fmla="*/ 40 w 60"/>
              <a:gd name="T89" fmla="*/ 29 h 81"/>
              <a:gd name="T90" fmla="*/ 40 w 60"/>
              <a:gd name="T91" fmla="*/ 29 h 81"/>
              <a:gd name="T92" fmla="*/ 40 w 60"/>
              <a:gd name="T93" fmla="*/ 29 h 81"/>
              <a:gd name="T94" fmla="*/ 40 w 60"/>
              <a:gd name="T95" fmla="*/ 19 h 81"/>
              <a:gd name="T96" fmla="*/ 42 w 60"/>
              <a:gd name="T97" fmla="*/ 24 h 81"/>
              <a:gd name="T98" fmla="*/ 43 w 60"/>
              <a:gd name="T99" fmla="*/ 26 h 81"/>
              <a:gd name="T100" fmla="*/ 48 w 60"/>
              <a:gd name="T101" fmla="*/ 26 h 81"/>
              <a:gd name="T102" fmla="*/ 51 w 60"/>
              <a:gd name="T103" fmla="*/ 23 h 81"/>
              <a:gd name="T104" fmla="*/ 58 w 60"/>
              <a:gd name="T105" fmla="*/ 15 h 81"/>
              <a:gd name="T106" fmla="*/ 58 w 60"/>
              <a:gd name="T107" fmla="*/ 9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0" h="81">
                <a:moveTo>
                  <a:pt x="58" y="9"/>
                </a:moveTo>
                <a:cubicBezTo>
                  <a:pt x="57" y="8"/>
                  <a:pt x="54" y="8"/>
                  <a:pt x="53" y="10"/>
                </a:cubicBezTo>
                <a:cubicBezTo>
                  <a:pt x="48" y="15"/>
                  <a:pt x="48" y="15"/>
                  <a:pt x="48" y="15"/>
                </a:cubicBezTo>
                <a:cubicBezTo>
                  <a:pt x="45" y="7"/>
                  <a:pt x="45" y="7"/>
                  <a:pt x="45" y="7"/>
                </a:cubicBezTo>
                <a:cubicBezTo>
                  <a:pt x="44" y="3"/>
                  <a:pt x="44" y="3"/>
                  <a:pt x="44" y="3"/>
                </a:cubicBezTo>
                <a:cubicBezTo>
                  <a:pt x="43" y="2"/>
                  <a:pt x="43" y="2"/>
                  <a:pt x="42" y="1"/>
                </a:cubicBezTo>
                <a:cubicBezTo>
                  <a:pt x="42" y="1"/>
                  <a:pt x="42" y="1"/>
                  <a:pt x="42" y="1"/>
                </a:cubicBezTo>
                <a:cubicBezTo>
                  <a:pt x="40" y="0"/>
                  <a:pt x="38" y="0"/>
                  <a:pt x="37" y="0"/>
                </a:cubicBezTo>
                <a:cubicBezTo>
                  <a:pt x="34" y="0"/>
                  <a:pt x="34" y="0"/>
                  <a:pt x="34" y="0"/>
                </a:cubicBezTo>
                <a:cubicBezTo>
                  <a:pt x="34" y="1"/>
                  <a:pt x="34" y="2"/>
                  <a:pt x="34" y="3"/>
                </a:cubicBezTo>
                <a:cubicBezTo>
                  <a:pt x="34" y="7"/>
                  <a:pt x="33" y="10"/>
                  <a:pt x="31" y="12"/>
                </a:cubicBezTo>
                <a:cubicBezTo>
                  <a:pt x="30" y="5"/>
                  <a:pt x="30" y="5"/>
                  <a:pt x="30" y="5"/>
                </a:cubicBezTo>
                <a:cubicBezTo>
                  <a:pt x="30" y="5"/>
                  <a:pt x="30" y="4"/>
                  <a:pt x="30" y="4"/>
                </a:cubicBezTo>
                <a:cubicBezTo>
                  <a:pt x="30" y="4"/>
                  <a:pt x="30" y="4"/>
                  <a:pt x="30" y="4"/>
                </a:cubicBezTo>
                <a:cubicBezTo>
                  <a:pt x="31" y="0"/>
                  <a:pt x="31" y="0"/>
                  <a:pt x="31" y="0"/>
                </a:cubicBezTo>
                <a:cubicBezTo>
                  <a:pt x="31" y="0"/>
                  <a:pt x="31" y="0"/>
                  <a:pt x="31" y="0"/>
                </a:cubicBezTo>
                <a:cubicBezTo>
                  <a:pt x="25" y="0"/>
                  <a:pt x="25" y="0"/>
                  <a:pt x="25" y="0"/>
                </a:cubicBezTo>
                <a:cubicBezTo>
                  <a:pt x="24" y="0"/>
                  <a:pt x="24" y="0"/>
                  <a:pt x="24" y="0"/>
                </a:cubicBezTo>
                <a:cubicBezTo>
                  <a:pt x="26" y="4"/>
                  <a:pt x="26" y="4"/>
                  <a:pt x="26" y="4"/>
                </a:cubicBezTo>
                <a:cubicBezTo>
                  <a:pt x="26" y="4"/>
                  <a:pt x="26" y="4"/>
                  <a:pt x="26" y="4"/>
                </a:cubicBezTo>
                <a:cubicBezTo>
                  <a:pt x="26" y="4"/>
                  <a:pt x="26" y="5"/>
                  <a:pt x="26" y="5"/>
                </a:cubicBezTo>
                <a:cubicBezTo>
                  <a:pt x="24" y="12"/>
                  <a:pt x="24" y="12"/>
                  <a:pt x="24" y="12"/>
                </a:cubicBezTo>
                <a:cubicBezTo>
                  <a:pt x="23" y="10"/>
                  <a:pt x="22" y="7"/>
                  <a:pt x="22" y="3"/>
                </a:cubicBezTo>
                <a:cubicBezTo>
                  <a:pt x="22" y="2"/>
                  <a:pt x="22" y="1"/>
                  <a:pt x="22" y="0"/>
                </a:cubicBezTo>
                <a:cubicBezTo>
                  <a:pt x="19" y="0"/>
                  <a:pt x="19" y="0"/>
                  <a:pt x="19" y="0"/>
                </a:cubicBezTo>
                <a:cubicBezTo>
                  <a:pt x="17" y="0"/>
                  <a:pt x="15" y="0"/>
                  <a:pt x="14" y="1"/>
                </a:cubicBezTo>
                <a:cubicBezTo>
                  <a:pt x="14" y="1"/>
                  <a:pt x="14" y="1"/>
                  <a:pt x="14" y="1"/>
                </a:cubicBezTo>
                <a:cubicBezTo>
                  <a:pt x="13" y="2"/>
                  <a:pt x="13" y="2"/>
                  <a:pt x="12" y="3"/>
                </a:cubicBezTo>
                <a:cubicBezTo>
                  <a:pt x="11" y="7"/>
                  <a:pt x="11" y="7"/>
                  <a:pt x="11" y="7"/>
                </a:cubicBezTo>
                <a:cubicBezTo>
                  <a:pt x="1" y="33"/>
                  <a:pt x="1" y="33"/>
                  <a:pt x="1" y="33"/>
                </a:cubicBezTo>
                <a:cubicBezTo>
                  <a:pt x="0" y="35"/>
                  <a:pt x="2" y="37"/>
                  <a:pt x="4" y="38"/>
                </a:cubicBezTo>
                <a:cubicBezTo>
                  <a:pt x="6" y="38"/>
                  <a:pt x="9" y="37"/>
                  <a:pt x="10" y="35"/>
                </a:cubicBezTo>
                <a:cubicBezTo>
                  <a:pt x="16" y="20"/>
                  <a:pt x="16" y="20"/>
                  <a:pt x="16" y="20"/>
                </a:cubicBezTo>
                <a:cubicBezTo>
                  <a:pt x="16" y="29"/>
                  <a:pt x="16" y="29"/>
                  <a:pt x="16" y="29"/>
                </a:cubicBezTo>
                <a:cubicBezTo>
                  <a:pt x="16" y="29"/>
                  <a:pt x="16" y="29"/>
                  <a:pt x="16" y="29"/>
                </a:cubicBezTo>
                <a:cubicBezTo>
                  <a:pt x="16" y="29"/>
                  <a:pt x="16" y="29"/>
                  <a:pt x="16" y="29"/>
                </a:cubicBezTo>
                <a:cubicBezTo>
                  <a:pt x="16" y="75"/>
                  <a:pt x="16" y="75"/>
                  <a:pt x="16" y="75"/>
                </a:cubicBezTo>
                <a:cubicBezTo>
                  <a:pt x="16" y="78"/>
                  <a:pt x="18" y="81"/>
                  <a:pt x="21" y="81"/>
                </a:cubicBezTo>
                <a:cubicBezTo>
                  <a:pt x="24" y="81"/>
                  <a:pt x="26" y="78"/>
                  <a:pt x="26" y="75"/>
                </a:cubicBezTo>
                <a:cubicBezTo>
                  <a:pt x="26" y="38"/>
                  <a:pt x="26" y="38"/>
                  <a:pt x="26" y="38"/>
                </a:cubicBezTo>
                <a:cubicBezTo>
                  <a:pt x="29" y="38"/>
                  <a:pt x="29" y="38"/>
                  <a:pt x="29" y="38"/>
                </a:cubicBezTo>
                <a:cubicBezTo>
                  <a:pt x="29" y="75"/>
                  <a:pt x="29" y="75"/>
                  <a:pt x="29" y="75"/>
                </a:cubicBezTo>
                <a:cubicBezTo>
                  <a:pt x="29" y="78"/>
                  <a:pt x="31" y="81"/>
                  <a:pt x="34" y="81"/>
                </a:cubicBezTo>
                <a:cubicBezTo>
                  <a:pt x="37" y="81"/>
                  <a:pt x="40" y="78"/>
                  <a:pt x="40" y="75"/>
                </a:cubicBezTo>
                <a:cubicBezTo>
                  <a:pt x="40" y="29"/>
                  <a:pt x="40" y="29"/>
                  <a:pt x="40" y="29"/>
                </a:cubicBezTo>
                <a:cubicBezTo>
                  <a:pt x="40" y="29"/>
                  <a:pt x="40" y="29"/>
                  <a:pt x="40" y="29"/>
                </a:cubicBezTo>
                <a:cubicBezTo>
                  <a:pt x="40" y="29"/>
                  <a:pt x="40" y="29"/>
                  <a:pt x="40" y="29"/>
                </a:cubicBezTo>
                <a:cubicBezTo>
                  <a:pt x="40" y="19"/>
                  <a:pt x="40" y="19"/>
                  <a:pt x="40" y="19"/>
                </a:cubicBezTo>
                <a:cubicBezTo>
                  <a:pt x="42" y="24"/>
                  <a:pt x="42" y="24"/>
                  <a:pt x="42" y="24"/>
                </a:cubicBezTo>
                <a:cubicBezTo>
                  <a:pt x="42" y="25"/>
                  <a:pt x="42" y="26"/>
                  <a:pt x="43" y="26"/>
                </a:cubicBezTo>
                <a:cubicBezTo>
                  <a:pt x="44" y="28"/>
                  <a:pt x="47" y="28"/>
                  <a:pt x="48" y="26"/>
                </a:cubicBezTo>
                <a:cubicBezTo>
                  <a:pt x="51" y="23"/>
                  <a:pt x="51" y="23"/>
                  <a:pt x="51" y="23"/>
                </a:cubicBezTo>
                <a:cubicBezTo>
                  <a:pt x="58" y="15"/>
                  <a:pt x="58" y="15"/>
                  <a:pt x="58" y="15"/>
                </a:cubicBezTo>
                <a:cubicBezTo>
                  <a:pt x="60" y="13"/>
                  <a:pt x="60" y="11"/>
                  <a:pt x="58" y="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 name="文本框 65"/>
          <p:cNvSpPr txBox="1"/>
          <p:nvPr/>
        </p:nvSpPr>
        <p:spPr>
          <a:xfrm>
            <a:off x="6690859" y="2215697"/>
            <a:ext cx="928459" cy="646331"/>
          </a:xfrm>
          <a:prstGeom prst="rect">
            <a:avLst/>
          </a:prstGeom>
          <a:noFill/>
        </p:spPr>
        <p:txBody>
          <a:bodyPr wrap="none" rtlCol="0">
            <a:spAutoFit/>
          </a:bodyPr>
          <a:lstStyle/>
          <a:p>
            <a:pPr algn="ctr"/>
            <a:r>
              <a:rPr lang="en-US" altLang="zh-CN"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rPr>
              <a:t>Option </a:t>
            </a:r>
          </a:p>
          <a:p>
            <a:pPr algn="ctr"/>
            <a:r>
              <a:rPr lang="en-US" altLang="zh-CN"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rPr>
              <a:t>Name.</a:t>
            </a:r>
            <a:endParaRPr lang="zh-CN" altLang="en-US"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60" name="文本框 59"/>
          <p:cNvSpPr txBox="1"/>
          <p:nvPr/>
        </p:nvSpPr>
        <p:spPr>
          <a:xfrm>
            <a:off x="10654850" y="2215697"/>
            <a:ext cx="928459" cy="646331"/>
          </a:xfrm>
          <a:prstGeom prst="rect">
            <a:avLst/>
          </a:prstGeom>
          <a:noFill/>
        </p:spPr>
        <p:txBody>
          <a:bodyPr wrap="none" rtlCol="0">
            <a:spAutoFit/>
          </a:bodyPr>
          <a:lstStyle/>
          <a:p>
            <a:pPr algn="ctr"/>
            <a:r>
              <a:rPr lang="en-US" altLang="zh-CN"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rPr>
              <a:t>Option </a:t>
            </a:r>
          </a:p>
          <a:p>
            <a:pPr algn="ctr"/>
            <a:r>
              <a:rPr lang="en-US" altLang="zh-CN"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rPr>
              <a:t>Name.</a:t>
            </a:r>
            <a:endParaRPr lang="zh-CN" altLang="en-US"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61" name="文本框 60"/>
          <p:cNvSpPr txBox="1"/>
          <p:nvPr/>
        </p:nvSpPr>
        <p:spPr>
          <a:xfrm>
            <a:off x="6690859" y="4377873"/>
            <a:ext cx="928459" cy="646331"/>
          </a:xfrm>
          <a:prstGeom prst="rect">
            <a:avLst/>
          </a:prstGeom>
          <a:noFill/>
        </p:spPr>
        <p:txBody>
          <a:bodyPr wrap="none" rtlCol="0">
            <a:spAutoFit/>
          </a:bodyPr>
          <a:lstStyle/>
          <a:p>
            <a:pPr algn="ctr"/>
            <a:r>
              <a:rPr lang="en-US" altLang="zh-CN"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rPr>
              <a:t>Option </a:t>
            </a:r>
          </a:p>
          <a:p>
            <a:pPr algn="ctr"/>
            <a:r>
              <a:rPr lang="en-US" altLang="zh-CN"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rPr>
              <a:t>Name.</a:t>
            </a:r>
            <a:endParaRPr lang="zh-CN" altLang="en-US"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62" name="文本框 61"/>
          <p:cNvSpPr txBox="1"/>
          <p:nvPr/>
        </p:nvSpPr>
        <p:spPr>
          <a:xfrm>
            <a:off x="10654850" y="4377873"/>
            <a:ext cx="928459" cy="646331"/>
          </a:xfrm>
          <a:prstGeom prst="rect">
            <a:avLst/>
          </a:prstGeom>
          <a:noFill/>
        </p:spPr>
        <p:txBody>
          <a:bodyPr wrap="none" rtlCol="0">
            <a:spAutoFit/>
          </a:bodyPr>
          <a:lstStyle/>
          <a:p>
            <a:pPr algn="ctr"/>
            <a:r>
              <a:rPr lang="en-US" altLang="zh-CN"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rPr>
              <a:t>Option </a:t>
            </a:r>
          </a:p>
          <a:p>
            <a:pPr algn="ctr"/>
            <a:r>
              <a:rPr lang="en-US" altLang="zh-CN"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rPr>
              <a:t>Name.</a:t>
            </a:r>
            <a:endParaRPr lang="zh-CN" altLang="en-US"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63" name="文本框 62"/>
          <p:cNvSpPr txBox="1"/>
          <p:nvPr/>
        </p:nvSpPr>
        <p:spPr>
          <a:xfrm>
            <a:off x="8706757" y="5487918"/>
            <a:ext cx="928459" cy="646331"/>
          </a:xfrm>
          <a:prstGeom prst="rect">
            <a:avLst/>
          </a:prstGeom>
          <a:noFill/>
        </p:spPr>
        <p:txBody>
          <a:bodyPr wrap="none" rtlCol="0">
            <a:spAutoFit/>
          </a:bodyPr>
          <a:lstStyle/>
          <a:p>
            <a:pPr algn="ctr"/>
            <a:r>
              <a:rPr lang="en-US" altLang="zh-CN"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rPr>
              <a:t>Option </a:t>
            </a:r>
          </a:p>
          <a:p>
            <a:pPr algn="ctr"/>
            <a:r>
              <a:rPr lang="en-US" altLang="zh-CN"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rPr>
              <a:t>Name.</a:t>
            </a:r>
            <a:endParaRPr lang="zh-CN" altLang="en-US"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67" name="文本框 66"/>
          <p:cNvSpPr txBox="1"/>
          <p:nvPr/>
        </p:nvSpPr>
        <p:spPr>
          <a:xfrm>
            <a:off x="8706757" y="1104573"/>
            <a:ext cx="928459" cy="646331"/>
          </a:xfrm>
          <a:prstGeom prst="rect">
            <a:avLst/>
          </a:prstGeom>
          <a:noFill/>
        </p:spPr>
        <p:txBody>
          <a:bodyPr wrap="none" rtlCol="0">
            <a:spAutoFit/>
          </a:bodyPr>
          <a:lstStyle/>
          <a:p>
            <a:pPr algn="ctr"/>
            <a:r>
              <a:rPr lang="en-US" altLang="zh-CN"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rPr>
              <a:t>Option </a:t>
            </a:r>
          </a:p>
          <a:p>
            <a:pPr algn="ctr"/>
            <a:r>
              <a:rPr lang="en-US" altLang="zh-CN"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rPr>
              <a:t>Name.</a:t>
            </a:r>
            <a:endParaRPr lang="zh-CN" altLang="en-US"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33"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六项并列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954070725"/>
      </p:ext>
    </p:extLst>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 name="Freeform 60"/>
          <p:cNvSpPr>
            <a:spLocks/>
          </p:cNvSpPr>
          <p:nvPr/>
        </p:nvSpPr>
        <p:spPr bwMode="auto">
          <a:xfrm>
            <a:off x="1007063" y="3889553"/>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 name="文本框 56"/>
          <p:cNvSpPr txBox="1"/>
          <p:nvPr/>
        </p:nvSpPr>
        <p:spPr>
          <a:xfrm>
            <a:off x="940215" y="4689154"/>
            <a:ext cx="3555585" cy="1421928"/>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网络</a:t>
            </a:r>
            <a:r>
              <a:rPr lang="en-US" altLang="zh-CN" dirty="0">
                <a:solidFill>
                  <a:prstClr val="black">
                    <a:lumMod val="65000"/>
                    <a:lumOff val="35000"/>
                  </a:prstClr>
                </a:solidFill>
                <a:latin typeface="微软雅黑" panose="020B0503020204020204" pitchFamily="34" charset="-122"/>
              </a:rPr>
              <a:t>EPS</a:t>
            </a:r>
            <a:r>
              <a:rPr lang="zh-CN" altLang="en-US" dirty="0">
                <a:solidFill>
                  <a:prstClr val="black">
                    <a:lumMod val="65000"/>
                    <a:lumOff val="35000"/>
                  </a:prstClr>
                </a:solidFill>
                <a:latin typeface="微软雅黑" panose="020B0503020204020204" pitchFamily="34" charset="-122"/>
              </a:rPr>
              <a:t>素材改编；</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文字、颜色可随意更改；</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可将凹形颜色部分去除使用；</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凹形颜色部分可单独使用；</a:t>
            </a:r>
            <a:endParaRPr lang="en-US" altLang="zh-CN" dirty="0">
              <a:solidFill>
                <a:prstClr val="black">
                  <a:lumMod val="65000"/>
                  <a:lumOff val="35000"/>
                </a:prstClr>
              </a:solidFill>
              <a:latin typeface="微软雅黑" panose="020B0503020204020204" pitchFamily="34" charset="-122"/>
            </a:endParaRPr>
          </a:p>
        </p:txBody>
      </p:sp>
      <p:sp>
        <p:nvSpPr>
          <p:cNvPr id="58" name="圆角矩形 57"/>
          <p:cNvSpPr/>
          <p:nvPr/>
        </p:nvSpPr>
        <p:spPr>
          <a:xfrm>
            <a:off x="1674755" y="4048838"/>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59" name="等腰三角形 58"/>
          <p:cNvSpPr/>
          <p:nvPr/>
        </p:nvSpPr>
        <p:spPr>
          <a:xfrm rot="16200000">
            <a:off x="1600123" y="4116382"/>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26"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六项并列</a:t>
            </a:r>
            <a:endParaRPr lang="zh-CN" altLang="zh-CN" sz="2800" b="1" dirty="0">
              <a:solidFill>
                <a:schemeClr val="tx1">
                  <a:lumMod val="65000"/>
                  <a:lumOff val="35000"/>
                </a:schemeClr>
              </a:solidFill>
            </a:endParaRPr>
          </a:p>
        </p:txBody>
      </p:sp>
      <p:pic>
        <p:nvPicPr>
          <p:cNvPr id="27" name="图片 26"/>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5609185" y="420796"/>
            <a:ext cx="6192000" cy="6250108"/>
          </a:xfrm>
          <a:prstGeom prst="rect">
            <a:avLst/>
          </a:prstGeom>
        </p:spPr>
      </p:pic>
      <p:sp>
        <p:nvSpPr>
          <p:cNvPr id="28" name="Freeform 6"/>
          <p:cNvSpPr>
            <a:spLocks/>
          </p:cNvSpPr>
          <p:nvPr/>
        </p:nvSpPr>
        <p:spPr bwMode="auto">
          <a:xfrm>
            <a:off x="9526828" y="1425576"/>
            <a:ext cx="1851025" cy="1768475"/>
          </a:xfrm>
          <a:custGeom>
            <a:avLst/>
            <a:gdLst>
              <a:gd name="T0" fmla="*/ 550 w 1101"/>
              <a:gd name="T1" fmla="*/ 1051 h 1051"/>
              <a:gd name="T2" fmla="*/ 7 w 1101"/>
              <a:gd name="T3" fmla="*/ 954 h 1051"/>
              <a:gd name="T4" fmla="*/ 0 w 1101"/>
              <a:gd name="T5" fmla="*/ 942 h 1051"/>
              <a:gd name="T6" fmla="*/ 187 w 1101"/>
              <a:gd name="T7" fmla="*/ 422 h 1051"/>
              <a:gd name="T8" fmla="*/ 543 w 1101"/>
              <a:gd name="T9" fmla="*/ 0 h 1051"/>
              <a:gd name="T10" fmla="*/ 550 w 1101"/>
              <a:gd name="T11" fmla="*/ 0 h 1051"/>
              <a:gd name="T12" fmla="*/ 557 w 1101"/>
              <a:gd name="T13" fmla="*/ 0 h 1051"/>
              <a:gd name="T14" fmla="*/ 913 w 1101"/>
              <a:gd name="T15" fmla="*/ 422 h 1051"/>
              <a:gd name="T16" fmla="*/ 1101 w 1101"/>
              <a:gd name="T17" fmla="*/ 941 h 1051"/>
              <a:gd name="T18" fmla="*/ 1094 w 1101"/>
              <a:gd name="T19" fmla="*/ 954 h 1051"/>
              <a:gd name="T20" fmla="*/ 550 w 1101"/>
              <a:gd name="T21" fmla="*/ 1051 h 10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01" h="1051">
                <a:moveTo>
                  <a:pt x="550" y="1051"/>
                </a:moveTo>
                <a:cubicBezTo>
                  <a:pt x="174" y="1051"/>
                  <a:pt x="19" y="961"/>
                  <a:pt x="7" y="954"/>
                </a:cubicBezTo>
                <a:cubicBezTo>
                  <a:pt x="4" y="951"/>
                  <a:pt x="1" y="945"/>
                  <a:pt x="0" y="942"/>
                </a:cubicBezTo>
                <a:cubicBezTo>
                  <a:pt x="0" y="922"/>
                  <a:pt x="3" y="742"/>
                  <a:pt x="187" y="422"/>
                </a:cubicBezTo>
                <a:cubicBezTo>
                  <a:pt x="371" y="103"/>
                  <a:pt x="526" y="10"/>
                  <a:pt x="543" y="0"/>
                </a:cubicBezTo>
                <a:cubicBezTo>
                  <a:pt x="544" y="0"/>
                  <a:pt x="547" y="0"/>
                  <a:pt x="550" y="0"/>
                </a:cubicBezTo>
                <a:cubicBezTo>
                  <a:pt x="553" y="0"/>
                  <a:pt x="556" y="0"/>
                  <a:pt x="557" y="0"/>
                </a:cubicBezTo>
                <a:cubicBezTo>
                  <a:pt x="574" y="10"/>
                  <a:pt x="729" y="103"/>
                  <a:pt x="913" y="422"/>
                </a:cubicBezTo>
                <a:cubicBezTo>
                  <a:pt x="1101" y="748"/>
                  <a:pt x="1101" y="927"/>
                  <a:pt x="1101" y="941"/>
                </a:cubicBezTo>
                <a:cubicBezTo>
                  <a:pt x="1099" y="945"/>
                  <a:pt x="1096" y="951"/>
                  <a:pt x="1094" y="954"/>
                </a:cubicBezTo>
                <a:cubicBezTo>
                  <a:pt x="1077" y="964"/>
                  <a:pt x="919" y="1051"/>
                  <a:pt x="550" y="1051"/>
                </a:cubicBezTo>
                <a:close/>
              </a:path>
            </a:pathLst>
          </a:custGeom>
          <a:solidFill>
            <a:srgbClr val="BBC6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7"/>
          <p:cNvSpPr>
            <a:spLocks/>
          </p:cNvSpPr>
          <p:nvPr/>
        </p:nvSpPr>
        <p:spPr bwMode="auto">
          <a:xfrm>
            <a:off x="7905990" y="855663"/>
            <a:ext cx="1852613" cy="1768475"/>
          </a:xfrm>
          <a:custGeom>
            <a:avLst/>
            <a:gdLst>
              <a:gd name="T0" fmla="*/ 551 w 1102"/>
              <a:gd name="T1" fmla="*/ 1051 h 1051"/>
              <a:gd name="T2" fmla="*/ 544 w 1102"/>
              <a:gd name="T3" fmla="*/ 1051 h 1051"/>
              <a:gd name="T4" fmla="*/ 188 w 1102"/>
              <a:gd name="T5" fmla="*/ 629 h 1051"/>
              <a:gd name="T6" fmla="*/ 1 w 1102"/>
              <a:gd name="T7" fmla="*/ 109 h 1051"/>
              <a:gd name="T8" fmla="*/ 8 w 1102"/>
              <a:gd name="T9" fmla="*/ 97 h 1051"/>
              <a:gd name="T10" fmla="*/ 551 w 1102"/>
              <a:gd name="T11" fmla="*/ 0 h 1051"/>
              <a:gd name="T12" fmla="*/ 1094 w 1102"/>
              <a:gd name="T13" fmla="*/ 97 h 1051"/>
              <a:gd name="T14" fmla="*/ 1101 w 1102"/>
              <a:gd name="T15" fmla="*/ 109 h 1051"/>
              <a:gd name="T16" fmla="*/ 914 w 1102"/>
              <a:gd name="T17" fmla="*/ 629 h 1051"/>
              <a:gd name="T18" fmla="*/ 558 w 1102"/>
              <a:gd name="T19" fmla="*/ 1051 h 1051"/>
              <a:gd name="T20" fmla="*/ 551 w 1102"/>
              <a:gd name="T21" fmla="*/ 1051 h 10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02" h="1051">
                <a:moveTo>
                  <a:pt x="551" y="1051"/>
                </a:moveTo>
                <a:cubicBezTo>
                  <a:pt x="548" y="1051"/>
                  <a:pt x="545" y="1051"/>
                  <a:pt x="544" y="1051"/>
                </a:cubicBezTo>
                <a:cubicBezTo>
                  <a:pt x="527" y="1041"/>
                  <a:pt x="372" y="948"/>
                  <a:pt x="188" y="629"/>
                </a:cubicBezTo>
                <a:cubicBezTo>
                  <a:pt x="4" y="309"/>
                  <a:pt x="0" y="129"/>
                  <a:pt x="1" y="109"/>
                </a:cubicBezTo>
                <a:cubicBezTo>
                  <a:pt x="2" y="106"/>
                  <a:pt x="5" y="100"/>
                  <a:pt x="8" y="97"/>
                </a:cubicBezTo>
                <a:cubicBezTo>
                  <a:pt x="24" y="87"/>
                  <a:pt x="182" y="0"/>
                  <a:pt x="551" y="0"/>
                </a:cubicBezTo>
                <a:cubicBezTo>
                  <a:pt x="927" y="0"/>
                  <a:pt x="1082" y="90"/>
                  <a:pt x="1094" y="97"/>
                </a:cubicBezTo>
                <a:cubicBezTo>
                  <a:pt x="1097" y="100"/>
                  <a:pt x="1100" y="106"/>
                  <a:pt x="1101" y="109"/>
                </a:cubicBezTo>
                <a:cubicBezTo>
                  <a:pt x="1102" y="129"/>
                  <a:pt x="1098" y="309"/>
                  <a:pt x="914" y="629"/>
                </a:cubicBezTo>
                <a:cubicBezTo>
                  <a:pt x="726" y="954"/>
                  <a:pt x="571" y="1043"/>
                  <a:pt x="558" y="1051"/>
                </a:cubicBezTo>
                <a:cubicBezTo>
                  <a:pt x="557" y="1051"/>
                  <a:pt x="554" y="1051"/>
                  <a:pt x="551" y="1051"/>
                </a:cubicBezTo>
                <a:close/>
              </a:path>
            </a:pathLst>
          </a:custGeom>
          <a:solidFill>
            <a:srgbClr val="4BAE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dirty="0"/>
          </a:p>
        </p:txBody>
      </p:sp>
      <p:sp>
        <p:nvSpPr>
          <p:cNvPr id="30" name="Freeform 8"/>
          <p:cNvSpPr>
            <a:spLocks/>
          </p:cNvSpPr>
          <p:nvPr/>
        </p:nvSpPr>
        <p:spPr bwMode="auto">
          <a:xfrm>
            <a:off x="9528415" y="3656013"/>
            <a:ext cx="1852613" cy="1768475"/>
          </a:xfrm>
          <a:custGeom>
            <a:avLst/>
            <a:gdLst>
              <a:gd name="T0" fmla="*/ 551 w 1102"/>
              <a:gd name="T1" fmla="*/ 1051 h 1051"/>
              <a:gd name="T2" fmla="*/ 544 w 1102"/>
              <a:gd name="T3" fmla="*/ 1050 h 1051"/>
              <a:gd name="T4" fmla="*/ 188 w 1102"/>
              <a:gd name="T5" fmla="*/ 628 h 1051"/>
              <a:gd name="T6" fmla="*/ 1 w 1102"/>
              <a:gd name="T7" fmla="*/ 109 h 1051"/>
              <a:gd name="T8" fmla="*/ 7 w 1102"/>
              <a:gd name="T9" fmla="*/ 97 h 1051"/>
              <a:gd name="T10" fmla="*/ 551 w 1102"/>
              <a:gd name="T11" fmla="*/ 0 h 1051"/>
              <a:gd name="T12" fmla="*/ 1094 w 1102"/>
              <a:gd name="T13" fmla="*/ 97 h 1051"/>
              <a:gd name="T14" fmla="*/ 1101 w 1102"/>
              <a:gd name="T15" fmla="*/ 109 h 1051"/>
              <a:gd name="T16" fmla="*/ 914 w 1102"/>
              <a:gd name="T17" fmla="*/ 628 h 1051"/>
              <a:gd name="T18" fmla="*/ 558 w 1102"/>
              <a:gd name="T19" fmla="*/ 1050 h 1051"/>
              <a:gd name="T20" fmla="*/ 551 w 1102"/>
              <a:gd name="T21" fmla="*/ 1051 h 10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02" h="1051">
                <a:moveTo>
                  <a:pt x="551" y="1051"/>
                </a:moveTo>
                <a:cubicBezTo>
                  <a:pt x="548" y="1051"/>
                  <a:pt x="545" y="1051"/>
                  <a:pt x="544" y="1050"/>
                </a:cubicBezTo>
                <a:cubicBezTo>
                  <a:pt x="527" y="1041"/>
                  <a:pt x="372" y="947"/>
                  <a:pt x="188" y="628"/>
                </a:cubicBezTo>
                <a:cubicBezTo>
                  <a:pt x="4" y="309"/>
                  <a:pt x="0" y="129"/>
                  <a:pt x="1" y="109"/>
                </a:cubicBezTo>
                <a:cubicBezTo>
                  <a:pt x="2" y="106"/>
                  <a:pt x="5" y="100"/>
                  <a:pt x="7" y="97"/>
                </a:cubicBezTo>
                <a:cubicBezTo>
                  <a:pt x="24" y="87"/>
                  <a:pt x="182" y="0"/>
                  <a:pt x="551" y="0"/>
                </a:cubicBezTo>
                <a:cubicBezTo>
                  <a:pt x="920" y="0"/>
                  <a:pt x="1078" y="87"/>
                  <a:pt x="1094" y="97"/>
                </a:cubicBezTo>
                <a:cubicBezTo>
                  <a:pt x="1097" y="100"/>
                  <a:pt x="1100" y="106"/>
                  <a:pt x="1101" y="109"/>
                </a:cubicBezTo>
                <a:cubicBezTo>
                  <a:pt x="1102" y="128"/>
                  <a:pt x="1098" y="309"/>
                  <a:pt x="914" y="628"/>
                </a:cubicBezTo>
                <a:cubicBezTo>
                  <a:pt x="730" y="947"/>
                  <a:pt x="575" y="1041"/>
                  <a:pt x="558" y="1050"/>
                </a:cubicBezTo>
                <a:cubicBezTo>
                  <a:pt x="557" y="1051"/>
                  <a:pt x="554" y="1051"/>
                  <a:pt x="551" y="1051"/>
                </a:cubicBezTo>
                <a:close/>
              </a:path>
            </a:pathLst>
          </a:custGeom>
          <a:solidFill>
            <a:srgbClr val="F49C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9"/>
          <p:cNvSpPr>
            <a:spLocks/>
          </p:cNvSpPr>
          <p:nvPr/>
        </p:nvSpPr>
        <p:spPr bwMode="auto">
          <a:xfrm>
            <a:off x="6289915" y="1433513"/>
            <a:ext cx="1852613" cy="1768475"/>
          </a:xfrm>
          <a:custGeom>
            <a:avLst/>
            <a:gdLst>
              <a:gd name="T0" fmla="*/ 551 w 1102"/>
              <a:gd name="T1" fmla="*/ 1051 h 1051"/>
              <a:gd name="T2" fmla="*/ 7 w 1102"/>
              <a:gd name="T3" fmla="*/ 954 h 1051"/>
              <a:gd name="T4" fmla="*/ 1 w 1102"/>
              <a:gd name="T5" fmla="*/ 942 h 1051"/>
              <a:gd name="T6" fmla="*/ 188 w 1102"/>
              <a:gd name="T7" fmla="*/ 423 h 1051"/>
              <a:gd name="T8" fmla="*/ 544 w 1102"/>
              <a:gd name="T9" fmla="*/ 1 h 1051"/>
              <a:gd name="T10" fmla="*/ 551 w 1102"/>
              <a:gd name="T11" fmla="*/ 0 h 1051"/>
              <a:gd name="T12" fmla="*/ 558 w 1102"/>
              <a:gd name="T13" fmla="*/ 1 h 1051"/>
              <a:gd name="T14" fmla="*/ 914 w 1102"/>
              <a:gd name="T15" fmla="*/ 423 h 1051"/>
              <a:gd name="T16" fmla="*/ 1101 w 1102"/>
              <a:gd name="T17" fmla="*/ 942 h 1051"/>
              <a:gd name="T18" fmla="*/ 1094 w 1102"/>
              <a:gd name="T19" fmla="*/ 954 h 1051"/>
              <a:gd name="T20" fmla="*/ 551 w 1102"/>
              <a:gd name="T21" fmla="*/ 1051 h 10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02" h="1051">
                <a:moveTo>
                  <a:pt x="551" y="1051"/>
                </a:moveTo>
                <a:cubicBezTo>
                  <a:pt x="182" y="1051"/>
                  <a:pt x="24" y="964"/>
                  <a:pt x="7" y="954"/>
                </a:cubicBezTo>
                <a:cubicBezTo>
                  <a:pt x="5" y="951"/>
                  <a:pt x="2" y="945"/>
                  <a:pt x="1" y="942"/>
                </a:cubicBezTo>
                <a:cubicBezTo>
                  <a:pt x="0" y="922"/>
                  <a:pt x="4" y="742"/>
                  <a:pt x="188" y="423"/>
                </a:cubicBezTo>
                <a:cubicBezTo>
                  <a:pt x="372" y="104"/>
                  <a:pt x="527" y="10"/>
                  <a:pt x="544" y="1"/>
                </a:cubicBezTo>
                <a:cubicBezTo>
                  <a:pt x="545" y="0"/>
                  <a:pt x="548" y="0"/>
                  <a:pt x="551" y="0"/>
                </a:cubicBezTo>
                <a:cubicBezTo>
                  <a:pt x="554" y="0"/>
                  <a:pt x="557" y="0"/>
                  <a:pt x="558" y="1"/>
                </a:cubicBezTo>
                <a:cubicBezTo>
                  <a:pt x="575" y="10"/>
                  <a:pt x="729" y="104"/>
                  <a:pt x="914" y="423"/>
                </a:cubicBezTo>
                <a:cubicBezTo>
                  <a:pt x="1102" y="748"/>
                  <a:pt x="1102" y="927"/>
                  <a:pt x="1101" y="942"/>
                </a:cubicBezTo>
                <a:cubicBezTo>
                  <a:pt x="1100" y="945"/>
                  <a:pt x="1097" y="951"/>
                  <a:pt x="1094" y="954"/>
                </a:cubicBezTo>
                <a:cubicBezTo>
                  <a:pt x="1078" y="964"/>
                  <a:pt x="920" y="1051"/>
                  <a:pt x="551" y="1051"/>
                </a:cubicBezTo>
                <a:close/>
              </a:path>
            </a:pathLst>
          </a:custGeom>
          <a:solidFill>
            <a:srgbClr val="BBC6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10"/>
          <p:cNvSpPr>
            <a:spLocks/>
          </p:cNvSpPr>
          <p:nvPr/>
        </p:nvSpPr>
        <p:spPr bwMode="auto">
          <a:xfrm>
            <a:off x="7912340" y="4235451"/>
            <a:ext cx="1851025" cy="1766888"/>
          </a:xfrm>
          <a:custGeom>
            <a:avLst/>
            <a:gdLst>
              <a:gd name="T0" fmla="*/ 551 w 1101"/>
              <a:gd name="T1" fmla="*/ 1051 h 1051"/>
              <a:gd name="T2" fmla="*/ 7 w 1101"/>
              <a:gd name="T3" fmla="*/ 954 h 1051"/>
              <a:gd name="T4" fmla="*/ 0 w 1101"/>
              <a:gd name="T5" fmla="*/ 942 h 1051"/>
              <a:gd name="T6" fmla="*/ 188 w 1101"/>
              <a:gd name="T7" fmla="*/ 422 h 1051"/>
              <a:gd name="T8" fmla="*/ 544 w 1101"/>
              <a:gd name="T9" fmla="*/ 0 h 1051"/>
              <a:gd name="T10" fmla="*/ 551 w 1101"/>
              <a:gd name="T11" fmla="*/ 0 h 1051"/>
              <a:gd name="T12" fmla="*/ 558 w 1101"/>
              <a:gd name="T13" fmla="*/ 0 h 1051"/>
              <a:gd name="T14" fmla="*/ 914 w 1101"/>
              <a:gd name="T15" fmla="*/ 422 h 1051"/>
              <a:gd name="T16" fmla="*/ 1101 w 1101"/>
              <a:gd name="T17" fmla="*/ 942 h 1051"/>
              <a:gd name="T18" fmla="*/ 1094 w 1101"/>
              <a:gd name="T19" fmla="*/ 954 h 1051"/>
              <a:gd name="T20" fmla="*/ 551 w 1101"/>
              <a:gd name="T21" fmla="*/ 1051 h 10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01" h="1051">
                <a:moveTo>
                  <a:pt x="551" y="1051"/>
                </a:moveTo>
                <a:cubicBezTo>
                  <a:pt x="182" y="1051"/>
                  <a:pt x="24" y="964"/>
                  <a:pt x="7" y="954"/>
                </a:cubicBezTo>
                <a:cubicBezTo>
                  <a:pt x="5" y="951"/>
                  <a:pt x="2" y="945"/>
                  <a:pt x="0" y="942"/>
                </a:cubicBezTo>
                <a:cubicBezTo>
                  <a:pt x="0" y="922"/>
                  <a:pt x="4" y="742"/>
                  <a:pt x="188" y="422"/>
                </a:cubicBezTo>
                <a:cubicBezTo>
                  <a:pt x="372" y="103"/>
                  <a:pt x="527" y="10"/>
                  <a:pt x="544" y="0"/>
                </a:cubicBezTo>
                <a:cubicBezTo>
                  <a:pt x="545" y="0"/>
                  <a:pt x="548" y="0"/>
                  <a:pt x="551" y="0"/>
                </a:cubicBezTo>
                <a:cubicBezTo>
                  <a:pt x="554" y="0"/>
                  <a:pt x="556" y="0"/>
                  <a:pt x="558" y="0"/>
                </a:cubicBezTo>
                <a:cubicBezTo>
                  <a:pt x="575" y="10"/>
                  <a:pt x="729" y="103"/>
                  <a:pt x="914" y="422"/>
                </a:cubicBezTo>
                <a:cubicBezTo>
                  <a:pt x="1098" y="742"/>
                  <a:pt x="1101" y="922"/>
                  <a:pt x="1101" y="942"/>
                </a:cubicBezTo>
                <a:cubicBezTo>
                  <a:pt x="1100" y="945"/>
                  <a:pt x="1097" y="951"/>
                  <a:pt x="1094" y="954"/>
                </a:cubicBezTo>
                <a:cubicBezTo>
                  <a:pt x="1077" y="964"/>
                  <a:pt x="920" y="1051"/>
                  <a:pt x="551" y="1051"/>
                </a:cubicBezTo>
                <a:close/>
              </a:path>
            </a:pathLst>
          </a:custGeom>
          <a:solidFill>
            <a:srgbClr val="BBC6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11"/>
          <p:cNvSpPr>
            <a:spLocks/>
          </p:cNvSpPr>
          <p:nvPr/>
        </p:nvSpPr>
        <p:spPr bwMode="auto">
          <a:xfrm>
            <a:off x="6293090" y="3660776"/>
            <a:ext cx="1851025" cy="1768475"/>
          </a:xfrm>
          <a:custGeom>
            <a:avLst/>
            <a:gdLst>
              <a:gd name="T0" fmla="*/ 551 w 1101"/>
              <a:gd name="T1" fmla="*/ 1051 h 1051"/>
              <a:gd name="T2" fmla="*/ 544 w 1101"/>
              <a:gd name="T3" fmla="*/ 1051 h 1051"/>
              <a:gd name="T4" fmla="*/ 188 w 1101"/>
              <a:gd name="T5" fmla="*/ 629 h 1051"/>
              <a:gd name="T6" fmla="*/ 0 w 1101"/>
              <a:gd name="T7" fmla="*/ 109 h 1051"/>
              <a:gd name="T8" fmla="*/ 7 w 1101"/>
              <a:gd name="T9" fmla="*/ 97 h 1051"/>
              <a:gd name="T10" fmla="*/ 551 w 1101"/>
              <a:gd name="T11" fmla="*/ 0 h 1051"/>
              <a:gd name="T12" fmla="*/ 1094 w 1101"/>
              <a:gd name="T13" fmla="*/ 97 h 1051"/>
              <a:gd name="T14" fmla="*/ 1101 w 1101"/>
              <a:gd name="T15" fmla="*/ 109 h 1051"/>
              <a:gd name="T16" fmla="*/ 914 w 1101"/>
              <a:gd name="T17" fmla="*/ 629 h 1051"/>
              <a:gd name="T18" fmla="*/ 558 w 1101"/>
              <a:gd name="T19" fmla="*/ 1051 h 1051"/>
              <a:gd name="T20" fmla="*/ 551 w 1101"/>
              <a:gd name="T21" fmla="*/ 1051 h 10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01" h="1051">
                <a:moveTo>
                  <a:pt x="551" y="1051"/>
                </a:moveTo>
                <a:cubicBezTo>
                  <a:pt x="548" y="1051"/>
                  <a:pt x="545" y="1051"/>
                  <a:pt x="544" y="1051"/>
                </a:cubicBezTo>
                <a:cubicBezTo>
                  <a:pt x="527" y="1041"/>
                  <a:pt x="372" y="948"/>
                  <a:pt x="188" y="629"/>
                </a:cubicBezTo>
                <a:cubicBezTo>
                  <a:pt x="0" y="303"/>
                  <a:pt x="0" y="124"/>
                  <a:pt x="0" y="109"/>
                </a:cubicBezTo>
                <a:cubicBezTo>
                  <a:pt x="1" y="106"/>
                  <a:pt x="5" y="100"/>
                  <a:pt x="7" y="97"/>
                </a:cubicBezTo>
                <a:cubicBezTo>
                  <a:pt x="24" y="87"/>
                  <a:pt x="182" y="0"/>
                  <a:pt x="551" y="0"/>
                </a:cubicBezTo>
                <a:cubicBezTo>
                  <a:pt x="919" y="0"/>
                  <a:pt x="1077" y="87"/>
                  <a:pt x="1094" y="97"/>
                </a:cubicBezTo>
                <a:cubicBezTo>
                  <a:pt x="1097" y="100"/>
                  <a:pt x="1100" y="106"/>
                  <a:pt x="1101" y="109"/>
                </a:cubicBezTo>
                <a:cubicBezTo>
                  <a:pt x="1101" y="129"/>
                  <a:pt x="1098" y="309"/>
                  <a:pt x="914" y="629"/>
                </a:cubicBezTo>
                <a:cubicBezTo>
                  <a:pt x="729" y="948"/>
                  <a:pt x="575" y="1041"/>
                  <a:pt x="558" y="1051"/>
                </a:cubicBezTo>
                <a:cubicBezTo>
                  <a:pt x="556" y="1051"/>
                  <a:pt x="554" y="1051"/>
                  <a:pt x="551" y="1051"/>
                </a:cubicBezTo>
                <a:close/>
              </a:path>
            </a:pathLst>
          </a:custGeom>
          <a:solidFill>
            <a:srgbClr val="C493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文本框 33"/>
          <p:cNvSpPr txBox="1"/>
          <p:nvPr/>
        </p:nvSpPr>
        <p:spPr>
          <a:xfrm>
            <a:off x="6949986" y="1859670"/>
            <a:ext cx="527709" cy="461665"/>
          </a:xfrm>
          <a:prstGeom prst="rect">
            <a:avLst/>
          </a:prstGeom>
          <a:noFill/>
        </p:spPr>
        <p:txBody>
          <a:bodyPr wrap="none" rtlCol="0">
            <a:spAutoFit/>
          </a:bodyPr>
          <a:lstStyle/>
          <a:p>
            <a:r>
              <a:rPr lang="en-US" altLang="zh-CN" sz="2400" dirty="0">
                <a:solidFill>
                  <a:schemeClr val="bg1"/>
                </a:solidFill>
                <a:latin typeface="Arial" panose="020B0604020202020204" pitchFamily="34" charset="0"/>
                <a:ea typeface="Microsoft YaHei UI" panose="020B0503020204020204" pitchFamily="34" charset="-122"/>
                <a:cs typeface="Arial" panose="020B0604020202020204" pitchFamily="34" charset="0"/>
              </a:rPr>
              <a:t>01</a:t>
            </a:r>
            <a:endParaRPr lang="zh-CN" altLang="en-US" sz="2400" dirty="0">
              <a:solidFill>
                <a:schemeClr val="bg1"/>
              </a:solidFill>
              <a:latin typeface="Arial" panose="020B0604020202020204" pitchFamily="34" charset="0"/>
              <a:ea typeface="Microsoft YaHei UI" panose="020B0503020204020204" pitchFamily="34" charset="-122"/>
              <a:cs typeface="Arial" panose="020B0604020202020204" pitchFamily="34" charset="0"/>
            </a:endParaRPr>
          </a:p>
        </p:txBody>
      </p:sp>
      <p:sp>
        <p:nvSpPr>
          <p:cNvPr id="35" name="文本框 34"/>
          <p:cNvSpPr txBox="1"/>
          <p:nvPr/>
        </p:nvSpPr>
        <p:spPr>
          <a:xfrm>
            <a:off x="8566061" y="1859670"/>
            <a:ext cx="527709" cy="461665"/>
          </a:xfrm>
          <a:prstGeom prst="rect">
            <a:avLst/>
          </a:prstGeom>
          <a:noFill/>
        </p:spPr>
        <p:txBody>
          <a:bodyPr wrap="none" rtlCol="0">
            <a:spAutoFit/>
          </a:bodyPr>
          <a:lstStyle/>
          <a:p>
            <a:r>
              <a:rPr lang="en-US" altLang="zh-CN" sz="2400" dirty="0">
                <a:solidFill>
                  <a:schemeClr val="bg1"/>
                </a:solidFill>
                <a:latin typeface="Arial" panose="020B0604020202020204" pitchFamily="34" charset="0"/>
                <a:ea typeface="Microsoft YaHei UI" panose="020B0503020204020204" pitchFamily="34" charset="-122"/>
                <a:cs typeface="Arial" panose="020B0604020202020204" pitchFamily="34" charset="0"/>
              </a:rPr>
              <a:t>02</a:t>
            </a:r>
            <a:endParaRPr lang="zh-CN" altLang="en-US" sz="2400" dirty="0">
              <a:solidFill>
                <a:schemeClr val="bg1"/>
              </a:solidFill>
              <a:latin typeface="Arial" panose="020B0604020202020204" pitchFamily="34" charset="0"/>
              <a:ea typeface="Microsoft YaHei UI" panose="020B0503020204020204" pitchFamily="34" charset="-122"/>
              <a:cs typeface="Arial" panose="020B0604020202020204" pitchFamily="34" charset="0"/>
            </a:endParaRPr>
          </a:p>
        </p:txBody>
      </p:sp>
      <p:sp>
        <p:nvSpPr>
          <p:cNvPr id="36" name="文本框 35"/>
          <p:cNvSpPr txBox="1"/>
          <p:nvPr/>
        </p:nvSpPr>
        <p:spPr>
          <a:xfrm>
            <a:off x="10191661" y="1859670"/>
            <a:ext cx="527709" cy="461665"/>
          </a:xfrm>
          <a:prstGeom prst="rect">
            <a:avLst/>
          </a:prstGeom>
          <a:noFill/>
        </p:spPr>
        <p:txBody>
          <a:bodyPr wrap="none" rtlCol="0">
            <a:spAutoFit/>
          </a:bodyPr>
          <a:lstStyle/>
          <a:p>
            <a:r>
              <a:rPr lang="en-US" altLang="zh-CN" sz="2400" dirty="0">
                <a:solidFill>
                  <a:schemeClr val="bg1"/>
                </a:solidFill>
                <a:latin typeface="Arial" panose="020B0604020202020204" pitchFamily="34" charset="0"/>
                <a:ea typeface="Microsoft YaHei UI" panose="020B0503020204020204" pitchFamily="34" charset="-122"/>
                <a:cs typeface="Arial" panose="020B0604020202020204" pitchFamily="34" charset="0"/>
              </a:rPr>
              <a:t>03</a:t>
            </a:r>
            <a:endParaRPr lang="zh-CN" altLang="en-US" sz="2400" dirty="0">
              <a:solidFill>
                <a:schemeClr val="bg1"/>
              </a:solidFill>
              <a:latin typeface="Arial" panose="020B0604020202020204" pitchFamily="34" charset="0"/>
              <a:ea typeface="Microsoft YaHei UI" panose="020B0503020204020204" pitchFamily="34" charset="-122"/>
              <a:cs typeface="Arial" panose="020B0604020202020204" pitchFamily="34" charset="0"/>
            </a:endParaRPr>
          </a:p>
        </p:txBody>
      </p:sp>
      <p:sp>
        <p:nvSpPr>
          <p:cNvPr id="37" name="文本框 36"/>
          <p:cNvSpPr txBox="1"/>
          <p:nvPr/>
        </p:nvSpPr>
        <p:spPr>
          <a:xfrm>
            <a:off x="6949986" y="4485654"/>
            <a:ext cx="527709" cy="461665"/>
          </a:xfrm>
          <a:prstGeom prst="rect">
            <a:avLst/>
          </a:prstGeom>
          <a:noFill/>
        </p:spPr>
        <p:txBody>
          <a:bodyPr wrap="none" rtlCol="0">
            <a:spAutoFit/>
          </a:bodyPr>
          <a:lstStyle/>
          <a:p>
            <a:r>
              <a:rPr lang="en-US" altLang="zh-CN" sz="2400" dirty="0">
                <a:solidFill>
                  <a:schemeClr val="bg1"/>
                </a:solidFill>
                <a:latin typeface="Arial" panose="020B0604020202020204" pitchFamily="34" charset="0"/>
                <a:ea typeface="Microsoft YaHei UI" panose="020B0503020204020204" pitchFamily="34" charset="-122"/>
                <a:cs typeface="Arial" panose="020B0604020202020204" pitchFamily="34" charset="0"/>
              </a:rPr>
              <a:t>04</a:t>
            </a:r>
            <a:endParaRPr lang="zh-CN" altLang="en-US" sz="2400" dirty="0">
              <a:solidFill>
                <a:schemeClr val="bg1"/>
              </a:solidFill>
              <a:latin typeface="Arial" panose="020B0604020202020204" pitchFamily="34" charset="0"/>
              <a:ea typeface="Microsoft YaHei UI" panose="020B0503020204020204" pitchFamily="34" charset="-122"/>
              <a:cs typeface="Arial" panose="020B0604020202020204" pitchFamily="34" charset="0"/>
            </a:endParaRPr>
          </a:p>
        </p:txBody>
      </p:sp>
      <p:sp>
        <p:nvSpPr>
          <p:cNvPr id="38" name="文本框 37"/>
          <p:cNvSpPr txBox="1"/>
          <p:nvPr/>
        </p:nvSpPr>
        <p:spPr>
          <a:xfrm>
            <a:off x="8566061" y="4485654"/>
            <a:ext cx="527709" cy="461665"/>
          </a:xfrm>
          <a:prstGeom prst="rect">
            <a:avLst/>
          </a:prstGeom>
          <a:noFill/>
        </p:spPr>
        <p:txBody>
          <a:bodyPr wrap="none" rtlCol="0">
            <a:spAutoFit/>
          </a:bodyPr>
          <a:lstStyle/>
          <a:p>
            <a:r>
              <a:rPr lang="en-US" altLang="zh-CN" sz="2400" dirty="0">
                <a:solidFill>
                  <a:schemeClr val="bg1"/>
                </a:solidFill>
                <a:latin typeface="Arial" panose="020B0604020202020204" pitchFamily="34" charset="0"/>
                <a:ea typeface="Microsoft YaHei UI" panose="020B0503020204020204" pitchFamily="34" charset="-122"/>
                <a:cs typeface="Arial" panose="020B0604020202020204" pitchFamily="34" charset="0"/>
              </a:rPr>
              <a:t>05</a:t>
            </a:r>
            <a:endParaRPr lang="zh-CN" altLang="en-US" sz="2400" dirty="0">
              <a:solidFill>
                <a:schemeClr val="bg1"/>
              </a:solidFill>
              <a:latin typeface="Arial" panose="020B0604020202020204" pitchFamily="34" charset="0"/>
              <a:ea typeface="Microsoft YaHei UI" panose="020B0503020204020204" pitchFamily="34" charset="-122"/>
              <a:cs typeface="Arial" panose="020B0604020202020204" pitchFamily="34" charset="0"/>
            </a:endParaRPr>
          </a:p>
        </p:txBody>
      </p:sp>
      <p:sp>
        <p:nvSpPr>
          <p:cNvPr id="39" name="文本框 38"/>
          <p:cNvSpPr txBox="1"/>
          <p:nvPr/>
        </p:nvSpPr>
        <p:spPr>
          <a:xfrm>
            <a:off x="10191661" y="4485654"/>
            <a:ext cx="527709" cy="461665"/>
          </a:xfrm>
          <a:prstGeom prst="rect">
            <a:avLst/>
          </a:prstGeom>
          <a:noFill/>
        </p:spPr>
        <p:txBody>
          <a:bodyPr wrap="none" rtlCol="0">
            <a:spAutoFit/>
          </a:bodyPr>
          <a:lstStyle/>
          <a:p>
            <a:r>
              <a:rPr lang="en-US" altLang="zh-CN" sz="2400" dirty="0">
                <a:solidFill>
                  <a:schemeClr val="bg1"/>
                </a:solidFill>
                <a:latin typeface="Arial" panose="020B0604020202020204" pitchFamily="34" charset="0"/>
                <a:ea typeface="Microsoft YaHei UI" panose="020B0503020204020204" pitchFamily="34" charset="-122"/>
                <a:cs typeface="Arial" panose="020B0604020202020204" pitchFamily="34" charset="0"/>
              </a:rPr>
              <a:t>06</a:t>
            </a:r>
            <a:endParaRPr lang="zh-CN" altLang="en-US" sz="2400" dirty="0">
              <a:solidFill>
                <a:schemeClr val="bg1"/>
              </a:solidFill>
              <a:latin typeface="Arial" panose="020B0604020202020204" pitchFamily="34" charset="0"/>
              <a:ea typeface="Microsoft YaHei UI" panose="020B0503020204020204" pitchFamily="34" charset="-122"/>
              <a:cs typeface="Arial" panose="020B0604020202020204" pitchFamily="34" charset="0"/>
            </a:endParaRPr>
          </a:p>
        </p:txBody>
      </p:sp>
      <p:sp>
        <p:nvSpPr>
          <p:cNvPr id="40" name="文本框 39"/>
          <p:cNvSpPr txBox="1"/>
          <p:nvPr/>
        </p:nvSpPr>
        <p:spPr>
          <a:xfrm>
            <a:off x="6469543" y="2562826"/>
            <a:ext cx="1366849" cy="369332"/>
          </a:xfrm>
          <a:prstGeom prst="rect">
            <a:avLst/>
          </a:prstGeom>
          <a:noFill/>
        </p:spPr>
        <p:txBody>
          <a:bodyPr wrap="none" rtlCol="0">
            <a:spAutoFit/>
          </a:bodyPr>
          <a:lstStyle/>
          <a:p>
            <a:r>
              <a:rPr lang="en-US" altLang="zh-CN" dirty="0">
                <a:solidFill>
                  <a:schemeClr val="bg1"/>
                </a:solidFill>
              </a:rPr>
              <a:t>Sample Text.</a:t>
            </a:r>
            <a:endParaRPr lang="zh-CN" altLang="en-US" dirty="0">
              <a:solidFill>
                <a:schemeClr val="bg1"/>
              </a:solidFill>
            </a:endParaRPr>
          </a:p>
        </p:txBody>
      </p:sp>
      <p:sp>
        <p:nvSpPr>
          <p:cNvPr id="41" name="文本框 40"/>
          <p:cNvSpPr txBox="1"/>
          <p:nvPr/>
        </p:nvSpPr>
        <p:spPr>
          <a:xfrm>
            <a:off x="9776054" y="2562826"/>
            <a:ext cx="1366849" cy="369332"/>
          </a:xfrm>
          <a:prstGeom prst="rect">
            <a:avLst/>
          </a:prstGeom>
          <a:noFill/>
        </p:spPr>
        <p:txBody>
          <a:bodyPr wrap="none" rtlCol="0">
            <a:spAutoFit/>
          </a:bodyPr>
          <a:lstStyle/>
          <a:p>
            <a:r>
              <a:rPr lang="en-US" altLang="zh-CN" dirty="0">
                <a:solidFill>
                  <a:schemeClr val="bg1"/>
                </a:solidFill>
              </a:rPr>
              <a:t>Sample Text.</a:t>
            </a:r>
            <a:endParaRPr lang="zh-CN" altLang="en-US" dirty="0">
              <a:solidFill>
                <a:schemeClr val="bg1"/>
              </a:solidFill>
            </a:endParaRPr>
          </a:p>
        </p:txBody>
      </p:sp>
      <p:sp>
        <p:nvSpPr>
          <p:cNvPr id="42" name="文本框 41"/>
          <p:cNvSpPr txBox="1"/>
          <p:nvPr/>
        </p:nvSpPr>
        <p:spPr>
          <a:xfrm>
            <a:off x="6469543" y="3903781"/>
            <a:ext cx="1366849" cy="369332"/>
          </a:xfrm>
          <a:prstGeom prst="rect">
            <a:avLst/>
          </a:prstGeom>
          <a:noFill/>
        </p:spPr>
        <p:txBody>
          <a:bodyPr wrap="none" rtlCol="0">
            <a:spAutoFit/>
          </a:bodyPr>
          <a:lstStyle/>
          <a:p>
            <a:r>
              <a:rPr lang="en-US" altLang="zh-CN" dirty="0">
                <a:solidFill>
                  <a:schemeClr val="bg1"/>
                </a:solidFill>
              </a:rPr>
              <a:t>Sample Text.</a:t>
            </a:r>
            <a:endParaRPr lang="zh-CN" altLang="en-US" dirty="0">
              <a:solidFill>
                <a:schemeClr val="bg1"/>
              </a:solidFill>
            </a:endParaRPr>
          </a:p>
        </p:txBody>
      </p:sp>
      <p:sp>
        <p:nvSpPr>
          <p:cNvPr id="43" name="文本框 42"/>
          <p:cNvSpPr txBox="1"/>
          <p:nvPr/>
        </p:nvSpPr>
        <p:spPr>
          <a:xfrm>
            <a:off x="9776054" y="3903781"/>
            <a:ext cx="1366849" cy="369332"/>
          </a:xfrm>
          <a:prstGeom prst="rect">
            <a:avLst/>
          </a:prstGeom>
          <a:noFill/>
        </p:spPr>
        <p:txBody>
          <a:bodyPr wrap="none" rtlCol="0">
            <a:spAutoFit/>
          </a:bodyPr>
          <a:lstStyle/>
          <a:p>
            <a:r>
              <a:rPr lang="en-US" altLang="zh-CN" dirty="0">
                <a:solidFill>
                  <a:schemeClr val="bg1"/>
                </a:solidFill>
              </a:rPr>
              <a:t>Sample Text.</a:t>
            </a:r>
            <a:endParaRPr lang="zh-CN" altLang="en-US" dirty="0">
              <a:solidFill>
                <a:schemeClr val="bg1"/>
              </a:solidFill>
            </a:endParaRPr>
          </a:p>
        </p:txBody>
      </p:sp>
      <p:sp>
        <p:nvSpPr>
          <p:cNvPr id="44" name="文本框 43"/>
          <p:cNvSpPr txBox="1"/>
          <p:nvPr/>
        </p:nvSpPr>
        <p:spPr>
          <a:xfrm>
            <a:off x="8125180" y="1064181"/>
            <a:ext cx="1366849" cy="369332"/>
          </a:xfrm>
          <a:prstGeom prst="rect">
            <a:avLst/>
          </a:prstGeom>
          <a:noFill/>
        </p:spPr>
        <p:txBody>
          <a:bodyPr wrap="none" rtlCol="0">
            <a:spAutoFit/>
          </a:bodyPr>
          <a:lstStyle/>
          <a:p>
            <a:r>
              <a:rPr lang="en-US" altLang="zh-CN" dirty="0">
                <a:solidFill>
                  <a:schemeClr val="bg1"/>
                </a:solidFill>
              </a:rPr>
              <a:t>Sample Text.</a:t>
            </a:r>
            <a:endParaRPr lang="zh-CN" altLang="en-US" dirty="0">
              <a:solidFill>
                <a:schemeClr val="bg1"/>
              </a:solidFill>
            </a:endParaRPr>
          </a:p>
        </p:txBody>
      </p:sp>
      <p:sp>
        <p:nvSpPr>
          <p:cNvPr id="45" name="文本框 44"/>
          <p:cNvSpPr txBox="1"/>
          <p:nvPr/>
        </p:nvSpPr>
        <p:spPr>
          <a:xfrm>
            <a:off x="8125180" y="5239822"/>
            <a:ext cx="1366849" cy="369332"/>
          </a:xfrm>
          <a:prstGeom prst="rect">
            <a:avLst/>
          </a:prstGeom>
          <a:noFill/>
        </p:spPr>
        <p:txBody>
          <a:bodyPr wrap="none" rtlCol="0">
            <a:spAutoFit/>
          </a:bodyPr>
          <a:lstStyle/>
          <a:p>
            <a:r>
              <a:rPr lang="en-US" altLang="zh-CN" dirty="0">
                <a:solidFill>
                  <a:schemeClr val="bg1"/>
                </a:solidFill>
              </a:rPr>
              <a:t>Sample Text.</a:t>
            </a:r>
            <a:endParaRPr lang="zh-CN" altLang="en-US" dirty="0">
              <a:solidFill>
                <a:schemeClr val="bg1"/>
              </a:solidFill>
            </a:endParaRPr>
          </a:p>
        </p:txBody>
      </p:sp>
    </p:spTree>
    <p:extLst>
      <p:ext uri="{BB962C8B-B14F-4D97-AF65-F5344CB8AC3E}">
        <p14:creationId xmlns:p14="http://schemas.microsoft.com/office/powerpoint/2010/main" val="599261504"/>
      </p:ext>
    </p:extLst>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 name="组合 17"/>
          <p:cNvGrpSpPr/>
          <p:nvPr/>
        </p:nvGrpSpPr>
        <p:grpSpPr>
          <a:xfrm>
            <a:off x="6096000" y="659447"/>
            <a:ext cx="5785450" cy="5539106"/>
            <a:chOff x="4498975" y="-177800"/>
            <a:chExt cx="7531100" cy="7210426"/>
          </a:xfrm>
        </p:grpSpPr>
        <p:sp>
          <p:nvSpPr>
            <p:cNvPr id="10" name="Freeform 10"/>
            <p:cNvSpPr>
              <a:spLocks/>
            </p:cNvSpPr>
            <p:nvPr/>
          </p:nvSpPr>
          <p:spPr bwMode="auto">
            <a:xfrm>
              <a:off x="5576888" y="3427413"/>
              <a:ext cx="2687638" cy="3605213"/>
            </a:xfrm>
            <a:custGeom>
              <a:avLst/>
              <a:gdLst>
                <a:gd name="T0" fmla="*/ 93 w 723"/>
                <a:gd name="T1" fmla="*/ 416 h 970"/>
                <a:gd name="T2" fmla="*/ 217 w 723"/>
                <a:gd name="T3" fmla="*/ 877 h 970"/>
                <a:gd name="T4" fmla="*/ 678 w 723"/>
                <a:gd name="T5" fmla="*/ 753 h 970"/>
                <a:gd name="T6" fmla="*/ 723 w 723"/>
                <a:gd name="T7" fmla="*/ 582 h 970"/>
                <a:gd name="T8" fmla="*/ 723 w 723"/>
                <a:gd name="T9" fmla="*/ 582 h 970"/>
                <a:gd name="T10" fmla="*/ 723 w 723"/>
                <a:gd name="T11" fmla="*/ 0 h 970"/>
                <a:gd name="T12" fmla="*/ 219 w 723"/>
                <a:gd name="T13" fmla="*/ 291 h 970"/>
                <a:gd name="T14" fmla="*/ 219 w 723"/>
                <a:gd name="T15" fmla="*/ 291 h 970"/>
                <a:gd name="T16" fmla="*/ 93 w 723"/>
                <a:gd name="T17" fmla="*/ 416 h 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3" h="970">
                  <a:moveTo>
                    <a:pt x="93" y="416"/>
                  </a:moveTo>
                  <a:cubicBezTo>
                    <a:pt x="0" y="577"/>
                    <a:pt x="55" y="784"/>
                    <a:pt x="217" y="877"/>
                  </a:cubicBezTo>
                  <a:cubicBezTo>
                    <a:pt x="378" y="970"/>
                    <a:pt x="585" y="915"/>
                    <a:pt x="678" y="753"/>
                  </a:cubicBezTo>
                  <a:cubicBezTo>
                    <a:pt x="709" y="699"/>
                    <a:pt x="723" y="640"/>
                    <a:pt x="723" y="582"/>
                  </a:cubicBezTo>
                  <a:cubicBezTo>
                    <a:pt x="723" y="582"/>
                    <a:pt x="723" y="582"/>
                    <a:pt x="723" y="582"/>
                  </a:cubicBezTo>
                  <a:cubicBezTo>
                    <a:pt x="723" y="0"/>
                    <a:pt x="723" y="0"/>
                    <a:pt x="723" y="0"/>
                  </a:cubicBezTo>
                  <a:cubicBezTo>
                    <a:pt x="219" y="291"/>
                    <a:pt x="219" y="291"/>
                    <a:pt x="219" y="291"/>
                  </a:cubicBezTo>
                  <a:cubicBezTo>
                    <a:pt x="219" y="291"/>
                    <a:pt x="219" y="291"/>
                    <a:pt x="219" y="291"/>
                  </a:cubicBezTo>
                  <a:cubicBezTo>
                    <a:pt x="168" y="320"/>
                    <a:pt x="124" y="362"/>
                    <a:pt x="93" y="416"/>
                  </a:cubicBezTo>
                  <a:close/>
                </a:path>
              </a:pathLst>
            </a:custGeom>
            <a:solidFill>
              <a:srgbClr val="4BAE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 name="Freeform 11"/>
            <p:cNvSpPr>
              <a:spLocks/>
            </p:cNvSpPr>
            <p:nvPr/>
          </p:nvSpPr>
          <p:spPr bwMode="auto">
            <a:xfrm>
              <a:off x="8264525" y="-177800"/>
              <a:ext cx="2687638" cy="3605213"/>
            </a:xfrm>
            <a:custGeom>
              <a:avLst/>
              <a:gdLst>
                <a:gd name="T0" fmla="*/ 630 w 723"/>
                <a:gd name="T1" fmla="*/ 554 h 970"/>
                <a:gd name="T2" fmla="*/ 506 w 723"/>
                <a:gd name="T3" fmla="*/ 93 h 970"/>
                <a:gd name="T4" fmla="*/ 45 w 723"/>
                <a:gd name="T5" fmla="*/ 216 h 970"/>
                <a:gd name="T6" fmla="*/ 0 w 723"/>
                <a:gd name="T7" fmla="*/ 388 h 970"/>
                <a:gd name="T8" fmla="*/ 0 w 723"/>
                <a:gd name="T9" fmla="*/ 388 h 970"/>
                <a:gd name="T10" fmla="*/ 0 w 723"/>
                <a:gd name="T11" fmla="*/ 970 h 970"/>
                <a:gd name="T12" fmla="*/ 504 w 723"/>
                <a:gd name="T13" fmla="*/ 679 h 970"/>
                <a:gd name="T14" fmla="*/ 504 w 723"/>
                <a:gd name="T15" fmla="*/ 679 h 970"/>
                <a:gd name="T16" fmla="*/ 630 w 723"/>
                <a:gd name="T17" fmla="*/ 554 h 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3" h="970">
                  <a:moveTo>
                    <a:pt x="630" y="554"/>
                  </a:moveTo>
                  <a:cubicBezTo>
                    <a:pt x="723" y="393"/>
                    <a:pt x="668" y="186"/>
                    <a:pt x="506" y="93"/>
                  </a:cubicBezTo>
                  <a:cubicBezTo>
                    <a:pt x="345" y="0"/>
                    <a:pt x="138" y="55"/>
                    <a:pt x="45" y="216"/>
                  </a:cubicBezTo>
                  <a:cubicBezTo>
                    <a:pt x="14" y="270"/>
                    <a:pt x="0" y="329"/>
                    <a:pt x="0" y="388"/>
                  </a:cubicBezTo>
                  <a:cubicBezTo>
                    <a:pt x="0" y="388"/>
                    <a:pt x="0" y="388"/>
                    <a:pt x="0" y="388"/>
                  </a:cubicBezTo>
                  <a:cubicBezTo>
                    <a:pt x="0" y="970"/>
                    <a:pt x="0" y="970"/>
                    <a:pt x="0" y="970"/>
                  </a:cubicBezTo>
                  <a:cubicBezTo>
                    <a:pt x="504" y="679"/>
                    <a:pt x="504" y="679"/>
                    <a:pt x="504" y="679"/>
                  </a:cubicBezTo>
                  <a:cubicBezTo>
                    <a:pt x="504" y="679"/>
                    <a:pt x="504" y="679"/>
                    <a:pt x="504" y="679"/>
                  </a:cubicBezTo>
                  <a:cubicBezTo>
                    <a:pt x="555" y="650"/>
                    <a:pt x="599" y="608"/>
                    <a:pt x="630" y="554"/>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 name="Freeform 12"/>
            <p:cNvSpPr>
              <a:spLocks/>
            </p:cNvSpPr>
            <p:nvPr/>
          </p:nvSpPr>
          <p:spPr bwMode="auto">
            <a:xfrm>
              <a:off x="8264525" y="2170113"/>
              <a:ext cx="3765550" cy="2509838"/>
            </a:xfrm>
            <a:custGeom>
              <a:avLst/>
              <a:gdLst>
                <a:gd name="T0" fmla="*/ 675 w 1013"/>
                <a:gd name="T1" fmla="*/ 675 h 675"/>
                <a:gd name="T2" fmla="*/ 1013 w 1013"/>
                <a:gd name="T3" fmla="*/ 338 h 675"/>
                <a:gd name="T4" fmla="*/ 675 w 1013"/>
                <a:gd name="T5" fmla="*/ 0 h 675"/>
                <a:gd name="T6" fmla="*/ 504 w 1013"/>
                <a:gd name="T7" fmla="*/ 47 h 675"/>
                <a:gd name="T8" fmla="*/ 504 w 1013"/>
                <a:gd name="T9" fmla="*/ 47 h 675"/>
                <a:gd name="T10" fmla="*/ 0 w 1013"/>
                <a:gd name="T11" fmla="*/ 338 h 675"/>
                <a:gd name="T12" fmla="*/ 504 w 1013"/>
                <a:gd name="T13" fmla="*/ 629 h 675"/>
                <a:gd name="T14" fmla="*/ 504 w 1013"/>
                <a:gd name="T15" fmla="*/ 629 h 675"/>
                <a:gd name="T16" fmla="*/ 675 w 1013"/>
                <a:gd name="T17" fmla="*/ 675 h 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3" h="675">
                  <a:moveTo>
                    <a:pt x="675" y="675"/>
                  </a:moveTo>
                  <a:cubicBezTo>
                    <a:pt x="861" y="675"/>
                    <a:pt x="1013" y="524"/>
                    <a:pt x="1013" y="338"/>
                  </a:cubicBezTo>
                  <a:cubicBezTo>
                    <a:pt x="1013" y="151"/>
                    <a:pt x="861" y="0"/>
                    <a:pt x="675" y="0"/>
                  </a:cubicBezTo>
                  <a:cubicBezTo>
                    <a:pt x="613" y="0"/>
                    <a:pt x="554" y="17"/>
                    <a:pt x="504" y="47"/>
                  </a:cubicBezTo>
                  <a:cubicBezTo>
                    <a:pt x="504" y="47"/>
                    <a:pt x="504" y="47"/>
                    <a:pt x="504" y="47"/>
                  </a:cubicBezTo>
                  <a:cubicBezTo>
                    <a:pt x="0" y="338"/>
                    <a:pt x="0" y="338"/>
                    <a:pt x="0" y="338"/>
                  </a:cubicBezTo>
                  <a:cubicBezTo>
                    <a:pt x="504" y="629"/>
                    <a:pt x="504" y="629"/>
                    <a:pt x="504" y="629"/>
                  </a:cubicBezTo>
                  <a:cubicBezTo>
                    <a:pt x="504" y="629"/>
                    <a:pt x="504" y="629"/>
                    <a:pt x="504" y="629"/>
                  </a:cubicBezTo>
                  <a:cubicBezTo>
                    <a:pt x="554" y="658"/>
                    <a:pt x="613" y="675"/>
                    <a:pt x="675" y="675"/>
                  </a:cubicBezTo>
                  <a:close/>
                </a:path>
              </a:pathLst>
            </a:custGeom>
            <a:solidFill>
              <a:srgbClr val="1D8D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 name="Freeform 13"/>
            <p:cNvSpPr>
              <a:spLocks/>
            </p:cNvSpPr>
            <p:nvPr/>
          </p:nvSpPr>
          <p:spPr bwMode="auto">
            <a:xfrm>
              <a:off x="8264525" y="3427413"/>
              <a:ext cx="2687638" cy="3605213"/>
            </a:xfrm>
            <a:custGeom>
              <a:avLst/>
              <a:gdLst>
                <a:gd name="T0" fmla="*/ 45 w 723"/>
                <a:gd name="T1" fmla="*/ 753 h 970"/>
                <a:gd name="T2" fmla="*/ 506 w 723"/>
                <a:gd name="T3" fmla="*/ 877 h 970"/>
                <a:gd name="T4" fmla="*/ 630 w 723"/>
                <a:gd name="T5" fmla="*/ 416 h 970"/>
                <a:gd name="T6" fmla="*/ 504 w 723"/>
                <a:gd name="T7" fmla="*/ 291 h 970"/>
                <a:gd name="T8" fmla="*/ 504 w 723"/>
                <a:gd name="T9" fmla="*/ 291 h 970"/>
                <a:gd name="T10" fmla="*/ 0 w 723"/>
                <a:gd name="T11" fmla="*/ 0 h 970"/>
                <a:gd name="T12" fmla="*/ 0 w 723"/>
                <a:gd name="T13" fmla="*/ 582 h 970"/>
                <a:gd name="T14" fmla="*/ 0 w 723"/>
                <a:gd name="T15" fmla="*/ 582 h 970"/>
                <a:gd name="T16" fmla="*/ 45 w 723"/>
                <a:gd name="T17" fmla="*/ 753 h 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3" h="970">
                  <a:moveTo>
                    <a:pt x="45" y="753"/>
                  </a:moveTo>
                  <a:cubicBezTo>
                    <a:pt x="138" y="915"/>
                    <a:pt x="345" y="970"/>
                    <a:pt x="506" y="877"/>
                  </a:cubicBezTo>
                  <a:cubicBezTo>
                    <a:pt x="668" y="784"/>
                    <a:pt x="723" y="577"/>
                    <a:pt x="630" y="416"/>
                  </a:cubicBezTo>
                  <a:cubicBezTo>
                    <a:pt x="599" y="362"/>
                    <a:pt x="555" y="320"/>
                    <a:pt x="504" y="291"/>
                  </a:cubicBezTo>
                  <a:cubicBezTo>
                    <a:pt x="504" y="291"/>
                    <a:pt x="504" y="291"/>
                    <a:pt x="504" y="291"/>
                  </a:cubicBezTo>
                  <a:cubicBezTo>
                    <a:pt x="0" y="0"/>
                    <a:pt x="0" y="0"/>
                    <a:pt x="0" y="0"/>
                  </a:cubicBezTo>
                  <a:cubicBezTo>
                    <a:pt x="0" y="582"/>
                    <a:pt x="0" y="582"/>
                    <a:pt x="0" y="582"/>
                  </a:cubicBezTo>
                  <a:cubicBezTo>
                    <a:pt x="0" y="582"/>
                    <a:pt x="0" y="582"/>
                    <a:pt x="0" y="582"/>
                  </a:cubicBezTo>
                  <a:cubicBezTo>
                    <a:pt x="0" y="640"/>
                    <a:pt x="14" y="699"/>
                    <a:pt x="45" y="753"/>
                  </a:cubicBezTo>
                  <a:close/>
                </a:path>
              </a:pathLst>
            </a:custGeom>
            <a:solidFill>
              <a:srgbClr val="0070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 name="Freeform 14"/>
            <p:cNvSpPr>
              <a:spLocks/>
            </p:cNvSpPr>
            <p:nvPr/>
          </p:nvSpPr>
          <p:spPr bwMode="auto">
            <a:xfrm>
              <a:off x="4498975" y="2170113"/>
              <a:ext cx="3765550" cy="2509838"/>
            </a:xfrm>
            <a:custGeom>
              <a:avLst/>
              <a:gdLst>
                <a:gd name="T0" fmla="*/ 338 w 1013"/>
                <a:gd name="T1" fmla="*/ 0 h 675"/>
                <a:gd name="T2" fmla="*/ 0 w 1013"/>
                <a:gd name="T3" fmla="*/ 338 h 675"/>
                <a:gd name="T4" fmla="*/ 338 w 1013"/>
                <a:gd name="T5" fmla="*/ 675 h 675"/>
                <a:gd name="T6" fmla="*/ 509 w 1013"/>
                <a:gd name="T7" fmla="*/ 629 h 675"/>
                <a:gd name="T8" fmla="*/ 509 w 1013"/>
                <a:gd name="T9" fmla="*/ 629 h 675"/>
                <a:gd name="T10" fmla="*/ 1013 w 1013"/>
                <a:gd name="T11" fmla="*/ 338 h 675"/>
                <a:gd name="T12" fmla="*/ 509 w 1013"/>
                <a:gd name="T13" fmla="*/ 47 h 675"/>
                <a:gd name="T14" fmla="*/ 509 w 1013"/>
                <a:gd name="T15" fmla="*/ 47 h 675"/>
                <a:gd name="T16" fmla="*/ 338 w 1013"/>
                <a:gd name="T17" fmla="*/ 0 h 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3" h="675">
                  <a:moveTo>
                    <a:pt x="338" y="0"/>
                  </a:moveTo>
                  <a:cubicBezTo>
                    <a:pt x="152" y="0"/>
                    <a:pt x="0" y="151"/>
                    <a:pt x="0" y="338"/>
                  </a:cubicBezTo>
                  <a:cubicBezTo>
                    <a:pt x="0" y="524"/>
                    <a:pt x="152" y="675"/>
                    <a:pt x="338" y="675"/>
                  </a:cubicBezTo>
                  <a:cubicBezTo>
                    <a:pt x="400" y="675"/>
                    <a:pt x="459" y="658"/>
                    <a:pt x="509" y="629"/>
                  </a:cubicBezTo>
                  <a:cubicBezTo>
                    <a:pt x="509" y="629"/>
                    <a:pt x="509" y="629"/>
                    <a:pt x="509" y="629"/>
                  </a:cubicBezTo>
                  <a:cubicBezTo>
                    <a:pt x="1013" y="338"/>
                    <a:pt x="1013" y="338"/>
                    <a:pt x="1013" y="338"/>
                  </a:cubicBezTo>
                  <a:cubicBezTo>
                    <a:pt x="509" y="47"/>
                    <a:pt x="509" y="47"/>
                    <a:pt x="509" y="47"/>
                  </a:cubicBezTo>
                  <a:cubicBezTo>
                    <a:pt x="509" y="47"/>
                    <a:pt x="509" y="47"/>
                    <a:pt x="509" y="47"/>
                  </a:cubicBezTo>
                  <a:cubicBezTo>
                    <a:pt x="459" y="17"/>
                    <a:pt x="400" y="0"/>
                    <a:pt x="338" y="0"/>
                  </a:cubicBezTo>
                  <a:close/>
                </a:path>
              </a:pathLst>
            </a:custGeom>
            <a:solidFill>
              <a:srgbClr val="85C9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 name="Freeform 15"/>
            <p:cNvSpPr>
              <a:spLocks/>
            </p:cNvSpPr>
            <p:nvPr/>
          </p:nvSpPr>
          <p:spPr bwMode="auto">
            <a:xfrm>
              <a:off x="5576888" y="-177800"/>
              <a:ext cx="2687638" cy="3605213"/>
            </a:xfrm>
            <a:custGeom>
              <a:avLst/>
              <a:gdLst>
                <a:gd name="T0" fmla="*/ 678 w 723"/>
                <a:gd name="T1" fmla="*/ 216 h 970"/>
                <a:gd name="T2" fmla="*/ 217 w 723"/>
                <a:gd name="T3" fmla="*/ 93 h 970"/>
                <a:gd name="T4" fmla="*/ 93 w 723"/>
                <a:gd name="T5" fmla="*/ 554 h 970"/>
                <a:gd name="T6" fmla="*/ 219 w 723"/>
                <a:gd name="T7" fmla="*/ 679 h 970"/>
                <a:gd name="T8" fmla="*/ 219 w 723"/>
                <a:gd name="T9" fmla="*/ 679 h 970"/>
                <a:gd name="T10" fmla="*/ 723 w 723"/>
                <a:gd name="T11" fmla="*/ 970 h 970"/>
                <a:gd name="T12" fmla="*/ 723 w 723"/>
                <a:gd name="T13" fmla="*/ 388 h 970"/>
                <a:gd name="T14" fmla="*/ 723 w 723"/>
                <a:gd name="T15" fmla="*/ 388 h 970"/>
                <a:gd name="T16" fmla="*/ 678 w 723"/>
                <a:gd name="T17" fmla="*/ 216 h 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3" h="970">
                  <a:moveTo>
                    <a:pt x="678" y="216"/>
                  </a:moveTo>
                  <a:cubicBezTo>
                    <a:pt x="585" y="55"/>
                    <a:pt x="378" y="0"/>
                    <a:pt x="217" y="93"/>
                  </a:cubicBezTo>
                  <a:cubicBezTo>
                    <a:pt x="55" y="186"/>
                    <a:pt x="0" y="393"/>
                    <a:pt x="93" y="554"/>
                  </a:cubicBezTo>
                  <a:cubicBezTo>
                    <a:pt x="124" y="608"/>
                    <a:pt x="168" y="650"/>
                    <a:pt x="219" y="679"/>
                  </a:cubicBezTo>
                  <a:cubicBezTo>
                    <a:pt x="219" y="679"/>
                    <a:pt x="219" y="679"/>
                    <a:pt x="219" y="679"/>
                  </a:cubicBezTo>
                  <a:cubicBezTo>
                    <a:pt x="723" y="970"/>
                    <a:pt x="723" y="970"/>
                    <a:pt x="723" y="970"/>
                  </a:cubicBezTo>
                  <a:cubicBezTo>
                    <a:pt x="723" y="388"/>
                    <a:pt x="723" y="388"/>
                    <a:pt x="723" y="388"/>
                  </a:cubicBezTo>
                  <a:cubicBezTo>
                    <a:pt x="723" y="388"/>
                    <a:pt x="723" y="388"/>
                    <a:pt x="723" y="388"/>
                  </a:cubicBezTo>
                  <a:cubicBezTo>
                    <a:pt x="723" y="329"/>
                    <a:pt x="709" y="270"/>
                    <a:pt x="678" y="216"/>
                  </a:cubicBezTo>
                  <a:close/>
                </a:path>
              </a:pathLst>
            </a:custGeom>
            <a:solidFill>
              <a:srgbClr val="C0E0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48" name="文本框 47"/>
          <p:cNvSpPr txBox="1"/>
          <p:nvPr/>
        </p:nvSpPr>
        <p:spPr>
          <a:xfrm>
            <a:off x="9138900" y="3987956"/>
            <a:ext cx="527709" cy="461665"/>
          </a:xfrm>
          <a:prstGeom prst="rect">
            <a:avLst/>
          </a:prstGeom>
          <a:noFill/>
        </p:spPr>
        <p:txBody>
          <a:bodyPr wrap="none" rtlCol="0">
            <a:spAutoFit/>
          </a:bodyPr>
          <a:lstStyle/>
          <a:p>
            <a:r>
              <a:rPr lang="en-US" altLang="zh-CN" sz="2400" dirty="0">
                <a:solidFill>
                  <a:prstClr val="white"/>
                </a:solidFill>
                <a:latin typeface="Arial" panose="020B0604020202020204" pitchFamily="34" charset="0"/>
                <a:ea typeface="Microsoft YaHei UI" panose="020B0503020204020204" pitchFamily="34" charset="-122"/>
                <a:cs typeface="Arial" panose="020B0604020202020204" pitchFamily="34" charset="0"/>
              </a:rPr>
              <a:t>04</a:t>
            </a:r>
            <a:endParaRPr lang="zh-CN" altLang="en-US" sz="2400" dirty="0">
              <a:solidFill>
                <a:prstClr val="white"/>
              </a:solidFill>
              <a:latin typeface="Arial" panose="020B0604020202020204" pitchFamily="34" charset="0"/>
              <a:ea typeface="Microsoft YaHei UI" panose="020B0503020204020204" pitchFamily="34" charset="-122"/>
              <a:cs typeface="Arial" panose="020B0604020202020204" pitchFamily="34" charset="0"/>
            </a:endParaRPr>
          </a:p>
        </p:txBody>
      </p:sp>
      <p:sp>
        <p:nvSpPr>
          <p:cNvPr id="49" name="文本框 48"/>
          <p:cNvSpPr txBox="1"/>
          <p:nvPr/>
        </p:nvSpPr>
        <p:spPr>
          <a:xfrm>
            <a:off x="9138900" y="2393616"/>
            <a:ext cx="527709" cy="461665"/>
          </a:xfrm>
          <a:prstGeom prst="rect">
            <a:avLst/>
          </a:prstGeom>
          <a:noFill/>
        </p:spPr>
        <p:txBody>
          <a:bodyPr wrap="none" rtlCol="0">
            <a:spAutoFit/>
          </a:bodyPr>
          <a:lstStyle>
            <a:defPPr>
              <a:defRPr lang="zh-CN"/>
            </a:defPPr>
            <a:lvl1pPr>
              <a:defRPr sz="2400">
                <a:solidFill>
                  <a:srgbClr val="1364A1"/>
                </a:solidFill>
                <a:latin typeface="Arial" panose="020B0604020202020204" pitchFamily="34" charset="0"/>
                <a:ea typeface="Microsoft YaHei UI" panose="020B0503020204020204" pitchFamily="34" charset="-122"/>
                <a:cs typeface="Arial" panose="020B0604020202020204" pitchFamily="34" charset="0"/>
              </a:defRPr>
            </a:lvl1pPr>
          </a:lstStyle>
          <a:p>
            <a:r>
              <a:rPr lang="en-US" altLang="zh-CN" dirty="0"/>
              <a:t>02</a:t>
            </a:r>
            <a:endParaRPr lang="zh-CN" altLang="en-US" dirty="0"/>
          </a:p>
        </p:txBody>
      </p:sp>
      <p:sp>
        <p:nvSpPr>
          <p:cNvPr id="50" name="文本框 49"/>
          <p:cNvSpPr txBox="1"/>
          <p:nvPr/>
        </p:nvSpPr>
        <p:spPr>
          <a:xfrm>
            <a:off x="8272249" y="3987956"/>
            <a:ext cx="527709" cy="461665"/>
          </a:xfrm>
          <a:prstGeom prst="rect">
            <a:avLst/>
          </a:prstGeom>
          <a:noFill/>
        </p:spPr>
        <p:txBody>
          <a:bodyPr wrap="none" rtlCol="0">
            <a:spAutoFit/>
          </a:bodyPr>
          <a:lstStyle/>
          <a:p>
            <a:r>
              <a:rPr lang="en-US" altLang="zh-CN" sz="2400" dirty="0">
                <a:solidFill>
                  <a:prstClr val="white"/>
                </a:solidFill>
                <a:latin typeface="Arial" panose="020B0604020202020204" pitchFamily="34" charset="0"/>
                <a:ea typeface="Microsoft YaHei UI" panose="020B0503020204020204" pitchFamily="34" charset="-122"/>
                <a:cs typeface="Arial" panose="020B0604020202020204" pitchFamily="34" charset="0"/>
              </a:rPr>
              <a:t>05</a:t>
            </a:r>
            <a:endParaRPr lang="zh-CN" altLang="en-US" sz="2400" dirty="0">
              <a:solidFill>
                <a:prstClr val="white"/>
              </a:solidFill>
              <a:latin typeface="Arial" panose="020B0604020202020204" pitchFamily="34" charset="0"/>
              <a:ea typeface="Microsoft YaHei UI" panose="020B0503020204020204" pitchFamily="34" charset="-122"/>
              <a:cs typeface="Arial" panose="020B0604020202020204" pitchFamily="34" charset="0"/>
            </a:endParaRPr>
          </a:p>
        </p:txBody>
      </p:sp>
      <p:sp>
        <p:nvSpPr>
          <p:cNvPr id="60" name="文本框 59"/>
          <p:cNvSpPr txBox="1"/>
          <p:nvPr/>
        </p:nvSpPr>
        <p:spPr>
          <a:xfrm>
            <a:off x="8272249" y="2393616"/>
            <a:ext cx="527709" cy="461665"/>
          </a:xfrm>
          <a:prstGeom prst="rect">
            <a:avLst/>
          </a:prstGeom>
          <a:noFill/>
        </p:spPr>
        <p:txBody>
          <a:bodyPr wrap="none" rtlCol="0">
            <a:spAutoFit/>
          </a:bodyPr>
          <a:lstStyle/>
          <a:p>
            <a:r>
              <a:rPr lang="en-US" altLang="zh-CN" sz="2400" dirty="0">
                <a:solidFill>
                  <a:srgbClr val="1364A1"/>
                </a:solidFill>
                <a:latin typeface="Arial" panose="020B0604020202020204" pitchFamily="34" charset="0"/>
                <a:ea typeface="Microsoft YaHei UI" panose="020B0503020204020204" pitchFamily="34" charset="-122"/>
                <a:cs typeface="Arial" panose="020B0604020202020204" pitchFamily="34" charset="0"/>
              </a:rPr>
              <a:t>01</a:t>
            </a:r>
            <a:endParaRPr lang="zh-CN" altLang="en-US" sz="2400" dirty="0">
              <a:solidFill>
                <a:srgbClr val="1364A1"/>
              </a:solidFill>
              <a:latin typeface="Arial" panose="020B0604020202020204" pitchFamily="34" charset="0"/>
              <a:ea typeface="Microsoft YaHei UI" panose="020B0503020204020204" pitchFamily="34" charset="-122"/>
              <a:cs typeface="Arial" panose="020B0604020202020204" pitchFamily="34" charset="0"/>
            </a:endParaRPr>
          </a:p>
        </p:txBody>
      </p:sp>
      <p:sp>
        <p:nvSpPr>
          <p:cNvPr id="62" name="文本框 61"/>
          <p:cNvSpPr txBox="1"/>
          <p:nvPr/>
        </p:nvSpPr>
        <p:spPr>
          <a:xfrm>
            <a:off x="7806306" y="3198167"/>
            <a:ext cx="527709" cy="461665"/>
          </a:xfrm>
          <a:prstGeom prst="rect">
            <a:avLst/>
          </a:prstGeom>
          <a:noFill/>
        </p:spPr>
        <p:txBody>
          <a:bodyPr wrap="none" rtlCol="0">
            <a:spAutoFit/>
          </a:bodyPr>
          <a:lstStyle/>
          <a:p>
            <a:r>
              <a:rPr lang="en-US" altLang="zh-CN" sz="2400" dirty="0">
                <a:solidFill>
                  <a:prstClr val="white"/>
                </a:solidFill>
                <a:latin typeface="Arial" panose="020B0604020202020204" pitchFamily="34" charset="0"/>
                <a:ea typeface="Microsoft YaHei UI" panose="020B0503020204020204" pitchFamily="34" charset="-122"/>
                <a:cs typeface="Arial" panose="020B0604020202020204" pitchFamily="34" charset="0"/>
              </a:rPr>
              <a:t>06</a:t>
            </a:r>
            <a:endParaRPr lang="zh-CN" altLang="en-US" sz="2400" dirty="0">
              <a:solidFill>
                <a:prstClr val="white"/>
              </a:solidFill>
              <a:latin typeface="Arial" panose="020B0604020202020204" pitchFamily="34" charset="0"/>
              <a:ea typeface="Microsoft YaHei UI" panose="020B0503020204020204" pitchFamily="34" charset="-122"/>
              <a:cs typeface="Arial" panose="020B0604020202020204" pitchFamily="34" charset="0"/>
            </a:endParaRPr>
          </a:p>
        </p:txBody>
      </p:sp>
      <p:sp>
        <p:nvSpPr>
          <p:cNvPr id="63" name="文本框 62"/>
          <p:cNvSpPr txBox="1"/>
          <p:nvPr/>
        </p:nvSpPr>
        <p:spPr>
          <a:xfrm>
            <a:off x="9612737" y="3198167"/>
            <a:ext cx="527709" cy="461665"/>
          </a:xfrm>
          <a:prstGeom prst="rect">
            <a:avLst/>
          </a:prstGeom>
          <a:noFill/>
        </p:spPr>
        <p:txBody>
          <a:bodyPr wrap="none" rtlCol="0">
            <a:spAutoFit/>
          </a:bodyPr>
          <a:lstStyle/>
          <a:p>
            <a:r>
              <a:rPr lang="en-US" altLang="zh-CN" sz="2400" dirty="0">
                <a:solidFill>
                  <a:prstClr val="white"/>
                </a:solidFill>
                <a:latin typeface="Arial" panose="020B0604020202020204" pitchFamily="34" charset="0"/>
                <a:ea typeface="Microsoft YaHei UI" panose="020B0503020204020204" pitchFamily="34" charset="-122"/>
                <a:cs typeface="Arial" panose="020B0604020202020204" pitchFamily="34" charset="0"/>
              </a:rPr>
              <a:t>03</a:t>
            </a:r>
            <a:endParaRPr lang="zh-CN" altLang="en-US" sz="2400" dirty="0">
              <a:solidFill>
                <a:prstClr val="white"/>
              </a:solidFill>
              <a:latin typeface="Arial" panose="020B0604020202020204" pitchFamily="34" charset="0"/>
              <a:ea typeface="Microsoft YaHei UI" panose="020B0503020204020204" pitchFamily="34" charset="-122"/>
              <a:cs typeface="Arial" panose="020B0604020202020204" pitchFamily="34" charset="0"/>
            </a:endParaRPr>
          </a:p>
        </p:txBody>
      </p:sp>
      <p:sp>
        <p:nvSpPr>
          <p:cNvPr id="64" name="Freeform 910"/>
          <p:cNvSpPr>
            <a:spLocks/>
          </p:cNvSpPr>
          <p:nvPr/>
        </p:nvSpPr>
        <p:spPr bwMode="auto">
          <a:xfrm>
            <a:off x="7791066" y="1044210"/>
            <a:ext cx="452623" cy="456713"/>
          </a:xfrm>
          <a:custGeom>
            <a:avLst/>
            <a:gdLst>
              <a:gd name="T0" fmla="*/ 140 w 280"/>
              <a:gd name="T1" fmla="*/ 0 h 283"/>
              <a:gd name="T2" fmla="*/ 0 w 280"/>
              <a:gd name="T3" fmla="*/ 122 h 283"/>
              <a:gd name="T4" fmla="*/ 34 w 280"/>
              <a:gd name="T5" fmla="*/ 104 h 283"/>
              <a:gd name="T6" fmla="*/ 70 w 280"/>
              <a:gd name="T7" fmla="*/ 124 h 283"/>
              <a:gd name="T8" fmla="*/ 105 w 280"/>
              <a:gd name="T9" fmla="*/ 104 h 283"/>
              <a:gd name="T10" fmla="*/ 135 w 280"/>
              <a:gd name="T11" fmla="*/ 117 h 283"/>
              <a:gd name="T12" fmla="*/ 135 w 280"/>
              <a:gd name="T13" fmla="*/ 194 h 283"/>
              <a:gd name="T14" fmla="*/ 129 w 280"/>
              <a:gd name="T15" fmla="*/ 194 h 283"/>
              <a:gd name="T16" fmla="*/ 129 w 280"/>
              <a:gd name="T17" fmla="*/ 222 h 283"/>
              <a:gd name="T18" fmla="*/ 129 w 280"/>
              <a:gd name="T19" fmla="*/ 250 h 283"/>
              <a:gd name="T20" fmla="*/ 127 w 280"/>
              <a:gd name="T21" fmla="*/ 259 h 283"/>
              <a:gd name="T22" fmla="*/ 117 w 280"/>
              <a:gd name="T23" fmla="*/ 264 h 283"/>
              <a:gd name="T24" fmla="*/ 113 w 280"/>
              <a:gd name="T25" fmla="*/ 264 h 283"/>
              <a:gd name="T26" fmla="*/ 107 w 280"/>
              <a:gd name="T27" fmla="*/ 261 h 283"/>
              <a:gd name="T28" fmla="*/ 105 w 280"/>
              <a:gd name="T29" fmla="*/ 257 h 283"/>
              <a:gd name="T30" fmla="*/ 104 w 280"/>
              <a:gd name="T31" fmla="*/ 251 h 283"/>
              <a:gd name="T32" fmla="*/ 101 w 280"/>
              <a:gd name="T33" fmla="*/ 244 h 283"/>
              <a:gd name="T34" fmla="*/ 93 w 280"/>
              <a:gd name="T35" fmla="*/ 240 h 283"/>
              <a:gd name="T36" fmla="*/ 86 w 280"/>
              <a:gd name="T37" fmla="*/ 243 h 283"/>
              <a:gd name="T38" fmla="*/ 83 w 280"/>
              <a:gd name="T39" fmla="*/ 251 h 283"/>
              <a:gd name="T40" fmla="*/ 85 w 280"/>
              <a:gd name="T41" fmla="*/ 264 h 283"/>
              <a:gd name="T42" fmla="*/ 91 w 280"/>
              <a:gd name="T43" fmla="*/ 274 h 283"/>
              <a:gd name="T44" fmla="*/ 107 w 280"/>
              <a:gd name="T45" fmla="*/ 282 h 283"/>
              <a:gd name="T46" fmla="*/ 117 w 280"/>
              <a:gd name="T47" fmla="*/ 283 h 283"/>
              <a:gd name="T48" fmla="*/ 117 w 280"/>
              <a:gd name="T49" fmla="*/ 283 h 283"/>
              <a:gd name="T50" fmla="*/ 117 w 280"/>
              <a:gd name="T51" fmla="*/ 283 h 283"/>
              <a:gd name="T52" fmla="*/ 117 w 280"/>
              <a:gd name="T53" fmla="*/ 283 h 283"/>
              <a:gd name="T54" fmla="*/ 117 w 280"/>
              <a:gd name="T55" fmla="*/ 283 h 283"/>
              <a:gd name="T56" fmla="*/ 117 w 280"/>
              <a:gd name="T57" fmla="*/ 283 h 283"/>
              <a:gd name="T58" fmla="*/ 117 w 280"/>
              <a:gd name="T59" fmla="*/ 283 h 283"/>
              <a:gd name="T60" fmla="*/ 117 w 280"/>
              <a:gd name="T61" fmla="*/ 283 h 283"/>
              <a:gd name="T62" fmla="*/ 143 w 280"/>
              <a:gd name="T63" fmla="*/ 272 h 283"/>
              <a:gd name="T64" fmla="*/ 151 w 280"/>
              <a:gd name="T65" fmla="*/ 250 h 283"/>
              <a:gd name="T66" fmla="*/ 151 w 280"/>
              <a:gd name="T67" fmla="*/ 250 h 283"/>
              <a:gd name="T68" fmla="*/ 151 w 280"/>
              <a:gd name="T69" fmla="*/ 250 h 283"/>
              <a:gd name="T70" fmla="*/ 151 w 280"/>
              <a:gd name="T71" fmla="*/ 222 h 283"/>
              <a:gd name="T72" fmla="*/ 151 w 280"/>
              <a:gd name="T73" fmla="*/ 194 h 283"/>
              <a:gd name="T74" fmla="*/ 145 w 280"/>
              <a:gd name="T75" fmla="*/ 194 h 283"/>
              <a:gd name="T76" fmla="*/ 145 w 280"/>
              <a:gd name="T77" fmla="*/ 117 h 283"/>
              <a:gd name="T78" fmla="*/ 175 w 280"/>
              <a:gd name="T79" fmla="*/ 105 h 283"/>
              <a:gd name="T80" fmla="*/ 210 w 280"/>
              <a:gd name="T81" fmla="*/ 124 h 283"/>
              <a:gd name="T82" fmla="*/ 246 w 280"/>
              <a:gd name="T83" fmla="*/ 105 h 283"/>
              <a:gd name="T84" fmla="*/ 280 w 280"/>
              <a:gd name="T85" fmla="*/ 123 h 283"/>
              <a:gd name="T86" fmla="*/ 140 w 280"/>
              <a:gd name="T87" fmla="*/ 0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80" h="283">
                <a:moveTo>
                  <a:pt x="140" y="0"/>
                </a:moveTo>
                <a:cubicBezTo>
                  <a:pt x="68" y="0"/>
                  <a:pt x="9" y="54"/>
                  <a:pt x="0" y="122"/>
                </a:cubicBezTo>
                <a:cubicBezTo>
                  <a:pt x="7" y="112"/>
                  <a:pt x="20" y="104"/>
                  <a:pt x="34" y="104"/>
                </a:cubicBezTo>
                <a:cubicBezTo>
                  <a:pt x="50" y="104"/>
                  <a:pt x="63" y="112"/>
                  <a:pt x="70" y="124"/>
                </a:cubicBezTo>
                <a:cubicBezTo>
                  <a:pt x="76" y="113"/>
                  <a:pt x="89" y="104"/>
                  <a:pt x="105" y="104"/>
                </a:cubicBezTo>
                <a:cubicBezTo>
                  <a:pt x="117" y="104"/>
                  <a:pt x="128" y="110"/>
                  <a:pt x="135" y="117"/>
                </a:cubicBezTo>
                <a:cubicBezTo>
                  <a:pt x="135" y="194"/>
                  <a:pt x="135" y="194"/>
                  <a:pt x="135" y="194"/>
                </a:cubicBezTo>
                <a:cubicBezTo>
                  <a:pt x="129" y="194"/>
                  <a:pt x="129" y="194"/>
                  <a:pt x="129" y="194"/>
                </a:cubicBezTo>
                <a:cubicBezTo>
                  <a:pt x="129" y="194"/>
                  <a:pt x="129" y="208"/>
                  <a:pt x="129" y="222"/>
                </a:cubicBezTo>
                <a:cubicBezTo>
                  <a:pt x="129" y="236"/>
                  <a:pt x="129" y="250"/>
                  <a:pt x="129" y="250"/>
                </a:cubicBezTo>
                <a:cubicBezTo>
                  <a:pt x="129" y="252"/>
                  <a:pt x="129" y="256"/>
                  <a:pt x="127" y="259"/>
                </a:cubicBezTo>
                <a:cubicBezTo>
                  <a:pt x="125" y="262"/>
                  <a:pt x="122" y="264"/>
                  <a:pt x="117" y="264"/>
                </a:cubicBezTo>
                <a:cubicBezTo>
                  <a:pt x="116" y="264"/>
                  <a:pt x="115" y="264"/>
                  <a:pt x="113" y="264"/>
                </a:cubicBezTo>
                <a:cubicBezTo>
                  <a:pt x="111" y="263"/>
                  <a:pt x="109" y="262"/>
                  <a:pt x="107" y="261"/>
                </a:cubicBezTo>
                <a:cubicBezTo>
                  <a:pt x="106" y="259"/>
                  <a:pt x="106" y="258"/>
                  <a:pt x="105" y="257"/>
                </a:cubicBezTo>
                <a:cubicBezTo>
                  <a:pt x="104" y="255"/>
                  <a:pt x="104" y="253"/>
                  <a:pt x="104" y="251"/>
                </a:cubicBezTo>
                <a:cubicBezTo>
                  <a:pt x="104" y="248"/>
                  <a:pt x="103" y="245"/>
                  <a:pt x="101" y="244"/>
                </a:cubicBezTo>
                <a:cubicBezTo>
                  <a:pt x="99" y="242"/>
                  <a:pt x="96" y="240"/>
                  <a:pt x="93" y="240"/>
                </a:cubicBezTo>
                <a:cubicBezTo>
                  <a:pt x="90" y="240"/>
                  <a:pt x="88" y="242"/>
                  <a:pt x="86" y="243"/>
                </a:cubicBezTo>
                <a:cubicBezTo>
                  <a:pt x="84" y="245"/>
                  <a:pt x="83" y="248"/>
                  <a:pt x="83" y="251"/>
                </a:cubicBezTo>
                <a:cubicBezTo>
                  <a:pt x="83" y="256"/>
                  <a:pt x="83" y="260"/>
                  <a:pt x="85" y="264"/>
                </a:cubicBezTo>
                <a:cubicBezTo>
                  <a:pt x="86" y="267"/>
                  <a:pt x="88" y="271"/>
                  <a:pt x="91" y="274"/>
                </a:cubicBezTo>
                <a:cubicBezTo>
                  <a:pt x="96" y="278"/>
                  <a:pt x="102" y="281"/>
                  <a:pt x="107" y="282"/>
                </a:cubicBezTo>
                <a:cubicBezTo>
                  <a:pt x="112" y="283"/>
                  <a:pt x="116" y="283"/>
                  <a:pt x="117" y="283"/>
                </a:cubicBezTo>
                <a:cubicBezTo>
                  <a:pt x="117" y="283"/>
                  <a:pt x="117" y="283"/>
                  <a:pt x="117" y="283"/>
                </a:cubicBezTo>
                <a:cubicBezTo>
                  <a:pt x="117" y="283"/>
                  <a:pt x="117" y="283"/>
                  <a:pt x="117" y="283"/>
                </a:cubicBezTo>
                <a:cubicBezTo>
                  <a:pt x="117" y="283"/>
                  <a:pt x="117" y="283"/>
                  <a:pt x="117" y="283"/>
                </a:cubicBezTo>
                <a:cubicBezTo>
                  <a:pt x="117" y="283"/>
                  <a:pt x="117" y="283"/>
                  <a:pt x="117" y="283"/>
                </a:cubicBezTo>
                <a:cubicBezTo>
                  <a:pt x="117" y="283"/>
                  <a:pt x="117" y="283"/>
                  <a:pt x="117" y="283"/>
                </a:cubicBezTo>
                <a:cubicBezTo>
                  <a:pt x="117" y="283"/>
                  <a:pt x="117" y="283"/>
                  <a:pt x="117" y="283"/>
                </a:cubicBezTo>
                <a:cubicBezTo>
                  <a:pt x="117" y="283"/>
                  <a:pt x="117" y="283"/>
                  <a:pt x="117" y="283"/>
                </a:cubicBezTo>
                <a:cubicBezTo>
                  <a:pt x="129" y="283"/>
                  <a:pt x="137" y="278"/>
                  <a:pt x="143" y="272"/>
                </a:cubicBezTo>
                <a:cubicBezTo>
                  <a:pt x="148" y="265"/>
                  <a:pt x="150" y="257"/>
                  <a:pt x="151" y="250"/>
                </a:cubicBezTo>
                <a:cubicBezTo>
                  <a:pt x="151" y="250"/>
                  <a:pt x="151" y="250"/>
                  <a:pt x="151" y="250"/>
                </a:cubicBezTo>
                <a:cubicBezTo>
                  <a:pt x="151" y="250"/>
                  <a:pt x="151" y="250"/>
                  <a:pt x="151" y="250"/>
                </a:cubicBezTo>
                <a:cubicBezTo>
                  <a:pt x="151" y="222"/>
                  <a:pt x="151" y="222"/>
                  <a:pt x="151" y="222"/>
                </a:cubicBezTo>
                <a:cubicBezTo>
                  <a:pt x="151" y="194"/>
                  <a:pt x="151" y="194"/>
                  <a:pt x="151" y="194"/>
                </a:cubicBezTo>
                <a:cubicBezTo>
                  <a:pt x="145" y="194"/>
                  <a:pt x="145" y="194"/>
                  <a:pt x="145" y="194"/>
                </a:cubicBezTo>
                <a:cubicBezTo>
                  <a:pt x="145" y="117"/>
                  <a:pt x="145" y="117"/>
                  <a:pt x="145" y="117"/>
                </a:cubicBezTo>
                <a:cubicBezTo>
                  <a:pt x="152" y="109"/>
                  <a:pt x="163" y="104"/>
                  <a:pt x="175" y="105"/>
                </a:cubicBezTo>
                <a:cubicBezTo>
                  <a:pt x="191" y="105"/>
                  <a:pt x="204" y="113"/>
                  <a:pt x="210" y="124"/>
                </a:cubicBezTo>
                <a:cubicBezTo>
                  <a:pt x="217" y="113"/>
                  <a:pt x="230" y="105"/>
                  <a:pt x="246" y="105"/>
                </a:cubicBezTo>
                <a:cubicBezTo>
                  <a:pt x="260" y="105"/>
                  <a:pt x="273" y="112"/>
                  <a:pt x="280" y="123"/>
                </a:cubicBezTo>
                <a:cubicBezTo>
                  <a:pt x="271" y="54"/>
                  <a:pt x="212" y="0"/>
                  <a:pt x="140" y="0"/>
                </a:cubicBezTo>
                <a:close/>
              </a:path>
            </a:pathLst>
          </a:custGeom>
          <a:solidFill>
            <a:srgbClr val="1364A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 name="Freeform 307"/>
          <p:cNvSpPr>
            <a:spLocks noChangeAspect="1" noEditPoints="1"/>
          </p:cNvSpPr>
          <p:nvPr/>
        </p:nvSpPr>
        <p:spPr bwMode="auto">
          <a:xfrm>
            <a:off x="6355780" y="3192333"/>
            <a:ext cx="344992" cy="504000"/>
          </a:xfrm>
          <a:custGeom>
            <a:avLst/>
            <a:gdLst>
              <a:gd name="T0" fmla="*/ 151 w 243"/>
              <a:gd name="T1" fmla="*/ 4 h 354"/>
              <a:gd name="T2" fmla="*/ 236 w 243"/>
              <a:gd name="T3" fmla="*/ 91 h 354"/>
              <a:gd name="T4" fmla="*/ 212 w 243"/>
              <a:gd name="T5" fmla="*/ 202 h 354"/>
              <a:gd name="T6" fmla="*/ 201 w 243"/>
              <a:gd name="T7" fmla="*/ 243 h 354"/>
              <a:gd name="T8" fmla="*/ 199 w 243"/>
              <a:gd name="T9" fmla="*/ 276 h 354"/>
              <a:gd name="T10" fmla="*/ 183 w 243"/>
              <a:gd name="T11" fmla="*/ 322 h 354"/>
              <a:gd name="T12" fmla="*/ 143 w 243"/>
              <a:gd name="T13" fmla="*/ 354 h 354"/>
              <a:gd name="T14" fmla="*/ 63 w 243"/>
              <a:gd name="T15" fmla="*/ 328 h 354"/>
              <a:gd name="T16" fmla="*/ 43 w 243"/>
              <a:gd name="T17" fmla="*/ 281 h 354"/>
              <a:gd name="T18" fmla="*/ 43 w 243"/>
              <a:gd name="T19" fmla="*/ 253 h 354"/>
              <a:gd name="T20" fmla="*/ 39 w 243"/>
              <a:gd name="T21" fmla="*/ 231 h 354"/>
              <a:gd name="T22" fmla="*/ 10 w 243"/>
              <a:gd name="T23" fmla="*/ 163 h 354"/>
              <a:gd name="T24" fmla="*/ 74 w 243"/>
              <a:gd name="T25" fmla="*/ 10 h 354"/>
              <a:gd name="T26" fmla="*/ 114 w 243"/>
              <a:gd name="T27" fmla="*/ 0 h 354"/>
              <a:gd name="T28" fmla="*/ 121 w 243"/>
              <a:gd name="T29" fmla="*/ 245 h 354"/>
              <a:gd name="T30" fmla="*/ 180 w 243"/>
              <a:gd name="T31" fmla="*/ 233 h 354"/>
              <a:gd name="T32" fmla="*/ 205 w 243"/>
              <a:gd name="T33" fmla="*/ 168 h 354"/>
              <a:gd name="T34" fmla="*/ 182 w 243"/>
              <a:gd name="T35" fmla="*/ 44 h 354"/>
              <a:gd name="T36" fmla="*/ 26 w 243"/>
              <a:gd name="T37" fmla="*/ 138 h 354"/>
              <a:gd name="T38" fmla="*/ 62 w 243"/>
              <a:gd name="T39" fmla="*/ 235 h 354"/>
              <a:gd name="T40" fmla="*/ 121 w 243"/>
              <a:gd name="T41" fmla="*/ 245 h 354"/>
              <a:gd name="T42" fmla="*/ 74 w 243"/>
              <a:gd name="T43" fmla="*/ 254 h 354"/>
              <a:gd name="T44" fmla="*/ 74 w 243"/>
              <a:gd name="T45" fmla="*/ 274 h 354"/>
              <a:gd name="T46" fmla="*/ 169 w 243"/>
              <a:gd name="T47" fmla="*/ 274 h 354"/>
              <a:gd name="T48" fmla="*/ 169 w 243"/>
              <a:gd name="T49" fmla="*/ 254 h 354"/>
              <a:gd name="T50" fmla="*/ 121 w 243"/>
              <a:gd name="T51" fmla="*/ 283 h 354"/>
              <a:gd name="T52" fmla="*/ 64 w 243"/>
              <a:gd name="T53" fmla="*/ 289 h 354"/>
              <a:gd name="T54" fmla="*/ 140 w 243"/>
              <a:gd name="T55" fmla="*/ 303 h 354"/>
              <a:gd name="T56" fmla="*/ 178 w 243"/>
              <a:gd name="T57" fmla="*/ 297 h 354"/>
              <a:gd name="T58" fmla="*/ 121 w 243"/>
              <a:gd name="T59" fmla="*/ 283 h 354"/>
              <a:gd name="T60" fmla="*/ 100 w 243"/>
              <a:gd name="T61" fmla="*/ 332 h 354"/>
              <a:gd name="T62" fmla="*/ 159 w 243"/>
              <a:gd name="T63" fmla="*/ 31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3" h="354">
                <a:moveTo>
                  <a:pt x="128" y="0"/>
                </a:moveTo>
                <a:cubicBezTo>
                  <a:pt x="136" y="1"/>
                  <a:pt x="144" y="2"/>
                  <a:pt x="151" y="4"/>
                </a:cubicBezTo>
                <a:cubicBezTo>
                  <a:pt x="172" y="9"/>
                  <a:pt x="190" y="20"/>
                  <a:pt x="205" y="35"/>
                </a:cubicBezTo>
                <a:cubicBezTo>
                  <a:pt x="221" y="51"/>
                  <a:pt x="231" y="69"/>
                  <a:pt x="236" y="91"/>
                </a:cubicBezTo>
                <a:cubicBezTo>
                  <a:pt x="243" y="121"/>
                  <a:pt x="240" y="149"/>
                  <a:pt x="225" y="177"/>
                </a:cubicBezTo>
                <a:cubicBezTo>
                  <a:pt x="221" y="185"/>
                  <a:pt x="216" y="194"/>
                  <a:pt x="212" y="202"/>
                </a:cubicBezTo>
                <a:cubicBezTo>
                  <a:pt x="206" y="214"/>
                  <a:pt x="203" y="226"/>
                  <a:pt x="202" y="238"/>
                </a:cubicBezTo>
                <a:cubicBezTo>
                  <a:pt x="202" y="240"/>
                  <a:pt x="201" y="241"/>
                  <a:pt x="201" y="243"/>
                </a:cubicBezTo>
                <a:cubicBezTo>
                  <a:pt x="200" y="246"/>
                  <a:pt x="200" y="255"/>
                  <a:pt x="200" y="258"/>
                </a:cubicBezTo>
                <a:cubicBezTo>
                  <a:pt x="202" y="264"/>
                  <a:pt x="201" y="270"/>
                  <a:pt x="199" y="276"/>
                </a:cubicBezTo>
                <a:cubicBezTo>
                  <a:pt x="198" y="278"/>
                  <a:pt x="198" y="279"/>
                  <a:pt x="199" y="281"/>
                </a:cubicBezTo>
                <a:cubicBezTo>
                  <a:pt x="205" y="297"/>
                  <a:pt x="198" y="314"/>
                  <a:pt x="183" y="322"/>
                </a:cubicBezTo>
                <a:cubicBezTo>
                  <a:pt x="181" y="322"/>
                  <a:pt x="180" y="324"/>
                  <a:pt x="180" y="325"/>
                </a:cubicBezTo>
                <a:cubicBezTo>
                  <a:pt x="173" y="342"/>
                  <a:pt x="161" y="353"/>
                  <a:pt x="143" y="354"/>
                </a:cubicBezTo>
                <a:cubicBezTo>
                  <a:pt x="127" y="354"/>
                  <a:pt x="111" y="354"/>
                  <a:pt x="96" y="353"/>
                </a:cubicBezTo>
                <a:cubicBezTo>
                  <a:pt x="80" y="352"/>
                  <a:pt x="69" y="342"/>
                  <a:pt x="63" y="328"/>
                </a:cubicBezTo>
                <a:cubicBezTo>
                  <a:pt x="62" y="324"/>
                  <a:pt x="60" y="322"/>
                  <a:pt x="57" y="321"/>
                </a:cubicBezTo>
                <a:cubicBezTo>
                  <a:pt x="43" y="313"/>
                  <a:pt x="37" y="296"/>
                  <a:pt x="43" y="281"/>
                </a:cubicBezTo>
                <a:cubicBezTo>
                  <a:pt x="44" y="279"/>
                  <a:pt x="44" y="278"/>
                  <a:pt x="43" y="276"/>
                </a:cubicBezTo>
                <a:cubicBezTo>
                  <a:pt x="40" y="268"/>
                  <a:pt x="40" y="261"/>
                  <a:pt x="43" y="253"/>
                </a:cubicBezTo>
                <a:cubicBezTo>
                  <a:pt x="43" y="252"/>
                  <a:pt x="43" y="250"/>
                  <a:pt x="43" y="248"/>
                </a:cubicBezTo>
                <a:cubicBezTo>
                  <a:pt x="41" y="242"/>
                  <a:pt x="40" y="237"/>
                  <a:pt x="39" y="231"/>
                </a:cubicBezTo>
                <a:cubicBezTo>
                  <a:pt x="37" y="218"/>
                  <a:pt x="32" y="206"/>
                  <a:pt x="26" y="195"/>
                </a:cubicBezTo>
                <a:cubicBezTo>
                  <a:pt x="21" y="184"/>
                  <a:pt x="15" y="174"/>
                  <a:pt x="10" y="163"/>
                </a:cubicBezTo>
                <a:cubicBezTo>
                  <a:pt x="2" y="143"/>
                  <a:pt x="0" y="121"/>
                  <a:pt x="4" y="100"/>
                </a:cubicBezTo>
                <a:cubicBezTo>
                  <a:pt x="11" y="57"/>
                  <a:pt x="35" y="27"/>
                  <a:pt x="74" y="10"/>
                </a:cubicBezTo>
                <a:cubicBezTo>
                  <a:pt x="86" y="4"/>
                  <a:pt x="98" y="1"/>
                  <a:pt x="111" y="1"/>
                </a:cubicBezTo>
                <a:cubicBezTo>
                  <a:pt x="112" y="0"/>
                  <a:pt x="113" y="0"/>
                  <a:pt x="114" y="0"/>
                </a:cubicBezTo>
                <a:lnTo>
                  <a:pt x="128" y="0"/>
                </a:lnTo>
                <a:close/>
                <a:moveTo>
                  <a:pt x="121" y="245"/>
                </a:moveTo>
                <a:cubicBezTo>
                  <a:pt x="136" y="245"/>
                  <a:pt x="151" y="245"/>
                  <a:pt x="167" y="245"/>
                </a:cubicBezTo>
                <a:cubicBezTo>
                  <a:pt x="176" y="245"/>
                  <a:pt x="179" y="242"/>
                  <a:pt x="180" y="233"/>
                </a:cubicBezTo>
                <a:cubicBezTo>
                  <a:pt x="182" y="223"/>
                  <a:pt x="184" y="213"/>
                  <a:pt x="187" y="203"/>
                </a:cubicBezTo>
                <a:cubicBezTo>
                  <a:pt x="192" y="191"/>
                  <a:pt x="199" y="180"/>
                  <a:pt x="205" y="168"/>
                </a:cubicBezTo>
                <a:cubicBezTo>
                  <a:pt x="212" y="156"/>
                  <a:pt x="216" y="143"/>
                  <a:pt x="217" y="128"/>
                </a:cubicBezTo>
                <a:cubicBezTo>
                  <a:pt x="220" y="94"/>
                  <a:pt x="208" y="66"/>
                  <a:pt x="182" y="44"/>
                </a:cubicBezTo>
                <a:cubicBezTo>
                  <a:pt x="149" y="17"/>
                  <a:pt x="106" y="15"/>
                  <a:pt x="70" y="37"/>
                </a:cubicBezTo>
                <a:cubicBezTo>
                  <a:pt x="35" y="58"/>
                  <a:pt x="19" y="98"/>
                  <a:pt x="26" y="138"/>
                </a:cubicBezTo>
                <a:cubicBezTo>
                  <a:pt x="28" y="152"/>
                  <a:pt x="35" y="165"/>
                  <a:pt x="42" y="177"/>
                </a:cubicBezTo>
                <a:cubicBezTo>
                  <a:pt x="52" y="195"/>
                  <a:pt x="60" y="214"/>
                  <a:pt x="62" y="235"/>
                </a:cubicBezTo>
                <a:cubicBezTo>
                  <a:pt x="62" y="242"/>
                  <a:pt x="66" y="245"/>
                  <a:pt x="73" y="245"/>
                </a:cubicBezTo>
                <a:cubicBezTo>
                  <a:pt x="89" y="245"/>
                  <a:pt x="105" y="245"/>
                  <a:pt x="121" y="245"/>
                </a:cubicBezTo>
                <a:moveTo>
                  <a:pt x="121" y="254"/>
                </a:moveTo>
                <a:cubicBezTo>
                  <a:pt x="105" y="254"/>
                  <a:pt x="89" y="254"/>
                  <a:pt x="74" y="254"/>
                </a:cubicBezTo>
                <a:cubicBezTo>
                  <a:pt x="69" y="254"/>
                  <a:pt x="65" y="256"/>
                  <a:pt x="64" y="260"/>
                </a:cubicBezTo>
                <a:cubicBezTo>
                  <a:pt x="61" y="267"/>
                  <a:pt x="66" y="274"/>
                  <a:pt x="74" y="274"/>
                </a:cubicBezTo>
                <a:cubicBezTo>
                  <a:pt x="96" y="274"/>
                  <a:pt x="118" y="274"/>
                  <a:pt x="140" y="274"/>
                </a:cubicBezTo>
                <a:cubicBezTo>
                  <a:pt x="149" y="274"/>
                  <a:pt x="159" y="274"/>
                  <a:pt x="169" y="274"/>
                </a:cubicBezTo>
                <a:cubicBezTo>
                  <a:pt x="173" y="274"/>
                  <a:pt x="176" y="272"/>
                  <a:pt x="178" y="268"/>
                </a:cubicBezTo>
                <a:cubicBezTo>
                  <a:pt x="181" y="261"/>
                  <a:pt x="176" y="254"/>
                  <a:pt x="169" y="254"/>
                </a:cubicBezTo>
                <a:cubicBezTo>
                  <a:pt x="153" y="254"/>
                  <a:pt x="137" y="254"/>
                  <a:pt x="121" y="254"/>
                </a:cubicBezTo>
                <a:moveTo>
                  <a:pt x="121" y="283"/>
                </a:moveTo>
                <a:cubicBezTo>
                  <a:pt x="105" y="283"/>
                  <a:pt x="89" y="283"/>
                  <a:pt x="74" y="283"/>
                </a:cubicBezTo>
                <a:cubicBezTo>
                  <a:pt x="69" y="283"/>
                  <a:pt x="65" y="285"/>
                  <a:pt x="64" y="289"/>
                </a:cubicBezTo>
                <a:cubicBezTo>
                  <a:pt x="61" y="296"/>
                  <a:pt x="66" y="303"/>
                  <a:pt x="74" y="303"/>
                </a:cubicBezTo>
                <a:cubicBezTo>
                  <a:pt x="96" y="303"/>
                  <a:pt x="118" y="303"/>
                  <a:pt x="140" y="303"/>
                </a:cubicBezTo>
                <a:cubicBezTo>
                  <a:pt x="149" y="303"/>
                  <a:pt x="159" y="303"/>
                  <a:pt x="169" y="303"/>
                </a:cubicBezTo>
                <a:cubicBezTo>
                  <a:pt x="173" y="303"/>
                  <a:pt x="176" y="301"/>
                  <a:pt x="178" y="297"/>
                </a:cubicBezTo>
                <a:cubicBezTo>
                  <a:pt x="181" y="290"/>
                  <a:pt x="176" y="283"/>
                  <a:pt x="169" y="283"/>
                </a:cubicBezTo>
                <a:cubicBezTo>
                  <a:pt x="153" y="283"/>
                  <a:pt x="137" y="283"/>
                  <a:pt x="121" y="283"/>
                </a:cubicBezTo>
                <a:moveTo>
                  <a:pt x="82" y="313"/>
                </a:moveTo>
                <a:cubicBezTo>
                  <a:pt x="82" y="323"/>
                  <a:pt x="90" y="331"/>
                  <a:pt x="100" y="332"/>
                </a:cubicBezTo>
                <a:cubicBezTo>
                  <a:pt x="114" y="332"/>
                  <a:pt x="128" y="332"/>
                  <a:pt x="142" y="332"/>
                </a:cubicBezTo>
                <a:cubicBezTo>
                  <a:pt x="152" y="331"/>
                  <a:pt x="159" y="323"/>
                  <a:pt x="159" y="313"/>
                </a:cubicBezTo>
                <a:lnTo>
                  <a:pt x="82" y="31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 name="Freeform 266"/>
          <p:cNvSpPr>
            <a:spLocks noChangeAspect="1" noEditPoints="1"/>
          </p:cNvSpPr>
          <p:nvPr/>
        </p:nvSpPr>
        <p:spPr bwMode="auto">
          <a:xfrm>
            <a:off x="7653459" y="5295626"/>
            <a:ext cx="432000" cy="473311"/>
          </a:xfrm>
          <a:custGeom>
            <a:avLst/>
            <a:gdLst>
              <a:gd name="T0" fmla="*/ 62 w 183"/>
              <a:gd name="T1" fmla="*/ 22 h 200"/>
              <a:gd name="T2" fmla="*/ 36 w 183"/>
              <a:gd name="T3" fmla="*/ 11 h 200"/>
              <a:gd name="T4" fmla="*/ 0 w 183"/>
              <a:gd name="T5" fmla="*/ 48 h 200"/>
              <a:gd name="T6" fmla="*/ 9 w 183"/>
              <a:gd name="T7" fmla="*/ 73 h 200"/>
              <a:gd name="T8" fmla="*/ 62 w 183"/>
              <a:gd name="T9" fmla="*/ 22 h 200"/>
              <a:gd name="T10" fmla="*/ 147 w 183"/>
              <a:gd name="T11" fmla="*/ 11 h 200"/>
              <a:gd name="T12" fmla="*/ 119 w 183"/>
              <a:gd name="T13" fmla="*/ 23 h 200"/>
              <a:gd name="T14" fmla="*/ 170 w 183"/>
              <a:gd name="T15" fmla="*/ 76 h 200"/>
              <a:gd name="T16" fmla="*/ 183 w 183"/>
              <a:gd name="T17" fmla="*/ 48 h 200"/>
              <a:gd name="T18" fmla="*/ 147 w 183"/>
              <a:gd name="T19" fmla="*/ 11 h 200"/>
              <a:gd name="T20" fmla="*/ 169 w 183"/>
              <a:gd name="T21" fmla="*/ 103 h 200"/>
              <a:gd name="T22" fmla="*/ 96 w 183"/>
              <a:gd name="T23" fmla="*/ 23 h 200"/>
              <a:gd name="T24" fmla="*/ 96 w 183"/>
              <a:gd name="T25" fmla="*/ 6 h 200"/>
              <a:gd name="T26" fmla="*/ 98 w 183"/>
              <a:gd name="T27" fmla="*/ 6 h 200"/>
              <a:gd name="T28" fmla="*/ 102 w 183"/>
              <a:gd name="T29" fmla="*/ 3 h 200"/>
              <a:gd name="T30" fmla="*/ 98 w 183"/>
              <a:gd name="T31" fmla="*/ 0 h 200"/>
              <a:gd name="T32" fmla="*/ 81 w 183"/>
              <a:gd name="T33" fmla="*/ 0 h 200"/>
              <a:gd name="T34" fmla="*/ 78 w 183"/>
              <a:gd name="T35" fmla="*/ 3 h 200"/>
              <a:gd name="T36" fmla="*/ 81 w 183"/>
              <a:gd name="T37" fmla="*/ 6 h 200"/>
              <a:gd name="T38" fmla="*/ 84 w 183"/>
              <a:gd name="T39" fmla="*/ 6 h 200"/>
              <a:gd name="T40" fmla="*/ 84 w 183"/>
              <a:gd name="T41" fmla="*/ 23 h 200"/>
              <a:gd name="T42" fmla="*/ 9 w 183"/>
              <a:gd name="T43" fmla="*/ 103 h 200"/>
              <a:gd name="T44" fmla="*/ 38 w 183"/>
              <a:gd name="T45" fmla="*/ 164 h 200"/>
              <a:gd name="T46" fmla="*/ 29 w 183"/>
              <a:gd name="T47" fmla="*/ 190 h 200"/>
              <a:gd name="T48" fmla="*/ 33 w 183"/>
              <a:gd name="T49" fmla="*/ 198 h 200"/>
              <a:gd name="T50" fmla="*/ 35 w 183"/>
              <a:gd name="T51" fmla="*/ 199 h 200"/>
              <a:gd name="T52" fmla="*/ 43 w 183"/>
              <a:gd name="T53" fmla="*/ 196 h 200"/>
              <a:gd name="T54" fmla="*/ 53 w 183"/>
              <a:gd name="T55" fmla="*/ 174 h 200"/>
              <a:gd name="T56" fmla="*/ 89 w 183"/>
              <a:gd name="T57" fmla="*/ 183 h 200"/>
              <a:gd name="T58" fmla="*/ 125 w 183"/>
              <a:gd name="T59" fmla="*/ 174 h 200"/>
              <a:gd name="T60" fmla="*/ 136 w 183"/>
              <a:gd name="T61" fmla="*/ 196 h 200"/>
              <a:gd name="T62" fmla="*/ 144 w 183"/>
              <a:gd name="T63" fmla="*/ 199 h 200"/>
              <a:gd name="T64" fmla="*/ 146 w 183"/>
              <a:gd name="T65" fmla="*/ 198 h 200"/>
              <a:gd name="T66" fmla="*/ 149 w 183"/>
              <a:gd name="T67" fmla="*/ 190 h 200"/>
              <a:gd name="T68" fmla="*/ 141 w 183"/>
              <a:gd name="T69" fmla="*/ 164 h 200"/>
              <a:gd name="T70" fmla="*/ 169 w 183"/>
              <a:gd name="T71" fmla="*/ 103 h 200"/>
              <a:gd name="T72" fmla="*/ 89 w 183"/>
              <a:gd name="T73" fmla="*/ 167 h 200"/>
              <a:gd name="T74" fmla="*/ 25 w 183"/>
              <a:gd name="T75" fmla="*/ 103 h 200"/>
              <a:gd name="T76" fmla="*/ 89 w 183"/>
              <a:gd name="T77" fmla="*/ 39 h 200"/>
              <a:gd name="T78" fmla="*/ 153 w 183"/>
              <a:gd name="T79" fmla="*/ 103 h 200"/>
              <a:gd name="T80" fmla="*/ 89 w 183"/>
              <a:gd name="T81" fmla="*/ 167 h 200"/>
              <a:gd name="T82" fmla="*/ 97 w 183"/>
              <a:gd name="T83" fmla="*/ 111 h 200"/>
              <a:gd name="T84" fmla="*/ 100 w 183"/>
              <a:gd name="T85" fmla="*/ 103 h 200"/>
              <a:gd name="T86" fmla="*/ 91 w 183"/>
              <a:gd name="T87" fmla="*/ 92 h 200"/>
              <a:gd name="T88" fmla="*/ 91 w 183"/>
              <a:gd name="T89" fmla="*/ 55 h 200"/>
              <a:gd name="T90" fmla="*/ 89 w 183"/>
              <a:gd name="T91" fmla="*/ 53 h 200"/>
              <a:gd name="T92" fmla="*/ 87 w 183"/>
              <a:gd name="T93" fmla="*/ 55 h 200"/>
              <a:gd name="T94" fmla="*/ 87 w 183"/>
              <a:gd name="T95" fmla="*/ 92 h 200"/>
              <a:gd name="T96" fmla="*/ 78 w 183"/>
              <a:gd name="T97" fmla="*/ 103 h 200"/>
              <a:gd name="T98" fmla="*/ 89 w 183"/>
              <a:gd name="T99" fmla="*/ 114 h 200"/>
              <a:gd name="T100" fmla="*/ 93 w 183"/>
              <a:gd name="T101" fmla="*/ 113 h 200"/>
              <a:gd name="T102" fmla="*/ 104 w 183"/>
              <a:gd name="T103" fmla="*/ 131 h 200"/>
              <a:gd name="T104" fmla="*/ 107 w 183"/>
              <a:gd name="T105" fmla="*/ 132 h 200"/>
              <a:gd name="T106" fmla="*/ 108 w 183"/>
              <a:gd name="T107" fmla="*/ 129 h 200"/>
              <a:gd name="T108" fmla="*/ 97 w 183"/>
              <a:gd name="T109" fmla="*/ 111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3" h="200">
                <a:moveTo>
                  <a:pt x="62" y="22"/>
                </a:moveTo>
                <a:cubicBezTo>
                  <a:pt x="56" y="15"/>
                  <a:pt x="46" y="11"/>
                  <a:pt x="36" y="11"/>
                </a:cubicBezTo>
                <a:cubicBezTo>
                  <a:pt x="16" y="11"/>
                  <a:pt x="0" y="28"/>
                  <a:pt x="0" y="48"/>
                </a:cubicBezTo>
                <a:cubicBezTo>
                  <a:pt x="0" y="57"/>
                  <a:pt x="3" y="66"/>
                  <a:pt x="9" y="73"/>
                </a:cubicBezTo>
                <a:cubicBezTo>
                  <a:pt x="18" y="49"/>
                  <a:pt x="38" y="30"/>
                  <a:pt x="62" y="22"/>
                </a:cubicBezTo>
                <a:close/>
                <a:moveTo>
                  <a:pt x="147" y="11"/>
                </a:moveTo>
                <a:cubicBezTo>
                  <a:pt x="136" y="11"/>
                  <a:pt x="126" y="16"/>
                  <a:pt x="119" y="23"/>
                </a:cubicBezTo>
                <a:cubicBezTo>
                  <a:pt x="143" y="32"/>
                  <a:pt x="162" y="52"/>
                  <a:pt x="170" y="76"/>
                </a:cubicBezTo>
                <a:cubicBezTo>
                  <a:pt x="178" y="69"/>
                  <a:pt x="183" y="59"/>
                  <a:pt x="183" y="48"/>
                </a:cubicBezTo>
                <a:cubicBezTo>
                  <a:pt x="183" y="28"/>
                  <a:pt x="167" y="11"/>
                  <a:pt x="147" y="11"/>
                </a:cubicBezTo>
                <a:close/>
                <a:moveTo>
                  <a:pt x="169" y="103"/>
                </a:moveTo>
                <a:cubicBezTo>
                  <a:pt x="169" y="61"/>
                  <a:pt x="137" y="26"/>
                  <a:pt x="96" y="23"/>
                </a:cubicBezTo>
                <a:cubicBezTo>
                  <a:pt x="96" y="6"/>
                  <a:pt x="96" y="6"/>
                  <a:pt x="96" y="6"/>
                </a:cubicBezTo>
                <a:cubicBezTo>
                  <a:pt x="98" y="6"/>
                  <a:pt x="98" y="6"/>
                  <a:pt x="98" y="6"/>
                </a:cubicBezTo>
                <a:cubicBezTo>
                  <a:pt x="100" y="6"/>
                  <a:pt x="102" y="5"/>
                  <a:pt x="102" y="3"/>
                </a:cubicBezTo>
                <a:cubicBezTo>
                  <a:pt x="102" y="1"/>
                  <a:pt x="100" y="0"/>
                  <a:pt x="98" y="0"/>
                </a:cubicBezTo>
                <a:cubicBezTo>
                  <a:pt x="81" y="0"/>
                  <a:pt x="81" y="0"/>
                  <a:pt x="81" y="0"/>
                </a:cubicBezTo>
                <a:cubicBezTo>
                  <a:pt x="80" y="0"/>
                  <a:pt x="78" y="1"/>
                  <a:pt x="78" y="3"/>
                </a:cubicBezTo>
                <a:cubicBezTo>
                  <a:pt x="78" y="5"/>
                  <a:pt x="80" y="6"/>
                  <a:pt x="81" y="6"/>
                </a:cubicBezTo>
                <a:cubicBezTo>
                  <a:pt x="84" y="6"/>
                  <a:pt x="84" y="6"/>
                  <a:pt x="84" y="6"/>
                </a:cubicBezTo>
                <a:cubicBezTo>
                  <a:pt x="84" y="23"/>
                  <a:pt x="84" y="23"/>
                  <a:pt x="84" y="23"/>
                </a:cubicBezTo>
                <a:cubicBezTo>
                  <a:pt x="42" y="25"/>
                  <a:pt x="9" y="60"/>
                  <a:pt x="9" y="103"/>
                </a:cubicBezTo>
                <a:cubicBezTo>
                  <a:pt x="9" y="127"/>
                  <a:pt x="20" y="150"/>
                  <a:pt x="38" y="164"/>
                </a:cubicBezTo>
                <a:cubicBezTo>
                  <a:pt x="29" y="190"/>
                  <a:pt x="29" y="190"/>
                  <a:pt x="29" y="190"/>
                </a:cubicBezTo>
                <a:cubicBezTo>
                  <a:pt x="28" y="194"/>
                  <a:pt x="30" y="197"/>
                  <a:pt x="33" y="198"/>
                </a:cubicBezTo>
                <a:cubicBezTo>
                  <a:pt x="35" y="199"/>
                  <a:pt x="35" y="199"/>
                  <a:pt x="35" y="199"/>
                </a:cubicBezTo>
                <a:cubicBezTo>
                  <a:pt x="38" y="200"/>
                  <a:pt x="41" y="199"/>
                  <a:pt x="43" y="196"/>
                </a:cubicBezTo>
                <a:cubicBezTo>
                  <a:pt x="53" y="174"/>
                  <a:pt x="53" y="174"/>
                  <a:pt x="53" y="174"/>
                </a:cubicBezTo>
                <a:cubicBezTo>
                  <a:pt x="64" y="180"/>
                  <a:pt x="76" y="183"/>
                  <a:pt x="89" y="183"/>
                </a:cubicBezTo>
                <a:cubicBezTo>
                  <a:pt x="102" y="183"/>
                  <a:pt x="114" y="180"/>
                  <a:pt x="125" y="174"/>
                </a:cubicBezTo>
                <a:cubicBezTo>
                  <a:pt x="136" y="196"/>
                  <a:pt x="136" y="196"/>
                  <a:pt x="136" y="196"/>
                </a:cubicBezTo>
                <a:cubicBezTo>
                  <a:pt x="137" y="199"/>
                  <a:pt x="141" y="200"/>
                  <a:pt x="144" y="199"/>
                </a:cubicBezTo>
                <a:cubicBezTo>
                  <a:pt x="146" y="198"/>
                  <a:pt x="146" y="198"/>
                  <a:pt x="146" y="198"/>
                </a:cubicBezTo>
                <a:cubicBezTo>
                  <a:pt x="149" y="197"/>
                  <a:pt x="150" y="194"/>
                  <a:pt x="149" y="190"/>
                </a:cubicBezTo>
                <a:cubicBezTo>
                  <a:pt x="141" y="164"/>
                  <a:pt x="141" y="164"/>
                  <a:pt x="141" y="164"/>
                </a:cubicBezTo>
                <a:cubicBezTo>
                  <a:pt x="158" y="149"/>
                  <a:pt x="169" y="127"/>
                  <a:pt x="169" y="103"/>
                </a:cubicBezTo>
                <a:close/>
                <a:moveTo>
                  <a:pt x="89" y="167"/>
                </a:moveTo>
                <a:cubicBezTo>
                  <a:pt x="54" y="167"/>
                  <a:pt x="25" y="138"/>
                  <a:pt x="25" y="103"/>
                </a:cubicBezTo>
                <a:cubicBezTo>
                  <a:pt x="25" y="67"/>
                  <a:pt x="54" y="39"/>
                  <a:pt x="89" y="39"/>
                </a:cubicBezTo>
                <a:cubicBezTo>
                  <a:pt x="124" y="39"/>
                  <a:pt x="153" y="67"/>
                  <a:pt x="153" y="103"/>
                </a:cubicBezTo>
                <a:cubicBezTo>
                  <a:pt x="153" y="138"/>
                  <a:pt x="124" y="167"/>
                  <a:pt x="89" y="167"/>
                </a:cubicBezTo>
                <a:close/>
                <a:moveTo>
                  <a:pt x="97" y="111"/>
                </a:moveTo>
                <a:cubicBezTo>
                  <a:pt x="99" y="109"/>
                  <a:pt x="100" y="106"/>
                  <a:pt x="100" y="103"/>
                </a:cubicBezTo>
                <a:cubicBezTo>
                  <a:pt x="100" y="97"/>
                  <a:pt x="96" y="93"/>
                  <a:pt x="91" y="92"/>
                </a:cubicBezTo>
                <a:cubicBezTo>
                  <a:pt x="91" y="55"/>
                  <a:pt x="91" y="55"/>
                  <a:pt x="91" y="55"/>
                </a:cubicBezTo>
                <a:cubicBezTo>
                  <a:pt x="91" y="54"/>
                  <a:pt x="90" y="53"/>
                  <a:pt x="89" y="53"/>
                </a:cubicBezTo>
                <a:cubicBezTo>
                  <a:pt x="88" y="53"/>
                  <a:pt x="87" y="54"/>
                  <a:pt x="87" y="55"/>
                </a:cubicBezTo>
                <a:cubicBezTo>
                  <a:pt x="87" y="92"/>
                  <a:pt x="87" y="92"/>
                  <a:pt x="87" y="92"/>
                </a:cubicBezTo>
                <a:cubicBezTo>
                  <a:pt x="82" y="93"/>
                  <a:pt x="78" y="97"/>
                  <a:pt x="78" y="103"/>
                </a:cubicBezTo>
                <a:cubicBezTo>
                  <a:pt x="78" y="109"/>
                  <a:pt x="83" y="114"/>
                  <a:pt x="89" y="114"/>
                </a:cubicBezTo>
                <a:cubicBezTo>
                  <a:pt x="90" y="114"/>
                  <a:pt x="92" y="114"/>
                  <a:pt x="93" y="113"/>
                </a:cubicBezTo>
                <a:cubicBezTo>
                  <a:pt x="104" y="131"/>
                  <a:pt x="104" y="131"/>
                  <a:pt x="104" y="131"/>
                </a:cubicBezTo>
                <a:cubicBezTo>
                  <a:pt x="105" y="132"/>
                  <a:pt x="106" y="133"/>
                  <a:pt x="107" y="132"/>
                </a:cubicBezTo>
                <a:cubicBezTo>
                  <a:pt x="108" y="131"/>
                  <a:pt x="109" y="130"/>
                  <a:pt x="108" y="129"/>
                </a:cubicBezTo>
                <a:lnTo>
                  <a:pt x="97" y="1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67" name="组合 66"/>
          <p:cNvGrpSpPr>
            <a:grpSpLocks noChangeAspect="1"/>
          </p:cNvGrpSpPr>
          <p:nvPr/>
        </p:nvGrpSpPr>
        <p:grpSpPr>
          <a:xfrm>
            <a:off x="9718124" y="5331934"/>
            <a:ext cx="468000" cy="400693"/>
            <a:chOff x="2162176" y="-104775"/>
            <a:chExt cx="1655763" cy="1417638"/>
          </a:xfrm>
          <a:solidFill>
            <a:schemeClr val="bg1"/>
          </a:solidFill>
        </p:grpSpPr>
        <p:sp>
          <p:nvSpPr>
            <p:cNvPr id="68" name="Freeform 3767"/>
            <p:cNvSpPr>
              <a:spLocks/>
            </p:cNvSpPr>
            <p:nvPr/>
          </p:nvSpPr>
          <p:spPr bwMode="auto">
            <a:xfrm>
              <a:off x="2311401" y="104775"/>
              <a:ext cx="1370013" cy="1208088"/>
            </a:xfrm>
            <a:custGeom>
              <a:avLst/>
              <a:gdLst>
                <a:gd name="T0" fmla="*/ 231 w 431"/>
                <a:gd name="T1" fmla="*/ 6 h 380"/>
                <a:gd name="T2" fmla="*/ 190 w 431"/>
                <a:gd name="T3" fmla="*/ 7 h 380"/>
                <a:gd name="T4" fmla="*/ 20 w 431"/>
                <a:gd name="T5" fmla="*/ 106 h 380"/>
                <a:gd name="T6" fmla="*/ 0 w 431"/>
                <a:gd name="T7" fmla="*/ 142 h 380"/>
                <a:gd name="T8" fmla="*/ 0 w 431"/>
                <a:gd name="T9" fmla="*/ 357 h 380"/>
                <a:gd name="T10" fmla="*/ 24 w 431"/>
                <a:gd name="T11" fmla="*/ 380 h 380"/>
                <a:gd name="T12" fmla="*/ 124 w 431"/>
                <a:gd name="T13" fmla="*/ 380 h 380"/>
                <a:gd name="T14" fmla="*/ 148 w 431"/>
                <a:gd name="T15" fmla="*/ 357 h 380"/>
                <a:gd name="T16" fmla="*/ 148 w 431"/>
                <a:gd name="T17" fmla="*/ 258 h 380"/>
                <a:gd name="T18" fmla="*/ 171 w 431"/>
                <a:gd name="T19" fmla="*/ 235 h 380"/>
                <a:gd name="T20" fmla="*/ 260 w 431"/>
                <a:gd name="T21" fmla="*/ 235 h 380"/>
                <a:gd name="T22" fmla="*/ 283 w 431"/>
                <a:gd name="T23" fmla="*/ 258 h 380"/>
                <a:gd name="T24" fmla="*/ 283 w 431"/>
                <a:gd name="T25" fmla="*/ 357 h 380"/>
                <a:gd name="T26" fmla="*/ 307 w 431"/>
                <a:gd name="T27" fmla="*/ 380 h 380"/>
                <a:gd name="T28" fmla="*/ 407 w 431"/>
                <a:gd name="T29" fmla="*/ 380 h 380"/>
                <a:gd name="T30" fmla="*/ 431 w 431"/>
                <a:gd name="T31" fmla="*/ 357 h 380"/>
                <a:gd name="T32" fmla="*/ 431 w 431"/>
                <a:gd name="T33" fmla="*/ 142 h 380"/>
                <a:gd name="T34" fmla="*/ 410 w 431"/>
                <a:gd name="T35" fmla="*/ 107 h 380"/>
                <a:gd name="T36" fmla="*/ 231 w 431"/>
                <a:gd name="T37" fmla="*/ 6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31" h="380">
                  <a:moveTo>
                    <a:pt x="231" y="6"/>
                  </a:moveTo>
                  <a:cubicBezTo>
                    <a:pt x="220" y="0"/>
                    <a:pt x="201" y="0"/>
                    <a:pt x="190" y="7"/>
                  </a:cubicBezTo>
                  <a:cubicBezTo>
                    <a:pt x="20" y="106"/>
                    <a:pt x="20" y="106"/>
                    <a:pt x="20" y="106"/>
                  </a:cubicBezTo>
                  <a:cubicBezTo>
                    <a:pt x="9" y="113"/>
                    <a:pt x="0" y="129"/>
                    <a:pt x="0" y="142"/>
                  </a:cubicBezTo>
                  <a:cubicBezTo>
                    <a:pt x="0" y="357"/>
                    <a:pt x="0" y="357"/>
                    <a:pt x="0" y="357"/>
                  </a:cubicBezTo>
                  <a:cubicBezTo>
                    <a:pt x="0" y="370"/>
                    <a:pt x="10" y="380"/>
                    <a:pt x="24" y="380"/>
                  </a:cubicBezTo>
                  <a:cubicBezTo>
                    <a:pt x="124" y="380"/>
                    <a:pt x="124" y="380"/>
                    <a:pt x="124" y="380"/>
                  </a:cubicBezTo>
                  <a:cubicBezTo>
                    <a:pt x="137" y="380"/>
                    <a:pt x="148" y="370"/>
                    <a:pt x="148" y="357"/>
                  </a:cubicBezTo>
                  <a:cubicBezTo>
                    <a:pt x="148" y="258"/>
                    <a:pt x="148" y="258"/>
                    <a:pt x="148" y="258"/>
                  </a:cubicBezTo>
                  <a:cubicBezTo>
                    <a:pt x="148" y="245"/>
                    <a:pt x="158" y="235"/>
                    <a:pt x="171" y="235"/>
                  </a:cubicBezTo>
                  <a:cubicBezTo>
                    <a:pt x="260" y="235"/>
                    <a:pt x="260" y="235"/>
                    <a:pt x="260" y="235"/>
                  </a:cubicBezTo>
                  <a:cubicBezTo>
                    <a:pt x="273" y="235"/>
                    <a:pt x="283" y="245"/>
                    <a:pt x="283" y="258"/>
                  </a:cubicBezTo>
                  <a:cubicBezTo>
                    <a:pt x="283" y="357"/>
                    <a:pt x="283" y="357"/>
                    <a:pt x="283" y="357"/>
                  </a:cubicBezTo>
                  <a:cubicBezTo>
                    <a:pt x="283" y="370"/>
                    <a:pt x="294" y="380"/>
                    <a:pt x="307" y="380"/>
                  </a:cubicBezTo>
                  <a:cubicBezTo>
                    <a:pt x="407" y="380"/>
                    <a:pt x="407" y="380"/>
                    <a:pt x="407" y="380"/>
                  </a:cubicBezTo>
                  <a:cubicBezTo>
                    <a:pt x="420" y="380"/>
                    <a:pt x="431" y="370"/>
                    <a:pt x="431" y="357"/>
                  </a:cubicBezTo>
                  <a:cubicBezTo>
                    <a:pt x="431" y="142"/>
                    <a:pt x="431" y="142"/>
                    <a:pt x="431" y="142"/>
                  </a:cubicBezTo>
                  <a:cubicBezTo>
                    <a:pt x="431" y="129"/>
                    <a:pt x="422" y="113"/>
                    <a:pt x="410" y="107"/>
                  </a:cubicBezTo>
                  <a:lnTo>
                    <a:pt x="231"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white"/>
                </a:solidFill>
              </a:endParaRPr>
            </a:p>
          </p:txBody>
        </p:sp>
        <p:sp>
          <p:nvSpPr>
            <p:cNvPr id="71" name="Freeform 3768"/>
            <p:cNvSpPr>
              <a:spLocks/>
            </p:cNvSpPr>
            <p:nvPr/>
          </p:nvSpPr>
          <p:spPr bwMode="auto">
            <a:xfrm>
              <a:off x="2162176" y="-104775"/>
              <a:ext cx="1655763" cy="552450"/>
            </a:xfrm>
            <a:custGeom>
              <a:avLst/>
              <a:gdLst>
                <a:gd name="T0" fmla="*/ 516 w 521"/>
                <a:gd name="T1" fmla="*/ 165 h 174"/>
                <a:gd name="T2" fmla="*/ 487 w 521"/>
                <a:gd name="T3" fmla="*/ 167 h 174"/>
                <a:gd name="T4" fmla="*/ 276 w 521"/>
                <a:gd name="T5" fmla="*/ 45 h 174"/>
                <a:gd name="T6" fmla="*/ 235 w 521"/>
                <a:gd name="T7" fmla="*/ 45 h 174"/>
                <a:gd name="T8" fmla="*/ 34 w 521"/>
                <a:gd name="T9" fmla="*/ 167 h 174"/>
                <a:gd name="T10" fmla="*/ 5 w 521"/>
                <a:gd name="T11" fmla="*/ 165 h 174"/>
                <a:gd name="T12" fmla="*/ 16 w 521"/>
                <a:gd name="T13" fmla="*/ 138 h 174"/>
                <a:gd name="T14" fmla="*/ 235 w 521"/>
                <a:gd name="T15" fmla="*/ 7 h 174"/>
                <a:gd name="T16" fmla="*/ 276 w 521"/>
                <a:gd name="T17" fmla="*/ 6 h 174"/>
                <a:gd name="T18" fmla="*/ 504 w 521"/>
                <a:gd name="T19" fmla="*/ 139 h 174"/>
                <a:gd name="T20" fmla="*/ 516 w 521"/>
                <a:gd name="T21" fmla="*/ 16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1" h="174">
                  <a:moveTo>
                    <a:pt x="516" y="165"/>
                  </a:moveTo>
                  <a:cubicBezTo>
                    <a:pt x="512" y="173"/>
                    <a:pt x="499" y="174"/>
                    <a:pt x="487" y="167"/>
                  </a:cubicBezTo>
                  <a:cubicBezTo>
                    <a:pt x="276" y="45"/>
                    <a:pt x="276" y="45"/>
                    <a:pt x="276" y="45"/>
                  </a:cubicBezTo>
                  <a:cubicBezTo>
                    <a:pt x="265" y="38"/>
                    <a:pt x="247" y="38"/>
                    <a:pt x="235" y="45"/>
                  </a:cubicBezTo>
                  <a:cubicBezTo>
                    <a:pt x="34" y="167"/>
                    <a:pt x="34" y="167"/>
                    <a:pt x="34" y="167"/>
                  </a:cubicBezTo>
                  <a:cubicBezTo>
                    <a:pt x="22" y="174"/>
                    <a:pt x="9" y="173"/>
                    <a:pt x="5" y="165"/>
                  </a:cubicBezTo>
                  <a:cubicBezTo>
                    <a:pt x="0" y="157"/>
                    <a:pt x="5" y="145"/>
                    <a:pt x="16" y="138"/>
                  </a:cubicBezTo>
                  <a:cubicBezTo>
                    <a:pt x="235" y="7"/>
                    <a:pt x="235" y="7"/>
                    <a:pt x="235" y="7"/>
                  </a:cubicBezTo>
                  <a:cubicBezTo>
                    <a:pt x="246" y="0"/>
                    <a:pt x="265" y="0"/>
                    <a:pt x="276" y="6"/>
                  </a:cubicBezTo>
                  <a:cubicBezTo>
                    <a:pt x="504" y="139"/>
                    <a:pt x="504" y="139"/>
                    <a:pt x="504" y="139"/>
                  </a:cubicBezTo>
                  <a:cubicBezTo>
                    <a:pt x="515" y="145"/>
                    <a:pt x="521" y="157"/>
                    <a:pt x="516" y="1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white"/>
                </a:solidFill>
              </a:endParaRPr>
            </a:p>
          </p:txBody>
        </p:sp>
      </p:grpSp>
      <p:grpSp>
        <p:nvGrpSpPr>
          <p:cNvPr id="72" name="组合 71"/>
          <p:cNvGrpSpPr>
            <a:grpSpLocks noChangeAspect="1"/>
          </p:cNvGrpSpPr>
          <p:nvPr/>
        </p:nvGrpSpPr>
        <p:grpSpPr>
          <a:xfrm>
            <a:off x="11187279" y="3168775"/>
            <a:ext cx="504000" cy="383020"/>
            <a:chOff x="10004425" y="1971676"/>
            <a:chExt cx="1593850" cy="1211262"/>
          </a:xfrm>
          <a:solidFill>
            <a:schemeClr val="bg1"/>
          </a:solidFill>
        </p:grpSpPr>
        <p:sp>
          <p:nvSpPr>
            <p:cNvPr id="73" name="Freeform 267"/>
            <p:cNvSpPr>
              <a:spLocks/>
            </p:cNvSpPr>
            <p:nvPr/>
          </p:nvSpPr>
          <p:spPr bwMode="auto">
            <a:xfrm>
              <a:off x="10004425" y="1971676"/>
              <a:ext cx="1535113" cy="688975"/>
            </a:xfrm>
            <a:custGeom>
              <a:avLst/>
              <a:gdLst>
                <a:gd name="T0" fmla="*/ 480 w 967"/>
                <a:gd name="T1" fmla="*/ 434 h 434"/>
                <a:gd name="T2" fmla="*/ 0 w 967"/>
                <a:gd name="T3" fmla="*/ 217 h 434"/>
                <a:gd name="T4" fmla="*/ 492 w 967"/>
                <a:gd name="T5" fmla="*/ 0 h 434"/>
                <a:gd name="T6" fmla="*/ 967 w 967"/>
                <a:gd name="T7" fmla="*/ 212 h 434"/>
                <a:gd name="T8" fmla="*/ 480 w 967"/>
                <a:gd name="T9" fmla="*/ 434 h 434"/>
              </a:gdLst>
              <a:ahLst/>
              <a:cxnLst>
                <a:cxn ang="0">
                  <a:pos x="T0" y="T1"/>
                </a:cxn>
                <a:cxn ang="0">
                  <a:pos x="T2" y="T3"/>
                </a:cxn>
                <a:cxn ang="0">
                  <a:pos x="T4" y="T5"/>
                </a:cxn>
                <a:cxn ang="0">
                  <a:pos x="T6" y="T7"/>
                </a:cxn>
                <a:cxn ang="0">
                  <a:pos x="T8" y="T9"/>
                </a:cxn>
              </a:cxnLst>
              <a:rect l="0" t="0" r="r" b="b"/>
              <a:pathLst>
                <a:path w="967" h="434">
                  <a:moveTo>
                    <a:pt x="480" y="434"/>
                  </a:moveTo>
                  <a:lnTo>
                    <a:pt x="0" y="217"/>
                  </a:lnTo>
                  <a:lnTo>
                    <a:pt x="492" y="0"/>
                  </a:lnTo>
                  <a:lnTo>
                    <a:pt x="967" y="212"/>
                  </a:lnTo>
                  <a:lnTo>
                    <a:pt x="480" y="4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 name="Rectangle 268"/>
            <p:cNvSpPr>
              <a:spLocks noChangeArrowheads="1"/>
            </p:cNvSpPr>
            <p:nvPr/>
          </p:nvSpPr>
          <p:spPr bwMode="auto">
            <a:xfrm>
              <a:off x="11474450" y="2297113"/>
              <a:ext cx="46038" cy="5032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 name="Oval 269"/>
            <p:cNvSpPr>
              <a:spLocks noChangeArrowheads="1"/>
            </p:cNvSpPr>
            <p:nvPr/>
          </p:nvSpPr>
          <p:spPr bwMode="auto">
            <a:xfrm>
              <a:off x="11422063" y="2743201"/>
              <a:ext cx="150813" cy="1508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 name="Freeform 270"/>
            <p:cNvSpPr>
              <a:spLocks/>
            </p:cNvSpPr>
            <p:nvPr/>
          </p:nvSpPr>
          <p:spPr bwMode="auto">
            <a:xfrm>
              <a:off x="11404600" y="2822576"/>
              <a:ext cx="107950" cy="336550"/>
            </a:xfrm>
            <a:custGeom>
              <a:avLst/>
              <a:gdLst>
                <a:gd name="T0" fmla="*/ 16 w 29"/>
                <a:gd name="T1" fmla="*/ 5 h 90"/>
                <a:gd name="T2" fmla="*/ 6 w 29"/>
                <a:gd name="T3" fmla="*/ 90 h 90"/>
                <a:gd name="T4" fmla="*/ 29 w 29"/>
                <a:gd name="T5" fmla="*/ 90 h 90"/>
                <a:gd name="T6" fmla="*/ 29 w 29"/>
                <a:gd name="T7" fmla="*/ 0 h 90"/>
                <a:gd name="T8" fmla="*/ 16 w 29"/>
                <a:gd name="T9" fmla="*/ 5 h 90"/>
              </a:gdLst>
              <a:ahLst/>
              <a:cxnLst>
                <a:cxn ang="0">
                  <a:pos x="T0" y="T1"/>
                </a:cxn>
                <a:cxn ang="0">
                  <a:pos x="T2" y="T3"/>
                </a:cxn>
                <a:cxn ang="0">
                  <a:pos x="T4" y="T5"/>
                </a:cxn>
                <a:cxn ang="0">
                  <a:pos x="T6" y="T7"/>
                </a:cxn>
                <a:cxn ang="0">
                  <a:pos x="T8" y="T9"/>
                </a:cxn>
              </a:cxnLst>
              <a:rect l="0" t="0" r="r" b="b"/>
              <a:pathLst>
                <a:path w="29" h="90">
                  <a:moveTo>
                    <a:pt x="16" y="5"/>
                  </a:moveTo>
                  <a:cubicBezTo>
                    <a:pt x="16" y="5"/>
                    <a:pt x="0" y="39"/>
                    <a:pt x="6" y="90"/>
                  </a:cubicBezTo>
                  <a:cubicBezTo>
                    <a:pt x="29" y="90"/>
                    <a:pt x="29" y="90"/>
                    <a:pt x="29" y="90"/>
                  </a:cubicBezTo>
                  <a:cubicBezTo>
                    <a:pt x="29" y="0"/>
                    <a:pt x="29" y="0"/>
                    <a:pt x="29" y="0"/>
                  </a:cubicBezTo>
                  <a:cubicBezTo>
                    <a:pt x="29" y="0"/>
                    <a:pt x="16" y="8"/>
                    <a:pt x="16"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 name="Freeform 271"/>
            <p:cNvSpPr>
              <a:spLocks/>
            </p:cNvSpPr>
            <p:nvPr/>
          </p:nvSpPr>
          <p:spPr bwMode="auto">
            <a:xfrm>
              <a:off x="11490325" y="2822576"/>
              <a:ext cx="107950" cy="336550"/>
            </a:xfrm>
            <a:custGeom>
              <a:avLst/>
              <a:gdLst>
                <a:gd name="T0" fmla="*/ 13 w 29"/>
                <a:gd name="T1" fmla="*/ 5 h 90"/>
                <a:gd name="T2" fmla="*/ 23 w 29"/>
                <a:gd name="T3" fmla="*/ 90 h 90"/>
                <a:gd name="T4" fmla="*/ 0 w 29"/>
                <a:gd name="T5" fmla="*/ 90 h 90"/>
                <a:gd name="T6" fmla="*/ 0 w 29"/>
                <a:gd name="T7" fmla="*/ 0 h 90"/>
                <a:gd name="T8" fmla="*/ 13 w 29"/>
                <a:gd name="T9" fmla="*/ 5 h 90"/>
              </a:gdLst>
              <a:ahLst/>
              <a:cxnLst>
                <a:cxn ang="0">
                  <a:pos x="T0" y="T1"/>
                </a:cxn>
                <a:cxn ang="0">
                  <a:pos x="T2" y="T3"/>
                </a:cxn>
                <a:cxn ang="0">
                  <a:pos x="T4" y="T5"/>
                </a:cxn>
                <a:cxn ang="0">
                  <a:pos x="T6" y="T7"/>
                </a:cxn>
                <a:cxn ang="0">
                  <a:pos x="T8" y="T9"/>
                </a:cxn>
              </a:cxnLst>
              <a:rect l="0" t="0" r="r" b="b"/>
              <a:pathLst>
                <a:path w="29" h="90">
                  <a:moveTo>
                    <a:pt x="13" y="5"/>
                  </a:moveTo>
                  <a:cubicBezTo>
                    <a:pt x="13" y="5"/>
                    <a:pt x="29" y="39"/>
                    <a:pt x="23" y="90"/>
                  </a:cubicBezTo>
                  <a:cubicBezTo>
                    <a:pt x="0" y="90"/>
                    <a:pt x="0" y="90"/>
                    <a:pt x="0" y="90"/>
                  </a:cubicBezTo>
                  <a:cubicBezTo>
                    <a:pt x="0" y="0"/>
                    <a:pt x="0" y="0"/>
                    <a:pt x="0" y="0"/>
                  </a:cubicBezTo>
                  <a:cubicBezTo>
                    <a:pt x="0" y="0"/>
                    <a:pt x="13" y="8"/>
                    <a:pt x="1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 name="Freeform 272"/>
            <p:cNvSpPr>
              <a:spLocks/>
            </p:cNvSpPr>
            <p:nvPr/>
          </p:nvSpPr>
          <p:spPr bwMode="auto">
            <a:xfrm>
              <a:off x="10309225" y="2522538"/>
              <a:ext cx="889000" cy="660400"/>
            </a:xfrm>
            <a:custGeom>
              <a:avLst/>
              <a:gdLst>
                <a:gd name="T0" fmla="*/ 237 w 237"/>
                <a:gd name="T1" fmla="*/ 0 h 176"/>
                <a:gd name="T2" fmla="*/ 118 w 237"/>
                <a:gd name="T3" fmla="*/ 55 h 176"/>
                <a:gd name="T4" fmla="*/ 0 w 237"/>
                <a:gd name="T5" fmla="*/ 0 h 176"/>
                <a:gd name="T6" fmla="*/ 0 w 237"/>
                <a:gd name="T7" fmla="*/ 136 h 176"/>
                <a:gd name="T8" fmla="*/ 115 w 237"/>
                <a:gd name="T9" fmla="*/ 176 h 176"/>
                <a:gd name="T10" fmla="*/ 115 w 237"/>
                <a:gd name="T11" fmla="*/ 176 h 176"/>
                <a:gd name="T12" fmla="*/ 118 w 237"/>
                <a:gd name="T13" fmla="*/ 176 h 176"/>
                <a:gd name="T14" fmla="*/ 122 w 237"/>
                <a:gd name="T15" fmla="*/ 176 h 176"/>
                <a:gd name="T16" fmla="*/ 122 w 237"/>
                <a:gd name="T17" fmla="*/ 176 h 176"/>
                <a:gd name="T18" fmla="*/ 237 w 237"/>
                <a:gd name="T19" fmla="*/ 136 h 176"/>
                <a:gd name="T20" fmla="*/ 237 w 237"/>
                <a:gd name="T21"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7" h="176">
                  <a:moveTo>
                    <a:pt x="237" y="0"/>
                  </a:moveTo>
                  <a:cubicBezTo>
                    <a:pt x="237" y="1"/>
                    <a:pt x="138" y="47"/>
                    <a:pt x="118" y="55"/>
                  </a:cubicBezTo>
                  <a:cubicBezTo>
                    <a:pt x="99" y="47"/>
                    <a:pt x="0" y="1"/>
                    <a:pt x="0" y="0"/>
                  </a:cubicBezTo>
                  <a:cubicBezTo>
                    <a:pt x="0" y="136"/>
                    <a:pt x="0" y="136"/>
                    <a:pt x="0" y="136"/>
                  </a:cubicBezTo>
                  <a:cubicBezTo>
                    <a:pt x="32" y="170"/>
                    <a:pt x="95" y="175"/>
                    <a:pt x="115" y="176"/>
                  </a:cubicBezTo>
                  <a:cubicBezTo>
                    <a:pt x="115" y="176"/>
                    <a:pt x="115" y="176"/>
                    <a:pt x="115" y="176"/>
                  </a:cubicBezTo>
                  <a:cubicBezTo>
                    <a:pt x="115" y="176"/>
                    <a:pt x="116" y="176"/>
                    <a:pt x="118" y="176"/>
                  </a:cubicBezTo>
                  <a:cubicBezTo>
                    <a:pt x="121" y="176"/>
                    <a:pt x="122" y="176"/>
                    <a:pt x="122" y="176"/>
                  </a:cubicBezTo>
                  <a:cubicBezTo>
                    <a:pt x="122" y="176"/>
                    <a:pt x="122" y="176"/>
                    <a:pt x="122" y="176"/>
                  </a:cubicBezTo>
                  <a:cubicBezTo>
                    <a:pt x="142" y="175"/>
                    <a:pt x="205" y="170"/>
                    <a:pt x="237" y="136"/>
                  </a:cubicBezTo>
                  <a:lnTo>
                    <a:pt x="23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79" name="Freeform 63"/>
          <p:cNvSpPr>
            <a:spLocks noChangeAspect="1" noEditPoints="1"/>
          </p:cNvSpPr>
          <p:nvPr/>
        </p:nvSpPr>
        <p:spPr bwMode="auto">
          <a:xfrm>
            <a:off x="9850334" y="950777"/>
            <a:ext cx="432000" cy="490674"/>
          </a:xfrm>
          <a:custGeom>
            <a:avLst/>
            <a:gdLst>
              <a:gd name="T0" fmla="*/ 319 w 352"/>
              <a:gd name="T1" fmla="*/ 209 h 400"/>
              <a:gd name="T2" fmla="*/ 238 w 352"/>
              <a:gd name="T3" fmla="*/ 134 h 400"/>
              <a:gd name="T4" fmla="*/ 251 w 352"/>
              <a:gd name="T5" fmla="*/ 134 h 400"/>
              <a:gd name="T6" fmla="*/ 313 w 352"/>
              <a:gd name="T7" fmla="*/ 114 h 400"/>
              <a:gd name="T8" fmla="*/ 283 w 352"/>
              <a:gd name="T9" fmla="*/ 96 h 400"/>
              <a:gd name="T10" fmla="*/ 292 w 352"/>
              <a:gd name="T11" fmla="*/ 82 h 400"/>
              <a:gd name="T12" fmla="*/ 289 w 352"/>
              <a:gd name="T13" fmla="*/ 75 h 400"/>
              <a:gd name="T14" fmla="*/ 237 w 352"/>
              <a:gd name="T15" fmla="*/ 97 h 400"/>
              <a:gd name="T16" fmla="*/ 231 w 352"/>
              <a:gd name="T17" fmla="*/ 16 h 400"/>
              <a:gd name="T18" fmla="*/ 142 w 352"/>
              <a:gd name="T19" fmla="*/ 17 h 400"/>
              <a:gd name="T20" fmla="*/ 136 w 352"/>
              <a:gd name="T21" fmla="*/ 108 h 400"/>
              <a:gd name="T22" fmla="*/ 121 w 352"/>
              <a:gd name="T23" fmla="*/ 112 h 400"/>
              <a:gd name="T24" fmla="*/ 111 w 352"/>
              <a:gd name="T25" fmla="*/ 119 h 400"/>
              <a:gd name="T26" fmla="*/ 127 w 352"/>
              <a:gd name="T27" fmla="*/ 130 h 400"/>
              <a:gd name="T28" fmla="*/ 34 w 352"/>
              <a:gd name="T29" fmla="*/ 214 h 400"/>
              <a:gd name="T30" fmla="*/ 149 w 352"/>
              <a:gd name="T31" fmla="*/ 391 h 400"/>
              <a:gd name="T32" fmla="*/ 343 w 352"/>
              <a:gd name="T33" fmla="*/ 268 h 400"/>
              <a:gd name="T34" fmla="*/ 303 w 352"/>
              <a:gd name="T35" fmla="*/ 109 h 400"/>
              <a:gd name="T36" fmla="*/ 251 w 352"/>
              <a:gd name="T37" fmla="*/ 123 h 400"/>
              <a:gd name="T38" fmla="*/ 243 w 352"/>
              <a:gd name="T39" fmla="*/ 122 h 400"/>
              <a:gd name="T40" fmla="*/ 280 w 352"/>
              <a:gd name="T41" fmla="*/ 85 h 400"/>
              <a:gd name="T42" fmla="*/ 239 w 352"/>
              <a:gd name="T43" fmla="*/ 111 h 400"/>
              <a:gd name="T44" fmla="*/ 280 w 352"/>
              <a:gd name="T45" fmla="*/ 85 h 400"/>
              <a:gd name="T46" fmla="*/ 218 w 352"/>
              <a:gd name="T47" fmla="*/ 315 h 400"/>
              <a:gd name="T48" fmla="*/ 183 w 352"/>
              <a:gd name="T49" fmla="*/ 326 h 400"/>
              <a:gd name="T50" fmla="*/ 169 w 352"/>
              <a:gd name="T51" fmla="*/ 344 h 400"/>
              <a:gd name="T52" fmla="*/ 147 w 352"/>
              <a:gd name="T53" fmla="*/ 322 h 400"/>
              <a:gd name="T54" fmla="*/ 122 w 352"/>
              <a:gd name="T55" fmla="*/ 300 h 400"/>
              <a:gd name="T56" fmla="*/ 155 w 352"/>
              <a:gd name="T57" fmla="*/ 280 h 400"/>
              <a:gd name="T58" fmla="*/ 169 w 352"/>
              <a:gd name="T59" fmla="*/ 301 h 400"/>
              <a:gd name="T60" fmla="*/ 142 w 352"/>
              <a:gd name="T61" fmla="*/ 258 h 400"/>
              <a:gd name="T62" fmla="*/ 122 w 352"/>
              <a:gd name="T63" fmla="*/ 225 h 400"/>
              <a:gd name="T64" fmla="*/ 169 w 352"/>
              <a:gd name="T65" fmla="*/ 184 h 400"/>
              <a:gd name="T66" fmla="*/ 183 w 352"/>
              <a:gd name="T67" fmla="*/ 175 h 400"/>
              <a:gd name="T68" fmla="*/ 215 w 352"/>
              <a:gd name="T69" fmla="*/ 194 h 400"/>
              <a:gd name="T70" fmla="*/ 195 w 352"/>
              <a:gd name="T71" fmla="*/ 223 h 400"/>
              <a:gd name="T72" fmla="*/ 183 w 352"/>
              <a:gd name="T73" fmla="*/ 209 h 400"/>
              <a:gd name="T74" fmla="*/ 221 w 352"/>
              <a:gd name="T75" fmla="*/ 252 h 400"/>
              <a:gd name="T76" fmla="*/ 230 w 352"/>
              <a:gd name="T77" fmla="*/ 301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52" h="400">
                <a:moveTo>
                  <a:pt x="343" y="268"/>
                </a:moveTo>
                <a:cubicBezTo>
                  <a:pt x="339" y="245"/>
                  <a:pt x="331" y="231"/>
                  <a:pt x="319" y="209"/>
                </a:cubicBezTo>
                <a:cubicBezTo>
                  <a:pt x="308" y="192"/>
                  <a:pt x="288" y="172"/>
                  <a:pt x="273" y="160"/>
                </a:cubicBezTo>
                <a:cubicBezTo>
                  <a:pt x="262" y="151"/>
                  <a:pt x="249" y="143"/>
                  <a:pt x="238" y="134"/>
                </a:cubicBezTo>
                <a:cubicBezTo>
                  <a:pt x="241" y="134"/>
                  <a:pt x="241" y="134"/>
                  <a:pt x="241" y="134"/>
                </a:cubicBezTo>
                <a:cubicBezTo>
                  <a:pt x="251" y="134"/>
                  <a:pt x="251" y="134"/>
                  <a:pt x="251" y="134"/>
                </a:cubicBezTo>
                <a:cubicBezTo>
                  <a:pt x="258" y="134"/>
                  <a:pt x="266" y="134"/>
                  <a:pt x="274" y="133"/>
                </a:cubicBezTo>
                <a:cubicBezTo>
                  <a:pt x="283" y="132"/>
                  <a:pt x="306" y="128"/>
                  <a:pt x="313" y="114"/>
                </a:cubicBezTo>
                <a:cubicBezTo>
                  <a:pt x="318" y="104"/>
                  <a:pt x="314" y="99"/>
                  <a:pt x="311" y="97"/>
                </a:cubicBezTo>
                <a:cubicBezTo>
                  <a:pt x="306" y="93"/>
                  <a:pt x="295" y="94"/>
                  <a:pt x="283" y="96"/>
                </a:cubicBezTo>
                <a:cubicBezTo>
                  <a:pt x="288" y="92"/>
                  <a:pt x="291" y="88"/>
                  <a:pt x="292" y="84"/>
                </a:cubicBezTo>
                <a:cubicBezTo>
                  <a:pt x="292" y="84"/>
                  <a:pt x="292" y="83"/>
                  <a:pt x="292" y="82"/>
                </a:cubicBezTo>
                <a:cubicBezTo>
                  <a:pt x="292" y="80"/>
                  <a:pt x="292" y="78"/>
                  <a:pt x="290" y="76"/>
                </a:cubicBezTo>
                <a:cubicBezTo>
                  <a:pt x="289" y="75"/>
                  <a:pt x="289" y="75"/>
                  <a:pt x="289" y="75"/>
                </a:cubicBezTo>
                <a:cubicBezTo>
                  <a:pt x="287" y="74"/>
                  <a:pt x="287" y="74"/>
                  <a:pt x="287" y="74"/>
                </a:cubicBezTo>
                <a:cubicBezTo>
                  <a:pt x="272" y="72"/>
                  <a:pt x="251" y="83"/>
                  <a:pt x="237" y="97"/>
                </a:cubicBezTo>
                <a:cubicBezTo>
                  <a:pt x="252" y="77"/>
                  <a:pt x="280" y="51"/>
                  <a:pt x="285" y="30"/>
                </a:cubicBezTo>
                <a:cubicBezTo>
                  <a:pt x="266" y="29"/>
                  <a:pt x="247" y="25"/>
                  <a:pt x="231" y="16"/>
                </a:cubicBezTo>
                <a:cubicBezTo>
                  <a:pt x="216" y="8"/>
                  <a:pt x="209" y="0"/>
                  <a:pt x="191" y="3"/>
                </a:cubicBezTo>
                <a:cubicBezTo>
                  <a:pt x="174" y="5"/>
                  <a:pt x="158" y="13"/>
                  <a:pt x="142" y="17"/>
                </a:cubicBezTo>
                <a:cubicBezTo>
                  <a:pt x="124" y="22"/>
                  <a:pt x="108" y="15"/>
                  <a:pt x="90" y="18"/>
                </a:cubicBezTo>
                <a:cubicBezTo>
                  <a:pt x="87" y="49"/>
                  <a:pt x="125" y="79"/>
                  <a:pt x="136" y="108"/>
                </a:cubicBezTo>
                <a:cubicBezTo>
                  <a:pt x="131" y="109"/>
                  <a:pt x="126" y="110"/>
                  <a:pt x="121" y="112"/>
                </a:cubicBezTo>
                <a:cubicBezTo>
                  <a:pt x="121" y="112"/>
                  <a:pt x="121" y="112"/>
                  <a:pt x="121" y="112"/>
                </a:cubicBezTo>
                <a:cubicBezTo>
                  <a:pt x="118" y="113"/>
                  <a:pt x="115" y="114"/>
                  <a:pt x="114" y="116"/>
                </a:cubicBezTo>
                <a:cubicBezTo>
                  <a:pt x="111" y="119"/>
                  <a:pt x="111" y="119"/>
                  <a:pt x="111" y="119"/>
                </a:cubicBezTo>
                <a:cubicBezTo>
                  <a:pt x="113" y="123"/>
                  <a:pt x="113" y="123"/>
                  <a:pt x="113" y="123"/>
                </a:cubicBezTo>
                <a:cubicBezTo>
                  <a:pt x="116" y="127"/>
                  <a:pt x="120" y="129"/>
                  <a:pt x="127" y="130"/>
                </a:cubicBezTo>
                <a:cubicBezTo>
                  <a:pt x="113" y="139"/>
                  <a:pt x="96" y="149"/>
                  <a:pt x="84" y="159"/>
                </a:cubicBezTo>
                <a:cubicBezTo>
                  <a:pt x="69" y="172"/>
                  <a:pt x="46" y="198"/>
                  <a:pt x="34" y="214"/>
                </a:cubicBezTo>
                <a:cubicBezTo>
                  <a:pt x="13" y="240"/>
                  <a:pt x="0" y="275"/>
                  <a:pt x="6" y="307"/>
                </a:cubicBezTo>
                <a:cubicBezTo>
                  <a:pt x="18" y="370"/>
                  <a:pt x="92" y="391"/>
                  <a:pt x="149" y="391"/>
                </a:cubicBezTo>
                <a:cubicBezTo>
                  <a:pt x="212" y="391"/>
                  <a:pt x="293" y="400"/>
                  <a:pt x="335" y="348"/>
                </a:cubicBezTo>
                <a:cubicBezTo>
                  <a:pt x="352" y="327"/>
                  <a:pt x="347" y="295"/>
                  <a:pt x="343" y="268"/>
                </a:cubicBezTo>
                <a:close/>
                <a:moveTo>
                  <a:pt x="305" y="105"/>
                </a:moveTo>
                <a:cubicBezTo>
                  <a:pt x="305" y="105"/>
                  <a:pt x="305" y="106"/>
                  <a:pt x="303" y="109"/>
                </a:cubicBezTo>
                <a:cubicBezTo>
                  <a:pt x="299" y="117"/>
                  <a:pt x="284" y="121"/>
                  <a:pt x="273" y="123"/>
                </a:cubicBezTo>
                <a:cubicBezTo>
                  <a:pt x="266" y="124"/>
                  <a:pt x="258" y="124"/>
                  <a:pt x="251" y="123"/>
                </a:cubicBezTo>
                <a:cubicBezTo>
                  <a:pt x="243" y="123"/>
                  <a:pt x="243" y="123"/>
                  <a:pt x="243" y="123"/>
                </a:cubicBezTo>
                <a:cubicBezTo>
                  <a:pt x="243" y="122"/>
                  <a:pt x="243" y="122"/>
                  <a:pt x="243" y="122"/>
                </a:cubicBezTo>
                <a:cubicBezTo>
                  <a:pt x="263" y="112"/>
                  <a:pt x="300" y="101"/>
                  <a:pt x="305" y="105"/>
                </a:cubicBezTo>
                <a:close/>
                <a:moveTo>
                  <a:pt x="280" y="85"/>
                </a:moveTo>
                <a:cubicBezTo>
                  <a:pt x="275" y="90"/>
                  <a:pt x="260" y="99"/>
                  <a:pt x="251" y="104"/>
                </a:cubicBezTo>
                <a:cubicBezTo>
                  <a:pt x="247" y="106"/>
                  <a:pt x="243" y="108"/>
                  <a:pt x="239" y="111"/>
                </a:cubicBezTo>
                <a:cubicBezTo>
                  <a:pt x="239" y="111"/>
                  <a:pt x="239" y="111"/>
                  <a:pt x="239" y="111"/>
                </a:cubicBezTo>
                <a:cubicBezTo>
                  <a:pt x="249" y="98"/>
                  <a:pt x="267" y="86"/>
                  <a:pt x="280" y="85"/>
                </a:cubicBezTo>
                <a:close/>
                <a:moveTo>
                  <a:pt x="230" y="301"/>
                </a:moveTo>
                <a:cubicBezTo>
                  <a:pt x="227" y="306"/>
                  <a:pt x="223" y="311"/>
                  <a:pt x="218" y="315"/>
                </a:cubicBezTo>
                <a:cubicBezTo>
                  <a:pt x="213" y="319"/>
                  <a:pt x="208" y="322"/>
                  <a:pt x="203" y="323"/>
                </a:cubicBezTo>
                <a:cubicBezTo>
                  <a:pt x="197" y="325"/>
                  <a:pt x="191" y="326"/>
                  <a:pt x="183" y="326"/>
                </a:cubicBezTo>
                <a:cubicBezTo>
                  <a:pt x="183" y="344"/>
                  <a:pt x="183" y="344"/>
                  <a:pt x="183" y="344"/>
                </a:cubicBezTo>
                <a:cubicBezTo>
                  <a:pt x="169" y="344"/>
                  <a:pt x="169" y="344"/>
                  <a:pt x="169" y="344"/>
                </a:cubicBezTo>
                <a:cubicBezTo>
                  <a:pt x="169" y="326"/>
                  <a:pt x="169" y="326"/>
                  <a:pt x="169" y="326"/>
                </a:cubicBezTo>
                <a:cubicBezTo>
                  <a:pt x="160" y="326"/>
                  <a:pt x="152" y="324"/>
                  <a:pt x="147" y="322"/>
                </a:cubicBezTo>
                <a:cubicBezTo>
                  <a:pt x="141" y="320"/>
                  <a:pt x="136" y="317"/>
                  <a:pt x="132" y="313"/>
                </a:cubicBezTo>
                <a:cubicBezTo>
                  <a:pt x="127" y="309"/>
                  <a:pt x="124" y="305"/>
                  <a:pt x="122" y="300"/>
                </a:cubicBezTo>
                <a:cubicBezTo>
                  <a:pt x="120" y="296"/>
                  <a:pt x="118" y="291"/>
                  <a:pt x="117" y="284"/>
                </a:cubicBezTo>
                <a:cubicBezTo>
                  <a:pt x="155" y="280"/>
                  <a:pt x="155" y="280"/>
                  <a:pt x="155" y="280"/>
                </a:cubicBezTo>
                <a:cubicBezTo>
                  <a:pt x="156" y="286"/>
                  <a:pt x="158" y="291"/>
                  <a:pt x="160" y="293"/>
                </a:cubicBezTo>
                <a:cubicBezTo>
                  <a:pt x="162" y="296"/>
                  <a:pt x="165" y="299"/>
                  <a:pt x="169" y="301"/>
                </a:cubicBezTo>
                <a:cubicBezTo>
                  <a:pt x="169" y="267"/>
                  <a:pt x="169" y="267"/>
                  <a:pt x="169" y="267"/>
                </a:cubicBezTo>
                <a:cubicBezTo>
                  <a:pt x="156" y="264"/>
                  <a:pt x="147" y="261"/>
                  <a:pt x="142" y="258"/>
                </a:cubicBezTo>
                <a:cubicBezTo>
                  <a:pt x="137" y="255"/>
                  <a:pt x="132" y="251"/>
                  <a:pt x="128" y="246"/>
                </a:cubicBezTo>
                <a:cubicBezTo>
                  <a:pt x="124" y="240"/>
                  <a:pt x="122" y="233"/>
                  <a:pt x="122" y="225"/>
                </a:cubicBezTo>
                <a:cubicBezTo>
                  <a:pt x="122" y="213"/>
                  <a:pt x="126" y="204"/>
                  <a:pt x="134" y="196"/>
                </a:cubicBezTo>
                <a:cubicBezTo>
                  <a:pt x="142" y="189"/>
                  <a:pt x="154" y="185"/>
                  <a:pt x="169" y="184"/>
                </a:cubicBezTo>
                <a:cubicBezTo>
                  <a:pt x="169" y="175"/>
                  <a:pt x="169" y="175"/>
                  <a:pt x="169" y="175"/>
                </a:cubicBezTo>
                <a:cubicBezTo>
                  <a:pt x="183" y="175"/>
                  <a:pt x="183" y="175"/>
                  <a:pt x="183" y="175"/>
                </a:cubicBezTo>
                <a:cubicBezTo>
                  <a:pt x="183" y="184"/>
                  <a:pt x="183" y="184"/>
                  <a:pt x="183" y="184"/>
                </a:cubicBezTo>
                <a:cubicBezTo>
                  <a:pt x="197" y="185"/>
                  <a:pt x="208" y="188"/>
                  <a:pt x="215" y="194"/>
                </a:cubicBezTo>
                <a:cubicBezTo>
                  <a:pt x="223" y="200"/>
                  <a:pt x="228" y="208"/>
                  <a:pt x="230" y="218"/>
                </a:cubicBezTo>
                <a:cubicBezTo>
                  <a:pt x="195" y="223"/>
                  <a:pt x="195" y="223"/>
                  <a:pt x="195" y="223"/>
                </a:cubicBezTo>
                <a:cubicBezTo>
                  <a:pt x="193" y="219"/>
                  <a:pt x="191" y="216"/>
                  <a:pt x="190" y="214"/>
                </a:cubicBezTo>
                <a:cubicBezTo>
                  <a:pt x="189" y="212"/>
                  <a:pt x="186" y="211"/>
                  <a:pt x="183" y="209"/>
                </a:cubicBezTo>
                <a:cubicBezTo>
                  <a:pt x="183" y="236"/>
                  <a:pt x="183" y="236"/>
                  <a:pt x="183" y="236"/>
                </a:cubicBezTo>
                <a:cubicBezTo>
                  <a:pt x="202" y="241"/>
                  <a:pt x="215" y="247"/>
                  <a:pt x="221" y="252"/>
                </a:cubicBezTo>
                <a:cubicBezTo>
                  <a:pt x="230" y="260"/>
                  <a:pt x="234" y="270"/>
                  <a:pt x="234" y="282"/>
                </a:cubicBezTo>
                <a:cubicBezTo>
                  <a:pt x="234" y="288"/>
                  <a:pt x="233" y="295"/>
                  <a:pt x="230" y="301"/>
                </a:cubicBezTo>
                <a:close/>
              </a:path>
            </a:pathLst>
          </a:custGeom>
          <a:solidFill>
            <a:srgbClr val="1364A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 name="文本框 79"/>
          <p:cNvSpPr txBox="1"/>
          <p:nvPr/>
        </p:nvSpPr>
        <p:spPr>
          <a:xfrm>
            <a:off x="7433109" y="4639245"/>
            <a:ext cx="1366849" cy="369332"/>
          </a:xfrm>
          <a:prstGeom prst="rect">
            <a:avLst/>
          </a:prstGeom>
          <a:noFill/>
        </p:spPr>
        <p:txBody>
          <a:bodyPr wrap="none" rtlCol="0">
            <a:spAutoFit/>
          </a:bodyPr>
          <a:lstStyle/>
          <a:p>
            <a:r>
              <a:rPr lang="en-US" altLang="zh-CN" dirty="0">
                <a:solidFill>
                  <a:prstClr val="white"/>
                </a:solidFill>
              </a:rPr>
              <a:t>Sample Text.</a:t>
            </a:r>
            <a:endParaRPr lang="zh-CN" altLang="en-US" dirty="0">
              <a:solidFill>
                <a:prstClr val="white"/>
              </a:solidFill>
            </a:endParaRPr>
          </a:p>
        </p:txBody>
      </p:sp>
      <p:sp>
        <p:nvSpPr>
          <p:cNvPr id="81" name="文本框 80"/>
          <p:cNvSpPr txBox="1"/>
          <p:nvPr/>
        </p:nvSpPr>
        <p:spPr>
          <a:xfrm>
            <a:off x="9155843" y="4639245"/>
            <a:ext cx="1366849" cy="369332"/>
          </a:xfrm>
          <a:prstGeom prst="rect">
            <a:avLst/>
          </a:prstGeom>
          <a:noFill/>
        </p:spPr>
        <p:txBody>
          <a:bodyPr wrap="none" rtlCol="0">
            <a:spAutoFit/>
          </a:bodyPr>
          <a:lstStyle/>
          <a:p>
            <a:r>
              <a:rPr lang="en-US" altLang="zh-CN" dirty="0">
                <a:solidFill>
                  <a:prstClr val="white"/>
                </a:solidFill>
              </a:rPr>
              <a:t>Sample Text.</a:t>
            </a:r>
            <a:endParaRPr lang="zh-CN" altLang="en-US" dirty="0">
              <a:solidFill>
                <a:prstClr val="white"/>
              </a:solidFill>
            </a:endParaRPr>
          </a:p>
        </p:txBody>
      </p:sp>
      <p:sp>
        <p:nvSpPr>
          <p:cNvPr id="82" name="文本框 81"/>
          <p:cNvSpPr txBox="1"/>
          <p:nvPr/>
        </p:nvSpPr>
        <p:spPr>
          <a:xfrm>
            <a:off x="7433109" y="1648308"/>
            <a:ext cx="1366849" cy="369332"/>
          </a:xfrm>
          <a:prstGeom prst="rect">
            <a:avLst/>
          </a:prstGeom>
          <a:noFill/>
        </p:spPr>
        <p:txBody>
          <a:bodyPr wrap="none" rtlCol="0">
            <a:spAutoFit/>
          </a:bodyPr>
          <a:lstStyle/>
          <a:p>
            <a:r>
              <a:rPr lang="en-US" altLang="zh-CN" dirty="0">
                <a:solidFill>
                  <a:srgbClr val="1364A1"/>
                </a:solidFill>
              </a:rPr>
              <a:t>Sample Text.</a:t>
            </a:r>
            <a:endParaRPr lang="zh-CN" altLang="en-US" dirty="0">
              <a:solidFill>
                <a:srgbClr val="1364A1"/>
              </a:solidFill>
            </a:endParaRPr>
          </a:p>
        </p:txBody>
      </p:sp>
      <p:sp>
        <p:nvSpPr>
          <p:cNvPr id="83" name="文本框 82"/>
          <p:cNvSpPr txBox="1"/>
          <p:nvPr/>
        </p:nvSpPr>
        <p:spPr>
          <a:xfrm>
            <a:off x="9155843" y="1648308"/>
            <a:ext cx="1366849" cy="369332"/>
          </a:xfrm>
          <a:prstGeom prst="rect">
            <a:avLst/>
          </a:prstGeom>
          <a:noFill/>
        </p:spPr>
        <p:txBody>
          <a:bodyPr wrap="none" rtlCol="0">
            <a:spAutoFit/>
          </a:bodyPr>
          <a:lstStyle/>
          <a:p>
            <a:r>
              <a:rPr lang="en-US" altLang="zh-CN" dirty="0">
                <a:solidFill>
                  <a:srgbClr val="1364A1"/>
                </a:solidFill>
              </a:rPr>
              <a:t>Sample Text.</a:t>
            </a:r>
            <a:endParaRPr lang="zh-CN" altLang="en-US" dirty="0">
              <a:solidFill>
                <a:srgbClr val="1364A1"/>
              </a:solidFill>
            </a:endParaRPr>
          </a:p>
        </p:txBody>
      </p:sp>
      <p:sp>
        <p:nvSpPr>
          <p:cNvPr id="84" name="文本框 83"/>
          <p:cNvSpPr txBox="1"/>
          <p:nvPr/>
        </p:nvSpPr>
        <p:spPr>
          <a:xfrm>
            <a:off x="6838378" y="3089577"/>
            <a:ext cx="875561" cy="646331"/>
          </a:xfrm>
          <a:prstGeom prst="rect">
            <a:avLst/>
          </a:prstGeom>
          <a:noFill/>
        </p:spPr>
        <p:txBody>
          <a:bodyPr wrap="none" rtlCol="0">
            <a:spAutoFit/>
          </a:bodyPr>
          <a:lstStyle/>
          <a:p>
            <a:r>
              <a:rPr lang="en-US" altLang="zh-CN" dirty="0">
                <a:solidFill>
                  <a:prstClr val="white"/>
                </a:solidFill>
              </a:rPr>
              <a:t>Sample</a:t>
            </a:r>
          </a:p>
          <a:p>
            <a:r>
              <a:rPr lang="en-US" altLang="zh-CN" dirty="0">
                <a:solidFill>
                  <a:prstClr val="white"/>
                </a:solidFill>
              </a:rPr>
              <a:t>Text.</a:t>
            </a:r>
            <a:endParaRPr lang="zh-CN" altLang="en-US" dirty="0">
              <a:solidFill>
                <a:prstClr val="white"/>
              </a:solidFill>
            </a:endParaRPr>
          </a:p>
        </p:txBody>
      </p:sp>
      <p:sp>
        <p:nvSpPr>
          <p:cNvPr id="85" name="文本框 84"/>
          <p:cNvSpPr txBox="1"/>
          <p:nvPr/>
        </p:nvSpPr>
        <p:spPr>
          <a:xfrm>
            <a:off x="10282334" y="3089577"/>
            <a:ext cx="875561" cy="646331"/>
          </a:xfrm>
          <a:prstGeom prst="rect">
            <a:avLst/>
          </a:prstGeom>
          <a:noFill/>
        </p:spPr>
        <p:txBody>
          <a:bodyPr wrap="none" rtlCol="0">
            <a:spAutoFit/>
          </a:bodyPr>
          <a:lstStyle/>
          <a:p>
            <a:r>
              <a:rPr lang="en-US" altLang="zh-CN" dirty="0">
                <a:solidFill>
                  <a:prstClr val="white"/>
                </a:solidFill>
              </a:rPr>
              <a:t>Sample</a:t>
            </a:r>
          </a:p>
          <a:p>
            <a:r>
              <a:rPr lang="en-US" altLang="zh-CN" dirty="0">
                <a:solidFill>
                  <a:prstClr val="white"/>
                </a:solidFill>
              </a:rPr>
              <a:t>Text.</a:t>
            </a:r>
            <a:endParaRPr lang="zh-CN" altLang="en-US" dirty="0">
              <a:solidFill>
                <a:prstClr val="white"/>
              </a:solidFill>
            </a:endParaRPr>
          </a:p>
        </p:txBody>
      </p:sp>
      <p:sp>
        <p:nvSpPr>
          <p:cNvPr id="86" name="Freeform 60"/>
          <p:cNvSpPr>
            <a:spLocks/>
          </p:cNvSpPr>
          <p:nvPr/>
        </p:nvSpPr>
        <p:spPr bwMode="auto">
          <a:xfrm>
            <a:off x="1007063" y="3889553"/>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 name="文本框 86"/>
          <p:cNvSpPr txBox="1"/>
          <p:nvPr/>
        </p:nvSpPr>
        <p:spPr>
          <a:xfrm>
            <a:off x="940215" y="4689154"/>
            <a:ext cx="3555585" cy="1089529"/>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网络</a:t>
            </a:r>
            <a:r>
              <a:rPr lang="en-US" altLang="zh-CN" dirty="0">
                <a:solidFill>
                  <a:prstClr val="black">
                    <a:lumMod val="65000"/>
                    <a:lumOff val="35000"/>
                  </a:prstClr>
                </a:solidFill>
                <a:latin typeface="微软雅黑" panose="020B0503020204020204" pitchFamily="34" charset="-122"/>
              </a:rPr>
              <a:t>EPS</a:t>
            </a:r>
            <a:r>
              <a:rPr lang="zh-CN" altLang="en-US" dirty="0">
                <a:solidFill>
                  <a:prstClr val="black">
                    <a:lumMod val="65000"/>
                    <a:lumOff val="35000"/>
                  </a:prstClr>
                </a:solidFill>
                <a:latin typeface="微软雅黑" panose="020B0503020204020204" pitchFamily="34" charset="-122"/>
              </a:rPr>
              <a:t>素材改编；</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文字、颜色可随意更改；</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矢量图标可以替换；</a:t>
            </a:r>
            <a:endParaRPr lang="en-US" altLang="zh-CN" dirty="0">
              <a:solidFill>
                <a:prstClr val="black">
                  <a:lumMod val="65000"/>
                  <a:lumOff val="35000"/>
                </a:prstClr>
              </a:solidFill>
              <a:latin typeface="微软雅黑" panose="020B0503020204020204" pitchFamily="34" charset="-122"/>
            </a:endParaRPr>
          </a:p>
        </p:txBody>
      </p:sp>
      <p:sp>
        <p:nvSpPr>
          <p:cNvPr id="88" name="圆角矩形 87"/>
          <p:cNvSpPr/>
          <p:nvPr/>
        </p:nvSpPr>
        <p:spPr>
          <a:xfrm>
            <a:off x="1674755" y="4048838"/>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89" name="等腰三角形 88"/>
          <p:cNvSpPr/>
          <p:nvPr/>
        </p:nvSpPr>
        <p:spPr>
          <a:xfrm rot="16200000">
            <a:off x="1600123" y="4116382"/>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40"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六项并列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89793298"/>
      </p:ext>
    </p:extLst>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等腰三角形 1"/>
          <p:cNvSpPr/>
          <p:nvPr/>
        </p:nvSpPr>
        <p:spPr>
          <a:xfrm rot="1800000">
            <a:off x="4688798" y="3720259"/>
            <a:ext cx="1961503" cy="1690952"/>
          </a:xfrm>
          <a:prstGeom prst="triangle">
            <a:avLst/>
          </a:prstGeom>
          <a:solidFill>
            <a:srgbClr val="40621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等腰三角形 2"/>
          <p:cNvSpPr/>
          <p:nvPr/>
        </p:nvSpPr>
        <p:spPr>
          <a:xfrm rot="19800000">
            <a:off x="5545578" y="3720259"/>
            <a:ext cx="1961503" cy="1690952"/>
          </a:xfrm>
          <a:prstGeom prst="triangle">
            <a:avLst/>
          </a:prstGeom>
          <a:solidFill>
            <a:srgbClr val="93D44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 name="等腰三角形 3"/>
          <p:cNvSpPr/>
          <p:nvPr/>
        </p:nvSpPr>
        <p:spPr>
          <a:xfrm rot="5400000">
            <a:off x="4262181" y="2974627"/>
            <a:ext cx="1961504" cy="1690952"/>
          </a:xfrm>
          <a:prstGeom prst="triangle">
            <a:avLst/>
          </a:prstGeom>
          <a:solidFill>
            <a:srgbClr val="6AA32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等腰三角形 7"/>
          <p:cNvSpPr/>
          <p:nvPr/>
        </p:nvSpPr>
        <p:spPr>
          <a:xfrm rot="12600000" flipH="1">
            <a:off x="5545578" y="2239809"/>
            <a:ext cx="1961503" cy="1690952"/>
          </a:xfrm>
          <a:prstGeom prst="triangle">
            <a:avLst/>
          </a:prstGeom>
          <a:solidFill>
            <a:srgbClr val="93D44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等腰三角形 8"/>
          <p:cNvSpPr/>
          <p:nvPr/>
        </p:nvSpPr>
        <p:spPr>
          <a:xfrm rot="16200000" flipH="1">
            <a:off x="5968316" y="2974627"/>
            <a:ext cx="1961503" cy="1690952"/>
          </a:xfrm>
          <a:prstGeom prst="triangle">
            <a:avLst/>
          </a:prstGeom>
          <a:solidFill>
            <a:srgbClr val="6AA32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等腰三角形 9"/>
          <p:cNvSpPr/>
          <p:nvPr/>
        </p:nvSpPr>
        <p:spPr>
          <a:xfrm rot="9000000" flipH="1">
            <a:off x="4688797" y="2239809"/>
            <a:ext cx="1961504" cy="1690952"/>
          </a:xfrm>
          <a:prstGeom prst="triangle">
            <a:avLst/>
          </a:prstGeom>
          <a:solidFill>
            <a:srgbClr val="40621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8" name="组合 57"/>
          <p:cNvGrpSpPr/>
          <p:nvPr/>
        </p:nvGrpSpPr>
        <p:grpSpPr>
          <a:xfrm>
            <a:off x="978144" y="1806842"/>
            <a:ext cx="2887796" cy="1071063"/>
            <a:chOff x="978144" y="1806842"/>
            <a:chExt cx="2887796" cy="1071063"/>
          </a:xfrm>
        </p:grpSpPr>
        <p:sp>
          <p:nvSpPr>
            <p:cNvPr id="9" name="文本框 8"/>
            <p:cNvSpPr txBox="1"/>
            <p:nvPr/>
          </p:nvSpPr>
          <p:spPr>
            <a:xfrm>
              <a:off x="2342168" y="1806842"/>
              <a:ext cx="1415772" cy="461665"/>
            </a:xfrm>
            <a:prstGeom prst="rect">
              <a:avLst/>
            </a:prstGeom>
            <a:noFill/>
          </p:spPr>
          <p:txBody>
            <a:bodyPr wrap="none" rtlCol="0">
              <a:spAutoFit/>
            </a:bodyPr>
            <a:lstStyle/>
            <a:p>
              <a:pPr algn="r"/>
              <a:r>
                <a:rPr lang="zh-CN" altLang="en-US" sz="2400" b="1" dirty="0">
                  <a:solidFill>
                    <a:srgbClr val="74B329"/>
                  </a:solidFill>
                </a:rPr>
                <a:t>添加标题</a:t>
              </a:r>
            </a:p>
          </p:txBody>
        </p:sp>
        <p:sp>
          <p:nvSpPr>
            <p:cNvPr id="10" name="文本框 9"/>
            <p:cNvSpPr txBox="1"/>
            <p:nvPr/>
          </p:nvSpPr>
          <p:spPr>
            <a:xfrm>
              <a:off x="978144" y="2268507"/>
              <a:ext cx="2779796" cy="609398"/>
            </a:xfrm>
            <a:prstGeom prst="rect">
              <a:avLst/>
            </a:prstGeom>
            <a:noFill/>
          </p:spPr>
          <p:txBody>
            <a:bodyPr wrap="square" rtlCol="0">
              <a:spAutoFit/>
            </a:bodyPr>
            <a:lstStyle>
              <a:defPPr>
                <a:defRPr lang="zh-CN"/>
              </a:defPPr>
              <a:lvl1pPr>
                <a:defRPr sz="1400">
                  <a:solidFill>
                    <a:schemeClr val="tx1">
                      <a:lumMod val="65000"/>
                      <a:lumOff val="35000"/>
                    </a:schemeClr>
                  </a:solidFill>
                </a:defRPr>
              </a:lvl1pPr>
            </a:lstStyle>
            <a:p>
              <a:pPr algn="r">
                <a:lnSpc>
                  <a:spcPct val="120000"/>
                </a:lnSpc>
              </a:pPr>
              <a:r>
                <a:rPr lang="zh-CN" altLang="en-US" dirty="0"/>
                <a:t>添加内容添加内容添加内容添加内容添加内容</a:t>
              </a:r>
            </a:p>
          </p:txBody>
        </p:sp>
        <p:sp>
          <p:nvSpPr>
            <p:cNvPr id="11" name="矩形 10"/>
            <p:cNvSpPr/>
            <p:nvPr/>
          </p:nvSpPr>
          <p:spPr>
            <a:xfrm>
              <a:off x="3811940" y="1862705"/>
              <a:ext cx="54000" cy="894035"/>
            </a:xfrm>
            <a:prstGeom prst="rect">
              <a:avLst/>
            </a:prstGeom>
            <a:solidFill>
              <a:srgbClr val="74B32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2" name="Freeform 5"/>
          <p:cNvSpPr>
            <a:spLocks/>
          </p:cNvSpPr>
          <p:nvPr/>
        </p:nvSpPr>
        <p:spPr bwMode="auto">
          <a:xfrm rot="5400000">
            <a:off x="5369880" y="3180591"/>
            <a:ext cx="1437056" cy="1279028"/>
          </a:xfrm>
          <a:custGeom>
            <a:avLst/>
            <a:gdLst>
              <a:gd name="T0" fmla="*/ 373 w 1230"/>
              <a:gd name="T1" fmla="*/ 1094 h 1094"/>
              <a:gd name="T2" fmla="*/ 262 w 1230"/>
              <a:gd name="T3" fmla="*/ 1030 h 1094"/>
              <a:gd name="T4" fmla="*/ 20 w 1230"/>
              <a:gd name="T5" fmla="*/ 611 h 1094"/>
              <a:gd name="T6" fmla="*/ 20 w 1230"/>
              <a:gd name="T7" fmla="*/ 483 h 1094"/>
              <a:gd name="T8" fmla="*/ 262 w 1230"/>
              <a:gd name="T9" fmla="*/ 64 h 1094"/>
              <a:gd name="T10" fmla="*/ 373 w 1230"/>
              <a:gd name="T11" fmla="*/ 0 h 1094"/>
              <a:gd name="T12" fmla="*/ 857 w 1230"/>
              <a:gd name="T13" fmla="*/ 0 h 1094"/>
              <a:gd name="T14" fmla="*/ 968 w 1230"/>
              <a:gd name="T15" fmla="*/ 64 h 1094"/>
              <a:gd name="T16" fmla="*/ 1210 w 1230"/>
              <a:gd name="T17" fmla="*/ 483 h 1094"/>
              <a:gd name="T18" fmla="*/ 1210 w 1230"/>
              <a:gd name="T19" fmla="*/ 611 h 1094"/>
              <a:gd name="T20" fmla="*/ 968 w 1230"/>
              <a:gd name="T21" fmla="*/ 1030 h 1094"/>
              <a:gd name="T22" fmla="*/ 857 w 1230"/>
              <a:gd name="T23" fmla="*/ 1094 h 1094"/>
              <a:gd name="T24" fmla="*/ 373 w 1230"/>
              <a:gd name="T25" fmla="*/ 1094 h 10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30" h="1094">
                <a:moveTo>
                  <a:pt x="373" y="1094"/>
                </a:moveTo>
                <a:cubicBezTo>
                  <a:pt x="332" y="1094"/>
                  <a:pt x="282" y="1066"/>
                  <a:pt x="262" y="1030"/>
                </a:cubicBezTo>
                <a:cubicBezTo>
                  <a:pt x="20" y="611"/>
                  <a:pt x="20" y="611"/>
                  <a:pt x="20" y="611"/>
                </a:cubicBezTo>
                <a:cubicBezTo>
                  <a:pt x="0" y="576"/>
                  <a:pt x="0" y="519"/>
                  <a:pt x="20" y="483"/>
                </a:cubicBezTo>
                <a:cubicBezTo>
                  <a:pt x="262" y="64"/>
                  <a:pt x="262" y="64"/>
                  <a:pt x="262" y="64"/>
                </a:cubicBezTo>
                <a:cubicBezTo>
                  <a:pt x="282" y="29"/>
                  <a:pt x="332" y="0"/>
                  <a:pt x="373" y="0"/>
                </a:cubicBezTo>
                <a:cubicBezTo>
                  <a:pt x="857" y="0"/>
                  <a:pt x="857" y="0"/>
                  <a:pt x="857" y="0"/>
                </a:cubicBezTo>
                <a:cubicBezTo>
                  <a:pt x="898" y="0"/>
                  <a:pt x="947" y="29"/>
                  <a:pt x="968" y="64"/>
                </a:cubicBezTo>
                <a:cubicBezTo>
                  <a:pt x="1210" y="483"/>
                  <a:pt x="1210" y="483"/>
                  <a:pt x="1210" y="483"/>
                </a:cubicBezTo>
                <a:cubicBezTo>
                  <a:pt x="1230" y="519"/>
                  <a:pt x="1230" y="576"/>
                  <a:pt x="1210" y="611"/>
                </a:cubicBezTo>
                <a:cubicBezTo>
                  <a:pt x="968" y="1030"/>
                  <a:pt x="968" y="1030"/>
                  <a:pt x="968" y="1030"/>
                </a:cubicBezTo>
                <a:cubicBezTo>
                  <a:pt x="947" y="1066"/>
                  <a:pt x="898" y="1094"/>
                  <a:pt x="857" y="1094"/>
                </a:cubicBezTo>
                <a:lnTo>
                  <a:pt x="373" y="1094"/>
                </a:lnTo>
                <a:close/>
              </a:path>
            </a:pathLst>
          </a:custGeom>
          <a:solidFill>
            <a:srgbClr val="F6F6F6"/>
          </a:solidFill>
          <a:ln w="38100" cap="flat" cmpd="sng" algn="ctr">
            <a:solidFill>
              <a:srgbClr val="0F3041"/>
            </a:solidFill>
            <a:prstDash val="solid"/>
            <a:miter lim="800000"/>
          </a:ln>
          <a:effectLst>
            <a:outerShdw blurRad="279400" dist="165100" dir="2700000" algn="t" rotWithShape="0">
              <a:prstClr val="black">
                <a:alpha val="35000"/>
              </a:prstClr>
            </a:outerShdw>
          </a:effectLst>
        </p:spPr>
        <p:txBody>
          <a:bodyPr rtlCol="0" anchor="ctr"/>
          <a:lstStyle/>
          <a:p>
            <a:pPr algn="ctr"/>
            <a:endParaRPr lang="zh-CN" altLang="en-US" kern="0" dirty="0">
              <a:solidFill>
                <a:prstClr val="white"/>
              </a:solidFill>
              <a:latin typeface="Calibri" panose="020F0502020204030204"/>
              <a:ea typeface="宋体" panose="02010600030101010101" pitchFamily="2" charset="-122"/>
            </a:endParaRPr>
          </a:p>
        </p:txBody>
      </p:sp>
      <p:sp>
        <p:nvSpPr>
          <p:cNvPr id="13" name="Freeform 63"/>
          <p:cNvSpPr>
            <a:spLocks noChangeAspect="1" noEditPoints="1"/>
          </p:cNvSpPr>
          <p:nvPr/>
        </p:nvSpPr>
        <p:spPr bwMode="auto">
          <a:xfrm>
            <a:off x="5870754" y="3274415"/>
            <a:ext cx="435312" cy="494435"/>
          </a:xfrm>
          <a:custGeom>
            <a:avLst/>
            <a:gdLst>
              <a:gd name="T0" fmla="*/ 319 w 352"/>
              <a:gd name="T1" fmla="*/ 209 h 400"/>
              <a:gd name="T2" fmla="*/ 238 w 352"/>
              <a:gd name="T3" fmla="*/ 134 h 400"/>
              <a:gd name="T4" fmla="*/ 251 w 352"/>
              <a:gd name="T5" fmla="*/ 134 h 400"/>
              <a:gd name="T6" fmla="*/ 313 w 352"/>
              <a:gd name="T7" fmla="*/ 114 h 400"/>
              <a:gd name="T8" fmla="*/ 283 w 352"/>
              <a:gd name="T9" fmla="*/ 96 h 400"/>
              <a:gd name="T10" fmla="*/ 292 w 352"/>
              <a:gd name="T11" fmla="*/ 82 h 400"/>
              <a:gd name="T12" fmla="*/ 289 w 352"/>
              <a:gd name="T13" fmla="*/ 75 h 400"/>
              <a:gd name="T14" fmla="*/ 237 w 352"/>
              <a:gd name="T15" fmla="*/ 97 h 400"/>
              <a:gd name="T16" fmla="*/ 231 w 352"/>
              <a:gd name="T17" fmla="*/ 16 h 400"/>
              <a:gd name="T18" fmla="*/ 142 w 352"/>
              <a:gd name="T19" fmla="*/ 17 h 400"/>
              <a:gd name="T20" fmla="*/ 136 w 352"/>
              <a:gd name="T21" fmla="*/ 108 h 400"/>
              <a:gd name="T22" fmla="*/ 121 w 352"/>
              <a:gd name="T23" fmla="*/ 112 h 400"/>
              <a:gd name="T24" fmla="*/ 111 w 352"/>
              <a:gd name="T25" fmla="*/ 119 h 400"/>
              <a:gd name="T26" fmla="*/ 127 w 352"/>
              <a:gd name="T27" fmla="*/ 130 h 400"/>
              <a:gd name="T28" fmla="*/ 34 w 352"/>
              <a:gd name="T29" fmla="*/ 214 h 400"/>
              <a:gd name="T30" fmla="*/ 149 w 352"/>
              <a:gd name="T31" fmla="*/ 391 h 400"/>
              <a:gd name="T32" fmla="*/ 343 w 352"/>
              <a:gd name="T33" fmla="*/ 268 h 400"/>
              <a:gd name="T34" fmla="*/ 303 w 352"/>
              <a:gd name="T35" fmla="*/ 109 h 400"/>
              <a:gd name="T36" fmla="*/ 251 w 352"/>
              <a:gd name="T37" fmla="*/ 123 h 400"/>
              <a:gd name="T38" fmla="*/ 243 w 352"/>
              <a:gd name="T39" fmla="*/ 122 h 400"/>
              <a:gd name="T40" fmla="*/ 280 w 352"/>
              <a:gd name="T41" fmla="*/ 85 h 400"/>
              <a:gd name="T42" fmla="*/ 239 w 352"/>
              <a:gd name="T43" fmla="*/ 111 h 400"/>
              <a:gd name="T44" fmla="*/ 280 w 352"/>
              <a:gd name="T45" fmla="*/ 85 h 400"/>
              <a:gd name="T46" fmla="*/ 218 w 352"/>
              <a:gd name="T47" fmla="*/ 315 h 400"/>
              <a:gd name="T48" fmla="*/ 183 w 352"/>
              <a:gd name="T49" fmla="*/ 326 h 400"/>
              <a:gd name="T50" fmla="*/ 169 w 352"/>
              <a:gd name="T51" fmla="*/ 344 h 400"/>
              <a:gd name="T52" fmla="*/ 147 w 352"/>
              <a:gd name="T53" fmla="*/ 322 h 400"/>
              <a:gd name="T54" fmla="*/ 122 w 352"/>
              <a:gd name="T55" fmla="*/ 300 h 400"/>
              <a:gd name="T56" fmla="*/ 155 w 352"/>
              <a:gd name="T57" fmla="*/ 280 h 400"/>
              <a:gd name="T58" fmla="*/ 169 w 352"/>
              <a:gd name="T59" fmla="*/ 301 h 400"/>
              <a:gd name="T60" fmla="*/ 142 w 352"/>
              <a:gd name="T61" fmla="*/ 258 h 400"/>
              <a:gd name="T62" fmla="*/ 122 w 352"/>
              <a:gd name="T63" fmla="*/ 225 h 400"/>
              <a:gd name="T64" fmla="*/ 169 w 352"/>
              <a:gd name="T65" fmla="*/ 184 h 400"/>
              <a:gd name="T66" fmla="*/ 183 w 352"/>
              <a:gd name="T67" fmla="*/ 175 h 400"/>
              <a:gd name="T68" fmla="*/ 215 w 352"/>
              <a:gd name="T69" fmla="*/ 194 h 400"/>
              <a:gd name="T70" fmla="*/ 195 w 352"/>
              <a:gd name="T71" fmla="*/ 223 h 400"/>
              <a:gd name="T72" fmla="*/ 183 w 352"/>
              <a:gd name="T73" fmla="*/ 209 h 400"/>
              <a:gd name="T74" fmla="*/ 221 w 352"/>
              <a:gd name="T75" fmla="*/ 252 h 400"/>
              <a:gd name="T76" fmla="*/ 230 w 352"/>
              <a:gd name="T77" fmla="*/ 301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52" h="400">
                <a:moveTo>
                  <a:pt x="343" y="268"/>
                </a:moveTo>
                <a:cubicBezTo>
                  <a:pt x="339" y="245"/>
                  <a:pt x="331" y="231"/>
                  <a:pt x="319" y="209"/>
                </a:cubicBezTo>
                <a:cubicBezTo>
                  <a:pt x="308" y="192"/>
                  <a:pt x="288" y="172"/>
                  <a:pt x="273" y="160"/>
                </a:cubicBezTo>
                <a:cubicBezTo>
                  <a:pt x="262" y="151"/>
                  <a:pt x="249" y="143"/>
                  <a:pt x="238" y="134"/>
                </a:cubicBezTo>
                <a:cubicBezTo>
                  <a:pt x="241" y="134"/>
                  <a:pt x="241" y="134"/>
                  <a:pt x="241" y="134"/>
                </a:cubicBezTo>
                <a:cubicBezTo>
                  <a:pt x="251" y="134"/>
                  <a:pt x="251" y="134"/>
                  <a:pt x="251" y="134"/>
                </a:cubicBezTo>
                <a:cubicBezTo>
                  <a:pt x="258" y="134"/>
                  <a:pt x="266" y="134"/>
                  <a:pt x="274" y="133"/>
                </a:cubicBezTo>
                <a:cubicBezTo>
                  <a:pt x="283" y="132"/>
                  <a:pt x="306" y="128"/>
                  <a:pt x="313" y="114"/>
                </a:cubicBezTo>
                <a:cubicBezTo>
                  <a:pt x="318" y="104"/>
                  <a:pt x="314" y="99"/>
                  <a:pt x="311" y="97"/>
                </a:cubicBezTo>
                <a:cubicBezTo>
                  <a:pt x="306" y="93"/>
                  <a:pt x="295" y="94"/>
                  <a:pt x="283" y="96"/>
                </a:cubicBezTo>
                <a:cubicBezTo>
                  <a:pt x="288" y="92"/>
                  <a:pt x="291" y="88"/>
                  <a:pt x="292" y="84"/>
                </a:cubicBezTo>
                <a:cubicBezTo>
                  <a:pt x="292" y="84"/>
                  <a:pt x="292" y="83"/>
                  <a:pt x="292" y="82"/>
                </a:cubicBezTo>
                <a:cubicBezTo>
                  <a:pt x="292" y="80"/>
                  <a:pt x="292" y="78"/>
                  <a:pt x="290" y="76"/>
                </a:cubicBezTo>
                <a:cubicBezTo>
                  <a:pt x="289" y="75"/>
                  <a:pt x="289" y="75"/>
                  <a:pt x="289" y="75"/>
                </a:cubicBezTo>
                <a:cubicBezTo>
                  <a:pt x="287" y="74"/>
                  <a:pt x="287" y="74"/>
                  <a:pt x="287" y="74"/>
                </a:cubicBezTo>
                <a:cubicBezTo>
                  <a:pt x="272" y="72"/>
                  <a:pt x="251" y="83"/>
                  <a:pt x="237" y="97"/>
                </a:cubicBezTo>
                <a:cubicBezTo>
                  <a:pt x="252" y="77"/>
                  <a:pt x="280" y="51"/>
                  <a:pt x="285" y="30"/>
                </a:cubicBezTo>
                <a:cubicBezTo>
                  <a:pt x="266" y="29"/>
                  <a:pt x="247" y="25"/>
                  <a:pt x="231" y="16"/>
                </a:cubicBezTo>
                <a:cubicBezTo>
                  <a:pt x="216" y="8"/>
                  <a:pt x="209" y="0"/>
                  <a:pt x="191" y="3"/>
                </a:cubicBezTo>
                <a:cubicBezTo>
                  <a:pt x="174" y="5"/>
                  <a:pt x="158" y="13"/>
                  <a:pt x="142" y="17"/>
                </a:cubicBezTo>
                <a:cubicBezTo>
                  <a:pt x="124" y="22"/>
                  <a:pt x="108" y="15"/>
                  <a:pt x="90" y="18"/>
                </a:cubicBezTo>
                <a:cubicBezTo>
                  <a:pt x="87" y="49"/>
                  <a:pt x="125" y="79"/>
                  <a:pt x="136" y="108"/>
                </a:cubicBezTo>
                <a:cubicBezTo>
                  <a:pt x="131" y="109"/>
                  <a:pt x="126" y="110"/>
                  <a:pt x="121" y="112"/>
                </a:cubicBezTo>
                <a:cubicBezTo>
                  <a:pt x="121" y="112"/>
                  <a:pt x="121" y="112"/>
                  <a:pt x="121" y="112"/>
                </a:cubicBezTo>
                <a:cubicBezTo>
                  <a:pt x="118" y="113"/>
                  <a:pt x="115" y="114"/>
                  <a:pt x="114" y="116"/>
                </a:cubicBezTo>
                <a:cubicBezTo>
                  <a:pt x="111" y="119"/>
                  <a:pt x="111" y="119"/>
                  <a:pt x="111" y="119"/>
                </a:cubicBezTo>
                <a:cubicBezTo>
                  <a:pt x="113" y="123"/>
                  <a:pt x="113" y="123"/>
                  <a:pt x="113" y="123"/>
                </a:cubicBezTo>
                <a:cubicBezTo>
                  <a:pt x="116" y="127"/>
                  <a:pt x="120" y="129"/>
                  <a:pt x="127" y="130"/>
                </a:cubicBezTo>
                <a:cubicBezTo>
                  <a:pt x="113" y="139"/>
                  <a:pt x="96" y="149"/>
                  <a:pt x="84" y="159"/>
                </a:cubicBezTo>
                <a:cubicBezTo>
                  <a:pt x="69" y="172"/>
                  <a:pt x="46" y="198"/>
                  <a:pt x="34" y="214"/>
                </a:cubicBezTo>
                <a:cubicBezTo>
                  <a:pt x="13" y="240"/>
                  <a:pt x="0" y="275"/>
                  <a:pt x="6" y="307"/>
                </a:cubicBezTo>
                <a:cubicBezTo>
                  <a:pt x="18" y="370"/>
                  <a:pt x="92" y="391"/>
                  <a:pt x="149" y="391"/>
                </a:cubicBezTo>
                <a:cubicBezTo>
                  <a:pt x="212" y="391"/>
                  <a:pt x="293" y="400"/>
                  <a:pt x="335" y="348"/>
                </a:cubicBezTo>
                <a:cubicBezTo>
                  <a:pt x="352" y="327"/>
                  <a:pt x="347" y="295"/>
                  <a:pt x="343" y="268"/>
                </a:cubicBezTo>
                <a:close/>
                <a:moveTo>
                  <a:pt x="305" y="105"/>
                </a:moveTo>
                <a:cubicBezTo>
                  <a:pt x="305" y="105"/>
                  <a:pt x="305" y="106"/>
                  <a:pt x="303" y="109"/>
                </a:cubicBezTo>
                <a:cubicBezTo>
                  <a:pt x="299" y="117"/>
                  <a:pt x="284" y="121"/>
                  <a:pt x="273" y="123"/>
                </a:cubicBezTo>
                <a:cubicBezTo>
                  <a:pt x="266" y="124"/>
                  <a:pt x="258" y="124"/>
                  <a:pt x="251" y="123"/>
                </a:cubicBezTo>
                <a:cubicBezTo>
                  <a:pt x="243" y="123"/>
                  <a:pt x="243" y="123"/>
                  <a:pt x="243" y="123"/>
                </a:cubicBezTo>
                <a:cubicBezTo>
                  <a:pt x="243" y="122"/>
                  <a:pt x="243" y="122"/>
                  <a:pt x="243" y="122"/>
                </a:cubicBezTo>
                <a:cubicBezTo>
                  <a:pt x="263" y="112"/>
                  <a:pt x="300" y="101"/>
                  <a:pt x="305" y="105"/>
                </a:cubicBezTo>
                <a:close/>
                <a:moveTo>
                  <a:pt x="280" y="85"/>
                </a:moveTo>
                <a:cubicBezTo>
                  <a:pt x="275" y="90"/>
                  <a:pt x="260" y="99"/>
                  <a:pt x="251" y="104"/>
                </a:cubicBezTo>
                <a:cubicBezTo>
                  <a:pt x="247" y="106"/>
                  <a:pt x="243" y="108"/>
                  <a:pt x="239" y="111"/>
                </a:cubicBezTo>
                <a:cubicBezTo>
                  <a:pt x="239" y="111"/>
                  <a:pt x="239" y="111"/>
                  <a:pt x="239" y="111"/>
                </a:cubicBezTo>
                <a:cubicBezTo>
                  <a:pt x="249" y="98"/>
                  <a:pt x="267" y="86"/>
                  <a:pt x="280" y="85"/>
                </a:cubicBezTo>
                <a:close/>
                <a:moveTo>
                  <a:pt x="230" y="301"/>
                </a:moveTo>
                <a:cubicBezTo>
                  <a:pt x="227" y="306"/>
                  <a:pt x="223" y="311"/>
                  <a:pt x="218" y="315"/>
                </a:cubicBezTo>
                <a:cubicBezTo>
                  <a:pt x="213" y="319"/>
                  <a:pt x="208" y="322"/>
                  <a:pt x="203" y="323"/>
                </a:cubicBezTo>
                <a:cubicBezTo>
                  <a:pt x="197" y="325"/>
                  <a:pt x="191" y="326"/>
                  <a:pt x="183" y="326"/>
                </a:cubicBezTo>
                <a:cubicBezTo>
                  <a:pt x="183" y="344"/>
                  <a:pt x="183" y="344"/>
                  <a:pt x="183" y="344"/>
                </a:cubicBezTo>
                <a:cubicBezTo>
                  <a:pt x="169" y="344"/>
                  <a:pt x="169" y="344"/>
                  <a:pt x="169" y="344"/>
                </a:cubicBezTo>
                <a:cubicBezTo>
                  <a:pt x="169" y="326"/>
                  <a:pt x="169" y="326"/>
                  <a:pt x="169" y="326"/>
                </a:cubicBezTo>
                <a:cubicBezTo>
                  <a:pt x="160" y="326"/>
                  <a:pt x="152" y="324"/>
                  <a:pt x="147" y="322"/>
                </a:cubicBezTo>
                <a:cubicBezTo>
                  <a:pt x="141" y="320"/>
                  <a:pt x="136" y="317"/>
                  <a:pt x="132" y="313"/>
                </a:cubicBezTo>
                <a:cubicBezTo>
                  <a:pt x="127" y="309"/>
                  <a:pt x="124" y="305"/>
                  <a:pt x="122" y="300"/>
                </a:cubicBezTo>
                <a:cubicBezTo>
                  <a:pt x="120" y="296"/>
                  <a:pt x="118" y="291"/>
                  <a:pt x="117" y="284"/>
                </a:cubicBezTo>
                <a:cubicBezTo>
                  <a:pt x="155" y="280"/>
                  <a:pt x="155" y="280"/>
                  <a:pt x="155" y="280"/>
                </a:cubicBezTo>
                <a:cubicBezTo>
                  <a:pt x="156" y="286"/>
                  <a:pt x="158" y="291"/>
                  <a:pt x="160" y="293"/>
                </a:cubicBezTo>
                <a:cubicBezTo>
                  <a:pt x="162" y="296"/>
                  <a:pt x="165" y="299"/>
                  <a:pt x="169" y="301"/>
                </a:cubicBezTo>
                <a:cubicBezTo>
                  <a:pt x="169" y="267"/>
                  <a:pt x="169" y="267"/>
                  <a:pt x="169" y="267"/>
                </a:cubicBezTo>
                <a:cubicBezTo>
                  <a:pt x="156" y="264"/>
                  <a:pt x="147" y="261"/>
                  <a:pt x="142" y="258"/>
                </a:cubicBezTo>
                <a:cubicBezTo>
                  <a:pt x="137" y="255"/>
                  <a:pt x="132" y="251"/>
                  <a:pt x="128" y="246"/>
                </a:cubicBezTo>
                <a:cubicBezTo>
                  <a:pt x="124" y="240"/>
                  <a:pt x="122" y="233"/>
                  <a:pt x="122" y="225"/>
                </a:cubicBezTo>
                <a:cubicBezTo>
                  <a:pt x="122" y="213"/>
                  <a:pt x="126" y="204"/>
                  <a:pt x="134" y="196"/>
                </a:cubicBezTo>
                <a:cubicBezTo>
                  <a:pt x="142" y="189"/>
                  <a:pt x="154" y="185"/>
                  <a:pt x="169" y="184"/>
                </a:cubicBezTo>
                <a:cubicBezTo>
                  <a:pt x="169" y="175"/>
                  <a:pt x="169" y="175"/>
                  <a:pt x="169" y="175"/>
                </a:cubicBezTo>
                <a:cubicBezTo>
                  <a:pt x="183" y="175"/>
                  <a:pt x="183" y="175"/>
                  <a:pt x="183" y="175"/>
                </a:cubicBezTo>
                <a:cubicBezTo>
                  <a:pt x="183" y="184"/>
                  <a:pt x="183" y="184"/>
                  <a:pt x="183" y="184"/>
                </a:cubicBezTo>
                <a:cubicBezTo>
                  <a:pt x="197" y="185"/>
                  <a:pt x="208" y="188"/>
                  <a:pt x="215" y="194"/>
                </a:cubicBezTo>
                <a:cubicBezTo>
                  <a:pt x="223" y="200"/>
                  <a:pt x="228" y="208"/>
                  <a:pt x="230" y="218"/>
                </a:cubicBezTo>
                <a:cubicBezTo>
                  <a:pt x="195" y="223"/>
                  <a:pt x="195" y="223"/>
                  <a:pt x="195" y="223"/>
                </a:cubicBezTo>
                <a:cubicBezTo>
                  <a:pt x="193" y="219"/>
                  <a:pt x="191" y="216"/>
                  <a:pt x="190" y="214"/>
                </a:cubicBezTo>
                <a:cubicBezTo>
                  <a:pt x="189" y="212"/>
                  <a:pt x="186" y="211"/>
                  <a:pt x="183" y="209"/>
                </a:cubicBezTo>
                <a:cubicBezTo>
                  <a:pt x="183" y="236"/>
                  <a:pt x="183" y="236"/>
                  <a:pt x="183" y="236"/>
                </a:cubicBezTo>
                <a:cubicBezTo>
                  <a:pt x="202" y="241"/>
                  <a:pt x="215" y="247"/>
                  <a:pt x="221" y="252"/>
                </a:cubicBezTo>
                <a:cubicBezTo>
                  <a:pt x="230" y="260"/>
                  <a:pt x="234" y="270"/>
                  <a:pt x="234" y="282"/>
                </a:cubicBezTo>
                <a:cubicBezTo>
                  <a:pt x="234" y="288"/>
                  <a:pt x="233" y="295"/>
                  <a:pt x="230" y="301"/>
                </a:cubicBezTo>
                <a:close/>
              </a:path>
            </a:pathLst>
          </a:custGeom>
          <a:solidFill>
            <a:srgbClr val="74B329"/>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 name="矩形 39"/>
          <p:cNvSpPr/>
          <p:nvPr/>
        </p:nvSpPr>
        <p:spPr>
          <a:xfrm>
            <a:off x="5510993" y="3803834"/>
            <a:ext cx="1107996" cy="369332"/>
          </a:xfrm>
          <a:prstGeom prst="rect">
            <a:avLst/>
          </a:prstGeom>
          <a:noFill/>
        </p:spPr>
        <p:txBody>
          <a:bodyPr wrap="none" rtlCol="0">
            <a:spAutoFit/>
          </a:bodyPr>
          <a:lstStyle/>
          <a:p>
            <a:r>
              <a:rPr lang="zh-CN" altLang="en-US" b="1" dirty="0">
                <a:solidFill>
                  <a:schemeClr val="tx1">
                    <a:lumMod val="65000"/>
                    <a:lumOff val="35000"/>
                  </a:schemeClr>
                </a:solidFill>
              </a:rPr>
              <a:t>融资需求</a:t>
            </a:r>
            <a:endParaRPr lang="zh-CN" altLang="zh-CN" b="1" dirty="0">
              <a:solidFill>
                <a:schemeClr val="tx1">
                  <a:lumMod val="65000"/>
                  <a:lumOff val="35000"/>
                </a:schemeClr>
              </a:solidFill>
            </a:endParaRPr>
          </a:p>
        </p:txBody>
      </p:sp>
      <p:grpSp>
        <p:nvGrpSpPr>
          <p:cNvPr id="15" name="组合 27"/>
          <p:cNvGrpSpPr/>
          <p:nvPr/>
        </p:nvGrpSpPr>
        <p:grpSpPr>
          <a:xfrm>
            <a:off x="5335672" y="2493203"/>
            <a:ext cx="479503" cy="487585"/>
            <a:chOff x="6448613" y="5080066"/>
            <a:chExt cx="830729" cy="844729"/>
          </a:xfrm>
          <a:solidFill>
            <a:schemeClr val="bg1"/>
          </a:solidFill>
        </p:grpSpPr>
        <p:sp>
          <p:nvSpPr>
            <p:cNvPr id="16" name="Freeform 42"/>
            <p:cNvSpPr>
              <a:spLocks/>
            </p:cNvSpPr>
            <p:nvPr/>
          </p:nvSpPr>
          <p:spPr bwMode="auto">
            <a:xfrm>
              <a:off x="6455614" y="5080066"/>
              <a:ext cx="690718" cy="487703"/>
            </a:xfrm>
            <a:custGeom>
              <a:avLst/>
              <a:gdLst>
                <a:gd name="T0" fmla="*/ 122 w 125"/>
                <a:gd name="T1" fmla="*/ 0 h 87"/>
                <a:gd name="T2" fmla="*/ 88 w 125"/>
                <a:gd name="T3" fmla="*/ 12 h 87"/>
                <a:gd name="T4" fmla="*/ 101 w 125"/>
                <a:gd name="T5" fmla="*/ 20 h 87"/>
                <a:gd name="T6" fmla="*/ 42 w 125"/>
                <a:gd name="T7" fmla="*/ 65 h 87"/>
                <a:gd name="T8" fmla="*/ 5 w 125"/>
                <a:gd name="T9" fmla="*/ 71 h 87"/>
                <a:gd name="T10" fmla="*/ 0 w 125"/>
                <a:gd name="T11" fmla="*/ 71 h 87"/>
                <a:gd name="T12" fmla="*/ 0 w 125"/>
                <a:gd name="T13" fmla="*/ 79 h 87"/>
                <a:gd name="T14" fmla="*/ 0 w 125"/>
                <a:gd name="T15" fmla="*/ 87 h 87"/>
                <a:gd name="T16" fmla="*/ 6 w 125"/>
                <a:gd name="T17" fmla="*/ 87 h 87"/>
                <a:gd name="T18" fmla="*/ 46 w 125"/>
                <a:gd name="T19" fmla="*/ 80 h 87"/>
                <a:gd name="T20" fmla="*/ 87 w 125"/>
                <a:gd name="T21" fmla="*/ 58 h 87"/>
                <a:gd name="T22" fmla="*/ 115 w 125"/>
                <a:gd name="T23" fmla="*/ 28 h 87"/>
                <a:gd name="T24" fmla="*/ 125 w 125"/>
                <a:gd name="T25" fmla="*/ 34 h 87"/>
                <a:gd name="T26" fmla="*/ 122 w 125"/>
                <a:gd name="T27"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5" h="87">
                  <a:moveTo>
                    <a:pt x="122" y="0"/>
                  </a:moveTo>
                  <a:cubicBezTo>
                    <a:pt x="88" y="12"/>
                    <a:pt x="88" y="12"/>
                    <a:pt x="88" y="12"/>
                  </a:cubicBezTo>
                  <a:cubicBezTo>
                    <a:pt x="101" y="20"/>
                    <a:pt x="101" y="20"/>
                    <a:pt x="101" y="20"/>
                  </a:cubicBezTo>
                  <a:cubicBezTo>
                    <a:pt x="87" y="41"/>
                    <a:pt x="67" y="56"/>
                    <a:pt x="42" y="65"/>
                  </a:cubicBezTo>
                  <a:cubicBezTo>
                    <a:pt x="26" y="70"/>
                    <a:pt x="12" y="71"/>
                    <a:pt x="5" y="71"/>
                  </a:cubicBezTo>
                  <a:cubicBezTo>
                    <a:pt x="2" y="71"/>
                    <a:pt x="0" y="71"/>
                    <a:pt x="0" y="71"/>
                  </a:cubicBezTo>
                  <a:cubicBezTo>
                    <a:pt x="0" y="79"/>
                    <a:pt x="0" y="79"/>
                    <a:pt x="0" y="79"/>
                  </a:cubicBezTo>
                  <a:cubicBezTo>
                    <a:pt x="0" y="87"/>
                    <a:pt x="0" y="87"/>
                    <a:pt x="0" y="87"/>
                  </a:cubicBezTo>
                  <a:cubicBezTo>
                    <a:pt x="1" y="87"/>
                    <a:pt x="3" y="87"/>
                    <a:pt x="6" y="87"/>
                  </a:cubicBezTo>
                  <a:cubicBezTo>
                    <a:pt x="14" y="87"/>
                    <a:pt x="29" y="86"/>
                    <a:pt x="46" y="80"/>
                  </a:cubicBezTo>
                  <a:cubicBezTo>
                    <a:pt x="61" y="75"/>
                    <a:pt x="75" y="67"/>
                    <a:pt x="87" y="58"/>
                  </a:cubicBezTo>
                  <a:cubicBezTo>
                    <a:pt x="98" y="50"/>
                    <a:pt x="107" y="40"/>
                    <a:pt x="115" y="28"/>
                  </a:cubicBezTo>
                  <a:cubicBezTo>
                    <a:pt x="125" y="34"/>
                    <a:pt x="125" y="34"/>
                    <a:pt x="125" y="34"/>
                  </a:cubicBezTo>
                  <a:cubicBezTo>
                    <a:pt x="122" y="0"/>
                    <a:pt x="122" y="0"/>
                    <a:pt x="12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Rectangle 43"/>
            <p:cNvSpPr>
              <a:spLocks noChangeArrowheads="1"/>
            </p:cNvSpPr>
            <p:nvPr/>
          </p:nvSpPr>
          <p:spPr bwMode="auto">
            <a:xfrm>
              <a:off x="6448613" y="5644775"/>
              <a:ext cx="156345" cy="17968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Rectangle 44"/>
            <p:cNvSpPr>
              <a:spLocks noChangeArrowheads="1"/>
            </p:cNvSpPr>
            <p:nvPr/>
          </p:nvSpPr>
          <p:spPr bwMode="auto">
            <a:xfrm>
              <a:off x="6448613" y="5644775"/>
              <a:ext cx="156345" cy="17968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Rectangle 45"/>
            <p:cNvSpPr>
              <a:spLocks noChangeArrowheads="1"/>
            </p:cNvSpPr>
            <p:nvPr/>
          </p:nvSpPr>
          <p:spPr bwMode="auto">
            <a:xfrm>
              <a:off x="6637627" y="5588771"/>
              <a:ext cx="161012" cy="23568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Rectangle 46"/>
            <p:cNvSpPr>
              <a:spLocks noChangeArrowheads="1"/>
            </p:cNvSpPr>
            <p:nvPr/>
          </p:nvSpPr>
          <p:spPr bwMode="auto">
            <a:xfrm>
              <a:off x="6637627" y="5588771"/>
              <a:ext cx="161012" cy="23568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Rectangle 47"/>
            <p:cNvSpPr>
              <a:spLocks noChangeArrowheads="1"/>
            </p:cNvSpPr>
            <p:nvPr/>
          </p:nvSpPr>
          <p:spPr bwMode="auto">
            <a:xfrm>
              <a:off x="6824308" y="5504764"/>
              <a:ext cx="161012" cy="31969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Rectangle 48"/>
            <p:cNvSpPr>
              <a:spLocks noChangeArrowheads="1"/>
            </p:cNvSpPr>
            <p:nvPr/>
          </p:nvSpPr>
          <p:spPr bwMode="auto">
            <a:xfrm>
              <a:off x="6824308" y="5504764"/>
              <a:ext cx="161012" cy="31969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Rectangle 49"/>
            <p:cNvSpPr>
              <a:spLocks noChangeArrowheads="1"/>
            </p:cNvSpPr>
            <p:nvPr/>
          </p:nvSpPr>
          <p:spPr bwMode="auto">
            <a:xfrm>
              <a:off x="7013322" y="5381088"/>
              <a:ext cx="161012" cy="44336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Rectangle 50"/>
            <p:cNvSpPr>
              <a:spLocks noChangeArrowheads="1"/>
            </p:cNvSpPr>
            <p:nvPr/>
          </p:nvSpPr>
          <p:spPr bwMode="auto">
            <a:xfrm>
              <a:off x="7013322" y="5381088"/>
              <a:ext cx="161012" cy="44336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51"/>
            <p:cNvSpPr>
              <a:spLocks/>
            </p:cNvSpPr>
            <p:nvPr/>
          </p:nvSpPr>
          <p:spPr bwMode="auto">
            <a:xfrm>
              <a:off x="6448613" y="5080066"/>
              <a:ext cx="830729" cy="844729"/>
            </a:xfrm>
            <a:custGeom>
              <a:avLst/>
              <a:gdLst>
                <a:gd name="T0" fmla="*/ 144 w 150"/>
                <a:gd name="T1" fmla="*/ 0 h 151"/>
                <a:gd name="T2" fmla="*/ 144 w 150"/>
                <a:gd name="T3" fmla="*/ 0 h 151"/>
                <a:gd name="T4" fmla="*/ 144 w 150"/>
                <a:gd name="T5" fmla="*/ 0 h 151"/>
                <a:gd name="T6" fmla="*/ 140 w 150"/>
                <a:gd name="T7" fmla="*/ 1 h 151"/>
                <a:gd name="T8" fmla="*/ 138 w 150"/>
                <a:gd name="T9" fmla="*/ 6 h 151"/>
                <a:gd name="T10" fmla="*/ 142 w 150"/>
                <a:gd name="T11" fmla="*/ 12 h 151"/>
                <a:gd name="T12" fmla="*/ 142 w 150"/>
                <a:gd name="T13" fmla="*/ 144 h 151"/>
                <a:gd name="T14" fmla="*/ 12 w 150"/>
                <a:gd name="T15" fmla="*/ 144 h 151"/>
                <a:gd name="T16" fmla="*/ 6 w 150"/>
                <a:gd name="T17" fmla="*/ 139 h 151"/>
                <a:gd name="T18" fmla="*/ 0 w 150"/>
                <a:gd name="T19" fmla="*/ 145 h 151"/>
                <a:gd name="T20" fmla="*/ 0 w 150"/>
                <a:gd name="T21" fmla="*/ 146 h 151"/>
                <a:gd name="T22" fmla="*/ 6 w 150"/>
                <a:gd name="T23" fmla="*/ 151 h 151"/>
                <a:gd name="T24" fmla="*/ 12 w 150"/>
                <a:gd name="T25" fmla="*/ 147 h 151"/>
                <a:gd name="T26" fmla="*/ 145 w 150"/>
                <a:gd name="T27" fmla="*/ 147 h 151"/>
                <a:gd name="T28" fmla="*/ 145 w 150"/>
                <a:gd name="T29" fmla="*/ 12 h 151"/>
                <a:gd name="T30" fmla="*/ 150 w 150"/>
                <a:gd name="T31" fmla="*/ 6 h 151"/>
                <a:gd name="T32" fmla="*/ 144 w 150"/>
                <a:gd name="T33"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0" h="151">
                  <a:moveTo>
                    <a:pt x="144" y="0"/>
                  </a:moveTo>
                  <a:cubicBezTo>
                    <a:pt x="144" y="0"/>
                    <a:pt x="144" y="0"/>
                    <a:pt x="144" y="0"/>
                  </a:cubicBezTo>
                  <a:cubicBezTo>
                    <a:pt x="144" y="0"/>
                    <a:pt x="144" y="0"/>
                    <a:pt x="144" y="0"/>
                  </a:cubicBezTo>
                  <a:cubicBezTo>
                    <a:pt x="142" y="0"/>
                    <a:pt x="141" y="0"/>
                    <a:pt x="140" y="1"/>
                  </a:cubicBezTo>
                  <a:cubicBezTo>
                    <a:pt x="139" y="2"/>
                    <a:pt x="138" y="4"/>
                    <a:pt x="138" y="6"/>
                  </a:cubicBezTo>
                  <a:cubicBezTo>
                    <a:pt x="138" y="9"/>
                    <a:pt x="140" y="11"/>
                    <a:pt x="142" y="12"/>
                  </a:cubicBezTo>
                  <a:cubicBezTo>
                    <a:pt x="142" y="144"/>
                    <a:pt x="142" y="144"/>
                    <a:pt x="142" y="144"/>
                  </a:cubicBezTo>
                  <a:cubicBezTo>
                    <a:pt x="12" y="144"/>
                    <a:pt x="12" y="144"/>
                    <a:pt x="12" y="144"/>
                  </a:cubicBezTo>
                  <a:cubicBezTo>
                    <a:pt x="11" y="141"/>
                    <a:pt x="8" y="139"/>
                    <a:pt x="6" y="139"/>
                  </a:cubicBezTo>
                  <a:cubicBezTo>
                    <a:pt x="2" y="139"/>
                    <a:pt x="0" y="142"/>
                    <a:pt x="0" y="145"/>
                  </a:cubicBezTo>
                  <a:cubicBezTo>
                    <a:pt x="0" y="146"/>
                    <a:pt x="0" y="146"/>
                    <a:pt x="0" y="146"/>
                  </a:cubicBezTo>
                  <a:cubicBezTo>
                    <a:pt x="0" y="149"/>
                    <a:pt x="3" y="151"/>
                    <a:pt x="6" y="151"/>
                  </a:cubicBezTo>
                  <a:cubicBezTo>
                    <a:pt x="8" y="151"/>
                    <a:pt x="11" y="150"/>
                    <a:pt x="12" y="147"/>
                  </a:cubicBezTo>
                  <a:cubicBezTo>
                    <a:pt x="145" y="147"/>
                    <a:pt x="145" y="147"/>
                    <a:pt x="145" y="147"/>
                  </a:cubicBezTo>
                  <a:cubicBezTo>
                    <a:pt x="145" y="12"/>
                    <a:pt x="145" y="12"/>
                    <a:pt x="145" y="12"/>
                  </a:cubicBezTo>
                  <a:cubicBezTo>
                    <a:pt x="148" y="11"/>
                    <a:pt x="150" y="9"/>
                    <a:pt x="150" y="6"/>
                  </a:cubicBezTo>
                  <a:cubicBezTo>
                    <a:pt x="150" y="2"/>
                    <a:pt x="147" y="0"/>
                    <a:pt x="1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6" name="Freeform 266"/>
          <p:cNvSpPr>
            <a:spLocks noEditPoints="1"/>
          </p:cNvSpPr>
          <p:nvPr/>
        </p:nvSpPr>
        <p:spPr bwMode="auto">
          <a:xfrm>
            <a:off x="4660530" y="3602970"/>
            <a:ext cx="496375" cy="543845"/>
          </a:xfrm>
          <a:custGeom>
            <a:avLst/>
            <a:gdLst>
              <a:gd name="T0" fmla="*/ 62 w 183"/>
              <a:gd name="T1" fmla="*/ 22 h 200"/>
              <a:gd name="T2" fmla="*/ 36 w 183"/>
              <a:gd name="T3" fmla="*/ 11 h 200"/>
              <a:gd name="T4" fmla="*/ 0 w 183"/>
              <a:gd name="T5" fmla="*/ 48 h 200"/>
              <a:gd name="T6" fmla="*/ 9 w 183"/>
              <a:gd name="T7" fmla="*/ 73 h 200"/>
              <a:gd name="T8" fmla="*/ 62 w 183"/>
              <a:gd name="T9" fmla="*/ 22 h 200"/>
              <a:gd name="T10" fmla="*/ 147 w 183"/>
              <a:gd name="T11" fmla="*/ 11 h 200"/>
              <a:gd name="T12" fmla="*/ 119 w 183"/>
              <a:gd name="T13" fmla="*/ 23 h 200"/>
              <a:gd name="T14" fmla="*/ 170 w 183"/>
              <a:gd name="T15" fmla="*/ 76 h 200"/>
              <a:gd name="T16" fmla="*/ 183 w 183"/>
              <a:gd name="T17" fmla="*/ 48 h 200"/>
              <a:gd name="T18" fmla="*/ 147 w 183"/>
              <a:gd name="T19" fmla="*/ 11 h 200"/>
              <a:gd name="T20" fmla="*/ 169 w 183"/>
              <a:gd name="T21" fmla="*/ 103 h 200"/>
              <a:gd name="T22" fmla="*/ 96 w 183"/>
              <a:gd name="T23" fmla="*/ 23 h 200"/>
              <a:gd name="T24" fmla="*/ 96 w 183"/>
              <a:gd name="T25" fmla="*/ 6 h 200"/>
              <a:gd name="T26" fmla="*/ 98 w 183"/>
              <a:gd name="T27" fmla="*/ 6 h 200"/>
              <a:gd name="T28" fmla="*/ 102 w 183"/>
              <a:gd name="T29" fmla="*/ 3 h 200"/>
              <a:gd name="T30" fmla="*/ 98 w 183"/>
              <a:gd name="T31" fmla="*/ 0 h 200"/>
              <a:gd name="T32" fmla="*/ 81 w 183"/>
              <a:gd name="T33" fmla="*/ 0 h 200"/>
              <a:gd name="T34" fmla="*/ 78 w 183"/>
              <a:gd name="T35" fmla="*/ 3 h 200"/>
              <a:gd name="T36" fmla="*/ 81 w 183"/>
              <a:gd name="T37" fmla="*/ 6 h 200"/>
              <a:gd name="T38" fmla="*/ 84 w 183"/>
              <a:gd name="T39" fmla="*/ 6 h 200"/>
              <a:gd name="T40" fmla="*/ 84 w 183"/>
              <a:gd name="T41" fmla="*/ 23 h 200"/>
              <a:gd name="T42" fmla="*/ 9 w 183"/>
              <a:gd name="T43" fmla="*/ 103 h 200"/>
              <a:gd name="T44" fmla="*/ 38 w 183"/>
              <a:gd name="T45" fmla="*/ 164 h 200"/>
              <a:gd name="T46" fmla="*/ 29 w 183"/>
              <a:gd name="T47" fmla="*/ 190 h 200"/>
              <a:gd name="T48" fmla="*/ 33 w 183"/>
              <a:gd name="T49" fmla="*/ 198 h 200"/>
              <a:gd name="T50" fmla="*/ 35 w 183"/>
              <a:gd name="T51" fmla="*/ 199 h 200"/>
              <a:gd name="T52" fmla="*/ 43 w 183"/>
              <a:gd name="T53" fmla="*/ 196 h 200"/>
              <a:gd name="T54" fmla="*/ 53 w 183"/>
              <a:gd name="T55" fmla="*/ 174 h 200"/>
              <a:gd name="T56" fmla="*/ 89 w 183"/>
              <a:gd name="T57" fmla="*/ 183 h 200"/>
              <a:gd name="T58" fmla="*/ 125 w 183"/>
              <a:gd name="T59" fmla="*/ 174 h 200"/>
              <a:gd name="T60" fmla="*/ 136 w 183"/>
              <a:gd name="T61" fmla="*/ 196 h 200"/>
              <a:gd name="T62" fmla="*/ 144 w 183"/>
              <a:gd name="T63" fmla="*/ 199 h 200"/>
              <a:gd name="T64" fmla="*/ 146 w 183"/>
              <a:gd name="T65" fmla="*/ 198 h 200"/>
              <a:gd name="T66" fmla="*/ 149 w 183"/>
              <a:gd name="T67" fmla="*/ 190 h 200"/>
              <a:gd name="T68" fmla="*/ 141 w 183"/>
              <a:gd name="T69" fmla="*/ 164 h 200"/>
              <a:gd name="T70" fmla="*/ 169 w 183"/>
              <a:gd name="T71" fmla="*/ 103 h 200"/>
              <a:gd name="T72" fmla="*/ 89 w 183"/>
              <a:gd name="T73" fmla="*/ 167 h 200"/>
              <a:gd name="T74" fmla="*/ 25 w 183"/>
              <a:gd name="T75" fmla="*/ 103 h 200"/>
              <a:gd name="T76" fmla="*/ 89 w 183"/>
              <a:gd name="T77" fmla="*/ 39 h 200"/>
              <a:gd name="T78" fmla="*/ 153 w 183"/>
              <a:gd name="T79" fmla="*/ 103 h 200"/>
              <a:gd name="T80" fmla="*/ 89 w 183"/>
              <a:gd name="T81" fmla="*/ 167 h 200"/>
              <a:gd name="T82" fmla="*/ 97 w 183"/>
              <a:gd name="T83" fmla="*/ 111 h 200"/>
              <a:gd name="T84" fmla="*/ 100 w 183"/>
              <a:gd name="T85" fmla="*/ 103 h 200"/>
              <a:gd name="T86" fmla="*/ 91 w 183"/>
              <a:gd name="T87" fmla="*/ 92 h 200"/>
              <a:gd name="T88" fmla="*/ 91 w 183"/>
              <a:gd name="T89" fmla="*/ 55 h 200"/>
              <a:gd name="T90" fmla="*/ 89 w 183"/>
              <a:gd name="T91" fmla="*/ 53 h 200"/>
              <a:gd name="T92" fmla="*/ 87 w 183"/>
              <a:gd name="T93" fmla="*/ 55 h 200"/>
              <a:gd name="T94" fmla="*/ 87 w 183"/>
              <a:gd name="T95" fmla="*/ 92 h 200"/>
              <a:gd name="T96" fmla="*/ 78 w 183"/>
              <a:gd name="T97" fmla="*/ 103 h 200"/>
              <a:gd name="T98" fmla="*/ 89 w 183"/>
              <a:gd name="T99" fmla="*/ 114 h 200"/>
              <a:gd name="T100" fmla="*/ 93 w 183"/>
              <a:gd name="T101" fmla="*/ 113 h 200"/>
              <a:gd name="T102" fmla="*/ 104 w 183"/>
              <a:gd name="T103" fmla="*/ 131 h 200"/>
              <a:gd name="T104" fmla="*/ 107 w 183"/>
              <a:gd name="T105" fmla="*/ 132 h 200"/>
              <a:gd name="T106" fmla="*/ 108 w 183"/>
              <a:gd name="T107" fmla="*/ 129 h 200"/>
              <a:gd name="T108" fmla="*/ 97 w 183"/>
              <a:gd name="T109" fmla="*/ 111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3" h="200">
                <a:moveTo>
                  <a:pt x="62" y="22"/>
                </a:moveTo>
                <a:cubicBezTo>
                  <a:pt x="56" y="15"/>
                  <a:pt x="46" y="11"/>
                  <a:pt x="36" y="11"/>
                </a:cubicBezTo>
                <a:cubicBezTo>
                  <a:pt x="16" y="11"/>
                  <a:pt x="0" y="28"/>
                  <a:pt x="0" y="48"/>
                </a:cubicBezTo>
                <a:cubicBezTo>
                  <a:pt x="0" y="57"/>
                  <a:pt x="3" y="66"/>
                  <a:pt x="9" y="73"/>
                </a:cubicBezTo>
                <a:cubicBezTo>
                  <a:pt x="18" y="49"/>
                  <a:pt x="38" y="30"/>
                  <a:pt x="62" y="22"/>
                </a:cubicBezTo>
                <a:close/>
                <a:moveTo>
                  <a:pt x="147" y="11"/>
                </a:moveTo>
                <a:cubicBezTo>
                  <a:pt x="136" y="11"/>
                  <a:pt x="126" y="16"/>
                  <a:pt x="119" y="23"/>
                </a:cubicBezTo>
                <a:cubicBezTo>
                  <a:pt x="143" y="32"/>
                  <a:pt x="162" y="52"/>
                  <a:pt x="170" y="76"/>
                </a:cubicBezTo>
                <a:cubicBezTo>
                  <a:pt x="178" y="69"/>
                  <a:pt x="183" y="59"/>
                  <a:pt x="183" y="48"/>
                </a:cubicBezTo>
                <a:cubicBezTo>
                  <a:pt x="183" y="28"/>
                  <a:pt x="167" y="11"/>
                  <a:pt x="147" y="11"/>
                </a:cubicBezTo>
                <a:close/>
                <a:moveTo>
                  <a:pt x="169" y="103"/>
                </a:moveTo>
                <a:cubicBezTo>
                  <a:pt x="169" y="61"/>
                  <a:pt x="137" y="26"/>
                  <a:pt x="96" y="23"/>
                </a:cubicBezTo>
                <a:cubicBezTo>
                  <a:pt x="96" y="6"/>
                  <a:pt x="96" y="6"/>
                  <a:pt x="96" y="6"/>
                </a:cubicBezTo>
                <a:cubicBezTo>
                  <a:pt x="98" y="6"/>
                  <a:pt x="98" y="6"/>
                  <a:pt x="98" y="6"/>
                </a:cubicBezTo>
                <a:cubicBezTo>
                  <a:pt x="100" y="6"/>
                  <a:pt x="102" y="5"/>
                  <a:pt x="102" y="3"/>
                </a:cubicBezTo>
                <a:cubicBezTo>
                  <a:pt x="102" y="1"/>
                  <a:pt x="100" y="0"/>
                  <a:pt x="98" y="0"/>
                </a:cubicBezTo>
                <a:cubicBezTo>
                  <a:pt x="81" y="0"/>
                  <a:pt x="81" y="0"/>
                  <a:pt x="81" y="0"/>
                </a:cubicBezTo>
                <a:cubicBezTo>
                  <a:pt x="80" y="0"/>
                  <a:pt x="78" y="1"/>
                  <a:pt x="78" y="3"/>
                </a:cubicBezTo>
                <a:cubicBezTo>
                  <a:pt x="78" y="5"/>
                  <a:pt x="80" y="6"/>
                  <a:pt x="81" y="6"/>
                </a:cubicBezTo>
                <a:cubicBezTo>
                  <a:pt x="84" y="6"/>
                  <a:pt x="84" y="6"/>
                  <a:pt x="84" y="6"/>
                </a:cubicBezTo>
                <a:cubicBezTo>
                  <a:pt x="84" y="23"/>
                  <a:pt x="84" y="23"/>
                  <a:pt x="84" y="23"/>
                </a:cubicBezTo>
                <a:cubicBezTo>
                  <a:pt x="42" y="25"/>
                  <a:pt x="9" y="60"/>
                  <a:pt x="9" y="103"/>
                </a:cubicBezTo>
                <a:cubicBezTo>
                  <a:pt x="9" y="127"/>
                  <a:pt x="20" y="150"/>
                  <a:pt x="38" y="164"/>
                </a:cubicBezTo>
                <a:cubicBezTo>
                  <a:pt x="29" y="190"/>
                  <a:pt x="29" y="190"/>
                  <a:pt x="29" y="190"/>
                </a:cubicBezTo>
                <a:cubicBezTo>
                  <a:pt x="28" y="194"/>
                  <a:pt x="30" y="197"/>
                  <a:pt x="33" y="198"/>
                </a:cubicBezTo>
                <a:cubicBezTo>
                  <a:pt x="35" y="199"/>
                  <a:pt x="35" y="199"/>
                  <a:pt x="35" y="199"/>
                </a:cubicBezTo>
                <a:cubicBezTo>
                  <a:pt x="38" y="200"/>
                  <a:pt x="41" y="199"/>
                  <a:pt x="43" y="196"/>
                </a:cubicBezTo>
                <a:cubicBezTo>
                  <a:pt x="53" y="174"/>
                  <a:pt x="53" y="174"/>
                  <a:pt x="53" y="174"/>
                </a:cubicBezTo>
                <a:cubicBezTo>
                  <a:pt x="64" y="180"/>
                  <a:pt x="76" y="183"/>
                  <a:pt x="89" y="183"/>
                </a:cubicBezTo>
                <a:cubicBezTo>
                  <a:pt x="102" y="183"/>
                  <a:pt x="114" y="180"/>
                  <a:pt x="125" y="174"/>
                </a:cubicBezTo>
                <a:cubicBezTo>
                  <a:pt x="136" y="196"/>
                  <a:pt x="136" y="196"/>
                  <a:pt x="136" y="196"/>
                </a:cubicBezTo>
                <a:cubicBezTo>
                  <a:pt x="137" y="199"/>
                  <a:pt x="141" y="200"/>
                  <a:pt x="144" y="199"/>
                </a:cubicBezTo>
                <a:cubicBezTo>
                  <a:pt x="146" y="198"/>
                  <a:pt x="146" y="198"/>
                  <a:pt x="146" y="198"/>
                </a:cubicBezTo>
                <a:cubicBezTo>
                  <a:pt x="149" y="197"/>
                  <a:pt x="150" y="194"/>
                  <a:pt x="149" y="190"/>
                </a:cubicBezTo>
                <a:cubicBezTo>
                  <a:pt x="141" y="164"/>
                  <a:pt x="141" y="164"/>
                  <a:pt x="141" y="164"/>
                </a:cubicBezTo>
                <a:cubicBezTo>
                  <a:pt x="158" y="149"/>
                  <a:pt x="169" y="127"/>
                  <a:pt x="169" y="103"/>
                </a:cubicBezTo>
                <a:close/>
                <a:moveTo>
                  <a:pt x="89" y="167"/>
                </a:moveTo>
                <a:cubicBezTo>
                  <a:pt x="54" y="167"/>
                  <a:pt x="25" y="138"/>
                  <a:pt x="25" y="103"/>
                </a:cubicBezTo>
                <a:cubicBezTo>
                  <a:pt x="25" y="67"/>
                  <a:pt x="54" y="39"/>
                  <a:pt x="89" y="39"/>
                </a:cubicBezTo>
                <a:cubicBezTo>
                  <a:pt x="124" y="39"/>
                  <a:pt x="153" y="67"/>
                  <a:pt x="153" y="103"/>
                </a:cubicBezTo>
                <a:cubicBezTo>
                  <a:pt x="153" y="138"/>
                  <a:pt x="124" y="167"/>
                  <a:pt x="89" y="167"/>
                </a:cubicBezTo>
                <a:close/>
                <a:moveTo>
                  <a:pt x="97" y="111"/>
                </a:moveTo>
                <a:cubicBezTo>
                  <a:pt x="99" y="109"/>
                  <a:pt x="100" y="106"/>
                  <a:pt x="100" y="103"/>
                </a:cubicBezTo>
                <a:cubicBezTo>
                  <a:pt x="100" y="97"/>
                  <a:pt x="96" y="93"/>
                  <a:pt x="91" y="92"/>
                </a:cubicBezTo>
                <a:cubicBezTo>
                  <a:pt x="91" y="55"/>
                  <a:pt x="91" y="55"/>
                  <a:pt x="91" y="55"/>
                </a:cubicBezTo>
                <a:cubicBezTo>
                  <a:pt x="91" y="54"/>
                  <a:pt x="90" y="53"/>
                  <a:pt x="89" y="53"/>
                </a:cubicBezTo>
                <a:cubicBezTo>
                  <a:pt x="88" y="53"/>
                  <a:pt x="87" y="54"/>
                  <a:pt x="87" y="55"/>
                </a:cubicBezTo>
                <a:cubicBezTo>
                  <a:pt x="87" y="92"/>
                  <a:pt x="87" y="92"/>
                  <a:pt x="87" y="92"/>
                </a:cubicBezTo>
                <a:cubicBezTo>
                  <a:pt x="82" y="93"/>
                  <a:pt x="78" y="97"/>
                  <a:pt x="78" y="103"/>
                </a:cubicBezTo>
                <a:cubicBezTo>
                  <a:pt x="78" y="109"/>
                  <a:pt x="83" y="114"/>
                  <a:pt x="89" y="114"/>
                </a:cubicBezTo>
                <a:cubicBezTo>
                  <a:pt x="90" y="114"/>
                  <a:pt x="92" y="114"/>
                  <a:pt x="93" y="113"/>
                </a:cubicBezTo>
                <a:cubicBezTo>
                  <a:pt x="104" y="131"/>
                  <a:pt x="104" y="131"/>
                  <a:pt x="104" y="131"/>
                </a:cubicBezTo>
                <a:cubicBezTo>
                  <a:pt x="105" y="132"/>
                  <a:pt x="106" y="133"/>
                  <a:pt x="107" y="132"/>
                </a:cubicBezTo>
                <a:cubicBezTo>
                  <a:pt x="108" y="131"/>
                  <a:pt x="109" y="130"/>
                  <a:pt x="108" y="129"/>
                </a:cubicBezTo>
                <a:lnTo>
                  <a:pt x="97" y="1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27" name="Group 76"/>
          <p:cNvGrpSpPr/>
          <p:nvPr/>
        </p:nvGrpSpPr>
        <p:grpSpPr>
          <a:xfrm>
            <a:off x="6345229" y="4613248"/>
            <a:ext cx="641192" cy="445182"/>
            <a:chOff x="5533573" y="812792"/>
            <a:chExt cx="400733" cy="278229"/>
          </a:xfrm>
          <a:solidFill>
            <a:schemeClr val="bg1"/>
          </a:solidFill>
        </p:grpSpPr>
        <p:sp>
          <p:nvSpPr>
            <p:cNvPr id="28" name="Freeform 101"/>
            <p:cNvSpPr>
              <a:spLocks/>
            </p:cNvSpPr>
            <p:nvPr/>
          </p:nvSpPr>
          <p:spPr bwMode="auto">
            <a:xfrm>
              <a:off x="5730826" y="962288"/>
              <a:ext cx="93436" cy="128733"/>
            </a:xfrm>
            <a:custGeom>
              <a:avLst/>
              <a:gdLst/>
              <a:ahLst/>
              <a:cxnLst>
                <a:cxn ang="0">
                  <a:pos x="0" y="34"/>
                </a:cxn>
                <a:cxn ang="0">
                  <a:pos x="0" y="34"/>
                </a:cxn>
                <a:cxn ang="0">
                  <a:pos x="14" y="52"/>
                </a:cxn>
                <a:cxn ang="0">
                  <a:pos x="23" y="74"/>
                </a:cxn>
                <a:cxn ang="0">
                  <a:pos x="30" y="96"/>
                </a:cxn>
                <a:cxn ang="0">
                  <a:pos x="30" y="109"/>
                </a:cxn>
                <a:cxn ang="0">
                  <a:pos x="32" y="120"/>
                </a:cxn>
                <a:cxn ang="0">
                  <a:pos x="32" y="120"/>
                </a:cxn>
                <a:cxn ang="0">
                  <a:pos x="32" y="123"/>
                </a:cxn>
                <a:cxn ang="0">
                  <a:pos x="32" y="123"/>
                </a:cxn>
                <a:cxn ang="0">
                  <a:pos x="34" y="123"/>
                </a:cxn>
                <a:cxn ang="0">
                  <a:pos x="87" y="123"/>
                </a:cxn>
                <a:cxn ang="0">
                  <a:pos x="87" y="123"/>
                </a:cxn>
                <a:cxn ang="0">
                  <a:pos x="88" y="121"/>
                </a:cxn>
                <a:cxn ang="0">
                  <a:pos x="90" y="120"/>
                </a:cxn>
                <a:cxn ang="0">
                  <a:pos x="90" y="120"/>
                </a:cxn>
                <a:cxn ang="0">
                  <a:pos x="88" y="103"/>
                </a:cxn>
                <a:cxn ang="0">
                  <a:pos x="87" y="87"/>
                </a:cxn>
                <a:cxn ang="0">
                  <a:pos x="83" y="71"/>
                </a:cxn>
                <a:cxn ang="0">
                  <a:pos x="78" y="54"/>
                </a:cxn>
                <a:cxn ang="0">
                  <a:pos x="72" y="40"/>
                </a:cxn>
                <a:cxn ang="0">
                  <a:pos x="65" y="25"/>
                </a:cxn>
                <a:cxn ang="0">
                  <a:pos x="56" y="13"/>
                </a:cxn>
                <a:cxn ang="0">
                  <a:pos x="47" y="0"/>
                </a:cxn>
                <a:cxn ang="0">
                  <a:pos x="47" y="0"/>
                </a:cxn>
                <a:cxn ang="0">
                  <a:pos x="34" y="5"/>
                </a:cxn>
                <a:cxn ang="0">
                  <a:pos x="21" y="14"/>
                </a:cxn>
                <a:cxn ang="0">
                  <a:pos x="10" y="23"/>
                </a:cxn>
                <a:cxn ang="0">
                  <a:pos x="0" y="34"/>
                </a:cxn>
                <a:cxn ang="0">
                  <a:pos x="0" y="34"/>
                </a:cxn>
              </a:cxnLst>
              <a:rect l="0" t="0" r="r" b="b"/>
              <a:pathLst>
                <a:path w="90" h="123">
                  <a:moveTo>
                    <a:pt x="0" y="34"/>
                  </a:moveTo>
                  <a:lnTo>
                    <a:pt x="0" y="34"/>
                  </a:lnTo>
                  <a:lnTo>
                    <a:pt x="14" y="52"/>
                  </a:lnTo>
                  <a:lnTo>
                    <a:pt x="23" y="74"/>
                  </a:lnTo>
                  <a:lnTo>
                    <a:pt x="30" y="96"/>
                  </a:lnTo>
                  <a:lnTo>
                    <a:pt x="30" y="109"/>
                  </a:lnTo>
                  <a:lnTo>
                    <a:pt x="32" y="120"/>
                  </a:lnTo>
                  <a:lnTo>
                    <a:pt x="32" y="120"/>
                  </a:lnTo>
                  <a:lnTo>
                    <a:pt x="32" y="123"/>
                  </a:lnTo>
                  <a:lnTo>
                    <a:pt x="32" y="123"/>
                  </a:lnTo>
                  <a:lnTo>
                    <a:pt x="34" y="123"/>
                  </a:lnTo>
                  <a:lnTo>
                    <a:pt x="87" y="123"/>
                  </a:lnTo>
                  <a:lnTo>
                    <a:pt x="87" y="123"/>
                  </a:lnTo>
                  <a:lnTo>
                    <a:pt x="88" y="121"/>
                  </a:lnTo>
                  <a:lnTo>
                    <a:pt x="90" y="120"/>
                  </a:lnTo>
                  <a:lnTo>
                    <a:pt x="90" y="120"/>
                  </a:lnTo>
                  <a:lnTo>
                    <a:pt x="88" y="103"/>
                  </a:lnTo>
                  <a:lnTo>
                    <a:pt x="87" y="87"/>
                  </a:lnTo>
                  <a:lnTo>
                    <a:pt x="83" y="71"/>
                  </a:lnTo>
                  <a:lnTo>
                    <a:pt x="78" y="54"/>
                  </a:lnTo>
                  <a:lnTo>
                    <a:pt x="72" y="40"/>
                  </a:lnTo>
                  <a:lnTo>
                    <a:pt x="65" y="25"/>
                  </a:lnTo>
                  <a:lnTo>
                    <a:pt x="56" y="13"/>
                  </a:lnTo>
                  <a:lnTo>
                    <a:pt x="47" y="0"/>
                  </a:lnTo>
                  <a:lnTo>
                    <a:pt x="47" y="0"/>
                  </a:lnTo>
                  <a:lnTo>
                    <a:pt x="34" y="5"/>
                  </a:lnTo>
                  <a:lnTo>
                    <a:pt x="21" y="14"/>
                  </a:lnTo>
                  <a:lnTo>
                    <a:pt x="10" y="23"/>
                  </a:lnTo>
                  <a:lnTo>
                    <a:pt x="0" y="34"/>
                  </a:lnTo>
                  <a:lnTo>
                    <a:pt x="0" y="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 name="Freeform 102"/>
            <p:cNvSpPr>
              <a:spLocks/>
            </p:cNvSpPr>
            <p:nvPr/>
          </p:nvSpPr>
          <p:spPr bwMode="auto">
            <a:xfrm>
              <a:off x="5533573" y="814869"/>
              <a:ext cx="182717" cy="151573"/>
            </a:xfrm>
            <a:custGeom>
              <a:avLst/>
              <a:gdLst/>
              <a:ahLst/>
              <a:cxnLst>
                <a:cxn ang="0">
                  <a:pos x="178" y="71"/>
                </a:cxn>
                <a:cxn ang="0">
                  <a:pos x="178" y="71"/>
                </a:cxn>
                <a:cxn ang="0">
                  <a:pos x="154" y="58"/>
                </a:cxn>
                <a:cxn ang="0">
                  <a:pos x="131" y="49"/>
                </a:cxn>
                <a:cxn ang="0">
                  <a:pos x="104" y="44"/>
                </a:cxn>
                <a:cxn ang="0">
                  <a:pos x="76" y="42"/>
                </a:cxn>
                <a:cxn ang="0">
                  <a:pos x="76" y="2"/>
                </a:cxn>
                <a:cxn ang="0">
                  <a:pos x="76" y="2"/>
                </a:cxn>
                <a:cxn ang="0">
                  <a:pos x="75" y="0"/>
                </a:cxn>
                <a:cxn ang="0">
                  <a:pos x="75" y="0"/>
                </a:cxn>
                <a:cxn ang="0">
                  <a:pos x="73" y="0"/>
                </a:cxn>
                <a:cxn ang="0">
                  <a:pos x="2" y="71"/>
                </a:cxn>
                <a:cxn ang="0">
                  <a:pos x="2" y="71"/>
                </a:cxn>
                <a:cxn ang="0">
                  <a:pos x="0" y="73"/>
                </a:cxn>
                <a:cxn ang="0">
                  <a:pos x="2" y="75"/>
                </a:cxn>
                <a:cxn ang="0">
                  <a:pos x="73" y="145"/>
                </a:cxn>
                <a:cxn ang="0">
                  <a:pos x="73" y="145"/>
                </a:cxn>
                <a:cxn ang="0">
                  <a:pos x="75" y="145"/>
                </a:cxn>
                <a:cxn ang="0">
                  <a:pos x="75" y="145"/>
                </a:cxn>
                <a:cxn ang="0">
                  <a:pos x="76" y="144"/>
                </a:cxn>
                <a:cxn ang="0">
                  <a:pos x="76" y="100"/>
                </a:cxn>
                <a:cxn ang="0">
                  <a:pos x="76" y="100"/>
                </a:cxn>
                <a:cxn ang="0">
                  <a:pos x="91" y="100"/>
                </a:cxn>
                <a:cxn ang="0">
                  <a:pos x="105" y="102"/>
                </a:cxn>
                <a:cxn ang="0">
                  <a:pos x="118" y="107"/>
                </a:cxn>
                <a:cxn ang="0">
                  <a:pos x="133" y="113"/>
                </a:cxn>
                <a:cxn ang="0">
                  <a:pos x="133" y="113"/>
                </a:cxn>
                <a:cxn ang="0">
                  <a:pos x="142" y="100"/>
                </a:cxn>
                <a:cxn ang="0">
                  <a:pos x="153" y="89"/>
                </a:cxn>
                <a:cxn ang="0">
                  <a:pos x="165" y="80"/>
                </a:cxn>
                <a:cxn ang="0">
                  <a:pos x="178" y="71"/>
                </a:cxn>
                <a:cxn ang="0">
                  <a:pos x="178" y="71"/>
                </a:cxn>
              </a:cxnLst>
              <a:rect l="0" t="0" r="r" b="b"/>
              <a:pathLst>
                <a:path w="178" h="145">
                  <a:moveTo>
                    <a:pt x="178" y="71"/>
                  </a:moveTo>
                  <a:lnTo>
                    <a:pt x="178" y="71"/>
                  </a:lnTo>
                  <a:lnTo>
                    <a:pt x="154" y="58"/>
                  </a:lnTo>
                  <a:lnTo>
                    <a:pt x="131" y="49"/>
                  </a:lnTo>
                  <a:lnTo>
                    <a:pt x="104" y="44"/>
                  </a:lnTo>
                  <a:lnTo>
                    <a:pt x="76" y="42"/>
                  </a:lnTo>
                  <a:lnTo>
                    <a:pt x="76" y="2"/>
                  </a:lnTo>
                  <a:lnTo>
                    <a:pt x="76" y="2"/>
                  </a:lnTo>
                  <a:lnTo>
                    <a:pt x="75" y="0"/>
                  </a:lnTo>
                  <a:lnTo>
                    <a:pt x="75" y="0"/>
                  </a:lnTo>
                  <a:lnTo>
                    <a:pt x="73" y="0"/>
                  </a:lnTo>
                  <a:lnTo>
                    <a:pt x="2" y="71"/>
                  </a:lnTo>
                  <a:lnTo>
                    <a:pt x="2" y="71"/>
                  </a:lnTo>
                  <a:lnTo>
                    <a:pt x="0" y="73"/>
                  </a:lnTo>
                  <a:lnTo>
                    <a:pt x="2" y="75"/>
                  </a:lnTo>
                  <a:lnTo>
                    <a:pt x="73" y="145"/>
                  </a:lnTo>
                  <a:lnTo>
                    <a:pt x="73" y="145"/>
                  </a:lnTo>
                  <a:lnTo>
                    <a:pt x="75" y="145"/>
                  </a:lnTo>
                  <a:lnTo>
                    <a:pt x="75" y="145"/>
                  </a:lnTo>
                  <a:lnTo>
                    <a:pt x="76" y="144"/>
                  </a:lnTo>
                  <a:lnTo>
                    <a:pt x="76" y="100"/>
                  </a:lnTo>
                  <a:lnTo>
                    <a:pt x="76" y="100"/>
                  </a:lnTo>
                  <a:lnTo>
                    <a:pt x="91" y="100"/>
                  </a:lnTo>
                  <a:lnTo>
                    <a:pt x="105" y="102"/>
                  </a:lnTo>
                  <a:lnTo>
                    <a:pt x="118" y="107"/>
                  </a:lnTo>
                  <a:lnTo>
                    <a:pt x="133" y="113"/>
                  </a:lnTo>
                  <a:lnTo>
                    <a:pt x="133" y="113"/>
                  </a:lnTo>
                  <a:lnTo>
                    <a:pt x="142" y="100"/>
                  </a:lnTo>
                  <a:lnTo>
                    <a:pt x="153" y="89"/>
                  </a:lnTo>
                  <a:lnTo>
                    <a:pt x="165" y="80"/>
                  </a:lnTo>
                  <a:lnTo>
                    <a:pt x="178" y="71"/>
                  </a:lnTo>
                  <a:lnTo>
                    <a:pt x="178" y="7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 name="Freeform 103"/>
            <p:cNvSpPr>
              <a:spLocks/>
            </p:cNvSpPr>
            <p:nvPr/>
          </p:nvSpPr>
          <p:spPr bwMode="auto">
            <a:xfrm>
              <a:off x="5620779" y="812792"/>
              <a:ext cx="313527" cy="278228"/>
            </a:xfrm>
            <a:custGeom>
              <a:avLst/>
              <a:gdLst/>
              <a:ahLst/>
              <a:cxnLst>
                <a:cxn ang="0">
                  <a:pos x="300" y="79"/>
                </a:cxn>
                <a:cxn ang="0">
                  <a:pos x="220" y="1"/>
                </a:cxn>
                <a:cxn ang="0">
                  <a:pos x="220" y="1"/>
                </a:cxn>
                <a:cxn ang="0">
                  <a:pos x="218" y="0"/>
                </a:cxn>
                <a:cxn ang="0">
                  <a:pos x="218" y="0"/>
                </a:cxn>
                <a:cxn ang="0">
                  <a:pos x="216" y="3"/>
                </a:cxn>
                <a:cxn ang="0">
                  <a:pos x="216" y="47"/>
                </a:cxn>
                <a:cxn ang="0">
                  <a:pos x="216" y="47"/>
                </a:cxn>
                <a:cxn ang="0">
                  <a:pos x="200" y="49"/>
                </a:cxn>
                <a:cxn ang="0">
                  <a:pos x="185" y="50"/>
                </a:cxn>
                <a:cxn ang="0">
                  <a:pos x="155" y="56"/>
                </a:cxn>
                <a:cxn ang="0">
                  <a:pos x="127" y="67"/>
                </a:cxn>
                <a:cxn ang="0">
                  <a:pos x="102" y="81"/>
                </a:cxn>
                <a:cxn ang="0">
                  <a:pos x="102" y="81"/>
                </a:cxn>
                <a:cxn ang="0">
                  <a:pos x="87" y="90"/>
                </a:cxn>
                <a:cxn ang="0">
                  <a:pos x="75" y="101"/>
                </a:cxn>
                <a:cxn ang="0">
                  <a:pos x="62" y="114"/>
                </a:cxn>
                <a:cxn ang="0">
                  <a:pos x="49" y="127"/>
                </a:cxn>
                <a:cxn ang="0">
                  <a:pos x="49" y="127"/>
                </a:cxn>
                <a:cxn ang="0">
                  <a:pos x="39" y="141"/>
                </a:cxn>
                <a:cxn ang="0">
                  <a:pos x="29" y="157"/>
                </a:cxn>
                <a:cxn ang="0">
                  <a:pos x="20" y="172"/>
                </a:cxn>
                <a:cxn ang="0">
                  <a:pos x="15" y="190"/>
                </a:cxn>
                <a:cxn ang="0">
                  <a:pos x="10" y="206"/>
                </a:cxn>
                <a:cxn ang="0">
                  <a:pos x="4" y="224"/>
                </a:cxn>
                <a:cxn ang="0">
                  <a:pos x="2" y="244"/>
                </a:cxn>
                <a:cxn ang="0">
                  <a:pos x="0" y="263"/>
                </a:cxn>
                <a:cxn ang="0">
                  <a:pos x="0" y="263"/>
                </a:cxn>
                <a:cxn ang="0">
                  <a:pos x="2" y="266"/>
                </a:cxn>
                <a:cxn ang="0">
                  <a:pos x="4" y="266"/>
                </a:cxn>
                <a:cxn ang="0">
                  <a:pos x="64" y="266"/>
                </a:cxn>
                <a:cxn ang="0">
                  <a:pos x="64" y="266"/>
                </a:cxn>
                <a:cxn ang="0">
                  <a:pos x="66" y="266"/>
                </a:cxn>
                <a:cxn ang="0">
                  <a:pos x="66" y="266"/>
                </a:cxn>
                <a:cxn ang="0">
                  <a:pos x="66" y="263"/>
                </a:cxn>
                <a:cxn ang="0">
                  <a:pos x="66" y="263"/>
                </a:cxn>
                <a:cxn ang="0">
                  <a:pos x="68" y="250"/>
                </a:cxn>
                <a:cxn ang="0">
                  <a:pos x="69" y="237"/>
                </a:cxn>
                <a:cxn ang="0">
                  <a:pos x="71" y="223"/>
                </a:cxn>
                <a:cxn ang="0">
                  <a:pos x="77" y="212"/>
                </a:cxn>
                <a:cxn ang="0">
                  <a:pos x="80" y="199"/>
                </a:cxn>
                <a:cxn ang="0">
                  <a:pos x="87" y="188"/>
                </a:cxn>
                <a:cxn ang="0">
                  <a:pos x="102" y="166"/>
                </a:cxn>
                <a:cxn ang="0">
                  <a:pos x="102" y="166"/>
                </a:cxn>
                <a:cxn ang="0">
                  <a:pos x="113" y="154"/>
                </a:cxn>
                <a:cxn ang="0">
                  <a:pos x="126" y="145"/>
                </a:cxn>
                <a:cxn ang="0">
                  <a:pos x="138" y="134"/>
                </a:cxn>
                <a:cxn ang="0">
                  <a:pos x="153" y="127"/>
                </a:cxn>
                <a:cxn ang="0">
                  <a:pos x="153" y="127"/>
                </a:cxn>
                <a:cxn ang="0">
                  <a:pos x="167" y="121"/>
                </a:cxn>
                <a:cxn ang="0">
                  <a:pos x="184" y="116"/>
                </a:cxn>
                <a:cxn ang="0">
                  <a:pos x="198" y="114"/>
                </a:cxn>
                <a:cxn ang="0">
                  <a:pos x="216" y="112"/>
                </a:cxn>
                <a:cxn ang="0">
                  <a:pos x="216" y="161"/>
                </a:cxn>
                <a:cxn ang="0">
                  <a:pos x="216" y="161"/>
                </a:cxn>
                <a:cxn ang="0">
                  <a:pos x="218" y="165"/>
                </a:cxn>
                <a:cxn ang="0">
                  <a:pos x="218" y="165"/>
                </a:cxn>
                <a:cxn ang="0">
                  <a:pos x="220" y="165"/>
                </a:cxn>
                <a:cxn ang="0">
                  <a:pos x="300" y="85"/>
                </a:cxn>
                <a:cxn ang="0">
                  <a:pos x="300" y="85"/>
                </a:cxn>
                <a:cxn ang="0">
                  <a:pos x="301" y="83"/>
                </a:cxn>
                <a:cxn ang="0">
                  <a:pos x="300" y="79"/>
                </a:cxn>
                <a:cxn ang="0">
                  <a:pos x="300" y="79"/>
                </a:cxn>
              </a:cxnLst>
              <a:rect l="0" t="0" r="r" b="b"/>
              <a:pathLst>
                <a:path w="301" h="266">
                  <a:moveTo>
                    <a:pt x="300" y="79"/>
                  </a:moveTo>
                  <a:lnTo>
                    <a:pt x="220" y="1"/>
                  </a:lnTo>
                  <a:lnTo>
                    <a:pt x="220" y="1"/>
                  </a:lnTo>
                  <a:lnTo>
                    <a:pt x="218" y="0"/>
                  </a:lnTo>
                  <a:lnTo>
                    <a:pt x="218" y="0"/>
                  </a:lnTo>
                  <a:lnTo>
                    <a:pt x="216" y="3"/>
                  </a:lnTo>
                  <a:lnTo>
                    <a:pt x="216" y="47"/>
                  </a:lnTo>
                  <a:lnTo>
                    <a:pt x="216" y="47"/>
                  </a:lnTo>
                  <a:lnTo>
                    <a:pt x="200" y="49"/>
                  </a:lnTo>
                  <a:lnTo>
                    <a:pt x="185" y="50"/>
                  </a:lnTo>
                  <a:lnTo>
                    <a:pt x="155" y="56"/>
                  </a:lnTo>
                  <a:lnTo>
                    <a:pt x="127" y="67"/>
                  </a:lnTo>
                  <a:lnTo>
                    <a:pt x="102" y="81"/>
                  </a:lnTo>
                  <a:lnTo>
                    <a:pt x="102" y="81"/>
                  </a:lnTo>
                  <a:lnTo>
                    <a:pt x="87" y="90"/>
                  </a:lnTo>
                  <a:lnTo>
                    <a:pt x="75" y="101"/>
                  </a:lnTo>
                  <a:lnTo>
                    <a:pt x="62" y="114"/>
                  </a:lnTo>
                  <a:lnTo>
                    <a:pt x="49" y="127"/>
                  </a:lnTo>
                  <a:lnTo>
                    <a:pt x="49" y="127"/>
                  </a:lnTo>
                  <a:lnTo>
                    <a:pt x="39" y="141"/>
                  </a:lnTo>
                  <a:lnTo>
                    <a:pt x="29" y="157"/>
                  </a:lnTo>
                  <a:lnTo>
                    <a:pt x="20" y="172"/>
                  </a:lnTo>
                  <a:lnTo>
                    <a:pt x="15" y="190"/>
                  </a:lnTo>
                  <a:lnTo>
                    <a:pt x="10" y="206"/>
                  </a:lnTo>
                  <a:lnTo>
                    <a:pt x="4" y="224"/>
                  </a:lnTo>
                  <a:lnTo>
                    <a:pt x="2" y="244"/>
                  </a:lnTo>
                  <a:lnTo>
                    <a:pt x="0" y="263"/>
                  </a:lnTo>
                  <a:lnTo>
                    <a:pt x="0" y="263"/>
                  </a:lnTo>
                  <a:lnTo>
                    <a:pt x="2" y="266"/>
                  </a:lnTo>
                  <a:lnTo>
                    <a:pt x="4" y="266"/>
                  </a:lnTo>
                  <a:lnTo>
                    <a:pt x="64" y="266"/>
                  </a:lnTo>
                  <a:lnTo>
                    <a:pt x="64" y="266"/>
                  </a:lnTo>
                  <a:lnTo>
                    <a:pt x="66" y="266"/>
                  </a:lnTo>
                  <a:lnTo>
                    <a:pt x="66" y="266"/>
                  </a:lnTo>
                  <a:lnTo>
                    <a:pt x="66" y="263"/>
                  </a:lnTo>
                  <a:lnTo>
                    <a:pt x="66" y="263"/>
                  </a:lnTo>
                  <a:lnTo>
                    <a:pt x="68" y="250"/>
                  </a:lnTo>
                  <a:lnTo>
                    <a:pt x="69" y="237"/>
                  </a:lnTo>
                  <a:lnTo>
                    <a:pt x="71" y="223"/>
                  </a:lnTo>
                  <a:lnTo>
                    <a:pt x="77" y="212"/>
                  </a:lnTo>
                  <a:lnTo>
                    <a:pt x="80" y="199"/>
                  </a:lnTo>
                  <a:lnTo>
                    <a:pt x="87" y="188"/>
                  </a:lnTo>
                  <a:lnTo>
                    <a:pt x="102" y="166"/>
                  </a:lnTo>
                  <a:lnTo>
                    <a:pt x="102" y="166"/>
                  </a:lnTo>
                  <a:lnTo>
                    <a:pt x="113" y="154"/>
                  </a:lnTo>
                  <a:lnTo>
                    <a:pt x="126" y="145"/>
                  </a:lnTo>
                  <a:lnTo>
                    <a:pt x="138" y="134"/>
                  </a:lnTo>
                  <a:lnTo>
                    <a:pt x="153" y="127"/>
                  </a:lnTo>
                  <a:lnTo>
                    <a:pt x="153" y="127"/>
                  </a:lnTo>
                  <a:lnTo>
                    <a:pt x="167" y="121"/>
                  </a:lnTo>
                  <a:lnTo>
                    <a:pt x="184" y="116"/>
                  </a:lnTo>
                  <a:lnTo>
                    <a:pt x="198" y="114"/>
                  </a:lnTo>
                  <a:lnTo>
                    <a:pt x="216" y="112"/>
                  </a:lnTo>
                  <a:lnTo>
                    <a:pt x="216" y="161"/>
                  </a:lnTo>
                  <a:lnTo>
                    <a:pt x="216" y="161"/>
                  </a:lnTo>
                  <a:lnTo>
                    <a:pt x="218" y="165"/>
                  </a:lnTo>
                  <a:lnTo>
                    <a:pt x="218" y="165"/>
                  </a:lnTo>
                  <a:lnTo>
                    <a:pt x="220" y="165"/>
                  </a:lnTo>
                  <a:lnTo>
                    <a:pt x="300" y="85"/>
                  </a:lnTo>
                  <a:lnTo>
                    <a:pt x="300" y="85"/>
                  </a:lnTo>
                  <a:lnTo>
                    <a:pt x="301" y="83"/>
                  </a:lnTo>
                  <a:lnTo>
                    <a:pt x="300" y="79"/>
                  </a:lnTo>
                  <a:lnTo>
                    <a:pt x="300" y="7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1" name="Group 80"/>
          <p:cNvGrpSpPr/>
          <p:nvPr/>
        </p:nvGrpSpPr>
        <p:grpSpPr>
          <a:xfrm>
            <a:off x="7048811" y="3636560"/>
            <a:ext cx="585623" cy="419384"/>
            <a:chOff x="2566497" y="2332666"/>
            <a:chExt cx="321832" cy="230473"/>
          </a:xfrm>
          <a:solidFill>
            <a:schemeClr val="bg1"/>
          </a:solidFill>
        </p:grpSpPr>
        <p:sp>
          <p:nvSpPr>
            <p:cNvPr id="32" name="Freeform 49"/>
            <p:cNvSpPr>
              <a:spLocks/>
            </p:cNvSpPr>
            <p:nvPr/>
          </p:nvSpPr>
          <p:spPr bwMode="auto">
            <a:xfrm>
              <a:off x="2566497" y="2332666"/>
              <a:ext cx="180641" cy="230473"/>
            </a:xfrm>
            <a:custGeom>
              <a:avLst/>
              <a:gdLst/>
              <a:ahLst/>
              <a:cxnLst>
                <a:cxn ang="0">
                  <a:pos x="160" y="0"/>
                </a:cxn>
                <a:cxn ang="0">
                  <a:pos x="160" y="0"/>
                </a:cxn>
                <a:cxn ang="0">
                  <a:pos x="155" y="1"/>
                </a:cxn>
                <a:cxn ang="0">
                  <a:pos x="151" y="5"/>
                </a:cxn>
                <a:cxn ang="0">
                  <a:pos x="75" y="52"/>
                </a:cxn>
                <a:cxn ang="0">
                  <a:pos x="15" y="52"/>
                </a:cxn>
                <a:cxn ang="0">
                  <a:pos x="15" y="52"/>
                </a:cxn>
                <a:cxn ang="0">
                  <a:pos x="10" y="54"/>
                </a:cxn>
                <a:cxn ang="0">
                  <a:pos x="4" y="58"/>
                </a:cxn>
                <a:cxn ang="0">
                  <a:pos x="4" y="58"/>
                </a:cxn>
                <a:cxn ang="0">
                  <a:pos x="2" y="61"/>
                </a:cxn>
                <a:cxn ang="0">
                  <a:pos x="0" y="67"/>
                </a:cxn>
                <a:cxn ang="0">
                  <a:pos x="0" y="156"/>
                </a:cxn>
                <a:cxn ang="0">
                  <a:pos x="0" y="156"/>
                </a:cxn>
                <a:cxn ang="0">
                  <a:pos x="2" y="161"/>
                </a:cxn>
                <a:cxn ang="0">
                  <a:pos x="4" y="165"/>
                </a:cxn>
                <a:cxn ang="0">
                  <a:pos x="4" y="165"/>
                </a:cxn>
                <a:cxn ang="0">
                  <a:pos x="10" y="168"/>
                </a:cxn>
                <a:cxn ang="0">
                  <a:pos x="15" y="170"/>
                </a:cxn>
                <a:cxn ang="0">
                  <a:pos x="75" y="170"/>
                </a:cxn>
                <a:cxn ang="0">
                  <a:pos x="151" y="217"/>
                </a:cxn>
                <a:cxn ang="0">
                  <a:pos x="151" y="217"/>
                </a:cxn>
                <a:cxn ang="0">
                  <a:pos x="155" y="221"/>
                </a:cxn>
                <a:cxn ang="0">
                  <a:pos x="160" y="223"/>
                </a:cxn>
                <a:cxn ang="0">
                  <a:pos x="160" y="223"/>
                </a:cxn>
                <a:cxn ang="0">
                  <a:pos x="165" y="221"/>
                </a:cxn>
                <a:cxn ang="0">
                  <a:pos x="171" y="217"/>
                </a:cxn>
                <a:cxn ang="0">
                  <a:pos x="171" y="217"/>
                </a:cxn>
                <a:cxn ang="0">
                  <a:pos x="174" y="214"/>
                </a:cxn>
                <a:cxn ang="0">
                  <a:pos x="174" y="208"/>
                </a:cxn>
                <a:cxn ang="0">
                  <a:pos x="174" y="14"/>
                </a:cxn>
                <a:cxn ang="0">
                  <a:pos x="174" y="14"/>
                </a:cxn>
                <a:cxn ang="0">
                  <a:pos x="174" y="9"/>
                </a:cxn>
                <a:cxn ang="0">
                  <a:pos x="171" y="5"/>
                </a:cxn>
                <a:cxn ang="0">
                  <a:pos x="171" y="5"/>
                </a:cxn>
                <a:cxn ang="0">
                  <a:pos x="165" y="1"/>
                </a:cxn>
                <a:cxn ang="0">
                  <a:pos x="160" y="0"/>
                </a:cxn>
                <a:cxn ang="0">
                  <a:pos x="160" y="0"/>
                </a:cxn>
              </a:cxnLst>
              <a:rect l="0" t="0" r="r" b="b"/>
              <a:pathLst>
                <a:path w="174" h="223">
                  <a:moveTo>
                    <a:pt x="160" y="0"/>
                  </a:moveTo>
                  <a:lnTo>
                    <a:pt x="160" y="0"/>
                  </a:lnTo>
                  <a:lnTo>
                    <a:pt x="155" y="1"/>
                  </a:lnTo>
                  <a:lnTo>
                    <a:pt x="151" y="5"/>
                  </a:lnTo>
                  <a:lnTo>
                    <a:pt x="75" y="52"/>
                  </a:lnTo>
                  <a:lnTo>
                    <a:pt x="15" y="52"/>
                  </a:lnTo>
                  <a:lnTo>
                    <a:pt x="15" y="52"/>
                  </a:lnTo>
                  <a:lnTo>
                    <a:pt x="10" y="54"/>
                  </a:lnTo>
                  <a:lnTo>
                    <a:pt x="4" y="58"/>
                  </a:lnTo>
                  <a:lnTo>
                    <a:pt x="4" y="58"/>
                  </a:lnTo>
                  <a:lnTo>
                    <a:pt x="2" y="61"/>
                  </a:lnTo>
                  <a:lnTo>
                    <a:pt x="0" y="67"/>
                  </a:lnTo>
                  <a:lnTo>
                    <a:pt x="0" y="156"/>
                  </a:lnTo>
                  <a:lnTo>
                    <a:pt x="0" y="156"/>
                  </a:lnTo>
                  <a:lnTo>
                    <a:pt x="2" y="161"/>
                  </a:lnTo>
                  <a:lnTo>
                    <a:pt x="4" y="165"/>
                  </a:lnTo>
                  <a:lnTo>
                    <a:pt x="4" y="165"/>
                  </a:lnTo>
                  <a:lnTo>
                    <a:pt x="10" y="168"/>
                  </a:lnTo>
                  <a:lnTo>
                    <a:pt x="15" y="170"/>
                  </a:lnTo>
                  <a:lnTo>
                    <a:pt x="75" y="170"/>
                  </a:lnTo>
                  <a:lnTo>
                    <a:pt x="151" y="217"/>
                  </a:lnTo>
                  <a:lnTo>
                    <a:pt x="151" y="217"/>
                  </a:lnTo>
                  <a:lnTo>
                    <a:pt x="155" y="221"/>
                  </a:lnTo>
                  <a:lnTo>
                    <a:pt x="160" y="223"/>
                  </a:lnTo>
                  <a:lnTo>
                    <a:pt x="160" y="223"/>
                  </a:lnTo>
                  <a:lnTo>
                    <a:pt x="165" y="221"/>
                  </a:lnTo>
                  <a:lnTo>
                    <a:pt x="171" y="217"/>
                  </a:lnTo>
                  <a:lnTo>
                    <a:pt x="171" y="217"/>
                  </a:lnTo>
                  <a:lnTo>
                    <a:pt x="174" y="214"/>
                  </a:lnTo>
                  <a:lnTo>
                    <a:pt x="174" y="208"/>
                  </a:lnTo>
                  <a:lnTo>
                    <a:pt x="174" y="14"/>
                  </a:lnTo>
                  <a:lnTo>
                    <a:pt x="174" y="14"/>
                  </a:lnTo>
                  <a:lnTo>
                    <a:pt x="174" y="9"/>
                  </a:lnTo>
                  <a:lnTo>
                    <a:pt x="171" y="5"/>
                  </a:lnTo>
                  <a:lnTo>
                    <a:pt x="171" y="5"/>
                  </a:lnTo>
                  <a:lnTo>
                    <a:pt x="165" y="1"/>
                  </a:lnTo>
                  <a:lnTo>
                    <a:pt x="160" y="0"/>
                  </a:lnTo>
                  <a:lnTo>
                    <a:pt x="16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 name="Freeform 50"/>
            <p:cNvSpPr>
              <a:spLocks/>
            </p:cNvSpPr>
            <p:nvPr/>
          </p:nvSpPr>
          <p:spPr bwMode="auto">
            <a:xfrm>
              <a:off x="2769977" y="2390804"/>
              <a:ext cx="58137" cy="114199"/>
            </a:xfrm>
            <a:custGeom>
              <a:avLst/>
              <a:gdLst/>
              <a:ahLst/>
              <a:cxnLst>
                <a:cxn ang="0">
                  <a:pos x="46" y="87"/>
                </a:cxn>
                <a:cxn ang="0">
                  <a:pos x="53" y="72"/>
                </a:cxn>
                <a:cxn ang="0">
                  <a:pos x="56" y="56"/>
                </a:cxn>
                <a:cxn ang="0">
                  <a:pos x="55" y="47"/>
                </a:cxn>
                <a:cxn ang="0">
                  <a:pos x="51" y="31"/>
                </a:cxn>
                <a:cxn ang="0">
                  <a:pos x="46" y="23"/>
                </a:cxn>
                <a:cxn ang="0">
                  <a:pos x="35" y="11"/>
                </a:cxn>
                <a:cxn ang="0">
                  <a:pos x="20" y="2"/>
                </a:cxn>
                <a:cxn ang="0">
                  <a:pos x="15" y="0"/>
                </a:cxn>
                <a:cxn ang="0">
                  <a:pos x="9" y="2"/>
                </a:cxn>
                <a:cxn ang="0">
                  <a:pos x="4" y="5"/>
                </a:cxn>
                <a:cxn ang="0">
                  <a:pos x="0" y="14"/>
                </a:cxn>
                <a:cxn ang="0">
                  <a:pos x="0" y="20"/>
                </a:cxn>
                <a:cxn ang="0">
                  <a:pos x="2" y="23"/>
                </a:cxn>
                <a:cxn ang="0">
                  <a:pos x="9" y="29"/>
                </a:cxn>
                <a:cxn ang="0">
                  <a:pos x="17" y="34"/>
                </a:cxn>
                <a:cxn ang="0">
                  <a:pos x="24" y="42"/>
                </a:cxn>
                <a:cxn ang="0">
                  <a:pos x="26" y="49"/>
                </a:cxn>
                <a:cxn ang="0">
                  <a:pos x="27" y="56"/>
                </a:cxn>
                <a:cxn ang="0">
                  <a:pos x="24" y="69"/>
                </a:cxn>
                <a:cxn ang="0">
                  <a:pos x="20" y="72"/>
                </a:cxn>
                <a:cxn ang="0">
                  <a:pos x="17" y="76"/>
                </a:cxn>
                <a:cxn ang="0">
                  <a:pos x="9" y="81"/>
                </a:cxn>
                <a:cxn ang="0">
                  <a:pos x="2" y="87"/>
                </a:cxn>
                <a:cxn ang="0">
                  <a:pos x="0" y="96"/>
                </a:cxn>
                <a:cxn ang="0">
                  <a:pos x="2" y="101"/>
                </a:cxn>
                <a:cxn ang="0">
                  <a:pos x="4" y="105"/>
                </a:cxn>
                <a:cxn ang="0">
                  <a:pos x="15" y="110"/>
                </a:cxn>
                <a:cxn ang="0">
                  <a:pos x="20" y="109"/>
                </a:cxn>
                <a:cxn ang="0">
                  <a:pos x="27" y="105"/>
                </a:cxn>
                <a:cxn ang="0">
                  <a:pos x="40" y="94"/>
                </a:cxn>
                <a:cxn ang="0">
                  <a:pos x="46" y="87"/>
                </a:cxn>
              </a:cxnLst>
              <a:rect l="0" t="0" r="r" b="b"/>
              <a:pathLst>
                <a:path w="56" h="110">
                  <a:moveTo>
                    <a:pt x="46" y="87"/>
                  </a:moveTo>
                  <a:lnTo>
                    <a:pt x="46" y="87"/>
                  </a:lnTo>
                  <a:lnTo>
                    <a:pt x="51" y="80"/>
                  </a:lnTo>
                  <a:lnTo>
                    <a:pt x="53" y="72"/>
                  </a:lnTo>
                  <a:lnTo>
                    <a:pt x="55" y="63"/>
                  </a:lnTo>
                  <a:lnTo>
                    <a:pt x="56" y="56"/>
                  </a:lnTo>
                  <a:lnTo>
                    <a:pt x="56" y="56"/>
                  </a:lnTo>
                  <a:lnTo>
                    <a:pt x="55" y="47"/>
                  </a:lnTo>
                  <a:lnTo>
                    <a:pt x="53" y="38"/>
                  </a:lnTo>
                  <a:lnTo>
                    <a:pt x="51" y="31"/>
                  </a:lnTo>
                  <a:lnTo>
                    <a:pt x="46" y="23"/>
                  </a:lnTo>
                  <a:lnTo>
                    <a:pt x="46" y="23"/>
                  </a:lnTo>
                  <a:lnTo>
                    <a:pt x="40" y="16"/>
                  </a:lnTo>
                  <a:lnTo>
                    <a:pt x="35" y="11"/>
                  </a:lnTo>
                  <a:lnTo>
                    <a:pt x="27" y="5"/>
                  </a:lnTo>
                  <a:lnTo>
                    <a:pt x="20" y="2"/>
                  </a:lnTo>
                  <a:lnTo>
                    <a:pt x="20" y="2"/>
                  </a:lnTo>
                  <a:lnTo>
                    <a:pt x="15" y="0"/>
                  </a:lnTo>
                  <a:lnTo>
                    <a:pt x="15" y="0"/>
                  </a:lnTo>
                  <a:lnTo>
                    <a:pt x="9" y="2"/>
                  </a:lnTo>
                  <a:lnTo>
                    <a:pt x="4" y="5"/>
                  </a:lnTo>
                  <a:lnTo>
                    <a:pt x="4" y="5"/>
                  </a:lnTo>
                  <a:lnTo>
                    <a:pt x="2" y="9"/>
                  </a:lnTo>
                  <a:lnTo>
                    <a:pt x="0" y="14"/>
                  </a:lnTo>
                  <a:lnTo>
                    <a:pt x="0" y="14"/>
                  </a:lnTo>
                  <a:lnTo>
                    <a:pt x="0" y="20"/>
                  </a:lnTo>
                  <a:lnTo>
                    <a:pt x="2" y="23"/>
                  </a:lnTo>
                  <a:lnTo>
                    <a:pt x="2" y="23"/>
                  </a:lnTo>
                  <a:lnTo>
                    <a:pt x="9" y="29"/>
                  </a:lnTo>
                  <a:lnTo>
                    <a:pt x="9" y="29"/>
                  </a:lnTo>
                  <a:lnTo>
                    <a:pt x="17" y="34"/>
                  </a:lnTo>
                  <a:lnTo>
                    <a:pt x="17" y="34"/>
                  </a:lnTo>
                  <a:lnTo>
                    <a:pt x="20" y="38"/>
                  </a:lnTo>
                  <a:lnTo>
                    <a:pt x="24" y="42"/>
                  </a:lnTo>
                  <a:lnTo>
                    <a:pt x="24" y="42"/>
                  </a:lnTo>
                  <a:lnTo>
                    <a:pt x="26" y="49"/>
                  </a:lnTo>
                  <a:lnTo>
                    <a:pt x="27" y="56"/>
                  </a:lnTo>
                  <a:lnTo>
                    <a:pt x="27" y="56"/>
                  </a:lnTo>
                  <a:lnTo>
                    <a:pt x="26" y="62"/>
                  </a:lnTo>
                  <a:lnTo>
                    <a:pt x="24" y="69"/>
                  </a:lnTo>
                  <a:lnTo>
                    <a:pt x="24" y="69"/>
                  </a:lnTo>
                  <a:lnTo>
                    <a:pt x="20" y="72"/>
                  </a:lnTo>
                  <a:lnTo>
                    <a:pt x="17" y="76"/>
                  </a:lnTo>
                  <a:lnTo>
                    <a:pt x="17" y="76"/>
                  </a:lnTo>
                  <a:lnTo>
                    <a:pt x="9" y="81"/>
                  </a:lnTo>
                  <a:lnTo>
                    <a:pt x="9" y="81"/>
                  </a:lnTo>
                  <a:lnTo>
                    <a:pt x="2" y="87"/>
                  </a:lnTo>
                  <a:lnTo>
                    <a:pt x="2" y="87"/>
                  </a:lnTo>
                  <a:lnTo>
                    <a:pt x="0" y="91"/>
                  </a:lnTo>
                  <a:lnTo>
                    <a:pt x="0" y="96"/>
                  </a:lnTo>
                  <a:lnTo>
                    <a:pt x="0" y="96"/>
                  </a:lnTo>
                  <a:lnTo>
                    <a:pt x="2" y="101"/>
                  </a:lnTo>
                  <a:lnTo>
                    <a:pt x="4" y="105"/>
                  </a:lnTo>
                  <a:lnTo>
                    <a:pt x="4" y="105"/>
                  </a:lnTo>
                  <a:lnTo>
                    <a:pt x="9" y="109"/>
                  </a:lnTo>
                  <a:lnTo>
                    <a:pt x="15" y="110"/>
                  </a:lnTo>
                  <a:lnTo>
                    <a:pt x="15" y="110"/>
                  </a:lnTo>
                  <a:lnTo>
                    <a:pt x="20" y="109"/>
                  </a:lnTo>
                  <a:lnTo>
                    <a:pt x="20" y="109"/>
                  </a:lnTo>
                  <a:lnTo>
                    <a:pt x="27" y="105"/>
                  </a:lnTo>
                  <a:lnTo>
                    <a:pt x="35" y="100"/>
                  </a:lnTo>
                  <a:lnTo>
                    <a:pt x="40" y="94"/>
                  </a:lnTo>
                  <a:lnTo>
                    <a:pt x="46" y="87"/>
                  </a:lnTo>
                  <a:lnTo>
                    <a:pt x="46" y="8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 name="Freeform 51"/>
            <p:cNvSpPr>
              <a:spLocks/>
            </p:cNvSpPr>
            <p:nvPr/>
          </p:nvSpPr>
          <p:spPr bwMode="auto">
            <a:xfrm>
              <a:off x="2794893" y="2336819"/>
              <a:ext cx="93436" cy="224244"/>
            </a:xfrm>
            <a:custGeom>
              <a:avLst/>
              <a:gdLst/>
              <a:ahLst/>
              <a:cxnLst>
                <a:cxn ang="0">
                  <a:pos x="20" y="2"/>
                </a:cxn>
                <a:cxn ang="0">
                  <a:pos x="14" y="0"/>
                </a:cxn>
                <a:cxn ang="0">
                  <a:pos x="3" y="4"/>
                </a:cxn>
                <a:cxn ang="0">
                  <a:pos x="0" y="9"/>
                </a:cxn>
                <a:cxn ang="0">
                  <a:pos x="0" y="15"/>
                </a:cxn>
                <a:cxn ang="0">
                  <a:pos x="2" y="22"/>
                </a:cxn>
                <a:cxn ang="0">
                  <a:pos x="7" y="27"/>
                </a:cxn>
                <a:cxn ang="0">
                  <a:pos x="25" y="38"/>
                </a:cxn>
                <a:cxn ang="0">
                  <a:pos x="32" y="44"/>
                </a:cxn>
                <a:cxn ang="0">
                  <a:pos x="47" y="60"/>
                </a:cxn>
                <a:cxn ang="0">
                  <a:pos x="51" y="69"/>
                </a:cxn>
                <a:cxn ang="0">
                  <a:pos x="58" y="87"/>
                </a:cxn>
                <a:cxn ang="0">
                  <a:pos x="61" y="109"/>
                </a:cxn>
                <a:cxn ang="0">
                  <a:pos x="60" y="118"/>
                </a:cxn>
                <a:cxn ang="0">
                  <a:pos x="56" y="138"/>
                </a:cxn>
                <a:cxn ang="0">
                  <a:pos x="51" y="147"/>
                </a:cxn>
                <a:cxn ang="0">
                  <a:pos x="40" y="165"/>
                </a:cxn>
                <a:cxn ang="0">
                  <a:pos x="25" y="178"/>
                </a:cxn>
                <a:cxn ang="0">
                  <a:pos x="7" y="189"/>
                </a:cxn>
                <a:cxn ang="0">
                  <a:pos x="3" y="191"/>
                </a:cxn>
                <a:cxn ang="0">
                  <a:pos x="0" y="198"/>
                </a:cxn>
                <a:cxn ang="0">
                  <a:pos x="0" y="202"/>
                </a:cxn>
                <a:cxn ang="0">
                  <a:pos x="3" y="212"/>
                </a:cxn>
                <a:cxn ang="0">
                  <a:pos x="9" y="216"/>
                </a:cxn>
                <a:cxn ang="0">
                  <a:pos x="14" y="216"/>
                </a:cxn>
                <a:cxn ang="0">
                  <a:pos x="20" y="214"/>
                </a:cxn>
                <a:cxn ang="0">
                  <a:pos x="49" y="198"/>
                </a:cxn>
                <a:cxn ang="0">
                  <a:pos x="71" y="173"/>
                </a:cxn>
                <a:cxn ang="0">
                  <a:pos x="80" y="158"/>
                </a:cxn>
                <a:cxn ang="0">
                  <a:pos x="89" y="125"/>
                </a:cxn>
                <a:cxn ang="0">
                  <a:pos x="90" y="109"/>
                </a:cxn>
                <a:cxn ang="0">
                  <a:pos x="85" y="75"/>
                </a:cxn>
                <a:cxn ang="0">
                  <a:pos x="71" y="44"/>
                </a:cxn>
                <a:cxn ang="0">
                  <a:pos x="60" y="31"/>
                </a:cxn>
                <a:cxn ang="0">
                  <a:pos x="34" y="9"/>
                </a:cxn>
                <a:cxn ang="0">
                  <a:pos x="20" y="2"/>
                </a:cxn>
              </a:cxnLst>
              <a:rect l="0" t="0" r="r" b="b"/>
              <a:pathLst>
                <a:path w="90" h="216">
                  <a:moveTo>
                    <a:pt x="20" y="2"/>
                  </a:moveTo>
                  <a:lnTo>
                    <a:pt x="20" y="2"/>
                  </a:lnTo>
                  <a:lnTo>
                    <a:pt x="14" y="0"/>
                  </a:lnTo>
                  <a:lnTo>
                    <a:pt x="14" y="0"/>
                  </a:lnTo>
                  <a:lnTo>
                    <a:pt x="7" y="2"/>
                  </a:lnTo>
                  <a:lnTo>
                    <a:pt x="3" y="4"/>
                  </a:lnTo>
                  <a:lnTo>
                    <a:pt x="3" y="4"/>
                  </a:lnTo>
                  <a:lnTo>
                    <a:pt x="0" y="9"/>
                  </a:lnTo>
                  <a:lnTo>
                    <a:pt x="0" y="15"/>
                  </a:lnTo>
                  <a:lnTo>
                    <a:pt x="0" y="15"/>
                  </a:lnTo>
                  <a:lnTo>
                    <a:pt x="0" y="18"/>
                  </a:lnTo>
                  <a:lnTo>
                    <a:pt x="2" y="22"/>
                  </a:lnTo>
                  <a:lnTo>
                    <a:pt x="3" y="26"/>
                  </a:lnTo>
                  <a:lnTo>
                    <a:pt x="7" y="27"/>
                  </a:lnTo>
                  <a:lnTo>
                    <a:pt x="7" y="27"/>
                  </a:lnTo>
                  <a:lnTo>
                    <a:pt x="25" y="38"/>
                  </a:lnTo>
                  <a:lnTo>
                    <a:pt x="25" y="38"/>
                  </a:lnTo>
                  <a:lnTo>
                    <a:pt x="32" y="44"/>
                  </a:lnTo>
                  <a:lnTo>
                    <a:pt x="40" y="51"/>
                  </a:lnTo>
                  <a:lnTo>
                    <a:pt x="47" y="60"/>
                  </a:lnTo>
                  <a:lnTo>
                    <a:pt x="51" y="69"/>
                  </a:lnTo>
                  <a:lnTo>
                    <a:pt x="51" y="69"/>
                  </a:lnTo>
                  <a:lnTo>
                    <a:pt x="56" y="78"/>
                  </a:lnTo>
                  <a:lnTo>
                    <a:pt x="58" y="87"/>
                  </a:lnTo>
                  <a:lnTo>
                    <a:pt x="60" y="98"/>
                  </a:lnTo>
                  <a:lnTo>
                    <a:pt x="61" y="109"/>
                  </a:lnTo>
                  <a:lnTo>
                    <a:pt x="61" y="109"/>
                  </a:lnTo>
                  <a:lnTo>
                    <a:pt x="60" y="118"/>
                  </a:lnTo>
                  <a:lnTo>
                    <a:pt x="58" y="129"/>
                  </a:lnTo>
                  <a:lnTo>
                    <a:pt x="56" y="138"/>
                  </a:lnTo>
                  <a:lnTo>
                    <a:pt x="51" y="147"/>
                  </a:lnTo>
                  <a:lnTo>
                    <a:pt x="51" y="147"/>
                  </a:lnTo>
                  <a:lnTo>
                    <a:pt x="47" y="156"/>
                  </a:lnTo>
                  <a:lnTo>
                    <a:pt x="40" y="165"/>
                  </a:lnTo>
                  <a:lnTo>
                    <a:pt x="32" y="173"/>
                  </a:lnTo>
                  <a:lnTo>
                    <a:pt x="25" y="178"/>
                  </a:lnTo>
                  <a:lnTo>
                    <a:pt x="25" y="178"/>
                  </a:lnTo>
                  <a:lnTo>
                    <a:pt x="7" y="189"/>
                  </a:lnTo>
                  <a:lnTo>
                    <a:pt x="7" y="189"/>
                  </a:lnTo>
                  <a:lnTo>
                    <a:pt x="3" y="191"/>
                  </a:lnTo>
                  <a:lnTo>
                    <a:pt x="2" y="194"/>
                  </a:lnTo>
                  <a:lnTo>
                    <a:pt x="0" y="198"/>
                  </a:lnTo>
                  <a:lnTo>
                    <a:pt x="0" y="202"/>
                  </a:lnTo>
                  <a:lnTo>
                    <a:pt x="0" y="202"/>
                  </a:lnTo>
                  <a:lnTo>
                    <a:pt x="0" y="207"/>
                  </a:lnTo>
                  <a:lnTo>
                    <a:pt x="3" y="212"/>
                  </a:lnTo>
                  <a:lnTo>
                    <a:pt x="3" y="212"/>
                  </a:lnTo>
                  <a:lnTo>
                    <a:pt x="9" y="216"/>
                  </a:lnTo>
                  <a:lnTo>
                    <a:pt x="14" y="216"/>
                  </a:lnTo>
                  <a:lnTo>
                    <a:pt x="14" y="216"/>
                  </a:lnTo>
                  <a:lnTo>
                    <a:pt x="20" y="214"/>
                  </a:lnTo>
                  <a:lnTo>
                    <a:pt x="20" y="214"/>
                  </a:lnTo>
                  <a:lnTo>
                    <a:pt x="34" y="207"/>
                  </a:lnTo>
                  <a:lnTo>
                    <a:pt x="49" y="198"/>
                  </a:lnTo>
                  <a:lnTo>
                    <a:pt x="60" y="185"/>
                  </a:lnTo>
                  <a:lnTo>
                    <a:pt x="71" y="173"/>
                  </a:lnTo>
                  <a:lnTo>
                    <a:pt x="71" y="173"/>
                  </a:lnTo>
                  <a:lnTo>
                    <a:pt x="80" y="158"/>
                  </a:lnTo>
                  <a:lnTo>
                    <a:pt x="85" y="142"/>
                  </a:lnTo>
                  <a:lnTo>
                    <a:pt x="89" y="125"/>
                  </a:lnTo>
                  <a:lnTo>
                    <a:pt x="90" y="109"/>
                  </a:lnTo>
                  <a:lnTo>
                    <a:pt x="90" y="109"/>
                  </a:lnTo>
                  <a:lnTo>
                    <a:pt x="89" y="91"/>
                  </a:lnTo>
                  <a:lnTo>
                    <a:pt x="85" y="75"/>
                  </a:lnTo>
                  <a:lnTo>
                    <a:pt x="80" y="58"/>
                  </a:lnTo>
                  <a:lnTo>
                    <a:pt x="71" y="44"/>
                  </a:lnTo>
                  <a:lnTo>
                    <a:pt x="71" y="44"/>
                  </a:lnTo>
                  <a:lnTo>
                    <a:pt x="60" y="31"/>
                  </a:lnTo>
                  <a:lnTo>
                    <a:pt x="49" y="18"/>
                  </a:lnTo>
                  <a:lnTo>
                    <a:pt x="34" y="9"/>
                  </a:lnTo>
                  <a:lnTo>
                    <a:pt x="20" y="2"/>
                  </a:lnTo>
                  <a:lnTo>
                    <a:pt x="20" y="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35" name="Freeform 76"/>
          <p:cNvSpPr>
            <a:spLocks noEditPoints="1"/>
          </p:cNvSpPr>
          <p:nvPr/>
        </p:nvSpPr>
        <p:spPr bwMode="auto">
          <a:xfrm>
            <a:off x="6506547" y="2545274"/>
            <a:ext cx="442520" cy="468966"/>
          </a:xfrm>
          <a:custGeom>
            <a:avLst/>
            <a:gdLst>
              <a:gd name="T0" fmla="*/ 165 w 179"/>
              <a:gd name="T1" fmla="*/ 15 h 189"/>
              <a:gd name="T2" fmla="*/ 163 w 179"/>
              <a:gd name="T3" fmla="*/ 14 h 189"/>
              <a:gd name="T4" fmla="*/ 130 w 179"/>
              <a:gd name="T5" fmla="*/ 0 h 189"/>
              <a:gd name="T6" fmla="*/ 96 w 179"/>
              <a:gd name="T7" fmla="*/ 14 h 189"/>
              <a:gd name="T8" fmla="*/ 82 w 179"/>
              <a:gd name="T9" fmla="*/ 28 h 189"/>
              <a:gd name="T10" fmla="*/ 82 w 179"/>
              <a:gd name="T11" fmla="*/ 49 h 189"/>
              <a:gd name="T12" fmla="*/ 103 w 179"/>
              <a:gd name="T13" fmla="*/ 49 h 189"/>
              <a:gd name="T14" fmla="*/ 117 w 179"/>
              <a:gd name="T15" fmla="*/ 34 h 189"/>
              <a:gd name="T16" fmla="*/ 130 w 179"/>
              <a:gd name="T17" fmla="*/ 29 h 189"/>
              <a:gd name="T18" fmla="*/ 143 w 179"/>
              <a:gd name="T19" fmla="*/ 34 h 189"/>
              <a:gd name="T20" fmla="*/ 144 w 179"/>
              <a:gd name="T21" fmla="*/ 36 h 189"/>
              <a:gd name="T22" fmla="*/ 149 w 179"/>
              <a:gd name="T23" fmla="*/ 49 h 189"/>
              <a:gd name="T24" fmla="*/ 144 w 179"/>
              <a:gd name="T25" fmla="*/ 62 h 189"/>
              <a:gd name="T26" fmla="*/ 110 w 179"/>
              <a:gd name="T27" fmla="*/ 96 h 189"/>
              <a:gd name="T28" fmla="*/ 97 w 179"/>
              <a:gd name="T29" fmla="*/ 101 h 189"/>
              <a:gd name="T30" fmla="*/ 84 w 179"/>
              <a:gd name="T31" fmla="*/ 96 h 189"/>
              <a:gd name="T32" fmla="*/ 83 w 179"/>
              <a:gd name="T33" fmla="*/ 94 h 189"/>
              <a:gd name="T34" fmla="*/ 62 w 179"/>
              <a:gd name="T35" fmla="*/ 115 h 189"/>
              <a:gd name="T36" fmla="*/ 63 w 179"/>
              <a:gd name="T37" fmla="*/ 117 h 189"/>
              <a:gd name="T38" fmla="*/ 97 w 179"/>
              <a:gd name="T39" fmla="*/ 131 h 189"/>
              <a:gd name="T40" fmla="*/ 97 w 179"/>
              <a:gd name="T41" fmla="*/ 131 h 189"/>
              <a:gd name="T42" fmla="*/ 131 w 179"/>
              <a:gd name="T43" fmla="*/ 117 h 189"/>
              <a:gd name="T44" fmla="*/ 165 w 179"/>
              <a:gd name="T45" fmla="*/ 83 h 189"/>
              <a:gd name="T46" fmla="*/ 179 w 179"/>
              <a:gd name="T47" fmla="*/ 49 h 189"/>
              <a:gd name="T48" fmla="*/ 165 w 179"/>
              <a:gd name="T49" fmla="*/ 15 h 189"/>
              <a:gd name="T50" fmla="*/ 77 w 179"/>
              <a:gd name="T51" fmla="*/ 139 h 189"/>
              <a:gd name="T52" fmla="*/ 62 w 179"/>
              <a:gd name="T53" fmla="*/ 154 h 189"/>
              <a:gd name="T54" fmla="*/ 49 w 179"/>
              <a:gd name="T55" fmla="*/ 159 h 189"/>
              <a:gd name="T56" fmla="*/ 36 w 179"/>
              <a:gd name="T57" fmla="*/ 154 h 189"/>
              <a:gd name="T58" fmla="*/ 35 w 179"/>
              <a:gd name="T59" fmla="*/ 153 h 189"/>
              <a:gd name="T60" fmla="*/ 30 w 179"/>
              <a:gd name="T61" fmla="*/ 140 h 189"/>
              <a:gd name="T62" fmla="*/ 35 w 179"/>
              <a:gd name="T63" fmla="*/ 127 h 189"/>
              <a:gd name="T64" fmla="*/ 69 w 179"/>
              <a:gd name="T65" fmla="*/ 93 h 189"/>
              <a:gd name="T66" fmla="*/ 82 w 179"/>
              <a:gd name="T67" fmla="*/ 87 h 189"/>
              <a:gd name="T68" fmla="*/ 95 w 179"/>
              <a:gd name="T69" fmla="*/ 93 h 189"/>
              <a:gd name="T70" fmla="*/ 96 w 179"/>
              <a:gd name="T71" fmla="*/ 94 h 189"/>
              <a:gd name="T72" fmla="*/ 96 w 179"/>
              <a:gd name="T73" fmla="*/ 94 h 189"/>
              <a:gd name="T74" fmla="*/ 117 w 179"/>
              <a:gd name="T75" fmla="*/ 73 h 189"/>
              <a:gd name="T76" fmla="*/ 116 w 179"/>
              <a:gd name="T77" fmla="*/ 72 h 189"/>
              <a:gd name="T78" fmla="*/ 113 w 179"/>
              <a:gd name="T79" fmla="*/ 69 h 189"/>
              <a:gd name="T80" fmla="*/ 109 w 179"/>
              <a:gd name="T81" fmla="*/ 66 h 189"/>
              <a:gd name="T82" fmla="*/ 82 w 179"/>
              <a:gd name="T83" fmla="*/ 58 h 189"/>
              <a:gd name="T84" fmla="*/ 48 w 179"/>
              <a:gd name="T85" fmla="*/ 72 h 189"/>
              <a:gd name="T86" fmla="*/ 14 w 179"/>
              <a:gd name="T87" fmla="*/ 106 h 189"/>
              <a:gd name="T88" fmla="*/ 0 w 179"/>
              <a:gd name="T89" fmla="*/ 140 h 189"/>
              <a:gd name="T90" fmla="*/ 14 w 179"/>
              <a:gd name="T91" fmla="*/ 173 h 189"/>
              <a:gd name="T92" fmla="*/ 16 w 179"/>
              <a:gd name="T93" fmla="*/ 175 h 189"/>
              <a:gd name="T94" fmla="*/ 49 w 179"/>
              <a:gd name="T95" fmla="*/ 189 h 189"/>
              <a:gd name="T96" fmla="*/ 49 w 179"/>
              <a:gd name="T97" fmla="*/ 189 h 189"/>
              <a:gd name="T98" fmla="*/ 83 w 179"/>
              <a:gd name="T99" fmla="*/ 175 h 189"/>
              <a:gd name="T100" fmla="*/ 98 w 179"/>
              <a:gd name="T101" fmla="*/ 160 h 189"/>
              <a:gd name="T102" fmla="*/ 98 w 179"/>
              <a:gd name="T103" fmla="*/ 139 h 189"/>
              <a:gd name="T104" fmla="*/ 77 w 179"/>
              <a:gd name="T105" fmla="*/ 13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9" h="189">
                <a:moveTo>
                  <a:pt x="165" y="15"/>
                </a:moveTo>
                <a:cubicBezTo>
                  <a:pt x="163" y="14"/>
                  <a:pt x="163" y="14"/>
                  <a:pt x="163" y="14"/>
                </a:cubicBezTo>
                <a:cubicBezTo>
                  <a:pt x="154" y="4"/>
                  <a:pt x="142" y="0"/>
                  <a:pt x="130" y="0"/>
                </a:cubicBezTo>
                <a:cubicBezTo>
                  <a:pt x="117" y="0"/>
                  <a:pt x="105" y="4"/>
                  <a:pt x="96" y="14"/>
                </a:cubicBezTo>
                <a:cubicBezTo>
                  <a:pt x="82" y="28"/>
                  <a:pt x="82" y="28"/>
                  <a:pt x="82" y="28"/>
                </a:cubicBezTo>
                <a:cubicBezTo>
                  <a:pt x="76" y="33"/>
                  <a:pt x="76" y="43"/>
                  <a:pt x="82" y="49"/>
                </a:cubicBezTo>
                <a:cubicBezTo>
                  <a:pt x="88" y="54"/>
                  <a:pt x="97" y="54"/>
                  <a:pt x="103" y="49"/>
                </a:cubicBezTo>
                <a:cubicBezTo>
                  <a:pt x="117" y="34"/>
                  <a:pt x="117" y="34"/>
                  <a:pt x="117" y="34"/>
                </a:cubicBezTo>
                <a:cubicBezTo>
                  <a:pt x="120" y="31"/>
                  <a:pt x="125" y="29"/>
                  <a:pt x="130" y="29"/>
                </a:cubicBezTo>
                <a:cubicBezTo>
                  <a:pt x="134" y="29"/>
                  <a:pt x="139" y="31"/>
                  <a:pt x="143" y="34"/>
                </a:cubicBezTo>
                <a:cubicBezTo>
                  <a:pt x="144" y="36"/>
                  <a:pt x="144" y="36"/>
                  <a:pt x="144" y="36"/>
                </a:cubicBezTo>
                <a:cubicBezTo>
                  <a:pt x="148" y="40"/>
                  <a:pt x="149" y="44"/>
                  <a:pt x="149" y="49"/>
                </a:cubicBezTo>
                <a:cubicBezTo>
                  <a:pt x="149" y="54"/>
                  <a:pt x="148" y="58"/>
                  <a:pt x="144" y="62"/>
                </a:cubicBezTo>
                <a:cubicBezTo>
                  <a:pt x="110" y="96"/>
                  <a:pt x="110" y="96"/>
                  <a:pt x="110" y="96"/>
                </a:cubicBezTo>
                <a:cubicBezTo>
                  <a:pt x="106" y="99"/>
                  <a:pt x="102" y="101"/>
                  <a:pt x="97" y="101"/>
                </a:cubicBezTo>
                <a:cubicBezTo>
                  <a:pt x="92" y="101"/>
                  <a:pt x="88" y="99"/>
                  <a:pt x="84" y="96"/>
                </a:cubicBezTo>
                <a:cubicBezTo>
                  <a:pt x="83" y="94"/>
                  <a:pt x="83" y="94"/>
                  <a:pt x="83" y="94"/>
                </a:cubicBezTo>
                <a:cubicBezTo>
                  <a:pt x="62" y="115"/>
                  <a:pt x="62" y="115"/>
                  <a:pt x="62" y="115"/>
                </a:cubicBezTo>
                <a:cubicBezTo>
                  <a:pt x="63" y="117"/>
                  <a:pt x="63" y="117"/>
                  <a:pt x="63" y="117"/>
                </a:cubicBezTo>
                <a:cubicBezTo>
                  <a:pt x="72" y="126"/>
                  <a:pt x="85" y="131"/>
                  <a:pt x="97" y="131"/>
                </a:cubicBezTo>
                <a:cubicBezTo>
                  <a:pt x="97" y="131"/>
                  <a:pt x="97" y="131"/>
                  <a:pt x="97" y="131"/>
                </a:cubicBezTo>
                <a:cubicBezTo>
                  <a:pt x="109" y="131"/>
                  <a:pt x="121" y="126"/>
                  <a:pt x="131" y="117"/>
                </a:cubicBezTo>
                <a:cubicBezTo>
                  <a:pt x="165" y="83"/>
                  <a:pt x="165" y="83"/>
                  <a:pt x="165" y="83"/>
                </a:cubicBezTo>
                <a:cubicBezTo>
                  <a:pt x="174" y="73"/>
                  <a:pt x="179" y="61"/>
                  <a:pt x="179" y="49"/>
                </a:cubicBezTo>
                <a:cubicBezTo>
                  <a:pt x="179" y="37"/>
                  <a:pt x="174" y="24"/>
                  <a:pt x="165" y="15"/>
                </a:cubicBezTo>
                <a:close/>
                <a:moveTo>
                  <a:pt x="77" y="139"/>
                </a:moveTo>
                <a:cubicBezTo>
                  <a:pt x="62" y="154"/>
                  <a:pt x="62" y="154"/>
                  <a:pt x="62" y="154"/>
                </a:cubicBezTo>
                <a:cubicBezTo>
                  <a:pt x="59" y="158"/>
                  <a:pt x="54" y="159"/>
                  <a:pt x="49" y="159"/>
                </a:cubicBezTo>
                <a:cubicBezTo>
                  <a:pt x="45" y="159"/>
                  <a:pt x="40" y="158"/>
                  <a:pt x="36" y="154"/>
                </a:cubicBezTo>
                <a:cubicBezTo>
                  <a:pt x="35" y="153"/>
                  <a:pt x="35" y="153"/>
                  <a:pt x="35" y="153"/>
                </a:cubicBezTo>
                <a:cubicBezTo>
                  <a:pt x="31" y="149"/>
                  <a:pt x="30" y="144"/>
                  <a:pt x="30" y="140"/>
                </a:cubicBezTo>
                <a:cubicBezTo>
                  <a:pt x="30" y="135"/>
                  <a:pt x="31" y="130"/>
                  <a:pt x="35" y="127"/>
                </a:cubicBezTo>
                <a:cubicBezTo>
                  <a:pt x="69" y="93"/>
                  <a:pt x="69" y="93"/>
                  <a:pt x="69" y="93"/>
                </a:cubicBezTo>
                <a:cubicBezTo>
                  <a:pt x="73" y="89"/>
                  <a:pt x="77" y="87"/>
                  <a:pt x="82" y="87"/>
                </a:cubicBezTo>
                <a:cubicBezTo>
                  <a:pt x="87" y="87"/>
                  <a:pt x="91" y="89"/>
                  <a:pt x="95" y="93"/>
                </a:cubicBezTo>
                <a:cubicBezTo>
                  <a:pt x="96" y="94"/>
                  <a:pt x="96" y="94"/>
                  <a:pt x="96" y="94"/>
                </a:cubicBezTo>
                <a:cubicBezTo>
                  <a:pt x="96" y="94"/>
                  <a:pt x="96" y="94"/>
                  <a:pt x="96" y="94"/>
                </a:cubicBezTo>
                <a:cubicBezTo>
                  <a:pt x="117" y="73"/>
                  <a:pt x="117" y="73"/>
                  <a:pt x="117" y="73"/>
                </a:cubicBezTo>
                <a:cubicBezTo>
                  <a:pt x="116" y="72"/>
                  <a:pt x="116" y="72"/>
                  <a:pt x="116" y="72"/>
                </a:cubicBezTo>
                <a:cubicBezTo>
                  <a:pt x="113" y="69"/>
                  <a:pt x="113" y="69"/>
                  <a:pt x="113" y="69"/>
                </a:cubicBezTo>
                <a:cubicBezTo>
                  <a:pt x="112" y="68"/>
                  <a:pt x="111" y="67"/>
                  <a:pt x="109" y="66"/>
                </a:cubicBezTo>
                <a:cubicBezTo>
                  <a:pt x="101" y="61"/>
                  <a:pt x="92" y="58"/>
                  <a:pt x="82" y="58"/>
                </a:cubicBezTo>
                <a:cubicBezTo>
                  <a:pt x="70" y="58"/>
                  <a:pt x="58" y="62"/>
                  <a:pt x="48" y="72"/>
                </a:cubicBezTo>
                <a:cubicBezTo>
                  <a:pt x="14" y="106"/>
                  <a:pt x="14" y="106"/>
                  <a:pt x="14" y="106"/>
                </a:cubicBezTo>
                <a:cubicBezTo>
                  <a:pt x="5" y="115"/>
                  <a:pt x="0" y="128"/>
                  <a:pt x="0" y="140"/>
                </a:cubicBezTo>
                <a:cubicBezTo>
                  <a:pt x="0" y="152"/>
                  <a:pt x="5" y="164"/>
                  <a:pt x="14" y="173"/>
                </a:cubicBezTo>
                <a:cubicBezTo>
                  <a:pt x="16" y="175"/>
                  <a:pt x="16" y="175"/>
                  <a:pt x="16" y="175"/>
                </a:cubicBezTo>
                <a:cubicBezTo>
                  <a:pt x="25" y="184"/>
                  <a:pt x="37" y="189"/>
                  <a:pt x="49" y="189"/>
                </a:cubicBezTo>
                <a:cubicBezTo>
                  <a:pt x="49" y="189"/>
                  <a:pt x="49" y="189"/>
                  <a:pt x="49" y="189"/>
                </a:cubicBezTo>
                <a:cubicBezTo>
                  <a:pt x="61" y="189"/>
                  <a:pt x="74" y="184"/>
                  <a:pt x="83" y="175"/>
                </a:cubicBezTo>
                <a:cubicBezTo>
                  <a:pt x="98" y="160"/>
                  <a:pt x="98" y="160"/>
                  <a:pt x="98" y="160"/>
                </a:cubicBezTo>
                <a:cubicBezTo>
                  <a:pt x="104" y="154"/>
                  <a:pt x="104" y="145"/>
                  <a:pt x="98" y="139"/>
                </a:cubicBezTo>
                <a:cubicBezTo>
                  <a:pt x="92" y="134"/>
                  <a:pt x="83" y="134"/>
                  <a:pt x="77" y="139"/>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6" name="Freeform 143"/>
          <p:cNvSpPr>
            <a:spLocks noEditPoints="1"/>
          </p:cNvSpPr>
          <p:nvPr/>
        </p:nvSpPr>
        <p:spPr bwMode="auto">
          <a:xfrm>
            <a:off x="5283305" y="4621462"/>
            <a:ext cx="464879" cy="475268"/>
          </a:xfrm>
          <a:custGeom>
            <a:avLst/>
            <a:gdLst>
              <a:gd name="T0" fmla="*/ 203 w 360"/>
              <a:gd name="T1" fmla="*/ 271 h 368"/>
              <a:gd name="T2" fmla="*/ 261 w 360"/>
              <a:gd name="T3" fmla="*/ 202 h 368"/>
              <a:gd name="T4" fmla="*/ 360 w 360"/>
              <a:gd name="T5" fmla="*/ 51 h 368"/>
              <a:gd name="T6" fmla="*/ 346 w 360"/>
              <a:gd name="T7" fmla="*/ 37 h 368"/>
              <a:gd name="T8" fmla="*/ 277 w 360"/>
              <a:gd name="T9" fmla="*/ 37 h 368"/>
              <a:gd name="T10" fmla="*/ 180 w 360"/>
              <a:gd name="T11" fmla="*/ 0 h 368"/>
              <a:gd name="T12" fmla="*/ 83 w 360"/>
              <a:gd name="T13" fmla="*/ 37 h 368"/>
              <a:gd name="T14" fmla="*/ 14 w 360"/>
              <a:gd name="T15" fmla="*/ 37 h 368"/>
              <a:gd name="T16" fmla="*/ 0 w 360"/>
              <a:gd name="T17" fmla="*/ 51 h 368"/>
              <a:gd name="T18" fmla="*/ 98 w 360"/>
              <a:gd name="T19" fmla="*/ 202 h 368"/>
              <a:gd name="T20" fmla="*/ 156 w 360"/>
              <a:gd name="T21" fmla="*/ 271 h 368"/>
              <a:gd name="T22" fmla="*/ 156 w 360"/>
              <a:gd name="T23" fmla="*/ 297 h 368"/>
              <a:gd name="T24" fmla="*/ 91 w 360"/>
              <a:gd name="T25" fmla="*/ 332 h 368"/>
              <a:gd name="T26" fmla="*/ 180 w 360"/>
              <a:gd name="T27" fmla="*/ 368 h 368"/>
              <a:gd name="T28" fmla="*/ 269 w 360"/>
              <a:gd name="T29" fmla="*/ 332 h 368"/>
              <a:gd name="T30" fmla="*/ 203 w 360"/>
              <a:gd name="T31" fmla="*/ 297 h 368"/>
              <a:gd name="T32" fmla="*/ 203 w 360"/>
              <a:gd name="T33" fmla="*/ 271 h 368"/>
              <a:gd name="T34" fmla="*/ 259 w 360"/>
              <a:gd name="T35" fmla="*/ 170 h 368"/>
              <a:gd name="T36" fmla="*/ 281 w 360"/>
              <a:gd name="T37" fmla="*/ 65 h 368"/>
              <a:gd name="T38" fmla="*/ 331 w 360"/>
              <a:gd name="T39" fmla="*/ 65 h 368"/>
              <a:gd name="T40" fmla="*/ 259 w 360"/>
              <a:gd name="T41" fmla="*/ 170 h 368"/>
              <a:gd name="T42" fmla="*/ 180 w 360"/>
              <a:gd name="T43" fmla="*/ 24 h 368"/>
              <a:gd name="T44" fmla="*/ 256 w 360"/>
              <a:gd name="T45" fmla="*/ 55 h 368"/>
              <a:gd name="T46" fmla="*/ 180 w 360"/>
              <a:gd name="T47" fmla="*/ 86 h 368"/>
              <a:gd name="T48" fmla="*/ 104 w 360"/>
              <a:gd name="T49" fmla="*/ 55 h 368"/>
              <a:gd name="T50" fmla="*/ 180 w 360"/>
              <a:gd name="T51" fmla="*/ 24 h 368"/>
              <a:gd name="T52" fmla="*/ 29 w 360"/>
              <a:gd name="T53" fmla="*/ 65 h 368"/>
              <a:gd name="T54" fmla="*/ 79 w 360"/>
              <a:gd name="T55" fmla="*/ 65 h 368"/>
              <a:gd name="T56" fmla="*/ 101 w 360"/>
              <a:gd name="T57" fmla="*/ 170 h 368"/>
              <a:gd name="T58" fmla="*/ 29 w 360"/>
              <a:gd name="T59" fmla="*/ 65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60" h="368">
                <a:moveTo>
                  <a:pt x="203" y="271"/>
                </a:moveTo>
                <a:cubicBezTo>
                  <a:pt x="203" y="242"/>
                  <a:pt x="225" y="226"/>
                  <a:pt x="261" y="202"/>
                </a:cubicBezTo>
                <a:cubicBezTo>
                  <a:pt x="305" y="173"/>
                  <a:pt x="360" y="137"/>
                  <a:pt x="360" y="51"/>
                </a:cubicBezTo>
                <a:cubicBezTo>
                  <a:pt x="360" y="43"/>
                  <a:pt x="353" y="37"/>
                  <a:pt x="346" y="37"/>
                </a:cubicBezTo>
                <a:cubicBezTo>
                  <a:pt x="277" y="37"/>
                  <a:pt x="277" y="37"/>
                  <a:pt x="277" y="37"/>
                </a:cubicBezTo>
                <a:cubicBezTo>
                  <a:pt x="267" y="19"/>
                  <a:pt x="238" y="0"/>
                  <a:pt x="180" y="0"/>
                </a:cubicBezTo>
                <a:cubicBezTo>
                  <a:pt x="121" y="0"/>
                  <a:pt x="92" y="19"/>
                  <a:pt x="83" y="37"/>
                </a:cubicBezTo>
                <a:cubicBezTo>
                  <a:pt x="14" y="37"/>
                  <a:pt x="14" y="37"/>
                  <a:pt x="14" y="37"/>
                </a:cubicBezTo>
                <a:cubicBezTo>
                  <a:pt x="6" y="37"/>
                  <a:pt x="0" y="43"/>
                  <a:pt x="0" y="51"/>
                </a:cubicBezTo>
                <a:cubicBezTo>
                  <a:pt x="0" y="137"/>
                  <a:pt x="54" y="173"/>
                  <a:pt x="98" y="202"/>
                </a:cubicBezTo>
                <a:cubicBezTo>
                  <a:pt x="134" y="226"/>
                  <a:pt x="156" y="242"/>
                  <a:pt x="156" y="271"/>
                </a:cubicBezTo>
                <a:cubicBezTo>
                  <a:pt x="156" y="297"/>
                  <a:pt x="156" y="297"/>
                  <a:pt x="156" y="297"/>
                </a:cubicBezTo>
                <a:cubicBezTo>
                  <a:pt x="118" y="301"/>
                  <a:pt x="91" y="315"/>
                  <a:pt x="91" y="332"/>
                </a:cubicBezTo>
                <a:cubicBezTo>
                  <a:pt x="91" y="352"/>
                  <a:pt x="131" y="368"/>
                  <a:pt x="180" y="368"/>
                </a:cubicBezTo>
                <a:cubicBezTo>
                  <a:pt x="229" y="368"/>
                  <a:pt x="269" y="352"/>
                  <a:pt x="269" y="332"/>
                </a:cubicBezTo>
                <a:cubicBezTo>
                  <a:pt x="269" y="315"/>
                  <a:pt x="241" y="301"/>
                  <a:pt x="203" y="297"/>
                </a:cubicBezTo>
                <a:lnTo>
                  <a:pt x="203" y="271"/>
                </a:lnTo>
                <a:close/>
                <a:moveTo>
                  <a:pt x="259" y="170"/>
                </a:moveTo>
                <a:cubicBezTo>
                  <a:pt x="270" y="146"/>
                  <a:pt x="279" y="113"/>
                  <a:pt x="281" y="65"/>
                </a:cubicBezTo>
                <a:cubicBezTo>
                  <a:pt x="331" y="65"/>
                  <a:pt x="331" y="65"/>
                  <a:pt x="331" y="65"/>
                </a:cubicBezTo>
                <a:cubicBezTo>
                  <a:pt x="326" y="119"/>
                  <a:pt x="294" y="146"/>
                  <a:pt x="259" y="170"/>
                </a:cubicBezTo>
                <a:close/>
                <a:moveTo>
                  <a:pt x="180" y="24"/>
                </a:moveTo>
                <a:cubicBezTo>
                  <a:pt x="234" y="24"/>
                  <a:pt x="256" y="47"/>
                  <a:pt x="256" y="55"/>
                </a:cubicBezTo>
                <a:cubicBezTo>
                  <a:pt x="256" y="63"/>
                  <a:pt x="234" y="86"/>
                  <a:pt x="180" y="86"/>
                </a:cubicBezTo>
                <a:cubicBezTo>
                  <a:pt x="125" y="86"/>
                  <a:pt x="104" y="63"/>
                  <a:pt x="104" y="55"/>
                </a:cubicBezTo>
                <a:cubicBezTo>
                  <a:pt x="104" y="47"/>
                  <a:pt x="125" y="24"/>
                  <a:pt x="180" y="24"/>
                </a:cubicBezTo>
                <a:close/>
                <a:moveTo>
                  <a:pt x="29" y="65"/>
                </a:moveTo>
                <a:cubicBezTo>
                  <a:pt x="79" y="65"/>
                  <a:pt x="79" y="65"/>
                  <a:pt x="79" y="65"/>
                </a:cubicBezTo>
                <a:cubicBezTo>
                  <a:pt x="80" y="113"/>
                  <a:pt x="89" y="146"/>
                  <a:pt x="101" y="170"/>
                </a:cubicBezTo>
                <a:cubicBezTo>
                  <a:pt x="66" y="146"/>
                  <a:pt x="33" y="119"/>
                  <a:pt x="29" y="6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37" name="组合 58"/>
          <p:cNvGrpSpPr/>
          <p:nvPr/>
        </p:nvGrpSpPr>
        <p:grpSpPr>
          <a:xfrm>
            <a:off x="978144" y="3346099"/>
            <a:ext cx="2887796" cy="1071063"/>
            <a:chOff x="978144" y="1806842"/>
            <a:chExt cx="2887796" cy="1071063"/>
          </a:xfrm>
        </p:grpSpPr>
        <p:sp>
          <p:nvSpPr>
            <p:cNvPr id="38" name="文本框 37"/>
            <p:cNvSpPr txBox="1"/>
            <p:nvPr/>
          </p:nvSpPr>
          <p:spPr>
            <a:xfrm>
              <a:off x="2342168" y="1806842"/>
              <a:ext cx="1415772" cy="461665"/>
            </a:xfrm>
            <a:prstGeom prst="rect">
              <a:avLst/>
            </a:prstGeom>
            <a:noFill/>
          </p:spPr>
          <p:txBody>
            <a:bodyPr wrap="none" rtlCol="0">
              <a:spAutoFit/>
            </a:bodyPr>
            <a:lstStyle/>
            <a:p>
              <a:pPr algn="r"/>
              <a:r>
                <a:rPr lang="zh-CN" altLang="en-US" sz="2400" b="1" dirty="0">
                  <a:solidFill>
                    <a:srgbClr val="74B329"/>
                  </a:solidFill>
                </a:rPr>
                <a:t>添加标题</a:t>
              </a:r>
            </a:p>
          </p:txBody>
        </p:sp>
        <p:sp>
          <p:nvSpPr>
            <p:cNvPr id="39" name="文本框 38"/>
            <p:cNvSpPr txBox="1"/>
            <p:nvPr/>
          </p:nvSpPr>
          <p:spPr>
            <a:xfrm>
              <a:off x="978144" y="2268507"/>
              <a:ext cx="2779796" cy="609398"/>
            </a:xfrm>
            <a:prstGeom prst="rect">
              <a:avLst/>
            </a:prstGeom>
            <a:noFill/>
          </p:spPr>
          <p:txBody>
            <a:bodyPr wrap="square" rtlCol="0">
              <a:spAutoFit/>
            </a:bodyPr>
            <a:lstStyle>
              <a:defPPr>
                <a:defRPr lang="zh-CN"/>
              </a:defPPr>
              <a:lvl1pPr>
                <a:defRPr sz="1400">
                  <a:solidFill>
                    <a:schemeClr val="tx1">
                      <a:lumMod val="65000"/>
                      <a:lumOff val="35000"/>
                    </a:schemeClr>
                  </a:solidFill>
                </a:defRPr>
              </a:lvl1pPr>
            </a:lstStyle>
            <a:p>
              <a:pPr algn="r">
                <a:lnSpc>
                  <a:spcPct val="120000"/>
                </a:lnSpc>
              </a:pPr>
              <a:r>
                <a:rPr lang="zh-CN" altLang="en-US" dirty="0"/>
                <a:t>添加内容添加内容添加内容添加内容添加内容</a:t>
              </a:r>
            </a:p>
          </p:txBody>
        </p:sp>
        <p:sp>
          <p:nvSpPr>
            <p:cNvPr id="40" name="矩形 39"/>
            <p:cNvSpPr/>
            <p:nvPr/>
          </p:nvSpPr>
          <p:spPr>
            <a:xfrm>
              <a:off x="3811940" y="1862705"/>
              <a:ext cx="54000" cy="894035"/>
            </a:xfrm>
            <a:prstGeom prst="rect">
              <a:avLst/>
            </a:prstGeom>
            <a:solidFill>
              <a:srgbClr val="74B32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1" name="组合 62"/>
          <p:cNvGrpSpPr/>
          <p:nvPr/>
        </p:nvGrpSpPr>
        <p:grpSpPr>
          <a:xfrm>
            <a:off x="978144" y="4885356"/>
            <a:ext cx="2887796" cy="1071063"/>
            <a:chOff x="978144" y="1806842"/>
            <a:chExt cx="2887796" cy="1071063"/>
          </a:xfrm>
        </p:grpSpPr>
        <p:sp>
          <p:nvSpPr>
            <p:cNvPr id="42" name="文本框 41"/>
            <p:cNvSpPr txBox="1"/>
            <p:nvPr/>
          </p:nvSpPr>
          <p:spPr>
            <a:xfrm>
              <a:off x="2342168" y="1806842"/>
              <a:ext cx="1415772" cy="461665"/>
            </a:xfrm>
            <a:prstGeom prst="rect">
              <a:avLst/>
            </a:prstGeom>
            <a:noFill/>
          </p:spPr>
          <p:txBody>
            <a:bodyPr wrap="none" rtlCol="0">
              <a:spAutoFit/>
            </a:bodyPr>
            <a:lstStyle/>
            <a:p>
              <a:pPr algn="r"/>
              <a:r>
                <a:rPr lang="zh-CN" altLang="en-US" sz="2400" b="1" dirty="0">
                  <a:solidFill>
                    <a:srgbClr val="74B329"/>
                  </a:solidFill>
                </a:rPr>
                <a:t>添加标题</a:t>
              </a:r>
            </a:p>
          </p:txBody>
        </p:sp>
        <p:sp>
          <p:nvSpPr>
            <p:cNvPr id="43" name="文本框 42"/>
            <p:cNvSpPr txBox="1"/>
            <p:nvPr/>
          </p:nvSpPr>
          <p:spPr>
            <a:xfrm>
              <a:off x="978144" y="2268507"/>
              <a:ext cx="2779796" cy="609398"/>
            </a:xfrm>
            <a:prstGeom prst="rect">
              <a:avLst/>
            </a:prstGeom>
            <a:noFill/>
          </p:spPr>
          <p:txBody>
            <a:bodyPr wrap="square" rtlCol="0">
              <a:spAutoFit/>
            </a:bodyPr>
            <a:lstStyle>
              <a:defPPr>
                <a:defRPr lang="zh-CN"/>
              </a:defPPr>
              <a:lvl1pPr>
                <a:defRPr sz="1400">
                  <a:solidFill>
                    <a:schemeClr val="tx1">
                      <a:lumMod val="65000"/>
                      <a:lumOff val="35000"/>
                    </a:schemeClr>
                  </a:solidFill>
                </a:defRPr>
              </a:lvl1pPr>
            </a:lstStyle>
            <a:p>
              <a:pPr algn="r">
                <a:lnSpc>
                  <a:spcPct val="120000"/>
                </a:lnSpc>
              </a:pPr>
              <a:r>
                <a:rPr lang="zh-CN" altLang="en-US" dirty="0"/>
                <a:t>添加内容添加内容添加内容添加内容添加内容</a:t>
              </a:r>
            </a:p>
          </p:txBody>
        </p:sp>
        <p:sp>
          <p:nvSpPr>
            <p:cNvPr id="44" name="矩形 43"/>
            <p:cNvSpPr/>
            <p:nvPr/>
          </p:nvSpPr>
          <p:spPr>
            <a:xfrm>
              <a:off x="3811940" y="1862705"/>
              <a:ext cx="54000" cy="894035"/>
            </a:xfrm>
            <a:prstGeom prst="rect">
              <a:avLst/>
            </a:prstGeom>
            <a:solidFill>
              <a:srgbClr val="74B32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5" name="组合 69"/>
          <p:cNvGrpSpPr/>
          <p:nvPr/>
        </p:nvGrpSpPr>
        <p:grpSpPr>
          <a:xfrm>
            <a:off x="8377845" y="1806842"/>
            <a:ext cx="2836011" cy="1071063"/>
            <a:chOff x="8377845" y="1806842"/>
            <a:chExt cx="2836011" cy="1071063"/>
          </a:xfrm>
        </p:grpSpPr>
        <p:sp>
          <p:nvSpPr>
            <p:cNvPr id="46" name="文本框 45"/>
            <p:cNvSpPr txBox="1"/>
            <p:nvPr/>
          </p:nvSpPr>
          <p:spPr>
            <a:xfrm>
              <a:off x="8431845" y="1806842"/>
              <a:ext cx="1415772" cy="461665"/>
            </a:xfrm>
            <a:prstGeom prst="rect">
              <a:avLst/>
            </a:prstGeom>
            <a:noFill/>
          </p:spPr>
          <p:txBody>
            <a:bodyPr wrap="none" rtlCol="0">
              <a:spAutoFit/>
            </a:bodyPr>
            <a:lstStyle/>
            <a:p>
              <a:r>
                <a:rPr lang="zh-CN" altLang="en-US" sz="2400" b="1" dirty="0">
                  <a:solidFill>
                    <a:srgbClr val="B8E385"/>
                  </a:solidFill>
                </a:rPr>
                <a:t>添加标题</a:t>
              </a:r>
            </a:p>
          </p:txBody>
        </p:sp>
        <p:sp>
          <p:nvSpPr>
            <p:cNvPr id="47" name="文本框 46"/>
            <p:cNvSpPr txBox="1"/>
            <p:nvPr/>
          </p:nvSpPr>
          <p:spPr>
            <a:xfrm>
              <a:off x="8434060" y="2268507"/>
              <a:ext cx="2779796" cy="609398"/>
            </a:xfrm>
            <a:prstGeom prst="rect">
              <a:avLst/>
            </a:prstGeom>
            <a:noFill/>
          </p:spPr>
          <p:txBody>
            <a:bodyPr wrap="square" rtlCol="0">
              <a:spAutoFit/>
            </a:bodyPr>
            <a:lstStyle>
              <a:defPPr>
                <a:defRPr lang="zh-CN"/>
              </a:defPPr>
              <a:lvl1pPr>
                <a:defRPr sz="1400">
                  <a:solidFill>
                    <a:schemeClr val="tx1">
                      <a:lumMod val="65000"/>
                      <a:lumOff val="35000"/>
                    </a:schemeClr>
                  </a:solidFill>
                </a:defRPr>
              </a:lvl1pPr>
            </a:lstStyle>
            <a:p>
              <a:pPr>
                <a:lnSpc>
                  <a:spcPct val="120000"/>
                </a:lnSpc>
              </a:pPr>
              <a:r>
                <a:rPr lang="zh-CN" altLang="en-US" dirty="0"/>
                <a:t>添加内容添加内容添加内容添加内容添加内容</a:t>
              </a:r>
            </a:p>
          </p:txBody>
        </p:sp>
        <p:sp>
          <p:nvSpPr>
            <p:cNvPr id="48" name="矩形 47"/>
            <p:cNvSpPr/>
            <p:nvPr/>
          </p:nvSpPr>
          <p:spPr>
            <a:xfrm>
              <a:off x="8377845" y="1862705"/>
              <a:ext cx="54000" cy="894035"/>
            </a:xfrm>
            <a:prstGeom prst="rect">
              <a:avLst/>
            </a:prstGeom>
            <a:solidFill>
              <a:srgbClr val="B8E3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9" name="组合 75"/>
          <p:cNvGrpSpPr/>
          <p:nvPr/>
        </p:nvGrpSpPr>
        <p:grpSpPr>
          <a:xfrm>
            <a:off x="8377845" y="3346099"/>
            <a:ext cx="2836011" cy="1071063"/>
            <a:chOff x="8377845" y="1806842"/>
            <a:chExt cx="2836011" cy="1071063"/>
          </a:xfrm>
        </p:grpSpPr>
        <p:sp>
          <p:nvSpPr>
            <p:cNvPr id="50" name="文本框 49"/>
            <p:cNvSpPr txBox="1"/>
            <p:nvPr/>
          </p:nvSpPr>
          <p:spPr>
            <a:xfrm>
              <a:off x="8431845" y="1806842"/>
              <a:ext cx="1415772" cy="461665"/>
            </a:xfrm>
            <a:prstGeom prst="rect">
              <a:avLst/>
            </a:prstGeom>
            <a:noFill/>
          </p:spPr>
          <p:txBody>
            <a:bodyPr wrap="none" rtlCol="0">
              <a:spAutoFit/>
            </a:bodyPr>
            <a:lstStyle/>
            <a:p>
              <a:r>
                <a:rPr lang="zh-CN" altLang="en-US" sz="2400" b="1" dirty="0">
                  <a:solidFill>
                    <a:srgbClr val="B8E385"/>
                  </a:solidFill>
                </a:rPr>
                <a:t>添加标题</a:t>
              </a:r>
            </a:p>
          </p:txBody>
        </p:sp>
        <p:sp>
          <p:nvSpPr>
            <p:cNvPr id="51" name="文本框 50"/>
            <p:cNvSpPr txBox="1"/>
            <p:nvPr/>
          </p:nvSpPr>
          <p:spPr>
            <a:xfrm>
              <a:off x="8434060" y="2268507"/>
              <a:ext cx="2779796" cy="609398"/>
            </a:xfrm>
            <a:prstGeom prst="rect">
              <a:avLst/>
            </a:prstGeom>
            <a:noFill/>
          </p:spPr>
          <p:txBody>
            <a:bodyPr wrap="square" rtlCol="0">
              <a:spAutoFit/>
            </a:bodyPr>
            <a:lstStyle>
              <a:defPPr>
                <a:defRPr lang="zh-CN"/>
              </a:defPPr>
              <a:lvl1pPr>
                <a:defRPr sz="1400">
                  <a:solidFill>
                    <a:schemeClr val="tx1">
                      <a:lumMod val="65000"/>
                      <a:lumOff val="35000"/>
                    </a:schemeClr>
                  </a:solidFill>
                </a:defRPr>
              </a:lvl1pPr>
            </a:lstStyle>
            <a:p>
              <a:pPr>
                <a:lnSpc>
                  <a:spcPct val="120000"/>
                </a:lnSpc>
              </a:pPr>
              <a:r>
                <a:rPr lang="zh-CN" altLang="en-US" dirty="0"/>
                <a:t>添加内容添加内容添加内容添加内容添加内容</a:t>
              </a:r>
            </a:p>
          </p:txBody>
        </p:sp>
        <p:sp>
          <p:nvSpPr>
            <p:cNvPr id="52" name="矩形 51"/>
            <p:cNvSpPr/>
            <p:nvPr/>
          </p:nvSpPr>
          <p:spPr>
            <a:xfrm>
              <a:off x="8377845" y="1862705"/>
              <a:ext cx="54000" cy="894035"/>
            </a:xfrm>
            <a:prstGeom prst="rect">
              <a:avLst/>
            </a:prstGeom>
            <a:solidFill>
              <a:srgbClr val="B8E3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53" name="组合 79"/>
          <p:cNvGrpSpPr/>
          <p:nvPr/>
        </p:nvGrpSpPr>
        <p:grpSpPr>
          <a:xfrm>
            <a:off x="8377845" y="4885356"/>
            <a:ext cx="2836011" cy="1071063"/>
            <a:chOff x="8377845" y="1806842"/>
            <a:chExt cx="2836011" cy="1071063"/>
          </a:xfrm>
        </p:grpSpPr>
        <p:sp>
          <p:nvSpPr>
            <p:cNvPr id="54" name="文本框 53"/>
            <p:cNvSpPr txBox="1"/>
            <p:nvPr/>
          </p:nvSpPr>
          <p:spPr>
            <a:xfrm>
              <a:off x="8431845" y="1806842"/>
              <a:ext cx="1415772" cy="461665"/>
            </a:xfrm>
            <a:prstGeom prst="rect">
              <a:avLst/>
            </a:prstGeom>
            <a:noFill/>
          </p:spPr>
          <p:txBody>
            <a:bodyPr wrap="none" rtlCol="0">
              <a:spAutoFit/>
            </a:bodyPr>
            <a:lstStyle/>
            <a:p>
              <a:r>
                <a:rPr lang="zh-CN" altLang="en-US" sz="2400" b="1" dirty="0">
                  <a:solidFill>
                    <a:srgbClr val="B8E385"/>
                  </a:solidFill>
                </a:rPr>
                <a:t>添加标题</a:t>
              </a:r>
            </a:p>
          </p:txBody>
        </p:sp>
        <p:sp>
          <p:nvSpPr>
            <p:cNvPr id="55" name="文本框 54"/>
            <p:cNvSpPr txBox="1"/>
            <p:nvPr/>
          </p:nvSpPr>
          <p:spPr>
            <a:xfrm>
              <a:off x="8434060" y="2268507"/>
              <a:ext cx="2779796" cy="609398"/>
            </a:xfrm>
            <a:prstGeom prst="rect">
              <a:avLst/>
            </a:prstGeom>
            <a:noFill/>
          </p:spPr>
          <p:txBody>
            <a:bodyPr wrap="square" rtlCol="0">
              <a:spAutoFit/>
            </a:bodyPr>
            <a:lstStyle>
              <a:defPPr>
                <a:defRPr lang="zh-CN"/>
              </a:defPPr>
              <a:lvl1pPr>
                <a:defRPr sz="1400">
                  <a:solidFill>
                    <a:schemeClr val="tx1">
                      <a:lumMod val="65000"/>
                      <a:lumOff val="35000"/>
                    </a:schemeClr>
                  </a:solidFill>
                </a:defRPr>
              </a:lvl1pPr>
            </a:lstStyle>
            <a:p>
              <a:pPr>
                <a:lnSpc>
                  <a:spcPct val="120000"/>
                </a:lnSpc>
              </a:pPr>
              <a:r>
                <a:rPr lang="zh-CN" altLang="en-US" dirty="0"/>
                <a:t>添加内容添加内容添加内容添加内容添加内容</a:t>
              </a:r>
            </a:p>
          </p:txBody>
        </p:sp>
        <p:sp>
          <p:nvSpPr>
            <p:cNvPr id="56" name="矩形 55"/>
            <p:cNvSpPr/>
            <p:nvPr/>
          </p:nvSpPr>
          <p:spPr>
            <a:xfrm>
              <a:off x="8377845" y="1862705"/>
              <a:ext cx="54000" cy="894035"/>
            </a:xfrm>
            <a:prstGeom prst="rect">
              <a:avLst/>
            </a:prstGeom>
            <a:solidFill>
              <a:srgbClr val="B8E3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Tree>
    <p:extLst>
      <p:ext uri="{BB962C8B-B14F-4D97-AF65-F5344CB8AC3E}">
        <p14:creationId xmlns:p14="http://schemas.microsoft.com/office/powerpoint/2010/main" val="575381584"/>
      </p:ext>
    </p:extLst>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81"/>
          <p:cNvSpPr>
            <a:spLocks noChangeArrowheads="1"/>
          </p:cNvSpPr>
          <p:nvPr/>
        </p:nvSpPr>
        <p:spPr bwMode="auto">
          <a:xfrm>
            <a:off x="6136482" y="914400"/>
            <a:ext cx="38100" cy="5605462"/>
          </a:xfrm>
          <a:prstGeom prst="rect">
            <a:avLst/>
          </a:prstGeom>
          <a:solidFill>
            <a:schemeClr val="bg1">
              <a:lumMod val="50000"/>
            </a:schemeClr>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4" name="Freeform 82"/>
          <p:cNvSpPr>
            <a:spLocks noEditPoints="1"/>
          </p:cNvSpPr>
          <p:nvPr/>
        </p:nvSpPr>
        <p:spPr bwMode="auto">
          <a:xfrm>
            <a:off x="6098382" y="6508750"/>
            <a:ext cx="112713" cy="112712"/>
          </a:xfrm>
          <a:custGeom>
            <a:avLst/>
            <a:gdLst>
              <a:gd name="T0" fmla="*/ 15 w 30"/>
              <a:gd name="T1" fmla="*/ 30 h 30"/>
              <a:gd name="T2" fmla="*/ 6 w 30"/>
              <a:gd name="T3" fmla="*/ 27 h 30"/>
              <a:gd name="T4" fmla="*/ 6 w 30"/>
              <a:gd name="T5" fmla="*/ 27 h 30"/>
              <a:gd name="T6" fmla="*/ 0 w 30"/>
              <a:gd name="T7" fmla="*/ 15 h 30"/>
              <a:gd name="T8" fmla="*/ 0 w 30"/>
              <a:gd name="T9" fmla="*/ 15 h 30"/>
              <a:gd name="T10" fmla="*/ 3 w 30"/>
              <a:gd name="T11" fmla="*/ 6 h 30"/>
              <a:gd name="T12" fmla="*/ 3 w 30"/>
              <a:gd name="T13" fmla="*/ 6 h 30"/>
              <a:gd name="T14" fmla="*/ 15 w 30"/>
              <a:gd name="T15" fmla="*/ 0 h 30"/>
              <a:gd name="T16" fmla="*/ 15 w 30"/>
              <a:gd name="T17" fmla="*/ 0 h 30"/>
              <a:gd name="T18" fmla="*/ 24 w 30"/>
              <a:gd name="T19" fmla="*/ 3 h 30"/>
              <a:gd name="T20" fmla="*/ 24 w 30"/>
              <a:gd name="T21" fmla="*/ 3 h 30"/>
              <a:gd name="T22" fmla="*/ 30 w 30"/>
              <a:gd name="T23" fmla="*/ 15 h 30"/>
              <a:gd name="T24" fmla="*/ 30 w 30"/>
              <a:gd name="T25" fmla="*/ 15 h 30"/>
              <a:gd name="T26" fmla="*/ 27 w 30"/>
              <a:gd name="T27" fmla="*/ 24 h 30"/>
              <a:gd name="T28" fmla="*/ 27 w 30"/>
              <a:gd name="T29" fmla="*/ 24 h 30"/>
              <a:gd name="T30" fmla="*/ 26 w 30"/>
              <a:gd name="T31" fmla="*/ 23 h 30"/>
              <a:gd name="T32" fmla="*/ 27 w 30"/>
              <a:gd name="T33" fmla="*/ 24 h 30"/>
              <a:gd name="T34" fmla="*/ 15 w 30"/>
              <a:gd name="T35" fmla="*/ 30 h 30"/>
              <a:gd name="T36" fmla="*/ 15 w 30"/>
              <a:gd name="T37" fmla="*/ 30 h 30"/>
              <a:gd name="T38" fmla="*/ 15 w 30"/>
              <a:gd name="T39" fmla="*/ 30 h 30"/>
              <a:gd name="T40" fmla="*/ 6 w 30"/>
              <a:gd name="T41" fmla="*/ 8 h 30"/>
              <a:gd name="T42" fmla="*/ 3 w 30"/>
              <a:gd name="T43" fmla="*/ 15 h 30"/>
              <a:gd name="T44" fmla="*/ 3 w 30"/>
              <a:gd name="T45" fmla="*/ 15 h 30"/>
              <a:gd name="T46" fmla="*/ 8 w 30"/>
              <a:gd name="T47" fmla="*/ 24 h 30"/>
              <a:gd name="T48" fmla="*/ 8 w 30"/>
              <a:gd name="T49" fmla="*/ 24 h 30"/>
              <a:gd name="T50" fmla="*/ 15 w 30"/>
              <a:gd name="T51" fmla="*/ 27 h 30"/>
              <a:gd name="T52" fmla="*/ 15 w 30"/>
              <a:gd name="T53" fmla="*/ 27 h 30"/>
              <a:gd name="T54" fmla="*/ 24 w 30"/>
              <a:gd name="T55" fmla="*/ 22 h 30"/>
              <a:gd name="T56" fmla="*/ 24 w 30"/>
              <a:gd name="T57" fmla="*/ 22 h 30"/>
              <a:gd name="T58" fmla="*/ 24 w 30"/>
              <a:gd name="T59" fmla="*/ 22 h 30"/>
              <a:gd name="T60" fmla="*/ 27 w 30"/>
              <a:gd name="T61" fmla="*/ 15 h 30"/>
              <a:gd name="T62" fmla="*/ 27 w 30"/>
              <a:gd name="T63" fmla="*/ 15 h 30"/>
              <a:gd name="T64" fmla="*/ 22 w 30"/>
              <a:gd name="T65" fmla="*/ 6 h 30"/>
              <a:gd name="T66" fmla="*/ 22 w 30"/>
              <a:gd name="T67" fmla="*/ 6 h 30"/>
              <a:gd name="T68" fmla="*/ 15 w 30"/>
              <a:gd name="T69" fmla="*/ 3 h 30"/>
              <a:gd name="T70" fmla="*/ 15 w 30"/>
              <a:gd name="T71" fmla="*/ 3 h 30"/>
              <a:gd name="T72" fmla="*/ 6 w 30"/>
              <a:gd name="T73"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0" h="30">
                <a:moveTo>
                  <a:pt x="15" y="30"/>
                </a:moveTo>
                <a:cubicBezTo>
                  <a:pt x="12" y="30"/>
                  <a:pt x="8" y="29"/>
                  <a:pt x="6" y="27"/>
                </a:cubicBezTo>
                <a:cubicBezTo>
                  <a:pt x="6" y="27"/>
                  <a:pt x="6" y="27"/>
                  <a:pt x="6" y="27"/>
                </a:cubicBezTo>
                <a:cubicBezTo>
                  <a:pt x="2" y="24"/>
                  <a:pt x="0" y="20"/>
                  <a:pt x="0" y="15"/>
                </a:cubicBezTo>
                <a:cubicBezTo>
                  <a:pt x="0" y="15"/>
                  <a:pt x="0" y="15"/>
                  <a:pt x="0" y="15"/>
                </a:cubicBezTo>
                <a:cubicBezTo>
                  <a:pt x="0" y="12"/>
                  <a:pt x="1" y="8"/>
                  <a:pt x="3" y="6"/>
                </a:cubicBezTo>
                <a:cubicBezTo>
                  <a:pt x="3" y="6"/>
                  <a:pt x="3" y="6"/>
                  <a:pt x="3" y="6"/>
                </a:cubicBezTo>
                <a:cubicBezTo>
                  <a:pt x="6" y="2"/>
                  <a:pt x="10" y="0"/>
                  <a:pt x="15" y="0"/>
                </a:cubicBezTo>
                <a:cubicBezTo>
                  <a:pt x="15" y="0"/>
                  <a:pt x="15" y="0"/>
                  <a:pt x="15" y="0"/>
                </a:cubicBezTo>
                <a:cubicBezTo>
                  <a:pt x="18" y="0"/>
                  <a:pt x="22" y="1"/>
                  <a:pt x="24" y="3"/>
                </a:cubicBezTo>
                <a:cubicBezTo>
                  <a:pt x="24" y="3"/>
                  <a:pt x="24" y="3"/>
                  <a:pt x="24" y="3"/>
                </a:cubicBezTo>
                <a:cubicBezTo>
                  <a:pt x="28" y="6"/>
                  <a:pt x="30" y="10"/>
                  <a:pt x="30" y="15"/>
                </a:cubicBezTo>
                <a:cubicBezTo>
                  <a:pt x="30" y="15"/>
                  <a:pt x="30" y="15"/>
                  <a:pt x="30" y="15"/>
                </a:cubicBezTo>
                <a:cubicBezTo>
                  <a:pt x="30" y="18"/>
                  <a:pt x="29" y="22"/>
                  <a:pt x="27" y="24"/>
                </a:cubicBezTo>
                <a:cubicBezTo>
                  <a:pt x="27" y="24"/>
                  <a:pt x="27" y="24"/>
                  <a:pt x="27" y="24"/>
                </a:cubicBezTo>
                <a:cubicBezTo>
                  <a:pt x="26" y="23"/>
                  <a:pt x="26" y="23"/>
                  <a:pt x="26" y="23"/>
                </a:cubicBezTo>
                <a:cubicBezTo>
                  <a:pt x="27" y="24"/>
                  <a:pt x="27" y="24"/>
                  <a:pt x="27" y="24"/>
                </a:cubicBezTo>
                <a:cubicBezTo>
                  <a:pt x="24" y="28"/>
                  <a:pt x="20" y="30"/>
                  <a:pt x="15" y="30"/>
                </a:cubicBezTo>
                <a:cubicBezTo>
                  <a:pt x="15" y="30"/>
                  <a:pt x="15" y="30"/>
                  <a:pt x="15" y="30"/>
                </a:cubicBezTo>
                <a:cubicBezTo>
                  <a:pt x="15" y="30"/>
                  <a:pt x="15" y="30"/>
                  <a:pt x="15" y="30"/>
                </a:cubicBezTo>
                <a:close/>
                <a:moveTo>
                  <a:pt x="6" y="8"/>
                </a:moveTo>
                <a:cubicBezTo>
                  <a:pt x="4" y="10"/>
                  <a:pt x="3" y="12"/>
                  <a:pt x="3" y="15"/>
                </a:cubicBezTo>
                <a:cubicBezTo>
                  <a:pt x="3" y="15"/>
                  <a:pt x="3" y="15"/>
                  <a:pt x="3" y="15"/>
                </a:cubicBezTo>
                <a:cubicBezTo>
                  <a:pt x="3" y="19"/>
                  <a:pt x="5" y="22"/>
                  <a:pt x="8" y="24"/>
                </a:cubicBezTo>
                <a:cubicBezTo>
                  <a:pt x="8" y="24"/>
                  <a:pt x="8" y="24"/>
                  <a:pt x="8" y="24"/>
                </a:cubicBezTo>
                <a:cubicBezTo>
                  <a:pt x="10" y="26"/>
                  <a:pt x="12" y="27"/>
                  <a:pt x="15" y="27"/>
                </a:cubicBezTo>
                <a:cubicBezTo>
                  <a:pt x="15" y="27"/>
                  <a:pt x="15" y="27"/>
                  <a:pt x="15" y="27"/>
                </a:cubicBezTo>
                <a:cubicBezTo>
                  <a:pt x="19" y="27"/>
                  <a:pt x="22" y="25"/>
                  <a:pt x="24" y="22"/>
                </a:cubicBezTo>
                <a:cubicBezTo>
                  <a:pt x="24" y="22"/>
                  <a:pt x="24" y="22"/>
                  <a:pt x="24" y="22"/>
                </a:cubicBezTo>
                <a:cubicBezTo>
                  <a:pt x="24" y="22"/>
                  <a:pt x="24" y="22"/>
                  <a:pt x="24" y="22"/>
                </a:cubicBezTo>
                <a:cubicBezTo>
                  <a:pt x="26" y="20"/>
                  <a:pt x="27" y="18"/>
                  <a:pt x="27" y="15"/>
                </a:cubicBezTo>
                <a:cubicBezTo>
                  <a:pt x="27" y="15"/>
                  <a:pt x="27" y="15"/>
                  <a:pt x="27" y="15"/>
                </a:cubicBezTo>
                <a:cubicBezTo>
                  <a:pt x="27" y="11"/>
                  <a:pt x="25" y="8"/>
                  <a:pt x="22" y="6"/>
                </a:cubicBezTo>
                <a:cubicBezTo>
                  <a:pt x="22" y="6"/>
                  <a:pt x="22" y="6"/>
                  <a:pt x="22" y="6"/>
                </a:cubicBezTo>
                <a:cubicBezTo>
                  <a:pt x="20" y="4"/>
                  <a:pt x="18" y="3"/>
                  <a:pt x="15" y="3"/>
                </a:cubicBezTo>
                <a:cubicBezTo>
                  <a:pt x="15" y="3"/>
                  <a:pt x="15" y="3"/>
                  <a:pt x="15" y="3"/>
                </a:cubicBezTo>
                <a:cubicBezTo>
                  <a:pt x="11" y="3"/>
                  <a:pt x="8" y="5"/>
                  <a:pt x="6" y="8"/>
                </a:cubicBezTo>
                <a:close/>
              </a:path>
            </a:pathLst>
          </a:custGeom>
          <a:solidFill>
            <a:schemeClr val="bg1">
              <a:lumMod val="50000"/>
            </a:schemeClr>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5" name="Rectangle 83"/>
          <p:cNvSpPr>
            <a:spLocks noChangeArrowheads="1"/>
          </p:cNvSpPr>
          <p:nvPr/>
        </p:nvSpPr>
        <p:spPr bwMode="auto">
          <a:xfrm>
            <a:off x="4734719" y="5024436"/>
            <a:ext cx="1409700" cy="21600"/>
          </a:xfrm>
          <a:prstGeom prst="rect">
            <a:avLst/>
          </a:prstGeom>
          <a:solidFill>
            <a:schemeClr val="bg1">
              <a:lumMod val="50000"/>
            </a:schemeClr>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6" name="Freeform 84"/>
          <p:cNvSpPr>
            <a:spLocks/>
          </p:cNvSpPr>
          <p:nvPr/>
        </p:nvSpPr>
        <p:spPr bwMode="auto">
          <a:xfrm>
            <a:off x="6065044" y="4949825"/>
            <a:ext cx="169863" cy="168275"/>
          </a:xfrm>
          <a:custGeom>
            <a:avLst/>
            <a:gdLst>
              <a:gd name="T0" fmla="*/ 7 w 45"/>
              <a:gd name="T1" fmla="*/ 34 h 45"/>
              <a:gd name="T2" fmla="*/ 35 w 45"/>
              <a:gd name="T3" fmla="*/ 38 h 45"/>
              <a:gd name="T4" fmla="*/ 39 w 45"/>
              <a:gd name="T5" fmla="*/ 10 h 45"/>
              <a:gd name="T6" fmla="*/ 11 w 45"/>
              <a:gd name="T7" fmla="*/ 6 h 45"/>
              <a:gd name="T8" fmla="*/ 7 w 45"/>
              <a:gd name="T9" fmla="*/ 34 h 45"/>
            </a:gdLst>
            <a:ahLst/>
            <a:cxnLst>
              <a:cxn ang="0">
                <a:pos x="T0" y="T1"/>
              </a:cxn>
              <a:cxn ang="0">
                <a:pos x="T2" y="T3"/>
              </a:cxn>
              <a:cxn ang="0">
                <a:pos x="T4" y="T5"/>
              </a:cxn>
              <a:cxn ang="0">
                <a:pos x="T6" y="T7"/>
              </a:cxn>
              <a:cxn ang="0">
                <a:pos x="T8" y="T9"/>
              </a:cxn>
            </a:cxnLst>
            <a:rect l="0" t="0" r="r" b="b"/>
            <a:pathLst>
              <a:path w="45" h="45">
                <a:moveTo>
                  <a:pt x="7" y="34"/>
                </a:moveTo>
                <a:cubicBezTo>
                  <a:pt x="14" y="43"/>
                  <a:pt x="26" y="45"/>
                  <a:pt x="35" y="38"/>
                </a:cubicBezTo>
                <a:cubicBezTo>
                  <a:pt x="44" y="31"/>
                  <a:pt x="45" y="19"/>
                  <a:pt x="39" y="10"/>
                </a:cubicBezTo>
                <a:cubicBezTo>
                  <a:pt x="32" y="1"/>
                  <a:pt x="19" y="0"/>
                  <a:pt x="11" y="6"/>
                </a:cubicBezTo>
                <a:cubicBezTo>
                  <a:pt x="2" y="13"/>
                  <a:pt x="0" y="26"/>
                  <a:pt x="7" y="34"/>
                </a:cubicBezTo>
                <a:close/>
              </a:path>
            </a:pathLst>
          </a:custGeom>
          <a:solidFill>
            <a:srgbClr val="B6D241"/>
          </a:solidFill>
          <a:ln w="9525">
            <a:solidFill>
              <a:schemeClr val="bg1"/>
            </a:solidFill>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7" name="Freeform 85"/>
          <p:cNvSpPr>
            <a:spLocks/>
          </p:cNvSpPr>
          <p:nvPr/>
        </p:nvSpPr>
        <p:spPr bwMode="auto">
          <a:xfrm>
            <a:off x="4328319" y="4510087"/>
            <a:ext cx="1181100" cy="1025525"/>
          </a:xfrm>
          <a:custGeom>
            <a:avLst/>
            <a:gdLst>
              <a:gd name="T0" fmla="*/ 83 w 314"/>
              <a:gd name="T1" fmla="*/ 0 h 273"/>
              <a:gd name="T2" fmla="*/ 76 w 314"/>
              <a:gd name="T3" fmla="*/ 4 h 273"/>
              <a:gd name="T4" fmla="*/ 2 w 314"/>
              <a:gd name="T5" fmla="*/ 133 h 273"/>
              <a:gd name="T6" fmla="*/ 2 w 314"/>
              <a:gd name="T7" fmla="*/ 141 h 273"/>
              <a:gd name="T8" fmla="*/ 76 w 314"/>
              <a:gd name="T9" fmla="*/ 269 h 273"/>
              <a:gd name="T10" fmla="*/ 83 w 314"/>
              <a:gd name="T11" fmla="*/ 273 h 273"/>
              <a:gd name="T12" fmla="*/ 231 w 314"/>
              <a:gd name="T13" fmla="*/ 273 h 273"/>
              <a:gd name="T14" fmla="*/ 238 w 314"/>
              <a:gd name="T15" fmla="*/ 269 h 273"/>
              <a:gd name="T16" fmla="*/ 312 w 314"/>
              <a:gd name="T17" fmla="*/ 141 h 273"/>
              <a:gd name="T18" fmla="*/ 312 w 314"/>
              <a:gd name="T19" fmla="*/ 133 h 273"/>
              <a:gd name="T20" fmla="*/ 238 w 314"/>
              <a:gd name="T21" fmla="*/ 4 h 273"/>
              <a:gd name="T22" fmla="*/ 231 w 314"/>
              <a:gd name="T23" fmla="*/ 0 h 273"/>
              <a:gd name="T24" fmla="*/ 83 w 314"/>
              <a:gd name="T2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4" h="273">
                <a:moveTo>
                  <a:pt x="83" y="0"/>
                </a:moveTo>
                <a:cubicBezTo>
                  <a:pt x="80" y="0"/>
                  <a:pt x="77" y="2"/>
                  <a:pt x="76" y="4"/>
                </a:cubicBezTo>
                <a:cubicBezTo>
                  <a:pt x="2" y="133"/>
                  <a:pt x="2" y="133"/>
                  <a:pt x="2" y="133"/>
                </a:cubicBezTo>
                <a:cubicBezTo>
                  <a:pt x="0" y="135"/>
                  <a:pt x="0" y="139"/>
                  <a:pt x="2" y="141"/>
                </a:cubicBezTo>
                <a:cubicBezTo>
                  <a:pt x="76" y="269"/>
                  <a:pt x="76" y="269"/>
                  <a:pt x="76" y="269"/>
                </a:cubicBezTo>
                <a:cubicBezTo>
                  <a:pt x="77" y="271"/>
                  <a:pt x="80" y="273"/>
                  <a:pt x="83" y="273"/>
                </a:cubicBezTo>
                <a:cubicBezTo>
                  <a:pt x="231" y="273"/>
                  <a:pt x="231" y="273"/>
                  <a:pt x="231" y="273"/>
                </a:cubicBezTo>
                <a:cubicBezTo>
                  <a:pt x="234" y="273"/>
                  <a:pt x="237" y="271"/>
                  <a:pt x="238" y="269"/>
                </a:cubicBezTo>
                <a:cubicBezTo>
                  <a:pt x="312" y="141"/>
                  <a:pt x="312" y="141"/>
                  <a:pt x="312" y="141"/>
                </a:cubicBezTo>
                <a:cubicBezTo>
                  <a:pt x="314" y="139"/>
                  <a:pt x="314" y="135"/>
                  <a:pt x="312" y="133"/>
                </a:cubicBezTo>
                <a:cubicBezTo>
                  <a:pt x="238" y="4"/>
                  <a:pt x="238" y="4"/>
                  <a:pt x="238" y="4"/>
                </a:cubicBezTo>
                <a:cubicBezTo>
                  <a:pt x="237" y="2"/>
                  <a:pt x="234" y="0"/>
                  <a:pt x="231" y="0"/>
                </a:cubicBezTo>
                <a:lnTo>
                  <a:pt x="83" y="0"/>
                </a:lnTo>
                <a:close/>
              </a:path>
            </a:pathLst>
          </a:custGeom>
          <a:gradFill flip="none" rotWithShape="1">
            <a:gsLst>
              <a:gs pos="100000">
                <a:srgbClr val="FFFFFF">
                  <a:lumMod val="100000"/>
                </a:srgbClr>
              </a:gs>
              <a:gs pos="0">
                <a:srgbClr val="D9D9DA"/>
              </a:gs>
            </a:gsLst>
            <a:lin ang="2700000" scaled="1"/>
            <a:tileRect/>
          </a:gradFill>
          <a:ln w="19050" cap="flat" cmpd="sng" algn="ctr">
            <a:gradFill flip="none" rotWithShape="1">
              <a:gsLst>
                <a:gs pos="100000">
                  <a:srgbClr val="FFFFFF"/>
                </a:gs>
                <a:gs pos="0">
                  <a:srgbClr val="D9D9DA"/>
                </a:gs>
              </a:gsLst>
              <a:lin ang="13500000" scaled="1"/>
              <a:tileRect/>
            </a:gradFill>
            <a:prstDash val="solid"/>
            <a:miter lim="800000"/>
          </a:ln>
          <a:effectLst>
            <a:outerShdw blurRad="279400" dist="165100" dir="2700000" algn="t" rotWithShape="0">
              <a:prstClr val="black">
                <a:alpha val="35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16" name="Rectangle 94"/>
          <p:cNvSpPr>
            <a:spLocks noChangeArrowheads="1"/>
          </p:cNvSpPr>
          <p:nvPr/>
        </p:nvSpPr>
        <p:spPr bwMode="auto">
          <a:xfrm>
            <a:off x="6169819" y="5840411"/>
            <a:ext cx="1409700" cy="21600"/>
          </a:xfrm>
          <a:prstGeom prst="rect">
            <a:avLst/>
          </a:prstGeom>
          <a:solidFill>
            <a:schemeClr val="bg1">
              <a:lumMod val="50000"/>
            </a:schemeClr>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7" name="Freeform 95"/>
          <p:cNvSpPr>
            <a:spLocks/>
          </p:cNvSpPr>
          <p:nvPr/>
        </p:nvSpPr>
        <p:spPr bwMode="auto">
          <a:xfrm>
            <a:off x="6065044" y="5761037"/>
            <a:ext cx="169863" cy="168275"/>
          </a:xfrm>
          <a:custGeom>
            <a:avLst/>
            <a:gdLst>
              <a:gd name="T0" fmla="*/ 38 w 45"/>
              <a:gd name="T1" fmla="*/ 35 h 45"/>
              <a:gd name="T2" fmla="*/ 10 w 45"/>
              <a:gd name="T3" fmla="*/ 38 h 45"/>
              <a:gd name="T4" fmla="*/ 7 w 45"/>
              <a:gd name="T5" fmla="*/ 10 h 45"/>
              <a:gd name="T6" fmla="*/ 35 w 45"/>
              <a:gd name="T7" fmla="*/ 7 h 45"/>
              <a:gd name="T8" fmla="*/ 38 w 45"/>
              <a:gd name="T9" fmla="*/ 35 h 45"/>
            </a:gdLst>
            <a:ahLst/>
            <a:cxnLst>
              <a:cxn ang="0">
                <a:pos x="T0" y="T1"/>
              </a:cxn>
              <a:cxn ang="0">
                <a:pos x="T2" y="T3"/>
              </a:cxn>
              <a:cxn ang="0">
                <a:pos x="T4" y="T5"/>
              </a:cxn>
              <a:cxn ang="0">
                <a:pos x="T6" y="T7"/>
              </a:cxn>
              <a:cxn ang="0">
                <a:pos x="T8" y="T9"/>
              </a:cxn>
            </a:cxnLst>
            <a:rect l="0" t="0" r="r" b="b"/>
            <a:pathLst>
              <a:path w="45" h="45">
                <a:moveTo>
                  <a:pt x="38" y="35"/>
                </a:moveTo>
                <a:cubicBezTo>
                  <a:pt x="31" y="44"/>
                  <a:pt x="19" y="45"/>
                  <a:pt x="10" y="38"/>
                </a:cubicBezTo>
                <a:cubicBezTo>
                  <a:pt x="1" y="32"/>
                  <a:pt x="0" y="19"/>
                  <a:pt x="7" y="10"/>
                </a:cubicBezTo>
                <a:cubicBezTo>
                  <a:pt x="13" y="2"/>
                  <a:pt x="26" y="0"/>
                  <a:pt x="35" y="7"/>
                </a:cubicBezTo>
                <a:cubicBezTo>
                  <a:pt x="43" y="14"/>
                  <a:pt x="45" y="26"/>
                  <a:pt x="38" y="35"/>
                </a:cubicBezTo>
                <a:close/>
              </a:path>
            </a:pathLst>
          </a:custGeom>
          <a:solidFill>
            <a:srgbClr val="51A658"/>
          </a:solidFill>
          <a:ln w="9525">
            <a:solidFill>
              <a:schemeClr val="bg1"/>
            </a:solidFill>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8" name="Freeform 96"/>
          <p:cNvSpPr>
            <a:spLocks/>
          </p:cNvSpPr>
          <p:nvPr/>
        </p:nvSpPr>
        <p:spPr bwMode="auto">
          <a:xfrm>
            <a:off x="6828632" y="5335587"/>
            <a:ext cx="1174750" cy="1027112"/>
          </a:xfrm>
          <a:custGeom>
            <a:avLst/>
            <a:gdLst>
              <a:gd name="T0" fmla="*/ 82 w 313"/>
              <a:gd name="T1" fmla="*/ 0 h 273"/>
              <a:gd name="T2" fmla="*/ 75 w 313"/>
              <a:gd name="T3" fmla="*/ 4 h 273"/>
              <a:gd name="T4" fmla="*/ 1 w 313"/>
              <a:gd name="T5" fmla="*/ 132 h 273"/>
              <a:gd name="T6" fmla="*/ 1 w 313"/>
              <a:gd name="T7" fmla="*/ 140 h 273"/>
              <a:gd name="T8" fmla="*/ 75 w 313"/>
              <a:gd name="T9" fmla="*/ 269 h 273"/>
              <a:gd name="T10" fmla="*/ 82 w 313"/>
              <a:gd name="T11" fmla="*/ 273 h 273"/>
              <a:gd name="T12" fmla="*/ 230 w 313"/>
              <a:gd name="T13" fmla="*/ 273 h 273"/>
              <a:gd name="T14" fmla="*/ 237 w 313"/>
              <a:gd name="T15" fmla="*/ 269 h 273"/>
              <a:gd name="T16" fmla="*/ 311 w 313"/>
              <a:gd name="T17" fmla="*/ 140 h 273"/>
              <a:gd name="T18" fmla="*/ 311 w 313"/>
              <a:gd name="T19" fmla="*/ 132 h 273"/>
              <a:gd name="T20" fmla="*/ 237 w 313"/>
              <a:gd name="T21" fmla="*/ 4 h 273"/>
              <a:gd name="T22" fmla="*/ 230 w 313"/>
              <a:gd name="T23" fmla="*/ 0 h 273"/>
              <a:gd name="T24" fmla="*/ 82 w 313"/>
              <a:gd name="T2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3" h="273">
                <a:moveTo>
                  <a:pt x="82" y="0"/>
                </a:moveTo>
                <a:cubicBezTo>
                  <a:pt x="80" y="0"/>
                  <a:pt x="76" y="2"/>
                  <a:pt x="75" y="4"/>
                </a:cubicBezTo>
                <a:cubicBezTo>
                  <a:pt x="1" y="132"/>
                  <a:pt x="1" y="132"/>
                  <a:pt x="1" y="132"/>
                </a:cubicBezTo>
                <a:cubicBezTo>
                  <a:pt x="0" y="134"/>
                  <a:pt x="0" y="138"/>
                  <a:pt x="1" y="140"/>
                </a:cubicBezTo>
                <a:cubicBezTo>
                  <a:pt x="75" y="269"/>
                  <a:pt x="75" y="269"/>
                  <a:pt x="75" y="269"/>
                </a:cubicBezTo>
                <a:cubicBezTo>
                  <a:pt x="76" y="271"/>
                  <a:pt x="79" y="273"/>
                  <a:pt x="82" y="273"/>
                </a:cubicBezTo>
                <a:cubicBezTo>
                  <a:pt x="230" y="273"/>
                  <a:pt x="230" y="273"/>
                  <a:pt x="230" y="273"/>
                </a:cubicBezTo>
                <a:cubicBezTo>
                  <a:pt x="233" y="273"/>
                  <a:pt x="236" y="271"/>
                  <a:pt x="237" y="269"/>
                </a:cubicBezTo>
                <a:cubicBezTo>
                  <a:pt x="311" y="140"/>
                  <a:pt x="311" y="140"/>
                  <a:pt x="311" y="140"/>
                </a:cubicBezTo>
                <a:cubicBezTo>
                  <a:pt x="313" y="138"/>
                  <a:pt x="313" y="135"/>
                  <a:pt x="311" y="132"/>
                </a:cubicBezTo>
                <a:cubicBezTo>
                  <a:pt x="237" y="4"/>
                  <a:pt x="237" y="4"/>
                  <a:pt x="237" y="4"/>
                </a:cubicBezTo>
                <a:cubicBezTo>
                  <a:pt x="236" y="2"/>
                  <a:pt x="233" y="0"/>
                  <a:pt x="230" y="0"/>
                </a:cubicBezTo>
                <a:lnTo>
                  <a:pt x="82" y="0"/>
                </a:lnTo>
                <a:close/>
              </a:path>
            </a:pathLst>
          </a:custGeom>
          <a:gradFill flip="none" rotWithShape="1">
            <a:gsLst>
              <a:gs pos="100000">
                <a:srgbClr val="FFFFFF">
                  <a:lumMod val="100000"/>
                </a:srgbClr>
              </a:gs>
              <a:gs pos="0">
                <a:srgbClr val="D9D9DA"/>
              </a:gs>
            </a:gsLst>
            <a:lin ang="2700000" scaled="1"/>
            <a:tileRect/>
          </a:gradFill>
          <a:ln w="19050" cap="flat" cmpd="sng" algn="ctr">
            <a:gradFill flip="none" rotWithShape="1">
              <a:gsLst>
                <a:gs pos="100000">
                  <a:srgbClr val="FFFFFF"/>
                </a:gs>
                <a:gs pos="0">
                  <a:srgbClr val="D9D9DA"/>
                </a:gs>
              </a:gsLst>
              <a:lin ang="13500000" scaled="1"/>
              <a:tileRect/>
            </a:gradFill>
            <a:prstDash val="solid"/>
            <a:miter lim="800000"/>
          </a:ln>
          <a:effectLst>
            <a:outerShdw blurRad="279400" dist="165100" dir="2700000" algn="t" rotWithShape="0">
              <a:prstClr val="black">
                <a:alpha val="35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22" name="Rectangle 100"/>
          <p:cNvSpPr>
            <a:spLocks noChangeArrowheads="1"/>
          </p:cNvSpPr>
          <p:nvPr/>
        </p:nvSpPr>
        <p:spPr bwMode="auto">
          <a:xfrm>
            <a:off x="6174582" y="4081461"/>
            <a:ext cx="1408113" cy="21600"/>
          </a:xfrm>
          <a:prstGeom prst="rect">
            <a:avLst/>
          </a:prstGeom>
          <a:solidFill>
            <a:schemeClr val="bg1">
              <a:lumMod val="50000"/>
            </a:schemeClr>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3" name="Freeform 101"/>
          <p:cNvSpPr>
            <a:spLocks/>
          </p:cNvSpPr>
          <p:nvPr/>
        </p:nvSpPr>
        <p:spPr bwMode="auto">
          <a:xfrm>
            <a:off x="6061869" y="4002087"/>
            <a:ext cx="168275" cy="169862"/>
          </a:xfrm>
          <a:custGeom>
            <a:avLst/>
            <a:gdLst>
              <a:gd name="T0" fmla="*/ 38 w 45"/>
              <a:gd name="T1" fmla="*/ 35 h 45"/>
              <a:gd name="T2" fmla="*/ 10 w 45"/>
              <a:gd name="T3" fmla="*/ 39 h 45"/>
              <a:gd name="T4" fmla="*/ 7 w 45"/>
              <a:gd name="T5" fmla="*/ 11 h 45"/>
              <a:gd name="T6" fmla="*/ 35 w 45"/>
              <a:gd name="T7" fmla="*/ 7 h 45"/>
              <a:gd name="T8" fmla="*/ 38 w 45"/>
              <a:gd name="T9" fmla="*/ 35 h 45"/>
            </a:gdLst>
            <a:ahLst/>
            <a:cxnLst>
              <a:cxn ang="0">
                <a:pos x="T0" y="T1"/>
              </a:cxn>
              <a:cxn ang="0">
                <a:pos x="T2" y="T3"/>
              </a:cxn>
              <a:cxn ang="0">
                <a:pos x="T4" y="T5"/>
              </a:cxn>
              <a:cxn ang="0">
                <a:pos x="T6" y="T7"/>
              </a:cxn>
              <a:cxn ang="0">
                <a:pos x="T8" y="T9"/>
              </a:cxn>
            </a:cxnLst>
            <a:rect l="0" t="0" r="r" b="b"/>
            <a:pathLst>
              <a:path w="45" h="45">
                <a:moveTo>
                  <a:pt x="38" y="35"/>
                </a:moveTo>
                <a:cubicBezTo>
                  <a:pt x="32" y="44"/>
                  <a:pt x="19" y="45"/>
                  <a:pt x="10" y="39"/>
                </a:cubicBezTo>
                <a:cubicBezTo>
                  <a:pt x="2" y="32"/>
                  <a:pt x="0" y="19"/>
                  <a:pt x="7" y="11"/>
                </a:cubicBezTo>
                <a:cubicBezTo>
                  <a:pt x="14" y="2"/>
                  <a:pt x="26" y="0"/>
                  <a:pt x="35" y="7"/>
                </a:cubicBezTo>
                <a:cubicBezTo>
                  <a:pt x="44" y="14"/>
                  <a:pt x="45" y="26"/>
                  <a:pt x="38" y="35"/>
                </a:cubicBezTo>
                <a:close/>
              </a:path>
            </a:pathLst>
          </a:custGeom>
          <a:solidFill>
            <a:srgbClr val="2D6EB6"/>
          </a:solidFill>
          <a:ln w="9525">
            <a:solidFill>
              <a:schemeClr val="bg1"/>
            </a:solidFill>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4" name="Freeform 102"/>
          <p:cNvSpPr>
            <a:spLocks/>
          </p:cNvSpPr>
          <p:nvPr/>
        </p:nvSpPr>
        <p:spPr bwMode="auto">
          <a:xfrm>
            <a:off x="6831807" y="3578225"/>
            <a:ext cx="1176338" cy="1025525"/>
          </a:xfrm>
          <a:custGeom>
            <a:avLst/>
            <a:gdLst>
              <a:gd name="T0" fmla="*/ 83 w 313"/>
              <a:gd name="T1" fmla="*/ 0 h 273"/>
              <a:gd name="T2" fmla="*/ 76 w 313"/>
              <a:gd name="T3" fmla="*/ 4 h 273"/>
              <a:gd name="T4" fmla="*/ 2 w 313"/>
              <a:gd name="T5" fmla="*/ 132 h 273"/>
              <a:gd name="T6" fmla="*/ 2 w 313"/>
              <a:gd name="T7" fmla="*/ 140 h 273"/>
              <a:gd name="T8" fmla="*/ 76 w 313"/>
              <a:gd name="T9" fmla="*/ 268 h 273"/>
              <a:gd name="T10" fmla="*/ 83 w 313"/>
              <a:gd name="T11" fmla="*/ 273 h 273"/>
              <a:gd name="T12" fmla="*/ 231 w 313"/>
              <a:gd name="T13" fmla="*/ 273 h 273"/>
              <a:gd name="T14" fmla="*/ 238 w 313"/>
              <a:gd name="T15" fmla="*/ 269 h 273"/>
              <a:gd name="T16" fmla="*/ 312 w 313"/>
              <a:gd name="T17" fmla="*/ 140 h 273"/>
              <a:gd name="T18" fmla="*/ 312 w 313"/>
              <a:gd name="T19" fmla="*/ 132 h 273"/>
              <a:gd name="T20" fmla="*/ 238 w 313"/>
              <a:gd name="T21" fmla="*/ 4 h 273"/>
              <a:gd name="T22" fmla="*/ 231 w 313"/>
              <a:gd name="T23" fmla="*/ 0 h 273"/>
              <a:gd name="T24" fmla="*/ 83 w 313"/>
              <a:gd name="T2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3" h="273">
                <a:moveTo>
                  <a:pt x="83" y="0"/>
                </a:moveTo>
                <a:cubicBezTo>
                  <a:pt x="80" y="0"/>
                  <a:pt x="77" y="1"/>
                  <a:pt x="76" y="4"/>
                </a:cubicBezTo>
                <a:cubicBezTo>
                  <a:pt x="2" y="132"/>
                  <a:pt x="2" y="132"/>
                  <a:pt x="2" y="132"/>
                </a:cubicBezTo>
                <a:cubicBezTo>
                  <a:pt x="0" y="134"/>
                  <a:pt x="0" y="138"/>
                  <a:pt x="2" y="140"/>
                </a:cubicBezTo>
                <a:cubicBezTo>
                  <a:pt x="76" y="268"/>
                  <a:pt x="76" y="268"/>
                  <a:pt x="76" y="268"/>
                </a:cubicBezTo>
                <a:cubicBezTo>
                  <a:pt x="77" y="271"/>
                  <a:pt x="80" y="273"/>
                  <a:pt x="83" y="273"/>
                </a:cubicBezTo>
                <a:cubicBezTo>
                  <a:pt x="231" y="273"/>
                  <a:pt x="231" y="273"/>
                  <a:pt x="231" y="273"/>
                </a:cubicBezTo>
                <a:cubicBezTo>
                  <a:pt x="233" y="273"/>
                  <a:pt x="237" y="271"/>
                  <a:pt x="238" y="269"/>
                </a:cubicBezTo>
                <a:cubicBezTo>
                  <a:pt x="312" y="140"/>
                  <a:pt x="312" y="140"/>
                  <a:pt x="312" y="140"/>
                </a:cubicBezTo>
                <a:cubicBezTo>
                  <a:pt x="313" y="138"/>
                  <a:pt x="313" y="134"/>
                  <a:pt x="312" y="132"/>
                </a:cubicBezTo>
                <a:cubicBezTo>
                  <a:pt x="238" y="4"/>
                  <a:pt x="238" y="4"/>
                  <a:pt x="238" y="4"/>
                </a:cubicBezTo>
                <a:cubicBezTo>
                  <a:pt x="237" y="2"/>
                  <a:pt x="234" y="0"/>
                  <a:pt x="231" y="0"/>
                </a:cubicBezTo>
                <a:lnTo>
                  <a:pt x="83" y="0"/>
                </a:lnTo>
                <a:close/>
              </a:path>
            </a:pathLst>
          </a:custGeom>
          <a:gradFill flip="none" rotWithShape="1">
            <a:gsLst>
              <a:gs pos="100000">
                <a:srgbClr val="FFFFFF">
                  <a:lumMod val="100000"/>
                </a:srgbClr>
              </a:gs>
              <a:gs pos="0">
                <a:srgbClr val="D9D9DA"/>
              </a:gs>
            </a:gsLst>
            <a:lin ang="2700000" scaled="1"/>
            <a:tileRect/>
          </a:gradFill>
          <a:ln w="19050" cap="flat" cmpd="sng" algn="ctr">
            <a:gradFill flip="none" rotWithShape="1">
              <a:gsLst>
                <a:gs pos="100000">
                  <a:srgbClr val="FFFFFF"/>
                </a:gs>
                <a:gs pos="0">
                  <a:srgbClr val="D9D9DA"/>
                </a:gs>
              </a:gsLst>
              <a:lin ang="13500000" scaled="1"/>
              <a:tileRect/>
            </a:gradFill>
            <a:prstDash val="solid"/>
            <a:miter lim="800000"/>
          </a:ln>
          <a:effectLst>
            <a:outerShdw blurRad="279400" dist="165100" dir="2700000" algn="t" rotWithShape="0">
              <a:prstClr val="black">
                <a:alpha val="35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32" name="Rectangle 110"/>
          <p:cNvSpPr>
            <a:spLocks noChangeArrowheads="1"/>
          </p:cNvSpPr>
          <p:nvPr/>
        </p:nvSpPr>
        <p:spPr bwMode="auto">
          <a:xfrm>
            <a:off x="4720431" y="3228974"/>
            <a:ext cx="1408113" cy="21600"/>
          </a:xfrm>
          <a:prstGeom prst="rect">
            <a:avLst/>
          </a:prstGeom>
          <a:solidFill>
            <a:schemeClr val="bg1">
              <a:lumMod val="50000"/>
            </a:schemeClr>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3" name="Freeform 111"/>
          <p:cNvSpPr>
            <a:spLocks/>
          </p:cNvSpPr>
          <p:nvPr/>
        </p:nvSpPr>
        <p:spPr bwMode="auto">
          <a:xfrm>
            <a:off x="6068219" y="3149600"/>
            <a:ext cx="169863" cy="168275"/>
          </a:xfrm>
          <a:custGeom>
            <a:avLst/>
            <a:gdLst>
              <a:gd name="T0" fmla="*/ 7 w 45"/>
              <a:gd name="T1" fmla="*/ 35 h 45"/>
              <a:gd name="T2" fmla="*/ 35 w 45"/>
              <a:gd name="T3" fmla="*/ 39 h 45"/>
              <a:gd name="T4" fmla="*/ 38 w 45"/>
              <a:gd name="T5" fmla="*/ 11 h 45"/>
              <a:gd name="T6" fmla="*/ 10 w 45"/>
              <a:gd name="T7" fmla="*/ 7 h 45"/>
              <a:gd name="T8" fmla="*/ 7 w 45"/>
              <a:gd name="T9" fmla="*/ 35 h 45"/>
            </a:gdLst>
            <a:ahLst/>
            <a:cxnLst>
              <a:cxn ang="0">
                <a:pos x="T0" y="T1"/>
              </a:cxn>
              <a:cxn ang="0">
                <a:pos x="T2" y="T3"/>
              </a:cxn>
              <a:cxn ang="0">
                <a:pos x="T4" y="T5"/>
              </a:cxn>
              <a:cxn ang="0">
                <a:pos x="T6" y="T7"/>
              </a:cxn>
              <a:cxn ang="0">
                <a:pos x="T8" y="T9"/>
              </a:cxn>
            </a:cxnLst>
            <a:rect l="0" t="0" r="r" b="b"/>
            <a:pathLst>
              <a:path w="45" h="45">
                <a:moveTo>
                  <a:pt x="7" y="35"/>
                </a:moveTo>
                <a:cubicBezTo>
                  <a:pt x="14" y="44"/>
                  <a:pt x="26" y="45"/>
                  <a:pt x="35" y="39"/>
                </a:cubicBezTo>
                <a:cubicBezTo>
                  <a:pt x="44" y="32"/>
                  <a:pt x="45" y="19"/>
                  <a:pt x="38" y="11"/>
                </a:cubicBezTo>
                <a:cubicBezTo>
                  <a:pt x="32" y="2"/>
                  <a:pt x="19" y="0"/>
                  <a:pt x="10" y="7"/>
                </a:cubicBezTo>
                <a:cubicBezTo>
                  <a:pt x="2" y="14"/>
                  <a:pt x="0" y="26"/>
                  <a:pt x="7" y="35"/>
                </a:cubicBezTo>
                <a:close/>
              </a:path>
            </a:pathLst>
          </a:custGeom>
          <a:solidFill>
            <a:srgbClr val="F5AE1C"/>
          </a:solidFill>
          <a:ln w="9525">
            <a:solidFill>
              <a:schemeClr val="bg1"/>
            </a:solidFill>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4" name="Freeform 112"/>
          <p:cNvSpPr>
            <a:spLocks/>
          </p:cNvSpPr>
          <p:nvPr/>
        </p:nvSpPr>
        <p:spPr bwMode="auto">
          <a:xfrm>
            <a:off x="4314031" y="2713037"/>
            <a:ext cx="1179513" cy="1025525"/>
          </a:xfrm>
          <a:custGeom>
            <a:avLst/>
            <a:gdLst>
              <a:gd name="T0" fmla="*/ 83 w 314"/>
              <a:gd name="T1" fmla="*/ 0 h 273"/>
              <a:gd name="T2" fmla="*/ 76 w 314"/>
              <a:gd name="T3" fmla="*/ 4 h 273"/>
              <a:gd name="T4" fmla="*/ 2 w 314"/>
              <a:gd name="T5" fmla="*/ 132 h 273"/>
              <a:gd name="T6" fmla="*/ 2 w 314"/>
              <a:gd name="T7" fmla="*/ 140 h 273"/>
              <a:gd name="T8" fmla="*/ 76 w 314"/>
              <a:gd name="T9" fmla="*/ 269 h 273"/>
              <a:gd name="T10" fmla="*/ 83 w 314"/>
              <a:gd name="T11" fmla="*/ 273 h 273"/>
              <a:gd name="T12" fmla="*/ 231 w 314"/>
              <a:gd name="T13" fmla="*/ 273 h 273"/>
              <a:gd name="T14" fmla="*/ 238 w 314"/>
              <a:gd name="T15" fmla="*/ 269 h 273"/>
              <a:gd name="T16" fmla="*/ 312 w 314"/>
              <a:gd name="T17" fmla="*/ 140 h 273"/>
              <a:gd name="T18" fmla="*/ 312 w 314"/>
              <a:gd name="T19" fmla="*/ 132 h 273"/>
              <a:gd name="T20" fmla="*/ 238 w 314"/>
              <a:gd name="T21" fmla="*/ 4 h 273"/>
              <a:gd name="T22" fmla="*/ 231 w 314"/>
              <a:gd name="T23" fmla="*/ 0 h 273"/>
              <a:gd name="T24" fmla="*/ 83 w 314"/>
              <a:gd name="T2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4" h="273">
                <a:moveTo>
                  <a:pt x="83" y="0"/>
                </a:moveTo>
                <a:cubicBezTo>
                  <a:pt x="80" y="0"/>
                  <a:pt x="77" y="2"/>
                  <a:pt x="76" y="4"/>
                </a:cubicBezTo>
                <a:cubicBezTo>
                  <a:pt x="2" y="132"/>
                  <a:pt x="2" y="132"/>
                  <a:pt x="2" y="132"/>
                </a:cubicBezTo>
                <a:cubicBezTo>
                  <a:pt x="0" y="135"/>
                  <a:pt x="0" y="138"/>
                  <a:pt x="2" y="140"/>
                </a:cubicBezTo>
                <a:cubicBezTo>
                  <a:pt x="76" y="269"/>
                  <a:pt x="76" y="269"/>
                  <a:pt x="76" y="269"/>
                </a:cubicBezTo>
                <a:cubicBezTo>
                  <a:pt x="77" y="271"/>
                  <a:pt x="80" y="273"/>
                  <a:pt x="83" y="273"/>
                </a:cubicBezTo>
                <a:cubicBezTo>
                  <a:pt x="231" y="273"/>
                  <a:pt x="231" y="273"/>
                  <a:pt x="231" y="273"/>
                </a:cubicBezTo>
                <a:cubicBezTo>
                  <a:pt x="234" y="273"/>
                  <a:pt x="237" y="271"/>
                  <a:pt x="238" y="269"/>
                </a:cubicBezTo>
                <a:cubicBezTo>
                  <a:pt x="312" y="140"/>
                  <a:pt x="312" y="140"/>
                  <a:pt x="312" y="140"/>
                </a:cubicBezTo>
                <a:cubicBezTo>
                  <a:pt x="314" y="138"/>
                  <a:pt x="314" y="135"/>
                  <a:pt x="312" y="132"/>
                </a:cubicBezTo>
                <a:cubicBezTo>
                  <a:pt x="238" y="4"/>
                  <a:pt x="238" y="4"/>
                  <a:pt x="238" y="4"/>
                </a:cubicBezTo>
                <a:cubicBezTo>
                  <a:pt x="237" y="2"/>
                  <a:pt x="234" y="0"/>
                  <a:pt x="231" y="0"/>
                </a:cubicBezTo>
                <a:lnTo>
                  <a:pt x="83" y="0"/>
                </a:lnTo>
                <a:close/>
              </a:path>
            </a:pathLst>
          </a:custGeom>
          <a:gradFill flip="none" rotWithShape="1">
            <a:gsLst>
              <a:gs pos="100000">
                <a:srgbClr val="FFFFFF">
                  <a:lumMod val="100000"/>
                </a:srgbClr>
              </a:gs>
              <a:gs pos="0">
                <a:srgbClr val="D9D9DA"/>
              </a:gs>
            </a:gsLst>
            <a:lin ang="2700000" scaled="1"/>
            <a:tileRect/>
          </a:gradFill>
          <a:ln w="19050" cap="flat" cmpd="sng" algn="ctr">
            <a:gradFill flip="none" rotWithShape="1">
              <a:gsLst>
                <a:gs pos="100000">
                  <a:srgbClr val="FFFFFF"/>
                </a:gs>
                <a:gs pos="0">
                  <a:srgbClr val="D9D9DA"/>
                </a:gs>
              </a:gsLst>
              <a:lin ang="13500000" scaled="1"/>
              <a:tileRect/>
            </a:gradFill>
            <a:prstDash val="solid"/>
            <a:miter lim="800000"/>
          </a:ln>
          <a:effectLst>
            <a:outerShdw blurRad="279400" dist="165100" dir="2700000" algn="t" rotWithShape="0">
              <a:prstClr val="black">
                <a:alpha val="35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40" name="Rectangle 118"/>
          <p:cNvSpPr>
            <a:spLocks noChangeArrowheads="1"/>
          </p:cNvSpPr>
          <p:nvPr/>
        </p:nvSpPr>
        <p:spPr bwMode="auto">
          <a:xfrm>
            <a:off x="4726781" y="1431924"/>
            <a:ext cx="1409700" cy="21600"/>
          </a:xfrm>
          <a:prstGeom prst="rect">
            <a:avLst/>
          </a:prstGeom>
          <a:solidFill>
            <a:schemeClr val="bg1">
              <a:lumMod val="50000"/>
            </a:schemeClr>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41" name="Freeform 119"/>
          <p:cNvSpPr>
            <a:spLocks/>
          </p:cNvSpPr>
          <p:nvPr/>
        </p:nvSpPr>
        <p:spPr bwMode="auto">
          <a:xfrm>
            <a:off x="6061869" y="1357312"/>
            <a:ext cx="168275" cy="168275"/>
          </a:xfrm>
          <a:custGeom>
            <a:avLst/>
            <a:gdLst>
              <a:gd name="T0" fmla="*/ 6 w 45"/>
              <a:gd name="T1" fmla="*/ 35 h 45"/>
              <a:gd name="T2" fmla="*/ 34 w 45"/>
              <a:gd name="T3" fmla="*/ 38 h 45"/>
              <a:gd name="T4" fmla="*/ 38 w 45"/>
              <a:gd name="T5" fmla="*/ 10 h 45"/>
              <a:gd name="T6" fmla="*/ 10 w 45"/>
              <a:gd name="T7" fmla="*/ 7 h 45"/>
              <a:gd name="T8" fmla="*/ 6 w 45"/>
              <a:gd name="T9" fmla="*/ 35 h 45"/>
            </a:gdLst>
            <a:ahLst/>
            <a:cxnLst>
              <a:cxn ang="0">
                <a:pos x="T0" y="T1"/>
              </a:cxn>
              <a:cxn ang="0">
                <a:pos x="T2" y="T3"/>
              </a:cxn>
              <a:cxn ang="0">
                <a:pos x="T4" y="T5"/>
              </a:cxn>
              <a:cxn ang="0">
                <a:pos x="T6" y="T7"/>
              </a:cxn>
              <a:cxn ang="0">
                <a:pos x="T8" y="T9"/>
              </a:cxn>
            </a:cxnLst>
            <a:rect l="0" t="0" r="r" b="b"/>
            <a:pathLst>
              <a:path w="45" h="45">
                <a:moveTo>
                  <a:pt x="6" y="35"/>
                </a:moveTo>
                <a:cubicBezTo>
                  <a:pt x="13" y="43"/>
                  <a:pt x="26" y="45"/>
                  <a:pt x="34" y="38"/>
                </a:cubicBezTo>
                <a:cubicBezTo>
                  <a:pt x="43" y="31"/>
                  <a:pt x="45" y="19"/>
                  <a:pt x="38" y="10"/>
                </a:cubicBezTo>
                <a:cubicBezTo>
                  <a:pt x="31" y="1"/>
                  <a:pt x="19" y="0"/>
                  <a:pt x="10" y="7"/>
                </a:cubicBezTo>
                <a:cubicBezTo>
                  <a:pt x="1" y="13"/>
                  <a:pt x="0" y="26"/>
                  <a:pt x="6" y="35"/>
                </a:cubicBezTo>
                <a:close/>
              </a:path>
            </a:pathLst>
          </a:custGeom>
          <a:solidFill>
            <a:srgbClr val="E03F11"/>
          </a:solidFill>
          <a:ln w="9525">
            <a:solidFill>
              <a:schemeClr val="bg1"/>
            </a:solidFill>
            <a:round/>
            <a:headEnd/>
            <a:tailEnd/>
          </a:ln>
        </p:spPr>
        <p:txBody>
          <a:bodyPr vert="horz" wrap="square" lIns="91440" tIns="45720" rIns="91440" bIns="45720" numCol="1" anchor="t" anchorCtr="0" compatLnSpc="1">
            <a:prstTxWarp prst="textNoShape">
              <a:avLst/>
            </a:prstTxWarp>
          </a:bodyPr>
          <a:lstStyle/>
          <a:p>
            <a:endParaRPr lang="zh-CN" altLang="en-US">
              <a:solidFill>
                <a:schemeClr val="tx1"/>
              </a:solidFill>
            </a:endParaRPr>
          </a:p>
        </p:txBody>
      </p:sp>
      <p:sp>
        <p:nvSpPr>
          <p:cNvPr id="42" name="Freeform 120"/>
          <p:cNvSpPr>
            <a:spLocks/>
          </p:cNvSpPr>
          <p:nvPr/>
        </p:nvSpPr>
        <p:spPr bwMode="auto">
          <a:xfrm>
            <a:off x="4321969" y="917575"/>
            <a:ext cx="1176338" cy="1025525"/>
          </a:xfrm>
          <a:custGeom>
            <a:avLst/>
            <a:gdLst>
              <a:gd name="T0" fmla="*/ 82 w 313"/>
              <a:gd name="T1" fmla="*/ 0 h 273"/>
              <a:gd name="T2" fmla="*/ 75 w 313"/>
              <a:gd name="T3" fmla="*/ 4 h 273"/>
              <a:gd name="T4" fmla="*/ 1 w 313"/>
              <a:gd name="T5" fmla="*/ 133 h 273"/>
              <a:gd name="T6" fmla="*/ 1 w 313"/>
              <a:gd name="T7" fmla="*/ 141 h 273"/>
              <a:gd name="T8" fmla="*/ 75 w 313"/>
              <a:gd name="T9" fmla="*/ 269 h 273"/>
              <a:gd name="T10" fmla="*/ 82 w 313"/>
              <a:gd name="T11" fmla="*/ 273 h 273"/>
              <a:gd name="T12" fmla="*/ 231 w 313"/>
              <a:gd name="T13" fmla="*/ 273 h 273"/>
              <a:gd name="T14" fmla="*/ 238 w 313"/>
              <a:gd name="T15" fmla="*/ 269 h 273"/>
              <a:gd name="T16" fmla="*/ 312 w 313"/>
              <a:gd name="T17" fmla="*/ 141 h 273"/>
              <a:gd name="T18" fmla="*/ 312 w 313"/>
              <a:gd name="T19" fmla="*/ 133 h 273"/>
              <a:gd name="T20" fmla="*/ 238 w 313"/>
              <a:gd name="T21" fmla="*/ 4 h 273"/>
              <a:gd name="T22" fmla="*/ 231 w 313"/>
              <a:gd name="T23" fmla="*/ 0 h 273"/>
              <a:gd name="T24" fmla="*/ 82 w 313"/>
              <a:gd name="T2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3" h="273">
                <a:moveTo>
                  <a:pt x="82" y="0"/>
                </a:moveTo>
                <a:cubicBezTo>
                  <a:pt x="80" y="0"/>
                  <a:pt x="77" y="2"/>
                  <a:pt x="75" y="4"/>
                </a:cubicBezTo>
                <a:cubicBezTo>
                  <a:pt x="1" y="133"/>
                  <a:pt x="1" y="133"/>
                  <a:pt x="1" y="133"/>
                </a:cubicBezTo>
                <a:cubicBezTo>
                  <a:pt x="0" y="135"/>
                  <a:pt x="0" y="139"/>
                  <a:pt x="1" y="141"/>
                </a:cubicBezTo>
                <a:cubicBezTo>
                  <a:pt x="75" y="269"/>
                  <a:pt x="75" y="269"/>
                  <a:pt x="75" y="269"/>
                </a:cubicBezTo>
                <a:cubicBezTo>
                  <a:pt x="77" y="272"/>
                  <a:pt x="80" y="273"/>
                  <a:pt x="82" y="273"/>
                </a:cubicBezTo>
                <a:cubicBezTo>
                  <a:pt x="231" y="273"/>
                  <a:pt x="231" y="273"/>
                  <a:pt x="231" y="273"/>
                </a:cubicBezTo>
                <a:cubicBezTo>
                  <a:pt x="233" y="273"/>
                  <a:pt x="236" y="272"/>
                  <a:pt x="238" y="269"/>
                </a:cubicBezTo>
                <a:cubicBezTo>
                  <a:pt x="312" y="141"/>
                  <a:pt x="312" y="141"/>
                  <a:pt x="312" y="141"/>
                </a:cubicBezTo>
                <a:cubicBezTo>
                  <a:pt x="313" y="139"/>
                  <a:pt x="313" y="135"/>
                  <a:pt x="312" y="133"/>
                </a:cubicBezTo>
                <a:cubicBezTo>
                  <a:pt x="238" y="4"/>
                  <a:pt x="238" y="4"/>
                  <a:pt x="238" y="4"/>
                </a:cubicBezTo>
                <a:cubicBezTo>
                  <a:pt x="236" y="2"/>
                  <a:pt x="233" y="0"/>
                  <a:pt x="231" y="0"/>
                </a:cubicBezTo>
                <a:lnTo>
                  <a:pt x="82" y="0"/>
                </a:lnTo>
                <a:close/>
              </a:path>
            </a:pathLst>
          </a:custGeom>
          <a:gradFill flip="none" rotWithShape="1">
            <a:gsLst>
              <a:gs pos="100000">
                <a:srgbClr val="FFFFFF">
                  <a:lumMod val="100000"/>
                </a:srgbClr>
              </a:gs>
              <a:gs pos="0">
                <a:srgbClr val="D9D9DA"/>
              </a:gs>
            </a:gsLst>
            <a:lin ang="2700000" scaled="1"/>
            <a:tileRect/>
          </a:gradFill>
          <a:ln w="19050" cap="flat" cmpd="sng" algn="ctr">
            <a:gradFill flip="none" rotWithShape="1">
              <a:gsLst>
                <a:gs pos="100000">
                  <a:srgbClr val="FFFFFF"/>
                </a:gs>
                <a:gs pos="0">
                  <a:srgbClr val="D9D9DA"/>
                </a:gs>
              </a:gsLst>
              <a:lin ang="13500000" scaled="1"/>
              <a:tileRect/>
            </a:gradFill>
            <a:prstDash val="solid"/>
            <a:miter lim="800000"/>
          </a:ln>
          <a:effectLst>
            <a:outerShdw blurRad="279400" dist="165100" dir="2700000" algn="t" rotWithShape="0">
              <a:prstClr val="black">
                <a:alpha val="35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43" name="Rectangle 121"/>
          <p:cNvSpPr>
            <a:spLocks noChangeArrowheads="1"/>
          </p:cNvSpPr>
          <p:nvPr/>
        </p:nvSpPr>
        <p:spPr bwMode="auto">
          <a:xfrm>
            <a:off x="6177757" y="2266949"/>
            <a:ext cx="1409700" cy="21600"/>
          </a:xfrm>
          <a:prstGeom prst="rect">
            <a:avLst/>
          </a:prstGeom>
          <a:solidFill>
            <a:schemeClr val="bg1">
              <a:lumMod val="50000"/>
            </a:schemeClr>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44" name="Freeform 122"/>
          <p:cNvSpPr>
            <a:spLocks/>
          </p:cNvSpPr>
          <p:nvPr/>
        </p:nvSpPr>
        <p:spPr bwMode="auto">
          <a:xfrm>
            <a:off x="6072982" y="2184400"/>
            <a:ext cx="168275" cy="168275"/>
          </a:xfrm>
          <a:custGeom>
            <a:avLst/>
            <a:gdLst>
              <a:gd name="T0" fmla="*/ 38 w 45"/>
              <a:gd name="T1" fmla="*/ 34 h 45"/>
              <a:gd name="T2" fmla="*/ 10 w 45"/>
              <a:gd name="T3" fmla="*/ 38 h 45"/>
              <a:gd name="T4" fmla="*/ 7 w 45"/>
              <a:gd name="T5" fmla="*/ 10 h 45"/>
              <a:gd name="T6" fmla="*/ 35 w 45"/>
              <a:gd name="T7" fmla="*/ 6 h 45"/>
              <a:gd name="T8" fmla="*/ 38 w 45"/>
              <a:gd name="T9" fmla="*/ 34 h 45"/>
            </a:gdLst>
            <a:ahLst/>
            <a:cxnLst>
              <a:cxn ang="0">
                <a:pos x="T0" y="T1"/>
              </a:cxn>
              <a:cxn ang="0">
                <a:pos x="T2" y="T3"/>
              </a:cxn>
              <a:cxn ang="0">
                <a:pos x="T4" y="T5"/>
              </a:cxn>
              <a:cxn ang="0">
                <a:pos x="T6" y="T7"/>
              </a:cxn>
              <a:cxn ang="0">
                <a:pos x="T8" y="T9"/>
              </a:cxn>
            </a:cxnLst>
            <a:rect l="0" t="0" r="r" b="b"/>
            <a:pathLst>
              <a:path w="45" h="45">
                <a:moveTo>
                  <a:pt x="38" y="34"/>
                </a:moveTo>
                <a:cubicBezTo>
                  <a:pt x="31" y="43"/>
                  <a:pt x="19" y="45"/>
                  <a:pt x="10" y="38"/>
                </a:cubicBezTo>
                <a:cubicBezTo>
                  <a:pt x="1" y="31"/>
                  <a:pt x="0" y="18"/>
                  <a:pt x="7" y="10"/>
                </a:cubicBezTo>
                <a:cubicBezTo>
                  <a:pt x="13" y="1"/>
                  <a:pt x="26" y="0"/>
                  <a:pt x="35" y="6"/>
                </a:cubicBezTo>
                <a:cubicBezTo>
                  <a:pt x="43" y="13"/>
                  <a:pt x="45" y="26"/>
                  <a:pt x="38" y="34"/>
                </a:cubicBezTo>
                <a:close/>
              </a:path>
            </a:pathLst>
          </a:custGeom>
          <a:solidFill>
            <a:srgbClr val="6A58A0"/>
          </a:solidFill>
          <a:ln w="19050">
            <a:solidFill>
              <a:schemeClr val="bg1"/>
            </a:solidFill>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45" name="Freeform 123"/>
          <p:cNvSpPr>
            <a:spLocks/>
          </p:cNvSpPr>
          <p:nvPr/>
        </p:nvSpPr>
        <p:spPr bwMode="auto">
          <a:xfrm>
            <a:off x="6839744" y="1763712"/>
            <a:ext cx="1176338" cy="1025525"/>
          </a:xfrm>
          <a:custGeom>
            <a:avLst/>
            <a:gdLst>
              <a:gd name="T0" fmla="*/ 82 w 313"/>
              <a:gd name="T1" fmla="*/ 0 h 273"/>
              <a:gd name="T2" fmla="*/ 75 w 313"/>
              <a:gd name="T3" fmla="*/ 4 h 273"/>
              <a:gd name="T4" fmla="*/ 1 w 313"/>
              <a:gd name="T5" fmla="*/ 133 h 273"/>
              <a:gd name="T6" fmla="*/ 1 w 313"/>
              <a:gd name="T7" fmla="*/ 141 h 273"/>
              <a:gd name="T8" fmla="*/ 75 w 313"/>
              <a:gd name="T9" fmla="*/ 269 h 273"/>
              <a:gd name="T10" fmla="*/ 82 w 313"/>
              <a:gd name="T11" fmla="*/ 273 h 273"/>
              <a:gd name="T12" fmla="*/ 230 w 313"/>
              <a:gd name="T13" fmla="*/ 273 h 273"/>
              <a:gd name="T14" fmla="*/ 237 w 313"/>
              <a:gd name="T15" fmla="*/ 269 h 273"/>
              <a:gd name="T16" fmla="*/ 311 w 313"/>
              <a:gd name="T17" fmla="*/ 141 h 273"/>
              <a:gd name="T18" fmla="*/ 311 w 313"/>
              <a:gd name="T19" fmla="*/ 133 h 273"/>
              <a:gd name="T20" fmla="*/ 237 w 313"/>
              <a:gd name="T21" fmla="*/ 4 h 273"/>
              <a:gd name="T22" fmla="*/ 230 w 313"/>
              <a:gd name="T23" fmla="*/ 0 h 273"/>
              <a:gd name="T24" fmla="*/ 82 w 313"/>
              <a:gd name="T2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3" h="273">
                <a:moveTo>
                  <a:pt x="82" y="0"/>
                </a:moveTo>
                <a:cubicBezTo>
                  <a:pt x="79" y="0"/>
                  <a:pt x="76" y="2"/>
                  <a:pt x="75" y="4"/>
                </a:cubicBezTo>
                <a:cubicBezTo>
                  <a:pt x="1" y="133"/>
                  <a:pt x="1" y="133"/>
                  <a:pt x="1" y="133"/>
                </a:cubicBezTo>
                <a:cubicBezTo>
                  <a:pt x="0" y="135"/>
                  <a:pt x="0" y="138"/>
                  <a:pt x="1" y="141"/>
                </a:cubicBezTo>
                <a:cubicBezTo>
                  <a:pt x="75" y="269"/>
                  <a:pt x="75" y="269"/>
                  <a:pt x="75" y="269"/>
                </a:cubicBezTo>
                <a:cubicBezTo>
                  <a:pt x="76" y="271"/>
                  <a:pt x="79" y="273"/>
                  <a:pt x="82" y="273"/>
                </a:cubicBezTo>
                <a:cubicBezTo>
                  <a:pt x="230" y="273"/>
                  <a:pt x="230" y="273"/>
                  <a:pt x="230" y="273"/>
                </a:cubicBezTo>
                <a:cubicBezTo>
                  <a:pt x="233" y="273"/>
                  <a:pt x="236" y="271"/>
                  <a:pt x="237" y="269"/>
                </a:cubicBezTo>
                <a:cubicBezTo>
                  <a:pt x="311" y="141"/>
                  <a:pt x="311" y="141"/>
                  <a:pt x="311" y="141"/>
                </a:cubicBezTo>
                <a:cubicBezTo>
                  <a:pt x="313" y="139"/>
                  <a:pt x="313" y="135"/>
                  <a:pt x="311" y="133"/>
                </a:cubicBezTo>
                <a:cubicBezTo>
                  <a:pt x="237" y="4"/>
                  <a:pt x="237" y="4"/>
                  <a:pt x="237" y="4"/>
                </a:cubicBezTo>
                <a:cubicBezTo>
                  <a:pt x="236" y="2"/>
                  <a:pt x="233" y="0"/>
                  <a:pt x="230" y="0"/>
                </a:cubicBezTo>
                <a:lnTo>
                  <a:pt x="82" y="0"/>
                </a:lnTo>
                <a:close/>
              </a:path>
            </a:pathLst>
          </a:custGeom>
          <a:gradFill flip="none" rotWithShape="1">
            <a:gsLst>
              <a:gs pos="100000">
                <a:srgbClr val="FFFFFF">
                  <a:lumMod val="100000"/>
                </a:srgbClr>
              </a:gs>
              <a:gs pos="0">
                <a:srgbClr val="D9D9DA"/>
              </a:gs>
            </a:gsLst>
            <a:lin ang="2700000" scaled="1"/>
            <a:tileRect/>
          </a:gradFill>
          <a:ln w="19050" cap="flat" cmpd="sng" algn="ctr">
            <a:gradFill flip="none" rotWithShape="1">
              <a:gsLst>
                <a:gs pos="100000">
                  <a:srgbClr val="FFFFFF"/>
                </a:gs>
                <a:gs pos="0">
                  <a:srgbClr val="D9D9DA"/>
                </a:gs>
              </a:gsLst>
              <a:lin ang="13500000" scaled="1"/>
              <a:tileRect/>
            </a:gradFill>
            <a:prstDash val="solid"/>
            <a:miter lim="800000"/>
          </a:ln>
          <a:effectLst>
            <a:outerShdw blurRad="279400" dist="165100" dir="2700000" algn="t" rotWithShape="0">
              <a:prstClr val="black">
                <a:alpha val="35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60" name="椭圆 59"/>
          <p:cNvSpPr/>
          <p:nvPr/>
        </p:nvSpPr>
        <p:spPr>
          <a:xfrm>
            <a:off x="4477299" y="988276"/>
            <a:ext cx="865678" cy="865678"/>
          </a:xfrm>
          <a:prstGeom prst="ellipse">
            <a:avLst/>
          </a:prstGeom>
          <a:gradFill>
            <a:gsLst>
              <a:gs pos="100000">
                <a:srgbClr val="F5A500"/>
              </a:gs>
              <a:gs pos="0">
                <a:srgbClr val="E60012"/>
              </a:gs>
            </a:gsLst>
            <a:lin ang="2700000" scaled="0"/>
          </a:gradFill>
          <a:ln w="28575" cap="flat">
            <a:noFill/>
            <a:prstDash val="solid"/>
            <a:miter lim="800000"/>
            <a:headEnd/>
            <a:tailEnd/>
          </a:ln>
          <a:effectLst>
            <a:innerShdw blurRad="127000" dist="63500" dir="16200000">
              <a:prstClr val="black">
                <a:alpha val="30000"/>
              </a:prstClr>
            </a:innerShdw>
          </a:effectLst>
        </p:spPr>
        <p:txBody>
          <a:bodyPr vert="horz" wrap="square" lIns="91440" tIns="45720" rIns="91440" bIns="45720" numCol="1" anchor="t" anchorCtr="0" compatLnSpc="1">
            <a:prstTxWarp prst="textNoShape">
              <a:avLst/>
            </a:prstTxWarp>
          </a:bodyPr>
          <a:lstStyle/>
          <a:p>
            <a:endParaRPr lang="zh-CN" altLang="en-US" dirty="0"/>
          </a:p>
        </p:txBody>
      </p:sp>
      <p:sp>
        <p:nvSpPr>
          <p:cNvPr id="61" name="椭圆 60"/>
          <p:cNvSpPr/>
          <p:nvPr/>
        </p:nvSpPr>
        <p:spPr>
          <a:xfrm>
            <a:off x="4477299" y="2801202"/>
            <a:ext cx="865678" cy="865678"/>
          </a:xfrm>
          <a:prstGeom prst="ellipse">
            <a:avLst/>
          </a:prstGeom>
          <a:gradFill>
            <a:gsLst>
              <a:gs pos="100000">
                <a:srgbClr val="FFE141"/>
              </a:gs>
              <a:gs pos="0">
                <a:srgbClr val="F5A400"/>
              </a:gs>
            </a:gsLst>
            <a:lin ang="2700000" scaled="0"/>
          </a:gradFill>
          <a:ln w="28575" cap="flat">
            <a:noFill/>
            <a:prstDash val="solid"/>
            <a:miter lim="800000"/>
            <a:headEnd/>
            <a:tailEnd/>
          </a:ln>
          <a:effectLst>
            <a:innerShdw blurRad="127000" dist="63500" dir="16200000">
              <a:prstClr val="black">
                <a:alpha val="30000"/>
              </a:prstClr>
            </a:innerShdw>
          </a:effectLst>
        </p:spPr>
        <p:txBody>
          <a:bodyPr vert="horz" wrap="square" lIns="91440" tIns="45720" rIns="91440" bIns="45720" numCol="1" anchor="t" anchorCtr="0" compatLnSpc="1">
            <a:prstTxWarp prst="textNoShape">
              <a:avLst/>
            </a:prstTxWarp>
          </a:bodyPr>
          <a:lstStyle/>
          <a:p>
            <a:endParaRPr lang="zh-CN" altLang="en-US" dirty="0"/>
          </a:p>
        </p:txBody>
      </p:sp>
      <p:sp>
        <p:nvSpPr>
          <p:cNvPr id="62" name="椭圆 61"/>
          <p:cNvSpPr/>
          <p:nvPr/>
        </p:nvSpPr>
        <p:spPr>
          <a:xfrm>
            <a:off x="4477299" y="4603750"/>
            <a:ext cx="865678" cy="865678"/>
          </a:xfrm>
          <a:prstGeom prst="ellipse">
            <a:avLst/>
          </a:prstGeom>
          <a:gradFill flip="none" rotWithShape="1">
            <a:gsLst>
              <a:gs pos="100000">
                <a:srgbClr val="EFE800"/>
              </a:gs>
              <a:gs pos="0">
                <a:srgbClr val="A6CD47"/>
              </a:gs>
            </a:gsLst>
            <a:lin ang="2700000" scaled="0"/>
            <a:tileRect/>
          </a:gradFill>
          <a:ln w="28575">
            <a:noFill/>
          </a:ln>
          <a:effectLst>
            <a:innerShdw blurRad="127000" dist="63500" dir="16200000">
              <a:prstClr val="black">
                <a:alpha val="3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lt1"/>
              </a:solidFill>
            </a:endParaRPr>
          </a:p>
        </p:txBody>
      </p:sp>
      <p:sp>
        <p:nvSpPr>
          <p:cNvPr id="63" name="椭圆 62"/>
          <p:cNvSpPr/>
          <p:nvPr/>
        </p:nvSpPr>
        <p:spPr>
          <a:xfrm>
            <a:off x="6984203" y="1858628"/>
            <a:ext cx="865678" cy="865678"/>
          </a:xfrm>
          <a:prstGeom prst="ellipse">
            <a:avLst/>
          </a:prstGeom>
          <a:gradFill flip="none" rotWithShape="1">
            <a:gsLst>
              <a:gs pos="0">
                <a:srgbClr val="2F3E96"/>
              </a:gs>
              <a:gs pos="100000">
                <a:srgbClr val="B785B9"/>
              </a:gs>
            </a:gsLst>
            <a:lin ang="2700000" scaled="0"/>
            <a:tileRect/>
          </a:gradFill>
          <a:ln w="28575">
            <a:noFill/>
          </a:ln>
          <a:effectLst>
            <a:innerShdw blurRad="127000" dist="63500" dir="16200000">
              <a:prstClr val="black">
                <a:alpha val="3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4" name="椭圆 63"/>
          <p:cNvSpPr/>
          <p:nvPr/>
        </p:nvSpPr>
        <p:spPr>
          <a:xfrm>
            <a:off x="6984203" y="3666880"/>
            <a:ext cx="865678" cy="865678"/>
          </a:xfrm>
          <a:prstGeom prst="ellipse">
            <a:avLst/>
          </a:prstGeom>
          <a:gradFill flip="none" rotWithShape="1">
            <a:gsLst>
              <a:gs pos="0">
                <a:srgbClr val="005DAD"/>
              </a:gs>
              <a:gs pos="100000">
                <a:srgbClr val="5796D0"/>
              </a:gs>
            </a:gsLst>
            <a:lin ang="2700000" scaled="0"/>
            <a:tileRect/>
          </a:gradFill>
          <a:ln w="28575">
            <a:noFill/>
          </a:ln>
          <a:effectLst>
            <a:innerShdw blurRad="127000" dist="63500" dir="16200000">
              <a:prstClr val="black">
                <a:alpha val="3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lt1"/>
              </a:solidFill>
            </a:endParaRPr>
          </a:p>
        </p:txBody>
      </p:sp>
      <p:sp>
        <p:nvSpPr>
          <p:cNvPr id="65" name="椭圆 64"/>
          <p:cNvSpPr/>
          <p:nvPr/>
        </p:nvSpPr>
        <p:spPr>
          <a:xfrm>
            <a:off x="6984203" y="5421860"/>
            <a:ext cx="865678" cy="865678"/>
          </a:xfrm>
          <a:prstGeom prst="ellipse">
            <a:avLst/>
          </a:prstGeom>
          <a:gradFill flip="none" rotWithShape="1">
            <a:gsLst>
              <a:gs pos="100000">
                <a:srgbClr val="A6CD47"/>
              </a:gs>
              <a:gs pos="0">
                <a:srgbClr val="009A5C"/>
              </a:gs>
            </a:gsLst>
            <a:lin ang="2700000" scaled="0"/>
            <a:tileRect/>
          </a:gradFill>
          <a:ln w="28575">
            <a:noFill/>
          </a:ln>
          <a:effectLst>
            <a:innerShdw blurRad="127000" dist="63500" dir="16200000">
              <a:prstClr val="black">
                <a:alpha val="3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lt1"/>
              </a:solidFill>
            </a:endParaRPr>
          </a:p>
        </p:txBody>
      </p:sp>
      <p:sp>
        <p:nvSpPr>
          <p:cNvPr id="28" name="矩形 39"/>
          <p:cNvSpPr/>
          <p:nvPr/>
        </p:nvSpPr>
        <p:spPr>
          <a:xfrm>
            <a:off x="0" y="203088"/>
            <a:ext cx="2852063" cy="523220"/>
          </a:xfrm>
          <a:prstGeom prst="rect">
            <a:avLst/>
          </a:prstGeom>
          <a:noFill/>
        </p:spPr>
        <p:txBody>
          <a:bodyPr wrap="none" rtlCol="0">
            <a:spAutoFit/>
          </a:bodyPr>
          <a:lstStyle/>
          <a:p>
            <a:r>
              <a:rPr lang="zh-CN" altLang="en-US" sz="2800" b="1" dirty="0">
                <a:solidFill>
                  <a:schemeClr val="tx1">
                    <a:lumMod val="65000"/>
                    <a:lumOff val="35000"/>
                  </a:schemeClr>
                </a:solidFill>
              </a:rPr>
              <a:t>六项并列</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时间线</a:t>
            </a:r>
            <a:endParaRPr lang="zh-CN" altLang="zh-CN" sz="2800" b="1" dirty="0">
              <a:solidFill>
                <a:schemeClr val="tx1">
                  <a:lumMod val="65000"/>
                  <a:lumOff val="35000"/>
                </a:schemeClr>
              </a:solidFill>
            </a:endParaRPr>
          </a:p>
        </p:txBody>
      </p:sp>
      <p:sp>
        <p:nvSpPr>
          <p:cNvPr id="35" name="文本框 34"/>
          <p:cNvSpPr txBox="1"/>
          <p:nvPr/>
        </p:nvSpPr>
        <p:spPr>
          <a:xfrm>
            <a:off x="8117984" y="5433644"/>
            <a:ext cx="2856518" cy="830997"/>
          </a:xfrm>
          <a:prstGeom prst="rect">
            <a:avLst/>
          </a:prstGeom>
          <a:noFill/>
        </p:spPr>
        <p:txBody>
          <a:bodyPr wrap="square" rtlCol="0">
            <a:spAutoFit/>
          </a:bodyPr>
          <a:lstStyle/>
          <a:p>
            <a:pPr>
              <a:lnSpc>
                <a:spcPct val="120000"/>
              </a:lnSpc>
            </a:pPr>
            <a:r>
              <a:rPr lang="zh-CN" altLang="en-US" sz="2400" b="1" dirty="0">
                <a:solidFill>
                  <a:srgbClr val="5DAA57"/>
                </a:solidFill>
              </a:rPr>
              <a:t>添加标题</a:t>
            </a:r>
            <a:endParaRPr lang="en-US" altLang="zh-CN" sz="2400" b="1" dirty="0">
              <a:solidFill>
                <a:srgbClr val="5DAA57"/>
              </a:solidFill>
            </a:endParaRPr>
          </a:p>
          <a:p>
            <a:pPr>
              <a:lnSpc>
                <a:spcPct val="120000"/>
              </a:lnSpc>
            </a:pPr>
            <a:r>
              <a:rPr lang="zh-CN" altLang="en-US" sz="1600" dirty="0">
                <a:solidFill>
                  <a:schemeClr val="tx1">
                    <a:lumMod val="65000"/>
                    <a:lumOff val="35000"/>
                  </a:schemeClr>
                </a:solidFill>
              </a:rPr>
              <a:t>添加内容添加内容</a:t>
            </a:r>
          </a:p>
        </p:txBody>
      </p:sp>
      <p:sp>
        <p:nvSpPr>
          <p:cNvPr id="36" name="文本框 35"/>
          <p:cNvSpPr txBox="1"/>
          <p:nvPr/>
        </p:nvSpPr>
        <p:spPr>
          <a:xfrm>
            <a:off x="1411476" y="4590863"/>
            <a:ext cx="2856518" cy="830997"/>
          </a:xfrm>
          <a:prstGeom prst="rect">
            <a:avLst/>
          </a:prstGeom>
          <a:noFill/>
        </p:spPr>
        <p:txBody>
          <a:bodyPr wrap="square" rtlCol="0">
            <a:spAutoFit/>
          </a:bodyPr>
          <a:lstStyle/>
          <a:p>
            <a:pPr algn="r">
              <a:lnSpc>
                <a:spcPct val="120000"/>
              </a:lnSpc>
            </a:pPr>
            <a:r>
              <a:rPr lang="zh-CN" altLang="en-US" sz="2400" b="1" dirty="0">
                <a:solidFill>
                  <a:srgbClr val="B7D13E"/>
                </a:solidFill>
              </a:rPr>
              <a:t>添加标题</a:t>
            </a:r>
            <a:endParaRPr lang="en-US" altLang="zh-CN" sz="2400" b="1" dirty="0">
              <a:solidFill>
                <a:srgbClr val="B7D13E"/>
              </a:solidFill>
            </a:endParaRPr>
          </a:p>
          <a:p>
            <a:pPr algn="r">
              <a:lnSpc>
                <a:spcPct val="120000"/>
              </a:lnSpc>
            </a:pPr>
            <a:r>
              <a:rPr lang="zh-CN" altLang="en-US" sz="1600" dirty="0">
                <a:solidFill>
                  <a:schemeClr val="tx1">
                    <a:lumMod val="65000"/>
                    <a:lumOff val="35000"/>
                  </a:schemeClr>
                </a:solidFill>
              </a:rPr>
              <a:t>添加内容添加内容</a:t>
            </a:r>
          </a:p>
        </p:txBody>
      </p:sp>
      <p:sp>
        <p:nvSpPr>
          <p:cNvPr id="39" name="文本框 38"/>
          <p:cNvSpPr txBox="1"/>
          <p:nvPr/>
        </p:nvSpPr>
        <p:spPr>
          <a:xfrm>
            <a:off x="8117984" y="3671007"/>
            <a:ext cx="2856518" cy="830997"/>
          </a:xfrm>
          <a:prstGeom prst="rect">
            <a:avLst/>
          </a:prstGeom>
          <a:noFill/>
        </p:spPr>
        <p:txBody>
          <a:bodyPr wrap="square" rtlCol="0">
            <a:spAutoFit/>
          </a:bodyPr>
          <a:lstStyle/>
          <a:p>
            <a:pPr>
              <a:lnSpc>
                <a:spcPct val="120000"/>
              </a:lnSpc>
            </a:pPr>
            <a:r>
              <a:rPr lang="zh-CN" altLang="en-US" sz="2400" b="1" dirty="0">
                <a:solidFill>
                  <a:srgbClr val="2D6EB6"/>
                </a:solidFill>
              </a:rPr>
              <a:t>添加标题</a:t>
            </a:r>
            <a:endParaRPr lang="en-US" altLang="zh-CN" sz="2400" b="1" dirty="0">
              <a:solidFill>
                <a:srgbClr val="2D6EB6"/>
              </a:solidFill>
            </a:endParaRPr>
          </a:p>
          <a:p>
            <a:pPr>
              <a:lnSpc>
                <a:spcPct val="120000"/>
              </a:lnSpc>
            </a:pPr>
            <a:r>
              <a:rPr lang="zh-CN" altLang="en-US" sz="1600" dirty="0">
                <a:solidFill>
                  <a:schemeClr val="tx1">
                    <a:lumMod val="65000"/>
                    <a:lumOff val="35000"/>
                  </a:schemeClr>
                </a:solidFill>
              </a:rPr>
              <a:t>添加内容添加内容</a:t>
            </a:r>
          </a:p>
        </p:txBody>
      </p:sp>
      <p:sp>
        <p:nvSpPr>
          <p:cNvPr id="46" name="文本框 45"/>
          <p:cNvSpPr txBox="1"/>
          <p:nvPr/>
        </p:nvSpPr>
        <p:spPr>
          <a:xfrm>
            <a:off x="1411476" y="2828226"/>
            <a:ext cx="2856518" cy="830997"/>
          </a:xfrm>
          <a:prstGeom prst="rect">
            <a:avLst/>
          </a:prstGeom>
          <a:noFill/>
        </p:spPr>
        <p:txBody>
          <a:bodyPr wrap="square" rtlCol="0">
            <a:spAutoFit/>
          </a:bodyPr>
          <a:lstStyle/>
          <a:p>
            <a:pPr algn="r">
              <a:lnSpc>
                <a:spcPct val="120000"/>
              </a:lnSpc>
            </a:pPr>
            <a:r>
              <a:rPr lang="zh-CN" altLang="en-US" sz="2400" b="1" dirty="0">
                <a:solidFill>
                  <a:srgbClr val="F7B31F"/>
                </a:solidFill>
              </a:rPr>
              <a:t>添加标题</a:t>
            </a:r>
            <a:endParaRPr lang="en-US" altLang="zh-CN" sz="2400" b="1" dirty="0">
              <a:solidFill>
                <a:srgbClr val="F7B31F"/>
              </a:solidFill>
            </a:endParaRPr>
          </a:p>
          <a:p>
            <a:pPr algn="r">
              <a:lnSpc>
                <a:spcPct val="120000"/>
              </a:lnSpc>
            </a:pPr>
            <a:r>
              <a:rPr lang="zh-CN" altLang="en-US" sz="1600" dirty="0">
                <a:solidFill>
                  <a:schemeClr val="tx1">
                    <a:lumMod val="65000"/>
                    <a:lumOff val="35000"/>
                  </a:schemeClr>
                </a:solidFill>
              </a:rPr>
              <a:t>添加内容添加内容</a:t>
            </a:r>
          </a:p>
        </p:txBody>
      </p:sp>
      <p:sp>
        <p:nvSpPr>
          <p:cNvPr id="47" name="文本框 46"/>
          <p:cNvSpPr txBox="1"/>
          <p:nvPr/>
        </p:nvSpPr>
        <p:spPr>
          <a:xfrm>
            <a:off x="8117984" y="1842286"/>
            <a:ext cx="2856518" cy="830997"/>
          </a:xfrm>
          <a:prstGeom prst="rect">
            <a:avLst/>
          </a:prstGeom>
          <a:noFill/>
        </p:spPr>
        <p:txBody>
          <a:bodyPr wrap="square" rtlCol="0">
            <a:spAutoFit/>
          </a:bodyPr>
          <a:lstStyle/>
          <a:p>
            <a:pPr>
              <a:lnSpc>
                <a:spcPct val="120000"/>
              </a:lnSpc>
            </a:pPr>
            <a:r>
              <a:rPr lang="zh-CN" altLang="en-US" sz="2400" b="1" dirty="0">
                <a:solidFill>
                  <a:srgbClr val="6A58A0"/>
                </a:solidFill>
              </a:rPr>
              <a:t>添加标题</a:t>
            </a:r>
            <a:endParaRPr lang="en-US" altLang="zh-CN" sz="2400" b="1" dirty="0">
              <a:solidFill>
                <a:srgbClr val="6A58A0"/>
              </a:solidFill>
            </a:endParaRPr>
          </a:p>
          <a:p>
            <a:pPr>
              <a:lnSpc>
                <a:spcPct val="120000"/>
              </a:lnSpc>
            </a:pPr>
            <a:r>
              <a:rPr lang="zh-CN" altLang="en-US" sz="1600" dirty="0">
                <a:solidFill>
                  <a:schemeClr val="tx1">
                    <a:lumMod val="65000"/>
                    <a:lumOff val="35000"/>
                  </a:schemeClr>
                </a:solidFill>
              </a:rPr>
              <a:t>添加内容添加内容</a:t>
            </a:r>
          </a:p>
        </p:txBody>
      </p:sp>
      <p:sp>
        <p:nvSpPr>
          <p:cNvPr id="48" name="文本框 47"/>
          <p:cNvSpPr txBox="1"/>
          <p:nvPr/>
        </p:nvSpPr>
        <p:spPr>
          <a:xfrm>
            <a:off x="1411476" y="999505"/>
            <a:ext cx="2856518" cy="830997"/>
          </a:xfrm>
          <a:prstGeom prst="rect">
            <a:avLst/>
          </a:prstGeom>
          <a:noFill/>
        </p:spPr>
        <p:txBody>
          <a:bodyPr wrap="square" rtlCol="0">
            <a:spAutoFit/>
          </a:bodyPr>
          <a:lstStyle/>
          <a:p>
            <a:pPr algn="r">
              <a:lnSpc>
                <a:spcPct val="120000"/>
              </a:lnSpc>
            </a:pPr>
            <a:r>
              <a:rPr lang="zh-CN" altLang="en-US" sz="2400" b="1" dirty="0">
                <a:solidFill>
                  <a:srgbClr val="E9500F"/>
                </a:solidFill>
              </a:rPr>
              <a:t>添加标题</a:t>
            </a:r>
            <a:endParaRPr lang="en-US" altLang="zh-CN" sz="2400" b="1" dirty="0">
              <a:solidFill>
                <a:srgbClr val="E9500F"/>
              </a:solidFill>
            </a:endParaRPr>
          </a:p>
          <a:p>
            <a:pPr algn="r">
              <a:lnSpc>
                <a:spcPct val="120000"/>
              </a:lnSpc>
            </a:pPr>
            <a:r>
              <a:rPr lang="zh-CN" altLang="en-US" sz="1600" dirty="0">
                <a:solidFill>
                  <a:schemeClr val="tx1">
                    <a:lumMod val="65000"/>
                    <a:lumOff val="35000"/>
                  </a:schemeClr>
                </a:solidFill>
              </a:rPr>
              <a:t>添加内容添加内容</a:t>
            </a:r>
          </a:p>
        </p:txBody>
      </p:sp>
      <p:sp>
        <p:nvSpPr>
          <p:cNvPr id="49" name="Freeform 10"/>
          <p:cNvSpPr>
            <a:spLocks noEditPoints="1"/>
          </p:cNvSpPr>
          <p:nvPr/>
        </p:nvSpPr>
        <p:spPr bwMode="auto">
          <a:xfrm>
            <a:off x="7083441" y="1994616"/>
            <a:ext cx="569862" cy="535555"/>
          </a:xfrm>
          <a:custGeom>
            <a:avLst/>
            <a:gdLst>
              <a:gd name="T0" fmla="*/ 401 w 415"/>
              <a:gd name="T1" fmla="*/ 70 h 390"/>
              <a:gd name="T2" fmla="*/ 102 w 415"/>
              <a:gd name="T3" fmla="*/ 70 h 390"/>
              <a:gd name="T4" fmla="*/ 82 w 415"/>
              <a:gd name="T5" fmla="*/ 27 h 390"/>
              <a:gd name="T6" fmla="*/ 3 w 415"/>
              <a:gd name="T7" fmla="*/ 10 h 390"/>
              <a:gd name="T8" fmla="*/ 66 w 415"/>
              <a:gd name="T9" fmla="*/ 49 h 390"/>
              <a:gd name="T10" fmla="*/ 128 w 415"/>
              <a:gd name="T11" fmla="*/ 254 h 390"/>
              <a:gd name="T12" fmla="*/ 110 w 415"/>
              <a:gd name="T13" fmla="*/ 319 h 390"/>
              <a:gd name="T14" fmla="*/ 129 w 415"/>
              <a:gd name="T15" fmla="*/ 324 h 390"/>
              <a:gd name="T16" fmla="*/ 159 w 415"/>
              <a:gd name="T17" fmla="*/ 390 h 390"/>
              <a:gd name="T18" fmla="*/ 188 w 415"/>
              <a:gd name="T19" fmla="*/ 324 h 390"/>
              <a:gd name="T20" fmla="*/ 265 w 415"/>
              <a:gd name="T21" fmla="*/ 351 h 390"/>
              <a:gd name="T22" fmla="*/ 344 w 415"/>
              <a:gd name="T23" fmla="*/ 351 h 390"/>
              <a:gd name="T24" fmla="*/ 346 w 415"/>
              <a:gd name="T25" fmla="*/ 324 h 390"/>
              <a:gd name="T26" fmla="*/ 346 w 415"/>
              <a:gd name="T27" fmla="*/ 302 h 390"/>
              <a:gd name="T28" fmla="*/ 147 w 415"/>
              <a:gd name="T29" fmla="*/ 268 h 390"/>
              <a:gd name="T30" fmla="*/ 346 w 415"/>
              <a:gd name="T31" fmla="*/ 269 h 390"/>
              <a:gd name="T32" fmla="*/ 414 w 415"/>
              <a:gd name="T33" fmla="*/ 87 h 390"/>
              <a:gd name="T34" fmla="*/ 159 w 415"/>
              <a:gd name="T35" fmla="*/ 368 h 390"/>
              <a:gd name="T36" fmla="*/ 159 w 415"/>
              <a:gd name="T37" fmla="*/ 333 h 390"/>
              <a:gd name="T38" fmla="*/ 159 w 415"/>
              <a:gd name="T39" fmla="*/ 368 h 390"/>
              <a:gd name="T40" fmla="*/ 287 w 415"/>
              <a:gd name="T41" fmla="*/ 351 h 390"/>
              <a:gd name="T42" fmla="*/ 322 w 415"/>
              <a:gd name="T43" fmla="*/ 351 h 390"/>
              <a:gd name="T44" fmla="*/ 374 w 415"/>
              <a:gd name="T45" fmla="*/ 126 h 390"/>
              <a:gd name="T46" fmla="*/ 306 w 415"/>
              <a:gd name="T47" fmla="*/ 97 h 390"/>
              <a:gd name="T48" fmla="*/ 374 w 415"/>
              <a:gd name="T49" fmla="*/ 126 h 390"/>
              <a:gd name="T50" fmla="*/ 306 w 415"/>
              <a:gd name="T51" fmla="*/ 187 h 390"/>
              <a:gd name="T52" fmla="*/ 365 w 415"/>
              <a:gd name="T53" fmla="*/ 153 h 390"/>
              <a:gd name="T54" fmla="*/ 219 w 415"/>
              <a:gd name="T55" fmla="*/ 153 h 390"/>
              <a:gd name="T56" fmla="*/ 280 w 415"/>
              <a:gd name="T57" fmla="*/ 187 h 390"/>
              <a:gd name="T58" fmla="*/ 219 w 415"/>
              <a:gd name="T59" fmla="*/ 153 h 390"/>
              <a:gd name="T60" fmla="*/ 219 w 415"/>
              <a:gd name="T61" fmla="*/ 242 h 390"/>
              <a:gd name="T62" fmla="*/ 280 w 415"/>
              <a:gd name="T63" fmla="*/ 214 h 390"/>
              <a:gd name="T64" fmla="*/ 130 w 415"/>
              <a:gd name="T65" fmla="*/ 153 h 390"/>
              <a:gd name="T66" fmla="*/ 192 w 415"/>
              <a:gd name="T67" fmla="*/ 187 h 390"/>
              <a:gd name="T68" fmla="*/ 130 w 415"/>
              <a:gd name="T69" fmla="*/ 153 h 390"/>
              <a:gd name="T70" fmla="*/ 280 w 415"/>
              <a:gd name="T71" fmla="*/ 97 h 390"/>
              <a:gd name="T72" fmla="*/ 219 w 415"/>
              <a:gd name="T73" fmla="*/ 126 h 390"/>
              <a:gd name="T74" fmla="*/ 192 w 415"/>
              <a:gd name="T75" fmla="*/ 97 h 390"/>
              <a:gd name="T76" fmla="*/ 121 w 415"/>
              <a:gd name="T77" fmla="*/ 126 h 390"/>
              <a:gd name="T78" fmla="*/ 192 w 415"/>
              <a:gd name="T79" fmla="*/ 97 h 390"/>
              <a:gd name="T80" fmla="*/ 192 w 415"/>
              <a:gd name="T81" fmla="*/ 214 h 390"/>
              <a:gd name="T82" fmla="*/ 161 w 415"/>
              <a:gd name="T83" fmla="*/ 242 h 390"/>
              <a:gd name="T84" fmla="*/ 306 w 415"/>
              <a:gd name="T85" fmla="*/ 242 h 390"/>
              <a:gd name="T86" fmla="*/ 346 w 415"/>
              <a:gd name="T87" fmla="*/ 214 h 390"/>
              <a:gd name="T88" fmla="*/ 306 w 415"/>
              <a:gd name="T89" fmla="*/ 242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15" h="390">
                <a:moveTo>
                  <a:pt x="412" y="76"/>
                </a:moveTo>
                <a:cubicBezTo>
                  <a:pt x="410" y="72"/>
                  <a:pt x="406" y="70"/>
                  <a:pt x="401" y="70"/>
                </a:cubicBezTo>
                <a:cubicBezTo>
                  <a:pt x="103" y="70"/>
                  <a:pt x="103" y="70"/>
                  <a:pt x="103" y="70"/>
                </a:cubicBezTo>
                <a:cubicBezTo>
                  <a:pt x="103" y="70"/>
                  <a:pt x="102" y="70"/>
                  <a:pt x="102" y="70"/>
                </a:cubicBezTo>
                <a:cubicBezTo>
                  <a:pt x="89" y="35"/>
                  <a:pt x="89" y="35"/>
                  <a:pt x="89" y="35"/>
                </a:cubicBezTo>
                <a:cubicBezTo>
                  <a:pt x="88" y="31"/>
                  <a:pt x="85" y="28"/>
                  <a:pt x="82" y="27"/>
                </a:cubicBezTo>
                <a:cubicBezTo>
                  <a:pt x="20" y="3"/>
                  <a:pt x="20" y="3"/>
                  <a:pt x="20" y="3"/>
                </a:cubicBezTo>
                <a:cubicBezTo>
                  <a:pt x="13" y="0"/>
                  <a:pt x="5" y="3"/>
                  <a:pt x="3" y="10"/>
                </a:cubicBezTo>
                <a:cubicBezTo>
                  <a:pt x="0" y="17"/>
                  <a:pt x="3" y="25"/>
                  <a:pt x="10" y="27"/>
                </a:cubicBezTo>
                <a:cubicBezTo>
                  <a:pt x="66" y="49"/>
                  <a:pt x="66" y="49"/>
                  <a:pt x="66" y="49"/>
                </a:cubicBezTo>
                <a:cubicBezTo>
                  <a:pt x="135" y="247"/>
                  <a:pt x="135" y="247"/>
                  <a:pt x="135" y="247"/>
                </a:cubicBezTo>
                <a:cubicBezTo>
                  <a:pt x="132" y="248"/>
                  <a:pt x="130" y="251"/>
                  <a:pt x="128" y="254"/>
                </a:cubicBezTo>
                <a:cubicBezTo>
                  <a:pt x="109" y="309"/>
                  <a:pt x="109" y="309"/>
                  <a:pt x="109" y="309"/>
                </a:cubicBezTo>
                <a:cubicBezTo>
                  <a:pt x="107" y="313"/>
                  <a:pt x="108" y="316"/>
                  <a:pt x="110" y="319"/>
                </a:cubicBezTo>
                <a:cubicBezTo>
                  <a:pt x="112" y="322"/>
                  <a:pt x="115" y="324"/>
                  <a:pt x="119" y="324"/>
                </a:cubicBezTo>
                <a:cubicBezTo>
                  <a:pt x="129" y="324"/>
                  <a:pt x="129" y="324"/>
                  <a:pt x="129" y="324"/>
                </a:cubicBezTo>
                <a:cubicBezTo>
                  <a:pt x="123" y="331"/>
                  <a:pt x="119" y="340"/>
                  <a:pt x="119" y="351"/>
                </a:cubicBezTo>
                <a:cubicBezTo>
                  <a:pt x="119" y="372"/>
                  <a:pt x="137" y="390"/>
                  <a:pt x="159" y="390"/>
                </a:cubicBezTo>
                <a:cubicBezTo>
                  <a:pt x="181" y="390"/>
                  <a:pt x="198" y="372"/>
                  <a:pt x="198" y="351"/>
                </a:cubicBezTo>
                <a:cubicBezTo>
                  <a:pt x="198" y="340"/>
                  <a:pt x="194" y="331"/>
                  <a:pt x="188" y="324"/>
                </a:cubicBezTo>
                <a:cubicBezTo>
                  <a:pt x="275" y="324"/>
                  <a:pt x="275" y="324"/>
                  <a:pt x="275" y="324"/>
                </a:cubicBezTo>
                <a:cubicBezTo>
                  <a:pt x="268" y="331"/>
                  <a:pt x="265" y="340"/>
                  <a:pt x="265" y="351"/>
                </a:cubicBezTo>
                <a:cubicBezTo>
                  <a:pt x="265" y="372"/>
                  <a:pt x="282" y="390"/>
                  <a:pt x="304" y="390"/>
                </a:cubicBezTo>
                <a:cubicBezTo>
                  <a:pt x="326" y="390"/>
                  <a:pt x="344" y="372"/>
                  <a:pt x="344" y="351"/>
                </a:cubicBezTo>
                <a:cubicBezTo>
                  <a:pt x="344" y="340"/>
                  <a:pt x="340" y="331"/>
                  <a:pt x="334" y="324"/>
                </a:cubicBezTo>
                <a:cubicBezTo>
                  <a:pt x="346" y="324"/>
                  <a:pt x="346" y="324"/>
                  <a:pt x="346" y="324"/>
                </a:cubicBezTo>
                <a:cubicBezTo>
                  <a:pt x="352" y="324"/>
                  <a:pt x="357" y="319"/>
                  <a:pt x="357" y="313"/>
                </a:cubicBezTo>
                <a:cubicBezTo>
                  <a:pt x="357" y="307"/>
                  <a:pt x="352" y="302"/>
                  <a:pt x="346" y="302"/>
                </a:cubicBezTo>
                <a:cubicBezTo>
                  <a:pt x="135" y="302"/>
                  <a:pt x="135" y="302"/>
                  <a:pt x="135" y="302"/>
                </a:cubicBezTo>
                <a:cubicBezTo>
                  <a:pt x="147" y="268"/>
                  <a:pt x="147" y="268"/>
                  <a:pt x="147" y="268"/>
                </a:cubicBezTo>
                <a:cubicBezTo>
                  <a:pt x="148" y="268"/>
                  <a:pt x="150" y="269"/>
                  <a:pt x="152" y="269"/>
                </a:cubicBezTo>
                <a:cubicBezTo>
                  <a:pt x="346" y="269"/>
                  <a:pt x="346" y="269"/>
                  <a:pt x="346" y="269"/>
                </a:cubicBezTo>
                <a:cubicBezTo>
                  <a:pt x="352" y="269"/>
                  <a:pt x="357" y="265"/>
                  <a:pt x="359" y="260"/>
                </a:cubicBezTo>
                <a:cubicBezTo>
                  <a:pt x="414" y="87"/>
                  <a:pt x="414" y="87"/>
                  <a:pt x="414" y="87"/>
                </a:cubicBezTo>
                <a:cubicBezTo>
                  <a:pt x="415" y="83"/>
                  <a:pt x="415" y="79"/>
                  <a:pt x="412" y="76"/>
                </a:cubicBezTo>
                <a:moveTo>
                  <a:pt x="159" y="368"/>
                </a:moveTo>
                <a:cubicBezTo>
                  <a:pt x="149" y="368"/>
                  <a:pt x="141" y="360"/>
                  <a:pt x="141" y="351"/>
                </a:cubicBezTo>
                <a:cubicBezTo>
                  <a:pt x="141" y="341"/>
                  <a:pt x="149" y="333"/>
                  <a:pt x="159" y="333"/>
                </a:cubicBezTo>
                <a:cubicBezTo>
                  <a:pt x="168" y="333"/>
                  <a:pt x="176" y="341"/>
                  <a:pt x="176" y="351"/>
                </a:cubicBezTo>
                <a:cubicBezTo>
                  <a:pt x="176" y="360"/>
                  <a:pt x="168" y="368"/>
                  <a:pt x="159" y="368"/>
                </a:cubicBezTo>
                <a:moveTo>
                  <a:pt x="304" y="368"/>
                </a:moveTo>
                <a:cubicBezTo>
                  <a:pt x="295" y="368"/>
                  <a:pt x="287" y="360"/>
                  <a:pt x="287" y="351"/>
                </a:cubicBezTo>
                <a:cubicBezTo>
                  <a:pt x="287" y="341"/>
                  <a:pt x="295" y="333"/>
                  <a:pt x="304" y="333"/>
                </a:cubicBezTo>
                <a:cubicBezTo>
                  <a:pt x="314" y="333"/>
                  <a:pt x="322" y="341"/>
                  <a:pt x="322" y="351"/>
                </a:cubicBezTo>
                <a:cubicBezTo>
                  <a:pt x="322" y="360"/>
                  <a:pt x="314" y="368"/>
                  <a:pt x="304" y="368"/>
                </a:cubicBezTo>
                <a:moveTo>
                  <a:pt x="374" y="126"/>
                </a:moveTo>
                <a:cubicBezTo>
                  <a:pt x="306" y="126"/>
                  <a:pt x="306" y="126"/>
                  <a:pt x="306" y="126"/>
                </a:cubicBezTo>
                <a:cubicBezTo>
                  <a:pt x="306" y="97"/>
                  <a:pt x="306" y="97"/>
                  <a:pt x="306" y="97"/>
                </a:cubicBezTo>
                <a:cubicBezTo>
                  <a:pt x="383" y="97"/>
                  <a:pt x="383" y="97"/>
                  <a:pt x="383" y="97"/>
                </a:cubicBezTo>
                <a:lnTo>
                  <a:pt x="374" y="126"/>
                </a:lnTo>
                <a:close/>
                <a:moveTo>
                  <a:pt x="354" y="187"/>
                </a:moveTo>
                <a:cubicBezTo>
                  <a:pt x="306" y="187"/>
                  <a:pt x="306" y="187"/>
                  <a:pt x="306" y="187"/>
                </a:cubicBezTo>
                <a:cubicBezTo>
                  <a:pt x="306" y="153"/>
                  <a:pt x="306" y="153"/>
                  <a:pt x="306" y="153"/>
                </a:cubicBezTo>
                <a:cubicBezTo>
                  <a:pt x="365" y="153"/>
                  <a:pt x="365" y="153"/>
                  <a:pt x="365" y="153"/>
                </a:cubicBezTo>
                <a:lnTo>
                  <a:pt x="354" y="187"/>
                </a:lnTo>
                <a:close/>
                <a:moveTo>
                  <a:pt x="219" y="153"/>
                </a:moveTo>
                <a:cubicBezTo>
                  <a:pt x="280" y="153"/>
                  <a:pt x="280" y="153"/>
                  <a:pt x="280" y="153"/>
                </a:cubicBezTo>
                <a:cubicBezTo>
                  <a:pt x="280" y="187"/>
                  <a:pt x="280" y="187"/>
                  <a:pt x="280" y="187"/>
                </a:cubicBezTo>
                <a:cubicBezTo>
                  <a:pt x="219" y="187"/>
                  <a:pt x="219" y="187"/>
                  <a:pt x="219" y="187"/>
                </a:cubicBezTo>
                <a:lnTo>
                  <a:pt x="219" y="153"/>
                </a:lnTo>
                <a:close/>
                <a:moveTo>
                  <a:pt x="280" y="242"/>
                </a:moveTo>
                <a:cubicBezTo>
                  <a:pt x="219" y="242"/>
                  <a:pt x="219" y="242"/>
                  <a:pt x="219" y="242"/>
                </a:cubicBezTo>
                <a:cubicBezTo>
                  <a:pt x="219" y="214"/>
                  <a:pt x="219" y="214"/>
                  <a:pt x="219" y="214"/>
                </a:cubicBezTo>
                <a:cubicBezTo>
                  <a:pt x="280" y="214"/>
                  <a:pt x="280" y="214"/>
                  <a:pt x="280" y="214"/>
                </a:cubicBezTo>
                <a:lnTo>
                  <a:pt x="280" y="242"/>
                </a:lnTo>
                <a:close/>
                <a:moveTo>
                  <a:pt x="130" y="153"/>
                </a:moveTo>
                <a:cubicBezTo>
                  <a:pt x="192" y="153"/>
                  <a:pt x="192" y="153"/>
                  <a:pt x="192" y="153"/>
                </a:cubicBezTo>
                <a:cubicBezTo>
                  <a:pt x="192" y="187"/>
                  <a:pt x="192" y="187"/>
                  <a:pt x="192" y="187"/>
                </a:cubicBezTo>
                <a:cubicBezTo>
                  <a:pt x="142" y="187"/>
                  <a:pt x="142" y="187"/>
                  <a:pt x="142" y="187"/>
                </a:cubicBezTo>
                <a:lnTo>
                  <a:pt x="130" y="153"/>
                </a:lnTo>
                <a:close/>
                <a:moveTo>
                  <a:pt x="219" y="97"/>
                </a:moveTo>
                <a:cubicBezTo>
                  <a:pt x="280" y="97"/>
                  <a:pt x="280" y="97"/>
                  <a:pt x="280" y="97"/>
                </a:cubicBezTo>
                <a:cubicBezTo>
                  <a:pt x="280" y="126"/>
                  <a:pt x="280" y="126"/>
                  <a:pt x="280" y="126"/>
                </a:cubicBezTo>
                <a:cubicBezTo>
                  <a:pt x="219" y="126"/>
                  <a:pt x="219" y="126"/>
                  <a:pt x="219" y="126"/>
                </a:cubicBezTo>
                <a:lnTo>
                  <a:pt x="219" y="97"/>
                </a:lnTo>
                <a:close/>
                <a:moveTo>
                  <a:pt x="192" y="97"/>
                </a:moveTo>
                <a:cubicBezTo>
                  <a:pt x="192" y="126"/>
                  <a:pt x="192" y="126"/>
                  <a:pt x="192" y="126"/>
                </a:cubicBezTo>
                <a:cubicBezTo>
                  <a:pt x="121" y="126"/>
                  <a:pt x="121" y="126"/>
                  <a:pt x="121" y="126"/>
                </a:cubicBezTo>
                <a:cubicBezTo>
                  <a:pt x="111" y="97"/>
                  <a:pt x="111" y="97"/>
                  <a:pt x="111" y="97"/>
                </a:cubicBezTo>
                <a:lnTo>
                  <a:pt x="192" y="97"/>
                </a:lnTo>
                <a:close/>
                <a:moveTo>
                  <a:pt x="151" y="214"/>
                </a:moveTo>
                <a:cubicBezTo>
                  <a:pt x="192" y="214"/>
                  <a:pt x="192" y="214"/>
                  <a:pt x="192" y="214"/>
                </a:cubicBezTo>
                <a:cubicBezTo>
                  <a:pt x="192" y="242"/>
                  <a:pt x="192" y="242"/>
                  <a:pt x="192" y="242"/>
                </a:cubicBezTo>
                <a:cubicBezTo>
                  <a:pt x="161" y="242"/>
                  <a:pt x="161" y="242"/>
                  <a:pt x="161" y="242"/>
                </a:cubicBezTo>
                <a:lnTo>
                  <a:pt x="151" y="214"/>
                </a:lnTo>
                <a:close/>
                <a:moveTo>
                  <a:pt x="306" y="242"/>
                </a:moveTo>
                <a:cubicBezTo>
                  <a:pt x="306" y="214"/>
                  <a:pt x="306" y="214"/>
                  <a:pt x="306" y="214"/>
                </a:cubicBezTo>
                <a:cubicBezTo>
                  <a:pt x="346" y="214"/>
                  <a:pt x="346" y="214"/>
                  <a:pt x="346" y="214"/>
                </a:cubicBezTo>
                <a:cubicBezTo>
                  <a:pt x="337" y="242"/>
                  <a:pt x="337" y="242"/>
                  <a:pt x="337" y="242"/>
                </a:cubicBezTo>
                <a:lnTo>
                  <a:pt x="306" y="24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0" name="Freeform 63"/>
          <p:cNvSpPr>
            <a:spLocks noChangeAspect="1" noEditPoints="1"/>
          </p:cNvSpPr>
          <p:nvPr/>
        </p:nvSpPr>
        <p:spPr bwMode="auto">
          <a:xfrm>
            <a:off x="4685224" y="2985376"/>
            <a:ext cx="447293" cy="508044"/>
          </a:xfrm>
          <a:custGeom>
            <a:avLst/>
            <a:gdLst>
              <a:gd name="T0" fmla="*/ 319 w 352"/>
              <a:gd name="T1" fmla="*/ 209 h 400"/>
              <a:gd name="T2" fmla="*/ 238 w 352"/>
              <a:gd name="T3" fmla="*/ 134 h 400"/>
              <a:gd name="T4" fmla="*/ 251 w 352"/>
              <a:gd name="T5" fmla="*/ 134 h 400"/>
              <a:gd name="T6" fmla="*/ 313 w 352"/>
              <a:gd name="T7" fmla="*/ 114 h 400"/>
              <a:gd name="T8" fmla="*/ 283 w 352"/>
              <a:gd name="T9" fmla="*/ 96 h 400"/>
              <a:gd name="T10" fmla="*/ 292 w 352"/>
              <a:gd name="T11" fmla="*/ 82 h 400"/>
              <a:gd name="T12" fmla="*/ 289 w 352"/>
              <a:gd name="T13" fmla="*/ 75 h 400"/>
              <a:gd name="T14" fmla="*/ 237 w 352"/>
              <a:gd name="T15" fmla="*/ 97 h 400"/>
              <a:gd name="T16" fmla="*/ 231 w 352"/>
              <a:gd name="T17" fmla="*/ 16 h 400"/>
              <a:gd name="T18" fmla="*/ 142 w 352"/>
              <a:gd name="T19" fmla="*/ 17 h 400"/>
              <a:gd name="T20" fmla="*/ 136 w 352"/>
              <a:gd name="T21" fmla="*/ 108 h 400"/>
              <a:gd name="T22" fmla="*/ 121 w 352"/>
              <a:gd name="T23" fmla="*/ 112 h 400"/>
              <a:gd name="T24" fmla="*/ 111 w 352"/>
              <a:gd name="T25" fmla="*/ 119 h 400"/>
              <a:gd name="T26" fmla="*/ 127 w 352"/>
              <a:gd name="T27" fmla="*/ 130 h 400"/>
              <a:gd name="T28" fmla="*/ 34 w 352"/>
              <a:gd name="T29" fmla="*/ 214 h 400"/>
              <a:gd name="T30" fmla="*/ 149 w 352"/>
              <a:gd name="T31" fmla="*/ 391 h 400"/>
              <a:gd name="T32" fmla="*/ 343 w 352"/>
              <a:gd name="T33" fmla="*/ 268 h 400"/>
              <a:gd name="T34" fmla="*/ 303 w 352"/>
              <a:gd name="T35" fmla="*/ 109 h 400"/>
              <a:gd name="T36" fmla="*/ 251 w 352"/>
              <a:gd name="T37" fmla="*/ 123 h 400"/>
              <a:gd name="T38" fmla="*/ 243 w 352"/>
              <a:gd name="T39" fmla="*/ 122 h 400"/>
              <a:gd name="T40" fmla="*/ 280 w 352"/>
              <a:gd name="T41" fmla="*/ 85 h 400"/>
              <a:gd name="T42" fmla="*/ 239 w 352"/>
              <a:gd name="T43" fmla="*/ 111 h 400"/>
              <a:gd name="T44" fmla="*/ 280 w 352"/>
              <a:gd name="T45" fmla="*/ 85 h 400"/>
              <a:gd name="T46" fmla="*/ 218 w 352"/>
              <a:gd name="T47" fmla="*/ 315 h 400"/>
              <a:gd name="T48" fmla="*/ 183 w 352"/>
              <a:gd name="T49" fmla="*/ 326 h 400"/>
              <a:gd name="T50" fmla="*/ 169 w 352"/>
              <a:gd name="T51" fmla="*/ 344 h 400"/>
              <a:gd name="T52" fmla="*/ 147 w 352"/>
              <a:gd name="T53" fmla="*/ 322 h 400"/>
              <a:gd name="T54" fmla="*/ 122 w 352"/>
              <a:gd name="T55" fmla="*/ 300 h 400"/>
              <a:gd name="T56" fmla="*/ 155 w 352"/>
              <a:gd name="T57" fmla="*/ 280 h 400"/>
              <a:gd name="T58" fmla="*/ 169 w 352"/>
              <a:gd name="T59" fmla="*/ 301 h 400"/>
              <a:gd name="T60" fmla="*/ 142 w 352"/>
              <a:gd name="T61" fmla="*/ 258 h 400"/>
              <a:gd name="T62" fmla="*/ 122 w 352"/>
              <a:gd name="T63" fmla="*/ 225 h 400"/>
              <a:gd name="T64" fmla="*/ 169 w 352"/>
              <a:gd name="T65" fmla="*/ 184 h 400"/>
              <a:gd name="T66" fmla="*/ 183 w 352"/>
              <a:gd name="T67" fmla="*/ 175 h 400"/>
              <a:gd name="T68" fmla="*/ 215 w 352"/>
              <a:gd name="T69" fmla="*/ 194 h 400"/>
              <a:gd name="T70" fmla="*/ 195 w 352"/>
              <a:gd name="T71" fmla="*/ 223 h 400"/>
              <a:gd name="T72" fmla="*/ 183 w 352"/>
              <a:gd name="T73" fmla="*/ 209 h 400"/>
              <a:gd name="T74" fmla="*/ 221 w 352"/>
              <a:gd name="T75" fmla="*/ 252 h 400"/>
              <a:gd name="T76" fmla="*/ 230 w 352"/>
              <a:gd name="T77" fmla="*/ 301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52" h="400">
                <a:moveTo>
                  <a:pt x="343" y="268"/>
                </a:moveTo>
                <a:cubicBezTo>
                  <a:pt x="339" y="245"/>
                  <a:pt x="331" y="231"/>
                  <a:pt x="319" y="209"/>
                </a:cubicBezTo>
                <a:cubicBezTo>
                  <a:pt x="308" y="192"/>
                  <a:pt x="288" y="172"/>
                  <a:pt x="273" y="160"/>
                </a:cubicBezTo>
                <a:cubicBezTo>
                  <a:pt x="262" y="151"/>
                  <a:pt x="249" y="143"/>
                  <a:pt x="238" y="134"/>
                </a:cubicBezTo>
                <a:cubicBezTo>
                  <a:pt x="241" y="134"/>
                  <a:pt x="241" y="134"/>
                  <a:pt x="241" y="134"/>
                </a:cubicBezTo>
                <a:cubicBezTo>
                  <a:pt x="251" y="134"/>
                  <a:pt x="251" y="134"/>
                  <a:pt x="251" y="134"/>
                </a:cubicBezTo>
                <a:cubicBezTo>
                  <a:pt x="258" y="134"/>
                  <a:pt x="266" y="134"/>
                  <a:pt x="274" y="133"/>
                </a:cubicBezTo>
                <a:cubicBezTo>
                  <a:pt x="283" y="132"/>
                  <a:pt x="306" y="128"/>
                  <a:pt x="313" y="114"/>
                </a:cubicBezTo>
                <a:cubicBezTo>
                  <a:pt x="318" y="104"/>
                  <a:pt x="314" y="99"/>
                  <a:pt x="311" y="97"/>
                </a:cubicBezTo>
                <a:cubicBezTo>
                  <a:pt x="306" y="93"/>
                  <a:pt x="295" y="94"/>
                  <a:pt x="283" y="96"/>
                </a:cubicBezTo>
                <a:cubicBezTo>
                  <a:pt x="288" y="92"/>
                  <a:pt x="291" y="88"/>
                  <a:pt x="292" y="84"/>
                </a:cubicBezTo>
                <a:cubicBezTo>
                  <a:pt x="292" y="84"/>
                  <a:pt x="292" y="83"/>
                  <a:pt x="292" y="82"/>
                </a:cubicBezTo>
                <a:cubicBezTo>
                  <a:pt x="292" y="80"/>
                  <a:pt x="292" y="78"/>
                  <a:pt x="290" y="76"/>
                </a:cubicBezTo>
                <a:cubicBezTo>
                  <a:pt x="289" y="75"/>
                  <a:pt x="289" y="75"/>
                  <a:pt x="289" y="75"/>
                </a:cubicBezTo>
                <a:cubicBezTo>
                  <a:pt x="287" y="74"/>
                  <a:pt x="287" y="74"/>
                  <a:pt x="287" y="74"/>
                </a:cubicBezTo>
                <a:cubicBezTo>
                  <a:pt x="272" y="72"/>
                  <a:pt x="251" y="83"/>
                  <a:pt x="237" y="97"/>
                </a:cubicBezTo>
                <a:cubicBezTo>
                  <a:pt x="252" y="77"/>
                  <a:pt x="280" y="51"/>
                  <a:pt x="285" y="30"/>
                </a:cubicBezTo>
                <a:cubicBezTo>
                  <a:pt x="266" y="29"/>
                  <a:pt x="247" y="25"/>
                  <a:pt x="231" y="16"/>
                </a:cubicBezTo>
                <a:cubicBezTo>
                  <a:pt x="216" y="8"/>
                  <a:pt x="209" y="0"/>
                  <a:pt x="191" y="3"/>
                </a:cubicBezTo>
                <a:cubicBezTo>
                  <a:pt x="174" y="5"/>
                  <a:pt x="158" y="13"/>
                  <a:pt x="142" y="17"/>
                </a:cubicBezTo>
                <a:cubicBezTo>
                  <a:pt x="124" y="22"/>
                  <a:pt x="108" y="15"/>
                  <a:pt x="90" y="18"/>
                </a:cubicBezTo>
                <a:cubicBezTo>
                  <a:pt x="87" y="49"/>
                  <a:pt x="125" y="79"/>
                  <a:pt x="136" y="108"/>
                </a:cubicBezTo>
                <a:cubicBezTo>
                  <a:pt x="131" y="109"/>
                  <a:pt x="126" y="110"/>
                  <a:pt x="121" y="112"/>
                </a:cubicBezTo>
                <a:cubicBezTo>
                  <a:pt x="121" y="112"/>
                  <a:pt x="121" y="112"/>
                  <a:pt x="121" y="112"/>
                </a:cubicBezTo>
                <a:cubicBezTo>
                  <a:pt x="118" y="113"/>
                  <a:pt x="115" y="114"/>
                  <a:pt x="114" y="116"/>
                </a:cubicBezTo>
                <a:cubicBezTo>
                  <a:pt x="111" y="119"/>
                  <a:pt x="111" y="119"/>
                  <a:pt x="111" y="119"/>
                </a:cubicBezTo>
                <a:cubicBezTo>
                  <a:pt x="113" y="123"/>
                  <a:pt x="113" y="123"/>
                  <a:pt x="113" y="123"/>
                </a:cubicBezTo>
                <a:cubicBezTo>
                  <a:pt x="116" y="127"/>
                  <a:pt x="120" y="129"/>
                  <a:pt x="127" y="130"/>
                </a:cubicBezTo>
                <a:cubicBezTo>
                  <a:pt x="113" y="139"/>
                  <a:pt x="96" y="149"/>
                  <a:pt x="84" y="159"/>
                </a:cubicBezTo>
                <a:cubicBezTo>
                  <a:pt x="69" y="172"/>
                  <a:pt x="46" y="198"/>
                  <a:pt x="34" y="214"/>
                </a:cubicBezTo>
                <a:cubicBezTo>
                  <a:pt x="13" y="240"/>
                  <a:pt x="0" y="275"/>
                  <a:pt x="6" y="307"/>
                </a:cubicBezTo>
                <a:cubicBezTo>
                  <a:pt x="18" y="370"/>
                  <a:pt x="92" y="391"/>
                  <a:pt x="149" y="391"/>
                </a:cubicBezTo>
                <a:cubicBezTo>
                  <a:pt x="212" y="391"/>
                  <a:pt x="293" y="400"/>
                  <a:pt x="335" y="348"/>
                </a:cubicBezTo>
                <a:cubicBezTo>
                  <a:pt x="352" y="327"/>
                  <a:pt x="347" y="295"/>
                  <a:pt x="343" y="268"/>
                </a:cubicBezTo>
                <a:close/>
                <a:moveTo>
                  <a:pt x="305" y="105"/>
                </a:moveTo>
                <a:cubicBezTo>
                  <a:pt x="305" y="105"/>
                  <a:pt x="305" y="106"/>
                  <a:pt x="303" y="109"/>
                </a:cubicBezTo>
                <a:cubicBezTo>
                  <a:pt x="299" y="117"/>
                  <a:pt x="284" y="121"/>
                  <a:pt x="273" y="123"/>
                </a:cubicBezTo>
                <a:cubicBezTo>
                  <a:pt x="266" y="124"/>
                  <a:pt x="258" y="124"/>
                  <a:pt x="251" y="123"/>
                </a:cubicBezTo>
                <a:cubicBezTo>
                  <a:pt x="243" y="123"/>
                  <a:pt x="243" y="123"/>
                  <a:pt x="243" y="123"/>
                </a:cubicBezTo>
                <a:cubicBezTo>
                  <a:pt x="243" y="122"/>
                  <a:pt x="243" y="122"/>
                  <a:pt x="243" y="122"/>
                </a:cubicBezTo>
                <a:cubicBezTo>
                  <a:pt x="263" y="112"/>
                  <a:pt x="300" y="101"/>
                  <a:pt x="305" y="105"/>
                </a:cubicBezTo>
                <a:close/>
                <a:moveTo>
                  <a:pt x="280" y="85"/>
                </a:moveTo>
                <a:cubicBezTo>
                  <a:pt x="275" y="90"/>
                  <a:pt x="260" y="99"/>
                  <a:pt x="251" y="104"/>
                </a:cubicBezTo>
                <a:cubicBezTo>
                  <a:pt x="247" y="106"/>
                  <a:pt x="243" y="108"/>
                  <a:pt x="239" y="111"/>
                </a:cubicBezTo>
                <a:cubicBezTo>
                  <a:pt x="239" y="111"/>
                  <a:pt x="239" y="111"/>
                  <a:pt x="239" y="111"/>
                </a:cubicBezTo>
                <a:cubicBezTo>
                  <a:pt x="249" y="98"/>
                  <a:pt x="267" y="86"/>
                  <a:pt x="280" y="85"/>
                </a:cubicBezTo>
                <a:close/>
                <a:moveTo>
                  <a:pt x="230" y="301"/>
                </a:moveTo>
                <a:cubicBezTo>
                  <a:pt x="227" y="306"/>
                  <a:pt x="223" y="311"/>
                  <a:pt x="218" y="315"/>
                </a:cubicBezTo>
                <a:cubicBezTo>
                  <a:pt x="213" y="319"/>
                  <a:pt x="208" y="322"/>
                  <a:pt x="203" y="323"/>
                </a:cubicBezTo>
                <a:cubicBezTo>
                  <a:pt x="197" y="325"/>
                  <a:pt x="191" y="326"/>
                  <a:pt x="183" y="326"/>
                </a:cubicBezTo>
                <a:cubicBezTo>
                  <a:pt x="183" y="344"/>
                  <a:pt x="183" y="344"/>
                  <a:pt x="183" y="344"/>
                </a:cubicBezTo>
                <a:cubicBezTo>
                  <a:pt x="169" y="344"/>
                  <a:pt x="169" y="344"/>
                  <a:pt x="169" y="344"/>
                </a:cubicBezTo>
                <a:cubicBezTo>
                  <a:pt x="169" y="326"/>
                  <a:pt x="169" y="326"/>
                  <a:pt x="169" y="326"/>
                </a:cubicBezTo>
                <a:cubicBezTo>
                  <a:pt x="160" y="326"/>
                  <a:pt x="152" y="324"/>
                  <a:pt x="147" y="322"/>
                </a:cubicBezTo>
                <a:cubicBezTo>
                  <a:pt x="141" y="320"/>
                  <a:pt x="136" y="317"/>
                  <a:pt x="132" y="313"/>
                </a:cubicBezTo>
                <a:cubicBezTo>
                  <a:pt x="127" y="309"/>
                  <a:pt x="124" y="305"/>
                  <a:pt x="122" y="300"/>
                </a:cubicBezTo>
                <a:cubicBezTo>
                  <a:pt x="120" y="296"/>
                  <a:pt x="118" y="291"/>
                  <a:pt x="117" y="284"/>
                </a:cubicBezTo>
                <a:cubicBezTo>
                  <a:pt x="155" y="280"/>
                  <a:pt x="155" y="280"/>
                  <a:pt x="155" y="280"/>
                </a:cubicBezTo>
                <a:cubicBezTo>
                  <a:pt x="156" y="286"/>
                  <a:pt x="158" y="291"/>
                  <a:pt x="160" y="293"/>
                </a:cubicBezTo>
                <a:cubicBezTo>
                  <a:pt x="162" y="296"/>
                  <a:pt x="165" y="299"/>
                  <a:pt x="169" y="301"/>
                </a:cubicBezTo>
                <a:cubicBezTo>
                  <a:pt x="169" y="267"/>
                  <a:pt x="169" y="267"/>
                  <a:pt x="169" y="267"/>
                </a:cubicBezTo>
                <a:cubicBezTo>
                  <a:pt x="156" y="264"/>
                  <a:pt x="147" y="261"/>
                  <a:pt x="142" y="258"/>
                </a:cubicBezTo>
                <a:cubicBezTo>
                  <a:pt x="137" y="255"/>
                  <a:pt x="132" y="251"/>
                  <a:pt x="128" y="246"/>
                </a:cubicBezTo>
                <a:cubicBezTo>
                  <a:pt x="124" y="240"/>
                  <a:pt x="122" y="233"/>
                  <a:pt x="122" y="225"/>
                </a:cubicBezTo>
                <a:cubicBezTo>
                  <a:pt x="122" y="213"/>
                  <a:pt x="126" y="204"/>
                  <a:pt x="134" y="196"/>
                </a:cubicBezTo>
                <a:cubicBezTo>
                  <a:pt x="142" y="189"/>
                  <a:pt x="154" y="185"/>
                  <a:pt x="169" y="184"/>
                </a:cubicBezTo>
                <a:cubicBezTo>
                  <a:pt x="169" y="175"/>
                  <a:pt x="169" y="175"/>
                  <a:pt x="169" y="175"/>
                </a:cubicBezTo>
                <a:cubicBezTo>
                  <a:pt x="183" y="175"/>
                  <a:pt x="183" y="175"/>
                  <a:pt x="183" y="175"/>
                </a:cubicBezTo>
                <a:cubicBezTo>
                  <a:pt x="183" y="184"/>
                  <a:pt x="183" y="184"/>
                  <a:pt x="183" y="184"/>
                </a:cubicBezTo>
                <a:cubicBezTo>
                  <a:pt x="197" y="185"/>
                  <a:pt x="208" y="188"/>
                  <a:pt x="215" y="194"/>
                </a:cubicBezTo>
                <a:cubicBezTo>
                  <a:pt x="223" y="200"/>
                  <a:pt x="228" y="208"/>
                  <a:pt x="230" y="218"/>
                </a:cubicBezTo>
                <a:cubicBezTo>
                  <a:pt x="195" y="223"/>
                  <a:pt x="195" y="223"/>
                  <a:pt x="195" y="223"/>
                </a:cubicBezTo>
                <a:cubicBezTo>
                  <a:pt x="193" y="219"/>
                  <a:pt x="191" y="216"/>
                  <a:pt x="190" y="214"/>
                </a:cubicBezTo>
                <a:cubicBezTo>
                  <a:pt x="189" y="212"/>
                  <a:pt x="186" y="211"/>
                  <a:pt x="183" y="209"/>
                </a:cubicBezTo>
                <a:cubicBezTo>
                  <a:pt x="183" y="236"/>
                  <a:pt x="183" y="236"/>
                  <a:pt x="183" y="236"/>
                </a:cubicBezTo>
                <a:cubicBezTo>
                  <a:pt x="202" y="241"/>
                  <a:pt x="215" y="247"/>
                  <a:pt x="221" y="252"/>
                </a:cubicBezTo>
                <a:cubicBezTo>
                  <a:pt x="230" y="260"/>
                  <a:pt x="234" y="270"/>
                  <a:pt x="234" y="282"/>
                </a:cubicBezTo>
                <a:cubicBezTo>
                  <a:pt x="234" y="288"/>
                  <a:pt x="233" y="295"/>
                  <a:pt x="230" y="30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1" name="Freeform 910"/>
          <p:cNvSpPr>
            <a:spLocks/>
          </p:cNvSpPr>
          <p:nvPr/>
        </p:nvSpPr>
        <p:spPr bwMode="auto">
          <a:xfrm>
            <a:off x="4675581" y="1166900"/>
            <a:ext cx="511237" cy="515856"/>
          </a:xfrm>
          <a:custGeom>
            <a:avLst/>
            <a:gdLst>
              <a:gd name="T0" fmla="*/ 140 w 280"/>
              <a:gd name="T1" fmla="*/ 0 h 283"/>
              <a:gd name="T2" fmla="*/ 0 w 280"/>
              <a:gd name="T3" fmla="*/ 122 h 283"/>
              <a:gd name="T4" fmla="*/ 34 w 280"/>
              <a:gd name="T5" fmla="*/ 104 h 283"/>
              <a:gd name="T6" fmla="*/ 70 w 280"/>
              <a:gd name="T7" fmla="*/ 124 h 283"/>
              <a:gd name="T8" fmla="*/ 105 w 280"/>
              <a:gd name="T9" fmla="*/ 104 h 283"/>
              <a:gd name="T10" fmla="*/ 135 w 280"/>
              <a:gd name="T11" fmla="*/ 117 h 283"/>
              <a:gd name="T12" fmla="*/ 135 w 280"/>
              <a:gd name="T13" fmla="*/ 194 h 283"/>
              <a:gd name="T14" fmla="*/ 129 w 280"/>
              <a:gd name="T15" fmla="*/ 194 h 283"/>
              <a:gd name="T16" fmla="*/ 129 w 280"/>
              <a:gd name="T17" fmla="*/ 222 h 283"/>
              <a:gd name="T18" fmla="*/ 129 w 280"/>
              <a:gd name="T19" fmla="*/ 250 h 283"/>
              <a:gd name="T20" fmla="*/ 127 w 280"/>
              <a:gd name="T21" fmla="*/ 259 h 283"/>
              <a:gd name="T22" fmla="*/ 117 w 280"/>
              <a:gd name="T23" fmla="*/ 264 h 283"/>
              <a:gd name="T24" fmla="*/ 113 w 280"/>
              <a:gd name="T25" fmla="*/ 264 h 283"/>
              <a:gd name="T26" fmla="*/ 107 w 280"/>
              <a:gd name="T27" fmla="*/ 261 h 283"/>
              <a:gd name="T28" fmla="*/ 105 w 280"/>
              <a:gd name="T29" fmla="*/ 257 h 283"/>
              <a:gd name="T30" fmla="*/ 104 w 280"/>
              <a:gd name="T31" fmla="*/ 251 h 283"/>
              <a:gd name="T32" fmla="*/ 101 w 280"/>
              <a:gd name="T33" fmla="*/ 244 h 283"/>
              <a:gd name="T34" fmla="*/ 93 w 280"/>
              <a:gd name="T35" fmla="*/ 240 h 283"/>
              <a:gd name="T36" fmla="*/ 86 w 280"/>
              <a:gd name="T37" fmla="*/ 243 h 283"/>
              <a:gd name="T38" fmla="*/ 83 w 280"/>
              <a:gd name="T39" fmla="*/ 251 h 283"/>
              <a:gd name="T40" fmla="*/ 85 w 280"/>
              <a:gd name="T41" fmla="*/ 264 h 283"/>
              <a:gd name="T42" fmla="*/ 91 w 280"/>
              <a:gd name="T43" fmla="*/ 274 h 283"/>
              <a:gd name="T44" fmla="*/ 107 w 280"/>
              <a:gd name="T45" fmla="*/ 282 h 283"/>
              <a:gd name="T46" fmla="*/ 117 w 280"/>
              <a:gd name="T47" fmla="*/ 283 h 283"/>
              <a:gd name="T48" fmla="*/ 117 w 280"/>
              <a:gd name="T49" fmla="*/ 283 h 283"/>
              <a:gd name="T50" fmla="*/ 117 w 280"/>
              <a:gd name="T51" fmla="*/ 283 h 283"/>
              <a:gd name="T52" fmla="*/ 117 w 280"/>
              <a:gd name="T53" fmla="*/ 283 h 283"/>
              <a:gd name="T54" fmla="*/ 117 w 280"/>
              <a:gd name="T55" fmla="*/ 283 h 283"/>
              <a:gd name="T56" fmla="*/ 117 w 280"/>
              <a:gd name="T57" fmla="*/ 283 h 283"/>
              <a:gd name="T58" fmla="*/ 117 w 280"/>
              <a:gd name="T59" fmla="*/ 283 h 283"/>
              <a:gd name="T60" fmla="*/ 117 w 280"/>
              <a:gd name="T61" fmla="*/ 283 h 283"/>
              <a:gd name="T62" fmla="*/ 143 w 280"/>
              <a:gd name="T63" fmla="*/ 272 h 283"/>
              <a:gd name="T64" fmla="*/ 151 w 280"/>
              <a:gd name="T65" fmla="*/ 250 h 283"/>
              <a:gd name="T66" fmla="*/ 151 w 280"/>
              <a:gd name="T67" fmla="*/ 250 h 283"/>
              <a:gd name="T68" fmla="*/ 151 w 280"/>
              <a:gd name="T69" fmla="*/ 250 h 283"/>
              <a:gd name="T70" fmla="*/ 151 w 280"/>
              <a:gd name="T71" fmla="*/ 222 h 283"/>
              <a:gd name="T72" fmla="*/ 151 w 280"/>
              <a:gd name="T73" fmla="*/ 194 h 283"/>
              <a:gd name="T74" fmla="*/ 145 w 280"/>
              <a:gd name="T75" fmla="*/ 194 h 283"/>
              <a:gd name="T76" fmla="*/ 145 w 280"/>
              <a:gd name="T77" fmla="*/ 117 h 283"/>
              <a:gd name="T78" fmla="*/ 175 w 280"/>
              <a:gd name="T79" fmla="*/ 105 h 283"/>
              <a:gd name="T80" fmla="*/ 210 w 280"/>
              <a:gd name="T81" fmla="*/ 124 h 283"/>
              <a:gd name="T82" fmla="*/ 246 w 280"/>
              <a:gd name="T83" fmla="*/ 105 h 283"/>
              <a:gd name="T84" fmla="*/ 280 w 280"/>
              <a:gd name="T85" fmla="*/ 123 h 283"/>
              <a:gd name="T86" fmla="*/ 140 w 280"/>
              <a:gd name="T87" fmla="*/ 0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80" h="283">
                <a:moveTo>
                  <a:pt x="140" y="0"/>
                </a:moveTo>
                <a:cubicBezTo>
                  <a:pt x="68" y="0"/>
                  <a:pt x="9" y="54"/>
                  <a:pt x="0" y="122"/>
                </a:cubicBezTo>
                <a:cubicBezTo>
                  <a:pt x="7" y="112"/>
                  <a:pt x="20" y="104"/>
                  <a:pt x="34" y="104"/>
                </a:cubicBezTo>
                <a:cubicBezTo>
                  <a:pt x="50" y="104"/>
                  <a:pt x="63" y="112"/>
                  <a:pt x="70" y="124"/>
                </a:cubicBezTo>
                <a:cubicBezTo>
                  <a:pt x="76" y="113"/>
                  <a:pt x="89" y="104"/>
                  <a:pt x="105" y="104"/>
                </a:cubicBezTo>
                <a:cubicBezTo>
                  <a:pt x="117" y="104"/>
                  <a:pt x="128" y="110"/>
                  <a:pt x="135" y="117"/>
                </a:cubicBezTo>
                <a:cubicBezTo>
                  <a:pt x="135" y="194"/>
                  <a:pt x="135" y="194"/>
                  <a:pt x="135" y="194"/>
                </a:cubicBezTo>
                <a:cubicBezTo>
                  <a:pt x="129" y="194"/>
                  <a:pt x="129" y="194"/>
                  <a:pt x="129" y="194"/>
                </a:cubicBezTo>
                <a:cubicBezTo>
                  <a:pt x="129" y="194"/>
                  <a:pt x="129" y="208"/>
                  <a:pt x="129" y="222"/>
                </a:cubicBezTo>
                <a:cubicBezTo>
                  <a:pt x="129" y="236"/>
                  <a:pt x="129" y="250"/>
                  <a:pt x="129" y="250"/>
                </a:cubicBezTo>
                <a:cubicBezTo>
                  <a:pt x="129" y="252"/>
                  <a:pt x="129" y="256"/>
                  <a:pt x="127" y="259"/>
                </a:cubicBezTo>
                <a:cubicBezTo>
                  <a:pt x="125" y="262"/>
                  <a:pt x="122" y="264"/>
                  <a:pt x="117" y="264"/>
                </a:cubicBezTo>
                <a:cubicBezTo>
                  <a:pt x="116" y="264"/>
                  <a:pt x="115" y="264"/>
                  <a:pt x="113" y="264"/>
                </a:cubicBezTo>
                <a:cubicBezTo>
                  <a:pt x="111" y="263"/>
                  <a:pt x="109" y="262"/>
                  <a:pt x="107" y="261"/>
                </a:cubicBezTo>
                <a:cubicBezTo>
                  <a:pt x="106" y="259"/>
                  <a:pt x="106" y="258"/>
                  <a:pt x="105" y="257"/>
                </a:cubicBezTo>
                <a:cubicBezTo>
                  <a:pt x="104" y="255"/>
                  <a:pt x="104" y="253"/>
                  <a:pt x="104" y="251"/>
                </a:cubicBezTo>
                <a:cubicBezTo>
                  <a:pt x="104" y="248"/>
                  <a:pt x="103" y="245"/>
                  <a:pt x="101" y="244"/>
                </a:cubicBezTo>
                <a:cubicBezTo>
                  <a:pt x="99" y="242"/>
                  <a:pt x="96" y="240"/>
                  <a:pt x="93" y="240"/>
                </a:cubicBezTo>
                <a:cubicBezTo>
                  <a:pt x="90" y="240"/>
                  <a:pt x="88" y="242"/>
                  <a:pt x="86" y="243"/>
                </a:cubicBezTo>
                <a:cubicBezTo>
                  <a:pt x="84" y="245"/>
                  <a:pt x="83" y="248"/>
                  <a:pt x="83" y="251"/>
                </a:cubicBezTo>
                <a:cubicBezTo>
                  <a:pt x="83" y="256"/>
                  <a:pt x="83" y="260"/>
                  <a:pt x="85" y="264"/>
                </a:cubicBezTo>
                <a:cubicBezTo>
                  <a:pt x="86" y="267"/>
                  <a:pt x="88" y="271"/>
                  <a:pt x="91" y="274"/>
                </a:cubicBezTo>
                <a:cubicBezTo>
                  <a:pt x="96" y="278"/>
                  <a:pt x="102" y="281"/>
                  <a:pt x="107" y="282"/>
                </a:cubicBezTo>
                <a:cubicBezTo>
                  <a:pt x="112" y="283"/>
                  <a:pt x="116" y="283"/>
                  <a:pt x="117" y="283"/>
                </a:cubicBezTo>
                <a:cubicBezTo>
                  <a:pt x="117" y="283"/>
                  <a:pt x="117" y="283"/>
                  <a:pt x="117" y="283"/>
                </a:cubicBezTo>
                <a:cubicBezTo>
                  <a:pt x="117" y="283"/>
                  <a:pt x="117" y="283"/>
                  <a:pt x="117" y="283"/>
                </a:cubicBezTo>
                <a:cubicBezTo>
                  <a:pt x="117" y="283"/>
                  <a:pt x="117" y="283"/>
                  <a:pt x="117" y="283"/>
                </a:cubicBezTo>
                <a:cubicBezTo>
                  <a:pt x="117" y="283"/>
                  <a:pt x="117" y="283"/>
                  <a:pt x="117" y="283"/>
                </a:cubicBezTo>
                <a:cubicBezTo>
                  <a:pt x="117" y="283"/>
                  <a:pt x="117" y="283"/>
                  <a:pt x="117" y="283"/>
                </a:cubicBezTo>
                <a:cubicBezTo>
                  <a:pt x="117" y="283"/>
                  <a:pt x="117" y="283"/>
                  <a:pt x="117" y="283"/>
                </a:cubicBezTo>
                <a:cubicBezTo>
                  <a:pt x="117" y="283"/>
                  <a:pt x="117" y="283"/>
                  <a:pt x="117" y="283"/>
                </a:cubicBezTo>
                <a:cubicBezTo>
                  <a:pt x="129" y="283"/>
                  <a:pt x="137" y="278"/>
                  <a:pt x="143" y="272"/>
                </a:cubicBezTo>
                <a:cubicBezTo>
                  <a:pt x="148" y="265"/>
                  <a:pt x="150" y="257"/>
                  <a:pt x="151" y="250"/>
                </a:cubicBezTo>
                <a:cubicBezTo>
                  <a:pt x="151" y="250"/>
                  <a:pt x="151" y="250"/>
                  <a:pt x="151" y="250"/>
                </a:cubicBezTo>
                <a:cubicBezTo>
                  <a:pt x="151" y="250"/>
                  <a:pt x="151" y="250"/>
                  <a:pt x="151" y="250"/>
                </a:cubicBezTo>
                <a:cubicBezTo>
                  <a:pt x="151" y="222"/>
                  <a:pt x="151" y="222"/>
                  <a:pt x="151" y="222"/>
                </a:cubicBezTo>
                <a:cubicBezTo>
                  <a:pt x="151" y="194"/>
                  <a:pt x="151" y="194"/>
                  <a:pt x="151" y="194"/>
                </a:cubicBezTo>
                <a:cubicBezTo>
                  <a:pt x="145" y="194"/>
                  <a:pt x="145" y="194"/>
                  <a:pt x="145" y="194"/>
                </a:cubicBezTo>
                <a:cubicBezTo>
                  <a:pt x="145" y="117"/>
                  <a:pt x="145" y="117"/>
                  <a:pt x="145" y="117"/>
                </a:cubicBezTo>
                <a:cubicBezTo>
                  <a:pt x="152" y="109"/>
                  <a:pt x="163" y="104"/>
                  <a:pt x="175" y="105"/>
                </a:cubicBezTo>
                <a:cubicBezTo>
                  <a:pt x="191" y="105"/>
                  <a:pt x="204" y="113"/>
                  <a:pt x="210" y="124"/>
                </a:cubicBezTo>
                <a:cubicBezTo>
                  <a:pt x="217" y="113"/>
                  <a:pt x="230" y="105"/>
                  <a:pt x="246" y="105"/>
                </a:cubicBezTo>
                <a:cubicBezTo>
                  <a:pt x="260" y="105"/>
                  <a:pt x="273" y="112"/>
                  <a:pt x="280" y="123"/>
                </a:cubicBezTo>
                <a:cubicBezTo>
                  <a:pt x="271" y="54"/>
                  <a:pt x="212" y="0"/>
                  <a:pt x="140"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52" name="组合 51"/>
          <p:cNvGrpSpPr>
            <a:grpSpLocks noChangeAspect="1"/>
          </p:cNvGrpSpPr>
          <p:nvPr/>
        </p:nvGrpSpPr>
        <p:grpSpPr>
          <a:xfrm>
            <a:off x="7143279" y="3888807"/>
            <a:ext cx="569267" cy="432620"/>
            <a:chOff x="10004425" y="1971676"/>
            <a:chExt cx="1593850" cy="1211262"/>
          </a:xfrm>
          <a:solidFill>
            <a:schemeClr val="bg1"/>
          </a:solidFill>
        </p:grpSpPr>
        <p:sp>
          <p:nvSpPr>
            <p:cNvPr id="53" name="Freeform 267"/>
            <p:cNvSpPr>
              <a:spLocks/>
            </p:cNvSpPr>
            <p:nvPr/>
          </p:nvSpPr>
          <p:spPr bwMode="auto">
            <a:xfrm>
              <a:off x="10004425" y="1971676"/>
              <a:ext cx="1535113" cy="688975"/>
            </a:xfrm>
            <a:custGeom>
              <a:avLst/>
              <a:gdLst>
                <a:gd name="T0" fmla="*/ 480 w 967"/>
                <a:gd name="T1" fmla="*/ 434 h 434"/>
                <a:gd name="T2" fmla="*/ 0 w 967"/>
                <a:gd name="T3" fmla="*/ 217 h 434"/>
                <a:gd name="T4" fmla="*/ 492 w 967"/>
                <a:gd name="T5" fmla="*/ 0 h 434"/>
                <a:gd name="T6" fmla="*/ 967 w 967"/>
                <a:gd name="T7" fmla="*/ 212 h 434"/>
                <a:gd name="T8" fmla="*/ 480 w 967"/>
                <a:gd name="T9" fmla="*/ 434 h 434"/>
              </a:gdLst>
              <a:ahLst/>
              <a:cxnLst>
                <a:cxn ang="0">
                  <a:pos x="T0" y="T1"/>
                </a:cxn>
                <a:cxn ang="0">
                  <a:pos x="T2" y="T3"/>
                </a:cxn>
                <a:cxn ang="0">
                  <a:pos x="T4" y="T5"/>
                </a:cxn>
                <a:cxn ang="0">
                  <a:pos x="T6" y="T7"/>
                </a:cxn>
                <a:cxn ang="0">
                  <a:pos x="T8" y="T9"/>
                </a:cxn>
              </a:cxnLst>
              <a:rect l="0" t="0" r="r" b="b"/>
              <a:pathLst>
                <a:path w="967" h="434">
                  <a:moveTo>
                    <a:pt x="480" y="434"/>
                  </a:moveTo>
                  <a:lnTo>
                    <a:pt x="0" y="217"/>
                  </a:lnTo>
                  <a:lnTo>
                    <a:pt x="492" y="0"/>
                  </a:lnTo>
                  <a:lnTo>
                    <a:pt x="967" y="212"/>
                  </a:lnTo>
                  <a:lnTo>
                    <a:pt x="480" y="4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Rectangle 268"/>
            <p:cNvSpPr>
              <a:spLocks noChangeArrowheads="1"/>
            </p:cNvSpPr>
            <p:nvPr/>
          </p:nvSpPr>
          <p:spPr bwMode="auto">
            <a:xfrm>
              <a:off x="11474450" y="2297113"/>
              <a:ext cx="46038" cy="5032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Oval 269"/>
            <p:cNvSpPr>
              <a:spLocks noChangeArrowheads="1"/>
            </p:cNvSpPr>
            <p:nvPr/>
          </p:nvSpPr>
          <p:spPr bwMode="auto">
            <a:xfrm>
              <a:off x="11422063" y="2743201"/>
              <a:ext cx="150813" cy="1508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270"/>
            <p:cNvSpPr>
              <a:spLocks/>
            </p:cNvSpPr>
            <p:nvPr/>
          </p:nvSpPr>
          <p:spPr bwMode="auto">
            <a:xfrm>
              <a:off x="11404600" y="2822576"/>
              <a:ext cx="107950" cy="336550"/>
            </a:xfrm>
            <a:custGeom>
              <a:avLst/>
              <a:gdLst>
                <a:gd name="T0" fmla="*/ 16 w 29"/>
                <a:gd name="T1" fmla="*/ 5 h 90"/>
                <a:gd name="T2" fmla="*/ 6 w 29"/>
                <a:gd name="T3" fmla="*/ 90 h 90"/>
                <a:gd name="T4" fmla="*/ 29 w 29"/>
                <a:gd name="T5" fmla="*/ 90 h 90"/>
                <a:gd name="T6" fmla="*/ 29 w 29"/>
                <a:gd name="T7" fmla="*/ 0 h 90"/>
                <a:gd name="T8" fmla="*/ 16 w 29"/>
                <a:gd name="T9" fmla="*/ 5 h 90"/>
              </a:gdLst>
              <a:ahLst/>
              <a:cxnLst>
                <a:cxn ang="0">
                  <a:pos x="T0" y="T1"/>
                </a:cxn>
                <a:cxn ang="0">
                  <a:pos x="T2" y="T3"/>
                </a:cxn>
                <a:cxn ang="0">
                  <a:pos x="T4" y="T5"/>
                </a:cxn>
                <a:cxn ang="0">
                  <a:pos x="T6" y="T7"/>
                </a:cxn>
                <a:cxn ang="0">
                  <a:pos x="T8" y="T9"/>
                </a:cxn>
              </a:cxnLst>
              <a:rect l="0" t="0" r="r" b="b"/>
              <a:pathLst>
                <a:path w="29" h="90">
                  <a:moveTo>
                    <a:pt x="16" y="5"/>
                  </a:moveTo>
                  <a:cubicBezTo>
                    <a:pt x="16" y="5"/>
                    <a:pt x="0" y="39"/>
                    <a:pt x="6" y="90"/>
                  </a:cubicBezTo>
                  <a:cubicBezTo>
                    <a:pt x="29" y="90"/>
                    <a:pt x="29" y="90"/>
                    <a:pt x="29" y="90"/>
                  </a:cubicBezTo>
                  <a:cubicBezTo>
                    <a:pt x="29" y="0"/>
                    <a:pt x="29" y="0"/>
                    <a:pt x="29" y="0"/>
                  </a:cubicBezTo>
                  <a:cubicBezTo>
                    <a:pt x="29" y="0"/>
                    <a:pt x="16" y="8"/>
                    <a:pt x="16"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271"/>
            <p:cNvSpPr>
              <a:spLocks/>
            </p:cNvSpPr>
            <p:nvPr/>
          </p:nvSpPr>
          <p:spPr bwMode="auto">
            <a:xfrm>
              <a:off x="11490325" y="2822576"/>
              <a:ext cx="107950" cy="336550"/>
            </a:xfrm>
            <a:custGeom>
              <a:avLst/>
              <a:gdLst>
                <a:gd name="T0" fmla="*/ 13 w 29"/>
                <a:gd name="T1" fmla="*/ 5 h 90"/>
                <a:gd name="T2" fmla="*/ 23 w 29"/>
                <a:gd name="T3" fmla="*/ 90 h 90"/>
                <a:gd name="T4" fmla="*/ 0 w 29"/>
                <a:gd name="T5" fmla="*/ 90 h 90"/>
                <a:gd name="T6" fmla="*/ 0 w 29"/>
                <a:gd name="T7" fmla="*/ 0 h 90"/>
                <a:gd name="T8" fmla="*/ 13 w 29"/>
                <a:gd name="T9" fmla="*/ 5 h 90"/>
              </a:gdLst>
              <a:ahLst/>
              <a:cxnLst>
                <a:cxn ang="0">
                  <a:pos x="T0" y="T1"/>
                </a:cxn>
                <a:cxn ang="0">
                  <a:pos x="T2" y="T3"/>
                </a:cxn>
                <a:cxn ang="0">
                  <a:pos x="T4" y="T5"/>
                </a:cxn>
                <a:cxn ang="0">
                  <a:pos x="T6" y="T7"/>
                </a:cxn>
                <a:cxn ang="0">
                  <a:pos x="T8" y="T9"/>
                </a:cxn>
              </a:cxnLst>
              <a:rect l="0" t="0" r="r" b="b"/>
              <a:pathLst>
                <a:path w="29" h="90">
                  <a:moveTo>
                    <a:pt x="13" y="5"/>
                  </a:moveTo>
                  <a:cubicBezTo>
                    <a:pt x="13" y="5"/>
                    <a:pt x="29" y="39"/>
                    <a:pt x="23" y="90"/>
                  </a:cubicBezTo>
                  <a:cubicBezTo>
                    <a:pt x="0" y="90"/>
                    <a:pt x="0" y="90"/>
                    <a:pt x="0" y="90"/>
                  </a:cubicBezTo>
                  <a:cubicBezTo>
                    <a:pt x="0" y="0"/>
                    <a:pt x="0" y="0"/>
                    <a:pt x="0" y="0"/>
                  </a:cubicBezTo>
                  <a:cubicBezTo>
                    <a:pt x="0" y="0"/>
                    <a:pt x="13" y="8"/>
                    <a:pt x="1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272"/>
            <p:cNvSpPr>
              <a:spLocks/>
            </p:cNvSpPr>
            <p:nvPr/>
          </p:nvSpPr>
          <p:spPr bwMode="auto">
            <a:xfrm>
              <a:off x="10309225" y="2522538"/>
              <a:ext cx="889000" cy="660400"/>
            </a:xfrm>
            <a:custGeom>
              <a:avLst/>
              <a:gdLst>
                <a:gd name="T0" fmla="*/ 237 w 237"/>
                <a:gd name="T1" fmla="*/ 0 h 176"/>
                <a:gd name="T2" fmla="*/ 118 w 237"/>
                <a:gd name="T3" fmla="*/ 55 h 176"/>
                <a:gd name="T4" fmla="*/ 0 w 237"/>
                <a:gd name="T5" fmla="*/ 0 h 176"/>
                <a:gd name="T6" fmla="*/ 0 w 237"/>
                <a:gd name="T7" fmla="*/ 136 h 176"/>
                <a:gd name="T8" fmla="*/ 115 w 237"/>
                <a:gd name="T9" fmla="*/ 176 h 176"/>
                <a:gd name="T10" fmla="*/ 115 w 237"/>
                <a:gd name="T11" fmla="*/ 176 h 176"/>
                <a:gd name="T12" fmla="*/ 118 w 237"/>
                <a:gd name="T13" fmla="*/ 176 h 176"/>
                <a:gd name="T14" fmla="*/ 122 w 237"/>
                <a:gd name="T15" fmla="*/ 176 h 176"/>
                <a:gd name="T16" fmla="*/ 122 w 237"/>
                <a:gd name="T17" fmla="*/ 176 h 176"/>
                <a:gd name="T18" fmla="*/ 237 w 237"/>
                <a:gd name="T19" fmla="*/ 136 h 176"/>
                <a:gd name="T20" fmla="*/ 237 w 237"/>
                <a:gd name="T21"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7" h="176">
                  <a:moveTo>
                    <a:pt x="237" y="0"/>
                  </a:moveTo>
                  <a:cubicBezTo>
                    <a:pt x="237" y="1"/>
                    <a:pt x="138" y="47"/>
                    <a:pt x="118" y="55"/>
                  </a:cubicBezTo>
                  <a:cubicBezTo>
                    <a:pt x="99" y="47"/>
                    <a:pt x="0" y="1"/>
                    <a:pt x="0" y="0"/>
                  </a:cubicBezTo>
                  <a:cubicBezTo>
                    <a:pt x="0" y="136"/>
                    <a:pt x="0" y="136"/>
                    <a:pt x="0" y="136"/>
                  </a:cubicBezTo>
                  <a:cubicBezTo>
                    <a:pt x="32" y="170"/>
                    <a:pt x="95" y="175"/>
                    <a:pt x="115" y="176"/>
                  </a:cubicBezTo>
                  <a:cubicBezTo>
                    <a:pt x="115" y="176"/>
                    <a:pt x="115" y="176"/>
                    <a:pt x="115" y="176"/>
                  </a:cubicBezTo>
                  <a:cubicBezTo>
                    <a:pt x="115" y="176"/>
                    <a:pt x="116" y="176"/>
                    <a:pt x="118" y="176"/>
                  </a:cubicBezTo>
                  <a:cubicBezTo>
                    <a:pt x="121" y="176"/>
                    <a:pt x="122" y="176"/>
                    <a:pt x="122" y="176"/>
                  </a:cubicBezTo>
                  <a:cubicBezTo>
                    <a:pt x="122" y="176"/>
                    <a:pt x="122" y="176"/>
                    <a:pt x="122" y="176"/>
                  </a:cubicBezTo>
                  <a:cubicBezTo>
                    <a:pt x="142" y="175"/>
                    <a:pt x="205" y="170"/>
                    <a:pt x="237" y="136"/>
                  </a:cubicBezTo>
                  <a:lnTo>
                    <a:pt x="23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59" name="Freeform 307"/>
          <p:cNvSpPr>
            <a:spLocks noChangeAspect="1" noEditPoints="1"/>
          </p:cNvSpPr>
          <p:nvPr/>
        </p:nvSpPr>
        <p:spPr bwMode="auto">
          <a:xfrm>
            <a:off x="7221394" y="5585581"/>
            <a:ext cx="389668" cy="569267"/>
          </a:xfrm>
          <a:custGeom>
            <a:avLst/>
            <a:gdLst>
              <a:gd name="T0" fmla="*/ 151 w 243"/>
              <a:gd name="T1" fmla="*/ 4 h 354"/>
              <a:gd name="T2" fmla="*/ 236 w 243"/>
              <a:gd name="T3" fmla="*/ 91 h 354"/>
              <a:gd name="T4" fmla="*/ 212 w 243"/>
              <a:gd name="T5" fmla="*/ 202 h 354"/>
              <a:gd name="T6" fmla="*/ 201 w 243"/>
              <a:gd name="T7" fmla="*/ 243 h 354"/>
              <a:gd name="T8" fmla="*/ 199 w 243"/>
              <a:gd name="T9" fmla="*/ 276 h 354"/>
              <a:gd name="T10" fmla="*/ 183 w 243"/>
              <a:gd name="T11" fmla="*/ 322 h 354"/>
              <a:gd name="T12" fmla="*/ 143 w 243"/>
              <a:gd name="T13" fmla="*/ 354 h 354"/>
              <a:gd name="T14" fmla="*/ 63 w 243"/>
              <a:gd name="T15" fmla="*/ 328 h 354"/>
              <a:gd name="T16" fmla="*/ 43 w 243"/>
              <a:gd name="T17" fmla="*/ 281 h 354"/>
              <a:gd name="T18" fmla="*/ 43 w 243"/>
              <a:gd name="T19" fmla="*/ 253 h 354"/>
              <a:gd name="T20" fmla="*/ 39 w 243"/>
              <a:gd name="T21" fmla="*/ 231 h 354"/>
              <a:gd name="T22" fmla="*/ 10 w 243"/>
              <a:gd name="T23" fmla="*/ 163 h 354"/>
              <a:gd name="T24" fmla="*/ 74 w 243"/>
              <a:gd name="T25" fmla="*/ 10 h 354"/>
              <a:gd name="T26" fmla="*/ 114 w 243"/>
              <a:gd name="T27" fmla="*/ 0 h 354"/>
              <a:gd name="T28" fmla="*/ 121 w 243"/>
              <a:gd name="T29" fmla="*/ 245 h 354"/>
              <a:gd name="T30" fmla="*/ 180 w 243"/>
              <a:gd name="T31" fmla="*/ 233 h 354"/>
              <a:gd name="T32" fmla="*/ 205 w 243"/>
              <a:gd name="T33" fmla="*/ 168 h 354"/>
              <a:gd name="T34" fmla="*/ 182 w 243"/>
              <a:gd name="T35" fmla="*/ 44 h 354"/>
              <a:gd name="T36" fmla="*/ 26 w 243"/>
              <a:gd name="T37" fmla="*/ 138 h 354"/>
              <a:gd name="T38" fmla="*/ 62 w 243"/>
              <a:gd name="T39" fmla="*/ 235 h 354"/>
              <a:gd name="T40" fmla="*/ 121 w 243"/>
              <a:gd name="T41" fmla="*/ 245 h 354"/>
              <a:gd name="T42" fmla="*/ 74 w 243"/>
              <a:gd name="T43" fmla="*/ 254 h 354"/>
              <a:gd name="T44" fmla="*/ 74 w 243"/>
              <a:gd name="T45" fmla="*/ 274 h 354"/>
              <a:gd name="T46" fmla="*/ 169 w 243"/>
              <a:gd name="T47" fmla="*/ 274 h 354"/>
              <a:gd name="T48" fmla="*/ 169 w 243"/>
              <a:gd name="T49" fmla="*/ 254 h 354"/>
              <a:gd name="T50" fmla="*/ 121 w 243"/>
              <a:gd name="T51" fmla="*/ 283 h 354"/>
              <a:gd name="T52" fmla="*/ 64 w 243"/>
              <a:gd name="T53" fmla="*/ 289 h 354"/>
              <a:gd name="T54" fmla="*/ 140 w 243"/>
              <a:gd name="T55" fmla="*/ 303 h 354"/>
              <a:gd name="T56" fmla="*/ 178 w 243"/>
              <a:gd name="T57" fmla="*/ 297 h 354"/>
              <a:gd name="T58" fmla="*/ 121 w 243"/>
              <a:gd name="T59" fmla="*/ 283 h 354"/>
              <a:gd name="T60" fmla="*/ 100 w 243"/>
              <a:gd name="T61" fmla="*/ 332 h 354"/>
              <a:gd name="T62" fmla="*/ 159 w 243"/>
              <a:gd name="T63" fmla="*/ 31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3" h="354">
                <a:moveTo>
                  <a:pt x="128" y="0"/>
                </a:moveTo>
                <a:cubicBezTo>
                  <a:pt x="136" y="1"/>
                  <a:pt x="144" y="2"/>
                  <a:pt x="151" y="4"/>
                </a:cubicBezTo>
                <a:cubicBezTo>
                  <a:pt x="172" y="9"/>
                  <a:pt x="190" y="20"/>
                  <a:pt x="205" y="35"/>
                </a:cubicBezTo>
                <a:cubicBezTo>
                  <a:pt x="221" y="51"/>
                  <a:pt x="231" y="69"/>
                  <a:pt x="236" y="91"/>
                </a:cubicBezTo>
                <a:cubicBezTo>
                  <a:pt x="243" y="121"/>
                  <a:pt x="240" y="149"/>
                  <a:pt x="225" y="177"/>
                </a:cubicBezTo>
                <a:cubicBezTo>
                  <a:pt x="221" y="185"/>
                  <a:pt x="216" y="194"/>
                  <a:pt x="212" y="202"/>
                </a:cubicBezTo>
                <a:cubicBezTo>
                  <a:pt x="206" y="214"/>
                  <a:pt x="203" y="226"/>
                  <a:pt x="202" y="238"/>
                </a:cubicBezTo>
                <a:cubicBezTo>
                  <a:pt x="202" y="240"/>
                  <a:pt x="201" y="241"/>
                  <a:pt x="201" y="243"/>
                </a:cubicBezTo>
                <a:cubicBezTo>
                  <a:pt x="200" y="246"/>
                  <a:pt x="200" y="255"/>
                  <a:pt x="200" y="258"/>
                </a:cubicBezTo>
                <a:cubicBezTo>
                  <a:pt x="202" y="264"/>
                  <a:pt x="201" y="270"/>
                  <a:pt x="199" y="276"/>
                </a:cubicBezTo>
                <a:cubicBezTo>
                  <a:pt x="198" y="278"/>
                  <a:pt x="198" y="279"/>
                  <a:pt x="199" y="281"/>
                </a:cubicBezTo>
                <a:cubicBezTo>
                  <a:pt x="205" y="297"/>
                  <a:pt x="198" y="314"/>
                  <a:pt x="183" y="322"/>
                </a:cubicBezTo>
                <a:cubicBezTo>
                  <a:pt x="181" y="322"/>
                  <a:pt x="180" y="324"/>
                  <a:pt x="180" y="325"/>
                </a:cubicBezTo>
                <a:cubicBezTo>
                  <a:pt x="173" y="342"/>
                  <a:pt x="161" y="353"/>
                  <a:pt x="143" y="354"/>
                </a:cubicBezTo>
                <a:cubicBezTo>
                  <a:pt x="127" y="354"/>
                  <a:pt x="111" y="354"/>
                  <a:pt x="96" y="353"/>
                </a:cubicBezTo>
                <a:cubicBezTo>
                  <a:pt x="80" y="352"/>
                  <a:pt x="69" y="342"/>
                  <a:pt x="63" y="328"/>
                </a:cubicBezTo>
                <a:cubicBezTo>
                  <a:pt x="62" y="324"/>
                  <a:pt x="60" y="322"/>
                  <a:pt x="57" y="321"/>
                </a:cubicBezTo>
                <a:cubicBezTo>
                  <a:pt x="43" y="313"/>
                  <a:pt x="37" y="296"/>
                  <a:pt x="43" y="281"/>
                </a:cubicBezTo>
                <a:cubicBezTo>
                  <a:pt x="44" y="279"/>
                  <a:pt x="44" y="278"/>
                  <a:pt x="43" y="276"/>
                </a:cubicBezTo>
                <a:cubicBezTo>
                  <a:pt x="40" y="268"/>
                  <a:pt x="40" y="261"/>
                  <a:pt x="43" y="253"/>
                </a:cubicBezTo>
                <a:cubicBezTo>
                  <a:pt x="43" y="252"/>
                  <a:pt x="43" y="250"/>
                  <a:pt x="43" y="248"/>
                </a:cubicBezTo>
                <a:cubicBezTo>
                  <a:pt x="41" y="242"/>
                  <a:pt x="40" y="237"/>
                  <a:pt x="39" y="231"/>
                </a:cubicBezTo>
                <a:cubicBezTo>
                  <a:pt x="37" y="218"/>
                  <a:pt x="32" y="206"/>
                  <a:pt x="26" y="195"/>
                </a:cubicBezTo>
                <a:cubicBezTo>
                  <a:pt x="21" y="184"/>
                  <a:pt x="15" y="174"/>
                  <a:pt x="10" y="163"/>
                </a:cubicBezTo>
                <a:cubicBezTo>
                  <a:pt x="2" y="143"/>
                  <a:pt x="0" y="121"/>
                  <a:pt x="4" y="100"/>
                </a:cubicBezTo>
                <a:cubicBezTo>
                  <a:pt x="11" y="57"/>
                  <a:pt x="35" y="27"/>
                  <a:pt x="74" y="10"/>
                </a:cubicBezTo>
                <a:cubicBezTo>
                  <a:pt x="86" y="4"/>
                  <a:pt x="98" y="1"/>
                  <a:pt x="111" y="1"/>
                </a:cubicBezTo>
                <a:cubicBezTo>
                  <a:pt x="112" y="0"/>
                  <a:pt x="113" y="0"/>
                  <a:pt x="114" y="0"/>
                </a:cubicBezTo>
                <a:lnTo>
                  <a:pt x="128" y="0"/>
                </a:lnTo>
                <a:close/>
                <a:moveTo>
                  <a:pt x="121" y="245"/>
                </a:moveTo>
                <a:cubicBezTo>
                  <a:pt x="136" y="245"/>
                  <a:pt x="151" y="245"/>
                  <a:pt x="167" y="245"/>
                </a:cubicBezTo>
                <a:cubicBezTo>
                  <a:pt x="176" y="245"/>
                  <a:pt x="179" y="242"/>
                  <a:pt x="180" y="233"/>
                </a:cubicBezTo>
                <a:cubicBezTo>
                  <a:pt x="182" y="223"/>
                  <a:pt x="184" y="213"/>
                  <a:pt x="187" y="203"/>
                </a:cubicBezTo>
                <a:cubicBezTo>
                  <a:pt x="192" y="191"/>
                  <a:pt x="199" y="180"/>
                  <a:pt x="205" y="168"/>
                </a:cubicBezTo>
                <a:cubicBezTo>
                  <a:pt x="212" y="156"/>
                  <a:pt x="216" y="143"/>
                  <a:pt x="217" y="128"/>
                </a:cubicBezTo>
                <a:cubicBezTo>
                  <a:pt x="220" y="94"/>
                  <a:pt x="208" y="66"/>
                  <a:pt x="182" y="44"/>
                </a:cubicBezTo>
                <a:cubicBezTo>
                  <a:pt x="149" y="17"/>
                  <a:pt x="106" y="15"/>
                  <a:pt x="70" y="37"/>
                </a:cubicBezTo>
                <a:cubicBezTo>
                  <a:pt x="35" y="58"/>
                  <a:pt x="19" y="98"/>
                  <a:pt x="26" y="138"/>
                </a:cubicBezTo>
                <a:cubicBezTo>
                  <a:pt x="28" y="152"/>
                  <a:pt x="35" y="165"/>
                  <a:pt x="42" y="177"/>
                </a:cubicBezTo>
                <a:cubicBezTo>
                  <a:pt x="52" y="195"/>
                  <a:pt x="60" y="214"/>
                  <a:pt x="62" y="235"/>
                </a:cubicBezTo>
                <a:cubicBezTo>
                  <a:pt x="62" y="242"/>
                  <a:pt x="66" y="245"/>
                  <a:pt x="73" y="245"/>
                </a:cubicBezTo>
                <a:cubicBezTo>
                  <a:pt x="89" y="245"/>
                  <a:pt x="105" y="245"/>
                  <a:pt x="121" y="245"/>
                </a:cubicBezTo>
                <a:moveTo>
                  <a:pt x="121" y="254"/>
                </a:moveTo>
                <a:cubicBezTo>
                  <a:pt x="105" y="254"/>
                  <a:pt x="89" y="254"/>
                  <a:pt x="74" y="254"/>
                </a:cubicBezTo>
                <a:cubicBezTo>
                  <a:pt x="69" y="254"/>
                  <a:pt x="65" y="256"/>
                  <a:pt x="64" y="260"/>
                </a:cubicBezTo>
                <a:cubicBezTo>
                  <a:pt x="61" y="267"/>
                  <a:pt x="66" y="274"/>
                  <a:pt x="74" y="274"/>
                </a:cubicBezTo>
                <a:cubicBezTo>
                  <a:pt x="96" y="274"/>
                  <a:pt x="118" y="274"/>
                  <a:pt x="140" y="274"/>
                </a:cubicBezTo>
                <a:cubicBezTo>
                  <a:pt x="149" y="274"/>
                  <a:pt x="159" y="274"/>
                  <a:pt x="169" y="274"/>
                </a:cubicBezTo>
                <a:cubicBezTo>
                  <a:pt x="173" y="274"/>
                  <a:pt x="176" y="272"/>
                  <a:pt x="178" y="268"/>
                </a:cubicBezTo>
                <a:cubicBezTo>
                  <a:pt x="181" y="261"/>
                  <a:pt x="176" y="254"/>
                  <a:pt x="169" y="254"/>
                </a:cubicBezTo>
                <a:cubicBezTo>
                  <a:pt x="153" y="254"/>
                  <a:pt x="137" y="254"/>
                  <a:pt x="121" y="254"/>
                </a:cubicBezTo>
                <a:moveTo>
                  <a:pt x="121" y="283"/>
                </a:moveTo>
                <a:cubicBezTo>
                  <a:pt x="105" y="283"/>
                  <a:pt x="89" y="283"/>
                  <a:pt x="74" y="283"/>
                </a:cubicBezTo>
                <a:cubicBezTo>
                  <a:pt x="69" y="283"/>
                  <a:pt x="65" y="285"/>
                  <a:pt x="64" y="289"/>
                </a:cubicBezTo>
                <a:cubicBezTo>
                  <a:pt x="61" y="296"/>
                  <a:pt x="66" y="303"/>
                  <a:pt x="74" y="303"/>
                </a:cubicBezTo>
                <a:cubicBezTo>
                  <a:pt x="96" y="303"/>
                  <a:pt x="118" y="303"/>
                  <a:pt x="140" y="303"/>
                </a:cubicBezTo>
                <a:cubicBezTo>
                  <a:pt x="149" y="303"/>
                  <a:pt x="159" y="303"/>
                  <a:pt x="169" y="303"/>
                </a:cubicBezTo>
                <a:cubicBezTo>
                  <a:pt x="173" y="303"/>
                  <a:pt x="176" y="301"/>
                  <a:pt x="178" y="297"/>
                </a:cubicBezTo>
                <a:cubicBezTo>
                  <a:pt x="181" y="290"/>
                  <a:pt x="176" y="283"/>
                  <a:pt x="169" y="283"/>
                </a:cubicBezTo>
                <a:cubicBezTo>
                  <a:pt x="153" y="283"/>
                  <a:pt x="137" y="283"/>
                  <a:pt x="121" y="283"/>
                </a:cubicBezTo>
                <a:moveTo>
                  <a:pt x="82" y="313"/>
                </a:moveTo>
                <a:cubicBezTo>
                  <a:pt x="82" y="323"/>
                  <a:pt x="90" y="331"/>
                  <a:pt x="100" y="332"/>
                </a:cubicBezTo>
                <a:cubicBezTo>
                  <a:pt x="114" y="332"/>
                  <a:pt x="128" y="332"/>
                  <a:pt x="142" y="332"/>
                </a:cubicBezTo>
                <a:cubicBezTo>
                  <a:pt x="152" y="331"/>
                  <a:pt x="159" y="323"/>
                  <a:pt x="159" y="313"/>
                </a:cubicBezTo>
                <a:lnTo>
                  <a:pt x="82" y="31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6" name="Freeform 285"/>
          <p:cNvSpPr>
            <a:spLocks noEditPoints="1"/>
          </p:cNvSpPr>
          <p:nvPr/>
        </p:nvSpPr>
        <p:spPr bwMode="auto">
          <a:xfrm>
            <a:off x="4701339" y="4809401"/>
            <a:ext cx="462053" cy="467801"/>
          </a:xfrm>
          <a:custGeom>
            <a:avLst/>
            <a:gdLst>
              <a:gd name="T0" fmla="*/ 101 w 201"/>
              <a:gd name="T1" fmla="*/ 60 h 203"/>
              <a:gd name="T2" fmla="*/ 58 w 201"/>
              <a:gd name="T3" fmla="*/ 103 h 203"/>
              <a:gd name="T4" fmla="*/ 101 w 201"/>
              <a:gd name="T5" fmla="*/ 147 h 203"/>
              <a:gd name="T6" fmla="*/ 144 w 201"/>
              <a:gd name="T7" fmla="*/ 103 h 203"/>
              <a:gd name="T8" fmla="*/ 101 w 201"/>
              <a:gd name="T9" fmla="*/ 60 h 203"/>
              <a:gd name="T10" fmla="*/ 180 w 201"/>
              <a:gd name="T11" fmla="*/ 101 h 203"/>
              <a:gd name="T12" fmla="*/ 180 w 201"/>
              <a:gd name="T13" fmla="*/ 95 h 203"/>
              <a:gd name="T14" fmla="*/ 201 w 201"/>
              <a:gd name="T15" fmla="*/ 90 h 203"/>
              <a:gd name="T16" fmla="*/ 193 w 201"/>
              <a:gd name="T17" fmla="*/ 61 h 203"/>
              <a:gd name="T18" fmla="*/ 172 w 201"/>
              <a:gd name="T19" fmla="*/ 67 h 203"/>
              <a:gd name="T20" fmla="*/ 162 w 201"/>
              <a:gd name="T21" fmla="*/ 51 h 203"/>
              <a:gd name="T22" fmla="*/ 176 w 201"/>
              <a:gd name="T23" fmla="*/ 34 h 203"/>
              <a:gd name="T24" fmla="*/ 153 w 201"/>
              <a:gd name="T25" fmla="*/ 15 h 203"/>
              <a:gd name="T26" fmla="*/ 139 w 201"/>
              <a:gd name="T27" fmla="*/ 32 h 203"/>
              <a:gd name="T28" fmla="*/ 115 w 201"/>
              <a:gd name="T29" fmla="*/ 23 h 203"/>
              <a:gd name="T30" fmla="*/ 115 w 201"/>
              <a:gd name="T31" fmla="*/ 1 h 203"/>
              <a:gd name="T32" fmla="*/ 101 w 201"/>
              <a:gd name="T33" fmla="*/ 0 h 203"/>
              <a:gd name="T34" fmla="*/ 86 w 201"/>
              <a:gd name="T35" fmla="*/ 1 h 203"/>
              <a:gd name="T36" fmla="*/ 86 w 201"/>
              <a:gd name="T37" fmla="*/ 23 h 203"/>
              <a:gd name="T38" fmla="*/ 68 w 201"/>
              <a:gd name="T39" fmla="*/ 29 h 203"/>
              <a:gd name="T40" fmla="*/ 55 w 201"/>
              <a:gd name="T41" fmla="*/ 11 h 203"/>
              <a:gd name="T42" fmla="*/ 31 w 201"/>
              <a:gd name="T43" fmla="*/ 28 h 203"/>
              <a:gd name="T44" fmla="*/ 43 w 201"/>
              <a:gd name="T45" fmla="*/ 46 h 203"/>
              <a:gd name="T46" fmla="*/ 32 w 201"/>
              <a:gd name="T47" fmla="*/ 60 h 203"/>
              <a:gd name="T48" fmla="*/ 12 w 201"/>
              <a:gd name="T49" fmla="*/ 53 h 203"/>
              <a:gd name="T50" fmla="*/ 1 w 201"/>
              <a:gd name="T51" fmla="*/ 81 h 203"/>
              <a:gd name="T52" fmla="*/ 22 w 201"/>
              <a:gd name="T53" fmla="*/ 88 h 203"/>
              <a:gd name="T54" fmla="*/ 21 w 201"/>
              <a:gd name="T55" fmla="*/ 101 h 203"/>
              <a:gd name="T56" fmla="*/ 21 w 201"/>
              <a:gd name="T57" fmla="*/ 107 h 203"/>
              <a:gd name="T58" fmla="*/ 0 w 201"/>
              <a:gd name="T59" fmla="*/ 113 h 203"/>
              <a:gd name="T60" fmla="*/ 7 w 201"/>
              <a:gd name="T61" fmla="*/ 142 h 203"/>
              <a:gd name="T62" fmla="*/ 28 w 201"/>
              <a:gd name="T63" fmla="*/ 136 h 203"/>
              <a:gd name="T64" fmla="*/ 39 w 201"/>
              <a:gd name="T65" fmla="*/ 152 h 203"/>
              <a:gd name="T66" fmla="*/ 25 w 201"/>
              <a:gd name="T67" fmla="*/ 169 h 203"/>
              <a:gd name="T68" fmla="*/ 47 w 201"/>
              <a:gd name="T69" fmla="*/ 188 h 203"/>
              <a:gd name="T70" fmla="*/ 61 w 201"/>
              <a:gd name="T71" fmla="*/ 171 h 203"/>
              <a:gd name="T72" fmla="*/ 86 w 201"/>
              <a:gd name="T73" fmla="*/ 180 h 203"/>
              <a:gd name="T74" fmla="*/ 86 w 201"/>
              <a:gd name="T75" fmla="*/ 202 h 203"/>
              <a:gd name="T76" fmla="*/ 101 w 201"/>
              <a:gd name="T77" fmla="*/ 203 h 203"/>
              <a:gd name="T78" fmla="*/ 115 w 201"/>
              <a:gd name="T79" fmla="*/ 202 h 203"/>
              <a:gd name="T80" fmla="*/ 115 w 201"/>
              <a:gd name="T81" fmla="*/ 180 h 203"/>
              <a:gd name="T82" fmla="*/ 134 w 201"/>
              <a:gd name="T83" fmla="*/ 174 h 203"/>
              <a:gd name="T84" fmla="*/ 146 w 201"/>
              <a:gd name="T85" fmla="*/ 192 h 203"/>
              <a:gd name="T86" fmla="*/ 170 w 201"/>
              <a:gd name="T87" fmla="*/ 175 h 203"/>
              <a:gd name="T88" fmla="*/ 158 w 201"/>
              <a:gd name="T89" fmla="*/ 157 h 203"/>
              <a:gd name="T90" fmla="*/ 169 w 201"/>
              <a:gd name="T91" fmla="*/ 142 h 203"/>
              <a:gd name="T92" fmla="*/ 190 w 201"/>
              <a:gd name="T93" fmla="*/ 150 h 203"/>
              <a:gd name="T94" fmla="*/ 200 w 201"/>
              <a:gd name="T95" fmla="*/ 121 h 203"/>
              <a:gd name="T96" fmla="*/ 179 w 201"/>
              <a:gd name="T97" fmla="*/ 114 h 203"/>
              <a:gd name="T98" fmla="*/ 180 w 201"/>
              <a:gd name="T99" fmla="*/ 101 h 203"/>
              <a:gd name="T100" fmla="*/ 101 w 201"/>
              <a:gd name="T101" fmla="*/ 158 h 203"/>
              <a:gd name="T102" fmla="*/ 47 w 201"/>
              <a:gd name="T103" fmla="*/ 103 h 203"/>
              <a:gd name="T104" fmla="*/ 101 w 201"/>
              <a:gd name="T105" fmla="*/ 49 h 203"/>
              <a:gd name="T106" fmla="*/ 155 w 201"/>
              <a:gd name="T107" fmla="*/ 103 h 203"/>
              <a:gd name="T108" fmla="*/ 101 w 201"/>
              <a:gd name="T109" fmla="*/ 158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01" h="203">
                <a:moveTo>
                  <a:pt x="101" y="60"/>
                </a:moveTo>
                <a:cubicBezTo>
                  <a:pt x="77" y="60"/>
                  <a:pt x="58" y="80"/>
                  <a:pt x="58" y="103"/>
                </a:cubicBezTo>
                <a:cubicBezTo>
                  <a:pt x="58" y="127"/>
                  <a:pt x="77" y="147"/>
                  <a:pt x="101" y="147"/>
                </a:cubicBezTo>
                <a:cubicBezTo>
                  <a:pt x="125" y="147"/>
                  <a:pt x="144" y="127"/>
                  <a:pt x="144" y="103"/>
                </a:cubicBezTo>
                <a:cubicBezTo>
                  <a:pt x="144" y="80"/>
                  <a:pt x="125" y="60"/>
                  <a:pt x="101" y="60"/>
                </a:cubicBezTo>
                <a:close/>
                <a:moveTo>
                  <a:pt x="180" y="101"/>
                </a:moveTo>
                <a:cubicBezTo>
                  <a:pt x="180" y="99"/>
                  <a:pt x="180" y="97"/>
                  <a:pt x="180" y="95"/>
                </a:cubicBezTo>
                <a:cubicBezTo>
                  <a:pt x="201" y="90"/>
                  <a:pt x="201" y="90"/>
                  <a:pt x="201" y="90"/>
                </a:cubicBezTo>
                <a:cubicBezTo>
                  <a:pt x="200" y="80"/>
                  <a:pt x="197" y="70"/>
                  <a:pt x="193" y="61"/>
                </a:cubicBezTo>
                <a:cubicBezTo>
                  <a:pt x="172" y="67"/>
                  <a:pt x="172" y="67"/>
                  <a:pt x="172" y="67"/>
                </a:cubicBezTo>
                <a:cubicBezTo>
                  <a:pt x="170" y="61"/>
                  <a:pt x="166" y="56"/>
                  <a:pt x="162" y="51"/>
                </a:cubicBezTo>
                <a:cubicBezTo>
                  <a:pt x="176" y="34"/>
                  <a:pt x="176" y="34"/>
                  <a:pt x="176" y="34"/>
                </a:cubicBezTo>
                <a:cubicBezTo>
                  <a:pt x="170" y="27"/>
                  <a:pt x="162" y="20"/>
                  <a:pt x="153" y="15"/>
                </a:cubicBezTo>
                <a:cubicBezTo>
                  <a:pt x="139" y="32"/>
                  <a:pt x="139" y="32"/>
                  <a:pt x="139" y="32"/>
                </a:cubicBezTo>
                <a:cubicBezTo>
                  <a:pt x="132" y="28"/>
                  <a:pt x="124" y="25"/>
                  <a:pt x="115" y="23"/>
                </a:cubicBezTo>
                <a:cubicBezTo>
                  <a:pt x="115" y="1"/>
                  <a:pt x="115" y="1"/>
                  <a:pt x="115" y="1"/>
                </a:cubicBezTo>
                <a:cubicBezTo>
                  <a:pt x="111" y="1"/>
                  <a:pt x="106" y="0"/>
                  <a:pt x="101" y="0"/>
                </a:cubicBezTo>
                <a:cubicBezTo>
                  <a:pt x="95" y="0"/>
                  <a:pt x="91" y="1"/>
                  <a:pt x="86" y="1"/>
                </a:cubicBezTo>
                <a:cubicBezTo>
                  <a:pt x="86" y="23"/>
                  <a:pt x="86" y="23"/>
                  <a:pt x="86" y="23"/>
                </a:cubicBezTo>
                <a:cubicBezTo>
                  <a:pt x="79" y="24"/>
                  <a:pt x="73" y="26"/>
                  <a:pt x="68" y="29"/>
                </a:cubicBezTo>
                <a:cubicBezTo>
                  <a:pt x="55" y="11"/>
                  <a:pt x="55" y="11"/>
                  <a:pt x="55" y="11"/>
                </a:cubicBezTo>
                <a:cubicBezTo>
                  <a:pt x="46" y="15"/>
                  <a:pt x="38" y="21"/>
                  <a:pt x="31" y="28"/>
                </a:cubicBezTo>
                <a:cubicBezTo>
                  <a:pt x="43" y="46"/>
                  <a:pt x="43" y="46"/>
                  <a:pt x="43" y="46"/>
                </a:cubicBezTo>
                <a:cubicBezTo>
                  <a:pt x="39" y="50"/>
                  <a:pt x="35" y="55"/>
                  <a:pt x="32" y="60"/>
                </a:cubicBezTo>
                <a:cubicBezTo>
                  <a:pt x="12" y="53"/>
                  <a:pt x="12" y="53"/>
                  <a:pt x="12" y="53"/>
                </a:cubicBezTo>
                <a:cubicBezTo>
                  <a:pt x="7" y="62"/>
                  <a:pt x="3" y="71"/>
                  <a:pt x="1" y="81"/>
                </a:cubicBezTo>
                <a:cubicBezTo>
                  <a:pt x="22" y="88"/>
                  <a:pt x="22" y="88"/>
                  <a:pt x="22" y="88"/>
                </a:cubicBezTo>
                <a:cubicBezTo>
                  <a:pt x="21" y="93"/>
                  <a:pt x="21" y="97"/>
                  <a:pt x="21" y="101"/>
                </a:cubicBezTo>
                <a:cubicBezTo>
                  <a:pt x="21" y="103"/>
                  <a:pt x="21" y="105"/>
                  <a:pt x="21" y="107"/>
                </a:cubicBezTo>
                <a:cubicBezTo>
                  <a:pt x="0" y="113"/>
                  <a:pt x="0" y="113"/>
                  <a:pt x="0" y="113"/>
                </a:cubicBezTo>
                <a:cubicBezTo>
                  <a:pt x="1" y="123"/>
                  <a:pt x="4" y="133"/>
                  <a:pt x="7" y="142"/>
                </a:cubicBezTo>
                <a:cubicBezTo>
                  <a:pt x="28" y="136"/>
                  <a:pt x="28" y="136"/>
                  <a:pt x="28" y="136"/>
                </a:cubicBezTo>
                <a:cubicBezTo>
                  <a:pt x="31" y="142"/>
                  <a:pt x="35" y="147"/>
                  <a:pt x="39" y="152"/>
                </a:cubicBezTo>
                <a:cubicBezTo>
                  <a:pt x="25" y="169"/>
                  <a:pt x="25" y="169"/>
                  <a:pt x="25" y="169"/>
                </a:cubicBezTo>
                <a:cubicBezTo>
                  <a:pt x="31" y="176"/>
                  <a:pt x="39" y="182"/>
                  <a:pt x="47" y="188"/>
                </a:cubicBezTo>
                <a:cubicBezTo>
                  <a:pt x="61" y="171"/>
                  <a:pt x="61" y="171"/>
                  <a:pt x="61" y="171"/>
                </a:cubicBezTo>
                <a:cubicBezTo>
                  <a:pt x="69" y="175"/>
                  <a:pt x="77" y="178"/>
                  <a:pt x="86" y="180"/>
                </a:cubicBezTo>
                <a:cubicBezTo>
                  <a:pt x="86" y="202"/>
                  <a:pt x="86" y="202"/>
                  <a:pt x="86" y="202"/>
                </a:cubicBezTo>
                <a:cubicBezTo>
                  <a:pt x="91" y="202"/>
                  <a:pt x="95" y="203"/>
                  <a:pt x="101" y="203"/>
                </a:cubicBezTo>
                <a:cubicBezTo>
                  <a:pt x="106" y="203"/>
                  <a:pt x="111" y="202"/>
                  <a:pt x="115" y="202"/>
                </a:cubicBezTo>
                <a:cubicBezTo>
                  <a:pt x="115" y="180"/>
                  <a:pt x="115" y="180"/>
                  <a:pt x="115" y="180"/>
                </a:cubicBezTo>
                <a:cubicBezTo>
                  <a:pt x="122" y="179"/>
                  <a:pt x="128" y="177"/>
                  <a:pt x="134" y="174"/>
                </a:cubicBezTo>
                <a:cubicBezTo>
                  <a:pt x="146" y="192"/>
                  <a:pt x="146" y="192"/>
                  <a:pt x="146" y="192"/>
                </a:cubicBezTo>
                <a:cubicBezTo>
                  <a:pt x="155" y="188"/>
                  <a:pt x="163" y="182"/>
                  <a:pt x="170" y="175"/>
                </a:cubicBezTo>
                <a:cubicBezTo>
                  <a:pt x="158" y="157"/>
                  <a:pt x="158" y="157"/>
                  <a:pt x="158" y="157"/>
                </a:cubicBezTo>
                <a:cubicBezTo>
                  <a:pt x="162" y="153"/>
                  <a:pt x="166" y="148"/>
                  <a:pt x="169" y="142"/>
                </a:cubicBezTo>
                <a:cubicBezTo>
                  <a:pt x="190" y="150"/>
                  <a:pt x="190" y="150"/>
                  <a:pt x="190" y="150"/>
                </a:cubicBezTo>
                <a:cubicBezTo>
                  <a:pt x="194" y="141"/>
                  <a:pt x="198" y="131"/>
                  <a:pt x="200" y="121"/>
                </a:cubicBezTo>
                <a:cubicBezTo>
                  <a:pt x="179" y="114"/>
                  <a:pt x="179" y="114"/>
                  <a:pt x="179" y="114"/>
                </a:cubicBezTo>
                <a:cubicBezTo>
                  <a:pt x="180" y="110"/>
                  <a:pt x="180" y="106"/>
                  <a:pt x="180" y="101"/>
                </a:cubicBezTo>
                <a:close/>
                <a:moveTo>
                  <a:pt x="101" y="158"/>
                </a:moveTo>
                <a:cubicBezTo>
                  <a:pt x="71" y="158"/>
                  <a:pt x="47" y="133"/>
                  <a:pt x="47" y="103"/>
                </a:cubicBezTo>
                <a:cubicBezTo>
                  <a:pt x="47" y="73"/>
                  <a:pt x="71" y="49"/>
                  <a:pt x="101" y="49"/>
                </a:cubicBezTo>
                <a:cubicBezTo>
                  <a:pt x="131" y="49"/>
                  <a:pt x="155" y="73"/>
                  <a:pt x="155" y="103"/>
                </a:cubicBezTo>
                <a:cubicBezTo>
                  <a:pt x="155" y="133"/>
                  <a:pt x="131" y="158"/>
                  <a:pt x="101" y="158"/>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Tree>
    <p:extLst>
      <p:ext uri="{BB962C8B-B14F-4D97-AF65-F5344CB8AC3E}">
        <p14:creationId xmlns:p14="http://schemas.microsoft.com/office/powerpoint/2010/main" val="2085309307"/>
      </p:ext>
    </p:extLst>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矩形 39"/>
          <p:cNvSpPr/>
          <p:nvPr/>
        </p:nvSpPr>
        <p:spPr>
          <a:xfrm>
            <a:off x="0" y="203088"/>
            <a:ext cx="2492990" cy="523220"/>
          </a:xfrm>
          <a:prstGeom prst="rect">
            <a:avLst/>
          </a:prstGeom>
          <a:noFill/>
        </p:spPr>
        <p:txBody>
          <a:bodyPr wrap="none" rtlCol="0">
            <a:spAutoFit/>
          </a:bodyPr>
          <a:lstStyle/>
          <a:p>
            <a:r>
              <a:rPr lang="zh-CN" altLang="en-US" sz="2800" b="1" dirty="0">
                <a:solidFill>
                  <a:schemeClr val="tx1">
                    <a:lumMod val="65000"/>
                    <a:lumOff val="35000"/>
                  </a:schemeClr>
                </a:solidFill>
              </a:rPr>
              <a:t>六项循环</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并列</a:t>
            </a:r>
            <a:endParaRPr lang="zh-CN" altLang="zh-CN" sz="2800" b="1" dirty="0">
              <a:solidFill>
                <a:schemeClr val="tx1">
                  <a:lumMod val="65000"/>
                  <a:lumOff val="35000"/>
                </a:schemeClr>
              </a:solidFill>
            </a:endParaRPr>
          </a:p>
        </p:txBody>
      </p:sp>
      <p:pic>
        <p:nvPicPr>
          <p:cNvPr id="84" name="图片 83"/>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315151" y="1661731"/>
            <a:ext cx="3554171" cy="4004944"/>
          </a:xfrm>
          <a:prstGeom prst="rect">
            <a:avLst/>
          </a:prstGeom>
        </p:spPr>
      </p:pic>
      <p:pic>
        <p:nvPicPr>
          <p:cNvPr id="85" name="图片 8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315151" y="1661732"/>
            <a:ext cx="3554171" cy="4004944"/>
          </a:xfrm>
          <a:prstGeom prst="rect">
            <a:avLst/>
          </a:prstGeom>
        </p:spPr>
      </p:pic>
      <p:sp>
        <p:nvSpPr>
          <p:cNvPr id="86" name="Freeform 5"/>
          <p:cNvSpPr>
            <a:spLocks noEditPoints="1"/>
          </p:cNvSpPr>
          <p:nvPr/>
        </p:nvSpPr>
        <p:spPr bwMode="auto">
          <a:xfrm>
            <a:off x="5962798" y="852662"/>
            <a:ext cx="174593" cy="356711"/>
          </a:xfrm>
          <a:custGeom>
            <a:avLst/>
            <a:gdLst>
              <a:gd name="T0" fmla="*/ 53 w 53"/>
              <a:gd name="T1" fmla="*/ 99 h 109"/>
              <a:gd name="T2" fmla="*/ 43 w 53"/>
              <a:gd name="T3" fmla="*/ 109 h 109"/>
              <a:gd name="T4" fmla="*/ 9 w 53"/>
              <a:gd name="T5" fmla="*/ 109 h 109"/>
              <a:gd name="T6" fmla="*/ 0 w 53"/>
              <a:gd name="T7" fmla="*/ 99 h 109"/>
              <a:gd name="T8" fmla="*/ 0 w 53"/>
              <a:gd name="T9" fmla="*/ 10 h 109"/>
              <a:gd name="T10" fmla="*/ 9 w 53"/>
              <a:gd name="T11" fmla="*/ 0 h 109"/>
              <a:gd name="T12" fmla="*/ 43 w 53"/>
              <a:gd name="T13" fmla="*/ 0 h 109"/>
              <a:gd name="T14" fmla="*/ 53 w 53"/>
              <a:gd name="T15" fmla="*/ 10 h 109"/>
              <a:gd name="T16" fmla="*/ 53 w 53"/>
              <a:gd name="T17" fmla="*/ 99 h 109"/>
              <a:gd name="T18" fmla="*/ 37 w 53"/>
              <a:gd name="T19" fmla="*/ 95 h 109"/>
              <a:gd name="T20" fmla="*/ 37 w 53"/>
              <a:gd name="T21" fmla="*/ 14 h 109"/>
              <a:gd name="T22" fmla="*/ 16 w 53"/>
              <a:gd name="T23" fmla="*/ 14 h 109"/>
              <a:gd name="T24" fmla="*/ 16 w 53"/>
              <a:gd name="T25" fmla="*/ 95 h 109"/>
              <a:gd name="T26" fmla="*/ 37 w 53"/>
              <a:gd name="T27" fmla="*/ 95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 h="109">
                <a:moveTo>
                  <a:pt x="53" y="99"/>
                </a:moveTo>
                <a:cubicBezTo>
                  <a:pt x="53" y="105"/>
                  <a:pt x="50" y="109"/>
                  <a:pt x="43" y="109"/>
                </a:cubicBezTo>
                <a:cubicBezTo>
                  <a:pt x="9" y="109"/>
                  <a:pt x="9" y="109"/>
                  <a:pt x="9" y="109"/>
                </a:cubicBezTo>
                <a:cubicBezTo>
                  <a:pt x="3" y="109"/>
                  <a:pt x="0" y="105"/>
                  <a:pt x="0" y="99"/>
                </a:cubicBezTo>
                <a:cubicBezTo>
                  <a:pt x="0" y="10"/>
                  <a:pt x="0" y="10"/>
                  <a:pt x="0" y="10"/>
                </a:cubicBezTo>
                <a:cubicBezTo>
                  <a:pt x="0" y="3"/>
                  <a:pt x="3" y="0"/>
                  <a:pt x="9" y="0"/>
                </a:cubicBezTo>
                <a:cubicBezTo>
                  <a:pt x="43" y="0"/>
                  <a:pt x="43" y="0"/>
                  <a:pt x="43" y="0"/>
                </a:cubicBezTo>
                <a:cubicBezTo>
                  <a:pt x="50" y="0"/>
                  <a:pt x="53" y="3"/>
                  <a:pt x="53" y="10"/>
                </a:cubicBezTo>
                <a:lnTo>
                  <a:pt x="53" y="99"/>
                </a:lnTo>
                <a:close/>
                <a:moveTo>
                  <a:pt x="37" y="95"/>
                </a:moveTo>
                <a:cubicBezTo>
                  <a:pt x="37" y="14"/>
                  <a:pt x="37" y="14"/>
                  <a:pt x="37" y="14"/>
                </a:cubicBezTo>
                <a:cubicBezTo>
                  <a:pt x="16" y="14"/>
                  <a:pt x="16" y="14"/>
                  <a:pt x="16" y="14"/>
                </a:cubicBezTo>
                <a:cubicBezTo>
                  <a:pt x="16" y="95"/>
                  <a:pt x="16" y="95"/>
                  <a:pt x="16" y="95"/>
                </a:cubicBezTo>
                <a:lnTo>
                  <a:pt x="37" y="95"/>
                </a:lnTo>
                <a:close/>
              </a:path>
            </a:pathLst>
          </a:custGeom>
          <a:solidFill>
            <a:srgbClr val="9ED62E"/>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7" name="Freeform 6"/>
          <p:cNvSpPr>
            <a:spLocks/>
          </p:cNvSpPr>
          <p:nvPr/>
        </p:nvSpPr>
        <p:spPr bwMode="auto">
          <a:xfrm>
            <a:off x="6168998" y="852662"/>
            <a:ext cx="76760" cy="356711"/>
          </a:xfrm>
          <a:custGeom>
            <a:avLst/>
            <a:gdLst>
              <a:gd name="T0" fmla="*/ 51 w 51"/>
              <a:gd name="T1" fmla="*/ 237 h 237"/>
              <a:gd name="T2" fmla="*/ 16 w 51"/>
              <a:gd name="T3" fmla="*/ 237 h 237"/>
              <a:gd name="T4" fmla="*/ 16 w 51"/>
              <a:gd name="T5" fmla="*/ 70 h 237"/>
              <a:gd name="T6" fmla="*/ 0 w 51"/>
              <a:gd name="T7" fmla="*/ 70 h 237"/>
              <a:gd name="T8" fmla="*/ 0 w 51"/>
              <a:gd name="T9" fmla="*/ 65 h 237"/>
              <a:gd name="T10" fmla="*/ 20 w 51"/>
              <a:gd name="T11" fmla="*/ 0 h 237"/>
              <a:gd name="T12" fmla="*/ 51 w 51"/>
              <a:gd name="T13" fmla="*/ 0 h 237"/>
              <a:gd name="T14" fmla="*/ 51 w 51"/>
              <a:gd name="T15" fmla="*/ 237 h 2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237">
                <a:moveTo>
                  <a:pt x="51" y="237"/>
                </a:moveTo>
                <a:lnTo>
                  <a:pt x="16" y="237"/>
                </a:lnTo>
                <a:lnTo>
                  <a:pt x="16" y="70"/>
                </a:lnTo>
                <a:lnTo>
                  <a:pt x="0" y="70"/>
                </a:lnTo>
                <a:lnTo>
                  <a:pt x="0" y="65"/>
                </a:lnTo>
                <a:lnTo>
                  <a:pt x="20" y="0"/>
                </a:lnTo>
                <a:lnTo>
                  <a:pt x="51" y="0"/>
                </a:lnTo>
                <a:lnTo>
                  <a:pt x="51" y="237"/>
                </a:lnTo>
                <a:close/>
              </a:path>
            </a:pathLst>
          </a:custGeom>
          <a:solidFill>
            <a:srgbClr val="9ED62E"/>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8" name="Freeform 7"/>
          <p:cNvSpPr>
            <a:spLocks noEditPoints="1"/>
          </p:cNvSpPr>
          <p:nvPr/>
        </p:nvSpPr>
        <p:spPr bwMode="auto">
          <a:xfrm>
            <a:off x="8234007" y="2216290"/>
            <a:ext cx="173087" cy="355206"/>
          </a:xfrm>
          <a:custGeom>
            <a:avLst/>
            <a:gdLst>
              <a:gd name="T0" fmla="*/ 53 w 53"/>
              <a:gd name="T1" fmla="*/ 98 h 108"/>
              <a:gd name="T2" fmla="*/ 43 w 53"/>
              <a:gd name="T3" fmla="*/ 108 h 108"/>
              <a:gd name="T4" fmla="*/ 9 w 53"/>
              <a:gd name="T5" fmla="*/ 108 h 108"/>
              <a:gd name="T6" fmla="*/ 0 w 53"/>
              <a:gd name="T7" fmla="*/ 98 h 108"/>
              <a:gd name="T8" fmla="*/ 0 w 53"/>
              <a:gd name="T9" fmla="*/ 10 h 108"/>
              <a:gd name="T10" fmla="*/ 9 w 53"/>
              <a:gd name="T11" fmla="*/ 0 h 108"/>
              <a:gd name="T12" fmla="*/ 43 w 53"/>
              <a:gd name="T13" fmla="*/ 0 h 108"/>
              <a:gd name="T14" fmla="*/ 53 w 53"/>
              <a:gd name="T15" fmla="*/ 10 h 108"/>
              <a:gd name="T16" fmla="*/ 53 w 53"/>
              <a:gd name="T17" fmla="*/ 98 h 108"/>
              <a:gd name="T18" fmla="*/ 37 w 53"/>
              <a:gd name="T19" fmla="*/ 94 h 108"/>
              <a:gd name="T20" fmla="*/ 37 w 53"/>
              <a:gd name="T21" fmla="*/ 13 h 108"/>
              <a:gd name="T22" fmla="*/ 16 w 53"/>
              <a:gd name="T23" fmla="*/ 13 h 108"/>
              <a:gd name="T24" fmla="*/ 16 w 53"/>
              <a:gd name="T25" fmla="*/ 94 h 108"/>
              <a:gd name="T26" fmla="*/ 37 w 53"/>
              <a:gd name="T27" fmla="*/ 94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 h="108">
                <a:moveTo>
                  <a:pt x="53" y="98"/>
                </a:moveTo>
                <a:cubicBezTo>
                  <a:pt x="53" y="105"/>
                  <a:pt x="50" y="108"/>
                  <a:pt x="43" y="108"/>
                </a:cubicBezTo>
                <a:cubicBezTo>
                  <a:pt x="9" y="108"/>
                  <a:pt x="9" y="108"/>
                  <a:pt x="9" y="108"/>
                </a:cubicBezTo>
                <a:cubicBezTo>
                  <a:pt x="3" y="108"/>
                  <a:pt x="0" y="105"/>
                  <a:pt x="0" y="98"/>
                </a:cubicBezTo>
                <a:cubicBezTo>
                  <a:pt x="0" y="10"/>
                  <a:pt x="0" y="10"/>
                  <a:pt x="0" y="10"/>
                </a:cubicBezTo>
                <a:cubicBezTo>
                  <a:pt x="0" y="3"/>
                  <a:pt x="3" y="0"/>
                  <a:pt x="9" y="0"/>
                </a:cubicBezTo>
                <a:cubicBezTo>
                  <a:pt x="43" y="0"/>
                  <a:pt x="43" y="0"/>
                  <a:pt x="43" y="0"/>
                </a:cubicBezTo>
                <a:cubicBezTo>
                  <a:pt x="50" y="0"/>
                  <a:pt x="53" y="3"/>
                  <a:pt x="53" y="10"/>
                </a:cubicBezTo>
                <a:lnTo>
                  <a:pt x="53" y="98"/>
                </a:lnTo>
                <a:close/>
                <a:moveTo>
                  <a:pt x="37" y="94"/>
                </a:moveTo>
                <a:cubicBezTo>
                  <a:pt x="37" y="13"/>
                  <a:pt x="37" y="13"/>
                  <a:pt x="37" y="13"/>
                </a:cubicBezTo>
                <a:cubicBezTo>
                  <a:pt x="16" y="13"/>
                  <a:pt x="16" y="13"/>
                  <a:pt x="16" y="13"/>
                </a:cubicBezTo>
                <a:cubicBezTo>
                  <a:pt x="16" y="94"/>
                  <a:pt x="16" y="94"/>
                  <a:pt x="16" y="94"/>
                </a:cubicBezTo>
                <a:lnTo>
                  <a:pt x="37" y="94"/>
                </a:lnTo>
                <a:close/>
              </a:path>
            </a:pathLst>
          </a:custGeom>
          <a:solidFill>
            <a:srgbClr val="2BAA8C"/>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9" name="Freeform 8"/>
          <p:cNvSpPr>
            <a:spLocks/>
          </p:cNvSpPr>
          <p:nvPr/>
        </p:nvSpPr>
        <p:spPr bwMode="auto">
          <a:xfrm>
            <a:off x="8443217" y="2216290"/>
            <a:ext cx="174593" cy="355206"/>
          </a:xfrm>
          <a:custGeom>
            <a:avLst/>
            <a:gdLst>
              <a:gd name="T0" fmla="*/ 53 w 53"/>
              <a:gd name="T1" fmla="*/ 30 h 108"/>
              <a:gd name="T2" fmla="*/ 50 w 53"/>
              <a:gd name="T3" fmla="*/ 42 h 108"/>
              <a:gd name="T4" fmla="*/ 20 w 53"/>
              <a:gd name="T5" fmla="*/ 94 h 108"/>
              <a:gd name="T6" fmla="*/ 53 w 53"/>
              <a:gd name="T7" fmla="*/ 94 h 108"/>
              <a:gd name="T8" fmla="*/ 53 w 53"/>
              <a:gd name="T9" fmla="*/ 108 h 108"/>
              <a:gd name="T10" fmla="*/ 0 w 53"/>
              <a:gd name="T11" fmla="*/ 108 h 108"/>
              <a:gd name="T12" fmla="*/ 0 w 53"/>
              <a:gd name="T13" fmla="*/ 98 h 108"/>
              <a:gd name="T14" fmla="*/ 37 w 53"/>
              <a:gd name="T15" fmla="*/ 33 h 108"/>
              <a:gd name="T16" fmla="*/ 37 w 53"/>
              <a:gd name="T17" fmla="*/ 13 h 108"/>
              <a:gd name="T18" fmla="*/ 17 w 53"/>
              <a:gd name="T19" fmla="*/ 13 h 108"/>
              <a:gd name="T20" fmla="*/ 17 w 53"/>
              <a:gd name="T21" fmla="*/ 34 h 108"/>
              <a:gd name="T22" fmla="*/ 1 w 53"/>
              <a:gd name="T23" fmla="*/ 34 h 108"/>
              <a:gd name="T24" fmla="*/ 1 w 53"/>
              <a:gd name="T25" fmla="*/ 9 h 108"/>
              <a:gd name="T26" fmla="*/ 11 w 53"/>
              <a:gd name="T27" fmla="*/ 0 h 108"/>
              <a:gd name="T28" fmla="*/ 43 w 53"/>
              <a:gd name="T29" fmla="*/ 0 h 108"/>
              <a:gd name="T30" fmla="*/ 53 w 53"/>
              <a:gd name="T31" fmla="*/ 9 h 108"/>
              <a:gd name="T32" fmla="*/ 53 w 53"/>
              <a:gd name="T33" fmla="*/ 3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3" h="108">
                <a:moveTo>
                  <a:pt x="53" y="30"/>
                </a:moveTo>
                <a:cubicBezTo>
                  <a:pt x="53" y="34"/>
                  <a:pt x="52" y="38"/>
                  <a:pt x="50" y="42"/>
                </a:cubicBezTo>
                <a:cubicBezTo>
                  <a:pt x="20" y="94"/>
                  <a:pt x="20" y="94"/>
                  <a:pt x="20" y="94"/>
                </a:cubicBezTo>
                <a:cubicBezTo>
                  <a:pt x="53" y="94"/>
                  <a:pt x="53" y="94"/>
                  <a:pt x="53" y="94"/>
                </a:cubicBezTo>
                <a:cubicBezTo>
                  <a:pt x="53" y="108"/>
                  <a:pt x="53" y="108"/>
                  <a:pt x="53" y="108"/>
                </a:cubicBezTo>
                <a:cubicBezTo>
                  <a:pt x="0" y="108"/>
                  <a:pt x="0" y="108"/>
                  <a:pt x="0" y="108"/>
                </a:cubicBezTo>
                <a:cubicBezTo>
                  <a:pt x="0" y="98"/>
                  <a:pt x="0" y="98"/>
                  <a:pt x="0" y="98"/>
                </a:cubicBezTo>
                <a:cubicBezTo>
                  <a:pt x="37" y="33"/>
                  <a:pt x="37" y="33"/>
                  <a:pt x="37" y="33"/>
                </a:cubicBezTo>
                <a:cubicBezTo>
                  <a:pt x="37" y="13"/>
                  <a:pt x="37" y="13"/>
                  <a:pt x="37" y="13"/>
                </a:cubicBezTo>
                <a:cubicBezTo>
                  <a:pt x="17" y="13"/>
                  <a:pt x="17" y="13"/>
                  <a:pt x="17" y="13"/>
                </a:cubicBezTo>
                <a:cubicBezTo>
                  <a:pt x="17" y="34"/>
                  <a:pt x="17" y="34"/>
                  <a:pt x="17" y="34"/>
                </a:cubicBezTo>
                <a:cubicBezTo>
                  <a:pt x="1" y="34"/>
                  <a:pt x="1" y="34"/>
                  <a:pt x="1" y="34"/>
                </a:cubicBezTo>
                <a:cubicBezTo>
                  <a:pt x="1" y="9"/>
                  <a:pt x="1" y="9"/>
                  <a:pt x="1" y="9"/>
                </a:cubicBezTo>
                <a:cubicBezTo>
                  <a:pt x="1" y="3"/>
                  <a:pt x="5" y="0"/>
                  <a:pt x="11" y="0"/>
                </a:cubicBezTo>
                <a:cubicBezTo>
                  <a:pt x="43" y="0"/>
                  <a:pt x="43" y="0"/>
                  <a:pt x="43" y="0"/>
                </a:cubicBezTo>
                <a:cubicBezTo>
                  <a:pt x="50" y="0"/>
                  <a:pt x="53" y="3"/>
                  <a:pt x="53" y="9"/>
                </a:cubicBezTo>
                <a:lnTo>
                  <a:pt x="53" y="30"/>
                </a:lnTo>
                <a:close/>
              </a:path>
            </a:pathLst>
          </a:custGeom>
          <a:solidFill>
            <a:srgbClr val="2BAA8C"/>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0" name="Freeform 9"/>
          <p:cNvSpPr>
            <a:spLocks noEditPoints="1"/>
          </p:cNvSpPr>
          <p:nvPr/>
        </p:nvSpPr>
        <p:spPr bwMode="auto">
          <a:xfrm>
            <a:off x="8229492" y="4747883"/>
            <a:ext cx="174593" cy="358216"/>
          </a:xfrm>
          <a:custGeom>
            <a:avLst/>
            <a:gdLst>
              <a:gd name="T0" fmla="*/ 53 w 53"/>
              <a:gd name="T1" fmla="*/ 99 h 109"/>
              <a:gd name="T2" fmla="*/ 43 w 53"/>
              <a:gd name="T3" fmla="*/ 109 h 109"/>
              <a:gd name="T4" fmla="*/ 9 w 53"/>
              <a:gd name="T5" fmla="*/ 109 h 109"/>
              <a:gd name="T6" fmla="*/ 0 w 53"/>
              <a:gd name="T7" fmla="*/ 99 h 109"/>
              <a:gd name="T8" fmla="*/ 0 w 53"/>
              <a:gd name="T9" fmla="*/ 10 h 109"/>
              <a:gd name="T10" fmla="*/ 10 w 53"/>
              <a:gd name="T11" fmla="*/ 0 h 109"/>
              <a:gd name="T12" fmla="*/ 43 w 53"/>
              <a:gd name="T13" fmla="*/ 0 h 109"/>
              <a:gd name="T14" fmla="*/ 53 w 53"/>
              <a:gd name="T15" fmla="*/ 10 h 109"/>
              <a:gd name="T16" fmla="*/ 53 w 53"/>
              <a:gd name="T17" fmla="*/ 99 h 109"/>
              <a:gd name="T18" fmla="*/ 37 w 53"/>
              <a:gd name="T19" fmla="*/ 95 h 109"/>
              <a:gd name="T20" fmla="*/ 37 w 53"/>
              <a:gd name="T21" fmla="*/ 14 h 109"/>
              <a:gd name="T22" fmla="*/ 16 w 53"/>
              <a:gd name="T23" fmla="*/ 14 h 109"/>
              <a:gd name="T24" fmla="*/ 16 w 53"/>
              <a:gd name="T25" fmla="*/ 95 h 109"/>
              <a:gd name="T26" fmla="*/ 37 w 53"/>
              <a:gd name="T27" fmla="*/ 95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 h="109">
                <a:moveTo>
                  <a:pt x="53" y="99"/>
                </a:moveTo>
                <a:cubicBezTo>
                  <a:pt x="53" y="106"/>
                  <a:pt x="50" y="109"/>
                  <a:pt x="43" y="109"/>
                </a:cubicBezTo>
                <a:cubicBezTo>
                  <a:pt x="9" y="109"/>
                  <a:pt x="9" y="109"/>
                  <a:pt x="9" y="109"/>
                </a:cubicBezTo>
                <a:cubicBezTo>
                  <a:pt x="3" y="109"/>
                  <a:pt x="0" y="106"/>
                  <a:pt x="0" y="99"/>
                </a:cubicBezTo>
                <a:cubicBezTo>
                  <a:pt x="0" y="10"/>
                  <a:pt x="0" y="10"/>
                  <a:pt x="0" y="10"/>
                </a:cubicBezTo>
                <a:cubicBezTo>
                  <a:pt x="0" y="4"/>
                  <a:pt x="3" y="0"/>
                  <a:pt x="10" y="0"/>
                </a:cubicBezTo>
                <a:cubicBezTo>
                  <a:pt x="43" y="0"/>
                  <a:pt x="43" y="0"/>
                  <a:pt x="43" y="0"/>
                </a:cubicBezTo>
                <a:cubicBezTo>
                  <a:pt x="50" y="0"/>
                  <a:pt x="53" y="4"/>
                  <a:pt x="53" y="10"/>
                </a:cubicBezTo>
                <a:lnTo>
                  <a:pt x="53" y="99"/>
                </a:lnTo>
                <a:close/>
                <a:moveTo>
                  <a:pt x="37" y="95"/>
                </a:moveTo>
                <a:cubicBezTo>
                  <a:pt x="37" y="14"/>
                  <a:pt x="37" y="14"/>
                  <a:pt x="37" y="14"/>
                </a:cubicBezTo>
                <a:cubicBezTo>
                  <a:pt x="16" y="14"/>
                  <a:pt x="16" y="14"/>
                  <a:pt x="16" y="14"/>
                </a:cubicBezTo>
                <a:cubicBezTo>
                  <a:pt x="16" y="95"/>
                  <a:pt x="16" y="95"/>
                  <a:pt x="16" y="95"/>
                </a:cubicBezTo>
                <a:lnTo>
                  <a:pt x="37" y="95"/>
                </a:lnTo>
                <a:close/>
              </a:path>
            </a:pathLst>
          </a:custGeom>
          <a:solidFill>
            <a:srgbClr val="3A83CB"/>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1" name="Freeform 10"/>
          <p:cNvSpPr>
            <a:spLocks/>
          </p:cNvSpPr>
          <p:nvPr/>
        </p:nvSpPr>
        <p:spPr bwMode="auto">
          <a:xfrm>
            <a:off x="8446227" y="4747883"/>
            <a:ext cx="174593" cy="358216"/>
          </a:xfrm>
          <a:custGeom>
            <a:avLst/>
            <a:gdLst>
              <a:gd name="T0" fmla="*/ 53 w 53"/>
              <a:gd name="T1" fmla="*/ 99 h 109"/>
              <a:gd name="T2" fmla="*/ 43 w 53"/>
              <a:gd name="T3" fmla="*/ 109 h 109"/>
              <a:gd name="T4" fmla="*/ 10 w 53"/>
              <a:gd name="T5" fmla="*/ 109 h 109"/>
              <a:gd name="T6" fmla="*/ 0 w 53"/>
              <a:gd name="T7" fmla="*/ 99 h 109"/>
              <a:gd name="T8" fmla="*/ 0 w 53"/>
              <a:gd name="T9" fmla="*/ 74 h 109"/>
              <a:gd name="T10" fmla="*/ 16 w 53"/>
              <a:gd name="T11" fmla="*/ 74 h 109"/>
              <a:gd name="T12" fmla="*/ 16 w 53"/>
              <a:gd name="T13" fmla="*/ 95 h 109"/>
              <a:gd name="T14" fmla="*/ 37 w 53"/>
              <a:gd name="T15" fmla="*/ 95 h 109"/>
              <a:gd name="T16" fmla="*/ 37 w 53"/>
              <a:gd name="T17" fmla="*/ 68 h 109"/>
              <a:gd name="T18" fmla="*/ 17 w 53"/>
              <a:gd name="T19" fmla="*/ 54 h 109"/>
              <a:gd name="T20" fmla="*/ 17 w 53"/>
              <a:gd name="T21" fmla="*/ 51 h 109"/>
              <a:gd name="T22" fmla="*/ 37 w 53"/>
              <a:gd name="T23" fmla="*/ 37 h 109"/>
              <a:gd name="T24" fmla="*/ 37 w 53"/>
              <a:gd name="T25" fmla="*/ 14 h 109"/>
              <a:gd name="T26" fmla="*/ 16 w 53"/>
              <a:gd name="T27" fmla="*/ 14 h 109"/>
              <a:gd name="T28" fmla="*/ 16 w 53"/>
              <a:gd name="T29" fmla="*/ 34 h 109"/>
              <a:gd name="T30" fmla="*/ 0 w 53"/>
              <a:gd name="T31" fmla="*/ 34 h 109"/>
              <a:gd name="T32" fmla="*/ 0 w 53"/>
              <a:gd name="T33" fmla="*/ 10 h 109"/>
              <a:gd name="T34" fmla="*/ 10 w 53"/>
              <a:gd name="T35" fmla="*/ 0 h 109"/>
              <a:gd name="T36" fmla="*/ 43 w 53"/>
              <a:gd name="T37" fmla="*/ 0 h 109"/>
              <a:gd name="T38" fmla="*/ 53 w 53"/>
              <a:gd name="T39" fmla="*/ 10 h 109"/>
              <a:gd name="T40" fmla="*/ 53 w 53"/>
              <a:gd name="T41" fmla="*/ 36 h 109"/>
              <a:gd name="T42" fmla="*/ 48 w 53"/>
              <a:gd name="T43" fmla="*/ 46 h 109"/>
              <a:gd name="T44" fmla="*/ 37 w 53"/>
              <a:gd name="T45" fmla="*/ 52 h 109"/>
              <a:gd name="T46" fmla="*/ 48 w 53"/>
              <a:gd name="T47" fmla="*/ 59 h 109"/>
              <a:gd name="T48" fmla="*/ 53 w 53"/>
              <a:gd name="T49" fmla="*/ 69 h 109"/>
              <a:gd name="T50" fmla="*/ 53 w 53"/>
              <a:gd name="T51" fmla="*/ 9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3" h="109">
                <a:moveTo>
                  <a:pt x="53" y="99"/>
                </a:moveTo>
                <a:cubicBezTo>
                  <a:pt x="53" y="106"/>
                  <a:pt x="50" y="109"/>
                  <a:pt x="43" y="109"/>
                </a:cubicBezTo>
                <a:cubicBezTo>
                  <a:pt x="10" y="109"/>
                  <a:pt x="10" y="109"/>
                  <a:pt x="10" y="109"/>
                </a:cubicBezTo>
                <a:cubicBezTo>
                  <a:pt x="3" y="109"/>
                  <a:pt x="0" y="106"/>
                  <a:pt x="0" y="99"/>
                </a:cubicBezTo>
                <a:cubicBezTo>
                  <a:pt x="0" y="74"/>
                  <a:pt x="0" y="74"/>
                  <a:pt x="0" y="74"/>
                </a:cubicBezTo>
                <a:cubicBezTo>
                  <a:pt x="16" y="74"/>
                  <a:pt x="16" y="74"/>
                  <a:pt x="16" y="74"/>
                </a:cubicBezTo>
                <a:cubicBezTo>
                  <a:pt x="16" y="95"/>
                  <a:pt x="16" y="95"/>
                  <a:pt x="16" y="95"/>
                </a:cubicBezTo>
                <a:cubicBezTo>
                  <a:pt x="37" y="95"/>
                  <a:pt x="37" y="95"/>
                  <a:pt x="37" y="95"/>
                </a:cubicBezTo>
                <a:cubicBezTo>
                  <a:pt x="37" y="68"/>
                  <a:pt x="37" y="68"/>
                  <a:pt x="37" y="68"/>
                </a:cubicBezTo>
                <a:cubicBezTo>
                  <a:pt x="17" y="54"/>
                  <a:pt x="17" y="54"/>
                  <a:pt x="17" y="54"/>
                </a:cubicBezTo>
                <a:cubicBezTo>
                  <a:pt x="17" y="51"/>
                  <a:pt x="17" y="51"/>
                  <a:pt x="17" y="51"/>
                </a:cubicBezTo>
                <a:cubicBezTo>
                  <a:pt x="37" y="37"/>
                  <a:pt x="37" y="37"/>
                  <a:pt x="37" y="37"/>
                </a:cubicBezTo>
                <a:cubicBezTo>
                  <a:pt x="37" y="14"/>
                  <a:pt x="37" y="14"/>
                  <a:pt x="37" y="14"/>
                </a:cubicBezTo>
                <a:cubicBezTo>
                  <a:pt x="16" y="14"/>
                  <a:pt x="16" y="14"/>
                  <a:pt x="16" y="14"/>
                </a:cubicBezTo>
                <a:cubicBezTo>
                  <a:pt x="16" y="34"/>
                  <a:pt x="16" y="34"/>
                  <a:pt x="16" y="34"/>
                </a:cubicBezTo>
                <a:cubicBezTo>
                  <a:pt x="0" y="34"/>
                  <a:pt x="0" y="34"/>
                  <a:pt x="0" y="34"/>
                </a:cubicBezTo>
                <a:cubicBezTo>
                  <a:pt x="0" y="10"/>
                  <a:pt x="0" y="10"/>
                  <a:pt x="0" y="10"/>
                </a:cubicBezTo>
                <a:cubicBezTo>
                  <a:pt x="0" y="4"/>
                  <a:pt x="3" y="0"/>
                  <a:pt x="10" y="0"/>
                </a:cubicBezTo>
                <a:cubicBezTo>
                  <a:pt x="43" y="0"/>
                  <a:pt x="43" y="0"/>
                  <a:pt x="43" y="0"/>
                </a:cubicBezTo>
                <a:cubicBezTo>
                  <a:pt x="50" y="0"/>
                  <a:pt x="53" y="4"/>
                  <a:pt x="53" y="10"/>
                </a:cubicBezTo>
                <a:cubicBezTo>
                  <a:pt x="53" y="36"/>
                  <a:pt x="53" y="36"/>
                  <a:pt x="53" y="36"/>
                </a:cubicBezTo>
                <a:cubicBezTo>
                  <a:pt x="53" y="40"/>
                  <a:pt x="51" y="44"/>
                  <a:pt x="48" y="46"/>
                </a:cubicBezTo>
                <a:cubicBezTo>
                  <a:pt x="37" y="52"/>
                  <a:pt x="37" y="52"/>
                  <a:pt x="37" y="52"/>
                </a:cubicBezTo>
                <a:cubicBezTo>
                  <a:pt x="48" y="59"/>
                  <a:pt x="48" y="59"/>
                  <a:pt x="48" y="59"/>
                </a:cubicBezTo>
                <a:cubicBezTo>
                  <a:pt x="51" y="61"/>
                  <a:pt x="53" y="64"/>
                  <a:pt x="53" y="69"/>
                </a:cubicBezTo>
                <a:lnTo>
                  <a:pt x="53" y="99"/>
                </a:lnTo>
                <a:close/>
              </a:path>
            </a:pathLst>
          </a:custGeom>
          <a:solidFill>
            <a:srgbClr val="3A83CB"/>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2" name="Freeform 11"/>
          <p:cNvSpPr>
            <a:spLocks noEditPoints="1"/>
          </p:cNvSpPr>
          <p:nvPr/>
        </p:nvSpPr>
        <p:spPr bwMode="auto">
          <a:xfrm>
            <a:off x="5904099" y="6188273"/>
            <a:ext cx="173087" cy="356711"/>
          </a:xfrm>
          <a:custGeom>
            <a:avLst/>
            <a:gdLst>
              <a:gd name="T0" fmla="*/ 53 w 53"/>
              <a:gd name="T1" fmla="*/ 99 h 109"/>
              <a:gd name="T2" fmla="*/ 43 w 53"/>
              <a:gd name="T3" fmla="*/ 109 h 109"/>
              <a:gd name="T4" fmla="*/ 9 w 53"/>
              <a:gd name="T5" fmla="*/ 109 h 109"/>
              <a:gd name="T6" fmla="*/ 0 w 53"/>
              <a:gd name="T7" fmla="*/ 99 h 109"/>
              <a:gd name="T8" fmla="*/ 0 w 53"/>
              <a:gd name="T9" fmla="*/ 10 h 109"/>
              <a:gd name="T10" fmla="*/ 10 w 53"/>
              <a:gd name="T11" fmla="*/ 0 h 109"/>
              <a:gd name="T12" fmla="*/ 43 w 53"/>
              <a:gd name="T13" fmla="*/ 0 h 109"/>
              <a:gd name="T14" fmla="*/ 53 w 53"/>
              <a:gd name="T15" fmla="*/ 10 h 109"/>
              <a:gd name="T16" fmla="*/ 53 w 53"/>
              <a:gd name="T17" fmla="*/ 99 h 109"/>
              <a:gd name="T18" fmla="*/ 37 w 53"/>
              <a:gd name="T19" fmla="*/ 95 h 109"/>
              <a:gd name="T20" fmla="*/ 37 w 53"/>
              <a:gd name="T21" fmla="*/ 14 h 109"/>
              <a:gd name="T22" fmla="*/ 16 w 53"/>
              <a:gd name="T23" fmla="*/ 14 h 109"/>
              <a:gd name="T24" fmla="*/ 16 w 53"/>
              <a:gd name="T25" fmla="*/ 95 h 109"/>
              <a:gd name="T26" fmla="*/ 37 w 53"/>
              <a:gd name="T27" fmla="*/ 95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 h="109">
                <a:moveTo>
                  <a:pt x="53" y="99"/>
                </a:moveTo>
                <a:cubicBezTo>
                  <a:pt x="53" y="106"/>
                  <a:pt x="50" y="109"/>
                  <a:pt x="43" y="109"/>
                </a:cubicBezTo>
                <a:cubicBezTo>
                  <a:pt x="9" y="109"/>
                  <a:pt x="9" y="109"/>
                  <a:pt x="9" y="109"/>
                </a:cubicBezTo>
                <a:cubicBezTo>
                  <a:pt x="3" y="109"/>
                  <a:pt x="0" y="106"/>
                  <a:pt x="0" y="99"/>
                </a:cubicBezTo>
                <a:cubicBezTo>
                  <a:pt x="0" y="10"/>
                  <a:pt x="0" y="10"/>
                  <a:pt x="0" y="10"/>
                </a:cubicBezTo>
                <a:cubicBezTo>
                  <a:pt x="0" y="3"/>
                  <a:pt x="3" y="0"/>
                  <a:pt x="10" y="0"/>
                </a:cubicBezTo>
                <a:cubicBezTo>
                  <a:pt x="43" y="0"/>
                  <a:pt x="43" y="0"/>
                  <a:pt x="43" y="0"/>
                </a:cubicBezTo>
                <a:cubicBezTo>
                  <a:pt x="50" y="0"/>
                  <a:pt x="53" y="3"/>
                  <a:pt x="53" y="10"/>
                </a:cubicBezTo>
                <a:lnTo>
                  <a:pt x="53" y="99"/>
                </a:lnTo>
                <a:close/>
                <a:moveTo>
                  <a:pt x="37" y="95"/>
                </a:moveTo>
                <a:cubicBezTo>
                  <a:pt x="37" y="14"/>
                  <a:pt x="37" y="14"/>
                  <a:pt x="37" y="14"/>
                </a:cubicBezTo>
                <a:cubicBezTo>
                  <a:pt x="16" y="14"/>
                  <a:pt x="16" y="14"/>
                  <a:pt x="16" y="14"/>
                </a:cubicBezTo>
                <a:cubicBezTo>
                  <a:pt x="16" y="95"/>
                  <a:pt x="16" y="95"/>
                  <a:pt x="16" y="95"/>
                </a:cubicBezTo>
                <a:lnTo>
                  <a:pt x="37" y="95"/>
                </a:lnTo>
                <a:close/>
              </a:path>
            </a:pathLst>
          </a:custGeom>
          <a:solidFill>
            <a:srgbClr val="8820A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3" name="Freeform 12"/>
          <p:cNvSpPr>
            <a:spLocks/>
          </p:cNvSpPr>
          <p:nvPr/>
        </p:nvSpPr>
        <p:spPr bwMode="auto">
          <a:xfrm>
            <a:off x="6107288" y="6188273"/>
            <a:ext cx="194159" cy="356711"/>
          </a:xfrm>
          <a:custGeom>
            <a:avLst/>
            <a:gdLst>
              <a:gd name="T0" fmla="*/ 59 w 59"/>
              <a:gd name="T1" fmla="*/ 88 h 109"/>
              <a:gd name="T2" fmla="*/ 51 w 59"/>
              <a:gd name="T3" fmla="*/ 88 h 109"/>
              <a:gd name="T4" fmla="*/ 51 w 59"/>
              <a:gd name="T5" fmla="*/ 109 h 109"/>
              <a:gd name="T6" fmla="*/ 36 w 59"/>
              <a:gd name="T7" fmla="*/ 109 h 109"/>
              <a:gd name="T8" fmla="*/ 36 w 59"/>
              <a:gd name="T9" fmla="*/ 88 h 109"/>
              <a:gd name="T10" fmla="*/ 0 w 59"/>
              <a:gd name="T11" fmla="*/ 88 h 109"/>
              <a:gd name="T12" fmla="*/ 0 w 59"/>
              <a:gd name="T13" fmla="*/ 79 h 109"/>
              <a:gd name="T14" fmla="*/ 27 w 59"/>
              <a:gd name="T15" fmla="*/ 0 h 109"/>
              <a:gd name="T16" fmla="*/ 44 w 59"/>
              <a:gd name="T17" fmla="*/ 0 h 109"/>
              <a:gd name="T18" fmla="*/ 44 w 59"/>
              <a:gd name="T19" fmla="*/ 1 h 109"/>
              <a:gd name="T20" fmla="*/ 18 w 59"/>
              <a:gd name="T21" fmla="*/ 75 h 109"/>
              <a:gd name="T22" fmla="*/ 36 w 59"/>
              <a:gd name="T23" fmla="*/ 75 h 109"/>
              <a:gd name="T24" fmla="*/ 36 w 59"/>
              <a:gd name="T25" fmla="*/ 42 h 109"/>
              <a:gd name="T26" fmla="*/ 51 w 59"/>
              <a:gd name="T27" fmla="*/ 42 h 109"/>
              <a:gd name="T28" fmla="*/ 51 w 59"/>
              <a:gd name="T29" fmla="*/ 75 h 109"/>
              <a:gd name="T30" fmla="*/ 59 w 59"/>
              <a:gd name="T31" fmla="*/ 75 h 109"/>
              <a:gd name="T32" fmla="*/ 59 w 59"/>
              <a:gd name="T33" fmla="*/ 88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9" h="109">
                <a:moveTo>
                  <a:pt x="59" y="88"/>
                </a:moveTo>
                <a:cubicBezTo>
                  <a:pt x="51" y="88"/>
                  <a:pt x="51" y="88"/>
                  <a:pt x="51" y="88"/>
                </a:cubicBezTo>
                <a:cubicBezTo>
                  <a:pt x="51" y="109"/>
                  <a:pt x="51" y="109"/>
                  <a:pt x="51" y="109"/>
                </a:cubicBezTo>
                <a:cubicBezTo>
                  <a:pt x="36" y="109"/>
                  <a:pt x="36" y="109"/>
                  <a:pt x="36" y="109"/>
                </a:cubicBezTo>
                <a:cubicBezTo>
                  <a:pt x="36" y="88"/>
                  <a:pt x="36" y="88"/>
                  <a:pt x="36" y="88"/>
                </a:cubicBezTo>
                <a:cubicBezTo>
                  <a:pt x="0" y="88"/>
                  <a:pt x="0" y="88"/>
                  <a:pt x="0" y="88"/>
                </a:cubicBezTo>
                <a:cubicBezTo>
                  <a:pt x="0" y="79"/>
                  <a:pt x="0" y="79"/>
                  <a:pt x="0" y="79"/>
                </a:cubicBezTo>
                <a:cubicBezTo>
                  <a:pt x="27" y="0"/>
                  <a:pt x="27" y="0"/>
                  <a:pt x="27" y="0"/>
                </a:cubicBezTo>
                <a:cubicBezTo>
                  <a:pt x="44" y="0"/>
                  <a:pt x="44" y="0"/>
                  <a:pt x="44" y="0"/>
                </a:cubicBezTo>
                <a:cubicBezTo>
                  <a:pt x="44" y="0"/>
                  <a:pt x="44" y="1"/>
                  <a:pt x="44" y="1"/>
                </a:cubicBezTo>
                <a:cubicBezTo>
                  <a:pt x="18" y="75"/>
                  <a:pt x="18" y="75"/>
                  <a:pt x="18" y="75"/>
                </a:cubicBezTo>
                <a:cubicBezTo>
                  <a:pt x="36" y="75"/>
                  <a:pt x="36" y="75"/>
                  <a:pt x="36" y="75"/>
                </a:cubicBezTo>
                <a:cubicBezTo>
                  <a:pt x="36" y="42"/>
                  <a:pt x="36" y="42"/>
                  <a:pt x="36" y="42"/>
                </a:cubicBezTo>
                <a:cubicBezTo>
                  <a:pt x="51" y="42"/>
                  <a:pt x="51" y="42"/>
                  <a:pt x="51" y="42"/>
                </a:cubicBezTo>
                <a:cubicBezTo>
                  <a:pt x="51" y="75"/>
                  <a:pt x="51" y="75"/>
                  <a:pt x="51" y="75"/>
                </a:cubicBezTo>
                <a:cubicBezTo>
                  <a:pt x="59" y="75"/>
                  <a:pt x="59" y="75"/>
                  <a:pt x="59" y="75"/>
                </a:cubicBezTo>
                <a:lnTo>
                  <a:pt x="59" y="88"/>
                </a:lnTo>
                <a:close/>
              </a:path>
            </a:pathLst>
          </a:custGeom>
          <a:solidFill>
            <a:srgbClr val="8820A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4" name="Freeform 13"/>
          <p:cNvSpPr>
            <a:spLocks noEditPoints="1"/>
          </p:cNvSpPr>
          <p:nvPr/>
        </p:nvSpPr>
        <p:spPr bwMode="auto">
          <a:xfrm>
            <a:off x="3571180" y="4747883"/>
            <a:ext cx="177603" cy="358216"/>
          </a:xfrm>
          <a:custGeom>
            <a:avLst/>
            <a:gdLst>
              <a:gd name="T0" fmla="*/ 54 w 54"/>
              <a:gd name="T1" fmla="*/ 99 h 109"/>
              <a:gd name="T2" fmla="*/ 44 w 54"/>
              <a:gd name="T3" fmla="*/ 109 h 109"/>
              <a:gd name="T4" fmla="*/ 10 w 54"/>
              <a:gd name="T5" fmla="*/ 109 h 109"/>
              <a:gd name="T6" fmla="*/ 0 w 54"/>
              <a:gd name="T7" fmla="*/ 99 h 109"/>
              <a:gd name="T8" fmla="*/ 0 w 54"/>
              <a:gd name="T9" fmla="*/ 10 h 109"/>
              <a:gd name="T10" fmla="*/ 10 w 54"/>
              <a:gd name="T11" fmla="*/ 0 h 109"/>
              <a:gd name="T12" fmla="*/ 44 w 54"/>
              <a:gd name="T13" fmla="*/ 0 h 109"/>
              <a:gd name="T14" fmla="*/ 54 w 54"/>
              <a:gd name="T15" fmla="*/ 10 h 109"/>
              <a:gd name="T16" fmla="*/ 54 w 54"/>
              <a:gd name="T17" fmla="*/ 99 h 109"/>
              <a:gd name="T18" fmla="*/ 38 w 54"/>
              <a:gd name="T19" fmla="*/ 95 h 109"/>
              <a:gd name="T20" fmla="*/ 38 w 54"/>
              <a:gd name="T21" fmla="*/ 14 h 109"/>
              <a:gd name="T22" fmla="*/ 16 w 54"/>
              <a:gd name="T23" fmla="*/ 14 h 109"/>
              <a:gd name="T24" fmla="*/ 16 w 54"/>
              <a:gd name="T25" fmla="*/ 95 h 109"/>
              <a:gd name="T26" fmla="*/ 38 w 54"/>
              <a:gd name="T27" fmla="*/ 95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 h="109">
                <a:moveTo>
                  <a:pt x="54" y="99"/>
                </a:moveTo>
                <a:cubicBezTo>
                  <a:pt x="54" y="106"/>
                  <a:pt x="51" y="109"/>
                  <a:pt x="44" y="109"/>
                </a:cubicBezTo>
                <a:cubicBezTo>
                  <a:pt x="10" y="109"/>
                  <a:pt x="10" y="109"/>
                  <a:pt x="10" y="109"/>
                </a:cubicBezTo>
                <a:cubicBezTo>
                  <a:pt x="4" y="109"/>
                  <a:pt x="0" y="106"/>
                  <a:pt x="0" y="99"/>
                </a:cubicBezTo>
                <a:cubicBezTo>
                  <a:pt x="0" y="10"/>
                  <a:pt x="0" y="10"/>
                  <a:pt x="0" y="10"/>
                </a:cubicBezTo>
                <a:cubicBezTo>
                  <a:pt x="0" y="4"/>
                  <a:pt x="4" y="0"/>
                  <a:pt x="10" y="0"/>
                </a:cubicBezTo>
                <a:cubicBezTo>
                  <a:pt x="44" y="0"/>
                  <a:pt x="44" y="0"/>
                  <a:pt x="44" y="0"/>
                </a:cubicBezTo>
                <a:cubicBezTo>
                  <a:pt x="51" y="0"/>
                  <a:pt x="54" y="4"/>
                  <a:pt x="54" y="10"/>
                </a:cubicBezTo>
                <a:lnTo>
                  <a:pt x="54" y="99"/>
                </a:lnTo>
                <a:close/>
                <a:moveTo>
                  <a:pt x="38" y="95"/>
                </a:moveTo>
                <a:cubicBezTo>
                  <a:pt x="38" y="14"/>
                  <a:pt x="38" y="14"/>
                  <a:pt x="38" y="14"/>
                </a:cubicBezTo>
                <a:cubicBezTo>
                  <a:pt x="16" y="14"/>
                  <a:pt x="16" y="14"/>
                  <a:pt x="16" y="14"/>
                </a:cubicBezTo>
                <a:cubicBezTo>
                  <a:pt x="16" y="95"/>
                  <a:pt x="16" y="95"/>
                  <a:pt x="16" y="95"/>
                </a:cubicBezTo>
                <a:lnTo>
                  <a:pt x="38" y="95"/>
                </a:lnTo>
                <a:close/>
              </a:path>
            </a:pathLst>
          </a:custGeom>
          <a:solidFill>
            <a:srgbClr val="EA2F6C"/>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5" name="Freeform 14"/>
          <p:cNvSpPr>
            <a:spLocks/>
          </p:cNvSpPr>
          <p:nvPr/>
        </p:nvSpPr>
        <p:spPr bwMode="auto">
          <a:xfrm>
            <a:off x="3790926" y="4747883"/>
            <a:ext cx="170077" cy="358216"/>
          </a:xfrm>
          <a:custGeom>
            <a:avLst/>
            <a:gdLst>
              <a:gd name="T0" fmla="*/ 52 w 52"/>
              <a:gd name="T1" fmla="*/ 99 h 109"/>
              <a:gd name="T2" fmla="*/ 42 w 52"/>
              <a:gd name="T3" fmla="*/ 109 h 109"/>
              <a:gd name="T4" fmla="*/ 9 w 52"/>
              <a:gd name="T5" fmla="*/ 109 h 109"/>
              <a:gd name="T6" fmla="*/ 0 w 52"/>
              <a:gd name="T7" fmla="*/ 99 h 109"/>
              <a:gd name="T8" fmla="*/ 0 w 52"/>
              <a:gd name="T9" fmla="*/ 74 h 109"/>
              <a:gd name="T10" fmla="*/ 16 w 52"/>
              <a:gd name="T11" fmla="*/ 74 h 109"/>
              <a:gd name="T12" fmla="*/ 16 w 52"/>
              <a:gd name="T13" fmla="*/ 95 h 109"/>
              <a:gd name="T14" fmla="*/ 36 w 52"/>
              <a:gd name="T15" fmla="*/ 95 h 109"/>
              <a:gd name="T16" fmla="*/ 36 w 52"/>
              <a:gd name="T17" fmla="*/ 53 h 109"/>
              <a:gd name="T18" fmla="*/ 0 w 52"/>
              <a:gd name="T19" fmla="*/ 53 h 109"/>
              <a:gd name="T20" fmla="*/ 1 w 52"/>
              <a:gd name="T21" fmla="*/ 0 h 109"/>
              <a:gd name="T22" fmla="*/ 51 w 52"/>
              <a:gd name="T23" fmla="*/ 0 h 109"/>
              <a:gd name="T24" fmla="*/ 51 w 52"/>
              <a:gd name="T25" fmla="*/ 15 h 109"/>
              <a:gd name="T26" fmla="*/ 17 w 52"/>
              <a:gd name="T27" fmla="*/ 15 h 109"/>
              <a:gd name="T28" fmla="*/ 15 w 52"/>
              <a:gd name="T29" fmla="*/ 39 h 109"/>
              <a:gd name="T30" fmla="*/ 42 w 52"/>
              <a:gd name="T31" fmla="*/ 39 h 109"/>
              <a:gd name="T32" fmla="*/ 52 w 52"/>
              <a:gd name="T33" fmla="*/ 49 h 109"/>
              <a:gd name="T34" fmla="*/ 52 w 52"/>
              <a:gd name="T35" fmla="*/ 9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2" h="109">
                <a:moveTo>
                  <a:pt x="52" y="99"/>
                </a:moveTo>
                <a:cubicBezTo>
                  <a:pt x="52" y="106"/>
                  <a:pt x="49" y="109"/>
                  <a:pt x="42" y="109"/>
                </a:cubicBezTo>
                <a:cubicBezTo>
                  <a:pt x="9" y="109"/>
                  <a:pt x="9" y="109"/>
                  <a:pt x="9" y="109"/>
                </a:cubicBezTo>
                <a:cubicBezTo>
                  <a:pt x="3" y="109"/>
                  <a:pt x="0" y="106"/>
                  <a:pt x="0" y="99"/>
                </a:cubicBezTo>
                <a:cubicBezTo>
                  <a:pt x="0" y="74"/>
                  <a:pt x="0" y="74"/>
                  <a:pt x="0" y="74"/>
                </a:cubicBezTo>
                <a:cubicBezTo>
                  <a:pt x="16" y="74"/>
                  <a:pt x="16" y="74"/>
                  <a:pt x="16" y="74"/>
                </a:cubicBezTo>
                <a:cubicBezTo>
                  <a:pt x="16" y="95"/>
                  <a:pt x="16" y="95"/>
                  <a:pt x="16" y="95"/>
                </a:cubicBezTo>
                <a:cubicBezTo>
                  <a:pt x="36" y="95"/>
                  <a:pt x="36" y="95"/>
                  <a:pt x="36" y="95"/>
                </a:cubicBezTo>
                <a:cubicBezTo>
                  <a:pt x="36" y="53"/>
                  <a:pt x="36" y="53"/>
                  <a:pt x="36" y="53"/>
                </a:cubicBezTo>
                <a:cubicBezTo>
                  <a:pt x="0" y="53"/>
                  <a:pt x="0" y="53"/>
                  <a:pt x="0" y="53"/>
                </a:cubicBezTo>
                <a:cubicBezTo>
                  <a:pt x="1" y="0"/>
                  <a:pt x="1" y="0"/>
                  <a:pt x="1" y="0"/>
                </a:cubicBezTo>
                <a:cubicBezTo>
                  <a:pt x="51" y="0"/>
                  <a:pt x="51" y="0"/>
                  <a:pt x="51" y="0"/>
                </a:cubicBezTo>
                <a:cubicBezTo>
                  <a:pt x="51" y="15"/>
                  <a:pt x="51" y="15"/>
                  <a:pt x="51" y="15"/>
                </a:cubicBezTo>
                <a:cubicBezTo>
                  <a:pt x="17" y="15"/>
                  <a:pt x="17" y="15"/>
                  <a:pt x="17" y="15"/>
                </a:cubicBezTo>
                <a:cubicBezTo>
                  <a:pt x="15" y="39"/>
                  <a:pt x="15" y="39"/>
                  <a:pt x="15" y="39"/>
                </a:cubicBezTo>
                <a:cubicBezTo>
                  <a:pt x="42" y="39"/>
                  <a:pt x="42" y="39"/>
                  <a:pt x="42" y="39"/>
                </a:cubicBezTo>
                <a:cubicBezTo>
                  <a:pt x="49" y="39"/>
                  <a:pt x="52" y="43"/>
                  <a:pt x="52" y="49"/>
                </a:cubicBezTo>
                <a:lnTo>
                  <a:pt x="52" y="99"/>
                </a:lnTo>
                <a:close/>
              </a:path>
            </a:pathLst>
          </a:custGeom>
          <a:solidFill>
            <a:srgbClr val="EA2F6C"/>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6" name="Freeform 15"/>
          <p:cNvSpPr>
            <a:spLocks noEditPoints="1"/>
          </p:cNvSpPr>
          <p:nvPr/>
        </p:nvSpPr>
        <p:spPr bwMode="auto">
          <a:xfrm>
            <a:off x="3571180" y="2216290"/>
            <a:ext cx="174593" cy="355206"/>
          </a:xfrm>
          <a:custGeom>
            <a:avLst/>
            <a:gdLst>
              <a:gd name="T0" fmla="*/ 53 w 53"/>
              <a:gd name="T1" fmla="*/ 98 h 108"/>
              <a:gd name="T2" fmla="*/ 44 w 53"/>
              <a:gd name="T3" fmla="*/ 108 h 108"/>
              <a:gd name="T4" fmla="*/ 10 w 53"/>
              <a:gd name="T5" fmla="*/ 108 h 108"/>
              <a:gd name="T6" fmla="*/ 0 w 53"/>
              <a:gd name="T7" fmla="*/ 98 h 108"/>
              <a:gd name="T8" fmla="*/ 0 w 53"/>
              <a:gd name="T9" fmla="*/ 10 h 108"/>
              <a:gd name="T10" fmla="*/ 10 w 53"/>
              <a:gd name="T11" fmla="*/ 0 h 108"/>
              <a:gd name="T12" fmla="*/ 44 w 53"/>
              <a:gd name="T13" fmla="*/ 0 h 108"/>
              <a:gd name="T14" fmla="*/ 53 w 53"/>
              <a:gd name="T15" fmla="*/ 10 h 108"/>
              <a:gd name="T16" fmla="*/ 53 w 53"/>
              <a:gd name="T17" fmla="*/ 98 h 108"/>
              <a:gd name="T18" fmla="*/ 38 w 53"/>
              <a:gd name="T19" fmla="*/ 94 h 108"/>
              <a:gd name="T20" fmla="*/ 38 w 53"/>
              <a:gd name="T21" fmla="*/ 13 h 108"/>
              <a:gd name="T22" fmla="*/ 16 w 53"/>
              <a:gd name="T23" fmla="*/ 13 h 108"/>
              <a:gd name="T24" fmla="*/ 16 w 53"/>
              <a:gd name="T25" fmla="*/ 94 h 108"/>
              <a:gd name="T26" fmla="*/ 38 w 53"/>
              <a:gd name="T27" fmla="*/ 94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 h="108">
                <a:moveTo>
                  <a:pt x="53" y="98"/>
                </a:moveTo>
                <a:cubicBezTo>
                  <a:pt x="53" y="105"/>
                  <a:pt x="50" y="108"/>
                  <a:pt x="44" y="108"/>
                </a:cubicBezTo>
                <a:cubicBezTo>
                  <a:pt x="10" y="108"/>
                  <a:pt x="10" y="108"/>
                  <a:pt x="10" y="108"/>
                </a:cubicBezTo>
                <a:cubicBezTo>
                  <a:pt x="3" y="108"/>
                  <a:pt x="0" y="105"/>
                  <a:pt x="0" y="98"/>
                </a:cubicBezTo>
                <a:cubicBezTo>
                  <a:pt x="0" y="10"/>
                  <a:pt x="0" y="10"/>
                  <a:pt x="0" y="10"/>
                </a:cubicBezTo>
                <a:cubicBezTo>
                  <a:pt x="0" y="3"/>
                  <a:pt x="3" y="0"/>
                  <a:pt x="10" y="0"/>
                </a:cubicBezTo>
                <a:cubicBezTo>
                  <a:pt x="44" y="0"/>
                  <a:pt x="44" y="0"/>
                  <a:pt x="44" y="0"/>
                </a:cubicBezTo>
                <a:cubicBezTo>
                  <a:pt x="50" y="0"/>
                  <a:pt x="53" y="3"/>
                  <a:pt x="53" y="10"/>
                </a:cubicBezTo>
                <a:lnTo>
                  <a:pt x="53" y="98"/>
                </a:lnTo>
                <a:close/>
                <a:moveTo>
                  <a:pt x="38" y="94"/>
                </a:moveTo>
                <a:cubicBezTo>
                  <a:pt x="38" y="13"/>
                  <a:pt x="38" y="13"/>
                  <a:pt x="38" y="13"/>
                </a:cubicBezTo>
                <a:cubicBezTo>
                  <a:pt x="16" y="13"/>
                  <a:pt x="16" y="13"/>
                  <a:pt x="16" y="13"/>
                </a:cubicBezTo>
                <a:cubicBezTo>
                  <a:pt x="16" y="94"/>
                  <a:pt x="16" y="94"/>
                  <a:pt x="16" y="94"/>
                </a:cubicBezTo>
                <a:lnTo>
                  <a:pt x="38" y="94"/>
                </a:lnTo>
                <a:close/>
              </a:path>
            </a:pathLst>
          </a:custGeom>
          <a:solidFill>
            <a:srgbClr val="F1903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7" name="Freeform 16"/>
          <p:cNvSpPr>
            <a:spLocks noEditPoints="1"/>
          </p:cNvSpPr>
          <p:nvPr/>
        </p:nvSpPr>
        <p:spPr bwMode="auto">
          <a:xfrm>
            <a:off x="3790926" y="2216290"/>
            <a:ext cx="170077" cy="355206"/>
          </a:xfrm>
          <a:custGeom>
            <a:avLst/>
            <a:gdLst>
              <a:gd name="T0" fmla="*/ 52 w 52"/>
              <a:gd name="T1" fmla="*/ 98 h 108"/>
              <a:gd name="T2" fmla="*/ 42 w 52"/>
              <a:gd name="T3" fmla="*/ 108 h 108"/>
              <a:gd name="T4" fmla="*/ 9 w 52"/>
              <a:gd name="T5" fmla="*/ 108 h 108"/>
              <a:gd name="T6" fmla="*/ 0 w 52"/>
              <a:gd name="T7" fmla="*/ 98 h 108"/>
              <a:gd name="T8" fmla="*/ 0 w 52"/>
              <a:gd name="T9" fmla="*/ 10 h 108"/>
              <a:gd name="T10" fmla="*/ 9 w 52"/>
              <a:gd name="T11" fmla="*/ 0 h 108"/>
              <a:gd name="T12" fmla="*/ 42 w 52"/>
              <a:gd name="T13" fmla="*/ 0 h 108"/>
              <a:gd name="T14" fmla="*/ 52 w 52"/>
              <a:gd name="T15" fmla="*/ 10 h 108"/>
              <a:gd name="T16" fmla="*/ 52 w 52"/>
              <a:gd name="T17" fmla="*/ 33 h 108"/>
              <a:gd name="T18" fmla="*/ 36 w 52"/>
              <a:gd name="T19" fmla="*/ 33 h 108"/>
              <a:gd name="T20" fmla="*/ 36 w 52"/>
              <a:gd name="T21" fmla="*/ 13 h 108"/>
              <a:gd name="T22" fmla="*/ 15 w 52"/>
              <a:gd name="T23" fmla="*/ 13 h 108"/>
              <a:gd name="T24" fmla="*/ 15 w 52"/>
              <a:gd name="T25" fmla="*/ 46 h 108"/>
              <a:gd name="T26" fmla="*/ 42 w 52"/>
              <a:gd name="T27" fmla="*/ 46 h 108"/>
              <a:gd name="T28" fmla="*/ 52 w 52"/>
              <a:gd name="T29" fmla="*/ 56 h 108"/>
              <a:gd name="T30" fmla="*/ 52 w 52"/>
              <a:gd name="T31" fmla="*/ 98 h 108"/>
              <a:gd name="T32" fmla="*/ 36 w 52"/>
              <a:gd name="T33" fmla="*/ 94 h 108"/>
              <a:gd name="T34" fmla="*/ 36 w 52"/>
              <a:gd name="T35" fmla="*/ 60 h 108"/>
              <a:gd name="T36" fmla="*/ 15 w 52"/>
              <a:gd name="T37" fmla="*/ 60 h 108"/>
              <a:gd name="T38" fmla="*/ 15 w 52"/>
              <a:gd name="T39" fmla="*/ 94 h 108"/>
              <a:gd name="T40" fmla="*/ 36 w 52"/>
              <a:gd name="T41" fmla="*/ 94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2" h="108">
                <a:moveTo>
                  <a:pt x="52" y="98"/>
                </a:moveTo>
                <a:cubicBezTo>
                  <a:pt x="52" y="105"/>
                  <a:pt x="49" y="108"/>
                  <a:pt x="42" y="108"/>
                </a:cubicBezTo>
                <a:cubicBezTo>
                  <a:pt x="9" y="108"/>
                  <a:pt x="9" y="108"/>
                  <a:pt x="9" y="108"/>
                </a:cubicBezTo>
                <a:cubicBezTo>
                  <a:pt x="3" y="108"/>
                  <a:pt x="0" y="105"/>
                  <a:pt x="0" y="98"/>
                </a:cubicBezTo>
                <a:cubicBezTo>
                  <a:pt x="0" y="10"/>
                  <a:pt x="0" y="10"/>
                  <a:pt x="0" y="10"/>
                </a:cubicBezTo>
                <a:cubicBezTo>
                  <a:pt x="0" y="3"/>
                  <a:pt x="3" y="0"/>
                  <a:pt x="9" y="0"/>
                </a:cubicBezTo>
                <a:cubicBezTo>
                  <a:pt x="42" y="0"/>
                  <a:pt x="42" y="0"/>
                  <a:pt x="42" y="0"/>
                </a:cubicBezTo>
                <a:cubicBezTo>
                  <a:pt x="49" y="0"/>
                  <a:pt x="52" y="3"/>
                  <a:pt x="52" y="10"/>
                </a:cubicBezTo>
                <a:cubicBezTo>
                  <a:pt x="52" y="33"/>
                  <a:pt x="52" y="33"/>
                  <a:pt x="52" y="33"/>
                </a:cubicBezTo>
                <a:cubicBezTo>
                  <a:pt x="36" y="33"/>
                  <a:pt x="36" y="33"/>
                  <a:pt x="36" y="33"/>
                </a:cubicBezTo>
                <a:cubicBezTo>
                  <a:pt x="36" y="13"/>
                  <a:pt x="36" y="13"/>
                  <a:pt x="36" y="13"/>
                </a:cubicBezTo>
                <a:cubicBezTo>
                  <a:pt x="15" y="13"/>
                  <a:pt x="15" y="13"/>
                  <a:pt x="15" y="13"/>
                </a:cubicBezTo>
                <a:cubicBezTo>
                  <a:pt x="15" y="46"/>
                  <a:pt x="15" y="46"/>
                  <a:pt x="15" y="46"/>
                </a:cubicBezTo>
                <a:cubicBezTo>
                  <a:pt x="42" y="46"/>
                  <a:pt x="42" y="46"/>
                  <a:pt x="42" y="46"/>
                </a:cubicBezTo>
                <a:cubicBezTo>
                  <a:pt x="49" y="46"/>
                  <a:pt x="52" y="49"/>
                  <a:pt x="52" y="56"/>
                </a:cubicBezTo>
                <a:lnTo>
                  <a:pt x="52" y="98"/>
                </a:lnTo>
                <a:close/>
                <a:moveTo>
                  <a:pt x="36" y="94"/>
                </a:moveTo>
                <a:cubicBezTo>
                  <a:pt x="36" y="60"/>
                  <a:pt x="36" y="60"/>
                  <a:pt x="36" y="60"/>
                </a:cubicBezTo>
                <a:cubicBezTo>
                  <a:pt x="15" y="60"/>
                  <a:pt x="15" y="60"/>
                  <a:pt x="15" y="60"/>
                </a:cubicBezTo>
                <a:cubicBezTo>
                  <a:pt x="15" y="94"/>
                  <a:pt x="15" y="94"/>
                  <a:pt x="15" y="94"/>
                </a:cubicBezTo>
                <a:lnTo>
                  <a:pt x="36" y="94"/>
                </a:lnTo>
                <a:close/>
              </a:path>
            </a:pathLst>
          </a:custGeom>
          <a:solidFill>
            <a:srgbClr val="F1903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8" name="Freeform 17"/>
          <p:cNvSpPr>
            <a:spLocks/>
          </p:cNvSpPr>
          <p:nvPr/>
        </p:nvSpPr>
        <p:spPr bwMode="auto">
          <a:xfrm>
            <a:off x="7216554" y="1642845"/>
            <a:ext cx="141480" cy="222756"/>
          </a:xfrm>
          <a:custGeom>
            <a:avLst/>
            <a:gdLst>
              <a:gd name="T0" fmla="*/ 42 w 43"/>
              <a:gd name="T1" fmla="*/ 33 h 68"/>
              <a:gd name="T2" fmla="*/ 36 w 43"/>
              <a:gd name="T3" fmla="*/ 26 h 68"/>
              <a:gd name="T4" fmla="*/ 10 w 43"/>
              <a:gd name="T5" fmla="*/ 1 h 68"/>
              <a:gd name="T6" fmla="*/ 8 w 43"/>
              <a:gd name="T7" fmla="*/ 1 h 68"/>
              <a:gd name="T8" fmla="*/ 1 w 43"/>
              <a:gd name="T9" fmla="*/ 8 h 68"/>
              <a:gd name="T10" fmla="*/ 1 w 43"/>
              <a:gd name="T11" fmla="*/ 10 h 68"/>
              <a:gd name="T12" fmla="*/ 25 w 43"/>
              <a:gd name="T13" fmla="*/ 34 h 68"/>
              <a:gd name="T14" fmla="*/ 1 w 43"/>
              <a:gd name="T15" fmla="*/ 58 h 68"/>
              <a:gd name="T16" fmla="*/ 1 w 43"/>
              <a:gd name="T17" fmla="*/ 61 h 68"/>
              <a:gd name="T18" fmla="*/ 8 w 43"/>
              <a:gd name="T19" fmla="*/ 68 h 68"/>
              <a:gd name="T20" fmla="*/ 10 w 43"/>
              <a:gd name="T21" fmla="*/ 68 h 68"/>
              <a:gd name="T22" fmla="*/ 36 w 43"/>
              <a:gd name="T23" fmla="*/ 43 h 68"/>
              <a:gd name="T24" fmla="*/ 42 w 43"/>
              <a:gd name="T25" fmla="*/ 36 h 68"/>
              <a:gd name="T26" fmla="*/ 42 w 43"/>
              <a:gd name="T27" fmla="*/ 3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3" h="68">
                <a:moveTo>
                  <a:pt x="42" y="33"/>
                </a:moveTo>
                <a:cubicBezTo>
                  <a:pt x="36" y="26"/>
                  <a:pt x="36" y="26"/>
                  <a:pt x="36" y="26"/>
                </a:cubicBezTo>
                <a:cubicBezTo>
                  <a:pt x="10" y="1"/>
                  <a:pt x="10" y="1"/>
                  <a:pt x="10" y="1"/>
                </a:cubicBezTo>
                <a:cubicBezTo>
                  <a:pt x="10" y="0"/>
                  <a:pt x="9" y="0"/>
                  <a:pt x="8" y="1"/>
                </a:cubicBezTo>
                <a:cubicBezTo>
                  <a:pt x="1" y="8"/>
                  <a:pt x="1" y="8"/>
                  <a:pt x="1" y="8"/>
                </a:cubicBezTo>
                <a:cubicBezTo>
                  <a:pt x="0" y="9"/>
                  <a:pt x="0" y="10"/>
                  <a:pt x="1" y="10"/>
                </a:cubicBezTo>
                <a:cubicBezTo>
                  <a:pt x="25" y="34"/>
                  <a:pt x="25" y="34"/>
                  <a:pt x="25" y="34"/>
                </a:cubicBezTo>
                <a:cubicBezTo>
                  <a:pt x="1" y="58"/>
                  <a:pt x="1" y="58"/>
                  <a:pt x="1" y="58"/>
                </a:cubicBezTo>
                <a:cubicBezTo>
                  <a:pt x="0" y="59"/>
                  <a:pt x="0" y="60"/>
                  <a:pt x="1" y="61"/>
                </a:cubicBezTo>
                <a:cubicBezTo>
                  <a:pt x="8" y="68"/>
                  <a:pt x="8" y="68"/>
                  <a:pt x="8" y="68"/>
                </a:cubicBezTo>
                <a:cubicBezTo>
                  <a:pt x="9" y="68"/>
                  <a:pt x="10" y="68"/>
                  <a:pt x="10" y="68"/>
                </a:cubicBezTo>
                <a:cubicBezTo>
                  <a:pt x="36" y="43"/>
                  <a:pt x="36" y="43"/>
                  <a:pt x="36" y="43"/>
                </a:cubicBezTo>
                <a:cubicBezTo>
                  <a:pt x="42" y="36"/>
                  <a:pt x="42" y="36"/>
                  <a:pt x="42" y="36"/>
                </a:cubicBezTo>
                <a:cubicBezTo>
                  <a:pt x="43" y="35"/>
                  <a:pt x="43" y="34"/>
                  <a:pt x="42" y="33"/>
                </a:cubicBezTo>
                <a:close/>
              </a:path>
            </a:pathLst>
          </a:custGeom>
          <a:solidFill>
            <a:srgbClr val="6E6E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18"/>
          <p:cNvSpPr>
            <a:spLocks/>
          </p:cNvSpPr>
          <p:nvPr/>
        </p:nvSpPr>
        <p:spPr bwMode="auto">
          <a:xfrm>
            <a:off x="8312273" y="3695813"/>
            <a:ext cx="222756" cy="141480"/>
          </a:xfrm>
          <a:custGeom>
            <a:avLst/>
            <a:gdLst>
              <a:gd name="T0" fmla="*/ 68 w 68"/>
              <a:gd name="T1" fmla="*/ 7 h 43"/>
              <a:gd name="T2" fmla="*/ 61 w 68"/>
              <a:gd name="T3" fmla="*/ 0 h 43"/>
              <a:gd name="T4" fmla="*/ 58 w 68"/>
              <a:gd name="T5" fmla="*/ 0 h 43"/>
              <a:gd name="T6" fmla="*/ 34 w 68"/>
              <a:gd name="T7" fmla="*/ 24 h 43"/>
              <a:gd name="T8" fmla="*/ 10 w 68"/>
              <a:gd name="T9" fmla="*/ 0 h 43"/>
              <a:gd name="T10" fmla="*/ 8 w 68"/>
              <a:gd name="T11" fmla="*/ 0 h 43"/>
              <a:gd name="T12" fmla="*/ 1 w 68"/>
              <a:gd name="T13" fmla="*/ 7 h 43"/>
              <a:gd name="T14" fmla="*/ 1 w 68"/>
              <a:gd name="T15" fmla="*/ 10 h 43"/>
              <a:gd name="T16" fmla="*/ 26 w 68"/>
              <a:gd name="T17" fmla="*/ 35 h 43"/>
              <a:gd name="T18" fmla="*/ 33 w 68"/>
              <a:gd name="T19" fmla="*/ 42 h 43"/>
              <a:gd name="T20" fmla="*/ 36 w 68"/>
              <a:gd name="T21" fmla="*/ 42 h 43"/>
              <a:gd name="T22" fmla="*/ 42 w 68"/>
              <a:gd name="T23" fmla="*/ 35 h 43"/>
              <a:gd name="T24" fmla="*/ 68 w 68"/>
              <a:gd name="T25" fmla="*/ 10 h 43"/>
              <a:gd name="T26" fmla="*/ 68 w 68"/>
              <a:gd name="T27" fmla="*/ 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8" h="43">
                <a:moveTo>
                  <a:pt x="68" y="7"/>
                </a:moveTo>
                <a:cubicBezTo>
                  <a:pt x="61" y="0"/>
                  <a:pt x="61" y="0"/>
                  <a:pt x="61" y="0"/>
                </a:cubicBezTo>
                <a:cubicBezTo>
                  <a:pt x="60" y="0"/>
                  <a:pt x="59" y="0"/>
                  <a:pt x="58" y="0"/>
                </a:cubicBezTo>
                <a:cubicBezTo>
                  <a:pt x="34" y="24"/>
                  <a:pt x="34" y="24"/>
                  <a:pt x="34" y="24"/>
                </a:cubicBezTo>
                <a:cubicBezTo>
                  <a:pt x="10" y="0"/>
                  <a:pt x="10" y="0"/>
                  <a:pt x="10" y="0"/>
                </a:cubicBezTo>
                <a:cubicBezTo>
                  <a:pt x="10" y="0"/>
                  <a:pt x="9" y="0"/>
                  <a:pt x="8" y="0"/>
                </a:cubicBezTo>
                <a:cubicBezTo>
                  <a:pt x="1" y="7"/>
                  <a:pt x="1" y="7"/>
                  <a:pt x="1" y="7"/>
                </a:cubicBezTo>
                <a:cubicBezTo>
                  <a:pt x="0" y="8"/>
                  <a:pt x="0" y="9"/>
                  <a:pt x="1" y="10"/>
                </a:cubicBezTo>
                <a:cubicBezTo>
                  <a:pt x="26" y="35"/>
                  <a:pt x="26" y="35"/>
                  <a:pt x="26" y="35"/>
                </a:cubicBezTo>
                <a:cubicBezTo>
                  <a:pt x="33" y="42"/>
                  <a:pt x="33" y="42"/>
                  <a:pt x="33" y="42"/>
                </a:cubicBezTo>
                <a:cubicBezTo>
                  <a:pt x="34" y="43"/>
                  <a:pt x="35" y="43"/>
                  <a:pt x="36" y="42"/>
                </a:cubicBezTo>
                <a:cubicBezTo>
                  <a:pt x="42" y="35"/>
                  <a:pt x="42" y="35"/>
                  <a:pt x="42" y="35"/>
                </a:cubicBezTo>
                <a:cubicBezTo>
                  <a:pt x="68" y="10"/>
                  <a:pt x="68" y="10"/>
                  <a:pt x="68" y="10"/>
                </a:cubicBezTo>
                <a:cubicBezTo>
                  <a:pt x="68" y="9"/>
                  <a:pt x="68" y="8"/>
                  <a:pt x="68" y="7"/>
                </a:cubicBezTo>
                <a:close/>
              </a:path>
            </a:pathLst>
          </a:custGeom>
          <a:solidFill>
            <a:srgbClr val="6E6E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19"/>
          <p:cNvSpPr>
            <a:spLocks/>
          </p:cNvSpPr>
          <p:nvPr/>
        </p:nvSpPr>
        <p:spPr bwMode="auto">
          <a:xfrm>
            <a:off x="4850523" y="1642845"/>
            <a:ext cx="138470" cy="222756"/>
          </a:xfrm>
          <a:custGeom>
            <a:avLst/>
            <a:gdLst>
              <a:gd name="T0" fmla="*/ 42 w 42"/>
              <a:gd name="T1" fmla="*/ 33 h 68"/>
              <a:gd name="T2" fmla="*/ 35 w 42"/>
              <a:gd name="T3" fmla="*/ 26 h 68"/>
              <a:gd name="T4" fmla="*/ 10 w 42"/>
              <a:gd name="T5" fmla="*/ 1 h 68"/>
              <a:gd name="T6" fmla="*/ 7 w 42"/>
              <a:gd name="T7" fmla="*/ 1 h 68"/>
              <a:gd name="T8" fmla="*/ 0 w 42"/>
              <a:gd name="T9" fmla="*/ 8 h 68"/>
              <a:gd name="T10" fmla="*/ 0 w 42"/>
              <a:gd name="T11" fmla="*/ 10 h 68"/>
              <a:gd name="T12" fmla="*/ 24 w 42"/>
              <a:gd name="T13" fmla="*/ 34 h 68"/>
              <a:gd name="T14" fmla="*/ 0 w 42"/>
              <a:gd name="T15" fmla="*/ 58 h 68"/>
              <a:gd name="T16" fmla="*/ 0 w 42"/>
              <a:gd name="T17" fmla="*/ 61 h 68"/>
              <a:gd name="T18" fmla="*/ 7 w 42"/>
              <a:gd name="T19" fmla="*/ 68 h 68"/>
              <a:gd name="T20" fmla="*/ 10 w 42"/>
              <a:gd name="T21" fmla="*/ 68 h 68"/>
              <a:gd name="T22" fmla="*/ 35 w 42"/>
              <a:gd name="T23" fmla="*/ 43 h 68"/>
              <a:gd name="T24" fmla="*/ 42 w 42"/>
              <a:gd name="T25" fmla="*/ 36 h 68"/>
              <a:gd name="T26" fmla="*/ 42 w 42"/>
              <a:gd name="T27" fmla="*/ 3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68">
                <a:moveTo>
                  <a:pt x="42" y="33"/>
                </a:moveTo>
                <a:cubicBezTo>
                  <a:pt x="35" y="26"/>
                  <a:pt x="35" y="26"/>
                  <a:pt x="35" y="26"/>
                </a:cubicBezTo>
                <a:cubicBezTo>
                  <a:pt x="10" y="1"/>
                  <a:pt x="10" y="1"/>
                  <a:pt x="10" y="1"/>
                </a:cubicBezTo>
                <a:cubicBezTo>
                  <a:pt x="9" y="0"/>
                  <a:pt x="8" y="0"/>
                  <a:pt x="7" y="1"/>
                </a:cubicBezTo>
                <a:cubicBezTo>
                  <a:pt x="0" y="8"/>
                  <a:pt x="0" y="8"/>
                  <a:pt x="0" y="8"/>
                </a:cubicBezTo>
                <a:cubicBezTo>
                  <a:pt x="0" y="9"/>
                  <a:pt x="0" y="10"/>
                  <a:pt x="0" y="10"/>
                </a:cubicBezTo>
                <a:cubicBezTo>
                  <a:pt x="24" y="34"/>
                  <a:pt x="24" y="34"/>
                  <a:pt x="24" y="34"/>
                </a:cubicBezTo>
                <a:cubicBezTo>
                  <a:pt x="0" y="58"/>
                  <a:pt x="0" y="58"/>
                  <a:pt x="0" y="58"/>
                </a:cubicBezTo>
                <a:cubicBezTo>
                  <a:pt x="0" y="59"/>
                  <a:pt x="0" y="60"/>
                  <a:pt x="0" y="61"/>
                </a:cubicBezTo>
                <a:cubicBezTo>
                  <a:pt x="7" y="68"/>
                  <a:pt x="7" y="68"/>
                  <a:pt x="7" y="68"/>
                </a:cubicBezTo>
                <a:cubicBezTo>
                  <a:pt x="8" y="68"/>
                  <a:pt x="9" y="68"/>
                  <a:pt x="10" y="68"/>
                </a:cubicBezTo>
                <a:cubicBezTo>
                  <a:pt x="35" y="43"/>
                  <a:pt x="35" y="43"/>
                  <a:pt x="35" y="43"/>
                </a:cubicBezTo>
                <a:cubicBezTo>
                  <a:pt x="42" y="36"/>
                  <a:pt x="42" y="36"/>
                  <a:pt x="42" y="36"/>
                </a:cubicBezTo>
                <a:cubicBezTo>
                  <a:pt x="42" y="35"/>
                  <a:pt x="42" y="34"/>
                  <a:pt x="42" y="33"/>
                </a:cubicBezTo>
                <a:close/>
              </a:path>
            </a:pathLst>
          </a:custGeom>
          <a:solidFill>
            <a:srgbClr val="6E6E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20"/>
          <p:cNvSpPr>
            <a:spLocks/>
          </p:cNvSpPr>
          <p:nvPr/>
        </p:nvSpPr>
        <p:spPr bwMode="auto">
          <a:xfrm>
            <a:off x="7216554" y="5649444"/>
            <a:ext cx="141480" cy="222756"/>
          </a:xfrm>
          <a:custGeom>
            <a:avLst/>
            <a:gdLst>
              <a:gd name="T0" fmla="*/ 18 w 43"/>
              <a:gd name="T1" fmla="*/ 34 h 68"/>
              <a:gd name="T2" fmla="*/ 42 w 43"/>
              <a:gd name="T3" fmla="*/ 10 h 68"/>
              <a:gd name="T4" fmla="*/ 42 w 43"/>
              <a:gd name="T5" fmla="*/ 8 h 68"/>
              <a:gd name="T6" fmla="*/ 36 w 43"/>
              <a:gd name="T7" fmla="*/ 1 h 68"/>
              <a:gd name="T8" fmla="*/ 33 w 43"/>
              <a:gd name="T9" fmla="*/ 1 h 68"/>
              <a:gd name="T10" fmla="*/ 8 w 43"/>
              <a:gd name="T11" fmla="*/ 26 h 68"/>
              <a:gd name="T12" fmla="*/ 1 w 43"/>
              <a:gd name="T13" fmla="*/ 33 h 68"/>
              <a:gd name="T14" fmla="*/ 1 w 43"/>
              <a:gd name="T15" fmla="*/ 36 h 68"/>
              <a:gd name="T16" fmla="*/ 8 w 43"/>
              <a:gd name="T17" fmla="*/ 42 h 68"/>
              <a:gd name="T18" fmla="*/ 33 w 43"/>
              <a:gd name="T19" fmla="*/ 68 h 68"/>
              <a:gd name="T20" fmla="*/ 36 w 43"/>
              <a:gd name="T21" fmla="*/ 68 h 68"/>
              <a:gd name="T22" fmla="*/ 42 w 43"/>
              <a:gd name="T23" fmla="*/ 61 h 68"/>
              <a:gd name="T24" fmla="*/ 42 w 43"/>
              <a:gd name="T25" fmla="*/ 58 h 68"/>
              <a:gd name="T26" fmla="*/ 18 w 43"/>
              <a:gd name="T27" fmla="*/ 34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3" h="68">
                <a:moveTo>
                  <a:pt x="18" y="34"/>
                </a:moveTo>
                <a:cubicBezTo>
                  <a:pt x="42" y="10"/>
                  <a:pt x="42" y="10"/>
                  <a:pt x="42" y="10"/>
                </a:cubicBezTo>
                <a:cubicBezTo>
                  <a:pt x="43" y="10"/>
                  <a:pt x="43" y="9"/>
                  <a:pt x="42" y="8"/>
                </a:cubicBezTo>
                <a:cubicBezTo>
                  <a:pt x="36" y="1"/>
                  <a:pt x="36" y="1"/>
                  <a:pt x="36" y="1"/>
                </a:cubicBezTo>
                <a:cubicBezTo>
                  <a:pt x="35" y="0"/>
                  <a:pt x="34" y="0"/>
                  <a:pt x="33" y="1"/>
                </a:cubicBezTo>
                <a:cubicBezTo>
                  <a:pt x="8" y="26"/>
                  <a:pt x="8" y="26"/>
                  <a:pt x="8" y="26"/>
                </a:cubicBezTo>
                <a:cubicBezTo>
                  <a:pt x="1" y="33"/>
                  <a:pt x="1" y="33"/>
                  <a:pt x="1" y="33"/>
                </a:cubicBezTo>
                <a:cubicBezTo>
                  <a:pt x="0" y="34"/>
                  <a:pt x="0" y="35"/>
                  <a:pt x="1" y="36"/>
                </a:cubicBezTo>
                <a:cubicBezTo>
                  <a:pt x="8" y="42"/>
                  <a:pt x="8" y="42"/>
                  <a:pt x="8" y="42"/>
                </a:cubicBezTo>
                <a:cubicBezTo>
                  <a:pt x="33" y="68"/>
                  <a:pt x="33" y="68"/>
                  <a:pt x="33" y="68"/>
                </a:cubicBezTo>
                <a:cubicBezTo>
                  <a:pt x="34" y="68"/>
                  <a:pt x="35" y="68"/>
                  <a:pt x="36" y="68"/>
                </a:cubicBezTo>
                <a:cubicBezTo>
                  <a:pt x="42" y="61"/>
                  <a:pt x="42" y="61"/>
                  <a:pt x="42" y="61"/>
                </a:cubicBezTo>
                <a:cubicBezTo>
                  <a:pt x="43" y="60"/>
                  <a:pt x="43" y="59"/>
                  <a:pt x="42" y="58"/>
                </a:cubicBezTo>
                <a:lnTo>
                  <a:pt x="18" y="34"/>
                </a:lnTo>
                <a:close/>
              </a:path>
            </a:pathLst>
          </a:custGeom>
          <a:solidFill>
            <a:srgbClr val="6E6E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21"/>
          <p:cNvSpPr>
            <a:spLocks/>
          </p:cNvSpPr>
          <p:nvPr/>
        </p:nvSpPr>
        <p:spPr bwMode="auto">
          <a:xfrm>
            <a:off x="4850523" y="5649444"/>
            <a:ext cx="138470" cy="222756"/>
          </a:xfrm>
          <a:custGeom>
            <a:avLst/>
            <a:gdLst>
              <a:gd name="T0" fmla="*/ 18 w 42"/>
              <a:gd name="T1" fmla="*/ 34 h 68"/>
              <a:gd name="T2" fmla="*/ 42 w 42"/>
              <a:gd name="T3" fmla="*/ 10 h 68"/>
              <a:gd name="T4" fmla="*/ 42 w 42"/>
              <a:gd name="T5" fmla="*/ 8 h 68"/>
              <a:gd name="T6" fmla="*/ 35 w 42"/>
              <a:gd name="T7" fmla="*/ 1 h 68"/>
              <a:gd name="T8" fmla="*/ 32 w 42"/>
              <a:gd name="T9" fmla="*/ 1 h 68"/>
              <a:gd name="T10" fmla="*/ 7 w 42"/>
              <a:gd name="T11" fmla="*/ 26 h 68"/>
              <a:gd name="T12" fmla="*/ 0 w 42"/>
              <a:gd name="T13" fmla="*/ 33 h 68"/>
              <a:gd name="T14" fmla="*/ 0 w 42"/>
              <a:gd name="T15" fmla="*/ 36 h 68"/>
              <a:gd name="T16" fmla="*/ 7 w 42"/>
              <a:gd name="T17" fmla="*/ 42 h 68"/>
              <a:gd name="T18" fmla="*/ 32 w 42"/>
              <a:gd name="T19" fmla="*/ 68 h 68"/>
              <a:gd name="T20" fmla="*/ 35 w 42"/>
              <a:gd name="T21" fmla="*/ 68 h 68"/>
              <a:gd name="T22" fmla="*/ 42 w 42"/>
              <a:gd name="T23" fmla="*/ 61 h 68"/>
              <a:gd name="T24" fmla="*/ 42 w 42"/>
              <a:gd name="T25" fmla="*/ 58 h 68"/>
              <a:gd name="T26" fmla="*/ 18 w 42"/>
              <a:gd name="T27" fmla="*/ 34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68">
                <a:moveTo>
                  <a:pt x="18" y="34"/>
                </a:moveTo>
                <a:cubicBezTo>
                  <a:pt x="42" y="10"/>
                  <a:pt x="42" y="10"/>
                  <a:pt x="42" y="10"/>
                </a:cubicBezTo>
                <a:cubicBezTo>
                  <a:pt x="42" y="10"/>
                  <a:pt x="42" y="9"/>
                  <a:pt x="42" y="8"/>
                </a:cubicBezTo>
                <a:cubicBezTo>
                  <a:pt x="35" y="1"/>
                  <a:pt x="35" y="1"/>
                  <a:pt x="35" y="1"/>
                </a:cubicBezTo>
                <a:cubicBezTo>
                  <a:pt x="34" y="0"/>
                  <a:pt x="33" y="0"/>
                  <a:pt x="32" y="1"/>
                </a:cubicBezTo>
                <a:cubicBezTo>
                  <a:pt x="7" y="26"/>
                  <a:pt x="7" y="26"/>
                  <a:pt x="7" y="26"/>
                </a:cubicBezTo>
                <a:cubicBezTo>
                  <a:pt x="0" y="33"/>
                  <a:pt x="0" y="33"/>
                  <a:pt x="0" y="33"/>
                </a:cubicBezTo>
                <a:cubicBezTo>
                  <a:pt x="0" y="34"/>
                  <a:pt x="0" y="35"/>
                  <a:pt x="0" y="36"/>
                </a:cubicBezTo>
                <a:cubicBezTo>
                  <a:pt x="7" y="42"/>
                  <a:pt x="7" y="42"/>
                  <a:pt x="7" y="42"/>
                </a:cubicBezTo>
                <a:cubicBezTo>
                  <a:pt x="32" y="68"/>
                  <a:pt x="32" y="68"/>
                  <a:pt x="32" y="68"/>
                </a:cubicBezTo>
                <a:cubicBezTo>
                  <a:pt x="33" y="68"/>
                  <a:pt x="34" y="68"/>
                  <a:pt x="35" y="68"/>
                </a:cubicBezTo>
                <a:cubicBezTo>
                  <a:pt x="42" y="61"/>
                  <a:pt x="42" y="61"/>
                  <a:pt x="42" y="61"/>
                </a:cubicBezTo>
                <a:cubicBezTo>
                  <a:pt x="42" y="60"/>
                  <a:pt x="42" y="59"/>
                  <a:pt x="42" y="58"/>
                </a:cubicBezTo>
                <a:lnTo>
                  <a:pt x="18" y="34"/>
                </a:lnTo>
                <a:close/>
              </a:path>
            </a:pathLst>
          </a:custGeom>
          <a:solidFill>
            <a:srgbClr val="6E6E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22"/>
          <p:cNvSpPr>
            <a:spLocks/>
          </p:cNvSpPr>
          <p:nvPr/>
        </p:nvSpPr>
        <p:spPr bwMode="auto">
          <a:xfrm>
            <a:off x="3656971" y="3695813"/>
            <a:ext cx="222756" cy="141480"/>
          </a:xfrm>
          <a:custGeom>
            <a:avLst/>
            <a:gdLst>
              <a:gd name="T0" fmla="*/ 67 w 68"/>
              <a:gd name="T1" fmla="*/ 32 h 43"/>
              <a:gd name="T2" fmla="*/ 42 w 68"/>
              <a:gd name="T3" fmla="*/ 7 h 43"/>
              <a:gd name="T4" fmla="*/ 35 w 68"/>
              <a:gd name="T5" fmla="*/ 0 h 43"/>
              <a:gd name="T6" fmla="*/ 32 w 68"/>
              <a:gd name="T7" fmla="*/ 0 h 43"/>
              <a:gd name="T8" fmla="*/ 26 w 68"/>
              <a:gd name="T9" fmla="*/ 7 h 43"/>
              <a:gd name="T10" fmla="*/ 0 w 68"/>
              <a:gd name="T11" fmla="*/ 32 h 43"/>
              <a:gd name="T12" fmla="*/ 0 w 68"/>
              <a:gd name="T13" fmla="*/ 35 h 43"/>
              <a:gd name="T14" fmla="*/ 7 w 68"/>
              <a:gd name="T15" fmla="*/ 42 h 43"/>
              <a:gd name="T16" fmla="*/ 10 w 68"/>
              <a:gd name="T17" fmla="*/ 42 h 43"/>
              <a:gd name="T18" fmla="*/ 34 w 68"/>
              <a:gd name="T19" fmla="*/ 18 h 43"/>
              <a:gd name="T20" fmla="*/ 58 w 68"/>
              <a:gd name="T21" fmla="*/ 42 h 43"/>
              <a:gd name="T22" fmla="*/ 60 w 68"/>
              <a:gd name="T23" fmla="*/ 42 h 43"/>
              <a:gd name="T24" fmla="*/ 67 w 68"/>
              <a:gd name="T25" fmla="*/ 35 h 43"/>
              <a:gd name="T26" fmla="*/ 67 w 68"/>
              <a:gd name="T27" fmla="*/ 32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8" h="43">
                <a:moveTo>
                  <a:pt x="67" y="32"/>
                </a:moveTo>
                <a:cubicBezTo>
                  <a:pt x="42" y="7"/>
                  <a:pt x="42" y="7"/>
                  <a:pt x="42" y="7"/>
                </a:cubicBezTo>
                <a:cubicBezTo>
                  <a:pt x="35" y="0"/>
                  <a:pt x="35" y="0"/>
                  <a:pt x="35" y="0"/>
                </a:cubicBezTo>
                <a:cubicBezTo>
                  <a:pt x="34" y="0"/>
                  <a:pt x="33" y="0"/>
                  <a:pt x="32" y="0"/>
                </a:cubicBezTo>
                <a:cubicBezTo>
                  <a:pt x="26" y="7"/>
                  <a:pt x="26" y="7"/>
                  <a:pt x="26" y="7"/>
                </a:cubicBezTo>
                <a:cubicBezTo>
                  <a:pt x="0" y="32"/>
                  <a:pt x="0" y="32"/>
                  <a:pt x="0" y="32"/>
                </a:cubicBezTo>
                <a:cubicBezTo>
                  <a:pt x="0" y="33"/>
                  <a:pt x="0" y="34"/>
                  <a:pt x="0" y="35"/>
                </a:cubicBezTo>
                <a:cubicBezTo>
                  <a:pt x="7" y="42"/>
                  <a:pt x="7" y="42"/>
                  <a:pt x="7" y="42"/>
                </a:cubicBezTo>
                <a:cubicBezTo>
                  <a:pt x="8" y="43"/>
                  <a:pt x="9" y="43"/>
                  <a:pt x="10" y="42"/>
                </a:cubicBezTo>
                <a:cubicBezTo>
                  <a:pt x="34" y="18"/>
                  <a:pt x="34" y="18"/>
                  <a:pt x="34" y="18"/>
                </a:cubicBezTo>
                <a:cubicBezTo>
                  <a:pt x="58" y="42"/>
                  <a:pt x="58" y="42"/>
                  <a:pt x="58" y="42"/>
                </a:cubicBezTo>
                <a:cubicBezTo>
                  <a:pt x="58" y="43"/>
                  <a:pt x="59" y="43"/>
                  <a:pt x="60" y="42"/>
                </a:cubicBezTo>
                <a:cubicBezTo>
                  <a:pt x="67" y="35"/>
                  <a:pt x="67" y="35"/>
                  <a:pt x="67" y="35"/>
                </a:cubicBezTo>
                <a:cubicBezTo>
                  <a:pt x="68" y="34"/>
                  <a:pt x="68" y="33"/>
                  <a:pt x="67" y="32"/>
                </a:cubicBezTo>
                <a:close/>
              </a:path>
            </a:pathLst>
          </a:custGeom>
          <a:solidFill>
            <a:srgbClr val="6E6E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椭圆 103"/>
          <p:cNvSpPr/>
          <p:nvPr/>
        </p:nvSpPr>
        <p:spPr>
          <a:xfrm>
            <a:off x="5646502" y="1366806"/>
            <a:ext cx="849483" cy="849483"/>
          </a:xfrm>
          <a:prstGeom prst="ellipse">
            <a:avLst/>
          </a:prstGeom>
          <a:gradFill flip="none" rotWithShape="1">
            <a:gsLst>
              <a:gs pos="100000">
                <a:srgbClr val="FFFFFF">
                  <a:lumMod val="100000"/>
                </a:srgbClr>
              </a:gs>
              <a:gs pos="0">
                <a:srgbClr val="D9D9DA"/>
              </a:gs>
            </a:gsLst>
            <a:lin ang="2700000" scaled="1"/>
            <a:tileRect/>
          </a:gradFill>
          <a:ln w="19050" cap="flat" cmpd="sng" algn="ctr">
            <a:gradFill flip="none" rotWithShape="1">
              <a:gsLst>
                <a:gs pos="100000">
                  <a:srgbClr val="FFFFFF"/>
                </a:gs>
                <a:gs pos="0">
                  <a:srgbClr val="D9D9DA"/>
                </a:gs>
              </a:gsLst>
              <a:lin ang="13500000" scaled="1"/>
              <a:tileRect/>
            </a:gradFill>
            <a:prstDash val="solid"/>
            <a:miter lim="800000"/>
          </a:ln>
          <a:effectLst>
            <a:outerShdw blurRad="279400" dist="165100" dir="2700000" algn="t" rotWithShape="0">
              <a:prstClr val="black">
                <a:alpha val="35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105" name="椭圆 104"/>
          <p:cNvSpPr/>
          <p:nvPr/>
        </p:nvSpPr>
        <p:spPr>
          <a:xfrm>
            <a:off x="7207222" y="2231453"/>
            <a:ext cx="849483" cy="849483"/>
          </a:xfrm>
          <a:prstGeom prst="ellipse">
            <a:avLst/>
          </a:prstGeom>
          <a:gradFill flip="none" rotWithShape="1">
            <a:gsLst>
              <a:gs pos="100000">
                <a:srgbClr val="FFFFFF">
                  <a:lumMod val="100000"/>
                </a:srgbClr>
              </a:gs>
              <a:gs pos="0">
                <a:srgbClr val="D9D9DA"/>
              </a:gs>
            </a:gsLst>
            <a:lin ang="2700000" scaled="1"/>
            <a:tileRect/>
          </a:gradFill>
          <a:ln w="19050" cap="flat" cmpd="sng" algn="ctr">
            <a:gradFill flip="none" rotWithShape="1">
              <a:gsLst>
                <a:gs pos="100000">
                  <a:srgbClr val="FFFFFF"/>
                </a:gs>
                <a:gs pos="0">
                  <a:srgbClr val="D9D9DA"/>
                </a:gs>
              </a:gsLst>
              <a:lin ang="13500000" scaled="1"/>
              <a:tileRect/>
            </a:gradFill>
            <a:prstDash val="solid"/>
            <a:miter lim="800000"/>
          </a:ln>
          <a:effectLst>
            <a:outerShdw blurRad="279400" dist="165100" dir="2700000" algn="t" rotWithShape="0">
              <a:prstClr val="black">
                <a:alpha val="35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106" name="椭圆 105"/>
          <p:cNvSpPr/>
          <p:nvPr/>
        </p:nvSpPr>
        <p:spPr>
          <a:xfrm>
            <a:off x="7253128" y="4265044"/>
            <a:ext cx="849483" cy="849483"/>
          </a:xfrm>
          <a:prstGeom prst="ellipse">
            <a:avLst/>
          </a:prstGeom>
          <a:gradFill flip="none" rotWithShape="1">
            <a:gsLst>
              <a:gs pos="100000">
                <a:srgbClr val="FFFFFF">
                  <a:lumMod val="100000"/>
                </a:srgbClr>
              </a:gs>
              <a:gs pos="0">
                <a:srgbClr val="D9D9DA"/>
              </a:gs>
            </a:gsLst>
            <a:lin ang="2700000" scaled="1"/>
            <a:tileRect/>
          </a:gradFill>
          <a:ln w="19050" cap="flat" cmpd="sng" algn="ctr">
            <a:gradFill flip="none" rotWithShape="1">
              <a:gsLst>
                <a:gs pos="100000">
                  <a:srgbClr val="FFFFFF"/>
                </a:gs>
                <a:gs pos="0">
                  <a:srgbClr val="D9D9DA"/>
                </a:gs>
              </a:gsLst>
              <a:lin ang="13500000" scaled="1"/>
              <a:tileRect/>
            </a:gradFill>
            <a:prstDash val="solid"/>
            <a:miter lim="800000"/>
          </a:ln>
          <a:effectLst>
            <a:outerShdw blurRad="279400" dist="165100" dir="2700000" algn="t" rotWithShape="0">
              <a:prstClr val="black">
                <a:alpha val="35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107" name="椭圆 106"/>
          <p:cNvSpPr/>
          <p:nvPr/>
        </p:nvSpPr>
        <p:spPr>
          <a:xfrm>
            <a:off x="5646502" y="5136953"/>
            <a:ext cx="849483" cy="849483"/>
          </a:xfrm>
          <a:prstGeom prst="ellipse">
            <a:avLst/>
          </a:prstGeom>
          <a:gradFill flip="none" rotWithShape="1">
            <a:gsLst>
              <a:gs pos="100000">
                <a:srgbClr val="FFFFFF">
                  <a:lumMod val="100000"/>
                </a:srgbClr>
              </a:gs>
              <a:gs pos="0">
                <a:srgbClr val="D9D9DA"/>
              </a:gs>
            </a:gsLst>
            <a:lin ang="2700000" scaled="1"/>
            <a:tileRect/>
          </a:gradFill>
          <a:ln w="19050" cap="flat" cmpd="sng" algn="ctr">
            <a:gradFill flip="none" rotWithShape="1">
              <a:gsLst>
                <a:gs pos="100000">
                  <a:srgbClr val="FFFFFF"/>
                </a:gs>
                <a:gs pos="0">
                  <a:srgbClr val="D9D9DA"/>
                </a:gs>
              </a:gsLst>
              <a:lin ang="13500000" scaled="1"/>
              <a:tileRect/>
            </a:gradFill>
            <a:prstDash val="solid"/>
            <a:miter lim="800000"/>
          </a:ln>
          <a:effectLst>
            <a:outerShdw blurRad="279400" dist="165100" dir="2700000" algn="t" rotWithShape="0">
              <a:prstClr val="black">
                <a:alpha val="35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108" name="椭圆 107"/>
          <p:cNvSpPr/>
          <p:nvPr/>
        </p:nvSpPr>
        <p:spPr>
          <a:xfrm>
            <a:off x="4010070" y="4265044"/>
            <a:ext cx="849483" cy="849483"/>
          </a:xfrm>
          <a:prstGeom prst="ellipse">
            <a:avLst/>
          </a:prstGeom>
          <a:gradFill flip="none" rotWithShape="1">
            <a:gsLst>
              <a:gs pos="100000">
                <a:srgbClr val="FFFFFF">
                  <a:lumMod val="100000"/>
                </a:srgbClr>
              </a:gs>
              <a:gs pos="0">
                <a:srgbClr val="D9D9DA"/>
              </a:gs>
            </a:gsLst>
            <a:lin ang="2700000" scaled="1"/>
            <a:tileRect/>
          </a:gradFill>
          <a:ln w="19050" cap="flat" cmpd="sng" algn="ctr">
            <a:gradFill flip="none" rotWithShape="1">
              <a:gsLst>
                <a:gs pos="100000">
                  <a:srgbClr val="FFFFFF"/>
                </a:gs>
                <a:gs pos="0">
                  <a:srgbClr val="D9D9DA"/>
                </a:gs>
              </a:gsLst>
              <a:lin ang="13500000" scaled="1"/>
              <a:tileRect/>
            </a:gradFill>
            <a:prstDash val="solid"/>
            <a:miter lim="800000"/>
          </a:ln>
          <a:effectLst>
            <a:outerShdw blurRad="279400" dist="165100" dir="2700000" algn="t" rotWithShape="0">
              <a:prstClr val="black">
                <a:alpha val="35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109" name="椭圆 108"/>
          <p:cNvSpPr/>
          <p:nvPr/>
        </p:nvSpPr>
        <p:spPr>
          <a:xfrm>
            <a:off x="4006156" y="2231453"/>
            <a:ext cx="849483" cy="849483"/>
          </a:xfrm>
          <a:prstGeom prst="ellipse">
            <a:avLst/>
          </a:prstGeom>
          <a:gradFill flip="none" rotWithShape="1">
            <a:gsLst>
              <a:gs pos="100000">
                <a:srgbClr val="FFFFFF">
                  <a:lumMod val="100000"/>
                </a:srgbClr>
              </a:gs>
              <a:gs pos="0">
                <a:srgbClr val="D9D9DA"/>
              </a:gs>
            </a:gsLst>
            <a:lin ang="2700000" scaled="1"/>
            <a:tileRect/>
          </a:gradFill>
          <a:ln w="19050" cap="flat" cmpd="sng" algn="ctr">
            <a:gradFill flip="none" rotWithShape="1">
              <a:gsLst>
                <a:gs pos="100000">
                  <a:srgbClr val="FFFFFF"/>
                </a:gs>
                <a:gs pos="0">
                  <a:srgbClr val="D9D9DA"/>
                </a:gs>
              </a:gsLst>
              <a:lin ang="13500000" scaled="1"/>
              <a:tileRect/>
            </a:gradFill>
            <a:prstDash val="solid"/>
            <a:miter lim="800000"/>
          </a:ln>
          <a:effectLst>
            <a:outerShdw blurRad="279400" dist="165100" dir="2700000" algn="t" rotWithShape="0">
              <a:prstClr val="black">
                <a:alpha val="35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grpSp>
        <p:nvGrpSpPr>
          <p:cNvPr id="110" name="组合 30"/>
          <p:cNvGrpSpPr/>
          <p:nvPr/>
        </p:nvGrpSpPr>
        <p:grpSpPr>
          <a:xfrm>
            <a:off x="5824691" y="5272105"/>
            <a:ext cx="434982" cy="558137"/>
            <a:chOff x="2057400" y="3438526"/>
            <a:chExt cx="263526" cy="338137"/>
          </a:xfrm>
          <a:solidFill>
            <a:srgbClr val="8820A0"/>
          </a:solidFill>
        </p:grpSpPr>
        <p:sp>
          <p:nvSpPr>
            <p:cNvPr id="111" name="Freeform 5"/>
            <p:cNvSpPr>
              <a:spLocks/>
            </p:cNvSpPr>
            <p:nvPr/>
          </p:nvSpPr>
          <p:spPr bwMode="auto">
            <a:xfrm>
              <a:off x="2243138" y="3438526"/>
              <a:ext cx="77788" cy="90488"/>
            </a:xfrm>
            <a:custGeom>
              <a:avLst/>
              <a:gdLst>
                <a:gd name="T0" fmla="*/ 18 w 49"/>
                <a:gd name="T1" fmla="*/ 0 h 57"/>
                <a:gd name="T2" fmla="*/ 0 w 49"/>
                <a:gd name="T3" fmla="*/ 24 h 57"/>
                <a:gd name="T4" fmla="*/ 30 w 49"/>
                <a:gd name="T5" fmla="*/ 57 h 57"/>
                <a:gd name="T6" fmla="*/ 49 w 49"/>
                <a:gd name="T7" fmla="*/ 35 h 57"/>
                <a:gd name="T8" fmla="*/ 18 w 49"/>
                <a:gd name="T9" fmla="*/ 0 h 57"/>
              </a:gdLst>
              <a:ahLst/>
              <a:cxnLst>
                <a:cxn ang="0">
                  <a:pos x="T0" y="T1"/>
                </a:cxn>
                <a:cxn ang="0">
                  <a:pos x="T2" y="T3"/>
                </a:cxn>
                <a:cxn ang="0">
                  <a:pos x="T4" y="T5"/>
                </a:cxn>
                <a:cxn ang="0">
                  <a:pos x="T6" y="T7"/>
                </a:cxn>
                <a:cxn ang="0">
                  <a:pos x="T8" y="T9"/>
                </a:cxn>
              </a:cxnLst>
              <a:rect l="0" t="0" r="r" b="b"/>
              <a:pathLst>
                <a:path w="49" h="57">
                  <a:moveTo>
                    <a:pt x="18" y="0"/>
                  </a:moveTo>
                  <a:lnTo>
                    <a:pt x="0" y="24"/>
                  </a:lnTo>
                  <a:lnTo>
                    <a:pt x="30" y="57"/>
                  </a:lnTo>
                  <a:lnTo>
                    <a:pt x="49" y="35"/>
                  </a:lnTo>
                  <a:lnTo>
                    <a:pt x="1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6"/>
            <p:cNvSpPr>
              <a:spLocks/>
            </p:cNvSpPr>
            <p:nvPr/>
          </p:nvSpPr>
          <p:spPr bwMode="auto">
            <a:xfrm>
              <a:off x="2243138" y="3438526"/>
              <a:ext cx="77788" cy="90488"/>
            </a:xfrm>
            <a:custGeom>
              <a:avLst/>
              <a:gdLst>
                <a:gd name="T0" fmla="*/ 18 w 49"/>
                <a:gd name="T1" fmla="*/ 0 h 57"/>
                <a:gd name="T2" fmla="*/ 0 w 49"/>
                <a:gd name="T3" fmla="*/ 24 h 57"/>
                <a:gd name="T4" fmla="*/ 30 w 49"/>
                <a:gd name="T5" fmla="*/ 57 h 57"/>
                <a:gd name="T6" fmla="*/ 49 w 49"/>
                <a:gd name="T7" fmla="*/ 35 h 57"/>
                <a:gd name="T8" fmla="*/ 18 w 49"/>
                <a:gd name="T9" fmla="*/ 0 h 57"/>
              </a:gdLst>
              <a:ahLst/>
              <a:cxnLst>
                <a:cxn ang="0">
                  <a:pos x="T0" y="T1"/>
                </a:cxn>
                <a:cxn ang="0">
                  <a:pos x="T2" y="T3"/>
                </a:cxn>
                <a:cxn ang="0">
                  <a:pos x="T4" y="T5"/>
                </a:cxn>
                <a:cxn ang="0">
                  <a:pos x="T6" y="T7"/>
                </a:cxn>
                <a:cxn ang="0">
                  <a:pos x="T8" y="T9"/>
                </a:cxn>
              </a:cxnLst>
              <a:rect l="0" t="0" r="r" b="b"/>
              <a:pathLst>
                <a:path w="49" h="57">
                  <a:moveTo>
                    <a:pt x="18" y="0"/>
                  </a:moveTo>
                  <a:lnTo>
                    <a:pt x="0" y="24"/>
                  </a:lnTo>
                  <a:lnTo>
                    <a:pt x="30" y="57"/>
                  </a:lnTo>
                  <a:lnTo>
                    <a:pt x="49" y="35"/>
                  </a:lnTo>
                  <a:lnTo>
                    <a:pt x="1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7"/>
            <p:cNvSpPr>
              <a:spLocks/>
            </p:cNvSpPr>
            <p:nvPr/>
          </p:nvSpPr>
          <p:spPr bwMode="auto">
            <a:xfrm>
              <a:off x="2141538" y="3487738"/>
              <a:ext cx="138113" cy="153988"/>
            </a:xfrm>
            <a:custGeom>
              <a:avLst/>
              <a:gdLst>
                <a:gd name="T0" fmla="*/ 28 w 37"/>
                <a:gd name="T1" fmla="*/ 0 h 41"/>
                <a:gd name="T2" fmla="*/ 25 w 37"/>
                <a:gd name="T3" fmla="*/ 3 h 41"/>
                <a:gd name="T4" fmla="*/ 8 w 37"/>
                <a:gd name="T5" fmla="*/ 12 h 41"/>
                <a:gd name="T6" fmla="*/ 4 w 37"/>
                <a:gd name="T7" fmla="*/ 14 h 41"/>
                <a:gd name="T8" fmla="*/ 0 w 37"/>
                <a:gd name="T9" fmla="*/ 27 h 41"/>
                <a:gd name="T10" fmla="*/ 0 w 37"/>
                <a:gd name="T11" fmla="*/ 30 h 41"/>
                <a:gd name="T12" fmla="*/ 1 w 37"/>
                <a:gd name="T13" fmla="*/ 40 h 41"/>
                <a:gd name="T14" fmla="*/ 1 w 37"/>
                <a:gd name="T15" fmla="*/ 40 h 41"/>
                <a:gd name="T16" fmla="*/ 1 w 37"/>
                <a:gd name="T17" fmla="*/ 40 h 41"/>
                <a:gd name="T18" fmla="*/ 1 w 37"/>
                <a:gd name="T19" fmla="*/ 41 h 41"/>
                <a:gd name="T20" fmla="*/ 1 w 37"/>
                <a:gd name="T21" fmla="*/ 32 h 41"/>
                <a:gd name="T22" fmla="*/ 8 w 37"/>
                <a:gd name="T23" fmla="*/ 32 h 41"/>
                <a:gd name="T24" fmla="*/ 7 w 37"/>
                <a:gd name="T25" fmla="*/ 29 h 41"/>
                <a:gd name="T26" fmla="*/ 11 w 37"/>
                <a:gd name="T27" fmla="*/ 23 h 41"/>
                <a:gd name="T28" fmla="*/ 15 w 37"/>
                <a:gd name="T29" fmla="*/ 24 h 41"/>
                <a:gd name="T30" fmla="*/ 14 w 37"/>
                <a:gd name="T31" fmla="*/ 27 h 41"/>
                <a:gd name="T32" fmla="*/ 10 w 37"/>
                <a:gd name="T33" fmla="*/ 32 h 41"/>
                <a:gd name="T34" fmla="*/ 11 w 37"/>
                <a:gd name="T35" fmla="*/ 37 h 41"/>
                <a:gd name="T36" fmla="*/ 13 w 37"/>
                <a:gd name="T37" fmla="*/ 37 h 41"/>
                <a:gd name="T38" fmla="*/ 16 w 37"/>
                <a:gd name="T39" fmla="*/ 36 h 41"/>
                <a:gd name="T40" fmla="*/ 16 w 37"/>
                <a:gd name="T41" fmla="*/ 36 h 41"/>
                <a:gd name="T42" fmla="*/ 16 w 37"/>
                <a:gd name="T43" fmla="*/ 36 h 41"/>
                <a:gd name="T44" fmla="*/ 24 w 37"/>
                <a:gd name="T45" fmla="*/ 28 h 41"/>
                <a:gd name="T46" fmla="*/ 34 w 37"/>
                <a:gd name="T47" fmla="*/ 14 h 41"/>
                <a:gd name="T48" fmla="*/ 37 w 37"/>
                <a:gd name="T49" fmla="*/ 10 h 41"/>
                <a:gd name="T50" fmla="*/ 28 w 37"/>
                <a:gd name="T5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7" h="41">
                  <a:moveTo>
                    <a:pt x="28" y="0"/>
                  </a:moveTo>
                  <a:cubicBezTo>
                    <a:pt x="25" y="3"/>
                    <a:pt x="25" y="3"/>
                    <a:pt x="25" y="3"/>
                  </a:cubicBezTo>
                  <a:cubicBezTo>
                    <a:pt x="8" y="12"/>
                    <a:pt x="8" y="12"/>
                    <a:pt x="8" y="12"/>
                  </a:cubicBezTo>
                  <a:cubicBezTo>
                    <a:pt x="8" y="12"/>
                    <a:pt x="5" y="13"/>
                    <a:pt x="4" y="14"/>
                  </a:cubicBezTo>
                  <a:cubicBezTo>
                    <a:pt x="4" y="16"/>
                    <a:pt x="0" y="26"/>
                    <a:pt x="0" y="27"/>
                  </a:cubicBezTo>
                  <a:cubicBezTo>
                    <a:pt x="0" y="28"/>
                    <a:pt x="0" y="30"/>
                    <a:pt x="0" y="30"/>
                  </a:cubicBezTo>
                  <a:cubicBezTo>
                    <a:pt x="0" y="31"/>
                    <a:pt x="0" y="37"/>
                    <a:pt x="1" y="40"/>
                  </a:cubicBezTo>
                  <a:cubicBezTo>
                    <a:pt x="1" y="40"/>
                    <a:pt x="1" y="40"/>
                    <a:pt x="1" y="40"/>
                  </a:cubicBezTo>
                  <a:cubicBezTo>
                    <a:pt x="1" y="40"/>
                    <a:pt x="1" y="40"/>
                    <a:pt x="1" y="40"/>
                  </a:cubicBezTo>
                  <a:cubicBezTo>
                    <a:pt x="1" y="40"/>
                    <a:pt x="1" y="41"/>
                    <a:pt x="1" y="41"/>
                  </a:cubicBezTo>
                  <a:cubicBezTo>
                    <a:pt x="1" y="32"/>
                    <a:pt x="1" y="32"/>
                    <a:pt x="1" y="32"/>
                  </a:cubicBezTo>
                  <a:cubicBezTo>
                    <a:pt x="8" y="32"/>
                    <a:pt x="8" y="32"/>
                    <a:pt x="8" y="32"/>
                  </a:cubicBezTo>
                  <a:cubicBezTo>
                    <a:pt x="7" y="29"/>
                    <a:pt x="7" y="29"/>
                    <a:pt x="7" y="29"/>
                  </a:cubicBezTo>
                  <a:cubicBezTo>
                    <a:pt x="11" y="23"/>
                    <a:pt x="11" y="23"/>
                    <a:pt x="11" y="23"/>
                  </a:cubicBezTo>
                  <a:cubicBezTo>
                    <a:pt x="12" y="23"/>
                    <a:pt x="14" y="24"/>
                    <a:pt x="15" y="24"/>
                  </a:cubicBezTo>
                  <a:cubicBezTo>
                    <a:pt x="15" y="25"/>
                    <a:pt x="15" y="27"/>
                    <a:pt x="14" y="27"/>
                  </a:cubicBezTo>
                  <a:cubicBezTo>
                    <a:pt x="14" y="28"/>
                    <a:pt x="12" y="31"/>
                    <a:pt x="10" y="32"/>
                  </a:cubicBezTo>
                  <a:cubicBezTo>
                    <a:pt x="10" y="33"/>
                    <a:pt x="9" y="35"/>
                    <a:pt x="11" y="37"/>
                  </a:cubicBezTo>
                  <a:cubicBezTo>
                    <a:pt x="11" y="37"/>
                    <a:pt x="12" y="37"/>
                    <a:pt x="13" y="37"/>
                  </a:cubicBezTo>
                  <a:cubicBezTo>
                    <a:pt x="14" y="37"/>
                    <a:pt x="16" y="36"/>
                    <a:pt x="16" y="36"/>
                  </a:cubicBezTo>
                  <a:cubicBezTo>
                    <a:pt x="16" y="36"/>
                    <a:pt x="16" y="36"/>
                    <a:pt x="16" y="36"/>
                  </a:cubicBezTo>
                  <a:cubicBezTo>
                    <a:pt x="16" y="36"/>
                    <a:pt x="16" y="36"/>
                    <a:pt x="16" y="36"/>
                  </a:cubicBezTo>
                  <a:cubicBezTo>
                    <a:pt x="16" y="36"/>
                    <a:pt x="22" y="29"/>
                    <a:pt x="24" y="28"/>
                  </a:cubicBezTo>
                  <a:cubicBezTo>
                    <a:pt x="27" y="27"/>
                    <a:pt x="34" y="21"/>
                    <a:pt x="34" y="14"/>
                  </a:cubicBezTo>
                  <a:cubicBezTo>
                    <a:pt x="37" y="10"/>
                    <a:pt x="37" y="10"/>
                    <a:pt x="37" y="10"/>
                  </a:cubicBezTo>
                  <a:cubicBezTo>
                    <a:pt x="28" y="0"/>
                    <a:pt x="28" y="0"/>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8"/>
            <p:cNvSpPr>
              <a:spLocks/>
            </p:cNvSpPr>
            <p:nvPr/>
          </p:nvSpPr>
          <p:spPr bwMode="auto">
            <a:xfrm>
              <a:off x="2057400" y="3611563"/>
              <a:ext cx="219075" cy="165100"/>
            </a:xfrm>
            <a:custGeom>
              <a:avLst/>
              <a:gdLst>
                <a:gd name="T0" fmla="*/ 31 w 58"/>
                <a:gd name="T1" fmla="*/ 0 h 44"/>
                <a:gd name="T2" fmla="*/ 24 w 58"/>
                <a:gd name="T3" fmla="*/ 0 h 44"/>
                <a:gd name="T4" fmla="*/ 24 w 58"/>
                <a:gd name="T5" fmla="*/ 41 h 44"/>
                <a:gd name="T6" fmla="*/ 22 w 58"/>
                <a:gd name="T7" fmla="*/ 41 h 44"/>
                <a:gd name="T8" fmla="*/ 22 w 58"/>
                <a:gd name="T9" fmla="*/ 14 h 44"/>
                <a:gd name="T10" fmla="*/ 12 w 58"/>
                <a:gd name="T11" fmla="*/ 14 h 44"/>
                <a:gd name="T12" fmla="*/ 12 w 58"/>
                <a:gd name="T13" fmla="*/ 41 h 44"/>
                <a:gd name="T14" fmla="*/ 9 w 58"/>
                <a:gd name="T15" fmla="*/ 41 h 44"/>
                <a:gd name="T16" fmla="*/ 9 w 58"/>
                <a:gd name="T17" fmla="*/ 26 h 44"/>
                <a:gd name="T18" fmla="*/ 0 w 58"/>
                <a:gd name="T19" fmla="*/ 26 h 44"/>
                <a:gd name="T20" fmla="*/ 0 w 58"/>
                <a:gd name="T21" fmla="*/ 41 h 44"/>
                <a:gd name="T22" fmla="*/ 0 w 58"/>
                <a:gd name="T23" fmla="*/ 44 h 44"/>
                <a:gd name="T24" fmla="*/ 58 w 58"/>
                <a:gd name="T25" fmla="*/ 44 h 44"/>
                <a:gd name="T26" fmla="*/ 58 w 58"/>
                <a:gd name="T27" fmla="*/ 41 h 44"/>
                <a:gd name="T28" fmla="*/ 58 w 58"/>
                <a:gd name="T29" fmla="*/ 19 h 44"/>
                <a:gd name="T30" fmla="*/ 49 w 58"/>
                <a:gd name="T31" fmla="*/ 19 h 44"/>
                <a:gd name="T32" fmla="*/ 49 w 58"/>
                <a:gd name="T33" fmla="*/ 41 h 44"/>
                <a:gd name="T34" fmla="*/ 46 w 58"/>
                <a:gd name="T35" fmla="*/ 41 h 44"/>
                <a:gd name="T36" fmla="*/ 46 w 58"/>
                <a:gd name="T37" fmla="*/ 11 h 44"/>
                <a:gd name="T38" fmla="*/ 37 w 58"/>
                <a:gd name="T39" fmla="*/ 11 h 44"/>
                <a:gd name="T40" fmla="*/ 37 w 58"/>
                <a:gd name="T41" fmla="*/ 41 h 44"/>
                <a:gd name="T42" fmla="*/ 34 w 58"/>
                <a:gd name="T43" fmla="*/ 41 h 44"/>
                <a:gd name="T44" fmla="*/ 34 w 58"/>
                <a:gd name="T45" fmla="*/ 5 h 44"/>
                <a:gd name="T46" fmla="*/ 31 w 58"/>
                <a:gd name="T47" fmla="*/ 4 h 44"/>
                <a:gd name="T48" fmla="*/ 31 w 58"/>
                <a:gd name="T49"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8" h="44">
                  <a:moveTo>
                    <a:pt x="31" y="0"/>
                  </a:moveTo>
                  <a:cubicBezTo>
                    <a:pt x="24" y="0"/>
                    <a:pt x="24" y="0"/>
                    <a:pt x="24" y="0"/>
                  </a:cubicBezTo>
                  <a:cubicBezTo>
                    <a:pt x="24" y="41"/>
                    <a:pt x="24" y="41"/>
                    <a:pt x="24" y="41"/>
                  </a:cubicBezTo>
                  <a:cubicBezTo>
                    <a:pt x="22" y="41"/>
                    <a:pt x="22" y="41"/>
                    <a:pt x="22" y="41"/>
                  </a:cubicBezTo>
                  <a:cubicBezTo>
                    <a:pt x="22" y="14"/>
                    <a:pt x="22" y="14"/>
                    <a:pt x="22" y="14"/>
                  </a:cubicBezTo>
                  <a:cubicBezTo>
                    <a:pt x="12" y="14"/>
                    <a:pt x="12" y="14"/>
                    <a:pt x="12" y="14"/>
                  </a:cubicBezTo>
                  <a:cubicBezTo>
                    <a:pt x="12" y="41"/>
                    <a:pt x="12" y="41"/>
                    <a:pt x="12" y="41"/>
                  </a:cubicBezTo>
                  <a:cubicBezTo>
                    <a:pt x="9" y="41"/>
                    <a:pt x="9" y="41"/>
                    <a:pt x="9" y="41"/>
                  </a:cubicBezTo>
                  <a:cubicBezTo>
                    <a:pt x="9" y="26"/>
                    <a:pt x="9" y="26"/>
                    <a:pt x="9" y="26"/>
                  </a:cubicBezTo>
                  <a:cubicBezTo>
                    <a:pt x="0" y="26"/>
                    <a:pt x="0" y="26"/>
                    <a:pt x="0" y="26"/>
                  </a:cubicBezTo>
                  <a:cubicBezTo>
                    <a:pt x="0" y="41"/>
                    <a:pt x="0" y="41"/>
                    <a:pt x="0" y="41"/>
                  </a:cubicBezTo>
                  <a:cubicBezTo>
                    <a:pt x="0" y="44"/>
                    <a:pt x="0" y="44"/>
                    <a:pt x="0" y="44"/>
                  </a:cubicBezTo>
                  <a:cubicBezTo>
                    <a:pt x="58" y="44"/>
                    <a:pt x="58" y="44"/>
                    <a:pt x="58" y="44"/>
                  </a:cubicBezTo>
                  <a:cubicBezTo>
                    <a:pt x="58" y="41"/>
                    <a:pt x="58" y="41"/>
                    <a:pt x="58" y="41"/>
                  </a:cubicBezTo>
                  <a:cubicBezTo>
                    <a:pt x="58" y="19"/>
                    <a:pt x="58" y="19"/>
                    <a:pt x="58" y="19"/>
                  </a:cubicBezTo>
                  <a:cubicBezTo>
                    <a:pt x="49" y="19"/>
                    <a:pt x="49" y="19"/>
                    <a:pt x="49" y="19"/>
                  </a:cubicBezTo>
                  <a:cubicBezTo>
                    <a:pt x="49" y="41"/>
                    <a:pt x="49" y="41"/>
                    <a:pt x="49" y="41"/>
                  </a:cubicBezTo>
                  <a:cubicBezTo>
                    <a:pt x="46" y="41"/>
                    <a:pt x="46" y="41"/>
                    <a:pt x="46" y="41"/>
                  </a:cubicBezTo>
                  <a:cubicBezTo>
                    <a:pt x="46" y="11"/>
                    <a:pt x="46" y="11"/>
                    <a:pt x="46" y="11"/>
                  </a:cubicBezTo>
                  <a:cubicBezTo>
                    <a:pt x="37" y="11"/>
                    <a:pt x="37" y="11"/>
                    <a:pt x="37" y="11"/>
                  </a:cubicBezTo>
                  <a:cubicBezTo>
                    <a:pt x="37" y="41"/>
                    <a:pt x="37" y="41"/>
                    <a:pt x="37" y="41"/>
                  </a:cubicBezTo>
                  <a:cubicBezTo>
                    <a:pt x="34" y="41"/>
                    <a:pt x="34" y="41"/>
                    <a:pt x="34" y="41"/>
                  </a:cubicBezTo>
                  <a:cubicBezTo>
                    <a:pt x="34" y="5"/>
                    <a:pt x="34" y="5"/>
                    <a:pt x="34" y="5"/>
                  </a:cubicBezTo>
                  <a:cubicBezTo>
                    <a:pt x="33" y="5"/>
                    <a:pt x="32" y="5"/>
                    <a:pt x="31" y="4"/>
                  </a:cubicBezTo>
                  <a:cubicBezTo>
                    <a:pt x="30" y="3"/>
                    <a:pt x="31" y="1"/>
                    <a:pt x="3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15" name="组合 35"/>
          <p:cNvGrpSpPr/>
          <p:nvPr/>
        </p:nvGrpSpPr>
        <p:grpSpPr>
          <a:xfrm>
            <a:off x="4209847" y="2351566"/>
            <a:ext cx="476837" cy="514681"/>
            <a:chOff x="3432175" y="1060451"/>
            <a:chExt cx="300038" cy="323850"/>
          </a:xfrm>
          <a:solidFill>
            <a:srgbClr val="F19030"/>
          </a:solidFill>
        </p:grpSpPr>
        <p:sp>
          <p:nvSpPr>
            <p:cNvPr id="116" name="Freeform 9"/>
            <p:cNvSpPr>
              <a:spLocks/>
            </p:cNvSpPr>
            <p:nvPr/>
          </p:nvSpPr>
          <p:spPr bwMode="auto">
            <a:xfrm>
              <a:off x="3608388" y="1060451"/>
              <a:ext cx="123825" cy="142875"/>
            </a:xfrm>
            <a:custGeom>
              <a:avLst/>
              <a:gdLst>
                <a:gd name="T0" fmla="*/ 26 w 33"/>
                <a:gd name="T1" fmla="*/ 0 h 38"/>
                <a:gd name="T2" fmla="*/ 17 w 33"/>
                <a:gd name="T3" fmla="*/ 7 h 38"/>
                <a:gd name="T4" fmla="*/ 16 w 33"/>
                <a:gd name="T5" fmla="*/ 17 h 38"/>
                <a:gd name="T6" fmla="*/ 0 w 33"/>
                <a:gd name="T7" fmla="*/ 34 h 38"/>
                <a:gd name="T8" fmla="*/ 4 w 33"/>
                <a:gd name="T9" fmla="*/ 38 h 38"/>
                <a:gd name="T10" fmla="*/ 18 w 33"/>
                <a:gd name="T11" fmla="*/ 19 h 38"/>
                <a:gd name="T12" fmla="*/ 19 w 33"/>
                <a:gd name="T13" fmla="*/ 19 h 38"/>
                <a:gd name="T14" fmla="*/ 28 w 33"/>
                <a:gd name="T15" fmla="*/ 17 h 38"/>
                <a:gd name="T16" fmla="*/ 33 w 33"/>
                <a:gd name="T17" fmla="*/ 6 h 38"/>
                <a:gd name="T18" fmla="*/ 26 w 33"/>
                <a:gd name="T19" fmla="*/ 9 h 38"/>
                <a:gd name="T20" fmla="*/ 26 w 33"/>
                <a:gd name="T21" fmla="*/ 8 h 38"/>
                <a:gd name="T22" fmla="*/ 25 w 33"/>
                <a:gd name="T23" fmla="*/ 8 h 38"/>
                <a:gd name="T24" fmla="*/ 25 w 33"/>
                <a:gd name="T25" fmla="*/ 8 h 38"/>
                <a:gd name="T26" fmla="*/ 26 w 33"/>
                <a:gd name="T2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 h="38">
                  <a:moveTo>
                    <a:pt x="26" y="0"/>
                  </a:moveTo>
                  <a:cubicBezTo>
                    <a:pt x="26" y="0"/>
                    <a:pt x="19" y="1"/>
                    <a:pt x="17" y="7"/>
                  </a:cubicBezTo>
                  <a:cubicBezTo>
                    <a:pt x="15" y="12"/>
                    <a:pt x="15" y="16"/>
                    <a:pt x="16" y="17"/>
                  </a:cubicBezTo>
                  <a:cubicBezTo>
                    <a:pt x="0" y="34"/>
                    <a:pt x="0" y="34"/>
                    <a:pt x="0" y="34"/>
                  </a:cubicBezTo>
                  <a:cubicBezTo>
                    <a:pt x="4" y="38"/>
                    <a:pt x="4" y="38"/>
                    <a:pt x="4" y="38"/>
                  </a:cubicBezTo>
                  <a:cubicBezTo>
                    <a:pt x="18" y="19"/>
                    <a:pt x="18" y="19"/>
                    <a:pt x="18" y="19"/>
                  </a:cubicBezTo>
                  <a:cubicBezTo>
                    <a:pt x="19" y="19"/>
                    <a:pt x="19" y="19"/>
                    <a:pt x="19" y="19"/>
                  </a:cubicBezTo>
                  <a:cubicBezTo>
                    <a:pt x="21" y="19"/>
                    <a:pt x="24" y="19"/>
                    <a:pt x="28" y="17"/>
                  </a:cubicBezTo>
                  <a:cubicBezTo>
                    <a:pt x="33" y="13"/>
                    <a:pt x="33" y="6"/>
                    <a:pt x="33" y="6"/>
                  </a:cubicBezTo>
                  <a:cubicBezTo>
                    <a:pt x="26" y="9"/>
                    <a:pt x="26" y="9"/>
                    <a:pt x="26" y="9"/>
                  </a:cubicBezTo>
                  <a:cubicBezTo>
                    <a:pt x="26" y="8"/>
                    <a:pt x="26" y="8"/>
                    <a:pt x="26" y="8"/>
                  </a:cubicBezTo>
                  <a:cubicBezTo>
                    <a:pt x="25" y="8"/>
                    <a:pt x="25" y="8"/>
                    <a:pt x="25" y="8"/>
                  </a:cubicBezTo>
                  <a:cubicBezTo>
                    <a:pt x="25" y="8"/>
                    <a:pt x="25" y="8"/>
                    <a:pt x="25" y="8"/>
                  </a:cubicBezTo>
                  <a:cubicBezTo>
                    <a:pt x="26" y="0"/>
                    <a:pt x="26" y="0"/>
                    <a:pt x="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10"/>
            <p:cNvSpPr>
              <a:spLocks/>
            </p:cNvSpPr>
            <p:nvPr/>
          </p:nvSpPr>
          <p:spPr bwMode="auto">
            <a:xfrm>
              <a:off x="3432175" y="1157288"/>
              <a:ext cx="239713" cy="227013"/>
            </a:xfrm>
            <a:custGeom>
              <a:avLst/>
              <a:gdLst>
                <a:gd name="T0" fmla="*/ 28 w 64"/>
                <a:gd name="T1" fmla="*/ 0 h 60"/>
                <a:gd name="T2" fmla="*/ 2 w 64"/>
                <a:gd name="T3" fmla="*/ 30 h 60"/>
                <a:gd name="T4" fmla="*/ 36 w 64"/>
                <a:gd name="T5" fmla="*/ 60 h 60"/>
                <a:gd name="T6" fmla="*/ 62 w 64"/>
                <a:gd name="T7" fmla="*/ 30 h 60"/>
                <a:gd name="T8" fmla="*/ 53 w 64"/>
                <a:gd name="T9" fmla="*/ 11 h 60"/>
                <a:gd name="T10" fmla="*/ 46 w 64"/>
                <a:gd name="T11" fmla="*/ 20 h 60"/>
                <a:gd name="T12" fmla="*/ 50 w 64"/>
                <a:gd name="T13" fmla="*/ 29 h 60"/>
                <a:gd name="T14" fmla="*/ 35 w 64"/>
                <a:gd name="T15" fmla="*/ 45 h 60"/>
                <a:gd name="T16" fmla="*/ 16 w 64"/>
                <a:gd name="T17" fmla="*/ 29 h 60"/>
                <a:gd name="T18" fmla="*/ 31 w 64"/>
                <a:gd name="T19" fmla="*/ 12 h 60"/>
                <a:gd name="T20" fmla="*/ 39 w 64"/>
                <a:gd name="T21" fmla="*/ 14 h 60"/>
                <a:gd name="T22" fmla="*/ 47 w 64"/>
                <a:gd name="T23" fmla="*/ 6 h 60"/>
                <a:gd name="T24" fmla="*/ 28 w 64"/>
                <a:gd name="T25"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60">
                  <a:moveTo>
                    <a:pt x="28" y="0"/>
                  </a:moveTo>
                  <a:cubicBezTo>
                    <a:pt x="12" y="0"/>
                    <a:pt x="0" y="13"/>
                    <a:pt x="2" y="30"/>
                  </a:cubicBezTo>
                  <a:cubicBezTo>
                    <a:pt x="4" y="46"/>
                    <a:pt x="20" y="60"/>
                    <a:pt x="36" y="60"/>
                  </a:cubicBezTo>
                  <a:cubicBezTo>
                    <a:pt x="53" y="60"/>
                    <a:pt x="64" y="46"/>
                    <a:pt x="62" y="30"/>
                  </a:cubicBezTo>
                  <a:cubicBezTo>
                    <a:pt x="61" y="23"/>
                    <a:pt x="58" y="16"/>
                    <a:pt x="53" y="11"/>
                  </a:cubicBezTo>
                  <a:cubicBezTo>
                    <a:pt x="46" y="20"/>
                    <a:pt x="46" y="20"/>
                    <a:pt x="46" y="20"/>
                  </a:cubicBezTo>
                  <a:cubicBezTo>
                    <a:pt x="48" y="23"/>
                    <a:pt x="49" y="26"/>
                    <a:pt x="50" y="29"/>
                  </a:cubicBezTo>
                  <a:cubicBezTo>
                    <a:pt x="51" y="38"/>
                    <a:pt x="44" y="45"/>
                    <a:pt x="35" y="45"/>
                  </a:cubicBezTo>
                  <a:cubicBezTo>
                    <a:pt x="26" y="45"/>
                    <a:pt x="18" y="38"/>
                    <a:pt x="16" y="29"/>
                  </a:cubicBezTo>
                  <a:cubicBezTo>
                    <a:pt x="15" y="20"/>
                    <a:pt x="22" y="12"/>
                    <a:pt x="31" y="12"/>
                  </a:cubicBezTo>
                  <a:cubicBezTo>
                    <a:pt x="34" y="12"/>
                    <a:pt x="37" y="13"/>
                    <a:pt x="39" y="14"/>
                  </a:cubicBezTo>
                  <a:cubicBezTo>
                    <a:pt x="47" y="6"/>
                    <a:pt x="47" y="6"/>
                    <a:pt x="47" y="6"/>
                  </a:cubicBezTo>
                  <a:cubicBezTo>
                    <a:pt x="41" y="2"/>
                    <a:pt x="35" y="0"/>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11"/>
            <p:cNvSpPr>
              <a:spLocks/>
            </p:cNvSpPr>
            <p:nvPr/>
          </p:nvSpPr>
          <p:spPr bwMode="auto">
            <a:xfrm>
              <a:off x="3506788" y="1217613"/>
              <a:ext cx="101600" cy="95250"/>
            </a:xfrm>
            <a:custGeom>
              <a:avLst/>
              <a:gdLst>
                <a:gd name="T0" fmla="*/ 12 w 27"/>
                <a:gd name="T1" fmla="*/ 0 h 25"/>
                <a:gd name="T2" fmla="*/ 1 w 27"/>
                <a:gd name="T3" fmla="*/ 13 h 25"/>
                <a:gd name="T4" fmla="*/ 15 w 27"/>
                <a:gd name="T5" fmla="*/ 25 h 25"/>
                <a:gd name="T6" fmla="*/ 26 w 27"/>
                <a:gd name="T7" fmla="*/ 13 h 25"/>
                <a:gd name="T8" fmla="*/ 24 w 27"/>
                <a:gd name="T9" fmla="*/ 7 h 25"/>
                <a:gd name="T10" fmla="*/ 22 w 27"/>
                <a:gd name="T11" fmla="*/ 7 h 25"/>
                <a:gd name="T12" fmla="*/ 21 w 27"/>
                <a:gd name="T13" fmla="*/ 7 h 25"/>
                <a:gd name="T14" fmla="*/ 15 w 27"/>
                <a:gd name="T15" fmla="*/ 13 h 25"/>
                <a:gd name="T16" fmla="*/ 13 w 27"/>
                <a:gd name="T17" fmla="*/ 11 h 25"/>
                <a:gd name="T18" fmla="*/ 17 w 27"/>
                <a:gd name="T19" fmla="*/ 4 h 25"/>
                <a:gd name="T20" fmla="*/ 17 w 27"/>
                <a:gd name="T21" fmla="*/ 1 h 25"/>
                <a:gd name="T22" fmla="*/ 12 w 27"/>
                <a:gd name="T23"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 h="25">
                  <a:moveTo>
                    <a:pt x="12" y="0"/>
                  </a:moveTo>
                  <a:cubicBezTo>
                    <a:pt x="5" y="0"/>
                    <a:pt x="0" y="6"/>
                    <a:pt x="1" y="13"/>
                  </a:cubicBezTo>
                  <a:cubicBezTo>
                    <a:pt x="2" y="20"/>
                    <a:pt x="8" y="25"/>
                    <a:pt x="15" y="25"/>
                  </a:cubicBezTo>
                  <a:cubicBezTo>
                    <a:pt x="22" y="25"/>
                    <a:pt x="27" y="20"/>
                    <a:pt x="26" y="13"/>
                  </a:cubicBezTo>
                  <a:cubicBezTo>
                    <a:pt x="26" y="10"/>
                    <a:pt x="25" y="8"/>
                    <a:pt x="24" y="7"/>
                  </a:cubicBezTo>
                  <a:cubicBezTo>
                    <a:pt x="23" y="7"/>
                    <a:pt x="22" y="7"/>
                    <a:pt x="22" y="7"/>
                  </a:cubicBezTo>
                  <a:cubicBezTo>
                    <a:pt x="21" y="7"/>
                    <a:pt x="21" y="7"/>
                    <a:pt x="21" y="7"/>
                  </a:cubicBezTo>
                  <a:cubicBezTo>
                    <a:pt x="15" y="13"/>
                    <a:pt x="15" y="13"/>
                    <a:pt x="15" y="13"/>
                  </a:cubicBezTo>
                  <a:cubicBezTo>
                    <a:pt x="13" y="11"/>
                    <a:pt x="13" y="11"/>
                    <a:pt x="13" y="11"/>
                  </a:cubicBezTo>
                  <a:cubicBezTo>
                    <a:pt x="17" y="4"/>
                    <a:pt x="17" y="4"/>
                    <a:pt x="17" y="4"/>
                  </a:cubicBezTo>
                  <a:cubicBezTo>
                    <a:pt x="17" y="3"/>
                    <a:pt x="17" y="2"/>
                    <a:pt x="17" y="1"/>
                  </a:cubicBezTo>
                  <a:cubicBezTo>
                    <a:pt x="16" y="0"/>
                    <a:pt x="14"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12"/>
            <p:cNvSpPr>
              <a:spLocks/>
            </p:cNvSpPr>
            <p:nvPr/>
          </p:nvSpPr>
          <p:spPr bwMode="auto">
            <a:xfrm>
              <a:off x="3563938" y="1192213"/>
              <a:ext cx="55563" cy="66675"/>
            </a:xfrm>
            <a:custGeom>
              <a:avLst/>
              <a:gdLst>
                <a:gd name="T0" fmla="*/ 11 w 15"/>
                <a:gd name="T1" fmla="*/ 0 h 18"/>
                <a:gd name="T2" fmla="*/ 5 w 15"/>
                <a:gd name="T3" fmla="*/ 8 h 18"/>
                <a:gd name="T4" fmla="*/ 4 w 15"/>
                <a:gd name="T5" fmla="*/ 11 h 18"/>
                <a:gd name="T6" fmla="*/ 0 w 15"/>
                <a:gd name="T7" fmla="*/ 18 h 18"/>
                <a:gd name="T8" fmla="*/ 0 w 15"/>
                <a:gd name="T9" fmla="*/ 18 h 18"/>
                <a:gd name="T10" fmla="*/ 6 w 15"/>
                <a:gd name="T11" fmla="*/ 12 h 18"/>
                <a:gd name="T12" fmla="*/ 7 w 15"/>
                <a:gd name="T13" fmla="*/ 12 h 18"/>
                <a:gd name="T14" fmla="*/ 9 w 15"/>
                <a:gd name="T15" fmla="*/ 11 h 18"/>
                <a:gd name="T16" fmla="*/ 15 w 15"/>
                <a:gd name="T17" fmla="*/ 3 h 18"/>
                <a:gd name="T18" fmla="*/ 11 w 15"/>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18">
                  <a:moveTo>
                    <a:pt x="11" y="0"/>
                  </a:moveTo>
                  <a:cubicBezTo>
                    <a:pt x="5" y="8"/>
                    <a:pt x="5" y="8"/>
                    <a:pt x="5" y="8"/>
                  </a:cubicBezTo>
                  <a:cubicBezTo>
                    <a:pt x="4" y="9"/>
                    <a:pt x="4" y="10"/>
                    <a:pt x="4" y="11"/>
                  </a:cubicBezTo>
                  <a:cubicBezTo>
                    <a:pt x="0" y="18"/>
                    <a:pt x="0" y="18"/>
                    <a:pt x="0" y="18"/>
                  </a:cubicBezTo>
                  <a:cubicBezTo>
                    <a:pt x="0" y="18"/>
                    <a:pt x="0" y="18"/>
                    <a:pt x="0" y="18"/>
                  </a:cubicBezTo>
                  <a:cubicBezTo>
                    <a:pt x="6" y="12"/>
                    <a:pt x="6" y="12"/>
                    <a:pt x="6" y="12"/>
                  </a:cubicBezTo>
                  <a:cubicBezTo>
                    <a:pt x="6" y="12"/>
                    <a:pt x="6" y="12"/>
                    <a:pt x="7" y="12"/>
                  </a:cubicBezTo>
                  <a:cubicBezTo>
                    <a:pt x="7" y="12"/>
                    <a:pt x="8" y="12"/>
                    <a:pt x="9" y="11"/>
                  </a:cubicBezTo>
                  <a:cubicBezTo>
                    <a:pt x="15" y="3"/>
                    <a:pt x="15" y="3"/>
                    <a:pt x="15" y="3"/>
                  </a:cubicBezTo>
                  <a:cubicBezTo>
                    <a:pt x="11" y="0"/>
                    <a:pt x="11"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20" name="组合 40"/>
          <p:cNvGrpSpPr/>
          <p:nvPr/>
        </p:nvGrpSpPr>
        <p:grpSpPr>
          <a:xfrm>
            <a:off x="7474717" y="4490731"/>
            <a:ext cx="382438" cy="450478"/>
            <a:chOff x="681038" y="1063626"/>
            <a:chExt cx="258763" cy="304800"/>
          </a:xfrm>
          <a:solidFill>
            <a:srgbClr val="3A83CB"/>
          </a:solidFill>
        </p:grpSpPr>
        <p:sp>
          <p:nvSpPr>
            <p:cNvPr id="121" name="Freeform 13"/>
            <p:cNvSpPr>
              <a:spLocks/>
            </p:cNvSpPr>
            <p:nvPr/>
          </p:nvSpPr>
          <p:spPr bwMode="auto">
            <a:xfrm>
              <a:off x="774700" y="1116013"/>
              <a:ext cx="82550" cy="101600"/>
            </a:xfrm>
            <a:custGeom>
              <a:avLst/>
              <a:gdLst>
                <a:gd name="T0" fmla="*/ 11 w 22"/>
                <a:gd name="T1" fmla="*/ 0 h 27"/>
                <a:gd name="T2" fmla="*/ 0 w 22"/>
                <a:gd name="T3" fmla="*/ 11 h 27"/>
                <a:gd name="T4" fmla="*/ 3 w 22"/>
                <a:gd name="T5" fmla="*/ 18 h 27"/>
                <a:gd name="T6" fmla="*/ 6 w 22"/>
                <a:gd name="T7" fmla="*/ 26 h 27"/>
                <a:gd name="T8" fmla="*/ 6 w 22"/>
                <a:gd name="T9" fmla="*/ 27 h 27"/>
                <a:gd name="T10" fmla="*/ 10 w 22"/>
                <a:gd name="T11" fmla="*/ 27 h 27"/>
                <a:gd name="T12" fmla="*/ 10 w 22"/>
                <a:gd name="T13" fmla="*/ 26 h 27"/>
                <a:gd name="T14" fmla="*/ 9 w 22"/>
                <a:gd name="T15" fmla="*/ 17 h 27"/>
                <a:gd name="T16" fmla="*/ 11 w 22"/>
                <a:gd name="T17" fmla="*/ 16 h 27"/>
                <a:gd name="T18" fmla="*/ 11 w 22"/>
                <a:gd name="T19" fmla="*/ 16 h 27"/>
                <a:gd name="T20" fmla="*/ 14 w 22"/>
                <a:gd name="T21" fmla="*/ 17 h 27"/>
                <a:gd name="T22" fmla="*/ 12 w 22"/>
                <a:gd name="T23" fmla="*/ 26 h 27"/>
                <a:gd name="T24" fmla="*/ 12 w 22"/>
                <a:gd name="T25" fmla="*/ 27 h 27"/>
                <a:gd name="T26" fmla="*/ 16 w 22"/>
                <a:gd name="T27" fmla="*/ 27 h 27"/>
                <a:gd name="T28" fmla="*/ 16 w 22"/>
                <a:gd name="T29" fmla="*/ 26 h 27"/>
                <a:gd name="T30" fmla="*/ 20 w 22"/>
                <a:gd name="T31" fmla="*/ 18 h 27"/>
                <a:gd name="T32" fmla="*/ 22 w 22"/>
                <a:gd name="T33" fmla="*/ 11 h 27"/>
                <a:gd name="T34" fmla="*/ 11 w 22"/>
                <a:gd name="T3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27">
                  <a:moveTo>
                    <a:pt x="11" y="0"/>
                  </a:moveTo>
                  <a:cubicBezTo>
                    <a:pt x="5" y="0"/>
                    <a:pt x="0" y="5"/>
                    <a:pt x="0" y="11"/>
                  </a:cubicBezTo>
                  <a:cubicBezTo>
                    <a:pt x="0" y="14"/>
                    <a:pt x="1" y="16"/>
                    <a:pt x="3" y="18"/>
                  </a:cubicBezTo>
                  <a:cubicBezTo>
                    <a:pt x="4" y="21"/>
                    <a:pt x="6" y="23"/>
                    <a:pt x="6" y="26"/>
                  </a:cubicBezTo>
                  <a:cubicBezTo>
                    <a:pt x="6" y="27"/>
                    <a:pt x="6" y="27"/>
                    <a:pt x="6" y="27"/>
                  </a:cubicBezTo>
                  <a:cubicBezTo>
                    <a:pt x="10" y="27"/>
                    <a:pt x="10" y="27"/>
                    <a:pt x="10" y="27"/>
                  </a:cubicBezTo>
                  <a:cubicBezTo>
                    <a:pt x="10" y="26"/>
                    <a:pt x="10" y="26"/>
                    <a:pt x="10" y="26"/>
                  </a:cubicBezTo>
                  <a:cubicBezTo>
                    <a:pt x="10" y="24"/>
                    <a:pt x="10" y="20"/>
                    <a:pt x="9" y="17"/>
                  </a:cubicBezTo>
                  <a:cubicBezTo>
                    <a:pt x="9" y="17"/>
                    <a:pt x="10" y="16"/>
                    <a:pt x="11" y="16"/>
                  </a:cubicBezTo>
                  <a:cubicBezTo>
                    <a:pt x="11" y="16"/>
                    <a:pt x="11" y="16"/>
                    <a:pt x="11" y="16"/>
                  </a:cubicBezTo>
                  <a:cubicBezTo>
                    <a:pt x="12" y="16"/>
                    <a:pt x="13" y="17"/>
                    <a:pt x="14" y="17"/>
                  </a:cubicBezTo>
                  <a:cubicBezTo>
                    <a:pt x="13" y="19"/>
                    <a:pt x="12" y="22"/>
                    <a:pt x="12" y="26"/>
                  </a:cubicBezTo>
                  <a:cubicBezTo>
                    <a:pt x="12" y="27"/>
                    <a:pt x="12" y="27"/>
                    <a:pt x="12" y="27"/>
                  </a:cubicBezTo>
                  <a:cubicBezTo>
                    <a:pt x="16" y="27"/>
                    <a:pt x="16" y="27"/>
                    <a:pt x="16" y="27"/>
                  </a:cubicBezTo>
                  <a:cubicBezTo>
                    <a:pt x="16" y="26"/>
                    <a:pt x="16" y="26"/>
                    <a:pt x="16" y="26"/>
                  </a:cubicBezTo>
                  <a:cubicBezTo>
                    <a:pt x="17" y="23"/>
                    <a:pt x="18" y="21"/>
                    <a:pt x="20" y="18"/>
                  </a:cubicBezTo>
                  <a:cubicBezTo>
                    <a:pt x="21" y="16"/>
                    <a:pt x="22" y="14"/>
                    <a:pt x="22" y="11"/>
                  </a:cubicBezTo>
                  <a:cubicBezTo>
                    <a:pt x="22" y="5"/>
                    <a:pt x="17"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14"/>
            <p:cNvSpPr>
              <a:spLocks noEditPoints="1"/>
            </p:cNvSpPr>
            <p:nvPr/>
          </p:nvSpPr>
          <p:spPr bwMode="auto">
            <a:xfrm>
              <a:off x="681038" y="1063626"/>
              <a:ext cx="258763" cy="304800"/>
            </a:xfrm>
            <a:custGeom>
              <a:avLst/>
              <a:gdLst>
                <a:gd name="T0" fmla="*/ 31 w 69"/>
                <a:gd name="T1" fmla="*/ 52 h 81"/>
                <a:gd name="T2" fmla="*/ 29 w 69"/>
                <a:gd name="T3" fmla="*/ 49 h 81"/>
                <a:gd name="T4" fmla="*/ 29 w 69"/>
                <a:gd name="T5" fmla="*/ 42 h 81"/>
                <a:gd name="T6" fmla="*/ 26 w 69"/>
                <a:gd name="T7" fmla="*/ 34 h 81"/>
                <a:gd name="T8" fmla="*/ 22 w 69"/>
                <a:gd name="T9" fmla="*/ 25 h 81"/>
                <a:gd name="T10" fmla="*/ 36 w 69"/>
                <a:gd name="T11" fmla="*/ 11 h 81"/>
                <a:gd name="T12" fmla="*/ 50 w 69"/>
                <a:gd name="T13" fmla="*/ 25 h 81"/>
                <a:gd name="T14" fmla="*/ 47 w 69"/>
                <a:gd name="T15" fmla="*/ 34 h 81"/>
                <a:gd name="T16" fmla="*/ 44 w 69"/>
                <a:gd name="T17" fmla="*/ 42 h 81"/>
                <a:gd name="T18" fmla="*/ 44 w 69"/>
                <a:gd name="T19" fmla="*/ 49 h 81"/>
                <a:gd name="T20" fmla="*/ 41 w 69"/>
                <a:gd name="T21" fmla="*/ 52 h 81"/>
                <a:gd name="T22" fmla="*/ 38 w 69"/>
                <a:gd name="T23" fmla="*/ 52 h 81"/>
                <a:gd name="T24" fmla="*/ 38 w 69"/>
                <a:gd name="T25" fmla="*/ 52 h 81"/>
                <a:gd name="T26" fmla="*/ 36 w 69"/>
                <a:gd name="T27" fmla="*/ 53 h 81"/>
                <a:gd name="T28" fmla="*/ 34 w 69"/>
                <a:gd name="T29" fmla="*/ 52 h 81"/>
                <a:gd name="T30" fmla="*/ 34 w 69"/>
                <a:gd name="T31" fmla="*/ 52 h 81"/>
                <a:gd name="T32" fmla="*/ 31 w 69"/>
                <a:gd name="T33" fmla="*/ 52 h 81"/>
                <a:gd name="T34" fmla="*/ 37 w 69"/>
                <a:gd name="T35" fmla="*/ 0 h 81"/>
                <a:gd name="T36" fmla="*/ 26 w 69"/>
                <a:gd name="T37" fmla="*/ 1 h 81"/>
                <a:gd name="T38" fmla="*/ 6 w 69"/>
                <a:gd name="T39" fmla="*/ 25 h 81"/>
                <a:gd name="T40" fmla="*/ 7 w 69"/>
                <a:gd name="T41" fmla="*/ 32 h 81"/>
                <a:gd name="T42" fmla="*/ 8 w 69"/>
                <a:gd name="T43" fmla="*/ 35 h 81"/>
                <a:gd name="T44" fmla="*/ 7 w 69"/>
                <a:gd name="T45" fmla="*/ 37 h 81"/>
                <a:gd name="T46" fmla="*/ 1 w 69"/>
                <a:gd name="T47" fmla="*/ 46 h 81"/>
                <a:gd name="T48" fmla="*/ 0 w 69"/>
                <a:gd name="T49" fmla="*/ 49 h 81"/>
                <a:gd name="T50" fmla="*/ 5 w 69"/>
                <a:gd name="T51" fmla="*/ 51 h 81"/>
                <a:gd name="T52" fmla="*/ 6 w 69"/>
                <a:gd name="T53" fmla="*/ 53 h 81"/>
                <a:gd name="T54" fmla="*/ 6 w 69"/>
                <a:gd name="T55" fmla="*/ 56 h 81"/>
                <a:gd name="T56" fmla="*/ 7 w 69"/>
                <a:gd name="T57" fmla="*/ 57 h 81"/>
                <a:gd name="T58" fmla="*/ 6 w 69"/>
                <a:gd name="T59" fmla="*/ 58 h 81"/>
                <a:gd name="T60" fmla="*/ 8 w 69"/>
                <a:gd name="T61" fmla="*/ 61 h 81"/>
                <a:gd name="T62" fmla="*/ 8 w 69"/>
                <a:gd name="T63" fmla="*/ 66 h 81"/>
                <a:gd name="T64" fmla="*/ 9 w 69"/>
                <a:gd name="T65" fmla="*/ 72 h 81"/>
                <a:gd name="T66" fmla="*/ 13 w 69"/>
                <a:gd name="T67" fmla="*/ 73 h 81"/>
                <a:gd name="T68" fmla="*/ 24 w 69"/>
                <a:gd name="T69" fmla="*/ 71 h 81"/>
                <a:gd name="T70" fmla="*/ 27 w 69"/>
                <a:gd name="T71" fmla="*/ 81 h 81"/>
                <a:gd name="T72" fmla="*/ 60 w 69"/>
                <a:gd name="T73" fmla="*/ 71 h 81"/>
                <a:gd name="T74" fmla="*/ 57 w 69"/>
                <a:gd name="T75" fmla="*/ 61 h 81"/>
                <a:gd name="T76" fmla="*/ 66 w 69"/>
                <a:gd name="T77" fmla="*/ 40 h 81"/>
                <a:gd name="T78" fmla="*/ 58 w 69"/>
                <a:gd name="T79" fmla="*/ 8 h 81"/>
                <a:gd name="T80" fmla="*/ 37 w 69"/>
                <a:gd name="T81"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9" h="81">
                  <a:moveTo>
                    <a:pt x="31" y="52"/>
                  </a:moveTo>
                  <a:cubicBezTo>
                    <a:pt x="30" y="52"/>
                    <a:pt x="29" y="51"/>
                    <a:pt x="29" y="49"/>
                  </a:cubicBezTo>
                  <a:cubicBezTo>
                    <a:pt x="29" y="42"/>
                    <a:pt x="29" y="42"/>
                    <a:pt x="29" y="42"/>
                  </a:cubicBezTo>
                  <a:cubicBezTo>
                    <a:pt x="29" y="39"/>
                    <a:pt x="28" y="37"/>
                    <a:pt x="26" y="34"/>
                  </a:cubicBezTo>
                  <a:cubicBezTo>
                    <a:pt x="24" y="31"/>
                    <a:pt x="22" y="28"/>
                    <a:pt x="22" y="25"/>
                  </a:cubicBezTo>
                  <a:cubicBezTo>
                    <a:pt x="22" y="18"/>
                    <a:pt x="29" y="11"/>
                    <a:pt x="36" y="11"/>
                  </a:cubicBezTo>
                  <a:cubicBezTo>
                    <a:pt x="44" y="11"/>
                    <a:pt x="50" y="18"/>
                    <a:pt x="50" y="25"/>
                  </a:cubicBezTo>
                  <a:cubicBezTo>
                    <a:pt x="50" y="28"/>
                    <a:pt x="49" y="31"/>
                    <a:pt x="47" y="34"/>
                  </a:cubicBezTo>
                  <a:cubicBezTo>
                    <a:pt x="45" y="37"/>
                    <a:pt x="44" y="39"/>
                    <a:pt x="44" y="42"/>
                  </a:cubicBezTo>
                  <a:cubicBezTo>
                    <a:pt x="44" y="49"/>
                    <a:pt x="44" y="49"/>
                    <a:pt x="44" y="49"/>
                  </a:cubicBezTo>
                  <a:cubicBezTo>
                    <a:pt x="43" y="51"/>
                    <a:pt x="42" y="52"/>
                    <a:pt x="41" y="52"/>
                  </a:cubicBezTo>
                  <a:cubicBezTo>
                    <a:pt x="38" y="52"/>
                    <a:pt x="38" y="52"/>
                    <a:pt x="38" y="52"/>
                  </a:cubicBezTo>
                  <a:cubicBezTo>
                    <a:pt x="38" y="52"/>
                    <a:pt x="38" y="52"/>
                    <a:pt x="38" y="52"/>
                  </a:cubicBezTo>
                  <a:cubicBezTo>
                    <a:pt x="38" y="53"/>
                    <a:pt x="37" y="53"/>
                    <a:pt x="36" y="53"/>
                  </a:cubicBezTo>
                  <a:cubicBezTo>
                    <a:pt x="35" y="53"/>
                    <a:pt x="35" y="53"/>
                    <a:pt x="34" y="52"/>
                  </a:cubicBezTo>
                  <a:cubicBezTo>
                    <a:pt x="34" y="52"/>
                    <a:pt x="34" y="52"/>
                    <a:pt x="34" y="52"/>
                  </a:cubicBezTo>
                  <a:cubicBezTo>
                    <a:pt x="31" y="52"/>
                    <a:pt x="31" y="52"/>
                    <a:pt x="31" y="52"/>
                  </a:cubicBezTo>
                  <a:moveTo>
                    <a:pt x="37" y="0"/>
                  </a:moveTo>
                  <a:cubicBezTo>
                    <a:pt x="34" y="0"/>
                    <a:pt x="30" y="0"/>
                    <a:pt x="26" y="1"/>
                  </a:cubicBezTo>
                  <a:cubicBezTo>
                    <a:pt x="17" y="4"/>
                    <a:pt x="8" y="11"/>
                    <a:pt x="6" y="25"/>
                  </a:cubicBezTo>
                  <a:cubicBezTo>
                    <a:pt x="6" y="29"/>
                    <a:pt x="6" y="31"/>
                    <a:pt x="7" y="32"/>
                  </a:cubicBezTo>
                  <a:cubicBezTo>
                    <a:pt x="7" y="33"/>
                    <a:pt x="8" y="34"/>
                    <a:pt x="8" y="35"/>
                  </a:cubicBezTo>
                  <a:cubicBezTo>
                    <a:pt x="8" y="36"/>
                    <a:pt x="8" y="36"/>
                    <a:pt x="7" y="37"/>
                  </a:cubicBezTo>
                  <a:cubicBezTo>
                    <a:pt x="1" y="46"/>
                    <a:pt x="1" y="46"/>
                    <a:pt x="1" y="46"/>
                  </a:cubicBezTo>
                  <a:cubicBezTo>
                    <a:pt x="0" y="47"/>
                    <a:pt x="0" y="48"/>
                    <a:pt x="0" y="49"/>
                  </a:cubicBezTo>
                  <a:cubicBezTo>
                    <a:pt x="2" y="50"/>
                    <a:pt x="5" y="50"/>
                    <a:pt x="5" y="51"/>
                  </a:cubicBezTo>
                  <a:cubicBezTo>
                    <a:pt x="6" y="51"/>
                    <a:pt x="7" y="52"/>
                    <a:pt x="6" y="53"/>
                  </a:cubicBezTo>
                  <a:cubicBezTo>
                    <a:pt x="6" y="54"/>
                    <a:pt x="5" y="56"/>
                    <a:pt x="6" y="56"/>
                  </a:cubicBezTo>
                  <a:cubicBezTo>
                    <a:pt x="7" y="57"/>
                    <a:pt x="7" y="57"/>
                    <a:pt x="7" y="57"/>
                  </a:cubicBezTo>
                  <a:cubicBezTo>
                    <a:pt x="7" y="57"/>
                    <a:pt x="7" y="57"/>
                    <a:pt x="6" y="58"/>
                  </a:cubicBezTo>
                  <a:cubicBezTo>
                    <a:pt x="6" y="59"/>
                    <a:pt x="6" y="60"/>
                    <a:pt x="8" y="61"/>
                  </a:cubicBezTo>
                  <a:cubicBezTo>
                    <a:pt x="8" y="61"/>
                    <a:pt x="9" y="63"/>
                    <a:pt x="8" y="66"/>
                  </a:cubicBezTo>
                  <a:cubicBezTo>
                    <a:pt x="8" y="68"/>
                    <a:pt x="7" y="71"/>
                    <a:pt x="9" y="72"/>
                  </a:cubicBezTo>
                  <a:cubicBezTo>
                    <a:pt x="10" y="73"/>
                    <a:pt x="11" y="73"/>
                    <a:pt x="13" y="73"/>
                  </a:cubicBezTo>
                  <a:cubicBezTo>
                    <a:pt x="16" y="73"/>
                    <a:pt x="21" y="72"/>
                    <a:pt x="24" y="71"/>
                  </a:cubicBezTo>
                  <a:cubicBezTo>
                    <a:pt x="24" y="71"/>
                    <a:pt x="25" y="74"/>
                    <a:pt x="27" y="81"/>
                  </a:cubicBezTo>
                  <a:cubicBezTo>
                    <a:pt x="60" y="71"/>
                    <a:pt x="60" y="71"/>
                    <a:pt x="60" y="71"/>
                  </a:cubicBezTo>
                  <a:cubicBezTo>
                    <a:pt x="58" y="66"/>
                    <a:pt x="58" y="63"/>
                    <a:pt x="57" y="61"/>
                  </a:cubicBezTo>
                  <a:cubicBezTo>
                    <a:pt x="57" y="57"/>
                    <a:pt x="64" y="49"/>
                    <a:pt x="66" y="40"/>
                  </a:cubicBezTo>
                  <a:cubicBezTo>
                    <a:pt x="69" y="30"/>
                    <a:pt x="69" y="17"/>
                    <a:pt x="58" y="8"/>
                  </a:cubicBezTo>
                  <a:cubicBezTo>
                    <a:pt x="52" y="3"/>
                    <a:pt x="45" y="0"/>
                    <a:pt x="3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23" name="组合 43"/>
          <p:cNvGrpSpPr/>
          <p:nvPr/>
        </p:nvGrpSpPr>
        <p:grpSpPr>
          <a:xfrm>
            <a:off x="7544328" y="2441314"/>
            <a:ext cx="222550" cy="430806"/>
            <a:chOff x="2087563" y="242888"/>
            <a:chExt cx="173038" cy="334963"/>
          </a:xfrm>
          <a:solidFill>
            <a:srgbClr val="2BAA8C"/>
          </a:solidFill>
        </p:grpSpPr>
        <p:sp>
          <p:nvSpPr>
            <p:cNvPr id="124" name="Freeform 15"/>
            <p:cNvSpPr>
              <a:spLocks noEditPoints="1"/>
            </p:cNvSpPr>
            <p:nvPr/>
          </p:nvSpPr>
          <p:spPr bwMode="auto">
            <a:xfrm>
              <a:off x="2087563" y="242888"/>
              <a:ext cx="173038" cy="334963"/>
            </a:xfrm>
            <a:custGeom>
              <a:avLst/>
              <a:gdLst>
                <a:gd name="T0" fmla="*/ 21 w 46"/>
                <a:gd name="T1" fmla="*/ 83 h 89"/>
                <a:gd name="T2" fmla="*/ 21 w 46"/>
                <a:gd name="T3" fmla="*/ 78 h 89"/>
                <a:gd name="T4" fmla="*/ 26 w 46"/>
                <a:gd name="T5" fmla="*/ 78 h 89"/>
                <a:gd name="T6" fmla="*/ 26 w 46"/>
                <a:gd name="T7" fmla="*/ 83 h 89"/>
                <a:gd name="T8" fmla="*/ 21 w 46"/>
                <a:gd name="T9" fmla="*/ 83 h 89"/>
                <a:gd name="T10" fmla="*/ 3 w 46"/>
                <a:gd name="T11" fmla="*/ 76 h 89"/>
                <a:gd name="T12" fmla="*/ 3 w 46"/>
                <a:gd name="T13" fmla="*/ 3 h 89"/>
                <a:gd name="T14" fmla="*/ 44 w 46"/>
                <a:gd name="T15" fmla="*/ 3 h 89"/>
                <a:gd name="T16" fmla="*/ 44 w 46"/>
                <a:gd name="T17" fmla="*/ 12 h 89"/>
                <a:gd name="T18" fmla="*/ 44 w 46"/>
                <a:gd name="T19" fmla="*/ 76 h 89"/>
                <a:gd name="T20" fmla="*/ 30 w 46"/>
                <a:gd name="T21" fmla="*/ 76 h 89"/>
                <a:gd name="T22" fmla="*/ 30 w 46"/>
                <a:gd name="T23" fmla="*/ 74 h 89"/>
                <a:gd name="T24" fmla="*/ 28 w 46"/>
                <a:gd name="T25" fmla="*/ 72 h 89"/>
                <a:gd name="T26" fmla="*/ 18 w 46"/>
                <a:gd name="T27" fmla="*/ 72 h 89"/>
                <a:gd name="T28" fmla="*/ 17 w 46"/>
                <a:gd name="T29" fmla="*/ 74 h 89"/>
                <a:gd name="T30" fmla="*/ 17 w 46"/>
                <a:gd name="T31" fmla="*/ 76 h 89"/>
                <a:gd name="T32" fmla="*/ 3 w 46"/>
                <a:gd name="T33" fmla="*/ 76 h 89"/>
                <a:gd name="T34" fmla="*/ 45 w 46"/>
                <a:gd name="T35" fmla="*/ 0 h 89"/>
                <a:gd name="T36" fmla="*/ 2 w 46"/>
                <a:gd name="T37" fmla="*/ 0 h 89"/>
                <a:gd name="T38" fmla="*/ 0 w 46"/>
                <a:gd name="T39" fmla="*/ 2 h 89"/>
                <a:gd name="T40" fmla="*/ 0 w 46"/>
                <a:gd name="T41" fmla="*/ 87 h 89"/>
                <a:gd name="T42" fmla="*/ 2 w 46"/>
                <a:gd name="T43" fmla="*/ 89 h 89"/>
                <a:gd name="T44" fmla="*/ 45 w 46"/>
                <a:gd name="T45" fmla="*/ 89 h 89"/>
                <a:gd name="T46" fmla="*/ 46 w 46"/>
                <a:gd name="T47" fmla="*/ 87 h 89"/>
                <a:gd name="T48" fmla="*/ 46 w 46"/>
                <a:gd name="T49" fmla="*/ 2 h 89"/>
                <a:gd name="T50" fmla="*/ 45 w 46"/>
                <a:gd name="T51"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6" h="89">
                  <a:moveTo>
                    <a:pt x="21" y="83"/>
                  </a:moveTo>
                  <a:cubicBezTo>
                    <a:pt x="21" y="78"/>
                    <a:pt x="21" y="78"/>
                    <a:pt x="21" y="78"/>
                  </a:cubicBezTo>
                  <a:cubicBezTo>
                    <a:pt x="26" y="78"/>
                    <a:pt x="26" y="78"/>
                    <a:pt x="26" y="78"/>
                  </a:cubicBezTo>
                  <a:cubicBezTo>
                    <a:pt x="26" y="83"/>
                    <a:pt x="26" y="83"/>
                    <a:pt x="26" y="83"/>
                  </a:cubicBezTo>
                  <a:cubicBezTo>
                    <a:pt x="21" y="83"/>
                    <a:pt x="21" y="83"/>
                    <a:pt x="21" y="83"/>
                  </a:cubicBezTo>
                  <a:moveTo>
                    <a:pt x="3" y="76"/>
                  </a:moveTo>
                  <a:cubicBezTo>
                    <a:pt x="3" y="3"/>
                    <a:pt x="3" y="3"/>
                    <a:pt x="3" y="3"/>
                  </a:cubicBezTo>
                  <a:cubicBezTo>
                    <a:pt x="44" y="3"/>
                    <a:pt x="44" y="3"/>
                    <a:pt x="44" y="3"/>
                  </a:cubicBezTo>
                  <a:cubicBezTo>
                    <a:pt x="44" y="12"/>
                    <a:pt x="44" y="12"/>
                    <a:pt x="44" y="12"/>
                  </a:cubicBezTo>
                  <a:cubicBezTo>
                    <a:pt x="44" y="76"/>
                    <a:pt x="44" y="76"/>
                    <a:pt x="44" y="76"/>
                  </a:cubicBezTo>
                  <a:cubicBezTo>
                    <a:pt x="30" y="76"/>
                    <a:pt x="30" y="76"/>
                    <a:pt x="30" y="76"/>
                  </a:cubicBezTo>
                  <a:cubicBezTo>
                    <a:pt x="30" y="74"/>
                    <a:pt x="30" y="74"/>
                    <a:pt x="30" y="74"/>
                  </a:cubicBezTo>
                  <a:cubicBezTo>
                    <a:pt x="30" y="73"/>
                    <a:pt x="29" y="72"/>
                    <a:pt x="28" y="72"/>
                  </a:cubicBezTo>
                  <a:cubicBezTo>
                    <a:pt x="18" y="72"/>
                    <a:pt x="18" y="72"/>
                    <a:pt x="18" y="72"/>
                  </a:cubicBezTo>
                  <a:cubicBezTo>
                    <a:pt x="17" y="72"/>
                    <a:pt x="17" y="73"/>
                    <a:pt x="17" y="74"/>
                  </a:cubicBezTo>
                  <a:cubicBezTo>
                    <a:pt x="17" y="76"/>
                    <a:pt x="17" y="76"/>
                    <a:pt x="17" y="76"/>
                  </a:cubicBezTo>
                  <a:cubicBezTo>
                    <a:pt x="3" y="76"/>
                    <a:pt x="3" y="76"/>
                    <a:pt x="3" y="76"/>
                  </a:cubicBezTo>
                  <a:moveTo>
                    <a:pt x="45" y="0"/>
                  </a:moveTo>
                  <a:cubicBezTo>
                    <a:pt x="2" y="0"/>
                    <a:pt x="2" y="0"/>
                    <a:pt x="2" y="0"/>
                  </a:cubicBezTo>
                  <a:cubicBezTo>
                    <a:pt x="1" y="0"/>
                    <a:pt x="0" y="1"/>
                    <a:pt x="0" y="2"/>
                  </a:cubicBezTo>
                  <a:cubicBezTo>
                    <a:pt x="0" y="87"/>
                    <a:pt x="0" y="87"/>
                    <a:pt x="0" y="87"/>
                  </a:cubicBezTo>
                  <a:cubicBezTo>
                    <a:pt x="0" y="88"/>
                    <a:pt x="1" y="89"/>
                    <a:pt x="2" y="89"/>
                  </a:cubicBezTo>
                  <a:cubicBezTo>
                    <a:pt x="45" y="89"/>
                    <a:pt x="45" y="89"/>
                    <a:pt x="45" y="89"/>
                  </a:cubicBezTo>
                  <a:cubicBezTo>
                    <a:pt x="46" y="89"/>
                    <a:pt x="46" y="88"/>
                    <a:pt x="46" y="87"/>
                  </a:cubicBezTo>
                  <a:cubicBezTo>
                    <a:pt x="46" y="2"/>
                    <a:pt x="46" y="2"/>
                    <a:pt x="46" y="2"/>
                  </a:cubicBezTo>
                  <a:cubicBezTo>
                    <a:pt x="46" y="1"/>
                    <a:pt x="46" y="0"/>
                    <a:pt x="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16"/>
            <p:cNvSpPr>
              <a:spLocks noEditPoints="1"/>
            </p:cNvSpPr>
            <p:nvPr/>
          </p:nvSpPr>
          <p:spPr bwMode="auto">
            <a:xfrm>
              <a:off x="2098675" y="288926"/>
              <a:ext cx="155575" cy="241300"/>
            </a:xfrm>
            <a:custGeom>
              <a:avLst/>
              <a:gdLst>
                <a:gd name="T0" fmla="*/ 26 w 41"/>
                <a:gd name="T1" fmla="*/ 61 h 64"/>
                <a:gd name="T2" fmla="*/ 27 w 41"/>
                <a:gd name="T3" fmla="*/ 62 h 64"/>
                <a:gd name="T4" fmla="*/ 27 w 41"/>
                <a:gd name="T5" fmla="*/ 64 h 64"/>
                <a:gd name="T6" fmla="*/ 27 w 41"/>
                <a:gd name="T7" fmla="*/ 62 h 64"/>
                <a:gd name="T8" fmla="*/ 26 w 41"/>
                <a:gd name="T9" fmla="*/ 61 h 64"/>
                <a:gd name="T10" fmla="*/ 41 w 41"/>
                <a:gd name="T11" fmla="*/ 0 h 64"/>
                <a:gd name="T12" fmla="*/ 0 w 41"/>
                <a:gd name="T13" fmla="*/ 24 h 64"/>
                <a:gd name="T14" fmla="*/ 0 w 41"/>
                <a:gd name="T15" fmla="*/ 64 h 64"/>
                <a:gd name="T16" fmla="*/ 0 w 41"/>
                <a:gd name="T17" fmla="*/ 64 h 64"/>
                <a:gd name="T18" fmla="*/ 0 w 41"/>
                <a:gd name="T19" fmla="*/ 24 h 64"/>
                <a:gd name="T20" fmla="*/ 41 w 41"/>
                <a:gd name="T21"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 h="64">
                  <a:moveTo>
                    <a:pt x="26" y="61"/>
                  </a:moveTo>
                  <a:cubicBezTo>
                    <a:pt x="27" y="61"/>
                    <a:pt x="27" y="61"/>
                    <a:pt x="27" y="62"/>
                  </a:cubicBezTo>
                  <a:cubicBezTo>
                    <a:pt x="27" y="64"/>
                    <a:pt x="27" y="64"/>
                    <a:pt x="27" y="64"/>
                  </a:cubicBezTo>
                  <a:cubicBezTo>
                    <a:pt x="27" y="62"/>
                    <a:pt x="27" y="62"/>
                    <a:pt x="27" y="62"/>
                  </a:cubicBezTo>
                  <a:cubicBezTo>
                    <a:pt x="27" y="61"/>
                    <a:pt x="27" y="61"/>
                    <a:pt x="26" y="61"/>
                  </a:cubicBezTo>
                  <a:moveTo>
                    <a:pt x="41" y="0"/>
                  </a:moveTo>
                  <a:cubicBezTo>
                    <a:pt x="0" y="24"/>
                    <a:pt x="0" y="24"/>
                    <a:pt x="0" y="24"/>
                  </a:cubicBezTo>
                  <a:cubicBezTo>
                    <a:pt x="0" y="64"/>
                    <a:pt x="0" y="64"/>
                    <a:pt x="0" y="64"/>
                  </a:cubicBezTo>
                  <a:cubicBezTo>
                    <a:pt x="0" y="64"/>
                    <a:pt x="0" y="64"/>
                    <a:pt x="0" y="64"/>
                  </a:cubicBezTo>
                  <a:cubicBezTo>
                    <a:pt x="0" y="24"/>
                    <a:pt x="0" y="24"/>
                    <a:pt x="0" y="24"/>
                  </a:cubicBezTo>
                  <a:cubicBezTo>
                    <a:pt x="41" y="0"/>
                    <a:pt x="41" y="0"/>
                    <a:pt x="4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26" name="组合 46"/>
          <p:cNvGrpSpPr/>
          <p:nvPr/>
        </p:nvGrpSpPr>
        <p:grpSpPr>
          <a:xfrm>
            <a:off x="5820394" y="1531952"/>
            <a:ext cx="556003" cy="455136"/>
            <a:chOff x="3378200" y="2670176"/>
            <a:chExt cx="358775" cy="293688"/>
          </a:xfrm>
          <a:solidFill>
            <a:srgbClr val="9ED62E"/>
          </a:solidFill>
        </p:grpSpPr>
        <p:sp>
          <p:nvSpPr>
            <p:cNvPr id="127" name="Freeform 18"/>
            <p:cNvSpPr>
              <a:spLocks/>
            </p:cNvSpPr>
            <p:nvPr/>
          </p:nvSpPr>
          <p:spPr bwMode="auto">
            <a:xfrm>
              <a:off x="3578225" y="2705101"/>
              <a:ext cx="158750" cy="258763"/>
            </a:xfrm>
            <a:custGeom>
              <a:avLst/>
              <a:gdLst>
                <a:gd name="T0" fmla="*/ 22 w 42"/>
                <a:gd name="T1" fmla="*/ 0 h 69"/>
                <a:gd name="T2" fmla="*/ 18 w 42"/>
                <a:gd name="T3" fmla="*/ 0 h 69"/>
                <a:gd name="T4" fmla="*/ 18 w 42"/>
                <a:gd name="T5" fmla="*/ 1 h 69"/>
                <a:gd name="T6" fmla="*/ 18 w 42"/>
                <a:gd name="T7" fmla="*/ 1 h 69"/>
                <a:gd name="T8" fmla="*/ 18 w 42"/>
                <a:gd name="T9" fmla="*/ 1 h 69"/>
                <a:gd name="T10" fmla="*/ 18 w 42"/>
                <a:gd name="T11" fmla="*/ 1 h 69"/>
                <a:gd name="T12" fmla="*/ 22 w 42"/>
                <a:gd name="T13" fmla="*/ 1 h 69"/>
                <a:gd name="T14" fmla="*/ 24 w 42"/>
                <a:gd name="T15" fmla="*/ 4 h 69"/>
                <a:gd name="T16" fmla="*/ 24 w 42"/>
                <a:gd name="T17" fmla="*/ 15 h 69"/>
                <a:gd name="T18" fmla="*/ 24 w 42"/>
                <a:gd name="T19" fmla="*/ 15 h 69"/>
                <a:gd name="T20" fmla="*/ 6 w 42"/>
                <a:gd name="T21" fmla="*/ 33 h 69"/>
                <a:gd name="T22" fmla="*/ 6 w 42"/>
                <a:gd name="T23" fmla="*/ 38 h 69"/>
                <a:gd name="T24" fmla="*/ 0 w 42"/>
                <a:gd name="T25" fmla="*/ 48 h 69"/>
                <a:gd name="T26" fmla="*/ 6 w 42"/>
                <a:gd name="T27" fmla="*/ 48 h 69"/>
                <a:gd name="T28" fmla="*/ 6 w 42"/>
                <a:gd name="T29" fmla="*/ 60 h 69"/>
                <a:gd name="T30" fmla="*/ 10 w 42"/>
                <a:gd name="T31" fmla="*/ 60 h 69"/>
                <a:gd name="T32" fmla="*/ 17 w 42"/>
                <a:gd name="T33" fmla="*/ 60 h 69"/>
                <a:gd name="T34" fmla="*/ 19 w 42"/>
                <a:gd name="T35" fmla="*/ 69 h 69"/>
                <a:gd name="T36" fmla="*/ 42 w 42"/>
                <a:gd name="T37" fmla="*/ 69 h 69"/>
                <a:gd name="T38" fmla="*/ 37 w 42"/>
                <a:gd name="T39" fmla="*/ 49 h 69"/>
                <a:gd name="T40" fmla="*/ 42 w 42"/>
                <a:gd name="T41" fmla="*/ 33 h 69"/>
                <a:gd name="T42" fmla="*/ 26 w 42"/>
                <a:gd name="T43" fmla="*/ 15 h 69"/>
                <a:gd name="T44" fmla="*/ 26 w 42"/>
                <a:gd name="T45" fmla="*/ 15 h 69"/>
                <a:gd name="T46" fmla="*/ 26 w 42"/>
                <a:gd name="T47" fmla="*/ 4 h 69"/>
                <a:gd name="T48" fmla="*/ 22 w 42"/>
                <a:gd name="T49"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 h="69">
                  <a:moveTo>
                    <a:pt x="22" y="0"/>
                  </a:moveTo>
                  <a:cubicBezTo>
                    <a:pt x="18" y="0"/>
                    <a:pt x="18" y="0"/>
                    <a:pt x="18" y="0"/>
                  </a:cubicBezTo>
                  <a:cubicBezTo>
                    <a:pt x="18" y="1"/>
                    <a:pt x="18" y="1"/>
                    <a:pt x="18" y="1"/>
                  </a:cubicBezTo>
                  <a:cubicBezTo>
                    <a:pt x="18" y="1"/>
                    <a:pt x="18" y="1"/>
                    <a:pt x="18" y="1"/>
                  </a:cubicBezTo>
                  <a:cubicBezTo>
                    <a:pt x="18" y="1"/>
                    <a:pt x="18" y="1"/>
                    <a:pt x="18" y="1"/>
                  </a:cubicBezTo>
                  <a:cubicBezTo>
                    <a:pt x="18" y="1"/>
                    <a:pt x="18" y="1"/>
                    <a:pt x="18" y="1"/>
                  </a:cubicBezTo>
                  <a:cubicBezTo>
                    <a:pt x="22" y="1"/>
                    <a:pt x="22" y="1"/>
                    <a:pt x="22" y="1"/>
                  </a:cubicBezTo>
                  <a:cubicBezTo>
                    <a:pt x="23" y="1"/>
                    <a:pt x="24" y="2"/>
                    <a:pt x="24" y="4"/>
                  </a:cubicBezTo>
                  <a:cubicBezTo>
                    <a:pt x="24" y="15"/>
                    <a:pt x="24" y="15"/>
                    <a:pt x="24" y="15"/>
                  </a:cubicBezTo>
                  <a:cubicBezTo>
                    <a:pt x="24" y="15"/>
                    <a:pt x="24" y="15"/>
                    <a:pt x="24" y="15"/>
                  </a:cubicBezTo>
                  <a:cubicBezTo>
                    <a:pt x="14" y="15"/>
                    <a:pt x="6" y="23"/>
                    <a:pt x="6" y="33"/>
                  </a:cubicBezTo>
                  <a:cubicBezTo>
                    <a:pt x="6" y="38"/>
                    <a:pt x="6" y="38"/>
                    <a:pt x="6" y="38"/>
                  </a:cubicBezTo>
                  <a:cubicBezTo>
                    <a:pt x="0" y="48"/>
                    <a:pt x="0" y="48"/>
                    <a:pt x="0" y="48"/>
                  </a:cubicBezTo>
                  <a:cubicBezTo>
                    <a:pt x="6" y="48"/>
                    <a:pt x="6" y="48"/>
                    <a:pt x="6" y="48"/>
                  </a:cubicBezTo>
                  <a:cubicBezTo>
                    <a:pt x="6" y="60"/>
                    <a:pt x="6" y="60"/>
                    <a:pt x="6" y="60"/>
                  </a:cubicBezTo>
                  <a:cubicBezTo>
                    <a:pt x="6" y="60"/>
                    <a:pt x="8" y="60"/>
                    <a:pt x="10" y="60"/>
                  </a:cubicBezTo>
                  <a:cubicBezTo>
                    <a:pt x="12" y="60"/>
                    <a:pt x="14" y="60"/>
                    <a:pt x="17" y="60"/>
                  </a:cubicBezTo>
                  <a:cubicBezTo>
                    <a:pt x="19" y="69"/>
                    <a:pt x="19" y="69"/>
                    <a:pt x="19" y="69"/>
                  </a:cubicBezTo>
                  <a:cubicBezTo>
                    <a:pt x="42" y="69"/>
                    <a:pt x="42" y="69"/>
                    <a:pt x="42" y="69"/>
                  </a:cubicBezTo>
                  <a:cubicBezTo>
                    <a:pt x="37" y="49"/>
                    <a:pt x="37" y="49"/>
                    <a:pt x="37" y="49"/>
                  </a:cubicBezTo>
                  <a:cubicBezTo>
                    <a:pt x="38" y="46"/>
                    <a:pt x="42" y="41"/>
                    <a:pt x="42" y="33"/>
                  </a:cubicBezTo>
                  <a:cubicBezTo>
                    <a:pt x="42" y="24"/>
                    <a:pt x="35" y="16"/>
                    <a:pt x="26" y="15"/>
                  </a:cubicBezTo>
                  <a:cubicBezTo>
                    <a:pt x="26" y="15"/>
                    <a:pt x="26" y="15"/>
                    <a:pt x="26" y="15"/>
                  </a:cubicBezTo>
                  <a:cubicBezTo>
                    <a:pt x="26" y="4"/>
                    <a:pt x="26" y="4"/>
                    <a:pt x="26" y="4"/>
                  </a:cubicBezTo>
                  <a:cubicBezTo>
                    <a:pt x="26" y="2"/>
                    <a:pt x="24" y="0"/>
                    <a:pt x="2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19"/>
            <p:cNvSpPr>
              <a:spLocks/>
            </p:cNvSpPr>
            <p:nvPr/>
          </p:nvSpPr>
          <p:spPr bwMode="auto">
            <a:xfrm>
              <a:off x="3378200" y="2705101"/>
              <a:ext cx="158750" cy="258763"/>
            </a:xfrm>
            <a:custGeom>
              <a:avLst/>
              <a:gdLst>
                <a:gd name="T0" fmla="*/ 24 w 42"/>
                <a:gd name="T1" fmla="*/ 0 h 69"/>
                <a:gd name="T2" fmla="*/ 21 w 42"/>
                <a:gd name="T3" fmla="*/ 0 h 69"/>
                <a:gd name="T4" fmla="*/ 17 w 42"/>
                <a:gd name="T5" fmla="*/ 4 h 69"/>
                <a:gd name="T6" fmla="*/ 17 w 42"/>
                <a:gd name="T7" fmla="*/ 15 h 69"/>
                <a:gd name="T8" fmla="*/ 17 w 42"/>
                <a:gd name="T9" fmla="*/ 15 h 69"/>
                <a:gd name="T10" fmla="*/ 0 w 42"/>
                <a:gd name="T11" fmla="*/ 33 h 69"/>
                <a:gd name="T12" fmla="*/ 6 w 42"/>
                <a:gd name="T13" fmla="*/ 49 h 69"/>
                <a:gd name="T14" fmla="*/ 0 w 42"/>
                <a:gd name="T15" fmla="*/ 69 h 69"/>
                <a:gd name="T16" fmla="*/ 24 w 42"/>
                <a:gd name="T17" fmla="*/ 69 h 69"/>
                <a:gd name="T18" fmla="*/ 26 w 42"/>
                <a:gd name="T19" fmla="*/ 60 h 69"/>
                <a:gd name="T20" fmla="*/ 32 w 42"/>
                <a:gd name="T21" fmla="*/ 60 h 69"/>
                <a:gd name="T22" fmla="*/ 37 w 42"/>
                <a:gd name="T23" fmla="*/ 60 h 69"/>
                <a:gd name="T24" fmla="*/ 37 w 42"/>
                <a:gd name="T25" fmla="*/ 48 h 69"/>
                <a:gd name="T26" fmla="*/ 42 w 42"/>
                <a:gd name="T27" fmla="*/ 48 h 69"/>
                <a:gd name="T28" fmla="*/ 37 w 42"/>
                <a:gd name="T29" fmla="*/ 38 h 69"/>
                <a:gd name="T30" fmla="*/ 37 w 42"/>
                <a:gd name="T31" fmla="*/ 33 h 69"/>
                <a:gd name="T32" fmla="*/ 18 w 42"/>
                <a:gd name="T33" fmla="*/ 15 h 69"/>
                <a:gd name="T34" fmla="*/ 18 w 42"/>
                <a:gd name="T35" fmla="*/ 4 h 69"/>
                <a:gd name="T36" fmla="*/ 21 w 42"/>
                <a:gd name="T37" fmla="*/ 1 h 69"/>
                <a:gd name="T38" fmla="*/ 24 w 42"/>
                <a:gd name="T39" fmla="*/ 1 h 69"/>
                <a:gd name="T40" fmla="*/ 24 w 42"/>
                <a:gd name="T41" fmla="*/ 1 h 69"/>
                <a:gd name="T42" fmla="*/ 24 w 42"/>
                <a:gd name="T4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 h="69">
                  <a:moveTo>
                    <a:pt x="24" y="0"/>
                  </a:moveTo>
                  <a:cubicBezTo>
                    <a:pt x="21" y="0"/>
                    <a:pt x="21" y="0"/>
                    <a:pt x="21" y="0"/>
                  </a:cubicBezTo>
                  <a:cubicBezTo>
                    <a:pt x="19" y="0"/>
                    <a:pt x="17" y="2"/>
                    <a:pt x="17" y="4"/>
                  </a:cubicBezTo>
                  <a:cubicBezTo>
                    <a:pt x="17" y="15"/>
                    <a:pt x="17" y="15"/>
                    <a:pt x="17" y="15"/>
                  </a:cubicBezTo>
                  <a:cubicBezTo>
                    <a:pt x="17" y="15"/>
                    <a:pt x="17" y="15"/>
                    <a:pt x="17" y="15"/>
                  </a:cubicBezTo>
                  <a:cubicBezTo>
                    <a:pt x="8" y="16"/>
                    <a:pt x="0" y="24"/>
                    <a:pt x="0" y="33"/>
                  </a:cubicBezTo>
                  <a:cubicBezTo>
                    <a:pt x="0" y="41"/>
                    <a:pt x="4" y="46"/>
                    <a:pt x="6" y="49"/>
                  </a:cubicBezTo>
                  <a:cubicBezTo>
                    <a:pt x="0" y="69"/>
                    <a:pt x="0" y="69"/>
                    <a:pt x="0" y="69"/>
                  </a:cubicBezTo>
                  <a:cubicBezTo>
                    <a:pt x="24" y="69"/>
                    <a:pt x="24" y="69"/>
                    <a:pt x="24" y="69"/>
                  </a:cubicBezTo>
                  <a:cubicBezTo>
                    <a:pt x="26" y="60"/>
                    <a:pt x="26" y="60"/>
                    <a:pt x="26" y="60"/>
                  </a:cubicBezTo>
                  <a:cubicBezTo>
                    <a:pt x="28" y="60"/>
                    <a:pt x="30" y="60"/>
                    <a:pt x="32" y="60"/>
                  </a:cubicBezTo>
                  <a:cubicBezTo>
                    <a:pt x="35" y="60"/>
                    <a:pt x="37" y="60"/>
                    <a:pt x="37" y="60"/>
                  </a:cubicBezTo>
                  <a:cubicBezTo>
                    <a:pt x="37" y="48"/>
                    <a:pt x="37" y="48"/>
                    <a:pt x="37" y="48"/>
                  </a:cubicBezTo>
                  <a:cubicBezTo>
                    <a:pt x="42" y="48"/>
                    <a:pt x="42" y="48"/>
                    <a:pt x="42" y="48"/>
                  </a:cubicBezTo>
                  <a:cubicBezTo>
                    <a:pt x="37" y="38"/>
                    <a:pt x="37" y="38"/>
                    <a:pt x="37" y="38"/>
                  </a:cubicBezTo>
                  <a:cubicBezTo>
                    <a:pt x="37" y="33"/>
                    <a:pt x="37" y="33"/>
                    <a:pt x="37" y="33"/>
                  </a:cubicBezTo>
                  <a:cubicBezTo>
                    <a:pt x="37" y="23"/>
                    <a:pt x="28" y="15"/>
                    <a:pt x="18" y="15"/>
                  </a:cubicBezTo>
                  <a:cubicBezTo>
                    <a:pt x="18" y="4"/>
                    <a:pt x="18" y="4"/>
                    <a:pt x="18" y="4"/>
                  </a:cubicBezTo>
                  <a:cubicBezTo>
                    <a:pt x="18" y="2"/>
                    <a:pt x="19" y="1"/>
                    <a:pt x="21" y="1"/>
                  </a:cubicBezTo>
                  <a:cubicBezTo>
                    <a:pt x="24" y="1"/>
                    <a:pt x="24" y="1"/>
                    <a:pt x="24" y="1"/>
                  </a:cubicBezTo>
                  <a:cubicBezTo>
                    <a:pt x="24" y="1"/>
                    <a:pt x="24" y="1"/>
                    <a:pt x="24" y="1"/>
                  </a:cubicBezTo>
                  <a:cubicBezTo>
                    <a:pt x="24" y="0"/>
                    <a:pt x="24" y="0"/>
                    <a:pt x="2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20"/>
            <p:cNvSpPr>
              <a:spLocks/>
            </p:cNvSpPr>
            <p:nvPr/>
          </p:nvSpPr>
          <p:spPr bwMode="auto">
            <a:xfrm>
              <a:off x="3552825" y="2670176"/>
              <a:ext cx="93663" cy="71438"/>
            </a:xfrm>
            <a:custGeom>
              <a:avLst/>
              <a:gdLst>
                <a:gd name="T0" fmla="*/ 16 w 25"/>
                <a:gd name="T1" fmla="*/ 0 h 19"/>
                <a:gd name="T2" fmla="*/ 8 w 25"/>
                <a:gd name="T3" fmla="*/ 0 h 19"/>
                <a:gd name="T4" fmla="*/ 8 w 25"/>
                <a:gd name="T5" fmla="*/ 3 h 19"/>
                <a:gd name="T6" fmla="*/ 1 w 25"/>
                <a:gd name="T7" fmla="*/ 3 h 19"/>
                <a:gd name="T8" fmla="*/ 0 w 25"/>
                <a:gd name="T9" fmla="*/ 5 h 19"/>
                <a:gd name="T10" fmla="*/ 1 w 25"/>
                <a:gd name="T11" fmla="*/ 6 h 19"/>
                <a:gd name="T12" fmla="*/ 8 w 25"/>
                <a:gd name="T13" fmla="*/ 6 h 19"/>
                <a:gd name="T14" fmla="*/ 8 w 25"/>
                <a:gd name="T15" fmla="*/ 13 h 19"/>
                <a:gd name="T16" fmla="*/ 1 w 25"/>
                <a:gd name="T17" fmla="*/ 13 h 19"/>
                <a:gd name="T18" fmla="*/ 0 w 25"/>
                <a:gd name="T19" fmla="*/ 14 h 19"/>
                <a:gd name="T20" fmla="*/ 1 w 25"/>
                <a:gd name="T21" fmla="*/ 16 h 19"/>
                <a:gd name="T22" fmla="*/ 8 w 25"/>
                <a:gd name="T23" fmla="*/ 16 h 19"/>
                <a:gd name="T24" fmla="*/ 8 w 25"/>
                <a:gd name="T25" fmla="*/ 19 h 19"/>
                <a:gd name="T26" fmla="*/ 16 w 25"/>
                <a:gd name="T27" fmla="*/ 19 h 19"/>
                <a:gd name="T28" fmla="*/ 25 w 25"/>
                <a:gd name="T29" fmla="*/ 10 h 19"/>
                <a:gd name="T30" fmla="*/ 25 w 25"/>
                <a:gd name="T31" fmla="*/ 10 h 19"/>
                <a:gd name="T32" fmla="*/ 25 w 25"/>
                <a:gd name="T33" fmla="*/ 10 h 19"/>
                <a:gd name="T34" fmla="*/ 16 w 25"/>
                <a:gd name="T3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 h="19">
                  <a:moveTo>
                    <a:pt x="16" y="0"/>
                  </a:moveTo>
                  <a:cubicBezTo>
                    <a:pt x="8" y="0"/>
                    <a:pt x="8" y="0"/>
                    <a:pt x="8" y="0"/>
                  </a:cubicBezTo>
                  <a:cubicBezTo>
                    <a:pt x="8" y="3"/>
                    <a:pt x="8" y="3"/>
                    <a:pt x="8" y="3"/>
                  </a:cubicBezTo>
                  <a:cubicBezTo>
                    <a:pt x="1" y="3"/>
                    <a:pt x="1" y="3"/>
                    <a:pt x="1" y="3"/>
                  </a:cubicBezTo>
                  <a:cubicBezTo>
                    <a:pt x="1" y="3"/>
                    <a:pt x="0" y="4"/>
                    <a:pt x="0" y="5"/>
                  </a:cubicBezTo>
                  <a:cubicBezTo>
                    <a:pt x="0" y="6"/>
                    <a:pt x="1" y="6"/>
                    <a:pt x="1" y="6"/>
                  </a:cubicBezTo>
                  <a:cubicBezTo>
                    <a:pt x="8" y="6"/>
                    <a:pt x="8" y="6"/>
                    <a:pt x="8" y="6"/>
                  </a:cubicBezTo>
                  <a:cubicBezTo>
                    <a:pt x="8" y="13"/>
                    <a:pt x="8" y="13"/>
                    <a:pt x="8" y="13"/>
                  </a:cubicBezTo>
                  <a:cubicBezTo>
                    <a:pt x="1" y="13"/>
                    <a:pt x="1" y="13"/>
                    <a:pt x="1" y="13"/>
                  </a:cubicBezTo>
                  <a:cubicBezTo>
                    <a:pt x="1" y="13"/>
                    <a:pt x="0" y="14"/>
                    <a:pt x="0" y="14"/>
                  </a:cubicBezTo>
                  <a:cubicBezTo>
                    <a:pt x="0" y="15"/>
                    <a:pt x="1" y="16"/>
                    <a:pt x="1" y="16"/>
                  </a:cubicBezTo>
                  <a:cubicBezTo>
                    <a:pt x="8" y="16"/>
                    <a:pt x="8" y="16"/>
                    <a:pt x="8" y="16"/>
                  </a:cubicBezTo>
                  <a:cubicBezTo>
                    <a:pt x="8" y="19"/>
                    <a:pt x="8" y="19"/>
                    <a:pt x="8" y="19"/>
                  </a:cubicBezTo>
                  <a:cubicBezTo>
                    <a:pt x="16" y="19"/>
                    <a:pt x="16" y="19"/>
                    <a:pt x="16" y="19"/>
                  </a:cubicBezTo>
                  <a:cubicBezTo>
                    <a:pt x="21" y="19"/>
                    <a:pt x="25" y="15"/>
                    <a:pt x="25" y="10"/>
                  </a:cubicBezTo>
                  <a:cubicBezTo>
                    <a:pt x="25" y="10"/>
                    <a:pt x="25" y="10"/>
                    <a:pt x="25" y="10"/>
                  </a:cubicBezTo>
                  <a:cubicBezTo>
                    <a:pt x="25" y="10"/>
                    <a:pt x="25" y="10"/>
                    <a:pt x="25" y="10"/>
                  </a:cubicBezTo>
                  <a:cubicBezTo>
                    <a:pt x="25" y="5"/>
                    <a:pt x="21" y="0"/>
                    <a:pt x="1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21"/>
            <p:cNvSpPr>
              <a:spLocks/>
            </p:cNvSpPr>
            <p:nvPr/>
          </p:nvSpPr>
          <p:spPr bwMode="auto">
            <a:xfrm>
              <a:off x="3468688" y="2670176"/>
              <a:ext cx="68263" cy="71438"/>
            </a:xfrm>
            <a:custGeom>
              <a:avLst/>
              <a:gdLst>
                <a:gd name="T0" fmla="*/ 18 w 18"/>
                <a:gd name="T1" fmla="*/ 0 h 19"/>
                <a:gd name="T2" fmla="*/ 10 w 18"/>
                <a:gd name="T3" fmla="*/ 0 h 19"/>
                <a:gd name="T4" fmla="*/ 0 w 18"/>
                <a:gd name="T5" fmla="*/ 10 h 19"/>
                <a:gd name="T6" fmla="*/ 10 w 18"/>
                <a:gd name="T7" fmla="*/ 19 h 19"/>
                <a:gd name="T8" fmla="*/ 18 w 18"/>
                <a:gd name="T9" fmla="*/ 19 h 19"/>
                <a:gd name="T10" fmla="*/ 18 w 18"/>
                <a:gd name="T11" fmla="*/ 0 h 19"/>
              </a:gdLst>
              <a:ahLst/>
              <a:cxnLst>
                <a:cxn ang="0">
                  <a:pos x="T0" y="T1"/>
                </a:cxn>
                <a:cxn ang="0">
                  <a:pos x="T2" y="T3"/>
                </a:cxn>
                <a:cxn ang="0">
                  <a:pos x="T4" y="T5"/>
                </a:cxn>
                <a:cxn ang="0">
                  <a:pos x="T6" y="T7"/>
                </a:cxn>
                <a:cxn ang="0">
                  <a:pos x="T8" y="T9"/>
                </a:cxn>
                <a:cxn ang="0">
                  <a:pos x="T10" y="T11"/>
                </a:cxn>
              </a:cxnLst>
              <a:rect l="0" t="0" r="r" b="b"/>
              <a:pathLst>
                <a:path w="18" h="19">
                  <a:moveTo>
                    <a:pt x="18" y="0"/>
                  </a:moveTo>
                  <a:cubicBezTo>
                    <a:pt x="10" y="0"/>
                    <a:pt x="10" y="0"/>
                    <a:pt x="10" y="0"/>
                  </a:cubicBezTo>
                  <a:cubicBezTo>
                    <a:pt x="4" y="0"/>
                    <a:pt x="0" y="5"/>
                    <a:pt x="0" y="10"/>
                  </a:cubicBezTo>
                  <a:cubicBezTo>
                    <a:pt x="0" y="15"/>
                    <a:pt x="4" y="19"/>
                    <a:pt x="10" y="19"/>
                  </a:cubicBezTo>
                  <a:cubicBezTo>
                    <a:pt x="18" y="19"/>
                    <a:pt x="18" y="19"/>
                    <a:pt x="18" y="19"/>
                  </a:cubicBezTo>
                  <a:cubicBezTo>
                    <a:pt x="18" y="0"/>
                    <a:pt x="18" y="0"/>
                    <a:pt x="1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31" name="组合 51"/>
          <p:cNvGrpSpPr/>
          <p:nvPr/>
        </p:nvGrpSpPr>
        <p:grpSpPr>
          <a:xfrm>
            <a:off x="4146625" y="4464524"/>
            <a:ext cx="614960" cy="534521"/>
            <a:chOff x="612775" y="2647951"/>
            <a:chExt cx="376238" cy="327025"/>
          </a:xfrm>
          <a:solidFill>
            <a:srgbClr val="EA2F6C"/>
          </a:solidFill>
        </p:grpSpPr>
        <p:sp>
          <p:nvSpPr>
            <p:cNvPr id="132" name="Freeform 22"/>
            <p:cNvSpPr>
              <a:spLocks noEditPoints="1"/>
            </p:cNvSpPr>
            <p:nvPr/>
          </p:nvSpPr>
          <p:spPr bwMode="auto">
            <a:xfrm>
              <a:off x="612775" y="2727326"/>
              <a:ext cx="247650" cy="247650"/>
            </a:xfrm>
            <a:custGeom>
              <a:avLst/>
              <a:gdLst>
                <a:gd name="T0" fmla="*/ 33 w 66"/>
                <a:gd name="T1" fmla="*/ 46 h 66"/>
                <a:gd name="T2" fmla="*/ 21 w 66"/>
                <a:gd name="T3" fmla="*/ 33 h 66"/>
                <a:gd name="T4" fmla="*/ 33 w 66"/>
                <a:gd name="T5" fmla="*/ 21 h 66"/>
                <a:gd name="T6" fmla="*/ 45 w 66"/>
                <a:gd name="T7" fmla="*/ 33 h 66"/>
                <a:gd name="T8" fmla="*/ 33 w 66"/>
                <a:gd name="T9" fmla="*/ 46 h 66"/>
                <a:gd name="T10" fmla="*/ 36 w 66"/>
                <a:gd name="T11" fmla="*/ 0 h 66"/>
                <a:gd name="T12" fmla="*/ 30 w 66"/>
                <a:gd name="T13" fmla="*/ 0 h 66"/>
                <a:gd name="T14" fmla="*/ 28 w 66"/>
                <a:gd name="T15" fmla="*/ 3 h 66"/>
                <a:gd name="T16" fmla="*/ 28 w 66"/>
                <a:gd name="T17" fmla="*/ 8 h 66"/>
                <a:gd name="T18" fmla="*/ 18 w 66"/>
                <a:gd name="T19" fmla="*/ 12 h 66"/>
                <a:gd name="T20" fmla="*/ 15 w 66"/>
                <a:gd name="T21" fmla="*/ 8 h 66"/>
                <a:gd name="T22" fmla="*/ 13 w 66"/>
                <a:gd name="T23" fmla="*/ 7 h 66"/>
                <a:gd name="T24" fmla="*/ 12 w 66"/>
                <a:gd name="T25" fmla="*/ 8 h 66"/>
                <a:gd name="T26" fmla="*/ 7 w 66"/>
                <a:gd name="T27" fmla="*/ 12 h 66"/>
                <a:gd name="T28" fmla="*/ 8 w 66"/>
                <a:gd name="T29" fmla="*/ 15 h 66"/>
                <a:gd name="T30" fmla="*/ 11 w 66"/>
                <a:gd name="T31" fmla="*/ 19 h 66"/>
                <a:gd name="T32" fmla="*/ 7 w 66"/>
                <a:gd name="T33" fmla="*/ 28 h 66"/>
                <a:gd name="T34" fmla="*/ 2 w 66"/>
                <a:gd name="T35" fmla="*/ 28 h 66"/>
                <a:gd name="T36" fmla="*/ 0 w 66"/>
                <a:gd name="T37" fmla="*/ 30 h 66"/>
                <a:gd name="T38" fmla="*/ 0 w 66"/>
                <a:gd name="T39" fmla="*/ 37 h 66"/>
                <a:gd name="T40" fmla="*/ 2 w 66"/>
                <a:gd name="T41" fmla="*/ 38 h 66"/>
                <a:gd name="T42" fmla="*/ 7 w 66"/>
                <a:gd name="T43" fmla="*/ 38 h 66"/>
                <a:gd name="T44" fmla="*/ 11 w 66"/>
                <a:gd name="T45" fmla="*/ 48 h 66"/>
                <a:gd name="T46" fmla="*/ 8 w 66"/>
                <a:gd name="T47" fmla="*/ 52 h 66"/>
                <a:gd name="T48" fmla="*/ 7 w 66"/>
                <a:gd name="T49" fmla="*/ 54 h 66"/>
                <a:gd name="T50" fmla="*/ 12 w 66"/>
                <a:gd name="T51" fmla="*/ 59 h 66"/>
                <a:gd name="T52" fmla="*/ 13 w 66"/>
                <a:gd name="T53" fmla="*/ 60 h 66"/>
                <a:gd name="T54" fmla="*/ 15 w 66"/>
                <a:gd name="T55" fmla="*/ 59 h 66"/>
                <a:gd name="T56" fmla="*/ 18 w 66"/>
                <a:gd name="T57" fmla="*/ 55 h 66"/>
                <a:gd name="T58" fmla="*/ 28 w 66"/>
                <a:gd name="T59" fmla="*/ 59 h 66"/>
                <a:gd name="T60" fmla="*/ 28 w 66"/>
                <a:gd name="T61" fmla="*/ 64 h 66"/>
                <a:gd name="T62" fmla="*/ 30 w 66"/>
                <a:gd name="T63" fmla="*/ 66 h 66"/>
                <a:gd name="T64" fmla="*/ 36 w 66"/>
                <a:gd name="T65" fmla="*/ 66 h 66"/>
                <a:gd name="T66" fmla="*/ 38 w 66"/>
                <a:gd name="T67" fmla="*/ 64 h 66"/>
                <a:gd name="T68" fmla="*/ 38 w 66"/>
                <a:gd name="T69" fmla="*/ 59 h 66"/>
                <a:gd name="T70" fmla="*/ 48 w 66"/>
                <a:gd name="T71" fmla="*/ 55 h 66"/>
                <a:gd name="T72" fmla="*/ 51 w 66"/>
                <a:gd name="T73" fmla="*/ 59 h 66"/>
                <a:gd name="T74" fmla="*/ 53 w 66"/>
                <a:gd name="T75" fmla="*/ 60 h 66"/>
                <a:gd name="T76" fmla="*/ 54 w 66"/>
                <a:gd name="T77" fmla="*/ 59 h 66"/>
                <a:gd name="T78" fmla="*/ 59 w 66"/>
                <a:gd name="T79" fmla="*/ 54 h 66"/>
                <a:gd name="T80" fmla="*/ 58 w 66"/>
                <a:gd name="T81" fmla="*/ 52 h 66"/>
                <a:gd name="T82" fmla="*/ 55 w 66"/>
                <a:gd name="T83" fmla="*/ 48 h 66"/>
                <a:gd name="T84" fmla="*/ 59 w 66"/>
                <a:gd name="T85" fmla="*/ 38 h 66"/>
                <a:gd name="T86" fmla="*/ 64 w 66"/>
                <a:gd name="T87" fmla="*/ 38 h 66"/>
                <a:gd name="T88" fmla="*/ 66 w 66"/>
                <a:gd name="T89" fmla="*/ 37 h 66"/>
                <a:gd name="T90" fmla="*/ 66 w 66"/>
                <a:gd name="T91" fmla="*/ 30 h 66"/>
                <a:gd name="T92" fmla="*/ 64 w 66"/>
                <a:gd name="T93" fmla="*/ 28 h 66"/>
                <a:gd name="T94" fmla="*/ 59 w 66"/>
                <a:gd name="T95" fmla="*/ 28 h 66"/>
                <a:gd name="T96" fmla="*/ 55 w 66"/>
                <a:gd name="T97" fmla="*/ 19 h 66"/>
                <a:gd name="T98" fmla="*/ 58 w 66"/>
                <a:gd name="T99" fmla="*/ 15 h 66"/>
                <a:gd name="T100" fmla="*/ 59 w 66"/>
                <a:gd name="T101" fmla="*/ 12 h 66"/>
                <a:gd name="T102" fmla="*/ 54 w 66"/>
                <a:gd name="T103" fmla="*/ 8 h 66"/>
                <a:gd name="T104" fmla="*/ 53 w 66"/>
                <a:gd name="T105" fmla="*/ 7 h 66"/>
                <a:gd name="T106" fmla="*/ 51 w 66"/>
                <a:gd name="T107" fmla="*/ 8 h 66"/>
                <a:gd name="T108" fmla="*/ 48 w 66"/>
                <a:gd name="T109" fmla="*/ 12 h 66"/>
                <a:gd name="T110" fmla="*/ 38 w 66"/>
                <a:gd name="T111" fmla="*/ 8 h 66"/>
                <a:gd name="T112" fmla="*/ 38 w 66"/>
                <a:gd name="T113" fmla="*/ 3 h 66"/>
                <a:gd name="T114" fmla="*/ 36 w 66"/>
                <a:gd name="T115"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6" h="66">
                  <a:moveTo>
                    <a:pt x="33" y="46"/>
                  </a:moveTo>
                  <a:cubicBezTo>
                    <a:pt x="26" y="46"/>
                    <a:pt x="21" y="40"/>
                    <a:pt x="21" y="33"/>
                  </a:cubicBezTo>
                  <a:cubicBezTo>
                    <a:pt x="21" y="27"/>
                    <a:pt x="26" y="21"/>
                    <a:pt x="33" y="21"/>
                  </a:cubicBezTo>
                  <a:cubicBezTo>
                    <a:pt x="40" y="21"/>
                    <a:pt x="45" y="27"/>
                    <a:pt x="45" y="33"/>
                  </a:cubicBezTo>
                  <a:cubicBezTo>
                    <a:pt x="45" y="40"/>
                    <a:pt x="40" y="46"/>
                    <a:pt x="33" y="46"/>
                  </a:cubicBezTo>
                  <a:moveTo>
                    <a:pt x="36" y="0"/>
                  </a:moveTo>
                  <a:cubicBezTo>
                    <a:pt x="30" y="0"/>
                    <a:pt x="30" y="0"/>
                    <a:pt x="30" y="0"/>
                  </a:cubicBezTo>
                  <a:cubicBezTo>
                    <a:pt x="29" y="0"/>
                    <a:pt x="28" y="1"/>
                    <a:pt x="28" y="3"/>
                  </a:cubicBezTo>
                  <a:cubicBezTo>
                    <a:pt x="28" y="8"/>
                    <a:pt x="28" y="8"/>
                    <a:pt x="28" y="8"/>
                  </a:cubicBezTo>
                  <a:cubicBezTo>
                    <a:pt x="25" y="8"/>
                    <a:pt x="21" y="10"/>
                    <a:pt x="18" y="12"/>
                  </a:cubicBezTo>
                  <a:cubicBezTo>
                    <a:pt x="15" y="8"/>
                    <a:pt x="15" y="8"/>
                    <a:pt x="15" y="8"/>
                  </a:cubicBezTo>
                  <a:cubicBezTo>
                    <a:pt x="14" y="8"/>
                    <a:pt x="14" y="7"/>
                    <a:pt x="13" y="7"/>
                  </a:cubicBezTo>
                  <a:cubicBezTo>
                    <a:pt x="13" y="7"/>
                    <a:pt x="12" y="7"/>
                    <a:pt x="12" y="8"/>
                  </a:cubicBezTo>
                  <a:cubicBezTo>
                    <a:pt x="7" y="12"/>
                    <a:pt x="7" y="12"/>
                    <a:pt x="7" y="12"/>
                  </a:cubicBezTo>
                  <a:cubicBezTo>
                    <a:pt x="7" y="13"/>
                    <a:pt x="7" y="14"/>
                    <a:pt x="8" y="15"/>
                  </a:cubicBezTo>
                  <a:cubicBezTo>
                    <a:pt x="11" y="19"/>
                    <a:pt x="11" y="19"/>
                    <a:pt x="11" y="19"/>
                  </a:cubicBezTo>
                  <a:cubicBezTo>
                    <a:pt x="9" y="22"/>
                    <a:pt x="8" y="25"/>
                    <a:pt x="7" y="28"/>
                  </a:cubicBezTo>
                  <a:cubicBezTo>
                    <a:pt x="2" y="28"/>
                    <a:pt x="2" y="28"/>
                    <a:pt x="2" y="28"/>
                  </a:cubicBezTo>
                  <a:cubicBezTo>
                    <a:pt x="1" y="28"/>
                    <a:pt x="0" y="29"/>
                    <a:pt x="0" y="30"/>
                  </a:cubicBezTo>
                  <a:cubicBezTo>
                    <a:pt x="0" y="37"/>
                    <a:pt x="0" y="37"/>
                    <a:pt x="0" y="37"/>
                  </a:cubicBezTo>
                  <a:cubicBezTo>
                    <a:pt x="0" y="38"/>
                    <a:pt x="1" y="38"/>
                    <a:pt x="2" y="38"/>
                  </a:cubicBezTo>
                  <a:cubicBezTo>
                    <a:pt x="7" y="38"/>
                    <a:pt x="7" y="38"/>
                    <a:pt x="7" y="38"/>
                  </a:cubicBezTo>
                  <a:cubicBezTo>
                    <a:pt x="8" y="42"/>
                    <a:pt x="9" y="45"/>
                    <a:pt x="11" y="48"/>
                  </a:cubicBezTo>
                  <a:cubicBezTo>
                    <a:pt x="8" y="52"/>
                    <a:pt x="8" y="52"/>
                    <a:pt x="8" y="52"/>
                  </a:cubicBezTo>
                  <a:cubicBezTo>
                    <a:pt x="7" y="53"/>
                    <a:pt x="7" y="54"/>
                    <a:pt x="7" y="54"/>
                  </a:cubicBezTo>
                  <a:cubicBezTo>
                    <a:pt x="12" y="59"/>
                    <a:pt x="12" y="59"/>
                    <a:pt x="12" y="59"/>
                  </a:cubicBezTo>
                  <a:cubicBezTo>
                    <a:pt x="12" y="59"/>
                    <a:pt x="13" y="60"/>
                    <a:pt x="13" y="60"/>
                  </a:cubicBezTo>
                  <a:cubicBezTo>
                    <a:pt x="14" y="60"/>
                    <a:pt x="14" y="59"/>
                    <a:pt x="15" y="59"/>
                  </a:cubicBezTo>
                  <a:cubicBezTo>
                    <a:pt x="18" y="55"/>
                    <a:pt x="18" y="55"/>
                    <a:pt x="18" y="55"/>
                  </a:cubicBezTo>
                  <a:cubicBezTo>
                    <a:pt x="21" y="57"/>
                    <a:pt x="25" y="58"/>
                    <a:pt x="28" y="59"/>
                  </a:cubicBezTo>
                  <a:cubicBezTo>
                    <a:pt x="28" y="64"/>
                    <a:pt x="28" y="64"/>
                    <a:pt x="28" y="64"/>
                  </a:cubicBezTo>
                  <a:cubicBezTo>
                    <a:pt x="28" y="65"/>
                    <a:pt x="29" y="66"/>
                    <a:pt x="30" y="66"/>
                  </a:cubicBezTo>
                  <a:cubicBezTo>
                    <a:pt x="36" y="66"/>
                    <a:pt x="36" y="66"/>
                    <a:pt x="36" y="66"/>
                  </a:cubicBezTo>
                  <a:cubicBezTo>
                    <a:pt x="37" y="66"/>
                    <a:pt x="38" y="65"/>
                    <a:pt x="38" y="64"/>
                  </a:cubicBezTo>
                  <a:cubicBezTo>
                    <a:pt x="38" y="59"/>
                    <a:pt x="38" y="59"/>
                    <a:pt x="38" y="59"/>
                  </a:cubicBezTo>
                  <a:cubicBezTo>
                    <a:pt x="42" y="58"/>
                    <a:pt x="45" y="57"/>
                    <a:pt x="48" y="55"/>
                  </a:cubicBezTo>
                  <a:cubicBezTo>
                    <a:pt x="51" y="59"/>
                    <a:pt x="51" y="59"/>
                    <a:pt x="51" y="59"/>
                  </a:cubicBezTo>
                  <a:cubicBezTo>
                    <a:pt x="52" y="59"/>
                    <a:pt x="52" y="60"/>
                    <a:pt x="53" y="60"/>
                  </a:cubicBezTo>
                  <a:cubicBezTo>
                    <a:pt x="53" y="60"/>
                    <a:pt x="54" y="59"/>
                    <a:pt x="54" y="59"/>
                  </a:cubicBezTo>
                  <a:cubicBezTo>
                    <a:pt x="59" y="54"/>
                    <a:pt x="59" y="54"/>
                    <a:pt x="59" y="54"/>
                  </a:cubicBezTo>
                  <a:cubicBezTo>
                    <a:pt x="59" y="54"/>
                    <a:pt x="59" y="53"/>
                    <a:pt x="58" y="52"/>
                  </a:cubicBezTo>
                  <a:cubicBezTo>
                    <a:pt x="55" y="48"/>
                    <a:pt x="55" y="48"/>
                    <a:pt x="55" y="48"/>
                  </a:cubicBezTo>
                  <a:cubicBezTo>
                    <a:pt x="57" y="45"/>
                    <a:pt x="58" y="42"/>
                    <a:pt x="59" y="38"/>
                  </a:cubicBezTo>
                  <a:cubicBezTo>
                    <a:pt x="64" y="38"/>
                    <a:pt x="64" y="38"/>
                    <a:pt x="64" y="38"/>
                  </a:cubicBezTo>
                  <a:cubicBezTo>
                    <a:pt x="65" y="38"/>
                    <a:pt x="66" y="38"/>
                    <a:pt x="66" y="37"/>
                  </a:cubicBezTo>
                  <a:cubicBezTo>
                    <a:pt x="66" y="30"/>
                    <a:pt x="66" y="30"/>
                    <a:pt x="66" y="30"/>
                  </a:cubicBezTo>
                  <a:cubicBezTo>
                    <a:pt x="66" y="29"/>
                    <a:pt x="65" y="28"/>
                    <a:pt x="64" y="28"/>
                  </a:cubicBezTo>
                  <a:cubicBezTo>
                    <a:pt x="59" y="28"/>
                    <a:pt x="59" y="28"/>
                    <a:pt x="59" y="28"/>
                  </a:cubicBezTo>
                  <a:cubicBezTo>
                    <a:pt x="58" y="25"/>
                    <a:pt x="57" y="22"/>
                    <a:pt x="55" y="19"/>
                  </a:cubicBezTo>
                  <a:cubicBezTo>
                    <a:pt x="58" y="15"/>
                    <a:pt x="58" y="15"/>
                    <a:pt x="58" y="15"/>
                  </a:cubicBezTo>
                  <a:cubicBezTo>
                    <a:pt x="59" y="14"/>
                    <a:pt x="59" y="13"/>
                    <a:pt x="59" y="12"/>
                  </a:cubicBezTo>
                  <a:cubicBezTo>
                    <a:pt x="54" y="8"/>
                    <a:pt x="54" y="8"/>
                    <a:pt x="54" y="8"/>
                  </a:cubicBezTo>
                  <a:cubicBezTo>
                    <a:pt x="54" y="7"/>
                    <a:pt x="53" y="7"/>
                    <a:pt x="53" y="7"/>
                  </a:cubicBezTo>
                  <a:cubicBezTo>
                    <a:pt x="52" y="7"/>
                    <a:pt x="52" y="8"/>
                    <a:pt x="51" y="8"/>
                  </a:cubicBezTo>
                  <a:cubicBezTo>
                    <a:pt x="48" y="12"/>
                    <a:pt x="48" y="12"/>
                    <a:pt x="48" y="12"/>
                  </a:cubicBezTo>
                  <a:cubicBezTo>
                    <a:pt x="45" y="10"/>
                    <a:pt x="42" y="8"/>
                    <a:pt x="38" y="8"/>
                  </a:cubicBezTo>
                  <a:cubicBezTo>
                    <a:pt x="38" y="3"/>
                    <a:pt x="38" y="3"/>
                    <a:pt x="38" y="3"/>
                  </a:cubicBezTo>
                  <a:cubicBezTo>
                    <a:pt x="38" y="1"/>
                    <a:pt x="37" y="0"/>
                    <a:pt x="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23"/>
            <p:cNvSpPr>
              <a:spLocks noEditPoints="1"/>
            </p:cNvSpPr>
            <p:nvPr/>
          </p:nvSpPr>
          <p:spPr bwMode="auto">
            <a:xfrm>
              <a:off x="808038" y="2647951"/>
              <a:ext cx="180975" cy="180975"/>
            </a:xfrm>
            <a:custGeom>
              <a:avLst/>
              <a:gdLst>
                <a:gd name="T0" fmla="*/ 24 w 48"/>
                <a:gd name="T1" fmla="*/ 33 h 48"/>
                <a:gd name="T2" fmla="*/ 15 w 48"/>
                <a:gd name="T3" fmla="*/ 24 h 48"/>
                <a:gd name="T4" fmla="*/ 24 w 48"/>
                <a:gd name="T5" fmla="*/ 15 h 48"/>
                <a:gd name="T6" fmla="*/ 33 w 48"/>
                <a:gd name="T7" fmla="*/ 24 h 48"/>
                <a:gd name="T8" fmla="*/ 24 w 48"/>
                <a:gd name="T9" fmla="*/ 33 h 48"/>
                <a:gd name="T10" fmla="*/ 26 w 48"/>
                <a:gd name="T11" fmla="*/ 0 h 48"/>
                <a:gd name="T12" fmla="*/ 22 w 48"/>
                <a:gd name="T13" fmla="*/ 0 h 48"/>
                <a:gd name="T14" fmla="*/ 20 w 48"/>
                <a:gd name="T15" fmla="*/ 2 h 48"/>
                <a:gd name="T16" fmla="*/ 20 w 48"/>
                <a:gd name="T17" fmla="*/ 5 h 48"/>
                <a:gd name="T18" fmla="*/ 14 w 48"/>
                <a:gd name="T19" fmla="*/ 8 h 48"/>
                <a:gd name="T20" fmla="*/ 11 w 48"/>
                <a:gd name="T21" fmla="*/ 6 h 48"/>
                <a:gd name="T22" fmla="*/ 10 w 48"/>
                <a:gd name="T23" fmla="*/ 5 h 48"/>
                <a:gd name="T24" fmla="*/ 9 w 48"/>
                <a:gd name="T25" fmla="*/ 5 h 48"/>
                <a:gd name="T26" fmla="*/ 5 w 48"/>
                <a:gd name="T27" fmla="*/ 9 h 48"/>
                <a:gd name="T28" fmla="*/ 6 w 48"/>
                <a:gd name="T29" fmla="*/ 11 h 48"/>
                <a:gd name="T30" fmla="*/ 8 w 48"/>
                <a:gd name="T31" fmla="*/ 13 h 48"/>
                <a:gd name="T32" fmla="*/ 5 w 48"/>
                <a:gd name="T33" fmla="*/ 20 h 48"/>
                <a:gd name="T34" fmla="*/ 2 w 48"/>
                <a:gd name="T35" fmla="*/ 20 h 48"/>
                <a:gd name="T36" fmla="*/ 0 w 48"/>
                <a:gd name="T37" fmla="*/ 22 h 48"/>
                <a:gd name="T38" fmla="*/ 0 w 48"/>
                <a:gd name="T39" fmla="*/ 26 h 48"/>
                <a:gd name="T40" fmla="*/ 2 w 48"/>
                <a:gd name="T41" fmla="*/ 28 h 48"/>
                <a:gd name="T42" fmla="*/ 5 w 48"/>
                <a:gd name="T43" fmla="*/ 28 h 48"/>
                <a:gd name="T44" fmla="*/ 8 w 48"/>
                <a:gd name="T45" fmla="*/ 35 h 48"/>
                <a:gd name="T46" fmla="*/ 6 w 48"/>
                <a:gd name="T47" fmla="*/ 37 h 48"/>
                <a:gd name="T48" fmla="*/ 5 w 48"/>
                <a:gd name="T49" fmla="*/ 39 h 48"/>
                <a:gd name="T50" fmla="*/ 9 w 48"/>
                <a:gd name="T51" fmla="*/ 43 h 48"/>
                <a:gd name="T52" fmla="*/ 10 w 48"/>
                <a:gd name="T53" fmla="*/ 43 h 48"/>
                <a:gd name="T54" fmla="*/ 11 w 48"/>
                <a:gd name="T55" fmla="*/ 42 h 48"/>
                <a:gd name="T56" fmla="*/ 14 w 48"/>
                <a:gd name="T57" fmla="*/ 40 h 48"/>
                <a:gd name="T58" fmla="*/ 20 w 48"/>
                <a:gd name="T59" fmla="*/ 43 h 48"/>
                <a:gd name="T60" fmla="*/ 20 w 48"/>
                <a:gd name="T61" fmla="*/ 46 h 48"/>
                <a:gd name="T62" fmla="*/ 22 w 48"/>
                <a:gd name="T63" fmla="*/ 48 h 48"/>
                <a:gd name="T64" fmla="*/ 26 w 48"/>
                <a:gd name="T65" fmla="*/ 48 h 48"/>
                <a:gd name="T66" fmla="*/ 28 w 48"/>
                <a:gd name="T67" fmla="*/ 46 h 48"/>
                <a:gd name="T68" fmla="*/ 28 w 48"/>
                <a:gd name="T69" fmla="*/ 43 h 48"/>
                <a:gd name="T70" fmla="*/ 35 w 48"/>
                <a:gd name="T71" fmla="*/ 40 h 48"/>
                <a:gd name="T72" fmla="*/ 37 w 48"/>
                <a:gd name="T73" fmla="*/ 42 h 48"/>
                <a:gd name="T74" fmla="*/ 39 w 48"/>
                <a:gd name="T75" fmla="*/ 43 h 48"/>
                <a:gd name="T76" fmla="*/ 39 w 48"/>
                <a:gd name="T77" fmla="*/ 43 h 48"/>
                <a:gd name="T78" fmla="*/ 43 w 48"/>
                <a:gd name="T79" fmla="*/ 39 h 48"/>
                <a:gd name="T80" fmla="*/ 42 w 48"/>
                <a:gd name="T81" fmla="*/ 37 h 48"/>
                <a:gd name="T82" fmla="*/ 40 w 48"/>
                <a:gd name="T83" fmla="*/ 35 h 48"/>
                <a:gd name="T84" fmla="*/ 43 w 48"/>
                <a:gd name="T85" fmla="*/ 28 h 48"/>
                <a:gd name="T86" fmla="*/ 46 w 48"/>
                <a:gd name="T87" fmla="*/ 28 h 48"/>
                <a:gd name="T88" fmla="*/ 48 w 48"/>
                <a:gd name="T89" fmla="*/ 26 h 48"/>
                <a:gd name="T90" fmla="*/ 48 w 48"/>
                <a:gd name="T91" fmla="*/ 22 h 48"/>
                <a:gd name="T92" fmla="*/ 46 w 48"/>
                <a:gd name="T93" fmla="*/ 20 h 48"/>
                <a:gd name="T94" fmla="*/ 43 w 48"/>
                <a:gd name="T95" fmla="*/ 20 h 48"/>
                <a:gd name="T96" fmla="*/ 40 w 48"/>
                <a:gd name="T97" fmla="*/ 13 h 48"/>
                <a:gd name="T98" fmla="*/ 42 w 48"/>
                <a:gd name="T99" fmla="*/ 11 h 48"/>
                <a:gd name="T100" fmla="*/ 43 w 48"/>
                <a:gd name="T101" fmla="*/ 9 h 48"/>
                <a:gd name="T102" fmla="*/ 39 w 48"/>
                <a:gd name="T103" fmla="*/ 5 h 48"/>
                <a:gd name="T104" fmla="*/ 39 w 48"/>
                <a:gd name="T105" fmla="*/ 5 h 48"/>
                <a:gd name="T106" fmla="*/ 37 w 48"/>
                <a:gd name="T107" fmla="*/ 6 h 48"/>
                <a:gd name="T108" fmla="*/ 35 w 48"/>
                <a:gd name="T109" fmla="*/ 8 h 48"/>
                <a:gd name="T110" fmla="*/ 28 w 48"/>
                <a:gd name="T111" fmla="*/ 5 h 48"/>
                <a:gd name="T112" fmla="*/ 28 w 48"/>
                <a:gd name="T113" fmla="*/ 2 h 48"/>
                <a:gd name="T114" fmla="*/ 26 w 48"/>
                <a:gd name="T11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8" h="48">
                  <a:moveTo>
                    <a:pt x="24" y="33"/>
                  </a:moveTo>
                  <a:cubicBezTo>
                    <a:pt x="19" y="33"/>
                    <a:pt x="15" y="29"/>
                    <a:pt x="15" y="24"/>
                  </a:cubicBezTo>
                  <a:cubicBezTo>
                    <a:pt x="15" y="19"/>
                    <a:pt x="19" y="15"/>
                    <a:pt x="24" y="15"/>
                  </a:cubicBezTo>
                  <a:cubicBezTo>
                    <a:pt x="29" y="15"/>
                    <a:pt x="33" y="19"/>
                    <a:pt x="33" y="24"/>
                  </a:cubicBezTo>
                  <a:cubicBezTo>
                    <a:pt x="33" y="29"/>
                    <a:pt x="29" y="33"/>
                    <a:pt x="24" y="33"/>
                  </a:cubicBezTo>
                  <a:moveTo>
                    <a:pt x="26" y="0"/>
                  </a:moveTo>
                  <a:cubicBezTo>
                    <a:pt x="22" y="0"/>
                    <a:pt x="22" y="0"/>
                    <a:pt x="22" y="0"/>
                  </a:cubicBezTo>
                  <a:cubicBezTo>
                    <a:pt x="21" y="0"/>
                    <a:pt x="20" y="1"/>
                    <a:pt x="20" y="2"/>
                  </a:cubicBezTo>
                  <a:cubicBezTo>
                    <a:pt x="20" y="5"/>
                    <a:pt x="20" y="5"/>
                    <a:pt x="20" y="5"/>
                  </a:cubicBezTo>
                  <a:cubicBezTo>
                    <a:pt x="18" y="6"/>
                    <a:pt x="16" y="7"/>
                    <a:pt x="14" y="8"/>
                  </a:cubicBezTo>
                  <a:cubicBezTo>
                    <a:pt x="11" y="6"/>
                    <a:pt x="11" y="6"/>
                    <a:pt x="11" y="6"/>
                  </a:cubicBezTo>
                  <a:cubicBezTo>
                    <a:pt x="11" y="5"/>
                    <a:pt x="10" y="5"/>
                    <a:pt x="10" y="5"/>
                  </a:cubicBezTo>
                  <a:cubicBezTo>
                    <a:pt x="9" y="5"/>
                    <a:pt x="9" y="5"/>
                    <a:pt x="9" y="5"/>
                  </a:cubicBezTo>
                  <a:cubicBezTo>
                    <a:pt x="5" y="9"/>
                    <a:pt x="5" y="9"/>
                    <a:pt x="5" y="9"/>
                  </a:cubicBezTo>
                  <a:cubicBezTo>
                    <a:pt x="5" y="9"/>
                    <a:pt x="5" y="10"/>
                    <a:pt x="6" y="11"/>
                  </a:cubicBezTo>
                  <a:cubicBezTo>
                    <a:pt x="8" y="13"/>
                    <a:pt x="8" y="13"/>
                    <a:pt x="8" y="13"/>
                  </a:cubicBezTo>
                  <a:cubicBezTo>
                    <a:pt x="7" y="15"/>
                    <a:pt x="6" y="18"/>
                    <a:pt x="5" y="20"/>
                  </a:cubicBezTo>
                  <a:cubicBezTo>
                    <a:pt x="2" y="20"/>
                    <a:pt x="2" y="20"/>
                    <a:pt x="2" y="20"/>
                  </a:cubicBezTo>
                  <a:cubicBezTo>
                    <a:pt x="1" y="20"/>
                    <a:pt x="0" y="21"/>
                    <a:pt x="0" y="22"/>
                  </a:cubicBezTo>
                  <a:cubicBezTo>
                    <a:pt x="0" y="26"/>
                    <a:pt x="0" y="26"/>
                    <a:pt x="0" y="26"/>
                  </a:cubicBezTo>
                  <a:cubicBezTo>
                    <a:pt x="0" y="27"/>
                    <a:pt x="1" y="28"/>
                    <a:pt x="2" y="28"/>
                  </a:cubicBezTo>
                  <a:cubicBezTo>
                    <a:pt x="5" y="28"/>
                    <a:pt x="5" y="28"/>
                    <a:pt x="5" y="28"/>
                  </a:cubicBezTo>
                  <a:cubicBezTo>
                    <a:pt x="6" y="30"/>
                    <a:pt x="7" y="32"/>
                    <a:pt x="8" y="35"/>
                  </a:cubicBezTo>
                  <a:cubicBezTo>
                    <a:pt x="6" y="37"/>
                    <a:pt x="6" y="37"/>
                    <a:pt x="6" y="37"/>
                  </a:cubicBezTo>
                  <a:cubicBezTo>
                    <a:pt x="5" y="38"/>
                    <a:pt x="5" y="39"/>
                    <a:pt x="5" y="39"/>
                  </a:cubicBezTo>
                  <a:cubicBezTo>
                    <a:pt x="9" y="43"/>
                    <a:pt x="9" y="43"/>
                    <a:pt x="9" y="43"/>
                  </a:cubicBezTo>
                  <a:cubicBezTo>
                    <a:pt x="9" y="43"/>
                    <a:pt x="9" y="43"/>
                    <a:pt x="10" y="43"/>
                  </a:cubicBezTo>
                  <a:cubicBezTo>
                    <a:pt x="10" y="43"/>
                    <a:pt x="11" y="43"/>
                    <a:pt x="11" y="42"/>
                  </a:cubicBezTo>
                  <a:cubicBezTo>
                    <a:pt x="14" y="40"/>
                    <a:pt x="14" y="40"/>
                    <a:pt x="14" y="40"/>
                  </a:cubicBezTo>
                  <a:cubicBezTo>
                    <a:pt x="16" y="41"/>
                    <a:pt x="18" y="42"/>
                    <a:pt x="20" y="43"/>
                  </a:cubicBezTo>
                  <a:cubicBezTo>
                    <a:pt x="20" y="46"/>
                    <a:pt x="20" y="46"/>
                    <a:pt x="20" y="46"/>
                  </a:cubicBezTo>
                  <a:cubicBezTo>
                    <a:pt x="20" y="47"/>
                    <a:pt x="21" y="48"/>
                    <a:pt x="22" y="48"/>
                  </a:cubicBezTo>
                  <a:cubicBezTo>
                    <a:pt x="26" y="48"/>
                    <a:pt x="26" y="48"/>
                    <a:pt x="26" y="48"/>
                  </a:cubicBezTo>
                  <a:cubicBezTo>
                    <a:pt x="27" y="48"/>
                    <a:pt x="28" y="47"/>
                    <a:pt x="28" y="46"/>
                  </a:cubicBezTo>
                  <a:cubicBezTo>
                    <a:pt x="28" y="43"/>
                    <a:pt x="28" y="43"/>
                    <a:pt x="28" y="43"/>
                  </a:cubicBezTo>
                  <a:cubicBezTo>
                    <a:pt x="30" y="42"/>
                    <a:pt x="33" y="41"/>
                    <a:pt x="35" y="40"/>
                  </a:cubicBezTo>
                  <a:cubicBezTo>
                    <a:pt x="37" y="42"/>
                    <a:pt x="37" y="42"/>
                    <a:pt x="37" y="42"/>
                  </a:cubicBezTo>
                  <a:cubicBezTo>
                    <a:pt x="38" y="43"/>
                    <a:pt x="38" y="43"/>
                    <a:pt x="39" y="43"/>
                  </a:cubicBezTo>
                  <a:cubicBezTo>
                    <a:pt x="39" y="43"/>
                    <a:pt x="39" y="43"/>
                    <a:pt x="39" y="43"/>
                  </a:cubicBezTo>
                  <a:cubicBezTo>
                    <a:pt x="43" y="39"/>
                    <a:pt x="43" y="39"/>
                    <a:pt x="43" y="39"/>
                  </a:cubicBezTo>
                  <a:cubicBezTo>
                    <a:pt x="43" y="39"/>
                    <a:pt x="43" y="38"/>
                    <a:pt x="42" y="37"/>
                  </a:cubicBezTo>
                  <a:cubicBezTo>
                    <a:pt x="40" y="35"/>
                    <a:pt x="40" y="35"/>
                    <a:pt x="40" y="35"/>
                  </a:cubicBezTo>
                  <a:cubicBezTo>
                    <a:pt x="41" y="32"/>
                    <a:pt x="42" y="30"/>
                    <a:pt x="43" y="28"/>
                  </a:cubicBezTo>
                  <a:cubicBezTo>
                    <a:pt x="46" y="28"/>
                    <a:pt x="46" y="28"/>
                    <a:pt x="46" y="28"/>
                  </a:cubicBezTo>
                  <a:cubicBezTo>
                    <a:pt x="47" y="28"/>
                    <a:pt x="48" y="27"/>
                    <a:pt x="48" y="26"/>
                  </a:cubicBezTo>
                  <a:cubicBezTo>
                    <a:pt x="48" y="22"/>
                    <a:pt x="48" y="22"/>
                    <a:pt x="48" y="22"/>
                  </a:cubicBezTo>
                  <a:cubicBezTo>
                    <a:pt x="48" y="21"/>
                    <a:pt x="47" y="20"/>
                    <a:pt x="46" y="20"/>
                  </a:cubicBezTo>
                  <a:cubicBezTo>
                    <a:pt x="43" y="20"/>
                    <a:pt x="43" y="20"/>
                    <a:pt x="43" y="20"/>
                  </a:cubicBezTo>
                  <a:cubicBezTo>
                    <a:pt x="42" y="18"/>
                    <a:pt x="41" y="15"/>
                    <a:pt x="40" y="13"/>
                  </a:cubicBezTo>
                  <a:cubicBezTo>
                    <a:pt x="42" y="11"/>
                    <a:pt x="42" y="11"/>
                    <a:pt x="42" y="11"/>
                  </a:cubicBezTo>
                  <a:cubicBezTo>
                    <a:pt x="43" y="10"/>
                    <a:pt x="43" y="9"/>
                    <a:pt x="43" y="9"/>
                  </a:cubicBezTo>
                  <a:cubicBezTo>
                    <a:pt x="39" y="5"/>
                    <a:pt x="39" y="5"/>
                    <a:pt x="39" y="5"/>
                  </a:cubicBezTo>
                  <a:cubicBezTo>
                    <a:pt x="39" y="5"/>
                    <a:pt x="39" y="5"/>
                    <a:pt x="39" y="5"/>
                  </a:cubicBezTo>
                  <a:cubicBezTo>
                    <a:pt x="38" y="5"/>
                    <a:pt x="38" y="5"/>
                    <a:pt x="37" y="6"/>
                  </a:cubicBezTo>
                  <a:cubicBezTo>
                    <a:pt x="35" y="8"/>
                    <a:pt x="35" y="8"/>
                    <a:pt x="35" y="8"/>
                  </a:cubicBezTo>
                  <a:cubicBezTo>
                    <a:pt x="33" y="7"/>
                    <a:pt x="30" y="6"/>
                    <a:pt x="28" y="5"/>
                  </a:cubicBezTo>
                  <a:cubicBezTo>
                    <a:pt x="28" y="2"/>
                    <a:pt x="28" y="2"/>
                    <a:pt x="28" y="2"/>
                  </a:cubicBezTo>
                  <a:cubicBezTo>
                    <a:pt x="28" y="1"/>
                    <a:pt x="27" y="0"/>
                    <a:pt x="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34" name="Freeform 5"/>
          <p:cNvSpPr>
            <a:spLocks noEditPoints="1"/>
          </p:cNvSpPr>
          <p:nvPr/>
        </p:nvSpPr>
        <p:spPr bwMode="auto">
          <a:xfrm>
            <a:off x="2853834" y="4764159"/>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8820A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5" name="Freeform 9"/>
          <p:cNvSpPr>
            <a:spLocks noEditPoints="1"/>
          </p:cNvSpPr>
          <p:nvPr/>
        </p:nvSpPr>
        <p:spPr bwMode="auto">
          <a:xfrm>
            <a:off x="2853834" y="2428627"/>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F1903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6" name="Freeform 10"/>
          <p:cNvSpPr>
            <a:spLocks noEditPoints="1"/>
          </p:cNvSpPr>
          <p:nvPr/>
        </p:nvSpPr>
        <p:spPr bwMode="auto">
          <a:xfrm>
            <a:off x="2853834" y="3597187"/>
            <a:ext cx="295275" cy="293688"/>
          </a:xfrm>
          <a:custGeom>
            <a:avLst/>
            <a:gdLst>
              <a:gd name="T0" fmla="*/ 74 w 147"/>
              <a:gd name="T1" fmla="*/ 146 h 146"/>
              <a:gd name="T2" fmla="*/ 0 w 147"/>
              <a:gd name="T3" fmla="*/ 73 h 146"/>
              <a:gd name="T4" fmla="*/ 74 w 147"/>
              <a:gd name="T5" fmla="*/ 0 h 146"/>
              <a:gd name="T6" fmla="*/ 147 w 147"/>
              <a:gd name="T7" fmla="*/ 73 h 146"/>
              <a:gd name="T8" fmla="*/ 74 w 147"/>
              <a:gd name="T9" fmla="*/ 146 h 146"/>
              <a:gd name="T10" fmla="*/ 74 w 147"/>
              <a:gd name="T11" fmla="*/ 16 h 146"/>
              <a:gd name="T12" fmla="*/ 16 w 147"/>
              <a:gd name="T13" fmla="*/ 73 h 146"/>
              <a:gd name="T14" fmla="*/ 74 w 147"/>
              <a:gd name="T15" fmla="*/ 130 h 146"/>
              <a:gd name="T16" fmla="*/ 131 w 147"/>
              <a:gd name="T17" fmla="*/ 73 h 146"/>
              <a:gd name="T18" fmla="*/ 74 w 147"/>
              <a:gd name="T19" fmla="*/ 1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6">
                <a:moveTo>
                  <a:pt x="74" y="146"/>
                </a:moveTo>
                <a:cubicBezTo>
                  <a:pt x="33" y="146"/>
                  <a:pt x="0" y="114"/>
                  <a:pt x="0" y="73"/>
                </a:cubicBezTo>
                <a:cubicBezTo>
                  <a:pt x="0" y="33"/>
                  <a:pt x="33" y="0"/>
                  <a:pt x="74" y="0"/>
                </a:cubicBezTo>
                <a:cubicBezTo>
                  <a:pt x="114" y="0"/>
                  <a:pt x="147" y="33"/>
                  <a:pt x="147" y="73"/>
                </a:cubicBezTo>
                <a:cubicBezTo>
                  <a:pt x="147" y="114"/>
                  <a:pt x="114" y="146"/>
                  <a:pt x="74" y="146"/>
                </a:cubicBezTo>
                <a:close/>
                <a:moveTo>
                  <a:pt x="74" y="16"/>
                </a:moveTo>
                <a:cubicBezTo>
                  <a:pt x="42" y="16"/>
                  <a:pt x="16" y="41"/>
                  <a:pt x="16" y="73"/>
                </a:cubicBezTo>
                <a:cubicBezTo>
                  <a:pt x="16" y="105"/>
                  <a:pt x="42" y="130"/>
                  <a:pt x="74" y="130"/>
                </a:cubicBezTo>
                <a:cubicBezTo>
                  <a:pt x="106" y="130"/>
                  <a:pt x="131" y="105"/>
                  <a:pt x="131" y="73"/>
                </a:cubicBezTo>
                <a:cubicBezTo>
                  <a:pt x="131" y="41"/>
                  <a:pt x="106" y="16"/>
                  <a:pt x="74" y="16"/>
                </a:cubicBezTo>
                <a:close/>
              </a:path>
            </a:pathLst>
          </a:custGeom>
          <a:solidFill>
            <a:srgbClr val="EA2F6C"/>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7" name="文本框 136"/>
          <p:cNvSpPr txBox="1"/>
          <p:nvPr/>
        </p:nvSpPr>
        <p:spPr>
          <a:xfrm>
            <a:off x="9154991" y="3463535"/>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138" name="文本框 137"/>
          <p:cNvSpPr txBox="1"/>
          <p:nvPr/>
        </p:nvSpPr>
        <p:spPr>
          <a:xfrm>
            <a:off x="9154991" y="2308404"/>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139" name="文本框 138"/>
          <p:cNvSpPr txBox="1"/>
          <p:nvPr/>
        </p:nvSpPr>
        <p:spPr>
          <a:xfrm>
            <a:off x="9154991" y="4618666"/>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140" name="文本框 139"/>
          <p:cNvSpPr txBox="1"/>
          <p:nvPr/>
        </p:nvSpPr>
        <p:spPr>
          <a:xfrm>
            <a:off x="45529" y="2308404"/>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41" name="文本框 140"/>
          <p:cNvSpPr txBox="1"/>
          <p:nvPr/>
        </p:nvSpPr>
        <p:spPr>
          <a:xfrm>
            <a:off x="45529" y="3463535"/>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42" name="文本框 141"/>
          <p:cNvSpPr txBox="1"/>
          <p:nvPr/>
        </p:nvSpPr>
        <p:spPr>
          <a:xfrm>
            <a:off x="45529" y="4618666"/>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43" name="Freeform 5"/>
          <p:cNvSpPr>
            <a:spLocks noEditPoints="1"/>
          </p:cNvSpPr>
          <p:nvPr/>
        </p:nvSpPr>
        <p:spPr bwMode="auto">
          <a:xfrm>
            <a:off x="8894357" y="4764159"/>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3A83CB"/>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4" name="Freeform 9"/>
          <p:cNvSpPr>
            <a:spLocks noEditPoints="1"/>
          </p:cNvSpPr>
          <p:nvPr/>
        </p:nvSpPr>
        <p:spPr bwMode="auto">
          <a:xfrm>
            <a:off x="8894357" y="2428627"/>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9ED62E"/>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5" name="Freeform 10"/>
          <p:cNvSpPr>
            <a:spLocks noEditPoints="1"/>
          </p:cNvSpPr>
          <p:nvPr/>
        </p:nvSpPr>
        <p:spPr bwMode="auto">
          <a:xfrm>
            <a:off x="8894357" y="3597187"/>
            <a:ext cx="295275" cy="293688"/>
          </a:xfrm>
          <a:custGeom>
            <a:avLst/>
            <a:gdLst>
              <a:gd name="T0" fmla="*/ 74 w 147"/>
              <a:gd name="T1" fmla="*/ 146 h 146"/>
              <a:gd name="T2" fmla="*/ 0 w 147"/>
              <a:gd name="T3" fmla="*/ 73 h 146"/>
              <a:gd name="T4" fmla="*/ 74 w 147"/>
              <a:gd name="T5" fmla="*/ 0 h 146"/>
              <a:gd name="T6" fmla="*/ 147 w 147"/>
              <a:gd name="T7" fmla="*/ 73 h 146"/>
              <a:gd name="T8" fmla="*/ 74 w 147"/>
              <a:gd name="T9" fmla="*/ 146 h 146"/>
              <a:gd name="T10" fmla="*/ 74 w 147"/>
              <a:gd name="T11" fmla="*/ 16 h 146"/>
              <a:gd name="T12" fmla="*/ 16 w 147"/>
              <a:gd name="T13" fmla="*/ 73 h 146"/>
              <a:gd name="T14" fmla="*/ 74 w 147"/>
              <a:gd name="T15" fmla="*/ 130 h 146"/>
              <a:gd name="T16" fmla="*/ 131 w 147"/>
              <a:gd name="T17" fmla="*/ 73 h 146"/>
              <a:gd name="T18" fmla="*/ 74 w 147"/>
              <a:gd name="T19" fmla="*/ 1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6">
                <a:moveTo>
                  <a:pt x="74" y="146"/>
                </a:moveTo>
                <a:cubicBezTo>
                  <a:pt x="33" y="146"/>
                  <a:pt x="0" y="114"/>
                  <a:pt x="0" y="73"/>
                </a:cubicBezTo>
                <a:cubicBezTo>
                  <a:pt x="0" y="33"/>
                  <a:pt x="33" y="0"/>
                  <a:pt x="74" y="0"/>
                </a:cubicBezTo>
                <a:cubicBezTo>
                  <a:pt x="114" y="0"/>
                  <a:pt x="147" y="33"/>
                  <a:pt x="147" y="73"/>
                </a:cubicBezTo>
                <a:cubicBezTo>
                  <a:pt x="147" y="114"/>
                  <a:pt x="114" y="146"/>
                  <a:pt x="74" y="146"/>
                </a:cubicBezTo>
                <a:close/>
                <a:moveTo>
                  <a:pt x="74" y="16"/>
                </a:moveTo>
                <a:cubicBezTo>
                  <a:pt x="42" y="16"/>
                  <a:pt x="16" y="41"/>
                  <a:pt x="16" y="73"/>
                </a:cubicBezTo>
                <a:cubicBezTo>
                  <a:pt x="16" y="105"/>
                  <a:pt x="42" y="130"/>
                  <a:pt x="74" y="130"/>
                </a:cubicBezTo>
                <a:cubicBezTo>
                  <a:pt x="106" y="130"/>
                  <a:pt x="131" y="105"/>
                  <a:pt x="131" y="73"/>
                </a:cubicBezTo>
                <a:cubicBezTo>
                  <a:pt x="131" y="41"/>
                  <a:pt x="106" y="16"/>
                  <a:pt x="74" y="16"/>
                </a:cubicBezTo>
                <a:close/>
              </a:path>
            </a:pathLst>
          </a:custGeom>
          <a:solidFill>
            <a:srgbClr val="2BAA8C"/>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146" name="组合 78"/>
          <p:cNvGrpSpPr>
            <a:grpSpLocks noChangeAspect="1"/>
          </p:cNvGrpSpPr>
          <p:nvPr/>
        </p:nvGrpSpPr>
        <p:grpSpPr>
          <a:xfrm>
            <a:off x="5543544" y="2578313"/>
            <a:ext cx="1104912" cy="946004"/>
            <a:chOff x="2162176" y="-104775"/>
            <a:chExt cx="1655763" cy="1417638"/>
          </a:xfrm>
          <a:solidFill>
            <a:srgbClr val="7F7F7F"/>
          </a:solidFill>
        </p:grpSpPr>
        <p:sp>
          <p:nvSpPr>
            <p:cNvPr id="147" name="Freeform 3767"/>
            <p:cNvSpPr>
              <a:spLocks/>
            </p:cNvSpPr>
            <p:nvPr/>
          </p:nvSpPr>
          <p:spPr bwMode="auto">
            <a:xfrm>
              <a:off x="2311401" y="104775"/>
              <a:ext cx="1370013" cy="1208088"/>
            </a:xfrm>
            <a:custGeom>
              <a:avLst/>
              <a:gdLst>
                <a:gd name="T0" fmla="*/ 231 w 431"/>
                <a:gd name="T1" fmla="*/ 6 h 380"/>
                <a:gd name="T2" fmla="*/ 190 w 431"/>
                <a:gd name="T3" fmla="*/ 7 h 380"/>
                <a:gd name="T4" fmla="*/ 20 w 431"/>
                <a:gd name="T5" fmla="*/ 106 h 380"/>
                <a:gd name="T6" fmla="*/ 0 w 431"/>
                <a:gd name="T7" fmla="*/ 142 h 380"/>
                <a:gd name="T8" fmla="*/ 0 w 431"/>
                <a:gd name="T9" fmla="*/ 357 h 380"/>
                <a:gd name="T10" fmla="*/ 24 w 431"/>
                <a:gd name="T11" fmla="*/ 380 h 380"/>
                <a:gd name="T12" fmla="*/ 124 w 431"/>
                <a:gd name="T13" fmla="*/ 380 h 380"/>
                <a:gd name="T14" fmla="*/ 148 w 431"/>
                <a:gd name="T15" fmla="*/ 357 h 380"/>
                <a:gd name="T16" fmla="*/ 148 w 431"/>
                <a:gd name="T17" fmla="*/ 258 h 380"/>
                <a:gd name="T18" fmla="*/ 171 w 431"/>
                <a:gd name="T19" fmla="*/ 235 h 380"/>
                <a:gd name="T20" fmla="*/ 260 w 431"/>
                <a:gd name="T21" fmla="*/ 235 h 380"/>
                <a:gd name="T22" fmla="*/ 283 w 431"/>
                <a:gd name="T23" fmla="*/ 258 h 380"/>
                <a:gd name="T24" fmla="*/ 283 w 431"/>
                <a:gd name="T25" fmla="*/ 357 h 380"/>
                <a:gd name="T26" fmla="*/ 307 w 431"/>
                <a:gd name="T27" fmla="*/ 380 h 380"/>
                <a:gd name="T28" fmla="*/ 407 w 431"/>
                <a:gd name="T29" fmla="*/ 380 h 380"/>
                <a:gd name="T30" fmla="*/ 431 w 431"/>
                <a:gd name="T31" fmla="*/ 357 h 380"/>
                <a:gd name="T32" fmla="*/ 431 w 431"/>
                <a:gd name="T33" fmla="*/ 142 h 380"/>
                <a:gd name="T34" fmla="*/ 410 w 431"/>
                <a:gd name="T35" fmla="*/ 107 h 380"/>
                <a:gd name="T36" fmla="*/ 231 w 431"/>
                <a:gd name="T37" fmla="*/ 6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31" h="380">
                  <a:moveTo>
                    <a:pt x="231" y="6"/>
                  </a:moveTo>
                  <a:cubicBezTo>
                    <a:pt x="220" y="0"/>
                    <a:pt x="201" y="0"/>
                    <a:pt x="190" y="7"/>
                  </a:cubicBezTo>
                  <a:cubicBezTo>
                    <a:pt x="20" y="106"/>
                    <a:pt x="20" y="106"/>
                    <a:pt x="20" y="106"/>
                  </a:cubicBezTo>
                  <a:cubicBezTo>
                    <a:pt x="9" y="113"/>
                    <a:pt x="0" y="129"/>
                    <a:pt x="0" y="142"/>
                  </a:cubicBezTo>
                  <a:cubicBezTo>
                    <a:pt x="0" y="357"/>
                    <a:pt x="0" y="357"/>
                    <a:pt x="0" y="357"/>
                  </a:cubicBezTo>
                  <a:cubicBezTo>
                    <a:pt x="0" y="370"/>
                    <a:pt x="10" y="380"/>
                    <a:pt x="24" y="380"/>
                  </a:cubicBezTo>
                  <a:cubicBezTo>
                    <a:pt x="124" y="380"/>
                    <a:pt x="124" y="380"/>
                    <a:pt x="124" y="380"/>
                  </a:cubicBezTo>
                  <a:cubicBezTo>
                    <a:pt x="137" y="380"/>
                    <a:pt x="148" y="370"/>
                    <a:pt x="148" y="357"/>
                  </a:cubicBezTo>
                  <a:cubicBezTo>
                    <a:pt x="148" y="258"/>
                    <a:pt x="148" y="258"/>
                    <a:pt x="148" y="258"/>
                  </a:cubicBezTo>
                  <a:cubicBezTo>
                    <a:pt x="148" y="245"/>
                    <a:pt x="158" y="235"/>
                    <a:pt x="171" y="235"/>
                  </a:cubicBezTo>
                  <a:cubicBezTo>
                    <a:pt x="260" y="235"/>
                    <a:pt x="260" y="235"/>
                    <a:pt x="260" y="235"/>
                  </a:cubicBezTo>
                  <a:cubicBezTo>
                    <a:pt x="273" y="235"/>
                    <a:pt x="283" y="245"/>
                    <a:pt x="283" y="258"/>
                  </a:cubicBezTo>
                  <a:cubicBezTo>
                    <a:pt x="283" y="357"/>
                    <a:pt x="283" y="357"/>
                    <a:pt x="283" y="357"/>
                  </a:cubicBezTo>
                  <a:cubicBezTo>
                    <a:pt x="283" y="370"/>
                    <a:pt x="294" y="380"/>
                    <a:pt x="307" y="380"/>
                  </a:cubicBezTo>
                  <a:cubicBezTo>
                    <a:pt x="407" y="380"/>
                    <a:pt x="407" y="380"/>
                    <a:pt x="407" y="380"/>
                  </a:cubicBezTo>
                  <a:cubicBezTo>
                    <a:pt x="420" y="380"/>
                    <a:pt x="431" y="370"/>
                    <a:pt x="431" y="357"/>
                  </a:cubicBezTo>
                  <a:cubicBezTo>
                    <a:pt x="431" y="142"/>
                    <a:pt x="431" y="142"/>
                    <a:pt x="431" y="142"/>
                  </a:cubicBezTo>
                  <a:cubicBezTo>
                    <a:pt x="431" y="129"/>
                    <a:pt x="422" y="113"/>
                    <a:pt x="410" y="107"/>
                  </a:cubicBezTo>
                  <a:lnTo>
                    <a:pt x="231"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48" name="Freeform 3768"/>
            <p:cNvSpPr>
              <a:spLocks/>
            </p:cNvSpPr>
            <p:nvPr/>
          </p:nvSpPr>
          <p:spPr bwMode="auto">
            <a:xfrm>
              <a:off x="2162176" y="-104775"/>
              <a:ext cx="1655763" cy="552450"/>
            </a:xfrm>
            <a:custGeom>
              <a:avLst/>
              <a:gdLst>
                <a:gd name="T0" fmla="*/ 516 w 521"/>
                <a:gd name="T1" fmla="*/ 165 h 174"/>
                <a:gd name="T2" fmla="*/ 487 w 521"/>
                <a:gd name="T3" fmla="*/ 167 h 174"/>
                <a:gd name="T4" fmla="*/ 276 w 521"/>
                <a:gd name="T5" fmla="*/ 45 h 174"/>
                <a:gd name="T6" fmla="*/ 235 w 521"/>
                <a:gd name="T7" fmla="*/ 45 h 174"/>
                <a:gd name="T8" fmla="*/ 34 w 521"/>
                <a:gd name="T9" fmla="*/ 167 h 174"/>
                <a:gd name="T10" fmla="*/ 5 w 521"/>
                <a:gd name="T11" fmla="*/ 165 h 174"/>
                <a:gd name="T12" fmla="*/ 16 w 521"/>
                <a:gd name="T13" fmla="*/ 138 h 174"/>
                <a:gd name="T14" fmla="*/ 235 w 521"/>
                <a:gd name="T15" fmla="*/ 7 h 174"/>
                <a:gd name="T16" fmla="*/ 276 w 521"/>
                <a:gd name="T17" fmla="*/ 6 h 174"/>
                <a:gd name="T18" fmla="*/ 504 w 521"/>
                <a:gd name="T19" fmla="*/ 139 h 174"/>
                <a:gd name="T20" fmla="*/ 516 w 521"/>
                <a:gd name="T21" fmla="*/ 16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1" h="174">
                  <a:moveTo>
                    <a:pt x="516" y="165"/>
                  </a:moveTo>
                  <a:cubicBezTo>
                    <a:pt x="512" y="173"/>
                    <a:pt x="499" y="174"/>
                    <a:pt x="487" y="167"/>
                  </a:cubicBezTo>
                  <a:cubicBezTo>
                    <a:pt x="276" y="45"/>
                    <a:pt x="276" y="45"/>
                    <a:pt x="276" y="45"/>
                  </a:cubicBezTo>
                  <a:cubicBezTo>
                    <a:pt x="265" y="38"/>
                    <a:pt x="247" y="38"/>
                    <a:pt x="235" y="45"/>
                  </a:cubicBezTo>
                  <a:cubicBezTo>
                    <a:pt x="34" y="167"/>
                    <a:pt x="34" y="167"/>
                    <a:pt x="34" y="167"/>
                  </a:cubicBezTo>
                  <a:cubicBezTo>
                    <a:pt x="22" y="174"/>
                    <a:pt x="9" y="173"/>
                    <a:pt x="5" y="165"/>
                  </a:cubicBezTo>
                  <a:cubicBezTo>
                    <a:pt x="0" y="157"/>
                    <a:pt x="5" y="145"/>
                    <a:pt x="16" y="138"/>
                  </a:cubicBezTo>
                  <a:cubicBezTo>
                    <a:pt x="235" y="7"/>
                    <a:pt x="235" y="7"/>
                    <a:pt x="235" y="7"/>
                  </a:cubicBezTo>
                  <a:cubicBezTo>
                    <a:pt x="246" y="0"/>
                    <a:pt x="265" y="0"/>
                    <a:pt x="276" y="6"/>
                  </a:cubicBezTo>
                  <a:cubicBezTo>
                    <a:pt x="504" y="139"/>
                    <a:pt x="504" y="139"/>
                    <a:pt x="504" y="139"/>
                  </a:cubicBezTo>
                  <a:cubicBezTo>
                    <a:pt x="515" y="145"/>
                    <a:pt x="521" y="157"/>
                    <a:pt x="516" y="1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grpSp>
      <p:sp>
        <p:nvSpPr>
          <p:cNvPr id="149" name="文本框 148"/>
          <p:cNvSpPr txBox="1"/>
          <p:nvPr/>
        </p:nvSpPr>
        <p:spPr>
          <a:xfrm>
            <a:off x="5250531" y="3659469"/>
            <a:ext cx="1669461"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p:txBody>
      </p:sp>
      <p:sp>
        <p:nvSpPr>
          <p:cNvPr id="150" name="Rectangle 58"/>
          <p:cNvSpPr/>
          <p:nvPr/>
        </p:nvSpPr>
        <p:spPr>
          <a:xfrm>
            <a:off x="5355818" y="4079737"/>
            <a:ext cx="1458887"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添加内容</a:t>
            </a:r>
          </a:p>
        </p:txBody>
      </p:sp>
    </p:spTree>
    <p:extLst>
      <p:ext uri="{BB962C8B-B14F-4D97-AF65-F5344CB8AC3E}">
        <p14:creationId xmlns:p14="http://schemas.microsoft.com/office/powerpoint/2010/main" val="860403709"/>
      </p:ext>
    </p:extLst>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10"/>
          <p:cNvSpPr>
            <a:spLocks/>
          </p:cNvSpPr>
          <p:nvPr/>
        </p:nvSpPr>
        <p:spPr bwMode="auto">
          <a:xfrm rot="16200000">
            <a:off x="3459899" y="3187533"/>
            <a:ext cx="1336383" cy="1496845"/>
          </a:xfrm>
          <a:custGeom>
            <a:avLst/>
            <a:gdLst>
              <a:gd name="T0" fmla="*/ 266 w 470"/>
              <a:gd name="T1" fmla="*/ 516 h 526"/>
              <a:gd name="T2" fmla="*/ 204 w 470"/>
              <a:gd name="T3" fmla="*/ 516 h 526"/>
              <a:gd name="T4" fmla="*/ 31 w 470"/>
              <a:gd name="T5" fmla="*/ 416 h 526"/>
              <a:gd name="T6" fmla="*/ 0 w 470"/>
              <a:gd name="T7" fmla="*/ 362 h 526"/>
              <a:gd name="T8" fmla="*/ 0 w 470"/>
              <a:gd name="T9" fmla="*/ 163 h 526"/>
              <a:gd name="T10" fmla="*/ 31 w 470"/>
              <a:gd name="T11" fmla="*/ 109 h 526"/>
              <a:gd name="T12" fmla="*/ 204 w 470"/>
              <a:gd name="T13" fmla="*/ 10 h 526"/>
              <a:gd name="T14" fmla="*/ 266 w 470"/>
              <a:gd name="T15" fmla="*/ 10 h 526"/>
              <a:gd name="T16" fmla="*/ 439 w 470"/>
              <a:gd name="T17" fmla="*/ 109 h 526"/>
              <a:gd name="T18" fmla="*/ 470 w 470"/>
              <a:gd name="T19" fmla="*/ 163 h 526"/>
              <a:gd name="T20" fmla="*/ 470 w 470"/>
              <a:gd name="T21" fmla="*/ 362 h 526"/>
              <a:gd name="T22" fmla="*/ 439 w 470"/>
              <a:gd name="T23" fmla="*/ 416 h 526"/>
              <a:gd name="T24" fmla="*/ 266 w 470"/>
              <a:gd name="T25" fmla="*/ 51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0" h="526">
                <a:moveTo>
                  <a:pt x="266" y="516"/>
                </a:moveTo>
                <a:cubicBezTo>
                  <a:pt x="249" y="526"/>
                  <a:pt x="221" y="526"/>
                  <a:pt x="204" y="516"/>
                </a:cubicBezTo>
                <a:cubicBezTo>
                  <a:pt x="31" y="416"/>
                  <a:pt x="31" y="416"/>
                  <a:pt x="31" y="416"/>
                </a:cubicBezTo>
                <a:cubicBezTo>
                  <a:pt x="14" y="406"/>
                  <a:pt x="0" y="382"/>
                  <a:pt x="0" y="362"/>
                </a:cubicBezTo>
                <a:cubicBezTo>
                  <a:pt x="0" y="163"/>
                  <a:pt x="0" y="163"/>
                  <a:pt x="0" y="163"/>
                </a:cubicBezTo>
                <a:cubicBezTo>
                  <a:pt x="0" y="143"/>
                  <a:pt x="14" y="119"/>
                  <a:pt x="31" y="109"/>
                </a:cubicBezTo>
                <a:cubicBezTo>
                  <a:pt x="204" y="10"/>
                  <a:pt x="204" y="10"/>
                  <a:pt x="204" y="10"/>
                </a:cubicBezTo>
                <a:cubicBezTo>
                  <a:pt x="221" y="0"/>
                  <a:pt x="249" y="0"/>
                  <a:pt x="266" y="10"/>
                </a:cubicBezTo>
                <a:cubicBezTo>
                  <a:pt x="439" y="109"/>
                  <a:pt x="439" y="109"/>
                  <a:pt x="439" y="109"/>
                </a:cubicBezTo>
                <a:cubicBezTo>
                  <a:pt x="456" y="119"/>
                  <a:pt x="470" y="143"/>
                  <a:pt x="470" y="163"/>
                </a:cubicBezTo>
                <a:cubicBezTo>
                  <a:pt x="470" y="362"/>
                  <a:pt x="470" y="362"/>
                  <a:pt x="470" y="362"/>
                </a:cubicBezTo>
                <a:cubicBezTo>
                  <a:pt x="470" y="382"/>
                  <a:pt x="456" y="406"/>
                  <a:pt x="439" y="416"/>
                </a:cubicBezTo>
                <a:lnTo>
                  <a:pt x="266" y="516"/>
                </a:lnTo>
                <a:close/>
              </a:path>
            </a:pathLst>
          </a:custGeom>
          <a:solidFill>
            <a:srgbClr val="B7288D"/>
          </a:solidFill>
          <a:ln w="22225">
            <a:solidFill>
              <a:schemeClr val="bg1"/>
            </a:solidFill>
          </a:ln>
          <a:effectLst>
            <a:outerShdw blurRad="254000" dist="114300" dir="8100000" sx="102000" sy="102000" algn="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3" name="Freeform 10"/>
          <p:cNvSpPr>
            <a:spLocks/>
          </p:cNvSpPr>
          <p:nvPr/>
        </p:nvSpPr>
        <p:spPr bwMode="auto">
          <a:xfrm rot="16200000">
            <a:off x="6176231" y="1782667"/>
            <a:ext cx="1336383" cy="1496845"/>
          </a:xfrm>
          <a:custGeom>
            <a:avLst/>
            <a:gdLst>
              <a:gd name="T0" fmla="*/ 266 w 470"/>
              <a:gd name="T1" fmla="*/ 516 h 526"/>
              <a:gd name="T2" fmla="*/ 204 w 470"/>
              <a:gd name="T3" fmla="*/ 516 h 526"/>
              <a:gd name="T4" fmla="*/ 31 w 470"/>
              <a:gd name="T5" fmla="*/ 416 h 526"/>
              <a:gd name="T6" fmla="*/ 0 w 470"/>
              <a:gd name="T7" fmla="*/ 362 h 526"/>
              <a:gd name="T8" fmla="*/ 0 w 470"/>
              <a:gd name="T9" fmla="*/ 163 h 526"/>
              <a:gd name="T10" fmla="*/ 31 w 470"/>
              <a:gd name="T11" fmla="*/ 109 h 526"/>
              <a:gd name="T12" fmla="*/ 204 w 470"/>
              <a:gd name="T13" fmla="*/ 10 h 526"/>
              <a:gd name="T14" fmla="*/ 266 w 470"/>
              <a:gd name="T15" fmla="*/ 10 h 526"/>
              <a:gd name="T16" fmla="*/ 439 w 470"/>
              <a:gd name="T17" fmla="*/ 109 h 526"/>
              <a:gd name="T18" fmla="*/ 470 w 470"/>
              <a:gd name="T19" fmla="*/ 163 h 526"/>
              <a:gd name="T20" fmla="*/ 470 w 470"/>
              <a:gd name="T21" fmla="*/ 362 h 526"/>
              <a:gd name="T22" fmla="*/ 439 w 470"/>
              <a:gd name="T23" fmla="*/ 416 h 526"/>
              <a:gd name="T24" fmla="*/ 266 w 470"/>
              <a:gd name="T25" fmla="*/ 51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0" h="526">
                <a:moveTo>
                  <a:pt x="266" y="516"/>
                </a:moveTo>
                <a:cubicBezTo>
                  <a:pt x="249" y="526"/>
                  <a:pt x="221" y="526"/>
                  <a:pt x="204" y="516"/>
                </a:cubicBezTo>
                <a:cubicBezTo>
                  <a:pt x="31" y="416"/>
                  <a:pt x="31" y="416"/>
                  <a:pt x="31" y="416"/>
                </a:cubicBezTo>
                <a:cubicBezTo>
                  <a:pt x="14" y="406"/>
                  <a:pt x="0" y="382"/>
                  <a:pt x="0" y="362"/>
                </a:cubicBezTo>
                <a:cubicBezTo>
                  <a:pt x="0" y="163"/>
                  <a:pt x="0" y="163"/>
                  <a:pt x="0" y="163"/>
                </a:cubicBezTo>
                <a:cubicBezTo>
                  <a:pt x="0" y="143"/>
                  <a:pt x="14" y="119"/>
                  <a:pt x="31" y="109"/>
                </a:cubicBezTo>
                <a:cubicBezTo>
                  <a:pt x="204" y="10"/>
                  <a:pt x="204" y="10"/>
                  <a:pt x="204" y="10"/>
                </a:cubicBezTo>
                <a:cubicBezTo>
                  <a:pt x="221" y="0"/>
                  <a:pt x="249" y="0"/>
                  <a:pt x="266" y="10"/>
                </a:cubicBezTo>
                <a:cubicBezTo>
                  <a:pt x="439" y="109"/>
                  <a:pt x="439" y="109"/>
                  <a:pt x="439" y="109"/>
                </a:cubicBezTo>
                <a:cubicBezTo>
                  <a:pt x="456" y="119"/>
                  <a:pt x="470" y="143"/>
                  <a:pt x="470" y="163"/>
                </a:cubicBezTo>
                <a:cubicBezTo>
                  <a:pt x="470" y="362"/>
                  <a:pt x="470" y="362"/>
                  <a:pt x="470" y="362"/>
                </a:cubicBezTo>
                <a:cubicBezTo>
                  <a:pt x="470" y="382"/>
                  <a:pt x="456" y="406"/>
                  <a:pt x="439" y="416"/>
                </a:cubicBezTo>
                <a:lnTo>
                  <a:pt x="266" y="516"/>
                </a:lnTo>
                <a:close/>
              </a:path>
            </a:pathLst>
          </a:custGeom>
          <a:solidFill>
            <a:srgbClr val="309EDA"/>
          </a:solidFill>
          <a:ln w="22225">
            <a:solidFill>
              <a:schemeClr val="bg1"/>
            </a:solidFill>
          </a:ln>
          <a:effectLst>
            <a:outerShdw blurRad="254000" dist="114300" dir="8100000" sx="102000" sy="102000" algn="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4" name="Freeform 10"/>
          <p:cNvSpPr>
            <a:spLocks/>
          </p:cNvSpPr>
          <p:nvPr/>
        </p:nvSpPr>
        <p:spPr bwMode="auto">
          <a:xfrm rot="16200000">
            <a:off x="7543267" y="2450860"/>
            <a:ext cx="1336383" cy="1496845"/>
          </a:xfrm>
          <a:custGeom>
            <a:avLst/>
            <a:gdLst>
              <a:gd name="T0" fmla="*/ 266 w 470"/>
              <a:gd name="T1" fmla="*/ 516 h 526"/>
              <a:gd name="T2" fmla="*/ 204 w 470"/>
              <a:gd name="T3" fmla="*/ 516 h 526"/>
              <a:gd name="T4" fmla="*/ 31 w 470"/>
              <a:gd name="T5" fmla="*/ 416 h 526"/>
              <a:gd name="T6" fmla="*/ 0 w 470"/>
              <a:gd name="T7" fmla="*/ 362 h 526"/>
              <a:gd name="T8" fmla="*/ 0 w 470"/>
              <a:gd name="T9" fmla="*/ 163 h 526"/>
              <a:gd name="T10" fmla="*/ 31 w 470"/>
              <a:gd name="T11" fmla="*/ 109 h 526"/>
              <a:gd name="T12" fmla="*/ 204 w 470"/>
              <a:gd name="T13" fmla="*/ 10 h 526"/>
              <a:gd name="T14" fmla="*/ 266 w 470"/>
              <a:gd name="T15" fmla="*/ 10 h 526"/>
              <a:gd name="T16" fmla="*/ 439 w 470"/>
              <a:gd name="T17" fmla="*/ 109 h 526"/>
              <a:gd name="T18" fmla="*/ 470 w 470"/>
              <a:gd name="T19" fmla="*/ 163 h 526"/>
              <a:gd name="T20" fmla="*/ 470 w 470"/>
              <a:gd name="T21" fmla="*/ 362 h 526"/>
              <a:gd name="T22" fmla="*/ 439 w 470"/>
              <a:gd name="T23" fmla="*/ 416 h 526"/>
              <a:gd name="T24" fmla="*/ 266 w 470"/>
              <a:gd name="T25" fmla="*/ 51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0" h="526">
                <a:moveTo>
                  <a:pt x="266" y="516"/>
                </a:moveTo>
                <a:cubicBezTo>
                  <a:pt x="249" y="526"/>
                  <a:pt x="221" y="526"/>
                  <a:pt x="204" y="516"/>
                </a:cubicBezTo>
                <a:cubicBezTo>
                  <a:pt x="31" y="416"/>
                  <a:pt x="31" y="416"/>
                  <a:pt x="31" y="416"/>
                </a:cubicBezTo>
                <a:cubicBezTo>
                  <a:pt x="14" y="406"/>
                  <a:pt x="0" y="382"/>
                  <a:pt x="0" y="362"/>
                </a:cubicBezTo>
                <a:cubicBezTo>
                  <a:pt x="0" y="163"/>
                  <a:pt x="0" y="163"/>
                  <a:pt x="0" y="163"/>
                </a:cubicBezTo>
                <a:cubicBezTo>
                  <a:pt x="0" y="143"/>
                  <a:pt x="14" y="119"/>
                  <a:pt x="31" y="109"/>
                </a:cubicBezTo>
                <a:cubicBezTo>
                  <a:pt x="204" y="10"/>
                  <a:pt x="204" y="10"/>
                  <a:pt x="204" y="10"/>
                </a:cubicBezTo>
                <a:cubicBezTo>
                  <a:pt x="221" y="0"/>
                  <a:pt x="249" y="0"/>
                  <a:pt x="266" y="10"/>
                </a:cubicBezTo>
                <a:cubicBezTo>
                  <a:pt x="439" y="109"/>
                  <a:pt x="439" y="109"/>
                  <a:pt x="439" y="109"/>
                </a:cubicBezTo>
                <a:cubicBezTo>
                  <a:pt x="456" y="119"/>
                  <a:pt x="470" y="143"/>
                  <a:pt x="470" y="163"/>
                </a:cubicBezTo>
                <a:cubicBezTo>
                  <a:pt x="470" y="362"/>
                  <a:pt x="470" y="362"/>
                  <a:pt x="470" y="362"/>
                </a:cubicBezTo>
                <a:cubicBezTo>
                  <a:pt x="470" y="382"/>
                  <a:pt x="456" y="406"/>
                  <a:pt x="439" y="416"/>
                </a:cubicBezTo>
                <a:lnTo>
                  <a:pt x="266" y="516"/>
                </a:lnTo>
                <a:close/>
              </a:path>
            </a:pathLst>
          </a:custGeom>
          <a:solidFill>
            <a:srgbClr val="ADC322"/>
          </a:solidFill>
          <a:ln w="22225">
            <a:solidFill>
              <a:schemeClr val="bg1"/>
            </a:solidFill>
          </a:ln>
          <a:effectLst>
            <a:outerShdw blurRad="254000" dist="114300" dir="8100000" sx="102000" sy="102000" algn="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5" name="Freeform 10"/>
          <p:cNvSpPr>
            <a:spLocks/>
          </p:cNvSpPr>
          <p:nvPr/>
        </p:nvSpPr>
        <p:spPr bwMode="auto">
          <a:xfrm rot="16200000">
            <a:off x="2075121" y="2450863"/>
            <a:ext cx="1336383" cy="1496845"/>
          </a:xfrm>
          <a:custGeom>
            <a:avLst/>
            <a:gdLst>
              <a:gd name="T0" fmla="*/ 266 w 470"/>
              <a:gd name="T1" fmla="*/ 516 h 526"/>
              <a:gd name="T2" fmla="*/ 204 w 470"/>
              <a:gd name="T3" fmla="*/ 516 h 526"/>
              <a:gd name="T4" fmla="*/ 31 w 470"/>
              <a:gd name="T5" fmla="*/ 416 h 526"/>
              <a:gd name="T6" fmla="*/ 0 w 470"/>
              <a:gd name="T7" fmla="*/ 362 h 526"/>
              <a:gd name="T8" fmla="*/ 0 w 470"/>
              <a:gd name="T9" fmla="*/ 163 h 526"/>
              <a:gd name="T10" fmla="*/ 31 w 470"/>
              <a:gd name="T11" fmla="*/ 109 h 526"/>
              <a:gd name="T12" fmla="*/ 204 w 470"/>
              <a:gd name="T13" fmla="*/ 10 h 526"/>
              <a:gd name="T14" fmla="*/ 266 w 470"/>
              <a:gd name="T15" fmla="*/ 10 h 526"/>
              <a:gd name="T16" fmla="*/ 439 w 470"/>
              <a:gd name="T17" fmla="*/ 109 h 526"/>
              <a:gd name="T18" fmla="*/ 470 w 470"/>
              <a:gd name="T19" fmla="*/ 163 h 526"/>
              <a:gd name="T20" fmla="*/ 470 w 470"/>
              <a:gd name="T21" fmla="*/ 362 h 526"/>
              <a:gd name="T22" fmla="*/ 439 w 470"/>
              <a:gd name="T23" fmla="*/ 416 h 526"/>
              <a:gd name="T24" fmla="*/ 266 w 470"/>
              <a:gd name="T25" fmla="*/ 51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0" h="526">
                <a:moveTo>
                  <a:pt x="266" y="516"/>
                </a:moveTo>
                <a:cubicBezTo>
                  <a:pt x="249" y="526"/>
                  <a:pt x="221" y="526"/>
                  <a:pt x="204" y="516"/>
                </a:cubicBezTo>
                <a:cubicBezTo>
                  <a:pt x="31" y="416"/>
                  <a:pt x="31" y="416"/>
                  <a:pt x="31" y="416"/>
                </a:cubicBezTo>
                <a:cubicBezTo>
                  <a:pt x="14" y="406"/>
                  <a:pt x="0" y="382"/>
                  <a:pt x="0" y="362"/>
                </a:cubicBezTo>
                <a:cubicBezTo>
                  <a:pt x="0" y="163"/>
                  <a:pt x="0" y="163"/>
                  <a:pt x="0" y="163"/>
                </a:cubicBezTo>
                <a:cubicBezTo>
                  <a:pt x="0" y="143"/>
                  <a:pt x="14" y="119"/>
                  <a:pt x="31" y="109"/>
                </a:cubicBezTo>
                <a:cubicBezTo>
                  <a:pt x="204" y="10"/>
                  <a:pt x="204" y="10"/>
                  <a:pt x="204" y="10"/>
                </a:cubicBezTo>
                <a:cubicBezTo>
                  <a:pt x="221" y="0"/>
                  <a:pt x="249" y="0"/>
                  <a:pt x="266" y="10"/>
                </a:cubicBezTo>
                <a:cubicBezTo>
                  <a:pt x="439" y="109"/>
                  <a:pt x="439" y="109"/>
                  <a:pt x="439" y="109"/>
                </a:cubicBezTo>
                <a:cubicBezTo>
                  <a:pt x="456" y="119"/>
                  <a:pt x="470" y="143"/>
                  <a:pt x="470" y="163"/>
                </a:cubicBezTo>
                <a:cubicBezTo>
                  <a:pt x="470" y="362"/>
                  <a:pt x="470" y="362"/>
                  <a:pt x="470" y="362"/>
                </a:cubicBezTo>
                <a:cubicBezTo>
                  <a:pt x="470" y="382"/>
                  <a:pt x="456" y="406"/>
                  <a:pt x="439" y="416"/>
                </a:cubicBezTo>
                <a:lnTo>
                  <a:pt x="266" y="516"/>
                </a:lnTo>
                <a:close/>
              </a:path>
            </a:pathLst>
          </a:custGeom>
          <a:solidFill>
            <a:srgbClr val="F2BB28"/>
          </a:solidFill>
          <a:ln w="22225">
            <a:solidFill>
              <a:schemeClr val="bg1"/>
            </a:solidFill>
          </a:ln>
          <a:effectLst>
            <a:outerShdw blurRad="254000" dist="114300" dir="8100000" sx="102000" sy="102000" algn="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6" name="Freeform 10"/>
          <p:cNvSpPr>
            <a:spLocks/>
          </p:cNvSpPr>
          <p:nvPr/>
        </p:nvSpPr>
        <p:spPr bwMode="auto">
          <a:xfrm rot="16200000">
            <a:off x="4809194" y="2450860"/>
            <a:ext cx="1336383" cy="1496845"/>
          </a:xfrm>
          <a:custGeom>
            <a:avLst/>
            <a:gdLst>
              <a:gd name="T0" fmla="*/ 266 w 470"/>
              <a:gd name="T1" fmla="*/ 516 h 526"/>
              <a:gd name="T2" fmla="*/ 204 w 470"/>
              <a:gd name="T3" fmla="*/ 516 h 526"/>
              <a:gd name="T4" fmla="*/ 31 w 470"/>
              <a:gd name="T5" fmla="*/ 416 h 526"/>
              <a:gd name="T6" fmla="*/ 0 w 470"/>
              <a:gd name="T7" fmla="*/ 362 h 526"/>
              <a:gd name="T8" fmla="*/ 0 w 470"/>
              <a:gd name="T9" fmla="*/ 163 h 526"/>
              <a:gd name="T10" fmla="*/ 31 w 470"/>
              <a:gd name="T11" fmla="*/ 109 h 526"/>
              <a:gd name="T12" fmla="*/ 204 w 470"/>
              <a:gd name="T13" fmla="*/ 10 h 526"/>
              <a:gd name="T14" fmla="*/ 266 w 470"/>
              <a:gd name="T15" fmla="*/ 10 h 526"/>
              <a:gd name="T16" fmla="*/ 439 w 470"/>
              <a:gd name="T17" fmla="*/ 109 h 526"/>
              <a:gd name="T18" fmla="*/ 470 w 470"/>
              <a:gd name="T19" fmla="*/ 163 h 526"/>
              <a:gd name="T20" fmla="*/ 470 w 470"/>
              <a:gd name="T21" fmla="*/ 362 h 526"/>
              <a:gd name="T22" fmla="*/ 439 w 470"/>
              <a:gd name="T23" fmla="*/ 416 h 526"/>
              <a:gd name="T24" fmla="*/ 266 w 470"/>
              <a:gd name="T25" fmla="*/ 51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0" h="526">
                <a:moveTo>
                  <a:pt x="266" y="516"/>
                </a:moveTo>
                <a:cubicBezTo>
                  <a:pt x="249" y="526"/>
                  <a:pt x="221" y="526"/>
                  <a:pt x="204" y="516"/>
                </a:cubicBezTo>
                <a:cubicBezTo>
                  <a:pt x="31" y="416"/>
                  <a:pt x="31" y="416"/>
                  <a:pt x="31" y="416"/>
                </a:cubicBezTo>
                <a:cubicBezTo>
                  <a:pt x="14" y="406"/>
                  <a:pt x="0" y="382"/>
                  <a:pt x="0" y="362"/>
                </a:cubicBezTo>
                <a:cubicBezTo>
                  <a:pt x="0" y="163"/>
                  <a:pt x="0" y="163"/>
                  <a:pt x="0" y="163"/>
                </a:cubicBezTo>
                <a:cubicBezTo>
                  <a:pt x="0" y="143"/>
                  <a:pt x="14" y="119"/>
                  <a:pt x="31" y="109"/>
                </a:cubicBezTo>
                <a:cubicBezTo>
                  <a:pt x="204" y="10"/>
                  <a:pt x="204" y="10"/>
                  <a:pt x="204" y="10"/>
                </a:cubicBezTo>
                <a:cubicBezTo>
                  <a:pt x="221" y="0"/>
                  <a:pt x="249" y="0"/>
                  <a:pt x="266" y="10"/>
                </a:cubicBezTo>
                <a:cubicBezTo>
                  <a:pt x="439" y="109"/>
                  <a:pt x="439" y="109"/>
                  <a:pt x="439" y="109"/>
                </a:cubicBezTo>
                <a:cubicBezTo>
                  <a:pt x="456" y="119"/>
                  <a:pt x="470" y="143"/>
                  <a:pt x="470" y="163"/>
                </a:cubicBezTo>
                <a:cubicBezTo>
                  <a:pt x="470" y="362"/>
                  <a:pt x="470" y="362"/>
                  <a:pt x="470" y="362"/>
                </a:cubicBezTo>
                <a:cubicBezTo>
                  <a:pt x="470" y="382"/>
                  <a:pt x="456" y="406"/>
                  <a:pt x="439" y="416"/>
                </a:cubicBezTo>
                <a:lnTo>
                  <a:pt x="266" y="516"/>
                </a:lnTo>
                <a:close/>
              </a:path>
            </a:pathLst>
          </a:custGeom>
          <a:solidFill>
            <a:srgbClr val="1A77A1"/>
          </a:solidFill>
          <a:ln w="22225">
            <a:solidFill>
              <a:schemeClr val="bg1"/>
            </a:solidFill>
          </a:ln>
          <a:effectLst>
            <a:outerShdw blurRad="254000" dist="114300" dir="8100000" sx="102000" sy="102000" algn="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7" name="Freeform 10"/>
          <p:cNvSpPr>
            <a:spLocks/>
          </p:cNvSpPr>
          <p:nvPr/>
        </p:nvSpPr>
        <p:spPr bwMode="auto">
          <a:xfrm rot="16200000">
            <a:off x="2075121" y="3923775"/>
            <a:ext cx="1336383" cy="1496845"/>
          </a:xfrm>
          <a:custGeom>
            <a:avLst/>
            <a:gdLst>
              <a:gd name="T0" fmla="*/ 266 w 470"/>
              <a:gd name="T1" fmla="*/ 516 h 526"/>
              <a:gd name="T2" fmla="*/ 204 w 470"/>
              <a:gd name="T3" fmla="*/ 516 h 526"/>
              <a:gd name="T4" fmla="*/ 31 w 470"/>
              <a:gd name="T5" fmla="*/ 416 h 526"/>
              <a:gd name="T6" fmla="*/ 0 w 470"/>
              <a:gd name="T7" fmla="*/ 362 h 526"/>
              <a:gd name="T8" fmla="*/ 0 w 470"/>
              <a:gd name="T9" fmla="*/ 163 h 526"/>
              <a:gd name="T10" fmla="*/ 31 w 470"/>
              <a:gd name="T11" fmla="*/ 109 h 526"/>
              <a:gd name="T12" fmla="*/ 204 w 470"/>
              <a:gd name="T13" fmla="*/ 10 h 526"/>
              <a:gd name="T14" fmla="*/ 266 w 470"/>
              <a:gd name="T15" fmla="*/ 10 h 526"/>
              <a:gd name="T16" fmla="*/ 439 w 470"/>
              <a:gd name="T17" fmla="*/ 109 h 526"/>
              <a:gd name="T18" fmla="*/ 470 w 470"/>
              <a:gd name="T19" fmla="*/ 163 h 526"/>
              <a:gd name="T20" fmla="*/ 470 w 470"/>
              <a:gd name="T21" fmla="*/ 362 h 526"/>
              <a:gd name="T22" fmla="*/ 439 w 470"/>
              <a:gd name="T23" fmla="*/ 416 h 526"/>
              <a:gd name="T24" fmla="*/ 266 w 470"/>
              <a:gd name="T25" fmla="*/ 51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0" h="526">
                <a:moveTo>
                  <a:pt x="266" y="516"/>
                </a:moveTo>
                <a:cubicBezTo>
                  <a:pt x="249" y="526"/>
                  <a:pt x="221" y="526"/>
                  <a:pt x="204" y="516"/>
                </a:cubicBezTo>
                <a:cubicBezTo>
                  <a:pt x="31" y="416"/>
                  <a:pt x="31" y="416"/>
                  <a:pt x="31" y="416"/>
                </a:cubicBezTo>
                <a:cubicBezTo>
                  <a:pt x="14" y="406"/>
                  <a:pt x="0" y="382"/>
                  <a:pt x="0" y="362"/>
                </a:cubicBezTo>
                <a:cubicBezTo>
                  <a:pt x="0" y="163"/>
                  <a:pt x="0" y="163"/>
                  <a:pt x="0" y="163"/>
                </a:cubicBezTo>
                <a:cubicBezTo>
                  <a:pt x="0" y="143"/>
                  <a:pt x="14" y="119"/>
                  <a:pt x="31" y="109"/>
                </a:cubicBezTo>
                <a:cubicBezTo>
                  <a:pt x="204" y="10"/>
                  <a:pt x="204" y="10"/>
                  <a:pt x="204" y="10"/>
                </a:cubicBezTo>
                <a:cubicBezTo>
                  <a:pt x="221" y="0"/>
                  <a:pt x="249" y="0"/>
                  <a:pt x="266" y="10"/>
                </a:cubicBezTo>
                <a:cubicBezTo>
                  <a:pt x="439" y="109"/>
                  <a:pt x="439" y="109"/>
                  <a:pt x="439" y="109"/>
                </a:cubicBezTo>
                <a:cubicBezTo>
                  <a:pt x="456" y="119"/>
                  <a:pt x="470" y="143"/>
                  <a:pt x="470" y="163"/>
                </a:cubicBezTo>
                <a:cubicBezTo>
                  <a:pt x="470" y="362"/>
                  <a:pt x="470" y="362"/>
                  <a:pt x="470" y="362"/>
                </a:cubicBezTo>
                <a:cubicBezTo>
                  <a:pt x="470" y="382"/>
                  <a:pt x="456" y="406"/>
                  <a:pt x="439" y="416"/>
                </a:cubicBezTo>
                <a:lnTo>
                  <a:pt x="266" y="516"/>
                </a:lnTo>
                <a:close/>
              </a:path>
            </a:pathLst>
          </a:custGeom>
          <a:solidFill>
            <a:srgbClr val="F57038"/>
          </a:solidFill>
          <a:ln w="22225">
            <a:solidFill>
              <a:schemeClr val="bg1"/>
            </a:solidFill>
          </a:ln>
          <a:effectLst>
            <a:outerShdw blurRad="254000" dist="114300" dir="8100000" sx="102000" sy="102000" algn="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8" name="Freeform 7"/>
          <p:cNvSpPr>
            <a:spLocks/>
          </p:cNvSpPr>
          <p:nvPr/>
        </p:nvSpPr>
        <p:spPr bwMode="auto">
          <a:xfrm>
            <a:off x="1568176" y="3574095"/>
            <a:ext cx="440663" cy="856259"/>
          </a:xfrm>
          <a:custGeom>
            <a:avLst/>
            <a:gdLst>
              <a:gd name="T0" fmla="*/ 137 w 141"/>
              <a:gd name="T1" fmla="*/ 245 h 274"/>
              <a:gd name="T2" fmla="*/ 137 w 141"/>
              <a:gd name="T3" fmla="*/ 266 h 274"/>
              <a:gd name="T4" fmla="*/ 82 w 141"/>
              <a:gd name="T5" fmla="*/ 83 h 274"/>
              <a:gd name="T6" fmla="*/ 126 w 141"/>
              <a:gd name="T7" fmla="*/ 3 h 274"/>
              <a:gd name="T8" fmla="*/ 123 w 141"/>
              <a:gd name="T9" fmla="*/ 0 h 274"/>
              <a:gd name="T10" fmla="*/ 134 w 141"/>
              <a:gd name="T11" fmla="*/ 270 h 274"/>
              <a:gd name="T12" fmla="*/ 112 w 141"/>
              <a:gd name="T13" fmla="*/ 270 h 274"/>
              <a:gd name="T14" fmla="*/ 112 w 141"/>
              <a:gd name="T15" fmla="*/ 274 h 274"/>
              <a:gd name="T16" fmla="*/ 141 w 141"/>
              <a:gd name="T17" fmla="*/ 274 h 274"/>
              <a:gd name="T18" fmla="*/ 141 w 141"/>
              <a:gd name="T19" fmla="*/ 245 h 274"/>
              <a:gd name="T20" fmla="*/ 137 w 141"/>
              <a:gd name="T21" fmla="*/ 245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1" h="274">
                <a:moveTo>
                  <a:pt x="137" y="245"/>
                </a:moveTo>
                <a:cubicBezTo>
                  <a:pt x="137" y="266"/>
                  <a:pt x="137" y="266"/>
                  <a:pt x="137" y="266"/>
                </a:cubicBezTo>
                <a:cubicBezTo>
                  <a:pt x="70" y="195"/>
                  <a:pt x="70" y="127"/>
                  <a:pt x="82" y="83"/>
                </a:cubicBezTo>
                <a:cubicBezTo>
                  <a:pt x="95" y="35"/>
                  <a:pt x="126" y="3"/>
                  <a:pt x="126" y="3"/>
                </a:cubicBezTo>
                <a:cubicBezTo>
                  <a:pt x="123" y="0"/>
                  <a:pt x="123" y="0"/>
                  <a:pt x="123" y="0"/>
                </a:cubicBezTo>
                <a:cubicBezTo>
                  <a:pt x="121" y="1"/>
                  <a:pt x="0" y="129"/>
                  <a:pt x="134" y="270"/>
                </a:cubicBezTo>
                <a:cubicBezTo>
                  <a:pt x="112" y="270"/>
                  <a:pt x="112" y="270"/>
                  <a:pt x="112" y="270"/>
                </a:cubicBezTo>
                <a:cubicBezTo>
                  <a:pt x="112" y="274"/>
                  <a:pt x="112" y="274"/>
                  <a:pt x="112" y="274"/>
                </a:cubicBezTo>
                <a:cubicBezTo>
                  <a:pt x="141" y="274"/>
                  <a:pt x="141" y="274"/>
                  <a:pt x="141" y="274"/>
                </a:cubicBezTo>
                <a:cubicBezTo>
                  <a:pt x="141" y="245"/>
                  <a:pt x="141" y="245"/>
                  <a:pt x="141" y="245"/>
                </a:cubicBezTo>
                <a:lnTo>
                  <a:pt x="137" y="245"/>
                </a:lnTo>
                <a:close/>
              </a:path>
            </a:pathLst>
          </a:custGeom>
          <a:solidFill>
            <a:srgbClr val="008581"/>
          </a:solidFill>
          <a:ln>
            <a:solidFill>
              <a:srgbClr val="008581"/>
            </a:solidFill>
          </a:ln>
        </p:spPr>
        <p:txBody>
          <a:bodyPr vert="horz" wrap="square" lIns="91440" tIns="45720" rIns="91440" bIns="45720" numCol="1" anchor="t" anchorCtr="0" compatLnSpc="1">
            <a:prstTxWarp prst="textNoShape">
              <a:avLst/>
            </a:prstTxWarp>
          </a:bodyPr>
          <a:lstStyle/>
          <a:p>
            <a:endParaRPr lang="zh-CN" altLang="en-US"/>
          </a:p>
        </p:txBody>
      </p:sp>
      <p:sp>
        <p:nvSpPr>
          <p:cNvPr id="9" name="Freeform 8"/>
          <p:cNvSpPr>
            <a:spLocks/>
          </p:cNvSpPr>
          <p:nvPr/>
        </p:nvSpPr>
        <p:spPr bwMode="auto">
          <a:xfrm>
            <a:off x="3391519" y="4745679"/>
            <a:ext cx="745433" cy="614817"/>
          </a:xfrm>
          <a:custGeom>
            <a:avLst/>
            <a:gdLst>
              <a:gd name="T0" fmla="*/ 201 w 239"/>
              <a:gd name="T1" fmla="*/ 20 h 197"/>
              <a:gd name="T2" fmla="*/ 219 w 239"/>
              <a:gd name="T3" fmla="*/ 9 h 197"/>
              <a:gd name="T4" fmla="*/ 93 w 239"/>
              <a:gd name="T5" fmla="*/ 152 h 197"/>
              <a:gd name="T6" fmla="*/ 1 w 239"/>
              <a:gd name="T7" fmla="*/ 157 h 197"/>
              <a:gd name="T8" fmla="*/ 0 w 239"/>
              <a:gd name="T9" fmla="*/ 161 h 197"/>
              <a:gd name="T10" fmla="*/ 223 w 239"/>
              <a:gd name="T11" fmla="*/ 9 h 197"/>
              <a:gd name="T12" fmla="*/ 235 w 239"/>
              <a:gd name="T13" fmla="*/ 28 h 197"/>
              <a:gd name="T14" fmla="*/ 239 w 239"/>
              <a:gd name="T15" fmla="*/ 26 h 197"/>
              <a:gd name="T16" fmla="*/ 223 w 239"/>
              <a:gd name="T17" fmla="*/ 0 h 197"/>
              <a:gd name="T18" fmla="*/ 198 w 239"/>
              <a:gd name="T19" fmla="*/ 16 h 197"/>
              <a:gd name="T20" fmla="*/ 201 w 239"/>
              <a:gd name="T21" fmla="*/ 20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9" h="197">
                <a:moveTo>
                  <a:pt x="201" y="20"/>
                </a:moveTo>
                <a:cubicBezTo>
                  <a:pt x="219" y="9"/>
                  <a:pt x="219" y="9"/>
                  <a:pt x="219" y="9"/>
                </a:cubicBezTo>
                <a:cubicBezTo>
                  <a:pt x="194" y="103"/>
                  <a:pt x="137" y="139"/>
                  <a:pt x="93" y="152"/>
                </a:cubicBezTo>
                <a:cubicBezTo>
                  <a:pt x="45" y="166"/>
                  <a:pt x="1" y="157"/>
                  <a:pt x="1" y="157"/>
                </a:cubicBezTo>
                <a:cubicBezTo>
                  <a:pt x="0" y="161"/>
                  <a:pt x="0" y="161"/>
                  <a:pt x="0" y="161"/>
                </a:cubicBezTo>
                <a:cubicBezTo>
                  <a:pt x="2" y="161"/>
                  <a:pt x="174" y="197"/>
                  <a:pt x="223" y="9"/>
                </a:cubicBezTo>
                <a:cubicBezTo>
                  <a:pt x="235" y="28"/>
                  <a:pt x="235" y="28"/>
                  <a:pt x="235" y="28"/>
                </a:cubicBezTo>
                <a:cubicBezTo>
                  <a:pt x="239" y="26"/>
                  <a:pt x="239" y="26"/>
                  <a:pt x="239" y="26"/>
                </a:cubicBezTo>
                <a:cubicBezTo>
                  <a:pt x="223" y="0"/>
                  <a:pt x="223" y="0"/>
                  <a:pt x="223" y="0"/>
                </a:cubicBezTo>
                <a:cubicBezTo>
                  <a:pt x="198" y="16"/>
                  <a:pt x="198" y="16"/>
                  <a:pt x="198" y="16"/>
                </a:cubicBezTo>
                <a:lnTo>
                  <a:pt x="201" y="20"/>
                </a:lnTo>
                <a:close/>
              </a:path>
            </a:pathLst>
          </a:custGeom>
          <a:solidFill>
            <a:srgbClr val="008581"/>
          </a:solidFill>
          <a:ln>
            <a:solidFill>
              <a:srgbClr val="008581"/>
            </a:solidFill>
          </a:ln>
        </p:spPr>
        <p:txBody>
          <a:bodyPr vert="horz" wrap="square" lIns="91440" tIns="45720" rIns="91440" bIns="45720" numCol="1" anchor="t" anchorCtr="0" compatLnSpc="1">
            <a:prstTxWarp prst="textNoShape">
              <a:avLst/>
            </a:prstTxWarp>
          </a:bodyPr>
          <a:lstStyle/>
          <a:p>
            <a:endParaRPr lang="zh-CN" altLang="en-US"/>
          </a:p>
        </p:txBody>
      </p:sp>
      <p:sp>
        <p:nvSpPr>
          <p:cNvPr id="10" name="Freeform 9"/>
          <p:cNvSpPr>
            <a:spLocks/>
          </p:cNvSpPr>
          <p:nvPr/>
        </p:nvSpPr>
        <p:spPr bwMode="auto">
          <a:xfrm>
            <a:off x="4817737" y="4008162"/>
            <a:ext cx="798208" cy="584473"/>
          </a:xfrm>
          <a:custGeom>
            <a:avLst/>
            <a:gdLst>
              <a:gd name="T0" fmla="*/ 219 w 256"/>
              <a:gd name="T1" fmla="*/ 15 h 187"/>
              <a:gd name="T2" fmla="*/ 239 w 256"/>
              <a:gd name="T3" fmla="*/ 7 h 187"/>
              <a:gd name="T4" fmla="*/ 94 w 256"/>
              <a:gd name="T5" fmla="*/ 130 h 187"/>
              <a:gd name="T6" fmla="*/ 2 w 256"/>
              <a:gd name="T7" fmla="*/ 122 h 187"/>
              <a:gd name="T8" fmla="*/ 0 w 256"/>
              <a:gd name="T9" fmla="*/ 126 h 187"/>
              <a:gd name="T10" fmla="*/ 243 w 256"/>
              <a:gd name="T11" fmla="*/ 8 h 187"/>
              <a:gd name="T12" fmla="*/ 252 w 256"/>
              <a:gd name="T13" fmla="*/ 28 h 187"/>
              <a:gd name="T14" fmla="*/ 256 w 256"/>
              <a:gd name="T15" fmla="*/ 27 h 187"/>
              <a:gd name="T16" fmla="*/ 244 w 256"/>
              <a:gd name="T17" fmla="*/ 0 h 187"/>
              <a:gd name="T18" fmla="*/ 218 w 256"/>
              <a:gd name="T19" fmla="*/ 11 h 187"/>
              <a:gd name="T20" fmla="*/ 219 w 256"/>
              <a:gd name="T21" fmla="*/ 15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6" h="187">
                <a:moveTo>
                  <a:pt x="219" y="15"/>
                </a:moveTo>
                <a:cubicBezTo>
                  <a:pt x="239" y="7"/>
                  <a:pt x="239" y="7"/>
                  <a:pt x="239" y="7"/>
                </a:cubicBezTo>
                <a:cubicBezTo>
                  <a:pt x="200" y="97"/>
                  <a:pt x="139" y="124"/>
                  <a:pt x="94" y="130"/>
                </a:cubicBezTo>
                <a:cubicBezTo>
                  <a:pt x="44" y="138"/>
                  <a:pt x="2" y="122"/>
                  <a:pt x="2" y="122"/>
                </a:cubicBezTo>
                <a:cubicBezTo>
                  <a:pt x="0" y="126"/>
                  <a:pt x="0" y="126"/>
                  <a:pt x="0" y="126"/>
                </a:cubicBezTo>
                <a:cubicBezTo>
                  <a:pt x="2" y="127"/>
                  <a:pt x="167" y="187"/>
                  <a:pt x="243" y="8"/>
                </a:cubicBezTo>
                <a:cubicBezTo>
                  <a:pt x="252" y="28"/>
                  <a:pt x="252" y="28"/>
                  <a:pt x="252" y="28"/>
                </a:cubicBezTo>
                <a:cubicBezTo>
                  <a:pt x="256" y="27"/>
                  <a:pt x="256" y="27"/>
                  <a:pt x="256" y="27"/>
                </a:cubicBezTo>
                <a:cubicBezTo>
                  <a:pt x="244" y="0"/>
                  <a:pt x="244" y="0"/>
                  <a:pt x="244" y="0"/>
                </a:cubicBezTo>
                <a:cubicBezTo>
                  <a:pt x="218" y="11"/>
                  <a:pt x="218" y="11"/>
                  <a:pt x="218" y="11"/>
                </a:cubicBezTo>
                <a:lnTo>
                  <a:pt x="219" y="15"/>
                </a:lnTo>
                <a:close/>
              </a:path>
            </a:pathLst>
          </a:custGeom>
          <a:solidFill>
            <a:srgbClr val="008581"/>
          </a:solidFill>
          <a:ln>
            <a:solidFill>
              <a:srgbClr val="008581"/>
            </a:solidFill>
          </a:ln>
        </p:spPr>
        <p:txBody>
          <a:bodyPr vert="horz" wrap="square" lIns="91440" tIns="45720" rIns="91440" bIns="45720" numCol="1" anchor="t" anchorCtr="0" compatLnSpc="1">
            <a:prstTxWarp prst="textNoShape">
              <a:avLst/>
            </a:prstTxWarp>
          </a:bodyPr>
          <a:lstStyle/>
          <a:p>
            <a:endParaRPr lang="zh-CN" altLang="en-US"/>
          </a:p>
        </p:txBody>
      </p:sp>
      <p:sp>
        <p:nvSpPr>
          <p:cNvPr id="11" name="Freeform 10"/>
          <p:cNvSpPr>
            <a:spLocks/>
          </p:cNvSpPr>
          <p:nvPr/>
        </p:nvSpPr>
        <p:spPr bwMode="auto">
          <a:xfrm>
            <a:off x="6308603" y="3283838"/>
            <a:ext cx="802165" cy="580514"/>
          </a:xfrm>
          <a:custGeom>
            <a:avLst/>
            <a:gdLst>
              <a:gd name="T0" fmla="*/ 220 w 257"/>
              <a:gd name="T1" fmla="*/ 15 h 186"/>
              <a:gd name="T2" fmla="*/ 240 w 257"/>
              <a:gd name="T3" fmla="*/ 7 h 186"/>
              <a:gd name="T4" fmla="*/ 93 w 257"/>
              <a:gd name="T5" fmla="*/ 129 h 186"/>
              <a:gd name="T6" fmla="*/ 2 w 257"/>
              <a:gd name="T7" fmla="*/ 120 h 186"/>
              <a:gd name="T8" fmla="*/ 0 w 257"/>
              <a:gd name="T9" fmla="*/ 124 h 186"/>
              <a:gd name="T10" fmla="*/ 244 w 257"/>
              <a:gd name="T11" fmla="*/ 8 h 186"/>
              <a:gd name="T12" fmla="*/ 253 w 257"/>
              <a:gd name="T13" fmla="*/ 29 h 186"/>
              <a:gd name="T14" fmla="*/ 257 w 257"/>
              <a:gd name="T15" fmla="*/ 27 h 186"/>
              <a:gd name="T16" fmla="*/ 245 w 257"/>
              <a:gd name="T17" fmla="*/ 0 h 186"/>
              <a:gd name="T18" fmla="*/ 218 w 257"/>
              <a:gd name="T19" fmla="*/ 11 h 186"/>
              <a:gd name="T20" fmla="*/ 220 w 257"/>
              <a:gd name="T21" fmla="*/ 15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7" h="186">
                <a:moveTo>
                  <a:pt x="220" y="15"/>
                </a:moveTo>
                <a:cubicBezTo>
                  <a:pt x="240" y="7"/>
                  <a:pt x="240" y="7"/>
                  <a:pt x="240" y="7"/>
                </a:cubicBezTo>
                <a:cubicBezTo>
                  <a:pt x="200" y="97"/>
                  <a:pt x="139" y="123"/>
                  <a:pt x="93" y="129"/>
                </a:cubicBezTo>
                <a:cubicBezTo>
                  <a:pt x="43" y="136"/>
                  <a:pt x="2" y="120"/>
                  <a:pt x="2" y="120"/>
                </a:cubicBezTo>
                <a:cubicBezTo>
                  <a:pt x="0" y="124"/>
                  <a:pt x="0" y="124"/>
                  <a:pt x="0" y="124"/>
                </a:cubicBezTo>
                <a:cubicBezTo>
                  <a:pt x="2" y="125"/>
                  <a:pt x="167" y="186"/>
                  <a:pt x="244" y="8"/>
                </a:cubicBezTo>
                <a:cubicBezTo>
                  <a:pt x="253" y="29"/>
                  <a:pt x="253" y="29"/>
                  <a:pt x="253" y="29"/>
                </a:cubicBezTo>
                <a:cubicBezTo>
                  <a:pt x="257" y="27"/>
                  <a:pt x="257" y="27"/>
                  <a:pt x="257" y="27"/>
                </a:cubicBezTo>
                <a:cubicBezTo>
                  <a:pt x="245" y="0"/>
                  <a:pt x="245" y="0"/>
                  <a:pt x="245" y="0"/>
                </a:cubicBezTo>
                <a:cubicBezTo>
                  <a:pt x="218" y="11"/>
                  <a:pt x="218" y="11"/>
                  <a:pt x="218" y="11"/>
                </a:cubicBezTo>
                <a:lnTo>
                  <a:pt x="220" y="15"/>
                </a:lnTo>
                <a:close/>
              </a:path>
            </a:pathLst>
          </a:custGeom>
          <a:solidFill>
            <a:srgbClr val="008581"/>
          </a:solidFill>
          <a:ln>
            <a:solidFill>
              <a:srgbClr val="008581"/>
            </a:solidFill>
          </a:ln>
        </p:spPr>
        <p:txBody>
          <a:bodyPr vert="horz" wrap="square" lIns="91440" tIns="45720" rIns="91440" bIns="45720" numCol="1" anchor="t" anchorCtr="0" compatLnSpc="1">
            <a:prstTxWarp prst="textNoShape">
              <a:avLst/>
            </a:prstTxWarp>
          </a:bodyPr>
          <a:lstStyle/>
          <a:p>
            <a:endParaRPr lang="zh-CN" altLang="en-US"/>
          </a:p>
        </p:txBody>
      </p:sp>
      <p:sp>
        <p:nvSpPr>
          <p:cNvPr id="12" name="Freeform 11"/>
          <p:cNvSpPr>
            <a:spLocks/>
          </p:cNvSpPr>
          <p:nvPr/>
        </p:nvSpPr>
        <p:spPr bwMode="auto">
          <a:xfrm>
            <a:off x="7769124" y="1862898"/>
            <a:ext cx="783694" cy="596346"/>
          </a:xfrm>
          <a:custGeom>
            <a:avLst/>
            <a:gdLst>
              <a:gd name="T0" fmla="*/ 214 w 251"/>
              <a:gd name="T1" fmla="*/ 174 h 191"/>
              <a:gd name="T2" fmla="*/ 233 w 251"/>
              <a:gd name="T3" fmla="*/ 183 h 191"/>
              <a:gd name="T4" fmla="*/ 93 w 251"/>
              <a:gd name="T5" fmla="*/ 53 h 191"/>
              <a:gd name="T6" fmla="*/ 1 w 251"/>
              <a:gd name="T7" fmla="*/ 57 h 191"/>
              <a:gd name="T8" fmla="*/ 0 w 251"/>
              <a:gd name="T9" fmla="*/ 53 h 191"/>
              <a:gd name="T10" fmla="*/ 237 w 251"/>
              <a:gd name="T11" fmla="*/ 182 h 191"/>
              <a:gd name="T12" fmla="*/ 247 w 251"/>
              <a:gd name="T13" fmla="*/ 162 h 191"/>
              <a:gd name="T14" fmla="*/ 251 w 251"/>
              <a:gd name="T15" fmla="*/ 164 h 191"/>
              <a:gd name="T16" fmla="*/ 238 w 251"/>
              <a:gd name="T17" fmla="*/ 191 h 191"/>
              <a:gd name="T18" fmla="*/ 212 w 251"/>
              <a:gd name="T19" fmla="*/ 178 h 191"/>
              <a:gd name="T20" fmla="*/ 214 w 251"/>
              <a:gd name="T21" fmla="*/ 174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1" h="191">
                <a:moveTo>
                  <a:pt x="214" y="174"/>
                </a:moveTo>
                <a:cubicBezTo>
                  <a:pt x="233" y="183"/>
                  <a:pt x="233" y="183"/>
                  <a:pt x="233" y="183"/>
                </a:cubicBezTo>
                <a:cubicBezTo>
                  <a:pt x="198" y="91"/>
                  <a:pt x="138" y="62"/>
                  <a:pt x="93" y="53"/>
                </a:cubicBezTo>
                <a:cubicBezTo>
                  <a:pt x="44" y="44"/>
                  <a:pt x="2" y="57"/>
                  <a:pt x="1" y="57"/>
                </a:cubicBezTo>
                <a:cubicBezTo>
                  <a:pt x="0" y="53"/>
                  <a:pt x="0" y="53"/>
                  <a:pt x="0" y="53"/>
                </a:cubicBezTo>
                <a:cubicBezTo>
                  <a:pt x="1" y="53"/>
                  <a:pt x="169" y="0"/>
                  <a:pt x="237" y="182"/>
                </a:cubicBezTo>
                <a:cubicBezTo>
                  <a:pt x="247" y="162"/>
                  <a:pt x="247" y="162"/>
                  <a:pt x="247" y="162"/>
                </a:cubicBezTo>
                <a:cubicBezTo>
                  <a:pt x="251" y="164"/>
                  <a:pt x="251" y="164"/>
                  <a:pt x="251" y="164"/>
                </a:cubicBezTo>
                <a:cubicBezTo>
                  <a:pt x="238" y="191"/>
                  <a:pt x="238" y="191"/>
                  <a:pt x="238" y="191"/>
                </a:cubicBezTo>
                <a:cubicBezTo>
                  <a:pt x="212" y="178"/>
                  <a:pt x="212" y="178"/>
                  <a:pt x="212" y="178"/>
                </a:cubicBezTo>
                <a:lnTo>
                  <a:pt x="214" y="174"/>
                </a:lnTo>
                <a:close/>
              </a:path>
            </a:pathLst>
          </a:custGeom>
          <a:solidFill>
            <a:srgbClr val="008581"/>
          </a:solidFill>
          <a:ln>
            <a:solidFill>
              <a:srgbClr val="008581"/>
            </a:solidFill>
          </a:ln>
        </p:spPr>
        <p:txBody>
          <a:bodyPr vert="horz" wrap="square" lIns="91440" tIns="45720" rIns="91440" bIns="45720" numCol="1" anchor="t" anchorCtr="0" compatLnSpc="1">
            <a:prstTxWarp prst="textNoShape">
              <a:avLst/>
            </a:prstTxWarp>
          </a:bodyPr>
          <a:lstStyle/>
          <a:p>
            <a:endParaRPr lang="zh-CN" altLang="en-US"/>
          </a:p>
        </p:txBody>
      </p:sp>
      <p:sp>
        <p:nvSpPr>
          <p:cNvPr id="15" name="Freeform 6"/>
          <p:cNvSpPr>
            <a:spLocks noEditPoints="1"/>
          </p:cNvSpPr>
          <p:nvPr/>
        </p:nvSpPr>
        <p:spPr bwMode="auto">
          <a:xfrm>
            <a:off x="2138747" y="1862898"/>
            <a:ext cx="366713" cy="371475"/>
          </a:xfrm>
          <a:custGeom>
            <a:avLst/>
            <a:gdLst>
              <a:gd name="T0" fmla="*/ 49 w 98"/>
              <a:gd name="T1" fmla="*/ 0 h 99"/>
              <a:gd name="T2" fmla="*/ 0 w 98"/>
              <a:gd name="T3" fmla="*/ 50 h 99"/>
              <a:gd name="T4" fmla="*/ 49 w 98"/>
              <a:gd name="T5" fmla="*/ 99 h 99"/>
              <a:gd name="T6" fmla="*/ 98 w 98"/>
              <a:gd name="T7" fmla="*/ 50 h 99"/>
              <a:gd name="T8" fmla="*/ 49 w 98"/>
              <a:gd name="T9" fmla="*/ 0 h 99"/>
              <a:gd name="T10" fmla="*/ 79 w 98"/>
              <a:gd name="T11" fmla="*/ 59 h 99"/>
              <a:gd name="T12" fmla="*/ 58 w 98"/>
              <a:gd name="T13" fmla="*/ 59 h 99"/>
              <a:gd name="T14" fmla="*/ 58 w 98"/>
              <a:gd name="T15" fmla="*/ 79 h 99"/>
              <a:gd name="T16" fmla="*/ 49 w 98"/>
              <a:gd name="T17" fmla="*/ 89 h 99"/>
              <a:gd name="T18" fmla="*/ 40 w 98"/>
              <a:gd name="T19" fmla="*/ 79 h 99"/>
              <a:gd name="T20" fmla="*/ 40 w 98"/>
              <a:gd name="T21" fmla="*/ 59 h 99"/>
              <a:gd name="T22" fmla="*/ 19 w 98"/>
              <a:gd name="T23" fmla="*/ 59 h 99"/>
              <a:gd name="T24" fmla="*/ 10 w 98"/>
              <a:gd name="T25" fmla="*/ 50 h 99"/>
              <a:gd name="T26" fmla="*/ 19 w 98"/>
              <a:gd name="T27" fmla="*/ 40 h 99"/>
              <a:gd name="T28" fmla="*/ 40 w 98"/>
              <a:gd name="T29" fmla="*/ 40 h 99"/>
              <a:gd name="T30" fmla="*/ 40 w 98"/>
              <a:gd name="T31" fmla="*/ 20 h 99"/>
              <a:gd name="T32" fmla="*/ 49 w 98"/>
              <a:gd name="T33" fmla="*/ 11 h 99"/>
              <a:gd name="T34" fmla="*/ 58 w 98"/>
              <a:gd name="T35" fmla="*/ 20 h 99"/>
              <a:gd name="T36" fmla="*/ 58 w 98"/>
              <a:gd name="T37" fmla="*/ 40 h 99"/>
              <a:gd name="T38" fmla="*/ 79 w 98"/>
              <a:gd name="T39" fmla="*/ 40 h 99"/>
              <a:gd name="T40" fmla="*/ 88 w 98"/>
              <a:gd name="T41" fmla="*/ 50 h 99"/>
              <a:gd name="T42" fmla="*/ 79 w 98"/>
              <a:gd name="T43" fmla="*/ 5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8" h="99">
                <a:moveTo>
                  <a:pt x="49" y="0"/>
                </a:moveTo>
                <a:cubicBezTo>
                  <a:pt x="22" y="0"/>
                  <a:pt x="0" y="22"/>
                  <a:pt x="0" y="50"/>
                </a:cubicBezTo>
                <a:cubicBezTo>
                  <a:pt x="0" y="77"/>
                  <a:pt x="22" y="99"/>
                  <a:pt x="49" y="99"/>
                </a:cubicBezTo>
                <a:cubicBezTo>
                  <a:pt x="76" y="99"/>
                  <a:pt x="98" y="77"/>
                  <a:pt x="98" y="50"/>
                </a:cubicBezTo>
                <a:cubicBezTo>
                  <a:pt x="98" y="22"/>
                  <a:pt x="76" y="0"/>
                  <a:pt x="49" y="0"/>
                </a:cubicBezTo>
                <a:close/>
                <a:moveTo>
                  <a:pt x="79" y="59"/>
                </a:moveTo>
                <a:cubicBezTo>
                  <a:pt x="58" y="59"/>
                  <a:pt x="58" y="59"/>
                  <a:pt x="58" y="59"/>
                </a:cubicBezTo>
                <a:cubicBezTo>
                  <a:pt x="58" y="79"/>
                  <a:pt x="58" y="79"/>
                  <a:pt x="58" y="79"/>
                </a:cubicBezTo>
                <a:cubicBezTo>
                  <a:pt x="58" y="84"/>
                  <a:pt x="54" y="89"/>
                  <a:pt x="49" y="89"/>
                </a:cubicBezTo>
                <a:cubicBezTo>
                  <a:pt x="44" y="89"/>
                  <a:pt x="40" y="84"/>
                  <a:pt x="40" y="79"/>
                </a:cubicBezTo>
                <a:cubicBezTo>
                  <a:pt x="40" y="59"/>
                  <a:pt x="40" y="59"/>
                  <a:pt x="40" y="59"/>
                </a:cubicBezTo>
                <a:cubicBezTo>
                  <a:pt x="19" y="59"/>
                  <a:pt x="19" y="59"/>
                  <a:pt x="19" y="59"/>
                </a:cubicBezTo>
                <a:cubicBezTo>
                  <a:pt x="14" y="59"/>
                  <a:pt x="10" y="55"/>
                  <a:pt x="10" y="50"/>
                </a:cubicBezTo>
                <a:cubicBezTo>
                  <a:pt x="10" y="44"/>
                  <a:pt x="14" y="40"/>
                  <a:pt x="19" y="40"/>
                </a:cubicBezTo>
                <a:cubicBezTo>
                  <a:pt x="40" y="40"/>
                  <a:pt x="40" y="40"/>
                  <a:pt x="40" y="40"/>
                </a:cubicBezTo>
                <a:cubicBezTo>
                  <a:pt x="40" y="20"/>
                  <a:pt x="40" y="20"/>
                  <a:pt x="40" y="20"/>
                </a:cubicBezTo>
                <a:cubicBezTo>
                  <a:pt x="40" y="15"/>
                  <a:pt x="44" y="11"/>
                  <a:pt x="49" y="11"/>
                </a:cubicBezTo>
                <a:cubicBezTo>
                  <a:pt x="54" y="11"/>
                  <a:pt x="58" y="15"/>
                  <a:pt x="58" y="20"/>
                </a:cubicBezTo>
                <a:cubicBezTo>
                  <a:pt x="58" y="40"/>
                  <a:pt x="58" y="40"/>
                  <a:pt x="58" y="40"/>
                </a:cubicBezTo>
                <a:cubicBezTo>
                  <a:pt x="79" y="40"/>
                  <a:pt x="79" y="40"/>
                  <a:pt x="79" y="40"/>
                </a:cubicBezTo>
                <a:cubicBezTo>
                  <a:pt x="84" y="40"/>
                  <a:pt x="88" y="44"/>
                  <a:pt x="88" y="50"/>
                </a:cubicBezTo>
                <a:cubicBezTo>
                  <a:pt x="88" y="55"/>
                  <a:pt x="84" y="59"/>
                  <a:pt x="79" y="59"/>
                </a:cubicBezTo>
                <a:close/>
              </a:path>
            </a:pathLst>
          </a:custGeom>
          <a:solidFill>
            <a:srgbClr val="F2BB28"/>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 name="Freeform 5"/>
          <p:cNvSpPr>
            <a:spLocks noEditPoints="1"/>
          </p:cNvSpPr>
          <p:nvPr/>
        </p:nvSpPr>
        <p:spPr bwMode="auto">
          <a:xfrm>
            <a:off x="2138747" y="5641521"/>
            <a:ext cx="366713" cy="371475"/>
          </a:xfrm>
          <a:custGeom>
            <a:avLst/>
            <a:gdLst>
              <a:gd name="T0" fmla="*/ 49 w 98"/>
              <a:gd name="T1" fmla="*/ 0 h 99"/>
              <a:gd name="T2" fmla="*/ 0 w 98"/>
              <a:gd name="T3" fmla="*/ 50 h 99"/>
              <a:gd name="T4" fmla="*/ 49 w 98"/>
              <a:gd name="T5" fmla="*/ 99 h 99"/>
              <a:gd name="T6" fmla="*/ 98 w 98"/>
              <a:gd name="T7" fmla="*/ 50 h 99"/>
              <a:gd name="T8" fmla="*/ 49 w 98"/>
              <a:gd name="T9" fmla="*/ 0 h 99"/>
              <a:gd name="T10" fmla="*/ 79 w 98"/>
              <a:gd name="T11" fmla="*/ 59 h 99"/>
              <a:gd name="T12" fmla="*/ 58 w 98"/>
              <a:gd name="T13" fmla="*/ 59 h 99"/>
              <a:gd name="T14" fmla="*/ 58 w 98"/>
              <a:gd name="T15" fmla="*/ 79 h 99"/>
              <a:gd name="T16" fmla="*/ 49 w 98"/>
              <a:gd name="T17" fmla="*/ 89 h 99"/>
              <a:gd name="T18" fmla="*/ 40 w 98"/>
              <a:gd name="T19" fmla="*/ 79 h 99"/>
              <a:gd name="T20" fmla="*/ 40 w 98"/>
              <a:gd name="T21" fmla="*/ 59 h 99"/>
              <a:gd name="T22" fmla="*/ 19 w 98"/>
              <a:gd name="T23" fmla="*/ 59 h 99"/>
              <a:gd name="T24" fmla="*/ 10 w 98"/>
              <a:gd name="T25" fmla="*/ 50 h 99"/>
              <a:gd name="T26" fmla="*/ 19 w 98"/>
              <a:gd name="T27" fmla="*/ 40 h 99"/>
              <a:gd name="T28" fmla="*/ 40 w 98"/>
              <a:gd name="T29" fmla="*/ 40 h 99"/>
              <a:gd name="T30" fmla="*/ 40 w 98"/>
              <a:gd name="T31" fmla="*/ 20 h 99"/>
              <a:gd name="T32" fmla="*/ 49 w 98"/>
              <a:gd name="T33" fmla="*/ 11 h 99"/>
              <a:gd name="T34" fmla="*/ 58 w 98"/>
              <a:gd name="T35" fmla="*/ 20 h 99"/>
              <a:gd name="T36" fmla="*/ 58 w 98"/>
              <a:gd name="T37" fmla="*/ 40 h 99"/>
              <a:gd name="T38" fmla="*/ 79 w 98"/>
              <a:gd name="T39" fmla="*/ 40 h 99"/>
              <a:gd name="T40" fmla="*/ 88 w 98"/>
              <a:gd name="T41" fmla="*/ 50 h 99"/>
              <a:gd name="T42" fmla="*/ 79 w 98"/>
              <a:gd name="T43" fmla="*/ 5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8" h="99">
                <a:moveTo>
                  <a:pt x="49" y="0"/>
                </a:moveTo>
                <a:cubicBezTo>
                  <a:pt x="22" y="0"/>
                  <a:pt x="0" y="22"/>
                  <a:pt x="0" y="50"/>
                </a:cubicBezTo>
                <a:cubicBezTo>
                  <a:pt x="0" y="77"/>
                  <a:pt x="22" y="99"/>
                  <a:pt x="49" y="99"/>
                </a:cubicBezTo>
                <a:cubicBezTo>
                  <a:pt x="76" y="99"/>
                  <a:pt x="98" y="77"/>
                  <a:pt x="98" y="50"/>
                </a:cubicBezTo>
                <a:cubicBezTo>
                  <a:pt x="98" y="22"/>
                  <a:pt x="76" y="0"/>
                  <a:pt x="49" y="0"/>
                </a:cubicBezTo>
                <a:close/>
                <a:moveTo>
                  <a:pt x="79" y="59"/>
                </a:moveTo>
                <a:cubicBezTo>
                  <a:pt x="58" y="59"/>
                  <a:pt x="58" y="59"/>
                  <a:pt x="58" y="59"/>
                </a:cubicBezTo>
                <a:cubicBezTo>
                  <a:pt x="58" y="79"/>
                  <a:pt x="58" y="79"/>
                  <a:pt x="58" y="79"/>
                </a:cubicBezTo>
                <a:cubicBezTo>
                  <a:pt x="58" y="84"/>
                  <a:pt x="54" y="89"/>
                  <a:pt x="49" y="89"/>
                </a:cubicBezTo>
                <a:cubicBezTo>
                  <a:pt x="44" y="89"/>
                  <a:pt x="40" y="84"/>
                  <a:pt x="40" y="79"/>
                </a:cubicBezTo>
                <a:cubicBezTo>
                  <a:pt x="40" y="59"/>
                  <a:pt x="40" y="59"/>
                  <a:pt x="40" y="59"/>
                </a:cubicBezTo>
                <a:cubicBezTo>
                  <a:pt x="19" y="59"/>
                  <a:pt x="19" y="59"/>
                  <a:pt x="19" y="59"/>
                </a:cubicBezTo>
                <a:cubicBezTo>
                  <a:pt x="14" y="59"/>
                  <a:pt x="10" y="55"/>
                  <a:pt x="10" y="50"/>
                </a:cubicBezTo>
                <a:cubicBezTo>
                  <a:pt x="10" y="44"/>
                  <a:pt x="14" y="40"/>
                  <a:pt x="19" y="40"/>
                </a:cubicBezTo>
                <a:cubicBezTo>
                  <a:pt x="40" y="40"/>
                  <a:pt x="40" y="40"/>
                  <a:pt x="40" y="40"/>
                </a:cubicBezTo>
                <a:cubicBezTo>
                  <a:pt x="40" y="20"/>
                  <a:pt x="40" y="20"/>
                  <a:pt x="40" y="20"/>
                </a:cubicBezTo>
                <a:cubicBezTo>
                  <a:pt x="40" y="15"/>
                  <a:pt x="44" y="11"/>
                  <a:pt x="49" y="11"/>
                </a:cubicBezTo>
                <a:cubicBezTo>
                  <a:pt x="54" y="11"/>
                  <a:pt x="58" y="15"/>
                  <a:pt x="58" y="20"/>
                </a:cubicBezTo>
                <a:cubicBezTo>
                  <a:pt x="58" y="40"/>
                  <a:pt x="58" y="40"/>
                  <a:pt x="58" y="40"/>
                </a:cubicBezTo>
                <a:cubicBezTo>
                  <a:pt x="79" y="40"/>
                  <a:pt x="79" y="40"/>
                  <a:pt x="79" y="40"/>
                </a:cubicBezTo>
                <a:cubicBezTo>
                  <a:pt x="84" y="40"/>
                  <a:pt x="88" y="44"/>
                  <a:pt x="88" y="50"/>
                </a:cubicBezTo>
                <a:cubicBezTo>
                  <a:pt x="88" y="55"/>
                  <a:pt x="84" y="59"/>
                  <a:pt x="79" y="59"/>
                </a:cubicBezTo>
                <a:close/>
              </a:path>
            </a:pathLst>
          </a:custGeom>
          <a:solidFill>
            <a:srgbClr val="F57038"/>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 name="文本框 17"/>
          <p:cNvSpPr txBox="1"/>
          <p:nvPr/>
        </p:nvSpPr>
        <p:spPr>
          <a:xfrm>
            <a:off x="2474650" y="1628247"/>
            <a:ext cx="2856518" cy="830997"/>
          </a:xfrm>
          <a:prstGeom prst="rect">
            <a:avLst/>
          </a:prstGeom>
          <a:noFill/>
        </p:spPr>
        <p:txBody>
          <a:bodyPr wrap="square" rtlCol="0">
            <a:spAutoFit/>
          </a:bodyPr>
          <a:lstStyle/>
          <a:p>
            <a:pPr>
              <a:lnSpc>
                <a:spcPct val="120000"/>
              </a:lnSpc>
            </a:pPr>
            <a:r>
              <a:rPr lang="zh-CN" altLang="en-US" sz="2400" b="1" dirty="0">
                <a:solidFill>
                  <a:srgbClr val="FFC000"/>
                </a:solidFill>
              </a:rPr>
              <a:t>添加标题</a:t>
            </a:r>
            <a:endParaRPr lang="en-US" altLang="zh-CN" sz="2400" b="1" dirty="0">
              <a:solidFill>
                <a:srgbClr val="FFC000"/>
              </a:solidFill>
            </a:endParaRPr>
          </a:p>
          <a:p>
            <a:pPr>
              <a:lnSpc>
                <a:spcPct val="120000"/>
              </a:lnSpc>
            </a:pPr>
            <a:r>
              <a:rPr lang="zh-CN" altLang="en-US" sz="1600" dirty="0">
                <a:solidFill>
                  <a:schemeClr val="tx1">
                    <a:lumMod val="65000"/>
                    <a:lumOff val="35000"/>
                  </a:schemeClr>
                </a:solidFill>
              </a:rPr>
              <a:t>添加内容添加内容</a:t>
            </a:r>
          </a:p>
        </p:txBody>
      </p:sp>
      <p:sp>
        <p:nvSpPr>
          <p:cNvPr id="19" name="文本框 18"/>
          <p:cNvSpPr txBox="1"/>
          <p:nvPr/>
        </p:nvSpPr>
        <p:spPr>
          <a:xfrm>
            <a:off x="2505460" y="5462840"/>
            <a:ext cx="2856518" cy="830997"/>
          </a:xfrm>
          <a:prstGeom prst="rect">
            <a:avLst/>
          </a:prstGeom>
          <a:noFill/>
        </p:spPr>
        <p:txBody>
          <a:bodyPr wrap="square" rtlCol="0">
            <a:spAutoFit/>
          </a:bodyPr>
          <a:lstStyle/>
          <a:p>
            <a:pPr>
              <a:lnSpc>
                <a:spcPct val="120000"/>
              </a:lnSpc>
            </a:pPr>
            <a:r>
              <a:rPr lang="zh-CN" altLang="en-US" sz="2400" b="1" dirty="0">
                <a:solidFill>
                  <a:srgbClr val="FF8900"/>
                </a:solidFill>
              </a:rPr>
              <a:t>添加标题</a:t>
            </a:r>
            <a:endParaRPr lang="en-US" altLang="zh-CN" sz="2400" b="1" dirty="0">
              <a:solidFill>
                <a:srgbClr val="FF8900"/>
              </a:solidFill>
            </a:endParaRPr>
          </a:p>
          <a:p>
            <a:pPr>
              <a:lnSpc>
                <a:spcPct val="120000"/>
              </a:lnSpc>
            </a:pPr>
            <a:r>
              <a:rPr lang="zh-CN" altLang="en-US" sz="1600" dirty="0">
                <a:solidFill>
                  <a:schemeClr val="tx1">
                    <a:lumMod val="65000"/>
                    <a:lumOff val="35000"/>
                  </a:schemeClr>
                </a:solidFill>
              </a:rPr>
              <a:t>添加内容添加内容</a:t>
            </a:r>
          </a:p>
        </p:txBody>
      </p:sp>
      <p:sp>
        <p:nvSpPr>
          <p:cNvPr id="20" name="Freeform 5"/>
          <p:cNvSpPr>
            <a:spLocks noEditPoints="1"/>
          </p:cNvSpPr>
          <p:nvPr/>
        </p:nvSpPr>
        <p:spPr bwMode="auto">
          <a:xfrm>
            <a:off x="4116875" y="4989205"/>
            <a:ext cx="366713" cy="371475"/>
          </a:xfrm>
          <a:custGeom>
            <a:avLst/>
            <a:gdLst>
              <a:gd name="T0" fmla="*/ 49 w 98"/>
              <a:gd name="T1" fmla="*/ 0 h 99"/>
              <a:gd name="T2" fmla="*/ 0 w 98"/>
              <a:gd name="T3" fmla="*/ 50 h 99"/>
              <a:gd name="T4" fmla="*/ 49 w 98"/>
              <a:gd name="T5" fmla="*/ 99 h 99"/>
              <a:gd name="T6" fmla="*/ 98 w 98"/>
              <a:gd name="T7" fmla="*/ 50 h 99"/>
              <a:gd name="T8" fmla="*/ 49 w 98"/>
              <a:gd name="T9" fmla="*/ 0 h 99"/>
              <a:gd name="T10" fmla="*/ 79 w 98"/>
              <a:gd name="T11" fmla="*/ 59 h 99"/>
              <a:gd name="T12" fmla="*/ 58 w 98"/>
              <a:gd name="T13" fmla="*/ 59 h 99"/>
              <a:gd name="T14" fmla="*/ 58 w 98"/>
              <a:gd name="T15" fmla="*/ 79 h 99"/>
              <a:gd name="T16" fmla="*/ 49 w 98"/>
              <a:gd name="T17" fmla="*/ 89 h 99"/>
              <a:gd name="T18" fmla="*/ 40 w 98"/>
              <a:gd name="T19" fmla="*/ 79 h 99"/>
              <a:gd name="T20" fmla="*/ 40 w 98"/>
              <a:gd name="T21" fmla="*/ 59 h 99"/>
              <a:gd name="T22" fmla="*/ 19 w 98"/>
              <a:gd name="T23" fmla="*/ 59 h 99"/>
              <a:gd name="T24" fmla="*/ 10 w 98"/>
              <a:gd name="T25" fmla="*/ 50 h 99"/>
              <a:gd name="T26" fmla="*/ 19 w 98"/>
              <a:gd name="T27" fmla="*/ 40 h 99"/>
              <a:gd name="T28" fmla="*/ 40 w 98"/>
              <a:gd name="T29" fmla="*/ 40 h 99"/>
              <a:gd name="T30" fmla="*/ 40 w 98"/>
              <a:gd name="T31" fmla="*/ 20 h 99"/>
              <a:gd name="T32" fmla="*/ 49 w 98"/>
              <a:gd name="T33" fmla="*/ 11 h 99"/>
              <a:gd name="T34" fmla="*/ 58 w 98"/>
              <a:gd name="T35" fmla="*/ 20 h 99"/>
              <a:gd name="T36" fmla="*/ 58 w 98"/>
              <a:gd name="T37" fmla="*/ 40 h 99"/>
              <a:gd name="T38" fmla="*/ 79 w 98"/>
              <a:gd name="T39" fmla="*/ 40 h 99"/>
              <a:gd name="T40" fmla="*/ 88 w 98"/>
              <a:gd name="T41" fmla="*/ 50 h 99"/>
              <a:gd name="T42" fmla="*/ 79 w 98"/>
              <a:gd name="T43" fmla="*/ 5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8" h="99">
                <a:moveTo>
                  <a:pt x="49" y="0"/>
                </a:moveTo>
                <a:cubicBezTo>
                  <a:pt x="22" y="0"/>
                  <a:pt x="0" y="22"/>
                  <a:pt x="0" y="50"/>
                </a:cubicBezTo>
                <a:cubicBezTo>
                  <a:pt x="0" y="77"/>
                  <a:pt x="22" y="99"/>
                  <a:pt x="49" y="99"/>
                </a:cubicBezTo>
                <a:cubicBezTo>
                  <a:pt x="76" y="99"/>
                  <a:pt x="98" y="77"/>
                  <a:pt x="98" y="50"/>
                </a:cubicBezTo>
                <a:cubicBezTo>
                  <a:pt x="98" y="22"/>
                  <a:pt x="76" y="0"/>
                  <a:pt x="49" y="0"/>
                </a:cubicBezTo>
                <a:close/>
                <a:moveTo>
                  <a:pt x="79" y="59"/>
                </a:moveTo>
                <a:cubicBezTo>
                  <a:pt x="58" y="59"/>
                  <a:pt x="58" y="59"/>
                  <a:pt x="58" y="59"/>
                </a:cubicBezTo>
                <a:cubicBezTo>
                  <a:pt x="58" y="79"/>
                  <a:pt x="58" y="79"/>
                  <a:pt x="58" y="79"/>
                </a:cubicBezTo>
                <a:cubicBezTo>
                  <a:pt x="58" y="84"/>
                  <a:pt x="54" y="89"/>
                  <a:pt x="49" y="89"/>
                </a:cubicBezTo>
                <a:cubicBezTo>
                  <a:pt x="44" y="89"/>
                  <a:pt x="40" y="84"/>
                  <a:pt x="40" y="79"/>
                </a:cubicBezTo>
                <a:cubicBezTo>
                  <a:pt x="40" y="59"/>
                  <a:pt x="40" y="59"/>
                  <a:pt x="40" y="59"/>
                </a:cubicBezTo>
                <a:cubicBezTo>
                  <a:pt x="19" y="59"/>
                  <a:pt x="19" y="59"/>
                  <a:pt x="19" y="59"/>
                </a:cubicBezTo>
                <a:cubicBezTo>
                  <a:pt x="14" y="59"/>
                  <a:pt x="10" y="55"/>
                  <a:pt x="10" y="50"/>
                </a:cubicBezTo>
                <a:cubicBezTo>
                  <a:pt x="10" y="44"/>
                  <a:pt x="14" y="40"/>
                  <a:pt x="19" y="40"/>
                </a:cubicBezTo>
                <a:cubicBezTo>
                  <a:pt x="40" y="40"/>
                  <a:pt x="40" y="40"/>
                  <a:pt x="40" y="40"/>
                </a:cubicBezTo>
                <a:cubicBezTo>
                  <a:pt x="40" y="20"/>
                  <a:pt x="40" y="20"/>
                  <a:pt x="40" y="20"/>
                </a:cubicBezTo>
                <a:cubicBezTo>
                  <a:pt x="40" y="15"/>
                  <a:pt x="44" y="11"/>
                  <a:pt x="49" y="11"/>
                </a:cubicBezTo>
                <a:cubicBezTo>
                  <a:pt x="54" y="11"/>
                  <a:pt x="58" y="15"/>
                  <a:pt x="58" y="20"/>
                </a:cubicBezTo>
                <a:cubicBezTo>
                  <a:pt x="58" y="40"/>
                  <a:pt x="58" y="40"/>
                  <a:pt x="58" y="40"/>
                </a:cubicBezTo>
                <a:cubicBezTo>
                  <a:pt x="79" y="40"/>
                  <a:pt x="79" y="40"/>
                  <a:pt x="79" y="40"/>
                </a:cubicBezTo>
                <a:cubicBezTo>
                  <a:pt x="84" y="40"/>
                  <a:pt x="88" y="44"/>
                  <a:pt x="88" y="50"/>
                </a:cubicBezTo>
                <a:cubicBezTo>
                  <a:pt x="88" y="55"/>
                  <a:pt x="84" y="59"/>
                  <a:pt x="79" y="59"/>
                </a:cubicBezTo>
                <a:close/>
              </a:path>
            </a:pathLst>
          </a:custGeom>
          <a:solidFill>
            <a:srgbClr val="B7288D"/>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1" name="文本框 20"/>
          <p:cNvSpPr txBox="1"/>
          <p:nvPr/>
        </p:nvSpPr>
        <p:spPr>
          <a:xfrm>
            <a:off x="4483588" y="4810524"/>
            <a:ext cx="2856518" cy="830997"/>
          </a:xfrm>
          <a:prstGeom prst="rect">
            <a:avLst/>
          </a:prstGeom>
          <a:noFill/>
        </p:spPr>
        <p:txBody>
          <a:bodyPr wrap="square" rtlCol="0">
            <a:spAutoFit/>
          </a:bodyPr>
          <a:lstStyle/>
          <a:p>
            <a:pPr>
              <a:lnSpc>
                <a:spcPct val="120000"/>
              </a:lnSpc>
            </a:pPr>
            <a:r>
              <a:rPr lang="zh-CN" altLang="en-US" sz="2400" b="1" dirty="0">
                <a:solidFill>
                  <a:srgbClr val="B7288D"/>
                </a:solidFill>
              </a:rPr>
              <a:t>添加标题</a:t>
            </a:r>
            <a:endParaRPr lang="en-US" altLang="zh-CN" sz="2400" b="1" dirty="0">
              <a:solidFill>
                <a:srgbClr val="B7288D"/>
              </a:solidFill>
            </a:endParaRPr>
          </a:p>
          <a:p>
            <a:pPr>
              <a:lnSpc>
                <a:spcPct val="120000"/>
              </a:lnSpc>
            </a:pPr>
            <a:r>
              <a:rPr lang="zh-CN" altLang="en-US" sz="1600" dirty="0">
                <a:solidFill>
                  <a:schemeClr val="tx1">
                    <a:lumMod val="65000"/>
                    <a:lumOff val="35000"/>
                  </a:schemeClr>
                </a:solidFill>
              </a:rPr>
              <a:t>添加内容添加内容</a:t>
            </a:r>
          </a:p>
        </p:txBody>
      </p:sp>
      <p:sp>
        <p:nvSpPr>
          <p:cNvPr id="22" name="Freeform 5"/>
          <p:cNvSpPr>
            <a:spLocks noEditPoints="1"/>
          </p:cNvSpPr>
          <p:nvPr/>
        </p:nvSpPr>
        <p:spPr bwMode="auto">
          <a:xfrm>
            <a:off x="5545134" y="4178160"/>
            <a:ext cx="366713" cy="371475"/>
          </a:xfrm>
          <a:custGeom>
            <a:avLst/>
            <a:gdLst>
              <a:gd name="T0" fmla="*/ 49 w 98"/>
              <a:gd name="T1" fmla="*/ 0 h 99"/>
              <a:gd name="T2" fmla="*/ 0 w 98"/>
              <a:gd name="T3" fmla="*/ 50 h 99"/>
              <a:gd name="T4" fmla="*/ 49 w 98"/>
              <a:gd name="T5" fmla="*/ 99 h 99"/>
              <a:gd name="T6" fmla="*/ 98 w 98"/>
              <a:gd name="T7" fmla="*/ 50 h 99"/>
              <a:gd name="T8" fmla="*/ 49 w 98"/>
              <a:gd name="T9" fmla="*/ 0 h 99"/>
              <a:gd name="T10" fmla="*/ 79 w 98"/>
              <a:gd name="T11" fmla="*/ 59 h 99"/>
              <a:gd name="T12" fmla="*/ 58 w 98"/>
              <a:gd name="T13" fmla="*/ 59 h 99"/>
              <a:gd name="T14" fmla="*/ 58 w 98"/>
              <a:gd name="T15" fmla="*/ 79 h 99"/>
              <a:gd name="T16" fmla="*/ 49 w 98"/>
              <a:gd name="T17" fmla="*/ 89 h 99"/>
              <a:gd name="T18" fmla="*/ 40 w 98"/>
              <a:gd name="T19" fmla="*/ 79 h 99"/>
              <a:gd name="T20" fmla="*/ 40 w 98"/>
              <a:gd name="T21" fmla="*/ 59 h 99"/>
              <a:gd name="T22" fmla="*/ 19 w 98"/>
              <a:gd name="T23" fmla="*/ 59 h 99"/>
              <a:gd name="T24" fmla="*/ 10 w 98"/>
              <a:gd name="T25" fmla="*/ 50 h 99"/>
              <a:gd name="T26" fmla="*/ 19 w 98"/>
              <a:gd name="T27" fmla="*/ 40 h 99"/>
              <a:gd name="T28" fmla="*/ 40 w 98"/>
              <a:gd name="T29" fmla="*/ 40 h 99"/>
              <a:gd name="T30" fmla="*/ 40 w 98"/>
              <a:gd name="T31" fmla="*/ 20 h 99"/>
              <a:gd name="T32" fmla="*/ 49 w 98"/>
              <a:gd name="T33" fmla="*/ 11 h 99"/>
              <a:gd name="T34" fmla="*/ 58 w 98"/>
              <a:gd name="T35" fmla="*/ 20 h 99"/>
              <a:gd name="T36" fmla="*/ 58 w 98"/>
              <a:gd name="T37" fmla="*/ 40 h 99"/>
              <a:gd name="T38" fmla="*/ 79 w 98"/>
              <a:gd name="T39" fmla="*/ 40 h 99"/>
              <a:gd name="T40" fmla="*/ 88 w 98"/>
              <a:gd name="T41" fmla="*/ 50 h 99"/>
              <a:gd name="T42" fmla="*/ 79 w 98"/>
              <a:gd name="T43" fmla="*/ 5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8" h="99">
                <a:moveTo>
                  <a:pt x="49" y="0"/>
                </a:moveTo>
                <a:cubicBezTo>
                  <a:pt x="22" y="0"/>
                  <a:pt x="0" y="22"/>
                  <a:pt x="0" y="50"/>
                </a:cubicBezTo>
                <a:cubicBezTo>
                  <a:pt x="0" y="77"/>
                  <a:pt x="22" y="99"/>
                  <a:pt x="49" y="99"/>
                </a:cubicBezTo>
                <a:cubicBezTo>
                  <a:pt x="76" y="99"/>
                  <a:pt x="98" y="77"/>
                  <a:pt x="98" y="50"/>
                </a:cubicBezTo>
                <a:cubicBezTo>
                  <a:pt x="98" y="22"/>
                  <a:pt x="76" y="0"/>
                  <a:pt x="49" y="0"/>
                </a:cubicBezTo>
                <a:close/>
                <a:moveTo>
                  <a:pt x="79" y="59"/>
                </a:moveTo>
                <a:cubicBezTo>
                  <a:pt x="58" y="59"/>
                  <a:pt x="58" y="59"/>
                  <a:pt x="58" y="59"/>
                </a:cubicBezTo>
                <a:cubicBezTo>
                  <a:pt x="58" y="79"/>
                  <a:pt x="58" y="79"/>
                  <a:pt x="58" y="79"/>
                </a:cubicBezTo>
                <a:cubicBezTo>
                  <a:pt x="58" y="84"/>
                  <a:pt x="54" y="89"/>
                  <a:pt x="49" y="89"/>
                </a:cubicBezTo>
                <a:cubicBezTo>
                  <a:pt x="44" y="89"/>
                  <a:pt x="40" y="84"/>
                  <a:pt x="40" y="79"/>
                </a:cubicBezTo>
                <a:cubicBezTo>
                  <a:pt x="40" y="59"/>
                  <a:pt x="40" y="59"/>
                  <a:pt x="40" y="59"/>
                </a:cubicBezTo>
                <a:cubicBezTo>
                  <a:pt x="19" y="59"/>
                  <a:pt x="19" y="59"/>
                  <a:pt x="19" y="59"/>
                </a:cubicBezTo>
                <a:cubicBezTo>
                  <a:pt x="14" y="59"/>
                  <a:pt x="10" y="55"/>
                  <a:pt x="10" y="50"/>
                </a:cubicBezTo>
                <a:cubicBezTo>
                  <a:pt x="10" y="44"/>
                  <a:pt x="14" y="40"/>
                  <a:pt x="19" y="40"/>
                </a:cubicBezTo>
                <a:cubicBezTo>
                  <a:pt x="40" y="40"/>
                  <a:pt x="40" y="40"/>
                  <a:pt x="40" y="40"/>
                </a:cubicBezTo>
                <a:cubicBezTo>
                  <a:pt x="40" y="20"/>
                  <a:pt x="40" y="20"/>
                  <a:pt x="40" y="20"/>
                </a:cubicBezTo>
                <a:cubicBezTo>
                  <a:pt x="40" y="15"/>
                  <a:pt x="44" y="11"/>
                  <a:pt x="49" y="11"/>
                </a:cubicBezTo>
                <a:cubicBezTo>
                  <a:pt x="54" y="11"/>
                  <a:pt x="58" y="15"/>
                  <a:pt x="58" y="20"/>
                </a:cubicBezTo>
                <a:cubicBezTo>
                  <a:pt x="58" y="40"/>
                  <a:pt x="58" y="40"/>
                  <a:pt x="58" y="40"/>
                </a:cubicBezTo>
                <a:cubicBezTo>
                  <a:pt x="79" y="40"/>
                  <a:pt x="79" y="40"/>
                  <a:pt x="79" y="40"/>
                </a:cubicBezTo>
                <a:cubicBezTo>
                  <a:pt x="84" y="40"/>
                  <a:pt x="88" y="44"/>
                  <a:pt x="88" y="50"/>
                </a:cubicBezTo>
                <a:cubicBezTo>
                  <a:pt x="88" y="55"/>
                  <a:pt x="84" y="59"/>
                  <a:pt x="79" y="59"/>
                </a:cubicBezTo>
                <a:close/>
              </a:path>
            </a:pathLst>
          </a:custGeom>
          <a:solidFill>
            <a:srgbClr val="1A77A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3" name="文本框 22"/>
          <p:cNvSpPr txBox="1"/>
          <p:nvPr/>
        </p:nvSpPr>
        <p:spPr>
          <a:xfrm>
            <a:off x="5911847" y="3999479"/>
            <a:ext cx="2856518" cy="830997"/>
          </a:xfrm>
          <a:prstGeom prst="rect">
            <a:avLst/>
          </a:prstGeom>
          <a:noFill/>
        </p:spPr>
        <p:txBody>
          <a:bodyPr wrap="square" rtlCol="0">
            <a:spAutoFit/>
          </a:bodyPr>
          <a:lstStyle/>
          <a:p>
            <a:pPr>
              <a:lnSpc>
                <a:spcPct val="120000"/>
              </a:lnSpc>
            </a:pPr>
            <a:r>
              <a:rPr lang="zh-CN" altLang="en-US" sz="2400" b="1" dirty="0">
                <a:solidFill>
                  <a:srgbClr val="1A77A1"/>
                </a:solidFill>
              </a:rPr>
              <a:t>添加标题</a:t>
            </a:r>
            <a:endParaRPr lang="en-US" altLang="zh-CN" sz="2400" b="1" dirty="0">
              <a:solidFill>
                <a:srgbClr val="1A77A1"/>
              </a:solidFill>
            </a:endParaRPr>
          </a:p>
          <a:p>
            <a:pPr>
              <a:lnSpc>
                <a:spcPct val="120000"/>
              </a:lnSpc>
            </a:pPr>
            <a:r>
              <a:rPr lang="zh-CN" altLang="en-US" sz="1600" dirty="0">
                <a:solidFill>
                  <a:schemeClr val="tx1">
                    <a:lumMod val="65000"/>
                    <a:lumOff val="35000"/>
                  </a:schemeClr>
                </a:solidFill>
              </a:rPr>
              <a:t>添加内容添加内容</a:t>
            </a:r>
          </a:p>
        </p:txBody>
      </p:sp>
      <p:sp>
        <p:nvSpPr>
          <p:cNvPr id="24" name="Freeform 5"/>
          <p:cNvSpPr>
            <a:spLocks noEditPoints="1"/>
          </p:cNvSpPr>
          <p:nvPr/>
        </p:nvSpPr>
        <p:spPr bwMode="auto">
          <a:xfrm>
            <a:off x="6567110" y="1156889"/>
            <a:ext cx="366713" cy="371475"/>
          </a:xfrm>
          <a:custGeom>
            <a:avLst/>
            <a:gdLst>
              <a:gd name="T0" fmla="*/ 49 w 98"/>
              <a:gd name="T1" fmla="*/ 0 h 99"/>
              <a:gd name="T2" fmla="*/ 0 w 98"/>
              <a:gd name="T3" fmla="*/ 50 h 99"/>
              <a:gd name="T4" fmla="*/ 49 w 98"/>
              <a:gd name="T5" fmla="*/ 99 h 99"/>
              <a:gd name="T6" fmla="*/ 98 w 98"/>
              <a:gd name="T7" fmla="*/ 50 h 99"/>
              <a:gd name="T8" fmla="*/ 49 w 98"/>
              <a:gd name="T9" fmla="*/ 0 h 99"/>
              <a:gd name="T10" fmla="*/ 79 w 98"/>
              <a:gd name="T11" fmla="*/ 59 h 99"/>
              <a:gd name="T12" fmla="*/ 58 w 98"/>
              <a:gd name="T13" fmla="*/ 59 h 99"/>
              <a:gd name="T14" fmla="*/ 58 w 98"/>
              <a:gd name="T15" fmla="*/ 79 h 99"/>
              <a:gd name="T16" fmla="*/ 49 w 98"/>
              <a:gd name="T17" fmla="*/ 89 h 99"/>
              <a:gd name="T18" fmla="*/ 40 w 98"/>
              <a:gd name="T19" fmla="*/ 79 h 99"/>
              <a:gd name="T20" fmla="*/ 40 w 98"/>
              <a:gd name="T21" fmla="*/ 59 h 99"/>
              <a:gd name="T22" fmla="*/ 19 w 98"/>
              <a:gd name="T23" fmla="*/ 59 h 99"/>
              <a:gd name="T24" fmla="*/ 10 w 98"/>
              <a:gd name="T25" fmla="*/ 50 h 99"/>
              <a:gd name="T26" fmla="*/ 19 w 98"/>
              <a:gd name="T27" fmla="*/ 40 h 99"/>
              <a:gd name="T28" fmla="*/ 40 w 98"/>
              <a:gd name="T29" fmla="*/ 40 h 99"/>
              <a:gd name="T30" fmla="*/ 40 w 98"/>
              <a:gd name="T31" fmla="*/ 20 h 99"/>
              <a:gd name="T32" fmla="*/ 49 w 98"/>
              <a:gd name="T33" fmla="*/ 11 h 99"/>
              <a:gd name="T34" fmla="*/ 58 w 98"/>
              <a:gd name="T35" fmla="*/ 20 h 99"/>
              <a:gd name="T36" fmla="*/ 58 w 98"/>
              <a:gd name="T37" fmla="*/ 40 h 99"/>
              <a:gd name="T38" fmla="*/ 79 w 98"/>
              <a:gd name="T39" fmla="*/ 40 h 99"/>
              <a:gd name="T40" fmla="*/ 88 w 98"/>
              <a:gd name="T41" fmla="*/ 50 h 99"/>
              <a:gd name="T42" fmla="*/ 79 w 98"/>
              <a:gd name="T43" fmla="*/ 5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8" h="99">
                <a:moveTo>
                  <a:pt x="49" y="0"/>
                </a:moveTo>
                <a:cubicBezTo>
                  <a:pt x="22" y="0"/>
                  <a:pt x="0" y="22"/>
                  <a:pt x="0" y="50"/>
                </a:cubicBezTo>
                <a:cubicBezTo>
                  <a:pt x="0" y="77"/>
                  <a:pt x="22" y="99"/>
                  <a:pt x="49" y="99"/>
                </a:cubicBezTo>
                <a:cubicBezTo>
                  <a:pt x="76" y="99"/>
                  <a:pt x="98" y="77"/>
                  <a:pt x="98" y="50"/>
                </a:cubicBezTo>
                <a:cubicBezTo>
                  <a:pt x="98" y="22"/>
                  <a:pt x="76" y="0"/>
                  <a:pt x="49" y="0"/>
                </a:cubicBezTo>
                <a:close/>
                <a:moveTo>
                  <a:pt x="79" y="59"/>
                </a:moveTo>
                <a:cubicBezTo>
                  <a:pt x="58" y="59"/>
                  <a:pt x="58" y="59"/>
                  <a:pt x="58" y="59"/>
                </a:cubicBezTo>
                <a:cubicBezTo>
                  <a:pt x="58" y="79"/>
                  <a:pt x="58" y="79"/>
                  <a:pt x="58" y="79"/>
                </a:cubicBezTo>
                <a:cubicBezTo>
                  <a:pt x="58" y="84"/>
                  <a:pt x="54" y="89"/>
                  <a:pt x="49" y="89"/>
                </a:cubicBezTo>
                <a:cubicBezTo>
                  <a:pt x="44" y="89"/>
                  <a:pt x="40" y="84"/>
                  <a:pt x="40" y="79"/>
                </a:cubicBezTo>
                <a:cubicBezTo>
                  <a:pt x="40" y="59"/>
                  <a:pt x="40" y="59"/>
                  <a:pt x="40" y="59"/>
                </a:cubicBezTo>
                <a:cubicBezTo>
                  <a:pt x="19" y="59"/>
                  <a:pt x="19" y="59"/>
                  <a:pt x="19" y="59"/>
                </a:cubicBezTo>
                <a:cubicBezTo>
                  <a:pt x="14" y="59"/>
                  <a:pt x="10" y="55"/>
                  <a:pt x="10" y="50"/>
                </a:cubicBezTo>
                <a:cubicBezTo>
                  <a:pt x="10" y="44"/>
                  <a:pt x="14" y="40"/>
                  <a:pt x="19" y="40"/>
                </a:cubicBezTo>
                <a:cubicBezTo>
                  <a:pt x="40" y="40"/>
                  <a:pt x="40" y="40"/>
                  <a:pt x="40" y="40"/>
                </a:cubicBezTo>
                <a:cubicBezTo>
                  <a:pt x="40" y="20"/>
                  <a:pt x="40" y="20"/>
                  <a:pt x="40" y="20"/>
                </a:cubicBezTo>
                <a:cubicBezTo>
                  <a:pt x="40" y="15"/>
                  <a:pt x="44" y="11"/>
                  <a:pt x="49" y="11"/>
                </a:cubicBezTo>
                <a:cubicBezTo>
                  <a:pt x="54" y="11"/>
                  <a:pt x="58" y="15"/>
                  <a:pt x="58" y="20"/>
                </a:cubicBezTo>
                <a:cubicBezTo>
                  <a:pt x="58" y="40"/>
                  <a:pt x="58" y="40"/>
                  <a:pt x="58" y="40"/>
                </a:cubicBezTo>
                <a:cubicBezTo>
                  <a:pt x="79" y="40"/>
                  <a:pt x="79" y="40"/>
                  <a:pt x="79" y="40"/>
                </a:cubicBezTo>
                <a:cubicBezTo>
                  <a:pt x="84" y="40"/>
                  <a:pt x="88" y="44"/>
                  <a:pt x="88" y="50"/>
                </a:cubicBezTo>
                <a:cubicBezTo>
                  <a:pt x="88" y="55"/>
                  <a:pt x="84" y="59"/>
                  <a:pt x="79" y="59"/>
                </a:cubicBezTo>
                <a:close/>
              </a:path>
            </a:pathLst>
          </a:custGeom>
          <a:solidFill>
            <a:srgbClr val="309EDA"/>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5" name="文本框 24"/>
          <p:cNvSpPr txBox="1"/>
          <p:nvPr/>
        </p:nvSpPr>
        <p:spPr>
          <a:xfrm>
            <a:off x="6933823" y="978208"/>
            <a:ext cx="2856518" cy="830997"/>
          </a:xfrm>
          <a:prstGeom prst="rect">
            <a:avLst/>
          </a:prstGeom>
          <a:noFill/>
        </p:spPr>
        <p:txBody>
          <a:bodyPr wrap="square" rtlCol="0">
            <a:spAutoFit/>
          </a:bodyPr>
          <a:lstStyle/>
          <a:p>
            <a:pPr>
              <a:lnSpc>
                <a:spcPct val="120000"/>
              </a:lnSpc>
            </a:pPr>
            <a:r>
              <a:rPr lang="zh-CN" altLang="en-US" sz="2400" b="1" dirty="0">
                <a:solidFill>
                  <a:srgbClr val="309EDA"/>
                </a:solidFill>
              </a:rPr>
              <a:t>添加标题</a:t>
            </a:r>
            <a:endParaRPr lang="en-US" altLang="zh-CN" sz="2400" b="1" dirty="0">
              <a:solidFill>
                <a:srgbClr val="309EDA"/>
              </a:solidFill>
            </a:endParaRPr>
          </a:p>
          <a:p>
            <a:pPr>
              <a:lnSpc>
                <a:spcPct val="120000"/>
              </a:lnSpc>
            </a:pPr>
            <a:r>
              <a:rPr lang="zh-CN" altLang="en-US" sz="1600" dirty="0">
                <a:solidFill>
                  <a:schemeClr val="tx1">
                    <a:lumMod val="65000"/>
                    <a:lumOff val="35000"/>
                  </a:schemeClr>
                </a:solidFill>
              </a:rPr>
              <a:t>添加内容添加内容</a:t>
            </a:r>
          </a:p>
        </p:txBody>
      </p:sp>
      <p:sp>
        <p:nvSpPr>
          <p:cNvPr id="26" name="Freeform 5"/>
          <p:cNvSpPr>
            <a:spLocks noEditPoints="1"/>
          </p:cNvSpPr>
          <p:nvPr/>
        </p:nvSpPr>
        <p:spPr bwMode="auto">
          <a:xfrm>
            <a:off x="9093354" y="3047020"/>
            <a:ext cx="366713" cy="371475"/>
          </a:xfrm>
          <a:custGeom>
            <a:avLst/>
            <a:gdLst>
              <a:gd name="T0" fmla="*/ 49 w 98"/>
              <a:gd name="T1" fmla="*/ 0 h 99"/>
              <a:gd name="T2" fmla="*/ 0 w 98"/>
              <a:gd name="T3" fmla="*/ 50 h 99"/>
              <a:gd name="T4" fmla="*/ 49 w 98"/>
              <a:gd name="T5" fmla="*/ 99 h 99"/>
              <a:gd name="T6" fmla="*/ 98 w 98"/>
              <a:gd name="T7" fmla="*/ 50 h 99"/>
              <a:gd name="T8" fmla="*/ 49 w 98"/>
              <a:gd name="T9" fmla="*/ 0 h 99"/>
              <a:gd name="T10" fmla="*/ 79 w 98"/>
              <a:gd name="T11" fmla="*/ 59 h 99"/>
              <a:gd name="T12" fmla="*/ 58 w 98"/>
              <a:gd name="T13" fmla="*/ 59 h 99"/>
              <a:gd name="T14" fmla="*/ 58 w 98"/>
              <a:gd name="T15" fmla="*/ 79 h 99"/>
              <a:gd name="T16" fmla="*/ 49 w 98"/>
              <a:gd name="T17" fmla="*/ 89 h 99"/>
              <a:gd name="T18" fmla="*/ 40 w 98"/>
              <a:gd name="T19" fmla="*/ 79 h 99"/>
              <a:gd name="T20" fmla="*/ 40 w 98"/>
              <a:gd name="T21" fmla="*/ 59 h 99"/>
              <a:gd name="T22" fmla="*/ 19 w 98"/>
              <a:gd name="T23" fmla="*/ 59 h 99"/>
              <a:gd name="T24" fmla="*/ 10 w 98"/>
              <a:gd name="T25" fmla="*/ 50 h 99"/>
              <a:gd name="T26" fmla="*/ 19 w 98"/>
              <a:gd name="T27" fmla="*/ 40 h 99"/>
              <a:gd name="T28" fmla="*/ 40 w 98"/>
              <a:gd name="T29" fmla="*/ 40 h 99"/>
              <a:gd name="T30" fmla="*/ 40 w 98"/>
              <a:gd name="T31" fmla="*/ 20 h 99"/>
              <a:gd name="T32" fmla="*/ 49 w 98"/>
              <a:gd name="T33" fmla="*/ 11 h 99"/>
              <a:gd name="T34" fmla="*/ 58 w 98"/>
              <a:gd name="T35" fmla="*/ 20 h 99"/>
              <a:gd name="T36" fmla="*/ 58 w 98"/>
              <a:gd name="T37" fmla="*/ 40 h 99"/>
              <a:gd name="T38" fmla="*/ 79 w 98"/>
              <a:gd name="T39" fmla="*/ 40 h 99"/>
              <a:gd name="T40" fmla="*/ 88 w 98"/>
              <a:gd name="T41" fmla="*/ 50 h 99"/>
              <a:gd name="T42" fmla="*/ 79 w 98"/>
              <a:gd name="T43" fmla="*/ 5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8" h="99">
                <a:moveTo>
                  <a:pt x="49" y="0"/>
                </a:moveTo>
                <a:cubicBezTo>
                  <a:pt x="22" y="0"/>
                  <a:pt x="0" y="22"/>
                  <a:pt x="0" y="50"/>
                </a:cubicBezTo>
                <a:cubicBezTo>
                  <a:pt x="0" y="77"/>
                  <a:pt x="22" y="99"/>
                  <a:pt x="49" y="99"/>
                </a:cubicBezTo>
                <a:cubicBezTo>
                  <a:pt x="76" y="99"/>
                  <a:pt x="98" y="77"/>
                  <a:pt x="98" y="50"/>
                </a:cubicBezTo>
                <a:cubicBezTo>
                  <a:pt x="98" y="22"/>
                  <a:pt x="76" y="0"/>
                  <a:pt x="49" y="0"/>
                </a:cubicBezTo>
                <a:close/>
                <a:moveTo>
                  <a:pt x="79" y="59"/>
                </a:moveTo>
                <a:cubicBezTo>
                  <a:pt x="58" y="59"/>
                  <a:pt x="58" y="59"/>
                  <a:pt x="58" y="59"/>
                </a:cubicBezTo>
                <a:cubicBezTo>
                  <a:pt x="58" y="79"/>
                  <a:pt x="58" y="79"/>
                  <a:pt x="58" y="79"/>
                </a:cubicBezTo>
                <a:cubicBezTo>
                  <a:pt x="58" y="84"/>
                  <a:pt x="54" y="89"/>
                  <a:pt x="49" y="89"/>
                </a:cubicBezTo>
                <a:cubicBezTo>
                  <a:pt x="44" y="89"/>
                  <a:pt x="40" y="84"/>
                  <a:pt x="40" y="79"/>
                </a:cubicBezTo>
                <a:cubicBezTo>
                  <a:pt x="40" y="59"/>
                  <a:pt x="40" y="59"/>
                  <a:pt x="40" y="59"/>
                </a:cubicBezTo>
                <a:cubicBezTo>
                  <a:pt x="19" y="59"/>
                  <a:pt x="19" y="59"/>
                  <a:pt x="19" y="59"/>
                </a:cubicBezTo>
                <a:cubicBezTo>
                  <a:pt x="14" y="59"/>
                  <a:pt x="10" y="55"/>
                  <a:pt x="10" y="50"/>
                </a:cubicBezTo>
                <a:cubicBezTo>
                  <a:pt x="10" y="44"/>
                  <a:pt x="14" y="40"/>
                  <a:pt x="19" y="40"/>
                </a:cubicBezTo>
                <a:cubicBezTo>
                  <a:pt x="40" y="40"/>
                  <a:pt x="40" y="40"/>
                  <a:pt x="40" y="40"/>
                </a:cubicBezTo>
                <a:cubicBezTo>
                  <a:pt x="40" y="20"/>
                  <a:pt x="40" y="20"/>
                  <a:pt x="40" y="20"/>
                </a:cubicBezTo>
                <a:cubicBezTo>
                  <a:pt x="40" y="15"/>
                  <a:pt x="44" y="11"/>
                  <a:pt x="49" y="11"/>
                </a:cubicBezTo>
                <a:cubicBezTo>
                  <a:pt x="54" y="11"/>
                  <a:pt x="58" y="15"/>
                  <a:pt x="58" y="20"/>
                </a:cubicBezTo>
                <a:cubicBezTo>
                  <a:pt x="58" y="40"/>
                  <a:pt x="58" y="40"/>
                  <a:pt x="58" y="40"/>
                </a:cubicBezTo>
                <a:cubicBezTo>
                  <a:pt x="79" y="40"/>
                  <a:pt x="79" y="40"/>
                  <a:pt x="79" y="40"/>
                </a:cubicBezTo>
                <a:cubicBezTo>
                  <a:pt x="84" y="40"/>
                  <a:pt x="88" y="44"/>
                  <a:pt x="88" y="50"/>
                </a:cubicBezTo>
                <a:cubicBezTo>
                  <a:pt x="88" y="55"/>
                  <a:pt x="84" y="59"/>
                  <a:pt x="79" y="59"/>
                </a:cubicBezTo>
                <a:close/>
              </a:path>
            </a:pathLst>
          </a:custGeom>
          <a:solidFill>
            <a:srgbClr val="ADC322"/>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7" name="文本框 26"/>
          <p:cNvSpPr txBox="1"/>
          <p:nvPr/>
        </p:nvSpPr>
        <p:spPr>
          <a:xfrm>
            <a:off x="9460067" y="2868339"/>
            <a:ext cx="2856518" cy="830997"/>
          </a:xfrm>
          <a:prstGeom prst="rect">
            <a:avLst/>
          </a:prstGeom>
          <a:noFill/>
        </p:spPr>
        <p:txBody>
          <a:bodyPr wrap="square" rtlCol="0">
            <a:spAutoFit/>
          </a:bodyPr>
          <a:lstStyle/>
          <a:p>
            <a:pPr>
              <a:lnSpc>
                <a:spcPct val="120000"/>
              </a:lnSpc>
            </a:pPr>
            <a:r>
              <a:rPr lang="zh-CN" altLang="en-US" sz="2400" b="1" dirty="0">
                <a:solidFill>
                  <a:srgbClr val="ADC322"/>
                </a:solidFill>
              </a:rPr>
              <a:t>添加标题</a:t>
            </a:r>
            <a:endParaRPr lang="en-US" altLang="zh-CN" sz="2400" b="1" dirty="0">
              <a:solidFill>
                <a:srgbClr val="ADC322"/>
              </a:solidFill>
            </a:endParaRPr>
          </a:p>
          <a:p>
            <a:pPr>
              <a:lnSpc>
                <a:spcPct val="120000"/>
              </a:lnSpc>
            </a:pPr>
            <a:r>
              <a:rPr lang="zh-CN" altLang="en-US" sz="1600" dirty="0">
                <a:solidFill>
                  <a:schemeClr val="tx1">
                    <a:lumMod val="65000"/>
                    <a:lumOff val="35000"/>
                  </a:schemeClr>
                </a:solidFill>
              </a:rPr>
              <a:t>添加内容添加内容</a:t>
            </a:r>
          </a:p>
        </p:txBody>
      </p:sp>
      <p:sp>
        <p:nvSpPr>
          <p:cNvPr id="28" name="矩形 39"/>
          <p:cNvSpPr/>
          <p:nvPr/>
        </p:nvSpPr>
        <p:spPr>
          <a:xfrm>
            <a:off x="0" y="203088"/>
            <a:ext cx="2492990" cy="523220"/>
          </a:xfrm>
          <a:prstGeom prst="rect">
            <a:avLst/>
          </a:prstGeom>
          <a:noFill/>
        </p:spPr>
        <p:txBody>
          <a:bodyPr wrap="none" rtlCol="0">
            <a:spAutoFit/>
          </a:bodyPr>
          <a:lstStyle/>
          <a:p>
            <a:r>
              <a:rPr lang="zh-CN" altLang="en-US" sz="2800" b="1" dirty="0">
                <a:solidFill>
                  <a:schemeClr val="tx1">
                    <a:lumMod val="65000"/>
                    <a:lumOff val="35000"/>
                  </a:schemeClr>
                </a:solidFill>
              </a:rPr>
              <a:t>六项递进</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程序</a:t>
            </a:r>
            <a:endParaRPr lang="zh-CN" altLang="zh-CN" sz="2800" b="1" dirty="0">
              <a:solidFill>
                <a:schemeClr val="tx1">
                  <a:lumMod val="65000"/>
                  <a:lumOff val="35000"/>
                </a:schemeClr>
              </a:solidFill>
            </a:endParaRPr>
          </a:p>
        </p:txBody>
      </p:sp>
      <p:sp>
        <p:nvSpPr>
          <p:cNvPr id="35" name="文本框 34"/>
          <p:cNvSpPr txBox="1"/>
          <p:nvPr/>
        </p:nvSpPr>
        <p:spPr>
          <a:xfrm>
            <a:off x="2350191" y="2626099"/>
            <a:ext cx="787395" cy="1138773"/>
          </a:xfrm>
          <a:prstGeom prst="rect">
            <a:avLst/>
          </a:prstGeom>
          <a:noFill/>
        </p:spPr>
        <p:txBody>
          <a:bodyPr wrap="none" rtlCol="0" anchor="ctr">
            <a:spAutoFit/>
          </a:bodyPr>
          <a:lstStyle/>
          <a:p>
            <a:r>
              <a:rPr lang="en-US" altLang="zh-CN" sz="4400" dirty="0">
                <a:solidFill>
                  <a:schemeClr val="bg1"/>
                </a:solidFill>
                <a:latin typeface="Impact" panose="020B0806030902050204" pitchFamily="34" charset="0"/>
              </a:rPr>
              <a:t>01</a:t>
            </a:r>
          </a:p>
          <a:p>
            <a:r>
              <a:rPr lang="en-US" altLang="zh-CN" sz="2400" dirty="0">
                <a:solidFill>
                  <a:schemeClr val="bg1"/>
                </a:solidFill>
              </a:rPr>
              <a:t>STEP</a:t>
            </a:r>
          </a:p>
        </p:txBody>
      </p:sp>
      <p:sp>
        <p:nvSpPr>
          <p:cNvPr id="36" name="文本框 35"/>
          <p:cNvSpPr txBox="1"/>
          <p:nvPr/>
        </p:nvSpPr>
        <p:spPr>
          <a:xfrm>
            <a:off x="2350191" y="4081753"/>
            <a:ext cx="787395" cy="1138773"/>
          </a:xfrm>
          <a:prstGeom prst="rect">
            <a:avLst/>
          </a:prstGeom>
          <a:noFill/>
        </p:spPr>
        <p:txBody>
          <a:bodyPr wrap="none" rtlCol="0" anchor="ctr">
            <a:spAutoFit/>
          </a:bodyPr>
          <a:lstStyle/>
          <a:p>
            <a:r>
              <a:rPr lang="en-US" altLang="zh-CN" sz="4400" dirty="0">
                <a:solidFill>
                  <a:schemeClr val="bg1"/>
                </a:solidFill>
                <a:latin typeface="Impact" panose="020B0806030902050204" pitchFamily="34" charset="0"/>
              </a:rPr>
              <a:t>02</a:t>
            </a:r>
          </a:p>
          <a:p>
            <a:r>
              <a:rPr lang="en-US" altLang="zh-CN" sz="2400" dirty="0">
                <a:solidFill>
                  <a:schemeClr val="bg1"/>
                </a:solidFill>
              </a:rPr>
              <a:t>STEP</a:t>
            </a:r>
          </a:p>
        </p:txBody>
      </p:sp>
      <p:sp>
        <p:nvSpPr>
          <p:cNvPr id="37" name="文本框 36"/>
          <p:cNvSpPr txBox="1"/>
          <p:nvPr/>
        </p:nvSpPr>
        <p:spPr>
          <a:xfrm>
            <a:off x="3737233" y="3366568"/>
            <a:ext cx="787395" cy="1138773"/>
          </a:xfrm>
          <a:prstGeom prst="rect">
            <a:avLst/>
          </a:prstGeom>
          <a:noFill/>
        </p:spPr>
        <p:txBody>
          <a:bodyPr wrap="none" rtlCol="0" anchor="ctr">
            <a:spAutoFit/>
          </a:bodyPr>
          <a:lstStyle/>
          <a:p>
            <a:r>
              <a:rPr lang="en-US" altLang="zh-CN" sz="4400" dirty="0">
                <a:solidFill>
                  <a:schemeClr val="bg1"/>
                </a:solidFill>
                <a:latin typeface="Impact" panose="020B0806030902050204" pitchFamily="34" charset="0"/>
              </a:rPr>
              <a:t>03</a:t>
            </a:r>
          </a:p>
          <a:p>
            <a:r>
              <a:rPr lang="en-US" altLang="zh-CN" sz="2400" dirty="0">
                <a:solidFill>
                  <a:schemeClr val="bg1"/>
                </a:solidFill>
              </a:rPr>
              <a:t>STEP</a:t>
            </a:r>
          </a:p>
        </p:txBody>
      </p:sp>
      <p:sp>
        <p:nvSpPr>
          <p:cNvPr id="38" name="文本框 37"/>
          <p:cNvSpPr txBox="1"/>
          <p:nvPr/>
        </p:nvSpPr>
        <p:spPr>
          <a:xfrm>
            <a:off x="5083687" y="2637925"/>
            <a:ext cx="787395" cy="1138773"/>
          </a:xfrm>
          <a:prstGeom prst="rect">
            <a:avLst/>
          </a:prstGeom>
          <a:noFill/>
        </p:spPr>
        <p:txBody>
          <a:bodyPr wrap="none" rtlCol="0" anchor="ctr">
            <a:spAutoFit/>
          </a:bodyPr>
          <a:lstStyle/>
          <a:p>
            <a:r>
              <a:rPr lang="en-US" altLang="zh-CN" sz="4400" dirty="0">
                <a:solidFill>
                  <a:schemeClr val="bg1"/>
                </a:solidFill>
                <a:latin typeface="Impact" panose="020B0806030902050204" pitchFamily="34" charset="0"/>
              </a:rPr>
              <a:t>04</a:t>
            </a:r>
          </a:p>
          <a:p>
            <a:r>
              <a:rPr lang="en-US" altLang="zh-CN" sz="2400" dirty="0">
                <a:solidFill>
                  <a:schemeClr val="bg1"/>
                </a:solidFill>
              </a:rPr>
              <a:t>STEP</a:t>
            </a:r>
          </a:p>
        </p:txBody>
      </p:sp>
      <p:sp>
        <p:nvSpPr>
          <p:cNvPr id="39" name="文本框 38"/>
          <p:cNvSpPr txBox="1"/>
          <p:nvPr/>
        </p:nvSpPr>
        <p:spPr>
          <a:xfrm>
            <a:off x="6441664" y="1932596"/>
            <a:ext cx="787395" cy="1138773"/>
          </a:xfrm>
          <a:prstGeom prst="rect">
            <a:avLst/>
          </a:prstGeom>
          <a:noFill/>
        </p:spPr>
        <p:txBody>
          <a:bodyPr wrap="none" rtlCol="0" anchor="ctr">
            <a:spAutoFit/>
          </a:bodyPr>
          <a:lstStyle/>
          <a:p>
            <a:r>
              <a:rPr lang="en-US" altLang="zh-CN" sz="4400" dirty="0">
                <a:solidFill>
                  <a:schemeClr val="bg1"/>
                </a:solidFill>
                <a:latin typeface="Impact" panose="020B0806030902050204" pitchFamily="34" charset="0"/>
              </a:rPr>
              <a:t>05</a:t>
            </a:r>
          </a:p>
          <a:p>
            <a:r>
              <a:rPr lang="en-US" altLang="zh-CN" sz="2400" dirty="0">
                <a:solidFill>
                  <a:schemeClr val="bg1"/>
                </a:solidFill>
              </a:rPr>
              <a:t>STEP</a:t>
            </a:r>
          </a:p>
        </p:txBody>
      </p:sp>
      <p:sp>
        <p:nvSpPr>
          <p:cNvPr id="40" name="文本框 39"/>
          <p:cNvSpPr txBox="1"/>
          <p:nvPr/>
        </p:nvSpPr>
        <p:spPr>
          <a:xfrm>
            <a:off x="7817760" y="2637925"/>
            <a:ext cx="787395" cy="1138773"/>
          </a:xfrm>
          <a:prstGeom prst="rect">
            <a:avLst/>
          </a:prstGeom>
          <a:noFill/>
        </p:spPr>
        <p:txBody>
          <a:bodyPr wrap="none" rtlCol="0" anchor="ctr">
            <a:spAutoFit/>
          </a:bodyPr>
          <a:lstStyle/>
          <a:p>
            <a:r>
              <a:rPr lang="en-US" altLang="zh-CN" sz="4400" dirty="0">
                <a:solidFill>
                  <a:schemeClr val="bg1"/>
                </a:solidFill>
                <a:latin typeface="Impact" panose="020B0806030902050204" pitchFamily="34" charset="0"/>
              </a:rPr>
              <a:t>06</a:t>
            </a:r>
          </a:p>
          <a:p>
            <a:r>
              <a:rPr lang="en-US" altLang="zh-CN" sz="2400" dirty="0">
                <a:solidFill>
                  <a:schemeClr val="bg1"/>
                </a:solidFill>
              </a:rPr>
              <a:t>STEP</a:t>
            </a:r>
          </a:p>
        </p:txBody>
      </p:sp>
    </p:spTree>
    <p:extLst>
      <p:ext uri="{BB962C8B-B14F-4D97-AF65-F5344CB8AC3E}">
        <p14:creationId xmlns:p14="http://schemas.microsoft.com/office/powerpoint/2010/main" val="1926287675"/>
      </p:ext>
    </p:extLst>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Freeform 26"/>
          <p:cNvSpPr>
            <a:spLocks/>
          </p:cNvSpPr>
          <p:nvPr/>
        </p:nvSpPr>
        <p:spPr bwMode="auto">
          <a:xfrm rot="5400000" flipH="1">
            <a:off x="1004544" y="3445668"/>
            <a:ext cx="4165600" cy="1595438"/>
          </a:xfrm>
          <a:custGeom>
            <a:avLst/>
            <a:gdLst>
              <a:gd name="T0" fmla="*/ 897 w 1109"/>
              <a:gd name="T1" fmla="*/ 425 h 425"/>
              <a:gd name="T2" fmla="*/ 0 w 1109"/>
              <a:gd name="T3" fmla="*/ 425 h 425"/>
              <a:gd name="T4" fmla="*/ 0 w 1109"/>
              <a:gd name="T5" fmla="*/ 335 h 425"/>
              <a:gd name="T6" fmla="*/ 897 w 1109"/>
              <a:gd name="T7" fmla="*/ 335 h 425"/>
              <a:gd name="T8" fmla="*/ 1019 w 1109"/>
              <a:gd name="T9" fmla="*/ 213 h 425"/>
              <a:gd name="T10" fmla="*/ 897 w 1109"/>
              <a:gd name="T11" fmla="*/ 90 h 425"/>
              <a:gd name="T12" fmla="*/ 876 w 1109"/>
              <a:gd name="T13" fmla="*/ 90 h 425"/>
              <a:gd name="T14" fmla="*/ 876 w 1109"/>
              <a:gd name="T15" fmla="*/ 0 h 425"/>
              <a:gd name="T16" fmla="*/ 897 w 1109"/>
              <a:gd name="T17" fmla="*/ 0 h 425"/>
              <a:gd name="T18" fmla="*/ 1109 w 1109"/>
              <a:gd name="T19" fmla="*/ 213 h 425"/>
              <a:gd name="T20" fmla="*/ 897 w 1109"/>
              <a:gd name="T21" fmla="*/ 425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09" h="425">
                <a:moveTo>
                  <a:pt x="897" y="425"/>
                </a:moveTo>
                <a:cubicBezTo>
                  <a:pt x="0" y="425"/>
                  <a:pt x="0" y="425"/>
                  <a:pt x="0" y="425"/>
                </a:cubicBezTo>
                <a:cubicBezTo>
                  <a:pt x="0" y="335"/>
                  <a:pt x="0" y="335"/>
                  <a:pt x="0" y="335"/>
                </a:cubicBezTo>
                <a:cubicBezTo>
                  <a:pt x="897" y="335"/>
                  <a:pt x="897" y="335"/>
                  <a:pt x="897" y="335"/>
                </a:cubicBezTo>
                <a:cubicBezTo>
                  <a:pt x="964" y="335"/>
                  <a:pt x="1019" y="280"/>
                  <a:pt x="1019" y="213"/>
                </a:cubicBezTo>
                <a:cubicBezTo>
                  <a:pt x="1019" y="145"/>
                  <a:pt x="964" y="90"/>
                  <a:pt x="897" y="90"/>
                </a:cubicBezTo>
                <a:cubicBezTo>
                  <a:pt x="876" y="90"/>
                  <a:pt x="876" y="90"/>
                  <a:pt x="876" y="90"/>
                </a:cubicBezTo>
                <a:cubicBezTo>
                  <a:pt x="876" y="0"/>
                  <a:pt x="876" y="0"/>
                  <a:pt x="876" y="0"/>
                </a:cubicBezTo>
                <a:cubicBezTo>
                  <a:pt x="897" y="0"/>
                  <a:pt x="897" y="0"/>
                  <a:pt x="897" y="0"/>
                </a:cubicBezTo>
                <a:cubicBezTo>
                  <a:pt x="1014" y="0"/>
                  <a:pt x="1109" y="95"/>
                  <a:pt x="1109" y="213"/>
                </a:cubicBezTo>
                <a:cubicBezTo>
                  <a:pt x="1109" y="330"/>
                  <a:pt x="1014" y="425"/>
                  <a:pt x="897" y="425"/>
                </a:cubicBezTo>
              </a:path>
            </a:pathLst>
          </a:custGeom>
          <a:solidFill>
            <a:srgbClr val="B5B4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Oval 29"/>
          <p:cNvSpPr>
            <a:spLocks noChangeArrowheads="1"/>
          </p:cNvSpPr>
          <p:nvPr/>
        </p:nvSpPr>
        <p:spPr bwMode="auto">
          <a:xfrm rot="5400000" flipH="1">
            <a:off x="2017847" y="5824523"/>
            <a:ext cx="865818" cy="863630"/>
          </a:xfrm>
          <a:prstGeom prst="ellipse">
            <a:avLst/>
          </a:prstGeom>
          <a:solidFill>
            <a:srgbClr val="B5B4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Oval 29"/>
          <p:cNvSpPr>
            <a:spLocks noChangeArrowheads="1"/>
          </p:cNvSpPr>
          <p:nvPr/>
        </p:nvSpPr>
        <p:spPr bwMode="auto">
          <a:xfrm rot="5400000" flipH="1">
            <a:off x="2138019" y="5942806"/>
            <a:ext cx="628650" cy="627063"/>
          </a:xfrm>
          <a:prstGeom prst="ellipse">
            <a:avLst/>
          </a:prstGeom>
          <a:solidFill>
            <a:srgbClr val="F0F0F0"/>
          </a:solidFill>
          <a:ln w="28575" cap="flat" cmpd="sng" algn="ctr">
            <a:gradFill flip="none" rotWithShape="1">
              <a:gsLst>
                <a:gs pos="100000">
                  <a:srgbClr val="FFFFFF"/>
                </a:gs>
                <a:gs pos="0">
                  <a:srgbClr val="D9D9DA"/>
                </a:gs>
              </a:gsLst>
              <a:lin ang="18900000" scaled="0"/>
              <a:tileRect/>
            </a:gradFill>
            <a:prstDash val="solid"/>
            <a:miter lim="800000"/>
          </a:ln>
          <a:effectLst>
            <a:outerShdw blurRad="228600" dist="63500" dir="8100000" algn="tr" rotWithShape="0">
              <a:prstClr val="black">
                <a:alpha val="40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20" name="Freeform 21"/>
          <p:cNvSpPr>
            <a:spLocks/>
          </p:cNvSpPr>
          <p:nvPr/>
        </p:nvSpPr>
        <p:spPr bwMode="auto">
          <a:xfrm rot="5400000" flipH="1">
            <a:off x="6421888" y="2676525"/>
            <a:ext cx="879475" cy="1597025"/>
          </a:xfrm>
          <a:custGeom>
            <a:avLst/>
            <a:gdLst>
              <a:gd name="T0" fmla="*/ 234 w 234"/>
              <a:gd name="T1" fmla="*/ 425 h 425"/>
              <a:gd name="T2" fmla="*/ 213 w 234"/>
              <a:gd name="T3" fmla="*/ 425 h 425"/>
              <a:gd name="T4" fmla="*/ 0 w 234"/>
              <a:gd name="T5" fmla="*/ 212 h 425"/>
              <a:gd name="T6" fmla="*/ 213 w 234"/>
              <a:gd name="T7" fmla="*/ 0 h 425"/>
              <a:gd name="T8" fmla="*/ 234 w 234"/>
              <a:gd name="T9" fmla="*/ 0 h 425"/>
              <a:gd name="T10" fmla="*/ 234 w 234"/>
              <a:gd name="T11" fmla="*/ 90 h 425"/>
              <a:gd name="T12" fmla="*/ 213 w 234"/>
              <a:gd name="T13" fmla="*/ 90 h 425"/>
              <a:gd name="T14" fmla="*/ 91 w 234"/>
              <a:gd name="T15" fmla="*/ 212 h 425"/>
              <a:gd name="T16" fmla="*/ 213 w 234"/>
              <a:gd name="T17" fmla="*/ 335 h 425"/>
              <a:gd name="T18" fmla="*/ 234 w 234"/>
              <a:gd name="T19" fmla="*/ 335 h 425"/>
              <a:gd name="T20" fmla="*/ 234 w 234"/>
              <a:gd name="T21" fmla="*/ 425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4" h="425">
                <a:moveTo>
                  <a:pt x="234" y="425"/>
                </a:moveTo>
                <a:cubicBezTo>
                  <a:pt x="213" y="425"/>
                  <a:pt x="213" y="425"/>
                  <a:pt x="213" y="425"/>
                </a:cubicBezTo>
                <a:cubicBezTo>
                  <a:pt x="96" y="425"/>
                  <a:pt x="0" y="329"/>
                  <a:pt x="0" y="212"/>
                </a:cubicBezTo>
                <a:cubicBezTo>
                  <a:pt x="0" y="95"/>
                  <a:pt x="96" y="0"/>
                  <a:pt x="213" y="0"/>
                </a:cubicBezTo>
                <a:cubicBezTo>
                  <a:pt x="234" y="0"/>
                  <a:pt x="234" y="0"/>
                  <a:pt x="234" y="0"/>
                </a:cubicBezTo>
                <a:cubicBezTo>
                  <a:pt x="234" y="90"/>
                  <a:pt x="234" y="90"/>
                  <a:pt x="234" y="90"/>
                </a:cubicBezTo>
                <a:cubicBezTo>
                  <a:pt x="213" y="90"/>
                  <a:pt x="213" y="90"/>
                  <a:pt x="213" y="90"/>
                </a:cubicBezTo>
                <a:cubicBezTo>
                  <a:pt x="145" y="90"/>
                  <a:pt x="91" y="145"/>
                  <a:pt x="91" y="212"/>
                </a:cubicBezTo>
                <a:cubicBezTo>
                  <a:pt x="91" y="280"/>
                  <a:pt x="145" y="335"/>
                  <a:pt x="213" y="335"/>
                </a:cubicBezTo>
                <a:cubicBezTo>
                  <a:pt x="234" y="335"/>
                  <a:pt x="234" y="335"/>
                  <a:pt x="234" y="335"/>
                </a:cubicBezTo>
                <a:lnTo>
                  <a:pt x="234" y="425"/>
                </a:lnTo>
                <a:close/>
              </a:path>
            </a:pathLst>
          </a:custGeom>
          <a:solidFill>
            <a:srgbClr val="AFBC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22"/>
          <p:cNvSpPr>
            <a:spLocks/>
          </p:cNvSpPr>
          <p:nvPr/>
        </p:nvSpPr>
        <p:spPr bwMode="auto">
          <a:xfrm rot="5400000" flipH="1">
            <a:off x="7424395" y="1159669"/>
            <a:ext cx="3914775" cy="1595438"/>
          </a:xfrm>
          <a:custGeom>
            <a:avLst/>
            <a:gdLst>
              <a:gd name="T0" fmla="*/ 234 w 1042"/>
              <a:gd name="T1" fmla="*/ 425 h 425"/>
              <a:gd name="T2" fmla="*/ 213 w 1042"/>
              <a:gd name="T3" fmla="*/ 425 h 425"/>
              <a:gd name="T4" fmla="*/ 0 w 1042"/>
              <a:gd name="T5" fmla="*/ 212 h 425"/>
              <a:gd name="T6" fmla="*/ 213 w 1042"/>
              <a:gd name="T7" fmla="*/ 0 h 425"/>
              <a:gd name="T8" fmla="*/ 1042 w 1042"/>
              <a:gd name="T9" fmla="*/ 0 h 425"/>
              <a:gd name="T10" fmla="*/ 1042 w 1042"/>
              <a:gd name="T11" fmla="*/ 90 h 425"/>
              <a:gd name="T12" fmla="*/ 213 w 1042"/>
              <a:gd name="T13" fmla="*/ 90 h 425"/>
              <a:gd name="T14" fmla="*/ 91 w 1042"/>
              <a:gd name="T15" fmla="*/ 212 h 425"/>
              <a:gd name="T16" fmla="*/ 213 w 1042"/>
              <a:gd name="T17" fmla="*/ 335 h 425"/>
              <a:gd name="T18" fmla="*/ 234 w 1042"/>
              <a:gd name="T19" fmla="*/ 335 h 425"/>
              <a:gd name="T20" fmla="*/ 234 w 1042"/>
              <a:gd name="T21" fmla="*/ 425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2" h="425">
                <a:moveTo>
                  <a:pt x="234" y="425"/>
                </a:moveTo>
                <a:cubicBezTo>
                  <a:pt x="213" y="425"/>
                  <a:pt x="213" y="425"/>
                  <a:pt x="213" y="425"/>
                </a:cubicBezTo>
                <a:cubicBezTo>
                  <a:pt x="96" y="425"/>
                  <a:pt x="0" y="330"/>
                  <a:pt x="0" y="212"/>
                </a:cubicBezTo>
                <a:cubicBezTo>
                  <a:pt x="0" y="95"/>
                  <a:pt x="96" y="0"/>
                  <a:pt x="213" y="0"/>
                </a:cubicBezTo>
                <a:cubicBezTo>
                  <a:pt x="1042" y="0"/>
                  <a:pt x="1042" y="0"/>
                  <a:pt x="1042" y="0"/>
                </a:cubicBezTo>
                <a:cubicBezTo>
                  <a:pt x="1042" y="90"/>
                  <a:pt x="1042" y="90"/>
                  <a:pt x="1042" y="90"/>
                </a:cubicBezTo>
                <a:cubicBezTo>
                  <a:pt x="213" y="90"/>
                  <a:pt x="213" y="90"/>
                  <a:pt x="213" y="90"/>
                </a:cubicBezTo>
                <a:cubicBezTo>
                  <a:pt x="145" y="90"/>
                  <a:pt x="91" y="145"/>
                  <a:pt x="91" y="212"/>
                </a:cubicBezTo>
                <a:cubicBezTo>
                  <a:pt x="91" y="280"/>
                  <a:pt x="145" y="335"/>
                  <a:pt x="213" y="335"/>
                </a:cubicBezTo>
                <a:cubicBezTo>
                  <a:pt x="234" y="335"/>
                  <a:pt x="234" y="335"/>
                  <a:pt x="234" y="335"/>
                </a:cubicBezTo>
                <a:lnTo>
                  <a:pt x="234" y="4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23"/>
          <p:cNvSpPr>
            <a:spLocks/>
          </p:cNvSpPr>
          <p:nvPr/>
        </p:nvSpPr>
        <p:spPr bwMode="auto">
          <a:xfrm rot="5400000" flipH="1">
            <a:off x="7682363" y="1800225"/>
            <a:ext cx="874713" cy="1595438"/>
          </a:xfrm>
          <a:custGeom>
            <a:avLst/>
            <a:gdLst>
              <a:gd name="T0" fmla="*/ 21 w 233"/>
              <a:gd name="T1" fmla="*/ 425 h 425"/>
              <a:gd name="T2" fmla="*/ 0 w 233"/>
              <a:gd name="T3" fmla="*/ 425 h 425"/>
              <a:gd name="T4" fmla="*/ 0 w 233"/>
              <a:gd name="T5" fmla="*/ 335 h 425"/>
              <a:gd name="T6" fmla="*/ 21 w 233"/>
              <a:gd name="T7" fmla="*/ 335 h 425"/>
              <a:gd name="T8" fmla="*/ 143 w 233"/>
              <a:gd name="T9" fmla="*/ 212 h 425"/>
              <a:gd name="T10" fmla="*/ 21 w 233"/>
              <a:gd name="T11" fmla="*/ 90 h 425"/>
              <a:gd name="T12" fmla="*/ 0 w 233"/>
              <a:gd name="T13" fmla="*/ 90 h 425"/>
              <a:gd name="T14" fmla="*/ 0 w 233"/>
              <a:gd name="T15" fmla="*/ 0 h 425"/>
              <a:gd name="T16" fmla="*/ 21 w 233"/>
              <a:gd name="T17" fmla="*/ 0 h 425"/>
              <a:gd name="T18" fmla="*/ 233 w 233"/>
              <a:gd name="T19" fmla="*/ 212 h 425"/>
              <a:gd name="T20" fmla="*/ 21 w 233"/>
              <a:gd name="T21" fmla="*/ 425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3" h="425">
                <a:moveTo>
                  <a:pt x="21" y="425"/>
                </a:moveTo>
                <a:cubicBezTo>
                  <a:pt x="0" y="425"/>
                  <a:pt x="0" y="425"/>
                  <a:pt x="0" y="425"/>
                </a:cubicBezTo>
                <a:cubicBezTo>
                  <a:pt x="0" y="335"/>
                  <a:pt x="0" y="335"/>
                  <a:pt x="0" y="335"/>
                </a:cubicBezTo>
                <a:cubicBezTo>
                  <a:pt x="21" y="335"/>
                  <a:pt x="21" y="335"/>
                  <a:pt x="21" y="335"/>
                </a:cubicBezTo>
                <a:cubicBezTo>
                  <a:pt x="88" y="335"/>
                  <a:pt x="143" y="280"/>
                  <a:pt x="143" y="212"/>
                </a:cubicBezTo>
                <a:cubicBezTo>
                  <a:pt x="143" y="145"/>
                  <a:pt x="88" y="90"/>
                  <a:pt x="21" y="90"/>
                </a:cubicBezTo>
                <a:cubicBezTo>
                  <a:pt x="0" y="90"/>
                  <a:pt x="0" y="90"/>
                  <a:pt x="0" y="90"/>
                </a:cubicBezTo>
                <a:cubicBezTo>
                  <a:pt x="0" y="0"/>
                  <a:pt x="0" y="0"/>
                  <a:pt x="0" y="0"/>
                </a:cubicBezTo>
                <a:cubicBezTo>
                  <a:pt x="21" y="0"/>
                  <a:pt x="21" y="0"/>
                  <a:pt x="21" y="0"/>
                </a:cubicBezTo>
                <a:cubicBezTo>
                  <a:pt x="138" y="0"/>
                  <a:pt x="233" y="95"/>
                  <a:pt x="233" y="212"/>
                </a:cubicBezTo>
                <a:cubicBezTo>
                  <a:pt x="233" y="329"/>
                  <a:pt x="138" y="425"/>
                  <a:pt x="21" y="425"/>
                </a:cubicBezTo>
                <a:close/>
              </a:path>
            </a:pathLst>
          </a:custGeom>
          <a:solidFill>
            <a:srgbClr val="ED7B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24"/>
          <p:cNvSpPr>
            <a:spLocks/>
          </p:cNvSpPr>
          <p:nvPr/>
        </p:nvSpPr>
        <p:spPr bwMode="auto">
          <a:xfrm rot="5400000" flipH="1">
            <a:off x="3905700" y="2676525"/>
            <a:ext cx="879475" cy="1597025"/>
          </a:xfrm>
          <a:custGeom>
            <a:avLst/>
            <a:gdLst>
              <a:gd name="T0" fmla="*/ 234 w 234"/>
              <a:gd name="T1" fmla="*/ 425 h 425"/>
              <a:gd name="T2" fmla="*/ 213 w 234"/>
              <a:gd name="T3" fmla="*/ 425 h 425"/>
              <a:gd name="T4" fmla="*/ 0 w 234"/>
              <a:gd name="T5" fmla="*/ 213 h 425"/>
              <a:gd name="T6" fmla="*/ 213 w 234"/>
              <a:gd name="T7" fmla="*/ 0 h 425"/>
              <a:gd name="T8" fmla="*/ 234 w 234"/>
              <a:gd name="T9" fmla="*/ 0 h 425"/>
              <a:gd name="T10" fmla="*/ 234 w 234"/>
              <a:gd name="T11" fmla="*/ 90 h 425"/>
              <a:gd name="T12" fmla="*/ 213 w 234"/>
              <a:gd name="T13" fmla="*/ 90 h 425"/>
              <a:gd name="T14" fmla="*/ 91 w 234"/>
              <a:gd name="T15" fmla="*/ 213 h 425"/>
              <a:gd name="T16" fmla="*/ 213 w 234"/>
              <a:gd name="T17" fmla="*/ 335 h 425"/>
              <a:gd name="T18" fmla="*/ 234 w 234"/>
              <a:gd name="T19" fmla="*/ 335 h 425"/>
              <a:gd name="T20" fmla="*/ 234 w 234"/>
              <a:gd name="T21" fmla="*/ 425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4" h="425">
                <a:moveTo>
                  <a:pt x="234" y="425"/>
                </a:moveTo>
                <a:cubicBezTo>
                  <a:pt x="213" y="425"/>
                  <a:pt x="213" y="425"/>
                  <a:pt x="213" y="425"/>
                </a:cubicBezTo>
                <a:cubicBezTo>
                  <a:pt x="96" y="425"/>
                  <a:pt x="0" y="330"/>
                  <a:pt x="0" y="213"/>
                </a:cubicBezTo>
                <a:cubicBezTo>
                  <a:pt x="0" y="95"/>
                  <a:pt x="96" y="0"/>
                  <a:pt x="213" y="0"/>
                </a:cubicBezTo>
                <a:cubicBezTo>
                  <a:pt x="234" y="0"/>
                  <a:pt x="234" y="0"/>
                  <a:pt x="234" y="0"/>
                </a:cubicBezTo>
                <a:cubicBezTo>
                  <a:pt x="234" y="90"/>
                  <a:pt x="234" y="90"/>
                  <a:pt x="234" y="90"/>
                </a:cubicBezTo>
                <a:cubicBezTo>
                  <a:pt x="213" y="90"/>
                  <a:pt x="213" y="90"/>
                  <a:pt x="213" y="90"/>
                </a:cubicBezTo>
                <a:cubicBezTo>
                  <a:pt x="145" y="90"/>
                  <a:pt x="91" y="145"/>
                  <a:pt x="91" y="213"/>
                </a:cubicBezTo>
                <a:cubicBezTo>
                  <a:pt x="91" y="280"/>
                  <a:pt x="145" y="335"/>
                  <a:pt x="213" y="335"/>
                </a:cubicBezTo>
                <a:cubicBezTo>
                  <a:pt x="234" y="335"/>
                  <a:pt x="234" y="335"/>
                  <a:pt x="234" y="335"/>
                </a:cubicBezTo>
                <a:lnTo>
                  <a:pt x="234" y="425"/>
                </a:lnTo>
                <a:close/>
              </a:path>
            </a:pathLst>
          </a:custGeom>
          <a:solidFill>
            <a:srgbClr val="F39A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5"/>
          <p:cNvSpPr>
            <a:spLocks/>
          </p:cNvSpPr>
          <p:nvPr/>
        </p:nvSpPr>
        <p:spPr bwMode="auto">
          <a:xfrm rot="5400000" flipH="1">
            <a:off x="5166175" y="1800225"/>
            <a:ext cx="874713" cy="1595438"/>
          </a:xfrm>
          <a:custGeom>
            <a:avLst/>
            <a:gdLst>
              <a:gd name="T0" fmla="*/ 21 w 233"/>
              <a:gd name="T1" fmla="*/ 425 h 425"/>
              <a:gd name="T2" fmla="*/ 0 w 233"/>
              <a:gd name="T3" fmla="*/ 425 h 425"/>
              <a:gd name="T4" fmla="*/ 0 w 233"/>
              <a:gd name="T5" fmla="*/ 335 h 425"/>
              <a:gd name="T6" fmla="*/ 21 w 233"/>
              <a:gd name="T7" fmla="*/ 335 h 425"/>
              <a:gd name="T8" fmla="*/ 143 w 233"/>
              <a:gd name="T9" fmla="*/ 212 h 425"/>
              <a:gd name="T10" fmla="*/ 21 w 233"/>
              <a:gd name="T11" fmla="*/ 90 h 425"/>
              <a:gd name="T12" fmla="*/ 0 w 233"/>
              <a:gd name="T13" fmla="*/ 90 h 425"/>
              <a:gd name="T14" fmla="*/ 0 w 233"/>
              <a:gd name="T15" fmla="*/ 0 h 425"/>
              <a:gd name="T16" fmla="*/ 21 w 233"/>
              <a:gd name="T17" fmla="*/ 0 h 425"/>
              <a:gd name="T18" fmla="*/ 233 w 233"/>
              <a:gd name="T19" fmla="*/ 212 h 425"/>
              <a:gd name="T20" fmla="*/ 21 w 233"/>
              <a:gd name="T21" fmla="*/ 425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3" h="425">
                <a:moveTo>
                  <a:pt x="21" y="425"/>
                </a:moveTo>
                <a:cubicBezTo>
                  <a:pt x="0" y="425"/>
                  <a:pt x="0" y="425"/>
                  <a:pt x="0" y="425"/>
                </a:cubicBezTo>
                <a:cubicBezTo>
                  <a:pt x="0" y="335"/>
                  <a:pt x="0" y="335"/>
                  <a:pt x="0" y="335"/>
                </a:cubicBezTo>
                <a:cubicBezTo>
                  <a:pt x="21" y="335"/>
                  <a:pt x="21" y="335"/>
                  <a:pt x="21" y="335"/>
                </a:cubicBezTo>
                <a:cubicBezTo>
                  <a:pt x="88" y="335"/>
                  <a:pt x="143" y="280"/>
                  <a:pt x="143" y="212"/>
                </a:cubicBezTo>
                <a:cubicBezTo>
                  <a:pt x="143" y="145"/>
                  <a:pt x="88" y="90"/>
                  <a:pt x="21" y="90"/>
                </a:cubicBezTo>
                <a:cubicBezTo>
                  <a:pt x="0" y="90"/>
                  <a:pt x="0" y="90"/>
                  <a:pt x="0" y="90"/>
                </a:cubicBezTo>
                <a:cubicBezTo>
                  <a:pt x="0" y="0"/>
                  <a:pt x="0" y="0"/>
                  <a:pt x="0" y="0"/>
                </a:cubicBezTo>
                <a:cubicBezTo>
                  <a:pt x="21" y="0"/>
                  <a:pt x="21" y="0"/>
                  <a:pt x="21" y="0"/>
                </a:cubicBezTo>
                <a:cubicBezTo>
                  <a:pt x="138" y="0"/>
                  <a:pt x="233" y="95"/>
                  <a:pt x="233" y="212"/>
                </a:cubicBezTo>
                <a:cubicBezTo>
                  <a:pt x="233" y="330"/>
                  <a:pt x="138" y="425"/>
                  <a:pt x="21" y="425"/>
                </a:cubicBezTo>
                <a:close/>
              </a:path>
            </a:pathLst>
          </a:custGeom>
          <a:solidFill>
            <a:srgbClr val="19A6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33"/>
          <p:cNvSpPr>
            <a:spLocks/>
          </p:cNvSpPr>
          <p:nvPr/>
        </p:nvSpPr>
        <p:spPr bwMode="auto">
          <a:xfrm rot="5400000" flipH="1">
            <a:off x="2309469" y="6042819"/>
            <a:ext cx="282575" cy="382588"/>
          </a:xfrm>
          <a:custGeom>
            <a:avLst/>
            <a:gdLst>
              <a:gd name="T0" fmla="*/ 6 w 75"/>
              <a:gd name="T1" fmla="*/ 20 h 102"/>
              <a:gd name="T2" fmla="*/ 49 w 75"/>
              <a:gd name="T3" fmla="*/ 51 h 102"/>
              <a:gd name="T4" fmla="*/ 6 w 75"/>
              <a:gd name="T5" fmla="*/ 83 h 102"/>
              <a:gd name="T6" fmla="*/ 3 w 75"/>
              <a:gd name="T7" fmla="*/ 96 h 102"/>
              <a:gd name="T8" fmla="*/ 17 w 75"/>
              <a:gd name="T9" fmla="*/ 98 h 102"/>
              <a:gd name="T10" fmla="*/ 71 w 75"/>
              <a:gd name="T11" fmla="*/ 59 h 102"/>
              <a:gd name="T12" fmla="*/ 75 w 75"/>
              <a:gd name="T13" fmla="*/ 51 h 102"/>
              <a:gd name="T14" fmla="*/ 71 w 75"/>
              <a:gd name="T15" fmla="*/ 43 h 102"/>
              <a:gd name="T16" fmla="*/ 17 w 75"/>
              <a:gd name="T17" fmla="*/ 4 h 102"/>
              <a:gd name="T18" fmla="*/ 3 w 75"/>
              <a:gd name="T19" fmla="*/ 6 h 102"/>
              <a:gd name="T20" fmla="*/ 6 w 75"/>
              <a:gd name="T21" fmla="*/ 2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5" h="102">
                <a:moveTo>
                  <a:pt x="6" y="20"/>
                </a:moveTo>
                <a:cubicBezTo>
                  <a:pt x="49" y="51"/>
                  <a:pt x="49" y="51"/>
                  <a:pt x="49" y="51"/>
                </a:cubicBezTo>
                <a:cubicBezTo>
                  <a:pt x="6" y="83"/>
                  <a:pt x="6" y="83"/>
                  <a:pt x="6" y="83"/>
                </a:cubicBezTo>
                <a:cubicBezTo>
                  <a:pt x="1" y="86"/>
                  <a:pt x="0" y="92"/>
                  <a:pt x="3" y="96"/>
                </a:cubicBezTo>
                <a:cubicBezTo>
                  <a:pt x="7" y="101"/>
                  <a:pt x="13" y="102"/>
                  <a:pt x="17" y="98"/>
                </a:cubicBezTo>
                <a:cubicBezTo>
                  <a:pt x="71" y="59"/>
                  <a:pt x="71" y="59"/>
                  <a:pt x="71" y="59"/>
                </a:cubicBezTo>
                <a:cubicBezTo>
                  <a:pt x="74" y="57"/>
                  <a:pt x="75" y="54"/>
                  <a:pt x="75" y="51"/>
                </a:cubicBezTo>
                <a:cubicBezTo>
                  <a:pt x="75" y="48"/>
                  <a:pt x="74" y="45"/>
                  <a:pt x="71" y="43"/>
                </a:cubicBezTo>
                <a:cubicBezTo>
                  <a:pt x="17" y="4"/>
                  <a:pt x="17" y="4"/>
                  <a:pt x="17" y="4"/>
                </a:cubicBezTo>
                <a:cubicBezTo>
                  <a:pt x="13" y="0"/>
                  <a:pt x="7" y="1"/>
                  <a:pt x="3" y="6"/>
                </a:cubicBezTo>
                <a:cubicBezTo>
                  <a:pt x="0" y="10"/>
                  <a:pt x="1" y="16"/>
                  <a:pt x="6" y="20"/>
                </a:cubicBezTo>
                <a:close/>
              </a:path>
            </a:pathLst>
          </a:custGeom>
          <a:solidFill>
            <a:srgbClr val="AAAB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Oval 46"/>
          <p:cNvSpPr>
            <a:spLocks noChangeArrowheads="1"/>
          </p:cNvSpPr>
          <p:nvPr/>
        </p:nvSpPr>
        <p:spPr bwMode="auto">
          <a:xfrm>
            <a:off x="2702159" y="2621252"/>
            <a:ext cx="792000" cy="792000"/>
          </a:xfrm>
          <a:prstGeom prst="ellipse">
            <a:avLst/>
          </a:prstGeom>
          <a:solidFill>
            <a:srgbClr val="F0F0F0"/>
          </a:solidFill>
          <a:ln w="28575" cap="flat" cmpd="sng" algn="ctr">
            <a:gradFill flip="none" rotWithShape="1">
              <a:gsLst>
                <a:gs pos="100000">
                  <a:srgbClr val="FFFFFF"/>
                </a:gs>
                <a:gs pos="0">
                  <a:srgbClr val="D9D9DA"/>
                </a:gs>
              </a:gsLst>
              <a:lin ang="18900000" scaled="0"/>
              <a:tileRect/>
            </a:gradFill>
            <a:prstDash val="solid"/>
            <a:miter lim="800000"/>
          </a:ln>
          <a:effectLst>
            <a:outerShdw blurRad="228600" dist="63500" dir="8100000" algn="tr" rotWithShape="0">
              <a:prstClr val="black">
                <a:alpha val="40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37" name="Oval 46"/>
          <p:cNvSpPr>
            <a:spLocks noChangeArrowheads="1"/>
          </p:cNvSpPr>
          <p:nvPr/>
        </p:nvSpPr>
        <p:spPr bwMode="auto">
          <a:xfrm>
            <a:off x="3961474" y="2621252"/>
            <a:ext cx="792000" cy="792000"/>
          </a:xfrm>
          <a:prstGeom prst="ellipse">
            <a:avLst/>
          </a:prstGeom>
          <a:solidFill>
            <a:srgbClr val="F0F0F0"/>
          </a:solidFill>
          <a:ln w="28575" cap="flat" cmpd="sng" algn="ctr">
            <a:gradFill flip="none" rotWithShape="1">
              <a:gsLst>
                <a:gs pos="100000">
                  <a:srgbClr val="FFFFFF"/>
                </a:gs>
                <a:gs pos="0">
                  <a:srgbClr val="D9D9DA"/>
                </a:gs>
              </a:gsLst>
              <a:lin ang="18900000" scaled="0"/>
              <a:tileRect/>
            </a:gradFill>
            <a:prstDash val="solid"/>
            <a:miter lim="800000"/>
          </a:ln>
          <a:effectLst>
            <a:outerShdw blurRad="228600" dist="63500" dir="8100000" algn="tr" rotWithShape="0">
              <a:prstClr val="black">
                <a:alpha val="40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38" name="Oval 46"/>
          <p:cNvSpPr>
            <a:spLocks noChangeArrowheads="1"/>
          </p:cNvSpPr>
          <p:nvPr/>
        </p:nvSpPr>
        <p:spPr bwMode="auto">
          <a:xfrm>
            <a:off x="5220789" y="2621252"/>
            <a:ext cx="792000" cy="792000"/>
          </a:xfrm>
          <a:prstGeom prst="ellipse">
            <a:avLst/>
          </a:prstGeom>
          <a:solidFill>
            <a:srgbClr val="F0F0F0"/>
          </a:solidFill>
          <a:ln w="28575" cap="flat" cmpd="sng" algn="ctr">
            <a:gradFill flip="none" rotWithShape="1">
              <a:gsLst>
                <a:gs pos="100000">
                  <a:srgbClr val="FFFFFF"/>
                </a:gs>
                <a:gs pos="0">
                  <a:srgbClr val="D9D9DA"/>
                </a:gs>
              </a:gsLst>
              <a:lin ang="18900000" scaled="0"/>
              <a:tileRect/>
            </a:gradFill>
            <a:prstDash val="solid"/>
            <a:miter lim="800000"/>
          </a:ln>
          <a:effectLst>
            <a:outerShdw blurRad="228600" dist="63500" dir="8100000" algn="tr" rotWithShape="0">
              <a:prstClr val="black">
                <a:alpha val="40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39" name="Oval 46"/>
          <p:cNvSpPr>
            <a:spLocks noChangeArrowheads="1"/>
          </p:cNvSpPr>
          <p:nvPr/>
        </p:nvSpPr>
        <p:spPr bwMode="auto">
          <a:xfrm>
            <a:off x="6480104" y="2621252"/>
            <a:ext cx="792000" cy="792000"/>
          </a:xfrm>
          <a:prstGeom prst="ellipse">
            <a:avLst/>
          </a:prstGeom>
          <a:solidFill>
            <a:srgbClr val="F0F0F0"/>
          </a:solidFill>
          <a:ln w="28575" cap="flat" cmpd="sng" algn="ctr">
            <a:gradFill flip="none" rotWithShape="1">
              <a:gsLst>
                <a:gs pos="100000">
                  <a:srgbClr val="FFFFFF"/>
                </a:gs>
                <a:gs pos="0">
                  <a:srgbClr val="D9D9DA"/>
                </a:gs>
              </a:gsLst>
              <a:lin ang="18900000" scaled="0"/>
              <a:tileRect/>
            </a:gradFill>
            <a:prstDash val="solid"/>
            <a:miter lim="800000"/>
          </a:ln>
          <a:effectLst>
            <a:outerShdw blurRad="228600" dist="63500" dir="8100000" algn="tr" rotWithShape="0">
              <a:prstClr val="black">
                <a:alpha val="40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40" name="Oval 46"/>
          <p:cNvSpPr>
            <a:spLocks noChangeArrowheads="1"/>
          </p:cNvSpPr>
          <p:nvPr/>
        </p:nvSpPr>
        <p:spPr bwMode="auto">
          <a:xfrm>
            <a:off x="7739419" y="2621252"/>
            <a:ext cx="792000" cy="792000"/>
          </a:xfrm>
          <a:prstGeom prst="ellipse">
            <a:avLst/>
          </a:prstGeom>
          <a:solidFill>
            <a:srgbClr val="F0F0F0"/>
          </a:solidFill>
          <a:ln w="28575" cap="flat" cmpd="sng" algn="ctr">
            <a:gradFill flip="none" rotWithShape="1">
              <a:gsLst>
                <a:gs pos="100000">
                  <a:srgbClr val="FFFFFF"/>
                </a:gs>
                <a:gs pos="0">
                  <a:srgbClr val="D9D9DA"/>
                </a:gs>
              </a:gsLst>
              <a:lin ang="18900000" scaled="0"/>
              <a:tileRect/>
            </a:gradFill>
            <a:prstDash val="solid"/>
            <a:miter lim="800000"/>
          </a:ln>
          <a:effectLst>
            <a:outerShdw blurRad="228600" dist="63500" dir="8100000" algn="tr" rotWithShape="0">
              <a:prstClr val="black">
                <a:alpha val="40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41" name="Oval 46"/>
          <p:cNvSpPr>
            <a:spLocks noChangeArrowheads="1"/>
          </p:cNvSpPr>
          <p:nvPr/>
        </p:nvSpPr>
        <p:spPr bwMode="auto">
          <a:xfrm>
            <a:off x="8998733" y="2621252"/>
            <a:ext cx="792000" cy="792000"/>
          </a:xfrm>
          <a:prstGeom prst="ellipse">
            <a:avLst/>
          </a:prstGeom>
          <a:solidFill>
            <a:srgbClr val="F0F0F0"/>
          </a:solidFill>
          <a:ln w="28575" cap="flat" cmpd="sng" algn="ctr">
            <a:gradFill flip="none" rotWithShape="1">
              <a:gsLst>
                <a:gs pos="100000">
                  <a:srgbClr val="FFFFFF"/>
                </a:gs>
                <a:gs pos="0">
                  <a:srgbClr val="D9D9DA"/>
                </a:gs>
              </a:gsLst>
              <a:lin ang="18900000" scaled="0"/>
              <a:tileRect/>
            </a:gradFill>
            <a:prstDash val="solid"/>
            <a:miter lim="800000"/>
          </a:ln>
          <a:effectLst>
            <a:outerShdw blurRad="228600" dist="63500" dir="8100000" algn="tr" rotWithShape="0">
              <a:prstClr val="black">
                <a:alpha val="40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45" name="矩形 39"/>
          <p:cNvSpPr/>
          <p:nvPr/>
        </p:nvSpPr>
        <p:spPr>
          <a:xfrm>
            <a:off x="0" y="203088"/>
            <a:ext cx="2852063" cy="523220"/>
          </a:xfrm>
          <a:prstGeom prst="rect">
            <a:avLst/>
          </a:prstGeom>
          <a:noFill/>
        </p:spPr>
        <p:txBody>
          <a:bodyPr wrap="none" rtlCol="0">
            <a:spAutoFit/>
          </a:bodyPr>
          <a:lstStyle/>
          <a:p>
            <a:r>
              <a:rPr lang="zh-CN" altLang="en-US" sz="2800" b="1" dirty="0">
                <a:solidFill>
                  <a:schemeClr val="tx1">
                    <a:lumMod val="65000"/>
                    <a:lumOff val="35000"/>
                  </a:schemeClr>
                </a:solidFill>
              </a:rPr>
              <a:t>六项递进</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时间线</a:t>
            </a:r>
            <a:endParaRPr lang="zh-CN" altLang="zh-CN" sz="2800" b="1" dirty="0">
              <a:solidFill>
                <a:schemeClr val="tx1">
                  <a:lumMod val="65000"/>
                  <a:lumOff val="35000"/>
                </a:schemeClr>
              </a:solidFill>
            </a:endParaRPr>
          </a:p>
        </p:txBody>
      </p:sp>
      <p:sp>
        <p:nvSpPr>
          <p:cNvPr id="47" name="Freeform 65"/>
          <p:cNvSpPr>
            <a:spLocks noEditPoints="1"/>
          </p:cNvSpPr>
          <p:nvPr/>
        </p:nvSpPr>
        <p:spPr bwMode="auto">
          <a:xfrm>
            <a:off x="2900982" y="2829757"/>
            <a:ext cx="399663" cy="404166"/>
          </a:xfrm>
          <a:custGeom>
            <a:avLst/>
            <a:gdLst>
              <a:gd name="T0" fmla="*/ 102 w 150"/>
              <a:gd name="T1" fmla="*/ 22 h 151"/>
              <a:gd name="T2" fmla="*/ 22 w 150"/>
              <a:gd name="T3" fmla="*/ 22 h 151"/>
              <a:gd name="T4" fmla="*/ 22 w 150"/>
              <a:gd name="T5" fmla="*/ 101 h 151"/>
              <a:gd name="T6" fmla="*/ 93 w 150"/>
              <a:gd name="T7" fmla="*/ 108 h 151"/>
              <a:gd name="T8" fmla="*/ 97 w 150"/>
              <a:gd name="T9" fmla="*/ 114 h 151"/>
              <a:gd name="T10" fmla="*/ 128 w 150"/>
              <a:gd name="T11" fmla="*/ 146 h 151"/>
              <a:gd name="T12" fmla="*/ 145 w 150"/>
              <a:gd name="T13" fmla="*/ 146 h 151"/>
              <a:gd name="T14" fmla="*/ 145 w 150"/>
              <a:gd name="T15" fmla="*/ 129 h 151"/>
              <a:gd name="T16" fmla="*/ 114 w 150"/>
              <a:gd name="T17" fmla="*/ 97 h 151"/>
              <a:gd name="T18" fmla="*/ 108 w 150"/>
              <a:gd name="T19" fmla="*/ 94 h 151"/>
              <a:gd name="T20" fmla="*/ 102 w 150"/>
              <a:gd name="T21" fmla="*/ 22 h 151"/>
              <a:gd name="T22" fmla="*/ 91 w 150"/>
              <a:gd name="T23" fmla="*/ 92 h 151"/>
              <a:gd name="T24" fmla="*/ 32 w 150"/>
              <a:gd name="T25" fmla="*/ 91 h 151"/>
              <a:gd name="T26" fmla="*/ 32 w 150"/>
              <a:gd name="T27" fmla="*/ 32 h 151"/>
              <a:gd name="T28" fmla="*/ 91 w 150"/>
              <a:gd name="T29" fmla="*/ 32 h 151"/>
              <a:gd name="T30" fmla="*/ 91 w 150"/>
              <a:gd name="T31" fmla="*/ 92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 h="151">
                <a:moveTo>
                  <a:pt x="102" y="22"/>
                </a:moveTo>
                <a:cubicBezTo>
                  <a:pt x="80" y="0"/>
                  <a:pt x="44" y="0"/>
                  <a:pt x="22" y="22"/>
                </a:cubicBezTo>
                <a:cubicBezTo>
                  <a:pt x="0" y="44"/>
                  <a:pt x="0" y="79"/>
                  <a:pt x="22" y="101"/>
                </a:cubicBezTo>
                <a:cubicBezTo>
                  <a:pt x="41" y="121"/>
                  <a:pt x="71" y="123"/>
                  <a:pt x="93" y="108"/>
                </a:cubicBezTo>
                <a:cubicBezTo>
                  <a:pt x="94" y="110"/>
                  <a:pt x="95" y="112"/>
                  <a:pt x="97" y="114"/>
                </a:cubicBezTo>
                <a:cubicBezTo>
                  <a:pt x="128" y="146"/>
                  <a:pt x="128" y="146"/>
                  <a:pt x="128" y="146"/>
                </a:cubicBezTo>
                <a:cubicBezTo>
                  <a:pt x="133" y="151"/>
                  <a:pt x="141" y="151"/>
                  <a:pt x="145" y="146"/>
                </a:cubicBezTo>
                <a:cubicBezTo>
                  <a:pt x="150" y="142"/>
                  <a:pt x="150" y="134"/>
                  <a:pt x="145" y="129"/>
                </a:cubicBezTo>
                <a:cubicBezTo>
                  <a:pt x="114" y="97"/>
                  <a:pt x="114" y="97"/>
                  <a:pt x="114" y="97"/>
                </a:cubicBezTo>
                <a:cubicBezTo>
                  <a:pt x="112" y="96"/>
                  <a:pt x="110" y="94"/>
                  <a:pt x="108" y="94"/>
                </a:cubicBezTo>
                <a:cubicBezTo>
                  <a:pt x="123" y="72"/>
                  <a:pt x="121" y="42"/>
                  <a:pt x="102" y="22"/>
                </a:cubicBezTo>
                <a:close/>
                <a:moveTo>
                  <a:pt x="91" y="92"/>
                </a:moveTo>
                <a:cubicBezTo>
                  <a:pt x="75" y="108"/>
                  <a:pt x="48" y="108"/>
                  <a:pt x="32" y="91"/>
                </a:cubicBezTo>
                <a:cubicBezTo>
                  <a:pt x="15" y="75"/>
                  <a:pt x="16" y="48"/>
                  <a:pt x="32" y="32"/>
                </a:cubicBezTo>
                <a:cubicBezTo>
                  <a:pt x="48" y="16"/>
                  <a:pt x="75" y="16"/>
                  <a:pt x="91" y="32"/>
                </a:cubicBezTo>
                <a:cubicBezTo>
                  <a:pt x="108" y="49"/>
                  <a:pt x="108" y="75"/>
                  <a:pt x="91" y="92"/>
                </a:cubicBez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48" name="组合 47"/>
          <p:cNvGrpSpPr/>
          <p:nvPr/>
        </p:nvGrpSpPr>
        <p:grpSpPr>
          <a:xfrm>
            <a:off x="4175471" y="2829757"/>
            <a:ext cx="396027" cy="396026"/>
            <a:chOff x="4406900" y="4344988"/>
            <a:chExt cx="554038" cy="554037"/>
          </a:xfrm>
          <a:solidFill>
            <a:srgbClr val="7F7F7F"/>
          </a:solidFill>
        </p:grpSpPr>
        <p:sp>
          <p:nvSpPr>
            <p:cNvPr id="49" name="Freeform 19"/>
            <p:cNvSpPr>
              <a:spLocks noEditPoints="1"/>
            </p:cNvSpPr>
            <p:nvPr/>
          </p:nvSpPr>
          <p:spPr bwMode="auto">
            <a:xfrm>
              <a:off x="4406900" y="4397375"/>
              <a:ext cx="501650" cy="501650"/>
            </a:xfrm>
            <a:custGeom>
              <a:avLst/>
              <a:gdLst>
                <a:gd name="T0" fmla="*/ 116 w 232"/>
                <a:gd name="T1" fmla="*/ 232 h 232"/>
                <a:gd name="T2" fmla="*/ 232 w 232"/>
                <a:gd name="T3" fmla="*/ 116 h 232"/>
                <a:gd name="T4" fmla="*/ 218 w 232"/>
                <a:gd name="T5" fmla="*/ 62 h 232"/>
                <a:gd name="T6" fmla="*/ 215 w 232"/>
                <a:gd name="T7" fmla="*/ 62 h 232"/>
                <a:gd name="T8" fmla="*/ 214 w 232"/>
                <a:gd name="T9" fmla="*/ 62 h 232"/>
                <a:gd name="T10" fmla="*/ 199 w 232"/>
                <a:gd name="T11" fmla="*/ 61 h 232"/>
                <a:gd name="T12" fmla="*/ 188 w 232"/>
                <a:gd name="T13" fmla="*/ 71 h 232"/>
                <a:gd name="T14" fmla="*/ 201 w 232"/>
                <a:gd name="T15" fmla="*/ 116 h 232"/>
                <a:gd name="T16" fmla="*/ 116 w 232"/>
                <a:gd name="T17" fmla="*/ 201 h 232"/>
                <a:gd name="T18" fmla="*/ 31 w 232"/>
                <a:gd name="T19" fmla="*/ 116 h 232"/>
                <a:gd name="T20" fmla="*/ 116 w 232"/>
                <a:gd name="T21" fmla="*/ 31 h 232"/>
                <a:gd name="T22" fmla="*/ 161 w 232"/>
                <a:gd name="T23" fmla="*/ 44 h 232"/>
                <a:gd name="T24" fmla="*/ 170 w 232"/>
                <a:gd name="T25" fmla="*/ 34 h 232"/>
                <a:gd name="T26" fmla="*/ 169 w 232"/>
                <a:gd name="T27" fmla="*/ 17 h 232"/>
                <a:gd name="T28" fmla="*/ 169 w 232"/>
                <a:gd name="T29" fmla="*/ 13 h 232"/>
                <a:gd name="T30" fmla="*/ 116 w 232"/>
                <a:gd name="T31" fmla="*/ 0 h 232"/>
                <a:gd name="T32" fmla="*/ 0 w 232"/>
                <a:gd name="T33" fmla="*/ 116 h 232"/>
                <a:gd name="T34" fmla="*/ 116 w 232"/>
                <a:gd name="T35" fmla="*/ 232 h 232"/>
                <a:gd name="T36" fmla="*/ 116 w 232"/>
                <a:gd name="T37" fmla="*/ 232 h 232"/>
                <a:gd name="T38" fmla="*/ 116 w 232"/>
                <a:gd name="T39" fmla="*/ 232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2" h="232">
                  <a:moveTo>
                    <a:pt x="116" y="232"/>
                  </a:moveTo>
                  <a:cubicBezTo>
                    <a:pt x="180" y="232"/>
                    <a:pt x="232" y="180"/>
                    <a:pt x="232" y="116"/>
                  </a:cubicBezTo>
                  <a:cubicBezTo>
                    <a:pt x="232" y="96"/>
                    <a:pt x="227" y="78"/>
                    <a:pt x="218" y="62"/>
                  </a:cubicBezTo>
                  <a:cubicBezTo>
                    <a:pt x="217" y="62"/>
                    <a:pt x="216" y="62"/>
                    <a:pt x="215" y="62"/>
                  </a:cubicBezTo>
                  <a:cubicBezTo>
                    <a:pt x="215" y="62"/>
                    <a:pt x="214" y="62"/>
                    <a:pt x="214" y="62"/>
                  </a:cubicBezTo>
                  <a:cubicBezTo>
                    <a:pt x="199" y="61"/>
                    <a:pt x="199" y="61"/>
                    <a:pt x="199" y="61"/>
                  </a:cubicBezTo>
                  <a:cubicBezTo>
                    <a:pt x="188" y="71"/>
                    <a:pt x="188" y="71"/>
                    <a:pt x="188" y="71"/>
                  </a:cubicBezTo>
                  <a:cubicBezTo>
                    <a:pt x="196" y="84"/>
                    <a:pt x="201" y="100"/>
                    <a:pt x="201" y="116"/>
                  </a:cubicBezTo>
                  <a:cubicBezTo>
                    <a:pt x="201" y="163"/>
                    <a:pt x="163" y="201"/>
                    <a:pt x="116" y="201"/>
                  </a:cubicBezTo>
                  <a:cubicBezTo>
                    <a:pt x="69" y="201"/>
                    <a:pt x="31" y="163"/>
                    <a:pt x="31" y="116"/>
                  </a:cubicBezTo>
                  <a:cubicBezTo>
                    <a:pt x="31" y="69"/>
                    <a:pt x="69" y="31"/>
                    <a:pt x="116" y="31"/>
                  </a:cubicBezTo>
                  <a:cubicBezTo>
                    <a:pt x="132" y="31"/>
                    <a:pt x="148" y="36"/>
                    <a:pt x="161" y="44"/>
                  </a:cubicBezTo>
                  <a:cubicBezTo>
                    <a:pt x="170" y="34"/>
                    <a:pt x="170" y="34"/>
                    <a:pt x="170" y="34"/>
                  </a:cubicBezTo>
                  <a:cubicBezTo>
                    <a:pt x="169" y="17"/>
                    <a:pt x="169" y="17"/>
                    <a:pt x="169" y="17"/>
                  </a:cubicBezTo>
                  <a:cubicBezTo>
                    <a:pt x="169" y="16"/>
                    <a:pt x="169" y="14"/>
                    <a:pt x="169" y="13"/>
                  </a:cubicBezTo>
                  <a:cubicBezTo>
                    <a:pt x="153" y="5"/>
                    <a:pt x="135" y="0"/>
                    <a:pt x="116" y="0"/>
                  </a:cubicBezTo>
                  <a:cubicBezTo>
                    <a:pt x="52" y="0"/>
                    <a:pt x="0" y="52"/>
                    <a:pt x="0" y="116"/>
                  </a:cubicBezTo>
                  <a:cubicBezTo>
                    <a:pt x="0" y="180"/>
                    <a:pt x="52" y="232"/>
                    <a:pt x="116" y="232"/>
                  </a:cubicBezTo>
                  <a:close/>
                  <a:moveTo>
                    <a:pt x="116" y="232"/>
                  </a:moveTo>
                  <a:cubicBezTo>
                    <a:pt x="116" y="232"/>
                    <a:pt x="116" y="232"/>
                    <a:pt x="116" y="2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20"/>
            <p:cNvSpPr>
              <a:spLocks noEditPoints="1"/>
            </p:cNvSpPr>
            <p:nvPr/>
          </p:nvSpPr>
          <p:spPr bwMode="auto">
            <a:xfrm>
              <a:off x="4535488" y="4524375"/>
              <a:ext cx="246063" cy="247650"/>
            </a:xfrm>
            <a:custGeom>
              <a:avLst/>
              <a:gdLst>
                <a:gd name="T0" fmla="*/ 57 w 114"/>
                <a:gd name="T1" fmla="*/ 27 h 114"/>
                <a:gd name="T2" fmla="*/ 59 w 114"/>
                <a:gd name="T3" fmla="*/ 27 h 114"/>
                <a:gd name="T4" fmla="*/ 81 w 114"/>
                <a:gd name="T5" fmla="*/ 6 h 114"/>
                <a:gd name="T6" fmla="*/ 81 w 114"/>
                <a:gd name="T7" fmla="*/ 5 h 114"/>
                <a:gd name="T8" fmla="*/ 57 w 114"/>
                <a:gd name="T9" fmla="*/ 0 h 114"/>
                <a:gd name="T10" fmla="*/ 0 w 114"/>
                <a:gd name="T11" fmla="*/ 57 h 114"/>
                <a:gd name="T12" fmla="*/ 57 w 114"/>
                <a:gd name="T13" fmla="*/ 114 h 114"/>
                <a:gd name="T14" fmla="*/ 114 w 114"/>
                <a:gd name="T15" fmla="*/ 57 h 114"/>
                <a:gd name="T16" fmla="*/ 109 w 114"/>
                <a:gd name="T17" fmla="*/ 33 h 114"/>
                <a:gd name="T18" fmla="*/ 108 w 114"/>
                <a:gd name="T19" fmla="*/ 33 h 114"/>
                <a:gd name="T20" fmla="*/ 87 w 114"/>
                <a:gd name="T21" fmla="*/ 55 h 114"/>
                <a:gd name="T22" fmla="*/ 87 w 114"/>
                <a:gd name="T23" fmla="*/ 57 h 114"/>
                <a:gd name="T24" fmla="*/ 57 w 114"/>
                <a:gd name="T25" fmla="*/ 87 h 114"/>
                <a:gd name="T26" fmla="*/ 27 w 114"/>
                <a:gd name="T27" fmla="*/ 57 h 114"/>
                <a:gd name="T28" fmla="*/ 57 w 114"/>
                <a:gd name="T29" fmla="*/ 27 h 114"/>
                <a:gd name="T30" fmla="*/ 57 w 114"/>
                <a:gd name="T31" fmla="*/ 27 h 114"/>
                <a:gd name="T32" fmla="*/ 57 w 114"/>
                <a:gd name="T33" fmla="*/ 27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4" h="114">
                  <a:moveTo>
                    <a:pt x="57" y="27"/>
                  </a:moveTo>
                  <a:cubicBezTo>
                    <a:pt x="58" y="27"/>
                    <a:pt x="58" y="27"/>
                    <a:pt x="59" y="27"/>
                  </a:cubicBezTo>
                  <a:cubicBezTo>
                    <a:pt x="81" y="6"/>
                    <a:pt x="81" y="6"/>
                    <a:pt x="81" y="6"/>
                  </a:cubicBezTo>
                  <a:cubicBezTo>
                    <a:pt x="81" y="5"/>
                    <a:pt x="81" y="5"/>
                    <a:pt x="81" y="5"/>
                  </a:cubicBezTo>
                  <a:cubicBezTo>
                    <a:pt x="74" y="2"/>
                    <a:pt x="66" y="0"/>
                    <a:pt x="57" y="0"/>
                  </a:cubicBezTo>
                  <a:cubicBezTo>
                    <a:pt x="25" y="0"/>
                    <a:pt x="0" y="25"/>
                    <a:pt x="0" y="57"/>
                  </a:cubicBezTo>
                  <a:cubicBezTo>
                    <a:pt x="0" y="88"/>
                    <a:pt x="25" y="114"/>
                    <a:pt x="57" y="114"/>
                  </a:cubicBezTo>
                  <a:cubicBezTo>
                    <a:pt x="88" y="114"/>
                    <a:pt x="114" y="88"/>
                    <a:pt x="114" y="57"/>
                  </a:cubicBezTo>
                  <a:cubicBezTo>
                    <a:pt x="114" y="48"/>
                    <a:pt x="112" y="40"/>
                    <a:pt x="109" y="33"/>
                  </a:cubicBezTo>
                  <a:cubicBezTo>
                    <a:pt x="108" y="33"/>
                    <a:pt x="108" y="33"/>
                    <a:pt x="108" y="33"/>
                  </a:cubicBezTo>
                  <a:cubicBezTo>
                    <a:pt x="87" y="55"/>
                    <a:pt x="87" y="55"/>
                    <a:pt x="87" y="55"/>
                  </a:cubicBezTo>
                  <a:cubicBezTo>
                    <a:pt x="87" y="55"/>
                    <a:pt x="87" y="56"/>
                    <a:pt x="87" y="57"/>
                  </a:cubicBezTo>
                  <a:cubicBezTo>
                    <a:pt x="87" y="74"/>
                    <a:pt x="73" y="87"/>
                    <a:pt x="57" y="87"/>
                  </a:cubicBezTo>
                  <a:cubicBezTo>
                    <a:pt x="40" y="87"/>
                    <a:pt x="27" y="74"/>
                    <a:pt x="27" y="57"/>
                  </a:cubicBezTo>
                  <a:cubicBezTo>
                    <a:pt x="27" y="40"/>
                    <a:pt x="40" y="27"/>
                    <a:pt x="57" y="27"/>
                  </a:cubicBezTo>
                  <a:close/>
                  <a:moveTo>
                    <a:pt x="57" y="27"/>
                  </a:moveTo>
                  <a:cubicBezTo>
                    <a:pt x="57" y="27"/>
                    <a:pt x="57" y="27"/>
                    <a:pt x="57" y="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21"/>
            <p:cNvSpPr>
              <a:spLocks noEditPoints="1"/>
            </p:cNvSpPr>
            <p:nvPr/>
          </p:nvSpPr>
          <p:spPr bwMode="auto">
            <a:xfrm>
              <a:off x="4681538" y="4344988"/>
              <a:ext cx="279400" cy="279400"/>
            </a:xfrm>
            <a:custGeom>
              <a:avLst/>
              <a:gdLst>
                <a:gd name="T0" fmla="*/ 109 w 129"/>
                <a:gd name="T1" fmla="*/ 35 h 129"/>
                <a:gd name="T2" fmla="*/ 115 w 129"/>
                <a:gd name="T3" fmla="*/ 29 h 129"/>
                <a:gd name="T4" fmla="*/ 115 w 129"/>
                <a:gd name="T5" fmla="*/ 18 h 129"/>
                <a:gd name="T6" fmla="*/ 111 w 129"/>
                <a:gd name="T7" fmla="*/ 14 h 129"/>
                <a:gd name="T8" fmla="*/ 105 w 129"/>
                <a:gd name="T9" fmla="*/ 12 h 129"/>
                <a:gd name="T10" fmla="*/ 100 w 129"/>
                <a:gd name="T11" fmla="*/ 14 h 129"/>
                <a:gd name="T12" fmla="*/ 93 w 129"/>
                <a:gd name="T13" fmla="*/ 21 h 129"/>
                <a:gd name="T14" fmla="*/ 92 w 129"/>
                <a:gd name="T15" fmla="*/ 2 h 129"/>
                <a:gd name="T16" fmla="*/ 89 w 129"/>
                <a:gd name="T17" fmla="*/ 0 h 129"/>
                <a:gd name="T18" fmla="*/ 87 w 129"/>
                <a:gd name="T19" fmla="*/ 0 h 129"/>
                <a:gd name="T20" fmla="*/ 59 w 129"/>
                <a:gd name="T21" fmla="*/ 29 h 129"/>
                <a:gd name="T22" fmla="*/ 56 w 129"/>
                <a:gd name="T23" fmla="*/ 38 h 129"/>
                <a:gd name="T24" fmla="*/ 56 w 129"/>
                <a:gd name="T25" fmla="*/ 40 h 129"/>
                <a:gd name="T26" fmla="*/ 57 w 129"/>
                <a:gd name="T27" fmla="*/ 57 h 129"/>
                <a:gd name="T28" fmla="*/ 47 w 129"/>
                <a:gd name="T29" fmla="*/ 67 h 129"/>
                <a:gd name="T30" fmla="*/ 28 w 129"/>
                <a:gd name="T31" fmla="*/ 86 h 129"/>
                <a:gd name="T32" fmla="*/ 28 w 129"/>
                <a:gd name="T33" fmla="*/ 86 h 129"/>
                <a:gd name="T34" fmla="*/ 10 w 129"/>
                <a:gd name="T35" fmla="*/ 104 h 129"/>
                <a:gd name="T36" fmla="*/ 2 w 129"/>
                <a:gd name="T37" fmla="*/ 112 h 129"/>
                <a:gd name="T38" fmla="*/ 1 w 129"/>
                <a:gd name="T39" fmla="*/ 116 h 129"/>
                <a:gd name="T40" fmla="*/ 0 w 129"/>
                <a:gd name="T41" fmla="*/ 122 h 129"/>
                <a:gd name="T42" fmla="*/ 6 w 129"/>
                <a:gd name="T43" fmla="*/ 129 h 129"/>
                <a:gd name="T44" fmla="*/ 7 w 129"/>
                <a:gd name="T45" fmla="*/ 129 h 129"/>
                <a:gd name="T46" fmla="*/ 13 w 129"/>
                <a:gd name="T47" fmla="*/ 128 h 129"/>
                <a:gd name="T48" fmla="*/ 17 w 129"/>
                <a:gd name="T49" fmla="*/ 126 h 129"/>
                <a:gd name="T50" fmla="*/ 73 w 129"/>
                <a:gd name="T51" fmla="*/ 71 h 129"/>
                <a:gd name="T52" fmla="*/ 89 w 129"/>
                <a:gd name="T53" fmla="*/ 72 h 129"/>
                <a:gd name="T54" fmla="*/ 89 w 129"/>
                <a:gd name="T55" fmla="*/ 72 h 129"/>
                <a:gd name="T56" fmla="*/ 90 w 129"/>
                <a:gd name="T57" fmla="*/ 72 h 129"/>
                <a:gd name="T58" fmla="*/ 99 w 129"/>
                <a:gd name="T59" fmla="*/ 69 h 129"/>
                <a:gd name="T60" fmla="*/ 127 w 129"/>
                <a:gd name="T61" fmla="*/ 40 h 129"/>
                <a:gd name="T62" fmla="*/ 126 w 129"/>
                <a:gd name="T63" fmla="*/ 36 h 129"/>
                <a:gd name="T64" fmla="*/ 109 w 129"/>
                <a:gd name="T65" fmla="*/ 35 h 129"/>
                <a:gd name="T66" fmla="*/ 109 w 129"/>
                <a:gd name="T67" fmla="*/ 35 h 129"/>
                <a:gd name="T68" fmla="*/ 109 w 129"/>
                <a:gd name="T69" fmla="*/ 3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9" h="129">
                  <a:moveTo>
                    <a:pt x="109" y="35"/>
                  </a:moveTo>
                  <a:cubicBezTo>
                    <a:pt x="115" y="29"/>
                    <a:pt x="115" y="29"/>
                    <a:pt x="115" y="29"/>
                  </a:cubicBezTo>
                  <a:cubicBezTo>
                    <a:pt x="118" y="26"/>
                    <a:pt x="118" y="21"/>
                    <a:pt x="115" y="18"/>
                  </a:cubicBezTo>
                  <a:cubicBezTo>
                    <a:pt x="111" y="14"/>
                    <a:pt x="111" y="14"/>
                    <a:pt x="111" y="14"/>
                  </a:cubicBezTo>
                  <a:cubicBezTo>
                    <a:pt x="109" y="13"/>
                    <a:pt x="107" y="12"/>
                    <a:pt x="105" y="12"/>
                  </a:cubicBezTo>
                  <a:cubicBezTo>
                    <a:pt x="104" y="12"/>
                    <a:pt x="102" y="13"/>
                    <a:pt x="100" y="14"/>
                  </a:cubicBezTo>
                  <a:cubicBezTo>
                    <a:pt x="93" y="21"/>
                    <a:pt x="93" y="21"/>
                    <a:pt x="93" y="21"/>
                  </a:cubicBezTo>
                  <a:cubicBezTo>
                    <a:pt x="92" y="2"/>
                    <a:pt x="92" y="2"/>
                    <a:pt x="92" y="2"/>
                  </a:cubicBezTo>
                  <a:cubicBezTo>
                    <a:pt x="91" y="1"/>
                    <a:pt x="90" y="0"/>
                    <a:pt x="89" y="0"/>
                  </a:cubicBezTo>
                  <a:cubicBezTo>
                    <a:pt x="89" y="0"/>
                    <a:pt x="88" y="0"/>
                    <a:pt x="87" y="0"/>
                  </a:cubicBezTo>
                  <a:cubicBezTo>
                    <a:pt x="59" y="29"/>
                    <a:pt x="59" y="29"/>
                    <a:pt x="59" y="29"/>
                  </a:cubicBezTo>
                  <a:cubicBezTo>
                    <a:pt x="57" y="31"/>
                    <a:pt x="55" y="35"/>
                    <a:pt x="56" y="38"/>
                  </a:cubicBezTo>
                  <a:cubicBezTo>
                    <a:pt x="56" y="40"/>
                    <a:pt x="56" y="40"/>
                    <a:pt x="56" y="40"/>
                  </a:cubicBezTo>
                  <a:cubicBezTo>
                    <a:pt x="57" y="57"/>
                    <a:pt x="57" y="57"/>
                    <a:pt x="57" y="57"/>
                  </a:cubicBezTo>
                  <a:cubicBezTo>
                    <a:pt x="47" y="67"/>
                    <a:pt x="47" y="67"/>
                    <a:pt x="47" y="67"/>
                  </a:cubicBezTo>
                  <a:cubicBezTo>
                    <a:pt x="28" y="86"/>
                    <a:pt x="28" y="86"/>
                    <a:pt x="28" y="86"/>
                  </a:cubicBezTo>
                  <a:cubicBezTo>
                    <a:pt x="28" y="86"/>
                    <a:pt x="28" y="86"/>
                    <a:pt x="28" y="86"/>
                  </a:cubicBezTo>
                  <a:cubicBezTo>
                    <a:pt x="10" y="104"/>
                    <a:pt x="10" y="104"/>
                    <a:pt x="10" y="104"/>
                  </a:cubicBezTo>
                  <a:cubicBezTo>
                    <a:pt x="2" y="112"/>
                    <a:pt x="2" y="112"/>
                    <a:pt x="2" y="112"/>
                  </a:cubicBezTo>
                  <a:cubicBezTo>
                    <a:pt x="1" y="113"/>
                    <a:pt x="1" y="114"/>
                    <a:pt x="1" y="116"/>
                  </a:cubicBezTo>
                  <a:cubicBezTo>
                    <a:pt x="0" y="122"/>
                    <a:pt x="0" y="122"/>
                    <a:pt x="0" y="122"/>
                  </a:cubicBezTo>
                  <a:cubicBezTo>
                    <a:pt x="0" y="126"/>
                    <a:pt x="3" y="129"/>
                    <a:pt x="6" y="129"/>
                  </a:cubicBezTo>
                  <a:cubicBezTo>
                    <a:pt x="7" y="129"/>
                    <a:pt x="7" y="129"/>
                    <a:pt x="7" y="129"/>
                  </a:cubicBezTo>
                  <a:cubicBezTo>
                    <a:pt x="13" y="128"/>
                    <a:pt x="13" y="128"/>
                    <a:pt x="13" y="128"/>
                  </a:cubicBezTo>
                  <a:cubicBezTo>
                    <a:pt x="15" y="128"/>
                    <a:pt x="16" y="128"/>
                    <a:pt x="17" y="126"/>
                  </a:cubicBezTo>
                  <a:cubicBezTo>
                    <a:pt x="73" y="71"/>
                    <a:pt x="73" y="71"/>
                    <a:pt x="73" y="71"/>
                  </a:cubicBezTo>
                  <a:cubicBezTo>
                    <a:pt x="89" y="72"/>
                    <a:pt x="89" y="72"/>
                    <a:pt x="89" y="72"/>
                  </a:cubicBezTo>
                  <a:cubicBezTo>
                    <a:pt x="89" y="72"/>
                    <a:pt x="89" y="72"/>
                    <a:pt x="89" y="72"/>
                  </a:cubicBezTo>
                  <a:cubicBezTo>
                    <a:pt x="90" y="72"/>
                    <a:pt x="90" y="72"/>
                    <a:pt x="90" y="72"/>
                  </a:cubicBezTo>
                  <a:cubicBezTo>
                    <a:pt x="94" y="72"/>
                    <a:pt x="97" y="71"/>
                    <a:pt x="99" y="69"/>
                  </a:cubicBezTo>
                  <a:cubicBezTo>
                    <a:pt x="127" y="40"/>
                    <a:pt x="127" y="40"/>
                    <a:pt x="127" y="40"/>
                  </a:cubicBezTo>
                  <a:cubicBezTo>
                    <a:pt x="129" y="39"/>
                    <a:pt x="128" y="36"/>
                    <a:pt x="126" y="36"/>
                  </a:cubicBezTo>
                  <a:lnTo>
                    <a:pt x="109" y="35"/>
                  </a:lnTo>
                  <a:close/>
                  <a:moveTo>
                    <a:pt x="109" y="35"/>
                  </a:moveTo>
                  <a:cubicBezTo>
                    <a:pt x="109" y="35"/>
                    <a:pt x="109" y="35"/>
                    <a:pt x="109" y="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2" name="组合 51"/>
          <p:cNvGrpSpPr/>
          <p:nvPr/>
        </p:nvGrpSpPr>
        <p:grpSpPr>
          <a:xfrm>
            <a:off x="5428050" y="2851986"/>
            <a:ext cx="372565" cy="354971"/>
            <a:chOff x="3940175" y="5541963"/>
            <a:chExt cx="571501" cy="544512"/>
          </a:xfrm>
          <a:solidFill>
            <a:srgbClr val="7F7F7F"/>
          </a:solidFill>
        </p:grpSpPr>
        <p:sp>
          <p:nvSpPr>
            <p:cNvPr id="53" name="Freeform 37"/>
            <p:cNvSpPr>
              <a:spLocks/>
            </p:cNvSpPr>
            <p:nvPr/>
          </p:nvSpPr>
          <p:spPr bwMode="auto">
            <a:xfrm>
              <a:off x="4348163" y="5541963"/>
              <a:ext cx="163513" cy="161925"/>
            </a:xfrm>
            <a:custGeom>
              <a:avLst/>
              <a:gdLst>
                <a:gd name="T0" fmla="*/ 58 w 75"/>
                <a:gd name="T1" fmla="*/ 17 h 75"/>
                <a:gd name="T2" fmla="*/ 5 w 75"/>
                <a:gd name="T3" fmla="*/ 11 h 75"/>
                <a:gd name="T4" fmla="*/ 3 w 75"/>
                <a:gd name="T5" fmla="*/ 23 h 75"/>
                <a:gd name="T6" fmla="*/ 52 w 75"/>
                <a:gd name="T7" fmla="*/ 72 h 75"/>
                <a:gd name="T8" fmla="*/ 64 w 75"/>
                <a:gd name="T9" fmla="*/ 70 h 75"/>
                <a:gd name="T10" fmla="*/ 58 w 75"/>
                <a:gd name="T11" fmla="*/ 17 h 75"/>
              </a:gdLst>
              <a:ahLst/>
              <a:cxnLst>
                <a:cxn ang="0">
                  <a:pos x="T0" y="T1"/>
                </a:cxn>
                <a:cxn ang="0">
                  <a:pos x="T2" y="T3"/>
                </a:cxn>
                <a:cxn ang="0">
                  <a:pos x="T4" y="T5"/>
                </a:cxn>
                <a:cxn ang="0">
                  <a:pos x="T6" y="T7"/>
                </a:cxn>
                <a:cxn ang="0">
                  <a:pos x="T8" y="T9"/>
                </a:cxn>
                <a:cxn ang="0">
                  <a:pos x="T10" y="T11"/>
                </a:cxn>
              </a:cxnLst>
              <a:rect l="0" t="0" r="r" b="b"/>
              <a:pathLst>
                <a:path w="75" h="75">
                  <a:moveTo>
                    <a:pt x="58" y="17"/>
                  </a:moveTo>
                  <a:cubicBezTo>
                    <a:pt x="44" y="2"/>
                    <a:pt x="21" y="0"/>
                    <a:pt x="5" y="11"/>
                  </a:cubicBezTo>
                  <a:cubicBezTo>
                    <a:pt x="1" y="14"/>
                    <a:pt x="0" y="19"/>
                    <a:pt x="3" y="23"/>
                  </a:cubicBezTo>
                  <a:cubicBezTo>
                    <a:pt x="52" y="72"/>
                    <a:pt x="52" y="72"/>
                    <a:pt x="52" y="72"/>
                  </a:cubicBezTo>
                  <a:cubicBezTo>
                    <a:pt x="56" y="75"/>
                    <a:pt x="61" y="74"/>
                    <a:pt x="64" y="70"/>
                  </a:cubicBezTo>
                  <a:cubicBezTo>
                    <a:pt x="75" y="54"/>
                    <a:pt x="73" y="31"/>
                    <a:pt x="58"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38"/>
            <p:cNvSpPr>
              <a:spLocks noEditPoints="1"/>
            </p:cNvSpPr>
            <p:nvPr/>
          </p:nvSpPr>
          <p:spPr bwMode="auto">
            <a:xfrm>
              <a:off x="3975100" y="5586413"/>
              <a:ext cx="488950" cy="500062"/>
            </a:xfrm>
            <a:custGeom>
              <a:avLst/>
              <a:gdLst>
                <a:gd name="T0" fmla="*/ 205 w 226"/>
                <a:gd name="T1" fmla="*/ 175 h 231"/>
                <a:gd name="T2" fmla="*/ 226 w 226"/>
                <a:gd name="T3" fmla="*/ 111 h 231"/>
                <a:gd name="T4" fmla="*/ 115 w 226"/>
                <a:gd name="T5" fmla="*/ 0 h 231"/>
                <a:gd name="T6" fmla="*/ 114 w 226"/>
                <a:gd name="T7" fmla="*/ 0 h 231"/>
                <a:gd name="T8" fmla="*/ 5 w 226"/>
                <a:gd name="T9" fmla="*/ 111 h 231"/>
                <a:gd name="T10" fmla="*/ 23 w 226"/>
                <a:gd name="T11" fmla="*/ 172 h 231"/>
                <a:gd name="T12" fmla="*/ 4 w 226"/>
                <a:gd name="T13" fmla="*/ 210 h 231"/>
                <a:gd name="T14" fmla="*/ 11 w 226"/>
                <a:gd name="T15" fmla="*/ 230 h 231"/>
                <a:gd name="T16" fmla="*/ 17 w 226"/>
                <a:gd name="T17" fmla="*/ 231 h 231"/>
                <a:gd name="T18" fmla="*/ 31 w 226"/>
                <a:gd name="T19" fmla="*/ 223 h 231"/>
                <a:gd name="T20" fmla="*/ 44 w 226"/>
                <a:gd name="T21" fmla="*/ 196 h 231"/>
                <a:gd name="T22" fmla="*/ 114 w 226"/>
                <a:gd name="T23" fmla="*/ 221 h 231"/>
                <a:gd name="T24" fmla="*/ 115 w 226"/>
                <a:gd name="T25" fmla="*/ 221 h 231"/>
                <a:gd name="T26" fmla="*/ 183 w 226"/>
                <a:gd name="T27" fmla="*/ 198 h 231"/>
                <a:gd name="T28" fmla="*/ 196 w 226"/>
                <a:gd name="T29" fmla="*/ 223 h 231"/>
                <a:gd name="T30" fmla="*/ 209 w 226"/>
                <a:gd name="T31" fmla="*/ 231 h 231"/>
                <a:gd name="T32" fmla="*/ 215 w 226"/>
                <a:gd name="T33" fmla="*/ 230 h 231"/>
                <a:gd name="T34" fmla="*/ 222 w 226"/>
                <a:gd name="T35" fmla="*/ 210 h 231"/>
                <a:gd name="T36" fmla="*/ 205 w 226"/>
                <a:gd name="T37" fmla="*/ 175 h 231"/>
                <a:gd name="T38" fmla="*/ 115 w 226"/>
                <a:gd name="T39" fmla="*/ 192 h 231"/>
                <a:gd name="T40" fmla="*/ 114 w 226"/>
                <a:gd name="T41" fmla="*/ 192 h 231"/>
                <a:gd name="T42" fmla="*/ 34 w 226"/>
                <a:gd name="T43" fmla="*/ 111 h 231"/>
                <a:gd name="T44" fmla="*/ 114 w 226"/>
                <a:gd name="T45" fmla="*/ 30 h 231"/>
                <a:gd name="T46" fmla="*/ 115 w 226"/>
                <a:gd name="T47" fmla="*/ 30 h 231"/>
                <a:gd name="T48" fmla="*/ 196 w 226"/>
                <a:gd name="T49" fmla="*/ 111 h 231"/>
                <a:gd name="T50" fmla="*/ 115 w 226"/>
                <a:gd name="T51" fmla="*/ 192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6" h="231">
                  <a:moveTo>
                    <a:pt x="205" y="175"/>
                  </a:moveTo>
                  <a:cubicBezTo>
                    <a:pt x="218" y="157"/>
                    <a:pt x="226" y="135"/>
                    <a:pt x="226" y="111"/>
                  </a:cubicBezTo>
                  <a:cubicBezTo>
                    <a:pt x="226" y="50"/>
                    <a:pt x="176" y="0"/>
                    <a:pt x="115" y="0"/>
                  </a:cubicBezTo>
                  <a:cubicBezTo>
                    <a:pt x="115" y="0"/>
                    <a:pt x="114" y="0"/>
                    <a:pt x="114" y="0"/>
                  </a:cubicBezTo>
                  <a:cubicBezTo>
                    <a:pt x="54" y="1"/>
                    <a:pt x="5" y="50"/>
                    <a:pt x="5" y="111"/>
                  </a:cubicBezTo>
                  <a:cubicBezTo>
                    <a:pt x="5" y="133"/>
                    <a:pt x="11" y="154"/>
                    <a:pt x="23" y="172"/>
                  </a:cubicBezTo>
                  <a:cubicBezTo>
                    <a:pt x="4" y="210"/>
                    <a:pt x="4" y="210"/>
                    <a:pt x="4" y="210"/>
                  </a:cubicBezTo>
                  <a:cubicBezTo>
                    <a:pt x="0" y="217"/>
                    <a:pt x="3" y="226"/>
                    <a:pt x="11" y="230"/>
                  </a:cubicBezTo>
                  <a:cubicBezTo>
                    <a:pt x="13" y="231"/>
                    <a:pt x="15" y="231"/>
                    <a:pt x="17" y="231"/>
                  </a:cubicBezTo>
                  <a:cubicBezTo>
                    <a:pt x="23" y="231"/>
                    <a:pt x="28" y="228"/>
                    <a:pt x="31" y="223"/>
                  </a:cubicBezTo>
                  <a:cubicBezTo>
                    <a:pt x="44" y="196"/>
                    <a:pt x="44" y="196"/>
                    <a:pt x="44" y="196"/>
                  </a:cubicBezTo>
                  <a:cubicBezTo>
                    <a:pt x="63" y="212"/>
                    <a:pt x="88" y="221"/>
                    <a:pt x="114" y="221"/>
                  </a:cubicBezTo>
                  <a:cubicBezTo>
                    <a:pt x="114" y="221"/>
                    <a:pt x="115" y="221"/>
                    <a:pt x="115" y="221"/>
                  </a:cubicBezTo>
                  <a:cubicBezTo>
                    <a:pt x="141" y="221"/>
                    <a:pt x="164" y="213"/>
                    <a:pt x="183" y="198"/>
                  </a:cubicBezTo>
                  <a:cubicBezTo>
                    <a:pt x="196" y="223"/>
                    <a:pt x="196" y="223"/>
                    <a:pt x="196" y="223"/>
                  </a:cubicBezTo>
                  <a:cubicBezTo>
                    <a:pt x="198" y="228"/>
                    <a:pt x="203" y="231"/>
                    <a:pt x="209" y="231"/>
                  </a:cubicBezTo>
                  <a:cubicBezTo>
                    <a:pt x="211" y="231"/>
                    <a:pt x="213" y="231"/>
                    <a:pt x="215" y="230"/>
                  </a:cubicBezTo>
                  <a:cubicBezTo>
                    <a:pt x="223" y="226"/>
                    <a:pt x="226" y="217"/>
                    <a:pt x="222" y="210"/>
                  </a:cubicBezTo>
                  <a:lnTo>
                    <a:pt x="205" y="175"/>
                  </a:lnTo>
                  <a:close/>
                  <a:moveTo>
                    <a:pt x="115" y="192"/>
                  </a:moveTo>
                  <a:cubicBezTo>
                    <a:pt x="115" y="192"/>
                    <a:pt x="114" y="192"/>
                    <a:pt x="114" y="192"/>
                  </a:cubicBezTo>
                  <a:cubicBezTo>
                    <a:pt x="70" y="191"/>
                    <a:pt x="34" y="155"/>
                    <a:pt x="34" y="111"/>
                  </a:cubicBezTo>
                  <a:cubicBezTo>
                    <a:pt x="34" y="67"/>
                    <a:pt x="70" y="31"/>
                    <a:pt x="114" y="30"/>
                  </a:cubicBezTo>
                  <a:cubicBezTo>
                    <a:pt x="114" y="30"/>
                    <a:pt x="115" y="30"/>
                    <a:pt x="115" y="30"/>
                  </a:cubicBezTo>
                  <a:cubicBezTo>
                    <a:pt x="160" y="30"/>
                    <a:pt x="196" y="66"/>
                    <a:pt x="196" y="111"/>
                  </a:cubicBezTo>
                  <a:cubicBezTo>
                    <a:pt x="196" y="155"/>
                    <a:pt x="160" y="192"/>
                    <a:pt x="115" y="1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39"/>
            <p:cNvSpPr>
              <a:spLocks/>
            </p:cNvSpPr>
            <p:nvPr/>
          </p:nvSpPr>
          <p:spPr bwMode="auto">
            <a:xfrm>
              <a:off x="4124325" y="5738813"/>
              <a:ext cx="119063" cy="204787"/>
            </a:xfrm>
            <a:custGeom>
              <a:avLst/>
              <a:gdLst>
                <a:gd name="T0" fmla="*/ 46 w 55"/>
                <a:gd name="T1" fmla="*/ 0 h 95"/>
                <a:gd name="T2" fmla="*/ 45 w 55"/>
                <a:gd name="T3" fmla="*/ 0 h 95"/>
                <a:gd name="T4" fmla="*/ 38 w 55"/>
                <a:gd name="T5" fmla="*/ 8 h 95"/>
                <a:gd name="T6" fmla="*/ 38 w 55"/>
                <a:gd name="T7" fmla="*/ 40 h 95"/>
                <a:gd name="T8" fmla="*/ 3 w 55"/>
                <a:gd name="T9" fmla="*/ 81 h 95"/>
                <a:gd name="T10" fmla="*/ 4 w 55"/>
                <a:gd name="T11" fmla="*/ 93 h 95"/>
                <a:gd name="T12" fmla="*/ 10 w 55"/>
                <a:gd name="T13" fmla="*/ 95 h 95"/>
                <a:gd name="T14" fmla="*/ 16 w 55"/>
                <a:gd name="T15" fmla="*/ 92 h 95"/>
                <a:gd name="T16" fmla="*/ 45 w 55"/>
                <a:gd name="T17" fmla="*/ 58 h 95"/>
                <a:gd name="T18" fmla="*/ 52 w 55"/>
                <a:gd name="T19" fmla="*/ 50 h 95"/>
                <a:gd name="T20" fmla="*/ 55 w 55"/>
                <a:gd name="T21" fmla="*/ 44 h 95"/>
                <a:gd name="T22" fmla="*/ 55 w 55"/>
                <a:gd name="T23" fmla="*/ 8 h 95"/>
                <a:gd name="T24" fmla="*/ 46 w 55"/>
                <a:gd name="T25"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5" h="95">
                  <a:moveTo>
                    <a:pt x="46" y="0"/>
                  </a:moveTo>
                  <a:cubicBezTo>
                    <a:pt x="46" y="0"/>
                    <a:pt x="45" y="0"/>
                    <a:pt x="45" y="0"/>
                  </a:cubicBezTo>
                  <a:cubicBezTo>
                    <a:pt x="41" y="0"/>
                    <a:pt x="38" y="4"/>
                    <a:pt x="38" y="8"/>
                  </a:cubicBezTo>
                  <a:cubicBezTo>
                    <a:pt x="38" y="40"/>
                    <a:pt x="38" y="40"/>
                    <a:pt x="38" y="40"/>
                  </a:cubicBezTo>
                  <a:cubicBezTo>
                    <a:pt x="3" y="81"/>
                    <a:pt x="3" y="81"/>
                    <a:pt x="3" y="81"/>
                  </a:cubicBezTo>
                  <a:cubicBezTo>
                    <a:pt x="0" y="84"/>
                    <a:pt x="1" y="90"/>
                    <a:pt x="4" y="93"/>
                  </a:cubicBezTo>
                  <a:cubicBezTo>
                    <a:pt x="6" y="94"/>
                    <a:pt x="8" y="95"/>
                    <a:pt x="10" y="95"/>
                  </a:cubicBezTo>
                  <a:cubicBezTo>
                    <a:pt x="12" y="95"/>
                    <a:pt x="15" y="94"/>
                    <a:pt x="16" y="92"/>
                  </a:cubicBezTo>
                  <a:cubicBezTo>
                    <a:pt x="45" y="58"/>
                    <a:pt x="45" y="58"/>
                    <a:pt x="45" y="58"/>
                  </a:cubicBezTo>
                  <a:cubicBezTo>
                    <a:pt x="52" y="50"/>
                    <a:pt x="52" y="50"/>
                    <a:pt x="52" y="50"/>
                  </a:cubicBezTo>
                  <a:cubicBezTo>
                    <a:pt x="53" y="49"/>
                    <a:pt x="55" y="46"/>
                    <a:pt x="55" y="44"/>
                  </a:cubicBezTo>
                  <a:cubicBezTo>
                    <a:pt x="55" y="8"/>
                    <a:pt x="55" y="8"/>
                    <a:pt x="55" y="8"/>
                  </a:cubicBezTo>
                  <a:cubicBezTo>
                    <a:pt x="55" y="4"/>
                    <a:pt x="51" y="0"/>
                    <a:pt x="4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40"/>
            <p:cNvSpPr>
              <a:spLocks/>
            </p:cNvSpPr>
            <p:nvPr/>
          </p:nvSpPr>
          <p:spPr bwMode="auto">
            <a:xfrm>
              <a:off x="3940175" y="5541963"/>
              <a:ext cx="160338" cy="161925"/>
            </a:xfrm>
            <a:custGeom>
              <a:avLst/>
              <a:gdLst>
                <a:gd name="T0" fmla="*/ 16 w 74"/>
                <a:gd name="T1" fmla="*/ 17 h 75"/>
                <a:gd name="T2" fmla="*/ 11 w 74"/>
                <a:gd name="T3" fmla="*/ 71 h 75"/>
                <a:gd name="T4" fmla="*/ 22 w 74"/>
                <a:gd name="T5" fmla="*/ 72 h 75"/>
                <a:gd name="T6" fmla="*/ 71 w 74"/>
                <a:gd name="T7" fmla="*/ 23 h 75"/>
                <a:gd name="T8" fmla="*/ 69 w 74"/>
                <a:gd name="T9" fmla="*/ 11 h 75"/>
                <a:gd name="T10" fmla="*/ 16 w 74"/>
                <a:gd name="T11" fmla="*/ 17 h 75"/>
              </a:gdLst>
              <a:ahLst/>
              <a:cxnLst>
                <a:cxn ang="0">
                  <a:pos x="T0" y="T1"/>
                </a:cxn>
                <a:cxn ang="0">
                  <a:pos x="T2" y="T3"/>
                </a:cxn>
                <a:cxn ang="0">
                  <a:pos x="T4" y="T5"/>
                </a:cxn>
                <a:cxn ang="0">
                  <a:pos x="T6" y="T7"/>
                </a:cxn>
                <a:cxn ang="0">
                  <a:pos x="T8" y="T9"/>
                </a:cxn>
                <a:cxn ang="0">
                  <a:pos x="T10" y="T11"/>
                </a:cxn>
              </a:cxnLst>
              <a:rect l="0" t="0" r="r" b="b"/>
              <a:pathLst>
                <a:path w="74" h="75">
                  <a:moveTo>
                    <a:pt x="16" y="17"/>
                  </a:moveTo>
                  <a:cubicBezTo>
                    <a:pt x="2" y="32"/>
                    <a:pt x="0" y="54"/>
                    <a:pt x="11" y="71"/>
                  </a:cubicBezTo>
                  <a:cubicBezTo>
                    <a:pt x="13" y="75"/>
                    <a:pt x="19" y="75"/>
                    <a:pt x="22" y="72"/>
                  </a:cubicBezTo>
                  <a:cubicBezTo>
                    <a:pt x="71" y="23"/>
                    <a:pt x="71" y="23"/>
                    <a:pt x="71" y="23"/>
                  </a:cubicBezTo>
                  <a:cubicBezTo>
                    <a:pt x="74" y="19"/>
                    <a:pt x="74" y="14"/>
                    <a:pt x="69" y="11"/>
                  </a:cubicBezTo>
                  <a:cubicBezTo>
                    <a:pt x="53" y="0"/>
                    <a:pt x="31" y="2"/>
                    <a:pt x="16"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7" name="组合 56"/>
          <p:cNvGrpSpPr>
            <a:grpSpLocks noChangeAspect="1"/>
          </p:cNvGrpSpPr>
          <p:nvPr/>
        </p:nvGrpSpPr>
        <p:grpSpPr>
          <a:xfrm>
            <a:off x="6676381" y="2812725"/>
            <a:ext cx="399446" cy="341998"/>
            <a:chOff x="2162176" y="-104775"/>
            <a:chExt cx="1655763" cy="1417638"/>
          </a:xfrm>
          <a:solidFill>
            <a:srgbClr val="7F7F7F"/>
          </a:solidFill>
        </p:grpSpPr>
        <p:sp>
          <p:nvSpPr>
            <p:cNvPr id="58" name="Freeform 3767"/>
            <p:cNvSpPr>
              <a:spLocks/>
            </p:cNvSpPr>
            <p:nvPr/>
          </p:nvSpPr>
          <p:spPr bwMode="auto">
            <a:xfrm>
              <a:off x="2311401" y="104775"/>
              <a:ext cx="1370013" cy="1208088"/>
            </a:xfrm>
            <a:custGeom>
              <a:avLst/>
              <a:gdLst>
                <a:gd name="T0" fmla="*/ 231 w 431"/>
                <a:gd name="T1" fmla="*/ 6 h 380"/>
                <a:gd name="T2" fmla="*/ 190 w 431"/>
                <a:gd name="T3" fmla="*/ 7 h 380"/>
                <a:gd name="T4" fmla="*/ 20 w 431"/>
                <a:gd name="T5" fmla="*/ 106 h 380"/>
                <a:gd name="T6" fmla="*/ 0 w 431"/>
                <a:gd name="T7" fmla="*/ 142 h 380"/>
                <a:gd name="T8" fmla="*/ 0 w 431"/>
                <a:gd name="T9" fmla="*/ 357 h 380"/>
                <a:gd name="T10" fmla="*/ 24 w 431"/>
                <a:gd name="T11" fmla="*/ 380 h 380"/>
                <a:gd name="T12" fmla="*/ 124 w 431"/>
                <a:gd name="T13" fmla="*/ 380 h 380"/>
                <a:gd name="T14" fmla="*/ 148 w 431"/>
                <a:gd name="T15" fmla="*/ 357 h 380"/>
                <a:gd name="T16" fmla="*/ 148 w 431"/>
                <a:gd name="T17" fmla="*/ 258 h 380"/>
                <a:gd name="T18" fmla="*/ 171 w 431"/>
                <a:gd name="T19" fmla="*/ 235 h 380"/>
                <a:gd name="T20" fmla="*/ 260 w 431"/>
                <a:gd name="T21" fmla="*/ 235 h 380"/>
                <a:gd name="T22" fmla="*/ 283 w 431"/>
                <a:gd name="T23" fmla="*/ 258 h 380"/>
                <a:gd name="T24" fmla="*/ 283 w 431"/>
                <a:gd name="T25" fmla="*/ 357 h 380"/>
                <a:gd name="T26" fmla="*/ 307 w 431"/>
                <a:gd name="T27" fmla="*/ 380 h 380"/>
                <a:gd name="T28" fmla="*/ 407 w 431"/>
                <a:gd name="T29" fmla="*/ 380 h 380"/>
                <a:gd name="T30" fmla="*/ 431 w 431"/>
                <a:gd name="T31" fmla="*/ 357 h 380"/>
                <a:gd name="T32" fmla="*/ 431 w 431"/>
                <a:gd name="T33" fmla="*/ 142 h 380"/>
                <a:gd name="T34" fmla="*/ 410 w 431"/>
                <a:gd name="T35" fmla="*/ 107 h 380"/>
                <a:gd name="T36" fmla="*/ 231 w 431"/>
                <a:gd name="T37" fmla="*/ 6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31" h="380">
                  <a:moveTo>
                    <a:pt x="231" y="6"/>
                  </a:moveTo>
                  <a:cubicBezTo>
                    <a:pt x="220" y="0"/>
                    <a:pt x="201" y="0"/>
                    <a:pt x="190" y="7"/>
                  </a:cubicBezTo>
                  <a:cubicBezTo>
                    <a:pt x="20" y="106"/>
                    <a:pt x="20" y="106"/>
                    <a:pt x="20" y="106"/>
                  </a:cubicBezTo>
                  <a:cubicBezTo>
                    <a:pt x="9" y="113"/>
                    <a:pt x="0" y="129"/>
                    <a:pt x="0" y="142"/>
                  </a:cubicBezTo>
                  <a:cubicBezTo>
                    <a:pt x="0" y="357"/>
                    <a:pt x="0" y="357"/>
                    <a:pt x="0" y="357"/>
                  </a:cubicBezTo>
                  <a:cubicBezTo>
                    <a:pt x="0" y="370"/>
                    <a:pt x="10" y="380"/>
                    <a:pt x="24" y="380"/>
                  </a:cubicBezTo>
                  <a:cubicBezTo>
                    <a:pt x="124" y="380"/>
                    <a:pt x="124" y="380"/>
                    <a:pt x="124" y="380"/>
                  </a:cubicBezTo>
                  <a:cubicBezTo>
                    <a:pt x="137" y="380"/>
                    <a:pt x="148" y="370"/>
                    <a:pt x="148" y="357"/>
                  </a:cubicBezTo>
                  <a:cubicBezTo>
                    <a:pt x="148" y="258"/>
                    <a:pt x="148" y="258"/>
                    <a:pt x="148" y="258"/>
                  </a:cubicBezTo>
                  <a:cubicBezTo>
                    <a:pt x="148" y="245"/>
                    <a:pt x="158" y="235"/>
                    <a:pt x="171" y="235"/>
                  </a:cubicBezTo>
                  <a:cubicBezTo>
                    <a:pt x="260" y="235"/>
                    <a:pt x="260" y="235"/>
                    <a:pt x="260" y="235"/>
                  </a:cubicBezTo>
                  <a:cubicBezTo>
                    <a:pt x="273" y="235"/>
                    <a:pt x="283" y="245"/>
                    <a:pt x="283" y="258"/>
                  </a:cubicBezTo>
                  <a:cubicBezTo>
                    <a:pt x="283" y="357"/>
                    <a:pt x="283" y="357"/>
                    <a:pt x="283" y="357"/>
                  </a:cubicBezTo>
                  <a:cubicBezTo>
                    <a:pt x="283" y="370"/>
                    <a:pt x="294" y="380"/>
                    <a:pt x="307" y="380"/>
                  </a:cubicBezTo>
                  <a:cubicBezTo>
                    <a:pt x="407" y="380"/>
                    <a:pt x="407" y="380"/>
                    <a:pt x="407" y="380"/>
                  </a:cubicBezTo>
                  <a:cubicBezTo>
                    <a:pt x="420" y="380"/>
                    <a:pt x="431" y="370"/>
                    <a:pt x="431" y="357"/>
                  </a:cubicBezTo>
                  <a:cubicBezTo>
                    <a:pt x="431" y="142"/>
                    <a:pt x="431" y="142"/>
                    <a:pt x="431" y="142"/>
                  </a:cubicBezTo>
                  <a:cubicBezTo>
                    <a:pt x="431" y="129"/>
                    <a:pt x="422" y="113"/>
                    <a:pt x="410" y="107"/>
                  </a:cubicBezTo>
                  <a:lnTo>
                    <a:pt x="231"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59" name="Freeform 3768"/>
            <p:cNvSpPr>
              <a:spLocks/>
            </p:cNvSpPr>
            <p:nvPr/>
          </p:nvSpPr>
          <p:spPr bwMode="auto">
            <a:xfrm>
              <a:off x="2162176" y="-104775"/>
              <a:ext cx="1655763" cy="552450"/>
            </a:xfrm>
            <a:custGeom>
              <a:avLst/>
              <a:gdLst>
                <a:gd name="T0" fmla="*/ 516 w 521"/>
                <a:gd name="T1" fmla="*/ 165 h 174"/>
                <a:gd name="T2" fmla="*/ 487 w 521"/>
                <a:gd name="T3" fmla="*/ 167 h 174"/>
                <a:gd name="T4" fmla="*/ 276 w 521"/>
                <a:gd name="T5" fmla="*/ 45 h 174"/>
                <a:gd name="T6" fmla="*/ 235 w 521"/>
                <a:gd name="T7" fmla="*/ 45 h 174"/>
                <a:gd name="T8" fmla="*/ 34 w 521"/>
                <a:gd name="T9" fmla="*/ 167 h 174"/>
                <a:gd name="T10" fmla="*/ 5 w 521"/>
                <a:gd name="T11" fmla="*/ 165 h 174"/>
                <a:gd name="T12" fmla="*/ 16 w 521"/>
                <a:gd name="T13" fmla="*/ 138 h 174"/>
                <a:gd name="T14" fmla="*/ 235 w 521"/>
                <a:gd name="T15" fmla="*/ 7 h 174"/>
                <a:gd name="T16" fmla="*/ 276 w 521"/>
                <a:gd name="T17" fmla="*/ 6 h 174"/>
                <a:gd name="T18" fmla="*/ 504 w 521"/>
                <a:gd name="T19" fmla="*/ 139 h 174"/>
                <a:gd name="T20" fmla="*/ 516 w 521"/>
                <a:gd name="T21" fmla="*/ 16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1" h="174">
                  <a:moveTo>
                    <a:pt x="516" y="165"/>
                  </a:moveTo>
                  <a:cubicBezTo>
                    <a:pt x="512" y="173"/>
                    <a:pt x="499" y="174"/>
                    <a:pt x="487" y="167"/>
                  </a:cubicBezTo>
                  <a:cubicBezTo>
                    <a:pt x="276" y="45"/>
                    <a:pt x="276" y="45"/>
                    <a:pt x="276" y="45"/>
                  </a:cubicBezTo>
                  <a:cubicBezTo>
                    <a:pt x="265" y="38"/>
                    <a:pt x="247" y="38"/>
                    <a:pt x="235" y="45"/>
                  </a:cubicBezTo>
                  <a:cubicBezTo>
                    <a:pt x="34" y="167"/>
                    <a:pt x="34" y="167"/>
                    <a:pt x="34" y="167"/>
                  </a:cubicBezTo>
                  <a:cubicBezTo>
                    <a:pt x="22" y="174"/>
                    <a:pt x="9" y="173"/>
                    <a:pt x="5" y="165"/>
                  </a:cubicBezTo>
                  <a:cubicBezTo>
                    <a:pt x="0" y="157"/>
                    <a:pt x="5" y="145"/>
                    <a:pt x="16" y="138"/>
                  </a:cubicBezTo>
                  <a:cubicBezTo>
                    <a:pt x="235" y="7"/>
                    <a:pt x="235" y="7"/>
                    <a:pt x="235" y="7"/>
                  </a:cubicBezTo>
                  <a:cubicBezTo>
                    <a:pt x="246" y="0"/>
                    <a:pt x="265" y="0"/>
                    <a:pt x="276" y="6"/>
                  </a:cubicBezTo>
                  <a:cubicBezTo>
                    <a:pt x="504" y="139"/>
                    <a:pt x="504" y="139"/>
                    <a:pt x="504" y="139"/>
                  </a:cubicBezTo>
                  <a:cubicBezTo>
                    <a:pt x="515" y="145"/>
                    <a:pt x="521" y="157"/>
                    <a:pt x="516" y="1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grpSp>
      <p:grpSp>
        <p:nvGrpSpPr>
          <p:cNvPr id="60" name="组合 59"/>
          <p:cNvGrpSpPr/>
          <p:nvPr/>
        </p:nvGrpSpPr>
        <p:grpSpPr>
          <a:xfrm>
            <a:off x="7917402" y="2860523"/>
            <a:ext cx="427055" cy="296953"/>
            <a:chOff x="6972301" y="3038475"/>
            <a:chExt cx="682625" cy="474663"/>
          </a:xfrm>
          <a:solidFill>
            <a:srgbClr val="7F7F7F"/>
          </a:solidFill>
        </p:grpSpPr>
        <p:sp>
          <p:nvSpPr>
            <p:cNvPr id="61" name="Freeform 45"/>
            <p:cNvSpPr>
              <a:spLocks noEditPoints="1"/>
            </p:cNvSpPr>
            <p:nvPr/>
          </p:nvSpPr>
          <p:spPr bwMode="auto">
            <a:xfrm>
              <a:off x="7035801" y="3038475"/>
              <a:ext cx="555625" cy="392113"/>
            </a:xfrm>
            <a:custGeom>
              <a:avLst/>
              <a:gdLst>
                <a:gd name="T0" fmla="*/ 140 w 148"/>
                <a:gd name="T1" fmla="*/ 104 h 104"/>
                <a:gd name="T2" fmla="*/ 8 w 148"/>
                <a:gd name="T3" fmla="*/ 104 h 104"/>
                <a:gd name="T4" fmla="*/ 0 w 148"/>
                <a:gd name="T5" fmla="*/ 96 h 104"/>
                <a:gd name="T6" fmla="*/ 0 w 148"/>
                <a:gd name="T7" fmla="*/ 8 h 104"/>
                <a:gd name="T8" fmla="*/ 8 w 148"/>
                <a:gd name="T9" fmla="*/ 0 h 104"/>
                <a:gd name="T10" fmla="*/ 140 w 148"/>
                <a:gd name="T11" fmla="*/ 0 h 104"/>
                <a:gd name="T12" fmla="*/ 148 w 148"/>
                <a:gd name="T13" fmla="*/ 8 h 104"/>
                <a:gd name="T14" fmla="*/ 148 w 148"/>
                <a:gd name="T15" fmla="*/ 96 h 104"/>
                <a:gd name="T16" fmla="*/ 140 w 148"/>
                <a:gd name="T17" fmla="*/ 104 h 104"/>
                <a:gd name="T18" fmla="*/ 8 w 148"/>
                <a:gd name="T19" fmla="*/ 7 h 104"/>
                <a:gd name="T20" fmla="*/ 7 w 148"/>
                <a:gd name="T21" fmla="*/ 8 h 104"/>
                <a:gd name="T22" fmla="*/ 7 w 148"/>
                <a:gd name="T23" fmla="*/ 96 h 104"/>
                <a:gd name="T24" fmla="*/ 8 w 148"/>
                <a:gd name="T25" fmla="*/ 97 h 104"/>
                <a:gd name="T26" fmla="*/ 140 w 148"/>
                <a:gd name="T27" fmla="*/ 97 h 104"/>
                <a:gd name="T28" fmla="*/ 141 w 148"/>
                <a:gd name="T29" fmla="*/ 96 h 104"/>
                <a:gd name="T30" fmla="*/ 141 w 148"/>
                <a:gd name="T31" fmla="*/ 8 h 104"/>
                <a:gd name="T32" fmla="*/ 140 w 148"/>
                <a:gd name="T33" fmla="*/ 7 h 104"/>
                <a:gd name="T34" fmla="*/ 8 w 148"/>
                <a:gd name="T35" fmla="*/ 7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8" h="104">
                  <a:moveTo>
                    <a:pt x="140" y="104"/>
                  </a:moveTo>
                  <a:cubicBezTo>
                    <a:pt x="8" y="104"/>
                    <a:pt x="8" y="104"/>
                    <a:pt x="8" y="104"/>
                  </a:cubicBezTo>
                  <a:cubicBezTo>
                    <a:pt x="4" y="104"/>
                    <a:pt x="0" y="101"/>
                    <a:pt x="0" y="96"/>
                  </a:cubicBezTo>
                  <a:cubicBezTo>
                    <a:pt x="0" y="8"/>
                    <a:pt x="0" y="8"/>
                    <a:pt x="0" y="8"/>
                  </a:cubicBezTo>
                  <a:cubicBezTo>
                    <a:pt x="0" y="4"/>
                    <a:pt x="4" y="0"/>
                    <a:pt x="8" y="0"/>
                  </a:cubicBezTo>
                  <a:cubicBezTo>
                    <a:pt x="140" y="0"/>
                    <a:pt x="140" y="0"/>
                    <a:pt x="140" y="0"/>
                  </a:cubicBezTo>
                  <a:cubicBezTo>
                    <a:pt x="144" y="0"/>
                    <a:pt x="148" y="4"/>
                    <a:pt x="148" y="8"/>
                  </a:cubicBezTo>
                  <a:cubicBezTo>
                    <a:pt x="148" y="96"/>
                    <a:pt x="148" y="96"/>
                    <a:pt x="148" y="96"/>
                  </a:cubicBezTo>
                  <a:cubicBezTo>
                    <a:pt x="148" y="101"/>
                    <a:pt x="144" y="104"/>
                    <a:pt x="140" y="104"/>
                  </a:cubicBezTo>
                  <a:close/>
                  <a:moveTo>
                    <a:pt x="8" y="7"/>
                  </a:moveTo>
                  <a:cubicBezTo>
                    <a:pt x="7" y="7"/>
                    <a:pt x="7" y="8"/>
                    <a:pt x="7" y="8"/>
                  </a:cubicBezTo>
                  <a:cubicBezTo>
                    <a:pt x="7" y="96"/>
                    <a:pt x="7" y="96"/>
                    <a:pt x="7" y="96"/>
                  </a:cubicBezTo>
                  <a:cubicBezTo>
                    <a:pt x="7" y="97"/>
                    <a:pt x="7" y="97"/>
                    <a:pt x="8" y="97"/>
                  </a:cubicBezTo>
                  <a:cubicBezTo>
                    <a:pt x="140" y="97"/>
                    <a:pt x="140" y="97"/>
                    <a:pt x="140" y="97"/>
                  </a:cubicBezTo>
                  <a:cubicBezTo>
                    <a:pt x="140" y="97"/>
                    <a:pt x="141" y="97"/>
                    <a:pt x="141" y="96"/>
                  </a:cubicBezTo>
                  <a:cubicBezTo>
                    <a:pt x="141" y="8"/>
                    <a:pt x="141" y="8"/>
                    <a:pt x="141" y="8"/>
                  </a:cubicBezTo>
                  <a:cubicBezTo>
                    <a:pt x="141" y="8"/>
                    <a:pt x="140" y="7"/>
                    <a:pt x="140" y="7"/>
                  </a:cubicBezTo>
                  <a:lnTo>
                    <a:pt x="8" y="7"/>
                  </a:lnTo>
                  <a:close/>
                </a:path>
              </a:pathLst>
            </a:custGeom>
            <a:grp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62" name="Freeform 46"/>
            <p:cNvSpPr>
              <a:spLocks/>
            </p:cNvSpPr>
            <p:nvPr/>
          </p:nvSpPr>
          <p:spPr bwMode="auto">
            <a:xfrm>
              <a:off x="6972301" y="3460750"/>
              <a:ext cx="682625" cy="52388"/>
            </a:xfrm>
            <a:custGeom>
              <a:avLst/>
              <a:gdLst>
                <a:gd name="T0" fmla="*/ 175 w 182"/>
                <a:gd name="T1" fmla="*/ 14 h 14"/>
                <a:gd name="T2" fmla="*/ 7 w 182"/>
                <a:gd name="T3" fmla="*/ 14 h 14"/>
                <a:gd name="T4" fmla="*/ 0 w 182"/>
                <a:gd name="T5" fmla="*/ 7 h 14"/>
                <a:gd name="T6" fmla="*/ 0 w 182"/>
                <a:gd name="T7" fmla="*/ 7 h 14"/>
                <a:gd name="T8" fmla="*/ 7 w 182"/>
                <a:gd name="T9" fmla="*/ 0 h 14"/>
                <a:gd name="T10" fmla="*/ 175 w 182"/>
                <a:gd name="T11" fmla="*/ 0 h 14"/>
                <a:gd name="T12" fmla="*/ 182 w 182"/>
                <a:gd name="T13" fmla="*/ 7 h 14"/>
                <a:gd name="T14" fmla="*/ 182 w 182"/>
                <a:gd name="T15" fmla="*/ 7 h 14"/>
                <a:gd name="T16" fmla="*/ 175 w 182"/>
                <a:gd name="T17"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2" h="14">
                  <a:moveTo>
                    <a:pt x="175" y="14"/>
                  </a:moveTo>
                  <a:cubicBezTo>
                    <a:pt x="7" y="14"/>
                    <a:pt x="7" y="14"/>
                    <a:pt x="7" y="14"/>
                  </a:cubicBezTo>
                  <a:cubicBezTo>
                    <a:pt x="3" y="14"/>
                    <a:pt x="0" y="11"/>
                    <a:pt x="0" y="7"/>
                  </a:cubicBezTo>
                  <a:cubicBezTo>
                    <a:pt x="0" y="7"/>
                    <a:pt x="0" y="7"/>
                    <a:pt x="0" y="7"/>
                  </a:cubicBezTo>
                  <a:cubicBezTo>
                    <a:pt x="0" y="3"/>
                    <a:pt x="3" y="0"/>
                    <a:pt x="7" y="0"/>
                  </a:cubicBezTo>
                  <a:cubicBezTo>
                    <a:pt x="175" y="0"/>
                    <a:pt x="175" y="0"/>
                    <a:pt x="175" y="0"/>
                  </a:cubicBezTo>
                  <a:cubicBezTo>
                    <a:pt x="179" y="0"/>
                    <a:pt x="182" y="3"/>
                    <a:pt x="182" y="7"/>
                  </a:cubicBezTo>
                  <a:cubicBezTo>
                    <a:pt x="182" y="7"/>
                    <a:pt x="182" y="7"/>
                    <a:pt x="182" y="7"/>
                  </a:cubicBezTo>
                  <a:cubicBezTo>
                    <a:pt x="182" y="11"/>
                    <a:pt x="179" y="14"/>
                    <a:pt x="175" y="14"/>
                  </a:cubicBezTo>
                  <a:close/>
                </a:path>
              </a:pathLst>
            </a:custGeom>
            <a:grp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63" name="Freeform 47"/>
            <p:cNvSpPr>
              <a:spLocks noEditPoints="1"/>
            </p:cNvSpPr>
            <p:nvPr/>
          </p:nvSpPr>
          <p:spPr bwMode="auto">
            <a:xfrm>
              <a:off x="7046913" y="3054350"/>
              <a:ext cx="530225" cy="55563"/>
            </a:xfrm>
            <a:custGeom>
              <a:avLst/>
              <a:gdLst>
                <a:gd name="T0" fmla="*/ 137 w 141"/>
                <a:gd name="T1" fmla="*/ 0 h 15"/>
                <a:gd name="T2" fmla="*/ 5 w 141"/>
                <a:gd name="T3" fmla="*/ 0 h 15"/>
                <a:gd name="T4" fmla="*/ 0 w 141"/>
                <a:gd name="T5" fmla="*/ 4 h 15"/>
                <a:gd name="T6" fmla="*/ 0 w 141"/>
                <a:gd name="T7" fmla="*/ 15 h 15"/>
                <a:gd name="T8" fmla="*/ 141 w 141"/>
                <a:gd name="T9" fmla="*/ 15 h 15"/>
                <a:gd name="T10" fmla="*/ 141 w 141"/>
                <a:gd name="T11" fmla="*/ 4 h 15"/>
                <a:gd name="T12" fmla="*/ 137 w 141"/>
                <a:gd name="T13" fmla="*/ 0 h 15"/>
                <a:gd name="T14" fmla="*/ 71 w 141"/>
                <a:gd name="T15" fmla="*/ 11 h 15"/>
                <a:gd name="T16" fmla="*/ 67 w 141"/>
                <a:gd name="T17" fmla="*/ 8 h 15"/>
                <a:gd name="T18" fmla="*/ 71 w 141"/>
                <a:gd name="T19" fmla="*/ 4 h 15"/>
                <a:gd name="T20" fmla="*/ 75 w 141"/>
                <a:gd name="T21" fmla="*/ 8 h 15"/>
                <a:gd name="T22" fmla="*/ 71 w 141"/>
                <a:gd name="T23"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1" h="15">
                  <a:moveTo>
                    <a:pt x="137" y="0"/>
                  </a:moveTo>
                  <a:cubicBezTo>
                    <a:pt x="5" y="0"/>
                    <a:pt x="5" y="0"/>
                    <a:pt x="5" y="0"/>
                  </a:cubicBezTo>
                  <a:cubicBezTo>
                    <a:pt x="2" y="0"/>
                    <a:pt x="0" y="2"/>
                    <a:pt x="0" y="4"/>
                  </a:cubicBezTo>
                  <a:cubicBezTo>
                    <a:pt x="0" y="15"/>
                    <a:pt x="0" y="15"/>
                    <a:pt x="0" y="15"/>
                  </a:cubicBezTo>
                  <a:cubicBezTo>
                    <a:pt x="141" y="15"/>
                    <a:pt x="141" y="15"/>
                    <a:pt x="141" y="15"/>
                  </a:cubicBezTo>
                  <a:cubicBezTo>
                    <a:pt x="141" y="4"/>
                    <a:pt x="141" y="4"/>
                    <a:pt x="141" y="4"/>
                  </a:cubicBezTo>
                  <a:cubicBezTo>
                    <a:pt x="141" y="2"/>
                    <a:pt x="139" y="0"/>
                    <a:pt x="137" y="0"/>
                  </a:cubicBezTo>
                  <a:close/>
                  <a:moveTo>
                    <a:pt x="71" y="11"/>
                  </a:moveTo>
                  <a:cubicBezTo>
                    <a:pt x="69" y="11"/>
                    <a:pt x="67" y="10"/>
                    <a:pt x="67" y="8"/>
                  </a:cubicBezTo>
                  <a:cubicBezTo>
                    <a:pt x="67" y="6"/>
                    <a:pt x="69" y="4"/>
                    <a:pt x="71" y="4"/>
                  </a:cubicBezTo>
                  <a:cubicBezTo>
                    <a:pt x="73" y="4"/>
                    <a:pt x="75" y="6"/>
                    <a:pt x="75" y="8"/>
                  </a:cubicBezTo>
                  <a:cubicBezTo>
                    <a:pt x="75" y="10"/>
                    <a:pt x="73" y="11"/>
                    <a:pt x="71" y="11"/>
                  </a:cubicBezTo>
                  <a:close/>
                </a:path>
              </a:pathLst>
            </a:custGeom>
            <a:grp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64" name="Freeform 48"/>
            <p:cNvSpPr>
              <a:spLocks/>
            </p:cNvSpPr>
            <p:nvPr/>
          </p:nvSpPr>
          <p:spPr bwMode="auto">
            <a:xfrm>
              <a:off x="7423151" y="3246438"/>
              <a:ext cx="47625" cy="63500"/>
            </a:xfrm>
            <a:custGeom>
              <a:avLst/>
              <a:gdLst>
                <a:gd name="T0" fmla="*/ 9 w 13"/>
                <a:gd name="T1" fmla="*/ 17 h 17"/>
                <a:gd name="T2" fmla="*/ 7 w 13"/>
                <a:gd name="T3" fmla="*/ 15 h 17"/>
                <a:gd name="T4" fmla="*/ 1 w 13"/>
                <a:gd name="T5" fmla="*/ 5 h 17"/>
                <a:gd name="T6" fmla="*/ 2 w 13"/>
                <a:gd name="T7" fmla="*/ 1 h 17"/>
                <a:gd name="T8" fmla="*/ 6 w 13"/>
                <a:gd name="T9" fmla="*/ 2 h 17"/>
                <a:gd name="T10" fmla="*/ 12 w 13"/>
                <a:gd name="T11" fmla="*/ 13 h 17"/>
                <a:gd name="T12" fmla="*/ 11 w 13"/>
                <a:gd name="T13" fmla="*/ 16 h 17"/>
                <a:gd name="T14" fmla="*/ 9 w 13"/>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7">
                  <a:moveTo>
                    <a:pt x="9" y="17"/>
                  </a:moveTo>
                  <a:cubicBezTo>
                    <a:pt x="9" y="17"/>
                    <a:pt x="8" y="16"/>
                    <a:pt x="7" y="15"/>
                  </a:cubicBezTo>
                  <a:cubicBezTo>
                    <a:pt x="1" y="5"/>
                    <a:pt x="1" y="5"/>
                    <a:pt x="1" y="5"/>
                  </a:cubicBezTo>
                  <a:cubicBezTo>
                    <a:pt x="0" y="4"/>
                    <a:pt x="0" y="2"/>
                    <a:pt x="2" y="1"/>
                  </a:cubicBezTo>
                  <a:cubicBezTo>
                    <a:pt x="3" y="0"/>
                    <a:pt x="5" y="1"/>
                    <a:pt x="6" y="2"/>
                  </a:cubicBezTo>
                  <a:cubicBezTo>
                    <a:pt x="12" y="13"/>
                    <a:pt x="12" y="13"/>
                    <a:pt x="12" y="13"/>
                  </a:cubicBezTo>
                  <a:cubicBezTo>
                    <a:pt x="13" y="14"/>
                    <a:pt x="12" y="16"/>
                    <a:pt x="11" y="16"/>
                  </a:cubicBezTo>
                  <a:cubicBezTo>
                    <a:pt x="10" y="17"/>
                    <a:pt x="10" y="17"/>
                    <a:pt x="9" y="17"/>
                  </a:cubicBezTo>
                  <a:close/>
                </a:path>
              </a:pathLst>
            </a:custGeom>
            <a:grp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65" name="Freeform 49"/>
            <p:cNvSpPr>
              <a:spLocks/>
            </p:cNvSpPr>
            <p:nvPr/>
          </p:nvSpPr>
          <p:spPr bwMode="auto">
            <a:xfrm>
              <a:off x="7392988" y="3194050"/>
              <a:ext cx="82550" cy="100013"/>
            </a:xfrm>
            <a:custGeom>
              <a:avLst/>
              <a:gdLst>
                <a:gd name="T0" fmla="*/ 5 w 22"/>
                <a:gd name="T1" fmla="*/ 25 h 27"/>
                <a:gd name="T2" fmla="*/ 0 w 22"/>
                <a:gd name="T3" fmla="*/ 2 h 27"/>
                <a:gd name="T4" fmla="*/ 3 w 22"/>
                <a:gd name="T5" fmla="*/ 1 h 27"/>
                <a:gd name="T6" fmla="*/ 21 w 22"/>
                <a:gd name="T7" fmla="*/ 15 h 27"/>
                <a:gd name="T8" fmla="*/ 20 w 22"/>
                <a:gd name="T9" fmla="*/ 18 h 27"/>
                <a:gd name="T10" fmla="*/ 13 w 22"/>
                <a:gd name="T11" fmla="*/ 18 h 27"/>
                <a:gd name="T12" fmla="*/ 11 w 22"/>
                <a:gd name="T13" fmla="*/ 19 h 27"/>
                <a:gd name="T14" fmla="*/ 8 w 22"/>
                <a:gd name="T15" fmla="*/ 25 h 27"/>
                <a:gd name="T16" fmla="*/ 5 w 22"/>
                <a:gd name="T17" fmla="*/ 2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27">
                  <a:moveTo>
                    <a:pt x="5" y="25"/>
                  </a:moveTo>
                  <a:cubicBezTo>
                    <a:pt x="0" y="2"/>
                    <a:pt x="0" y="2"/>
                    <a:pt x="0" y="2"/>
                  </a:cubicBezTo>
                  <a:cubicBezTo>
                    <a:pt x="0" y="1"/>
                    <a:pt x="2" y="0"/>
                    <a:pt x="3" y="1"/>
                  </a:cubicBezTo>
                  <a:cubicBezTo>
                    <a:pt x="21" y="15"/>
                    <a:pt x="21" y="15"/>
                    <a:pt x="21" y="15"/>
                  </a:cubicBezTo>
                  <a:cubicBezTo>
                    <a:pt x="22" y="16"/>
                    <a:pt x="21" y="18"/>
                    <a:pt x="20" y="18"/>
                  </a:cubicBezTo>
                  <a:cubicBezTo>
                    <a:pt x="13" y="18"/>
                    <a:pt x="13" y="18"/>
                    <a:pt x="13" y="18"/>
                  </a:cubicBezTo>
                  <a:cubicBezTo>
                    <a:pt x="12" y="18"/>
                    <a:pt x="11" y="18"/>
                    <a:pt x="11" y="19"/>
                  </a:cubicBezTo>
                  <a:cubicBezTo>
                    <a:pt x="8" y="25"/>
                    <a:pt x="8" y="25"/>
                    <a:pt x="8" y="25"/>
                  </a:cubicBezTo>
                  <a:cubicBezTo>
                    <a:pt x="7" y="27"/>
                    <a:pt x="5" y="27"/>
                    <a:pt x="5" y="25"/>
                  </a:cubicBezTo>
                  <a:close/>
                </a:path>
              </a:pathLst>
            </a:custGeom>
            <a:grp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sp>
        <p:nvSpPr>
          <p:cNvPr id="66" name="Freeform 7"/>
          <p:cNvSpPr>
            <a:spLocks noEditPoints="1"/>
          </p:cNvSpPr>
          <p:nvPr/>
        </p:nvSpPr>
        <p:spPr bwMode="auto">
          <a:xfrm>
            <a:off x="9266112" y="2812725"/>
            <a:ext cx="250972" cy="472907"/>
          </a:xfrm>
          <a:custGeom>
            <a:avLst/>
            <a:gdLst>
              <a:gd name="T0" fmla="*/ 21 w 51"/>
              <a:gd name="T1" fmla="*/ 72 h 94"/>
              <a:gd name="T2" fmla="*/ 22 w 51"/>
              <a:gd name="T3" fmla="*/ 50 h 94"/>
              <a:gd name="T4" fmla="*/ 7 w 51"/>
              <a:gd name="T5" fmla="*/ 40 h 94"/>
              <a:gd name="T6" fmla="*/ 3 w 51"/>
              <a:gd name="T7" fmla="*/ 26 h 94"/>
              <a:gd name="T8" fmla="*/ 9 w 51"/>
              <a:gd name="T9" fmla="*/ 11 h 94"/>
              <a:gd name="T10" fmla="*/ 23 w 51"/>
              <a:gd name="T11" fmla="*/ 5 h 94"/>
              <a:gd name="T12" fmla="*/ 23 w 51"/>
              <a:gd name="T13" fmla="*/ 0 h 94"/>
              <a:gd name="T14" fmla="*/ 31 w 51"/>
              <a:gd name="T15" fmla="*/ 0 h 94"/>
              <a:gd name="T16" fmla="*/ 31 w 51"/>
              <a:gd name="T17" fmla="*/ 5 h 94"/>
              <a:gd name="T18" fmla="*/ 44 w 51"/>
              <a:gd name="T19" fmla="*/ 11 h 94"/>
              <a:gd name="T20" fmla="*/ 50 w 51"/>
              <a:gd name="T21" fmla="*/ 24 h 94"/>
              <a:gd name="T22" fmla="*/ 37 w 51"/>
              <a:gd name="T23" fmla="*/ 25 h 94"/>
              <a:gd name="T24" fmla="*/ 30 w 51"/>
              <a:gd name="T25" fmla="*/ 17 h 94"/>
              <a:gd name="T26" fmla="*/ 30 w 51"/>
              <a:gd name="T27" fmla="*/ 37 h 94"/>
              <a:gd name="T28" fmla="*/ 47 w 51"/>
              <a:gd name="T29" fmla="*/ 47 h 94"/>
              <a:gd name="T30" fmla="*/ 51 w 51"/>
              <a:gd name="T31" fmla="*/ 61 h 94"/>
              <a:gd name="T32" fmla="*/ 45 w 51"/>
              <a:gd name="T33" fmla="*/ 76 h 94"/>
              <a:gd name="T34" fmla="*/ 29 w 51"/>
              <a:gd name="T35" fmla="*/ 84 h 94"/>
              <a:gd name="T36" fmla="*/ 28 w 51"/>
              <a:gd name="T37" fmla="*/ 94 h 94"/>
              <a:gd name="T38" fmla="*/ 21 w 51"/>
              <a:gd name="T39" fmla="*/ 94 h 94"/>
              <a:gd name="T40" fmla="*/ 21 w 51"/>
              <a:gd name="T41" fmla="*/ 84 h 94"/>
              <a:gd name="T42" fmla="*/ 6 w 51"/>
              <a:gd name="T43" fmla="*/ 77 h 94"/>
              <a:gd name="T44" fmla="*/ 0 w 51"/>
              <a:gd name="T45" fmla="*/ 61 h 94"/>
              <a:gd name="T46" fmla="*/ 14 w 51"/>
              <a:gd name="T47" fmla="*/ 60 h 94"/>
              <a:gd name="T48" fmla="*/ 16 w 51"/>
              <a:gd name="T49" fmla="*/ 67 h 94"/>
              <a:gd name="T50" fmla="*/ 21 w 51"/>
              <a:gd name="T51" fmla="*/ 72 h 94"/>
              <a:gd name="T52" fmla="*/ 23 w 51"/>
              <a:gd name="T53" fmla="*/ 17 h 94"/>
              <a:gd name="T54" fmla="*/ 18 w 51"/>
              <a:gd name="T55" fmla="*/ 20 h 94"/>
              <a:gd name="T56" fmla="*/ 16 w 51"/>
              <a:gd name="T57" fmla="*/ 25 h 94"/>
              <a:gd name="T58" fmla="*/ 17 w 51"/>
              <a:gd name="T59" fmla="*/ 31 h 94"/>
              <a:gd name="T60" fmla="*/ 22 w 51"/>
              <a:gd name="T61" fmla="*/ 35 h 94"/>
              <a:gd name="T62" fmla="*/ 23 w 51"/>
              <a:gd name="T63" fmla="*/ 17 h 94"/>
              <a:gd name="T64" fmla="*/ 29 w 51"/>
              <a:gd name="T65" fmla="*/ 72 h 94"/>
              <a:gd name="T66" fmla="*/ 35 w 51"/>
              <a:gd name="T67" fmla="*/ 69 h 94"/>
              <a:gd name="T68" fmla="*/ 38 w 51"/>
              <a:gd name="T69" fmla="*/ 62 h 94"/>
              <a:gd name="T70" fmla="*/ 36 w 51"/>
              <a:gd name="T71" fmla="*/ 56 h 94"/>
              <a:gd name="T72" fmla="*/ 29 w 51"/>
              <a:gd name="T73" fmla="*/ 52 h 94"/>
              <a:gd name="T74" fmla="*/ 29 w 51"/>
              <a:gd name="T75" fmla="*/ 7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 h="94">
                <a:moveTo>
                  <a:pt x="21" y="72"/>
                </a:moveTo>
                <a:cubicBezTo>
                  <a:pt x="22" y="50"/>
                  <a:pt x="22" y="50"/>
                  <a:pt x="22" y="50"/>
                </a:cubicBezTo>
                <a:cubicBezTo>
                  <a:pt x="15" y="47"/>
                  <a:pt x="10" y="44"/>
                  <a:pt x="7" y="40"/>
                </a:cubicBezTo>
                <a:cubicBezTo>
                  <a:pt x="4" y="36"/>
                  <a:pt x="3" y="31"/>
                  <a:pt x="3" y="26"/>
                </a:cubicBezTo>
                <a:cubicBezTo>
                  <a:pt x="3" y="20"/>
                  <a:pt x="5" y="15"/>
                  <a:pt x="9" y="11"/>
                </a:cubicBezTo>
                <a:cubicBezTo>
                  <a:pt x="12" y="8"/>
                  <a:pt x="17" y="6"/>
                  <a:pt x="23" y="5"/>
                </a:cubicBezTo>
                <a:cubicBezTo>
                  <a:pt x="23" y="0"/>
                  <a:pt x="23" y="0"/>
                  <a:pt x="23" y="0"/>
                </a:cubicBezTo>
                <a:cubicBezTo>
                  <a:pt x="31" y="0"/>
                  <a:pt x="31" y="0"/>
                  <a:pt x="31" y="0"/>
                </a:cubicBezTo>
                <a:cubicBezTo>
                  <a:pt x="31" y="5"/>
                  <a:pt x="31" y="5"/>
                  <a:pt x="31" y="5"/>
                </a:cubicBezTo>
                <a:cubicBezTo>
                  <a:pt x="36" y="6"/>
                  <a:pt x="41" y="8"/>
                  <a:pt x="44" y="11"/>
                </a:cubicBezTo>
                <a:cubicBezTo>
                  <a:pt x="47" y="15"/>
                  <a:pt x="49" y="19"/>
                  <a:pt x="50" y="24"/>
                </a:cubicBezTo>
                <a:cubicBezTo>
                  <a:pt x="37" y="25"/>
                  <a:pt x="37" y="25"/>
                  <a:pt x="37" y="25"/>
                </a:cubicBezTo>
                <a:cubicBezTo>
                  <a:pt x="36" y="21"/>
                  <a:pt x="34" y="18"/>
                  <a:pt x="30" y="17"/>
                </a:cubicBezTo>
                <a:cubicBezTo>
                  <a:pt x="30" y="37"/>
                  <a:pt x="30" y="37"/>
                  <a:pt x="30" y="37"/>
                </a:cubicBezTo>
                <a:cubicBezTo>
                  <a:pt x="38" y="40"/>
                  <a:pt x="44" y="43"/>
                  <a:pt x="47" y="47"/>
                </a:cubicBezTo>
                <a:cubicBezTo>
                  <a:pt x="50" y="50"/>
                  <a:pt x="51" y="55"/>
                  <a:pt x="51" y="61"/>
                </a:cubicBezTo>
                <a:cubicBezTo>
                  <a:pt x="51" y="67"/>
                  <a:pt x="49" y="72"/>
                  <a:pt x="45" y="76"/>
                </a:cubicBezTo>
                <a:cubicBezTo>
                  <a:pt x="41" y="81"/>
                  <a:pt x="36" y="83"/>
                  <a:pt x="29" y="84"/>
                </a:cubicBezTo>
                <a:cubicBezTo>
                  <a:pt x="28" y="94"/>
                  <a:pt x="28" y="94"/>
                  <a:pt x="28" y="94"/>
                </a:cubicBezTo>
                <a:cubicBezTo>
                  <a:pt x="21" y="94"/>
                  <a:pt x="21" y="94"/>
                  <a:pt x="21" y="94"/>
                </a:cubicBezTo>
                <a:cubicBezTo>
                  <a:pt x="21" y="84"/>
                  <a:pt x="21" y="84"/>
                  <a:pt x="21" y="84"/>
                </a:cubicBezTo>
                <a:cubicBezTo>
                  <a:pt x="15" y="83"/>
                  <a:pt x="10" y="81"/>
                  <a:pt x="6" y="77"/>
                </a:cubicBezTo>
                <a:cubicBezTo>
                  <a:pt x="3" y="73"/>
                  <a:pt x="1" y="68"/>
                  <a:pt x="0" y="61"/>
                </a:cubicBezTo>
                <a:cubicBezTo>
                  <a:pt x="14" y="60"/>
                  <a:pt x="14" y="60"/>
                  <a:pt x="14" y="60"/>
                </a:cubicBezTo>
                <a:cubicBezTo>
                  <a:pt x="14" y="62"/>
                  <a:pt x="15" y="65"/>
                  <a:pt x="16" y="67"/>
                </a:cubicBezTo>
                <a:cubicBezTo>
                  <a:pt x="18" y="69"/>
                  <a:pt x="19" y="71"/>
                  <a:pt x="21" y="72"/>
                </a:cubicBezTo>
                <a:close/>
                <a:moveTo>
                  <a:pt x="23" y="17"/>
                </a:moveTo>
                <a:cubicBezTo>
                  <a:pt x="21" y="17"/>
                  <a:pt x="19" y="18"/>
                  <a:pt x="18" y="20"/>
                </a:cubicBezTo>
                <a:cubicBezTo>
                  <a:pt x="16" y="22"/>
                  <a:pt x="16" y="23"/>
                  <a:pt x="16" y="25"/>
                </a:cubicBezTo>
                <a:cubicBezTo>
                  <a:pt x="16" y="27"/>
                  <a:pt x="16" y="29"/>
                  <a:pt x="17" y="31"/>
                </a:cubicBezTo>
                <a:cubicBezTo>
                  <a:pt x="18" y="32"/>
                  <a:pt x="20" y="34"/>
                  <a:pt x="22" y="35"/>
                </a:cubicBezTo>
                <a:lnTo>
                  <a:pt x="23" y="17"/>
                </a:lnTo>
                <a:close/>
                <a:moveTo>
                  <a:pt x="29" y="72"/>
                </a:moveTo>
                <a:cubicBezTo>
                  <a:pt x="32" y="72"/>
                  <a:pt x="34" y="71"/>
                  <a:pt x="35" y="69"/>
                </a:cubicBezTo>
                <a:cubicBezTo>
                  <a:pt x="37" y="67"/>
                  <a:pt x="38" y="65"/>
                  <a:pt x="38" y="62"/>
                </a:cubicBezTo>
                <a:cubicBezTo>
                  <a:pt x="38" y="60"/>
                  <a:pt x="38" y="58"/>
                  <a:pt x="36" y="56"/>
                </a:cubicBezTo>
                <a:cubicBezTo>
                  <a:pt x="35" y="54"/>
                  <a:pt x="33" y="53"/>
                  <a:pt x="29" y="52"/>
                </a:cubicBezTo>
                <a:lnTo>
                  <a:pt x="29" y="72"/>
                </a:lnTo>
                <a:close/>
              </a:path>
            </a:pathLst>
          </a:custGeom>
          <a:solidFill>
            <a:srgbClr val="7F7F7F"/>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7" name="文本框 66"/>
          <p:cNvSpPr txBox="1"/>
          <p:nvPr/>
        </p:nvSpPr>
        <p:spPr>
          <a:xfrm>
            <a:off x="8751243" y="3939014"/>
            <a:ext cx="2856518" cy="830997"/>
          </a:xfrm>
          <a:prstGeom prst="rect">
            <a:avLst/>
          </a:prstGeom>
          <a:noFill/>
        </p:spPr>
        <p:txBody>
          <a:bodyPr wrap="square" rtlCol="0">
            <a:spAutoFit/>
          </a:bodyPr>
          <a:lstStyle/>
          <a:p>
            <a:pPr>
              <a:lnSpc>
                <a:spcPct val="120000"/>
              </a:lnSpc>
            </a:pPr>
            <a:r>
              <a:rPr lang="zh-CN" altLang="en-US" sz="2400" b="1" dirty="0">
                <a:solidFill>
                  <a:schemeClr val="bg1"/>
                </a:solidFill>
              </a:rPr>
              <a:t>添加标题</a:t>
            </a:r>
            <a:endParaRPr lang="en-US" altLang="zh-CN" sz="2400" b="1" dirty="0">
              <a:solidFill>
                <a:schemeClr val="bg1"/>
              </a:solidFill>
            </a:endParaRPr>
          </a:p>
          <a:p>
            <a:pPr>
              <a:lnSpc>
                <a:spcPct val="120000"/>
              </a:lnSpc>
            </a:pPr>
            <a:r>
              <a:rPr lang="zh-CN" altLang="en-US" sz="1600" dirty="0">
                <a:solidFill>
                  <a:schemeClr val="tx1">
                    <a:lumMod val="65000"/>
                    <a:lumOff val="35000"/>
                  </a:schemeClr>
                </a:solidFill>
              </a:rPr>
              <a:t>添加内容添加内容</a:t>
            </a:r>
          </a:p>
        </p:txBody>
      </p:sp>
      <p:sp>
        <p:nvSpPr>
          <p:cNvPr id="4" name="文本框 3"/>
          <p:cNvSpPr txBox="1"/>
          <p:nvPr/>
        </p:nvSpPr>
        <p:spPr>
          <a:xfrm>
            <a:off x="9037898" y="3557563"/>
            <a:ext cx="687767" cy="369332"/>
          </a:xfrm>
          <a:prstGeom prst="rect">
            <a:avLst/>
          </a:prstGeom>
          <a:noFill/>
        </p:spPr>
        <p:txBody>
          <a:bodyPr wrap="square" rtlCol="0">
            <a:spAutoFit/>
          </a:bodyPr>
          <a:lstStyle>
            <a:defPPr>
              <a:defRPr lang="zh-CN"/>
            </a:defPPr>
            <a:lvl1pPr>
              <a:defRPr sz="1400">
                <a:solidFill>
                  <a:schemeClr val="tx1">
                    <a:lumMod val="65000"/>
                    <a:lumOff val="35000"/>
                  </a:schemeClr>
                </a:solidFill>
              </a:defRPr>
            </a:lvl1pPr>
          </a:lstStyle>
          <a:p>
            <a:pPr algn="ctr"/>
            <a:r>
              <a:rPr lang="en-US" altLang="zh-CN" sz="1800" dirty="0">
                <a:latin typeface="Impact" panose="020B0806030902050204" pitchFamily="34" charset="0"/>
              </a:rPr>
              <a:t>2016</a:t>
            </a:r>
            <a:endParaRPr lang="zh-CN" altLang="en-US" sz="1800" dirty="0">
              <a:latin typeface="Impact" panose="020B0806030902050204" pitchFamily="34" charset="0"/>
            </a:endParaRPr>
          </a:p>
        </p:txBody>
      </p:sp>
      <p:sp>
        <p:nvSpPr>
          <p:cNvPr id="68" name="文本框 67"/>
          <p:cNvSpPr txBox="1"/>
          <p:nvPr/>
        </p:nvSpPr>
        <p:spPr>
          <a:xfrm>
            <a:off x="7786052" y="2186740"/>
            <a:ext cx="687767" cy="369332"/>
          </a:xfrm>
          <a:prstGeom prst="rect">
            <a:avLst/>
          </a:prstGeom>
          <a:noFill/>
        </p:spPr>
        <p:txBody>
          <a:bodyPr wrap="square" rtlCol="0">
            <a:spAutoFit/>
          </a:bodyPr>
          <a:lstStyle>
            <a:defPPr>
              <a:defRPr lang="zh-CN"/>
            </a:defPPr>
            <a:lvl1pPr>
              <a:defRPr sz="1400">
                <a:solidFill>
                  <a:schemeClr val="tx1">
                    <a:lumMod val="65000"/>
                    <a:lumOff val="35000"/>
                  </a:schemeClr>
                </a:solidFill>
              </a:defRPr>
            </a:lvl1pPr>
          </a:lstStyle>
          <a:p>
            <a:pPr algn="ctr"/>
            <a:r>
              <a:rPr lang="en-US" altLang="zh-CN" sz="1800" dirty="0">
                <a:latin typeface="Impact" panose="020B0806030902050204" pitchFamily="34" charset="0"/>
              </a:rPr>
              <a:t>2015</a:t>
            </a:r>
            <a:endParaRPr lang="zh-CN" altLang="en-US" sz="1800" dirty="0">
              <a:latin typeface="Impact" panose="020B0806030902050204" pitchFamily="34" charset="0"/>
            </a:endParaRPr>
          </a:p>
        </p:txBody>
      </p:sp>
      <p:sp>
        <p:nvSpPr>
          <p:cNvPr id="69" name="文本框 68"/>
          <p:cNvSpPr txBox="1"/>
          <p:nvPr/>
        </p:nvSpPr>
        <p:spPr>
          <a:xfrm>
            <a:off x="6552939" y="3557563"/>
            <a:ext cx="687767" cy="369332"/>
          </a:xfrm>
          <a:prstGeom prst="rect">
            <a:avLst/>
          </a:prstGeom>
          <a:noFill/>
        </p:spPr>
        <p:txBody>
          <a:bodyPr wrap="square" rtlCol="0">
            <a:spAutoFit/>
          </a:bodyPr>
          <a:lstStyle>
            <a:defPPr>
              <a:defRPr lang="zh-CN"/>
            </a:defPPr>
            <a:lvl1pPr>
              <a:defRPr sz="1400">
                <a:solidFill>
                  <a:schemeClr val="tx1">
                    <a:lumMod val="65000"/>
                    <a:lumOff val="35000"/>
                  </a:schemeClr>
                </a:solidFill>
              </a:defRPr>
            </a:lvl1pPr>
          </a:lstStyle>
          <a:p>
            <a:pPr algn="ctr"/>
            <a:r>
              <a:rPr lang="en-US" altLang="zh-CN" sz="1800" dirty="0">
                <a:latin typeface="Impact" panose="020B0806030902050204" pitchFamily="34" charset="0"/>
              </a:rPr>
              <a:t>2014</a:t>
            </a:r>
            <a:endParaRPr lang="zh-CN" altLang="en-US" sz="1800" dirty="0">
              <a:latin typeface="Impact" panose="020B0806030902050204" pitchFamily="34" charset="0"/>
            </a:endParaRPr>
          </a:p>
        </p:txBody>
      </p:sp>
      <p:sp>
        <p:nvSpPr>
          <p:cNvPr id="70" name="文本框 69"/>
          <p:cNvSpPr txBox="1"/>
          <p:nvPr/>
        </p:nvSpPr>
        <p:spPr>
          <a:xfrm>
            <a:off x="5301093" y="2186740"/>
            <a:ext cx="687767" cy="369332"/>
          </a:xfrm>
          <a:prstGeom prst="rect">
            <a:avLst/>
          </a:prstGeom>
          <a:noFill/>
        </p:spPr>
        <p:txBody>
          <a:bodyPr wrap="square" rtlCol="0">
            <a:spAutoFit/>
          </a:bodyPr>
          <a:lstStyle>
            <a:defPPr>
              <a:defRPr lang="zh-CN"/>
            </a:defPPr>
            <a:lvl1pPr>
              <a:defRPr sz="1400">
                <a:solidFill>
                  <a:schemeClr val="tx1">
                    <a:lumMod val="65000"/>
                    <a:lumOff val="35000"/>
                  </a:schemeClr>
                </a:solidFill>
              </a:defRPr>
            </a:lvl1pPr>
          </a:lstStyle>
          <a:p>
            <a:pPr algn="ctr"/>
            <a:r>
              <a:rPr lang="en-US" altLang="zh-CN" sz="1800" dirty="0">
                <a:latin typeface="Impact" panose="020B0806030902050204" pitchFamily="34" charset="0"/>
              </a:rPr>
              <a:t>2013</a:t>
            </a:r>
            <a:endParaRPr lang="zh-CN" altLang="en-US" sz="1800" dirty="0">
              <a:latin typeface="Impact" panose="020B0806030902050204" pitchFamily="34" charset="0"/>
            </a:endParaRPr>
          </a:p>
        </p:txBody>
      </p:sp>
      <p:sp>
        <p:nvSpPr>
          <p:cNvPr id="71" name="文本框 70"/>
          <p:cNvSpPr txBox="1"/>
          <p:nvPr/>
        </p:nvSpPr>
        <p:spPr>
          <a:xfrm>
            <a:off x="3992690" y="3557563"/>
            <a:ext cx="687767" cy="369332"/>
          </a:xfrm>
          <a:prstGeom prst="rect">
            <a:avLst/>
          </a:prstGeom>
          <a:noFill/>
        </p:spPr>
        <p:txBody>
          <a:bodyPr wrap="square" rtlCol="0">
            <a:spAutoFit/>
          </a:bodyPr>
          <a:lstStyle>
            <a:defPPr>
              <a:defRPr lang="zh-CN"/>
            </a:defPPr>
            <a:lvl1pPr>
              <a:defRPr sz="1400">
                <a:solidFill>
                  <a:schemeClr val="tx1">
                    <a:lumMod val="65000"/>
                    <a:lumOff val="35000"/>
                  </a:schemeClr>
                </a:solidFill>
              </a:defRPr>
            </a:lvl1pPr>
          </a:lstStyle>
          <a:p>
            <a:pPr algn="ctr"/>
            <a:r>
              <a:rPr lang="en-US" altLang="zh-CN" sz="1800" dirty="0">
                <a:latin typeface="Impact" panose="020B0806030902050204" pitchFamily="34" charset="0"/>
              </a:rPr>
              <a:t>2012</a:t>
            </a:r>
            <a:endParaRPr lang="zh-CN" altLang="en-US" sz="1800" dirty="0">
              <a:latin typeface="Impact" panose="020B0806030902050204" pitchFamily="34" charset="0"/>
            </a:endParaRPr>
          </a:p>
        </p:txBody>
      </p:sp>
      <p:sp>
        <p:nvSpPr>
          <p:cNvPr id="72" name="文本框 71"/>
          <p:cNvSpPr txBox="1"/>
          <p:nvPr/>
        </p:nvSpPr>
        <p:spPr>
          <a:xfrm>
            <a:off x="2740844" y="2186740"/>
            <a:ext cx="687767" cy="369332"/>
          </a:xfrm>
          <a:prstGeom prst="rect">
            <a:avLst/>
          </a:prstGeom>
          <a:noFill/>
        </p:spPr>
        <p:txBody>
          <a:bodyPr wrap="square" rtlCol="0">
            <a:spAutoFit/>
          </a:bodyPr>
          <a:lstStyle>
            <a:defPPr>
              <a:defRPr lang="zh-CN"/>
            </a:defPPr>
            <a:lvl1pPr>
              <a:defRPr sz="1400">
                <a:solidFill>
                  <a:schemeClr val="tx1">
                    <a:lumMod val="65000"/>
                    <a:lumOff val="35000"/>
                  </a:schemeClr>
                </a:solidFill>
              </a:defRPr>
            </a:lvl1pPr>
          </a:lstStyle>
          <a:p>
            <a:pPr algn="ctr"/>
            <a:r>
              <a:rPr lang="en-US" altLang="zh-CN" sz="1800" dirty="0">
                <a:latin typeface="Impact" panose="020B0806030902050204" pitchFamily="34" charset="0"/>
              </a:rPr>
              <a:t>2011</a:t>
            </a:r>
            <a:endParaRPr lang="zh-CN" altLang="en-US" sz="1800" dirty="0">
              <a:latin typeface="Impact" panose="020B0806030902050204" pitchFamily="34" charset="0"/>
            </a:endParaRPr>
          </a:p>
        </p:txBody>
      </p:sp>
      <p:sp>
        <p:nvSpPr>
          <p:cNvPr id="73" name="文本框 72"/>
          <p:cNvSpPr txBox="1"/>
          <p:nvPr/>
        </p:nvSpPr>
        <p:spPr>
          <a:xfrm>
            <a:off x="7045560" y="1304368"/>
            <a:ext cx="2856518" cy="830997"/>
          </a:xfrm>
          <a:prstGeom prst="rect">
            <a:avLst/>
          </a:prstGeom>
          <a:noFill/>
        </p:spPr>
        <p:txBody>
          <a:bodyPr wrap="square" rtlCol="0">
            <a:spAutoFit/>
          </a:bodyPr>
          <a:lstStyle/>
          <a:p>
            <a:pPr>
              <a:lnSpc>
                <a:spcPct val="120000"/>
              </a:lnSpc>
            </a:pPr>
            <a:r>
              <a:rPr lang="zh-CN" altLang="en-US" sz="2400" b="1" dirty="0">
                <a:solidFill>
                  <a:srgbClr val="ED7B7F"/>
                </a:solidFill>
              </a:rPr>
              <a:t>添加标题</a:t>
            </a:r>
            <a:endParaRPr lang="en-US" altLang="zh-CN" sz="2400" b="1" dirty="0">
              <a:solidFill>
                <a:srgbClr val="ED7B7F"/>
              </a:solidFill>
            </a:endParaRPr>
          </a:p>
          <a:p>
            <a:pPr>
              <a:lnSpc>
                <a:spcPct val="120000"/>
              </a:lnSpc>
            </a:pPr>
            <a:r>
              <a:rPr lang="zh-CN" altLang="en-US" sz="1600" dirty="0">
                <a:solidFill>
                  <a:schemeClr val="tx1">
                    <a:lumMod val="65000"/>
                    <a:lumOff val="35000"/>
                  </a:schemeClr>
                </a:solidFill>
              </a:rPr>
              <a:t>添加内容添加内容</a:t>
            </a:r>
          </a:p>
        </p:txBody>
      </p:sp>
      <p:sp>
        <p:nvSpPr>
          <p:cNvPr id="74" name="文本框 73"/>
          <p:cNvSpPr txBox="1"/>
          <p:nvPr/>
        </p:nvSpPr>
        <p:spPr>
          <a:xfrm>
            <a:off x="6279533" y="3939014"/>
            <a:ext cx="2856518" cy="830997"/>
          </a:xfrm>
          <a:prstGeom prst="rect">
            <a:avLst/>
          </a:prstGeom>
          <a:noFill/>
        </p:spPr>
        <p:txBody>
          <a:bodyPr wrap="square" rtlCol="0">
            <a:spAutoFit/>
          </a:bodyPr>
          <a:lstStyle/>
          <a:p>
            <a:pPr>
              <a:lnSpc>
                <a:spcPct val="120000"/>
              </a:lnSpc>
            </a:pPr>
            <a:r>
              <a:rPr lang="zh-CN" altLang="en-US" sz="2400" b="1" dirty="0">
                <a:solidFill>
                  <a:srgbClr val="AFBC1C"/>
                </a:solidFill>
              </a:rPr>
              <a:t>添加标题</a:t>
            </a:r>
            <a:endParaRPr lang="en-US" altLang="zh-CN" sz="2400" b="1" dirty="0">
              <a:solidFill>
                <a:srgbClr val="AFBC1C"/>
              </a:solidFill>
            </a:endParaRPr>
          </a:p>
          <a:p>
            <a:pPr>
              <a:lnSpc>
                <a:spcPct val="120000"/>
              </a:lnSpc>
            </a:pPr>
            <a:r>
              <a:rPr lang="zh-CN" altLang="en-US" sz="1600" dirty="0">
                <a:solidFill>
                  <a:schemeClr val="tx1">
                    <a:lumMod val="65000"/>
                    <a:lumOff val="35000"/>
                  </a:schemeClr>
                </a:solidFill>
              </a:rPr>
              <a:t>添加内容添加内容</a:t>
            </a:r>
          </a:p>
        </p:txBody>
      </p:sp>
      <p:sp>
        <p:nvSpPr>
          <p:cNvPr id="75" name="文本框 74"/>
          <p:cNvSpPr txBox="1"/>
          <p:nvPr/>
        </p:nvSpPr>
        <p:spPr>
          <a:xfrm>
            <a:off x="4573850" y="1304368"/>
            <a:ext cx="2856518" cy="830997"/>
          </a:xfrm>
          <a:prstGeom prst="rect">
            <a:avLst/>
          </a:prstGeom>
          <a:noFill/>
        </p:spPr>
        <p:txBody>
          <a:bodyPr wrap="square" rtlCol="0">
            <a:spAutoFit/>
          </a:bodyPr>
          <a:lstStyle/>
          <a:p>
            <a:pPr>
              <a:lnSpc>
                <a:spcPct val="120000"/>
              </a:lnSpc>
            </a:pPr>
            <a:r>
              <a:rPr lang="zh-CN" altLang="en-US" sz="2400" b="1" dirty="0">
                <a:solidFill>
                  <a:srgbClr val="19A6C2"/>
                </a:solidFill>
              </a:rPr>
              <a:t>添加标题</a:t>
            </a:r>
            <a:endParaRPr lang="en-US" altLang="zh-CN" sz="2400" b="1" dirty="0">
              <a:solidFill>
                <a:srgbClr val="19A6C2"/>
              </a:solidFill>
            </a:endParaRPr>
          </a:p>
          <a:p>
            <a:pPr>
              <a:lnSpc>
                <a:spcPct val="120000"/>
              </a:lnSpc>
            </a:pPr>
            <a:r>
              <a:rPr lang="zh-CN" altLang="en-US" sz="1600" dirty="0">
                <a:solidFill>
                  <a:schemeClr val="tx1">
                    <a:lumMod val="65000"/>
                    <a:lumOff val="35000"/>
                  </a:schemeClr>
                </a:solidFill>
              </a:rPr>
              <a:t>添加内容添加内容</a:t>
            </a:r>
          </a:p>
        </p:txBody>
      </p:sp>
      <p:sp>
        <p:nvSpPr>
          <p:cNvPr id="76" name="文本框 75"/>
          <p:cNvSpPr txBox="1"/>
          <p:nvPr/>
        </p:nvSpPr>
        <p:spPr>
          <a:xfrm>
            <a:off x="3602639" y="3939014"/>
            <a:ext cx="2856518" cy="830997"/>
          </a:xfrm>
          <a:prstGeom prst="rect">
            <a:avLst/>
          </a:prstGeom>
          <a:noFill/>
        </p:spPr>
        <p:txBody>
          <a:bodyPr wrap="square" rtlCol="0">
            <a:spAutoFit/>
          </a:bodyPr>
          <a:lstStyle/>
          <a:p>
            <a:pPr>
              <a:lnSpc>
                <a:spcPct val="120000"/>
              </a:lnSpc>
            </a:pPr>
            <a:r>
              <a:rPr lang="zh-CN" altLang="en-US" sz="2400" b="1" dirty="0">
                <a:solidFill>
                  <a:srgbClr val="F39A19"/>
                </a:solidFill>
              </a:rPr>
              <a:t>添加标题</a:t>
            </a:r>
            <a:endParaRPr lang="en-US" altLang="zh-CN" sz="2400" b="1" dirty="0">
              <a:solidFill>
                <a:srgbClr val="F39A19"/>
              </a:solidFill>
            </a:endParaRPr>
          </a:p>
          <a:p>
            <a:pPr>
              <a:lnSpc>
                <a:spcPct val="120000"/>
              </a:lnSpc>
            </a:pPr>
            <a:r>
              <a:rPr lang="zh-CN" altLang="en-US" sz="1600" dirty="0">
                <a:solidFill>
                  <a:schemeClr val="tx1">
                    <a:lumMod val="65000"/>
                    <a:lumOff val="35000"/>
                  </a:schemeClr>
                </a:solidFill>
              </a:rPr>
              <a:t>添加内容添加内容</a:t>
            </a:r>
          </a:p>
        </p:txBody>
      </p:sp>
      <p:sp>
        <p:nvSpPr>
          <p:cNvPr id="77" name="文本框 76"/>
          <p:cNvSpPr txBox="1"/>
          <p:nvPr/>
        </p:nvSpPr>
        <p:spPr>
          <a:xfrm>
            <a:off x="1896956" y="1304368"/>
            <a:ext cx="2856518" cy="830997"/>
          </a:xfrm>
          <a:prstGeom prst="rect">
            <a:avLst/>
          </a:prstGeom>
          <a:noFill/>
        </p:spPr>
        <p:txBody>
          <a:bodyPr wrap="square" rtlCol="0">
            <a:spAutoFit/>
          </a:bodyPr>
          <a:lstStyle/>
          <a:p>
            <a:pPr>
              <a:lnSpc>
                <a:spcPct val="120000"/>
              </a:lnSpc>
            </a:pPr>
            <a:r>
              <a:rPr lang="zh-CN" altLang="en-US" sz="2400" b="1" dirty="0">
                <a:solidFill>
                  <a:srgbClr val="B5B4B4"/>
                </a:solidFill>
              </a:rPr>
              <a:t>添加标题</a:t>
            </a:r>
            <a:endParaRPr lang="en-US" altLang="zh-CN" sz="2400" b="1" dirty="0">
              <a:solidFill>
                <a:srgbClr val="B5B4B4"/>
              </a:solidFill>
            </a:endParaRPr>
          </a:p>
          <a:p>
            <a:pPr>
              <a:lnSpc>
                <a:spcPct val="120000"/>
              </a:lnSpc>
            </a:pPr>
            <a:r>
              <a:rPr lang="zh-CN" altLang="en-US" sz="1600" dirty="0">
                <a:solidFill>
                  <a:schemeClr val="tx1">
                    <a:lumMod val="65000"/>
                    <a:lumOff val="35000"/>
                  </a:schemeClr>
                </a:solidFill>
              </a:rPr>
              <a:t>添加内容添加内容</a:t>
            </a:r>
          </a:p>
        </p:txBody>
      </p:sp>
      <p:sp>
        <p:nvSpPr>
          <p:cNvPr id="78" name="矩形 77"/>
          <p:cNvSpPr/>
          <p:nvPr/>
        </p:nvSpPr>
        <p:spPr>
          <a:xfrm>
            <a:off x="3635148" y="5181845"/>
            <a:ext cx="6544353" cy="732508"/>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添加内容添加内容添加内容添加内容添加内容添加内容添加内容添加内容添加内容添加内容添加内容</a:t>
            </a:r>
          </a:p>
        </p:txBody>
      </p:sp>
    </p:spTree>
    <p:extLst>
      <p:ext uri="{BB962C8B-B14F-4D97-AF65-F5344CB8AC3E}">
        <p14:creationId xmlns:p14="http://schemas.microsoft.com/office/powerpoint/2010/main" val="650121662"/>
      </p:ext>
    </p:extLst>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 name="Freeform 60"/>
          <p:cNvSpPr>
            <a:spLocks/>
          </p:cNvSpPr>
          <p:nvPr/>
        </p:nvSpPr>
        <p:spPr bwMode="auto">
          <a:xfrm>
            <a:off x="1007063" y="3889553"/>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 name="文本框 86"/>
          <p:cNvSpPr txBox="1"/>
          <p:nvPr/>
        </p:nvSpPr>
        <p:spPr>
          <a:xfrm>
            <a:off x="940215" y="4689154"/>
            <a:ext cx="4205526" cy="1754326"/>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网络</a:t>
            </a:r>
            <a:r>
              <a:rPr lang="en-US" altLang="zh-CN" dirty="0">
                <a:solidFill>
                  <a:prstClr val="black">
                    <a:lumMod val="65000"/>
                    <a:lumOff val="35000"/>
                  </a:prstClr>
                </a:solidFill>
                <a:latin typeface="微软雅黑" panose="020B0503020204020204" pitchFamily="34" charset="-122"/>
              </a:rPr>
              <a:t>EPS</a:t>
            </a:r>
            <a:r>
              <a:rPr lang="zh-CN" altLang="en-US" dirty="0">
                <a:solidFill>
                  <a:prstClr val="black">
                    <a:lumMod val="65000"/>
                    <a:lumOff val="35000"/>
                  </a:prstClr>
                </a:solidFill>
                <a:latin typeface="微软雅黑" panose="020B0503020204020204" pitchFamily="34" charset="-122"/>
              </a:rPr>
              <a:t>素材改编；</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颜色可随意更改；</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矢量图标可替换；</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可根据具体排版调整其大小；</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亦可作为并列关系使用。</a:t>
            </a:r>
            <a:endParaRPr lang="en-US" altLang="zh-CN" dirty="0">
              <a:solidFill>
                <a:prstClr val="black">
                  <a:lumMod val="65000"/>
                  <a:lumOff val="35000"/>
                </a:prstClr>
              </a:solidFill>
              <a:latin typeface="微软雅黑" panose="020B0503020204020204" pitchFamily="34" charset="-122"/>
            </a:endParaRPr>
          </a:p>
        </p:txBody>
      </p:sp>
      <p:sp>
        <p:nvSpPr>
          <p:cNvPr id="88" name="圆角矩形 87"/>
          <p:cNvSpPr/>
          <p:nvPr/>
        </p:nvSpPr>
        <p:spPr>
          <a:xfrm>
            <a:off x="1674755" y="4048838"/>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89" name="等腰三角形 88"/>
          <p:cNvSpPr/>
          <p:nvPr/>
        </p:nvSpPr>
        <p:spPr>
          <a:xfrm rot="16200000">
            <a:off x="1600123" y="4116382"/>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grpSp>
        <p:nvGrpSpPr>
          <p:cNvPr id="2" name="组合 1"/>
          <p:cNvGrpSpPr/>
          <p:nvPr/>
        </p:nvGrpSpPr>
        <p:grpSpPr>
          <a:xfrm>
            <a:off x="5700684" y="816768"/>
            <a:ext cx="6208712" cy="5588000"/>
            <a:chOff x="5700684" y="816768"/>
            <a:chExt cx="6208712" cy="5588000"/>
          </a:xfrm>
        </p:grpSpPr>
        <p:sp>
          <p:nvSpPr>
            <p:cNvPr id="5" name="Freeform 5"/>
            <p:cNvSpPr>
              <a:spLocks/>
            </p:cNvSpPr>
            <p:nvPr/>
          </p:nvSpPr>
          <p:spPr bwMode="auto">
            <a:xfrm>
              <a:off x="5700684" y="2145506"/>
              <a:ext cx="2571750" cy="3290888"/>
            </a:xfrm>
            <a:custGeom>
              <a:avLst/>
              <a:gdLst>
                <a:gd name="T0" fmla="*/ 821 w 821"/>
                <a:gd name="T1" fmla="*/ 0 h 1051"/>
                <a:gd name="T2" fmla="*/ 387 w 821"/>
                <a:gd name="T3" fmla="*/ 66 h 1051"/>
                <a:gd name="T4" fmla="*/ 101 w 821"/>
                <a:gd name="T5" fmla="*/ 248 h 1051"/>
                <a:gd name="T6" fmla="*/ 25 w 821"/>
                <a:gd name="T7" fmla="*/ 371 h 1051"/>
                <a:gd name="T8" fmla="*/ 45 w 821"/>
                <a:gd name="T9" fmla="*/ 613 h 1051"/>
                <a:gd name="T10" fmla="*/ 298 w 821"/>
                <a:gd name="T11" fmla="*/ 1051 h 1051"/>
                <a:gd name="T12" fmla="*/ 306 w 821"/>
                <a:gd name="T13" fmla="*/ 783 h 1051"/>
                <a:gd name="T14" fmla="*/ 585 w 821"/>
                <a:gd name="T15" fmla="*/ 179 h 1051"/>
                <a:gd name="T16" fmla="*/ 821 w 821"/>
                <a:gd name="T17" fmla="*/ 0 h 10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1" h="1051">
                  <a:moveTo>
                    <a:pt x="821" y="0"/>
                  </a:moveTo>
                  <a:cubicBezTo>
                    <a:pt x="701" y="2"/>
                    <a:pt x="539" y="17"/>
                    <a:pt x="387" y="66"/>
                  </a:cubicBezTo>
                  <a:cubicBezTo>
                    <a:pt x="269" y="104"/>
                    <a:pt x="173" y="165"/>
                    <a:pt x="101" y="248"/>
                  </a:cubicBezTo>
                  <a:cubicBezTo>
                    <a:pt x="48" y="310"/>
                    <a:pt x="27" y="363"/>
                    <a:pt x="25" y="371"/>
                  </a:cubicBezTo>
                  <a:cubicBezTo>
                    <a:pt x="0" y="450"/>
                    <a:pt x="9" y="550"/>
                    <a:pt x="45" y="613"/>
                  </a:cubicBezTo>
                  <a:cubicBezTo>
                    <a:pt x="298" y="1051"/>
                    <a:pt x="298" y="1051"/>
                    <a:pt x="298" y="1051"/>
                  </a:cubicBezTo>
                  <a:cubicBezTo>
                    <a:pt x="285" y="978"/>
                    <a:pt x="283" y="889"/>
                    <a:pt x="306" y="783"/>
                  </a:cubicBezTo>
                  <a:cubicBezTo>
                    <a:pt x="371" y="478"/>
                    <a:pt x="564" y="209"/>
                    <a:pt x="585" y="179"/>
                  </a:cubicBezTo>
                  <a:cubicBezTo>
                    <a:pt x="644" y="96"/>
                    <a:pt x="727" y="34"/>
                    <a:pt x="821" y="0"/>
                  </a:cubicBezTo>
                </a:path>
              </a:pathLst>
            </a:custGeom>
            <a:solidFill>
              <a:srgbClr val="29ABE2"/>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 name="Freeform 6"/>
            <p:cNvSpPr>
              <a:spLocks/>
            </p:cNvSpPr>
            <p:nvPr/>
          </p:nvSpPr>
          <p:spPr bwMode="auto">
            <a:xfrm>
              <a:off x="6135659" y="823118"/>
              <a:ext cx="3671887" cy="1822450"/>
            </a:xfrm>
            <a:custGeom>
              <a:avLst/>
              <a:gdLst>
                <a:gd name="T0" fmla="*/ 507 w 1172"/>
                <a:gd name="T1" fmla="*/ 0 h 582"/>
                <a:gd name="T2" fmla="*/ 453 w 1172"/>
                <a:gd name="T3" fmla="*/ 4 h 582"/>
                <a:gd name="T4" fmla="*/ 254 w 1172"/>
                <a:gd name="T5" fmla="*/ 143 h 582"/>
                <a:gd name="T6" fmla="*/ 0 w 1172"/>
                <a:gd name="T7" fmla="*/ 582 h 582"/>
                <a:gd name="T8" fmla="*/ 237 w 1172"/>
                <a:gd name="T9" fmla="*/ 454 h 582"/>
                <a:gd name="T10" fmla="*/ 721 w 1172"/>
                <a:gd name="T11" fmla="*/ 386 h 582"/>
                <a:gd name="T12" fmla="*/ 898 w 1172"/>
                <a:gd name="T13" fmla="*/ 394 h 582"/>
                <a:gd name="T14" fmla="*/ 1172 w 1172"/>
                <a:gd name="T15" fmla="*/ 508 h 582"/>
                <a:gd name="T16" fmla="*/ 898 w 1172"/>
                <a:gd name="T17" fmla="*/ 166 h 582"/>
                <a:gd name="T18" fmla="*/ 507 w 1172"/>
                <a:gd name="T19" fmla="*/ 0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72" h="582">
                  <a:moveTo>
                    <a:pt x="507" y="0"/>
                  </a:moveTo>
                  <a:cubicBezTo>
                    <a:pt x="477" y="0"/>
                    <a:pt x="457" y="4"/>
                    <a:pt x="453" y="4"/>
                  </a:cubicBezTo>
                  <a:cubicBezTo>
                    <a:pt x="372" y="23"/>
                    <a:pt x="290" y="80"/>
                    <a:pt x="254" y="143"/>
                  </a:cubicBezTo>
                  <a:cubicBezTo>
                    <a:pt x="0" y="582"/>
                    <a:pt x="0" y="582"/>
                    <a:pt x="0" y="582"/>
                  </a:cubicBezTo>
                  <a:cubicBezTo>
                    <a:pt x="57" y="534"/>
                    <a:pt x="134" y="487"/>
                    <a:pt x="237" y="454"/>
                  </a:cubicBezTo>
                  <a:cubicBezTo>
                    <a:pt x="411" y="397"/>
                    <a:pt x="596" y="386"/>
                    <a:pt x="721" y="386"/>
                  </a:cubicBezTo>
                  <a:cubicBezTo>
                    <a:pt x="812" y="386"/>
                    <a:pt x="879" y="392"/>
                    <a:pt x="898" y="394"/>
                  </a:cubicBezTo>
                  <a:cubicBezTo>
                    <a:pt x="1000" y="403"/>
                    <a:pt x="1095" y="444"/>
                    <a:pt x="1172" y="508"/>
                  </a:cubicBezTo>
                  <a:cubicBezTo>
                    <a:pt x="1108" y="403"/>
                    <a:pt x="1015" y="272"/>
                    <a:pt x="898" y="166"/>
                  </a:cubicBezTo>
                  <a:cubicBezTo>
                    <a:pt x="739" y="22"/>
                    <a:pt x="585" y="0"/>
                    <a:pt x="507" y="0"/>
                  </a:cubicBezTo>
                </a:path>
              </a:pathLst>
            </a:custGeom>
            <a:solidFill>
              <a:srgbClr val="58B7B2"/>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 name="Freeform 7"/>
            <p:cNvSpPr>
              <a:spLocks/>
            </p:cNvSpPr>
            <p:nvPr/>
          </p:nvSpPr>
          <p:spPr bwMode="auto">
            <a:xfrm>
              <a:off x="8304184" y="816768"/>
              <a:ext cx="2617787" cy="3060700"/>
            </a:xfrm>
            <a:custGeom>
              <a:avLst/>
              <a:gdLst>
                <a:gd name="T0" fmla="*/ 508 w 836"/>
                <a:gd name="T1" fmla="*/ 0 h 977"/>
                <a:gd name="T2" fmla="*/ 0 w 836"/>
                <a:gd name="T3" fmla="*/ 0 h 977"/>
                <a:gd name="T4" fmla="*/ 230 w 836"/>
                <a:gd name="T5" fmla="*/ 141 h 977"/>
                <a:gd name="T6" fmla="*/ 609 w 836"/>
                <a:gd name="T7" fmla="*/ 675 h 977"/>
                <a:gd name="T8" fmla="*/ 658 w 836"/>
                <a:gd name="T9" fmla="*/ 892 h 977"/>
                <a:gd name="T10" fmla="*/ 651 w 836"/>
                <a:gd name="T11" fmla="*/ 977 h 977"/>
                <a:gd name="T12" fmla="*/ 810 w 836"/>
                <a:gd name="T13" fmla="*/ 570 h 977"/>
                <a:gd name="T14" fmla="*/ 796 w 836"/>
                <a:gd name="T15" fmla="*/ 231 h 977"/>
                <a:gd name="T16" fmla="*/ 728 w 836"/>
                <a:gd name="T17" fmla="*/ 104 h 977"/>
                <a:gd name="T18" fmla="*/ 508 w 836"/>
                <a:gd name="T19" fmla="*/ 0 h 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36" h="977">
                  <a:moveTo>
                    <a:pt x="508" y="0"/>
                  </a:moveTo>
                  <a:cubicBezTo>
                    <a:pt x="0" y="0"/>
                    <a:pt x="0" y="0"/>
                    <a:pt x="0" y="0"/>
                  </a:cubicBezTo>
                  <a:cubicBezTo>
                    <a:pt x="70" y="25"/>
                    <a:pt x="150" y="68"/>
                    <a:pt x="230" y="141"/>
                  </a:cubicBezTo>
                  <a:cubicBezTo>
                    <a:pt x="443" y="333"/>
                    <a:pt x="574" y="598"/>
                    <a:pt x="609" y="675"/>
                  </a:cubicBezTo>
                  <a:cubicBezTo>
                    <a:pt x="642" y="743"/>
                    <a:pt x="658" y="816"/>
                    <a:pt x="658" y="892"/>
                  </a:cubicBezTo>
                  <a:cubicBezTo>
                    <a:pt x="658" y="921"/>
                    <a:pt x="656" y="949"/>
                    <a:pt x="651" y="977"/>
                  </a:cubicBezTo>
                  <a:cubicBezTo>
                    <a:pt x="711" y="869"/>
                    <a:pt x="777" y="724"/>
                    <a:pt x="810" y="570"/>
                  </a:cubicBezTo>
                  <a:cubicBezTo>
                    <a:pt x="836" y="448"/>
                    <a:pt x="831" y="334"/>
                    <a:pt x="796" y="231"/>
                  </a:cubicBezTo>
                  <a:cubicBezTo>
                    <a:pt x="769" y="154"/>
                    <a:pt x="733" y="110"/>
                    <a:pt x="728" y="104"/>
                  </a:cubicBezTo>
                  <a:cubicBezTo>
                    <a:pt x="671" y="43"/>
                    <a:pt x="581" y="0"/>
                    <a:pt x="508" y="0"/>
                  </a:cubicBezTo>
                </a:path>
              </a:pathLst>
            </a:custGeom>
            <a:solidFill>
              <a:srgbClr val="A11B5A"/>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 name="Freeform 8"/>
            <p:cNvSpPr>
              <a:spLocks/>
            </p:cNvSpPr>
            <p:nvPr/>
          </p:nvSpPr>
          <p:spPr bwMode="auto">
            <a:xfrm>
              <a:off x="9340821" y="1781968"/>
              <a:ext cx="2568575" cy="3294063"/>
            </a:xfrm>
            <a:custGeom>
              <a:avLst/>
              <a:gdLst>
                <a:gd name="T0" fmla="*/ 522 w 820"/>
                <a:gd name="T1" fmla="*/ 0 h 1052"/>
                <a:gd name="T2" fmla="*/ 515 w 820"/>
                <a:gd name="T3" fmla="*/ 269 h 1052"/>
                <a:gd name="T4" fmla="*/ 235 w 820"/>
                <a:gd name="T5" fmla="*/ 873 h 1052"/>
                <a:gd name="T6" fmla="*/ 0 w 820"/>
                <a:gd name="T7" fmla="*/ 1052 h 1052"/>
                <a:gd name="T8" fmla="*/ 433 w 820"/>
                <a:gd name="T9" fmla="*/ 986 h 1052"/>
                <a:gd name="T10" fmla="*/ 796 w 820"/>
                <a:gd name="T11" fmla="*/ 681 h 1052"/>
                <a:gd name="T12" fmla="*/ 775 w 820"/>
                <a:gd name="T13" fmla="*/ 439 h 1052"/>
                <a:gd name="T14" fmla="*/ 522 w 820"/>
                <a:gd name="T15" fmla="*/ 0 h 10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0" h="1052">
                  <a:moveTo>
                    <a:pt x="522" y="0"/>
                  </a:moveTo>
                  <a:cubicBezTo>
                    <a:pt x="535" y="74"/>
                    <a:pt x="537" y="163"/>
                    <a:pt x="515" y="269"/>
                  </a:cubicBezTo>
                  <a:cubicBezTo>
                    <a:pt x="449" y="574"/>
                    <a:pt x="257" y="843"/>
                    <a:pt x="235" y="873"/>
                  </a:cubicBezTo>
                  <a:cubicBezTo>
                    <a:pt x="176" y="956"/>
                    <a:pt x="93" y="1018"/>
                    <a:pt x="0" y="1052"/>
                  </a:cubicBezTo>
                  <a:cubicBezTo>
                    <a:pt x="119" y="1050"/>
                    <a:pt x="281" y="1035"/>
                    <a:pt x="433" y="986"/>
                  </a:cubicBezTo>
                  <a:cubicBezTo>
                    <a:pt x="715" y="895"/>
                    <a:pt x="791" y="694"/>
                    <a:pt x="796" y="681"/>
                  </a:cubicBezTo>
                  <a:cubicBezTo>
                    <a:pt x="820" y="602"/>
                    <a:pt x="812" y="502"/>
                    <a:pt x="775" y="439"/>
                  </a:cubicBezTo>
                  <a:cubicBezTo>
                    <a:pt x="522" y="0"/>
                    <a:pt x="522" y="0"/>
                    <a:pt x="522" y="0"/>
                  </a:cubicBezTo>
                </a:path>
              </a:pathLst>
            </a:custGeom>
            <a:solidFill>
              <a:srgbClr val="CC420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 name="Freeform 9"/>
            <p:cNvSpPr>
              <a:spLocks/>
            </p:cNvSpPr>
            <p:nvPr/>
          </p:nvSpPr>
          <p:spPr bwMode="auto">
            <a:xfrm>
              <a:off x="6575396" y="3344068"/>
              <a:ext cx="2730500" cy="3060700"/>
            </a:xfrm>
            <a:custGeom>
              <a:avLst/>
              <a:gdLst>
                <a:gd name="T0" fmla="*/ 221 w 872"/>
                <a:gd name="T1" fmla="*/ 0 h 977"/>
                <a:gd name="T2" fmla="*/ 62 w 872"/>
                <a:gd name="T3" fmla="*/ 407 h 977"/>
                <a:gd name="T4" fmla="*/ 145 w 872"/>
                <a:gd name="T5" fmla="*/ 873 h 977"/>
                <a:gd name="T6" fmla="*/ 365 w 872"/>
                <a:gd name="T7" fmla="*/ 977 h 977"/>
                <a:gd name="T8" fmla="*/ 872 w 872"/>
                <a:gd name="T9" fmla="*/ 977 h 977"/>
                <a:gd name="T10" fmla="*/ 642 w 872"/>
                <a:gd name="T11" fmla="*/ 836 h 977"/>
                <a:gd name="T12" fmla="*/ 263 w 872"/>
                <a:gd name="T13" fmla="*/ 302 h 977"/>
                <a:gd name="T14" fmla="*/ 214 w 872"/>
                <a:gd name="T15" fmla="*/ 85 h 977"/>
                <a:gd name="T16" fmla="*/ 221 w 872"/>
                <a:gd name="T17" fmla="*/ 0 h 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2" h="977">
                  <a:moveTo>
                    <a:pt x="221" y="0"/>
                  </a:moveTo>
                  <a:cubicBezTo>
                    <a:pt x="162" y="108"/>
                    <a:pt x="95" y="253"/>
                    <a:pt x="62" y="407"/>
                  </a:cubicBezTo>
                  <a:cubicBezTo>
                    <a:pt x="0" y="697"/>
                    <a:pt x="136" y="863"/>
                    <a:pt x="145" y="873"/>
                  </a:cubicBezTo>
                  <a:cubicBezTo>
                    <a:pt x="201" y="934"/>
                    <a:pt x="292" y="977"/>
                    <a:pt x="365" y="977"/>
                  </a:cubicBezTo>
                  <a:cubicBezTo>
                    <a:pt x="872" y="977"/>
                    <a:pt x="872" y="977"/>
                    <a:pt x="872" y="977"/>
                  </a:cubicBezTo>
                  <a:cubicBezTo>
                    <a:pt x="802" y="952"/>
                    <a:pt x="723" y="909"/>
                    <a:pt x="642" y="836"/>
                  </a:cubicBezTo>
                  <a:cubicBezTo>
                    <a:pt x="429" y="644"/>
                    <a:pt x="298" y="379"/>
                    <a:pt x="263" y="302"/>
                  </a:cubicBezTo>
                  <a:cubicBezTo>
                    <a:pt x="230" y="234"/>
                    <a:pt x="214" y="161"/>
                    <a:pt x="214" y="85"/>
                  </a:cubicBezTo>
                  <a:cubicBezTo>
                    <a:pt x="214" y="56"/>
                    <a:pt x="216" y="28"/>
                    <a:pt x="221" y="0"/>
                  </a:cubicBezTo>
                </a:path>
              </a:pathLst>
            </a:custGeom>
            <a:solidFill>
              <a:srgbClr val="B9B82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 name="Freeform 10"/>
            <p:cNvSpPr>
              <a:spLocks/>
            </p:cNvSpPr>
            <p:nvPr/>
          </p:nvSpPr>
          <p:spPr bwMode="auto">
            <a:xfrm>
              <a:off x="7802534" y="4575968"/>
              <a:ext cx="3670300" cy="1822450"/>
            </a:xfrm>
            <a:custGeom>
              <a:avLst/>
              <a:gdLst>
                <a:gd name="T0" fmla="*/ 1172 w 1172"/>
                <a:gd name="T1" fmla="*/ 0 h 582"/>
                <a:gd name="T2" fmla="*/ 936 w 1172"/>
                <a:gd name="T3" fmla="*/ 128 h 582"/>
                <a:gd name="T4" fmla="*/ 451 w 1172"/>
                <a:gd name="T5" fmla="*/ 196 h 582"/>
                <a:gd name="T6" fmla="*/ 275 w 1172"/>
                <a:gd name="T7" fmla="*/ 188 h 582"/>
                <a:gd name="T8" fmla="*/ 0 w 1172"/>
                <a:gd name="T9" fmla="*/ 74 h 582"/>
                <a:gd name="T10" fmla="*/ 274 w 1172"/>
                <a:gd name="T11" fmla="*/ 416 h 582"/>
                <a:gd name="T12" fmla="*/ 665 w 1172"/>
                <a:gd name="T13" fmla="*/ 582 h 582"/>
                <a:gd name="T14" fmla="*/ 719 w 1172"/>
                <a:gd name="T15" fmla="*/ 578 h 582"/>
                <a:gd name="T16" fmla="*/ 919 w 1172"/>
                <a:gd name="T17" fmla="*/ 439 h 582"/>
                <a:gd name="T18" fmla="*/ 1172 w 1172"/>
                <a:gd name="T19" fmla="*/ 0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72" h="582">
                  <a:moveTo>
                    <a:pt x="1172" y="0"/>
                  </a:moveTo>
                  <a:cubicBezTo>
                    <a:pt x="1115" y="48"/>
                    <a:pt x="1038" y="95"/>
                    <a:pt x="936" y="128"/>
                  </a:cubicBezTo>
                  <a:cubicBezTo>
                    <a:pt x="761" y="185"/>
                    <a:pt x="576" y="196"/>
                    <a:pt x="451" y="196"/>
                  </a:cubicBezTo>
                  <a:cubicBezTo>
                    <a:pt x="360" y="196"/>
                    <a:pt x="293" y="190"/>
                    <a:pt x="275" y="188"/>
                  </a:cubicBezTo>
                  <a:cubicBezTo>
                    <a:pt x="173" y="179"/>
                    <a:pt x="77" y="138"/>
                    <a:pt x="0" y="74"/>
                  </a:cubicBezTo>
                  <a:cubicBezTo>
                    <a:pt x="64" y="179"/>
                    <a:pt x="157" y="310"/>
                    <a:pt x="274" y="416"/>
                  </a:cubicBezTo>
                  <a:cubicBezTo>
                    <a:pt x="434" y="560"/>
                    <a:pt x="588" y="582"/>
                    <a:pt x="665" y="582"/>
                  </a:cubicBezTo>
                  <a:cubicBezTo>
                    <a:pt x="695" y="582"/>
                    <a:pt x="715" y="578"/>
                    <a:pt x="719" y="578"/>
                  </a:cubicBezTo>
                  <a:cubicBezTo>
                    <a:pt x="800" y="559"/>
                    <a:pt x="882" y="502"/>
                    <a:pt x="919" y="439"/>
                  </a:cubicBezTo>
                  <a:cubicBezTo>
                    <a:pt x="1172" y="0"/>
                    <a:pt x="1172" y="0"/>
                    <a:pt x="1172" y="0"/>
                  </a:cubicBezTo>
                </a:path>
              </a:pathLst>
            </a:custGeom>
            <a:solidFill>
              <a:srgbClr val="F47C0D"/>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96" name="组合 95"/>
            <p:cNvGrpSpPr/>
            <p:nvPr/>
          </p:nvGrpSpPr>
          <p:grpSpPr>
            <a:xfrm>
              <a:off x="7225900" y="967325"/>
              <a:ext cx="757518" cy="959724"/>
              <a:chOff x="4381501" y="-1001712"/>
              <a:chExt cx="796925" cy="1009650"/>
            </a:xfrm>
            <a:solidFill>
              <a:schemeClr val="bg1"/>
            </a:solidFill>
          </p:grpSpPr>
          <p:sp>
            <p:nvSpPr>
              <p:cNvPr id="13" name="Freeform 14"/>
              <p:cNvSpPr>
                <a:spLocks/>
              </p:cNvSpPr>
              <p:nvPr/>
            </p:nvSpPr>
            <p:spPr bwMode="auto">
              <a:xfrm>
                <a:off x="4870451" y="-1001712"/>
                <a:ext cx="214313" cy="214313"/>
              </a:xfrm>
              <a:custGeom>
                <a:avLst/>
                <a:gdLst>
                  <a:gd name="T0" fmla="*/ 7 w 90"/>
                  <a:gd name="T1" fmla="*/ 33 h 90"/>
                  <a:gd name="T2" fmla="*/ 33 w 90"/>
                  <a:gd name="T3" fmla="*/ 83 h 90"/>
                  <a:gd name="T4" fmla="*/ 83 w 90"/>
                  <a:gd name="T5" fmla="*/ 58 h 90"/>
                  <a:gd name="T6" fmla="*/ 58 w 90"/>
                  <a:gd name="T7" fmla="*/ 7 h 90"/>
                  <a:gd name="T8" fmla="*/ 7 w 90"/>
                  <a:gd name="T9" fmla="*/ 33 h 90"/>
                </a:gdLst>
                <a:ahLst/>
                <a:cxnLst>
                  <a:cxn ang="0">
                    <a:pos x="T0" y="T1"/>
                  </a:cxn>
                  <a:cxn ang="0">
                    <a:pos x="T2" y="T3"/>
                  </a:cxn>
                  <a:cxn ang="0">
                    <a:pos x="T4" y="T5"/>
                  </a:cxn>
                  <a:cxn ang="0">
                    <a:pos x="T6" y="T7"/>
                  </a:cxn>
                  <a:cxn ang="0">
                    <a:pos x="T8" y="T9"/>
                  </a:cxn>
                </a:cxnLst>
                <a:rect l="0" t="0" r="r" b="b"/>
                <a:pathLst>
                  <a:path w="90" h="90">
                    <a:moveTo>
                      <a:pt x="7" y="33"/>
                    </a:moveTo>
                    <a:cubicBezTo>
                      <a:pt x="0" y="54"/>
                      <a:pt x="12" y="76"/>
                      <a:pt x="33" y="83"/>
                    </a:cubicBezTo>
                    <a:cubicBezTo>
                      <a:pt x="54" y="90"/>
                      <a:pt x="77" y="79"/>
                      <a:pt x="83" y="58"/>
                    </a:cubicBezTo>
                    <a:cubicBezTo>
                      <a:pt x="90" y="37"/>
                      <a:pt x="79" y="14"/>
                      <a:pt x="58" y="7"/>
                    </a:cubicBezTo>
                    <a:cubicBezTo>
                      <a:pt x="37" y="0"/>
                      <a:pt x="14" y="12"/>
                      <a:pt x="7"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 name="Freeform 15"/>
              <p:cNvSpPr>
                <a:spLocks/>
              </p:cNvSpPr>
              <p:nvPr/>
            </p:nvSpPr>
            <p:spPr bwMode="auto">
              <a:xfrm>
                <a:off x="4381501" y="-811212"/>
                <a:ext cx="796925" cy="819150"/>
              </a:xfrm>
              <a:custGeom>
                <a:avLst/>
                <a:gdLst>
                  <a:gd name="T0" fmla="*/ 282 w 335"/>
                  <a:gd name="T1" fmla="*/ 105 h 345"/>
                  <a:gd name="T2" fmla="*/ 281 w 335"/>
                  <a:gd name="T3" fmla="*/ 104 h 345"/>
                  <a:gd name="T4" fmla="*/ 274 w 335"/>
                  <a:gd name="T5" fmla="*/ 88 h 345"/>
                  <a:gd name="T6" fmla="*/ 274 w 335"/>
                  <a:gd name="T7" fmla="*/ 88 h 345"/>
                  <a:gd name="T8" fmla="*/ 274 w 335"/>
                  <a:gd name="T9" fmla="*/ 88 h 345"/>
                  <a:gd name="T10" fmla="*/ 259 w 335"/>
                  <a:gd name="T11" fmla="*/ 39 h 345"/>
                  <a:gd name="T12" fmla="*/ 223 w 335"/>
                  <a:gd name="T13" fmla="*/ 6 h 345"/>
                  <a:gd name="T14" fmla="*/ 156 w 335"/>
                  <a:gd name="T15" fmla="*/ 14 h 345"/>
                  <a:gd name="T16" fmla="*/ 120 w 335"/>
                  <a:gd name="T17" fmla="*/ 26 h 345"/>
                  <a:gd name="T18" fmla="*/ 103 w 335"/>
                  <a:gd name="T19" fmla="*/ 42 h 345"/>
                  <a:gd name="T20" fmla="*/ 93 w 335"/>
                  <a:gd name="T21" fmla="*/ 108 h 345"/>
                  <a:gd name="T22" fmla="*/ 111 w 335"/>
                  <a:gd name="T23" fmla="*/ 111 h 345"/>
                  <a:gd name="T24" fmla="*/ 132 w 335"/>
                  <a:gd name="T25" fmla="*/ 52 h 345"/>
                  <a:gd name="T26" fmla="*/ 166 w 335"/>
                  <a:gd name="T27" fmla="*/ 47 h 345"/>
                  <a:gd name="T28" fmla="*/ 131 w 335"/>
                  <a:gd name="T29" fmla="*/ 114 h 345"/>
                  <a:gd name="T30" fmla="*/ 105 w 335"/>
                  <a:gd name="T31" fmla="*/ 159 h 345"/>
                  <a:gd name="T32" fmla="*/ 76 w 335"/>
                  <a:gd name="T33" fmla="*/ 188 h 345"/>
                  <a:gd name="T34" fmla="*/ 44 w 335"/>
                  <a:gd name="T35" fmla="*/ 185 h 345"/>
                  <a:gd name="T36" fmla="*/ 15 w 335"/>
                  <a:gd name="T37" fmla="*/ 178 h 345"/>
                  <a:gd name="T38" fmla="*/ 9 w 335"/>
                  <a:gd name="T39" fmla="*/ 176 h 345"/>
                  <a:gd name="T40" fmla="*/ 0 w 335"/>
                  <a:gd name="T41" fmla="*/ 199 h 345"/>
                  <a:gd name="T42" fmla="*/ 29 w 335"/>
                  <a:gd name="T43" fmla="*/ 209 h 345"/>
                  <a:gd name="T44" fmla="*/ 78 w 335"/>
                  <a:gd name="T45" fmla="*/ 223 h 345"/>
                  <a:gd name="T46" fmla="*/ 135 w 335"/>
                  <a:gd name="T47" fmla="*/ 196 h 345"/>
                  <a:gd name="T48" fmla="*/ 155 w 335"/>
                  <a:gd name="T49" fmla="*/ 173 h 345"/>
                  <a:gd name="T50" fmla="*/ 169 w 335"/>
                  <a:gd name="T51" fmla="*/ 167 h 345"/>
                  <a:gd name="T52" fmla="*/ 179 w 335"/>
                  <a:gd name="T53" fmla="*/ 177 h 345"/>
                  <a:gd name="T54" fmla="*/ 207 w 335"/>
                  <a:gd name="T55" fmla="*/ 232 h 345"/>
                  <a:gd name="T56" fmla="*/ 205 w 335"/>
                  <a:gd name="T57" fmla="*/ 285 h 345"/>
                  <a:gd name="T58" fmla="*/ 198 w 335"/>
                  <a:gd name="T59" fmla="*/ 330 h 345"/>
                  <a:gd name="T60" fmla="*/ 197 w 335"/>
                  <a:gd name="T61" fmla="*/ 341 h 345"/>
                  <a:gd name="T62" fmla="*/ 222 w 335"/>
                  <a:gd name="T63" fmla="*/ 345 h 345"/>
                  <a:gd name="T64" fmla="*/ 238 w 335"/>
                  <a:gd name="T65" fmla="*/ 289 h 345"/>
                  <a:gd name="T66" fmla="*/ 245 w 335"/>
                  <a:gd name="T67" fmla="*/ 223 h 345"/>
                  <a:gd name="T68" fmla="*/ 233 w 335"/>
                  <a:gd name="T69" fmla="*/ 187 h 345"/>
                  <a:gd name="T70" fmla="*/ 220 w 335"/>
                  <a:gd name="T71" fmla="*/ 153 h 345"/>
                  <a:gd name="T72" fmla="*/ 217 w 335"/>
                  <a:gd name="T73" fmla="*/ 145 h 345"/>
                  <a:gd name="T74" fmla="*/ 240 w 335"/>
                  <a:gd name="T75" fmla="*/ 75 h 345"/>
                  <a:gd name="T76" fmla="*/ 254 w 335"/>
                  <a:gd name="T77" fmla="*/ 116 h 345"/>
                  <a:gd name="T78" fmla="*/ 274 w 335"/>
                  <a:gd name="T79" fmla="*/ 128 h 345"/>
                  <a:gd name="T80" fmla="*/ 335 w 335"/>
                  <a:gd name="T81" fmla="*/ 125 h 345"/>
                  <a:gd name="T82" fmla="*/ 334 w 335"/>
                  <a:gd name="T83" fmla="*/ 111 h 345"/>
                  <a:gd name="T84" fmla="*/ 282 w 335"/>
                  <a:gd name="T85" fmla="*/ 105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35" h="345">
                    <a:moveTo>
                      <a:pt x="282" y="105"/>
                    </a:moveTo>
                    <a:cubicBezTo>
                      <a:pt x="282" y="105"/>
                      <a:pt x="282" y="105"/>
                      <a:pt x="281" y="104"/>
                    </a:cubicBezTo>
                    <a:cubicBezTo>
                      <a:pt x="280" y="103"/>
                      <a:pt x="279" y="101"/>
                      <a:pt x="274" y="88"/>
                    </a:cubicBezTo>
                    <a:cubicBezTo>
                      <a:pt x="274" y="88"/>
                      <a:pt x="274" y="88"/>
                      <a:pt x="274" y="88"/>
                    </a:cubicBezTo>
                    <a:cubicBezTo>
                      <a:pt x="274" y="88"/>
                      <a:pt x="274" y="88"/>
                      <a:pt x="274" y="88"/>
                    </a:cubicBezTo>
                    <a:cubicBezTo>
                      <a:pt x="274" y="88"/>
                      <a:pt x="263" y="52"/>
                      <a:pt x="259" y="39"/>
                    </a:cubicBezTo>
                    <a:cubicBezTo>
                      <a:pt x="252" y="23"/>
                      <a:pt x="241" y="11"/>
                      <a:pt x="223" y="6"/>
                    </a:cubicBezTo>
                    <a:cubicBezTo>
                      <a:pt x="203" y="0"/>
                      <a:pt x="179" y="8"/>
                      <a:pt x="156" y="14"/>
                    </a:cubicBezTo>
                    <a:cubicBezTo>
                      <a:pt x="145" y="18"/>
                      <a:pt x="130" y="21"/>
                      <a:pt x="120" y="26"/>
                    </a:cubicBezTo>
                    <a:cubicBezTo>
                      <a:pt x="120" y="26"/>
                      <a:pt x="107" y="29"/>
                      <a:pt x="103" y="42"/>
                    </a:cubicBezTo>
                    <a:cubicBezTo>
                      <a:pt x="93" y="108"/>
                      <a:pt x="93" y="108"/>
                      <a:pt x="93" y="108"/>
                    </a:cubicBezTo>
                    <a:cubicBezTo>
                      <a:pt x="111" y="111"/>
                      <a:pt x="111" y="111"/>
                      <a:pt x="111" y="111"/>
                    </a:cubicBezTo>
                    <a:cubicBezTo>
                      <a:pt x="132" y="52"/>
                      <a:pt x="132" y="52"/>
                      <a:pt x="132" y="52"/>
                    </a:cubicBezTo>
                    <a:cubicBezTo>
                      <a:pt x="136" y="52"/>
                      <a:pt x="157" y="48"/>
                      <a:pt x="166" y="47"/>
                    </a:cubicBezTo>
                    <a:cubicBezTo>
                      <a:pt x="161" y="57"/>
                      <a:pt x="145" y="87"/>
                      <a:pt x="131" y="114"/>
                    </a:cubicBezTo>
                    <a:cubicBezTo>
                      <a:pt x="122" y="129"/>
                      <a:pt x="114" y="144"/>
                      <a:pt x="105" y="159"/>
                    </a:cubicBezTo>
                    <a:cubicBezTo>
                      <a:pt x="98" y="171"/>
                      <a:pt x="91" y="187"/>
                      <a:pt x="76" y="188"/>
                    </a:cubicBezTo>
                    <a:cubicBezTo>
                      <a:pt x="66" y="189"/>
                      <a:pt x="53" y="187"/>
                      <a:pt x="44" y="185"/>
                    </a:cubicBezTo>
                    <a:cubicBezTo>
                      <a:pt x="35" y="182"/>
                      <a:pt x="25" y="180"/>
                      <a:pt x="15" y="178"/>
                    </a:cubicBezTo>
                    <a:cubicBezTo>
                      <a:pt x="13" y="177"/>
                      <a:pt x="11" y="177"/>
                      <a:pt x="9" y="176"/>
                    </a:cubicBezTo>
                    <a:cubicBezTo>
                      <a:pt x="0" y="199"/>
                      <a:pt x="0" y="199"/>
                      <a:pt x="0" y="199"/>
                    </a:cubicBezTo>
                    <a:cubicBezTo>
                      <a:pt x="9" y="202"/>
                      <a:pt x="19" y="206"/>
                      <a:pt x="29" y="209"/>
                    </a:cubicBezTo>
                    <a:cubicBezTo>
                      <a:pt x="44" y="215"/>
                      <a:pt x="62" y="221"/>
                      <a:pt x="78" y="223"/>
                    </a:cubicBezTo>
                    <a:cubicBezTo>
                      <a:pt x="102" y="226"/>
                      <a:pt x="121" y="214"/>
                      <a:pt x="135" y="196"/>
                    </a:cubicBezTo>
                    <a:cubicBezTo>
                      <a:pt x="142" y="189"/>
                      <a:pt x="149" y="181"/>
                      <a:pt x="155" y="173"/>
                    </a:cubicBezTo>
                    <a:cubicBezTo>
                      <a:pt x="158" y="169"/>
                      <a:pt x="164" y="166"/>
                      <a:pt x="169" y="167"/>
                    </a:cubicBezTo>
                    <a:cubicBezTo>
                      <a:pt x="174" y="168"/>
                      <a:pt x="177" y="173"/>
                      <a:pt x="179" y="177"/>
                    </a:cubicBezTo>
                    <a:cubicBezTo>
                      <a:pt x="190" y="193"/>
                      <a:pt x="200" y="213"/>
                      <a:pt x="207" y="232"/>
                    </a:cubicBezTo>
                    <a:cubicBezTo>
                      <a:pt x="213" y="247"/>
                      <a:pt x="207" y="270"/>
                      <a:pt x="205" y="285"/>
                    </a:cubicBezTo>
                    <a:cubicBezTo>
                      <a:pt x="202" y="302"/>
                      <a:pt x="201" y="313"/>
                      <a:pt x="198" y="330"/>
                    </a:cubicBezTo>
                    <a:cubicBezTo>
                      <a:pt x="198" y="333"/>
                      <a:pt x="197" y="339"/>
                      <a:pt x="197" y="341"/>
                    </a:cubicBezTo>
                    <a:cubicBezTo>
                      <a:pt x="222" y="345"/>
                      <a:pt x="222" y="345"/>
                      <a:pt x="222" y="345"/>
                    </a:cubicBezTo>
                    <a:cubicBezTo>
                      <a:pt x="226" y="327"/>
                      <a:pt x="233" y="306"/>
                      <a:pt x="238" y="289"/>
                    </a:cubicBezTo>
                    <a:cubicBezTo>
                      <a:pt x="243" y="268"/>
                      <a:pt x="250" y="244"/>
                      <a:pt x="245" y="223"/>
                    </a:cubicBezTo>
                    <a:cubicBezTo>
                      <a:pt x="242" y="210"/>
                      <a:pt x="238" y="199"/>
                      <a:pt x="233" y="187"/>
                    </a:cubicBezTo>
                    <a:cubicBezTo>
                      <a:pt x="229" y="175"/>
                      <a:pt x="224" y="165"/>
                      <a:pt x="220" y="153"/>
                    </a:cubicBezTo>
                    <a:cubicBezTo>
                      <a:pt x="219" y="151"/>
                      <a:pt x="216" y="146"/>
                      <a:pt x="217" y="145"/>
                    </a:cubicBezTo>
                    <a:cubicBezTo>
                      <a:pt x="217" y="145"/>
                      <a:pt x="240" y="75"/>
                      <a:pt x="240" y="75"/>
                    </a:cubicBezTo>
                    <a:cubicBezTo>
                      <a:pt x="254" y="116"/>
                      <a:pt x="254" y="116"/>
                      <a:pt x="254" y="116"/>
                    </a:cubicBezTo>
                    <a:cubicBezTo>
                      <a:pt x="255" y="114"/>
                      <a:pt x="257" y="128"/>
                      <a:pt x="274" y="128"/>
                    </a:cubicBezTo>
                    <a:cubicBezTo>
                      <a:pt x="335" y="125"/>
                      <a:pt x="335" y="125"/>
                      <a:pt x="335" y="125"/>
                    </a:cubicBezTo>
                    <a:cubicBezTo>
                      <a:pt x="334" y="111"/>
                      <a:pt x="334" y="111"/>
                      <a:pt x="334" y="111"/>
                    </a:cubicBezTo>
                    <a:lnTo>
                      <a:pt x="282" y="1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95" name="组合 94"/>
            <p:cNvGrpSpPr/>
            <p:nvPr/>
          </p:nvGrpSpPr>
          <p:grpSpPr>
            <a:xfrm>
              <a:off x="7873064" y="2690068"/>
              <a:ext cx="1847169" cy="1753343"/>
              <a:chOff x="3300413" y="-931862"/>
              <a:chExt cx="1000126" cy="949325"/>
            </a:xfrm>
            <a:solidFill>
              <a:schemeClr val="tx1">
                <a:lumMod val="65000"/>
                <a:lumOff val="35000"/>
              </a:schemeClr>
            </a:solidFill>
          </p:grpSpPr>
          <p:sp>
            <p:nvSpPr>
              <p:cNvPr id="15" name="Freeform 16"/>
              <p:cNvSpPr>
                <a:spLocks/>
              </p:cNvSpPr>
              <p:nvPr/>
            </p:nvSpPr>
            <p:spPr bwMode="auto">
              <a:xfrm>
                <a:off x="3838576" y="-677862"/>
                <a:ext cx="252413" cy="188913"/>
              </a:xfrm>
              <a:custGeom>
                <a:avLst/>
                <a:gdLst>
                  <a:gd name="T0" fmla="*/ 101 w 106"/>
                  <a:gd name="T1" fmla="*/ 60 h 80"/>
                  <a:gd name="T2" fmla="*/ 104 w 106"/>
                  <a:gd name="T3" fmla="*/ 61 h 80"/>
                  <a:gd name="T4" fmla="*/ 105 w 106"/>
                  <a:gd name="T5" fmla="*/ 61 h 80"/>
                  <a:gd name="T6" fmla="*/ 106 w 106"/>
                  <a:gd name="T7" fmla="*/ 62 h 80"/>
                  <a:gd name="T8" fmla="*/ 104 w 106"/>
                  <a:gd name="T9" fmla="*/ 77 h 80"/>
                  <a:gd name="T10" fmla="*/ 104 w 106"/>
                  <a:gd name="T11" fmla="*/ 78 h 80"/>
                  <a:gd name="T12" fmla="*/ 70 w 106"/>
                  <a:gd name="T13" fmla="*/ 71 h 80"/>
                  <a:gd name="T14" fmla="*/ 69 w 106"/>
                  <a:gd name="T15" fmla="*/ 71 h 80"/>
                  <a:gd name="T16" fmla="*/ 6 w 106"/>
                  <a:gd name="T17" fmla="*/ 25 h 80"/>
                  <a:gd name="T18" fmla="*/ 0 w 106"/>
                  <a:gd name="T19" fmla="*/ 19 h 80"/>
                  <a:gd name="T20" fmla="*/ 31 w 106"/>
                  <a:gd name="T21" fmla="*/ 2 h 80"/>
                  <a:gd name="T22" fmla="*/ 75 w 106"/>
                  <a:gd name="T23" fmla="*/ 46 h 80"/>
                  <a:gd name="T24" fmla="*/ 101 w 106"/>
                  <a:gd name="T25" fmla="*/ 6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6" h="80">
                    <a:moveTo>
                      <a:pt x="101" y="60"/>
                    </a:moveTo>
                    <a:cubicBezTo>
                      <a:pt x="102" y="60"/>
                      <a:pt x="104" y="61"/>
                      <a:pt x="104" y="61"/>
                    </a:cubicBezTo>
                    <a:cubicBezTo>
                      <a:pt x="105" y="61"/>
                      <a:pt x="105" y="61"/>
                      <a:pt x="105" y="61"/>
                    </a:cubicBezTo>
                    <a:cubicBezTo>
                      <a:pt x="106" y="62"/>
                      <a:pt x="106" y="62"/>
                      <a:pt x="106" y="62"/>
                    </a:cubicBezTo>
                    <a:cubicBezTo>
                      <a:pt x="104" y="77"/>
                      <a:pt x="104" y="77"/>
                      <a:pt x="104" y="77"/>
                    </a:cubicBezTo>
                    <a:cubicBezTo>
                      <a:pt x="104" y="78"/>
                      <a:pt x="104" y="78"/>
                      <a:pt x="104" y="78"/>
                    </a:cubicBezTo>
                    <a:cubicBezTo>
                      <a:pt x="100" y="80"/>
                      <a:pt x="80" y="75"/>
                      <a:pt x="70" y="71"/>
                    </a:cubicBezTo>
                    <a:cubicBezTo>
                      <a:pt x="69" y="71"/>
                      <a:pt x="69" y="71"/>
                      <a:pt x="69" y="71"/>
                    </a:cubicBezTo>
                    <a:cubicBezTo>
                      <a:pt x="46" y="63"/>
                      <a:pt x="23" y="46"/>
                      <a:pt x="6" y="25"/>
                    </a:cubicBezTo>
                    <a:cubicBezTo>
                      <a:pt x="4" y="23"/>
                      <a:pt x="2" y="21"/>
                      <a:pt x="0" y="19"/>
                    </a:cubicBezTo>
                    <a:cubicBezTo>
                      <a:pt x="5" y="2"/>
                      <a:pt x="20" y="0"/>
                      <a:pt x="31" y="2"/>
                    </a:cubicBezTo>
                    <a:cubicBezTo>
                      <a:pt x="43" y="20"/>
                      <a:pt x="56" y="35"/>
                      <a:pt x="75" y="46"/>
                    </a:cubicBezTo>
                    <a:cubicBezTo>
                      <a:pt x="76" y="47"/>
                      <a:pt x="92" y="57"/>
                      <a:pt x="10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 name="Oval 17"/>
              <p:cNvSpPr>
                <a:spLocks noChangeArrowheads="1"/>
              </p:cNvSpPr>
              <p:nvPr/>
            </p:nvSpPr>
            <p:spPr bwMode="auto">
              <a:xfrm>
                <a:off x="3960813" y="-931862"/>
                <a:ext cx="177800" cy="1778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 name="Freeform 18"/>
              <p:cNvSpPr>
                <a:spLocks/>
              </p:cNvSpPr>
              <p:nvPr/>
            </p:nvSpPr>
            <p:spPr bwMode="auto">
              <a:xfrm>
                <a:off x="3463926" y="-474662"/>
                <a:ext cx="520700" cy="323850"/>
              </a:xfrm>
              <a:custGeom>
                <a:avLst/>
                <a:gdLst>
                  <a:gd name="T0" fmla="*/ 4 w 219"/>
                  <a:gd name="T1" fmla="*/ 136 h 136"/>
                  <a:gd name="T2" fmla="*/ 1 w 219"/>
                  <a:gd name="T3" fmla="*/ 134 h 136"/>
                  <a:gd name="T4" fmla="*/ 1 w 219"/>
                  <a:gd name="T5" fmla="*/ 134 h 136"/>
                  <a:gd name="T6" fmla="*/ 1 w 219"/>
                  <a:gd name="T7" fmla="*/ 130 h 136"/>
                  <a:gd name="T8" fmla="*/ 1 w 219"/>
                  <a:gd name="T9" fmla="*/ 130 h 136"/>
                  <a:gd name="T10" fmla="*/ 74 w 219"/>
                  <a:gd name="T11" fmla="*/ 3 h 136"/>
                  <a:gd name="T12" fmla="*/ 79 w 219"/>
                  <a:gd name="T13" fmla="*/ 1 h 136"/>
                  <a:gd name="T14" fmla="*/ 79 w 219"/>
                  <a:gd name="T15" fmla="*/ 1 h 136"/>
                  <a:gd name="T16" fmla="*/ 81 w 219"/>
                  <a:gd name="T17" fmla="*/ 7 h 136"/>
                  <a:gd name="T18" fmla="*/ 81 w 219"/>
                  <a:gd name="T19" fmla="*/ 7 h 136"/>
                  <a:gd name="T20" fmla="*/ 11 w 219"/>
                  <a:gd name="T21" fmla="*/ 128 h 136"/>
                  <a:gd name="T22" fmla="*/ 142 w 219"/>
                  <a:gd name="T23" fmla="*/ 128 h 136"/>
                  <a:gd name="T24" fmla="*/ 208 w 219"/>
                  <a:gd name="T25" fmla="*/ 10 h 136"/>
                  <a:gd name="T26" fmla="*/ 89 w 219"/>
                  <a:gd name="T27" fmla="*/ 10 h 136"/>
                  <a:gd name="T28" fmla="*/ 85 w 219"/>
                  <a:gd name="T29" fmla="*/ 6 h 136"/>
                  <a:gd name="T30" fmla="*/ 85 w 219"/>
                  <a:gd name="T31" fmla="*/ 6 h 136"/>
                  <a:gd name="T32" fmla="*/ 89 w 219"/>
                  <a:gd name="T33" fmla="*/ 2 h 136"/>
                  <a:gd name="T34" fmla="*/ 89 w 219"/>
                  <a:gd name="T35" fmla="*/ 2 h 136"/>
                  <a:gd name="T36" fmla="*/ 215 w 219"/>
                  <a:gd name="T37" fmla="*/ 2 h 136"/>
                  <a:gd name="T38" fmla="*/ 219 w 219"/>
                  <a:gd name="T39" fmla="*/ 4 h 136"/>
                  <a:gd name="T40" fmla="*/ 219 w 219"/>
                  <a:gd name="T41" fmla="*/ 4 h 136"/>
                  <a:gd name="T42" fmla="*/ 219 w 219"/>
                  <a:gd name="T43" fmla="*/ 8 h 136"/>
                  <a:gd name="T44" fmla="*/ 219 w 219"/>
                  <a:gd name="T45" fmla="*/ 8 h 136"/>
                  <a:gd name="T46" fmla="*/ 148 w 219"/>
                  <a:gd name="T47" fmla="*/ 134 h 136"/>
                  <a:gd name="T48" fmla="*/ 144 w 219"/>
                  <a:gd name="T49" fmla="*/ 136 h 136"/>
                  <a:gd name="T50" fmla="*/ 144 w 219"/>
                  <a:gd name="T51" fmla="*/ 136 h 136"/>
                  <a:gd name="T52" fmla="*/ 4 w 219"/>
                  <a:gd name="T53" fmla="*/ 13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19" h="136">
                    <a:moveTo>
                      <a:pt x="4" y="136"/>
                    </a:moveTo>
                    <a:cubicBezTo>
                      <a:pt x="3" y="136"/>
                      <a:pt x="1" y="136"/>
                      <a:pt x="1" y="134"/>
                    </a:cubicBezTo>
                    <a:cubicBezTo>
                      <a:pt x="1" y="134"/>
                      <a:pt x="1" y="134"/>
                      <a:pt x="1" y="134"/>
                    </a:cubicBezTo>
                    <a:cubicBezTo>
                      <a:pt x="0" y="133"/>
                      <a:pt x="0" y="131"/>
                      <a:pt x="1" y="130"/>
                    </a:cubicBezTo>
                    <a:cubicBezTo>
                      <a:pt x="1" y="130"/>
                      <a:pt x="1" y="130"/>
                      <a:pt x="1" y="130"/>
                    </a:cubicBezTo>
                    <a:cubicBezTo>
                      <a:pt x="74" y="3"/>
                      <a:pt x="74" y="3"/>
                      <a:pt x="74" y="3"/>
                    </a:cubicBezTo>
                    <a:cubicBezTo>
                      <a:pt x="75" y="1"/>
                      <a:pt x="77" y="0"/>
                      <a:pt x="79" y="1"/>
                    </a:cubicBezTo>
                    <a:cubicBezTo>
                      <a:pt x="79" y="1"/>
                      <a:pt x="79" y="1"/>
                      <a:pt x="79" y="1"/>
                    </a:cubicBezTo>
                    <a:cubicBezTo>
                      <a:pt x="81" y="2"/>
                      <a:pt x="82" y="5"/>
                      <a:pt x="81" y="7"/>
                    </a:cubicBezTo>
                    <a:cubicBezTo>
                      <a:pt x="81" y="7"/>
                      <a:pt x="81" y="7"/>
                      <a:pt x="81" y="7"/>
                    </a:cubicBezTo>
                    <a:cubicBezTo>
                      <a:pt x="11" y="128"/>
                      <a:pt x="11" y="128"/>
                      <a:pt x="11" y="128"/>
                    </a:cubicBezTo>
                    <a:cubicBezTo>
                      <a:pt x="142" y="128"/>
                      <a:pt x="142" y="128"/>
                      <a:pt x="142" y="128"/>
                    </a:cubicBezTo>
                    <a:cubicBezTo>
                      <a:pt x="208" y="10"/>
                      <a:pt x="208" y="10"/>
                      <a:pt x="208" y="10"/>
                    </a:cubicBezTo>
                    <a:cubicBezTo>
                      <a:pt x="89" y="10"/>
                      <a:pt x="89" y="10"/>
                      <a:pt x="89" y="10"/>
                    </a:cubicBezTo>
                    <a:cubicBezTo>
                      <a:pt x="87" y="10"/>
                      <a:pt x="85" y="8"/>
                      <a:pt x="85" y="6"/>
                    </a:cubicBezTo>
                    <a:cubicBezTo>
                      <a:pt x="85" y="6"/>
                      <a:pt x="85" y="6"/>
                      <a:pt x="85" y="6"/>
                    </a:cubicBezTo>
                    <a:cubicBezTo>
                      <a:pt x="85" y="4"/>
                      <a:pt x="87" y="2"/>
                      <a:pt x="89" y="2"/>
                    </a:cubicBezTo>
                    <a:cubicBezTo>
                      <a:pt x="89" y="2"/>
                      <a:pt x="89" y="2"/>
                      <a:pt x="89" y="2"/>
                    </a:cubicBezTo>
                    <a:cubicBezTo>
                      <a:pt x="215" y="2"/>
                      <a:pt x="215" y="2"/>
                      <a:pt x="215" y="2"/>
                    </a:cubicBezTo>
                    <a:cubicBezTo>
                      <a:pt x="217" y="2"/>
                      <a:pt x="218" y="3"/>
                      <a:pt x="219" y="4"/>
                    </a:cubicBezTo>
                    <a:cubicBezTo>
                      <a:pt x="219" y="4"/>
                      <a:pt x="219" y="4"/>
                      <a:pt x="219" y="4"/>
                    </a:cubicBezTo>
                    <a:cubicBezTo>
                      <a:pt x="219" y="5"/>
                      <a:pt x="219" y="7"/>
                      <a:pt x="219" y="8"/>
                    </a:cubicBezTo>
                    <a:cubicBezTo>
                      <a:pt x="219" y="8"/>
                      <a:pt x="219" y="8"/>
                      <a:pt x="219" y="8"/>
                    </a:cubicBezTo>
                    <a:cubicBezTo>
                      <a:pt x="148" y="134"/>
                      <a:pt x="148" y="134"/>
                      <a:pt x="148" y="134"/>
                    </a:cubicBezTo>
                    <a:cubicBezTo>
                      <a:pt x="147" y="135"/>
                      <a:pt x="146" y="136"/>
                      <a:pt x="144" y="136"/>
                    </a:cubicBezTo>
                    <a:cubicBezTo>
                      <a:pt x="144" y="136"/>
                      <a:pt x="144" y="136"/>
                      <a:pt x="144" y="136"/>
                    </a:cubicBezTo>
                    <a:cubicBezTo>
                      <a:pt x="4" y="136"/>
                      <a:pt x="4" y="136"/>
                      <a:pt x="4" y="1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 name="Freeform 19"/>
              <p:cNvSpPr>
                <a:spLocks noEditPoints="1"/>
              </p:cNvSpPr>
              <p:nvPr/>
            </p:nvSpPr>
            <p:spPr bwMode="auto">
              <a:xfrm>
                <a:off x="3300413" y="-355600"/>
                <a:ext cx="369888" cy="373063"/>
              </a:xfrm>
              <a:custGeom>
                <a:avLst/>
                <a:gdLst>
                  <a:gd name="T0" fmla="*/ 0 w 156"/>
                  <a:gd name="T1" fmla="*/ 78 h 157"/>
                  <a:gd name="T2" fmla="*/ 78 w 156"/>
                  <a:gd name="T3" fmla="*/ 0 h 157"/>
                  <a:gd name="T4" fmla="*/ 78 w 156"/>
                  <a:gd name="T5" fmla="*/ 0 h 157"/>
                  <a:gd name="T6" fmla="*/ 156 w 156"/>
                  <a:gd name="T7" fmla="*/ 78 h 157"/>
                  <a:gd name="T8" fmla="*/ 156 w 156"/>
                  <a:gd name="T9" fmla="*/ 78 h 157"/>
                  <a:gd name="T10" fmla="*/ 78 w 156"/>
                  <a:gd name="T11" fmla="*/ 157 h 157"/>
                  <a:gd name="T12" fmla="*/ 78 w 156"/>
                  <a:gd name="T13" fmla="*/ 157 h 157"/>
                  <a:gd name="T14" fmla="*/ 0 w 156"/>
                  <a:gd name="T15" fmla="*/ 78 h 157"/>
                  <a:gd name="T16" fmla="*/ 8 w 156"/>
                  <a:gd name="T17" fmla="*/ 78 h 157"/>
                  <a:gd name="T18" fmla="*/ 78 w 156"/>
                  <a:gd name="T19" fmla="*/ 149 h 157"/>
                  <a:gd name="T20" fmla="*/ 78 w 156"/>
                  <a:gd name="T21" fmla="*/ 149 h 157"/>
                  <a:gd name="T22" fmla="*/ 148 w 156"/>
                  <a:gd name="T23" fmla="*/ 78 h 157"/>
                  <a:gd name="T24" fmla="*/ 148 w 156"/>
                  <a:gd name="T25" fmla="*/ 78 h 157"/>
                  <a:gd name="T26" fmla="*/ 78 w 156"/>
                  <a:gd name="T27" fmla="*/ 8 h 157"/>
                  <a:gd name="T28" fmla="*/ 78 w 156"/>
                  <a:gd name="T29" fmla="*/ 8 h 157"/>
                  <a:gd name="T30" fmla="*/ 8 w 156"/>
                  <a:gd name="T31" fmla="*/ 78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6" h="157">
                    <a:moveTo>
                      <a:pt x="0" y="78"/>
                    </a:moveTo>
                    <a:cubicBezTo>
                      <a:pt x="0" y="35"/>
                      <a:pt x="35" y="0"/>
                      <a:pt x="78" y="0"/>
                    </a:cubicBezTo>
                    <a:cubicBezTo>
                      <a:pt x="78" y="0"/>
                      <a:pt x="78" y="0"/>
                      <a:pt x="78" y="0"/>
                    </a:cubicBezTo>
                    <a:cubicBezTo>
                      <a:pt x="121" y="0"/>
                      <a:pt x="156" y="35"/>
                      <a:pt x="156" y="78"/>
                    </a:cubicBezTo>
                    <a:cubicBezTo>
                      <a:pt x="156" y="78"/>
                      <a:pt x="156" y="78"/>
                      <a:pt x="156" y="78"/>
                    </a:cubicBezTo>
                    <a:cubicBezTo>
                      <a:pt x="156" y="122"/>
                      <a:pt x="121" y="157"/>
                      <a:pt x="78" y="157"/>
                    </a:cubicBezTo>
                    <a:cubicBezTo>
                      <a:pt x="78" y="157"/>
                      <a:pt x="78" y="157"/>
                      <a:pt x="78" y="157"/>
                    </a:cubicBezTo>
                    <a:cubicBezTo>
                      <a:pt x="35" y="157"/>
                      <a:pt x="0" y="122"/>
                      <a:pt x="0" y="78"/>
                    </a:cubicBezTo>
                    <a:close/>
                    <a:moveTo>
                      <a:pt x="8" y="78"/>
                    </a:moveTo>
                    <a:cubicBezTo>
                      <a:pt x="8" y="117"/>
                      <a:pt x="39" y="149"/>
                      <a:pt x="78" y="149"/>
                    </a:cubicBezTo>
                    <a:cubicBezTo>
                      <a:pt x="78" y="149"/>
                      <a:pt x="78" y="149"/>
                      <a:pt x="78" y="149"/>
                    </a:cubicBezTo>
                    <a:cubicBezTo>
                      <a:pt x="117" y="149"/>
                      <a:pt x="148" y="117"/>
                      <a:pt x="148" y="78"/>
                    </a:cubicBezTo>
                    <a:cubicBezTo>
                      <a:pt x="148" y="78"/>
                      <a:pt x="148" y="78"/>
                      <a:pt x="148" y="78"/>
                    </a:cubicBezTo>
                    <a:cubicBezTo>
                      <a:pt x="148" y="40"/>
                      <a:pt x="117" y="8"/>
                      <a:pt x="78" y="8"/>
                    </a:cubicBezTo>
                    <a:cubicBezTo>
                      <a:pt x="78" y="8"/>
                      <a:pt x="78" y="8"/>
                      <a:pt x="78" y="8"/>
                    </a:cubicBezTo>
                    <a:cubicBezTo>
                      <a:pt x="39" y="8"/>
                      <a:pt x="8" y="40"/>
                      <a:pt x="8"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 name="Freeform 20"/>
              <p:cNvSpPr>
                <a:spLocks noEditPoints="1"/>
              </p:cNvSpPr>
              <p:nvPr/>
            </p:nvSpPr>
            <p:spPr bwMode="auto">
              <a:xfrm>
                <a:off x="3927476" y="-355600"/>
                <a:ext cx="373063" cy="373063"/>
              </a:xfrm>
              <a:custGeom>
                <a:avLst/>
                <a:gdLst>
                  <a:gd name="T0" fmla="*/ 0 w 157"/>
                  <a:gd name="T1" fmla="*/ 78 h 157"/>
                  <a:gd name="T2" fmla="*/ 78 w 157"/>
                  <a:gd name="T3" fmla="*/ 0 h 157"/>
                  <a:gd name="T4" fmla="*/ 78 w 157"/>
                  <a:gd name="T5" fmla="*/ 0 h 157"/>
                  <a:gd name="T6" fmla="*/ 157 w 157"/>
                  <a:gd name="T7" fmla="*/ 78 h 157"/>
                  <a:gd name="T8" fmla="*/ 157 w 157"/>
                  <a:gd name="T9" fmla="*/ 78 h 157"/>
                  <a:gd name="T10" fmla="*/ 157 w 157"/>
                  <a:gd name="T11" fmla="*/ 78 h 157"/>
                  <a:gd name="T12" fmla="*/ 78 w 157"/>
                  <a:gd name="T13" fmla="*/ 157 h 157"/>
                  <a:gd name="T14" fmla="*/ 78 w 157"/>
                  <a:gd name="T15" fmla="*/ 157 h 157"/>
                  <a:gd name="T16" fmla="*/ 0 w 157"/>
                  <a:gd name="T17" fmla="*/ 78 h 157"/>
                  <a:gd name="T18" fmla="*/ 8 w 157"/>
                  <a:gd name="T19" fmla="*/ 78 h 157"/>
                  <a:gd name="T20" fmla="*/ 78 w 157"/>
                  <a:gd name="T21" fmla="*/ 149 h 157"/>
                  <a:gd name="T22" fmla="*/ 78 w 157"/>
                  <a:gd name="T23" fmla="*/ 149 h 157"/>
                  <a:gd name="T24" fmla="*/ 149 w 157"/>
                  <a:gd name="T25" fmla="*/ 78 h 157"/>
                  <a:gd name="T26" fmla="*/ 149 w 157"/>
                  <a:gd name="T27" fmla="*/ 78 h 157"/>
                  <a:gd name="T28" fmla="*/ 78 w 157"/>
                  <a:gd name="T29" fmla="*/ 8 h 157"/>
                  <a:gd name="T30" fmla="*/ 78 w 157"/>
                  <a:gd name="T31" fmla="*/ 8 h 157"/>
                  <a:gd name="T32" fmla="*/ 8 w 157"/>
                  <a:gd name="T33" fmla="*/ 78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7" h="157">
                    <a:moveTo>
                      <a:pt x="0" y="78"/>
                    </a:moveTo>
                    <a:cubicBezTo>
                      <a:pt x="0" y="35"/>
                      <a:pt x="35" y="0"/>
                      <a:pt x="78" y="0"/>
                    </a:cubicBezTo>
                    <a:cubicBezTo>
                      <a:pt x="78" y="0"/>
                      <a:pt x="78" y="0"/>
                      <a:pt x="78" y="0"/>
                    </a:cubicBezTo>
                    <a:cubicBezTo>
                      <a:pt x="122" y="0"/>
                      <a:pt x="157" y="35"/>
                      <a:pt x="157" y="78"/>
                    </a:cubicBezTo>
                    <a:cubicBezTo>
                      <a:pt x="157" y="78"/>
                      <a:pt x="157" y="78"/>
                      <a:pt x="157" y="78"/>
                    </a:cubicBezTo>
                    <a:cubicBezTo>
                      <a:pt x="157" y="78"/>
                      <a:pt x="157" y="78"/>
                      <a:pt x="157" y="78"/>
                    </a:cubicBezTo>
                    <a:cubicBezTo>
                      <a:pt x="157" y="122"/>
                      <a:pt x="122" y="157"/>
                      <a:pt x="78" y="157"/>
                    </a:cubicBezTo>
                    <a:cubicBezTo>
                      <a:pt x="78" y="157"/>
                      <a:pt x="78" y="157"/>
                      <a:pt x="78" y="157"/>
                    </a:cubicBezTo>
                    <a:cubicBezTo>
                      <a:pt x="35" y="157"/>
                      <a:pt x="0" y="122"/>
                      <a:pt x="0" y="78"/>
                    </a:cubicBezTo>
                    <a:close/>
                    <a:moveTo>
                      <a:pt x="8" y="78"/>
                    </a:moveTo>
                    <a:cubicBezTo>
                      <a:pt x="8" y="117"/>
                      <a:pt x="40" y="149"/>
                      <a:pt x="78" y="149"/>
                    </a:cubicBezTo>
                    <a:cubicBezTo>
                      <a:pt x="78" y="149"/>
                      <a:pt x="78" y="149"/>
                      <a:pt x="78" y="149"/>
                    </a:cubicBezTo>
                    <a:cubicBezTo>
                      <a:pt x="117" y="149"/>
                      <a:pt x="149" y="117"/>
                      <a:pt x="149" y="78"/>
                    </a:cubicBezTo>
                    <a:cubicBezTo>
                      <a:pt x="149" y="78"/>
                      <a:pt x="149" y="78"/>
                      <a:pt x="149" y="78"/>
                    </a:cubicBezTo>
                    <a:cubicBezTo>
                      <a:pt x="149" y="40"/>
                      <a:pt x="117" y="8"/>
                      <a:pt x="78" y="8"/>
                    </a:cubicBezTo>
                    <a:cubicBezTo>
                      <a:pt x="78" y="8"/>
                      <a:pt x="78" y="8"/>
                      <a:pt x="78" y="8"/>
                    </a:cubicBezTo>
                    <a:cubicBezTo>
                      <a:pt x="40" y="8"/>
                      <a:pt x="8" y="40"/>
                      <a:pt x="8"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 name="Freeform 21"/>
              <p:cNvSpPr>
                <a:spLocks noEditPoints="1"/>
              </p:cNvSpPr>
              <p:nvPr/>
            </p:nvSpPr>
            <p:spPr bwMode="auto">
              <a:xfrm>
                <a:off x="3948113" y="-557212"/>
                <a:ext cx="204788" cy="406400"/>
              </a:xfrm>
              <a:custGeom>
                <a:avLst/>
                <a:gdLst>
                  <a:gd name="T0" fmla="*/ 69 w 86"/>
                  <a:gd name="T1" fmla="*/ 168 h 171"/>
                  <a:gd name="T2" fmla="*/ 37 w 86"/>
                  <a:gd name="T3" fmla="*/ 102 h 171"/>
                  <a:gd name="T4" fmla="*/ 37 w 86"/>
                  <a:gd name="T5" fmla="*/ 102 h 171"/>
                  <a:gd name="T6" fmla="*/ 1 w 86"/>
                  <a:gd name="T7" fmla="*/ 29 h 171"/>
                  <a:gd name="T8" fmla="*/ 1 w 86"/>
                  <a:gd name="T9" fmla="*/ 29 h 171"/>
                  <a:gd name="T10" fmla="*/ 0 w 86"/>
                  <a:gd name="T11" fmla="*/ 26 h 171"/>
                  <a:gd name="T12" fmla="*/ 0 w 86"/>
                  <a:gd name="T13" fmla="*/ 26 h 171"/>
                  <a:gd name="T14" fmla="*/ 3 w 86"/>
                  <a:gd name="T15" fmla="*/ 23 h 171"/>
                  <a:gd name="T16" fmla="*/ 3 w 86"/>
                  <a:gd name="T17" fmla="*/ 23 h 171"/>
                  <a:gd name="T18" fmla="*/ 3 w 86"/>
                  <a:gd name="T19" fmla="*/ 22 h 171"/>
                  <a:gd name="T20" fmla="*/ 3 w 86"/>
                  <a:gd name="T21" fmla="*/ 22 h 171"/>
                  <a:gd name="T22" fmla="*/ 4 w 86"/>
                  <a:gd name="T23" fmla="*/ 22 h 171"/>
                  <a:gd name="T24" fmla="*/ 4 w 86"/>
                  <a:gd name="T25" fmla="*/ 22 h 171"/>
                  <a:gd name="T26" fmla="*/ 4 w 86"/>
                  <a:gd name="T27" fmla="*/ 22 h 171"/>
                  <a:gd name="T28" fmla="*/ 4 w 86"/>
                  <a:gd name="T29" fmla="*/ 22 h 171"/>
                  <a:gd name="T30" fmla="*/ 6 w 86"/>
                  <a:gd name="T31" fmla="*/ 22 h 171"/>
                  <a:gd name="T32" fmla="*/ 6 w 86"/>
                  <a:gd name="T33" fmla="*/ 22 h 171"/>
                  <a:gd name="T34" fmla="*/ 60 w 86"/>
                  <a:gd name="T35" fmla="*/ 23 h 171"/>
                  <a:gd name="T36" fmla="*/ 60 w 86"/>
                  <a:gd name="T37" fmla="*/ 23 h 171"/>
                  <a:gd name="T38" fmla="*/ 78 w 86"/>
                  <a:gd name="T39" fmla="*/ 2 h 171"/>
                  <a:gd name="T40" fmla="*/ 84 w 86"/>
                  <a:gd name="T41" fmla="*/ 2 h 171"/>
                  <a:gd name="T42" fmla="*/ 84 w 86"/>
                  <a:gd name="T43" fmla="*/ 2 h 171"/>
                  <a:gd name="T44" fmla="*/ 84 w 86"/>
                  <a:gd name="T45" fmla="*/ 8 h 171"/>
                  <a:gd name="T46" fmla="*/ 84 w 86"/>
                  <a:gd name="T47" fmla="*/ 8 h 171"/>
                  <a:gd name="T48" fmla="*/ 65 w 86"/>
                  <a:gd name="T49" fmla="*/ 30 h 171"/>
                  <a:gd name="T50" fmla="*/ 62 w 86"/>
                  <a:gd name="T51" fmla="*/ 32 h 171"/>
                  <a:gd name="T52" fmla="*/ 62 w 86"/>
                  <a:gd name="T53" fmla="*/ 32 h 171"/>
                  <a:gd name="T54" fmla="*/ 11 w 86"/>
                  <a:gd name="T55" fmla="*/ 30 h 171"/>
                  <a:gd name="T56" fmla="*/ 11 w 86"/>
                  <a:gd name="T57" fmla="*/ 30 h 171"/>
                  <a:gd name="T58" fmla="*/ 11 w 86"/>
                  <a:gd name="T59" fmla="*/ 31 h 171"/>
                  <a:gd name="T60" fmla="*/ 11 w 86"/>
                  <a:gd name="T61" fmla="*/ 31 h 171"/>
                  <a:gd name="T62" fmla="*/ 20 w 86"/>
                  <a:gd name="T63" fmla="*/ 47 h 171"/>
                  <a:gd name="T64" fmla="*/ 20 w 86"/>
                  <a:gd name="T65" fmla="*/ 47 h 171"/>
                  <a:gd name="T66" fmla="*/ 43 w 86"/>
                  <a:gd name="T67" fmla="*/ 95 h 171"/>
                  <a:gd name="T68" fmla="*/ 43 w 86"/>
                  <a:gd name="T69" fmla="*/ 95 h 171"/>
                  <a:gd name="T70" fmla="*/ 76 w 86"/>
                  <a:gd name="T71" fmla="*/ 165 h 171"/>
                  <a:gd name="T72" fmla="*/ 76 w 86"/>
                  <a:gd name="T73" fmla="*/ 165 h 171"/>
                  <a:gd name="T74" fmla="*/ 77 w 86"/>
                  <a:gd name="T75" fmla="*/ 165 h 171"/>
                  <a:gd name="T76" fmla="*/ 75 w 86"/>
                  <a:gd name="T77" fmla="*/ 170 h 171"/>
                  <a:gd name="T78" fmla="*/ 75 w 86"/>
                  <a:gd name="T79" fmla="*/ 170 h 171"/>
                  <a:gd name="T80" fmla="*/ 73 w 86"/>
                  <a:gd name="T81" fmla="*/ 171 h 171"/>
                  <a:gd name="T82" fmla="*/ 73 w 86"/>
                  <a:gd name="T83" fmla="*/ 171 h 171"/>
                  <a:gd name="T84" fmla="*/ 69 w 86"/>
                  <a:gd name="T85" fmla="*/ 168 h 171"/>
                  <a:gd name="T86" fmla="*/ 7 w 86"/>
                  <a:gd name="T87" fmla="*/ 23 h 171"/>
                  <a:gd name="T88" fmla="*/ 7 w 86"/>
                  <a:gd name="T89" fmla="*/ 23 h 171"/>
                  <a:gd name="T90" fmla="*/ 7 w 86"/>
                  <a:gd name="T91" fmla="*/ 23 h 171"/>
                  <a:gd name="T92" fmla="*/ 7 w 86"/>
                  <a:gd name="T93" fmla="*/ 23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6" h="171">
                    <a:moveTo>
                      <a:pt x="69" y="168"/>
                    </a:moveTo>
                    <a:cubicBezTo>
                      <a:pt x="69" y="168"/>
                      <a:pt x="54" y="136"/>
                      <a:pt x="37" y="102"/>
                    </a:cubicBezTo>
                    <a:cubicBezTo>
                      <a:pt x="37" y="102"/>
                      <a:pt x="37" y="102"/>
                      <a:pt x="37" y="102"/>
                    </a:cubicBezTo>
                    <a:cubicBezTo>
                      <a:pt x="21" y="69"/>
                      <a:pt x="4" y="34"/>
                      <a:pt x="1" y="29"/>
                    </a:cubicBezTo>
                    <a:cubicBezTo>
                      <a:pt x="1" y="29"/>
                      <a:pt x="1" y="29"/>
                      <a:pt x="1" y="29"/>
                    </a:cubicBezTo>
                    <a:cubicBezTo>
                      <a:pt x="1" y="29"/>
                      <a:pt x="0" y="28"/>
                      <a:pt x="0" y="26"/>
                    </a:cubicBezTo>
                    <a:cubicBezTo>
                      <a:pt x="0" y="26"/>
                      <a:pt x="0" y="26"/>
                      <a:pt x="0" y="26"/>
                    </a:cubicBezTo>
                    <a:cubicBezTo>
                      <a:pt x="1" y="23"/>
                      <a:pt x="2" y="23"/>
                      <a:pt x="3" y="23"/>
                    </a:cubicBezTo>
                    <a:cubicBezTo>
                      <a:pt x="3" y="23"/>
                      <a:pt x="3" y="23"/>
                      <a:pt x="3" y="23"/>
                    </a:cubicBezTo>
                    <a:cubicBezTo>
                      <a:pt x="3" y="22"/>
                      <a:pt x="3" y="22"/>
                      <a:pt x="3" y="22"/>
                    </a:cubicBezTo>
                    <a:cubicBezTo>
                      <a:pt x="3" y="22"/>
                      <a:pt x="3" y="22"/>
                      <a:pt x="3" y="22"/>
                    </a:cubicBezTo>
                    <a:cubicBezTo>
                      <a:pt x="4" y="22"/>
                      <a:pt x="4" y="22"/>
                      <a:pt x="4" y="22"/>
                    </a:cubicBezTo>
                    <a:cubicBezTo>
                      <a:pt x="4" y="22"/>
                      <a:pt x="4" y="22"/>
                      <a:pt x="4" y="22"/>
                    </a:cubicBezTo>
                    <a:cubicBezTo>
                      <a:pt x="4" y="22"/>
                      <a:pt x="4" y="22"/>
                      <a:pt x="4" y="22"/>
                    </a:cubicBezTo>
                    <a:cubicBezTo>
                      <a:pt x="4" y="22"/>
                      <a:pt x="4" y="22"/>
                      <a:pt x="4" y="22"/>
                    </a:cubicBezTo>
                    <a:cubicBezTo>
                      <a:pt x="5" y="22"/>
                      <a:pt x="5" y="22"/>
                      <a:pt x="6" y="22"/>
                    </a:cubicBezTo>
                    <a:cubicBezTo>
                      <a:pt x="6" y="22"/>
                      <a:pt x="6" y="22"/>
                      <a:pt x="6" y="22"/>
                    </a:cubicBezTo>
                    <a:cubicBezTo>
                      <a:pt x="13" y="22"/>
                      <a:pt x="51" y="23"/>
                      <a:pt x="60" y="23"/>
                    </a:cubicBezTo>
                    <a:cubicBezTo>
                      <a:pt x="60" y="23"/>
                      <a:pt x="60" y="23"/>
                      <a:pt x="60" y="23"/>
                    </a:cubicBezTo>
                    <a:cubicBezTo>
                      <a:pt x="78" y="2"/>
                      <a:pt x="78" y="2"/>
                      <a:pt x="78" y="2"/>
                    </a:cubicBezTo>
                    <a:cubicBezTo>
                      <a:pt x="80" y="1"/>
                      <a:pt x="82" y="0"/>
                      <a:pt x="84" y="2"/>
                    </a:cubicBezTo>
                    <a:cubicBezTo>
                      <a:pt x="84" y="2"/>
                      <a:pt x="84" y="2"/>
                      <a:pt x="84" y="2"/>
                    </a:cubicBezTo>
                    <a:cubicBezTo>
                      <a:pt x="86" y="3"/>
                      <a:pt x="86" y="6"/>
                      <a:pt x="84" y="8"/>
                    </a:cubicBezTo>
                    <a:cubicBezTo>
                      <a:pt x="84" y="8"/>
                      <a:pt x="84" y="8"/>
                      <a:pt x="84" y="8"/>
                    </a:cubicBezTo>
                    <a:cubicBezTo>
                      <a:pt x="65" y="30"/>
                      <a:pt x="65" y="30"/>
                      <a:pt x="65" y="30"/>
                    </a:cubicBezTo>
                    <a:cubicBezTo>
                      <a:pt x="64" y="31"/>
                      <a:pt x="63" y="32"/>
                      <a:pt x="62" y="32"/>
                    </a:cubicBezTo>
                    <a:cubicBezTo>
                      <a:pt x="62" y="32"/>
                      <a:pt x="62" y="32"/>
                      <a:pt x="62" y="32"/>
                    </a:cubicBezTo>
                    <a:cubicBezTo>
                      <a:pt x="62" y="32"/>
                      <a:pt x="27" y="31"/>
                      <a:pt x="11" y="30"/>
                    </a:cubicBezTo>
                    <a:cubicBezTo>
                      <a:pt x="11" y="30"/>
                      <a:pt x="11" y="30"/>
                      <a:pt x="11" y="30"/>
                    </a:cubicBezTo>
                    <a:cubicBezTo>
                      <a:pt x="11" y="31"/>
                      <a:pt x="11" y="31"/>
                      <a:pt x="11" y="31"/>
                    </a:cubicBezTo>
                    <a:cubicBezTo>
                      <a:pt x="11" y="31"/>
                      <a:pt x="11" y="31"/>
                      <a:pt x="11" y="31"/>
                    </a:cubicBezTo>
                    <a:cubicBezTo>
                      <a:pt x="14" y="35"/>
                      <a:pt x="16" y="40"/>
                      <a:pt x="20" y="47"/>
                    </a:cubicBezTo>
                    <a:cubicBezTo>
                      <a:pt x="20" y="47"/>
                      <a:pt x="20" y="47"/>
                      <a:pt x="20" y="47"/>
                    </a:cubicBezTo>
                    <a:cubicBezTo>
                      <a:pt x="26" y="60"/>
                      <a:pt x="35" y="77"/>
                      <a:pt x="43" y="95"/>
                    </a:cubicBezTo>
                    <a:cubicBezTo>
                      <a:pt x="43" y="95"/>
                      <a:pt x="43" y="95"/>
                      <a:pt x="43" y="95"/>
                    </a:cubicBezTo>
                    <a:cubicBezTo>
                      <a:pt x="60" y="130"/>
                      <a:pt x="76" y="165"/>
                      <a:pt x="76" y="165"/>
                    </a:cubicBezTo>
                    <a:cubicBezTo>
                      <a:pt x="76" y="165"/>
                      <a:pt x="76" y="165"/>
                      <a:pt x="76" y="165"/>
                    </a:cubicBezTo>
                    <a:cubicBezTo>
                      <a:pt x="77" y="165"/>
                      <a:pt x="77" y="165"/>
                      <a:pt x="77" y="165"/>
                    </a:cubicBezTo>
                    <a:cubicBezTo>
                      <a:pt x="77" y="167"/>
                      <a:pt x="77" y="169"/>
                      <a:pt x="75" y="170"/>
                    </a:cubicBezTo>
                    <a:cubicBezTo>
                      <a:pt x="75" y="170"/>
                      <a:pt x="75" y="170"/>
                      <a:pt x="75" y="170"/>
                    </a:cubicBezTo>
                    <a:cubicBezTo>
                      <a:pt x="74" y="171"/>
                      <a:pt x="73" y="171"/>
                      <a:pt x="73" y="171"/>
                    </a:cubicBezTo>
                    <a:cubicBezTo>
                      <a:pt x="73" y="171"/>
                      <a:pt x="73" y="171"/>
                      <a:pt x="73" y="171"/>
                    </a:cubicBezTo>
                    <a:cubicBezTo>
                      <a:pt x="71" y="171"/>
                      <a:pt x="70" y="170"/>
                      <a:pt x="69" y="168"/>
                    </a:cubicBezTo>
                    <a:close/>
                    <a:moveTo>
                      <a:pt x="7" y="23"/>
                    </a:moveTo>
                    <a:cubicBezTo>
                      <a:pt x="7" y="23"/>
                      <a:pt x="7" y="23"/>
                      <a:pt x="7" y="23"/>
                    </a:cubicBezTo>
                    <a:cubicBezTo>
                      <a:pt x="7" y="23"/>
                      <a:pt x="7" y="23"/>
                      <a:pt x="7" y="23"/>
                    </a:cubicBezTo>
                    <a:cubicBezTo>
                      <a:pt x="7" y="23"/>
                      <a:pt x="7" y="23"/>
                      <a:pt x="7"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 name="Freeform 22"/>
              <p:cNvSpPr>
                <a:spLocks/>
              </p:cNvSpPr>
              <p:nvPr/>
            </p:nvSpPr>
            <p:spPr bwMode="auto">
              <a:xfrm>
                <a:off x="3556001" y="-481012"/>
                <a:ext cx="100013" cy="23813"/>
              </a:xfrm>
              <a:custGeom>
                <a:avLst/>
                <a:gdLst>
                  <a:gd name="T0" fmla="*/ 38 w 42"/>
                  <a:gd name="T1" fmla="*/ 10 h 10"/>
                  <a:gd name="T2" fmla="*/ 4 w 42"/>
                  <a:gd name="T3" fmla="*/ 9 h 10"/>
                  <a:gd name="T4" fmla="*/ 0 w 42"/>
                  <a:gd name="T5" fmla="*/ 4 h 10"/>
                  <a:gd name="T6" fmla="*/ 0 w 42"/>
                  <a:gd name="T7" fmla="*/ 4 h 10"/>
                  <a:gd name="T8" fmla="*/ 4 w 42"/>
                  <a:gd name="T9" fmla="*/ 0 h 10"/>
                  <a:gd name="T10" fmla="*/ 4 w 42"/>
                  <a:gd name="T11" fmla="*/ 0 h 10"/>
                  <a:gd name="T12" fmla="*/ 38 w 42"/>
                  <a:gd name="T13" fmla="*/ 1 h 10"/>
                  <a:gd name="T14" fmla="*/ 42 w 42"/>
                  <a:gd name="T15" fmla="*/ 6 h 10"/>
                  <a:gd name="T16" fmla="*/ 42 w 42"/>
                  <a:gd name="T17" fmla="*/ 6 h 10"/>
                  <a:gd name="T18" fmla="*/ 38 w 42"/>
                  <a:gd name="T19" fmla="*/ 10 h 10"/>
                  <a:gd name="T20" fmla="*/ 38 w 42"/>
                  <a:gd name="T21" fmla="*/ 10 h 10"/>
                  <a:gd name="T22" fmla="*/ 38 w 42"/>
                  <a:gd name="T23"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10">
                    <a:moveTo>
                      <a:pt x="38" y="10"/>
                    </a:moveTo>
                    <a:cubicBezTo>
                      <a:pt x="4" y="9"/>
                      <a:pt x="4" y="9"/>
                      <a:pt x="4" y="9"/>
                    </a:cubicBezTo>
                    <a:cubicBezTo>
                      <a:pt x="2" y="9"/>
                      <a:pt x="0" y="7"/>
                      <a:pt x="0" y="4"/>
                    </a:cubicBezTo>
                    <a:cubicBezTo>
                      <a:pt x="0" y="4"/>
                      <a:pt x="0" y="4"/>
                      <a:pt x="0" y="4"/>
                    </a:cubicBezTo>
                    <a:cubicBezTo>
                      <a:pt x="0" y="2"/>
                      <a:pt x="2" y="0"/>
                      <a:pt x="4" y="0"/>
                    </a:cubicBezTo>
                    <a:cubicBezTo>
                      <a:pt x="4" y="0"/>
                      <a:pt x="4" y="0"/>
                      <a:pt x="4" y="0"/>
                    </a:cubicBezTo>
                    <a:cubicBezTo>
                      <a:pt x="38" y="1"/>
                      <a:pt x="38" y="1"/>
                      <a:pt x="38" y="1"/>
                    </a:cubicBezTo>
                    <a:cubicBezTo>
                      <a:pt x="40" y="1"/>
                      <a:pt x="42" y="3"/>
                      <a:pt x="42" y="6"/>
                    </a:cubicBezTo>
                    <a:cubicBezTo>
                      <a:pt x="42" y="6"/>
                      <a:pt x="42" y="6"/>
                      <a:pt x="42" y="6"/>
                    </a:cubicBezTo>
                    <a:cubicBezTo>
                      <a:pt x="42" y="8"/>
                      <a:pt x="40" y="10"/>
                      <a:pt x="38" y="10"/>
                    </a:cubicBezTo>
                    <a:cubicBezTo>
                      <a:pt x="38" y="10"/>
                      <a:pt x="38" y="10"/>
                      <a:pt x="38" y="10"/>
                    </a:cubicBezTo>
                    <a:cubicBezTo>
                      <a:pt x="38" y="10"/>
                      <a:pt x="38" y="10"/>
                      <a:pt x="38"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 name="Freeform 23"/>
              <p:cNvSpPr>
                <a:spLocks/>
              </p:cNvSpPr>
              <p:nvPr/>
            </p:nvSpPr>
            <p:spPr bwMode="auto">
              <a:xfrm>
                <a:off x="3587751" y="-642937"/>
                <a:ext cx="268288" cy="477838"/>
              </a:xfrm>
              <a:custGeom>
                <a:avLst/>
                <a:gdLst>
                  <a:gd name="T0" fmla="*/ 65 w 113"/>
                  <a:gd name="T1" fmla="*/ 39 h 201"/>
                  <a:gd name="T2" fmla="*/ 63 w 113"/>
                  <a:gd name="T3" fmla="*/ 38 h 201"/>
                  <a:gd name="T4" fmla="*/ 63 w 113"/>
                  <a:gd name="T5" fmla="*/ 34 h 201"/>
                  <a:gd name="T6" fmla="*/ 57 w 113"/>
                  <a:gd name="T7" fmla="*/ 25 h 201"/>
                  <a:gd name="T8" fmla="*/ 57 w 113"/>
                  <a:gd name="T9" fmla="*/ 25 h 201"/>
                  <a:gd name="T10" fmla="*/ 57 w 113"/>
                  <a:gd name="T11" fmla="*/ 24 h 201"/>
                  <a:gd name="T12" fmla="*/ 51 w 113"/>
                  <a:gd name="T13" fmla="*/ 22 h 201"/>
                  <a:gd name="T14" fmla="*/ 37 w 113"/>
                  <a:gd name="T15" fmla="*/ 19 h 201"/>
                  <a:gd name="T16" fmla="*/ 23 w 113"/>
                  <a:gd name="T17" fmla="*/ 16 h 201"/>
                  <a:gd name="T18" fmla="*/ 25 w 113"/>
                  <a:gd name="T19" fmla="*/ 0 h 201"/>
                  <a:gd name="T20" fmla="*/ 15 w 113"/>
                  <a:gd name="T21" fmla="*/ 6 h 201"/>
                  <a:gd name="T22" fmla="*/ 8 w 113"/>
                  <a:gd name="T23" fmla="*/ 15 h 201"/>
                  <a:gd name="T24" fmla="*/ 2 w 113"/>
                  <a:gd name="T25" fmla="*/ 32 h 201"/>
                  <a:gd name="T26" fmla="*/ 11 w 113"/>
                  <a:gd name="T27" fmla="*/ 64 h 201"/>
                  <a:gd name="T28" fmla="*/ 46 w 113"/>
                  <a:gd name="T29" fmla="*/ 90 h 201"/>
                  <a:gd name="T30" fmla="*/ 69 w 113"/>
                  <a:gd name="T31" fmla="*/ 111 h 201"/>
                  <a:gd name="T32" fmla="*/ 77 w 113"/>
                  <a:gd name="T33" fmla="*/ 139 h 201"/>
                  <a:gd name="T34" fmla="*/ 64 w 113"/>
                  <a:gd name="T35" fmla="*/ 195 h 201"/>
                  <a:gd name="T36" fmla="*/ 62 w 113"/>
                  <a:gd name="T37" fmla="*/ 200 h 201"/>
                  <a:gd name="T38" fmla="*/ 62 w 113"/>
                  <a:gd name="T39" fmla="*/ 200 h 201"/>
                  <a:gd name="T40" fmla="*/ 62 w 113"/>
                  <a:gd name="T41" fmla="*/ 201 h 201"/>
                  <a:gd name="T42" fmla="*/ 86 w 113"/>
                  <a:gd name="T43" fmla="*/ 201 h 201"/>
                  <a:gd name="T44" fmla="*/ 86 w 113"/>
                  <a:gd name="T45" fmla="*/ 200 h 201"/>
                  <a:gd name="T46" fmla="*/ 100 w 113"/>
                  <a:gd name="T47" fmla="*/ 172 h 201"/>
                  <a:gd name="T48" fmla="*/ 111 w 113"/>
                  <a:gd name="T49" fmla="*/ 114 h 201"/>
                  <a:gd name="T50" fmla="*/ 101 w 113"/>
                  <a:gd name="T51" fmla="*/ 85 h 201"/>
                  <a:gd name="T52" fmla="*/ 71 w 113"/>
                  <a:gd name="T53" fmla="*/ 43 h 201"/>
                  <a:gd name="T54" fmla="*/ 65 w 113"/>
                  <a:gd name="T55" fmla="*/ 39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13" h="201">
                    <a:moveTo>
                      <a:pt x="65" y="39"/>
                    </a:moveTo>
                    <a:cubicBezTo>
                      <a:pt x="64" y="39"/>
                      <a:pt x="63" y="38"/>
                      <a:pt x="63" y="38"/>
                    </a:cubicBezTo>
                    <a:cubicBezTo>
                      <a:pt x="63" y="37"/>
                      <a:pt x="60" y="23"/>
                      <a:pt x="63" y="34"/>
                    </a:cubicBezTo>
                    <a:cubicBezTo>
                      <a:pt x="57" y="25"/>
                      <a:pt x="57" y="25"/>
                      <a:pt x="57" y="25"/>
                    </a:cubicBezTo>
                    <a:cubicBezTo>
                      <a:pt x="57" y="25"/>
                      <a:pt x="57" y="25"/>
                      <a:pt x="57" y="25"/>
                    </a:cubicBezTo>
                    <a:cubicBezTo>
                      <a:pt x="57" y="25"/>
                      <a:pt x="57" y="24"/>
                      <a:pt x="57" y="24"/>
                    </a:cubicBezTo>
                    <a:cubicBezTo>
                      <a:pt x="55" y="23"/>
                      <a:pt x="52" y="23"/>
                      <a:pt x="51" y="22"/>
                    </a:cubicBezTo>
                    <a:cubicBezTo>
                      <a:pt x="46" y="21"/>
                      <a:pt x="42" y="20"/>
                      <a:pt x="37" y="19"/>
                    </a:cubicBezTo>
                    <a:cubicBezTo>
                      <a:pt x="32" y="18"/>
                      <a:pt x="27" y="17"/>
                      <a:pt x="23" y="16"/>
                    </a:cubicBezTo>
                    <a:cubicBezTo>
                      <a:pt x="19" y="15"/>
                      <a:pt x="28" y="1"/>
                      <a:pt x="25" y="0"/>
                    </a:cubicBezTo>
                    <a:cubicBezTo>
                      <a:pt x="24" y="0"/>
                      <a:pt x="15" y="5"/>
                      <a:pt x="15" y="6"/>
                    </a:cubicBezTo>
                    <a:cubicBezTo>
                      <a:pt x="13" y="7"/>
                      <a:pt x="9" y="13"/>
                      <a:pt x="8" y="15"/>
                    </a:cubicBezTo>
                    <a:cubicBezTo>
                      <a:pt x="5" y="20"/>
                      <a:pt x="2" y="27"/>
                      <a:pt x="2" y="32"/>
                    </a:cubicBezTo>
                    <a:cubicBezTo>
                      <a:pt x="0" y="44"/>
                      <a:pt x="3" y="55"/>
                      <a:pt x="11" y="64"/>
                    </a:cubicBezTo>
                    <a:cubicBezTo>
                      <a:pt x="21" y="75"/>
                      <a:pt x="34" y="82"/>
                      <a:pt x="46" y="90"/>
                    </a:cubicBezTo>
                    <a:cubicBezTo>
                      <a:pt x="55" y="96"/>
                      <a:pt x="63" y="102"/>
                      <a:pt x="69" y="111"/>
                    </a:cubicBezTo>
                    <a:cubicBezTo>
                      <a:pt x="75" y="119"/>
                      <a:pt x="77" y="129"/>
                      <a:pt x="77" y="139"/>
                    </a:cubicBezTo>
                    <a:cubicBezTo>
                      <a:pt x="77" y="158"/>
                      <a:pt x="71" y="177"/>
                      <a:pt x="64" y="195"/>
                    </a:cubicBezTo>
                    <a:cubicBezTo>
                      <a:pt x="63" y="197"/>
                      <a:pt x="63" y="198"/>
                      <a:pt x="62" y="200"/>
                    </a:cubicBezTo>
                    <a:cubicBezTo>
                      <a:pt x="62" y="200"/>
                      <a:pt x="62" y="200"/>
                      <a:pt x="62" y="200"/>
                    </a:cubicBezTo>
                    <a:cubicBezTo>
                      <a:pt x="62" y="201"/>
                      <a:pt x="62" y="201"/>
                      <a:pt x="62" y="201"/>
                    </a:cubicBezTo>
                    <a:cubicBezTo>
                      <a:pt x="86" y="201"/>
                      <a:pt x="86" y="201"/>
                      <a:pt x="86" y="201"/>
                    </a:cubicBezTo>
                    <a:cubicBezTo>
                      <a:pt x="86" y="200"/>
                      <a:pt x="86" y="200"/>
                      <a:pt x="86" y="200"/>
                    </a:cubicBezTo>
                    <a:cubicBezTo>
                      <a:pt x="92" y="192"/>
                      <a:pt x="96" y="182"/>
                      <a:pt x="100" y="172"/>
                    </a:cubicBezTo>
                    <a:cubicBezTo>
                      <a:pt x="107" y="153"/>
                      <a:pt x="113" y="134"/>
                      <a:pt x="111" y="114"/>
                    </a:cubicBezTo>
                    <a:cubicBezTo>
                      <a:pt x="109" y="104"/>
                      <a:pt x="106" y="94"/>
                      <a:pt x="101" y="85"/>
                    </a:cubicBezTo>
                    <a:cubicBezTo>
                      <a:pt x="94" y="74"/>
                      <a:pt x="81" y="52"/>
                      <a:pt x="71" y="43"/>
                    </a:cubicBezTo>
                    <a:cubicBezTo>
                      <a:pt x="68" y="40"/>
                      <a:pt x="68" y="42"/>
                      <a:pt x="65"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 name="Rectangle 24"/>
              <p:cNvSpPr>
                <a:spLocks noChangeArrowheads="1"/>
              </p:cNvSpPr>
              <p:nvPr/>
            </p:nvSpPr>
            <p:spPr bwMode="auto">
              <a:xfrm>
                <a:off x="3943351" y="-790575"/>
                <a:ext cx="1588" cy="1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 name="Freeform 25"/>
              <p:cNvSpPr>
                <a:spLocks noEditPoints="1"/>
              </p:cNvSpPr>
              <p:nvPr/>
            </p:nvSpPr>
            <p:spPr bwMode="auto">
              <a:xfrm>
                <a:off x="3606801" y="-809625"/>
                <a:ext cx="368300" cy="277813"/>
              </a:xfrm>
              <a:custGeom>
                <a:avLst/>
                <a:gdLst>
                  <a:gd name="T0" fmla="*/ 154 w 155"/>
                  <a:gd name="T1" fmla="*/ 22 h 117"/>
                  <a:gd name="T2" fmla="*/ 128 w 155"/>
                  <a:gd name="T3" fmla="*/ 2 h 117"/>
                  <a:gd name="T4" fmla="*/ 70 w 155"/>
                  <a:gd name="T5" fmla="*/ 21 h 117"/>
                  <a:gd name="T6" fmla="*/ 49 w 155"/>
                  <a:gd name="T7" fmla="*/ 36 h 117"/>
                  <a:gd name="T8" fmla="*/ 25 w 155"/>
                  <a:gd name="T9" fmla="*/ 55 h 117"/>
                  <a:gd name="T10" fmla="*/ 0 w 155"/>
                  <a:gd name="T11" fmla="*/ 85 h 117"/>
                  <a:gd name="T12" fmla="*/ 56 w 155"/>
                  <a:gd name="T13" fmla="*/ 117 h 117"/>
                  <a:gd name="T14" fmla="*/ 56 w 155"/>
                  <a:gd name="T15" fmla="*/ 117 h 117"/>
                  <a:gd name="T16" fmla="*/ 98 w 155"/>
                  <a:gd name="T17" fmla="*/ 85 h 117"/>
                  <a:gd name="T18" fmla="*/ 149 w 155"/>
                  <a:gd name="T19" fmla="*/ 43 h 117"/>
                  <a:gd name="T20" fmla="*/ 154 w 155"/>
                  <a:gd name="T21" fmla="*/ 22 h 117"/>
                  <a:gd name="T22" fmla="*/ 142 w 155"/>
                  <a:gd name="T23" fmla="*/ 8 h 117"/>
                  <a:gd name="T24" fmla="*/ 142 w 155"/>
                  <a:gd name="T25" fmla="*/ 8 h 117"/>
                  <a:gd name="T26" fmla="*/ 142 w 155"/>
                  <a:gd name="T27" fmla="*/ 8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5" h="117">
                    <a:moveTo>
                      <a:pt x="154" y="22"/>
                    </a:moveTo>
                    <a:cubicBezTo>
                      <a:pt x="152" y="12"/>
                      <a:pt x="142" y="4"/>
                      <a:pt x="128" y="2"/>
                    </a:cubicBezTo>
                    <a:cubicBezTo>
                      <a:pt x="107" y="0"/>
                      <a:pt x="87" y="9"/>
                      <a:pt x="70" y="21"/>
                    </a:cubicBezTo>
                    <a:cubicBezTo>
                      <a:pt x="63" y="26"/>
                      <a:pt x="56" y="31"/>
                      <a:pt x="49" y="36"/>
                    </a:cubicBezTo>
                    <a:cubicBezTo>
                      <a:pt x="41" y="42"/>
                      <a:pt x="33" y="48"/>
                      <a:pt x="25" y="55"/>
                    </a:cubicBezTo>
                    <a:cubicBezTo>
                      <a:pt x="16" y="64"/>
                      <a:pt x="7" y="74"/>
                      <a:pt x="0" y="85"/>
                    </a:cubicBezTo>
                    <a:cubicBezTo>
                      <a:pt x="56" y="117"/>
                      <a:pt x="56" y="117"/>
                      <a:pt x="56" y="117"/>
                    </a:cubicBezTo>
                    <a:cubicBezTo>
                      <a:pt x="56" y="117"/>
                      <a:pt x="56" y="117"/>
                      <a:pt x="56" y="117"/>
                    </a:cubicBezTo>
                    <a:cubicBezTo>
                      <a:pt x="68" y="106"/>
                      <a:pt x="88" y="93"/>
                      <a:pt x="98" y="85"/>
                    </a:cubicBezTo>
                    <a:cubicBezTo>
                      <a:pt x="115" y="71"/>
                      <a:pt x="135" y="61"/>
                      <a:pt x="149" y="43"/>
                    </a:cubicBezTo>
                    <a:cubicBezTo>
                      <a:pt x="154" y="36"/>
                      <a:pt x="155" y="28"/>
                      <a:pt x="154" y="22"/>
                    </a:cubicBezTo>
                    <a:close/>
                    <a:moveTo>
                      <a:pt x="142" y="8"/>
                    </a:moveTo>
                    <a:cubicBezTo>
                      <a:pt x="142" y="8"/>
                      <a:pt x="142" y="8"/>
                      <a:pt x="142" y="8"/>
                    </a:cubicBezTo>
                    <a:cubicBezTo>
                      <a:pt x="142" y="8"/>
                      <a:pt x="142" y="8"/>
                      <a:pt x="14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00" name="组合 99"/>
            <p:cNvGrpSpPr/>
            <p:nvPr/>
          </p:nvGrpSpPr>
          <p:grpSpPr>
            <a:xfrm>
              <a:off x="9359901" y="5393904"/>
              <a:ext cx="782637" cy="679450"/>
              <a:chOff x="7912101" y="-682625"/>
              <a:chExt cx="782637" cy="679450"/>
            </a:xfrm>
            <a:solidFill>
              <a:schemeClr val="bg1"/>
            </a:solidFill>
          </p:grpSpPr>
          <p:sp>
            <p:nvSpPr>
              <p:cNvPr id="25" name="Freeform 26"/>
              <p:cNvSpPr>
                <a:spLocks/>
              </p:cNvSpPr>
              <p:nvPr/>
            </p:nvSpPr>
            <p:spPr bwMode="auto">
              <a:xfrm>
                <a:off x="8007351" y="-139700"/>
                <a:ext cx="684213" cy="136525"/>
              </a:xfrm>
              <a:custGeom>
                <a:avLst/>
                <a:gdLst>
                  <a:gd name="T0" fmla="*/ 249 w 288"/>
                  <a:gd name="T1" fmla="*/ 4 h 57"/>
                  <a:gd name="T2" fmla="*/ 230 w 288"/>
                  <a:gd name="T3" fmla="*/ 11 h 57"/>
                  <a:gd name="T4" fmla="*/ 216 w 288"/>
                  <a:gd name="T5" fmla="*/ 25 h 57"/>
                  <a:gd name="T6" fmla="*/ 204 w 288"/>
                  <a:gd name="T7" fmla="*/ 18 h 57"/>
                  <a:gd name="T8" fmla="*/ 191 w 288"/>
                  <a:gd name="T9" fmla="*/ 7 h 57"/>
                  <a:gd name="T10" fmla="*/ 167 w 288"/>
                  <a:gd name="T11" fmla="*/ 8 h 57"/>
                  <a:gd name="T12" fmla="*/ 149 w 288"/>
                  <a:gd name="T13" fmla="*/ 24 h 57"/>
                  <a:gd name="T14" fmla="*/ 134 w 288"/>
                  <a:gd name="T15" fmla="*/ 16 h 57"/>
                  <a:gd name="T16" fmla="*/ 124 w 288"/>
                  <a:gd name="T17" fmla="*/ 8 h 57"/>
                  <a:gd name="T18" fmla="*/ 84 w 288"/>
                  <a:gd name="T19" fmla="*/ 19 h 57"/>
                  <a:gd name="T20" fmla="*/ 72 w 288"/>
                  <a:gd name="T21" fmla="*/ 24 h 57"/>
                  <a:gd name="T22" fmla="*/ 52 w 288"/>
                  <a:gd name="T23" fmla="*/ 8 h 57"/>
                  <a:gd name="T24" fmla="*/ 26 w 288"/>
                  <a:gd name="T25" fmla="*/ 9 h 57"/>
                  <a:gd name="T26" fmla="*/ 1 w 288"/>
                  <a:gd name="T27" fmla="*/ 23 h 57"/>
                  <a:gd name="T28" fmla="*/ 1 w 288"/>
                  <a:gd name="T29" fmla="*/ 42 h 57"/>
                  <a:gd name="T30" fmla="*/ 1 w 288"/>
                  <a:gd name="T31" fmla="*/ 54 h 57"/>
                  <a:gd name="T32" fmla="*/ 9 w 288"/>
                  <a:gd name="T33" fmla="*/ 55 h 57"/>
                  <a:gd name="T34" fmla="*/ 22 w 288"/>
                  <a:gd name="T35" fmla="*/ 49 h 57"/>
                  <a:gd name="T36" fmla="*/ 41 w 288"/>
                  <a:gd name="T37" fmla="*/ 37 h 57"/>
                  <a:gd name="T38" fmla="*/ 57 w 288"/>
                  <a:gd name="T39" fmla="*/ 46 h 57"/>
                  <a:gd name="T40" fmla="*/ 65 w 288"/>
                  <a:gd name="T41" fmla="*/ 52 h 57"/>
                  <a:gd name="T42" fmla="*/ 90 w 288"/>
                  <a:gd name="T43" fmla="*/ 50 h 57"/>
                  <a:gd name="T44" fmla="*/ 102 w 288"/>
                  <a:gd name="T45" fmla="*/ 40 h 57"/>
                  <a:gd name="T46" fmla="*/ 113 w 288"/>
                  <a:gd name="T47" fmla="*/ 35 h 57"/>
                  <a:gd name="T48" fmla="*/ 121 w 288"/>
                  <a:gd name="T49" fmla="*/ 44 h 57"/>
                  <a:gd name="T50" fmla="*/ 154 w 288"/>
                  <a:gd name="T51" fmla="*/ 52 h 57"/>
                  <a:gd name="T52" fmla="*/ 170 w 288"/>
                  <a:gd name="T53" fmla="*/ 42 h 57"/>
                  <a:gd name="T54" fmla="*/ 185 w 288"/>
                  <a:gd name="T55" fmla="*/ 38 h 57"/>
                  <a:gd name="T56" fmla="*/ 214 w 288"/>
                  <a:gd name="T57" fmla="*/ 55 h 57"/>
                  <a:gd name="T58" fmla="*/ 234 w 288"/>
                  <a:gd name="T59" fmla="*/ 46 h 57"/>
                  <a:gd name="T60" fmla="*/ 247 w 288"/>
                  <a:gd name="T61" fmla="*/ 35 h 57"/>
                  <a:gd name="T62" fmla="*/ 259 w 288"/>
                  <a:gd name="T63" fmla="*/ 42 h 57"/>
                  <a:gd name="T64" fmla="*/ 284 w 288"/>
                  <a:gd name="T65" fmla="*/ 55 h 57"/>
                  <a:gd name="T66" fmla="*/ 288 w 288"/>
                  <a:gd name="T67" fmla="*/ 55 h 57"/>
                  <a:gd name="T68" fmla="*/ 288 w 288"/>
                  <a:gd name="T69" fmla="*/ 50 h 57"/>
                  <a:gd name="T70" fmla="*/ 288 w 288"/>
                  <a:gd name="T71" fmla="*/ 25 h 57"/>
                  <a:gd name="T72" fmla="*/ 281 w 288"/>
                  <a:gd name="T73" fmla="*/ 25 h 57"/>
                  <a:gd name="T74" fmla="*/ 268 w 288"/>
                  <a:gd name="T75" fmla="*/ 11 h 57"/>
                  <a:gd name="T76" fmla="*/ 249 w 288"/>
                  <a:gd name="T77" fmla="*/ 4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88" h="57">
                    <a:moveTo>
                      <a:pt x="249" y="4"/>
                    </a:moveTo>
                    <a:cubicBezTo>
                      <a:pt x="242" y="4"/>
                      <a:pt x="235" y="7"/>
                      <a:pt x="230" y="11"/>
                    </a:cubicBezTo>
                    <a:cubicBezTo>
                      <a:pt x="225" y="16"/>
                      <a:pt x="222" y="23"/>
                      <a:pt x="216" y="25"/>
                    </a:cubicBezTo>
                    <a:cubicBezTo>
                      <a:pt x="211" y="27"/>
                      <a:pt x="207" y="22"/>
                      <a:pt x="204" y="18"/>
                    </a:cubicBezTo>
                    <a:cubicBezTo>
                      <a:pt x="200" y="14"/>
                      <a:pt x="196" y="10"/>
                      <a:pt x="191" y="7"/>
                    </a:cubicBezTo>
                    <a:cubicBezTo>
                      <a:pt x="183" y="4"/>
                      <a:pt x="175" y="4"/>
                      <a:pt x="167" y="8"/>
                    </a:cubicBezTo>
                    <a:cubicBezTo>
                      <a:pt x="160" y="11"/>
                      <a:pt x="156" y="19"/>
                      <a:pt x="149" y="24"/>
                    </a:cubicBezTo>
                    <a:cubicBezTo>
                      <a:pt x="143" y="29"/>
                      <a:pt x="137" y="20"/>
                      <a:pt x="134" y="16"/>
                    </a:cubicBezTo>
                    <a:cubicBezTo>
                      <a:pt x="131" y="13"/>
                      <a:pt x="128" y="10"/>
                      <a:pt x="124" y="8"/>
                    </a:cubicBezTo>
                    <a:cubicBezTo>
                      <a:pt x="109" y="0"/>
                      <a:pt x="94" y="7"/>
                      <a:pt x="84" y="19"/>
                    </a:cubicBezTo>
                    <a:cubicBezTo>
                      <a:pt x="81" y="22"/>
                      <a:pt x="77" y="26"/>
                      <a:pt x="72" y="24"/>
                    </a:cubicBezTo>
                    <a:cubicBezTo>
                      <a:pt x="64" y="21"/>
                      <a:pt x="60" y="11"/>
                      <a:pt x="52" y="8"/>
                    </a:cubicBezTo>
                    <a:cubicBezTo>
                      <a:pt x="43" y="4"/>
                      <a:pt x="34" y="4"/>
                      <a:pt x="26" y="9"/>
                    </a:cubicBezTo>
                    <a:cubicBezTo>
                      <a:pt x="18" y="14"/>
                      <a:pt x="12" y="25"/>
                      <a:pt x="1" y="23"/>
                    </a:cubicBezTo>
                    <a:cubicBezTo>
                      <a:pt x="0" y="30"/>
                      <a:pt x="0" y="33"/>
                      <a:pt x="1" y="42"/>
                    </a:cubicBezTo>
                    <a:cubicBezTo>
                      <a:pt x="1" y="44"/>
                      <a:pt x="1" y="50"/>
                      <a:pt x="1" y="54"/>
                    </a:cubicBezTo>
                    <a:cubicBezTo>
                      <a:pt x="2" y="57"/>
                      <a:pt x="7" y="56"/>
                      <a:pt x="9" y="55"/>
                    </a:cubicBezTo>
                    <a:cubicBezTo>
                      <a:pt x="13" y="54"/>
                      <a:pt x="19" y="51"/>
                      <a:pt x="22" y="49"/>
                    </a:cubicBezTo>
                    <a:cubicBezTo>
                      <a:pt x="28" y="45"/>
                      <a:pt x="32" y="36"/>
                      <a:pt x="41" y="37"/>
                    </a:cubicBezTo>
                    <a:cubicBezTo>
                      <a:pt x="47" y="37"/>
                      <a:pt x="52" y="42"/>
                      <a:pt x="57" y="46"/>
                    </a:cubicBezTo>
                    <a:cubicBezTo>
                      <a:pt x="59" y="48"/>
                      <a:pt x="62" y="51"/>
                      <a:pt x="65" y="52"/>
                    </a:cubicBezTo>
                    <a:cubicBezTo>
                      <a:pt x="74" y="57"/>
                      <a:pt x="82" y="54"/>
                      <a:pt x="90" y="50"/>
                    </a:cubicBezTo>
                    <a:cubicBezTo>
                      <a:pt x="95" y="47"/>
                      <a:pt x="98" y="43"/>
                      <a:pt x="102" y="40"/>
                    </a:cubicBezTo>
                    <a:cubicBezTo>
                      <a:pt x="104" y="37"/>
                      <a:pt x="109" y="32"/>
                      <a:pt x="113" y="35"/>
                    </a:cubicBezTo>
                    <a:cubicBezTo>
                      <a:pt x="117" y="37"/>
                      <a:pt x="119" y="41"/>
                      <a:pt x="121" y="44"/>
                    </a:cubicBezTo>
                    <a:cubicBezTo>
                      <a:pt x="130" y="53"/>
                      <a:pt x="143" y="57"/>
                      <a:pt x="154" y="52"/>
                    </a:cubicBezTo>
                    <a:cubicBezTo>
                      <a:pt x="160" y="50"/>
                      <a:pt x="166" y="47"/>
                      <a:pt x="170" y="42"/>
                    </a:cubicBezTo>
                    <a:cubicBezTo>
                      <a:pt x="174" y="38"/>
                      <a:pt x="179" y="32"/>
                      <a:pt x="185" y="38"/>
                    </a:cubicBezTo>
                    <a:cubicBezTo>
                      <a:pt x="193" y="46"/>
                      <a:pt x="201" y="55"/>
                      <a:pt x="214" y="55"/>
                    </a:cubicBezTo>
                    <a:cubicBezTo>
                      <a:pt x="222" y="55"/>
                      <a:pt x="228" y="51"/>
                      <a:pt x="234" y="46"/>
                    </a:cubicBezTo>
                    <a:cubicBezTo>
                      <a:pt x="238" y="43"/>
                      <a:pt x="241" y="36"/>
                      <a:pt x="247" y="35"/>
                    </a:cubicBezTo>
                    <a:cubicBezTo>
                      <a:pt x="252" y="33"/>
                      <a:pt x="256" y="38"/>
                      <a:pt x="259" y="42"/>
                    </a:cubicBezTo>
                    <a:cubicBezTo>
                      <a:pt x="265" y="50"/>
                      <a:pt x="273" y="55"/>
                      <a:pt x="284" y="55"/>
                    </a:cubicBezTo>
                    <a:cubicBezTo>
                      <a:pt x="288" y="55"/>
                      <a:pt x="288" y="55"/>
                      <a:pt x="288" y="55"/>
                    </a:cubicBezTo>
                    <a:cubicBezTo>
                      <a:pt x="288" y="55"/>
                      <a:pt x="288" y="51"/>
                      <a:pt x="288" y="50"/>
                    </a:cubicBezTo>
                    <a:cubicBezTo>
                      <a:pt x="288" y="42"/>
                      <a:pt x="288" y="34"/>
                      <a:pt x="288" y="25"/>
                    </a:cubicBezTo>
                    <a:cubicBezTo>
                      <a:pt x="286" y="25"/>
                      <a:pt x="283" y="26"/>
                      <a:pt x="281" y="25"/>
                    </a:cubicBezTo>
                    <a:cubicBezTo>
                      <a:pt x="275" y="22"/>
                      <a:pt x="272" y="15"/>
                      <a:pt x="268" y="11"/>
                    </a:cubicBezTo>
                    <a:cubicBezTo>
                      <a:pt x="262" y="7"/>
                      <a:pt x="256" y="4"/>
                      <a:pt x="249"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 name="Oval 27"/>
              <p:cNvSpPr>
                <a:spLocks noChangeArrowheads="1"/>
              </p:cNvSpPr>
              <p:nvPr/>
            </p:nvSpPr>
            <p:spPr bwMode="auto">
              <a:xfrm>
                <a:off x="7912101" y="-417512"/>
                <a:ext cx="192088" cy="1920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 name="Freeform 28"/>
              <p:cNvSpPr>
                <a:spLocks/>
              </p:cNvSpPr>
              <p:nvPr/>
            </p:nvSpPr>
            <p:spPr bwMode="auto">
              <a:xfrm>
                <a:off x="7999413" y="-682625"/>
                <a:ext cx="695325" cy="547688"/>
              </a:xfrm>
              <a:custGeom>
                <a:avLst/>
                <a:gdLst>
                  <a:gd name="T0" fmla="*/ 69 w 292"/>
                  <a:gd name="T1" fmla="*/ 226 h 231"/>
                  <a:gd name="T2" fmla="*/ 78 w 292"/>
                  <a:gd name="T3" fmla="*/ 231 h 231"/>
                  <a:gd name="T4" fmla="*/ 86 w 292"/>
                  <a:gd name="T5" fmla="*/ 226 h 231"/>
                  <a:gd name="T6" fmla="*/ 111 w 292"/>
                  <a:gd name="T7" fmla="*/ 214 h 231"/>
                  <a:gd name="T8" fmla="*/ 136 w 292"/>
                  <a:gd name="T9" fmla="*/ 226 h 231"/>
                  <a:gd name="T10" fmla="*/ 144 w 292"/>
                  <a:gd name="T11" fmla="*/ 231 h 231"/>
                  <a:gd name="T12" fmla="*/ 152 w 292"/>
                  <a:gd name="T13" fmla="*/ 227 h 231"/>
                  <a:gd name="T14" fmla="*/ 177 w 292"/>
                  <a:gd name="T15" fmla="*/ 214 h 231"/>
                  <a:gd name="T16" fmla="*/ 201 w 292"/>
                  <a:gd name="T17" fmla="*/ 226 h 231"/>
                  <a:gd name="T18" fmla="*/ 209 w 292"/>
                  <a:gd name="T19" fmla="*/ 231 h 231"/>
                  <a:gd name="T20" fmla="*/ 218 w 292"/>
                  <a:gd name="T21" fmla="*/ 226 h 231"/>
                  <a:gd name="T22" fmla="*/ 237 w 292"/>
                  <a:gd name="T23" fmla="*/ 214 h 231"/>
                  <a:gd name="T24" fmla="*/ 258 w 292"/>
                  <a:gd name="T25" fmla="*/ 218 h 231"/>
                  <a:gd name="T26" fmla="*/ 271 w 292"/>
                  <a:gd name="T27" fmla="*/ 223 h 231"/>
                  <a:gd name="T28" fmla="*/ 282 w 292"/>
                  <a:gd name="T29" fmla="*/ 225 h 231"/>
                  <a:gd name="T30" fmla="*/ 288 w 292"/>
                  <a:gd name="T31" fmla="*/ 221 h 231"/>
                  <a:gd name="T32" fmla="*/ 153 w 292"/>
                  <a:gd name="T33" fmla="*/ 138 h 231"/>
                  <a:gd name="T34" fmla="*/ 151 w 292"/>
                  <a:gd name="T35" fmla="*/ 27 h 231"/>
                  <a:gd name="T36" fmla="*/ 71 w 292"/>
                  <a:gd name="T37" fmla="*/ 0 h 231"/>
                  <a:gd name="T38" fmla="*/ 1 w 292"/>
                  <a:gd name="T39" fmla="*/ 21 h 231"/>
                  <a:gd name="T40" fmla="*/ 0 w 292"/>
                  <a:gd name="T41" fmla="*/ 22 h 231"/>
                  <a:gd name="T42" fmla="*/ 14 w 292"/>
                  <a:gd name="T43" fmla="*/ 42 h 231"/>
                  <a:gd name="T44" fmla="*/ 15 w 292"/>
                  <a:gd name="T45" fmla="*/ 42 h 231"/>
                  <a:gd name="T46" fmla="*/ 60 w 292"/>
                  <a:gd name="T47" fmla="*/ 37 h 231"/>
                  <a:gd name="T48" fmla="*/ 113 w 292"/>
                  <a:gd name="T49" fmla="*/ 76 h 231"/>
                  <a:gd name="T50" fmla="*/ 82 w 292"/>
                  <a:gd name="T51" fmla="*/ 126 h 231"/>
                  <a:gd name="T52" fmla="*/ 29 w 292"/>
                  <a:gd name="T53" fmla="*/ 219 h 231"/>
                  <a:gd name="T54" fmla="*/ 45 w 292"/>
                  <a:gd name="T55" fmla="*/ 214 h 231"/>
                  <a:gd name="T56" fmla="*/ 69 w 292"/>
                  <a:gd name="T57" fmla="*/ 226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2" h="231">
                    <a:moveTo>
                      <a:pt x="69" y="226"/>
                    </a:moveTo>
                    <a:cubicBezTo>
                      <a:pt x="73" y="230"/>
                      <a:pt x="74" y="231"/>
                      <a:pt x="78" y="231"/>
                    </a:cubicBezTo>
                    <a:cubicBezTo>
                      <a:pt x="81" y="231"/>
                      <a:pt x="82" y="230"/>
                      <a:pt x="86" y="226"/>
                    </a:cubicBezTo>
                    <a:cubicBezTo>
                      <a:pt x="91" y="221"/>
                      <a:pt x="98" y="214"/>
                      <a:pt x="111" y="214"/>
                    </a:cubicBezTo>
                    <a:cubicBezTo>
                      <a:pt x="124" y="214"/>
                      <a:pt x="131" y="221"/>
                      <a:pt x="136" y="226"/>
                    </a:cubicBezTo>
                    <a:cubicBezTo>
                      <a:pt x="140" y="231"/>
                      <a:pt x="141" y="231"/>
                      <a:pt x="144" y="231"/>
                    </a:cubicBezTo>
                    <a:cubicBezTo>
                      <a:pt x="147" y="231"/>
                      <a:pt x="148" y="231"/>
                      <a:pt x="152" y="227"/>
                    </a:cubicBezTo>
                    <a:cubicBezTo>
                      <a:pt x="157" y="222"/>
                      <a:pt x="164" y="214"/>
                      <a:pt x="177" y="214"/>
                    </a:cubicBezTo>
                    <a:cubicBezTo>
                      <a:pt x="190" y="214"/>
                      <a:pt x="196" y="222"/>
                      <a:pt x="201" y="226"/>
                    </a:cubicBezTo>
                    <a:cubicBezTo>
                      <a:pt x="205" y="230"/>
                      <a:pt x="206" y="231"/>
                      <a:pt x="209" y="231"/>
                    </a:cubicBezTo>
                    <a:cubicBezTo>
                      <a:pt x="212" y="231"/>
                      <a:pt x="214" y="230"/>
                      <a:pt x="218" y="226"/>
                    </a:cubicBezTo>
                    <a:cubicBezTo>
                      <a:pt x="223" y="221"/>
                      <a:pt x="230" y="216"/>
                      <a:pt x="237" y="214"/>
                    </a:cubicBezTo>
                    <a:cubicBezTo>
                      <a:pt x="244" y="213"/>
                      <a:pt x="251" y="215"/>
                      <a:pt x="258" y="218"/>
                    </a:cubicBezTo>
                    <a:cubicBezTo>
                      <a:pt x="262" y="220"/>
                      <a:pt x="266" y="222"/>
                      <a:pt x="271" y="223"/>
                    </a:cubicBezTo>
                    <a:cubicBezTo>
                      <a:pt x="274" y="224"/>
                      <a:pt x="278" y="225"/>
                      <a:pt x="282" y="225"/>
                    </a:cubicBezTo>
                    <a:cubicBezTo>
                      <a:pt x="284" y="225"/>
                      <a:pt x="292" y="224"/>
                      <a:pt x="288" y="221"/>
                    </a:cubicBezTo>
                    <a:cubicBezTo>
                      <a:pt x="246" y="187"/>
                      <a:pt x="164" y="143"/>
                      <a:pt x="153" y="138"/>
                    </a:cubicBezTo>
                    <a:cubicBezTo>
                      <a:pt x="168" y="104"/>
                      <a:pt x="180" y="58"/>
                      <a:pt x="151" y="27"/>
                    </a:cubicBezTo>
                    <a:cubicBezTo>
                      <a:pt x="129" y="5"/>
                      <a:pt x="101" y="0"/>
                      <a:pt x="71" y="0"/>
                    </a:cubicBezTo>
                    <a:cubicBezTo>
                      <a:pt x="26" y="0"/>
                      <a:pt x="1" y="21"/>
                      <a:pt x="1" y="21"/>
                    </a:cubicBezTo>
                    <a:cubicBezTo>
                      <a:pt x="0" y="22"/>
                      <a:pt x="0" y="22"/>
                      <a:pt x="0" y="22"/>
                    </a:cubicBezTo>
                    <a:cubicBezTo>
                      <a:pt x="14" y="42"/>
                      <a:pt x="14" y="42"/>
                      <a:pt x="14" y="42"/>
                    </a:cubicBezTo>
                    <a:cubicBezTo>
                      <a:pt x="15" y="42"/>
                      <a:pt x="15" y="42"/>
                      <a:pt x="15" y="42"/>
                    </a:cubicBezTo>
                    <a:cubicBezTo>
                      <a:pt x="33" y="38"/>
                      <a:pt x="48" y="37"/>
                      <a:pt x="60" y="37"/>
                    </a:cubicBezTo>
                    <a:cubicBezTo>
                      <a:pt x="84" y="37"/>
                      <a:pt x="121" y="43"/>
                      <a:pt x="113" y="76"/>
                    </a:cubicBezTo>
                    <a:cubicBezTo>
                      <a:pt x="108" y="95"/>
                      <a:pt x="94" y="111"/>
                      <a:pt x="82" y="126"/>
                    </a:cubicBezTo>
                    <a:cubicBezTo>
                      <a:pt x="61" y="154"/>
                      <a:pt x="40" y="185"/>
                      <a:pt x="29" y="219"/>
                    </a:cubicBezTo>
                    <a:cubicBezTo>
                      <a:pt x="33" y="216"/>
                      <a:pt x="39" y="214"/>
                      <a:pt x="45" y="214"/>
                    </a:cubicBezTo>
                    <a:cubicBezTo>
                      <a:pt x="58" y="214"/>
                      <a:pt x="65" y="222"/>
                      <a:pt x="69" y="2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01" name="组合 100"/>
            <p:cNvGrpSpPr/>
            <p:nvPr/>
          </p:nvGrpSpPr>
          <p:grpSpPr>
            <a:xfrm>
              <a:off x="10809938" y="3244896"/>
              <a:ext cx="790575" cy="1022350"/>
              <a:chOff x="11033126" y="-1001712"/>
              <a:chExt cx="790575" cy="1022350"/>
            </a:xfrm>
            <a:solidFill>
              <a:schemeClr val="bg1"/>
            </a:solidFill>
          </p:grpSpPr>
          <p:sp>
            <p:nvSpPr>
              <p:cNvPr id="65" name="Freeform 46"/>
              <p:cNvSpPr>
                <a:spLocks/>
              </p:cNvSpPr>
              <p:nvPr/>
            </p:nvSpPr>
            <p:spPr bwMode="auto">
              <a:xfrm>
                <a:off x="11056938" y="-1001712"/>
                <a:ext cx="207963" cy="209550"/>
              </a:xfrm>
              <a:custGeom>
                <a:avLst/>
                <a:gdLst>
                  <a:gd name="T0" fmla="*/ 8 w 87"/>
                  <a:gd name="T1" fmla="*/ 29 h 88"/>
                  <a:gd name="T2" fmla="*/ 29 w 87"/>
                  <a:gd name="T3" fmla="*/ 79 h 88"/>
                  <a:gd name="T4" fmla="*/ 79 w 87"/>
                  <a:gd name="T5" fmla="*/ 59 h 88"/>
                  <a:gd name="T6" fmla="*/ 58 w 87"/>
                  <a:gd name="T7" fmla="*/ 9 h 88"/>
                  <a:gd name="T8" fmla="*/ 8 w 87"/>
                  <a:gd name="T9" fmla="*/ 29 h 88"/>
                </a:gdLst>
                <a:ahLst/>
                <a:cxnLst>
                  <a:cxn ang="0">
                    <a:pos x="T0" y="T1"/>
                  </a:cxn>
                  <a:cxn ang="0">
                    <a:pos x="T2" y="T3"/>
                  </a:cxn>
                  <a:cxn ang="0">
                    <a:pos x="T4" y="T5"/>
                  </a:cxn>
                  <a:cxn ang="0">
                    <a:pos x="T6" y="T7"/>
                  </a:cxn>
                  <a:cxn ang="0">
                    <a:pos x="T8" y="T9"/>
                  </a:cxn>
                </a:cxnLst>
                <a:rect l="0" t="0" r="r" b="b"/>
                <a:pathLst>
                  <a:path w="87" h="88">
                    <a:moveTo>
                      <a:pt x="8" y="29"/>
                    </a:moveTo>
                    <a:cubicBezTo>
                      <a:pt x="0" y="49"/>
                      <a:pt x="9" y="71"/>
                      <a:pt x="29" y="79"/>
                    </a:cubicBezTo>
                    <a:cubicBezTo>
                      <a:pt x="48" y="88"/>
                      <a:pt x="71" y="78"/>
                      <a:pt x="79" y="59"/>
                    </a:cubicBezTo>
                    <a:cubicBezTo>
                      <a:pt x="87" y="39"/>
                      <a:pt x="78" y="17"/>
                      <a:pt x="58" y="9"/>
                    </a:cubicBezTo>
                    <a:cubicBezTo>
                      <a:pt x="39" y="0"/>
                      <a:pt x="16" y="9"/>
                      <a:pt x="8"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 name="Freeform 47"/>
              <p:cNvSpPr>
                <a:spLocks/>
              </p:cNvSpPr>
              <p:nvPr/>
            </p:nvSpPr>
            <p:spPr bwMode="auto">
              <a:xfrm>
                <a:off x="11033126" y="-777875"/>
                <a:ext cx="261938" cy="277813"/>
              </a:xfrm>
              <a:custGeom>
                <a:avLst/>
                <a:gdLst>
                  <a:gd name="T0" fmla="*/ 76 w 110"/>
                  <a:gd name="T1" fmla="*/ 0 h 117"/>
                  <a:gd name="T2" fmla="*/ 68 w 110"/>
                  <a:gd name="T3" fmla="*/ 3 h 117"/>
                  <a:gd name="T4" fmla="*/ 59 w 110"/>
                  <a:gd name="T5" fmla="*/ 48 h 117"/>
                  <a:gd name="T6" fmla="*/ 59 w 110"/>
                  <a:gd name="T7" fmla="*/ 65 h 117"/>
                  <a:gd name="T8" fmla="*/ 55 w 110"/>
                  <a:gd name="T9" fmla="*/ 78 h 117"/>
                  <a:gd name="T10" fmla="*/ 0 w 110"/>
                  <a:gd name="T11" fmla="*/ 100 h 117"/>
                  <a:gd name="T12" fmla="*/ 6 w 110"/>
                  <a:gd name="T13" fmla="*/ 117 h 117"/>
                  <a:gd name="T14" fmla="*/ 57 w 110"/>
                  <a:gd name="T15" fmla="*/ 104 h 117"/>
                  <a:gd name="T16" fmla="*/ 79 w 110"/>
                  <a:gd name="T17" fmla="*/ 97 h 117"/>
                  <a:gd name="T18" fmla="*/ 91 w 110"/>
                  <a:gd name="T19" fmla="*/ 78 h 117"/>
                  <a:gd name="T20" fmla="*/ 97 w 110"/>
                  <a:gd name="T21" fmla="*/ 59 h 117"/>
                  <a:gd name="T22" fmla="*/ 107 w 110"/>
                  <a:gd name="T23" fmla="*/ 26 h 117"/>
                  <a:gd name="T24" fmla="*/ 110 w 110"/>
                  <a:gd name="T25" fmla="*/ 20 h 117"/>
                  <a:gd name="T26" fmla="*/ 76 w 110"/>
                  <a:gd name="T2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117">
                    <a:moveTo>
                      <a:pt x="76" y="0"/>
                    </a:moveTo>
                    <a:cubicBezTo>
                      <a:pt x="79" y="1"/>
                      <a:pt x="68" y="2"/>
                      <a:pt x="68" y="3"/>
                    </a:cubicBezTo>
                    <a:cubicBezTo>
                      <a:pt x="62" y="14"/>
                      <a:pt x="60" y="35"/>
                      <a:pt x="59" y="48"/>
                    </a:cubicBezTo>
                    <a:cubicBezTo>
                      <a:pt x="59" y="54"/>
                      <a:pt x="59" y="59"/>
                      <a:pt x="59" y="65"/>
                    </a:cubicBezTo>
                    <a:cubicBezTo>
                      <a:pt x="59" y="69"/>
                      <a:pt x="60" y="76"/>
                      <a:pt x="55" y="78"/>
                    </a:cubicBezTo>
                    <a:cubicBezTo>
                      <a:pt x="50" y="81"/>
                      <a:pt x="12" y="95"/>
                      <a:pt x="0" y="100"/>
                    </a:cubicBezTo>
                    <a:cubicBezTo>
                      <a:pt x="0" y="100"/>
                      <a:pt x="6" y="117"/>
                      <a:pt x="6" y="117"/>
                    </a:cubicBezTo>
                    <a:cubicBezTo>
                      <a:pt x="22" y="112"/>
                      <a:pt x="40" y="108"/>
                      <a:pt x="57" y="104"/>
                    </a:cubicBezTo>
                    <a:cubicBezTo>
                      <a:pt x="65" y="102"/>
                      <a:pt x="72" y="100"/>
                      <a:pt x="79" y="97"/>
                    </a:cubicBezTo>
                    <a:cubicBezTo>
                      <a:pt x="87" y="93"/>
                      <a:pt x="89" y="86"/>
                      <a:pt x="91" y="78"/>
                    </a:cubicBezTo>
                    <a:cubicBezTo>
                      <a:pt x="93" y="72"/>
                      <a:pt x="95" y="65"/>
                      <a:pt x="97" y="59"/>
                    </a:cubicBezTo>
                    <a:cubicBezTo>
                      <a:pt x="100" y="48"/>
                      <a:pt x="104" y="37"/>
                      <a:pt x="107" y="26"/>
                    </a:cubicBezTo>
                    <a:cubicBezTo>
                      <a:pt x="108" y="26"/>
                      <a:pt x="110" y="20"/>
                      <a:pt x="110" y="20"/>
                    </a:cubicBezTo>
                    <a:cubicBezTo>
                      <a:pt x="110" y="20"/>
                      <a:pt x="76" y="0"/>
                      <a:pt x="7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 name="Freeform 48"/>
              <p:cNvSpPr>
                <a:spLocks/>
              </p:cNvSpPr>
              <p:nvPr/>
            </p:nvSpPr>
            <p:spPr bwMode="auto">
              <a:xfrm>
                <a:off x="11098213" y="-733425"/>
                <a:ext cx="261938" cy="277813"/>
              </a:xfrm>
              <a:custGeom>
                <a:avLst/>
                <a:gdLst>
                  <a:gd name="T0" fmla="*/ 75 w 110"/>
                  <a:gd name="T1" fmla="*/ 0 h 117"/>
                  <a:gd name="T2" fmla="*/ 68 w 110"/>
                  <a:gd name="T3" fmla="*/ 3 h 117"/>
                  <a:gd name="T4" fmla="*/ 59 w 110"/>
                  <a:gd name="T5" fmla="*/ 48 h 117"/>
                  <a:gd name="T6" fmla="*/ 59 w 110"/>
                  <a:gd name="T7" fmla="*/ 65 h 117"/>
                  <a:gd name="T8" fmla="*/ 55 w 110"/>
                  <a:gd name="T9" fmla="*/ 78 h 117"/>
                  <a:gd name="T10" fmla="*/ 0 w 110"/>
                  <a:gd name="T11" fmla="*/ 100 h 117"/>
                  <a:gd name="T12" fmla="*/ 5 w 110"/>
                  <a:gd name="T13" fmla="*/ 117 h 117"/>
                  <a:gd name="T14" fmla="*/ 57 w 110"/>
                  <a:gd name="T15" fmla="*/ 104 h 117"/>
                  <a:gd name="T16" fmla="*/ 78 w 110"/>
                  <a:gd name="T17" fmla="*/ 96 h 117"/>
                  <a:gd name="T18" fmla="*/ 91 w 110"/>
                  <a:gd name="T19" fmla="*/ 78 h 117"/>
                  <a:gd name="T20" fmla="*/ 96 w 110"/>
                  <a:gd name="T21" fmla="*/ 59 h 117"/>
                  <a:gd name="T22" fmla="*/ 107 w 110"/>
                  <a:gd name="T23" fmla="*/ 26 h 117"/>
                  <a:gd name="T24" fmla="*/ 109 w 110"/>
                  <a:gd name="T25" fmla="*/ 20 h 117"/>
                  <a:gd name="T26" fmla="*/ 75 w 110"/>
                  <a:gd name="T2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117">
                    <a:moveTo>
                      <a:pt x="75" y="0"/>
                    </a:moveTo>
                    <a:cubicBezTo>
                      <a:pt x="79" y="1"/>
                      <a:pt x="68" y="2"/>
                      <a:pt x="68" y="3"/>
                    </a:cubicBezTo>
                    <a:cubicBezTo>
                      <a:pt x="61" y="13"/>
                      <a:pt x="60" y="35"/>
                      <a:pt x="59" y="48"/>
                    </a:cubicBezTo>
                    <a:cubicBezTo>
                      <a:pt x="59" y="53"/>
                      <a:pt x="59" y="59"/>
                      <a:pt x="59" y="65"/>
                    </a:cubicBezTo>
                    <a:cubicBezTo>
                      <a:pt x="59" y="69"/>
                      <a:pt x="59" y="75"/>
                      <a:pt x="55" y="78"/>
                    </a:cubicBezTo>
                    <a:cubicBezTo>
                      <a:pt x="50" y="81"/>
                      <a:pt x="12" y="95"/>
                      <a:pt x="0" y="100"/>
                    </a:cubicBezTo>
                    <a:cubicBezTo>
                      <a:pt x="0" y="100"/>
                      <a:pt x="5" y="117"/>
                      <a:pt x="5" y="117"/>
                    </a:cubicBezTo>
                    <a:cubicBezTo>
                      <a:pt x="22" y="112"/>
                      <a:pt x="40" y="108"/>
                      <a:pt x="57" y="104"/>
                    </a:cubicBezTo>
                    <a:cubicBezTo>
                      <a:pt x="64" y="102"/>
                      <a:pt x="72" y="100"/>
                      <a:pt x="78" y="96"/>
                    </a:cubicBezTo>
                    <a:cubicBezTo>
                      <a:pt x="87" y="92"/>
                      <a:pt x="88" y="85"/>
                      <a:pt x="91" y="78"/>
                    </a:cubicBezTo>
                    <a:cubicBezTo>
                      <a:pt x="93" y="72"/>
                      <a:pt x="94" y="64"/>
                      <a:pt x="96" y="59"/>
                    </a:cubicBezTo>
                    <a:cubicBezTo>
                      <a:pt x="100" y="48"/>
                      <a:pt x="103" y="37"/>
                      <a:pt x="107" y="26"/>
                    </a:cubicBezTo>
                    <a:cubicBezTo>
                      <a:pt x="107" y="26"/>
                      <a:pt x="110" y="20"/>
                      <a:pt x="109" y="20"/>
                    </a:cubicBezTo>
                    <a:cubicBezTo>
                      <a:pt x="109" y="20"/>
                      <a:pt x="75" y="0"/>
                      <a:pt x="7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 name="Freeform 49"/>
              <p:cNvSpPr>
                <a:spLocks/>
              </p:cNvSpPr>
              <p:nvPr/>
            </p:nvSpPr>
            <p:spPr bwMode="auto">
              <a:xfrm>
                <a:off x="11185526" y="-804862"/>
                <a:ext cx="330200" cy="712788"/>
              </a:xfrm>
              <a:custGeom>
                <a:avLst/>
                <a:gdLst>
                  <a:gd name="T0" fmla="*/ 31 w 139"/>
                  <a:gd name="T1" fmla="*/ 215 h 300"/>
                  <a:gd name="T2" fmla="*/ 49 w 139"/>
                  <a:gd name="T3" fmla="*/ 160 h 300"/>
                  <a:gd name="T4" fmla="*/ 53 w 139"/>
                  <a:gd name="T5" fmla="*/ 143 h 300"/>
                  <a:gd name="T6" fmla="*/ 26 w 139"/>
                  <a:gd name="T7" fmla="*/ 83 h 300"/>
                  <a:gd name="T8" fmla="*/ 1 w 139"/>
                  <a:gd name="T9" fmla="*/ 34 h 300"/>
                  <a:gd name="T10" fmla="*/ 5 w 139"/>
                  <a:gd name="T11" fmla="*/ 13 h 300"/>
                  <a:gd name="T12" fmla="*/ 36 w 139"/>
                  <a:gd name="T13" fmla="*/ 4 h 300"/>
                  <a:gd name="T14" fmla="*/ 81 w 139"/>
                  <a:gd name="T15" fmla="*/ 43 h 300"/>
                  <a:gd name="T16" fmla="*/ 94 w 139"/>
                  <a:gd name="T17" fmla="*/ 66 h 300"/>
                  <a:gd name="T18" fmla="*/ 119 w 139"/>
                  <a:gd name="T19" fmla="*/ 134 h 300"/>
                  <a:gd name="T20" fmla="*/ 99 w 139"/>
                  <a:gd name="T21" fmla="*/ 175 h 300"/>
                  <a:gd name="T22" fmla="*/ 80 w 139"/>
                  <a:gd name="T23" fmla="*/ 207 h 300"/>
                  <a:gd name="T24" fmla="*/ 95 w 139"/>
                  <a:gd name="T25" fmla="*/ 237 h 300"/>
                  <a:gd name="T26" fmla="*/ 121 w 139"/>
                  <a:gd name="T27" fmla="*/ 267 h 300"/>
                  <a:gd name="T28" fmla="*/ 139 w 139"/>
                  <a:gd name="T29" fmla="*/ 288 h 300"/>
                  <a:gd name="T30" fmla="*/ 117 w 139"/>
                  <a:gd name="T31" fmla="*/ 300 h 300"/>
                  <a:gd name="T32" fmla="*/ 71 w 139"/>
                  <a:gd name="T33" fmla="*/ 264 h 300"/>
                  <a:gd name="T34" fmla="*/ 33 w 139"/>
                  <a:gd name="T35" fmla="*/ 223 h 300"/>
                  <a:gd name="T36" fmla="*/ 31 w 139"/>
                  <a:gd name="T37" fmla="*/ 21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9" h="300">
                    <a:moveTo>
                      <a:pt x="31" y="215"/>
                    </a:moveTo>
                    <a:cubicBezTo>
                      <a:pt x="29" y="196"/>
                      <a:pt x="42" y="178"/>
                      <a:pt x="49" y="160"/>
                    </a:cubicBezTo>
                    <a:cubicBezTo>
                      <a:pt x="51" y="154"/>
                      <a:pt x="53" y="149"/>
                      <a:pt x="53" y="143"/>
                    </a:cubicBezTo>
                    <a:cubicBezTo>
                      <a:pt x="54" y="121"/>
                      <a:pt x="38" y="103"/>
                      <a:pt x="26" y="83"/>
                    </a:cubicBezTo>
                    <a:cubicBezTo>
                      <a:pt x="15" y="65"/>
                      <a:pt x="6" y="56"/>
                      <a:pt x="1" y="34"/>
                    </a:cubicBezTo>
                    <a:cubicBezTo>
                      <a:pt x="0" y="25"/>
                      <a:pt x="1" y="18"/>
                      <a:pt x="5" y="13"/>
                    </a:cubicBezTo>
                    <a:cubicBezTo>
                      <a:pt x="11" y="4"/>
                      <a:pt x="23" y="0"/>
                      <a:pt x="36" y="4"/>
                    </a:cubicBezTo>
                    <a:cubicBezTo>
                      <a:pt x="56" y="9"/>
                      <a:pt x="70" y="26"/>
                      <a:pt x="81" y="43"/>
                    </a:cubicBezTo>
                    <a:cubicBezTo>
                      <a:pt x="86" y="50"/>
                      <a:pt x="90" y="58"/>
                      <a:pt x="94" y="66"/>
                    </a:cubicBezTo>
                    <a:cubicBezTo>
                      <a:pt x="106" y="87"/>
                      <a:pt x="122" y="109"/>
                      <a:pt x="119" y="134"/>
                    </a:cubicBezTo>
                    <a:cubicBezTo>
                      <a:pt x="116" y="149"/>
                      <a:pt x="108" y="163"/>
                      <a:pt x="99" y="175"/>
                    </a:cubicBezTo>
                    <a:cubicBezTo>
                      <a:pt x="93" y="184"/>
                      <a:pt x="83" y="195"/>
                      <a:pt x="80" y="207"/>
                    </a:cubicBezTo>
                    <a:cubicBezTo>
                      <a:pt x="77" y="219"/>
                      <a:pt x="88" y="228"/>
                      <a:pt x="95" y="237"/>
                    </a:cubicBezTo>
                    <a:cubicBezTo>
                      <a:pt x="104" y="247"/>
                      <a:pt x="112" y="257"/>
                      <a:pt x="121" y="267"/>
                    </a:cubicBezTo>
                    <a:cubicBezTo>
                      <a:pt x="126" y="273"/>
                      <a:pt x="131" y="280"/>
                      <a:pt x="139" y="288"/>
                    </a:cubicBezTo>
                    <a:cubicBezTo>
                      <a:pt x="117" y="300"/>
                      <a:pt x="117" y="300"/>
                      <a:pt x="117" y="300"/>
                    </a:cubicBezTo>
                    <a:cubicBezTo>
                      <a:pt x="115" y="298"/>
                      <a:pt x="84" y="275"/>
                      <a:pt x="71" y="264"/>
                    </a:cubicBezTo>
                    <a:cubicBezTo>
                      <a:pt x="57" y="253"/>
                      <a:pt x="40" y="241"/>
                      <a:pt x="33" y="223"/>
                    </a:cubicBezTo>
                    <a:cubicBezTo>
                      <a:pt x="32" y="221"/>
                      <a:pt x="32" y="218"/>
                      <a:pt x="31" y="2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 name="Freeform 50"/>
              <p:cNvSpPr>
                <a:spLocks/>
              </p:cNvSpPr>
              <p:nvPr/>
            </p:nvSpPr>
            <p:spPr bwMode="auto">
              <a:xfrm>
                <a:off x="11050588" y="-222250"/>
                <a:ext cx="773113" cy="242888"/>
              </a:xfrm>
              <a:custGeom>
                <a:avLst/>
                <a:gdLst>
                  <a:gd name="T0" fmla="*/ 1 w 325"/>
                  <a:gd name="T1" fmla="*/ 84 h 102"/>
                  <a:gd name="T2" fmla="*/ 4 w 325"/>
                  <a:gd name="T3" fmla="*/ 77 h 102"/>
                  <a:gd name="T4" fmla="*/ 4 w 325"/>
                  <a:gd name="T5" fmla="*/ 77 h 102"/>
                  <a:gd name="T6" fmla="*/ 11 w 325"/>
                  <a:gd name="T7" fmla="*/ 80 h 102"/>
                  <a:gd name="T8" fmla="*/ 11 w 325"/>
                  <a:gd name="T9" fmla="*/ 80 h 102"/>
                  <a:gd name="T10" fmla="*/ 11 w 325"/>
                  <a:gd name="T11" fmla="*/ 80 h 102"/>
                  <a:gd name="T12" fmla="*/ 11 w 325"/>
                  <a:gd name="T13" fmla="*/ 80 h 102"/>
                  <a:gd name="T14" fmla="*/ 12 w 325"/>
                  <a:gd name="T15" fmla="*/ 81 h 102"/>
                  <a:gd name="T16" fmla="*/ 12 w 325"/>
                  <a:gd name="T17" fmla="*/ 81 h 102"/>
                  <a:gd name="T18" fmla="*/ 16 w 325"/>
                  <a:gd name="T19" fmla="*/ 85 h 102"/>
                  <a:gd name="T20" fmla="*/ 16 w 325"/>
                  <a:gd name="T21" fmla="*/ 85 h 102"/>
                  <a:gd name="T22" fmla="*/ 37 w 325"/>
                  <a:gd name="T23" fmla="*/ 91 h 102"/>
                  <a:gd name="T24" fmla="*/ 37 w 325"/>
                  <a:gd name="T25" fmla="*/ 91 h 102"/>
                  <a:gd name="T26" fmla="*/ 56 w 325"/>
                  <a:gd name="T27" fmla="*/ 88 h 102"/>
                  <a:gd name="T28" fmla="*/ 56 w 325"/>
                  <a:gd name="T29" fmla="*/ 88 h 102"/>
                  <a:gd name="T30" fmla="*/ 317 w 325"/>
                  <a:gd name="T31" fmla="*/ 1 h 102"/>
                  <a:gd name="T32" fmla="*/ 324 w 325"/>
                  <a:gd name="T33" fmla="*/ 5 h 102"/>
                  <a:gd name="T34" fmla="*/ 324 w 325"/>
                  <a:gd name="T35" fmla="*/ 5 h 102"/>
                  <a:gd name="T36" fmla="*/ 321 w 325"/>
                  <a:gd name="T37" fmla="*/ 12 h 102"/>
                  <a:gd name="T38" fmla="*/ 321 w 325"/>
                  <a:gd name="T39" fmla="*/ 12 h 102"/>
                  <a:gd name="T40" fmla="*/ 59 w 325"/>
                  <a:gd name="T41" fmla="*/ 99 h 102"/>
                  <a:gd name="T42" fmla="*/ 37 w 325"/>
                  <a:gd name="T43" fmla="*/ 102 h 102"/>
                  <a:gd name="T44" fmla="*/ 37 w 325"/>
                  <a:gd name="T45" fmla="*/ 102 h 102"/>
                  <a:gd name="T46" fmla="*/ 36 w 325"/>
                  <a:gd name="T47" fmla="*/ 102 h 102"/>
                  <a:gd name="T48" fmla="*/ 36 w 325"/>
                  <a:gd name="T49" fmla="*/ 102 h 102"/>
                  <a:gd name="T50" fmla="*/ 1 w 325"/>
                  <a:gd name="T51" fmla="*/ 84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25" h="102">
                    <a:moveTo>
                      <a:pt x="1" y="84"/>
                    </a:moveTo>
                    <a:cubicBezTo>
                      <a:pt x="0" y="81"/>
                      <a:pt x="1" y="78"/>
                      <a:pt x="4" y="77"/>
                    </a:cubicBezTo>
                    <a:cubicBezTo>
                      <a:pt x="4" y="77"/>
                      <a:pt x="4" y="77"/>
                      <a:pt x="4" y="77"/>
                    </a:cubicBezTo>
                    <a:cubicBezTo>
                      <a:pt x="6" y="76"/>
                      <a:pt x="10" y="77"/>
                      <a:pt x="11" y="80"/>
                    </a:cubicBezTo>
                    <a:cubicBezTo>
                      <a:pt x="11" y="80"/>
                      <a:pt x="11" y="80"/>
                      <a:pt x="11" y="80"/>
                    </a:cubicBezTo>
                    <a:cubicBezTo>
                      <a:pt x="11" y="80"/>
                      <a:pt x="11" y="80"/>
                      <a:pt x="11" y="80"/>
                    </a:cubicBezTo>
                    <a:cubicBezTo>
                      <a:pt x="11" y="80"/>
                      <a:pt x="11" y="80"/>
                      <a:pt x="11" y="80"/>
                    </a:cubicBezTo>
                    <a:cubicBezTo>
                      <a:pt x="11" y="80"/>
                      <a:pt x="12" y="80"/>
                      <a:pt x="12" y="81"/>
                    </a:cubicBezTo>
                    <a:cubicBezTo>
                      <a:pt x="12" y="81"/>
                      <a:pt x="12" y="81"/>
                      <a:pt x="12" y="81"/>
                    </a:cubicBezTo>
                    <a:cubicBezTo>
                      <a:pt x="13" y="82"/>
                      <a:pt x="14" y="83"/>
                      <a:pt x="16" y="85"/>
                    </a:cubicBezTo>
                    <a:cubicBezTo>
                      <a:pt x="16" y="85"/>
                      <a:pt x="16" y="85"/>
                      <a:pt x="16" y="85"/>
                    </a:cubicBezTo>
                    <a:cubicBezTo>
                      <a:pt x="20" y="88"/>
                      <a:pt x="26" y="91"/>
                      <a:pt x="37" y="91"/>
                    </a:cubicBezTo>
                    <a:cubicBezTo>
                      <a:pt x="37" y="91"/>
                      <a:pt x="37" y="91"/>
                      <a:pt x="37" y="91"/>
                    </a:cubicBezTo>
                    <a:cubicBezTo>
                      <a:pt x="42" y="91"/>
                      <a:pt x="48" y="90"/>
                      <a:pt x="56" y="88"/>
                    </a:cubicBezTo>
                    <a:cubicBezTo>
                      <a:pt x="56" y="88"/>
                      <a:pt x="56" y="88"/>
                      <a:pt x="56" y="88"/>
                    </a:cubicBezTo>
                    <a:cubicBezTo>
                      <a:pt x="317" y="1"/>
                      <a:pt x="317" y="1"/>
                      <a:pt x="317" y="1"/>
                    </a:cubicBezTo>
                    <a:cubicBezTo>
                      <a:pt x="320" y="0"/>
                      <a:pt x="323" y="2"/>
                      <a:pt x="324" y="5"/>
                    </a:cubicBezTo>
                    <a:cubicBezTo>
                      <a:pt x="324" y="5"/>
                      <a:pt x="324" y="5"/>
                      <a:pt x="324" y="5"/>
                    </a:cubicBezTo>
                    <a:cubicBezTo>
                      <a:pt x="325" y="8"/>
                      <a:pt x="324" y="11"/>
                      <a:pt x="321" y="12"/>
                    </a:cubicBezTo>
                    <a:cubicBezTo>
                      <a:pt x="321" y="12"/>
                      <a:pt x="321" y="12"/>
                      <a:pt x="321" y="12"/>
                    </a:cubicBezTo>
                    <a:cubicBezTo>
                      <a:pt x="59" y="99"/>
                      <a:pt x="59" y="99"/>
                      <a:pt x="59" y="99"/>
                    </a:cubicBezTo>
                    <a:cubicBezTo>
                      <a:pt x="51" y="101"/>
                      <a:pt x="43" y="102"/>
                      <a:pt x="37" y="102"/>
                    </a:cubicBezTo>
                    <a:cubicBezTo>
                      <a:pt x="37" y="102"/>
                      <a:pt x="37" y="102"/>
                      <a:pt x="37" y="102"/>
                    </a:cubicBezTo>
                    <a:cubicBezTo>
                      <a:pt x="37" y="102"/>
                      <a:pt x="36" y="102"/>
                      <a:pt x="36" y="102"/>
                    </a:cubicBezTo>
                    <a:cubicBezTo>
                      <a:pt x="36" y="102"/>
                      <a:pt x="36" y="102"/>
                      <a:pt x="36" y="102"/>
                    </a:cubicBezTo>
                    <a:cubicBezTo>
                      <a:pt x="10" y="102"/>
                      <a:pt x="1" y="85"/>
                      <a:pt x="1"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 name="Freeform 51"/>
              <p:cNvSpPr>
                <a:spLocks/>
              </p:cNvSpPr>
              <p:nvPr/>
            </p:nvSpPr>
            <p:spPr bwMode="auto">
              <a:xfrm>
                <a:off x="11137901" y="-490537"/>
                <a:ext cx="611188" cy="73025"/>
              </a:xfrm>
              <a:custGeom>
                <a:avLst/>
                <a:gdLst>
                  <a:gd name="T0" fmla="*/ 252 w 257"/>
                  <a:gd name="T1" fmla="*/ 31 h 31"/>
                  <a:gd name="T2" fmla="*/ 4 w 257"/>
                  <a:gd name="T3" fmla="*/ 8 h 31"/>
                  <a:gd name="T4" fmla="*/ 0 w 257"/>
                  <a:gd name="T5" fmla="*/ 4 h 31"/>
                  <a:gd name="T6" fmla="*/ 0 w 257"/>
                  <a:gd name="T7" fmla="*/ 4 h 31"/>
                  <a:gd name="T8" fmla="*/ 5 w 257"/>
                  <a:gd name="T9" fmla="*/ 0 h 31"/>
                  <a:gd name="T10" fmla="*/ 5 w 257"/>
                  <a:gd name="T11" fmla="*/ 0 h 31"/>
                  <a:gd name="T12" fmla="*/ 253 w 257"/>
                  <a:gd name="T13" fmla="*/ 23 h 31"/>
                  <a:gd name="T14" fmla="*/ 257 w 257"/>
                  <a:gd name="T15" fmla="*/ 27 h 31"/>
                  <a:gd name="T16" fmla="*/ 257 w 257"/>
                  <a:gd name="T17" fmla="*/ 27 h 31"/>
                  <a:gd name="T18" fmla="*/ 252 w 257"/>
                  <a:gd name="T19" fmla="*/ 31 h 31"/>
                  <a:gd name="T20" fmla="*/ 252 w 257"/>
                  <a:gd name="T21" fmla="*/ 31 h 31"/>
                  <a:gd name="T22" fmla="*/ 252 w 257"/>
                  <a:gd name="T23"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7" h="31">
                    <a:moveTo>
                      <a:pt x="252" y="31"/>
                    </a:moveTo>
                    <a:cubicBezTo>
                      <a:pt x="4" y="8"/>
                      <a:pt x="4" y="8"/>
                      <a:pt x="4" y="8"/>
                    </a:cubicBezTo>
                    <a:cubicBezTo>
                      <a:pt x="2" y="8"/>
                      <a:pt x="0" y="6"/>
                      <a:pt x="0" y="4"/>
                    </a:cubicBezTo>
                    <a:cubicBezTo>
                      <a:pt x="0" y="4"/>
                      <a:pt x="0" y="4"/>
                      <a:pt x="0" y="4"/>
                    </a:cubicBezTo>
                    <a:cubicBezTo>
                      <a:pt x="1" y="2"/>
                      <a:pt x="3" y="0"/>
                      <a:pt x="5" y="0"/>
                    </a:cubicBezTo>
                    <a:cubicBezTo>
                      <a:pt x="5" y="0"/>
                      <a:pt x="5" y="0"/>
                      <a:pt x="5" y="0"/>
                    </a:cubicBezTo>
                    <a:cubicBezTo>
                      <a:pt x="253" y="23"/>
                      <a:pt x="253" y="23"/>
                      <a:pt x="253" y="23"/>
                    </a:cubicBezTo>
                    <a:cubicBezTo>
                      <a:pt x="255" y="23"/>
                      <a:pt x="257" y="25"/>
                      <a:pt x="257" y="27"/>
                    </a:cubicBezTo>
                    <a:cubicBezTo>
                      <a:pt x="257" y="27"/>
                      <a:pt x="257" y="27"/>
                      <a:pt x="257" y="27"/>
                    </a:cubicBezTo>
                    <a:cubicBezTo>
                      <a:pt x="256" y="29"/>
                      <a:pt x="255" y="31"/>
                      <a:pt x="252" y="31"/>
                    </a:cubicBezTo>
                    <a:cubicBezTo>
                      <a:pt x="252" y="31"/>
                      <a:pt x="252" y="31"/>
                      <a:pt x="252" y="31"/>
                    </a:cubicBezTo>
                    <a:cubicBezTo>
                      <a:pt x="252" y="31"/>
                      <a:pt x="252" y="31"/>
                      <a:pt x="252"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 name="Freeform 52"/>
              <p:cNvSpPr>
                <a:spLocks/>
              </p:cNvSpPr>
              <p:nvPr/>
            </p:nvSpPr>
            <p:spPr bwMode="auto">
              <a:xfrm>
                <a:off x="11680826" y="-471487"/>
                <a:ext cx="20638" cy="90488"/>
              </a:xfrm>
              <a:custGeom>
                <a:avLst/>
                <a:gdLst>
                  <a:gd name="T0" fmla="*/ 0 w 9"/>
                  <a:gd name="T1" fmla="*/ 34 h 38"/>
                  <a:gd name="T2" fmla="*/ 0 w 9"/>
                  <a:gd name="T3" fmla="*/ 4 h 38"/>
                  <a:gd name="T4" fmla="*/ 4 w 9"/>
                  <a:gd name="T5" fmla="*/ 0 h 38"/>
                  <a:gd name="T6" fmla="*/ 4 w 9"/>
                  <a:gd name="T7" fmla="*/ 0 h 38"/>
                  <a:gd name="T8" fmla="*/ 9 w 9"/>
                  <a:gd name="T9" fmla="*/ 4 h 38"/>
                  <a:gd name="T10" fmla="*/ 9 w 9"/>
                  <a:gd name="T11" fmla="*/ 4 h 38"/>
                  <a:gd name="T12" fmla="*/ 9 w 9"/>
                  <a:gd name="T13" fmla="*/ 34 h 38"/>
                  <a:gd name="T14" fmla="*/ 4 w 9"/>
                  <a:gd name="T15" fmla="*/ 38 h 38"/>
                  <a:gd name="T16" fmla="*/ 4 w 9"/>
                  <a:gd name="T17" fmla="*/ 38 h 38"/>
                  <a:gd name="T18" fmla="*/ 0 w 9"/>
                  <a:gd name="T19" fmla="*/ 3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38">
                    <a:moveTo>
                      <a:pt x="0" y="34"/>
                    </a:moveTo>
                    <a:cubicBezTo>
                      <a:pt x="0" y="4"/>
                      <a:pt x="0" y="4"/>
                      <a:pt x="0" y="4"/>
                    </a:cubicBezTo>
                    <a:cubicBezTo>
                      <a:pt x="0" y="2"/>
                      <a:pt x="2" y="0"/>
                      <a:pt x="4" y="0"/>
                    </a:cubicBezTo>
                    <a:cubicBezTo>
                      <a:pt x="4" y="0"/>
                      <a:pt x="4" y="0"/>
                      <a:pt x="4" y="0"/>
                    </a:cubicBezTo>
                    <a:cubicBezTo>
                      <a:pt x="7" y="0"/>
                      <a:pt x="9" y="2"/>
                      <a:pt x="9" y="4"/>
                    </a:cubicBezTo>
                    <a:cubicBezTo>
                      <a:pt x="9" y="4"/>
                      <a:pt x="9" y="4"/>
                      <a:pt x="9" y="4"/>
                    </a:cubicBezTo>
                    <a:cubicBezTo>
                      <a:pt x="9" y="34"/>
                      <a:pt x="9" y="34"/>
                      <a:pt x="9" y="34"/>
                    </a:cubicBezTo>
                    <a:cubicBezTo>
                      <a:pt x="9" y="36"/>
                      <a:pt x="7" y="38"/>
                      <a:pt x="4" y="38"/>
                    </a:cubicBezTo>
                    <a:cubicBezTo>
                      <a:pt x="4" y="38"/>
                      <a:pt x="4" y="38"/>
                      <a:pt x="4" y="38"/>
                    </a:cubicBezTo>
                    <a:cubicBezTo>
                      <a:pt x="2" y="38"/>
                      <a:pt x="0" y="36"/>
                      <a:pt x="0"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99" name="组合 98"/>
            <p:cNvGrpSpPr/>
            <p:nvPr/>
          </p:nvGrpSpPr>
          <p:grpSpPr>
            <a:xfrm>
              <a:off x="10001221" y="1146240"/>
              <a:ext cx="600075" cy="1022351"/>
              <a:chOff x="7119938" y="-1006475"/>
              <a:chExt cx="600075" cy="1022351"/>
            </a:xfrm>
            <a:solidFill>
              <a:schemeClr val="bg1"/>
            </a:solidFill>
          </p:grpSpPr>
          <p:sp>
            <p:nvSpPr>
              <p:cNvPr id="77" name="Freeform 53"/>
              <p:cNvSpPr>
                <a:spLocks/>
              </p:cNvSpPr>
              <p:nvPr/>
            </p:nvSpPr>
            <p:spPr bwMode="auto">
              <a:xfrm>
                <a:off x="7310438" y="-1006475"/>
                <a:ext cx="209550" cy="206375"/>
              </a:xfrm>
              <a:custGeom>
                <a:avLst/>
                <a:gdLst>
                  <a:gd name="T0" fmla="*/ 7 w 88"/>
                  <a:gd name="T1" fmla="*/ 31 h 87"/>
                  <a:gd name="T2" fmla="*/ 32 w 88"/>
                  <a:gd name="T3" fmla="*/ 80 h 87"/>
                  <a:gd name="T4" fmla="*/ 81 w 88"/>
                  <a:gd name="T5" fmla="*/ 56 h 87"/>
                  <a:gd name="T6" fmla="*/ 56 w 88"/>
                  <a:gd name="T7" fmla="*/ 7 h 87"/>
                  <a:gd name="T8" fmla="*/ 7 w 88"/>
                  <a:gd name="T9" fmla="*/ 31 h 87"/>
                </a:gdLst>
                <a:ahLst/>
                <a:cxnLst>
                  <a:cxn ang="0">
                    <a:pos x="T0" y="T1"/>
                  </a:cxn>
                  <a:cxn ang="0">
                    <a:pos x="T2" y="T3"/>
                  </a:cxn>
                  <a:cxn ang="0">
                    <a:pos x="T4" y="T5"/>
                  </a:cxn>
                  <a:cxn ang="0">
                    <a:pos x="T6" y="T7"/>
                  </a:cxn>
                  <a:cxn ang="0">
                    <a:pos x="T8" y="T9"/>
                  </a:cxn>
                </a:cxnLst>
                <a:rect l="0" t="0" r="r" b="b"/>
                <a:pathLst>
                  <a:path w="88" h="87">
                    <a:moveTo>
                      <a:pt x="7" y="31"/>
                    </a:moveTo>
                    <a:cubicBezTo>
                      <a:pt x="0" y="52"/>
                      <a:pt x="11" y="74"/>
                      <a:pt x="32" y="80"/>
                    </a:cubicBezTo>
                    <a:cubicBezTo>
                      <a:pt x="52" y="87"/>
                      <a:pt x="74" y="76"/>
                      <a:pt x="81" y="56"/>
                    </a:cubicBezTo>
                    <a:cubicBezTo>
                      <a:pt x="88" y="35"/>
                      <a:pt x="77" y="13"/>
                      <a:pt x="56" y="7"/>
                    </a:cubicBezTo>
                    <a:cubicBezTo>
                      <a:pt x="36" y="0"/>
                      <a:pt x="14" y="11"/>
                      <a:pt x="7"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 name="Freeform 54"/>
              <p:cNvSpPr>
                <a:spLocks/>
              </p:cNvSpPr>
              <p:nvPr/>
            </p:nvSpPr>
            <p:spPr bwMode="auto">
              <a:xfrm>
                <a:off x="7181851" y="-796925"/>
                <a:ext cx="425450" cy="804863"/>
              </a:xfrm>
              <a:custGeom>
                <a:avLst/>
                <a:gdLst>
                  <a:gd name="T0" fmla="*/ 51 w 179"/>
                  <a:gd name="T1" fmla="*/ 16 h 339"/>
                  <a:gd name="T2" fmla="*/ 99 w 179"/>
                  <a:gd name="T3" fmla="*/ 15 h 339"/>
                  <a:gd name="T4" fmla="*/ 134 w 179"/>
                  <a:gd name="T5" fmla="*/ 61 h 339"/>
                  <a:gd name="T6" fmla="*/ 151 w 179"/>
                  <a:gd name="T7" fmla="*/ 95 h 339"/>
                  <a:gd name="T8" fmla="*/ 172 w 179"/>
                  <a:gd name="T9" fmla="*/ 135 h 339"/>
                  <a:gd name="T10" fmla="*/ 177 w 179"/>
                  <a:gd name="T11" fmla="*/ 150 h 339"/>
                  <a:gd name="T12" fmla="*/ 163 w 179"/>
                  <a:gd name="T13" fmla="*/ 164 h 339"/>
                  <a:gd name="T14" fmla="*/ 109 w 179"/>
                  <a:gd name="T15" fmla="*/ 77 h 339"/>
                  <a:gd name="T16" fmla="*/ 107 w 179"/>
                  <a:gd name="T17" fmla="*/ 111 h 339"/>
                  <a:gd name="T18" fmla="*/ 112 w 179"/>
                  <a:gd name="T19" fmla="*/ 153 h 339"/>
                  <a:gd name="T20" fmla="*/ 159 w 179"/>
                  <a:gd name="T21" fmla="*/ 336 h 339"/>
                  <a:gd name="T22" fmla="*/ 159 w 179"/>
                  <a:gd name="T23" fmla="*/ 337 h 339"/>
                  <a:gd name="T24" fmla="*/ 159 w 179"/>
                  <a:gd name="T25" fmla="*/ 338 h 339"/>
                  <a:gd name="T26" fmla="*/ 127 w 179"/>
                  <a:gd name="T27" fmla="*/ 339 h 339"/>
                  <a:gd name="T28" fmla="*/ 126 w 179"/>
                  <a:gd name="T29" fmla="*/ 338 h 339"/>
                  <a:gd name="T30" fmla="*/ 73 w 179"/>
                  <a:gd name="T31" fmla="*/ 190 h 339"/>
                  <a:gd name="T32" fmla="*/ 32 w 179"/>
                  <a:gd name="T33" fmla="*/ 337 h 339"/>
                  <a:gd name="T34" fmla="*/ 31 w 179"/>
                  <a:gd name="T35" fmla="*/ 338 h 339"/>
                  <a:gd name="T36" fmla="*/ 1 w 179"/>
                  <a:gd name="T37" fmla="*/ 334 h 339"/>
                  <a:gd name="T38" fmla="*/ 0 w 179"/>
                  <a:gd name="T39" fmla="*/ 334 h 339"/>
                  <a:gd name="T40" fmla="*/ 0 w 179"/>
                  <a:gd name="T41" fmla="*/ 333 h 339"/>
                  <a:gd name="T42" fmla="*/ 3 w 179"/>
                  <a:gd name="T43" fmla="*/ 314 h 339"/>
                  <a:gd name="T44" fmla="*/ 11 w 179"/>
                  <a:gd name="T45" fmla="*/ 268 h 339"/>
                  <a:gd name="T46" fmla="*/ 20 w 179"/>
                  <a:gd name="T47" fmla="*/ 214 h 339"/>
                  <a:gd name="T48" fmla="*/ 28 w 179"/>
                  <a:gd name="T49" fmla="*/ 169 h 339"/>
                  <a:gd name="T50" fmla="*/ 36 w 179"/>
                  <a:gd name="T51" fmla="*/ 82 h 339"/>
                  <a:gd name="T52" fmla="*/ 51 w 179"/>
                  <a:gd name="T53" fmla="*/ 16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9" h="339">
                    <a:moveTo>
                      <a:pt x="51" y="16"/>
                    </a:moveTo>
                    <a:cubicBezTo>
                      <a:pt x="65" y="0"/>
                      <a:pt x="84" y="4"/>
                      <a:pt x="99" y="15"/>
                    </a:cubicBezTo>
                    <a:cubicBezTo>
                      <a:pt x="115" y="27"/>
                      <a:pt x="125" y="44"/>
                      <a:pt x="134" y="61"/>
                    </a:cubicBezTo>
                    <a:cubicBezTo>
                      <a:pt x="140" y="72"/>
                      <a:pt x="145" y="84"/>
                      <a:pt x="151" y="95"/>
                    </a:cubicBezTo>
                    <a:cubicBezTo>
                      <a:pt x="158" y="108"/>
                      <a:pt x="165" y="122"/>
                      <a:pt x="172" y="135"/>
                    </a:cubicBezTo>
                    <a:cubicBezTo>
                      <a:pt x="172" y="137"/>
                      <a:pt x="179" y="148"/>
                      <a:pt x="177" y="150"/>
                    </a:cubicBezTo>
                    <a:cubicBezTo>
                      <a:pt x="163" y="164"/>
                      <a:pt x="163" y="164"/>
                      <a:pt x="163" y="164"/>
                    </a:cubicBezTo>
                    <a:cubicBezTo>
                      <a:pt x="154" y="151"/>
                      <a:pt x="109" y="77"/>
                      <a:pt x="109" y="77"/>
                    </a:cubicBezTo>
                    <a:cubicBezTo>
                      <a:pt x="108" y="82"/>
                      <a:pt x="107" y="95"/>
                      <a:pt x="107" y="111"/>
                    </a:cubicBezTo>
                    <a:cubicBezTo>
                      <a:pt x="107" y="126"/>
                      <a:pt x="108" y="143"/>
                      <a:pt x="112" y="153"/>
                    </a:cubicBezTo>
                    <a:cubicBezTo>
                      <a:pt x="159" y="336"/>
                      <a:pt x="159" y="336"/>
                      <a:pt x="159" y="336"/>
                    </a:cubicBezTo>
                    <a:cubicBezTo>
                      <a:pt x="160" y="337"/>
                      <a:pt x="159" y="337"/>
                      <a:pt x="159" y="337"/>
                    </a:cubicBezTo>
                    <a:cubicBezTo>
                      <a:pt x="159" y="337"/>
                      <a:pt x="159" y="338"/>
                      <a:pt x="159" y="338"/>
                    </a:cubicBezTo>
                    <a:cubicBezTo>
                      <a:pt x="127" y="339"/>
                      <a:pt x="127" y="339"/>
                      <a:pt x="127" y="339"/>
                    </a:cubicBezTo>
                    <a:cubicBezTo>
                      <a:pt x="126" y="338"/>
                      <a:pt x="126" y="338"/>
                      <a:pt x="126" y="338"/>
                    </a:cubicBezTo>
                    <a:cubicBezTo>
                      <a:pt x="73" y="190"/>
                      <a:pt x="73" y="190"/>
                      <a:pt x="73" y="190"/>
                    </a:cubicBezTo>
                    <a:cubicBezTo>
                      <a:pt x="32" y="337"/>
                      <a:pt x="32" y="337"/>
                      <a:pt x="32" y="337"/>
                    </a:cubicBezTo>
                    <a:cubicBezTo>
                      <a:pt x="32" y="338"/>
                      <a:pt x="31" y="338"/>
                      <a:pt x="31" y="338"/>
                    </a:cubicBezTo>
                    <a:cubicBezTo>
                      <a:pt x="1" y="334"/>
                      <a:pt x="1" y="334"/>
                      <a:pt x="1" y="334"/>
                    </a:cubicBezTo>
                    <a:cubicBezTo>
                      <a:pt x="0" y="334"/>
                      <a:pt x="0" y="334"/>
                      <a:pt x="0" y="334"/>
                    </a:cubicBezTo>
                    <a:cubicBezTo>
                      <a:pt x="0" y="333"/>
                      <a:pt x="0" y="333"/>
                      <a:pt x="0" y="333"/>
                    </a:cubicBezTo>
                    <a:cubicBezTo>
                      <a:pt x="1" y="327"/>
                      <a:pt x="2" y="320"/>
                      <a:pt x="3" y="314"/>
                    </a:cubicBezTo>
                    <a:cubicBezTo>
                      <a:pt x="6" y="299"/>
                      <a:pt x="8" y="284"/>
                      <a:pt x="11" y="268"/>
                    </a:cubicBezTo>
                    <a:cubicBezTo>
                      <a:pt x="14" y="250"/>
                      <a:pt x="17" y="232"/>
                      <a:pt x="20" y="214"/>
                    </a:cubicBezTo>
                    <a:cubicBezTo>
                      <a:pt x="23" y="199"/>
                      <a:pt x="26" y="184"/>
                      <a:pt x="28" y="169"/>
                    </a:cubicBezTo>
                    <a:cubicBezTo>
                      <a:pt x="33" y="140"/>
                      <a:pt x="33" y="111"/>
                      <a:pt x="36" y="82"/>
                    </a:cubicBezTo>
                    <a:cubicBezTo>
                      <a:pt x="37" y="60"/>
                      <a:pt x="37" y="34"/>
                      <a:pt x="51"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 name="Freeform 55"/>
              <p:cNvSpPr>
                <a:spLocks/>
              </p:cNvSpPr>
              <p:nvPr/>
            </p:nvSpPr>
            <p:spPr bwMode="auto">
              <a:xfrm>
                <a:off x="7573963" y="-446087"/>
                <a:ext cx="146050" cy="461963"/>
              </a:xfrm>
              <a:custGeom>
                <a:avLst/>
                <a:gdLst>
                  <a:gd name="T0" fmla="*/ 52 w 61"/>
                  <a:gd name="T1" fmla="*/ 191 h 194"/>
                  <a:gd name="T2" fmla="*/ 0 w 61"/>
                  <a:gd name="T3" fmla="*/ 5 h 194"/>
                  <a:gd name="T4" fmla="*/ 3 w 61"/>
                  <a:gd name="T5" fmla="*/ 0 h 194"/>
                  <a:gd name="T6" fmla="*/ 3 w 61"/>
                  <a:gd name="T7" fmla="*/ 0 h 194"/>
                  <a:gd name="T8" fmla="*/ 8 w 61"/>
                  <a:gd name="T9" fmla="*/ 3 h 194"/>
                  <a:gd name="T10" fmla="*/ 8 w 61"/>
                  <a:gd name="T11" fmla="*/ 3 h 194"/>
                  <a:gd name="T12" fmla="*/ 60 w 61"/>
                  <a:gd name="T13" fmla="*/ 189 h 194"/>
                  <a:gd name="T14" fmla="*/ 57 w 61"/>
                  <a:gd name="T15" fmla="*/ 194 h 194"/>
                  <a:gd name="T16" fmla="*/ 57 w 61"/>
                  <a:gd name="T17" fmla="*/ 194 h 194"/>
                  <a:gd name="T18" fmla="*/ 56 w 61"/>
                  <a:gd name="T19" fmla="*/ 194 h 194"/>
                  <a:gd name="T20" fmla="*/ 56 w 61"/>
                  <a:gd name="T21" fmla="*/ 194 h 194"/>
                  <a:gd name="T22" fmla="*/ 52 w 61"/>
                  <a:gd name="T23" fmla="*/ 191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1" h="194">
                    <a:moveTo>
                      <a:pt x="52" y="191"/>
                    </a:moveTo>
                    <a:cubicBezTo>
                      <a:pt x="0" y="5"/>
                      <a:pt x="0" y="5"/>
                      <a:pt x="0" y="5"/>
                    </a:cubicBezTo>
                    <a:cubicBezTo>
                      <a:pt x="0" y="3"/>
                      <a:pt x="1" y="1"/>
                      <a:pt x="3" y="0"/>
                    </a:cubicBezTo>
                    <a:cubicBezTo>
                      <a:pt x="3" y="0"/>
                      <a:pt x="3" y="0"/>
                      <a:pt x="3" y="0"/>
                    </a:cubicBezTo>
                    <a:cubicBezTo>
                      <a:pt x="5" y="0"/>
                      <a:pt x="8" y="1"/>
                      <a:pt x="8" y="3"/>
                    </a:cubicBezTo>
                    <a:cubicBezTo>
                      <a:pt x="8" y="3"/>
                      <a:pt x="8" y="3"/>
                      <a:pt x="8" y="3"/>
                    </a:cubicBezTo>
                    <a:cubicBezTo>
                      <a:pt x="60" y="189"/>
                      <a:pt x="60" y="189"/>
                      <a:pt x="60" y="189"/>
                    </a:cubicBezTo>
                    <a:cubicBezTo>
                      <a:pt x="61" y="191"/>
                      <a:pt x="59" y="194"/>
                      <a:pt x="57" y="194"/>
                    </a:cubicBezTo>
                    <a:cubicBezTo>
                      <a:pt x="57" y="194"/>
                      <a:pt x="57" y="194"/>
                      <a:pt x="57" y="194"/>
                    </a:cubicBezTo>
                    <a:cubicBezTo>
                      <a:pt x="57" y="194"/>
                      <a:pt x="56" y="194"/>
                      <a:pt x="56" y="194"/>
                    </a:cubicBezTo>
                    <a:cubicBezTo>
                      <a:pt x="56" y="194"/>
                      <a:pt x="56" y="194"/>
                      <a:pt x="56" y="194"/>
                    </a:cubicBezTo>
                    <a:cubicBezTo>
                      <a:pt x="54" y="194"/>
                      <a:pt x="53" y="193"/>
                      <a:pt x="52" y="1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 name="Freeform 56"/>
              <p:cNvSpPr>
                <a:spLocks/>
              </p:cNvSpPr>
              <p:nvPr/>
            </p:nvSpPr>
            <p:spPr bwMode="auto">
              <a:xfrm>
                <a:off x="7119938" y="-790575"/>
                <a:ext cx="142875" cy="315913"/>
              </a:xfrm>
              <a:custGeom>
                <a:avLst/>
                <a:gdLst>
                  <a:gd name="T0" fmla="*/ 49 w 60"/>
                  <a:gd name="T1" fmla="*/ 113 h 133"/>
                  <a:gd name="T2" fmla="*/ 23 w 60"/>
                  <a:gd name="T3" fmla="*/ 132 h 133"/>
                  <a:gd name="T4" fmla="*/ 23 w 60"/>
                  <a:gd name="T5" fmla="*/ 132 h 133"/>
                  <a:gd name="T6" fmla="*/ 1 w 60"/>
                  <a:gd name="T7" fmla="*/ 108 h 133"/>
                  <a:gd name="T8" fmla="*/ 10 w 60"/>
                  <a:gd name="T9" fmla="*/ 20 h 133"/>
                  <a:gd name="T10" fmla="*/ 37 w 60"/>
                  <a:gd name="T11" fmla="*/ 1 h 133"/>
                  <a:gd name="T12" fmla="*/ 37 w 60"/>
                  <a:gd name="T13" fmla="*/ 1 h 133"/>
                  <a:gd name="T14" fmla="*/ 59 w 60"/>
                  <a:gd name="T15" fmla="*/ 25 h 133"/>
                  <a:gd name="T16" fmla="*/ 49 w 60"/>
                  <a:gd name="T17" fmla="*/ 11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133">
                    <a:moveTo>
                      <a:pt x="49" y="113"/>
                    </a:moveTo>
                    <a:cubicBezTo>
                      <a:pt x="48" y="125"/>
                      <a:pt x="36" y="133"/>
                      <a:pt x="23" y="132"/>
                    </a:cubicBezTo>
                    <a:cubicBezTo>
                      <a:pt x="23" y="132"/>
                      <a:pt x="23" y="132"/>
                      <a:pt x="23" y="132"/>
                    </a:cubicBezTo>
                    <a:cubicBezTo>
                      <a:pt x="10" y="130"/>
                      <a:pt x="0" y="119"/>
                      <a:pt x="1" y="108"/>
                    </a:cubicBezTo>
                    <a:cubicBezTo>
                      <a:pt x="10" y="20"/>
                      <a:pt x="10" y="20"/>
                      <a:pt x="10" y="20"/>
                    </a:cubicBezTo>
                    <a:cubicBezTo>
                      <a:pt x="11" y="8"/>
                      <a:pt x="23" y="0"/>
                      <a:pt x="37" y="1"/>
                    </a:cubicBezTo>
                    <a:cubicBezTo>
                      <a:pt x="37" y="1"/>
                      <a:pt x="37" y="1"/>
                      <a:pt x="37" y="1"/>
                    </a:cubicBezTo>
                    <a:cubicBezTo>
                      <a:pt x="50" y="2"/>
                      <a:pt x="60" y="13"/>
                      <a:pt x="59" y="25"/>
                    </a:cubicBezTo>
                    <a:lnTo>
                      <a:pt x="49" y="1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97" name="组合 96"/>
            <p:cNvGrpSpPr/>
            <p:nvPr/>
          </p:nvGrpSpPr>
          <p:grpSpPr>
            <a:xfrm>
              <a:off x="6050025" y="2847100"/>
              <a:ext cx="525462" cy="1201738"/>
              <a:chOff x="5346701" y="-1193800"/>
              <a:chExt cx="525462" cy="1201738"/>
            </a:xfrm>
            <a:solidFill>
              <a:schemeClr val="bg1"/>
            </a:solidFill>
          </p:grpSpPr>
          <p:sp>
            <p:nvSpPr>
              <p:cNvPr id="81" name="Freeform 57"/>
              <p:cNvSpPr>
                <a:spLocks/>
              </p:cNvSpPr>
              <p:nvPr/>
            </p:nvSpPr>
            <p:spPr bwMode="auto">
              <a:xfrm>
                <a:off x="5561013" y="-917575"/>
                <a:ext cx="200025" cy="196850"/>
              </a:xfrm>
              <a:custGeom>
                <a:avLst/>
                <a:gdLst>
                  <a:gd name="T0" fmla="*/ 7 w 84"/>
                  <a:gd name="T1" fmla="*/ 30 h 83"/>
                  <a:gd name="T2" fmla="*/ 30 w 84"/>
                  <a:gd name="T3" fmla="*/ 77 h 83"/>
                  <a:gd name="T4" fmla="*/ 78 w 84"/>
                  <a:gd name="T5" fmla="*/ 53 h 83"/>
                  <a:gd name="T6" fmla="*/ 54 w 84"/>
                  <a:gd name="T7" fmla="*/ 6 h 83"/>
                  <a:gd name="T8" fmla="*/ 7 w 84"/>
                  <a:gd name="T9" fmla="*/ 30 h 83"/>
                </a:gdLst>
                <a:ahLst/>
                <a:cxnLst>
                  <a:cxn ang="0">
                    <a:pos x="T0" y="T1"/>
                  </a:cxn>
                  <a:cxn ang="0">
                    <a:pos x="T2" y="T3"/>
                  </a:cxn>
                  <a:cxn ang="0">
                    <a:pos x="T4" y="T5"/>
                  </a:cxn>
                  <a:cxn ang="0">
                    <a:pos x="T6" y="T7"/>
                  </a:cxn>
                  <a:cxn ang="0">
                    <a:pos x="T8" y="T9"/>
                  </a:cxn>
                </a:cxnLst>
                <a:rect l="0" t="0" r="r" b="b"/>
                <a:pathLst>
                  <a:path w="84" h="83">
                    <a:moveTo>
                      <a:pt x="7" y="30"/>
                    </a:moveTo>
                    <a:cubicBezTo>
                      <a:pt x="0" y="49"/>
                      <a:pt x="11" y="70"/>
                      <a:pt x="30" y="77"/>
                    </a:cubicBezTo>
                    <a:cubicBezTo>
                      <a:pt x="50" y="83"/>
                      <a:pt x="71" y="73"/>
                      <a:pt x="78" y="53"/>
                    </a:cubicBezTo>
                    <a:cubicBezTo>
                      <a:pt x="84" y="34"/>
                      <a:pt x="74" y="13"/>
                      <a:pt x="54" y="6"/>
                    </a:cubicBezTo>
                    <a:cubicBezTo>
                      <a:pt x="34" y="0"/>
                      <a:pt x="13" y="10"/>
                      <a:pt x="7"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 name="Freeform 58"/>
              <p:cNvSpPr>
                <a:spLocks/>
              </p:cNvSpPr>
              <p:nvPr/>
            </p:nvSpPr>
            <p:spPr bwMode="auto">
              <a:xfrm>
                <a:off x="5346701" y="-795337"/>
                <a:ext cx="515938" cy="803275"/>
              </a:xfrm>
              <a:custGeom>
                <a:avLst/>
                <a:gdLst>
                  <a:gd name="T0" fmla="*/ 192 w 217"/>
                  <a:gd name="T1" fmla="*/ 109 h 338"/>
                  <a:gd name="T2" fmla="*/ 184 w 217"/>
                  <a:gd name="T3" fmla="*/ 90 h 338"/>
                  <a:gd name="T4" fmla="*/ 165 w 217"/>
                  <a:gd name="T5" fmla="*/ 54 h 338"/>
                  <a:gd name="T6" fmla="*/ 148 w 217"/>
                  <a:gd name="T7" fmla="*/ 39 h 338"/>
                  <a:gd name="T8" fmla="*/ 86 w 217"/>
                  <a:gd name="T9" fmla="*/ 42 h 338"/>
                  <a:gd name="T10" fmla="*/ 46 w 217"/>
                  <a:gd name="T11" fmla="*/ 46 h 338"/>
                  <a:gd name="T12" fmla="*/ 36 w 217"/>
                  <a:gd name="T13" fmla="*/ 3 h 338"/>
                  <a:gd name="T14" fmla="*/ 18 w 217"/>
                  <a:gd name="T15" fmla="*/ 0 h 338"/>
                  <a:gd name="T16" fmla="*/ 27 w 217"/>
                  <a:gd name="T17" fmla="*/ 66 h 338"/>
                  <a:gd name="T18" fmla="*/ 90 w 217"/>
                  <a:gd name="T19" fmla="*/ 80 h 338"/>
                  <a:gd name="T20" fmla="*/ 106 w 217"/>
                  <a:gd name="T21" fmla="*/ 102 h 338"/>
                  <a:gd name="T22" fmla="*/ 117 w 217"/>
                  <a:gd name="T23" fmla="*/ 141 h 338"/>
                  <a:gd name="T24" fmla="*/ 94 w 217"/>
                  <a:gd name="T25" fmla="*/ 189 h 338"/>
                  <a:gd name="T26" fmla="*/ 84 w 217"/>
                  <a:gd name="T27" fmla="*/ 230 h 338"/>
                  <a:gd name="T28" fmla="*/ 92 w 217"/>
                  <a:gd name="T29" fmla="*/ 280 h 338"/>
                  <a:gd name="T30" fmla="*/ 112 w 217"/>
                  <a:gd name="T31" fmla="*/ 338 h 338"/>
                  <a:gd name="T32" fmla="*/ 141 w 217"/>
                  <a:gd name="T33" fmla="*/ 337 h 338"/>
                  <a:gd name="T34" fmla="*/ 130 w 217"/>
                  <a:gd name="T35" fmla="*/ 228 h 338"/>
                  <a:gd name="T36" fmla="*/ 193 w 217"/>
                  <a:gd name="T37" fmla="*/ 333 h 338"/>
                  <a:gd name="T38" fmla="*/ 217 w 217"/>
                  <a:gd name="T39" fmla="*/ 323 h 338"/>
                  <a:gd name="T40" fmla="*/ 172 w 217"/>
                  <a:gd name="T41" fmla="*/ 225 h 338"/>
                  <a:gd name="T42" fmla="*/ 199 w 217"/>
                  <a:gd name="T43" fmla="*/ 155 h 338"/>
                  <a:gd name="T44" fmla="*/ 192 w 217"/>
                  <a:gd name="T45" fmla="*/ 109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7" h="338">
                    <a:moveTo>
                      <a:pt x="192" y="109"/>
                    </a:moveTo>
                    <a:cubicBezTo>
                      <a:pt x="189" y="103"/>
                      <a:pt x="187" y="96"/>
                      <a:pt x="184" y="90"/>
                    </a:cubicBezTo>
                    <a:cubicBezTo>
                      <a:pt x="179" y="78"/>
                      <a:pt x="173" y="65"/>
                      <a:pt x="165" y="54"/>
                    </a:cubicBezTo>
                    <a:cubicBezTo>
                      <a:pt x="161" y="48"/>
                      <a:pt x="155" y="43"/>
                      <a:pt x="148" y="39"/>
                    </a:cubicBezTo>
                    <a:cubicBezTo>
                      <a:pt x="128" y="27"/>
                      <a:pt x="105" y="33"/>
                      <a:pt x="86" y="42"/>
                    </a:cubicBezTo>
                    <a:cubicBezTo>
                      <a:pt x="74" y="49"/>
                      <a:pt x="59" y="57"/>
                      <a:pt x="46" y="46"/>
                    </a:cubicBezTo>
                    <a:cubicBezTo>
                      <a:pt x="46" y="46"/>
                      <a:pt x="32" y="35"/>
                      <a:pt x="36" y="3"/>
                    </a:cubicBezTo>
                    <a:cubicBezTo>
                      <a:pt x="18" y="0"/>
                      <a:pt x="18" y="0"/>
                      <a:pt x="18" y="0"/>
                    </a:cubicBezTo>
                    <a:cubicBezTo>
                      <a:pt x="18" y="0"/>
                      <a:pt x="0" y="37"/>
                      <a:pt x="27" y="66"/>
                    </a:cubicBezTo>
                    <a:cubicBezTo>
                      <a:pt x="27" y="66"/>
                      <a:pt x="53" y="93"/>
                      <a:pt x="90" y="80"/>
                    </a:cubicBezTo>
                    <a:cubicBezTo>
                      <a:pt x="96" y="78"/>
                      <a:pt x="104" y="99"/>
                      <a:pt x="106" y="102"/>
                    </a:cubicBezTo>
                    <a:cubicBezTo>
                      <a:pt x="112" y="114"/>
                      <a:pt x="117" y="127"/>
                      <a:pt x="117" y="141"/>
                    </a:cubicBezTo>
                    <a:cubicBezTo>
                      <a:pt x="117" y="159"/>
                      <a:pt x="102" y="173"/>
                      <a:pt x="94" y="189"/>
                    </a:cubicBezTo>
                    <a:cubicBezTo>
                      <a:pt x="87" y="202"/>
                      <a:pt x="84" y="216"/>
                      <a:pt x="84" y="230"/>
                    </a:cubicBezTo>
                    <a:cubicBezTo>
                      <a:pt x="85" y="245"/>
                      <a:pt x="87" y="266"/>
                      <a:pt x="92" y="280"/>
                    </a:cubicBezTo>
                    <a:cubicBezTo>
                      <a:pt x="99" y="301"/>
                      <a:pt x="105" y="317"/>
                      <a:pt x="112" y="338"/>
                    </a:cubicBezTo>
                    <a:cubicBezTo>
                      <a:pt x="141" y="337"/>
                      <a:pt x="141" y="337"/>
                      <a:pt x="141" y="337"/>
                    </a:cubicBezTo>
                    <a:cubicBezTo>
                      <a:pt x="141" y="337"/>
                      <a:pt x="118" y="273"/>
                      <a:pt x="130" y="228"/>
                    </a:cubicBezTo>
                    <a:cubicBezTo>
                      <a:pt x="130" y="228"/>
                      <a:pt x="135" y="278"/>
                      <a:pt x="193" y="333"/>
                    </a:cubicBezTo>
                    <a:cubicBezTo>
                      <a:pt x="217" y="323"/>
                      <a:pt x="217" y="323"/>
                      <a:pt x="217" y="323"/>
                    </a:cubicBezTo>
                    <a:cubicBezTo>
                      <a:pt x="217" y="323"/>
                      <a:pt x="170" y="258"/>
                      <a:pt x="172" y="225"/>
                    </a:cubicBezTo>
                    <a:cubicBezTo>
                      <a:pt x="173" y="196"/>
                      <a:pt x="195" y="179"/>
                      <a:pt x="199" y="155"/>
                    </a:cubicBezTo>
                    <a:cubicBezTo>
                      <a:pt x="202" y="135"/>
                      <a:pt x="196" y="122"/>
                      <a:pt x="192"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 name="Freeform 59"/>
              <p:cNvSpPr>
                <a:spLocks/>
              </p:cNvSpPr>
              <p:nvPr/>
            </p:nvSpPr>
            <p:spPr bwMode="auto">
              <a:xfrm>
                <a:off x="5389563" y="-1193800"/>
                <a:ext cx="482600" cy="406400"/>
              </a:xfrm>
              <a:custGeom>
                <a:avLst/>
                <a:gdLst>
                  <a:gd name="T0" fmla="*/ 17 w 203"/>
                  <a:gd name="T1" fmla="*/ 171 h 171"/>
                  <a:gd name="T2" fmla="*/ 172 w 203"/>
                  <a:gd name="T3" fmla="*/ 56 h 171"/>
                  <a:gd name="T4" fmla="*/ 191 w 203"/>
                  <a:gd name="T5" fmla="*/ 17 h 171"/>
                  <a:gd name="T6" fmla="*/ 143 w 203"/>
                  <a:gd name="T7" fmla="*/ 36 h 171"/>
                  <a:gd name="T8" fmla="*/ 0 w 203"/>
                  <a:gd name="T9" fmla="*/ 168 h 171"/>
                  <a:gd name="T10" fmla="*/ 17 w 203"/>
                  <a:gd name="T11" fmla="*/ 171 h 171"/>
                </a:gdLst>
                <a:ahLst/>
                <a:cxnLst>
                  <a:cxn ang="0">
                    <a:pos x="T0" y="T1"/>
                  </a:cxn>
                  <a:cxn ang="0">
                    <a:pos x="T2" y="T3"/>
                  </a:cxn>
                  <a:cxn ang="0">
                    <a:pos x="T4" y="T5"/>
                  </a:cxn>
                  <a:cxn ang="0">
                    <a:pos x="T6" y="T7"/>
                  </a:cxn>
                  <a:cxn ang="0">
                    <a:pos x="T8" y="T9"/>
                  </a:cxn>
                  <a:cxn ang="0">
                    <a:pos x="T10" y="T11"/>
                  </a:cxn>
                </a:cxnLst>
                <a:rect l="0" t="0" r="r" b="b"/>
                <a:pathLst>
                  <a:path w="203" h="171">
                    <a:moveTo>
                      <a:pt x="17" y="171"/>
                    </a:moveTo>
                    <a:cubicBezTo>
                      <a:pt x="172" y="56"/>
                      <a:pt x="172" y="56"/>
                      <a:pt x="172" y="56"/>
                    </a:cubicBezTo>
                    <a:cubicBezTo>
                      <a:pt x="172" y="56"/>
                      <a:pt x="203" y="34"/>
                      <a:pt x="191" y="17"/>
                    </a:cubicBezTo>
                    <a:cubicBezTo>
                      <a:pt x="191" y="17"/>
                      <a:pt x="181" y="0"/>
                      <a:pt x="143" y="36"/>
                    </a:cubicBezTo>
                    <a:cubicBezTo>
                      <a:pt x="0" y="168"/>
                      <a:pt x="0" y="168"/>
                      <a:pt x="0" y="168"/>
                    </a:cubicBezTo>
                    <a:lnTo>
                      <a:pt x="17" y="1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98" name="组合 97"/>
            <p:cNvGrpSpPr/>
            <p:nvPr/>
          </p:nvGrpSpPr>
          <p:grpSpPr>
            <a:xfrm>
              <a:off x="6949281" y="5054179"/>
              <a:ext cx="931863" cy="976313"/>
              <a:chOff x="5992813" y="-968375"/>
              <a:chExt cx="931863" cy="976313"/>
            </a:xfrm>
            <a:solidFill>
              <a:schemeClr val="bg1"/>
            </a:solidFill>
          </p:grpSpPr>
          <p:sp>
            <p:nvSpPr>
              <p:cNvPr id="84" name="Freeform 60"/>
              <p:cNvSpPr>
                <a:spLocks/>
              </p:cNvSpPr>
              <p:nvPr/>
            </p:nvSpPr>
            <p:spPr bwMode="auto">
              <a:xfrm>
                <a:off x="6276976" y="-968375"/>
                <a:ext cx="207963" cy="211138"/>
              </a:xfrm>
              <a:custGeom>
                <a:avLst/>
                <a:gdLst>
                  <a:gd name="T0" fmla="*/ 81 w 88"/>
                  <a:gd name="T1" fmla="*/ 32 h 89"/>
                  <a:gd name="T2" fmla="*/ 56 w 88"/>
                  <a:gd name="T3" fmla="*/ 82 h 89"/>
                  <a:gd name="T4" fmla="*/ 6 w 88"/>
                  <a:gd name="T5" fmla="*/ 57 h 89"/>
                  <a:gd name="T6" fmla="*/ 31 w 88"/>
                  <a:gd name="T7" fmla="*/ 7 h 89"/>
                  <a:gd name="T8" fmla="*/ 81 w 88"/>
                  <a:gd name="T9" fmla="*/ 32 h 89"/>
                </a:gdLst>
                <a:ahLst/>
                <a:cxnLst>
                  <a:cxn ang="0">
                    <a:pos x="T0" y="T1"/>
                  </a:cxn>
                  <a:cxn ang="0">
                    <a:pos x="T2" y="T3"/>
                  </a:cxn>
                  <a:cxn ang="0">
                    <a:pos x="T4" y="T5"/>
                  </a:cxn>
                  <a:cxn ang="0">
                    <a:pos x="T6" y="T7"/>
                  </a:cxn>
                  <a:cxn ang="0">
                    <a:pos x="T8" y="T9"/>
                  </a:cxn>
                </a:cxnLst>
                <a:rect l="0" t="0" r="r" b="b"/>
                <a:pathLst>
                  <a:path w="88" h="89">
                    <a:moveTo>
                      <a:pt x="81" y="32"/>
                    </a:moveTo>
                    <a:cubicBezTo>
                      <a:pt x="88" y="53"/>
                      <a:pt x="77" y="75"/>
                      <a:pt x="56" y="82"/>
                    </a:cubicBezTo>
                    <a:cubicBezTo>
                      <a:pt x="36" y="89"/>
                      <a:pt x="13" y="77"/>
                      <a:pt x="6" y="57"/>
                    </a:cubicBezTo>
                    <a:cubicBezTo>
                      <a:pt x="0" y="36"/>
                      <a:pt x="11" y="14"/>
                      <a:pt x="31" y="7"/>
                    </a:cubicBezTo>
                    <a:cubicBezTo>
                      <a:pt x="52" y="0"/>
                      <a:pt x="74" y="11"/>
                      <a:pt x="81"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 name="Freeform 61"/>
              <p:cNvSpPr>
                <a:spLocks/>
              </p:cNvSpPr>
              <p:nvPr/>
            </p:nvSpPr>
            <p:spPr bwMode="auto">
              <a:xfrm>
                <a:off x="6197601" y="-781050"/>
                <a:ext cx="620713" cy="788988"/>
              </a:xfrm>
              <a:custGeom>
                <a:avLst/>
                <a:gdLst>
                  <a:gd name="T0" fmla="*/ 51 w 261"/>
                  <a:gd name="T1" fmla="*/ 99 h 332"/>
                  <a:gd name="T2" fmla="*/ 51 w 261"/>
                  <a:gd name="T3" fmla="*/ 99 h 332"/>
                  <a:gd name="T4" fmla="*/ 58 w 261"/>
                  <a:gd name="T5" fmla="*/ 84 h 332"/>
                  <a:gd name="T6" fmla="*/ 58 w 261"/>
                  <a:gd name="T7" fmla="*/ 84 h 332"/>
                  <a:gd name="T8" fmla="*/ 58 w 261"/>
                  <a:gd name="T9" fmla="*/ 83 h 332"/>
                  <a:gd name="T10" fmla="*/ 73 w 261"/>
                  <a:gd name="T11" fmla="*/ 37 h 332"/>
                  <a:gd name="T12" fmla="*/ 107 w 261"/>
                  <a:gd name="T13" fmla="*/ 5 h 332"/>
                  <a:gd name="T14" fmla="*/ 171 w 261"/>
                  <a:gd name="T15" fmla="*/ 13 h 332"/>
                  <a:gd name="T16" fmla="*/ 206 w 261"/>
                  <a:gd name="T17" fmla="*/ 24 h 332"/>
                  <a:gd name="T18" fmla="*/ 221 w 261"/>
                  <a:gd name="T19" fmla="*/ 40 h 332"/>
                  <a:gd name="T20" fmla="*/ 231 w 261"/>
                  <a:gd name="T21" fmla="*/ 102 h 332"/>
                  <a:gd name="T22" fmla="*/ 215 w 261"/>
                  <a:gd name="T23" fmla="*/ 105 h 332"/>
                  <a:gd name="T24" fmla="*/ 194 w 261"/>
                  <a:gd name="T25" fmla="*/ 49 h 332"/>
                  <a:gd name="T26" fmla="*/ 161 w 261"/>
                  <a:gd name="T27" fmla="*/ 44 h 332"/>
                  <a:gd name="T28" fmla="*/ 195 w 261"/>
                  <a:gd name="T29" fmla="*/ 108 h 332"/>
                  <a:gd name="T30" fmla="*/ 220 w 261"/>
                  <a:gd name="T31" fmla="*/ 152 h 332"/>
                  <a:gd name="T32" fmla="*/ 245 w 261"/>
                  <a:gd name="T33" fmla="*/ 213 h 332"/>
                  <a:gd name="T34" fmla="*/ 191 w 261"/>
                  <a:gd name="T35" fmla="*/ 187 h 332"/>
                  <a:gd name="T36" fmla="*/ 172 w 261"/>
                  <a:gd name="T37" fmla="*/ 165 h 332"/>
                  <a:gd name="T38" fmla="*/ 159 w 261"/>
                  <a:gd name="T39" fmla="*/ 159 h 332"/>
                  <a:gd name="T40" fmla="*/ 149 w 261"/>
                  <a:gd name="T41" fmla="*/ 168 h 332"/>
                  <a:gd name="T42" fmla="*/ 122 w 261"/>
                  <a:gd name="T43" fmla="*/ 221 h 332"/>
                  <a:gd name="T44" fmla="*/ 125 w 261"/>
                  <a:gd name="T45" fmla="*/ 271 h 332"/>
                  <a:gd name="T46" fmla="*/ 131 w 261"/>
                  <a:gd name="T47" fmla="*/ 315 h 332"/>
                  <a:gd name="T48" fmla="*/ 133 w 261"/>
                  <a:gd name="T49" fmla="*/ 332 h 332"/>
                  <a:gd name="T50" fmla="*/ 107 w 261"/>
                  <a:gd name="T51" fmla="*/ 332 h 332"/>
                  <a:gd name="T52" fmla="*/ 93 w 261"/>
                  <a:gd name="T53" fmla="*/ 275 h 332"/>
                  <a:gd name="T54" fmla="*/ 86 w 261"/>
                  <a:gd name="T55" fmla="*/ 212 h 332"/>
                  <a:gd name="T56" fmla="*/ 97 w 261"/>
                  <a:gd name="T57" fmla="*/ 178 h 332"/>
                  <a:gd name="T58" fmla="*/ 110 w 261"/>
                  <a:gd name="T59" fmla="*/ 145 h 332"/>
                  <a:gd name="T60" fmla="*/ 113 w 261"/>
                  <a:gd name="T61" fmla="*/ 138 h 332"/>
                  <a:gd name="T62" fmla="*/ 91 w 261"/>
                  <a:gd name="T63" fmla="*/ 71 h 332"/>
                  <a:gd name="T64" fmla="*/ 77 w 261"/>
                  <a:gd name="T65" fmla="*/ 110 h 332"/>
                  <a:gd name="T66" fmla="*/ 59 w 261"/>
                  <a:gd name="T67" fmla="*/ 122 h 332"/>
                  <a:gd name="T68" fmla="*/ 0 w 261"/>
                  <a:gd name="T69" fmla="*/ 118 h 332"/>
                  <a:gd name="T70" fmla="*/ 1 w 261"/>
                  <a:gd name="T71" fmla="*/ 105 h 332"/>
                  <a:gd name="T72" fmla="*/ 51 w 261"/>
                  <a:gd name="T73" fmla="*/ 99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61" h="332">
                    <a:moveTo>
                      <a:pt x="51" y="99"/>
                    </a:moveTo>
                    <a:cubicBezTo>
                      <a:pt x="51" y="99"/>
                      <a:pt x="51" y="99"/>
                      <a:pt x="51" y="99"/>
                    </a:cubicBezTo>
                    <a:cubicBezTo>
                      <a:pt x="53" y="98"/>
                      <a:pt x="54" y="96"/>
                      <a:pt x="58" y="84"/>
                    </a:cubicBezTo>
                    <a:cubicBezTo>
                      <a:pt x="58" y="84"/>
                      <a:pt x="58" y="84"/>
                      <a:pt x="58" y="84"/>
                    </a:cubicBezTo>
                    <a:cubicBezTo>
                      <a:pt x="58" y="83"/>
                      <a:pt x="58" y="83"/>
                      <a:pt x="58" y="83"/>
                    </a:cubicBezTo>
                    <a:cubicBezTo>
                      <a:pt x="58" y="83"/>
                      <a:pt x="68" y="49"/>
                      <a:pt x="73" y="37"/>
                    </a:cubicBezTo>
                    <a:cubicBezTo>
                      <a:pt x="79" y="21"/>
                      <a:pt x="90" y="10"/>
                      <a:pt x="107" y="5"/>
                    </a:cubicBezTo>
                    <a:cubicBezTo>
                      <a:pt x="126" y="0"/>
                      <a:pt x="149" y="7"/>
                      <a:pt x="171" y="13"/>
                    </a:cubicBezTo>
                    <a:cubicBezTo>
                      <a:pt x="182" y="16"/>
                      <a:pt x="196" y="19"/>
                      <a:pt x="206" y="24"/>
                    </a:cubicBezTo>
                    <a:cubicBezTo>
                      <a:pt x="206" y="24"/>
                      <a:pt x="218" y="27"/>
                      <a:pt x="221" y="40"/>
                    </a:cubicBezTo>
                    <a:cubicBezTo>
                      <a:pt x="231" y="102"/>
                      <a:pt x="231" y="102"/>
                      <a:pt x="231" y="102"/>
                    </a:cubicBezTo>
                    <a:cubicBezTo>
                      <a:pt x="215" y="105"/>
                      <a:pt x="215" y="105"/>
                      <a:pt x="215" y="105"/>
                    </a:cubicBezTo>
                    <a:cubicBezTo>
                      <a:pt x="194" y="49"/>
                      <a:pt x="194" y="49"/>
                      <a:pt x="194" y="49"/>
                    </a:cubicBezTo>
                    <a:cubicBezTo>
                      <a:pt x="190" y="49"/>
                      <a:pt x="170" y="45"/>
                      <a:pt x="161" y="44"/>
                    </a:cubicBezTo>
                    <a:cubicBezTo>
                      <a:pt x="166" y="53"/>
                      <a:pt x="182" y="83"/>
                      <a:pt x="195" y="108"/>
                    </a:cubicBezTo>
                    <a:cubicBezTo>
                      <a:pt x="203" y="123"/>
                      <a:pt x="212" y="137"/>
                      <a:pt x="220" y="152"/>
                    </a:cubicBezTo>
                    <a:cubicBezTo>
                      <a:pt x="226" y="163"/>
                      <a:pt x="261" y="211"/>
                      <a:pt x="245" y="213"/>
                    </a:cubicBezTo>
                    <a:cubicBezTo>
                      <a:pt x="222" y="216"/>
                      <a:pt x="205" y="204"/>
                      <a:pt x="191" y="187"/>
                    </a:cubicBezTo>
                    <a:cubicBezTo>
                      <a:pt x="185" y="180"/>
                      <a:pt x="178" y="172"/>
                      <a:pt x="172" y="165"/>
                    </a:cubicBezTo>
                    <a:cubicBezTo>
                      <a:pt x="169" y="161"/>
                      <a:pt x="163" y="158"/>
                      <a:pt x="159" y="159"/>
                    </a:cubicBezTo>
                    <a:cubicBezTo>
                      <a:pt x="154" y="160"/>
                      <a:pt x="151" y="164"/>
                      <a:pt x="149" y="168"/>
                    </a:cubicBezTo>
                    <a:cubicBezTo>
                      <a:pt x="139" y="184"/>
                      <a:pt x="129" y="203"/>
                      <a:pt x="122" y="221"/>
                    </a:cubicBezTo>
                    <a:cubicBezTo>
                      <a:pt x="117" y="235"/>
                      <a:pt x="122" y="257"/>
                      <a:pt x="125" y="271"/>
                    </a:cubicBezTo>
                    <a:cubicBezTo>
                      <a:pt x="127" y="288"/>
                      <a:pt x="128" y="298"/>
                      <a:pt x="131" y="315"/>
                    </a:cubicBezTo>
                    <a:cubicBezTo>
                      <a:pt x="131" y="317"/>
                      <a:pt x="133" y="330"/>
                      <a:pt x="133" y="332"/>
                    </a:cubicBezTo>
                    <a:cubicBezTo>
                      <a:pt x="107" y="332"/>
                      <a:pt x="107" y="332"/>
                      <a:pt x="107" y="332"/>
                    </a:cubicBezTo>
                    <a:cubicBezTo>
                      <a:pt x="103" y="315"/>
                      <a:pt x="97" y="292"/>
                      <a:pt x="93" y="275"/>
                    </a:cubicBezTo>
                    <a:cubicBezTo>
                      <a:pt x="88" y="256"/>
                      <a:pt x="81" y="233"/>
                      <a:pt x="86" y="212"/>
                    </a:cubicBezTo>
                    <a:cubicBezTo>
                      <a:pt x="89" y="200"/>
                      <a:pt x="92" y="189"/>
                      <a:pt x="97" y="178"/>
                    </a:cubicBezTo>
                    <a:cubicBezTo>
                      <a:pt x="102" y="166"/>
                      <a:pt x="106" y="157"/>
                      <a:pt x="110" y="145"/>
                    </a:cubicBezTo>
                    <a:cubicBezTo>
                      <a:pt x="111" y="144"/>
                      <a:pt x="113" y="139"/>
                      <a:pt x="113" y="138"/>
                    </a:cubicBezTo>
                    <a:cubicBezTo>
                      <a:pt x="113" y="138"/>
                      <a:pt x="91" y="71"/>
                      <a:pt x="91" y="71"/>
                    </a:cubicBezTo>
                    <a:cubicBezTo>
                      <a:pt x="77" y="110"/>
                      <a:pt x="77" y="110"/>
                      <a:pt x="77" y="110"/>
                    </a:cubicBezTo>
                    <a:cubicBezTo>
                      <a:pt x="77" y="109"/>
                      <a:pt x="75" y="121"/>
                      <a:pt x="59" y="122"/>
                    </a:cubicBezTo>
                    <a:cubicBezTo>
                      <a:pt x="0" y="118"/>
                      <a:pt x="0" y="118"/>
                      <a:pt x="0" y="118"/>
                    </a:cubicBezTo>
                    <a:cubicBezTo>
                      <a:pt x="1" y="105"/>
                      <a:pt x="1" y="105"/>
                      <a:pt x="1" y="105"/>
                    </a:cubicBezTo>
                    <a:lnTo>
                      <a:pt x="51" y="9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 name="Freeform 62"/>
              <p:cNvSpPr>
                <a:spLocks/>
              </p:cNvSpPr>
              <p:nvPr/>
            </p:nvSpPr>
            <p:spPr bwMode="auto">
              <a:xfrm>
                <a:off x="6575426" y="-676275"/>
                <a:ext cx="349250" cy="674688"/>
              </a:xfrm>
              <a:custGeom>
                <a:avLst/>
                <a:gdLst>
                  <a:gd name="T0" fmla="*/ 2 w 147"/>
                  <a:gd name="T1" fmla="*/ 0 h 284"/>
                  <a:gd name="T2" fmla="*/ 147 w 147"/>
                  <a:gd name="T3" fmla="*/ 282 h 284"/>
                  <a:gd name="T4" fmla="*/ 119 w 147"/>
                  <a:gd name="T5" fmla="*/ 284 h 284"/>
                  <a:gd name="T6" fmla="*/ 0 w 147"/>
                  <a:gd name="T7" fmla="*/ 115 h 284"/>
                  <a:gd name="T8" fmla="*/ 2 w 147"/>
                  <a:gd name="T9" fmla="*/ 0 h 284"/>
                </a:gdLst>
                <a:ahLst/>
                <a:cxnLst>
                  <a:cxn ang="0">
                    <a:pos x="T0" y="T1"/>
                  </a:cxn>
                  <a:cxn ang="0">
                    <a:pos x="T2" y="T3"/>
                  </a:cxn>
                  <a:cxn ang="0">
                    <a:pos x="T4" y="T5"/>
                  </a:cxn>
                  <a:cxn ang="0">
                    <a:pos x="T6" y="T7"/>
                  </a:cxn>
                  <a:cxn ang="0">
                    <a:pos x="T8" y="T9"/>
                  </a:cxn>
                </a:cxnLst>
                <a:rect l="0" t="0" r="r" b="b"/>
                <a:pathLst>
                  <a:path w="147" h="284">
                    <a:moveTo>
                      <a:pt x="2" y="0"/>
                    </a:moveTo>
                    <a:cubicBezTo>
                      <a:pt x="2" y="0"/>
                      <a:pt x="121" y="202"/>
                      <a:pt x="147" y="282"/>
                    </a:cubicBezTo>
                    <a:cubicBezTo>
                      <a:pt x="119" y="284"/>
                      <a:pt x="119" y="284"/>
                      <a:pt x="119" y="284"/>
                    </a:cubicBezTo>
                    <a:cubicBezTo>
                      <a:pt x="119" y="284"/>
                      <a:pt x="23" y="111"/>
                      <a:pt x="0" y="115"/>
                    </a:cubicBez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 name="Freeform 63"/>
              <p:cNvSpPr>
                <a:spLocks noEditPoints="1"/>
              </p:cNvSpPr>
              <p:nvPr/>
            </p:nvSpPr>
            <p:spPr bwMode="auto">
              <a:xfrm>
                <a:off x="5992813" y="-819150"/>
                <a:ext cx="171450" cy="190500"/>
              </a:xfrm>
              <a:custGeom>
                <a:avLst/>
                <a:gdLst>
                  <a:gd name="T0" fmla="*/ 6 w 72"/>
                  <a:gd name="T1" fmla="*/ 56 h 80"/>
                  <a:gd name="T2" fmla="*/ 0 w 72"/>
                  <a:gd name="T3" fmla="*/ 34 h 80"/>
                  <a:gd name="T4" fmla="*/ 0 w 72"/>
                  <a:gd name="T5" fmla="*/ 34 h 80"/>
                  <a:gd name="T6" fmla="*/ 17 w 72"/>
                  <a:gd name="T7" fmla="*/ 4 h 80"/>
                  <a:gd name="T8" fmla="*/ 17 w 72"/>
                  <a:gd name="T9" fmla="*/ 4 h 80"/>
                  <a:gd name="T10" fmla="*/ 31 w 72"/>
                  <a:gd name="T11" fmla="*/ 0 h 80"/>
                  <a:gd name="T12" fmla="*/ 31 w 72"/>
                  <a:gd name="T13" fmla="*/ 0 h 80"/>
                  <a:gd name="T14" fmla="*/ 66 w 72"/>
                  <a:gd name="T15" fmla="*/ 24 h 80"/>
                  <a:gd name="T16" fmla="*/ 66 w 72"/>
                  <a:gd name="T17" fmla="*/ 24 h 80"/>
                  <a:gd name="T18" fmla="*/ 63 w 72"/>
                  <a:gd name="T19" fmla="*/ 26 h 80"/>
                  <a:gd name="T20" fmla="*/ 66 w 72"/>
                  <a:gd name="T21" fmla="*/ 24 h 80"/>
                  <a:gd name="T22" fmla="*/ 72 w 72"/>
                  <a:gd name="T23" fmla="*/ 46 h 80"/>
                  <a:gd name="T24" fmla="*/ 72 w 72"/>
                  <a:gd name="T25" fmla="*/ 46 h 80"/>
                  <a:gd name="T26" fmla="*/ 55 w 72"/>
                  <a:gd name="T27" fmla="*/ 76 h 80"/>
                  <a:gd name="T28" fmla="*/ 55 w 72"/>
                  <a:gd name="T29" fmla="*/ 76 h 80"/>
                  <a:gd name="T30" fmla="*/ 41 w 72"/>
                  <a:gd name="T31" fmla="*/ 80 h 80"/>
                  <a:gd name="T32" fmla="*/ 41 w 72"/>
                  <a:gd name="T33" fmla="*/ 80 h 80"/>
                  <a:gd name="T34" fmla="*/ 6 w 72"/>
                  <a:gd name="T35" fmla="*/ 56 h 80"/>
                  <a:gd name="T36" fmla="*/ 31 w 72"/>
                  <a:gd name="T37" fmla="*/ 8 h 80"/>
                  <a:gd name="T38" fmla="*/ 21 w 72"/>
                  <a:gd name="T39" fmla="*/ 11 h 80"/>
                  <a:gd name="T40" fmla="*/ 21 w 72"/>
                  <a:gd name="T41" fmla="*/ 11 h 80"/>
                  <a:gd name="T42" fmla="*/ 8 w 72"/>
                  <a:gd name="T43" fmla="*/ 34 h 80"/>
                  <a:gd name="T44" fmla="*/ 8 w 72"/>
                  <a:gd name="T45" fmla="*/ 34 h 80"/>
                  <a:gd name="T46" fmla="*/ 13 w 72"/>
                  <a:gd name="T47" fmla="*/ 52 h 80"/>
                  <a:gd name="T48" fmla="*/ 13 w 72"/>
                  <a:gd name="T49" fmla="*/ 52 h 80"/>
                  <a:gd name="T50" fmla="*/ 41 w 72"/>
                  <a:gd name="T51" fmla="*/ 72 h 80"/>
                  <a:gd name="T52" fmla="*/ 41 w 72"/>
                  <a:gd name="T53" fmla="*/ 72 h 80"/>
                  <a:gd name="T54" fmla="*/ 51 w 72"/>
                  <a:gd name="T55" fmla="*/ 69 h 80"/>
                  <a:gd name="T56" fmla="*/ 51 w 72"/>
                  <a:gd name="T57" fmla="*/ 69 h 80"/>
                  <a:gd name="T58" fmla="*/ 64 w 72"/>
                  <a:gd name="T59" fmla="*/ 46 h 80"/>
                  <a:gd name="T60" fmla="*/ 64 w 72"/>
                  <a:gd name="T61" fmla="*/ 46 h 80"/>
                  <a:gd name="T62" fmla="*/ 59 w 72"/>
                  <a:gd name="T63" fmla="*/ 28 h 80"/>
                  <a:gd name="T64" fmla="*/ 59 w 72"/>
                  <a:gd name="T65" fmla="*/ 28 h 80"/>
                  <a:gd name="T66" fmla="*/ 59 w 72"/>
                  <a:gd name="T67" fmla="*/ 28 h 80"/>
                  <a:gd name="T68" fmla="*/ 31 w 72"/>
                  <a:gd name="T69" fmla="*/ 8 h 80"/>
                  <a:gd name="T70" fmla="*/ 31 w 72"/>
                  <a:gd name="T71" fmla="*/ 8 h 80"/>
                  <a:gd name="T72" fmla="*/ 31 w 72"/>
                  <a:gd name="T73" fmla="*/ 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2" h="80">
                    <a:moveTo>
                      <a:pt x="6" y="56"/>
                    </a:moveTo>
                    <a:cubicBezTo>
                      <a:pt x="2" y="49"/>
                      <a:pt x="0" y="41"/>
                      <a:pt x="0" y="34"/>
                    </a:cubicBezTo>
                    <a:cubicBezTo>
                      <a:pt x="0" y="34"/>
                      <a:pt x="0" y="34"/>
                      <a:pt x="0" y="34"/>
                    </a:cubicBezTo>
                    <a:cubicBezTo>
                      <a:pt x="0" y="21"/>
                      <a:pt x="6" y="9"/>
                      <a:pt x="17" y="4"/>
                    </a:cubicBezTo>
                    <a:cubicBezTo>
                      <a:pt x="17" y="4"/>
                      <a:pt x="17" y="4"/>
                      <a:pt x="17" y="4"/>
                    </a:cubicBezTo>
                    <a:cubicBezTo>
                      <a:pt x="21" y="1"/>
                      <a:pt x="26" y="0"/>
                      <a:pt x="31" y="0"/>
                    </a:cubicBezTo>
                    <a:cubicBezTo>
                      <a:pt x="31" y="0"/>
                      <a:pt x="31" y="0"/>
                      <a:pt x="31" y="0"/>
                    </a:cubicBezTo>
                    <a:cubicBezTo>
                      <a:pt x="45" y="0"/>
                      <a:pt x="59" y="9"/>
                      <a:pt x="66" y="24"/>
                    </a:cubicBezTo>
                    <a:cubicBezTo>
                      <a:pt x="66" y="24"/>
                      <a:pt x="66" y="24"/>
                      <a:pt x="66" y="24"/>
                    </a:cubicBezTo>
                    <a:cubicBezTo>
                      <a:pt x="63" y="26"/>
                      <a:pt x="63" y="26"/>
                      <a:pt x="63" y="26"/>
                    </a:cubicBezTo>
                    <a:cubicBezTo>
                      <a:pt x="66" y="24"/>
                      <a:pt x="66" y="24"/>
                      <a:pt x="66" y="24"/>
                    </a:cubicBezTo>
                    <a:cubicBezTo>
                      <a:pt x="70" y="31"/>
                      <a:pt x="72" y="39"/>
                      <a:pt x="72" y="46"/>
                    </a:cubicBezTo>
                    <a:cubicBezTo>
                      <a:pt x="72" y="46"/>
                      <a:pt x="72" y="46"/>
                      <a:pt x="72" y="46"/>
                    </a:cubicBezTo>
                    <a:cubicBezTo>
                      <a:pt x="72" y="59"/>
                      <a:pt x="66" y="71"/>
                      <a:pt x="55" y="76"/>
                    </a:cubicBezTo>
                    <a:cubicBezTo>
                      <a:pt x="55" y="76"/>
                      <a:pt x="55" y="76"/>
                      <a:pt x="55" y="76"/>
                    </a:cubicBezTo>
                    <a:cubicBezTo>
                      <a:pt x="51" y="79"/>
                      <a:pt x="46" y="80"/>
                      <a:pt x="41" y="80"/>
                    </a:cubicBezTo>
                    <a:cubicBezTo>
                      <a:pt x="41" y="80"/>
                      <a:pt x="41" y="80"/>
                      <a:pt x="41" y="80"/>
                    </a:cubicBezTo>
                    <a:cubicBezTo>
                      <a:pt x="27" y="80"/>
                      <a:pt x="13" y="71"/>
                      <a:pt x="6" y="56"/>
                    </a:cubicBezTo>
                    <a:close/>
                    <a:moveTo>
                      <a:pt x="31" y="8"/>
                    </a:moveTo>
                    <a:cubicBezTo>
                      <a:pt x="27" y="8"/>
                      <a:pt x="24" y="9"/>
                      <a:pt x="21" y="11"/>
                    </a:cubicBezTo>
                    <a:cubicBezTo>
                      <a:pt x="21" y="11"/>
                      <a:pt x="21" y="11"/>
                      <a:pt x="21" y="11"/>
                    </a:cubicBezTo>
                    <a:cubicBezTo>
                      <a:pt x="13" y="15"/>
                      <a:pt x="8" y="24"/>
                      <a:pt x="8" y="34"/>
                    </a:cubicBezTo>
                    <a:cubicBezTo>
                      <a:pt x="8" y="34"/>
                      <a:pt x="8" y="34"/>
                      <a:pt x="8" y="34"/>
                    </a:cubicBezTo>
                    <a:cubicBezTo>
                      <a:pt x="8" y="40"/>
                      <a:pt x="10" y="46"/>
                      <a:pt x="13" y="52"/>
                    </a:cubicBezTo>
                    <a:cubicBezTo>
                      <a:pt x="13" y="52"/>
                      <a:pt x="13" y="52"/>
                      <a:pt x="13" y="52"/>
                    </a:cubicBezTo>
                    <a:cubicBezTo>
                      <a:pt x="19" y="64"/>
                      <a:pt x="31" y="72"/>
                      <a:pt x="41" y="72"/>
                    </a:cubicBezTo>
                    <a:cubicBezTo>
                      <a:pt x="41" y="72"/>
                      <a:pt x="41" y="72"/>
                      <a:pt x="41" y="72"/>
                    </a:cubicBezTo>
                    <a:cubicBezTo>
                      <a:pt x="45" y="72"/>
                      <a:pt x="48" y="71"/>
                      <a:pt x="51" y="69"/>
                    </a:cubicBezTo>
                    <a:cubicBezTo>
                      <a:pt x="51" y="69"/>
                      <a:pt x="51" y="69"/>
                      <a:pt x="51" y="69"/>
                    </a:cubicBezTo>
                    <a:cubicBezTo>
                      <a:pt x="59" y="65"/>
                      <a:pt x="64" y="56"/>
                      <a:pt x="64" y="46"/>
                    </a:cubicBezTo>
                    <a:cubicBezTo>
                      <a:pt x="64" y="46"/>
                      <a:pt x="64" y="46"/>
                      <a:pt x="64" y="46"/>
                    </a:cubicBezTo>
                    <a:cubicBezTo>
                      <a:pt x="64" y="40"/>
                      <a:pt x="62" y="34"/>
                      <a:pt x="59" y="28"/>
                    </a:cubicBezTo>
                    <a:cubicBezTo>
                      <a:pt x="59" y="28"/>
                      <a:pt x="59" y="28"/>
                      <a:pt x="59" y="28"/>
                    </a:cubicBezTo>
                    <a:cubicBezTo>
                      <a:pt x="59" y="28"/>
                      <a:pt x="59" y="28"/>
                      <a:pt x="59" y="28"/>
                    </a:cubicBezTo>
                    <a:cubicBezTo>
                      <a:pt x="53" y="16"/>
                      <a:pt x="41" y="8"/>
                      <a:pt x="31" y="8"/>
                    </a:cubicBezTo>
                    <a:cubicBezTo>
                      <a:pt x="31" y="8"/>
                      <a:pt x="31" y="8"/>
                      <a:pt x="31" y="8"/>
                    </a:cubicBezTo>
                    <a:cubicBezTo>
                      <a:pt x="31" y="8"/>
                      <a:pt x="31" y="8"/>
                      <a:pt x="3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 name="Freeform 64"/>
              <p:cNvSpPr>
                <a:spLocks/>
              </p:cNvSpPr>
              <p:nvPr/>
            </p:nvSpPr>
            <p:spPr bwMode="auto">
              <a:xfrm>
                <a:off x="6059488" y="-652462"/>
                <a:ext cx="165100" cy="153988"/>
              </a:xfrm>
              <a:custGeom>
                <a:avLst/>
                <a:gdLst>
                  <a:gd name="T0" fmla="*/ 61 w 69"/>
                  <a:gd name="T1" fmla="*/ 63 h 65"/>
                  <a:gd name="T2" fmla="*/ 42 w 69"/>
                  <a:gd name="T3" fmla="*/ 33 h 65"/>
                  <a:gd name="T4" fmla="*/ 42 w 69"/>
                  <a:gd name="T5" fmla="*/ 33 h 65"/>
                  <a:gd name="T6" fmla="*/ 3 w 69"/>
                  <a:gd name="T7" fmla="*/ 8 h 65"/>
                  <a:gd name="T8" fmla="*/ 3 w 69"/>
                  <a:gd name="T9" fmla="*/ 8 h 65"/>
                  <a:gd name="T10" fmla="*/ 0 w 69"/>
                  <a:gd name="T11" fmla="*/ 3 h 65"/>
                  <a:gd name="T12" fmla="*/ 0 w 69"/>
                  <a:gd name="T13" fmla="*/ 3 h 65"/>
                  <a:gd name="T14" fmla="*/ 5 w 69"/>
                  <a:gd name="T15" fmla="*/ 0 h 65"/>
                  <a:gd name="T16" fmla="*/ 5 w 69"/>
                  <a:gd name="T17" fmla="*/ 0 h 65"/>
                  <a:gd name="T18" fmla="*/ 49 w 69"/>
                  <a:gd name="T19" fmla="*/ 29 h 65"/>
                  <a:gd name="T20" fmla="*/ 49 w 69"/>
                  <a:gd name="T21" fmla="*/ 29 h 65"/>
                  <a:gd name="T22" fmla="*/ 68 w 69"/>
                  <a:gd name="T23" fmla="*/ 58 h 65"/>
                  <a:gd name="T24" fmla="*/ 68 w 69"/>
                  <a:gd name="T25" fmla="*/ 58 h 65"/>
                  <a:gd name="T26" fmla="*/ 66 w 69"/>
                  <a:gd name="T27" fmla="*/ 64 h 65"/>
                  <a:gd name="T28" fmla="*/ 66 w 69"/>
                  <a:gd name="T29" fmla="*/ 64 h 65"/>
                  <a:gd name="T30" fmla="*/ 64 w 69"/>
                  <a:gd name="T31" fmla="*/ 65 h 65"/>
                  <a:gd name="T32" fmla="*/ 64 w 69"/>
                  <a:gd name="T33" fmla="*/ 65 h 65"/>
                  <a:gd name="T34" fmla="*/ 61 w 69"/>
                  <a:gd name="T35" fmla="*/ 63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65">
                    <a:moveTo>
                      <a:pt x="61" y="63"/>
                    </a:moveTo>
                    <a:cubicBezTo>
                      <a:pt x="54" y="51"/>
                      <a:pt x="47" y="41"/>
                      <a:pt x="42" y="33"/>
                    </a:cubicBezTo>
                    <a:cubicBezTo>
                      <a:pt x="42" y="33"/>
                      <a:pt x="42" y="33"/>
                      <a:pt x="42" y="33"/>
                    </a:cubicBezTo>
                    <a:cubicBezTo>
                      <a:pt x="32" y="18"/>
                      <a:pt x="24" y="12"/>
                      <a:pt x="3" y="8"/>
                    </a:cubicBezTo>
                    <a:cubicBezTo>
                      <a:pt x="3" y="8"/>
                      <a:pt x="3" y="8"/>
                      <a:pt x="3" y="8"/>
                    </a:cubicBezTo>
                    <a:cubicBezTo>
                      <a:pt x="1" y="8"/>
                      <a:pt x="0" y="6"/>
                      <a:pt x="0" y="3"/>
                    </a:cubicBezTo>
                    <a:cubicBezTo>
                      <a:pt x="0" y="3"/>
                      <a:pt x="0" y="3"/>
                      <a:pt x="0" y="3"/>
                    </a:cubicBezTo>
                    <a:cubicBezTo>
                      <a:pt x="0" y="1"/>
                      <a:pt x="3" y="0"/>
                      <a:pt x="5" y="0"/>
                    </a:cubicBezTo>
                    <a:cubicBezTo>
                      <a:pt x="5" y="0"/>
                      <a:pt x="5" y="0"/>
                      <a:pt x="5" y="0"/>
                    </a:cubicBezTo>
                    <a:cubicBezTo>
                      <a:pt x="27" y="4"/>
                      <a:pt x="39" y="12"/>
                      <a:pt x="49" y="29"/>
                    </a:cubicBezTo>
                    <a:cubicBezTo>
                      <a:pt x="49" y="29"/>
                      <a:pt x="49" y="29"/>
                      <a:pt x="49" y="29"/>
                    </a:cubicBezTo>
                    <a:cubicBezTo>
                      <a:pt x="54" y="37"/>
                      <a:pt x="61" y="46"/>
                      <a:pt x="68" y="58"/>
                    </a:cubicBezTo>
                    <a:cubicBezTo>
                      <a:pt x="68" y="58"/>
                      <a:pt x="68" y="58"/>
                      <a:pt x="68" y="58"/>
                    </a:cubicBezTo>
                    <a:cubicBezTo>
                      <a:pt x="69" y="60"/>
                      <a:pt x="68" y="63"/>
                      <a:pt x="66" y="64"/>
                    </a:cubicBezTo>
                    <a:cubicBezTo>
                      <a:pt x="66" y="64"/>
                      <a:pt x="66" y="64"/>
                      <a:pt x="66" y="64"/>
                    </a:cubicBezTo>
                    <a:cubicBezTo>
                      <a:pt x="66" y="64"/>
                      <a:pt x="65" y="65"/>
                      <a:pt x="64" y="65"/>
                    </a:cubicBezTo>
                    <a:cubicBezTo>
                      <a:pt x="64" y="65"/>
                      <a:pt x="64" y="65"/>
                      <a:pt x="64" y="65"/>
                    </a:cubicBezTo>
                    <a:cubicBezTo>
                      <a:pt x="63" y="65"/>
                      <a:pt x="61" y="64"/>
                      <a:pt x="61"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 name="Freeform 65"/>
              <p:cNvSpPr>
                <a:spLocks/>
              </p:cNvSpPr>
              <p:nvPr/>
            </p:nvSpPr>
            <p:spPr bwMode="auto">
              <a:xfrm>
                <a:off x="6135688" y="-692150"/>
                <a:ext cx="33338" cy="107950"/>
              </a:xfrm>
              <a:custGeom>
                <a:avLst/>
                <a:gdLst>
                  <a:gd name="T0" fmla="*/ 5 w 14"/>
                  <a:gd name="T1" fmla="*/ 43 h 46"/>
                  <a:gd name="T2" fmla="*/ 0 w 14"/>
                  <a:gd name="T3" fmla="*/ 18 h 46"/>
                  <a:gd name="T4" fmla="*/ 0 w 14"/>
                  <a:gd name="T5" fmla="*/ 18 h 46"/>
                  <a:gd name="T6" fmla="*/ 2 w 14"/>
                  <a:gd name="T7" fmla="*/ 3 h 46"/>
                  <a:gd name="T8" fmla="*/ 2 w 14"/>
                  <a:gd name="T9" fmla="*/ 3 h 46"/>
                  <a:gd name="T10" fmla="*/ 2 w 14"/>
                  <a:gd name="T11" fmla="*/ 3 h 46"/>
                  <a:gd name="T12" fmla="*/ 7 w 14"/>
                  <a:gd name="T13" fmla="*/ 1 h 46"/>
                  <a:gd name="T14" fmla="*/ 7 w 14"/>
                  <a:gd name="T15" fmla="*/ 1 h 46"/>
                  <a:gd name="T16" fmla="*/ 10 w 14"/>
                  <a:gd name="T17" fmla="*/ 6 h 46"/>
                  <a:gd name="T18" fmla="*/ 10 w 14"/>
                  <a:gd name="T19" fmla="*/ 6 h 46"/>
                  <a:gd name="T20" fmla="*/ 9 w 14"/>
                  <a:gd name="T21" fmla="*/ 9 h 46"/>
                  <a:gd name="T22" fmla="*/ 9 w 14"/>
                  <a:gd name="T23" fmla="*/ 9 h 46"/>
                  <a:gd name="T24" fmla="*/ 8 w 14"/>
                  <a:gd name="T25" fmla="*/ 18 h 46"/>
                  <a:gd name="T26" fmla="*/ 8 w 14"/>
                  <a:gd name="T27" fmla="*/ 18 h 46"/>
                  <a:gd name="T28" fmla="*/ 13 w 14"/>
                  <a:gd name="T29" fmla="*/ 40 h 46"/>
                  <a:gd name="T30" fmla="*/ 13 w 14"/>
                  <a:gd name="T31" fmla="*/ 40 h 46"/>
                  <a:gd name="T32" fmla="*/ 10 w 14"/>
                  <a:gd name="T33" fmla="*/ 46 h 46"/>
                  <a:gd name="T34" fmla="*/ 10 w 14"/>
                  <a:gd name="T35" fmla="*/ 46 h 46"/>
                  <a:gd name="T36" fmla="*/ 9 w 14"/>
                  <a:gd name="T37" fmla="*/ 46 h 46"/>
                  <a:gd name="T38" fmla="*/ 9 w 14"/>
                  <a:gd name="T39" fmla="*/ 46 h 46"/>
                  <a:gd name="T40" fmla="*/ 5 w 14"/>
                  <a:gd name="T41" fmla="*/ 4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 h="46">
                    <a:moveTo>
                      <a:pt x="5" y="43"/>
                    </a:moveTo>
                    <a:cubicBezTo>
                      <a:pt x="1" y="34"/>
                      <a:pt x="0" y="25"/>
                      <a:pt x="0" y="18"/>
                    </a:cubicBezTo>
                    <a:cubicBezTo>
                      <a:pt x="0" y="18"/>
                      <a:pt x="0" y="18"/>
                      <a:pt x="0" y="18"/>
                    </a:cubicBezTo>
                    <a:cubicBezTo>
                      <a:pt x="0" y="9"/>
                      <a:pt x="2" y="3"/>
                      <a:pt x="2" y="3"/>
                    </a:cubicBezTo>
                    <a:cubicBezTo>
                      <a:pt x="2" y="3"/>
                      <a:pt x="2" y="3"/>
                      <a:pt x="2" y="3"/>
                    </a:cubicBezTo>
                    <a:cubicBezTo>
                      <a:pt x="2" y="3"/>
                      <a:pt x="2" y="3"/>
                      <a:pt x="2" y="3"/>
                    </a:cubicBezTo>
                    <a:cubicBezTo>
                      <a:pt x="3" y="1"/>
                      <a:pt x="5" y="0"/>
                      <a:pt x="7" y="1"/>
                    </a:cubicBezTo>
                    <a:cubicBezTo>
                      <a:pt x="7" y="1"/>
                      <a:pt x="7" y="1"/>
                      <a:pt x="7" y="1"/>
                    </a:cubicBezTo>
                    <a:cubicBezTo>
                      <a:pt x="10" y="1"/>
                      <a:pt x="11" y="4"/>
                      <a:pt x="10" y="6"/>
                    </a:cubicBezTo>
                    <a:cubicBezTo>
                      <a:pt x="10" y="6"/>
                      <a:pt x="10" y="6"/>
                      <a:pt x="10" y="6"/>
                    </a:cubicBezTo>
                    <a:cubicBezTo>
                      <a:pt x="10" y="6"/>
                      <a:pt x="10" y="7"/>
                      <a:pt x="9" y="9"/>
                    </a:cubicBezTo>
                    <a:cubicBezTo>
                      <a:pt x="9" y="9"/>
                      <a:pt x="9" y="9"/>
                      <a:pt x="9" y="9"/>
                    </a:cubicBezTo>
                    <a:cubicBezTo>
                      <a:pt x="9" y="11"/>
                      <a:pt x="8" y="14"/>
                      <a:pt x="8" y="18"/>
                    </a:cubicBezTo>
                    <a:cubicBezTo>
                      <a:pt x="8" y="18"/>
                      <a:pt x="8" y="18"/>
                      <a:pt x="8" y="18"/>
                    </a:cubicBezTo>
                    <a:cubicBezTo>
                      <a:pt x="8" y="24"/>
                      <a:pt x="9" y="32"/>
                      <a:pt x="13" y="40"/>
                    </a:cubicBezTo>
                    <a:cubicBezTo>
                      <a:pt x="13" y="40"/>
                      <a:pt x="13" y="40"/>
                      <a:pt x="13" y="40"/>
                    </a:cubicBezTo>
                    <a:cubicBezTo>
                      <a:pt x="14" y="42"/>
                      <a:pt x="13" y="45"/>
                      <a:pt x="10" y="46"/>
                    </a:cubicBezTo>
                    <a:cubicBezTo>
                      <a:pt x="10" y="46"/>
                      <a:pt x="10" y="46"/>
                      <a:pt x="10" y="46"/>
                    </a:cubicBezTo>
                    <a:cubicBezTo>
                      <a:pt x="10" y="46"/>
                      <a:pt x="9" y="46"/>
                      <a:pt x="9" y="46"/>
                    </a:cubicBezTo>
                    <a:cubicBezTo>
                      <a:pt x="9" y="46"/>
                      <a:pt x="9" y="46"/>
                      <a:pt x="9" y="46"/>
                    </a:cubicBezTo>
                    <a:cubicBezTo>
                      <a:pt x="7" y="46"/>
                      <a:pt x="6" y="45"/>
                      <a:pt x="5"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sp>
        <p:nvSpPr>
          <p:cNvPr id="56"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六项循环</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461020772"/>
      </p:ext>
    </p:extLst>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
          <p:cNvSpPr>
            <a:spLocks noChangeAspect="1" noChangeArrowheads="1" noTextEdit="1"/>
          </p:cNvSpPr>
          <p:nvPr/>
        </p:nvSpPr>
        <p:spPr bwMode="auto">
          <a:xfrm>
            <a:off x="1754188" y="765175"/>
            <a:ext cx="4883150" cy="540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Freeform 5"/>
          <p:cNvSpPr>
            <a:spLocks noEditPoints="1"/>
          </p:cNvSpPr>
          <p:nvPr/>
        </p:nvSpPr>
        <p:spPr bwMode="auto">
          <a:xfrm>
            <a:off x="3468988" y="5109051"/>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8820A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 name="Freeform 9"/>
          <p:cNvSpPr>
            <a:spLocks noEditPoints="1"/>
          </p:cNvSpPr>
          <p:nvPr/>
        </p:nvSpPr>
        <p:spPr bwMode="auto">
          <a:xfrm>
            <a:off x="3468988" y="2773519"/>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F1903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 name="Freeform 10"/>
          <p:cNvSpPr>
            <a:spLocks noEditPoints="1"/>
          </p:cNvSpPr>
          <p:nvPr/>
        </p:nvSpPr>
        <p:spPr bwMode="auto">
          <a:xfrm>
            <a:off x="3468988" y="3942079"/>
            <a:ext cx="295275" cy="293688"/>
          </a:xfrm>
          <a:custGeom>
            <a:avLst/>
            <a:gdLst>
              <a:gd name="T0" fmla="*/ 74 w 147"/>
              <a:gd name="T1" fmla="*/ 146 h 146"/>
              <a:gd name="T2" fmla="*/ 0 w 147"/>
              <a:gd name="T3" fmla="*/ 73 h 146"/>
              <a:gd name="T4" fmla="*/ 74 w 147"/>
              <a:gd name="T5" fmla="*/ 0 h 146"/>
              <a:gd name="T6" fmla="*/ 147 w 147"/>
              <a:gd name="T7" fmla="*/ 73 h 146"/>
              <a:gd name="T8" fmla="*/ 74 w 147"/>
              <a:gd name="T9" fmla="*/ 146 h 146"/>
              <a:gd name="T10" fmla="*/ 74 w 147"/>
              <a:gd name="T11" fmla="*/ 16 h 146"/>
              <a:gd name="T12" fmla="*/ 16 w 147"/>
              <a:gd name="T13" fmla="*/ 73 h 146"/>
              <a:gd name="T14" fmla="*/ 74 w 147"/>
              <a:gd name="T15" fmla="*/ 130 h 146"/>
              <a:gd name="T16" fmla="*/ 131 w 147"/>
              <a:gd name="T17" fmla="*/ 73 h 146"/>
              <a:gd name="T18" fmla="*/ 74 w 147"/>
              <a:gd name="T19" fmla="*/ 1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6">
                <a:moveTo>
                  <a:pt x="74" y="146"/>
                </a:moveTo>
                <a:cubicBezTo>
                  <a:pt x="33" y="146"/>
                  <a:pt x="0" y="114"/>
                  <a:pt x="0" y="73"/>
                </a:cubicBezTo>
                <a:cubicBezTo>
                  <a:pt x="0" y="33"/>
                  <a:pt x="33" y="0"/>
                  <a:pt x="74" y="0"/>
                </a:cubicBezTo>
                <a:cubicBezTo>
                  <a:pt x="114" y="0"/>
                  <a:pt x="147" y="33"/>
                  <a:pt x="147" y="73"/>
                </a:cubicBezTo>
                <a:cubicBezTo>
                  <a:pt x="147" y="114"/>
                  <a:pt x="114" y="146"/>
                  <a:pt x="74" y="146"/>
                </a:cubicBezTo>
                <a:close/>
                <a:moveTo>
                  <a:pt x="74" y="16"/>
                </a:moveTo>
                <a:cubicBezTo>
                  <a:pt x="42" y="16"/>
                  <a:pt x="16" y="41"/>
                  <a:pt x="16" y="73"/>
                </a:cubicBezTo>
                <a:cubicBezTo>
                  <a:pt x="16" y="105"/>
                  <a:pt x="42" y="130"/>
                  <a:pt x="74" y="130"/>
                </a:cubicBezTo>
                <a:cubicBezTo>
                  <a:pt x="106" y="130"/>
                  <a:pt x="131" y="105"/>
                  <a:pt x="131" y="73"/>
                </a:cubicBezTo>
                <a:cubicBezTo>
                  <a:pt x="131" y="41"/>
                  <a:pt x="106" y="16"/>
                  <a:pt x="74" y="16"/>
                </a:cubicBezTo>
                <a:close/>
              </a:path>
            </a:pathLst>
          </a:custGeom>
          <a:solidFill>
            <a:srgbClr val="EA2F6C"/>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3" name="组合 2"/>
          <p:cNvGrpSpPr/>
          <p:nvPr/>
        </p:nvGrpSpPr>
        <p:grpSpPr>
          <a:xfrm>
            <a:off x="3928269" y="1867852"/>
            <a:ext cx="4335463" cy="4543426"/>
            <a:chOff x="2370138" y="704850"/>
            <a:chExt cx="4335463" cy="4543426"/>
          </a:xfrm>
        </p:grpSpPr>
        <p:sp>
          <p:nvSpPr>
            <p:cNvPr id="12" name="Freeform 11"/>
            <p:cNvSpPr>
              <a:spLocks/>
            </p:cNvSpPr>
            <p:nvPr/>
          </p:nvSpPr>
          <p:spPr bwMode="auto">
            <a:xfrm>
              <a:off x="4243388" y="1249363"/>
              <a:ext cx="2462213" cy="1908175"/>
            </a:xfrm>
            <a:custGeom>
              <a:avLst/>
              <a:gdLst>
                <a:gd name="T0" fmla="*/ 355 w 1227"/>
                <a:gd name="T1" fmla="*/ 677 h 951"/>
                <a:gd name="T2" fmla="*/ 1095 w 1227"/>
                <a:gd name="T3" fmla="*/ 949 h 951"/>
                <a:gd name="T4" fmla="*/ 1096 w 1227"/>
                <a:gd name="T5" fmla="*/ 951 h 951"/>
                <a:gd name="T6" fmla="*/ 1142 w 1227"/>
                <a:gd name="T7" fmla="*/ 402 h 951"/>
                <a:gd name="T8" fmla="*/ 401 w 1227"/>
                <a:gd name="T9" fmla="*/ 130 h 951"/>
                <a:gd name="T10" fmla="*/ 128 w 1227"/>
                <a:gd name="T11" fmla="*/ 868 h 951"/>
                <a:gd name="T12" fmla="*/ 355 w 1227"/>
                <a:gd name="T13" fmla="*/ 677 h 951"/>
              </a:gdLst>
              <a:ahLst/>
              <a:cxnLst>
                <a:cxn ang="0">
                  <a:pos x="T0" y="T1"/>
                </a:cxn>
                <a:cxn ang="0">
                  <a:pos x="T2" y="T3"/>
                </a:cxn>
                <a:cxn ang="0">
                  <a:pos x="T4" y="T5"/>
                </a:cxn>
                <a:cxn ang="0">
                  <a:pos x="T6" y="T7"/>
                </a:cxn>
                <a:cxn ang="0">
                  <a:pos x="T8" y="T9"/>
                </a:cxn>
                <a:cxn ang="0">
                  <a:pos x="T10" y="T11"/>
                </a:cxn>
                <a:cxn ang="0">
                  <a:pos x="T12" y="T13"/>
                </a:cxn>
              </a:cxnLst>
              <a:rect l="0" t="0" r="r" b="b"/>
              <a:pathLst>
                <a:path w="1227" h="951">
                  <a:moveTo>
                    <a:pt x="355" y="677"/>
                  </a:moveTo>
                  <a:cubicBezTo>
                    <a:pt x="634" y="547"/>
                    <a:pt x="966" y="669"/>
                    <a:pt x="1095" y="949"/>
                  </a:cubicBezTo>
                  <a:cubicBezTo>
                    <a:pt x="1095" y="950"/>
                    <a:pt x="1096" y="950"/>
                    <a:pt x="1096" y="951"/>
                  </a:cubicBezTo>
                  <a:cubicBezTo>
                    <a:pt x="1203" y="794"/>
                    <a:pt x="1227" y="587"/>
                    <a:pt x="1142" y="402"/>
                  </a:cubicBezTo>
                  <a:cubicBezTo>
                    <a:pt x="1013" y="122"/>
                    <a:pt x="681" y="0"/>
                    <a:pt x="401" y="130"/>
                  </a:cubicBezTo>
                  <a:cubicBezTo>
                    <a:pt x="122" y="259"/>
                    <a:pt x="0" y="589"/>
                    <a:pt x="128" y="868"/>
                  </a:cubicBezTo>
                  <a:cubicBezTo>
                    <a:pt x="183" y="788"/>
                    <a:pt x="260" y="720"/>
                    <a:pt x="355" y="677"/>
                  </a:cubicBezTo>
                  <a:close/>
                </a:path>
              </a:pathLst>
            </a:custGeom>
            <a:solidFill>
              <a:srgbClr val="2BAA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2"/>
            <p:cNvSpPr>
              <a:spLocks/>
            </p:cNvSpPr>
            <p:nvPr/>
          </p:nvSpPr>
          <p:spPr bwMode="auto">
            <a:xfrm>
              <a:off x="4516438" y="2352675"/>
              <a:ext cx="2181225" cy="2416175"/>
            </a:xfrm>
            <a:custGeom>
              <a:avLst/>
              <a:gdLst>
                <a:gd name="T0" fmla="*/ 279 w 1087"/>
                <a:gd name="T1" fmla="*/ 408 h 1204"/>
                <a:gd name="T2" fmla="*/ 409 w 1087"/>
                <a:gd name="T3" fmla="*/ 1187 h 1204"/>
                <a:gd name="T4" fmla="*/ 408 w 1087"/>
                <a:gd name="T5" fmla="*/ 1189 h 1204"/>
                <a:gd name="T6" fmla="*/ 908 w 1087"/>
                <a:gd name="T7" fmla="*/ 956 h 1204"/>
                <a:gd name="T8" fmla="*/ 777 w 1087"/>
                <a:gd name="T9" fmla="*/ 178 h 1204"/>
                <a:gd name="T10" fmla="*/ 0 w 1087"/>
                <a:gd name="T11" fmla="*/ 307 h 1204"/>
                <a:gd name="T12" fmla="*/ 279 w 1087"/>
                <a:gd name="T13" fmla="*/ 408 h 1204"/>
              </a:gdLst>
              <a:ahLst/>
              <a:cxnLst>
                <a:cxn ang="0">
                  <a:pos x="T0" y="T1"/>
                </a:cxn>
                <a:cxn ang="0">
                  <a:pos x="T2" y="T3"/>
                </a:cxn>
                <a:cxn ang="0">
                  <a:pos x="T4" y="T5"/>
                </a:cxn>
                <a:cxn ang="0">
                  <a:pos x="T6" y="T7"/>
                </a:cxn>
                <a:cxn ang="0">
                  <a:pos x="T8" y="T9"/>
                </a:cxn>
                <a:cxn ang="0">
                  <a:pos x="T10" y="T11"/>
                </a:cxn>
                <a:cxn ang="0">
                  <a:pos x="T12" y="T13"/>
                </a:cxn>
              </a:cxnLst>
              <a:rect l="0" t="0" r="r" b="b"/>
              <a:pathLst>
                <a:path w="1087" h="1204">
                  <a:moveTo>
                    <a:pt x="279" y="408"/>
                  </a:moveTo>
                  <a:cubicBezTo>
                    <a:pt x="530" y="587"/>
                    <a:pt x="588" y="936"/>
                    <a:pt x="409" y="1187"/>
                  </a:cubicBezTo>
                  <a:cubicBezTo>
                    <a:pt x="409" y="1187"/>
                    <a:pt x="408" y="1188"/>
                    <a:pt x="408" y="1189"/>
                  </a:cubicBezTo>
                  <a:cubicBezTo>
                    <a:pt x="597" y="1204"/>
                    <a:pt x="789" y="1122"/>
                    <a:pt x="908" y="956"/>
                  </a:cubicBezTo>
                  <a:cubicBezTo>
                    <a:pt x="1087" y="706"/>
                    <a:pt x="1028" y="357"/>
                    <a:pt x="777" y="178"/>
                  </a:cubicBezTo>
                  <a:cubicBezTo>
                    <a:pt x="527" y="0"/>
                    <a:pt x="180" y="57"/>
                    <a:pt x="0" y="307"/>
                  </a:cubicBezTo>
                  <a:cubicBezTo>
                    <a:pt x="98" y="314"/>
                    <a:pt x="194" y="348"/>
                    <a:pt x="279" y="408"/>
                  </a:cubicBezTo>
                  <a:close/>
                </a:path>
              </a:pathLst>
            </a:custGeom>
            <a:solidFill>
              <a:srgbClr val="3A83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3"/>
            <p:cNvSpPr>
              <a:spLocks/>
            </p:cNvSpPr>
            <p:nvPr/>
          </p:nvSpPr>
          <p:spPr bwMode="auto">
            <a:xfrm>
              <a:off x="3417888" y="2960688"/>
              <a:ext cx="2185988" cy="2287588"/>
            </a:xfrm>
            <a:custGeom>
              <a:avLst/>
              <a:gdLst>
                <a:gd name="T0" fmla="*/ 611 w 1089"/>
                <a:gd name="T1" fmla="*/ 292 h 1140"/>
                <a:gd name="T2" fmla="*/ 3 w 1089"/>
                <a:gd name="T3" fmla="*/ 795 h 1140"/>
                <a:gd name="T4" fmla="*/ 0 w 1089"/>
                <a:gd name="T5" fmla="*/ 794 h 1140"/>
                <a:gd name="T6" fmla="*/ 452 w 1089"/>
                <a:gd name="T7" fmla="*/ 1111 h 1140"/>
                <a:gd name="T8" fmla="*/ 1060 w 1089"/>
                <a:gd name="T9" fmla="*/ 608 h 1140"/>
                <a:gd name="T10" fmla="*/ 560 w 1089"/>
                <a:gd name="T11" fmla="*/ 0 h 1140"/>
                <a:gd name="T12" fmla="*/ 611 w 1089"/>
                <a:gd name="T13" fmla="*/ 292 h 1140"/>
              </a:gdLst>
              <a:ahLst/>
              <a:cxnLst>
                <a:cxn ang="0">
                  <a:pos x="T0" y="T1"/>
                </a:cxn>
                <a:cxn ang="0">
                  <a:pos x="T2" y="T3"/>
                </a:cxn>
                <a:cxn ang="0">
                  <a:pos x="T4" y="T5"/>
                </a:cxn>
                <a:cxn ang="0">
                  <a:pos x="T6" y="T7"/>
                </a:cxn>
                <a:cxn ang="0">
                  <a:pos x="T8" y="T9"/>
                </a:cxn>
                <a:cxn ang="0">
                  <a:pos x="T10" y="T11"/>
                </a:cxn>
                <a:cxn ang="0">
                  <a:pos x="T12" y="T13"/>
                </a:cxn>
              </a:cxnLst>
              <a:rect l="0" t="0" r="r" b="b"/>
              <a:pathLst>
                <a:path w="1089" h="1140">
                  <a:moveTo>
                    <a:pt x="611" y="292"/>
                  </a:moveTo>
                  <a:cubicBezTo>
                    <a:pt x="582" y="599"/>
                    <a:pt x="309" y="824"/>
                    <a:pt x="3" y="795"/>
                  </a:cubicBezTo>
                  <a:cubicBezTo>
                    <a:pt x="2" y="794"/>
                    <a:pt x="1" y="794"/>
                    <a:pt x="0" y="794"/>
                  </a:cubicBezTo>
                  <a:cubicBezTo>
                    <a:pt x="82" y="966"/>
                    <a:pt x="249" y="1091"/>
                    <a:pt x="452" y="1111"/>
                  </a:cubicBezTo>
                  <a:cubicBezTo>
                    <a:pt x="758" y="1140"/>
                    <a:pt x="1031" y="915"/>
                    <a:pt x="1060" y="608"/>
                  </a:cubicBezTo>
                  <a:cubicBezTo>
                    <a:pt x="1089" y="302"/>
                    <a:pt x="865" y="30"/>
                    <a:pt x="560" y="0"/>
                  </a:cubicBezTo>
                  <a:cubicBezTo>
                    <a:pt x="602" y="88"/>
                    <a:pt x="621" y="188"/>
                    <a:pt x="611" y="292"/>
                  </a:cubicBezTo>
                  <a:close/>
                </a:path>
              </a:pathLst>
            </a:custGeom>
            <a:solidFill>
              <a:srgbClr val="8820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4"/>
            <p:cNvSpPr>
              <a:spLocks/>
            </p:cNvSpPr>
            <p:nvPr/>
          </p:nvSpPr>
          <p:spPr bwMode="auto">
            <a:xfrm>
              <a:off x="2370138" y="2809875"/>
              <a:ext cx="2462213" cy="1905000"/>
            </a:xfrm>
            <a:custGeom>
              <a:avLst/>
              <a:gdLst>
                <a:gd name="T0" fmla="*/ 872 w 1227"/>
                <a:gd name="T1" fmla="*/ 272 h 949"/>
                <a:gd name="T2" fmla="*/ 131 w 1227"/>
                <a:gd name="T3" fmla="*/ 2 h 949"/>
                <a:gd name="T4" fmla="*/ 130 w 1227"/>
                <a:gd name="T5" fmla="*/ 0 h 949"/>
                <a:gd name="T6" fmla="*/ 86 w 1227"/>
                <a:gd name="T7" fmla="*/ 549 h 949"/>
                <a:gd name="T8" fmla="*/ 827 w 1227"/>
                <a:gd name="T9" fmla="*/ 819 h 949"/>
                <a:gd name="T10" fmla="*/ 1098 w 1227"/>
                <a:gd name="T11" fmla="*/ 80 h 949"/>
                <a:gd name="T12" fmla="*/ 872 w 1227"/>
                <a:gd name="T13" fmla="*/ 272 h 949"/>
              </a:gdLst>
              <a:ahLst/>
              <a:cxnLst>
                <a:cxn ang="0">
                  <a:pos x="T0" y="T1"/>
                </a:cxn>
                <a:cxn ang="0">
                  <a:pos x="T2" y="T3"/>
                </a:cxn>
                <a:cxn ang="0">
                  <a:pos x="T4" y="T5"/>
                </a:cxn>
                <a:cxn ang="0">
                  <a:pos x="T6" y="T7"/>
                </a:cxn>
                <a:cxn ang="0">
                  <a:pos x="T8" y="T9"/>
                </a:cxn>
                <a:cxn ang="0">
                  <a:pos x="T10" y="T11"/>
                </a:cxn>
                <a:cxn ang="0">
                  <a:pos x="T12" y="T13"/>
                </a:cxn>
              </a:cxnLst>
              <a:rect l="0" t="0" r="r" b="b"/>
              <a:pathLst>
                <a:path w="1227" h="949">
                  <a:moveTo>
                    <a:pt x="872" y="272"/>
                  </a:moveTo>
                  <a:cubicBezTo>
                    <a:pt x="593" y="402"/>
                    <a:pt x="261" y="281"/>
                    <a:pt x="131" y="2"/>
                  </a:cubicBezTo>
                  <a:cubicBezTo>
                    <a:pt x="131" y="1"/>
                    <a:pt x="131" y="0"/>
                    <a:pt x="130" y="0"/>
                  </a:cubicBezTo>
                  <a:cubicBezTo>
                    <a:pt x="24" y="157"/>
                    <a:pt x="0" y="364"/>
                    <a:pt x="86" y="549"/>
                  </a:cubicBezTo>
                  <a:cubicBezTo>
                    <a:pt x="216" y="828"/>
                    <a:pt x="547" y="949"/>
                    <a:pt x="827" y="819"/>
                  </a:cubicBezTo>
                  <a:cubicBezTo>
                    <a:pt x="1106" y="690"/>
                    <a:pt x="1227" y="359"/>
                    <a:pt x="1098" y="80"/>
                  </a:cubicBezTo>
                  <a:cubicBezTo>
                    <a:pt x="1044" y="161"/>
                    <a:pt x="967" y="228"/>
                    <a:pt x="872" y="272"/>
                  </a:cubicBezTo>
                  <a:close/>
                </a:path>
              </a:pathLst>
            </a:custGeom>
            <a:solidFill>
              <a:srgbClr val="EA2F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5"/>
            <p:cNvSpPr>
              <a:spLocks/>
            </p:cNvSpPr>
            <p:nvPr/>
          </p:nvSpPr>
          <p:spPr bwMode="auto">
            <a:xfrm>
              <a:off x="2382838" y="1219200"/>
              <a:ext cx="2190750" cy="2414588"/>
            </a:xfrm>
            <a:custGeom>
              <a:avLst/>
              <a:gdLst>
                <a:gd name="T0" fmla="*/ 812 w 1092"/>
                <a:gd name="T1" fmla="*/ 791 h 1203"/>
                <a:gd name="T2" fmla="*/ 671 w 1092"/>
                <a:gd name="T3" fmla="*/ 14 h 1203"/>
                <a:gd name="T4" fmla="*/ 673 w 1092"/>
                <a:gd name="T5" fmla="*/ 13 h 1203"/>
                <a:gd name="T6" fmla="*/ 176 w 1092"/>
                <a:gd name="T7" fmla="*/ 251 h 1203"/>
                <a:gd name="T8" fmla="*/ 316 w 1092"/>
                <a:gd name="T9" fmla="*/ 1028 h 1203"/>
                <a:gd name="T10" fmla="*/ 1092 w 1092"/>
                <a:gd name="T11" fmla="*/ 889 h 1203"/>
                <a:gd name="T12" fmla="*/ 812 w 1092"/>
                <a:gd name="T13" fmla="*/ 791 h 1203"/>
              </a:gdLst>
              <a:ahLst/>
              <a:cxnLst>
                <a:cxn ang="0">
                  <a:pos x="T0" y="T1"/>
                </a:cxn>
                <a:cxn ang="0">
                  <a:pos x="T2" y="T3"/>
                </a:cxn>
                <a:cxn ang="0">
                  <a:pos x="T4" y="T5"/>
                </a:cxn>
                <a:cxn ang="0">
                  <a:pos x="T6" y="T7"/>
                </a:cxn>
                <a:cxn ang="0">
                  <a:pos x="T8" y="T9"/>
                </a:cxn>
                <a:cxn ang="0">
                  <a:pos x="T10" y="T11"/>
                </a:cxn>
                <a:cxn ang="0">
                  <a:pos x="T12" y="T13"/>
                </a:cxn>
              </a:cxnLst>
              <a:rect l="0" t="0" r="r" b="b"/>
              <a:pathLst>
                <a:path w="1092" h="1203">
                  <a:moveTo>
                    <a:pt x="812" y="791"/>
                  </a:moveTo>
                  <a:cubicBezTo>
                    <a:pt x="558" y="615"/>
                    <a:pt x="496" y="268"/>
                    <a:pt x="671" y="14"/>
                  </a:cubicBezTo>
                  <a:cubicBezTo>
                    <a:pt x="672" y="14"/>
                    <a:pt x="672" y="13"/>
                    <a:pt x="673" y="13"/>
                  </a:cubicBezTo>
                  <a:cubicBezTo>
                    <a:pt x="483" y="0"/>
                    <a:pt x="292" y="84"/>
                    <a:pt x="176" y="251"/>
                  </a:cubicBezTo>
                  <a:cubicBezTo>
                    <a:pt x="0" y="504"/>
                    <a:pt x="63" y="852"/>
                    <a:pt x="316" y="1028"/>
                  </a:cubicBezTo>
                  <a:cubicBezTo>
                    <a:pt x="569" y="1203"/>
                    <a:pt x="916" y="1141"/>
                    <a:pt x="1092" y="889"/>
                  </a:cubicBezTo>
                  <a:cubicBezTo>
                    <a:pt x="994" y="883"/>
                    <a:pt x="898" y="851"/>
                    <a:pt x="812" y="791"/>
                  </a:cubicBezTo>
                  <a:close/>
                </a:path>
              </a:pathLst>
            </a:custGeom>
            <a:solidFill>
              <a:srgbClr val="F19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6"/>
            <p:cNvSpPr>
              <a:spLocks/>
            </p:cNvSpPr>
            <p:nvPr/>
          </p:nvSpPr>
          <p:spPr bwMode="auto">
            <a:xfrm>
              <a:off x="3462338" y="704850"/>
              <a:ext cx="2193925" cy="2292350"/>
            </a:xfrm>
            <a:custGeom>
              <a:avLst/>
              <a:gdLst>
                <a:gd name="T0" fmla="*/ 478 w 1093"/>
                <a:gd name="T1" fmla="*/ 849 h 1142"/>
                <a:gd name="T2" fmla="*/ 1091 w 1093"/>
                <a:gd name="T3" fmla="*/ 352 h 1142"/>
                <a:gd name="T4" fmla="*/ 1093 w 1093"/>
                <a:gd name="T5" fmla="*/ 352 h 1142"/>
                <a:gd name="T6" fmla="*/ 645 w 1093"/>
                <a:gd name="T7" fmla="*/ 32 h 1142"/>
                <a:gd name="T8" fmla="*/ 32 w 1093"/>
                <a:gd name="T9" fmla="*/ 529 h 1142"/>
                <a:gd name="T10" fmla="*/ 527 w 1093"/>
                <a:gd name="T11" fmla="*/ 1142 h 1142"/>
                <a:gd name="T12" fmla="*/ 478 w 1093"/>
                <a:gd name="T13" fmla="*/ 849 h 1142"/>
              </a:gdLst>
              <a:ahLst/>
              <a:cxnLst>
                <a:cxn ang="0">
                  <a:pos x="T0" y="T1"/>
                </a:cxn>
                <a:cxn ang="0">
                  <a:pos x="T2" y="T3"/>
                </a:cxn>
                <a:cxn ang="0">
                  <a:pos x="T4" y="T5"/>
                </a:cxn>
                <a:cxn ang="0">
                  <a:pos x="T6" y="T7"/>
                </a:cxn>
                <a:cxn ang="0">
                  <a:pos x="T8" y="T9"/>
                </a:cxn>
                <a:cxn ang="0">
                  <a:pos x="T10" y="T11"/>
                </a:cxn>
                <a:cxn ang="0">
                  <a:pos x="T12" y="T13"/>
                </a:cxn>
              </a:cxnLst>
              <a:rect l="0" t="0" r="r" b="b"/>
              <a:pathLst>
                <a:path w="1093" h="1142">
                  <a:moveTo>
                    <a:pt x="478" y="849"/>
                  </a:moveTo>
                  <a:cubicBezTo>
                    <a:pt x="510" y="542"/>
                    <a:pt x="784" y="320"/>
                    <a:pt x="1091" y="352"/>
                  </a:cubicBezTo>
                  <a:cubicBezTo>
                    <a:pt x="1091" y="352"/>
                    <a:pt x="1092" y="352"/>
                    <a:pt x="1093" y="352"/>
                  </a:cubicBezTo>
                  <a:cubicBezTo>
                    <a:pt x="1013" y="180"/>
                    <a:pt x="847" y="53"/>
                    <a:pt x="645" y="32"/>
                  </a:cubicBezTo>
                  <a:cubicBezTo>
                    <a:pt x="338" y="0"/>
                    <a:pt x="64" y="222"/>
                    <a:pt x="32" y="529"/>
                  </a:cubicBezTo>
                  <a:cubicBezTo>
                    <a:pt x="0" y="835"/>
                    <a:pt x="221" y="1108"/>
                    <a:pt x="527" y="1142"/>
                  </a:cubicBezTo>
                  <a:cubicBezTo>
                    <a:pt x="485" y="1053"/>
                    <a:pt x="467" y="953"/>
                    <a:pt x="478" y="849"/>
                  </a:cubicBezTo>
                  <a:close/>
                </a:path>
              </a:pathLst>
            </a:custGeom>
            <a:solidFill>
              <a:srgbClr val="9ED6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Oval 17"/>
            <p:cNvSpPr>
              <a:spLocks noChangeArrowheads="1"/>
            </p:cNvSpPr>
            <p:nvPr/>
          </p:nvSpPr>
          <p:spPr bwMode="auto">
            <a:xfrm>
              <a:off x="3225801" y="1666875"/>
              <a:ext cx="2624138" cy="2624138"/>
            </a:xfrm>
            <a:prstGeom prst="ellipse">
              <a:avLst/>
            </a:prstGeom>
            <a:gradFill flip="none" rotWithShape="1">
              <a:gsLst>
                <a:gs pos="100000">
                  <a:srgbClr val="FFFFFF"/>
                </a:gs>
                <a:gs pos="0">
                  <a:srgbClr val="D9DEDF"/>
                </a:gs>
              </a:gsLst>
              <a:lin ang="2700000" scaled="0"/>
              <a:tileRect/>
            </a:gradFill>
            <a:ln w="57150">
              <a:gradFill flip="none" rotWithShape="1">
                <a:gsLst>
                  <a:gs pos="0">
                    <a:srgbClr val="FFFFFF"/>
                  </a:gs>
                  <a:gs pos="100000">
                    <a:srgbClr val="D9D9DA"/>
                  </a:gs>
                </a:gsLst>
                <a:lin ang="2700000" scaled="0"/>
                <a:tileRect/>
              </a:gradFill>
            </a:ln>
            <a:effectLst>
              <a:outerShdw blurRad="279400" dist="76200" dir="2700000" sx="101000" sy="101000" algn="tl"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grpSp>
          <p:nvGrpSpPr>
            <p:cNvPr id="19" name="组合 18"/>
            <p:cNvGrpSpPr/>
            <p:nvPr/>
          </p:nvGrpSpPr>
          <p:grpSpPr>
            <a:xfrm>
              <a:off x="2737169" y="1741488"/>
              <a:ext cx="574675" cy="1020762"/>
              <a:chOff x="1058863" y="1884363"/>
              <a:chExt cx="574675" cy="1020762"/>
            </a:xfrm>
          </p:grpSpPr>
          <p:sp>
            <p:nvSpPr>
              <p:cNvPr id="20" name="Freeform 487"/>
              <p:cNvSpPr>
                <a:spLocks noEditPoints="1"/>
              </p:cNvSpPr>
              <p:nvPr/>
            </p:nvSpPr>
            <p:spPr bwMode="auto">
              <a:xfrm>
                <a:off x="1058863" y="1884363"/>
                <a:ext cx="574675" cy="492125"/>
              </a:xfrm>
              <a:custGeom>
                <a:avLst/>
                <a:gdLst>
                  <a:gd name="T0" fmla="*/ 49 w 153"/>
                  <a:gd name="T1" fmla="*/ 33 h 131"/>
                  <a:gd name="T2" fmla="*/ 31 w 153"/>
                  <a:gd name="T3" fmla="*/ 38 h 131"/>
                  <a:gd name="T4" fmla="*/ 42 w 153"/>
                  <a:gd name="T5" fmla="*/ 59 h 131"/>
                  <a:gd name="T6" fmla="*/ 56 w 153"/>
                  <a:gd name="T7" fmla="*/ 68 h 131"/>
                  <a:gd name="T8" fmla="*/ 59 w 153"/>
                  <a:gd name="T9" fmla="*/ 43 h 131"/>
                  <a:gd name="T10" fmla="*/ 102 w 153"/>
                  <a:gd name="T11" fmla="*/ 34 h 131"/>
                  <a:gd name="T12" fmla="*/ 132 w 153"/>
                  <a:gd name="T13" fmla="*/ 51 h 131"/>
                  <a:gd name="T14" fmla="*/ 142 w 153"/>
                  <a:gd name="T15" fmla="*/ 103 h 131"/>
                  <a:gd name="T16" fmla="*/ 92 w 153"/>
                  <a:gd name="T17" fmla="*/ 119 h 131"/>
                  <a:gd name="T18" fmla="*/ 28 w 153"/>
                  <a:gd name="T19" fmla="*/ 81 h 131"/>
                  <a:gd name="T20" fmla="*/ 12 w 153"/>
                  <a:gd name="T21" fmla="*/ 28 h 131"/>
                  <a:gd name="T22" fmla="*/ 62 w 153"/>
                  <a:gd name="T23" fmla="*/ 11 h 131"/>
                  <a:gd name="T24" fmla="*/ 49 w 153"/>
                  <a:gd name="T25" fmla="*/ 33 h 131"/>
                  <a:gd name="T26" fmla="*/ 79 w 153"/>
                  <a:gd name="T27" fmla="*/ 81 h 131"/>
                  <a:gd name="T28" fmla="*/ 104 w 153"/>
                  <a:gd name="T29" fmla="*/ 96 h 131"/>
                  <a:gd name="T30" fmla="*/ 123 w 153"/>
                  <a:gd name="T31" fmla="*/ 92 h 131"/>
                  <a:gd name="T32" fmla="*/ 117 w 153"/>
                  <a:gd name="T33" fmla="*/ 73 h 131"/>
                  <a:gd name="T34" fmla="*/ 92 w 153"/>
                  <a:gd name="T35" fmla="*/ 58 h 131"/>
                  <a:gd name="T36" fmla="*/ 73 w 153"/>
                  <a:gd name="T37" fmla="*/ 63 h 131"/>
                  <a:gd name="T38" fmla="*/ 79 w 153"/>
                  <a:gd name="T39" fmla="*/ 8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3" h="131">
                    <a:moveTo>
                      <a:pt x="49" y="33"/>
                    </a:moveTo>
                    <a:cubicBezTo>
                      <a:pt x="41" y="29"/>
                      <a:pt x="36" y="31"/>
                      <a:pt x="31" y="38"/>
                    </a:cubicBezTo>
                    <a:cubicBezTo>
                      <a:pt x="27" y="46"/>
                      <a:pt x="29" y="52"/>
                      <a:pt x="42" y="59"/>
                    </a:cubicBezTo>
                    <a:cubicBezTo>
                      <a:pt x="56" y="68"/>
                      <a:pt x="56" y="68"/>
                      <a:pt x="56" y="68"/>
                    </a:cubicBezTo>
                    <a:cubicBezTo>
                      <a:pt x="54" y="61"/>
                      <a:pt x="55" y="50"/>
                      <a:pt x="59" y="43"/>
                    </a:cubicBezTo>
                    <a:cubicBezTo>
                      <a:pt x="67" y="28"/>
                      <a:pt x="84" y="23"/>
                      <a:pt x="102" y="34"/>
                    </a:cubicBezTo>
                    <a:cubicBezTo>
                      <a:pt x="132" y="51"/>
                      <a:pt x="132" y="51"/>
                      <a:pt x="132" y="51"/>
                    </a:cubicBezTo>
                    <a:cubicBezTo>
                      <a:pt x="153" y="63"/>
                      <a:pt x="153" y="83"/>
                      <a:pt x="142" y="103"/>
                    </a:cubicBezTo>
                    <a:cubicBezTo>
                      <a:pt x="132" y="120"/>
                      <a:pt x="114" y="131"/>
                      <a:pt x="92" y="119"/>
                    </a:cubicBezTo>
                    <a:cubicBezTo>
                      <a:pt x="28" y="81"/>
                      <a:pt x="28" y="81"/>
                      <a:pt x="28" y="81"/>
                    </a:cubicBezTo>
                    <a:cubicBezTo>
                      <a:pt x="8" y="70"/>
                      <a:pt x="0" y="50"/>
                      <a:pt x="12" y="28"/>
                    </a:cubicBezTo>
                    <a:cubicBezTo>
                      <a:pt x="24" y="7"/>
                      <a:pt x="43" y="0"/>
                      <a:pt x="62" y="11"/>
                    </a:cubicBezTo>
                    <a:lnTo>
                      <a:pt x="49" y="33"/>
                    </a:lnTo>
                    <a:close/>
                    <a:moveTo>
                      <a:pt x="79" y="81"/>
                    </a:moveTo>
                    <a:cubicBezTo>
                      <a:pt x="104" y="96"/>
                      <a:pt x="104" y="96"/>
                      <a:pt x="104" y="96"/>
                    </a:cubicBezTo>
                    <a:cubicBezTo>
                      <a:pt x="113" y="101"/>
                      <a:pt x="119" y="99"/>
                      <a:pt x="123" y="92"/>
                    </a:cubicBezTo>
                    <a:cubicBezTo>
                      <a:pt x="127" y="85"/>
                      <a:pt x="126" y="78"/>
                      <a:pt x="117" y="73"/>
                    </a:cubicBezTo>
                    <a:cubicBezTo>
                      <a:pt x="92" y="58"/>
                      <a:pt x="92" y="58"/>
                      <a:pt x="92" y="58"/>
                    </a:cubicBezTo>
                    <a:cubicBezTo>
                      <a:pt x="84" y="54"/>
                      <a:pt x="77" y="57"/>
                      <a:pt x="73" y="63"/>
                    </a:cubicBezTo>
                    <a:cubicBezTo>
                      <a:pt x="70" y="69"/>
                      <a:pt x="71" y="76"/>
                      <a:pt x="79" y="8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498"/>
              <p:cNvSpPr>
                <a:spLocks/>
              </p:cNvSpPr>
              <p:nvPr/>
            </p:nvSpPr>
            <p:spPr bwMode="auto">
              <a:xfrm>
                <a:off x="1152525" y="2778125"/>
                <a:ext cx="222250" cy="127000"/>
              </a:xfrm>
              <a:custGeom>
                <a:avLst/>
                <a:gdLst>
                  <a:gd name="T0" fmla="*/ 15 w 59"/>
                  <a:gd name="T1" fmla="*/ 0 h 34"/>
                  <a:gd name="T2" fmla="*/ 1 w 59"/>
                  <a:gd name="T3" fmla="*/ 12 h 34"/>
                  <a:gd name="T4" fmla="*/ 12 w 59"/>
                  <a:gd name="T5" fmla="*/ 28 h 34"/>
                  <a:gd name="T6" fmla="*/ 15 w 59"/>
                  <a:gd name="T7" fmla="*/ 28 h 34"/>
                  <a:gd name="T8" fmla="*/ 29 w 59"/>
                  <a:gd name="T9" fmla="*/ 18 h 34"/>
                  <a:gd name="T10" fmla="*/ 42 w 59"/>
                  <a:gd name="T11" fmla="*/ 9 h 34"/>
                  <a:gd name="T12" fmla="*/ 44 w 59"/>
                  <a:gd name="T13" fmla="*/ 9 h 34"/>
                  <a:gd name="T14" fmla="*/ 52 w 59"/>
                  <a:gd name="T15" fmla="*/ 20 h 34"/>
                  <a:gd name="T16" fmla="*/ 42 w 59"/>
                  <a:gd name="T17" fmla="*/ 28 h 34"/>
                  <a:gd name="T18" fmla="*/ 40 w 59"/>
                  <a:gd name="T19" fmla="*/ 28 h 34"/>
                  <a:gd name="T20" fmla="*/ 39 w 59"/>
                  <a:gd name="T21" fmla="*/ 34 h 34"/>
                  <a:gd name="T22" fmla="*/ 43 w 59"/>
                  <a:gd name="T23" fmla="*/ 34 h 34"/>
                  <a:gd name="T24" fmla="*/ 57 w 59"/>
                  <a:gd name="T25" fmla="*/ 21 h 34"/>
                  <a:gd name="T26" fmla="*/ 45 w 59"/>
                  <a:gd name="T27" fmla="*/ 4 h 34"/>
                  <a:gd name="T28" fmla="*/ 41 w 59"/>
                  <a:gd name="T29" fmla="*/ 3 h 34"/>
                  <a:gd name="T30" fmla="*/ 24 w 59"/>
                  <a:gd name="T31" fmla="*/ 16 h 34"/>
                  <a:gd name="T32" fmla="*/ 14 w 59"/>
                  <a:gd name="T33" fmla="*/ 22 h 34"/>
                  <a:gd name="T34" fmla="*/ 13 w 59"/>
                  <a:gd name="T35" fmla="*/ 22 h 34"/>
                  <a:gd name="T36" fmla="*/ 6 w 59"/>
                  <a:gd name="T37" fmla="*/ 13 h 34"/>
                  <a:gd name="T38" fmla="*/ 15 w 59"/>
                  <a:gd name="T39" fmla="*/ 5 h 34"/>
                  <a:gd name="T40" fmla="*/ 18 w 59"/>
                  <a:gd name="T41" fmla="*/ 6 h 34"/>
                  <a:gd name="T42" fmla="*/ 19 w 59"/>
                  <a:gd name="T43" fmla="*/ 0 h 34"/>
                  <a:gd name="T44" fmla="*/ 15 w 59"/>
                  <a:gd name="T45"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9" h="34">
                    <a:moveTo>
                      <a:pt x="15" y="0"/>
                    </a:moveTo>
                    <a:cubicBezTo>
                      <a:pt x="8" y="0"/>
                      <a:pt x="3" y="4"/>
                      <a:pt x="1" y="12"/>
                    </a:cubicBezTo>
                    <a:cubicBezTo>
                      <a:pt x="0" y="21"/>
                      <a:pt x="4" y="26"/>
                      <a:pt x="12" y="28"/>
                    </a:cubicBezTo>
                    <a:cubicBezTo>
                      <a:pt x="13" y="28"/>
                      <a:pt x="14" y="28"/>
                      <a:pt x="15" y="28"/>
                    </a:cubicBezTo>
                    <a:cubicBezTo>
                      <a:pt x="22" y="28"/>
                      <a:pt x="26" y="23"/>
                      <a:pt x="29" y="18"/>
                    </a:cubicBezTo>
                    <a:cubicBezTo>
                      <a:pt x="32" y="14"/>
                      <a:pt x="36" y="9"/>
                      <a:pt x="42" y="9"/>
                    </a:cubicBezTo>
                    <a:cubicBezTo>
                      <a:pt x="42" y="9"/>
                      <a:pt x="43" y="9"/>
                      <a:pt x="44" y="9"/>
                    </a:cubicBezTo>
                    <a:cubicBezTo>
                      <a:pt x="50" y="10"/>
                      <a:pt x="53" y="14"/>
                      <a:pt x="52" y="20"/>
                    </a:cubicBezTo>
                    <a:cubicBezTo>
                      <a:pt x="51" y="26"/>
                      <a:pt x="47" y="28"/>
                      <a:pt x="42" y="28"/>
                    </a:cubicBezTo>
                    <a:cubicBezTo>
                      <a:pt x="41" y="28"/>
                      <a:pt x="40" y="28"/>
                      <a:pt x="40" y="28"/>
                    </a:cubicBezTo>
                    <a:cubicBezTo>
                      <a:pt x="39" y="34"/>
                      <a:pt x="39" y="34"/>
                      <a:pt x="39" y="34"/>
                    </a:cubicBezTo>
                    <a:cubicBezTo>
                      <a:pt x="40" y="34"/>
                      <a:pt x="42" y="34"/>
                      <a:pt x="43" y="34"/>
                    </a:cubicBezTo>
                    <a:cubicBezTo>
                      <a:pt x="51" y="34"/>
                      <a:pt x="55" y="30"/>
                      <a:pt x="57" y="21"/>
                    </a:cubicBezTo>
                    <a:cubicBezTo>
                      <a:pt x="59" y="12"/>
                      <a:pt x="54" y="5"/>
                      <a:pt x="45" y="4"/>
                    </a:cubicBezTo>
                    <a:cubicBezTo>
                      <a:pt x="44" y="3"/>
                      <a:pt x="42" y="3"/>
                      <a:pt x="41" y="3"/>
                    </a:cubicBezTo>
                    <a:cubicBezTo>
                      <a:pt x="33" y="3"/>
                      <a:pt x="28" y="9"/>
                      <a:pt x="24" y="16"/>
                    </a:cubicBezTo>
                    <a:cubicBezTo>
                      <a:pt x="21" y="20"/>
                      <a:pt x="18" y="22"/>
                      <a:pt x="14" y="22"/>
                    </a:cubicBezTo>
                    <a:cubicBezTo>
                      <a:pt x="14" y="22"/>
                      <a:pt x="14" y="22"/>
                      <a:pt x="13" y="22"/>
                    </a:cubicBezTo>
                    <a:cubicBezTo>
                      <a:pt x="8" y="21"/>
                      <a:pt x="5" y="18"/>
                      <a:pt x="6" y="13"/>
                    </a:cubicBezTo>
                    <a:cubicBezTo>
                      <a:pt x="7" y="8"/>
                      <a:pt x="11" y="5"/>
                      <a:pt x="15" y="5"/>
                    </a:cubicBezTo>
                    <a:cubicBezTo>
                      <a:pt x="16" y="5"/>
                      <a:pt x="17" y="5"/>
                      <a:pt x="18" y="6"/>
                    </a:cubicBezTo>
                    <a:cubicBezTo>
                      <a:pt x="19" y="0"/>
                      <a:pt x="19" y="0"/>
                      <a:pt x="19" y="0"/>
                    </a:cubicBezTo>
                    <a:cubicBezTo>
                      <a:pt x="17" y="0"/>
                      <a:pt x="16" y="0"/>
                      <a:pt x="15" y="0"/>
                    </a:cubicBezTo>
                  </a:path>
                </a:pathLst>
              </a:custGeom>
              <a:solidFill>
                <a:srgbClr val="F8C8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499"/>
              <p:cNvSpPr>
                <a:spLocks/>
              </p:cNvSpPr>
              <p:nvPr/>
            </p:nvSpPr>
            <p:spPr bwMode="auto">
              <a:xfrm>
                <a:off x="1122363" y="2684463"/>
                <a:ext cx="271463" cy="88900"/>
              </a:xfrm>
              <a:custGeom>
                <a:avLst/>
                <a:gdLst>
                  <a:gd name="T0" fmla="*/ 19 w 72"/>
                  <a:gd name="T1" fmla="*/ 0 h 24"/>
                  <a:gd name="T2" fmla="*/ 17 w 72"/>
                  <a:gd name="T3" fmla="*/ 7 h 24"/>
                  <a:gd name="T4" fmla="*/ 2 w 72"/>
                  <a:gd name="T5" fmla="*/ 4 h 24"/>
                  <a:gd name="T6" fmla="*/ 0 w 72"/>
                  <a:gd name="T7" fmla="*/ 9 h 24"/>
                  <a:gd name="T8" fmla="*/ 16 w 72"/>
                  <a:gd name="T9" fmla="*/ 13 h 24"/>
                  <a:gd name="T10" fmla="*/ 15 w 72"/>
                  <a:gd name="T11" fmla="*/ 17 h 24"/>
                  <a:gd name="T12" fmla="*/ 19 w 72"/>
                  <a:gd name="T13" fmla="*/ 19 h 24"/>
                  <a:gd name="T14" fmla="*/ 21 w 72"/>
                  <a:gd name="T15" fmla="*/ 14 h 24"/>
                  <a:gd name="T16" fmla="*/ 61 w 72"/>
                  <a:gd name="T17" fmla="*/ 23 h 24"/>
                  <a:gd name="T18" fmla="*/ 64 w 72"/>
                  <a:gd name="T19" fmla="*/ 24 h 24"/>
                  <a:gd name="T20" fmla="*/ 71 w 72"/>
                  <a:gd name="T21" fmla="*/ 18 h 24"/>
                  <a:gd name="T22" fmla="*/ 72 w 72"/>
                  <a:gd name="T23" fmla="*/ 13 h 24"/>
                  <a:gd name="T24" fmla="*/ 67 w 72"/>
                  <a:gd name="T25" fmla="*/ 11 h 24"/>
                  <a:gd name="T26" fmla="*/ 67 w 72"/>
                  <a:gd name="T27" fmla="*/ 14 h 24"/>
                  <a:gd name="T28" fmla="*/ 63 w 72"/>
                  <a:gd name="T29" fmla="*/ 18 h 24"/>
                  <a:gd name="T30" fmla="*/ 61 w 72"/>
                  <a:gd name="T31" fmla="*/ 18 h 24"/>
                  <a:gd name="T32" fmla="*/ 22 w 72"/>
                  <a:gd name="T33" fmla="*/ 8 h 24"/>
                  <a:gd name="T34" fmla="*/ 24 w 72"/>
                  <a:gd name="T35" fmla="*/ 1 h 24"/>
                  <a:gd name="T36" fmla="*/ 19 w 72"/>
                  <a:gd name="T3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2" h="24">
                    <a:moveTo>
                      <a:pt x="19" y="0"/>
                    </a:moveTo>
                    <a:cubicBezTo>
                      <a:pt x="17" y="7"/>
                      <a:pt x="17" y="7"/>
                      <a:pt x="17" y="7"/>
                    </a:cubicBezTo>
                    <a:cubicBezTo>
                      <a:pt x="2" y="4"/>
                      <a:pt x="2" y="4"/>
                      <a:pt x="2" y="4"/>
                    </a:cubicBezTo>
                    <a:cubicBezTo>
                      <a:pt x="0" y="9"/>
                      <a:pt x="0" y="9"/>
                      <a:pt x="0" y="9"/>
                    </a:cubicBezTo>
                    <a:cubicBezTo>
                      <a:pt x="16" y="13"/>
                      <a:pt x="16" y="13"/>
                      <a:pt x="16" y="13"/>
                    </a:cubicBezTo>
                    <a:cubicBezTo>
                      <a:pt x="15" y="17"/>
                      <a:pt x="15" y="17"/>
                      <a:pt x="15" y="17"/>
                    </a:cubicBezTo>
                    <a:cubicBezTo>
                      <a:pt x="19" y="19"/>
                      <a:pt x="19" y="19"/>
                      <a:pt x="19" y="19"/>
                    </a:cubicBezTo>
                    <a:cubicBezTo>
                      <a:pt x="21" y="14"/>
                      <a:pt x="21" y="14"/>
                      <a:pt x="21" y="14"/>
                    </a:cubicBezTo>
                    <a:cubicBezTo>
                      <a:pt x="61" y="23"/>
                      <a:pt x="61" y="23"/>
                      <a:pt x="61" y="23"/>
                    </a:cubicBezTo>
                    <a:cubicBezTo>
                      <a:pt x="62" y="24"/>
                      <a:pt x="63" y="24"/>
                      <a:pt x="64" y="24"/>
                    </a:cubicBezTo>
                    <a:cubicBezTo>
                      <a:pt x="68" y="24"/>
                      <a:pt x="70" y="21"/>
                      <a:pt x="71" y="18"/>
                    </a:cubicBezTo>
                    <a:cubicBezTo>
                      <a:pt x="72" y="16"/>
                      <a:pt x="72" y="14"/>
                      <a:pt x="72" y="13"/>
                    </a:cubicBezTo>
                    <a:cubicBezTo>
                      <a:pt x="67" y="11"/>
                      <a:pt x="67" y="11"/>
                      <a:pt x="67" y="11"/>
                    </a:cubicBezTo>
                    <a:cubicBezTo>
                      <a:pt x="67" y="12"/>
                      <a:pt x="67" y="13"/>
                      <a:pt x="67" y="14"/>
                    </a:cubicBezTo>
                    <a:cubicBezTo>
                      <a:pt x="66" y="17"/>
                      <a:pt x="65" y="18"/>
                      <a:pt x="63" y="18"/>
                    </a:cubicBezTo>
                    <a:cubicBezTo>
                      <a:pt x="62" y="18"/>
                      <a:pt x="62" y="18"/>
                      <a:pt x="61" y="18"/>
                    </a:cubicBezTo>
                    <a:cubicBezTo>
                      <a:pt x="22" y="8"/>
                      <a:pt x="22" y="8"/>
                      <a:pt x="22" y="8"/>
                    </a:cubicBezTo>
                    <a:cubicBezTo>
                      <a:pt x="24" y="1"/>
                      <a:pt x="24" y="1"/>
                      <a:pt x="24" y="1"/>
                    </a:cubicBezTo>
                    <a:cubicBezTo>
                      <a:pt x="19" y="0"/>
                      <a:pt x="19" y="0"/>
                      <a:pt x="19" y="0"/>
                    </a:cubicBezTo>
                  </a:path>
                </a:pathLst>
              </a:custGeom>
              <a:solidFill>
                <a:srgbClr val="F8C8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500"/>
              <p:cNvSpPr>
                <a:spLocks noEditPoints="1"/>
              </p:cNvSpPr>
              <p:nvPr/>
            </p:nvSpPr>
            <p:spPr bwMode="auto">
              <a:xfrm>
                <a:off x="1193800" y="2571750"/>
                <a:ext cx="228600" cy="134937"/>
              </a:xfrm>
              <a:custGeom>
                <a:avLst/>
                <a:gdLst>
                  <a:gd name="T0" fmla="*/ 23 w 61"/>
                  <a:gd name="T1" fmla="*/ 26 h 36"/>
                  <a:gd name="T2" fmla="*/ 8 w 61"/>
                  <a:gd name="T3" fmla="*/ 12 h 36"/>
                  <a:gd name="T4" fmla="*/ 18 w 61"/>
                  <a:gd name="T5" fmla="*/ 6 h 36"/>
                  <a:gd name="T6" fmla="*/ 29 w 61"/>
                  <a:gd name="T7" fmla="*/ 8 h 36"/>
                  <a:gd name="T8" fmla="*/ 23 w 61"/>
                  <a:gd name="T9" fmla="*/ 26 h 36"/>
                  <a:gd name="T10" fmla="*/ 19 w 61"/>
                  <a:gd name="T11" fmla="*/ 0 h 36"/>
                  <a:gd name="T12" fmla="*/ 4 w 61"/>
                  <a:gd name="T13" fmla="*/ 10 h 36"/>
                  <a:gd name="T14" fmla="*/ 27 w 61"/>
                  <a:gd name="T15" fmla="*/ 33 h 36"/>
                  <a:gd name="T16" fmla="*/ 43 w 61"/>
                  <a:gd name="T17" fmla="*/ 36 h 36"/>
                  <a:gd name="T18" fmla="*/ 58 w 61"/>
                  <a:gd name="T19" fmla="*/ 26 h 36"/>
                  <a:gd name="T20" fmla="*/ 44 w 61"/>
                  <a:gd name="T21" fmla="*/ 6 h 36"/>
                  <a:gd name="T22" fmla="*/ 43 w 61"/>
                  <a:gd name="T23" fmla="*/ 12 h 36"/>
                  <a:gd name="T24" fmla="*/ 53 w 61"/>
                  <a:gd name="T25" fmla="*/ 25 h 36"/>
                  <a:gd name="T26" fmla="*/ 44 w 61"/>
                  <a:gd name="T27" fmla="*/ 31 h 36"/>
                  <a:gd name="T28" fmla="*/ 28 w 61"/>
                  <a:gd name="T29" fmla="*/ 28 h 36"/>
                  <a:gd name="T30" fmla="*/ 35 w 61"/>
                  <a:gd name="T31" fmla="*/ 4 h 36"/>
                  <a:gd name="T32" fmla="*/ 30 w 61"/>
                  <a:gd name="T33" fmla="*/ 2 h 36"/>
                  <a:gd name="T34" fmla="*/ 19 w 61"/>
                  <a:gd name="T35"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36">
                    <a:moveTo>
                      <a:pt x="23" y="26"/>
                    </a:moveTo>
                    <a:cubicBezTo>
                      <a:pt x="17" y="25"/>
                      <a:pt x="6" y="20"/>
                      <a:pt x="8" y="12"/>
                    </a:cubicBezTo>
                    <a:cubicBezTo>
                      <a:pt x="10" y="7"/>
                      <a:pt x="14" y="6"/>
                      <a:pt x="18" y="6"/>
                    </a:cubicBezTo>
                    <a:cubicBezTo>
                      <a:pt x="22" y="6"/>
                      <a:pt x="26" y="7"/>
                      <a:pt x="29" y="8"/>
                    </a:cubicBezTo>
                    <a:cubicBezTo>
                      <a:pt x="23" y="26"/>
                      <a:pt x="23" y="26"/>
                      <a:pt x="23" y="26"/>
                    </a:cubicBezTo>
                    <a:moveTo>
                      <a:pt x="19" y="0"/>
                    </a:moveTo>
                    <a:cubicBezTo>
                      <a:pt x="12" y="0"/>
                      <a:pt x="6" y="3"/>
                      <a:pt x="4" y="10"/>
                    </a:cubicBezTo>
                    <a:cubicBezTo>
                      <a:pt x="0" y="25"/>
                      <a:pt x="16" y="30"/>
                      <a:pt x="27" y="33"/>
                    </a:cubicBezTo>
                    <a:cubicBezTo>
                      <a:pt x="32" y="35"/>
                      <a:pt x="38" y="36"/>
                      <a:pt x="43" y="36"/>
                    </a:cubicBezTo>
                    <a:cubicBezTo>
                      <a:pt x="50" y="36"/>
                      <a:pt x="56" y="34"/>
                      <a:pt x="58" y="26"/>
                    </a:cubicBezTo>
                    <a:cubicBezTo>
                      <a:pt x="61" y="16"/>
                      <a:pt x="53" y="9"/>
                      <a:pt x="44" y="6"/>
                    </a:cubicBezTo>
                    <a:cubicBezTo>
                      <a:pt x="43" y="12"/>
                      <a:pt x="43" y="12"/>
                      <a:pt x="43" y="12"/>
                    </a:cubicBezTo>
                    <a:cubicBezTo>
                      <a:pt x="49" y="14"/>
                      <a:pt x="56" y="17"/>
                      <a:pt x="53" y="25"/>
                    </a:cubicBezTo>
                    <a:cubicBezTo>
                      <a:pt x="52" y="29"/>
                      <a:pt x="48" y="31"/>
                      <a:pt x="44" y="31"/>
                    </a:cubicBezTo>
                    <a:cubicBezTo>
                      <a:pt x="39" y="31"/>
                      <a:pt x="34" y="30"/>
                      <a:pt x="28" y="28"/>
                    </a:cubicBezTo>
                    <a:cubicBezTo>
                      <a:pt x="35" y="4"/>
                      <a:pt x="35" y="4"/>
                      <a:pt x="35" y="4"/>
                    </a:cubicBezTo>
                    <a:cubicBezTo>
                      <a:pt x="30" y="2"/>
                      <a:pt x="30" y="2"/>
                      <a:pt x="30" y="2"/>
                    </a:cubicBezTo>
                    <a:cubicBezTo>
                      <a:pt x="26" y="1"/>
                      <a:pt x="22" y="0"/>
                      <a:pt x="19" y="0"/>
                    </a:cubicBezTo>
                  </a:path>
                </a:pathLst>
              </a:custGeom>
              <a:solidFill>
                <a:srgbClr val="F8C8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501"/>
              <p:cNvSpPr>
                <a:spLocks noEditPoints="1"/>
              </p:cNvSpPr>
              <p:nvPr/>
            </p:nvSpPr>
            <p:spPr bwMode="auto">
              <a:xfrm>
                <a:off x="1243013" y="2420938"/>
                <a:ext cx="261938" cy="192087"/>
              </a:xfrm>
              <a:custGeom>
                <a:avLst/>
                <a:gdLst>
                  <a:gd name="T0" fmla="*/ 43 w 70"/>
                  <a:gd name="T1" fmla="*/ 34 h 51"/>
                  <a:gd name="T2" fmla="*/ 26 w 70"/>
                  <a:gd name="T3" fmla="*/ 29 h 51"/>
                  <a:gd name="T4" fmla="*/ 9 w 70"/>
                  <a:gd name="T5" fmla="*/ 11 h 51"/>
                  <a:gd name="T6" fmla="*/ 19 w 70"/>
                  <a:gd name="T7" fmla="*/ 5 h 51"/>
                  <a:gd name="T8" fmla="*/ 34 w 70"/>
                  <a:gd name="T9" fmla="*/ 9 h 51"/>
                  <a:gd name="T10" fmla="*/ 53 w 70"/>
                  <a:gd name="T11" fmla="*/ 28 h 51"/>
                  <a:gd name="T12" fmla="*/ 43 w 70"/>
                  <a:gd name="T13" fmla="*/ 34 h 51"/>
                  <a:gd name="T14" fmla="*/ 19 w 70"/>
                  <a:gd name="T15" fmla="*/ 0 h 51"/>
                  <a:gd name="T16" fmla="*/ 5 w 70"/>
                  <a:gd name="T17" fmla="*/ 10 h 51"/>
                  <a:gd name="T18" fmla="*/ 7 w 70"/>
                  <a:gd name="T19" fmla="*/ 22 h 51"/>
                  <a:gd name="T20" fmla="*/ 6 w 70"/>
                  <a:gd name="T21" fmla="*/ 22 h 51"/>
                  <a:gd name="T22" fmla="*/ 2 w 70"/>
                  <a:gd name="T23" fmla="*/ 20 h 51"/>
                  <a:gd name="T24" fmla="*/ 0 w 70"/>
                  <a:gd name="T25" fmla="*/ 25 h 51"/>
                  <a:gd name="T26" fmla="*/ 68 w 70"/>
                  <a:gd name="T27" fmla="*/ 51 h 51"/>
                  <a:gd name="T28" fmla="*/ 70 w 70"/>
                  <a:gd name="T29" fmla="*/ 46 h 51"/>
                  <a:gd name="T30" fmla="*/ 48 w 70"/>
                  <a:gd name="T31" fmla="*/ 38 h 51"/>
                  <a:gd name="T32" fmla="*/ 58 w 70"/>
                  <a:gd name="T33" fmla="*/ 29 h 51"/>
                  <a:gd name="T34" fmla="*/ 35 w 70"/>
                  <a:gd name="T35" fmla="*/ 3 h 51"/>
                  <a:gd name="T36" fmla="*/ 19 w 70"/>
                  <a:gd name="T37"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51">
                    <a:moveTo>
                      <a:pt x="43" y="34"/>
                    </a:moveTo>
                    <a:cubicBezTo>
                      <a:pt x="38" y="34"/>
                      <a:pt x="32" y="31"/>
                      <a:pt x="26" y="29"/>
                    </a:cubicBezTo>
                    <a:cubicBezTo>
                      <a:pt x="18" y="26"/>
                      <a:pt x="6" y="21"/>
                      <a:pt x="9" y="11"/>
                    </a:cubicBezTo>
                    <a:cubicBezTo>
                      <a:pt x="11" y="7"/>
                      <a:pt x="15" y="5"/>
                      <a:pt x="19" y="5"/>
                    </a:cubicBezTo>
                    <a:cubicBezTo>
                      <a:pt x="24" y="5"/>
                      <a:pt x="30" y="7"/>
                      <a:pt x="34" y="9"/>
                    </a:cubicBezTo>
                    <a:cubicBezTo>
                      <a:pt x="46" y="14"/>
                      <a:pt x="56" y="19"/>
                      <a:pt x="53" y="28"/>
                    </a:cubicBezTo>
                    <a:cubicBezTo>
                      <a:pt x="51" y="32"/>
                      <a:pt x="48" y="34"/>
                      <a:pt x="43" y="34"/>
                    </a:cubicBezTo>
                    <a:moveTo>
                      <a:pt x="19" y="0"/>
                    </a:moveTo>
                    <a:cubicBezTo>
                      <a:pt x="13" y="0"/>
                      <a:pt x="7" y="2"/>
                      <a:pt x="5" y="10"/>
                    </a:cubicBezTo>
                    <a:cubicBezTo>
                      <a:pt x="3" y="14"/>
                      <a:pt x="4" y="19"/>
                      <a:pt x="7" y="22"/>
                    </a:cubicBezTo>
                    <a:cubicBezTo>
                      <a:pt x="6" y="22"/>
                      <a:pt x="6" y="22"/>
                      <a:pt x="6" y="22"/>
                    </a:cubicBezTo>
                    <a:cubicBezTo>
                      <a:pt x="2" y="20"/>
                      <a:pt x="2" y="20"/>
                      <a:pt x="2" y="20"/>
                    </a:cubicBezTo>
                    <a:cubicBezTo>
                      <a:pt x="0" y="25"/>
                      <a:pt x="0" y="25"/>
                      <a:pt x="0" y="25"/>
                    </a:cubicBezTo>
                    <a:cubicBezTo>
                      <a:pt x="68" y="51"/>
                      <a:pt x="68" y="51"/>
                      <a:pt x="68" y="51"/>
                    </a:cubicBezTo>
                    <a:cubicBezTo>
                      <a:pt x="70" y="46"/>
                      <a:pt x="70" y="46"/>
                      <a:pt x="70" y="46"/>
                    </a:cubicBezTo>
                    <a:cubicBezTo>
                      <a:pt x="48" y="38"/>
                      <a:pt x="48" y="38"/>
                      <a:pt x="48" y="38"/>
                    </a:cubicBezTo>
                    <a:cubicBezTo>
                      <a:pt x="53" y="36"/>
                      <a:pt x="56" y="34"/>
                      <a:pt x="58" y="29"/>
                    </a:cubicBezTo>
                    <a:cubicBezTo>
                      <a:pt x="63" y="16"/>
                      <a:pt x="49" y="9"/>
                      <a:pt x="35" y="3"/>
                    </a:cubicBezTo>
                    <a:cubicBezTo>
                      <a:pt x="30" y="2"/>
                      <a:pt x="25" y="0"/>
                      <a:pt x="19" y="0"/>
                    </a:cubicBezTo>
                  </a:path>
                </a:pathLst>
              </a:custGeom>
              <a:solidFill>
                <a:srgbClr val="F8C8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5" name="组合 24"/>
            <p:cNvGrpSpPr/>
            <p:nvPr/>
          </p:nvGrpSpPr>
          <p:grpSpPr>
            <a:xfrm>
              <a:off x="3971132" y="893762"/>
              <a:ext cx="795338" cy="650875"/>
              <a:chOff x="2460625" y="793750"/>
              <a:chExt cx="795338" cy="650875"/>
            </a:xfrm>
          </p:grpSpPr>
          <p:sp>
            <p:nvSpPr>
              <p:cNvPr id="26" name="Freeform 497"/>
              <p:cNvSpPr>
                <a:spLocks/>
              </p:cNvSpPr>
              <p:nvPr/>
            </p:nvSpPr>
            <p:spPr bwMode="auto">
              <a:xfrm>
                <a:off x="3035300" y="793750"/>
                <a:ext cx="220663" cy="541337"/>
              </a:xfrm>
              <a:custGeom>
                <a:avLst/>
                <a:gdLst>
                  <a:gd name="T0" fmla="*/ 59 w 59"/>
                  <a:gd name="T1" fmla="*/ 0 h 144"/>
                  <a:gd name="T2" fmla="*/ 59 w 59"/>
                  <a:gd name="T3" fmla="*/ 144 h 144"/>
                  <a:gd name="T4" fmla="*/ 33 w 59"/>
                  <a:gd name="T5" fmla="*/ 144 h 144"/>
                  <a:gd name="T6" fmla="*/ 33 w 59"/>
                  <a:gd name="T7" fmla="*/ 44 h 144"/>
                  <a:gd name="T8" fmla="*/ 0 w 59"/>
                  <a:gd name="T9" fmla="*/ 44 h 144"/>
                  <a:gd name="T10" fmla="*/ 0 w 59"/>
                  <a:gd name="T11" fmla="*/ 25 h 144"/>
                  <a:gd name="T12" fmla="*/ 4 w 59"/>
                  <a:gd name="T13" fmla="*/ 25 h 144"/>
                  <a:gd name="T14" fmla="*/ 40 w 59"/>
                  <a:gd name="T15" fmla="*/ 0 h 144"/>
                  <a:gd name="T16" fmla="*/ 59 w 59"/>
                  <a:gd name="T17"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144">
                    <a:moveTo>
                      <a:pt x="59" y="0"/>
                    </a:moveTo>
                    <a:cubicBezTo>
                      <a:pt x="59" y="144"/>
                      <a:pt x="59" y="144"/>
                      <a:pt x="59" y="144"/>
                    </a:cubicBezTo>
                    <a:cubicBezTo>
                      <a:pt x="33" y="144"/>
                      <a:pt x="33" y="144"/>
                      <a:pt x="33" y="144"/>
                    </a:cubicBezTo>
                    <a:cubicBezTo>
                      <a:pt x="33" y="44"/>
                      <a:pt x="33" y="44"/>
                      <a:pt x="33" y="44"/>
                    </a:cubicBezTo>
                    <a:cubicBezTo>
                      <a:pt x="0" y="44"/>
                      <a:pt x="0" y="44"/>
                      <a:pt x="0" y="44"/>
                    </a:cubicBezTo>
                    <a:cubicBezTo>
                      <a:pt x="0" y="25"/>
                      <a:pt x="0" y="25"/>
                      <a:pt x="0" y="25"/>
                    </a:cubicBezTo>
                    <a:cubicBezTo>
                      <a:pt x="4" y="25"/>
                      <a:pt x="4" y="25"/>
                      <a:pt x="4" y="25"/>
                    </a:cubicBezTo>
                    <a:cubicBezTo>
                      <a:pt x="25" y="25"/>
                      <a:pt x="37" y="13"/>
                      <a:pt x="40" y="0"/>
                    </a:cubicBezTo>
                    <a:lnTo>
                      <a:pt x="5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502"/>
              <p:cNvSpPr>
                <a:spLocks/>
              </p:cNvSpPr>
              <p:nvPr/>
            </p:nvSpPr>
            <p:spPr bwMode="auto">
              <a:xfrm>
                <a:off x="2460625" y="1238250"/>
                <a:ext cx="160338" cy="206375"/>
              </a:xfrm>
              <a:custGeom>
                <a:avLst/>
                <a:gdLst>
                  <a:gd name="T0" fmla="*/ 17 w 43"/>
                  <a:gd name="T1" fmla="*/ 0 h 55"/>
                  <a:gd name="T2" fmla="*/ 11 w 43"/>
                  <a:gd name="T3" fmla="*/ 1 h 55"/>
                  <a:gd name="T4" fmla="*/ 3 w 43"/>
                  <a:gd name="T5" fmla="*/ 19 h 55"/>
                  <a:gd name="T6" fmla="*/ 20 w 43"/>
                  <a:gd name="T7" fmla="*/ 29 h 55"/>
                  <a:gd name="T8" fmla="*/ 35 w 43"/>
                  <a:gd name="T9" fmla="*/ 37 h 55"/>
                  <a:gd name="T10" fmla="*/ 30 w 43"/>
                  <a:gd name="T11" fmla="*/ 49 h 55"/>
                  <a:gd name="T12" fmla="*/ 26 w 43"/>
                  <a:gd name="T13" fmla="*/ 50 h 55"/>
                  <a:gd name="T14" fmla="*/ 16 w 43"/>
                  <a:gd name="T15" fmla="*/ 43 h 55"/>
                  <a:gd name="T16" fmla="*/ 11 w 43"/>
                  <a:gd name="T17" fmla="*/ 44 h 55"/>
                  <a:gd name="T18" fmla="*/ 24 w 43"/>
                  <a:gd name="T19" fmla="*/ 55 h 55"/>
                  <a:gd name="T20" fmla="*/ 31 w 43"/>
                  <a:gd name="T21" fmla="*/ 54 h 55"/>
                  <a:gd name="T22" fmla="*/ 40 w 43"/>
                  <a:gd name="T23" fmla="*/ 35 h 55"/>
                  <a:gd name="T24" fmla="*/ 19 w 43"/>
                  <a:gd name="T25" fmla="*/ 22 h 55"/>
                  <a:gd name="T26" fmla="*/ 8 w 43"/>
                  <a:gd name="T27" fmla="*/ 17 h 55"/>
                  <a:gd name="T28" fmla="*/ 13 w 43"/>
                  <a:gd name="T29" fmla="*/ 6 h 55"/>
                  <a:gd name="T30" fmla="*/ 16 w 43"/>
                  <a:gd name="T31" fmla="*/ 5 h 55"/>
                  <a:gd name="T32" fmla="*/ 25 w 43"/>
                  <a:gd name="T33" fmla="*/ 12 h 55"/>
                  <a:gd name="T34" fmla="*/ 30 w 43"/>
                  <a:gd name="T35" fmla="*/ 10 h 55"/>
                  <a:gd name="T36" fmla="*/ 17 w 43"/>
                  <a:gd name="T3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3" h="55">
                    <a:moveTo>
                      <a:pt x="17" y="0"/>
                    </a:moveTo>
                    <a:cubicBezTo>
                      <a:pt x="15" y="0"/>
                      <a:pt x="13" y="0"/>
                      <a:pt x="11" y="1"/>
                    </a:cubicBezTo>
                    <a:cubicBezTo>
                      <a:pt x="3" y="4"/>
                      <a:pt x="0" y="11"/>
                      <a:pt x="3" y="19"/>
                    </a:cubicBezTo>
                    <a:cubicBezTo>
                      <a:pt x="6" y="27"/>
                      <a:pt x="14" y="28"/>
                      <a:pt x="20" y="29"/>
                    </a:cubicBezTo>
                    <a:cubicBezTo>
                      <a:pt x="26" y="29"/>
                      <a:pt x="32" y="30"/>
                      <a:pt x="35" y="37"/>
                    </a:cubicBezTo>
                    <a:cubicBezTo>
                      <a:pt x="37" y="42"/>
                      <a:pt x="35" y="47"/>
                      <a:pt x="30" y="49"/>
                    </a:cubicBezTo>
                    <a:cubicBezTo>
                      <a:pt x="28" y="50"/>
                      <a:pt x="27" y="50"/>
                      <a:pt x="26" y="50"/>
                    </a:cubicBezTo>
                    <a:cubicBezTo>
                      <a:pt x="21" y="50"/>
                      <a:pt x="18" y="47"/>
                      <a:pt x="16" y="43"/>
                    </a:cubicBezTo>
                    <a:cubicBezTo>
                      <a:pt x="11" y="44"/>
                      <a:pt x="11" y="44"/>
                      <a:pt x="11" y="44"/>
                    </a:cubicBezTo>
                    <a:cubicBezTo>
                      <a:pt x="14" y="52"/>
                      <a:pt x="18" y="55"/>
                      <a:pt x="24" y="55"/>
                    </a:cubicBezTo>
                    <a:cubicBezTo>
                      <a:pt x="26" y="55"/>
                      <a:pt x="29" y="55"/>
                      <a:pt x="31" y="54"/>
                    </a:cubicBezTo>
                    <a:cubicBezTo>
                      <a:pt x="40" y="51"/>
                      <a:pt x="43" y="44"/>
                      <a:pt x="40" y="35"/>
                    </a:cubicBezTo>
                    <a:cubicBezTo>
                      <a:pt x="37" y="24"/>
                      <a:pt x="28" y="23"/>
                      <a:pt x="19" y="22"/>
                    </a:cubicBezTo>
                    <a:cubicBezTo>
                      <a:pt x="14" y="22"/>
                      <a:pt x="10" y="21"/>
                      <a:pt x="8" y="17"/>
                    </a:cubicBezTo>
                    <a:cubicBezTo>
                      <a:pt x="6" y="12"/>
                      <a:pt x="8" y="8"/>
                      <a:pt x="13" y="6"/>
                    </a:cubicBezTo>
                    <a:cubicBezTo>
                      <a:pt x="14" y="6"/>
                      <a:pt x="15" y="5"/>
                      <a:pt x="16" y="5"/>
                    </a:cubicBezTo>
                    <a:cubicBezTo>
                      <a:pt x="20" y="5"/>
                      <a:pt x="23" y="8"/>
                      <a:pt x="25" y="12"/>
                    </a:cubicBezTo>
                    <a:cubicBezTo>
                      <a:pt x="30" y="10"/>
                      <a:pt x="30" y="10"/>
                      <a:pt x="30" y="10"/>
                    </a:cubicBezTo>
                    <a:cubicBezTo>
                      <a:pt x="28" y="4"/>
                      <a:pt x="23" y="0"/>
                      <a:pt x="17" y="0"/>
                    </a:cubicBezTo>
                  </a:path>
                </a:pathLst>
              </a:custGeom>
              <a:solidFill>
                <a:srgbClr val="CFEB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503"/>
              <p:cNvSpPr>
                <a:spLocks/>
              </p:cNvSpPr>
              <p:nvPr/>
            </p:nvSpPr>
            <p:spPr bwMode="auto">
              <a:xfrm>
                <a:off x="2576513" y="1154113"/>
                <a:ext cx="123825" cy="255587"/>
              </a:xfrm>
              <a:custGeom>
                <a:avLst/>
                <a:gdLst>
                  <a:gd name="T0" fmla="*/ 5 w 33"/>
                  <a:gd name="T1" fmla="*/ 0 h 68"/>
                  <a:gd name="T2" fmla="*/ 0 w 33"/>
                  <a:gd name="T3" fmla="*/ 2 h 68"/>
                  <a:gd name="T4" fmla="*/ 4 w 33"/>
                  <a:gd name="T5" fmla="*/ 17 h 68"/>
                  <a:gd name="T6" fmla="*/ 0 w 33"/>
                  <a:gd name="T7" fmla="*/ 18 h 68"/>
                  <a:gd name="T8" fmla="*/ 1 w 33"/>
                  <a:gd name="T9" fmla="*/ 23 h 68"/>
                  <a:gd name="T10" fmla="*/ 6 w 33"/>
                  <a:gd name="T11" fmla="*/ 21 h 68"/>
                  <a:gd name="T12" fmla="*/ 18 w 33"/>
                  <a:gd name="T13" fmla="*/ 61 h 68"/>
                  <a:gd name="T14" fmla="*/ 25 w 33"/>
                  <a:gd name="T15" fmla="*/ 68 h 68"/>
                  <a:gd name="T16" fmla="*/ 28 w 33"/>
                  <a:gd name="T17" fmla="*/ 67 h 68"/>
                  <a:gd name="T18" fmla="*/ 33 w 33"/>
                  <a:gd name="T19" fmla="*/ 65 h 68"/>
                  <a:gd name="T20" fmla="*/ 31 w 33"/>
                  <a:gd name="T21" fmla="*/ 61 h 68"/>
                  <a:gd name="T22" fmla="*/ 29 w 33"/>
                  <a:gd name="T23" fmla="*/ 62 h 68"/>
                  <a:gd name="T24" fmla="*/ 27 w 33"/>
                  <a:gd name="T25" fmla="*/ 62 h 68"/>
                  <a:gd name="T26" fmla="*/ 23 w 33"/>
                  <a:gd name="T27" fmla="*/ 58 h 68"/>
                  <a:gd name="T28" fmla="*/ 11 w 33"/>
                  <a:gd name="T29" fmla="*/ 20 h 68"/>
                  <a:gd name="T30" fmla="*/ 18 w 33"/>
                  <a:gd name="T31" fmla="*/ 18 h 68"/>
                  <a:gd name="T32" fmla="*/ 17 w 33"/>
                  <a:gd name="T33" fmla="*/ 13 h 68"/>
                  <a:gd name="T34" fmla="*/ 10 w 33"/>
                  <a:gd name="T35" fmla="*/ 15 h 68"/>
                  <a:gd name="T36" fmla="*/ 5 w 33"/>
                  <a:gd name="T37"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3" h="68">
                    <a:moveTo>
                      <a:pt x="5" y="0"/>
                    </a:moveTo>
                    <a:cubicBezTo>
                      <a:pt x="0" y="2"/>
                      <a:pt x="0" y="2"/>
                      <a:pt x="0" y="2"/>
                    </a:cubicBezTo>
                    <a:cubicBezTo>
                      <a:pt x="4" y="17"/>
                      <a:pt x="4" y="17"/>
                      <a:pt x="4" y="17"/>
                    </a:cubicBezTo>
                    <a:cubicBezTo>
                      <a:pt x="0" y="18"/>
                      <a:pt x="0" y="18"/>
                      <a:pt x="0" y="18"/>
                    </a:cubicBezTo>
                    <a:cubicBezTo>
                      <a:pt x="1" y="23"/>
                      <a:pt x="1" y="23"/>
                      <a:pt x="1" y="23"/>
                    </a:cubicBezTo>
                    <a:cubicBezTo>
                      <a:pt x="6" y="21"/>
                      <a:pt x="6" y="21"/>
                      <a:pt x="6" y="21"/>
                    </a:cubicBezTo>
                    <a:cubicBezTo>
                      <a:pt x="18" y="61"/>
                      <a:pt x="18" y="61"/>
                      <a:pt x="18" y="61"/>
                    </a:cubicBezTo>
                    <a:cubicBezTo>
                      <a:pt x="19" y="66"/>
                      <a:pt x="22" y="68"/>
                      <a:pt x="25" y="68"/>
                    </a:cubicBezTo>
                    <a:cubicBezTo>
                      <a:pt x="26" y="68"/>
                      <a:pt x="27" y="67"/>
                      <a:pt x="28" y="67"/>
                    </a:cubicBezTo>
                    <a:cubicBezTo>
                      <a:pt x="30" y="67"/>
                      <a:pt x="31" y="66"/>
                      <a:pt x="33" y="65"/>
                    </a:cubicBezTo>
                    <a:cubicBezTo>
                      <a:pt x="31" y="61"/>
                      <a:pt x="31" y="61"/>
                      <a:pt x="31" y="61"/>
                    </a:cubicBezTo>
                    <a:cubicBezTo>
                      <a:pt x="30" y="61"/>
                      <a:pt x="30" y="61"/>
                      <a:pt x="29" y="62"/>
                    </a:cubicBezTo>
                    <a:cubicBezTo>
                      <a:pt x="28" y="62"/>
                      <a:pt x="27" y="62"/>
                      <a:pt x="27" y="62"/>
                    </a:cubicBezTo>
                    <a:cubicBezTo>
                      <a:pt x="25" y="62"/>
                      <a:pt x="23" y="61"/>
                      <a:pt x="23" y="58"/>
                    </a:cubicBezTo>
                    <a:cubicBezTo>
                      <a:pt x="11" y="20"/>
                      <a:pt x="11" y="20"/>
                      <a:pt x="11" y="20"/>
                    </a:cubicBezTo>
                    <a:cubicBezTo>
                      <a:pt x="18" y="18"/>
                      <a:pt x="18" y="18"/>
                      <a:pt x="18" y="18"/>
                    </a:cubicBezTo>
                    <a:cubicBezTo>
                      <a:pt x="17" y="13"/>
                      <a:pt x="17" y="13"/>
                      <a:pt x="17" y="13"/>
                    </a:cubicBezTo>
                    <a:cubicBezTo>
                      <a:pt x="10" y="15"/>
                      <a:pt x="10" y="15"/>
                      <a:pt x="10" y="15"/>
                    </a:cubicBezTo>
                    <a:cubicBezTo>
                      <a:pt x="5" y="0"/>
                      <a:pt x="5" y="0"/>
                      <a:pt x="5" y="0"/>
                    </a:cubicBezTo>
                  </a:path>
                </a:pathLst>
              </a:custGeom>
              <a:solidFill>
                <a:srgbClr val="CFEB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504"/>
              <p:cNvSpPr>
                <a:spLocks noEditPoints="1"/>
              </p:cNvSpPr>
              <p:nvPr/>
            </p:nvSpPr>
            <p:spPr bwMode="auto">
              <a:xfrm>
                <a:off x="2655888" y="1177925"/>
                <a:ext cx="153988" cy="209550"/>
              </a:xfrm>
              <a:custGeom>
                <a:avLst/>
                <a:gdLst>
                  <a:gd name="T0" fmla="*/ 11 w 41"/>
                  <a:gd name="T1" fmla="*/ 25 h 56"/>
                  <a:gd name="T2" fmla="*/ 16 w 41"/>
                  <a:gd name="T3" fmla="*/ 6 h 56"/>
                  <a:gd name="T4" fmla="*/ 18 w 41"/>
                  <a:gd name="T5" fmla="*/ 5 h 56"/>
                  <a:gd name="T6" fmla="*/ 30 w 41"/>
                  <a:gd name="T7" fmla="*/ 21 h 56"/>
                  <a:gd name="T8" fmla="*/ 11 w 41"/>
                  <a:gd name="T9" fmla="*/ 25 h 56"/>
                  <a:gd name="T10" fmla="*/ 19 w 41"/>
                  <a:gd name="T11" fmla="*/ 0 h 56"/>
                  <a:gd name="T12" fmla="*/ 15 w 41"/>
                  <a:gd name="T13" fmla="*/ 1 h 56"/>
                  <a:gd name="T14" fmla="*/ 6 w 41"/>
                  <a:gd name="T15" fmla="*/ 32 h 56"/>
                  <a:gd name="T16" fmla="*/ 24 w 41"/>
                  <a:gd name="T17" fmla="*/ 56 h 56"/>
                  <a:gd name="T18" fmla="*/ 28 w 41"/>
                  <a:gd name="T19" fmla="*/ 56 h 56"/>
                  <a:gd name="T20" fmla="*/ 39 w 41"/>
                  <a:gd name="T21" fmla="*/ 34 h 56"/>
                  <a:gd name="T22" fmla="*/ 33 w 41"/>
                  <a:gd name="T23" fmla="*/ 35 h 56"/>
                  <a:gd name="T24" fmla="*/ 27 w 41"/>
                  <a:gd name="T25" fmla="*/ 51 h 56"/>
                  <a:gd name="T26" fmla="*/ 25 w 41"/>
                  <a:gd name="T27" fmla="*/ 51 h 56"/>
                  <a:gd name="T28" fmla="*/ 12 w 41"/>
                  <a:gd name="T29" fmla="*/ 30 h 56"/>
                  <a:gd name="T30" fmla="*/ 36 w 41"/>
                  <a:gd name="T31" fmla="*/ 24 h 56"/>
                  <a:gd name="T32" fmla="*/ 35 w 41"/>
                  <a:gd name="T33" fmla="*/ 19 h 56"/>
                  <a:gd name="T34" fmla="*/ 19 w 41"/>
                  <a:gd name="T35"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1" h="56">
                    <a:moveTo>
                      <a:pt x="11" y="25"/>
                    </a:moveTo>
                    <a:cubicBezTo>
                      <a:pt x="9" y="19"/>
                      <a:pt x="7" y="8"/>
                      <a:pt x="16" y="6"/>
                    </a:cubicBezTo>
                    <a:cubicBezTo>
                      <a:pt x="17" y="5"/>
                      <a:pt x="17" y="5"/>
                      <a:pt x="18" y="5"/>
                    </a:cubicBezTo>
                    <a:cubicBezTo>
                      <a:pt x="25" y="5"/>
                      <a:pt x="28" y="15"/>
                      <a:pt x="30" y="21"/>
                    </a:cubicBezTo>
                    <a:cubicBezTo>
                      <a:pt x="11" y="25"/>
                      <a:pt x="11" y="25"/>
                      <a:pt x="11" y="25"/>
                    </a:cubicBezTo>
                    <a:moveTo>
                      <a:pt x="19" y="0"/>
                    </a:moveTo>
                    <a:cubicBezTo>
                      <a:pt x="17" y="0"/>
                      <a:pt x="16" y="0"/>
                      <a:pt x="15" y="1"/>
                    </a:cubicBezTo>
                    <a:cubicBezTo>
                      <a:pt x="0" y="4"/>
                      <a:pt x="4" y="21"/>
                      <a:pt x="6" y="32"/>
                    </a:cubicBezTo>
                    <a:cubicBezTo>
                      <a:pt x="9" y="42"/>
                      <a:pt x="13" y="56"/>
                      <a:pt x="24" y="56"/>
                    </a:cubicBezTo>
                    <a:cubicBezTo>
                      <a:pt x="26" y="56"/>
                      <a:pt x="27" y="56"/>
                      <a:pt x="28" y="56"/>
                    </a:cubicBezTo>
                    <a:cubicBezTo>
                      <a:pt x="39" y="53"/>
                      <a:pt x="41" y="43"/>
                      <a:pt x="39" y="34"/>
                    </a:cubicBezTo>
                    <a:cubicBezTo>
                      <a:pt x="33" y="35"/>
                      <a:pt x="33" y="35"/>
                      <a:pt x="33" y="35"/>
                    </a:cubicBezTo>
                    <a:cubicBezTo>
                      <a:pt x="34" y="41"/>
                      <a:pt x="35" y="49"/>
                      <a:pt x="27" y="51"/>
                    </a:cubicBezTo>
                    <a:cubicBezTo>
                      <a:pt x="26" y="51"/>
                      <a:pt x="26" y="51"/>
                      <a:pt x="25" y="51"/>
                    </a:cubicBezTo>
                    <a:cubicBezTo>
                      <a:pt x="18" y="51"/>
                      <a:pt x="15" y="42"/>
                      <a:pt x="12" y="30"/>
                    </a:cubicBezTo>
                    <a:cubicBezTo>
                      <a:pt x="36" y="24"/>
                      <a:pt x="36" y="24"/>
                      <a:pt x="36" y="24"/>
                    </a:cubicBezTo>
                    <a:cubicBezTo>
                      <a:pt x="35" y="19"/>
                      <a:pt x="35" y="19"/>
                      <a:pt x="35" y="19"/>
                    </a:cubicBezTo>
                    <a:cubicBezTo>
                      <a:pt x="33" y="10"/>
                      <a:pt x="28" y="0"/>
                      <a:pt x="19" y="0"/>
                    </a:cubicBezTo>
                  </a:path>
                </a:pathLst>
              </a:custGeom>
              <a:solidFill>
                <a:srgbClr val="CFEB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505"/>
              <p:cNvSpPr>
                <a:spLocks noEditPoints="1"/>
              </p:cNvSpPr>
              <p:nvPr/>
            </p:nvSpPr>
            <p:spPr bwMode="auto">
              <a:xfrm>
                <a:off x="2809875" y="1147763"/>
                <a:ext cx="149225" cy="285750"/>
              </a:xfrm>
              <a:custGeom>
                <a:avLst/>
                <a:gdLst>
                  <a:gd name="T0" fmla="*/ 23 w 40"/>
                  <a:gd name="T1" fmla="*/ 51 h 76"/>
                  <a:gd name="T2" fmla="*/ 10 w 40"/>
                  <a:gd name="T3" fmla="*/ 29 h 76"/>
                  <a:gd name="T4" fmla="*/ 17 w 40"/>
                  <a:gd name="T5" fmla="*/ 5 h 76"/>
                  <a:gd name="T6" fmla="*/ 19 w 40"/>
                  <a:gd name="T7" fmla="*/ 5 h 76"/>
                  <a:gd name="T8" fmla="*/ 31 w 40"/>
                  <a:gd name="T9" fmla="*/ 25 h 76"/>
                  <a:gd name="T10" fmla="*/ 24 w 40"/>
                  <a:gd name="T11" fmla="*/ 51 h 76"/>
                  <a:gd name="T12" fmla="*/ 23 w 40"/>
                  <a:gd name="T13" fmla="*/ 51 h 76"/>
                  <a:gd name="T14" fmla="*/ 19 w 40"/>
                  <a:gd name="T15" fmla="*/ 0 h 76"/>
                  <a:gd name="T16" fmla="*/ 16 w 40"/>
                  <a:gd name="T17" fmla="*/ 0 h 76"/>
                  <a:gd name="T18" fmla="*/ 7 w 40"/>
                  <a:gd name="T19" fmla="*/ 8 h 76"/>
                  <a:gd name="T20" fmla="*/ 6 w 40"/>
                  <a:gd name="T21" fmla="*/ 8 h 76"/>
                  <a:gd name="T22" fmla="*/ 6 w 40"/>
                  <a:gd name="T23" fmla="*/ 3 h 76"/>
                  <a:gd name="T24" fmla="*/ 0 w 40"/>
                  <a:gd name="T25" fmla="*/ 4 h 76"/>
                  <a:gd name="T26" fmla="*/ 12 w 40"/>
                  <a:gd name="T27" fmla="*/ 76 h 76"/>
                  <a:gd name="T28" fmla="*/ 17 w 40"/>
                  <a:gd name="T29" fmla="*/ 75 h 76"/>
                  <a:gd name="T30" fmla="*/ 14 w 40"/>
                  <a:gd name="T31" fmla="*/ 52 h 76"/>
                  <a:gd name="T32" fmla="*/ 23 w 40"/>
                  <a:gd name="T33" fmla="*/ 56 h 76"/>
                  <a:gd name="T34" fmla="*/ 26 w 40"/>
                  <a:gd name="T35" fmla="*/ 56 h 76"/>
                  <a:gd name="T36" fmla="*/ 37 w 40"/>
                  <a:gd name="T37" fmla="*/ 24 h 76"/>
                  <a:gd name="T38" fmla="*/ 19 w 40"/>
                  <a:gd name="T39"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0" h="76">
                    <a:moveTo>
                      <a:pt x="23" y="51"/>
                    </a:moveTo>
                    <a:cubicBezTo>
                      <a:pt x="14" y="51"/>
                      <a:pt x="12" y="39"/>
                      <a:pt x="10" y="29"/>
                    </a:cubicBezTo>
                    <a:cubicBezTo>
                      <a:pt x="9" y="20"/>
                      <a:pt x="7" y="7"/>
                      <a:pt x="17" y="5"/>
                    </a:cubicBezTo>
                    <a:cubicBezTo>
                      <a:pt x="18" y="5"/>
                      <a:pt x="18" y="5"/>
                      <a:pt x="19" y="5"/>
                    </a:cubicBezTo>
                    <a:cubicBezTo>
                      <a:pt x="27" y="5"/>
                      <a:pt x="30" y="17"/>
                      <a:pt x="31" y="25"/>
                    </a:cubicBezTo>
                    <a:cubicBezTo>
                      <a:pt x="33" y="38"/>
                      <a:pt x="34" y="50"/>
                      <a:pt x="24" y="51"/>
                    </a:cubicBezTo>
                    <a:cubicBezTo>
                      <a:pt x="24" y="51"/>
                      <a:pt x="23" y="51"/>
                      <a:pt x="23" y="51"/>
                    </a:cubicBezTo>
                    <a:moveTo>
                      <a:pt x="19" y="0"/>
                    </a:moveTo>
                    <a:cubicBezTo>
                      <a:pt x="18" y="0"/>
                      <a:pt x="17" y="0"/>
                      <a:pt x="16" y="0"/>
                    </a:cubicBezTo>
                    <a:cubicBezTo>
                      <a:pt x="12" y="1"/>
                      <a:pt x="8" y="4"/>
                      <a:pt x="7" y="8"/>
                    </a:cubicBezTo>
                    <a:cubicBezTo>
                      <a:pt x="6" y="8"/>
                      <a:pt x="6" y="8"/>
                      <a:pt x="6" y="8"/>
                    </a:cubicBezTo>
                    <a:cubicBezTo>
                      <a:pt x="6" y="3"/>
                      <a:pt x="6" y="3"/>
                      <a:pt x="6" y="3"/>
                    </a:cubicBezTo>
                    <a:cubicBezTo>
                      <a:pt x="0" y="4"/>
                      <a:pt x="0" y="4"/>
                      <a:pt x="0" y="4"/>
                    </a:cubicBezTo>
                    <a:cubicBezTo>
                      <a:pt x="12" y="76"/>
                      <a:pt x="12" y="76"/>
                      <a:pt x="12" y="76"/>
                    </a:cubicBezTo>
                    <a:cubicBezTo>
                      <a:pt x="17" y="75"/>
                      <a:pt x="17" y="75"/>
                      <a:pt x="17" y="75"/>
                    </a:cubicBezTo>
                    <a:cubicBezTo>
                      <a:pt x="14" y="52"/>
                      <a:pt x="14" y="52"/>
                      <a:pt x="14" y="52"/>
                    </a:cubicBezTo>
                    <a:cubicBezTo>
                      <a:pt x="16" y="55"/>
                      <a:pt x="20" y="56"/>
                      <a:pt x="23" y="56"/>
                    </a:cubicBezTo>
                    <a:cubicBezTo>
                      <a:pt x="24" y="56"/>
                      <a:pt x="25" y="56"/>
                      <a:pt x="26" y="56"/>
                    </a:cubicBezTo>
                    <a:cubicBezTo>
                      <a:pt x="40" y="54"/>
                      <a:pt x="39" y="38"/>
                      <a:pt x="37" y="24"/>
                    </a:cubicBezTo>
                    <a:cubicBezTo>
                      <a:pt x="35" y="13"/>
                      <a:pt x="31" y="0"/>
                      <a:pt x="19" y="0"/>
                    </a:cubicBezTo>
                  </a:path>
                </a:pathLst>
              </a:custGeom>
              <a:solidFill>
                <a:srgbClr val="CFEB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1" name="组合 30"/>
            <p:cNvGrpSpPr/>
            <p:nvPr/>
          </p:nvGrpSpPr>
          <p:grpSpPr>
            <a:xfrm>
              <a:off x="5595144" y="1731962"/>
              <a:ext cx="954088" cy="785812"/>
              <a:chOff x="4375150" y="1601788"/>
              <a:chExt cx="954088" cy="785812"/>
            </a:xfrm>
          </p:grpSpPr>
          <p:sp>
            <p:nvSpPr>
              <p:cNvPr id="32" name="Freeform 495"/>
              <p:cNvSpPr>
                <a:spLocks/>
              </p:cNvSpPr>
              <p:nvPr/>
            </p:nvSpPr>
            <p:spPr bwMode="auto">
              <a:xfrm>
                <a:off x="4732338" y="1884363"/>
                <a:ext cx="596900" cy="503237"/>
              </a:xfrm>
              <a:custGeom>
                <a:avLst/>
                <a:gdLst>
                  <a:gd name="T0" fmla="*/ 40 w 159"/>
                  <a:gd name="T1" fmla="*/ 134 h 134"/>
                  <a:gd name="T2" fmla="*/ 0 w 159"/>
                  <a:gd name="T3" fmla="*/ 65 h 134"/>
                  <a:gd name="T4" fmla="*/ 6 w 159"/>
                  <a:gd name="T5" fmla="*/ 61 h 134"/>
                  <a:gd name="T6" fmla="*/ 89 w 159"/>
                  <a:gd name="T7" fmla="*/ 62 h 134"/>
                  <a:gd name="T8" fmla="*/ 120 w 159"/>
                  <a:gd name="T9" fmla="*/ 61 h 134"/>
                  <a:gd name="T10" fmla="*/ 128 w 159"/>
                  <a:gd name="T11" fmla="*/ 39 h 134"/>
                  <a:gd name="T12" fmla="*/ 102 w 159"/>
                  <a:gd name="T13" fmla="*/ 38 h 134"/>
                  <a:gd name="T14" fmla="*/ 95 w 159"/>
                  <a:gd name="T15" fmla="*/ 42 h 134"/>
                  <a:gd name="T16" fmla="*/ 82 w 159"/>
                  <a:gd name="T17" fmla="*/ 19 h 134"/>
                  <a:gd name="T18" fmla="*/ 90 w 159"/>
                  <a:gd name="T19" fmla="*/ 15 h 134"/>
                  <a:gd name="T20" fmla="*/ 148 w 159"/>
                  <a:gd name="T21" fmla="*/ 28 h 134"/>
                  <a:gd name="T22" fmla="*/ 135 w 159"/>
                  <a:gd name="T23" fmla="*/ 83 h 134"/>
                  <a:gd name="T24" fmla="*/ 88 w 159"/>
                  <a:gd name="T25" fmla="*/ 87 h 134"/>
                  <a:gd name="T26" fmla="*/ 34 w 159"/>
                  <a:gd name="T27" fmla="*/ 79 h 134"/>
                  <a:gd name="T28" fmla="*/ 59 w 159"/>
                  <a:gd name="T29" fmla="*/ 123 h 134"/>
                  <a:gd name="T30" fmla="*/ 40 w 159"/>
                  <a:gd name="T3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9" h="134">
                    <a:moveTo>
                      <a:pt x="40" y="134"/>
                    </a:moveTo>
                    <a:cubicBezTo>
                      <a:pt x="0" y="65"/>
                      <a:pt x="0" y="65"/>
                      <a:pt x="0" y="65"/>
                    </a:cubicBezTo>
                    <a:cubicBezTo>
                      <a:pt x="6" y="61"/>
                      <a:pt x="6" y="61"/>
                      <a:pt x="6" y="61"/>
                    </a:cubicBezTo>
                    <a:cubicBezTo>
                      <a:pt x="41" y="41"/>
                      <a:pt x="72" y="58"/>
                      <a:pt x="89" y="62"/>
                    </a:cubicBezTo>
                    <a:cubicBezTo>
                      <a:pt x="106" y="67"/>
                      <a:pt x="112" y="66"/>
                      <a:pt x="120" y="61"/>
                    </a:cubicBezTo>
                    <a:cubicBezTo>
                      <a:pt x="131" y="55"/>
                      <a:pt x="133" y="47"/>
                      <a:pt x="128" y="39"/>
                    </a:cubicBezTo>
                    <a:cubicBezTo>
                      <a:pt x="124" y="32"/>
                      <a:pt x="117" y="29"/>
                      <a:pt x="102" y="38"/>
                    </a:cubicBezTo>
                    <a:cubicBezTo>
                      <a:pt x="95" y="42"/>
                      <a:pt x="95" y="42"/>
                      <a:pt x="95" y="42"/>
                    </a:cubicBezTo>
                    <a:cubicBezTo>
                      <a:pt x="82" y="19"/>
                      <a:pt x="82" y="19"/>
                      <a:pt x="82" y="19"/>
                    </a:cubicBezTo>
                    <a:cubicBezTo>
                      <a:pt x="90" y="15"/>
                      <a:pt x="90" y="15"/>
                      <a:pt x="90" y="15"/>
                    </a:cubicBezTo>
                    <a:cubicBezTo>
                      <a:pt x="115" y="0"/>
                      <a:pt x="138" y="11"/>
                      <a:pt x="148" y="28"/>
                    </a:cubicBezTo>
                    <a:cubicBezTo>
                      <a:pt x="159" y="48"/>
                      <a:pt x="155" y="71"/>
                      <a:pt x="135" y="83"/>
                    </a:cubicBezTo>
                    <a:cubicBezTo>
                      <a:pt x="122" y="90"/>
                      <a:pt x="105" y="92"/>
                      <a:pt x="88" y="87"/>
                    </a:cubicBezTo>
                    <a:cubicBezTo>
                      <a:pt x="68" y="81"/>
                      <a:pt x="50" y="72"/>
                      <a:pt x="34" y="79"/>
                    </a:cubicBezTo>
                    <a:cubicBezTo>
                      <a:pt x="59" y="123"/>
                      <a:pt x="59" y="123"/>
                      <a:pt x="59" y="123"/>
                    </a:cubicBezTo>
                    <a:lnTo>
                      <a:pt x="40" y="13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506"/>
              <p:cNvSpPr>
                <a:spLocks/>
              </p:cNvSpPr>
              <p:nvPr/>
            </p:nvSpPr>
            <p:spPr bwMode="auto">
              <a:xfrm>
                <a:off x="4375150" y="1601788"/>
                <a:ext cx="195263" cy="195262"/>
              </a:xfrm>
              <a:custGeom>
                <a:avLst/>
                <a:gdLst>
                  <a:gd name="T0" fmla="*/ 36 w 52"/>
                  <a:gd name="T1" fmla="*/ 0 h 52"/>
                  <a:gd name="T2" fmla="*/ 25 w 52"/>
                  <a:gd name="T3" fmla="*/ 6 h 52"/>
                  <a:gd name="T4" fmla="*/ 25 w 52"/>
                  <a:gd name="T5" fmla="*/ 25 h 52"/>
                  <a:gd name="T6" fmla="*/ 26 w 52"/>
                  <a:gd name="T7" fmla="*/ 43 h 52"/>
                  <a:gd name="T8" fmla="*/ 18 w 52"/>
                  <a:gd name="T9" fmla="*/ 47 h 52"/>
                  <a:gd name="T10" fmla="*/ 12 w 52"/>
                  <a:gd name="T11" fmla="*/ 44 h 52"/>
                  <a:gd name="T12" fmla="*/ 11 w 52"/>
                  <a:gd name="T13" fmla="*/ 29 h 52"/>
                  <a:gd name="T14" fmla="*/ 7 w 52"/>
                  <a:gd name="T15" fmla="*/ 26 h 52"/>
                  <a:gd name="T16" fmla="*/ 9 w 52"/>
                  <a:gd name="T17" fmla="*/ 48 h 52"/>
                  <a:gd name="T18" fmla="*/ 19 w 52"/>
                  <a:gd name="T19" fmla="*/ 52 h 52"/>
                  <a:gd name="T20" fmla="*/ 30 w 52"/>
                  <a:gd name="T21" fmla="*/ 46 h 52"/>
                  <a:gd name="T22" fmla="*/ 30 w 52"/>
                  <a:gd name="T23" fmla="*/ 22 h 52"/>
                  <a:gd name="T24" fmla="*/ 30 w 52"/>
                  <a:gd name="T25" fmla="*/ 9 h 52"/>
                  <a:gd name="T26" fmla="*/ 36 w 52"/>
                  <a:gd name="T27" fmla="*/ 6 h 52"/>
                  <a:gd name="T28" fmla="*/ 41 w 52"/>
                  <a:gd name="T29" fmla="*/ 8 h 52"/>
                  <a:gd name="T30" fmla="*/ 42 w 52"/>
                  <a:gd name="T31" fmla="*/ 22 h 52"/>
                  <a:gd name="T32" fmla="*/ 46 w 52"/>
                  <a:gd name="T33" fmla="*/ 25 h 52"/>
                  <a:gd name="T34" fmla="*/ 45 w 52"/>
                  <a:gd name="T35" fmla="*/ 4 h 52"/>
                  <a:gd name="T36" fmla="*/ 36 w 52"/>
                  <a:gd name="T3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52">
                    <a:moveTo>
                      <a:pt x="36" y="0"/>
                    </a:moveTo>
                    <a:cubicBezTo>
                      <a:pt x="32" y="0"/>
                      <a:pt x="28" y="2"/>
                      <a:pt x="25" y="6"/>
                    </a:cubicBezTo>
                    <a:cubicBezTo>
                      <a:pt x="20" y="12"/>
                      <a:pt x="23" y="20"/>
                      <a:pt x="25" y="25"/>
                    </a:cubicBezTo>
                    <a:cubicBezTo>
                      <a:pt x="28" y="31"/>
                      <a:pt x="31" y="37"/>
                      <a:pt x="26" y="43"/>
                    </a:cubicBezTo>
                    <a:cubicBezTo>
                      <a:pt x="24" y="45"/>
                      <a:pt x="21" y="47"/>
                      <a:pt x="18" y="47"/>
                    </a:cubicBezTo>
                    <a:cubicBezTo>
                      <a:pt x="16" y="47"/>
                      <a:pt x="14" y="46"/>
                      <a:pt x="12" y="44"/>
                    </a:cubicBezTo>
                    <a:cubicBezTo>
                      <a:pt x="7" y="40"/>
                      <a:pt x="8" y="35"/>
                      <a:pt x="11" y="29"/>
                    </a:cubicBezTo>
                    <a:cubicBezTo>
                      <a:pt x="7" y="26"/>
                      <a:pt x="7" y="26"/>
                      <a:pt x="7" y="26"/>
                    </a:cubicBezTo>
                    <a:cubicBezTo>
                      <a:pt x="0" y="33"/>
                      <a:pt x="1" y="41"/>
                      <a:pt x="9" y="48"/>
                    </a:cubicBezTo>
                    <a:cubicBezTo>
                      <a:pt x="12" y="51"/>
                      <a:pt x="15" y="52"/>
                      <a:pt x="19" y="52"/>
                    </a:cubicBezTo>
                    <a:cubicBezTo>
                      <a:pt x="23" y="52"/>
                      <a:pt x="27" y="50"/>
                      <a:pt x="30" y="46"/>
                    </a:cubicBezTo>
                    <a:cubicBezTo>
                      <a:pt x="37" y="38"/>
                      <a:pt x="34" y="30"/>
                      <a:pt x="30" y="22"/>
                    </a:cubicBezTo>
                    <a:cubicBezTo>
                      <a:pt x="28" y="17"/>
                      <a:pt x="27" y="13"/>
                      <a:pt x="30" y="9"/>
                    </a:cubicBezTo>
                    <a:cubicBezTo>
                      <a:pt x="32" y="7"/>
                      <a:pt x="34" y="6"/>
                      <a:pt x="36" y="6"/>
                    </a:cubicBezTo>
                    <a:cubicBezTo>
                      <a:pt x="38" y="6"/>
                      <a:pt x="40" y="6"/>
                      <a:pt x="41" y="8"/>
                    </a:cubicBezTo>
                    <a:cubicBezTo>
                      <a:pt x="46" y="12"/>
                      <a:pt x="46" y="17"/>
                      <a:pt x="42" y="22"/>
                    </a:cubicBezTo>
                    <a:cubicBezTo>
                      <a:pt x="46" y="25"/>
                      <a:pt x="46" y="25"/>
                      <a:pt x="46" y="25"/>
                    </a:cubicBezTo>
                    <a:cubicBezTo>
                      <a:pt x="52" y="18"/>
                      <a:pt x="52" y="10"/>
                      <a:pt x="45" y="4"/>
                    </a:cubicBezTo>
                    <a:cubicBezTo>
                      <a:pt x="42" y="2"/>
                      <a:pt x="39" y="0"/>
                      <a:pt x="36" y="0"/>
                    </a:cubicBezTo>
                  </a:path>
                </a:pathLst>
              </a:custGeom>
              <a:solidFill>
                <a:srgbClr val="95D5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507"/>
              <p:cNvSpPr>
                <a:spLocks/>
              </p:cNvSpPr>
              <p:nvPr/>
            </p:nvSpPr>
            <p:spPr bwMode="auto">
              <a:xfrm>
                <a:off x="4476750" y="1643063"/>
                <a:ext cx="187325" cy="225425"/>
              </a:xfrm>
              <a:custGeom>
                <a:avLst/>
                <a:gdLst>
                  <a:gd name="T0" fmla="*/ 46 w 50"/>
                  <a:gd name="T1" fmla="*/ 0 h 60"/>
                  <a:gd name="T2" fmla="*/ 35 w 50"/>
                  <a:gd name="T3" fmla="*/ 11 h 60"/>
                  <a:gd name="T4" fmla="*/ 32 w 50"/>
                  <a:gd name="T5" fmla="*/ 8 h 60"/>
                  <a:gd name="T6" fmla="*/ 29 w 50"/>
                  <a:gd name="T7" fmla="*/ 11 h 60"/>
                  <a:gd name="T8" fmla="*/ 32 w 50"/>
                  <a:gd name="T9" fmla="*/ 15 h 60"/>
                  <a:gd name="T10" fmla="*/ 4 w 50"/>
                  <a:gd name="T11" fmla="*/ 45 h 60"/>
                  <a:gd name="T12" fmla="*/ 3 w 50"/>
                  <a:gd name="T13" fmla="*/ 56 h 60"/>
                  <a:gd name="T14" fmla="*/ 8 w 50"/>
                  <a:gd name="T15" fmla="*/ 60 h 60"/>
                  <a:gd name="T16" fmla="*/ 11 w 50"/>
                  <a:gd name="T17" fmla="*/ 56 h 60"/>
                  <a:gd name="T18" fmla="*/ 9 w 50"/>
                  <a:gd name="T19" fmla="*/ 54 h 60"/>
                  <a:gd name="T20" fmla="*/ 8 w 50"/>
                  <a:gd name="T21" fmla="*/ 48 h 60"/>
                  <a:gd name="T22" fmla="*/ 36 w 50"/>
                  <a:gd name="T23" fmla="*/ 18 h 60"/>
                  <a:gd name="T24" fmla="*/ 42 w 50"/>
                  <a:gd name="T25" fmla="*/ 24 h 60"/>
                  <a:gd name="T26" fmla="*/ 45 w 50"/>
                  <a:gd name="T27" fmla="*/ 20 h 60"/>
                  <a:gd name="T28" fmla="*/ 40 w 50"/>
                  <a:gd name="T29" fmla="*/ 15 h 60"/>
                  <a:gd name="T30" fmla="*/ 50 w 50"/>
                  <a:gd name="T31" fmla="*/ 3 h 60"/>
                  <a:gd name="T32" fmla="*/ 46 w 50"/>
                  <a:gd name="T33"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0" h="60">
                    <a:moveTo>
                      <a:pt x="46" y="0"/>
                    </a:moveTo>
                    <a:cubicBezTo>
                      <a:pt x="35" y="11"/>
                      <a:pt x="35" y="11"/>
                      <a:pt x="35" y="11"/>
                    </a:cubicBezTo>
                    <a:cubicBezTo>
                      <a:pt x="32" y="8"/>
                      <a:pt x="32" y="8"/>
                      <a:pt x="32" y="8"/>
                    </a:cubicBezTo>
                    <a:cubicBezTo>
                      <a:pt x="29" y="11"/>
                      <a:pt x="29" y="11"/>
                      <a:pt x="29" y="11"/>
                    </a:cubicBezTo>
                    <a:cubicBezTo>
                      <a:pt x="32" y="15"/>
                      <a:pt x="32" y="15"/>
                      <a:pt x="32" y="15"/>
                    </a:cubicBezTo>
                    <a:cubicBezTo>
                      <a:pt x="4" y="45"/>
                      <a:pt x="4" y="45"/>
                      <a:pt x="4" y="45"/>
                    </a:cubicBezTo>
                    <a:cubicBezTo>
                      <a:pt x="0" y="49"/>
                      <a:pt x="0" y="53"/>
                      <a:pt x="3" y="56"/>
                    </a:cubicBezTo>
                    <a:cubicBezTo>
                      <a:pt x="5" y="58"/>
                      <a:pt x="6" y="59"/>
                      <a:pt x="8" y="60"/>
                    </a:cubicBezTo>
                    <a:cubicBezTo>
                      <a:pt x="11" y="56"/>
                      <a:pt x="11" y="56"/>
                      <a:pt x="11" y="56"/>
                    </a:cubicBezTo>
                    <a:cubicBezTo>
                      <a:pt x="10" y="56"/>
                      <a:pt x="9" y="55"/>
                      <a:pt x="9" y="54"/>
                    </a:cubicBezTo>
                    <a:cubicBezTo>
                      <a:pt x="6" y="52"/>
                      <a:pt x="6" y="50"/>
                      <a:pt x="8" y="48"/>
                    </a:cubicBezTo>
                    <a:cubicBezTo>
                      <a:pt x="36" y="18"/>
                      <a:pt x="36" y="18"/>
                      <a:pt x="36" y="18"/>
                    </a:cubicBezTo>
                    <a:cubicBezTo>
                      <a:pt x="42" y="24"/>
                      <a:pt x="42" y="24"/>
                      <a:pt x="42" y="24"/>
                    </a:cubicBezTo>
                    <a:cubicBezTo>
                      <a:pt x="45" y="20"/>
                      <a:pt x="45" y="20"/>
                      <a:pt x="45" y="20"/>
                    </a:cubicBezTo>
                    <a:cubicBezTo>
                      <a:pt x="40" y="15"/>
                      <a:pt x="40" y="15"/>
                      <a:pt x="40" y="15"/>
                    </a:cubicBezTo>
                    <a:cubicBezTo>
                      <a:pt x="50" y="3"/>
                      <a:pt x="50" y="3"/>
                      <a:pt x="50" y="3"/>
                    </a:cubicBezTo>
                    <a:cubicBezTo>
                      <a:pt x="46" y="0"/>
                      <a:pt x="46" y="0"/>
                      <a:pt x="46" y="0"/>
                    </a:cubicBezTo>
                  </a:path>
                </a:pathLst>
              </a:custGeom>
              <a:solidFill>
                <a:srgbClr val="95D5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508"/>
              <p:cNvSpPr>
                <a:spLocks noEditPoints="1"/>
              </p:cNvSpPr>
              <p:nvPr/>
            </p:nvSpPr>
            <p:spPr bwMode="auto">
              <a:xfrm>
                <a:off x="4510088" y="1752600"/>
                <a:ext cx="222250" cy="179387"/>
              </a:xfrm>
              <a:custGeom>
                <a:avLst/>
                <a:gdLst>
                  <a:gd name="T0" fmla="*/ 41 w 59"/>
                  <a:gd name="T1" fmla="*/ 27 h 48"/>
                  <a:gd name="T2" fmla="*/ 27 w 59"/>
                  <a:gd name="T3" fmla="*/ 13 h 48"/>
                  <a:gd name="T4" fmla="*/ 42 w 59"/>
                  <a:gd name="T5" fmla="*/ 5 h 48"/>
                  <a:gd name="T6" fmla="*/ 47 w 59"/>
                  <a:gd name="T7" fmla="*/ 7 h 48"/>
                  <a:gd name="T8" fmla="*/ 41 w 59"/>
                  <a:gd name="T9" fmla="*/ 27 h 48"/>
                  <a:gd name="T10" fmla="*/ 41 w 59"/>
                  <a:gd name="T11" fmla="*/ 0 h 48"/>
                  <a:gd name="T12" fmla="*/ 19 w 59"/>
                  <a:gd name="T13" fmla="*/ 12 h 48"/>
                  <a:gd name="T14" fmla="*/ 10 w 59"/>
                  <a:gd name="T15" fmla="*/ 43 h 48"/>
                  <a:gd name="T16" fmla="*/ 20 w 59"/>
                  <a:gd name="T17" fmla="*/ 48 h 48"/>
                  <a:gd name="T18" fmla="*/ 34 w 59"/>
                  <a:gd name="T19" fmla="*/ 41 h 48"/>
                  <a:gd name="T20" fmla="*/ 30 w 59"/>
                  <a:gd name="T21" fmla="*/ 37 h 48"/>
                  <a:gd name="T22" fmla="*/ 19 w 59"/>
                  <a:gd name="T23" fmla="*/ 43 h 48"/>
                  <a:gd name="T24" fmla="*/ 14 w 59"/>
                  <a:gd name="T25" fmla="*/ 40 h 48"/>
                  <a:gd name="T26" fmla="*/ 24 w 59"/>
                  <a:gd name="T27" fmla="*/ 16 h 48"/>
                  <a:gd name="T28" fmla="*/ 41 w 59"/>
                  <a:gd name="T29" fmla="*/ 35 h 48"/>
                  <a:gd name="T30" fmla="*/ 45 w 59"/>
                  <a:gd name="T31" fmla="*/ 31 h 48"/>
                  <a:gd name="T32" fmla="*/ 51 w 59"/>
                  <a:gd name="T33" fmla="*/ 4 h 48"/>
                  <a:gd name="T34" fmla="*/ 41 w 59"/>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 h="48">
                    <a:moveTo>
                      <a:pt x="41" y="27"/>
                    </a:moveTo>
                    <a:cubicBezTo>
                      <a:pt x="27" y="13"/>
                      <a:pt x="27" y="13"/>
                      <a:pt x="27" y="13"/>
                    </a:cubicBezTo>
                    <a:cubicBezTo>
                      <a:pt x="31" y="10"/>
                      <a:pt x="36" y="5"/>
                      <a:pt x="42" y="5"/>
                    </a:cubicBezTo>
                    <a:cubicBezTo>
                      <a:pt x="44" y="5"/>
                      <a:pt x="45" y="6"/>
                      <a:pt x="47" y="7"/>
                    </a:cubicBezTo>
                    <a:cubicBezTo>
                      <a:pt x="53" y="14"/>
                      <a:pt x="46" y="22"/>
                      <a:pt x="41" y="27"/>
                    </a:cubicBezTo>
                    <a:moveTo>
                      <a:pt x="41" y="0"/>
                    </a:moveTo>
                    <a:cubicBezTo>
                      <a:pt x="33" y="0"/>
                      <a:pt x="25" y="7"/>
                      <a:pt x="19" y="12"/>
                    </a:cubicBezTo>
                    <a:cubicBezTo>
                      <a:pt x="11" y="20"/>
                      <a:pt x="0" y="32"/>
                      <a:pt x="10" y="43"/>
                    </a:cubicBezTo>
                    <a:cubicBezTo>
                      <a:pt x="13" y="46"/>
                      <a:pt x="17" y="48"/>
                      <a:pt x="20" y="48"/>
                    </a:cubicBezTo>
                    <a:cubicBezTo>
                      <a:pt x="25" y="48"/>
                      <a:pt x="30" y="45"/>
                      <a:pt x="34" y="41"/>
                    </a:cubicBezTo>
                    <a:cubicBezTo>
                      <a:pt x="30" y="37"/>
                      <a:pt x="30" y="37"/>
                      <a:pt x="30" y="37"/>
                    </a:cubicBezTo>
                    <a:cubicBezTo>
                      <a:pt x="27" y="40"/>
                      <a:pt x="23" y="43"/>
                      <a:pt x="19" y="43"/>
                    </a:cubicBezTo>
                    <a:cubicBezTo>
                      <a:pt x="18" y="43"/>
                      <a:pt x="16" y="42"/>
                      <a:pt x="14" y="40"/>
                    </a:cubicBezTo>
                    <a:cubicBezTo>
                      <a:pt x="7" y="33"/>
                      <a:pt x="14" y="25"/>
                      <a:pt x="24" y="16"/>
                    </a:cubicBezTo>
                    <a:cubicBezTo>
                      <a:pt x="41" y="35"/>
                      <a:pt x="41" y="35"/>
                      <a:pt x="41" y="35"/>
                    </a:cubicBezTo>
                    <a:cubicBezTo>
                      <a:pt x="45" y="31"/>
                      <a:pt x="45" y="31"/>
                      <a:pt x="45" y="31"/>
                    </a:cubicBezTo>
                    <a:cubicBezTo>
                      <a:pt x="52" y="24"/>
                      <a:pt x="59" y="13"/>
                      <a:pt x="51" y="4"/>
                    </a:cubicBezTo>
                    <a:cubicBezTo>
                      <a:pt x="48" y="1"/>
                      <a:pt x="45" y="0"/>
                      <a:pt x="41" y="0"/>
                    </a:cubicBezTo>
                  </a:path>
                </a:pathLst>
              </a:custGeom>
              <a:solidFill>
                <a:srgbClr val="95D5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509"/>
              <p:cNvSpPr>
                <a:spLocks noEditPoints="1"/>
              </p:cNvSpPr>
              <p:nvPr/>
            </p:nvSpPr>
            <p:spPr bwMode="auto">
              <a:xfrm>
                <a:off x="4556125" y="1846263"/>
                <a:ext cx="288925" cy="198437"/>
              </a:xfrm>
              <a:custGeom>
                <a:avLst/>
                <a:gdLst>
                  <a:gd name="T0" fmla="*/ 34 w 77"/>
                  <a:gd name="T1" fmla="*/ 47 h 53"/>
                  <a:gd name="T2" fmla="*/ 27 w 77"/>
                  <a:gd name="T3" fmla="*/ 44 h 53"/>
                  <a:gd name="T4" fmla="*/ 39 w 77"/>
                  <a:gd name="T5" fmla="*/ 20 h 53"/>
                  <a:gd name="T6" fmla="*/ 57 w 77"/>
                  <a:gd name="T7" fmla="*/ 11 h 53"/>
                  <a:gd name="T8" fmla="*/ 64 w 77"/>
                  <a:gd name="T9" fmla="*/ 15 h 53"/>
                  <a:gd name="T10" fmla="*/ 53 w 77"/>
                  <a:gd name="T11" fmla="*/ 37 h 53"/>
                  <a:gd name="T12" fmla="*/ 34 w 77"/>
                  <a:gd name="T13" fmla="*/ 47 h 53"/>
                  <a:gd name="T14" fmla="*/ 56 w 77"/>
                  <a:gd name="T15" fmla="*/ 0 h 53"/>
                  <a:gd name="T16" fmla="*/ 0 w 77"/>
                  <a:gd name="T17" fmla="*/ 45 h 53"/>
                  <a:gd name="T18" fmla="*/ 3 w 77"/>
                  <a:gd name="T19" fmla="*/ 50 h 53"/>
                  <a:gd name="T20" fmla="*/ 21 w 77"/>
                  <a:gd name="T21" fmla="*/ 35 h 53"/>
                  <a:gd name="T22" fmla="*/ 24 w 77"/>
                  <a:gd name="T23" fmla="*/ 48 h 53"/>
                  <a:gd name="T24" fmla="*/ 34 w 77"/>
                  <a:gd name="T25" fmla="*/ 53 h 53"/>
                  <a:gd name="T26" fmla="*/ 57 w 77"/>
                  <a:gd name="T27" fmla="*/ 41 h 53"/>
                  <a:gd name="T28" fmla="*/ 67 w 77"/>
                  <a:gd name="T29" fmla="*/ 12 h 53"/>
                  <a:gd name="T30" fmla="*/ 58 w 77"/>
                  <a:gd name="T31" fmla="*/ 7 h 53"/>
                  <a:gd name="T32" fmla="*/ 56 w 77"/>
                  <a:gd name="T33" fmla="*/ 7 h 53"/>
                  <a:gd name="T34" fmla="*/ 56 w 77"/>
                  <a:gd name="T35" fmla="*/ 7 h 53"/>
                  <a:gd name="T36" fmla="*/ 59 w 77"/>
                  <a:gd name="T37" fmla="*/ 4 h 53"/>
                  <a:gd name="T38" fmla="*/ 56 w 77"/>
                  <a:gd name="T3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7" h="53">
                    <a:moveTo>
                      <a:pt x="34" y="47"/>
                    </a:moveTo>
                    <a:cubicBezTo>
                      <a:pt x="31" y="47"/>
                      <a:pt x="29" y="46"/>
                      <a:pt x="27" y="44"/>
                    </a:cubicBezTo>
                    <a:cubicBezTo>
                      <a:pt x="21" y="36"/>
                      <a:pt x="31" y="27"/>
                      <a:pt x="39" y="20"/>
                    </a:cubicBezTo>
                    <a:cubicBezTo>
                      <a:pt x="44" y="17"/>
                      <a:pt x="51" y="11"/>
                      <a:pt x="57" y="11"/>
                    </a:cubicBezTo>
                    <a:cubicBezTo>
                      <a:pt x="59" y="11"/>
                      <a:pt x="62" y="12"/>
                      <a:pt x="64" y="15"/>
                    </a:cubicBezTo>
                    <a:cubicBezTo>
                      <a:pt x="70" y="22"/>
                      <a:pt x="60" y="32"/>
                      <a:pt x="53" y="37"/>
                    </a:cubicBezTo>
                    <a:cubicBezTo>
                      <a:pt x="46" y="43"/>
                      <a:pt x="40" y="47"/>
                      <a:pt x="34" y="47"/>
                    </a:cubicBezTo>
                    <a:moveTo>
                      <a:pt x="56" y="0"/>
                    </a:moveTo>
                    <a:cubicBezTo>
                      <a:pt x="0" y="45"/>
                      <a:pt x="0" y="45"/>
                      <a:pt x="0" y="45"/>
                    </a:cubicBezTo>
                    <a:cubicBezTo>
                      <a:pt x="3" y="50"/>
                      <a:pt x="3" y="50"/>
                      <a:pt x="3" y="50"/>
                    </a:cubicBezTo>
                    <a:cubicBezTo>
                      <a:pt x="21" y="35"/>
                      <a:pt x="21" y="35"/>
                      <a:pt x="21" y="35"/>
                    </a:cubicBezTo>
                    <a:cubicBezTo>
                      <a:pt x="20" y="40"/>
                      <a:pt x="21" y="44"/>
                      <a:pt x="24" y="48"/>
                    </a:cubicBezTo>
                    <a:cubicBezTo>
                      <a:pt x="27" y="51"/>
                      <a:pt x="31" y="53"/>
                      <a:pt x="34" y="53"/>
                    </a:cubicBezTo>
                    <a:cubicBezTo>
                      <a:pt x="42" y="53"/>
                      <a:pt x="50" y="47"/>
                      <a:pt x="57" y="41"/>
                    </a:cubicBezTo>
                    <a:cubicBezTo>
                      <a:pt x="66" y="34"/>
                      <a:pt x="77" y="23"/>
                      <a:pt x="67" y="12"/>
                    </a:cubicBezTo>
                    <a:cubicBezTo>
                      <a:pt x="65" y="8"/>
                      <a:pt x="61" y="7"/>
                      <a:pt x="58" y="7"/>
                    </a:cubicBezTo>
                    <a:cubicBezTo>
                      <a:pt x="57" y="7"/>
                      <a:pt x="56" y="7"/>
                      <a:pt x="56" y="7"/>
                    </a:cubicBezTo>
                    <a:cubicBezTo>
                      <a:pt x="56" y="7"/>
                      <a:pt x="56" y="7"/>
                      <a:pt x="56" y="7"/>
                    </a:cubicBezTo>
                    <a:cubicBezTo>
                      <a:pt x="59" y="4"/>
                      <a:pt x="59" y="4"/>
                      <a:pt x="59" y="4"/>
                    </a:cubicBezTo>
                    <a:cubicBezTo>
                      <a:pt x="56" y="0"/>
                      <a:pt x="56" y="0"/>
                      <a:pt x="56" y="0"/>
                    </a:cubicBezTo>
                  </a:path>
                </a:pathLst>
              </a:custGeom>
              <a:solidFill>
                <a:srgbClr val="95D5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7" name="组合 36"/>
            <p:cNvGrpSpPr/>
            <p:nvPr/>
          </p:nvGrpSpPr>
          <p:grpSpPr>
            <a:xfrm>
              <a:off x="2611439" y="3545682"/>
              <a:ext cx="976313" cy="781050"/>
              <a:chOff x="1055688" y="4010025"/>
              <a:chExt cx="976313" cy="781050"/>
            </a:xfrm>
          </p:grpSpPr>
          <p:sp>
            <p:nvSpPr>
              <p:cNvPr id="38" name="Freeform 489"/>
              <p:cNvSpPr>
                <a:spLocks/>
              </p:cNvSpPr>
              <p:nvPr/>
            </p:nvSpPr>
            <p:spPr bwMode="auto">
              <a:xfrm>
                <a:off x="1055688" y="4010025"/>
                <a:ext cx="592138" cy="500062"/>
              </a:xfrm>
              <a:custGeom>
                <a:avLst/>
                <a:gdLst>
                  <a:gd name="T0" fmla="*/ 158 w 158"/>
                  <a:gd name="T1" fmla="*/ 61 h 133"/>
                  <a:gd name="T2" fmla="*/ 139 w 158"/>
                  <a:gd name="T3" fmla="*/ 72 h 133"/>
                  <a:gd name="T4" fmla="*/ 115 w 158"/>
                  <a:gd name="T5" fmla="*/ 31 h 133"/>
                  <a:gd name="T6" fmla="*/ 87 w 158"/>
                  <a:gd name="T7" fmla="*/ 45 h 133"/>
                  <a:gd name="T8" fmla="*/ 105 w 158"/>
                  <a:gd name="T9" fmla="*/ 58 h 133"/>
                  <a:gd name="T10" fmla="*/ 87 w 158"/>
                  <a:gd name="T11" fmla="*/ 109 h 133"/>
                  <a:gd name="T12" fmla="*/ 74 w 158"/>
                  <a:gd name="T13" fmla="*/ 116 h 133"/>
                  <a:gd name="T14" fmla="*/ 13 w 158"/>
                  <a:gd name="T15" fmla="*/ 106 h 133"/>
                  <a:gd name="T16" fmla="*/ 28 w 158"/>
                  <a:gd name="T17" fmla="*/ 49 h 133"/>
                  <a:gd name="T18" fmla="*/ 33 w 158"/>
                  <a:gd name="T19" fmla="*/ 46 h 133"/>
                  <a:gd name="T20" fmla="*/ 46 w 158"/>
                  <a:gd name="T21" fmla="*/ 68 h 133"/>
                  <a:gd name="T22" fmla="*/ 31 w 158"/>
                  <a:gd name="T23" fmla="*/ 94 h 133"/>
                  <a:gd name="T24" fmla="*/ 60 w 158"/>
                  <a:gd name="T25" fmla="*/ 95 h 133"/>
                  <a:gd name="T26" fmla="*/ 73 w 158"/>
                  <a:gd name="T27" fmla="*/ 87 h 133"/>
                  <a:gd name="T28" fmla="*/ 83 w 158"/>
                  <a:gd name="T29" fmla="*/ 63 h 133"/>
                  <a:gd name="T30" fmla="*/ 68 w 158"/>
                  <a:gd name="T31" fmla="*/ 57 h 133"/>
                  <a:gd name="T32" fmla="*/ 55 w 158"/>
                  <a:gd name="T33" fmla="*/ 36 h 133"/>
                  <a:gd name="T34" fmla="*/ 122 w 158"/>
                  <a:gd name="T35" fmla="*/ 0 h 133"/>
                  <a:gd name="T36" fmla="*/ 158 w 158"/>
                  <a:gd name="T37" fmla="*/ 61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8" h="133">
                    <a:moveTo>
                      <a:pt x="158" y="61"/>
                    </a:moveTo>
                    <a:cubicBezTo>
                      <a:pt x="139" y="72"/>
                      <a:pt x="139" y="72"/>
                      <a:pt x="139" y="72"/>
                    </a:cubicBezTo>
                    <a:cubicBezTo>
                      <a:pt x="115" y="31"/>
                      <a:pt x="115" y="31"/>
                      <a:pt x="115" y="31"/>
                    </a:cubicBezTo>
                    <a:cubicBezTo>
                      <a:pt x="87" y="45"/>
                      <a:pt x="87" y="45"/>
                      <a:pt x="87" y="45"/>
                    </a:cubicBezTo>
                    <a:cubicBezTo>
                      <a:pt x="96" y="47"/>
                      <a:pt x="102" y="51"/>
                      <a:pt x="105" y="58"/>
                    </a:cubicBezTo>
                    <a:cubicBezTo>
                      <a:pt x="117" y="78"/>
                      <a:pt x="109" y="96"/>
                      <a:pt x="87" y="109"/>
                    </a:cubicBezTo>
                    <a:cubicBezTo>
                      <a:pt x="74" y="116"/>
                      <a:pt x="74" y="116"/>
                      <a:pt x="74" y="116"/>
                    </a:cubicBezTo>
                    <a:cubicBezTo>
                      <a:pt x="46" y="133"/>
                      <a:pt x="27" y="130"/>
                      <a:pt x="13" y="106"/>
                    </a:cubicBezTo>
                    <a:cubicBezTo>
                      <a:pt x="0" y="83"/>
                      <a:pt x="5" y="63"/>
                      <a:pt x="28" y="49"/>
                    </a:cubicBezTo>
                    <a:cubicBezTo>
                      <a:pt x="33" y="46"/>
                      <a:pt x="33" y="46"/>
                      <a:pt x="33" y="46"/>
                    </a:cubicBezTo>
                    <a:cubicBezTo>
                      <a:pt x="46" y="68"/>
                      <a:pt x="46" y="68"/>
                      <a:pt x="46" y="68"/>
                    </a:cubicBezTo>
                    <a:cubicBezTo>
                      <a:pt x="28" y="79"/>
                      <a:pt x="27" y="85"/>
                      <a:pt x="31" y="94"/>
                    </a:cubicBezTo>
                    <a:cubicBezTo>
                      <a:pt x="37" y="103"/>
                      <a:pt x="43" y="104"/>
                      <a:pt x="60" y="95"/>
                    </a:cubicBezTo>
                    <a:cubicBezTo>
                      <a:pt x="73" y="87"/>
                      <a:pt x="73" y="87"/>
                      <a:pt x="73" y="87"/>
                    </a:cubicBezTo>
                    <a:cubicBezTo>
                      <a:pt x="85" y="80"/>
                      <a:pt x="88" y="72"/>
                      <a:pt x="83" y="63"/>
                    </a:cubicBezTo>
                    <a:cubicBezTo>
                      <a:pt x="80" y="58"/>
                      <a:pt x="74" y="56"/>
                      <a:pt x="68" y="57"/>
                    </a:cubicBezTo>
                    <a:cubicBezTo>
                      <a:pt x="55" y="36"/>
                      <a:pt x="55" y="36"/>
                      <a:pt x="55" y="36"/>
                    </a:cubicBezTo>
                    <a:cubicBezTo>
                      <a:pt x="122" y="0"/>
                      <a:pt x="122" y="0"/>
                      <a:pt x="122" y="0"/>
                    </a:cubicBezTo>
                    <a:lnTo>
                      <a:pt x="158" y="6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510"/>
              <p:cNvSpPr>
                <a:spLocks/>
              </p:cNvSpPr>
              <p:nvPr/>
            </p:nvSpPr>
            <p:spPr bwMode="auto">
              <a:xfrm>
                <a:off x="1562100" y="4340225"/>
                <a:ext cx="209550" cy="180975"/>
              </a:xfrm>
              <a:custGeom>
                <a:avLst/>
                <a:gdLst>
                  <a:gd name="T0" fmla="*/ 40 w 56"/>
                  <a:gd name="T1" fmla="*/ 0 h 48"/>
                  <a:gd name="T2" fmla="*/ 31 w 56"/>
                  <a:gd name="T3" fmla="*/ 4 h 48"/>
                  <a:gd name="T4" fmla="*/ 27 w 56"/>
                  <a:gd name="T5" fmla="*/ 23 h 48"/>
                  <a:gd name="T6" fmla="*/ 25 w 56"/>
                  <a:gd name="T7" fmla="*/ 40 h 48"/>
                  <a:gd name="T8" fmla="*/ 18 w 56"/>
                  <a:gd name="T9" fmla="*/ 42 h 48"/>
                  <a:gd name="T10" fmla="*/ 11 w 56"/>
                  <a:gd name="T11" fmla="*/ 39 h 48"/>
                  <a:gd name="T12" fmla="*/ 13 w 56"/>
                  <a:gd name="T13" fmla="*/ 24 h 48"/>
                  <a:gd name="T14" fmla="*/ 9 w 56"/>
                  <a:gd name="T15" fmla="*/ 20 h 48"/>
                  <a:gd name="T16" fmla="*/ 7 w 56"/>
                  <a:gd name="T17" fmla="*/ 42 h 48"/>
                  <a:gd name="T18" fmla="*/ 18 w 56"/>
                  <a:gd name="T19" fmla="*/ 48 h 48"/>
                  <a:gd name="T20" fmla="*/ 28 w 56"/>
                  <a:gd name="T21" fmla="*/ 44 h 48"/>
                  <a:gd name="T22" fmla="*/ 33 w 56"/>
                  <a:gd name="T23" fmla="*/ 20 h 48"/>
                  <a:gd name="T24" fmla="*/ 35 w 56"/>
                  <a:gd name="T25" fmla="*/ 8 h 48"/>
                  <a:gd name="T26" fmla="*/ 41 w 56"/>
                  <a:gd name="T27" fmla="*/ 5 h 48"/>
                  <a:gd name="T28" fmla="*/ 46 w 56"/>
                  <a:gd name="T29" fmla="*/ 9 h 48"/>
                  <a:gd name="T30" fmla="*/ 44 w 56"/>
                  <a:gd name="T31" fmla="*/ 22 h 48"/>
                  <a:gd name="T32" fmla="*/ 48 w 56"/>
                  <a:gd name="T33" fmla="*/ 27 h 48"/>
                  <a:gd name="T34" fmla="*/ 50 w 56"/>
                  <a:gd name="T35" fmla="*/ 6 h 48"/>
                  <a:gd name="T36" fmla="*/ 40 w 56"/>
                  <a:gd name="T3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6" h="48">
                    <a:moveTo>
                      <a:pt x="40" y="0"/>
                    </a:moveTo>
                    <a:cubicBezTo>
                      <a:pt x="37" y="0"/>
                      <a:pt x="34" y="1"/>
                      <a:pt x="31" y="4"/>
                    </a:cubicBezTo>
                    <a:cubicBezTo>
                      <a:pt x="25" y="9"/>
                      <a:pt x="26" y="17"/>
                      <a:pt x="27" y="23"/>
                    </a:cubicBezTo>
                    <a:cubicBezTo>
                      <a:pt x="29" y="28"/>
                      <a:pt x="30" y="35"/>
                      <a:pt x="25" y="40"/>
                    </a:cubicBezTo>
                    <a:cubicBezTo>
                      <a:pt x="23" y="42"/>
                      <a:pt x="20" y="42"/>
                      <a:pt x="18" y="42"/>
                    </a:cubicBezTo>
                    <a:cubicBezTo>
                      <a:pt x="15" y="42"/>
                      <a:pt x="13" y="41"/>
                      <a:pt x="11" y="39"/>
                    </a:cubicBezTo>
                    <a:cubicBezTo>
                      <a:pt x="7" y="34"/>
                      <a:pt x="8" y="29"/>
                      <a:pt x="13" y="24"/>
                    </a:cubicBezTo>
                    <a:cubicBezTo>
                      <a:pt x="9" y="20"/>
                      <a:pt x="9" y="20"/>
                      <a:pt x="9" y="20"/>
                    </a:cubicBezTo>
                    <a:cubicBezTo>
                      <a:pt x="2" y="26"/>
                      <a:pt x="0" y="34"/>
                      <a:pt x="7" y="42"/>
                    </a:cubicBezTo>
                    <a:cubicBezTo>
                      <a:pt x="10" y="46"/>
                      <a:pt x="14" y="48"/>
                      <a:pt x="18" y="48"/>
                    </a:cubicBezTo>
                    <a:cubicBezTo>
                      <a:pt x="22" y="48"/>
                      <a:pt x="25" y="47"/>
                      <a:pt x="28" y="44"/>
                    </a:cubicBezTo>
                    <a:cubicBezTo>
                      <a:pt x="37" y="37"/>
                      <a:pt x="35" y="29"/>
                      <a:pt x="33" y="20"/>
                    </a:cubicBezTo>
                    <a:cubicBezTo>
                      <a:pt x="32" y="15"/>
                      <a:pt x="31" y="11"/>
                      <a:pt x="35" y="8"/>
                    </a:cubicBezTo>
                    <a:cubicBezTo>
                      <a:pt x="37" y="6"/>
                      <a:pt x="39" y="5"/>
                      <a:pt x="41" y="5"/>
                    </a:cubicBezTo>
                    <a:cubicBezTo>
                      <a:pt x="43" y="5"/>
                      <a:pt x="45" y="6"/>
                      <a:pt x="46" y="9"/>
                    </a:cubicBezTo>
                    <a:cubicBezTo>
                      <a:pt x="50" y="13"/>
                      <a:pt x="49" y="19"/>
                      <a:pt x="44" y="22"/>
                    </a:cubicBezTo>
                    <a:cubicBezTo>
                      <a:pt x="48" y="27"/>
                      <a:pt x="48" y="27"/>
                      <a:pt x="48" y="27"/>
                    </a:cubicBezTo>
                    <a:cubicBezTo>
                      <a:pt x="55" y="21"/>
                      <a:pt x="56" y="13"/>
                      <a:pt x="50" y="6"/>
                    </a:cubicBezTo>
                    <a:cubicBezTo>
                      <a:pt x="47" y="2"/>
                      <a:pt x="44" y="0"/>
                      <a:pt x="40" y="0"/>
                    </a:cubicBezTo>
                  </a:path>
                </a:pathLst>
              </a:custGeom>
              <a:solidFill>
                <a:srgbClr val="F597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511"/>
              <p:cNvSpPr>
                <a:spLocks/>
              </p:cNvSpPr>
              <p:nvPr/>
            </p:nvSpPr>
            <p:spPr bwMode="auto">
              <a:xfrm>
                <a:off x="1655763" y="4389438"/>
                <a:ext cx="203200" cy="214312"/>
              </a:xfrm>
              <a:custGeom>
                <a:avLst/>
                <a:gdLst>
                  <a:gd name="T0" fmla="*/ 50 w 54"/>
                  <a:gd name="T1" fmla="*/ 0 h 57"/>
                  <a:gd name="T2" fmla="*/ 38 w 54"/>
                  <a:gd name="T3" fmla="*/ 10 h 57"/>
                  <a:gd name="T4" fmla="*/ 35 w 54"/>
                  <a:gd name="T5" fmla="*/ 7 h 57"/>
                  <a:gd name="T6" fmla="*/ 32 w 54"/>
                  <a:gd name="T7" fmla="*/ 10 h 57"/>
                  <a:gd name="T8" fmla="*/ 35 w 54"/>
                  <a:gd name="T9" fmla="*/ 14 h 57"/>
                  <a:gd name="T10" fmla="*/ 4 w 54"/>
                  <a:gd name="T11" fmla="*/ 42 h 57"/>
                  <a:gd name="T12" fmla="*/ 3 w 54"/>
                  <a:gd name="T13" fmla="*/ 53 h 57"/>
                  <a:gd name="T14" fmla="*/ 7 w 54"/>
                  <a:gd name="T15" fmla="*/ 57 h 57"/>
                  <a:gd name="T16" fmla="*/ 10 w 54"/>
                  <a:gd name="T17" fmla="*/ 53 h 57"/>
                  <a:gd name="T18" fmla="*/ 8 w 54"/>
                  <a:gd name="T19" fmla="*/ 52 h 57"/>
                  <a:gd name="T20" fmla="*/ 9 w 54"/>
                  <a:gd name="T21" fmla="*/ 45 h 57"/>
                  <a:gd name="T22" fmla="*/ 38 w 54"/>
                  <a:gd name="T23" fmla="*/ 18 h 57"/>
                  <a:gd name="T24" fmla="*/ 44 w 54"/>
                  <a:gd name="T25" fmla="*/ 24 h 57"/>
                  <a:gd name="T26" fmla="*/ 47 w 54"/>
                  <a:gd name="T27" fmla="*/ 20 h 57"/>
                  <a:gd name="T28" fmla="*/ 42 w 54"/>
                  <a:gd name="T29" fmla="*/ 15 h 57"/>
                  <a:gd name="T30" fmla="*/ 54 w 54"/>
                  <a:gd name="T31" fmla="*/ 4 h 57"/>
                  <a:gd name="T32" fmla="*/ 50 w 54"/>
                  <a:gd name="T33"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 h="57">
                    <a:moveTo>
                      <a:pt x="50" y="0"/>
                    </a:moveTo>
                    <a:cubicBezTo>
                      <a:pt x="38" y="10"/>
                      <a:pt x="38" y="10"/>
                      <a:pt x="38" y="10"/>
                    </a:cubicBezTo>
                    <a:cubicBezTo>
                      <a:pt x="35" y="7"/>
                      <a:pt x="35" y="7"/>
                      <a:pt x="35" y="7"/>
                    </a:cubicBezTo>
                    <a:cubicBezTo>
                      <a:pt x="32" y="10"/>
                      <a:pt x="32" y="10"/>
                      <a:pt x="32" y="10"/>
                    </a:cubicBezTo>
                    <a:cubicBezTo>
                      <a:pt x="35" y="14"/>
                      <a:pt x="35" y="14"/>
                      <a:pt x="35" y="14"/>
                    </a:cubicBezTo>
                    <a:cubicBezTo>
                      <a:pt x="4" y="42"/>
                      <a:pt x="4" y="42"/>
                      <a:pt x="4" y="42"/>
                    </a:cubicBezTo>
                    <a:cubicBezTo>
                      <a:pt x="0" y="45"/>
                      <a:pt x="0" y="50"/>
                      <a:pt x="3" y="53"/>
                    </a:cubicBezTo>
                    <a:cubicBezTo>
                      <a:pt x="4" y="54"/>
                      <a:pt x="6" y="56"/>
                      <a:pt x="7" y="57"/>
                    </a:cubicBezTo>
                    <a:cubicBezTo>
                      <a:pt x="10" y="53"/>
                      <a:pt x="10" y="53"/>
                      <a:pt x="10" y="53"/>
                    </a:cubicBezTo>
                    <a:cubicBezTo>
                      <a:pt x="10" y="53"/>
                      <a:pt x="9" y="52"/>
                      <a:pt x="8" y="52"/>
                    </a:cubicBezTo>
                    <a:cubicBezTo>
                      <a:pt x="6" y="49"/>
                      <a:pt x="6" y="47"/>
                      <a:pt x="9" y="45"/>
                    </a:cubicBezTo>
                    <a:cubicBezTo>
                      <a:pt x="38" y="18"/>
                      <a:pt x="38" y="18"/>
                      <a:pt x="38" y="18"/>
                    </a:cubicBezTo>
                    <a:cubicBezTo>
                      <a:pt x="44" y="24"/>
                      <a:pt x="44" y="24"/>
                      <a:pt x="44" y="24"/>
                    </a:cubicBezTo>
                    <a:cubicBezTo>
                      <a:pt x="47" y="20"/>
                      <a:pt x="47" y="20"/>
                      <a:pt x="47" y="20"/>
                    </a:cubicBezTo>
                    <a:cubicBezTo>
                      <a:pt x="42" y="15"/>
                      <a:pt x="42" y="15"/>
                      <a:pt x="42" y="15"/>
                    </a:cubicBezTo>
                    <a:cubicBezTo>
                      <a:pt x="54" y="4"/>
                      <a:pt x="54" y="4"/>
                      <a:pt x="54" y="4"/>
                    </a:cubicBezTo>
                    <a:cubicBezTo>
                      <a:pt x="50" y="0"/>
                      <a:pt x="50" y="0"/>
                      <a:pt x="50" y="0"/>
                    </a:cubicBezTo>
                  </a:path>
                </a:pathLst>
              </a:custGeom>
              <a:solidFill>
                <a:srgbClr val="F597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512"/>
              <p:cNvSpPr>
                <a:spLocks noEditPoints="1"/>
              </p:cNvSpPr>
              <p:nvPr/>
            </p:nvSpPr>
            <p:spPr bwMode="auto">
              <a:xfrm>
                <a:off x="1689100" y="4491038"/>
                <a:ext cx="225425" cy="184150"/>
              </a:xfrm>
              <a:custGeom>
                <a:avLst/>
                <a:gdLst>
                  <a:gd name="T0" fmla="*/ 41 w 60"/>
                  <a:gd name="T1" fmla="*/ 27 h 49"/>
                  <a:gd name="T2" fmla="*/ 28 w 60"/>
                  <a:gd name="T3" fmla="*/ 14 h 49"/>
                  <a:gd name="T4" fmla="*/ 42 w 60"/>
                  <a:gd name="T5" fmla="*/ 5 h 49"/>
                  <a:gd name="T6" fmla="*/ 47 w 60"/>
                  <a:gd name="T7" fmla="*/ 8 h 49"/>
                  <a:gd name="T8" fmla="*/ 41 w 60"/>
                  <a:gd name="T9" fmla="*/ 27 h 49"/>
                  <a:gd name="T10" fmla="*/ 42 w 60"/>
                  <a:gd name="T11" fmla="*/ 0 h 49"/>
                  <a:gd name="T12" fmla="*/ 20 w 60"/>
                  <a:gd name="T13" fmla="*/ 13 h 49"/>
                  <a:gd name="T14" fmla="*/ 11 w 60"/>
                  <a:gd name="T15" fmla="*/ 44 h 49"/>
                  <a:gd name="T16" fmla="*/ 21 w 60"/>
                  <a:gd name="T17" fmla="*/ 49 h 49"/>
                  <a:gd name="T18" fmla="*/ 35 w 60"/>
                  <a:gd name="T19" fmla="*/ 42 h 49"/>
                  <a:gd name="T20" fmla="*/ 31 w 60"/>
                  <a:gd name="T21" fmla="*/ 38 h 49"/>
                  <a:gd name="T22" fmla="*/ 20 w 60"/>
                  <a:gd name="T23" fmla="*/ 44 h 49"/>
                  <a:gd name="T24" fmla="*/ 15 w 60"/>
                  <a:gd name="T25" fmla="*/ 41 h 49"/>
                  <a:gd name="T26" fmla="*/ 24 w 60"/>
                  <a:gd name="T27" fmla="*/ 17 h 49"/>
                  <a:gd name="T28" fmla="*/ 42 w 60"/>
                  <a:gd name="T29" fmla="*/ 35 h 49"/>
                  <a:gd name="T30" fmla="*/ 46 w 60"/>
                  <a:gd name="T31" fmla="*/ 31 h 49"/>
                  <a:gd name="T32" fmla="*/ 51 w 60"/>
                  <a:gd name="T33" fmla="*/ 4 h 49"/>
                  <a:gd name="T34" fmla="*/ 42 w 60"/>
                  <a:gd name="T35"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0" h="49">
                    <a:moveTo>
                      <a:pt x="41" y="27"/>
                    </a:moveTo>
                    <a:cubicBezTo>
                      <a:pt x="28" y="14"/>
                      <a:pt x="28" y="14"/>
                      <a:pt x="28" y="14"/>
                    </a:cubicBezTo>
                    <a:cubicBezTo>
                      <a:pt x="31" y="10"/>
                      <a:pt x="37" y="5"/>
                      <a:pt x="42" y="5"/>
                    </a:cubicBezTo>
                    <a:cubicBezTo>
                      <a:pt x="44" y="5"/>
                      <a:pt x="46" y="6"/>
                      <a:pt x="47" y="8"/>
                    </a:cubicBezTo>
                    <a:cubicBezTo>
                      <a:pt x="54" y="14"/>
                      <a:pt x="46" y="23"/>
                      <a:pt x="41" y="27"/>
                    </a:cubicBezTo>
                    <a:moveTo>
                      <a:pt x="42" y="0"/>
                    </a:moveTo>
                    <a:cubicBezTo>
                      <a:pt x="34" y="0"/>
                      <a:pt x="25" y="8"/>
                      <a:pt x="20" y="13"/>
                    </a:cubicBezTo>
                    <a:cubicBezTo>
                      <a:pt x="12" y="21"/>
                      <a:pt x="0" y="34"/>
                      <a:pt x="11" y="44"/>
                    </a:cubicBezTo>
                    <a:cubicBezTo>
                      <a:pt x="14" y="47"/>
                      <a:pt x="17" y="49"/>
                      <a:pt x="21" y="49"/>
                    </a:cubicBezTo>
                    <a:cubicBezTo>
                      <a:pt x="26" y="49"/>
                      <a:pt x="31" y="46"/>
                      <a:pt x="35" y="42"/>
                    </a:cubicBezTo>
                    <a:cubicBezTo>
                      <a:pt x="31" y="38"/>
                      <a:pt x="31" y="38"/>
                      <a:pt x="31" y="38"/>
                    </a:cubicBezTo>
                    <a:cubicBezTo>
                      <a:pt x="28" y="41"/>
                      <a:pt x="24" y="44"/>
                      <a:pt x="20" y="44"/>
                    </a:cubicBezTo>
                    <a:cubicBezTo>
                      <a:pt x="18" y="44"/>
                      <a:pt x="16" y="43"/>
                      <a:pt x="15" y="41"/>
                    </a:cubicBezTo>
                    <a:cubicBezTo>
                      <a:pt x="8" y="34"/>
                      <a:pt x="15" y="26"/>
                      <a:pt x="24" y="17"/>
                    </a:cubicBezTo>
                    <a:cubicBezTo>
                      <a:pt x="42" y="35"/>
                      <a:pt x="42" y="35"/>
                      <a:pt x="42" y="35"/>
                    </a:cubicBezTo>
                    <a:cubicBezTo>
                      <a:pt x="46" y="31"/>
                      <a:pt x="46" y="31"/>
                      <a:pt x="46" y="31"/>
                    </a:cubicBezTo>
                    <a:cubicBezTo>
                      <a:pt x="53" y="24"/>
                      <a:pt x="60" y="13"/>
                      <a:pt x="51" y="4"/>
                    </a:cubicBezTo>
                    <a:cubicBezTo>
                      <a:pt x="48" y="1"/>
                      <a:pt x="45" y="0"/>
                      <a:pt x="42" y="0"/>
                    </a:cubicBezTo>
                  </a:path>
                </a:pathLst>
              </a:custGeom>
              <a:solidFill>
                <a:srgbClr val="F597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513"/>
              <p:cNvSpPr>
                <a:spLocks noEditPoints="1"/>
              </p:cNvSpPr>
              <p:nvPr/>
            </p:nvSpPr>
            <p:spPr bwMode="auto">
              <a:xfrm>
                <a:off x="1760538" y="4568825"/>
                <a:ext cx="271463" cy="222250"/>
              </a:xfrm>
              <a:custGeom>
                <a:avLst/>
                <a:gdLst>
                  <a:gd name="T0" fmla="*/ 32 w 72"/>
                  <a:gd name="T1" fmla="*/ 51 h 59"/>
                  <a:gd name="T2" fmla="*/ 26 w 72"/>
                  <a:gd name="T3" fmla="*/ 49 h 59"/>
                  <a:gd name="T4" fmla="*/ 34 w 72"/>
                  <a:gd name="T5" fmla="*/ 23 h 59"/>
                  <a:gd name="T6" fmla="*/ 52 w 72"/>
                  <a:gd name="T7" fmla="*/ 11 h 59"/>
                  <a:gd name="T8" fmla="*/ 57 w 72"/>
                  <a:gd name="T9" fmla="*/ 14 h 59"/>
                  <a:gd name="T10" fmla="*/ 51 w 72"/>
                  <a:gd name="T11" fmla="*/ 38 h 59"/>
                  <a:gd name="T12" fmla="*/ 32 w 72"/>
                  <a:gd name="T13" fmla="*/ 51 h 59"/>
                  <a:gd name="T14" fmla="*/ 47 w 72"/>
                  <a:gd name="T15" fmla="*/ 0 h 59"/>
                  <a:gd name="T16" fmla="*/ 0 w 72"/>
                  <a:gd name="T17" fmla="*/ 55 h 59"/>
                  <a:gd name="T18" fmla="*/ 4 w 72"/>
                  <a:gd name="T19" fmla="*/ 59 h 59"/>
                  <a:gd name="T20" fmla="*/ 19 w 72"/>
                  <a:gd name="T21" fmla="*/ 41 h 59"/>
                  <a:gd name="T22" fmla="*/ 24 w 72"/>
                  <a:gd name="T23" fmla="*/ 53 h 59"/>
                  <a:gd name="T24" fmla="*/ 33 w 72"/>
                  <a:gd name="T25" fmla="*/ 57 h 59"/>
                  <a:gd name="T26" fmla="*/ 56 w 72"/>
                  <a:gd name="T27" fmla="*/ 41 h 59"/>
                  <a:gd name="T28" fmla="*/ 60 w 72"/>
                  <a:gd name="T29" fmla="*/ 10 h 59"/>
                  <a:gd name="T30" fmla="*/ 52 w 72"/>
                  <a:gd name="T31" fmla="*/ 7 h 59"/>
                  <a:gd name="T32" fmla="*/ 48 w 72"/>
                  <a:gd name="T33" fmla="*/ 7 h 59"/>
                  <a:gd name="T34" fmla="*/ 48 w 72"/>
                  <a:gd name="T35" fmla="*/ 7 h 59"/>
                  <a:gd name="T36" fmla="*/ 51 w 72"/>
                  <a:gd name="T37" fmla="*/ 4 h 59"/>
                  <a:gd name="T38" fmla="*/ 47 w 72"/>
                  <a:gd name="T39"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2" h="59">
                    <a:moveTo>
                      <a:pt x="32" y="51"/>
                    </a:moveTo>
                    <a:cubicBezTo>
                      <a:pt x="30" y="51"/>
                      <a:pt x="28" y="50"/>
                      <a:pt x="26" y="49"/>
                    </a:cubicBezTo>
                    <a:cubicBezTo>
                      <a:pt x="19" y="42"/>
                      <a:pt x="28" y="31"/>
                      <a:pt x="34" y="23"/>
                    </a:cubicBezTo>
                    <a:cubicBezTo>
                      <a:pt x="39" y="18"/>
                      <a:pt x="45" y="11"/>
                      <a:pt x="52" y="11"/>
                    </a:cubicBezTo>
                    <a:cubicBezTo>
                      <a:pt x="53" y="11"/>
                      <a:pt x="55" y="12"/>
                      <a:pt x="57" y="14"/>
                    </a:cubicBezTo>
                    <a:cubicBezTo>
                      <a:pt x="65" y="20"/>
                      <a:pt x="56" y="31"/>
                      <a:pt x="51" y="38"/>
                    </a:cubicBezTo>
                    <a:cubicBezTo>
                      <a:pt x="45" y="45"/>
                      <a:pt x="38" y="51"/>
                      <a:pt x="32" y="51"/>
                    </a:cubicBezTo>
                    <a:moveTo>
                      <a:pt x="47" y="0"/>
                    </a:moveTo>
                    <a:cubicBezTo>
                      <a:pt x="0" y="55"/>
                      <a:pt x="0" y="55"/>
                      <a:pt x="0" y="55"/>
                    </a:cubicBezTo>
                    <a:cubicBezTo>
                      <a:pt x="4" y="59"/>
                      <a:pt x="4" y="59"/>
                      <a:pt x="4" y="59"/>
                    </a:cubicBezTo>
                    <a:cubicBezTo>
                      <a:pt x="19" y="41"/>
                      <a:pt x="19" y="41"/>
                      <a:pt x="19" y="41"/>
                    </a:cubicBezTo>
                    <a:cubicBezTo>
                      <a:pt x="19" y="46"/>
                      <a:pt x="20" y="50"/>
                      <a:pt x="24" y="53"/>
                    </a:cubicBezTo>
                    <a:cubicBezTo>
                      <a:pt x="27" y="56"/>
                      <a:pt x="30" y="57"/>
                      <a:pt x="33" y="57"/>
                    </a:cubicBezTo>
                    <a:cubicBezTo>
                      <a:pt x="41" y="57"/>
                      <a:pt x="49" y="49"/>
                      <a:pt x="56" y="41"/>
                    </a:cubicBezTo>
                    <a:cubicBezTo>
                      <a:pt x="63" y="32"/>
                      <a:pt x="72" y="19"/>
                      <a:pt x="60" y="10"/>
                    </a:cubicBezTo>
                    <a:cubicBezTo>
                      <a:pt x="58" y="8"/>
                      <a:pt x="55" y="7"/>
                      <a:pt x="52" y="7"/>
                    </a:cubicBezTo>
                    <a:cubicBezTo>
                      <a:pt x="51" y="7"/>
                      <a:pt x="49" y="7"/>
                      <a:pt x="48" y="7"/>
                    </a:cubicBezTo>
                    <a:cubicBezTo>
                      <a:pt x="48" y="7"/>
                      <a:pt x="48" y="7"/>
                      <a:pt x="48" y="7"/>
                    </a:cubicBezTo>
                    <a:cubicBezTo>
                      <a:pt x="51" y="4"/>
                      <a:pt x="51" y="4"/>
                      <a:pt x="51" y="4"/>
                    </a:cubicBezTo>
                    <a:cubicBezTo>
                      <a:pt x="47" y="0"/>
                      <a:pt x="47" y="0"/>
                      <a:pt x="47" y="0"/>
                    </a:cubicBezTo>
                  </a:path>
                </a:pathLst>
              </a:custGeom>
              <a:solidFill>
                <a:srgbClr val="F597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3" name="组合 42"/>
            <p:cNvGrpSpPr/>
            <p:nvPr/>
          </p:nvGrpSpPr>
          <p:grpSpPr>
            <a:xfrm>
              <a:off x="4156870" y="4451351"/>
              <a:ext cx="893763" cy="646112"/>
              <a:chOff x="3041650" y="4945063"/>
              <a:chExt cx="893763" cy="646112"/>
            </a:xfrm>
          </p:grpSpPr>
          <p:sp>
            <p:nvSpPr>
              <p:cNvPr id="44" name="Freeform 491"/>
              <p:cNvSpPr>
                <a:spLocks noEditPoints="1"/>
              </p:cNvSpPr>
              <p:nvPr/>
            </p:nvSpPr>
            <p:spPr bwMode="auto">
              <a:xfrm>
                <a:off x="3041650" y="5049838"/>
                <a:ext cx="319088" cy="541337"/>
              </a:xfrm>
              <a:custGeom>
                <a:avLst/>
                <a:gdLst>
                  <a:gd name="T0" fmla="*/ 171 w 201"/>
                  <a:gd name="T1" fmla="*/ 0 h 341"/>
                  <a:gd name="T2" fmla="*/ 171 w 201"/>
                  <a:gd name="T3" fmla="*/ 220 h 341"/>
                  <a:gd name="T4" fmla="*/ 201 w 201"/>
                  <a:gd name="T5" fmla="*/ 220 h 341"/>
                  <a:gd name="T6" fmla="*/ 201 w 201"/>
                  <a:gd name="T7" fmla="*/ 272 h 341"/>
                  <a:gd name="T8" fmla="*/ 171 w 201"/>
                  <a:gd name="T9" fmla="*/ 272 h 341"/>
                  <a:gd name="T10" fmla="*/ 171 w 201"/>
                  <a:gd name="T11" fmla="*/ 341 h 341"/>
                  <a:gd name="T12" fmla="*/ 109 w 201"/>
                  <a:gd name="T13" fmla="*/ 341 h 341"/>
                  <a:gd name="T14" fmla="*/ 109 w 201"/>
                  <a:gd name="T15" fmla="*/ 272 h 341"/>
                  <a:gd name="T16" fmla="*/ 0 w 201"/>
                  <a:gd name="T17" fmla="*/ 272 h 341"/>
                  <a:gd name="T18" fmla="*/ 0 w 201"/>
                  <a:gd name="T19" fmla="*/ 211 h 341"/>
                  <a:gd name="T20" fmla="*/ 97 w 201"/>
                  <a:gd name="T21" fmla="*/ 0 h 341"/>
                  <a:gd name="T22" fmla="*/ 171 w 201"/>
                  <a:gd name="T23" fmla="*/ 0 h 341"/>
                  <a:gd name="T24" fmla="*/ 109 w 201"/>
                  <a:gd name="T25" fmla="*/ 78 h 341"/>
                  <a:gd name="T26" fmla="*/ 45 w 201"/>
                  <a:gd name="T27" fmla="*/ 220 h 341"/>
                  <a:gd name="T28" fmla="*/ 109 w 201"/>
                  <a:gd name="T29" fmla="*/ 220 h 341"/>
                  <a:gd name="T30" fmla="*/ 109 w 201"/>
                  <a:gd name="T31" fmla="*/ 78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1" h="341">
                    <a:moveTo>
                      <a:pt x="171" y="0"/>
                    </a:moveTo>
                    <a:lnTo>
                      <a:pt x="171" y="220"/>
                    </a:lnTo>
                    <a:lnTo>
                      <a:pt x="201" y="220"/>
                    </a:lnTo>
                    <a:lnTo>
                      <a:pt x="201" y="272"/>
                    </a:lnTo>
                    <a:lnTo>
                      <a:pt x="171" y="272"/>
                    </a:lnTo>
                    <a:lnTo>
                      <a:pt x="171" y="341"/>
                    </a:lnTo>
                    <a:lnTo>
                      <a:pt x="109" y="341"/>
                    </a:lnTo>
                    <a:lnTo>
                      <a:pt x="109" y="272"/>
                    </a:lnTo>
                    <a:lnTo>
                      <a:pt x="0" y="272"/>
                    </a:lnTo>
                    <a:lnTo>
                      <a:pt x="0" y="211"/>
                    </a:lnTo>
                    <a:lnTo>
                      <a:pt x="97" y="0"/>
                    </a:lnTo>
                    <a:lnTo>
                      <a:pt x="171" y="0"/>
                    </a:lnTo>
                    <a:close/>
                    <a:moveTo>
                      <a:pt x="109" y="78"/>
                    </a:moveTo>
                    <a:lnTo>
                      <a:pt x="45" y="220"/>
                    </a:lnTo>
                    <a:lnTo>
                      <a:pt x="109" y="220"/>
                    </a:lnTo>
                    <a:lnTo>
                      <a:pt x="109" y="7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514"/>
              <p:cNvSpPr>
                <a:spLocks/>
              </p:cNvSpPr>
              <p:nvPr/>
            </p:nvSpPr>
            <p:spPr bwMode="auto">
              <a:xfrm>
                <a:off x="3436938" y="5030788"/>
                <a:ext cx="134938" cy="211137"/>
              </a:xfrm>
              <a:custGeom>
                <a:avLst/>
                <a:gdLst>
                  <a:gd name="T0" fmla="*/ 16 w 36"/>
                  <a:gd name="T1" fmla="*/ 0 h 56"/>
                  <a:gd name="T2" fmla="*/ 12 w 36"/>
                  <a:gd name="T3" fmla="*/ 0 h 56"/>
                  <a:gd name="T4" fmla="*/ 1 w 36"/>
                  <a:gd name="T5" fmla="*/ 16 h 56"/>
                  <a:gd name="T6" fmla="*/ 16 w 36"/>
                  <a:gd name="T7" fmla="*/ 28 h 56"/>
                  <a:gd name="T8" fmla="*/ 29 w 36"/>
                  <a:gd name="T9" fmla="*/ 39 h 56"/>
                  <a:gd name="T10" fmla="*/ 22 w 36"/>
                  <a:gd name="T11" fmla="*/ 51 h 56"/>
                  <a:gd name="T12" fmla="*/ 19 w 36"/>
                  <a:gd name="T13" fmla="*/ 51 h 56"/>
                  <a:gd name="T14" fmla="*/ 10 w 36"/>
                  <a:gd name="T15" fmla="*/ 41 h 56"/>
                  <a:gd name="T16" fmla="*/ 4 w 36"/>
                  <a:gd name="T17" fmla="*/ 42 h 56"/>
                  <a:gd name="T18" fmla="*/ 18 w 36"/>
                  <a:gd name="T19" fmla="*/ 56 h 56"/>
                  <a:gd name="T20" fmla="*/ 22 w 36"/>
                  <a:gd name="T21" fmla="*/ 56 h 56"/>
                  <a:gd name="T22" fmla="*/ 35 w 36"/>
                  <a:gd name="T23" fmla="*/ 38 h 56"/>
                  <a:gd name="T24" fmla="*/ 16 w 36"/>
                  <a:gd name="T25" fmla="*/ 22 h 56"/>
                  <a:gd name="T26" fmla="*/ 7 w 36"/>
                  <a:gd name="T27" fmla="*/ 14 h 56"/>
                  <a:gd name="T28" fmla="*/ 13 w 36"/>
                  <a:gd name="T29" fmla="*/ 5 h 56"/>
                  <a:gd name="T30" fmla="*/ 15 w 36"/>
                  <a:gd name="T31" fmla="*/ 5 h 56"/>
                  <a:gd name="T32" fmla="*/ 24 w 36"/>
                  <a:gd name="T33" fmla="*/ 13 h 56"/>
                  <a:gd name="T34" fmla="*/ 29 w 36"/>
                  <a:gd name="T35" fmla="*/ 12 h 56"/>
                  <a:gd name="T36" fmla="*/ 16 w 36"/>
                  <a:gd name="T3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6" h="56">
                    <a:moveTo>
                      <a:pt x="16" y="0"/>
                    </a:moveTo>
                    <a:cubicBezTo>
                      <a:pt x="15" y="0"/>
                      <a:pt x="14" y="0"/>
                      <a:pt x="12" y="0"/>
                    </a:cubicBezTo>
                    <a:cubicBezTo>
                      <a:pt x="4" y="1"/>
                      <a:pt x="0" y="7"/>
                      <a:pt x="1" y="16"/>
                    </a:cubicBezTo>
                    <a:cubicBezTo>
                      <a:pt x="2" y="24"/>
                      <a:pt x="10" y="27"/>
                      <a:pt x="16" y="28"/>
                    </a:cubicBezTo>
                    <a:cubicBezTo>
                      <a:pt x="22" y="30"/>
                      <a:pt x="28" y="32"/>
                      <a:pt x="29" y="39"/>
                    </a:cubicBezTo>
                    <a:cubicBezTo>
                      <a:pt x="30" y="45"/>
                      <a:pt x="27" y="50"/>
                      <a:pt x="22" y="51"/>
                    </a:cubicBezTo>
                    <a:cubicBezTo>
                      <a:pt x="21" y="51"/>
                      <a:pt x="20" y="51"/>
                      <a:pt x="19" y="51"/>
                    </a:cubicBezTo>
                    <a:cubicBezTo>
                      <a:pt x="14" y="51"/>
                      <a:pt x="11" y="47"/>
                      <a:pt x="10" y="41"/>
                    </a:cubicBezTo>
                    <a:cubicBezTo>
                      <a:pt x="4" y="42"/>
                      <a:pt x="4" y="42"/>
                      <a:pt x="4" y="42"/>
                    </a:cubicBezTo>
                    <a:cubicBezTo>
                      <a:pt x="6" y="51"/>
                      <a:pt x="10" y="56"/>
                      <a:pt x="18" y="56"/>
                    </a:cubicBezTo>
                    <a:cubicBezTo>
                      <a:pt x="20" y="56"/>
                      <a:pt x="21" y="56"/>
                      <a:pt x="22" y="56"/>
                    </a:cubicBezTo>
                    <a:cubicBezTo>
                      <a:pt x="32" y="54"/>
                      <a:pt x="36" y="48"/>
                      <a:pt x="35" y="38"/>
                    </a:cubicBezTo>
                    <a:cubicBezTo>
                      <a:pt x="33" y="27"/>
                      <a:pt x="25" y="25"/>
                      <a:pt x="16" y="22"/>
                    </a:cubicBezTo>
                    <a:cubicBezTo>
                      <a:pt x="11" y="21"/>
                      <a:pt x="7" y="19"/>
                      <a:pt x="7" y="14"/>
                    </a:cubicBezTo>
                    <a:cubicBezTo>
                      <a:pt x="6" y="9"/>
                      <a:pt x="8" y="6"/>
                      <a:pt x="13" y="5"/>
                    </a:cubicBezTo>
                    <a:cubicBezTo>
                      <a:pt x="14" y="5"/>
                      <a:pt x="14" y="5"/>
                      <a:pt x="15" y="5"/>
                    </a:cubicBezTo>
                    <a:cubicBezTo>
                      <a:pt x="20" y="5"/>
                      <a:pt x="23" y="8"/>
                      <a:pt x="24" y="13"/>
                    </a:cubicBezTo>
                    <a:cubicBezTo>
                      <a:pt x="29" y="12"/>
                      <a:pt x="29" y="12"/>
                      <a:pt x="29" y="12"/>
                    </a:cubicBezTo>
                    <a:cubicBezTo>
                      <a:pt x="28" y="4"/>
                      <a:pt x="23" y="0"/>
                      <a:pt x="16" y="0"/>
                    </a:cubicBezTo>
                  </a:path>
                </a:pathLst>
              </a:custGeom>
              <a:solidFill>
                <a:srgbClr val="C49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515"/>
              <p:cNvSpPr>
                <a:spLocks/>
              </p:cNvSpPr>
              <p:nvPr/>
            </p:nvSpPr>
            <p:spPr bwMode="auto">
              <a:xfrm>
                <a:off x="3549650" y="4959350"/>
                <a:ext cx="104775" cy="260350"/>
              </a:xfrm>
              <a:custGeom>
                <a:avLst/>
                <a:gdLst>
                  <a:gd name="T0" fmla="*/ 7 w 28"/>
                  <a:gd name="T1" fmla="*/ 0 h 69"/>
                  <a:gd name="T2" fmla="*/ 1 w 28"/>
                  <a:gd name="T3" fmla="*/ 1 h 69"/>
                  <a:gd name="T4" fmla="*/ 4 w 28"/>
                  <a:gd name="T5" fmla="*/ 16 h 69"/>
                  <a:gd name="T6" fmla="*/ 0 w 28"/>
                  <a:gd name="T7" fmla="*/ 17 h 69"/>
                  <a:gd name="T8" fmla="*/ 1 w 28"/>
                  <a:gd name="T9" fmla="*/ 22 h 69"/>
                  <a:gd name="T10" fmla="*/ 5 w 28"/>
                  <a:gd name="T11" fmla="*/ 21 h 69"/>
                  <a:gd name="T12" fmla="*/ 14 w 28"/>
                  <a:gd name="T13" fmla="*/ 62 h 69"/>
                  <a:gd name="T14" fmla="*/ 22 w 28"/>
                  <a:gd name="T15" fmla="*/ 69 h 69"/>
                  <a:gd name="T16" fmla="*/ 23 w 28"/>
                  <a:gd name="T17" fmla="*/ 69 h 69"/>
                  <a:gd name="T18" fmla="*/ 28 w 28"/>
                  <a:gd name="T19" fmla="*/ 67 h 69"/>
                  <a:gd name="T20" fmla="*/ 27 w 28"/>
                  <a:gd name="T21" fmla="*/ 62 h 69"/>
                  <a:gd name="T22" fmla="*/ 25 w 28"/>
                  <a:gd name="T23" fmla="*/ 63 h 69"/>
                  <a:gd name="T24" fmla="*/ 23 w 28"/>
                  <a:gd name="T25" fmla="*/ 63 h 69"/>
                  <a:gd name="T26" fmla="*/ 19 w 28"/>
                  <a:gd name="T27" fmla="*/ 60 h 69"/>
                  <a:gd name="T28" fmla="*/ 11 w 28"/>
                  <a:gd name="T29" fmla="*/ 20 h 69"/>
                  <a:gd name="T30" fmla="*/ 18 w 28"/>
                  <a:gd name="T31" fmla="*/ 19 h 69"/>
                  <a:gd name="T32" fmla="*/ 17 w 28"/>
                  <a:gd name="T33" fmla="*/ 14 h 69"/>
                  <a:gd name="T34" fmla="*/ 10 w 28"/>
                  <a:gd name="T35" fmla="*/ 15 h 69"/>
                  <a:gd name="T36" fmla="*/ 7 w 28"/>
                  <a:gd name="T37"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8" h="69">
                    <a:moveTo>
                      <a:pt x="7" y="0"/>
                    </a:moveTo>
                    <a:cubicBezTo>
                      <a:pt x="1" y="1"/>
                      <a:pt x="1" y="1"/>
                      <a:pt x="1" y="1"/>
                    </a:cubicBezTo>
                    <a:cubicBezTo>
                      <a:pt x="4" y="16"/>
                      <a:pt x="4" y="16"/>
                      <a:pt x="4" y="16"/>
                    </a:cubicBezTo>
                    <a:cubicBezTo>
                      <a:pt x="0" y="17"/>
                      <a:pt x="0" y="17"/>
                      <a:pt x="0" y="17"/>
                    </a:cubicBezTo>
                    <a:cubicBezTo>
                      <a:pt x="1" y="22"/>
                      <a:pt x="1" y="22"/>
                      <a:pt x="1" y="22"/>
                    </a:cubicBezTo>
                    <a:cubicBezTo>
                      <a:pt x="5" y="21"/>
                      <a:pt x="5" y="21"/>
                      <a:pt x="5" y="21"/>
                    </a:cubicBezTo>
                    <a:cubicBezTo>
                      <a:pt x="14" y="62"/>
                      <a:pt x="14" y="62"/>
                      <a:pt x="14" y="62"/>
                    </a:cubicBezTo>
                    <a:cubicBezTo>
                      <a:pt x="15" y="67"/>
                      <a:pt x="18" y="69"/>
                      <a:pt x="22" y="69"/>
                    </a:cubicBezTo>
                    <a:cubicBezTo>
                      <a:pt x="22" y="69"/>
                      <a:pt x="23" y="69"/>
                      <a:pt x="23" y="69"/>
                    </a:cubicBezTo>
                    <a:cubicBezTo>
                      <a:pt x="25" y="68"/>
                      <a:pt x="27" y="68"/>
                      <a:pt x="28" y="67"/>
                    </a:cubicBezTo>
                    <a:cubicBezTo>
                      <a:pt x="27" y="62"/>
                      <a:pt x="27" y="62"/>
                      <a:pt x="27" y="62"/>
                    </a:cubicBezTo>
                    <a:cubicBezTo>
                      <a:pt x="27" y="63"/>
                      <a:pt x="26" y="63"/>
                      <a:pt x="25" y="63"/>
                    </a:cubicBezTo>
                    <a:cubicBezTo>
                      <a:pt x="24" y="63"/>
                      <a:pt x="24" y="63"/>
                      <a:pt x="23" y="63"/>
                    </a:cubicBezTo>
                    <a:cubicBezTo>
                      <a:pt x="21" y="63"/>
                      <a:pt x="20" y="62"/>
                      <a:pt x="19" y="60"/>
                    </a:cubicBezTo>
                    <a:cubicBezTo>
                      <a:pt x="11" y="20"/>
                      <a:pt x="11" y="20"/>
                      <a:pt x="11" y="20"/>
                    </a:cubicBezTo>
                    <a:cubicBezTo>
                      <a:pt x="18" y="19"/>
                      <a:pt x="18" y="19"/>
                      <a:pt x="18" y="19"/>
                    </a:cubicBezTo>
                    <a:cubicBezTo>
                      <a:pt x="17" y="14"/>
                      <a:pt x="17" y="14"/>
                      <a:pt x="17" y="14"/>
                    </a:cubicBezTo>
                    <a:cubicBezTo>
                      <a:pt x="10" y="15"/>
                      <a:pt x="10" y="15"/>
                      <a:pt x="10" y="15"/>
                    </a:cubicBezTo>
                    <a:cubicBezTo>
                      <a:pt x="7" y="0"/>
                      <a:pt x="7" y="0"/>
                      <a:pt x="7" y="0"/>
                    </a:cubicBezTo>
                  </a:path>
                </a:pathLst>
              </a:custGeom>
              <a:solidFill>
                <a:srgbClr val="C49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516"/>
              <p:cNvSpPr>
                <a:spLocks noEditPoints="1"/>
              </p:cNvSpPr>
              <p:nvPr/>
            </p:nvSpPr>
            <p:spPr bwMode="auto">
              <a:xfrm>
                <a:off x="3621088" y="4989513"/>
                <a:ext cx="153988" cy="207962"/>
              </a:xfrm>
              <a:custGeom>
                <a:avLst/>
                <a:gdLst>
                  <a:gd name="T0" fmla="*/ 11 w 41"/>
                  <a:gd name="T1" fmla="*/ 25 h 55"/>
                  <a:gd name="T2" fmla="*/ 15 w 41"/>
                  <a:gd name="T3" fmla="*/ 5 h 55"/>
                  <a:gd name="T4" fmla="*/ 18 w 41"/>
                  <a:gd name="T5" fmla="*/ 5 h 55"/>
                  <a:gd name="T6" fmla="*/ 29 w 41"/>
                  <a:gd name="T7" fmla="*/ 20 h 55"/>
                  <a:gd name="T8" fmla="*/ 11 w 41"/>
                  <a:gd name="T9" fmla="*/ 25 h 55"/>
                  <a:gd name="T10" fmla="*/ 18 w 41"/>
                  <a:gd name="T11" fmla="*/ 0 h 55"/>
                  <a:gd name="T12" fmla="*/ 14 w 41"/>
                  <a:gd name="T13" fmla="*/ 0 h 55"/>
                  <a:gd name="T14" fmla="*/ 6 w 41"/>
                  <a:gd name="T15" fmla="*/ 32 h 55"/>
                  <a:gd name="T16" fmla="*/ 25 w 41"/>
                  <a:gd name="T17" fmla="*/ 55 h 55"/>
                  <a:gd name="T18" fmla="*/ 29 w 41"/>
                  <a:gd name="T19" fmla="*/ 55 h 55"/>
                  <a:gd name="T20" fmla="*/ 39 w 41"/>
                  <a:gd name="T21" fmla="*/ 33 h 55"/>
                  <a:gd name="T22" fmla="*/ 33 w 41"/>
                  <a:gd name="T23" fmla="*/ 34 h 55"/>
                  <a:gd name="T24" fmla="*/ 28 w 41"/>
                  <a:gd name="T25" fmla="*/ 50 h 55"/>
                  <a:gd name="T26" fmla="*/ 25 w 41"/>
                  <a:gd name="T27" fmla="*/ 50 h 55"/>
                  <a:gd name="T28" fmla="*/ 12 w 41"/>
                  <a:gd name="T29" fmla="*/ 30 h 55"/>
                  <a:gd name="T30" fmla="*/ 36 w 41"/>
                  <a:gd name="T31" fmla="*/ 23 h 55"/>
                  <a:gd name="T32" fmla="*/ 35 w 41"/>
                  <a:gd name="T33" fmla="*/ 18 h 55"/>
                  <a:gd name="T34" fmla="*/ 18 w 41"/>
                  <a:gd name="T35"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1" h="55">
                    <a:moveTo>
                      <a:pt x="11" y="25"/>
                    </a:moveTo>
                    <a:cubicBezTo>
                      <a:pt x="9" y="19"/>
                      <a:pt x="7" y="7"/>
                      <a:pt x="15" y="5"/>
                    </a:cubicBezTo>
                    <a:cubicBezTo>
                      <a:pt x="16" y="5"/>
                      <a:pt x="17" y="5"/>
                      <a:pt x="18" y="5"/>
                    </a:cubicBezTo>
                    <a:cubicBezTo>
                      <a:pt x="25" y="5"/>
                      <a:pt x="28" y="14"/>
                      <a:pt x="29" y="20"/>
                    </a:cubicBezTo>
                    <a:cubicBezTo>
                      <a:pt x="11" y="25"/>
                      <a:pt x="11" y="25"/>
                      <a:pt x="11" y="25"/>
                    </a:cubicBezTo>
                    <a:moveTo>
                      <a:pt x="18" y="0"/>
                    </a:moveTo>
                    <a:cubicBezTo>
                      <a:pt x="17" y="0"/>
                      <a:pt x="16" y="0"/>
                      <a:pt x="14" y="0"/>
                    </a:cubicBezTo>
                    <a:cubicBezTo>
                      <a:pt x="0" y="4"/>
                      <a:pt x="4" y="21"/>
                      <a:pt x="6" y="32"/>
                    </a:cubicBezTo>
                    <a:cubicBezTo>
                      <a:pt x="9" y="41"/>
                      <a:pt x="13" y="55"/>
                      <a:pt x="25" y="55"/>
                    </a:cubicBezTo>
                    <a:cubicBezTo>
                      <a:pt x="26" y="55"/>
                      <a:pt x="27" y="55"/>
                      <a:pt x="29" y="55"/>
                    </a:cubicBezTo>
                    <a:cubicBezTo>
                      <a:pt x="39" y="52"/>
                      <a:pt x="41" y="42"/>
                      <a:pt x="39" y="33"/>
                    </a:cubicBezTo>
                    <a:cubicBezTo>
                      <a:pt x="33" y="34"/>
                      <a:pt x="33" y="34"/>
                      <a:pt x="33" y="34"/>
                    </a:cubicBezTo>
                    <a:cubicBezTo>
                      <a:pt x="34" y="41"/>
                      <a:pt x="35" y="48"/>
                      <a:pt x="28" y="50"/>
                    </a:cubicBezTo>
                    <a:cubicBezTo>
                      <a:pt x="27" y="50"/>
                      <a:pt x="26" y="50"/>
                      <a:pt x="25" y="50"/>
                    </a:cubicBezTo>
                    <a:cubicBezTo>
                      <a:pt x="18" y="50"/>
                      <a:pt x="15" y="41"/>
                      <a:pt x="12" y="30"/>
                    </a:cubicBezTo>
                    <a:cubicBezTo>
                      <a:pt x="36" y="23"/>
                      <a:pt x="36" y="23"/>
                      <a:pt x="36" y="23"/>
                    </a:cubicBezTo>
                    <a:cubicBezTo>
                      <a:pt x="35" y="18"/>
                      <a:pt x="35" y="18"/>
                      <a:pt x="35" y="18"/>
                    </a:cubicBezTo>
                    <a:cubicBezTo>
                      <a:pt x="33" y="9"/>
                      <a:pt x="28" y="0"/>
                      <a:pt x="18" y="0"/>
                    </a:cubicBezTo>
                  </a:path>
                </a:pathLst>
              </a:custGeom>
              <a:solidFill>
                <a:srgbClr val="C49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517"/>
              <p:cNvSpPr>
                <a:spLocks noEditPoints="1"/>
              </p:cNvSpPr>
              <p:nvPr/>
            </p:nvSpPr>
            <p:spPr bwMode="auto">
              <a:xfrm>
                <a:off x="3756025" y="4945063"/>
                <a:ext cx="179388" cy="285750"/>
              </a:xfrm>
              <a:custGeom>
                <a:avLst/>
                <a:gdLst>
                  <a:gd name="T0" fmla="*/ 29 w 48"/>
                  <a:gd name="T1" fmla="*/ 50 h 76"/>
                  <a:gd name="T2" fmla="*/ 14 w 48"/>
                  <a:gd name="T3" fmla="*/ 30 h 76"/>
                  <a:gd name="T4" fmla="*/ 17 w 48"/>
                  <a:gd name="T5" fmla="*/ 6 h 76"/>
                  <a:gd name="T6" fmla="*/ 20 w 48"/>
                  <a:gd name="T7" fmla="*/ 5 h 76"/>
                  <a:gd name="T8" fmla="*/ 35 w 48"/>
                  <a:gd name="T9" fmla="*/ 23 h 76"/>
                  <a:gd name="T10" fmla="*/ 32 w 48"/>
                  <a:gd name="T11" fmla="*/ 50 h 76"/>
                  <a:gd name="T12" fmla="*/ 29 w 48"/>
                  <a:gd name="T13" fmla="*/ 50 h 76"/>
                  <a:gd name="T14" fmla="*/ 21 w 48"/>
                  <a:gd name="T15" fmla="*/ 0 h 76"/>
                  <a:gd name="T16" fmla="*/ 15 w 48"/>
                  <a:gd name="T17" fmla="*/ 1 h 76"/>
                  <a:gd name="T18" fmla="*/ 7 w 48"/>
                  <a:gd name="T19" fmla="*/ 10 h 76"/>
                  <a:gd name="T20" fmla="*/ 7 w 48"/>
                  <a:gd name="T21" fmla="*/ 10 h 76"/>
                  <a:gd name="T22" fmla="*/ 5 w 48"/>
                  <a:gd name="T23" fmla="*/ 6 h 76"/>
                  <a:gd name="T24" fmla="*/ 0 w 48"/>
                  <a:gd name="T25" fmla="*/ 8 h 76"/>
                  <a:gd name="T26" fmla="*/ 24 w 48"/>
                  <a:gd name="T27" fmla="*/ 76 h 76"/>
                  <a:gd name="T28" fmla="*/ 29 w 48"/>
                  <a:gd name="T29" fmla="*/ 74 h 76"/>
                  <a:gd name="T30" fmla="*/ 22 w 48"/>
                  <a:gd name="T31" fmla="*/ 52 h 76"/>
                  <a:gd name="T32" fmla="*/ 30 w 48"/>
                  <a:gd name="T33" fmla="*/ 55 h 76"/>
                  <a:gd name="T34" fmla="*/ 34 w 48"/>
                  <a:gd name="T35" fmla="*/ 54 h 76"/>
                  <a:gd name="T36" fmla="*/ 40 w 48"/>
                  <a:gd name="T37" fmla="*/ 21 h 76"/>
                  <a:gd name="T38" fmla="*/ 21 w 48"/>
                  <a:gd name="T39"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8" h="76">
                    <a:moveTo>
                      <a:pt x="29" y="50"/>
                    </a:moveTo>
                    <a:cubicBezTo>
                      <a:pt x="22" y="50"/>
                      <a:pt x="17" y="39"/>
                      <a:pt x="14" y="30"/>
                    </a:cubicBezTo>
                    <a:cubicBezTo>
                      <a:pt x="11" y="22"/>
                      <a:pt x="7" y="9"/>
                      <a:pt x="17" y="6"/>
                    </a:cubicBezTo>
                    <a:cubicBezTo>
                      <a:pt x="18" y="5"/>
                      <a:pt x="19" y="5"/>
                      <a:pt x="20" y="5"/>
                    </a:cubicBezTo>
                    <a:cubicBezTo>
                      <a:pt x="28" y="5"/>
                      <a:pt x="32" y="16"/>
                      <a:pt x="35" y="23"/>
                    </a:cubicBezTo>
                    <a:cubicBezTo>
                      <a:pt x="39" y="35"/>
                      <a:pt x="41" y="46"/>
                      <a:pt x="32" y="50"/>
                    </a:cubicBezTo>
                    <a:cubicBezTo>
                      <a:pt x="31" y="50"/>
                      <a:pt x="30" y="50"/>
                      <a:pt x="29" y="50"/>
                    </a:cubicBezTo>
                    <a:moveTo>
                      <a:pt x="21" y="0"/>
                    </a:moveTo>
                    <a:cubicBezTo>
                      <a:pt x="19" y="0"/>
                      <a:pt x="17" y="0"/>
                      <a:pt x="15" y="1"/>
                    </a:cubicBezTo>
                    <a:cubicBezTo>
                      <a:pt x="11" y="2"/>
                      <a:pt x="8" y="6"/>
                      <a:pt x="7" y="10"/>
                    </a:cubicBezTo>
                    <a:cubicBezTo>
                      <a:pt x="7" y="10"/>
                      <a:pt x="7" y="10"/>
                      <a:pt x="7" y="10"/>
                    </a:cubicBezTo>
                    <a:cubicBezTo>
                      <a:pt x="5" y="6"/>
                      <a:pt x="5" y="6"/>
                      <a:pt x="5" y="6"/>
                    </a:cubicBezTo>
                    <a:cubicBezTo>
                      <a:pt x="0" y="8"/>
                      <a:pt x="0" y="8"/>
                      <a:pt x="0" y="8"/>
                    </a:cubicBezTo>
                    <a:cubicBezTo>
                      <a:pt x="24" y="76"/>
                      <a:pt x="24" y="76"/>
                      <a:pt x="24" y="76"/>
                    </a:cubicBezTo>
                    <a:cubicBezTo>
                      <a:pt x="29" y="74"/>
                      <a:pt x="29" y="74"/>
                      <a:pt x="29" y="74"/>
                    </a:cubicBezTo>
                    <a:cubicBezTo>
                      <a:pt x="22" y="52"/>
                      <a:pt x="22" y="52"/>
                      <a:pt x="22" y="52"/>
                    </a:cubicBezTo>
                    <a:cubicBezTo>
                      <a:pt x="24" y="54"/>
                      <a:pt x="27" y="55"/>
                      <a:pt x="30" y="55"/>
                    </a:cubicBezTo>
                    <a:cubicBezTo>
                      <a:pt x="31" y="55"/>
                      <a:pt x="33" y="55"/>
                      <a:pt x="34" y="54"/>
                    </a:cubicBezTo>
                    <a:cubicBezTo>
                      <a:pt x="48" y="49"/>
                      <a:pt x="45" y="34"/>
                      <a:pt x="40" y="21"/>
                    </a:cubicBezTo>
                    <a:cubicBezTo>
                      <a:pt x="37" y="11"/>
                      <a:pt x="31" y="0"/>
                      <a:pt x="21" y="0"/>
                    </a:cubicBezTo>
                  </a:path>
                </a:pathLst>
              </a:custGeom>
              <a:solidFill>
                <a:srgbClr val="C49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9" name="组合 48"/>
            <p:cNvGrpSpPr/>
            <p:nvPr/>
          </p:nvGrpSpPr>
          <p:grpSpPr>
            <a:xfrm>
              <a:off x="5706269" y="3329625"/>
              <a:ext cx="581025" cy="1003300"/>
              <a:chOff x="4748213" y="3490913"/>
              <a:chExt cx="581025" cy="1003300"/>
            </a:xfrm>
          </p:grpSpPr>
          <p:sp>
            <p:nvSpPr>
              <p:cNvPr id="50" name="Freeform 493"/>
              <p:cNvSpPr>
                <a:spLocks/>
              </p:cNvSpPr>
              <p:nvPr/>
            </p:nvSpPr>
            <p:spPr bwMode="auto">
              <a:xfrm>
                <a:off x="4748213" y="4017963"/>
                <a:ext cx="581025" cy="476250"/>
              </a:xfrm>
              <a:custGeom>
                <a:avLst/>
                <a:gdLst>
                  <a:gd name="T0" fmla="*/ 58 w 155"/>
                  <a:gd name="T1" fmla="*/ 70 h 127"/>
                  <a:gd name="T2" fmla="*/ 62 w 155"/>
                  <a:gd name="T3" fmla="*/ 63 h 127"/>
                  <a:gd name="T4" fmla="*/ 51 w 155"/>
                  <a:gd name="T5" fmla="*/ 35 h 127"/>
                  <a:gd name="T6" fmla="*/ 31 w 155"/>
                  <a:gd name="T7" fmla="*/ 39 h 127"/>
                  <a:gd name="T8" fmla="*/ 39 w 155"/>
                  <a:gd name="T9" fmla="*/ 59 h 127"/>
                  <a:gd name="T10" fmla="*/ 43 w 155"/>
                  <a:gd name="T11" fmla="*/ 62 h 127"/>
                  <a:gd name="T12" fmla="*/ 31 w 155"/>
                  <a:gd name="T13" fmla="*/ 83 h 127"/>
                  <a:gd name="T14" fmla="*/ 26 w 155"/>
                  <a:gd name="T15" fmla="*/ 80 h 127"/>
                  <a:gd name="T16" fmla="*/ 12 w 155"/>
                  <a:gd name="T17" fmla="*/ 28 h 127"/>
                  <a:gd name="T18" fmla="*/ 63 w 155"/>
                  <a:gd name="T19" fmla="*/ 12 h 127"/>
                  <a:gd name="T20" fmla="*/ 81 w 155"/>
                  <a:gd name="T21" fmla="*/ 46 h 127"/>
                  <a:gd name="T22" fmla="*/ 124 w 155"/>
                  <a:gd name="T23" fmla="*/ 45 h 127"/>
                  <a:gd name="T24" fmla="*/ 142 w 155"/>
                  <a:gd name="T25" fmla="*/ 103 h 127"/>
                  <a:gd name="T26" fmla="*/ 89 w 155"/>
                  <a:gd name="T27" fmla="*/ 116 h 127"/>
                  <a:gd name="T28" fmla="*/ 81 w 155"/>
                  <a:gd name="T29" fmla="*/ 112 h 127"/>
                  <a:gd name="T30" fmla="*/ 94 w 155"/>
                  <a:gd name="T31" fmla="*/ 91 h 127"/>
                  <a:gd name="T32" fmla="*/ 98 w 155"/>
                  <a:gd name="T33" fmla="*/ 93 h 127"/>
                  <a:gd name="T34" fmla="*/ 123 w 155"/>
                  <a:gd name="T35" fmla="*/ 92 h 127"/>
                  <a:gd name="T36" fmla="*/ 110 w 155"/>
                  <a:gd name="T37" fmla="*/ 68 h 127"/>
                  <a:gd name="T38" fmla="*/ 81 w 155"/>
                  <a:gd name="T39" fmla="*/ 70 h 127"/>
                  <a:gd name="T40" fmla="*/ 75 w 155"/>
                  <a:gd name="T41" fmla="*/ 80 h 127"/>
                  <a:gd name="T42" fmla="*/ 58 w 155"/>
                  <a:gd name="T43" fmla="*/ 7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5" h="127">
                    <a:moveTo>
                      <a:pt x="58" y="70"/>
                    </a:moveTo>
                    <a:cubicBezTo>
                      <a:pt x="62" y="63"/>
                      <a:pt x="62" y="63"/>
                      <a:pt x="62" y="63"/>
                    </a:cubicBezTo>
                    <a:cubicBezTo>
                      <a:pt x="71" y="48"/>
                      <a:pt x="59" y="39"/>
                      <a:pt x="51" y="35"/>
                    </a:cubicBezTo>
                    <a:cubicBezTo>
                      <a:pt x="42" y="30"/>
                      <a:pt x="36" y="30"/>
                      <a:pt x="31" y="39"/>
                    </a:cubicBezTo>
                    <a:cubicBezTo>
                      <a:pt x="27" y="46"/>
                      <a:pt x="29" y="54"/>
                      <a:pt x="39" y="59"/>
                    </a:cubicBezTo>
                    <a:cubicBezTo>
                      <a:pt x="43" y="62"/>
                      <a:pt x="43" y="62"/>
                      <a:pt x="43" y="62"/>
                    </a:cubicBezTo>
                    <a:cubicBezTo>
                      <a:pt x="31" y="83"/>
                      <a:pt x="31" y="83"/>
                      <a:pt x="31" y="83"/>
                    </a:cubicBezTo>
                    <a:cubicBezTo>
                      <a:pt x="26" y="80"/>
                      <a:pt x="26" y="80"/>
                      <a:pt x="26" y="80"/>
                    </a:cubicBezTo>
                    <a:cubicBezTo>
                      <a:pt x="7" y="69"/>
                      <a:pt x="0" y="49"/>
                      <a:pt x="12" y="28"/>
                    </a:cubicBezTo>
                    <a:cubicBezTo>
                      <a:pt x="24" y="7"/>
                      <a:pt x="43" y="0"/>
                      <a:pt x="63" y="12"/>
                    </a:cubicBezTo>
                    <a:cubicBezTo>
                      <a:pt x="80" y="22"/>
                      <a:pt x="84" y="33"/>
                      <a:pt x="81" y="46"/>
                    </a:cubicBezTo>
                    <a:cubicBezTo>
                      <a:pt x="92" y="35"/>
                      <a:pt x="107" y="34"/>
                      <a:pt x="124" y="45"/>
                    </a:cubicBezTo>
                    <a:cubicBezTo>
                      <a:pt x="152" y="61"/>
                      <a:pt x="155" y="80"/>
                      <a:pt x="142" y="103"/>
                    </a:cubicBezTo>
                    <a:cubicBezTo>
                      <a:pt x="128" y="127"/>
                      <a:pt x="108" y="127"/>
                      <a:pt x="89" y="116"/>
                    </a:cubicBezTo>
                    <a:cubicBezTo>
                      <a:pt x="81" y="112"/>
                      <a:pt x="81" y="112"/>
                      <a:pt x="81" y="112"/>
                    </a:cubicBezTo>
                    <a:cubicBezTo>
                      <a:pt x="94" y="91"/>
                      <a:pt x="94" y="91"/>
                      <a:pt x="94" y="91"/>
                    </a:cubicBezTo>
                    <a:cubicBezTo>
                      <a:pt x="98" y="93"/>
                      <a:pt x="98" y="93"/>
                      <a:pt x="98" y="93"/>
                    </a:cubicBezTo>
                    <a:cubicBezTo>
                      <a:pt x="109" y="99"/>
                      <a:pt x="118" y="101"/>
                      <a:pt x="123" y="92"/>
                    </a:cubicBezTo>
                    <a:cubicBezTo>
                      <a:pt x="130" y="81"/>
                      <a:pt x="122" y="74"/>
                      <a:pt x="110" y="68"/>
                    </a:cubicBezTo>
                    <a:cubicBezTo>
                      <a:pt x="95" y="59"/>
                      <a:pt x="87" y="59"/>
                      <a:pt x="81" y="70"/>
                    </a:cubicBezTo>
                    <a:cubicBezTo>
                      <a:pt x="75" y="80"/>
                      <a:pt x="75" y="80"/>
                      <a:pt x="75" y="80"/>
                    </a:cubicBezTo>
                    <a:lnTo>
                      <a:pt x="58" y="7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518"/>
              <p:cNvSpPr>
                <a:spLocks/>
              </p:cNvSpPr>
              <p:nvPr/>
            </p:nvSpPr>
            <p:spPr bwMode="auto">
              <a:xfrm>
                <a:off x="4916488" y="3829050"/>
                <a:ext cx="225425" cy="150812"/>
              </a:xfrm>
              <a:custGeom>
                <a:avLst/>
                <a:gdLst>
                  <a:gd name="T0" fmla="*/ 16 w 60"/>
                  <a:gd name="T1" fmla="*/ 0 h 40"/>
                  <a:gd name="T2" fmla="*/ 4 w 60"/>
                  <a:gd name="T3" fmla="*/ 10 h 40"/>
                  <a:gd name="T4" fmla="*/ 11 w 60"/>
                  <a:gd name="T5" fmla="*/ 28 h 40"/>
                  <a:gd name="T6" fmla="*/ 16 w 60"/>
                  <a:gd name="T7" fmla="*/ 28 h 40"/>
                  <a:gd name="T8" fmla="*/ 30 w 60"/>
                  <a:gd name="T9" fmla="*/ 21 h 40"/>
                  <a:gd name="T10" fmla="*/ 42 w 60"/>
                  <a:gd name="T11" fmla="*/ 14 h 40"/>
                  <a:gd name="T12" fmla="*/ 46 w 60"/>
                  <a:gd name="T13" fmla="*/ 15 h 40"/>
                  <a:gd name="T14" fmla="*/ 52 w 60"/>
                  <a:gd name="T15" fmla="*/ 27 h 40"/>
                  <a:gd name="T16" fmla="*/ 43 w 60"/>
                  <a:gd name="T17" fmla="*/ 34 h 40"/>
                  <a:gd name="T18" fmla="*/ 38 w 60"/>
                  <a:gd name="T19" fmla="*/ 33 h 40"/>
                  <a:gd name="T20" fmla="*/ 36 w 60"/>
                  <a:gd name="T21" fmla="*/ 38 h 40"/>
                  <a:gd name="T22" fmla="*/ 43 w 60"/>
                  <a:gd name="T23" fmla="*/ 40 h 40"/>
                  <a:gd name="T24" fmla="*/ 57 w 60"/>
                  <a:gd name="T25" fmla="*/ 29 h 40"/>
                  <a:gd name="T26" fmla="*/ 48 w 60"/>
                  <a:gd name="T27" fmla="*/ 10 h 40"/>
                  <a:gd name="T28" fmla="*/ 41 w 60"/>
                  <a:gd name="T29" fmla="*/ 8 h 40"/>
                  <a:gd name="T30" fmla="*/ 25 w 60"/>
                  <a:gd name="T31" fmla="*/ 18 h 40"/>
                  <a:gd name="T32" fmla="*/ 16 w 60"/>
                  <a:gd name="T33" fmla="*/ 23 h 40"/>
                  <a:gd name="T34" fmla="*/ 13 w 60"/>
                  <a:gd name="T35" fmla="*/ 22 h 40"/>
                  <a:gd name="T36" fmla="*/ 8 w 60"/>
                  <a:gd name="T37" fmla="*/ 12 h 40"/>
                  <a:gd name="T38" fmla="*/ 16 w 60"/>
                  <a:gd name="T39" fmla="*/ 6 h 40"/>
                  <a:gd name="T40" fmla="*/ 21 w 60"/>
                  <a:gd name="T41" fmla="*/ 7 h 40"/>
                  <a:gd name="T42" fmla="*/ 23 w 60"/>
                  <a:gd name="T43" fmla="*/ 2 h 40"/>
                  <a:gd name="T44" fmla="*/ 16 w 60"/>
                  <a:gd name="T45"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 h="40">
                    <a:moveTo>
                      <a:pt x="16" y="0"/>
                    </a:moveTo>
                    <a:cubicBezTo>
                      <a:pt x="11" y="0"/>
                      <a:pt x="6" y="3"/>
                      <a:pt x="4" y="10"/>
                    </a:cubicBezTo>
                    <a:cubicBezTo>
                      <a:pt x="0" y="18"/>
                      <a:pt x="3" y="25"/>
                      <a:pt x="11" y="28"/>
                    </a:cubicBezTo>
                    <a:cubicBezTo>
                      <a:pt x="13" y="28"/>
                      <a:pt x="15" y="28"/>
                      <a:pt x="16" y="28"/>
                    </a:cubicBezTo>
                    <a:cubicBezTo>
                      <a:pt x="22" y="28"/>
                      <a:pt x="26" y="25"/>
                      <a:pt x="30" y="21"/>
                    </a:cubicBezTo>
                    <a:cubicBezTo>
                      <a:pt x="33" y="18"/>
                      <a:pt x="37" y="14"/>
                      <a:pt x="42" y="14"/>
                    </a:cubicBezTo>
                    <a:cubicBezTo>
                      <a:pt x="43" y="14"/>
                      <a:pt x="44" y="14"/>
                      <a:pt x="46" y="15"/>
                    </a:cubicBezTo>
                    <a:cubicBezTo>
                      <a:pt x="51" y="17"/>
                      <a:pt x="54" y="22"/>
                      <a:pt x="52" y="27"/>
                    </a:cubicBezTo>
                    <a:cubicBezTo>
                      <a:pt x="50" y="32"/>
                      <a:pt x="47" y="34"/>
                      <a:pt x="43" y="34"/>
                    </a:cubicBezTo>
                    <a:cubicBezTo>
                      <a:pt x="42" y="34"/>
                      <a:pt x="40" y="34"/>
                      <a:pt x="38" y="33"/>
                    </a:cubicBezTo>
                    <a:cubicBezTo>
                      <a:pt x="36" y="38"/>
                      <a:pt x="36" y="38"/>
                      <a:pt x="36" y="38"/>
                    </a:cubicBezTo>
                    <a:cubicBezTo>
                      <a:pt x="39" y="39"/>
                      <a:pt x="41" y="40"/>
                      <a:pt x="43" y="40"/>
                    </a:cubicBezTo>
                    <a:cubicBezTo>
                      <a:pt x="49" y="40"/>
                      <a:pt x="54" y="36"/>
                      <a:pt x="57" y="29"/>
                    </a:cubicBezTo>
                    <a:cubicBezTo>
                      <a:pt x="60" y="20"/>
                      <a:pt x="57" y="13"/>
                      <a:pt x="48" y="10"/>
                    </a:cubicBezTo>
                    <a:cubicBezTo>
                      <a:pt x="45" y="9"/>
                      <a:pt x="43" y="8"/>
                      <a:pt x="41" y="8"/>
                    </a:cubicBezTo>
                    <a:cubicBezTo>
                      <a:pt x="34" y="8"/>
                      <a:pt x="30" y="13"/>
                      <a:pt x="25" y="18"/>
                    </a:cubicBezTo>
                    <a:cubicBezTo>
                      <a:pt x="22" y="21"/>
                      <a:pt x="19" y="23"/>
                      <a:pt x="16" y="23"/>
                    </a:cubicBezTo>
                    <a:cubicBezTo>
                      <a:pt x="15" y="23"/>
                      <a:pt x="14" y="23"/>
                      <a:pt x="13" y="22"/>
                    </a:cubicBezTo>
                    <a:cubicBezTo>
                      <a:pt x="8" y="20"/>
                      <a:pt x="6" y="17"/>
                      <a:pt x="8" y="12"/>
                    </a:cubicBezTo>
                    <a:cubicBezTo>
                      <a:pt x="10" y="8"/>
                      <a:pt x="13" y="6"/>
                      <a:pt x="16" y="6"/>
                    </a:cubicBezTo>
                    <a:cubicBezTo>
                      <a:pt x="18" y="6"/>
                      <a:pt x="19" y="6"/>
                      <a:pt x="21" y="7"/>
                    </a:cubicBezTo>
                    <a:cubicBezTo>
                      <a:pt x="23" y="2"/>
                      <a:pt x="23" y="2"/>
                      <a:pt x="23" y="2"/>
                    </a:cubicBezTo>
                    <a:cubicBezTo>
                      <a:pt x="20" y="1"/>
                      <a:pt x="18" y="0"/>
                      <a:pt x="16" y="0"/>
                    </a:cubicBezTo>
                  </a:path>
                </a:pathLst>
              </a:custGeom>
              <a:solidFill>
                <a:srgbClr val="9DC1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519"/>
              <p:cNvSpPr>
                <a:spLocks/>
              </p:cNvSpPr>
              <p:nvPr/>
            </p:nvSpPr>
            <p:spPr bwMode="auto">
              <a:xfrm>
                <a:off x="4905375" y="3743325"/>
                <a:ext cx="266700" cy="104775"/>
              </a:xfrm>
              <a:custGeom>
                <a:avLst/>
                <a:gdLst>
                  <a:gd name="T0" fmla="*/ 19 w 71"/>
                  <a:gd name="T1" fmla="*/ 0 h 28"/>
                  <a:gd name="T2" fmla="*/ 17 w 71"/>
                  <a:gd name="T3" fmla="*/ 7 h 28"/>
                  <a:gd name="T4" fmla="*/ 2 w 71"/>
                  <a:gd name="T5" fmla="*/ 2 h 28"/>
                  <a:gd name="T6" fmla="*/ 0 w 71"/>
                  <a:gd name="T7" fmla="*/ 8 h 28"/>
                  <a:gd name="T8" fmla="*/ 15 w 71"/>
                  <a:gd name="T9" fmla="*/ 13 h 28"/>
                  <a:gd name="T10" fmla="*/ 14 w 71"/>
                  <a:gd name="T11" fmla="*/ 17 h 28"/>
                  <a:gd name="T12" fmla="*/ 19 w 71"/>
                  <a:gd name="T13" fmla="*/ 19 h 28"/>
                  <a:gd name="T14" fmla="*/ 20 w 71"/>
                  <a:gd name="T15" fmla="*/ 14 h 28"/>
                  <a:gd name="T16" fmla="*/ 60 w 71"/>
                  <a:gd name="T17" fmla="*/ 27 h 28"/>
                  <a:gd name="T18" fmla="*/ 63 w 71"/>
                  <a:gd name="T19" fmla="*/ 28 h 28"/>
                  <a:gd name="T20" fmla="*/ 70 w 71"/>
                  <a:gd name="T21" fmla="*/ 22 h 28"/>
                  <a:gd name="T22" fmla="*/ 71 w 71"/>
                  <a:gd name="T23" fmla="*/ 17 h 28"/>
                  <a:gd name="T24" fmla="*/ 67 w 71"/>
                  <a:gd name="T25" fmla="*/ 16 h 28"/>
                  <a:gd name="T26" fmla="*/ 66 w 71"/>
                  <a:gd name="T27" fmla="*/ 18 h 28"/>
                  <a:gd name="T28" fmla="*/ 62 w 71"/>
                  <a:gd name="T29" fmla="*/ 22 h 28"/>
                  <a:gd name="T30" fmla="*/ 60 w 71"/>
                  <a:gd name="T31" fmla="*/ 21 h 28"/>
                  <a:gd name="T32" fmla="*/ 22 w 71"/>
                  <a:gd name="T33" fmla="*/ 9 h 28"/>
                  <a:gd name="T34" fmla="*/ 24 w 71"/>
                  <a:gd name="T35" fmla="*/ 2 h 28"/>
                  <a:gd name="T36" fmla="*/ 19 w 71"/>
                  <a:gd name="T3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1" h="28">
                    <a:moveTo>
                      <a:pt x="19" y="0"/>
                    </a:moveTo>
                    <a:cubicBezTo>
                      <a:pt x="17" y="7"/>
                      <a:pt x="17" y="7"/>
                      <a:pt x="17" y="7"/>
                    </a:cubicBezTo>
                    <a:cubicBezTo>
                      <a:pt x="2" y="2"/>
                      <a:pt x="2" y="2"/>
                      <a:pt x="2" y="2"/>
                    </a:cubicBezTo>
                    <a:cubicBezTo>
                      <a:pt x="0" y="8"/>
                      <a:pt x="0" y="8"/>
                      <a:pt x="0" y="8"/>
                    </a:cubicBezTo>
                    <a:cubicBezTo>
                      <a:pt x="15" y="13"/>
                      <a:pt x="15" y="13"/>
                      <a:pt x="15" y="13"/>
                    </a:cubicBezTo>
                    <a:cubicBezTo>
                      <a:pt x="14" y="17"/>
                      <a:pt x="14" y="17"/>
                      <a:pt x="14" y="17"/>
                    </a:cubicBezTo>
                    <a:cubicBezTo>
                      <a:pt x="19" y="19"/>
                      <a:pt x="19" y="19"/>
                      <a:pt x="19" y="19"/>
                    </a:cubicBezTo>
                    <a:cubicBezTo>
                      <a:pt x="20" y="14"/>
                      <a:pt x="20" y="14"/>
                      <a:pt x="20" y="14"/>
                    </a:cubicBezTo>
                    <a:cubicBezTo>
                      <a:pt x="60" y="27"/>
                      <a:pt x="60" y="27"/>
                      <a:pt x="60" y="27"/>
                    </a:cubicBezTo>
                    <a:cubicBezTo>
                      <a:pt x="61" y="27"/>
                      <a:pt x="62" y="28"/>
                      <a:pt x="63" y="28"/>
                    </a:cubicBezTo>
                    <a:cubicBezTo>
                      <a:pt x="67" y="28"/>
                      <a:pt x="69" y="25"/>
                      <a:pt x="70" y="22"/>
                    </a:cubicBezTo>
                    <a:cubicBezTo>
                      <a:pt x="71" y="20"/>
                      <a:pt x="71" y="18"/>
                      <a:pt x="71" y="17"/>
                    </a:cubicBezTo>
                    <a:cubicBezTo>
                      <a:pt x="67" y="16"/>
                      <a:pt x="67" y="16"/>
                      <a:pt x="67" y="16"/>
                    </a:cubicBezTo>
                    <a:cubicBezTo>
                      <a:pt x="67" y="16"/>
                      <a:pt x="66" y="17"/>
                      <a:pt x="66" y="18"/>
                    </a:cubicBezTo>
                    <a:cubicBezTo>
                      <a:pt x="65" y="21"/>
                      <a:pt x="64" y="22"/>
                      <a:pt x="62" y="22"/>
                    </a:cubicBezTo>
                    <a:cubicBezTo>
                      <a:pt x="62" y="22"/>
                      <a:pt x="61" y="22"/>
                      <a:pt x="60" y="21"/>
                    </a:cubicBezTo>
                    <a:cubicBezTo>
                      <a:pt x="22" y="9"/>
                      <a:pt x="22" y="9"/>
                      <a:pt x="22" y="9"/>
                    </a:cubicBezTo>
                    <a:cubicBezTo>
                      <a:pt x="24" y="2"/>
                      <a:pt x="24" y="2"/>
                      <a:pt x="24" y="2"/>
                    </a:cubicBezTo>
                    <a:cubicBezTo>
                      <a:pt x="19" y="0"/>
                      <a:pt x="19" y="0"/>
                      <a:pt x="19" y="0"/>
                    </a:cubicBezTo>
                  </a:path>
                </a:pathLst>
              </a:custGeom>
              <a:solidFill>
                <a:srgbClr val="9DC1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520"/>
              <p:cNvSpPr>
                <a:spLocks noEditPoints="1"/>
              </p:cNvSpPr>
              <p:nvPr/>
            </p:nvSpPr>
            <p:spPr bwMode="auto">
              <a:xfrm>
                <a:off x="4976813" y="3641725"/>
                <a:ext cx="228600" cy="134937"/>
              </a:xfrm>
              <a:custGeom>
                <a:avLst/>
                <a:gdLst>
                  <a:gd name="T0" fmla="*/ 23 w 61"/>
                  <a:gd name="T1" fmla="*/ 26 h 36"/>
                  <a:gd name="T2" fmla="*/ 8 w 61"/>
                  <a:gd name="T3" fmla="*/ 12 h 36"/>
                  <a:gd name="T4" fmla="*/ 18 w 61"/>
                  <a:gd name="T5" fmla="*/ 6 h 36"/>
                  <a:gd name="T6" fmla="*/ 28 w 61"/>
                  <a:gd name="T7" fmla="*/ 7 h 36"/>
                  <a:gd name="T8" fmla="*/ 23 w 61"/>
                  <a:gd name="T9" fmla="*/ 26 h 36"/>
                  <a:gd name="T10" fmla="*/ 19 w 61"/>
                  <a:gd name="T11" fmla="*/ 0 h 36"/>
                  <a:gd name="T12" fmla="*/ 4 w 61"/>
                  <a:gd name="T13" fmla="*/ 11 h 36"/>
                  <a:gd name="T14" fmla="*/ 27 w 61"/>
                  <a:gd name="T15" fmla="*/ 33 h 36"/>
                  <a:gd name="T16" fmla="*/ 43 w 61"/>
                  <a:gd name="T17" fmla="*/ 36 h 36"/>
                  <a:gd name="T18" fmla="*/ 58 w 61"/>
                  <a:gd name="T19" fmla="*/ 25 h 36"/>
                  <a:gd name="T20" fmla="*/ 44 w 61"/>
                  <a:gd name="T21" fmla="*/ 6 h 36"/>
                  <a:gd name="T22" fmla="*/ 43 w 61"/>
                  <a:gd name="T23" fmla="*/ 11 h 36"/>
                  <a:gd name="T24" fmla="*/ 54 w 61"/>
                  <a:gd name="T25" fmla="*/ 24 h 36"/>
                  <a:gd name="T26" fmla="*/ 44 w 61"/>
                  <a:gd name="T27" fmla="*/ 30 h 36"/>
                  <a:gd name="T28" fmla="*/ 28 w 61"/>
                  <a:gd name="T29" fmla="*/ 27 h 36"/>
                  <a:gd name="T30" fmla="*/ 35 w 61"/>
                  <a:gd name="T31" fmla="*/ 3 h 36"/>
                  <a:gd name="T32" fmla="*/ 29 w 61"/>
                  <a:gd name="T33" fmla="*/ 2 h 36"/>
                  <a:gd name="T34" fmla="*/ 19 w 61"/>
                  <a:gd name="T35"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36">
                    <a:moveTo>
                      <a:pt x="23" y="26"/>
                    </a:moveTo>
                    <a:cubicBezTo>
                      <a:pt x="17" y="24"/>
                      <a:pt x="6" y="20"/>
                      <a:pt x="8" y="12"/>
                    </a:cubicBezTo>
                    <a:cubicBezTo>
                      <a:pt x="10" y="7"/>
                      <a:pt x="14" y="6"/>
                      <a:pt x="18" y="6"/>
                    </a:cubicBezTo>
                    <a:cubicBezTo>
                      <a:pt x="22" y="6"/>
                      <a:pt x="26" y="6"/>
                      <a:pt x="28" y="7"/>
                    </a:cubicBezTo>
                    <a:cubicBezTo>
                      <a:pt x="23" y="26"/>
                      <a:pt x="23" y="26"/>
                      <a:pt x="23" y="26"/>
                    </a:cubicBezTo>
                    <a:moveTo>
                      <a:pt x="19" y="0"/>
                    </a:moveTo>
                    <a:cubicBezTo>
                      <a:pt x="12" y="0"/>
                      <a:pt x="6" y="3"/>
                      <a:pt x="4" y="11"/>
                    </a:cubicBezTo>
                    <a:cubicBezTo>
                      <a:pt x="0" y="25"/>
                      <a:pt x="17" y="30"/>
                      <a:pt x="27" y="33"/>
                    </a:cubicBezTo>
                    <a:cubicBezTo>
                      <a:pt x="32" y="34"/>
                      <a:pt x="38" y="36"/>
                      <a:pt x="43" y="36"/>
                    </a:cubicBezTo>
                    <a:cubicBezTo>
                      <a:pt x="50" y="36"/>
                      <a:pt x="56" y="33"/>
                      <a:pt x="58" y="25"/>
                    </a:cubicBezTo>
                    <a:cubicBezTo>
                      <a:pt x="61" y="15"/>
                      <a:pt x="53" y="8"/>
                      <a:pt x="44" y="6"/>
                    </a:cubicBezTo>
                    <a:cubicBezTo>
                      <a:pt x="43" y="11"/>
                      <a:pt x="43" y="11"/>
                      <a:pt x="43" y="11"/>
                    </a:cubicBezTo>
                    <a:cubicBezTo>
                      <a:pt x="49" y="13"/>
                      <a:pt x="56" y="16"/>
                      <a:pt x="54" y="24"/>
                    </a:cubicBezTo>
                    <a:cubicBezTo>
                      <a:pt x="52" y="29"/>
                      <a:pt x="49" y="30"/>
                      <a:pt x="44" y="30"/>
                    </a:cubicBezTo>
                    <a:cubicBezTo>
                      <a:pt x="39" y="30"/>
                      <a:pt x="34" y="29"/>
                      <a:pt x="28" y="27"/>
                    </a:cubicBezTo>
                    <a:cubicBezTo>
                      <a:pt x="35" y="3"/>
                      <a:pt x="35" y="3"/>
                      <a:pt x="35" y="3"/>
                    </a:cubicBezTo>
                    <a:cubicBezTo>
                      <a:pt x="29" y="2"/>
                      <a:pt x="29" y="2"/>
                      <a:pt x="29" y="2"/>
                    </a:cubicBezTo>
                    <a:cubicBezTo>
                      <a:pt x="26" y="1"/>
                      <a:pt x="23" y="0"/>
                      <a:pt x="19" y="0"/>
                    </a:cubicBezTo>
                  </a:path>
                </a:pathLst>
              </a:custGeom>
              <a:solidFill>
                <a:srgbClr val="9DC1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521"/>
              <p:cNvSpPr>
                <a:spLocks noEditPoints="1"/>
              </p:cNvSpPr>
              <p:nvPr/>
            </p:nvSpPr>
            <p:spPr bwMode="auto">
              <a:xfrm>
                <a:off x="5018088" y="3490913"/>
                <a:ext cx="269875" cy="161925"/>
              </a:xfrm>
              <a:custGeom>
                <a:avLst/>
                <a:gdLst>
                  <a:gd name="T0" fmla="*/ 39 w 72"/>
                  <a:gd name="T1" fmla="*/ 30 h 43"/>
                  <a:gd name="T2" fmla="*/ 26 w 72"/>
                  <a:gd name="T3" fmla="*/ 28 h 43"/>
                  <a:gd name="T4" fmla="*/ 6 w 72"/>
                  <a:gd name="T5" fmla="*/ 14 h 43"/>
                  <a:gd name="T6" fmla="*/ 19 w 72"/>
                  <a:gd name="T7" fmla="*/ 6 h 43"/>
                  <a:gd name="T8" fmla="*/ 30 w 72"/>
                  <a:gd name="T9" fmla="*/ 7 h 43"/>
                  <a:gd name="T10" fmla="*/ 52 w 72"/>
                  <a:gd name="T11" fmla="*/ 23 h 43"/>
                  <a:gd name="T12" fmla="*/ 39 w 72"/>
                  <a:gd name="T13" fmla="*/ 30 h 43"/>
                  <a:gd name="T14" fmla="*/ 19 w 72"/>
                  <a:gd name="T15" fmla="*/ 0 h 43"/>
                  <a:gd name="T16" fmla="*/ 1 w 72"/>
                  <a:gd name="T17" fmla="*/ 13 h 43"/>
                  <a:gd name="T18" fmla="*/ 5 w 72"/>
                  <a:gd name="T19" fmla="*/ 24 h 43"/>
                  <a:gd name="T20" fmla="*/ 5 w 72"/>
                  <a:gd name="T21" fmla="*/ 25 h 43"/>
                  <a:gd name="T22" fmla="*/ 1 w 72"/>
                  <a:gd name="T23" fmla="*/ 24 h 43"/>
                  <a:gd name="T24" fmla="*/ 0 w 72"/>
                  <a:gd name="T25" fmla="*/ 29 h 43"/>
                  <a:gd name="T26" fmla="*/ 71 w 72"/>
                  <a:gd name="T27" fmla="*/ 43 h 43"/>
                  <a:gd name="T28" fmla="*/ 72 w 72"/>
                  <a:gd name="T29" fmla="*/ 37 h 43"/>
                  <a:gd name="T30" fmla="*/ 49 w 72"/>
                  <a:gd name="T31" fmla="*/ 33 h 43"/>
                  <a:gd name="T32" fmla="*/ 57 w 72"/>
                  <a:gd name="T33" fmla="*/ 23 h 43"/>
                  <a:gd name="T34" fmla="*/ 31 w 72"/>
                  <a:gd name="T35" fmla="*/ 1 h 43"/>
                  <a:gd name="T36" fmla="*/ 19 w 72"/>
                  <a:gd name="T37"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2" h="43">
                    <a:moveTo>
                      <a:pt x="39" y="30"/>
                    </a:moveTo>
                    <a:cubicBezTo>
                      <a:pt x="35" y="30"/>
                      <a:pt x="30" y="29"/>
                      <a:pt x="26" y="28"/>
                    </a:cubicBezTo>
                    <a:cubicBezTo>
                      <a:pt x="18" y="27"/>
                      <a:pt x="4" y="24"/>
                      <a:pt x="6" y="14"/>
                    </a:cubicBezTo>
                    <a:cubicBezTo>
                      <a:pt x="7" y="7"/>
                      <a:pt x="13" y="6"/>
                      <a:pt x="19" y="6"/>
                    </a:cubicBezTo>
                    <a:cubicBezTo>
                      <a:pt x="23" y="6"/>
                      <a:pt x="27" y="6"/>
                      <a:pt x="30" y="7"/>
                    </a:cubicBezTo>
                    <a:cubicBezTo>
                      <a:pt x="43" y="9"/>
                      <a:pt x="54" y="13"/>
                      <a:pt x="52" y="23"/>
                    </a:cubicBezTo>
                    <a:cubicBezTo>
                      <a:pt x="51" y="28"/>
                      <a:pt x="46" y="30"/>
                      <a:pt x="39" y="30"/>
                    </a:cubicBezTo>
                    <a:moveTo>
                      <a:pt x="19" y="0"/>
                    </a:moveTo>
                    <a:cubicBezTo>
                      <a:pt x="11" y="0"/>
                      <a:pt x="3" y="3"/>
                      <a:pt x="1" y="13"/>
                    </a:cubicBezTo>
                    <a:cubicBezTo>
                      <a:pt x="0" y="17"/>
                      <a:pt x="2" y="22"/>
                      <a:pt x="5" y="24"/>
                    </a:cubicBezTo>
                    <a:cubicBezTo>
                      <a:pt x="5" y="25"/>
                      <a:pt x="5" y="25"/>
                      <a:pt x="5" y="25"/>
                    </a:cubicBezTo>
                    <a:cubicBezTo>
                      <a:pt x="1" y="24"/>
                      <a:pt x="1" y="24"/>
                      <a:pt x="1" y="24"/>
                    </a:cubicBezTo>
                    <a:cubicBezTo>
                      <a:pt x="0" y="29"/>
                      <a:pt x="0" y="29"/>
                      <a:pt x="0" y="29"/>
                    </a:cubicBezTo>
                    <a:cubicBezTo>
                      <a:pt x="71" y="43"/>
                      <a:pt x="71" y="43"/>
                      <a:pt x="71" y="43"/>
                    </a:cubicBezTo>
                    <a:cubicBezTo>
                      <a:pt x="72" y="37"/>
                      <a:pt x="72" y="37"/>
                      <a:pt x="72" y="37"/>
                    </a:cubicBezTo>
                    <a:cubicBezTo>
                      <a:pt x="49" y="33"/>
                      <a:pt x="49" y="33"/>
                      <a:pt x="49" y="33"/>
                    </a:cubicBezTo>
                    <a:cubicBezTo>
                      <a:pt x="54" y="31"/>
                      <a:pt x="56" y="27"/>
                      <a:pt x="57" y="23"/>
                    </a:cubicBezTo>
                    <a:cubicBezTo>
                      <a:pt x="60" y="9"/>
                      <a:pt x="45" y="4"/>
                      <a:pt x="31" y="1"/>
                    </a:cubicBezTo>
                    <a:cubicBezTo>
                      <a:pt x="27" y="1"/>
                      <a:pt x="23" y="0"/>
                      <a:pt x="19" y="0"/>
                    </a:cubicBezTo>
                  </a:path>
                </a:pathLst>
              </a:custGeom>
              <a:solidFill>
                <a:srgbClr val="9DC1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sp>
        <p:nvSpPr>
          <p:cNvPr id="55" name="文本框 54"/>
          <p:cNvSpPr txBox="1"/>
          <p:nvPr/>
        </p:nvSpPr>
        <p:spPr>
          <a:xfrm>
            <a:off x="4139317" y="1058393"/>
            <a:ext cx="3913366"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56" name="Rectangle 58"/>
          <p:cNvSpPr/>
          <p:nvPr/>
        </p:nvSpPr>
        <p:spPr>
          <a:xfrm>
            <a:off x="3614043" y="1478661"/>
            <a:ext cx="4963915"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单击此处添加副标题</a:t>
            </a:r>
          </a:p>
        </p:txBody>
      </p:sp>
      <p:sp>
        <p:nvSpPr>
          <p:cNvPr id="57" name="文本框 56"/>
          <p:cNvSpPr txBox="1"/>
          <p:nvPr/>
        </p:nvSpPr>
        <p:spPr>
          <a:xfrm>
            <a:off x="5257901" y="4283536"/>
            <a:ext cx="1669461"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p:txBody>
      </p:sp>
      <p:sp>
        <p:nvSpPr>
          <p:cNvPr id="58" name="Rectangle 58"/>
          <p:cNvSpPr/>
          <p:nvPr/>
        </p:nvSpPr>
        <p:spPr>
          <a:xfrm>
            <a:off x="5370566" y="4703804"/>
            <a:ext cx="1458887"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添加内容</a:t>
            </a:r>
          </a:p>
        </p:txBody>
      </p:sp>
      <p:grpSp>
        <p:nvGrpSpPr>
          <p:cNvPr id="59" name="组合 58"/>
          <p:cNvGrpSpPr/>
          <p:nvPr/>
        </p:nvGrpSpPr>
        <p:grpSpPr>
          <a:xfrm>
            <a:off x="5754356" y="3393228"/>
            <a:ext cx="683288" cy="894291"/>
            <a:chOff x="2951163" y="2495550"/>
            <a:chExt cx="1208088" cy="1581150"/>
          </a:xfrm>
          <a:solidFill>
            <a:schemeClr val="bg1">
              <a:lumMod val="50000"/>
            </a:schemeClr>
          </a:solidFill>
        </p:grpSpPr>
        <p:sp>
          <p:nvSpPr>
            <p:cNvPr id="60" name="Freeform 29"/>
            <p:cNvSpPr>
              <a:spLocks/>
            </p:cNvSpPr>
            <p:nvPr/>
          </p:nvSpPr>
          <p:spPr bwMode="auto">
            <a:xfrm>
              <a:off x="2978150" y="2911475"/>
              <a:ext cx="230188" cy="306388"/>
            </a:xfrm>
            <a:custGeom>
              <a:avLst/>
              <a:gdLst>
                <a:gd name="T0" fmla="*/ 69 w 79"/>
                <a:gd name="T1" fmla="*/ 40 h 105"/>
                <a:gd name="T2" fmla="*/ 70 w 79"/>
                <a:gd name="T3" fmla="*/ 3 h 105"/>
                <a:gd name="T4" fmla="*/ 52 w 79"/>
                <a:gd name="T5" fmla="*/ 0 h 105"/>
                <a:gd name="T6" fmla="*/ 0 w 79"/>
                <a:gd name="T7" fmla="*/ 52 h 105"/>
                <a:gd name="T8" fmla="*/ 52 w 79"/>
                <a:gd name="T9" fmla="*/ 105 h 105"/>
                <a:gd name="T10" fmla="*/ 79 w 79"/>
                <a:gd name="T11" fmla="*/ 97 h 105"/>
                <a:gd name="T12" fmla="*/ 69 w 79"/>
                <a:gd name="T13" fmla="*/ 40 h 105"/>
              </a:gdLst>
              <a:ahLst/>
              <a:cxnLst>
                <a:cxn ang="0">
                  <a:pos x="T0" y="T1"/>
                </a:cxn>
                <a:cxn ang="0">
                  <a:pos x="T2" y="T3"/>
                </a:cxn>
                <a:cxn ang="0">
                  <a:pos x="T4" y="T5"/>
                </a:cxn>
                <a:cxn ang="0">
                  <a:pos x="T6" y="T7"/>
                </a:cxn>
                <a:cxn ang="0">
                  <a:pos x="T8" y="T9"/>
                </a:cxn>
                <a:cxn ang="0">
                  <a:pos x="T10" y="T11"/>
                </a:cxn>
                <a:cxn ang="0">
                  <a:pos x="T12" y="T13"/>
                </a:cxn>
              </a:cxnLst>
              <a:rect l="0" t="0" r="r" b="b"/>
              <a:pathLst>
                <a:path w="79" h="105">
                  <a:moveTo>
                    <a:pt x="69" y="40"/>
                  </a:moveTo>
                  <a:cubicBezTo>
                    <a:pt x="69" y="25"/>
                    <a:pt x="62" y="15"/>
                    <a:pt x="70" y="3"/>
                  </a:cubicBezTo>
                  <a:cubicBezTo>
                    <a:pt x="65" y="1"/>
                    <a:pt x="59" y="0"/>
                    <a:pt x="52" y="0"/>
                  </a:cubicBezTo>
                  <a:cubicBezTo>
                    <a:pt x="23" y="0"/>
                    <a:pt x="0" y="24"/>
                    <a:pt x="0" y="52"/>
                  </a:cubicBezTo>
                  <a:cubicBezTo>
                    <a:pt x="0" y="81"/>
                    <a:pt x="23" y="105"/>
                    <a:pt x="52" y="105"/>
                  </a:cubicBezTo>
                  <a:cubicBezTo>
                    <a:pt x="62" y="105"/>
                    <a:pt x="71" y="102"/>
                    <a:pt x="79" y="97"/>
                  </a:cubicBezTo>
                  <a:cubicBezTo>
                    <a:pt x="75" y="84"/>
                    <a:pt x="69" y="60"/>
                    <a:pt x="69"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30"/>
            <p:cNvSpPr>
              <a:spLocks/>
            </p:cNvSpPr>
            <p:nvPr/>
          </p:nvSpPr>
          <p:spPr bwMode="auto">
            <a:xfrm>
              <a:off x="3900488" y="2911475"/>
              <a:ext cx="228600" cy="306388"/>
            </a:xfrm>
            <a:custGeom>
              <a:avLst/>
              <a:gdLst>
                <a:gd name="T0" fmla="*/ 10 w 79"/>
                <a:gd name="T1" fmla="*/ 40 h 105"/>
                <a:gd name="T2" fmla="*/ 9 w 79"/>
                <a:gd name="T3" fmla="*/ 3 h 105"/>
                <a:gd name="T4" fmla="*/ 27 w 79"/>
                <a:gd name="T5" fmla="*/ 0 h 105"/>
                <a:gd name="T6" fmla="*/ 79 w 79"/>
                <a:gd name="T7" fmla="*/ 52 h 105"/>
                <a:gd name="T8" fmla="*/ 27 w 79"/>
                <a:gd name="T9" fmla="*/ 105 h 105"/>
                <a:gd name="T10" fmla="*/ 0 w 79"/>
                <a:gd name="T11" fmla="*/ 97 h 105"/>
                <a:gd name="T12" fmla="*/ 10 w 79"/>
                <a:gd name="T13" fmla="*/ 40 h 105"/>
              </a:gdLst>
              <a:ahLst/>
              <a:cxnLst>
                <a:cxn ang="0">
                  <a:pos x="T0" y="T1"/>
                </a:cxn>
                <a:cxn ang="0">
                  <a:pos x="T2" y="T3"/>
                </a:cxn>
                <a:cxn ang="0">
                  <a:pos x="T4" y="T5"/>
                </a:cxn>
                <a:cxn ang="0">
                  <a:pos x="T6" y="T7"/>
                </a:cxn>
                <a:cxn ang="0">
                  <a:pos x="T8" y="T9"/>
                </a:cxn>
                <a:cxn ang="0">
                  <a:pos x="T10" y="T11"/>
                </a:cxn>
                <a:cxn ang="0">
                  <a:pos x="T12" y="T13"/>
                </a:cxn>
              </a:cxnLst>
              <a:rect l="0" t="0" r="r" b="b"/>
              <a:pathLst>
                <a:path w="79" h="105">
                  <a:moveTo>
                    <a:pt x="10" y="40"/>
                  </a:moveTo>
                  <a:cubicBezTo>
                    <a:pt x="10" y="25"/>
                    <a:pt x="17" y="15"/>
                    <a:pt x="9" y="3"/>
                  </a:cubicBezTo>
                  <a:cubicBezTo>
                    <a:pt x="15" y="1"/>
                    <a:pt x="21" y="0"/>
                    <a:pt x="27" y="0"/>
                  </a:cubicBezTo>
                  <a:cubicBezTo>
                    <a:pt x="56" y="0"/>
                    <a:pt x="79" y="24"/>
                    <a:pt x="79" y="52"/>
                  </a:cubicBezTo>
                  <a:cubicBezTo>
                    <a:pt x="79" y="81"/>
                    <a:pt x="56" y="105"/>
                    <a:pt x="27" y="105"/>
                  </a:cubicBezTo>
                  <a:cubicBezTo>
                    <a:pt x="17" y="105"/>
                    <a:pt x="8" y="102"/>
                    <a:pt x="0" y="97"/>
                  </a:cubicBezTo>
                  <a:cubicBezTo>
                    <a:pt x="4" y="84"/>
                    <a:pt x="10" y="60"/>
                    <a:pt x="10"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31"/>
            <p:cNvSpPr>
              <a:spLocks/>
            </p:cNvSpPr>
            <p:nvPr/>
          </p:nvSpPr>
          <p:spPr bwMode="auto">
            <a:xfrm>
              <a:off x="3481388" y="3570288"/>
              <a:ext cx="147638" cy="328613"/>
            </a:xfrm>
            <a:custGeom>
              <a:avLst/>
              <a:gdLst>
                <a:gd name="T0" fmla="*/ 25 w 93"/>
                <a:gd name="T1" fmla="*/ 0 h 207"/>
                <a:gd name="T2" fmla="*/ 0 w 93"/>
                <a:gd name="T3" fmla="*/ 145 h 207"/>
                <a:gd name="T4" fmla="*/ 47 w 93"/>
                <a:gd name="T5" fmla="*/ 207 h 207"/>
                <a:gd name="T6" fmla="*/ 93 w 93"/>
                <a:gd name="T7" fmla="*/ 143 h 207"/>
                <a:gd name="T8" fmla="*/ 68 w 93"/>
                <a:gd name="T9" fmla="*/ 0 h 207"/>
                <a:gd name="T10" fmla="*/ 25 w 93"/>
                <a:gd name="T11" fmla="*/ 0 h 207"/>
              </a:gdLst>
              <a:ahLst/>
              <a:cxnLst>
                <a:cxn ang="0">
                  <a:pos x="T0" y="T1"/>
                </a:cxn>
                <a:cxn ang="0">
                  <a:pos x="T2" y="T3"/>
                </a:cxn>
                <a:cxn ang="0">
                  <a:pos x="T4" y="T5"/>
                </a:cxn>
                <a:cxn ang="0">
                  <a:pos x="T6" y="T7"/>
                </a:cxn>
                <a:cxn ang="0">
                  <a:pos x="T8" y="T9"/>
                </a:cxn>
                <a:cxn ang="0">
                  <a:pos x="T10" y="T11"/>
                </a:cxn>
              </a:cxnLst>
              <a:rect l="0" t="0" r="r" b="b"/>
              <a:pathLst>
                <a:path w="93" h="207">
                  <a:moveTo>
                    <a:pt x="25" y="0"/>
                  </a:moveTo>
                  <a:lnTo>
                    <a:pt x="0" y="145"/>
                  </a:lnTo>
                  <a:lnTo>
                    <a:pt x="47" y="207"/>
                  </a:lnTo>
                  <a:lnTo>
                    <a:pt x="93" y="143"/>
                  </a:lnTo>
                  <a:lnTo>
                    <a:pt x="68" y="0"/>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32"/>
            <p:cNvSpPr>
              <a:spLocks/>
            </p:cNvSpPr>
            <p:nvPr/>
          </p:nvSpPr>
          <p:spPr bwMode="auto">
            <a:xfrm>
              <a:off x="3471863" y="3433763"/>
              <a:ext cx="166688" cy="115888"/>
            </a:xfrm>
            <a:custGeom>
              <a:avLst/>
              <a:gdLst>
                <a:gd name="T0" fmla="*/ 21 w 57"/>
                <a:gd name="T1" fmla="*/ 7 h 40"/>
                <a:gd name="T2" fmla="*/ 0 w 57"/>
                <a:gd name="T3" fmla="*/ 5 h 40"/>
                <a:gd name="T4" fmla="*/ 0 w 57"/>
                <a:gd name="T5" fmla="*/ 14 h 40"/>
                <a:gd name="T6" fmla="*/ 1 w 57"/>
                <a:gd name="T7" fmla="*/ 13 h 40"/>
                <a:gd name="T8" fmla="*/ 18 w 57"/>
                <a:gd name="T9" fmla="*/ 40 h 40"/>
                <a:gd name="T10" fmla="*/ 40 w 57"/>
                <a:gd name="T11" fmla="*/ 40 h 40"/>
                <a:gd name="T12" fmla="*/ 56 w 57"/>
                <a:gd name="T13" fmla="*/ 15 h 40"/>
                <a:gd name="T14" fmla="*/ 57 w 57"/>
                <a:gd name="T15" fmla="*/ 0 h 40"/>
                <a:gd name="T16" fmla="*/ 21 w 57"/>
                <a:gd name="T17" fmla="*/ 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40">
                  <a:moveTo>
                    <a:pt x="21" y="7"/>
                  </a:moveTo>
                  <a:cubicBezTo>
                    <a:pt x="14" y="7"/>
                    <a:pt x="7" y="7"/>
                    <a:pt x="0" y="5"/>
                  </a:cubicBezTo>
                  <a:cubicBezTo>
                    <a:pt x="0" y="8"/>
                    <a:pt x="0" y="11"/>
                    <a:pt x="0" y="14"/>
                  </a:cubicBezTo>
                  <a:cubicBezTo>
                    <a:pt x="0" y="13"/>
                    <a:pt x="1" y="13"/>
                    <a:pt x="1" y="13"/>
                  </a:cubicBezTo>
                  <a:cubicBezTo>
                    <a:pt x="18" y="40"/>
                    <a:pt x="18" y="40"/>
                    <a:pt x="18" y="40"/>
                  </a:cubicBezTo>
                  <a:cubicBezTo>
                    <a:pt x="40" y="40"/>
                    <a:pt x="40" y="40"/>
                    <a:pt x="40" y="40"/>
                  </a:cubicBezTo>
                  <a:cubicBezTo>
                    <a:pt x="56" y="15"/>
                    <a:pt x="56" y="15"/>
                    <a:pt x="56" y="15"/>
                  </a:cubicBezTo>
                  <a:cubicBezTo>
                    <a:pt x="56" y="10"/>
                    <a:pt x="56" y="5"/>
                    <a:pt x="57" y="0"/>
                  </a:cubicBezTo>
                  <a:cubicBezTo>
                    <a:pt x="46" y="5"/>
                    <a:pt x="34" y="7"/>
                    <a:pt x="2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33"/>
            <p:cNvSpPr>
              <a:spLocks noEditPoints="1"/>
            </p:cNvSpPr>
            <p:nvPr/>
          </p:nvSpPr>
          <p:spPr bwMode="auto">
            <a:xfrm>
              <a:off x="3140075" y="2582863"/>
              <a:ext cx="827088" cy="827088"/>
            </a:xfrm>
            <a:custGeom>
              <a:avLst/>
              <a:gdLst>
                <a:gd name="T0" fmla="*/ 0 w 284"/>
                <a:gd name="T1" fmla="*/ 142 h 284"/>
                <a:gd name="T2" fmla="*/ 142 w 284"/>
                <a:gd name="T3" fmla="*/ 0 h 284"/>
                <a:gd name="T4" fmla="*/ 142 w 284"/>
                <a:gd name="T5" fmla="*/ 0 h 284"/>
                <a:gd name="T6" fmla="*/ 284 w 284"/>
                <a:gd name="T7" fmla="*/ 142 h 284"/>
                <a:gd name="T8" fmla="*/ 284 w 284"/>
                <a:gd name="T9" fmla="*/ 142 h 284"/>
                <a:gd name="T10" fmla="*/ 142 w 284"/>
                <a:gd name="T11" fmla="*/ 284 h 284"/>
                <a:gd name="T12" fmla="*/ 142 w 284"/>
                <a:gd name="T13" fmla="*/ 284 h 284"/>
                <a:gd name="T14" fmla="*/ 0 w 284"/>
                <a:gd name="T15" fmla="*/ 142 h 284"/>
                <a:gd name="T16" fmla="*/ 25 w 284"/>
                <a:gd name="T17" fmla="*/ 142 h 284"/>
                <a:gd name="T18" fmla="*/ 142 w 284"/>
                <a:gd name="T19" fmla="*/ 260 h 284"/>
                <a:gd name="T20" fmla="*/ 142 w 284"/>
                <a:gd name="T21" fmla="*/ 260 h 284"/>
                <a:gd name="T22" fmla="*/ 260 w 284"/>
                <a:gd name="T23" fmla="*/ 142 h 284"/>
                <a:gd name="T24" fmla="*/ 260 w 284"/>
                <a:gd name="T25" fmla="*/ 142 h 284"/>
                <a:gd name="T26" fmla="*/ 142 w 284"/>
                <a:gd name="T27" fmla="*/ 24 h 284"/>
                <a:gd name="T28" fmla="*/ 142 w 284"/>
                <a:gd name="T29" fmla="*/ 24 h 284"/>
                <a:gd name="T30" fmla="*/ 25 w 284"/>
                <a:gd name="T31" fmla="*/ 142 h 284"/>
                <a:gd name="T32" fmla="*/ 25 w 284"/>
                <a:gd name="T33" fmla="*/ 142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4" h="284">
                  <a:moveTo>
                    <a:pt x="0" y="142"/>
                  </a:moveTo>
                  <a:cubicBezTo>
                    <a:pt x="0" y="63"/>
                    <a:pt x="64" y="0"/>
                    <a:pt x="142" y="0"/>
                  </a:cubicBezTo>
                  <a:cubicBezTo>
                    <a:pt x="142" y="0"/>
                    <a:pt x="142" y="0"/>
                    <a:pt x="142" y="0"/>
                  </a:cubicBezTo>
                  <a:cubicBezTo>
                    <a:pt x="221" y="0"/>
                    <a:pt x="284" y="63"/>
                    <a:pt x="284" y="142"/>
                  </a:cubicBezTo>
                  <a:cubicBezTo>
                    <a:pt x="284" y="142"/>
                    <a:pt x="284" y="142"/>
                    <a:pt x="284" y="142"/>
                  </a:cubicBezTo>
                  <a:cubicBezTo>
                    <a:pt x="284" y="220"/>
                    <a:pt x="221" y="284"/>
                    <a:pt x="142" y="284"/>
                  </a:cubicBezTo>
                  <a:cubicBezTo>
                    <a:pt x="142" y="284"/>
                    <a:pt x="142" y="284"/>
                    <a:pt x="142" y="284"/>
                  </a:cubicBezTo>
                  <a:cubicBezTo>
                    <a:pt x="64" y="284"/>
                    <a:pt x="0" y="220"/>
                    <a:pt x="0" y="142"/>
                  </a:cubicBezTo>
                  <a:close/>
                  <a:moveTo>
                    <a:pt x="25" y="142"/>
                  </a:moveTo>
                  <a:cubicBezTo>
                    <a:pt x="25" y="207"/>
                    <a:pt x="77" y="259"/>
                    <a:pt x="142" y="260"/>
                  </a:cubicBezTo>
                  <a:cubicBezTo>
                    <a:pt x="142" y="260"/>
                    <a:pt x="142" y="260"/>
                    <a:pt x="142" y="260"/>
                  </a:cubicBezTo>
                  <a:cubicBezTo>
                    <a:pt x="207" y="259"/>
                    <a:pt x="260" y="207"/>
                    <a:pt x="260" y="142"/>
                  </a:cubicBezTo>
                  <a:cubicBezTo>
                    <a:pt x="260" y="142"/>
                    <a:pt x="260" y="142"/>
                    <a:pt x="260" y="142"/>
                  </a:cubicBezTo>
                  <a:cubicBezTo>
                    <a:pt x="260" y="77"/>
                    <a:pt x="207" y="24"/>
                    <a:pt x="142" y="24"/>
                  </a:cubicBezTo>
                  <a:cubicBezTo>
                    <a:pt x="142" y="24"/>
                    <a:pt x="142" y="24"/>
                    <a:pt x="142" y="24"/>
                  </a:cubicBezTo>
                  <a:cubicBezTo>
                    <a:pt x="77" y="24"/>
                    <a:pt x="25" y="77"/>
                    <a:pt x="25" y="142"/>
                  </a:cubicBezTo>
                  <a:cubicBezTo>
                    <a:pt x="25" y="142"/>
                    <a:pt x="25" y="142"/>
                    <a:pt x="25" y="1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34"/>
            <p:cNvSpPr>
              <a:spLocks/>
            </p:cNvSpPr>
            <p:nvPr/>
          </p:nvSpPr>
          <p:spPr bwMode="auto">
            <a:xfrm>
              <a:off x="3068638" y="2495550"/>
              <a:ext cx="971550" cy="454025"/>
            </a:xfrm>
            <a:custGeom>
              <a:avLst/>
              <a:gdLst>
                <a:gd name="T0" fmla="*/ 0 w 334"/>
                <a:gd name="T1" fmla="*/ 155 h 156"/>
                <a:gd name="T2" fmla="*/ 167 w 334"/>
                <a:gd name="T3" fmla="*/ 0 h 156"/>
                <a:gd name="T4" fmla="*/ 167 w 334"/>
                <a:gd name="T5" fmla="*/ 0 h 156"/>
                <a:gd name="T6" fmla="*/ 334 w 334"/>
                <a:gd name="T7" fmla="*/ 155 h 156"/>
                <a:gd name="T8" fmla="*/ 334 w 334"/>
                <a:gd name="T9" fmla="*/ 155 h 156"/>
                <a:gd name="T10" fmla="*/ 322 w 334"/>
                <a:gd name="T11" fmla="*/ 155 h 156"/>
                <a:gd name="T12" fmla="*/ 167 w 334"/>
                <a:gd name="T13" fmla="*/ 12 h 156"/>
                <a:gd name="T14" fmla="*/ 167 w 334"/>
                <a:gd name="T15" fmla="*/ 12 h 156"/>
                <a:gd name="T16" fmla="*/ 12 w 334"/>
                <a:gd name="T17" fmla="*/ 156 h 156"/>
                <a:gd name="T18" fmla="*/ 12 w 334"/>
                <a:gd name="T19" fmla="*/ 156 h 156"/>
                <a:gd name="T20" fmla="*/ 0 w 334"/>
                <a:gd name="T21" fmla="*/ 155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4" h="156">
                  <a:moveTo>
                    <a:pt x="0" y="155"/>
                  </a:moveTo>
                  <a:cubicBezTo>
                    <a:pt x="7" y="68"/>
                    <a:pt x="79" y="0"/>
                    <a:pt x="167" y="0"/>
                  </a:cubicBezTo>
                  <a:cubicBezTo>
                    <a:pt x="167" y="0"/>
                    <a:pt x="167" y="0"/>
                    <a:pt x="167" y="0"/>
                  </a:cubicBezTo>
                  <a:cubicBezTo>
                    <a:pt x="255" y="0"/>
                    <a:pt x="328" y="68"/>
                    <a:pt x="334" y="155"/>
                  </a:cubicBezTo>
                  <a:cubicBezTo>
                    <a:pt x="334" y="155"/>
                    <a:pt x="334" y="155"/>
                    <a:pt x="334" y="155"/>
                  </a:cubicBezTo>
                  <a:cubicBezTo>
                    <a:pt x="322" y="155"/>
                    <a:pt x="322" y="155"/>
                    <a:pt x="322" y="155"/>
                  </a:cubicBezTo>
                  <a:cubicBezTo>
                    <a:pt x="316" y="75"/>
                    <a:pt x="249" y="12"/>
                    <a:pt x="167" y="12"/>
                  </a:cubicBezTo>
                  <a:cubicBezTo>
                    <a:pt x="167" y="12"/>
                    <a:pt x="167" y="12"/>
                    <a:pt x="167" y="12"/>
                  </a:cubicBezTo>
                  <a:cubicBezTo>
                    <a:pt x="85" y="12"/>
                    <a:pt x="18" y="75"/>
                    <a:pt x="12" y="156"/>
                  </a:cubicBezTo>
                  <a:cubicBezTo>
                    <a:pt x="12" y="156"/>
                    <a:pt x="12" y="156"/>
                    <a:pt x="12" y="156"/>
                  </a:cubicBezTo>
                  <a:cubicBezTo>
                    <a:pt x="0" y="155"/>
                    <a:pt x="0" y="155"/>
                    <a:pt x="0" y="1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35"/>
            <p:cNvSpPr>
              <a:spLocks/>
            </p:cNvSpPr>
            <p:nvPr/>
          </p:nvSpPr>
          <p:spPr bwMode="auto">
            <a:xfrm>
              <a:off x="2951163" y="3378200"/>
              <a:ext cx="1208088" cy="698500"/>
            </a:xfrm>
            <a:custGeom>
              <a:avLst/>
              <a:gdLst>
                <a:gd name="T0" fmla="*/ 382 w 415"/>
                <a:gd name="T1" fmla="*/ 223 h 240"/>
                <a:gd name="T2" fmla="*/ 326 w 415"/>
                <a:gd name="T3" fmla="*/ 80 h 240"/>
                <a:gd name="T4" fmla="*/ 326 w 415"/>
                <a:gd name="T5" fmla="*/ 80 h 240"/>
                <a:gd name="T6" fmla="*/ 207 w 415"/>
                <a:gd name="T7" fmla="*/ 33 h 240"/>
                <a:gd name="T8" fmla="*/ 207 w 415"/>
                <a:gd name="T9" fmla="*/ 33 h 240"/>
                <a:gd name="T10" fmla="*/ 161 w 415"/>
                <a:gd name="T11" fmla="*/ 39 h 240"/>
                <a:gd name="T12" fmla="*/ 161 w 415"/>
                <a:gd name="T13" fmla="*/ 39 h 240"/>
                <a:gd name="T14" fmla="*/ 60 w 415"/>
                <a:gd name="T15" fmla="*/ 114 h 240"/>
                <a:gd name="T16" fmla="*/ 60 w 415"/>
                <a:gd name="T17" fmla="*/ 114 h 240"/>
                <a:gd name="T18" fmla="*/ 33 w 415"/>
                <a:gd name="T19" fmla="*/ 223 h 240"/>
                <a:gd name="T20" fmla="*/ 33 w 415"/>
                <a:gd name="T21" fmla="*/ 223 h 240"/>
                <a:gd name="T22" fmla="*/ 16 w 415"/>
                <a:gd name="T23" fmla="*/ 240 h 240"/>
                <a:gd name="T24" fmla="*/ 16 w 415"/>
                <a:gd name="T25" fmla="*/ 240 h 240"/>
                <a:gd name="T26" fmla="*/ 0 w 415"/>
                <a:gd name="T27" fmla="*/ 223 h 240"/>
                <a:gd name="T28" fmla="*/ 0 w 415"/>
                <a:gd name="T29" fmla="*/ 223 h 240"/>
                <a:gd name="T30" fmla="*/ 32 w 415"/>
                <a:gd name="T31" fmla="*/ 97 h 240"/>
                <a:gd name="T32" fmla="*/ 32 w 415"/>
                <a:gd name="T33" fmla="*/ 97 h 240"/>
                <a:gd name="T34" fmla="*/ 152 w 415"/>
                <a:gd name="T35" fmla="*/ 8 h 240"/>
                <a:gd name="T36" fmla="*/ 152 w 415"/>
                <a:gd name="T37" fmla="*/ 8 h 240"/>
                <a:gd name="T38" fmla="*/ 207 w 415"/>
                <a:gd name="T39" fmla="*/ 0 h 240"/>
                <a:gd name="T40" fmla="*/ 207 w 415"/>
                <a:gd name="T41" fmla="*/ 0 h 240"/>
                <a:gd name="T42" fmla="*/ 349 w 415"/>
                <a:gd name="T43" fmla="*/ 56 h 240"/>
                <a:gd name="T44" fmla="*/ 349 w 415"/>
                <a:gd name="T45" fmla="*/ 56 h 240"/>
                <a:gd name="T46" fmla="*/ 414 w 415"/>
                <a:gd name="T47" fmla="*/ 223 h 240"/>
                <a:gd name="T48" fmla="*/ 414 w 415"/>
                <a:gd name="T49" fmla="*/ 223 h 240"/>
                <a:gd name="T50" fmla="*/ 398 w 415"/>
                <a:gd name="T51" fmla="*/ 240 h 240"/>
                <a:gd name="T52" fmla="*/ 398 w 415"/>
                <a:gd name="T53" fmla="*/ 240 h 240"/>
                <a:gd name="T54" fmla="*/ 382 w 415"/>
                <a:gd name="T55" fmla="*/ 223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15" h="240">
                  <a:moveTo>
                    <a:pt x="382" y="223"/>
                  </a:moveTo>
                  <a:cubicBezTo>
                    <a:pt x="382" y="167"/>
                    <a:pt x="367" y="118"/>
                    <a:pt x="326" y="80"/>
                  </a:cubicBezTo>
                  <a:cubicBezTo>
                    <a:pt x="326" y="80"/>
                    <a:pt x="326" y="80"/>
                    <a:pt x="326" y="80"/>
                  </a:cubicBezTo>
                  <a:cubicBezTo>
                    <a:pt x="294" y="49"/>
                    <a:pt x="250" y="33"/>
                    <a:pt x="207" y="33"/>
                  </a:cubicBezTo>
                  <a:cubicBezTo>
                    <a:pt x="207" y="33"/>
                    <a:pt x="207" y="33"/>
                    <a:pt x="207" y="33"/>
                  </a:cubicBezTo>
                  <a:cubicBezTo>
                    <a:pt x="191" y="33"/>
                    <a:pt x="176" y="35"/>
                    <a:pt x="161" y="39"/>
                  </a:cubicBezTo>
                  <a:cubicBezTo>
                    <a:pt x="161" y="39"/>
                    <a:pt x="161" y="39"/>
                    <a:pt x="161" y="39"/>
                  </a:cubicBezTo>
                  <a:cubicBezTo>
                    <a:pt x="119" y="51"/>
                    <a:pt x="83" y="78"/>
                    <a:pt x="60" y="114"/>
                  </a:cubicBezTo>
                  <a:cubicBezTo>
                    <a:pt x="60" y="114"/>
                    <a:pt x="60" y="114"/>
                    <a:pt x="60" y="114"/>
                  </a:cubicBezTo>
                  <a:cubicBezTo>
                    <a:pt x="39" y="147"/>
                    <a:pt x="33" y="183"/>
                    <a:pt x="33" y="223"/>
                  </a:cubicBezTo>
                  <a:cubicBezTo>
                    <a:pt x="33" y="223"/>
                    <a:pt x="33" y="223"/>
                    <a:pt x="33" y="223"/>
                  </a:cubicBezTo>
                  <a:cubicBezTo>
                    <a:pt x="33" y="232"/>
                    <a:pt x="25" y="240"/>
                    <a:pt x="16" y="240"/>
                  </a:cubicBezTo>
                  <a:cubicBezTo>
                    <a:pt x="16" y="240"/>
                    <a:pt x="16" y="240"/>
                    <a:pt x="16" y="240"/>
                  </a:cubicBezTo>
                  <a:cubicBezTo>
                    <a:pt x="7" y="240"/>
                    <a:pt x="0" y="232"/>
                    <a:pt x="0" y="223"/>
                  </a:cubicBezTo>
                  <a:cubicBezTo>
                    <a:pt x="0" y="223"/>
                    <a:pt x="0" y="223"/>
                    <a:pt x="0" y="223"/>
                  </a:cubicBezTo>
                  <a:cubicBezTo>
                    <a:pt x="0" y="180"/>
                    <a:pt x="7" y="136"/>
                    <a:pt x="32" y="97"/>
                  </a:cubicBezTo>
                  <a:cubicBezTo>
                    <a:pt x="32" y="97"/>
                    <a:pt x="32" y="97"/>
                    <a:pt x="32" y="97"/>
                  </a:cubicBezTo>
                  <a:cubicBezTo>
                    <a:pt x="59" y="53"/>
                    <a:pt x="102" y="21"/>
                    <a:pt x="152" y="8"/>
                  </a:cubicBezTo>
                  <a:cubicBezTo>
                    <a:pt x="152" y="8"/>
                    <a:pt x="152" y="8"/>
                    <a:pt x="152" y="8"/>
                  </a:cubicBezTo>
                  <a:cubicBezTo>
                    <a:pt x="170" y="3"/>
                    <a:pt x="188" y="0"/>
                    <a:pt x="207" y="0"/>
                  </a:cubicBezTo>
                  <a:cubicBezTo>
                    <a:pt x="207" y="0"/>
                    <a:pt x="207" y="0"/>
                    <a:pt x="207" y="0"/>
                  </a:cubicBezTo>
                  <a:cubicBezTo>
                    <a:pt x="259" y="0"/>
                    <a:pt x="310" y="20"/>
                    <a:pt x="349" y="56"/>
                  </a:cubicBezTo>
                  <a:cubicBezTo>
                    <a:pt x="349" y="56"/>
                    <a:pt x="349" y="56"/>
                    <a:pt x="349" y="56"/>
                  </a:cubicBezTo>
                  <a:cubicBezTo>
                    <a:pt x="397" y="101"/>
                    <a:pt x="415" y="161"/>
                    <a:pt x="414" y="223"/>
                  </a:cubicBezTo>
                  <a:cubicBezTo>
                    <a:pt x="414" y="223"/>
                    <a:pt x="414" y="223"/>
                    <a:pt x="414" y="223"/>
                  </a:cubicBezTo>
                  <a:cubicBezTo>
                    <a:pt x="414" y="232"/>
                    <a:pt x="407" y="240"/>
                    <a:pt x="398" y="240"/>
                  </a:cubicBezTo>
                  <a:cubicBezTo>
                    <a:pt x="398" y="240"/>
                    <a:pt x="398" y="240"/>
                    <a:pt x="398" y="240"/>
                  </a:cubicBezTo>
                  <a:cubicBezTo>
                    <a:pt x="389" y="240"/>
                    <a:pt x="382" y="232"/>
                    <a:pt x="382" y="2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36"/>
            <p:cNvSpPr>
              <a:spLocks/>
            </p:cNvSpPr>
            <p:nvPr/>
          </p:nvSpPr>
          <p:spPr bwMode="auto">
            <a:xfrm>
              <a:off x="3446463" y="3189288"/>
              <a:ext cx="165100" cy="88900"/>
            </a:xfrm>
            <a:custGeom>
              <a:avLst/>
              <a:gdLst>
                <a:gd name="T0" fmla="*/ 57 w 57"/>
                <a:gd name="T1" fmla="*/ 15 h 31"/>
                <a:gd name="T2" fmla="*/ 41 w 57"/>
                <a:gd name="T3" fmla="*/ 31 h 31"/>
                <a:gd name="T4" fmla="*/ 16 w 57"/>
                <a:gd name="T5" fmla="*/ 31 h 31"/>
                <a:gd name="T6" fmla="*/ 0 w 57"/>
                <a:gd name="T7" fmla="*/ 15 h 31"/>
                <a:gd name="T8" fmla="*/ 0 w 57"/>
                <a:gd name="T9" fmla="*/ 15 h 31"/>
                <a:gd name="T10" fmla="*/ 16 w 57"/>
                <a:gd name="T11" fmla="*/ 0 h 31"/>
                <a:gd name="T12" fmla="*/ 41 w 57"/>
                <a:gd name="T13" fmla="*/ 0 h 31"/>
                <a:gd name="T14" fmla="*/ 57 w 57"/>
                <a:gd name="T15" fmla="*/ 15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31">
                  <a:moveTo>
                    <a:pt x="57" y="15"/>
                  </a:moveTo>
                  <a:cubicBezTo>
                    <a:pt x="57" y="24"/>
                    <a:pt x="50" y="31"/>
                    <a:pt x="41" y="31"/>
                  </a:cubicBezTo>
                  <a:cubicBezTo>
                    <a:pt x="16" y="31"/>
                    <a:pt x="16" y="31"/>
                    <a:pt x="16" y="31"/>
                  </a:cubicBezTo>
                  <a:cubicBezTo>
                    <a:pt x="7" y="31"/>
                    <a:pt x="0" y="24"/>
                    <a:pt x="0" y="15"/>
                  </a:cubicBezTo>
                  <a:cubicBezTo>
                    <a:pt x="0" y="15"/>
                    <a:pt x="0" y="15"/>
                    <a:pt x="0" y="15"/>
                  </a:cubicBezTo>
                  <a:cubicBezTo>
                    <a:pt x="0" y="7"/>
                    <a:pt x="7" y="0"/>
                    <a:pt x="16" y="0"/>
                  </a:cubicBezTo>
                  <a:cubicBezTo>
                    <a:pt x="41" y="0"/>
                    <a:pt x="41" y="0"/>
                    <a:pt x="41" y="0"/>
                  </a:cubicBezTo>
                  <a:cubicBezTo>
                    <a:pt x="50" y="0"/>
                    <a:pt x="57" y="7"/>
                    <a:pt x="57"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37"/>
            <p:cNvSpPr>
              <a:spLocks/>
            </p:cNvSpPr>
            <p:nvPr/>
          </p:nvSpPr>
          <p:spPr bwMode="auto">
            <a:xfrm>
              <a:off x="3117850" y="3168650"/>
              <a:ext cx="349250" cy="92075"/>
            </a:xfrm>
            <a:custGeom>
              <a:avLst/>
              <a:gdLst>
                <a:gd name="T0" fmla="*/ 34 w 120"/>
                <a:gd name="T1" fmla="*/ 32 h 32"/>
                <a:gd name="T2" fmla="*/ 0 w 120"/>
                <a:gd name="T3" fmla="*/ 2 h 32"/>
                <a:gd name="T4" fmla="*/ 0 w 120"/>
                <a:gd name="T5" fmla="*/ 2 h 32"/>
                <a:gd name="T6" fmla="*/ 12 w 120"/>
                <a:gd name="T7" fmla="*/ 0 h 32"/>
                <a:gd name="T8" fmla="*/ 34 w 120"/>
                <a:gd name="T9" fmla="*/ 20 h 32"/>
                <a:gd name="T10" fmla="*/ 34 w 120"/>
                <a:gd name="T11" fmla="*/ 20 h 32"/>
                <a:gd name="T12" fmla="*/ 120 w 120"/>
                <a:gd name="T13" fmla="*/ 20 h 32"/>
                <a:gd name="T14" fmla="*/ 120 w 120"/>
                <a:gd name="T15" fmla="*/ 20 h 32"/>
                <a:gd name="T16" fmla="*/ 120 w 120"/>
                <a:gd name="T17" fmla="*/ 32 h 32"/>
                <a:gd name="T18" fmla="*/ 34 w 120"/>
                <a:gd name="T19"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0" h="32">
                  <a:moveTo>
                    <a:pt x="34" y="32"/>
                  </a:moveTo>
                  <a:cubicBezTo>
                    <a:pt x="16" y="32"/>
                    <a:pt x="2" y="19"/>
                    <a:pt x="0" y="2"/>
                  </a:cubicBezTo>
                  <a:cubicBezTo>
                    <a:pt x="0" y="2"/>
                    <a:pt x="0" y="2"/>
                    <a:pt x="0" y="2"/>
                  </a:cubicBezTo>
                  <a:cubicBezTo>
                    <a:pt x="12" y="0"/>
                    <a:pt x="12" y="0"/>
                    <a:pt x="12" y="0"/>
                  </a:cubicBezTo>
                  <a:cubicBezTo>
                    <a:pt x="13" y="11"/>
                    <a:pt x="22" y="20"/>
                    <a:pt x="34" y="20"/>
                  </a:cubicBezTo>
                  <a:cubicBezTo>
                    <a:pt x="34" y="20"/>
                    <a:pt x="34" y="20"/>
                    <a:pt x="34" y="20"/>
                  </a:cubicBezTo>
                  <a:cubicBezTo>
                    <a:pt x="120" y="20"/>
                    <a:pt x="120" y="20"/>
                    <a:pt x="120" y="20"/>
                  </a:cubicBezTo>
                  <a:cubicBezTo>
                    <a:pt x="120" y="20"/>
                    <a:pt x="120" y="20"/>
                    <a:pt x="120" y="20"/>
                  </a:cubicBezTo>
                  <a:cubicBezTo>
                    <a:pt x="120" y="32"/>
                    <a:pt x="120" y="32"/>
                    <a:pt x="120" y="32"/>
                  </a:cubicBezTo>
                  <a:cubicBezTo>
                    <a:pt x="34" y="32"/>
                    <a:pt x="34" y="32"/>
                    <a:pt x="34"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69"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六项循环</a:t>
            </a:r>
            <a:endParaRPr lang="zh-CN" altLang="zh-CN" sz="2800" b="1" dirty="0">
              <a:solidFill>
                <a:schemeClr val="tx1">
                  <a:lumMod val="65000"/>
                  <a:lumOff val="35000"/>
                </a:schemeClr>
              </a:solidFill>
            </a:endParaRPr>
          </a:p>
        </p:txBody>
      </p:sp>
      <p:sp>
        <p:nvSpPr>
          <p:cNvPr id="71" name="文本框 70"/>
          <p:cNvSpPr txBox="1"/>
          <p:nvPr/>
        </p:nvSpPr>
        <p:spPr>
          <a:xfrm>
            <a:off x="8620820" y="3808427"/>
            <a:ext cx="2856518" cy="830997"/>
          </a:xfrm>
          <a:prstGeom prst="rect">
            <a:avLst/>
          </a:prstGeom>
          <a:noFill/>
        </p:spPr>
        <p:txBody>
          <a:bodyPr wrap="square" rtlCol="0">
            <a:spAutoFit/>
          </a:bodyPr>
          <a:lstStyle/>
          <a:p>
            <a:pPr>
              <a:lnSpc>
                <a:spcPct val="120000"/>
              </a:lnSpc>
            </a:pPr>
            <a:r>
              <a:rPr lang="zh-CN" altLang="en-US" sz="2400" b="1" dirty="0">
                <a:solidFill>
                  <a:srgbClr val="2BAA8C"/>
                </a:solidFill>
              </a:rPr>
              <a:t>添加标题</a:t>
            </a:r>
            <a:endParaRPr lang="en-US" altLang="zh-CN" sz="2400" b="1" dirty="0">
              <a:solidFill>
                <a:srgbClr val="2BAA8C"/>
              </a:solidFill>
            </a:endParaRPr>
          </a:p>
          <a:p>
            <a:pPr>
              <a:lnSpc>
                <a:spcPct val="120000"/>
              </a:lnSpc>
            </a:pPr>
            <a:r>
              <a:rPr lang="zh-CN" altLang="en-US" sz="1600" dirty="0">
                <a:solidFill>
                  <a:schemeClr val="tx1">
                    <a:lumMod val="65000"/>
                    <a:lumOff val="35000"/>
                  </a:schemeClr>
                </a:solidFill>
              </a:rPr>
              <a:t>添加内容添加内容</a:t>
            </a:r>
          </a:p>
        </p:txBody>
      </p:sp>
      <p:sp>
        <p:nvSpPr>
          <p:cNvPr id="72" name="文本框 71"/>
          <p:cNvSpPr txBox="1"/>
          <p:nvPr/>
        </p:nvSpPr>
        <p:spPr>
          <a:xfrm>
            <a:off x="8620820" y="2653296"/>
            <a:ext cx="2856518" cy="830997"/>
          </a:xfrm>
          <a:prstGeom prst="rect">
            <a:avLst/>
          </a:prstGeom>
          <a:noFill/>
        </p:spPr>
        <p:txBody>
          <a:bodyPr wrap="square" rtlCol="0">
            <a:spAutoFit/>
          </a:bodyPr>
          <a:lstStyle/>
          <a:p>
            <a:pPr>
              <a:lnSpc>
                <a:spcPct val="120000"/>
              </a:lnSpc>
            </a:pPr>
            <a:r>
              <a:rPr lang="zh-CN" altLang="en-US" sz="2400" b="1" dirty="0">
                <a:solidFill>
                  <a:srgbClr val="9ED62E"/>
                </a:solidFill>
              </a:rPr>
              <a:t>添加标题</a:t>
            </a:r>
            <a:endParaRPr lang="en-US" altLang="zh-CN" sz="2400" b="1" dirty="0">
              <a:solidFill>
                <a:srgbClr val="9ED62E"/>
              </a:solidFill>
            </a:endParaRPr>
          </a:p>
          <a:p>
            <a:pPr>
              <a:lnSpc>
                <a:spcPct val="120000"/>
              </a:lnSpc>
            </a:pPr>
            <a:r>
              <a:rPr lang="zh-CN" altLang="en-US" sz="1600" dirty="0">
                <a:solidFill>
                  <a:schemeClr val="tx1">
                    <a:lumMod val="65000"/>
                    <a:lumOff val="35000"/>
                  </a:schemeClr>
                </a:solidFill>
              </a:rPr>
              <a:t>添加内容添加内容</a:t>
            </a:r>
          </a:p>
        </p:txBody>
      </p:sp>
      <p:sp>
        <p:nvSpPr>
          <p:cNvPr id="73" name="文本框 72"/>
          <p:cNvSpPr txBox="1"/>
          <p:nvPr/>
        </p:nvSpPr>
        <p:spPr>
          <a:xfrm>
            <a:off x="8620820" y="4963558"/>
            <a:ext cx="2856518" cy="830997"/>
          </a:xfrm>
          <a:prstGeom prst="rect">
            <a:avLst/>
          </a:prstGeom>
          <a:noFill/>
        </p:spPr>
        <p:txBody>
          <a:bodyPr wrap="square" rtlCol="0">
            <a:spAutoFit/>
          </a:bodyPr>
          <a:lstStyle/>
          <a:p>
            <a:pPr>
              <a:lnSpc>
                <a:spcPct val="120000"/>
              </a:lnSpc>
            </a:pPr>
            <a:r>
              <a:rPr lang="zh-CN" altLang="en-US" sz="2400" b="1" dirty="0">
                <a:solidFill>
                  <a:srgbClr val="3A83CB"/>
                </a:solidFill>
              </a:rPr>
              <a:t>添加标题</a:t>
            </a:r>
            <a:endParaRPr lang="en-US" altLang="zh-CN" sz="2400" b="1" dirty="0">
              <a:solidFill>
                <a:srgbClr val="3A83CB"/>
              </a:solidFill>
            </a:endParaRPr>
          </a:p>
          <a:p>
            <a:pPr>
              <a:lnSpc>
                <a:spcPct val="120000"/>
              </a:lnSpc>
            </a:pPr>
            <a:r>
              <a:rPr lang="zh-CN" altLang="en-US" sz="1600" dirty="0">
                <a:solidFill>
                  <a:schemeClr val="tx1">
                    <a:lumMod val="65000"/>
                    <a:lumOff val="35000"/>
                  </a:schemeClr>
                </a:solidFill>
              </a:rPr>
              <a:t>添加内容添加内容</a:t>
            </a:r>
          </a:p>
        </p:txBody>
      </p:sp>
      <p:sp>
        <p:nvSpPr>
          <p:cNvPr id="74" name="文本框 73"/>
          <p:cNvSpPr txBox="1"/>
          <p:nvPr/>
        </p:nvSpPr>
        <p:spPr>
          <a:xfrm>
            <a:off x="660683" y="2653296"/>
            <a:ext cx="2856518" cy="830997"/>
          </a:xfrm>
          <a:prstGeom prst="rect">
            <a:avLst/>
          </a:prstGeom>
          <a:noFill/>
        </p:spPr>
        <p:txBody>
          <a:bodyPr wrap="square" rtlCol="0">
            <a:spAutoFit/>
          </a:bodyPr>
          <a:lstStyle/>
          <a:p>
            <a:pPr algn="r">
              <a:lnSpc>
                <a:spcPct val="120000"/>
              </a:lnSpc>
            </a:pPr>
            <a:r>
              <a:rPr lang="zh-CN" altLang="en-US" sz="2400" b="1" dirty="0">
                <a:solidFill>
                  <a:srgbClr val="F19030"/>
                </a:solidFill>
              </a:rPr>
              <a:t>添加标题</a:t>
            </a:r>
            <a:endParaRPr lang="en-US" altLang="zh-CN" sz="2400" b="1" dirty="0">
              <a:solidFill>
                <a:srgbClr val="F19030"/>
              </a:solidFill>
            </a:endParaRPr>
          </a:p>
          <a:p>
            <a:pPr algn="r">
              <a:lnSpc>
                <a:spcPct val="120000"/>
              </a:lnSpc>
            </a:pPr>
            <a:r>
              <a:rPr lang="zh-CN" altLang="en-US" sz="1600" dirty="0">
                <a:solidFill>
                  <a:schemeClr val="tx1">
                    <a:lumMod val="65000"/>
                    <a:lumOff val="35000"/>
                  </a:schemeClr>
                </a:solidFill>
              </a:rPr>
              <a:t>添加内容添加内容</a:t>
            </a:r>
          </a:p>
        </p:txBody>
      </p:sp>
      <p:sp>
        <p:nvSpPr>
          <p:cNvPr id="75" name="文本框 74"/>
          <p:cNvSpPr txBox="1"/>
          <p:nvPr/>
        </p:nvSpPr>
        <p:spPr>
          <a:xfrm>
            <a:off x="660683" y="3808427"/>
            <a:ext cx="2856518" cy="830997"/>
          </a:xfrm>
          <a:prstGeom prst="rect">
            <a:avLst/>
          </a:prstGeom>
          <a:noFill/>
        </p:spPr>
        <p:txBody>
          <a:bodyPr wrap="square" rtlCol="0">
            <a:spAutoFit/>
          </a:bodyPr>
          <a:lstStyle/>
          <a:p>
            <a:pPr algn="r">
              <a:lnSpc>
                <a:spcPct val="120000"/>
              </a:lnSpc>
            </a:pPr>
            <a:r>
              <a:rPr lang="zh-CN" altLang="en-US" sz="2400" b="1" dirty="0">
                <a:solidFill>
                  <a:srgbClr val="EA2F6C"/>
                </a:solidFill>
              </a:rPr>
              <a:t>添加标题</a:t>
            </a:r>
            <a:endParaRPr lang="en-US" altLang="zh-CN" sz="2400" b="1" dirty="0">
              <a:solidFill>
                <a:srgbClr val="EA2F6C"/>
              </a:solidFill>
            </a:endParaRPr>
          </a:p>
          <a:p>
            <a:pPr algn="r">
              <a:lnSpc>
                <a:spcPct val="120000"/>
              </a:lnSpc>
            </a:pPr>
            <a:r>
              <a:rPr lang="zh-CN" altLang="en-US" sz="1600" dirty="0">
                <a:solidFill>
                  <a:schemeClr val="tx1">
                    <a:lumMod val="65000"/>
                    <a:lumOff val="35000"/>
                  </a:schemeClr>
                </a:solidFill>
              </a:rPr>
              <a:t>添加内容添加内容</a:t>
            </a:r>
          </a:p>
        </p:txBody>
      </p:sp>
      <p:sp>
        <p:nvSpPr>
          <p:cNvPr id="76" name="文本框 75"/>
          <p:cNvSpPr txBox="1"/>
          <p:nvPr/>
        </p:nvSpPr>
        <p:spPr>
          <a:xfrm>
            <a:off x="660683" y="4963558"/>
            <a:ext cx="2856518" cy="830997"/>
          </a:xfrm>
          <a:prstGeom prst="rect">
            <a:avLst/>
          </a:prstGeom>
          <a:noFill/>
        </p:spPr>
        <p:txBody>
          <a:bodyPr wrap="square" rtlCol="0">
            <a:spAutoFit/>
          </a:bodyPr>
          <a:lstStyle/>
          <a:p>
            <a:pPr algn="r">
              <a:lnSpc>
                <a:spcPct val="120000"/>
              </a:lnSpc>
            </a:pPr>
            <a:r>
              <a:rPr lang="zh-CN" altLang="en-US" sz="2400" b="1" dirty="0">
                <a:solidFill>
                  <a:srgbClr val="8820A0"/>
                </a:solidFill>
              </a:rPr>
              <a:t>添加标题</a:t>
            </a:r>
            <a:endParaRPr lang="en-US" altLang="zh-CN" sz="2400" b="1" dirty="0">
              <a:solidFill>
                <a:srgbClr val="8820A0"/>
              </a:solidFill>
            </a:endParaRPr>
          </a:p>
          <a:p>
            <a:pPr algn="r">
              <a:lnSpc>
                <a:spcPct val="120000"/>
              </a:lnSpc>
            </a:pPr>
            <a:r>
              <a:rPr lang="zh-CN" altLang="en-US" sz="1600" dirty="0">
                <a:solidFill>
                  <a:schemeClr val="tx1">
                    <a:lumMod val="65000"/>
                    <a:lumOff val="35000"/>
                  </a:schemeClr>
                </a:solidFill>
              </a:rPr>
              <a:t>添加内容添加内容</a:t>
            </a:r>
          </a:p>
        </p:txBody>
      </p:sp>
      <p:sp>
        <p:nvSpPr>
          <p:cNvPr id="77" name="Freeform 5"/>
          <p:cNvSpPr>
            <a:spLocks noEditPoints="1"/>
          </p:cNvSpPr>
          <p:nvPr/>
        </p:nvSpPr>
        <p:spPr bwMode="auto">
          <a:xfrm>
            <a:off x="8360186" y="5109051"/>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3A83CB"/>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8" name="Freeform 9"/>
          <p:cNvSpPr>
            <a:spLocks noEditPoints="1"/>
          </p:cNvSpPr>
          <p:nvPr/>
        </p:nvSpPr>
        <p:spPr bwMode="auto">
          <a:xfrm>
            <a:off x="8360186" y="2773519"/>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9ED62E"/>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9" name="Freeform 10"/>
          <p:cNvSpPr>
            <a:spLocks noEditPoints="1"/>
          </p:cNvSpPr>
          <p:nvPr/>
        </p:nvSpPr>
        <p:spPr bwMode="auto">
          <a:xfrm>
            <a:off x="8360186" y="3942079"/>
            <a:ext cx="295275" cy="293688"/>
          </a:xfrm>
          <a:custGeom>
            <a:avLst/>
            <a:gdLst>
              <a:gd name="T0" fmla="*/ 74 w 147"/>
              <a:gd name="T1" fmla="*/ 146 h 146"/>
              <a:gd name="T2" fmla="*/ 0 w 147"/>
              <a:gd name="T3" fmla="*/ 73 h 146"/>
              <a:gd name="T4" fmla="*/ 74 w 147"/>
              <a:gd name="T5" fmla="*/ 0 h 146"/>
              <a:gd name="T6" fmla="*/ 147 w 147"/>
              <a:gd name="T7" fmla="*/ 73 h 146"/>
              <a:gd name="T8" fmla="*/ 74 w 147"/>
              <a:gd name="T9" fmla="*/ 146 h 146"/>
              <a:gd name="T10" fmla="*/ 74 w 147"/>
              <a:gd name="T11" fmla="*/ 16 h 146"/>
              <a:gd name="T12" fmla="*/ 16 w 147"/>
              <a:gd name="T13" fmla="*/ 73 h 146"/>
              <a:gd name="T14" fmla="*/ 74 w 147"/>
              <a:gd name="T15" fmla="*/ 130 h 146"/>
              <a:gd name="T16" fmla="*/ 131 w 147"/>
              <a:gd name="T17" fmla="*/ 73 h 146"/>
              <a:gd name="T18" fmla="*/ 74 w 147"/>
              <a:gd name="T19" fmla="*/ 1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6">
                <a:moveTo>
                  <a:pt x="74" y="146"/>
                </a:moveTo>
                <a:cubicBezTo>
                  <a:pt x="33" y="146"/>
                  <a:pt x="0" y="114"/>
                  <a:pt x="0" y="73"/>
                </a:cubicBezTo>
                <a:cubicBezTo>
                  <a:pt x="0" y="33"/>
                  <a:pt x="33" y="0"/>
                  <a:pt x="74" y="0"/>
                </a:cubicBezTo>
                <a:cubicBezTo>
                  <a:pt x="114" y="0"/>
                  <a:pt x="147" y="33"/>
                  <a:pt x="147" y="73"/>
                </a:cubicBezTo>
                <a:cubicBezTo>
                  <a:pt x="147" y="114"/>
                  <a:pt x="114" y="146"/>
                  <a:pt x="74" y="146"/>
                </a:cubicBezTo>
                <a:close/>
                <a:moveTo>
                  <a:pt x="74" y="16"/>
                </a:moveTo>
                <a:cubicBezTo>
                  <a:pt x="42" y="16"/>
                  <a:pt x="16" y="41"/>
                  <a:pt x="16" y="73"/>
                </a:cubicBezTo>
                <a:cubicBezTo>
                  <a:pt x="16" y="105"/>
                  <a:pt x="42" y="130"/>
                  <a:pt x="74" y="130"/>
                </a:cubicBezTo>
                <a:cubicBezTo>
                  <a:pt x="106" y="130"/>
                  <a:pt x="131" y="105"/>
                  <a:pt x="131" y="73"/>
                </a:cubicBezTo>
                <a:cubicBezTo>
                  <a:pt x="131" y="41"/>
                  <a:pt x="106" y="16"/>
                  <a:pt x="74" y="16"/>
                </a:cubicBezTo>
                <a:close/>
              </a:path>
            </a:pathLst>
          </a:custGeom>
          <a:solidFill>
            <a:srgbClr val="2BAA8C"/>
          </a:solidFill>
          <a:ln>
            <a:noFill/>
          </a:ln>
        </p:spPr>
        <p:txBody>
          <a:bodyPr vert="horz" wrap="square" lIns="91440" tIns="45720" rIns="91440" bIns="45720" numCol="1" anchor="t" anchorCtr="0" compatLnSpc="1">
            <a:prstTxWarp prst="textNoShape">
              <a:avLst/>
            </a:prstTxWarp>
          </a:bodyPr>
          <a:lstStyle/>
          <a:p>
            <a:endParaRPr lang="zh-CN" altLang="en-US"/>
          </a:p>
        </p:txBody>
      </p:sp>
    </p:spTree>
    <p:extLst>
      <p:ext uri="{BB962C8B-B14F-4D97-AF65-F5344CB8AC3E}">
        <p14:creationId xmlns:p14="http://schemas.microsoft.com/office/powerpoint/2010/main" val="1800975200"/>
      </p:ext>
    </p:extLst>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六项循环</a:t>
            </a:r>
            <a:endParaRPr lang="zh-CN" altLang="zh-CN" sz="2800" b="1" dirty="0">
              <a:solidFill>
                <a:schemeClr val="tx1">
                  <a:lumMod val="65000"/>
                  <a:lumOff val="35000"/>
                </a:schemeClr>
              </a:solidFill>
            </a:endParaRPr>
          </a:p>
        </p:txBody>
      </p:sp>
      <p:grpSp>
        <p:nvGrpSpPr>
          <p:cNvPr id="70" name="组合 31"/>
          <p:cNvGrpSpPr/>
          <p:nvPr/>
        </p:nvGrpSpPr>
        <p:grpSpPr>
          <a:xfrm>
            <a:off x="3434366" y="1012067"/>
            <a:ext cx="5323268" cy="5323268"/>
            <a:chOff x="3588741" y="856140"/>
            <a:chExt cx="5576068" cy="5576068"/>
          </a:xfrm>
        </p:grpSpPr>
        <p:pic>
          <p:nvPicPr>
            <p:cNvPr id="71" name="图片 70"/>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588741" y="856140"/>
              <a:ext cx="5576068" cy="5576068"/>
            </a:xfrm>
            <a:prstGeom prst="rect">
              <a:avLst/>
            </a:prstGeom>
          </p:spPr>
        </p:pic>
        <p:grpSp>
          <p:nvGrpSpPr>
            <p:cNvPr id="72" name="组合 2"/>
            <p:cNvGrpSpPr/>
            <p:nvPr/>
          </p:nvGrpSpPr>
          <p:grpSpPr>
            <a:xfrm>
              <a:off x="4134431" y="1385955"/>
              <a:ext cx="4519613" cy="4530725"/>
              <a:chOff x="476831" y="1347318"/>
              <a:chExt cx="4519613" cy="4530725"/>
            </a:xfrm>
          </p:grpSpPr>
          <p:sp>
            <p:nvSpPr>
              <p:cNvPr id="94" name="Oval 5"/>
              <p:cNvSpPr>
                <a:spLocks noChangeArrowheads="1"/>
              </p:cNvSpPr>
              <p:nvPr/>
            </p:nvSpPr>
            <p:spPr bwMode="auto">
              <a:xfrm>
                <a:off x="476831" y="1347318"/>
                <a:ext cx="4519613" cy="4519613"/>
              </a:xfrm>
              <a:prstGeom prst="ellipse">
                <a:avLst/>
              </a:prstGeom>
              <a:solidFill>
                <a:srgbClr val="F4F4F4"/>
              </a:solidFill>
              <a:ln>
                <a:noFill/>
              </a:ln>
              <a:effectLst>
                <a:outerShdw blurRad="177800" sx="102000" sy="102000" algn="ctr" rotWithShape="0">
                  <a:prstClr val="black">
                    <a:alpha val="32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Oval 6"/>
              <p:cNvSpPr>
                <a:spLocks noChangeArrowheads="1"/>
              </p:cNvSpPr>
              <p:nvPr/>
            </p:nvSpPr>
            <p:spPr bwMode="auto">
              <a:xfrm>
                <a:off x="575256" y="1442568"/>
                <a:ext cx="4322763" cy="4325938"/>
              </a:xfrm>
              <a:prstGeom prst="ellipse">
                <a:avLst/>
              </a:prstGeom>
              <a:solidFill>
                <a:srgbClr val="D928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7"/>
              <p:cNvSpPr>
                <a:spLocks/>
              </p:cNvSpPr>
              <p:nvPr/>
            </p:nvSpPr>
            <p:spPr bwMode="auto">
              <a:xfrm>
                <a:off x="2735844" y="1731493"/>
                <a:ext cx="2162175" cy="1876425"/>
              </a:xfrm>
              <a:custGeom>
                <a:avLst/>
                <a:gdLst>
                  <a:gd name="T0" fmla="*/ 288 w 575"/>
                  <a:gd name="T1" fmla="*/ 0 h 499"/>
                  <a:gd name="T2" fmla="*/ 0 w 575"/>
                  <a:gd name="T3" fmla="*/ 499 h 499"/>
                  <a:gd name="T4" fmla="*/ 575 w 575"/>
                  <a:gd name="T5" fmla="*/ 499 h 499"/>
                  <a:gd name="T6" fmla="*/ 288 w 575"/>
                  <a:gd name="T7" fmla="*/ 0 h 499"/>
                </a:gdLst>
                <a:ahLst/>
                <a:cxnLst>
                  <a:cxn ang="0">
                    <a:pos x="T0" y="T1"/>
                  </a:cxn>
                  <a:cxn ang="0">
                    <a:pos x="T2" y="T3"/>
                  </a:cxn>
                  <a:cxn ang="0">
                    <a:pos x="T4" y="T5"/>
                  </a:cxn>
                  <a:cxn ang="0">
                    <a:pos x="T6" y="T7"/>
                  </a:cxn>
                </a:cxnLst>
                <a:rect l="0" t="0" r="r" b="b"/>
                <a:pathLst>
                  <a:path w="575" h="499">
                    <a:moveTo>
                      <a:pt x="288" y="0"/>
                    </a:moveTo>
                    <a:cubicBezTo>
                      <a:pt x="0" y="499"/>
                      <a:pt x="0" y="499"/>
                      <a:pt x="0" y="499"/>
                    </a:cubicBezTo>
                    <a:cubicBezTo>
                      <a:pt x="575" y="499"/>
                      <a:pt x="575" y="499"/>
                      <a:pt x="575" y="499"/>
                    </a:cubicBezTo>
                    <a:cubicBezTo>
                      <a:pt x="575" y="300"/>
                      <a:pt x="472" y="107"/>
                      <a:pt x="288" y="0"/>
                    </a:cubicBezTo>
                    <a:close/>
                  </a:path>
                </a:pathLst>
              </a:custGeom>
              <a:solidFill>
                <a:srgbClr val="DD68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8"/>
              <p:cNvSpPr>
                <a:spLocks/>
              </p:cNvSpPr>
              <p:nvPr/>
            </p:nvSpPr>
            <p:spPr bwMode="auto">
              <a:xfrm>
                <a:off x="575256" y="3607918"/>
                <a:ext cx="2160588" cy="1871663"/>
              </a:xfrm>
              <a:custGeom>
                <a:avLst/>
                <a:gdLst>
                  <a:gd name="T0" fmla="*/ 0 w 575"/>
                  <a:gd name="T1" fmla="*/ 0 h 498"/>
                  <a:gd name="T2" fmla="*/ 287 w 575"/>
                  <a:gd name="T3" fmla="*/ 498 h 498"/>
                  <a:gd name="T4" fmla="*/ 575 w 575"/>
                  <a:gd name="T5" fmla="*/ 0 h 498"/>
                  <a:gd name="T6" fmla="*/ 0 w 575"/>
                  <a:gd name="T7" fmla="*/ 0 h 498"/>
                </a:gdLst>
                <a:ahLst/>
                <a:cxnLst>
                  <a:cxn ang="0">
                    <a:pos x="T0" y="T1"/>
                  </a:cxn>
                  <a:cxn ang="0">
                    <a:pos x="T2" y="T3"/>
                  </a:cxn>
                  <a:cxn ang="0">
                    <a:pos x="T4" y="T5"/>
                  </a:cxn>
                  <a:cxn ang="0">
                    <a:pos x="T6" y="T7"/>
                  </a:cxn>
                </a:cxnLst>
                <a:rect l="0" t="0" r="r" b="b"/>
                <a:pathLst>
                  <a:path w="575" h="498">
                    <a:moveTo>
                      <a:pt x="0" y="0"/>
                    </a:moveTo>
                    <a:cubicBezTo>
                      <a:pt x="0" y="198"/>
                      <a:pt x="103" y="391"/>
                      <a:pt x="287" y="498"/>
                    </a:cubicBezTo>
                    <a:cubicBezTo>
                      <a:pt x="575" y="0"/>
                      <a:pt x="575" y="0"/>
                      <a:pt x="575" y="0"/>
                    </a:cubicBezTo>
                    <a:lnTo>
                      <a:pt x="0" y="0"/>
                    </a:lnTo>
                    <a:close/>
                  </a:path>
                </a:pathLst>
              </a:custGeom>
              <a:solidFill>
                <a:srgbClr val="2EA7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9"/>
              <p:cNvSpPr>
                <a:spLocks/>
              </p:cNvSpPr>
              <p:nvPr/>
            </p:nvSpPr>
            <p:spPr bwMode="auto">
              <a:xfrm>
                <a:off x="575256" y="1734668"/>
                <a:ext cx="2160588" cy="1873250"/>
              </a:xfrm>
              <a:custGeom>
                <a:avLst/>
                <a:gdLst>
                  <a:gd name="T0" fmla="*/ 287 w 575"/>
                  <a:gd name="T1" fmla="*/ 0 h 498"/>
                  <a:gd name="T2" fmla="*/ 0 w 575"/>
                  <a:gd name="T3" fmla="*/ 498 h 498"/>
                  <a:gd name="T4" fmla="*/ 575 w 575"/>
                  <a:gd name="T5" fmla="*/ 498 h 498"/>
                  <a:gd name="T6" fmla="*/ 287 w 575"/>
                  <a:gd name="T7" fmla="*/ 0 h 498"/>
                </a:gdLst>
                <a:ahLst/>
                <a:cxnLst>
                  <a:cxn ang="0">
                    <a:pos x="T0" y="T1"/>
                  </a:cxn>
                  <a:cxn ang="0">
                    <a:pos x="T2" y="T3"/>
                  </a:cxn>
                  <a:cxn ang="0">
                    <a:pos x="T4" y="T5"/>
                  </a:cxn>
                  <a:cxn ang="0">
                    <a:pos x="T6" y="T7"/>
                  </a:cxn>
                </a:cxnLst>
                <a:rect l="0" t="0" r="r" b="b"/>
                <a:pathLst>
                  <a:path w="575" h="498">
                    <a:moveTo>
                      <a:pt x="287" y="0"/>
                    </a:moveTo>
                    <a:cubicBezTo>
                      <a:pt x="115" y="99"/>
                      <a:pt x="0" y="285"/>
                      <a:pt x="0" y="498"/>
                    </a:cubicBezTo>
                    <a:cubicBezTo>
                      <a:pt x="575" y="498"/>
                      <a:pt x="575" y="498"/>
                      <a:pt x="575" y="498"/>
                    </a:cubicBezTo>
                    <a:lnTo>
                      <a:pt x="287" y="0"/>
                    </a:lnTo>
                    <a:close/>
                  </a:path>
                </a:pathLst>
              </a:custGeom>
              <a:solidFill>
                <a:srgbClr val="486A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10"/>
              <p:cNvSpPr>
                <a:spLocks/>
              </p:cNvSpPr>
              <p:nvPr/>
            </p:nvSpPr>
            <p:spPr bwMode="auto">
              <a:xfrm>
                <a:off x="1653169" y="3607918"/>
                <a:ext cx="2165350" cy="2270125"/>
              </a:xfrm>
              <a:custGeom>
                <a:avLst/>
                <a:gdLst>
                  <a:gd name="T0" fmla="*/ 0 w 576"/>
                  <a:gd name="T1" fmla="*/ 498 h 604"/>
                  <a:gd name="T2" fmla="*/ 576 w 576"/>
                  <a:gd name="T3" fmla="*/ 498 h 604"/>
                  <a:gd name="T4" fmla="*/ 288 w 576"/>
                  <a:gd name="T5" fmla="*/ 0 h 604"/>
                  <a:gd name="T6" fmla="*/ 0 w 576"/>
                  <a:gd name="T7" fmla="*/ 498 h 604"/>
                </a:gdLst>
                <a:ahLst/>
                <a:cxnLst>
                  <a:cxn ang="0">
                    <a:pos x="T0" y="T1"/>
                  </a:cxn>
                  <a:cxn ang="0">
                    <a:pos x="T2" y="T3"/>
                  </a:cxn>
                  <a:cxn ang="0">
                    <a:pos x="T4" y="T5"/>
                  </a:cxn>
                  <a:cxn ang="0">
                    <a:pos x="T6" y="T7"/>
                  </a:cxn>
                </a:cxnLst>
                <a:rect l="0" t="0" r="r" b="b"/>
                <a:pathLst>
                  <a:path w="576" h="604">
                    <a:moveTo>
                      <a:pt x="0" y="498"/>
                    </a:moveTo>
                    <a:cubicBezTo>
                      <a:pt x="172" y="597"/>
                      <a:pt x="391" y="604"/>
                      <a:pt x="576" y="498"/>
                    </a:cubicBezTo>
                    <a:cubicBezTo>
                      <a:pt x="288" y="0"/>
                      <a:pt x="288" y="0"/>
                      <a:pt x="288" y="0"/>
                    </a:cubicBezTo>
                    <a:lnTo>
                      <a:pt x="0" y="498"/>
                    </a:lnTo>
                    <a:close/>
                  </a:path>
                </a:pathLst>
              </a:custGeom>
              <a:solidFill>
                <a:srgbClr val="499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11"/>
              <p:cNvSpPr>
                <a:spLocks/>
              </p:cNvSpPr>
              <p:nvPr/>
            </p:nvSpPr>
            <p:spPr bwMode="auto">
              <a:xfrm>
                <a:off x="2735844" y="3607918"/>
                <a:ext cx="2162175" cy="1874838"/>
              </a:xfrm>
              <a:custGeom>
                <a:avLst/>
                <a:gdLst>
                  <a:gd name="T0" fmla="*/ 0 w 575"/>
                  <a:gd name="T1" fmla="*/ 0 h 499"/>
                  <a:gd name="T2" fmla="*/ 288 w 575"/>
                  <a:gd name="T3" fmla="*/ 498 h 499"/>
                  <a:gd name="T4" fmla="*/ 286 w 575"/>
                  <a:gd name="T5" fmla="*/ 499 h 499"/>
                  <a:gd name="T6" fmla="*/ 286 w 575"/>
                  <a:gd name="T7" fmla="*/ 499 h 499"/>
                  <a:gd name="T8" fmla="*/ 575 w 575"/>
                  <a:gd name="T9" fmla="*/ 0 h 499"/>
                  <a:gd name="T10" fmla="*/ 0 w 575"/>
                  <a:gd name="T11" fmla="*/ 0 h 499"/>
                </a:gdLst>
                <a:ahLst/>
                <a:cxnLst>
                  <a:cxn ang="0">
                    <a:pos x="T0" y="T1"/>
                  </a:cxn>
                  <a:cxn ang="0">
                    <a:pos x="T2" y="T3"/>
                  </a:cxn>
                  <a:cxn ang="0">
                    <a:pos x="T4" y="T5"/>
                  </a:cxn>
                  <a:cxn ang="0">
                    <a:pos x="T6" y="T7"/>
                  </a:cxn>
                  <a:cxn ang="0">
                    <a:pos x="T8" y="T9"/>
                  </a:cxn>
                  <a:cxn ang="0">
                    <a:pos x="T10" y="T11"/>
                  </a:cxn>
                </a:cxnLst>
                <a:rect l="0" t="0" r="r" b="b"/>
                <a:pathLst>
                  <a:path w="575" h="499">
                    <a:moveTo>
                      <a:pt x="0" y="0"/>
                    </a:moveTo>
                    <a:cubicBezTo>
                      <a:pt x="288" y="498"/>
                      <a:pt x="288" y="498"/>
                      <a:pt x="288" y="498"/>
                    </a:cubicBezTo>
                    <a:cubicBezTo>
                      <a:pt x="287" y="498"/>
                      <a:pt x="287" y="498"/>
                      <a:pt x="286" y="499"/>
                    </a:cubicBezTo>
                    <a:cubicBezTo>
                      <a:pt x="286" y="499"/>
                      <a:pt x="286" y="499"/>
                      <a:pt x="286" y="499"/>
                    </a:cubicBezTo>
                    <a:cubicBezTo>
                      <a:pt x="459" y="399"/>
                      <a:pt x="575" y="213"/>
                      <a:pt x="575" y="0"/>
                    </a:cubicBezTo>
                    <a:lnTo>
                      <a:pt x="0" y="0"/>
                    </a:lnTo>
                    <a:close/>
                  </a:path>
                </a:pathLst>
              </a:custGeom>
              <a:solidFill>
                <a:srgbClr val="E693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3" name="组合 10"/>
            <p:cNvGrpSpPr/>
            <p:nvPr/>
          </p:nvGrpSpPr>
          <p:grpSpPr>
            <a:xfrm>
              <a:off x="5011525" y="2284479"/>
              <a:ext cx="2730500" cy="2730501"/>
              <a:chOff x="4012776" y="-1193512"/>
              <a:chExt cx="2730500" cy="2730501"/>
            </a:xfrm>
          </p:grpSpPr>
          <p:sp>
            <p:nvSpPr>
              <p:cNvPr id="92" name="Oval 5"/>
              <p:cNvSpPr>
                <a:spLocks noChangeArrowheads="1"/>
              </p:cNvSpPr>
              <p:nvPr/>
            </p:nvSpPr>
            <p:spPr bwMode="auto">
              <a:xfrm>
                <a:off x="4012776" y="-1193512"/>
                <a:ext cx="2730500" cy="2730501"/>
              </a:xfrm>
              <a:prstGeom prst="ellipse">
                <a:avLst/>
              </a:prstGeom>
              <a:solidFill>
                <a:srgbClr val="F4F4F4"/>
              </a:solidFill>
              <a:ln>
                <a:noFill/>
              </a:ln>
              <a:effectLst>
                <a:outerShdw blurRad="177800" sx="102000" sy="102000" algn="ctr" rotWithShape="0">
                  <a:prstClr val="black">
                    <a:alpha val="32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椭圆 92"/>
              <p:cNvSpPr/>
              <p:nvPr/>
            </p:nvSpPr>
            <p:spPr>
              <a:xfrm>
                <a:off x="4168426" y="-1037862"/>
                <a:ext cx="2419200" cy="2419200"/>
              </a:xfrm>
              <a:prstGeom prst="ellipse">
                <a:avLst/>
              </a:prstGeom>
              <a:solidFill>
                <a:srgbClr val="76696A"/>
              </a:solidFill>
              <a:ln>
                <a:noFill/>
              </a:ln>
              <a:effectLst>
                <a:innerShdw blurRad="342900">
                  <a:prstClr val="black">
                    <a:alpha val="82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74" name="Oval 12"/>
            <p:cNvSpPr>
              <a:spLocks noChangeArrowheads="1"/>
            </p:cNvSpPr>
            <p:nvPr/>
          </p:nvSpPr>
          <p:spPr bwMode="auto">
            <a:xfrm>
              <a:off x="6187069" y="2119380"/>
              <a:ext cx="414338" cy="409575"/>
            </a:xfrm>
            <a:prstGeom prst="ellipse">
              <a:avLst/>
            </a:prstGeom>
            <a:solidFill>
              <a:srgbClr val="F4F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13"/>
            <p:cNvSpPr>
              <a:spLocks/>
            </p:cNvSpPr>
            <p:nvPr/>
          </p:nvSpPr>
          <p:spPr bwMode="auto">
            <a:xfrm>
              <a:off x="6329944" y="2217805"/>
              <a:ext cx="98425" cy="220663"/>
            </a:xfrm>
            <a:custGeom>
              <a:avLst/>
              <a:gdLst>
                <a:gd name="T0" fmla="*/ 31 w 62"/>
                <a:gd name="T1" fmla="*/ 139 h 139"/>
                <a:gd name="T2" fmla="*/ 31 w 62"/>
                <a:gd name="T3" fmla="*/ 33 h 139"/>
                <a:gd name="T4" fmla="*/ 0 w 62"/>
                <a:gd name="T5" fmla="*/ 59 h 139"/>
                <a:gd name="T6" fmla="*/ 0 w 62"/>
                <a:gd name="T7" fmla="*/ 26 h 139"/>
                <a:gd name="T8" fmla="*/ 31 w 62"/>
                <a:gd name="T9" fmla="*/ 0 h 139"/>
                <a:gd name="T10" fmla="*/ 62 w 62"/>
                <a:gd name="T11" fmla="*/ 0 h 139"/>
                <a:gd name="T12" fmla="*/ 62 w 62"/>
                <a:gd name="T13" fmla="*/ 139 h 139"/>
                <a:gd name="T14" fmla="*/ 31 w 62"/>
                <a:gd name="T15" fmla="*/ 139 h 1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139">
                  <a:moveTo>
                    <a:pt x="31" y="139"/>
                  </a:moveTo>
                  <a:lnTo>
                    <a:pt x="31" y="33"/>
                  </a:lnTo>
                  <a:lnTo>
                    <a:pt x="0" y="59"/>
                  </a:lnTo>
                  <a:lnTo>
                    <a:pt x="0" y="26"/>
                  </a:lnTo>
                  <a:lnTo>
                    <a:pt x="31" y="0"/>
                  </a:lnTo>
                  <a:lnTo>
                    <a:pt x="62" y="0"/>
                  </a:lnTo>
                  <a:lnTo>
                    <a:pt x="62" y="139"/>
                  </a:lnTo>
                  <a:lnTo>
                    <a:pt x="31" y="139"/>
                  </a:lnTo>
                  <a:close/>
                </a:path>
              </a:pathLst>
            </a:custGeom>
            <a:solidFill>
              <a:srgbClr val="4238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Oval 14"/>
            <p:cNvSpPr>
              <a:spLocks noChangeArrowheads="1"/>
            </p:cNvSpPr>
            <p:nvPr/>
          </p:nvSpPr>
          <p:spPr bwMode="auto">
            <a:xfrm>
              <a:off x="6187069" y="4759393"/>
              <a:ext cx="414338" cy="409575"/>
            </a:xfrm>
            <a:prstGeom prst="ellipse">
              <a:avLst/>
            </a:prstGeom>
            <a:solidFill>
              <a:srgbClr val="F4F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15"/>
            <p:cNvSpPr>
              <a:spLocks/>
            </p:cNvSpPr>
            <p:nvPr/>
          </p:nvSpPr>
          <p:spPr bwMode="auto">
            <a:xfrm>
              <a:off x="6307719" y="4853055"/>
              <a:ext cx="157163" cy="222250"/>
            </a:xfrm>
            <a:custGeom>
              <a:avLst/>
              <a:gdLst>
                <a:gd name="T0" fmla="*/ 90 w 99"/>
                <a:gd name="T1" fmla="*/ 123 h 140"/>
                <a:gd name="T2" fmla="*/ 90 w 99"/>
                <a:gd name="T3" fmla="*/ 140 h 140"/>
                <a:gd name="T4" fmla="*/ 59 w 99"/>
                <a:gd name="T5" fmla="*/ 140 h 140"/>
                <a:gd name="T6" fmla="*/ 59 w 99"/>
                <a:gd name="T7" fmla="*/ 123 h 140"/>
                <a:gd name="T8" fmla="*/ 0 w 99"/>
                <a:gd name="T9" fmla="*/ 123 h 140"/>
                <a:gd name="T10" fmla="*/ 0 w 99"/>
                <a:gd name="T11" fmla="*/ 92 h 140"/>
                <a:gd name="T12" fmla="*/ 47 w 99"/>
                <a:gd name="T13" fmla="*/ 0 h 140"/>
                <a:gd name="T14" fmla="*/ 83 w 99"/>
                <a:gd name="T15" fmla="*/ 0 h 140"/>
                <a:gd name="T16" fmla="*/ 35 w 99"/>
                <a:gd name="T17" fmla="*/ 92 h 140"/>
                <a:gd name="T18" fmla="*/ 59 w 99"/>
                <a:gd name="T19" fmla="*/ 92 h 140"/>
                <a:gd name="T20" fmla="*/ 59 w 99"/>
                <a:gd name="T21" fmla="*/ 73 h 140"/>
                <a:gd name="T22" fmla="*/ 90 w 99"/>
                <a:gd name="T23" fmla="*/ 73 h 140"/>
                <a:gd name="T24" fmla="*/ 90 w 99"/>
                <a:gd name="T25" fmla="*/ 92 h 140"/>
                <a:gd name="T26" fmla="*/ 99 w 99"/>
                <a:gd name="T27" fmla="*/ 92 h 140"/>
                <a:gd name="T28" fmla="*/ 99 w 99"/>
                <a:gd name="T29" fmla="*/ 123 h 140"/>
                <a:gd name="T30" fmla="*/ 90 w 99"/>
                <a:gd name="T31" fmla="*/ 123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9" h="140">
                  <a:moveTo>
                    <a:pt x="90" y="123"/>
                  </a:moveTo>
                  <a:lnTo>
                    <a:pt x="90" y="140"/>
                  </a:lnTo>
                  <a:lnTo>
                    <a:pt x="59" y="140"/>
                  </a:lnTo>
                  <a:lnTo>
                    <a:pt x="59" y="123"/>
                  </a:lnTo>
                  <a:lnTo>
                    <a:pt x="0" y="123"/>
                  </a:lnTo>
                  <a:lnTo>
                    <a:pt x="0" y="92"/>
                  </a:lnTo>
                  <a:lnTo>
                    <a:pt x="47" y="0"/>
                  </a:lnTo>
                  <a:lnTo>
                    <a:pt x="83" y="0"/>
                  </a:lnTo>
                  <a:lnTo>
                    <a:pt x="35" y="92"/>
                  </a:lnTo>
                  <a:lnTo>
                    <a:pt x="59" y="92"/>
                  </a:lnTo>
                  <a:lnTo>
                    <a:pt x="59" y="73"/>
                  </a:lnTo>
                  <a:lnTo>
                    <a:pt x="90" y="73"/>
                  </a:lnTo>
                  <a:lnTo>
                    <a:pt x="90" y="92"/>
                  </a:lnTo>
                  <a:lnTo>
                    <a:pt x="99" y="92"/>
                  </a:lnTo>
                  <a:lnTo>
                    <a:pt x="99" y="123"/>
                  </a:lnTo>
                  <a:lnTo>
                    <a:pt x="90" y="123"/>
                  </a:lnTo>
                  <a:close/>
                </a:path>
              </a:pathLst>
            </a:custGeom>
            <a:solidFill>
              <a:srgbClr val="4238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16"/>
            <p:cNvSpPr>
              <a:spLocks/>
            </p:cNvSpPr>
            <p:nvPr/>
          </p:nvSpPr>
          <p:spPr bwMode="auto">
            <a:xfrm>
              <a:off x="7299906" y="2751205"/>
              <a:ext cx="469900" cy="469900"/>
            </a:xfrm>
            <a:custGeom>
              <a:avLst/>
              <a:gdLst>
                <a:gd name="T0" fmla="*/ 90 w 125"/>
                <a:gd name="T1" fmla="*/ 109 h 125"/>
                <a:gd name="T2" fmla="*/ 16 w 125"/>
                <a:gd name="T3" fmla="*/ 89 h 125"/>
                <a:gd name="T4" fmla="*/ 36 w 125"/>
                <a:gd name="T5" fmla="*/ 15 h 125"/>
                <a:gd name="T6" fmla="*/ 110 w 125"/>
                <a:gd name="T7" fmla="*/ 35 h 125"/>
                <a:gd name="T8" fmla="*/ 90 w 125"/>
                <a:gd name="T9" fmla="*/ 109 h 125"/>
              </a:gdLst>
              <a:ahLst/>
              <a:cxnLst>
                <a:cxn ang="0">
                  <a:pos x="T0" y="T1"/>
                </a:cxn>
                <a:cxn ang="0">
                  <a:pos x="T2" y="T3"/>
                </a:cxn>
                <a:cxn ang="0">
                  <a:pos x="T4" y="T5"/>
                </a:cxn>
                <a:cxn ang="0">
                  <a:pos x="T6" y="T7"/>
                </a:cxn>
                <a:cxn ang="0">
                  <a:pos x="T8" y="T9"/>
                </a:cxn>
              </a:cxnLst>
              <a:rect l="0" t="0" r="r" b="b"/>
              <a:pathLst>
                <a:path w="125" h="125">
                  <a:moveTo>
                    <a:pt x="90" y="109"/>
                  </a:moveTo>
                  <a:cubicBezTo>
                    <a:pt x="64" y="125"/>
                    <a:pt x="31" y="116"/>
                    <a:pt x="16" y="89"/>
                  </a:cubicBezTo>
                  <a:cubicBezTo>
                    <a:pt x="0" y="63"/>
                    <a:pt x="9" y="30"/>
                    <a:pt x="36" y="15"/>
                  </a:cubicBezTo>
                  <a:cubicBezTo>
                    <a:pt x="62" y="0"/>
                    <a:pt x="95" y="9"/>
                    <a:pt x="110" y="35"/>
                  </a:cubicBezTo>
                  <a:cubicBezTo>
                    <a:pt x="125" y="61"/>
                    <a:pt x="116" y="94"/>
                    <a:pt x="90" y="109"/>
                  </a:cubicBezTo>
                  <a:close/>
                </a:path>
              </a:pathLst>
            </a:custGeom>
            <a:solidFill>
              <a:srgbClr val="F4F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17"/>
            <p:cNvSpPr>
              <a:spLocks/>
            </p:cNvSpPr>
            <p:nvPr/>
          </p:nvSpPr>
          <p:spPr bwMode="auto">
            <a:xfrm>
              <a:off x="7415794" y="2871855"/>
              <a:ext cx="252413" cy="222250"/>
            </a:xfrm>
            <a:custGeom>
              <a:avLst/>
              <a:gdLst>
                <a:gd name="T0" fmla="*/ 0 w 67"/>
                <a:gd name="T1" fmla="*/ 26 h 59"/>
                <a:gd name="T2" fmla="*/ 11 w 67"/>
                <a:gd name="T3" fmla="*/ 20 h 59"/>
                <a:gd name="T4" fmla="*/ 41 w 67"/>
                <a:gd name="T5" fmla="*/ 27 h 59"/>
                <a:gd name="T6" fmla="*/ 48 w 67"/>
                <a:gd name="T7" fmla="*/ 27 h 59"/>
                <a:gd name="T8" fmla="*/ 51 w 67"/>
                <a:gd name="T9" fmla="*/ 19 h 59"/>
                <a:gd name="T10" fmla="*/ 43 w 67"/>
                <a:gd name="T11" fmla="*/ 17 h 59"/>
                <a:gd name="T12" fmla="*/ 36 w 67"/>
                <a:gd name="T13" fmla="*/ 6 h 59"/>
                <a:gd name="T14" fmla="*/ 61 w 67"/>
                <a:gd name="T15" fmla="*/ 13 h 59"/>
                <a:gd name="T16" fmla="*/ 55 w 67"/>
                <a:gd name="T17" fmla="*/ 38 h 59"/>
                <a:gd name="T18" fmla="*/ 39 w 67"/>
                <a:gd name="T19" fmla="*/ 39 h 59"/>
                <a:gd name="T20" fmla="*/ 19 w 67"/>
                <a:gd name="T21" fmla="*/ 35 h 59"/>
                <a:gd name="T22" fmla="*/ 30 w 67"/>
                <a:gd name="T23" fmla="*/ 53 h 59"/>
                <a:gd name="T24" fmla="*/ 19 w 67"/>
                <a:gd name="T25" fmla="*/ 59 h 59"/>
                <a:gd name="T26" fmla="*/ 0 w 67"/>
                <a:gd name="T27" fmla="*/ 26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7" h="59">
                  <a:moveTo>
                    <a:pt x="0" y="26"/>
                  </a:moveTo>
                  <a:cubicBezTo>
                    <a:pt x="11" y="20"/>
                    <a:pt x="11" y="20"/>
                    <a:pt x="11" y="20"/>
                  </a:cubicBezTo>
                  <a:cubicBezTo>
                    <a:pt x="41" y="27"/>
                    <a:pt x="41" y="27"/>
                    <a:pt x="41" y="27"/>
                  </a:cubicBezTo>
                  <a:cubicBezTo>
                    <a:pt x="45" y="28"/>
                    <a:pt x="46" y="28"/>
                    <a:pt x="48" y="27"/>
                  </a:cubicBezTo>
                  <a:cubicBezTo>
                    <a:pt x="51" y="25"/>
                    <a:pt x="52" y="22"/>
                    <a:pt x="51" y="19"/>
                  </a:cubicBezTo>
                  <a:cubicBezTo>
                    <a:pt x="49" y="17"/>
                    <a:pt x="47" y="15"/>
                    <a:pt x="43" y="17"/>
                  </a:cubicBezTo>
                  <a:cubicBezTo>
                    <a:pt x="36" y="6"/>
                    <a:pt x="36" y="6"/>
                    <a:pt x="36" y="6"/>
                  </a:cubicBezTo>
                  <a:cubicBezTo>
                    <a:pt x="46" y="0"/>
                    <a:pt x="56" y="4"/>
                    <a:pt x="61" y="13"/>
                  </a:cubicBezTo>
                  <a:cubicBezTo>
                    <a:pt x="67" y="23"/>
                    <a:pt x="65" y="33"/>
                    <a:pt x="55" y="38"/>
                  </a:cubicBezTo>
                  <a:cubicBezTo>
                    <a:pt x="50" y="42"/>
                    <a:pt x="46" y="41"/>
                    <a:pt x="39" y="39"/>
                  </a:cubicBezTo>
                  <a:cubicBezTo>
                    <a:pt x="19" y="35"/>
                    <a:pt x="19" y="35"/>
                    <a:pt x="19" y="35"/>
                  </a:cubicBezTo>
                  <a:cubicBezTo>
                    <a:pt x="30" y="53"/>
                    <a:pt x="30" y="53"/>
                    <a:pt x="30" y="53"/>
                  </a:cubicBezTo>
                  <a:cubicBezTo>
                    <a:pt x="19" y="59"/>
                    <a:pt x="19" y="59"/>
                    <a:pt x="19" y="59"/>
                  </a:cubicBezTo>
                  <a:lnTo>
                    <a:pt x="0" y="26"/>
                  </a:lnTo>
                  <a:close/>
                </a:path>
              </a:pathLst>
            </a:custGeom>
            <a:solidFill>
              <a:srgbClr val="4238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18"/>
            <p:cNvSpPr>
              <a:spLocks/>
            </p:cNvSpPr>
            <p:nvPr/>
          </p:nvSpPr>
          <p:spPr bwMode="auto">
            <a:xfrm>
              <a:off x="5018669" y="4070418"/>
              <a:ext cx="469900" cy="466725"/>
            </a:xfrm>
            <a:custGeom>
              <a:avLst/>
              <a:gdLst>
                <a:gd name="T0" fmla="*/ 89 w 125"/>
                <a:gd name="T1" fmla="*/ 109 h 124"/>
                <a:gd name="T2" fmla="*/ 15 w 125"/>
                <a:gd name="T3" fmla="*/ 89 h 124"/>
                <a:gd name="T4" fmla="*/ 35 w 125"/>
                <a:gd name="T5" fmla="*/ 15 h 124"/>
                <a:gd name="T6" fmla="*/ 109 w 125"/>
                <a:gd name="T7" fmla="*/ 35 h 124"/>
                <a:gd name="T8" fmla="*/ 89 w 125"/>
                <a:gd name="T9" fmla="*/ 109 h 124"/>
              </a:gdLst>
              <a:ahLst/>
              <a:cxnLst>
                <a:cxn ang="0">
                  <a:pos x="T0" y="T1"/>
                </a:cxn>
                <a:cxn ang="0">
                  <a:pos x="T2" y="T3"/>
                </a:cxn>
                <a:cxn ang="0">
                  <a:pos x="T4" y="T5"/>
                </a:cxn>
                <a:cxn ang="0">
                  <a:pos x="T6" y="T7"/>
                </a:cxn>
                <a:cxn ang="0">
                  <a:pos x="T8" y="T9"/>
                </a:cxn>
              </a:cxnLst>
              <a:rect l="0" t="0" r="r" b="b"/>
              <a:pathLst>
                <a:path w="125" h="124">
                  <a:moveTo>
                    <a:pt x="89" y="109"/>
                  </a:moveTo>
                  <a:cubicBezTo>
                    <a:pt x="63" y="124"/>
                    <a:pt x="30" y="115"/>
                    <a:pt x="15" y="89"/>
                  </a:cubicBezTo>
                  <a:cubicBezTo>
                    <a:pt x="0" y="63"/>
                    <a:pt x="9" y="30"/>
                    <a:pt x="35" y="15"/>
                  </a:cubicBezTo>
                  <a:cubicBezTo>
                    <a:pt x="61" y="0"/>
                    <a:pt x="94" y="9"/>
                    <a:pt x="109" y="35"/>
                  </a:cubicBezTo>
                  <a:cubicBezTo>
                    <a:pt x="125" y="61"/>
                    <a:pt x="116" y="94"/>
                    <a:pt x="89" y="109"/>
                  </a:cubicBezTo>
                  <a:close/>
                </a:path>
              </a:pathLst>
            </a:custGeom>
            <a:solidFill>
              <a:srgbClr val="F4F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19"/>
            <p:cNvSpPr>
              <a:spLocks/>
            </p:cNvSpPr>
            <p:nvPr/>
          </p:nvSpPr>
          <p:spPr bwMode="auto">
            <a:xfrm>
              <a:off x="5134556" y="4187893"/>
              <a:ext cx="241300" cy="209550"/>
            </a:xfrm>
            <a:custGeom>
              <a:avLst/>
              <a:gdLst>
                <a:gd name="T0" fmla="*/ 15 w 64"/>
                <a:gd name="T1" fmla="*/ 54 h 56"/>
                <a:gd name="T2" fmla="*/ 4 w 64"/>
                <a:gd name="T3" fmla="*/ 45 h 56"/>
                <a:gd name="T4" fmla="*/ 1 w 64"/>
                <a:gd name="T5" fmla="*/ 30 h 56"/>
                <a:gd name="T6" fmla="*/ 10 w 64"/>
                <a:gd name="T7" fmla="*/ 19 h 56"/>
                <a:gd name="T8" fmla="*/ 17 w 64"/>
                <a:gd name="T9" fmla="*/ 31 h 56"/>
                <a:gd name="T10" fmla="*/ 14 w 64"/>
                <a:gd name="T11" fmla="*/ 39 h 56"/>
                <a:gd name="T12" fmla="*/ 18 w 64"/>
                <a:gd name="T13" fmla="*/ 41 h 56"/>
                <a:gd name="T14" fmla="*/ 24 w 64"/>
                <a:gd name="T15" fmla="*/ 40 h 56"/>
                <a:gd name="T16" fmla="*/ 29 w 64"/>
                <a:gd name="T17" fmla="*/ 31 h 56"/>
                <a:gd name="T18" fmla="*/ 23 w 64"/>
                <a:gd name="T19" fmla="*/ 28 h 56"/>
                <a:gd name="T20" fmla="*/ 16 w 64"/>
                <a:gd name="T21" fmla="*/ 17 h 56"/>
                <a:gd name="T22" fmla="*/ 46 w 64"/>
                <a:gd name="T23" fmla="*/ 0 h 56"/>
                <a:gd name="T24" fmla="*/ 64 w 64"/>
                <a:gd name="T25" fmla="*/ 31 h 56"/>
                <a:gd name="T26" fmla="*/ 54 w 64"/>
                <a:gd name="T27" fmla="*/ 37 h 56"/>
                <a:gd name="T28" fmla="*/ 42 w 64"/>
                <a:gd name="T29" fmla="*/ 16 h 56"/>
                <a:gd name="T30" fmla="*/ 34 w 64"/>
                <a:gd name="T31" fmla="*/ 21 h 56"/>
                <a:gd name="T32" fmla="*/ 40 w 64"/>
                <a:gd name="T33" fmla="*/ 27 h 56"/>
                <a:gd name="T34" fmla="*/ 42 w 64"/>
                <a:gd name="T35" fmla="*/ 39 h 56"/>
                <a:gd name="T36" fmla="*/ 31 w 64"/>
                <a:gd name="T37" fmla="*/ 51 h 56"/>
                <a:gd name="T38" fmla="*/ 15 w 64"/>
                <a:gd name="T39" fmla="*/ 54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4" h="56">
                  <a:moveTo>
                    <a:pt x="15" y="54"/>
                  </a:moveTo>
                  <a:cubicBezTo>
                    <a:pt x="12" y="53"/>
                    <a:pt x="7" y="51"/>
                    <a:pt x="4" y="45"/>
                  </a:cubicBezTo>
                  <a:cubicBezTo>
                    <a:pt x="0" y="39"/>
                    <a:pt x="0" y="34"/>
                    <a:pt x="1" y="30"/>
                  </a:cubicBezTo>
                  <a:cubicBezTo>
                    <a:pt x="3" y="25"/>
                    <a:pt x="7" y="22"/>
                    <a:pt x="10" y="19"/>
                  </a:cubicBezTo>
                  <a:cubicBezTo>
                    <a:pt x="17" y="31"/>
                    <a:pt x="17" y="31"/>
                    <a:pt x="17" y="31"/>
                  </a:cubicBezTo>
                  <a:cubicBezTo>
                    <a:pt x="14" y="33"/>
                    <a:pt x="13" y="36"/>
                    <a:pt x="14" y="39"/>
                  </a:cubicBezTo>
                  <a:cubicBezTo>
                    <a:pt x="15" y="40"/>
                    <a:pt x="16" y="41"/>
                    <a:pt x="18" y="41"/>
                  </a:cubicBezTo>
                  <a:cubicBezTo>
                    <a:pt x="19" y="42"/>
                    <a:pt x="21" y="41"/>
                    <a:pt x="24" y="40"/>
                  </a:cubicBezTo>
                  <a:cubicBezTo>
                    <a:pt x="30" y="36"/>
                    <a:pt x="31" y="33"/>
                    <a:pt x="29" y="31"/>
                  </a:cubicBezTo>
                  <a:cubicBezTo>
                    <a:pt x="27" y="27"/>
                    <a:pt x="24" y="28"/>
                    <a:pt x="23" y="28"/>
                  </a:cubicBezTo>
                  <a:cubicBezTo>
                    <a:pt x="16" y="17"/>
                    <a:pt x="16" y="17"/>
                    <a:pt x="16" y="17"/>
                  </a:cubicBezTo>
                  <a:cubicBezTo>
                    <a:pt x="46" y="0"/>
                    <a:pt x="46" y="0"/>
                    <a:pt x="46" y="0"/>
                  </a:cubicBezTo>
                  <a:cubicBezTo>
                    <a:pt x="64" y="31"/>
                    <a:pt x="64" y="31"/>
                    <a:pt x="64" y="31"/>
                  </a:cubicBezTo>
                  <a:cubicBezTo>
                    <a:pt x="54" y="37"/>
                    <a:pt x="54" y="37"/>
                    <a:pt x="54" y="37"/>
                  </a:cubicBezTo>
                  <a:cubicBezTo>
                    <a:pt x="42" y="16"/>
                    <a:pt x="42" y="16"/>
                    <a:pt x="42" y="16"/>
                  </a:cubicBezTo>
                  <a:cubicBezTo>
                    <a:pt x="34" y="21"/>
                    <a:pt x="34" y="21"/>
                    <a:pt x="34" y="21"/>
                  </a:cubicBezTo>
                  <a:cubicBezTo>
                    <a:pt x="35" y="22"/>
                    <a:pt x="38" y="24"/>
                    <a:pt x="40" y="27"/>
                  </a:cubicBezTo>
                  <a:cubicBezTo>
                    <a:pt x="43" y="31"/>
                    <a:pt x="43" y="35"/>
                    <a:pt x="42" y="39"/>
                  </a:cubicBezTo>
                  <a:cubicBezTo>
                    <a:pt x="40" y="45"/>
                    <a:pt x="36" y="49"/>
                    <a:pt x="31" y="51"/>
                  </a:cubicBezTo>
                  <a:cubicBezTo>
                    <a:pt x="25" y="55"/>
                    <a:pt x="21" y="56"/>
                    <a:pt x="15" y="54"/>
                  </a:cubicBezTo>
                  <a:close/>
                </a:path>
              </a:pathLst>
            </a:custGeom>
            <a:solidFill>
              <a:srgbClr val="4238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20"/>
            <p:cNvSpPr>
              <a:spLocks/>
            </p:cNvSpPr>
            <p:nvPr/>
          </p:nvSpPr>
          <p:spPr bwMode="auto">
            <a:xfrm>
              <a:off x="5018669" y="2751205"/>
              <a:ext cx="469900" cy="469900"/>
            </a:xfrm>
            <a:custGeom>
              <a:avLst/>
              <a:gdLst>
                <a:gd name="T0" fmla="*/ 89 w 125"/>
                <a:gd name="T1" fmla="*/ 15 h 125"/>
                <a:gd name="T2" fmla="*/ 109 w 125"/>
                <a:gd name="T3" fmla="*/ 89 h 125"/>
                <a:gd name="T4" fmla="*/ 35 w 125"/>
                <a:gd name="T5" fmla="*/ 109 h 125"/>
                <a:gd name="T6" fmla="*/ 15 w 125"/>
                <a:gd name="T7" fmla="*/ 35 h 125"/>
                <a:gd name="T8" fmla="*/ 89 w 125"/>
                <a:gd name="T9" fmla="*/ 15 h 125"/>
              </a:gdLst>
              <a:ahLst/>
              <a:cxnLst>
                <a:cxn ang="0">
                  <a:pos x="T0" y="T1"/>
                </a:cxn>
                <a:cxn ang="0">
                  <a:pos x="T2" y="T3"/>
                </a:cxn>
                <a:cxn ang="0">
                  <a:pos x="T4" y="T5"/>
                </a:cxn>
                <a:cxn ang="0">
                  <a:pos x="T6" y="T7"/>
                </a:cxn>
                <a:cxn ang="0">
                  <a:pos x="T8" y="T9"/>
                </a:cxn>
              </a:cxnLst>
              <a:rect l="0" t="0" r="r" b="b"/>
              <a:pathLst>
                <a:path w="125" h="125">
                  <a:moveTo>
                    <a:pt x="89" y="15"/>
                  </a:moveTo>
                  <a:cubicBezTo>
                    <a:pt x="116" y="30"/>
                    <a:pt x="125" y="63"/>
                    <a:pt x="109" y="89"/>
                  </a:cubicBezTo>
                  <a:cubicBezTo>
                    <a:pt x="94" y="116"/>
                    <a:pt x="61" y="125"/>
                    <a:pt x="35" y="109"/>
                  </a:cubicBezTo>
                  <a:cubicBezTo>
                    <a:pt x="9" y="94"/>
                    <a:pt x="0" y="61"/>
                    <a:pt x="15" y="35"/>
                  </a:cubicBezTo>
                  <a:cubicBezTo>
                    <a:pt x="30" y="9"/>
                    <a:pt x="63" y="0"/>
                    <a:pt x="89" y="15"/>
                  </a:cubicBezTo>
                  <a:close/>
                </a:path>
              </a:pathLst>
            </a:custGeom>
            <a:solidFill>
              <a:srgbClr val="F4F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21"/>
            <p:cNvSpPr>
              <a:spLocks noEditPoints="1"/>
            </p:cNvSpPr>
            <p:nvPr/>
          </p:nvSpPr>
          <p:spPr bwMode="auto">
            <a:xfrm>
              <a:off x="5134556" y="2882968"/>
              <a:ext cx="222250" cy="206375"/>
            </a:xfrm>
            <a:custGeom>
              <a:avLst/>
              <a:gdLst>
                <a:gd name="T0" fmla="*/ 53 w 59"/>
                <a:gd name="T1" fmla="*/ 41 h 55"/>
                <a:gd name="T2" fmla="*/ 27 w 59"/>
                <a:gd name="T3" fmla="*/ 48 h 55"/>
                <a:gd name="T4" fmla="*/ 15 w 59"/>
                <a:gd name="T5" fmla="*/ 35 h 55"/>
                <a:gd name="T6" fmla="*/ 0 w 59"/>
                <a:gd name="T7" fmla="*/ 13 h 55"/>
                <a:gd name="T8" fmla="*/ 8 w 59"/>
                <a:gd name="T9" fmla="*/ 0 h 55"/>
                <a:gd name="T10" fmla="*/ 22 w 59"/>
                <a:gd name="T11" fmla="*/ 22 h 55"/>
                <a:gd name="T12" fmla="*/ 23 w 59"/>
                <a:gd name="T13" fmla="*/ 19 h 55"/>
                <a:gd name="T14" fmla="*/ 47 w 59"/>
                <a:gd name="T15" fmla="*/ 14 h 55"/>
                <a:gd name="T16" fmla="*/ 53 w 59"/>
                <a:gd name="T17" fmla="*/ 41 h 55"/>
                <a:gd name="T18" fmla="*/ 31 w 59"/>
                <a:gd name="T19" fmla="*/ 28 h 55"/>
                <a:gd name="T20" fmla="*/ 34 w 59"/>
                <a:gd name="T21" fmla="*/ 36 h 55"/>
                <a:gd name="T22" fmla="*/ 43 w 59"/>
                <a:gd name="T23" fmla="*/ 35 h 55"/>
                <a:gd name="T24" fmla="*/ 40 w 59"/>
                <a:gd name="T25" fmla="*/ 26 h 55"/>
                <a:gd name="T26" fmla="*/ 31 w 59"/>
                <a:gd name="T27" fmla="*/ 2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9" h="55">
                  <a:moveTo>
                    <a:pt x="53" y="41"/>
                  </a:moveTo>
                  <a:cubicBezTo>
                    <a:pt x="48" y="50"/>
                    <a:pt x="38" y="55"/>
                    <a:pt x="27" y="48"/>
                  </a:cubicBezTo>
                  <a:cubicBezTo>
                    <a:pt x="22" y="45"/>
                    <a:pt x="18" y="40"/>
                    <a:pt x="15" y="35"/>
                  </a:cubicBezTo>
                  <a:cubicBezTo>
                    <a:pt x="0" y="13"/>
                    <a:pt x="0" y="13"/>
                    <a:pt x="0" y="13"/>
                  </a:cubicBezTo>
                  <a:cubicBezTo>
                    <a:pt x="8" y="0"/>
                    <a:pt x="8" y="0"/>
                    <a:pt x="8" y="0"/>
                  </a:cubicBezTo>
                  <a:cubicBezTo>
                    <a:pt x="22" y="22"/>
                    <a:pt x="22" y="22"/>
                    <a:pt x="22" y="22"/>
                  </a:cubicBezTo>
                  <a:cubicBezTo>
                    <a:pt x="22" y="21"/>
                    <a:pt x="23" y="20"/>
                    <a:pt x="23" y="19"/>
                  </a:cubicBezTo>
                  <a:cubicBezTo>
                    <a:pt x="27" y="13"/>
                    <a:pt x="37" y="8"/>
                    <a:pt x="47" y="14"/>
                  </a:cubicBezTo>
                  <a:cubicBezTo>
                    <a:pt x="58" y="20"/>
                    <a:pt x="59" y="32"/>
                    <a:pt x="53" y="41"/>
                  </a:cubicBezTo>
                  <a:close/>
                  <a:moveTo>
                    <a:pt x="31" y="28"/>
                  </a:moveTo>
                  <a:cubicBezTo>
                    <a:pt x="29" y="31"/>
                    <a:pt x="30" y="34"/>
                    <a:pt x="34" y="36"/>
                  </a:cubicBezTo>
                  <a:cubicBezTo>
                    <a:pt x="38" y="39"/>
                    <a:pt x="41" y="37"/>
                    <a:pt x="43" y="35"/>
                  </a:cubicBezTo>
                  <a:cubicBezTo>
                    <a:pt x="44" y="32"/>
                    <a:pt x="44" y="28"/>
                    <a:pt x="40" y="26"/>
                  </a:cubicBezTo>
                  <a:cubicBezTo>
                    <a:pt x="36" y="24"/>
                    <a:pt x="33" y="25"/>
                    <a:pt x="31" y="28"/>
                  </a:cubicBezTo>
                  <a:close/>
                </a:path>
              </a:pathLst>
            </a:custGeom>
            <a:solidFill>
              <a:srgbClr val="4238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22"/>
            <p:cNvSpPr>
              <a:spLocks/>
            </p:cNvSpPr>
            <p:nvPr/>
          </p:nvSpPr>
          <p:spPr bwMode="auto">
            <a:xfrm>
              <a:off x="7299906" y="4070418"/>
              <a:ext cx="469900" cy="466725"/>
            </a:xfrm>
            <a:custGeom>
              <a:avLst/>
              <a:gdLst>
                <a:gd name="T0" fmla="*/ 90 w 125"/>
                <a:gd name="T1" fmla="*/ 15 h 124"/>
                <a:gd name="T2" fmla="*/ 110 w 125"/>
                <a:gd name="T3" fmla="*/ 89 h 124"/>
                <a:gd name="T4" fmla="*/ 36 w 125"/>
                <a:gd name="T5" fmla="*/ 109 h 124"/>
                <a:gd name="T6" fmla="*/ 16 w 125"/>
                <a:gd name="T7" fmla="*/ 35 h 124"/>
                <a:gd name="T8" fmla="*/ 90 w 125"/>
                <a:gd name="T9" fmla="*/ 15 h 124"/>
              </a:gdLst>
              <a:ahLst/>
              <a:cxnLst>
                <a:cxn ang="0">
                  <a:pos x="T0" y="T1"/>
                </a:cxn>
                <a:cxn ang="0">
                  <a:pos x="T2" y="T3"/>
                </a:cxn>
                <a:cxn ang="0">
                  <a:pos x="T4" y="T5"/>
                </a:cxn>
                <a:cxn ang="0">
                  <a:pos x="T6" y="T7"/>
                </a:cxn>
                <a:cxn ang="0">
                  <a:pos x="T8" y="T9"/>
                </a:cxn>
              </a:cxnLst>
              <a:rect l="0" t="0" r="r" b="b"/>
              <a:pathLst>
                <a:path w="125" h="124">
                  <a:moveTo>
                    <a:pt x="90" y="15"/>
                  </a:moveTo>
                  <a:cubicBezTo>
                    <a:pt x="116" y="30"/>
                    <a:pt x="125" y="63"/>
                    <a:pt x="110" y="89"/>
                  </a:cubicBezTo>
                  <a:cubicBezTo>
                    <a:pt x="95" y="115"/>
                    <a:pt x="62" y="124"/>
                    <a:pt x="36" y="109"/>
                  </a:cubicBezTo>
                  <a:cubicBezTo>
                    <a:pt x="9" y="94"/>
                    <a:pt x="0" y="61"/>
                    <a:pt x="16" y="35"/>
                  </a:cubicBezTo>
                  <a:cubicBezTo>
                    <a:pt x="31" y="9"/>
                    <a:pt x="64" y="0"/>
                    <a:pt x="90" y="15"/>
                  </a:cubicBezTo>
                  <a:close/>
                </a:path>
              </a:pathLst>
            </a:custGeom>
            <a:solidFill>
              <a:srgbClr val="F4F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23"/>
            <p:cNvSpPr>
              <a:spLocks/>
            </p:cNvSpPr>
            <p:nvPr/>
          </p:nvSpPr>
          <p:spPr bwMode="auto">
            <a:xfrm>
              <a:off x="7415794" y="4206943"/>
              <a:ext cx="238125" cy="214313"/>
            </a:xfrm>
            <a:custGeom>
              <a:avLst/>
              <a:gdLst>
                <a:gd name="T0" fmla="*/ 58 w 63"/>
                <a:gd name="T1" fmla="*/ 43 h 57"/>
                <a:gd name="T2" fmla="*/ 32 w 63"/>
                <a:gd name="T3" fmla="*/ 50 h 57"/>
                <a:gd name="T4" fmla="*/ 39 w 63"/>
                <a:gd name="T5" fmla="*/ 39 h 57"/>
                <a:gd name="T6" fmla="*/ 47 w 63"/>
                <a:gd name="T7" fmla="*/ 36 h 57"/>
                <a:gd name="T8" fmla="*/ 45 w 63"/>
                <a:gd name="T9" fmla="*/ 28 h 57"/>
                <a:gd name="T10" fmla="*/ 36 w 63"/>
                <a:gd name="T11" fmla="*/ 30 h 57"/>
                <a:gd name="T12" fmla="*/ 35 w 63"/>
                <a:gd name="T13" fmla="*/ 32 h 57"/>
                <a:gd name="T14" fmla="*/ 25 w 63"/>
                <a:gd name="T15" fmla="*/ 26 h 57"/>
                <a:gd name="T16" fmla="*/ 26 w 63"/>
                <a:gd name="T17" fmla="*/ 25 h 57"/>
                <a:gd name="T18" fmla="*/ 24 w 63"/>
                <a:gd name="T19" fmla="*/ 17 h 57"/>
                <a:gd name="T20" fmla="*/ 16 w 63"/>
                <a:gd name="T21" fmla="*/ 19 h 57"/>
                <a:gd name="T22" fmla="*/ 18 w 63"/>
                <a:gd name="T23" fmla="*/ 26 h 57"/>
                <a:gd name="T24" fmla="*/ 11 w 63"/>
                <a:gd name="T25" fmla="*/ 38 h 57"/>
                <a:gd name="T26" fmla="*/ 6 w 63"/>
                <a:gd name="T27" fmla="*/ 13 h 57"/>
                <a:gd name="T28" fmla="*/ 30 w 63"/>
                <a:gd name="T29" fmla="*/ 5 h 57"/>
                <a:gd name="T30" fmla="*/ 37 w 63"/>
                <a:gd name="T31" fmla="*/ 16 h 57"/>
                <a:gd name="T32" fmla="*/ 52 w 63"/>
                <a:gd name="T33" fmla="*/ 16 h 57"/>
                <a:gd name="T34" fmla="*/ 58 w 63"/>
                <a:gd name="T35" fmla="*/ 43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3" h="57">
                  <a:moveTo>
                    <a:pt x="58" y="43"/>
                  </a:moveTo>
                  <a:cubicBezTo>
                    <a:pt x="53" y="51"/>
                    <a:pt x="43" y="57"/>
                    <a:pt x="32" y="50"/>
                  </a:cubicBezTo>
                  <a:cubicBezTo>
                    <a:pt x="39" y="39"/>
                    <a:pt x="39" y="39"/>
                    <a:pt x="39" y="39"/>
                  </a:cubicBezTo>
                  <a:cubicBezTo>
                    <a:pt x="42" y="41"/>
                    <a:pt x="45" y="39"/>
                    <a:pt x="47" y="36"/>
                  </a:cubicBezTo>
                  <a:cubicBezTo>
                    <a:pt x="49" y="33"/>
                    <a:pt x="48" y="30"/>
                    <a:pt x="45" y="28"/>
                  </a:cubicBezTo>
                  <a:cubicBezTo>
                    <a:pt x="41" y="26"/>
                    <a:pt x="38" y="27"/>
                    <a:pt x="36" y="30"/>
                  </a:cubicBezTo>
                  <a:cubicBezTo>
                    <a:pt x="35" y="32"/>
                    <a:pt x="35" y="32"/>
                    <a:pt x="35" y="32"/>
                  </a:cubicBezTo>
                  <a:cubicBezTo>
                    <a:pt x="25" y="26"/>
                    <a:pt x="25" y="26"/>
                    <a:pt x="25" y="26"/>
                  </a:cubicBezTo>
                  <a:cubicBezTo>
                    <a:pt x="26" y="25"/>
                    <a:pt x="26" y="25"/>
                    <a:pt x="26" y="25"/>
                  </a:cubicBezTo>
                  <a:cubicBezTo>
                    <a:pt x="28" y="21"/>
                    <a:pt x="26" y="18"/>
                    <a:pt x="24" y="17"/>
                  </a:cubicBezTo>
                  <a:cubicBezTo>
                    <a:pt x="21" y="15"/>
                    <a:pt x="18" y="16"/>
                    <a:pt x="16" y="19"/>
                  </a:cubicBezTo>
                  <a:cubicBezTo>
                    <a:pt x="15" y="21"/>
                    <a:pt x="15" y="24"/>
                    <a:pt x="18" y="26"/>
                  </a:cubicBezTo>
                  <a:cubicBezTo>
                    <a:pt x="11" y="38"/>
                    <a:pt x="11" y="38"/>
                    <a:pt x="11" y="38"/>
                  </a:cubicBezTo>
                  <a:cubicBezTo>
                    <a:pt x="2" y="32"/>
                    <a:pt x="0" y="22"/>
                    <a:pt x="6" y="13"/>
                  </a:cubicBezTo>
                  <a:cubicBezTo>
                    <a:pt x="11" y="3"/>
                    <a:pt x="21" y="0"/>
                    <a:pt x="30" y="5"/>
                  </a:cubicBezTo>
                  <a:cubicBezTo>
                    <a:pt x="36" y="8"/>
                    <a:pt x="37" y="12"/>
                    <a:pt x="37" y="16"/>
                  </a:cubicBezTo>
                  <a:cubicBezTo>
                    <a:pt x="41" y="14"/>
                    <a:pt x="46" y="13"/>
                    <a:pt x="52" y="16"/>
                  </a:cubicBezTo>
                  <a:cubicBezTo>
                    <a:pt x="62" y="23"/>
                    <a:pt x="63" y="34"/>
                    <a:pt x="58" y="43"/>
                  </a:cubicBezTo>
                  <a:close/>
                </a:path>
              </a:pathLst>
            </a:custGeom>
            <a:solidFill>
              <a:srgbClr val="4238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椭圆 85"/>
            <p:cNvSpPr/>
            <p:nvPr/>
          </p:nvSpPr>
          <p:spPr>
            <a:xfrm flipV="1">
              <a:off x="5910441" y="3156954"/>
              <a:ext cx="985552" cy="985552"/>
            </a:xfrm>
            <a:prstGeom prst="ellipse">
              <a:avLst/>
            </a:prstGeom>
            <a:solidFill>
              <a:srgbClr val="76696A"/>
            </a:solidFill>
            <a:ln>
              <a:noFill/>
            </a:ln>
            <a:effectLst>
              <a:innerShdw blurRad="342900">
                <a:prstClr val="black">
                  <a:alpha val="82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87" name="组合 26"/>
            <p:cNvGrpSpPr/>
            <p:nvPr/>
          </p:nvGrpSpPr>
          <p:grpSpPr>
            <a:xfrm>
              <a:off x="5440151" y="2840178"/>
              <a:ext cx="1887537" cy="1616076"/>
              <a:chOff x="1782551" y="2801541"/>
              <a:chExt cx="1887537" cy="1616076"/>
            </a:xfrm>
          </p:grpSpPr>
          <p:sp>
            <p:nvSpPr>
              <p:cNvPr id="88" name="Freeform 9"/>
              <p:cNvSpPr>
                <a:spLocks/>
              </p:cNvSpPr>
              <p:nvPr/>
            </p:nvSpPr>
            <p:spPr bwMode="auto">
              <a:xfrm>
                <a:off x="1919076" y="2801541"/>
                <a:ext cx="1614487" cy="808038"/>
              </a:xfrm>
              <a:custGeom>
                <a:avLst/>
                <a:gdLst>
                  <a:gd name="T0" fmla="*/ 88 w 428"/>
                  <a:gd name="T1" fmla="*/ 214 h 214"/>
                  <a:gd name="T2" fmla="*/ 214 w 428"/>
                  <a:gd name="T3" fmla="*/ 87 h 214"/>
                  <a:gd name="T4" fmla="*/ 341 w 428"/>
                  <a:gd name="T5" fmla="*/ 214 h 214"/>
                  <a:gd name="T6" fmla="*/ 428 w 428"/>
                  <a:gd name="T7" fmla="*/ 214 h 214"/>
                  <a:gd name="T8" fmla="*/ 214 w 428"/>
                  <a:gd name="T9" fmla="*/ 0 h 214"/>
                  <a:gd name="T10" fmla="*/ 0 w 428"/>
                  <a:gd name="T11" fmla="*/ 214 h 214"/>
                  <a:gd name="T12" fmla="*/ 88 w 428"/>
                  <a:gd name="T13" fmla="*/ 214 h 214"/>
                </a:gdLst>
                <a:ahLst/>
                <a:cxnLst>
                  <a:cxn ang="0">
                    <a:pos x="T0" y="T1"/>
                  </a:cxn>
                  <a:cxn ang="0">
                    <a:pos x="T2" y="T3"/>
                  </a:cxn>
                  <a:cxn ang="0">
                    <a:pos x="T4" y="T5"/>
                  </a:cxn>
                  <a:cxn ang="0">
                    <a:pos x="T6" y="T7"/>
                  </a:cxn>
                  <a:cxn ang="0">
                    <a:pos x="T8" y="T9"/>
                  </a:cxn>
                  <a:cxn ang="0">
                    <a:pos x="T10" y="T11"/>
                  </a:cxn>
                  <a:cxn ang="0">
                    <a:pos x="T12" y="T13"/>
                  </a:cxn>
                </a:cxnLst>
                <a:rect l="0" t="0" r="r" b="b"/>
                <a:pathLst>
                  <a:path w="428" h="214">
                    <a:moveTo>
                      <a:pt x="88" y="214"/>
                    </a:moveTo>
                    <a:cubicBezTo>
                      <a:pt x="88" y="144"/>
                      <a:pt x="144" y="87"/>
                      <a:pt x="214" y="87"/>
                    </a:cubicBezTo>
                    <a:cubicBezTo>
                      <a:pt x="284" y="87"/>
                      <a:pt x="341" y="144"/>
                      <a:pt x="341" y="214"/>
                    </a:cubicBezTo>
                    <a:cubicBezTo>
                      <a:pt x="428" y="214"/>
                      <a:pt x="428" y="214"/>
                      <a:pt x="428" y="214"/>
                    </a:cubicBezTo>
                    <a:cubicBezTo>
                      <a:pt x="428" y="96"/>
                      <a:pt x="332" y="0"/>
                      <a:pt x="214" y="0"/>
                    </a:cubicBezTo>
                    <a:cubicBezTo>
                      <a:pt x="96" y="0"/>
                      <a:pt x="0" y="96"/>
                      <a:pt x="0" y="214"/>
                    </a:cubicBezTo>
                    <a:lnTo>
                      <a:pt x="88" y="214"/>
                    </a:lnTo>
                    <a:close/>
                  </a:path>
                </a:pathLst>
              </a:custGeom>
              <a:solidFill>
                <a:srgbClr val="A5BA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10"/>
              <p:cNvSpPr>
                <a:spLocks/>
              </p:cNvSpPr>
              <p:nvPr/>
            </p:nvSpPr>
            <p:spPr bwMode="auto">
              <a:xfrm>
                <a:off x="1919076" y="3609579"/>
                <a:ext cx="1614487" cy="808038"/>
              </a:xfrm>
              <a:custGeom>
                <a:avLst/>
                <a:gdLst>
                  <a:gd name="T0" fmla="*/ 341 w 428"/>
                  <a:gd name="T1" fmla="*/ 0 h 214"/>
                  <a:gd name="T2" fmla="*/ 214 w 428"/>
                  <a:gd name="T3" fmla="*/ 126 h 214"/>
                  <a:gd name="T4" fmla="*/ 88 w 428"/>
                  <a:gd name="T5" fmla="*/ 0 h 214"/>
                  <a:gd name="T6" fmla="*/ 0 w 428"/>
                  <a:gd name="T7" fmla="*/ 0 h 214"/>
                  <a:gd name="T8" fmla="*/ 214 w 428"/>
                  <a:gd name="T9" fmla="*/ 214 h 214"/>
                  <a:gd name="T10" fmla="*/ 428 w 428"/>
                  <a:gd name="T11" fmla="*/ 0 h 214"/>
                  <a:gd name="T12" fmla="*/ 341 w 428"/>
                  <a:gd name="T13" fmla="*/ 0 h 214"/>
                </a:gdLst>
                <a:ahLst/>
                <a:cxnLst>
                  <a:cxn ang="0">
                    <a:pos x="T0" y="T1"/>
                  </a:cxn>
                  <a:cxn ang="0">
                    <a:pos x="T2" y="T3"/>
                  </a:cxn>
                  <a:cxn ang="0">
                    <a:pos x="T4" y="T5"/>
                  </a:cxn>
                  <a:cxn ang="0">
                    <a:pos x="T6" y="T7"/>
                  </a:cxn>
                  <a:cxn ang="0">
                    <a:pos x="T8" y="T9"/>
                  </a:cxn>
                  <a:cxn ang="0">
                    <a:pos x="T10" y="T11"/>
                  </a:cxn>
                  <a:cxn ang="0">
                    <a:pos x="T12" y="T13"/>
                  </a:cxn>
                </a:cxnLst>
                <a:rect l="0" t="0" r="r" b="b"/>
                <a:pathLst>
                  <a:path w="428" h="214">
                    <a:moveTo>
                      <a:pt x="341" y="0"/>
                    </a:moveTo>
                    <a:cubicBezTo>
                      <a:pt x="341" y="69"/>
                      <a:pt x="284" y="126"/>
                      <a:pt x="214" y="126"/>
                    </a:cubicBezTo>
                    <a:cubicBezTo>
                      <a:pt x="144" y="126"/>
                      <a:pt x="88" y="69"/>
                      <a:pt x="88" y="0"/>
                    </a:cubicBezTo>
                    <a:cubicBezTo>
                      <a:pt x="0" y="0"/>
                      <a:pt x="0" y="0"/>
                      <a:pt x="0" y="0"/>
                    </a:cubicBezTo>
                    <a:cubicBezTo>
                      <a:pt x="0" y="118"/>
                      <a:pt x="96" y="214"/>
                      <a:pt x="214" y="214"/>
                    </a:cubicBezTo>
                    <a:cubicBezTo>
                      <a:pt x="332" y="214"/>
                      <a:pt x="428" y="118"/>
                      <a:pt x="428" y="0"/>
                    </a:cubicBezTo>
                    <a:lnTo>
                      <a:pt x="341" y="0"/>
                    </a:lnTo>
                    <a:close/>
                  </a:path>
                </a:pathLst>
              </a:custGeom>
              <a:solidFill>
                <a:srgbClr val="F4F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11"/>
              <p:cNvSpPr>
                <a:spLocks/>
              </p:cNvSpPr>
              <p:nvPr/>
            </p:nvSpPr>
            <p:spPr bwMode="auto">
              <a:xfrm>
                <a:off x="1782551" y="3338116"/>
                <a:ext cx="600075" cy="298450"/>
              </a:xfrm>
              <a:custGeom>
                <a:avLst/>
                <a:gdLst>
                  <a:gd name="T0" fmla="*/ 0 w 378"/>
                  <a:gd name="T1" fmla="*/ 188 h 188"/>
                  <a:gd name="T2" fmla="*/ 190 w 378"/>
                  <a:gd name="T3" fmla="*/ 0 h 188"/>
                  <a:gd name="T4" fmla="*/ 378 w 378"/>
                  <a:gd name="T5" fmla="*/ 188 h 188"/>
                  <a:gd name="T6" fmla="*/ 0 w 378"/>
                  <a:gd name="T7" fmla="*/ 188 h 188"/>
                </a:gdLst>
                <a:ahLst/>
                <a:cxnLst>
                  <a:cxn ang="0">
                    <a:pos x="T0" y="T1"/>
                  </a:cxn>
                  <a:cxn ang="0">
                    <a:pos x="T2" y="T3"/>
                  </a:cxn>
                  <a:cxn ang="0">
                    <a:pos x="T4" y="T5"/>
                  </a:cxn>
                  <a:cxn ang="0">
                    <a:pos x="T6" y="T7"/>
                  </a:cxn>
                </a:cxnLst>
                <a:rect l="0" t="0" r="r" b="b"/>
                <a:pathLst>
                  <a:path w="378" h="188">
                    <a:moveTo>
                      <a:pt x="0" y="188"/>
                    </a:moveTo>
                    <a:lnTo>
                      <a:pt x="190" y="0"/>
                    </a:lnTo>
                    <a:lnTo>
                      <a:pt x="378" y="188"/>
                    </a:lnTo>
                    <a:lnTo>
                      <a:pt x="0" y="188"/>
                    </a:lnTo>
                    <a:close/>
                  </a:path>
                </a:pathLst>
              </a:custGeom>
              <a:solidFill>
                <a:srgbClr val="F4F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12"/>
              <p:cNvSpPr>
                <a:spLocks/>
              </p:cNvSpPr>
              <p:nvPr/>
            </p:nvSpPr>
            <p:spPr bwMode="auto">
              <a:xfrm>
                <a:off x="3070013" y="3579416"/>
                <a:ext cx="600075" cy="298450"/>
              </a:xfrm>
              <a:custGeom>
                <a:avLst/>
                <a:gdLst>
                  <a:gd name="T0" fmla="*/ 378 w 378"/>
                  <a:gd name="T1" fmla="*/ 0 h 188"/>
                  <a:gd name="T2" fmla="*/ 188 w 378"/>
                  <a:gd name="T3" fmla="*/ 188 h 188"/>
                  <a:gd name="T4" fmla="*/ 0 w 378"/>
                  <a:gd name="T5" fmla="*/ 0 h 188"/>
                  <a:gd name="T6" fmla="*/ 378 w 378"/>
                  <a:gd name="T7" fmla="*/ 0 h 188"/>
                </a:gdLst>
                <a:ahLst/>
                <a:cxnLst>
                  <a:cxn ang="0">
                    <a:pos x="T0" y="T1"/>
                  </a:cxn>
                  <a:cxn ang="0">
                    <a:pos x="T2" y="T3"/>
                  </a:cxn>
                  <a:cxn ang="0">
                    <a:pos x="T4" y="T5"/>
                  </a:cxn>
                  <a:cxn ang="0">
                    <a:pos x="T6" y="T7"/>
                  </a:cxn>
                </a:cxnLst>
                <a:rect l="0" t="0" r="r" b="b"/>
                <a:pathLst>
                  <a:path w="378" h="188">
                    <a:moveTo>
                      <a:pt x="378" y="0"/>
                    </a:moveTo>
                    <a:lnTo>
                      <a:pt x="188" y="188"/>
                    </a:lnTo>
                    <a:lnTo>
                      <a:pt x="0" y="0"/>
                    </a:lnTo>
                    <a:lnTo>
                      <a:pt x="378" y="0"/>
                    </a:lnTo>
                    <a:close/>
                  </a:path>
                </a:pathLst>
              </a:custGeom>
              <a:solidFill>
                <a:srgbClr val="A5BA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101" name="组合 32"/>
          <p:cNvGrpSpPr>
            <a:grpSpLocks noChangeAspect="1"/>
          </p:cNvGrpSpPr>
          <p:nvPr/>
        </p:nvGrpSpPr>
        <p:grpSpPr>
          <a:xfrm>
            <a:off x="5937532" y="5292680"/>
            <a:ext cx="377894" cy="323546"/>
            <a:chOff x="2162176" y="-104775"/>
            <a:chExt cx="1655763" cy="1417638"/>
          </a:xfrm>
          <a:solidFill>
            <a:schemeClr val="bg1"/>
          </a:solidFill>
        </p:grpSpPr>
        <p:sp>
          <p:nvSpPr>
            <p:cNvPr id="102" name="Freeform 3767"/>
            <p:cNvSpPr>
              <a:spLocks/>
            </p:cNvSpPr>
            <p:nvPr/>
          </p:nvSpPr>
          <p:spPr bwMode="auto">
            <a:xfrm>
              <a:off x="2311401" y="104775"/>
              <a:ext cx="1370013" cy="1208088"/>
            </a:xfrm>
            <a:custGeom>
              <a:avLst/>
              <a:gdLst>
                <a:gd name="T0" fmla="*/ 231 w 431"/>
                <a:gd name="T1" fmla="*/ 6 h 380"/>
                <a:gd name="T2" fmla="*/ 190 w 431"/>
                <a:gd name="T3" fmla="*/ 7 h 380"/>
                <a:gd name="T4" fmla="*/ 20 w 431"/>
                <a:gd name="T5" fmla="*/ 106 h 380"/>
                <a:gd name="T6" fmla="*/ 0 w 431"/>
                <a:gd name="T7" fmla="*/ 142 h 380"/>
                <a:gd name="T8" fmla="*/ 0 w 431"/>
                <a:gd name="T9" fmla="*/ 357 h 380"/>
                <a:gd name="T10" fmla="*/ 24 w 431"/>
                <a:gd name="T11" fmla="*/ 380 h 380"/>
                <a:gd name="T12" fmla="*/ 124 w 431"/>
                <a:gd name="T13" fmla="*/ 380 h 380"/>
                <a:gd name="T14" fmla="*/ 148 w 431"/>
                <a:gd name="T15" fmla="*/ 357 h 380"/>
                <a:gd name="T16" fmla="*/ 148 w 431"/>
                <a:gd name="T17" fmla="*/ 258 h 380"/>
                <a:gd name="T18" fmla="*/ 171 w 431"/>
                <a:gd name="T19" fmla="*/ 235 h 380"/>
                <a:gd name="T20" fmla="*/ 260 w 431"/>
                <a:gd name="T21" fmla="*/ 235 h 380"/>
                <a:gd name="T22" fmla="*/ 283 w 431"/>
                <a:gd name="T23" fmla="*/ 258 h 380"/>
                <a:gd name="T24" fmla="*/ 283 w 431"/>
                <a:gd name="T25" fmla="*/ 357 h 380"/>
                <a:gd name="T26" fmla="*/ 307 w 431"/>
                <a:gd name="T27" fmla="*/ 380 h 380"/>
                <a:gd name="T28" fmla="*/ 407 w 431"/>
                <a:gd name="T29" fmla="*/ 380 h 380"/>
                <a:gd name="T30" fmla="*/ 431 w 431"/>
                <a:gd name="T31" fmla="*/ 357 h 380"/>
                <a:gd name="T32" fmla="*/ 431 w 431"/>
                <a:gd name="T33" fmla="*/ 142 h 380"/>
                <a:gd name="T34" fmla="*/ 410 w 431"/>
                <a:gd name="T35" fmla="*/ 107 h 380"/>
                <a:gd name="T36" fmla="*/ 231 w 431"/>
                <a:gd name="T37" fmla="*/ 6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31" h="380">
                  <a:moveTo>
                    <a:pt x="231" y="6"/>
                  </a:moveTo>
                  <a:cubicBezTo>
                    <a:pt x="220" y="0"/>
                    <a:pt x="201" y="0"/>
                    <a:pt x="190" y="7"/>
                  </a:cubicBezTo>
                  <a:cubicBezTo>
                    <a:pt x="20" y="106"/>
                    <a:pt x="20" y="106"/>
                    <a:pt x="20" y="106"/>
                  </a:cubicBezTo>
                  <a:cubicBezTo>
                    <a:pt x="9" y="113"/>
                    <a:pt x="0" y="129"/>
                    <a:pt x="0" y="142"/>
                  </a:cubicBezTo>
                  <a:cubicBezTo>
                    <a:pt x="0" y="357"/>
                    <a:pt x="0" y="357"/>
                    <a:pt x="0" y="357"/>
                  </a:cubicBezTo>
                  <a:cubicBezTo>
                    <a:pt x="0" y="370"/>
                    <a:pt x="10" y="380"/>
                    <a:pt x="24" y="380"/>
                  </a:cubicBezTo>
                  <a:cubicBezTo>
                    <a:pt x="124" y="380"/>
                    <a:pt x="124" y="380"/>
                    <a:pt x="124" y="380"/>
                  </a:cubicBezTo>
                  <a:cubicBezTo>
                    <a:pt x="137" y="380"/>
                    <a:pt x="148" y="370"/>
                    <a:pt x="148" y="357"/>
                  </a:cubicBezTo>
                  <a:cubicBezTo>
                    <a:pt x="148" y="258"/>
                    <a:pt x="148" y="258"/>
                    <a:pt x="148" y="258"/>
                  </a:cubicBezTo>
                  <a:cubicBezTo>
                    <a:pt x="148" y="245"/>
                    <a:pt x="158" y="235"/>
                    <a:pt x="171" y="235"/>
                  </a:cubicBezTo>
                  <a:cubicBezTo>
                    <a:pt x="260" y="235"/>
                    <a:pt x="260" y="235"/>
                    <a:pt x="260" y="235"/>
                  </a:cubicBezTo>
                  <a:cubicBezTo>
                    <a:pt x="273" y="235"/>
                    <a:pt x="283" y="245"/>
                    <a:pt x="283" y="258"/>
                  </a:cubicBezTo>
                  <a:cubicBezTo>
                    <a:pt x="283" y="357"/>
                    <a:pt x="283" y="357"/>
                    <a:pt x="283" y="357"/>
                  </a:cubicBezTo>
                  <a:cubicBezTo>
                    <a:pt x="283" y="370"/>
                    <a:pt x="294" y="380"/>
                    <a:pt x="307" y="380"/>
                  </a:cubicBezTo>
                  <a:cubicBezTo>
                    <a:pt x="407" y="380"/>
                    <a:pt x="407" y="380"/>
                    <a:pt x="407" y="380"/>
                  </a:cubicBezTo>
                  <a:cubicBezTo>
                    <a:pt x="420" y="380"/>
                    <a:pt x="431" y="370"/>
                    <a:pt x="431" y="357"/>
                  </a:cubicBezTo>
                  <a:cubicBezTo>
                    <a:pt x="431" y="142"/>
                    <a:pt x="431" y="142"/>
                    <a:pt x="431" y="142"/>
                  </a:cubicBezTo>
                  <a:cubicBezTo>
                    <a:pt x="431" y="129"/>
                    <a:pt x="422" y="113"/>
                    <a:pt x="410" y="107"/>
                  </a:cubicBezTo>
                  <a:lnTo>
                    <a:pt x="231"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03" name="Freeform 3768"/>
            <p:cNvSpPr>
              <a:spLocks/>
            </p:cNvSpPr>
            <p:nvPr/>
          </p:nvSpPr>
          <p:spPr bwMode="auto">
            <a:xfrm>
              <a:off x="2162176" y="-104775"/>
              <a:ext cx="1655763" cy="552450"/>
            </a:xfrm>
            <a:custGeom>
              <a:avLst/>
              <a:gdLst>
                <a:gd name="T0" fmla="*/ 516 w 521"/>
                <a:gd name="T1" fmla="*/ 165 h 174"/>
                <a:gd name="T2" fmla="*/ 487 w 521"/>
                <a:gd name="T3" fmla="*/ 167 h 174"/>
                <a:gd name="T4" fmla="*/ 276 w 521"/>
                <a:gd name="T5" fmla="*/ 45 h 174"/>
                <a:gd name="T6" fmla="*/ 235 w 521"/>
                <a:gd name="T7" fmla="*/ 45 h 174"/>
                <a:gd name="T8" fmla="*/ 34 w 521"/>
                <a:gd name="T9" fmla="*/ 167 h 174"/>
                <a:gd name="T10" fmla="*/ 5 w 521"/>
                <a:gd name="T11" fmla="*/ 165 h 174"/>
                <a:gd name="T12" fmla="*/ 16 w 521"/>
                <a:gd name="T13" fmla="*/ 138 h 174"/>
                <a:gd name="T14" fmla="*/ 235 w 521"/>
                <a:gd name="T15" fmla="*/ 7 h 174"/>
                <a:gd name="T16" fmla="*/ 276 w 521"/>
                <a:gd name="T17" fmla="*/ 6 h 174"/>
                <a:gd name="T18" fmla="*/ 504 w 521"/>
                <a:gd name="T19" fmla="*/ 139 h 174"/>
                <a:gd name="T20" fmla="*/ 516 w 521"/>
                <a:gd name="T21" fmla="*/ 16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1" h="174">
                  <a:moveTo>
                    <a:pt x="516" y="165"/>
                  </a:moveTo>
                  <a:cubicBezTo>
                    <a:pt x="512" y="173"/>
                    <a:pt x="499" y="174"/>
                    <a:pt x="487" y="167"/>
                  </a:cubicBezTo>
                  <a:cubicBezTo>
                    <a:pt x="276" y="45"/>
                    <a:pt x="276" y="45"/>
                    <a:pt x="276" y="45"/>
                  </a:cubicBezTo>
                  <a:cubicBezTo>
                    <a:pt x="265" y="38"/>
                    <a:pt x="247" y="38"/>
                    <a:pt x="235" y="45"/>
                  </a:cubicBezTo>
                  <a:cubicBezTo>
                    <a:pt x="34" y="167"/>
                    <a:pt x="34" y="167"/>
                    <a:pt x="34" y="167"/>
                  </a:cubicBezTo>
                  <a:cubicBezTo>
                    <a:pt x="22" y="174"/>
                    <a:pt x="9" y="173"/>
                    <a:pt x="5" y="165"/>
                  </a:cubicBezTo>
                  <a:cubicBezTo>
                    <a:pt x="0" y="157"/>
                    <a:pt x="5" y="145"/>
                    <a:pt x="16" y="138"/>
                  </a:cubicBezTo>
                  <a:cubicBezTo>
                    <a:pt x="235" y="7"/>
                    <a:pt x="235" y="7"/>
                    <a:pt x="235" y="7"/>
                  </a:cubicBezTo>
                  <a:cubicBezTo>
                    <a:pt x="246" y="0"/>
                    <a:pt x="265" y="0"/>
                    <a:pt x="276" y="6"/>
                  </a:cubicBezTo>
                  <a:cubicBezTo>
                    <a:pt x="504" y="139"/>
                    <a:pt x="504" y="139"/>
                    <a:pt x="504" y="139"/>
                  </a:cubicBezTo>
                  <a:cubicBezTo>
                    <a:pt x="515" y="145"/>
                    <a:pt x="521" y="157"/>
                    <a:pt x="516" y="1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grpSp>
      <p:grpSp>
        <p:nvGrpSpPr>
          <p:cNvPr id="104" name="组合 35"/>
          <p:cNvGrpSpPr/>
          <p:nvPr/>
        </p:nvGrpSpPr>
        <p:grpSpPr>
          <a:xfrm>
            <a:off x="7424070" y="4383539"/>
            <a:ext cx="368849" cy="313693"/>
            <a:chOff x="8305423" y="3161246"/>
            <a:chExt cx="441678" cy="375633"/>
          </a:xfrm>
          <a:solidFill>
            <a:schemeClr val="bg1"/>
          </a:solidFill>
        </p:grpSpPr>
        <p:sp>
          <p:nvSpPr>
            <p:cNvPr id="105" name="Rectangle 40"/>
            <p:cNvSpPr>
              <a:spLocks noChangeArrowheads="1"/>
            </p:cNvSpPr>
            <p:nvPr/>
          </p:nvSpPr>
          <p:spPr bwMode="auto">
            <a:xfrm>
              <a:off x="8305423" y="3277856"/>
              <a:ext cx="107324" cy="2590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Rectangle 41"/>
            <p:cNvSpPr>
              <a:spLocks noChangeArrowheads="1"/>
            </p:cNvSpPr>
            <p:nvPr/>
          </p:nvSpPr>
          <p:spPr bwMode="auto">
            <a:xfrm>
              <a:off x="8471568" y="3161246"/>
              <a:ext cx="110420" cy="37563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Rectangle 42"/>
            <p:cNvSpPr>
              <a:spLocks noChangeArrowheads="1"/>
            </p:cNvSpPr>
            <p:nvPr/>
          </p:nvSpPr>
          <p:spPr bwMode="auto">
            <a:xfrm>
              <a:off x="8639777" y="3354221"/>
              <a:ext cx="107324" cy="1826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8" name="组合 39"/>
          <p:cNvGrpSpPr/>
          <p:nvPr/>
        </p:nvGrpSpPr>
        <p:grpSpPr>
          <a:xfrm>
            <a:off x="4332712" y="4274329"/>
            <a:ext cx="419399" cy="397145"/>
            <a:chOff x="5823564" y="2160246"/>
            <a:chExt cx="505660" cy="478830"/>
          </a:xfrm>
          <a:solidFill>
            <a:schemeClr val="bg1"/>
          </a:solidFill>
        </p:grpSpPr>
        <p:sp>
          <p:nvSpPr>
            <p:cNvPr id="109" name="Freeform 48"/>
            <p:cNvSpPr>
              <a:spLocks noEditPoints="1"/>
            </p:cNvSpPr>
            <p:nvPr/>
          </p:nvSpPr>
          <p:spPr bwMode="auto">
            <a:xfrm>
              <a:off x="5823564" y="2438876"/>
              <a:ext cx="198136" cy="200200"/>
            </a:xfrm>
            <a:custGeom>
              <a:avLst/>
              <a:gdLst>
                <a:gd name="T0" fmla="*/ 12 w 81"/>
                <a:gd name="T1" fmla="*/ 48 h 82"/>
                <a:gd name="T2" fmla="*/ 16 w 81"/>
                <a:gd name="T3" fmla="*/ 57 h 82"/>
                <a:gd name="T4" fmla="*/ 6 w 81"/>
                <a:gd name="T5" fmla="*/ 64 h 82"/>
                <a:gd name="T6" fmla="*/ 17 w 81"/>
                <a:gd name="T7" fmla="*/ 75 h 82"/>
                <a:gd name="T8" fmla="*/ 25 w 81"/>
                <a:gd name="T9" fmla="*/ 66 h 82"/>
                <a:gd name="T10" fmla="*/ 34 w 81"/>
                <a:gd name="T11" fmla="*/ 70 h 82"/>
                <a:gd name="T12" fmla="*/ 32 w 81"/>
                <a:gd name="T13" fmla="*/ 82 h 82"/>
                <a:gd name="T14" fmla="*/ 49 w 81"/>
                <a:gd name="T15" fmla="*/ 82 h 82"/>
                <a:gd name="T16" fmla="*/ 47 w 81"/>
                <a:gd name="T17" fmla="*/ 70 h 82"/>
                <a:gd name="T18" fmla="*/ 56 w 81"/>
                <a:gd name="T19" fmla="*/ 66 h 82"/>
                <a:gd name="T20" fmla="*/ 63 w 81"/>
                <a:gd name="T21" fmla="*/ 76 h 82"/>
                <a:gd name="T22" fmla="*/ 75 w 81"/>
                <a:gd name="T23" fmla="*/ 64 h 82"/>
                <a:gd name="T24" fmla="*/ 66 w 81"/>
                <a:gd name="T25" fmla="*/ 56 h 82"/>
                <a:gd name="T26" fmla="*/ 69 w 81"/>
                <a:gd name="T27" fmla="*/ 48 h 82"/>
                <a:gd name="T28" fmla="*/ 81 w 81"/>
                <a:gd name="T29" fmla="*/ 49 h 82"/>
                <a:gd name="T30" fmla="*/ 81 w 81"/>
                <a:gd name="T31" fmla="*/ 33 h 82"/>
                <a:gd name="T32" fmla="*/ 69 w 81"/>
                <a:gd name="T33" fmla="*/ 35 h 82"/>
                <a:gd name="T34" fmla="*/ 69 w 81"/>
                <a:gd name="T35" fmla="*/ 34 h 82"/>
                <a:gd name="T36" fmla="*/ 65 w 81"/>
                <a:gd name="T37" fmla="*/ 25 h 82"/>
                <a:gd name="T38" fmla="*/ 65 w 81"/>
                <a:gd name="T39" fmla="*/ 25 h 82"/>
                <a:gd name="T40" fmla="*/ 74 w 81"/>
                <a:gd name="T41" fmla="*/ 18 h 82"/>
                <a:gd name="T42" fmla="*/ 64 w 81"/>
                <a:gd name="T43" fmla="*/ 7 h 82"/>
                <a:gd name="T44" fmla="*/ 56 w 81"/>
                <a:gd name="T45" fmla="*/ 16 h 82"/>
                <a:gd name="T46" fmla="*/ 56 w 81"/>
                <a:gd name="T47" fmla="*/ 16 h 82"/>
                <a:gd name="T48" fmla="*/ 47 w 81"/>
                <a:gd name="T49" fmla="*/ 12 h 82"/>
                <a:gd name="T50" fmla="*/ 49 w 81"/>
                <a:gd name="T51" fmla="*/ 0 h 82"/>
                <a:gd name="T52" fmla="*/ 32 w 81"/>
                <a:gd name="T53" fmla="*/ 0 h 82"/>
                <a:gd name="T54" fmla="*/ 33 w 81"/>
                <a:gd name="T55" fmla="*/ 12 h 82"/>
                <a:gd name="T56" fmla="*/ 33 w 81"/>
                <a:gd name="T57" fmla="*/ 13 h 82"/>
                <a:gd name="T58" fmla="*/ 25 w 81"/>
                <a:gd name="T59" fmla="*/ 16 h 82"/>
                <a:gd name="T60" fmla="*/ 25 w 81"/>
                <a:gd name="T61" fmla="*/ 16 h 82"/>
                <a:gd name="T62" fmla="*/ 17 w 81"/>
                <a:gd name="T63" fmla="*/ 6 h 82"/>
                <a:gd name="T64" fmla="*/ 6 w 81"/>
                <a:gd name="T65" fmla="*/ 18 h 82"/>
                <a:gd name="T66" fmla="*/ 15 w 81"/>
                <a:gd name="T67" fmla="*/ 26 h 82"/>
                <a:gd name="T68" fmla="*/ 12 w 81"/>
                <a:gd name="T69" fmla="*/ 35 h 82"/>
                <a:gd name="T70" fmla="*/ 0 w 81"/>
                <a:gd name="T71" fmla="*/ 34 h 82"/>
                <a:gd name="T72" fmla="*/ 0 w 81"/>
                <a:gd name="T73" fmla="*/ 49 h 82"/>
                <a:gd name="T74" fmla="*/ 12 w 81"/>
                <a:gd name="T75" fmla="*/ 48 h 82"/>
                <a:gd name="T76" fmla="*/ 27 w 81"/>
                <a:gd name="T77" fmla="*/ 41 h 82"/>
                <a:gd name="T78" fmla="*/ 40 w 81"/>
                <a:gd name="T79" fmla="*/ 28 h 82"/>
                <a:gd name="T80" fmla="*/ 54 w 81"/>
                <a:gd name="T81" fmla="*/ 41 h 82"/>
                <a:gd name="T82" fmla="*/ 41 w 81"/>
                <a:gd name="T83" fmla="*/ 54 h 82"/>
                <a:gd name="T84" fmla="*/ 27 w 81"/>
                <a:gd name="T85" fmla="*/ 4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1" h="82">
                  <a:moveTo>
                    <a:pt x="12" y="48"/>
                  </a:moveTo>
                  <a:cubicBezTo>
                    <a:pt x="12" y="51"/>
                    <a:pt x="14" y="54"/>
                    <a:pt x="16" y="57"/>
                  </a:cubicBezTo>
                  <a:cubicBezTo>
                    <a:pt x="6" y="64"/>
                    <a:pt x="6" y="64"/>
                    <a:pt x="6" y="64"/>
                  </a:cubicBezTo>
                  <a:cubicBezTo>
                    <a:pt x="17" y="75"/>
                    <a:pt x="17" y="75"/>
                    <a:pt x="17" y="75"/>
                  </a:cubicBezTo>
                  <a:cubicBezTo>
                    <a:pt x="25" y="66"/>
                    <a:pt x="25" y="66"/>
                    <a:pt x="25" y="66"/>
                  </a:cubicBezTo>
                  <a:cubicBezTo>
                    <a:pt x="27" y="68"/>
                    <a:pt x="30" y="69"/>
                    <a:pt x="34" y="70"/>
                  </a:cubicBezTo>
                  <a:cubicBezTo>
                    <a:pt x="32" y="82"/>
                    <a:pt x="32" y="82"/>
                    <a:pt x="32" y="82"/>
                  </a:cubicBezTo>
                  <a:cubicBezTo>
                    <a:pt x="49" y="82"/>
                    <a:pt x="49" y="82"/>
                    <a:pt x="49" y="82"/>
                  </a:cubicBezTo>
                  <a:cubicBezTo>
                    <a:pt x="47" y="70"/>
                    <a:pt x="47" y="70"/>
                    <a:pt x="47" y="70"/>
                  </a:cubicBezTo>
                  <a:cubicBezTo>
                    <a:pt x="50" y="69"/>
                    <a:pt x="53" y="68"/>
                    <a:pt x="56" y="66"/>
                  </a:cubicBezTo>
                  <a:cubicBezTo>
                    <a:pt x="63" y="76"/>
                    <a:pt x="63" y="76"/>
                    <a:pt x="63" y="76"/>
                  </a:cubicBezTo>
                  <a:cubicBezTo>
                    <a:pt x="75" y="64"/>
                    <a:pt x="75" y="64"/>
                    <a:pt x="75" y="64"/>
                  </a:cubicBezTo>
                  <a:cubicBezTo>
                    <a:pt x="66" y="56"/>
                    <a:pt x="66" y="56"/>
                    <a:pt x="66" y="56"/>
                  </a:cubicBezTo>
                  <a:cubicBezTo>
                    <a:pt x="67" y="54"/>
                    <a:pt x="68" y="51"/>
                    <a:pt x="69" y="48"/>
                  </a:cubicBezTo>
                  <a:cubicBezTo>
                    <a:pt x="81" y="49"/>
                    <a:pt x="81" y="49"/>
                    <a:pt x="81" y="49"/>
                  </a:cubicBezTo>
                  <a:cubicBezTo>
                    <a:pt x="81" y="33"/>
                    <a:pt x="81" y="33"/>
                    <a:pt x="81" y="33"/>
                  </a:cubicBezTo>
                  <a:cubicBezTo>
                    <a:pt x="69" y="35"/>
                    <a:pt x="69" y="35"/>
                    <a:pt x="69" y="35"/>
                  </a:cubicBezTo>
                  <a:cubicBezTo>
                    <a:pt x="69" y="34"/>
                    <a:pt x="69" y="34"/>
                    <a:pt x="69" y="34"/>
                  </a:cubicBezTo>
                  <a:cubicBezTo>
                    <a:pt x="68" y="31"/>
                    <a:pt x="67" y="28"/>
                    <a:pt x="65" y="25"/>
                  </a:cubicBezTo>
                  <a:cubicBezTo>
                    <a:pt x="65" y="25"/>
                    <a:pt x="65" y="25"/>
                    <a:pt x="65" y="25"/>
                  </a:cubicBezTo>
                  <a:cubicBezTo>
                    <a:pt x="74" y="18"/>
                    <a:pt x="74" y="18"/>
                    <a:pt x="74" y="18"/>
                  </a:cubicBezTo>
                  <a:cubicBezTo>
                    <a:pt x="64" y="7"/>
                    <a:pt x="64" y="7"/>
                    <a:pt x="64" y="7"/>
                  </a:cubicBezTo>
                  <a:cubicBezTo>
                    <a:pt x="56" y="16"/>
                    <a:pt x="56" y="16"/>
                    <a:pt x="56" y="16"/>
                  </a:cubicBezTo>
                  <a:cubicBezTo>
                    <a:pt x="56" y="16"/>
                    <a:pt x="56" y="16"/>
                    <a:pt x="56" y="16"/>
                  </a:cubicBezTo>
                  <a:cubicBezTo>
                    <a:pt x="53" y="14"/>
                    <a:pt x="50" y="13"/>
                    <a:pt x="47" y="12"/>
                  </a:cubicBezTo>
                  <a:cubicBezTo>
                    <a:pt x="49" y="0"/>
                    <a:pt x="49" y="0"/>
                    <a:pt x="49" y="0"/>
                  </a:cubicBezTo>
                  <a:cubicBezTo>
                    <a:pt x="32" y="0"/>
                    <a:pt x="32" y="0"/>
                    <a:pt x="32" y="0"/>
                  </a:cubicBezTo>
                  <a:cubicBezTo>
                    <a:pt x="33" y="12"/>
                    <a:pt x="33" y="12"/>
                    <a:pt x="33" y="12"/>
                  </a:cubicBezTo>
                  <a:cubicBezTo>
                    <a:pt x="33" y="13"/>
                    <a:pt x="33" y="13"/>
                    <a:pt x="33" y="13"/>
                  </a:cubicBezTo>
                  <a:cubicBezTo>
                    <a:pt x="30" y="13"/>
                    <a:pt x="28" y="14"/>
                    <a:pt x="25" y="16"/>
                  </a:cubicBezTo>
                  <a:cubicBezTo>
                    <a:pt x="25" y="16"/>
                    <a:pt x="25" y="16"/>
                    <a:pt x="25" y="16"/>
                  </a:cubicBezTo>
                  <a:cubicBezTo>
                    <a:pt x="17" y="6"/>
                    <a:pt x="17" y="6"/>
                    <a:pt x="17" y="6"/>
                  </a:cubicBezTo>
                  <a:cubicBezTo>
                    <a:pt x="6" y="18"/>
                    <a:pt x="6" y="18"/>
                    <a:pt x="6" y="18"/>
                  </a:cubicBezTo>
                  <a:cubicBezTo>
                    <a:pt x="15" y="26"/>
                    <a:pt x="15" y="26"/>
                    <a:pt x="15" y="26"/>
                  </a:cubicBezTo>
                  <a:cubicBezTo>
                    <a:pt x="14" y="28"/>
                    <a:pt x="12" y="32"/>
                    <a:pt x="12" y="35"/>
                  </a:cubicBezTo>
                  <a:cubicBezTo>
                    <a:pt x="0" y="34"/>
                    <a:pt x="0" y="34"/>
                    <a:pt x="0" y="34"/>
                  </a:cubicBezTo>
                  <a:cubicBezTo>
                    <a:pt x="0" y="49"/>
                    <a:pt x="0" y="49"/>
                    <a:pt x="0" y="49"/>
                  </a:cubicBezTo>
                  <a:cubicBezTo>
                    <a:pt x="12" y="48"/>
                    <a:pt x="12" y="48"/>
                    <a:pt x="12" y="48"/>
                  </a:cubicBezTo>
                  <a:close/>
                  <a:moveTo>
                    <a:pt x="27" y="41"/>
                  </a:moveTo>
                  <a:cubicBezTo>
                    <a:pt x="27" y="34"/>
                    <a:pt x="33" y="28"/>
                    <a:pt x="40" y="28"/>
                  </a:cubicBezTo>
                  <a:cubicBezTo>
                    <a:pt x="48" y="28"/>
                    <a:pt x="54" y="34"/>
                    <a:pt x="54" y="41"/>
                  </a:cubicBezTo>
                  <a:cubicBezTo>
                    <a:pt x="54" y="48"/>
                    <a:pt x="48" y="54"/>
                    <a:pt x="41" y="54"/>
                  </a:cubicBezTo>
                  <a:cubicBezTo>
                    <a:pt x="33" y="54"/>
                    <a:pt x="27" y="48"/>
                    <a:pt x="27" y="4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0" name="Oval 49"/>
            <p:cNvSpPr>
              <a:spLocks noChangeArrowheads="1"/>
            </p:cNvSpPr>
            <p:nvPr/>
          </p:nvSpPr>
          <p:spPr bwMode="auto">
            <a:xfrm>
              <a:off x="6109416" y="2272730"/>
              <a:ext cx="107324" cy="107324"/>
            </a:xfrm>
            <a:prstGeom prst="ellipse">
              <a:avLst/>
            </a:pr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1" name="Freeform 50"/>
            <p:cNvSpPr>
              <a:spLocks noEditPoints="1"/>
            </p:cNvSpPr>
            <p:nvPr/>
          </p:nvSpPr>
          <p:spPr bwMode="auto">
            <a:xfrm>
              <a:off x="5996934" y="2160246"/>
              <a:ext cx="332290" cy="332291"/>
            </a:xfrm>
            <a:custGeom>
              <a:avLst/>
              <a:gdLst>
                <a:gd name="T0" fmla="*/ 11 w 136"/>
                <a:gd name="T1" fmla="*/ 76 h 136"/>
                <a:gd name="T2" fmla="*/ 15 w 136"/>
                <a:gd name="T3" fmla="*/ 90 h 136"/>
                <a:gd name="T4" fmla="*/ 6 w 136"/>
                <a:gd name="T5" fmla="*/ 95 h 136"/>
                <a:gd name="T6" fmla="*/ 14 w 136"/>
                <a:gd name="T7" fmla="*/ 109 h 136"/>
                <a:gd name="T8" fmla="*/ 23 w 136"/>
                <a:gd name="T9" fmla="*/ 103 h 136"/>
                <a:gd name="T10" fmla="*/ 33 w 136"/>
                <a:gd name="T11" fmla="*/ 114 h 136"/>
                <a:gd name="T12" fmla="*/ 27 w 136"/>
                <a:gd name="T13" fmla="*/ 122 h 136"/>
                <a:gd name="T14" fmla="*/ 42 w 136"/>
                <a:gd name="T15" fmla="*/ 131 h 136"/>
                <a:gd name="T16" fmla="*/ 46 w 136"/>
                <a:gd name="T17" fmla="*/ 121 h 136"/>
                <a:gd name="T18" fmla="*/ 60 w 136"/>
                <a:gd name="T19" fmla="*/ 125 h 136"/>
                <a:gd name="T20" fmla="*/ 60 w 136"/>
                <a:gd name="T21" fmla="*/ 135 h 136"/>
                <a:gd name="T22" fmla="*/ 68 w 136"/>
                <a:gd name="T23" fmla="*/ 136 h 136"/>
                <a:gd name="T24" fmla="*/ 76 w 136"/>
                <a:gd name="T25" fmla="*/ 135 h 136"/>
                <a:gd name="T26" fmla="*/ 76 w 136"/>
                <a:gd name="T27" fmla="*/ 125 h 136"/>
                <a:gd name="T28" fmla="*/ 90 w 136"/>
                <a:gd name="T29" fmla="*/ 121 h 136"/>
                <a:gd name="T30" fmla="*/ 94 w 136"/>
                <a:gd name="T31" fmla="*/ 131 h 136"/>
                <a:gd name="T32" fmla="*/ 109 w 136"/>
                <a:gd name="T33" fmla="*/ 122 h 136"/>
                <a:gd name="T34" fmla="*/ 103 w 136"/>
                <a:gd name="T35" fmla="*/ 114 h 136"/>
                <a:gd name="T36" fmla="*/ 113 w 136"/>
                <a:gd name="T37" fmla="*/ 103 h 136"/>
                <a:gd name="T38" fmla="*/ 122 w 136"/>
                <a:gd name="T39" fmla="*/ 109 h 136"/>
                <a:gd name="T40" fmla="*/ 130 w 136"/>
                <a:gd name="T41" fmla="*/ 94 h 136"/>
                <a:gd name="T42" fmla="*/ 121 w 136"/>
                <a:gd name="T43" fmla="*/ 90 h 136"/>
                <a:gd name="T44" fmla="*/ 125 w 136"/>
                <a:gd name="T45" fmla="*/ 76 h 136"/>
                <a:gd name="T46" fmla="*/ 135 w 136"/>
                <a:gd name="T47" fmla="*/ 76 h 136"/>
                <a:gd name="T48" fmla="*/ 136 w 136"/>
                <a:gd name="T49" fmla="*/ 68 h 136"/>
                <a:gd name="T50" fmla="*/ 135 w 136"/>
                <a:gd name="T51" fmla="*/ 60 h 136"/>
                <a:gd name="T52" fmla="*/ 125 w 136"/>
                <a:gd name="T53" fmla="*/ 60 h 136"/>
                <a:gd name="T54" fmla="*/ 121 w 136"/>
                <a:gd name="T55" fmla="*/ 46 h 136"/>
                <a:gd name="T56" fmla="*/ 130 w 136"/>
                <a:gd name="T57" fmla="*/ 42 h 136"/>
                <a:gd name="T58" fmla="*/ 122 w 136"/>
                <a:gd name="T59" fmla="*/ 27 h 136"/>
                <a:gd name="T60" fmla="*/ 113 w 136"/>
                <a:gd name="T61" fmla="*/ 33 h 136"/>
                <a:gd name="T62" fmla="*/ 103 w 136"/>
                <a:gd name="T63" fmla="*/ 23 h 136"/>
                <a:gd name="T64" fmla="*/ 109 w 136"/>
                <a:gd name="T65" fmla="*/ 14 h 136"/>
                <a:gd name="T66" fmla="*/ 94 w 136"/>
                <a:gd name="T67" fmla="*/ 6 h 136"/>
                <a:gd name="T68" fmla="*/ 90 w 136"/>
                <a:gd name="T69" fmla="*/ 15 h 136"/>
                <a:gd name="T70" fmla="*/ 75 w 136"/>
                <a:gd name="T71" fmla="*/ 11 h 136"/>
                <a:gd name="T72" fmla="*/ 76 w 136"/>
                <a:gd name="T73" fmla="*/ 1 h 136"/>
                <a:gd name="T74" fmla="*/ 68 w 136"/>
                <a:gd name="T75" fmla="*/ 0 h 136"/>
                <a:gd name="T76" fmla="*/ 59 w 136"/>
                <a:gd name="T77" fmla="*/ 1 h 136"/>
                <a:gd name="T78" fmla="*/ 60 w 136"/>
                <a:gd name="T79" fmla="*/ 11 h 136"/>
                <a:gd name="T80" fmla="*/ 46 w 136"/>
                <a:gd name="T81" fmla="*/ 15 h 136"/>
                <a:gd name="T82" fmla="*/ 41 w 136"/>
                <a:gd name="T83" fmla="*/ 6 h 136"/>
                <a:gd name="T84" fmla="*/ 27 w 136"/>
                <a:gd name="T85" fmla="*/ 14 h 136"/>
                <a:gd name="T86" fmla="*/ 33 w 136"/>
                <a:gd name="T87" fmla="*/ 23 h 136"/>
                <a:gd name="T88" fmla="*/ 22 w 136"/>
                <a:gd name="T89" fmla="*/ 33 h 136"/>
                <a:gd name="T90" fmla="*/ 14 w 136"/>
                <a:gd name="T91" fmla="*/ 27 h 136"/>
                <a:gd name="T92" fmla="*/ 5 w 136"/>
                <a:gd name="T93" fmla="*/ 42 h 136"/>
                <a:gd name="T94" fmla="*/ 15 w 136"/>
                <a:gd name="T95" fmla="*/ 47 h 136"/>
                <a:gd name="T96" fmla="*/ 11 w 136"/>
                <a:gd name="T97" fmla="*/ 61 h 136"/>
                <a:gd name="T98" fmla="*/ 1 w 136"/>
                <a:gd name="T99" fmla="*/ 60 h 136"/>
                <a:gd name="T100" fmla="*/ 0 w 136"/>
                <a:gd name="T101" fmla="*/ 68 h 136"/>
                <a:gd name="T102" fmla="*/ 1 w 136"/>
                <a:gd name="T103" fmla="*/ 77 h 136"/>
                <a:gd name="T104" fmla="*/ 11 w 136"/>
                <a:gd name="T105" fmla="*/ 76 h 136"/>
                <a:gd name="T106" fmla="*/ 28 w 136"/>
                <a:gd name="T107" fmla="*/ 68 h 136"/>
                <a:gd name="T108" fmla="*/ 68 w 136"/>
                <a:gd name="T109" fmla="*/ 28 h 136"/>
                <a:gd name="T110" fmla="*/ 108 w 136"/>
                <a:gd name="T111" fmla="*/ 68 h 136"/>
                <a:gd name="T112" fmla="*/ 68 w 136"/>
                <a:gd name="T113" fmla="*/ 109 h 136"/>
                <a:gd name="T114" fmla="*/ 28 w 136"/>
                <a:gd name="T115" fmla="*/ 6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6" h="136">
                  <a:moveTo>
                    <a:pt x="11" y="76"/>
                  </a:moveTo>
                  <a:cubicBezTo>
                    <a:pt x="12" y="81"/>
                    <a:pt x="13" y="86"/>
                    <a:pt x="15" y="90"/>
                  </a:cubicBezTo>
                  <a:cubicBezTo>
                    <a:pt x="6" y="95"/>
                    <a:pt x="6" y="95"/>
                    <a:pt x="6" y="95"/>
                  </a:cubicBezTo>
                  <a:cubicBezTo>
                    <a:pt x="8" y="100"/>
                    <a:pt x="11" y="105"/>
                    <a:pt x="14" y="109"/>
                  </a:cubicBezTo>
                  <a:cubicBezTo>
                    <a:pt x="23" y="103"/>
                    <a:pt x="23" y="103"/>
                    <a:pt x="23" y="103"/>
                  </a:cubicBezTo>
                  <a:cubicBezTo>
                    <a:pt x="26" y="107"/>
                    <a:pt x="29" y="111"/>
                    <a:pt x="33" y="114"/>
                  </a:cubicBezTo>
                  <a:cubicBezTo>
                    <a:pt x="27" y="122"/>
                    <a:pt x="27" y="122"/>
                    <a:pt x="27" y="122"/>
                  </a:cubicBezTo>
                  <a:cubicBezTo>
                    <a:pt x="32" y="126"/>
                    <a:pt x="36" y="128"/>
                    <a:pt x="42" y="131"/>
                  </a:cubicBezTo>
                  <a:cubicBezTo>
                    <a:pt x="46" y="121"/>
                    <a:pt x="46" y="121"/>
                    <a:pt x="46" y="121"/>
                  </a:cubicBezTo>
                  <a:cubicBezTo>
                    <a:pt x="51" y="123"/>
                    <a:pt x="55" y="124"/>
                    <a:pt x="60" y="125"/>
                  </a:cubicBezTo>
                  <a:cubicBezTo>
                    <a:pt x="60" y="135"/>
                    <a:pt x="60" y="135"/>
                    <a:pt x="60" y="135"/>
                  </a:cubicBezTo>
                  <a:cubicBezTo>
                    <a:pt x="62" y="136"/>
                    <a:pt x="65" y="136"/>
                    <a:pt x="68" y="136"/>
                  </a:cubicBezTo>
                  <a:cubicBezTo>
                    <a:pt x="71" y="136"/>
                    <a:pt x="74" y="136"/>
                    <a:pt x="76" y="135"/>
                  </a:cubicBezTo>
                  <a:cubicBezTo>
                    <a:pt x="76" y="125"/>
                    <a:pt x="76" y="125"/>
                    <a:pt x="76" y="125"/>
                  </a:cubicBezTo>
                  <a:cubicBezTo>
                    <a:pt x="81" y="124"/>
                    <a:pt x="85" y="123"/>
                    <a:pt x="90" y="121"/>
                  </a:cubicBezTo>
                  <a:cubicBezTo>
                    <a:pt x="94" y="131"/>
                    <a:pt x="94" y="131"/>
                    <a:pt x="94" y="131"/>
                  </a:cubicBezTo>
                  <a:cubicBezTo>
                    <a:pt x="100" y="128"/>
                    <a:pt x="104" y="125"/>
                    <a:pt x="109" y="122"/>
                  </a:cubicBezTo>
                  <a:cubicBezTo>
                    <a:pt x="103" y="114"/>
                    <a:pt x="103" y="114"/>
                    <a:pt x="103" y="114"/>
                  </a:cubicBezTo>
                  <a:cubicBezTo>
                    <a:pt x="107" y="111"/>
                    <a:pt x="110" y="107"/>
                    <a:pt x="113" y="103"/>
                  </a:cubicBezTo>
                  <a:cubicBezTo>
                    <a:pt x="122" y="109"/>
                    <a:pt x="122" y="109"/>
                    <a:pt x="122" y="109"/>
                  </a:cubicBezTo>
                  <a:cubicBezTo>
                    <a:pt x="125" y="104"/>
                    <a:pt x="128" y="100"/>
                    <a:pt x="130" y="94"/>
                  </a:cubicBezTo>
                  <a:cubicBezTo>
                    <a:pt x="121" y="90"/>
                    <a:pt x="121" y="90"/>
                    <a:pt x="121" y="90"/>
                  </a:cubicBezTo>
                  <a:cubicBezTo>
                    <a:pt x="123" y="85"/>
                    <a:pt x="124" y="81"/>
                    <a:pt x="125" y="76"/>
                  </a:cubicBezTo>
                  <a:cubicBezTo>
                    <a:pt x="135" y="76"/>
                    <a:pt x="135" y="76"/>
                    <a:pt x="135" y="76"/>
                  </a:cubicBezTo>
                  <a:cubicBezTo>
                    <a:pt x="135" y="74"/>
                    <a:pt x="136" y="71"/>
                    <a:pt x="136" y="68"/>
                  </a:cubicBezTo>
                  <a:cubicBezTo>
                    <a:pt x="136" y="65"/>
                    <a:pt x="135" y="62"/>
                    <a:pt x="135" y="60"/>
                  </a:cubicBezTo>
                  <a:cubicBezTo>
                    <a:pt x="125" y="60"/>
                    <a:pt x="125" y="60"/>
                    <a:pt x="125" y="60"/>
                  </a:cubicBezTo>
                  <a:cubicBezTo>
                    <a:pt x="124" y="55"/>
                    <a:pt x="123" y="51"/>
                    <a:pt x="121" y="46"/>
                  </a:cubicBezTo>
                  <a:cubicBezTo>
                    <a:pt x="130" y="42"/>
                    <a:pt x="130" y="42"/>
                    <a:pt x="130" y="42"/>
                  </a:cubicBezTo>
                  <a:cubicBezTo>
                    <a:pt x="128" y="37"/>
                    <a:pt x="125" y="32"/>
                    <a:pt x="122" y="27"/>
                  </a:cubicBezTo>
                  <a:cubicBezTo>
                    <a:pt x="113" y="33"/>
                    <a:pt x="113" y="33"/>
                    <a:pt x="113" y="33"/>
                  </a:cubicBezTo>
                  <a:cubicBezTo>
                    <a:pt x="110" y="29"/>
                    <a:pt x="107" y="26"/>
                    <a:pt x="103" y="23"/>
                  </a:cubicBezTo>
                  <a:cubicBezTo>
                    <a:pt x="109" y="14"/>
                    <a:pt x="109" y="14"/>
                    <a:pt x="109" y="14"/>
                  </a:cubicBezTo>
                  <a:cubicBezTo>
                    <a:pt x="104" y="11"/>
                    <a:pt x="99" y="8"/>
                    <a:pt x="94" y="6"/>
                  </a:cubicBezTo>
                  <a:cubicBezTo>
                    <a:pt x="90" y="15"/>
                    <a:pt x="90" y="15"/>
                    <a:pt x="90" y="15"/>
                  </a:cubicBezTo>
                  <a:cubicBezTo>
                    <a:pt x="85" y="13"/>
                    <a:pt x="80" y="12"/>
                    <a:pt x="75" y="11"/>
                  </a:cubicBezTo>
                  <a:cubicBezTo>
                    <a:pt x="76" y="1"/>
                    <a:pt x="76" y="1"/>
                    <a:pt x="76" y="1"/>
                  </a:cubicBezTo>
                  <a:cubicBezTo>
                    <a:pt x="73" y="1"/>
                    <a:pt x="71" y="0"/>
                    <a:pt x="68" y="0"/>
                  </a:cubicBezTo>
                  <a:cubicBezTo>
                    <a:pt x="65" y="0"/>
                    <a:pt x="62" y="1"/>
                    <a:pt x="59" y="1"/>
                  </a:cubicBezTo>
                  <a:cubicBezTo>
                    <a:pt x="60" y="11"/>
                    <a:pt x="60" y="11"/>
                    <a:pt x="60" y="11"/>
                  </a:cubicBezTo>
                  <a:cubicBezTo>
                    <a:pt x="55" y="12"/>
                    <a:pt x="50" y="13"/>
                    <a:pt x="46" y="15"/>
                  </a:cubicBezTo>
                  <a:cubicBezTo>
                    <a:pt x="41" y="6"/>
                    <a:pt x="41" y="6"/>
                    <a:pt x="41" y="6"/>
                  </a:cubicBezTo>
                  <a:cubicBezTo>
                    <a:pt x="36" y="8"/>
                    <a:pt x="31" y="11"/>
                    <a:pt x="27" y="14"/>
                  </a:cubicBezTo>
                  <a:cubicBezTo>
                    <a:pt x="33" y="23"/>
                    <a:pt x="33" y="23"/>
                    <a:pt x="33" y="23"/>
                  </a:cubicBezTo>
                  <a:cubicBezTo>
                    <a:pt x="29" y="26"/>
                    <a:pt x="25" y="29"/>
                    <a:pt x="22" y="33"/>
                  </a:cubicBezTo>
                  <a:cubicBezTo>
                    <a:pt x="14" y="27"/>
                    <a:pt x="14" y="27"/>
                    <a:pt x="14" y="27"/>
                  </a:cubicBezTo>
                  <a:cubicBezTo>
                    <a:pt x="10" y="32"/>
                    <a:pt x="8" y="37"/>
                    <a:pt x="5" y="42"/>
                  </a:cubicBezTo>
                  <a:cubicBezTo>
                    <a:pt x="15" y="47"/>
                    <a:pt x="15" y="47"/>
                    <a:pt x="15" y="47"/>
                  </a:cubicBezTo>
                  <a:cubicBezTo>
                    <a:pt x="13" y="51"/>
                    <a:pt x="12" y="56"/>
                    <a:pt x="11" y="61"/>
                  </a:cubicBezTo>
                  <a:cubicBezTo>
                    <a:pt x="1" y="60"/>
                    <a:pt x="1" y="60"/>
                    <a:pt x="1" y="60"/>
                  </a:cubicBezTo>
                  <a:cubicBezTo>
                    <a:pt x="0" y="63"/>
                    <a:pt x="0" y="65"/>
                    <a:pt x="0" y="68"/>
                  </a:cubicBezTo>
                  <a:cubicBezTo>
                    <a:pt x="0" y="71"/>
                    <a:pt x="0" y="74"/>
                    <a:pt x="1" y="77"/>
                  </a:cubicBezTo>
                  <a:lnTo>
                    <a:pt x="11" y="76"/>
                  </a:lnTo>
                  <a:close/>
                  <a:moveTo>
                    <a:pt x="28" y="68"/>
                  </a:moveTo>
                  <a:cubicBezTo>
                    <a:pt x="28" y="46"/>
                    <a:pt x="46" y="28"/>
                    <a:pt x="68" y="28"/>
                  </a:cubicBezTo>
                  <a:cubicBezTo>
                    <a:pt x="90" y="28"/>
                    <a:pt x="108" y="46"/>
                    <a:pt x="108" y="68"/>
                  </a:cubicBezTo>
                  <a:cubicBezTo>
                    <a:pt x="108" y="90"/>
                    <a:pt x="90" y="109"/>
                    <a:pt x="68" y="109"/>
                  </a:cubicBezTo>
                  <a:cubicBezTo>
                    <a:pt x="46" y="109"/>
                    <a:pt x="28" y="90"/>
                    <a:pt x="28" y="6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2" name="Oval 51"/>
            <p:cNvSpPr>
              <a:spLocks noChangeArrowheads="1"/>
            </p:cNvSpPr>
            <p:nvPr/>
          </p:nvSpPr>
          <p:spPr bwMode="auto">
            <a:xfrm>
              <a:off x="6109416" y="2272730"/>
              <a:ext cx="107324" cy="107324"/>
            </a:xfrm>
            <a:prstGeom prst="ellipse">
              <a:avLst/>
            </a:prstGeom>
            <a:grp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13" name="组合 44"/>
          <p:cNvGrpSpPr/>
          <p:nvPr/>
        </p:nvGrpSpPr>
        <p:grpSpPr>
          <a:xfrm>
            <a:off x="4405493" y="2588088"/>
            <a:ext cx="370132" cy="370131"/>
            <a:chOff x="4406900" y="4344988"/>
            <a:chExt cx="554038" cy="554037"/>
          </a:xfrm>
          <a:solidFill>
            <a:schemeClr val="bg1"/>
          </a:solidFill>
        </p:grpSpPr>
        <p:sp>
          <p:nvSpPr>
            <p:cNvPr id="114" name="Freeform 19"/>
            <p:cNvSpPr>
              <a:spLocks noEditPoints="1"/>
            </p:cNvSpPr>
            <p:nvPr/>
          </p:nvSpPr>
          <p:spPr bwMode="auto">
            <a:xfrm>
              <a:off x="4406900" y="4397375"/>
              <a:ext cx="501650" cy="501650"/>
            </a:xfrm>
            <a:custGeom>
              <a:avLst/>
              <a:gdLst>
                <a:gd name="T0" fmla="*/ 116 w 232"/>
                <a:gd name="T1" fmla="*/ 232 h 232"/>
                <a:gd name="T2" fmla="*/ 232 w 232"/>
                <a:gd name="T3" fmla="*/ 116 h 232"/>
                <a:gd name="T4" fmla="*/ 218 w 232"/>
                <a:gd name="T5" fmla="*/ 62 h 232"/>
                <a:gd name="T6" fmla="*/ 215 w 232"/>
                <a:gd name="T7" fmla="*/ 62 h 232"/>
                <a:gd name="T8" fmla="*/ 214 w 232"/>
                <a:gd name="T9" fmla="*/ 62 h 232"/>
                <a:gd name="T10" fmla="*/ 199 w 232"/>
                <a:gd name="T11" fmla="*/ 61 h 232"/>
                <a:gd name="T12" fmla="*/ 188 w 232"/>
                <a:gd name="T13" fmla="*/ 71 h 232"/>
                <a:gd name="T14" fmla="*/ 201 w 232"/>
                <a:gd name="T15" fmla="*/ 116 h 232"/>
                <a:gd name="T16" fmla="*/ 116 w 232"/>
                <a:gd name="T17" fmla="*/ 201 h 232"/>
                <a:gd name="T18" fmla="*/ 31 w 232"/>
                <a:gd name="T19" fmla="*/ 116 h 232"/>
                <a:gd name="T20" fmla="*/ 116 w 232"/>
                <a:gd name="T21" fmla="*/ 31 h 232"/>
                <a:gd name="T22" fmla="*/ 161 w 232"/>
                <a:gd name="T23" fmla="*/ 44 h 232"/>
                <a:gd name="T24" fmla="*/ 170 w 232"/>
                <a:gd name="T25" fmla="*/ 34 h 232"/>
                <a:gd name="T26" fmla="*/ 169 w 232"/>
                <a:gd name="T27" fmla="*/ 17 h 232"/>
                <a:gd name="T28" fmla="*/ 169 w 232"/>
                <a:gd name="T29" fmla="*/ 13 h 232"/>
                <a:gd name="T30" fmla="*/ 116 w 232"/>
                <a:gd name="T31" fmla="*/ 0 h 232"/>
                <a:gd name="T32" fmla="*/ 0 w 232"/>
                <a:gd name="T33" fmla="*/ 116 h 232"/>
                <a:gd name="T34" fmla="*/ 116 w 232"/>
                <a:gd name="T35" fmla="*/ 232 h 232"/>
                <a:gd name="T36" fmla="*/ 116 w 232"/>
                <a:gd name="T37" fmla="*/ 232 h 232"/>
                <a:gd name="T38" fmla="*/ 116 w 232"/>
                <a:gd name="T39" fmla="*/ 232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2" h="232">
                  <a:moveTo>
                    <a:pt x="116" y="232"/>
                  </a:moveTo>
                  <a:cubicBezTo>
                    <a:pt x="180" y="232"/>
                    <a:pt x="232" y="180"/>
                    <a:pt x="232" y="116"/>
                  </a:cubicBezTo>
                  <a:cubicBezTo>
                    <a:pt x="232" y="96"/>
                    <a:pt x="227" y="78"/>
                    <a:pt x="218" y="62"/>
                  </a:cubicBezTo>
                  <a:cubicBezTo>
                    <a:pt x="217" y="62"/>
                    <a:pt x="216" y="62"/>
                    <a:pt x="215" y="62"/>
                  </a:cubicBezTo>
                  <a:cubicBezTo>
                    <a:pt x="215" y="62"/>
                    <a:pt x="214" y="62"/>
                    <a:pt x="214" y="62"/>
                  </a:cubicBezTo>
                  <a:cubicBezTo>
                    <a:pt x="199" y="61"/>
                    <a:pt x="199" y="61"/>
                    <a:pt x="199" y="61"/>
                  </a:cubicBezTo>
                  <a:cubicBezTo>
                    <a:pt x="188" y="71"/>
                    <a:pt x="188" y="71"/>
                    <a:pt x="188" y="71"/>
                  </a:cubicBezTo>
                  <a:cubicBezTo>
                    <a:pt x="196" y="84"/>
                    <a:pt x="201" y="100"/>
                    <a:pt x="201" y="116"/>
                  </a:cubicBezTo>
                  <a:cubicBezTo>
                    <a:pt x="201" y="163"/>
                    <a:pt x="163" y="201"/>
                    <a:pt x="116" y="201"/>
                  </a:cubicBezTo>
                  <a:cubicBezTo>
                    <a:pt x="69" y="201"/>
                    <a:pt x="31" y="163"/>
                    <a:pt x="31" y="116"/>
                  </a:cubicBezTo>
                  <a:cubicBezTo>
                    <a:pt x="31" y="69"/>
                    <a:pt x="69" y="31"/>
                    <a:pt x="116" y="31"/>
                  </a:cubicBezTo>
                  <a:cubicBezTo>
                    <a:pt x="132" y="31"/>
                    <a:pt x="148" y="36"/>
                    <a:pt x="161" y="44"/>
                  </a:cubicBezTo>
                  <a:cubicBezTo>
                    <a:pt x="170" y="34"/>
                    <a:pt x="170" y="34"/>
                    <a:pt x="170" y="34"/>
                  </a:cubicBezTo>
                  <a:cubicBezTo>
                    <a:pt x="169" y="17"/>
                    <a:pt x="169" y="17"/>
                    <a:pt x="169" y="17"/>
                  </a:cubicBezTo>
                  <a:cubicBezTo>
                    <a:pt x="169" y="16"/>
                    <a:pt x="169" y="14"/>
                    <a:pt x="169" y="13"/>
                  </a:cubicBezTo>
                  <a:cubicBezTo>
                    <a:pt x="153" y="5"/>
                    <a:pt x="135" y="0"/>
                    <a:pt x="116" y="0"/>
                  </a:cubicBezTo>
                  <a:cubicBezTo>
                    <a:pt x="52" y="0"/>
                    <a:pt x="0" y="52"/>
                    <a:pt x="0" y="116"/>
                  </a:cubicBezTo>
                  <a:cubicBezTo>
                    <a:pt x="0" y="180"/>
                    <a:pt x="52" y="232"/>
                    <a:pt x="116" y="232"/>
                  </a:cubicBezTo>
                  <a:close/>
                  <a:moveTo>
                    <a:pt x="116" y="232"/>
                  </a:moveTo>
                  <a:cubicBezTo>
                    <a:pt x="116" y="232"/>
                    <a:pt x="116" y="232"/>
                    <a:pt x="116" y="2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20"/>
            <p:cNvSpPr>
              <a:spLocks noEditPoints="1"/>
            </p:cNvSpPr>
            <p:nvPr/>
          </p:nvSpPr>
          <p:spPr bwMode="auto">
            <a:xfrm>
              <a:off x="4535488" y="4524375"/>
              <a:ext cx="246063" cy="247650"/>
            </a:xfrm>
            <a:custGeom>
              <a:avLst/>
              <a:gdLst>
                <a:gd name="T0" fmla="*/ 57 w 114"/>
                <a:gd name="T1" fmla="*/ 27 h 114"/>
                <a:gd name="T2" fmla="*/ 59 w 114"/>
                <a:gd name="T3" fmla="*/ 27 h 114"/>
                <a:gd name="T4" fmla="*/ 81 w 114"/>
                <a:gd name="T5" fmla="*/ 6 h 114"/>
                <a:gd name="T6" fmla="*/ 81 w 114"/>
                <a:gd name="T7" fmla="*/ 5 h 114"/>
                <a:gd name="T8" fmla="*/ 57 w 114"/>
                <a:gd name="T9" fmla="*/ 0 h 114"/>
                <a:gd name="T10" fmla="*/ 0 w 114"/>
                <a:gd name="T11" fmla="*/ 57 h 114"/>
                <a:gd name="T12" fmla="*/ 57 w 114"/>
                <a:gd name="T13" fmla="*/ 114 h 114"/>
                <a:gd name="T14" fmla="*/ 114 w 114"/>
                <a:gd name="T15" fmla="*/ 57 h 114"/>
                <a:gd name="T16" fmla="*/ 109 w 114"/>
                <a:gd name="T17" fmla="*/ 33 h 114"/>
                <a:gd name="T18" fmla="*/ 108 w 114"/>
                <a:gd name="T19" fmla="*/ 33 h 114"/>
                <a:gd name="T20" fmla="*/ 87 w 114"/>
                <a:gd name="T21" fmla="*/ 55 h 114"/>
                <a:gd name="T22" fmla="*/ 87 w 114"/>
                <a:gd name="T23" fmla="*/ 57 h 114"/>
                <a:gd name="T24" fmla="*/ 57 w 114"/>
                <a:gd name="T25" fmla="*/ 87 h 114"/>
                <a:gd name="T26" fmla="*/ 27 w 114"/>
                <a:gd name="T27" fmla="*/ 57 h 114"/>
                <a:gd name="T28" fmla="*/ 57 w 114"/>
                <a:gd name="T29" fmla="*/ 27 h 114"/>
                <a:gd name="T30" fmla="*/ 57 w 114"/>
                <a:gd name="T31" fmla="*/ 27 h 114"/>
                <a:gd name="T32" fmla="*/ 57 w 114"/>
                <a:gd name="T33" fmla="*/ 27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4" h="114">
                  <a:moveTo>
                    <a:pt x="57" y="27"/>
                  </a:moveTo>
                  <a:cubicBezTo>
                    <a:pt x="58" y="27"/>
                    <a:pt x="58" y="27"/>
                    <a:pt x="59" y="27"/>
                  </a:cubicBezTo>
                  <a:cubicBezTo>
                    <a:pt x="81" y="6"/>
                    <a:pt x="81" y="6"/>
                    <a:pt x="81" y="6"/>
                  </a:cubicBezTo>
                  <a:cubicBezTo>
                    <a:pt x="81" y="5"/>
                    <a:pt x="81" y="5"/>
                    <a:pt x="81" y="5"/>
                  </a:cubicBezTo>
                  <a:cubicBezTo>
                    <a:pt x="74" y="2"/>
                    <a:pt x="66" y="0"/>
                    <a:pt x="57" y="0"/>
                  </a:cubicBezTo>
                  <a:cubicBezTo>
                    <a:pt x="25" y="0"/>
                    <a:pt x="0" y="25"/>
                    <a:pt x="0" y="57"/>
                  </a:cubicBezTo>
                  <a:cubicBezTo>
                    <a:pt x="0" y="88"/>
                    <a:pt x="25" y="114"/>
                    <a:pt x="57" y="114"/>
                  </a:cubicBezTo>
                  <a:cubicBezTo>
                    <a:pt x="88" y="114"/>
                    <a:pt x="114" y="88"/>
                    <a:pt x="114" y="57"/>
                  </a:cubicBezTo>
                  <a:cubicBezTo>
                    <a:pt x="114" y="48"/>
                    <a:pt x="112" y="40"/>
                    <a:pt x="109" y="33"/>
                  </a:cubicBezTo>
                  <a:cubicBezTo>
                    <a:pt x="108" y="33"/>
                    <a:pt x="108" y="33"/>
                    <a:pt x="108" y="33"/>
                  </a:cubicBezTo>
                  <a:cubicBezTo>
                    <a:pt x="87" y="55"/>
                    <a:pt x="87" y="55"/>
                    <a:pt x="87" y="55"/>
                  </a:cubicBezTo>
                  <a:cubicBezTo>
                    <a:pt x="87" y="55"/>
                    <a:pt x="87" y="56"/>
                    <a:pt x="87" y="57"/>
                  </a:cubicBezTo>
                  <a:cubicBezTo>
                    <a:pt x="87" y="74"/>
                    <a:pt x="73" y="87"/>
                    <a:pt x="57" y="87"/>
                  </a:cubicBezTo>
                  <a:cubicBezTo>
                    <a:pt x="40" y="87"/>
                    <a:pt x="27" y="74"/>
                    <a:pt x="27" y="57"/>
                  </a:cubicBezTo>
                  <a:cubicBezTo>
                    <a:pt x="27" y="40"/>
                    <a:pt x="40" y="27"/>
                    <a:pt x="57" y="27"/>
                  </a:cubicBezTo>
                  <a:close/>
                  <a:moveTo>
                    <a:pt x="57" y="27"/>
                  </a:moveTo>
                  <a:cubicBezTo>
                    <a:pt x="57" y="27"/>
                    <a:pt x="57" y="27"/>
                    <a:pt x="57" y="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21"/>
            <p:cNvSpPr>
              <a:spLocks noEditPoints="1"/>
            </p:cNvSpPr>
            <p:nvPr/>
          </p:nvSpPr>
          <p:spPr bwMode="auto">
            <a:xfrm>
              <a:off x="4681538" y="4344988"/>
              <a:ext cx="279400" cy="279400"/>
            </a:xfrm>
            <a:custGeom>
              <a:avLst/>
              <a:gdLst>
                <a:gd name="T0" fmla="*/ 109 w 129"/>
                <a:gd name="T1" fmla="*/ 35 h 129"/>
                <a:gd name="T2" fmla="*/ 115 w 129"/>
                <a:gd name="T3" fmla="*/ 29 h 129"/>
                <a:gd name="T4" fmla="*/ 115 w 129"/>
                <a:gd name="T5" fmla="*/ 18 h 129"/>
                <a:gd name="T6" fmla="*/ 111 w 129"/>
                <a:gd name="T7" fmla="*/ 14 h 129"/>
                <a:gd name="T8" fmla="*/ 105 w 129"/>
                <a:gd name="T9" fmla="*/ 12 h 129"/>
                <a:gd name="T10" fmla="*/ 100 w 129"/>
                <a:gd name="T11" fmla="*/ 14 h 129"/>
                <a:gd name="T12" fmla="*/ 93 w 129"/>
                <a:gd name="T13" fmla="*/ 21 h 129"/>
                <a:gd name="T14" fmla="*/ 92 w 129"/>
                <a:gd name="T15" fmla="*/ 2 h 129"/>
                <a:gd name="T16" fmla="*/ 89 w 129"/>
                <a:gd name="T17" fmla="*/ 0 h 129"/>
                <a:gd name="T18" fmla="*/ 87 w 129"/>
                <a:gd name="T19" fmla="*/ 0 h 129"/>
                <a:gd name="T20" fmla="*/ 59 w 129"/>
                <a:gd name="T21" fmla="*/ 29 h 129"/>
                <a:gd name="T22" fmla="*/ 56 w 129"/>
                <a:gd name="T23" fmla="*/ 38 h 129"/>
                <a:gd name="T24" fmla="*/ 56 w 129"/>
                <a:gd name="T25" fmla="*/ 40 h 129"/>
                <a:gd name="T26" fmla="*/ 57 w 129"/>
                <a:gd name="T27" fmla="*/ 57 h 129"/>
                <a:gd name="T28" fmla="*/ 47 w 129"/>
                <a:gd name="T29" fmla="*/ 67 h 129"/>
                <a:gd name="T30" fmla="*/ 28 w 129"/>
                <a:gd name="T31" fmla="*/ 86 h 129"/>
                <a:gd name="T32" fmla="*/ 28 w 129"/>
                <a:gd name="T33" fmla="*/ 86 h 129"/>
                <a:gd name="T34" fmla="*/ 10 w 129"/>
                <a:gd name="T35" fmla="*/ 104 h 129"/>
                <a:gd name="T36" fmla="*/ 2 w 129"/>
                <a:gd name="T37" fmla="*/ 112 h 129"/>
                <a:gd name="T38" fmla="*/ 1 w 129"/>
                <a:gd name="T39" fmla="*/ 116 h 129"/>
                <a:gd name="T40" fmla="*/ 0 w 129"/>
                <a:gd name="T41" fmla="*/ 122 h 129"/>
                <a:gd name="T42" fmla="*/ 6 w 129"/>
                <a:gd name="T43" fmla="*/ 129 h 129"/>
                <a:gd name="T44" fmla="*/ 7 w 129"/>
                <a:gd name="T45" fmla="*/ 129 h 129"/>
                <a:gd name="T46" fmla="*/ 13 w 129"/>
                <a:gd name="T47" fmla="*/ 128 h 129"/>
                <a:gd name="T48" fmla="*/ 17 w 129"/>
                <a:gd name="T49" fmla="*/ 126 h 129"/>
                <a:gd name="T50" fmla="*/ 73 w 129"/>
                <a:gd name="T51" fmla="*/ 71 h 129"/>
                <a:gd name="T52" fmla="*/ 89 w 129"/>
                <a:gd name="T53" fmla="*/ 72 h 129"/>
                <a:gd name="T54" fmla="*/ 89 w 129"/>
                <a:gd name="T55" fmla="*/ 72 h 129"/>
                <a:gd name="T56" fmla="*/ 90 w 129"/>
                <a:gd name="T57" fmla="*/ 72 h 129"/>
                <a:gd name="T58" fmla="*/ 99 w 129"/>
                <a:gd name="T59" fmla="*/ 69 h 129"/>
                <a:gd name="T60" fmla="*/ 127 w 129"/>
                <a:gd name="T61" fmla="*/ 40 h 129"/>
                <a:gd name="T62" fmla="*/ 126 w 129"/>
                <a:gd name="T63" fmla="*/ 36 h 129"/>
                <a:gd name="T64" fmla="*/ 109 w 129"/>
                <a:gd name="T65" fmla="*/ 35 h 129"/>
                <a:gd name="T66" fmla="*/ 109 w 129"/>
                <a:gd name="T67" fmla="*/ 35 h 129"/>
                <a:gd name="T68" fmla="*/ 109 w 129"/>
                <a:gd name="T69" fmla="*/ 3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9" h="129">
                  <a:moveTo>
                    <a:pt x="109" y="35"/>
                  </a:moveTo>
                  <a:cubicBezTo>
                    <a:pt x="115" y="29"/>
                    <a:pt x="115" y="29"/>
                    <a:pt x="115" y="29"/>
                  </a:cubicBezTo>
                  <a:cubicBezTo>
                    <a:pt x="118" y="26"/>
                    <a:pt x="118" y="21"/>
                    <a:pt x="115" y="18"/>
                  </a:cubicBezTo>
                  <a:cubicBezTo>
                    <a:pt x="111" y="14"/>
                    <a:pt x="111" y="14"/>
                    <a:pt x="111" y="14"/>
                  </a:cubicBezTo>
                  <a:cubicBezTo>
                    <a:pt x="109" y="13"/>
                    <a:pt x="107" y="12"/>
                    <a:pt x="105" y="12"/>
                  </a:cubicBezTo>
                  <a:cubicBezTo>
                    <a:pt x="104" y="12"/>
                    <a:pt x="102" y="13"/>
                    <a:pt x="100" y="14"/>
                  </a:cubicBezTo>
                  <a:cubicBezTo>
                    <a:pt x="93" y="21"/>
                    <a:pt x="93" y="21"/>
                    <a:pt x="93" y="21"/>
                  </a:cubicBezTo>
                  <a:cubicBezTo>
                    <a:pt x="92" y="2"/>
                    <a:pt x="92" y="2"/>
                    <a:pt x="92" y="2"/>
                  </a:cubicBezTo>
                  <a:cubicBezTo>
                    <a:pt x="91" y="1"/>
                    <a:pt x="90" y="0"/>
                    <a:pt x="89" y="0"/>
                  </a:cubicBezTo>
                  <a:cubicBezTo>
                    <a:pt x="89" y="0"/>
                    <a:pt x="88" y="0"/>
                    <a:pt x="87" y="0"/>
                  </a:cubicBezTo>
                  <a:cubicBezTo>
                    <a:pt x="59" y="29"/>
                    <a:pt x="59" y="29"/>
                    <a:pt x="59" y="29"/>
                  </a:cubicBezTo>
                  <a:cubicBezTo>
                    <a:pt x="57" y="31"/>
                    <a:pt x="55" y="35"/>
                    <a:pt x="56" y="38"/>
                  </a:cubicBezTo>
                  <a:cubicBezTo>
                    <a:pt x="56" y="40"/>
                    <a:pt x="56" y="40"/>
                    <a:pt x="56" y="40"/>
                  </a:cubicBezTo>
                  <a:cubicBezTo>
                    <a:pt x="57" y="57"/>
                    <a:pt x="57" y="57"/>
                    <a:pt x="57" y="57"/>
                  </a:cubicBezTo>
                  <a:cubicBezTo>
                    <a:pt x="47" y="67"/>
                    <a:pt x="47" y="67"/>
                    <a:pt x="47" y="67"/>
                  </a:cubicBezTo>
                  <a:cubicBezTo>
                    <a:pt x="28" y="86"/>
                    <a:pt x="28" y="86"/>
                    <a:pt x="28" y="86"/>
                  </a:cubicBezTo>
                  <a:cubicBezTo>
                    <a:pt x="28" y="86"/>
                    <a:pt x="28" y="86"/>
                    <a:pt x="28" y="86"/>
                  </a:cubicBezTo>
                  <a:cubicBezTo>
                    <a:pt x="10" y="104"/>
                    <a:pt x="10" y="104"/>
                    <a:pt x="10" y="104"/>
                  </a:cubicBezTo>
                  <a:cubicBezTo>
                    <a:pt x="2" y="112"/>
                    <a:pt x="2" y="112"/>
                    <a:pt x="2" y="112"/>
                  </a:cubicBezTo>
                  <a:cubicBezTo>
                    <a:pt x="1" y="113"/>
                    <a:pt x="1" y="114"/>
                    <a:pt x="1" y="116"/>
                  </a:cubicBezTo>
                  <a:cubicBezTo>
                    <a:pt x="0" y="122"/>
                    <a:pt x="0" y="122"/>
                    <a:pt x="0" y="122"/>
                  </a:cubicBezTo>
                  <a:cubicBezTo>
                    <a:pt x="0" y="126"/>
                    <a:pt x="3" y="129"/>
                    <a:pt x="6" y="129"/>
                  </a:cubicBezTo>
                  <a:cubicBezTo>
                    <a:pt x="7" y="129"/>
                    <a:pt x="7" y="129"/>
                    <a:pt x="7" y="129"/>
                  </a:cubicBezTo>
                  <a:cubicBezTo>
                    <a:pt x="13" y="128"/>
                    <a:pt x="13" y="128"/>
                    <a:pt x="13" y="128"/>
                  </a:cubicBezTo>
                  <a:cubicBezTo>
                    <a:pt x="15" y="128"/>
                    <a:pt x="16" y="128"/>
                    <a:pt x="17" y="126"/>
                  </a:cubicBezTo>
                  <a:cubicBezTo>
                    <a:pt x="73" y="71"/>
                    <a:pt x="73" y="71"/>
                    <a:pt x="73" y="71"/>
                  </a:cubicBezTo>
                  <a:cubicBezTo>
                    <a:pt x="89" y="72"/>
                    <a:pt x="89" y="72"/>
                    <a:pt x="89" y="72"/>
                  </a:cubicBezTo>
                  <a:cubicBezTo>
                    <a:pt x="89" y="72"/>
                    <a:pt x="89" y="72"/>
                    <a:pt x="89" y="72"/>
                  </a:cubicBezTo>
                  <a:cubicBezTo>
                    <a:pt x="90" y="72"/>
                    <a:pt x="90" y="72"/>
                    <a:pt x="90" y="72"/>
                  </a:cubicBezTo>
                  <a:cubicBezTo>
                    <a:pt x="94" y="72"/>
                    <a:pt x="97" y="71"/>
                    <a:pt x="99" y="69"/>
                  </a:cubicBezTo>
                  <a:cubicBezTo>
                    <a:pt x="127" y="40"/>
                    <a:pt x="127" y="40"/>
                    <a:pt x="127" y="40"/>
                  </a:cubicBezTo>
                  <a:cubicBezTo>
                    <a:pt x="129" y="39"/>
                    <a:pt x="128" y="36"/>
                    <a:pt x="126" y="36"/>
                  </a:cubicBezTo>
                  <a:lnTo>
                    <a:pt x="109" y="35"/>
                  </a:lnTo>
                  <a:close/>
                  <a:moveTo>
                    <a:pt x="109" y="35"/>
                  </a:moveTo>
                  <a:cubicBezTo>
                    <a:pt x="109" y="35"/>
                    <a:pt x="109" y="35"/>
                    <a:pt x="109" y="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17" name="Freeform 26"/>
          <p:cNvSpPr>
            <a:spLocks noEditPoints="1"/>
          </p:cNvSpPr>
          <p:nvPr/>
        </p:nvSpPr>
        <p:spPr bwMode="auto">
          <a:xfrm>
            <a:off x="5906294" y="1707220"/>
            <a:ext cx="346800" cy="346799"/>
          </a:xfrm>
          <a:custGeom>
            <a:avLst/>
            <a:gdLst>
              <a:gd name="T0" fmla="*/ 120 w 240"/>
              <a:gd name="T1" fmla="*/ 0 h 240"/>
              <a:gd name="T2" fmla="*/ 0 w 240"/>
              <a:gd name="T3" fmla="*/ 120 h 240"/>
              <a:gd name="T4" fmla="*/ 120 w 240"/>
              <a:gd name="T5" fmla="*/ 240 h 240"/>
              <a:gd name="T6" fmla="*/ 240 w 240"/>
              <a:gd name="T7" fmla="*/ 120 h 240"/>
              <a:gd name="T8" fmla="*/ 120 w 240"/>
              <a:gd name="T9" fmla="*/ 0 h 240"/>
              <a:gd name="T10" fmla="*/ 153 w 240"/>
              <a:gd name="T11" fmla="*/ 166 h 240"/>
              <a:gd name="T12" fmla="*/ 127 w 240"/>
              <a:gd name="T13" fmla="*/ 178 h 240"/>
              <a:gd name="T14" fmla="*/ 127 w 240"/>
              <a:gd name="T15" fmla="*/ 195 h 240"/>
              <a:gd name="T16" fmla="*/ 120 w 240"/>
              <a:gd name="T17" fmla="*/ 195 h 240"/>
              <a:gd name="T18" fmla="*/ 113 w 240"/>
              <a:gd name="T19" fmla="*/ 195 h 240"/>
              <a:gd name="T20" fmla="*/ 113 w 240"/>
              <a:gd name="T21" fmla="*/ 178 h 240"/>
              <a:gd name="T22" fmla="*/ 79 w 240"/>
              <a:gd name="T23" fmla="*/ 145 h 240"/>
              <a:gd name="T24" fmla="*/ 101 w 240"/>
              <a:gd name="T25" fmla="*/ 140 h 240"/>
              <a:gd name="T26" fmla="*/ 120 w 240"/>
              <a:gd name="T27" fmla="*/ 158 h 240"/>
              <a:gd name="T28" fmla="*/ 121 w 240"/>
              <a:gd name="T29" fmla="*/ 158 h 240"/>
              <a:gd name="T30" fmla="*/ 133 w 240"/>
              <a:gd name="T31" fmla="*/ 154 h 240"/>
              <a:gd name="T32" fmla="*/ 136 w 240"/>
              <a:gd name="T33" fmla="*/ 145 h 240"/>
              <a:gd name="T34" fmla="*/ 133 w 240"/>
              <a:gd name="T35" fmla="*/ 136 h 240"/>
              <a:gd name="T36" fmla="*/ 120 w 240"/>
              <a:gd name="T37" fmla="*/ 130 h 240"/>
              <a:gd name="T38" fmla="*/ 116 w 240"/>
              <a:gd name="T39" fmla="*/ 128 h 240"/>
              <a:gd name="T40" fmla="*/ 97 w 240"/>
              <a:gd name="T41" fmla="*/ 120 h 240"/>
              <a:gd name="T42" fmla="*/ 87 w 240"/>
              <a:gd name="T43" fmla="*/ 109 h 240"/>
              <a:gd name="T44" fmla="*/ 83 w 240"/>
              <a:gd name="T45" fmla="*/ 92 h 240"/>
              <a:gd name="T46" fmla="*/ 90 w 240"/>
              <a:gd name="T47" fmla="*/ 70 h 240"/>
              <a:gd name="T48" fmla="*/ 113 w 240"/>
              <a:gd name="T49" fmla="*/ 58 h 240"/>
              <a:gd name="T50" fmla="*/ 113 w 240"/>
              <a:gd name="T51" fmla="*/ 45 h 240"/>
              <a:gd name="T52" fmla="*/ 120 w 240"/>
              <a:gd name="T53" fmla="*/ 45 h 240"/>
              <a:gd name="T54" fmla="*/ 127 w 240"/>
              <a:gd name="T55" fmla="*/ 45 h 240"/>
              <a:gd name="T56" fmla="*/ 127 w 240"/>
              <a:gd name="T57" fmla="*/ 58 h 240"/>
              <a:gd name="T58" fmla="*/ 158 w 240"/>
              <a:gd name="T59" fmla="*/ 85 h 240"/>
              <a:gd name="T60" fmla="*/ 139 w 240"/>
              <a:gd name="T61" fmla="*/ 93 h 240"/>
              <a:gd name="T62" fmla="*/ 121 w 240"/>
              <a:gd name="T63" fmla="*/ 76 h 240"/>
              <a:gd name="T64" fmla="*/ 120 w 240"/>
              <a:gd name="T65" fmla="*/ 76 h 240"/>
              <a:gd name="T66" fmla="*/ 111 w 240"/>
              <a:gd name="T67" fmla="*/ 80 h 240"/>
              <a:gd name="T68" fmla="*/ 108 w 240"/>
              <a:gd name="T69" fmla="*/ 89 h 240"/>
              <a:gd name="T70" fmla="*/ 111 w 240"/>
              <a:gd name="T71" fmla="*/ 97 h 240"/>
              <a:gd name="T72" fmla="*/ 120 w 240"/>
              <a:gd name="T73" fmla="*/ 102 h 240"/>
              <a:gd name="T74" fmla="*/ 126 w 240"/>
              <a:gd name="T75" fmla="*/ 104 h 240"/>
              <a:gd name="T76" fmla="*/ 146 w 240"/>
              <a:gd name="T77" fmla="*/ 113 h 240"/>
              <a:gd name="T78" fmla="*/ 157 w 240"/>
              <a:gd name="T79" fmla="*/ 124 h 240"/>
              <a:gd name="T80" fmla="*/ 162 w 240"/>
              <a:gd name="T81" fmla="*/ 141 h 240"/>
              <a:gd name="T82" fmla="*/ 153 w 240"/>
              <a:gd name="T83" fmla="*/ 166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240">
                <a:moveTo>
                  <a:pt x="120" y="0"/>
                </a:moveTo>
                <a:cubicBezTo>
                  <a:pt x="54" y="0"/>
                  <a:pt x="0" y="53"/>
                  <a:pt x="0" y="120"/>
                </a:cubicBezTo>
                <a:cubicBezTo>
                  <a:pt x="0" y="186"/>
                  <a:pt x="54" y="240"/>
                  <a:pt x="120" y="240"/>
                </a:cubicBezTo>
                <a:cubicBezTo>
                  <a:pt x="186" y="240"/>
                  <a:pt x="240" y="186"/>
                  <a:pt x="240" y="120"/>
                </a:cubicBezTo>
                <a:cubicBezTo>
                  <a:pt x="240" y="53"/>
                  <a:pt x="186" y="0"/>
                  <a:pt x="120" y="0"/>
                </a:cubicBezTo>
                <a:close/>
                <a:moveTo>
                  <a:pt x="153" y="166"/>
                </a:moveTo>
                <a:cubicBezTo>
                  <a:pt x="147" y="173"/>
                  <a:pt x="138" y="177"/>
                  <a:pt x="127" y="178"/>
                </a:cubicBezTo>
                <a:cubicBezTo>
                  <a:pt x="127" y="195"/>
                  <a:pt x="127" y="195"/>
                  <a:pt x="127" y="195"/>
                </a:cubicBezTo>
                <a:cubicBezTo>
                  <a:pt x="120" y="195"/>
                  <a:pt x="120" y="195"/>
                  <a:pt x="120" y="195"/>
                </a:cubicBezTo>
                <a:cubicBezTo>
                  <a:pt x="113" y="195"/>
                  <a:pt x="113" y="195"/>
                  <a:pt x="113" y="195"/>
                </a:cubicBezTo>
                <a:cubicBezTo>
                  <a:pt x="113" y="178"/>
                  <a:pt x="113" y="178"/>
                  <a:pt x="113" y="178"/>
                </a:cubicBezTo>
                <a:cubicBezTo>
                  <a:pt x="95" y="176"/>
                  <a:pt x="83" y="165"/>
                  <a:pt x="79" y="145"/>
                </a:cubicBezTo>
                <a:cubicBezTo>
                  <a:pt x="101" y="140"/>
                  <a:pt x="101" y="140"/>
                  <a:pt x="101" y="140"/>
                </a:cubicBezTo>
                <a:cubicBezTo>
                  <a:pt x="103" y="152"/>
                  <a:pt x="109" y="158"/>
                  <a:pt x="120" y="158"/>
                </a:cubicBezTo>
                <a:cubicBezTo>
                  <a:pt x="120" y="158"/>
                  <a:pt x="121" y="158"/>
                  <a:pt x="121" y="158"/>
                </a:cubicBezTo>
                <a:cubicBezTo>
                  <a:pt x="126" y="158"/>
                  <a:pt x="130" y="157"/>
                  <a:pt x="133" y="154"/>
                </a:cubicBezTo>
                <a:cubicBezTo>
                  <a:pt x="135" y="152"/>
                  <a:pt x="136" y="148"/>
                  <a:pt x="136" y="145"/>
                </a:cubicBezTo>
                <a:cubicBezTo>
                  <a:pt x="136" y="141"/>
                  <a:pt x="135" y="138"/>
                  <a:pt x="133" y="136"/>
                </a:cubicBezTo>
                <a:cubicBezTo>
                  <a:pt x="131" y="134"/>
                  <a:pt x="126" y="132"/>
                  <a:pt x="120" y="130"/>
                </a:cubicBezTo>
                <a:cubicBezTo>
                  <a:pt x="119" y="129"/>
                  <a:pt x="117" y="129"/>
                  <a:pt x="116" y="128"/>
                </a:cubicBezTo>
                <a:cubicBezTo>
                  <a:pt x="108" y="126"/>
                  <a:pt x="102" y="123"/>
                  <a:pt x="97" y="120"/>
                </a:cubicBezTo>
                <a:cubicBezTo>
                  <a:pt x="93" y="118"/>
                  <a:pt x="90" y="114"/>
                  <a:pt x="87" y="109"/>
                </a:cubicBezTo>
                <a:cubicBezTo>
                  <a:pt x="84" y="104"/>
                  <a:pt x="83" y="99"/>
                  <a:pt x="83" y="92"/>
                </a:cubicBezTo>
                <a:cubicBezTo>
                  <a:pt x="83" y="84"/>
                  <a:pt x="85" y="77"/>
                  <a:pt x="90" y="70"/>
                </a:cubicBezTo>
                <a:cubicBezTo>
                  <a:pt x="95" y="63"/>
                  <a:pt x="103" y="59"/>
                  <a:pt x="113" y="58"/>
                </a:cubicBezTo>
                <a:cubicBezTo>
                  <a:pt x="113" y="45"/>
                  <a:pt x="113" y="45"/>
                  <a:pt x="113" y="45"/>
                </a:cubicBezTo>
                <a:cubicBezTo>
                  <a:pt x="120" y="45"/>
                  <a:pt x="120" y="45"/>
                  <a:pt x="120" y="45"/>
                </a:cubicBezTo>
                <a:cubicBezTo>
                  <a:pt x="127" y="45"/>
                  <a:pt x="127" y="45"/>
                  <a:pt x="127" y="45"/>
                </a:cubicBezTo>
                <a:cubicBezTo>
                  <a:pt x="127" y="58"/>
                  <a:pt x="127" y="58"/>
                  <a:pt x="127" y="58"/>
                </a:cubicBezTo>
                <a:cubicBezTo>
                  <a:pt x="143" y="60"/>
                  <a:pt x="154" y="69"/>
                  <a:pt x="158" y="85"/>
                </a:cubicBezTo>
                <a:cubicBezTo>
                  <a:pt x="139" y="93"/>
                  <a:pt x="139" y="93"/>
                  <a:pt x="139" y="93"/>
                </a:cubicBezTo>
                <a:cubicBezTo>
                  <a:pt x="135" y="82"/>
                  <a:pt x="129" y="76"/>
                  <a:pt x="121" y="76"/>
                </a:cubicBezTo>
                <a:cubicBezTo>
                  <a:pt x="121" y="76"/>
                  <a:pt x="120" y="76"/>
                  <a:pt x="120" y="76"/>
                </a:cubicBezTo>
                <a:cubicBezTo>
                  <a:pt x="117" y="76"/>
                  <a:pt x="114" y="78"/>
                  <a:pt x="111" y="80"/>
                </a:cubicBezTo>
                <a:cubicBezTo>
                  <a:pt x="109" y="82"/>
                  <a:pt x="108" y="85"/>
                  <a:pt x="108" y="89"/>
                </a:cubicBezTo>
                <a:cubicBezTo>
                  <a:pt x="108" y="92"/>
                  <a:pt x="109" y="95"/>
                  <a:pt x="111" y="97"/>
                </a:cubicBezTo>
                <a:cubicBezTo>
                  <a:pt x="113" y="98"/>
                  <a:pt x="116" y="100"/>
                  <a:pt x="120" y="102"/>
                </a:cubicBezTo>
                <a:cubicBezTo>
                  <a:pt x="122" y="103"/>
                  <a:pt x="124" y="103"/>
                  <a:pt x="126" y="104"/>
                </a:cubicBezTo>
                <a:cubicBezTo>
                  <a:pt x="135" y="107"/>
                  <a:pt x="141" y="110"/>
                  <a:pt x="146" y="113"/>
                </a:cubicBezTo>
                <a:cubicBezTo>
                  <a:pt x="151" y="116"/>
                  <a:pt x="155" y="119"/>
                  <a:pt x="157" y="124"/>
                </a:cubicBezTo>
                <a:cubicBezTo>
                  <a:pt x="160" y="129"/>
                  <a:pt x="162" y="135"/>
                  <a:pt x="162" y="141"/>
                </a:cubicBezTo>
                <a:cubicBezTo>
                  <a:pt x="162" y="151"/>
                  <a:pt x="159" y="159"/>
                  <a:pt x="153" y="16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118" name="组合 49"/>
          <p:cNvGrpSpPr/>
          <p:nvPr/>
        </p:nvGrpSpPr>
        <p:grpSpPr>
          <a:xfrm>
            <a:off x="7441546" y="2595889"/>
            <a:ext cx="381798" cy="363768"/>
            <a:chOff x="3940175" y="5541963"/>
            <a:chExt cx="571501" cy="544512"/>
          </a:xfrm>
          <a:solidFill>
            <a:schemeClr val="bg1"/>
          </a:solidFill>
        </p:grpSpPr>
        <p:sp>
          <p:nvSpPr>
            <p:cNvPr id="119" name="Freeform 37"/>
            <p:cNvSpPr>
              <a:spLocks/>
            </p:cNvSpPr>
            <p:nvPr/>
          </p:nvSpPr>
          <p:spPr bwMode="auto">
            <a:xfrm>
              <a:off x="4348163" y="5541963"/>
              <a:ext cx="163513" cy="161925"/>
            </a:xfrm>
            <a:custGeom>
              <a:avLst/>
              <a:gdLst>
                <a:gd name="T0" fmla="*/ 58 w 75"/>
                <a:gd name="T1" fmla="*/ 17 h 75"/>
                <a:gd name="T2" fmla="*/ 5 w 75"/>
                <a:gd name="T3" fmla="*/ 11 h 75"/>
                <a:gd name="T4" fmla="*/ 3 w 75"/>
                <a:gd name="T5" fmla="*/ 23 h 75"/>
                <a:gd name="T6" fmla="*/ 52 w 75"/>
                <a:gd name="T7" fmla="*/ 72 h 75"/>
                <a:gd name="T8" fmla="*/ 64 w 75"/>
                <a:gd name="T9" fmla="*/ 70 h 75"/>
                <a:gd name="T10" fmla="*/ 58 w 75"/>
                <a:gd name="T11" fmla="*/ 17 h 75"/>
              </a:gdLst>
              <a:ahLst/>
              <a:cxnLst>
                <a:cxn ang="0">
                  <a:pos x="T0" y="T1"/>
                </a:cxn>
                <a:cxn ang="0">
                  <a:pos x="T2" y="T3"/>
                </a:cxn>
                <a:cxn ang="0">
                  <a:pos x="T4" y="T5"/>
                </a:cxn>
                <a:cxn ang="0">
                  <a:pos x="T6" y="T7"/>
                </a:cxn>
                <a:cxn ang="0">
                  <a:pos x="T8" y="T9"/>
                </a:cxn>
                <a:cxn ang="0">
                  <a:pos x="T10" y="T11"/>
                </a:cxn>
              </a:cxnLst>
              <a:rect l="0" t="0" r="r" b="b"/>
              <a:pathLst>
                <a:path w="75" h="75">
                  <a:moveTo>
                    <a:pt x="58" y="17"/>
                  </a:moveTo>
                  <a:cubicBezTo>
                    <a:pt x="44" y="2"/>
                    <a:pt x="21" y="0"/>
                    <a:pt x="5" y="11"/>
                  </a:cubicBezTo>
                  <a:cubicBezTo>
                    <a:pt x="1" y="14"/>
                    <a:pt x="0" y="19"/>
                    <a:pt x="3" y="23"/>
                  </a:cubicBezTo>
                  <a:cubicBezTo>
                    <a:pt x="52" y="72"/>
                    <a:pt x="52" y="72"/>
                    <a:pt x="52" y="72"/>
                  </a:cubicBezTo>
                  <a:cubicBezTo>
                    <a:pt x="56" y="75"/>
                    <a:pt x="61" y="74"/>
                    <a:pt x="64" y="70"/>
                  </a:cubicBezTo>
                  <a:cubicBezTo>
                    <a:pt x="75" y="54"/>
                    <a:pt x="73" y="31"/>
                    <a:pt x="58"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38"/>
            <p:cNvSpPr>
              <a:spLocks noEditPoints="1"/>
            </p:cNvSpPr>
            <p:nvPr/>
          </p:nvSpPr>
          <p:spPr bwMode="auto">
            <a:xfrm>
              <a:off x="3975100" y="5586413"/>
              <a:ext cx="488950" cy="500062"/>
            </a:xfrm>
            <a:custGeom>
              <a:avLst/>
              <a:gdLst>
                <a:gd name="T0" fmla="*/ 205 w 226"/>
                <a:gd name="T1" fmla="*/ 175 h 231"/>
                <a:gd name="T2" fmla="*/ 226 w 226"/>
                <a:gd name="T3" fmla="*/ 111 h 231"/>
                <a:gd name="T4" fmla="*/ 115 w 226"/>
                <a:gd name="T5" fmla="*/ 0 h 231"/>
                <a:gd name="T6" fmla="*/ 114 w 226"/>
                <a:gd name="T7" fmla="*/ 0 h 231"/>
                <a:gd name="T8" fmla="*/ 5 w 226"/>
                <a:gd name="T9" fmla="*/ 111 h 231"/>
                <a:gd name="T10" fmla="*/ 23 w 226"/>
                <a:gd name="T11" fmla="*/ 172 h 231"/>
                <a:gd name="T12" fmla="*/ 4 w 226"/>
                <a:gd name="T13" fmla="*/ 210 h 231"/>
                <a:gd name="T14" fmla="*/ 11 w 226"/>
                <a:gd name="T15" fmla="*/ 230 h 231"/>
                <a:gd name="T16" fmla="*/ 17 w 226"/>
                <a:gd name="T17" fmla="*/ 231 h 231"/>
                <a:gd name="T18" fmla="*/ 31 w 226"/>
                <a:gd name="T19" fmla="*/ 223 h 231"/>
                <a:gd name="T20" fmla="*/ 44 w 226"/>
                <a:gd name="T21" fmla="*/ 196 h 231"/>
                <a:gd name="T22" fmla="*/ 114 w 226"/>
                <a:gd name="T23" fmla="*/ 221 h 231"/>
                <a:gd name="T24" fmla="*/ 115 w 226"/>
                <a:gd name="T25" fmla="*/ 221 h 231"/>
                <a:gd name="T26" fmla="*/ 183 w 226"/>
                <a:gd name="T27" fmla="*/ 198 h 231"/>
                <a:gd name="T28" fmla="*/ 196 w 226"/>
                <a:gd name="T29" fmla="*/ 223 h 231"/>
                <a:gd name="T30" fmla="*/ 209 w 226"/>
                <a:gd name="T31" fmla="*/ 231 h 231"/>
                <a:gd name="T32" fmla="*/ 215 w 226"/>
                <a:gd name="T33" fmla="*/ 230 h 231"/>
                <a:gd name="T34" fmla="*/ 222 w 226"/>
                <a:gd name="T35" fmla="*/ 210 h 231"/>
                <a:gd name="T36" fmla="*/ 205 w 226"/>
                <a:gd name="T37" fmla="*/ 175 h 231"/>
                <a:gd name="T38" fmla="*/ 115 w 226"/>
                <a:gd name="T39" fmla="*/ 192 h 231"/>
                <a:gd name="T40" fmla="*/ 114 w 226"/>
                <a:gd name="T41" fmla="*/ 192 h 231"/>
                <a:gd name="T42" fmla="*/ 34 w 226"/>
                <a:gd name="T43" fmla="*/ 111 h 231"/>
                <a:gd name="T44" fmla="*/ 114 w 226"/>
                <a:gd name="T45" fmla="*/ 30 h 231"/>
                <a:gd name="T46" fmla="*/ 115 w 226"/>
                <a:gd name="T47" fmla="*/ 30 h 231"/>
                <a:gd name="T48" fmla="*/ 196 w 226"/>
                <a:gd name="T49" fmla="*/ 111 h 231"/>
                <a:gd name="T50" fmla="*/ 115 w 226"/>
                <a:gd name="T51" fmla="*/ 192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6" h="231">
                  <a:moveTo>
                    <a:pt x="205" y="175"/>
                  </a:moveTo>
                  <a:cubicBezTo>
                    <a:pt x="218" y="157"/>
                    <a:pt x="226" y="135"/>
                    <a:pt x="226" y="111"/>
                  </a:cubicBezTo>
                  <a:cubicBezTo>
                    <a:pt x="226" y="50"/>
                    <a:pt x="176" y="0"/>
                    <a:pt x="115" y="0"/>
                  </a:cubicBezTo>
                  <a:cubicBezTo>
                    <a:pt x="115" y="0"/>
                    <a:pt x="114" y="0"/>
                    <a:pt x="114" y="0"/>
                  </a:cubicBezTo>
                  <a:cubicBezTo>
                    <a:pt x="54" y="1"/>
                    <a:pt x="5" y="50"/>
                    <a:pt x="5" y="111"/>
                  </a:cubicBezTo>
                  <a:cubicBezTo>
                    <a:pt x="5" y="133"/>
                    <a:pt x="11" y="154"/>
                    <a:pt x="23" y="172"/>
                  </a:cubicBezTo>
                  <a:cubicBezTo>
                    <a:pt x="4" y="210"/>
                    <a:pt x="4" y="210"/>
                    <a:pt x="4" y="210"/>
                  </a:cubicBezTo>
                  <a:cubicBezTo>
                    <a:pt x="0" y="217"/>
                    <a:pt x="3" y="226"/>
                    <a:pt x="11" y="230"/>
                  </a:cubicBezTo>
                  <a:cubicBezTo>
                    <a:pt x="13" y="231"/>
                    <a:pt x="15" y="231"/>
                    <a:pt x="17" y="231"/>
                  </a:cubicBezTo>
                  <a:cubicBezTo>
                    <a:pt x="23" y="231"/>
                    <a:pt x="28" y="228"/>
                    <a:pt x="31" y="223"/>
                  </a:cubicBezTo>
                  <a:cubicBezTo>
                    <a:pt x="44" y="196"/>
                    <a:pt x="44" y="196"/>
                    <a:pt x="44" y="196"/>
                  </a:cubicBezTo>
                  <a:cubicBezTo>
                    <a:pt x="63" y="212"/>
                    <a:pt x="88" y="221"/>
                    <a:pt x="114" y="221"/>
                  </a:cubicBezTo>
                  <a:cubicBezTo>
                    <a:pt x="114" y="221"/>
                    <a:pt x="115" y="221"/>
                    <a:pt x="115" y="221"/>
                  </a:cubicBezTo>
                  <a:cubicBezTo>
                    <a:pt x="141" y="221"/>
                    <a:pt x="164" y="213"/>
                    <a:pt x="183" y="198"/>
                  </a:cubicBezTo>
                  <a:cubicBezTo>
                    <a:pt x="196" y="223"/>
                    <a:pt x="196" y="223"/>
                    <a:pt x="196" y="223"/>
                  </a:cubicBezTo>
                  <a:cubicBezTo>
                    <a:pt x="198" y="228"/>
                    <a:pt x="203" y="231"/>
                    <a:pt x="209" y="231"/>
                  </a:cubicBezTo>
                  <a:cubicBezTo>
                    <a:pt x="211" y="231"/>
                    <a:pt x="213" y="231"/>
                    <a:pt x="215" y="230"/>
                  </a:cubicBezTo>
                  <a:cubicBezTo>
                    <a:pt x="223" y="226"/>
                    <a:pt x="226" y="217"/>
                    <a:pt x="222" y="210"/>
                  </a:cubicBezTo>
                  <a:lnTo>
                    <a:pt x="205" y="175"/>
                  </a:lnTo>
                  <a:close/>
                  <a:moveTo>
                    <a:pt x="115" y="192"/>
                  </a:moveTo>
                  <a:cubicBezTo>
                    <a:pt x="115" y="192"/>
                    <a:pt x="114" y="192"/>
                    <a:pt x="114" y="192"/>
                  </a:cubicBezTo>
                  <a:cubicBezTo>
                    <a:pt x="70" y="191"/>
                    <a:pt x="34" y="155"/>
                    <a:pt x="34" y="111"/>
                  </a:cubicBezTo>
                  <a:cubicBezTo>
                    <a:pt x="34" y="67"/>
                    <a:pt x="70" y="31"/>
                    <a:pt x="114" y="30"/>
                  </a:cubicBezTo>
                  <a:cubicBezTo>
                    <a:pt x="114" y="30"/>
                    <a:pt x="115" y="30"/>
                    <a:pt x="115" y="30"/>
                  </a:cubicBezTo>
                  <a:cubicBezTo>
                    <a:pt x="160" y="30"/>
                    <a:pt x="196" y="66"/>
                    <a:pt x="196" y="111"/>
                  </a:cubicBezTo>
                  <a:cubicBezTo>
                    <a:pt x="196" y="155"/>
                    <a:pt x="160" y="192"/>
                    <a:pt x="115" y="1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39"/>
            <p:cNvSpPr>
              <a:spLocks/>
            </p:cNvSpPr>
            <p:nvPr/>
          </p:nvSpPr>
          <p:spPr bwMode="auto">
            <a:xfrm>
              <a:off x="4124325" y="5738813"/>
              <a:ext cx="119063" cy="204787"/>
            </a:xfrm>
            <a:custGeom>
              <a:avLst/>
              <a:gdLst>
                <a:gd name="T0" fmla="*/ 46 w 55"/>
                <a:gd name="T1" fmla="*/ 0 h 95"/>
                <a:gd name="T2" fmla="*/ 45 w 55"/>
                <a:gd name="T3" fmla="*/ 0 h 95"/>
                <a:gd name="T4" fmla="*/ 38 w 55"/>
                <a:gd name="T5" fmla="*/ 8 h 95"/>
                <a:gd name="T6" fmla="*/ 38 w 55"/>
                <a:gd name="T7" fmla="*/ 40 h 95"/>
                <a:gd name="T8" fmla="*/ 3 w 55"/>
                <a:gd name="T9" fmla="*/ 81 h 95"/>
                <a:gd name="T10" fmla="*/ 4 w 55"/>
                <a:gd name="T11" fmla="*/ 93 h 95"/>
                <a:gd name="T12" fmla="*/ 10 w 55"/>
                <a:gd name="T13" fmla="*/ 95 h 95"/>
                <a:gd name="T14" fmla="*/ 16 w 55"/>
                <a:gd name="T15" fmla="*/ 92 h 95"/>
                <a:gd name="T16" fmla="*/ 45 w 55"/>
                <a:gd name="T17" fmla="*/ 58 h 95"/>
                <a:gd name="T18" fmla="*/ 52 w 55"/>
                <a:gd name="T19" fmla="*/ 50 h 95"/>
                <a:gd name="T20" fmla="*/ 55 w 55"/>
                <a:gd name="T21" fmla="*/ 44 h 95"/>
                <a:gd name="T22" fmla="*/ 55 w 55"/>
                <a:gd name="T23" fmla="*/ 8 h 95"/>
                <a:gd name="T24" fmla="*/ 46 w 55"/>
                <a:gd name="T25"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5" h="95">
                  <a:moveTo>
                    <a:pt x="46" y="0"/>
                  </a:moveTo>
                  <a:cubicBezTo>
                    <a:pt x="46" y="0"/>
                    <a:pt x="45" y="0"/>
                    <a:pt x="45" y="0"/>
                  </a:cubicBezTo>
                  <a:cubicBezTo>
                    <a:pt x="41" y="0"/>
                    <a:pt x="38" y="4"/>
                    <a:pt x="38" y="8"/>
                  </a:cubicBezTo>
                  <a:cubicBezTo>
                    <a:pt x="38" y="40"/>
                    <a:pt x="38" y="40"/>
                    <a:pt x="38" y="40"/>
                  </a:cubicBezTo>
                  <a:cubicBezTo>
                    <a:pt x="3" y="81"/>
                    <a:pt x="3" y="81"/>
                    <a:pt x="3" y="81"/>
                  </a:cubicBezTo>
                  <a:cubicBezTo>
                    <a:pt x="0" y="84"/>
                    <a:pt x="1" y="90"/>
                    <a:pt x="4" y="93"/>
                  </a:cubicBezTo>
                  <a:cubicBezTo>
                    <a:pt x="6" y="94"/>
                    <a:pt x="8" y="95"/>
                    <a:pt x="10" y="95"/>
                  </a:cubicBezTo>
                  <a:cubicBezTo>
                    <a:pt x="12" y="95"/>
                    <a:pt x="15" y="94"/>
                    <a:pt x="16" y="92"/>
                  </a:cubicBezTo>
                  <a:cubicBezTo>
                    <a:pt x="45" y="58"/>
                    <a:pt x="45" y="58"/>
                    <a:pt x="45" y="58"/>
                  </a:cubicBezTo>
                  <a:cubicBezTo>
                    <a:pt x="52" y="50"/>
                    <a:pt x="52" y="50"/>
                    <a:pt x="52" y="50"/>
                  </a:cubicBezTo>
                  <a:cubicBezTo>
                    <a:pt x="53" y="49"/>
                    <a:pt x="55" y="46"/>
                    <a:pt x="55" y="44"/>
                  </a:cubicBezTo>
                  <a:cubicBezTo>
                    <a:pt x="55" y="8"/>
                    <a:pt x="55" y="8"/>
                    <a:pt x="55" y="8"/>
                  </a:cubicBezTo>
                  <a:cubicBezTo>
                    <a:pt x="55" y="4"/>
                    <a:pt x="51" y="0"/>
                    <a:pt x="4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40"/>
            <p:cNvSpPr>
              <a:spLocks/>
            </p:cNvSpPr>
            <p:nvPr/>
          </p:nvSpPr>
          <p:spPr bwMode="auto">
            <a:xfrm>
              <a:off x="3940175" y="5541963"/>
              <a:ext cx="160338" cy="161925"/>
            </a:xfrm>
            <a:custGeom>
              <a:avLst/>
              <a:gdLst>
                <a:gd name="T0" fmla="*/ 16 w 74"/>
                <a:gd name="T1" fmla="*/ 17 h 75"/>
                <a:gd name="T2" fmla="*/ 11 w 74"/>
                <a:gd name="T3" fmla="*/ 71 h 75"/>
                <a:gd name="T4" fmla="*/ 22 w 74"/>
                <a:gd name="T5" fmla="*/ 72 h 75"/>
                <a:gd name="T6" fmla="*/ 71 w 74"/>
                <a:gd name="T7" fmla="*/ 23 h 75"/>
                <a:gd name="T8" fmla="*/ 69 w 74"/>
                <a:gd name="T9" fmla="*/ 11 h 75"/>
                <a:gd name="T10" fmla="*/ 16 w 74"/>
                <a:gd name="T11" fmla="*/ 17 h 75"/>
              </a:gdLst>
              <a:ahLst/>
              <a:cxnLst>
                <a:cxn ang="0">
                  <a:pos x="T0" y="T1"/>
                </a:cxn>
                <a:cxn ang="0">
                  <a:pos x="T2" y="T3"/>
                </a:cxn>
                <a:cxn ang="0">
                  <a:pos x="T4" y="T5"/>
                </a:cxn>
                <a:cxn ang="0">
                  <a:pos x="T6" y="T7"/>
                </a:cxn>
                <a:cxn ang="0">
                  <a:pos x="T8" y="T9"/>
                </a:cxn>
                <a:cxn ang="0">
                  <a:pos x="T10" y="T11"/>
                </a:cxn>
              </a:cxnLst>
              <a:rect l="0" t="0" r="r" b="b"/>
              <a:pathLst>
                <a:path w="74" h="75">
                  <a:moveTo>
                    <a:pt x="16" y="17"/>
                  </a:moveTo>
                  <a:cubicBezTo>
                    <a:pt x="2" y="32"/>
                    <a:pt x="0" y="54"/>
                    <a:pt x="11" y="71"/>
                  </a:cubicBezTo>
                  <a:cubicBezTo>
                    <a:pt x="13" y="75"/>
                    <a:pt x="19" y="75"/>
                    <a:pt x="22" y="72"/>
                  </a:cubicBezTo>
                  <a:cubicBezTo>
                    <a:pt x="71" y="23"/>
                    <a:pt x="71" y="23"/>
                    <a:pt x="71" y="23"/>
                  </a:cubicBezTo>
                  <a:cubicBezTo>
                    <a:pt x="74" y="19"/>
                    <a:pt x="74" y="14"/>
                    <a:pt x="69" y="11"/>
                  </a:cubicBezTo>
                  <a:cubicBezTo>
                    <a:pt x="53" y="0"/>
                    <a:pt x="31" y="2"/>
                    <a:pt x="16"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23" name="Freeform 5"/>
          <p:cNvSpPr>
            <a:spLocks noEditPoints="1"/>
          </p:cNvSpPr>
          <p:nvPr/>
        </p:nvSpPr>
        <p:spPr bwMode="auto">
          <a:xfrm>
            <a:off x="3326720" y="4785312"/>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49944C"/>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4" name="Freeform 9"/>
          <p:cNvSpPr>
            <a:spLocks noEditPoints="1"/>
          </p:cNvSpPr>
          <p:nvPr/>
        </p:nvSpPr>
        <p:spPr bwMode="auto">
          <a:xfrm>
            <a:off x="3326720" y="2449780"/>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486AA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5" name="Freeform 10"/>
          <p:cNvSpPr>
            <a:spLocks noEditPoints="1"/>
          </p:cNvSpPr>
          <p:nvPr/>
        </p:nvSpPr>
        <p:spPr bwMode="auto">
          <a:xfrm>
            <a:off x="3326720" y="3618340"/>
            <a:ext cx="295275" cy="293688"/>
          </a:xfrm>
          <a:custGeom>
            <a:avLst/>
            <a:gdLst>
              <a:gd name="T0" fmla="*/ 74 w 147"/>
              <a:gd name="T1" fmla="*/ 146 h 146"/>
              <a:gd name="T2" fmla="*/ 0 w 147"/>
              <a:gd name="T3" fmla="*/ 73 h 146"/>
              <a:gd name="T4" fmla="*/ 74 w 147"/>
              <a:gd name="T5" fmla="*/ 0 h 146"/>
              <a:gd name="T6" fmla="*/ 147 w 147"/>
              <a:gd name="T7" fmla="*/ 73 h 146"/>
              <a:gd name="T8" fmla="*/ 74 w 147"/>
              <a:gd name="T9" fmla="*/ 146 h 146"/>
              <a:gd name="T10" fmla="*/ 74 w 147"/>
              <a:gd name="T11" fmla="*/ 16 h 146"/>
              <a:gd name="T12" fmla="*/ 16 w 147"/>
              <a:gd name="T13" fmla="*/ 73 h 146"/>
              <a:gd name="T14" fmla="*/ 74 w 147"/>
              <a:gd name="T15" fmla="*/ 130 h 146"/>
              <a:gd name="T16" fmla="*/ 131 w 147"/>
              <a:gd name="T17" fmla="*/ 73 h 146"/>
              <a:gd name="T18" fmla="*/ 74 w 147"/>
              <a:gd name="T19" fmla="*/ 1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6">
                <a:moveTo>
                  <a:pt x="74" y="146"/>
                </a:moveTo>
                <a:cubicBezTo>
                  <a:pt x="33" y="146"/>
                  <a:pt x="0" y="114"/>
                  <a:pt x="0" y="73"/>
                </a:cubicBezTo>
                <a:cubicBezTo>
                  <a:pt x="0" y="33"/>
                  <a:pt x="33" y="0"/>
                  <a:pt x="74" y="0"/>
                </a:cubicBezTo>
                <a:cubicBezTo>
                  <a:pt x="114" y="0"/>
                  <a:pt x="147" y="33"/>
                  <a:pt x="147" y="73"/>
                </a:cubicBezTo>
                <a:cubicBezTo>
                  <a:pt x="147" y="114"/>
                  <a:pt x="114" y="146"/>
                  <a:pt x="74" y="146"/>
                </a:cubicBezTo>
                <a:close/>
                <a:moveTo>
                  <a:pt x="74" y="16"/>
                </a:moveTo>
                <a:cubicBezTo>
                  <a:pt x="42" y="16"/>
                  <a:pt x="16" y="41"/>
                  <a:pt x="16" y="73"/>
                </a:cubicBezTo>
                <a:cubicBezTo>
                  <a:pt x="16" y="105"/>
                  <a:pt x="42" y="130"/>
                  <a:pt x="74" y="130"/>
                </a:cubicBezTo>
                <a:cubicBezTo>
                  <a:pt x="106" y="130"/>
                  <a:pt x="131" y="105"/>
                  <a:pt x="131" y="73"/>
                </a:cubicBezTo>
                <a:cubicBezTo>
                  <a:pt x="131" y="41"/>
                  <a:pt x="106" y="16"/>
                  <a:pt x="74" y="16"/>
                </a:cubicBezTo>
                <a:close/>
              </a:path>
            </a:pathLst>
          </a:custGeom>
          <a:solidFill>
            <a:srgbClr val="2EA7B7"/>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6" name="文本框 125"/>
          <p:cNvSpPr txBox="1"/>
          <p:nvPr/>
        </p:nvSpPr>
        <p:spPr>
          <a:xfrm>
            <a:off x="8822582" y="3484688"/>
            <a:ext cx="2856518" cy="830997"/>
          </a:xfrm>
          <a:prstGeom prst="rect">
            <a:avLst/>
          </a:prstGeom>
          <a:noFill/>
        </p:spPr>
        <p:txBody>
          <a:bodyPr wrap="square" rtlCol="0">
            <a:spAutoFit/>
          </a:bodyPr>
          <a:lstStyle/>
          <a:p>
            <a:pPr>
              <a:lnSpc>
                <a:spcPct val="120000"/>
              </a:lnSpc>
            </a:pPr>
            <a:r>
              <a:rPr lang="zh-CN" altLang="en-US" sz="2400" b="1" dirty="0">
                <a:solidFill>
                  <a:srgbClr val="DD681C"/>
                </a:solidFill>
              </a:rPr>
              <a:t>添加标题</a:t>
            </a:r>
            <a:endParaRPr lang="en-US" altLang="zh-CN" sz="2400" b="1" dirty="0">
              <a:solidFill>
                <a:srgbClr val="DD681C"/>
              </a:solidFill>
            </a:endParaRPr>
          </a:p>
          <a:p>
            <a:pPr>
              <a:lnSpc>
                <a:spcPct val="120000"/>
              </a:lnSpc>
            </a:pPr>
            <a:r>
              <a:rPr lang="zh-CN" altLang="en-US" sz="1600" dirty="0">
                <a:solidFill>
                  <a:schemeClr val="tx1">
                    <a:lumMod val="65000"/>
                    <a:lumOff val="35000"/>
                  </a:schemeClr>
                </a:solidFill>
              </a:rPr>
              <a:t>添加内容添加内容</a:t>
            </a:r>
          </a:p>
        </p:txBody>
      </p:sp>
      <p:sp>
        <p:nvSpPr>
          <p:cNvPr id="127" name="文本框 126"/>
          <p:cNvSpPr txBox="1"/>
          <p:nvPr/>
        </p:nvSpPr>
        <p:spPr>
          <a:xfrm>
            <a:off x="8822582" y="2329557"/>
            <a:ext cx="2856518" cy="830997"/>
          </a:xfrm>
          <a:prstGeom prst="rect">
            <a:avLst/>
          </a:prstGeom>
          <a:noFill/>
        </p:spPr>
        <p:txBody>
          <a:bodyPr wrap="square" rtlCol="0">
            <a:spAutoFit/>
          </a:bodyPr>
          <a:lstStyle/>
          <a:p>
            <a:pPr>
              <a:lnSpc>
                <a:spcPct val="120000"/>
              </a:lnSpc>
            </a:pPr>
            <a:r>
              <a:rPr lang="zh-CN" altLang="en-US" sz="2400" b="1" dirty="0">
                <a:solidFill>
                  <a:srgbClr val="D92818"/>
                </a:solidFill>
              </a:rPr>
              <a:t>添加标题</a:t>
            </a:r>
            <a:endParaRPr lang="en-US" altLang="zh-CN" sz="2400" b="1" dirty="0">
              <a:solidFill>
                <a:srgbClr val="D92818"/>
              </a:solidFill>
            </a:endParaRPr>
          </a:p>
          <a:p>
            <a:pPr>
              <a:lnSpc>
                <a:spcPct val="120000"/>
              </a:lnSpc>
            </a:pPr>
            <a:r>
              <a:rPr lang="zh-CN" altLang="en-US" sz="1600" dirty="0">
                <a:solidFill>
                  <a:schemeClr val="tx1">
                    <a:lumMod val="65000"/>
                    <a:lumOff val="35000"/>
                  </a:schemeClr>
                </a:solidFill>
              </a:rPr>
              <a:t>添加内容添加内容</a:t>
            </a:r>
          </a:p>
        </p:txBody>
      </p:sp>
      <p:sp>
        <p:nvSpPr>
          <p:cNvPr id="128" name="文本框 127"/>
          <p:cNvSpPr txBox="1"/>
          <p:nvPr/>
        </p:nvSpPr>
        <p:spPr>
          <a:xfrm>
            <a:off x="8822582" y="4639819"/>
            <a:ext cx="2856518" cy="830997"/>
          </a:xfrm>
          <a:prstGeom prst="rect">
            <a:avLst/>
          </a:prstGeom>
          <a:noFill/>
        </p:spPr>
        <p:txBody>
          <a:bodyPr wrap="square" rtlCol="0">
            <a:spAutoFit/>
          </a:bodyPr>
          <a:lstStyle/>
          <a:p>
            <a:pPr>
              <a:lnSpc>
                <a:spcPct val="120000"/>
              </a:lnSpc>
            </a:pPr>
            <a:r>
              <a:rPr lang="zh-CN" altLang="en-US" sz="2400" b="1" dirty="0">
                <a:solidFill>
                  <a:srgbClr val="E69320"/>
                </a:solidFill>
              </a:rPr>
              <a:t>添加标题</a:t>
            </a:r>
            <a:endParaRPr lang="en-US" altLang="zh-CN" sz="2400" b="1" dirty="0">
              <a:solidFill>
                <a:srgbClr val="E69320"/>
              </a:solidFill>
            </a:endParaRPr>
          </a:p>
          <a:p>
            <a:pPr>
              <a:lnSpc>
                <a:spcPct val="120000"/>
              </a:lnSpc>
            </a:pPr>
            <a:r>
              <a:rPr lang="zh-CN" altLang="en-US" sz="1600" dirty="0">
                <a:solidFill>
                  <a:schemeClr val="tx1">
                    <a:lumMod val="65000"/>
                    <a:lumOff val="35000"/>
                  </a:schemeClr>
                </a:solidFill>
              </a:rPr>
              <a:t>添加内容添加内容</a:t>
            </a:r>
          </a:p>
        </p:txBody>
      </p:sp>
      <p:sp>
        <p:nvSpPr>
          <p:cNvPr id="129" name="文本框 128"/>
          <p:cNvSpPr txBox="1"/>
          <p:nvPr/>
        </p:nvSpPr>
        <p:spPr>
          <a:xfrm>
            <a:off x="518415" y="2329557"/>
            <a:ext cx="2856518" cy="830997"/>
          </a:xfrm>
          <a:prstGeom prst="rect">
            <a:avLst/>
          </a:prstGeom>
          <a:noFill/>
        </p:spPr>
        <p:txBody>
          <a:bodyPr wrap="square" rtlCol="0">
            <a:spAutoFit/>
          </a:bodyPr>
          <a:lstStyle/>
          <a:p>
            <a:pPr algn="r">
              <a:lnSpc>
                <a:spcPct val="120000"/>
              </a:lnSpc>
            </a:pPr>
            <a:r>
              <a:rPr lang="zh-CN" altLang="en-US" sz="2400" b="1" dirty="0">
                <a:solidFill>
                  <a:srgbClr val="486AA4"/>
                </a:solidFill>
              </a:rPr>
              <a:t>添加标题</a:t>
            </a:r>
            <a:endParaRPr lang="en-US" altLang="zh-CN" sz="2400" b="1" dirty="0">
              <a:solidFill>
                <a:srgbClr val="486AA4"/>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30" name="文本框 129"/>
          <p:cNvSpPr txBox="1"/>
          <p:nvPr/>
        </p:nvSpPr>
        <p:spPr>
          <a:xfrm>
            <a:off x="518415" y="3484688"/>
            <a:ext cx="2856518" cy="830997"/>
          </a:xfrm>
          <a:prstGeom prst="rect">
            <a:avLst/>
          </a:prstGeom>
          <a:noFill/>
        </p:spPr>
        <p:txBody>
          <a:bodyPr wrap="square" rtlCol="0">
            <a:spAutoFit/>
          </a:bodyPr>
          <a:lstStyle/>
          <a:p>
            <a:pPr algn="r">
              <a:lnSpc>
                <a:spcPct val="120000"/>
              </a:lnSpc>
            </a:pPr>
            <a:r>
              <a:rPr lang="zh-CN" altLang="en-US" sz="2400" b="1" dirty="0">
                <a:solidFill>
                  <a:srgbClr val="2EA7B7"/>
                </a:solidFill>
              </a:rPr>
              <a:t>添加标题</a:t>
            </a:r>
            <a:endParaRPr lang="en-US" altLang="zh-CN" sz="2400" b="1" dirty="0">
              <a:solidFill>
                <a:srgbClr val="2EA7B7"/>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31" name="文本框 130"/>
          <p:cNvSpPr txBox="1"/>
          <p:nvPr/>
        </p:nvSpPr>
        <p:spPr>
          <a:xfrm>
            <a:off x="518415" y="4639819"/>
            <a:ext cx="2856518" cy="830997"/>
          </a:xfrm>
          <a:prstGeom prst="rect">
            <a:avLst/>
          </a:prstGeom>
          <a:noFill/>
        </p:spPr>
        <p:txBody>
          <a:bodyPr wrap="square" rtlCol="0">
            <a:spAutoFit/>
          </a:bodyPr>
          <a:lstStyle/>
          <a:p>
            <a:pPr algn="r">
              <a:lnSpc>
                <a:spcPct val="120000"/>
              </a:lnSpc>
            </a:pPr>
            <a:r>
              <a:rPr lang="zh-CN" altLang="en-US" sz="2400" b="1" dirty="0">
                <a:solidFill>
                  <a:srgbClr val="49944C"/>
                </a:solidFill>
              </a:rPr>
              <a:t>添加标题</a:t>
            </a:r>
            <a:endParaRPr lang="en-US" altLang="zh-CN" sz="2400" b="1" dirty="0">
              <a:solidFill>
                <a:srgbClr val="49944C"/>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32" name="Freeform 5"/>
          <p:cNvSpPr>
            <a:spLocks noEditPoints="1"/>
          </p:cNvSpPr>
          <p:nvPr/>
        </p:nvSpPr>
        <p:spPr bwMode="auto">
          <a:xfrm>
            <a:off x="8561948" y="4785312"/>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E6932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3" name="Freeform 9"/>
          <p:cNvSpPr>
            <a:spLocks noEditPoints="1"/>
          </p:cNvSpPr>
          <p:nvPr/>
        </p:nvSpPr>
        <p:spPr bwMode="auto">
          <a:xfrm>
            <a:off x="8561948" y="2449780"/>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C00000"/>
          </a:solidFill>
          <a:ln>
            <a:noFill/>
          </a:ln>
        </p:spPr>
        <p:txBody>
          <a:bodyPr vert="horz" wrap="square" lIns="91440" tIns="45720" rIns="91440" bIns="45720" numCol="1" anchor="t" anchorCtr="0" compatLnSpc="1">
            <a:prstTxWarp prst="textNoShape">
              <a:avLst/>
            </a:prstTxWarp>
          </a:bodyPr>
          <a:lstStyle/>
          <a:p>
            <a:endParaRPr lang="zh-CN" altLang="en-US">
              <a:solidFill>
                <a:srgbClr val="D92818"/>
              </a:solidFill>
            </a:endParaRPr>
          </a:p>
        </p:txBody>
      </p:sp>
      <p:sp>
        <p:nvSpPr>
          <p:cNvPr id="134" name="Freeform 10"/>
          <p:cNvSpPr>
            <a:spLocks noEditPoints="1"/>
          </p:cNvSpPr>
          <p:nvPr/>
        </p:nvSpPr>
        <p:spPr bwMode="auto">
          <a:xfrm>
            <a:off x="8561948" y="3618340"/>
            <a:ext cx="295275" cy="293688"/>
          </a:xfrm>
          <a:custGeom>
            <a:avLst/>
            <a:gdLst>
              <a:gd name="T0" fmla="*/ 74 w 147"/>
              <a:gd name="T1" fmla="*/ 146 h 146"/>
              <a:gd name="T2" fmla="*/ 0 w 147"/>
              <a:gd name="T3" fmla="*/ 73 h 146"/>
              <a:gd name="T4" fmla="*/ 74 w 147"/>
              <a:gd name="T5" fmla="*/ 0 h 146"/>
              <a:gd name="T6" fmla="*/ 147 w 147"/>
              <a:gd name="T7" fmla="*/ 73 h 146"/>
              <a:gd name="T8" fmla="*/ 74 w 147"/>
              <a:gd name="T9" fmla="*/ 146 h 146"/>
              <a:gd name="T10" fmla="*/ 74 w 147"/>
              <a:gd name="T11" fmla="*/ 16 h 146"/>
              <a:gd name="T12" fmla="*/ 16 w 147"/>
              <a:gd name="T13" fmla="*/ 73 h 146"/>
              <a:gd name="T14" fmla="*/ 74 w 147"/>
              <a:gd name="T15" fmla="*/ 130 h 146"/>
              <a:gd name="T16" fmla="*/ 131 w 147"/>
              <a:gd name="T17" fmla="*/ 73 h 146"/>
              <a:gd name="T18" fmla="*/ 74 w 147"/>
              <a:gd name="T19" fmla="*/ 1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6">
                <a:moveTo>
                  <a:pt x="74" y="146"/>
                </a:moveTo>
                <a:cubicBezTo>
                  <a:pt x="33" y="146"/>
                  <a:pt x="0" y="114"/>
                  <a:pt x="0" y="73"/>
                </a:cubicBezTo>
                <a:cubicBezTo>
                  <a:pt x="0" y="33"/>
                  <a:pt x="33" y="0"/>
                  <a:pt x="74" y="0"/>
                </a:cubicBezTo>
                <a:cubicBezTo>
                  <a:pt x="114" y="0"/>
                  <a:pt x="147" y="33"/>
                  <a:pt x="147" y="73"/>
                </a:cubicBezTo>
                <a:cubicBezTo>
                  <a:pt x="147" y="114"/>
                  <a:pt x="114" y="146"/>
                  <a:pt x="74" y="146"/>
                </a:cubicBezTo>
                <a:close/>
                <a:moveTo>
                  <a:pt x="74" y="16"/>
                </a:moveTo>
                <a:cubicBezTo>
                  <a:pt x="42" y="16"/>
                  <a:pt x="16" y="41"/>
                  <a:pt x="16" y="73"/>
                </a:cubicBezTo>
                <a:cubicBezTo>
                  <a:pt x="16" y="105"/>
                  <a:pt x="42" y="130"/>
                  <a:pt x="74" y="130"/>
                </a:cubicBezTo>
                <a:cubicBezTo>
                  <a:pt x="106" y="130"/>
                  <a:pt x="131" y="105"/>
                  <a:pt x="131" y="73"/>
                </a:cubicBezTo>
                <a:cubicBezTo>
                  <a:pt x="131" y="41"/>
                  <a:pt x="106" y="16"/>
                  <a:pt x="74" y="16"/>
                </a:cubicBezTo>
                <a:close/>
              </a:path>
            </a:pathLst>
          </a:custGeom>
          <a:solidFill>
            <a:srgbClr val="DD681C"/>
          </a:solidFill>
          <a:ln>
            <a:noFill/>
          </a:ln>
        </p:spPr>
        <p:txBody>
          <a:bodyPr vert="horz" wrap="square" lIns="91440" tIns="45720" rIns="91440" bIns="45720" numCol="1" anchor="t" anchorCtr="0" compatLnSpc="1">
            <a:prstTxWarp prst="textNoShape">
              <a:avLst/>
            </a:prstTxWarp>
          </a:bodyPr>
          <a:lstStyle/>
          <a:p>
            <a:endParaRPr lang="zh-CN" altLang="en-US"/>
          </a:p>
        </p:txBody>
      </p:sp>
    </p:spTree>
    <p:extLst>
      <p:ext uri="{BB962C8B-B14F-4D97-AF65-F5344CB8AC3E}">
        <p14:creationId xmlns:p14="http://schemas.microsoft.com/office/powerpoint/2010/main" val="208181935"/>
      </p:ext>
    </p:extLst>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9" name="Rectangle 485"/>
          <p:cNvSpPr>
            <a:spLocks noChangeArrowheads="1"/>
          </p:cNvSpPr>
          <p:nvPr/>
        </p:nvSpPr>
        <p:spPr bwMode="auto">
          <a:xfrm>
            <a:off x="3175" y="1588"/>
            <a:ext cx="6389688" cy="6389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8" name="组合 7"/>
          <p:cNvGrpSpPr/>
          <p:nvPr/>
        </p:nvGrpSpPr>
        <p:grpSpPr>
          <a:xfrm>
            <a:off x="4139319" y="2024745"/>
            <a:ext cx="3913364" cy="3817330"/>
            <a:chOff x="481013" y="546100"/>
            <a:chExt cx="5434013" cy="5300662"/>
          </a:xfrm>
        </p:grpSpPr>
        <p:sp>
          <p:nvSpPr>
            <p:cNvPr id="490" name="Freeform 486"/>
            <p:cNvSpPr>
              <a:spLocks/>
            </p:cNvSpPr>
            <p:nvPr/>
          </p:nvSpPr>
          <p:spPr bwMode="auto">
            <a:xfrm>
              <a:off x="481013" y="1639888"/>
              <a:ext cx="1366838" cy="2535237"/>
            </a:xfrm>
            <a:custGeom>
              <a:avLst/>
              <a:gdLst>
                <a:gd name="T0" fmla="*/ 95 w 364"/>
                <a:gd name="T1" fmla="*/ 675 h 675"/>
                <a:gd name="T2" fmla="*/ 304 w 364"/>
                <a:gd name="T3" fmla="*/ 588 h 675"/>
                <a:gd name="T4" fmla="*/ 364 w 364"/>
                <a:gd name="T5" fmla="*/ 138 h 675"/>
                <a:gd name="T6" fmla="*/ 308 w 364"/>
                <a:gd name="T7" fmla="*/ 25 h 675"/>
                <a:gd name="T8" fmla="*/ 184 w 364"/>
                <a:gd name="T9" fmla="*/ 0 h 675"/>
                <a:gd name="T10" fmla="*/ 95 w 364"/>
                <a:gd name="T11" fmla="*/ 675 h 675"/>
              </a:gdLst>
              <a:ahLst/>
              <a:cxnLst>
                <a:cxn ang="0">
                  <a:pos x="T0" y="T1"/>
                </a:cxn>
                <a:cxn ang="0">
                  <a:pos x="T2" y="T3"/>
                </a:cxn>
                <a:cxn ang="0">
                  <a:pos x="T4" y="T5"/>
                </a:cxn>
                <a:cxn ang="0">
                  <a:pos x="T6" y="T7"/>
                </a:cxn>
                <a:cxn ang="0">
                  <a:pos x="T8" y="T9"/>
                </a:cxn>
                <a:cxn ang="0">
                  <a:pos x="T10" y="T11"/>
                </a:cxn>
              </a:cxnLst>
              <a:rect l="0" t="0" r="r" b="b"/>
              <a:pathLst>
                <a:path w="364" h="675">
                  <a:moveTo>
                    <a:pt x="95" y="675"/>
                  </a:moveTo>
                  <a:cubicBezTo>
                    <a:pt x="304" y="588"/>
                    <a:pt x="304" y="588"/>
                    <a:pt x="304" y="588"/>
                  </a:cubicBezTo>
                  <a:cubicBezTo>
                    <a:pt x="241" y="436"/>
                    <a:pt x="267" y="264"/>
                    <a:pt x="364" y="138"/>
                  </a:cubicBezTo>
                  <a:cubicBezTo>
                    <a:pt x="308" y="25"/>
                    <a:pt x="308" y="25"/>
                    <a:pt x="308" y="25"/>
                  </a:cubicBezTo>
                  <a:cubicBezTo>
                    <a:pt x="184" y="0"/>
                    <a:pt x="184" y="0"/>
                    <a:pt x="184" y="0"/>
                  </a:cubicBezTo>
                  <a:cubicBezTo>
                    <a:pt x="39" y="189"/>
                    <a:pt x="0" y="446"/>
                    <a:pt x="95" y="675"/>
                  </a:cubicBezTo>
                </a:path>
              </a:pathLst>
            </a:custGeom>
            <a:solidFill>
              <a:srgbClr val="F19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2" name="Freeform 488"/>
            <p:cNvSpPr>
              <a:spLocks/>
            </p:cNvSpPr>
            <p:nvPr/>
          </p:nvSpPr>
          <p:spPr bwMode="auto">
            <a:xfrm>
              <a:off x="836613" y="3814763"/>
              <a:ext cx="2138363" cy="1916112"/>
            </a:xfrm>
            <a:custGeom>
              <a:avLst/>
              <a:gdLst>
                <a:gd name="T0" fmla="*/ 540 w 569"/>
                <a:gd name="T1" fmla="*/ 510 h 510"/>
                <a:gd name="T2" fmla="*/ 569 w 569"/>
                <a:gd name="T3" fmla="*/ 285 h 510"/>
                <a:gd name="T4" fmla="*/ 209 w 569"/>
                <a:gd name="T5" fmla="*/ 9 h 510"/>
                <a:gd name="T6" fmla="*/ 83 w 569"/>
                <a:gd name="T7" fmla="*/ 0 h 510"/>
                <a:gd name="T8" fmla="*/ 0 w 569"/>
                <a:gd name="T9" fmla="*/ 96 h 510"/>
                <a:gd name="T10" fmla="*/ 540 w 569"/>
                <a:gd name="T11" fmla="*/ 510 h 510"/>
              </a:gdLst>
              <a:ahLst/>
              <a:cxnLst>
                <a:cxn ang="0">
                  <a:pos x="T0" y="T1"/>
                </a:cxn>
                <a:cxn ang="0">
                  <a:pos x="T2" y="T3"/>
                </a:cxn>
                <a:cxn ang="0">
                  <a:pos x="T4" y="T5"/>
                </a:cxn>
                <a:cxn ang="0">
                  <a:pos x="T6" y="T7"/>
                </a:cxn>
                <a:cxn ang="0">
                  <a:pos x="T8" y="T9"/>
                </a:cxn>
                <a:cxn ang="0">
                  <a:pos x="T10" y="T11"/>
                </a:cxn>
              </a:cxnLst>
              <a:rect l="0" t="0" r="r" b="b"/>
              <a:pathLst>
                <a:path w="569" h="510">
                  <a:moveTo>
                    <a:pt x="540" y="510"/>
                  </a:moveTo>
                  <a:cubicBezTo>
                    <a:pt x="569" y="285"/>
                    <a:pt x="569" y="285"/>
                    <a:pt x="569" y="285"/>
                  </a:cubicBezTo>
                  <a:cubicBezTo>
                    <a:pt x="405" y="264"/>
                    <a:pt x="270" y="156"/>
                    <a:pt x="209" y="9"/>
                  </a:cubicBezTo>
                  <a:cubicBezTo>
                    <a:pt x="83" y="0"/>
                    <a:pt x="83" y="0"/>
                    <a:pt x="83" y="0"/>
                  </a:cubicBezTo>
                  <a:cubicBezTo>
                    <a:pt x="0" y="96"/>
                    <a:pt x="0" y="96"/>
                    <a:pt x="0" y="96"/>
                  </a:cubicBezTo>
                  <a:cubicBezTo>
                    <a:pt x="91" y="315"/>
                    <a:pt x="294" y="478"/>
                    <a:pt x="540" y="510"/>
                  </a:cubicBezTo>
                </a:path>
              </a:pathLst>
            </a:custGeom>
            <a:solidFill>
              <a:srgbClr val="EA2F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4" name="Freeform 490"/>
            <p:cNvSpPr>
              <a:spLocks/>
            </p:cNvSpPr>
            <p:nvPr/>
          </p:nvSpPr>
          <p:spPr bwMode="auto">
            <a:xfrm>
              <a:off x="2708275" y="4235450"/>
              <a:ext cx="2516188" cy="1611312"/>
            </a:xfrm>
            <a:custGeom>
              <a:avLst/>
              <a:gdLst>
                <a:gd name="T0" fmla="*/ 670 w 670"/>
                <a:gd name="T1" fmla="*/ 138 h 429"/>
                <a:gd name="T2" fmla="*/ 490 w 670"/>
                <a:gd name="T3" fmla="*/ 0 h 429"/>
                <a:gd name="T4" fmla="*/ 71 w 670"/>
                <a:gd name="T5" fmla="*/ 173 h 429"/>
                <a:gd name="T6" fmla="*/ 0 w 670"/>
                <a:gd name="T7" fmla="*/ 278 h 429"/>
                <a:gd name="T8" fmla="*/ 42 w 670"/>
                <a:gd name="T9" fmla="*/ 398 h 429"/>
                <a:gd name="T10" fmla="*/ 670 w 670"/>
                <a:gd name="T11" fmla="*/ 138 h 429"/>
              </a:gdLst>
              <a:ahLst/>
              <a:cxnLst>
                <a:cxn ang="0">
                  <a:pos x="T0" y="T1"/>
                </a:cxn>
                <a:cxn ang="0">
                  <a:pos x="T2" y="T3"/>
                </a:cxn>
                <a:cxn ang="0">
                  <a:pos x="T4" y="T5"/>
                </a:cxn>
                <a:cxn ang="0">
                  <a:pos x="T6" y="T7"/>
                </a:cxn>
                <a:cxn ang="0">
                  <a:pos x="T8" y="T9"/>
                </a:cxn>
                <a:cxn ang="0">
                  <a:pos x="T10" y="T11"/>
                </a:cxn>
              </a:cxnLst>
              <a:rect l="0" t="0" r="r" b="b"/>
              <a:pathLst>
                <a:path w="670" h="429">
                  <a:moveTo>
                    <a:pt x="670" y="138"/>
                  </a:moveTo>
                  <a:cubicBezTo>
                    <a:pt x="490" y="0"/>
                    <a:pt x="490" y="0"/>
                    <a:pt x="490" y="0"/>
                  </a:cubicBezTo>
                  <a:cubicBezTo>
                    <a:pt x="390" y="131"/>
                    <a:pt x="228" y="194"/>
                    <a:pt x="71" y="173"/>
                  </a:cubicBezTo>
                  <a:cubicBezTo>
                    <a:pt x="0" y="278"/>
                    <a:pt x="0" y="278"/>
                    <a:pt x="0" y="278"/>
                  </a:cubicBezTo>
                  <a:cubicBezTo>
                    <a:pt x="42" y="398"/>
                    <a:pt x="42" y="398"/>
                    <a:pt x="42" y="398"/>
                  </a:cubicBezTo>
                  <a:cubicBezTo>
                    <a:pt x="277" y="429"/>
                    <a:pt x="519" y="334"/>
                    <a:pt x="670" y="138"/>
                  </a:cubicBezTo>
                </a:path>
              </a:pathLst>
            </a:custGeom>
            <a:solidFill>
              <a:srgbClr val="8820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6" name="Freeform 492"/>
            <p:cNvSpPr>
              <a:spLocks/>
            </p:cNvSpPr>
            <p:nvPr/>
          </p:nvSpPr>
          <p:spPr bwMode="auto">
            <a:xfrm>
              <a:off x="4548188" y="2217738"/>
              <a:ext cx="1366838" cy="2535237"/>
            </a:xfrm>
            <a:custGeom>
              <a:avLst/>
              <a:gdLst>
                <a:gd name="T0" fmla="*/ 269 w 364"/>
                <a:gd name="T1" fmla="*/ 0 h 675"/>
                <a:gd name="T2" fmla="*/ 59 w 364"/>
                <a:gd name="T3" fmla="*/ 87 h 675"/>
                <a:gd name="T4" fmla="*/ 0 w 364"/>
                <a:gd name="T5" fmla="*/ 537 h 675"/>
                <a:gd name="T6" fmla="*/ 56 w 364"/>
                <a:gd name="T7" fmla="*/ 651 h 675"/>
                <a:gd name="T8" fmla="*/ 180 w 364"/>
                <a:gd name="T9" fmla="*/ 675 h 675"/>
                <a:gd name="T10" fmla="*/ 269 w 364"/>
                <a:gd name="T11" fmla="*/ 0 h 675"/>
              </a:gdLst>
              <a:ahLst/>
              <a:cxnLst>
                <a:cxn ang="0">
                  <a:pos x="T0" y="T1"/>
                </a:cxn>
                <a:cxn ang="0">
                  <a:pos x="T2" y="T3"/>
                </a:cxn>
                <a:cxn ang="0">
                  <a:pos x="T4" y="T5"/>
                </a:cxn>
                <a:cxn ang="0">
                  <a:pos x="T6" y="T7"/>
                </a:cxn>
                <a:cxn ang="0">
                  <a:pos x="T8" y="T9"/>
                </a:cxn>
                <a:cxn ang="0">
                  <a:pos x="T10" y="T11"/>
                </a:cxn>
              </a:cxnLst>
              <a:rect l="0" t="0" r="r" b="b"/>
              <a:pathLst>
                <a:path w="364" h="675">
                  <a:moveTo>
                    <a:pt x="269" y="0"/>
                  </a:moveTo>
                  <a:cubicBezTo>
                    <a:pt x="59" y="87"/>
                    <a:pt x="59" y="87"/>
                    <a:pt x="59" y="87"/>
                  </a:cubicBezTo>
                  <a:cubicBezTo>
                    <a:pt x="123" y="240"/>
                    <a:pt x="97" y="411"/>
                    <a:pt x="0" y="537"/>
                  </a:cubicBezTo>
                  <a:cubicBezTo>
                    <a:pt x="56" y="651"/>
                    <a:pt x="56" y="651"/>
                    <a:pt x="56" y="651"/>
                  </a:cubicBezTo>
                  <a:cubicBezTo>
                    <a:pt x="180" y="675"/>
                    <a:pt x="180" y="675"/>
                    <a:pt x="180" y="675"/>
                  </a:cubicBezTo>
                  <a:cubicBezTo>
                    <a:pt x="325" y="486"/>
                    <a:pt x="364" y="229"/>
                    <a:pt x="269" y="0"/>
                  </a:cubicBezTo>
                </a:path>
              </a:pathLst>
            </a:custGeom>
            <a:solidFill>
              <a:srgbClr val="3A83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8" name="Freeform 494"/>
            <p:cNvSpPr>
              <a:spLocks/>
            </p:cNvSpPr>
            <p:nvPr/>
          </p:nvSpPr>
          <p:spPr bwMode="auto">
            <a:xfrm>
              <a:off x="3421063" y="663575"/>
              <a:ext cx="2138363" cy="1914525"/>
            </a:xfrm>
            <a:custGeom>
              <a:avLst/>
              <a:gdLst>
                <a:gd name="T0" fmla="*/ 29 w 569"/>
                <a:gd name="T1" fmla="*/ 0 h 510"/>
                <a:gd name="T2" fmla="*/ 0 w 569"/>
                <a:gd name="T3" fmla="*/ 225 h 510"/>
                <a:gd name="T4" fmla="*/ 359 w 569"/>
                <a:gd name="T5" fmla="*/ 501 h 510"/>
                <a:gd name="T6" fmla="*/ 486 w 569"/>
                <a:gd name="T7" fmla="*/ 510 h 510"/>
                <a:gd name="T8" fmla="*/ 569 w 569"/>
                <a:gd name="T9" fmla="*/ 414 h 510"/>
                <a:gd name="T10" fmla="*/ 29 w 569"/>
                <a:gd name="T11" fmla="*/ 0 h 510"/>
              </a:gdLst>
              <a:ahLst/>
              <a:cxnLst>
                <a:cxn ang="0">
                  <a:pos x="T0" y="T1"/>
                </a:cxn>
                <a:cxn ang="0">
                  <a:pos x="T2" y="T3"/>
                </a:cxn>
                <a:cxn ang="0">
                  <a:pos x="T4" y="T5"/>
                </a:cxn>
                <a:cxn ang="0">
                  <a:pos x="T6" y="T7"/>
                </a:cxn>
                <a:cxn ang="0">
                  <a:pos x="T8" y="T9"/>
                </a:cxn>
                <a:cxn ang="0">
                  <a:pos x="T10" y="T11"/>
                </a:cxn>
              </a:cxnLst>
              <a:rect l="0" t="0" r="r" b="b"/>
              <a:pathLst>
                <a:path w="569" h="510">
                  <a:moveTo>
                    <a:pt x="29" y="0"/>
                  </a:moveTo>
                  <a:cubicBezTo>
                    <a:pt x="0" y="225"/>
                    <a:pt x="0" y="225"/>
                    <a:pt x="0" y="225"/>
                  </a:cubicBezTo>
                  <a:cubicBezTo>
                    <a:pt x="163" y="246"/>
                    <a:pt x="299" y="355"/>
                    <a:pt x="359" y="501"/>
                  </a:cubicBezTo>
                  <a:cubicBezTo>
                    <a:pt x="486" y="510"/>
                    <a:pt x="486" y="510"/>
                    <a:pt x="486" y="510"/>
                  </a:cubicBezTo>
                  <a:cubicBezTo>
                    <a:pt x="569" y="414"/>
                    <a:pt x="569" y="414"/>
                    <a:pt x="569" y="414"/>
                  </a:cubicBezTo>
                  <a:cubicBezTo>
                    <a:pt x="478" y="195"/>
                    <a:pt x="275" y="32"/>
                    <a:pt x="29" y="0"/>
                  </a:cubicBezTo>
                </a:path>
              </a:pathLst>
            </a:custGeom>
            <a:solidFill>
              <a:srgbClr val="2BAA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0" name="Freeform 496"/>
            <p:cNvSpPr>
              <a:spLocks/>
            </p:cNvSpPr>
            <p:nvPr/>
          </p:nvSpPr>
          <p:spPr bwMode="auto">
            <a:xfrm>
              <a:off x="1171575" y="546100"/>
              <a:ext cx="2516188" cy="1616075"/>
            </a:xfrm>
            <a:custGeom>
              <a:avLst/>
              <a:gdLst>
                <a:gd name="T0" fmla="*/ 0 w 670"/>
                <a:gd name="T1" fmla="*/ 291 h 430"/>
                <a:gd name="T2" fmla="*/ 124 w 670"/>
                <a:gd name="T3" fmla="*/ 316 h 430"/>
                <a:gd name="T4" fmla="*/ 180 w 670"/>
                <a:gd name="T5" fmla="*/ 430 h 430"/>
                <a:gd name="T6" fmla="*/ 599 w 670"/>
                <a:gd name="T7" fmla="*/ 256 h 430"/>
                <a:gd name="T8" fmla="*/ 670 w 670"/>
                <a:gd name="T9" fmla="*/ 151 h 430"/>
                <a:gd name="T10" fmla="*/ 628 w 670"/>
                <a:gd name="T11" fmla="*/ 31 h 430"/>
                <a:gd name="T12" fmla="*/ 0 w 670"/>
                <a:gd name="T13" fmla="*/ 291 h 430"/>
              </a:gdLst>
              <a:ahLst/>
              <a:cxnLst>
                <a:cxn ang="0">
                  <a:pos x="T0" y="T1"/>
                </a:cxn>
                <a:cxn ang="0">
                  <a:pos x="T2" y="T3"/>
                </a:cxn>
                <a:cxn ang="0">
                  <a:pos x="T4" y="T5"/>
                </a:cxn>
                <a:cxn ang="0">
                  <a:pos x="T6" y="T7"/>
                </a:cxn>
                <a:cxn ang="0">
                  <a:pos x="T8" y="T9"/>
                </a:cxn>
                <a:cxn ang="0">
                  <a:pos x="T10" y="T11"/>
                </a:cxn>
                <a:cxn ang="0">
                  <a:pos x="T12" y="T13"/>
                </a:cxn>
              </a:cxnLst>
              <a:rect l="0" t="0" r="r" b="b"/>
              <a:pathLst>
                <a:path w="670" h="430">
                  <a:moveTo>
                    <a:pt x="0" y="291"/>
                  </a:moveTo>
                  <a:cubicBezTo>
                    <a:pt x="124" y="316"/>
                    <a:pt x="124" y="316"/>
                    <a:pt x="124" y="316"/>
                  </a:cubicBezTo>
                  <a:cubicBezTo>
                    <a:pt x="180" y="430"/>
                    <a:pt x="180" y="430"/>
                    <a:pt x="180" y="430"/>
                  </a:cubicBezTo>
                  <a:cubicBezTo>
                    <a:pt x="280" y="298"/>
                    <a:pt x="442" y="235"/>
                    <a:pt x="599" y="256"/>
                  </a:cubicBezTo>
                  <a:cubicBezTo>
                    <a:pt x="670" y="151"/>
                    <a:pt x="670" y="151"/>
                    <a:pt x="670" y="151"/>
                  </a:cubicBezTo>
                  <a:cubicBezTo>
                    <a:pt x="628" y="31"/>
                    <a:pt x="628" y="31"/>
                    <a:pt x="628" y="31"/>
                  </a:cubicBezTo>
                  <a:cubicBezTo>
                    <a:pt x="393" y="0"/>
                    <a:pt x="150" y="95"/>
                    <a:pt x="0" y="291"/>
                  </a:cubicBezTo>
                </a:path>
              </a:pathLst>
            </a:custGeom>
            <a:solidFill>
              <a:srgbClr val="9ED6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2" name="组合 1"/>
            <p:cNvGrpSpPr/>
            <p:nvPr/>
          </p:nvGrpSpPr>
          <p:grpSpPr>
            <a:xfrm>
              <a:off x="1058863" y="1884363"/>
              <a:ext cx="574675" cy="1020762"/>
              <a:chOff x="1058863" y="1884363"/>
              <a:chExt cx="574675" cy="1020762"/>
            </a:xfrm>
          </p:grpSpPr>
          <p:sp>
            <p:nvSpPr>
              <p:cNvPr id="491" name="Freeform 487"/>
              <p:cNvSpPr>
                <a:spLocks noEditPoints="1"/>
              </p:cNvSpPr>
              <p:nvPr/>
            </p:nvSpPr>
            <p:spPr bwMode="auto">
              <a:xfrm>
                <a:off x="1058863" y="1884363"/>
                <a:ext cx="574675" cy="492125"/>
              </a:xfrm>
              <a:custGeom>
                <a:avLst/>
                <a:gdLst>
                  <a:gd name="T0" fmla="*/ 49 w 153"/>
                  <a:gd name="T1" fmla="*/ 33 h 131"/>
                  <a:gd name="T2" fmla="*/ 31 w 153"/>
                  <a:gd name="T3" fmla="*/ 38 h 131"/>
                  <a:gd name="T4" fmla="*/ 42 w 153"/>
                  <a:gd name="T5" fmla="*/ 59 h 131"/>
                  <a:gd name="T6" fmla="*/ 56 w 153"/>
                  <a:gd name="T7" fmla="*/ 68 h 131"/>
                  <a:gd name="T8" fmla="*/ 59 w 153"/>
                  <a:gd name="T9" fmla="*/ 43 h 131"/>
                  <a:gd name="T10" fmla="*/ 102 w 153"/>
                  <a:gd name="T11" fmla="*/ 34 h 131"/>
                  <a:gd name="T12" fmla="*/ 132 w 153"/>
                  <a:gd name="T13" fmla="*/ 51 h 131"/>
                  <a:gd name="T14" fmla="*/ 142 w 153"/>
                  <a:gd name="T15" fmla="*/ 103 h 131"/>
                  <a:gd name="T16" fmla="*/ 92 w 153"/>
                  <a:gd name="T17" fmla="*/ 119 h 131"/>
                  <a:gd name="T18" fmla="*/ 28 w 153"/>
                  <a:gd name="T19" fmla="*/ 81 h 131"/>
                  <a:gd name="T20" fmla="*/ 12 w 153"/>
                  <a:gd name="T21" fmla="*/ 28 h 131"/>
                  <a:gd name="T22" fmla="*/ 62 w 153"/>
                  <a:gd name="T23" fmla="*/ 11 h 131"/>
                  <a:gd name="T24" fmla="*/ 49 w 153"/>
                  <a:gd name="T25" fmla="*/ 33 h 131"/>
                  <a:gd name="T26" fmla="*/ 79 w 153"/>
                  <a:gd name="T27" fmla="*/ 81 h 131"/>
                  <a:gd name="T28" fmla="*/ 104 w 153"/>
                  <a:gd name="T29" fmla="*/ 96 h 131"/>
                  <a:gd name="T30" fmla="*/ 123 w 153"/>
                  <a:gd name="T31" fmla="*/ 92 h 131"/>
                  <a:gd name="T32" fmla="*/ 117 w 153"/>
                  <a:gd name="T33" fmla="*/ 73 h 131"/>
                  <a:gd name="T34" fmla="*/ 92 w 153"/>
                  <a:gd name="T35" fmla="*/ 58 h 131"/>
                  <a:gd name="T36" fmla="*/ 73 w 153"/>
                  <a:gd name="T37" fmla="*/ 63 h 131"/>
                  <a:gd name="T38" fmla="*/ 79 w 153"/>
                  <a:gd name="T39" fmla="*/ 8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3" h="131">
                    <a:moveTo>
                      <a:pt x="49" y="33"/>
                    </a:moveTo>
                    <a:cubicBezTo>
                      <a:pt x="41" y="29"/>
                      <a:pt x="36" y="31"/>
                      <a:pt x="31" y="38"/>
                    </a:cubicBezTo>
                    <a:cubicBezTo>
                      <a:pt x="27" y="46"/>
                      <a:pt x="29" y="52"/>
                      <a:pt x="42" y="59"/>
                    </a:cubicBezTo>
                    <a:cubicBezTo>
                      <a:pt x="56" y="68"/>
                      <a:pt x="56" y="68"/>
                      <a:pt x="56" y="68"/>
                    </a:cubicBezTo>
                    <a:cubicBezTo>
                      <a:pt x="54" y="61"/>
                      <a:pt x="55" y="50"/>
                      <a:pt x="59" y="43"/>
                    </a:cubicBezTo>
                    <a:cubicBezTo>
                      <a:pt x="67" y="28"/>
                      <a:pt x="84" y="23"/>
                      <a:pt x="102" y="34"/>
                    </a:cubicBezTo>
                    <a:cubicBezTo>
                      <a:pt x="132" y="51"/>
                      <a:pt x="132" y="51"/>
                      <a:pt x="132" y="51"/>
                    </a:cubicBezTo>
                    <a:cubicBezTo>
                      <a:pt x="153" y="63"/>
                      <a:pt x="153" y="83"/>
                      <a:pt x="142" y="103"/>
                    </a:cubicBezTo>
                    <a:cubicBezTo>
                      <a:pt x="132" y="120"/>
                      <a:pt x="114" y="131"/>
                      <a:pt x="92" y="119"/>
                    </a:cubicBezTo>
                    <a:cubicBezTo>
                      <a:pt x="28" y="81"/>
                      <a:pt x="28" y="81"/>
                      <a:pt x="28" y="81"/>
                    </a:cubicBezTo>
                    <a:cubicBezTo>
                      <a:pt x="8" y="70"/>
                      <a:pt x="0" y="50"/>
                      <a:pt x="12" y="28"/>
                    </a:cubicBezTo>
                    <a:cubicBezTo>
                      <a:pt x="24" y="7"/>
                      <a:pt x="43" y="0"/>
                      <a:pt x="62" y="11"/>
                    </a:cubicBezTo>
                    <a:lnTo>
                      <a:pt x="49" y="33"/>
                    </a:lnTo>
                    <a:close/>
                    <a:moveTo>
                      <a:pt x="79" y="81"/>
                    </a:moveTo>
                    <a:cubicBezTo>
                      <a:pt x="104" y="96"/>
                      <a:pt x="104" y="96"/>
                      <a:pt x="104" y="96"/>
                    </a:cubicBezTo>
                    <a:cubicBezTo>
                      <a:pt x="113" y="101"/>
                      <a:pt x="119" y="99"/>
                      <a:pt x="123" y="92"/>
                    </a:cubicBezTo>
                    <a:cubicBezTo>
                      <a:pt x="127" y="85"/>
                      <a:pt x="126" y="78"/>
                      <a:pt x="117" y="73"/>
                    </a:cubicBezTo>
                    <a:cubicBezTo>
                      <a:pt x="92" y="58"/>
                      <a:pt x="92" y="58"/>
                      <a:pt x="92" y="58"/>
                    </a:cubicBezTo>
                    <a:cubicBezTo>
                      <a:pt x="84" y="54"/>
                      <a:pt x="77" y="57"/>
                      <a:pt x="73" y="63"/>
                    </a:cubicBezTo>
                    <a:cubicBezTo>
                      <a:pt x="70" y="69"/>
                      <a:pt x="71" y="76"/>
                      <a:pt x="79" y="8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2" name="Freeform 498"/>
              <p:cNvSpPr>
                <a:spLocks/>
              </p:cNvSpPr>
              <p:nvPr/>
            </p:nvSpPr>
            <p:spPr bwMode="auto">
              <a:xfrm>
                <a:off x="1152525" y="2778125"/>
                <a:ext cx="222250" cy="127000"/>
              </a:xfrm>
              <a:custGeom>
                <a:avLst/>
                <a:gdLst>
                  <a:gd name="T0" fmla="*/ 15 w 59"/>
                  <a:gd name="T1" fmla="*/ 0 h 34"/>
                  <a:gd name="T2" fmla="*/ 1 w 59"/>
                  <a:gd name="T3" fmla="*/ 12 h 34"/>
                  <a:gd name="T4" fmla="*/ 12 w 59"/>
                  <a:gd name="T5" fmla="*/ 28 h 34"/>
                  <a:gd name="T6" fmla="*/ 15 w 59"/>
                  <a:gd name="T7" fmla="*/ 28 h 34"/>
                  <a:gd name="T8" fmla="*/ 29 w 59"/>
                  <a:gd name="T9" fmla="*/ 18 h 34"/>
                  <a:gd name="T10" fmla="*/ 42 w 59"/>
                  <a:gd name="T11" fmla="*/ 9 h 34"/>
                  <a:gd name="T12" fmla="*/ 44 w 59"/>
                  <a:gd name="T13" fmla="*/ 9 h 34"/>
                  <a:gd name="T14" fmla="*/ 52 w 59"/>
                  <a:gd name="T15" fmla="*/ 20 h 34"/>
                  <a:gd name="T16" fmla="*/ 42 w 59"/>
                  <a:gd name="T17" fmla="*/ 28 h 34"/>
                  <a:gd name="T18" fmla="*/ 40 w 59"/>
                  <a:gd name="T19" fmla="*/ 28 h 34"/>
                  <a:gd name="T20" fmla="*/ 39 w 59"/>
                  <a:gd name="T21" fmla="*/ 34 h 34"/>
                  <a:gd name="T22" fmla="*/ 43 w 59"/>
                  <a:gd name="T23" fmla="*/ 34 h 34"/>
                  <a:gd name="T24" fmla="*/ 57 w 59"/>
                  <a:gd name="T25" fmla="*/ 21 h 34"/>
                  <a:gd name="T26" fmla="*/ 45 w 59"/>
                  <a:gd name="T27" fmla="*/ 4 h 34"/>
                  <a:gd name="T28" fmla="*/ 41 w 59"/>
                  <a:gd name="T29" fmla="*/ 3 h 34"/>
                  <a:gd name="T30" fmla="*/ 24 w 59"/>
                  <a:gd name="T31" fmla="*/ 16 h 34"/>
                  <a:gd name="T32" fmla="*/ 14 w 59"/>
                  <a:gd name="T33" fmla="*/ 22 h 34"/>
                  <a:gd name="T34" fmla="*/ 13 w 59"/>
                  <a:gd name="T35" fmla="*/ 22 h 34"/>
                  <a:gd name="T36" fmla="*/ 6 w 59"/>
                  <a:gd name="T37" fmla="*/ 13 h 34"/>
                  <a:gd name="T38" fmla="*/ 15 w 59"/>
                  <a:gd name="T39" fmla="*/ 5 h 34"/>
                  <a:gd name="T40" fmla="*/ 18 w 59"/>
                  <a:gd name="T41" fmla="*/ 6 h 34"/>
                  <a:gd name="T42" fmla="*/ 19 w 59"/>
                  <a:gd name="T43" fmla="*/ 0 h 34"/>
                  <a:gd name="T44" fmla="*/ 15 w 59"/>
                  <a:gd name="T45"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9" h="34">
                    <a:moveTo>
                      <a:pt x="15" y="0"/>
                    </a:moveTo>
                    <a:cubicBezTo>
                      <a:pt x="8" y="0"/>
                      <a:pt x="3" y="4"/>
                      <a:pt x="1" y="12"/>
                    </a:cubicBezTo>
                    <a:cubicBezTo>
                      <a:pt x="0" y="21"/>
                      <a:pt x="4" y="26"/>
                      <a:pt x="12" y="28"/>
                    </a:cubicBezTo>
                    <a:cubicBezTo>
                      <a:pt x="13" y="28"/>
                      <a:pt x="14" y="28"/>
                      <a:pt x="15" y="28"/>
                    </a:cubicBezTo>
                    <a:cubicBezTo>
                      <a:pt x="22" y="28"/>
                      <a:pt x="26" y="23"/>
                      <a:pt x="29" y="18"/>
                    </a:cubicBezTo>
                    <a:cubicBezTo>
                      <a:pt x="32" y="14"/>
                      <a:pt x="36" y="9"/>
                      <a:pt x="42" y="9"/>
                    </a:cubicBezTo>
                    <a:cubicBezTo>
                      <a:pt x="42" y="9"/>
                      <a:pt x="43" y="9"/>
                      <a:pt x="44" y="9"/>
                    </a:cubicBezTo>
                    <a:cubicBezTo>
                      <a:pt x="50" y="10"/>
                      <a:pt x="53" y="14"/>
                      <a:pt x="52" y="20"/>
                    </a:cubicBezTo>
                    <a:cubicBezTo>
                      <a:pt x="51" y="26"/>
                      <a:pt x="47" y="28"/>
                      <a:pt x="42" y="28"/>
                    </a:cubicBezTo>
                    <a:cubicBezTo>
                      <a:pt x="41" y="28"/>
                      <a:pt x="40" y="28"/>
                      <a:pt x="40" y="28"/>
                    </a:cubicBezTo>
                    <a:cubicBezTo>
                      <a:pt x="39" y="34"/>
                      <a:pt x="39" y="34"/>
                      <a:pt x="39" y="34"/>
                    </a:cubicBezTo>
                    <a:cubicBezTo>
                      <a:pt x="40" y="34"/>
                      <a:pt x="42" y="34"/>
                      <a:pt x="43" y="34"/>
                    </a:cubicBezTo>
                    <a:cubicBezTo>
                      <a:pt x="51" y="34"/>
                      <a:pt x="55" y="30"/>
                      <a:pt x="57" y="21"/>
                    </a:cubicBezTo>
                    <a:cubicBezTo>
                      <a:pt x="59" y="12"/>
                      <a:pt x="54" y="5"/>
                      <a:pt x="45" y="4"/>
                    </a:cubicBezTo>
                    <a:cubicBezTo>
                      <a:pt x="44" y="3"/>
                      <a:pt x="42" y="3"/>
                      <a:pt x="41" y="3"/>
                    </a:cubicBezTo>
                    <a:cubicBezTo>
                      <a:pt x="33" y="3"/>
                      <a:pt x="28" y="9"/>
                      <a:pt x="24" y="16"/>
                    </a:cubicBezTo>
                    <a:cubicBezTo>
                      <a:pt x="21" y="20"/>
                      <a:pt x="18" y="22"/>
                      <a:pt x="14" y="22"/>
                    </a:cubicBezTo>
                    <a:cubicBezTo>
                      <a:pt x="14" y="22"/>
                      <a:pt x="14" y="22"/>
                      <a:pt x="13" y="22"/>
                    </a:cubicBezTo>
                    <a:cubicBezTo>
                      <a:pt x="8" y="21"/>
                      <a:pt x="5" y="18"/>
                      <a:pt x="6" y="13"/>
                    </a:cubicBezTo>
                    <a:cubicBezTo>
                      <a:pt x="7" y="8"/>
                      <a:pt x="11" y="5"/>
                      <a:pt x="15" y="5"/>
                    </a:cubicBezTo>
                    <a:cubicBezTo>
                      <a:pt x="16" y="5"/>
                      <a:pt x="17" y="5"/>
                      <a:pt x="18" y="6"/>
                    </a:cubicBezTo>
                    <a:cubicBezTo>
                      <a:pt x="19" y="0"/>
                      <a:pt x="19" y="0"/>
                      <a:pt x="19" y="0"/>
                    </a:cubicBezTo>
                    <a:cubicBezTo>
                      <a:pt x="17" y="0"/>
                      <a:pt x="16" y="0"/>
                      <a:pt x="15" y="0"/>
                    </a:cubicBezTo>
                  </a:path>
                </a:pathLst>
              </a:custGeom>
              <a:solidFill>
                <a:srgbClr val="F8C8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3" name="Freeform 499"/>
              <p:cNvSpPr>
                <a:spLocks/>
              </p:cNvSpPr>
              <p:nvPr/>
            </p:nvSpPr>
            <p:spPr bwMode="auto">
              <a:xfrm>
                <a:off x="1122363" y="2684463"/>
                <a:ext cx="271463" cy="88900"/>
              </a:xfrm>
              <a:custGeom>
                <a:avLst/>
                <a:gdLst>
                  <a:gd name="T0" fmla="*/ 19 w 72"/>
                  <a:gd name="T1" fmla="*/ 0 h 24"/>
                  <a:gd name="T2" fmla="*/ 17 w 72"/>
                  <a:gd name="T3" fmla="*/ 7 h 24"/>
                  <a:gd name="T4" fmla="*/ 2 w 72"/>
                  <a:gd name="T5" fmla="*/ 4 h 24"/>
                  <a:gd name="T6" fmla="*/ 0 w 72"/>
                  <a:gd name="T7" fmla="*/ 9 h 24"/>
                  <a:gd name="T8" fmla="*/ 16 w 72"/>
                  <a:gd name="T9" fmla="*/ 13 h 24"/>
                  <a:gd name="T10" fmla="*/ 15 w 72"/>
                  <a:gd name="T11" fmla="*/ 17 h 24"/>
                  <a:gd name="T12" fmla="*/ 19 w 72"/>
                  <a:gd name="T13" fmla="*/ 19 h 24"/>
                  <a:gd name="T14" fmla="*/ 21 w 72"/>
                  <a:gd name="T15" fmla="*/ 14 h 24"/>
                  <a:gd name="T16" fmla="*/ 61 w 72"/>
                  <a:gd name="T17" fmla="*/ 23 h 24"/>
                  <a:gd name="T18" fmla="*/ 64 w 72"/>
                  <a:gd name="T19" fmla="*/ 24 h 24"/>
                  <a:gd name="T20" fmla="*/ 71 w 72"/>
                  <a:gd name="T21" fmla="*/ 18 h 24"/>
                  <a:gd name="T22" fmla="*/ 72 w 72"/>
                  <a:gd name="T23" fmla="*/ 13 h 24"/>
                  <a:gd name="T24" fmla="*/ 67 w 72"/>
                  <a:gd name="T25" fmla="*/ 11 h 24"/>
                  <a:gd name="T26" fmla="*/ 67 w 72"/>
                  <a:gd name="T27" fmla="*/ 14 h 24"/>
                  <a:gd name="T28" fmla="*/ 63 w 72"/>
                  <a:gd name="T29" fmla="*/ 18 h 24"/>
                  <a:gd name="T30" fmla="*/ 61 w 72"/>
                  <a:gd name="T31" fmla="*/ 18 h 24"/>
                  <a:gd name="T32" fmla="*/ 22 w 72"/>
                  <a:gd name="T33" fmla="*/ 8 h 24"/>
                  <a:gd name="T34" fmla="*/ 24 w 72"/>
                  <a:gd name="T35" fmla="*/ 1 h 24"/>
                  <a:gd name="T36" fmla="*/ 19 w 72"/>
                  <a:gd name="T3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2" h="24">
                    <a:moveTo>
                      <a:pt x="19" y="0"/>
                    </a:moveTo>
                    <a:cubicBezTo>
                      <a:pt x="17" y="7"/>
                      <a:pt x="17" y="7"/>
                      <a:pt x="17" y="7"/>
                    </a:cubicBezTo>
                    <a:cubicBezTo>
                      <a:pt x="2" y="4"/>
                      <a:pt x="2" y="4"/>
                      <a:pt x="2" y="4"/>
                    </a:cubicBezTo>
                    <a:cubicBezTo>
                      <a:pt x="0" y="9"/>
                      <a:pt x="0" y="9"/>
                      <a:pt x="0" y="9"/>
                    </a:cubicBezTo>
                    <a:cubicBezTo>
                      <a:pt x="16" y="13"/>
                      <a:pt x="16" y="13"/>
                      <a:pt x="16" y="13"/>
                    </a:cubicBezTo>
                    <a:cubicBezTo>
                      <a:pt x="15" y="17"/>
                      <a:pt x="15" y="17"/>
                      <a:pt x="15" y="17"/>
                    </a:cubicBezTo>
                    <a:cubicBezTo>
                      <a:pt x="19" y="19"/>
                      <a:pt x="19" y="19"/>
                      <a:pt x="19" y="19"/>
                    </a:cubicBezTo>
                    <a:cubicBezTo>
                      <a:pt x="21" y="14"/>
                      <a:pt x="21" y="14"/>
                      <a:pt x="21" y="14"/>
                    </a:cubicBezTo>
                    <a:cubicBezTo>
                      <a:pt x="61" y="23"/>
                      <a:pt x="61" y="23"/>
                      <a:pt x="61" y="23"/>
                    </a:cubicBezTo>
                    <a:cubicBezTo>
                      <a:pt x="62" y="24"/>
                      <a:pt x="63" y="24"/>
                      <a:pt x="64" y="24"/>
                    </a:cubicBezTo>
                    <a:cubicBezTo>
                      <a:pt x="68" y="24"/>
                      <a:pt x="70" y="21"/>
                      <a:pt x="71" y="18"/>
                    </a:cubicBezTo>
                    <a:cubicBezTo>
                      <a:pt x="72" y="16"/>
                      <a:pt x="72" y="14"/>
                      <a:pt x="72" y="13"/>
                    </a:cubicBezTo>
                    <a:cubicBezTo>
                      <a:pt x="67" y="11"/>
                      <a:pt x="67" y="11"/>
                      <a:pt x="67" y="11"/>
                    </a:cubicBezTo>
                    <a:cubicBezTo>
                      <a:pt x="67" y="12"/>
                      <a:pt x="67" y="13"/>
                      <a:pt x="67" y="14"/>
                    </a:cubicBezTo>
                    <a:cubicBezTo>
                      <a:pt x="66" y="17"/>
                      <a:pt x="65" y="18"/>
                      <a:pt x="63" y="18"/>
                    </a:cubicBezTo>
                    <a:cubicBezTo>
                      <a:pt x="62" y="18"/>
                      <a:pt x="62" y="18"/>
                      <a:pt x="61" y="18"/>
                    </a:cubicBezTo>
                    <a:cubicBezTo>
                      <a:pt x="22" y="8"/>
                      <a:pt x="22" y="8"/>
                      <a:pt x="22" y="8"/>
                    </a:cubicBezTo>
                    <a:cubicBezTo>
                      <a:pt x="24" y="1"/>
                      <a:pt x="24" y="1"/>
                      <a:pt x="24" y="1"/>
                    </a:cubicBezTo>
                    <a:cubicBezTo>
                      <a:pt x="19" y="0"/>
                      <a:pt x="19" y="0"/>
                      <a:pt x="19" y="0"/>
                    </a:cubicBezTo>
                  </a:path>
                </a:pathLst>
              </a:custGeom>
              <a:solidFill>
                <a:srgbClr val="F8C8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4" name="Freeform 500"/>
              <p:cNvSpPr>
                <a:spLocks noEditPoints="1"/>
              </p:cNvSpPr>
              <p:nvPr/>
            </p:nvSpPr>
            <p:spPr bwMode="auto">
              <a:xfrm>
                <a:off x="1193800" y="2571750"/>
                <a:ext cx="228600" cy="134937"/>
              </a:xfrm>
              <a:custGeom>
                <a:avLst/>
                <a:gdLst>
                  <a:gd name="T0" fmla="*/ 23 w 61"/>
                  <a:gd name="T1" fmla="*/ 26 h 36"/>
                  <a:gd name="T2" fmla="*/ 8 w 61"/>
                  <a:gd name="T3" fmla="*/ 12 h 36"/>
                  <a:gd name="T4" fmla="*/ 18 w 61"/>
                  <a:gd name="T5" fmla="*/ 6 h 36"/>
                  <a:gd name="T6" fmla="*/ 29 w 61"/>
                  <a:gd name="T7" fmla="*/ 8 h 36"/>
                  <a:gd name="T8" fmla="*/ 23 w 61"/>
                  <a:gd name="T9" fmla="*/ 26 h 36"/>
                  <a:gd name="T10" fmla="*/ 19 w 61"/>
                  <a:gd name="T11" fmla="*/ 0 h 36"/>
                  <a:gd name="T12" fmla="*/ 4 w 61"/>
                  <a:gd name="T13" fmla="*/ 10 h 36"/>
                  <a:gd name="T14" fmla="*/ 27 w 61"/>
                  <a:gd name="T15" fmla="*/ 33 h 36"/>
                  <a:gd name="T16" fmla="*/ 43 w 61"/>
                  <a:gd name="T17" fmla="*/ 36 h 36"/>
                  <a:gd name="T18" fmla="*/ 58 w 61"/>
                  <a:gd name="T19" fmla="*/ 26 h 36"/>
                  <a:gd name="T20" fmla="*/ 44 w 61"/>
                  <a:gd name="T21" fmla="*/ 6 h 36"/>
                  <a:gd name="T22" fmla="*/ 43 w 61"/>
                  <a:gd name="T23" fmla="*/ 12 h 36"/>
                  <a:gd name="T24" fmla="*/ 53 w 61"/>
                  <a:gd name="T25" fmla="*/ 25 h 36"/>
                  <a:gd name="T26" fmla="*/ 44 w 61"/>
                  <a:gd name="T27" fmla="*/ 31 h 36"/>
                  <a:gd name="T28" fmla="*/ 28 w 61"/>
                  <a:gd name="T29" fmla="*/ 28 h 36"/>
                  <a:gd name="T30" fmla="*/ 35 w 61"/>
                  <a:gd name="T31" fmla="*/ 4 h 36"/>
                  <a:gd name="T32" fmla="*/ 30 w 61"/>
                  <a:gd name="T33" fmla="*/ 2 h 36"/>
                  <a:gd name="T34" fmla="*/ 19 w 61"/>
                  <a:gd name="T35"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36">
                    <a:moveTo>
                      <a:pt x="23" y="26"/>
                    </a:moveTo>
                    <a:cubicBezTo>
                      <a:pt x="17" y="25"/>
                      <a:pt x="6" y="20"/>
                      <a:pt x="8" y="12"/>
                    </a:cubicBezTo>
                    <a:cubicBezTo>
                      <a:pt x="10" y="7"/>
                      <a:pt x="14" y="6"/>
                      <a:pt x="18" y="6"/>
                    </a:cubicBezTo>
                    <a:cubicBezTo>
                      <a:pt x="22" y="6"/>
                      <a:pt x="26" y="7"/>
                      <a:pt x="29" y="8"/>
                    </a:cubicBezTo>
                    <a:cubicBezTo>
                      <a:pt x="23" y="26"/>
                      <a:pt x="23" y="26"/>
                      <a:pt x="23" y="26"/>
                    </a:cubicBezTo>
                    <a:moveTo>
                      <a:pt x="19" y="0"/>
                    </a:moveTo>
                    <a:cubicBezTo>
                      <a:pt x="12" y="0"/>
                      <a:pt x="6" y="3"/>
                      <a:pt x="4" y="10"/>
                    </a:cubicBezTo>
                    <a:cubicBezTo>
                      <a:pt x="0" y="25"/>
                      <a:pt x="16" y="30"/>
                      <a:pt x="27" y="33"/>
                    </a:cubicBezTo>
                    <a:cubicBezTo>
                      <a:pt x="32" y="35"/>
                      <a:pt x="38" y="36"/>
                      <a:pt x="43" y="36"/>
                    </a:cubicBezTo>
                    <a:cubicBezTo>
                      <a:pt x="50" y="36"/>
                      <a:pt x="56" y="34"/>
                      <a:pt x="58" y="26"/>
                    </a:cubicBezTo>
                    <a:cubicBezTo>
                      <a:pt x="61" y="16"/>
                      <a:pt x="53" y="9"/>
                      <a:pt x="44" y="6"/>
                    </a:cubicBezTo>
                    <a:cubicBezTo>
                      <a:pt x="43" y="12"/>
                      <a:pt x="43" y="12"/>
                      <a:pt x="43" y="12"/>
                    </a:cubicBezTo>
                    <a:cubicBezTo>
                      <a:pt x="49" y="14"/>
                      <a:pt x="56" y="17"/>
                      <a:pt x="53" y="25"/>
                    </a:cubicBezTo>
                    <a:cubicBezTo>
                      <a:pt x="52" y="29"/>
                      <a:pt x="48" y="31"/>
                      <a:pt x="44" y="31"/>
                    </a:cubicBezTo>
                    <a:cubicBezTo>
                      <a:pt x="39" y="31"/>
                      <a:pt x="34" y="30"/>
                      <a:pt x="28" y="28"/>
                    </a:cubicBezTo>
                    <a:cubicBezTo>
                      <a:pt x="35" y="4"/>
                      <a:pt x="35" y="4"/>
                      <a:pt x="35" y="4"/>
                    </a:cubicBezTo>
                    <a:cubicBezTo>
                      <a:pt x="30" y="2"/>
                      <a:pt x="30" y="2"/>
                      <a:pt x="30" y="2"/>
                    </a:cubicBezTo>
                    <a:cubicBezTo>
                      <a:pt x="26" y="1"/>
                      <a:pt x="22" y="0"/>
                      <a:pt x="19" y="0"/>
                    </a:cubicBezTo>
                  </a:path>
                </a:pathLst>
              </a:custGeom>
              <a:solidFill>
                <a:srgbClr val="F8C8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5" name="Freeform 501"/>
              <p:cNvSpPr>
                <a:spLocks noEditPoints="1"/>
              </p:cNvSpPr>
              <p:nvPr/>
            </p:nvSpPr>
            <p:spPr bwMode="auto">
              <a:xfrm>
                <a:off x="1243013" y="2420938"/>
                <a:ext cx="261938" cy="192087"/>
              </a:xfrm>
              <a:custGeom>
                <a:avLst/>
                <a:gdLst>
                  <a:gd name="T0" fmla="*/ 43 w 70"/>
                  <a:gd name="T1" fmla="*/ 34 h 51"/>
                  <a:gd name="T2" fmla="*/ 26 w 70"/>
                  <a:gd name="T3" fmla="*/ 29 h 51"/>
                  <a:gd name="T4" fmla="*/ 9 w 70"/>
                  <a:gd name="T5" fmla="*/ 11 h 51"/>
                  <a:gd name="T6" fmla="*/ 19 w 70"/>
                  <a:gd name="T7" fmla="*/ 5 h 51"/>
                  <a:gd name="T8" fmla="*/ 34 w 70"/>
                  <a:gd name="T9" fmla="*/ 9 h 51"/>
                  <a:gd name="T10" fmla="*/ 53 w 70"/>
                  <a:gd name="T11" fmla="*/ 28 h 51"/>
                  <a:gd name="T12" fmla="*/ 43 w 70"/>
                  <a:gd name="T13" fmla="*/ 34 h 51"/>
                  <a:gd name="T14" fmla="*/ 19 w 70"/>
                  <a:gd name="T15" fmla="*/ 0 h 51"/>
                  <a:gd name="T16" fmla="*/ 5 w 70"/>
                  <a:gd name="T17" fmla="*/ 10 h 51"/>
                  <a:gd name="T18" fmla="*/ 7 w 70"/>
                  <a:gd name="T19" fmla="*/ 22 h 51"/>
                  <a:gd name="T20" fmla="*/ 6 w 70"/>
                  <a:gd name="T21" fmla="*/ 22 h 51"/>
                  <a:gd name="T22" fmla="*/ 2 w 70"/>
                  <a:gd name="T23" fmla="*/ 20 h 51"/>
                  <a:gd name="T24" fmla="*/ 0 w 70"/>
                  <a:gd name="T25" fmla="*/ 25 h 51"/>
                  <a:gd name="T26" fmla="*/ 68 w 70"/>
                  <a:gd name="T27" fmla="*/ 51 h 51"/>
                  <a:gd name="T28" fmla="*/ 70 w 70"/>
                  <a:gd name="T29" fmla="*/ 46 h 51"/>
                  <a:gd name="T30" fmla="*/ 48 w 70"/>
                  <a:gd name="T31" fmla="*/ 38 h 51"/>
                  <a:gd name="T32" fmla="*/ 58 w 70"/>
                  <a:gd name="T33" fmla="*/ 29 h 51"/>
                  <a:gd name="T34" fmla="*/ 35 w 70"/>
                  <a:gd name="T35" fmla="*/ 3 h 51"/>
                  <a:gd name="T36" fmla="*/ 19 w 70"/>
                  <a:gd name="T37"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51">
                    <a:moveTo>
                      <a:pt x="43" y="34"/>
                    </a:moveTo>
                    <a:cubicBezTo>
                      <a:pt x="38" y="34"/>
                      <a:pt x="32" y="31"/>
                      <a:pt x="26" y="29"/>
                    </a:cubicBezTo>
                    <a:cubicBezTo>
                      <a:pt x="18" y="26"/>
                      <a:pt x="6" y="21"/>
                      <a:pt x="9" y="11"/>
                    </a:cubicBezTo>
                    <a:cubicBezTo>
                      <a:pt x="11" y="7"/>
                      <a:pt x="15" y="5"/>
                      <a:pt x="19" y="5"/>
                    </a:cubicBezTo>
                    <a:cubicBezTo>
                      <a:pt x="24" y="5"/>
                      <a:pt x="30" y="7"/>
                      <a:pt x="34" y="9"/>
                    </a:cubicBezTo>
                    <a:cubicBezTo>
                      <a:pt x="46" y="14"/>
                      <a:pt x="56" y="19"/>
                      <a:pt x="53" y="28"/>
                    </a:cubicBezTo>
                    <a:cubicBezTo>
                      <a:pt x="51" y="32"/>
                      <a:pt x="48" y="34"/>
                      <a:pt x="43" y="34"/>
                    </a:cubicBezTo>
                    <a:moveTo>
                      <a:pt x="19" y="0"/>
                    </a:moveTo>
                    <a:cubicBezTo>
                      <a:pt x="13" y="0"/>
                      <a:pt x="7" y="2"/>
                      <a:pt x="5" y="10"/>
                    </a:cubicBezTo>
                    <a:cubicBezTo>
                      <a:pt x="3" y="14"/>
                      <a:pt x="4" y="19"/>
                      <a:pt x="7" y="22"/>
                    </a:cubicBezTo>
                    <a:cubicBezTo>
                      <a:pt x="6" y="22"/>
                      <a:pt x="6" y="22"/>
                      <a:pt x="6" y="22"/>
                    </a:cubicBezTo>
                    <a:cubicBezTo>
                      <a:pt x="2" y="20"/>
                      <a:pt x="2" y="20"/>
                      <a:pt x="2" y="20"/>
                    </a:cubicBezTo>
                    <a:cubicBezTo>
                      <a:pt x="0" y="25"/>
                      <a:pt x="0" y="25"/>
                      <a:pt x="0" y="25"/>
                    </a:cubicBezTo>
                    <a:cubicBezTo>
                      <a:pt x="68" y="51"/>
                      <a:pt x="68" y="51"/>
                      <a:pt x="68" y="51"/>
                    </a:cubicBezTo>
                    <a:cubicBezTo>
                      <a:pt x="70" y="46"/>
                      <a:pt x="70" y="46"/>
                      <a:pt x="70" y="46"/>
                    </a:cubicBezTo>
                    <a:cubicBezTo>
                      <a:pt x="48" y="38"/>
                      <a:pt x="48" y="38"/>
                      <a:pt x="48" y="38"/>
                    </a:cubicBezTo>
                    <a:cubicBezTo>
                      <a:pt x="53" y="36"/>
                      <a:pt x="56" y="34"/>
                      <a:pt x="58" y="29"/>
                    </a:cubicBezTo>
                    <a:cubicBezTo>
                      <a:pt x="63" y="16"/>
                      <a:pt x="49" y="9"/>
                      <a:pt x="35" y="3"/>
                    </a:cubicBezTo>
                    <a:cubicBezTo>
                      <a:pt x="30" y="2"/>
                      <a:pt x="25" y="0"/>
                      <a:pt x="19" y="0"/>
                    </a:cubicBezTo>
                  </a:path>
                </a:pathLst>
              </a:custGeom>
              <a:solidFill>
                <a:srgbClr val="F8C8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 name="组合 2"/>
            <p:cNvGrpSpPr/>
            <p:nvPr/>
          </p:nvGrpSpPr>
          <p:grpSpPr>
            <a:xfrm>
              <a:off x="2460625" y="793750"/>
              <a:ext cx="795338" cy="650875"/>
              <a:chOff x="2460625" y="793750"/>
              <a:chExt cx="795338" cy="650875"/>
            </a:xfrm>
          </p:grpSpPr>
          <p:sp>
            <p:nvSpPr>
              <p:cNvPr id="501" name="Freeform 497"/>
              <p:cNvSpPr>
                <a:spLocks/>
              </p:cNvSpPr>
              <p:nvPr/>
            </p:nvSpPr>
            <p:spPr bwMode="auto">
              <a:xfrm>
                <a:off x="3035300" y="793750"/>
                <a:ext cx="220663" cy="541337"/>
              </a:xfrm>
              <a:custGeom>
                <a:avLst/>
                <a:gdLst>
                  <a:gd name="T0" fmla="*/ 59 w 59"/>
                  <a:gd name="T1" fmla="*/ 0 h 144"/>
                  <a:gd name="T2" fmla="*/ 59 w 59"/>
                  <a:gd name="T3" fmla="*/ 144 h 144"/>
                  <a:gd name="T4" fmla="*/ 33 w 59"/>
                  <a:gd name="T5" fmla="*/ 144 h 144"/>
                  <a:gd name="T6" fmla="*/ 33 w 59"/>
                  <a:gd name="T7" fmla="*/ 44 h 144"/>
                  <a:gd name="T8" fmla="*/ 0 w 59"/>
                  <a:gd name="T9" fmla="*/ 44 h 144"/>
                  <a:gd name="T10" fmla="*/ 0 w 59"/>
                  <a:gd name="T11" fmla="*/ 25 h 144"/>
                  <a:gd name="T12" fmla="*/ 4 w 59"/>
                  <a:gd name="T13" fmla="*/ 25 h 144"/>
                  <a:gd name="T14" fmla="*/ 40 w 59"/>
                  <a:gd name="T15" fmla="*/ 0 h 144"/>
                  <a:gd name="T16" fmla="*/ 59 w 59"/>
                  <a:gd name="T17"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144">
                    <a:moveTo>
                      <a:pt x="59" y="0"/>
                    </a:moveTo>
                    <a:cubicBezTo>
                      <a:pt x="59" y="144"/>
                      <a:pt x="59" y="144"/>
                      <a:pt x="59" y="144"/>
                    </a:cubicBezTo>
                    <a:cubicBezTo>
                      <a:pt x="33" y="144"/>
                      <a:pt x="33" y="144"/>
                      <a:pt x="33" y="144"/>
                    </a:cubicBezTo>
                    <a:cubicBezTo>
                      <a:pt x="33" y="44"/>
                      <a:pt x="33" y="44"/>
                      <a:pt x="33" y="44"/>
                    </a:cubicBezTo>
                    <a:cubicBezTo>
                      <a:pt x="0" y="44"/>
                      <a:pt x="0" y="44"/>
                      <a:pt x="0" y="44"/>
                    </a:cubicBezTo>
                    <a:cubicBezTo>
                      <a:pt x="0" y="25"/>
                      <a:pt x="0" y="25"/>
                      <a:pt x="0" y="25"/>
                    </a:cubicBezTo>
                    <a:cubicBezTo>
                      <a:pt x="4" y="25"/>
                      <a:pt x="4" y="25"/>
                      <a:pt x="4" y="25"/>
                    </a:cubicBezTo>
                    <a:cubicBezTo>
                      <a:pt x="25" y="25"/>
                      <a:pt x="37" y="13"/>
                      <a:pt x="40" y="0"/>
                    </a:cubicBezTo>
                    <a:lnTo>
                      <a:pt x="5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6" name="Freeform 502"/>
              <p:cNvSpPr>
                <a:spLocks/>
              </p:cNvSpPr>
              <p:nvPr/>
            </p:nvSpPr>
            <p:spPr bwMode="auto">
              <a:xfrm>
                <a:off x="2460625" y="1238250"/>
                <a:ext cx="160338" cy="206375"/>
              </a:xfrm>
              <a:custGeom>
                <a:avLst/>
                <a:gdLst>
                  <a:gd name="T0" fmla="*/ 17 w 43"/>
                  <a:gd name="T1" fmla="*/ 0 h 55"/>
                  <a:gd name="T2" fmla="*/ 11 w 43"/>
                  <a:gd name="T3" fmla="*/ 1 h 55"/>
                  <a:gd name="T4" fmla="*/ 3 w 43"/>
                  <a:gd name="T5" fmla="*/ 19 h 55"/>
                  <a:gd name="T6" fmla="*/ 20 w 43"/>
                  <a:gd name="T7" fmla="*/ 29 h 55"/>
                  <a:gd name="T8" fmla="*/ 35 w 43"/>
                  <a:gd name="T9" fmla="*/ 37 h 55"/>
                  <a:gd name="T10" fmla="*/ 30 w 43"/>
                  <a:gd name="T11" fmla="*/ 49 h 55"/>
                  <a:gd name="T12" fmla="*/ 26 w 43"/>
                  <a:gd name="T13" fmla="*/ 50 h 55"/>
                  <a:gd name="T14" fmla="*/ 16 w 43"/>
                  <a:gd name="T15" fmla="*/ 43 h 55"/>
                  <a:gd name="T16" fmla="*/ 11 w 43"/>
                  <a:gd name="T17" fmla="*/ 44 h 55"/>
                  <a:gd name="T18" fmla="*/ 24 w 43"/>
                  <a:gd name="T19" fmla="*/ 55 h 55"/>
                  <a:gd name="T20" fmla="*/ 31 w 43"/>
                  <a:gd name="T21" fmla="*/ 54 h 55"/>
                  <a:gd name="T22" fmla="*/ 40 w 43"/>
                  <a:gd name="T23" fmla="*/ 35 h 55"/>
                  <a:gd name="T24" fmla="*/ 19 w 43"/>
                  <a:gd name="T25" fmla="*/ 22 h 55"/>
                  <a:gd name="T26" fmla="*/ 8 w 43"/>
                  <a:gd name="T27" fmla="*/ 17 h 55"/>
                  <a:gd name="T28" fmla="*/ 13 w 43"/>
                  <a:gd name="T29" fmla="*/ 6 h 55"/>
                  <a:gd name="T30" fmla="*/ 16 w 43"/>
                  <a:gd name="T31" fmla="*/ 5 h 55"/>
                  <a:gd name="T32" fmla="*/ 25 w 43"/>
                  <a:gd name="T33" fmla="*/ 12 h 55"/>
                  <a:gd name="T34" fmla="*/ 30 w 43"/>
                  <a:gd name="T35" fmla="*/ 10 h 55"/>
                  <a:gd name="T36" fmla="*/ 17 w 43"/>
                  <a:gd name="T3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3" h="55">
                    <a:moveTo>
                      <a:pt x="17" y="0"/>
                    </a:moveTo>
                    <a:cubicBezTo>
                      <a:pt x="15" y="0"/>
                      <a:pt x="13" y="0"/>
                      <a:pt x="11" y="1"/>
                    </a:cubicBezTo>
                    <a:cubicBezTo>
                      <a:pt x="3" y="4"/>
                      <a:pt x="0" y="11"/>
                      <a:pt x="3" y="19"/>
                    </a:cubicBezTo>
                    <a:cubicBezTo>
                      <a:pt x="6" y="27"/>
                      <a:pt x="14" y="28"/>
                      <a:pt x="20" y="29"/>
                    </a:cubicBezTo>
                    <a:cubicBezTo>
                      <a:pt x="26" y="29"/>
                      <a:pt x="32" y="30"/>
                      <a:pt x="35" y="37"/>
                    </a:cubicBezTo>
                    <a:cubicBezTo>
                      <a:pt x="37" y="42"/>
                      <a:pt x="35" y="47"/>
                      <a:pt x="30" y="49"/>
                    </a:cubicBezTo>
                    <a:cubicBezTo>
                      <a:pt x="28" y="50"/>
                      <a:pt x="27" y="50"/>
                      <a:pt x="26" y="50"/>
                    </a:cubicBezTo>
                    <a:cubicBezTo>
                      <a:pt x="21" y="50"/>
                      <a:pt x="18" y="47"/>
                      <a:pt x="16" y="43"/>
                    </a:cubicBezTo>
                    <a:cubicBezTo>
                      <a:pt x="11" y="44"/>
                      <a:pt x="11" y="44"/>
                      <a:pt x="11" y="44"/>
                    </a:cubicBezTo>
                    <a:cubicBezTo>
                      <a:pt x="14" y="52"/>
                      <a:pt x="18" y="55"/>
                      <a:pt x="24" y="55"/>
                    </a:cubicBezTo>
                    <a:cubicBezTo>
                      <a:pt x="26" y="55"/>
                      <a:pt x="29" y="55"/>
                      <a:pt x="31" y="54"/>
                    </a:cubicBezTo>
                    <a:cubicBezTo>
                      <a:pt x="40" y="51"/>
                      <a:pt x="43" y="44"/>
                      <a:pt x="40" y="35"/>
                    </a:cubicBezTo>
                    <a:cubicBezTo>
                      <a:pt x="37" y="24"/>
                      <a:pt x="28" y="23"/>
                      <a:pt x="19" y="22"/>
                    </a:cubicBezTo>
                    <a:cubicBezTo>
                      <a:pt x="14" y="22"/>
                      <a:pt x="10" y="21"/>
                      <a:pt x="8" y="17"/>
                    </a:cubicBezTo>
                    <a:cubicBezTo>
                      <a:pt x="6" y="12"/>
                      <a:pt x="8" y="8"/>
                      <a:pt x="13" y="6"/>
                    </a:cubicBezTo>
                    <a:cubicBezTo>
                      <a:pt x="14" y="6"/>
                      <a:pt x="15" y="5"/>
                      <a:pt x="16" y="5"/>
                    </a:cubicBezTo>
                    <a:cubicBezTo>
                      <a:pt x="20" y="5"/>
                      <a:pt x="23" y="8"/>
                      <a:pt x="25" y="12"/>
                    </a:cubicBezTo>
                    <a:cubicBezTo>
                      <a:pt x="30" y="10"/>
                      <a:pt x="30" y="10"/>
                      <a:pt x="30" y="10"/>
                    </a:cubicBezTo>
                    <a:cubicBezTo>
                      <a:pt x="28" y="4"/>
                      <a:pt x="23" y="0"/>
                      <a:pt x="17" y="0"/>
                    </a:cubicBezTo>
                  </a:path>
                </a:pathLst>
              </a:custGeom>
              <a:solidFill>
                <a:srgbClr val="CFEB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7" name="Freeform 503"/>
              <p:cNvSpPr>
                <a:spLocks/>
              </p:cNvSpPr>
              <p:nvPr/>
            </p:nvSpPr>
            <p:spPr bwMode="auto">
              <a:xfrm>
                <a:off x="2576513" y="1154113"/>
                <a:ext cx="123825" cy="255587"/>
              </a:xfrm>
              <a:custGeom>
                <a:avLst/>
                <a:gdLst>
                  <a:gd name="T0" fmla="*/ 5 w 33"/>
                  <a:gd name="T1" fmla="*/ 0 h 68"/>
                  <a:gd name="T2" fmla="*/ 0 w 33"/>
                  <a:gd name="T3" fmla="*/ 2 h 68"/>
                  <a:gd name="T4" fmla="*/ 4 w 33"/>
                  <a:gd name="T5" fmla="*/ 17 h 68"/>
                  <a:gd name="T6" fmla="*/ 0 w 33"/>
                  <a:gd name="T7" fmla="*/ 18 h 68"/>
                  <a:gd name="T8" fmla="*/ 1 w 33"/>
                  <a:gd name="T9" fmla="*/ 23 h 68"/>
                  <a:gd name="T10" fmla="*/ 6 w 33"/>
                  <a:gd name="T11" fmla="*/ 21 h 68"/>
                  <a:gd name="T12" fmla="*/ 18 w 33"/>
                  <a:gd name="T13" fmla="*/ 61 h 68"/>
                  <a:gd name="T14" fmla="*/ 25 w 33"/>
                  <a:gd name="T15" fmla="*/ 68 h 68"/>
                  <a:gd name="T16" fmla="*/ 28 w 33"/>
                  <a:gd name="T17" fmla="*/ 67 h 68"/>
                  <a:gd name="T18" fmla="*/ 33 w 33"/>
                  <a:gd name="T19" fmla="*/ 65 h 68"/>
                  <a:gd name="T20" fmla="*/ 31 w 33"/>
                  <a:gd name="T21" fmla="*/ 61 h 68"/>
                  <a:gd name="T22" fmla="*/ 29 w 33"/>
                  <a:gd name="T23" fmla="*/ 62 h 68"/>
                  <a:gd name="T24" fmla="*/ 27 w 33"/>
                  <a:gd name="T25" fmla="*/ 62 h 68"/>
                  <a:gd name="T26" fmla="*/ 23 w 33"/>
                  <a:gd name="T27" fmla="*/ 58 h 68"/>
                  <a:gd name="T28" fmla="*/ 11 w 33"/>
                  <a:gd name="T29" fmla="*/ 20 h 68"/>
                  <a:gd name="T30" fmla="*/ 18 w 33"/>
                  <a:gd name="T31" fmla="*/ 18 h 68"/>
                  <a:gd name="T32" fmla="*/ 17 w 33"/>
                  <a:gd name="T33" fmla="*/ 13 h 68"/>
                  <a:gd name="T34" fmla="*/ 10 w 33"/>
                  <a:gd name="T35" fmla="*/ 15 h 68"/>
                  <a:gd name="T36" fmla="*/ 5 w 33"/>
                  <a:gd name="T37"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3" h="68">
                    <a:moveTo>
                      <a:pt x="5" y="0"/>
                    </a:moveTo>
                    <a:cubicBezTo>
                      <a:pt x="0" y="2"/>
                      <a:pt x="0" y="2"/>
                      <a:pt x="0" y="2"/>
                    </a:cubicBezTo>
                    <a:cubicBezTo>
                      <a:pt x="4" y="17"/>
                      <a:pt x="4" y="17"/>
                      <a:pt x="4" y="17"/>
                    </a:cubicBezTo>
                    <a:cubicBezTo>
                      <a:pt x="0" y="18"/>
                      <a:pt x="0" y="18"/>
                      <a:pt x="0" y="18"/>
                    </a:cubicBezTo>
                    <a:cubicBezTo>
                      <a:pt x="1" y="23"/>
                      <a:pt x="1" y="23"/>
                      <a:pt x="1" y="23"/>
                    </a:cubicBezTo>
                    <a:cubicBezTo>
                      <a:pt x="6" y="21"/>
                      <a:pt x="6" y="21"/>
                      <a:pt x="6" y="21"/>
                    </a:cubicBezTo>
                    <a:cubicBezTo>
                      <a:pt x="18" y="61"/>
                      <a:pt x="18" y="61"/>
                      <a:pt x="18" y="61"/>
                    </a:cubicBezTo>
                    <a:cubicBezTo>
                      <a:pt x="19" y="66"/>
                      <a:pt x="22" y="68"/>
                      <a:pt x="25" y="68"/>
                    </a:cubicBezTo>
                    <a:cubicBezTo>
                      <a:pt x="26" y="68"/>
                      <a:pt x="27" y="67"/>
                      <a:pt x="28" y="67"/>
                    </a:cubicBezTo>
                    <a:cubicBezTo>
                      <a:pt x="30" y="67"/>
                      <a:pt x="31" y="66"/>
                      <a:pt x="33" y="65"/>
                    </a:cubicBezTo>
                    <a:cubicBezTo>
                      <a:pt x="31" y="61"/>
                      <a:pt x="31" y="61"/>
                      <a:pt x="31" y="61"/>
                    </a:cubicBezTo>
                    <a:cubicBezTo>
                      <a:pt x="30" y="61"/>
                      <a:pt x="30" y="61"/>
                      <a:pt x="29" y="62"/>
                    </a:cubicBezTo>
                    <a:cubicBezTo>
                      <a:pt x="28" y="62"/>
                      <a:pt x="27" y="62"/>
                      <a:pt x="27" y="62"/>
                    </a:cubicBezTo>
                    <a:cubicBezTo>
                      <a:pt x="25" y="62"/>
                      <a:pt x="23" y="61"/>
                      <a:pt x="23" y="58"/>
                    </a:cubicBezTo>
                    <a:cubicBezTo>
                      <a:pt x="11" y="20"/>
                      <a:pt x="11" y="20"/>
                      <a:pt x="11" y="20"/>
                    </a:cubicBezTo>
                    <a:cubicBezTo>
                      <a:pt x="18" y="18"/>
                      <a:pt x="18" y="18"/>
                      <a:pt x="18" y="18"/>
                    </a:cubicBezTo>
                    <a:cubicBezTo>
                      <a:pt x="17" y="13"/>
                      <a:pt x="17" y="13"/>
                      <a:pt x="17" y="13"/>
                    </a:cubicBezTo>
                    <a:cubicBezTo>
                      <a:pt x="10" y="15"/>
                      <a:pt x="10" y="15"/>
                      <a:pt x="10" y="15"/>
                    </a:cubicBezTo>
                    <a:cubicBezTo>
                      <a:pt x="5" y="0"/>
                      <a:pt x="5" y="0"/>
                      <a:pt x="5" y="0"/>
                    </a:cubicBezTo>
                  </a:path>
                </a:pathLst>
              </a:custGeom>
              <a:solidFill>
                <a:srgbClr val="CFEB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8" name="Freeform 504"/>
              <p:cNvSpPr>
                <a:spLocks noEditPoints="1"/>
              </p:cNvSpPr>
              <p:nvPr/>
            </p:nvSpPr>
            <p:spPr bwMode="auto">
              <a:xfrm>
                <a:off x="2655888" y="1177925"/>
                <a:ext cx="153988" cy="209550"/>
              </a:xfrm>
              <a:custGeom>
                <a:avLst/>
                <a:gdLst>
                  <a:gd name="T0" fmla="*/ 11 w 41"/>
                  <a:gd name="T1" fmla="*/ 25 h 56"/>
                  <a:gd name="T2" fmla="*/ 16 w 41"/>
                  <a:gd name="T3" fmla="*/ 6 h 56"/>
                  <a:gd name="T4" fmla="*/ 18 w 41"/>
                  <a:gd name="T5" fmla="*/ 5 h 56"/>
                  <a:gd name="T6" fmla="*/ 30 w 41"/>
                  <a:gd name="T7" fmla="*/ 21 h 56"/>
                  <a:gd name="T8" fmla="*/ 11 w 41"/>
                  <a:gd name="T9" fmla="*/ 25 h 56"/>
                  <a:gd name="T10" fmla="*/ 19 w 41"/>
                  <a:gd name="T11" fmla="*/ 0 h 56"/>
                  <a:gd name="T12" fmla="*/ 15 w 41"/>
                  <a:gd name="T13" fmla="*/ 1 h 56"/>
                  <a:gd name="T14" fmla="*/ 6 w 41"/>
                  <a:gd name="T15" fmla="*/ 32 h 56"/>
                  <a:gd name="T16" fmla="*/ 24 w 41"/>
                  <a:gd name="T17" fmla="*/ 56 h 56"/>
                  <a:gd name="T18" fmla="*/ 28 w 41"/>
                  <a:gd name="T19" fmla="*/ 56 h 56"/>
                  <a:gd name="T20" fmla="*/ 39 w 41"/>
                  <a:gd name="T21" fmla="*/ 34 h 56"/>
                  <a:gd name="T22" fmla="*/ 33 w 41"/>
                  <a:gd name="T23" fmla="*/ 35 h 56"/>
                  <a:gd name="T24" fmla="*/ 27 w 41"/>
                  <a:gd name="T25" fmla="*/ 51 h 56"/>
                  <a:gd name="T26" fmla="*/ 25 w 41"/>
                  <a:gd name="T27" fmla="*/ 51 h 56"/>
                  <a:gd name="T28" fmla="*/ 12 w 41"/>
                  <a:gd name="T29" fmla="*/ 30 h 56"/>
                  <a:gd name="T30" fmla="*/ 36 w 41"/>
                  <a:gd name="T31" fmla="*/ 24 h 56"/>
                  <a:gd name="T32" fmla="*/ 35 w 41"/>
                  <a:gd name="T33" fmla="*/ 19 h 56"/>
                  <a:gd name="T34" fmla="*/ 19 w 41"/>
                  <a:gd name="T35"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1" h="56">
                    <a:moveTo>
                      <a:pt x="11" y="25"/>
                    </a:moveTo>
                    <a:cubicBezTo>
                      <a:pt x="9" y="19"/>
                      <a:pt x="7" y="8"/>
                      <a:pt x="16" y="6"/>
                    </a:cubicBezTo>
                    <a:cubicBezTo>
                      <a:pt x="17" y="5"/>
                      <a:pt x="17" y="5"/>
                      <a:pt x="18" y="5"/>
                    </a:cubicBezTo>
                    <a:cubicBezTo>
                      <a:pt x="25" y="5"/>
                      <a:pt x="28" y="15"/>
                      <a:pt x="30" y="21"/>
                    </a:cubicBezTo>
                    <a:cubicBezTo>
                      <a:pt x="11" y="25"/>
                      <a:pt x="11" y="25"/>
                      <a:pt x="11" y="25"/>
                    </a:cubicBezTo>
                    <a:moveTo>
                      <a:pt x="19" y="0"/>
                    </a:moveTo>
                    <a:cubicBezTo>
                      <a:pt x="17" y="0"/>
                      <a:pt x="16" y="0"/>
                      <a:pt x="15" y="1"/>
                    </a:cubicBezTo>
                    <a:cubicBezTo>
                      <a:pt x="0" y="4"/>
                      <a:pt x="4" y="21"/>
                      <a:pt x="6" y="32"/>
                    </a:cubicBezTo>
                    <a:cubicBezTo>
                      <a:pt x="9" y="42"/>
                      <a:pt x="13" y="56"/>
                      <a:pt x="24" y="56"/>
                    </a:cubicBezTo>
                    <a:cubicBezTo>
                      <a:pt x="26" y="56"/>
                      <a:pt x="27" y="56"/>
                      <a:pt x="28" y="56"/>
                    </a:cubicBezTo>
                    <a:cubicBezTo>
                      <a:pt x="39" y="53"/>
                      <a:pt x="41" y="43"/>
                      <a:pt x="39" y="34"/>
                    </a:cubicBezTo>
                    <a:cubicBezTo>
                      <a:pt x="33" y="35"/>
                      <a:pt x="33" y="35"/>
                      <a:pt x="33" y="35"/>
                    </a:cubicBezTo>
                    <a:cubicBezTo>
                      <a:pt x="34" y="41"/>
                      <a:pt x="35" y="49"/>
                      <a:pt x="27" y="51"/>
                    </a:cubicBezTo>
                    <a:cubicBezTo>
                      <a:pt x="26" y="51"/>
                      <a:pt x="26" y="51"/>
                      <a:pt x="25" y="51"/>
                    </a:cubicBezTo>
                    <a:cubicBezTo>
                      <a:pt x="18" y="51"/>
                      <a:pt x="15" y="42"/>
                      <a:pt x="12" y="30"/>
                    </a:cubicBezTo>
                    <a:cubicBezTo>
                      <a:pt x="36" y="24"/>
                      <a:pt x="36" y="24"/>
                      <a:pt x="36" y="24"/>
                    </a:cubicBezTo>
                    <a:cubicBezTo>
                      <a:pt x="35" y="19"/>
                      <a:pt x="35" y="19"/>
                      <a:pt x="35" y="19"/>
                    </a:cubicBezTo>
                    <a:cubicBezTo>
                      <a:pt x="33" y="10"/>
                      <a:pt x="28" y="0"/>
                      <a:pt x="19" y="0"/>
                    </a:cubicBezTo>
                  </a:path>
                </a:pathLst>
              </a:custGeom>
              <a:solidFill>
                <a:srgbClr val="CFEB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9" name="Freeform 505"/>
              <p:cNvSpPr>
                <a:spLocks noEditPoints="1"/>
              </p:cNvSpPr>
              <p:nvPr/>
            </p:nvSpPr>
            <p:spPr bwMode="auto">
              <a:xfrm>
                <a:off x="2809875" y="1147763"/>
                <a:ext cx="149225" cy="285750"/>
              </a:xfrm>
              <a:custGeom>
                <a:avLst/>
                <a:gdLst>
                  <a:gd name="T0" fmla="*/ 23 w 40"/>
                  <a:gd name="T1" fmla="*/ 51 h 76"/>
                  <a:gd name="T2" fmla="*/ 10 w 40"/>
                  <a:gd name="T3" fmla="*/ 29 h 76"/>
                  <a:gd name="T4" fmla="*/ 17 w 40"/>
                  <a:gd name="T5" fmla="*/ 5 h 76"/>
                  <a:gd name="T6" fmla="*/ 19 w 40"/>
                  <a:gd name="T7" fmla="*/ 5 h 76"/>
                  <a:gd name="T8" fmla="*/ 31 w 40"/>
                  <a:gd name="T9" fmla="*/ 25 h 76"/>
                  <a:gd name="T10" fmla="*/ 24 w 40"/>
                  <a:gd name="T11" fmla="*/ 51 h 76"/>
                  <a:gd name="T12" fmla="*/ 23 w 40"/>
                  <a:gd name="T13" fmla="*/ 51 h 76"/>
                  <a:gd name="T14" fmla="*/ 19 w 40"/>
                  <a:gd name="T15" fmla="*/ 0 h 76"/>
                  <a:gd name="T16" fmla="*/ 16 w 40"/>
                  <a:gd name="T17" fmla="*/ 0 h 76"/>
                  <a:gd name="T18" fmla="*/ 7 w 40"/>
                  <a:gd name="T19" fmla="*/ 8 h 76"/>
                  <a:gd name="T20" fmla="*/ 6 w 40"/>
                  <a:gd name="T21" fmla="*/ 8 h 76"/>
                  <a:gd name="T22" fmla="*/ 6 w 40"/>
                  <a:gd name="T23" fmla="*/ 3 h 76"/>
                  <a:gd name="T24" fmla="*/ 0 w 40"/>
                  <a:gd name="T25" fmla="*/ 4 h 76"/>
                  <a:gd name="T26" fmla="*/ 12 w 40"/>
                  <a:gd name="T27" fmla="*/ 76 h 76"/>
                  <a:gd name="T28" fmla="*/ 17 w 40"/>
                  <a:gd name="T29" fmla="*/ 75 h 76"/>
                  <a:gd name="T30" fmla="*/ 14 w 40"/>
                  <a:gd name="T31" fmla="*/ 52 h 76"/>
                  <a:gd name="T32" fmla="*/ 23 w 40"/>
                  <a:gd name="T33" fmla="*/ 56 h 76"/>
                  <a:gd name="T34" fmla="*/ 26 w 40"/>
                  <a:gd name="T35" fmla="*/ 56 h 76"/>
                  <a:gd name="T36" fmla="*/ 37 w 40"/>
                  <a:gd name="T37" fmla="*/ 24 h 76"/>
                  <a:gd name="T38" fmla="*/ 19 w 40"/>
                  <a:gd name="T39"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0" h="76">
                    <a:moveTo>
                      <a:pt x="23" y="51"/>
                    </a:moveTo>
                    <a:cubicBezTo>
                      <a:pt x="14" y="51"/>
                      <a:pt x="12" y="39"/>
                      <a:pt x="10" y="29"/>
                    </a:cubicBezTo>
                    <a:cubicBezTo>
                      <a:pt x="9" y="20"/>
                      <a:pt x="7" y="7"/>
                      <a:pt x="17" y="5"/>
                    </a:cubicBezTo>
                    <a:cubicBezTo>
                      <a:pt x="18" y="5"/>
                      <a:pt x="18" y="5"/>
                      <a:pt x="19" y="5"/>
                    </a:cubicBezTo>
                    <a:cubicBezTo>
                      <a:pt x="27" y="5"/>
                      <a:pt x="30" y="17"/>
                      <a:pt x="31" y="25"/>
                    </a:cubicBezTo>
                    <a:cubicBezTo>
                      <a:pt x="33" y="38"/>
                      <a:pt x="34" y="50"/>
                      <a:pt x="24" y="51"/>
                    </a:cubicBezTo>
                    <a:cubicBezTo>
                      <a:pt x="24" y="51"/>
                      <a:pt x="23" y="51"/>
                      <a:pt x="23" y="51"/>
                    </a:cubicBezTo>
                    <a:moveTo>
                      <a:pt x="19" y="0"/>
                    </a:moveTo>
                    <a:cubicBezTo>
                      <a:pt x="18" y="0"/>
                      <a:pt x="17" y="0"/>
                      <a:pt x="16" y="0"/>
                    </a:cubicBezTo>
                    <a:cubicBezTo>
                      <a:pt x="12" y="1"/>
                      <a:pt x="8" y="4"/>
                      <a:pt x="7" y="8"/>
                    </a:cubicBezTo>
                    <a:cubicBezTo>
                      <a:pt x="6" y="8"/>
                      <a:pt x="6" y="8"/>
                      <a:pt x="6" y="8"/>
                    </a:cubicBezTo>
                    <a:cubicBezTo>
                      <a:pt x="6" y="3"/>
                      <a:pt x="6" y="3"/>
                      <a:pt x="6" y="3"/>
                    </a:cubicBezTo>
                    <a:cubicBezTo>
                      <a:pt x="0" y="4"/>
                      <a:pt x="0" y="4"/>
                      <a:pt x="0" y="4"/>
                    </a:cubicBezTo>
                    <a:cubicBezTo>
                      <a:pt x="12" y="76"/>
                      <a:pt x="12" y="76"/>
                      <a:pt x="12" y="76"/>
                    </a:cubicBezTo>
                    <a:cubicBezTo>
                      <a:pt x="17" y="75"/>
                      <a:pt x="17" y="75"/>
                      <a:pt x="17" y="75"/>
                    </a:cubicBezTo>
                    <a:cubicBezTo>
                      <a:pt x="14" y="52"/>
                      <a:pt x="14" y="52"/>
                      <a:pt x="14" y="52"/>
                    </a:cubicBezTo>
                    <a:cubicBezTo>
                      <a:pt x="16" y="55"/>
                      <a:pt x="20" y="56"/>
                      <a:pt x="23" y="56"/>
                    </a:cubicBezTo>
                    <a:cubicBezTo>
                      <a:pt x="24" y="56"/>
                      <a:pt x="25" y="56"/>
                      <a:pt x="26" y="56"/>
                    </a:cubicBezTo>
                    <a:cubicBezTo>
                      <a:pt x="40" y="54"/>
                      <a:pt x="39" y="38"/>
                      <a:pt x="37" y="24"/>
                    </a:cubicBezTo>
                    <a:cubicBezTo>
                      <a:pt x="35" y="13"/>
                      <a:pt x="31" y="0"/>
                      <a:pt x="19" y="0"/>
                    </a:cubicBezTo>
                  </a:path>
                </a:pathLst>
              </a:custGeom>
              <a:solidFill>
                <a:srgbClr val="CFEB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 name="组合 3"/>
            <p:cNvGrpSpPr/>
            <p:nvPr/>
          </p:nvGrpSpPr>
          <p:grpSpPr>
            <a:xfrm>
              <a:off x="4375150" y="1601788"/>
              <a:ext cx="954088" cy="785812"/>
              <a:chOff x="4375150" y="1601788"/>
              <a:chExt cx="954088" cy="785812"/>
            </a:xfrm>
          </p:grpSpPr>
          <p:sp>
            <p:nvSpPr>
              <p:cNvPr id="499" name="Freeform 495"/>
              <p:cNvSpPr>
                <a:spLocks/>
              </p:cNvSpPr>
              <p:nvPr/>
            </p:nvSpPr>
            <p:spPr bwMode="auto">
              <a:xfrm>
                <a:off x="4732338" y="1884363"/>
                <a:ext cx="596900" cy="503237"/>
              </a:xfrm>
              <a:custGeom>
                <a:avLst/>
                <a:gdLst>
                  <a:gd name="T0" fmla="*/ 40 w 159"/>
                  <a:gd name="T1" fmla="*/ 134 h 134"/>
                  <a:gd name="T2" fmla="*/ 0 w 159"/>
                  <a:gd name="T3" fmla="*/ 65 h 134"/>
                  <a:gd name="T4" fmla="*/ 6 w 159"/>
                  <a:gd name="T5" fmla="*/ 61 h 134"/>
                  <a:gd name="T6" fmla="*/ 89 w 159"/>
                  <a:gd name="T7" fmla="*/ 62 h 134"/>
                  <a:gd name="T8" fmla="*/ 120 w 159"/>
                  <a:gd name="T9" fmla="*/ 61 h 134"/>
                  <a:gd name="T10" fmla="*/ 128 w 159"/>
                  <a:gd name="T11" fmla="*/ 39 h 134"/>
                  <a:gd name="T12" fmla="*/ 102 w 159"/>
                  <a:gd name="T13" fmla="*/ 38 h 134"/>
                  <a:gd name="T14" fmla="*/ 95 w 159"/>
                  <a:gd name="T15" fmla="*/ 42 h 134"/>
                  <a:gd name="T16" fmla="*/ 82 w 159"/>
                  <a:gd name="T17" fmla="*/ 19 h 134"/>
                  <a:gd name="T18" fmla="*/ 90 w 159"/>
                  <a:gd name="T19" fmla="*/ 15 h 134"/>
                  <a:gd name="T20" fmla="*/ 148 w 159"/>
                  <a:gd name="T21" fmla="*/ 28 h 134"/>
                  <a:gd name="T22" fmla="*/ 135 w 159"/>
                  <a:gd name="T23" fmla="*/ 83 h 134"/>
                  <a:gd name="T24" fmla="*/ 88 w 159"/>
                  <a:gd name="T25" fmla="*/ 87 h 134"/>
                  <a:gd name="T26" fmla="*/ 34 w 159"/>
                  <a:gd name="T27" fmla="*/ 79 h 134"/>
                  <a:gd name="T28" fmla="*/ 59 w 159"/>
                  <a:gd name="T29" fmla="*/ 123 h 134"/>
                  <a:gd name="T30" fmla="*/ 40 w 159"/>
                  <a:gd name="T3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9" h="134">
                    <a:moveTo>
                      <a:pt x="40" y="134"/>
                    </a:moveTo>
                    <a:cubicBezTo>
                      <a:pt x="0" y="65"/>
                      <a:pt x="0" y="65"/>
                      <a:pt x="0" y="65"/>
                    </a:cubicBezTo>
                    <a:cubicBezTo>
                      <a:pt x="6" y="61"/>
                      <a:pt x="6" y="61"/>
                      <a:pt x="6" y="61"/>
                    </a:cubicBezTo>
                    <a:cubicBezTo>
                      <a:pt x="41" y="41"/>
                      <a:pt x="72" y="58"/>
                      <a:pt x="89" y="62"/>
                    </a:cubicBezTo>
                    <a:cubicBezTo>
                      <a:pt x="106" y="67"/>
                      <a:pt x="112" y="66"/>
                      <a:pt x="120" y="61"/>
                    </a:cubicBezTo>
                    <a:cubicBezTo>
                      <a:pt x="131" y="55"/>
                      <a:pt x="133" y="47"/>
                      <a:pt x="128" y="39"/>
                    </a:cubicBezTo>
                    <a:cubicBezTo>
                      <a:pt x="124" y="32"/>
                      <a:pt x="117" y="29"/>
                      <a:pt x="102" y="38"/>
                    </a:cubicBezTo>
                    <a:cubicBezTo>
                      <a:pt x="95" y="42"/>
                      <a:pt x="95" y="42"/>
                      <a:pt x="95" y="42"/>
                    </a:cubicBezTo>
                    <a:cubicBezTo>
                      <a:pt x="82" y="19"/>
                      <a:pt x="82" y="19"/>
                      <a:pt x="82" y="19"/>
                    </a:cubicBezTo>
                    <a:cubicBezTo>
                      <a:pt x="90" y="15"/>
                      <a:pt x="90" y="15"/>
                      <a:pt x="90" y="15"/>
                    </a:cubicBezTo>
                    <a:cubicBezTo>
                      <a:pt x="115" y="0"/>
                      <a:pt x="138" y="11"/>
                      <a:pt x="148" y="28"/>
                    </a:cubicBezTo>
                    <a:cubicBezTo>
                      <a:pt x="159" y="48"/>
                      <a:pt x="155" y="71"/>
                      <a:pt x="135" y="83"/>
                    </a:cubicBezTo>
                    <a:cubicBezTo>
                      <a:pt x="122" y="90"/>
                      <a:pt x="105" y="92"/>
                      <a:pt x="88" y="87"/>
                    </a:cubicBezTo>
                    <a:cubicBezTo>
                      <a:pt x="68" y="81"/>
                      <a:pt x="50" y="72"/>
                      <a:pt x="34" y="79"/>
                    </a:cubicBezTo>
                    <a:cubicBezTo>
                      <a:pt x="59" y="123"/>
                      <a:pt x="59" y="123"/>
                      <a:pt x="59" y="123"/>
                    </a:cubicBezTo>
                    <a:lnTo>
                      <a:pt x="40" y="13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0" name="Freeform 506"/>
              <p:cNvSpPr>
                <a:spLocks/>
              </p:cNvSpPr>
              <p:nvPr/>
            </p:nvSpPr>
            <p:spPr bwMode="auto">
              <a:xfrm>
                <a:off x="4375150" y="1601788"/>
                <a:ext cx="195263" cy="195262"/>
              </a:xfrm>
              <a:custGeom>
                <a:avLst/>
                <a:gdLst>
                  <a:gd name="T0" fmla="*/ 36 w 52"/>
                  <a:gd name="T1" fmla="*/ 0 h 52"/>
                  <a:gd name="T2" fmla="*/ 25 w 52"/>
                  <a:gd name="T3" fmla="*/ 6 h 52"/>
                  <a:gd name="T4" fmla="*/ 25 w 52"/>
                  <a:gd name="T5" fmla="*/ 25 h 52"/>
                  <a:gd name="T6" fmla="*/ 26 w 52"/>
                  <a:gd name="T7" fmla="*/ 43 h 52"/>
                  <a:gd name="T8" fmla="*/ 18 w 52"/>
                  <a:gd name="T9" fmla="*/ 47 h 52"/>
                  <a:gd name="T10" fmla="*/ 12 w 52"/>
                  <a:gd name="T11" fmla="*/ 44 h 52"/>
                  <a:gd name="T12" fmla="*/ 11 w 52"/>
                  <a:gd name="T13" fmla="*/ 29 h 52"/>
                  <a:gd name="T14" fmla="*/ 7 w 52"/>
                  <a:gd name="T15" fmla="*/ 26 h 52"/>
                  <a:gd name="T16" fmla="*/ 9 w 52"/>
                  <a:gd name="T17" fmla="*/ 48 h 52"/>
                  <a:gd name="T18" fmla="*/ 19 w 52"/>
                  <a:gd name="T19" fmla="*/ 52 h 52"/>
                  <a:gd name="T20" fmla="*/ 30 w 52"/>
                  <a:gd name="T21" fmla="*/ 46 h 52"/>
                  <a:gd name="T22" fmla="*/ 30 w 52"/>
                  <a:gd name="T23" fmla="*/ 22 h 52"/>
                  <a:gd name="T24" fmla="*/ 30 w 52"/>
                  <a:gd name="T25" fmla="*/ 9 h 52"/>
                  <a:gd name="T26" fmla="*/ 36 w 52"/>
                  <a:gd name="T27" fmla="*/ 6 h 52"/>
                  <a:gd name="T28" fmla="*/ 41 w 52"/>
                  <a:gd name="T29" fmla="*/ 8 h 52"/>
                  <a:gd name="T30" fmla="*/ 42 w 52"/>
                  <a:gd name="T31" fmla="*/ 22 h 52"/>
                  <a:gd name="T32" fmla="*/ 46 w 52"/>
                  <a:gd name="T33" fmla="*/ 25 h 52"/>
                  <a:gd name="T34" fmla="*/ 45 w 52"/>
                  <a:gd name="T35" fmla="*/ 4 h 52"/>
                  <a:gd name="T36" fmla="*/ 36 w 52"/>
                  <a:gd name="T3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52">
                    <a:moveTo>
                      <a:pt x="36" y="0"/>
                    </a:moveTo>
                    <a:cubicBezTo>
                      <a:pt x="32" y="0"/>
                      <a:pt x="28" y="2"/>
                      <a:pt x="25" y="6"/>
                    </a:cubicBezTo>
                    <a:cubicBezTo>
                      <a:pt x="20" y="12"/>
                      <a:pt x="23" y="20"/>
                      <a:pt x="25" y="25"/>
                    </a:cubicBezTo>
                    <a:cubicBezTo>
                      <a:pt x="28" y="31"/>
                      <a:pt x="31" y="37"/>
                      <a:pt x="26" y="43"/>
                    </a:cubicBezTo>
                    <a:cubicBezTo>
                      <a:pt x="24" y="45"/>
                      <a:pt x="21" y="47"/>
                      <a:pt x="18" y="47"/>
                    </a:cubicBezTo>
                    <a:cubicBezTo>
                      <a:pt x="16" y="47"/>
                      <a:pt x="14" y="46"/>
                      <a:pt x="12" y="44"/>
                    </a:cubicBezTo>
                    <a:cubicBezTo>
                      <a:pt x="7" y="40"/>
                      <a:pt x="8" y="35"/>
                      <a:pt x="11" y="29"/>
                    </a:cubicBezTo>
                    <a:cubicBezTo>
                      <a:pt x="7" y="26"/>
                      <a:pt x="7" y="26"/>
                      <a:pt x="7" y="26"/>
                    </a:cubicBezTo>
                    <a:cubicBezTo>
                      <a:pt x="0" y="33"/>
                      <a:pt x="1" y="41"/>
                      <a:pt x="9" y="48"/>
                    </a:cubicBezTo>
                    <a:cubicBezTo>
                      <a:pt x="12" y="51"/>
                      <a:pt x="15" y="52"/>
                      <a:pt x="19" y="52"/>
                    </a:cubicBezTo>
                    <a:cubicBezTo>
                      <a:pt x="23" y="52"/>
                      <a:pt x="27" y="50"/>
                      <a:pt x="30" y="46"/>
                    </a:cubicBezTo>
                    <a:cubicBezTo>
                      <a:pt x="37" y="38"/>
                      <a:pt x="34" y="30"/>
                      <a:pt x="30" y="22"/>
                    </a:cubicBezTo>
                    <a:cubicBezTo>
                      <a:pt x="28" y="17"/>
                      <a:pt x="27" y="13"/>
                      <a:pt x="30" y="9"/>
                    </a:cubicBezTo>
                    <a:cubicBezTo>
                      <a:pt x="32" y="7"/>
                      <a:pt x="34" y="6"/>
                      <a:pt x="36" y="6"/>
                    </a:cubicBezTo>
                    <a:cubicBezTo>
                      <a:pt x="38" y="6"/>
                      <a:pt x="40" y="6"/>
                      <a:pt x="41" y="8"/>
                    </a:cubicBezTo>
                    <a:cubicBezTo>
                      <a:pt x="46" y="12"/>
                      <a:pt x="46" y="17"/>
                      <a:pt x="42" y="22"/>
                    </a:cubicBezTo>
                    <a:cubicBezTo>
                      <a:pt x="46" y="25"/>
                      <a:pt x="46" y="25"/>
                      <a:pt x="46" y="25"/>
                    </a:cubicBezTo>
                    <a:cubicBezTo>
                      <a:pt x="52" y="18"/>
                      <a:pt x="52" y="10"/>
                      <a:pt x="45" y="4"/>
                    </a:cubicBezTo>
                    <a:cubicBezTo>
                      <a:pt x="42" y="2"/>
                      <a:pt x="39" y="0"/>
                      <a:pt x="36" y="0"/>
                    </a:cubicBezTo>
                  </a:path>
                </a:pathLst>
              </a:custGeom>
              <a:solidFill>
                <a:srgbClr val="95D5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1" name="Freeform 507"/>
              <p:cNvSpPr>
                <a:spLocks/>
              </p:cNvSpPr>
              <p:nvPr/>
            </p:nvSpPr>
            <p:spPr bwMode="auto">
              <a:xfrm>
                <a:off x="4476750" y="1643063"/>
                <a:ext cx="187325" cy="225425"/>
              </a:xfrm>
              <a:custGeom>
                <a:avLst/>
                <a:gdLst>
                  <a:gd name="T0" fmla="*/ 46 w 50"/>
                  <a:gd name="T1" fmla="*/ 0 h 60"/>
                  <a:gd name="T2" fmla="*/ 35 w 50"/>
                  <a:gd name="T3" fmla="*/ 11 h 60"/>
                  <a:gd name="T4" fmla="*/ 32 w 50"/>
                  <a:gd name="T5" fmla="*/ 8 h 60"/>
                  <a:gd name="T6" fmla="*/ 29 w 50"/>
                  <a:gd name="T7" fmla="*/ 11 h 60"/>
                  <a:gd name="T8" fmla="*/ 32 w 50"/>
                  <a:gd name="T9" fmla="*/ 15 h 60"/>
                  <a:gd name="T10" fmla="*/ 4 w 50"/>
                  <a:gd name="T11" fmla="*/ 45 h 60"/>
                  <a:gd name="T12" fmla="*/ 3 w 50"/>
                  <a:gd name="T13" fmla="*/ 56 h 60"/>
                  <a:gd name="T14" fmla="*/ 8 w 50"/>
                  <a:gd name="T15" fmla="*/ 60 h 60"/>
                  <a:gd name="T16" fmla="*/ 11 w 50"/>
                  <a:gd name="T17" fmla="*/ 56 h 60"/>
                  <a:gd name="T18" fmla="*/ 9 w 50"/>
                  <a:gd name="T19" fmla="*/ 54 h 60"/>
                  <a:gd name="T20" fmla="*/ 8 w 50"/>
                  <a:gd name="T21" fmla="*/ 48 h 60"/>
                  <a:gd name="T22" fmla="*/ 36 w 50"/>
                  <a:gd name="T23" fmla="*/ 18 h 60"/>
                  <a:gd name="T24" fmla="*/ 42 w 50"/>
                  <a:gd name="T25" fmla="*/ 24 h 60"/>
                  <a:gd name="T26" fmla="*/ 45 w 50"/>
                  <a:gd name="T27" fmla="*/ 20 h 60"/>
                  <a:gd name="T28" fmla="*/ 40 w 50"/>
                  <a:gd name="T29" fmla="*/ 15 h 60"/>
                  <a:gd name="T30" fmla="*/ 50 w 50"/>
                  <a:gd name="T31" fmla="*/ 3 h 60"/>
                  <a:gd name="T32" fmla="*/ 46 w 50"/>
                  <a:gd name="T33"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0" h="60">
                    <a:moveTo>
                      <a:pt x="46" y="0"/>
                    </a:moveTo>
                    <a:cubicBezTo>
                      <a:pt x="35" y="11"/>
                      <a:pt x="35" y="11"/>
                      <a:pt x="35" y="11"/>
                    </a:cubicBezTo>
                    <a:cubicBezTo>
                      <a:pt x="32" y="8"/>
                      <a:pt x="32" y="8"/>
                      <a:pt x="32" y="8"/>
                    </a:cubicBezTo>
                    <a:cubicBezTo>
                      <a:pt x="29" y="11"/>
                      <a:pt x="29" y="11"/>
                      <a:pt x="29" y="11"/>
                    </a:cubicBezTo>
                    <a:cubicBezTo>
                      <a:pt x="32" y="15"/>
                      <a:pt x="32" y="15"/>
                      <a:pt x="32" y="15"/>
                    </a:cubicBezTo>
                    <a:cubicBezTo>
                      <a:pt x="4" y="45"/>
                      <a:pt x="4" y="45"/>
                      <a:pt x="4" y="45"/>
                    </a:cubicBezTo>
                    <a:cubicBezTo>
                      <a:pt x="0" y="49"/>
                      <a:pt x="0" y="53"/>
                      <a:pt x="3" y="56"/>
                    </a:cubicBezTo>
                    <a:cubicBezTo>
                      <a:pt x="5" y="58"/>
                      <a:pt x="6" y="59"/>
                      <a:pt x="8" y="60"/>
                    </a:cubicBezTo>
                    <a:cubicBezTo>
                      <a:pt x="11" y="56"/>
                      <a:pt x="11" y="56"/>
                      <a:pt x="11" y="56"/>
                    </a:cubicBezTo>
                    <a:cubicBezTo>
                      <a:pt x="10" y="56"/>
                      <a:pt x="9" y="55"/>
                      <a:pt x="9" y="54"/>
                    </a:cubicBezTo>
                    <a:cubicBezTo>
                      <a:pt x="6" y="52"/>
                      <a:pt x="6" y="50"/>
                      <a:pt x="8" y="48"/>
                    </a:cubicBezTo>
                    <a:cubicBezTo>
                      <a:pt x="36" y="18"/>
                      <a:pt x="36" y="18"/>
                      <a:pt x="36" y="18"/>
                    </a:cubicBezTo>
                    <a:cubicBezTo>
                      <a:pt x="42" y="24"/>
                      <a:pt x="42" y="24"/>
                      <a:pt x="42" y="24"/>
                    </a:cubicBezTo>
                    <a:cubicBezTo>
                      <a:pt x="45" y="20"/>
                      <a:pt x="45" y="20"/>
                      <a:pt x="45" y="20"/>
                    </a:cubicBezTo>
                    <a:cubicBezTo>
                      <a:pt x="40" y="15"/>
                      <a:pt x="40" y="15"/>
                      <a:pt x="40" y="15"/>
                    </a:cubicBezTo>
                    <a:cubicBezTo>
                      <a:pt x="50" y="3"/>
                      <a:pt x="50" y="3"/>
                      <a:pt x="50" y="3"/>
                    </a:cubicBezTo>
                    <a:cubicBezTo>
                      <a:pt x="46" y="0"/>
                      <a:pt x="46" y="0"/>
                      <a:pt x="46" y="0"/>
                    </a:cubicBezTo>
                  </a:path>
                </a:pathLst>
              </a:custGeom>
              <a:solidFill>
                <a:srgbClr val="95D5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2" name="Freeform 508"/>
              <p:cNvSpPr>
                <a:spLocks noEditPoints="1"/>
              </p:cNvSpPr>
              <p:nvPr/>
            </p:nvSpPr>
            <p:spPr bwMode="auto">
              <a:xfrm>
                <a:off x="4510088" y="1752600"/>
                <a:ext cx="222250" cy="179387"/>
              </a:xfrm>
              <a:custGeom>
                <a:avLst/>
                <a:gdLst>
                  <a:gd name="T0" fmla="*/ 41 w 59"/>
                  <a:gd name="T1" fmla="*/ 27 h 48"/>
                  <a:gd name="T2" fmla="*/ 27 w 59"/>
                  <a:gd name="T3" fmla="*/ 13 h 48"/>
                  <a:gd name="T4" fmla="*/ 42 w 59"/>
                  <a:gd name="T5" fmla="*/ 5 h 48"/>
                  <a:gd name="T6" fmla="*/ 47 w 59"/>
                  <a:gd name="T7" fmla="*/ 7 h 48"/>
                  <a:gd name="T8" fmla="*/ 41 w 59"/>
                  <a:gd name="T9" fmla="*/ 27 h 48"/>
                  <a:gd name="T10" fmla="*/ 41 w 59"/>
                  <a:gd name="T11" fmla="*/ 0 h 48"/>
                  <a:gd name="T12" fmla="*/ 19 w 59"/>
                  <a:gd name="T13" fmla="*/ 12 h 48"/>
                  <a:gd name="T14" fmla="*/ 10 w 59"/>
                  <a:gd name="T15" fmla="*/ 43 h 48"/>
                  <a:gd name="T16" fmla="*/ 20 w 59"/>
                  <a:gd name="T17" fmla="*/ 48 h 48"/>
                  <a:gd name="T18" fmla="*/ 34 w 59"/>
                  <a:gd name="T19" fmla="*/ 41 h 48"/>
                  <a:gd name="T20" fmla="*/ 30 w 59"/>
                  <a:gd name="T21" fmla="*/ 37 h 48"/>
                  <a:gd name="T22" fmla="*/ 19 w 59"/>
                  <a:gd name="T23" fmla="*/ 43 h 48"/>
                  <a:gd name="T24" fmla="*/ 14 w 59"/>
                  <a:gd name="T25" fmla="*/ 40 h 48"/>
                  <a:gd name="T26" fmla="*/ 24 w 59"/>
                  <a:gd name="T27" fmla="*/ 16 h 48"/>
                  <a:gd name="T28" fmla="*/ 41 w 59"/>
                  <a:gd name="T29" fmla="*/ 35 h 48"/>
                  <a:gd name="T30" fmla="*/ 45 w 59"/>
                  <a:gd name="T31" fmla="*/ 31 h 48"/>
                  <a:gd name="T32" fmla="*/ 51 w 59"/>
                  <a:gd name="T33" fmla="*/ 4 h 48"/>
                  <a:gd name="T34" fmla="*/ 41 w 59"/>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 h="48">
                    <a:moveTo>
                      <a:pt x="41" y="27"/>
                    </a:moveTo>
                    <a:cubicBezTo>
                      <a:pt x="27" y="13"/>
                      <a:pt x="27" y="13"/>
                      <a:pt x="27" y="13"/>
                    </a:cubicBezTo>
                    <a:cubicBezTo>
                      <a:pt x="31" y="10"/>
                      <a:pt x="36" y="5"/>
                      <a:pt x="42" y="5"/>
                    </a:cubicBezTo>
                    <a:cubicBezTo>
                      <a:pt x="44" y="5"/>
                      <a:pt x="45" y="6"/>
                      <a:pt x="47" y="7"/>
                    </a:cubicBezTo>
                    <a:cubicBezTo>
                      <a:pt x="53" y="14"/>
                      <a:pt x="46" y="22"/>
                      <a:pt x="41" y="27"/>
                    </a:cubicBezTo>
                    <a:moveTo>
                      <a:pt x="41" y="0"/>
                    </a:moveTo>
                    <a:cubicBezTo>
                      <a:pt x="33" y="0"/>
                      <a:pt x="25" y="7"/>
                      <a:pt x="19" y="12"/>
                    </a:cubicBezTo>
                    <a:cubicBezTo>
                      <a:pt x="11" y="20"/>
                      <a:pt x="0" y="32"/>
                      <a:pt x="10" y="43"/>
                    </a:cubicBezTo>
                    <a:cubicBezTo>
                      <a:pt x="13" y="46"/>
                      <a:pt x="17" y="48"/>
                      <a:pt x="20" y="48"/>
                    </a:cubicBezTo>
                    <a:cubicBezTo>
                      <a:pt x="25" y="48"/>
                      <a:pt x="30" y="45"/>
                      <a:pt x="34" y="41"/>
                    </a:cubicBezTo>
                    <a:cubicBezTo>
                      <a:pt x="30" y="37"/>
                      <a:pt x="30" y="37"/>
                      <a:pt x="30" y="37"/>
                    </a:cubicBezTo>
                    <a:cubicBezTo>
                      <a:pt x="27" y="40"/>
                      <a:pt x="23" y="43"/>
                      <a:pt x="19" y="43"/>
                    </a:cubicBezTo>
                    <a:cubicBezTo>
                      <a:pt x="18" y="43"/>
                      <a:pt x="16" y="42"/>
                      <a:pt x="14" y="40"/>
                    </a:cubicBezTo>
                    <a:cubicBezTo>
                      <a:pt x="7" y="33"/>
                      <a:pt x="14" y="25"/>
                      <a:pt x="24" y="16"/>
                    </a:cubicBezTo>
                    <a:cubicBezTo>
                      <a:pt x="41" y="35"/>
                      <a:pt x="41" y="35"/>
                      <a:pt x="41" y="35"/>
                    </a:cubicBezTo>
                    <a:cubicBezTo>
                      <a:pt x="45" y="31"/>
                      <a:pt x="45" y="31"/>
                      <a:pt x="45" y="31"/>
                    </a:cubicBezTo>
                    <a:cubicBezTo>
                      <a:pt x="52" y="24"/>
                      <a:pt x="59" y="13"/>
                      <a:pt x="51" y="4"/>
                    </a:cubicBezTo>
                    <a:cubicBezTo>
                      <a:pt x="48" y="1"/>
                      <a:pt x="45" y="0"/>
                      <a:pt x="41" y="0"/>
                    </a:cubicBezTo>
                  </a:path>
                </a:pathLst>
              </a:custGeom>
              <a:solidFill>
                <a:srgbClr val="95D5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3" name="Freeform 509"/>
              <p:cNvSpPr>
                <a:spLocks noEditPoints="1"/>
              </p:cNvSpPr>
              <p:nvPr/>
            </p:nvSpPr>
            <p:spPr bwMode="auto">
              <a:xfrm>
                <a:off x="4556125" y="1846263"/>
                <a:ext cx="288925" cy="198437"/>
              </a:xfrm>
              <a:custGeom>
                <a:avLst/>
                <a:gdLst>
                  <a:gd name="T0" fmla="*/ 34 w 77"/>
                  <a:gd name="T1" fmla="*/ 47 h 53"/>
                  <a:gd name="T2" fmla="*/ 27 w 77"/>
                  <a:gd name="T3" fmla="*/ 44 h 53"/>
                  <a:gd name="T4" fmla="*/ 39 w 77"/>
                  <a:gd name="T5" fmla="*/ 20 h 53"/>
                  <a:gd name="T6" fmla="*/ 57 w 77"/>
                  <a:gd name="T7" fmla="*/ 11 h 53"/>
                  <a:gd name="T8" fmla="*/ 64 w 77"/>
                  <a:gd name="T9" fmla="*/ 15 h 53"/>
                  <a:gd name="T10" fmla="*/ 53 w 77"/>
                  <a:gd name="T11" fmla="*/ 37 h 53"/>
                  <a:gd name="T12" fmla="*/ 34 w 77"/>
                  <a:gd name="T13" fmla="*/ 47 h 53"/>
                  <a:gd name="T14" fmla="*/ 56 w 77"/>
                  <a:gd name="T15" fmla="*/ 0 h 53"/>
                  <a:gd name="T16" fmla="*/ 0 w 77"/>
                  <a:gd name="T17" fmla="*/ 45 h 53"/>
                  <a:gd name="T18" fmla="*/ 3 w 77"/>
                  <a:gd name="T19" fmla="*/ 50 h 53"/>
                  <a:gd name="T20" fmla="*/ 21 w 77"/>
                  <a:gd name="T21" fmla="*/ 35 h 53"/>
                  <a:gd name="T22" fmla="*/ 24 w 77"/>
                  <a:gd name="T23" fmla="*/ 48 h 53"/>
                  <a:gd name="T24" fmla="*/ 34 w 77"/>
                  <a:gd name="T25" fmla="*/ 53 h 53"/>
                  <a:gd name="T26" fmla="*/ 57 w 77"/>
                  <a:gd name="T27" fmla="*/ 41 h 53"/>
                  <a:gd name="T28" fmla="*/ 67 w 77"/>
                  <a:gd name="T29" fmla="*/ 12 h 53"/>
                  <a:gd name="T30" fmla="*/ 58 w 77"/>
                  <a:gd name="T31" fmla="*/ 7 h 53"/>
                  <a:gd name="T32" fmla="*/ 56 w 77"/>
                  <a:gd name="T33" fmla="*/ 7 h 53"/>
                  <a:gd name="T34" fmla="*/ 56 w 77"/>
                  <a:gd name="T35" fmla="*/ 7 h 53"/>
                  <a:gd name="T36" fmla="*/ 59 w 77"/>
                  <a:gd name="T37" fmla="*/ 4 h 53"/>
                  <a:gd name="T38" fmla="*/ 56 w 77"/>
                  <a:gd name="T3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7" h="53">
                    <a:moveTo>
                      <a:pt x="34" y="47"/>
                    </a:moveTo>
                    <a:cubicBezTo>
                      <a:pt x="31" y="47"/>
                      <a:pt x="29" y="46"/>
                      <a:pt x="27" y="44"/>
                    </a:cubicBezTo>
                    <a:cubicBezTo>
                      <a:pt x="21" y="36"/>
                      <a:pt x="31" y="27"/>
                      <a:pt x="39" y="20"/>
                    </a:cubicBezTo>
                    <a:cubicBezTo>
                      <a:pt x="44" y="17"/>
                      <a:pt x="51" y="11"/>
                      <a:pt x="57" y="11"/>
                    </a:cubicBezTo>
                    <a:cubicBezTo>
                      <a:pt x="59" y="11"/>
                      <a:pt x="62" y="12"/>
                      <a:pt x="64" y="15"/>
                    </a:cubicBezTo>
                    <a:cubicBezTo>
                      <a:pt x="70" y="22"/>
                      <a:pt x="60" y="32"/>
                      <a:pt x="53" y="37"/>
                    </a:cubicBezTo>
                    <a:cubicBezTo>
                      <a:pt x="46" y="43"/>
                      <a:pt x="40" y="47"/>
                      <a:pt x="34" y="47"/>
                    </a:cubicBezTo>
                    <a:moveTo>
                      <a:pt x="56" y="0"/>
                    </a:moveTo>
                    <a:cubicBezTo>
                      <a:pt x="0" y="45"/>
                      <a:pt x="0" y="45"/>
                      <a:pt x="0" y="45"/>
                    </a:cubicBezTo>
                    <a:cubicBezTo>
                      <a:pt x="3" y="50"/>
                      <a:pt x="3" y="50"/>
                      <a:pt x="3" y="50"/>
                    </a:cubicBezTo>
                    <a:cubicBezTo>
                      <a:pt x="21" y="35"/>
                      <a:pt x="21" y="35"/>
                      <a:pt x="21" y="35"/>
                    </a:cubicBezTo>
                    <a:cubicBezTo>
                      <a:pt x="20" y="40"/>
                      <a:pt x="21" y="44"/>
                      <a:pt x="24" y="48"/>
                    </a:cubicBezTo>
                    <a:cubicBezTo>
                      <a:pt x="27" y="51"/>
                      <a:pt x="31" y="53"/>
                      <a:pt x="34" y="53"/>
                    </a:cubicBezTo>
                    <a:cubicBezTo>
                      <a:pt x="42" y="53"/>
                      <a:pt x="50" y="47"/>
                      <a:pt x="57" y="41"/>
                    </a:cubicBezTo>
                    <a:cubicBezTo>
                      <a:pt x="66" y="34"/>
                      <a:pt x="77" y="23"/>
                      <a:pt x="67" y="12"/>
                    </a:cubicBezTo>
                    <a:cubicBezTo>
                      <a:pt x="65" y="8"/>
                      <a:pt x="61" y="7"/>
                      <a:pt x="58" y="7"/>
                    </a:cubicBezTo>
                    <a:cubicBezTo>
                      <a:pt x="57" y="7"/>
                      <a:pt x="56" y="7"/>
                      <a:pt x="56" y="7"/>
                    </a:cubicBezTo>
                    <a:cubicBezTo>
                      <a:pt x="56" y="7"/>
                      <a:pt x="56" y="7"/>
                      <a:pt x="56" y="7"/>
                    </a:cubicBezTo>
                    <a:cubicBezTo>
                      <a:pt x="59" y="4"/>
                      <a:pt x="59" y="4"/>
                      <a:pt x="59" y="4"/>
                    </a:cubicBezTo>
                    <a:cubicBezTo>
                      <a:pt x="56" y="0"/>
                      <a:pt x="56" y="0"/>
                      <a:pt x="56" y="0"/>
                    </a:cubicBezTo>
                  </a:path>
                </a:pathLst>
              </a:custGeom>
              <a:solidFill>
                <a:srgbClr val="95D5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 name="组合 6"/>
            <p:cNvGrpSpPr/>
            <p:nvPr/>
          </p:nvGrpSpPr>
          <p:grpSpPr>
            <a:xfrm>
              <a:off x="1055688" y="4010025"/>
              <a:ext cx="976313" cy="781050"/>
              <a:chOff x="1055688" y="4010025"/>
              <a:chExt cx="976313" cy="781050"/>
            </a:xfrm>
          </p:grpSpPr>
          <p:sp>
            <p:nvSpPr>
              <p:cNvPr id="493" name="Freeform 489"/>
              <p:cNvSpPr>
                <a:spLocks/>
              </p:cNvSpPr>
              <p:nvPr/>
            </p:nvSpPr>
            <p:spPr bwMode="auto">
              <a:xfrm>
                <a:off x="1055688" y="4010025"/>
                <a:ext cx="592138" cy="500062"/>
              </a:xfrm>
              <a:custGeom>
                <a:avLst/>
                <a:gdLst>
                  <a:gd name="T0" fmla="*/ 158 w 158"/>
                  <a:gd name="T1" fmla="*/ 61 h 133"/>
                  <a:gd name="T2" fmla="*/ 139 w 158"/>
                  <a:gd name="T3" fmla="*/ 72 h 133"/>
                  <a:gd name="T4" fmla="*/ 115 w 158"/>
                  <a:gd name="T5" fmla="*/ 31 h 133"/>
                  <a:gd name="T6" fmla="*/ 87 w 158"/>
                  <a:gd name="T7" fmla="*/ 45 h 133"/>
                  <a:gd name="T8" fmla="*/ 105 w 158"/>
                  <a:gd name="T9" fmla="*/ 58 h 133"/>
                  <a:gd name="T10" fmla="*/ 87 w 158"/>
                  <a:gd name="T11" fmla="*/ 109 h 133"/>
                  <a:gd name="T12" fmla="*/ 74 w 158"/>
                  <a:gd name="T13" fmla="*/ 116 h 133"/>
                  <a:gd name="T14" fmla="*/ 13 w 158"/>
                  <a:gd name="T15" fmla="*/ 106 h 133"/>
                  <a:gd name="T16" fmla="*/ 28 w 158"/>
                  <a:gd name="T17" fmla="*/ 49 h 133"/>
                  <a:gd name="T18" fmla="*/ 33 w 158"/>
                  <a:gd name="T19" fmla="*/ 46 h 133"/>
                  <a:gd name="T20" fmla="*/ 46 w 158"/>
                  <a:gd name="T21" fmla="*/ 68 h 133"/>
                  <a:gd name="T22" fmla="*/ 31 w 158"/>
                  <a:gd name="T23" fmla="*/ 94 h 133"/>
                  <a:gd name="T24" fmla="*/ 60 w 158"/>
                  <a:gd name="T25" fmla="*/ 95 h 133"/>
                  <a:gd name="T26" fmla="*/ 73 w 158"/>
                  <a:gd name="T27" fmla="*/ 87 h 133"/>
                  <a:gd name="T28" fmla="*/ 83 w 158"/>
                  <a:gd name="T29" fmla="*/ 63 h 133"/>
                  <a:gd name="T30" fmla="*/ 68 w 158"/>
                  <a:gd name="T31" fmla="*/ 57 h 133"/>
                  <a:gd name="T32" fmla="*/ 55 w 158"/>
                  <a:gd name="T33" fmla="*/ 36 h 133"/>
                  <a:gd name="T34" fmla="*/ 122 w 158"/>
                  <a:gd name="T35" fmla="*/ 0 h 133"/>
                  <a:gd name="T36" fmla="*/ 158 w 158"/>
                  <a:gd name="T37" fmla="*/ 61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8" h="133">
                    <a:moveTo>
                      <a:pt x="158" y="61"/>
                    </a:moveTo>
                    <a:cubicBezTo>
                      <a:pt x="139" y="72"/>
                      <a:pt x="139" y="72"/>
                      <a:pt x="139" y="72"/>
                    </a:cubicBezTo>
                    <a:cubicBezTo>
                      <a:pt x="115" y="31"/>
                      <a:pt x="115" y="31"/>
                      <a:pt x="115" y="31"/>
                    </a:cubicBezTo>
                    <a:cubicBezTo>
                      <a:pt x="87" y="45"/>
                      <a:pt x="87" y="45"/>
                      <a:pt x="87" y="45"/>
                    </a:cubicBezTo>
                    <a:cubicBezTo>
                      <a:pt x="96" y="47"/>
                      <a:pt x="102" y="51"/>
                      <a:pt x="105" y="58"/>
                    </a:cubicBezTo>
                    <a:cubicBezTo>
                      <a:pt x="117" y="78"/>
                      <a:pt x="109" y="96"/>
                      <a:pt x="87" y="109"/>
                    </a:cubicBezTo>
                    <a:cubicBezTo>
                      <a:pt x="74" y="116"/>
                      <a:pt x="74" y="116"/>
                      <a:pt x="74" y="116"/>
                    </a:cubicBezTo>
                    <a:cubicBezTo>
                      <a:pt x="46" y="133"/>
                      <a:pt x="27" y="130"/>
                      <a:pt x="13" y="106"/>
                    </a:cubicBezTo>
                    <a:cubicBezTo>
                      <a:pt x="0" y="83"/>
                      <a:pt x="5" y="63"/>
                      <a:pt x="28" y="49"/>
                    </a:cubicBezTo>
                    <a:cubicBezTo>
                      <a:pt x="33" y="46"/>
                      <a:pt x="33" y="46"/>
                      <a:pt x="33" y="46"/>
                    </a:cubicBezTo>
                    <a:cubicBezTo>
                      <a:pt x="46" y="68"/>
                      <a:pt x="46" y="68"/>
                      <a:pt x="46" y="68"/>
                    </a:cubicBezTo>
                    <a:cubicBezTo>
                      <a:pt x="28" y="79"/>
                      <a:pt x="27" y="85"/>
                      <a:pt x="31" y="94"/>
                    </a:cubicBezTo>
                    <a:cubicBezTo>
                      <a:pt x="37" y="103"/>
                      <a:pt x="43" y="104"/>
                      <a:pt x="60" y="95"/>
                    </a:cubicBezTo>
                    <a:cubicBezTo>
                      <a:pt x="73" y="87"/>
                      <a:pt x="73" y="87"/>
                      <a:pt x="73" y="87"/>
                    </a:cubicBezTo>
                    <a:cubicBezTo>
                      <a:pt x="85" y="80"/>
                      <a:pt x="88" y="72"/>
                      <a:pt x="83" y="63"/>
                    </a:cubicBezTo>
                    <a:cubicBezTo>
                      <a:pt x="80" y="58"/>
                      <a:pt x="74" y="56"/>
                      <a:pt x="68" y="57"/>
                    </a:cubicBezTo>
                    <a:cubicBezTo>
                      <a:pt x="55" y="36"/>
                      <a:pt x="55" y="36"/>
                      <a:pt x="55" y="36"/>
                    </a:cubicBezTo>
                    <a:cubicBezTo>
                      <a:pt x="122" y="0"/>
                      <a:pt x="122" y="0"/>
                      <a:pt x="122" y="0"/>
                    </a:cubicBezTo>
                    <a:lnTo>
                      <a:pt x="158" y="6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4" name="Freeform 510"/>
              <p:cNvSpPr>
                <a:spLocks/>
              </p:cNvSpPr>
              <p:nvPr/>
            </p:nvSpPr>
            <p:spPr bwMode="auto">
              <a:xfrm>
                <a:off x="1562100" y="4340225"/>
                <a:ext cx="209550" cy="180975"/>
              </a:xfrm>
              <a:custGeom>
                <a:avLst/>
                <a:gdLst>
                  <a:gd name="T0" fmla="*/ 40 w 56"/>
                  <a:gd name="T1" fmla="*/ 0 h 48"/>
                  <a:gd name="T2" fmla="*/ 31 w 56"/>
                  <a:gd name="T3" fmla="*/ 4 h 48"/>
                  <a:gd name="T4" fmla="*/ 27 w 56"/>
                  <a:gd name="T5" fmla="*/ 23 h 48"/>
                  <a:gd name="T6" fmla="*/ 25 w 56"/>
                  <a:gd name="T7" fmla="*/ 40 h 48"/>
                  <a:gd name="T8" fmla="*/ 18 w 56"/>
                  <a:gd name="T9" fmla="*/ 42 h 48"/>
                  <a:gd name="T10" fmla="*/ 11 w 56"/>
                  <a:gd name="T11" fmla="*/ 39 h 48"/>
                  <a:gd name="T12" fmla="*/ 13 w 56"/>
                  <a:gd name="T13" fmla="*/ 24 h 48"/>
                  <a:gd name="T14" fmla="*/ 9 w 56"/>
                  <a:gd name="T15" fmla="*/ 20 h 48"/>
                  <a:gd name="T16" fmla="*/ 7 w 56"/>
                  <a:gd name="T17" fmla="*/ 42 h 48"/>
                  <a:gd name="T18" fmla="*/ 18 w 56"/>
                  <a:gd name="T19" fmla="*/ 48 h 48"/>
                  <a:gd name="T20" fmla="*/ 28 w 56"/>
                  <a:gd name="T21" fmla="*/ 44 h 48"/>
                  <a:gd name="T22" fmla="*/ 33 w 56"/>
                  <a:gd name="T23" fmla="*/ 20 h 48"/>
                  <a:gd name="T24" fmla="*/ 35 w 56"/>
                  <a:gd name="T25" fmla="*/ 8 h 48"/>
                  <a:gd name="T26" fmla="*/ 41 w 56"/>
                  <a:gd name="T27" fmla="*/ 5 h 48"/>
                  <a:gd name="T28" fmla="*/ 46 w 56"/>
                  <a:gd name="T29" fmla="*/ 9 h 48"/>
                  <a:gd name="T30" fmla="*/ 44 w 56"/>
                  <a:gd name="T31" fmla="*/ 22 h 48"/>
                  <a:gd name="T32" fmla="*/ 48 w 56"/>
                  <a:gd name="T33" fmla="*/ 27 h 48"/>
                  <a:gd name="T34" fmla="*/ 50 w 56"/>
                  <a:gd name="T35" fmla="*/ 6 h 48"/>
                  <a:gd name="T36" fmla="*/ 40 w 56"/>
                  <a:gd name="T3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6" h="48">
                    <a:moveTo>
                      <a:pt x="40" y="0"/>
                    </a:moveTo>
                    <a:cubicBezTo>
                      <a:pt x="37" y="0"/>
                      <a:pt x="34" y="1"/>
                      <a:pt x="31" y="4"/>
                    </a:cubicBezTo>
                    <a:cubicBezTo>
                      <a:pt x="25" y="9"/>
                      <a:pt x="26" y="17"/>
                      <a:pt x="27" y="23"/>
                    </a:cubicBezTo>
                    <a:cubicBezTo>
                      <a:pt x="29" y="28"/>
                      <a:pt x="30" y="35"/>
                      <a:pt x="25" y="40"/>
                    </a:cubicBezTo>
                    <a:cubicBezTo>
                      <a:pt x="23" y="42"/>
                      <a:pt x="20" y="42"/>
                      <a:pt x="18" y="42"/>
                    </a:cubicBezTo>
                    <a:cubicBezTo>
                      <a:pt x="15" y="42"/>
                      <a:pt x="13" y="41"/>
                      <a:pt x="11" y="39"/>
                    </a:cubicBezTo>
                    <a:cubicBezTo>
                      <a:pt x="7" y="34"/>
                      <a:pt x="8" y="29"/>
                      <a:pt x="13" y="24"/>
                    </a:cubicBezTo>
                    <a:cubicBezTo>
                      <a:pt x="9" y="20"/>
                      <a:pt x="9" y="20"/>
                      <a:pt x="9" y="20"/>
                    </a:cubicBezTo>
                    <a:cubicBezTo>
                      <a:pt x="2" y="26"/>
                      <a:pt x="0" y="34"/>
                      <a:pt x="7" y="42"/>
                    </a:cubicBezTo>
                    <a:cubicBezTo>
                      <a:pt x="10" y="46"/>
                      <a:pt x="14" y="48"/>
                      <a:pt x="18" y="48"/>
                    </a:cubicBezTo>
                    <a:cubicBezTo>
                      <a:pt x="22" y="48"/>
                      <a:pt x="25" y="47"/>
                      <a:pt x="28" y="44"/>
                    </a:cubicBezTo>
                    <a:cubicBezTo>
                      <a:pt x="37" y="37"/>
                      <a:pt x="35" y="29"/>
                      <a:pt x="33" y="20"/>
                    </a:cubicBezTo>
                    <a:cubicBezTo>
                      <a:pt x="32" y="15"/>
                      <a:pt x="31" y="11"/>
                      <a:pt x="35" y="8"/>
                    </a:cubicBezTo>
                    <a:cubicBezTo>
                      <a:pt x="37" y="6"/>
                      <a:pt x="39" y="5"/>
                      <a:pt x="41" y="5"/>
                    </a:cubicBezTo>
                    <a:cubicBezTo>
                      <a:pt x="43" y="5"/>
                      <a:pt x="45" y="6"/>
                      <a:pt x="46" y="9"/>
                    </a:cubicBezTo>
                    <a:cubicBezTo>
                      <a:pt x="50" y="13"/>
                      <a:pt x="49" y="19"/>
                      <a:pt x="44" y="22"/>
                    </a:cubicBezTo>
                    <a:cubicBezTo>
                      <a:pt x="48" y="27"/>
                      <a:pt x="48" y="27"/>
                      <a:pt x="48" y="27"/>
                    </a:cubicBezTo>
                    <a:cubicBezTo>
                      <a:pt x="55" y="21"/>
                      <a:pt x="56" y="13"/>
                      <a:pt x="50" y="6"/>
                    </a:cubicBezTo>
                    <a:cubicBezTo>
                      <a:pt x="47" y="2"/>
                      <a:pt x="44" y="0"/>
                      <a:pt x="40" y="0"/>
                    </a:cubicBezTo>
                  </a:path>
                </a:pathLst>
              </a:custGeom>
              <a:solidFill>
                <a:srgbClr val="F597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5" name="Freeform 511"/>
              <p:cNvSpPr>
                <a:spLocks/>
              </p:cNvSpPr>
              <p:nvPr/>
            </p:nvSpPr>
            <p:spPr bwMode="auto">
              <a:xfrm>
                <a:off x="1655763" y="4389438"/>
                <a:ext cx="203200" cy="214312"/>
              </a:xfrm>
              <a:custGeom>
                <a:avLst/>
                <a:gdLst>
                  <a:gd name="T0" fmla="*/ 50 w 54"/>
                  <a:gd name="T1" fmla="*/ 0 h 57"/>
                  <a:gd name="T2" fmla="*/ 38 w 54"/>
                  <a:gd name="T3" fmla="*/ 10 h 57"/>
                  <a:gd name="T4" fmla="*/ 35 w 54"/>
                  <a:gd name="T5" fmla="*/ 7 h 57"/>
                  <a:gd name="T6" fmla="*/ 32 w 54"/>
                  <a:gd name="T7" fmla="*/ 10 h 57"/>
                  <a:gd name="T8" fmla="*/ 35 w 54"/>
                  <a:gd name="T9" fmla="*/ 14 h 57"/>
                  <a:gd name="T10" fmla="*/ 4 w 54"/>
                  <a:gd name="T11" fmla="*/ 42 h 57"/>
                  <a:gd name="T12" fmla="*/ 3 w 54"/>
                  <a:gd name="T13" fmla="*/ 53 h 57"/>
                  <a:gd name="T14" fmla="*/ 7 w 54"/>
                  <a:gd name="T15" fmla="*/ 57 h 57"/>
                  <a:gd name="T16" fmla="*/ 10 w 54"/>
                  <a:gd name="T17" fmla="*/ 53 h 57"/>
                  <a:gd name="T18" fmla="*/ 8 w 54"/>
                  <a:gd name="T19" fmla="*/ 52 h 57"/>
                  <a:gd name="T20" fmla="*/ 9 w 54"/>
                  <a:gd name="T21" fmla="*/ 45 h 57"/>
                  <a:gd name="T22" fmla="*/ 38 w 54"/>
                  <a:gd name="T23" fmla="*/ 18 h 57"/>
                  <a:gd name="T24" fmla="*/ 44 w 54"/>
                  <a:gd name="T25" fmla="*/ 24 h 57"/>
                  <a:gd name="T26" fmla="*/ 47 w 54"/>
                  <a:gd name="T27" fmla="*/ 20 h 57"/>
                  <a:gd name="T28" fmla="*/ 42 w 54"/>
                  <a:gd name="T29" fmla="*/ 15 h 57"/>
                  <a:gd name="T30" fmla="*/ 54 w 54"/>
                  <a:gd name="T31" fmla="*/ 4 h 57"/>
                  <a:gd name="T32" fmla="*/ 50 w 54"/>
                  <a:gd name="T33"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 h="57">
                    <a:moveTo>
                      <a:pt x="50" y="0"/>
                    </a:moveTo>
                    <a:cubicBezTo>
                      <a:pt x="38" y="10"/>
                      <a:pt x="38" y="10"/>
                      <a:pt x="38" y="10"/>
                    </a:cubicBezTo>
                    <a:cubicBezTo>
                      <a:pt x="35" y="7"/>
                      <a:pt x="35" y="7"/>
                      <a:pt x="35" y="7"/>
                    </a:cubicBezTo>
                    <a:cubicBezTo>
                      <a:pt x="32" y="10"/>
                      <a:pt x="32" y="10"/>
                      <a:pt x="32" y="10"/>
                    </a:cubicBezTo>
                    <a:cubicBezTo>
                      <a:pt x="35" y="14"/>
                      <a:pt x="35" y="14"/>
                      <a:pt x="35" y="14"/>
                    </a:cubicBezTo>
                    <a:cubicBezTo>
                      <a:pt x="4" y="42"/>
                      <a:pt x="4" y="42"/>
                      <a:pt x="4" y="42"/>
                    </a:cubicBezTo>
                    <a:cubicBezTo>
                      <a:pt x="0" y="45"/>
                      <a:pt x="0" y="50"/>
                      <a:pt x="3" y="53"/>
                    </a:cubicBezTo>
                    <a:cubicBezTo>
                      <a:pt x="4" y="54"/>
                      <a:pt x="6" y="56"/>
                      <a:pt x="7" y="57"/>
                    </a:cubicBezTo>
                    <a:cubicBezTo>
                      <a:pt x="10" y="53"/>
                      <a:pt x="10" y="53"/>
                      <a:pt x="10" y="53"/>
                    </a:cubicBezTo>
                    <a:cubicBezTo>
                      <a:pt x="10" y="53"/>
                      <a:pt x="9" y="52"/>
                      <a:pt x="8" y="52"/>
                    </a:cubicBezTo>
                    <a:cubicBezTo>
                      <a:pt x="6" y="49"/>
                      <a:pt x="6" y="47"/>
                      <a:pt x="9" y="45"/>
                    </a:cubicBezTo>
                    <a:cubicBezTo>
                      <a:pt x="38" y="18"/>
                      <a:pt x="38" y="18"/>
                      <a:pt x="38" y="18"/>
                    </a:cubicBezTo>
                    <a:cubicBezTo>
                      <a:pt x="44" y="24"/>
                      <a:pt x="44" y="24"/>
                      <a:pt x="44" y="24"/>
                    </a:cubicBezTo>
                    <a:cubicBezTo>
                      <a:pt x="47" y="20"/>
                      <a:pt x="47" y="20"/>
                      <a:pt x="47" y="20"/>
                    </a:cubicBezTo>
                    <a:cubicBezTo>
                      <a:pt x="42" y="15"/>
                      <a:pt x="42" y="15"/>
                      <a:pt x="42" y="15"/>
                    </a:cubicBezTo>
                    <a:cubicBezTo>
                      <a:pt x="54" y="4"/>
                      <a:pt x="54" y="4"/>
                      <a:pt x="54" y="4"/>
                    </a:cubicBezTo>
                    <a:cubicBezTo>
                      <a:pt x="50" y="0"/>
                      <a:pt x="50" y="0"/>
                      <a:pt x="50" y="0"/>
                    </a:cubicBezTo>
                  </a:path>
                </a:pathLst>
              </a:custGeom>
              <a:solidFill>
                <a:srgbClr val="F597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6" name="Freeform 512"/>
              <p:cNvSpPr>
                <a:spLocks noEditPoints="1"/>
              </p:cNvSpPr>
              <p:nvPr/>
            </p:nvSpPr>
            <p:spPr bwMode="auto">
              <a:xfrm>
                <a:off x="1689100" y="4491038"/>
                <a:ext cx="225425" cy="184150"/>
              </a:xfrm>
              <a:custGeom>
                <a:avLst/>
                <a:gdLst>
                  <a:gd name="T0" fmla="*/ 41 w 60"/>
                  <a:gd name="T1" fmla="*/ 27 h 49"/>
                  <a:gd name="T2" fmla="*/ 28 w 60"/>
                  <a:gd name="T3" fmla="*/ 14 h 49"/>
                  <a:gd name="T4" fmla="*/ 42 w 60"/>
                  <a:gd name="T5" fmla="*/ 5 h 49"/>
                  <a:gd name="T6" fmla="*/ 47 w 60"/>
                  <a:gd name="T7" fmla="*/ 8 h 49"/>
                  <a:gd name="T8" fmla="*/ 41 w 60"/>
                  <a:gd name="T9" fmla="*/ 27 h 49"/>
                  <a:gd name="T10" fmla="*/ 42 w 60"/>
                  <a:gd name="T11" fmla="*/ 0 h 49"/>
                  <a:gd name="T12" fmla="*/ 20 w 60"/>
                  <a:gd name="T13" fmla="*/ 13 h 49"/>
                  <a:gd name="T14" fmla="*/ 11 w 60"/>
                  <a:gd name="T15" fmla="*/ 44 h 49"/>
                  <a:gd name="T16" fmla="*/ 21 w 60"/>
                  <a:gd name="T17" fmla="*/ 49 h 49"/>
                  <a:gd name="T18" fmla="*/ 35 w 60"/>
                  <a:gd name="T19" fmla="*/ 42 h 49"/>
                  <a:gd name="T20" fmla="*/ 31 w 60"/>
                  <a:gd name="T21" fmla="*/ 38 h 49"/>
                  <a:gd name="T22" fmla="*/ 20 w 60"/>
                  <a:gd name="T23" fmla="*/ 44 h 49"/>
                  <a:gd name="T24" fmla="*/ 15 w 60"/>
                  <a:gd name="T25" fmla="*/ 41 h 49"/>
                  <a:gd name="T26" fmla="*/ 24 w 60"/>
                  <a:gd name="T27" fmla="*/ 17 h 49"/>
                  <a:gd name="T28" fmla="*/ 42 w 60"/>
                  <a:gd name="T29" fmla="*/ 35 h 49"/>
                  <a:gd name="T30" fmla="*/ 46 w 60"/>
                  <a:gd name="T31" fmla="*/ 31 h 49"/>
                  <a:gd name="T32" fmla="*/ 51 w 60"/>
                  <a:gd name="T33" fmla="*/ 4 h 49"/>
                  <a:gd name="T34" fmla="*/ 42 w 60"/>
                  <a:gd name="T35"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0" h="49">
                    <a:moveTo>
                      <a:pt x="41" y="27"/>
                    </a:moveTo>
                    <a:cubicBezTo>
                      <a:pt x="28" y="14"/>
                      <a:pt x="28" y="14"/>
                      <a:pt x="28" y="14"/>
                    </a:cubicBezTo>
                    <a:cubicBezTo>
                      <a:pt x="31" y="10"/>
                      <a:pt x="37" y="5"/>
                      <a:pt x="42" y="5"/>
                    </a:cubicBezTo>
                    <a:cubicBezTo>
                      <a:pt x="44" y="5"/>
                      <a:pt x="46" y="6"/>
                      <a:pt x="47" y="8"/>
                    </a:cubicBezTo>
                    <a:cubicBezTo>
                      <a:pt x="54" y="14"/>
                      <a:pt x="46" y="23"/>
                      <a:pt x="41" y="27"/>
                    </a:cubicBezTo>
                    <a:moveTo>
                      <a:pt x="42" y="0"/>
                    </a:moveTo>
                    <a:cubicBezTo>
                      <a:pt x="34" y="0"/>
                      <a:pt x="25" y="8"/>
                      <a:pt x="20" y="13"/>
                    </a:cubicBezTo>
                    <a:cubicBezTo>
                      <a:pt x="12" y="21"/>
                      <a:pt x="0" y="34"/>
                      <a:pt x="11" y="44"/>
                    </a:cubicBezTo>
                    <a:cubicBezTo>
                      <a:pt x="14" y="47"/>
                      <a:pt x="17" y="49"/>
                      <a:pt x="21" y="49"/>
                    </a:cubicBezTo>
                    <a:cubicBezTo>
                      <a:pt x="26" y="49"/>
                      <a:pt x="31" y="46"/>
                      <a:pt x="35" y="42"/>
                    </a:cubicBezTo>
                    <a:cubicBezTo>
                      <a:pt x="31" y="38"/>
                      <a:pt x="31" y="38"/>
                      <a:pt x="31" y="38"/>
                    </a:cubicBezTo>
                    <a:cubicBezTo>
                      <a:pt x="28" y="41"/>
                      <a:pt x="24" y="44"/>
                      <a:pt x="20" y="44"/>
                    </a:cubicBezTo>
                    <a:cubicBezTo>
                      <a:pt x="18" y="44"/>
                      <a:pt x="16" y="43"/>
                      <a:pt x="15" y="41"/>
                    </a:cubicBezTo>
                    <a:cubicBezTo>
                      <a:pt x="8" y="34"/>
                      <a:pt x="15" y="26"/>
                      <a:pt x="24" y="17"/>
                    </a:cubicBezTo>
                    <a:cubicBezTo>
                      <a:pt x="42" y="35"/>
                      <a:pt x="42" y="35"/>
                      <a:pt x="42" y="35"/>
                    </a:cubicBezTo>
                    <a:cubicBezTo>
                      <a:pt x="46" y="31"/>
                      <a:pt x="46" y="31"/>
                      <a:pt x="46" y="31"/>
                    </a:cubicBezTo>
                    <a:cubicBezTo>
                      <a:pt x="53" y="24"/>
                      <a:pt x="60" y="13"/>
                      <a:pt x="51" y="4"/>
                    </a:cubicBezTo>
                    <a:cubicBezTo>
                      <a:pt x="48" y="1"/>
                      <a:pt x="45" y="0"/>
                      <a:pt x="42" y="0"/>
                    </a:cubicBezTo>
                  </a:path>
                </a:pathLst>
              </a:custGeom>
              <a:solidFill>
                <a:srgbClr val="F597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7" name="Freeform 513"/>
              <p:cNvSpPr>
                <a:spLocks noEditPoints="1"/>
              </p:cNvSpPr>
              <p:nvPr/>
            </p:nvSpPr>
            <p:spPr bwMode="auto">
              <a:xfrm>
                <a:off x="1760538" y="4568825"/>
                <a:ext cx="271463" cy="222250"/>
              </a:xfrm>
              <a:custGeom>
                <a:avLst/>
                <a:gdLst>
                  <a:gd name="T0" fmla="*/ 32 w 72"/>
                  <a:gd name="T1" fmla="*/ 51 h 59"/>
                  <a:gd name="T2" fmla="*/ 26 w 72"/>
                  <a:gd name="T3" fmla="*/ 49 h 59"/>
                  <a:gd name="T4" fmla="*/ 34 w 72"/>
                  <a:gd name="T5" fmla="*/ 23 h 59"/>
                  <a:gd name="T6" fmla="*/ 52 w 72"/>
                  <a:gd name="T7" fmla="*/ 11 h 59"/>
                  <a:gd name="T8" fmla="*/ 57 w 72"/>
                  <a:gd name="T9" fmla="*/ 14 h 59"/>
                  <a:gd name="T10" fmla="*/ 51 w 72"/>
                  <a:gd name="T11" fmla="*/ 38 h 59"/>
                  <a:gd name="T12" fmla="*/ 32 w 72"/>
                  <a:gd name="T13" fmla="*/ 51 h 59"/>
                  <a:gd name="T14" fmla="*/ 47 w 72"/>
                  <a:gd name="T15" fmla="*/ 0 h 59"/>
                  <a:gd name="T16" fmla="*/ 0 w 72"/>
                  <a:gd name="T17" fmla="*/ 55 h 59"/>
                  <a:gd name="T18" fmla="*/ 4 w 72"/>
                  <a:gd name="T19" fmla="*/ 59 h 59"/>
                  <a:gd name="T20" fmla="*/ 19 w 72"/>
                  <a:gd name="T21" fmla="*/ 41 h 59"/>
                  <a:gd name="T22" fmla="*/ 24 w 72"/>
                  <a:gd name="T23" fmla="*/ 53 h 59"/>
                  <a:gd name="T24" fmla="*/ 33 w 72"/>
                  <a:gd name="T25" fmla="*/ 57 h 59"/>
                  <a:gd name="T26" fmla="*/ 56 w 72"/>
                  <a:gd name="T27" fmla="*/ 41 h 59"/>
                  <a:gd name="T28" fmla="*/ 60 w 72"/>
                  <a:gd name="T29" fmla="*/ 10 h 59"/>
                  <a:gd name="T30" fmla="*/ 52 w 72"/>
                  <a:gd name="T31" fmla="*/ 7 h 59"/>
                  <a:gd name="T32" fmla="*/ 48 w 72"/>
                  <a:gd name="T33" fmla="*/ 7 h 59"/>
                  <a:gd name="T34" fmla="*/ 48 w 72"/>
                  <a:gd name="T35" fmla="*/ 7 h 59"/>
                  <a:gd name="T36" fmla="*/ 51 w 72"/>
                  <a:gd name="T37" fmla="*/ 4 h 59"/>
                  <a:gd name="T38" fmla="*/ 47 w 72"/>
                  <a:gd name="T39"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2" h="59">
                    <a:moveTo>
                      <a:pt x="32" y="51"/>
                    </a:moveTo>
                    <a:cubicBezTo>
                      <a:pt x="30" y="51"/>
                      <a:pt x="28" y="50"/>
                      <a:pt x="26" y="49"/>
                    </a:cubicBezTo>
                    <a:cubicBezTo>
                      <a:pt x="19" y="42"/>
                      <a:pt x="28" y="31"/>
                      <a:pt x="34" y="23"/>
                    </a:cubicBezTo>
                    <a:cubicBezTo>
                      <a:pt x="39" y="18"/>
                      <a:pt x="45" y="11"/>
                      <a:pt x="52" y="11"/>
                    </a:cubicBezTo>
                    <a:cubicBezTo>
                      <a:pt x="53" y="11"/>
                      <a:pt x="55" y="12"/>
                      <a:pt x="57" y="14"/>
                    </a:cubicBezTo>
                    <a:cubicBezTo>
                      <a:pt x="65" y="20"/>
                      <a:pt x="56" y="31"/>
                      <a:pt x="51" y="38"/>
                    </a:cubicBezTo>
                    <a:cubicBezTo>
                      <a:pt x="45" y="45"/>
                      <a:pt x="38" y="51"/>
                      <a:pt x="32" y="51"/>
                    </a:cubicBezTo>
                    <a:moveTo>
                      <a:pt x="47" y="0"/>
                    </a:moveTo>
                    <a:cubicBezTo>
                      <a:pt x="0" y="55"/>
                      <a:pt x="0" y="55"/>
                      <a:pt x="0" y="55"/>
                    </a:cubicBezTo>
                    <a:cubicBezTo>
                      <a:pt x="4" y="59"/>
                      <a:pt x="4" y="59"/>
                      <a:pt x="4" y="59"/>
                    </a:cubicBezTo>
                    <a:cubicBezTo>
                      <a:pt x="19" y="41"/>
                      <a:pt x="19" y="41"/>
                      <a:pt x="19" y="41"/>
                    </a:cubicBezTo>
                    <a:cubicBezTo>
                      <a:pt x="19" y="46"/>
                      <a:pt x="20" y="50"/>
                      <a:pt x="24" y="53"/>
                    </a:cubicBezTo>
                    <a:cubicBezTo>
                      <a:pt x="27" y="56"/>
                      <a:pt x="30" y="57"/>
                      <a:pt x="33" y="57"/>
                    </a:cubicBezTo>
                    <a:cubicBezTo>
                      <a:pt x="41" y="57"/>
                      <a:pt x="49" y="49"/>
                      <a:pt x="56" y="41"/>
                    </a:cubicBezTo>
                    <a:cubicBezTo>
                      <a:pt x="63" y="32"/>
                      <a:pt x="72" y="19"/>
                      <a:pt x="60" y="10"/>
                    </a:cubicBezTo>
                    <a:cubicBezTo>
                      <a:pt x="58" y="8"/>
                      <a:pt x="55" y="7"/>
                      <a:pt x="52" y="7"/>
                    </a:cubicBezTo>
                    <a:cubicBezTo>
                      <a:pt x="51" y="7"/>
                      <a:pt x="49" y="7"/>
                      <a:pt x="48" y="7"/>
                    </a:cubicBezTo>
                    <a:cubicBezTo>
                      <a:pt x="48" y="7"/>
                      <a:pt x="48" y="7"/>
                      <a:pt x="48" y="7"/>
                    </a:cubicBezTo>
                    <a:cubicBezTo>
                      <a:pt x="51" y="4"/>
                      <a:pt x="51" y="4"/>
                      <a:pt x="51" y="4"/>
                    </a:cubicBezTo>
                    <a:cubicBezTo>
                      <a:pt x="47" y="0"/>
                      <a:pt x="47" y="0"/>
                      <a:pt x="47" y="0"/>
                    </a:cubicBezTo>
                  </a:path>
                </a:pathLst>
              </a:custGeom>
              <a:solidFill>
                <a:srgbClr val="F597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 name="组合 5"/>
            <p:cNvGrpSpPr/>
            <p:nvPr/>
          </p:nvGrpSpPr>
          <p:grpSpPr>
            <a:xfrm>
              <a:off x="3041650" y="4945063"/>
              <a:ext cx="893763" cy="646112"/>
              <a:chOff x="3041650" y="4945063"/>
              <a:chExt cx="893763" cy="646112"/>
            </a:xfrm>
          </p:grpSpPr>
          <p:sp>
            <p:nvSpPr>
              <p:cNvPr id="495" name="Freeform 491"/>
              <p:cNvSpPr>
                <a:spLocks noEditPoints="1"/>
              </p:cNvSpPr>
              <p:nvPr/>
            </p:nvSpPr>
            <p:spPr bwMode="auto">
              <a:xfrm>
                <a:off x="3041650" y="5049838"/>
                <a:ext cx="319088" cy="541337"/>
              </a:xfrm>
              <a:custGeom>
                <a:avLst/>
                <a:gdLst>
                  <a:gd name="T0" fmla="*/ 171 w 201"/>
                  <a:gd name="T1" fmla="*/ 0 h 341"/>
                  <a:gd name="T2" fmla="*/ 171 w 201"/>
                  <a:gd name="T3" fmla="*/ 220 h 341"/>
                  <a:gd name="T4" fmla="*/ 201 w 201"/>
                  <a:gd name="T5" fmla="*/ 220 h 341"/>
                  <a:gd name="T6" fmla="*/ 201 w 201"/>
                  <a:gd name="T7" fmla="*/ 272 h 341"/>
                  <a:gd name="T8" fmla="*/ 171 w 201"/>
                  <a:gd name="T9" fmla="*/ 272 h 341"/>
                  <a:gd name="T10" fmla="*/ 171 w 201"/>
                  <a:gd name="T11" fmla="*/ 341 h 341"/>
                  <a:gd name="T12" fmla="*/ 109 w 201"/>
                  <a:gd name="T13" fmla="*/ 341 h 341"/>
                  <a:gd name="T14" fmla="*/ 109 w 201"/>
                  <a:gd name="T15" fmla="*/ 272 h 341"/>
                  <a:gd name="T16" fmla="*/ 0 w 201"/>
                  <a:gd name="T17" fmla="*/ 272 h 341"/>
                  <a:gd name="T18" fmla="*/ 0 w 201"/>
                  <a:gd name="T19" fmla="*/ 211 h 341"/>
                  <a:gd name="T20" fmla="*/ 97 w 201"/>
                  <a:gd name="T21" fmla="*/ 0 h 341"/>
                  <a:gd name="T22" fmla="*/ 171 w 201"/>
                  <a:gd name="T23" fmla="*/ 0 h 341"/>
                  <a:gd name="T24" fmla="*/ 109 w 201"/>
                  <a:gd name="T25" fmla="*/ 78 h 341"/>
                  <a:gd name="T26" fmla="*/ 45 w 201"/>
                  <a:gd name="T27" fmla="*/ 220 h 341"/>
                  <a:gd name="T28" fmla="*/ 109 w 201"/>
                  <a:gd name="T29" fmla="*/ 220 h 341"/>
                  <a:gd name="T30" fmla="*/ 109 w 201"/>
                  <a:gd name="T31" fmla="*/ 78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1" h="341">
                    <a:moveTo>
                      <a:pt x="171" y="0"/>
                    </a:moveTo>
                    <a:lnTo>
                      <a:pt x="171" y="220"/>
                    </a:lnTo>
                    <a:lnTo>
                      <a:pt x="201" y="220"/>
                    </a:lnTo>
                    <a:lnTo>
                      <a:pt x="201" y="272"/>
                    </a:lnTo>
                    <a:lnTo>
                      <a:pt x="171" y="272"/>
                    </a:lnTo>
                    <a:lnTo>
                      <a:pt x="171" y="341"/>
                    </a:lnTo>
                    <a:lnTo>
                      <a:pt x="109" y="341"/>
                    </a:lnTo>
                    <a:lnTo>
                      <a:pt x="109" y="272"/>
                    </a:lnTo>
                    <a:lnTo>
                      <a:pt x="0" y="272"/>
                    </a:lnTo>
                    <a:lnTo>
                      <a:pt x="0" y="211"/>
                    </a:lnTo>
                    <a:lnTo>
                      <a:pt x="97" y="0"/>
                    </a:lnTo>
                    <a:lnTo>
                      <a:pt x="171" y="0"/>
                    </a:lnTo>
                    <a:close/>
                    <a:moveTo>
                      <a:pt x="109" y="78"/>
                    </a:moveTo>
                    <a:lnTo>
                      <a:pt x="45" y="220"/>
                    </a:lnTo>
                    <a:lnTo>
                      <a:pt x="109" y="220"/>
                    </a:lnTo>
                    <a:lnTo>
                      <a:pt x="109" y="7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8" name="Freeform 514"/>
              <p:cNvSpPr>
                <a:spLocks/>
              </p:cNvSpPr>
              <p:nvPr/>
            </p:nvSpPr>
            <p:spPr bwMode="auto">
              <a:xfrm>
                <a:off x="3436938" y="5030788"/>
                <a:ext cx="134938" cy="211137"/>
              </a:xfrm>
              <a:custGeom>
                <a:avLst/>
                <a:gdLst>
                  <a:gd name="T0" fmla="*/ 16 w 36"/>
                  <a:gd name="T1" fmla="*/ 0 h 56"/>
                  <a:gd name="T2" fmla="*/ 12 w 36"/>
                  <a:gd name="T3" fmla="*/ 0 h 56"/>
                  <a:gd name="T4" fmla="*/ 1 w 36"/>
                  <a:gd name="T5" fmla="*/ 16 h 56"/>
                  <a:gd name="T6" fmla="*/ 16 w 36"/>
                  <a:gd name="T7" fmla="*/ 28 h 56"/>
                  <a:gd name="T8" fmla="*/ 29 w 36"/>
                  <a:gd name="T9" fmla="*/ 39 h 56"/>
                  <a:gd name="T10" fmla="*/ 22 w 36"/>
                  <a:gd name="T11" fmla="*/ 51 h 56"/>
                  <a:gd name="T12" fmla="*/ 19 w 36"/>
                  <a:gd name="T13" fmla="*/ 51 h 56"/>
                  <a:gd name="T14" fmla="*/ 10 w 36"/>
                  <a:gd name="T15" fmla="*/ 41 h 56"/>
                  <a:gd name="T16" fmla="*/ 4 w 36"/>
                  <a:gd name="T17" fmla="*/ 42 h 56"/>
                  <a:gd name="T18" fmla="*/ 18 w 36"/>
                  <a:gd name="T19" fmla="*/ 56 h 56"/>
                  <a:gd name="T20" fmla="*/ 22 w 36"/>
                  <a:gd name="T21" fmla="*/ 56 h 56"/>
                  <a:gd name="T22" fmla="*/ 35 w 36"/>
                  <a:gd name="T23" fmla="*/ 38 h 56"/>
                  <a:gd name="T24" fmla="*/ 16 w 36"/>
                  <a:gd name="T25" fmla="*/ 22 h 56"/>
                  <a:gd name="T26" fmla="*/ 7 w 36"/>
                  <a:gd name="T27" fmla="*/ 14 h 56"/>
                  <a:gd name="T28" fmla="*/ 13 w 36"/>
                  <a:gd name="T29" fmla="*/ 5 h 56"/>
                  <a:gd name="T30" fmla="*/ 15 w 36"/>
                  <a:gd name="T31" fmla="*/ 5 h 56"/>
                  <a:gd name="T32" fmla="*/ 24 w 36"/>
                  <a:gd name="T33" fmla="*/ 13 h 56"/>
                  <a:gd name="T34" fmla="*/ 29 w 36"/>
                  <a:gd name="T35" fmla="*/ 12 h 56"/>
                  <a:gd name="T36" fmla="*/ 16 w 36"/>
                  <a:gd name="T3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6" h="56">
                    <a:moveTo>
                      <a:pt x="16" y="0"/>
                    </a:moveTo>
                    <a:cubicBezTo>
                      <a:pt x="15" y="0"/>
                      <a:pt x="14" y="0"/>
                      <a:pt x="12" y="0"/>
                    </a:cubicBezTo>
                    <a:cubicBezTo>
                      <a:pt x="4" y="1"/>
                      <a:pt x="0" y="7"/>
                      <a:pt x="1" y="16"/>
                    </a:cubicBezTo>
                    <a:cubicBezTo>
                      <a:pt x="2" y="24"/>
                      <a:pt x="10" y="27"/>
                      <a:pt x="16" y="28"/>
                    </a:cubicBezTo>
                    <a:cubicBezTo>
                      <a:pt x="22" y="30"/>
                      <a:pt x="28" y="32"/>
                      <a:pt x="29" y="39"/>
                    </a:cubicBezTo>
                    <a:cubicBezTo>
                      <a:pt x="30" y="45"/>
                      <a:pt x="27" y="50"/>
                      <a:pt x="22" y="51"/>
                    </a:cubicBezTo>
                    <a:cubicBezTo>
                      <a:pt x="21" y="51"/>
                      <a:pt x="20" y="51"/>
                      <a:pt x="19" y="51"/>
                    </a:cubicBezTo>
                    <a:cubicBezTo>
                      <a:pt x="14" y="51"/>
                      <a:pt x="11" y="47"/>
                      <a:pt x="10" y="41"/>
                    </a:cubicBezTo>
                    <a:cubicBezTo>
                      <a:pt x="4" y="42"/>
                      <a:pt x="4" y="42"/>
                      <a:pt x="4" y="42"/>
                    </a:cubicBezTo>
                    <a:cubicBezTo>
                      <a:pt x="6" y="51"/>
                      <a:pt x="10" y="56"/>
                      <a:pt x="18" y="56"/>
                    </a:cubicBezTo>
                    <a:cubicBezTo>
                      <a:pt x="20" y="56"/>
                      <a:pt x="21" y="56"/>
                      <a:pt x="22" y="56"/>
                    </a:cubicBezTo>
                    <a:cubicBezTo>
                      <a:pt x="32" y="54"/>
                      <a:pt x="36" y="48"/>
                      <a:pt x="35" y="38"/>
                    </a:cubicBezTo>
                    <a:cubicBezTo>
                      <a:pt x="33" y="27"/>
                      <a:pt x="25" y="25"/>
                      <a:pt x="16" y="22"/>
                    </a:cubicBezTo>
                    <a:cubicBezTo>
                      <a:pt x="11" y="21"/>
                      <a:pt x="7" y="19"/>
                      <a:pt x="7" y="14"/>
                    </a:cubicBezTo>
                    <a:cubicBezTo>
                      <a:pt x="6" y="9"/>
                      <a:pt x="8" y="6"/>
                      <a:pt x="13" y="5"/>
                    </a:cubicBezTo>
                    <a:cubicBezTo>
                      <a:pt x="14" y="5"/>
                      <a:pt x="14" y="5"/>
                      <a:pt x="15" y="5"/>
                    </a:cubicBezTo>
                    <a:cubicBezTo>
                      <a:pt x="20" y="5"/>
                      <a:pt x="23" y="8"/>
                      <a:pt x="24" y="13"/>
                    </a:cubicBezTo>
                    <a:cubicBezTo>
                      <a:pt x="29" y="12"/>
                      <a:pt x="29" y="12"/>
                      <a:pt x="29" y="12"/>
                    </a:cubicBezTo>
                    <a:cubicBezTo>
                      <a:pt x="28" y="4"/>
                      <a:pt x="23" y="0"/>
                      <a:pt x="16" y="0"/>
                    </a:cubicBezTo>
                  </a:path>
                </a:pathLst>
              </a:custGeom>
              <a:solidFill>
                <a:srgbClr val="C49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9" name="Freeform 515"/>
              <p:cNvSpPr>
                <a:spLocks/>
              </p:cNvSpPr>
              <p:nvPr/>
            </p:nvSpPr>
            <p:spPr bwMode="auto">
              <a:xfrm>
                <a:off x="3549650" y="4959350"/>
                <a:ext cx="104775" cy="260350"/>
              </a:xfrm>
              <a:custGeom>
                <a:avLst/>
                <a:gdLst>
                  <a:gd name="T0" fmla="*/ 7 w 28"/>
                  <a:gd name="T1" fmla="*/ 0 h 69"/>
                  <a:gd name="T2" fmla="*/ 1 w 28"/>
                  <a:gd name="T3" fmla="*/ 1 h 69"/>
                  <a:gd name="T4" fmla="*/ 4 w 28"/>
                  <a:gd name="T5" fmla="*/ 16 h 69"/>
                  <a:gd name="T6" fmla="*/ 0 w 28"/>
                  <a:gd name="T7" fmla="*/ 17 h 69"/>
                  <a:gd name="T8" fmla="*/ 1 w 28"/>
                  <a:gd name="T9" fmla="*/ 22 h 69"/>
                  <a:gd name="T10" fmla="*/ 5 w 28"/>
                  <a:gd name="T11" fmla="*/ 21 h 69"/>
                  <a:gd name="T12" fmla="*/ 14 w 28"/>
                  <a:gd name="T13" fmla="*/ 62 h 69"/>
                  <a:gd name="T14" fmla="*/ 22 w 28"/>
                  <a:gd name="T15" fmla="*/ 69 h 69"/>
                  <a:gd name="T16" fmla="*/ 23 w 28"/>
                  <a:gd name="T17" fmla="*/ 69 h 69"/>
                  <a:gd name="T18" fmla="*/ 28 w 28"/>
                  <a:gd name="T19" fmla="*/ 67 h 69"/>
                  <a:gd name="T20" fmla="*/ 27 w 28"/>
                  <a:gd name="T21" fmla="*/ 62 h 69"/>
                  <a:gd name="T22" fmla="*/ 25 w 28"/>
                  <a:gd name="T23" fmla="*/ 63 h 69"/>
                  <a:gd name="T24" fmla="*/ 23 w 28"/>
                  <a:gd name="T25" fmla="*/ 63 h 69"/>
                  <a:gd name="T26" fmla="*/ 19 w 28"/>
                  <a:gd name="T27" fmla="*/ 60 h 69"/>
                  <a:gd name="T28" fmla="*/ 11 w 28"/>
                  <a:gd name="T29" fmla="*/ 20 h 69"/>
                  <a:gd name="T30" fmla="*/ 18 w 28"/>
                  <a:gd name="T31" fmla="*/ 19 h 69"/>
                  <a:gd name="T32" fmla="*/ 17 w 28"/>
                  <a:gd name="T33" fmla="*/ 14 h 69"/>
                  <a:gd name="T34" fmla="*/ 10 w 28"/>
                  <a:gd name="T35" fmla="*/ 15 h 69"/>
                  <a:gd name="T36" fmla="*/ 7 w 28"/>
                  <a:gd name="T37"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8" h="69">
                    <a:moveTo>
                      <a:pt x="7" y="0"/>
                    </a:moveTo>
                    <a:cubicBezTo>
                      <a:pt x="1" y="1"/>
                      <a:pt x="1" y="1"/>
                      <a:pt x="1" y="1"/>
                    </a:cubicBezTo>
                    <a:cubicBezTo>
                      <a:pt x="4" y="16"/>
                      <a:pt x="4" y="16"/>
                      <a:pt x="4" y="16"/>
                    </a:cubicBezTo>
                    <a:cubicBezTo>
                      <a:pt x="0" y="17"/>
                      <a:pt x="0" y="17"/>
                      <a:pt x="0" y="17"/>
                    </a:cubicBezTo>
                    <a:cubicBezTo>
                      <a:pt x="1" y="22"/>
                      <a:pt x="1" y="22"/>
                      <a:pt x="1" y="22"/>
                    </a:cubicBezTo>
                    <a:cubicBezTo>
                      <a:pt x="5" y="21"/>
                      <a:pt x="5" y="21"/>
                      <a:pt x="5" y="21"/>
                    </a:cubicBezTo>
                    <a:cubicBezTo>
                      <a:pt x="14" y="62"/>
                      <a:pt x="14" y="62"/>
                      <a:pt x="14" y="62"/>
                    </a:cubicBezTo>
                    <a:cubicBezTo>
                      <a:pt x="15" y="67"/>
                      <a:pt x="18" y="69"/>
                      <a:pt x="22" y="69"/>
                    </a:cubicBezTo>
                    <a:cubicBezTo>
                      <a:pt x="22" y="69"/>
                      <a:pt x="23" y="69"/>
                      <a:pt x="23" y="69"/>
                    </a:cubicBezTo>
                    <a:cubicBezTo>
                      <a:pt x="25" y="68"/>
                      <a:pt x="27" y="68"/>
                      <a:pt x="28" y="67"/>
                    </a:cubicBezTo>
                    <a:cubicBezTo>
                      <a:pt x="27" y="62"/>
                      <a:pt x="27" y="62"/>
                      <a:pt x="27" y="62"/>
                    </a:cubicBezTo>
                    <a:cubicBezTo>
                      <a:pt x="27" y="63"/>
                      <a:pt x="26" y="63"/>
                      <a:pt x="25" y="63"/>
                    </a:cubicBezTo>
                    <a:cubicBezTo>
                      <a:pt x="24" y="63"/>
                      <a:pt x="24" y="63"/>
                      <a:pt x="23" y="63"/>
                    </a:cubicBezTo>
                    <a:cubicBezTo>
                      <a:pt x="21" y="63"/>
                      <a:pt x="20" y="62"/>
                      <a:pt x="19" y="60"/>
                    </a:cubicBezTo>
                    <a:cubicBezTo>
                      <a:pt x="11" y="20"/>
                      <a:pt x="11" y="20"/>
                      <a:pt x="11" y="20"/>
                    </a:cubicBezTo>
                    <a:cubicBezTo>
                      <a:pt x="18" y="19"/>
                      <a:pt x="18" y="19"/>
                      <a:pt x="18" y="19"/>
                    </a:cubicBezTo>
                    <a:cubicBezTo>
                      <a:pt x="17" y="14"/>
                      <a:pt x="17" y="14"/>
                      <a:pt x="17" y="14"/>
                    </a:cubicBezTo>
                    <a:cubicBezTo>
                      <a:pt x="10" y="15"/>
                      <a:pt x="10" y="15"/>
                      <a:pt x="10" y="15"/>
                    </a:cubicBezTo>
                    <a:cubicBezTo>
                      <a:pt x="7" y="0"/>
                      <a:pt x="7" y="0"/>
                      <a:pt x="7" y="0"/>
                    </a:cubicBezTo>
                  </a:path>
                </a:pathLst>
              </a:custGeom>
              <a:solidFill>
                <a:srgbClr val="C49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0" name="Freeform 516"/>
              <p:cNvSpPr>
                <a:spLocks noEditPoints="1"/>
              </p:cNvSpPr>
              <p:nvPr/>
            </p:nvSpPr>
            <p:spPr bwMode="auto">
              <a:xfrm>
                <a:off x="3621088" y="4989513"/>
                <a:ext cx="153988" cy="207962"/>
              </a:xfrm>
              <a:custGeom>
                <a:avLst/>
                <a:gdLst>
                  <a:gd name="T0" fmla="*/ 11 w 41"/>
                  <a:gd name="T1" fmla="*/ 25 h 55"/>
                  <a:gd name="T2" fmla="*/ 15 w 41"/>
                  <a:gd name="T3" fmla="*/ 5 h 55"/>
                  <a:gd name="T4" fmla="*/ 18 w 41"/>
                  <a:gd name="T5" fmla="*/ 5 h 55"/>
                  <a:gd name="T6" fmla="*/ 29 w 41"/>
                  <a:gd name="T7" fmla="*/ 20 h 55"/>
                  <a:gd name="T8" fmla="*/ 11 w 41"/>
                  <a:gd name="T9" fmla="*/ 25 h 55"/>
                  <a:gd name="T10" fmla="*/ 18 w 41"/>
                  <a:gd name="T11" fmla="*/ 0 h 55"/>
                  <a:gd name="T12" fmla="*/ 14 w 41"/>
                  <a:gd name="T13" fmla="*/ 0 h 55"/>
                  <a:gd name="T14" fmla="*/ 6 w 41"/>
                  <a:gd name="T15" fmla="*/ 32 h 55"/>
                  <a:gd name="T16" fmla="*/ 25 w 41"/>
                  <a:gd name="T17" fmla="*/ 55 h 55"/>
                  <a:gd name="T18" fmla="*/ 29 w 41"/>
                  <a:gd name="T19" fmla="*/ 55 h 55"/>
                  <a:gd name="T20" fmla="*/ 39 w 41"/>
                  <a:gd name="T21" fmla="*/ 33 h 55"/>
                  <a:gd name="T22" fmla="*/ 33 w 41"/>
                  <a:gd name="T23" fmla="*/ 34 h 55"/>
                  <a:gd name="T24" fmla="*/ 28 w 41"/>
                  <a:gd name="T25" fmla="*/ 50 h 55"/>
                  <a:gd name="T26" fmla="*/ 25 w 41"/>
                  <a:gd name="T27" fmla="*/ 50 h 55"/>
                  <a:gd name="T28" fmla="*/ 12 w 41"/>
                  <a:gd name="T29" fmla="*/ 30 h 55"/>
                  <a:gd name="T30" fmla="*/ 36 w 41"/>
                  <a:gd name="T31" fmla="*/ 23 h 55"/>
                  <a:gd name="T32" fmla="*/ 35 w 41"/>
                  <a:gd name="T33" fmla="*/ 18 h 55"/>
                  <a:gd name="T34" fmla="*/ 18 w 41"/>
                  <a:gd name="T35"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1" h="55">
                    <a:moveTo>
                      <a:pt x="11" y="25"/>
                    </a:moveTo>
                    <a:cubicBezTo>
                      <a:pt x="9" y="19"/>
                      <a:pt x="7" y="7"/>
                      <a:pt x="15" y="5"/>
                    </a:cubicBezTo>
                    <a:cubicBezTo>
                      <a:pt x="16" y="5"/>
                      <a:pt x="17" y="5"/>
                      <a:pt x="18" y="5"/>
                    </a:cubicBezTo>
                    <a:cubicBezTo>
                      <a:pt x="25" y="5"/>
                      <a:pt x="28" y="14"/>
                      <a:pt x="29" y="20"/>
                    </a:cubicBezTo>
                    <a:cubicBezTo>
                      <a:pt x="11" y="25"/>
                      <a:pt x="11" y="25"/>
                      <a:pt x="11" y="25"/>
                    </a:cubicBezTo>
                    <a:moveTo>
                      <a:pt x="18" y="0"/>
                    </a:moveTo>
                    <a:cubicBezTo>
                      <a:pt x="17" y="0"/>
                      <a:pt x="16" y="0"/>
                      <a:pt x="14" y="0"/>
                    </a:cubicBezTo>
                    <a:cubicBezTo>
                      <a:pt x="0" y="4"/>
                      <a:pt x="4" y="21"/>
                      <a:pt x="6" y="32"/>
                    </a:cubicBezTo>
                    <a:cubicBezTo>
                      <a:pt x="9" y="41"/>
                      <a:pt x="13" y="55"/>
                      <a:pt x="25" y="55"/>
                    </a:cubicBezTo>
                    <a:cubicBezTo>
                      <a:pt x="26" y="55"/>
                      <a:pt x="27" y="55"/>
                      <a:pt x="29" y="55"/>
                    </a:cubicBezTo>
                    <a:cubicBezTo>
                      <a:pt x="39" y="52"/>
                      <a:pt x="41" y="42"/>
                      <a:pt x="39" y="33"/>
                    </a:cubicBezTo>
                    <a:cubicBezTo>
                      <a:pt x="33" y="34"/>
                      <a:pt x="33" y="34"/>
                      <a:pt x="33" y="34"/>
                    </a:cubicBezTo>
                    <a:cubicBezTo>
                      <a:pt x="34" y="41"/>
                      <a:pt x="35" y="48"/>
                      <a:pt x="28" y="50"/>
                    </a:cubicBezTo>
                    <a:cubicBezTo>
                      <a:pt x="27" y="50"/>
                      <a:pt x="26" y="50"/>
                      <a:pt x="25" y="50"/>
                    </a:cubicBezTo>
                    <a:cubicBezTo>
                      <a:pt x="18" y="50"/>
                      <a:pt x="15" y="41"/>
                      <a:pt x="12" y="30"/>
                    </a:cubicBezTo>
                    <a:cubicBezTo>
                      <a:pt x="36" y="23"/>
                      <a:pt x="36" y="23"/>
                      <a:pt x="36" y="23"/>
                    </a:cubicBezTo>
                    <a:cubicBezTo>
                      <a:pt x="35" y="18"/>
                      <a:pt x="35" y="18"/>
                      <a:pt x="35" y="18"/>
                    </a:cubicBezTo>
                    <a:cubicBezTo>
                      <a:pt x="33" y="9"/>
                      <a:pt x="28" y="0"/>
                      <a:pt x="18" y="0"/>
                    </a:cubicBezTo>
                  </a:path>
                </a:pathLst>
              </a:custGeom>
              <a:solidFill>
                <a:srgbClr val="C49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1" name="Freeform 517"/>
              <p:cNvSpPr>
                <a:spLocks noEditPoints="1"/>
              </p:cNvSpPr>
              <p:nvPr/>
            </p:nvSpPr>
            <p:spPr bwMode="auto">
              <a:xfrm>
                <a:off x="3756025" y="4945063"/>
                <a:ext cx="179388" cy="285750"/>
              </a:xfrm>
              <a:custGeom>
                <a:avLst/>
                <a:gdLst>
                  <a:gd name="T0" fmla="*/ 29 w 48"/>
                  <a:gd name="T1" fmla="*/ 50 h 76"/>
                  <a:gd name="T2" fmla="*/ 14 w 48"/>
                  <a:gd name="T3" fmla="*/ 30 h 76"/>
                  <a:gd name="T4" fmla="*/ 17 w 48"/>
                  <a:gd name="T5" fmla="*/ 6 h 76"/>
                  <a:gd name="T6" fmla="*/ 20 w 48"/>
                  <a:gd name="T7" fmla="*/ 5 h 76"/>
                  <a:gd name="T8" fmla="*/ 35 w 48"/>
                  <a:gd name="T9" fmla="*/ 23 h 76"/>
                  <a:gd name="T10" fmla="*/ 32 w 48"/>
                  <a:gd name="T11" fmla="*/ 50 h 76"/>
                  <a:gd name="T12" fmla="*/ 29 w 48"/>
                  <a:gd name="T13" fmla="*/ 50 h 76"/>
                  <a:gd name="T14" fmla="*/ 21 w 48"/>
                  <a:gd name="T15" fmla="*/ 0 h 76"/>
                  <a:gd name="T16" fmla="*/ 15 w 48"/>
                  <a:gd name="T17" fmla="*/ 1 h 76"/>
                  <a:gd name="T18" fmla="*/ 7 w 48"/>
                  <a:gd name="T19" fmla="*/ 10 h 76"/>
                  <a:gd name="T20" fmla="*/ 7 w 48"/>
                  <a:gd name="T21" fmla="*/ 10 h 76"/>
                  <a:gd name="T22" fmla="*/ 5 w 48"/>
                  <a:gd name="T23" fmla="*/ 6 h 76"/>
                  <a:gd name="T24" fmla="*/ 0 w 48"/>
                  <a:gd name="T25" fmla="*/ 8 h 76"/>
                  <a:gd name="T26" fmla="*/ 24 w 48"/>
                  <a:gd name="T27" fmla="*/ 76 h 76"/>
                  <a:gd name="T28" fmla="*/ 29 w 48"/>
                  <a:gd name="T29" fmla="*/ 74 h 76"/>
                  <a:gd name="T30" fmla="*/ 22 w 48"/>
                  <a:gd name="T31" fmla="*/ 52 h 76"/>
                  <a:gd name="T32" fmla="*/ 30 w 48"/>
                  <a:gd name="T33" fmla="*/ 55 h 76"/>
                  <a:gd name="T34" fmla="*/ 34 w 48"/>
                  <a:gd name="T35" fmla="*/ 54 h 76"/>
                  <a:gd name="T36" fmla="*/ 40 w 48"/>
                  <a:gd name="T37" fmla="*/ 21 h 76"/>
                  <a:gd name="T38" fmla="*/ 21 w 48"/>
                  <a:gd name="T39"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8" h="76">
                    <a:moveTo>
                      <a:pt x="29" y="50"/>
                    </a:moveTo>
                    <a:cubicBezTo>
                      <a:pt x="22" y="50"/>
                      <a:pt x="17" y="39"/>
                      <a:pt x="14" y="30"/>
                    </a:cubicBezTo>
                    <a:cubicBezTo>
                      <a:pt x="11" y="22"/>
                      <a:pt x="7" y="9"/>
                      <a:pt x="17" y="6"/>
                    </a:cubicBezTo>
                    <a:cubicBezTo>
                      <a:pt x="18" y="5"/>
                      <a:pt x="19" y="5"/>
                      <a:pt x="20" y="5"/>
                    </a:cubicBezTo>
                    <a:cubicBezTo>
                      <a:pt x="28" y="5"/>
                      <a:pt x="32" y="16"/>
                      <a:pt x="35" y="23"/>
                    </a:cubicBezTo>
                    <a:cubicBezTo>
                      <a:pt x="39" y="35"/>
                      <a:pt x="41" y="46"/>
                      <a:pt x="32" y="50"/>
                    </a:cubicBezTo>
                    <a:cubicBezTo>
                      <a:pt x="31" y="50"/>
                      <a:pt x="30" y="50"/>
                      <a:pt x="29" y="50"/>
                    </a:cubicBezTo>
                    <a:moveTo>
                      <a:pt x="21" y="0"/>
                    </a:moveTo>
                    <a:cubicBezTo>
                      <a:pt x="19" y="0"/>
                      <a:pt x="17" y="0"/>
                      <a:pt x="15" y="1"/>
                    </a:cubicBezTo>
                    <a:cubicBezTo>
                      <a:pt x="11" y="2"/>
                      <a:pt x="8" y="6"/>
                      <a:pt x="7" y="10"/>
                    </a:cubicBezTo>
                    <a:cubicBezTo>
                      <a:pt x="7" y="10"/>
                      <a:pt x="7" y="10"/>
                      <a:pt x="7" y="10"/>
                    </a:cubicBezTo>
                    <a:cubicBezTo>
                      <a:pt x="5" y="6"/>
                      <a:pt x="5" y="6"/>
                      <a:pt x="5" y="6"/>
                    </a:cubicBezTo>
                    <a:cubicBezTo>
                      <a:pt x="0" y="8"/>
                      <a:pt x="0" y="8"/>
                      <a:pt x="0" y="8"/>
                    </a:cubicBezTo>
                    <a:cubicBezTo>
                      <a:pt x="24" y="76"/>
                      <a:pt x="24" y="76"/>
                      <a:pt x="24" y="76"/>
                    </a:cubicBezTo>
                    <a:cubicBezTo>
                      <a:pt x="29" y="74"/>
                      <a:pt x="29" y="74"/>
                      <a:pt x="29" y="74"/>
                    </a:cubicBezTo>
                    <a:cubicBezTo>
                      <a:pt x="22" y="52"/>
                      <a:pt x="22" y="52"/>
                      <a:pt x="22" y="52"/>
                    </a:cubicBezTo>
                    <a:cubicBezTo>
                      <a:pt x="24" y="54"/>
                      <a:pt x="27" y="55"/>
                      <a:pt x="30" y="55"/>
                    </a:cubicBezTo>
                    <a:cubicBezTo>
                      <a:pt x="31" y="55"/>
                      <a:pt x="33" y="55"/>
                      <a:pt x="34" y="54"/>
                    </a:cubicBezTo>
                    <a:cubicBezTo>
                      <a:pt x="48" y="49"/>
                      <a:pt x="45" y="34"/>
                      <a:pt x="40" y="21"/>
                    </a:cubicBezTo>
                    <a:cubicBezTo>
                      <a:pt x="37" y="11"/>
                      <a:pt x="31" y="0"/>
                      <a:pt x="21" y="0"/>
                    </a:cubicBezTo>
                  </a:path>
                </a:pathLst>
              </a:custGeom>
              <a:solidFill>
                <a:srgbClr val="C49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 name="组合 4"/>
            <p:cNvGrpSpPr/>
            <p:nvPr/>
          </p:nvGrpSpPr>
          <p:grpSpPr>
            <a:xfrm>
              <a:off x="4748213" y="3490913"/>
              <a:ext cx="581025" cy="1003300"/>
              <a:chOff x="4748213" y="3490913"/>
              <a:chExt cx="581025" cy="1003300"/>
            </a:xfrm>
          </p:grpSpPr>
          <p:sp>
            <p:nvSpPr>
              <p:cNvPr id="497" name="Freeform 493"/>
              <p:cNvSpPr>
                <a:spLocks/>
              </p:cNvSpPr>
              <p:nvPr/>
            </p:nvSpPr>
            <p:spPr bwMode="auto">
              <a:xfrm>
                <a:off x="4748213" y="4017963"/>
                <a:ext cx="581025" cy="476250"/>
              </a:xfrm>
              <a:custGeom>
                <a:avLst/>
                <a:gdLst>
                  <a:gd name="T0" fmla="*/ 58 w 155"/>
                  <a:gd name="T1" fmla="*/ 70 h 127"/>
                  <a:gd name="T2" fmla="*/ 62 w 155"/>
                  <a:gd name="T3" fmla="*/ 63 h 127"/>
                  <a:gd name="T4" fmla="*/ 51 w 155"/>
                  <a:gd name="T5" fmla="*/ 35 h 127"/>
                  <a:gd name="T6" fmla="*/ 31 w 155"/>
                  <a:gd name="T7" fmla="*/ 39 h 127"/>
                  <a:gd name="T8" fmla="*/ 39 w 155"/>
                  <a:gd name="T9" fmla="*/ 59 h 127"/>
                  <a:gd name="T10" fmla="*/ 43 w 155"/>
                  <a:gd name="T11" fmla="*/ 62 h 127"/>
                  <a:gd name="T12" fmla="*/ 31 w 155"/>
                  <a:gd name="T13" fmla="*/ 83 h 127"/>
                  <a:gd name="T14" fmla="*/ 26 w 155"/>
                  <a:gd name="T15" fmla="*/ 80 h 127"/>
                  <a:gd name="T16" fmla="*/ 12 w 155"/>
                  <a:gd name="T17" fmla="*/ 28 h 127"/>
                  <a:gd name="T18" fmla="*/ 63 w 155"/>
                  <a:gd name="T19" fmla="*/ 12 h 127"/>
                  <a:gd name="T20" fmla="*/ 81 w 155"/>
                  <a:gd name="T21" fmla="*/ 46 h 127"/>
                  <a:gd name="T22" fmla="*/ 124 w 155"/>
                  <a:gd name="T23" fmla="*/ 45 h 127"/>
                  <a:gd name="T24" fmla="*/ 142 w 155"/>
                  <a:gd name="T25" fmla="*/ 103 h 127"/>
                  <a:gd name="T26" fmla="*/ 89 w 155"/>
                  <a:gd name="T27" fmla="*/ 116 h 127"/>
                  <a:gd name="T28" fmla="*/ 81 w 155"/>
                  <a:gd name="T29" fmla="*/ 112 h 127"/>
                  <a:gd name="T30" fmla="*/ 94 w 155"/>
                  <a:gd name="T31" fmla="*/ 91 h 127"/>
                  <a:gd name="T32" fmla="*/ 98 w 155"/>
                  <a:gd name="T33" fmla="*/ 93 h 127"/>
                  <a:gd name="T34" fmla="*/ 123 w 155"/>
                  <a:gd name="T35" fmla="*/ 92 h 127"/>
                  <a:gd name="T36" fmla="*/ 110 w 155"/>
                  <a:gd name="T37" fmla="*/ 68 h 127"/>
                  <a:gd name="T38" fmla="*/ 81 w 155"/>
                  <a:gd name="T39" fmla="*/ 70 h 127"/>
                  <a:gd name="T40" fmla="*/ 75 w 155"/>
                  <a:gd name="T41" fmla="*/ 80 h 127"/>
                  <a:gd name="T42" fmla="*/ 58 w 155"/>
                  <a:gd name="T43" fmla="*/ 7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5" h="127">
                    <a:moveTo>
                      <a:pt x="58" y="70"/>
                    </a:moveTo>
                    <a:cubicBezTo>
                      <a:pt x="62" y="63"/>
                      <a:pt x="62" y="63"/>
                      <a:pt x="62" y="63"/>
                    </a:cubicBezTo>
                    <a:cubicBezTo>
                      <a:pt x="71" y="48"/>
                      <a:pt x="59" y="39"/>
                      <a:pt x="51" y="35"/>
                    </a:cubicBezTo>
                    <a:cubicBezTo>
                      <a:pt x="42" y="30"/>
                      <a:pt x="36" y="30"/>
                      <a:pt x="31" y="39"/>
                    </a:cubicBezTo>
                    <a:cubicBezTo>
                      <a:pt x="27" y="46"/>
                      <a:pt x="29" y="54"/>
                      <a:pt x="39" y="59"/>
                    </a:cubicBezTo>
                    <a:cubicBezTo>
                      <a:pt x="43" y="62"/>
                      <a:pt x="43" y="62"/>
                      <a:pt x="43" y="62"/>
                    </a:cubicBezTo>
                    <a:cubicBezTo>
                      <a:pt x="31" y="83"/>
                      <a:pt x="31" y="83"/>
                      <a:pt x="31" y="83"/>
                    </a:cubicBezTo>
                    <a:cubicBezTo>
                      <a:pt x="26" y="80"/>
                      <a:pt x="26" y="80"/>
                      <a:pt x="26" y="80"/>
                    </a:cubicBezTo>
                    <a:cubicBezTo>
                      <a:pt x="7" y="69"/>
                      <a:pt x="0" y="49"/>
                      <a:pt x="12" y="28"/>
                    </a:cubicBezTo>
                    <a:cubicBezTo>
                      <a:pt x="24" y="7"/>
                      <a:pt x="43" y="0"/>
                      <a:pt x="63" y="12"/>
                    </a:cubicBezTo>
                    <a:cubicBezTo>
                      <a:pt x="80" y="22"/>
                      <a:pt x="84" y="33"/>
                      <a:pt x="81" y="46"/>
                    </a:cubicBezTo>
                    <a:cubicBezTo>
                      <a:pt x="92" y="35"/>
                      <a:pt x="107" y="34"/>
                      <a:pt x="124" y="45"/>
                    </a:cubicBezTo>
                    <a:cubicBezTo>
                      <a:pt x="152" y="61"/>
                      <a:pt x="155" y="80"/>
                      <a:pt x="142" y="103"/>
                    </a:cubicBezTo>
                    <a:cubicBezTo>
                      <a:pt x="128" y="127"/>
                      <a:pt x="108" y="127"/>
                      <a:pt x="89" y="116"/>
                    </a:cubicBezTo>
                    <a:cubicBezTo>
                      <a:pt x="81" y="112"/>
                      <a:pt x="81" y="112"/>
                      <a:pt x="81" y="112"/>
                    </a:cubicBezTo>
                    <a:cubicBezTo>
                      <a:pt x="94" y="91"/>
                      <a:pt x="94" y="91"/>
                      <a:pt x="94" y="91"/>
                    </a:cubicBezTo>
                    <a:cubicBezTo>
                      <a:pt x="98" y="93"/>
                      <a:pt x="98" y="93"/>
                      <a:pt x="98" y="93"/>
                    </a:cubicBezTo>
                    <a:cubicBezTo>
                      <a:pt x="109" y="99"/>
                      <a:pt x="118" y="101"/>
                      <a:pt x="123" y="92"/>
                    </a:cubicBezTo>
                    <a:cubicBezTo>
                      <a:pt x="130" y="81"/>
                      <a:pt x="122" y="74"/>
                      <a:pt x="110" y="68"/>
                    </a:cubicBezTo>
                    <a:cubicBezTo>
                      <a:pt x="95" y="59"/>
                      <a:pt x="87" y="59"/>
                      <a:pt x="81" y="70"/>
                    </a:cubicBezTo>
                    <a:cubicBezTo>
                      <a:pt x="75" y="80"/>
                      <a:pt x="75" y="80"/>
                      <a:pt x="75" y="80"/>
                    </a:cubicBezTo>
                    <a:lnTo>
                      <a:pt x="58" y="7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2" name="Freeform 518"/>
              <p:cNvSpPr>
                <a:spLocks/>
              </p:cNvSpPr>
              <p:nvPr/>
            </p:nvSpPr>
            <p:spPr bwMode="auto">
              <a:xfrm>
                <a:off x="4916488" y="3829050"/>
                <a:ext cx="225425" cy="150812"/>
              </a:xfrm>
              <a:custGeom>
                <a:avLst/>
                <a:gdLst>
                  <a:gd name="T0" fmla="*/ 16 w 60"/>
                  <a:gd name="T1" fmla="*/ 0 h 40"/>
                  <a:gd name="T2" fmla="*/ 4 w 60"/>
                  <a:gd name="T3" fmla="*/ 10 h 40"/>
                  <a:gd name="T4" fmla="*/ 11 w 60"/>
                  <a:gd name="T5" fmla="*/ 28 h 40"/>
                  <a:gd name="T6" fmla="*/ 16 w 60"/>
                  <a:gd name="T7" fmla="*/ 28 h 40"/>
                  <a:gd name="T8" fmla="*/ 30 w 60"/>
                  <a:gd name="T9" fmla="*/ 21 h 40"/>
                  <a:gd name="T10" fmla="*/ 42 w 60"/>
                  <a:gd name="T11" fmla="*/ 14 h 40"/>
                  <a:gd name="T12" fmla="*/ 46 w 60"/>
                  <a:gd name="T13" fmla="*/ 15 h 40"/>
                  <a:gd name="T14" fmla="*/ 52 w 60"/>
                  <a:gd name="T15" fmla="*/ 27 h 40"/>
                  <a:gd name="T16" fmla="*/ 43 w 60"/>
                  <a:gd name="T17" fmla="*/ 34 h 40"/>
                  <a:gd name="T18" fmla="*/ 38 w 60"/>
                  <a:gd name="T19" fmla="*/ 33 h 40"/>
                  <a:gd name="T20" fmla="*/ 36 w 60"/>
                  <a:gd name="T21" fmla="*/ 38 h 40"/>
                  <a:gd name="T22" fmla="*/ 43 w 60"/>
                  <a:gd name="T23" fmla="*/ 40 h 40"/>
                  <a:gd name="T24" fmla="*/ 57 w 60"/>
                  <a:gd name="T25" fmla="*/ 29 h 40"/>
                  <a:gd name="T26" fmla="*/ 48 w 60"/>
                  <a:gd name="T27" fmla="*/ 10 h 40"/>
                  <a:gd name="T28" fmla="*/ 41 w 60"/>
                  <a:gd name="T29" fmla="*/ 8 h 40"/>
                  <a:gd name="T30" fmla="*/ 25 w 60"/>
                  <a:gd name="T31" fmla="*/ 18 h 40"/>
                  <a:gd name="T32" fmla="*/ 16 w 60"/>
                  <a:gd name="T33" fmla="*/ 23 h 40"/>
                  <a:gd name="T34" fmla="*/ 13 w 60"/>
                  <a:gd name="T35" fmla="*/ 22 h 40"/>
                  <a:gd name="T36" fmla="*/ 8 w 60"/>
                  <a:gd name="T37" fmla="*/ 12 h 40"/>
                  <a:gd name="T38" fmla="*/ 16 w 60"/>
                  <a:gd name="T39" fmla="*/ 6 h 40"/>
                  <a:gd name="T40" fmla="*/ 21 w 60"/>
                  <a:gd name="T41" fmla="*/ 7 h 40"/>
                  <a:gd name="T42" fmla="*/ 23 w 60"/>
                  <a:gd name="T43" fmla="*/ 2 h 40"/>
                  <a:gd name="T44" fmla="*/ 16 w 60"/>
                  <a:gd name="T45"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 h="40">
                    <a:moveTo>
                      <a:pt x="16" y="0"/>
                    </a:moveTo>
                    <a:cubicBezTo>
                      <a:pt x="11" y="0"/>
                      <a:pt x="6" y="3"/>
                      <a:pt x="4" y="10"/>
                    </a:cubicBezTo>
                    <a:cubicBezTo>
                      <a:pt x="0" y="18"/>
                      <a:pt x="3" y="25"/>
                      <a:pt x="11" y="28"/>
                    </a:cubicBezTo>
                    <a:cubicBezTo>
                      <a:pt x="13" y="28"/>
                      <a:pt x="15" y="28"/>
                      <a:pt x="16" y="28"/>
                    </a:cubicBezTo>
                    <a:cubicBezTo>
                      <a:pt x="22" y="28"/>
                      <a:pt x="26" y="25"/>
                      <a:pt x="30" y="21"/>
                    </a:cubicBezTo>
                    <a:cubicBezTo>
                      <a:pt x="33" y="18"/>
                      <a:pt x="37" y="14"/>
                      <a:pt x="42" y="14"/>
                    </a:cubicBezTo>
                    <a:cubicBezTo>
                      <a:pt x="43" y="14"/>
                      <a:pt x="44" y="14"/>
                      <a:pt x="46" y="15"/>
                    </a:cubicBezTo>
                    <a:cubicBezTo>
                      <a:pt x="51" y="17"/>
                      <a:pt x="54" y="22"/>
                      <a:pt x="52" y="27"/>
                    </a:cubicBezTo>
                    <a:cubicBezTo>
                      <a:pt x="50" y="32"/>
                      <a:pt x="47" y="34"/>
                      <a:pt x="43" y="34"/>
                    </a:cubicBezTo>
                    <a:cubicBezTo>
                      <a:pt x="42" y="34"/>
                      <a:pt x="40" y="34"/>
                      <a:pt x="38" y="33"/>
                    </a:cubicBezTo>
                    <a:cubicBezTo>
                      <a:pt x="36" y="38"/>
                      <a:pt x="36" y="38"/>
                      <a:pt x="36" y="38"/>
                    </a:cubicBezTo>
                    <a:cubicBezTo>
                      <a:pt x="39" y="39"/>
                      <a:pt x="41" y="40"/>
                      <a:pt x="43" y="40"/>
                    </a:cubicBezTo>
                    <a:cubicBezTo>
                      <a:pt x="49" y="40"/>
                      <a:pt x="54" y="36"/>
                      <a:pt x="57" y="29"/>
                    </a:cubicBezTo>
                    <a:cubicBezTo>
                      <a:pt x="60" y="20"/>
                      <a:pt x="57" y="13"/>
                      <a:pt x="48" y="10"/>
                    </a:cubicBezTo>
                    <a:cubicBezTo>
                      <a:pt x="45" y="9"/>
                      <a:pt x="43" y="8"/>
                      <a:pt x="41" y="8"/>
                    </a:cubicBezTo>
                    <a:cubicBezTo>
                      <a:pt x="34" y="8"/>
                      <a:pt x="30" y="13"/>
                      <a:pt x="25" y="18"/>
                    </a:cubicBezTo>
                    <a:cubicBezTo>
                      <a:pt x="22" y="21"/>
                      <a:pt x="19" y="23"/>
                      <a:pt x="16" y="23"/>
                    </a:cubicBezTo>
                    <a:cubicBezTo>
                      <a:pt x="15" y="23"/>
                      <a:pt x="14" y="23"/>
                      <a:pt x="13" y="22"/>
                    </a:cubicBezTo>
                    <a:cubicBezTo>
                      <a:pt x="8" y="20"/>
                      <a:pt x="6" y="17"/>
                      <a:pt x="8" y="12"/>
                    </a:cubicBezTo>
                    <a:cubicBezTo>
                      <a:pt x="10" y="8"/>
                      <a:pt x="13" y="6"/>
                      <a:pt x="16" y="6"/>
                    </a:cubicBezTo>
                    <a:cubicBezTo>
                      <a:pt x="18" y="6"/>
                      <a:pt x="19" y="6"/>
                      <a:pt x="21" y="7"/>
                    </a:cubicBezTo>
                    <a:cubicBezTo>
                      <a:pt x="23" y="2"/>
                      <a:pt x="23" y="2"/>
                      <a:pt x="23" y="2"/>
                    </a:cubicBezTo>
                    <a:cubicBezTo>
                      <a:pt x="20" y="1"/>
                      <a:pt x="18" y="0"/>
                      <a:pt x="16" y="0"/>
                    </a:cubicBezTo>
                  </a:path>
                </a:pathLst>
              </a:custGeom>
              <a:solidFill>
                <a:srgbClr val="9DC1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3" name="Freeform 519"/>
              <p:cNvSpPr>
                <a:spLocks/>
              </p:cNvSpPr>
              <p:nvPr/>
            </p:nvSpPr>
            <p:spPr bwMode="auto">
              <a:xfrm>
                <a:off x="4905375" y="3743325"/>
                <a:ext cx="266700" cy="104775"/>
              </a:xfrm>
              <a:custGeom>
                <a:avLst/>
                <a:gdLst>
                  <a:gd name="T0" fmla="*/ 19 w 71"/>
                  <a:gd name="T1" fmla="*/ 0 h 28"/>
                  <a:gd name="T2" fmla="*/ 17 w 71"/>
                  <a:gd name="T3" fmla="*/ 7 h 28"/>
                  <a:gd name="T4" fmla="*/ 2 w 71"/>
                  <a:gd name="T5" fmla="*/ 2 h 28"/>
                  <a:gd name="T6" fmla="*/ 0 w 71"/>
                  <a:gd name="T7" fmla="*/ 8 h 28"/>
                  <a:gd name="T8" fmla="*/ 15 w 71"/>
                  <a:gd name="T9" fmla="*/ 13 h 28"/>
                  <a:gd name="T10" fmla="*/ 14 w 71"/>
                  <a:gd name="T11" fmla="*/ 17 h 28"/>
                  <a:gd name="T12" fmla="*/ 19 w 71"/>
                  <a:gd name="T13" fmla="*/ 19 h 28"/>
                  <a:gd name="T14" fmla="*/ 20 w 71"/>
                  <a:gd name="T15" fmla="*/ 14 h 28"/>
                  <a:gd name="T16" fmla="*/ 60 w 71"/>
                  <a:gd name="T17" fmla="*/ 27 h 28"/>
                  <a:gd name="T18" fmla="*/ 63 w 71"/>
                  <a:gd name="T19" fmla="*/ 28 h 28"/>
                  <a:gd name="T20" fmla="*/ 70 w 71"/>
                  <a:gd name="T21" fmla="*/ 22 h 28"/>
                  <a:gd name="T22" fmla="*/ 71 w 71"/>
                  <a:gd name="T23" fmla="*/ 17 h 28"/>
                  <a:gd name="T24" fmla="*/ 67 w 71"/>
                  <a:gd name="T25" fmla="*/ 16 h 28"/>
                  <a:gd name="T26" fmla="*/ 66 w 71"/>
                  <a:gd name="T27" fmla="*/ 18 h 28"/>
                  <a:gd name="T28" fmla="*/ 62 w 71"/>
                  <a:gd name="T29" fmla="*/ 22 h 28"/>
                  <a:gd name="T30" fmla="*/ 60 w 71"/>
                  <a:gd name="T31" fmla="*/ 21 h 28"/>
                  <a:gd name="T32" fmla="*/ 22 w 71"/>
                  <a:gd name="T33" fmla="*/ 9 h 28"/>
                  <a:gd name="T34" fmla="*/ 24 w 71"/>
                  <a:gd name="T35" fmla="*/ 2 h 28"/>
                  <a:gd name="T36" fmla="*/ 19 w 71"/>
                  <a:gd name="T3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1" h="28">
                    <a:moveTo>
                      <a:pt x="19" y="0"/>
                    </a:moveTo>
                    <a:cubicBezTo>
                      <a:pt x="17" y="7"/>
                      <a:pt x="17" y="7"/>
                      <a:pt x="17" y="7"/>
                    </a:cubicBezTo>
                    <a:cubicBezTo>
                      <a:pt x="2" y="2"/>
                      <a:pt x="2" y="2"/>
                      <a:pt x="2" y="2"/>
                    </a:cubicBezTo>
                    <a:cubicBezTo>
                      <a:pt x="0" y="8"/>
                      <a:pt x="0" y="8"/>
                      <a:pt x="0" y="8"/>
                    </a:cubicBezTo>
                    <a:cubicBezTo>
                      <a:pt x="15" y="13"/>
                      <a:pt x="15" y="13"/>
                      <a:pt x="15" y="13"/>
                    </a:cubicBezTo>
                    <a:cubicBezTo>
                      <a:pt x="14" y="17"/>
                      <a:pt x="14" y="17"/>
                      <a:pt x="14" y="17"/>
                    </a:cubicBezTo>
                    <a:cubicBezTo>
                      <a:pt x="19" y="19"/>
                      <a:pt x="19" y="19"/>
                      <a:pt x="19" y="19"/>
                    </a:cubicBezTo>
                    <a:cubicBezTo>
                      <a:pt x="20" y="14"/>
                      <a:pt x="20" y="14"/>
                      <a:pt x="20" y="14"/>
                    </a:cubicBezTo>
                    <a:cubicBezTo>
                      <a:pt x="60" y="27"/>
                      <a:pt x="60" y="27"/>
                      <a:pt x="60" y="27"/>
                    </a:cubicBezTo>
                    <a:cubicBezTo>
                      <a:pt x="61" y="27"/>
                      <a:pt x="62" y="28"/>
                      <a:pt x="63" y="28"/>
                    </a:cubicBezTo>
                    <a:cubicBezTo>
                      <a:pt x="67" y="28"/>
                      <a:pt x="69" y="25"/>
                      <a:pt x="70" y="22"/>
                    </a:cubicBezTo>
                    <a:cubicBezTo>
                      <a:pt x="71" y="20"/>
                      <a:pt x="71" y="18"/>
                      <a:pt x="71" y="17"/>
                    </a:cubicBezTo>
                    <a:cubicBezTo>
                      <a:pt x="67" y="16"/>
                      <a:pt x="67" y="16"/>
                      <a:pt x="67" y="16"/>
                    </a:cubicBezTo>
                    <a:cubicBezTo>
                      <a:pt x="67" y="16"/>
                      <a:pt x="66" y="17"/>
                      <a:pt x="66" y="18"/>
                    </a:cubicBezTo>
                    <a:cubicBezTo>
                      <a:pt x="65" y="21"/>
                      <a:pt x="64" y="22"/>
                      <a:pt x="62" y="22"/>
                    </a:cubicBezTo>
                    <a:cubicBezTo>
                      <a:pt x="62" y="22"/>
                      <a:pt x="61" y="22"/>
                      <a:pt x="60" y="21"/>
                    </a:cubicBezTo>
                    <a:cubicBezTo>
                      <a:pt x="22" y="9"/>
                      <a:pt x="22" y="9"/>
                      <a:pt x="22" y="9"/>
                    </a:cubicBezTo>
                    <a:cubicBezTo>
                      <a:pt x="24" y="2"/>
                      <a:pt x="24" y="2"/>
                      <a:pt x="24" y="2"/>
                    </a:cubicBezTo>
                    <a:cubicBezTo>
                      <a:pt x="19" y="0"/>
                      <a:pt x="19" y="0"/>
                      <a:pt x="19" y="0"/>
                    </a:cubicBezTo>
                  </a:path>
                </a:pathLst>
              </a:custGeom>
              <a:solidFill>
                <a:srgbClr val="9DC1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4" name="Freeform 520"/>
              <p:cNvSpPr>
                <a:spLocks noEditPoints="1"/>
              </p:cNvSpPr>
              <p:nvPr/>
            </p:nvSpPr>
            <p:spPr bwMode="auto">
              <a:xfrm>
                <a:off x="4976813" y="3641725"/>
                <a:ext cx="228600" cy="134937"/>
              </a:xfrm>
              <a:custGeom>
                <a:avLst/>
                <a:gdLst>
                  <a:gd name="T0" fmla="*/ 23 w 61"/>
                  <a:gd name="T1" fmla="*/ 26 h 36"/>
                  <a:gd name="T2" fmla="*/ 8 w 61"/>
                  <a:gd name="T3" fmla="*/ 12 h 36"/>
                  <a:gd name="T4" fmla="*/ 18 w 61"/>
                  <a:gd name="T5" fmla="*/ 6 h 36"/>
                  <a:gd name="T6" fmla="*/ 28 w 61"/>
                  <a:gd name="T7" fmla="*/ 7 h 36"/>
                  <a:gd name="T8" fmla="*/ 23 w 61"/>
                  <a:gd name="T9" fmla="*/ 26 h 36"/>
                  <a:gd name="T10" fmla="*/ 19 w 61"/>
                  <a:gd name="T11" fmla="*/ 0 h 36"/>
                  <a:gd name="T12" fmla="*/ 4 w 61"/>
                  <a:gd name="T13" fmla="*/ 11 h 36"/>
                  <a:gd name="T14" fmla="*/ 27 w 61"/>
                  <a:gd name="T15" fmla="*/ 33 h 36"/>
                  <a:gd name="T16" fmla="*/ 43 w 61"/>
                  <a:gd name="T17" fmla="*/ 36 h 36"/>
                  <a:gd name="T18" fmla="*/ 58 w 61"/>
                  <a:gd name="T19" fmla="*/ 25 h 36"/>
                  <a:gd name="T20" fmla="*/ 44 w 61"/>
                  <a:gd name="T21" fmla="*/ 6 h 36"/>
                  <a:gd name="T22" fmla="*/ 43 w 61"/>
                  <a:gd name="T23" fmla="*/ 11 h 36"/>
                  <a:gd name="T24" fmla="*/ 54 w 61"/>
                  <a:gd name="T25" fmla="*/ 24 h 36"/>
                  <a:gd name="T26" fmla="*/ 44 w 61"/>
                  <a:gd name="T27" fmla="*/ 30 h 36"/>
                  <a:gd name="T28" fmla="*/ 28 w 61"/>
                  <a:gd name="T29" fmla="*/ 27 h 36"/>
                  <a:gd name="T30" fmla="*/ 35 w 61"/>
                  <a:gd name="T31" fmla="*/ 3 h 36"/>
                  <a:gd name="T32" fmla="*/ 29 w 61"/>
                  <a:gd name="T33" fmla="*/ 2 h 36"/>
                  <a:gd name="T34" fmla="*/ 19 w 61"/>
                  <a:gd name="T35"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36">
                    <a:moveTo>
                      <a:pt x="23" y="26"/>
                    </a:moveTo>
                    <a:cubicBezTo>
                      <a:pt x="17" y="24"/>
                      <a:pt x="6" y="20"/>
                      <a:pt x="8" y="12"/>
                    </a:cubicBezTo>
                    <a:cubicBezTo>
                      <a:pt x="10" y="7"/>
                      <a:pt x="14" y="6"/>
                      <a:pt x="18" y="6"/>
                    </a:cubicBezTo>
                    <a:cubicBezTo>
                      <a:pt x="22" y="6"/>
                      <a:pt x="26" y="6"/>
                      <a:pt x="28" y="7"/>
                    </a:cubicBezTo>
                    <a:cubicBezTo>
                      <a:pt x="23" y="26"/>
                      <a:pt x="23" y="26"/>
                      <a:pt x="23" y="26"/>
                    </a:cubicBezTo>
                    <a:moveTo>
                      <a:pt x="19" y="0"/>
                    </a:moveTo>
                    <a:cubicBezTo>
                      <a:pt x="12" y="0"/>
                      <a:pt x="6" y="3"/>
                      <a:pt x="4" y="11"/>
                    </a:cubicBezTo>
                    <a:cubicBezTo>
                      <a:pt x="0" y="25"/>
                      <a:pt x="17" y="30"/>
                      <a:pt x="27" y="33"/>
                    </a:cubicBezTo>
                    <a:cubicBezTo>
                      <a:pt x="32" y="34"/>
                      <a:pt x="38" y="36"/>
                      <a:pt x="43" y="36"/>
                    </a:cubicBezTo>
                    <a:cubicBezTo>
                      <a:pt x="50" y="36"/>
                      <a:pt x="56" y="33"/>
                      <a:pt x="58" y="25"/>
                    </a:cubicBezTo>
                    <a:cubicBezTo>
                      <a:pt x="61" y="15"/>
                      <a:pt x="53" y="8"/>
                      <a:pt x="44" y="6"/>
                    </a:cubicBezTo>
                    <a:cubicBezTo>
                      <a:pt x="43" y="11"/>
                      <a:pt x="43" y="11"/>
                      <a:pt x="43" y="11"/>
                    </a:cubicBezTo>
                    <a:cubicBezTo>
                      <a:pt x="49" y="13"/>
                      <a:pt x="56" y="16"/>
                      <a:pt x="54" y="24"/>
                    </a:cubicBezTo>
                    <a:cubicBezTo>
                      <a:pt x="52" y="29"/>
                      <a:pt x="49" y="30"/>
                      <a:pt x="44" y="30"/>
                    </a:cubicBezTo>
                    <a:cubicBezTo>
                      <a:pt x="39" y="30"/>
                      <a:pt x="34" y="29"/>
                      <a:pt x="28" y="27"/>
                    </a:cubicBezTo>
                    <a:cubicBezTo>
                      <a:pt x="35" y="3"/>
                      <a:pt x="35" y="3"/>
                      <a:pt x="35" y="3"/>
                    </a:cubicBezTo>
                    <a:cubicBezTo>
                      <a:pt x="29" y="2"/>
                      <a:pt x="29" y="2"/>
                      <a:pt x="29" y="2"/>
                    </a:cubicBezTo>
                    <a:cubicBezTo>
                      <a:pt x="26" y="1"/>
                      <a:pt x="23" y="0"/>
                      <a:pt x="19" y="0"/>
                    </a:cubicBezTo>
                  </a:path>
                </a:pathLst>
              </a:custGeom>
              <a:solidFill>
                <a:srgbClr val="9DC1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5" name="Freeform 521"/>
              <p:cNvSpPr>
                <a:spLocks noEditPoints="1"/>
              </p:cNvSpPr>
              <p:nvPr/>
            </p:nvSpPr>
            <p:spPr bwMode="auto">
              <a:xfrm>
                <a:off x="5018088" y="3490913"/>
                <a:ext cx="269875" cy="161925"/>
              </a:xfrm>
              <a:custGeom>
                <a:avLst/>
                <a:gdLst>
                  <a:gd name="T0" fmla="*/ 39 w 72"/>
                  <a:gd name="T1" fmla="*/ 30 h 43"/>
                  <a:gd name="T2" fmla="*/ 26 w 72"/>
                  <a:gd name="T3" fmla="*/ 28 h 43"/>
                  <a:gd name="T4" fmla="*/ 6 w 72"/>
                  <a:gd name="T5" fmla="*/ 14 h 43"/>
                  <a:gd name="T6" fmla="*/ 19 w 72"/>
                  <a:gd name="T7" fmla="*/ 6 h 43"/>
                  <a:gd name="T8" fmla="*/ 30 w 72"/>
                  <a:gd name="T9" fmla="*/ 7 h 43"/>
                  <a:gd name="T10" fmla="*/ 52 w 72"/>
                  <a:gd name="T11" fmla="*/ 23 h 43"/>
                  <a:gd name="T12" fmla="*/ 39 w 72"/>
                  <a:gd name="T13" fmla="*/ 30 h 43"/>
                  <a:gd name="T14" fmla="*/ 19 w 72"/>
                  <a:gd name="T15" fmla="*/ 0 h 43"/>
                  <a:gd name="T16" fmla="*/ 1 w 72"/>
                  <a:gd name="T17" fmla="*/ 13 h 43"/>
                  <a:gd name="T18" fmla="*/ 5 w 72"/>
                  <a:gd name="T19" fmla="*/ 24 h 43"/>
                  <a:gd name="T20" fmla="*/ 5 w 72"/>
                  <a:gd name="T21" fmla="*/ 25 h 43"/>
                  <a:gd name="T22" fmla="*/ 1 w 72"/>
                  <a:gd name="T23" fmla="*/ 24 h 43"/>
                  <a:gd name="T24" fmla="*/ 0 w 72"/>
                  <a:gd name="T25" fmla="*/ 29 h 43"/>
                  <a:gd name="T26" fmla="*/ 71 w 72"/>
                  <a:gd name="T27" fmla="*/ 43 h 43"/>
                  <a:gd name="T28" fmla="*/ 72 w 72"/>
                  <a:gd name="T29" fmla="*/ 37 h 43"/>
                  <a:gd name="T30" fmla="*/ 49 w 72"/>
                  <a:gd name="T31" fmla="*/ 33 h 43"/>
                  <a:gd name="T32" fmla="*/ 57 w 72"/>
                  <a:gd name="T33" fmla="*/ 23 h 43"/>
                  <a:gd name="T34" fmla="*/ 31 w 72"/>
                  <a:gd name="T35" fmla="*/ 1 h 43"/>
                  <a:gd name="T36" fmla="*/ 19 w 72"/>
                  <a:gd name="T37"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2" h="43">
                    <a:moveTo>
                      <a:pt x="39" y="30"/>
                    </a:moveTo>
                    <a:cubicBezTo>
                      <a:pt x="35" y="30"/>
                      <a:pt x="30" y="29"/>
                      <a:pt x="26" y="28"/>
                    </a:cubicBezTo>
                    <a:cubicBezTo>
                      <a:pt x="18" y="27"/>
                      <a:pt x="4" y="24"/>
                      <a:pt x="6" y="14"/>
                    </a:cubicBezTo>
                    <a:cubicBezTo>
                      <a:pt x="7" y="7"/>
                      <a:pt x="13" y="6"/>
                      <a:pt x="19" y="6"/>
                    </a:cubicBezTo>
                    <a:cubicBezTo>
                      <a:pt x="23" y="6"/>
                      <a:pt x="27" y="6"/>
                      <a:pt x="30" y="7"/>
                    </a:cubicBezTo>
                    <a:cubicBezTo>
                      <a:pt x="43" y="9"/>
                      <a:pt x="54" y="13"/>
                      <a:pt x="52" y="23"/>
                    </a:cubicBezTo>
                    <a:cubicBezTo>
                      <a:pt x="51" y="28"/>
                      <a:pt x="46" y="30"/>
                      <a:pt x="39" y="30"/>
                    </a:cubicBezTo>
                    <a:moveTo>
                      <a:pt x="19" y="0"/>
                    </a:moveTo>
                    <a:cubicBezTo>
                      <a:pt x="11" y="0"/>
                      <a:pt x="3" y="3"/>
                      <a:pt x="1" y="13"/>
                    </a:cubicBezTo>
                    <a:cubicBezTo>
                      <a:pt x="0" y="17"/>
                      <a:pt x="2" y="22"/>
                      <a:pt x="5" y="24"/>
                    </a:cubicBezTo>
                    <a:cubicBezTo>
                      <a:pt x="5" y="25"/>
                      <a:pt x="5" y="25"/>
                      <a:pt x="5" y="25"/>
                    </a:cubicBezTo>
                    <a:cubicBezTo>
                      <a:pt x="1" y="24"/>
                      <a:pt x="1" y="24"/>
                      <a:pt x="1" y="24"/>
                    </a:cubicBezTo>
                    <a:cubicBezTo>
                      <a:pt x="0" y="29"/>
                      <a:pt x="0" y="29"/>
                      <a:pt x="0" y="29"/>
                    </a:cubicBezTo>
                    <a:cubicBezTo>
                      <a:pt x="71" y="43"/>
                      <a:pt x="71" y="43"/>
                      <a:pt x="71" y="43"/>
                    </a:cubicBezTo>
                    <a:cubicBezTo>
                      <a:pt x="72" y="37"/>
                      <a:pt x="72" y="37"/>
                      <a:pt x="72" y="37"/>
                    </a:cubicBezTo>
                    <a:cubicBezTo>
                      <a:pt x="49" y="33"/>
                      <a:pt x="49" y="33"/>
                      <a:pt x="49" y="33"/>
                    </a:cubicBezTo>
                    <a:cubicBezTo>
                      <a:pt x="54" y="31"/>
                      <a:pt x="56" y="27"/>
                      <a:pt x="57" y="23"/>
                    </a:cubicBezTo>
                    <a:cubicBezTo>
                      <a:pt x="60" y="9"/>
                      <a:pt x="45" y="4"/>
                      <a:pt x="31" y="1"/>
                    </a:cubicBezTo>
                    <a:cubicBezTo>
                      <a:pt x="27" y="1"/>
                      <a:pt x="23" y="0"/>
                      <a:pt x="19" y="0"/>
                    </a:cubicBezTo>
                  </a:path>
                </a:pathLst>
              </a:custGeom>
              <a:solidFill>
                <a:srgbClr val="9DC1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526" name="Freeform 522"/>
            <p:cNvSpPr>
              <a:spLocks/>
            </p:cNvSpPr>
            <p:nvPr/>
          </p:nvSpPr>
          <p:spPr bwMode="auto">
            <a:xfrm>
              <a:off x="836613" y="3810000"/>
              <a:ext cx="785813" cy="365125"/>
            </a:xfrm>
            <a:custGeom>
              <a:avLst/>
              <a:gdLst>
                <a:gd name="T0" fmla="*/ 0 w 209"/>
                <a:gd name="T1" fmla="*/ 97 h 97"/>
                <a:gd name="T2" fmla="*/ 82 w 209"/>
                <a:gd name="T3" fmla="*/ 0 h 97"/>
                <a:gd name="T4" fmla="*/ 209 w 209"/>
                <a:gd name="T5" fmla="*/ 10 h 97"/>
                <a:gd name="T6" fmla="*/ 84 w 209"/>
                <a:gd name="T7" fmla="*/ 2 h 97"/>
                <a:gd name="T8" fmla="*/ 0 w 209"/>
                <a:gd name="T9" fmla="*/ 97 h 97"/>
              </a:gdLst>
              <a:ahLst/>
              <a:cxnLst>
                <a:cxn ang="0">
                  <a:pos x="T0" y="T1"/>
                </a:cxn>
                <a:cxn ang="0">
                  <a:pos x="T2" y="T3"/>
                </a:cxn>
                <a:cxn ang="0">
                  <a:pos x="T4" y="T5"/>
                </a:cxn>
                <a:cxn ang="0">
                  <a:pos x="T6" y="T7"/>
                </a:cxn>
                <a:cxn ang="0">
                  <a:pos x="T8" y="T9"/>
                </a:cxn>
              </a:cxnLst>
              <a:rect l="0" t="0" r="r" b="b"/>
              <a:pathLst>
                <a:path w="209" h="97">
                  <a:moveTo>
                    <a:pt x="0" y="97"/>
                  </a:moveTo>
                  <a:cubicBezTo>
                    <a:pt x="82" y="0"/>
                    <a:pt x="82" y="0"/>
                    <a:pt x="82" y="0"/>
                  </a:cubicBezTo>
                  <a:cubicBezTo>
                    <a:pt x="126" y="3"/>
                    <a:pt x="167" y="7"/>
                    <a:pt x="209" y="10"/>
                  </a:cubicBezTo>
                  <a:cubicBezTo>
                    <a:pt x="168" y="7"/>
                    <a:pt x="124" y="6"/>
                    <a:pt x="84" y="2"/>
                  </a:cubicBezTo>
                  <a:lnTo>
                    <a:pt x="0" y="97"/>
                  </a:lnTo>
                  <a:close/>
                </a:path>
              </a:pathLst>
            </a:custGeom>
            <a:solidFill>
              <a:srgbClr val="F597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7" name="Freeform 523"/>
            <p:cNvSpPr>
              <a:spLocks/>
            </p:cNvSpPr>
            <p:nvPr/>
          </p:nvSpPr>
          <p:spPr bwMode="auto">
            <a:xfrm>
              <a:off x="2703513" y="4884738"/>
              <a:ext cx="271463" cy="846137"/>
            </a:xfrm>
            <a:custGeom>
              <a:avLst/>
              <a:gdLst>
                <a:gd name="T0" fmla="*/ 43 w 72"/>
                <a:gd name="T1" fmla="*/ 225 h 225"/>
                <a:gd name="T2" fmla="*/ 0 w 72"/>
                <a:gd name="T3" fmla="*/ 106 h 225"/>
                <a:gd name="T4" fmla="*/ 72 w 72"/>
                <a:gd name="T5" fmla="*/ 0 h 225"/>
                <a:gd name="T6" fmla="*/ 3 w 72"/>
                <a:gd name="T7" fmla="*/ 105 h 225"/>
                <a:gd name="T8" fmla="*/ 43 w 72"/>
                <a:gd name="T9" fmla="*/ 225 h 225"/>
              </a:gdLst>
              <a:ahLst/>
              <a:cxnLst>
                <a:cxn ang="0">
                  <a:pos x="T0" y="T1"/>
                </a:cxn>
                <a:cxn ang="0">
                  <a:pos x="T2" y="T3"/>
                </a:cxn>
                <a:cxn ang="0">
                  <a:pos x="T4" y="T5"/>
                </a:cxn>
                <a:cxn ang="0">
                  <a:pos x="T6" y="T7"/>
                </a:cxn>
                <a:cxn ang="0">
                  <a:pos x="T8" y="T9"/>
                </a:cxn>
              </a:cxnLst>
              <a:rect l="0" t="0" r="r" b="b"/>
              <a:pathLst>
                <a:path w="72" h="225">
                  <a:moveTo>
                    <a:pt x="43" y="225"/>
                  </a:moveTo>
                  <a:cubicBezTo>
                    <a:pt x="0" y="106"/>
                    <a:pt x="0" y="106"/>
                    <a:pt x="0" y="106"/>
                  </a:cubicBezTo>
                  <a:cubicBezTo>
                    <a:pt x="24" y="69"/>
                    <a:pt x="48" y="36"/>
                    <a:pt x="72" y="0"/>
                  </a:cubicBezTo>
                  <a:cubicBezTo>
                    <a:pt x="49" y="35"/>
                    <a:pt x="25" y="72"/>
                    <a:pt x="3" y="105"/>
                  </a:cubicBezTo>
                  <a:lnTo>
                    <a:pt x="43" y="225"/>
                  </a:lnTo>
                  <a:close/>
                </a:path>
              </a:pathLst>
            </a:custGeom>
            <a:solidFill>
              <a:srgbClr val="C49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8" name="Freeform 524"/>
            <p:cNvSpPr>
              <a:spLocks/>
            </p:cNvSpPr>
            <p:nvPr/>
          </p:nvSpPr>
          <p:spPr bwMode="auto">
            <a:xfrm>
              <a:off x="4548188" y="4235450"/>
              <a:ext cx="676275" cy="517525"/>
            </a:xfrm>
            <a:custGeom>
              <a:avLst/>
              <a:gdLst>
                <a:gd name="T0" fmla="*/ 180 w 180"/>
                <a:gd name="T1" fmla="*/ 138 h 138"/>
                <a:gd name="T2" fmla="*/ 55 w 180"/>
                <a:gd name="T3" fmla="*/ 115 h 138"/>
                <a:gd name="T4" fmla="*/ 0 w 180"/>
                <a:gd name="T5" fmla="*/ 0 h 138"/>
                <a:gd name="T6" fmla="*/ 56 w 180"/>
                <a:gd name="T7" fmla="*/ 112 h 138"/>
                <a:gd name="T8" fmla="*/ 180 w 180"/>
                <a:gd name="T9" fmla="*/ 138 h 138"/>
              </a:gdLst>
              <a:ahLst/>
              <a:cxnLst>
                <a:cxn ang="0">
                  <a:pos x="T0" y="T1"/>
                </a:cxn>
                <a:cxn ang="0">
                  <a:pos x="T2" y="T3"/>
                </a:cxn>
                <a:cxn ang="0">
                  <a:pos x="T4" y="T5"/>
                </a:cxn>
                <a:cxn ang="0">
                  <a:pos x="T6" y="T7"/>
                </a:cxn>
                <a:cxn ang="0">
                  <a:pos x="T8" y="T9"/>
                </a:cxn>
              </a:cxnLst>
              <a:rect l="0" t="0" r="r" b="b"/>
              <a:pathLst>
                <a:path w="180" h="138">
                  <a:moveTo>
                    <a:pt x="180" y="138"/>
                  </a:moveTo>
                  <a:cubicBezTo>
                    <a:pt x="55" y="115"/>
                    <a:pt x="55" y="115"/>
                    <a:pt x="55" y="115"/>
                  </a:cubicBezTo>
                  <a:cubicBezTo>
                    <a:pt x="35" y="75"/>
                    <a:pt x="19" y="38"/>
                    <a:pt x="0" y="0"/>
                  </a:cubicBezTo>
                  <a:cubicBezTo>
                    <a:pt x="19" y="37"/>
                    <a:pt x="39" y="76"/>
                    <a:pt x="56" y="112"/>
                  </a:cubicBezTo>
                  <a:lnTo>
                    <a:pt x="180" y="138"/>
                  </a:lnTo>
                  <a:close/>
                </a:path>
              </a:pathLst>
            </a:custGeom>
            <a:solidFill>
              <a:srgbClr val="9DC1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9" name="Freeform 525"/>
            <p:cNvSpPr>
              <a:spLocks/>
            </p:cNvSpPr>
            <p:nvPr/>
          </p:nvSpPr>
          <p:spPr bwMode="auto">
            <a:xfrm>
              <a:off x="4770438" y="2217738"/>
              <a:ext cx="788988" cy="365125"/>
            </a:xfrm>
            <a:custGeom>
              <a:avLst/>
              <a:gdLst>
                <a:gd name="T0" fmla="*/ 210 w 210"/>
                <a:gd name="T1" fmla="*/ 0 h 97"/>
                <a:gd name="T2" fmla="*/ 128 w 210"/>
                <a:gd name="T3" fmla="*/ 97 h 97"/>
                <a:gd name="T4" fmla="*/ 0 w 210"/>
                <a:gd name="T5" fmla="*/ 87 h 97"/>
                <a:gd name="T6" fmla="*/ 126 w 210"/>
                <a:gd name="T7" fmla="*/ 95 h 97"/>
                <a:gd name="T8" fmla="*/ 210 w 210"/>
                <a:gd name="T9" fmla="*/ 0 h 97"/>
              </a:gdLst>
              <a:ahLst/>
              <a:cxnLst>
                <a:cxn ang="0">
                  <a:pos x="T0" y="T1"/>
                </a:cxn>
                <a:cxn ang="0">
                  <a:pos x="T2" y="T3"/>
                </a:cxn>
                <a:cxn ang="0">
                  <a:pos x="T4" y="T5"/>
                </a:cxn>
                <a:cxn ang="0">
                  <a:pos x="T6" y="T7"/>
                </a:cxn>
                <a:cxn ang="0">
                  <a:pos x="T8" y="T9"/>
                </a:cxn>
              </a:cxnLst>
              <a:rect l="0" t="0" r="r" b="b"/>
              <a:pathLst>
                <a:path w="210" h="97">
                  <a:moveTo>
                    <a:pt x="210" y="0"/>
                  </a:moveTo>
                  <a:cubicBezTo>
                    <a:pt x="128" y="97"/>
                    <a:pt x="128" y="97"/>
                    <a:pt x="128" y="97"/>
                  </a:cubicBezTo>
                  <a:cubicBezTo>
                    <a:pt x="84" y="94"/>
                    <a:pt x="43" y="90"/>
                    <a:pt x="0" y="87"/>
                  </a:cubicBezTo>
                  <a:cubicBezTo>
                    <a:pt x="42" y="90"/>
                    <a:pt x="86" y="92"/>
                    <a:pt x="126" y="95"/>
                  </a:cubicBezTo>
                  <a:lnTo>
                    <a:pt x="210" y="0"/>
                  </a:lnTo>
                  <a:close/>
                </a:path>
              </a:pathLst>
            </a:custGeom>
            <a:solidFill>
              <a:srgbClr val="95D5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0" name="Freeform 526"/>
            <p:cNvSpPr>
              <a:spLocks/>
            </p:cNvSpPr>
            <p:nvPr/>
          </p:nvSpPr>
          <p:spPr bwMode="auto">
            <a:xfrm>
              <a:off x="3421063" y="663575"/>
              <a:ext cx="271463" cy="844550"/>
            </a:xfrm>
            <a:custGeom>
              <a:avLst/>
              <a:gdLst>
                <a:gd name="T0" fmla="*/ 29 w 72"/>
                <a:gd name="T1" fmla="*/ 0 h 225"/>
                <a:gd name="T2" fmla="*/ 72 w 72"/>
                <a:gd name="T3" fmla="*/ 119 h 225"/>
                <a:gd name="T4" fmla="*/ 0 w 72"/>
                <a:gd name="T5" fmla="*/ 225 h 225"/>
                <a:gd name="T6" fmla="*/ 69 w 72"/>
                <a:gd name="T7" fmla="*/ 120 h 225"/>
                <a:gd name="T8" fmla="*/ 29 w 72"/>
                <a:gd name="T9" fmla="*/ 0 h 225"/>
              </a:gdLst>
              <a:ahLst/>
              <a:cxnLst>
                <a:cxn ang="0">
                  <a:pos x="T0" y="T1"/>
                </a:cxn>
                <a:cxn ang="0">
                  <a:pos x="T2" y="T3"/>
                </a:cxn>
                <a:cxn ang="0">
                  <a:pos x="T4" y="T5"/>
                </a:cxn>
                <a:cxn ang="0">
                  <a:pos x="T6" y="T7"/>
                </a:cxn>
                <a:cxn ang="0">
                  <a:pos x="T8" y="T9"/>
                </a:cxn>
              </a:cxnLst>
              <a:rect l="0" t="0" r="r" b="b"/>
              <a:pathLst>
                <a:path w="72" h="225">
                  <a:moveTo>
                    <a:pt x="29" y="0"/>
                  </a:moveTo>
                  <a:cubicBezTo>
                    <a:pt x="72" y="119"/>
                    <a:pt x="72" y="119"/>
                    <a:pt x="72" y="119"/>
                  </a:cubicBezTo>
                  <a:cubicBezTo>
                    <a:pt x="48" y="157"/>
                    <a:pt x="24" y="190"/>
                    <a:pt x="0" y="225"/>
                  </a:cubicBezTo>
                  <a:cubicBezTo>
                    <a:pt x="23" y="190"/>
                    <a:pt x="46" y="153"/>
                    <a:pt x="69" y="120"/>
                  </a:cubicBezTo>
                  <a:lnTo>
                    <a:pt x="29" y="0"/>
                  </a:lnTo>
                  <a:close/>
                </a:path>
              </a:pathLst>
            </a:custGeom>
            <a:solidFill>
              <a:srgbClr val="CFEB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1" name="Freeform 527"/>
            <p:cNvSpPr>
              <a:spLocks/>
            </p:cNvSpPr>
            <p:nvPr/>
          </p:nvSpPr>
          <p:spPr bwMode="auto">
            <a:xfrm>
              <a:off x="1171575" y="1639888"/>
              <a:ext cx="676275" cy="522287"/>
            </a:xfrm>
            <a:custGeom>
              <a:avLst/>
              <a:gdLst>
                <a:gd name="T0" fmla="*/ 180 w 180"/>
                <a:gd name="T1" fmla="*/ 139 h 139"/>
                <a:gd name="T2" fmla="*/ 123 w 180"/>
                <a:gd name="T3" fmla="*/ 25 h 139"/>
                <a:gd name="T4" fmla="*/ 0 w 180"/>
                <a:gd name="T5" fmla="*/ 0 h 139"/>
                <a:gd name="T6" fmla="*/ 125 w 180"/>
                <a:gd name="T7" fmla="*/ 24 h 139"/>
                <a:gd name="T8" fmla="*/ 180 w 180"/>
                <a:gd name="T9" fmla="*/ 139 h 139"/>
              </a:gdLst>
              <a:ahLst/>
              <a:cxnLst>
                <a:cxn ang="0">
                  <a:pos x="T0" y="T1"/>
                </a:cxn>
                <a:cxn ang="0">
                  <a:pos x="T2" y="T3"/>
                </a:cxn>
                <a:cxn ang="0">
                  <a:pos x="T4" y="T5"/>
                </a:cxn>
                <a:cxn ang="0">
                  <a:pos x="T6" y="T7"/>
                </a:cxn>
                <a:cxn ang="0">
                  <a:pos x="T8" y="T9"/>
                </a:cxn>
              </a:cxnLst>
              <a:rect l="0" t="0" r="r" b="b"/>
              <a:pathLst>
                <a:path w="180" h="139">
                  <a:moveTo>
                    <a:pt x="180" y="139"/>
                  </a:moveTo>
                  <a:cubicBezTo>
                    <a:pt x="123" y="25"/>
                    <a:pt x="123" y="25"/>
                    <a:pt x="123" y="25"/>
                  </a:cubicBezTo>
                  <a:cubicBezTo>
                    <a:pt x="84" y="18"/>
                    <a:pt x="41" y="9"/>
                    <a:pt x="0" y="0"/>
                  </a:cubicBezTo>
                  <a:cubicBezTo>
                    <a:pt x="42" y="8"/>
                    <a:pt x="82" y="15"/>
                    <a:pt x="125" y="24"/>
                  </a:cubicBezTo>
                  <a:lnTo>
                    <a:pt x="180" y="139"/>
                  </a:lnTo>
                  <a:close/>
                </a:path>
              </a:pathLst>
            </a:custGeom>
            <a:solidFill>
              <a:srgbClr val="F8C8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55" name="文本框 54"/>
          <p:cNvSpPr txBox="1"/>
          <p:nvPr/>
        </p:nvSpPr>
        <p:spPr>
          <a:xfrm>
            <a:off x="797749" y="3737119"/>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56" name="文本框 55"/>
          <p:cNvSpPr txBox="1"/>
          <p:nvPr/>
        </p:nvSpPr>
        <p:spPr>
          <a:xfrm>
            <a:off x="797749" y="4892250"/>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58" name="文本框 57"/>
          <p:cNvSpPr txBox="1"/>
          <p:nvPr/>
        </p:nvSpPr>
        <p:spPr>
          <a:xfrm>
            <a:off x="797749" y="2539784"/>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59" name="文本框 58"/>
          <p:cNvSpPr txBox="1"/>
          <p:nvPr/>
        </p:nvSpPr>
        <p:spPr>
          <a:xfrm>
            <a:off x="8538107" y="4892250"/>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60" name="文本框 59"/>
          <p:cNvSpPr txBox="1"/>
          <p:nvPr/>
        </p:nvSpPr>
        <p:spPr>
          <a:xfrm>
            <a:off x="8538107" y="3737119"/>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63" name="文本框 62"/>
          <p:cNvSpPr txBox="1"/>
          <p:nvPr/>
        </p:nvSpPr>
        <p:spPr>
          <a:xfrm>
            <a:off x="8538107" y="2539784"/>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65" name="文本框 64"/>
          <p:cNvSpPr txBox="1"/>
          <p:nvPr/>
        </p:nvSpPr>
        <p:spPr>
          <a:xfrm>
            <a:off x="4139317" y="1058393"/>
            <a:ext cx="3913366"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66" name="Rectangle 58"/>
          <p:cNvSpPr/>
          <p:nvPr/>
        </p:nvSpPr>
        <p:spPr>
          <a:xfrm>
            <a:off x="3614043" y="1478661"/>
            <a:ext cx="4963915"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单击此处添加副标题</a:t>
            </a:r>
          </a:p>
        </p:txBody>
      </p:sp>
      <p:grpSp>
        <p:nvGrpSpPr>
          <p:cNvPr id="9" name="组合 8"/>
          <p:cNvGrpSpPr/>
          <p:nvPr/>
        </p:nvGrpSpPr>
        <p:grpSpPr>
          <a:xfrm>
            <a:off x="5438769" y="3080856"/>
            <a:ext cx="1337667" cy="786717"/>
            <a:chOff x="3270162" y="5998926"/>
            <a:chExt cx="855663" cy="503238"/>
          </a:xfrm>
          <a:solidFill>
            <a:schemeClr val="tx1">
              <a:lumMod val="65000"/>
              <a:lumOff val="35000"/>
            </a:schemeClr>
          </a:solidFill>
        </p:grpSpPr>
        <p:sp>
          <p:nvSpPr>
            <p:cNvPr id="67" name="Freeform 55"/>
            <p:cNvSpPr>
              <a:spLocks/>
            </p:cNvSpPr>
            <p:nvPr/>
          </p:nvSpPr>
          <p:spPr bwMode="auto">
            <a:xfrm>
              <a:off x="3492412" y="5998926"/>
              <a:ext cx="428625" cy="498475"/>
            </a:xfrm>
            <a:custGeom>
              <a:avLst/>
              <a:gdLst>
                <a:gd name="T0" fmla="*/ 0 w 190"/>
                <a:gd name="T1" fmla="*/ 221 h 221"/>
                <a:gd name="T2" fmla="*/ 190 w 190"/>
                <a:gd name="T3" fmla="*/ 221 h 221"/>
                <a:gd name="T4" fmla="*/ 129 w 190"/>
                <a:gd name="T5" fmla="*/ 100 h 221"/>
                <a:gd name="T6" fmla="*/ 151 w 190"/>
                <a:gd name="T7" fmla="*/ 56 h 221"/>
                <a:gd name="T8" fmla="*/ 95 w 190"/>
                <a:gd name="T9" fmla="*/ 0 h 221"/>
                <a:gd name="T10" fmla="*/ 38 w 190"/>
                <a:gd name="T11" fmla="*/ 57 h 221"/>
                <a:gd name="T12" fmla="*/ 61 w 190"/>
                <a:gd name="T13" fmla="*/ 100 h 221"/>
                <a:gd name="T14" fmla="*/ 0 w 190"/>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0" h="221">
                  <a:moveTo>
                    <a:pt x="0" y="221"/>
                  </a:moveTo>
                  <a:cubicBezTo>
                    <a:pt x="190" y="221"/>
                    <a:pt x="190" y="221"/>
                    <a:pt x="190" y="221"/>
                  </a:cubicBezTo>
                  <a:cubicBezTo>
                    <a:pt x="190" y="172"/>
                    <a:pt x="165" y="119"/>
                    <a:pt x="129" y="100"/>
                  </a:cubicBezTo>
                  <a:cubicBezTo>
                    <a:pt x="143" y="90"/>
                    <a:pt x="151" y="75"/>
                    <a:pt x="151" y="56"/>
                  </a:cubicBezTo>
                  <a:cubicBezTo>
                    <a:pt x="151" y="25"/>
                    <a:pt x="126" y="0"/>
                    <a:pt x="95" y="0"/>
                  </a:cubicBezTo>
                  <a:cubicBezTo>
                    <a:pt x="64" y="0"/>
                    <a:pt x="38" y="26"/>
                    <a:pt x="38" y="57"/>
                  </a:cubicBezTo>
                  <a:cubicBezTo>
                    <a:pt x="38" y="75"/>
                    <a:pt x="47" y="90"/>
                    <a:pt x="61" y="100"/>
                  </a:cubicBezTo>
                  <a:cubicBezTo>
                    <a:pt x="25" y="119"/>
                    <a:pt x="0" y="172"/>
                    <a:pt x="0" y="22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8" name="Freeform 56"/>
            <p:cNvSpPr>
              <a:spLocks/>
            </p:cNvSpPr>
            <p:nvPr/>
          </p:nvSpPr>
          <p:spPr bwMode="auto">
            <a:xfrm>
              <a:off x="3884525" y="6141801"/>
              <a:ext cx="241300" cy="360363"/>
            </a:xfrm>
            <a:custGeom>
              <a:avLst/>
              <a:gdLst>
                <a:gd name="T0" fmla="*/ 64 w 107"/>
                <a:gd name="T1" fmla="*/ 72 h 160"/>
                <a:gd name="T2" fmla="*/ 80 w 107"/>
                <a:gd name="T3" fmla="*/ 40 h 160"/>
                <a:gd name="T4" fmla="*/ 40 w 107"/>
                <a:gd name="T5" fmla="*/ 0 h 160"/>
                <a:gd name="T6" fmla="*/ 0 w 107"/>
                <a:gd name="T7" fmla="*/ 40 h 160"/>
                <a:gd name="T8" fmla="*/ 16 w 107"/>
                <a:gd name="T9" fmla="*/ 71 h 160"/>
                <a:gd name="T10" fmla="*/ 7 w 107"/>
                <a:gd name="T11" fmla="*/ 79 h 160"/>
                <a:gd name="T12" fmla="*/ 28 w 107"/>
                <a:gd name="T13" fmla="*/ 160 h 160"/>
                <a:gd name="T14" fmla="*/ 107 w 107"/>
                <a:gd name="T15" fmla="*/ 160 h 160"/>
                <a:gd name="T16" fmla="*/ 64 w 107"/>
                <a:gd name="T17" fmla="*/ 72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7" h="160">
                  <a:moveTo>
                    <a:pt x="64" y="72"/>
                  </a:moveTo>
                  <a:cubicBezTo>
                    <a:pt x="74" y="65"/>
                    <a:pt x="80" y="53"/>
                    <a:pt x="80" y="40"/>
                  </a:cubicBezTo>
                  <a:cubicBezTo>
                    <a:pt x="80" y="18"/>
                    <a:pt x="62" y="0"/>
                    <a:pt x="40" y="0"/>
                  </a:cubicBezTo>
                  <a:cubicBezTo>
                    <a:pt x="18" y="0"/>
                    <a:pt x="0" y="18"/>
                    <a:pt x="0" y="40"/>
                  </a:cubicBezTo>
                  <a:cubicBezTo>
                    <a:pt x="0" y="53"/>
                    <a:pt x="6" y="63"/>
                    <a:pt x="16" y="71"/>
                  </a:cubicBezTo>
                  <a:cubicBezTo>
                    <a:pt x="13" y="72"/>
                    <a:pt x="10" y="76"/>
                    <a:pt x="7" y="79"/>
                  </a:cubicBezTo>
                  <a:cubicBezTo>
                    <a:pt x="20" y="102"/>
                    <a:pt x="28" y="136"/>
                    <a:pt x="28" y="160"/>
                  </a:cubicBezTo>
                  <a:cubicBezTo>
                    <a:pt x="107" y="160"/>
                    <a:pt x="107" y="160"/>
                    <a:pt x="107" y="160"/>
                  </a:cubicBezTo>
                  <a:cubicBezTo>
                    <a:pt x="107" y="121"/>
                    <a:pt x="89" y="86"/>
                    <a:pt x="64" y="7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9" name="Freeform 57"/>
            <p:cNvSpPr>
              <a:spLocks/>
            </p:cNvSpPr>
            <p:nvPr/>
          </p:nvSpPr>
          <p:spPr bwMode="auto">
            <a:xfrm>
              <a:off x="3270162" y="6141801"/>
              <a:ext cx="241300" cy="360363"/>
            </a:xfrm>
            <a:custGeom>
              <a:avLst/>
              <a:gdLst>
                <a:gd name="T0" fmla="*/ 91 w 107"/>
                <a:gd name="T1" fmla="*/ 71 h 160"/>
                <a:gd name="T2" fmla="*/ 107 w 107"/>
                <a:gd name="T3" fmla="*/ 39 h 160"/>
                <a:gd name="T4" fmla="*/ 67 w 107"/>
                <a:gd name="T5" fmla="*/ 0 h 160"/>
                <a:gd name="T6" fmla="*/ 27 w 107"/>
                <a:gd name="T7" fmla="*/ 40 h 160"/>
                <a:gd name="T8" fmla="*/ 43 w 107"/>
                <a:gd name="T9" fmla="*/ 72 h 160"/>
                <a:gd name="T10" fmla="*/ 0 w 107"/>
                <a:gd name="T11" fmla="*/ 160 h 160"/>
                <a:gd name="T12" fmla="*/ 86 w 107"/>
                <a:gd name="T13" fmla="*/ 160 h 160"/>
                <a:gd name="T14" fmla="*/ 105 w 107"/>
                <a:gd name="T15" fmla="*/ 82 h 160"/>
                <a:gd name="T16" fmla="*/ 91 w 107"/>
                <a:gd name="T17" fmla="*/ 7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7" h="160">
                  <a:moveTo>
                    <a:pt x="91" y="71"/>
                  </a:moveTo>
                  <a:cubicBezTo>
                    <a:pt x="101" y="63"/>
                    <a:pt x="107" y="52"/>
                    <a:pt x="107" y="39"/>
                  </a:cubicBezTo>
                  <a:cubicBezTo>
                    <a:pt x="107" y="17"/>
                    <a:pt x="89" y="0"/>
                    <a:pt x="67" y="0"/>
                  </a:cubicBezTo>
                  <a:cubicBezTo>
                    <a:pt x="45" y="0"/>
                    <a:pt x="27" y="18"/>
                    <a:pt x="27" y="40"/>
                  </a:cubicBezTo>
                  <a:cubicBezTo>
                    <a:pt x="27" y="53"/>
                    <a:pt x="33" y="65"/>
                    <a:pt x="43" y="72"/>
                  </a:cubicBezTo>
                  <a:cubicBezTo>
                    <a:pt x="18" y="86"/>
                    <a:pt x="0" y="121"/>
                    <a:pt x="0" y="160"/>
                  </a:cubicBezTo>
                  <a:cubicBezTo>
                    <a:pt x="86" y="160"/>
                    <a:pt x="86" y="160"/>
                    <a:pt x="86" y="160"/>
                  </a:cubicBezTo>
                  <a:cubicBezTo>
                    <a:pt x="86" y="136"/>
                    <a:pt x="93" y="105"/>
                    <a:pt x="105" y="82"/>
                  </a:cubicBezTo>
                  <a:cubicBezTo>
                    <a:pt x="101" y="78"/>
                    <a:pt x="96" y="73"/>
                    <a:pt x="91" y="7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grpSp>
      <p:sp>
        <p:nvSpPr>
          <p:cNvPr id="71" name="文本框 70"/>
          <p:cNvSpPr txBox="1"/>
          <p:nvPr/>
        </p:nvSpPr>
        <p:spPr>
          <a:xfrm>
            <a:off x="5185408" y="3943354"/>
            <a:ext cx="1836000" cy="830997"/>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ctr">
              <a:lnSpc>
                <a:spcPct val="120000"/>
              </a:lnSpc>
            </a:pPr>
            <a:r>
              <a:rPr lang="zh-CN" altLang="en-US" sz="1600" dirty="0">
                <a:solidFill>
                  <a:schemeClr val="tx1">
                    <a:lumMod val="65000"/>
                    <a:lumOff val="35000"/>
                  </a:schemeClr>
                </a:solidFill>
              </a:rPr>
              <a:t>添加内容</a:t>
            </a:r>
          </a:p>
        </p:txBody>
      </p:sp>
      <p:sp>
        <p:nvSpPr>
          <p:cNvPr id="75" name="任意多边形 74"/>
          <p:cNvSpPr>
            <a:spLocks/>
          </p:cNvSpPr>
          <p:nvPr/>
        </p:nvSpPr>
        <p:spPr bwMode="auto">
          <a:xfrm>
            <a:off x="3586460" y="2659727"/>
            <a:ext cx="324000" cy="324000"/>
          </a:xfrm>
          <a:custGeom>
            <a:avLst/>
            <a:gdLst>
              <a:gd name="connsiteX0" fmla="*/ 135700 w 358776"/>
              <a:gd name="connsiteY0" fmla="*/ 71437 h 358776"/>
              <a:gd name="connsiteX1" fmla="*/ 113856 w 358776"/>
              <a:gd name="connsiteY1" fmla="*/ 93300 h 358776"/>
              <a:gd name="connsiteX2" fmla="*/ 113856 w 358776"/>
              <a:gd name="connsiteY2" fmla="*/ 101499 h 358776"/>
              <a:gd name="connsiteX3" fmla="*/ 190310 w 358776"/>
              <a:gd name="connsiteY3" fmla="*/ 178021 h 358776"/>
              <a:gd name="connsiteX4" fmla="*/ 113856 w 358776"/>
              <a:gd name="connsiteY4" fmla="*/ 257275 h 358776"/>
              <a:gd name="connsiteX5" fmla="*/ 113856 w 358776"/>
              <a:gd name="connsiteY5" fmla="*/ 262741 h 358776"/>
              <a:gd name="connsiteX6" fmla="*/ 135700 w 358776"/>
              <a:gd name="connsiteY6" fmla="*/ 287337 h 358776"/>
              <a:gd name="connsiteX7" fmla="*/ 143891 w 358776"/>
              <a:gd name="connsiteY7" fmla="*/ 287337 h 358776"/>
              <a:gd name="connsiteX8" fmla="*/ 223076 w 358776"/>
              <a:gd name="connsiteY8" fmla="*/ 205350 h 358776"/>
              <a:gd name="connsiteX9" fmla="*/ 244920 w 358776"/>
              <a:gd name="connsiteY9" fmla="*/ 183486 h 358776"/>
              <a:gd name="connsiteX10" fmla="*/ 244920 w 358776"/>
              <a:gd name="connsiteY10" fmla="*/ 175288 h 358776"/>
              <a:gd name="connsiteX11" fmla="*/ 223076 w 358776"/>
              <a:gd name="connsiteY11" fmla="*/ 153424 h 358776"/>
              <a:gd name="connsiteX12" fmla="*/ 143891 w 358776"/>
              <a:gd name="connsiteY12" fmla="*/ 71437 h 358776"/>
              <a:gd name="connsiteX13" fmla="*/ 135700 w 358776"/>
              <a:gd name="connsiteY13" fmla="*/ 71437 h 358776"/>
              <a:gd name="connsiteX14" fmla="*/ 179388 w 358776"/>
              <a:gd name="connsiteY14" fmla="*/ 0 h 358776"/>
              <a:gd name="connsiteX15" fmla="*/ 358776 w 358776"/>
              <a:gd name="connsiteY15" fmla="*/ 179388 h 358776"/>
              <a:gd name="connsiteX16" fmla="*/ 179388 w 358776"/>
              <a:gd name="connsiteY16" fmla="*/ 358776 h 358776"/>
              <a:gd name="connsiteX17" fmla="*/ 0 w 358776"/>
              <a:gd name="connsiteY17" fmla="*/ 179388 h 358776"/>
              <a:gd name="connsiteX18" fmla="*/ 179388 w 358776"/>
              <a:gd name="connsiteY18" fmla="*/ 0 h 358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58776" h="358776">
                <a:moveTo>
                  <a:pt x="135700" y="71437"/>
                </a:moveTo>
                <a:cubicBezTo>
                  <a:pt x="113856" y="93300"/>
                  <a:pt x="113856" y="93300"/>
                  <a:pt x="113856" y="93300"/>
                </a:cubicBezTo>
                <a:cubicBezTo>
                  <a:pt x="111125" y="96033"/>
                  <a:pt x="111125" y="101499"/>
                  <a:pt x="113856" y="101499"/>
                </a:cubicBezTo>
                <a:cubicBezTo>
                  <a:pt x="190310" y="178021"/>
                  <a:pt x="190310" y="178021"/>
                  <a:pt x="190310" y="178021"/>
                </a:cubicBezTo>
                <a:cubicBezTo>
                  <a:pt x="113856" y="257275"/>
                  <a:pt x="113856" y="257275"/>
                  <a:pt x="113856" y="257275"/>
                </a:cubicBezTo>
                <a:cubicBezTo>
                  <a:pt x="111125" y="257275"/>
                  <a:pt x="111125" y="262741"/>
                  <a:pt x="113856" y="262741"/>
                </a:cubicBezTo>
                <a:cubicBezTo>
                  <a:pt x="135700" y="287337"/>
                  <a:pt x="135700" y="287337"/>
                  <a:pt x="135700" y="287337"/>
                </a:cubicBezTo>
                <a:cubicBezTo>
                  <a:pt x="138430" y="287337"/>
                  <a:pt x="141161" y="287337"/>
                  <a:pt x="143891" y="287337"/>
                </a:cubicBezTo>
                <a:cubicBezTo>
                  <a:pt x="223076" y="205350"/>
                  <a:pt x="223076" y="205350"/>
                  <a:pt x="223076" y="205350"/>
                </a:cubicBezTo>
                <a:cubicBezTo>
                  <a:pt x="244920" y="183486"/>
                  <a:pt x="244920" y="183486"/>
                  <a:pt x="244920" y="183486"/>
                </a:cubicBezTo>
                <a:cubicBezTo>
                  <a:pt x="247650" y="180754"/>
                  <a:pt x="247650" y="178021"/>
                  <a:pt x="244920" y="175288"/>
                </a:cubicBezTo>
                <a:cubicBezTo>
                  <a:pt x="223076" y="153424"/>
                  <a:pt x="223076" y="153424"/>
                  <a:pt x="223076" y="153424"/>
                </a:cubicBezTo>
                <a:cubicBezTo>
                  <a:pt x="143891" y="71437"/>
                  <a:pt x="143891" y="71437"/>
                  <a:pt x="143891" y="71437"/>
                </a:cubicBezTo>
                <a:cubicBezTo>
                  <a:pt x="141161" y="71437"/>
                  <a:pt x="138430" y="71437"/>
                  <a:pt x="135700" y="71437"/>
                </a:cubicBezTo>
                <a:close/>
                <a:moveTo>
                  <a:pt x="179388" y="0"/>
                </a:moveTo>
                <a:cubicBezTo>
                  <a:pt x="278461" y="0"/>
                  <a:pt x="358776" y="80315"/>
                  <a:pt x="358776" y="179388"/>
                </a:cubicBezTo>
                <a:cubicBezTo>
                  <a:pt x="358776" y="278461"/>
                  <a:pt x="278461" y="358776"/>
                  <a:pt x="179388" y="358776"/>
                </a:cubicBezTo>
                <a:cubicBezTo>
                  <a:pt x="80315" y="358776"/>
                  <a:pt x="0" y="278461"/>
                  <a:pt x="0" y="179388"/>
                </a:cubicBezTo>
                <a:cubicBezTo>
                  <a:pt x="0" y="80315"/>
                  <a:pt x="80315" y="0"/>
                  <a:pt x="179388" y="0"/>
                </a:cubicBezTo>
                <a:close/>
              </a:path>
            </a:pathLst>
          </a:custGeom>
          <a:solidFill>
            <a:srgbClr val="9ED6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任意多边形 75"/>
          <p:cNvSpPr>
            <a:spLocks/>
          </p:cNvSpPr>
          <p:nvPr/>
        </p:nvSpPr>
        <p:spPr bwMode="auto">
          <a:xfrm>
            <a:off x="3586460" y="3850998"/>
            <a:ext cx="324000" cy="324000"/>
          </a:xfrm>
          <a:custGeom>
            <a:avLst/>
            <a:gdLst>
              <a:gd name="connsiteX0" fmla="*/ 135700 w 358776"/>
              <a:gd name="connsiteY0" fmla="*/ 71437 h 358776"/>
              <a:gd name="connsiteX1" fmla="*/ 113856 w 358776"/>
              <a:gd name="connsiteY1" fmla="*/ 93300 h 358776"/>
              <a:gd name="connsiteX2" fmla="*/ 113856 w 358776"/>
              <a:gd name="connsiteY2" fmla="*/ 101499 h 358776"/>
              <a:gd name="connsiteX3" fmla="*/ 190310 w 358776"/>
              <a:gd name="connsiteY3" fmla="*/ 178021 h 358776"/>
              <a:gd name="connsiteX4" fmla="*/ 113856 w 358776"/>
              <a:gd name="connsiteY4" fmla="*/ 257275 h 358776"/>
              <a:gd name="connsiteX5" fmla="*/ 113856 w 358776"/>
              <a:gd name="connsiteY5" fmla="*/ 262741 h 358776"/>
              <a:gd name="connsiteX6" fmla="*/ 135700 w 358776"/>
              <a:gd name="connsiteY6" fmla="*/ 287337 h 358776"/>
              <a:gd name="connsiteX7" fmla="*/ 143891 w 358776"/>
              <a:gd name="connsiteY7" fmla="*/ 287337 h 358776"/>
              <a:gd name="connsiteX8" fmla="*/ 223076 w 358776"/>
              <a:gd name="connsiteY8" fmla="*/ 205350 h 358776"/>
              <a:gd name="connsiteX9" fmla="*/ 244920 w 358776"/>
              <a:gd name="connsiteY9" fmla="*/ 183486 h 358776"/>
              <a:gd name="connsiteX10" fmla="*/ 244920 w 358776"/>
              <a:gd name="connsiteY10" fmla="*/ 175288 h 358776"/>
              <a:gd name="connsiteX11" fmla="*/ 223076 w 358776"/>
              <a:gd name="connsiteY11" fmla="*/ 153424 h 358776"/>
              <a:gd name="connsiteX12" fmla="*/ 143891 w 358776"/>
              <a:gd name="connsiteY12" fmla="*/ 71437 h 358776"/>
              <a:gd name="connsiteX13" fmla="*/ 135700 w 358776"/>
              <a:gd name="connsiteY13" fmla="*/ 71437 h 358776"/>
              <a:gd name="connsiteX14" fmla="*/ 179388 w 358776"/>
              <a:gd name="connsiteY14" fmla="*/ 0 h 358776"/>
              <a:gd name="connsiteX15" fmla="*/ 358776 w 358776"/>
              <a:gd name="connsiteY15" fmla="*/ 179388 h 358776"/>
              <a:gd name="connsiteX16" fmla="*/ 179388 w 358776"/>
              <a:gd name="connsiteY16" fmla="*/ 358776 h 358776"/>
              <a:gd name="connsiteX17" fmla="*/ 0 w 358776"/>
              <a:gd name="connsiteY17" fmla="*/ 179388 h 358776"/>
              <a:gd name="connsiteX18" fmla="*/ 179388 w 358776"/>
              <a:gd name="connsiteY18" fmla="*/ 0 h 358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58776" h="358776">
                <a:moveTo>
                  <a:pt x="135700" y="71437"/>
                </a:moveTo>
                <a:cubicBezTo>
                  <a:pt x="113856" y="93300"/>
                  <a:pt x="113856" y="93300"/>
                  <a:pt x="113856" y="93300"/>
                </a:cubicBezTo>
                <a:cubicBezTo>
                  <a:pt x="111125" y="96033"/>
                  <a:pt x="111125" y="101499"/>
                  <a:pt x="113856" y="101499"/>
                </a:cubicBezTo>
                <a:cubicBezTo>
                  <a:pt x="190310" y="178021"/>
                  <a:pt x="190310" y="178021"/>
                  <a:pt x="190310" y="178021"/>
                </a:cubicBezTo>
                <a:cubicBezTo>
                  <a:pt x="113856" y="257275"/>
                  <a:pt x="113856" y="257275"/>
                  <a:pt x="113856" y="257275"/>
                </a:cubicBezTo>
                <a:cubicBezTo>
                  <a:pt x="111125" y="257275"/>
                  <a:pt x="111125" y="262741"/>
                  <a:pt x="113856" y="262741"/>
                </a:cubicBezTo>
                <a:cubicBezTo>
                  <a:pt x="135700" y="287337"/>
                  <a:pt x="135700" y="287337"/>
                  <a:pt x="135700" y="287337"/>
                </a:cubicBezTo>
                <a:cubicBezTo>
                  <a:pt x="138430" y="287337"/>
                  <a:pt x="141161" y="287337"/>
                  <a:pt x="143891" y="287337"/>
                </a:cubicBezTo>
                <a:cubicBezTo>
                  <a:pt x="223076" y="205350"/>
                  <a:pt x="223076" y="205350"/>
                  <a:pt x="223076" y="205350"/>
                </a:cubicBezTo>
                <a:cubicBezTo>
                  <a:pt x="244920" y="183486"/>
                  <a:pt x="244920" y="183486"/>
                  <a:pt x="244920" y="183486"/>
                </a:cubicBezTo>
                <a:cubicBezTo>
                  <a:pt x="247650" y="180754"/>
                  <a:pt x="247650" y="178021"/>
                  <a:pt x="244920" y="175288"/>
                </a:cubicBezTo>
                <a:cubicBezTo>
                  <a:pt x="223076" y="153424"/>
                  <a:pt x="223076" y="153424"/>
                  <a:pt x="223076" y="153424"/>
                </a:cubicBezTo>
                <a:cubicBezTo>
                  <a:pt x="143891" y="71437"/>
                  <a:pt x="143891" y="71437"/>
                  <a:pt x="143891" y="71437"/>
                </a:cubicBezTo>
                <a:cubicBezTo>
                  <a:pt x="141161" y="71437"/>
                  <a:pt x="138430" y="71437"/>
                  <a:pt x="135700" y="71437"/>
                </a:cubicBezTo>
                <a:close/>
                <a:moveTo>
                  <a:pt x="179388" y="0"/>
                </a:moveTo>
                <a:cubicBezTo>
                  <a:pt x="278461" y="0"/>
                  <a:pt x="358776" y="80315"/>
                  <a:pt x="358776" y="179388"/>
                </a:cubicBezTo>
                <a:cubicBezTo>
                  <a:pt x="358776" y="278461"/>
                  <a:pt x="278461" y="358776"/>
                  <a:pt x="179388" y="358776"/>
                </a:cubicBezTo>
                <a:cubicBezTo>
                  <a:pt x="80315" y="358776"/>
                  <a:pt x="0" y="278461"/>
                  <a:pt x="0" y="179388"/>
                </a:cubicBezTo>
                <a:cubicBezTo>
                  <a:pt x="0" y="80315"/>
                  <a:pt x="80315" y="0"/>
                  <a:pt x="179388" y="0"/>
                </a:cubicBezTo>
                <a:close/>
              </a:path>
            </a:pathLst>
          </a:custGeom>
          <a:solidFill>
            <a:srgbClr val="F1903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7" name="任意多边形 76"/>
          <p:cNvSpPr>
            <a:spLocks/>
          </p:cNvSpPr>
          <p:nvPr/>
        </p:nvSpPr>
        <p:spPr bwMode="auto">
          <a:xfrm>
            <a:off x="3586460" y="4987263"/>
            <a:ext cx="324000" cy="324000"/>
          </a:xfrm>
          <a:custGeom>
            <a:avLst/>
            <a:gdLst>
              <a:gd name="connsiteX0" fmla="*/ 135700 w 358776"/>
              <a:gd name="connsiteY0" fmla="*/ 71437 h 358776"/>
              <a:gd name="connsiteX1" fmla="*/ 113856 w 358776"/>
              <a:gd name="connsiteY1" fmla="*/ 93300 h 358776"/>
              <a:gd name="connsiteX2" fmla="*/ 113856 w 358776"/>
              <a:gd name="connsiteY2" fmla="*/ 101499 h 358776"/>
              <a:gd name="connsiteX3" fmla="*/ 190310 w 358776"/>
              <a:gd name="connsiteY3" fmla="*/ 178021 h 358776"/>
              <a:gd name="connsiteX4" fmla="*/ 113856 w 358776"/>
              <a:gd name="connsiteY4" fmla="*/ 257275 h 358776"/>
              <a:gd name="connsiteX5" fmla="*/ 113856 w 358776"/>
              <a:gd name="connsiteY5" fmla="*/ 262741 h 358776"/>
              <a:gd name="connsiteX6" fmla="*/ 135700 w 358776"/>
              <a:gd name="connsiteY6" fmla="*/ 287337 h 358776"/>
              <a:gd name="connsiteX7" fmla="*/ 143891 w 358776"/>
              <a:gd name="connsiteY7" fmla="*/ 287337 h 358776"/>
              <a:gd name="connsiteX8" fmla="*/ 223076 w 358776"/>
              <a:gd name="connsiteY8" fmla="*/ 205350 h 358776"/>
              <a:gd name="connsiteX9" fmla="*/ 244920 w 358776"/>
              <a:gd name="connsiteY9" fmla="*/ 183486 h 358776"/>
              <a:gd name="connsiteX10" fmla="*/ 244920 w 358776"/>
              <a:gd name="connsiteY10" fmla="*/ 175288 h 358776"/>
              <a:gd name="connsiteX11" fmla="*/ 223076 w 358776"/>
              <a:gd name="connsiteY11" fmla="*/ 153424 h 358776"/>
              <a:gd name="connsiteX12" fmla="*/ 143891 w 358776"/>
              <a:gd name="connsiteY12" fmla="*/ 71437 h 358776"/>
              <a:gd name="connsiteX13" fmla="*/ 135700 w 358776"/>
              <a:gd name="connsiteY13" fmla="*/ 71437 h 358776"/>
              <a:gd name="connsiteX14" fmla="*/ 179388 w 358776"/>
              <a:gd name="connsiteY14" fmla="*/ 0 h 358776"/>
              <a:gd name="connsiteX15" fmla="*/ 358776 w 358776"/>
              <a:gd name="connsiteY15" fmla="*/ 179388 h 358776"/>
              <a:gd name="connsiteX16" fmla="*/ 179388 w 358776"/>
              <a:gd name="connsiteY16" fmla="*/ 358776 h 358776"/>
              <a:gd name="connsiteX17" fmla="*/ 0 w 358776"/>
              <a:gd name="connsiteY17" fmla="*/ 179388 h 358776"/>
              <a:gd name="connsiteX18" fmla="*/ 179388 w 358776"/>
              <a:gd name="connsiteY18" fmla="*/ 0 h 358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58776" h="358776">
                <a:moveTo>
                  <a:pt x="135700" y="71437"/>
                </a:moveTo>
                <a:cubicBezTo>
                  <a:pt x="113856" y="93300"/>
                  <a:pt x="113856" y="93300"/>
                  <a:pt x="113856" y="93300"/>
                </a:cubicBezTo>
                <a:cubicBezTo>
                  <a:pt x="111125" y="96033"/>
                  <a:pt x="111125" y="101499"/>
                  <a:pt x="113856" y="101499"/>
                </a:cubicBezTo>
                <a:cubicBezTo>
                  <a:pt x="190310" y="178021"/>
                  <a:pt x="190310" y="178021"/>
                  <a:pt x="190310" y="178021"/>
                </a:cubicBezTo>
                <a:cubicBezTo>
                  <a:pt x="113856" y="257275"/>
                  <a:pt x="113856" y="257275"/>
                  <a:pt x="113856" y="257275"/>
                </a:cubicBezTo>
                <a:cubicBezTo>
                  <a:pt x="111125" y="257275"/>
                  <a:pt x="111125" y="262741"/>
                  <a:pt x="113856" y="262741"/>
                </a:cubicBezTo>
                <a:cubicBezTo>
                  <a:pt x="135700" y="287337"/>
                  <a:pt x="135700" y="287337"/>
                  <a:pt x="135700" y="287337"/>
                </a:cubicBezTo>
                <a:cubicBezTo>
                  <a:pt x="138430" y="287337"/>
                  <a:pt x="141161" y="287337"/>
                  <a:pt x="143891" y="287337"/>
                </a:cubicBezTo>
                <a:cubicBezTo>
                  <a:pt x="223076" y="205350"/>
                  <a:pt x="223076" y="205350"/>
                  <a:pt x="223076" y="205350"/>
                </a:cubicBezTo>
                <a:cubicBezTo>
                  <a:pt x="244920" y="183486"/>
                  <a:pt x="244920" y="183486"/>
                  <a:pt x="244920" y="183486"/>
                </a:cubicBezTo>
                <a:cubicBezTo>
                  <a:pt x="247650" y="180754"/>
                  <a:pt x="247650" y="178021"/>
                  <a:pt x="244920" y="175288"/>
                </a:cubicBezTo>
                <a:cubicBezTo>
                  <a:pt x="223076" y="153424"/>
                  <a:pt x="223076" y="153424"/>
                  <a:pt x="223076" y="153424"/>
                </a:cubicBezTo>
                <a:cubicBezTo>
                  <a:pt x="143891" y="71437"/>
                  <a:pt x="143891" y="71437"/>
                  <a:pt x="143891" y="71437"/>
                </a:cubicBezTo>
                <a:cubicBezTo>
                  <a:pt x="141161" y="71437"/>
                  <a:pt x="138430" y="71437"/>
                  <a:pt x="135700" y="71437"/>
                </a:cubicBezTo>
                <a:close/>
                <a:moveTo>
                  <a:pt x="179388" y="0"/>
                </a:moveTo>
                <a:cubicBezTo>
                  <a:pt x="278461" y="0"/>
                  <a:pt x="358776" y="80315"/>
                  <a:pt x="358776" y="179388"/>
                </a:cubicBezTo>
                <a:cubicBezTo>
                  <a:pt x="358776" y="278461"/>
                  <a:pt x="278461" y="358776"/>
                  <a:pt x="179388" y="358776"/>
                </a:cubicBezTo>
                <a:cubicBezTo>
                  <a:pt x="80315" y="358776"/>
                  <a:pt x="0" y="278461"/>
                  <a:pt x="0" y="179388"/>
                </a:cubicBezTo>
                <a:cubicBezTo>
                  <a:pt x="0" y="80315"/>
                  <a:pt x="80315" y="0"/>
                  <a:pt x="179388" y="0"/>
                </a:cubicBezTo>
                <a:close/>
              </a:path>
            </a:pathLst>
          </a:custGeom>
          <a:solidFill>
            <a:srgbClr val="EA2F6C"/>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8" name="任意多边形 77"/>
          <p:cNvSpPr>
            <a:spLocks/>
          </p:cNvSpPr>
          <p:nvPr/>
        </p:nvSpPr>
        <p:spPr bwMode="auto">
          <a:xfrm>
            <a:off x="8252120" y="2659727"/>
            <a:ext cx="324000" cy="324000"/>
          </a:xfrm>
          <a:custGeom>
            <a:avLst/>
            <a:gdLst>
              <a:gd name="connsiteX0" fmla="*/ 135700 w 358776"/>
              <a:gd name="connsiteY0" fmla="*/ 71437 h 358776"/>
              <a:gd name="connsiteX1" fmla="*/ 113856 w 358776"/>
              <a:gd name="connsiteY1" fmla="*/ 93300 h 358776"/>
              <a:gd name="connsiteX2" fmla="*/ 113856 w 358776"/>
              <a:gd name="connsiteY2" fmla="*/ 101499 h 358776"/>
              <a:gd name="connsiteX3" fmla="*/ 190310 w 358776"/>
              <a:gd name="connsiteY3" fmla="*/ 178021 h 358776"/>
              <a:gd name="connsiteX4" fmla="*/ 113856 w 358776"/>
              <a:gd name="connsiteY4" fmla="*/ 257275 h 358776"/>
              <a:gd name="connsiteX5" fmla="*/ 113856 w 358776"/>
              <a:gd name="connsiteY5" fmla="*/ 262741 h 358776"/>
              <a:gd name="connsiteX6" fmla="*/ 135700 w 358776"/>
              <a:gd name="connsiteY6" fmla="*/ 287337 h 358776"/>
              <a:gd name="connsiteX7" fmla="*/ 143891 w 358776"/>
              <a:gd name="connsiteY7" fmla="*/ 287337 h 358776"/>
              <a:gd name="connsiteX8" fmla="*/ 223076 w 358776"/>
              <a:gd name="connsiteY8" fmla="*/ 205350 h 358776"/>
              <a:gd name="connsiteX9" fmla="*/ 244920 w 358776"/>
              <a:gd name="connsiteY9" fmla="*/ 183486 h 358776"/>
              <a:gd name="connsiteX10" fmla="*/ 244920 w 358776"/>
              <a:gd name="connsiteY10" fmla="*/ 175288 h 358776"/>
              <a:gd name="connsiteX11" fmla="*/ 223076 w 358776"/>
              <a:gd name="connsiteY11" fmla="*/ 153424 h 358776"/>
              <a:gd name="connsiteX12" fmla="*/ 143891 w 358776"/>
              <a:gd name="connsiteY12" fmla="*/ 71437 h 358776"/>
              <a:gd name="connsiteX13" fmla="*/ 135700 w 358776"/>
              <a:gd name="connsiteY13" fmla="*/ 71437 h 358776"/>
              <a:gd name="connsiteX14" fmla="*/ 179388 w 358776"/>
              <a:gd name="connsiteY14" fmla="*/ 0 h 358776"/>
              <a:gd name="connsiteX15" fmla="*/ 358776 w 358776"/>
              <a:gd name="connsiteY15" fmla="*/ 179388 h 358776"/>
              <a:gd name="connsiteX16" fmla="*/ 179388 w 358776"/>
              <a:gd name="connsiteY16" fmla="*/ 358776 h 358776"/>
              <a:gd name="connsiteX17" fmla="*/ 0 w 358776"/>
              <a:gd name="connsiteY17" fmla="*/ 179388 h 358776"/>
              <a:gd name="connsiteX18" fmla="*/ 179388 w 358776"/>
              <a:gd name="connsiteY18" fmla="*/ 0 h 358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58776" h="358776">
                <a:moveTo>
                  <a:pt x="135700" y="71437"/>
                </a:moveTo>
                <a:cubicBezTo>
                  <a:pt x="113856" y="93300"/>
                  <a:pt x="113856" y="93300"/>
                  <a:pt x="113856" y="93300"/>
                </a:cubicBezTo>
                <a:cubicBezTo>
                  <a:pt x="111125" y="96033"/>
                  <a:pt x="111125" y="101499"/>
                  <a:pt x="113856" y="101499"/>
                </a:cubicBezTo>
                <a:cubicBezTo>
                  <a:pt x="190310" y="178021"/>
                  <a:pt x="190310" y="178021"/>
                  <a:pt x="190310" y="178021"/>
                </a:cubicBezTo>
                <a:cubicBezTo>
                  <a:pt x="113856" y="257275"/>
                  <a:pt x="113856" y="257275"/>
                  <a:pt x="113856" y="257275"/>
                </a:cubicBezTo>
                <a:cubicBezTo>
                  <a:pt x="111125" y="257275"/>
                  <a:pt x="111125" y="262741"/>
                  <a:pt x="113856" y="262741"/>
                </a:cubicBezTo>
                <a:cubicBezTo>
                  <a:pt x="135700" y="287337"/>
                  <a:pt x="135700" y="287337"/>
                  <a:pt x="135700" y="287337"/>
                </a:cubicBezTo>
                <a:cubicBezTo>
                  <a:pt x="138430" y="287337"/>
                  <a:pt x="141161" y="287337"/>
                  <a:pt x="143891" y="287337"/>
                </a:cubicBezTo>
                <a:cubicBezTo>
                  <a:pt x="223076" y="205350"/>
                  <a:pt x="223076" y="205350"/>
                  <a:pt x="223076" y="205350"/>
                </a:cubicBezTo>
                <a:cubicBezTo>
                  <a:pt x="244920" y="183486"/>
                  <a:pt x="244920" y="183486"/>
                  <a:pt x="244920" y="183486"/>
                </a:cubicBezTo>
                <a:cubicBezTo>
                  <a:pt x="247650" y="180754"/>
                  <a:pt x="247650" y="178021"/>
                  <a:pt x="244920" y="175288"/>
                </a:cubicBezTo>
                <a:cubicBezTo>
                  <a:pt x="223076" y="153424"/>
                  <a:pt x="223076" y="153424"/>
                  <a:pt x="223076" y="153424"/>
                </a:cubicBezTo>
                <a:cubicBezTo>
                  <a:pt x="143891" y="71437"/>
                  <a:pt x="143891" y="71437"/>
                  <a:pt x="143891" y="71437"/>
                </a:cubicBezTo>
                <a:cubicBezTo>
                  <a:pt x="141161" y="71437"/>
                  <a:pt x="138430" y="71437"/>
                  <a:pt x="135700" y="71437"/>
                </a:cubicBezTo>
                <a:close/>
                <a:moveTo>
                  <a:pt x="179388" y="0"/>
                </a:moveTo>
                <a:cubicBezTo>
                  <a:pt x="278461" y="0"/>
                  <a:pt x="358776" y="80315"/>
                  <a:pt x="358776" y="179388"/>
                </a:cubicBezTo>
                <a:cubicBezTo>
                  <a:pt x="358776" y="278461"/>
                  <a:pt x="278461" y="358776"/>
                  <a:pt x="179388" y="358776"/>
                </a:cubicBezTo>
                <a:cubicBezTo>
                  <a:pt x="80315" y="358776"/>
                  <a:pt x="0" y="278461"/>
                  <a:pt x="0" y="179388"/>
                </a:cubicBezTo>
                <a:cubicBezTo>
                  <a:pt x="0" y="80315"/>
                  <a:pt x="80315" y="0"/>
                  <a:pt x="179388" y="0"/>
                </a:cubicBezTo>
                <a:close/>
              </a:path>
            </a:pathLst>
          </a:custGeom>
          <a:solidFill>
            <a:srgbClr val="2BAA8C"/>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9" name="任意多边形 78"/>
          <p:cNvSpPr>
            <a:spLocks/>
          </p:cNvSpPr>
          <p:nvPr/>
        </p:nvSpPr>
        <p:spPr bwMode="auto">
          <a:xfrm>
            <a:off x="8252120" y="3850998"/>
            <a:ext cx="324000" cy="324000"/>
          </a:xfrm>
          <a:custGeom>
            <a:avLst/>
            <a:gdLst>
              <a:gd name="connsiteX0" fmla="*/ 135700 w 358776"/>
              <a:gd name="connsiteY0" fmla="*/ 71437 h 358776"/>
              <a:gd name="connsiteX1" fmla="*/ 113856 w 358776"/>
              <a:gd name="connsiteY1" fmla="*/ 93300 h 358776"/>
              <a:gd name="connsiteX2" fmla="*/ 113856 w 358776"/>
              <a:gd name="connsiteY2" fmla="*/ 101499 h 358776"/>
              <a:gd name="connsiteX3" fmla="*/ 190310 w 358776"/>
              <a:gd name="connsiteY3" fmla="*/ 178021 h 358776"/>
              <a:gd name="connsiteX4" fmla="*/ 113856 w 358776"/>
              <a:gd name="connsiteY4" fmla="*/ 257275 h 358776"/>
              <a:gd name="connsiteX5" fmla="*/ 113856 w 358776"/>
              <a:gd name="connsiteY5" fmla="*/ 262741 h 358776"/>
              <a:gd name="connsiteX6" fmla="*/ 135700 w 358776"/>
              <a:gd name="connsiteY6" fmla="*/ 287337 h 358776"/>
              <a:gd name="connsiteX7" fmla="*/ 143891 w 358776"/>
              <a:gd name="connsiteY7" fmla="*/ 287337 h 358776"/>
              <a:gd name="connsiteX8" fmla="*/ 223076 w 358776"/>
              <a:gd name="connsiteY8" fmla="*/ 205350 h 358776"/>
              <a:gd name="connsiteX9" fmla="*/ 244920 w 358776"/>
              <a:gd name="connsiteY9" fmla="*/ 183486 h 358776"/>
              <a:gd name="connsiteX10" fmla="*/ 244920 w 358776"/>
              <a:gd name="connsiteY10" fmla="*/ 175288 h 358776"/>
              <a:gd name="connsiteX11" fmla="*/ 223076 w 358776"/>
              <a:gd name="connsiteY11" fmla="*/ 153424 h 358776"/>
              <a:gd name="connsiteX12" fmla="*/ 143891 w 358776"/>
              <a:gd name="connsiteY12" fmla="*/ 71437 h 358776"/>
              <a:gd name="connsiteX13" fmla="*/ 135700 w 358776"/>
              <a:gd name="connsiteY13" fmla="*/ 71437 h 358776"/>
              <a:gd name="connsiteX14" fmla="*/ 179388 w 358776"/>
              <a:gd name="connsiteY14" fmla="*/ 0 h 358776"/>
              <a:gd name="connsiteX15" fmla="*/ 358776 w 358776"/>
              <a:gd name="connsiteY15" fmla="*/ 179388 h 358776"/>
              <a:gd name="connsiteX16" fmla="*/ 179388 w 358776"/>
              <a:gd name="connsiteY16" fmla="*/ 358776 h 358776"/>
              <a:gd name="connsiteX17" fmla="*/ 0 w 358776"/>
              <a:gd name="connsiteY17" fmla="*/ 179388 h 358776"/>
              <a:gd name="connsiteX18" fmla="*/ 179388 w 358776"/>
              <a:gd name="connsiteY18" fmla="*/ 0 h 358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58776" h="358776">
                <a:moveTo>
                  <a:pt x="135700" y="71437"/>
                </a:moveTo>
                <a:cubicBezTo>
                  <a:pt x="113856" y="93300"/>
                  <a:pt x="113856" y="93300"/>
                  <a:pt x="113856" y="93300"/>
                </a:cubicBezTo>
                <a:cubicBezTo>
                  <a:pt x="111125" y="96033"/>
                  <a:pt x="111125" y="101499"/>
                  <a:pt x="113856" y="101499"/>
                </a:cubicBezTo>
                <a:cubicBezTo>
                  <a:pt x="190310" y="178021"/>
                  <a:pt x="190310" y="178021"/>
                  <a:pt x="190310" y="178021"/>
                </a:cubicBezTo>
                <a:cubicBezTo>
                  <a:pt x="113856" y="257275"/>
                  <a:pt x="113856" y="257275"/>
                  <a:pt x="113856" y="257275"/>
                </a:cubicBezTo>
                <a:cubicBezTo>
                  <a:pt x="111125" y="257275"/>
                  <a:pt x="111125" y="262741"/>
                  <a:pt x="113856" y="262741"/>
                </a:cubicBezTo>
                <a:cubicBezTo>
                  <a:pt x="135700" y="287337"/>
                  <a:pt x="135700" y="287337"/>
                  <a:pt x="135700" y="287337"/>
                </a:cubicBezTo>
                <a:cubicBezTo>
                  <a:pt x="138430" y="287337"/>
                  <a:pt x="141161" y="287337"/>
                  <a:pt x="143891" y="287337"/>
                </a:cubicBezTo>
                <a:cubicBezTo>
                  <a:pt x="223076" y="205350"/>
                  <a:pt x="223076" y="205350"/>
                  <a:pt x="223076" y="205350"/>
                </a:cubicBezTo>
                <a:cubicBezTo>
                  <a:pt x="244920" y="183486"/>
                  <a:pt x="244920" y="183486"/>
                  <a:pt x="244920" y="183486"/>
                </a:cubicBezTo>
                <a:cubicBezTo>
                  <a:pt x="247650" y="180754"/>
                  <a:pt x="247650" y="178021"/>
                  <a:pt x="244920" y="175288"/>
                </a:cubicBezTo>
                <a:cubicBezTo>
                  <a:pt x="223076" y="153424"/>
                  <a:pt x="223076" y="153424"/>
                  <a:pt x="223076" y="153424"/>
                </a:cubicBezTo>
                <a:cubicBezTo>
                  <a:pt x="143891" y="71437"/>
                  <a:pt x="143891" y="71437"/>
                  <a:pt x="143891" y="71437"/>
                </a:cubicBezTo>
                <a:cubicBezTo>
                  <a:pt x="141161" y="71437"/>
                  <a:pt x="138430" y="71437"/>
                  <a:pt x="135700" y="71437"/>
                </a:cubicBezTo>
                <a:close/>
                <a:moveTo>
                  <a:pt x="179388" y="0"/>
                </a:moveTo>
                <a:cubicBezTo>
                  <a:pt x="278461" y="0"/>
                  <a:pt x="358776" y="80315"/>
                  <a:pt x="358776" y="179388"/>
                </a:cubicBezTo>
                <a:cubicBezTo>
                  <a:pt x="358776" y="278461"/>
                  <a:pt x="278461" y="358776"/>
                  <a:pt x="179388" y="358776"/>
                </a:cubicBezTo>
                <a:cubicBezTo>
                  <a:pt x="80315" y="358776"/>
                  <a:pt x="0" y="278461"/>
                  <a:pt x="0" y="179388"/>
                </a:cubicBezTo>
                <a:cubicBezTo>
                  <a:pt x="0" y="80315"/>
                  <a:pt x="80315" y="0"/>
                  <a:pt x="179388" y="0"/>
                </a:cubicBezTo>
                <a:close/>
              </a:path>
            </a:pathLst>
          </a:custGeom>
          <a:solidFill>
            <a:srgbClr val="3A83CB"/>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0" name="任意多边形 79"/>
          <p:cNvSpPr>
            <a:spLocks/>
          </p:cNvSpPr>
          <p:nvPr/>
        </p:nvSpPr>
        <p:spPr bwMode="auto">
          <a:xfrm>
            <a:off x="8252120" y="4987263"/>
            <a:ext cx="324000" cy="324000"/>
          </a:xfrm>
          <a:custGeom>
            <a:avLst/>
            <a:gdLst>
              <a:gd name="connsiteX0" fmla="*/ 135700 w 358776"/>
              <a:gd name="connsiteY0" fmla="*/ 71437 h 358776"/>
              <a:gd name="connsiteX1" fmla="*/ 113856 w 358776"/>
              <a:gd name="connsiteY1" fmla="*/ 93300 h 358776"/>
              <a:gd name="connsiteX2" fmla="*/ 113856 w 358776"/>
              <a:gd name="connsiteY2" fmla="*/ 101499 h 358776"/>
              <a:gd name="connsiteX3" fmla="*/ 190310 w 358776"/>
              <a:gd name="connsiteY3" fmla="*/ 178021 h 358776"/>
              <a:gd name="connsiteX4" fmla="*/ 113856 w 358776"/>
              <a:gd name="connsiteY4" fmla="*/ 257275 h 358776"/>
              <a:gd name="connsiteX5" fmla="*/ 113856 w 358776"/>
              <a:gd name="connsiteY5" fmla="*/ 262741 h 358776"/>
              <a:gd name="connsiteX6" fmla="*/ 135700 w 358776"/>
              <a:gd name="connsiteY6" fmla="*/ 287337 h 358776"/>
              <a:gd name="connsiteX7" fmla="*/ 143891 w 358776"/>
              <a:gd name="connsiteY7" fmla="*/ 287337 h 358776"/>
              <a:gd name="connsiteX8" fmla="*/ 223076 w 358776"/>
              <a:gd name="connsiteY8" fmla="*/ 205350 h 358776"/>
              <a:gd name="connsiteX9" fmla="*/ 244920 w 358776"/>
              <a:gd name="connsiteY9" fmla="*/ 183486 h 358776"/>
              <a:gd name="connsiteX10" fmla="*/ 244920 w 358776"/>
              <a:gd name="connsiteY10" fmla="*/ 175288 h 358776"/>
              <a:gd name="connsiteX11" fmla="*/ 223076 w 358776"/>
              <a:gd name="connsiteY11" fmla="*/ 153424 h 358776"/>
              <a:gd name="connsiteX12" fmla="*/ 143891 w 358776"/>
              <a:gd name="connsiteY12" fmla="*/ 71437 h 358776"/>
              <a:gd name="connsiteX13" fmla="*/ 135700 w 358776"/>
              <a:gd name="connsiteY13" fmla="*/ 71437 h 358776"/>
              <a:gd name="connsiteX14" fmla="*/ 179388 w 358776"/>
              <a:gd name="connsiteY14" fmla="*/ 0 h 358776"/>
              <a:gd name="connsiteX15" fmla="*/ 358776 w 358776"/>
              <a:gd name="connsiteY15" fmla="*/ 179388 h 358776"/>
              <a:gd name="connsiteX16" fmla="*/ 179388 w 358776"/>
              <a:gd name="connsiteY16" fmla="*/ 358776 h 358776"/>
              <a:gd name="connsiteX17" fmla="*/ 0 w 358776"/>
              <a:gd name="connsiteY17" fmla="*/ 179388 h 358776"/>
              <a:gd name="connsiteX18" fmla="*/ 179388 w 358776"/>
              <a:gd name="connsiteY18" fmla="*/ 0 h 358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58776" h="358776">
                <a:moveTo>
                  <a:pt x="135700" y="71437"/>
                </a:moveTo>
                <a:cubicBezTo>
                  <a:pt x="113856" y="93300"/>
                  <a:pt x="113856" y="93300"/>
                  <a:pt x="113856" y="93300"/>
                </a:cubicBezTo>
                <a:cubicBezTo>
                  <a:pt x="111125" y="96033"/>
                  <a:pt x="111125" y="101499"/>
                  <a:pt x="113856" y="101499"/>
                </a:cubicBezTo>
                <a:cubicBezTo>
                  <a:pt x="190310" y="178021"/>
                  <a:pt x="190310" y="178021"/>
                  <a:pt x="190310" y="178021"/>
                </a:cubicBezTo>
                <a:cubicBezTo>
                  <a:pt x="113856" y="257275"/>
                  <a:pt x="113856" y="257275"/>
                  <a:pt x="113856" y="257275"/>
                </a:cubicBezTo>
                <a:cubicBezTo>
                  <a:pt x="111125" y="257275"/>
                  <a:pt x="111125" y="262741"/>
                  <a:pt x="113856" y="262741"/>
                </a:cubicBezTo>
                <a:cubicBezTo>
                  <a:pt x="135700" y="287337"/>
                  <a:pt x="135700" y="287337"/>
                  <a:pt x="135700" y="287337"/>
                </a:cubicBezTo>
                <a:cubicBezTo>
                  <a:pt x="138430" y="287337"/>
                  <a:pt x="141161" y="287337"/>
                  <a:pt x="143891" y="287337"/>
                </a:cubicBezTo>
                <a:cubicBezTo>
                  <a:pt x="223076" y="205350"/>
                  <a:pt x="223076" y="205350"/>
                  <a:pt x="223076" y="205350"/>
                </a:cubicBezTo>
                <a:cubicBezTo>
                  <a:pt x="244920" y="183486"/>
                  <a:pt x="244920" y="183486"/>
                  <a:pt x="244920" y="183486"/>
                </a:cubicBezTo>
                <a:cubicBezTo>
                  <a:pt x="247650" y="180754"/>
                  <a:pt x="247650" y="178021"/>
                  <a:pt x="244920" y="175288"/>
                </a:cubicBezTo>
                <a:cubicBezTo>
                  <a:pt x="223076" y="153424"/>
                  <a:pt x="223076" y="153424"/>
                  <a:pt x="223076" y="153424"/>
                </a:cubicBezTo>
                <a:cubicBezTo>
                  <a:pt x="143891" y="71437"/>
                  <a:pt x="143891" y="71437"/>
                  <a:pt x="143891" y="71437"/>
                </a:cubicBezTo>
                <a:cubicBezTo>
                  <a:pt x="141161" y="71437"/>
                  <a:pt x="138430" y="71437"/>
                  <a:pt x="135700" y="71437"/>
                </a:cubicBezTo>
                <a:close/>
                <a:moveTo>
                  <a:pt x="179388" y="0"/>
                </a:moveTo>
                <a:cubicBezTo>
                  <a:pt x="278461" y="0"/>
                  <a:pt x="358776" y="80315"/>
                  <a:pt x="358776" y="179388"/>
                </a:cubicBezTo>
                <a:cubicBezTo>
                  <a:pt x="358776" y="278461"/>
                  <a:pt x="278461" y="358776"/>
                  <a:pt x="179388" y="358776"/>
                </a:cubicBezTo>
                <a:cubicBezTo>
                  <a:pt x="80315" y="358776"/>
                  <a:pt x="0" y="278461"/>
                  <a:pt x="0" y="179388"/>
                </a:cubicBezTo>
                <a:cubicBezTo>
                  <a:pt x="0" y="80315"/>
                  <a:pt x="80315" y="0"/>
                  <a:pt x="179388" y="0"/>
                </a:cubicBezTo>
                <a:close/>
              </a:path>
            </a:pathLst>
          </a:custGeom>
          <a:solidFill>
            <a:srgbClr val="8820A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1"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六项循环</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284839294"/>
      </p:ext>
    </p:extLst>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 name="Rectangle 215"/>
          <p:cNvSpPr>
            <a:spLocks noChangeArrowheads="1"/>
          </p:cNvSpPr>
          <p:nvPr/>
        </p:nvSpPr>
        <p:spPr bwMode="auto">
          <a:xfrm>
            <a:off x="6082726" y="2580026"/>
            <a:ext cx="14480" cy="1316491"/>
          </a:xfrm>
          <a:prstGeom prst="rect">
            <a:avLst/>
          </a:prstGeom>
          <a:solidFill>
            <a:srgbClr val="BB165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217"/>
          <p:cNvSpPr>
            <a:spLocks/>
          </p:cNvSpPr>
          <p:nvPr/>
        </p:nvSpPr>
        <p:spPr bwMode="auto">
          <a:xfrm>
            <a:off x="5058253" y="3068733"/>
            <a:ext cx="1036541" cy="833818"/>
          </a:xfrm>
          <a:custGeom>
            <a:avLst/>
            <a:gdLst>
              <a:gd name="T0" fmla="*/ 852 w 859"/>
              <a:gd name="T1" fmla="*/ 691 h 691"/>
              <a:gd name="T2" fmla="*/ 0 w 859"/>
              <a:gd name="T3" fmla="*/ 12 h 691"/>
              <a:gd name="T4" fmla="*/ 7 w 859"/>
              <a:gd name="T5" fmla="*/ 0 h 691"/>
              <a:gd name="T6" fmla="*/ 859 w 859"/>
              <a:gd name="T7" fmla="*/ 682 h 691"/>
              <a:gd name="T8" fmla="*/ 852 w 859"/>
              <a:gd name="T9" fmla="*/ 691 h 691"/>
            </a:gdLst>
            <a:ahLst/>
            <a:cxnLst>
              <a:cxn ang="0">
                <a:pos x="T0" y="T1"/>
              </a:cxn>
              <a:cxn ang="0">
                <a:pos x="T2" y="T3"/>
              </a:cxn>
              <a:cxn ang="0">
                <a:pos x="T4" y="T5"/>
              </a:cxn>
              <a:cxn ang="0">
                <a:pos x="T6" y="T7"/>
              </a:cxn>
              <a:cxn ang="0">
                <a:pos x="T8" y="T9"/>
              </a:cxn>
            </a:cxnLst>
            <a:rect l="0" t="0" r="r" b="b"/>
            <a:pathLst>
              <a:path w="859" h="691">
                <a:moveTo>
                  <a:pt x="852" y="691"/>
                </a:moveTo>
                <a:lnTo>
                  <a:pt x="0" y="12"/>
                </a:lnTo>
                <a:lnTo>
                  <a:pt x="7" y="0"/>
                </a:lnTo>
                <a:lnTo>
                  <a:pt x="859" y="682"/>
                </a:lnTo>
                <a:lnTo>
                  <a:pt x="852" y="691"/>
                </a:lnTo>
                <a:close/>
              </a:path>
            </a:pathLst>
          </a:custGeom>
          <a:solidFill>
            <a:srgbClr val="F397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219"/>
          <p:cNvSpPr>
            <a:spLocks/>
          </p:cNvSpPr>
          <p:nvPr/>
        </p:nvSpPr>
        <p:spPr bwMode="auto">
          <a:xfrm>
            <a:off x="4806056" y="3888070"/>
            <a:ext cx="1285117" cy="308911"/>
          </a:xfrm>
          <a:custGeom>
            <a:avLst/>
            <a:gdLst>
              <a:gd name="T0" fmla="*/ 3 w 1065"/>
              <a:gd name="T1" fmla="*/ 256 h 256"/>
              <a:gd name="T2" fmla="*/ 0 w 1065"/>
              <a:gd name="T3" fmla="*/ 244 h 256"/>
              <a:gd name="T4" fmla="*/ 1063 w 1065"/>
              <a:gd name="T5" fmla="*/ 0 h 256"/>
              <a:gd name="T6" fmla="*/ 1065 w 1065"/>
              <a:gd name="T7" fmla="*/ 12 h 256"/>
              <a:gd name="T8" fmla="*/ 3 w 1065"/>
              <a:gd name="T9" fmla="*/ 256 h 256"/>
            </a:gdLst>
            <a:ahLst/>
            <a:cxnLst>
              <a:cxn ang="0">
                <a:pos x="T0" y="T1"/>
              </a:cxn>
              <a:cxn ang="0">
                <a:pos x="T2" y="T3"/>
              </a:cxn>
              <a:cxn ang="0">
                <a:pos x="T4" y="T5"/>
              </a:cxn>
              <a:cxn ang="0">
                <a:pos x="T6" y="T7"/>
              </a:cxn>
              <a:cxn ang="0">
                <a:pos x="T8" y="T9"/>
              </a:cxn>
            </a:cxnLst>
            <a:rect l="0" t="0" r="r" b="b"/>
            <a:pathLst>
              <a:path w="1065" h="256">
                <a:moveTo>
                  <a:pt x="3" y="256"/>
                </a:moveTo>
                <a:lnTo>
                  <a:pt x="0" y="244"/>
                </a:lnTo>
                <a:lnTo>
                  <a:pt x="1063" y="0"/>
                </a:lnTo>
                <a:lnTo>
                  <a:pt x="1065" y="12"/>
                </a:lnTo>
                <a:lnTo>
                  <a:pt x="3" y="256"/>
                </a:lnTo>
                <a:close/>
              </a:path>
            </a:pathLst>
          </a:custGeom>
          <a:solidFill>
            <a:srgbClr val="86BF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221"/>
          <p:cNvSpPr>
            <a:spLocks/>
          </p:cNvSpPr>
          <p:nvPr/>
        </p:nvSpPr>
        <p:spPr bwMode="auto">
          <a:xfrm>
            <a:off x="5511966" y="3891690"/>
            <a:ext cx="585241" cy="1193409"/>
          </a:xfrm>
          <a:custGeom>
            <a:avLst/>
            <a:gdLst>
              <a:gd name="T0" fmla="*/ 12 w 485"/>
              <a:gd name="T1" fmla="*/ 989 h 989"/>
              <a:gd name="T2" fmla="*/ 0 w 485"/>
              <a:gd name="T3" fmla="*/ 982 h 989"/>
              <a:gd name="T4" fmla="*/ 473 w 485"/>
              <a:gd name="T5" fmla="*/ 0 h 989"/>
              <a:gd name="T6" fmla="*/ 485 w 485"/>
              <a:gd name="T7" fmla="*/ 7 h 989"/>
              <a:gd name="T8" fmla="*/ 12 w 485"/>
              <a:gd name="T9" fmla="*/ 989 h 989"/>
            </a:gdLst>
            <a:ahLst/>
            <a:cxnLst>
              <a:cxn ang="0">
                <a:pos x="T0" y="T1"/>
              </a:cxn>
              <a:cxn ang="0">
                <a:pos x="T2" y="T3"/>
              </a:cxn>
              <a:cxn ang="0">
                <a:pos x="T4" y="T5"/>
              </a:cxn>
              <a:cxn ang="0">
                <a:pos x="T6" y="T7"/>
              </a:cxn>
              <a:cxn ang="0">
                <a:pos x="T8" y="T9"/>
              </a:cxn>
            </a:cxnLst>
            <a:rect l="0" t="0" r="r" b="b"/>
            <a:pathLst>
              <a:path w="485" h="989">
                <a:moveTo>
                  <a:pt x="12" y="989"/>
                </a:moveTo>
                <a:lnTo>
                  <a:pt x="0" y="982"/>
                </a:lnTo>
                <a:lnTo>
                  <a:pt x="473" y="0"/>
                </a:lnTo>
                <a:lnTo>
                  <a:pt x="485" y="7"/>
                </a:lnTo>
                <a:lnTo>
                  <a:pt x="12" y="989"/>
                </a:lnTo>
                <a:close/>
              </a:path>
            </a:pathLst>
          </a:custGeom>
          <a:solidFill>
            <a:srgbClr val="0F8E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223"/>
          <p:cNvSpPr>
            <a:spLocks/>
          </p:cNvSpPr>
          <p:nvPr/>
        </p:nvSpPr>
        <p:spPr bwMode="auto">
          <a:xfrm>
            <a:off x="6082726" y="3891690"/>
            <a:ext cx="586448" cy="1193409"/>
          </a:xfrm>
          <a:custGeom>
            <a:avLst/>
            <a:gdLst>
              <a:gd name="T0" fmla="*/ 474 w 486"/>
              <a:gd name="T1" fmla="*/ 989 h 989"/>
              <a:gd name="T2" fmla="*/ 0 w 486"/>
              <a:gd name="T3" fmla="*/ 7 h 989"/>
              <a:gd name="T4" fmla="*/ 12 w 486"/>
              <a:gd name="T5" fmla="*/ 0 h 989"/>
              <a:gd name="T6" fmla="*/ 486 w 486"/>
              <a:gd name="T7" fmla="*/ 982 h 989"/>
              <a:gd name="T8" fmla="*/ 474 w 486"/>
              <a:gd name="T9" fmla="*/ 989 h 989"/>
            </a:gdLst>
            <a:ahLst/>
            <a:cxnLst>
              <a:cxn ang="0">
                <a:pos x="T0" y="T1"/>
              </a:cxn>
              <a:cxn ang="0">
                <a:pos x="T2" y="T3"/>
              </a:cxn>
              <a:cxn ang="0">
                <a:pos x="T4" y="T5"/>
              </a:cxn>
              <a:cxn ang="0">
                <a:pos x="T6" y="T7"/>
              </a:cxn>
              <a:cxn ang="0">
                <a:pos x="T8" y="T9"/>
              </a:cxn>
            </a:cxnLst>
            <a:rect l="0" t="0" r="r" b="b"/>
            <a:pathLst>
              <a:path w="486" h="989">
                <a:moveTo>
                  <a:pt x="474" y="989"/>
                </a:moveTo>
                <a:lnTo>
                  <a:pt x="0" y="7"/>
                </a:lnTo>
                <a:lnTo>
                  <a:pt x="12" y="0"/>
                </a:lnTo>
                <a:lnTo>
                  <a:pt x="486" y="982"/>
                </a:lnTo>
                <a:lnTo>
                  <a:pt x="474" y="989"/>
                </a:lnTo>
                <a:close/>
              </a:path>
            </a:pathLst>
          </a:custGeom>
          <a:solidFill>
            <a:srgbClr val="309E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225"/>
          <p:cNvSpPr>
            <a:spLocks/>
          </p:cNvSpPr>
          <p:nvPr/>
        </p:nvSpPr>
        <p:spPr bwMode="auto">
          <a:xfrm>
            <a:off x="6088760" y="3888070"/>
            <a:ext cx="1343038" cy="323391"/>
          </a:xfrm>
          <a:custGeom>
            <a:avLst/>
            <a:gdLst>
              <a:gd name="T0" fmla="*/ 1110 w 1113"/>
              <a:gd name="T1" fmla="*/ 268 h 268"/>
              <a:gd name="T2" fmla="*/ 0 w 1113"/>
              <a:gd name="T3" fmla="*/ 12 h 268"/>
              <a:gd name="T4" fmla="*/ 2 w 1113"/>
              <a:gd name="T5" fmla="*/ 0 h 268"/>
              <a:gd name="T6" fmla="*/ 1113 w 1113"/>
              <a:gd name="T7" fmla="*/ 253 h 268"/>
              <a:gd name="T8" fmla="*/ 1110 w 1113"/>
              <a:gd name="T9" fmla="*/ 268 h 268"/>
            </a:gdLst>
            <a:ahLst/>
            <a:cxnLst>
              <a:cxn ang="0">
                <a:pos x="T0" y="T1"/>
              </a:cxn>
              <a:cxn ang="0">
                <a:pos x="T2" y="T3"/>
              </a:cxn>
              <a:cxn ang="0">
                <a:pos x="T4" y="T5"/>
              </a:cxn>
              <a:cxn ang="0">
                <a:pos x="T6" y="T7"/>
              </a:cxn>
              <a:cxn ang="0">
                <a:pos x="T8" y="T9"/>
              </a:cxn>
            </a:cxnLst>
            <a:rect l="0" t="0" r="r" b="b"/>
            <a:pathLst>
              <a:path w="1113" h="268">
                <a:moveTo>
                  <a:pt x="1110" y="268"/>
                </a:moveTo>
                <a:lnTo>
                  <a:pt x="0" y="12"/>
                </a:lnTo>
                <a:lnTo>
                  <a:pt x="2" y="0"/>
                </a:lnTo>
                <a:lnTo>
                  <a:pt x="1113" y="253"/>
                </a:lnTo>
                <a:lnTo>
                  <a:pt x="1110" y="268"/>
                </a:lnTo>
                <a:close/>
              </a:path>
            </a:pathLst>
          </a:custGeom>
          <a:solidFill>
            <a:srgbClr val="374B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227"/>
          <p:cNvSpPr>
            <a:spLocks/>
          </p:cNvSpPr>
          <p:nvPr/>
        </p:nvSpPr>
        <p:spPr bwMode="auto">
          <a:xfrm>
            <a:off x="6086346" y="3068733"/>
            <a:ext cx="1036541" cy="833818"/>
          </a:xfrm>
          <a:custGeom>
            <a:avLst/>
            <a:gdLst>
              <a:gd name="T0" fmla="*/ 7 w 859"/>
              <a:gd name="T1" fmla="*/ 691 h 691"/>
              <a:gd name="T2" fmla="*/ 0 w 859"/>
              <a:gd name="T3" fmla="*/ 682 h 691"/>
              <a:gd name="T4" fmla="*/ 852 w 859"/>
              <a:gd name="T5" fmla="*/ 0 h 691"/>
              <a:gd name="T6" fmla="*/ 859 w 859"/>
              <a:gd name="T7" fmla="*/ 12 h 691"/>
              <a:gd name="T8" fmla="*/ 7 w 859"/>
              <a:gd name="T9" fmla="*/ 691 h 691"/>
            </a:gdLst>
            <a:ahLst/>
            <a:cxnLst>
              <a:cxn ang="0">
                <a:pos x="T0" y="T1"/>
              </a:cxn>
              <a:cxn ang="0">
                <a:pos x="T2" y="T3"/>
              </a:cxn>
              <a:cxn ang="0">
                <a:pos x="T4" y="T5"/>
              </a:cxn>
              <a:cxn ang="0">
                <a:pos x="T6" y="T7"/>
              </a:cxn>
              <a:cxn ang="0">
                <a:pos x="T8" y="T9"/>
              </a:cxn>
            </a:cxnLst>
            <a:rect l="0" t="0" r="r" b="b"/>
            <a:pathLst>
              <a:path w="859" h="691">
                <a:moveTo>
                  <a:pt x="7" y="691"/>
                </a:moveTo>
                <a:lnTo>
                  <a:pt x="0" y="682"/>
                </a:lnTo>
                <a:lnTo>
                  <a:pt x="852" y="0"/>
                </a:lnTo>
                <a:lnTo>
                  <a:pt x="859" y="12"/>
                </a:lnTo>
                <a:lnTo>
                  <a:pt x="7" y="691"/>
                </a:lnTo>
                <a:close/>
              </a:path>
            </a:pathLst>
          </a:custGeom>
          <a:solidFill>
            <a:srgbClr val="8238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79" name="组合 78"/>
          <p:cNvGrpSpPr/>
          <p:nvPr/>
        </p:nvGrpSpPr>
        <p:grpSpPr>
          <a:xfrm>
            <a:off x="6057386" y="1600200"/>
            <a:ext cx="56714" cy="340284"/>
            <a:chOff x="6057386" y="1600200"/>
            <a:chExt cx="56714" cy="340284"/>
          </a:xfrm>
        </p:grpSpPr>
        <p:sp>
          <p:nvSpPr>
            <p:cNvPr id="80" name="Rectangle 201"/>
            <p:cNvSpPr>
              <a:spLocks noChangeArrowheads="1"/>
            </p:cNvSpPr>
            <p:nvPr/>
          </p:nvSpPr>
          <p:spPr bwMode="auto">
            <a:xfrm>
              <a:off x="6080313" y="1626747"/>
              <a:ext cx="10861" cy="313737"/>
            </a:xfrm>
            <a:prstGeom prst="rect">
              <a:avLst/>
            </a:prstGeom>
            <a:solidFill>
              <a:srgbClr val="4D4D4D"/>
            </a:solidFill>
            <a:ln w="9525">
              <a:noFill/>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1" name="Oval 202"/>
            <p:cNvSpPr>
              <a:spLocks noChangeAspect="1" noChangeArrowheads="1"/>
            </p:cNvSpPr>
            <p:nvPr/>
          </p:nvSpPr>
          <p:spPr bwMode="auto">
            <a:xfrm>
              <a:off x="6057386" y="1600200"/>
              <a:ext cx="56714" cy="57921"/>
            </a:xfrm>
            <a:prstGeom prst="ellipse">
              <a:avLst/>
            </a:prstGeom>
            <a:solidFill>
              <a:srgbClr val="B8C5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2" name="组合 81"/>
          <p:cNvGrpSpPr/>
          <p:nvPr/>
        </p:nvGrpSpPr>
        <p:grpSpPr>
          <a:xfrm>
            <a:off x="7585046" y="2485905"/>
            <a:ext cx="285984" cy="228064"/>
            <a:chOff x="7585046" y="2485905"/>
            <a:chExt cx="285984" cy="228064"/>
          </a:xfrm>
        </p:grpSpPr>
        <p:sp>
          <p:nvSpPr>
            <p:cNvPr id="83" name="Freeform 203"/>
            <p:cNvSpPr>
              <a:spLocks/>
            </p:cNvSpPr>
            <p:nvPr/>
          </p:nvSpPr>
          <p:spPr bwMode="auto">
            <a:xfrm>
              <a:off x="7585046" y="2511246"/>
              <a:ext cx="260643" cy="202723"/>
            </a:xfrm>
            <a:custGeom>
              <a:avLst/>
              <a:gdLst>
                <a:gd name="T0" fmla="*/ 7 w 216"/>
                <a:gd name="T1" fmla="*/ 168 h 168"/>
                <a:gd name="T2" fmla="*/ 0 w 216"/>
                <a:gd name="T3" fmla="*/ 159 h 168"/>
                <a:gd name="T4" fmla="*/ 209 w 216"/>
                <a:gd name="T5" fmla="*/ 0 h 168"/>
                <a:gd name="T6" fmla="*/ 216 w 216"/>
                <a:gd name="T7" fmla="*/ 10 h 168"/>
                <a:gd name="T8" fmla="*/ 7 w 216"/>
                <a:gd name="T9" fmla="*/ 168 h 168"/>
              </a:gdLst>
              <a:ahLst/>
              <a:cxnLst>
                <a:cxn ang="0">
                  <a:pos x="T0" y="T1"/>
                </a:cxn>
                <a:cxn ang="0">
                  <a:pos x="T2" y="T3"/>
                </a:cxn>
                <a:cxn ang="0">
                  <a:pos x="T4" y="T5"/>
                </a:cxn>
                <a:cxn ang="0">
                  <a:pos x="T6" y="T7"/>
                </a:cxn>
                <a:cxn ang="0">
                  <a:pos x="T8" y="T9"/>
                </a:cxn>
              </a:cxnLst>
              <a:rect l="0" t="0" r="r" b="b"/>
              <a:pathLst>
                <a:path w="216" h="168">
                  <a:moveTo>
                    <a:pt x="7" y="168"/>
                  </a:moveTo>
                  <a:lnTo>
                    <a:pt x="0" y="159"/>
                  </a:lnTo>
                  <a:lnTo>
                    <a:pt x="209" y="0"/>
                  </a:lnTo>
                  <a:lnTo>
                    <a:pt x="216" y="10"/>
                  </a:lnTo>
                  <a:lnTo>
                    <a:pt x="7" y="168"/>
                  </a:lnTo>
                  <a:close/>
                </a:path>
              </a:pathLst>
            </a:custGeom>
            <a:solidFill>
              <a:srgbClr val="4D4D4D"/>
            </a:solidFill>
            <a:ln w="9525">
              <a:noFill/>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4" name="Freeform 204"/>
            <p:cNvSpPr>
              <a:spLocks noChangeAspect="1"/>
            </p:cNvSpPr>
            <p:nvPr/>
          </p:nvSpPr>
          <p:spPr bwMode="auto">
            <a:xfrm>
              <a:off x="7805869" y="2485905"/>
              <a:ext cx="65161" cy="65161"/>
            </a:xfrm>
            <a:custGeom>
              <a:avLst/>
              <a:gdLst>
                <a:gd name="T0" fmla="*/ 18 w 23"/>
                <a:gd name="T1" fmla="*/ 19 h 23"/>
                <a:gd name="T2" fmla="*/ 20 w 23"/>
                <a:gd name="T3" fmla="*/ 5 h 23"/>
                <a:gd name="T4" fmla="*/ 6 w 23"/>
                <a:gd name="T5" fmla="*/ 3 h 23"/>
                <a:gd name="T6" fmla="*/ 4 w 23"/>
                <a:gd name="T7" fmla="*/ 17 h 23"/>
                <a:gd name="T8" fmla="*/ 18 w 23"/>
                <a:gd name="T9" fmla="*/ 19 h 23"/>
              </a:gdLst>
              <a:ahLst/>
              <a:cxnLst>
                <a:cxn ang="0">
                  <a:pos x="T0" y="T1"/>
                </a:cxn>
                <a:cxn ang="0">
                  <a:pos x="T2" y="T3"/>
                </a:cxn>
                <a:cxn ang="0">
                  <a:pos x="T4" y="T5"/>
                </a:cxn>
                <a:cxn ang="0">
                  <a:pos x="T6" y="T7"/>
                </a:cxn>
                <a:cxn ang="0">
                  <a:pos x="T8" y="T9"/>
                </a:cxn>
              </a:cxnLst>
              <a:rect l="0" t="0" r="r" b="b"/>
              <a:pathLst>
                <a:path w="23" h="23">
                  <a:moveTo>
                    <a:pt x="18" y="19"/>
                  </a:moveTo>
                  <a:cubicBezTo>
                    <a:pt x="22" y="16"/>
                    <a:pt x="23" y="10"/>
                    <a:pt x="20" y="5"/>
                  </a:cubicBezTo>
                  <a:cubicBezTo>
                    <a:pt x="16" y="1"/>
                    <a:pt x="10" y="0"/>
                    <a:pt x="6" y="3"/>
                  </a:cubicBezTo>
                  <a:cubicBezTo>
                    <a:pt x="1" y="7"/>
                    <a:pt x="0" y="13"/>
                    <a:pt x="4" y="17"/>
                  </a:cubicBezTo>
                  <a:cubicBezTo>
                    <a:pt x="7" y="22"/>
                    <a:pt x="13" y="23"/>
                    <a:pt x="18" y="19"/>
                  </a:cubicBezTo>
                  <a:close/>
                </a:path>
              </a:pathLst>
            </a:custGeom>
            <a:solidFill>
              <a:srgbClr val="B8C5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5" name="组合 84"/>
          <p:cNvGrpSpPr/>
          <p:nvPr/>
        </p:nvGrpSpPr>
        <p:grpSpPr>
          <a:xfrm>
            <a:off x="8019452" y="4353849"/>
            <a:ext cx="336664" cy="114635"/>
            <a:chOff x="8019452" y="4353849"/>
            <a:chExt cx="336664" cy="114635"/>
          </a:xfrm>
        </p:grpSpPr>
        <p:sp>
          <p:nvSpPr>
            <p:cNvPr id="86" name="Freeform 205"/>
            <p:cNvSpPr>
              <a:spLocks/>
            </p:cNvSpPr>
            <p:nvPr/>
          </p:nvSpPr>
          <p:spPr bwMode="auto">
            <a:xfrm>
              <a:off x="8019452" y="4353849"/>
              <a:ext cx="305291" cy="88088"/>
            </a:xfrm>
            <a:custGeom>
              <a:avLst/>
              <a:gdLst>
                <a:gd name="T0" fmla="*/ 251 w 253"/>
                <a:gd name="T1" fmla="*/ 73 h 73"/>
                <a:gd name="T2" fmla="*/ 0 w 253"/>
                <a:gd name="T3" fmla="*/ 9 h 73"/>
                <a:gd name="T4" fmla="*/ 2 w 253"/>
                <a:gd name="T5" fmla="*/ 0 h 73"/>
                <a:gd name="T6" fmla="*/ 253 w 253"/>
                <a:gd name="T7" fmla="*/ 64 h 73"/>
                <a:gd name="T8" fmla="*/ 251 w 253"/>
                <a:gd name="T9" fmla="*/ 73 h 73"/>
              </a:gdLst>
              <a:ahLst/>
              <a:cxnLst>
                <a:cxn ang="0">
                  <a:pos x="T0" y="T1"/>
                </a:cxn>
                <a:cxn ang="0">
                  <a:pos x="T2" y="T3"/>
                </a:cxn>
                <a:cxn ang="0">
                  <a:pos x="T4" y="T5"/>
                </a:cxn>
                <a:cxn ang="0">
                  <a:pos x="T6" y="T7"/>
                </a:cxn>
                <a:cxn ang="0">
                  <a:pos x="T8" y="T9"/>
                </a:cxn>
              </a:cxnLst>
              <a:rect l="0" t="0" r="r" b="b"/>
              <a:pathLst>
                <a:path w="253" h="73">
                  <a:moveTo>
                    <a:pt x="251" y="73"/>
                  </a:moveTo>
                  <a:lnTo>
                    <a:pt x="0" y="9"/>
                  </a:lnTo>
                  <a:lnTo>
                    <a:pt x="2" y="0"/>
                  </a:lnTo>
                  <a:lnTo>
                    <a:pt x="253" y="64"/>
                  </a:lnTo>
                  <a:lnTo>
                    <a:pt x="251" y="73"/>
                  </a:lnTo>
                  <a:close/>
                </a:path>
              </a:pathLst>
            </a:custGeom>
            <a:solidFill>
              <a:srgbClr val="4D4D4D"/>
            </a:solidFill>
            <a:ln w="9525">
              <a:noFill/>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7" name="Freeform 206"/>
            <p:cNvSpPr>
              <a:spLocks noChangeAspect="1"/>
            </p:cNvSpPr>
            <p:nvPr/>
          </p:nvSpPr>
          <p:spPr bwMode="auto">
            <a:xfrm>
              <a:off x="8290955" y="4405737"/>
              <a:ext cx="65161" cy="62747"/>
            </a:xfrm>
            <a:custGeom>
              <a:avLst/>
              <a:gdLst>
                <a:gd name="T0" fmla="*/ 9 w 23"/>
                <a:gd name="T1" fmla="*/ 21 h 22"/>
                <a:gd name="T2" fmla="*/ 21 w 23"/>
                <a:gd name="T3" fmla="*/ 13 h 22"/>
                <a:gd name="T4" fmla="*/ 14 w 23"/>
                <a:gd name="T5" fmla="*/ 1 h 22"/>
                <a:gd name="T6" fmla="*/ 2 w 23"/>
                <a:gd name="T7" fmla="*/ 8 h 22"/>
                <a:gd name="T8" fmla="*/ 9 w 23"/>
                <a:gd name="T9" fmla="*/ 21 h 22"/>
              </a:gdLst>
              <a:ahLst/>
              <a:cxnLst>
                <a:cxn ang="0">
                  <a:pos x="T0" y="T1"/>
                </a:cxn>
                <a:cxn ang="0">
                  <a:pos x="T2" y="T3"/>
                </a:cxn>
                <a:cxn ang="0">
                  <a:pos x="T4" y="T5"/>
                </a:cxn>
                <a:cxn ang="0">
                  <a:pos x="T6" y="T7"/>
                </a:cxn>
                <a:cxn ang="0">
                  <a:pos x="T8" y="T9"/>
                </a:cxn>
              </a:cxnLst>
              <a:rect l="0" t="0" r="r" b="b"/>
              <a:pathLst>
                <a:path w="23" h="22">
                  <a:moveTo>
                    <a:pt x="9" y="21"/>
                  </a:moveTo>
                  <a:cubicBezTo>
                    <a:pt x="14" y="22"/>
                    <a:pt x="20" y="19"/>
                    <a:pt x="21" y="13"/>
                  </a:cubicBezTo>
                  <a:cubicBezTo>
                    <a:pt x="23" y="8"/>
                    <a:pt x="19" y="2"/>
                    <a:pt x="14" y="1"/>
                  </a:cubicBezTo>
                  <a:cubicBezTo>
                    <a:pt x="9" y="0"/>
                    <a:pt x="3" y="3"/>
                    <a:pt x="2" y="8"/>
                  </a:cubicBezTo>
                  <a:cubicBezTo>
                    <a:pt x="0" y="14"/>
                    <a:pt x="4" y="19"/>
                    <a:pt x="9" y="21"/>
                  </a:cubicBezTo>
                  <a:close/>
                </a:path>
              </a:pathLst>
            </a:custGeom>
            <a:solidFill>
              <a:srgbClr val="B8C5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8" name="组合 87"/>
          <p:cNvGrpSpPr/>
          <p:nvPr/>
        </p:nvGrpSpPr>
        <p:grpSpPr>
          <a:xfrm>
            <a:off x="6905684" y="5632933"/>
            <a:ext cx="188242" cy="311324"/>
            <a:chOff x="6905684" y="5632933"/>
            <a:chExt cx="188242" cy="311324"/>
          </a:xfrm>
        </p:grpSpPr>
        <p:sp>
          <p:nvSpPr>
            <p:cNvPr id="89" name="Freeform 207"/>
            <p:cNvSpPr>
              <a:spLocks/>
            </p:cNvSpPr>
            <p:nvPr/>
          </p:nvSpPr>
          <p:spPr bwMode="auto">
            <a:xfrm>
              <a:off x="6905684" y="5632933"/>
              <a:ext cx="160489" cy="283571"/>
            </a:xfrm>
            <a:custGeom>
              <a:avLst/>
              <a:gdLst>
                <a:gd name="T0" fmla="*/ 123 w 133"/>
                <a:gd name="T1" fmla="*/ 235 h 235"/>
                <a:gd name="T2" fmla="*/ 0 w 133"/>
                <a:gd name="T3" fmla="*/ 5 h 235"/>
                <a:gd name="T4" fmla="*/ 10 w 133"/>
                <a:gd name="T5" fmla="*/ 0 h 235"/>
                <a:gd name="T6" fmla="*/ 133 w 133"/>
                <a:gd name="T7" fmla="*/ 230 h 235"/>
                <a:gd name="T8" fmla="*/ 123 w 133"/>
                <a:gd name="T9" fmla="*/ 235 h 235"/>
              </a:gdLst>
              <a:ahLst/>
              <a:cxnLst>
                <a:cxn ang="0">
                  <a:pos x="T0" y="T1"/>
                </a:cxn>
                <a:cxn ang="0">
                  <a:pos x="T2" y="T3"/>
                </a:cxn>
                <a:cxn ang="0">
                  <a:pos x="T4" y="T5"/>
                </a:cxn>
                <a:cxn ang="0">
                  <a:pos x="T6" y="T7"/>
                </a:cxn>
                <a:cxn ang="0">
                  <a:pos x="T8" y="T9"/>
                </a:cxn>
              </a:cxnLst>
              <a:rect l="0" t="0" r="r" b="b"/>
              <a:pathLst>
                <a:path w="133" h="235">
                  <a:moveTo>
                    <a:pt x="123" y="235"/>
                  </a:moveTo>
                  <a:lnTo>
                    <a:pt x="0" y="5"/>
                  </a:lnTo>
                  <a:lnTo>
                    <a:pt x="10" y="0"/>
                  </a:lnTo>
                  <a:lnTo>
                    <a:pt x="133" y="230"/>
                  </a:lnTo>
                  <a:lnTo>
                    <a:pt x="123" y="235"/>
                  </a:lnTo>
                  <a:close/>
                </a:path>
              </a:pathLst>
            </a:custGeom>
            <a:solidFill>
              <a:srgbClr val="4D4D4D"/>
            </a:solidFill>
            <a:ln w="9525">
              <a:noFill/>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0" name="Freeform 208"/>
            <p:cNvSpPr>
              <a:spLocks noChangeAspect="1"/>
            </p:cNvSpPr>
            <p:nvPr/>
          </p:nvSpPr>
          <p:spPr bwMode="auto">
            <a:xfrm>
              <a:off x="7028765" y="5879096"/>
              <a:ext cx="65161" cy="65161"/>
            </a:xfrm>
            <a:custGeom>
              <a:avLst/>
              <a:gdLst>
                <a:gd name="T0" fmla="*/ 2 w 23"/>
                <a:gd name="T1" fmla="*/ 16 h 23"/>
                <a:gd name="T2" fmla="*/ 16 w 23"/>
                <a:gd name="T3" fmla="*/ 20 h 23"/>
                <a:gd name="T4" fmla="*/ 20 w 23"/>
                <a:gd name="T5" fmla="*/ 7 h 23"/>
                <a:gd name="T6" fmla="*/ 6 w 23"/>
                <a:gd name="T7" fmla="*/ 3 h 23"/>
                <a:gd name="T8" fmla="*/ 2 w 23"/>
                <a:gd name="T9" fmla="*/ 16 h 23"/>
              </a:gdLst>
              <a:ahLst/>
              <a:cxnLst>
                <a:cxn ang="0">
                  <a:pos x="T0" y="T1"/>
                </a:cxn>
                <a:cxn ang="0">
                  <a:pos x="T2" y="T3"/>
                </a:cxn>
                <a:cxn ang="0">
                  <a:pos x="T4" y="T5"/>
                </a:cxn>
                <a:cxn ang="0">
                  <a:pos x="T6" y="T7"/>
                </a:cxn>
                <a:cxn ang="0">
                  <a:pos x="T8" y="T9"/>
                </a:cxn>
              </a:cxnLst>
              <a:rect l="0" t="0" r="r" b="b"/>
              <a:pathLst>
                <a:path w="23" h="23">
                  <a:moveTo>
                    <a:pt x="2" y="16"/>
                  </a:moveTo>
                  <a:cubicBezTo>
                    <a:pt x="5" y="21"/>
                    <a:pt x="11" y="23"/>
                    <a:pt x="16" y="20"/>
                  </a:cubicBezTo>
                  <a:cubicBezTo>
                    <a:pt x="21" y="18"/>
                    <a:pt x="23" y="12"/>
                    <a:pt x="20" y="7"/>
                  </a:cubicBezTo>
                  <a:cubicBezTo>
                    <a:pt x="17" y="2"/>
                    <a:pt x="11" y="0"/>
                    <a:pt x="6" y="3"/>
                  </a:cubicBezTo>
                  <a:cubicBezTo>
                    <a:pt x="1" y="5"/>
                    <a:pt x="0" y="12"/>
                    <a:pt x="2" y="16"/>
                  </a:cubicBezTo>
                  <a:close/>
                </a:path>
              </a:pathLst>
            </a:custGeom>
            <a:solidFill>
              <a:srgbClr val="B8C5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1" name="组合 90"/>
          <p:cNvGrpSpPr/>
          <p:nvPr/>
        </p:nvGrpSpPr>
        <p:grpSpPr>
          <a:xfrm>
            <a:off x="4300456" y="2456945"/>
            <a:ext cx="285985" cy="225650"/>
            <a:chOff x="4300456" y="2456945"/>
            <a:chExt cx="285985" cy="225650"/>
          </a:xfrm>
        </p:grpSpPr>
        <p:sp>
          <p:nvSpPr>
            <p:cNvPr id="92" name="Freeform 209"/>
            <p:cNvSpPr>
              <a:spLocks/>
            </p:cNvSpPr>
            <p:nvPr/>
          </p:nvSpPr>
          <p:spPr bwMode="auto">
            <a:xfrm>
              <a:off x="4329417" y="2483492"/>
              <a:ext cx="257024" cy="199103"/>
            </a:xfrm>
            <a:custGeom>
              <a:avLst/>
              <a:gdLst>
                <a:gd name="T0" fmla="*/ 206 w 213"/>
                <a:gd name="T1" fmla="*/ 165 h 165"/>
                <a:gd name="T2" fmla="*/ 0 w 213"/>
                <a:gd name="T3" fmla="*/ 7 h 165"/>
                <a:gd name="T4" fmla="*/ 5 w 213"/>
                <a:gd name="T5" fmla="*/ 0 h 165"/>
                <a:gd name="T6" fmla="*/ 213 w 213"/>
                <a:gd name="T7" fmla="*/ 158 h 165"/>
                <a:gd name="T8" fmla="*/ 206 w 213"/>
                <a:gd name="T9" fmla="*/ 165 h 165"/>
              </a:gdLst>
              <a:ahLst/>
              <a:cxnLst>
                <a:cxn ang="0">
                  <a:pos x="T0" y="T1"/>
                </a:cxn>
                <a:cxn ang="0">
                  <a:pos x="T2" y="T3"/>
                </a:cxn>
                <a:cxn ang="0">
                  <a:pos x="T4" y="T5"/>
                </a:cxn>
                <a:cxn ang="0">
                  <a:pos x="T6" y="T7"/>
                </a:cxn>
                <a:cxn ang="0">
                  <a:pos x="T8" y="T9"/>
                </a:cxn>
              </a:cxnLst>
              <a:rect l="0" t="0" r="r" b="b"/>
              <a:pathLst>
                <a:path w="213" h="165">
                  <a:moveTo>
                    <a:pt x="206" y="165"/>
                  </a:moveTo>
                  <a:lnTo>
                    <a:pt x="0" y="7"/>
                  </a:lnTo>
                  <a:lnTo>
                    <a:pt x="5" y="0"/>
                  </a:lnTo>
                  <a:lnTo>
                    <a:pt x="213" y="158"/>
                  </a:lnTo>
                  <a:lnTo>
                    <a:pt x="206" y="165"/>
                  </a:lnTo>
                  <a:close/>
                </a:path>
              </a:pathLst>
            </a:custGeom>
            <a:solidFill>
              <a:srgbClr val="4D4D4D"/>
            </a:solidFill>
            <a:ln w="9525">
              <a:noFill/>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3" name="Freeform 210"/>
            <p:cNvSpPr>
              <a:spLocks noChangeAspect="1"/>
            </p:cNvSpPr>
            <p:nvPr/>
          </p:nvSpPr>
          <p:spPr bwMode="auto">
            <a:xfrm>
              <a:off x="4300456" y="2456945"/>
              <a:ext cx="66368" cy="62747"/>
            </a:xfrm>
            <a:custGeom>
              <a:avLst/>
              <a:gdLst>
                <a:gd name="T0" fmla="*/ 17 w 23"/>
                <a:gd name="T1" fmla="*/ 3 h 22"/>
                <a:gd name="T2" fmla="*/ 3 w 23"/>
                <a:gd name="T3" fmla="*/ 5 h 22"/>
                <a:gd name="T4" fmla="*/ 5 w 23"/>
                <a:gd name="T5" fmla="*/ 19 h 22"/>
                <a:gd name="T6" fmla="*/ 19 w 23"/>
                <a:gd name="T7" fmla="*/ 17 h 22"/>
                <a:gd name="T8" fmla="*/ 17 w 23"/>
                <a:gd name="T9" fmla="*/ 3 h 22"/>
              </a:gdLst>
              <a:ahLst/>
              <a:cxnLst>
                <a:cxn ang="0">
                  <a:pos x="T0" y="T1"/>
                </a:cxn>
                <a:cxn ang="0">
                  <a:pos x="T2" y="T3"/>
                </a:cxn>
                <a:cxn ang="0">
                  <a:pos x="T4" y="T5"/>
                </a:cxn>
                <a:cxn ang="0">
                  <a:pos x="T6" y="T7"/>
                </a:cxn>
                <a:cxn ang="0">
                  <a:pos x="T8" y="T9"/>
                </a:cxn>
              </a:cxnLst>
              <a:rect l="0" t="0" r="r" b="b"/>
              <a:pathLst>
                <a:path w="23" h="22">
                  <a:moveTo>
                    <a:pt x="17" y="3"/>
                  </a:moveTo>
                  <a:cubicBezTo>
                    <a:pt x="13" y="0"/>
                    <a:pt x="7" y="0"/>
                    <a:pt x="3" y="5"/>
                  </a:cubicBezTo>
                  <a:cubicBezTo>
                    <a:pt x="0" y="9"/>
                    <a:pt x="1" y="15"/>
                    <a:pt x="5" y="19"/>
                  </a:cubicBezTo>
                  <a:cubicBezTo>
                    <a:pt x="10" y="22"/>
                    <a:pt x="16" y="21"/>
                    <a:pt x="19" y="17"/>
                  </a:cubicBezTo>
                  <a:cubicBezTo>
                    <a:pt x="23" y="13"/>
                    <a:pt x="22" y="6"/>
                    <a:pt x="17" y="3"/>
                  </a:cubicBezTo>
                  <a:close/>
                </a:path>
              </a:pathLst>
            </a:custGeom>
            <a:solidFill>
              <a:srgbClr val="B8C5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4" name="组合 93"/>
          <p:cNvGrpSpPr/>
          <p:nvPr/>
        </p:nvGrpSpPr>
        <p:grpSpPr>
          <a:xfrm>
            <a:off x="3835883" y="4330923"/>
            <a:ext cx="334251" cy="114634"/>
            <a:chOff x="3835883" y="4330923"/>
            <a:chExt cx="334251" cy="114634"/>
          </a:xfrm>
        </p:grpSpPr>
        <p:sp>
          <p:nvSpPr>
            <p:cNvPr id="95" name="Freeform 211"/>
            <p:cNvSpPr>
              <a:spLocks/>
            </p:cNvSpPr>
            <p:nvPr/>
          </p:nvSpPr>
          <p:spPr bwMode="auto">
            <a:xfrm>
              <a:off x="3863637" y="4330923"/>
              <a:ext cx="306497" cy="88088"/>
            </a:xfrm>
            <a:custGeom>
              <a:avLst/>
              <a:gdLst>
                <a:gd name="T0" fmla="*/ 3 w 254"/>
                <a:gd name="T1" fmla="*/ 73 h 73"/>
                <a:gd name="T2" fmla="*/ 0 w 254"/>
                <a:gd name="T3" fmla="*/ 64 h 73"/>
                <a:gd name="T4" fmla="*/ 251 w 254"/>
                <a:gd name="T5" fmla="*/ 0 h 73"/>
                <a:gd name="T6" fmla="*/ 254 w 254"/>
                <a:gd name="T7" fmla="*/ 10 h 73"/>
                <a:gd name="T8" fmla="*/ 3 w 254"/>
                <a:gd name="T9" fmla="*/ 73 h 73"/>
              </a:gdLst>
              <a:ahLst/>
              <a:cxnLst>
                <a:cxn ang="0">
                  <a:pos x="T0" y="T1"/>
                </a:cxn>
                <a:cxn ang="0">
                  <a:pos x="T2" y="T3"/>
                </a:cxn>
                <a:cxn ang="0">
                  <a:pos x="T4" y="T5"/>
                </a:cxn>
                <a:cxn ang="0">
                  <a:pos x="T6" y="T7"/>
                </a:cxn>
                <a:cxn ang="0">
                  <a:pos x="T8" y="T9"/>
                </a:cxn>
              </a:cxnLst>
              <a:rect l="0" t="0" r="r" b="b"/>
              <a:pathLst>
                <a:path w="254" h="73">
                  <a:moveTo>
                    <a:pt x="3" y="73"/>
                  </a:moveTo>
                  <a:lnTo>
                    <a:pt x="0" y="64"/>
                  </a:lnTo>
                  <a:lnTo>
                    <a:pt x="251" y="0"/>
                  </a:lnTo>
                  <a:lnTo>
                    <a:pt x="254" y="10"/>
                  </a:lnTo>
                  <a:lnTo>
                    <a:pt x="3" y="73"/>
                  </a:lnTo>
                  <a:close/>
                </a:path>
              </a:pathLst>
            </a:custGeom>
            <a:solidFill>
              <a:srgbClr val="4D4D4D"/>
            </a:solidFill>
            <a:ln w="9525">
              <a:noFill/>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6" name="Freeform 212"/>
            <p:cNvSpPr>
              <a:spLocks noChangeAspect="1"/>
            </p:cNvSpPr>
            <p:nvPr/>
          </p:nvSpPr>
          <p:spPr bwMode="auto">
            <a:xfrm>
              <a:off x="3835883" y="4382810"/>
              <a:ext cx="62747" cy="62747"/>
            </a:xfrm>
            <a:custGeom>
              <a:avLst/>
              <a:gdLst>
                <a:gd name="T0" fmla="*/ 8 w 22"/>
                <a:gd name="T1" fmla="*/ 1 h 22"/>
                <a:gd name="T2" fmla="*/ 1 w 22"/>
                <a:gd name="T3" fmla="*/ 13 h 22"/>
                <a:gd name="T4" fmla="*/ 13 w 22"/>
                <a:gd name="T5" fmla="*/ 20 h 22"/>
                <a:gd name="T6" fmla="*/ 20 w 22"/>
                <a:gd name="T7" fmla="*/ 8 h 22"/>
                <a:gd name="T8" fmla="*/ 8 w 22"/>
                <a:gd name="T9" fmla="*/ 1 h 22"/>
              </a:gdLst>
              <a:ahLst/>
              <a:cxnLst>
                <a:cxn ang="0">
                  <a:pos x="T0" y="T1"/>
                </a:cxn>
                <a:cxn ang="0">
                  <a:pos x="T2" y="T3"/>
                </a:cxn>
                <a:cxn ang="0">
                  <a:pos x="T4" y="T5"/>
                </a:cxn>
                <a:cxn ang="0">
                  <a:pos x="T6" y="T7"/>
                </a:cxn>
                <a:cxn ang="0">
                  <a:pos x="T8" y="T9"/>
                </a:cxn>
              </a:cxnLst>
              <a:rect l="0" t="0" r="r" b="b"/>
              <a:pathLst>
                <a:path w="22" h="22">
                  <a:moveTo>
                    <a:pt x="8" y="1"/>
                  </a:moveTo>
                  <a:cubicBezTo>
                    <a:pt x="3" y="2"/>
                    <a:pt x="0" y="8"/>
                    <a:pt x="1" y="13"/>
                  </a:cubicBezTo>
                  <a:cubicBezTo>
                    <a:pt x="2" y="19"/>
                    <a:pt x="8" y="22"/>
                    <a:pt x="13" y="20"/>
                  </a:cubicBezTo>
                  <a:cubicBezTo>
                    <a:pt x="19" y="19"/>
                    <a:pt x="22" y="14"/>
                    <a:pt x="20" y="8"/>
                  </a:cubicBezTo>
                  <a:cubicBezTo>
                    <a:pt x="19" y="3"/>
                    <a:pt x="14" y="0"/>
                    <a:pt x="8" y="1"/>
                  </a:cubicBezTo>
                  <a:close/>
                </a:path>
              </a:pathLst>
            </a:custGeom>
            <a:solidFill>
              <a:srgbClr val="B8C5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7" name="组合 96"/>
          <p:cNvGrpSpPr/>
          <p:nvPr/>
        </p:nvGrpSpPr>
        <p:grpSpPr>
          <a:xfrm>
            <a:off x="5098073" y="5610006"/>
            <a:ext cx="185830" cy="311325"/>
            <a:chOff x="5098073" y="5610006"/>
            <a:chExt cx="185830" cy="311325"/>
          </a:xfrm>
        </p:grpSpPr>
        <p:sp>
          <p:nvSpPr>
            <p:cNvPr id="98" name="Freeform 213"/>
            <p:cNvSpPr>
              <a:spLocks/>
            </p:cNvSpPr>
            <p:nvPr/>
          </p:nvSpPr>
          <p:spPr bwMode="auto">
            <a:xfrm>
              <a:off x="5123414" y="5610006"/>
              <a:ext cx="160489" cy="283571"/>
            </a:xfrm>
            <a:custGeom>
              <a:avLst/>
              <a:gdLst>
                <a:gd name="T0" fmla="*/ 10 w 133"/>
                <a:gd name="T1" fmla="*/ 235 h 235"/>
                <a:gd name="T2" fmla="*/ 0 w 133"/>
                <a:gd name="T3" fmla="*/ 230 h 235"/>
                <a:gd name="T4" fmla="*/ 123 w 133"/>
                <a:gd name="T5" fmla="*/ 0 h 235"/>
                <a:gd name="T6" fmla="*/ 133 w 133"/>
                <a:gd name="T7" fmla="*/ 5 h 235"/>
                <a:gd name="T8" fmla="*/ 10 w 133"/>
                <a:gd name="T9" fmla="*/ 235 h 235"/>
              </a:gdLst>
              <a:ahLst/>
              <a:cxnLst>
                <a:cxn ang="0">
                  <a:pos x="T0" y="T1"/>
                </a:cxn>
                <a:cxn ang="0">
                  <a:pos x="T2" y="T3"/>
                </a:cxn>
                <a:cxn ang="0">
                  <a:pos x="T4" y="T5"/>
                </a:cxn>
                <a:cxn ang="0">
                  <a:pos x="T6" y="T7"/>
                </a:cxn>
                <a:cxn ang="0">
                  <a:pos x="T8" y="T9"/>
                </a:cxn>
              </a:cxnLst>
              <a:rect l="0" t="0" r="r" b="b"/>
              <a:pathLst>
                <a:path w="133" h="235">
                  <a:moveTo>
                    <a:pt x="10" y="235"/>
                  </a:moveTo>
                  <a:lnTo>
                    <a:pt x="0" y="230"/>
                  </a:lnTo>
                  <a:lnTo>
                    <a:pt x="123" y="0"/>
                  </a:lnTo>
                  <a:lnTo>
                    <a:pt x="133" y="5"/>
                  </a:lnTo>
                  <a:lnTo>
                    <a:pt x="10" y="235"/>
                  </a:lnTo>
                  <a:close/>
                </a:path>
              </a:pathLst>
            </a:custGeom>
            <a:solidFill>
              <a:srgbClr val="4D4D4D"/>
            </a:solidFill>
            <a:ln w="9525">
              <a:noFill/>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9" name="Freeform 214"/>
            <p:cNvSpPr>
              <a:spLocks noChangeAspect="1"/>
            </p:cNvSpPr>
            <p:nvPr/>
          </p:nvSpPr>
          <p:spPr bwMode="auto">
            <a:xfrm>
              <a:off x="5098073" y="5856170"/>
              <a:ext cx="62747" cy="65161"/>
            </a:xfrm>
            <a:custGeom>
              <a:avLst/>
              <a:gdLst>
                <a:gd name="T0" fmla="*/ 2 w 22"/>
                <a:gd name="T1" fmla="*/ 7 h 23"/>
                <a:gd name="T2" fmla="*/ 6 w 22"/>
                <a:gd name="T3" fmla="*/ 20 h 23"/>
                <a:gd name="T4" fmla="*/ 20 w 22"/>
                <a:gd name="T5" fmla="*/ 16 h 23"/>
                <a:gd name="T6" fmla="*/ 16 w 22"/>
                <a:gd name="T7" fmla="*/ 3 h 23"/>
                <a:gd name="T8" fmla="*/ 2 w 22"/>
                <a:gd name="T9" fmla="*/ 7 h 23"/>
              </a:gdLst>
              <a:ahLst/>
              <a:cxnLst>
                <a:cxn ang="0">
                  <a:pos x="T0" y="T1"/>
                </a:cxn>
                <a:cxn ang="0">
                  <a:pos x="T2" y="T3"/>
                </a:cxn>
                <a:cxn ang="0">
                  <a:pos x="T4" y="T5"/>
                </a:cxn>
                <a:cxn ang="0">
                  <a:pos x="T6" y="T7"/>
                </a:cxn>
                <a:cxn ang="0">
                  <a:pos x="T8" y="T9"/>
                </a:cxn>
              </a:cxnLst>
              <a:rect l="0" t="0" r="r" b="b"/>
              <a:pathLst>
                <a:path w="22" h="23">
                  <a:moveTo>
                    <a:pt x="2" y="7"/>
                  </a:moveTo>
                  <a:cubicBezTo>
                    <a:pt x="0" y="12"/>
                    <a:pt x="1" y="18"/>
                    <a:pt x="6" y="20"/>
                  </a:cubicBezTo>
                  <a:cubicBezTo>
                    <a:pt x="11" y="23"/>
                    <a:pt x="17" y="21"/>
                    <a:pt x="20" y="16"/>
                  </a:cubicBezTo>
                  <a:cubicBezTo>
                    <a:pt x="22" y="12"/>
                    <a:pt x="21" y="5"/>
                    <a:pt x="16" y="3"/>
                  </a:cubicBezTo>
                  <a:cubicBezTo>
                    <a:pt x="11" y="0"/>
                    <a:pt x="5" y="2"/>
                    <a:pt x="2" y="7"/>
                  </a:cubicBezTo>
                  <a:close/>
                </a:path>
              </a:pathLst>
            </a:custGeom>
            <a:solidFill>
              <a:srgbClr val="B8C5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32" name="Freeform 357"/>
          <p:cNvSpPr>
            <a:spLocks/>
          </p:cNvSpPr>
          <p:nvPr/>
        </p:nvSpPr>
        <p:spPr bwMode="auto">
          <a:xfrm>
            <a:off x="4682733" y="2101214"/>
            <a:ext cx="1404578" cy="868811"/>
          </a:xfrm>
          <a:custGeom>
            <a:avLst/>
            <a:gdLst>
              <a:gd name="T0" fmla="*/ 83 w 492"/>
              <a:gd name="T1" fmla="*/ 304 h 304"/>
              <a:gd name="T2" fmla="*/ 0 w 492"/>
              <a:gd name="T3" fmla="*/ 238 h 304"/>
              <a:gd name="T4" fmla="*/ 492 w 492"/>
              <a:gd name="T5" fmla="*/ 0 h 304"/>
              <a:gd name="T6" fmla="*/ 492 w 492"/>
              <a:gd name="T7" fmla="*/ 106 h 304"/>
              <a:gd name="T8" fmla="*/ 83 w 492"/>
              <a:gd name="T9" fmla="*/ 304 h 304"/>
            </a:gdLst>
            <a:ahLst/>
            <a:cxnLst>
              <a:cxn ang="0">
                <a:pos x="T0" y="T1"/>
              </a:cxn>
              <a:cxn ang="0">
                <a:pos x="T2" y="T3"/>
              </a:cxn>
              <a:cxn ang="0">
                <a:pos x="T4" y="T5"/>
              </a:cxn>
              <a:cxn ang="0">
                <a:pos x="T6" y="T7"/>
              </a:cxn>
              <a:cxn ang="0">
                <a:pos x="T8" y="T9"/>
              </a:cxn>
            </a:cxnLst>
            <a:rect l="0" t="0" r="r" b="b"/>
            <a:pathLst>
              <a:path w="492" h="304">
                <a:moveTo>
                  <a:pt x="83" y="304"/>
                </a:moveTo>
                <a:cubicBezTo>
                  <a:pt x="0" y="238"/>
                  <a:pt x="0" y="238"/>
                  <a:pt x="0" y="238"/>
                </a:cubicBezTo>
                <a:cubicBezTo>
                  <a:pt x="119" y="87"/>
                  <a:pt x="299" y="0"/>
                  <a:pt x="492" y="0"/>
                </a:cubicBezTo>
                <a:cubicBezTo>
                  <a:pt x="492" y="106"/>
                  <a:pt x="492" y="106"/>
                  <a:pt x="492" y="106"/>
                </a:cubicBezTo>
                <a:cubicBezTo>
                  <a:pt x="331" y="106"/>
                  <a:pt x="183" y="178"/>
                  <a:pt x="83" y="304"/>
                </a:cubicBezTo>
                <a:close/>
              </a:path>
            </a:pathLst>
          </a:custGeom>
          <a:solidFill>
            <a:srgbClr val="F397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359"/>
          <p:cNvSpPr>
            <a:spLocks/>
          </p:cNvSpPr>
          <p:nvPr/>
        </p:nvSpPr>
        <p:spPr bwMode="auto">
          <a:xfrm>
            <a:off x="6087311" y="2101214"/>
            <a:ext cx="1403372" cy="868811"/>
          </a:xfrm>
          <a:custGeom>
            <a:avLst/>
            <a:gdLst>
              <a:gd name="T0" fmla="*/ 408 w 492"/>
              <a:gd name="T1" fmla="*/ 304 h 304"/>
              <a:gd name="T2" fmla="*/ 0 w 492"/>
              <a:gd name="T3" fmla="*/ 106 h 304"/>
              <a:gd name="T4" fmla="*/ 0 w 492"/>
              <a:gd name="T5" fmla="*/ 0 h 304"/>
              <a:gd name="T6" fmla="*/ 492 w 492"/>
              <a:gd name="T7" fmla="*/ 238 h 304"/>
              <a:gd name="T8" fmla="*/ 408 w 492"/>
              <a:gd name="T9" fmla="*/ 304 h 304"/>
            </a:gdLst>
            <a:ahLst/>
            <a:cxnLst>
              <a:cxn ang="0">
                <a:pos x="T0" y="T1"/>
              </a:cxn>
              <a:cxn ang="0">
                <a:pos x="T2" y="T3"/>
              </a:cxn>
              <a:cxn ang="0">
                <a:pos x="T4" y="T5"/>
              </a:cxn>
              <a:cxn ang="0">
                <a:pos x="T6" y="T7"/>
              </a:cxn>
              <a:cxn ang="0">
                <a:pos x="T8" y="T9"/>
              </a:cxn>
            </a:cxnLst>
            <a:rect l="0" t="0" r="r" b="b"/>
            <a:pathLst>
              <a:path w="492" h="304">
                <a:moveTo>
                  <a:pt x="408" y="304"/>
                </a:moveTo>
                <a:cubicBezTo>
                  <a:pt x="309" y="178"/>
                  <a:pt x="160" y="106"/>
                  <a:pt x="0" y="106"/>
                </a:cubicBezTo>
                <a:cubicBezTo>
                  <a:pt x="0" y="0"/>
                  <a:pt x="0" y="0"/>
                  <a:pt x="0" y="0"/>
                </a:cubicBezTo>
                <a:cubicBezTo>
                  <a:pt x="193" y="0"/>
                  <a:pt x="372" y="87"/>
                  <a:pt x="492" y="238"/>
                </a:cubicBezTo>
                <a:lnTo>
                  <a:pt x="408" y="304"/>
                </a:lnTo>
                <a:close/>
              </a:path>
            </a:pathLst>
          </a:custGeom>
          <a:solidFill>
            <a:srgbClr val="BB1655">
              <a:alpha val="80000"/>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4" name="Freeform 361"/>
          <p:cNvSpPr>
            <a:spLocks/>
          </p:cNvSpPr>
          <p:nvPr/>
        </p:nvSpPr>
        <p:spPr bwMode="auto">
          <a:xfrm>
            <a:off x="7251760" y="2780577"/>
            <a:ext cx="619029" cy="1519214"/>
          </a:xfrm>
          <a:custGeom>
            <a:avLst/>
            <a:gdLst>
              <a:gd name="T0" fmla="*/ 201 w 217"/>
              <a:gd name="T1" fmla="*/ 532 h 532"/>
              <a:gd name="T2" fmla="*/ 97 w 217"/>
              <a:gd name="T3" fmla="*/ 507 h 532"/>
              <a:gd name="T4" fmla="*/ 111 w 217"/>
              <a:gd name="T5" fmla="*/ 387 h 532"/>
              <a:gd name="T6" fmla="*/ 0 w 217"/>
              <a:gd name="T7" fmla="*/ 66 h 532"/>
              <a:gd name="T8" fmla="*/ 84 w 217"/>
              <a:gd name="T9" fmla="*/ 0 h 532"/>
              <a:gd name="T10" fmla="*/ 217 w 217"/>
              <a:gd name="T11" fmla="*/ 387 h 532"/>
              <a:gd name="T12" fmla="*/ 201 w 217"/>
              <a:gd name="T13" fmla="*/ 532 h 532"/>
            </a:gdLst>
            <a:ahLst/>
            <a:cxnLst>
              <a:cxn ang="0">
                <a:pos x="T0" y="T1"/>
              </a:cxn>
              <a:cxn ang="0">
                <a:pos x="T2" y="T3"/>
              </a:cxn>
              <a:cxn ang="0">
                <a:pos x="T4" y="T5"/>
              </a:cxn>
              <a:cxn ang="0">
                <a:pos x="T6" y="T7"/>
              </a:cxn>
              <a:cxn ang="0">
                <a:pos x="T8" y="T9"/>
              </a:cxn>
              <a:cxn ang="0">
                <a:pos x="T10" y="T11"/>
              </a:cxn>
              <a:cxn ang="0">
                <a:pos x="T12" y="T13"/>
              </a:cxn>
            </a:cxnLst>
            <a:rect l="0" t="0" r="r" b="b"/>
            <a:pathLst>
              <a:path w="217" h="532">
                <a:moveTo>
                  <a:pt x="201" y="532"/>
                </a:moveTo>
                <a:cubicBezTo>
                  <a:pt x="97" y="507"/>
                  <a:pt x="97" y="507"/>
                  <a:pt x="97" y="507"/>
                </a:cubicBezTo>
                <a:cubicBezTo>
                  <a:pt x="107" y="468"/>
                  <a:pt x="111" y="428"/>
                  <a:pt x="111" y="387"/>
                </a:cubicBezTo>
                <a:cubicBezTo>
                  <a:pt x="111" y="269"/>
                  <a:pt x="73" y="158"/>
                  <a:pt x="0" y="66"/>
                </a:cubicBezTo>
                <a:cubicBezTo>
                  <a:pt x="84" y="0"/>
                  <a:pt x="84" y="0"/>
                  <a:pt x="84" y="0"/>
                </a:cubicBezTo>
                <a:cubicBezTo>
                  <a:pt x="171" y="112"/>
                  <a:pt x="217" y="245"/>
                  <a:pt x="217" y="387"/>
                </a:cubicBezTo>
                <a:cubicBezTo>
                  <a:pt x="217" y="436"/>
                  <a:pt x="212" y="485"/>
                  <a:pt x="201" y="532"/>
                </a:cubicBezTo>
                <a:close/>
              </a:path>
            </a:pathLst>
          </a:custGeom>
          <a:solidFill>
            <a:srgbClr val="823890">
              <a:alpha val="80000"/>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5" name="Freeform 363"/>
          <p:cNvSpPr>
            <a:spLocks/>
          </p:cNvSpPr>
          <p:nvPr/>
        </p:nvSpPr>
        <p:spPr bwMode="auto">
          <a:xfrm>
            <a:off x="4348482" y="4228596"/>
            <a:ext cx="1099288" cy="1270637"/>
          </a:xfrm>
          <a:custGeom>
            <a:avLst/>
            <a:gdLst>
              <a:gd name="T0" fmla="*/ 339 w 385"/>
              <a:gd name="T1" fmla="*/ 445 h 445"/>
              <a:gd name="T2" fmla="*/ 0 w 385"/>
              <a:gd name="T3" fmla="*/ 25 h 445"/>
              <a:gd name="T4" fmla="*/ 103 w 385"/>
              <a:gd name="T5" fmla="*/ 0 h 445"/>
              <a:gd name="T6" fmla="*/ 385 w 385"/>
              <a:gd name="T7" fmla="*/ 349 h 445"/>
              <a:gd name="T8" fmla="*/ 339 w 385"/>
              <a:gd name="T9" fmla="*/ 445 h 445"/>
            </a:gdLst>
            <a:ahLst/>
            <a:cxnLst>
              <a:cxn ang="0">
                <a:pos x="T0" y="T1"/>
              </a:cxn>
              <a:cxn ang="0">
                <a:pos x="T2" y="T3"/>
              </a:cxn>
              <a:cxn ang="0">
                <a:pos x="T4" y="T5"/>
              </a:cxn>
              <a:cxn ang="0">
                <a:pos x="T6" y="T7"/>
              </a:cxn>
              <a:cxn ang="0">
                <a:pos x="T8" y="T9"/>
              </a:cxn>
            </a:cxnLst>
            <a:rect l="0" t="0" r="r" b="b"/>
            <a:pathLst>
              <a:path w="385" h="445">
                <a:moveTo>
                  <a:pt x="339" y="445"/>
                </a:moveTo>
                <a:cubicBezTo>
                  <a:pt x="168" y="363"/>
                  <a:pt x="44" y="210"/>
                  <a:pt x="0" y="25"/>
                </a:cubicBezTo>
                <a:cubicBezTo>
                  <a:pt x="103" y="0"/>
                  <a:pt x="103" y="0"/>
                  <a:pt x="103" y="0"/>
                </a:cubicBezTo>
                <a:cubicBezTo>
                  <a:pt x="140" y="154"/>
                  <a:pt x="242" y="281"/>
                  <a:pt x="385" y="349"/>
                </a:cubicBezTo>
                <a:lnTo>
                  <a:pt x="339" y="445"/>
                </a:lnTo>
                <a:close/>
              </a:path>
            </a:pathLst>
          </a:custGeom>
          <a:solidFill>
            <a:srgbClr val="0F8E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365"/>
          <p:cNvSpPr>
            <a:spLocks/>
          </p:cNvSpPr>
          <p:nvPr/>
        </p:nvSpPr>
        <p:spPr bwMode="auto">
          <a:xfrm>
            <a:off x="6726853" y="4228596"/>
            <a:ext cx="1098081" cy="1270637"/>
          </a:xfrm>
          <a:custGeom>
            <a:avLst/>
            <a:gdLst>
              <a:gd name="T0" fmla="*/ 45 w 385"/>
              <a:gd name="T1" fmla="*/ 445 h 445"/>
              <a:gd name="T2" fmla="*/ 0 w 385"/>
              <a:gd name="T3" fmla="*/ 349 h 445"/>
              <a:gd name="T4" fmla="*/ 281 w 385"/>
              <a:gd name="T5" fmla="*/ 0 h 445"/>
              <a:gd name="T6" fmla="*/ 385 w 385"/>
              <a:gd name="T7" fmla="*/ 25 h 445"/>
              <a:gd name="T8" fmla="*/ 45 w 385"/>
              <a:gd name="T9" fmla="*/ 445 h 445"/>
            </a:gdLst>
            <a:ahLst/>
            <a:cxnLst>
              <a:cxn ang="0">
                <a:pos x="T0" y="T1"/>
              </a:cxn>
              <a:cxn ang="0">
                <a:pos x="T2" y="T3"/>
              </a:cxn>
              <a:cxn ang="0">
                <a:pos x="T4" y="T5"/>
              </a:cxn>
              <a:cxn ang="0">
                <a:pos x="T6" y="T7"/>
              </a:cxn>
              <a:cxn ang="0">
                <a:pos x="T8" y="T9"/>
              </a:cxn>
            </a:cxnLst>
            <a:rect l="0" t="0" r="r" b="b"/>
            <a:pathLst>
              <a:path w="385" h="445">
                <a:moveTo>
                  <a:pt x="45" y="445"/>
                </a:moveTo>
                <a:cubicBezTo>
                  <a:pt x="0" y="349"/>
                  <a:pt x="0" y="349"/>
                  <a:pt x="0" y="349"/>
                </a:cubicBezTo>
                <a:cubicBezTo>
                  <a:pt x="142" y="281"/>
                  <a:pt x="245" y="154"/>
                  <a:pt x="281" y="0"/>
                </a:cubicBezTo>
                <a:cubicBezTo>
                  <a:pt x="385" y="25"/>
                  <a:pt x="385" y="25"/>
                  <a:pt x="385" y="25"/>
                </a:cubicBezTo>
                <a:cubicBezTo>
                  <a:pt x="341" y="210"/>
                  <a:pt x="217" y="363"/>
                  <a:pt x="45" y="445"/>
                </a:cubicBezTo>
                <a:close/>
              </a:path>
            </a:pathLst>
          </a:custGeom>
          <a:solidFill>
            <a:srgbClr val="374B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367"/>
          <p:cNvSpPr>
            <a:spLocks/>
          </p:cNvSpPr>
          <p:nvPr/>
        </p:nvSpPr>
        <p:spPr bwMode="auto">
          <a:xfrm>
            <a:off x="5316242" y="5224109"/>
            <a:ext cx="1538521" cy="448886"/>
          </a:xfrm>
          <a:custGeom>
            <a:avLst/>
            <a:gdLst>
              <a:gd name="T0" fmla="*/ 270 w 539"/>
              <a:gd name="T1" fmla="*/ 157 h 157"/>
              <a:gd name="T2" fmla="*/ 0 w 539"/>
              <a:gd name="T3" fmla="*/ 96 h 157"/>
              <a:gd name="T4" fmla="*/ 46 w 539"/>
              <a:gd name="T5" fmla="*/ 0 h 157"/>
              <a:gd name="T6" fmla="*/ 270 w 539"/>
              <a:gd name="T7" fmla="*/ 51 h 157"/>
              <a:gd name="T8" fmla="*/ 494 w 539"/>
              <a:gd name="T9" fmla="*/ 0 h 157"/>
              <a:gd name="T10" fmla="*/ 539 w 539"/>
              <a:gd name="T11" fmla="*/ 96 h 157"/>
              <a:gd name="T12" fmla="*/ 270 w 539"/>
              <a:gd name="T13" fmla="*/ 157 h 157"/>
            </a:gdLst>
            <a:ahLst/>
            <a:cxnLst>
              <a:cxn ang="0">
                <a:pos x="T0" y="T1"/>
              </a:cxn>
              <a:cxn ang="0">
                <a:pos x="T2" y="T3"/>
              </a:cxn>
              <a:cxn ang="0">
                <a:pos x="T4" y="T5"/>
              </a:cxn>
              <a:cxn ang="0">
                <a:pos x="T6" y="T7"/>
              </a:cxn>
              <a:cxn ang="0">
                <a:pos x="T8" y="T9"/>
              </a:cxn>
              <a:cxn ang="0">
                <a:pos x="T10" y="T11"/>
              </a:cxn>
              <a:cxn ang="0">
                <a:pos x="T12" y="T13"/>
              </a:cxn>
            </a:cxnLst>
            <a:rect l="0" t="0" r="r" b="b"/>
            <a:pathLst>
              <a:path w="539" h="157">
                <a:moveTo>
                  <a:pt x="270" y="157"/>
                </a:moveTo>
                <a:cubicBezTo>
                  <a:pt x="176" y="157"/>
                  <a:pt x="85" y="136"/>
                  <a:pt x="0" y="96"/>
                </a:cubicBezTo>
                <a:cubicBezTo>
                  <a:pt x="46" y="0"/>
                  <a:pt x="46" y="0"/>
                  <a:pt x="46" y="0"/>
                </a:cubicBezTo>
                <a:cubicBezTo>
                  <a:pt x="116" y="34"/>
                  <a:pt x="191" y="51"/>
                  <a:pt x="270" y="51"/>
                </a:cubicBezTo>
                <a:cubicBezTo>
                  <a:pt x="348" y="51"/>
                  <a:pt x="423" y="34"/>
                  <a:pt x="494" y="0"/>
                </a:cubicBezTo>
                <a:cubicBezTo>
                  <a:pt x="539" y="96"/>
                  <a:pt x="539" y="96"/>
                  <a:pt x="539" y="96"/>
                </a:cubicBezTo>
                <a:cubicBezTo>
                  <a:pt x="455" y="136"/>
                  <a:pt x="364" y="157"/>
                  <a:pt x="270" y="157"/>
                </a:cubicBezTo>
                <a:close/>
              </a:path>
            </a:pathLst>
          </a:custGeom>
          <a:solidFill>
            <a:srgbClr val="309E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369"/>
          <p:cNvSpPr>
            <a:spLocks/>
          </p:cNvSpPr>
          <p:nvPr/>
        </p:nvSpPr>
        <p:spPr bwMode="auto">
          <a:xfrm>
            <a:off x="4300215" y="2780577"/>
            <a:ext cx="619029" cy="1519214"/>
          </a:xfrm>
          <a:custGeom>
            <a:avLst/>
            <a:gdLst>
              <a:gd name="T0" fmla="*/ 17 w 217"/>
              <a:gd name="T1" fmla="*/ 532 h 532"/>
              <a:gd name="T2" fmla="*/ 0 w 217"/>
              <a:gd name="T3" fmla="*/ 387 h 532"/>
              <a:gd name="T4" fmla="*/ 134 w 217"/>
              <a:gd name="T5" fmla="*/ 0 h 532"/>
              <a:gd name="T6" fmla="*/ 217 w 217"/>
              <a:gd name="T7" fmla="*/ 66 h 532"/>
              <a:gd name="T8" fmla="*/ 106 w 217"/>
              <a:gd name="T9" fmla="*/ 387 h 532"/>
              <a:gd name="T10" fmla="*/ 120 w 217"/>
              <a:gd name="T11" fmla="*/ 507 h 532"/>
              <a:gd name="T12" fmla="*/ 17 w 217"/>
              <a:gd name="T13" fmla="*/ 532 h 532"/>
            </a:gdLst>
            <a:ahLst/>
            <a:cxnLst>
              <a:cxn ang="0">
                <a:pos x="T0" y="T1"/>
              </a:cxn>
              <a:cxn ang="0">
                <a:pos x="T2" y="T3"/>
              </a:cxn>
              <a:cxn ang="0">
                <a:pos x="T4" y="T5"/>
              </a:cxn>
              <a:cxn ang="0">
                <a:pos x="T6" y="T7"/>
              </a:cxn>
              <a:cxn ang="0">
                <a:pos x="T8" y="T9"/>
              </a:cxn>
              <a:cxn ang="0">
                <a:pos x="T10" y="T11"/>
              </a:cxn>
              <a:cxn ang="0">
                <a:pos x="T12" y="T13"/>
              </a:cxn>
            </a:cxnLst>
            <a:rect l="0" t="0" r="r" b="b"/>
            <a:pathLst>
              <a:path w="217" h="532">
                <a:moveTo>
                  <a:pt x="17" y="532"/>
                </a:moveTo>
                <a:cubicBezTo>
                  <a:pt x="6" y="485"/>
                  <a:pt x="0" y="436"/>
                  <a:pt x="0" y="387"/>
                </a:cubicBezTo>
                <a:cubicBezTo>
                  <a:pt x="0" y="245"/>
                  <a:pt x="47" y="112"/>
                  <a:pt x="134" y="0"/>
                </a:cubicBezTo>
                <a:cubicBezTo>
                  <a:pt x="217" y="66"/>
                  <a:pt x="217" y="66"/>
                  <a:pt x="217" y="66"/>
                </a:cubicBezTo>
                <a:cubicBezTo>
                  <a:pt x="145" y="158"/>
                  <a:pt x="106" y="269"/>
                  <a:pt x="106" y="387"/>
                </a:cubicBezTo>
                <a:cubicBezTo>
                  <a:pt x="106" y="428"/>
                  <a:pt x="111" y="468"/>
                  <a:pt x="120" y="507"/>
                </a:cubicBezTo>
                <a:lnTo>
                  <a:pt x="17" y="532"/>
                </a:lnTo>
                <a:close/>
              </a:path>
            </a:pathLst>
          </a:custGeom>
          <a:solidFill>
            <a:srgbClr val="86BF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371"/>
          <p:cNvSpPr>
            <a:spLocks/>
          </p:cNvSpPr>
          <p:nvPr/>
        </p:nvSpPr>
        <p:spPr bwMode="auto">
          <a:xfrm>
            <a:off x="4833568" y="2288250"/>
            <a:ext cx="1247710" cy="768657"/>
          </a:xfrm>
          <a:custGeom>
            <a:avLst/>
            <a:gdLst>
              <a:gd name="T0" fmla="*/ 437 w 437"/>
              <a:gd name="T1" fmla="*/ 0 h 269"/>
              <a:gd name="T2" fmla="*/ 0 w 437"/>
              <a:gd name="T3" fmla="*/ 212 h 269"/>
              <a:gd name="T4" fmla="*/ 71 w 437"/>
              <a:gd name="T5" fmla="*/ 269 h 269"/>
              <a:gd name="T6" fmla="*/ 437 w 437"/>
              <a:gd name="T7" fmla="*/ 91 h 269"/>
              <a:gd name="T8" fmla="*/ 437 w 437"/>
              <a:gd name="T9" fmla="*/ 0 h 269"/>
            </a:gdLst>
            <a:ahLst/>
            <a:cxnLst>
              <a:cxn ang="0">
                <a:pos x="T0" y="T1"/>
              </a:cxn>
              <a:cxn ang="0">
                <a:pos x="T2" y="T3"/>
              </a:cxn>
              <a:cxn ang="0">
                <a:pos x="T4" y="T5"/>
              </a:cxn>
              <a:cxn ang="0">
                <a:pos x="T6" y="T7"/>
              </a:cxn>
              <a:cxn ang="0">
                <a:pos x="T8" y="T9"/>
              </a:cxn>
            </a:cxnLst>
            <a:rect l="0" t="0" r="r" b="b"/>
            <a:pathLst>
              <a:path w="437" h="269">
                <a:moveTo>
                  <a:pt x="437" y="0"/>
                </a:moveTo>
                <a:cubicBezTo>
                  <a:pt x="265" y="1"/>
                  <a:pt x="106" y="78"/>
                  <a:pt x="0" y="212"/>
                </a:cubicBezTo>
                <a:cubicBezTo>
                  <a:pt x="71" y="269"/>
                  <a:pt x="71" y="269"/>
                  <a:pt x="71" y="269"/>
                </a:cubicBezTo>
                <a:cubicBezTo>
                  <a:pt x="160" y="157"/>
                  <a:pt x="293" y="92"/>
                  <a:pt x="437" y="91"/>
                </a:cubicBezTo>
                <a:cubicBezTo>
                  <a:pt x="437" y="0"/>
                  <a:pt x="437" y="0"/>
                  <a:pt x="437" y="0"/>
                </a:cubicBezTo>
              </a:path>
            </a:pathLst>
          </a:custGeom>
          <a:solidFill>
            <a:srgbClr val="F77800">
              <a:alpha val="40000"/>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0" name="Freeform 373"/>
          <p:cNvSpPr>
            <a:spLocks/>
          </p:cNvSpPr>
          <p:nvPr/>
        </p:nvSpPr>
        <p:spPr bwMode="auto">
          <a:xfrm>
            <a:off x="6092138" y="2288250"/>
            <a:ext cx="1247710" cy="768657"/>
          </a:xfrm>
          <a:custGeom>
            <a:avLst/>
            <a:gdLst>
              <a:gd name="T0" fmla="*/ 0 w 437"/>
              <a:gd name="T1" fmla="*/ 0 h 269"/>
              <a:gd name="T2" fmla="*/ 0 w 437"/>
              <a:gd name="T3" fmla="*/ 91 h 269"/>
              <a:gd name="T4" fmla="*/ 365 w 437"/>
              <a:gd name="T5" fmla="*/ 269 h 269"/>
              <a:gd name="T6" fmla="*/ 437 w 437"/>
              <a:gd name="T7" fmla="*/ 212 h 269"/>
              <a:gd name="T8" fmla="*/ 0 w 437"/>
              <a:gd name="T9" fmla="*/ 0 h 269"/>
            </a:gdLst>
            <a:ahLst/>
            <a:cxnLst>
              <a:cxn ang="0">
                <a:pos x="T0" y="T1"/>
              </a:cxn>
              <a:cxn ang="0">
                <a:pos x="T2" y="T3"/>
              </a:cxn>
              <a:cxn ang="0">
                <a:pos x="T4" y="T5"/>
              </a:cxn>
              <a:cxn ang="0">
                <a:pos x="T6" y="T7"/>
              </a:cxn>
              <a:cxn ang="0">
                <a:pos x="T8" y="T9"/>
              </a:cxn>
            </a:cxnLst>
            <a:rect l="0" t="0" r="r" b="b"/>
            <a:pathLst>
              <a:path w="437" h="269">
                <a:moveTo>
                  <a:pt x="0" y="0"/>
                </a:moveTo>
                <a:cubicBezTo>
                  <a:pt x="0" y="91"/>
                  <a:pt x="0" y="91"/>
                  <a:pt x="0" y="91"/>
                </a:cubicBezTo>
                <a:cubicBezTo>
                  <a:pt x="143" y="92"/>
                  <a:pt x="276" y="157"/>
                  <a:pt x="365" y="269"/>
                </a:cubicBezTo>
                <a:cubicBezTo>
                  <a:pt x="437" y="212"/>
                  <a:pt x="437" y="212"/>
                  <a:pt x="437" y="212"/>
                </a:cubicBezTo>
                <a:cubicBezTo>
                  <a:pt x="330" y="78"/>
                  <a:pt x="171" y="1"/>
                  <a:pt x="0" y="0"/>
                </a:cubicBezTo>
              </a:path>
            </a:pathLst>
          </a:custGeom>
          <a:solidFill>
            <a:srgbClr val="AE073A">
              <a:alpha val="40000"/>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1" name="Freeform 375"/>
          <p:cNvSpPr>
            <a:spLocks/>
          </p:cNvSpPr>
          <p:nvPr/>
        </p:nvSpPr>
        <p:spPr bwMode="auto">
          <a:xfrm>
            <a:off x="7139539" y="2902452"/>
            <a:ext cx="543007" cy="1346658"/>
          </a:xfrm>
          <a:custGeom>
            <a:avLst/>
            <a:gdLst>
              <a:gd name="T0" fmla="*/ 72 w 190"/>
              <a:gd name="T1" fmla="*/ 0 h 472"/>
              <a:gd name="T2" fmla="*/ 0 w 190"/>
              <a:gd name="T3" fmla="*/ 57 h 472"/>
              <a:gd name="T4" fmla="*/ 99 w 190"/>
              <a:gd name="T5" fmla="*/ 345 h 472"/>
              <a:gd name="T6" fmla="*/ 87 w 190"/>
              <a:gd name="T7" fmla="*/ 451 h 472"/>
              <a:gd name="T8" fmla="*/ 131 w 190"/>
              <a:gd name="T9" fmla="*/ 462 h 472"/>
              <a:gd name="T10" fmla="*/ 176 w 190"/>
              <a:gd name="T11" fmla="*/ 472 h 472"/>
              <a:gd name="T12" fmla="*/ 190 w 190"/>
              <a:gd name="T13" fmla="*/ 345 h 472"/>
              <a:gd name="T14" fmla="*/ 72 w 190"/>
              <a:gd name="T15" fmla="*/ 0 h 4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0" h="472">
                <a:moveTo>
                  <a:pt x="72" y="0"/>
                </a:moveTo>
                <a:cubicBezTo>
                  <a:pt x="0" y="57"/>
                  <a:pt x="0" y="57"/>
                  <a:pt x="0" y="57"/>
                </a:cubicBezTo>
                <a:cubicBezTo>
                  <a:pt x="65" y="140"/>
                  <a:pt x="99" y="239"/>
                  <a:pt x="99" y="345"/>
                </a:cubicBezTo>
                <a:cubicBezTo>
                  <a:pt x="99" y="381"/>
                  <a:pt x="95" y="417"/>
                  <a:pt x="87" y="451"/>
                </a:cubicBezTo>
                <a:cubicBezTo>
                  <a:pt x="131" y="462"/>
                  <a:pt x="131" y="462"/>
                  <a:pt x="131" y="462"/>
                </a:cubicBezTo>
                <a:cubicBezTo>
                  <a:pt x="176" y="472"/>
                  <a:pt x="176" y="472"/>
                  <a:pt x="176" y="472"/>
                </a:cubicBezTo>
                <a:cubicBezTo>
                  <a:pt x="186" y="431"/>
                  <a:pt x="190" y="388"/>
                  <a:pt x="190" y="345"/>
                </a:cubicBezTo>
                <a:cubicBezTo>
                  <a:pt x="190" y="219"/>
                  <a:pt x="149" y="100"/>
                  <a:pt x="72" y="0"/>
                </a:cubicBezTo>
              </a:path>
            </a:pathLst>
          </a:custGeom>
          <a:solidFill>
            <a:srgbClr val="7D0F9A">
              <a:alpha val="40000"/>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2" name="Freeform 377"/>
          <p:cNvSpPr>
            <a:spLocks/>
          </p:cNvSpPr>
          <p:nvPr/>
        </p:nvSpPr>
        <p:spPr bwMode="auto">
          <a:xfrm>
            <a:off x="4531898" y="4200842"/>
            <a:ext cx="972586" cy="1128249"/>
          </a:xfrm>
          <a:custGeom>
            <a:avLst/>
            <a:gdLst>
              <a:gd name="T0" fmla="*/ 89 w 341"/>
              <a:gd name="T1" fmla="*/ 0 h 395"/>
              <a:gd name="T2" fmla="*/ 0 w 341"/>
              <a:gd name="T3" fmla="*/ 21 h 395"/>
              <a:gd name="T4" fmla="*/ 302 w 341"/>
              <a:gd name="T5" fmla="*/ 395 h 395"/>
              <a:gd name="T6" fmla="*/ 341 w 341"/>
              <a:gd name="T7" fmla="*/ 312 h 395"/>
              <a:gd name="T8" fmla="*/ 89 w 341"/>
              <a:gd name="T9" fmla="*/ 0 h 395"/>
            </a:gdLst>
            <a:ahLst/>
            <a:cxnLst>
              <a:cxn ang="0">
                <a:pos x="T0" y="T1"/>
              </a:cxn>
              <a:cxn ang="0">
                <a:pos x="T2" y="T3"/>
              </a:cxn>
              <a:cxn ang="0">
                <a:pos x="T4" y="T5"/>
              </a:cxn>
              <a:cxn ang="0">
                <a:pos x="T6" y="T7"/>
              </a:cxn>
              <a:cxn ang="0">
                <a:pos x="T8" y="T9"/>
              </a:cxn>
            </a:cxnLst>
            <a:rect l="0" t="0" r="r" b="b"/>
            <a:pathLst>
              <a:path w="341" h="395">
                <a:moveTo>
                  <a:pt x="89" y="0"/>
                </a:moveTo>
                <a:cubicBezTo>
                  <a:pt x="0" y="21"/>
                  <a:pt x="0" y="21"/>
                  <a:pt x="0" y="21"/>
                </a:cubicBezTo>
                <a:cubicBezTo>
                  <a:pt x="39" y="185"/>
                  <a:pt x="149" y="321"/>
                  <a:pt x="302" y="395"/>
                </a:cubicBezTo>
                <a:cubicBezTo>
                  <a:pt x="341" y="312"/>
                  <a:pt x="341" y="312"/>
                  <a:pt x="341" y="312"/>
                </a:cubicBezTo>
                <a:cubicBezTo>
                  <a:pt x="214" y="251"/>
                  <a:pt x="122" y="137"/>
                  <a:pt x="89" y="0"/>
                </a:cubicBezTo>
              </a:path>
            </a:pathLst>
          </a:custGeom>
          <a:solidFill>
            <a:srgbClr val="007264">
              <a:alpha val="40000"/>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3" name="Freeform 379"/>
          <p:cNvSpPr>
            <a:spLocks/>
          </p:cNvSpPr>
          <p:nvPr/>
        </p:nvSpPr>
        <p:spPr bwMode="auto">
          <a:xfrm>
            <a:off x="6666519" y="4200842"/>
            <a:ext cx="972586" cy="1128249"/>
          </a:xfrm>
          <a:custGeom>
            <a:avLst/>
            <a:gdLst>
              <a:gd name="T0" fmla="*/ 252 w 341"/>
              <a:gd name="T1" fmla="*/ 0 h 395"/>
              <a:gd name="T2" fmla="*/ 0 w 341"/>
              <a:gd name="T3" fmla="*/ 312 h 395"/>
              <a:gd name="T4" fmla="*/ 18 w 341"/>
              <a:gd name="T5" fmla="*/ 349 h 395"/>
              <a:gd name="T6" fmla="*/ 39 w 341"/>
              <a:gd name="T7" fmla="*/ 395 h 395"/>
              <a:gd name="T8" fmla="*/ 341 w 341"/>
              <a:gd name="T9" fmla="*/ 21 h 395"/>
              <a:gd name="T10" fmla="*/ 252 w 341"/>
              <a:gd name="T11" fmla="*/ 0 h 395"/>
            </a:gdLst>
            <a:ahLst/>
            <a:cxnLst>
              <a:cxn ang="0">
                <a:pos x="T0" y="T1"/>
              </a:cxn>
              <a:cxn ang="0">
                <a:pos x="T2" y="T3"/>
              </a:cxn>
              <a:cxn ang="0">
                <a:pos x="T4" y="T5"/>
              </a:cxn>
              <a:cxn ang="0">
                <a:pos x="T6" y="T7"/>
              </a:cxn>
              <a:cxn ang="0">
                <a:pos x="T8" y="T9"/>
              </a:cxn>
              <a:cxn ang="0">
                <a:pos x="T10" y="T11"/>
              </a:cxn>
            </a:cxnLst>
            <a:rect l="0" t="0" r="r" b="b"/>
            <a:pathLst>
              <a:path w="341" h="395">
                <a:moveTo>
                  <a:pt x="252" y="0"/>
                </a:moveTo>
                <a:cubicBezTo>
                  <a:pt x="219" y="137"/>
                  <a:pt x="127" y="251"/>
                  <a:pt x="0" y="312"/>
                </a:cubicBezTo>
                <a:cubicBezTo>
                  <a:pt x="18" y="349"/>
                  <a:pt x="18" y="349"/>
                  <a:pt x="18" y="349"/>
                </a:cubicBezTo>
                <a:cubicBezTo>
                  <a:pt x="39" y="395"/>
                  <a:pt x="39" y="395"/>
                  <a:pt x="39" y="395"/>
                </a:cubicBezTo>
                <a:cubicBezTo>
                  <a:pt x="192" y="321"/>
                  <a:pt x="302" y="185"/>
                  <a:pt x="341" y="21"/>
                </a:cubicBezTo>
                <a:cubicBezTo>
                  <a:pt x="252" y="0"/>
                  <a:pt x="252" y="0"/>
                  <a:pt x="252" y="0"/>
                </a:cubicBezTo>
              </a:path>
            </a:pathLst>
          </a:custGeom>
          <a:solidFill>
            <a:srgbClr val="243199">
              <a:alpha val="40000"/>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4" name="Freeform 381"/>
          <p:cNvSpPr>
            <a:spLocks/>
          </p:cNvSpPr>
          <p:nvPr/>
        </p:nvSpPr>
        <p:spPr bwMode="auto">
          <a:xfrm>
            <a:off x="5401916" y="5097407"/>
            <a:ext cx="1367172" cy="388552"/>
          </a:xfrm>
          <a:custGeom>
            <a:avLst/>
            <a:gdLst>
              <a:gd name="T0" fmla="*/ 39 w 479"/>
              <a:gd name="T1" fmla="*/ 0 h 136"/>
              <a:gd name="T2" fmla="*/ 0 w 479"/>
              <a:gd name="T3" fmla="*/ 82 h 136"/>
              <a:gd name="T4" fmla="*/ 240 w 479"/>
              <a:gd name="T5" fmla="*/ 136 h 136"/>
              <a:gd name="T6" fmla="*/ 240 w 479"/>
              <a:gd name="T7" fmla="*/ 136 h 136"/>
              <a:gd name="T8" fmla="*/ 479 w 479"/>
              <a:gd name="T9" fmla="*/ 82 h 136"/>
              <a:gd name="T10" fmla="*/ 440 w 479"/>
              <a:gd name="T11" fmla="*/ 0 h 136"/>
              <a:gd name="T12" fmla="*/ 240 w 479"/>
              <a:gd name="T13" fmla="*/ 45 h 136"/>
              <a:gd name="T14" fmla="*/ 240 w 479"/>
              <a:gd name="T15" fmla="*/ 45 h 136"/>
              <a:gd name="T16" fmla="*/ 39 w 479"/>
              <a:gd name="T17"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9" h="136">
                <a:moveTo>
                  <a:pt x="39" y="0"/>
                </a:moveTo>
                <a:cubicBezTo>
                  <a:pt x="0" y="82"/>
                  <a:pt x="0" y="82"/>
                  <a:pt x="0" y="82"/>
                </a:cubicBezTo>
                <a:cubicBezTo>
                  <a:pt x="75" y="118"/>
                  <a:pt x="156" y="136"/>
                  <a:pt x="240" y="136"/>
                </a:cubicBezTo>
                <a:cubicBezTo>
                  <a:pt x="240" y="136"/>
                  <a:pt x="240" y="136"/>
                  <a:pt x="240" y="136"/>
                </a:cubicBezTo>
                <a:cubicBezTo>
                  <a:pt x="323" y="136"/>
                  <a:pt x="404" y="118"/>
                  <a:pt x="479" y="82"/>
                </a:cubicBezTo>
                <a:cubicBezTo>
                  <a:pt x="440" y="0"/>
                  <a:pt x="440" y="0"/>
                  <a:pt x="440" y="0"/>
                </a:cubicBezTo>
                <a:cubicBezTo>
                  <a:pt x="377" y="30"/>
                  <a:pt x="310" y="45"/>
                  <a:pt x="240" y="45"/>
                </a:cubicBezTo>
                <a:cubicBezTo>
                  <a:pt x="240" y="45"/>
                  <a:pt x="240" y="45"/>
                  <a:pt x="240" y="45"/>
                </a:cubicBezTo>
                <a:cubicBezTo>
                  <a:pt x="169" y="45"/>
                  <a:pt x="102" y="30"/>
                  <a:pt x="39" y="0"/>
                </a:cubicBezTo>
              </a:path>
            </a:pathLst>
          </a:custGeom>
          <a:solidFill>
            <a:srgbClr val="008CF2">
              <a:alpha val="40000"/>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5" name="Freeform 383"/>
          <p:cNvSpPr>
            <a:spLocks/>
          </p:cNvSpPr>
          <p:nvPr/>
        </p:nvSpPr>
        <p:spPr bwMode="auto">
          <a:xfrm>
            <a:off x="4488457" y="2902452"/>
            <a:ext cx="543007" cy="1346658"/>
          </a:xfrm>
          <a:custGeom>
            <a:avLst/>
            <a:gdLst>
              <a:gd name="T0" fmla="*/ 118 w 190"/>
              <a:gd name="T1" fmla="*/ 0 h 472"/>
              <a:gd name="T2" fmla="*/ 0 w 190"/>
              <a:gd name="T3" fmla="*/ 345 h 472"/>
              <a:gd name="T4" fmla="*/ 14 w 190"/>
              <a:gd name="T5" fmla="*/ 472 h 472"/>
              <a:gd name="T6" fmla="*/ 103 w 190"/>
              <a:gd name="T7" fmla="*/ 451 h 472"/>
              <a:gd name="T8" fmla="*/ 91 w 190"/>
              <a:gd name="T9" fmla="*/ 345 h 472"/>
              <a:gd name="T10" fmla="*/ 190 w 190"/>
              <a:gd name="T11" fmla="*/ 57 h 472"/>
              <a:gd name="T12" fmla="*/ 118 w 190"/>
              <a:gd name="T13" fmla="*/ 0 h 472"/>
            </a:gdLst>
            <a:ahLst/>
            <a:cxnLst>
              <a:cxn ang="0">
                <a:pos x="T0" y="T1"/>
              </a:cxn>
              <a:cxn ang="0">
                <a:pos x="T2" y="T3"/>
              </a:cxn>
              <a:cxn ang="0">
                <a:pos x="T4" y="T5"/>
              </a:cxn>
              <a:cxn ang="0">
                <a:pos x="T6" y="T7"/>
              </a:cxn>
              <a:cxn ang="0">
                <a:pos x="T8" y="T9"/>
              </a:cxn>
              <a:cxn ang="0">
                <a:pos x="T10" y="T11"/>
              </a:cxn>
              <a:cxn ang="0">
                <a:pos x="T12" y="T13"/>
              </a:cxn>
            </a:cxnLst>
            <a:rect l="0" t="0" r="r" b="b"/>
            <a:pathLst>
              <a:path w="190" h="472">
                <a:moveTo>
                  <a:pt x="118" y="0"/>
                </a:moveTo>
                <a:cubicBezTo>
                  <a:pt x="41" y="100"/>
                  <a:pt x="0" y="219"/>
                  <a:pt x="0" y="345"/>
                </a:cubicBezTo>
                <a:cubicBezTo>
                  <a:pt x="0" y="388"/>
                  <a:pt x="5" y="431"/>
                  <a:pt x="14" y="472"/>
                </a:cubicBezTo>
                <a:cubicBezTo>
                  <a:pt x="103" y="451"/>
                  <a:pt x="103" y="451"/>
                  <a:pt x="103" y="451"/>
                </a:cubicBezTo>
                <a:cubicBezTo>
                  <a:pt x="95" y="417"/>
                  <a:pt x="91" y="381"/>
                  <a:pt x="91" y="345"/>
                </a:cubicBezTo>
                <a:cubicBezTo>
                  <a:pt x="91" y="239"/>
                  <a:pt x="125" y="140"/>
                  <a:pt x="190" y="57"/>
                </a:cubicBezTo>
                <a:cubicBezTo>
                  <a:pt x="118" y="0"/>
                  <a:pt x="118" y="0"/>
                  <a:pt x="118" y="0"/>
                </a:cubicBezTo>
              </a:path>
            </a:pathLst>
          </a:custGeom>
          <a:solidFill>
            <a:srgbClr val="67AC27">
              <a:alpha val="40000"/>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5" name="Oval 315"/>
          <p:cNvSpPr>
            <a:spLocks noChangeArrowheads="1"/>
          </p:cNvSpPr>
          <p:nvPr/>
        </p:nvSpPr>
        <p:spPr bwMode="auto">
          <a:xfrm>
            <a:off x="5740028" y="1909111"/>
            <a:ext cx="685396" cy="685396"/>
          </a:xfrm>
          <a:prstGeom prst="ellipse">
            <a:avLst/>
          </a:prstGeom>
          <a:solidFill>
            <a:srgbClr val="BB16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Oval 326"/>
          <p:cNvSpPr>
            <a:spLocks noChangeArrowheads="1"/>
          </p:cNvSpPr>
          <p:nvPr/>
        </p:nvSpPr>
        <p:spPr bwMode="auto">
          <a:xfrm>
            <a:off x="7022732" y="2542619"/>
            <a:ext cx="685396" cy="685396"/>
          </a:xfrm>
          <a:prstGeom prst="ellipse">
            <a:avLst/>
          </a:prstGeom>
          <a:solidFill>
            <a:srgbClr val="8238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Oval 328"/>
          <p:cNvSpPr>
            <a:spLocks noChangeArrowheads="1"/>
          </p:cNvSpPr>
          <p:nvPr/>
        </p:nvSpPr>
        <p:spPr bwMode="auto">
          <a:xfrm>
            <a:off x="7373876" y="3923064"/>
            <a:ext cx="685396" cy="685396"/>
          </a:xfrm>
          <a:prstGeom prst="ellipse">
            <a:avLst/>
          </a:prstGeom>
          <a:solidFill>
            <a:srgbClr val="374B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Oval 330"/>
          <p:cNvSpPr>
            <a:spLocks noChangeArrowheads="1"/>
          </p:cNvSpPr>
          <p:nvPr/>
        </p:nvSpPr>
        <p:spPr bwMode="auto">
          <a:xfrm>
            <a:off x="6443524" y="5007871"/>
            <a:ext cx="685396" cy="685396"/>
          </a:xfrm>
          <a:prstGeom prst="ellipse">
            <a:avLst/>
          </a:prstGeom>
          <a:solidFill>
            <a:srgbClr val="309E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Oval 332"/>
          <p:cNvSpPr>
            <a:spLocks noChangeArrowheads="1"/>
          </p:cNvSpPr>
          <p:nvPr/>
        </p:nvSpPr>
        <p:spPr bwMode="auto">
          <a:xfrm>
            <a:off x="5035325" y="5019938"/>
            <a:ext cx="685396" cy="685396"/>
          </a:xfrm>
          <a:prstGeom prst="ellipse">
            <a:avLst/>
          </a:prstGeom>
          <a:solidFill>
            <a:srgbClr val="0F8E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Oval 334"/>
          <p:cNvSpPr>
            <a:spLocks noChangeArrowheads="1"/>
          </p:cNvSpPr>
          <p:nvPr/>
        </p:nvSpPr>
        <p:spPr bwMode="auto">
          <a:xfrm>
            <a:off x="4147207" y="3923064"/>
            <a:ext cx="687809" cy="685396"/>
          </a:xfrm>
          <a:prstGeom prst="ellipse">
            <a:avLst/>
          </a:prstGeom>
          <a:solidFill>
            <a:srgbClr val="86BF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Oval 336"/>
          <p:cNvSpPr>
            <a:spLocks noChangeArrowheads="1"/>
          </p:cNvSpPr>
          <p:nvPr/>
        </p:nvSpPr>
        <p:spPr bwMode="auto">
          <a:xfrm>
            <a:off x="4452498" y="2531759"/>
            <a:ext cx="687809" cy="687809"/>
          </a:xfrm>
          <a:prstGeom prst="ellipse">
            <a:avLst/>
          </a:prstGeom>
          <a:solidFill>
            <a:srgbClr val="F397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Oval 316"/>
          <p:cNvSpPr>
            <a:spLocks noChangeArrowheads="1"/>
          </p:cNvSpPr>
          <p:nvPr/>
        </p:nvSpPr>
        <p:spPr bwMode="auto">
          <a:xfrm>
            <a:off x="5825703" y="1994786"/>
            <a:ext cx="511633" cy="514047"/>
          </a:xfrm>
          <a:prstGeom prst="ellipse">
            <a:avLst/>
          </a:prstGeom>
          <a:gradFill flip="none" rotWithShape="1">
            <a:gsLst>
              <a:gs pos="0">
                <a:srgbClr val="F0F0F0"/>
              </a:gs>
              <a:gs pos="100000">
                <a:srgbClr val="F1F1F1"/>
              </a:gs>
            </a:gsLst>
            <a:lin ang="2700000" scaled="1"/>
            <a:tileRect/>
          </a:gradFill>
          <a:ln w="28575">
            <a:gradFill flip="none" rotWithShape="1">
              <a:gsLst>
                <a:gs pos="100000">
                  <a:srgbClr val="FFFFFF"/>
                </a:gs>
                <a:gs pos="0">
                  <a:srgbClr val="CECED0"/>
                </a:gs>
              </a:gsLst>
              <a:lin ang="13500000" scaled="1"/>
              <a:tileRect/>
            </a:gra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9" name="Oval 327"/>
          <p:cNvSpPr>
            <a:spLocks noChangeArrowheads="1"/>
          </p:cNvSpPr>
          <p:nvPr/>
        </p:nvSpPr>
        <p:spPr bwMode="auto">
          <a:xfrm>
            <a:off x="7108406" y="2628293"/>
            <a:ext cx="514047" cy="514047"/>
          </a:xfrm>
          <a:prstGeom prst="ellipse">
            <a:avLst/>
          </a:prstGeom>
          <a:gradFill flip="none" rotWithShape="1">
            <a:gsLst>
              <a:gs pos="0">
                <a:srgbClr val="F0F0F0"/>
              </a:gs>
              <a:gs pos="100000">
                <a:srgbClr val="F1F1F1"/>
              </a:gs>
            </a:gsLst>
            <a:lin ang="2700000" scaled="1"/>
            <a:tileRect/>
          </a:gradFill>
          <a:ln w="28575">
            <a:gradFill flip="none" rotWithShape="1">
              <a:gsLst>
                <a:gs pos="100000">
                  <a:srgbClr val="FFFFFF"/>
                </a:gs>
                <a:gs pos="0">
                  <a:srgbClr val="CECED0"/>
                </a:gs>
              </a:gsLst>
              <a:lin ang="13500000" scaled="1"/>
              <a:tileRect/>
            </a:gra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0" name="Oval 329"/>
          <p:cNvSpPr>
            <a:spLocks noChangeArrowheads="1"/>
          </p:cNvSpPr>
          <p:nvPr/>
        </p:nvSpPr>
        <p:spPr bwMode="auto">
          <a:xfrm>
            <a:off x="7463171" y="4008738"/>
            <a:ext cx="510427" cy="510427"/>
          </a:xfrm>
          <a:prstGeom prst="ellipse">
            <a:avLst/>
          </a:prstGeom>
          <a:gradFill flip="none" rotWithShape="1">
            <a:gsLst>
              <a:gs pos="0">
                <a:srgbClr val="F0F0F0"/>
              </a:gs>
              <a:gs pos="100000">
                <a:srgbClr val="F1F1F1"/>
              </a:gs>
            </a:gsLst>
            <a:lin ang="2700000" scaled="1"/>
            <a:tileRect/>
          </a:gradFill>
          <a:ln w="28575">
            <a:gradFill flip="none" rotWithShape="1">
              <a:gsLst>
                <a:gs pos="100000">
                  <a:srgbClr val="FFFFFF"/>
                </a:gs>
                <a:gs pos="0">
                  <a:srgbClr val="CECED0"/>
                </a:gs>
              </a:gsLst>
              <a:lin ang="13500000" scaled="1"/>
              <a:tileRect/>
            </a:gra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1" name="Oval 331"/>
          <p:cNvSpPr>
            <a:spLocks noChangeArrowheads="1"/>
          </p:cNvSpPr>
          <p:nvPr/>
        </p:nvSpPr>
        <p:spPr bwMode="auto">
          <a:xfrm>
            <a:off x="6531612" y="5095960"/>
            <a:ext cx="511633" cy="511633"/>
          </a:xfrm>
          <a:prstGeom prst="ellipse">
            <a:avLst/>
          </a:prstGeom>
          <a:gradFill flip="none" rotWithShape="1">
            <a:gsLst>
              <a:gs pos="0">
                <a:srgbClr val="F0F0F0"/>
              </a:gs>
              <a:gs pos="100000">
                <a:srgbClr val="F1F1F1"/>
              </a:gs>
            </a:gsLst>
            <a:lin ang="2700000" scaled="1"/>
            <a:tileRect/>
          </a:gradFill>
          <a:ln w="28575">
            <a:gradFill flip="none" rotWithShape="1">
              <a:gsLst>
                <a:gs pos="100000">
                  <a:srgbClr val="FFFFFF"/>
                </a:gs>
                <a:gs pos="0">
                  <a:srgbClr val="CECED0"/>
                </a:gs>
              </a:gsLst>
              <a:lin ang="13500000" scaled="1"/>
              <a:tileRect/>
            </a:gra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2" name="Oval 333"/>
          <p:cNvSpPr>
            <a:spLocks noChangeArrowheads="1"/>
          </p:cNvSpPr>
          <p:nvPr/>
        </p:nvSpPr>
        <p:spPr bwMode="auto">
          <a:xfrm>
            <a:off x="5123414" y="5108026"/>
            <a:ext cx="511633" cy="511633"/>
          </a:xfrm>
          <a:prstGeom prst="ellipse">
            <a:avLst/>
          </a:prstGeom>
          <a:gradFill flip="none" rotWithShape="1">
            <a:gsLst>
              <a:gs pos="0">
                <a:srgbClr val="F0F0F0"/>
              </a:gs>
              <a:gs pos="100000">
                <a:srgbClr val="F1F1F1"/>
              </a:gs>
            </a:gsLst>
            <a:lin ang="2700000" scaled="1"/>
            <a:tileRect/>
          </a:gradFill>
          <a:ln w="28575">
            <a:gradFill flip="none" rotWithShape="1">
              <a:gsLst>
                <a:gs pos="100000">
                  <a:srgbClr val="FFFFFF"/>
                </a:gs>
                <a:gs pos="0">
                  <a:srgbClr val="CECED0"/>
                </a:gs>
              </a:gsLst>
              <a:lin ang="13500000" scaled="1"/>
              <a:tileRect/>
            </a:gra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3" name="Oval 335"/>
          <p:cNvSpPr>
            <a:spLocks noChangeArrowheads="1"/>
          </p:cNvSpPr>
          <p:nvPr/>
        </p:nvSpPr>
        <p:spPr bwMode="auto">
          <a:xfrm>
            <a:off x="4235295" y="4008738"/>
            <a:ext cx="511633" cy="510427"/>
          </a:xfrm>
          <a:prstGeom prst="ellipse">
            <a:avLst/>
          </a:prstGeom>
          <a:gradFill flip="none" rotWithShape="1">
            <a:gsLst>
              <a:gs pos="0">
                <a:srgbClr val="F0F0F0"/>
              </a:gs>
              <a:gs pos="100000">
                <a:srgbClr val="F1F1F1"/>
              </a:gs>
            </a:gsLst>
            <a:lin ang="2700000" scaled="1"/>
            <a:tileRect/>
          </a:gradFill>
          <a:ln w="28575">
            <a:gradFill flip="none" rotWithShape="1">
              <a:gsLst>
                <a:gs pos="100000">
                  <a:srgbClr val="FFFFFF"/>
                </a:gs>
                <a:gs pos="0">
                  <a:srgbClr val="CECED0"/>
                </a:gs>
              </a:gsLst>
              <a:lin ang="13500000" scaled="1"/>
              <a:tileRect/>
            </a:gra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4" name="Oval 337"/>
          <p:cNvSpPr>
            <a:spLocks noChangeArrowheads="1"/>
          </p:cNvSpPr>
          <p:nvPr/>
        </p:nvSpPr>
        <p:spPr bwMode="auto">
          <a:xfrm>
            <a:off x="4540586" y="2619847"/>
            <a:ext cx="511633" cy="511633"/>
          </a:xfrm>
          <a:prstGeom prst="ellipse">
            <a:avLst/>
          </a:prstGeom>
          <a:gradFill flip="none" rotWithShape="1">
            <a:gsLst>
              <a:gs pos="0">
                <a:srgbClr val="F0F0F0"/>
              </a:gs>
              <a:gs pos="100000">
                <a:srgbClr val="F1F1F1"/>
              </a:gs>
            </a:gsLst>
            <a:lin ang="2700000" scaled="1"/>
            <a:tileRect/>
          </a:gradFill>
          <a:ln w="28575">
            <a:gradFill flip="none" rotWithShape="1">
              <a:gsLst>
                <a:gs pos="100000">
                  <a:srgbClr val="FFFFFF"/>
                </a:gs>
                <a:gs pos="0">
                  <a:srgbClr val="CECED0"/>
                </a:gs>
              </a:gsLst>
              <a:lin ang="13500000" scaled="1"/>
              <a:tileRect/>
            </a:gra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 name="矩形 39"/>
          <p:cNvSpPr/>
          <p:nvPr/>
        </p:nvSpPr>
        <p:spPr>
          <a:xfrm>
            <a:off x="0" y="203088"/>
            <a:ext cx="2492990" cy="523220"/>
          </a:xfrm>
          <a:prstGeom prst="rect">
            <a:avLst/>
          </a:prstGeom>
          <a:noFill/>
        </p:spPr>
        <p:txBody>
          <a:bodyPr wrap="none" rtlCol="0">
            <a:spAutoFit/>
          </a:bodyPr>
          <a:lstStyle/>
          <a:p>
            <a:r>
              <a:rPr lang="zh-CN" altLang="en-US" sz="2800" b="1" dirty="0">
                <a:solidFill>
                  <a:schemeClr val="tx1">
                    <a:lumMod val="65000"/>
                    <a:lumOff val="35000"/>
                  </a:schemeClr>
                </a:solidFill>
              </a:rPr>
              <a:t>七项并列</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包含</a:t>
            </a:r>
            <a:endParaRPr lang="zh-CN" altLang="zh-CN" sz="2800" b="1" dirty="0">
              <a:solidFill>
                <a:schemeClr val="tx1">
                  <a:lumMod val="65000"/>
                  <a:lumOff val="35000"/>
                </a:schemeClr>
              </a:solidFill>
            </a:endParaRPr>
          </a:p>
        </p:txBody>
      </p:sp>
      <p:sp>
        <p:nvSpPr>
          <p:cNvPr id="4" name="文本框 3"/>
          <p:cNvSpPr txBox="1"/>
          <p:nvPr/>
        </p:nvSpPr>
        <p:spPr>
          <a:xfrm>
            <a:off x="4667741" y="1073890"/>
            <a:ext cx="2856518" cy="830997"/>
          </a:xfrm>
          <a:prstGeom prst="rect">
            <a:avLst/>
          </a:prstGeom>
          <a:noFill/>
        </p:spPr>
        <p:txBody>
          <a:bodyPr wrap="square" rtlCol="0">
            <a:spAutoFit/>
          </a:bodyPr>
          <a:lstStyle/>
          <a:p>
            <a:pPr algn="ctr">
              <a:lnSpc>
                <a:spcPct val="120000"/>
              </a:lnSpc>
            </a:pPr>
            <a:r>
              <a:rPr lang="zh-CN" altLang="en-US" sz="2400" b="1" dirty="0">
                <a:solidFill>
                  <a:srgbClr val="BA1655"/>
                </a:solidFill>
              </a:rPr>
              <a:t>添加标题</a:t>
            </a:r>
            <a:endParaRPr lang="en-US" altLang="zh-CN" sz="2400" b="1" dirty="0">
              <a:solidFill>
                <a:srgbClr val="BA1655"/>
              </a:solidFill>
            </a:endParaRPr>
          </a:p>
          <a:p>
            <a:pPr algn="ctr">
              <a:lnSpc>
                <a:spcPct val="120000"/>
              </a:lnSpc>
            </a:pPr>
            <a:r>
              <a:rPr lang="zh-CN" altLang="en-US" sz="1600" dirty="0">
                <a:solidFill>
                  <a:schemeClr val="tx1">
                    <a:lumMod val="65000"/>
                    <a:lumOff val="35000"/>
                  </a:schemeClr>
                </a:solidFill>
              </a:rPr>
              <a:t>添加内容添加内容</a:t>
            </a:r>
          </a:p>
        </p:txBody>
      </p:sp>
      <p:sp>
        <p:nvSpPr>
          <p:cNvPr id="5" name="文本框 4"/>
          <p:cNvSpPr txBox="1"/>
          <p:nvPr/>
        </p:nvSpPr>
        <p:spPr>
          <a:xfrm>
            <a:off x="1433319" y="2035715"/>
            <a:ext cx="2856518" cy="830997"/>
          </a:xfrm>
          <a:prstGeom prst="rect">
            <a:avLst/>
          </a:prstGeom>
          <a:noFill/>
        </p:spPr>
        <p:txBody>
          <a:bodyPr wrap="square" rtlCol="0">
            <a:spAutoFit/>
          </a:bodyPr>
          <a:lstStyle/>
          <a:p>
            <a:pPr algn="r">
              <a:lnSpc>
                <a:spcPct val="120000"/>
              </a:lnSpc>
            </a:pPr>
            <a:r>
              <a:rPr lang="zh-CN" altLang="en-US" sz="2400" b="1" dirty="0">
                <a:solidFill>
                  <a:srgbClr val="F0951A"/>
                </a:solidFill>
              </a:rPr>
              <a:t>添加标题</a:t>
            </a:r>
            <a:endParaRPr lang="en-US" altLang="zh-CN" sz="2400" b="1" dirty="0">
              <a:solidFill>
                <a:srgbClr val="F0951A"/>
              </a:solidFill>
            </a:endParaRPr>
          </a:p>
          <a:p>
            <a:pPr algn="r">
              <a:lnSpc>
                <a:spcPct val="120000"/>
              </a:lnSpc>
            </a:pPr>
            <a:r>
              <a:rPr lang="zh-CN" altLang="en-US" sz="1600" dirty="0">
                <a:solidFill>
                  <a:schemeClr val="tx1">
                    <a:lumMod val="65000"/>
                    <a:lumOff val="35000"/>
                  </a:schemeClr>
                </a:solidFill>
              </a:rPr>
              <a:t>添加内容添加内容</a:t>
            </a:r>
          </a:p>
        </p:txBody>
      </p:sp>
      <p:sp>
        <p:nvSpPr>
          <p:cNvPr id="6" name="文本框 5"/>
          <p:cNvSpPr txBox="1"/>
          <p:nvPr/>
        </p:nvSpPr>
        <p:spPr>
          <a:xfrm>
            <a:off x="7886735" y="2035715"/>
            <a:ext cx="2856518" cy="830997"/>
          </a:xfrm>
          <a:prstGeom prst="rect">
            <a:avLst/>
          </a:prstGeom>
          <a:noFill/>
        </p:spPr>
        <p:txBody>
          <a:bodyPr wrap="square" rtlCol="0">
            <a:spAutoFit/>
          </a:bodyPr>
          <a:lstStyle/>
          <a:p>
            <a:pPr>
              <a:lnSpc>
                <a:spcPct val="120000"/>
              </a:lnSpc>
            </a:pPr>
            <a:r>
              <a:rPr lang="zh-CN" altLang="en-US" sz="2400" b="1" dirty="0">
                <a:solidFill>
                  <a:srgbClr val="7F378D"/>
                </a:solidFill>
              </a:rPr>
              <a:t>添加标题</a:t>
            </a:r>
            <a:endParaRPr lang="en-US" altLang="zh-CN" sz="2400" b="1" dirty="0">
              <a:solidFill>
                <a:srgbClr val="7F378D"/>
              </a:solidFill>
            </a:endParaRPr>
          </a:p>
          <a:p>
            <a:pPr>
              <a:lnSpc>
                <a:spcPct val="120000"/>
              </a:lnSpc>
            </a:pPr>
            <a:r>
              <a:rPr lang="zh-CN" altLang="en-US" sz="1600" dirty="0">
                <a:solidFill>
                  <a:schemeClr val="tx1">
                    <a:lumMod val="65000"/>
                    <a:lumOff val="35000"/>
                  </a:schemeClr>
                </a:solidFill>
              </a:rPr>
              <a:t>添加内容添加内容</a:t>
            </a:r>
          </a:p>
        </p:txBody>
      </p:sp>
      <p:sp>
        <p:nvSpPr>
          <p:cNvPr id="7" name="文本框 6"/>
          <p:cNvSpPr txBox="1"/>
          <p:nvPr/>
        </p:nvSpPr>
        <p:spPr>
          <a:xfrm>
            <a:off x="1048634" y="3839042"/>
            <a:ext cx="2856518" cy="830997"/>
          </a:xfrm>
          <a:prstGeom prst="rect">
            <a:avLst/>
          </a:prstGeom>
          <a:noFill/>
        </p:spPr>
        <p:txBody>
          <a:bodyPr wrap="square" rtlCol="0">
            <a:spAutoFit/>
          </a:bodyPr>
          <a:lstStyle/>
          <a:p>
            <a:pPr algn="r">
              <a:lnSpc>
                <a:spcPct val="120000"/>
              </a:lnSpc>
            </a:pPr>
            <a:r>
              <a:rPr lang="zh-CN" altLang="en-US" sz="2400" b="1" dirty="0">
                <a:solidFill>
                  <a:srgbClr val="85BE44"/>
                </a:solidFill>
              </a:rPr>
              <a:t>添加标题</a:t>
            </a:r>
            <a:endParaRPr lang="en-US" altLang="zh-CN" sz="2400" b="1" dirty="0">
              <a:solidFill>
                <a:srgbClr val="85BE44"/>
              </a:solidFill>
            </a:endParaRPr>
          </a:p>
          <a:p>
            <a:pPr algn="r">
              <a:lnSpc>
                <a:spcPct val="120000"/>
              </a:lnSpc>
            </a:pPr>
            <a:r>
              <a:rPr lang="zh-CN" altLang="en-US" sz="1600" dirty="0">
                <a:solidFill>
                  <a:schemeClr val="tx1">
                    <a:lumMod val="65000"/>
                    <a:lumOff val="35000"/>
                  </a:schemeClr>
                </a:solidFill>
              </a:rPr>
              <a:t>添加内容添加内容</a:t>
            </a:r>
          </a:p>
        </p:txBody>
      </p:sp>
      <p:sp>
        <p:nvSpPr>
          <p:cNvPr id="8" name="文本框 7"/>
          <p:cNvSpPr txBox="1"/>
          <p:nvPr/>
        </p:nvSpPr>
        <p:spPr>
          <a:xfrm>
            <a:off x="8296330" y="3839042"/>
            <a:ext cx="2856518" cy="830997"/>
          </a:xfrm>
          <a:prstGeom prst="rect">
            <a:avLst/>
          </a:prstGeom>
          <a:noFill/>
        </p:spPr>
        <p:txBody>
          <a:bodyPr wrap="square" rtlCol="0">
            <a:spAutoFit/>
          </a:bodyPr>
          <a:lstStyle/>
          <a:p>
            <a:pPr>
              <a:lnSpc>
                <a:spcPct val="120000"/>
              </a:lnSpc>
            </a:pPr>
            <a:r>
              <a:rPr lang="zh-CN" altLang="en-US" sz="2400" b="1" dirty="0">
                <a:solidFill>
                  <a:srgbClr val="36499A"/>
                </a:solidFill>
              </a:rPr>
              <a:t>添加标题</a:t>
            </a:r>
            <a:endParaRPr lang="en-US" altLang="zh-CN" sz="2400" b="1" dirty="0">
              <a:solidFill>
                <a:srgbClr val="36499A"/>
              </a:solidFill>
            </a:endParaRPr>
          </a:p>
          <a:p>
            <a:pPr>
              <a:lnSpc>
                <a:spcPct val="120000"/>
              </a:lnSpc>
            </a:pPr>
            <a:r>
              <a:rPr lang="zh-CN" altLang="en-US" sz="1600" dirty="0">
                <a:solidFill>
                  <a:schemeClr val="tx1">
                    <a:lumMod val="65000"/>
                    <a:lumOff val="35000"/>
                  </a:schemeClr>
                </a:solidFill>
              </a:rPr>
              <a:t>添加内容添加内容</a:t>
            </a:r>
          </a:p>
        </p:txBody>
      </p:sp>
      <p:sp>
        <p:nvSpPr>
          <p:cNvPr id="9" name="文本框 8"/>
          <p:cNvSpPr txBox="1"/>
          <p:nvPr/>
        </p:nvSpPr>
        <p:spPr>
          <a:xfrm>
            <a:off x="2240647" y="5575453"/>
            <a:ext cx="2856518" cy="830997"/>
          </a:xfrm>
          <a:prstGeom prst="rect">
            <a:avLst/>
          </a:prstGeom>
          <a:noFill/>
        </p:spPr>
        <p:txBody>
          <a:bodyPr wrap="square" rtlCol="0">
            <a:spAutoFit/>
          </a:bodyPr>
          <a:lstStyle/>
          <a:p>
            <a:pPr algn="r">
              <a:lnSpc>
                <a:spcPct val="120000"/>
              </a:lnSpc>
            </a:pPr>
            <a:r>
              <a:rPr lang="zh-CN" altLang="en-US" sz="2400" b="1" dirty="0">
                <a:solidFill>
                  <a:srgbClr val="0F8C81"/>
                </a:solidFill>
              </a:rPr>
              <a:t>添加标题</a:t>
            </a:r>
            <a:endParaRPr lang="en-US" altLang="zh-CN" sz="2400" b="1" dirty="0">
              <a:solidFill>
                <a:srgbClr val="0F8C81"/>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0" name="文本框 9"/>
          <p:cNvSpPr txBox="1"/>
          <p:nvPr/>
        </p:nvSpPr>
        <p:spPr>
          <a:xfrm>
            <a:off x="7100375" y="5575453"/>
            <a:ext cx="2856518" cy="830997"/>
          </a:xfrm>
          <a:prstGeom prst="rect">
            <a:avLst/>
          </a:prstGeom>
          <a:noFill/>
        </p:spPr>
        <p:txBody>
          <a:bodyPr wrap="square" rtlCol="0">
            <a:spAutoFit/>
          </a:bodyPr>
          <a:lstStyle/>
          <a:p>
            <a:pPr>
              <a:lnSpc>
                <a:spcPct val="120000"/>
              </a:lnSpc>
            </a:pPr>
            <a:r>
              <a:rPr lang="zh-CN" altLang="en-US" sz="2400" b="1" dirty="0">
                <a:solidFill>
                  <a:srgbClr val="309DD9"/>
                </a:solidFill>
              </a:rPr>
              <a:t>添加标题</a:t>
            </a:r>
            <a:endParaRPr lang="en-US" altLang="zh-CN" sz="2400" b="1" dirty="0">
              <a:solidFill>
                <a:srgbClr val="309DD9"/>
              </a:solidFill>
            </a:endParaRPr>
          </a:p>
          <a:p>
            <a:pPr>
              <a:lnSpc>
                <a:spcPct val="120000"/>
              </a:lnSpc>
            </a:pPr>
            <a:r>
              <a:rPr lang="zh-CN" altLang="en-US" sz="1600" dirty="0">
                <a:solidFill>
                  <a:schemeClr val="tx1">
                    <a:lumMod val="65000"/>
                    <a:lumOff val="35000"/>
                  </a:schemeClr>
                </a:solidFill>
              </a:rPr>
              <a:t>添加内容添加内容</a:t>
            </a:r>
          </a:p>
        </p:txBody>
      </p:sp>
      <p:sp>
        <p:nvSpPr>
          <p:cNvPr id="11" name="文本框 10"/>
          <p:cNvSpPr txBox="1"/>
          <p:nvPr/>
        </p:nvSpPr>
        <p:spPr>
          <a:xfrm>
            <a:off x="4554823" y="2635880"/>
            <a:ext cx="466794" cy="461665"/>
          </a:xfrm>
          <a:prstGeom prst="rect">
            <a:avLst/>
          </a:prstGeom>
          <a:noFill/>
        </p:spPr>
        <p:txBody>
          <a:bodyPr wrap="none" rtlCol="0" anchor="ctr">
            <a:spAutoFit/>
          </a:bodyPr>
          <a:lstStyle/>
          <a:p>
            <a:r>
              <a:rPr lang="en-US" altLang="zh-CN" sz="2400" dirty="0">
                <a:solidFill>
                  <a:srgbClr val="F0951A"/>
                </a:solidFill>
                <a:latin typeface="Impact" panose="020B0806030902050204" pitchFamily="34" charset="0"/>
              </a:rPr>
              <a:t>01</a:t>
            </a:r>
          </a:p>
        </p:txBody>
      </p:sp>
      <p:sp>
        <p:nvSpPr>
          <p:cNvPr id="12" name="文本框 11"/>
          <p:cNvSpPr txBox="1"/>
          <p:nvPr/>
        </p:nvSpPr>
        <p:spPr>
          <a:xfrm>
            <a:off x="5837733" y="2012852"/>
            <a:ext cx="503664" cy="461665"/>
          </a:xfrm>
          <a:prstGeom prst="rect">
            <a:avLst/>
          </a:prstGeom>
          <a:noFill/>
        </p:spPr>
        <p:txBody>
          <a:bodyPr wrap="none" rtlCol="0" anchor="ctr">
            <a:spAutoFit/>
          </a:bodyPr>
          <a:lstStyle/>
          <a:p>
            <a:r>
              <a:rPr lang="en-US" altLang="zh-CN" sz="2400" dirty="0">
                <a:solidFill>
                  <a:srgbClr val="BA1655"/>
                </a:solidFill>
                <a:latin typeface="Impact" panose="020B0806030902050204" pitchFamily="34" charset="0"/>
              </a:rPr>
              <a:t>02</a:t>
            </a:r>
          </a:p>
        </p:txBody>
      </p:sp>
      <p:sp>
        <p:nvSpPr>
          <p:cNvPr id="13" name="文本框 12"/>
          <p:cNvSpPr txBox="1"/>
          <p:nvPr/>
        </p:nvSpPr>
        <p:spPr>
          <a:xfrm>
            <a:off x="7107447" y="2635880"/>
            <a:ext cx="513282" cy="461665"/>
          </a:xfrm>
          <a:prstGeom prst="rect">
            <a:avLst/>
          </a:prstGeom>
          <a:noFill/>
        </p:spPr>
        <p:txBody>
          <a:bodyPr wrap="none" rtlCol="0" anchor="ctr">
            <a:spAutoFit/>
          </a:bodyPr>
          <a:lstStyle/>
          <a:p>
            <a:r>
              <a:rPr lang="en-US" altLang="zh-CN" sz="2400" dirty="0">
                <a:solidFill>
                  <a:srgbClr val="7F378D"/>
                </a:solidFill>
                <a:latin typeface="Impact" panose="020B0806030902050204" pitchFamily="34" charset="0"/>
              </a:rPr>
              <a:t>03</a:t>
            </a:r>
          </a:p>
        </p:txBody>
      </p:sp>
      <p:sp>
        <p:nvSpPr>
          <p:cNvPr id="14" name="文本框 13"/>
          <p:cNvSpPr txBox="1"/>
          <p:nvPr/>
        </p:nvSpPr>
        <p:spPr>
          <a:xfrm>
            <a:off x="7451487" y="4026729"/>
            <a:ext cx="503664" cy="461665"/>
          </a:xfrm>
          <a:prstGeom prst="rect">
            <a:avLst/>
          </a:prstGeom>
          <a:noFill/>
        </p:spPr>
        <p:txBody>
          <a:bodyPr wrap="none" rtlCol="0" anchor="ctr">
            <a:spAutoFit/>
          </a:bodyPr>
          <a:lstStyle/>
          <a:p>
            <a:r>
              <a:rPr lang="en-US" altLang="zh-CN" sz="2400" dirty="0">
                <a:solidFill>
                  <a:srgbClr val="36499A"/>
                </a:solidFill>
                <a:latin typeface="Impact" panose="020B0806030902050204" pitchFamily="34" charset="0"/>
              </a:rPr>
              <a:t>04</a:t>
            </a:r>
          </a:p>
        </p:txBody>
      </p:sp>
      <p:sp>
        <p:nvSpPr>
          <p:cNvPr id="15" name="文本框 14"/>
          <p:cNvSpPr txBox="1"/>
          <p:nvPr/>
        </p:nvSpPr>
        <p:spPr>
          <a:xfrm>
            <a:off x="6534569" y="5125180"/>
            <a:ext cx="514885" cy="461665"/>
          </a:xfrm>
          <a:prstGeom prst="rect">
            <a:avLst/>
          </a:prstGeom>
          <a:noFill/>
        </p:spPr>
        <p:txBody>
          <a:bodyPr wrap="none" rtlCol="0" anchor="ctr">
            <a:spAutoFit/>
          </a:bodyPr>
          <a:lstStyle/>
          <a:p>
            <a:r>
              <a:rPr lang="en-US" altLang="zh-CN" sz="2400" dirty="0">
                <a:solidFill>
                  <a:srgbClr val="309DD9"/>
                </a:solidFill>
                <a:latin typeface="Impact" panose="020B0806030902050204" pitchFamily="34" charset="0"/>
              </a:rPr>
              <a:t>05</a:t>
            </a:r>
          </a:p>
        </p:txBody>
      </p:sp>
      <p:sp>
        <p:nvSpPr>
          <p:cNvPr id="16" name="文本框 15"/>
          <p:cNvSpPr txBox="1"/>
          <p:nvPr/>
        </p:nvSpPr>
        <p:spPr>
          <a:xfrm>
            <a:off x="5124329" y="5144430"/>
            <a:ext cx="516488" cy="461665"/>
          </a:xfrm>
          <a:prstGeom prst="rect">
            <a:avLst/>
          </a:prstGeom>
          <a:noFill/>
        </p:spPr>
        <p:txBody>
          <a:bodyPr wrap="none" rtlCol="0" anchor="ctr">
            <a:spAutoFit/>
          </a:bodyPr>
          <a:lstStyle/>
          <a:p>
            <a:r>
              <a:rPr lang="en-US" altLang="zh-CN" sz="2400" dirty="0">
                <a:solidFill>
                  <a:srgbClr val="0F8C81"/>
                </a:solidFill>
                <a:latin typeface="Impact" panose="020B0806030902050204" pitchFamily="34" charset="0"/>
              </a:rPr>
              <a:t>06</a:t>
            </a:r>
          </a:p>
        </p:txBody>
      </p:sp>
      <p:sp>
        <p:nvSpPr>
          <p:cNvPr id="17" name="文本框 16"/>
          <p:cNvSpPr txBox="1"/>
          <p:nvPr/>
        </p:nvSpPr>
        <p:spPr>
          <a:xfrm>
            <a:off x="4257152" y="4053314"/>
            <a:ext cx="470000" cy="461665"/>
          </a:xfrm>
          <a:prstGeom prst="rect">
            <a:avLst/>
          </a:prstGeom>
          <a:noFill/>
        </p:spPr>
        <p:txBody>
          <a:bodyPr wrap="none" rtlCol="0" anchor="ctr">
            <a:spAutoFit/>
          </a:bodyPr>
          <a:lstStyle/>
          <a:p>
            <a:r>
              <a:rPr lang="en-US" altLang="zh-CN" sz="2400" dirty="0">
                <a:solidFill>
                  <a:srgbClr val="85BE44"/>
                </a:solidFill>
                <a:latin typeface="Impact" panose="020B0806030902050204" pitchFamily="34" charset="0"/>
              </a:rPr>
              <a:t>07</a:t>
            </a:r>
          </a:p>
        </p:txBody>
      </p:sp>
      <p:sp>
        <p:nvSpPr>
          <p:cNvPr id="46" name="椭圆 45"/>
          <p:cNvSpPr/>
          <p:nvPr/>
        </p:nvSpPr>
        <p:spPr>
          <a:xfrm>
            <a:off x="5075245" y="2866712"/>
            <a:ext cx="2041510" cy="2041510"/>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latin typeface="Impact" panose="020B0806030902050204" pitchFamily="34" charset="0"/>
            </a:endParaRPr>
          </a:p>
        </p:txBody>
      </p:sp>
      <p:sp>
        <p:nvSpPr>
          <p:cNvPr id="47" name="Oval 325"/>
          <p:cNvSpPr>
            <a:spLocks noChangeArrowheads="1"/>
          </p:cNvSpPr>
          <p:nvPr/>
        </p:nvSpPr>
        <p:spPr bwMode="auto">
          <a:xfrm>
            <a:off x="5315276" y="3100106"/>
            <a:ext cx="1565068" cy="1565068"/>
          </a:xfrm>
          <a:prstGeom prst="ellipse">
            <a:avLst/>
          </a:prstGeom>
          <a:gradFill flip="none" rotWithShape="1">
            <a:gsLst>
              <a:gs pos="0">
                <a:srgbClr val="F0F0F0"/>
              </a:gs>
              <a:gs pos="100000">
                <a:srgbClr val="F1F1F1"/>
              </a:gs>
            </a:gsLst>
            <a:lin ang="2700000" scaled="1"/>
            <a:tileRect/>
          </a:gradFill>
          <a:ln w="28575">
            <a:gradFill flip="none" rotWithShape="1">
              <a:gsLst>
                <a:gs pos="100000">
                  <a:srgbClr val="FFFFFF"/>
                </a:gs>
                <a:gs pos="0">
                  <a:srgbClr val="CECED0"/>
                </a:gs>
              </a:gsLst>
              <a:lin ang="13500000" scaled="1"/>
              <a:tileRect/>
            </a:gra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grpSp>
        <p:nvGrpSpPr>
          <p:cNvPr id="48" name="组合 47"/>
          <p:cNvGrpSpPr/>
          <p:nvPr/>
        </p:nvGrpSpPr>
        <p:grpSpPr>
          <a:xfrm>
            <a:off x="5757373" y="3420259"/>
            <a:ext cx="683288" cy="894291"/>
            <a:chOff x="2951163" y="2495550"/>
            <a:chExt cx="1208088" cy="1581150"/>
          </a:xfrm>
          <a:solidFill>
            <a:schemeClr val="bg1">
              <a:lumMod val="50000"/>
            </a:schemeClr>
          </a:solidFill>
        </p:grpSpPr>
        <p:sp>
          <p:nvSpPr>
            <p:cNvPr id="49" name="Freeform 29"/>
            <p:cNvSpPr>
              <a:spLocks/>
            </p:cNvSpPr>
            <p:nvPr/>
          </p:nvSpPr>
          <p:spPr bwMode="auto">
            <a:xfrm>
              <a:off x="2978150" y="2911475"/>
              <a:ext cx="230188" cy="306388"/>
            </a:xfrm>
            <a:custGeom>
              <a:avLst/>
              <a:gdLst>
                <a:gd name="T0" fmla="*/ 69 w 79"/>
                <a:gd name="T1" fmla="*/ 40 h 105"/>
                <a:gd name="T2" fmla="*/ 70 w 79"/>
                <a:gd name="T3" fmla="*/ 3 h 105"/>
                <a:gd name="T4" fmla="*/ 52 w 79"/>
                <a:gd name="T5" fmla="*/ 0 h 105"/>
                <a:gd name="T6" fmla="*/ 0 w 79"/>
                <a:gd name="T7" fmla="*/ 52 h 105"/>
                <a:gd name="T8" fmla="*/ 52 w 79"/>
                <a:gd name="T9" fmla="*/ 105 h 105"/>
                <a:gd name="T10" fmla="*/ 79 w 79"/>
                <a:gd name="T11" fmla="*/ 97 h 105"/>
                <a:gd name="T12" fmla="*/ 69 w 79"/>
                <a:gd name="T13" fmla="*/ 40 h 105"/>
              </a:gdLst>
              <a:ahLst/>
              <a:cxnLst>
                <a:cxn ang="0">
                  <a:pos x="T0" y="T1"/>
                </a:cxn>
                <a:cxn ang="0">
                  <a:pos x="T2" y="T3"/>
                </a:cxn>
                <a:cxn ang="0">
                  <a:pos x="T4" y="T5"/>
                </a:cxn>
                <a:cxn ang="0">
                  <a:pos x="T6" y="T7"/>
                </a:cxn>
                <a:cxn ang="0">
                  <a:pos x="T8" y="T9"/>
                </a:cxn>
                <a:cxn ang="0">
                  <a:pos x="T10" y="T11"/>
                </a:cxn>
                <a:cxn ang="0">
                  <a:pos x="T12" y="T13"/>
                </a:cxn>
              </a:cxnLst>
              <a:rect l="0" t="0" r="r" b="b"/>
              <a:pathLst>
                <a:path w="79" h="105">
                  <a:moveTo>
                    <a:pt x="69" y="40"/>
                  </a:moveTo>
                  <a:cubicBezTo>
                    <a:pt x="69" y="25"/>
                    <a:pt x="62" y="15"/>
                    <a:pt x="70" y="3"/>
                  </a:cubicBezTo>
                  <a:cubicBezTo>
                    <a:pt x="65" y="1"/>
                    <a:pt x="59" y="0"/>
                    <a:pt x="52" y="0"/>
                  </a:cubicBezTo>
                  <a:cubicBezTo>
                    <a:pt x="23" y="0"/>
                    <a:pt x="0" y="24"/>
                    <a:pt x="0" y="52"/>
                  </a:cubicBezTo>
                  <a:cubicBezTo>
                    <a:pt x="0" y="81"/>
                    <a:pt x="23" y="105"/>
                    <a:pt x="52" y="105"/>
                  </a:cubicBezTo>
                  <a:cubicBezTo>
                    <a:pt x="62" y="105"/>
                    <a:pt x="71" y="102"/>
                    <a:pt x="79" y="97"/>
                  </a:cubicBezTo>
                  <a:cubicBezTo>
                    <a:pt x="75" y="84"/>
                    <a:pt x="69" y="60"/>
                    <a:pt x="69"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30"/>
            <p:cNvSpPr>
              <a:spLocks/>
            </p:cNvSpPr>
            <p:nvPr/>
          </p:nvSpPr>
          <p:spPr bwMode="auto">
            <a:xfrm>
              <a:off x="3900488" y="2911475"/>
              <a:ext cx="228600" cy="306388"/>
            </a:xfrm>
            <a:custGeom>
              <a:avLst/>
              <a:gdLst>
                <a:gd name="T0" fmla="*/ 10 w 79"/>
                <a:gd name="T1" fmla="*/ 40 h 105"/>
                <a:gd name="T2" fmla="*/ 9 w 79"/>
                <a:gd name="T3" fmla="*/ 3 h 105"/>
                <a:gd name="T4" fmla="*/ 27 w 79"/>
                <a:gd name="T5" fmla="*/ 0 h 105"/>
                <a:gd name="T6" fmla="*/ 79 w 79"/>
                <a:gd name="T7" fmla="*/ 52 h 105"/>
                <a:gd name="T8" fmla="*/ 27 w 79"/>
                <a:gd name="T9" fmla="*/ 105 h 105"/>
                <a:gd name="T10" fmla="*/ 0 w 79"/>
                <a:gd name="T11" fmla="*/ 97 h 105"/>
                <a:gd name="T12" fmla="*/ 10 w 79"/>
                <a:gd name="T13" fmla="*/ 40 h 105"/>
              </a:gdLst>
              <a:ahLst/>
              <a:cxnLst>
                <a:cxn ang="0">
                  <a:pos x="T0" y="T1"/>
                </a:cxn>
                <a:cxn ang="0">
                  <a:pos x="T2" y="T3"/>
                </a:cxn>
                <a:cxn ang="0">
                  <a:pos x="T4" y="T5"/>
                </a:cxn>
                <a:cxn ang="0">
                  <a:pos x="T6" y="T7"/>
                </a:cxn>
                <a:cxn ang="0">
                  <a:pos x="T8" y="T9"/>
                </a:cxn>
                <a:cxn ang="0">
                  <a:pos x="T10" y="T11"/>
                </a:cxn>
                <a:cxn ang="0">
                  <a:pos x="T12" y="T13"/>
                </a:cxn>
              </a:cxnLst>
              <a:rect l="0" t="0" r="r" b="b"/>
              <a:pathLst>
                <a:path w="79" h="105">
                  <a:moveTo>
                    <a:pt x="10" y="40"/>
                  </a:moveTo>
                  <a:cubicBezTo>
                    <a:pt x="10" y="25"/>
                    <a:pt x="17" y="15"/>
                    <a:pt x="9" y="3"/>
                  </a:cubicBezTo>
                  <a:cubicBezTo>
                    <a:pt x="15" y="1"/>
                    <a:pt x="21" y="0"/>
                    <a:pt x="27" y="0"/>
                  </a:cubicBezTo>
                  <a:cubicBezTo>
                    <a:pt x="56" y="0"/>
                    <a:pt x="79" y="24"/>
                    <a:pt x="79" y="52"/>
                  </a:cubicBezTo>
                  <a:cubicBezTo>
                    <a:pt x="79" y="81"/>
                    <a:pt x="56" y="105"/>
                    <a:pt x="27" y="105"/>
                  </a:cubicBezTo>
                  <a:cubicBezTo>
                    <a:pt x="17" y="105"/>
                    <a:pt x="8" y="102"/>
                    <a:pt x="0" y="97"/>
                  </a:cubicBezTo>
                  <a:cubicBezTo>
                    <a:pt x="4" y="84"/>
                    <a:pt x="10" y="60"/>
                    <a:pt x="10"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31"/>
            <p:cNvSpPr>
              <a:spLocks/>
            </p:cNvSpPr>
            <p:nvPr/>
          </p:nvSpPr>
          <p:spPr bwMode="auto">
            <a:xfrm>
              <a:off x="3481388" y="3570288"/>
              <a:ext cx="147638" cy="328613"/>
            </a:xfrm>
            <a:custGeom>
              <a:avLst/>
              <a:gdLst>
                <a:gd name="T0" fmla="*/ 25 w 93"/>
                <a:gd name="T1" fmla="*/ 0 h 207"/>
                <a:gd name="T2" fmla="*/ 0 w 93"/>
                <a:gd name="T3" fmla="*/ 145 h 207"/>
                <a:gd name="T4" fmla="*/ 47 w 93"/>
                <a:gd name="T5" fmla="*/ 207 h 207"/>
                <a:gd name="T6" fmla="*/ 93 w 93"/>
                <a:gd name="T7" fmla="*/ 143 h 207"/>
                <a:gd name="T8" fmla="*/ 68 w 93"/>
                <a:gd name="T9" fmla="*/ 0 h 207"/>
                <a:gd name="T10" fmla="*/ 25 w 93"/>
                <a:gd name="T11" fmla="*/ 0 h 207"/>
              </a:gdLst>
              <a:ahLst/>
              <a:cxnLst>
                <a:cxn ang="0">
                  <a:pos x="T0" y="T1"/>
                </a:cxn>
                <a:cxn ang="0">
                  <a:pos x="T2" y="T3"/>
                </a:cxn>
                <a:cxn ang="0">
                  <a:pos x="T4" y="T5"/>
                </a:cxn>
                <a:cxn ang="0">
                  <a:pos x="T6" y="T7"/>
                </a:cxn>
                <a:cxn ang="0">
                  <a:pos x="T8" y="T9"/>
                </a:cxn>
                <a:cxn ang="0">
                  <a:pos x="T10" y="T11"/>
                </a:cxn>
              </a:cxnLst>
              <a:rect l="0" t="0" r="r" b="b"/>
              <a:pathLst>
                <a:path w="93" h="207">
                  <a:moveTo>
                    <a:pt x="25" y="0"/>
                  </a:moveTo>
                  <a:lnTo>
                    <a:pt x="0" y="145"/>
                  </a:lnTo>
                  <a:lnTo>
                    <a:pt x="47" y="207"/>
                  </a:lnTo>
                  <a:lnTo>
                    <a:pt x="93" y="143"/>
                  </a:lnTo>
                  <a:lnTo>
                    <a:pt x="68" y="0"/>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32"/>
            <p:cNvSpPr>
              <a:spLocks/>
            </p:cNvSpPr>
            <p:nvPr/>
          </p:nvSpPr>
          <p:spPr bwMode="auto">
            <a:xfrm>
              <a:off x="3471863" y="3433763"/>
              <a:ext cx="166688" cy="115888"/>
            </a:xfrm>
            <a:custGeom>
              <a:avLst/>
              <a:gdLst>
                <a:gd name="T0" fmla="*/ 21 w 57"/>
                <a:gd name="T1" fmla="*/ 7 h 40"/>
                <a:gd name="T2" fmla="*/ 0 w 57"/>
                <a:gd name="T3" fmla="*/ 5 h 40"/>
                <a:gd name="T4" fmla="*/ 0 w 57"/>
                <a:gd name="T5" fmla="*/ 14 h 40"/>
                <a:gd name="T6" fmla="*/ 1 w 57"/>
                <a:gd name="T7" fmla="*/ 13 h 40"/>
                <a:gd name="T8" fmla="*/ 18 w 57"/>
                <a:gd name="T9" fmla="*/ 40 h 40"/>
                <a:gd name="T10" fmla="*/ 40 w 57"/>
                <a:gd name="T11" fmla="*/ 40 h 40"/>
                <a:gd name="T12" fmla="*/ 56 w 57"/>
                <a:gd name="T13" fmla="*/ 15 h 40"/>
                <a:gd name="T14" fmla="*/ 57 w 57"/>
                <a:gd name="T15" fmla="*/ 0 h 40"/>
                <a:gd name="T16" fmla="*/ 21 w 57"/>
                <a:gd name="T17" fmla="*/ 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40">
                  <a:moveTo>
                    <a:pt x="21" y="7"/>
                  </a:moveTo>
                  <a:cubicBezTo>
                    <a:pt x="14" y="7"/>
                    <a:pt x="7" y="7"/>
                    <a:pt x="0" y="5"/>
                  </a:cubicBezTo>
                  <a:cubicBezTo>
                    <a:pt x="0" y="8"/>
                    <a:pt x="0" y="11"/>
                    <a:pt x="0" y="14"/>
                  </a:cubicBezTo>
                  <a:cubicBezTo>
                    <a:pt x="0" y="13"/>
                    <a:pt x="1" y="13"/>
                    <a:pt x="1" y="13"/>
                  </a:cubicBezTo>
                  <a:cubicBezTo>
                    <a:pt x="18" y="40"/>
                    <a:pt x="18" y="40"/>
                    <a:pt x="18" y="40"/>
                  </a:cubicBezTo>
                  <a:cubicBezTo>
                    <a:pt x="40" y="40"/>
                    <a:pt x="40" y="40"/>
                    <a:pt x="40" y="40"/>
                  </a:cubicBezTo>
                  <a:cubicBezTo>
                    <a:pt x="56" y="15"/>
                    <a:pt x="56" y="15"/>
                    <a:pt x="56" y="15"/>
                  </a:cubicBezTo>
                  <a:cubicBezTo>
                    <a:pt x="56" y="10"/>
                    <a:pt x="56" y="5"/>
                    <a:pt x="57" y="0"/>
                  </a:cubicBezTo>
                  <a:cubicBezTo>
                    <a:pt x="46" y="5"/>
                    <a:pt x="34" y="7"/>
                    <a:pt x="2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33"/>
            <p:cNvSpPr>
              <a:spLocks noEditPoints="1"/>
            </p:cNvSpPr>
            <p:nvPr/>
          </p:nvSpPr>
          <p:spPr bwMode="auto">
            <a:xfrm>
              <a:off x="3140075" y="2582863"/>
              <a:ext cx="827088" cy="827088"/>
            </a:xfrm>
            <a:custGeom>
              <a:avLst/>
              <a:gdLst>
                <a:gd name="T0" fmla="*/ 0 w 284"/>
                <a:gd name="T1" fmla="*/ 142 h 284"/>
                <a:gd name="T2" fmla="*/ 142 w 284"/>
                <a:gd name="T3" fmla="*/ 0 h 284"/>
                <a:gd name="T4" fmla="*/ 142 w 284"/>
                <a:gd name="T5" fmla="*/ 0 h 284"/>
                <a:gd name="T6" fmla="*/ 284 w 284"/>
                <a:gd name="T7" fmla="*/ 142 h 284"/>
                <a:gd name="T8" fmla="*/ 284 w 284"/>
                <a:gd name="T9" fmla="*/ 142 h 284"/>
                <a:gd name="T10" fmla="*/ 142 w 284"/>
                <a:gd name="T11" fmla="*/ 284 h 284"/>
                <a:gd name="T12" fmla="*/ 142 w 284"/>
                <a:gd name="T13" fmla="*/ 284 h 284"/>
                <a:gd name="T14" fmla="*/ 0 w 284"/>
                <a:gd name="T15" fmla="*/ 142 h 284"/>
                <a:gd name="T16" fmla="*/ 25 w 284"/>
                <a:gd name="T17" fmla="*/ 142 h 284"/>
                <a:gd name="T18" fmla="*/ 142 w 284"/>
                <a:gd name="T19" fmla="*/ 260 h 284"/>
                <a:gd name="T20" fmla="*/ 142 w 284"/>
                <a:gd name="T21" fmla="*/ 260 h 284"/>
                <a:gd name="T22" fmla="*/ 260 w 284"/>
                <a:gd name="T23" fmla="*/ 142 h 284"/>
                <a:gd name="T24" fmla="*/ 260 w 284"/>
                <a:gd name="T25" fmla="*/ 142 h 284"/>
                <a:gd name="T26" fmla="*/ 142 w 284"/>
                <a:gd name="T27" fmla="*/ 24 h 284"/>
                <a:gd name="T28" fmla="*/ 142 w 284"/>
                <a:gd name="T29" fmla="*/ 24 h 284"/>
                <a:gd name="T30" fmla="*/ 25 w 284"/>
                <a:gd name="T31" fmla="*/ 142 h 284"/>
                <a:gd name="T32" fmla="*/ 25 w 284"/>
                <a:gd name="T33" fmla="*/ 142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4" h="284">
                  <a:moveTo>
                    <a:pt x="0" y="142"/>
                  </a:moveTo>
                  <a:cubicBezTo>
                    <a:pt x="0" y="63"/>
                    <a:pt x="64" y="0"/>
                    <a:pt x="142" y="0"/>
                  </a:cubicBezTo>
                  <a:cubicBezTo>
                    <a:pt x="142" y="0"/>
                    <a:pt x="142" y="0"/>
                    <a:pt x="142" y="0"/>
                  </a:cubicBezTo>
                  <a:cubicBezTo>
                    <a:pt x="221" y="0"/>
                    <a:pt x="284" y="63"/>
                    <a:pt x="284" y="142"/>
                  </a:cubicBezTo>
                  <a:cubicBezTo>
                    <a:pt x="284" y="142"/>
                    <a:pt x="284" y="142"/>
                    <a:pt x="284" y="142"/>
                  </a:cubicBezTo>
                  <a:cubicBezTo>
                    <a:pt x="284" y="220"/>
                    <a:pt x="221" y="284"/>
                    <a:pt x="142" y="284"/>
                  </a:cubicBezTo>
                  <a:cubicBezTo>
                    <a:pt x="142" y="284"/>
                    <a:pt x="142" y="284"/>
                    <a:pt x="142" y="284"/>
                  </a:cubicBezTo>
                  <a:cubicBezTo>
                    <a:pt x="64" y="284"/>
                    <a:pt x="0" y="220"/>
                    <a:pt x="0" y="142"/>
                  </a:cubicBezTo>
                  <a:close/>
                  <a:moveTo>
                    <a:pt x="25" y="142"/>
                  </a:moveTo>
                  <a:cubicBezTo>
                    <a:pt x="25" y="207"/>
                    <a:pt x="77" y="259"/>
                    <a:pt x="142" y="260"/>
                  </a:cubicBezTo>
                  <a:cubicBezTo>
                    <a:pt x="142" y="260"/>
                    <a:pt x="142" y="260"/>
                    <a:pt x="142" y="260"/>
                  </a:cubicBezTo>
                  <a:cubicBezTo>
                    <a:pt x="207" y="259"/>
                    <a:pt x="260" y="207"/>
                    <a:pt x="260" y="142"/>
                  </a:cubicBezTo>
                  <a:cubicBezTo>
                    <a:pt x="260" y="142"/>
                    <a:pt x="260" y="142"/>
                    <a:pt x="260" y="142"/>
                  </a:cubicBezTo>
                  <a:cubicBezTo>
                    <a:pt x="260" y="77"/>
                    <a:pt x="207" y="24"/>
                    <a:pt x="142" y="24"/>
                  </a:cubicBezTo>
                  <a:cubicBezTo>
                    <a:pt x="142" y="24"/>
                    <a:pt x="142" y="24"/>
                    <a:pt x="142" y="24"/>
                  </a:cubicBezTo>
                  <a:cubicBezTo>
                    <a:pt x="77" y="24"/>
                    <a:pt x="25" y="77"/>
                    <a:pt x="25" y="142"/>
                  </a:cubicBezTo>
                  <a:cubicBezTo>
                    <a:pt x="25" y="142"/>
                    <a:pt x="25" y="142"/>
                    <a:pt x="25" y="1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34"/>
            <p:cNvSpPr>
              <a:spLocks/>
            </p:cNvSpPr>
            <p:nvPr/>
          </p:nvSpPr>
          <p:spPr bwMode="auto">
            <a:xfrm>
              <a:off x="3068638" y="2495550"/>
              <a:ext cx="971550" cy="454025"/>
            </a:xfrm>
            <a:custGeom>
              <a:avLst/>
              <a:gdLst>
                <a:gd name="T0" fmla="*/ 0 w 334"/>
                <a:gd name="T1" fmla="*/ 155 h 156"/>
                <a:gd name="T2" fmla="*/ 167 w 334"/>
                <a:gd name="T3" fmla="*/ 0 h 156"/>
                <a:gd name="T4" fmla="*/ 167 w 334"/>
                <a:gd name="T5" fmla="*/ 0 h 156"/>
                <a:gd name="T6" fmla="*/ 334 w 334"/>
                <a:gd name="T7" fmla="*/ 155 h 156"/>
                <a:gd name="T8" fmla="*/ 334 w 334"/>
                <a:gd name="T9" fmla="*/ 155 h 156"/>
                <a:gd name="T10" fmla="*/ 322 w 334"/>
                <a:gd name="T11" fmla="*/ 155 h 156"/>
                <a:gd name="T12" fmla="*/ 167 w 334"/>
                <a:gd name="T13" fmla="*/ 12 h 156"/>
                <a:gd name="T14" fmla="*/ 167 w 334"/>
                <a:gd name="T15" fmla="*/ 12 h 156"/>
                <a:gd name="T16" fmla="*/ 12 w 334"/>
                <a:gd name="T17" fmla="*/ 156 h 156"/>
                <a:gd name="T18" fmla="*/ 12 w 334"/>
                <a:gd name="T19" fmla="*/ 156 h 156"/>
                <a:gd name="T20" fmla="*/ 0 w 334"/>
                <a:gd name="T21" fmla="*/ 155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4" h="156">
                  <a:moveTo>
                    <a:pt x="0" y="155"/>
                  </a:moveTo>
                  <a:cubicBezTo>
                    <a:pt x="7" y="68"/>
                    <a:pt x="79" y="0"/>
                    <a:pt x="167" y="0"/>
                  </a:cubicBezTo>
                  <a:cubicBezTo>
                    <a:pt x="167" y="0"/>
                    <a:pt x="167" y="0"/>
                    <a:pt x="167" y="0"/>
                  </a:cubicBezTo>
                  <a:cubicBezTo>
                    <a:pt x="255" y="0"/>
                    <a:pt x="328" y="68"/>
                    <a:pt x="334" y="155"/>
                  </a:cubicBezTo>
                  <a:cubicBezTo>
                    <a:pt x="334" y="155"/>
                    <a:pt x="334" y="155"/>
                    <a:pt x="334" y="155"/>
                  </a:cubicBezTo>
                  <a:cubicBezTo>
                    <a:pt x="322" y="155"/>
                    <a:pt x="322" y="155"/>
                    <a:pt x="322" y="155"/>
                  </a:cubicBezTo>
                  <a:cubicBezTo>
                    <a:pt x="316" y="75"/>
                    <a:pt x="249" y="12"/>
                    <a:pt x="167" y="12"/>
                  </a:cubicBezTo>
                  <a:cubicBezTo>
                    <a:pt x="167" y="12"/>
                    <a:pt x="167" y="12"/>
                    <a:pt x="167" y="12"/>
                  </a:cubicBezTo>
                  <a:cubicBezTo>
                    <a:pt x="85" y="12"/>
                    <a:pt x="18" y="75"/>
                    <a:pt x="12" y="156"/>
                  </a:cubicBezTo>
                  <a:cubicBezTo>
                    <a:pt x="12" y="156"/>
                    <a:pt x="12" y="156"/>
                    <a:pt x="12" y="156"/>
                  </a:cubicBezTo>
                  <a:cubicBezTo>
                    <a:pt x="0" y="155"/>
                    <a:pt x="0" y="155"/>
                    <a:pt x="0" y="1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35"/>
            <p:cNvSpPr>
              <a:spLocks/>
            </p:cNvSpPr>
            <p:nvPr/>
          </p:nvSpPr>
          <p:spPr bwMode="auto">
            <a:xfrm>
              <a:off x="2951163" y="3378200"/>
              <a:ext cx="1208088" cy="698500"/>
            </a:xfrm>
            <a:custGeom>
              <a:avLst/>
              <a:gdLst>
                <a:gd name="T0" fmla="*/ 382 w 415"/>
                <a:gd name="T1" fmla="*/ 223 h 240"/>
                <a:gd name="T2" fmla="*/ 326 w 415"/>
                <a:gd name="T3" fmla="*/ 80 h 240"/>
                <a:gd name="T4" fmla="*/ 326 w 415"/>
                <a:gd name="T5" fmla="*/ 80 h 240"/>
                <a:gd name="T6" fmla="*/ 207 w 415"/>
                <a:gd name="T7" fmla="*/ 33 h 240"/>
                <a:gd name="T8" fmla="*/ 207 w 415"/>
                <a:gd name="T9" fmla="*/ 33 h 240"/>
                <a:gd name="T10" fmla="*/ 161 w 415"/>
                <a:gd name="T11" fmla="*/ 39 h 240"/>
                <a:gd name="T12" fmla="*/ 161 w 415"/>
                <a:gd name="T13" fmla="*/ 39 h 240"/>
                <a:gd name="T14" fmla="*/ 60 w 415"/>
                <a:gd name="T15" fmla="*/ 114 h 240"/>
                <a:gd name="T16" fmla="*/ 60 w 415"/>
                <a:gd name="T17" fmla="*/ 114 h 240"/>
                <a:gd name="T18" fmla="*/ 33 w 415"/>
                <a:gd name="T19" fmla="*/ 223 h 240"/>
                <a:gd name="T20" fmla="*/ 33 w 415"/>
                <a:gd name="T21" fmla="*/ 223 h 240"/>
                <a:gd name="T22" fmla="*/ 16 w 415"/>
                <a:gd name="T23" fmla="*/ 240 h 240"/>
                <a:gd name="T24" fmla="*/ 16 w 415"/>
                <a:gd name="T25" fmla="*/ 240 h 240"/>
                <a:gd name="T26" fmla="*/ 0 w 415"/>
                <a:gd name="T27" fmla="*/ 223 h 240"/>
                <a:gd name="T28" fmla="*/ 0 w 415"/>
                <a:gd name="T29" fmla="*/ 223 h 240"/>
                <a:gd name="T30" fmla="*/ 32 w 415"/>
                <a:gd name="T31" fmla="*/ 97 h 240"/>
                <a:gd name="T32" fmla="*/ 32 w 415"/>
                <a:gd name="T33" fmla="*/ 97 h 240"/>
                <a:gd name="T34" fmla="*/ 152 w 415"/>
                <a:gd name="T35" fmla="*/ 8 h 240"/>
                <a:gd name="T36" fmla="*/ 152 w 415"/>
                <a:gd name="T37" fmla="*/ 8 h 240"/>
                <a:gd name="T38" fmla="*/ 207 w 415"/>
                <a:gd name="T39" fmla="*/ 0 h 240"/>
                <a:gd name="T40" fmla="*/ 207 w 415"/>
                <a:gd name="T41" fmla="*/ 0 h 240"/>
                <a:gd name="T42" fmla="*/ 349 w 415"/>
                <a:gd name="T43" fmla="*/ 56 h 240"/>
                <a:gd name="T44" fmla="*/ 349 w 415"/>
                <a:gd name="T45" fmla="*/ 56 h 240"/>
                <a:gd name="T46" fmla="*/ 414 w 415"/>
                <a:gd name="T47" fmla="*/ 223 h 240"/>
                <a:gd name="T48" fmla="*/ 414 w 415"/>
                <a:gd name="T49" fmla="*/ 223 h 240"/>
                <a:gd name="T50" fmla="*/ 398 w 415"/>
                <a:gd name="T51" fmla="*/ 240 h 240"/>
                <a:gd name="T52" fmla="*/ 398 w 415"/>
                <a:gd name="T53" fmla="*/ 240 h 240"/>
                <a:gd name="T54" fmla="*/ 382 w 415"/>
                <a:gd name="T55" fmla="*/ 223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15" h="240">
                  <a:moveTo>
                    <a:pt x="382" y="223"/>
                  </a:moveTo>
                  <a:cubicBezTo>
                    <a:pt x="382" y="167"/>
                    <a:pt x="367" y="118"/>
                    <a:pt x="326" y="80"/>
                  </a:cubicBezTo>
                  <a:cubicBezTo>
                    <a:pt x="326" y="80"/>
                    <a:pt x="326" y="80"/>
                    <a:pt x="326" y="80"/>
                  </a:cubicBezTo>
                  <a:cubicBezTo>
                    <a:pt x="294" y="49"/>
                    <a:pt x="250" y="33"/>
                    <a:pt x="207" y="33"/>
                  </a:cubicBezTo>
                  <a:cubicBezTo>
                    <a:pt x="207" y="33"/>
                    <a:pt x="207" y="33"/>
                    <a:pt x="207" y="33"/>
                  </a:cubicBezTo>
                  <a:cubicBezTo>
                    <a:pt x="191" y="33"/>
                    <a:pt x="176" y="35"/>
                    <a:pt x="161" y="39"/>
                  </a:cubicBezTo>
                  <a:cubicBezTo>
                    <a:pt x="161" y="39"/>
                    <a:pt x="161" y="39"/>
                    <a:pt x="161" y="39"/>
                  </a:cubicBezTo>
                  <a:cubicBezTo>
                    <a:pt x="119" y="51"/>
                    <a:pt x="83" y="78"/>
                    <a:pt x="60" y="114"/>
                  </a:cubicBezTo>
                  <a:cubicBezTo>
                    <a:pt x="60" y="114"/>
                    <a:pt x="60" y="114"/>
                    <a:pt x="60" y="114"/>
                  </a:cubicBezTo>
                  <a:cubicBezTo>
                    <a:pt x="39" y="147"/>
                    <a:pt x="33" y="183"/>
                    <a:pt x="33" y="223"/>
                  </a:cubicBezTo>
                  <a:cubicBezTo>
                    <a:pt x="33" y="223"/>
                    <a:pt x="33" y="223"/>
                    <a:pt x="33" y="223"/>
                  </a:cubicBezTo>
                  <a:cubicBezTo>
                    <a:pt x="33" y="232"/>
                    <a:pt x="25" y="240"/>
                    <a:pt x="16" y="240"/>
                  </a:cubicBezTo>
                  <a:cubicBezTo>
                    <a:pt x="16" y="240"/>
                    <a:pt x="16" y="240"/>
                    <a:pt x="16" y="240"/>
                  </a:cubicBezTo>
                  <a:cubicBezTo>
                    <a:pt x="7" y="240"/>
                    <a:pt x="0" y="232"/>
                    <a:pt x="0" y="223"/>
                  </a:cubicBezTo>
                  <a:cubicBezTo>
                    <a:pt x="0" y="223"/>
                    <a:pt x="0" y="223"/>
                    <a:pt x="0" y="223"/>
                  </a:cubicBezTo>
                  <a:cubicBezTo>
                    <a:pt x="0" y="180"/>
                    <a:pt x="7" y="136"/>
                    <a:pt x="32" y="97"/>
                  </a:cubicBezTo>
                  <a:cubicBezTo>
                    <a:pt x="32" y="97"/>
                    <a:pt x="32" y="97"/>
                    <a:pt x="32" y="97"/>
                  </a:cubicBezTo>
                  <a:cubicBezTo>
                    <a:pt x="59" y="53"/>
                    <a:pt x="102" y="21"/>
                    <a:pt x="152" y="8"/>
                  </a:cubicBezTo>
                  <a:cubicBezTo>
                    <a:pt x="152" y="8"/>
                    <a:pt x="152" y="8"/>
                    <a:pt x="152" y="8"/>
                  </a:cubicBezTo>
                  <a:cubicBezTo>
                    <a:pt x="170" y="3"/>
                    <a:pt x="188" y="0"/>
                    <a:pt x="207" y="0"/>
                  </a:cubicBezTo>
                  <a:cubicBezTo>
                    <a:pt x="207" y="0"/>
                    <a:pt x="207" y="0"/>
                    <a:pt x="207" y="0"/>
                  </a:cubicBezTo>
                  <a:cubicBezTo>
                    <a:pt x="259" y="0"/>
                    <a:pt x="310" y="20"/>
                    <a:pt x="349" y="56"/>
                  </a:cubicBezTo>
                  <a:cubicBezTo>
                    <a:pt x="349" y="56"/>
                    <a:pt x="349" y="56"/>
                    <a:pt x="349" y="56"/>
                  </a:cubicBezTo>
                  <a:cubicBezTo>
                    <a:pt x="397" y="101"/>
                    <a:pt x="415" y="161"/>
                    <a:pt x="414" y="223"/>
                  </a:cubicBezTo>
                  <a:cubicBezTo>
                    <a:pt x="414" y="223"/>
                    <a:pt x="414" y="223"/>
                    <a:pt x="414" y="223"/>
                  </a:cubicBezTo>
                  <a:cubicBezTo>
                    <a:pt x="414" y="232"/>
                    <a:pt x="407" y="240"/>
                    <a:pt x="398" y="240"/>
                  </a:cubicBezTo>
                  <a:cubicBezTo>
                    <a:pt x="398" y="240"/>
                    <a:pt x="398" y="240"/>
                    <a:pt x="398" y="240"/>
                  </a:cubicBezTo>
                  <a:cubicBezTo>
                    <a:pt x="389" y="240"/>
                    <a:pt x="382" y="232"/>
                    <a:pt x="382" y="2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36"/>
            <p:cNvSpPr>
              <a:spLocks/>
            </p:cNvSpPr>
            <p:nvPr/>
          </p:nvSpPr>
          <p:spPr bwMode="auto">
            <a:xfrm>
              <a:off x="3446463" y="3189288"/>
              <a:ext cx="165100" cy="88900"/>
            </a:xfrm>
            <a:custGeom>
              <a:avLst/>
              <a:gdLst>
                <a:gd name="T0" fmla="*/ 57 w 57"/>
                <a:gd name="T1" fmla="*/ 15 h 31"/>
                <a:gd name="T2" fmla="*/ 41 w 57"/>
                <a:gd name="T3" fmla="*/ 31 h 31"/>
                <a:gd name="T4" fmla="*/ 16 w 57"/>
                <a:gd name="T5" fmla="*/ 31 h 31"/>
                <a:gd name="T6" fmla="*/ 0 w 57"/>
                <a:gd name="T7" fmla="*/ 15 h 31"/>
                <a:gd name="T8" fmla="*/ 0 w 57"/>
                <a:gd name="T9" fmla="*/ 15 h 31"/>
                <a:gd name="T10" fmla="*/ 16 w 57"/>
                <a:gd name="T11" fmla="*/ 0 h 31"/>
                <a:gd name="T12" fmla="*/ 41 w 57"/>
                <a:gd name="T13" fmla="*/ 0 h 31"/>
                <a:gd name="T14" fmla="*/ 57 w 57"/>
                <a:gd name="T15" fmla="*/ 15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31">
                  <a:moveTo>
                    <a:pt x="57" y="15"/>
                  </a:moveTo>
                  <a:cubicBezTo>
                    <a:pt x="57" y="24"/>
                    <a:pt x="50" y="31"/>
                    <a:pt x="41" y="31"/>
                  </a:cubicBezTo>
                  <a:cubicBezTo>
                    <a:pt x="16" y="31"/>
                    <a:pt x="16" y="31"/>
                    <a:pt x="16" y="31"/>
                  </a:cubicBezTo>
                  <a:cubicBezTo>
                    <a:pt x="7" y="31"/>
                    <a:pt x="0" y="24"/>
                    <a:pt x="0" y="15"/>
                  </a:cubicBezTo>
                  <a:cubicBezTo>
                    <a:pt x="0" y="15"/>
                    <a:pt x="0" y="15"/>
                    <a:pt x="0" y="15"/>
                  </a:cubicBezTo>
                  <a:cubicBezTo>
                    <a:pt x="0" y="7"/>
                    <a:pt x="7" y="0"/>
                    <a:pt x="16" y="0"/>
                  </a:cubicBezTo>
                  <a:cubicBezTo>
                    <a:pt x="41" y="0"/>
                    <a:pt x="41" y="0"/>
                    <a:pt x="41" y="0"/>
                  </a:cubicBezTo>
                  <a:cubicBezTo>
                    <a:pt x="50" y="0"/>
                    <a:pt x="57" y="7"/>
                    <a:pt x="57"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37"/>
            <p:cNvSpPr>
              <a:spLocks/>
            </p:cNvSpPr>
            <p:nvPr/>
          </p:nvSpPr>
          <p:spPr bwMode="auto">
            <a:xfrm>
              <a:off x="3117850" y="3168650"/>
              <a:ext cx="349250" cy="92075"/>
            </a:xfrm>
            <a:custGeom>
              <a:avLst/>
              <a:gdLst>
                <a:gd name="T0" fmla="*/ 34 w 120"/>
                <a:gd name="T1" fmla="*/ 32 h 32"/>
                <a:gd name="T2" fmla="*/ 0 w 120"/>
                <a:gd name="T3" fmla="*/ 2 h 32"/>
                <a:gd name="T4" fmla="*/ 0 w 120"/>
                <a:gd name="T5" fmla="*/ 2 h 32"/>
                <a:gd name="T6" fmla="*/ 12 w 120"/>
                <a:gd name="T7" fmla="*/ 0 h 32"/>
                <a:gd name="T8" fmla="*/ 34 w 120"/>
                <a:gd name="T9" fmla="*/ 20 h 32"/>
                <a:gd name="T10" fmla="*/ 34 w 120"/>
                <a:gd name="T11" fmla="*/ 20 h 32"/>
                <a:gd name="T12" fmla="*/ 120 w 120"/>
                <a:gd name="T13" fmla="*/ 20 h 32"/>
                <a:gd name="T14" fmla="*/ 120 w 120"/>
                <a:gd name="T15" fmla="*/ 20 h 32"/>
                <a:gd name="T16" fmla="*/ 120 w 120"/>
                <a:gd name="T17" fmla="*/ 32 h 32"/>
                <a:gd name="T18" fmla="*/ 34 w 120"/>
                <a:gd name="T19"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0" h="32">
                  <a:moveTo>
                    <a:pt x="34" y="32"/>
                  </a:moveTo>
                  <a:cubicBezTo>
                    <a:pt x="16" y="32"/>
                    <a:pt x="2" y="19"/>
                    <a:pt x="0" y="2"/>
                  </a:cubicBezTo>
                  <a:cubicBezTo>
                    <a:pt x="0" y="2"/>
                    <a:pt x="0" y="2"/>
                    <a:pt x="0" y="2"/>
                  </a:cubicBezTo>
                  <a:cubicBezTo>
                    <a:pt x="12" y="0"/>
                    <a:pt x="12" y="0"/>
                    <a:pt x="12" y="0"/>
                  </a:cubicBezTo>
                  <a:cubicBezTo>
                    <a:pt x="13" y="11"/>
                    <a:pt x="22" y="20"/>
                    <a:pt x="34" y="20"/>
                  </a:cubicBezTo>
                  <a:cubicBezTo>
                    <a:pt x="34" y="20"/>
                    <a:pt x="34" y="20"/>
                    <a:pt x="34" y="20"/>
                  </a:cubicBezTo>
                  <a:cubicBezTo>
                    <a:pt x="120" y="20"/>
                    <a:pt x="120" y="20"/>
                    <a:pt x="120" y="20"/>
                  </a:cubicBezTo>
                  <a:cubicBezTo>
                    <a:pt x="120" y="20"/>
                    <a:pt x="120" y="20"/>
                    <a:pt x="120" y="20"/>
                  </a:cubicBezTo>
                  <a:cubicBezTo>
                    <a:pt x="120" y="32"/>
                    <a:pt x="120" y="32"/>
                    <a:pt x="120" y="32"/>
                  </a:cubicBezTo>
                  <a:cubicBezTo>
                    <a:pt x="34" y="32"/>
                    <a:pt x="34" y="32"/>
                    <a:pt x="34"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1330703609"/>
      </p:ext>
    </p:extLst>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
          <p:cNvGrpSpPr/>
          <p:nvPr/>
        </p:nvGrpSpPr>
        <p:grpSpPr>
          <a:xfrm>
            <a:off x="4656225" y="813357"/>
            <a:ext cx="6868117" cy="5552972"/>
            <a:chOff x="-3175" y="1588"/>
            <a:chExt cx="8464551" cy="6843712"/>
          </a:xfrm>
        </p:grpSpPr>
        <p:sp>
          <p:nvSpPr>
            <p:cNvPr id="811" name="Freeform 5"/>
            <p:cNvSpPr>
              <a:spLocks/>
            </p:cNvSpPr>
            <p:nvPr/>
          </p:nvSpPr>
          <p:spPr bwMode="auto">
            <a:xfrm>
              <a:off x="3175" y="4814887"/>
              <a:ext cx="182563" cy="73025"/>
            </a:xfrm>
            <a:custGeom>
              <a:avLst/>
              <a:gdLst>
                <a:gd name="T0" fmla="*/ 26 w 65"/>
                <a:gd name="T1" fmla="*/ 26 h 26"/>
                <a:gd name="T2" fmla="*/ 3 w 65"/>
                <a:gd name="T3" fmla="*/ 13 h 26"/>
                <a:gd name="T4" fmla="*/ 39 w 65"/>
                <a:gd name="T5" fmla="*/ 0 h 26"/>
                <a:gd name="T6" fmla="*/ 62 w 65"/>
                <a:gd name="T7" fmla="*/ 13 h 26"/>
                <a:gd name="T8" fmla="*/ 26 w 65"/>
                <a:gd name="T9" fmla="*/ 26 h 26"/>
              </a:gdLst>
              <a:ahLst/>
              <a:cxnLst>
                <a:cxn ang="0">
                  <a:pos x="T0" y="T1"/>
                </a:cxn>
                <a:cxn ang="0">
                  <a:pos x="T2" y="T3"/>
                </a:cxn>
                <a:cxn ang="0">
                  <a:pos x="T4" y="T5"/>
                </a:cxn>
                <a:cxn ang="0">
                  <a:pos x="T6" y="T7"/>
                </a:cxn>
                <a:cxn ang="0">
                  <a:pos x="T8" y="T9"/>
                </a:cxn>
              </a:cxnLst>
              <a:rect l="0" t="0" r="r" b="b"/>
              <a:pathLst>
                <a:path w="65" h="26">
                  <a:moveTo>
                    <a:pt x="26" y="26"/>
                  </a:moveTo>
                  <a:cubicBezTo>
                    <a:pt x="10" y="26"/>
                    <a:pt x="0" y="20"/>
                    <a:pt x="3" y="13"/>
                  </a:cubicBezTo>
                  <a:cubicBezTo>
                    <a:pt x="7" y="6"/>
                    <a:pt x="23" y="0"/>
                    <a:pt x="39" y="0"/>
                  </a:cubicBezTo>
                  <a:cubicBezTo>
                    <a:pt x="55" y="0"/>
                    <a:pt x="65" y="6"/>
                    <a:pt x="62" y="13"/>
                  </a:cubicBezTo>
                  <a:cubicBezTo>
                    <a:pt x="58" y="20"/>
                    <a:pt x="43" y="26"/>
                    <a:pt x="26" y="26"/>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2" name="Freeform 6"/>
            <p:cNvSpPr>
              <a:spLocks noEditPoints="1"/>
            </p:cNvSpPr>
            <p:nvPr/>
          </p:nvSpPr>
          <p:spPr bwMode="auto">
            <a:xfrm>
              <a:off x="-3175" y="4811712"/>
              <a:ext cx="193675" cy="77787"/>
            </a:xfrm>
            <a:custGeom>
              <a:avLst/>
              <a:gdLst>
                <a:gd name="T0" fmla="*/ 41 w 69"/>
                <a:gd name="T1" fmla="*/ 2 h 28"/>
                <a:gd name="T2" fmla="*/ 62 w 69"/>
                <a:gd name="T3" fmla="*/ 14 h 28"/>
                <a:gd name="T4" fmla="*/ 29 w 69"/>
                <a:gd name="T5" fmla="*/ 27 h 28"/>
                <a:gd name="T6" fmla="*/ 7 w 69"/>
                <a:gd name="T7" fmla="*/ 14 h 28"/>
                <a:gd name="T8" fmla="*/ 41 w 69"/>
                <a:gd name="T9" fmla="*/ 2 h 28"/>
                <a:gd name="T10" fmla="*/ 42 w 69"/>
                <a:gd name="T11" fmla="*/ 0 h 28"/>
                <a:gd name="T12" fmla="*/ 4 w 69"/>
                <a:gd name="T13" fmla="*/ 14 h 28"/>
                <a:gd name="T14" fmla="*/ 28 w 69"/>
                <a:gd name="T15" fmla="*/ 28 h 28"/>
                <a:gd name="T16" fmla="*/ 65 w 69"/>
                <a:gd name="T17" fmla="*/ 14 h 28"/>
                <a:gd name="T18" fmla="*/ 42 w 69"/>
                <a:gd name="T1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28">
                  <a:moveTo>
                    <a:pt x="41" y="2"/>
                  </a:moveTo>
                  <a:cubicBezTo>
                    <a:pt x="56" y="2"/>
                    <a:pt x="66" y="7"/>
                    <a:pt x="62" y="14"/>
                  </a:cubicBezTo>
                  <a:cubicBezTo>
                    <a:pt x="59" y="21"/>
                    <a:pt x="44" y="26"/>
                    <a:pt x="29" y="27"/>
                  </a:cubicBezTo>
                  <a:cubicBezTo>
                    <a:pt x="13" y="27"/>
                    <a:pt x="3" y="21"/>
                    <a:pt x="7" y="14"/>
                  </a:cubicBezTo>
                  <a:cubicBezTo>
                    <a:pt x="10" y="7"/>
                    <a:pt x="25" y="2"/>
                    <a:pt x="41" y="2"/>
                  </a:cubicBezTo>
                  <a:moveTo>
                    <a:pt x="42" y="0"/>
                  </a:moveTo>
                  <a:cubicBezTo>
                    <a:pt x="24" y="0"/>
                    <a:pt x="7" y="7"/>
                    <a:pt x="4" y="14"/>
                  </a:cubicBezTo>
                  <a:cubicBezTo>
                    <a:pt x="0" y="22"/>
                    <a:pt x="11" y="28"/>
                    <a:pt x="28" y="28"/>
                  </a:cubicBezTo>
                  <a:cubicBezTo>
                    <a:pt x="45" y="28"/>
                    <a:pt x="62" y="22"/>
                    <a:pt x="65" y="14"/>
                  </a:cubicBezTo>
                  <a:cubicBezTo>
                    <a:pt x="69" y="6"/>
                    <a:pt x="59" y="0"/>
                    <a:pt x="4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3" name="Freeform 7"/>
            <p:cNvSpPr>
              <a:spLocks/>
            </p:cNvSpPr>
            <p:nvPr/>
          </p:nvSpPr>
          <p:spPr bwMode="auto">
            <a:xfrm>
              <a:off x="504825" y="4687887"/>
              <a:ext cx="174625" cy="79375"/>
            </a:xfrm>
            <a:custGeom>
              <a:avLst/>
              <a:gdLst>
                <a:gd name="T0" fmla="*/ 25 w 62"/>
                <a:gd name="T1" fmla="*/ 28 h 28"/>
                <a:gd name="T2" fmla="*/ 3 w 62"/>
                <a:gd name="T3" fmla="*/ 14 h 28"/>
                <a:gd name="T4" fmla="*/ 38 w 62"/>
                <a:gd name="T5" fmla="*/ 0 h 28"/>
                <a:gd name="T6" fmla="*/ 59 w 62"/>
                <a:gd name="T7" fmla="*/ 14 h 28"/>
                <a:gd name="T8" fmla="*/ 25 w 62"/>
                <a:gd name="T9" fmla="*/ 28 h 28"/>
              </a:gdLst>
              <a:ahLst/>
              <a:cxnLst>
                <a:cxn ang="0">
                  <a:pos x="T0" y="T1"/>
                </a:cxn>
                <a:cxn ang="0">
                  <a:pos x="T2" y="T3"/>
                </a:cxn>
                <a:cxn ang="0">
                  <a:pos x="T4" y="T5"/>
                </a:cxn>
                <a:cxn ang="0">
                  <a:pos x="T6" y="T7"/>
                </a:cxn>
                <a:cxn ang="0">
                  <a:pos x="T8" y="T9"/>
                </a:cxn>
              </a:cxnLst>
              <a:rect l="0" t="0" r="r" b="b"/>
              <a:pathLst>
                <a:path w="62" h="28">
                  <a:moveTo>
                    <a:pt x="25" y="28"/>
                  </a:moveTo>
                  <a:cubicBezTo>
                    <a:pt x="9" y="28"/>
                    <a:pt x="0" y="22"/>
                    <a:pt x="3" y="14"/>
                  </a:cubicBezTo>
                  <a:cubicBezTo>
                    <a:pt x="7" y="6"/>
                    <a:pt x="23" y="0"/>
                    <a:pt x="38" y="0"/>
                  </a:cubicBezTo>
                  <a:cubicBezTo>
                    <a:pt x="53" y="0"/>
                    <a:pt x="62" y="6"/>
                    <a:pt x="59" y="14"/>
                  </a:cubicBezTo>
                  <a:cubicBezTo>
                    <a:pt x="55" y="21"/>
                    <a:pt x="40" y="28"/>
                    <a:pt x="25" y="28"/>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4" name="Freeform 8"/>
            <p:cNvSpPr>
              <a:spLocks noEditPoints="1"/>
            </p:cNvSpPr>
            <p:nvPr/>
          </p:nvSpPr>
          <p:spPr bwMode="auto">
            <a:xfrm>
              <a:off x="500063" y="4684712"/>
              <a:ext cx="184150" cy="82550"/>
            </a:xfrm>
            <a:custGeom>
              <a:avLst/>
              <a:gdLst>
                <a:gd name="T0" fmla="*/ 40 w 66"/>
                <a:gd name="T1" fmla="*/ 2 h 29"/>
                <a:gd name="T2" fmla="*/ 59 w 66"/>
                <a:gd name="T3" fmla="*/ 15 h 29"/>
                <a:gd name="T4" fmla="*/ 27 w 66"/>
                <a:gd name="T5" fmla="*/ 28 h 29"/>
                <a:gd name="T6" fmla="*/ 7 w 66"/>
                <a:gd name="T7" fmla="*/ 15 h 29"/>
                <a:gd name="T8" fmla="*/ 40 w 66"/>
                <a:gd name="T9" fmla="*/ 2 h 29"/>
                <a:gd name="T10" fmla="*/ 40 w 66"/>
                <a:gd name="T11" fmla="*/ 0 h 29"/>
                <a:gd name="T12" fmla="*/ 4 w 66"/>
                <a:gd name="T13" fmla="*/ 15 h 29"/>
                <a:gd name="T14" fmla="*/ 26 w 66"/>
                <a:gd name="T15" fmla="*/ 29 h 29"/>
                <a:gd name="T16" fmla="*/ 62 w 66"/>
                <a:gd name="T17" fmla="*/ 15 h 29"/>
                <a:gd name="T18" fmla="*/ 40 w 66"/>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29">
                  <a:moveTo>
                    <a:pt x="40" y="2"/>
                  </a:moveTo>
                  <a:cubicBezTo>
                    <a:pt x="54" y="2"/>
                    <a:pt x="63" y="8"/>
                    <a:pt x="59" y="15"/>
                  </a:cubicBezTo>
                  <a:cubicBezTo>
                    <a:pt x="56" y="22"/>
                    <a:pt x="41" y="28"/>
                    <a:pt x="27" y="28"/>
                  </a:cubicBezTo>
                  <a:cubicBezTo>
                    <a:pt x="12" y="28"/>
                    <a:pt x="3" y="22"/>
                    <a:pt x="7" y="15"/>
                  </a:cubicBezTo>
                  <a:cubicBezTo>
                    <a:pt x="10" y="8"/>
                    <a:pt x="25" y="2"/>
                    <a:pt x="40" y="2"/>
                  </a:cubicBezTo>
                  <a:moveTo>
                    <a:pt x="40" y="0"/>
                  </a:moveTo>
                  <a:cubicBezTo>
                    <a:pt x="24" y="0"/>
                    <a:pt x="8" y="7"/>
                    <a:pt x="4" y="15"/>
                  </a:cubicBezTo>
                  <a:cubicBezTo>
                    <a:pt x="0" y="23"/>
                    <a:pt x="10" y="29"/>
                    <a:pt x="26" y="29"/>
                  </a:cubicBezTo>
                  <a:cubicBezTo>
                    <a:pt x="42" y="29"/>
                    <a:pt x="58" y="23"/>
                    <a:pt x="62" y="15"/>
                  </a:cubicBezTo>
                  <a:cubicBezTo>
                    <a:pt x="66" y="7"/>
                    <a:pt x="56" y="0"/>
                    <a:pt x="4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5" name="Freeform 9"/>
            <p:cNvSpPr>
              <a:spLocks/>
            </p:cNvSpPr>
            <p:nvPr/>
          </p:nvSpPr>
          <p:spPr bwMode="auto">
            <a:xfrm>
              <a:off x="981075" y="4687887"/>
              <a:ext cx="166688" cy="76200"/>
            </a:xfrm>
            <a:custGeom>
              <a:avLst/>
              <a:gdLst>
                <a:gd name="T0" fmla="*/ 24 w 59"/>
                <a:gd name="T1" fmla="*/ 27 h 27"/>
                <a:gd name="T2" fmla="*/ 4 w 59"/>
                <a:gd name="T3" fmla="*/ 14 h 27"/>
                <a:gd name="T4" fmla="*/ 36 w 59"/>
                <a:gd name="T5" fmla="*/ 0 h 27"/>
                <a:gd name="T6" fmla="*/ 56 w 59"/>
                <a:gd name="T7" fmla="*/ 13 h 27"/>
                <a:gd name="T8" fmla="*/ 24 w 59"/>
                <a:gd name="T9" fmla="*/ 27 h 27"/>
              </a:gdLst>
              <a:ahLst/>
              <a:cxnLst>
                <a:cxn ang="0">
                  <a:pos x="T0" y="T1"/>
                </a:cxn>
                <a:cxn ang="0">
                  <a:pos x="T2" y="T3"/>
                </a:cxn>
                <a:cxn ang="0">
                  <a:pos x="T4" y="T5"/>
                </a:cxn>
                <a:cxn ang="0">
                  <a:pos x="T6" y="T7"/>
                </a:cxn>
                <a:cxn ang="0">
                  <a:pos x="T8" y="T9"/>
                </a:cxn>
              </a:cxnLst>
              <a:rect l="0" t="0" r="r" b="b"/>
              <a:pathLst>
                <a:path w="59" h="27">
                  <a:moveTo>
                    <a:pt x="24" y="27"/>
                  </a:moveTo>
                  <a:cubicBezTo>
                    <a:pt x="9" y="27"/>
                    <a:pt x="0" y="21"/>
                    <a:pt x="4" y="14"/>
                  </a:cubicBezTo>
                  <a:cubicBezTo>
                    <a:pt x="8" y="6"/>
                    <a:pt x="22" y="0"/>
                    <a:pt x="36" y="0"/>
                  </a:cubicBezTo>
                  <a:cubicBezTo>
                    <a:pt x="51" y="0"/>
                    <a:pt x="59" y="6"/>
                    <a:pt x="56" y="13"/>
                  </a:cubicBezTo>
                  <a:cubicBezTo>
                    <a:pt x="52" y="21"/>
                    <a:pt x="38" y="27"/>
                    <a:pt x="24" y="2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6" name="Freeform 10"/>
            <p:cNvSpPr>
              <a:spLocks noEditPoints="1"/>
            </p:cNvSpPr>
            <p:nvPr/>
          </p:nvSpPr>
          <p:spPr bwMode="auto">
            <a:xfrm>
              <a:off x="979488" y="4684712"/>
              <a:ext cx="173038" cy="82550"/>
            </a:xfrm>
            <a:custGeom>
              <a:avLst/>
              <a:gdLst>
                <a:gd name="T0" fmla="*/ 37 w 62"/>
                <a:gd name="T1" fmla="*/ 1 h 29"/>
                <a:gd name="T2" fmla="*/ 55 w 62"/>
                <a:gd name="T3" fmla="*/ 14 h 29"/>
                <a:gd name="T4" fmla="*/ 25 w 62"/>
                <a:gd name="T5" fmla="*/ 28 h 29"/>
                <a:gd name="T6" fmla="*/ 6 w 62"/>
                <a:gd name="T7" fmla="*/ 15 h 29"/>
                <a:gd name="T8" fmla="*/ 37 w 62"/>
                <a:gd name="T9" fmla="*/ 1 h 29"/>
                <a:gd name="T10" fmla="*/ 38 w 62"/>
                <a:gd name="T11" fmla="*/ 0 h 29"/>
                <a:gd name="T12" fmla="*/ 4 w 62"/>
                <a:gd name="T13" fmla="*/ 15 h 29"/>
                <a:gd name="T14" fmla="*/ 24 w 62"/>
                <a:gd name="T15" fmla="*/ 29 h 29"/>
                <a:gd name="T16" fmla="*/ 58 w 62"/>
                <a:gd name="T17" fmla="*/ 14 h 29"/>
                <a:gd name="T18" fmla="*/ 38 w 62"/>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29">
                  <a:moveTo>
                    <a:pt x="37" y="1"/>
                  </a:moveTo>
                  <a:cubicBezTo>
                    <a:pt x="51" y="1"/>
                    <a:pt x="59" y="7"/>
                    <a:pt x="55" y="14"/>
                  </a:cubicBezTo>
                  <a:cubicBezTo>
                    <a:pt x="52" y="22"/>
                    <a:pt x="39" y="27"/>
                    <a:pt x="25" y="28"/>
                  </a:cubicBezTo>
                  <a:cubicBezTo>
                    <a:pt x="11" y="28"/>
                    <a:pt x="3" y="22"/>
                    <a:pt x="6" y="15"/>
                  </a:cubicBezTo>
                  <a:cubicBezTo>
                    <a:pt x="10" y="7"/>
                    <a:pt x="24" y="1"/>
                    <a:pt x="37" y="1"/>
                  </a:cubicBezTo>
                  <a:moveTo>
                    <a:pt x="38" y="0"/>
                  </a:moveTo>
                  <a:cubicBezTo>
                    <a:pt x="23" y="0"/>
                    <a:pt x="7" y="7"/>
                    <a:pt x="4" y="15"/>
                  </a:cubicBezTo>
                  <a:cubicBezTo>
                    <a:pt x="0" y="23"/>
                    <a:pt x="9" y="29"/>
                    <a:pt x="24" y="29"/>
                  </a:cubicBezTo>
                  <a:cubicBezTo>
                    <a:pt x="39" y="29"/>
                    <a:pt x="54" y="22"/>
                    <a:pt x="58" y="14"/>
                  </a:cubicBezTo>
                  <a:cubicBezTo>
                    <a:pt x="62" y="7"/>
                    <a:pt x="53" y="0"/>
                    <a:pt x="3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7" name="Freeform 11"/>
            <p:cNvSpPr>
              <a:spLocks/>
            </p:cNvSpPr>
            <p:nvPr/>
          </p:nvSpPr>
          <p:spPr bwMode="auto">
            <a:xfrm>
              <a:off x="390525" y="5072062"/>
              <a:ext cx="285750" cy="112712"/>
            </a:xfrm>
            <a:custGeom>
              <a:avLst/>
              <a:gdLst>
                <a:gd name="T0" fmla="*/ 42 w 102"/>
                <a:gd name="T1" fmla="*/ 40 h 40"/>
                <a:gd name="T2" fmla="*/ 6 w 102"/>
                <a:gd name="T3" fmla="*/ 20 h 40"/>
                <a:gd name="T4" fmla="*/ 61 w 102"/>
                <a:gd name="T5" fmla="*/ 0 h 40"/>
                <a:gd name="T6" fmla="*/ 97 w 102"/>
                <a:gd name="T7" fmla="*/ 20 h 40"/>
                <a:gd name="T8" fmla="*/ 42 w 102"/>
                <a:gd name="T9" fmla="*/ 40 h 40"/>
              </a:gdLst>
              <a:ahLst/>
              <a:cxnLst>
                <a:cxn ang="0">
                  <a:pos x="T0" y="T1"/>
                </a:cxn>
                <a:cxn ang="0">
                  <a:pos x="T2" y="T3"/>
                </a:cxn>
                <a:cxn ang="0">
                  <a:pos x="T4" y="T5"/>
                </a:cxn>
                <a:cxn ang="0">
                  <a:pos x="T6" y="T7"/>
                </a:cxn>
                <a:cxn ang="0">
                  <a:pos x="T8" y="T9"/>
                </a:cxn>
              </a:cxnLst>
              <a:rect l="0" t="0" r="r" b="b"/>
              <a:pathLst>
                <a:path w="102" h="40">
                  <a:moveTo>
                    <a:pt x="42" y="40"/>
                  </a:moveTo>
                  <a:cubicBezTo>
                    <a:pt x="17" y="40"/>
                    <a:pt x="0" y="31"/>
                    <a:pt x="6" y="20"/>
                  </a:cubicBezTo>
                  <a:cubicBezTo>
                    <a:pt x="11" y="9"/>
                    <a:pt x="36" y="0"/>
                    <a:pt x="61" y="0"/>
                  </a:cubicBezTo>
                  <a:cubicBezTo>
                    <a:pt x="87" y="0"/>
                    <a:pt x="102" y="9"/>
                    <a:pt x="97" y="20"/>
                  </a:cubicBezTo>
                  <a:cubicBezTo>
                    <a:pt x="92" y="31"/>
                    <a:pt x="67" y="40"/>
                    <a:pt x="42" y="40"/>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8" name="Freeform 12"/>
            <p:cNvSpPr>
              <a:spLocks noEditPoints="1"/>
            </p:cNvSpPr>
            <p:nvPr/>
          </p:nvSpPr>
          <p:spPr bwMode="auto">
            <a:xfrm>
              <a:off x="387350" y="5072062"/>
              <a:ext cx="293688" cy="115887"/>
            </a:xfrm>
            <a:custGeom>
              <a:avLst/>
              <a:gdLst>
                <a:gd name="T0" fmla="*/ 62 w 105"/>
                <a:gd name="T1" fmla="*/ 1 h 41"/>
                <a:gd name="T2" fmla="*/ 97 w 105"/>
                <a:gd name="T3" fmla="*/ 20 h 41"/>
                <a:gd name="T4" fmla="*/ 43 w 105"/>
                <a:gd name="T5" fmla="*/ 39 h 41"/>
                <a:gd name="T6" fmla="*/ 8 w 105"/>
                <a:gd name="T7" fmla="*/ 20 h 41"/>
                <a:gd name="T8" fmla="*/ 62 w 105"/>
                <a:gd name="T9" fmla="*/ 1 h 41"/>
                <a:gd name="T10" fmla="*/ 63 w 105"/>
                <a:gd name="T11" fmla="*/ 0 h 41"/>
                <a:gd name="T12" fmla="*/ 5 w 105"/>
                <a:gd name="T13" fmla="*/ 20 h 41"/>
                <a:gd name="T14" fmla="*/ 43 w 105"/>
                <a:gd name="T15" fmla="*/ 40 h 41"/>
                <a:gd name="T16" fmla="*/ 100 w 105"/>
                <a:gd name="T17" fmla="*/ 20 h 41"/>
                <a:gd name="T18" fmla="*/ 63 w 105"/>
                <a:gd name="T1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5" h="41">
                  <a:moveTo>
                    <a:pt x="62" y="1"/>
                  </a:moveTo>
                  <a:cubicBezTo>
                    <a:pt x="87" y="1"/>
                    <a:pt x="102" y="9"/>
                    <a:pt x="97" y="20"/>
                  </a:cubicBezTo>
                  <a:cubicBezTo>
                    <a:pt x="92" y="31"/>
                    <a:pt x="68" y="39"/>
                    <a:pt x="43" y="39"/>
                  </a:cubicBezTo>
                  <a:cubicBezTo>
                    <a:pt x="19" y="39"/>
                    <a:pt x="3" y="31"/>
                    <a:pt x="8" y="20"/>
                  </a:cubicBezTo>
                  <a:cubicBezTo>
                    <a:pt x="13" y="10"/>
                    <a:pt x="38" y="1"/>
                    <a:pt x="62" y="1"/>
                  </a:cubicBezTo>
                  <a:moveTo>
                    <a:pt x="63" y="0"/>
                  </a:moveTo>
                  <a:cubicBezTo>
                    <a:pt x="37" y="0"/>
                    <a:pt x="11" y="9"/>
                    <a:pt x="5" y="20"/>
                  </a:cubicBezTo>
                  <a:cubicBezTo>
                    <a:pt x="0" y="32"/>
                    <a:pt x="17" y="41"/>
                    <a:pt x="43" y="40"/>
                  </a:cubicBezTo>
                  <a:cubicBezTo>
                    <a:pt x="69" y="40"/>
                    <a:pt x="94" y="31"/>
                    <a:pt x="100" y="20"/>
                  </a:cubicBezTo>
                  <a:cubicBezTo>
                    <a:pt x="105" y="9"/>
                    <a:pt x="89" y="0"/>
                    <a:pt x="6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9" name="Freeform 13"/>
            <p:cNvSpPr>
              <a:spLocks/>
            </p:cNvSpPr>
            <p:nvPr/>
          </p:nvSpPr>
          <p:spPr bwMode="auto">
            <a:xfrm>
              <a:off x="800100" y="4887912"/>
              <a:ext cx="165100" cy="71437"/>
            </a:xfrm>
            <a:custGeom>
              <a:avLst/>
              <a:gdLst>
                <a:gd name="T0" fmla="*/ 24 w 59"/>
                <a:gd name="T1" fmla="*/ 26 h 26"/>
                <a:gd name="T2" fmla="*/ 3 w 59"/>
                <a:gd name="T3" fmla="*/ 13 h 26"/>
                <a:gd name="T4" fmla="*/ 36 w 59"/>
                <a:gd name="T5" fmla="*/ 0 h 26"/>
                <a:gd name="T6" fmla="*/ 56 w 59"/>
                <a:gd name="T7" fmla="*/ 13 h 26"/>
                <a:gd name="T8" fmla="*/ 24 w 59"/>
                <a:gd name="T9" fmla="*/ 26 h 26"/>
              </a:gdLst>
              <a:ahLst/>
              <a:cxnLst>
                <a:cxn ang="0">
                  <a:pos x="T0" y="T1"/>
                </a:cxn>
                <a:cxn ang="0">
                  <a:pos x="T2" y="T3"/>
                </a:cxn>
                <a:cxn ang="0">
                  <a:pos x="T4" y="T5"/>
                </a:cxn>
                <a:cxn ang="0">
                  <a:pos x="T6" y="T7"/>
                </a:cxn>
                <a:cxn ang="0">
                  <a:pos x="T8" y="T9"/>
                </a:cxn>
              </a:cxnLst>
              <a:rect l="0" t="0" r="r" b="b"/>
              <a:pathLst>
                <a:path w="59" h="26">
                  <a:moveTo>
                    <a:pt x="24" y="26"/>
                  </a:moveTo>
                  <a:cubicBezTo>
                    <a:pt x="9" y="26"/>
                    <a:pt x="0" y="20"/>
                    <a:pt x="3" y="13"/>
                  </a:cubicBezTo>
                  <a:cubicBezTo>
                    <a:pt x="6" y="6"/>
                    <a:pt x="21" y="0"/>
                    <a:pt x="36" y="0"/>
                  </a:cubicBezTo>
                  <a:cubicBezTo>
                    <a:pt x="50" y="0"/>
                    <a:pt x="59" y="6"/>
                    <a:pt x="56" y="13"/>
                  </a:cubicBezTo>
                  <a:cubicBezTo>
                    <a:pt x="53" y="20"/>
                    <a:pt x="38" y="26"/>
                    <a:pt x="24" y="26"/>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0" name="Freeform 14"/>
            <p:cNvSpPr>
              <a:spLocks noEditPoints="1"/>
            </p:cNvSpPr>
            <p:nvPr/>
          </p:nvSpPr>
          <p:spPr bwMode="auto">
            <a:xfrm>
              <a:off x="793750" y="4887912"/>
              <a:ext cx="176213" cy="71437"/>
            </a:xfrm>
            <a:custGeom>
              <a:avLst/>
              <a:gdLst>
                <a:gd name="T0" fmla="*/ 37 w 63"/>
                <a:gd name="T1" fmla="*/ 1 h 26"/>
                <a:gd name="T2" fmla="*/ 57 w 63"/>
                <a:gd name="T3" fmla="*/ 13 h 26"/>
                <a:gd name="T4" fmla="*/ 26 w 63"/>
                <a:gd name="T5" fmla="*/ 25 h 26"/>
                <a:gd name="T6" fmla="*/ 6 w 63"/>
                <a:gd name="T7" fmla="*/ 13 h 26"/>
                <a:gd name="T8" fmla="*/ 37 w 63"/>
                <a:gd name="T9" fmla="*/ 1 h 26"/>
                <a:gd name="T10" fmla="*/ 38 w 63"/>
                <a:gd name="T11" fmla="*/ 0 h 26"/>
                <a:gd name="T12" fmla="*/ 4 w 63"/>
                <a:gd name="T13" fmla="*/ 13 h 26"/>
                <a:gd name="T14" fmla="*/ 25 w 63"/>
                <a:gd name="T15" fmla="*/ 26 h 26"/>
                <a:gd name="T16" fmla="*/ 59 w 63"/>
                <a:gd name="T17" fmla="*/ 13 h 26"/>
                <a:gd name="T18" fmla="*/ 38 w 63"/>
                <a:gd name="T19"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3" h="26">
                  <a:moveTo>
                    <a:pt x="37" y="1"/>
                  </a:moveTo>
                  <a:cubicBezTo>
                    <a:pt x="51" y="1"/>
                    <a:pt x="60" y="6"/>
                    <a:pt x="57" y="13"/>
                  </a:cubicBezTo>
                  <a:cubicBezTo>
                    <a:pt x="53" y="20"/>
                    <a:pt x="40" y="25"/>
                    <a:pt x="26" y="25"/>
                  </a:cubicBezTo>
                  <a:cubicBezTo>
                    <a:pt x="12" y="25"/>
                    <a:pt x="3" y="20"/>
                    <a:pt x="6" y="13"/>
                  </a:cubicBezTo>
                  <a:cubicBezTo>
                    <a:pt x="9" y="6"/>
                    <a:pt x="23" y="1"/>
                    <a:pt x="37" y="1"/>
                  </a:cubicBezTo>
                  <a:moveTo>
                    <a:pt x="38" y="0"/>
                  </a:moveTo>
                  <a:cubicBezTo>
                    <a:pt x="22" y="0"/>
                    <a:pt x="7" y="6"/>
                    <a:pt x="4" y="13"/>
                  </a:cubicBezTo>
                  <a:cubicBezTo>
                    <a:pt x="0" y="20"/>
                    <a:pt x="10" y="26"/>
                    <a:pt x="25" y="26"/>
                  </a:cubicBezTo>
                  <a:cubicBezTo>
                    <a:pt x="41" y="26"/>
                    <a:pt x="56" y="20"/>
                    <a:pt x="59" y="13"/>
                  </a:cubicBezTo>
                  <a:cubicBezTo>
                    <a:pt x="63" y="6"/>
                    <a:pt x="53" y="0"/>
                    <a:pt x="3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1" name="Freeform 15"/>
            <p:cNvSpPr>
              <a:spLocks/>
            </p:cNvSpPr>
            <p:nvPr/>
          </p:nvSpPr>
          <p:spPr bwMode="auto">
            <a:xfrm>
              <a:off x="1579563" y="4764087"/>
              <a:ext cx="150813" cy="76200"/>
            </a:xfrm>
            <a:custGeom>
              <a:avLst/>
              <a:gdLst>
                <a:gd name="T0" fmla="*/ 22 w 54"/>
                <a:gd name="T1" fmla="*/ 26 h 27"/>
                <a:gd name="T2" fmla="*/ 4 w 54"/>
                <a:gd name="T3" fmla="*/ 13 h 27"/>
                <a:gd name="T4" fmla="*/ 33 w 54"/>
                <a:gd name="T5" fmla="*/ 0 h 27"/>
                <a:gd name="T6" fmla="*/ 51 w 54"/>
                <a:gd name="T7" fmla="*/ 13 h 27"/>
                <a:gd name="T8" fmla="*/ 22 w 54"/>
                <a:gd name="T9" fmla="*/ 26 h 27"/>
              </a:gdLst>
              <a:ahLst/>
              <a:cxnLst>
                <a:cxn ang="0">
                  <a:pos x="T0" y="T1"/>
                </a:cxn>
                <a:cxn ang="0">
                  <a:pos x="T2" y="T3"/>
                </a:cxn>
                <a:cxn ang="0">
                  <a:pos x="T4" y="T5"/>
                </a:cxn>
                <a:cxn ang="0">
                  <a:pos x="T6" y="T7"/>
                </a:cxn>
                <a:cxn ang="0">
                  <a:pos x="T8" y="T9"/>
                </a:cxn>
              </a:cxnLst>
              <a:rect l="0" t="0" r="r" b="b"/>
              <a:pathLst>
                <a:path w="54" h="27">
                  <a:moveTo>
                    <a:pt x="22" y="26"/>
                  </a:moveTo>
                  <a:cubicBezTo>
                    <a:pt x="9" y="27"/>
                    <a:pt x="0" y="21"/>
                    <a:pt x="4" y="13"/>
                  </a:cubicBezTo>
                  <a:cubicBezTo>
                    <a:pt x="7" y="6"/>
                    <a:pt x="20" y="0"/>
                    <a:pt x="33" y="0"/>
                  </a:cubicBezTo>
                  <a:cubicBezTo>
                    <a:pt x="46" y="0"/>
                    <a:pt x="54" y="6"/>
                    <a:pt x="51" y="13"/>
                  </a:cubicBezTo>
                  <a:cubicBezTo>
                    <a:pt x="48" y="21"/>
                    <a:pt x="35" y="26"/>
                    <a:pt x="22" y="26"/>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2" name="Freeform 16"/>
            <p:cNvSpPr>
              <a:spLocks noEditPoints="1"/>
            </p:cNvSpPr>
            <p:nvPr/>
          </p:nvSpPr>
          <p:spPr bwMode="auto">
            <a:xfrm>
              <a:off x="1576388" y="4760912"/>
              <a:ext cx="158750" cy="79375"/>
            </a:xfrm>
            <a:custGeom>
              <a:avLst/>
              <a:gdLst>
                <a:gd name="T0" fmla="*/ 34 w 57"/>
                <a:gd name="T1" fmla="*/ 2 h 28"/>
                <a:gd name="T2" fmla="*/ 51 w 57"/>
                <a:gd name="T3" fmla="*/ 14 h 28"/>
                <a:gd name="T4" fmla="*/ 23 w 57"/>
                <a:gd name="T5" fmla="*/ 27 h 28"/>
                <a:gd name="T6" fmla="*/ 6 w 57"/>
                <a:gd name="T7" fmla="*/ 14 h 28"/>
                <a:gd name="T8" fmla="*/ 34 w 57"/>
                <a:gd name="T9" fmla="*/ 2 h 28"/>
                <a:gd name="T10" fmla="*/ 34 w 57"/>
                <a:gd name="T11" fmla="*/ 0 h 28"/>
                <a:gd name="T12" fmla="*/ 3 w 57"/>
                <a:gd name="T13" fmla="*/ 14 h 28"/>
                <a:gd name="T14" fmla="*/ 23 w 57"/>
                <a:gd name="T15" fmla="*/ 28 h 28"/>
                <a:gd name="T16" fmla="*/ 54 w 57"/>
                <a:gd name="T17" fmla="*/ 14 h 28"/>
                <a:gd name="T18" fmla="*/ 34 w 57"/>
                <a:gd name="T1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 h="28">
                  <a:moveTo>
                    <a:pt x="34" y="2"/>
                  </a:moveTo>
                  <a:cubicBezTo>
                    <a:pt x="46" y="2"/>
                    <a:pt x="54" y="7"/>
                    <a:pt x="51" y="14"/>
                  </a:cubicBezTo>
                  <a:cubicBezTo>
                    <a:pt x="48" y="21"/>
                    <a:pt x="36" y="27"/>
                    <a:pt x="23" y="27"/>
                  </a:cubicBezTo>
                  <a:cubicBezTo>
                    <a:pt x="11" y="27"/>
                    <a:pt x="3" y="21"/>
                    <a:pt x="6" y="14"/>
                  </a:cubicBezTo>
                  <a:cubicBezTo>
                    <a:pt x="9" y="7"/>
                    <a:pt x="21" y="2"/>
                    <a:pt x="34" y="2"/>
                  </a:cubicBezTo>
                  <a:moveTo>
                    <a:pt x="34" y="0"/>
                  </a:moveTo>
                  <a:cubicBezTo>
                    <a:pt x="21" y="0"/>
                    <a:pt x="7" y="7"/>
                    <a:pt x="3" y="14"/>
                  </a:cubicBezTo>
                  <a:cubicBezTo>
                    <a:pt x="0" y="22"/>
                    <a:pt x="9" y="28"/>
                    <a:pt x="23" y="28"/>
                  </a:cubicBezTo>
                  <a:cubicBezTo>
                    <a:pt x="37" y="28"/>
                    <a:pt x="51" y="22"/>
                    <a:pt x="54" y="14"/>
                  </a:cubicBezTo>
                  <a:cubicBezTo>
                    <a:pt x="57" y="7"/>
                    <a:pt x="48" y="0"/>
                    <a:pt x="3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3" name="Freeform 17"/>
            <p:cNvSpPr>
              <a:spLocks/>
            </p:cNvSpPr>
            <p:nvPr/>
          </p:nvSpPr>
          <p:spPr bwMode="auto">
            <a:xfrm>
              <a:off x="2740025" y="4662487"/>
              <a:ext cx="111125" cy="69850"/>
            </a:xfrm>
            <a:custGeom>
              <a:avLst/>
              <a:gdLst>
                <a:gd name="T0" fmla="*/ 17 w 40"/>
                <a:gd name="T1" fmla="*/ 25 h 25"/>
                <a:gd name="T2" fmla="*/ 1 w 40"/>
                <a:gd name="T3" fmla="*/ 12 h 25"/>
                <a:gd name="T4" fmla="*/ 23 w 40"/>
                <a:gd name="T5" fmla="*/ 0 h 25"/>
                <a:gd name="T6" fmla="*/ 39 w 40"/>
                <a:gd name="T7" fmla="*/ 12 h 25"/>
                <a:gd name="T8" fmla="*/ 17 w 40"/>
                <a:gd name="T9" fmla="*/ 25 h 25"/>
              </a:gdLst>
              <a:ahLst/>
              <a:cxnLst>
                <a:cxn ang="0">
                  <a:pos x="T0" y="T1"/>
                </a:cxn>
                <a:cxn ang="0">
                  <a:pos x="T2" y="T3"/>
                </a:cxn>
                <a:cxn ang="0">
                  <a:pos x="T4" y="T5"/>
                </a:cxn>
                <a:cxn ang="0">
                  <a:pos x="T6" y="T7"/>
                </a:cxn>
                <a:cxn ang="0">
                  <a:pos x="T8" y="T9"/>
                </a:cxn>
              </a:cxnLst>
              <a:rect l="0" t="0" r="r" b="b"/>
              <a:pathLst>
                <a:path w="40" h="25">
                  <a:moveTo>
                    <a:pt x="17" y="25"/>
                  </a:moveTo>
                  <a:cubicBezTo>
                    <a:pt x="7" y="25"/>
                    <a:pt x="0" y="19"/>
                    <a:pt x="1" y="12"/>
                  </a:cubicBezTo>
                  <a:cubicBezTo>
                    <a:pt x="3" y="6"/>
                    <a:pt x="13" y="0"/>
                    <a:pt x="23" y="0"/>
                  </a:cubicBezTo>
                  <a:cubicBezTo>
                    <a:pt x="33" y="0"/>
                    <a:pt x="40" y="6"/>
                    <a:pt x="39" y="12"/>
                  </a:cubicBezTo>
                  <a:cubicBezTo>
                    <a:pt x="37" y="19"/>
                    <a:pt x="27" y="24"/>
                    <a:pt x="17" y="25"/>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4" name="Freeform 18"/>
            <p:cNvSpPr>
              <a:spLocks noEditPoints="1"/>
            </p:cNvSpPr>
            <p:nvPr/>
          </p:nvSpPr>
          <p:spPr bwMode="auto">
            <a:xfrm>
              <a:off x="2733675" y="4659312"/>
              <a:ext cx="120650" cy="73025"/>
            </a:xfrm>
            <a:custGeom>
              <a:avLst/>
              <a:gdLst>
                <a:gd name="T0" fmla="*/ 25 w 43"/>
                <a:gd name="T1" fmla="*/ 2 h 26"/>
                <a:gd name="T2" fmla="*/ 40 w 43"/>
                <a:gd name="T3" fmla="*/ 13 h 26"/>
                <a:gd name="T4" fmla="*/ 19 w 43"/>
                <a:gd name="T5" fmla="*/ 25 h 26"/>
                <a:gd name="T6" fmla="*/ 4 w 43"/>
                <a:gd name="T7" fmla="*/ 13 h 26"/>
                <a:gd name="T8" fmla="*/ 25 w 43"/>
                <a:gd name="T9" fmla="*/ 2 h 26"/>
                <a:gd name="T10" fmla="*/ 25 w 43"/>
                <a:gd name="T11" fmla="*/ 0 h 26"/>
                <a:gd name="T12" fmla="*/ 2 w 43"/>
                <a:gd name="T13" fmla="*/ 13 h 26"/>
                <a:gd name="T14" fmla="*/ 19 w 43"/>
                <a:gd name="T15" fmla="*/ 26 h 26"/>
                <a:gd name="T16" fmla="*/ 42 w 43"/>
                <a:gd name="T17" fmla="*/ 13 h 26"/>
                <a:gd name="T18" fmla="*/ 25 w 43"/>
                <a:gd name="T19"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26">
                  <a:moveTo>
                    <a:pt x="25" y="2"/>
                  </a:moveTo>
                  <a:cubicBezTo>
                    <a:pt x="34" y="2"/>
                    <a:pt x="41" y="7"/>
                    <a:pt x="40" y="13"/>
                  </a:cubicBezTo>
                  <a:cubicBezTo>
                    <a:pt x="38" y="20"/>
                    <a:pt x="29" y="25"/>
                    <a:pt x="19" y="25"/>
                  </a:cubicBezTo>
                  <a:cubicBezTo>
                    <a:pt x="9" y="25"/>
                    <a:pt x="3" y="20"/>
                    <a:pt x="4" y="13"/>
                  </a:cubicBezTo>
                  <a:cubicBezTo>
                    <a:pt x="6" y="7"/>
                    <a:pt x="15" y="2"/>
                    <a:pt x="25" y="2"/>
                  </a:cubicBezTo>
                  <a:moveTo>
                    <a:pt x="25" y="0"/>
                  </a:moveTo>
                  <a:cubicBezTo>
                    <a:pt x="14" y="0"/>
                    <a:pt x="4" y="6"/>
                    <a:pt x="2" y="13"/>
                  </a:cubicBezTo>
                  <a:cubicBezTo>
                    <a:pt x="0" y="21"/>
                    <a:pt x="8" y="26"/>
                    <a:pt x="19" y="26"/>
                  </a:cubicBezTo>
                  <a:cubicBezTo>
                    <a:pt x="30" y="26"/>
                    <a:pt x="40" y="20"/>
                    <a:pt x="42" y="13"/>
                  </a:cubicBezTo>
                  <a:cubicBezTo>
                    <a:pt x="43" y="6"/>
                    <a:pt x="36" y="0"/>
                    <a:pt x="2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5" name="Freeform 19"/>
            <p:cNvSpPr>
              <a:spLocks/>
            </p:cNvSpPr>
            <p:nvPr/>
          </p:nvSpPr>
          <p:spPr bwMode="auto">
            <a:xfrm>
              <a:off x="1579563" y="4659312"/>
              <a:ext cx="187325" cy="96837"/>
            </a:xfrm>
            <a:custGeom>
              <a:avLst/>
              <a:gdLst>
                <a:gd name="T0" fmla="*/ 27 w 67"/>
                <a:gd name="T1" fmla="*/ 34 h 34"/>
                <a:gd name="T2" fmla="*/ 4 w 67"/>
                <a:gd name="T3" fmla="*/ 17 h 34"/>
                <a:gd name="T4" fmla="*/ 41 w 67"/>
                <a:gd name="T5" fmla="*/ 0 h 34"/>
                <a:gd name="T6" fmla="*/ 63 w 67"/>
                <a:gd name="T7" fmla="*/ 17 h 34"/>
                <a:gd name="T8" fmla="*/ 27 w 67"/>
                <a:gd name="T9" fmla="*/ 34 h 34"/>
              </a:gdLst>
              <a:ahLst/>
              <a:cxnLst>
                <a:cxn ang="0">
                  <a:pos x="T0" y="T1"/>
                </a:cxn>
                <a:cxn ang="0">
                  <a:pos x="T2" y="T3"/>
                </a:cxn>
                <a:cxn ang="0">
                  <a:pos x="T4" y="T5"/>
                </a:cxn>
                <a:cxn ang="0">
                  <a:pos x="T6" y="T7"/>
                </a:cxn>
                <a:cxn ang="0">
                  <a:pos x="T8" y="T9"/>
                </a:cxn>
              </a:cxnLst>
              <a:rect l="0" t="0" r="r" b="b"/>
              <a:pathLst>
                <a:path w="67" h="34">
                  <a:moveTo>
                    <a:pt x="27" y="34"/>
                  </a:moveTo>
                  <a:cubicBezTo>
                    <a:pt x="10" y="34"/>
                    <a:pt x="0" y="27"/>
                    <a:pt x="4" y="17"/>
                  </a:cubicBezTo>
                  <a:cubicBezTo>
                    <a:pt x="8" y="8"/>
                    <a:pt x="25" y="0"/>
                    <a:pt x="41" y="0"/>
                  </a:cubicBezTo>
                  <a:cubicBezTo>
                    <a:pt x="57" y="0"/>
                    <a:pt x="67" y="8"/>
                    <a:pt x="63" y="17"/>
                  </a:cubicBezTo>
                  <a:cubicBezTo>
                    <a:pt x="59" y="26"/>
                    <a:pt x="43" y="34"/>
                    <a:pt x="27" y="34"/>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6" name="Freeform 20"/>
            <p:cNvSpPr>
              <a:spLocks noEditPoints="1"/>
            </p:cNvSpPr>
            <p:nvPr/>
          </p:nvSpPr>
          <p:spPr bwMode="auto">
            <a:xfrm>
              <a:off x="1576388" y="4657725"/>
              <a:ext cx="193675" cy="100012"/>
            </a:xfrm>
            <a:custGeom>
              <a:avLst/>
              <a:gdLst>
                <a:gd name="T0" fmla="*/ 42 w 69"/>
                <a:gd name="T1" fmla="*/ 1 h 36"/>
                <a:gd name="T2" fmla="*/ 63 w 69"/>
                <a:gd name="T3" fmla="*/ 18 h 36"/>
                <a:gd name="T4" fmla="*/ 28 w 69"/>
                <a:gd name="T5" fmla="*/ 34 h 36"/>
                <a:gd name="T6" fmla="*/ 6 w 69"/>
                <a:gd name="T7" fmla="*/ 18 h 36"/>
                <a:gd name="T8" fmla="*/ 42 w 69"/>
                <a:gd name="T9" fmla="*/ 1 h 36"/>
                <a:gd name="T10" fmla="*/ 42 w 69"/>
                <a:gd name="T11" fmla="*/ 0 h 36"/>
                <a:gd name="T12" fmla="*/ 4 w 69"/>
                <a:gd name="T13" fmla="*/ 18 h 36"/>
                <a:gd name="T14" fmla="*/ 28 w 69"/>
                <a:gd name="T15" fmla="*/ 36 h 36"/>
                <a:gd name="T16" fmla="*/ 65 w 69"/>
                <a:gd name="T17" fmla="*/ 18 h 36"/>
                <a:gd name="T18" fmla="*/ 42 w 69"/>
                <a:gd name="T1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36">
                  <a:moveTo>
                    <a:pt x="42" y="1"/>
                  </a:moveTo>
                  <a:cubicBezTo>
                    <a:pt x="57" y="1"/>
                    <a:pt x="67" y="9"/>
                    <a:pt x="63" y="18"/>
                  </a:cubicBezTo>
                  <a:cubicBezTo>
                    <a:pt x="59" y="27"/>
                    <a:pt x="44" y="34"/>
                    <a:pt x="28" y="34"/>
                  </a:cubicBezTo>
                  <a:cubicBezTo>
                    <a:pt x="12" y="34"/>
                    <a:pt x="3" y="27"/>
                    <a:pt x="6" y="18"/>
                  </a:cubicBezTo>
                  <a:cubicBezTo>
                    <a:pt x="10" y="9"/>
                    <a:pt x="26" y="1"/>
                    <a:pt x="42" y="1"/>
                  </a:cubicBezTo>
                  <a:moveTo>
                    <a:pt x="42" y="0"/>
                  </a:moveTo>
                  <a:cubicBezTo>
                    <a:pt x="25" y="0"/>
                    <a:pt x="8" y="8"/>
                    <a:pt x="4" y="18"/>
                  </a:cubicBezTo>
                  <a:cubicBezTo>
                    <a:pt x="0" y="28"/>
                    <a:pt x="11" y="36"/>
                    <a:pt x="28" y="36"/>
                  </a:cubicBezTo>
                  <a:cubicBezTo>
                    <a:pt x="45" y="36"/>
                    <a:pt x="61" y="28"/>
                    <a:pt x="65" y="18"/>
                  </a:cubicBezTo>
                  <a:cubicBezTo>
                    <a:pt x="69" y="8"/>
                    <a:pt x="59" y="0"/>
                    <a:pt x="4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7" name="Freeform 21"/>
            <p:cNvSpPr>
              <a:spLocks/>
            </p:cNvSpPr>
            <p:nvPr/>
          </p:nvSpPr>
          <p:spPr bwMode="auto">
            <a:xfrm>
              <a:off x="866775" y="4892675"/>
              <a:ext cx="519113" cy="223837"/>
            </a:xfrm>
            <a:custGeom>
              <a:avLst/>
              <a:gdLst>
                <a:gd name="T0" fmla="*/ 76 w 185"/>
                <a:gd name="T1" fmla="*/ 79 h 80"/>
                <a:gd name="T2" fmla="*/ 10 w 185"/>
                <a:gd name="T3" fmla="*/ 41 h 80"/>
                <a:gd name="T4" fmla="*/ 112 w 185"/>
                <a:gd name="T5" fmla="*/ 0 h 80"/>
                <a:gd name="T6" fmla="*/ 176 w 185"/>
                <a:gd name="T7" fmla="*/ 40 h 80"/>
                <a:gd name="T8" fmla="*/ 76 w 185"/>
                <a:gd name="T9" fmla="*/ 79 h 80"/>
              </a:gdLst>
              <a:ahLst/>
              <a:cxnLst>
                <a:cxn ang="0">
                  <a:pos x="T0" y="T1"/>
                </a:cxn>
                <a:cxn ang="0">
                  <a:pos x="T2" y="T3"/>
                </a:cxn>
                <a:cxn ang="0">
                  <a:pos x="T4" y="T5"/>
                </a:cxn>
                <a:cxn ang="0">
                  <a:pos x="T6" y="T7"/>
                </a:cxn>
                <a:cxn ang="0">
                  <a:pos x="T8" y="T9"/>
                </a:cxn>
              </a:cxnLst>
              <a:rect l="0" t="0" r="r" b="b"/>
              <a:pathLst>
                <a:path w="185" h="80">
                  <a:moveTo>
                    <a:pt x="76" y="79"/>
                  </a:moveTo>
                  <a:cubicBezTo>
                    <a:pt x="30" y="80"/>
                    <a:pt x="0" y="63"/>
                    <a:pt x="10" y="41"/>
                  </a:cubicBezTo>
                  <a:cubicBezTo>
                    <a:pt x="20" y="19"/>
                    <a:pt x="67" y="0"/>
                    <a:pt x="112" y="0"/>
                  </a:cubicBezTo>
                  <a:cubicBezTo>
                    <a:pt x="158" y="0"/>
                    <a:pt x="185" y="18"/>
                    <a:pt x="176" y="40"/>
                  </a:cubicBezTo>
                  <a:cubicBezTo>
                    <a:pt x="166" y="62"/>
                    <a:pt x="122" y="79"/>
                    <a:pt x="76" y="79"/>
                  </a:cubicBezTo>
                  <a:close/>
                </a:path>
              </a:pathLst>
            </a:custGeom>
            <a:solidFill>
              <a:srgbClr val="FF540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8" name="Freeform 22"/>
            <p:cNvSpPr>
              <a:spLocks noEditPoints="1"/>
            </p:cNvSpPr>
            <p:nvPr/>
          </p:nvSpPr>
          <p:spPr bwMode="auto">
            <a:xfrm>
              <a:off x="860425" y="4889500"/>
              <a:ext cx="530225" cy="227012"/>
            </a:xfrm>
            <a:custGeom>
              <a:avLst/>
              <a:gdLst>
                <a:gd name="T0" fmla="*/ 114 w 189"/>
                <a:gd name="T1" fmla="*/ 2 h 81"/>
                <a:gd name="T2" fmla="*/ 177 w 189"/>
                <a:gd name="T3" fmla="*/ 41 h 81"/>
                <a:gd name="T4" fmla="*/ 79 w 189"/>
                <a:gd name="T5" fmla="*/ 80 h 81"/>
                <a:gd name="T6" fmla="*/ 13 w 189"/>
                <a:gd name="T7" fmla="*/ 42 h 81"/>
                <a:gd name="T8" fmla="*/ 114 w 189"/>
                <a:gd name="T9" fmla="*/ 2 h 81"/>
                <a:gd name="T10" fmla="*/ 115 w 189"/>
                <a:gd name="T11" fmla="*/ 1 h 81"/>
                <a:gd name="T12" fmla="*/ 11 w 189"/>
                <a:gd name="T13" fmla="*/ 42 h 81"/>
                <a:gd name="T14" fmla="*/ 78 w 189"/>
                <a:gd name="T15" fmla="*/ 81 h 81"/>
                <a:gd name="T16" fmla="*/ 179 w 189"/>
                <a:gd name="T17" fmla="*/ 41 h 81"/>
                <a:gd name="T18" fmla="*/ 115 w 189"/>
                <a:gd name="T19" fmla="*/ 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9" h="81">
                  <a:moveTo>
                    <a:pt x="114" y="2"/>
                  </a:moveTo>
                  <a:cubicBezTo>
                    <a:pt x="159" y="2"/>
                    <a:pt x="186" y="20"/>
                    <a:pt x="177" y="41"/>
                  </a:cubicBezTo>
                  <a:cubicBezTo>
                    <a:pt x="167" y="63"/>
                    <a:pt x="124" y="80"/>
                    <a:pt x="79" y="80"/>
                  </a:cubicBezTo>
                  <a:cubicBezTo>
                    <a:pt x="33" y="80"/>
                    <a:pt x="3" y="63"/>
                    <a:pt x="13" y="42"/>
                  </a:cubicBezTo>
                  <a:cubicBezTo>
                    <a:pt x="24" y="20"/>
                    <a:pt x="70" y="2"/>
                    <a:pt x="114" y="2"/>
                  </a:cubicBezTo>
                  <a:moveTo>
                    <a:pt x="115" y="1"/>
                  </a:moveTo>
                  <a:cubicBezTo>
                    <a:pt x="69" y="1"/>
                    <a:pt x="21" y="20"/>
                    <a:pt x="11" y="42"/>
                  </a:cubicBezTo>
                  <a:cubicBezTo>
                    <a:pt x="0" y="64"/>
                    <a:pt x="31" y="81"/>
                    <a:pt x="78" y="81"/>
                  </a:cubicBezTo>
                  <a:cubicBezTo>
                    <a:pt x="125" y="81"/>
                    <a:pt x="169" y="63"/>
                    <a:pt x="179" y="41"/>
                  </a:cubicBezTo>
                  <a:cubicBezTo>
                    <a:pt x="189" y="19"/>
                    <a:pt x="161" y="0"/>
                    <a:pt x="115"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9" name="Freeform 23"/>
            <p:cNvSpPr>
              <a:spLocks/>
            </p:cNvSpPr>
            <p:nvPr/>
          </p:nvSpPr>
          <p:spPr bwMode="auto">
            <a:xfrm>
              <a:off x="2857500" y="4578350"/>
              <a:ext cx="231775" cy="149225"/>
            </a:xfrm>
            <a:custGeom>
              <a:avLst/>
              <a:gdLst>
                <a:gd name="T0" fmla="*/ 37 w 83"/>
                <a:gd name="T1" fmla="*/ 53 h 53"/>
                <a:gd name="T2" fmla="*/ 3 w 83"/>
                <a:gd name="T3" fmla="*/ 27 h 53"/>
                <a:gd name="T4" fmla="*/ 47 w 83"/>
                <a:gd name="T5" fmla="*/ 0 h 53"/>
                <a:gd name="T6" fmla="*/ 81 w 83"/>
                <a:gd name="T7" fmla="*/ 26 h 53"/>
                <a:gd name="T8" fmla="*/ 37 w 83"/>
                <a:gd name="T9" fmla="*/ 53 h 53"/>
              </a:gdLst>
              <a:ahLst/>
              <a:cxnLst>
                <a:cxn ang="0">
                  <a:pos x="T0" y="T1"/>
                </a:cxn>
                <a:cxn ang="0">
                  <a:pos x="T2" y="T3"/>
                </a:cxn>
                <a:cxn ang="0">
                  <a:pos x="T4" y="T5"/>
                </a:cxn>
                <a:cxn ang="0">
                  <a:pos x="T6" y="T7"/>
                </a:cxn>
                <a:cxn ang="0">
                  <a:pos x="T8" y="T9"/>
                </a:cxn>
              </a:cxnLst>
              <a:rect l="0" t="0" r="r" b="b"/>
              <a:pathLst>
                <a:path w="83" h="53">
                  <a:moveTo>
                    <a:pt x="37" y="53"/>
                  </a:moveTo>
                  <a:cubicBezTo>
                    <a:pt x="15" y="53"/>
                    <a:pt x="0" y="41"/>
                    <a:pt x="3" y="27"/>
                  </a:cubicBezTo>
                  <a:cubicBezTo>
                    <a:pt x="6" y="12"/>
                    <a:pt x="26" y="0"/>
                    <a:pt x="47" y="0"/>
                  </a:cubicBezTo>
                  <a:cubicBezTo>
                    <a:pt x="68" y="0"/>
                    <a:pt x="83" y="12"/>
                    <a:pt x="81" y="26"/>
                  </a:cubicBezTo>
                  <a:cubicBezTo>
                    <a:pt x="78" y="41"/>
                    <a:pt x="58" y="53"/>
                    <a:pt x="37" y="53"/>
                  </a:cubicBezTo>
                  <a:close/>
                </a:path>
              </a:pathLst>
            </a:custGeom>
            <a:solidFill>
              <a:srgbClr val="59C8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0" name="Freeform 24"/>
            <p:cNvSpPr>
              <a:spLocks noEditPoints="1"/>
            </p:cNvSpPr>
            <p:nvPr/>
          </p:nvSpPr>
          <p:spPr bwMode="auto">
            <a:xfrm>
              <a:off x="2854325" y="4575175"/>
              <a:ext cx="238125" cy="152400"/>
            </a:xfrm>
            <a:custGeom>
              <a:avLst/>
              <a:gdLst>
                <a:gd name="T0" fmla="*/ 48 w 85"/>
                <a:gd name="T1" fmla="*/ 1 h 54"/>
                <a:gd name="T2" fmla="*/ 81 w 85"/>
                <a:gd name="T3" fmla="*/ 27 h 54"/>
                <a:gd name="T4" fmla="*/ 38 w 85"/>
                <a:gd name="T5" fmla="*/ 53 h 54"/>
                <a:gd name="T6" fmla="*/ 5 w 85"/>
                <a:gd name="T7" fmla="*/ 28 h 54"/>
                <a:gd name="T8" fmla="*/ 48 w 85"/>
                <a:gd name="T9" fmla="*/ 1 h 54"/>
                <a:gd name="T10" fmla="*/ 49 w 85"/>
                <a:gd name="T11" fmla="*/ 0 h 54"/>
                <a:gd name="T12" fmla="*/ 3 w 85"/>
                <a:gd name="T13" fmla="*/ 28 h 54"/>
                <a:gd name="T14" fmla="*/ 37 w 85"/>
                <a:gd name="T15" fmla="*/ 54 h 54"/>
                <a:gd name="T16" fmla="*/ 83 w 85"/>
                <a:gd name="T17" fmla="*/ 27 h 54"/>
                <a:gd name="T18" fmla="*/ 49 w 85"/>
                <a:gd name="T19"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 h="54">
                  <a:moveTo>
                    <a:pt x="48" y="1"/>
                  </a:moveTo>
                  <a:cubicBezTo>
                    <a:pt x="69" y="1"/>
                    <a:pt x="83" y="13"/>
                    <a:pt x="81" y="27"/>
                  </a:cubicBezTo>
                  <a:cubicBezTo>
                    <a:pt x="78" y="42"/>
                    <a:pt x="59" y="53"/>
                    <a:pt x="38" y="53"/>
                  </a:cubicBezTo>
                  <a:cubicBezTo>
                    <a:pt x="17" y="53"/>
                    <a:pt x="2" y="42"/>
                    <a:pt x="5" y="28"/>
                  </a:cubicBezTo>
                  <a:cubicBezTo>
                    <a:pt x="8" y="13"/>
                    <a:pt x="28" y="1"/>
                    <a:pt x="48" y="1"/>
                  </a:cubicBezTo>
                  <a:moveTo>
                    <a:pt x="49" y="0"/>
                  </a:moveTo>
                  <a:cubicBezTo>
                    <a:pt x="27" y="0"/>
                    <a:pt x="6" y="13"/>
                    <a:pt x="3" y="28"/>
                  </a:cubicBezTo>
                  <a:cubicBezTo>
                    <a:pt x="0" y="43"/>
                    <a:pt x="15" y="54"/>
                    <a:pt x="37" y="54"/>
                  </a:cubicBezTo>
                  <a:cubicBezTo>
                    <a:pt x="60" y="54"/>
                    <a:pt x="80" y="43"/>
                    <a:pt x="83" y="27"/>
                  </a:cubicBezTo>
                  <a:cubicBezTo>
                    <a:pt x="85" y="12"/>
                    <a:pt x="70" y="0"/>
                    <a:pt x="4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1" name="Freeform 25"/>
            <p:cNvSpPr>
              <a:spLocks/>
            </p:cNvSpPr>
            <p:nvPr/>
          </p:nvSpPr>
          <p:spPr bwMode="auto">
            <a:xfrm>
              <a:off x="1404938" y="5597525"/>
              <a:ext cx="311150" cy="133350"/>
            </a:xfrm>
            <a:custGeom>
              <a:avLst/>
              <a:gdLst>
                <a:gd name="T0" fmla="*/ 47 w 111"/>
                <a:gd name="T1" fmla="*/ 48 h 48"/>
                <a:gd name="T2" fmla="*/ 5 w 111"/>
                <a:gd name="T3" fmla="*/ 23 h 48"/>
                <a:gd name="T4" fmla="*/ 65 w 111"/>
                <a:gd name="T5" fmla="*/ 0 h 48"/>
                <a:gd name="T6" fmla="*/ 106 w 111"/>
                <a:gd name="T7" fmla="*/ 23 h 48"/>
                <a:gd name="T8" fmla="*/ 47 w 111"/>
                <a:gd name="T9" fmla="*/ 48 h 48"/>
              </a:gdLst>
              <a:ahLst/>
              <a:cxnLst>
                <a:cxn ang="0">
                  <a:pos x="T0" y="T1"/>
                </a:cxn>
                <a:cxn ang="0">
                  <a:pos x="T2" y="T3"/>
                </a:cxn>
                <a:cxn ang="0">
                  <a:pos x="T4" y="T5"/>
                </a:cxn>
                <a:cxn ang="0">
                  <a:pos x="T6" y="T7"/>
                </a:cxn>
                <a:cxn ang="0">
                  <a:pos x="T8" y="T9"/>
                </a:cxn>
              </a:cxnLst>
              <a:rect l="0" t="0" r="r" b="b"/>
              <a:pathLst>
                <a:path w="111" h="48">
                  <a:moveTo>
                    <a:pt x="47" y="48"/>
                  </a:moveTo>
                  <a:cubicBezTo>
                    <a:pt x="19" y="48"/>
                    <a:pt x="0" y="37"/>
                    <a:pt x="5" y="23"/>
                  </a:cubicBezTo>
                  <a:cubicBezTo>
                    <a:pt x="11" y="10"/>
                    <a:pt x="37" y="0"/>
                    <a:pt x="65" y="0"/>
                  </a:cubicBezTo>
                  <a:cubicBezTo>
                    <a:pt x="92" y="0"/>
                    <a:pt x="111" y="10"/>
                    <a:pt x="106" y="23"/>
                  </a:cubicBezTo>
                  <a:cubicBezTo>
                    <a:pt x="101" y="36"/>
                    <a:pt x="75" y="47"/>
                    <a:pt x="47" y="48"/>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2" name="Freeform 26"/>
            <p:cNvSpPr>
              <a:spLocks noEditPoints="1"/>
            </p:cNvSpPr>
            <p:nvPr/>
          </p:nvSpPr>
          <p:spPr bwMode="auto">
            <a:xfrm>
              <a:off x="1401763" y="5594350"/>
              <a:ext cx="317500" cy="136525"/>
            </a:xfrm>
            <a:custGeom>
              <a:avLst/>
              <a:gdLst>
                <a:gd name="T0" fmla="*/ 66 w 113"/>
                <a:gd name="T1" fmla="*/ 1 h 49"/>
                <a:gd name="T2" fmla="*/ 106 w 113"/>
                <a:gd name="T3" fmla="*/ 24 h 49"/>
                <a:gd name="T4" fmla="*/ 48 w 113"/>
                <a:gd name="T5" fmla="*/ 48 h 49"/>
                <a:gd name="T6" fmla="*/ 8 w 113"/>
                <a:gd name="T7" fmla="*/ 24 h 49"/>
                <a:gd name="T8" fmla="*/ 66 w 113"/>
                <a:gd name="T9" fmla="*/ 1 h 49"/>
                <a:gd name="T10" fmla="*/ 66 w 113"/>
                <a:gd name="T11" fmla="*/ 0 h 49"/>
                <a:gd name="T12" fmla="*/ 5 w 113"/>
                <a:gd name="T13" fmla="*/ 24 h 49"/>
                <a:gd name="T14" fmla="*/ 47 w 113"/>
                <a:gd name="T15" fmla="*/ 49 h 49"/>
                <a:gd name="T16" fmla="*/ 108 w 113"/>
                <a:gd name="T17" fmla="*/ 24 h 49"/>
                <a:gd name="T18" fmla="*/ 66 w 113"/>
                <a:gd name="T19"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3" h="49">
                  <a:moveTo>
                    <a:pt x="66" y="1"/>
                  </a:moveTo>
                  <a:cubicBezTo>
                    <a:pt x="92" y="1"/>
                    <a:pt x="110" y="11"/>
                    <a:pt x="106" y="24"/>
                  </a:cubicBezTo>
                  <a:cubicBezTo>
                    <a:pt x="101" y="37"/>
                    <a:pt x="75" y="48"/>
                    <a:pt x="48" y="48"/>
                  </a:cubicBezTo>
                  <a:cubicBezTo>
                    <a:pt x="21" y="48"/>
                    <a:pt x="3" y="37"/>
                    <a:pt x="8" y="24"/>
                  </a:cubicBezTo>
                  <a:cubicBezTo>
                    <a:pt x="13" y="12"/>
                    <a:pt x="39" y="1"/>
                    <a:pt x="66" y="1"/>
                  </a:cubicBezTo>
                  <a:moveTo>
                    <a:pt x="66" y="0"/>
                  </a:moveTo>
                  <a:cubicBezTo>
                    <a:pt x="38" y="0"/>
                    <a:pt x="10" y="11"/>
                    <a:pt x="5" y="24"/>
                  </a:cubicBezTo>
                  <a:cubicBezTo>
                    <a:pt x="0" y="38"/>
                    <a:pt x="19" y="49"/>
                    <a:pt x="47" y="49"/>
                  </a:cubicBezTo>
                  <a:cubicBezTo>
                    <a:pt x="76" y="49"/>
                    <a:pt x="103" y="38"/>
                    <a:pt x="108" y="24"/>
                  </a:cubicBezTo>
                  <a:cubicBezTo>
                    <a:pt x="113" y="11"/>
                    <a:pt x="94" y="0"/>
                    <a:pt x="6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3" name="Freeform 27"/>
            <p:cNvSpPr>
              <a:spLocks/>
            </p:cNvSpPr>
            <p:nvPr/>
          </p:nvSpPr>
          <p:spPr bwMode="auto">
            <a:xfrm>
              <a:off x="4040188" y="6205537"/>
              <a:ext cx="303213" cy="176212"/>
            </a:xfrm>
            <a:custGeom>
              <a:avLst/>
              <a:gdLst>
                <a:gd name="T0" fmla="*/ 56 w 108"/>
                <a:gd name="T1" fmla="*/ 63 h 63"/>
                <a:gd name="T2" fmla="*/ 1 w 108"/>
                <a:gd name="T3" fmla="*/ 31 h 63"/>
                <a:gd name="T4" fmla="*/ 52 w 108"/>
                <a:gd name="T5" fmla="*/ 0 h 63"/>
                <a:gd name="T6" fmla="*/ 107 w 108"/>
                <a:gd name="T7" fmla="*/ 31 h 63"/>
                <a:gd name="T8" fmla="*/ 56 w 108"/>
                <a:gd name="T9" fmla="*/ 63 h 63"/>
              </a:gdLst>
              <a:ahLst/>
              <a:cxnLst>
                <a:cxn ang="0">
                  <a:pos x="T0" y="T1"/>
                </a:cxn>
                <a:cxn ang="0">
                  <a:pos x="T2" y="T3"/>
                </a:cxn>
                <a:cxn ang="0">
                  <a:pos x="T4" y="T5"/>
                </a:cxn>
                <a:cxn ang="0">
                  <a:pos x="T6" y="T7"/>
                </a:cxn>
                <a:cxn ang="0">
                  <a:pos x="T8" y="T9"/>
                </a:cxn>
              </a:cxnLst>
              <a:rect l="0" t="0" r="r" b="b"/>
              <a:pathLst>
                <a:path w="108" h="63">
                  <a:moveTo>
                    <a:pt x="56" y="63"/>
                  </a:moveTo>
                  <a:cubicBezTo>
                    <a:pt x="26" y="63"/>
                    <a:pt x="2" y="49"/>
                    <a:pt x="1" y="31"/>
                  </a:cubicBezTo>
                  <a:cubicBezTo>
                    <a:pt x="0" y="14"/>
                    <a:pt x="23" y="0"/>
                    <a:pt x="52" y="0"/>
                  </a:cubicBezTo>
                  <a:cubicBezTo>
                    <a:pt x="81" y="0"/>
                    <a:pt x="105" y="14"/>
                    <a:pt x="107" y="31"/>
                  </a:cubicBezTo>
                  <a:cubicBezTo>
                    <a:pt x="108" y="49"/>
                    <a:pt x="85" y="63"/>
                    <a:pt x="56" y="63"/>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4" name="Freeform 28"/>
            <p:cNvSpPr>
              <a:spLocks noEditPoints="1"/>
            </p:cNvSpPr>
            <p:nvPr/>
          </p:nvSpPr>
          <p:spPr bwMode="auto">
            <a:xfrm>
              <a:off x="4037013" y="6202362"/>
              <a:ext cx="311150" cy="182562"/>
            </a:xfrm>
            <a:custGeom>
              <a:avLst/>
              <a:gdLst>
                <a:gd name="T0" fmla="*/ 53 w 111"/>
                <a:gd name="T1" fmla="*/ 2 h 65"/>
                <a:gd name="T2" fmla="*/ 107 w 111"/>
                <a:gd name="T3" fmla="*/ 32 h 65"/>
                <a:gd name="T4" fmla="*/ 57 w 111"/>
                <a:gd name="T5" fmla="*/ 63 h 65"/>
                <a:gd name="T6" fmla="*/ 3 w 111"/>
                <a:gd name="T7" fmla="*/ 32 h 65"/>
                <a:gd name="T8" fmla="*/ 53 w 111"/>
                <a:gd name="T9" fmla="*/ 2 h 65"/>
                <a:gd name="T10" fmla="*/ 53 w 111"/>
                <a:gd name="T11" fmla="*/ 0 h 65"/>
                <a:gd name="T12" fmla="*/ 1 w 111"/>
                <a:gd name="T13" fmla="*/ 32 h 65"/>
                <a:gd name="T14" fmla="*/ 57 w 111"/>
                <a:gd name="T15" fmla="*/ 65 h 65"/>
                <a:gd name="T16" fmla="*/ 109 w 111"/>
                <a:gd name="T17" fmla="*/ 32 h 65"/>
                <a:gd name="T18" fmla="*/ 53 w 111"/>
                <a:gd name="T19"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1" h="65">
                  <a:moveTo>
                    <a:pt x="53" y="2"/>
                  </a:moveTo>
                  <a:cubicBezTo>
                    <a:pt x="81" y="2"/>
                    <a:pt x="105" y="15"/>
                    <a:pt x="107" y="32"/>
                  </a:cubicBezTo>
                  <a:cubicBezTo>
                    <a:pt x="108" y="49"/>
                    <a:pt x="85" y="64"/>
                    <a:pt x="57" y="63"/>
                  </a:cubicBezTo>
                  <a:cubicBezTo>
                    <a:pt x="28" y="63"/>
                    <a:pt x="4" y="49"/>
                    <a:pt x="3" y="32"/>
                  </a:cubicBezTo>
                  <a:cubicBezTo>
                    <a:pt x="3" y="15"/>
                    <a:pt x="25" y="2"/>
                    <a:pt x="53" y="2"/>
                  </a:cubicBezTo>
                  <a:moveTo>
                    <a:pt x="53" y="0"/>
                  </a:moveTo>
                  <a:cubicBezTo>
                    <a:pt x="23" y="0"/>
                    <a:pt x="0" y="14"/>
                    <a:pt x="1" y="32"/>
                  </a:cubicBezTo>
                  <a:cubicBezTo>
                    <a:pt x="1" y="50"/>
                    <a:pt x="26" y="65"/>
                    <a:pt x="57" y="65"/>
                  </a:cubicBezTo>
                  <a:cubicBezTo>
                    <a:pt x="87" y="65"/>
                    <a:pt x="111" y="50"/>
                    <a:pt x="109" y="32"/>
                  </a:cubicBezTo>
                  <a:cubicBezTo>
                    <a:pt x="108" y="14"/>
                    <a:pt x="83" y="0"/>
                    <a:pt x="5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5" name="Freeform 29"/>
            <p:cNvSpPr>
              <a:spLocks/>
            </p:cNvSpPr>
            <p:nvPr/>
          </p:nvSpPr>
          <p:spPr bwMode="auto">
            <a:xfrm>
              <a:off x="3271838" y="5416550"/>
              <a:ext cx="325438" cy="160337"/>
            </a:xfrm>
            <a:custGeom>
              <a:avLst/>
              <a:gdLst>
                <a:gd name="T0" fmla="*/ 57 w 116"/>
                <a:gd name="T1" fmla="*/ 57 h 57"/>
                <a:gd name="T2" fmla="*/ 1 w 116"/>
                <a:gd name="T3" fmla="*/ 29 h 57"/>
                <a:gd name="T4" fmla="*/ 60 w 116"/>
                <a:gd name="T5" fmla="*/ 0 h 57"/>
                <a:gd name="T6" fmla="*/ 115 w 116"/>
                <a:gd name="T7" fmla="*/ 28 h 57"/>
                <a:gd name="T8" fmla="*/ 57 w 116"/>
                <a:gd name="T9" fmla="*/ 57 h 57"/>
              </a:gdLst>
              <a:ahLst/>
              <a:cxnLst>
                <a:cxn ang="0">
                  <a:pos x="T0" y="T1"/>
                </a:cxn>
                <a:cxn ang="0">
                  <a:pos x="T2" y="T3"/>
                </a:cxn>
                <a:cxn ang="0">
                  <a:pos x="T4" y="T5"/>
                </a:cxn>
                <a:cxn ang="0">
                  <a:pos x="T6" y="T7"/>
                </a:cxn>
                <a:cxn ang="0">
                  <a:pos x="T8" y="T9"/>
                </a:cxn>
              </a:cxnLst>
              <a:rect l="0" t="0" r="r" b="b"/>
              <a:pathLst>
                <a:path w="116" h="57">
                  <a:moveTo>
                    <a:pt x="57" y="57"/>
                  </a:moveTo>
                  <a:cubicBezTo>
                    <a:pt x="25" y="57"/>
                    <a:pt x="0" y="44"/>
                    <a:pt x="1" y="29"/>
                  </a:cubicBezTo>
                  <a:cubicBezTo>
                    <a:pt x="3" y="13"/>
                    <a:pt x="29" y="0"/>
                    <a:pt x="60" y="0"/>
                  </a:cubicBezTo>
                  <a:cubicBezTo>
                    <a:pt x="91" y="0"/>
                    <a:pt x="116" y="12"/>
                    <a:pt x="115" y="28"/>
                  </a:cubicBezTo>
                  <a:cubicBezTo>
                    <a:pt x="115" y="44"/>
                    <a:pt x="89" y="57"/>
                    <a:pt x="57" y="5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6" name="Freeform 30"/>
            <p:cNvSpPr>
              <a:spLocks noEditPoints="1"/>
            </p:cNvSpPr>
            <p:nvPr/>
          </p:nvSpPr>
          <p:spPr bwMode="auto">
            <a:xfrm>
              <a:off x="3268663" y="5414962"/>
              <a:ext cx="331788" cy="165100"/>
            </a:xfrm>
            <a:custGeom>
              <a:avLst/>
              <a:gdLst>
                <a:gd name="T0" fmla="*/ 61 w 118"/>
                <a:gd name="T1" fmla="*/ 1 h 59"/>
                <a:gd name="T2" fmla="*/ 115 w 118"/>
                <a:gd name="T3" fmla="*/ 29 h 59"/>
                <a:gd name="T4" fmla="*/ 58 w 118"/>
                <a:gd name="T5" fmla="*/ 58 h 59"/>
                <a:gd name="T6" fmla="*/ 4 w 118"/>
                <a:gd name="T7" fmla="*/ 30 h 59"/>
                <a:gd name="T8" fmla="*/ 61 w 118"/>
                <a:gd name="T9" fmla="*/ 1 h 59"/>
                <a:gd name="T10" fmla="*/ 61 w 118"/>
                <a:gd name="T11" fmla="*/ 0 h 59"/>
                <a:gd name="T12" fmla="*/ 1 w 118"/>
                <a:gd name="T13" fmla="*/ 30 h 59"/>
                <a:gd name="T14" fmla="*/ 58 w 118"/>
                <a:gd name="T15" fmla="*/ 59 h 59"/>
                <a:gd name="T16" fmla="*/ 118 w 118"/>
                <a:gd name="T17" fmla="*/ 29 h 59"/>
                <a:gd name="T18" fmla="*/ 61 w 118"/>
                <a:gd name="T19"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8" h="59">
                  <a:moveTo>
                    <a:pt x="61" y="1"/>
                  </a:moveTo>
                  <a:cubicBezTo>
                    <a:pt x="92" y="1"/>
                    <a:pt x="116" y="14"/>
                    <a:pt x="115" y="29"/>
                  </a:cubicBezTo>
                  <a:cubicBezTo>
                    <a:pt x="115" y="45"/>
                    <a:pt x="89" y="58"/>
                    <a:pt x="58" y="58"/>
                  </a:cubicBezTo>
                  <a:cubicBezTo>
                    <a:pt x="26" y="58"/>
                    <a:pt x="2" y="45"/>
                    <a:pt x="4" y="30"/>
                  </a:cubicBezTo>
                  <a:cubicBezTo>
                    <a:pt x="5" y="14"/>
                    <a:pt x="31" y="1"/>
                    <a:pt x="61" y="1"/>
                  </a:cubicBezTo>
                  <a:moveTo>
                    <a:pt x="61" y="0"/>
                  </a:moveTo>
                  <a:cubicBezTo>
                    <a:pt x="30" y="0"/>
                    <a:pt x="3" y="13"/>
                    <a:pt x="1" y="30"/>
                  </a:cubicBezTo>
                  <a:cubicBezTo>
                    <a:pt x="0" y="46"/>
                    <a:pt x="25" y="59"/>
                    <a:pt x="58" y="59"/>
                  </a:cubicBezTo>
                  <a:cubicBezTo>
                    <a:pt x="90" y="59"/>
                    <a:pt x="117" y="45"/>
                    <a:pt x="118" y="29"/>
                  </a:cubicBezTo>
                  <a:cubicBezTo>
                    <a:pt x="118" y="13"/>
                    <a:pt x="93" y="0"/>
                    <a:pt x="6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7" name="Freeform 31"/>
            <p:cNvSpPr>
              <a:spLocks/>
            </p:cNvSpPr>
            <p:nvPr/>
          </p:nvSpPr>
          <p:spPr bwMode="auto">
            <a:xfrm>
              <a:off x="4152900" y="5500687"/>
              <a:ext cx="268288" cy="133350"/>
            </a:xfrm>
            <a:custGeom>
              <a:avLst/>
              <a:gdLst>
                <a:gd name="T0" fmla="*/ 50 w 96"/>
                <a:gd name="T1" fmla="*/ 47 h 47"/>
                <a:gd name="T2" fmla="*/ 1 w 96"/>
                <a:gd name="T3" fmla="*/ 23 h 47"/>
                <a:gd name="T4" fmla="*/ 45 w 96"/>
                <a:gd name="T5" fmla="*/ 0 h 47"/>
                <a:gd name="T6" fmla="*/ 94 w 96"/>
                <a:gd name="T7" fmla="*/ 23 h 47"/>
                <a:gd name="T8" fmla="*/ 50 w 96"/>
                <a:gd name="T9" fmla="*/ 47 h 47"/>
              </a:gdLst>
              <a:ahLst/>
              <a:cxnLst>
                <a:cxn ang="0">
                  <a:pos x="T0" y="T1"/>
                </a:cxn>
                <a:cxn ang="0">
                  <a:pos x="T2" y="T3"/>
                </a:cxn>
                <a:cxn ang="0">
                  <a:pos x="T4" y="T5"/>
                </a:cxn>
                <a:cxn ang="0">
                  <a:pos x="T6" y="T7"/>
                </a:cxn>
                <a:cxn ang="0">
                  <a:pos x="T8" y="T9"/>
                </a:cxn>
              </a:cxnLst>
              <a:rect l="0" t="0" r="r" b="b"/>
              <a:pathLst>
                <a:path w="96" h="47">
                  <a:moveTo>
                    <a:pt x="50" y="47"/>
                  </a:moveTo>
                  <a:cubicBezTo>
                    <a:pt x="24" y="47"/>
                    <a:pt x="2" y="36"/>
                    <a:pt x="1" y="23"/>
                  </a:cubicBezTo>
                  <a:cubicBezTo>
                    <a:pt x="0" y="10"/>
                    <a:pt x="20" y="0"/>
                    <a:pt x="45" y="0"/>
                  </a:cubicBezTo>
                  <a:cubicBezTo>
                    <a:pt x="70" y="0"/>
                    <a:pt x="92" y="10"/>
                    <a:pt x="94" y="23"/>
                  </a:cubicBezTo>
                  <a:cubicBezTo>
                    <a:pt x="96" y="36"/>
                    <a:pt x="76" y="47"/>
                    <a:pt x="50" y="4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8" name="Freeform 32"/>
            <p:cNvSpPr>
              <a:spLocks noEditPoints="1"/>
            </p:cNvSpPr>
            <p:nvPr/>
          </p:nvSpPr>
          <p:spPr bwMode="auto">
            <a:xfrm>
              <a:off x="4149725" y="5499100"/>
              <a:ext cx="274638" cy="136525"/>
            </a:xfrm>
            <a:custGeom>
              <a:avLst/>
              <a:gdLst>
                <a:gd name="T0" fmla="*/ 46 w 98"/>
                <a:gd name="T1" fmla="*/ 1 h 49"/>
                <a:gd name="T2" fmla="*/ 94 w 98"/>
                <a:gd name="T3" fmla="*/ 24 h 49"/>
                <a:gd name="T4" fmla="*/ 51 w 98"/>
                <a:gd name="T5" fmla="*/ 47 h 49"/>
                <a:gd name="T6" fmla="*/ 3 w 98"/>
                <a:gd name="T7" fmla="*/ 24 h 49"/>
                <a:gd name="T8" fmla="*/ 46 w 98"/>
                <a:gd name="T9" fmla="*/ 1 h 49"/>
                <a:gd name="T10" fmla="*/ 46 w 98"/>
                <a:gd name="T11" fmla="*/ 0 h 49"/>
                <a:gd name="T12" fmla="*/ 1 w 98"/>
                <a:gd name="T13" fmla="*/ 24 h 49"/>
                <a:gd name="T14" fmla="*/ 51 w 98"/>
                <a:gd name="T15" fmla="*/ 49 h 49"/>
                <a:gd name="T16" fmla="*/ 96 w 98"/>
                <a:gd name="T17" fmla="*/ 24 h 49"/>
                <a:gd name="T18" fmla="*/ 46 w 98"/>
                <a:gd name="T19"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8" h="49">
                  <a:moveTo>
                    <a:pt x="46" y="1"/>
                  </a:moveTo>
                  <a:cubicBezTo>
                    <a:pt x="71" y="1"/>
                    <a:pt x="92" y="11"/>
                    <a:pt x="94" y="24"/>
                  </a:cubicBezTo>
                  <a:cubicBezTo>
                    <a:pt x="96" y="37"/>
                    <a:pt x="76" y="47"/>
                    <a:pt x="51" y="47"/>
                  </a:cubicBezTo>
                  <a:cubicBezTo>
                    <a:pt x="26" y="47"/>
                    <a:pt x="4" y="37"/>
                    <a:pt x="3" y="24"/>
                  </a:cubicBezTo>
                  <a:cubicBezTo>
                    <a:pt x="2" y="12"/>
                    <a:pt x="21" y="1"/>
                    <a:pt x="46" y="1"/>
                  </a:cubicBezTo>
                  <a:moveTo>
                    <a:pt x="46" y="0"/>
                  </a:moveTo>
                  <a:cubicBezTo>
                    <a:pt x="20" y="0"/>
                    <a:pt x="0" y="11"/>
                    <a:pt x="1" y="24"/>
                  </a:cubicBezTo>
                  <a:cubicBezTo>
                    <a:pt x="2" y="38"/>
                    <a:pt x="25" y="49"/>
                    <a:pt x="51" y="49"/>
                  </a:cubicBezTo>
                  <a:cubicBezTo>
                    <a:pt x="78" y="49"/>
                    <a:pt x="98" y="37"/>
                    <a:pt x="96" y="24"/>
                  </a:cubicBezTo>
                  <a:cubicBezTo>
                    <a:pt x="95" y="11"/>
                    <a:pt x="72" y="0"/>
                    <a:pt x="4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9" name="Freeform 33"/>
            <p:cNvSpPr>
              <a:spLocks/>
            </p:cNvSpPr>
            <p:nvPr/>
          </p:nvSpPr>
          <p:spPr bwMode="auto">
            <a:xfrm>
              <a:off x="3992563" y="5767387"/>
              <a:ext cx="398463" cy="207962"/>
            </a:xfrm>
            <a:custGeom>
              <a:avLst/>
              <a:gdLst>
                <a:gd name="T0" fmla="*/ 73 w 142"/>
                <a:gd name="T1" fmla="*/ 74 h 74"/>
                <a:gd name="T2" fmla="*/ 0 w 142"/>
                <a:gd name="T3" fmla="*/ 36 h 74"/>
                <a:gd name="T4" fmla="*/ 67 w 142"/>
                <a:gd name="T5" fmla="*/ 0 h 74"/>
                <a:gd name="T6" fmla="*/ 140 w 142"/>
                <a:gd name="T7" fmla="*/ 36 h 74"/>
                <a:gd name="T8" fmla="*/ 73 w 142"/>
                <a:gd name="T9" fmla="*/ 74 h 74"/>
              </a:gdLst>
              <a:ahLst/>
              <a:cxnLst>
                <a:cxn ang="0">
                  <a:pos x="T0" y="T1"/>
                </a:cxn>
                <a:cxn ang="0">
                  <a:pos x="T2" y="T3"/>
                </a:cxn>
                <a:cxn ang="0">
                  <a:pos x="T4" y="T5"/>
                </a:cxn>
                <a:cxn ang="0">
                  <a:pos x="T6" y="T7"/>
                </a:cxn>
                <a:cxn ang="0">
                  <a:pos x="T8" y="T9"/>
                </a:cxn>
              </a:cxnLst>
              <a:rect l="0" t="0" r="r" b="b"/>
              <a:pathLst>
                <a:path w="142" h="74">
                  <a:moveTo>
                    <a:pt x="73" y="74"/>
                  </a:moveTo>
                  <a:cubicBezTo>
                    <a:pt x="34" y="74"/>
                    <a:pt x="1" y="57"/>
                    <a:pt x="0" y="36"/>
                  </a:cubicBezTo>
                  <a:cubicBezTo>
                    <a:pt x="0" y="16"/>
                    <a:pt x="30" y="0"/>
                    <a:pt x="67" y="0"/>
                  </a:cubicBezTo>
                  <a:cubicBezTo>
                    <a:pt x="105" y="0"/>
                    <a:pt x="137" y="16"/>
                    <a:pt x="140" y="36"/>
                  </a:cubicBezTo>
                  <a:cubicBezTo>
                    <a:pt x="142" y="57"/>
                    <a:pt x="112" y="74"/>
                    <a:pt x="73" y="74"/>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0" name="Freeform 34"/>
            <p:cNvSpPr>
              <a:spLocks noEditPoints="1"/>
            </p:cNvSpPr>
            <p:nvPr/>
          </p:nvSpPr>
          <p:spPr bwMode="auto">
            <a:xfrm>
              <a:off x="3987800" y="5765800"/>
              <a:ext cx="406400" cy="212725"/>
            </a:xfrm>
            <a:custGeom>
              <a:avLst/>
              <a:gdLst>
                <a:gd name="T0" fmla="*/ 69 w 145"/>
                <a:gd name="T1" fmla="*/ 2 h 76"/>
                <a:gd name="T2" fmla="*/ 140 w 145"/>
                <a:gd name="T3" fmla="*/ 37 h 76"/>
                <a:gd name="T4" fmla="*/ 75 w 145"/>
                <a:gd name="T5" fmla="*/ 74 h 76"/>
                <a:gd name="T6" fmla="*/ 4 w 145"/>
                <a:gd name="T7" fmla="*/ 37 h 76"/>
                <a:gd name="T8" fmla="*/ 69 w 145"/>
                <a:gd name="T9" fmla="*/ 2 h 76"/>
                <a:gd name="T10" fmla="*/ 69 w 145"/>
                <a:gd name="T11" fmla="*/ 0 h 76"/>
                <a:gd name="T12" fmla="*/ 1 w 145"/>
                <a:gd name="T13" fmla="*/ 37 h 76"/>
                <a:gd name="T14" fmla="*/ 75 w 145"/>
                <a:gd name="T15" fmla="*/ 76 h 76"/>
                <a:gd name="T16" fmla="*/ 143 w 145"/>
                <a:gd name="T17" fmla="*/ 37 h 76"/>
                <a:gd name="T18" fmla="*/ 69 w 145"/>
                <a:gd name="T19"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5" h="76">
                  <a:moveTo>
                    <a:pt x="69" y="2"/>
                  </a:moveTo>
                  <a:cubicBezTo>
                    <a:pt x="106" y="2"/>
                    <a:pt x="138" y="17"/>
                    <a:pt x="140" y="37"/>
                  </a:cubicBezTo>
                  <a:cubicBezTo>
                    <a:pt x="143" y="57"/>
                    <a:pt x="113" y="74"/>
                    <a:pt x="75" y="74"/>
                  </a:cubicBezTo>
                  <a:cubicBezTo>
                    <a:pt x="36" y="74"/>
                    <a:pt x="5" y="57"/>
                    <a:pt x="4" y="37"/>
                  </a:cubicBezTo>
                  <a:cubicBezTo>
                    <a:pt x="3" y="17"/>
                    <a:pt x="32" y="2"/>
                    <a:pt x="69" y="2"/>
                  </a:cubicBezTo>
                  <a:moveTo>
                    <a:pt x="69" y="0"/>
                  </a:moveTo>
                  <a:cubicBezTo>
                    <a:pt x="31" y="0"/>
                    <a:pt x="0" y="16"/>
                    <a:pt x="1" y="37"/>
                  </a:cubicBezTo>
                  <a:cubicBezTo>
                    <a:pt x="2" y="58"/>
                    <a:pt x="35" y="76"/>
                    <a:pt x="75" y="76"/>
                  </a:cubicBezTo>
                  <a:cubicBezTo>
                    <a:pt x="115" y="76"/>
                    <a:pt x="145" y="58"/>
                    <a:pt x="143" y="37"/>
                  </a:cubicBezTo>
                  <a:cubicBezTo>
                    <a:pt x="141" y="16"/>
                    <a:pt x="108" y="0"/>
                    <a:pt x="6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1" name="Freeform 35"/>
            <p:cNvSpPr>
              <a:spLocks/>
            </p:cNvSpPr>
            <p:nvPr/>
          </p:nvSpPr>
          <p:spPr bwMode="auto">
            <a:xfrm>
              <a:off x="4475163" y="4819650"/>
              <a:ext cx="230188" cy="128587"/>
            </a:xfrm>
            <a:custGeom>
              <a:avLst/>
              <a:gdLst>
                <a:gd name="T0" fmla="*/ 44 w 82"/>
                <a:gd name="T1" fmla="*/ 46 h 46"/>
                <a:gd name="T2" fmla="*/ 2 w 82"/>
                <a:gd name="T3" fmla="*/ 23 h 46"/>
                <a:gd name="T4" fmla="*/ 36 w 82"/>
                <a:gd name="T5" fmla="*/ 0 h 46"/>
                <a:gd name="T6" fmla="*/ 79 w 82"/>
                <a:gd name="T7" fmla="*/ 23 h 46"/>
                <a:gd name="T8" fmla="*/ 44 w 82"/>
                <a:gd name="T9" fmla="*/ 46 h 46"/>
              </a:gdLst>
              <a:ahLst/>
              <a:cxnLst>
                <a:cxn ang="0">
                  <a:pos x="T0" y="T1"/>
                </a:cxn>
                <a:cxn ang="0">
                  <a:pos x="T2" y="T3"/>
                </a:cxn>
                <a:cxn ang="0">
                  <a:pos x="T4" y="T5"/>
                </a:cxn>
                <a:cxn ang="0">
                  <a:pos x="T6" y="T7"/>
                </a:cxn>
                <a:cxn ang="0">
                  <a:pos x="T8" y="T9"/>
                </a:cxn>
              </a:cxnLst>
              <a:rect l="0" t="0" r="r" b="b"/>
              <a:pathLst>
                <a:path w="82" h="46">
                  <a:moveTo>
                    <a:pt x="44" y="46"/>
                  </a:moveTo>
                  <a:cubicBezTo>
                    <a:pt x="22" y="46"/>
                    <a:pt x="3" y="36"/>
                    <a:pt x="2" y="23"/>
                  </a:cubicBezTo>
                  <a:cubicBezTo>
                    <a:pt x="0" y="11"/>
                    <a:pt x="15" y="0"/>
                    <a:pt x="36" y="0"/>
                  </a:cubicBezTo>
                  <a:cubicBezTo>
                    <a:pt x="57" y="0"/>
                    <a:pt x="77" y="10"/>
                    <a:pt x="79" y="23"/>
                  </a:cubicBezTo>
                  <a:cubicBezTo>
                    <a:pt x="82" y="36"/>
                    <a:pt x="66" y="46"/>
                    <a:pt x="44" y="46"/>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2" name="Freeform 36"/>
            <p:cNvSpPr>
              <a:spLocks noEditPoints="1"/>
            </p:cNvSpPr>
            <p:nvPr/>
          </p:nvSpPr>
          <p:spPr bwMode="auto">
            <a:xfrm>
              <a:off x="4471988" y="4816475"/>
              <a:ext cx="234950" cy="131762"/>
            </a:xfrm>
            <a:custGeom>
              <a:avLst/>
              <a:gdLst>
                <a:gd name="T0" fmla="*/ 37 w 84"/>
                <a:gd name="T1" fmla="*/ 2 h 47"/>
                <a:gd name="T2" fmla="*/ 79 w 84"/>
                <a:gd name="T3" fmla="*/ 24 h 47"/>
                <a:gd name="T4" fmla="*/ 45 w 84"/>
                <a:gd name="T5" fmla="*/ 46 h 47"/>
                <a:gd name="T6" fmla="*/ 4 w 84"/>
                <a:gd name="T7" fmla="*/ 24 h 47"/>
                <a:gd name="T8" fmla="*/ 37 w 84"/>
                <a:gd name="T9" fmla="*/ 2 h 47"/>
                <a:gd name="T10" fmla="*/ 37 w 84"/>
                <a:gd name="T11" fmla="*/ 0 h 47"/>
                <a:gd name="T12" fmla="*/ 1 w 84"/>
                <a:gd name="T13" fmla="*/ 24 h 47"/>
                <a:gd name="T14" fmla="*/ 45 w 84"/>
                <a:gd name="T15" fmla="*/ 47 h 47"/>
                <a:gd name="T16" fmla="*/ 81 w 84"/>
                <a:gd name="T17" fmla="*/ 24 h 47"/>
                <a:gd name="T18" fmla="*/ 37 w 84"/>
                <a:gd name="T19"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47">
                  <a:moveTo>
                    <a:pt x="37" y="2"/>
                  </a:moveTo>
                  <a:cubicBezTo>
                    <a:pt x="58" y="2"/>
                    <a:pt x="77" y="12"/>
                    <a:pt x="79" y="24"/>
                  </a:cubicBezTo>
                  <a:cubicBezTo>
                    <a:pt x="81" y="36"/>
                    <a:pt x="66" y="46"/>
                    <a:pt x="45" y="46"/>
                  </a:cubicBezTo>
                  <a:cubicBezTo>
                    <a:pt x="24" y="46"/>
                    <a:pt x="5" y="37"/>
                    <a:pt x="4" y="24"/>
                  </a:cubicBezTo>
                  <a:cubicBezTo>
                    <a:pt x="2" y="12"/>
                    <a:pt x="17" y="2"/>
                    <a:pt x="37" y="2"/>
                  </a:cubicBezTo>
                  <a:moveTo>
                    <a:pt x="37" y="0"/>
                  </a:moveTo>
                  <a:cubicBezTo>
                    <a:pt x="16" y="0"/>
                    <a:pt x="0" y="11"/>
                    <a:pt x="1" y="24"/>
                  </a:cubicBezTo>
                  <a:cubicBezTo>
                    <a:pt x="3" y="37"/>
                    <a:pt x="23" y="47"/>
                    <a:pt x="45" y="47"/>
                  </a:cubicBezTo>
                  <a:cubicBezTo>
                    <a:pt x="68" y="47"/>
                    <a:pt x="84" y="37"/>
                    <a:pt x="81" y="24"/>
                  </a:cubicBezTo>
                  <a:cubicBezTo>
                    <a:pt x="79" y="11"/>
                    <a:pt x="59" y="0"/>
                    <a:pt x="3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3" name="Freeform 37"/>
            <p:cNvSpPr>
              <a:spLocks/>
            </p:cNvSpPr>
            <p:nvPr/>
          </p:nvSpPr>
          <p:spPr bwMode="auto">
            <a:xfrm>
              <a:off x="5270500" y="5195887"/>
              <a:ext cx="277813" cy="125412"/>
            </a:xfrm>
            <a:custGeom>
              <a:avLst/>
              <a:gdLst>
                <a:gd name="T0" fmla="*/ 56 w 99"/>
                <a:gd name="T1" fmla="*/ 45 h 45"/>
                <a:gd name="T2" fmla="*/ 4 w 99"/>
                <a:gd name="T3" fmla="*/ 23 h 45"/>
                <a:gd name="T4" fmla="*/ 42 w 99"/>
                <a:gd name="T5" fmla="*/ 0 h 45"/>
                <a:gd name="T6" fmla="*/ 95 w 99"/>
                <a:gd name="T7" fmla="*/ 22 h 45"/>
                <a:gd name="T8" fmla="*/ 56 w 99"/>
                <a:gd name="T9" fmla="*/ 45 h 45"/>
              </a:gdLst>
              <a:ahLst/>
              <a:cxnLst>
                <a:cxn ang="0">
                  <a:pos x="T0" y="T1"/>
                </a:cxn>
                <a:cxn ang="0">
                  <a:pos x="T2" y="T3"/>
                </a:cxn>
                <a:cxn ang="0">
                  <a:pos x="T4" y="T5"/>
                </a:cxn>
                <a:cxn ang="0">
                  <a:pos x="T6" y="T7"/>
                </a:cxn>
                <a:cxn ang="0">
                  <a:pos x="T8" y="T9"/>
                </a:cxn>
              </a:cxnLst>
              <a:rect l="0" t="0" r="r" b="b"/>
              <a:pathLst>
                <a:path w="99" h="45">
                  <a:moveTo>
                    <a:pt x="56" y="45"/>
                  </a:moveTo>
                  <a:cubicBezTo>
                    <a:pt x="31" y="45"/>
                    <a:pt x="7" y="35"/>
                    <a:pt x="4" y="23"/>
                  </a:cubicBezTo>
                  <a:cubicBezTo>
                    <a:pt x="0" y="10"/>
                    <a:pt x="17" y="0"/>
                    <a:pt x="42" y="0"/>
                  </a:cubicBezTo>
                  <a:cubicBezTo>
                    <a:pt x="66" y="0"/>
                    <a:pt x="90" y="10"/>
                    <a:pt x="95" y="22"/>
                  </a:cubicBezTo>
                  <a:cubicBezTo>
                    <a:pt x="99" y="35"/>
                    <a:pt x="82" y="45"/>
                    <a:pt x="56" y="45"/>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4" name="Freeform 38"/>
            <p:cNvSpPr>
              <a:spLocks noEditPoints="1"/>
            </p:cNvSpPr>
            <p:nvPr/>
          </p:nvSpPr>
          <p:spPr bwMode="auto">
            <a:xfrm>
              <a:off x="5268913" y="5192712"/>
              <a:ext cx="282575" cy="131762"/>
            </a:xfrm>
            <a:custGeom>
              <a:avLst/>
              <a:gdLst>
                <a:gd name="T0" fmla="*/ 43 w 101"/>
                <a:gd name="T1" fmla="*/ 1 h 47"/>
                <a:gd name="T2" fmla="*/ 95 w 101"/>
                <a:gd name="T3" fmla="*/ 23 h 47"/>
                <a:gd name="T4" fmla="*/ 57 w 101"/>
                <a:gd name="T5" fmla="*/ 45 h 47"/>
                <a:gd name="T6" fmla="*/ 6 w 101"/>
                <a:gd name="T7" fmla="*/ 24 h 47"/>
                <a:gd name="T8" fmla="*/ 43 w 101"/>
                <a:gd name="T9" fmla="*/ 1 h 47"/>
                <a:gd name="T10" fmla="*/ 42 w 101"/>
                <a:gd name="T11" fmla="*/ 0 h 47"/>
                <a:gd name="T12" fmla="*/ 3 w 101"/>
                <a:gd name="T13" fmla="*/ 24 h 47"/>
                <a:gd name="T14" fmla="*/ 58 w 101"/>
                <a:gd name="T15" fmla="*/ 47 h 47"/>
                <a:gd name="T16" fmla="*/ 97 w 101"/>
                <a:gd name="T17" fmla="*/ 23 h 47"/>
                <a:gd name="T18" fmla="*/ 42 w 101"/>
                <a:gd name="T19"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1" h="47">
                  <a:moveTo>
                    <a:pt x="43" y="1"/>
                  </a:moveTo>
                  <a:cubicBezTo>
                    <a:pt x="67" y="1"/>
                    <a:pt x="90" y="11"/>
                    <a:pt x="95" y="23"/>
                  </a:cubicBezTo>
                  <a:cubicBezTo>
                    <a:pt x="99" y="35"/>
                    <a:pt x="82" y="45"/>
                    <a:pt x="57" y="45"/>
                  </a:cubicBezTo>
                  <a:cubicBezTo>
                    <a:pt x="33" y="46"/>
                    <a:pt x="10" y="36"/>
                    <a:pt x="6" y="24"/>
                  </a:cubicBezTo>
                  <a:cubicBezTo>
                    <a:pt x="2" y="12"/>
                    <a:pt x="19" y="2"/>
                    <a:pt x="43" y="1"/>
                  </a:cubicBezTo>
                  <a:moveTo>
                    <a:pt x="42" y="0"/>
                  </a:moveTo>
                  <a:cubicBezTo>
                    <a:pt x="17" y="0"/>
                    <a:pt x="0" y="11"/>
                    <a:pt x="3" y="24"/>
                  </a:cubicBezTo>
                  <a:cubicBezTo>
                    <a:pt x="7" y="36"/>
                    <a:pt x="32" y="47"/>
                    <a:pt x="58" y="47"/>
                  </a:cubicBezTo>
                  <a:cubicBezTo>
                    <a:pt x="84" y="47"/>
                    <a:pt x="101" y="36"/>
                    <a:pt x="97" y="23"/>
                  </a:cubicBezTo>
                  <a:cubicBezTo>
                    <a:pt x="92" y="10"/>
                    <a:pt x="68" y="0"/>
                    <a:pt x="4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5" name="Freeform 39"/>
            <p:cNvSpPr>
              <a:spLocks/>
            </p:cNvSpPr>
            <p:nvPr/>
          </p:nvSpPr>
          <p:spPr bwMode="auto">
            <a:xfrm>
              <a:off x="3925888" y="5397500"/>
              <a:ext cx="176213" cy="90487"/>
            </a:xfrm>
            <a:custGeom>
              <a:avLst/>
              <a:gdLst>
                <a:gd name="T0" fmla="*/ 32 w 63"/>
                <a:gd name="T1" fmla="*/ 32 h 32"/>
                <a:gd name="T2" fmla="*/ 0 w 63"/>
                <a:gd name="T3" fmla="*/ 16 h 32"/>
                <a:gd name="T4" fmla="*/ 30 w 63"/>
                <a:gd name="T5" fmla="*/ 0 h 32"/>
                <a:gd name="T6" fmla="*/ 62 w 63"/>
                <a:gd name="T7" fmla="*/ 16 h 32"/>
                <a:gd name="T8" fmla="*/ 32 w 63"/>
                <a:gd name="T9" fmla="*/ 32 h 32"/>
              </a:gdLst>
              <a:ahLst/>
              <a:cxnLst>
                <a:cxn ang="0">
                  <a:pos x="T0" y="T1"/>
                </a:cxn>
                <a:cxn ang="0">
                  <a:pos x="T2" y="T3"/>
                </a:cxn>
                <a:cxn ang="0">
                  <a:pos x="T4" y="T5"/>
                </a:cxn>
                <a:cxn ang="0">
                  <a:pos x="T6" y="T7"/>
                </a:cxn>
                <a:cxn ang="0">
                  <a:pos x="T8" y="T9"/>
                </a:cxn>
              </a:cxnLst>
              <a:rect l="0" t="0" r="r" b="b"/>
              <a:pathLst>
                <a:path w="63" h="32">
                  <a:moveTo>
                    <a:pt x="32" y="32"/>
                  </a:moveTo>
                  <a:cubicBezTo>
                    <a:pt x="15" y="32"/>
                    <a:pt x="0" y="25"/>
                    <a:pt x="0" y="16"/>
                  </a:cubicBezTo>
                  <a:cubicBezTo>
                    <a:pt x="0" y="7"/>
                    <a:pt x="13" y="0"/>
                    <a:pt x="30" y="0"/>
                  </a:cubicBezTo>
                  <a:cubicBezTo>
                    <a:pt x="47" y="0"/>
                    <a:pt x="62" y="7"/>
                    <a:pt x="62" y="16"/>
                  </a:cubicBezTo>
                  <a:cubicBezTo>
                    <a:pt x="63" y="25"/>
                    <a:pt x="49" y="32"/>
                    <a:pt x="32" y="32"/>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6" name="Freeform 40"/>
            <p:cNvSpPr>
              <a:spLocks noEditPoints="1"/>
            </p:cNvSpPr>
            <p:nvPr/>
          </p:nvSpPr>
          <p:spPr bwMode="auto">
            <a:xfrm>
              <a:off x="3922713" y="5394325"/>
              <a:ext cx="182563" cy="93662"/>
            </a:xfrm>
            <a:custGeom>
              <a:avLst/>
              <a:gdLst>
                <a:gd name="T0" fmla="*/ 31 w 65"/>
                <a:gd name="T1" fmla="*/ 2 h 33"/>
                <a:gd name="T2" fmla="*/ 62 w 65"/>
                <a:gd name="T3" fmla="*/ 17 h 33"/>
                <a:gd name="T4" fmla="*/ 33 w 65"/>
                <a:gd name="T5" fmla="*/ 32 h 33"/>
                <a:gd name="T6" fmla="*/ 2 w 65"/>
                <a:gd name="T7" fmla="*/ 17 h 33"/>
                <a:gd name="T8" fmla="*/ 31 w 65"/>
                <a:gd name="T9" fmla="*/ 2 h 33"/>
                <a:gd name="T10" fmla="*/ 31 w 65"/>
                <a:gd name="T11" fmla="*/ 1 h 33"/>
                <a:gd name="T12" fmla="*/ 0 w 65"/>
                <a:gd name="T13" fmla="*/ 17 h 33"/>
                <a:gd name="T14" fmla="*/ 33 w 65"/>
                <a:gd name="T15" fmla="*/ 33 h 33"/>
                <a:gd name="T16" fmla="*/ 65 w 65"/>
                <a:gd name="T17" fmla="*/ 17 h 33"/>
                <a:gd name="T18" fmla="*/ 31 w 65"/>
                <a:gd name="T19" fmla="*/ 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33">
                  <a:moveTo>
                    <a:pt x="31" y="2"/>
                  </a:moveTo>
                  <a:cubicBezTo>
                    <a:pt x="48" y="2"/>
                    <a:pt x="62" y="8"/>
                    <a:pt x="62" y="17"/>
                  </a:cubicBezTo>
                  <a:cubicBezTo>
                    <a:pt x="63" y="25"/>
                    <a:pt x="50" y="32"/>
                    <a:pt x="33" y="32"/>
                  </a:cubicBezTo>
                  <a:cubicBezTo>
                    <a:pt x="16" y="32"/>
                    <a:pt x="3" y="25"/>
                    <a:pt x="2" y="17"/>
                  </a:cubicBezTo>
                  <a:cubicBezTo>
                    <a:pt x="2" y="9"/>
                    <a:pt x="15" y="2"/>
                    <a:pt x="31" y="2"/>
                  </a:cubicBezTo>
                  <a:moveTo>
                    <a:pt x="31" y="1"/>
                  </a:moveTo>
                  <a:cubicBezTo>
                    <a:pt x="14" y="1"/>
                    <a:pt x="0" y="8"/>
                    <a:pt x="0" y="17"/>
                  </a:cubicBezTo>
                  <a:cubicBezTo>
                    <a:pt x="0" y="26"/>
                    <a:pt x="15" y="33"/>
                    <a:pt x="33" y="33"/>
                  </a:cubicBezTo>
                  <a:cubicBezTo>
                    <a:pt x="51" y="33"/>
                    <a:pt x="65" y="26"/>
                    <a:pt x="65" y="17"/>
                  </a:cubicBezTo>
                  <a:cubicBezTo>
                    <a:pt x="64" y="8"/>
                    <a:pt x="49" y="0"/>
                    <a:pt x="31"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7" name="Freeform 41"/>
            <p:cNvSpPr>
              <a:spLocks/>
            </p:cNvSpPr>
            <p:nvPr/>
          </p:nvSpPr>
          <p:spPr bwMode="auto">
            <a:xfrm>
              <a:off x="3706813" y="5330825"/>
              <a:ext cx="173038" cy="85725"/>
            </a:xfrm>
            <a:custGeom>
              <a:avLst/>
              <a:gdLst>
                <a:gd name="T0" fmla="*/ 31 w 62"/>
                <a:gd name="T1" fmla="*/ 31 h 31"/>
                <a:gd name="T2" fmla="*/ 0 w 62"/>
                <a:gd name="T3" fmla="*/ 16 h 31"/>
                <a:gd name="T4" fmla="*/ 31 w 62"/>
                <a:gd name="T5" fmla="*/ 0 h 31"/>
                <a:gd name="T6" fmla="*/ 61 w 62"/>
                <a:gd name="T7" fmla="*/ 15 h 31"/>
                <a:gd name="T8" fmla="*/ 31 w 62"/>
                <a:gd name="T9" fmla="*/ 31 h 31"/>
              </a:gdLst>
              <a:ahLst/>
              <a:cxnLst>
                <a:cxn ang="0">
                  <a:pos x="T0" y="T1"/>
                </a:cxn>
                <a:cxn ang="0">
                  <a:pos x="T2" y="T3"/>
                </a:cxn>
                <a:cxn ang="0">
                  <a:pos x="T4" y="T5"/>
                </a:cxn>
                <a:cxn ang="0">
                  <a:pos x="T6" y="T7"/>
                </a:cxn>
                <a:cxn ang="0">
                  <a:pos x="T8" y="T9"/>
                </a:cxn>
              </a:cxnLst>
              <a:rect l="0" t="0" r="r" b="b"/>
              <a:pathLst>
                <a:path w="62" h="31">
                  <a:moveTo>
                    <a:pt x="31" y="31"/>
                  </a:moveTo>
                  <a:cubicBezTo>
                    <a:pt x="14" y="31"/>
                    <a:pt x="0" y="24"/>
                    <a:pt x="0" y="16"/>
                  </a:cubicBezTo>
                  <a:cubicBezTo>
                    <a:pt x="0" y="7"/>
                    <a:pt x="14" y="0"/>
                    <a:pt x="31" y="0"/>
                  </a:cubicBezTo>
                  <a:cubicBezTo>
                    <a:pt x="47" y="0"/>
                    <a:pt x="61" y="7"/>
                    <a:pt x="61" y="15"/>
                  </a:cubicBezTo>
                  <a:cubicBezTo>
                    <a:pt x="62" y="24"/>
                    <a:pt x="48" y="31"/>
                    <a:pt x="31" y="31"/>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8" name="Freeform 42"/>
            <p:cNvSpPr>
              <a:spLocks noEditPoints="1"/>
            </p:cNvSpPr>
            <p:nvPr/>
          </p:nvSpPr>
          <p:spPr bwMode="auto">
            <a:xfrm>
              <a:off x="3703638" y="5327650"/>
              <a:ext cx="179388" cy="92075"/>
            </a:xfrm>
            <a:custGeom>
              <a:avLst/>
              <a:gdLst>
                <a:gd name="T0" fmla="*/ 32 w 64"/>
                <a:gd name="T1" fmla="*/ 1 h 33"/>
                <a:gd name="T2" fmla="*/ 61 w 64"/>
                <a:gd name="T3" fmla="*/ 16 h 33"/>
                <a:gd name="T4" fmla="*/ 32 w 64"/>
                <a:gd name="T5" fmla="*/ 32 h 33"/>
                <a:gd name="T6" fmla="*/ 2 w 64"/>
                <a:gd name="T7" fmla="*/ 17 h 33"/>
                <a:gd name="T8" fmla="*/ 32 w 64"/>
                <a:gd name="T9" fmla="*/ 1 h 33"/>
                <a:gd name="T10" fmla="*/ 32 w 64"/>
                <a:gd name="T11" fmla="*/ 0 h 33"/>
                <a:gd name="T12" fmla="*/ 0 w 64"/>
                <a:gd name="T13" fmla="*/ 17 h 33"/>
                <a:gd name="T14" fmla="*/ 32 w 64"/>
                <a:gd name="T15" fmla="*/ 33 h 33"/>
                <a:gd name="T16" fmla="*/ 64 w 64"/>
                <a:gd name="T17" fmla="*/ 16 h 33"/>
                <a:gd name="T18" fmla="*/ 32 w 64"/>
                <a:gd name="T19"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33">
                  <a:moveTo>
                    <a:pt x="32" y="1"/>
                  </a:moveTo>
                  <a:cubicBezTo>
                    <a:pt x="48" y="1"/>
                    <a:pt x="61" y="8"/>
                    <a:pt x="61" y="16"/>
                  </a:cubicBezTo>
                  <a:cubicBezTo>
                    <a:pt x="62" y="25"/>
                    <a:pt x="48" y="31"/>
                    <a:pt x="32" y="32"/>
                  </a:cubicBezTo>
                  <a:cubicBezTo>
                    <a:pt x="16" y="32"/>
                    <a:pt x="2" y="25"/>
                    <a:pt x="2" y="17"/>
                  </a:cubicBezTo>
                  <a:cubicBezTo>
                    <a:pt x="2" y="8"/>
                    <a:pt x="16" y="1"/>
                    <a:pt x="32" y="1"/>
                  </a:cubicBezTo>
                  <a:moveTo>
                    <a:pt x="32" y="0"/>
                  </a:moveTo>
                  <a:cubicBezTo>
                    <a:pt x="14" y="0"/>
                    <a:pt x="0" y="8"/>
                    <a:pt x="0" y="17"/>
                  </a:cubicBezTo>
                  <a:cubicBezTo>
                    <a:pt x="0" y="26"/>
                    <a:pt x="14" y="33"/>
                    <a:pt x="32" y="33"/>
                  </a:cubicBezTo>
                  <a:cubicBezTo>
                    <a:pt x="50" y="33"/>
                    <a:pt x="64" y="25"/>
                    <a:pt x="64" y="16"/>
                  </a:cubicBezTo>
                  <a:cubicBezTo>
                    <a:pt x="63" y="7"/>
                    <a:pt x="49" y="0"/>
                    <a:pt x="3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9" name="Freeform 43"/>
            <p:cNvSpPr>
              <a:spLocks/>
            </p:cNvSpPr>
            <p:nvPr/>
          </p:nvSpPr>
          <p:spPr bwMode="auto">
            <a:xfrm>
              <a:off x="3065463" y="5481637"/>
              <a:ext cx="184150" cy="90487"/>
            </a:xfrm>
            <a:custGeom>
              <a:avLst/>
              <a:gdLst>
                <a:gd name="T0" fmla="*/ 31 w 66"/>
                <a:gd name="T1" fmla="*/ 32 h 32"/>
                <a:gd name="T2" fmla="*/ 1 w 66"/>
                <a:gd name="T3" fmla="*/ 16 h 32"/>
                <a:gd name="T4" fmla="*/ 35 w 66"/>
                <a:gd name="T5" fmla="*/ 0 h 32"/>
                <a:gd name="T6" fmla="*/ 65 w 66"/>
                <a:gd name="T7" fmla="*/ 16 h 32"/>
                <a:gd name="T8" fmla="*/ 31 w 66"/>
                <a:gd name="T9" fmla="*/ 32 h 32"/>
              </a:gdLst>
              <a:ahLst/>
              <a:cxnLst>
                <a:cxn ang="0">
                  <a:pos x="T0" y="T1"/>
                </a:cxn>
                <a:cxn ang="0">
                  <a:pos x="T2" y="T3"/>
                </a:cxn>
                <a:cxn ang="0">
                  <a:pos x="T4" y="T5"/>
                </a:cxn>
                <a:cxn ang="0">
                  <a:pos x="T6" y="T7"/>
                </a:cxn>
                <a:cxn ang="0">
                  <a:pos x="T8" y="T9"/>
                </a:cxn>
              </a:cxnLst>
              <a:rect l="0" t="0" r="r" b="b"/>
              <a:pathLst>
                <a:path w="66" h="32">
                  <a:moveTo>
                    <a:pt x="31" y="32"/>
                  </a:moveTo>
                  <a:cubicBezTo>
                    <a:pt x="14" y="32"/>
                    <a:pt x="0" y="25"/>
                    <a:pt x="1" y="16"/>
                  </a:cubicBezTo>
                  <a:cubicBezTo>
                    <a:pt x="3" y="8"/>
                    <a:pt x="18" y="0"/>
                    <a:pt x="35" y="0"/>
                  </a:cubicBezTo>
                  <a:cubicBezTo>
                    <a:pt x="53" y="0"/>
                    <a:pt x="66" y="7"/>
                    <a:pt x="65" y="16"/>
                  </a:cubicBezTo>
                  <a:cubicBezTo>
                    <a:pt x="64" y="25"/>
                    <a:pt x="49" y="32"/>
                    <a:pt x="31" y="32"/>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0" name="Freeform 44"/>
            <p:cNvSpPr>
              <a:spLocks noEditPoints="1"/>
            </p:cNvSpPr>
            <p:nvPr/>
          </p:nvSpPr>
          <p:spPr bwMode="auto">
            <a:xfrm>
              <a:off x="3062288" y="5481637"/>
              <a:ext cx="190500" cy="92075"/>
            </a:xfrm>
            <a:custGeom>
              <a:avLst/>
              <a:gdLst>
                <a:gd name="T0" fmla="*/ 36 w 68"/>
                <a:gd name="T1" fmla="*/ 1 h 33"/>
                <a:gd name="T2" fmla="*/ 65 w 68"/>
                <a:gd name="T3" fmla="*/ 16 h 33"/>
                <a:gd name="T4" fmla="*/ 32 w 68"/>
                <a:gd name="T5" fmla="*/ 32 h 33"/>
                <a:gd name="T6" fmla="*/ 4 w 68"/>
                <a:gd name="T7" fmla="*/ 16 h 33"/>
                <a:gd name="T8" fmla="*/ 36 w 68"/>
                <a:gd name="T9" fmla="*/ 1 h 33"/>
                <a:gd name="T10" fmla="*/ 36 w 68"/>
                <a:gd name="T11" fmla="*/ 0 h 33"/>
                <a:gd name="T12" fmla="*/ 1 w 68"/>
                <a:gd name="T13" fmla="*/ 16 h 33"/>
                <a:gd name="T14" fmla="*/ 32 w 68"/>
                <a:gd name="T15" fmla="*/ 33 h 33"/>
                <a:gd name="T16" fmla="*/ 67 w 68"/>
                <a:gd name="T17" fmla="*/ 16 h 33"/>
                <a:gd name="T18" fmla="*/ 36 w 68"/>
                <a:gd name="T19"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 h="33">
                  <a:moveTo>
                    <a:pt x="36" y="1"/>
                  </a:moveTo>
                  <a:cubicBezTo>
                    <a:pt x="53" y="1"/>
                    <a:pt x="66" y="8"/>
                    <a:pt x="65" y="16"/>
                  </a:cubicBezTo>
                  <a:cubicBezTo>
                    <a:pt x="64" y="25"/>
                    <a:pt x="49" y="32"/>
                    <a:pt x="32" y="32"/>
                  </a:cubicBezTo>
                  <a:cubicBezTo>
                    <a:pt x="15" y="32"/>
                    <a:pt x="2" y="25"/>
                    <a:pt x="4" y="16"/>
                  </a:cubicBezTo>
                  <a:cubicBezTo>
                    <a:pt x="5" y="8"/>
                    <a:pt x="19" y="1"/>
                    <a:pt x="36" y="1"/>
                  </a:cubicBezTo>
                  <a:moveTo>
                    <a:pt x="36" y="0"/>
                  </a:moveTo>
                  <a:cubicBezTo>
                    <a:pt x="18" y="0"/>
                    <a:pt x="2" y="7"/>
                    <a:pt x="1" y="16"/>
                  </a:cubicBezTo>
                  <a:cubicBezTo>
                    <a:pt x="0" y="26"/>
                    <a:pt x="14" y="33"/>
                    <a:pt x="32" y="33"/>
                  </a:cubicBezTo>
                  <a:cubicBezTo>
                    <a:pt x="51" y="33"/>
                    <a:pt x="66" y="25"/>
                    <a:pt x="67" y="16"/>
                  </a:cubicBezTo>
                  <a:cubicBezTo>
                    <a:pt x="68" y="7"/>
                    <a:pt x="54" y="0"/>
                    <a:pt x="3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1" name="Freeform 45"/>
            <p:cNvSpPr>
              <a:spLocks/>
            </p:cNvSpPr>
            <p:nvPr/>
          </p:nvSpPr>
          <p:spPr bwMode="auto">
            <a:xfrm>
              <a:off x="3582988" y="5526087"/>
              <a:ext cx="179388" cy="93662"/>
            </a:xfrm>
            <a:custGeom>
              <a:avLst/>
              <a:gdLst>
                <a:gd name="T0" fmla="*/ 32 w 64"/>
                <a:gd name="T1" fmla="*/ 33 h 33"/>
                <a:gd name="T2" fmla="*/ 0 w 64"/>
                <a:gd name="T3" fmla="*/ 16 h 33"/>
                <a:gd name="T4" fmla="*/ 32 w 64"/>
                <a:gd name="T5" fmla="*/ 0 h 33"/>
                <a:gd name="T6" fmla="*/ 64 w 64"/>
                <a:gd name="T7" fmla="*/ 16 h 33"/>
                <a:gd name="T8" fmla="*/ 32 w 64"/>
                <a:gd name="T9" fmla="*/ 33 h 33"/>
              </a:gdLst>
              <a:ahLst/>
              <a:cxnLst>
                <a:cxn ang="0">
                  <a:pos x="T0" y="T1"/>
                </a:cxn>
                <a:cxn ang="0">
                  <a:pos x="T2" y="T3"/>
                </a:cxn>
                <a:cxn ang="0">
                  <a:pos x="T4" y="T5"/>
                </a:cxn>
                <a:cxn ang="0">
                  <a:pos x="T6" y="T7"/>
                </a:cxn>
                <a:cxn ang="0">
                  <a:pos x="T8" y="T9"/>
                </a:cxn>
              </a:cxnLst>
              <a:rect l="0" t="0" r="r" b="b"/>
              <a:pathLst>
                <a:path w="64" h="33">
                  <a:moveTo>
                    <a:pt x="32" y="33"/>
                  </a:moveTo>
                  <a:cubicBezTo>
                    <a:pt x="14" y="33"/>
                    <a:pt x="0" y="25"/>
                    <a:pt x="0" y="16"/>
                  </a:cubicBezTo>
                  <a:cubicBezTo>
                    <a:pt x="0" y="7"/>
                    <a:pt x="15" y="0"/>
                    <a:pt x="32" y="0"/>
                  </a:cubicBezTo>
                  <a:cubicBezTo>
                    <a:pt x="50" y="0"/>
                    <a:pt x="64" y="7"/>
                    <a:pt x="64" y="16"/>
                  </a:cubicBezTo>
                  <a:cubicBezTo>
                    <a:pt x="64" y="25"/>
                    <a:pt x="49" y="32"/>
                    <a:pt x="32" y="33"/>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2" name="Freeform 46"/>
            <p:cNvSpPr>
              <a:spLocks noEditPoints="1"/>
            </p:cNvSpPr>
            <p:nvPr/>
          </p:nvSpPr>
          <p:spPr bwMode="auto">
            <a:xfrm>
              <a:off x="3578225" y="5524500"/>
              <a:ext cx="187325" cy="95250"/>
            </a:xfrm>
            <a:custGeom>
              <a:avLst/>
              <a:gdLst>
                <a:gd name="T0" fmla="*/ 34 w 67"/>
                <a:gd name="T1" fmla="*/ 2 h 34"/>
                <a:gd name="T2" fmla="*/ 65 w 67"/>
                <a:gd name="T3" fmla="*/ 17 h 34"/>
                <a:gd name="T4" fmla="*/ 34 w 67"/>
                <a:gd name="T5" fmla="*/ 33 h 34"/>
                <a:gd name="T6" fmla="*/ 3 w 67"/>
                <a:gd name="T7" fmla="*/ 17 h 34"/>
                <a:gd name="T8" fmla="*/ 34 w 67"/>
                <a:gd name="T9" fmla="*/ 2 h 34"/>
                <a:gd name="T10" fmla="*/ 34 w 67"/>
                <a:gd name="T11" fmla="*/ 0 h 34"/>
                <a:gd name="T12" fmla="*/ 1 w 67"/>
                <a:gd name="T13" fmla="*/ 17 h 34"/>
                <a:gd name="T14" fmla="*/ 34 w 67"/>
                <a:gd name="T15" fmla="*/ 34 h 34"/>
                <a:gd name="T16" fmla="*/ 67 w 67"/>
                <a:gd name="T17" fmla="*/ 17 h 34"/>
                <a:gd name="T18" fmla="*/ 34 w 67"/>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7" h="34">
                  <a:moveTo>
                    <a:pt x="34" y="2"/>
                  </a:moveTo>
                  <a:cubicBezTo>
                    <a:pt x="51" y="2"/>
                    <a:pt x="65" y="9"/>
                    <a:pt x="65" y="17"/>
                  </a:cubicBezTo>
                  <a:cubicBezTo>
                    <a:pt x="65" y="26"/>
                    <a:pt x="51" y="33"/>
                    <a:pt x="34" y="33"/>
                  </a:cubicBezTo>
                  <a:cubicBezTo>
                    <a:pt x="17" y="33"/>
                    <a:pt x="3" y="26"/>
                    <a:pt x="3" y="17"/>
                  </a:cubicBezTo>
                  <a:cubicBezTo>
                    <a:pt x="3" y="9"/>
                    <a:pt x="17" y="2"/>
                    <a:pt x="34" y="2"/>
                  </a:cubicBezTo>
                  <a:moveTo>
                    <a:pt x="34" y="0"/>
                  </a:moveTo>
                  <a:cubicBezTo>
                    <a:pt x="16" y="1"/>
                    <a:pt x="1" y="8"/>
                    <a:pt x="1" y="17"/>
                  </a:cubicBezTo>
                  <a:cubicBezTo>
                    <a:pt x="0" y="27"/>
                    <a:pt x="15" y="34"/>
                    <a:pt x="34" y="34"/>
                  </a:cubicBezTo>
                  <a:cubicBezTo>
                    <a:pt x="52" y="34"/>
                    <a:pt x="67" y="26"/>
                    <a:pt x="67" y="17"/>
                  </a:cubicBezTo>
                  <a:cubicBezTo>
                    <a:pt x="67" y="8"/>
                    <a:pt x="52" y="0"/>
                    <a:pt x="3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3" name="Freeform 47"/>
            <p:cNvSpPr>
              <a:spLocks/>
            </p:cNvSpPr>
            <p:nvPr/>
          </p:nvSpPr>
          <p:spPr bwMode="auto">
            <a:xfrm>
              <a:off x="7051675" y="6283325"/>
              <a:ext cx="242888" cy="123825"/>
            </a:xfrm>
            <a:custGeom>
              <a:avLst/>
              <a:gdLst>
                <a:gd name="T0" fmla="*/ 53 w 87"/>
                <a:gd name="T1" fmla="*/ 44 h 44"/>
                <a:gd name="T2" fmla="*/ 6 w 87"/>
                <a:gd name="T3" fmla="*/ 22 h 44"/>
                <a:gd name="T4" fmla="*/ 34 w 87"/>
                <a:gd name="T5" fmla="*/ 0 h 44"/>
                <a:gd name="T6" fmla="*/ 82 w 87"/>
                <a:gd name="T7" fmla="*/ 22 h 44"/>
                <a:gd name="T8" fmla="*/ 53 w 87"/>
                <a:gd name="T9" fmla="*/ 44 h 44"/>
              </a:gdLst>
              <a:ahLst/>
              <a:cxnLst>
                <a:cxn ang="0">
                  <a:pos x="T0" y="T1"/>
                </a:cxn>
                <a:cxn ang="0">
                  <a:pos x="T2" y="T3"/>
                </a:cxn>
                <a:cxn ang="0">
                  <a:pos x="T4" y="T5"/>
                </a:cxn>
                <a:cxn ang="0">
                  <a:pos x="T6" y="T7"/>
                </a:cxn>
                <a:cxn ang="0">
                  <a:pos x="T8" y="T9"/>
                </a:cxn>
              </a:cxnLst>
              <a:rect l="0" t="0" r="r" b="b"/>
              <a:pathLst>
                <a:path w="87" h="44">
                  <a:moveTo>
                    <a:pt x="53" y="44"/>
                  </a:moveTo>
                  <a:cubicBezTo>
                    <a:pt x="32" y="44"/>
                    <a:pt x="11" y="34"/>
                    <a:pt x="6" y="22"/>
                  </a:cubicBezTo>
                  <a:cubicBezTo>
                    <a:pt x="0" y="9"/>
                    <a:pt x="13" y="0"/>
                    <a:pt x="34" y="0"/>
                  </a:cubicBezTo>
                  <a:cubicBezTo>
                    <a:pt x="55" y="0"/>
                    <a:pt x="76" y="9"/>
                    <a:pt x="82" y="22"/>
                  </a:cubicBezTo>
                  <a:cubicBezTo>
                    <a:pt x="87" y="34"/>
                    <a:pt x="74" y="44"/>
                    <a:pt x="53" y="44"/>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4" name="Freeform 48"/>
            <p:cNvSpPr>
              <a:spLocks noEditPoints="1"/>
            </p:cNvSpPr>
            <p:nvPr/>
          </p:nvSpPr>
          <p:spPr bwMode="auto">
            <a:xfrm>
              <a:off x="7048500" y="6281737"/>
              <a:ext cx="252413" cy="128587"/>
            </a:xfrm>
            <a:custGeom>
              <a:avLst/>
              <a:gdLst>
                <a:gd name="T0" fmla="*/ 35 w 90"/>
                <a:gd name="T1" fmla="*/ 1 h 46"/>
                <a:gd name="T2" fmla="*/ 81 w 90"/>
                <a:gd name="T3" fmla="*/ 23 h 46"/>
                <a:gd name="T4" fmla="*/ 54 w 90"/>
                <a:gd name="T5" fmla="*/ 44 h 46"/>
                <a:gd name="T6" fmla="*/ 8 w 90"/>
                <a:gd name="T7" fmla="*/ 23 h 46"/>
                <a:gd name="T8" fmla="*/ 35 w 90"/>
                <a:gd name="T9" fmla="*/ 1 h 46"/>
                <a:gd name="T10" fmla="*/ 35 w 90"/>
                <a:gd name="T11" fmla="*/ 0 h 46"/>
                <a:gd name="T12" fmla="*/ 5 w 90"/>
                <a:gd name="T13" fmla="*/ 23 h 46"/>
                <a:gd name="T14" fmla="*/ 55 w 90"/>
                <a:gd name="T15" fmla="*/ 46 h 46"/>
                <a:gd name="T16" fmla="*/ 84 w 90"/>
                <a:gd name="T17" fmla="*/ 23 h 46"/>
                <a:gd name="T18" fmla="*/ 35 w 90"/>
                <a:gd name="T19"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 h="46">
                  <a:moveTo>
                    <a:pt x="35" y="1"/>
                  </a:moveTo>
                  <a:cubicBezTo>
                    <a:pt x="55" y="1"/>
                    <a:pt x="76" y="11"/>
                    <a:pt x="81" y="23"/>
                  </a:cubicBezTo>
                  <a:cubicBezTo>
                    <a:pt x="86" y="34"/>
                    <a:pt x="74" y="44"/>
                    <a:pt x="54" y="44"/>
                  </a:cubicBezTo>
                  <a:cubicBezTo>
                    <a:pt x="34" y="44"/>
                    <a:pt x="13" y="34"/>
                    <a:pt x="8" y="23"/>
                  </a:cubicBezTo>
                  <a:cubicBezTo>
                    <a:pt x="3" y="11"/>
                    <a:pt x="15" y="1"/>
                    <a:pt x="35" y="1"/>
                  </a:cubicBezTo>
                  <a:moveTo>
                    <a:pt x="35" y="0"/>
                  </a:moveTo>
                  <a:cubicBezTo>
                    <a:pt x="13" y="0"/>
                    <a:pt x="0" y="10"/>
                    <a:pt x="5" y="23"/>
                  </a:cubicBezTo>
                  <a:cubicBezTo>
                    <a:pt x="11" y="35"/>
                    <a:pt x="33" y="46"/>
                    <a:pt x="55" y="46"/>
                  </a:cubicBezTo>
                  <a:cubicBezTo>
                    <a:pt x="76" y="46"/>
                    <a:pt x="90" y="35"/>
                    <a:pt x="84" y="23"/>
                  </a:cubicBezTo>
                  <a:cubicBezTo>
                    <a:pt x="78" y="10"/>
                    <a:pt x="56" y="0"/>
                    <a:pt x="3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5" name="Freeform 49"/>
            <p:cNvSpPr>
              <a:spLocks/>
            </p:cNvSpPr>
            <p:nvPr/>
          </p:nvSpPr>
          <p:spPr bwMode="auto">
            <a:xfrm>
              <a:off x="4175125" y="5992812"/>
              <a:ext cx="201613" cy="109537"/>
            </a:xfrm>
            <a:custGeom>
              <a:avLst/>
              <a:gdLst>
                <a:gd name="T0" fmla="*/ 38 w 72"/>
                <a:gd name="T1" fmla="*/ 39 h 39"/>
                <a:gd name="T2" fmla="*/ 1 w 72"/>
                <a:gd name="T3" fmla="*/ 19 h 39"/>
                <a:gd name="T4" fmla="*/ 34 w 72"/>
                <a:gd name="T5" fmla="*/ 0 h 39"/>
                <a:gd name="T6" fmla="*/ 71 w 72"/>
                <a:gd name="T7" fmla="*/ 19 h 39"/>
                <a:gd name="T8" fmla="*/ 38 w 72"/>
                <a:gd name="T9" fmla="*/ 39 h 39"/>
              </a:gdLst>
              <a:ahLst/>
              <a:cxnLst>
                <a:cxn ang="0">
                  <a:pos x="T0" y="T1"/>
                </a:cxn>
                <a:cxn ang="0">
                  <a:pos x="T2" y="T3"/>
                </a:cxn>
                <a:cxn ang="0">
                  <a:pos x="T4" y="T5"/>
                </a:cxn>
                <a:cxn ang="0">
                  <a:pos x="T6" y="T7"/>
                </a:cxn>
                <a:cxn ang="0">
                  <a:pos x="T8" y="T9"/>
                </a:cxn>
              </a:cxnLst>
              <a:rect l="0" t="0" r="r" b="b"/>
              <a:pathLst>
                <a:path w="72" h="39">
                  <a:moveTo>
                    <a:pt x="38" y="39"/>
                  </a:moveTo>
                  <a:cubicBezTo>
                    <a:pt x="18" y="39"/>
                    <a:pt x="2" y="30"/>
                    <a:pt x="1" y="19"/>
                  </a:cubicBezTo>
                  <a:cubicBezTo>
                    <a:pt x="0" y="9"/>
                    <a:pt x="15" y="0"/>
                    <a:pt x="34" y="0"/>
                  </a:cubicBezTo>
                  <a:cubicBezTo>
                    <a:pt x="53" y="0"/>
                    <a:pt x="70" y="9"/>
                    <a:pt x="71" y="19"/>
                  </a:cubicBezTo>
                  <a:cubicBezTo>
                    <a:pt x="72" y="30"/>
                    <a:pt x="57" y="39"/>
                    <a:pt x="38" y="3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6" name="Freeform 50"/>
            <p:cNvSpPr>
              <a:spLocks noEditPoints="1"/>
            </p:cNvSpPr>
            <p:nvPr/>
          </p:nvSpPr>
          <p:spPr bwMode="auto">
            <a:xfrm>
              <a:off x="4171950" y="5989637"/>
              <a:ext cx="207963" cy="114300"/>
            </a:xfrm>
            <a:custGeom>
              <a:avLst/>
              <a:gdLst>
                <a:gd name="T0" fmla="*/ 35 w 74"/>
                <a:gd name="T1" fmla="*/ 2 h 41"/>
                <a:gd name="T2" fmla="*/ 71 w 74"/>
                <a:gd name="T3" fmla="*/ 20 h 41"/>
                <a:gd name="T4" fmla="*/ 39 w 74"/>
                <a:gd name="T5" fmla="*/ 39 h 41"/>
                <a:gd name="T6" fmla="*/ 3 w 74"/>
                <a:gd name="T7" fmla="*/ 20 h 41"/>
                <a:gd name="T8" fmla="*/ 35 w 74"/>
                <a:gd name="T9" fmla="*/ 2 h 41"/>
                <a:gd name="T10" fmla="*/ 35 w 74"/>
                <a:gd name="T11" fmla="*/ 0 h 41"/>
                <a:gd name="T12" fmla="*/ 1 w 74"/>
                <a:gd name="T13" fmla="*/ 20 h 41"/>
                <a:gd name="T14" fmla="*/ 39 w 74"/>
                <a:gd name="T15" fmla="*/ 41 h 41"/>
                <a:gd name="T16" fmla="*/ 73 w 74"/>
                <a:gd name="T17" fmla="*/ 20 h 41"/>
                <a:gd name="T18" fmla="*/ 35 w 74"/>
                <a:gd name="T1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41">
                  <a:moveTo>
                    <a:pt x="35" y="2"/>
                  </a:moveTo>
                  <a:cubicBezTo>
                    <a:pt x="54" y="2"/>
                    <a:pt x="70" y="10"/>
                    <a:pt x="71" y="20"/>
                  </a:cubicBezTo>
                  <a:cubicBezTo>
                    <a:pt x="72" y="31"/>
                    <a:pt x="57" y="39"/>
                    <a:pt x="39" y="39"/>
                  </a:cubicBezTo>
                  <a:cubicBezTo>
                    <a:pt x="20" y="39"/>
                    <a:pt x="4" y="31"/>
                    <a:pt x="3" y="20"/>
                  </a:cubicBezTo>
                  <a:cubicBezTo>
                    <a:pt x="3" y="10"/>
                    <a:pt x="17" y="2"/>
                    <a:pt x="35" y="2"/>
                  </a:cubicBezTo>
                  <a:moveTo>
                    <a:pt x="35" y="0"/>
                  </a:moveTo>
                  <a:cubicBezTo>
                    <a:pt x="15" y="0"/>
                    <a:pt x="0" y="9"/>
                    <a:pt x="1" y="20"/>
                  </a:cubicBezTo>
                  <a:cubicBezTo>
                    <a:pt x="1" y="31"/>
                    <a:pt x="18" y="41"/>
                    <a:pt x="39" y="41"/>
                  </a:cubicBezTo>
                  <a:cubicBezTo>
                    <a:pt x="59" y="41"/>
                    <a:pt x="74" y="32"/>
                    <a:pt x="73" y="20"/>
                  </a:cubicBezTo>
                  <a:cubicBezTo>
                    <a:pt x="72" y="9"/>
                    <a:pt x="55" y="0"/>
                    <a:pt x="3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7" name="Freeform 51"/>
            <p:cNvSpPr>
              <a:spLocks/>
            </p:cNvSpPr>
            <p:nvPr/>
          </p:nvSpPr>
          <p:spPr bwMode="auto">
            <a:xfrm>
              <a:off x="7842250" y="6270625"/>
              <a:ext cx="150813" cy="74612"/>
            </a:xfrm>
            <a:custGeom>
              <a:avLst/>
              <a:gdLst>
                <a:gd name="T0" fmla="*/ 33 w 54"/>
                <a:gd name="T1" fmla="*/ 27 h 27"/>
                <a:gd name="T2" fmla="*/ 3 w 54"/>
                <a:gd name="T3" fmla="*/ 13 h 27"/>
                <a:gd name="T4" fmla="*/ 20 w 54"/>
                <a:gd name="T5" fmla="*/ 0 h 27"/>
                <a:gd name="T6" fmla="*/ 50 w 54"/>
                <a:gd name="T7" fmla="*/ 13 h 27"/>
                <a:gd name="T8" fmla="*/ 33 w 54"/>
                <a:gd name="T9" fmla="*/ 27 h 27"/>
              </a:gdLst>
              <a:ahLst/>
              <a:cxnLst>
                <a:cxn ang="0">
                  <a:pos x="T0" y="T1"/>
                </a:cxn>
                <a:cxn ang="0">
                  <a:pos x="T2" y="T3"/>
                </a:cxn>
                <a:cxn ang="0">
                  <a:pos x="T4" y="T5"/>
                </a:cxn>
                <a:cxn ang="0">
                  <a:pos x="T6" y="T7"/>
                </a:cxn>
                <a:cxn ang="0">
                  <a:pos x="T8" y="T9"/>
                </a:cxn>
              </a:cxnLst>
              <a:rect l="0" t="0" r="r" b="b"/>
              <a:pathLst>
                <a:path w="54" h="27">
                  <a:moveTo>
                    <a:pt x="33" y="27"/>
                  </a:moveTo>
                  <a:cubicBezTo>
                    <a:pt x="20" y="27"/>
                    <a:pt x="7" y="21"/>
                    <a:pt x="3" y="13"/>
                  </a:cubicBezTo>
                  <a:cubicBezTo>
                    <a:pt x="0" y="6"/>
                    <a:pt x="7" y="0"/>
                    <a:pt x="20" y="0"/>
                  </a:cubicBezTo>
                  <a:cubicBezTo>
                    <a:pt x="33" y="0"/>
                    <a:pt x="47" y="6"/>
                    <a:pt x="50" y="13"/>
                  </a:cubicBezTo>
                  <a:cubicBezTo>
                    <a:pt x="54" y="21"/>
                    <a:pt x="46" y="27"/>
                    <a:pt x="33" y="2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8" name="Freeform 52"/>
            <p:cNvSpPr>
              <a:spLocks noEditPoints="1"/>
            </p:cNvSpPr>
            <p:nvPr/>
          </p:nvSpPr>
          <p:spPr bwMode="auto">
            <a:xfrm>
              <a:off x="7835900" y="6267450"/>
              <a:ext cx="160338" cy="80962"/>
            </a:xfrm>
            <a:custGeom>
              <a:avLst/>
              <a:gdLst>
                <a:gd name="T0" fmla="*/ 23 w 57"/>
                <a:gd name="T1" fmla="*/ 2 h 29"/>
                <a:gd name="T2" fmla="*/ 51 w 57"/>
                <a:gd name="T3" fmla="*/ 14 h 29"/>
                <a:gd name="T4" fmla="*/ 35 w 57"/>
                <a:gd name="T5" fmla="*/ 27 h 29"/>
                <a:gd name="T6" fmla="*/ 7 w 57"/>
                <a:gd name="T7" fmla="*/ 14 h 29"/>
                <a:gd name="T8" fmla="*/ 23 w 57"/>
                <a:gd name="T9" fmla="*/ 2 h 29"/>
                <a:gd name="T10" fmla="*/ 22 w 57"/>
                <a:gd name="T11" fmla="*/ 0 h 29"/>
                <a:gd name="T12" fmla="*/ 4 w 57"/>
                <a:gd name="T13" fmla="*/ 14 h 29"/>
                <a:gd name="T14" fmla="*/ 35 w 57"/>
                <a:gd name="T15" fmla="*/ 29 h 29"/>
                <a:gd name="T16" fmla="*/ 54 w 57"/>
                <a:gd name="T17" fmla="*/ 14 h 29"/>
                <a:gd name="T18" fmla="*/ 22 w 57"/>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 h="29">
                  <a:moveTo>
                    <a:pt x="23" y="2"/>
                  </a:moveTo>
                  <a:cubicBezTo>
                    <a:pt x="35" y="2"/>
                    <a:pt x="47" y="7"/>
                    <a:pt x="51" y="14"/>
                  </a:cubicBezTo>
                  <a:cubicBezTo>
                    <a:pt x="54" y="21"/>
                    <a:pt x="47" y="27"/>
                    <a:pt x="35" y="27"/>
                  </a:cubicBezTo>
                  <a:cubicBezTo>
                    <a:pt x="22" y="27"/>
                    <a:pt x="10" y="21"/>
                    <a:pt x="7" y="14"/>
                  </a:cubicBezTo>
                  <a:cubicBezTo>
                    <a:pt x="3" y="7"/>
                    <a:pt x="11" y="2"/>
                    <a:pt x="23" y="2"/>
                  </a:cubicBezTo>
                  <a:moveTo>
                    <a:pt x="22" y="0"/>
                  </a:moveTo>
                  <a:cubicBezTo>
                    <a:pt x="8" y="0"/>
                    <a:pt x="0" y="7"/>
                    <a:pt x="4" y="14"/>
                  </a:cubicBezTo>
                  <a:cubicBezTo>
                    <a:pt x="7" y="22"/>
                    <a:pt x="22" y="29"/>
                    <a:pt x="35" y="29"/>
                  </a:cubicBezTo>
                  <a:cubicBezTo>
                    <a:pt x="49" y="29"/>
                    <a:pt x="57" y="22"/>
                    <a:pt x="54" y="14"/>
                  </a:cubicBezTo>
                  <a:cubicBezTo>
                    <a:pt x="50" y="7"/>
                    <a:pt x="36" y="0"/>
                    <a:pt x="2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9" name="Freeform 53"/>
            <p:cNvSpPr>
              <a:spLocks/>
            </p:cNvSpPr>
            <p:nvPr/>
          </p:nvSpPr>
          <p:spPr bwMode="auto">
            <a:xfrm>
              <a:off x="7883525" y="6359525"/>
              <a:ext cx="252413" cy="128587"/>
            </a:xfrm>
            <a:custGeom>
              <a:avLst/>
              <a:gdLst>
                <a:gd name="T0" fmla="*/ 56 w 90"/>
                <a:gd name="T1" fmla="*/ 46 h 46"/>
                <a:gd name="T2" fmla="*/ 6 w 90"/>
                <a:gd name="T3" fmla="*/ 23 h 46"/>
                <a:gd name="T4" fmla="*/ 34 w 90"/>
                <a:gd name="T5" fmla="*/ 0 h 46"/>
                <a:gd name="T6" fmla="*/ 84 w 90"/>
                <a:gd name="T7" fmla="*/ 23 h 46"/>
                <a:gd name="T8" fmla="*/ 56 w 90"/>
                <a:gd name="T9" fmla="*/ 46 h 46"/>
              </a:gdLst>
              <a:ahLst/>
              <a:cxnLst>
                <a:cxn ang="0">
                  <a:pos x="T0" y="T1"/>
                </a:cxn>
                <a:cxn ang="0">
                  <a:pos x="T2" y="T3"/>
                </a:cxn>
                <a:cxn ang="0">
                  <a:pos x="T4" y="T5"/>
                </a:cxn>
                <a:cxn ang="0">
                  <a:pos x="T6" y="T7"/>
                </a:cxn>
                <a:cxn ang="0">
                  <a:pos x="T8" y="T9"/>
                </a:cxn>
              </a:cxnLst>
              <a:rect l="0" t="0" r="r" b="b"/>
              <a:pathLst>
                <a:path w="90" h="46">
                  <a:moveTo>
                    <a:pt x="56" y="46"/>
                  </a:moveTo>
                  <a:cubicBezTo>
                    <a:pt x="34" y="46"/>
                    <a:pt x="12" y="36"/>
                    <a:pt x="6" y="23"/>
                  </a:cubicBezTo>
                  <a:cubicBezTo>
                    <a:pt x="0" y="10"/>
                    <a:pt x="13" y="0"/>
                    <a:pt x="34" y="0"/>
                  </a:cubicBezTo>
                  <a:cubicBezTo>
                    <a:pt x="55" y="0"/>
                    <a:pt x="78" y="10"/>
                    <a:pt x="84" y="23"/>
                  </a:cubicBezTo>
                  <a:cubicBezTo>
                    <a:pt x="90" y="36"/>
                    <a:pt x="77" y="46"/>
                    <a:pt x="56" y="46"/>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0" name="Freeform 54"/>
            <p:cNvSpPr>
              <a:spLocks noEditPoints="1"/>
            </p:cNvSpPr>
            <p:nvPr/>
          </p:nvSpPr>
          <p:spPr bwMode="auto">
            <a:xfrm>
              <a:off x="7878763" y="6359525"/>
              <a:ext cx="260350" cy="131762"/>
            </a:xfrm>
            <a:custGeom>
              <a:avLst/>
              <a:gdLst>
                <a:gd name="T0" fmla="*/ 36 w 93"/>
                <a:gd name="T1" fmla="*/ 1 h 47"/>
                <a:gd name="T2" fmla="*/ 84 w 93"/>
                <a:gd name="T3" fmla="*/ 23 h 47"/>
                <a:gd name="T4" fmla="*/ 57 w 93"/>
                <a:gd name="T5" fmla="*/ 45 h 47"/>
                <a:gd name="T6" fmla="*/ 10 w 93"/>
                <a:gd name="T7" fmla="*/ 23 h 47"/>
                <a:gd name="T8" fmla="*/ 36 w 93"/>
                <a:gd name="T9" fmla="*/ 1 h 47"/>
                <a:gd name="T10" fmla="*/ 36 w 93"/>
                <a:gd name="T11" fmla="*/ 0 h 47"/>
                <a:gd name="T12" fmla="*/ 7 w 93"/>
                <a:gd name="T13" fmla="*/ 23 h 47"/>
                <a:gd name="T14" fmla="*/ 58 w 93"/>
                <a:gd name="T15" fmla="*/ 47 h 47"/>
                <a:gd name="T16" fmla="*/ 87 w 93"/>
                <a:gd name="T17" fmla="*/ 23 h 47"/>
                <a:gd name="T18" fmla="*/ 36 w 93"/>
                <a:gd name="T19"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3" h="47">
                  <a:moveTo>
                    <a:pt x="36" y="1"/>
                  </a:moveTo>
                  <a:cubicBezTo>
                    <a:pt x="57" y="1"/>
                    <a:pt x="78" y="11"/>
                    <a:pt x="84" y="23"/>
                  </a:cubicBezTo>
                  <a:cubicBezTo>
                    <a:pt x="90" y="35"/>
                    <a:pt x="78" y="45"/>
                    <a:pt x="57" y="45"/>
                  </a:cubicBezTo>
                  <a:cubicBezTo>
                    <a:pt x="37" y="45"/>
                    <a:pt x="15" y="35"/>
                    <a:pt x="10" y="23"/>
                  </a:cubicBezTo>
                  <a:cubicBezTo>
                    <a:pt x="4" y="11"/>
                    <a:pt x="16" y="1"/>
                    <a:pt x="36" y="1"/>
                  </a:cubicBezTo>
                  <a:moveTo>
                    <a:pt x="36" y="0"/>
                  </a:moveTo>
                  <a:cubicBezTo>
                    <a:pt x="13" y="0"/>
                    <a:pt x="0" y="10"/>
                    <a:pt x="7" y="23"/>
                  </a:cubicBezTo>
                  <a:cubicBezTo>
                    <a:pt x="13" y="36"/>
                    <a:pt x="36" y="47"/>
                    <a:pt x="58" y="47"/>
                  </a:cubicBezTo>
                  <a:cubicBezTo>
                    <a:pt x="80" y="47"/>
                    <a:pt x="93" y="36"/>
                    <a:pt x="87" y="23"/>
                  </a:cubicBezTo>
                  <a:cubicBezTo>
                    <a:pt x="81" y="10"/>
                    <a:pt x="58" y="0"/>
                    <a:pt x="3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1" name="Freeform 55"/>
            <p:cNvSpPr>
              <a:spLocks/>
            </p:cNvSpPr>
            <p:nvPr/>
          </p:nvSpPr>
          <p:spPr bwMode="auto">
            <a:xfrm>
              <a:off x="7786688" y="5807075"/>
              <a:ext cx="165100" cy="66675"/>
            </a:xfrm>
            <a:custGeom>
              <a:avLst/>
              <a:gdLst>
                <a:gd name="T0" fmla="*/ 35 w 59"/>
                <a:gd name="T1" fmla="*/ 24 h 24"/>
                <a:gd name="T2" fmla="*/ 3 w 59"/>
                <a:gd name="T3" fmla="*/ 12 h 24"/>
                <a:gd name="T4" fmla="*/ 23 w 59"/>
                <a:gd name="T5" fmla="*/ 0 h 24"/>
                <a:gd name="T6" fmla="*/ 55 w 59"/>
                <a:gd name="T7" fmla="*/ 12 h 24"/>
                <a:gd name="T8" fmla="*/ 35 w 59"/>
                <a:gd name="T9" fmla="*/ 24 h 24"/>
              </a:gdLst>
              <a:ahLst/>
              <a:cxnLst>
                <a:cxn ang="0">
                  <a:pos x="T0" y="T1"/>
                </a:cxn>
                <a:cxn ang="0">
                  <a:pos x="T2" y="T3"/>
                </a:cxn>
                <a:cxn ang="0">
                  <a:pos x="T4" y="T5"/>
                </a:cxn>
                <a:cxn ang="0">
                  <a:pos x="T6" y="T7"/>
                </a:cxn>
                <a:cxn ang="0">
                  <a:pos x="T8" y="T9"/>
                </a:cxn>
              </a:cxnLst>
              <a:rect l="0" t="0" r="r" b="b"/>
              <a:pathLst>
                <a:path w="59" h="24">
                  <a:moveTo>
                    <a:pt x="35" y="24"/>
                  </a:moveTo>
                  <a:cubicBezTo>
                    <a:pt x="21" y="24"/>
                    <a:pt x="7" y="19"/>
                    <a:pt x="3" y="12"/>
                  </a:cubicBezTo>
                  <a:cubicBezTo>
                    <a:pt x="0" y="5"/>
                    <a:pt x="9" y="0"/>
                    <a:pt x="23" y="0"/>
                  </a:cubicBezTo>
                  <a:cubicBezTo>
                    <a:pt x="37" y="0"/>
                    <a:pt x="52" y="5"/>
                    <a:pt x="55" y="12"/>
                  </a:cubicBezTo>
                  <a:cubicBezTo>
                    <a:pt x="59" y="19"/>
                    <a:pt x="50" y="24"/>
                    <a:pt x="35" y="24"/>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2" name="Freeform 56"/>
            <p:cNvSpPr>
              <a:spLocks noEditPoints="1"/>
            </p:cNvSpPr>
            <p:nvPr/>
          </p:nvSpPr>
          <p:spPr bwMode="auto">
            <a:xfrm>
              <a:off x="7780338" y="5803900"/>
              <a:ext cx="174625" cy="73025"/>
            </a:xfrm>
            <a:custGeom>
              <a:avLst/>
              <a:gdLst>
                <a:gd name="T0" fmla="*/ 25 w 62"/>
                <a:gd name="T1" fmla="*/ 1 h 26"/>
                <a:gd name="T2" fmla="*/ 56 w 62"/>
                <a:gd name="T3" fmla="*/ 13 h 26"/>
                <a:gd name="T4" fmla="*/ 37 w 62"/>
                <a:gd name="T5" fmla="*/ 24 h 26"/>
                <a:gd name="T6" fmla="*/ 7 w 62"/>
                <a:gd name="T7" fmla="*/ 13 h 26"/>
                <a:gd name="T8" fmla="*/ 25 w 62"/>
                <a:gd name="T9" fmla="*/ 1 h 26"/>
                <a:gd name="T10" fmla="*/ 25 w 62"/>
                <a:gd name="T11" fmla="*/ 0 h 26"/>
                <a:gd name="T12" fmla="*/ 4 w 62"/>
                <a:gd name="T13" fmla="*/ 13 h 26"/>
                <a:gd name="T14" fmla="*/ 38 w 62"/>
                <a:gd name="T15" fmla="*/ 26 h 26"/>
                <a:gd name="T16" fmla="*/ 59 w 62"/>
                <a:gd name="T17" fmla="*/ 13 h 26"/>
                <a:gd name="T18" fmla="*/ 25 w 62"/>
                <a:gd name="T19"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26">
                  <a:moveTo>
                    <a:pt x="25" y="1"/>
                  </a:moveTo>
                  <a:cubicBezTo>
                    <a:pt x="39" y="1"/>
                    <a:pt x="53" y="6"/>
                    <a:pt x="56" y="13"/>
                  </a:cubicBezTo>
                  <a:cubicBezTo>
                    <a:pt x="59" y="19"/>
                    <a:pt x="51" y="24"/>
                    <a:pt x="37" y="24"/>
                  </a:cubicBezTo>
                  <a:cubicBezTo>
                    <a:pt x="24" y="24"/>
                    <a:pt x="10" y="19"/>
                    <a:pt x="7" y="13"/>
                  </a:cubicBezTo>
                  <a:cubicBezTo>
                    <a:pt x="4" y="6"/>
                    <a:pt x="12" y="1"/>
                    <a:pt x="25" y="1"/>
                  </a:cubicBezTo>
                  <a:moveTo>
                    <a:pt x="25" y="0"/>
                  </a:moveTo>
                  <a:cubicBezTo>
                    <a:pt x="10" y="0"/>
                    <a:pt x="0" y="6"/>
                    <a:pt x="4" y="13"/>
                  </a:cubicBezTo>
                  <a:cubicBezTo>
                    <a:pt x="7" y="20"/>
                    <a:pt x="23" y="26"/>
                    <a:pt x="38" y="26"/>
                  </a:cubicBezTo>
                  <a:cubicBezTo>
                    <a:pt x="53" y="26"/>
                    <a:pt x="62" y="20"/>
                    <a:pt x="59" y="13"/>
                  </a:cubicBezTo>
                  <a:cubicBezTo>
                    <a:pt x="55" y="6"/>
                    <a:pt x="40" y="0"/>
                    <a:pt x="2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3" name="Freeform 57"/>
            <p:cNvSpPr>
              <a:spLocks/>
            </p:cNvSpPr>
            <p:nvPr/>
          </p:nvSpPr>
          <p:spPr bwMode="auto">
            <a:xfrm>
              <a:off x="7956550" y="6030912"/>
              <a:ext cx="165100" cy="76200"/>
            </a:xfrm>
            <a:custGeom>
              <a:avLst/>
              <a:gdLst>
                <a:gd name="T0" fmla="*/ 36 w 59"/>
                <a:gd name="T1" fmla="*/ 27 h 27"/>
                <a:gd name="T2" fmla="*/ 3 w 59"/>
                <a:gd name="T3" fmla="*/ 13 h 27"/>
                <a:gd name="T4" fmla="*/ 23 w 59"/>
                <a:gd name="T5" fmla="*/ 0 h 27"/>
                <a:gd name="T6" fmla="*/ 55 w 59"/>
                <a:gd name="T7" fmla="*/ 13 h 27"/>
                <a:gd name="T8" fmla="*/ 36 w 59"/>
                <a:gd name="T9" fmla="*/ 27 h 27"/>
              </a:gdLst>
              <a:ahLst/>
              <a:cxnLst>
                <a:cxn ang="0">
                  <a:pos x="T0" y="T1"/>
                </a:cxn>
                <a:cxn ang="0">
                  <a:pos x="T2" y="T3"/>
                </a:cxn>
                <a:cxn ang="0">
                  <a:pos x="T4" y="T5"/>
                </a:cxn>
                <a:cxn ang="0">
                  <a:pos x="T6" y="T7"/>
                </a:cxn>
                <a:cxn ang="0">
                  <a:pos x="T8" y="T9"/>
                </a:cxn>
              </a:cxnLst>
              <a:rect l="0" t="0" r="r" b="b"/>
              <a:pathLst>
                <a:path w="59" h="27">
                  <a:moveTo>
                    <a:pt x="36" y="27"/>
                  </a:moveTo>
                  <a:cubicBezTo>
                    <a:pt x="22" y="27"/>
                    <a:pt x="7" y="21"/>
                    <a:pt x="3" y="13"/>
                  </a:cubicBezTo>
                  <a:cubicBezTo>
                    <a:pt x="0" y="6"/>
                    <a:pt x="8" y="0"/>
                    <a:pt x="23" y="0"/>
                  </a:cubicBezTo>
                  <a:cubicBezTo>
                    <a:pt x="37" y="0"/>
                    <a:pt x="52" y="6"/>
                    <a:pt x="55" y="13"/>
                  </a:cubicBezTo>
                  <a:cubicBezTo>
                    <a:pt x="59" y="21"/>
                    <a:pt x="50" y="27"/>
                    <a:pt x="36" y="2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4" name="Freeform 58"/>
            <p:cNvSpPr>
              <a:spLocks noEditPoints="1"/>
            </p:cNvSpPr>
            <p:nvPr/>
          </p:nvSpPr>
          <p:spPr bwMode="auto">
            <a:xfrm>
              <a:off x="7951788" y="6029325"/>
              <a:ext cx="176213" cy="77787"/>
            </a:xfrm>
            <a:custGeom>
              <a:avLst/>
              <a:gdLst>
                <a:gd name="T0" fmla="*/ 25 w 63"/>
                <a:gd name="T1" fmla="*/ 2 h 28"/>
                <a:gd name="T2" fmla="*/ 56 w 63"/>
                <a:gd name="T3" fmla="*/ 14 h 28"/>
                <a:gd name="T4" fmla="*/ 38 w 63"/>
                <a:gd name="T5" fmla="*/ 27 h 28"/>
                <a:gd name="T6" fmla="*/ 7 w 63"/>
                <a:gd name="T7" fmla="*/ 14 h 28"/>
                <a:gd name="T8" fmla="*/ 25 w 63"/>
                <a:gd name="T9" fmla="*/ 2 h 28"/>
                <a:gd name="T10" fmla="*/ 24 w 63"/>
                <a:gd name="T11" fmla="*/ 0 h 28"/>
                <a:gd name="T12" fmla="*/ 4 w 63"/>
                <a:gd name="T13" fmla="*/ 14 h 28"/>
                <a:gd name="T14" fmla="*/ 38 w 63"/>
                <a:gd name="T15" fmla="*/ 28 h 28"/>
                <a:gd name="T16" fmla="*/ 59 w 63"/>
                <a:gd name="T17" fmla="*/ 14 h 28"/>
                <a:gd name="T18" fmla="*/ 24 w 63"/>
                <a:gd name="T1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3" h="28">
                  <a:moveTo>
                    <a:pt x="25" y="2"/>
                  </a:moveTo>
                  <a:cubicBezTo>
                    <a:pt x="39" y="2"/>
                    <a:pt x="53" y="7"/>
                    <a:pt x="56" y="14"/>
                  </a:cubicBezTo>
                  <a:cubicBezTo>
                    <a:pt x="59" y="21"/>
                    <a:pt x="51" y="27"/>
                    <a:pt x="38" y="27"/>
                  </a:cubicBezTo>
                  <a:cubicBezTo>
                    <a:pt x="24" y="27"/>
                    <a:pt x="10" y="21"/>
                    <a:pt x="7" y="14"/>
                  </a:cubicBezTo>
                  <a:cubicBezTo>
                    <a:pt x="3" y="7"/>
                    <a:pt x="12" y="2"/>
                    <a:pt x="25" y="2"/>
                  </a:cubicBezTo>
                  <a:moveTo>
                    <a:pt x="24" y="0"/>
                  </a:moveTo>
                  <a:cubicBezTo>
                    <a:pt x="9" y="0"/>
                    <a:pt x="0" y="6"/>
                    <a:pt x="4" y="14"/>
                  </a:cubicBezTo>
                  <a:cubicBezTo>
                    <a:pt x="8" y="22"/>
                    <a:pt x="23" y="28"/>
                    <a:pt x="38" y="28"/>
                  </a:cubicBezTo>
                  <a:cubicBezTo>
                    <a:pt x="54" y="28"/>
                    <a:pt x="63" y="22"/>
                    <a:pt x="59" y="14"/>
                  </a:cubicBezTo>
                  <a:cubicBezTo>
                    <a:pt x="55" y="6"/>
                    <a:pt x="40" y="0"/>
                    <a:pt x="2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5" name="Freeform 59"/>
            <p:cNvSpPr>
              <a:spLocks/>
            </p:cNvSpPr>
            <p:nvPr/>
          </p:nvSpPr>
          <p:spPr bwMode="auto">
            <a:xfrm>
              <a:off x="7348538" y="6030912"/>
              <a:ext cx="161925" cy="76200"/>
            </a:xfrm>
            <a:custGeom>
              <a:avLst/>
              <a:gdLst>
                <a:gd name="T0" fmla="*/ 36 w 58"/>
                <a:gd name="T1" fmla="*/ 27 h 27"/>
                <a:gd name="T2" fmla="*/ 4 w 58"/>
                <a:gd name="T3" fmla="*/ 13 h 27"/>
                <a:gd name="T4" fmla="*/ 23 w 58"/>
                <a:gd name="T5" fmla="*/ 0 h 27"/>
                <a:gd name="T6" fmla="*/ 55 w 58"/>
                <a:gd name="T7" fmla="*/ 13 h 27"/>
                <a:gd name="T8" fmla="*/ 36 w 58"/>
                <a:gd name="T9" fmla="*/ 27 h 27"/>
              </a:gdLst>
              <a:ahLst/>
              <a:cxnLst>
                <a:cxn ang="0">
                  <a:pos x="T0" y="T1"/>
                </a:cxn>
                <a:cxn ang="0">
                  <a:pos x="T2" y="T3"/>
                </a:cxn>
                <a:cxn ang="0">
                  <a:pos x="T4" y="T5"/>
                </a:cxn>
                <a:cxn ang="0">
                  <a:pos x="T6" y="T7"/>
                </a:cxn>
                <a:cxn ang="0">
                  <a:pos x="T8" y="T9"/>
                </a:cxn>
              </a:cxnLst>
              <a:rect l="0" t="0" r="r" b="b"/>
              <a:pathLst>
                <a:path w="58" h="27">
                  <a:moveTo>
                    <a:pt x="36" y="27"/>
                  </a:moveTo>
                  <a:cubicBezTo>
                    <a:pt x="22" y="27"/>
                    <a:pt x="7" y="21"/>
                    <a:pt x="4" y="13"/>
                  </a:cubicBezTo>
                  <a:cubicBezTo>
                    <a:pt x="0" y="6"/>
                    <a:pt x="9" y="0"/>
                    <a:pt x="23" y="0"/>
                  </a:cubicBezTo>
                  <a:cubicBezTo>
                    <a:pt x="37" y="0"/>
                    <a:pt x="51" y="6"/>
                    <a:pt x="55" y="13"/>
                  </a:cubicBezTo>
                  <a:cubicBezTo>
                    <a:pt x="58" y="21"/>
                    <a:pt x="50" y="27"/>
                    <a:pt x="36" y="2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6" name="Freeform 60"/>
            <p:cNvSpPr>
              <a:spLocks noEditPoints="1"/>
            </p:cNvSpPr>
            <p:nvPr/>
          </p:nvSpPr>
          <p:spPr bwMode="auto">
            <a:xfrm>
              <a:off x="7345363" y="6029325"/>
              <a:ext cx="171450" cy="77787"/>
            </a:xfrm>
            <a:custGeom>
              <a:avLst/>
              <a:gdLst>
                <a:gd name="T0" fmla="*/ 24 w 61"/>
                <a:gd name="T1" fmla="*/ 2 h 28"/>
                <a:gd name="T2" fmla="*/ 54 w 61"/>
                <a:gd name="T3" fmla="*/ 14 h 28"/>
                <a:gd name="T4" fmla="*/ 36 w 61"/>
                <a:gd name="T5" fmla="*/ 27 h 28"/>
                <a:gd name="T6" fmla="*/ 6 w 61"/>
                <a:gd name="T7" fmla="*/ 14 h 28"/>
                <a:gd name="T8" fmla="*/ 24 w 61"/>
                <a:gd name="T9" fmla="*/ 2 h 28"/>
                <a:gd name="T10" fmla="*/ 24 w 61"/>
                <a:gd name="T11" fmla="*/ 0 h 28"/>
                <a:gd name="T12" fmla="*/ 3 w 61"/>
                <a:gd name="T13" fmla="*/ 14 h 28"/>
                <a:gd name="T14" fmla="*/ 37 w 61"/>
                <a:gd name="T15" fmla="*/ 28 h 28"/>
                <a:gd name="T16" fmla="*/ 57 w 61"/>
                <a:gd name="T17" fmla="*/ 14 h 28"/>
                <a:gd name="T18" fmla="*/ 24 w 61"/>
                <a:gd name="T1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 h="28">
                  <a:moveTo>
                    <a:pt x="24" y="2"/>
                  </a:moveTo>
                  <a:cubicBezTo>
                    <a:pt x="38" y="2"/>
                    <a:pt x="51" y="7"/>
                    <a:pt x="54" y="14"/>
                  </a:cubicBezTo>
                  <a:cubicBezTo>
                    <a:pt x="58" y="21"/>
                    <a:pt x="50" y="27"/>
                    <a:pt x="36" y="27"/>
                  </a:cubicBezTo>
                  <a:cubicBezTo>
                    <a:pt x="23" y="27"/>
                    <a:pt x="9" y="21"/>
                    <a:pt x="6" y="14"/>
                  </a:cubicBezTo>
                  <a:cubicBezTo>
                    <a:pt x="3" y="7"/>
                    <a:pt x="11" y="2"/>
                    <a:pt x="24" y="2"/>
                  </a:cubicBezTo>
                  <a:moveTo>
                    <a:pt x="24" y="0"/>
                  </a:moveTo>
                  <a:cubicBezTo>
                    <a:pt x="9" y="0"/>
                    <a:pt x="0" y="6"/>
                    <a:pt x="3" y="14"/>
                  </a:cubicBezTo>
                  <a:cubicBezTo>
                    <a:pt x="7" y="22"/>
                    <a:pt x="22" y="28"/>
                    <a:pt x="37" y="28"/>
                  </a:cubicBezTo>
                  <a:cubicBezTo>
                    <a:pt x="52" y="28"/>
                    <a:pt x="61" y="22"/>
                    <a:pt x="57" y="14"/>
                  </a:cubicBezTo>
                  <a:cubicBezTo>
                    <a:pt x="53" y="6"/>
                    <a:pt x="38" y="0"/>
                    <a:pt x="2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7" name="Freeform 61"/>
            <p:cNvSpPr>
              <a:spLocks/>
            </p:cNvSpPr>
            <p:nvPr/>
          </p:nvSpPr>
          <p:spPr bwMode="auto">
            <a:xfrm>
              <a:off x="6832600" y="5719762"/>
              <a:ext cx="153988" cy="68262"/>
            </a:xfrm>
            <a:custGeom>
              <a:avLst/>
              <a:gdLst>
                <a:gd name="T0" fmla="*/ 33 w 55"/>
                <a:gd name="T1" fmla="*/ 24 h 24"/>
                <a:gd name="T2" fmla="*/ 3 w 55"/>
                <a:gd name="T3" fmla="*/ 12 h 24"/>
                <a:gd name="T4" fmla="*/ 22 w 55"/>
                <a:gd name="T5" fmla="*/ 0 h 24"/>
                <a:gd name="T6" fmla="*/ 52 w 55"/>
                <a:gd name="T7" fmla="*/ 12 h 24"/>
                <a:gd name="T8" fmla="*/ 33 w 55"/>
                <a:gd name="T9" fmla="*/ 24 h 24"/>
              </a:gdLst>
              <a:ahLst/>
              <a:cxnLst>
                <a:cxn ang="0">
                  <a:pos x="T0" y="T1"/>
                </a:cxn>
                <a:cxn ang="0">
                  <a:pos x="T2" y="T3"/>
                </a:cxn>
                <a:cxn ang="0">
                  <a:pos x="T4" y="T5"/>
                </a:cxn>
                <a:cxn ang="0">
                  <a:pos x="T6" y="T7"/>
                </a:cxn>
                <a:cxn ang="0">
                  <a:pos x="T8" y="T9"/>
                </a:cxn>
              </a:cxnLst>
              <a:rect l="0" t="0" r="r" b="b"/>
              <a:pathLst>
                <a:path w="55" h="24">
                  <a:moveTo>
                    <a:pt x="33" y="24"/>
                  </a:moveTo>
                  <a:cubicBezTo>
                    <a:pt x="19" y="24"/>
                    <a:pt x="6" y="19"/>
                    <a:pt x="3" y="12"/>
                  </a:cubicBezTo>
                  <a:cubicBezTo>
                    <a:pt x="0" y="6"/>
                    <a:pt x="8" y="0"/>
                    <a:pt x="22" y="0"/>
                  </a:cubicBezTo>
                  <a:cubicBezTo>
                    <a:pt x="35" y="0"/>
                    <a:pt x="49" y="5"/>
                    <a:pt x="52" y="12"/>
                  </a:cubicBezTo>
                  <a:cubicBezTo>
                    <a:pt x="55" y="19"/>
                    <a:pt x="46" y="24"/>
                    <a:pt x="33" y="24"/>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8" name="Freeform 62"/>
            <p:cNvSpPr>
              <a:spLocks noEditPoints="1"/>
            </p:cNvSpPr>
            <p:nvPr/>
          </p:nvSpPr>
          <p:spPr bwMode="auto">
            <a:xfrm>
              <a:off x="6827838" y="5719762"/>
              <a:ext cx="161925" cy="69850"/>
            </a:xfrm>
            <a:custGeom>
              <a:avLst/>
              <a:gdLst>
                <a:gd name="T0" fmla="*/ 24 w 58"/>
                <a:gd name="T1" fmla="*/ 1 h 25"/>
                <a:gd name="T2" fmla="*/ 52 w 58"/>
                <a:gd name="T3" fmla="*/ 12 h 25"/>
                <a:gd name="T4" fmla="*/ 34 w 58"/>
                <a:gd name="T5" fmla="*/ 23 h 25"/>
                <a:gd name="T6" fmla="*/ 6 w 58"/>
                <a:gd name="T7" fmla="*/ 12 h 25"/>
                <a:gd name="T8" fmla="*/ 24 w 58"/>
                <a:gd name="T9" fmla="*/ 1 h 25"/>
                <a:gd name="T10" fmla="*/ 23 w 58"/>
                <a:gd name="T11" fmla="*/ 0 h 25"/>
                <a:gd name="T12" fmla="*/ 3 w 58"/>
                <a:gd name="T13" fmla="*/ 12 h 25"/>
                <a:gd name="T14" fmla="*/ 35 w 58"/>
                <a:gd name="T15" fmla="*/ 25 h 25"/>
                <a:gd name="T16" fmla="*/ 55 w 58"/>
                <a:gd name="T17" fmla="*/ 12 h 25"/>
                <a:gd name="T18" fmla="*/ 23 w 58"/>
                <a:gd name="T1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25">
                  <a:moveTo>
                    <a:pt x="24" y="1"/>
                  </a:moveTo>
                  <a:cubicBezTo>
                    <a:pt x="37" y="1"/>
                    <a:pt x="49" y="6"/>
                    <a:pt x="52" y="12"/>
                  </a:cubicBezTo>
                  <a:cubicBezTo>
                    <a:pt x="55" y="18"/>
                    <a:pt x="47" y="23"/>
                    <a:pt x="34" y="23"/>
                  </a:cubicBezTo>
                  <a:cubicBezTo>
                    <a:pt x="22" y="23"/>
                    <a:pt x="9" y="18"/>
                    <a:pt x="6" y="12"/>
                  </a:cubicBezTo>
                  <a:cubicBezTo>
                    <a:pt x="3" y="6"/>
                    <a:pt x="11" y="1"/>
                    <a:pt x="24" y="1"/>
                  </a:cubicBezTo>
                  <a:moveTo>
                    <a:pt x="23" y="0"/>
                  </a:moveTo>
                  <a:cubicBezTo>
                    <a:pt x="9" y="0"/>
                    <a:pt x="0" y="5"/>
                    <a:pt x="3" y="12"/>
                  </a:cubicBezTo>
                  <a:cubicBezTo>
                    <a:pt x="6" y="19"/>
                    <a:pt x="21" y="25"/>
                    <a:pt x="35" y="25"/>
                  </a:cubicBezTo>
                  <a:cubicBezTo>
                    <a:pt x="49" y="25"/>
                    <a:pt x="58" y="19"/>
                    <a:pt x="55" y="12"/>
                  </a:cubicBezTo>
                  <a:cubicBezTo>
                    <a:pt x="52" y="5"/>
                    <a:pt x="38" y="0"/>
                    <a:pt x="2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9" name="Freeform 63"/>
            <p:cNvSpPr>
              <a:spLocks/>
            </p:cNvSpPr>
            <p:nvPr/>
          </p:nvSpPr>
          <p:spPr bwMode="auto">
            <a:xfrm>
              <a:off x="6469063" y="5503862"/>
              <a:ext cx="179388" cy="73025"/>
            </a:xfrm>
            <a:custGeom>
              <a:avLst/>
              <a:gdLst>
                <a:gd name="T0" fmla="*/ 38 w 64"/>
                <a:gd name="T1" fmla="*/ 26 h 26"/>
                <a:gd name="T2" fmla="*/ 4 w 64"/>
                <a:gd name="T3" fmla="*/ 13 h 26"/>
                <a:gd name="T4" fmla="*/ 26 w 64"/>
                <a:gd name="T5" fmla="*/ 0 h 26"/>
                <a:gd name="T6" fmla="*/ 60 w 64"/>
                <a:gd name="T7" fmla="*/ 13 h 26"/>
                <a:gd name="T8" fmla="*/ 38 w 64"/>
                <a:gd name="T9" fmla="*/ 26 h 26"/>
              </a:gdLst>
              <a:ahLst/>
              <a:cxnLst>
                <a:cxn ang="0">
                  <a:pos x="T0" y="T1"/>
                </a:cxn>
                <a:cxn ang="0">
                  <a:pos x="T2" y="T3"/>
                </a:cxn>
                <a:cxn ang="0">
                  <a:pos x="T4" y="T5"/>
                </a:cxn>
                <a:cxn ang="0">
                  <a:pos x="T6" y="T7"/>
                </a:cxn>
                <a:cxn ang="0">
                  <a:pos x="T8" y="T9"/>
                </a:cxn>
              </a:cxnLst>
              <a:rect l="0" t="0" r="r" b="b"/>
              <a:pathLst>
                <a:path w="64" h="26">
                  <a:moveTo>
                    <a:pt x="38" y="26"/>
                  </a:moveTo>
                  <a:cubicBezTo>
                    <a:pt x="22" y="26"/>
                    <a:pt x="7" y="21"/>
                    <a:pt x="4" y="13"/>
                  </a:cubicBezTo>
                  <a:cubicBezTo>
                    <a:pt x="0" y="6"/>
                    <a:pt x="10" y="0"/>
                    <a:pt x="26" y="0"/>
                  </a:cubicBezTo>
                  <a:cubicBezTo>
                    <a:pt x="41" y="0"/>
                    <a:pt x="57" y="6"/>
                    <a:pt x="60" y="13"/>
                  </a:cubicBezTo>
                  <a:cubicBezTo>
                    <a:pt x="64" y="20"/>
                    <a:pt x="54" y="26"/>
                    <a:pt x="38" y="26"/>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0" name="Freeform 64"/>
            <p:cNvSpPr>
              <a:spLocks noEditPoints="1"/>
            </p:cNvSpPr>
            <p:nvPr/>
          </p:nvSpPr>
          <p:spPr bwMode="auto">
            <a:xfrm>
              <a:off x="6465888" y="5500687"/>
              <a:ext cx="184150" cy="79375"/>
            </a:xfrm>
            <a:custGeom>
              <a:avLst/>
              <a:gdLst>
                <a:gd name="T0" fmla="*/ 27 w 66"/>
                <a:gd name="T1" fmla="*/ 2 h 28"/>
                <a:gd name="T2" fmla="*/ 60 w 66"/>
                <a:gd name="T3" fmla="*/ 14 h 28"/>
                <a:gd name="T4" fmla="*/ 39 w 66"/>
                <a:gd name="T5" fmla="*/ 27 h 28"/>
                <a:gd name="T6" fmla="*/ 6 w 66"/>
                <a:gd name="T7" fmla="*/ 14 h 28"/>
                <a:gd name="T8" fmla="*/ 27 w 66"/>
                <a:gd name="T9" fmla="*/ 2 h 28"/>
                <a:gd name="T10" fmla="*/ 27 w 66"/>
                <a:gd name="T11" fmla="*/ 0 h 28"/>
                <a:gd name="T12" fmla="*/ 3 w 66"/>
                <a:gd name="T13" fmla="*/ 14 h 28"/>
                <a:gd name="T14" fmla="*/ 39 w 66"/>
                <a:gd name="T15" fmla="*/ 28 h 28"/>
                <a:gd name="T16" fmla="*/ 63 w 66"/>
                <a:gd name="T17" fmla="*/ 14 h 28"/>
                <a:gd name="T18" fmla="*/ 27 w 66"/>
                <a:gd name="T1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28">
                  <a:moveTo>
                    <a:pt x="27" y="2"/>
                  </a:moveTo>
                  <a:cubicBezTo>
                    <a:pt x="42" y="2"/>
                    <a:pt x="57" y="7"/>
                    <a:pt x="60" y="14"/>
                  </a:cubicBezTo>
                  <a:cubicBezTo>
                    <a:pt x="63" y="21"/>
                    <a:pt x="54" y="27"/>
                    <a:pt x="39" y="27"/>
                  </a:cubicBezTo>
                  <a:cubicBezTo>
                    <a:pt x="24" y="27"/>
                    <a:pt x="9" y="21"/>
                    <a:pt x="6" y="14"/>
                  </a:cubicBezTo>
                  <a:cubicBezTo>
                    <a:pt x="3" y="7"/>
                    <a:pt x="12" y="2"/>
                    <a:pt x="27" y="2"/>
                  </a:cubicBezTo>
                  <a:moveTo>
                    <a:pt x="27" y="0"/>
                  </a:moveTo>
                  <a:cubicBezTo>
                    <a:pt x="10" y="0"/>
                    <a:pt x="0" y="7"/>
                    <a:pt x="3" y="14"/>
                  </a:cubicBezTo>
                  <a:cubicBezTo>
                    <a:pt x="7" y="22"/>
                    <a:pt x="23" y="28"/>
                    <a:pt x="39" y="28"/>
                  </a:cubicBezTo>
                  <a:cubicBezTo>
                    <a:pt x="56" y="28"/>
                    <a:pt x="66" y="22"/>
                    <a:pt x="63" y="14"/>
                  </a:cubicBezTo>
                  <a:cubicBezTo>
                    <a:pt x="59" y="6"/>
                    <a:pt x="43" y="0"/>
                    <a:pt x="2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1" name="Freeform 65"/>
            <p:cNvSpPr>
              <a:spLocks/>
            </p:cNvSpPr>
            <p:nvPr/>
          </p:nvSpPr>
          <p:spPr bwMode="auto">
            <a:xfrm>
              <a:off x="5386388" y="5114925"/>
              <a:ext cx="157163" cy="73025"/>
            </a:xfrm>
            <a:custGeom>
              <a:avLst/>
              <a:gdLst>
                <a:gd name="T0" fmla="*/ 32 w 56"/>
                <a:gd name="T1" fmla="*/ 26 h 26"/>
                <a:gd name="T2" fmla="*/ 2 w 56"/>
                <a:gd name="T3" fmla="*/ 13 h 26"/>
                <a:gd name="T4" fmla="*/ 23 w 56"/>
                <a:gd name="T5" fmla="*/ 0 h 26"/>
                <a:gd name="T6" fmla="*/ 54 w 56"/>
                <a:gd name="T7" fmla="*/ 13 h 26"/>
                <a:gd name="T8" fmla="*/ 32 w 56"/>
                <a:gd name="T9" fmla="*/ 26 h 26"/>
              </a:gdLst>
              <a:ahLst/>
              <a:cxnLst>
                <a:cxn ang="0">
                  <a:pos x="T0" y="T1"/>
                </a:cxn>
                <a:cxn ang="0">
                  <a:pos x="T2" y="T3"/>
                </a:cxn>
                <a:cxn ang="0">
                  <a:pos x="T4" y="T5"/>
                </a:cxn>
                <a:cxn ang="0">
                  <a:pos x="T6" y="T7"/>
                </a:cxn>
                <a:cxn ang="0">
                  <a:pos x="T8" y="T9"/>
                </a:cxn>
              </a:cxnLst>
              <a:rect l="0" t="0" r="r" b="b"/>
              <a:pathLst>
                <a:path w="56" h="26">
                  <a:moveTo>
                    <a:pt x="32" y="26"/>
                  </a:moveTo>
                  <a:cubicBezTo>
                    <a:pt x="18" y="26"/>
                    <a:pt x="5" y="20"/>
                    <a:pt x="2" y="13"/>
                  </a:cubicBezTo>
                  <a:cubicBezTo>
                    <a:pt x="0" y="6"/>
                    <a:pt x="9" y="0"/>
                    <a:pt x="23" y="0"/>
                  </a:cubicBezTo>
                  <a:cubicBezTo>
                    <a:pt x="38" y="0"/>
                    <a:pt x="51" y="6"/>
                    <a:pt x="54" y="13"/>
                  </a:cubicBezTo>
                  <a:cubicBezTo>
                    <a:pt x="56" y="20"/>
                    <a:pt x="47" y="26"/>
                    <a:pt x="32" y="26"/>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2" name="Freeform 66"/>
            <p:cNvSpPr>
              <a:spLocks noEditPoints="1"/>
            </p:cNvSpPr>
            <p:nvPr/>
          </p:nvSpPr>
          <p:spPr bwMode="auto">
            <a:xfrm>
              <a:off x="5383213" y="5114925"/>
              <a:ext cx="165100" cy="74612"/>
            </a:xfrm>
            <a:custGeom>
              <a:avLst/>
              <a:gdLst>
                <a:gd name="T0" fmla="*/ 25 w 59"/>
                <a:gd name="T1" fmla="*/ 1 h 27"/>
                <a:gd name="T2" fmla="*/ 54 w 59"/>
                <a:gd name="T3" fmla="*/ 13 h 27"/>
                <a:gd name="T4" fmla="*/ 33 w 59"/>
                <a:gd name="T5" fmla="*/ 26 h 27"/>
                <a:gd name="T6" fmla="*/ 4 w 59"/>
                <a:gd name="T7" fmla="*/ 13 h 27"/>
                <a:gd name="T8" fmla="*/ 25 w 59"/>
                <a:gd name="T9" fmla="*/ 1 h 27"/>
                <a:gd name="T10" fmla="*/ 24 w 59"/>
                <a:gd name="T11" fmla="*/ 0 h 27"/>
                <a:gd name="T12" fmla="*/ 2 w 59"/>
                <a:gd name="T13" fmla="*/ 13 h 27"/>
                <a:gd name="T14" fmla="*/ 34 w 59"/>
                <a:gd name="T15" fmla="*/ 27 h 27"/>
                <a:gd name="T16" fmla="*/ 56 w 59"/>
                <a:gd name="T17" fmla="*/ 13 h 27"/>
                <a:gd name="T18" fmla="*/ 24 w 59"/>
                <a:gd name="T1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 h="27">
                  <a:moveTo>
                    <a:pt x="25" y="1"/>
                  </a:moveTo>
                  <a:cubicBezTo>
                    <a:pt x="38" y="1"/>
                    <a:pt x="51" y="6"/>
                    <a:pt x="54" y="13"/>
                  </a:cubicBezTo>
                  <a:cubicBezTo>
                    <a:pt x="56" y="20"/>
                    <a:pt x="47" y="25"/>
                    <a:pt x="33" y="26"/>
                  </a:cubicBezTo>
                  <a:cubicBezTo>
                    <a:pt x="19" y="26"/>
                    <a:pt x="7" y="20"/>
                    <a:pt x="4" y="13"/>
                  </a:cubicBezTo>
                  <a:cubicBezTo>
                    <a:pt x="2" y="6"/>
                    <a:pt x="11" y="1"/>
                    <a:pt x="25" y="1"/>
                  </a:cubicBezTo>
                  <a:moveTo>
                    <a:pt x="24" y="0"/>
                  </a:moveTo>
                  <a:cubicBezTo>
                    <a:pt x="9" y="0"/>
                    <a:pt x="0" y="6"/>
                    <a:pt x="2" y="13"/>
                  </a:cubicBezTo>
                  <a:cubicBezTo>
                    <a:pt x="4" y="21"/>
                    <a:pt x="19" y="27"/>
                    <a:pt x="34" y="27"/>
                  </a:cubicBezTo>
                  <a:cubicBezTo>
                    <a:pt x="48" y="27"/>
                    <a:pt x="59" y="21"/>
                    <a:pt x="56" y="13"/>
                  </a:cubicBezTo>
                  <a:cubicBezTo>
                    <a:pt x="53" y="6"/>
                    <a:pt x="39" y="0"/>
                    <a:pt x="2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3" name="Freeform 67"/>
            <p:cNvSpPr>
              <a:spLocks/>
            </p:cNvSpPr>
            <p:nvPr/>
          </p:nvSpPr>
          <p:spPr bwMode="auto">
            <a:xfrm>
              <a:off x="5661025" y="5372100"/>
              <a:ext cx="165100" cy="73025"/>
            </a:xfrm>
            <a:custGeom>
              <a:avLst/>
              <a:gdLst>
                <a:gd name="T0" fmla="*/ 34 w 59"/>
                <a:gd name="T1" fmla="*/ 26 h 26"/>
                <a:gd name="T2" fmla="*/ 2 w 59"/>
                <a:gd name="T3" fmla="*/ 13 h 26"/>
                <a:gd name="T4" fmla="*/ 24 w 59"/>
                <a:gd name="T5" fmla="*/ 0 h 26"/>
                <a:gd name="T6" fmla="*/ 56 w 59"/>
                <a:gd name="T7" fmla="*/ 13 h 26"/>
                <a:gd name="T8" fmla="*/ 34 w 59"/>
                <a:gd name="T9" fmla="*/ 26 h 26"/>
              </a:gdLst>
              <a:ahLst/>
              <a:cxnLst>
                <a:cxn ang="0">
                  <a:pos x="T0" y="T1"/>
                </a:cxn>
                <a:cxn ang="0">
                  <a:pos x="T2" y="T3"/>
                </a:cxn>
                <a:cxn ang="0">
                  <a:pos x="T4" y="T5"/>
                </a:cxn>
                <a:cxn ang="0">
                  <a:pos x="T6" y="T7"/>
                </a:cxn>
                <a:cxn ang="0">
                  <a:pos x="T8" y="T9"/>
                </a:cxn>
              </a:cxnLst>
              <a:rect l="0" t="0" r="r" b="b"/>
              <a:pathLst>
                <a:path w="59" h="26">
                  <a:moveTo>
                    <a:pt x="34" y="26"/>
                  </a:moveTo>
                  <a:cubicBezTo>
                    <a:pt x="19" y="26"/>
                    <a:pt x="5" y="20"/>
                    <a:pt x="2" y="13"/>
                  </a:cubicBezTo>
                  <a:cubicBezTo>
                    <a:pt x="0" y="6"/>
                    <a:pt x="9" y="0"/>
                    <a:pt x="24" y="0"/>
                  </a:cubicBezTo>
                  <a:cubicBezTo>
                    <a:pt x="39" y="0"/>
                    <a:pt x="54" y="6"/>
                    <a:pt x="56" y="13"/>
                  </a:cubicBezTo>
                  <a:cubicBezTo>
                    <a:pt x="59" y="20"/>
                    <a:pt x="49" y="26"/>
                    <a:pt x="34" y="26"/>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4" name="Freeform 68"/>
            <p:cNvSpPr>
              <a:spLocks noEditPoints="1"/>
            </p:cNvSpPr>
            <p:nvPr/>
          </p:nvSpPr>
          <p:spPr bwMode="auto">
            <a:xfrm>
              <a:off x="5654675" y="5368925"/>
              <a:ext cx="177800" cy="79375"/>
            </a:xfrm>
            <a:custGeom>
              <a:avLst/>
              <a:gdLst>
                <a:gd name="T0" fmla="*/ 27 w 63"/>
                <a:gd name="T1" fmla="*/ 1 h 28"/>
                <a:gd name="T2" fmla="*/ 57 w 63"/>
                <a:gd name="T3" fmla="*/ 14 h 28"/>
                <a:gd name="T4" fmla="*/ 36 w 63"/>
                <a:gd name="T5" fmla="*/ 26 h 28"/>
                <a:gd name="T6" fmla="*/ 5 w 63"/>
                <a:gd name="T7" fmla="*/ 14 h 28"/>
                <a:gd name="T8" fmla="*/ 27 w 63"/>
                <a:gd name="T9" fmla="*/ 1 h 28"/>
                <a:gd name="T10" fmla="*/ 26 w 63"/>
                <a:gd name="T11" fmla="*/ 0 h 28"/>
                <a:gd name="T12" fmla="*/ 3 w 63"/>
                <a:gd name="T13" fmla="*/ 14 h 28"/>
                <a:gd name="T14" fmla="*/ 36 w 63"/>
                <a:gd name="T15" fmla="*/ 28 h 28"/>
                <a:gd name="T16" fmla="*/ 60 w 63"/>
                <a:gd name="T17" fmla="*/ 14 h 28"/>
                <a:gd name="T18" fmla="*/ 26 w 63"/>
                <a:gd name="T1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3" h="28">
                  <a:moveTo>
                    <a:pt x="27" y="1"/>
                  </a:moveTo>
                  <a:cubicBezTo>
                    <a:pt x="41" y="1"/>
                    <a:pt x="55" y="7"/>
                    <a:pt x="57" y="14"/>
                  </a:cubicBezTo>
                  <a:cubicBezTo>
                    <a:pt x="60" y="21"/>
                    <a:pt x="50" y="26"/>
                    <a:pt x="36" y="26"/>
                  </a:cubicBezTo>
                  <a:cubicBezTo>
                    <a:pt x="22" y="26"/>
                    <a:pt x="8" y="21"/>
                    <a:pt x="5" y="14"/>
                  </a:cubicBezTo>
                  <a:cubicBezTo>
                    <a:pt x="3" y="7"/>
                    <a:pt x="12" y="1"/>
                    <a:pt x="27" y="1"/>
                  </a:cubicBezTo>
                  <a:moveTo>
                    <a:pt x="26" y="0"/>
                  </a:moveTo>
                  <a:cubicBezTo>
                    <a:pt x="11" y="0"/>
                    <a:pt x="0" y="6"/>
                    <a:pt x="3" y="14"/>
                  </a:cubicBezTo>
                  <a:cubicBezTo>
                    <a:pt x="6" y="22"/>
                    <a:pt x="21" y="28"/>
                    <a:pt x="36" y="28"/>
                  </a:cubicBezTo>
                  <a:cubicBezTo>
                    <a:pt x="52" y="28"/>
                    <a:pt x="63" y="21"/>
                    <a:pt x="60" y="14"/>
                  </a:cubicBezTo>
                  <a:cubicBezTo>
                    <a:pt x="57" y="6"/>
                    <a:pt x="42" y="0"/>
                    <a:pt x="2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5" name="Freeform 69"/>
            <p:cNvSpPr>
              <a:spLocks/>
            </p:cNvSpPr>
            <p:nvPr/>
          </p:nvSpPr>
          <p:spPr bwMode="auto">
            <a:xfrm>
              <a:off x="4884738" y="4914900"/>
              <a:ext cx="242888" cy="127000"/>
            </a:xfrm>
            <a:custGeom>
              <a:avLst/>
              <a:gdLst>
                <a:gd name="T0" fmla="*/ 49 w 87"/>
                <a:gd name="T1" fmla="*/ 44 h 45"/>
                <a:gd name="T2" fmla="*/ 3 w 87"/>
                <a:gd name="T3" fmla="*/ 23 h 45"/>
                <a:gd name="T4" fmla="*/ 37 w 87"/>
                <a:gd name="T5" fmla="*/ 0 h 45"/>
                <a:gd name="T6" fmla="*/ 84 w 87"/>
                <a:gd name="T7" fmla="*/ 22 h 45"/>
                <a:gd name="T8" fmla="*/ 49 w 87"/>
                <a:gd name="T9" fmla="*/ 44 h 45"/>
              </a:gdLst>
              <a:ahLst/>
              <a:cxnLst>
                <a:cxn ang="0">
                  <a:pos x="T0" y="T1"/>
                </a:cxn>
                <a:cxn ang="0">
                  <a:pos x="T2" y="T3"/>
                </a:cxn>
                <a:cxn ang="0">
                  <a:pos x="T4" y="T5"/>
                </a:cxn>
                <a:cxn ang="0">
                  <a:pos x="T6" y="T7"/>
                </a:cxn>
                <a:cxn ang="0">
                  <a:pos x="T8" y="T9"/>
                </a:cxn>
              </a:cxnLst>
              <a:rect l="0" t="0" r="r" b="b"/>
              <a:pathLst>
                <a:path w="87" h="45">
                  <a:moveTo>
                    <a:pt x="49" y="44"/>
                  </a:moveTo>
                  <a:cubicBezTo>
                    <a:pt x="26" y="45"/>
                    <a:pt x="6" y="35"/>
                    <a:pt x="3" y="23"/>
                  </a:cubicBezTo>
                  <a:cubicBezTo>
                    <a:pt x="0" y="10"/>
                    <a:pt x="15" y="0"/>
                    <a:pt x="37" y="0"/>
                  </a:cubicBezTo>
                  <a:cubicBezTo>
                    <a:pt x="59" y="0"/>
                    <a:pt x="80" y="10"/>
                    <a:pt x="84" y="22"/>
                  </a:cubicBezTo>
                  <a:cubicBezTo>
                    <a:pt x="87" y="34"/>
                    <a:pt x="72" y="44"/>
                    <a:pt x="49" y="44"/>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6" name="Freeform 70"/>
            <p:cNvSpPr>
              <a:spLocks noEditPoints="1"/>
            </p:cNvSpPr>
            <p:nvPr/>
          </p:nvSpPr>
          <p:spPr bwMode="auto">
            <a:xfrm>
              <a:off x="4881563" y="4911725"/>
              <a:ext cx="252413" cy="130175"/>
            </a:xfrm>
            <a:custGeom>
              <a:avLst/>
              <a:gdLst>
                <a:gd name="T0" fmla="*/ 39 w 90"/>
                <a:gd name="T1" fmla="*/ 2 h 46"/>
                <a:gd name="T2" fmla="*/ 84 w 90"/>
                <a:gd name="T3" fmla="*/ 23 h 46"/>
                <a:gd name="T4" fmla="*/ 50 w 90"/>
                <a:gd name="T5" fmla="*/ 45 h 46"/>
                <a:gd name="T6" fmla="*/ 5 w 90"/>
                <a:gd name="T7" fmla="*/ 24 h 46"/>
                <a:gd name="T8" fmla="*/ 39 w 90"/>
                <a:gd name="T9" fmla="*/ 2 h 46"/>
                <a:gd name="T10" fmla="*/ 38 w 90"/>
                <a:gd name="T11" fmla="*/ 0 h 46"/>
                <a:gd name="T12" fmla="*/ 3 w 90"/>
                <a:gd name="T13" fmla="*/ 24 h 46"/>
                <a:gd name="T14" fmla="*/ 50 w 90"/>
                <a:gd name="T15" fmla="*/ 46 h 46"/>
                <a:gd name="T16" fmla="*/ 86 w 90"/>
                <a:gd name="T17" fmla="*/ 23 h 46"/>
                <a:gd name="T18" fmla="*/ 38 w 90"/>
                <a:gd name="T19"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 h="46">
                  <a:moveTo>
                    <a:pt x="39" y="2"/>
                  </a:moveTo>
                  <a:cubicBezTo>
                    <a:pt x="60" y="1"/>
                    <a:pt x="80" y="11"/>
                    <a:pt x="84" y="23"/>
                  </a:cubicBezTo>
                  <a:cubicBezTo>
                    <a:pt x="87" y="35"/>
                    <a:pt x="72" y="45"/>
                    <a:pt x="50" y="45"/>
                  </a:cubicBezTo>
                  <a:cubicBezTo>
                    <a:pt x="28" y="45"/>
                    <a:pt x="8" y="36"/>
                    <a:pt x="5" y="24"/>
                  </a:cubicBezTo>
                  <a:cubicBezTo>
                    <a:pt x="2" y="12"/>
                    <a:pt x="17" y="2"/>
                    <a:pt x="39" y="2"/>
                  </a:cubicBezTo>
                  <a:moveTo>
                    <a:pt x="38" y="0"/>
                  </a:moveTo>
                  <a:cubicBezTo>
                    <a:pt x="16" y="0"/>
                    <a:pt x="0" y="11"/>
                    <a:pt x="3" y="24"/>
                  </a:cubicBezTo>
                  <a:cubicBezTo>
                    <a:pt x="6" y="36"/>
                    <a:pt x="27" y="46"/>
                    <a:pt x="50" y="46"/>
                  </a:cubicBezTo>
                  <a:cubicBezTo>
                    <a:pt x="73" y="46"/>
                    <a:pt x="90" y="36"/>
                    <a:pt x="86" y="23"/>
                  </a:cubicBezTo>
                  <a:cubicBezTo>
                    <a:pt x="82" y="11"/>
                    <a:pt x="61" y="0"/>
                    <a:pt x="3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7" name="Freeform 71"/>
            <p:cNvSpPr>
              <a:spLocks/>
            </p:cNvSpPr>
            <p:nvPr/>
          </p:nvSpPr>
          <p:spPr bwMode="auto">
            <a:xfrm>
              <a:off x="5405438" y="4710112"/>
              <a:ext cx="160338" cy="84137"/>
            </a:xfrm>
            <a:custGeom>
              <a:avLst/>
              <a:gdLst>
                <a:gd name="T0" fmla="*/ 33 w 57"/>
                <a:gd name="T1" fmla="*/ 30 h 30"/>
                <a:gd name="T2" fmla="*/ 3 w 57"/>
                <a:gd name="T3" fmla="*/ 15 h 30"/>
                <a:gd name="T4" fmla="*/ 23 w 57"/>
                <a:gd name="T5" fmla="*/ 0 h 30"/>
                <a:gd name="T6" fmla="*/ 55 w 57"/>
                <a:gd name="T7" fmla="*/ 15 h 30"/>
                <a:gd name="T8" fmla="*/ 33 w 57"/>
                <a:gd name="T9" fmla="*/ 30 h 30"/>
              </a:gdLst>
              <a:ahLst/>
              <a:cxnLst>
                <a:cxn ang="0">
                  <a:pos x="T0" y="T1"/>
                </a:cxn>
                <a:cxn ang="0">
                  <a:pos x="T2" y="T3"/>
                </a:cxn>
                <a:cxn ang="0">
                  <a:pos x="T4" y="T5"/>
                </a:cxn>
                <a:cxn ang="0">
                  <a:pos x="T6" y="T7"/>
                </a:cxn>
                <a:cxn ang="0">
                  <a:pos x="T8" y="T9"/>
                </a:cxn>
              </a:cxnLst>
              <a:rect l="0" t="0" r="r" b="b"/>
              <a:pathLst>
                <a:path w="57" h="30">
                  <a:moveTo>
                    <a:pt x="33" y="30"/>
                  </a:moveTo>
                  <a:cubicBezTo>
                    <a:pt x="19" y="30"/>
                    <a:pt x="5" y="23"/>
                    <a:pt x="3" y="15"/>
                  </a:cubicBezTo>
                  <a:cubicBezTo>
                    <a:pt x="0" y="7"/>
                    <a:pt x="9" y="0"/>
                    <a:pt x="23" y="0"/>
                  </a:cubicBezTo>
                  <a:cubicBezTo>
                    <a:pt x="38" y="0"/>
                    <a:pt x="52" y="7"/>
                    <a:pt x="55" y="15"/>
                  </a:cubicBezTo>
                  <a:cubicBezTo>
                    <a:pt x="57" y="23"/>
                    <a:pt x="48" y="30"/>
                    <a:pt x="33" y="30"/>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8" name="Freeform 72"/>
            <p:cNvSpPr>
              <a:spLocks noEditPoints="1"/>
            </p:cNvSpPr>
            <p:nvPr/>
          </p:nvSpPr>
          <p:spPr bwMode="auto">
            <a:xfrm>
              <a:off x="5402263" y="4706937"/>
              <a:ext cx="168275" cy="87312"/>
            </a:xfrm>
            <a:custGeom>
              <a:avLst/>
              <a:gdLst>
                <a:gd name="T0" fmla="*/ 25 w 60"/>
                <a:gd name="T1" fmla="*/ 2 h 31"/>
                <a:gd name="T2" fmla="*/ 54 w 60"/>
                <a:gd name="T3" fmla="*/ 16 h 31"/>
                <a:gd name="T4" fmla="*/ 34 w 60"/>
                <a:gd name="T5" fmla="*/ 30 h 31"/>
                <a:gd name="T6" fmla="*/ 5 w 60"/>
                <a:gd name="T7" fmla="*/ 16 h 31"/>
                <a:gd name="T8" fmla="*/ 25 w 60"/>
                <a:gd name="T9" fmla="*/ 2 h 31"/>
                <a:gd name="T10" fmla="*/ 24 w 60"/>
                <a:gd name="T11" fmla="*/ 0 h 31"/>
                <a:gd name="T12" fmla="*/ 2 w 60"/>
                <a:gd name="T13" fmla="*/ 16 h 31"/>
                <a:gd name="T14" fmla="*/ 35 w 60"/>
                <a:gd name="T15" fmla="*/ 31 h 31"/>
                <a:gd name="T16" fmla="*/ 57 w 60"/>
                <a:gd name="T17" fmla="*/ 16 h 31"/>
                <a:gd name="T18" fmla="*/ 24 w 60"/>
                <a:gd name="T19"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31">
                  <a:moveTo>
                    <a:pt x="25" y="2"/>
                  </a:moveTo>
                  <a:cubicBezTo>
                    <a:pt x="38" y="1"/>
                    <a:pt x="52" y="8"/>
                    <a:pt x="54" y="16"/>
                  </a:cubicBezTo>
                  <a:cubicBezTo>
                    <a:pt x="57" y="24"/>
                    <a:pt x="48" y="30"/>
                    <a:pt x="34" y="30"/>
                  </a:cubicBezTo>
                  <a:cubicBezTo>
                    <a:pt x="20" y="30"/>
                    <a:pt x="7" y="24"/>
                    <a:pt x="5" y="16"/>
                  </a:cubicBezTo>
                  <a:cubicBezTo>
                    <a:pt x="2" y="8"/>
                    <a:pt x="11" y="2"/>
                    <a:pt x="25" y="2"/>
                  </a:cubicBezTo>
                  <a:moveTo>
                    <a:pt x="24" y="0"/>
                  </a:moveTo>
                  <a:cubicBezTo>
                    <a:pt x="9" y="0"/>
                    <a:pt x="0" y="7"/>
                    <a:pt x="2" y="16"/>
                  </a:cubicBezTo>
                  <a:cubicBezTo>
                    <a:pt x="5" y="25"/>
                    <a:pt x="20" y="31"/>
                    <a:pt x="35" y="31"/>
                  </a:cubicBezTo>
                  <a:cubicBezTo>
                    <a:pt x="50" y="31"/>
                    <a:pt x="60" y="24"/>
                    <a:pt x="57" y="16"/>
                  </a:cubicBezTo>
                  <a:cubicBezTo>
                    <a:pt x="54" y="7"/>
                    <a:pt x="39" y="0"/>
                    <a:pt x="2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9" name="Freeform 73"/>
            <p:cNvSpPr>
              <a:spLocks/>
            </p:cNvSpPr>
            <p:nvPr/>
          </p:nvSpPr>
          <p:spPr bwMode="auto">
            <a:xfrm>
              <a:off x="6024563" y="4816475"/>
              <a:ext cx="177800" cy="82550"/>
            </a:xfrm>
            <a:custGeom>
              <a:avLst/>
              <a:gdLst>
                <a:gd name="T0" fmla="*/ 38 w 63"/>
                <a:gd name="T1" fmla="*/ 29 h 29"/>
                <a:gd name="T2" fmla="*/ 3 w 63"/>
                <a:gd name="T3" fmla="*/ 15 h 29"/>
                <a:gd name="T4" fmla="*/ 25 w 63"/>
                <a:gd name="T5" fmla="*/ 1 h 29"/>
                <a:gd name="T6" fmla="*/ 60 w 63"/>
                <a:gd name="T7" fmla="*/ 15 h 29"/>
                <a:gd name="T8" fmla="*/ 38 w 63"/>
                <a:gd name="T9" fmla="*/ 29 h 29"/>
              </a:gdLst>
              <a:ahLst/>
              <a:cxnLst>
                <a:cxn ang="0">
                  <a:pos x="T0" y="T1"/>
                </a:cxn>
                <a:cxn ang="0">
                  <a:pos x="T2" y="T3"/>
                </a:cxn>
                <a:cxn ang="0">
                  <a:pos x="T4" y="T5"/>
                </a:cxn>
                <a:cxn ang="0">
                  <a:pos x="T6" y="T7"/>
                </a:cxn>
                <a:cxn ang="0">
                  <a:pos x="T8" y="T9"/>
                </a:cxn>
              </a:cxnLst>
              <a:rect l="0" t="0" r="r" b="b"/>
              <a:pathLst>
                <a:path w="63" h="29">
                  <a:moveTo>
                    <a:pt x="38" y="29"/>
                  </a:moveTo>
                  <a:cubicBezTo>
                    <a:pt x="22" y="29"/>
                    <a:pt x="7" y="23"/>
                    <a:pt x="3" y="15"/>
                  </a:cubicBezTo>
                  <a:cubicBezTo>
                    <a:pt x="0" y="7"/>
                    <a:pt x="10" y="1"/>
                    <a:pt x="25" y="1"/>
                  </a:cubicBezTo>
                  <a:cubicBezTo>
                    <a:pt x="41" y="0"/>
                    <a:pt x="57" y="7"/>
                    <a:pt x="60" y="15"/>
                  </a:cubicBezTo>
                  <a:cubicBezTo>
                    <a:pt x="63" y="23"/>
                    <a:pt x="53" y="29"/>
                    <a:pt x="38" y="2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0" name="Freeform 74"/>
            <p:cNvSpPr>
              <a:spLocks noEditPoints="1"/>
            </p:cNvSpPr>
            <p:nvPr/>
          </p:nvSpPr>
          <p:spPr bwMode="auto">
            <a:xfrm>
              <a:off x="6022975" y="4816475"/>
              <a:ext cx="184150" cy="84137"/>
            </a:xfrm>
            <a:custGeom>
              <a:avLst/>
              <a:gdLst>
                <a:gd name="T0" fmla="*/ 27 w 66"/>
                <a:gd name="T1" fmla="*/ 1 h 30"/>
                <a:gd name="T2" fmla="*/ 60 w 66"/>
                <a:gd name="T3" fmla="*/ 15 h 30"/>
                <a:gd name="T4" fmla="*/ 38 w 66"/>
                <a:gd name="T5" fmla="*/ 29 h 30"/>
                <a:gd name="T6" fmla="*/ 6 w 66"/>
                <a:gd name="T7" fmla="*/ 15 h 30"/>
                <a:gd name="T8" fmla="*/ 27 w 66"/>
                <a:gd name="T9" fmla="*/ 1 h 30"/>
                <a:gd name="T10" fmla="*/ 26 w 66"/>
                <a:gd name="T11" fmla="*/ 0 h 30"/>
                <a:gd name="T12" fmla="*/ 3 w 66"/>
                <a:gd name="T13" fmla="*/ 15 h 30"/>
                <a:gd name="T14" fmla="*/ 39 w 66"/>
                <a:gd name="T15" fmla="*/ 30 h 30"/>
                <a:gd name="T16" fmla="*/ 62 w 66"/>
                <a:gd name="T17" fmla="*/ 15 h 30"/>
                <a:gd name="T18" fmla="*/ 26 w 66"/>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30">
                  <a:moveTo>
                    <a:pt x="27" y="1"/>
                  </a:moveTo>
                  <a:cubicBezTo>
                    <a:pt x="42" y="1"/>
                    <a:pt x="57" y="7"/>
                    <a:pt x="60" y="15"/>
                  </a:cubicBezTo>
                  <a:cubicBezTo>
                    <a:pt x="63" y="23"/>
                    <a:pt x="53" y="29"/>
                    <a:pt x="38" y="29"/>
                  </a:cubicBezTo>
                  <a:cubicBezTo>
                    <a:pt x="23" y="29"/>
                    <a:pt x="9" y="23"/>
                    <a:pt x="6" y="15"/>
                  </a:cubicBezTo>
                  <a:cubicBezTo>
                    <a:pt x="2" y="8"/>
                    <a:pt x="12" y="1"/>
                    <a:pt x="27" y="1"/>
                  </a:cubicBezTo>
                  <a:moveTo>
                    <a:pt x="26" y="0"/>
                  </a:moveTo>
                  <a:cubicBezTo>
                    <a:pt x="10" y="0"/>
                    <a:pt x="0" y="7"/>
                    <a:pt x="3" y="15"/>
                  </a:cubicBezTo>
                  <a:cubicBezTo>
                    <a:pt x="7" y="23"/>
                    <a:pt x="23" y="30"/>
                    <a:pt x="39" y="30"/>
                  </a:cubicBezTo>
                  <a:cubicBezTo>
                    <a:pt x="55" y="30"/>
                    <a:pt x="66" y="23"/>
                    <a:pt x="62" y="15"/>
                  </a:cubicBezTo>
                  <a:cubicBezTo>
                    <a:pt x="59" y="7"/>
                    <a:pt x="42" y="0"/>
                    <a:pt x="2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1" name="Freeform 75"/>
            <p:cNvSpPr>
              <a:spLocks/>
            </p:cNvSpPr>
            <p:nvPr/>
          </p:nvSpPr>
          <p:spPr bwMode="auto">
            <a:xfrm>
              <a:off x="6711950" y="4694237"/>
              <a:ext cx="227013" cy="96837"/>
            </a:xfrm>
            <a:custGeom>
              <a:avLst/>
              <a:gdLst>
                <a:gd name="T0" fmla="*/ 49 w 81"/>
                <a:gd name="T1" fmla="*/ 34 h 35"/>
                <a:gd name="T2" fmla="*/ 5 w 81"/>
                <a:gd name="T3" fmla="*/ 18 h 35"/>
                <a:gd name="T4" fmla="*/ 32 w 81"/>
                <a:gd name="T5" fmla="*/ 0 h 35"/>
                <a:gd name="T6" fmla="*/ 77 w 81"/>
                <a:gd name="T7" fmla="*/ 17 h 35"/>
                <a:gd name="T8" fmla="*/ 49 w 81"/>
                <a:gd name="T9" fmla="*/ 34 h 35"/>
              </a:gdLst>
              <a:ahLst/>
              <a:cxnLst>
                <a:cxn ang="0">
                  <a:pos x="T0" y="T1"/>
                </a:cxn>
                <a:cxn ang="0">
                  <a:pos x="T2" y="T3"/>
                </a:cxn>
                <a:cxn ang="0">
                  <a:pos x="T4" y="T5"/>
                </a:cxn>
                <a:cxn ang="0">
                  <a:pos x="T6" y="T7"/>
                </a:cxn>
                <a:cxn ang="0">
                  <a:pos x="T8" y="T9"/>
                </a:cxn>
              </a:cxnLst>
              <a:rect l="0" t="0" r="r" b="b"/>
              <a:pathLst>
                <a:path w="81" h="35">
                  <a:moveTo>
                    <a:pt x="49" y="34"/>
                  </a:moveTo>
                  <a:cubicBezTo>
                    <a:pt x="29" y="35"/>
                    <a:pt x="9" y="27"/>
                    <a:pt x="5" y="18"/>
                  </a:cubicBezTo>
                  <a:cubicBezTo>
                    <a:pt x="0" y="8"/>
                    <a:pt x="13" y="0"/>
                    <a:pt x="32" y="0"/>
                  </a:cubicBezTo>
                  <a:cubicBezTo>
                    <a:pt x="52" y="0"/>
                    <a:pt x="72" y="8"/>
                    <a:pt x="77" y="17"/>
                  </a:cubicBezTo>
                  <a:cubicBezTo>
                    <a:pt x="81" y="27"/>
                    <a:pt x="69" y="34"/>
                    <a:pt x="49" y="34"/>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2" name="Freeform 76"/>
            <p:cNvSpPr>
              <a:spLocks noEditPoints="1"/>
            </p:cNvSpPr>
            <p:nvPr/>
          </p:nvSpPr>
          <p:spPr bwMode="auto">
            <a:xfrm>
              <a:off x="6708775" y="4691062"/>
              <a:ext cx="236538" cy="100012"/>
            </a:xfrm>
            <a:custGeom>
              <a:avLst/>
              <a:gdLst>
                <a:gd name="T0" fmla="*/ 34 w 84"/>
                <a:gd name="T1" fmla="*/ 2 h 36"/>
                <a:gd name="T2" fmla="*/ 76 w 84"/>
                <a:gd name="T3" fmla="*/ 18 h 36"/>
                <a:gd name="T4" fmla="*/ 49 w 84"/>
                <a:gd name="T5" fmla="*/ 35 h 36"/>
                <a:gd name="T6" fmla="*/ 7 w 84"/>
                <a:gd name="T7" fmla="*/ 19 h 36"/>
                <a:gd name="T8" fmla="*/ 34 w 84"/>
                <a:gd name="T9" fmla="*/ 2 h 36"/>
                <a:gd name="T10" fmla="*/ 33 w 84"/>
                <a:gd name="T11" fmla="*/ 1 h 36"/>
                <a:gd name="T12" fmla="*/ 5 w 84"/>
                <a:gd name="T13" fmla="*/ 19 h 36"/>
                <a:gd name="T14" fmla="*/ 50 w 84"/>
                <a:gd name="T15" fmla="*/ 36 h 36"/>
                <a:gd name="T16" fmla="*/ 79 w 84"/>
                <a:gd name="T17" fmla="*/ 18 h 36"/>
                <a:gd name="T18" fmla="*/ 33 w 84"/>
                <a:gd name="T19"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36">
                  <a:moveTo>
                    <a:pt x="34" y="2"/>
                  </a:moveTo>
                  <a:cubicBezTo>
                    <a:pt x="53" y="2"/>
                    <a:pt x="72" y="9"/>
                    <a:pt x="76" y="18"/>
                  </a:cubicBezTo>
                  <a:cubicBezTo>
                    <a:pt x="81" y="27"/>
                    <a:pt x="69" y="35"/>
                    <a:pt x="49" y="35"/>
                  </a:cubicBezTo>
                  <a:cubicBezTo>
                    <a:pt x="30" y="35"/>
                    <a:pt x="12" y="28"/>
                    <a:pt x="7" y="19"/>
                  </a:cubicBezTo>
                  <a:cubicBezTo>
                    <a:pt x="3" y="9"/>
                    <a:pt x="15" y="2"/>
                    <a:pt x="34" y="2"/>
                  </a:cubicBezTo>
                  <a:moveTo>
                    <a:pt x="33" y="1"/>
                  </a:moveTo>
                  <a:cubicBezTo>
                    <a:pt x="12" y="1"/>
                    <a:pt x="0" y="9"/>
                    <a:pt x="5" y="19"/>
                  </a:cubicBezTo>
                  <a:cubicBezTo>
                    <a:pt x="9" y="28"/>
                    <a:pt x="29" y="36"/>
                    <a:pt x="50" y="36"/>
                  </a:cubicBezTo>
                  <a:cubicBezTo>
                    <a:pt x="71" y="36"/>
                    <a:pt x="84" y="28"/>
                    <a:pt x="79" y="18"/>
                  </a:cubicBezTo>
                  <a:cubicBezTo>
                    <a:pt x="74" y="9"/>
                    <a:pt x="54" y="0"/>
                    <a:pt x="33"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3" name="Freeform 77"/>
            <p:cNvSpPr>
              <a:spLocks/>
            </p:cNvSpPr>
            <p:nvPr/>
          </p:nvSpPr>
          <p:spPr bwMode="auto">
            <a:xfrm>
              <a:off x="5876925" y="4702175"/>
              <a:ext cx="227013" cy="109537"/>
            </a:xfrm>
            <a:custGeom>
              <a:avLst/>
              <a:gdLst>
                <a:gd name="T0" fmla="*/ 48 w 81"/>
                <a:gd name="T1" fmla="*/ 39 h 39"/>
                <a:gd name="T2" fmla="*/ 4 w 81"/>
                <a:gd name="T3" fmla="*/ 20 h 39"/>
                <a:gd name="T4" fmla="*/ 32 w 81"/>
                <a:gd name="T5" fmla="*/ 0 h 39"/>
                <a:gd name="T6" fmla="*/ 76 w 81"/>
                <a:gd name="T7" fmla="*/ 19 h 39"/>
                <a:gd name="T8" fmla="*/ 48 w 81"/>
                <a:gd name="T9" fmla="*/ 39 h 39"/>
              </a:gdLst>
              <a:ahLst/>
              <a:cxnLst>
                <a:cxn ang="0">
                  <a:pos x="T0" y="T1"/>
                </a:cxn>
                <a:cxn ang="0">
                  <a:pos x="T2" y="T3"/>
                </a:cxn>
                <a:cxn ang="0">
                  <a:pos x="T4" y="T5"/>
                </a:cxn>
                <a:cxn ang="0">
                  <a:pos x="T6" y="T7"/>
                </a:cxn>
                <a:cxn ang="0">
                  <a:pos x="T8" y="T9"/>
                </a:cxn>
              </a:cxnLst>
              <a:rect l="0" t="0" r="r" b="b"/>
              <a:pathLst>
                <a:path w="81" h="39">
                  <a:moveTo>
                    <a:pt x="48" y="39"/>
                  </a:moveTo>
                  <a:cubicBezTo>
                    <a:pt x="28" y="39"/>
                    <a:pt x="9" y="30"/>
                    <a:pt x="4" y="20"/>
                  </a:cubicBezTo>
                  <a:cubicBezTo>
                    <a:pt x="0" y="9"/>
                    <a:pt x="13" y="0"/>
                    <a:pt x="32" y="0"/>
                  </a:cubicBezTo>
                  <a:cubicBezTo>
                    <a:pt x="52" y="0"/>
                    <a:pt x="72" y="9"/>
                    <a:pt x="76" y="19"/>
                  </a:cubicBezTo>
                  <a:cubicBezTo>
                    <a:pt x="81" y="30"/>
                    <a:pt x="68" y="39"/>
                    <a:pt x="48" y="3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4" name="Freeform 78"/>
            <p:cNvSpPr>
              <a:spLocks noEditPoints="1"/>
            </p:cNvSpPr>
            <p:nvPr/>
          </p:nvSpPr>
          <p:spPr bwMode="auto">
            <a:xfrm>
              <a:off x="5873750" y="4699000"/>
              <a:ext cx="233363" cy="112712"/>
            </a:xfrm>
            <a:custGeom>
              <a:avLst/>
              <a:gdLst>
                <a:gd name="T0" fmla="*/ 34 w 83"/>
                <a:gd name="T1" fmla="*/ 2 h 40"/>
                <a:gd name="T2" fmla="*/ 76 w 83"/>
                <a:gd name="T3" fmla="*/ 20 h 40"/>
                <a:gd name="T4" fmla="*/ 49 w 83"/>
                <a:gd name="T5" fmla="*/ 39 h 40"/>
                <a:gd name="T6" fmla="*/ 7 w 83"/>
                <a:gd name="T7" fmla="*/ 21 h 40"/>
                <a:gd name="T8" fmla="*/ 34 w 83"/>
                <a:gd name="T9" fmla="*/ 2 h 40"/>
                <a:gd name="T10" fmla="*/ 33 w 83"/>
                <a:gd name="T11" fmla="*/ 0 h 40"/>
                <a:gd name="T12" fmla="*/ 4 w 83"/>
                <a:gd name="T13" fmla="*/ 21 h 40"/>
                <a:gd name="T14" fmla="*/ 49 w 83"/>
                <a:gd name="T15" fmla="*/ 40 h 40"/>
                <a:gd name="T16" fmla="*/ 79 w 83"/>
                <a:gd name="T17" fmla="*/ 20 h 40"/>
                <a:gd name="T18" fmla="*/ 33 w 83"/>
                <a:gd name="T1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3" h="40">
                  <a:moveTo>
                    <a:pt x="34" y="2"/>
                  </a:moveTo>
                  <a:cubicBezTo>
                    <a:pt x="53" y="2"/>
                    <a:pt x="72" y="10"/>
                    <a:pt x="76" y="20"/>
                  </a:cubicBezTo>
                  <a:cubicBezTo>
                    <a:pt x="80" y="31"/>
                    <a:pt x="68" y="39"/>
                    <a:pt x="49" y="39"/>
                  </a:cubicBezTo>
                  <a:cubicBezTo>
                    <a:pt x="29" y="39"/>
                    <a:pt x="11" y="31"/>
                    <a:pt x="7" y="21"/>
                  </a:cubicBezTo>
                  <a:cubicBezTo>
                    <a:pt x="3" y="10"/>
                    <a:pt x="14" y="2"/>
                    <a:pt x="34" y="2"/>
                  </a:cubicBezTo>
                  <a:moveTo>
                    <a:pt x="33" y="0"/>
                  </a:moveTo>
                  <a:cubicBezTo>
                    <a:pt x="13" y="1"/>
                    <a:pt x="0" y="10"/>
                    <a:pt x="4" y="21"/>
                  </a:cubicBezTo>
                  <a:cubicBezTo>
                    <a:pt x="9" y="32"/>
                    <a:pt x="29" y="40"/>
                    <a:pt x="49" y="40"/>
                  </a:cubicBezTo>
                  <a:cubicBezTo>
                    <a:pt x="70" y="40"/>
                    <a:pt x="83" y="31"/>
                    <a:pt x="79" y="20"/>
                  </a:cubicBezTo>
                  <a:cubicBezTo>
                    <a:pt x="74" y="9"/>
                    <a:pt x="53" y="0"/>
                    <a:pt x="3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5" name="Freeform 79"/>
            <p:cNvSpPr>
              <a:spLocks/>
            </p:cNvSpPr>
            <p:nvPr/>
          </p:nvSpPr>
          <p:spPr bwMode="auto">
            <a:xfrm>
              <a:off x="7004050" y="4730750"/>
              <a:ext cx="204788" cy="80962"/>
            </a:xfrm>
            <a:custGeom>
              <a:avLst/>
              <a:gdLst>
                <a:gd name="T0" fmla="*/ 43 w 73"/>
                <a:gd name="T1" fmla="*/ 29 h 29"/>
                <a:gd name="T2" fmla="*/ 4 w 73"/>
                <a:gd name="T3" fmla="*/ 14 h 29"/>
                <a:gd name="T4" fmla="*/ 29 w 73"/>
                <a:gd name="T5" fmla="*/ 0 h 29"/>
                <a:gd name="T6" fmla="*/ 69 w 73"/>
                <a:gd name="T7" fmla="*/ 14 h 29"/>
                <a:gd name="T8" fmla="*/ 43 w 73"/>
                <a:gd name="T9" fmla="*/ 29 h 29"/>
              </a:gdLst>
              <a:ahLst/>
              <a:cxnLst>
                <a:cxn ang="0">
                  <a:pos x="T0" y="T1"/>
                </a:cxn>
                <a:cxn ang="0">
                  <a:pos x="T2" y="T3"/>
                </a:cxn>
                <a:cxn ang="0">
                  <a:pos x="T4" y="T5"/>
                </a:cxn>
                <a:cxn ang="0">
                  <a:pos x="T6" y="T7"/>
                </a:cxn>
                <a:cxn ang="0">
                  <a:pos x="T8" y="T9"/>
                </a:cxn>
              </a:cxnLst>
              <a:rect l="0" t="0" r="r" b="b"/>
              <a:pathLst>
                <a:path w="73" h="29">
                  <a:moveTo>
                    <a:pt x="43" y="29"/>
                  </a:moveTo>
                  <a:cubicBezTo>
                    <a:pt x="26" y="29"/>
                    <a:pt x="8" y="23"/>
                    <a:pt x="4" y="14"/>
                  </a:cubicBezTo>
                  <a:cubicBezTo>
                    <a:pt x="0" y="6"/>
                    <a:pt x="11" y="0"/>
                    <a:pt x="29" y="0"/>
                  </a:cubicBezTo>
                  <a:cubicBezTo>
                    <a:pt x="47" y="0"/>
                    <a:pt x="65" y="6"/>
                    <a:pt x="69" y="14"/>
                  </a:cubicBezTo>
                  <a:cubicBezTo>
                    <a:pt x="73" y="22"/>
                    <a:pt x="61" y="29"/>
                    <a:pt x="43" y="2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6" name="Freeform 80"/>
            <p:cNvSpPr>
              <a:spLocks noEditPoints="1"/>
            </p:cNvSpPr>
            <p:nvPr/>
          </p:nvSpPr>
          <p:spPr bwMode="auto">
            <a:xfrm>
              <a:off x="7000875" y="4727575"/>
              <a:ext cx="211138" cy="87312"/>
            </a:xfrm>
            <a:custGeom>
              <a:avLst/>
              <a:gdLst>
                <a:gd name="T0" fmla="*/ 30 w 75"/>
                <a:gd name="T1" fmla="*/ 1 h 31"/>
                <a:gd name="T2" fmla="*/ 68 w 75"/>
                <a:gd name="T3" fmla="*/ 15 h 31"/>
                <a:gd name="T4" fmla="*/ 44 w 75"/>
                <a:gd name="T5" fmla="*/ 29 h 31"/>
                <a:gd name="T6" fmla="*/ 7 w 75"/>
                <a:gd name="T7" fmla="*/ 15 h 31"/>
                <a:gd name="T8" fmla="*/ 30 w 75"/>
                <a:gd name="T9" fmla="*/ 1 h 31"/>
                <a:gd name="T10" fmla="*/ 30 w 75"/>
                <a:gd name="T11" fmla="*/ 0 h 31"/>
                <a:gd name="T12" fmla="*/ 4 w 75"/>
                <a:gd name="T13" fmla="*/ 15 h 31"/>
                <a:gd name="T14" fmla="*/ 45 w 75"/>
                <a:gd name="T15" fmla="*/ 31 h 31"/>
                <a:gd name="T16" fmla="*/ 71 w 75"/>
                <a:gd name="T17" fmla="*/ 15 h 31"/>
                <a:gd name="T18" fmla="*/ 30 w 75"/>
                <a:gd name="T19"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5" h="31">
                  <a:moveTo>
                    <a:pt x="30" y="1"/>
                  </a:moveTo>
                  <a:cubicBezTo>
                    <a:pt x="47" y="1"/>
                    <a:pt x="64" y="8"/>
                    <a:pt x="68" y="15"/>
                  </a:cubicBezTo>
                  <a:cubicBezTo>
                    <a:pt x="72" y="23"/>
                    <a:pt x="61" y="29"/>
                    <a:pt x="44" y="29"/>
                  </a:cubicBezTo>
                  <a:cubicBezTo>
                    <a:pt x="27" y="29"/>
                    <a:pt x="10" y="23"/>
                    <a:pt x="7" y="15"/>
                  </a:cubicBezTo>
                  <a:cubicBezTo>
                    <a:pt x="3" y="8"/>
                    <a:pt x="13" y="1"/>
                    <a:pt x="30" y="1"/>
                  </a:cubicBezTo>
                  <a:moveTo>
                    <a:pt x="30" y="0"/>
                  </a:moveTo>
                  <a:cubicBezTo>
                    <a:pt x="11" y="0"/>
                    <a:pt x="0" y="7"/>
                    <a:pt x="4" y="15"/>
                  </a:cubicBezTo>
                  <a:cubicBezTo>
                    <a:pt x="8" y="24"/>
                    <a:pt x="26" y="31"/>
                    <a:pt x="45" y="31"/>
                  </a:cubicBezTo>
                  <a:cubicBezTo>
                    <a:pt x="63" y="31"/>
                    <a:pt x="75" y="24"/>
                    <a:pt x="71" y="15"/>
                  </a:cubicBezTo>
                  <a:cubicBezTo>
                    <a:pt x="67" y="7"/>
                    <a:pt x="48" y="0"/>
                    <a:pt x="3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7" name="Freeform 81"/>
            <p:cNvSpPr>
              <a:spLocks/>
            </p:cNvSpPr>
            <p:nvPr/>
          </p:nvSpPr>
          <p:spPr bwMode="auto">
            <a:xfrm>
              <a:off x="3905250" y="4684712"/>
              <a:ext cx="130175" cy="87312"/>
            </a:xfrm>
            <a:custGeom>
              <a:avLst/>
              <a:gdLst>
                <a:gd name="T0" fmla="*/ 23 w 46"/>
                <a:gd name="T1" fmla="*/ 31 h 31"/>
                <a:gd name="T2" fmla="*/ 0 w 46"/>
                <a:gd name="T3" fmla="*/ 16 h 31"/>
                <a:gd name="T4" fmla="*/ 23 w 46"/>
                <a:gd name="T5" fmla="*/ 0 h 31"/>
                <a:gd name="T6" fmla="*/ 46 w 46"/>
                <a:gd name="T7" fmla="*/ 16 h 31"/>
                <a:gd name="T8" fmla="*/ 23 w 46"/>
                <a:gd name="T9" fmla="*/ 31 h 31"/>
              </a:gdLst>
              <a:ahLst/>
              <a:cxnLst>
                <a:cxn ang="0">
                  <a:pos x="T0" y="T1"/>
                </a:cxn>
                <a:cxn ang="0">
                  <a:pos x="T2" y="T3"/>
                </a:cxn>
                <a:cxn ang="0">
                  <a:pos x="T4" y="T5"/>
                </a:cxn>
                <a:cxn ang="0">
                  <a:pos x="T6" y="T7"/>
                </a:cxn>
                <a:cxn ang="0">
                  <a:pos x="T8" y="T9"/>
                </a:cxn>
              </a:cxnLst>
              <a:rect l="0" t="0" r="r" b="b"/>
              <a:pathLst>
                <a:path w="46" h="31">
                  <a:moveTo>
                    <a:pt x="23" y="31"/>
                  </a:moveTo>
                  <a:cubicBezTo>
                    <a:pt x="10" y="31"/>
                    <a:pt x="0" y="24"/>
                    <a:pt x="0" y="16"/>
                  </a:cubicBezTo>
                  <a:cubicBezTo>
                    <a:pt x="0" y="7"/>
                    <a:pt x="10" y="0"/>
                    <a:pt x="23" y="0"/>
                  </a:cubicBezTo>
                  <a:cubicBezTo>
                    <a:pt x="35" y="0"/>
                    <a:pt x="46" y="7"/>
                    <a:pt x="46" y="16"/>
                  </a:cubicBezTo>
                  <a:cubicBezTo>
                    <a:pt x="46" y="24"/>
                    <a:pt x="36" y="31"/>
                    <a:pt x="23" y="31"/>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8" name="Freeform 82"/>
            <p:cNvSpPr>
              <a:spLocks noEditPoints="1"/>
            </p:cNvSpPr>
            <p:nvPr/>
          </p:nvSpPr>
          <p:spPr bwMode="auto">
            <a:xfrm>
              <a:off x="3903663" y="4684712"/>
              <a:ext cx="133350" cy="90487"/>
            </a:xfrm>
            <a:custGeom>
              <a:avLst/>
              <a:gdLst>
                <a:gd name="T0" fmla="*/ 24 w 48"/>
                <a:gd name="T1" fmla="*/ 1 h 32"/>
                <a:gd name="T2" fmla="*/ 46 w 48"/>
                <a:gd name="T3" fmla="*/ 16 h 32"/>
                <a:gd name="T4" fmla="*/ 24 w 48"/>
                <a:gd name="T5" fmla="*/ 30 h 32"/>
                <a:gd name="T6" fmla="*/ 2 w 48"/>
                <a:gd name="T7" fmla="*/ 16 h 32"/>
                <a:gd name="T8" fmla="*/ 24 w 48"/>
                <a:gd name="T9" fmla="*/ 1 h 32"/>
                <a:gd name="T10" fmla="*/ 24 w 48"/>
                <a:gd name="T11" fmla="*/ 0 h 32"/>
                <a:gd name="T12" fmla="*/ 0 w 48"/>
                <a:gd name="T13" fmla="*/ 16 h 32"/>
                <a:gd name="T14" fmla="*/ 24 w 48"/>
                <a:gd name="T15" fmla="*/ 32 h 32"/>
                <a:gd name="T16" fmla="*/ 48 w 48"/>
                <a:gd name="T17" fmla="*/ 16 h 32"/>
                <a:gd name="T18" fmla="*/ 24 w 48"/>
                <a:gd name="T19"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32">
                  <a:moveTo>
                    <a:pt x="24" y="1"/>
                  </a:moveTo>
                  <a:cubicBezTo>
                    <a:pt x="36" y="1"/>
                    <a:pt x="46" y="8"/>
                    <a:pt x="46" y="16"/>
                  </a:cubicBezTo>
                  <a:cubicBezTo>
                    <a:pt x="46" y="24"/>
                    <a:pt x="37" y="30"/>
                    <a:pt x="24" y="30"/>
                  </a:cubicBezTo>
                  <a:cubicBezTo>
                    <a:pt x="12" y="30"/>
                    <a:pt x="2" y="24"/>
                    <a:pt x="2" y="16"/>
                  </a:cubicBezTo>
                  <a:cubicBezTo>
                    <a:pt x="2" y="8"/>
                    <a:pt x="12" y="1"/>
                    <a:pt x="24" y="1"/>
                  </a:cubicBezTo>
                  <a:moveTo>
                    <a:pt x="24" y="0"/>
                  </a:moveTo>
                  <a:cubicBezTo>
                    <a:pt x="10" y="0"/>
                    <a:pt x="0" y="7"/>
                    <a:pt x="0" y="16"/>
                  </a:cubicBezTo>
                  <a:cubicBezTo>
                    <a:pt x="0" y="25"/>
                    <a:pt x="11" y="32"/>
                    <a:pt x="24" y="32"/>
                  </a:cubicBezTo>
                  <a:cubicBezTo>
                    <a:pt x="38" y="32"/>
                    <a:pt x="48" y="25"/>
                    <a:pt x="48" y="16"/>
                  </a:cubicBezTo>
                  <a:cubicBezTo>
                    <a:pt x="48" y="7"/>
                    <a:pt x="37" y="0"/>
                    <a:pt x="2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9" name="Freeform 83"/>
            <p:cNvSpPr>
              <a:spLocks/>
            </p:cNvSpPr>
            <p:nvPr/>
          </p:nvSpPr>
          <p:spPr bwMode="auto">
            <a:xfrm>
              <a:off x="6634163" y="5057775"/>
              <a:ext cx="176213" cy="73025"/>
            </a:xfrm>
            <a:custGeom>
              <a:avLst/>
              <a:gdLst>
                <a:gd name="T0" fmla="*/ 37 w 63"/>
                <a:gd name="T1" fmla="*/ 26 h 26"/>
                <a:gd name="T2" fmla="*/ 3 w 63"/>
                <a:gd name="T3" fmla="*/ 13 h 26"/>
                <a:gd name="T4" fmla="*/ 25 w 63"/>
                <a:gd name="T5" fmla="*/ 0 h 26"/>
                <a:gd name="T6" fmla="*/ 59 w 63"/>
                <a:gd name="T7" fmla="*/ 13 h 26"/>
                <a:gd name="T8" fmla="*/ 37 w 63"/>
                <a:gd name="T9" fmla="*/ 26 h 26"/>
              </a:gdLst>
              <a:ahLst/>
              <a:cxnLst>
                <a:cxn ang="0">
                  <a:pos x="T0" y="T1"/>
                </a:cxn>
                <a:cxn ang="0">
                  <a:pos x="T2" y="T3"/>
                </a:cxn>
                <a:cxn ang="0">
                  <a:pos x="T4" y="T5"/>
                </a:cxn>
                <a:cxn ang="0">
                  <a:pos x="T6" y="T7"/>
                </a:cxn>
                <a:cxn ang="0">
                  <a:pos x="T8" y="T9"/>
                </a:cxn>
              </a:cxnLst>
              <a:rect l="0" t="0" r="r" b="b"/>
              <a:pathLst>
                <a:path w="63" h="26">
                  <a:moveTo>
                    <a:pt x="37" y="26"/>
                  </a:moveTo>
                  <a:cubicBezTo>
                    <a:pt x="22" y="26"/>
                    <a:pt x="6" y="20"/>
                    <a:pt x="3" y="13"/>
                  </a:cubicBezTo>
                  <a:cubicBezTo>
                    <a:pt x="0" y="6"/>
                    <a:pt x="9" y="0"/>
                    <a:pt x="25" y="0"/>
                  </a:cubicBezTo>
                  <a:cubicBezTo>
                    <a:pt x="40" y="0"/>
                    <a:pt x="56" y="6"/>
                    <a:pt x="59" y="13"/>
                  </a:cubicBezTo>
                  <a:cubicBezTo>
                    <a:pt x="63" y="20"/>
                    <a:pt x="53" y="26"/>
                    <a:pt x="37" y="26"/>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0" name="Freeform 84"/>
            <p:cNvSpPr>
              <a:spLocks noEditPoints="1"/>
            </p:cNvSpPr>
            <p:nvPr/>
          </p:nvSpPr>
          <p:spPr bwMode="auto">
            <a:xfrm>
              <a:off x="6627813" y="5057775"/>
              <a:ext cx="185738" cy="76200"/>
            </a:xfrm>
            <a:custGeom>
              <a:avLst/>
              <a:gdLst>
                <a:gd name="T0" fmla="*/ 27 w 66"/>
                <a:gd name="T1" fmla="*/ 1 h 27"/>
                <a:gd name="T2" fmla="*/ 60 w 66"/>
                <a:gd name="T3" fmla="*/ 13 h 27"/>
                <a:gd name="T4" fmla="*/ 39 w 66"/>
                <a:gd name="T5" fmla="*/ 25 h 27"/>
                <a:gd name="T6" fmla="*/ 6 w 66"/>
                <a:gd name="T7" fmla="*/ 13 h 27"/>
                <a:gd name="T8" fmla="*/ 27 w 66"/>
                <a:gd name="T9" fmla="*/ 1 h 27"/>
                <a:gd name="T10" fmla="*/ 27 w 66"/>
                <a:gd name="T11" fmla="*/ 0 h 27"/>
                <a:gd name="T12" fmla="*/ 4 w 66"/>
                <a:gd name="T13" fmla="*/ 13 h 27"/>
                <a:gd name="T14" fmla="*/ 39 w 66"/>
                <a:gd name="T15" fmla="*/ 27 h 27"/>
                <a:gd name="T16" fmla="*/ 63 w 66"/>
                <a:gd name="T17" fmla="*/ 13 h 27"/>
                <a:gd name="T18" fmla="*/ 27 w 66"/>
                <a:gd name="T1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27">
                  <a:moveTo>
                    <a:pt x="27" y="1"/>
                  </a:moveTo>
                  <a:cubicBezTo>
                    <a:pt x="42" y="1"/>
                    <a:pt x="57" y="6"/>
                    <a:pt x="60" y="13"/>
                  </a:cubicBezTo>
                  <a:cubicBezTo>
                    <a:pt x="63" y="20"/>
                    <a:pt x="54" y="25"/>
                    <a:pt x="39" y="25"/>
                  </a:cubicBezTo>
                  <a:cubicBezTo>
                    <a:pt x="24" y="25"/>
                    <a:pt x="9" y="20"/>
                    <a:pt x="6" y="13"/>
                  </a:cubicBezTo>
                  <a:cubicBezTo>
                    <a:pt x="3" y="7"/>
                    <a:pt x="12" y="1"/>
                    <a:pt x="27" y="1"/>
                  </a:cubicBezTo>
                  <a:moveTo>
                    <a:pt x="27" y="0"/>
                  </a:moveTo>
                  <a:cubicBezTo>
                    <a:pt x="10" y="0"/>
                    <a:pt x="0" y="6"/>
                    <a:pt x="4" y="13"/>
                  </a:cubicBezTo>
                  <a:cubicBezTo>
                    <a:pt x="7" y="21"/>
                    <a:pt x="23" y="27"/>
                    <a:pt x="39" y="27"/>
                  </a:cubicBezTo>
                  <a:cubicBezTo>
                    <a:pt x="56" y="26"/>
                    <a:pt x="66" y="20"/>
                    <a:pt x="63" y="13"/>
                  </a:cubicBezTo>
                  <a:cubicBezTo>
                    <a:pt x="59" y="6"/>
                    <a:pt x="43" y="0"/>
                    <a:pt x="2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1" name="Freeform 85"/>
            <p:cNvSpPr>
              <a:spLocks/>
            </p:cNvSpPr>
            <p:nvPr/>
          </p:nvSpPr>
          <p:spPr bwMode="auto">
            <a:xfrm>
              <a:off x="4822825" y="6092825"/>
              <a:ext cx="171450" cy="93662"/>
            </a:xfrm>
            <a:custGeom>
              <a:avLst/>
              <a:gdLst>
                <a:gd name="T0" fmla="*/ 33 w 61"/>
                <a:gd name="T1" fmla="*/ 33 h 33"/>
                <a:gd name="T2" fmla="*/ 2 w 61"/>
                <a:gd name="T3" fmla="*/ 16 h 33"/>
                <a:gd name="T4" fmla="*/ 28 w 61"/>
                <a:gd name="T5" fmla="*/ 0 h 33"/>
                <a:gd name="T6" fmla="*/ 59 w 61"/>
                <a:gd name="T7" fmla="*/ 16 h 33"/>
                <a:gd name="T8" fmla="*/ 33 w 61"/>
                <a:gd name="T9" fmla="*/ 33 h 33"/>
              </a:gdLst>
              <a:ahLst/>
              <a:cxnLst>
                <a:cxn ang="0">
                  <a:pos x="T0" y="T1"/>
                </a:cxn>
                <a:cxn ang="0">
                  <a:pos x="T2" y="T3"/>
                </a:cxn>
                <a:cxn ang="0">
                  <a:pos x="T4" y="T5"/>
                </a:cxn>
                <a:cxn ang="0">
                  <a:pos x="T6" y="T7"/>
                </a:cxn>
                <a:cxn ang="0">
                  <a:pos x="T8" y="T9"/>
                </a:cxn>
              </a:cxnLst>
              <a:rect l="0" t="0" r="r" b="b"/>
              <a:pathLst>
                <a:path w="61" h="33">
                  <a:moveTo>
                    <a:pt x="33" y="33"/>
                  </a:moveTo>
                  <a:cubicBezTo>
                    <a:pt x="17" y="33"/>
                    <a:pt x="3" y="25"/>
                    <a:pt x="2" y="16"/>
                  </a:cubicBezTo>
                  <a:cubicBezTo>
                    <a:pt x="0" y="7"/>
                    <a:pt x="12" y="0"/>
                    <a:pt x="28" y="0"/>
                  </a:cubicBezTo>
                  <a:cubicBezTo>
                    <a:pt x="43" y="0"/>
                    <a:pt x="58" y="7"/>
                    <a:pt x="59" y="16"/>
                  </a:cubicBezTo>
                  <a:cubicBezTo>
                    <a:pt x="61" y="25"/>
                    <a:pt x="49" y="33"/>
                    <a:pt x="33" y="33"/>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2" name="Freeform 86"/>
            <p:cNvSpPr>
              <a:spLocks noEditPoints="1"/>
            </p:cNvSpPr>
            <p:nvPr/>
          </p:nvSpPr>
          <p:spPr bwMode="auto">
            <a:xfrm>
              <a:off x="4819650" y="6092825"/>
              <a:ext cx="176213" cy="95250"/>
            </a:xfrm>
            <a:custGeom>
              <a:avLst/>
              <a:gdLst>
                <a:gd name="T0" fmla="*/ 29 w 63"/>
                <a:gd name="T1" fmla="*/ 1 h 34"/>
                <a:gd name="T2" fmla="*/ 59 w 63"/>
                <a:gd name="T3" fmla="*/ 16 h 34"/>
                <a:gd name="T4" fmla="*/ 34 w 63"/>
                <a:gd name="T5" fmla="*/ 32 h 34"/>
                <a:gd name="T6" fmla="*/ 4 w 63"/>
                <a:gd name="T7" fmla="*/ 16 h 34"/>
                <a:gd name="T8" fmla="*/ 29 w 63"/>
                <a:gd name="T9" fmla="*/ 1 h 34"/>
                <a:gd name="T10" fmla="*/ 28 w 63"/>
                <a:gd name="T11" fmla="*/ 0 h 34"/>
                <a:gd name="T12" fmla="*/ 1 w 63"/>
                <a:gd name="T13" fmla="*/ 16 h 34"/>
                <a:gd name="T14" fmla="*/ 35 w 63"/>
                <a:gd name="T15" fmla="*/ 34 h 34"/>
                <a:gd name="T16" fmla="*/ 62 w 63"/>
                <a:gd name="T17" fmla="*/ 16 h 34"/>
                <a:gd name="T18" fmla="*/ 28 w 63"/>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3" h="34">
                  <a:moveTo>
                    <a:pt x="29" y="1"/>
                  </a:moveTo>
                  <a:cubicBezTo>
                    <a:pt x="44" y="1"/>
                    <a:pt x="57" y="8"/>
                    <a:pt x="59" y="16"/>
                  </a:cubicBezTo>
                  <a:cubicBezTo>
                    <a:pt x="61" y="25"/>
                    <a:pt x="50" y="32"/>
                    <a:pt x="34" y="32"/>
                  </a:cubicBezTo>
                  <a:cubicBezTo>
                    <a:pt x="19" y="32"/>
                    <a:pt x="5" y="25"/>
                    <a:pt x="4" y="16"/>
                  </a:cubicBezTo>
                  <a:cubicBezTo>
                    <a:pt x="3" y="8"/>
                    <a:pt x="14" y="1"/>
                    <a:pt x="29" y="1"/>
                  </a:cubicBezTo>
                  <a:moveTo>
                    <a:pt x="28" y="0"/>
                  </a:moveTo>
                  <a:cubicBezTo>
                    <a:pt x="12" y="0"/>
                    <a:pt x="0" y="7"/>
                    <a:pt x="1" y="16"/>
                  </a:cubicBezTo>
                  <a:cubicBezTo>
                    <a:pt x="3" y="26"/>
                    <a:pt x="18" y="34"/>
                    <a:pt x="35" y="34"/>
                  </a:cubicBezTo>
                  <a:cubicBezTo>
                    <a:pt x="51" y="34"/>
                    <a:pt x="63" y="26"/>
                    <a:pt x="62" y="16"/>
                  </a:cubicBezTo>
                  <a:cubicBezTo>
                    <a:pt x="60" y="7"/>
                    <a:pt x="45" y="0"/>
                    <a:pt x="2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3" name="Freeform 87"/>
            <p:cNvSpPr>
              <a:spLocks/>
            </p:cNvSpPr>
            <p:nvPr/>
          </p:nvSpPr>
          <p:spPr bwMode="auto">
            <a:xfrm>
              <a:off x="2689225" y="4746625"/>
              <a:ext cx="136525" cy="79375"/>
            </a:xfrm>
            <a:custGeom>
              <a:avLst/>
              <a:gdLst>
                <a:gd name="T0" fmla="*/ 21 w 49"/>
                <a:gd name="T1" fmla="*/ 28 h 28"/>
                <a:gd name="T2" fmla="*/ 2 w 49"/>
                <a:gd name="T3" fmla="*/ 14 h 28"/>
                <a:gd name="T4" fmla="*/ 28 w 49"/>
                <a:gd name="T5" fmla="*/ 0 h 28"/>
                <a:gd name="T6" fmla="*/ 47 w 49"/>
                <a:gd name="T7" fmla="*/ 14 h 28"/>
                <a:gd name="T8" fmla="*/ 21 w 49"/>
                <a:gd name="T9" fmla="*/ 28 h 28"/>
              </a:gdLst>
              <a:ahLst/>
              <a:cxnLst>
                <a:cxn ang="0">
                  <a:pos x="T0" y="T1"/>
                </a:cxn>
                <a:cxn ang="0">
                  <a:pos x="T2" y="T3"/>
                </a:cxn>
                <a:cxn ang="0">
                  <a:pos x="T4" y="T5"/>
                </a:cxn>
                <a:cxn ang="0">
                  <a:pos x="T6" y="T7"/>
                </a:cxn>
                <a:cxn ang="0">
                  <a:pos x="T8" y="T9"/>
                </a:cxn>
              </a:cxnLst>
              <a:rect l="0" t="0" r="r" b="b"/>
              <a:pathLst>
                <a:path w="49" h="28">
                  <a:moveTo>
                    <a:pt x="21" y="28"/>
                  </a:moveTo>
                  <a:cubicBezTo>
                    <a:pt x="9" y="28"/>
                    <a:pt x="0" y="22"/>
                    <a:pt x="2" y="14"/>
                  </a:cubicBezTo>
                  <a:cubicBezTo>
                    <a:pt x="4" y="6"/>
                    <a:pt x="16" y="0"/>
                    <a:pt x="28" y="0"/>
                  </a:cubicBezTo>
                  <a:cubicBezTo>
                    <a:pt x="41" y="0"/>
                    <a:pt x="49" y="6"/>
                    <a:pt x="47" y="14"/>
                  </a:cubicBezTo>
                  <a:cubicBezTo>
                    <a:pt x="46" y="22"/>
                    <a:pt x="34" y="28"/>
                    <a:pt x="21" y="28"/>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4" name="Freeform 88"/>
            <p:cNvSpPr>
              <a:spLocks noEditPoints="1"/>
            </p:cNvSpPr>
            <p:nvPr/>
          </p:nvSpPr>
          <p:spPr bwMode="auto">
            <a:xfrm>
              <a:off x="2686050" y="4743450"/>
              <a:ext cx="142875" cy="84137"/>
            </a:xfrm>
            <a:custGeom>
              <a:avLst/>
              <a:gdLst>
                <a:gd name="T0" fmla="*/ 29 w 51"/>
                <a:gd name="T1" fmla="*/ 1 h 30"/>
                <a:gd name="T2" fmla="*/ 47 w 51"/>
                <a:gd name="T3" fmla="*/ 15 h 30"/>
                <a:gd name="T4" fmla="*/ 23 w 51"/>
                <a:gd name="T5" fmla="*/ 28 h 30"/>
                <a:gd name="T6" fmla="*/ 4 w 51"/>
                <a:gd name="T7" fmla="*/ 15 h 30"/>
                <a:gd name="T8" fmla="*/ 29 w 51"/>
                <a:gd name="T9" fmla="*/ 1 h 30"/>
                <a:gd name="T10" fmla="*/ 29 w 51"/>
                <a:gd name="T11" fmla="*/ 0 h 30"/>
                <a:gd name="T12" fmla="*/ 2 w 51"/>
                <a:gd name="T13" fmla="*/ 15 h 30"/>
                <a:gd name="T14" fmla="*/ 22 w 51"/>
                <a:gd name="T15" fmla="*/ 30 h 30"/>
                <a:gd name="T16" fmla="*/ 49 w 51"/>
                <a:gd name="T17" fmla="*/ 15 h 30"/>
                <a:gd name="T18" fmla="*/ 29 w 5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30">
                  <a:moveTo>
                    <a:pt x="29" y="1"/>
                  </a:moveTo>
                  <a:cubicBezTo>
                    <a:pt x="41" y="1"/>
                    <a:pt x="49" y="7"/>
                    <a:pt x="47" y="15"/>
                  </a:cubicBezTo>
                  <a:cubicBezTo>
                    <a:pt x="46" y="22"/>
                    <a:pt x="35" y="28"/>
                    <a:pt x="23" y="28"/>
                  </a:cubicBezTo>
                  <a:cubicBezTo>
                    <a:pt x="11" y="28"/>
                    <a:pt x="2" y="22"/>
                    <a:pt x="4" y="15"/>
                  </a:cubicBezTo>
                  <a:cubicBezTo>
                    <a:pt x="6" y="8"/>
                    <a:pt x="17" y="1"/>
                    <a:pt x="29" y="1"/>
                  </a:cubicBezTo>
                  <a:moveTo>
                    <a:pt x="29" y="0"/>
                  </a:moveTo>
                  <a:cubicBezTo>
                    <a:pt x="16" y="0"/>
                    <a:pt x="4" y="7"/>
                    <a:pt x="2" y="15"/>
                  </a:cubicBezTo>
                  <a:cubicBezTo>
                    <a:pt x="0" y="23"/>
                    <a:pt x="9" y="30"/>
                    <a:pt x="22" y="30"/>
                  </a:cubicBezTo>
                  <a:cubicBezTo>
                    <a:pt x="35" y="29"/>
                    <a:pt x="48" y="23"/>
                    <a:pt x="49" y="15"/>
                  </a:cubicBezTo>
                  <a:cubicBezTo>
                    <a:pt x="51" y="7"/>
                    <a:pt x="42" y="0"/>
                    <a:pt x="2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5" name="Freeform 89"/>
            <p:cNvSpPr>
              <a:spLocks/>
            </p:cNvSpPr>
            <p:nvPr/>
          </p:nvSpPr>
          <p:spPr bwMode="auto">
            <a:xfrm>
              <a:off x="3336925" y="5100637"/>
              <a:ext cx="134938" cy="69850"/>
            </a:xfrm>
            <a:custGeom>
              <a:avLst/>
              <a:gdLst>
                <a:gd name="T0" fmla="*/ 23 w 48"/>
                <a:gd name="T1" fmla="*/ 25 h 25"/>
                <a:gd name="T2" fmla="*/ 1 w 48"/>
                <a:gd name="T3" fmla="*/ 13 h 25"/>
                <a:gd name="T4" fmla="*/ 25 w 48"/>
                <a:gd name="T5" fmla="*/ 0 h 25"/>
                <a:gd name="T6" fmla="*/ 48 w 48"/>
                <a:gd name="T7" fmla="*/ 13 h 25"/>
                <a:gd name="T8" fmla="*/ 23 w 48"/>
                <a:gd name="T9" fmla="*/ 25 h 25"/>
              </a:gdLst>
              <a:ahLst/>
              <a:cxnLst>
                <a:cxn ang="0">
                  <a:pos x="T0" y="T1"/>
                </a:cxn>
                <a:cxn ang="0">
                  <a:pos x="T2" y="T3"/>
                </a:cxn>
                <a:cxn ang="0">
                  <a:pos x="T4" y="T5"/>
                </a:cxn>
                <a:cxn ang="0">
                  <a:pos x="T6" y="T7"/>
                </a:cxn>
                <a:cxn ang="0">
                  <a:pos x="T8" y="T9"/>
                </a:cxn>
              </a:cxnLst>
              <a:rect l="0" t="0" r="r" b="b"/>
              <a:pathLst>
                <a:path w="48" h="25">
                  <a:moveTo>
                    <a:pt x="23" y="25"/>
                  </a:moveTo>
                  <a:cubicBezTo>
                    <a:pt x="10" y="25"/>
                    <a:pt x="0" y="20"/>
                    <a:pt x="1" y="13"/>
                  </a:cubicBezTo>
                  <a:cubicBezTo>
                    <a:pt x="1" y="6"/>
                    <a:pt x="13" y="0"/>
                    <a:pt x="25" y="0"/>
                  </a:cubicBezTo>
                  <a:cubicBezTo>
                    <a:pt x="38" y="0"/>
                    <a:pt x="48" y="6"/>
                    <a:pt x="48" y="13"/>
                  </a:cubicBezTo>
                  <a:cubicBezTo>
                    <a:pt x="47" y="20"/>
                    <a:pt x="36" y="25"/>
                    <a:pt x="23" y="25"/>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6" name="Freeform 90"/>
            <p:cNvSpPr>
              <a:spLocks noEditPoints="1"/>
            </p:cNvSpPr>
            <p:nvPr/>
          </p:nvSpPr>
          <p:spPr bwMode="auto">
            <a:xfrm>
              <a:off x="3333750" y="5097462"/>
              <a:ext cx="139700" cy="76200"/>
            </a:xfrm>
            <a:custGeom>
              <a:avLst/>
              <a:gdLst>
                <a:gd name="T0" fmla="*/ 26 w 50"/>
                <a:gd name="T1" fmla="*/ 2 h 27"/>
                <a:gd name="T2" fmla="*/ 48 w 50"/>
                <a:gd name="T3" fmla="*/ 14 h 27"/>
                <a:gd name="T4" fmla="*/ 24 w 50"/>
                <a:gd name="T5" fmla="*/ 26 h 27"/>
                <a:gd name="T6" fmla="*/ 3 w 50"/>
                <a:gd name="T7" fmla="*/ 14 h 27"/>
                <a:gd name="T8" fmla="*/ 26 w 50"/>
                <a:gd name="T9" fmla="*/ 2 h 27"/>
                <a:gd name="T10" fmla="*/ 26 w 50"/>
                <a:gd name="T11" fmla="*/ 0 h 27"/>
                <a:gd name="T12" fmla="*/ 1 w 50"/>
                <a:gd name="T13" fmla="*/ 14 h 27"/>
                <a:gd name="T14" fmla="*/ 24 w 50"/>
                <a:gd name="T15" fmla="*/ 27 h 27"/>
                <a:gd name="T16" fmla="*/ 50 w 50"/>
                <a:gd name="T17" fmla="*/ 14 h 27"/>
                <a:gd name="T18" fmla="*/ 26 w 50"/>
                <a:gd name="T1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27">
                  <a:moveTo>
                    <a:pt x="26" y="2"/>
                  </a:moveTo>
                  <a:cubicBezTo>
                    <a:pt x="39" y="1"/>
                    <a:pt x="48" y="7"/>
                    <a:pt x="48" y="14"/>
                  </a:cubicBezTo>
                  <a:cubicBezTo>
                    <a:pt x="47" y="20"/>
                    <a:pt x="37" y="26"/>
                    <a:pt x="24" y="26"/>
                  </a:cubicBezTo>
                  <a:cubicBezTo>
                    <a:pt x="12" y="26"/>
                    <a:pt x="2" y="20"/>
                    <a:pt x="3" y="14"/>
                  </a:cubicBezTo>
                  <a:cubicBezTo>
                    <a:pt x="4" y="7"/>
                    <a:pt x="14" y="2"/>
                    <a:pt x="26" y="2"/>
                  </a:cubicBezTo>
                  <a:moveTo>
                    <a:pt x="26" y="0"/>
                  </a:moveTo>
                  <a:cubicBezTo>
                    <a:pt x="13" y="0"/>
                    <a:pt x="1" y="6"/>
                    <a:pt x="1" y="14"/>
                  </a:cubicBezTo>
                  <a:cubicBezTo>
                    <a:pt x="0" y="21"/>
                    <a:pt x="11" y="27"/>
                    <a:pt x="24" y="27"/>
                  </a:cubicBezTo>
                  <a:cubicBezTo>
                    <a:pt x="38" y="27"/>
                    <a:pt x="49" y="21"/>
                    <a:pt x="50" y="14"/>
                  </a:cubicBezTo>
                  <a:cubicBezTo>
                    <a:pt x="50" y="6"/>
                    <a:pt x="40" y="0"/>
                    <a:pt x="2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7" name="Freeform 91"/>
            <p:cNvSpPr>
              <a:spLocks/>
            </p:cNvSpPr>
            <p:nvPr/>
          </p:nvSpPr>
          <p:spPr bwMode="auto">
            <a:xfrm>
              <a:off x="3721100" y="4791075"/>
              <a:ext cx="73025" cy="49212"/>
            </a:xfrm>
            <a:custGeom>
              <a:avLst/>
              <a:gdLst>
                <a:gd name="T0" fmla="*/ 13 w 26"/>
                <a:gd name="T1" fmla="*/ 17 h 17"/>
                <a:gd name="T2" fmla="*/ 0 w 26"/>
                <a:gd name="T3" fmla="*/ 9 h 17"/>
                <a:gd name="T4" fmla="*/ 13 w 26"/>
                <a:gd name="T5" fmla="*/ 0 h 17"/>
                <a:gd name="T6" fmla="*/ 26 w 26"/>
                <a:gd name="T7" fmla="*/ 8 h 17"/>
                <a:gd name="T8" fmla="*/ 13 w 26"/>
                <a:gd name="T9" fmla="*/ 17 h 17"/>
              </a:gdLst>
              <a:ahLst/>
              <a:cxnLst>
                <a:cxn ang="0">
                  <a:pos x="T0" y="T1"/>
                </a:cxn>
                <a:cxn ang="0">
                  <a:pos x="T2" y="T3"/>
                </a:cxn>
                <a:cxn ang="0">
                  <a:pos x="T4" y="T5"/>
                </a:cxn>
                <a:cxn ang="0">
                  <a:pos x="T6" y="T7"/>
                </a:cxn>
                <a:cxn ang="0">
                  <a:pos x="T8" y="T9"/>
                </a:cxn>
              </a:cxnLst>
              <a:rect l="0" t="0" r="r" b="b"/>
              <a:pathLst>
                <a:path w="26" h="17">
                  <a:moveTo>
                    <a:pt x="13" y="17"/>
                  </a:moveTo>
                  <a:cubicBezTo>
                    <a:pt x="6" y="17"/>
                    <a:pt x="0" y="13"/>
                    <a:pt x="0" y="9"/>
                  </a:cubicBezTo>
                  <a:cubicBezTo>
                    <a:pt x="0" y="4"/>
                    <a:pt x="6" y="0"/>
                    <a:pt x="13" y="0"/>
                  </a:cubicBezTo>
                  <a:cubicBezTo>
                    <a:pt x="20" y="0"/>
                    <a:pt x="26" y="4"/>
                    <a:pt x="26" y="8"/>
                  </a:cubicBezTo>
                  <a:cubicBezTo>
                    <a:pt x="26" y="13"/>
                    <a:pt x="20" y="17"/>
                    <a:pt x="13" y="1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8" name="Freeform 92"/>
            <p:cNvSpPr>
              <a:spLocks noEditPoints="1"/>
            </p:cNvSpPr>
            <p:nvPr/>
          </p:nvSpPr>
          <p:spPr bwMode="auto">
            <a:xfrm>
              <a:off x="3717925" y="4791075"/>
              <a:ext cx="77788" cy="49212"/>
            </a:xfrm>
            <a:custGeom>
              <a:avLst/>
              <a:gdLst>
                <a:gd name="T0" fmla="*/ 14 w 28"/>
                <a:gd name="T1" fmla="*/ 1 h 17"/>
                <a:gd name="T2" fmla="*/ 26 w 28"/>
                <a:gd name="T3" fmla="*/ 8 h 17"/>
                <a:gd name="T4" fmla="*/ 14 w 28"/>
                <a:gd name="T5" fmla="*/ 16 h 17"/>
                <a:gd name="T6" fmla="*/ 2 w 28"/>
                <a:gd name="T7" fmla="*/ 9 h 17"/>
                <a:gd name="T8" fmla="*/ 14 w 28"/>
                <a:gd name="T9" fmla="*/ 1 h 17"/>
                <a:gd name="T10" fmla="*/ 14 w 28"/>
                <a:gd name="T11" fmla="*/ 0 h 17"/>
                <a:gd name="T12" fmla="*/ 0 w 28"/>
                <a:gd name="T13" fmla="*/ 9 h 17"/>
                <a:gd name="T14" fmla="*/ 14 w 28"/>
                <a:gd name="T15" fmla="*/ 17 h 17"/>
                <a:gd name="T16" fmla="*/ 28 w 28"/>
                <a:gd name="T17" fmla="*/ 8 h 17"/>
                <a:gd name="T18" fmla="*/ 14 w 28"/>
                <a:gd name="T1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17">
                  <a:moveTo>
                    <a:pt x="14" y="1"/>
                  </a:moveTo>
                  <a:cubicBezTo>
                    <a:pt x="21" y="1"/>
                    <a:pt x="26" y="4"/>
                    <a:pt x="26" y="8"/>
                  </a:cubicBezTo>
                  <a:cubicBezTo>
                    <a:pt x="26" y="13"/>
                    <a:pt x="21" y="16"/>
                    <a:pt x="14" y="16"/>
                  </a:cubicBezTo>
                  <a:cubicBezTo>
                    <a:pt x="7" y="16"/>
                    <a:pt x="2" y="13"/>
                    <a:pt x="2" y="9"/>
                  </a:cubicBezTo>
                  <a:cubicBezTo>
                    <a:pt x="2" y="4"/>
                    <a:pt x="8" y="1"/>
                    <a:pt x="14" y="1"/>
                  </a:cubicBezTo>
                  <a:moveTo>
                    <a:pt x="14" y="0"/>
                  </a:moveTo>
                  <a:cubicBezTo>
                    <a:pt x="7" y="0"/>
                    <a:pt x="0" y="4"/>
                    <a:pt x="0" y="9"/>
                  </a:cubicBezTo>
                  <a:cubicBezTo>
                    <a:pt x="0" y="13"/>
                    <a:pt x="6" y="17"/>
                    <a:pt x="14" y="17"/>
                  </a:cubicBezTo>
                  <a:cubicBezTo>
                    <a:pt x="22" y="17"/>
                    <a:pt x="28" y="13"/>
                    <a:pt x="28" y="8"/>
                  </a:cubicBezTo>
                  <a:cubicBezTo>
                    <a:pt x="28" y="4"/>
                    <a:pt x="22" y="0"/>
                    <a:pt x="1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9" name="Freeform 93"/>
            <p:cNvSpPr>
              <a:spLocks/>
            </p:cNvSpPr>
            <p:nvPr/>
          </p:nvSpPr>
          <p:spPr bwMode="auto">
            <a:xfrm>
              <a:off x="3810000" y="4760912"/>
              <a:ext cx="131763" cy="84137"/>
            </a:xfrm>
            <a:custGeom>
              <a:avLst/>
              <a:gdLst>
                <a:gd name="T0" fmla="*/ 24 w 47"/>
                <a:gd name="T1" fmla="*/ 30 h 30"/>
                <a:gd name="T2" fmla="*/ 0 w 47"/>
                <a:gd name="T3" fmla="*/ 15 h 30"/>
                <a:gd name="T4" fmla="*/ 24 w 47"/>
                <a:gd name="T5" fmla="*/ 0 h 30"/>
                <a:gd name="T6" fmla="*/ 47 w 47"/>
                <a:gd name="T7" fmla="*/ 15 h 30"/>
                <a:gd name="T8" fmla="*/ 24 w 47"/>
                <a:gd name="T9" fmla="*/ 30 h 30"/>
              </a:gdLst>
              <a:ahLst/>
              <a:cxnLst>
                <a:cxn ang="0">
                  <a:pos x="T0" y="T1"/>
                </a:cxn>
                <a:cxn ang="0">
                  <a:pos x="T2" y="T3"/>
                </a:cxn>
                <a:cxn ang="0">
                  <a:pos x="T4" y="T5"/>
                </a:cxn>
                <a:cxn ang="0">
                  <a:pos x="T6" y="T7"/>
                </a:cxn>
                <a:cxn ang="0">
                  <a:pos x="T8" y="T9"/>
                </a:cxn>
              </a:cxnLst>
              <a:rect l="0" t="0" r="r" b="b"/>
              <a:pathLst>
                <a:path w="47" h="30">
                  <a:moveTo>
                    <a:pt x="24" y="30"/>
                  </a:moveTo>
                  <a:cubicBezTo>
                    <a:pt x="11" y="30"/>
                    <a:pt x="0" y="23"/>
                    <a:pt x="0" y="15"/>
                  </a:cubicBezTo>
                  <a:cubicBezTo>
                    <a:pt x="0" y="7"/>
                    <a:pt x="11" y="0"/>
                    <a:pt x="24" y="0"/>
                  </a:cubicBezTo>
                  <a:cubicBezTo>
                    <a:pt x="36" y="0"/>
                    <a:pt x="47" y="7"/>
                    <a:pt x="47" y="15"/>
                  </a:cubicBezTo>
                  <a:cubicBezTo>
                    <a:pt x="47" y="23"/>
                    <a:pt x="37" y="30"/>
                    <a:pt x="24" y="30"/>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0" name="Freeform 94"/>
            <p:cNvSpPr>
              <a:spLocks noEditPoints="1"/>
            </p:cNvSpPr>
            <p:nvPr/>
          </p:nvSpPr>
          <p:spPr bwMode="auto">
            <a:xfrm>
              <a:off x="3808413" y="4757737"/>
              <a:ext cx="136525" cy="87312"/>
            </a:xfrm>
            <a:custGeom>
              <a:avLst/>
              <a:gdLst>
                <a:gd name="T0" fmla="*/ 25 w 49"/>
                <a:gd name="T1" fmla="*/ 1 h 31"/>
                <a:gd name="T2" fmla="*/ 47 w 49"/>
                <a:gd name="T3" fmla="*/ 16 h 31"/>
                <a:gd name="T4" fmla="*/ 25 w 49"/>
                <a:gd name="T5" fmla="*/ 30 h 31"/>
                <a:gd name="T6" fmla="*/ 2 w 49"/>
                <a:gd name="T7" fmla="*/ 16 h 31"/>
                <a:gd name="T8" fmla="*/ 25 w 49"/>
                <a:gd name="T9" fmla="*/ 1 h 31"/>
                <a:gd name="T10" fmla="*/ 25 w 49"/>
                <a:gd name="T11" fmla="*/ 0 h 31"/>
                <a:gd name="T12" fmla="*/ 0 w 49"/>
                <a:gd name="T13" fmla="*/ 16 h 31"/>
                <a:gd name="T14" fmla="*/ 25 w 49"/>
                <a:gd name="T15" fmla="*/ 31 h 31"/>
                <a:gd name="T16" fmla="*/ 49 w 49"/>
                <a:gd name="T17" fmla="*/ 16 h 31"/>
                <a:gd name="T18" fmla="*/ 25 w 49"/>
                <a:gd name="T19"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31">
                  <a:moveTo>
                    <a:pt x="25" y="1"/>
                  </a:moveTo>
                  <a:cubicBezTo>
                    <a:pt x="37" y="1"/>
                    <a:pt x="47" y="8"/>
                    <a:pt x="47" y="16"/>
                  </a:cubicBezTo>
                  <a:cubicBezTo>
                    <a:pt x="47" y="24"/>
                    <a:pt x="37" y="30"/>
                    <a:pt x="25" y="30"/>
                  </a:cubicBezTo>
                  <a:cubicBezTo>
                    <a:pt x="12" y="30"/>
                    <a:pt x="2" y="24"/>
                    <a:pt x="2" y="16"/>
                  </a:cubicBezTo>
                  <a:cubicBezTo>
                    <a:pt x="2" y="8"/>
                    <a:pt x="12" y="2"/>
                    <a:pt x="25" y="1"/>
                  </a:cubicBezTo>
                  <a:moveTo>
                    <a:pt x="25" y="0"/>
                  </a:moveTo>
                  <a:cubicBezTo>
                    <a:pt x="11" y="0"/>
                    <a:pt x="0" y="7"/>
                    <a:pt x="0" y="16"/>
                  </a:cubicBezTo>
                  <a:cubicBezTo>
                    <a:pt x="0" y="25"/>
                    <a:pt x="11" y="31"/>
                    <a:pt x="25" y="31"/>
                  </a:cubicBezTo>
                  <a:cubicBezTo>
                    <a:pt x="38" y="31"/>
                    <a:pt x="49" y="24"/>
                    <a:pt x="49" y="16"/>
                  </a:cubicBezTo>
                  <a:cubicBezTo>
                    <a:pt x="49" y="7"/>
                    <a:pt x="38" y="0"/>
                    <a:pt x="2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1" name="Freeform 95"/>
            <p:cNvSpPr>
              <a:spLocks/>
            </p:cNvSpPr>
            <p:nvPr/>
          </p:nvSpPr>
          <p:spPr bwMode="auto">
            <a:xfrm>
              <a:off x="4029075" y="4760912"/>
              <a:ext cx="134938" cy="84137"/>
            </a:xfrm>
            <a:custGeom>
              <a:avLst/>
              <a:gdLst>
                <a:gd name="T0" fmla="*/ 24 w 48"/>
                <a:gd name="T1" fmla="*/ 30 h 30"/>
                <a:gd name="T2" fmla="*/ 0 w 48"/>
                <a:gd name="T3" fmla="*/ 15 h 30"/>
                <a:gd name="T4" fmla="*/ 23 w 48"/>
                <a:gd name="T5" fmla="*/ 0 h 30"/>
                <a:gd name="T6" fmla="*/ 47 w 48"/>
                <a:gd name="T7" fmla="*/ 15 h 30"/>
                <a:gd name="T8" fmla="*/ 24 w 48"/>
                <a:gd name="T9" fmla="*/ 30 h 30"/>
              </a:gdLst>
              <a:ahLst/>
              <a:cxnLst>
                <a:cxn ang="0">
                  <a:pos x="T0" y="T1"/>
                </a:cxn>
                <a:cxn ang="0">
                  <a:pos x="T2" y="T3"/>
                </a:cxn>
                <a:cxn ang="0">
                  <a:pos x="T4" y="T5"/>
                </a:cxn>
                <a:cxn ang="0">
                  <a:pos x="T6" y="T7"/>
                </a:cxn>
                <a:cxn ang="0">
                  <a:pos x="T8" y="T9"/>
                </a:cxn>
              </a:cxnLst>
              <a:rect l="0" t="0" r="r" b="b"/>
              <a:pathLst>
                <a:path w="48" h="30">
                  <a:moveTo>
                    <a:pt x="24" y="30"/>
                  </a:moveTo>
                  <a:cubicBezTo>
                    <a:pt x="11" y="30"/>
                    <a:pt x="0" y="24"/>
                    <a:pt x="0" y="15"/>
                  </a:cubicBezTo>
                  <a:cubicBezTo>
                    <a:pt x="0" y="7"/>
                    <a:pt x="10" y="0"/>
                    <a:pt x="23" y="0"/>
                  </a:cubicBezTo>
                  <a:cubicBezTo>
                    <a:pt x="35" y="0"/>
                    <a:pt x="46" y="7"/>
                    <a:pt x="47" y="15"/>
                  </a:cubicBezTo>
                  <a:cubicBezTo>
                    <a:pt x="48" y="23"/>
                    <a:pt x="37" y="30"/>
                    <a:pt x="24" y="30"/>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2" name="Freeform 96"/>
            <p:cNvSpPr>
              <a:spLocks noEditPoints="1"/>
            </p:cNvSpPr>
            <p:nvPr/>
          </p:nvSpPr>
          <p:spPr bwMode="auto">
            <a:xfrm>
              <a:off x="4024313" y="4760912"/>
              <a:ext cx="142875" cy="87312"/>
            </a:xfrm>
            <a:custGeom>
              <a:avLst/>
              <a:gdLst>
                <a:gd name="T0" fmla="*/ 25 w 51"/>
                <a:gd name="T1" fmla="*/ 1 h 31"/>
                <a:gd name="T2" fmla="*/ 48 w 51"/>
                <a:gd name="T3" fmla="*/ 15 h 31"/>
                <a:gd name="T4" fmla="*/ 26 w 51"/>
                <a:gd name="T5" fmla="*/ 29 h 31"/>
                <a:gd name="T6" fmla="*/ 3 w 51"/>
                <a:gd name="T7" fmla="*/ 15 h 31"/>
                <a:gd name="T8" fmla="*/ 25 w 51"/>
                <a:gd name="T9" fmla="*/ 1 h 31"/>
                <a:gd name="T10" fmla="*/ 25 w 51"/>
                <a:gd name="T11" fmla="*/ 0 h 31"/>
                <a:gd name="T12" fmla="*/ 1 w 51"/>
                <a:gd name="T13" fmla="*/ 15 h 31"/>
                <a:gd name="T14" fmla="*/ 26 w 51"/>
                <a:gd name="T15" fmla="*/ 31 h 31"/>
                <a:gd name="T16" fmla="*/ 50 w 51"/>
                <a:gd name="T17" fmla="*/ 15 h 31"/>
                <a:gd name="T18" fmla="*/ 25 w 51"/>
                <a:gd name="T19"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31">
                  <a:moveTo>
                    <a:pt x="25" y="1"/>
                  </a:moveTo>
                  <a:cubicBezTo>
                    <a:pt x="37" y="1"/>
                    <a:pt x="47" y="7"/>
                    <a:pt x="48" y="15"/>
                  </a:cubicBezTo>
                  <a:cubicBezTo>
                    <a:pt x="49" y="23"/>
                    <a:pt x="39" y="29"/>
                    <a:pt x="26" y="29"/>
                  </a:cubicBezTo>
                  <a:cubicBezTo>
                    <a:pt x="14" y="30"/>
                    <a:pt x="3" y="23"/>
                    <a:pt x="3" y="15"/>
                  </a:cubicBezTo>
                  <a:cubicBezTo>
                    <a:pt x="3" y="8"/>
                    <a:pt x="12" y="1"/>
                    <a:pt x="25" y="1"/>
                  </a:cubicBezTo>
                  <a:moveTo>
                    <a:pt x="25" y="0"/>
                  </a:moveTo>
                  <a:cubicBezTo>
                    <a:pt x="11" y="0"/>
                    <a:pt x="0" y="7"/>
                    <a:pt x="1" y="15"/>
                  </a:cubicBezTo>
                  <a:cubicBezTo>
                    <a:pt x="1" y="24"/>
                    <a:pt x="13" y="31"/>
                    <a:pt x="26" y="31"/>
                  </a:cubicBezTo>
                  <a:cubicBezTo>
                    <a:pt x="40" y="31"/>
                    <a:pt x="51" y="24"/>
                    <a:pt x="50" y="15"/>
                  </a:cubicBezTo>
                  <a:cubicBezTo>
                    <a:pt x="49" y="7"/>
                    <a:pt x="38" y="0"/>
                    <a:pt x="2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3" name="Freeform 97"/>
            <p:cNvSpPr>
              <a:spLocks/>
            </p:cNvSpPr>
            <p:nvPr/>
          </p:nvSpPr>
          <p:spPr bwMode="auto">
            <a:xfrm>
              <a:off x="3765550" y="4887912"/>
              <a:ext cx="127000" cy="74612"/>
            </a:xfrm>
            <a:custGeom>
              <a:avLst/>
              <a:gdLst>
                <a:gd name="T0" fmla="*/ 23 w 45"/>
                <a:gd name="T1" fmla="*/ 27 h 27"/>
                <a:gd name="T2" fmla="*/ 1 w 45"/>
                <a:gd name="T3" fmla="*/ 14 h 27"/>
                <a:gd name="T4" fmla="*/ 23 w 45"/>
                <a:gd name="T5" fmla="*/ 0 h 27"/>
                <a:gd name="T6" fmla="*/ 45 w 45"/>
                <a:gd name="T7" fmla="*/ 14 h 27"/>
                <a:gd name="T8" fmla="*/ 23 w 45"/>
                <a:gd name="T9" fmla="*/ 27 h 27"/>
              </a:gdLst>
              <a:ahLst/>
              <a:cxnLst>
                <a:cxn ang="0">
                  <a:pos x="T0" y="T1"/>
                </a:cxn>
                <a:cxn ang="0">
                  <a:pos x="T2" y="T3"/>
                </a:cxn>
                <a:cxn ang="0">
                  <a:pos x="T4" y="T5"/>
                </a:cxn>
                <a:cxn ang="0">
                  <a:pos x="T6" y="T7"/>
                </a:cxn>
                <a:cxn ang="0">
                  <a:pos x="T8" y="T9"/>
                </a:cxn>
              </a:cxnLst>
              <a:rect l="0" t="0" r="r" b="b"/>
              <a:pathLst>
                <a:path w="45" h="27">
                  <a:moveTo>
                    <a:pt x="23" y="27"/>
                  </a:moveTo>
                  <a:cubicBezTo>
                    <a:pt x="10" y="27"/>
                    <a:pt x="0" y="21"/>
                    <a:pt x="1" y="14"/>
                  </a:cubicBezTo>
                  <a:cubicBezTo>
                    <a:pt x="1" y="6"/>
                    <a:pt x="11" y="0"/>
                    <a:pt x="23" y="0"/>
                  </a:cubicBezTo>
                  <a:cubicBezTo>
                    <a:pt x="35" y="0"/>
                    <a:pt x="45" y="6"/>
                    <a:pt x="45" y="14"/>
                  </a:cubicBezTo>
                  <a:cubicBezTo>
                    <a:pt x="45" y="21"/>
                    <a:pt x="35" y="27"/>
                    <a:pt x="23" y="2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4" name="Freeform 98"/>
            <p:cNvSpPr>
              <a:spLocks noEditPoints="1"/>
            </p:cNvSpPr>
            <p:nvPr/>
          </p:nvSpPr>
          <p:spPr bwMode="auto">
            <a:xfrm>
              <a:off x="3762375" y="4887912"/>
              <a:ext cx="131763" cy="77787"/>
            </a:xfrm>
            <a:custGeom>
              <a:avLst/>
              <a:gdLst>
                <a:gd name="T0" fmla="*/ 24 w 47"/>
                <a:gd name="T1" fmla="*/ 1 h 28"/>
                <a:gd name="T2" fmla="*/ 45 w 47"/>
                <a:gd name="T3" fmla="*/ 14 h 28"/>
                <a:gd name="T4" fmla="*/ 24 w 47"/>
                <a:gd name="T5" fmla="*/ 26 h 28"/>
                <a:gd name="T6" fmla="*/ 3 w 47"/>
                <a:gd name="T7" fmla="*/ 14 h 28"/>
                <a:gd name="T8" fmla="*/ 24 w 47"/>
                <a:gd name="T9" fmla="*/ 1 h 28"/>
                <a:gd name="T10" fmla="*/ 24 w 47"/>
                <a:gd name="T11" fmla="*/ 0 h 28"/>
                <a:gd name="T12" fmla="*/ 0 w 47"/>
                <a:gd name="T13" fmla="*/ 14 h 28"/>
                <a:gd name="T14" fmla="*/ 24 w 47"/>
                <a:gd name="T15" fmla="*/ 27 h 28"/>
                <a:gd name="T16" fmla="*/ 47 w 47"/>
                <a:gd name="T17" fmla="*/ 14 h 28"/>
                <a:gd name="T18" fmla="*/ 24 w 47"/>
                <a:gd name="T1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28">
                  <a:moveTo>
                    <a:pt x="24" y="1"/>
                  </a:moveTo>
                  <a:cubicBezTo>
                    <a:pt x="36" y="1"/>
                    <a:pt x="45" y="7"/>
                    <a:pt x="45" y="14"/>
                  </a:cubicBezTo>
                  <a:cubicBezTo>
                    <a:pt x="45" y="21"/>
                    <a:pt x="36" y="26"/>
                    <a:pt x="24" y="26"/>
                  </a:cubicBezTo>
                  <a:cubicBezTo>
                    <a:pt x="12" y="26"/>
                    <a:pt x="2" y="21"/>
                    <a:pt x="3" y="14"/>
                  </a:cubicBezTo>
                  <a:cubicBezTo>
                    <a:pt x="3" y="7"/>
                    <a:pt x="12" y="1"/>
                    <a:pt x="24" y="1"/>
                  </a:cubicBezTo>
                  <a:moveTo>
                    <a:pt x="24" y="0"/>
                  </a:moveTo>
                  <a:cubicBezTo>
                    <a:pt x="11" y="0"/>
                    <a:pt x="1" y="6"/>
                    <a:pt x="0" y="14"/>
                  </a:cubicBezTo>
                  <a:cubicBezTo>
                    <a:pt x="0" y="21"/>
                    <a:pt x="11" y="28"/>
                    <a:pt x="24" y="27"/>
                  </a:cubicBezTo>
                  <a:cubicBezTo>
                    <a:pt x="37" y="27"/>
                    <a:pt x="47" y="21"/>
                    <a:pt x="47" y="14"/>
                  </a:cubicBezTo>
                  <a:cubicBezTo>
                    <a:pt x="47" y="6"/>
                    <a:pt x="37" y="0"/>
                    <a:pt x="2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5" name="Freeform 99"/>
            <p:cNvSpPr>
              <a:spLocks/>
            </p:cNvSpPr>
            <p:nvPr/>
          </p:nvSpPr>
          <p:spPr bwMode="auto">
            <a:xfrm>
              <a:off x="4037013" y="5010150"/>
              <a:ext cx="196850" cy="106362"/>
            </a:xfrm>
            <a:custGeom>
              <a:avLst/>
              <a:gdLst>
                <a:gd name="T0" fmla="*/ 36 w 70"/>
                <a:gd name="T1" fmla="*/ 38 h 38"/>
                <a:gd name="T2" fmla="*/ 1 w 70"/>
                <a:gd name="T3" fmla="*/ 19 h 38"/>
                <a:gd name="T4" fmla="*/ 33 w 70"/>
                <a:gd name="T5" fmla="*/ 0 h 38"/>
                <a:gd name="T6" fmla="*/ 69 w 70"/>
                <a:gd name="T7" fmla="*/ 19 h 38"/>
                <a:gd name="T8" fmla="*/ 36 w 70"/>
                <a:gd name="T9" fmla="*/ 38 h 38"/>
              </a:gdLst>
              <a:ahLst/>
              <a:cxnLst>
                <a:cxn ang="0">
                  <a:pos x="T0" y="T1"/>
                </a:cxn>
                <a:cxn ang="0">
                  <a:pos x="T2" y="T3"/>
                </a:cxn>
                <a:cxn ang="0">
                  <a:pos x="T4" y="T5"/>
                </a:cxn>
                <a:cxn ang="0">
                  <a:pos x="T6" y="T7"/>
                </a:cxn>
                <a:cxn ang="0">
                  <a:pos x="T8" y="T9"/>
                </a:cxn>
              </a:cxnLst>
              <a:rect l="0" t="0" r="r" b="b"/>
              <a:pathLst>
                <a:path w="70" h="38">
                  <a:moveTo>
                    <a:pt x="36" y="38"/>
                  </a:moveTo>
                  <a:cubicBezTo>
                    <a:pt x="17" y="38"/>
                    <a:pt x="1" y="30"/>
                    <a:pt x="1" y="19"/>
                  </a:cubicBezTo>
                  <a:cubicBezTo>
                    <a:pt x="0" y="9"/>
                    <a:pt x="15" y="0"/>
                    <a:pt x="33" y="0"/>
                  </a:cubicBezTo>
                  <a:cubicBezTo>
                    <a:pt x="52" y="0"/>
                    <a:pt x="68" y="8"/>
                    <a:pt x="69" y="19"/>
                  </a:cubicBezTo>
                  <a:cubicBezTo>
                    <a:pt x="70" y="29"/>
                    <a:pt x="56" y="38"/>
                    <a:pt x="36" y="38"/>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6" name="Freeform 100"/>
            <p:cNvSpPr>
              <a:spLocks noEditPoints="1"/>
            </p:cNvSpPr>
            <p:nvPr/>
          </p:nvSpPr>
          <p:spPr bwMode="auto">
            <a:xfrm>
              <a:off x="4035425" y="5008562"/>
              <a:ext cx="201613" cy="107950"/>
            </a:xfrm>
            <a:custGeom>
              <a:avLst/>
              <a:gdLst>
                <a:gd name="T0" fmla="*/ 34 w 72"/>
                <a:gd name="T1" fmla="*/ 1 h 39"/>
                <a:gd name="T2" fmla="*/ 69 w 72"/>
                <a:gd name="T3" fmla="*/ 20 h 39"/>
                <a:gd name="T4" fmla="*/ 37 w 72"/>
                <a:gd name="T5" fmla="*/ 38 h 39"/>
                <a:gd name="T6" fmla="*/ 3 w 72"/>
                <a:gd name="T7" fmla="*/ 20 h 39"/>
                <a:gd name="T8" fmla="*/ 34 w 72"/>
                <a:gd name="T9" fmla="*/ 1 h 39"/>
                <a:gd name="T10" fmla="*/ 34 w 72"/>
                <a:gd name="T11" fmla="*/ 0 h 39"/>
                <a:gd name="T12" fmla="*/ 1 w 72"/>
                <a:gd name="T13" fmla="*/ 20 h 39"/>
                <a:gd name="T14" fmla="*/ 37 w 72"/>
                <a:gd name="T15" fmla="*/ 39 h 39"/>
                <a:gd name="T16" fmla="*/ 71 w 72"/>
                <a:gd name="T17" fmla="*/ 20 h 39"/>
                <a:gd name="T18" fmla="*/ 34 w 72"/>
                <a:gd name="T19"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39">
                  <a:moveTo>
                    <a:pt x="34" y="1"/>
                  </a:moveTo>
                  <a:cubicBezTo>
                    <a:pt x="53" y="1"/>
                    <a:pt x="68" y="10"/>
                    <a:pt x="69" y="20"/>
                  </a:cubicBezTo>
                  <a:cubicBezTo>
                    <a:pt x="70" y="30"/>
                    <a:pt x="56" y="38"/>
                    <a:pt x="37" y="38"/>
                  </a:cubicBezTo>
                  <a:cubicBezTo>
                    <a:pt x="19" y="38"/>
                    <a:pt x="3" y="30"/>
                    <a:pt x="3" y="20"/>
                  </a:cubicBezTo>
                  <a:cubicBezTo>
                    <a:pt x="2" y="10"/>
                    <a:pt x="16" y="1"/>
                    <a:pt x="34" y="1"/>
                  </a:cubicBezTo>
                  <a:moveTo>
                    <a:pt x="34" y="0"/>
                  </a:moveTo>
                  <a:cubicBezTo>
                    <a:pt x="15" y="0"/>
                    <a:pt x="0" y="9"/>
                    <a:pt x="1" y="20"/>
                  </a:cubicBezTo>
                  <a:cubicBezTo>
                    <a:pt x="1" y="31"/>
                    <a:pt x="18" y="39"/>
                    <a:pt x="37" y="39"/>
                  </a:cubicBezTo>
                  <a:cubicBezTo>
                    <a:pt x="57" y="39"/>
                    <a:pt x="72" y="31"/>
                    <a:pt x="71" y="20"/>
                  </a:cubicBezTo>
                  <a:cubicBezTo>
                    <a:pt x="70" y="9"/>
                    <a:pt x="54" y="0"/>
                    <a:pt x="3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7" name="Freeform 101"/>
            <p:cNvSpPr>
              <a:spLocks/>
            </p:cNvSpPr>
            <p:nvPr/>
          </p:nvSpPr>
          <p:spPr bwMode="auto">
            <a:xfrm>
              <a:off x="4694238" y="4738687"/>
              <a:ext cx="307975" cy="171450"/>
            </a:xfrm>
            <a:custGeom>
              <a:avLst/>
              <a:gdLst>
                <a:gd name="T0" fmla="*/ 61 w 110"/>
                <a:gd name="T1" fmla="*/ 61 h 61"/>
                <a:gd name="T2" fmla="*/ 3 w 110"/>
                <a:gd name="T3" fmla="*/ 31 h 61"/>
                <a:gd name="T4" fmla="*/ 47 w 110"/>
                <a:gd name="T5" fmla="*/ 0 h 61"/>
                <a:gd name="T6" fmla="*/ 106 w 110"/>
                <a:gd name="T7" fmla="*/ 31 h 61"/>
                <a:gd name="T8" fmla="*/ 61 w 110"/>
                <a:gd name="T9" fmla="*/ 61 h 61"/>
              </a:gdLst>
              <a:ahLst/>
              <a:cxnLst>
                <a:cxn ang="0">
                  <a:pos x="T0" y="T1"/>
                </a:cxn>
                <a:cxn ang="0">
                  <a:pos x="T2" y="T3"/>
                </a:cxn>
                <a:cxn ang="0">
                  <a:pos x="T4" y="T5"/>
                </a:cxn>
                <a:cxn ang="0">
                  <a:pos x="T6" y="T7"/>
                </a:cxn>
                <a:cxn ang="0">
                  <a:pos x="T8" y="T9"/>
                </a:cxn>
              </a:cxnLst>
              <a:rect l="0" t="0" r="r" b="b"/>
              <a:pathLst>
                <a:path w="110" h="61">
                  <a:moveTo>
                    <a:pt x="61" y="61"/>
                  </a:moveTo>
                  <a:cubicBezTo>
                    <a:pt x="32" y="61"/>
                    <a:pt x="6" y="48"/>
                    <a:pt x="3" y="31"/>
                  </a:cubicBezTo>
                  <a:cubicBezTo>
                    <a:pt x="0" y="15"/>
                    <a:pt x="20" y="0"/>
                    <a:pt x="47" y="0"/>
                  </a:cubicBezTo>
                  <a:cubicBezTo>
                    <a:pt x="75" y="0"/>
                    <a:pt x="101" y="14"/>
                    <a:pt x="106" y="31"/>
                  </a:cubicBezTo>
                  <a:cubicBezTo>
                    <a:pt x="110" y="48"/>
                    <a:pt x="90" y="61"/>
                    <a:pt x="61" y="61"/>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8" name="Freeform 102"/>
            <p:cNvSpPr>
              <a:spLocks noEditPoints="1"/>
            </p:cNvSpPr>
            <p:nvPr/>
          </p:nvSpPr>
          <p:spPr bwMode="auto">
            <a:xfrm>
              <a:off x="4691063" y="4738687"/>
              <a:ext cx="314325" cy="173037"/>
            </a:xfrm>
            <a:custGeom>
              <a:avLst/>
              <a:gdLst>
                <a:gd name="T0" fmla="*/ 48 w 112"/>
                <a:gd name="T1" fmla="*/ 1 h 62"/>
                <a:gd name="T2" fmla="*/ 106 w 112"/>
                <a:gd name="T3" fmla="*/ 31 h 62"/>
                <a:gd name="T4" fmla="*/ 62 w 112"/>
                <a:gd name="T5" fmla="*/ 61 h 62"/>
                <a:gd name="T6" fmla="*/ 5 w 112"/>
                <a:gd name="T7" fmla="*/ 31 h 62"/>
                <a:gd name="T8" fmla="*/ 48 w 112"/>
                <a:gd name="T9" fmla="*/ 1 h 62"/>
                <a:gd name="T10" fmla="*/ 48 w 112"/>
                <a:gd name="T11" fmla="*/ 0 h 62"/>
                <a:gd name="T12" fmla="*/ 3 w 112"/>
                <a:gd name="T13" fmla="*/ 31 h 62"/>
                <a:gd name="T14" fmla="*/ 62 w 112"/>
                <a:gd name="T15" fmla="*/ 62 h 62"/>
                <a:gd name="T16" fmla="*/ 108 w 112"/>
                <a:gd name="T17" fmla="*/ 31 h 62"/>
                <a:gd name="T18" fmla="*/ 48 w 112"/>
                <a:gd name="T19"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2" h="62">
                  <a:moveTo>
                    <a:pt x="48" y="1"/>
                  </a:moveTo>
                  <a:cubicBezTo>
                    <a:pt x="76" y="1"/>
                    <a:pt x="101" y="15"/>
                    <a:pt x="106" y="31"/>
                  </a:cubicBezTo>
                  <a:cubicBezTo>
                    <a:pt x="110" y="47"/>
                    <a:pt x="90" y="61"/>
                    <a:pt x="62" y="61"/>
                  </a:cubicBezTo>
                  <a:cubicBezTo>
                    <a:pt x="34" y="61"/>
                    <a:pt x="8" y="48"/>
                    <a:pt x="5" y="31"/>
                  </a:cubicBezTo>
                  <a:cubicBezTo>
                    <a:pt x="2" y="15"/>
                    <a:pt x="21" y="1"/>
                    <a:pt x="48" y="1"/>
                  </a:cubicBezTo>
                  <a:moveTo>
                    <a:pt x="48" y="0"/>
                  </a:moveTo>
                  <a:cubicBezTo>
                    <a:pt x="20" y="0"/>
                    <a:pt x="0" y="14"/>
                    <a:pt x="3" y="31"/>
                  </a:cubicBezTo>
                  <a:cubicBezTo>
                    <a:pt x="7" y="49"/>
                    <a:pt x="33" y="62"/>
                    <a:pt x="62" y="62"/>
                  </a:cubicBezTo>
                  <a:cubicBezTo>
                    <a:pt x="91" y="62"/>
                    <a:pt x="112" y="48"/>
                    <a:pt x="108" y="31"/>
                  </a:cubicBezTo>
                  <a:cubicBezTo>
                    <a:pt x="103" y="14"/>
                    <a:pt x="77" y="0"/>
                    <a:pt x="4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9" name="Freeform 103"/>
            <p:cNvSpPr>
              <a:spLocks/>
            </p:cNvSpPr>
            <p:nvPr/>
          </p:nvSpPr>
          <p:spPr bwMode="auto">
            <a:xfrm>
              <a:off x="3779838" y="5495925"/>
              <a:ext cx="347663" cy="173037"/>
            </a:xfrm>
            <a:custGeom>
              <a:avLst/>
              <a:gdLst>
                <a:gd name="T0" fmla="*/ 62 w 124"/>
                <a:gd name="T1" fmla="*/ 62 h 62"/>
                <a:gd name="T2" fmla="*/ 0 w 124"/>
                <a:gd name="T3" fmla="*/ 31 h 62"/>
                <a:gd name="T4" fmla="*/ 60 w 124"/>
                <a:gd name="T5" fmla="*/ 0 h 62"/>
                <a:gd name="T6" fmla="*/ 122 w 124"/>
                <a:gd name="T7" fmla="*/ 30 h 62"/>
                <a:gd name="T8" fmla="*/ 62 w 124"/>
                <a:gd name="T9" fmla="*/ 62 h 62"/>
              </a:gdLst>
              <a:ahLst/>
              <a:cxnLst>
                <a:cxn ang="0">
                  <a:pos x="T0" y="T1"/>
                </a:cxn>
                <a:cxn ang="0">
                  <a:pos x="T2" y="T3"/>
                </a:cxn>
                <a:cxn ang="0">
                  <a:pos x="T4" y="T5"/>
                </a:cxn>
                <a:cxn ang="0">
                  <a:pos x="T6" y="T7"/>
                </a:cxn>
                <a:cxn ang="0">
                  <a:pos x="T8" y="T9"/>
                </a:cxn>
              </a:cxnLst>
              <a:rect l="0" t="0" r="r" b="b"/>
              <a:pathLst>
                <a:path w="124" h="62">
                  <a:moveTo>
                    <a:pt x="62" y="62"/>
                  </a:moveTo>
                  <a:cubicBezTo>
                    <a:pt x="28" y="62"/>
                    <a:pt x="0" y="48"/>
                    <a:pt x="0" y="31"/>
                  </a:cubicBezTo>
                  <a:cubicBezTo>
                    <a:pt x="0" y="14"/>
                    <a:pt x="27" y="0"/>
                    <a:pt x="60" y="0"/>
                  </a:cubicBezTo>
                  <a:cubicBezTo>
                    <a:pt x="93" y="0"/>
                    <a:pt x="121" y="13"/>
                    <a:pt x="122" y="30"/>
                  </a:cubicBezTo>
                  <a:cubicBezTo>
                    <a:pt x="124" y="47"/>
                    <a:pt x="97" y="62"/>
                    <a:pt x="62" y="62"/>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0" name="Freeform 104"/>
            <p:cNvSpPr>
              <a:spLocks noEditPoints="1"/>
            </p:cNvSpPr>
            <p:nvPr/>
          </p:nvSpPr>
          <p:spPr bwMode="auto">
            <a:xfrm>
              <a:off x="3776663" y="5492750"/>
              <a:ext cx="354013" cy="179387"/>
            </a:xfrm>
            <a:custGeom>
              <a:avLst/>
              <a:gdLst>
                <a:gd name="T0" fmla="*/ 61 w 126"/>
                <a:gd name="T1" fmla="*/ 1 h 64"/>
                <a:gd name="T2" fmla="*/ 122 w 126"/>
                <a:gd name="T3" fmla="*/ 31 h 64"/>
                <a:gd name="T4" fmla="*/ 63 w 126"/>
                <a:gd name="T5" fmla="*/ 62 h 64"/>
                <a:gd name="T6" fmla="*/ 2 w 126"/>
                <a:gd name="T7" fmla="*/ 32 h 64"/>
                <a:gd name="T8" fmla="*/ 61 w 126"/>
                <a:gd name="T9" fmla="*/ 1 h 64"/>
                <a:gd name="T10" fmla="*/ 61 w 126"/>
                <a:gd name="T11" fmla="*/ 0 h 64"/>
                <a:gd name="T12" fmla="*/ 0 w 126"/>
                <a:gd name="T13" fmla="*/ 32 h 64"/>
                <a:gd name="T14" fmla="*/ 64 w 126"/>
                <a:gd name="T15" fmla="*/ 64 h 64"/>
                <a:gd name="T16" fmla="*/ 125 w 126"/>
                <a:gd name="T17" fmla="*/ 31 h 64"/>
                <a:gd name="T18" fmla="*/ 61 w 126"/>
                <a:gd name="T19"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64">
                  <a:moveTo>
                    <a:pt x="61" y="1"/>
                  </a:moveTo>
                  <a:cubicBezTo>
                    <a:pt x="93" y="1"/>
                    <a:pt x="121" y="15"/>
                    <a:pt x="122" y="31"/>
                  </a:cubicBezTo>
                  <a:cubicBezTo>
                    <a:pt x="123" y="48"/>
                    <a:pt x="97" y="62"/>
                    <a:pt x="63" y="62"/>
                  </a:cubicBezTo>
                  <a:cubicBezTo>
                    <a:pt x="30" y="62"/>
                    <a:pt x="2" y="48"/>
                    <a:pt x="2" y="32"/>
                  </a:cubicBezTo>
                  <a:cubicBezTo>
                    <a:pt x="2" y="15"/>
                    <a:pt x="28" y="1"/>
                    <a:pt x="61" y="1"/>
                  </a:cubicBezTo>
                  <a:moveTo>
                    <a:pt x="61" y="0"/>
                  </a:moveTo>
                  <a:cubicBezTo>
                    <a:pt x="27" y="0"/>
                    <a:pt x="0" y="14"/>
                    <a:pt x="0" y="32"/>
                  </a:cubicBezTo>
                  <a:cubicBezTo>
                    <a:pt x="0" y="49"/>
                    <a:pt x="28" y="64"/>
                    <a:pt x="64" y="64"/>
                  </a:cubicBezTo>
                  <a:cubicBezTo>
                    <a:pt x="99" y="64"/>
                    <a:pt x="126" y="49"/>
                    <a:pt x="125" y="31"/>
                  </a:cubicBezTo>
                  <a:cubicBezTo>
                    <a:pt x="123" y="14"/>
                    <a:pt x="95" y="0"/>
                    <a:pt x="6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1" name="Freeform 105"/>
            <p:cNvSpPr>
              <a:spLocks/>
            </p:cNvSpPr>
            <p:nvPr/>
          </p:nvSpPr>
          <p:spPr bwMode="auto">
            <a:xfrm>
              <a:off x="5537200" y="5049837"/>
              <a:ext cx="376238" cy="168275"/>
            </a:xfrm>
            <a:custGeom>
              <a:avLst/>
              <a:gdLst>
                <a:gd name="T0" fmla="*/ 77 w 134"/>
                <a:gd name="T1" fmla="*/ 60 h 60"/>
                <a:gd name="T2" fmla="*/ 5 w 134"/>
                <a:gd name="T3" fmla="*/ 30 h 60"/>
                <a:gd name="T4" fmla="*/ 54 w 134"/>
                <a:gd name="T5" fmla="*/ 0 h 60"/>
                <a:gd name="T6" fmla="*/ 127 w 134"/>
                <a:gd name="T7" fmla="*/ 30 h 60"/>
                <a:gd name="T8" fmla="*/ 77 w 134"/>
                <a:gd name="T9" fmla="*/ 60 h 60"/>
              </a:gdLst>
              <a:ahLst/>
              <a:cxnLst>
                <a:cxn ang="0">
                  <a:pos x="T0" y="T1"/>
                </a:cxn>
                <a:cxn ang="0">
                  <a:pos x="T2" y="T3"/>
                </a:cxn>
                <a:cxn ang="0">
                  <a:pos x="T4" y="T5"/>
                </a:cxn>
                <a:cxn ang="0">
                  <a:pos x="T6" y="T7"/>
                </a:cxn>
                <a:cxn ang="0">
                  <a:pos x="T8" y="T9"/>
                </a:cxn>
              </a:cxnLst>
              <a:rect l="0" t="0" r="r" b="b"/>
              <a:pathLst>
                <a:path w="134" h="60">
                  <a:moveTo>
                    <a:pt x="77" y="60"/>
                  </a:moveTo>
                  <a:cubicBezTo>
                    <a:pt x="43" y="60"/>
                    <a:pt x="11" y="47"/>
                    <a:pt x="5" y="30"/>
                  </a:cubicBezTo>
                  <a:cubicBezTo>
                    <a:pt x="0" y="14"/>
                    <a:pt x="21" y="0"/>
                    <a:pt x="54" y="0"/>
                  </a:cubicBezTo>
                  <a:cubicBezTo>
                    <a:pt x="88" y="0"/>
                    <a:pt x="121" y="13"/>
                    <a:pt x="127" y="30"/>
                  </a:cubicBezTo>
                  <a:cubicBezTo>
                    <a:pt x="134" y="46"/>
                    <a:pt x="111" y="60"/>
                    <a:pt x="77" y="60"/>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2" name="Freeform 106"/>
            <p:cNvSpPr>
              <a:spLocks noEditPoints="1"/>
            </p:cNvSpPr>
            <p:nvPr/>
          </p:nvSpPr>
          <p:spPr bwMode="auto">
            <a:xfrm>
              <a:off x="5532438" y="5046662"/>
              <a:ext cx="384175" cy="174625"/>
            </a:xfrm>
            <a:custGeom>
              <a:avLst/>
              <a:gdLst>
                <a:gd name="T0" fmla="*/ 57 w 137"/>
                <a:gd name="T1" fmla="*/ 1 h 62"/>
                <a:gd name="T2" fmla="*/ 128 w 137"/>
                <a:gd name="T3" fmla="*/ 31 h 62"/>
                <a:gd name="T4" fmla="*/ 79 w 137"/>
                <a:gd name="T5" fmla="*/ 60 h 62"/>
                <a:gd name="T6" fmla="*/ 9 w 137"/>
                <a:gd name="T7" fmla="*/ 31 h 62"/>
                <a:gd name="T8" fmla="*/ 57 w 137"/>
                <a:gd name="T9" fmla="*/ 1 h 62"/>
                <a:gd name="T10" fmla="*/ 56 w 137"/>
                <a:gd name="T11" fmla="*/ 0 h 62"/>
                <a:gd name="T12" fmla="*/ 6 w 137"/>
                <a:gd name="T13" fmla="*/ 31 h 62"/>
                <a:gd name="T14" fmla="*/ 80 w 137"/>
                <a:gd name="T15" fmla="*/ 62 h 62"/>
                <a:gd name="T16" fmla="*/ 130 w 137"/>
                <a:gd name="T17" fmla="*/ 31 h 62"/>
                <a:gd name="T18" fmla="*/ 56 w 137"/>
                <a:gd name="T19"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7" h="62">
                  <a:moveTo>
                    <a:pt x="57" y="1"/>
                  </a:moveTo>
                  <a:cubicBezTo>
                    <a:pt x="89" y="1"/>
                    <a:pt x="121" y="14"/>
                    <a:pt x="128" y="31"/>
                  </a:cubicBezTo>
                  <a:cubicBezTo>
                    <a:pt x="135" y="47"/>
                    <a:pt x="112" y="60"/>
                    <a:pt x="79" y="60"/>
                  </a:cubicBezTo>
                  <a:cubicBezTo>
                    <a:pt x="46" y="61"/>
                    <a:pt x="14" y="48"/>
                    <a:pt x="9" y="31"/>
                  </a:cubicBezTo>
                  <a:cubicBezTo>
                    <a:pt x="3" y="15"/>
                    <a:pt x="24" y="2"/>
                    <a:pt x="57" y="1"/>
                  </a:cubicBezTo>
                  <a:moveTo>
                    <a:pt x="56" y="0"/>
                  </a:moveTo>
                  <a:cubicBezTo>
                    <a:pt x="22" y="0"/>
                    <a:pt x="0" y="14"/>
                    <a:pt x="6" y="31"/>
                  </a:cubicBezTo>
                  <a:cubicBezTo>
                    <a:pt x="12" y="48"/>
                    <a:pt x="45" y="62"/>
                    <a:pt x="80" y="62"/>
                  </a:cubicBezTo>
                  <a:cubicBezTo>
                    <a:pt x="114" y="61"/>
                    <a:pt x="137" y="48"/>
                    <a:pt x="130" y="31"/>
                  </a:cubicBezTo>
                  <a:cubicBezTo>
                    <a:pt x="124" y="14"/>
                    <a:pt x="90" y="0"/>
                    <a:pt x="5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3" name="Freeform 107"/>
            <p:cNvSpPr>
              <a:spLocks/>
            </p:cNvSpPr>
            <p:nvPr/>
          </p:nvSpPr>
          <p:spPr bwMode="auto">
            <a:xfrm>
              <a:off x="6202363" y="4827587"/>
              <a:ext cx="384175" cy="166687"/>
            </a:xfrm>
            <a:custGeom>
              <a:avLst/>
              <a:gdLst>
                <a:gd name="T0" fmla="*/ 81 w 137"/>
                <a:gd name="T1" fmla="*/ 59 h 59"/>
                <a:gd name="T2" fmla="*/ 7 w 137"/>
                <a:gd name="T3" fmla="*/ 30 h 59"/>
                <a:gd name="T4" fmla="*/ 54 w 137"/>
                <a:gd name="T5" fmla="*/ 0 h 59"/>
                <a:gd name="T6" fmla="*/ 129 w 137"/>
                <a:gd name="T7" fmla="*/ 30 h 59"/>
                <a:gd name="T8" fmla="*/ 81 w 137"/>
                <a:gd name="T9" fmla="*/ 59 h 59"/>
              </a:gdLst>
              <a:ahLst/>
              <a:cxnLst>
                <a:cxn ang="0">
                  <a:pos x="T0" y="T1"/>
                </a:cxn>
                <a:cxn ang="0">
                  <a:pos x="T2" y="T3"/>
                </a:cxn>
                <a:cxn ang="0">
                  <a:pos x="T4" y="T5"/>
                </a:cxn>
                <a:cxn ang="0">
                  <a:pos x="T6" y="T7"/>
                </a:cxn>
                <a:cxn ang="0">
                  <a:pos x="T8" y="T9"/>
                </a:cxn>
              </a:cxnLst>
              <a:rect l="0" t="0" r="r" b="b"/>
              <a:pathLst>
                <a:path w="137" h="59">
                  <a:moveTo>
                    <a:pt x="81" y="59"/>
                  </a:moveTo>
                  <a:cubicBezTo>
                    <a:pt x="47" y="59"/>
                    <a:pt x="15" y="46"/>
                    <a:pt x="7" y="30"/>
                  </a:cubicBezTo>
                  <a:cubicBezTo>
                    <a:pt x="0" y="14"/>
                    <a:pt x="21" y="0"/>
                    <a:pt x="54" y="0"/>
                  </a:cubicBezTo>
                  <a:cubicBezTo>
                    <a:pt x="88" y="0"/>
                    <a:pt x="122" y="13"/>
                    <a:pt x="129" y="30"/>
                  </a:cubicBezTo>
                  <a:cubicBezTo>
                    <a:pt x="137" y="46"/>
                    <a:pt x="115" y="59"/>
                    <a:pt x="81" y="59"/>
                  </a:cubicBezTo>
                  <a:close/>
                </a:path>
              </a:pathLst>
            </a:custGeom>
            <a:solidFill>
              <a:srgbClr val="F8841D"/>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14" name="Freeform 108"/>
            <p:cNvSpPr>
              <a:spLocks noEditPoints="1"/>
            </p:cNvSpPr>
            <p:nvPr/>
          </p:nvSpPr>
          <p:spPr bwMode="auto">
            <a:xfrm>
              <a:off x="6199188" y="4826000"/>
              <a:ext cx="388938" cy="169862"/>
            </a:xfrm>
            <a:custGeom>
              <a:avLst/>
              <a:gdLst>
                <a:gd name="T0" fmla="*/ 55 w 139"/>
                <a:gd name="T1" fmla="*/ 2 h 61"/>
                <a:gd name="T2" fmla="*/ 129 w 139"/>
                <a:gd name="T3" fmla="*/ 31 h 61"/>
                <a:gd name="T4" fmla="*/ 82 w 139"/>
                <a:gd name="T5" fmla="*/ 59 h 61"/>
                <a:gd name="T6" fmla="*/ 10 w 139"/>
                <a:gd name="T7" fmla="*/ 31 h 61"/>
                <a:gd name="T8" fmla="*/ 55 w 139"/>
                <a:gd name="T9" fmla="*/ 2 h 61"/>
                <a:gd name="T10" fmla="*/ 55 w 139"/>
                <a:gd name="T11" fmla="*/ 0 h 61"/>
                <a:gd name="T12" fmla="*/ 7 w 139"/>
                <a:gd name="T13" fmla="*/ 31 h 61"/>
                <a:gd name="T14" fmla="*/ 82 w 139"/>
                <a:gd name="T15" fmla="*/ 61 h 61"/>
                <a:gd name="T16" fmla="*/ 131 w 139"/>
                <a:gd name="T17" fmla="*/ 31 h 61"/>
                <a:gd name="T18" fmla="*/ 55 w 139"/>
                <a:gd name="T19"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9" h="61">
                  <a:moveTo>
                    <a:pt x="55" y="2"/>
                  </a:moveTo>
                  <a:cubicBezTo>
                    <a:pt x="88" y="2"/>
                    <a:pt x="121" y="15"/>
                    <a:pt x="129" y="31"/>
                  </a:cubicBezTo>
                  <a:cubicBezTo>
                    <a:pt x="136" y="47"/>
                    <a:pt x="115" y="59"/>
                    <a:pt x="82" y="59"/>
                  </a:cubicBezTo>
                  <a:cubicBezTo>
                    <a:pt x="49" y="60"/>
                    <a:pt x="17" y="47"/>
                    <a:pt x="10" y="31"/>
                  </a:cubicBezTo>
                  <a:cubicBezTo>
                    <a:pt x="3" y="15"/>
                    <a:pt x="23" y="2"/>
                    <a:pt x="55" y="2"/>
                  </a:cubicBezTo>
                  <a:moveTo>
                    <a:pt x="55" y="0"/>
                  </a:moveTo>
                  <a:cubicBezTo>
                    <a:pt x="21" y="1"/>
                    <a:pt x="0" y="14"/>
                    <a:pt x="7" y="31"/>
                  </a:cubicBezTo>
                  <a:cubicBezTo>
                    <a:pt x="14" y="48"/>
                    <a:pt x="48" y="61"/>
                    <a:pt x="82" y="61"/>
                  </a:cubicBezTo>
                  <a:cubicBezTo>
                    <a:pt x="117" y="61"/>
                    <a:pt x="139" y="47"/>
                    <a:pt x="131" y="31"/>
                  </a:cubicBezTo>
                  <a:cubicBezTo>
                    <a:pt x="124" y="14"/>
                    <a:pt x="89" y="0"/>
                    <a:pt x="5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5" name="Freeform 109"/>
            <p:cNvSpPr>
              <a:spLocks/>
            </p:cNvSpPr>
            <p:nvPr/>
          </p:nvSpPr>
          <p:spPr bwMode="auto">
            <a:xfrm>
              <a:off x="4130675" y="4694237"/>
              <a:ext cx="144463" cy="92075"/>
            </a:xfrm>
            <a:custGeom>
              <a:avLst/>
              <a:gdLst>
                <a:gd name="T0" fmla="*/ 27 w 52"/>
                <a:gd name="T1" fmla="*/ 33 h 33"/>
                <a:gd name="T2" fmla="*/ 1 w 52"/>
                <a:gd name="T3" fmla="*/ 16 h 33"/>
                <a:gd name="T4" fmla="*/ 25 w 52"/>
                <a:gd name="T5" fmla="*/ 0 h 33"/>
                <a:gd name="T6" fmla="*/ 51 w 52"/>
                <a:gd name="T7" fmla="*/ 16 h 33"/>
                <a:gd name="T8" fmla="*/ 27 w 52"/>
                <a:gd name="T9" fmla="*/ 33 h 33"/>
              </a:gdLst>
              <a:ahLst/>
              <a:cxnLst>
                <a:cxn ang="0">
                  <a:pos x="T0" y="T1"/>
                </a:cxn>
                <a:cxn ang="0">
                  <a:pos x="T2" y="T3"/>
                </a:cxn>
                <a:cxn ang="0">
                  <a:pos x="T4" y="T5"/>
                </a:cxn>
                <a:cxn ang="0">
                  <a:pos x="T6" y="T7"/>
                </a:cxn>
                <a:cxn ang="0">
                  <a:pos x="T8" y="T9"/>
                </a:cxn>
              </a:cxnLst>
              <a:rect l="0" t="0" r="r" b="b"/>
              <a:pathLst>
                <a:path w="52" h="33">
                  <a:moveTo>
                    <a:pt x="27" y="33"/>
                  </a:moveTo>
                  <a:cubicBezTo>
                    <a:pt x="13" y="33"/>
                    <a:pt x="2" y="26"/>
                    <a:pt x="1" y="16"/>
                  </a:cubicBezTo>
                  <a:cubicBezTo>
                    <a:pt x="0" y="7"/>
                    <a:pt x="11" y="0"/>
                    <a:pt x="25" y="0"/>
                  </a:cubicBezTo>
                  <a:cubicBezTo>
                    <a:pt x="38" y="0"/>
                    <a:pt x="50" y="7"/>
                    <a:pt x="51" y="16"/>
                  </a:cubicBezTo>
                  <a:cubicBezTo>
                    <a:pt x="52" y="25"/>
                    <a:pt x="41" y="33"/>
                    <a:pt x="27" y="33"/>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6" name="Freeform 110"/>
            <p:cNvSpPr>
              <a:spLocks noEditPoints="1"/>
            </p:cNvSpPr>
            <p:nvPr/>
          </p:nvSpPr>
          <p:spPr bwMode="auto">
            <a:xfrm>
              <a:off x="4127500" y="4691062"/>
              <a:ext cx="150813" cy="95250"/>
            </a:xfrm>
            <a:custGeom>
              <a:avLst/>
              <a:gdLst>
                <a:gd name="T0" fmla="*/ 26 w 54"/>
                <a:gd name="T1" fmla="*/ 2 h 34"/>
                <a:gd name="T2" fmla="*/ 51 w 54"/>
                <a:gd name="T3" fmla="*/ 17 h 34"/>
                <a:gd name="T4" fmla="*/ 28 w 54"/>
                <a:gd name="T5" fmla="*/ 33 h 34"/>
                <a:gd name="T6" fmla="*/ 3 w 54"/>
                <a:gd name="T7" fmla="*/ 17 h 34"/>
                <a:gd name="T8" fmla="*/ 26 w 54"/>
                <a:gd name="T9" fmla="*/ 2 h 34"/>
                <a:gd name="T10" fmla="*/ 26 w 54"/>
                <a:gd name="T11" fmla="*/ 0 h 34"/>
                <a:gd name="T12" fmla="*/ 1 w 54"/>
                <a:gd name="T13" fmla="*/ 17 h 34"/>
                <a:gd name="T14" fmla="*/ 28 w 54"/>
                <a:gd name="T15" fmla="*/ 34 h 34"/>
                <a:gd name="T16" fmla="*/ 53 w 54"/>
                <a:gd name="T17" fmla="*/ 17 h 34"/>
                <a:gd name="T18" fmla="*/ 26 w 5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 h="34">
                  <a:moveTo>
                    <a:pt x="26" y="2"/>
                  </a:moveTo>
                  <a:cubicBezTo>
                    <a:pt x="39" y="1"/>
                    <a:pt x="50" y="9"/>
                    <a:pt x="51" y="17"/>
                  </a:cubicBezTo>
                  <a:cubicBezTo>
                    <a:pt x="52" y="26"/>
                    <a:pt x="42" y="33"/>
                    <a:pt x="28" y="33"/>
                  </a:cubicBezTo>
                  <a:cubicBezTo>
                    <a:pt x="15" y="33"/>
                    <a:pt x="3" y="26"/>
                    <a:pt x="3" y="17"/>
                  </a:cubicBezTo>
                  <a:cubicBezTo>
                    <a:pt x="2" y="9"/>
                    <a:pt x="13" y="2"/>
                    <a:pt x="26" y="2"/>
                  </a:cubicBezTo>
                  <a:moveTo>
                    <a:pt x="26" y="0"/>
                  </a:moveTo>
                  <a:cubicBezTo>
                    <a:pt x="11" y="0"/>
                    <a:pt x="0" y="8"/>
                    <a:pt x="1" y="17"/>
                  </a:cubicBezTo>
                  <a:cubicBezTo>
                    <a:pt x="2" y="27"/>
                    <a:pt x="14" y="34"/>
                    <a:pt x="28" y="34"/>
                  </a:cubicBezTo>
                  <a:cubicBezTo>
                    <a:pt x="43" y="34"/>
                    <a:pt x="54" y="27"/>
                    <a:pt x="53" y="17"/>
                  </a:cubicBezTo>
                  <a:cubicBezTo>
                    <a:pt x="52" y="8"/>
                    <a:pt x="40" y="0"/>
                    <a:pt x="2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7" name="Freeform 111"/>
            <p:cNvSpPr>
              <a:spLocks/>
            </p:cNvSpPr>
            <p:nvPr/>
          </p:nvSpPr>
          <p:spPr bwMode="auto">
            <a:xfrm>
              <a:off x="4895850" y="6034087"/>
              <a:ext cx="85725" cy="47625"/>
            </a:xfrm>
            <a:custGeom>
              <a:avLst/>
              <a:gdLst>
                <a:gd name="T0" fmla="*/ 17 w 31"/>
                <a:gd name="T1" fmla="*/ 17 h 17"/>
                <a:gd name="T2" fmla="*/ 1 w 31"/>
                <a:gd name="T3" fmla="*/ 8 h 17"/>
                <a:gd name="T4" fmla="*/ 14 w 31"/>
                <a:gd name="T5" fmla="*/ 0 h 17"/>
                <a:gd name="T6" fmla="*/ 30 w 31"/>
                <a:gd name="T7" fmla="*/ 9 h 17"/>
                <a:gd name="T8" fmla="*/ 17 w 31"/>
                <a:gd name="T9" fmla="*/ 17 h 17"/>
              </a:gdLst>
              <a:ahLst/>
              <a:cxnLst>
                <a:cxn ang="0">
                  <a:pos x="T0" y="T1"/>
                </a:cxn>
                <a:cxn ang="0">
                  <a:pos x="T2" y="T3"/>
                </a:cxn>
                <a:cxn ang="0">
                  <a:pos x="T4" y="T5"/>
                </a:cxn>
                <a:cxn ang="0">
                  <a:pos x="T6" y="T7"/>
                </a:cxn>
                <a:cxn ang="0">
                  <a:pos x="T8" y="T9"/>
                </a:cxn>
              </a:cxnLst>
              <a:rect l="0" t="0" r="r" b="b"/>
              <a:pathLst>
                <a:path w="31" h="17">
                  <a:moveTo>
                    <a:pt x="17" y="17"/>
                  </a:moveTo>
                  <a:cubicBezTo>
                    <a:pt x="9" y="17"/>
                    <a:pt x="2" y="13"/>
                    <a:pt x="1" y="8"/>
                  </a:cubicBezTo>
                  <a:cubicBezTo>
                    <a:pt x="0" y="4"/>
                    <a:pt x="6" y="0"/>
                    <a:pt x="14" y="0"/>
                  </a:cubicBezTo>
                  <a:cubicBezTo>
                    <a:pt x="22" y="0"/>
                    <a:pt x="29" y="4"/>
                    <a:pt x="30" y="9"/>
                  </a:cubicBezTo>
                  <a:cubicBezTo>
                    <a:pt x="31" y="13"/>
                    <a:pt x="25" y="17"/>
                    <a:pt x="17" y="1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8" name="Freeform 112"/>
            <p:cNvSpPr>
              <a:spLocks noEditPoints="1"/>
            </p:cNvSpPr>
            <p:nvPr/>
          </p:nvSpPr>
          <p:spPr bwMode="auto">
            <a:xfrm>
              <a:off x="4892675" y="6034087"/>
              <a:ext cx="95250" cy="47625"/>
            </a:xfrm>
            <a:custGeom>
              <a:avLst/>
              <a:gdLst>
                <a:gd name="T0" fmla="*/ 15 w 34"/>
                <a:gd name="T1" fmla="*/ 1 h 17"/>
                <a:gd name="T2" fmla="*/ 30 w 34"/>
                <a:gd name="T3" fmla="*/ 9 h 17"/>
                <a:gd name="T4" fmla="*/ 18 w 34"/>
                <a:gd name="T5" fmla="*/ 16 h 17"/>
                <a:gd name="T6" fmla="*/ 3 w 34"/>
                <a:gd name="T7" fmla="*/ 8 h 17"/>
                <a:gd name="T8" fmla="*/ 15 w 34"/>
                <a:gd name="T9" fmla="*/ 1 h 17"/>
                <a:gd name="T10" fmla="*/ 15 w 34"/>
                <a:gd name="T11" fmla="*/ 0 h 17"/>
                <a:gd name="T12" fmla="*/ 1 w 34"/>
                <a:gd name="T13" fmla="*/ 8 h 17"/>
                <a:gd name="T14" fmla="*/ 18 w 34"/>
                <a:gd name="T15" fmla="*/ 17 h 17"/>
                <a:gd name="T16" fmla="*/ 33 w 34"/>
                <a:gd name="T17" fmla="*/ 9 h 17"/>
                <a:gd name="T18" fmla="*/ 15 w 34"/>
                <a:gd name="T1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17">
                  <a:moveTo>
                    <a:pt x="15" y="1"/>
                  </a:moveTo>
                  <a:cubicBezTo>
                    <a:pt x="23" y="1"/>
                    <a:pt x="29" y="4"/>
                    <a:pt x="30" y="9"/>
                  </a:cubicBezTo>
                  <a:cubicBezTo>
                    <a:pt x="31" y="13"/>
                    <a:pt x="25" y="16"/>
                    <a:pt x="18" y="16"/>
                  </a:cubicBezTo>
                  <a:cubicBezTo>
                    <a:pt x="11" y="16"/>
                    <a:pt x="4" y="13"/>
                    <a:pt x="3" y="8"/>
                  </a:cubicBezTo>
                  <a:cubicBezTo>
                    <a:pt x="2" y="4"/>
                    <a:pt x="8" y="1"/>
                    <a:pt x="15" y="1"/>
                  </a:cubicBezTo>
                  <a:moveTo>
                    <a:pt x="15" y="0"/>
                  </a:moveTo>
                  <a:cubicBezTo>
                    <a:pt x="6" y="0"/>
                    <a:pt x="0" y="4"/>
                    <a:pt x="1" y="8"/>
                  </a:cubicBezTo>
                  <a:cubicBezTo>
                    <a:pt x="1" y="13"/>
                    <a:pt x="9" y="17"/>
                    <a:pt x="18" y="17"/>
                  </a:cubicBezTo>
                  <a:cubicBezTo>
                    <a:pt x="27" y="17"/>
                    <a:pt x="34" y="13"/>
                    <a:pt x="33" y="9"/>
                  </a:cubicBezTo>
                  <a:cubicBezTo>
                    <a:pt x="32" y="4"/>
                    <a:pt x="24" y="0"/>
                    <a:pt x="1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9" name="Freeform 113"/>
            <p:cNvSpPr>
              <a:spLocks/>
            </p:cNvSpPr>
            <p:nvPr/>
          </p:nvSpPr>
          <p:spPr bwMode="auto">
            <a:xfrm>
              <a:off x="7124700" y="5776912"/>
              <a:ext cx="95250" cy="41275"/>
            </a:xfrm>
            <a:custGeom>
              <a:avLst/>
              <a:gdLst>
                <a:gd name="T0" fmla="*/ 20 w 34"/>
                <a:gd name="T1" fmla="*/ 15 h 15"/>
                <a:gd name="T2" fmla="*/ 1 w 34"/>
                <a:gd name="T3" fmla="*/ 8 h 15"/>
                <a:gd name="T4" fmla="*/ 13 w 34"/>
                <a:gd name="T5" fmla="*/ 0 h 15"/>
                <a:gd name="T6" fmla="*/ 32 w 34"/>
                <a:gd name="T7" fmla="*/ 8 h 15"/>
                <a:gd name="T8" fmla="*/ 20 w 34"/>
                <a:gd name="T9" fmla="*/ 15 h 15"/>
              </a:gdLst>
              <a:ahLst/>
              <a:cxnLst>
                <a:cxn ang="0">
                  <a:pos x="T0" y="T1"/>
                </a:cxn>
                <a:cxn ang="0">
                  <a:pos x="T2" y="T3"/>
                </a:cxn>
                <a:cxn ang="0">
                  <a:pos x="T4" y="T5"/>
                </a:cxn>
                <a:cxn ang="0">
                  <a:pos x="T6" y="T7"/>
                </a:cxn>
                <a:cxn ang="0">
                  <a:pos x="T8" y="T9"/>
                </a:cxn>
              </a:cxnLst>
              <a:rect l="0" t="0" r="r" b="b"/>
              <a:pathLst>
                <a:path w="34" h="15">
                  <a:moveTo>
                    <a:pt x="20" y="15"/>
                  </a:moveTo>
                  <a:cubicBezTo>
                    <a:pt x="12" y="15"/>
                    <a:pt x="3" y="12"/>
                    <a:pt x="1" y="8"/>
                  </a:cubicBezTo>
                  <a:cubicBezTo>
                    <a:pt x="0" y="4"/>
                    <a:pt x="5" y="0"/>
                    <a:pt x="13" y="0"/>
                  </a:cubicBezTo>
                  <a:cubicBezTo>
                    <a:pt x="22" y="0"/>
                    <a:pt x="30" y="4"/>
                    <a:pt x="32" y="8"/>
                  </a:cubicBezTo>
                  <a:cubicBezTo>
                    <a:pt x="34" y="12"/>
                    <a:pt x="29" y="15"/>
                    <a:pt x="20" y="15"/>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0" name="Freeform 114"/>
            <p:cNvSpPr>
              <a:spLocks noEditPoints="1"/>
            </p:cNvSpPr>
            <p:nvPr/>
          </p:nvSpPr>
          <p:spPr bwMode="auto">
            <a:xfrm>
              <a:off x="7118350" y="5776912"/>
              <a:ext cx="106363" cy="44450"/>
            </a:xfrm>
            <a:custGeom>
              <a:avLst/>
              <a:gdLst>
                <a:gd name="T0" fmla="*/ 16 w 38"/>
                <a:gd name="T1" fmla="*/ 1 h 16"/>
                <a:gd name="T2" fmla="*/ 33 w 38"/>
                <a:gd name="T3" fmla="*/ 8 h 16"/>
                <a:gd name="T4" fmla="*/ 22 w 38"/>
                <a:gd name="T5" fmla="*/ 15 h 16"/>
                <a:gd name="T6" fmla="*/ 5 w 38"/>
                <a:gd name="T7" fmla="*/ 8 h 16"/>
                <a:gd name="T8" fmla="*/ 16 w 38"/>
                <a:gd name="T9" fmla="*/ 1 h 16"/>
                <a:gd name="T10" fmla="*/ 15 w 38"/>
                <a:gd name="T11" fmla="*/ 0 h 16"/>
                <a:gd name="T12" fmla="*/ 2 w 38"/>
                <a:gd name="T13" fmla="*/ 8 h 16"/>
                <a:gd name="T14" fmla="*/ 23 w 38"/>
                <a:gd name="T15" fmla="*/ 16 h 16"/>
                <a:gd name="T16" fmla="*/ 36 w 38"/>
                <a:gd name="T17" fmla="*/ 8 h 16"/>
                <a:gd name="T18" fmla="*/ 15 w 38"/>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16">
                  <a:moveTo>
                    <a:pt x="16" y="1"/>
                  </a:moveTo>
                  <a:cubicBezTo>
                    <a:pt x="23" y="1"/>
                    <a:pt x="31" y="4"/>
                    <a:pt x="33" y="8"/>
                  </a:cubicBezTo>
                  <a:cubicBezTo>
                    <a:pt x="35" y="12"/>
                    <a:pt x="30" y="15"/>
                    <a:pt x="22" y="15"/>
                  </a:cubicBezTo>
                  <a:cubicBezTo>
                    <a:pt x="14" y="15"/>
                    <a:pt x="7" y="12"/>
                    <a:pt x="5" y="8"/>
                  </a:cubicBezTo>
                  <a:cubicBezTo>
                    <a:pt x="3" y="4"/>
                    <a:pt x="8" y="1"/>
                    <a:pt x="16" y="1"/>
                  </a:cubicBezTo>
                  <a:moveTo>
                    <a:pt x="15" y="0"/>
                  </a:moveTo>
                  <a:cubicBezTo>
                    <a:pt x="6" y="0"/>
                    <a:pt x="0" y="3"/>
                    <a:pt x="2" y="8"/>
                  </a:cubicBezTo>
                  <a:cubicBezTo>
                    <a:pt x="4" y="12"/>
                    <a:pt x="13" y="16"/>
                    <a:pt x="23" y="16"/>
                  </a:cubicBezTo>
                  <a:cubicBezTo>
                    <a:pt x="32" y="16"/>
                    <a:pt x="38" y="12"/>
                    <a:pt x="36" y="8"/>
                  </a:cubicBezTo>
                  <a:cubicBezTo>
                    <a:pt x="33" y="3"/>
                    <a:pt x="24" y="0"/>
                    <a:pt x="1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1" name="Freeform 115"/>
            <p:cNvSpPr>
              <a:spLocks/>
            </p:cNvSpPr>
            <p:nvPr/>
          </p:nvSpPr>
          <p:spPr bwMode="auto">
            <a:xfrm>
              <a:off x="6561138" y="5776912"/>
              <a:ext cx="92075" cy="41275"/>
            </a:xfrm>
            <a:custGeom>
              <a:avLst/>
              <a:gdLst>
                <a:gd name="T0" fmla="*/ 20 w 33"/>
                <a:gd name="T1" fmla="*/ 15 h 15"/>
                <a:gd name="T2" fmla="*/ 2 w 33"/>
                <a:gd name="T3" fmla="*/ 7 h 15"/>
                <a:gd name="T4" fmla="*/ 14 w 33"/>
                <a:gd name="T5" fmla="*/ 0 h 15"/>
                <a:gd name="T6" fmla="*/ 32 w 33"/>
                <a:gd name="T7" fmla="*/ 7 h 15"/>
                <a:gd name="T8" fmla="*/ 20 w 33"/>
                <a:gd name="T9" fmla="*/ 15 h 15"/>
              </a:gdLst>
              <a:ahLst/>
              <a:cxnLst>
                <a:cxn ang="0">
                  <a:pos x="T0" y="T1"/>
                </a:cxn>
                <a:cxn ang="0">
                  <a:pos x="T2" y="T3"/>
                </a:cxn>
                <a:cxn ang="0">
                  <a:pos x="T4" y="T5"/>
                </a:cxn>
                <a:cxn ang="0">
                  <a:pos x="T6" y="T7"/>
                </a:cxn>
                <a:cxn ang="0">
                  <a:pos x="T8" y="T9"/>
                </a:cxn>
              </a:cxnLst>
              <a:rect l="0" t="0" r="r" b="b"/>
              <a:pathLst>
                <a:path w="33" h="15">
                  <a:moveTo>
                    <a:pt x="20" y="15"/>
                  </a:moveTo>
                  <a:cubicBezTo>
                    <a:pt x="12" y="15"/>
                    <a:pt x="4" y="11"/>
                    <a:pt x="2" y="7"/>
                  </a:cubicBezTo>
                  <a:cubicBezTo>
                    <a:pt x="0" y="3"/>
                    <a:pt x="5" y="0"/>
                    <a:pt x="14" y="0"/>
                  </a:cubicBezTo>
                  <a:cubicBezTo>
                    <a:pt x="22" y="0"/>
                    <a:pt x="30" y="3"/>
                    <a:pt x="32" y="7"/>
                  </a:cubicBezTo>
                  <a:cubicBezTo>
                    <a:pt x="33" y="11"/>
                    <a:pt x="28" y="15"/>
                    <a:pt x="20" y="15"/>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2" name="Freeform 116"/>
            <p:cNvSpPr>
              <a:spLocks noEditPoints="1"/>
            </p:cNvSpPr>
            <p:nvPr/>
          </p:nvSpPr>
          <p:spPr bwMode="auto">
            <a:xfrm>
              <a:off x="6557963" y="5773737"/>
              <a:ext cx="101600" cy="44450"/>
            </a:xfrm>
            <a:custGeom>
              <a:avLst/>
              <a:gdLst>
                <a:gd name="T0" fmla="*/ 15 w 36"/>
                <a:gd name="T1" fmla="*/ 1 h 16"/>
                <a:gd name="T2" fmla="*/ 31 w 36"/>
                <a:gd name="T3" fmla="*/ 8 h 16"/>
                <a:gd name="T4" fmla="*/ 21 w 36"/>
                <a:gd name="T5" fmla="*/ 15 h 16"/>
                <a:gd name="T6" fmla="*/ 4 w 36"/>
                <a:gd name="T7" fmla="*/ 8 h 16"/>
                <a:gd name="T8" fmla="*/ 15 w 36"/>
                <a:gd name="T9" fmla="*/ 1 h 16"/>
                <a:gd name="T10" fmla="*/ 14 w 36"/>
                <a:gd name="T11" fmla="*/ 0 h 16"/>
                <a:gd name="T12" fmla="*/ 1 w 36"/>
                <a:gd name="T13" fmla="*/ 8 h 16"/>
                <a:gd name="T14" fmla="*/ 21 w 36"/>
                <a:gd name="T15" fmla="*/ 16 h 16"/>
                <a:gd name="T16" fmla="*/ 34 w 36"/>
                <a:gd name="T17" fmla="*/ 8 h 16"/>
                <a:gd name="T18" fmla="*/ 14 w 36"/>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16">
                  <a:moveTo>
                    <a:pt x="15" y="1"/>
                  </a:moveTo>
                  <a:cubicBezTo>
                    <a:pt x="22" y="1"/>
                    <a:pt x="30" y="4"/>
                    <a:pt x="31" y="8"/>
                  </a:cubicBezTo>
                  <a:cubicBezTo>
                    <a:pt x="33" y="12"/>
                    <a:pt x="28" y="15"/>
                    <a:pt x="21" y="15"/>
                  </a:cubicBezTo>
                  <a:cubicBezTo>
                    <a:pt x="13" y="15"/>
                    <a:pt x="6" y="12"/>
                    <a:pt x="4" y="8"/>
                  </a:cubicBezTo>
                  <a:cubicBezTo>
                    <a:pt x="3" y="4"/>
                    <a:pt x="7" y="1"/>
                    <a:pt x="15" y="1"/>
                  </a:cubicBezTo>
                  <a:moveTo>
                    <a:pt x="14" y="0"/>
                  </a:moveTo>
                  <a:cubicBezTo>
                    <a:pt x="5" y="0"/>
                    <a:pt x="0" y="4"/>
                    <a:pt x="1" y="8"/>
                  </a:cubicBezTo>
                  <a:cubicBezTo>
                    <a:pt x="3" y="13"/>
                    <a:pt x="12" y="16"/>
                    <a:pt x="21" y="16"/>
                  </a:cubicBezTo>
                  <a:cubicBezTo>
                    <a:pt x="30" y="16"/>
                    <a:pt x="36" y="13"/>
                    <a:pt x="34" y="8"/>
                  </a:cubicBezTo>
                  <a:cubicBezTo>
                    <a:pt x="32" y="4"/>
                    <a:pt x="23" y="0"/>
                    <a:pt x="1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3" name="Freeform 117"/>
            <p:cNvSpPr>
              <a:spLocks/>
            </p:cNvSpPr>
            <p:nvPr/>
          </p:nvSpPr>
          <p:spPr bwMode="auto">
            <a:xfrm>
              <a:off x="7077075" y="6223000"/>
              <a:ext cx="100013" cy="47625"/>
            </a:xfrm>
            <a:custGeom>
              <a:avLst/>
              <a:gdLst>
                <a:gd name="T0" fmla="*/ 22 w 36"/>
                <a:gd name="T1" fmla="*/ 17 h 17"/>
                <a:gd name="T2" fmla="*/ 2 w 36"/>
                <a:gd name="T3" fmla="*/ 8 h 17"/>
                <a:gd name="T4" fmla="*/ 14 w 36"/>
                <a:gd name="T5" fmla="*/ 0 h 17"/>
                <a:gd name="T6" fmla="*/ 34 w 36"/>
                <a:gd name="T7" fmla="*/ 8 h 17"/>
                <a:gd name="T8" fmla="*/ 22 w 36"/>
                <a:gd name="T9" fmla="*/ 17 h 17"/>
              </a:gdLst>
              <a:ahLst/>
              <a:cxnLst>
                <a:cxn ang="0">
                  <a:pos x="T0" y="T1"/>
                </a:cxn>
                <a:cxn ang="0">
                  <a:pos x="T2" y="T3"/>
                </a:cxn>
                <a:cxn ang="0">
                  <a:pos x="T4" y="T5"/>
                </a:cxn>
                <a:cxn ang="0">
                  <a:pos x="T6" y="T7"/>
                </a:cxn>
                <a:cxn ang="0">
                  <a:pos x="T8" y="T9"/>
                </a:cxn>
              </a:cxnLst>
              <a:rect l="0" t="0" r="r" b="b"/>
              <a:pathLst>
                <a:path w="36" h="17">
                  <a:moveTo>
                    <a:pt x="22" y="17"/>
                  </a:moveTo>
                  <a:cubicBezTo>
                    <a:pt x="13" y="17"/>
                    <a:pt x="4" y="13"/>
                    <a:pt x="2" y="8"/>
                  </a:cubicBezTo>
                  <a:cubicBezTo>
                    <a:pt x="0" y="3"/>
                    <a:pt x="6" y="0"/>
                    <a:pt x="14" y="0"/>
                  </a:cubicBezTo>
                  <a:cubicBezTo>
                    <a:pt x="23" y="0"/>
                    <a:pt x="32" y="4"/>
                    <a:pt x="34" y="8"/>
                  </a:cubicBezTo>
                  <a:cubicBezTo>
                    <a:pt x="36" y="13"/>
                    <a:pt x="31" y="17"/>
                    <a:pt x="22" y="1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4" name="Freeform 118"/>
            <p:cNvSpPr>
              <a:spLocks noEditPoints="1"/>
            </p:cNvSpPr>
            <p:nvPr/>
          </p:nvSpPr>
          <p:spPr bwMode="auto">
            <a:xfrm>
              <a:off x="7073900" y="6219825"/>
              <a:ext cx="109538" cy="52387"/>
            </a:xfrm>
            <a:custGeom>
              <a:avLst/>
              <a:gdLst>
                <a:gd name="T0" fmla="*/ 16 w 39"/>
                <a:gd name="T1" fmla="*/ 1 h 19"/>
                <a:gd name="T2" fmla="*/ 33 w 39"/>
                <a:gd name="T3" fmla="*/ 9 h 19"/>
                <a:gd name="T4" fmla="*/ 23 w 39"/>
                <a:gd name="T5" fmla="*/ 18 h 19"/>
                <a:gd name="T6" fmla="*/ 5 w 39"/>
                <a:gd name="T7" fmla="*/ 9 h 19"/>
                <a:gd name="T8" fmla="*/ 16 w 39"/>
                <a:gd name="T9" fmla="*/ 1 h 19"/>
                <a:gd name="T10" fmla="*/ 15 w 39"/>
                <a:gd name="T11" fmla="*/ 0 h 19"/>
                <a:gd name="T12" fmla="*/ 2 w 39"/>
                <a:gd name="T13" fmla="*/ 9 h 19"/>
                <a:gd name="T14" fmla="*/ 23 w 39"/>
                <a:gd name="T15" fmla="*/ 19 h 19"/>
                <a:gd name="T16" fmla="*/ 36 w 39"/>
                <a:gd name="T17" fmla="*/ 9 h 19"/>
                <a:gd name="T18" fmla="*/ 15 w 39"/>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19">
                  <a:moveTo>
                    <a:pt x="16" y="1"/>
                  </a:moveTo>
                  <a:cubicBezTo>
                    <a:pt x="23" y="1"/>
                    <a:pt x="31" y="5"/>
                    <a:pt x="33" y="9"/>
                  </a:cubicBezTo>
                  <a:cubicBezTo>
                    <a:pt x="35" y="14"/>
                    <a:pt x="30" y="18"/>
                    <a:pt x="23" y="18"/>
                  </a:cubicBezTo>
                  <a:cubicBezTo>
                    <a:pt x="15" y="18"/>
                    <a:pt x="7" y="14"/>
                    <a:pt x="5" y="9"/>
                  </a:cubicBezTo>
                  <a:cubicBezTo>
                    <a:pt x="3" y="5"/>
                    <a:pt x="8" y="1"/>
                    <a:pt x="16" y="1"/>
                  </a:cubicBezTo>
                  <a:moveTo>
                    <a:pt x="15" y="0"/>
                  </a:moveTo>
                  <a:cubicBezTo>
                    <a:pt x="5" y="0"/>
                    <a:pt x="0" y="4"/>
                    <a:pt x="2" y="9"/>
                  </a:cubicBezTo>
                  <a:cubicBezTo>
                    <a:pt x="4" y="15"/>
                    <a:pt x="14" y="19"/>
                    <a:pt x="23" y="19"/>
                  </a:cubicBezTo>
                  <a:cubicBezTo>
                    <a:pt x="33" y="19"/>
                    <a:pt x="39" y="15"/>
                    <a:pt x="36" y="9"/>
                  </a:cubicBezTo>
                  <a:cubicBezTo>
                    <a:pt x="34" y="4"/>
                    <a:pt x="24" y="0"/>
                    <a:pt x="1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5" name="Freeform 119"/>
            <p:cNvSpPr>
              <a:spLocks/>
            </p:cNvSpPr>
            <p:nvPr/>
          </p:nvSpPr>
          <p:spPr bwMode="auto">
            <a:xfrm>
              <a:off x="7019925" y="6143625"/>
              <a:ext cx="131763" cy="65087"/>
            </a:xfrm>
            <a:custGeom>
              <a:avLst/>
              <a:gdLst>
                <a:gd name="T0" fmla="*/ 28 w 47"/>
                <a:gd name="T1" fmla="*/ 23 h 23"/>
                <a:gd name="T2" fmla="*/ 3 w 47"/>
                <a:gd name="T3" fmla="*/ 11 h 23"/>
                <a:gd name="T4" fmla="*/ 18 w 47"/>
                <a:gd name="T5" fmla="*/ 0 h 23"/>
                <a:gd name="T6" fmla="*/ 44 w 47"/>
                <a:gd name="T7" fmla="*/ 11 h 23"/>
                <a:gd name="T8" fmla="*/ 28 w 47"/>
                <a:gd name="T9" fmla="*/ 23 h 23"/>
              </a:gdLst>
              <a:ahLst/>
              <a:cxnLst>
                <a:cxn ang="0">
                  <a:pos x="T0" y="T1"/>
                </a:cxn>
                <a:cxn ang="0">
                  <a:pos x="T2" y="T3"/>
                </a:cxn>
                <a:cxn ang="0">
                  <a:pos x="T4" y="T5"/>
                </a:cxn>
                <a:cxn ang="0">
                  <a:pos x="T6" y="T7"/>
                </a:cxn>
                <a:cxn ang="0">
                  <a:pos x="T8" y="T9"/>
                </a:cxn>
              </a:cxnLst>
              <a:rect l="0" t="0" r="r" b="b"/>
              <a:pathLst>
                <a:path w="47" h="23">
                  <a:moveTo>
                    <a:pt x="28" y="23"/>
                  </a:moveTo>
                  <a:cubicBezTo>
                    <a:pt x="17" y="23"/>
                    <a:pt x="6" y="18"/>
                    <a:pt x="3" y="11"/>
                  </a:cubicBezTo>
                  <a:cubicBezTo>
                    <a:pt x="0" y="5"/>
                    <a:pt x="7" y="0"/>
                    <a:pt x="18" y="0"/>
                  </a:cubicBezTo>
                  <a:cubicBezTo>
                    <a:pt x="30" y="0"/>
                    <a:pt x="41" y="5"/>
                    <a:pt x="44" y="11"/>
                  </a:cubicBezTo>
                  <a:cubicBezTo>
                    <a:pt x="47" y="18"/>
                    <a:pt x="40" y="23"/>
                    <a:pt x="28" y="23"/>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6" name="Freeform 120"/>
            <p:cNvSpPr>
              <a:spLocks noEditPoints="1"/>
            </p:cNvSpPr>
            <p:nvPr/>
          </p:nvSpPr>
          <p:spPr bwMode="auto">
            <a:xfrm>
              <a:off x="7018338" y="6140450"/>
              <a:ext cx="136525" cy="68262"/>
            </a:xfrm>
            <a:custGeom>
              <a:avLst/>
              <a:gdLst>
                <a:gd name="T0" fmla="*/ 20 w 49"/>
                <a:gd name="T1" fmla="*/ 2 h 24"/>
                <a:gd name="T2" fmla="*/ 43 w 49"/>
                <a:gd name="T3" fmla="*/ 12 h 24"/>
                <a:gd name="T4" fmla="*/ 29 w 49"/>
                <a:gd name="T5" fmla="*/ 23 h 24"/>
                <a:gd name="T6" fmla="*/ 5 w 49"/>
                <a:gd name="T7" fmla="*/ 12 h 24"/>
                <a:gd name="T8" fmla="*/ 20 w 49"/>
                <a:gd name="T9" fmla="*/ 2 h 24"/>
                <a:gd name="T10" fmla="*/ 19 w 49"/>
                <a:gd name="T11" fmla="*/ 0 h 24"/>
                <a:gd name="T12" fmla="*/ 3 w 49"/>
                <a:gd name="T13" fmla="*/ 12 h 24"/>
                <a:gd name="T14" fmla="*/ 30 w 49"/>
                <a:gd name="T15" fmla="*/ 24 h 24"/>
                <a:gd name="T16" fmla="*/ 46 w 49"/>
                <a:gd name="T17" fmla="*/ 12 h 24"/>
                <a:gd name="T18" fmla="*/ 19 w 49"/>
                <a:gd name="T1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24">
                  <a:moveTo>
                    <a:pt x="20" y="2"/>
                  </a:moveTo>
                  <a:cubicBezTo>
                    <a:pt x="30" y="2"/>
                    <a:pt x="41" y="6"/>
                    <a:pt x="43" y="12"/>
                  </a:cubicBezTo>
                  <a:cubicBezTo>
                    <a:pt x="46" y="18"/>
                    <a:pt x="40" y="23"/>
                    <a:pt x="29" y="23"/>
                  </a:cubicBezTo>
                  <a:cubicBezTo>
                    <a:pt x="19" y="23"/>
                    <a:pt x="8" y="18"/>
                    <a:pt x="5" y="12"/>
                  </a:cubicBezTo>
                  <a:cubicBezTo>
                    <a:pt x="3" y="6"/>
                    <a:pt x="9" y="2"/>
                    <a:pt x="20" y="2"/>
                  </a:cubicBezTo>
                  <a:moveTo>
                    <a:pt x="19" y="0"/>
                  </a:moveTo>
                  <a:cubicBezTo>
                    <a:pt x="7" y="0"/>
                    <a:pt x="0" y="6"/>
                    <a:pt x="3" y="12"/>
                  </a:cubicBezTo>
                  <a:cubicBezTo>
                    <a:pt x="5" y="19"/>
                    <a:pt x="18" y="24"/>
                    <a:pt x="30" y="24"/>
                  </a:cubicBezTo>
                  <a:cubicBezTo>
                    <a:pt x="42" y="24"/>
                    <a:pt x="49" y="19"/>
                    <a:pt x="46" y="12"/>
                  </a:cubicBezTo>
                  <a:cubicBezTo>
                    <a:pt x="43" y="6"/>
                    <a:pt x="31" y="0"/>
                    <a:pt x="1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7" name="Freeform 121"/>
            <p:cNvSpPr>
              <a:spLocks/>
            </p:cNvSpPr>
            <p:nvPr/>
          </p:nvSpPr>
          <p:spPr bwMode="auto">
            <a:xfrm>
              <a:off x="7696200" y="6256337"/>
              <a:ext cx="134938" cy="66675"/>
            </a:xfrm>
            <a:custGeom>
              <a:avLst/>
              <a:gdLst>
                <a:gd name="T0" fmla="*/ 30 w 48"/>
                <a:gd name="T1" fmla="*/ 24 h 24"/>
                <a:gd name="T2" fmla="*/ 3 w 48"/>
                <a:gd name="T3" fmla="*/ 12 h 24"/>
                <a:gd name="T4" fmla="*/ 19 w 48"/>
                <a:gd name="T5" fmla="*/ 0 h 24"/>
                <a:gd name="T6" fmla="*/ 45 w 48"/>
                <a:gd name="T7" fmla="*/ 12 h 24"/>
                <a:gd name="T8" fmla="*/ 30 w 48"/>
                <a:gd name="T9" fmla="*/ 24 h 24"/>
              </a:gdLst>
              <a:ahLst/>
              <a:cxnLst>
                <a:cxn ang="0">
                  <a:pos x="T0" y="T1"/>
                </a:cxn>
                <a:cxn ang="0">
                  <a:pos x="T2" y="T3"/>
                </a:cxn>
                <a:cxn ang="0">
                  <a:pos x="T4" y="T5"/>
                </a:cxn>
                <a:cxn ang="0">
                  <a:pos x="T6" y="T7"/>
                </a:cxn>
                <a:cxn ang="0">
                  <a:pos x="T8" y="T9"/>
                </a:cxn>
              </a:cxnLst>
              <a:rect l="0" t="0" r="r" b="b"/>
              <a:pathLst>
                <a:path w="48" h="24">
                  <a:moveTo>
                    <a:pt x="30" y="24"/>
                  </a:moveTo>
                  <a:cubicBezTo>
                    <a:pt x="18" y="24"/>
                    <a:pt x="6" y="18"/>
                    <a:pt x="3" y="12"/>
                  </a:cubicBezTo>
                  <a:cubicBezTo>
                    <a:pt x="0" y="5"/>
                    <a:pt x="7" y="0"/>
                    <a:pt x="19" y="0"/>
                  </a:cubicBezTo>
                  <a:cubicBezTo>
                    <a:pt x="30" y="0"/>
                    <a:pt x="42" y="5"/>
                    <a:pt x="45" y="12"/>
                  </a:cubicBezTo>
                  <a:cubicBezTo>
                    <a:pt x="48" y="18"/>
                    <a:pt x="41" y="24"/>
                    <a:pt x="30" y="24"/>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8" name="Freeform 122"/>
            <p:cNvSpPr>
              <a:spLocks noEditPoints="1"/>
            </p:cNvSpPr>
            <p:nvPr/>
          </p:nvSpPr>
          <p:spPr bwMode="auto">
            <a:xfrm>
              <a:off x="7689850" y="6253162"/>
              <a:ext cx="146050" cy="69850"/>
            </a:xfrm>
            <a:custGeom>
              <a:avLst/>
              <a:gdLst>
                <a:gd name="T0" fmla="*/ 21 w 52"/>
                <a:gd name="T1" fmla="*/ 2 h 25"/>
                <a:gd name="T2" fmla="*/ 46 w 52"/>
                <a:gd name="T3" fmla="*/ 13 h 25"/>
                <a:gd name="T4" fmla="*/ 31 w 52"/>
                <a:gd name="T5" fmla="*/ 24 h 25"/>
                <a:gd name="T6" fmla="*/ 7 w 52"/>
                <a:gd name="T7" fmla="*/ 13 h 25"/>
                <a:gd name="T8" fmla="*/ 21 w 52"/>
                <a:gd name="T9" fmla="*/ 2 h 25"/>
                <a:gd name="T10" fmla="*/ 20 w 52"/>
                <a:gd name="T11" fmla="*/ 0 h 25"/>
                <a:gd name="T12" fmla="*/ 4 w 52"/>
                <a:gd name="T13" fmla="*/ 13 h 25"/>
                <a:gd name="T14" fmla="*/ 32 w 52"/>
                <a:gd name="T15" fmla="*/ 25 h 25"/>
                <a:gd name="T16" fmla="*/ 49 w 52"/>
                <a:gd name="T17" fmla="*/ 13 h 25"/>
                <a:gd name="T18" fmla="*/ 20 w 52"/>
                <a:gd name="T1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25">
                  <a:moveTo>
                    <a:pt x="21" y="2"/>
                  </a:moveTo>
                  <a:cubicBezTo>
                    <a:pt x="32" y="2"/>
                    <a:pt x="43" y="7"/>
                    <a:pt x="46" y="13"/>
                  </a:cubicBezTo>
                  <a:cubicBezTo>
                    <a:pt x="49" y="19"/>
                    <a:pt x="42" y="24"/>
                    <a:pt x="31" y="24"/>
                  </a:cubicBezTo>
                  <a:cubicBezTo>
                    <a:pt x="21" y="24"/>
                    <a:pt x="9" y="19"/>
                    <a:pt x="7" y="13"/>
                  </a:cubicBezTo>
                  <a:cubicBezTo>
                    <a:pt x="4" y="7"/>
                    <a:pt x="10" y="2"/>
                    <a:pt x="21" y="2"/>
                  </a:cubicBezTo>
                  <a:moveTo>
                    <a:pt x="20" y="0"/>
                  </a:moveTo>
                  <a:cubicBezTo>
                    <a:pt x="8" y="0"/>
                    <a:pt x="0" y="6"/>
                    <a:pt x="4" y="13"/>
                  </a:cubicBezTo>
                  <a:cubicBezTo>
                    <a:pt x="7" y="20"/>
                    <a:pt x="20" y="25"/>
                    <a:pt x="32" y="25"/>
                  </a:cubicBezTo>
                  <a:cubicBezTo>
                    <a:pt x="45" y="25"/>
                    <a:pt x="52" y="20"/>
                    <a:pt x="49" y="13"/>
                  </a:cubicBezTo>
                  <a:cubicBezTo>
                    <a:pt x="45" y="6"/>
                    <a:pt x="33" y="0"/>
                    <a:pt x="2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9" name="Freeform 123"/>
            <p:cNvSpPr>
              <a:spLocks/>
            </p:cNvSpPr>
            <p:nvPr/>
          </p:nvSpPr>
          <p:spPr bwMode="auto">
            <a:xfrm>
              <a:off x="7546975" y="6099175"/>
              <a:ext cx="166688" cy="77787"/>
            </a:xfrm>
            <a:custGeom>
              <a:avLst/>
              <a:gdLst>
                <a:gd name="T0" fmla="*/ 36 w 59"/>
                <a:gd name="T1" fmla="*/ 28 h 28"/>
                <a:gd name="T2" fmla="*/ 4 w 59"/>
                <a:gd name="T3" fmla="*/ 14 h 28"/>
                <a:gd name="T4" fmla="*/ 23 w 59"/>
                <a:gd name="T5" fmla="*/ 0 h 28"/>
                <a:gd name="T6" fmla="*/ 55 w 59"/>
                <a:gd name="T7" fmla="*/ 14 h 28"/>
                <a:gd name="T8" fmla="*/ 36 w 59"/>
                <a:gd name="T9" fmla="*/ 28 h 28"/>
              </a:gdLst>
              <a:ahLst/>
              <a:cxnLst>
                <a:cxn ang="0">
                  <a:pos x="T0" y="T1"/>
                </a:cxn>
                <a:cxn ang="0">
                  <a:pos x="T2" y="T3"/>
                </a:cxn>
                <a:cxn ang="0">
                  <a:pos x="T4" y="T5"/>
                </a:cxn>
                <a:cxn ang="0">
                  <a:pos x="T6" y="T7"/>
                </a:cxn>
                <a:cxn ang="0">
                  <a:pos x="T8" y="T9"/>
                </a:cxn>
              </a:cxnLst>
              <a:rect l="0" t="0" r="r" b="b"/>
              <a:pathLst>
                <a:path w="59" h="28">
                  <a:moveTo>
                    <a:pt x="36" y="28"/>
                  </a:moveTo>
                  <a:cubicBezTo>
                    <a:pt x="22" y="28"/>
                    <a:pt x="7" y="21"/>
                    <a:pt x="4" y="14"/>
                  </a:cubicBezTo>
                  <a:cubicBezTo>
                    <a:pt x="0" y="6"/>
                    <a:pt x="9" y="0"/>
                    <a:pt x="23" y="0"/>
                  </a:cubicBezTo>
                  <a:cubicBezTo>
                    <a:pt x="37" y="0"/>
                    <a:pt x="51" y="6"/>
                    <a:pt x="55" y="14"/>
                  </a:cubicBezTo>
                  <a:cubicBezTo>
                    <a:pt x="59" y="21"/>
                    <a:pt x="50" y="28"/>
                    <a:pt x="36" y="28"/>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0" name="Freeform 124"/>
            <p:cNvSpPr>
              <a:spLocks noEditPoints="1"/>
            </p:cNvSpPr>
            <p:nvPr/>
          </p:nvSpPr>
          <p:spPr bwMode="auto">
            <a:xfrm>
              <a:off x="7542213" y="6096000"/>
              <a:ext cx="173038" cy="84137"/>
            </a:xfrm>
            <a:custGeom>
              <a:avLst/>
              <a:gdLst>
                <a:gd name="T0" fmla="*/ 25 w 62"/>
                <a:gd name="T1" fmla="*/ 2 h 30"/>
                <a:gd name="T2" fmla="*/ 56 w 62"/>
                <a:gd name="T3" fmla="*/ 15 h 30"/>
                <a:gd name="T4" fmla="*/ 38 w 62"/>
                <a:gd name="T5" fmla="*/ 28 h 30"/>
                <a:gd name="T6" fmla="*/ 7 w 62"/>
                <a:gd name="T7" fmla="*/ 15 h 30"/>
                <a:gd name="T8" fmla="*/ 25 w 62"/>
                <a:gd name="T9" fmla="*/ 2 h 30"/>
                <a:gd name="T10" fmla="*/ 24 w 62"/>
                <a:gd name="T11" fmla="*/ 0 h 30"/>
                <a:gd name="T12" fmla="*/ 4 w 62"/>
                <a:gd name="T13" fmla="*/ 15 h 30"/>
                <a:gd name="T14" fmla="*/ 38 w 62"/>
                <a:gd name="T15" fmla="*/ 30 h 30"/>
                <a:gd name="T16" fmla="*/ 59 w 62"/>
                <a:gd name="T17" fmla="*/ 15 h 30"/>
                <a:gd name="T18" fmla="*/ 24 w 62"/>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30">
                  <a:moveTo>
                    <a:pt x="25" y="2"/>
                  </a:moveTo>
                  <a:cubicBezTo>
                    <a:pt x="39" y="2"/>
                    <a:pt x="52" y="8"/>
                    <a:pt x="56" y="15"/>
                  </a:cubicBezTo>
                  <a:cubicBezTo>
                    <a:pt x="59" y="22"/>
                    <a:pt x="51" y="28"/>
                    <a:pt x="38" y="28"/>
                  </a:cubicBezTo>
                  <a:cubicBezTo>
                    <a:pt x="24" y="28"/>
                    <a:pt x="10" y="22"/>
                    <a:pt x="7" y="15"/>
                  </a:cubicBezTo>
                  <a:cubicBezTo>
                    <a:pt x="4" y="8"/>
                    <a:pt x="12" y="2"/>
                    <a:pt x="25" y="2"/>
                  </a:cubicBezTo>
                  <a:moveTo>
                    <a:pt x="24" y="0"/>
                  </a:moveTo>
                  <a:cubicBezTo>
                    <a:pt x="10" y="0"/>
                    <a:pt x="0" y="7"/>
                    <a:pt x="4" y="15"/>
                  </a:cubicBezTo>
                  <a:cubicBezTo>
                    <a:pt x="8" y="23"/>
                    <a:pt x="23" y="30"/>
                    <a:pt x="38" y="30"/>
                  </a:cubicBezTo>
                  <a:cubicBezTo>
                    <a:pt x="53" y="30"/>
                    <a:pt x="62" y="23"/>
                    <a:pt x="59" y="15"/>
                  </a:cubicBezTo>
                  <a:cubicBezTo>
                    <a:pt x="55" y="7"/>
                    <a:pt x="39" y="0"/>
                    <a:pt x="2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1" name="Freeform 125"/>
            <p:cNvSpPr>
              <a:spLocks/>
            </p:cNvSpPr>
            <p:nvPr/>
          </p:nvSpPr>
          <p:spPr bwMode="auto">
            <a:xfrm>
              <a:off x="7889875" y="6096000"/>
              <a:ext cx="150813" cy="69850"/>
            </a:xfrm>
            <a:custGeom>
              <a:avLst/>
              <a:gdLst>
                <a:gd name="T0" fmla="*/ 33 w 54"/>
                <a:gd name="T1" fmla="*/ 25 h 25"/>
                <a:gd name="T2" fmla="*/ 4 w 54"/>
                <a:gd name="T3" fmla="*/ 13 h 25"/>
                <a:gd name="T4" fmla="*/ 21 w 54"/>
                <a:gd name="T5" fmla="*/ 0 h 25"/>
                <a:gd name="T6" fmla="*/ 51 w 54"/>
                <a:gd name="T7" fmla="*/ 13 h 25"/>
                <a:gd name="T8" fmla="*/ 33 w 54"/>
                <a:gd name="T9" fmla="*/ 25 h 25"/>
              </a:gdLst>
              <a:ahLst/>
              <a:cxnLst>
                <a:cxn ang="0">
                  <a:pos x="T0" y="T1"/>
                </a:cxn>
                <a:cxn ang="0">
                  <a:pos x="T2" y="T3"/>
                </a:cxn>
                <a:cxn ang="0">
                  <a:pos x="T4" y="T5"/>
                </a:cxn>
                <a:cxn ang="0">
                  <a:pos x="T6" y="T7"/>
                </a:cxn>
                <a:cxn ang="0">
                  <a:pos x="T8" y="T9"/>
                </a:cxn>
              </a:cxnLst>
              <a:rect l="0" t="0" r="r" b="b"/>
              <a:pathLst>
                <a:path w="54" h="25">
                  <a:moveTo>
                    <a:pt x="33" y="25"/>
                  </a:moveTo>
                  <a:cubicBezTo>
                    <a:pt x="20" y="25"/>
                    <a:pt x="7" y="20"/>
                    <a:pt x="4" y="13"/>
                  </a:cubicBezTo>
                  <a:cubicBezTo>
                    <a:pt x="0" y="6"/>
                    <a:pt x="8" y="0"/>
                    <a:pt x="21" y="0"/>
                  </a:cubicBezTo>
                  <a:cubicBezTo>
                    <a:pt x="34" y="0"/>
                    <a:pt x="47" y="6"/>
                    <a:pt x="51" y="13"/>
                  </a:cubicBezTo>
                  <a:cubicBezTo>
                    <a:pt x="54" y="20"/>
                    <a:pt x="46" y="25"/>
                    <a:pt x="33" y="25"/>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2" name="Freeform 126"/>
            <p:cNvSpPr>
              <a:spLocks noEditPoints="1"/>
            </p:cNvSpPr>
            <p:nvPr/>
          </p:nvSpPr>
          <p:spPr bwMode="auto">
            <a:xfrm>
              <a:off x="7886700" y="6096000"/>
              <a:ext cx="160338" cy="73025"/>
            </a:xfrm>
            <a:custGeom>
              <a:avLst/>
              <a:gdLst>
                <a:gd name="T0" fmla="*/ 22 w 57"/>
                <a:gd name="T1" fmla="*/ 1 h 26"/>
                <a:gd name="T2" fmla="*/ 50 w 57"/>
                <a:gd name="T3" fmla="*/ 13 h 26"/>
                <a:gd name="T4" fmla="*/ 34 w 57"/>
                <a:gd name="T5" fmla="*/ 25 h 26"/>
                <a:gd name="T6" fmla="*/ 6 w 57"/>
                <a:gd name="T7" fmla="*/ 13 h 26"/>
                <a:gd name="T8" fmla="*/ 22 w 57"/>
                <a:gd name="T9" fmla="*/ 1 h 26"/>
                <a:gd name="T10" fmla="*/ 22 w 57"/>
                <a:gd name="T11" fmla="*/ 0 h 26"/>
                <a:gd name="T12" fmla="*/ 3 w 57"/>
                <a:gd name="T13" fmla="*/ 13 h 26"/>
                <a:gd name="T14" fmla="*/ 35 w 57"/>
                <a:gd name="T15" fmla="*/ 26 h 26"/>
                <a:gd name="T16" fmla="*/ 53 w 57"/>
                <a:gd name="T17" fmla="*/ 13 h 26"/>
                <a:gd name="T18" fmla="*/ 22 w 57"/>
                <a:gd name="T19"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 h="26">
                  <a:moveTo>
                    <a:pt x="22" y="1"/>
                  </a:moveTo>
                  <a:cubicBezTo>
                    <a:pt x="35" y="1"/>
                    <a:pt x="47" y="6"/>
                    <a:pt x="50" y="13"/>
                  </a:cubicBezTo>
                  <a:cubicBezTo>
                    <a:pt x="53" y="19"/>
                    <a:pt x="46" y="25"/>
                    <a:pt x="34" y="25"/>
                  </a:cubicBezTo>
                  <a:cubicBezTo>
                    <a:pt x="22" y="25"/>
                    <a:pt x="9" y="19"/>
                    <a:pt x="6" y="13"/>
                  </a:cubicBezTo>
                  <a:cubicBezTo>
                    <a:pt x="3" y="6"/>
                    <a:pt x="10" y="1"/>
                    <a:pt x="22" y="1"/>
                  </a:cubicBezTo>
                  <a:moveTo>
                    <a:pt x="22" y="0"/>
                  </a:moveTo>
                  <a:cubicBezTo>
                    <a:pt x="8" y="0"/>
                    <a:pt x="0" y="5"/>
                    <a:pt x="3" y="13"/>
                  </a:cubicBezTo>
                  <a:cubicBezTo>
                    <a:pt x="7" y="20"/>
                    <a:pt x="21" y="26"/>
                    <a:pt x="35" y="26"/>
                  </a:cubicBezTo>
                  <a:cubicBezTo>
                    <a:pt x="48" y="26"/>
                    <a:pt x="57" y="20"/>
                    <a:pt x="53" y="13"/>
                  </a:cubicBezTo>
                  <a:cubicBezTo>
                    <a:pt x="50" y="6"/>
                    <a:pt x="35" y="0"/>
                    <a:pt x="2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3" name="Freeform 127"/>
            <p:cNvSpPr>
              <a:spLocks/>
            </p:cNvSpPr>
            <p:nvPr/>
          </p:nvSpPr>
          <p:spPr bwMode="auto">
            <a:xfrm>
              <a:off x="7510463" y="6029325"/>
              <a:ext cx="131763" cy="58737"/>
            </a:xfrm>
            <a:custGeom>
              <a:avLst/>
              <a:gdLst>
                <a:gd name="T0" fmla="*/ 29 w 47"/>
                <a:gd name="T1" fmla="*/ 21 h 21"/>
                <a:gd name="T2" fmla="*/ 3 w 47"/>
                <a:gd name="T3" fmla="*/ 10 h 21"/>
                <a:gd name="T4" fmla="*/ 19 w 47"/>
                <a:gd name="T5" fmla="*/ 0 h 21"/>
                <a:gd name="T6" fmla="*/ 45 w 47"/>
                <a:gd name="T7" fmla="*/ 10 h 21"/>
                <a:gd name="T8" fmla="*/ 29 w 47"/>
                <a:gd name="T9" fmla="*/ 21 h 21"/>
              </a:gdLst>
              <a:ahLst/>
              <a:cxnLst>
                <a:cxn ang="0">
                  <a:pos x="T0" y="T1"/>
                </a:cxn>
                <a:cxn ang="0">
                  <a:pos x="T2" y="T3"/>
                </a:cxn>
                <a:cxn ang="0">
                  <a:pos x="T4" y="T5"/>
                </a:cxn>
                <a:cxn ang="0">
                  <a:pos x="T6" y="T7"/>
                </a:cxn>
                <a:cxn ang="0">
                  <a:pos x="T8" y="T9"/>
                </a:cxn>
              </a:cxnLst>
              <a:rect l="0" t="0" r="r" b="b"/>
              <a:pathLst>
                <a:path w="47" h="21">
                  <a:moveTo>
                    <a:pt x="29" y="21"/>
                  </a:moveTo>
                  <a:cubicBezTo>
                    <a:pt x="18" y="21"/>
                    <a:pt x="6" y="16"/>
                    <a:pt x="3" y="10"/>
                  </a:cubicBezTo>
                  <a:cubicBezTo>
                    <a:pt x="0" y="4"/>
                    <a:pt x="7" y="0"/>
                    <a:pt x="19" y="0"/>
                  </a:cubicBezTo>
                  <a:cubicBezTo>
                    <a:pt x="30" y="0"/>
                    <a:pt x="42" y="4"/>
                    <a:pt x="45" y="10"/>
                  </a:cubicBezTo>
                  <a:cubicBezTo>
                    <a:pt x="47" y="16"/>
                    <a:pt x="40" y="21"/>
                    <a:pt x="29" y="21"/>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4" name="Freeform 128"/>
            <p:cNvSpPr>
              <a:spLocks noEditPoints="1"/>
            </p:cNvSpPr>
            <p:nvPr/>
          </p:nvSpPr>
          <p:spPr bwMode="auto">
            <a:xfrm>
              <a:off x="7508875" y="6026150"/>
              <a:ext cx="139700" cy="63500"/>
            </a:xfrm>
            <a:custGeom>
              <a:avLst/>
              <a:gdLst>
                <a:gd name="T0" fmla="*/ 20 w 50"/>
                <a:gd name="T1" fmla="*/ 1 h 23"/>
                <a:gd name="T2" fmla="*/ 44 w 50"/>
                <a:gd name="T3" fmla="*/ 11 h 23"/>
                <a:gd name="T4" fmla="*/ 30 w 50"/>
                <a:gd name="T5" fmla="*/ 21 h 23"/>
                <a:gd name="T6" fmla="*/ 6 w 50"/>
                <a:gd name="T7" fmla="*/ 11 h 23"/>
                <a:gd name="T8" fmla="*/ 20 w 50"/>
                <a:gd name="T9" fmla="*/ 1 h 23"/>
                <a:gd name="T10" fmla="*/ 19 w 50"/>
                <a:gd name="T11" fmla="*/ 0 h 23"/>
                <a:gd name="T12" fmla="*/ 3 w 50"/>
                <a:gd name="T13" fmla="*/ 11 h 23"/>
                <a:gd name="T14" fmla="*/ 30 w 50"/>
                <a:gd name="T15" fmla="*/ 23 h 23"/>
                <a:gd name="T16" fmla="*/ 47 w 50"/>
                <a:gd name="T17" fmla="*/ 11 h 23"/>
                <a:gd name="T18" fmla="*/ 19 w 50"/>
                <a:gd name="T1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23">
                  <a:moveTo>
                    <a:pt x="20" y="1"/>
                  </a:moveTo>
                  <a:cubicBezTo>
                    <a:pt x="31" y="1"/>
                    <a:pt x="41" y="6"/>
                    <a:pt x="44" y="11"/>
                  </a:cubicBezTo>
                  <a:cubicBezTo>
                    <a:pt x="47" y="17"/>
                    <a:pt x="40" y="21"/>
                    <a:pt x="30" y="21"/>
                  </a:cubicBezTo>
                  <a:cubicBezTo>
                    <a:pt x="19" y="21"/>
                    <a:pt x="8" y="17"/>
                    <a:pt x="6" y="11"/>
                  </a:cubicBezTo>
                  <a:cubicBezTo>
                    <a:pt x="3" y="6"/>
                    <a:pt x="9" y="1"/>
                    <a:pt x="20" y="1"/>
                  </a:cubicBezTo>
                  <a:moveTo>
                    <a:pt x="19" y="0"/>
                  </a:moveTo>
                  <a:cubicBezTo>
                    <a:pt x="7" y="0"/>
                    <a:pt x="0" y="5"/>
                    <a:pt x="3" y="11"/>
                  </a:cubicBezTo>
                  <a:cubicBezTo>
                    <a:pt x="6" y="18"/>
                    <a:pt x="18" y="23"/>
                    <a:pt x="30" y="23"/>
                  </a:cubicBezTo>
                  <a:cubicBezTo>
                    <a:pt x="43" y="23"/>
                    <a:pt x="50" y="18"/>
                    <a:pt x="47" y="11"/>
                  </a:cubicBezTo>
                  <a:cubicBezTo>
                    <a:pt x="44" y="5"/>
                    <a:pt x="32" y="0"/>
                    <a:pt x="1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5" name="Freeform 129"/>
            <p:cNvSpPr>
              <a:spLocks/>
            </p:cNvSpPr>
            <p:nvPr/>
          </p:nvSpPr>
          <p:spPr bwMode="auto">
            <a:xfrm>
              <a:off x="7704138" y="6140450"/>
              <a:ext cx="247650" cy="117475"/>
            </a:xfrm>
            <a:custGeom>
              <a:avLst/>
              <a:gdLst>
                <a:gd name="T0" fmla="*/ 54 w 88"/>
                <a:gd name="T1" fmla="*/ 41 h 42"/>
                <a:gd name="T2" fmla="*/ 5 w 88"/>
                <a:gd name="T3" fmla="*/ 20 h 42"/>
                <a:gd name="T4" fmla="*/ 34 w 88"/>
                <a:gd name="T5" fmla="*/ 0 h 42"/>
                <a:gd name="T6" fmla="*/ 82 w 88"/>
                <a:gd name="T7" fmla="*/ 20 h 42"/>
                <a:gd name="T8" fmla="*/ 54 w 88"/>
                <a:gd name="T9" fmla="*/ 41 h 42"/>
              </a:gdLst>
              <a:ahLst/>
              <a:cxnLst>
                <a:cxn ang="0">
                  <a:pos x="T0" y="T1"/>
                </a:cxn>
                <a:cxn ang="0">
                  <a:pos x="T2" y="T3"/>
                </a:cxn>
                <a:cxn ang="0">
                  <a:pos x="T4" y="T5"/>
                </a:cxn>
                <a:cxn ang="0">
                  <a:pos x="T6" y="T7"/>
                </a:cxn>
                <a:cxn ang="0">
                  <a:pos x="T8" y="T9"/>
                </a:cxn>
              </a:cxnLst>
              <a:rect l="0" t="0" r="r" b="b"/>
              <a:pathLst>
                <a:path w="88" h="42">
                  <a:moveTo>
                    <a:pt x="54" y="41"/>
                  </a:moveTo>
                  <a:cubicBezTo>
                    <a:pt x="33" y="41"/>
                    <a:pt x="11" y="32"/>
                    <a:pt x="5" y="20"/>
                  </a:cubicBezTo>
                  <a:cubicBezTo>
                    <a:pt x="0" y="9"/>
                    <a:pt x="13" y="0"/>
                    <a:pt x="34" y="0"/>
                  </a:cubicBezTo>
                  <a:cubicBezTo>
                    <a:pt x="55" y="0"/>
                    <a:pt x="77" y="9"/>
                    <a:pt x="82" y="20"/>
                  </a:cubicBezTo>
                  <a:cubicBezTo>
                    <a:pt x="88" y="32"/>
                    <a:pt x="75" y="42"/>
                    <a:pt x="54" y="41"/>
                  </a:cubicBezTo>
                  <a:close/>
                </a:path>
              </a:pathLst>
            </a:custGeom>
            <a:solidFill>
              <a:srgbClr val="546E7A"/>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36" name="Freeform 130"/>
            <p:cNvSpPr>
              <a:spLocks noEditPoints="1"/>
            </p:cNvSpPr>
            <p:nvPr/>
          </p:nvSpPr>
          <p:spPr bwMode="auto">
            <a:xfrm>
              <a:off x="7699375" y="6138862"/>
              <a:ext cx="255588" cy="119062"/>
            </a:xfrm>
            <a:custGeom>
              <a:avLst/>
              <a:gdLst>
                <a:gd name="T0" fmla="*/ 36 w 91"/>
                <a:gd name="T1" fmla="*/ 1 h 43"/>
                <a:gd name="T2" fmla="*/ 83 w 91"/>
                <a:gd name="T3" fmla="*/ 21 h 43"/>
                <a:gd name="T4" fmla="*/ 55 w 91"/>
                <a:gd name="T5" fmla="*/ 42 h 43"/>
                <a:gd name="T6" fmla="*/ 9 w 91"/>
                <a:gd name="T7" fmla="*/ 21 h 43"/>
                <a:gd name="T8" fmla="*/ 36 w 91"/>
                <a:gd name="T9" fmla="*/ 1 h 43"/>
                <a:gd name="T10" fmla="*/ 35 w 91"/>
                <a:gd name="T11" fmla="*/ 0 h 43"/>
                <a:gd name="T12" fmla="*/ 6 w 91"/>
                <a:gd name="T13" fmla="*/ 21 h 43"/>
                <a:gd name="T14" fmla="*/ 56 w 91"/>
                <a:gd name="T15" fmla="*/ 43 h 43"/>
                <a:gd name="T16" fmla="*/ 86 w 91"/>
                <a:gd name="T17" fmla="*/ 21 h 43"/>
                <a:gd name="T18" fmla="*/ 35 w 91"/>
                <a:gd name="T19"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1" h="43">
                  <a:moveTo>
                    <a:pt x="36" y="1"/>
                  </a:moveTo>
                  <a:cubicBezTo>
                    <a:pt x="56" y="1"/>
                    <a:pt x="77" y="10"/>
                    <a:pt x="83" y="21"/>
                  </a:cubicBezTo>
                  <a:cubicBezTo>
                    <a:pt x="88" y="32"/>
                    <a:pt x="76" y="42"/>
                    <a:pt x="55" y="42"/>
                  </a:cubicBezTo>
                  <a:cubicBezTo>
                    <a:pt x="35" y="42"/>
                    <a:pt x="14" y="32"/>
                    <a:pt x="9" y="21"/>
                  </a:cubicBezTo>
                  <a:cubicBezTo>
                    <a:pt x="4" y="10"/>
                    <a:pt x="16" y="1"/>
                    <a:pt x="36" y="1"/>
                  </a:cubicBezTo>
                  <a:moveTo>
                    <a:pt x="35" y="0"/>
                  </a:moveTo>
                  <a:cubicBezTo>
                    <a:pt x="13" y="0"/>
                    <a:pt x="0" y="9"/>
                    <a:pt x="6" y="21"/>
                  </a:cubicBezTo>
                  <a:cubicBezTo>
                    <a:pt x="12" y="33"/>
                    <a:pt x="34" y="43"/>
                    <a:pt x="56" y="43"/>
                  </a:cubicBezTo>
                  <a:cubicBezTo>
                    <a:pt x="78" y="43"/>
                    <a:pt x="91" y="33"/>
                    <a:pt x="86" y="21"/>
                  </a:cubicBezTo>
                  <a:cubicBezTo>
                    <a:pt x="80" y="9"/>
                    <a:pt x="57" y="0"/>
                    <a:pt x="3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7" name="Freeform 131"/>
            <p:cNvSpPr>
              <a:spLocks/>
            </p:cNvSpPr>
            <p:nvPr/>
          </p:nvSpPr>
          <p:spPr bwMode="auto">
            <a:xfrm>
              <a:off x="7151688" y="6110287"/>
              <a:ext cx="485775" cy="234950"/>
            </a:xfrm>
            <a:custGeom>
              <a:avLst/>
              <a:gdLst>
                <a:gd name="T0" fmla="*/ 106 w 173"/>
                <a:gd name="T1" fmla="*/ 84 h 84"/>
                <a:gd name="T2" fmla="*/ 11 w 173"/>
                <a:gd name="T3" fmla="*/ 41 h 84"/>
                <a:gd name="T4" fmla="*/ 67 w 173"/>
                <a:gd name="T5" fmla="*/ 0 h 84"/>
                <a:gd name="T6" fmla="*/ 162 w 173"/>
                <a:gd name="T7" fmla="*/ 41 h 84"/>
                <a:gd name="T8" fmla="*/ 106 w 173"/>
                <a:gd name="T9" fmla="*/ 84 h 84"/>
              </a:gdLst>
              <a:ahLst/>
              <a:cxnLst>
                <a:cxn ang="0">
                  <a:pos x="T0" y="T1"/>
                </a:cxn>
                <a:cxn ang="0">
                  <a:pos x="T2" y="T3"/>
                </a:cxn>
                <a:cxn ang="0">
                  <a:pos x="T4" y="T5"/>
                </a:cxn>
                <a:cxn ang="0">
                  <a:pos x="T6" y="T7"/>
                </a:cxn>
                <a:cxn ang="0">
                  <a:pos x="T8" y="T9"/>
                </a:cxn>
              </a:cxnLst>
              <a:rect l="0" t="0" r="r" b="b"/>
              <a:pathLst>
                <a:path w="173" h="84">
                  <a:moveTo>
                    <a:pt x="106" y="84"/>
                  </a:moveTo>
                  <a:cubicBezTo>
                    <a:pt x="64" y="84"/>
                    <a:pt x="21" y="64"/>
                    <a:pt x="11" y="41"/>
                  </a:cubicBezTo>
                  <a:cubicBezTo>
                    <a:pt x="0" y="18"/>
                    <a:pt x="26" y="0"/>
                    <a:pt x="67" y="0"/>
                  </a:cubicBezTo>
                  <a:cubicBezTo>
                    <a:pt x="108" y="0"/>
                    <a:pt x="151" y="18"/>
                    <a:pt x="162" y="41"/>
                  </a:cubicBezTo>
                  <a:cubicBezTo>
                    <a:pt x="173" y="64"/>
                    <a:pt x="147" y="84"/>
                    <a:pt x="106" y="84"/>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8" name="Freeform 132"/>
            <p:cNvSpPr>
              <a:spLocks noEditPoints="1"/>
            </p:cNvSpPr>
            <p:nvPr/>
          </p:nvSpPr>
          <p:spPr bwMode="auto">
            <a:xfrm>
              <a:off x="7150100" y="6107112"/>
              <a:ext cx="490538" cy="241300"/>
            </a:xfrm>
            <a:custGeom>
              <a:avLst/>
              <a:gdLst>
                <a:gd name="T0" fmla="*/ 68 w 175"/>
                <a:gd name="T1" fmla="*/ 1 h 86"/>
                <a:gd name="T2" fmla="*/ 161 w 175"/>
                <a:gd name="T3" fmla="*/ 42 h 86"/>
                <a:gd name="T4" fmla="*/ 106 w 175"/>
                <a:gd name="T5" fmla="*/ 84 h 86"/>
                <a:gd name="T6" fmla="*/ 13 w 175"/>
                <a:gd name="T7" fmla="*/ 42 h 86"/>
                <a:gd name="T8" fmla="*/ 68 w 175"/>
                <a:gd name="T9" fmla="*/ 1 h 86"/>
                <a:gd name="T10" fmla="*/ 68 w 175"/>
                <a:gd name="T11" fmla="*/ 0 h 86"/>
                <a:gd name="T12" fmla="*/ 10 w 175"/>
                <a:gd name="T13" fmla="*/ 42 h 86"/>
                <a:gd name="T14" fmla="*/ 107 w 175"/>
                <a:gd name="T15" fmla="*/ 86 h 86"/>
                <a:gd name="T16" fmla="*/ 164 w 175"/>
                <a:gd name="T17" fmla="*/ 42 h 86"/>
                <a:gd name="T18" fmla="*/ 68 w 175"/>
                <a:gd name="T19"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5" h="86">
                  <a:moveTo>
                    <a:pt x="68" y="1"/>
                  </a:moveTo>
                  <a:cubicBezTo>
                    <a:pt x="109" y="1"/>
                    <a:pt x="151" y="19"/>
                    <a:pt x="161" y="42"/>
                  </a:cubicBezTo>
                  <a:cubicBezTo>
                    <a:pt x="172" y="65"/>
                    <a:pt x="147" y="84"/>
                    <a:pt x="106" y="84"/>
                  </a:cubicBezTo>
                  <a:cubicBezTo>
                    <a:pt x="65" y="84"/>
                    <a:pt x="23" y="65"/>
                    <a:pt x="13" y="42"/>
                  </a:cubicBezTo>
                  <a:cubicBezTo>
                    <a:pt x="3" y="19"/>
                    <a:pt x="28" y="1"/>
                    <a:pt x="68" y="1"/>
                  </a:cubicBezTo>
                  <a:moveTo>
                    <a:pt x="68" y="0"/>
                  </a:moveTo>
                  <a:cubicBezTo>
                    <a:pt x="26" y="0"/>
                    <a:pt x="0" y="18"/>
                    <a:pt x="10" y="42"/>
                  </a:cubicBezTo>
                  <a:cubicBezTo>
                    <a:pt x="21" y="65"/>
                    <a:pt x="64" y="86"/>
                    <a:pt x="107" y="86"/>
                  </a:cubicBezTo>
                  <a:cubicBezTo>
                    <a:pt x="150" y="86"/>
                    <a:pt x="175" y="66"/>
                    <a:pt x="164" y="42"/>
                  </a:cubicBezTo>
                  <a:cubicBezTo>
                    <a:pt x="153" y="18"/>
                    <a:pt x="110" y="0"/>
                    <a:pt x="6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9" name="Freeform 133"/>
            <p:cNvSpPr>
              <a:spLocks/>
            </p:cNvSpPr>
            <p:nvPr/>
          </p:nvSpPr>
          <p:spPr bwMode="auto">
            <a:xfrm>
              <a:off x="5126038" y="4749800"/>
              <a:ext cx="369888" cy="190500"/>
            </a:xfrm>
            <a:custGeom>
              <a:avLst/>
              <a:gdLst>
                <a:gd name="T0" fmla="*/ 75 w 132"/>
                <a:gd name="T1" fmla="*/ 68 h 68"/>
                <a:gd name="T2" fmla="*/ 5 w 132"/>
                <a:gd name="T3" fmla="*/ 34 h 68"/>
                <a:gd name="T4" fmla="*/ 54 w 132"/>
                <a:gd name="T5" fmla="*/ 0 h 68"/>
                <a:gd name="T6" fmla="*/ 126 w 132"/>
                <a:gd name="T7" fmla="*/ 34 h 68"/>
                <a:gd name="T8" fmla="*/ 75 w 132"/>
                <a:gd name="T9" fmla="*/ 68 h 68"/>
              </a:gdLst>
              <a:ahLst/>
              <a:cxnLst>
                <a:cxn ang="0">
                  <a:pos x="T0" y="T1"/>
                </a:cxn>
                <a:cxn ang="0">
                  <a:pos x="T2" y="T3"/>
                </a:cxn>
                <a:cxn ang="0">
                  <a:pos x="T4" y="T5"/>
                </a:cxn>
                <a:cxn ang="0">
                  <a:pos x="T6" y="T7"/>
                </a:cxn>
                <a:cxn ang="0">
                  <a:pos x="T8" y="T9"/>
                </a:cxn>
              </a:cxnLst>
              <a:rect l="0" t="0" r="r" b="b"/>
              <a:pathLst>
                <a:path w="132" h="68">
                  <a:moveTo>
                    <a:pt x="75" y="68"/>
                  </a:moveTo>
                  <a:cubicBezTo>
                    <a:pt x="42" y="68"/>
                    <a:pt x="10" y="53"/>
                    <a:pt x="5" y="34"/>
                  </a:cubicBezTo>
                  <a:cubicBezTo>
                    <a:pt x="0" y="16"/>
                    <a:pt x="21" y="0"/>
                    <a:pt x="54" y="0"/>
                  </a:cubicBezTo>
                  <a:cubicBezTo>
                    <a:pt x="87" y="0"/>
                    <a:pt x="119" y="15"/>
                    <a:pt x="126" y="34"/>
                  </a:cubicBezTo>
                  <a:cubicBezTo>
                    <a:pt x="132" y="53"/>
                    <a:pt x="109" y="68"/>
                    <a:pt x="75" y="68"/>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0" name="Freeform 134"/>
            <p:cNvSpPr>
              <a:spLocks noEditPoints="1"/>
            </p:cNvSpPr>
            <p:nvPr/>
          </p:nvSpPr>
          <p:spPr bwMode="auto">
            <a:xfrm>
              <a:off x="5119688" y="4746625"/>
              <a:ext cx="377825" cy="196850"/>
            </a:xfrm>
            <a:custGeom>
              <a:avLst/>
              <a:gdLst>
                <a:gd name="T0" fmla="*/ 56 w 135"/>
                <a:gd name="T1" fmla="*/ 1 h 70"/>
                <a:gd name="T2" fmla="*/ 127 w 135"/>
                <a:gd name="T3" fmla="*/ 35 h 70"/>
                <a:gd name="T4" fmla="*/ 77 w 135"/>
                <a:gd name="T5" fmla="*/ 68 h 70"/>
                <a:gd name="T6" fmla="*/ 8 w 135"/>
                <a:gd name="T7" fmla="*/ 35 h 70"/>
                <a:gd name="T8" fmla="*/ 56 w 135"/>
                <a:gd name="T9" fmla="*/ 1 h 70"/>
                <a:gd name="T10" fmla="*/ 56 w 135"/>
                <a:gd name="T11" fmla="*/ 0 h 70"/>
                <a:gd name="T12" fmla="*/ 6 w 135"/>
                <a:gd name="T13" fmla="*/ 35 h 70"/>
                <a:gd name="T14" fmla="*/ 78 w 135"/>
                <a:gd name="T15" fmla="*/ 69 h 70"/>
                <a:gd name="T16" fmla="*/ 129 w 135"/>
                <a:gd name="T17" fmla="*/ 35 h 70"/>
                <a:gd name="T18" fmla="*/ 56 w 135"/>
                <a:gd name="T19"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5" h="70">
                  <a:moveTo>
                    <a:pt x="56" y="1"/>
                  </a:moveTo>
                  <a:cubicBezTo>
                    <a:pt x="89" y="1"/>
                    <a:pt x="120" y="17"/>
                    <a:pt x="127" y="35"/>
                  </a:cubicBezTo>
                  <a:cubicBezTo>
                    <a:pt x="133" y="53"/>
                    <a:pt x="110" y="68"/>
                    <a:pt x="77" y="68"/>
                  </a:cubicBezTo>
                  <a:cubicBezTo>
                    <a:pt x="44" y="68"/>
                    <a:pt x="13" y="54"/>
                    <a:pt x="8" y="35"/>
                  </a:cubicBezTo>
                  <a:cubicBezTo>
                    <a:pt x="3" y="17"/>
                    <a:pt x="24" y="1"/>
                    <a:pt x="56" y="1"/>
                  </a:cubicBezTo>
                  <a:moveTo>
                    <a:pt x="56" y="0"/>
                  </a:moveTo>
                  <a:cubicBezTo>
                    <a:pt x="23" y="0"/>
                    <a:pt x="0" y="16"/>
                    <a:pt x="6" y="35"/>
                  </a:cubicBezTo>
                  <a:cubicBezTo>
                    <a:pt x="11" y="55"/>
                    <a:pt x="43" y="70"/>
                    <a:pt x="78" y="69"/>
                  </a:cubicBezTo>
                  <a:cubicBezTo>
                    <a:pt x="112" y="69"/>
                    <a:pt x="135" y="54"/>
                    <a:pt x="129" y="35"/>
                  </a:cubicBezTo>
                  <a:cubicBezTo>
                    <a:pt x="122" y="16"/>
                    <a:pt x="89" y="0"/>
                    <a:pt x="5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1" name="Freeform 135"/>
            <p:cNvSpPr>
              <a:spLocks/>
            </p:cNvSpPr>
            <p:nvPr/>
          </p:nvSpPr>
          <p:spPr bwMode="auto">
            <a:xfrm>
              <a:off x="6072188" y="5294312"/>
              <a:ext cx="434975" cy="182562"/>
            </a:xfrm>
            <a:custGeom>
              <a:avLst/>
              <a:gdLst>
                <a:gd name="T0" fmla="*/ 91 w 155"/>
                <a:gd name="T1" fmla="*/ 65 h 65"/>
                <a:gd name="T2" fmla="*/ 8 w 155"/>
                <a:gd name="T3" fmla="*/ 32 h 65"/>
                <a:gd name="T4" fmla="*/ 62 w 155"/>
                <a:gd name="T5" fmla="*/ 0 h 65"/>
                <a:gd name="T6" fmla="*/ 147 w 155"/>
                <a:gd name="T7" fmla="*/ 32 h 65"/>
                <a:gd name="T8" fmla="*/ 91 w 155"/>
                <a:gd name="T9" fmla="*/ 65 h 65"/>
              </a:gdLst>
              <a:ahLst/>
              <a:cxnLst>
                <a:cxn ang="0">
                  <a:pos x="T0" y="T1"/>
                </a:cxn>
                <a:cxn ang="0">
                  <a:pos x="T2" y="T3"/>
                </a:cxn>
                <a:cxn ang="0">
                  <a:pos x="T4" y="T5"/>
                </a:cxn>
                <a:cxn ang="0">
                  <a:pos x="T6" y="T7"/>
                </a:cxn>
                <a:cxn ang="0">
                  <a:pos x="T8" y="T9"/>
                </a:cxn>
              </a:cxnLst>
              <a:rect l="0" t="0" r="r" b="b"/>
              <a:pathLst>
                <a:path w="155" h="65">
                  <a:moveTo>
                    <a:pt x="91" y="65"/>
                  </a:moveTo>
                  <a:cubicBezTo>
                    <a:pt x="52" y="65"/>
                    <a:pt x="15" y="50"/>
                    <a:pt x="8" y="32"/>
                  </a:cubicBezTo>
                  <a:cubicBezTo>
                    <a:pt x="0" y="15"/>
                    <a:pt x="24" y="0"/>
                    <a:pt x="62" y="0"/>
                  </a:cubicBezTo>
                  <a:cubicBezTo>
                    <a:pt x="100" y="0"/>
                    <a:pt x="139" y="14"/>
                    <a:pt x="147" y="32"/>
                  </a:cubicBezTo>
                  <a:cubicBezTo>
                    <a:pt x="155" y="50"/>
                    <a:pt x="130" y="65"/>
                    <a:pt x="91" y="65"/>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2" name="Freeform 136"/>
            <p:cNvSpPr>
              <a:spLocks noEditPoints="1"/>
            </p:cNvSpPr>
            <p:nvPr/>
          </p:nvSpPr>
          <p:spPr bwMode="auto">
            <a:xfrm>
              <a:off x="6070600" y="5291137"/>
              <a:ext cx="439738" cy="185737"/>
            </a:xfrm>
            <a:custGeom>
              <a:avLst/>
              <a:gdLst>
                <a:gd name="T0" fmla="*/ 64 w 157"/>
                <a:gd name="T1" fmla="*/ 1 h 66"/>
                <a:gd name="T2" fmla="*/ 147 w 157"/>
                <a:gd name="T3" fmla="*/ 33 h 66"/>
                <a:gd name="T4" fmla="*/ 92 w 157"/>
                <a:gd name="T5" fmla="*/ 65 h 66"/>
                <a:gd name="T6" fmla="*/ 10 w 157"/>
                <a:gd name="T7" fmla="*/ 33 h 66"/>
                <a:gd name="T8" fmla="*/ 64 w 157"/>
                <a:gd name="T9" fmla="*/ 1 h 66"/>
                <a:gd name="T10" fmla="*/ 63 w 157"/>
                <a:gd name="T11" fmla="*/ 0 h 66"/>
                <a:gd name="T12" fmla="*/ 7 w 157"/>
                <a:gd name="T13" fmla="*/ 33 h 66"/>
                <a:gd name="T14" fmla="*/ 92 w 157"/>
                <a:gd name="T15" fmla="*/ 66 h 66"/>
                <a:gd name="T16" fmla="*/ 149 w 157"/>
                <a:gd name="T17" fmla="*/ 33 h 66"/>
                <a:gd name="T18" fmla="*/ 63 w 157"/>
                <a:gd name="T1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7" h="66">
                  <a:moveTo>
                    <a:pt x="64" y="1"/>
                  </a:moveTo>
                  <a:cubicBezTo>
                    <a:pt x="101" y="1"/>
                    <a:pt x="138" y="15"/>
                    <a:pt x="147" y="33"/>
                  </a:cubicBezTo>
                  <a:cubicBezTo>
                    <a:pt x="155" y="50"/>
                    <a:pt x="130" y="65"/>
                    <a:pt x="92" y="65"/>
                  </a:cubicBezTo>
                  <a:cubicBezTo>
                    <a:pt x="54" y="65"/>
                    <a:pt x="17" y="51"/>
                    <a:pt x="10" y="33"/>
                  </a:cubicBezTo>
                  <a:cubicBezTo>
                    <a:pt x="2" y="16"/>
                    <a:pt x="26" y="2"/>
                    <a:pt x="64" y="1"/>
                  </a:cubicBezTo>
                  <a:moveTo>
                    <a:pt x="63" y="0"/>
                  </a:moveTo>
                  <a:cubicBezTo>
                    <a:pt x="24" y="0"/>
                    <a:pt x="0" y="15"/>
                    <a:pt x="7" y="33"/>
                  </a:cubicBezTo>
                  <a:cubicBezTo>
                    <a:pt x="15" y="52"/>
                    <a:pt x="53" y="66"/>
                    <a:pt x="92" y="66"/>
                  </a:cubicBezTo>
                  <a:cubicBezTo>
                    <a:pt x="132" y="66"/>
                    <a:pt x="157" y="51"/>
                    <a:pt x="149" y="33"/>
                  </a:cubicBezTo>
                  <a:cubicBezTo>
                    <a:pt x="141" y="15"/>
                    <a:pt x="102" y="0"/>
                    <a:pt x="6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3" name="Freeform 137"/>
            <p:cNvSpPr>
              <a:spLocks/>
            </p:cNvSpPr>
            <p:nvPr/>
          </p:nvSpPr>
          <p:spPr bwMode="auto">
            <a:xfrm>
              <a:off x="6503988" y="5372100"/>
              <a:ext cx="107950" cy="42862"/>
            </a:xfrm>
            <a:custGeom>
              <a:avLst/>
              <a:gdLst>
                <a:gd name="T0" fmla="*/ 23 w 38"/>
                <a:gd name="T1" fmla="*/ 15 h 15"/>
                <a:gd name="T2" fmla="*/ 2 w 38"/>
                <a:gd name="T3" fmla="*/ 7 h 15"/>
                <a:gd name="T4" fmla="*/ 16 w 38"/>
                <a:gd name="T5" fmla="*/ 0 h 15"/>
                <a:gd name="T6" fmla="*/ 36 w 38"/>
                <a:gd name="T7" fmla="*/ 7 h 15"/>
                <a:gd name="T8" fmla="*/ 23 w 38"/>
                <a:gd name="T9" fmla="*/ 15 h 15"/>
              </a:gdLst>
              <a:ahLst/>
              <a:cxnLst>
                <a:cxn ang="0">
                  <a:pos x="T0" y="T1"/>
                </a:cxn>
                <a:cxn ang="0">
                  <a:pos x="T2" y="T3"/>
                </a:cxn>
                <a:cxn ang="0">
                  <a:pos x="T4" y="T5"/>
                </a:cxn>
                <a:cxn ang="0">
                  <a:pos x="T6" y="T7"/>
                </a:cxn>
                <a:cxn ang="0">
                  <a:pos x="T8" y="T9"/>
                </a:cxn>
              </a:cxnLst>
              <a:rect l="0" t="0" r="r" b="b"/>
              <a:pathLst>
                <a:path w="38" h="15">
                  <a:moveTo>
                    <a:pt x="23" y="15"/>
                  </a:moveTo>
                  <a:cubicBezTo>
                    <a:pt x="13" y="15"/>
                    <a:pt x="4" y="12"/>
                    <a:pt x="2" y="7"/>
                  </a:cubicBezTo>
                  <a:cubicBezTo>
                    <a:pt x="0" y="3"/>
                    <a:pt x="6" y="0"/>
                    <a:pt x="16" y="0"/>
                  </a:cubicBezTo>
                  <a:cubicBezTo>
                    <a:pt x="25" y="0"/>
                    <a:pt x="34" y="3"/>
                    <a:pt x="36" y="7"/>
                  </a:cubicBezTo>
                  <a:cubicBezTo>
                    <a:pt x="38" y="12"/>
                    <a:pt x="32" y="15"/>
                    <a:pt x="23" y="15"/>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4" name="Freeform 138"/>
            <p:cNvSpPr>
              <a:spLocks noEditPoints="1"/>
            </p:cNvSpPr>
            <p:nvPr/>
          </p:nvSpPr>
          <p:spPr bwMode="auto">
            <a:xfrm>
              <a:off x="6502400" y="5368925"/>
              <a:ext cx="111125" cy="47625"/>
            </a:xfrm>
            <a:custGeom>
              <a:avLst/>
              <a:gdLst>
                <a:gd name="T0" fmla="*/ 17 w 40"/>
                <a:gd name="T1" fmla="*/ 1 h 17"/>
                <a:gd name="T2" fmla="*/ 36 w 40"/>
                <a:gd name="T3" fmla="*/ 8 h 17"/>
                <a:gd name="T4" fmla="*/ 23 w 40"/>
                <a:gd name="T5" fmla="*/ 15 h 17"/>
                <a:gd name="T6" fmla="*/ 5 w 40"/>
                <a:gd name="T7" fmla="*/ 8 h 17"/>
                <a:gd name="T8" fmla="*/ 17 w 40"/>
                <a:gd name="T9" fmla="*/ 1 h 17"/>
                <a:gd name="T10" fmla="*/ 16 w 40"/>
                <a:gd name="T11" fmla="*/ 0 h 17"/>
                <a:gd name="T12" fmla="*/ 2 w 40"/>
                <a:gd name="T13" fmla="*/ 8 h 17"/>
                <a:gd name="T14" fmla="*/ 24 w 40"/>
                <a:gd name="T15" fmla="*/ 17 h 17"/>
                <a:gd name="T16" fmla="*/ 38 w 40"/>
                <a:gd name="T17" fmla="*/ 8 h 17"/>
                <a:gd name="T18" fmla="*/ 16 w 40"/>
                <a:gd name="T1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17">
                  <a:moveTo>
                    <a:pt x="17" y="1"/>
                  </a:moveTo>
                  <a:cubicBezTo>
                    <a:pt x="25" y="1"/>
                    <a:pt x="34" y="4"/>
                    <a:pt x="36" y="8"/>
                  </a:cubicBezTo>
                  <a:cubicBezTo>
                    <a:pt x="38" y="12"/>
                    <a:pt x="32" y="15"/>
                    <a:pt x="23" y="15"/>
                  </a:cubicBezTo>
                  <a:cubicBezTo>
                    <a:pt x="15" y="16"/>
                    <a:pt x="7" y="12"/>
                    <a:pt x="5" y="8"/>
                  </a:cubicBezTo>
                  <a:cubicBezTo>
                    <a:pt x="3" y="5"/>
                    <a:pt x="8" y="1"/>
                    <a:pt x="17" y="1"/>
                  </a:cubicBezTo>
                  <a:moveTo>
                    <a:pt x="16" y="0"/>
                  </a:moveTo>
                  <a:cubicBezTo>
                    <a:pt x="6" y="0"/>
                    <a:pt x="0" y="4"/>
                    <a:pt x="2" y="8"/>
                  </a:cubicBezTo>
                  <a:cubicBezTo>
                    <a:pt x="4" y="13"/>
                    <a:pt x="14" y="17"/>
                    <a:pt x="24" y="17"/>
                  </a:cubicBezTo>
                  <a:cubicBezTo>
                    <a:pt x="34" y="17"/>
                    <a:pt x="40" y="13"/>
                    <a:pt x="38" y="8"/>
                  </a:cubicBezTo>
                  <a:cubicBezTo>
                    <a:pt x="36" y="4"/>
                    <a:pt x="26" y="0"/>
                    <a:pt x="1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5" name="Freeform 139"/>
            <p:cNvSpPr>
              <a:spLocks/>
            </p:cNvSpPr>
            <p:nvPr/>
          </p:nvSpPr>
          <p:spPr bwMode="auto">
            <a:xfrm>
              <a:off x="5683250" y="5572125"/>
              <a:ext cx="84138" cy="38100"/>
            </a:xfrm>
            <a:custGeom>
              <a:avLst/>
              <a:gdLst>
                <a:gd name="T0" fmla="*/ 17 w 30"/>
                <a:gd name="T1" fmla="*/ 14 h 14"/>
                <a:gd name="T2" fmla="*/ 1 w 30"/>
                <a:gd name="T3" fmla="*/ 7 h 14"/>
                <a:gd name="T4" fmla="*/ 12 w 30"/>
                <a:gd name="T5" fmla="*/ 0 h 14"/>
                <a:gd name="T6" fmla="*/ 29 w 30"/>
                <a:gd name="T7" fmla="*/ 7 h 14"/>
                <a:gd name="T8" fmla="*/ 17 w 30"/>
                <a:gd name="T9" fmla="*/ 14 h 14"/>
              </a:gdLst>
              <a:ahLst/>
              <a:cxnLst>
                <a:cxn ang="0">
                  <a:pos x="T0" y="T1"/>
                </a:cxn>
                <a:cxn ang="0">
                  <a:pos x="T2" y="T3"/>
                </a:cxn>
                <a:cxn ang="0">
                  <a:pos x="T4" y="T5"/>
                </a:cxn>
                <a:cxn ang="0">
                  <a:pos x="T6" y="T7"/>
                </a:cxn>
                <a:cxn ang="0">
                  <a:pos x="T8" y="T9"/>
                </a:cxn>
              </a:cxnLst>
              <a:rect l="0" t="0" r="r" b="b"/>
              <a:pathLst>
                <a:path w="30" h="14">
                  <a:moveTo>
                    <a:pt x="17" y="14"/>
                  </a:moveTo>
                  <a:cubicBezTo>
                    <a:pt x="10" y="14"/>
                    <a:pt x="2" y="11"/>
                    <a:pt x="1" y="7"/>
                  </a:cubicBezTo>
                  <a:cubicBezTo>
                    <a:pt x="0" y="3"/>
                    <a:pt x="5" y="0"/>
                    <a:pt x="12" y="0"/>
                  </a:cubicBezTo>
                  <a:cubicBezTo>
                    <a:pt x="20" y="0"/>
                    <a:pt x="28" y="3"/>
                    <a:pt x="29" y="7"/>
                  </a:cubicBezTo>
                  <a:cubicBezTo>
                    <a:pt x="30" y="11"/>
                    <a:pt x="25" y="14"/>
                    <a:pt x="17" y="14"/>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6" name="Freeform 140"/>
            <p:cNvSpPr>
              <a:spLocks noEditPoints="1"/>
            </p:cNvSpPr>
            <p:nvPr/>
          </p:nvSpPr>
          <p:spPr bwMode="auto">
            <a:xfrm>
              <a:off x="5676900" y="5568950"/>
              <a:ext cx="96838" cy="41275"/>
            </a:xfrm>
            <a:custGeom>
              <a:avLst/>
              <a:gdLst>
                <a:gd name="T0" fmla="*/ 15 w 34"/>
                <a:gd name="T1" fmla="*/ 2 h 15"/>
                <a:gd name="T2" fmla="*/ 30 w 34"/>
                <a:gd name="T3" fmla="*/ 8 h 15"/>
                <a:gd name="T4" fmla="*/ 19 w 34"/>
                <a:gd name="T5" fmla="*/ 14 h 15"/>
                <a:gd name="T6" fmla="*/ 4 w 34"/>
                <a:gd name="T7" fmla="*/ 8 h 15"/>
                <a:gd name="T8" fmla="*/ 15 w 34"/>
                <a:gd name="T9" fmla="*/ 2 h 15"/>
                <a:gd name="T10" fmla="*/ 14 w 34"/>
                <a:gd name="T11" fmla="*/ 0 h 15"/>
                <a:gd name="T12" fmla="*/ 2 w 34"/>
                <a:gd name="T13" fmla="*/ 8 h 15"/>
                <a:gd name="T14" fmla="*/ 20 w 34"/>
                <a:gd name="T15" fmla="*/ 15 h 15"/>
                <a:gd name="T16" fmla="*/ 32 w 34"/>
                <a:gd name="T17" fmla="*/ 8 h 15"/>
                <a:gd name="T18" fmla="*/ 14 w 34"/>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15">
                  <a:moveTo>
                    <a:pt x="15" y="2"/>
                  </a:moveTo>
                  <a:cubicBezTo>
                    <a:pt x="22" y="2"/>
                    <a:pt x="28" y="4"/>
                    <a:pt x="30" y="8"/>
                  </a:cubicBezTo>
                  <a:cubicBezTo>
                    <a:pt x="31" y="11"/>
                    <a:pt x="26" y="14"/>
                    <a:pt x="19" y="14"/>
                  </a:cubicBezTo>
                  <a:cubicBezTo>
                    <a:pt x="12" y="14"/>
                    <a:pt x="5" y="11"/>
                    <a:pt x="4" y="8"/>
                  </a:cubicBezTo>
                  <a:cubicBezTo>
                    <a:pt x="3" y="5"/>
                    <a:pt x="8" y="2"/>
                    <a:pt x="15" y="2"/>
                  </a:cubicBezTo>
                  <a:moveTo>
                    <a:pt x="14" y="0"/>
                  </a:moveTo>
                  <a:cubicBezTo>
                    <a:pt x="6" y="0"/>
                    <a:pt x="0" y="4"/>
                    <a:pt x="2" y="8"/>
                  </a:cubicBezTo>
                  <a:cubicBezTo>
                    <a:pt x="3" y="12"/>
                    <a:pt x="11" y="15"/>
                    <a:pt x="20" y="15"/>
                  </a:cubicBezTo>
                  <a:cubicBezTo>
                    <a:pt x="28" y="15"/>
                    <a:pt x="34" y="12"/>
                    <a:pt x="32" y="8"/>
                  </a:cubicBezTo>
                  <a:cubicBezTo>
                    <a:pt x="31" y="4"/>
                    <a:pt x="23" y="0"/>
                    <a:pt x="1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7" name="Freeform 141"/>
            <p:cNvSpPr>
              <a:spLocks/>
            </p:cNvSpPr>
            <p:nvPr/>
          </p:nvSpPr>
          <p:spPr bwMode="auto">
            <a:xfrm>
              <a:off x="4048125" y="4702175"/>
              <a:ext cx="61913" cy="41275"/>
            </a:xfrm>
            <a:custGeom>
              <a:avLst/>
              <a:gdLst>
                <a:gd name="T0" fmla="*/ 11 w 22"/>
                <a:gd name="T1" fmla="*/ 15 h 15"/>
                <a:gd name="T2" fmla="*/ 0 w 22"/>
                <a:gd name="T3" fmla="*/ 8 h 15"/>
                <a:gd name="T4" fmla="*/ 10 w 22"/>
                <a:gd name="T5" fmla="*/ 0 h 15"/>
                <a:gd name="T6" fmla="*/ 22 w 22"/>
                <a:gd name="T7" fmla="*/ 8 h 15"/>
                <a:gd name="T8" fmla="*/ 11 w 22"/>
                <a:gd name="T9" fmla="*/ 15 h 15"/>
              </a:gdLst>
              <a:ahLst/>
              <a:cxnLst>
                <a:cxn ang="0">
                  <a:pos x="T0" y="T1"/>
                </a:cxn>
                <a:cxn ang="0">
                  <a:pos x="T2" y="T3"/>
                </a:cxn>
                <a:cxn ang="0">
                  <a:pos x="T4" y="T5"/>
                </a:cxn>
                <a:cxn ang="0">
                  <a:pos x="T6" y="T7"/>
                </a:cxn>
                <a:cxn ang="0">
                  <a:pos x="T8" y="T9"/>
                </a:cxn>
              </a:cxnLst>
              <a:rect l="0" t="0" r="r" b="b"/>
              <a:pathLst>
                <a:path w="22" h="15">
                  <a:moveTo>
                    <a:pt x="11" y="15"/>
                  </a:moveTo>
                  <a:cubicBezTo>
                    <a:pt x="5" y="15"/>
                    <a:pt x="0" y="12"/>
                    <a:pt x="0" y="8"/>
                  </a:cubicBezTo>
                  <a:cubicBezTo>
                    <a:pt x="0" y="4"/>
                    <a:pt x="4" y="0"/>
                    <a:pt x="10" y="0"/>
                  </a:cubicBezTo>
                  <a:cubicBezTo>
                    <a:pt x="17" y="0"/>
                    <a:pt x="22" y="4"/>
                    <a:pt x="22" y="8"/>
                  </a:cubicBezTo>
                  <a:cubicBezTo>
                    <a:pt x="22" y="12"/>
                    <a:pt x="17" y="15"/>
                    <a:pt x="11" y="15"/>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8" name="Freeform 142"/>
            <p:cNvSpPr>
              <a:spLocks noEditPoints="1"/>
            </p:cNvSpPr>
            <p:nvPr/>
          </p:nvSpPr>
          <p:spPr bwMode="auto">
            <a:xfrm>
              <a:off x="4046538" y="4702175"/>
              <a:ext cx="66675" cy="44450"/>
            </a:xfrm>
            <a:custGeom>
              <a:avLst/>
              <a:gdLst>
                <a:gd name="T0" fmla="*/ 12 w 24"/>
                <a:gd name="T1" fmla="*/ 1 h 16"/>
                <a:gd name="T2" fmla="*/ 22 w 24"/>
                <a:gd name="T3" fmla="*/ 8 h 16"/>
                <a:gd name="T4" fmla="*/ 12 w 24"/>
                <a:gd name="T5" fmla="*/ 14 h 16"/>
                <a:gd name="T6" fmla="*/ 2 w 24"/>
                <a:gd name="T7" fmla="*/ 8 h 16"/>
                <a:gd name="T8" fmla="*/ 12 w 24"/>
                <a:gd name="T9" fmla="*/ 1 h 16"/>
                <a:gd name="T10" fmla="*/ 11 w 24"/>
                <a:gd name="T11" fmla="*/ 0 h 16"/>
                <a:gd name="T12" fmla="*/ 0 w 24"/>
                <a:gd name="T13" fmla="*/ 8 h 16"/>
                <a:gd name="T14" fmla="*/ 12 w 24"/>
                <a:gd name="T15" fmla="*/ 16 h 16"/>
                <a:gd name="T16" fmla="*/ 24 w 24"/>
                <a:gd name="T17" fmla="*/ 8 h 16"/>
                <a:gd name="T18" fmla="*/ 11 w 24"/>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16">
                  <a:moveTo>
                    <a:pt x="12" y="1"/>
                  </a:moveTo>
                  <a:cubicBezTo>
                    <a:pt x="17" y="1"/>
                    <a:pt x="22" y="4"/>
                    <a:pt x="22" y="8"/>
                  </a:cubicBezTo>
                  <a:cubicBezTo>
                    <a:pt x="22" y="11"/>
                    <a:pt x="18" y="14"/>
                    <a:pt x="12" y="14"/>
                  </a:cubicBezTo>
                  <a:cubicBezTo>
                    <a:pt x="7" y="14"/>
                    <a:pt x="2" y="11"/>
                    <a:pt x="2" y="8"/>
                  </a:cubicBezTo>
                  <a:cubicBezTo>
                    <a:pt x="2" y="4"/>
                    <a:pt x="6" y="1"/>
                    <a:pt x="12" y="1"/>
                  </a:cubicBezTo>
                  <a:moveTo>
                    <a:pt x="11" y="0"/>
                  </a:moveTo>
                  <a:cubicBezTo>
                    <a:pt x="5" y="0"/>
                    <a:pt x="0" y="3"/>
                    <a:pt x="0" y="8"/>
                  </a:cubicBezTo>
                  <a:cubicBezTo>
                    <a:pt x="0" y="12"/>
                    <a:pt x="6" y="16"/>
                    <a:pt x="12" y="16"/>
                  </a:cubicBezTo>
                  <a:cubicBezTo>
                    <a:pt x="19" y="16"/>
                    <a:pt x="24" y="12"/>
                    <a:pt x="24" y="8"/>
                  </a:cubicBezTo>
                  <a:cubicBezTo>
                    <a:pt x="24" y="3"/>
                    <a:pt x="18" y="0"/>
                    <a:pt x="1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9" name="Freeform 143"/>
            <p:cNvSpPr>
              <a:spLocks/>
            </p:cNvSpPr>
            <p:nvPr/>
          </p:nvSpPr>
          <p:spPr bwMode="auto">
            <a:xfrm>
              <a:off x="3484563" y="5105400"/>
              <a:ext cx="71438" cy="39687"/>
            </a:xfrm>
            <a:custGeom>
              <a:avLst/>
              <a:gdLst>
                <a:gd name="T0" fmla="*/ 12 w 25"/>
                <a:gd name="T1" fmla="*/ 14 h 14"/>
                <a:gd name="T2" fmla="*/ 0 w 25"/>
                <a:gd name="T3" fmla="*/ 7 h 14"/>
                <a:gd name="T4" fmla="*/ 13 w 25"/>
                <a:gd name="T5" fmla="*/ 0 h 14"/>
                <a:gd name="T6" fmla="*/ 25 w 25"/>
                <a:gd name="T7" fmla="*/ 7 h 14"/>
                <a:gd name="T8" fmla="*/ 12 w 25"/>
                <a:gd name="T9" fmla="*/ 14 h 14"/>
              </a:gdLst>
              <a:ahLst/>
              <a:cxnLst>
                <a:cxn ang="0">
                  <a:pos x="T0" y="T1"/>
                </a:cxn>
                <a:cxn ang="0">
                  <a:pos x="T2" y="T3"/>
                </a:cxn>
                <a:cxn ang="0">
                  <a:pos x="T4" y="T5"/>
                </a:cxn>
                <a:cxn ang="0">
                  <a:pos x="T6" y="T7"/>
                </a:cxn>
                <a:cxn ang="0">
                  <a:pos x="T8" y="T9"/>
                </a:cxn>
              </a:cxnLst>
              <a:rect l="0" t="0" r="r" b="b"/>
              <a:pathLst>
                <a:path w="25" h="14">
                  <a:moveTo>
                    <a:pt x="12" y="14"/>
                  </a:moveTo>
                  <a:cubicBezTo>
                    <a:pt x="5" y="14"/>
                    <a:pt x="0" y="11"/>
                    <a:pt x="0" y="7"/>
                  </a:cubicBezTo>
                  <a:cubicBezTo>
                    <a:pt x="1" y="3"/>
                    <a:pt x="6" y="0"/>
                    <a:pt x="13" y="0"/>
                  </a:cubicBezTo>
                  <a:cubicBezTo>
                    <a:pt x="20" y="0"/>
                    <a:pt x="25" y="3"/>
                    <a:pt x="25" y="7"/>
                  </a:cubicBezTo>
                  <a:cubicBezTo>
                    <a:pt x="24" y="11"/>
                    <a:pt x="19" y="13"/>
                    <a:pt x="12" y="14"/>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0" name="Freeform 144"/>
            <p:cNvSpPr>
              <a:spLocks noEditPoints="1"/>
            </p:cNvSpPr>
            <p:nvPr/>
          </p:nvSpPr>
          <p:spPr bwMode="auto">
            <a:xfrm>
              <a:off x="3482975" y="5105400"/>
              <a:ext cx="74613" cy="39687"/>
            </a:xfrm>
            <a:custGeom>
              <a:avLst/>
              <a:gdLst>
                <a:gd name="T0" fmla="*/ 14 w 27"/>
                <a:gd name="T1" fmla="*/ 1 h 14"/>
                <a:gd name="T2" fmla="*/ 25 w 27"/>
                <a:gd name="T3" fmla="*/ 7 h 14"/>
                <a:gd name="T4" fmla="*/ 13 w 27"/>
                <a:gd name="T5" fmla="*/ 13 h 14"/>
                <a:gd name="T6" fmla="*/ 2 w 27"/>
                <a:gd name="T7" fmla="*/ 7 h 14"/>
                <a:gd name="T8" fmla="*/ 14 w 27"/>
                <a:gd name="T9" fmla="*/ 1 h 14"/>
                <a:gd name="T10" fmla="*/ 14 w 27"/>
                <a:gd name="T11" fmla="*/ 0 h 14"/>
                <a:gd name="T12" fmla="*/ 0 w 27"/>
                <a:gd name="T13" fmla="*/ 7 h 14"/>
                <a:gd name="T14" fmla="*/ 13 w 27"/>
                <a:gd name="T15" fmla="*/ 14 h 14"/>
                <a:gd name="T16" fmla="*/ 27 w 27"/>
                <a:gd name="T17" fmla="*/ 7 h 14"/>
                <a:gd name="T18" fmla="*/ 14 w 27"/>
                <a:gd name="T1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4">
                  <a:moveTo>
                    <a:pt x="14" y="1"/>
                  </a:moveTo>
                  <a:cubicBezTo>
                    <a:pt x="20" y="1"/>
                    <a:pt x="25" y="4"/>
                    <a:pt x="25" y="7"/>
                  </a:cubicBezTo>
                  <a:cubicBezTo>
                    <a:pt x="24" y="10"/>
                    <a:pt x="19" y="13"/>
                    <a:pt x="13" y="13"/>
                  </a:cubicBezTo>
                  <a:cubicBezTo>
                    <a:pt x="7" y="13"/>
                    <a:pt x="2" y="10"/>
                    <a:pt x="2" y="7"/>
                  </a:cubicBezTo>
                  <a:cubicBezTo>
                    <a:pt x="3" y="4"/>
                    <a:pt x="8" y="1"/>
                    <a:pt x="14" y="1"/>
                  </a:cubicBezTo>
                  <a:moveTo>
                    <a:pt x="14" y="0"/>
                  </a:moveTo>
                  <a:cubicBezTo>
                    <a:pt x="7" y="0"/>
                    <a:pt x="1" y="3"/>
                    <a:pt x="0" y="7"/>
                  </a:cubicBezTo>
                  <a:cubicBezTo>
                    <a:pt x="0" y="11"/>
                    <a:pt x="6" y="14"/>
                    <a:pt x="13" y="14"/>
                  </a:cubicBezTo>
                  <a:cubicBezTo>
                    <a:pt x="20" y="14"/>
                    <a:pt x="26" y="11"/>
                    <a:pt x="27" y="7"/>
                  </a:cubicBezTo>
                  <a:cubicBezTo>
                    <a:pt x="27" y="3"/>
                    <a:pt x="21" y="0"/>
                    <a:pt x="1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1" name="Freeform 145"/>
            <p:cNvSpPr>
              <a:spLocks/>
            </p:cNvSpPr>
            <p:nvPr/>
          </p:nvSpPr>
          <p:spPr bwMode="auto">
            <a:xfrm>
              <a:off x="3275013" y="5297487"/>
              <a:ext cx="95250" cy="47625"/>
            </a:xfrm>
            <a:custGeom>
              <a:avLst/>
              <a:gdLst>
                <a:gd name="T0" fmla="*/ 16 w 34"/>
                <a:gd name="T1" fmla="*/ 17 h 17"/>
                <a:gd name="T2" fmla="*/ 1 w 34"/>
                <a:gd name="T3" fmla="*/ 9 h 17"/>
                <a:gd name="T4" fmla="*/ 18 w 34"/>
                <a:gd name="T5" fmla="*/ 0 h 17"/>
                <a:gd name="T6" fmla="*/ 34 w 34"/>
                <a:gd name="T7" fmla="*/ 9 h 17"/>
                <a:gd name="T8" fmla="*/ 16 w 34"/>
                <a:gd name="T9" fmla="*/ 17 h 17"/>
              </a:gdLst>
              <a:ahLst/>
              <a:cxnLst>
                <a:cxn ang="0">
                  <a:pos x="T0" y="T1"/>
                </a:cxn>
                <a:cxn ang="0">
                  <a:pos x="T2" y="T3"/>
                </a:cxn>
                <a:cxn ang="0">
                  <a:pos x="T4" y="T5"/>
                </a:cxn>
                <a:cxn ang="0">
                  <a:pos x="T6" y="T7"/>
                </a:cxn>
                <a:cxn ang="0">
                  <a:pos x="T8" y="T9"/>
                </a:cxn>
              </a:cxnLst>
              <a:rect l="0" t="0" r="r" b="b"/>
              <a:pathLst>
                <a:path w="34" h="17">
                  <a:moveTo>
                    <a:pt x="16" y="17"/>
                  </a:moveTo>
                  <a:cubicBezTo>
                    <a:pt x="7" y="17"/>
                    <a:pt x="0" y="14"/>
                    <a:pt x="1" y="9"/>
                  </a:cubicBezTo>
                  <a:cubicBezTo>
                    <a:pt x="1" y="4"/>
                    <a:pt x="9" y="0"/>
                    <a:pt x="18" y="0"/>
                  </a:cubicBezTo>
                  <a:cubicBezTo>
                    <a:pt x="27" y="0"/>
                    <a:pt x="34" y="4"/>
                    <a:pt x="34" y="9"/>
                  </a:cubicBezTo>
                  <a:cubicBezTo>
                    <a:pt x="33" y="13"/>
                    <a:pt x="26" y="17"/>
                    <a:pt x="16" y="1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2" name="Freeform 146"/>
            <p:cNvSpPr>
              <a:spLocks noEditPoints="1"/>
            </p:cNvSpPr>
            <p:nvPr/>
          </p:nvSpPr>
          <p:spPr bwMode="auto">
            <a:xfrm>
              <a:off x="3271838" y="5297487"/>
              <a:ext cx="101600" cy="49212"/>
            </a:xfrm>
            <a:custGeom>
              <a:avLst/>
              <a:gdLst>
                <a:gd name="T0" fmla="*/ 19 w 36"/>
                <a:gd name="T1" fmla="*/ 1 h 18"/>
                <a:gd name="T2" fmla="*/ 34 w 36"/>
                <a:gd name="T3" fmla="*/ 9 h 18"/>
                <a:gd name="T4" fmla="*/ 17 w 36"/>
                <a:gd name="T5" fmla="*/ 17 h 18"/>
                <a:gd name="T6" fmla="*/ 3 w 36"/>
                <a:gd name="T7" fmla="*/ 9 h 18"/>
                <a:gd name="T8" fmla="*/ 19 w 36"/>
                <a:gd name="T9" fmla="*/ 1 h 18"/>
                <a:gd name="T10" fmla="*/ 19 w 36"/>
                <a:gd name="T11" fmla="*/ 0 h 18"/>
                <a:gd name="T12" fmla="*/ 0 w 36"/>
                <a:gd name="T13" fmla="*/ 9 h 18"/>
                <a:gd name="T14" fmla="*/ 17 w 36"/>
                <a:gd name="T15" fmla="*/ 18 h 18"/>
                <a:gd name="T16" fmla="*/ 36 w 36"/>
                <a:gd name="T17" fmla="*/ 9 h 18"/>
                <a:gd name="T18" fmla="*/ 19 w 36"/>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18">
                  <a:moveTo>
                    <a:pt x="19" y="1"/>
                  </a:moveTo>
                  <a:cubicBezTo>
                    <a:pt x="27" y="1"/>
                    <a:pt x="34" y="4"/>
                    <a:pt x="34" y="9"/>
                  </a:cubicBezTo>
                  <a:cubicBezTo>
                    <a:pt x="33" y="13"/>
                    <a:pt x="26" y="17"/>
                    <a:pt x="17" y="17"/>
                  </a:cubicBezTo>
                  <a:cubicBezTo>
                    <a:pt x="9" y="17"/>
                    <a:pt x="2" y="13"/>
                    <a:pt x="3" y="9"/>
                  </a:cubicBezTo>
                  <a:cubicBezTo>
                    <a:pt x="3" y="4"/>
                    <a:pt x="10" y="1"/>
                    <a:pt x="19" y="1"/>
                  </a:cubicBezTo>
                  <a:moveTo>
                    <a:pt x="19" y="0"/>
                  </a:moveTo>
                  <a:cubicBezTo>
                    <a:pt x="9" y="0"/>
                    <a:pt x="1" y="4"/>
                    <a:pt x="0" y="9"/>
                  </a:cubicBezTo>
                  <a:cubicBezTo>
                    <a:pt x="0" y="14"/>
                    <a:pt x="7" y="18"/>
                    <a:pt x="17" y="18"/>
                  </a:cubicBezTo>
                  <a:cubicBezTo>
                    <a:pt x="27" y="18"/>
                    <a:pt x="36" y="14"/>
                    <a:pt x="36" y="9"/>
                  </a:cubicBezTo>
                  <a:cubicBezTo>
                    <a:pt x="36" y="4"/>
                    <a:pt x="29" y="0"/>
                    <a:pt x="1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3" name="Freeform 147"/>
            <p:cNvSpPr>
              <a:spLocks/>
            </p:cNvSpPr>
            <p:nvPr/>
          </p:nvSpPr>
          <p:spPr bwMode="auto">
            <a:xfrm>
              <a:off x="3168650" y="5429250"/>
              <a:ext cx="98425" cy="47625"/>
            </a:xfrm>
            <a:custGeom>
              <a:avLst/>
              <a:gdLst>
                <a:gd name="T0" fmla="*/ 17 w 35"/>
                <a:gd name="T1" fmla="*/ 17 h 17"/>
                <a:gd name="T2" fmla="*/ 1 w 35"/>
                <a:gd name="T3" fmla="*/ 8 h 17"/>
                <a:gd name="T4" fmla="*/ 19 w 35"/>
                <a:gd name="T5" fmla="*/ 0 h 17"/>
                <a:gd name="T6" fmla="*/ 35 w 35"/>
                <a:gd name="T7" fmla="*/ 8 h 17"/>
                <a:gd name="T8" fmla="*/ 17 w 35"/>
                <a:gd name="T9" fmla="*/ 17 h 17"/>
              </a:gdLst>
              <a:ahLst/>
              <a:cxnLst>
                <a:cxn ang="0">
                  <a:pos x="T0" y="T1"/>
                </a:cxn>
                <a:cxn ang="0">
                  <a:pos x="T2" y="T3"/>
                </a:cxn>
                <a:cxn ang="0">
                  <a:pos x="T4" y="T5"/>
                </a:cxn>
                <a:cxn ang="0">
                  <a:pos x="T6" y="T7"/>
                </a:cxn>
                <a:cxn ang="0">
                  <a:pos x="T8" y="T9"/>
                </a:cxn>
              </a:cxnLst>
              <a:rect l="0" t="0" r="r" b="b"/>
              <a:pathLst>
                <a:path w="35" h="17">
                  <a:moveTo>
                    <a:pt x="17" y="17"/>
                  </a:moveTo>
                  <a:cubicBezTo>
                    <a:pt x="7" y="17"/>
                    <a:pt x="0" y="13"/>
                    <a:pt x="1" y="8"/>
                  </a:cubicBezTo>
                  <a:cubicBezTo>
                    <a:pt x="1" y="4"/>
                    <a:pt x="9" y="0"/>
                    <a:pt x="19" y="0"/>
                  </a:cubicBezTo>
                  <a:cubicBezTo>
                    <a:pt x="28" y="0"/>
                    <a:pt x="35" y="4"/>
                    <a:pt x="35" y="8"/>
                  </a:cubicBezTo>
                  <a:cubicBezTo>
                    <a:pt x="34" y="13"/>
                    <a:pt x="26" y="17"/>
                    <a:pt x="17" y="1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4" name="Freeform 148"/>
            <p:cNvSpPr>
              <a:spLocks noEditPoints="1"/>
            </p:cNvSpPr>
            <p:nvPr/>
          </p:nvSpPr>
          <p:spPr bwMode="auto">
            <a:xfrm>
              <a:off x="3165475" y="5426075"/>
              <a:ext cx="106363" cy="52387"/>
            </a:xfrm>
            <a:custGeom>
              <a:avLst/>
              <a:gdLst>
                <a:gd name="T0" fmla="*/ 20 w 38"/>
                <a:gd name="T1" fmla="*/ 1 h 19"/>
                <a:gd name="T2" fmla="*/ 35 w 38"/>
                <a:gd name="T3" fmla="*/ 9 h 19"/>
                <a:gd name="T4" fmla="*/ 18 w 38"/>
                <a:gd name="T5" fmla="*/ 17 h 19"/>
                <a:gd name="T6" fmla="*/ 3 w 38"/>
                <a:gd name="T7" fmla="*/ 9 h 19"/>
                <a:gd name="T8" fmla="*/ 20 w 38"/>
                <a:gd name="T9" fmla="*/ 1 h 19"/>
                <a:gd name="T10" fmla="*/ 20 w 38"/>
                <a:gd name="T11" fmla="*/ 0 h 19"/>
                <a:gd name="T12" fmla="*/ 0 w 38"/>
                <a:gd name="T13" fmla="*/ 9 h 19"/>
                <a:gd name="T14" fmla="*/ 18 w 38"/>
                <a:gd name="T15" fmla="*/ 19 h 19"/>
                <a:gd name="T16" fmla="*/ 37 w 38"/>
                <a:gd name="T17" fmla="*/ 9 h 19"/>
                <a:gd name="T18" fmla="*/ 20 w 38"/>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19">
                  <a:moveTo>
                    <a:pt x="20" y="1"/>
                  </a:moveTo>
                  <a:cubicBezTo>
                    <a:pt x="28" y="1"/>
                    <a:pt x="35" y="5"/>
                    <a:pt x="35" y="9"/>
                  </a:cubicBezTo>
                  <a:cubicBezTo>
                    <a:pt x="34" y="14"/>
                    <a:pt x="27" y="17"/>
                    <a:pt x="18" y="17"/>
                  </a:cubicBezTo>
                  <a:cubicBezTo>
                    <a:pt x="9" y="17"/>
                    <a:pt x="2" y="14"/>
                    <a:pt x="3" y="9"/>
                  </a:cubicBezTo>
                  <a:cubicBezTo>
                    <a:pt x="3" y="5"/>
                    <a:pt x="11" y="1"/>
                    <a:pt x="20" y="1"/>
                  </a:cubicBezTo>
                  <a:moveTo>
                    <a:pt x="20" y="0"/>
                  </a:moveTo>
                  <a:cubicBezTo>
                    <a:pt x="10" y="0"/>
                    <a:pt x="1" y="4"/>
                    <a:pt x="0" y="9"/>
                  </a:cubicBezTo>
                  <a:cubicBezTo>
                    <a:pt x="0" y="15"/>
                    <a:pt x="8" y="19"/>
                    <a:pt x="18" y="19"/>
                  </a:cubicBezTo>
                  <a:cubicBezTo>
                    <a:pt x="28" y="19"/>
                    <a:pt x="36" y="14"/>
                    <a:pt x="37" y="9"/>
                  </a:cubicBezTo>
                  <a:cubicBezTo>
                    <a:pt x="38" y="4"/>
                    <a:pt x="30" y="0"/>
                    <a:pt x="2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5" name="Freeform 149"/>
            <p:cNvSpPr>
              <a:spLocks/>
            </p:cNvSpPr>
            <p:nvPr/>
          </p:nvSpPr>
          <p:spPr bwMode="auto">
            <a:xfrm>
              <a:off x="3757613" y="5430837"/>
              <a:ext cx="142875" cy="69850"/>
            </a:xfrm>
            <a:custGeom>
              <a:avLst/>
              <a:gdLst>
                <a:gd name="T0" fmla="*/ 26 w 51"/>
                <a:gd name="T1" fmla="*/ 25 h 25"/>
                <a:gd name="T2" fmla="*/ 0 w 51"/>
                <a:gd name="T3" fmla="*/ 13 h 25"/>
                <a:gd name="T4" fmla="*/ 25 w 51"/>
                <a:gd name="T5" fmla="*/ 0 h 25"/>
                <a:gd name="T6" fmla="*/ 51 w 51"/>
                <a:gd name="T7" fmla="*/ 12 h 25"/>
                <a:gd name="T8" fmla="*/ 26 w 51"/>
                <a:gd name="T9" fmla="*/ 25 h 25"/>
              </a:gdLst>
              <a:ahLst/>
              <a:cxnLst>
                <a:cxn ang="0">
                  <a:pos x="T0" y="T1"/>
                </a:cxn>
                <a:cxn ang="0">
                  <a:pos x="T2" y="T3"/>
                </a:cxn>
                <a:cxn ang="0">
                  <a:pos x="T4" y="T5"/>
                </a:cxn>
                <a:cxn ang="0">
                  <a:pos x="T6" y="T7"/>
                </a:cxn>
                <a:cxn ang="0">
                  <a:pos x="T8" y="T9"/>
                </a:cxn>
              </a:cxnLst>
              <a:rect l="0" t="0" r="r" b="b"/>
              <a:pathLst>
                <a:path w="51" h="25">
                  <a:moveTo>
                    <a:pt x="26" y="25"/>
                  </a:moveTo>
                  <a:cubicBezTo>
                    <a:pt x="12" y="25"/>
                    <a:pt x="0" y="20"/>
                    <a:pt x="0" y="13"/>
                  </a:cubicBezTo>
                  <a:cubicBezTo>
                    <a:pt x="0" y="6"/>
                    <a:pt x="11" y="0"/>
                    <a:pt x="25" y="0"/>
                  </a:cubicBezTo>
                  <a:cubicBezTo>
                    <a:pt x="39" y="0"/>
                    <a:pt x="50" y="5"/>
                    <a:pt x="51" y="12"/>
                  </a:cubicBezTo>
                  <a:cubicBezTo>
                    <a:pt x="51" y="19"/>
                    <a:pt x="40" y="25"/>
                    <a:pt x="26" y="25"/>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6" name="Freeform 150"/>
            <p:cNvSpPr>
              <a:spLocks noEditPoints="1"/>
            </p:cNvSpPr>
            <p:nvPr/>
          </p:nvSpPr>
          <p:spPr bwMode="auto">
            <a:xfrm>
              <a:off x="3754438" y="5429250"/>
              <a:ext cx="149225" cy="74612"/>
            </a:xfrm>
            <a:custGeom>
              <a:avLst/>
              <a:gdLst>
                <a:gd name="T0" fmla="*/ 26 w 53"/>
                <a:gd name="T1" fmla="*/ 1 h 27"/>
                <a:gd name="T2" fmla="*/ 50 w 53"/>
                <a:gd name="T3" fmla="*/ 13 h 27"/>
                <a:gd name="T4" fmla="*/ 27 w 53"/>
                <a:gd name="T5" fmla="*/ 26 h 27"/>
                <a:gd name="T6" fmla="*/ 2 w 53"/>
                <a:gd name="T7" fmla="*/ 14 h 27"/>
                <a:gd name="T8" fmla="*/ 26 w 53"/>
                <a:gd name="T9" fmla="*/ 1 h 27"/>
                <a:gd name="T10" fmla="*/ 26 w 53"/>
                <a:gd name="T11" fmla="*/ 0 h 27"/>
                <a:gd name="T12" fmla="*/ 0 w 53"/>
                <a:gd name="T13" fmla="*/ 14 h 27"/>
                <a:gd name="T14" fmla="*/ 27 w 53"/>
                <a:gd name="T15" fmla="*/ 27 h 27"/>
                <a:gd name="T16" fmla="*/ 53 w 53"/>
                <a:gd name="T17" fmla="*/ 13 h 27"/>
                <a:gd name="T18" fmla="*/ 26 w 53"/>
                <a:gd name="T1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27">
                  <a:moveTo>
                    <a:pt x="26" y="1"/>
                  </a:moveTo>
                  <a:cubicBezTo>
                    <a:pt x="39" y="1"/>
                    <a:pt x="50" y="7"/>
                    <a:pt x="50" y="13"/>
                  </a:cubicBezTo>
                  <a:cubicBezTo>
                    <a:pt x="51" y="20"/>
                    <a:pt x="40" y="26"/>
                    <a:pt x="27" y="26"/>
                  </a:cubicBezTo>
                  <a:cubicBezTo>
                    <a:pt x="13" y="26"/>
                    <a:pt x="2" y="20"/>
                    <a:pt x="2" y="14"/>
                  </a:cubicBezTo>
                  <a:cubicBezTo>
                    <a:pt x="2" y="7"/>
                    <a:pt x="13" y="1"/>
                    <a:pt x="26" y="1"/>
                  </a:cubicBezTo>
                  <a:moveTo>
                    <a:pt x="26" y="0"/>
                  </a:moveTo>
                  <a:cubicBezTo>
                    <a:pt x="12" y="0"/>
                    <a:pt x="0" y="6"/>
                    <a:pt x="0" y="14"/>
                  </a:cubicBezTo>
                  <a:cubicBezTo>
                    <a:pt x="0" y="21"/>
                    <a:pt x="12" y="27"/>
                    <a:pt x="27" y="27"/>
                  </a:cubicBezTo>
                  <a:cubicBezTo>
                    <a:pt x="41" y="27"/>
                    <a:pt x="53" y="21"/>
                    <a:pt x="53" y="13"/>
                  </a:cubicBezTo>
                  <a:cubicBezTo>
                    <a:pt x="53" y="6"/>
                    <a:pt x="41" y="0"/>
                    <a:pt x="2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7" name="Oval 151"/>
            <p:cNvSpPr>
              <a:spLocks noChangeArrowheads="1"/>
            </p:cNvSpPr>
            <p:nvPr/>
          </p:nvSpPr>
          <p:spPr bwMode="auto">
            <a:xfrm>
              <a:off x="3754438" y="4991100"/>
              <a:ext cx="44450" cy="25400"/>
            </a:xfrm>
            <a:prstGeom prst="ellipse">
              <a:avLst/>
            </a:pr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8" name="Freeform 152"/>
            <p:cNvSpPr>
              <a:spLocks noEditPoints="1"/>
            </p:cNvSpPr>
            <p:nvPr/>
          </p:nvSpPr>
          <p:spPr bwMode="auto">
            <a:xfrm>
              <a:off x="3751263" y="4987925"/>
              <a:ext cx="50800" cy="31750"/>
            </a:xfrm>
            <a:custGeom>
              <a:avLst/>
              <a:gdLst>
                <a:gd name="T0" fmla="*/ 9 w 18"/>
                <a:gd name="T1" fmla="*/ 2 h 11"/>
                <a:gd name="T2" fmla="*/ 16 w 18"/>
                <a:gd name="T3" fmla="*/ 6 h 11"/>
                <a:gd name="T4" fmla="*/ 9 w 18"/>
                <a:gd name="T5" fmla="*/ 10 h 11"/>
                <a:gd name="T6" fmla="*/ 2 w 18"/>
                <a:gd name="T7" fmla="*/ 6 h 11"/>
                <a:gd name="T8" fmla="*/ 9 w 18"/>
                <a:gd name="T9" fmla="*/ 2 h 11"/>
                <a:gd name="T10" fmla="*/ 9 w 18"/>
                <a:gd name="T11" fmla="*/ 0 h 11"/>
                <a:gd name="T12" fmla="*/ 0 w 18"/>
                <a:gd name="T13" fmla="*/ 6 h 11"/>
                <a:gd name="T14" fmla="*/ 9 w 18"/>
                <a:gd name="T15" fmla="*/ 11 h 11"/>
                <a:gd name="T16" fmla="*/ 18 w 18"/>
                <a:gd name="T17" fmla="*/ 6 h 11"/>
                <a:gd name="T18" fmla="*/ 9 w 18"/>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11">
                  <a:moveTo>
                    <a:pt x="9" y="2"/>
                  </a:moveTo>
                  <a:cubicBezTo>
                    <a:pt x="13" y="2"/>
                    <a:pt x="16" y="3"/>
                    <a:pt x="16" y="6"/>
                  </a:cubicBezTo>
                  <a:cubicBezTo>
                    <a:pt x="16" y="8"/>
                    <a:pt x="13" y="10"/>
                    <a:pt x="9" y="10"/>
                  </a:cubicBezTo>
                  <a:cubicBezTo>
                    <a:pt x="5" y="10"/>
                    <a:pt x="2" y="8"/>
                    <a:pt x="2" y="6"/>
                  </a:cubicBezTo>
                  <a:cubicBezTo>
                    <a:pt x="2" y="3"/>
                    <a:pt x="5" y="2"/>
                    <a:pt x="9" y="2"/>
                  </a:cubicBezTo>
                  <a:moveTo>
                    <a:pt x="9" y="0"/>
                  </a:moveTo>
                  <a:cubicBezTo>
                    <a:pt x="4" y="0"/>
                    <a:pt x="0" y="3"/>
                    <a:pt x="0" y="6"/>
                  </a:cubicBezTo>
                  <a:cubicBezTo>
                    <a:pt x="0" y="9"/>
                    <a:pt x="4" y="11"/>
                    <a:pt x="9" y="11"/>
                  </a:cubicBezTo>
                  <a:cubicBezTo>
                    <a:pt x="14" y="11"/>
                    <a:pt x="18" y="8"/>
                    <a:pt x="18" y="6"/>
                  </a:cubicBezTo>
                  <a:cubicBezTo>
                    <a:pt x="18" y="3"/>
                    <a:pt x="14" y="0"/>
                    <a:pt x="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9" name="Freeform 153"/>
            <p:cNvSpPr>
              <a:spLocks/>
            </p:cNvSpPr>
            <p:nvPr/>
          </p:nvSpPr>
          <p:spPr bwMode="auto">
            <a:xfrm>
              <a:off x="4683125" y="5229225"/>
              <a:ext cx="49213" cy="25400"/>
            </a:xfrm>
            <a:custGeom>
              <a:avLst/>
              <a:gdLst>
                <a:gd name="T0" fmla="*/ 10 w 18"/>
                <a:gd name="T1" fmla="*/ 9 h 9"/>
                <a:gd name="T2" fmla="*/ 0 w 18"/>
                <a:gd name="T3" fmla="*/ 5 h 9"/>
                <a:gd name="T4" fmla="*/ 8 w 18"/>
                <a:gd name="T5" fmla="*/ 0 h 9"/>
                <a:gd name="T6" fmla="*/ 18 w 18"/>
                <a:gd name="T7" fmla="*/ 5 h 9"/>
                <a:gd name="T8" fmla="*/ 10 w 18"/>
                <a:gd name="T9" fmla="*/ 9 h 9"/>
              </a:gdLst>
              <a:ahLst/>
              <a:cxnLst>
                <a:cxn ang="0">
                  <a:pos x="T0" y="T1"/>
                </a:cxn>
                <a:cxn ang="0">
                  <a:pos x="T2" y="T3"/>
                </a:cxn>
                <a:cxn ang="0">
                  <a:pos x="T4" y="T5"/>
                </a:cxn>
                <a:cxn ang="0">
                  <a:pos x="T6" y="T7"/>
                </a:cxn>
                <a:cxn ang="0">
                  <a:pos x="T8" y="T9"/>
                </a:cxn>
              </a:cxnLst>
              <a:rect l="0" t="0" r="r" b="b"/>
              <a:pathLst>
                <a:path w="18" h="9">
                  <a:moveTo>
                    <a:pt x="10" y="9"/>
                  </a:moveTo>
                  <a:cubicBezTo>
                    <a:pt x="5" y="9"/>
                    <a:pt x="1" y="7"/>
                    <a:pt x="0" y="5"/>
                  </a:cubicBezTo>
                  <a:cubicBezTo>
                    <a:pt x="0" y="2"/>
                    <a:pt x="3" y="0"/>
                    <a:pt x="8" y="0"/>
                  </a:cubicBezTo>
                  <a:cubicBezTo>
                    <a:pt x="13" y="0"/>
                    <a:pt x="17" y="2"/>
                    <a:pt x="18" y="5"/>
                  </a:cubicBezTo>
                  <a:cubicBezTo>
                    <a:pt x="18" y="7"/>
                    <a:pt x="15" y="9"/>
                    <a:pt x="10" y="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0" name="Freeform 154"/>
            <p:cNvSpPr>
              <a:spLocks noEditPoints="1"/>
            </p:cNvSpPr>
            <p:nvPr/>
          </p:nvSpPr>
          <p:spPr bwMode="auto">
            <a:xfrm>
              <a:off x="4679950" y="5229225"/>
              <a:ext cx="55563" cy="28575"/>
            </a:xfrm>
            <a:custGeom>
              <a:avLst/>
              <a:gdLst>
                <a:gd name="T0" fmla="*/ 9 w 20"/>
                <a:gd name="T1" fmla="*/ 1 h 10"/>
                <a:gd name="T2" fmla="*/ 18 w 20"/>
                <a:gd name="T3" fmla="*/ 5 h 10"/>
                <a:gd name="T4" fmla="*/ 11 w 20"/>
                <a:gd name="T5" fmla="*/ 9 h 10"/>
                <a:gd name="T6" fmla="*/ 2 w 20"/>
                <a:gd name="T7" fmla="*/ 5 h 10"/>
                <a:gd name="T8" fmla="*/ 9 w 20"/>
                <a:gd name="T9" fmla="*/ 1 h 10"/>
                <a:gd name="T10" fmla="*/ 9 w 20"/>
                <a:gd name="T11" fmla="*/ 0 h 10"/>
                <a:gd name="T12" fmla="*/ 0 w 20"/>
                <a:gd name="T13" fmla="*/ 5 h 10"/>
                <a:gd name="T14" fmla="*/ 11 w 20"/>
                <a:gd name="T15" fmla="*/ 10 h 10"/>
                <a:gd name="T16" fmla="*/ 20 w 20"/>
                <a:gd name="T17" fmla="*/ 5 h 10"/>
                <a:gd name="T18" fmla="*/ 9 w 2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10">
                  <a:moveTo>
                    <a:pt x="9" y="1"/>
                  </a:moveTo>
                  <a:cubicBezTo>
                    <a:pt x="13" y="1"/>
                    <a:pt x="17" y="3"/>
                    <a:pt x="18" y="5"/>
                  </a:cubicBezTo>
                  <a:cubicBezTo>
                    <a:pt x="18" y="7"/>
                    <a:pt x="15" y="9"/>
                    <a:pt x="11" y="9"/>
                  </a:cubicBezTo>
                  <a:cubicBezTo>
                    <a:pt x="7" y="9"/>
                    <a:pt x="3" y="7"/>
                    <a:pt x="2" y="5"/>
                  </a:cubicBezTo>
                  <a:cubicBezTo>
                    <a:pt x="2" y="3"/>
                    <a:pt x="5" y="1"/>
                    <a:pt x="9" y="1"/>
                  </a:cubicBezTo>
                  <a:moveTo>
                    <a:pt x="9" y="0"/>
                  </a:moveTo>
                  <a:cubicBezTo>
                    <a:pt x="3" y="0"/>
                    <a:pt x="0" y="2"/>
                    <a:pt x="0" y="5"/>
                  </a:cubicBezTo>
                  <a:cubicBezTo>
                    <a:pt x="1" y="8"/>
                    <a:pt x="5" y="10"/>
                    <a:pt x="11" y="10"/>
                  </a:cubicBezTo>
                  <a:cubicBezTo>
                    <a:pt x="16" y="10"/>
                    <a:pt x="20" y="7"/>
                    <a:pt x="20" y="5"/>
                  </a:cubicBezTo>
                  <a:cubicBezTo>
                    <a:pt x="19" y="2"/>
                    <a:pt x="14" y="0"/>
                    <a:pt x="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1" name="Freeform 155"/>
            <p:cNvSpPr>
              <a:spLocks/>
            </p:cNvSpPr>
            <p:nvPr/>
          </p:nvSpPr>
          <p:spPr bwMode="auto">
            <a:xfrm>
              <a:off x="4570413" y="5378450"/>
              <a:ext cx="50800" cy="25400"/>
            </a:xfrm>
            <a:custGeom>
              <a:avLst/>
              <a:gdLst>
                <a:gd name="T0" fmla="*/ 10 w 18"/>
                <a:gd name="T1" fmla="*/ 9 h 9"/>
                <a:gd name="T2" fmla="*/ 0 w 18"/>
                <a:gd name="T3" fmla="*/ 4 h 9"/>
                <a:gd name="T4" fmla="*/ 8 w 18"/>
                <a:gd name="T5" fmla="*/ 0 h 9"/>
                <a:gd name="T6" fmla="*/ 18 w 18"/>
                <a:gd name="T7" fmla="*/ 4 h 9"/>
                <a:gd name="T8" fmla="*/ 10 w 18"/>
                <a:gd name="T9" fmla="*/ 9 h 9"/>
              </a:gdLst>
              <a:ahLst/>
              <a:cxnLst>
                <a:cxn ang="0">
                  <a:pos x="T0" y="T1"/>
                </a:cxn>
                <a:cxn ang="0">
                  <a:pos x="T2" y="T3"/>
                </a:cxn>
                <a:cxn ang="0">
                  <a:pos x="T4" y="T5"/>
                </a:cxn>
                <a:cxn ang="0">
                  <a:pos x="T6" y="T7"/>
                </a:cxn>
                <a:cxn ang="0">
                  <a:pos x="T8" y="T9"/>
                </a:cxn>
              </a:cxnLst>
              <a:rect l="0" t="0" r="r" b="b"/>
              <a:pathLst>
                <a:path w="18" h="9">
                  <a:moveTo>
                    <a:pt x="10" y="9"/>
                  </a:moveTo>
                  <a:cubicBezTo>
                    <a:pt x="5" y="9"/>
                    <a:pt x="0" y="7"/>
                    <a:pt x="0" y="4"/>
                  </a:cubicBezTo>
                  <a:cubicBezTo>
                    <a:pt x="0" y="2"/>
                    <a:pt x="3" y="0"/>
                    <a:pt x="8" y="0"/>
                  </a:cubicBezTo>
                  <a:cubicBezTo>
                    <a:pt x="13" y="0"/>
                    <a:pt x="17" y="2"/>
                    <a:pt x="18" y="4"/>
                  </a:cubicBezTo>
                  <a:cubicBezTo>
                    <a:pt x="18" y="7"/>
                    <a:pt x="15" y="9"/>
                    <a:pt x="10" y="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2" name="Freeform 156"/>
            <p:cNvSpPr>
              <a:spLocks noEditPoints="1"/>
            </p:cNvSpPr>
            <p:nvPr/>
          </p:nvSpPr>
          <p:spPr bwMode="auto">
            <a:xfrm>
              <a:off x="4564063" y="5375275"/>
              <a:ext cx="58738" cy="28575"/>
            </a:xfrm>
            <a:custGeom>
              <a:avLst/>
              <a:gdLst>
                <a:gd name="T0" fmla="*/ 10 w 21"/>
                <a:gd name="T1" fmla="*/ 1 h 10"/>
                <a:gd name="T2" fmla="*/ 19 w 21"/>
                <a:gd name="T3" fmla="*/ 5 h 10"/>
                <a:gd name="T4" fmla="*/ 12 w 21"/>
                <a:gd name="T5" fmla="*/ 9 h 10"/>
                <a:gd name="T6" fmla="*/ 3 w 21"/>
                <a:gd name="T7" fmla="*/ 5 h 10"/>
                <a:gd name="T8" fmla="*/ 10 w 21"/>
                <a:gd name="T9" fmla="*/ 1 h 10"/>
                <a:gd name="T10" fmla="*/ 10 w 21"/>
                <a:gd name="T11" fmla="*/ 0 h 10"/>
                <a:gd name="T12" fmla="*/ 1 w 21"/>
                <a:gd name="T13" fmla="*/ 5 h 10"/>
                <a:gd name="T14" fmla="*/ 12 w 21"/>
                <a:gd name="T15" fmla="*/ 10 h 10"/>
                <a:gd name="T16" fmla="*/ 21 w 21"/>
                <a:gd name="T17" fmla="*/ 5 h 10"/>
                <a:gd name="T18" fmla="*/ 10 w 21"/>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10">
                  <a:moveTo>
                    <a:pt x="10" y="1"/>
                  </a:moveTo>
                  <a:cubicBezTo>
                    <a:pt x="14" y="1"/>
                    <a:pt x="18" y="3"/>
                    <a:pt x="19" y="5"/>
                  </a:cubicBezTo>
                  <a:cubicBezTo>
                    <a:pt x="19" y="7"/>
                    <a:pt x="16" y="9"/>
                    <a:pt x="12" y="9"/>
                  </a:cubicBezTo>
                  <a:cubicBezTo>
                    <a:pt x="7" y="9"/>
                    <a:pt x="3" y="7"/>
                    <a:pt x="3" y="5"/>
                  </a:cubicBezTo>
                  <a:cubicBezTo>
                    <a:pt x="3" y="3"/>
                    <a:pt x="6" y="1"/>
                    <a:pt x="10" y="1"/>
                  </a:cubicBezTo>
                  <a:moveTo>
                    <a:pt x="10" y="0"/>
                  </a:moveTo>
                  <a:cubicBezTo>
                    <a:pt x="4" y="0"/>
                    <a:pt x="0" y="2"/>
                    <a:pt x="1" y="5"/>
                  </a:cubicBezTo>
                  <a:cubicBezTo>
                    <a:pt x="1" y="8"/>
                    <a:pt x="6" y="10"/>
                    <a:pt x="12" y="10"/>
                  </a:cubicBezTo>
                  <a:cubicBezTo>
                    <a:pt x="17" y="10"/>
                    <a:pt x="21" y="8"/>
                    <a:pt x="21" y="5"/>
                  </a:cubicBezTo>
                  <a:cubicBezTo>
                    <a:pt x="20" y="2"/>
                    <a:pt x="16" y="0"/>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3" name="Freeform 157"/>
            <p:cNvSpPr>
              <a:spLocks/>
            </p:cNvSpPr>
            <p:nvPr/>
          </p:nvSpPr>
          <p:spPr bwMode="auto">
            <a:xfrm>
              <a:off x="4848225" y="5375275"/>
              <a:ext cx="52388" cy="25400"/>
            </a:xfrm>
            <a:custGeom>
              <a:avLst/>
              <a:gdLst>
                <a:gd name="T0" fmla="*/ 10 w 19"/>
                <a:gd name="T1" fmla="*/ 9 h 9"/>
                <a:gd name="T2" fmla="*/ 0 w 19"/>
                <a:gd name="T3" fmla="*/ 4 h 9"/>
                <a:gd name="T4" fmla="*/ 8 w 19"/>
                <a:gd name="T5" fmla="*/ 0 h 9"/>
                <a:gd name="T6" fmla="*/ 18 w 19"/>
                <a:gd name="T7" fmla="*/ 4 h 9"/>
                <a:gd name="T8" fmla="*/ 10 w 19"/>
                <a:gd name="T9" fmla="*/ 9 h 9"/>
              </a:gdLst>
              <a:ahLst/>
              <a:cxnLst>
                <a:cxn ang="0">
                  <a:pos x="T0" y="T1"/>
                </a:cxn>
                <a:cxn ang="0">
                  <a:pos x="T2" y="T3"/>
                </a:cxn>
                <a:cxn ang="0">
                  <a:pos x="T4" y="T5"/>
                </a:cxn>
                <a:cxn ang="0">
                  <a:pos x="T6" y="T7"/>
                </a:cxn>
                <a:cxn ang="0">
                  <a:pos x="T8" y="T9"/>
                </a:cxn>
              </a:cxnLst>
              <a:rect l="0" t="0" r="r" b="b"/>
              <a:pathLst>
                <a:path w="19" h="9">
                  <a:moveTo>
                    <a:pt x="10" y="9"/>
                  </a:moveTo>
                  <a:cubicBezTo>
                    <a:pt x="5" y="9"/>
                    <a:pt x="1" y="7"/>
                    <a:pt x="0" y="4"/>
                  </a:cubicBezTo>
                  <a:cubicBezTo>
                    <a:pt x="0" y="2"/>
                    <a:pt x="3" y="0"/>
                    <a:pt x="8" y="0"/>
                  </a:cubicBezTo>
                  <a:cubicBezTo>
                    <a:pt x="13" y="0"/>
                    <a:pt x="18" y="2"/>
                    <a:pt x="18" y="4"/>
                  </a:cubicBezTo>
                  <a:cubicBezTo>
                    <a:pt x="19" y="7"/>
                    <a:pt x="15" y="9"/>
                    <a:pt x="10" y="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4" name="Freeform 158"/>
            <p:cNvSpPr>
              <a:spLocks noEditPoints="1"/>
            </p:cNvSpPr>
            <p:nvPr/>
          </p:nvSpPr>
          <p:spPr bwMode="auto">
            <a:xfrm>
              <a:off x="4845050" y="5372100"/>
              <a:ext cx="58738" cy="28575"/>
            </a:xfrm>
            <a:custGeom>
              <a:avLst/>
              <a:gdLst>
                <a:gd name="T0" fmla="*/ 9 w 21"/>
                <a:gd name="T1" fmla="*/ 1 h 10"/>
                <a:gd name="T2" fmla="*/ 18 w 21"/>
                <a:gd name="T3" fmla="*/ 5 h 10"/>
                <a:gd name="T4" fmla="*/ 11 w 21"/>
                <a:gd name="T5" fmla="*/ 9 h 10"/>
                <a:gd name="T6" fmla="*/ 3 w 21"/>
                <a:gd name="T7" fmla="*/ 5 h 10"/>
                <a:gd name="T8" fmla="*/ 9 w 21"/>
                <a:gd name="T9" fmla="*/ 1 h 10"/>
                <a:gd name="T10" fmla="*/ 9 w 21"/>
                <a:gd name="T11" fmla="*/ 0 h 10"/>
                <a:gd name="T12" fmla="*/ 0 w 21"/>
                <a:gd name="T13" fmla="*/ 5 h 10"/>
                <a:gd name="T14" fmla="*/ 12 w 21"/>
                <a:gd name="T15" fmla="*/ 10 h 10"/>
                <a:gd name="T16" fmla="*/ 21 w 21"/>
                <a:gd name="T17" fmla="*/ 5 h 10"/>
                <a:gd name="T18" fmla="*/ 9 w 21"/>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10">
                  <a:moveTo>
                    <a:pt x="9" y="1"/>
                  </a:moveTo>
                  <a:cubicBezTo>
                    <a:pt x="14" y="1"/>
                    <a:pt x="18" y="3"/>
                    <a:pt x="18" y="5"/>
                  </a:cubicBezTo>
                  <a:cubicBezTo>
                    <a:pt x="19" y="7"/>
                    <a:pt x="16" y="9"/>
                    <a:pt x="11" y="9"/>
                  </a:cubicBezTo>
                  <a:cubicBezTo>
                    <a:pt x="7" y="9"/>
                    <a:pt x="3" y="8"/>
                    <a:pt x="3" y="5"/>
                  </a:cubicBezTo>
                  <a:cubicBezTo>
                    <a:pt x="2" y="3"/>
                    <a:pt x="5" y="1"/>
                    <a:pt x="9" y="1"/>
                  </a:cubicBezTo>
                  <a:moveTo>
                    <a:pt x="9" y="0"/>
                  </a:moveTo>
                  <a:cubicBezTo>
                    <a:pt x="4" y="0"/>
                    <a:pt x="0" y="3"/>
                    <a:pt x="0" y="5"/>
                  </a:cubicBezTo>
                  <a:cubicBezTo>
                    <a:pt x="1" y="8"/>
                    <a:pt x="6" y="10"/>
                    <a:pt x="12" y="10"/>
                  </a:cubicBezTo>
                  <a:cubicBezTo>
                    <a:pt x="17" y="10"/>
                    <a:pt x="21" y="8"/>
                    <a:pt x="21" y="5"/>
                  </a:cubicBezTo>
                  <a:cubicBezTo>
                    <a:pt x="20" y="2"/>
                    <a:pt x="15" y="0"/>
                    <a:pt x="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5" name="Freeform 159"/>
            <p:cNvSpPr>
              <a:spLocks/>
            </p:cNvSpPr>
            <p:nvPr/>
          </p:nvSpPr>
          <p:spPr bwMode="auto">
            <a:xfrm>
              <a:off x="4914900" y="5467350"/>
              <a:ext cx="55563" cy="25400"/>
            </a:xfrm>
            <a:custGeom>
              <a:avLst/>
              <a:gdLst>
                <a:gd name="T0" fmla="*/ 11 w 20"/>
                <a:gd name="T1" fmla="*/ 9 h 9"/>
                <a:gd name="T2" fmla="*/ 1 w 20"/>
                <a:gd name="T3" fmla="*/ 4 h 9"/>
                <a:gd name="T4" fmla="*/ 9 w 20"/>
                <a:gd name="T5" fmla="*/ 0 h 9"/>
                <a:gd name="T6" fmla="*/ 19 w 20"/>
                <a:gd name="T7" fmla="*/ 4 h 9"/>
                <a:gd name="T8" fmla="*/ 11 w 20"/>
                <a:gd name="T9" fmla="*/ 9 h 9"/>
              </a:gdLst>
              <a:ahLst/>
              <a:cxnLst>
                <a:cxn ang="0">
                  <a:pos x="T0" y="T1"/>
                </a:cxn>
                <a:cxn ang="0">
                  <a:pos x="T2" y="T3"/>
                </a:cxn>
                <a:cxn ang="0">
                  <a:pos x="T4" y="T5"/>
                </a:cxn>
                <a:cxn ang="0">
                  <a:pos x="T6" y="T7"/>
                </a:cxn>
                <a:cxn ang="0">
                  <a:pos x="T8" y="T9"/>
                </a:cxn>
              </a:cxnLst>
              <a:rect l="0" t="0" r="r" b="b"/>
              <a:pathLst>
                <a:path w="20" h="9">
                  <a:moveTo>
                    <a:pt x="11" y="9"/>
                  </a:moveTo>
                  <a:cubicBezTo>
                    <a:pt x="6" y="9"/>
                    <a:pt x="2" y="7"/>
                    <a:pt x="1" y="4"/>
                  </a:cubicBezTo>
                  <a:cubicBezTo>
                    <a:pt x="0" y="2"/>
                    <a:pt x="4" y="0"/>
                    <a:pt x="9" y="0"/>
                  </a:cubicBezTo>
                  <a:cubicBezTo>
                    <a:pt x="14" y="0"/>
                    <a:pt x="19" y="2"/>
                    <a:pt x="19" y="4"/>
                  </a:cubicBezTo>
                  <a:cubicBezTo>
                    <a:pt x="20" y="7"/>
                    <a:pt x="16" y="9"/>
                    <a:pt x="11" y="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6" name="Freeform 160"/>
            <p:cNvSpPr>
              <a:spLocks noEditPoints="1"/>
            </p:cNvSpPr>
            <p:nvPr/>
          </p:nvSpPr>
          <p:spPr bwMode="auto">
            <a:xfrm>
              <a:off x="4911725" y="5465762"/>
              <a:ext cx="61913" cy="30162"/>
            </a:xfrm>
            <a:custGeom>
              <a:avLst/>
              <a:gdLst>
                <a:gd name="T0" fmla="*/ 10 w 22"/>
                <a:gd name="T1" fmla="*/ 1 h 11"/>
                <a:gd name="T2" fmla="*/ 19 w 22"/>
                <a:gd name="T3" fmla="*/ 5 h 11"/>
                <a:gd name="T4" fmla="*/ 12 w 22"/>
                <a:gd name="T5" fmla="*/ 9 h 11"/>
                <a:gd name="T6" fmla="*/ 3 w 22"/>
                <a:gd name="T7" fmla="*/ 5 h 11"/>
                <a:gd name="T8" fmla="*/ 10 w 22"/>
                <a:gd name="T9" fmla="*/ 1 h 11"/>
                <a:gd name="T10" fmla="*/ 10 w 22"/>
                <a:gd name="T11" fmla="*/ 0 h 11"/>
                <a:gd name="T12" fmla="*/ 1 w 22"/>
                <a:gd name="T13" fmla="*/ 5 h 11"/>
                <a:gd name="T14" fmla="*/ 13 w 22"/>
                <a:gd name="T15" fmla="*/ 11 h 11"/>
                <a:gd name="T16" fmla="*/ 22 w 22"/>
                <a:gd name="T17" fmla="*/ 5 h 11"/>
                <a:gd name="T18" fmla="*/ 10 w 22"/>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1">
                  <a:moveTo>
                    <a:pt x="10" y="1"/>
                  </a:moveTo>
                  <a:cubicBezTo>
                    <a:pt x="15" y="1"/>
                    <a:pt x="19" y="3"/>
                    <a:pt x="19" y="5"/>
                  </a:cubicBezTo>
                  <a:cubicBezTo>
                    <a:pt x="20" y="8"/>
                    <a:pt x="17" y="9"/>
                    <a:pt x="12" y="9"/>
                  </a:cubicBezTo>
                  <a:cubicBezTo>
                    <a:pt x="8" y="9"/>
                    <a:pt x="4" y="8"/>
                    <a:pt x="3" y="5"/>
                  </a:cubicBezTo>
                  <a:cubicBezTo>
                    <a:pt x="3" y="3"/>
                    <a:pt x="6" y="1"/>
                    <a:pt x="10" y="1"/>
                  </a:cubicBezTo>
                  <a:moveTo>
                    <a:pt x="10" y="0"/>
                  </a:moveTo>
                  <a:cubicBezTo>
                    <a:pt x="4" y="0"/>
                    <a:pt x="0" y="3"/>
                    <a:pt x="1" y="5"/>
                  </a:cubicBezTo>
                  <a:cubicBezTo>
                    <a:pt x="2" y="8"/>
                    <a:pt x="7" y="11"/>
                    <a:pt x="13" y="11"/>
                  </a:cubicBezTo>
                  <a:cubicBezTo>
                    <a:pt x="18" y="11"/>
                    <a:pt x="22" y="8"/>
                    <a:pt x="22" y="5"/>
                  </a:cubicBezTo>
                  <a:cubicBezTo>
                    <a:pt x="21" y="3"/>
                    <a:pt x="16" y="0"/>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7" name="Freeform 161"/>
            <p:cNvSpPr>
              <a:spLocks/>
            </p:cNvSpPr>
            <p:nvPr/>
          </p:nvSpPr>
          <p:spPr bwMode="auto">
            <a:xfrm>
              <a:off x="4432300" y="6172200"/>
              <a:ext cx="87313" cy="47625"/>
            </a:xfrm>
            <a:custGeom>
              <a:avLst/>
              <a:gdLst>
                <a:gd name="T0" fmla="*/ 16 w 31"/>
                <a:gd name="T1" fmla="*/ 17 h 17"/>
                <a:gd name="T2" fmla="*/ 0 w 31"/>
                <a:gd name="T3" fmla="*/ 8 h 17"/>
                <a:gd name="T4" fmla="*/ 14 w 31"/>
                <a:gd name="T5" fmla="*/ 0 h 17"/>
                <a:gd name="T6" fmla="*/ 30 w 31"/>
                <a:gd name="T7" fmla="*/ 8 h 17"/>
                <a:gd name="T8" fmla="*/ 16 w 31"/>
                <a:gd name="T9" fmla="*/ 17 h 17"/>
              </a:gdLst>
              <a:ahLst/>
              <a:cxnLst>
                <a:cxn ang="0">
                  <a:pos x="T0" y="T1"/>
                </a:cxn>
                <a:cxn ang="0">
                  <a:pos x="T2" y="T3"/>
                </a:cxn>
                <a:cxn ang="0">
                  <a:pos x="T4" y="T5"/>
                </a:cxn>
                <a:cxn ang="0">
                  <a:pos x="T6" y="T7"/>
                </a:cxn>
                <a:cxn ang="0">
                  <a:pos x="T8" y="T9"/>
                </a:cxn>
              </a:cxnLst>
              <a:rect l="0" t="0" r="r" b="b"/>
              <a:pathLst>
                <a:path w="31" h="17">
                  <a:moveTo>
                    <a:pt x="16" y="17"/>
                  </a:moveTo>
                  <a:cubicBezTo>
                    <a:pt x="8" y="17"/>
                    <a:pt x="1" y="13"/>
                    <a:pt x="0" y="8"/>
                  </a:cubicBezTo>
                  <a:cubicBezTo>
                    <a:pt x="0" y="3"/>
                    <a:pt x="6" y="0"/>
                    <a:pt x="14" y="0"/>
                  </a:cubicBezTo>
                  <a:cubicBezTo>
                    <a:pt x="23" y="0"/>
                    <a:pt x="30" y="3"/>
                    <a:pt x="30" y="8"/>
                  </a:cubicBezTo>
                  <a:cubicBezTo>
                    <a:pt x="31" y="13"/>
                    <a:pt x="25" y="17"/>
                    <a:pt x="16" y="1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8" name="Freeform 162"/>
            <p:cNvSpPr>
              <a:spLocks noEditPoints="1"/>
            </p:cNvSpPr>
            <p:nvPr/>
          </p:nvSpPr>
          <p:spPr bwMode="auto">
            <a:xfrm>
              <a:off x="4430713" y="6169025"/>
              <a:ext cx="92075" cy="53975"/>
            </a:xfrm>
            <a:custGeom>
              <a:avLst/>
              <a:gdLst>
                <a:gd name="T0" fmla="*/ 15 w 33"/>
                <a:gd name="T1" fmla="*/ 1 h 19"/>
                <a:gd name="T2" fmla="*/ 30 w 33"/>
                <a:gd name="T3" fmla="*/ 9 h 19"/>
                <a:gd name="T4" fmla="*/ 17 w 33"/>
                <a:gd name="T5" fmla="*/ 17 h 19"/>
                <a:gd name="T6" fmla="*/ 3 w 33"/>
                <a:gd name="T7" fmla="*/ 9 h 19"/>
                <a:gd name="T8" fmla="*/ 15 w 33"/>
                <a:gd name="T9" fmla="*/ 1 h 19"/>
                <a:gd name="T10" fmla="*/ 15 w 33"/>
                <a:gd name="T11" fmla="*/ 0 h 19"/>
                <a:gd name="T12" fmla="*/ 0 w 33"/>
                <a:gd name="T13" fmla="*/ 9 h 19"/>
                <a:gd name="T14" fmla="*/ 17 w 33"/>
                <a:gd name="T15" fmla="*/ 19 h 19"/>
                <a:gd name="T16" fmla="*/ 33 w 33"/>
                <a:gd name="T17" fmla="*/ 9 h 19"/>
                <a:gd name="T18" fmla="*/ 15 w 33"/>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19">
                  <a:moveTo>
                    <a:pt x="15" y="1"/>
                  </a:moveTo>
                  <a:cubicBezTo>
                    <a:pt x="23" y="1"/>
                    <a:pt x="29" y="5"/>
                    <a:pt x="30" y="9"/>
                  </a:cubicBezTo>
                  <a:cubicBezTo>
                    <a:pt x="30" y="13"/>
                    <a:pt x="25" y="17"/>
                    <a:pt x="17" y="17"/>
                  </a:cubicBezTo>
                  <a:cubicBezTo>
                    <a:pt x="10" y="17"/>
                    <a:pt x="3" y="13"/>
                    <a:pt x="3" y="9"/>
                  </a:cubicBezTo>
                  <a:cubicBezTo>
                    <a:pt x="2" y="5"/>
                    <a:pt x="8" y="1"/>
                    <a:pt x="15" y="1"/>
                  </a:cubicBezTo>
                  <a:moveTo>
                    <a:pt x="15" y="0"/>
                  </a:moveTo>
                  <a:cubicBezTo>
                    <a:pt x="6" y="0"/>
                    <a:pt x="0" y="4"/>
                    <a:pt x="0" y="9"/>
                  </a:cubicBezTo>
                  <a:cubicBezTo>
                    <a:pt x="1" y="14"/>
                    <a:pt x="8" y="19"/>
                    <a:pt x="17" y="19"/>
                  </a:cubicBezTo>
                  <a:cubicBezTo>
                    <a:pt x="26" y="19"/>
                    <a:pt x="33" y="14"/>
                    <a:pt x="33" y="9"/>
                  </a:cubicBezTo>
                  <a:cubicBezTo>
                    <a:pt x="32" y="4"/>
                    <a:pt x="24" y="0"/>
                    <a:pt x="1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9" name="Freeform 163"/>
            <p:cNvSpPr>
              <a:spLocks/>
            </p:cNvSpPr>
            <p:nvPr/>
          </p:nvSpPr>
          <p:spPr bwMode="auto">
            <a:xfrm>
              <a:off x="4670425" y="6018212"/>
              <a:ext cx="60325" cy="30162"/>
            </a:xfrm>
            <a:custGeom>
              <a:avLst/>
              <a:gdLst>
                <a:gd name="T0" fmla="*/ 11 w 21"/>
                <a:gd name="T1" fmla="*/ 11 h 11"/>
                <a:gd name="T2" fmla="*/ 0 w 21"/>
                <a:gd name="T3" fmla="*/ 6 h 11"/>
                <a:gd name="T4" fmla="*/ 9 w 21"/>
                <a:gd name="T5" fmla="*/ 0 h 11"/>
                <a:gd name="T6" fmla="*/ 20 w 21"/>
                <a:gd name="T7" fmla="*/ 6 h 11"/>
                <a:gd name="T8" fmla="*/ 11 w 21"/>
                <a:gd name="T9" fmla="*/ 11 h 11"/>
              </a:gdLst>
              <a:ahLst/>
              <a:cxnLst>
                <a:cxn ang="0">
                  <a:pos x="T0" y="T1"/>
                </a:cxn>
                <a:cxn ang="0">
                  <a:pos x="T2" y="T3"/>
                </a:cxn>
                <a:cxn ang="0">
                  <a:pos x="T4" y="T5"/>
                </a:cxn>
                <a:cxn ang="0">
                  <a:pos x="T6" y="T7"/>
                </a:cxn>
                <a:cxn ang="0">
                  <a:pos x="T8" y="T9"/>
                </a:cxn>
              </a:cxnLst>
              <a:rect l="0" t="0" r="r" b="b"/>
              <a:pathLst>
                <a:path w="21" h="11">
                  <a:moveTo>
                    <a:pt x="11" y="11"/>
                  </a:moveTo>
                  <a:cubicBezTo>
                    <a:pt x="5" y="11"/>
                    <a:pt x="1" y="9"/>
                    <a:pt x="0" y="6"/>
                  </a:cubicBezTo>
                  <a:cubicBezTo>
                    <a:pt x="0" y="3"/>
                    <a:pt x="4" y="0"/>
                    <a:pt x="9" y="0"/>
                  </a:cubicBezTo>
                  <a:cubicBezTo>
                    <a:pt x="15" y="0"/>
                    <a:pt x="20" y="3"/>
                    <a:pt x="20" y="6"/>
                  </a:cubicBezTo>
                  <a:cubicBezTo>
                    <a:pt x="21" y="9"/>
                    <a:pt x="17" y="11"/>
                    <a:pt x="11" y="11"/>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0" name="Freeform 164"/>
            <p:cNvSpPr>
              <a:spLocks noEditPoints="1"/>
            </p:cNvSpPr>
            <p:nvPr/>
          </p:nvSpPr>
          <p:spPr bwMode="auto">
            <a:xfrm>
              <a:off x="4665663" y="6015037"/>
              <a:ext cx="66675" cy="36512"/>
            </a:xfrm>
            <a:custGeom>
              <a:avLst/>
              <a:gdLst>
                <a:gd name="T0" fmla="*/ 11 w 24"/>
                <a:gd name="T1" fmla="*/ 2 h 13"/>
                <a:gd name="T2" fmla="*/ 21 w 24"/>
                <a:gd name="T3" fmla="*/ 7 h 13"/>
                <a:gd name="T4" fmla="*/ 13 w 24"/>
                <a:gd name="T5" fmla="*/ 11 h 13"/>
                <a:gd name="T6" fmla="*/ 3 w 24"/>
                <a:gd name="T7" fmla="*/ 7 h 13"/>
                <a:gd name="T8" fmla="*/ 11 w 24"/>
                <a:gd name="T9" fmla="*/ 2 h 13"/>
                <a:gd name="T10" fmla="*/ 11 w 24"/>
                <a:gd name="T11" fmla="*/ 0 h 13"/>
                <a:gd name="T12" fmla="*/ 1 w 24"/>
                <a:gd name="T13" fmla="*/ 7 h 13"/>
                <a:gd name="T14" fmla="*/ 13 w 24"/>
                <a:gd name="T15" fmla="*/ 13 h 13"/>
                <a:gd name="T16" fmla="*/ 23 w 24"/>
                <a:gd name="T17" fmla="*/ 7 h 13"/>
                <a:gd name="T18" fmla="*/ 11 w 24"/>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13">
                  <a:moveTo>
                    <a:pt x="11" y="2"/>
                  </a:moveTo>
                  <a:cubicBezTo>
                    <a:pt x="16" y="2"/>
                    <a:pt x="20" y="4"/>
                    <a:pt x="21" y="7"/>
                  </a:cubicBezTo>
                  <a:cubicBezTo>
                    <a:pt x="21" y="9"/>
                    <a:pt x="18" y="11"/>
                    <a:pt x="13" y="11"/>
                  </a:cubicBezTo>
                  <a:cubicBezTo>
                    <a:pt x="8" y="11"/>
                    <a:pt x="4" y="9"/>
                    <a:pt x="3" y="7"/>
                  </a:cubicBezTo>
                  <a:cubicBezTo>
                    <a:pt x="3" y="4"/>
                    <a:pt x="7" y="2"/>
                    <a:pt x="11" y="2"/>
                  </a:cubicBezTo>
                  <a:moveTo>
                    <a:pt x="11" y="0"/>
                  </a:moveTo>
                  <a:cubicBezTo>
                    <a:pt x="5" y="0"/>
                    <a:pt x="0" y="3"/>
                    <a:pt x="1" y="7"/>
                  </a:cubicBezTo>
                  <a:cubicBezTo>
                    <a:pt x="1" y="10"/>
                    <a:pt x="7" y="13"/>
                    <a:pt x="13" y="13"/>
                  </a:cubicBezTo>
                  <a:cubicBezTo>
                    <a:pt x="19" y="13"/>
                    <a:pt x="24" y="10"/>
                    <a:pt x="23" y="7"/>
                  </a:cubicBezTo>
                  <a:cubicBezTo>
                    <a:pt x="23" y="3"/>
                    <a:pt x="17" y="0"/>
                    <a:pt x="1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1" name="Freeform 165"/>
            <p:cNvSpPr>
              <a:spLocks/>
            </p:cNvSpPr>
            <p:nvPr/>
          </p:nvSpPr>
          <p:spPr bwMode="auto">
            <a:xfrm>
              <a:off x="4135438" y="6092825"/>
              <a:ext cx="84138" cy="46037"/>
            </a:xfrm>
            <a:custGeom>
              <a:avLst/>
              <a:gdLst>
                <a:gd name="T0" fmla="*/ 16 w 30"/>
                <a:gd name="T1" fmla="*/ 16 h 16"/>
                <a:gd name="T2" fmla="*/ 1 w 30"/>
                <a:gd name="T3" fmla="*/ 8 h 16"/>
                <a:gd name="T4" fmla="*/ 15 w 30"/>
                <a:gd name="T5" fmla="*/ 0 h 16"/>
                <a:gd name="T6" fmla="*/ 30 w 30"/>
                <a:gd name="T7" fmla="*/ 8 h 16"/>
                <a:gd name="T8" fmla="*/ 16 w 30"/>
                <a:gd name="T9" fmla="*/ 16 h 16"/>
              </a:gdLst>
              <a:ahLst/>
              <a:cxnLst>
                <a:cxn ang="0">
                  <a:pos x="T0" y="T1"/>
                </a:cxn>
                <a:cxn ang="0">
                  <a:pos x="T2" y="T3"/>
                </a:cxn>
                <a:cxn ang="0">
                  <a:pos x="T4" y="T5"/>
                </a:cxn>
                <a:cxn ang="0">
                  <a:pos x="T6" y="T7"/>
                </a:cxn>
                <a:cxn ang="0">
                  <a:pos x="T8" y="T9"/>
                </a:cxn>
              </a:cxnLst>
              <a:rect l="0" t="0" r="r" b="b"/>
              <a:pathLst>
                <a:path w="30" h="16">
                  <a:moveTo>
                    <a:pt x="16" y="16"/>
                  </a:moveTo>
                  <a:cubicBezTo>
                    <a:pt x="8" y="16"/>
                    <a:pt x="1" y="12"/>
                    <a:pt x="1" y="8"/>
                  </a:cubicBezTo>
                  <a:cubicBezTo>
                    <a:pt x="0" y="3"/>
                    <a:pt x="7" y="0"/>
                    <a:pt x="15" y="0"/>
                  </a:cubicBezTo>
                  <a:cubicBezTo>
                    <a:pt x="23" y="0"/>
                    <a:pt x="30" y="3"/>
                    <a:pt x="30" y="8"/>
                  </a:cubicBezTo>
                  <a:cubicBezTo>
                    <a:pt x="30" y="12"/>
                    <a:pt x="24" y="16"/>
                    <a:pt x="16" y="16"/>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2" name="Freeform 166"/>
            <p:cNvSpPr>
              <a:spLocks noEditPoints="1"/>
            </p:cNvSpPr>
            <p:nvPr/>
          </p:nvSpPr>
          <p:spPr bwMode="auto">
            <a:xfrm>
              <a:off x="4132263" y="6089650"/>
              <a:ext cx="93663" cy="50800"/>
            </a:xfrm>
            <a:custGeom>
              <a:avLst/>
              <a:gdLst>
                <a:gd name="T0" fmla="*/ 16 w 33"/>
                <a:gd name="T1" fmla="*/ 1 h 18"/>
                <a:gd name="T2" fmla="*/ 30 w 33"/>
                <a:gd name="T3" fmla="*/ 9 h 18"/>
                <a:gd name="T4" fmla="*/ 17 w 33"/>
                <a:gd name="T5" fmla="*/ 16 h 18"/>
                <a:gd name="T6" fmla="*/ 3 w 33"/>
                <a:gd name="T7" fmla="*/ 9 h 18"/>
                <a:gd name="T8" fmla="*/ 16 w 33"/>
                <a:gd name="T9" fmla="*/ 1 h 18"/>
                <a:gd name="T10" fmla="*/ 16 w 33"/>
                <a:gd name="T11" fmla="*/ 0 h 18"/>
                <a:gd name="T12" fmla="*/ 0 w 33"/>
                <a:gd name="T13" fmla="*/ 9 h 18"/>
                <a:gd name="T14" fmla="*/ 17 w 33"/>
                <a:gd name="T15" fmla="*/ 18 h 18"/>
                <a:gd name="T16" fmla="*/ 32 w 33"/>
                <a:gd name="T17" fmla="*/ 9 h 18"/>
                <a:gd name="T18" fmla="*/ 16 w 33"/>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18">
                  <a:moveTo>
                    <a:pt x="16" y="1"/>
                  </a:moveTo>
                  <a:cubicBezTo>
                    <a:pt x="23" y="1"/>
                    <a:pt x="29" y="5"/>
                    <a:pt x="30" y="9"/>
                  </a:cubicBezTo>
                  <a:cubicBezTo>
                    <a:pt x="30" y="13"/>
                    <a:pt x="24" y="16"/>
                    <a:pt x="17" y="16"/>
                  </a:cubicBezTo>
                  <a:cubicBezTo>
                    <a:pt x="9" y="16"/>
                    <a:pt x="3" y="13"/>
                    <a:pt x="3" y="9"/>
                  </a:cubicBezTo>
                  <a:cubicBezTo>
                    <a:pt x="3" y="5"/>
                    <a:pt x="8" y="1"/>
                    <a:pt x="16" y="1"/>
                  </a:cubicBezTo>
                  <a:moveTo>
                    <a:pt x="16" y="0"/>
                  </a:moveTo>
                  <a:cubicBezTo>
                    <a:pt x="7" y="0"/>
                    <a:pt x="0" y="4"/>
                    <a:pt x="0" y="9"/>
                  </a:cubicBezTo>
                  <a:cubicBezTo>
                    <a:pt x="0" y="14"/>
                    <a:pt x="8" y="18"/>
                    <a:pt x="17" y="18"/>
                  </a:cubicBezTo>
                  <a:cubicBezTo>
                    <a:pt x="26" y="18"/>
                    <a:pt x="33" y="14"/>
                    <a:pt x="32" y="9"/>
                  </a:cubicBezTo>
                  <a:cubicBezTo>
                    <a:pt x="32" y="4"/>
                    <a:pt x="25" y="0"/>
                    <a:pt x="1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3" name="Freeform 167"/>
            <p:cNvSpPr>
              <a:spLocks/>
            </p:cNvSpPr>
            <p:nvPr/>
          </p:nvSpPr>
          <p:spPr bwMode="auto">
            <a:xfrm>
              <a:off x="4138613" y="6157912"/>
              <a:ext cx="58738" cy="33337"/>
            </a:xfrm>
            <a:custGeom>
              <a:avLst/>
              <a:gdLst>
                <a:gd name="T0" fmla="*/ 10 w 21"/>
                <a:gd name="T1" fmla="*/ 12 h 12"/>
                <a:gd name="T2" fmla="*/ 0 w 21"/>
                <a:gd name="T3" fmla="*/ 6 h 12"/>
                <a:gd name="T4" fmla="*/ 10 w 21"/>
                <a:gd name="T5" fmla="*/ 0 h 12"/>
                <a:gd name="T6" fmla="*/ 20 w 21"/>
                <a:gd name="T7" fmla="*/ 6 h 12"/>
                <a:gd name="T8" fmla="*/ 10 w 21"/>
                <a:gd name="T9" fmla="*/ 12 h 12"/>
              </a:gdLst>
              <a:ahLst/>
              <a:cxnLst>
                <a:cxn ang="0">
                  <a:pos x="T0" y="T1"/>
                </a:cxn>
                <a:cxn ang="0">
                  <a:pos x="T2" y="T3"/>
                </a:cxn>
                <a:cxn ang="0">
                  <a:pos x="T4" y="T5"/>
                </a:cxn>
                <a:cxn ang="0">
                  <a:pos x="T6" y="T7"/>
                </a:cxn>
                <a:cxn ang="0">
                  <a:pos x="T8" y="T9"/>
                </a:cxn>
              </a:cxnLst>
              <a:rect l="0" t="0" r="r" b="b"/>
              <a:pathLst>
                <a:path w="21" h="12">
                  <a:moveTo>
                    <a:pt x="10" y="12"/>
                  </a:moveTo>
                  <a:cubicBezTo>
                    <a:pt x="5" y="12"/>
                    <a:pt x="0" y="9"/>
                    <a:pt x="0" y="6"/>
                  </a:cubicBezTo>
                  <a:cubicBezTo>
                    <a:pt x="0" y="3"/>
                    <a:pt x="4" y="0"/>
                    <a:pt x="10" y="0"/>
                  </a:cubicBezTo>
                  <a:cubicBezTo>
                    <a:pt x="15" y="0"/>
                    <a:pt x="20" y="3"/>
                    <a:pt x="20" y="6"/>
                  </a:cubicBezTo>
                  <a:cubicBezTo>
                    <a:pt x="21" y="9"/>
                    <a:pt x="16" y="12"/>
                    <a:pt x="10" y="12"/>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4" name="Freeform 168"/>
            <p:cNvSpPr>
              <a:spLocks noEditPoints="1"/>
            </p:cNvSpPr>
            <p:nvPr/>
          </p:nvSpPr>
          <p:spPr bwMode="auto">
            <a:xfrm>
              <a:off x="4132263" y="6154737"/>
              <a:ext cx="68263" cy="39687"/>
            </a:xfrm>
            <a:custGeom>
              <a:avLst/>
              <a:gdLst>
                <a:gd name="T0" fmla="*/ 12 w 24"/>
                <a:gd name="T1" fmla="*/ 2 h 14"/>
                <a:gd name="T2" fmla="*/ 21 w 24"/>
                <a:gd name="T3" fmla="*/ 7 h 14"/>
                <a:gd name="T4" fmla="*/ 12 w 24"/>
                <a:gd name="T5" fmla="*/ 12 h 14"/>
                <a:gd name="T6" fmla="*/ 3 w 24"/>
                <a:gd name="T7" fmla="*/ 7 h 14"/>
                <a:gd name="T8" fmla="*/ 12 w 24"/>
                <a:gd name="T9" fmla="*/ 2 h 14"/>
                <a:gd name="T10" fmla="*/ 12 w 24"/>
                <a:gd name="T11" fmla="*/ 0 h 14"/>
                <a:gd name="T12" fmla="*/ 1 w 24"/>
                <a:gd name="T13" fmla="*/ 7 h 14"/>
                <a:gd name="T14" fmla="*/ 13 w 24"/>
                <a:gd name="T15" fmla="*/ 14 h 14"/>
                <a:gd name="T16" fmla="*/ 24 w 24"/>
                <a:gd name="T17" fmla="*/ 7 h 14"/>
                <a:gd name="T18" fmla="*/ 12 w 24"/>
                <a:gd name="T1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14">
                  <a:moveTo>
                    <a:pt x="12" y="2"/>
                  </a:moveTo>
                  <a:cubicBezTo>
                    <a:pt x="17" y="2"/>
                    <a:pt x="21" y="4"/>
                    <a:pt x="21" y="7"/>
                  </a:cubicBezTo>
                  <a:cubicBezTo>
                    <a:pt x="21" y="10"/>
                    <a:pt x="17" y="12"/>
                    <a:pt x="12" y="12"/>
                  </a:cubicBezTo>
                  <a:cubicBezTo>
                    <a:pt x="8" y="12"/>
                    <a:pt x="3" y="10"/>
                    <a:pt x="3" y="7"/>
                  </a:cubicBezTo>
                  <a:cubicBezTo>
                    <a:pt x="3" y="4"/>
                    <a:pt x="7" y="2"/>
                    <a:pt x="12" y="2"/>
                  </a:cubicBezTo>
                  <a:moveTo>
                    <a:pt x="12" y="0"/>
                  </a:moveTo>
                  <a:cubicBezTo>
                    <a:pt x="5" y="0"/>
                    <a:pt x="0" y="3"/>
                    <a:pt x="1" y="7"/>
                  </a:cubicBezTo>
                  <a:cubicBezTo>
                    <a:pt x="1" y="11"/>
                    <a:pt x="6" y="14"/>
                    <a:pt x="13" y="14"/>
                  </a:cubicBezTo>
                  <a:cubicBezTo>
                    <a:pt x="19" y="14"/>
                    <a:pt x="24" y="11"/>
                    <a:pt x="24" y="7"/>
                  </a:cubicBezTo>
                  <a:cubicBezTo>
                    <a:pt x="24" y="3"/>
                    <a:pt x="18" y="0"/>
                    <a:pt x="1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5" name="Freeform 169"/>
            <p:cNvSpPr>
              <a:spLocks/>
            </p:cNvSpPr>
            <p:nvPr/>
          </p:nvSpPr>
          <p:spPr bwMode="auto">
            <a:xfrm>
              <a:off x="3927475" y="6081712"/>
              <a:ext cx="57150" cy="31750"/>
            </a:xfrm>
            <a:custGeom>
              <a:avLst/>
              <a:gdLst>
                <a:gd name="T0" fmla="*/ 10 w 20"/>
                <a:gd name="T1" fmla="*/ 11 h 11"/>
                <a:gd name="T2" fmla="*/ 0 w 20"/>
                <a:gd name="T3" fmla="*/ 5 h 11"/>
                <a:gd name="T4" fmla="*/ 10 w 20"/>
                <a:gd name="T5" fmla="*/ 0 h 11"/>
                <a:gd name="T6" fmla="*/ 20 w 20"/>
                <a:gd name="T7" fmla="*/ 5 h 11"/>
                <a:gd name="T8" fmla="*/ 10 w 20"/>
                <a:gd name="T9" fmla="*/ 11 h 11"/>
              </a:gdLst>
              <a:ahLst/>
              <a:cxnLst>
                <a:cxn ang="0">
                  <a:pos x="T0" y="T1"/>
                </a:cxn>
                <a:cxn ang="0">
                  <a:pos x="T2" y="T3"/>
                </a:cxn>
                <a:cxn ang="0">
                  <a:pos x="T4" y="T5"/>
                </a:cxn>
                <a:cxn ang="0">
                  <a:pos x="T6" y="T7"/>
                </a:cxn>
                <a:cxn ang="0">
                  <a:pos x="T8" y="T9"/>
                </a:cxn>
              </a:cxnLst>
              <a:rect l="0" t="0" r="r" b="b"/>
              <a:pathLst>
                <a:path w="20" h="11">
                  <a:moveTo>
                    <a:pt x="10" y="11"/>
                  </a:moveTo>
                  <a:cubicBezTo>
                    <a:pt x="5" y="11"/>
                    <a:pt x="0" y="8"/>
                    <a:pt x="0" y="5"/>
                  </a:cubicBezTo>
                  <a:cubicBezTo>
                    <a:pt x="0" y="2"/>
                    <a:pt x="4" y="0"/>
                    <a:pt x="10" y="0"/>
                  </a:cubicBezTo>
                  <a:cubicBezTo>
                    <a:pt x="16" y="0"/>
                    <a:pt x="20" y="2"/>
                    <a:pt x="20" y="5"/>
                  </a:cubicBezTo>
                  <a:cubicBezTo>
                    <a:pt x="20" y="8"/>
                    <a:pt x="16" y="11"/>
                    <a:pt x="10" y="11"/>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6" name="Freeform 170"/>
            <p:cNvSpPr>
              <a:spLocks noEditPoints="1"/>
            </p:cNvSpPr>
            <p:nvPr/>
          </p:nvSpPr>
          <p:spPr bwMode="auto">
            <a:xfrm>
              <a:off x="3925888" y="6078537"/>
              <a:ext cx="63500" cy="36512"/>
            </a:xfrm>
            <a:custGeom>
              <a:avLst/>
              <a:gdLst>
                <a:gd name="T0" fmla="*/ 11 w 23"/>
                <a:gd name="T1" fmla="*/ 1 h 13"/>
                <a:gd name="T2" fmla="*/ 20 w 23"/>
                <a:gd name="T3" fmla="*/ 6 h 13"/>
                <a:gd name="T4" fmla="*/ 11 w 23"/>
                <a:gd name="T5" fmla="*/ 11 h 13"/>
                <a:gd name="T6" fmla="*/ 2 w 23"/>
                <a:gd name="T7" fmla="*/ 6 h 13"/>
                <a:gd name="T8" fmla="*/ 11 w 23"/>
                <a:gd name="T9" fmla="*/ 1 h 13"/>
                <a:gd name="T10" fmla="*/ 11 w 23"/>
                <a:gd name="T11" fmla="*/ 0 h 13"/>
                <a:gd name="T12" fmla="*/ 0 w 23"/>
                <a:gd name="T13" fmla="*/ 6 h 13"/>
                <a:gd name="T14" fmla="*/ 11 w 23"/>
                <a:gd name="T15" fmla="*/ 13 h 13"/>
                <a:gd name="T16" fmla="*/ 23 w 23"/>
                <a:gd name="T17" fmla="*/ 6 h 13"/>
                <a:gd name="T18" fmla="*/ 11 w 23"/>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3">
                  <a:moveTo>
                    <a:pt x="11" y="1"/>
                  </a:moveTo>
                  <a:cubicBezTo>
                    <a:pt x="16" y="1"/>
                    <a:pt x="20" y="4"/>
                    <a:pt x="20" y="6"/>
                  </a:cubicBezTo>
                  <a:cubicBezTo>
                    <a:pt x="20" y="9"/>
                    <a:pt x="16" y="11"/>
                    <a:pt x="11" y="11"/>
                  </a:cubicBezTo>
                  <a:cubicBezTo>
                    <a:pt x="6" y="11"/>
                    <a:pt x="2" y="9"/>
                    <a:pt x="2" y="6"/>
                  </a:cubicBezTo>
                  <a:cubicBezTo>
                    <a:pt x="2" y="4"/>
                    <a:pt x="6" y="1"/>
                    <a:pt x="11" y="1"/>
                  </a:cubicBezTo>
                  <a:moveTo>
                    <a:pt x="11" y="0"/>
                  </a:moveTo>
                  <a:cubicBezTo>
                    <a:pt x="5" y="0"/>
                    <a:pt x="0" y="3"/>
                    <a:pt x="0" y="6"/>
                  </a:cubicBezTo>
                  <a:cubicBezTo>
                    <a:pt x="0" y="10"/>
                    <a:pt x="5" y="13"/>
                    <a:pt x="11" y="13"/>
                  </a:cubicBezTo>
                  <a:cubicBezTo>
                    <a:pt x="18" y="13"/>
                    <a:pt x="23" y="10"/>
                    <a:pt x="23" y="6"/>
                  </a:cubicBezTo>
                  <a:cubicBezTo>
                    <a:pt x="23" y="3"/>
                    <a:pt x="17" y="0"/>
                    <a:pt x="1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7" name="Freeform 171"/>
            <p:cNvSpPr>
              <a:spLocks/>
            </p:cNvSpPr>
            <p:nvPr/>
          </p:nvSpPr>
          <p:spPr bwMode="auto">
            <a:xfrm>
              <a:off x="3941763" y="5916612"/>
              <a:ext cx="57150" cy="30162"/>
            </a:xfrm>
            <a:custGeom>
              <a:avLst/>
              <a:gdLst>
                <a:gd name="T0" fmla="*/ 10 w 20"/>
                <a:gd name="T1" fmla="*/ 11 h 11"/>
                <a:gd name="T2" fmla="*/ 0 w 20"/>
                <a:gd name="T3" fmla="*/ 5 h 11"/>
                <a:gd name="T4" fmla="*/ 9 w 20"/>
                <a:gd name="T5" fmla="*/ 0 h 11"/>
                <a:gd name="T6" fmla="*/ 19 w 20"/>
                <a:gd name="T7" fmla="*/ 5 h 11"/>
                <a:gd name="T8" fmla="*/ 10 w 20"/>
                <a:gd name="T9" fmla="*/ 11 h 11"/>
              </a:gdLst>
              <a:ahLst/>
              <a:cxnLst>
                <a:cxn ang="0">
                  <a:pos x="T0" y="T1"/>
                </a:cxn>
                <a:cxn ang="0">
                  <a:pos x="T2" y="T3"/>
                </a:cxn>
                <a:cxn ang="0">
                  <a:pos x="T4" y="T5"/>
                </a:cxn>
                <a:cxn ang="0">
                  <a:pos x="T6" y="T7"/>
                </a:cxn>
                <a:cxn ang="0">
                  <a:pos x="T8" y="T9"/>
                </a:cxn>
              </a:cxnLst>
              <a:rect l="0" t="0" r="r" b="b"/>
              <a:pathLst>
                <a:path w="20" h="11">
                  <a:moveTo>
                    <a:pt x="10" y="11"/>
                  </a:moveTo>
                  <a:cubicBezTo>
                    <a:pt x="4" y="11"/>
                    <a:pt x="0" y="8"/>
                    <a:pt x="0" y="5"/>
                  </a:cubicBezTo>
                  <a:cubicBezTo>
                    <a:pt x="0" y="3"/>
                    <a:pt x="4" y="0"/>
                    <a:pt x="9" y="0"/>
                  </a:cubicBezTo>
                  <a:cubicBezTo>
                    <a:pt x="15" y="0"/>
                    <a:pt x="19" y="3"/>
                    <a:pt x="19" y="5"/>
                  </a:cubicBezTo>
                  <a:cubicBezTo>
                    <a:pt x="20" y="8"/>
                    <a:pt x="15" y="11"/>
                    <a:pt x="10" y="11"/>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8" name="Freeform 172"/>
            <p:cNvSpPr>
              <a:spLocks noEditPoints="1"/>
            </p:cNvSpPr>
            <p:nvPr/>
          </p:nvSpPr>
          <p:spPr bwMode="auto">
            <a:xfrm>
              <a:off x="3937000" y="5916612"/>
              <a:ext cx="63500" cy="33337"/>
            </a:xfrm>
            <a:custGeom>
              <a:avLst/>
              <a:gdLst>
                <a:gd name="T0" fmla="*/ 11 w 23"/>
                <a:gd name="T1" fmla="*/ 1 h 12"/>
                <a:gd name="T2" fmla="*/ 20 w 23"/>
                <a:gd name="T3" fmla="*/ 5 h 12"/>
                <a:gd name="T4" fmla="*/ 12 w 23"/>
                <a:gd name="T5" fmla="*/ 10 h 12"/>
                <a:gd name="T6" fmla="*/ 3 w 23"/>
                <a:gd name="T7" fmla="*/ 5 h 12"/>
                <a:gd name="T8" fmla="*/ 11 w 23"/>
                <a:gd name="T9" fmla="*/ 1 h 12"/>
                <a:gd name="T10" fmla="*/ 11 w 23"/>
                <a:gd name="T11" fmla="*/ 0 h 12"/>
                <a:gd name="T12" fmla="*/ 0 w 23"/>
                <a:gd name="T13" fmla="*/ 5 h 12"/>
                <a:gd name="T14" fmla="*/ 12 w 23"/>
                <a:gd name="T15" fmla="*/ 12 h 12"/>
                <a:gd name="T16" fmla="*/ 23 w 23"/>
                <a:gd name="T17" fmla="*/ 5 h 12"/>
                <a:gd name="T18" fmla="*/ 11 w 23"/>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2">
                  <a:moveTo>
                    <a:pt x="11" y="1"/>
                  </a:moveTo>
                  <a:cubicBezTo>
                    <a:pt x="16" y="1"/>
                    <a:pt x="20" y="3"/>
                    <a:pt x="20" y="5"/>
                  </a:cubicBezTo>
                  <a:cubicBezTo>
                    <a:pt x="20" y="8"/>
                    <a:pt x="16" y="10"/>
                    <a:pt x="12" y="10"/>
                  </a:cubicBezTo>
                  <a:cubicBezTo>
                    <a:pt x="7" y="10"/>
                    <a:pt x="3" y="8"/>
                    <a:pt x="3" y="5"/>
                  </a:cubicBezTo>
                  <a:cubicBezTo>
                    <a:pt x="3" y="3"/>
                    <a:pt x="7" y="1"/>
                    <a:pt x="11" y="1"/>
                  </a:cubicBezTo>
                  <a:moveTo>
                    <a:pt x="11" y="0"/>
                  </a:moveTo>
                  <a:cubicBezTo>
                    <a:pt x="5" y="0"/>
                    <a:pt x="0" y="2"/>
                    <a:pt x="0" y="5"/>
                  </a:cubicBezTo>
                  <a:cubicBezTo>
                    <a:pt x="1" y="9"/>
                    <a:pt x="6" y="12"/>
                    <a:pt x="12" y="12"/>
                  </a:cubicBezTo>
                  <a:cubicBezTo>
                    <a:pt x="18" y="12"/>
                    <a:pt x="23" y="9"/>
                    <a:pt x="23" y="5"/>
                  </a:cubicBezTo>
                  <a:cubicBezTo>
                    <a:pt x="23" y="2"/>
                    <a:pt x="17" y="0"/>
                    <a:pt x="1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9" name="Freeform 173"/>
            <p:cNvSpPr>
              <a:spLocks/>
            </p:cNvSpPr>
            <p:nvPr/>
          </p:nvSpPr>
          <p:spPr bwMode="auto">
            <a:xfrm>
              <a:off x="3773488" y="5672137"/>
              <a:ext cx="53975" cy="28575"/>
            </a:xfrm>
            <a:custGeom>
              <a:avLst/>
              <a:gdLst>
                <a:gd name="T0" fmla="*/ 9 w 19"/>
                <a:gd name="T1" fmla="*/ 10 h 10"/>
                <a:gd name="T2" fmla="*/ 0 w 19"/>
                <a:gd name="T3" fmla="*/ 5 h 10"/>
                <a:gd name="T4" fmla="*/ 9 w 19"/>
                <a:gd name="T5" fmla="*/ 0 h 10"/>
                <a:gd name="T6" fmla="*/ 19 w 19"/>
                <a:gd name="T7" fmla="*/ 5 h 10"/>
                <a:gd name="T8" fmla="*/ 9 w 19"/>
                <a:gd name="T9" fmla="*/ 10 h 10"/>
              </a:gdLst>
              <a:ahLst/>
              <a:cxnLst>
                <a:cxn ang="0">
                  <a:pos x="T0" y="T1"/>
                </a:cxn>
                <a:cxn ang="0">
                  <a:pos x="T2" y="T3"/>
                </a:cxn>
                <a:cxn ang="0">
                  <a:pos x="T4" y="T5"/>
                </a:cxn>
                <a:cxn ang="0">
                  <a:pos x="T6" y="T7"/>
                </a:cxn>
                <a:cxn ang="0">
                  <a:pos x="T8" y="T9"/>
                </a:cxn>
              </a:cxnLst>
              <a:rect l="0" t="0" r="r" b="b"/>
              <a:pathLst>
                <a:path w="19" h="10">
                  <a:moveTo>
                    <a:pt x="9" y="10"/>
                  </a:moveTo>
                  <a:cubicBezTo>
                    <a:pt x="4" y="10"/>
                    <a:pt x="0" y="8"/>
                    <a:pt x="0" y="5"/>
                  </a:cubicBezTo>
                  <a:cubicBezTo>
                    <a:pt x="0" y="2"/>
                    <a:pt x="4" y="0"/>
                    <a:pt x="9" y="0"/>
                  </a:cubicBezTo>
                  <a:cubicBezTo>
                    <a:pt x="14" y="0"/>
                    <a:pt x="18" y="2"/>
                    <a:pt x="19" y="5"/>
                  </a:cubicBezTo>
                  <a:cubicBezTo>
                    <a:pt x="19" y="8"/>
                    <a:pt x="14" y="10"/>
                    <a:pt x="9" y="10"/>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0" name="Freeform 174"/>
            <p:cNvSpPr>
              <a:spLocks noEditPoints="1"/>
            </p:cNvSpPr>
            <p:nvPr/>
          </p:nvSpPr>
          <p:spPr bwMode="auto">
            <a:xfrm>
              <a:off x="3771900" y="5672137"/>
              <a:ext cx="58738" cy="31750"/>
            </a:xfrm>
            <a:custGeom>
              <a:avLst/>
              <a:gdLst>
                <a:gd name="T0" fmla="*/ 10 w 21"/>
                <a:gd name="T1" fmla="*/ 1 h 11"/>
                <a:gd name="T2" fmla="*/ 18 w 21"/>
                <a:gd name="T3" fmla="*/ 5 h 11"/>
                <a:gd name="T4" fmla="*/ 10 w 21"/>
                <a:gd name="T5" fmla="*/ 9 h 11"/>
                <a:gd name="T6" fmla="*/ 2 w 21"/>
                <a:gd name="T7" fmla="*/ 5 h 11"/>
                <a:gd name="T8" fmla="*/ 10 w 21"/>
                <a:gd name="T9" fmla="*/ 1 h 11"/>
                <a:gd name="T10" fmla="*/ 10 w 21"/>
                <a:gd name="T11" fmla="*/ 0 h 11"/>
                <a:gd name="T12" fmla="*/ 0 w 21"/>
                <a:gd name="T13" fmla="*/ 5 h 11"/>
                <a:gd name="T14" fmla="*/ 10 w 21"/>
                <a:gd name="T15" fmla="*/ 11 h 11"/>
                <a:gd name="T16" fmla="*/ 21 w 21"/>
                <a:gd name="T17" fmla="*/ 5 h 11"/>
                <a:gd name="T18" fmla="*/ 10 w 21"/>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11">
                  <a:moveTo>
                    <a:pt x="10" y="1"/>
                  </a:moveTo>
                  <a:cubicBezTo>
                    <a:pt x="15" y="1"/>
                    <a:pt x="18" y="3"/>
                    <a:pt x="18" y="5"/>
                  </a:cubicBezTo>
                  <a:cubicBezTo>
                    <a:pt x="18" y="7"/>
                    <a:pt x="15" y="9"/>
                    <a:pt x="10" y="9"/>
                  </a:cubicBezTo>
                  <a:cubicBezTo>
                    <a:pt x="6" y="9"/>
                    <a:pt x="2" y="7"/>
                    <a:pt x="2" y="5"/>
                  </a:cubicBezTo>
                  <a:cubicBezTo>
                    <a:pt x="2" y="3"/>
                    <a:pt x="6" y="1"/>
                    <a:pt x="10" y="1"/>
                  </a:cubicBezTo>
                  <a:moveTo>
                    <a:pt x="10" y="0"/>
                  </a:moveTo>
                  <a:cubicBezTo>
                    <a:pt x="4" y="0"/>
                    <a:pt x="0" y="2"/>
                    <a:pt x="0" y="5"/>
                  </a:cubicBezTo>
                  <a:cubicBezTo>
                    <a:pt x="0" y="8"/>
                    <a:pt x="4" y="11"/>
                    <a:pt x="10" y="11"/>
                  </a:cubicBezTo>
                  <a:cubicBezTo>
                    <a:pt x="16" y="11"/>
                    <a:pt x="21" y="8"/>
                    <a:pt x="21" y="5"/>
                  </a:cubicBezTo>
                  <a:cubicBezTo>
                    <a:pt x="21" y="2"/>
                    <a:pt x="16" y="0"/>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1" name="Freeform 175"/>
            <p:cNvSpPr>
              <a:spLocks/>
            </p:cNvSpPr>
            <p:nvPr/>
          </p:nvSpPr>
          <p:spPr bwMode="auto">
            <a:xfrm>
              <a:off x="4300538" y="5400675"/>
              <a:ext cx="53975" cy="25400"/>
            </a:xfrm>
            <a:custGeom>
              <a:avLst/>
              <a:gdLst>
                <a:gd name="T0" fmla="*/ 10 w 19"/>
                <a:gd name="T1" fmla="*/ 9 h 9"/>
                <a:gd name="T2" fmla="*/ 1 w 19"/>
                <a:gd name="T3" fmla="*/ 5 h 9"/>
                <a:gd name="T4" fmla="*/ 9 w 19"/>
                <a:gd name="T5" fmla="*/ 0 h 9"/>
                <a:gd name="T6" fmla="*/ 19 w 19"/>
                <a:gd name="T7" fmla="*/ 5 h 9"/>
                <a:gd name="T8" fmla="*/ 10 w 19"/>
                <a:gd name="T9" fmla="*/ 9 h 9"/>
              </a:gdLst>
              <a:ahLst/>
              <a:cxnLst>
                <a:cxn ang="0">
                  <a:pos x="T0" y="T1"/>
                </a:cxn>
                <a:cxn ang="0">
                  <a:pos x="T2" y="T3"/>
                </a:cxn>
                <a:cxn ang="0">
                  <a:pos x="T4" y="T5"/>
                </a:cxn>
                <a:cxn ang="0">
                  <a:pos x="T6" y="T7"/>
                </a:cxn>
                <a:cxn ang="0">
                  <a:pos x="T8" y="T9"/>
                </a:cxn>
              </a:cxnLst>
              <a:rect l="0" t="0" r="r" b="b"/>
              <a:pathLst>
                <a:path w="19" h="9">
                  <a:moveTo>
                    <a:pt x="10" y="9"/>
                  </a:moveTo>
                  <a:cubicBezTo>
                    <a:pt x="5" y="9"/>
                    <a:pt x="1" y="7"/>
                    <a:pt x="1" y="5"/>
                  </a:cubicBezTo>
                  <a:cubicBezTo>
                    <a:pt x="0" y="2"/>
                    <a:pt x="4" y="0"/>
                    <a:pt x="9" y="0"/>
                  </a:cubicBezTo>
                  <a:cubicBezTo>
                    <a:pt x="14" y="0"/>
                    <a:pt x="18" y="2"/>
                    <a:pt x="19" y="5"/>
                  </a:cubicBezTo>
                  <a:cubicBezTo>
                    <a:pt x="19" y="7"/>
                    <a:pt x="15" y="9"/>
                    <a:pt x="10" y="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2" name="Freeform 176"/>
            <p:cNvSpPr>
              <a:spLocks noEditPoints="1"/>
            </p:cNvSpPr>
            <p:nvPr/>
          </p:nvSpPr>
          <p:spPr bwMode="auto">
            <a:xfrm>
              <a:off x="4298950" y="5397500"/>
              <a:ext cx="58738" cy="31750"/>
            </a:xfrm>
            <a:custGeom>
              <a:avLst/>
              <a:gdLst>
                <a:gd name="T0" fmla="*/ 10 w 21"/>
                <a:gd name="T1" fmla="*/ 2 h 11"/>
                <a:gd name="T2" fmla="*/ 18 w 21"/>
                <a:gd name="T3" fmla="*/ 6 h 11"/>
                <a:gd name="T4" fmla="*/ 11 w 21"/>
                <a:gd name="T5" fmla="*/ 10 h 11"/>
                <a:gd name="T6" fmla="*/ 3 w 21"/>
                <a:gd name="T7" fmla="*/ 6 h 11"/>
                <a:gd name="T8" fmla="*/ 10 w 21"/>
                <a:gd name="T9" fmla="*/ 2 h 11"/>
                <a:gd name="T10" fmla="*/ 10 w 21"/>
                <a:gd name="T11" fmla="*/ 1 h 11"/>
                <a:gd name="T12" fmla="*/ 1 w 21"/>
                <a:gd name="T13" fmla="*/ 6 h 11"/>
                <a:gd name="T14" fmla="*/ 11 w 21"/>
                <a:gd name="T15" fmla="*/ 11 h 11"/>
                <a:gd name="T16" fmla="*/ 21 w 21"/>
                <a:gd name="T17" fmla="*/ 6 h 11"/>
                <a:gd name="T18" fmla="*/ 10 w 21"/>
                <a:gd name="T19"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11">
                  <a:moveTo>
                    <a:pt x="10" y="2"/>
                  </a:moveTo>
                  <a:cubicBezTo>
                    <a:pt x="14" y="2"/>
                    <a:pt x="18" y="3"/>
                    <a:pt x="18" y="6"/>
                  </a:cubicBezTo>
                  <a:cubicBezTo>
                    <a:pt x="19" y="8"/>
                    <a:pt x="15" y="10"/>
                    <a:pt x="11" y="10"/>
                  </a:cubicBezTo>
                  <a:cubicBezTo>
                    <a:pt x="7" y="10"/>
                    <a:pt x="3" y="8"/>
                    <a:pt x="3" y="6"/>
                  </a:cubicBezTo>
                  <a:cubicBezTo>
                    <a:pt x="3" y="3"/>
                    <a:pt x="6" y="2"/>
                    <a:pt x="10" y="2"/>
                  </a:cubicBezTo>
                  <a:moveTo>
                    <a:pt x="10" y="1"/>
                  </a:moveTo>
                  <a:cubicBezTo>
                    <a:pt x="4" y="1"/>
                    <a:pt x="0" y="3"/>
                    <a:pt x="1" y="6"/>
                  </a:cubicBezTo>
                  <a:cubicBezTo>
                    <a:pt x="1" y="8"/>
                    <a:pt x="6" y="11"/>
                    <a:pt x="11" y="11"/>
                  </a:cubicBezTo>
                  <a:cubicBezTo>
                    <a:pt x="17" y="11"/>
                    <a:pt x="21" y="8"/>
                    <a:pt x="21" y="6"/>
                  </a:cubicBezTo>
                  <a:cubicBezTo>
                    <a:pt x="20" y="3"/>
                    <a:pt x="16"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3" name="Freeform 177"/>
            <p:cNvSpPr>
              <a:spLocks/>
            </p:cNvSpPr>
            <p:nvPr/>
          </p:nvSpPr>
          <p:spPr bwMode="auto">
            <a:xfrm>
              <a:off x="4552950" y="5562600"/>
              <a:ext cx="57150" cy="25400"/>
            </a:xfrm>
            <a:custGeom>
              <a:avLst/>
              <a:gdLst>
                <a:gd name="T0" fmla="*/ 11 w 20"/>
                <a:gd name="T1" fmla="*/ 9 h 9"/>
                <a:gd name="T2" fmla="*/ 1 w 20"/>
                <a:gd name="T3" fmla="*/ 5 h 9"/>
                <a:gd name="T4" fmla="*/ 9 w 20"/>
                <a:gd name="T5" fmla="*/ 0 h 9"/>
                <a:gd name="T6" fmla="*/ 19 w 20"/>
                <a:gd name="T7" fmla="*/ 5 h 9"/>
                <a:gd name="T8" fmla="*/ 11 w 20"/>
                <a:gd name="T9" fmla="*/ 9 h 9"/>
              </a:gdLst>
              <a:ahLst/>
              <a:cxnLst>
                <a:cxn ang="0">
                  <a:pos x="T0" y="T1"/>
                </a:cxn>
                <a:cxn ang="0">
                  <a:pos x="T2" y="T3"/>
                </a:cxn>
                <a:cxn ang="0">
                  <a:pos x="T4" y="T5"/>
                </a:cxn>
                <a:cxn ang="0">
                  <a:pos x="T6" y="T7"/>
                </a:cxn>
                <a:cxn ang="0">
                  <a:pos x="T8" y="T9"/>
                </a:cxn>
              </a:cxnLst>
              <a:rect l="0" t="0" r="r" b="b"/>
              <a:pathLst>
                <a:path w="20" h="9">
                  <a:moveTo>
                    <a:pt x="11" y="9"/>
                  </a:moveTo>
                  <a:cubicBezTo>
                    <a:pt x="6" y="9"/>
                    <a:pt x="1" y="7"/>
                    <a:pt x="1" y="5"/>
                  </a:cubicBezTo>
                  <a:cubicBezTo>
                    <a:pt x="0" y="2"/>
                    <a:pt x="4" y="0"/>
                    <a:pt x="9" y="0"/>
                  </a:cubicBezTo>
                  <a:cubicBezTo>
                    <a:pt x="14" y="0"/>
                    <a:pt x="19" y="2"/>
                    <a:pt x="19" y="5"/>
                  </a:cubicBezTo>
                  <a:cubicBezTo>
                    <a:pt x="20" y="7"/>
                    <a:pt x="16" y="9"/>
                    <a:pt x="11" y="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4" name="Freeform 178"/>
            <p:cNvSpPr>
              <a:spLocks noEditPoints="1"/>
            </p:cNvSpPr>
            <p:nvPr/>
          </p:nvSpPr>
          <p:spPr bwMode="auto">
            <a:xfrm>
              <a:off x="4551363" y="5561012"/>
              <a:ext cx="60325" cy="30162"/>
            </a:xfrm>
            <a:custGeom>
              <a:avLst/>
              <a:gdLst>
                <a:gd name="T0" fmla="*/ 10 w 22"/>
                <a:gd name="T1" fmla="*/ 2 h 11"/>
                <a:gd name="T2" fmla="*/ 19 w 22"/>
                <a:gd name="T3" fmla="*/ 6 h 11"/>
                <a:gd name="T4" fmla="*/ 12 w 22"/>
                <a:gd name="T5" fmla="*/ 10 h 11"/>
                <a:gd name="T6" fmla="*/ 3 w 22"/>
                <a:gd name="T7" fmla="*/ 6 h 11"/>
                <a:gd name="T8" fmla="*/ 10 w 22"/>
                <a:gd name="T9" fmla="*/ 2 h 11"/>
                <a:gd name="T10" fmla="*/ 10 w 22"/>
                <a:gd name="T11" fmla="*/ 0 h 11"/>
                <a:gd name="T12" fmla="*/ 1 w 22"/>
                <a:gd name="T13" fmla="*/ 6 h 11"/>
                <a:gd name="T14" fmla="*/ 12 w 22"/>
                <a:gd name="T15" fmla="*/ 11 h 11"/>
                <a:gd name="T16" fmla="*/ 21 w 22"/>
                <a:gd name="T17" fmla="*/ 6 h 11"/>
                <a:gd name="T18" fmla="*/ 10 w 22"/>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1">
                  <a:moveTo>
                    <a:pt x="10" y="2"/>
                  </a:moveTo>
                  <a:cubicBezTo>
                    <a:pt x="15" y="2"/>
                    <a:pt x="19" y="4"/>
                    <a:pt x="19" y="6"/>
                  </a:cubicBezTo>
                  <a:cubicBezTo>
                    <a:pt x="19" y="8"/>
                    <a:pt x="16" y="10"/>
                    <a:pt x="12" y="10"/>
                  </a:cubicBezTo>
                  <a:cubicBezTo>
                    <a:pt x="7" y="10"/>
                    <a:pt x="3" y="8"/>
                    <a:pt x="3" y="6"/>
                  </a:cubicBezTo>
                  <a:cubicBezTo>
                    <a:pt x="3" y="4"/>
                    <a:pt x="6" y="2"/>
                    <a:pt x="10" y="2"/>
                  </a:cubicBezTo>
                  <a:moveTo>
                    <a:pt x="10" y="0"/>
                  </a:moveTo>
                  <a:cubicBezTo>
                    <a:pt x="4" y="1"/>
                    <a:pt x="0" y="3"/>
                    <a:pt x="1" y="6"/>
                  </a:cubicBezTo>
                  <a:cubicBezTo>
                    <a:pt x="1" y="9"/>
                    <a:pt x="6" y="11"/>
                    <a:pt x="12" y="11"/>
                  </a:cubicBezTo>
                  <a:cubicBezTo>
                    <a:pt x="18" y="11"/>
                    <a:pt x="22" y="9"/>
                    <a:pt x="21" y="6"/>
                  </a:cubicBezTo>
                  <a:cubicBezTo>
                    <a:pt x="21" y="3"/>
                    <a:pt x="16" y="0"/>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5" name="Freeform 179"/>
            <p:cNvSpPr>
              <a:spLocks/>
            </p:cNvSpPr>
            <p:nvPr/>
          </p:nvSpPr>
          <p:spPr bwMode="auto">
            <a:xfrm>
              <a:off x="4500563" y="5683250"/>
              <a:ext cx="41275" cy="20637"/>
            </a:xfrm>
            <a:custGeom>
              <a:avLst/>
              <a:gdLst>
                <a:gd name="T0" fmla="*/ 8 w 15"/>
                <a:gd name="T1" fmla="*/ 7 h 7"/>
                <a:gd name="T2" fmla="*/ 0 w 15"/>
                <a:gd name="T3" fmla="*/ 4 h 7"/>
                <a:gd name="T4" fmla="*/ 7 w 15"/>
                <a:gd name="T5" fmla="*/ 0 h 7"/>
                <a:gd name="T6" fmla="*/ 15 w 15"/>
                <a:gd name="T7" fmla="*/ 4 h 7"/>
                <a:gd name="T8" fmla="*/ 8 w 15"/>
                <a:gd name="T9" fmla="*/ 7 h 7"/>
              </a:gdLst>
              <a:ahLst/>
              <a:cxnLst>
                <a:cxn ang="0">
                  <a:pos x="T0" y="T1"/>
                </a:cxn>
                <a:cxn ang="0">
                  <a:pos x="T2" y="T3"/>
                </a:cxn>
                <a:cxn ang="0">
                  <a:pos x="T4" y="T5"/>
                </a:cxn>
                <a:cxn ang="0">
                  <a:pos x="T6" y="T7"/>
                </a:cxn>
                <a:cxn ang="0">
                  <a:pos x="T8" y="T9"/>
                </a:cxn>
              </a:cxnLst>
              <a:rect l="0" t="0" r="r" b="b"/>
              <a:pathLst>
                <a:path w="15" h="7">
                  <a:moveTo>
                    <a:pt x="8" y="7"/>
                  </a:moveTo>
                  <a:cubicBezTo>
                    <a:pt x="4" y="7"/>
                    <a:pt x="0" y="6"/>
                    <a:pt x="0" y="4"/>
                  </a:cubicBezTo>
                  <a:cubicBezTo>
                    <a:pt x="0" y="2"/>
                    <a:pt x="3" y="0"/>
                    <a:pt x="7" y="0"/>
                  </a:cubicBezTo>
                  <a:cubicBezTo>
                    <a:pt x="11" y="0"/>
                    <a:pt x="14" y="2"/>
                    <a:pt x="15" y="4"/>
                  </a:cubicBezTo>
                  <a:cubicBezTo>
                    <a:pt x="15" y="6"/>
                    <a:pt x="12" y="7"/>
                    <a:pt x="8" y="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6" name="Freeform 180"/>
            <p:cNvSpPr>
              <a:spLocks noEditPoints="1"/>
            </p:cNvSpPr>
            <p:nvPr/>
          </p:nvSpPr>
          <p:spPr bwMode="auto">
            <a:xfrm>
              <a:off x="4494213" y="5681662"/>
              <a:ext cx="50800" cy="23812"/>
            </a:xfrm>
            <a:custGeom>
              <a:avLst/>
              <a:gdLst>
                <a:gd name="T0" fmla="*/ 9 w 18"/>
                <a:gd name="T1" fmla="*/ 2 h 9"/>
                <a:gd name="T2" fmla="*/ 15 w 18"/>
                <a:gd name="T3" fmla="*/ 5 h 9"/>
                <a:gd name="T4" fmla="*/ 10 w 18"/>
                <a:gd name="T5" fmla="*/ 8 h 9"/>
                <a:gd name="T6" fmla="*/ 3 w 18"/>
                <a:gd name="T7" fmla="*/ 5 h 9"/>
                <a:gd name="T8" fmla="*/ 9 w 18"/>
                <a:gd name="T9" fmla="*/ 2 h 9"/>
                <a:gd name="T10" fmla="*/ 9 w 18"/>
                <a:gd name="T11" fmla="*/ 0 h 9"/>
                <a:gd name="T12" fmla="*/ 1 w 18"/>
                <a:gd name="T13" fmla="*/ 5 h 9"/>
                <a:gd name="T14" fmla="*/ 10 w 18"/>
                <a:gd name="T15" fmla="*/ 9 h 9"/>
                <a:gd name="T16" fmla="*/ 18 w 18"/>
                <a:gd name="T17" fmla="*/ 5 h 9"/>
                <a:gd name="T18" fmla="*/ 9 w 18"/>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9">
                  <a:moveTo>
                    <a:pt x="9" y="2"/>
                  </a:moveTo>
                  <a:cubicBezTo>
                    <a:pt x="12" y="2"/>
                    <a:pt x="15" y="3"/>
                    <a:pt x="15" y="5"/>
                  </a:cubicBezTo>
                  <a:cubicBezTo>
                    <a:pt x="16" y="6"/>
                    <a:pt x="13" y="8"/>
                    <a:pt x="10" y="8"/>
                  </a:cubicBezTo>
                  <a:cubicBezTo>
                    <a:pt x="6" y="8"/>
                    <a:pt x="3" y="6"/>
                    <a:pt x="3" y="5"/>
                  </a:cubicBezTo>
                  <a:cubicBezTo>
                    <a:pt x="3" y="3"/>
                    <a:pt x="5" y="2"/>
                    <a:pt x="9" y="2"/>
                  </a:cubicBezTo>
                  <a:moveTo>
                    <a:pt x="9" y="0"/>
                  </a:moveTo>
                  <a:cubicBezTo>
                    <a:pt x="4" y="0"/>
                    <a:pt x="0" y="2"/>
                    <a:pt x="1" y="5"/>
                  </a:cubicBezTo>
                  <a:cubicBezTo>
                    <a:pt x="1" y="7"/>
                    <a:pt x="5" y="9"/>
                    <a:pt x="10" y="9"/>
                  </a:cubicBezTo>
                  <a:cubicBezTo>
                    <a:pt x="15" y="9"/>
                    <a:pt x="18" y="7"/>
                    <a:pt x="18" y="5"/>
                  </a:cubicBezTo>
                  <a:cubicBezTo>
                    <a:pt x="17" y="2"/>
                    <a:pt x="13" y="0"/>
                    <a:pt x="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7" name="Freeform 181"/>
            <p:cNvSpPr>
              <a:spLocks/>
            </p:cNvSpPr>
            <p:nvPr/>
          </p:nvSpPr>
          <p:spPr bwMode="auto">
            <a:xfrm>
              <a:off x="4197350" y="5634037"/>
              <a:ext cx="41275" cy="22225"/>
            </a:xfrm>
            <a:custGeom>
              <a:avLst/>
              <a:gdLst>
                <a:gd name="T0" fmla="*/ 8 w 15"/>
                <a:gd name="T1" fmla="*/ 8 h 8"/>
                <a:gd name="T2" fmla="*/ 0 w 15"/>
                <a:gd name="T3" fmla="*/ 4 h 8"/>
                <a:gd name="T4" fmla="*/ 7 w 15"/>
                <a:gd name="T5" fmla="*/ 1 h 8"/>
                <a:gd name="T6" fmla="*/ 15 w 15"/>
                <a:gd name="T7" fmla="*/ 4 h 8"/>
                <a:gd name="T8" fmla="*/ 8 w 15"/>
                <a:gd name="T9" fmla="*/ 8 h 8"/>
              </a:gdLst>
              <a:ahLst/>
              <a:cxnLst>
                <a:cxn ang="0">
                  <a:pos x="T0" y="T1"/>
                </a:cxn>
                <a:cxn ang="0">
                  <a:pos x="T2" y="T3"/>
                </a:cxn>
                <a:cxn ang="0">
                  <a:pos x="T4" y="T5"/>
                </a:cxn>
                <a:cxn ang="0">
                  <a:pos x="T6" y="T7"/>
                </a:cxn>
                <a:cxn ang="0">
                  <a:pos x="T8" y="T9"/>
                </a:cxn>
              </a:cxnLst>
              <a:rect l="0" t="0" r="r" b="b"/>
              <a:pathLst>
                <a:path w="15" h="8">
                  <a:moveTo>
                    <a:pt x="8" y="8"/>
                  </a:moveTo>
                  <a:cubicBezTo>
                    <a:pt x="4" y="8"/>
                    <a:pt x="1" y="6"/>
                    <a:pt x="0" y="4"/>
                  </a:cubicBezTo>
                  <a:cubicBezTo>
                    <a:pt x="0" y="2"/>
                    <a:pt x="3" y="1"/>
                    <a:pt x="7" y="1"/>
                  </a:cubicBezTo>
                  <a:cubicBezTo>
                    <a:pt x="11" y="0"/>
                    <a:pt x="15" y="2"/>
                    <a:pt x="15" y="4"/>
                  </a:cubicBezTo>
                  <a:cubicBezTo>
                    <a:pt x="15" y="6"/>
                    <a:pt x="12" y="8"/>
                    <a:pt x="8" y="8"/>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8" name="Freeform 182"/>
            <p:cNvSpPr>
              <a:spLocks noEditPoints="1"/>
            </p:cNvSpPr>
            <p:nvPr/>
          </p:nvSpPr>
          <p:spPr bwMode="auto">
            <a:xfrm>
              <a:off x="4194175" y="5634037"/>
              <a:ext cx="47625" cy="23812"/>
            </a:xfrm>
            <a:custGeom>
              <a:avLst/>
              <a:gdLst>
                <a:gd name="T0" fmla="*/ 8 w 17"/>
                <a:gd name="T1" fmla="*/ 1 h 9"/>
                <a:gd name="T2" fmla="*/ 15 w 17"/>
                <a:gd name="T3" fmla="*/ 4 h 9"/>
                <a:gd name="T4" fmla="*/ 9 w 17"/>
                <a:gd name="T5" fmla="*/ 7 h 9"/>
                <a:gd name="T6" fmla="*/ 3 w 17"/>
                <a:gd name="T7" fmla="*/ 4 h 9"/>
                <a:gd name="T8" fmla="*/ 8 w 17"/>
                <a:gd name="T9" fmla="*/ 1 h 9"/>
                <a:gd name="T10" fmla="*/ 8 w 17"/>
                <a:gd name="T11" fmla="*/ 0 h 9"/>
                <a:gd name="T12" fmla="*/ 0 w 17"/>
                <a:gd name="T13" fmla="*/ 4 h 9"/>
                <a:gd name="T14" fmla="*/ 9 w 17"/>
                <a:gd name="T15" fmla="*/ 9 h 9"/>
                <a:gd name="T16" fmla="*/ 17 w 17"/>
                <a:gd name="T17" fmla="*/ 4 h 9"/>
                <a:gd name="T18" fmla="*/ 8 w 17"/>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9">
                  <a:moveTo>
                    <a:pt x="8" y="1"/>
                  </a:moveTo>
                  <a:cubicBezTo>
                    <a:pt x="12" y="1"/>
                    <a:pt x="14" y="2"/>
                    <a:pt x="15" y="4"/>
                  </a:cubicBezTo>
                  <a:cubicBezTo>
                    <a:pt x="15" y="6"/>
                    <a:pt x="12" y="7"/>
                    <a:pt x="9" y="7"/>
                  </a:cubicBezTo>
                  <a:cubicBezTo>
                    <a:pt x="6" y="7"/>
                    <a:pt x="3" y="6"/>
                    <a:pt x="3" y="4"/>
                  </a:cubicBezTo>
                  <a:cubicBezTo>
                    <a:pt x="2" y="3"/>
                    <a:pt x="5" y="1"/>
                    <a:pt x="8" y="1"/>
                  </a:cubicBezTo>
                  <a:moveTo>
                    <a:pt x="8" y="0"/>
                  </a:moveTo>
                  <a:cubicBezTo>
                    <a:pt x="4" y="0"/>
                    <a:pt x="0" y="2"/>
                    <a:pt x="0" y="4"/>
                  </a:cubicBezTo>
                  <a:cubicBezTo>
                    <a:pt x="0" y="7"/>
                    <a:pt x="4" y="9"/>
                    <a:pt x="9" y="9"/>
                  </a:cubicBezTo>
                  <a:cubicBezTo>
                    <a:pt x="14" y="8"/>
                    <a:pt x="17" y="7"/>
                    <a:pt x="17" y="4"/>
                  </a:cubicBezTo>
                  <a:cubicBezTo>
                    <a:pt x="17" y="2"/>
                    <a:pt x="13" y="0"/>
                    <a:pt x="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9" name="Oval 183"/>
            <p:cNvSpPr>
              <a:spLocks noChangeArrowheads="1"/>
            </p:cNvSpPr>
            <p:nvPr/>
          </p:nvSpPr>
          <p:spPr bwMode="auto">
            <a:xfrm>
              <a:off x="3743325" y="5503862"/>
              <a:ext cx="39688" cy="20637"/>
            </a:xfrm>
            <a:prstGeom prst="ellipse">
              <a:avLst/>
            </a:pr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0" name="Freeform 184"/>
            <p:cNvSpPr>
              <a:spLocks noEditPoints="1"/>
            </p:cNvSpPr>
            <p:nvPr/>
          </p:nvSpPr>
          <p:spPr bwMode="auto">
            <a:xfrm>
              <a:off x="3740150" y="5503862"/>
              <a:ext cx="44450" cy="22225"/>
            </a:xfrm>
            <a:custGeom>
              <a:avLst/>
              <a:gdLst>
                <a:gd name="T0" fmla="*/ 8 w 16"/>
                <a:gd name="T1" fmla="*/ 1 h 8"/>
                <a:gd name="T2" fmla="*/ 14 w 16"/>
                <a:gd name="T3" fmla="*/ 4 h 8"/>
                <a:gd name="T4" fmla="*/ 8 w 16"/>
                <a:gd name="T5" fmla="*/ 7 h 8"/>
                <a:gd name="T6" fmla="*/ 2 w 16"/>
                <a:gd name="T7" fmla="*/ 4 h 8"/>
                <a:gd name="T8" fmla="*/ 8 w 16"/>
                <a:gd name="T9" fmla="*/ 1 h 8"/>
                <a:gd name="T10" fmla="*/ 8 w 16"/>
                <a:gd name="T11" fmla="*/ 0 h 8"/>
                <a:gd name="T12" fmla="*/ 0 w 16"/>
                <a:gd name="T13" fmla="*/ 4 h 8"/>
                <a:gd name="T14" fmla="*/ 8 w 16"/>
                <a:gd name="T15" fmla="*/ 8 h 8"/>
                <a:gd name="T16" fmla="*/ 16 w 16"/>
                <a:gd name="T17" fmla="*/ 4 h 8"/>
                <a:gd name="T18" fmla="*/ 8 w 16"/>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8">
                  <a:moveTo>
                    <a:pt x="8" y="1"/>
                  </a:moveTo>
                  <a:cubicBezTo>
                    <a:pt x="11" y="1"/>
                    <a:pt x="14" y="2"/>
                    <a:pt x="14" y="4"/>
                  </a:cubicBezTo>
                  <a:cubicBezTo>
                    <a:pt x="14" y="5"/>
                    <a:pt x="11" y="7"/>
                    <a:pt x="8" y="7"/>
                  </a:cubicBezTo>
                  <a:cubicBezTo>
                    <a:pt x="5" y="7"/>
                    <a:pt x="2" y="5"/>
                    <a:pt x="2" y="4"/>
                  </a:cubicBezTo>
                  <a:cubicBezTo>
                    <a:pt x="2" y="2"/>
                    <a:pt x="5" y="1"/>
                    <a:pt x="8" y="1"/>
                  </a:cubicBezTo>
                  <a:moveTo>
                    <a:pt x="8" y="0"/>
                  </a:moveTo>
                  <a:cubicBezTo>
                    <a:pt x="4" y="0"/>
                    <a:pt x="0" y="1"/>
                    <a:pt x="0" y="4"/>
                  </a:cubicBezTo>
                  <a:cubicBezTo>
                    <a:pt x="0" y="6"/>
                    <a:pt x="4" y="8"/>
                    <a:pt x="8" y="8"/>
                  </a:cubicBezTo>
                  <a:cubicBezTo>
                    <a:pt x="13" y="8"/>
                    <a:pt x="16" y="6"/>
                    <a:pt x="16" y="4"/>
                  </a:cubicBezTo>
                  <a:cubicBezTo>
                    <a:pt x="16" y="1"/>
                    <a:pt x="13" y="0"/>
                    <a:pt x="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1" name="Freeform 185"/>
            <p:cNvSpPr>
              <a:spLocks/>
            </p:cNvSpPr>
            <p:nvPr/>
          </p:nvSpPr>
          <p:spPr bwMode="auto">
            <a:xfrm>
              <a:off x="3648075" y="5353050"/>
              <a:ext cx="39688" cy="19050"/>
            </a:xfrm>
            <a:custGeom>
              <a:avLst/>
              <a:gdLst>
                <a:gd name="T0" fmla="*/ 7 w 14"/>
                <a:gd name="T1" fmla="*/ 7 h 7"/>
                <a:gd name="T2" fmla="*/ 0 w 14"/>
                <a:gd name="T3" fmla="*/ 4 h 7"/>
                <a:gd name="T4" fmla="*/ 7 w 14"/>
                <a:gd name="T5" fmla="*/ 0 h 7"/>
                <a:gd name="T6" fmla="*/ 14 w 14"/>
                <a:gd name="T7" fmla="*/ 4 h 7"/>
                <a:gd name="T8" fmla="*/ 7 w 14"/>
                <a:gd name="T9" fmla="*/ 7 h 7"/>
              </a:gdLst>
              <a:ahLst/>
              <a:cxnLst>
                <a:cxn ang="0">
                  <a:pos x="T0" y="T1"/>
                </a:cxn>
                <a:cxn ang="0">
                  <a:pos x="T2" y="T3"/>
                </a:cxn>
                <a:cxn ang="0">
                  <a:pos x="T4" y="T5"/>
                </a:cxn>
                <a:cxn ang="0">
                  <a:pos x="T6" y="T7"/>
                </a:cxn>
                <a:cxn ang="0">
                  <a:pos x="T8" y="T9"/>
                </a:cxn>
              </a:cxnLst>
              <a:rect l="0" t="0" r="r" b="b"/>
              <a:pathLst>
                <a:path w="14" h="7">
                  <a:moveTo>
                    <a:pt x="7" y="7"/>
                  </a:moveTo>
                  <a:cubicBezTo>
                    <a:pt x="3" y="7"/>
                    <a:pt x="0" y="6"/>
                    <a:pt x="0" y="4"/>
                  </a:cubicBezTo>
                  <a:cubicBezTo>
                    <a:pt x="0" y="2"/>
                    <a:pt x="3" y="0"/>
                    <a:pt x="7" y="0"/>
                  </a:cubicBezTo>
                  <a:cubicBezTo>
                    <a:pt x="11" y="0"/>
                    <a:pt x="14" y="2"/>
                    <a:pt x="14" y="4"/>
                  </a:cubicBezTo>
                  <a:cubicBezTo>
                    <a:pt x="14" y="5"/>
                    <a:pt x="11" y="7"/>
                    <a:pt x="7" y="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2" name="Freeform 186"/>
            <p:cNvSpPr>
              <a:spLocks noEditPoints="1"/>
            </p:cNvSpPr>
            <p:nvPr/>
          </p:nvSpPr>
          <p:spPr bwMode="auto">
            <a:xfrm>
              <a:off x="3644900" y="5353050"/>
              <a:ext cx="44450" cy="22225"/>
            </a:xfrm>
            <a:custGeom>
              <a:avLst/>
              <a:gdLst>
                <a:gd name="T0" fmla="*/ 8 w 16"/>
                <a:gd name="T1" fmla="*/ 1 h 8"/>
                <a:gd name="T2" fmla="*/ 14 w 16"/>
                <a:gd name="T3" fmla="*/ 4 h 8"/>
                <a:gd name="T4" fmla="*/ 8 w 16"/>
                <a:gd name="T5" fmla="*/ 6 h 8"/>
                <a:gd name="T6" fmla="*/ 2 w 16"/>
                <a:gd name="T7" fmla="*/ 4 h 8"/>
                <a:gd name="T8" fmla="*/ 8 w 16"/>
                <a:gd name="T9" fmla="*/ 1 h 8"/>
                <a:gd name="T10" fmla="*/ 8 w 16"/>
                <a:gd name="T11" fmla="*/ 0 h 8"/>
                <a:gd name="T12" fmla="*/ 0 w 16"/>
                <a:gd name="T13" fmla="*/ 4 h 8"/>
                <a:gd name="T14" fmla="*/ 8 w 16"/>
                <a:gd name="T15" fmla="*/ 8 h 8"/>
                <a:gd name="T16" fmla="*/ 16 w 16"/>
                <a:gd name="T17" fmla="*/ 4 h 8"/>
                <a:gd name="T18" fmla="*/ 8 w 16"/>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8">
                  <a:moveTo>
                    <a:pt x="8" y="1"/>
                  </a:moveTo>
                  <a:cubicBezTo>
                    <a:pt x="11" y="1"/>
                    <a:pt x="14" y="2"/>
                    <a:pt x="14" y="4"/>
                  </a:cubicBezTo>
                  <a:cubicBezTo>
                    <a:pt x="14" y="5"/>
                    <a:pt x="11" y="6"/>
                    <a:pt x="8" y="6"/>
                  </a:cubicBezTo>
                  <a:cubicBezTo>
                    <a:pt x="5" y="6"/>
                    <a:pt x="2" y="5"/>
                    <a:pt x="2" y="4"/>
                  </a:cubicBezTo>
                  <a:cubicBezTo>
                    <a:pt x="3" y="2"/>
                    <a:pt x="5" y="1"/>
                    <a:pt x="8" y="1"/>
                  </a:cubicBezTo>
                  <a:moveTo>
                    <a:pt x="8" y="0"/>
                  </a:moveTo>
                  <a:cubicBezTo>
                    <a:pt x="4" y="0"/>
                    <a:pt x="0" y="1"/>
                    <a:pt x="0" y="4"/>
                  </a:cubicBezTo>
                  <a:cubicBezTo>
                    <a:pt x="0" y="6"/>
                    <a:pt x="4" y="8"/>
                    <a:pt x="8" y="8"/>
                  </a:cubicBezTo>
                  <a:cubicBezTo>
                    <a:pt x="12" y="8"/>
                    <a:pt x="16" y="6"/>
                    <a:pt x="16" y="4"/>
                  </a:cubicBezTo>
                  <a:cubicBezTo>
                    <a:pt x="16" y="1"/>
                    <a:pt x="13" y="0"/>
                    <a:pt x="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3" name="Freeform 187"/>
            <p:cNvSpPr>
              <a:spLocks/>
            </p:cNvSpPr>
            <p:nvPr/>
          </p:nvSpPr>
          <p:spPr bwMode="auto">
            <a:xfrm>
              <a:off x="3378200" y="5383212"/>
              <a:ext cx="39688" cy="20637"/>
            </a:xfrm>
            <a:custGeom>
              <a:avLst/>
              <a:gdLst>
                <a:gd name="T0" fmla="*/ 7 w 14"/>
                <a:gd name="T1" fmla="*/ 7 h 7"/>
                <a:gd name="T2" fmla="*/ 1 w 14"/>
                <a:gd name="T3" fmla="*/ 3 h 7"/>
                <a:gd name="T4" fmla="*/ 8 w 14"/>
                <a:gd name="T5" fmla="*/ 0 h 7"/>
                <a:gd name="T6" fmla="*/ 14 w 14"/>
                <a:gd name="T7" fmla="*/ 3 h 7"/>
                <a:gd name="T8" fmla="*/ 7 w 14"/>
                <a:gd name="T9" fmla="*/ 7 h 7"/>
              </a:gdLst>
              <a:ahLst/>
              <a:cxnLst>
                <a:cxn ang="0">
                  <a:pos x="T0" y="T1"/>
                </a:cxn>
                <a:cxn ang="0">
                  <a:pos x="T2" y="T3"/>
                </a:cxn>
                <a:cxn ang="0">
                  <a:pos x="T4" y="T5"/>
                </a:cxn>
                <a:cxn ang="0">
                  <a:pos x="T6" y="T7"/>
                </a:cxn>
                <a:cxn ang="0">
                  <a:pos x="T8" y="T9"/>
                </a:cxn>
              </a:cxnLst>
              <a:rect l="0" t="0" r="r" b="b"/>
              <a:pathLst>
                <a:path w="14" h="7">
                  <a:moveTo>
                    <a:pt x="7" y="7"/>
                  </a:moveTo>
                  <a:cubicBezTo>
                    <a:pt x="3" y="7"/>
                    <a:pt x="0" y="5"/>
                    <a:pt x="1" y="3"/>
                  </a:cubicBezTo>
                  <a:cubicBezTo>
                    <a:pt x="1" y="1"/>
                    <a:pt x="4" y="0"/>
                    <a:pt x="8" y="0"/>
                  </a:cubicBezTo>
                  <a:cubicBezTo>
                    <a:pt x="11" y="0"/>
                    <a:pt x="14" y="1"/>
                    <a:pt x="14" y="3"/>
                  </a:cubicBezTo>
                  <a:cubicBezTo>
                    <a:pt x="14" y="5"/>
                    <a:pt x="11" y="7"/>
                    <a:pt x="7" y="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4" name="Freeform 188"/>
            <p:cNvSpPr>
              <a:spLocks noEditPoints="1"/>
            </p:cNvSpPr>
            <p:nvPr/>
          </p:nvSpPr>
          <p:spPr bwMode="auto">
            <a:xfrm>
              <a:off x="3376613" y="5381625"/>
              <a:ext cx="47625" cy="22225"/>
            </a:xfrm>
            <a:custGeom>
              <a:avLst/>
              <a:gdLst>
                <a:gd name="T0" fmla="*/ 9 w 17"/>
                <a:gd name="T1" fmla="*/ 1 h 8"/>
                <a:gd name="T2" fmla="*/ 14 w 17"/>
                <a:gd name="T3" fmla="*/ 4 h 8"/>
                <a:gd name="T4" fmla="*/ 8 w 17"/>
                <a:gd name="T5" fmla="*/ 7 h 8"/>
                <a:gd name="T6" fmla="*/ 3 w 17"/>
                <a:gd name="T7" fmla="*/ 4 h 8"/>
                <a:gd name="T8" fmla="*/ 9 w 17"/>
                <a:gd name="T9" fmla="*/ 1 h 8"/>
                <a:gd name="T10" fmla="*/ 9 w 17"/>
                <a:gd name="T11" fmla="*/ 0 h 8"/>
                <a:gd name="T12" fmla="*/ 0 w 17"/>
                <a:gd name="T13" fmla="*/ 4 h 8"/>
                <a:gd name="T14" fmla="*/ 8 w 17"/>
                <a:gd name="T15" fmla="*/ 8 h 8"/>
                <a:gd name="T16" fmla="*/ 16 w 17"/>
                <a:gd name="T17" fmla="*/ 4 h 8"/>
                <a:gd name="T18" fmla="*/ 9 w 17"/>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8">
                  <a:moveTo>
                    <a:pt x="9" y="1"/>
                  </a:moveTo>
                  <a:cubicBezTo>
                    <a:pt x="12" y="1"/>
                    <a:pt x="14" y="3"/>
                    <a:pt x="14" y="4"/>
                  </a:cubicBezTo>
                  <a:cubicBezTo>
                    <a:pt x="14" y="6"/>
                    <a:pt x="11" y="7"/>
                    <a:pt x="8" y="7"/>
                  </a:cubicBezTo>
                  <a:cubicBezTo>
                    <a:pt x="5" y="7"/>
                    <a:pt x="3" y="6"/>
                    <a:pt x="3" y="4"/>
                  </a:cubicBezTo>
                  <a:cubicBezTo>
                    <a:pt x="3" y="3"/>
                    <a:pt x="5" y="1"/>
                    <a:pt x="9" y="1"/>
                  </a:cubicBezTo>
                  <a:moveTo>
                    <a:pt x="9" y="0"/>
                  </a:moveTo>
                  <a:cubicBezTo>
                    <a:pt x="4" y="0"/>
                    <a:pt x="1" y="2"/>
                    <a:pt x="0" y="4"/>
                  </a:cubicBezTo>
                  <a:cubicBezTo>
                    <a:pt x="0" y="7"/>
                    <a:pt x="4" y="8"/>
                    <a:pt x="8" y="8"/>
                  </a:cubicBezTo>
                  <a:cubicBezTo>
                    <a:pt x="13" y="8"/>
                    <a:pt x="16" y="6"/>
                    <a:pt x="16" y="4"/>
                  </a:cubicBezTo>
                  <a:cubicBezTo>
                    <a:pt x="17" y="2"/>
                    <a:pt x="13" y="0"/>
                    <a:pt x="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5" name="Freeform 189"/>
            <p:cNvSpPr>
              <a:spLocks/>
            </p:cNvSpPr>
            <p:nvPr/>
          </p:nvSpPr>
          <p:spPr bwMode="auto">
            <a:xfrm>
              <a:off x="3729038" y="5422900"/>
              <a:ext cx="39688" cy="19050"/>
            </a:xfrm>
            <a:custGeom>
              <a:avLst/>
              <a:gdLst>
                <a:gd name="T0" fmla="*/ 7 w 14"/>
                <a:gd name="T1" fmla="*/ 7 h 7"/>
                <a:gd name="T2" fmla="*/ 0 w 14"/>
                <a:gd name="T3" fmla="*/ 3 h 7"/>
                <a:gd name="T4" fmla="*/ 7 w 14"/>
                <a:gd name="T5" fmla="*/ 0 h 7"/>
                <a:gd name="T6" fmla="*/ 14 w 14"/>
                <a:gd name="T7" fmla="*/ 3 h 7"/>
                <a:gd name="T8" fmla="*/ 7 w 14"/>
                <a:gd name="T9" fmla="*/ 7 h 7"/>
              </a:gdLst>
              <a:ahLst/>
              <a:cxnLst>
                <a:cxn ang="0">
                  <a:pos x="T0" y="T1"/>
                </a:cxn>
                <a:cxn ang="0">
                  <a:pos x="T2" y="T3"/>
                </a:cxn>
                <a:cxn ang="0">
                  <a:pos x="T4" y="T5"/>
                </a:cxn>
                <a:cxn ang="0">
                  <a:pos x="T6" y="T7"/>
                </a:cxn>
                <a:cxn ang="0">
                  <a:pos x="T8" y="T9"/>
                </a:cxn>
              </a:cxnLst>
              <a:rect l="0" t="0" r="r" b="b"/>
              <a:pathLst>
                <a:path w="14" h="7">
                  <a:moveTo>
                    <a:pt x="7" y="7"/>
                  </a:moveTo>
                  <a:cubicBezTo>
                    <a:pt x="3" y="7"/>
                    <a:pt x="0" y="5"/>
                    <a:pt x="0" y="3"/>
                  </a:cubicBezTo>
                  <a:cubicBezTo>
                    <a:pt x="0" y="2"/>
                    <a:pt x="3" y="0"/>
                    <a:pt x="7" y="0"/>
                  </a:cubicBezTo>
                  <a:cubicBezTo>
                    <a:pt x="11" y="0"/>
                    <a:pt x="14" y="1"/>
                    <a:pt x="14" y="3"/>
                  </a:cubicBezTo>
                  <a:cubicBezTo>
                    <a:pt x="14" y="5"/>
                    <a:pt x="11" y="7"/>
                    <a:pt x="7" y="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6" name="Freeform 190"/>
            <p:cNvSpPr>
              <a:spLocks noEditPoints="1"/>
            </p:cNvSpPr>
            <p:nvPr/>
          </p:nvSpPr>
          <p:spPr bwMode="auto">
            <a:xfrm>
              <a:off x="3725863" y="5419725"/>
              <a:ext cx="46038" cy="25400"/>
            </a:xfrm>
            <a:custGeom>
              <a:avLst/>
              <a:gdLst>
                <a:gd name="T0" fmla="*/ 8 w 16"/>
                <a:gd name="T1" fmla="*/ 2 h 9"/>
                <a:gd name="T2" fmla="*/ 14 w 16"/>
                <a:gd name="T3" fmla="*/ 4 h 9"/>
                <a:gd name="T4" fmla="*/ 8 w 16"/>
                <a:gd name="T5" fmla="*/ 7 h 9"/>
                <a:gd name="T6" fmla="*/ 2 w 16"/>
                <a:gd name="T7" fmla="*/ 4 h 9"/>
                <a:gd name="T8" fmla="*/ 8 w 16"/>
                <a:gd name="T9" fmla="*/ 2 h 9"/>
                <a:gd name="T10" fmla="*/ 8 w 16"/>
                <a:gd name="T11" fmla="*/ 0 h 9"/>
                <a:gd name="T12" fmla="*/ 0 w 16"/>
                <a:gd name="T13" fmla="*/ 4 h 9"/>
                <a:gd name="T14" fmla="*/ 8 w 16"/>
                <a:gd name="T15" fmla="*/ 9 h 9"/>
                <a:gd name="T16" fmla="*/ 16 w 16"/>
                <a:gd name="T17" fmla="*/ 4 h 9"/>
                <a:gd name="T18" fmla="*/ 8 w 16"/>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9">
                  <a:moveTo>
                    <a:pt x="8" y="2"/>
                  </a:moveTo>
                  <a:cubicBezTo>
                    <a:pt x="11" y="2"/>
                    <a:pt x="14" y="3"/>
                    <a:pt x="14" y="4"/>
                  </a:cubicBezTo>
                  <a:cubicBezTo>
                    <a:pt x="14" y="6"/>
                    <a:pt x="11" y="7"/>
                    <a:pt x="8" y="7"/>
                  </a:cubicBezTo>
                  <a:cubicBezTo>
                    <a:pt x="5" y="7"/>
                    <a:pt x="2" y="6"/>
                    <a:pt x="2" y="4"/>
                  </a:cubicBezTo>
                  <a:cubicBezTo>
                    <a:pt x="2" y="3"/>
                    <a:pt x="5" y="2"/>
                    <a:pt x="8" y="2"/>
                  </a:cubicBezTo>
                  <a:moveTo>
                    <a:pt x="8" y="0"/>
                  </a:moveTo>
                  <a:cubicBezTo>
                    <a:pt x="4" y="0"/>
                    <a:pt x="0" y="2"/>
                    <a:pt x="0" y="4"/>
                  </a:cubicBezTo>
                  <a:cubicBezTo>
                    <a:pt x="0" y="7"/>
                    <a:pt x="4" y="9"/>
                    <a:pt x="8" y="9"/>
                  </a:cubicBezTo>
                  <a:cubicBezTo>
                    <a:pt x="12" y="9"/>
                    <a:pt x="16" y="7"/>
                    <a:pt x="16" y="4"/>
                  </a:cubicBezTo>
                  <a:cubicBezTo>
                    <a:pt x="16" y="2"/>
                    <a:pt x="12" y="0"/>
                    <a:pt x="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7" name="Freeform 191"/>
            <p:cNvSpPr>
              <a:spLocks/>
            </p:cNvSpPr>
            <p:nvPr/>
          </p:nvSpPr>
          <p:spPr bwMode="auto">
            <a:xfrm>
              <a:off x="3100388" y="5453062"/>
              <a:ext cx="42863" cy="20637"/>
            </a:xfrm>
            <a:custGeom>
              <a:avLst/>
              <a:gdLst>
                <a:gd name="T0" fmla="*/ 7 w 15"/>
                <a:gd name="T1" fmla="*/ 7 h 7"/>
                <a:gd name="T2" fmla="*/ 0 w 15"/>
                <a:gd name="T3" fmla="*/ 4 h 7"/>
                <a:gd name="T4" fmla="*/ 8 w 15"/>
                <a:gd name="T5" fmla="*/ 0 h 7"/>
                <a:gd name="T6" fmla="*/ 14 w 15"/>
                <a:gd name="T7" fmla="*/ 4 h 7"/>
                <a:gd name="T8" fmla="*/ 7 w 15"/>
                <a:gd name="T9" fmla="*/ 7 h 7"/>
              </a:gdLst>
              <a:ahLst/>
              <a:cxnLst>
                <a:cxn ang="0">
                  <a:pos x="T0" y="T1"/>
                </a:cxn>
                <a:cxn ang="0">
                  <a:pos x="T2" y="T3"/>
                </a:cxn>
                <a:cxn ang="0">
                  <a:pos x="T4" y="T5"/>
                </a:cxn>
                <a:cxn ang="0">
                  <a:pos x="T6" y="T7"/>
                </a:cxn>
                <a:cxn ang="0">
                  <a:pos x="T8" y="T9"/>
                </a:cxn>
              </a:cxnLst>
              <a:rect l="0" t="0" r="r" b="b"/>
              <a:pathLst>
                <a:path w="15" h="7">
                  <a:moveTo>
                    <a:pt x="7" y="7"/>
                  </a:moveTo>
                  <a:cubicBezTo>
                    <a:pt x="3" y="7"/>
                    <a:pt x="0" y="6"/>
                    <a:pt x="0" y="4"/>
                  </a:cubicBezTo>
                  <a:cubicBezTo>
                    <a:pt x="1" y="2"/>
                    <a:pt x="4" y="0"/>
                    <a:pt x="8" y="0"/>
                  </a:cubicBezTo>
                  <a:cubicBezTo>
                    <a:pt x="12" y="0"/>
                    <a:pt x="15" y="2"/>
                    <a:pt x="14" y="4"/>
                  </a:cubicBezTo>
                  <a:cubicBezTo>
                    <a:pt x="14" y="5"/>
                    <a:pt x="11" y="7"/>
                    <a:pt x="7" y="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8" name="Freeform 192"/>
            <p:cNvSpPr>
              <a:spLocks noEditPoints="1"/>
            </p:cNvSpPr>
            <p:nvPr/>
          </p:nvSpPr>
          <p:spPr bwMode="auto">
            <a:xfrm>
              <a:off x="3098800" y="5451475"/>
              <a:ext cx="47625" cy="25400"/>
            </a:xfrm>
            <a:custGeom>
              <a:avLst/>
              <a:gdLst>
                <a:gd name="T0" fmla="*/ 9 w 17"/>
                <a:gd name="T1" fmla="*/ 2 h 9"/>
                <a:gd name="T2" fmla="*/ 14 w 17"/>
                <a:gd name="T3" fmla="*/ 5 h 9"/>
                <a:gd name="T4" fmla="*/ 8 w 17"/>
                <a:gd name="T5" fmla="*/ 7 h 9"/>
                <a:gd name="T6" fmla="*/ 3 w 17"/>
                <a:gd name="T7" fmla="*/ 5 h 9"/>
                <a:gd name="T8" fmla="*/ 9 w 17"/>
                <a:gd name="T9" fmla="*/ 2 h 9"/>
                <a:gd name="T10" fmla="*/ 9 w 17"/>
                <a:gd name="T11" fmla="*/ 0 h 9"/>
                <a:gd name="T12" fmla="*/ 0 w 17"/>
                <a:gd name="T13" fmla="*/ 5 h 9"/>
                <a:gd name="T14" fmla="*/ 8 w 17"/>
                <a:gd name="T15" fmla="*/ 9 h 9"/>
                <a:gd name="T16" fmla="*/ 17 w 17"/>
                <a:gd name="T17" fmla="*/ 5 h 9"/>
                <a:gd name="T18" fmla="*/ 9 w 17"/>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9">
                  <a:moveTo>
                    <a:pt x="9" y="2"/>
                  </a:moveTo>
                  <a:cubicBezTo>
                    <a:pt x="12" y="2"/>
                    <a:pt x="14" y="3"/>
                    <a:pt x="14" y="5"/>
                  </a:cubicBezTo>
                  <a:cubicBezTo>
                    <a:pt x="14" y="6"/>
                    <a:pt x="11" y="7"/>
                    <a:pt x="8" y="7"/>
                  </a:cubicBezTo>
                  <a:cubicBezTo>
                    <a:pt x="5" y="7"/>
                    <a:pt x="2" y="6"/>
                    <a:pt x="3" y="5"/>
                  </a:cubicBezTo>
                  <a:cubicBezTo>
                    <a:pt x="3" y="3"/>
                    <a:pt x="6" y="2"/>
                    <a:pt x="9" y="2"/>
                  </a:cubicBezTo>
                  <a:moveTo>
                    <a:pt x="9" y="0"/>
                  </a:moveTo>
                  <a:cubicBezTo>
                    <a:pt x="4" y="0"/>
                    <a:pt x="0" y="2"/>
                    <a:pt x="0" y="5"/>
                  </a:cubicBezTo>
                  <a:cubicBezTo>
                    <a:pt x="0" y="7"/>
                    <a:pt x="3" y="9"/>
                    <a:pt x="8" y="9"/>
                  </a:cubicBezTo>
                  <a:cubicBezTo>
                    <a:pt x="12" y="9"/>
                    <a:pt x="16" y="7"/>
                    <a:pt x="17" y="5"/>
                  </a:cubicBezTo>
                  <a:cubicBezTo>
                    <a:pt x="17" y="2"/>
                    <a:pt x="13" y="0"/>
                    <a:pt x="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9" name="Oval 193"/>
            <p:cNvSpPr>
              <a:spLocks noChangeArrowheads="1"/>
            </p:cNvSpPr>
            <p:nvPr/>
          </p:nvSpPr>
          <p:spPr bwMode="auto">
            <a:xfrm>
              <a:off x="3479800" y="5302250"/>
              <a:ext cx="50800" cy="25400"/>
            </a:xfrm>
            <a:prstGeom prst="ellipse">
              <a:avLst/>
            </a:pr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0" name="Freeform 194"/>
            <p:cNvSpPr>
              <a:spLocks noEditPoints="1"/>
            </p:cNvSpPr>
            <p:nvPr/>
          </p:nvSpPr>
          <p:spPr bwMode="auto">
            <a:xfrm>
              <a:off x="3476625" y="5299075"/>
              <a:ext cx="55563" cy="28575"/>
            </a:xfrm>
            <a:custGeom>
              <a:avLst/>
              <a:gdLst>
                <a:gd name="T0" fmla="*/ 10 w 20"/>
                <a:gd name="T1" fmla="*/ 1 h 10"/>
                <a:gd name="T2" fmla="*/ 18 w 20"/>
                <a:gd name="T3" fmla="*/ 5 h 10"/>
                <a:gd name="T4" fmla="*/ 10 w 20"/>
                <a:gd name="T5" fmla="*/ 9 h 10"/>
                <a:gd name="T6" fmla="*/ 2 w 20"/>
                <a:gd name="T7" fmla="*/ 5 h 10"/>
                <a:gd name="T8" fmla="*/ 10 w 20"/>
                <a:gd name="T9" fmla="*/ 1 h 10"/>
                <a:gd name="T10" fmla="*/ 10 w 20"/>
                <a:gd name="T11" fmla="*/ 0 h 10"/>
                <a:gd name="T12" fmla="*/ 0 w 20"/>
                <a:gd name="T13" fmla="*/ 5 h 10"/>
                <a:gd name="T14" fmla="*/ 10 w 20"/>
                <a:gd name="T15" fmla="*/ 10 h 10"/>
                <a:gd name="T16" fmla="*/ 20 w 20"/>
                <a:gd name="T17" fmla="*/ 5 h 10"/>
                <a:gd name="T18" fmla="*/ 10 w 2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10">
                  <a:moveTo>
                    <a:pt x="10" y="1"/>
                  </a:moveTo>
                  <a:cubicBezTo>
                    <a:pt x="14" y="1"/>
                    <a:pt x="18" y="3"/>
                    <a:pt x="18" y="5"/>
                  </a:cubicBezTo>
                  <a:cubicBezTo>
                    <a:pt x="17" y="7"/>
                    <a:pt x="14" y="9"/>
                    <a:pt x="10" y="9"/>
                  </a:cubicBezTo>
                  <a:cubicBezTo>
                    <a:pt x="6" y="9"/>
                    <a:pt x="2" y="7"/>
                    <a:pt x="2" y="5"/>
                  </a:cubicBezTo>
                  <a:cubicBezTo>
                    <a:pt x="3" y="3"/>
                    <a:pt x="6" y="1"/>
                    <a:pt x="10" y="1"/>
                  </a:cubicBezTo>
                  <a:moveTo>
                    <a:pt x="10" y="0"/>
                  </a:moveTo>
                  <a:cubicBezTo>
                    <a:pt x="5" y="0"/>
                    <a:pt x="0" y="3"/>
                    <a:pt x="0" y="5"/>
                  </a:cubicBezTo>
                  <a:cubicBezTo>
                    <a:pt x="0" y="8"/>
                    <a:pt x="4" y="10"/>
                    <a:pt x="10" y="10"/>
                  </a:cubicBezTo>
                  <a:cubicBezTo>
                    <a:pt x="15" y="10"/>
                    <a:pt x="20" y="8"/>
                    <a:pt x="20" y="5"/>
                  </a:cubicBezTo>
                  <a:cubicBezTo>
                    <a:pt x="20" y="2"/>
                    <a:pt x="16" y="0"/>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1" name="Freeform 195"/>
            <p:cNvSpPr>
              <a:spLocks/>
            </p:cNvSpPr>
            <p:nvPr/>
          </p:nvSpPr>
          <p:spPr bwMode="auto">
            <a:xfrm>
              <a:off x="3149600" y="5372100"/>
              <a:ext cx="52388" cy="25400"/>
            </a:xfrm>
            <a:custGeom>
              <a:avLst/>
              <a:gdLst>
                <a:gd name="T0" fmla="*/ 9 w 19"/>
                <a:gd name="T1" fmla="*/ 9 h 9"/>
                <a:gd name="T2" fmla="*/ 1 w 19"/>
                <a:gd name="T3" fmla="*/ 4 h 9"/>
                <a:gd name="T4" fmla="*/ 10 w 19"/>
                <a:gd name="T5" fmla="*/ 0 h 9"/>
                <a:gd name="T6" fmla="*/ 18 w 19"/>
                <a:gd name="T7" fmla="*/ 4 h 9"/>
                <a:gd name="T8" fmla="*/ 9 w 19"/>
                <a:gd name="T9" fmla="*/ 9 h 9"/>
              </a:gdLst>
              <a:ahLst/>
              <a:cxnLst>
                <a:cxn ang="0">
                  <a:pos x="T0" y="T1"/>
                </a:cxn>
                <a:cxn ang="0">
                  <a:pos x="T2" y="T3"/>
                </a:cxn>
                <a:cxn ang="0">
                  <a:pos x="T4" y="T5"/>
                </a:cxn>
                <a:cxn ang="0">
                  <a:pos x="T6" y="T7"/>
                </a:cxn>
                <a:cxn ang="0">
                  <a:pos x="T8" y="T9"/>
                </a:cxn>
              </a:cxnLst>
              <a:rect l="0" t="0" r="r" b="b"/>
              <a:pathLst>
                <a:path w="19" h="9">
                  <a:moveTo>
                    <a:pt x="9" y="9"/>
                  </a:moveTo>
                  <a:cubicBezTo>
                    <a:pt x="4" y="9"/>
                    <a:pt x="0" y="7"/>
                    <a:pt x="1" y="4"/>
                  </a:cubicBezTo>
                  <a:cubicBezTo>
                    <a:pt x="1" y="2"/>
                    <a:pt x="5" y="0"/>
                    <a:pt x="10" y="0"/>
                  </a:cubicBezTo>
                  <a:cubicBezTo>
                    <a:pt x="15" y="0"/>
                    <a:pt x="19" y="2"/>
                    <a:pt x="18" y="4"/>
                  </a:cubicBezTo>
                  <a:cubicBezTo>
                    <a:pt x="18" y="7"/>
                    <a:pt x="14" y="9"/>
                    <a:pt x="9" y="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2" name="Freeform 196"/>
            <p:cNvSpPr>
              <a:spLocks noEditPoints="1"/>
            </p:cNvSpPr>
            <p:nvPr/>
          </p:nvSpPr>
          <p:spPr bwMode="auto">
            <a:xfrm>
              <a:off x="3146425" y="5368925"/>
              <a:ext cx="58738" cy="28575"/>
            </a:xfrm>
            <a:custGeom>
              <a:avLst/>
              <a:gdLst>
                <a:gd name="T0" fmla="*/ 11 w 21"/>
                <a:gd name="T1" fmla="*/ 1 h 10"/>
                <a:gd name="T2" fmla="*/ 18 w 21"/>
                <a:gd name="T3" fmla="*/ 5 h 10"/>
                <a:gd name="T4" fmla="*/ 10 w 21"/>
                <a:gd name="T5" fmla="*/ 9 h 10"/>
                <a:gd name="T6" fmla="*/ 3 w 21"/>
                <a:gd name="T7" fmla="*/ 5 h 10"/>
                <a:gd name="T8" fmla="*/ 11 w 21"/>
                <a:gd name="T9" fmla="*/ 1 h 10"/>
                <a:gd name="T10" fmla="*/ 11 w 21"/>
                <a:gd name="T11" fmla="*/ 0 h 10"/>
                <a:gd name="T12" fmla="*/ 0 w 21"/>
                <a:gd name="T13" fmla="*/ 5 h 10"/>
                <a:gd name="T14" fmla="*/ 10 w 21"/>
                <a:gd name="T15" fmla="*/ 10 h 10"/>
                <a:gd name="T16" fmla="*/ 20 w 21"/>
                <a:gd name="T17" fmla="*/ 5 h 10"/>
                <a:gd name="T18" fmla="*/ 11 w 21"/>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10">
                  <a:moveTo>
                    <a:pt x="11" y="1"/>
                  </a:moveTo>
                  <a:cubicBezTo>
                    <a:pt x="15" y="1"/>
                    <a:pt x="18" y="3"/>
                    <a:pt x="18" y="5"/>
                  </a:cubicBezTo>
                  <a:cubicBezTo>
                    <a:pt x="18" y="7"/>
                    <a:pt x="14" y="9"/>
                    <a:pt x="10" y="9"/>
                  </a:cubicBezTo>
                  <a:cubicBezTo>
                    <a:pt x="6" y="9"/>
                    <a:pt x="2" y="8"/>
                    <a:pt x="3" y="5"/>
                  </a:cubicBezTo>
                  <a:cubicBezTo>
                    <a:pt x="3" y="3"/>
                    <a:pt x="7" y="1"/>
                    <a:pt x="11" y="1"/>
                  </a:cubicBezTo>
                  <a:moveTo>
                    <a:pt x="11" y="0"/>
                  </a:moveTo>
                  <a:cubicBezTo>
                    <a:pt x="5" y="0"/>
                    <a:pt x="1" y="3"/>
                    <a:pt x="0" y="5"/>
                  </a:cubicBezTo>
                  <a:cubicBezTo>
                    <a:pt x="0" y="8"/>
                    <a:pt x="4" y="10"/>
                    <a:pt x="10" y="10"/>
                  </a:cubicBezTo>
                  <a:cubicBezTo>
                    <a:pt x="15" y="10"/>
                    <a:pt x="20" y="8"/>
                    <a:pt x="20" y="5"/>
                  </a:cubicBezTo>
                  <a:cubicBezTo>
                    <a:pt x="21" y="3"/>
                    <a:pt x="17" y="0"/>
                    <a:pt x="1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3" name="Freeform 197"/>
            <p:cNvSpPr>
              <a:spLocks/>
            </p:cNvSpPr>
            <p:nvPr/>
          </p:nvSpPr>
          <p:spPr bwMode="auto">
            <a:xfrm>
              <a:off x="3103563" y="5403850"/>
              <a:ext cx="76200" cy="36512"/>
            </a:xfrm>
            <a:custGeom>
              <a:avLst/>
              <a:gdLst>
                <a:gd name="T0" fmla="*/ 13 w 27"/>
                <a:gd name="T1" fmla="*/ 13 h 13"/>
                <a:gd name="T2" fmla="*/ 1 w 27"/>
                <a:gd name="T3" fmla="*/ 6 h 13"/>
                <a:gd name="T4" fmla="*/ 15 w 27"/>
                <a:gd name="T5" fmla="*/ 0 h 13"/>
                <a:gd name="T6" fmla="*/ 27 w 27"/>
                <a:gd name="T7" fmla="*/ 6 h 13"/>
                <a:gd name="T8" fmla="*/ 13 w 27"/>
                <a:gd name="T9" fmla="*/ 13 h 13"/>
              </a:gdLst>
              <a:ahLst/>
              <a:cxnLst>
                <a:cxn ang="0">
                  <a:pos x="T0" y="T1"/>
                </a:cxn>
                <a:cxn ang="0">
                  <a:pos x="T2" y="T3"/>
                </a:cxn>
                <a:cxn ang="0">
                  <a:pos x="T4" y="T5"/>
                </a:cxn>
                <a:cxn ang="0">
                  <a:pos x="T6" y="T7"/>
                </a:cxn>
                <a:cxn ang="0">
                  <a:pos x="T8" y="T9"/>
                </a:cxn>
              </a:cxnLst>
              <a:rect l="0" t="0" r="r" b="b"/>
              <a:pathLst>
                <a:path w="27" h="13">
                  <a:moveTo>
                    <a:pt x="13" y="13"/>
                  </a:moveTo>
                  <a:cubicBezTo>
                    <a:pt x="6" y="13"/>
                    <a:pt x="0" y="10"/>
                    <a:pt x="1" y="6"/>
                  </a:cubicBezTo>
                  <a:cubicBezTo>
                    <a:pt x="1" y="3"/>
                    <a:pt x="7" y="0"/>
                    <a:pt x="15" y="0"/>
                  </a:cubicBezTo>
                  <a:cubicBezTo>
                    <a:pt x="22" y="0"/>
                    <a:pt x="27" y="3"/>
                    <a:pt x="27" y="6"/>
                  </a:cubicBezTo>
                  <a:cubicBezTo>
                    <a:pt x="26" y="10"/>
                    <a:pt x="20" y="13"/>
                    <a:pt x="13" y="13"/>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4" name="Freeform 198"/>
            <p:cNvSpPr>
              <a:spLocks noEditPoints="1"/>
            </p:cNvSpPr>
            <p:nvPr/>
          </p:nvSpPr>
          <p:spPr bwMode="auto">
            <a:xfrm>
              <a:off x="3100388" y="5400675"/>
              <a:ext cx="82550" cy="39687"/>
            </a:xfrm>
            <a:custGeom>
              <a:avLst/>
              <a:gdLst>
                <a:gd name="T0" fmla="*/ 15 w 29"/>
                <a:gd name="T1" fmla="*/ 1 h 14"/>
                <a:gd name="T2" fmla="*/ 27 w 29"/>
                <a:gd name="T3" fmla="*/ 7 h 14"/>
                <a:gd name="T4" fmla="*/ 14 w 29"/>
                <a:gd name="T5" fmla="*/ 13 h 14"/>
                <a:gd name="T6" fmla="*/ 3 w 29"/>
                <a:gd name="T7" fmla="*/ 7 h 14"/>
                <a:gd name="T8" fmla="*/ 15 w 29"/>
                <a:gd name="T9" fmla="*/ 1 h 14"/>
                <a:gd name="T10" fmla="*/ 16 w 29"/>
                <a:gd name="T11" fmla="*/ 0 h 14"/>
                <a:gd name="T12" fmla="*/ 1 w 29"/>
                <a:gd name="T13" fmla="*/ 7 h 14"/>
                <a:gd name="T14" fmla="*/ 14 w 29"/>
                <a:gd name="T15" fmla="*/ 14 h 14"/>
                <a:gd name="T16" fmla="*/ 29 w 29"/>
                <a:gd name="T17" fmla="*/ 7 h 14"/>
                <a:gd name="T18" fmla="*/ 16 w 29"/>
                <a:gd name="T1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4">
                  <a:moveTo>
                    <a:pt x="15" y="1"/>
                  </a:moveTo>
                  <a:cubicBezTo>
                    <a:pt x="22" y="1"/>
                    <a:pt x="27" y="4"/>
                    <a:pt x="27" y="7"/>
                  </a:cubicBezTo>
                  <a:cubicBezTo>
                    <a:pt x="26" y="10"/>
                    <a:pt x="21" y="13"/>
                    <a:pt x="14" y="13"/>
                  </a:cubicBezTo>
                  <a:cubicBezTo>
                    <a:pt x="7" y="13"/>
                    <a:pt x="2" y="11"/>
                    <a:pt x="3" y="7"/>
                  </a:cubicBezTo>
                  <a:cubicBezTo>
                    <a:pt x="3" y="4"/>
                    <a:pt x="9" y="1"/>
                    <a:pt x="15" y="1"/>
                  </a:cubicBezTo>
                  <a:moveTo>
                    <a:pt x="16" y="0"/>
                  </a:moveTo>
                  <a:cubicBezTo>
                    <a:pt x="8" y="0"/>
                    <a:pt x="1" y="3"/>
                    <a:pt x="1" y="7"/>
                  </a:cubicBezTo>
                  <a:cubicBezTo>
                    <a:pt x="0" y="11"/>
                    <a:pt x="6" y="14"/>
                    <a:pt x="14" y="14"/>
                  </a:cubicBezTo>
                  <a:cubicBezTo>
                    <a:pt x="22" y="14"/>
                    <a:pt x="28" y="11"/>
                    <a:pt x="29" y="7"/>
                  </a:cubicBezTo>
                  <a:cubicBezTo>
                    <a:pt x="29" y="3"/>
                    <a:pt x="23" y="0"/>
                    <a:pt x="1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5" name="Freeform 199"/>
            <p:cNvSpPr>
              <a:spLocks/>
            </p:cNvSpPr>
            <p:nvPr/>
          </p:nvSpPr>
          <p:spPr bwMode="auto">
            <a:xfrm>
              <a:off x="4413250" y="5470525"/>
              <a:ext cx="65088" cy="33337"/>
            </a:xfrm>
            <a:custGeom>
              <a:avLst/>
              <a:gdLst>
                <a:gd name="T0" fmla="*/ 13 w 23"/>
                <a:gd name="T1" fmla="*/ 12 h 12"/>
                <a:gd name="T2" fmla="*/ 1 w 23"/>
                <a:gd name="T3" fmla="*/ 6 h 12"/>
                <a:gd name="T4" fmla="*/ 11 w 23"/>
                <a:gd name="T5" fmla="*/ 0 h 12"/>
                <a:gd name="T6" fmla="*/ 23 w 23"/>
                <a:gd name="T7" fmla="*/ 6 h 12"/>
                <a:gd name="T8" fmla="*/ 13 w 23"/>
                <a:gd name="T9" fmla="*/ 12 h 12"/>
              </a:gdLst>
              <a:ahLst/>
              <a:cxnLst>
                <a:cxn ang="0">
                  <a:pos x="T0" y="T1"/>
                </a:cxn>
                <a:cxn ang="0">
                  <a:pos x="T2" y="T3"/>
                </a:cxn>
                <a:cxn ang="0">
                  <a:pos x="T4" y="T5"/>
                </a:cxn>
                <a:cxn ang="0">
                  <a:pos x="T6" y="T7"/>
                </a:cxn>
                <a:cxn ang="0">
                  <a:pos x="T8" y="T9"/>
                </a:cxn>
              </a:cxnLst>
              <a:rect l="0" t="0" r="r" b="b"/>
              <a:pathLst>
                <a:path w="23" h="12">
                  <a:moveTo>
                    <a:pt x="13" y="12"/>
                  </a:moveTo>
                  <a:cubicBezTo>
                    <a:pt x="6" y="12"/>
                    <a:pt x="1" y="9"/>
                    <a:pt x="1" y="6"/>
                  </a:cubicBezTo>
                  <a:cubicBezTo>
                    <a:pt x="0" y="3"/>
                    <a:pt x="5" y="0"/>
                    <a:pt x="11" y="0"/>
                  </a:cubicBezTo>
                  <a:cubicBezTo>
                    <a:pt x="17" y="0"/>
                    <a:pt x="22" y="3"/>
                    <a:pt x="23" y="6"/>
                  </a:cubicBezTo>
                  <a:cubicBezTo>
                    <a:pt x="23" y="9"/>
                    <a:pt x="19" y="11"/>
                    <a:pt x="13" y="12"/>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6" name="Freeform 200"/>
            <p:cNvSpPr>
              <a:spLocks noEditPoints="1"/>
            </p:cNvSpPr>
            <p:nvPr/>
          </p:nvSpPr>
          <p:spPr bwMode="auto">
            <a:xfrm>
              <a:off x="4410075" y="5470525"/>
              <a:ext cx="73025" cy="33337"/>
            </a:xfrm>
            <a:custGeom>
              <a:avLst/>
              <a:gdLst>
                <a:gd name="T0" fmla="*/ 12 w 26"/>
                <a:gd name="T1" fmla="*/ 1 h 12"/>
                <a:gd name="T2" fmla="*/ 23 w 26"/>
                <a:gd name="T3" fmla="*/ 6 h 12"/>
                <a:gd name="T4" fmla="*/ 13 w 26"/>
                <a:gd name="T5" fmla="*/ 11 h 12"/>
                <a:gd name="T6" fmla="*/ 3 w 26"/>
                <a:gd name="T7" fmla="*/ 6 h 12"/>
                <a:gd name="T8" fmla="*/ 12 w 26"/>
                <a:gd name="T9" fmla="*/ 1 h 12"/>
                <a:gd name="T10" fmla="*/ 12 w 26"/>
                <a:gd name="T11" fmla="*/ 0 h 12"/>
                <a:gd name="T12" fmla="*/ 0 w 26"/>
                <a:gd name="T13" fmla="*/ 6 h 12"/>
                <a:gd name="T14" fmla="*/ 14 w 26"/>
                <a:gd name="T15" fmla="*/ 12 h 12"/>
                <a:gd name="T16" fmla="*/ 25 w 26"/>
                <a:gd name="T17" fmla="*/ 6 h 12"/>
                <a:gd name="T18" fmla="*/ 12 w 2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2">
                  <a:moveTo>
                    <a:pt x="12" y="1"/>
                  </a:moveTo>
                  <a:cubicBezTo>
                    <a:pt x="18" y="1"/>
                    <a:pt x="22" y="3"/>
                    <a:pt x="23" y="6"/>
                  </a:cubicBezTo>
                  <a:cubicBezTo>
                    <a:pt x="23" y="9"/>
                    <a:pt x="19" y="11"/>
                    <a:pt x="13" y="11"/>
                  </a:cubicBezTo>
                  <a:cubicBezTo>
                    <a:pt x="8" y="11"/>
                    <a:pt x="3" y="9"/>
                    <a:pt x="3" y="6"/>
                  </a:cubicBezTo>
                  <a:cubicBezTo>
                    <a:pt x="2" y="3"/>
                    <a:pt x="7" y="1"/>
                    <a:pt x="12" y="1"/>
                  </a:cubicBezTo>
                  <a:moveTo>
                    <a:pt x="12" y="0"/>
                  </a:moveTo>
                  <a:cubicBezTo>
                    <a:pt x="5" y="0"/>
                    <a:pt x="0" y="2"/>
                    <a:pt x="0" y="6"/>
                  </a:cubicBezTo>
                  <a:cubicBezTo>
                    <a:pt x="1" y="9"/>
                    <a:pt x="7" y="12"/>
                    <a:pt x="14" y="12"/>
                  </a:cubicBezTo>
                  <a:cubicBezTo>
                    <a:pt x="20" y="12"/>
                    <a:pt x="26" y="9"/>
                    <a:pt x="25" y="6"/>
                  </a:cubicBezTo>
                  <a:cubicBezTo>
                    <a:pt x="25" y="2"/>
                    <a:pt x="19" y="0"/>
                    <a:pt x="1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7" name="Freeform 201"/>
            <p:cNvSpPr>
              <a:spLocks/>
            </p:cNvSpPr>
            <p:nvPr/>
          </p:nvSpPr>
          <p:spPr bwMode="auto">
            <a:xfrm>
              <a:off x="4406900" y="5513387"/>
              <a:ext cx="42863" cy="19050"/>
            </a:xfrm>
            <a:custGeom>
              <a:avLst/>
              <a:gdLst>
                <a:gd name="T0" fmla="*/ 8 w 15"/>
                <a:gd name="T1" fmla="*/ 7 h 7"/>
                <a:gd name="T2" fmla="*/ 0 w 15"/>
                <a:gd name="T3" fmla="*/ 3 h 7"/>
                <a:gd name="T4" fmla="*/ 7 w 15"/>
                <a:gd name="T5" fmla="*/ 0 h 7"/>
                <a:gd name="T6" fmla="*/ 14 w 15"/>
                <a:gd name="T7" fmla="*/ 3 h 7"/>
                <a:gd name="T8" fmla="*/ 8 w 15"/>
                <a:gd name="T9" fmla="*/ 7 h 7"/>
              </a:gdLst>
              <a:ahLst/>
              <a:cxnLst>
                <a:cxn ang="0">
                  <a:pos x="T0" y="T1"/>
                </a:cxn>
                <a:cxn ang="0">
                  <a:pos x="T2" y="T3"/>
                </a:cxn>
                <a:cxn ang="0">
                  <a:pos x="T4" y="T5"/>
                </a:cxn>
                <a:cxn ang="0">
                  <a:pos x="T6" y="T7"/>
                </a:cxn>
                <a:cxn ang="0">
                  <a:pos x="T8" y="T9"/>
                </a:cxn>
              </a:cxnLst>
              <a:rect l="0" t="0" r="r" b="b"/>
              <a:pathLst>
                <a:path w="15" h="7">
                  <a:moveTo>
                    <a:pt x="8" y="7"/>
                  </a:moveTo>
                  <a:cubicBezTo>
                    <a:pt x="4" y="7"/>
                    <a:pt x="0" y="5"/>
                    <a:pt x="0" y="3"/>
                  </a:cubicBezTo>
                  <a:cubicBezTo>
                    <a:pt x="0" y="1"/>
                    <a:pt x="3" y="0"/>
                    <a:pt x="7" y="0"/>
                  </a:cubicBezTo>
                  <a:cubicBezTo>
                    <a:pt x="11" y="0"/>
                    <a:pt x="14" y="1"/>
                    <a:pt x="14" y="3"/>
                  </a:cubicBezTo>
                  <a:cubicBezTo>
                    <a:pt x="15" y="5"/>
                    <a:pt x="12" y="7"/>
                    <a:pt x="8" y="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8" name="Freeform 202"/>
            <p:cNvSpPr>
              <a:spLocks noEditPoints="1"/>
            </p:cNvSpPr>
            <p:nvPr/>
          </p:nvSpPr>
          <p:spPr bwMode="auto">
            <a:xfrm>
              <a:off x="4405313" y="5510212"/>
              <a:ext cx="47625" cy="25400"/>
            </a:xfrm>
            <a:custGeom>
              <a:avLst/>
              <a:gdLst>
                <a:gd name="T0" fmla="*/ 8 w 17"/>
                <a:gd name="T1" fmla="*/ 1 h 9"/>
                <a:gd name="T2" fmla="*/ 14 w 17"/>
                <a:gd name="T3" fmla="*/ 4 h 9"/>
                <a:gd name="T4" fmla="*/ 9 w 17"/>
                <a:gd name="T5" fmla="*/ 7 h 9"/>
                <a:gd name="T6" fmla="*/ 2 w 17"/>
                <a:gd name="T7" fmla="*/ 4 h 9"/>
                <a:gd name="T8" fmla="*/ 8 w 17"/>
                <a:gd name="T9" fmla="*/ 1 h 9"/>
                <a:gd name="T10" fmla="*/ 8 w 17"/>
                <a:gd name="T11" fmla="*/ 0 h 9"/>
                <a:gd name="T12" fmla="*/ 0 w 17"/>
                <a:gd name="T13" fmla="*/ 4 h 9"/>
                <a:gd name="T14" fmla="*/ 9 w 17"/>
                <a:gd name="T15" fmla="*/ 9 h 9"/>
                <a:gd name="T16" fmla="*/ 17 w 17"/>
                <a:gd name="T17" fmla="*/ 4 h 9"/>
                <a:gd name="T18" fmla="*/ 8 w 17"/>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9">
                  <a:moveTo>
                    <a:pt x="8" y="1"/>
                  </a:moveTo>
                  <a:cubicBezTo>
                    <a:pt x="11" y="1"/>
                    <a:pt x="14" y="3"/>
                    <a:pt x="14" y="4"/>
                  </a:cubicBezTo>
                  <a:cubicBezTo>
                    <a:pt x="14" y="6"/>
                    <a:pt x="12" y="7"/>
                    <a:pt x="9" y="7"/>
                  </a:cubicBezTo>
                  <a:cubicBezTo>
                    <a:pt x="5" y="7"/>
                    <a:pt x="3" y="6"/>
                    <a:pt x="2" y="4"/>
                  </a:cubicBezTo>
                  <a:cubicBezTo>
                    <a:pt x="2" y="3"/>
                    <a:pt x="5" y="1"/>
                    <a:pt x="8" y="1"/>
                  </a:cubicBezTo>
                  <a:moveTo>
                    <a:pt x="8" y="0"/>
                  </a:moveTo>
                  <a:cubicBezTo>
                    <a:pt x="3" y="0"/>
                    <a:pt x="0" y="2"/>
                    <a:pt x="0" y="4"/>
                  </a:cubicBezTo>
                  <a:cubicBezTo>
                    <a:pt x="0" y="7"/>
                    <a:pt x="4" y="9"/>
                    <a:pt x="9" y="9"/>
                  </a:cubicBezTo>
                  <a:cubicBezTo>
                    <a:pt x="13" y="9"/>
                    <a:pt x="17" y="7"/>
                    <a:pt x="17" y="4"/>
                  </a:cubicBezTo>
                  <a:cubicBezTo>
                    <a:pt x="16" y="2"/>
                    <a:pt x="12" y="0"/>
                    <a:pt x="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9" name="Oval 203"/>
            <p:cNvSpPr>
              <a:spLocks noChangeArrowheads="1"/>
            </p:cNvSpPr>
            <p:nvPr/>
          </p:nvSpPr>
          <p:spPr bwMode="auto">
            <a:xfrm>
              <a:off x="3879850" y="5397500"/>
              <a:ext cx="39688" cy="19050"/>
            </a:xfrm>
            <a:prstGeom prst="ellipse">
              <a:avLst/>
            </a:pr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0" name="Freeform 204"/>
            <p:cNvSpPr>
              <a:spLocks noEditPoints="1"/>
            </p:cNvSpPr>
            <p:nvPr/>
          </p:nvSpPr>
          <p:spPr bwMode="auto">
            <a:xfrm>
              <a:off x="3878263" y="5394325"/>
              <a:ext cx="44450" cy="22225"/>
            </a:xfrm>
            <a:custGeom>
              <a:avLst/>
              <a:gdLst>
                <a:gd name="T0" fmla="*/ 8 w 16"/>
                <a:gd name="T1" fmla="*/ 1 h 8"/>
                <a:gd name="T2" fmla="*/ 14 w 16"/>
                <a:gd name="T3" fmla="*/ 4 h 8"/>
                <a:gd name="T4" fmla="*/ 8 w 16"/>
                <a:gd name="T5" fmla="*/ 7 h 8"/>
                <a:gd name="T6" fmla="*/ 2 w 16"/>
                <a:gd name="T7" fmla="*/ 4 h 8"/>
                <a:gd name="T8" fmla="*/ 8 w 16"/>
                <a:gd name="T9" fmla="*/ 1 h 8"/>
                <a:gd name="T10" fmla="*/ 8 w 16"/>
                <a:gd name="T11" fmla="*/ 0 h 8"/>
                <a:gd name="T12" fmla="*/ 0 w 16"/>
                <a:gd name="T13" fmla="*/ 4 h 8"/>
                <a:gd name="T14" fmla="*/ 8 w 16"/>
                <a:gd name="T15" fmla="*/ 8 h 8"/>
                <a:gd name="T16" fmla="*/ 16 w 16"/>
                <a:gd name="T17" fmla="*/ 4 h 8"/>
                <a:gd name="T18" fmla="*/ 8 w 16"/>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8">
                  <a:moveTo>
                    <a:pt x="8" y="1"/>
                  </a:moveTo>
                  <a:cubicBezTo>
                    <a:pt x="11" y="1"/>
                    <a:pt x="14" y="3"/>
                    <a:pt x="14" y="4"/>
                  </a:cubicBezTo>
                  <a:cubicBezTo>
                    <a:pt x="14" y="6"/>
                    <a:pt x="11" y="7"/>
                    <a:pt x="8" y="7"/>
                  </a:cubicBezTo>
                  <a:cubicBezTo>
                    <a:pt x="5" y="7"/>
                    <a:pt x="2" y="6"/>
                    <a:pt x="2" y="4"/>
                  </a:cubicBezTo>
                  <a:cubicBezTo>
                    <a:pt x="2" y="3"/>
                    <a:pt x="5" y="1"/>
                    <a:pt x="8" y="1"/>
                  </a:cubicBezTo>
                  <a:moveTo>
                    <a:pt x="8" y="0"/>
                  </a:moveTo>
                  <a:cubicBezTo>
                    <a:pt x="4" y="0"/>
                    <a:pt x="0" y="2"/>
                    <a:pt x="0" y="4"/>
                  </a:cubicBezTo>
                  <a:cubicBezTo>
                    <a:pt x="0" y="6"/>
                    <a:pt x="4" y="8"/>
                    <a:pt x="8" y="8"/>
                  </a:cubicBezTo>
                  <a:cubicBezTo>
                    <a:pt x="13" y="8"/>
                    <a:pt x="16" y="6"/>
                    <a:pt x="16" y="4"/>
                  </a:cubicBezTo>
                  <a:cubicBezTo>
                    <a:pt x="16" y="2"/>
                    <a:pt x="12" y="0"/>
                    <a:pt x="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7" name="Group 406"/>
            <p:cNvGrpSpPr>
              <a:grpSpLocks/>
            </p:cNvGrpSpPr>
            <p:nvPr/>
          </p:nvGrpSpPr>
          <p:grpSpPr bwMode="auto">
            <a:xfrm>
              <a:off x="3219450" y="4541838"/>
              <a:ext cx="3476625" cy="1868487"/>
              <a:chOff x="2028" y="2861"/>
              <a:chExt cx="2190" cy="1177"/>
            </a:xfrm>
          </p:grpSpPr>
          <p:sp>
            <p:nvSpPr>
              <p:cNvPr id="611" name="Freeform 206"/>
              <p:cNvSpPr>
                <a:spLocks/>
              </p:cNvSpPr>
              <p:nvPr/>
            </p:nvSpPr>
            <p:spPr bwMode="auto">
              <a:xfrm>
                <a:off x="2199" y="3520"/>
                <a:ext cx="48" cy="23"/>
              </a:xfrm>
              <a:custGeom>
                <a:avLst/>
                <a:gdLst>
                  <a:gd name="T0" fmla="*/ 14 w 27"/>
                  <a:gd name="T1" fmla="*/ 13 h 13"/>
                  <a:gd name="T2" fmla="*/ 0 w 27"/>
                  <a:gd name="T3" fmla="*/ 7 h 13"/>
                  <a:gd name="T4" fmla="*/ 14 w 27"/>
                  <a:gd name="T5" fmla="*/ 0 h 13"/>
                  <a:gd name="T6" fmla="*/ 27 w 27"/>
                  <a:gd name="T7" fmla="*/ 7 h 13"/>
                  <a:gd name="T8" fmla="*/ 14 w 27"/>
                  <a:gd name="T9" fmla="*/ 13 h 13"/>
                </a:gdLst>
                <a:ahLst/>
                <a:cxnLst>
                  <a:cxn ang="0">
                    <a:pos x="T0" y="T1"/>
                  </a:cxn>
                  <a:cxn ang="0">
                    <a:pos x="T2" y="T3"/>
                  </a:cxn>
                  <a:cxn ang="0">
                    <a:pos x="T4" y="T5"/>
                  </a:cxn>
                  <a:cxn ang="0">
                    <a:pos x="T6" y="T7"/>
                  </a:cxn>
                  <a:cxn ang="0">
                    <a:pos x="T8" y="T9"/>
                  </a:cxn>
                </a:cxnLst>
                <a:rect l="0" t="0" r="r" b="b"/>
                <a:pathLst>
                  <a:path w="27" h="13">
                    <a:moveTo>
                      <a:pt x="14" y="13"/>
                    </a:moveTo>
                    <a:cubicBezTo>
                      <a:pt x="6" y="13"/>
                      <a:pt x="0" y="10"/>
                      <a:pt x="0" y="7"/>
                    </a:cubicBezTo>
                    <a:cubicBezTo>
                      <a:pt x="1" y="3"/>
                      <a:pt x="7" y="0"/>
                      <a:pt x="14" y="0"/>
                    </a:cubicBezTo>
                    <a:cubicBezTo>
                      <a:pt x="22" y="0"/>
                      <a:pt x="27" y="3"/>
                      <a:pt x="27" y="7"/>
                    </a:cubicBezTo>
                    <a:cubicBezTo>
                      <a:pt x="27" y="10"/>
                      <a:pt x="21" y="13"/>
                      <a:pt x="14" y="13"/>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2" name="Freeform 207"/>
              <p:cNvSpPr>
                <a:spLocks noEditPoints="1"/>
              </p:cNvSpPr>
              <p:nvPr/>
            </p:nvSpPr>
            <p:spPr bwMode="auto">
              <a:xfrm>
                <a:off x="2197" y="3518"/>
                <a:ext cx="53" cy="27"/>
              </a:xfrm>
              <a:custGeom>
                <a:avLst/>
                <a:gdLst>
                  <a:gd name="T0" fmla="*/ 15 w 30"/>
                  <a:gd name="T1" fmla="*/ 1 h 15"/>
                  <a:gd name="T2" fmla="*/ 27 w 30"/>
                  <a:gd name="T3" fmla="*/ 8 h 15"/>
                  <a:gd name="T4" fmla="*/ 15 w 30"/>
                  <a:gd name="T5" fmla="*/ 14 h 15"/>
                  <a:gd name="T6" fmla="*/ 3 w 30"/>
                  <a:gd name="T7" fmla="*/ 8 h 15"/>
                  <a:gd name="T8" fmla="*/ 15 w 30"/>
                  <a:gd name="T9" fmla="*/ 1 h 15"/>
                  <a:gd name="T10" fmla="*/ 15 w 30"/>
                  <a:gd name="T11" fmla="*/ 0 h 15"/>
                  <a:gd name="T12" fmla="*/ 0 w 30"/>
                  <a:gd name="T13" fmla="*/ 8 h 15"/>
                  <a:gd name="T14" fmla="*/ 15 w 30"/>
                  <a:gd name="T15" fmla="*/ 15 h 15"/>
                  <a:gd name="T16" fmla="*/ 29 w 30"/>
                  <a:gd name="T17" fmla="*/ 8 h 15"/>
                  <a:gd name="T18" fmla="*/ 15 w 30"/>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5">
                    <a:moveTo>
                      <a:pt x="15" y="1"/>
                    </a:moveTo>
                    <a:cubicBezTo>
                      <a:pt x="22" y="1"/>
                      <a:pt x="27" y="4"/>
                      <a:pt x="27" y="8"/>
                    </a:cubicBezTo>
                    <a:cubicBezTo>
                      <a:pt x="27" y="11"/>
                      <a:pt x="21" y="14"/>
                      <a:pt x="15" y="14"/>
                    </a:cubicBezTo>
                    <a:cubicBezTo>
                      <a:pt x="8" y="14"/>
                      <a:pt x="2" y="11"/>
                      <a:pt x="3" y="8"/>
                    </a:cubicBezTo>
                    <a:cubicBezTo>
                      <a:pt x="3" y="4"/>
                      <a:pt x="8" y="1"/>
                      <a:pt x="15" y="1"/>
                    </a:cubicBezTo>
                    <a:moveTo>
                      <a:pt x="15" y="0"/>
                    </a:moveTo>
                    <a:cubicBezTo>
                      <a:pt x="7" y="0"/>
                      <a:pt x="0" y="4"/>
                      <a:pt x="0" y="8"/>
                    </a:cubicBezTo>
                    <a:cubicBezTo>
                      <a:pt x="0" y="12"/>
                      <a:pt x="6" y="15"/>
                      <a:pt x="15" y="15"/>
                    </a:cubicBezTo>
                    <a:cubicBezTo>
                      <a:pt x="23" y="15"/>
                      <a:pt x="29" y="12"/>
                      <a:pt x="29" y="8"/>
                    </a:cubicBezTo>
                    <a:cubicBezTo>
                      <a:pt x="30" y="4"/>
                      <a:pt x="23" y="0"/>
                      <a:pt x="1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3" name="Freeform 208"/>
              <p:cNvSpPr>
                <a:spLocks/>
              </p:cNvSpPr>
              <p:nvPr/>
            </p:nvSpPr>
            <p:spPr bwMode="auto">
              <a:xfrm>
                <a:off x="2285" y="3451"/>
                <a:ext cx="46" cy="25"/>
              </a:xfrm>
              <a:custGeom>
                <a:avLst/>
                <a:gdLst>
                  <a:gd name="T0" fmla="*/ 13 w 26"/>
                  <a:gd name="T1" fmla="*/ 14 h 14"/>
                  <a:gd name="T2" fmla="*/ 0 w 26"/>
                  <a:gd name="T3" fmla="*/ 7 h 14"/>
                  <a:gd name="T4" fmla="*/ 13 w 26"/>
                  <a:gd name="T5" fmla="*/ 0 h 14"/>
                  <a:gd name="T6" fmla="*/ 26 w 26"/>
                  <a:gd name="T7" fmla="*/ 7 h 14"/>
                  <a:gd name="T8" fmla="*/ 13 w 26"/>
                  <a:gd name="T9" fmla="*/ 14 h 14"/>
                </a:gdLst>
                <a:ahLst/>
                <a:cxnLst>
                  <a:cxn ang="0">
                    <a:pos x="T0" y="T1"/>
                  </a:cxn>
                  <a:cxn ang="0">
                    <a:pos x="T2" y="T3"/>
                  </a:cxn>
                  <a:cxn ang="0">
                    <a:pos x="T4" y="T5"/>
                  </a:cxn>
                  <a:cxn ang="0">
                    <a:pos x="T6" y="T7"/>
                  </a:cxn>
                  <a:cxn ang="0">
                    <a:pos x="T8" y="T9"/>
                  </a:cxn>
                </a:cxnLst>
                <a:rect l="0" t="0" r="r" b="b"/>
                <a:pathLst>
                  <a:path w="26" h="14">
                    <a:moveTo>
                      <a:pt x="13" y="14"/>
                    </a:moveTo>
                    <a:cubicBezTo>
                      <a:pt x="6" y="14"/>
                      <a:pt x="0" y="11"/>
                      <a:pt x="0" y="7"/>
                    </a:cubicBezTo>
                    <a:cubicBezTo>
                      <a:pt x="0" y="3"/>
                      <a:pt x="6" y="0"/>
                      <a:pt x="13" y="0"/>
                    </a:cubicBezTo>
                    <a:cubicBezTo>
                      <a:pt x="21" y="0"/>
                      <a:pt x="26" y="3"/>
                      <a:pt x="26" y="7"/>
                    </a:cubicBezTo>
                    <a:cubicBezTo>
                      <a:pt x="26" y="11"/>
                      <a:pt x="20" y="14"/>
                      <a:pt x="13" y="14"/>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4" name="Freeform 209"/>
              <p:cNvSpPr>
                <a:spLocks noEditPoints="1"/>
              </p:cNvSpPr>
              <p:nvPr/>
            </p:nvSpPr>
            <p:spPr bwMode="auto">
              <a:xfrm>
                <a:off x="2284" y="3451"/>
                <a:ext cx="51" cy="25"/>
              </a:xfrm>
              <a:custGeom>
                <a:avLst/>
                <a:gdLst>
                  <a:gd name="T0" fmla="*/ 14 w 29"/>
                  <a:gd name="T1" fmla="*/ 1 h 14"/>
                  <a:gd name="T2" fmla="*/ 26 w 29"/>
                  <a:gd name="T3" fmla="*/ 7 h 14"/>
                  <a:gd name="T4" fmla="*/ 14 w 29"/>
                  <a:gd name="T5" fmla="*/ 13 h 14"/>
                  <a:gd name="T6" fmla="*/ 2 w 29"/>
                  <a:gd name="T7" fmla="*/ 7 h 14"/>
                  <a:gd name="T8" fmla="*/ 14 w 29"/>
                  <a:gd name="T9" fmla="*/ 1 h 14"/>
                  <a:gd name="T10" fmla="*/ 14 w 29"/>
                  <a:gd name="T11" fmla="*/ 0 h 14"/>
                  <a:gd name="T12" fmla="*/ 0 w 29"/>
                  <a:gd name="T13" fmla="*/ 7 h 14"/>
                  <a:gd name="T14" fmla="*/ 14 w 29"/>
                  <a:gd name="T15" fmla="*/ 14 h 14"/>
                  <a:gd name="T16" fmla="*/ 29 w 29"/>
                  <a:gd name="T17" fmla="*/ 7 h 14"/>
                  <a:gd name="T18" fmla="*/ 14 w 29"/>
                  <a:gd name="T1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4">
                    <a:moveTo>
                      <a:pt x="14" y="1"/>
                    </a:moveTo>
                    <a:cubicBezTo>
                      <a:pt x="21" y="1"/>
                      <a:pt x="26" y="4"/>
                      <a:pt x="26" y="7"/>
                    </a:cubicBezTo>
                    <a:cubicBezTo>
                      <a:pt x="26" y="10"/>
                      <a:pt x="21" y="13"/>
                      <a:pt x="14" y="13"/>
                    </a:cubicBezTo>
                    <a:cubicBezTo>
                      <a:pt x="8" y="13"/>
                      <a:pt x="2" y="10"/>
                      <a:pt x="2" y="7"/>
                    </a:cubicBezTo>
                    <a:cubicBezTo>
                      <a:pt x="2" y="4"/>
                      <a:pt x="8" y="1"/>
                      <a:pt x="14" y="1"/>
                    </a:cubicBezTo>
                    <a:moveTo>
                      <a:pt x="14" y="0"/>
                    </a:moveTo>
                    <a:cubicBezTo>
                      <a:pt x="7" y="0"/>
                      <a:pt x="0" y="3"/>
                      <a:pt x="0" y="7"/>
                    </a:cubicBezTo>
                    <a:cubicBezTo>
                      <a:pt x="0" y="11"/>
                      <a:pt x="6" y="14"/>
                      <a:pt x="14" y="14"/>
                    </a:cubicBezTo>
                    <a:cubicBezTo>
                      <a:pt x="22" y="14"/>
                      <a:pt x="29" y="11"/>
                      <a:pt x="29" y="7"/>
                    </a:cubicBezTo>
                    <a:cubicBezTo>
                      <a:pt x="29" y="3"/>
                      <a:pt x="22" y="0"/>
                      <a:pt x="1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5" name="Freeform 210"/>
              <p:cNvSpPr>
                <a:spLocks/>
              </p:cNvSpPr>
              <p:nvPr/>
            </p:nvSpPr>
            <p:spPr bwMode="auto">
              <a:xfrm>
                <a:off x="2270" y="3405"/>
                <a:ext cx="67" cy="34"/>
              </a:xfrm>
              <a:custGeom>
                <a:avLst/>
                <a:gdLst>
                  <a:gd name="T0" fmla="*/ 19 w 38"/>
                  <a:gd name="T1" fmla="*/ 19 h 19"/>
                  <a:gd name="T2" fmla="*/ 0 w 38"/>
                  <a:gd name="T3" fmla="*/ 10 h 19"/>
                  <a:gd name="T4" fmla="*/ 19 w 38"/>
                  <a:gd name="T5" fmla="*/ 0 h 19"/>
                  <a:gd name="T6" fmla="*/ 38 w 38"/>
                  <a:gd name="T7" fmla="*/ 9 h 19"/>
                  <a:gd name="T8" fmla="*/ 19 w 38"/>
                  <a:gd name="T9" fmla="*/ 19 h 19"/>
                </a:gdLst>
                <a:ahLst/>
                <a:cxnLst>
                  <a:cxn ang="0">
                    <a:pos x="T0" y="T1"/>
                  </a:cxn>
                  <a:cxn ang="0">
                    <a:pos x="T2" y="T3"/>
                  </a:cxn>
                  <a:cxn ang="0">
                    <a:pos x="T4" y="T5"/>
                  </a:cxn>
                  <a:cxn ang="0">
                    <a:pos x="T6" y="T7"/>
                  </a:cxn>
                  <a:cxn ang="0">
                    <a:pos x="T8" y="T9"/>
                  </a:cxn>
                </a:cxnLst>
                <a:rect l="0" t="0" r="r" b="b"/>
                <a:pathLst>
                  <a:path w="38" h="19">
                    <a:moveTo>
                      <a:pt x="19" y="19"/>
                    </a:moveTo>
                    <a:cubicBezTo>
                      <a:pt x="8" y="19"/>
                      <a:pt x="0" y="15"/>
                      <a:pt x="0" y="10"/>
                    </a:cubicBezTo>
                    <a:cubicBezTo>
                      <a:pt x="0" y="4"/>
                      <a:pt x="9" y="0"/>
                      <a:pt x="19" y="0"/>
                    </a:cubicBezTo>
                    <a:cubicBezTo>
                      <a:pt x="30" y="0"/>
                      <a:pt x="38" y="4"/>
                      <a:pt x="38" y="9"/>
                    </a:cubicBezTo>
                    <a:cubicBezTo>
                      <a:pt x="38" y="15"/>
                      <a:pt x="30" y="19"/>
                      <a:pt x="19" y="1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6" name="Freeform 211"/>
              <p:cNvSpPr>
                <a:spLocks noEditPoints="1"/>
              </p:cNvSpPr>
              <p:nvPr/>
            </p:nvSpPr>
            <p:spPr bwMode="auto">
              <a:xfrm>
                <a:off x="2268" y="3404"/>
                <a:ext cx="70" cy="37"/>
              </a:xfrm>
              <a:custGeom>
                <a:avLst/>
                <a:gdLst>
                  <a:gd name="T0" fmla="*/ 20 w 40"/>
                  <a:gd name="T1" fmla="*/ 2 h 21"/>
                  <a:gd name="T2" fmla="*/ 38 w 40"/>
                  <a:gd name="T3" fmla="*/ 11 h 21"/>
                  <a:gd name="T4" fmla="*/ 20 w 40"/>
                  <a:gd name="T5" fmla="*/ 20 h 21"/>
                  <a:gd name="T6" fmla="*/ 2 w 40"/>
                  <a:gd name="T7" fmla="*/ 11 h 21"/>
                  <a:gd name="T8" fmla="*/ 20 w 40"/>
                  <a:gd name="T9" fmla="*/ 2 h 21"/>
                  <a:gd name="T10" fmla="*/ 20 w 40"/>
                  <a:gd name="T11" fmla="*/ 0 h 21"/>
                  <a:gd name="T12" fmla="*/ 0 w 40"/>
                  <a:gd name="T13" fmla="*/ 11 h 21"/>
                  <a:gd name="T14" fmla="*/ 20 w 40"/>
                  <a:gd name="T15" fmla="*/ 21 h 21"/>
                  <a:gd name="T16" fmla="*/ 40 w 40"/>
                  <a:gd name="T17" fmla="*/ 10 h 21"/>
                  <a:gd name="T18" fmla="*/ 20 w 40"/>
                  <a:gd name="T1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21">
                    <a:moveTo>
                      <a:pt x="20" y="2"/>
                    </a:moveTo>
                    <a:cubicBezTo>
                      <a:pt x="30" y="2"/>
                      <a:pt x="38" y="6"/>
                      <a:pt x="38" y="11"/>
                    </a:cubicBezTo>
                    <a:cubicBezTo>
                      <a:pt x="38" y="15"/>
                      <a:pt x="30" y="20"/>
                      <a:pt x="20" y="20"/>
                    </a:cubicBezTo>
                    <a:cubicBezTo>
                      <a:pt x="10" y="20"/>
                      <a:pt x="2" y="16"/>
                      <a:pt x="2" y="11"/>
                    </a:cubicBezTo>
                    <a:cubicBezTo>
                      <a:pt x="2" y="6"/>
                      <a:pt x="11" y="2"/>
                      <a:pt x="20" y="2"/>
                    </a:cubicBezTo>
                    <a:moveTo>
                      <a:pt x="20" y="0"/>
                    </a:moveTo>
                    <a:cubicBezTo>
                      <a:pt x="9" y="0"/>
                      <a:pt x="0" y="5"/>
                      <a:pt x="0" y="11"/>
                    </a:cubicBezTo>
                    <a:cubicBezTo>
                      <a:pt x="0" y="16"/>
                      <a:pt x="9" y="21"/>
                      <a:pt x="20" y="21"/>
                    </a:cubicBezTo>
                    <a:cubicBezTo>
                      <a:pt x="31" y="21"/>
                      <a:pt x="40" y="16"/>
                      <a:pt x="40" y="10"/>
                    </a:cubicBezTo>
                    <a:cubicBezTo>
                      <a:pt x="40" y="5"/>
                      <a:pt x="31" y="0"/>
                      <a:pt x="2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7" name="Freeform 212"/>
              <p:cNvSpPr>
                <a:spLocks/>
              </p:cNvSpPr>
              <p:nvPr/>
            </p:nvSpPr>
            <p:spPr bwMode="auto">
              <a:xfrm>
                <a:off x="2195" y="3361"/>
                <a:ext cx="96" cy="50"/>
              </a:xfrm>
              <a:custGeom>
                <a:avLst/>
                <a:gdLst>
                  <a:gd name="T0" fmla="*/ 26 w 54"/>
                  <a:gd name="T1" fmla="*/ 28 h 28"/>
                  <a:gd name="T2" fmla="*/ 0 w 54"/>
                  <a:gd name="T3" fmla="*/ 14 h 28"/>
                  <a:gd name="T4" fmla="*/ 27 w 54"/>
                  <a:gd name="T5" fmla="*/ 0 h 28"/>
                  <a:gd name="T6" fmla="*/ 53 w 54"/>
                  <a:gd name="T7" fmla="*/ 14 h 28"/>
                  <a:gd name="T8" fmla="*/ 26 w 54"/>
                  <a:gd name="T9" fmla="*/ 28 h 28"/>
                </a:gdLst>
                <a:ahLst/>
                <a:cxnLst>
                  <a:cxn ang="0">
                    <a:pos x="T0" y="T1"/>
                  </a:cxn>
                  <a:cxn ang="0">
                    <a:pos x="T2" y="T3"/>
                  </a:cxn>
                  <a:cxn ang="0">
                    <a:pos x="T4" y="T5"/>
                  </a:cxn>
                  <a:cxn ang="0">
                    <a:pos x="T6" y="T7"/>
                  </a:cxn>
                  <a:cxn ang="0">
                    <a:pos x="T8" y="T9"/>
                  </a:cxn>
                </a:cxnLst>
                <a:rect l="0" t="0" r="r" b="b"/>
                <a:pathLst>
                  <a:path w="54" h="28">
                    <a:moveTo>
                      <a:pt x="26" y="28"/>
                    </a:moveTo>
                    <a:cubicBezTo>
                      <a:pt x="11" y="28"/>
                      <a:pt x="0" y="22"/>
                      <a:pt x="0" y="14"/>
                    </a:cubicBezTo>
                    <a:cubicBezTo>
                      <a:pt x="0" y="7"/>
                      <a:pt x="13" y="1"/>
                      <a:pt x="27" y="0"/>
                    </a:cubicBezTo>
                    <a:cubicBezTo>
                      <a:pt x="42" y="0"/>
                      <a:pt x="54" y="6"/>
                      <a:pt x="53" y="14"/>
                    </a:cubicBezTo>
                    <a:cubicBezTo>
                      <a:pt x="53" y="21"/>
                      <a:pt x="41" y="28"/>
                      <a:pt x="26" y="28"/>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8" name="Freeform 213"/>
              <p:cNvSpPr>
                <a:spLocks noEditPoints="1"/>
              </p:cNvSpPr>
              <p:nvPr/>
            </p:nvSpPr>
            <p:spPr bwMode="auto">
              <a:xfrm>
                <a:off x="2192" y="3361"/>
                <a:ext cx="101" cy="50"/>
              </a:xfrm>
              <a:custGeom>
                <a:avLst/>
                <a:gdLst>
                  <a:gd name="T0" fmla="*/ 29 w 57"/>
                  <a:gd name="T1" fmla="*/ 1 h 28"/>
                  <a:gd name="T2" fmla="*/ 54 w 57"/>
                  <a:gd name="T3" fmla="*/ 14 h 28"/>
                  <a:gd name="T4" fmla="*/ 28 w 57"/>
                  <a:gd name="T5" fmla="*/ 27 h 28"/>
                  <a:gd name="T6" fmla="*/ 3 w 57"/>
                  <a:gd name="T7" fmla="*/ 14 h 28"/>
                  <a:gd name="T8" fmla="*/ 29 w 57"/>
                  <a:gd name="T9" fmla="*/ 1 h 28"/>
                  <a:gd name="T10" fmla="*/ 29 w 57"/>
                  <a:gd name="T11" fmla="*/ 0 h 28"/>
                  <a:gd name="T12" fmla="*/ 1 w 57"/>
                  <a:gd name="T13" fmla="*/ 14 h 28"/>
                  <a:gd name="T14" fmla="*/ 28 w 57"/>
                  <a:gd name="T15" fmla="*/ 28 h 28"/>
                  <a:gd name="T16" fmla="*/ 57 w 57"/>
                  <a:gd name="T17" fmla="*/ 14 h 28"/>
                  <a:gd name="T18" fmla="*/ 29 w 57"/>
                  <a:gd name="T1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 h="28">
                    <a:moveTo>
                      <a:pt x="29" y="1"/>
                    </a:moveTo>
                    <a:cubicBezTo>
                      <a:pt x="43" y="1"/>
                      <a:pt x="55" y="7"/>
                      <a:pt x="54" y="14"/>
                    </a:cubicBezTo>
                    <a:cubicBezTo>
                      <a:pt x="54" y="21"/>
                      <a:pt x="42" y="27"/>
                      <a:pt x="28" y="27"/>
                    </a:cubicBezTo>
                    <a:cubicBezTo>
                      <a:pt x="14" y="27"/>
                      <a:pt x="3" y="21"/>
                      <a:pt x="3" y="14"/>
                    </a:cubicBezTo>
                    <a:cubicBezTo>
                      <a:pt x="4" y="7"/>
                      <a:pt x="15" y="1"/>
                      <a:pt x="29" y="1"/>
                    </a:cubicBezTo>
                    <a:moveTo>
                      <a:pt x="29" y="0"/>
                    </a:moveTo>
                    <a:cubicBezTo>
                      <a:pt x="14" y="0"/>
                      <a:pt x="1" y="6"/>
                      <a:pt x="1" y="14"/>
                    </a:cubicBezTo>
                    <a:cubicBezTo>
                      <a:pt x="0" y="22"/>
                      <a:pt x="13" y="28"/>
                      <a:pt x="28" y="28"/>
                    </a:cubicBezTo>
                    <a:cubicBezTo>
                      <a:pt x="44" y="28"/>
                      <a:pt x="56" y="22"/>
                      <a:pt x="57" y="14"/>
                    </a:cubicBezTo>
                    <a:cubicBezTo>
                      <a:pt x="57" y="6"/>
                      <a:pt x="45" y="0"/>
                      <a:pt x="2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9" name="Freeform 214"/>
              <p:cNvSpPr>
                <a:spLocks/>
              </p:cNvSpPr>
              <p:nvPr/>
            </p:nvSpPr>
            <p:spPr bwMode="auto">
              <a:xfrm>
                <a:off x="2029" y="3375"/>
                <a:ext cx="85" cy="43"/>
              </a:xfrm>
              <a:custGeom>
                <a:avLst/>
                <a:gdLst>
                  <a:gd name="T0" fmla="*/ 23 w 48"/>
                  <a:gd name="T1" fmla="*/ 24 h 24"/>
                  <a:gd name="T2" fmla="*/ 0 w 48"/>
                  <a:gd name="T3" fmla="*/ 12 h 24"/>
                  <a:gd name="T4" fmla="*/ 25 w 48"/>
                  <a:gd name="T5" fmla="*/ 0 h 24"/>
                  <a:gd name="T6" fmla="*/ 48 w 48"/>
                  <a:gd name="T7" fmla="*/ 12 h 24"/>
                  <a:gd name="T8" fmla="*/ 23 w 48"/>
                  <a:gd name="T9" fmla="*/ 24 h 24"/>
                </a:gdLst>
                <a:ahLst/>
                <a:cxnLst>
                  <a:cxn ang="0">
                    <a:pos x="T0" y="T1"/>
                  </a:cxn>
                  <a:cxn ang="0">
                    <a:pos x="T2" y="T3"/>
                  </a:cxn>
                  <a:cxn ang="0">
                    <a:pos x="T4" y="T5"/>
                  </a:cxn>
                  <a:cxn ang="0">
                    <a:pos x="T6" y="T7"/>
                  </a:cxn>
                  <a:cxn ang="0">
                    <a:pos x="T8" y="T9"/>
                  </a:cxn>
                </a:cxnLst>
                <a:rect l="0" t="0" r="r" b="b"/>
                <a:pathLst>
                  <a:path w="48" h="24">
                    <a:moveTo>
                      <a:pt x="23" y="24"/>
                    </a:moveTo>
                    <a:cubicBezTo>
                      <a:pt x="10" y="24"/>
                      <a:pt x="0" y="19"/>
                      <a:pt x="0" y="12"/>
                    </a:cubicBezTo>
                    <a:cubicBezTo>
                      <a:pt x="1" y="6"/>
                      <a:pt x="12" y="1"/>
                      <a:pt x="25" y="0"/>
                    </a:cubicBezTo>
                    <a:cubicBezTo>
                      <a:pt x="38" y="0"/>
                      <a:pt x="48" y="6"/>
                      <a:pt x="48" y="12"/>
                    </a:cubicBezTo>
                    <a:cubicBezTo>
                      <a:pt x="47" y="19"/>
                      <a:pt x="36" y="24"/>
                      <a:pt x="23" y="24"/>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0" name="Freeform 215"/>
              <p:cNvSpPr>
                <a:spLocks noEditPoints="1"/>
              </p:cNvSpPr>
              <p:nvPr/>
            </p:nvSpPr>
            <p:spPr bwMode="auto">
              <a:xfrm>
                <a:off x="2028" y="3375"/>
                <a:ext cx="88" cy="45"/>
              </a:xfrm>
              <a:custGeom>
                <a:avLst/>
                <a:gdLst>
                  <a:gd name="T0" fmla="*/ 26 w 50"/>
                  <a:gd name="T1" fmla="*/ 1 h 25"/>
                  <a:gd name="T2" fmla="*/ 47 w 50"/>
                  <a:gd name="T3" fmla="*/ 12 h 25"/>
                  <a:gd name="T4" fmla="*/ 24 w 50"/>
                  <a:gd name="T5" fmla="*/ 24 h 25"/>
                  <a:gd name="T6" fmla="*/ 3 w 50"/>
                  <a:gd name="T7" fmla="*/ 12 h 25"/>
                  <a:gd name="T8" fmla="*/ 26 w 50"/>
                  <a:gd name="T9" fmla="*/ 1 h 25"/>
                  <a:gd name="T10" fmla="*/ 26 w 50"/>
                  <a:gd name="T11" fmla="*/ 0 h 25"/>
                  <a:gd name="T12" fmla="*/ 0 w 50"/>
                  <a:gd name="T13" fmla="*/ 12 h 25"/>
                  <a:gd name="T14" fmla="*/ 24 w 50"/>
                  <a:gd name="T15" fmla="*/ 25 h 25"/>
                  <a:gd name="T16" fmla="*/ 50 w 50"/>
                  <a:gd name="T17" fmla="*/ 12 h 25"/>
                  <a:gd name="T18" fmla="*/ 26 w 50"/>
                  <a:gd name="T1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25">
                    <a:moveTo>
                      <a:pt x="26" y="1"/>
                    </a:moveTo>
                    <a:cubicBezTo>
                      <a:pt x="38" y="1"/>
                      <a:pt x="48" y="6"/>
                      <a:pt x="47" y="12"/>
                    </a:cubicBezTo>
                    <a:cubicBezTo>
                      <a:pt x="47" y="19"/>
                      <a:pt x="36" y="24"/>
                      <a:pt x="24" y="24"/>
                    </a:cubicBezTo>
                    <a:cubicBezTo>
                      <a:pt x="12" y="24"/>
                      <a:pt x="2" y="19"/>
                      <a:pt x="3" y="12"/>
                    </a:cubicBezTo>
                    <a:cubicBezTo>
                      <a:pt x="3" y="6"/>
                      <a:pt x="14" y="1"/>
                      <a:pt x="26" y="1"/>
                    </a:cubicBezTo>
                    <a:moveTo>
                      <a:pt x="26" y="0"/>
                    </a:moveTo>
                    <a:cubicBezTo>
                      <a:pt x="13" y="0"/>
                      <a:pt x="1" y="6"/>
                      <a:pt x="0" y="12"/>
                    </a:cubicBezTo>
                    <a:cubicBezTo>
                      <a:pt x="0" y="19"/>
                      <a:pt x="10" y="25"/>
                      <a:pt x="24" y="25"/>
                    </a:cubicBezTo>
                    <a:cubicBezTo>
                      <a:pt x="38" y="25"/>
                      <a:pt x="49" y="19"/>
                      <a:pt x="50" y="12"/>
                    </a:cubicBezTo>
                    <a:cubicBezTo>
                      <a:pt x="50" y="5"/>
                      <a:pt x="40" y="0"/>
                      <a:pt x="2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1" name="Freeform 216"/>
              <p:cNvSpPr>
                <a:spLocks/>
              </p:cNvSpPr>
              <p:nvPr/>
            </p:nvSpPr>
            <p:spPr bwMode="auto">
              <a:xfrm>
                <a:off x="2128" y="3352"/>
                <a:ext cx="60" cy="30"/>
              </a:xfrm>
              <a:custGeom>
                <a:avLst/>
                <a:gdLst>
                  <a:gd name="T0" fmla="*/ 16 w 34"/>
                  <a:gd name="T1" fmla="*/ 17 h 17"/>
                  <a:gd name="T2" fmla="*/ 0 w 34"/>
                  <a:gd name="T3" fmla="*/ 8 h 17"/>
                  <a:gd name="T4" fmla="*/ 18 w 34"/>
                  <a:gd name="T5" fmla="*/ 0 h 17"/>
                  <a:gd name="T6" fmla="*/ 34 w 34"/>
                  <a:gd name="T7" fmla="*/ 8 h 17"/>
                  <a:gd name="T8" fmla="*/ 16 w 34"/>
                  <a:gd name="T9" fmla="*/ 17 h 17"/>
                </a:gdLst>
                <a:ahLst/>
                <a:cxnLst>
                  <a:cxn ang="0">
                    <a:pos x="T0" y="T1"/>
                  </a:cxn>
                  <a:cxn ang="0">
                    <a:pos x="T2" y="T3"/>
                  </a:cxn>
                  <a:cxn ang="0">
                    <a:pos x="T4" y="T5"/>
                  </a:cxn>
                  <a:cxn ang="0">
                    <a:pos x="T6" y="T7"/>
                  </a:cxn>
                  <a:cxn ang="0">
                    <a:pos x="T8" y="T9"/>
                  </a:cxn>
                </a:cxnLst>
                <a:rect l="0" t="0" r="r" b="b"/>
                <a:pathLst>
                  <a:path w="34" h="17">
                    <a:moveTo>
                      <a:pt x="16" y="17"/>
                    </a:moveTo>
                    <a:cubicBezTo>
                      <a:pt x="7" y="17"/>
                      <a:pt x="0" y="13"/>
                      <a:pt x="0" y="8"/>
                    </a:cubicBezTo>
                    <a:cubicBezTo>
                      <a:pt x="1" y="3"/>
                      <a:pt x="8" y="0"/>
                      <a:pt x="18" y="0"/>
                    </a:cubicBezTo>
                    <a:cubicBezTo>
                      <a:pt x="27" y="0"/>
                      <a:pt x="34" y="3"/>
                      <a:pt x="34" y="8"/>
                    </a:cubicBezTo>
                    <a:cubicBezTo>
                      <a:pt x="33" y="13"/>
                      <a:pt x="26" y="17"/>
                      <a:pt x="16" y="1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2" name="Freeform 217"/>
              <p:cNvSpPr>
                <a:spLocks noEditPoints="1"/>
              </p:cNvSpPr>
              <p:nvPr/>
            </p:nvSpPr>
            <p:spPr bwMode="auto">
              <a:xfrm>
                <a:off x="2127" y="3351"/>
                <a:ext cx="63" cy="31"/>
              </a:xfrm>
              <a:custGeom>
                <a:avLst/>
                <a:gdLst>
                  <a:gd name="T0" fmla="*/ 19 w 36"/>
                  <a:gd name="T1" fmla="*/ 1 h 18"/>
                  <a:gd name="T2" fmla="*/ 34 w 36"/>
                  <a:gd name="T3" fmla="*/ 9 h 18"/>
                  <a:gd name="T4" fmla="*/ 17 w 36"/>
                  <a:gd name="T5" fmla="*/ 17 h 18"/>
                  <a:gd name="T6" fmla="*/ 2 w 36"/>
                  <a:gd name="T7" fmla="*/ 9 h 18"/>
                  <a:gd name="T8" fmla="*/ 19 w 36"/>
                  <a:gd name="T9" fmla="*/ 1 h 18"/>
                  <a:gd name="T10" fmla="*/ 19 w 36"/>
                  <a:gd name="T11" fmla="*/ 0 h 18"/>
                  <a:gd name="T12" fmla="*/ 0 w 36"/>
                  <a:gd name="T13" fmla="*/ 9 h 18"/>
                  <a:gd name="T14" fmla="*/ 17 w 36"/>
                  <a:gd name="T15" fmla="*/ 18 h 18"/>
                  <a:gd name="T16" fmla="*/ 36 w 36"/>
                  <a:gd name="T17" fmla="*/ 9 h 18"/>
                  <a:gd name="T18" fmla="*/ 19 w 36"/>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18">
                    <a:moveTo>
                      <a:pt x="19" y="1"/>
                    </a:moveTo>
                    <a:cubicBezTo>
                      <a:pt x="27" y="1"/>
                      <a:pt x="34" y="5"/>
                      <a:pt x="34" y="9"/>
                    </a:cubicBezTo>
                    <a:cubicBezTo>
                      <a:pt x="33" y="13"/>
                      <a:pt x="26" y="17"/>
                      <a:pt x="17" y="17"/>
                    </a:cubicBezTo>
                    <a:cubicBezTo>
                      <a:pt x="9" y="17"/>
                      <a:pt x="2" y="14"/>
                      <a:pt x="2" y="9"/>
                    </a:cubicBezTo>
                    <a:cubicBezTo>
                      <a:pt x="3" y="5"/>
                      <a:pt x="10" y="1"/>
                      <a:pt x="19" y="1"/>
                    </a:cubicBezTo>
                    <a:moveTo>
                      <a:pt x="19" y="0"/>
                    </a:moveTo>
                    <a:cubicBezTo>
                      <a:pt x="9" y="0"/>
                      <a:pt x="1" y="4"/>
                      <a:pt x="0" y="9"/>
                    </a:cubicBezTo>
                    <a:cubicBezTo>
                      <a:pt x="0" y="14"/>
                      <a:pt x="7" y="18"/>
                      <a:pt x="17" y="18"/>
                    </a:cubicBezTo>
                    <a:cubicBezTo>
                      <a:pt x="27" y="18"/>
                      <a:pt x="36" y="14"/>
                      <a:pt x="36" y="9"/>
                    </a:cubicBezTo>
                    <a:cubicBezTo>
                      <a:pt x="36" y="4"/>
                      <a:pt x="28" y="0"/>
                      <a:pt x="1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3" name="Freeform 218"/>
              <p:cNvSpPr>
                <a:spLocks/>
              </p:cNvSpPr>
              <p:nvPr/>
            </p:nvSpPr>
            <p:spPr bwMode="auto">
              <a:xfrm>
                <a:off x="2771" y="3538"/>
                <a:ext cx="27" cy="14"/>
              </a:xfrm>
              <a:custGeom>
                <a:avLst/>
                <a:gdLst>
                  <a:gd name="T0" fmla="*/ 8 w 15"/>
                  <a:gd name="T1" fmla="*/ 8 h 8"/>
                  <a:gd name="T2" fmla="*/ 0 w 15"/>
                  <a:gd name="T3" fmla="*/ 4 h 8"/>
                  <a:gd name="T4" fmla="*/ 7 w 15"/>
                  <a:gd name="T5" fmla="*/ 0 h 8"/>
                  <a:gd name="T6" fmla="*/ 14 w 15"/>
                  <a:gd name="T7" fmla="*/ 4 h 8"/>
                  <a:gd name="T8" fmla="*/ 8 w 15"/>
                  <a:gd name="T9" fmla="*/ 8 h 8"/>
                </a:gdLst>
                <a:ahLst/>
                <a:cxnLst>
                  <a:cxn ang="0">
                    <a:pos x="T0" y="T1"/>
                  </a:cxn>
                  <a:cxn ang="0">
                    <a:pos x="T2" y="T3"/>
                  </a:cxn>
                  <a:cxn ang="0">
                    <a:pos x="T4" y="T5"/>
                  </a:cxn>
                  <a:cxn ang="0">
                    <a:pos x="T6" y="T7"/>
                  </a:cxn>
                  <a:cxn ang="0">
                    <a:pos x="T8" y="T9"/>
                  </a:cxn>
                </a:cxnLst>
                <a:rect l="0" t="0" r="r" b="b"/>
                <a:pathLst>
                  <a:path w="15" h="8">
                    <a:moveTo>
                      <a:pt x="8" y="8"/>
                    </a:moveTo>
                    <a:cubicBezTo>
                      <a:pt x="4" y="8"/>
                      <a:pt x="0" y="6"/>
                      <a:pt x="0" y="4"/>
                    </a:cubicBezTo>
                    <a:cubicBezTo>
                      <a:pt x="0" y="2"/>
                      <a:pt x="3" y="0"/>
                      <a:pt x="7" y="0"/>
                    </a:cubicBezTo>
                    <a:cubicBezTo>
                      <a:pt x="11" y="0"/>
                      <a:pt x="14" y="2"/>
                      <a:pt x="14" y="4"/>
                    </a:cubicBezTo>
                    <a:cubicBezTo>
                      <a:pt x="15" y="6"/>
                      <a:pt x="12" y="8"/>
                      <a:pt x="8" y="8"/>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4" name="Freeform 219"/>
              <p:cNvSpPr>
                <a:spLocks noEditPoints="1"/>
              </p:cNvSpPr>
              <p:nvPr/>
            </p:nvSpPr>
            <p:spPr bwMode="auto">
              <a:xfrm>
                <a:off x="2768" y="3538"/>
                <a:ext cx="31" cy="14"/>
              </a:xfrm>
              <a:custGeom>
                <a:avLst/>
                <a:gdLst>
                  <a:gd name="T0" fmla="*/ 9 w 18"/>
                  <a:gd name="T1" fmla="*/ 1 h 8"/>
                  <a:gd name="T2" fmla="*/ 15 w 18"/>
                  <a:gd name="T3" fmla="*/ 4 h 8"/>
                  <a:gd name="T4" fmla="*/ 9 w 18"/>
                  <a:gd name="T5" fmla="*/ 7 h 8"/>
                  <a:gd name="T6" fmla="*/ 3 w 18"/>
                  <a:gd name="T7" fmla="*/ 4 h 8"/>
                  <a:gd name="T8" fmla="*/ 9 w 18"/>
                  <a:gd name="T9" fmla="*/ 1 h 8"/>
                  <a:gd name="T10" fmla="*/ 8 w 18"/>
                  <a:gd name="T11" fmla="*/ 0 h 8"/>
                  <a:gd name="T12" fmla="*/ 1 w 18"/>
                  <a:gd name="T13" fmla="*/ 4 h 8"/>
                  <a:gd name="T14" fmla="*/ 10 w 18"/>
                  <a:gd name="T15" fmla="*/ 8 h 8"/>
                  <a:gd name="T16" fmla="*/ 17 w 18"/>
                  <a:gd name="T17" fmla="*/ 4 h 8"/>
                  <a:gd name="T18" fmla="*/ 8 w 18"/>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8">
                    <a:moveTo>
                      <a:pt x="9" y="1"/>
                    </a:moveTo>
                    <a:cubicBezTo>
                      <a:pt x="12" y="1"/>
                      <a:pt x="15" y="2"/>
                      <a:pt x="15" y="4"/>
                    </a:cubicBezTo>
                    <a:cubicBezTo>
                      <a:pt x="15" y="6"/>
                      <a:pt x="13" y="7"/>
                      <a:pt x="9" y="7"/>
                    </a:cubicBezTo>
                    <a:cubicBezTo>
                      <a:pt x="6" y="7"/>
                      <a:pt x="3" y="6"/>
                      <a:pt x="3" y="4"/>
                    </a:cubicBezTo>
                    <a:cubicBezTo>
                      <a:pt x="3" y="2"/>
                      <a:pt x="5" y="1"/>
                      <a:pt x="9" y="1"/>
                    </a:cubicBezTo>
                    <a:moveTo>
                      <a:pt x="8" y="0"/>
                    </a:moveTo>
                    <a:cubicBezTo>
                      <a:pt x="4" y="0"/>
                      <a:pt x="0" y="2"/>
                      <a:pt x="1" y="4"/>
                    </a:cubicBezTo>
                    <a:cubicBezTo>
                      <a:pt x="1" y="6"/>
                      <a:pt x="5" y="8"/>
                      <a:pt x="10" y="8"/>
                    </a:cubicBezTo>
                    <a:cubicBezTo>
                      <a:pt x="14" y="8"/>
                      <a:pt x="18" y="6"/>
                      <a:pt x="17" y="4"/>
                    </a:cubicBezTo>
                    <a:cubicBezTo>
                      <a:pt x="17" y="2"/>
                      <a:pt x="13" y="0"/>
                      <a:pt x="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5" name="Freeform 220"/>
              <p:cNvSpPr>
                <a:spLocks/>
              </p:cNvSpPr>
              <p:nvPr/>
            </p:nvSpPr>
            <p:spPr bwMode="auto">
              <a:xfrm>
                <a:off x="2840" y="3441"/>
                <a:ext cx="34" cy="16"/>
              </a:xfrm>
              <a:custGeom>
                <a:avLst/>
                <a:gdLst>
                  <a:gd name="T0" fmla="*/ 10 w 19"/>
                  <a:gd name="T1" fmla="*/ 9 h 9"/>
                  <a:gd name="T2" fmla="*/ 0 w 19"/>
                  <a:gd name="T3" fmla="*/ 4 h 9"/>
                  <a:gd name="T4" fmla="*/ 9 w 19"/>
                  <a:gd name="T5" fmla="*/ 0 h 9"/>
                  <a:gd name="T6" fmla="*/ 18 w 19"/>
                  <a:gd name="T7" fmla="*/ 4 h 9"/>
                  <a:gd name="T8" fmla="*/ 10 w 19"/>
                  <a:gd name="T9" fmla="*/ 9 h 9"/>
                </a:gdLst>
                <a:ahLst/>
                <a:cxnLst>
                  <a:cxn ang="0">
                    <a:pos x="T0" y="T1"/>
                  </a:cxn>
                  <a:cxn ang="0">
                    <a:pos x="T2" y="T3"/>
                  </a:cxn>
                  <a:cxn ang="0">
                    <a:pos x="T4" y="T5"/>
                  </a:cxn>
                  <a:cxn ang="0">
                    <a:pos x="T6" y="T7"/>
                  </a:cxn>
                  <a:cxn ang="0">
                    <a:pos x="T8" y="T9"/>
                  </a:cxn>
                </a:cxnLst>
                <a:rect l="0" t="0" r="r" b="b"/>
                <a:pathLst>
                  <a:path w="19" h="9">
                    <a:moveTo>
                      <a:pt x="10" y="9"/>
                    </a:moveTo>
                    <a:cubicBezTo>
                      <a:pt x="5" y="9"/>
                      <a:pt x="1" y="7"/>
                      <a:pt x="0" y="4"/>
                    </a:cubicBezTo>
                    <a:cubicBezTo>
                      <a:pt x="0" y="2"/>
                      <a:pt x="4" y="0"/>
                      <a:pt x="9" y="0"/>
                    </a:cubicBezTo>
                    <a:cubicBezTo>
                      <a:pt x="14" y="0"/>
                      <a:pt x="18" y="2"/>
                      <a:pt x="18" y="4"/>
                    </a:cubicBezTo>
                    <a:cubicBezTo>
                      <a:pt x="19" y="7"/>
                      <a:pt x="15" y="9"/>
                      <a:pt x="10" y="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6" name="Freeform 221"/>
              <p:cNvSpPr>
                <a:spLocks noEditPoints="1"/>
              </p:cNvSpPr>
              <p:nvPr/>
            </p:nvSpPr>
            <p:spPr bwMode="auto">
              <a:xfrm>
                <a:off x="2838" y="3439"/>
                <a:ext cx="37" cy="18"/>
              </a:xfrm>
              <a:custGeom>
                <a:avLst/>
                <a:gdLst>
                  <a:gd name="T0" fmla="*/ 10 w 21"/>
                  <a:gd name="T1" fmla="*/ 1 h 10"/>
                  <a:gd name="T2" fmla="*/ 18 w 21"/>
                  <a:gd name="T3" fmla="*/ 5 h 10"/>
                  <a:gd name="T4" fmla="*/ 11 w 21"/>
                  <a:gd name="T5" fmla="*/ 9 h 10"/>
                  <a:gd name="T6" fmla="*/ 2 w 21"/>
                  <a:gd name="T7" fmla="*/ 5 h 10"/>
                  <a:gd name="T8" fmla="*/ 10 w 21"/>
                  <a:gd name="T9" fmla="*/ 1 h 10"/>
                  <a:gd name="T10" fmla="*/ 10 w 21"/>
                  <a:gd name="T11" fmla="*/ 0 h 10"/>
                  <a:gd name="T12" fmla="*/ 0 w 21"/>
                  <a:gd name="T13" fmla="*/ 5 h 10"/>
                  <a:gd name="T14" fmla="*/ 11 w 21"/>
                  <a:gd name="T15" fmla="*/ 10 h 10"/>
                  <a:gd name="T16" fmla="*/ 21 w 21"/>
                  <a:gd name="T17" fmla="*/ 5 h 10"/>
                  <a:gd name="T18" fmla="*/ 10 w 21"/>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10">
                    <a:moveTo>
                      <a:pt x="10" y="1"/>
                    </a:moveTo>
                    <a:cubicBezTo>
                      <a:pt x="14" y="1"/>
                      <a:pt x="18" y="3"/>
                      <a:pt x="18" y="5"/>
                    </a:cubicBezTo>
                    <a:cubicBezTo>
                      <a:pt x="19" y="7"/>
                      <a:pt x="15" y="9"/>
                      <a:pt x="11" y="9"/>
                    </a:cubicBezTo>
                    <a:cubicBezTo>
                      <a:pt x="7" y="9"/>
                      <a:pt x="3" y="7"/>
                      <a:pt x="2" y="5"/>
                    </a:cubicBezTo>
                    <a:cubicBezTo>
                      <a:pt x="2" y="3"/>
                      <a:pt x="5" y="1"/>
                      <a:pt x="10" y="1"/>
                    </a:cubicBezTo>
                    <a:moveTo>
                      <a:pt x="10" y="0"/>
                    </a:moveTo>
                    <a:cubicBezTo>
                      <a:pt x="4" y="0"/>
                      <a:pt x="0" y="2"/>
                      <a:pt x="0" y="5"/>
                    </a:cubicBezTo>
                    <a:cubicBezTo>
                      <a:pt x="1" y="8"/>
                      <a:pt x="6" y="10"/>
                      <a:pt x="11" y="10"/>
                    </a:cubicBezTo>
                    <a:cubicBezTo>
                      <a:pt x="17" y="10"/>
                      <a:pt x="21" y="8"/>
                      <a:pt x="21" y="5"/>
                    </a:cubicBezTo>
                    <a:cubicBezTo>
                      <a:pt x="20" y="2"/>
                      <a:pt x="15" y="0"/>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7" name="Freeform 222"/>
              <p:cNvSpPr>
                <a:spLocks/>
              </p:cNvSpPr>
              <p:nvPr/>
            </p:nvSpPr>
            <p:spPr bwMode="auto">
              <a:xfrm>
                <a:off x="2642" y="3441"/>
                <a:ext cx="41" cy="19"/>
              </a:xfrm>
              <a:custGeom>
                <a:avLst/>
                <a:gdLst>
                  <a:gd name="T0" fmla="*/ 12 w 23"/>
                  <a:gd name="T1" fmla="*/ 11 h 11"/>
                  <a:gd name="T2" fmla="*/ 0 w 23"/>
                  <a:gd name="T3" fmla="*/ 6 h 11"/>
                  <a:gd name="T4" fmla="*/ 11 w 23"/>
                  <a:gd name="T5" fmla="*/ 0 h 11"/>
                  <a:gd name="T6" fmla="*/ 22 w 23"/>
                  <a:gd name="T7" fmla="*/ 6 h 11"/>
                  <a:gd name="T8" fmla="*/ 12 w 23"/>
                  <a:gd name="T9" fmla="*/ 11 h 11"/>
                </a:gdLst>
                <a:ahLst/>
                <a:cxnLst>
                  <a:cxn ang="0">
                    <a:pos x="T0" y="T1"/>
                  </a:cxn>
                  <a:cxn ang="0">
                    <a:pos x="T2" y="T3"/>
                  </a:cxn>
                  <a:cxn ang="0">
                    <a:pos x="T4" y="T5"/>
                  </a:cxn>
                  <a:cxn ang="0">
                    <a:pos x="T6" y="T7"/>
                  </a:cxn>
                  <a:cxn ang="0">
                    <a:pos x="T8" y="T9"/>
                  </a:cxn>
                </a:cxnLst>
                <a:rect l="0" t="0" r="r" b="b"/>
                <a:pathLst>
                  <a:path w="23" h="11">
                    <a:moveTo>
                      <a:pt x="12" y="11"/>
                    </a:moveTo>
                    <a:cubicBezTo>
                      <a:pt x="6" y="11"/>
                      <a:pt x="0" y="9"/>
                      <a:pt x="0" y="6"/>
                    </a:cubicBezTo>
                    <a:cubicBezTo>
                      <a:pt x="0" y="2"/>
                      <a:pt x="5" y="0"/>
                      <a:pt x="11" y="0"/>
                    </a:cubicBezTo>
                    <a:cubicBezTo>
                      <a:pt x="17" y="0"/>
                      <a:pt x="22" y="2"/>
                      <a:pt x="22" y="6"/>
                    </a:cubicBezTo>
                    <a:cubicBezTo>
                      <a:pt x="23" y="9"/>
                      <a:pt x="18" y="11"/>
                      <a:pt x="12" y="11"/>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8" name="Freeform 223"/>
              <p:cNvSpPr>
                <a:spLocks noEditPoints="1"/>
              </p:cNvSpPr>
              <p:nvPr/>
            </p:nvSpPr>
            <p:spPr bwMode="auto">
              <a:xfrm>
                <a:off x="2640" y="3439"/>
                <a:ext cx="45" cy="23"/>
              </a:xfrm>
              <a:custGeom>
                <a:avLst/>
                <a:gdLst>
                  <a:gd name="T0" fmla="*/ 12 w 25"/>
                  <a:gd name="T1" fmla="*/ 2 h 13"/>
                  <a:gd name="T2" fmla="*/ 22 w 25"/>
                  <a:gd name="T3" fmla="*/ 7 h 13"/>
                  <a:gd name="T4" fmla="*/ 13 w 25"/>
                  <a:gd name="T5" fmla="*/ 12 h 13"/>
                  <a:gd name="T6" fmla="*/ 2 w 25"/>
                  <a:gd name="T7" fmla="*/ 7 h 13"/>
                  <a:gd name="T8" fmla="*/ 12 w 25"/>
                  <a:gd name="T9" fmla="*/ 2 h 13"/>
                  <a:gd name="T10" fmla="*/ 12 w 25"/>
                  <a:gd name="T11" fmla="*/ 0 h 13"/>
                  <a:gd name="T12" fmla="*/ 0 w 25"/>
                  <a:gd name="T13" fmla="*/ 7 h 13"/>
                  <a:gd name="T14" fmla="*/ 13 w 25"/>
                  <a:gd name="T15" fmla="*/ 13 h 13"/>
                  <a:gd name="T16" fmla="*/ 24 w 25"/>
                  <a:gd name="T17" fmla="*/ 7 h 13"/>
                  <a:gd name="T18" fmla="*/ 12 w 2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13">
                    <a:moveTo>
                      <a:pt x="12" y="2"/>
                    </a:moveTo>
                    <a:cubicBezTo>
                      <a:pt x="17" y="2"/>
                      <a:pt x="22" y="4"/>
                      <a:pt x="22" y="7"/>
                    </a:cubicBezTo>
                    <a:cubicBezTo>
                      <a:pt x="22" y="9"/>
                      <a:pt x="18" y="12"/>
                      <a:pt x="13" y="12"/>
                    </a:cubicBezTo>
                    <a:cubicBezTo>
                      <a:pt x="7" y="12"/>
                      <a:pt x="3" y="9"/>
                      <a:pt x="2" y="7"/>
                    </a:cubicBezTo>
                    <a:cubicBezTo>
                      <a:pt x="2" y="4"/>
                      <a:pt x="6" y="2"/>
                      <a:pt x="12" y="2"/>
                    </a:cubicBezTo>
                    <a:moveTo>
                      <a:pt x="12" y="0"/>
                    </a:moveTo>
                    <a:cubicBezTo>
                      <a:pt x="5" y="0"/>
                      <a:pt x="0" y="3"/>
                      <a:pt x="0" y="7"/>
                    </a:cubicBezTo>
                    <a:cubicBezTo>
                      <a:pt x="0" y="10"/>
                      <a:pt x="6" y="13"/>
                      <a:pt x="13" y="13"/>
                    </a:cubicBezTo>
                    <a:cubicBezTo>
                      <a:pt x="20" y="13"/>
                      <a:pt x="25" y="10"/>
                      <a:pt x="24" y="7"/>
                    </a:cubicBezTo>
                    <a:cubicBezTo>
                      <a:pt x="24" y="3"/>
                      <a:pt x="18" y="0"/>
                      <a:pt x="1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9" name="Freeform 224"/>
              <p:cNvSpPr>
                <a:spLocks/>
              </p:cNvSpPr>
              <p:nvPr/>
            </p:nvSpPr>
            <p:spPr bwMode="auto">
              <a:xfrm>
                <a:off x="2937" y="3725"/>
                <a:ext cx="37" cy="18"/>
              </a:xfrm>
              <a:custGeom>
                <a:avLst/>
                <a:gdLst>
                  <a:gd name="T0" fmla="*/ 11 w 21"/>
                  <a:gd name="T1" fmla="*/ 10 h 10"/>
                  <a:gd name="T2" fmla="*/ 0 w 21"/>
                  <a:gd name="T3" fmla="*/ 5 h 10"/>
                  <a:gd name="T4" fmla="*/ 9 w 21"/>
                  <a:gd name="T5" fmla="*/ 0 h 10"/>
                  <a:gd name="T6" fmla="*/ 20 w 21"/>
                  <a:gd name="T7" fmla="*/ 5 h 10"/>
                  <a:gd name="T8" fmla="*/ 11 w 21"/>
                  <a:gd name="T9" fmla="*/ 10 h 10"/>
                </a:gdLst>
                <a:ahLst/>
                <a:cxnLst>
                  <a:cxn ang="0">
                    <a:pos x="T0" y="T1"/>
                  </a:cxn>
                  <a:cxn ang="0">
                    <a:pos x="T2" y="T3"/>
                  </a:cxn>
                  <a:cxn ang="0">
                    <a:pos x="T4" y="T5"/>
                  </a:cxn>
                  <a:cxn ang="0">
                    <a:pos x="T6" y="T7"/>
                  </a:cxn>
                  <a:cxn ang="0">
                    <a:pos x="T8" y="T9"/>
                  </a:cxn>
                </a:cxnLst>
                <a:rect l="0" t="0" r="r" b="b"/>
                <a:pathLst>
                  <a:path w="21" h="10">
                    <a:moveTo>
                      <a:pt x="11" y="10"/>
                    </a:moveTo>
                    <a:cubicBezTo>
                      <a:pt x="6" y="10"/>
                      <a:pt x="1" y="8"/>
                      <a:pt x="0" y="5"/>
                    </a:cubicBezTo>
                    <a:cubicBezTo>
                      <a:pt x="0" y="2"/>
                      <a:pt x="4" y="0"/>
                      <a:pt x="9" y="0"/>
                    </a:cubicBezTo>
                    <a:cubicBezTo>
                      <a:pt x="15" y="0"/>
                      <a:pt x="20" y="2"/>
                      <a:pt x="20" y="5"/>
                    </a:cubicBezTo>
                    <a:cubicBezTo>
                      <a:pt x="21" y="8"/>
                      <a:pt x="17" y="10"/>
                      <a:pt x="11" y="10"/>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0" name="Freeform 225"/>
              <p:cNvSpPr>
                <a:spLocks noEditPoints="1"/>
              </p:cNvSpPr>
              <p:nvPr/>
            </p:nvSpPr>
            <p:spPr bwMode="auto">
              <a:xfrm>
                <a:off x="2935" y="3723"/>
                <a:ext cx="41" cy="22"/>
              </a:xfrm>
              <a:custGeom>
                <a:avLst/>
                <a:gdLst>
                  <a:gd name="T0" fmla="*/ 11 w 23"/>
                  <a:gd name="T1" fmla="*/ 1 h 12"/>
                  <a:gd name="T2" fmla="*/ 20 w 23"/>
                  <a:gd name="T3" fmla="*/ 6 h 12"/>
                  <a:gd name="T4" fmla="*/ 12 w 23"/>
                  <a:gd name="T5" fmla="*/ 10 h 12"/>
                  <a:gd name="T6" fmla="*/ 3 w 23"/>
                  <a:gd name="T7" fmla="*/ 6 h 12"/>
                  <a:gd name="T8" fmla="*/ 11 w 23"/>
                  <a:gd name="T9" fmla="*/ 1 h 12"/>
                  <a:gd name="T10" fmla="*/ 10 w 23"/>
                  <a:gd name="T11" fmla="*/ 0 h 12"/>
                  <a:gd name="T12" fmla="*/ 0 w 23"/>
                  <a:gd name="T13" fmla="*/ 6 h 12"/>
                  <a:gd name="T14" fmla="*/ 12 w 23"/>
                  <a:gd name="T15" fmla="*/ 12 h 12"/>
                  <a:gd name="T16" fmla="*/ 22 w 23"/>
                  <a:gd name="T17" fmla="*/ 6 h 12"/>
                  <a:gd name="T18" fmla="*/ 10 w 23"/>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2">
                    <a:moveTo>
                      <a:pt x="11" y="1"/>
                    </a:moveTo>
                    <a:cubicBezTo>
                      <a:pt x="15" y="1"/>
                      <a:pt x="19" y="3"/>
                      <a:pt x="20" y="6"/>
                    </a:cubicBezTo>
                    <a:cubicBezTo>
                      <a:pt x="20" y="8"/>
                      <a:pt x="17" y="10"/>
                      <a:pt x="12" y="10"/>
                    </a:cubicBezTo>
                    <a:cubicBezTo>
                      <a:pt x="7" y="10"/>
                      <a:pt x="3" y="8"/>
                      <a:pt x="3" y="6"/>
                    </a:cubicBezTo>
                    <a:cubicBezTo>
                      <a:pt x="2" y="3"/>
                      <a:pt x="6" y="1"/>
                      <a:pt x="11" y="1"/>
                    </a:cubicBezTo>
                    <a:moveTo>
                      <a:pt x="10" y="0"/>
                    </a:moveTo>
                    <a:cubicBezTo>
                      <a:pt x="4" y="0"/>
                      <a:pt x="0" y="2"/>
                      <a:pt x="0" y="6"/>
                    </a:cubicBezTo>
                    <a:cubicBezTo>
                      <a:pt x="1" y="9"/>
                      <a:pt x="6" y="12"/>
                      <a:pt x="12" y="12"/>
                    </a:cubicBezTo>
                    <a:cubicBezTo>
                      <a:pt x="18" y="12"/>
                      <a:pt x="23" y="9"/>
                      <a:pt x="22" y="6"/>
                    </a:cubicBezTo>
                    <a:cubicBezTo>
                      <a:pt x="22" y="2"/>
                      <a:pt x="16" y="0"/>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1" name="Freeform 226"/>
              <p:cNvSpPr>
                <a:spLocks/>
              </p:cNvSpPr>
              <p:nvPr/>
            </p:nvSpPr>
            <p:spPr bwMode="auto">
              <a:xfrm>
                <a:off x="2897" y="3633"/>
                <a:ext cx="51" cy="27"/>
              </a:xfrm>
              <a:custGeom>
                <a:avLst/>
                <a:gdLst>
                  <a:gd name="T0" fmla="*/ 15 w 29"/>
                  <a:gd name="T1" fmla="*/ 15 h 15"/>
                  <a:gd name="T2" fmla="*/ 0 w 29"/>
                  <a:gd name="T3" fmla="*/ 8 h 15"/>
                  <a:gd name="T4" fmla="*/ 13 w 29"/>
                  <a:gd name="T5" fmla="*/ 0 h 15"/>
                  <a:gd name="T6" fmla="*/ 28 w 29"/>
                  <a:gd name="T7" fmla="*/ 7 h 15"/>
                  <a:gd name="T8" fmla="*/ 15 w 29"/>
                  <a:gd name="T9" fmla="*/ 15 h 15"/>
                </a:gdLst>
                <a:ahLst/>
                <a:cxnLst>
                  <a:cxn ang="0">
                    <a:pos x="T0" y="T1"/>
                  </a:cxn>
                  <a:cxn ang="0">
                    <a:pos x="T2" y="T3"/>
                  </a:cxn>
                  <a:cxn ang="0">
                    <a:pos x="T4" y="T5"/>
                  </a:cxn>
                  <a:cxn ang="0">
                    <a:pos x="T6" y="T7"/>
                  </a:cxn>
                  <a:cxn ang="0">
                    <a:pos x="T8" y="T9"/>
                  </a:cxn>
                </a:cxnLst>
                <a:rect l="0" t="0" r="r" b="b"/>
                <a:pathLst>
                  <a:path w="29" h="15">
                    <a:moveTo>
                      <a:pt x="15" y="15"/>
                    </a:moveTo>
                    <a:cubicBezTo>
                      <a:pt x="8" y="15"/>
                      <a:pt x="1" y="12"/>
                      <a:pt x="0" y="8"/>
                    </a:cubicBezTo>
                    <a:cubicBezTo>
                      <a:pt x="0" y="3"/>
                      <a:pt x="5" y="0"/>
                      <a:pt x="13" y="0"/>
                    </a:cubicBezTo>
                    <a:cubicBezTo>
                      <a:pt x="21" y="0"/>
                      <a:pt x="28" y="3"/>
                      <a:pt x="28" y="7"/>
                    </a:cubicBezTo>
                    <a:cubicBezTo>
                      <a:pt x="29" y="11"/>
                      <a:pt x="23" y="15"/>
                      <a:pt x="15" y="15"/>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2" name="Freeform 227"/>
              <p:cNvSpPr>
                <a:spLocks noEditPoints="1"/>
              </p:cNvSpPr>
              <p:nvPr/>
            </p:nvSpPr>
            <p:spPr bwMode="auto">
              <a:xfrm>
                <a:off x="2893" y="3633"/>
                <a:ext cx="57" cy="27"/>
              </a:xfrm>
              <a:custGeom>
                <a:avLst/>
                <a:gdLst>
                  <a:gd name="T0" fmla="*/ 15 w 32"/>
                  <a:gd name="T1" fmla="*/ 1 h 15"/>
                  <a:gd name="T2" fmla="*/ 29 w 32"/>
                  <a:gd name="T3" fmla="*/ 7 h 15"/>
                  <a:gd name="T4" fmla="*/ 17 w 32"/>
                  <a:gd name="T5" fmla="*/ 14 h 15"/>
                  <a:gd name="T6" fmla="*/ 4 w 32"/>
                  <a:gd name="T7" fmla="*/ 8 h 15"/>
                  <a:gd name="T8" fmla="*/ 15 w 32"/>
                  <a:gd name="T9" fmla="*/ 1 h 15"/>
                  <a:gd name="T10" fmla="*/ 15 w 32"/>
                  <a:gd name="T11" fmla="*/ 0 h 15"/>
                  <a:gd name="T12" fmla="*/ 1 w 32"/>
                  <a:gd name="T13" fmla="*/ 8 h 15"/>
                  <a:gd name="T14" fmla="*/ 18 w 32"/>
                  <a:gd name="T15" fmla="*/ 15 h 15"/>
                  <a:gd name="T16" fmla="*/ 32 w 32"/>
                  <a:gd name="T17" fmla="*/ 7 h 15"/>
                  <a:gd name="T18" fmla="*/ 15 w 32"/>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15">
                    <a:moveTo>
                      <a:pt x="15" y="1"/>
                    </a:moveTo>
                    <a:cubicBezTo>
                      <a:pt x="22" y="1"/>
                      <a:pt x="28" y="4"/>
                      <a:pt x="29" y="7"/>
                    </a:cubicBezTo>
                    <a:cubicBezTo>
                      <a:pt x="30" y="11"/>
                      <a:pt x="24" y="14"/>
                      <a:pt x="17" y="14"/>
                    </a:cubicBezTo>
                    <a:cubicBezTo>
                      <a:pt x="10" y="14"/>
                      <a:pt x="4" y="11"/>
                      <a:pt x="4" y="8"/>
                    </a:cubicBezTo>
                    <a:cubicBezTo>
                      <a:pt x="3" y="4"/>
                      <a:pt x="8" y="1"/>
                      <a:pt x="15" y="1"/>
                    </a:cubicBezTo>
                    <a:moveTo>
                      <a:pt x="15" y="0"/>
                    </a:moveTo>
                    <a:cubicBezTo>
                      <a:pt x="7" y="0"/>
                      <a:pt x="0" y="3"/>
                      <a:pt x="1" y="8"/>
                    </a:cubicBezTo>
                    <a:cubicBezTo>
                      <a:pt x="2" y="12"/>
                      <a:pt x="9" y="15"/>
                      <a:pt x="18" y="15"/>
                    </a:cubicBezTo>
                    <a:cubicBezTo>
                      <a:pt x="26" y="15"/>
                      <a:pt x="32" y="12"/>
                      <a:pt x="32" y="7"/>
                    </a:cubicBezTo>
                    <a:cubicBezTo>
                      <a:pt x="31" y="3"/>
                      <a:pt x="23" y="0"/>
                      <a:pt x="1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3" name="Freeform 228"/>
              <p:cNvSpPr>
                <a:spLocks/>
              </p:cNvSpPr>
              <p:nvPr/>
            </p:nvSpPr>
            <p:spPr bwMode="auto">
              <a:xfrm>
                <a:off x="2453" y="3679"/>
                <a:ext cx="43" cy="21"/>
              </a:xfrm>
              <a:custGeom>
                <a:avLst/>
                <a:gdLst>
                  <a:gd name="T0" fmla="*/ 13 w 24"/>
                  <a:gd name="T1" fmla="*/ 12 h 12"/>
                  <a:gd name="T2" fmla="*/ 1 w 24"/>
                  <a:gd name="T3" fmla="*/ 6 h 12"/>
                  <a:gd name="T4" fmla="*/ 12 w 24"/>
                  <a:gd name="T5" fmla="*/ 0 h 12"/>
                  <a:gd name="T6" fmla="*/ 24 w 24"/>
                  <a:gd name="T7" fmla="*/ 6 h 12"/>
                  <a:gd name="T8" fmla="*/ 13 w 24"/>
                  <a:gd name="T9" fmla="*/ 12 h 12"/>
                </a:gdLst>
                <a:ahLst/>
                <a:cxnLst>
                  <a:cxn ang="0">
                    <a:pos x="T0" y="T1"/>
                  </a:cxn>
                  <a:cxn ang="0">
                    <a:pos x="T2" y="T3"/>
                  </a:cxn>
                  <a:cxn ang="0">
                    <a:pos x="T4" y="T5"/>
                  </a:cxn>
                  <a:cxn ang="0">
                    <a:pos x="T6" y="T7"/>
                  </a:cxn>
                  <a:cxn ang="0">
                    <a:pos x="T8" y="T9"/>
                  </a:cxn>
                </a:cxnLst>
                <a:rect l="0" t="0" r="r" b="b"/>
                <a:pathLst>
                  <a:path w="24" h="12">
                    <a:moveTo>
                      <a:pt x="13" y="12"/>
                    </a:moveTo>
                    <a:cubicBezTo>
                      <a:pt x="6" y="12"/>
                      <a:pt x="1" y="9"/>
                      <a:pt x="1" y="6"/>
                    </a:cubicBezTo>
                    <a:cubicBezTo>
                      <a:pt x="0" y="2"/>
                      <a:pt x="6" y="0"/>
                      <a:pt x="12" y="0"/>
                    </a:cubicBezTo>
                    <a:cubicBezTo>
                      <a:pt x="19" y="0"/>
                      <a:pt x="24" y="2"/>
                      <a:pt x="24" y="6"/>
                    </a:cubicBezTo>
                    <a:cubicBezTo>
                      <a:pt x="24" y="9"/>
                      <a:pt x="19" y="12"/>
                      <a:pt x="13" y="12"/>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4" name="Freeform 229"/>
              <p:cNvSpPr>
                <a:spLocks noEditPoints="1"/>
              </p:cNvSpPr>
              <p:nvPr/>
            </p:nvSpPr>
            <p:spPr bwMode="auto">
              <a:xfrm>
                <a:off x="2452" y="3677"/>
                <a:ext cx="47" cy="25"/>
              </a:xfrm>
              <a:custGeom>
                <a:avLst/>
                <a:gdLst>
                  <a:gd name="T0" fmla="*/ 13 w 27"/>
                  <a:gd name="T1" fmla="*/ 1 h 14"/>
                  <a:gd name="T2" fmla="*/ 24 w 27"/>
                  <a:gd name="T3" fmla="*/ 7 h 14"/>
                  <a:gd name="T4" fmla="*/ 14 w 27"/>
                  <a:gd name="T5" fmla="*/ 13 h 14"/>
                  <a:gd name="T6" fmla="*/ 3 w 27"/>
                  <a:gd name="T7" fmla="*/ 7 h 14"/>
                  <a:gd name="T8" fmla="*/ 13 w 27"/>
                  <a:gd name="T9" fmla="*/ 1 h 14"/>
                  <a:gd name="T10" fmla="*/ 13 w 27"/>
                  <a:gd name="T11" fmla="*/ 0 h 14"/>
                  <a:gd name="T12" fmla="*/ 0 w 27"/>
                  <a:gd name="T13" fmla="*/ 7 h 14"/>
                  <a:gd name="T14" fmla="*/ 14 w 27"/>
                  <a:gd name="T15" fmla="*/ 14 h 14"/>
                  <a:gd name="T16" fmla="*/ 27 w 27"/>
                  <a:gd name="T17" fmla="*/ 7 h 14"/>
                  <a:gd name="T18" fmla="*/ 13 w 27"/>
                  <a:gd name="T1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4">
                    <a:moveTo>
                      <a:pt x="13" y="1"/>
                    </a:moveTo>
                    <a:cubicBezTo>
                      <a:pt x="19" y="1"/>
                      <a:pt x="24" y="4"/>
                      <a:pt x="24" y="7"/>
                    </a:cubicBezTo>
                    <a:cubicBezTo>
                      <a:pt x="24" y="10"/>
                      <a:pt x="20" y="13"/>
                      <a:pt x="14" y="13"/>
                    </a:cubicBezTo>
                    <a:cubicBezTo>
                      <a:pt x="8" y="13"/>
                      <a:pt x="3" y="10"/>
                      <a:pt x="3" y="7"/>
                    </a:cubicBezTo>
                    <a:cubicBezTo>
                      <a:pt x="3" y="4"/>
                      <a:pt x="7" y="1"/>
                      <a:pt x="13" y="1"/>
                    </a:cubicBezTo>
                    <a:moveTo>
                      <a:pt x="13" y="0"/>
                    </a:moveTo>
                    <a:cubicBezTo>
                      <a:pt x="6" y="0"/>
                      <a:pt x="0" y="3"/>
                      <a:pt x="0" y="7"/>
                    </a:cubicBezTo>
                    <a:cubicBezTo>
                      <a:pt x="0" y="11"/>
                      <a:pt x="6" y="14"/>
                      <a:pt x="14" y="14"/>
                    </a:cubicBezTo>
                    <a:cubicBezTo>
                      <a:pt x="21" y="14"/>
                      <a:pt x="27" y="11"/>
                      <a:pt x="27" y="7"/>
                    </a:cubicBezTo>
                    <a:cubicBezTo>
                      <a:pt x="26" y="3"/>
                      <a:pt x="20" y="0"/>
                      <a:pt x="1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5" name="Freeform 230"/>
              <p:cNvSpPr>
                <a:spLocks/>
              </p:cNvSpPr>
              <p:nvPr/>
            </p:nvSpPr>
            <p:spPr bwMode="auto">
              <a:xfrm>
                <a:off x="2584" y="3768"/>
                <a:ext cx="44" cy="24"/>
              </a:xfrm>
              <a:custGeom>
                <a:avLst/>
                <a:gdLst>
                  <a:gd name="T0" fmla="*/ 13 w 25"/>
                  <a:gd name="T1" fmla="*/ 14 h 14"/>
                  <a:gd name="T2" fmla="*/ 1 w 25"/>
                  <a:gd name="T3" fmla="*/ 7 h 14"/>
                  <a:gd name="T4" fmla="*/ 12 w 25"/>
                  <a:gd name="T5" fmla="*/ 0 h 14"/>
                  <a:gd name="T6" fmla="*/ 25 w 25"/>
                  <a:gd name="T7" fmla="*/ 7 h 14"/>
                  <a:gd name="T8" fmla="*/ 13 w 25"/>
                  <a:gd name="T9" fmla="*/ 14 h 14"/>
                </a:gdLst>
                <a:ahLst/>
                <a:cxnLst>
                  <a:cxn ang="0">
                    <a:pos x="T0" y="T1"/>
                  </a:cxn>
                  <a:cxn ang="0">
                    <a:pos x="T2" y="T3"/>
                  </a:cxn>
                  <a:cxn ang="0">
                    <a:pos x="T4" y="T5"/>
                  </a:cxn>
                  <a:cxn ang="0">
                    <a:pos x="T6" y="T7"/>
                  </a:cxn>
                  <a:cxn ang="0">
                    <a:pos x="T8" y="T9"/>
                  </a:cxn>
                </a:cxnLst>
                <a:rect l="0" t="0" r="r" b="b"/>
                <a:pathLst>
                  <a:path w="25" h="14">
                    <a:moveTo>
                      <a:pt x="13" y="14"/>
                    </a:moveTo>
                    <a:cubicBezTo>
                      <a:pt x="6" y="14"/>
                      <a:pt x="1" y="11"/>
                      <a:pt x="1" y="7"/>
                    </a:cubicBezTo>
                    <a:cubicBezTo>
                      <a:pt x="0" y="3"/>
                      <a:pt x="6" y="0"/>
                      <a:pt x="12" y="0"/>
                    </a:cubicBezTo>
                    <a:cubicBezTo>
                      <a:pt x="19" y="0"/>
                      <a:pt x="25" y="3"/>
                      <a:pt x="25" y="7"/>
                    </a:cubicBezTo>
                    <a:cubicBezTo>
                      <a:pt x="25" y="11"/>
                      <a:pt x="20" y="14"/>
                      <a:pt x="13" y="14"/>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6" name="Freeform 231"/>
              <p:cNvSpPr>
                <a:spLocks noEditPoints="1"/>
              </p:cNvSpPr>
              <p:nvPr/>
            </p:nvSpPr>
            <p:spPr bwMode="auto">
              <a:xfrm>
                <a:off x="2582" y="3768"/>
                <a:ext cx="50" cy="26"/>
              </a:xfrm>
              <a:custGeom>
                <a:avLst/>
                <a:gdLst>
                  <a:gd name="T0" fmla="*/ 13 w 28"/>
                  <a:gd name="T1" fmla="*/ 1 h 15"/>
                  <a:gd name="T2" fmla="*/ 25 w 28"/>
                  <a:gd name="T3" fmla="*/ 7 h 15"/>
                  <a:gd name="T4" fmla="*/ 14 w 28"/>
                  <a:gd name="T5" fmla="*/ 13 h 15"/>
                  <a:gd name="T6" fmla="*/ 3 w 28"/>
                  <a:gd name="T7" fmla="*/ 7 h 15"/>
                  <a:gd name="T8" fmla="*/ 13 w 28"/>
                  <a:gd name="T9" fmla="*/ 1 h 15"/>
                  <a:gd name="T10" fmla="*/ 13 w 28"/>
                  <a:gd name="T11" fmla="*/ 0 h 15"/>
                  <a:gd name="T12" fmla="*/ 0 w 28"/>
                  <a:gd name="T13" fmla="*/ 7 h 15"/>
                  <a:gd name="T14" fmla="*/ 14 w 28"/>
                  <a:gd name="T15" fmla="*/ 15 h 15"/>
                  <a:gd name="T16" fmla="*/ 27 w 28"/>
                  <a:gd name="T17" fmla="*/ 7 h 15"/>
                  <a:gd name="T18" fmla="*/ 13 w 28"/>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15">
                    <a:moveTo>
                      <a:pt x="13" y="1"/>
                    </a:moveTo>
                    <a:cubicBezTo>
                      <a:pt x="19" y="1"/>
                      <a:pt x="25" y="4"/>
                      <a:pt x="25" y="7"/>
                    </a:cubicBezTo>
                    <a:cubicBezTo>
                      <a:pt x="25" y="10"/>
                      <a:pt x="20" y="13"/>
                      <a:pt x="14" y="13"/>
                    </a:cubicBezTo>
                    <a:cubicBezTo>
                      <a:pt x="8" y="13"/>
                      <a:pt x="3" y="10"/>
                      <a:pt x="3" y="7"/>
                    </a:cubicBezTo>
                    <a:cubicBezTo>
                      <a:pt x="3" y="4"/>
                      <a:pt x="7" y="1"/>
                      <a:pt x="13" y="1"/>
                    </a:cubicBezTo>
                    <a:moveTo>
                      <a:pt x="13" y="0"/>
                    </a:moveTo>
                    <a:cubicBezTo>
                      <a:pt x="6" y="0"/>
                      <a:pt x="0" y="3"/>
                      <a:pt x="0" y="7"/>
                    </a:cubicBezTo>
                    <a:cubicBezTo>
                      <a:pt x="1" y="11"/>
                      <a:pt x="7" y="15"/>
                      <a:pt x="14" y="15"/>
                    </a:cubicBezTo>
                    <a:cubicBezTo>
                      <a:pt x="22" y="15"/>
                      <a:pt x="28" y="11"/>
                      <a:pt x="27" y="7"/>
                    </a:cubicBezTo>
                    <a:cubicBezTo>
                      <a:pt x="27" y="3"/>
                      <a:pt x="21" y="0"/>
                      <a:pt x="1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7" name="Freeform 232"/>
              <p:cNvSpPr>
                <a:spLocks/>
              </p:cNvSpPr>
              <p:nvPr/>
            </p:nvSpPr>
            <p:spPr bwMode="auto">
              <a:xfrm>
                <a:off x="2501" y="3920"/>
                <a:ext cx="46" cy="26"/>
              </a:xfrm>
              <a:custGeom>
                <a:avLst/>
                <a:gdLst>
                  <a:gd name="T0" fmla="*/ 13 w 26"/>
                  <a:gd name="T1" fmla="*/ 15 h 15"/>
                  <a:gd name="T2" fmla="*/ 1 w 26"/>
                  <a:gd name="T3" fmla="*/ 7 h 15"/>
                  <a:gd name="T4" fmla="*/ 13 w 26"/>
                  <a:gd name="T5" fmla="*/ 0 h 15"/>
                  <a:gd name="T6" fmla="*/ 26 w 26"/>
                  <a:gd name="T7" fmla="*/ 7 h 15"/>
                  <a:gd name="T8" fmla="*/ 13 w 26"/>
                  <a:gd name="T9" fmla="*/ 15 h 15"/>
                </a:gdLst>
                <a:ahLst/>
                <a:cxnLst>
                  <a:cxn ang="0">
                    <a:pos x="T0" y="T1"/>
                  </a:cxn>
                  <a:cxn ang="0">
                    <a:pos x="T2" y="T3"/>
                  </a:cxn>
                  <a:cxn ang="0">
                    <a:pos x="T4" y="T5"/>
                  </a:cxn>
                  <a:cxn ang="0">
                    <a:pos x="T6" y="T7"/>
                  </a:cxn>
                  <a:cxn ang="0">
                    <a:pos x="T8" y="T9"/>
                  </a:cxn>
                </a:cxnLst>
                <a:rect l="0" t="0" r="r" b="b"/>
                <a:pathLst>
                  <a:path w="26" h="15">
                    <a:moveTo>
                      <a:pt x="13" y="15"/>
                    </a:moveTo>
                    <a:cubicBezTo>
                      <a:pt x="6" y="15"/>
                      <a:pt x="1" y="11"/>
                      <a:pt x="1" y="7"/>
                    </a:cubicBezTo>
                    <a:cubicBezTo>
                      <a:pt x="0" y="3"/>
                      <a:pt x="6" y="0"/>
                      <a:pt x="13" y="0"/>
                    </a:cubicBezTo>
                    <a:cubicBezTo>
                      <a:pt x="20" y="0"/>
                      <a:pt x="26" y="3"/>
                      <a:pt x="26" y="7"/>
                    </a:cubicBezTo>
                    <a:cubicBezTo>
                      <a:pt x="26" y="11"/>
                      <a:pt x="20" y="15"/>
                      <a:pt x="13" y="15"/>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8" name="Freeform 233"/>
              <p:cNvSpPr>
                <a:spLocks noEditPoints="1"/>
              </p:cNvSpPr>
              <p:nvPr/>
            </p:nvSpPr>
            <p:spPr bwMode="auto">
              <a:xfrm>
                <a:off x="2499" y="3918"/>
                <a:ext cx="50" cy="30"/>
              </a:xfrm>
              <a:custGeom>
                <a:avLst/>
                <a:gdLst>
                  <a:gd name="T0" fmla="*/ 14 w 28"/>
                  <a:gd name="T1" fmla="*/ 2 h 17"/>
                  <a:gd name="T2" fmla="*/ 26 w 28"/>
                  <a:gd name="T3" fmla="*/ 8 h 17"/>
                  <a:gd name="T4" fmla="*/ 14 w 28"/>
                  <a:gd name="T5" fmla="*/ 15 h 17"/>
                  <a:gd name="T6" fmla="*/ 3 w 28"/>
                  <a:gd name="T7" fmla="*/ 8 h 17"/>
                  <a:gd name="T8" fmla="*/ 14 w 28"/>
                  <a:gd name="T9" fmla="*/ 2 h 17"/>
                  <a:gd name="T10" fmla="*/ 14 w 28"/>
                  <a:gd name="T11" fmla="*/ 0 h 17"/>
                  <a:gd name="T12" fmla="*/ 0 w 28"/>
                  <a:gd name="T13" fmla="*/ 8 h 17"/>
                  <a:gd name="T14" fmla="*/ 14 w 28"/>
                  <a:gd name="T15" fmla="*/ 17 h 17"/>
                  <a:gd name="T16" fmla="*/ 28 w 28"/>
                  <a:gd name="T17" fmla="*/ 8 h 17"/>
                  <a:gd name="T18" fmla="*/ 14 w 28"/>
                  <a:gd name="T1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17">
                    <a:moveTo>
                      <a:pt x="14" y="2"/>
                    </a:moveTo>
                    <a:cubicBezTo>
                      <a:pt x="20" y="2"/>
                      <a:pt x="25" y="5"/>
                      <a:pt x="26" y="8"/>
                    </a:cubicBezTo>
                    <a:cubicBezTo>
                      <a:pt x="26" y="12"/>
                      <a:pt x="21" y="15"/>
                      <a:pt x="14" y="15"/>
                    </a:cubicBezTo>
                    <a:cubicBezTo>
                      <a:pt x="8" y="15"/>
                      <a:pt x="3" y="12"/>
                      <a:pt x="3" y="8"/>
                    </a:cubicBezTo>
                    <a:cubicBezTo>
                      <a:pt x="3" y="5"/>
                      <a:pt x="8" y="2"/>
                      <a:pt x="14" y="2"/>
                    </a:cubicBezTo>
                    <a:moveTo>
                      <a:pt x="14" y="0"/>
                    </a:moveTo>
                    <a:cubicBezTo>
                      <a:pt x="6" y="0"/>
                      <a:pt x="0" y="4"/>
                      <a:pt x="0" y="8"/>
                    </a:cubicBezTo>
                    <a:cubicBezTo>
                      <a:pt x="0" y="13"/>
                      <a:pt x="7" y="17"/>
                      <a:pt x="14" y="17"/>
                    </a:cubicBezTo>
                    <a:cubicBezTo>
                      <a:pt x="22" y="17"/>
                      <a:pt x="28" y="13"/>
                      <a:pt x="28" y="8"/>
                    </a:cubicBezTo>
                    <a:cubicBezTo>
                      <a:pt x="28" y="4"/>
                      <a:pt x="22" y="0"/>
                      <a:pt x="1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9" name="Freeform 234"/>
              <p:cNvSpPr>
                <a:spLocks/>
              </p:cNvSpPr>
              <p:nvPr/>
            </p:nvSpPr>
            <p:spPr bwMode="auto">
              <a:xfrm>
                <a:off x="2656" y="3854"/>
                <a:ext cx="105" cy="58"/>
              </a:xfrm>
              <a:custGeom>
                <a:avLst/>
                <a:gdLst>
                  <a:gd name="T0" fmla="*/ 30 w 59"/>
                  <a:gd name="T1" fmla="*/ 33 h 33"/>
                  <a:gd name="T2" fmla="*/ 0 w 59"/>
                  <a:gd name="T3" fmla="*/ 16 h 33"/>
                  <a:gd name="T4" fmla="*/ 28 w 59"/>
                  <a:gd name="T5" fmla="*/ 0 h 33"/>
                  <a:gd name="T6" fmla="*/ 58 w 59"/>
                  <a:gd name="T7" fmla="*/ 16 h 33"/>
                  <a:gd name="T8" fmla="*/ 30 w 59"/>
                  <a:gd name="T9" fmla="*/ 33 h 33"/>
                </a:gdLst>
                <a:ahLst/>
                <a:cxnLst>
                  <a:cxn ang="0">
                    <a:pos x="T0" y="T1"/>
                  </a:cxn>
                  <a:cxn ang="0">
                    <a:pos x="T2" y="T3"/>
                  </a:cxn>
                  <a:cxn ang="0">
                    <a:pos x="T4" y="T5"/>
                  </a:cxn>
                  <a:cxn ang="0">
                    <a:pos x="T6" y="T7"/>
                  </a:cxn>
                  <a:cxn ang="0">
                    <a:pos x="T8" y="T9"/>
                  </a:cxn>
                </a:cxnLst>
                <a:rect l="0" t="0" r="r" b="b"/>
                <a:pathLst>
                  <a:path w="59" h="33">
                    <a:moveTo>
                      <a:pt x="30" y="33"/>
                    </a:moveTo>
                    <a:cubicBezTo>
                      <a:pt x="14" y="33"/>
                      <a:pt x="1" y="25"/>
                      <a:pt x="0" y="16"/>
                    </a:cubicBezTo>
                    <a:cubicBezTo>
                      <a:pt x="0" y="7"/>
                      <a:pt x="12" y="0"/>
                      <a:pt x="28" y="0"/>
                    </a:cubicBezTo>
                    <a:cubicBezTo>
                      <a:pt x="43" y="0"/>
                      <a:pt x="57" y="7"/>
                      <a:pt x="58" y="16"/>
                    </a:cubicBezTo>
                    <a:cubicBezTo>
                      <a:pt x="59" y="25"/>
                      <a:pt x="46" y="33"/>
                      <a:pt x="30" y="33"/>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0" name="Freeform 235"/>
              <p:cNvSpPr>
                <a:spLocks noEditPoints="1"/>
              </p:cNvSpPr>
              <p:nvPr/>
            </p:nvSpPr>
            <p:spPr bwMode="auto">
              <a:xfrm>
                <a:off x="2653" y="3852"/>
                <a:ext cx="109" cy="60"/>
              </a:xfrm>
              <a:custGeom>
                <a:avLst/>
                <a:gdLst>
                  <a:gd name="T0" fmla="*/ 30 w 62"/>
                  <a:gd name="T1" fmla="*/ 1 h 34"/>
                  <a:gd name="T2" fmla="*/ 58 w 62"/>
                  <a:gd name="T3" fmla="*/ 17 h 34"/>
                  <a:gd name="T4" fmla="*/ 32 w 62"/>
                  <a:gd name="T5" fmla="*/ 33 h 34"/>
                  <a:gd name="T6" fmla="*/ 4 w 62"/>
                  <a:gd name="T7" fmla="*/ 17 h 34"/>
                  <a:gd name="T8" fmla="*/ 30 w 62"/>
                  <a:gd name="T9" fmla="*/ 1 h 34"/>
                  <a:gd name="T10" fmla="*/ 30 w 62"/>
                  <a:gd name="T11" fmla="*/ 0 h 34"/>
                  <a:gd name="T12" fmla="*/ 1 w 62"/>
                  <a:gd name="T13" fmla="*/ 17 h 34"/>
                  <a:gd name="T14" fmla="*/ 32 w 62"/>
                  <a:gd name="T15" fmla="*/ 34 h 34"/>
                  <a:gd name="T16" fmla="*/ 61 w 62"/>
                  <a:gd name="T17" fmla="*/ 17 h 34"/>
                  <a:gd name="T18" fmla="*/ 30 w 62"/>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34">
                    <a:moveTo>
                      <a:pt x="30" y="1"/>
                    </a:moveTo>
                    <a:cubicBezTo>
                      <a:pt x="45" y="1"/>
                      <a:pt x="58" y="8"/>
                      <a:pt x="58" y="17"/>
                    </a:cubicBezTo>
                    <a:cubicBezTo>
                      <a:pt x="59" y="26"/>
                      <a:pt x="47" y="33"/>
                      <a:pt x="32" y="33"/>
                    </a:cubicBezTo>
                    <a:cubicBezTo>
                      <a:pt x="17" y="33"/>
                      <a:pt x="4" y="26"/>
                      <a:pt x="4" y="17"/>
                    </a:cubicBezTo>
                    <a:cubicBezTo>
                      <a:pt x="3" y="8"/>
                      <a:pt x="15" y="1"/>
                      <a:pt x="30" y="1"/>
                    </a:cubicBezTo>
                    <a:moveTo>
                      <a:pt x="30" y="0"/>
                    </a:moveTo>
                    <a:cubicBezTo>
                      <a:pt x="13" y="0"/>
                      <a:pt x="0" y="7"/>
                      <a:pt x="1" y="17"/>
                    </a:cubicBezTo>
                    <a:cubicBezTo>
                      <a:pt x="2" y="26"/>
                      <a:pt x="16" y="34"/>
                      <a:pt x="32" y="34"/>
                    </a:cubicBezTo>
                    <a:cubicBezTo>
                      <a:pt x="49" y="34"/>
                      <a:pt x="62" y="26"/>
                      <a:pt x="61" y="17"/>
                    </a:cubicBezTo>
                    <a:cubicBezTo>
                      <a:pt x="60" y="7"/>
                      <a:pt x="46" y="0"/>
                      <a:pt x="3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1" name="Freeform 236"/>
              <p:cNvSpPr>
                <a:spLocks/>
              </p:cNvSpPr>
              <p:nvPr/>
            </p:nvSpPr>
            <p:spPr bwMode="auto">
              <a:xfrm>
                <a:off x="2522" y="3794"/>
                <a:ext cx="94" cy="51"/>
              </a:xfrm>
              <a:custGeom>
                <a:avLst/>
                <a:gdLst>
                  <a:gd name="T0" fmla="*/ 27 w 53"/>
                  <a:gd name="T1" fmla="*/ 29 h 29"/>
                  <a:gd name="T2" fmla="*/ 0 w 53"/>
                  <a:gd name="T3" fmla="*/ 15 h 29"/>
                  <a:gd name="T4" fmla="*/ 26 w 53"/>
                  <a:gd name="T5" fmla="*/ 0 h 29"/>
                  <a:gd name="T6" fmla="*/ 52 w 53"/>
                  <a:gd name="T7" fmla="*/ 15 h 29"/>
                  <a:gd name="T8" fmla="*/ 27 w 53"/>
                  <a:gd name="T9" fmla="*/ 29 h 29"/>
                </a:gdLst>
                <a:ahLst/>
                <a:cxnLst>
                  <a:cxn ang="0">
                    <a:pos x="T0" y="T1"/>
                  </a:cxn>
                  <a:cxn ang="0">
                    <a:pos x="T2" y="T3"/>
                  </a:cxn>
                  <a:cxn ang="0">
                    <a:pos x="T4" y="T5"/>
                  </a:cxn>
                  <a:cxn ang="0">
                    <a:pos x="T6" y="T7"/>
                  </a:cxn>
                  <a:cxn ang="0">
                    <a:pos x="T8" y="T9"/>
                  </a:cxn>
                </a:cxnLst>
                <a:rect l="0" t="0" r="r" b="b"/>
                <a:pathLst>
                  <a:path w="53" h="29">
                    <a:moveTo>
                      <a:pt x="27" y="29"/>
                    </a:moveTo>
                    <a:cubicBezTo>
                      <a:pt x="13" y="29"/>
                      <a:pt x="1" y="23"/>
                      <a:pt x="0" y="15"/>
                    </a:cubicBezTo>
                    <a:cubicBezTo>
                      <a:pt x="0" y="7"/>
                      <a:pt x="11" y="0"/>
                      <a:pt x="26" y="0"/>
                    </a:cubicBezTo>
                    <a:cubicBezTo>
                      <a:pt x="40" y="0"/>
                      <a:pt x="52" y="7"/>
                      <a:pt x="52" y="15"/>
                    </a:cubicBezTo>
                    <a:cubicBezTo>
                      <a:pt x="53" y="23"/>
                      <a:pt x="41" y="29"/>
                      <a:pt x="27" y="2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2" name="Freeform 237"/>
              <p:cNvSpPr>
                <a:spLocks noEditPoints="1"/>
              </p:cNvSpPr>
              <p:nvPr/>
            </p:nvSpPr>
            <p:spPr bwMode="auto">
              <a:xfrm>
                <a:off x="2520" y="3794"/>
                <a:ext cx="98" cy="53"/>
              </a:xfrm>
              <a:custGeom>
                <a:avLst/>
                <a:gdLst>
                  <a:gd name="T0" fmla="*/ 27 w 55"/>
                  <a:gd name="T1" fmla="*/ 1 h 30"/>
                  <a:gd name="T2" fmla="*/ 52 w 55"/>
                  <a:gd name="T3" fmla="*/ 15 h 30"/>
                  <a:gd name="T4" fmla="*/ 28 w 55"/>
                  <a:gd name="T5" fmla="*/ 28 h 30"/>
                  <a:gd name="T6" fmla="*/ 3 w 55"/>
                  <a:gd name="T7" fmla="*/ 15 h 30"/>
                  <a:gd name="T8" fmla="*/ 27 w 55"/>
                  <a:gd name="T9" fmla="*/ 1 h 30"/>
                  <a:gd name="T10" fmla="*/ 27 w 55"/>
                  <a:gd name="T11" fmla="*/ 0 h 30"/>
                  <a:gd name="T12" fmla="*/ 0 w 55"/>
                  <a:gd name="T13" fmla="*/ 15 h 30"/>
                  <a:gd name="T14" fmla="*/ 28 w 55"/>
                  <a:gd name="T15" fmla="*/ 30 h 30"/>
                  <a:gd name="T16" fmla="*/ 55 w 55"/>
                  <a:gd name="T17" fmla="*/ 15 h 30"/>
                  <a:gd name="T18" fmla="*/ 27 w 55"/>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 h="30">
                    <a:moveTo>
                      <a:pt x="27" y="1"/>
                    </a:moveTo>
                    <a:cubicBezTo>
                      <a:pt x="40" y="1"/>
                      <a:pt x="51" y="7"/>
                      <a:pt x="52" y="15"/>
                    </a:cubicBezTo>
                    <a:cubicBezTo>
                      <a:pt x="52" y="22"/>
                      <a:pt x="42" y="28"/>
                      <a:pt x="28" y="28"/>
                    </a:cubicBezTo>
                    <a:cubicBezTo>
                      <a:pt x="14" y="28"/>
                      <a:pt x="3" y="22"/>
                      <a:pt x="3" y="15"/>
                    </a:cubicBezTo>
                    <a:cubicBezTo>
                      <a:pt x="2" y="7"/>
                      <a:pt x="13" y="1"/>
                      <a:pt x="27" y="1"/>
                    </a:cubicBezTo>
                    <a:moveTo>
                      <a:pt x="27" y="0"/>
                    </a:moveTo>
                    <a:cubicBezTo>
                      <a:pt x="12" y="0"/>
                      <a:pt x="0" y="6"/>
                      <a:pt x="0" y="15"/>
                    </a:cubicBezTo>
                    <a:cubicBezTo>
                      <a:pt x="0" y="23"/>
                      <a:pt x="13" y="30"/>
                      <a:pt x="28" y="30"/>
                    </a:cubicBezTo>
                    <a:cubicBezTo>
                      <a:pt x="43" y="30"/>
                      <a:pt x="55" y="23"/>
                      <a:pt x="55" y="15"/>
                    </a:cubicBezTo>
                    <a:cubicBezTo>
                      <a:pt x="54" y="6"/>
                      <a:pt x="41" y="0"/>
                      <a:pt x="2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3" name="Freeform 238"/>
              <p:cNvSpPr>
                <a:spLocks/>
              </p:cNvSpPr>
              <p:nvPr/>
            </p:nvSpPr>
            <p:spPr bwMode="auto">
              <a:xfrm>
                <a:off x="2773" y="3639"/>
                <a:ext cx="132" cy="67"/>
              </a:xfrm>
              <a:custGeom>
                <a:avLst/>
                <a:gdLst>
                  <a:gd name="T0" fmla="*/ 40 w 75"/>
                  <a:gd name="T1" fmla="*/ 38 h 38"/>
                  <a:gd name="T2" fmla="*/ 1 w 75"/>
                  <a:gd name="T3" fmla="*/ 19 h 38"/>
                  <a:gd name="T4" fmla="*/ 35 w 75"/>
                  <a:gd name="T5" fmla="*/ 0 h 38"/>
                  <a:gd name="T6" fmla="*/ 73 w 75"/>
                  <a:gd name="T7" fmla="*/ 19 h 38"/>
                  <a:gd name="T8" fmla="*/ 40 w 75"/>
                  <a:gd name="T9" fmla="*/ 38 h 38"/>
                </a:gdLst>
                <a:ahLst/>
                <a:cxnLst>
                  <a:cxn ang="0">
                    <a:pos x="T0" y="T1"/>
                  </a:cxn>
                  <a:cxn ang="0">
                    <a:pos x="T2" y="T3"/>
                  </a:cxn>
                  <a:cxn ang="0">
                    <a:pos x="T4" y="T5"/>
                  </a:cxn>
                  <a:cxn ang="0">
                    <a:pos x="T6" y="T7"/>
                  </a:cxn>
                  <a:cxn ang="0">
                    <a:pos x="T8" y="T9"/>
                  </a:cxn>
                </a:cxnLst>
                <a:rect l="0" t="0" r="r" b="b"/>
                <a:pathLst>
                  <a:path w="75" h="38">
                    <a:moveTo>
                      <a:pt x="40" y="38"/>
                    </a:moveTo>
                    <a:cubicBezTo>
                      <a:pt x="20" y="38"/>
                      <a:pt x="3" y="29"/>
                      <a:pt x="1" y="19"/>
                    </a:cubicBezTo>
                    <a:cubicBezTo>
                      <a:pt x="0" y="8"/>
                      <a:pt x="15" y="0"/>
                      <a:pt x="35" y="0"/>
                    </a:cubicBezTo>
                    <a:cubicBezTo>
                      <a:pt x="54" y="0"/>
                      <a:pt x="72" y="8"/>
                      <a:pt x="73" y="19"/>
                    </a:cubicBezTo>
                    <a:cubicBezTo>
                      <a:pt x="75" y="29"/>
                      <a:pt x="60" y="38"/>
                      <a:pt x="40" y="38"/>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4" name="Freeform 239"/>
              <p:cNvSpPr>
                <a:spLocks noEditPoints="1"/>
              </p:cNvSpPr>
              <p:nvPr/>
            </p:nvSpPr>
            <p:spPr bwMode="auto">
              <a:xfrm>
                <a:off x="2771" y="3637"/>
                <a:ext cx="136" cy="69"/>
              </a:xfrm>
              <a:custGeom>
                <a:avLst/>
                <a:gdLst>
                  <a:gd name="T0" fmla="*/ 36 w 77"/>
                  <a:gd name="T1" fmla="*/ 2 h 39"/>
                  <a:gd name="T2" fmla="*/ 73 w 77"/>
                  <a:gd name="T3" fmla="*/ 20 h 39"/>
                  <a:gd name="T4" fmla="*/ 41 w 77"/>
                  <a:gd name="T5" fmla="*/ 38 h 39"/>
                  <a:gd name="T6" fmla="*/ 4 w 77"/>
                  <a:gd name="T7" fmla="*/ 20 h 39"/>
                  <a:gd name="T8" fmla="*/ 36 w 77"/>
                  <a:gd name="T9" fmla="*/ 2 h 39"/>
                  <a:gd name="T10" fmla="*/ 36 w 77"/>
                  <a:gd name="T11" fmla="*/ 0 h 39"/>
                  <a:gd name="T12" fmla="*/ 1 w 77"/>
                  <a:gd name="T13" fmla="*/ 20 h 39"/>
                  <a:gd name="T14" fmla="*/ 41 w 77"/>
                  <a:gd name="T15" fmla="*/ 39 h 39"/>
                  <a:gd name="T16" fmla="*/ 76 w 77"/>
                  <a:gd name="T17" fmla="*/ 20 h 39"/>
                  <a:gd name="T18" fmla="*/ 36 w 77"/>
                  <a:gd name="T19"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7" h="39">
                    <a:moveTo>
                      <a:pt x="36" y="2"/>
                    </a:moveTo>
                    <a:cubicBezTo>
                      <a:pt x="55" y="2"/>
                      <a:pt x="72" y="10"/>
                      <a:pt x="73" y="20"/>
                    </a:cubicBezTo>
                    <a:cubicBezTo>
                      <a:pt x="75" y="30"/>
                      <a:pt x="60" y="38"/>
                      <a:pt x="41" y="38"/>
                    </a:cubicBezTo>
                    <a:cubicBezTo>
                      <a:pt x="22" y="38"/>
                      <a:pt x="5" y="30"/>
                      <a:pt x="4" y="20"/>
                    </a:cubicBezTo>
                    <a:cubicBezTo>
                      <a:pt x="3" y="10"/>
                      <a:pt x="17" y="2"/>
                      <a:pt x="36" y="2"/>
                    </a:cubicBezTo>
                    <a:moveTo>
                      <a:pt x="36" y="0"/>
                    </a:moveTo>
                    <a:cubicBezTo>
                      <a:pt x="15" y="0"/>
                      <a:pt x="0" y="9"/>
                      <a:pt x="1" y="20"/>
                    </a:cubicBezTo>
                    <a:cubicBezTo>
                      <a:pt x="3" y="30"/>
                      <a:pt x="20" y="39"/>
                      <a:pt x="41" y="39"/>
                    </a:cubicBezTo>
                    <a:cubicBezTo>
                      <a:pt x="62" y="39"/>
                      <a:pt x="77" y="30"/>
                      <a:pt x="76" y="20"/>
                    </a:cubicBezTo>
                    <a:cubicBezTo>
                      <a:pt x="74" y="9"/>
                      <a:pt x="56" y="0"/>
                      <a:pt x="3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5" name="Freeform 240"/>
              <p:cNvSpPr>
                <a:spLocks/>
              </p:cNvSpPr>
              <p:nvPr/>
            </p:nvSpPr>
            <p:spPr bwMode="auto">
              <a:xfrm>
                <a:off x="3022" y="3421"/>
                <a:ext cx="72" cy="34"/>
              </a:xfrm>
              <a:custGeom>
                <a:avLst/>
                <a:gdLst>
                  <a:gd name="T0" fmla="*/ 23 w 41"/>
                  <a:gd name="T1" fmla="*/ 19 h 19"/>
                  <a:gd name="T2" fmla="*/ 1 w 41"/>
                  <a:gd name="T3" fmla="*/ 10 h 19"/>
                  <a:gd name="T4" fmla="*/ 19 w 41"/>
                  <a:gd name="T5" fmla="*/ 0 h 19"/>
                  <a:gd name="T6" fmla="*/ 40 w 41"/>
                  <a:gd name="T7" fmla="*/ 10 h 19"/>
                  <a:gd name="T8" fmla="*/ 23 w 41"/>
                  <a:gd name="T9" fmla="*/ 19 h 19"/>
                </a:gdLst>
                <a:ahLst/>
                <a:cxnLst>
                  <a:cxn ang="0">
                    <a:pos x="T0" y="T1"/>
                  </a:cxn>
                  <a:cxn ang="0">
                    <a:pos x="T2" y="T3"/>
                  </a:cxn>
                  <a:cxn ang="0">
                    <a:pos x="T4" y="T5"/>
                  </a:cxn>
                  <a:cxn ang="0">
                    <a:pos x="T6" y="T7"/>
                  </a:cxn>
                  <a:cxn ang="0">
                    <a:pos x="T8" y="T9"/>
                  </a:cxn>
                </a:cxnLst>
                <a:rect l="0" t="0" r="r" b="b"/>
                <a:pathLst>
                  <a:path w="41" h="19">
                    <a:moveTo>
                      <a:pt x="23" y="19"/>
                    </a:moveTo>
                    <a:cubicBezTo>
                      <a:pt x="12" y="19"/>
                      <a:pt x="2" y="15"/>
                      <a:pt x="1" y="10"/>
                    </a:cubicBezTo>
                    <a:cubicBezTo>
                      <a:pt x="0" y="4"/>
                      <a:pt x="8" y="0"/>
                      <a:pt x="19" y="0"/>
                    </a:cubicBezTo>
                    <a:cubicBezTo>
                      <a:pt x="29" y="0"/>
                      <a:pt x="39" y="4"/>
                      <a:pt x="40" y="10"/>
                    </a:cubicBezTo>
                    <a:cubicBezTo>
                      <a:pt x="41" y="15"/>
                      <a:pt x="34" y="19"/>
                      <a:pt x="23" y="1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6" name="Freeform 241"/>
              <p:cNvSpPr>
                <a:spLocks noEditPoints="1"/>
              </p:cNvSpPr>
              <p:nvPr/>
            </p:nvSpPr>
            <p:spPr bwMode="auto">
              <a:xfrm>
                <a:off x="3020" y="3420"/>
                <a:ext cx="78" cy="37"/>
              </a:xfrm>
              <a:custGeom>
                <a:avLst/>
                <a:gdLst>
                  <a:gd name="T0" fmla="*/ 20 w 44"/>
                  <a:gd name="T1" fmla="*/ 1 h 21"/>
                  <a:gd name="T2" fmla="*/ 40 w 44"/>
                  <a:gd name="T3" fmla="*/ 11 h 21"/>
                  <a:gd name="T4" fmla="*/ 24 w 44"/>
                  <a:gd name="T5" fmla="*/ 20 h 21"/>
                  <a:gd name="T6" fmla="*/ 3 w 44"/>
                  <a:gd name="T7" fmla="*/ 11 h 21"/>
                  <a:gd name="T8" fmla="*/ 20 w 44"/>
                  <a:gd name="T9" fmla="*/ 1 h 21"/>
                  <a:gd name="T10" fmla="*/ 19 w 44"/>
                  <a:gd name="T11" fmla="*/ 0 h 21"/>
                  <a:gd name="T12" fmla="*/ 1 w 44"/>
                  <a:gd name="T13" fmla="*/ 11 h 21"/>
                  <a:gd name="T14" fmla="*/ 24 w 44"/>
                  <a:gd name="T15" fmla="*/ 21 h 21"/>
                  <a:gd name="T16" fmla="*/ 42 w 44"/>
                  <a:gd name="T17" fmla="*/ 11 h 21"/>
                  <a:gd name="T18" fmla="*/ 19 w 44"/>
                  <a:gd name="T1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21">
                    <a:moveTo>
                      <a:pt x="20" y="1"/>
                    </a:moveTo>
                    <a:cubicBezTo>
                      <a:pt x="30" y="1"/>
                      <a:pt x="39" y="5"/>
                      <a:pt x="40" y="11"/>
                    </a:cubicBezTo>
                    <a:cubicBezTo>
                      <a:pt x="41" y="16"/>
                      <a:pt x="34" y="20"/>
                      <a:pt x="24" y="20"/>
                    </a:cubicBezTo>
                    <a:cubicBezTo>
                      <a:pt x="14" y="20"/>
                      <a:pt x="5" y="16"/>
                      <a:pt x="3" y="11"/>
                    </a:cubicBezTo>
                    <a:cubicBezTo>
                      <a:pt x="2" y="6"/>
                      <a:pt x="10" y="1"/>
                      <a:pt x="20" y="1"/>
                    </a:cubicBezTo>
                    <a:moveTo>
                      <a:pt x="19" y="0"/>
                    </a:moveTo>
                    <a:cubicBezTo>
                      <a:pt x="8" y="0"/>
                      <a:pt x="0" y="5"/>
                      <a:pt x="1" y="11"/>
                    </a:cubicBezTo>
                    <a:cubicBezTo>
                      <a:pt x="2" y="16"/>
                      <a:pt x="13" y="21"/>
                      <a:pt x="24" y="21"/>
                    </a:cubicBezTo>
                    <a:cubicBezTo>
                      <a:pt x="35" y="21"/>
                      <a:pt x="44" y="16"/>
                      <a:pt x="42" y="11"/>
                    </a:cubicBezTo>
                    <a:cubicBezTo>
                      <a:pt x="41" y="5"/>
                      <a:pt x="31" y="0"/>
                      <a:pt x="1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7" name="Freeform 242"/>
              <p:cNvSpPr>
                <a:spLocks/>
              </p:cNvSpPr>
              <p:nvPr/>
            </p:nvSpPr>
            <p:spPr bwMode="auto">
              <a:xfrm>
                <a:off x="2861" y="3351"/>
                <a:ext cx="64" cy="30"/>
              </a:xfrm>
              <a:custGeom>
                <a:avLst/>
                <a:gdLst>
                  <a:gd name="T0" fmla="*/ 20 w 36"/>
                  <a:gd name="T1" fmla="*/ 17 h 17"/>
                  <a:gd name="T2" fmla="*/ 1 w 36"/>
                  <a:gd name="T3" fmla="*/ 9 h 17"/>
                  <a:gd name="T4" fmla="*/ 17 w 36"/>
                  <a:gd name="T5" fmla="*/ 0 h 17"/>
                  <a:gd name="T6" fmla="*/ 35 w 36"/>
                  <a:gd name="T7" fmla="*/ 8 h 17"/>
                  <a:gd name="T8" fmla="*/ 20 w 36"/>
                  <a:gd name="T9" fmla="*/ 17 h 17"/>
                </a:gdLst>
                <a:ahLst/>
                <a:cxnLst>
                  <a:cxn ang="0">
                    <a:pos x="T0" y="T1"/>
                  </a:cxn>
                  <a:cxn ang="0">
                    <a:pos x="T2" y="T3"/>
                  </a:cxn>
                  <a:cxn ang="0">
                    <a:pos x="T4" y="T5"/>
                  </a:cxn>
                  <a:cxn ang="0">
                    <a:pos x="T6" y="T7"/>
                  </a:cxn>
                  <a:cxn ang="0">
                    <a:pos x="T8" y="T9"/>
                  </a:cxn>
                </a:cxnLst>
                <a:rect l="0" t="0" r="r" b="b"/>
                <a:pathLst>
                  <a:path w="36" h="17">
                    <a:moveTo>
                      <a:pt x="20" y="17"/>
                    </a:moveTo>
                    <a:cubicBezTo>
                      <a:pt x="10" y="17"/>
                      <a:pt x="2" y="13"/>
                      <a:pt x="1" y="9"/>
                    </a:cubicBezTo>
                    <a:cubicBezTo>
                      <a:pt x="0" y="4"/>
                      <a:pt x="7" y="0"/>
                      <a:pt x="17" y="0"/>
                    </a:cubicBezTo>
                    <a:cubicBezTo>
                      <a:pt x="26" y="0"/>
                      <a:pt x="34" y="4"/>
                      <a:pt x="35" y="8"/>
                    </a:cubicBezTo>
                    <a:cubicBezTo>
                      <a:pt x="36" y="13"/>
                      <a:pt x="29" y="17"/>
                      <a:pt x="20" y="1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8" name="Freeform 243"/>
              <p:cNvSpPr>
                <a:spLocks noEditPoints="1"/>
              </p:cNvSpPr>
              <p:nvPr/>
            </p:nvSpPr>
            <p:spPr bwMode="auto">
              <a:xfrm>
                <a:off x="2859" y="3349"/>
                <a:ext cx="68" cy="33"/>
              </a:xfrm>
              <a:custGeom>
                <a:avLst/>
                <a:gdLst>
                  <a:gd name="T0" fmla="*/ 18 w 38"/>
                  <a:gd name="T1" fmla="*/ 2 h 19"/>
                  <a:gd name="T2" fmla="*/ 35 w 38"/>
                  <a:gd name="T3" fmla="*/ 9 h 19"/>
                  <a:gd name="T4" fmla="*/ 21 w 38"/>
                  <a:gd name="T5" fmla="*/ 17 h 19"/>
                  <a:gd name="T6" fmla="*/ 3 w 38"/>
                  <a:gd name="T7" fmla="*/ 10 h 19"/>
                  <a:gd name="T8" fmla="*/ 18 w 38"/>
                  <a:gd name="T9" fmla="*/ 2 h 19"/>
                  <a:gd name="T10" fmla="*/ 17 w 38"/>
                  <a:gd name="T11" fmla="*/ 0 h 19"/>
                  <a:gd name="T12" fmla="*/ 1 w 38"/>
                  <a:gd name="T13" fmla="*/ 10 h 19"/>
                  <a:gd name="T14" fmla="*/ 21 w 38"/>
                  <a:gd name="T15" fmla="*/ 19 h 19"/>
                  <a:gd name="T16" fmla="*/ 37 w 38"/>
                  <a:gd name="T17" fmla="*/ 9 h 19"/>
                  <a:gd name="T18" fmla="*/ 17 w 38"/>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19">
                    <a:moveTo>
                      <a:pt x="18" y="2"/>
                    </a:moveTo>
                    <a:cubicBezTo>
                      <a:pt x="26" y="2"/>
                      <a:pt x="34" y="5"/>
                      <a:pt x="35" y="9"/>
                    </a:cubicBezTo>
                    <a:cubicBezTo>
                      <a:pt x="36" y="14"/>
                      <a:pt x="29" y="17"/>
                      <a:pt x="21" y="17"/>
                    </a:cubicBezTo>
                    <a:cubicBezTo>
                      <a:pt x="12" y="18"/>
                      <a:pt x="4" y="14"/>
                      <a:pt x="3" y="10"/>
                    </a:cubicBezTo>
                    <a:cubicBezTo>
                      <a:pt x="3" y="5"/>
                      <a:pt x="9" y="2"/>
                      <a:pt x="18" y="2"/>
                    </a:cubicBezTo>
                    <a:moveTo>
                      <a:pt x="17" y="0"/>
                    </a:moveTo>
                    <a:cubicBezTo>
                      <a:pt x="8" y="0"/>
                      <a:pt x="0" y="5"/>
                      <a:pt x="1" y="10"/>
                    </a:cubicBezTo>
                    <a:cubicBezTo>
                      <a:pt x="2" y="15"/>
                      <a:pt x="11" y="19"/>
                      <a:pt x="21" y="19"/>
                    </a:cubicBezTo>
                    <a:cubicBezTo>
                      <a:pt x="31" y="19"/>
                      <a:pt x="38" y="14"/>
                      <a:pt x="37" y="9"/>
                    </a:cubicBezTo>
                    <a:cubicBezTo>
                      <a:pt x="36" y="4"/>
                      <a:pt x="27" y="0"/>
                      <a:pt x="1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9" name="Freeform 244"/>
              <p:cNvSpPr>
                <a:spLocks/>
              </p:cNvSpPr>
              <p:nvPr/>
            </p:nvSpPr>
            <p:spPr bwMode="auto">
              <a:xfrm>
                <a:off x="2443" y="3329"/>
                <a:ext cx="130" cy="66"/>
              </a:xfrm>
              <a:custGeom>
                <a:avLst/>
                <a:gdLst>
                  <a:gd name="T0" fmla="*/ 38 w 74"/>
                  <a:gd name="T1" fmla="*/ 37 h 37"/>
                  <a:gd name="T2" fmla="*/ 1 w 74"/>
                  <a:gd name="T3" fmla="*/ 19 h 37"/>
                  <a:gd name="T4" fmla="*/ 36 w 74"/>
                  <a:gd name="T5" fmla="*/ 0 h 37"/>
                  <a:gd name="T6" fmla="*/ 73 w 74"/>
                  <a:gd name="T7" fmla="*/ 19 h 37"/>
                  <a:gd name="T8" fmla="*/ 38 w 74"/>
                  <a:gd name="T9" fmla="*/ 37 h 37"/>
                </a:gdLst>
                <a:ahLst/>
                <a:cxnLst>
                  <a:cxn ang="0">
                    <a:pos x="T0" y="T1"/>
                  </a:cxn>
                  <a:cxn ang="0">
                    <a:pos x="T2" y="T3"/>
                  </a:cxn>
                  <a:cxn ang="0">
                    <a:pos x="T4" y="T5"/>
                  </a:cxn>
                  <a:cxn ang="0">
                    <a:pos x="T6" y="T7"/>
                  </a:cxn>
                  <a:cxn ang="0">
                    <a:pos x="T8" y="T9"/>
                  </a:cxn>
                </a:cxnLst>
                <a:rect l="0" t="0" r="r" b="b"/>
                <a:pathLst>
                  <a:path w="74" h="37">
                    <a:moveTo>
                      <a:pt x="38" y="37"/>
                    </a:moveTo>
                    <a:cubicBezTo>
                      <a:pt x="18" y="37"/>
                      <a:pt x="1" y="29"/>
                      <a:pt x="1" y="19"/>
                    </a:cubicBezTo>
                    <a:cubicBezTo>
                      <a:pt x="0" y="9"/>
                      <a:pt x="16" y="0"/>
                      <a:pt x="36" y="0"/>
                    </a:cubicBezTo>
                    <a:cubicBezTo>
                      <a:pt x="56" y="0"/>
                      <a:pt x="73" y="8"/>
                      <a:pt x="73" y="19"/>
                    </a:cubicBezTo>
                    <a:cubicBezTo>
                      <a:pt x="74" y="29"/>
                      <a:pt x="58" y="37"/>
                      <a:pt x="38" y="3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0" name="Freeform 245"/>
              <p:cNvSpPr>
                <a:spLocks noEditPoints="1"/>
              </p:cNvSpPr>
              <p:nvPr/>
            </p:nvSpPr>
            <p:spPr bwMode="auto">
              <a:xfrm>
                <a:off x="2441" y="3328"/>
                <a:ext cx="134" cy="69"/>
              </a:xfrm>
              <a:custGeom>
                <a:avLst/>
                <a:gdLst>
                  <a:gd name="T0" fmla="*/ 37 w 76"/>
                  <a:gd name="T1" fmla="*/ 2 h 39"/>
                  <a:gd name="T2" fmla="*/ 73 w 76"/>
                  <a:gd name="T3" fmla="*/ 20 h 39"/>
                  <a:gd name="T4" fmla="*/ 39 w 76"/>
                  <a:gd name="T5" fmla="*/ 38 h 39"/>
                  <a:gd name="T6" fmla="*/ 3 w 76"/>
                  <a:gd name="T7" fmla="*/ 20 h 39"/>
                  <a:gd name="T8" fmla="*/ 37 w 76"/>
                  <a:gd name="T9" fmla="*/ 2 h 39"/>
                  <a:gd name="T10" fmla="*/ 37 w 76"/>
                  <a:gd name="T11" fmla="*/ 0 h 39"/>
                  <a:gd name="T12" fmla="*/ 0 w 76"/>
                  <a:gd name="T13" fmla="*/ 20 h 39"/>
                  <a:gd name="T14" fmla="*/ 39 w 76"/>
                  <a:gd name="T15" fmla="*/ 39 h 39"/>
                  <a:gd name="T16" fmla="*/ 76 w 76"/>
                  <a:gd name="T17" fmla="*/ 20 h 39"/>
                  <a:gd name="T18" fmla="*/ 37 w 76"/>
                  <a:gd name="T19"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 h="39">
                    <a:moveTo>
                      <a:pt x="37" y="2"/>
                    </a:moveTo>
                    <a:cubicBezTo>
                      <a:pt x="56" y="2"/>
                      <a:pt x="73" y="10"/>
                      <a:pt x="73" y="20"/>
                    </a:cubicBezTo>
                    <a:cubicBezTo>
                      <a:pt x="74" y="29"/>
                      <a:pt x="59" y="38"/>
                      <a:pt x="39" y="38"/>
                    </a:cubicBezTo>
                    <a:cubicBezTo>
                      <a:pt x="19" y="38"/>
                      <a:pt x="3" y="30"/>
                      <a:pt x="3" y="20"/>
                    </a:cubicBezTo>
                    <a:cubicBezTo>
                      <a:pt x="2" y="10"/>
                      <a:pt x="18" y="2"/>
                      <a:pt x="37" y="2"/>
                    </a:cubicBezTo>
                    <a:moveTo>
                      <a:pt x="37" y="0"/>
                    </a:moveTo>
                    <a:cubicBezTo>
                      <a:pt x="17" y="1"/>
                      <a:pt x="0" y="9"/>
                      <a:pt x="0" y="20"/>
                    </a:cubicBezTo>
                    <a:cubicBezTo>
                      <a:pt x="1" y="30"/>
                      <a:pt x="18" y="39"/>
                      <a:pt x="39" y="39"/>
                    </a:cubicBezTo>
                    <a:cubicBezTo>
                      <a:pt x="60" y="39"/>
                      <a:pt x="76" y="30"/>
                      <a:pt x="76" y="20"/>
                    </a:cubicBezTo>
                    <a:cubicBezTo>
                      <a:pt x="75" y="9"/>
                      <a:pt x="58" y="0"/>
                      <a:pt x="3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1" name="Freeform 246"/>
              <p:cNvSpPr>
                <a:spLocks/>
              </p:cNvSpPr>
              <p:nvPr/>
            </p:nvSpPr>
            <p:spPr bwMode="auto">
              <a:xfrm>
                <a:off x="2653" y="3552"/>
                <a:ext cx="175" cy="88"/>
              </a:xfrm>
              <a:custGeom>
                <a:avLst/>
                <a:gdLst>
                  <a:gd name="T0" fmla="*/ 52 w 99"/>
                  <a:gd name="T1" fmla="*/ 50 h 50"/>
                  <a:gd name="T2" fmla="*/ 1 w 99"/>
                  <a:gd name="T3" fmla="*/ 25 h 50"/>
                  <a:gd name="T4" fmla="*/ 46 w 99"/>
                  <a:gd name="T5" fmla="*/ 1 h 50"/>
                  <a:gd name="T6" fmla="*/ 97 w 99"/>
                  <a:gd name="T7" fmla="*/ 25 h 50"/>
                  <a:gd name="T8" fmla="*/ 52 w 99"/>
                  <a:gd name="T9" fmla="*/ 50 h 50"/>
                </a:gdLst>
                <a:ahLst/>
                <a:cxnLst>
                  <a:cxn ang="0">
                    <a:pos x="T0" y="T1"/>
                  </a:cxn>
                  <a:cxn ang="0">
                    <a:pos x="T2" y="T3"/>
                  </a:cxn>
                  <a:cxn ang="0">
                    <a:pos x="T4" y="T5"/>
                  </a:cxn>
                  <a:cxn ang="0">
                    <a:pos x="T6" y="T7"/>
                  </a:cxn>
                  <a:cxn ang="0">
                    <a:pos x="T8" y="T9"/>
                  </a:cxn>
                </a:cxnLst>
                <a:rect l="0" t="0" r="r" b="b"/>
                <a:pathLst>
                  <a:path w="99" h="50">
                    <a:moveTo>
                      <a:pt x="52" y="50"/>
                    </a:moveTo>
                    <a:cubicBezTo>
                      <a:pt x="25" y="50"/>
                      <a:pt x="2" y="39"/>
                      <a:pt x="1" y="25"/>
                    </a:cubicBezTo>
                    <a:cubicBezTo>
                      <a:pt x="0" y="11"/>
                      <a:pt x="20" y="1"/>
                      <a:pt x="46" y="1"/>
                    </a:cubicBezTo>
                    <a:cubicBezTo>
                      <a:pt x="72" y="0"/>
                      <a:pt x="95" y="11"/>
                      <a:pt x="97" y="25"/>
                    </a:cubicBezTo>
                    <a:cubicBezTo>
                      <a:pt x="99" y="38"/>
                      <a:pt x="78" y="50"/>
                      <a:pt x="52" y="50"/>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2" name="Freeform 247"/>
              <p:cNvSpPr>
                <a:spLocks noEditPoints="1"/>
              </p:cNvSpPr>
              <p:nvPr/>
            </p:nvSpPr>
            <p:spPr bwMode="auto">
              <a:xfrm>
                <a:off x="2651" y="3552"/>
                <a:ext cx="178" cy="90"/>
              </a:xfrm>
              <a:custGeom>
                <a:avLst/>
                <a:gdLst>
                  <a:gd name="T0" fmla="*/ 47 w 101"/>
                  <a:gd name="T1" fmla="*/ 1 h 51"/>
                  <a:gd name="T2" fmla="*/ 97 w 101"/>
                  <a:gd name="T3" fmla="*/ 25 h 51"/>
                  <a:gd name="T4" fmla="*/ 53 w 101"/>
                  <a:gd name="T5" fmla="*/ 49 h 51"/>
                  <a:gd name="T6" fmla="*/ 3 w 101"/>
                  <a:gd name="T7" fmla="*/ 25 h 51"/>
                  <a:gd name="T8" fmla="*/ 47 w 101"/>
                  <a:gd name="T9" fmla="*/ 1 h 51"/>
                  <a:gd name="T10" fmla="*/ 47 w 101"/>
                  <a:gd name="T11" fmla="*/ 0 h 51"/>
                  <a:gd name="T12" fmla="*/ 1 w 101"/>
                  <a:gd name="T13" fmla="*/ 25 h 51"/>
                  <a:gd name="T14" fmla="*/ 53 w 101"/>
                  <a:gd name="T15" fmla="*/ 51 h 51"/>
                  <a:gd name="T16" fmla="*/ 99 w 101"/>
                  <a:gd name="T17" fmla="*/ 25 h 51"/>
                  <a:gd name="T18" fmla="*/ 47 w 101"/>
                  <a:gd name="T19"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1" h="51">
                    <a:moveTo>
                      <a:pt x="47" y="1"/>
                    </a:moveTo>
                    <a:cubicBezTo>
                      <a:pt x="73" y="1"/>
                      <a:pt x="95" y="12"/>
                      <a:pt x="97" y="25"/>
                    </a:cubicBezTo>
                    <a:cubicBezTo>
                      <a:pt x="98" y="38"/>
                      <a:pt x="79" y="49"/>
                      <a:pt x="53" y="49"/>
                    </a:cubicBezTo>
                    <a:cubicBezTo>
                      <a:pt x="27" y="49"/>
                      <a:pt x="4" y="38"/>
                      <a:pt x="3" y="25"/>
                    </a:cubicBezTo>
                    <a:cubicBezTo>
                      <a:pt x="2" y="12"/>
                      <a:pt x="22" y="1"/>
                      <a:pt x="47" y="1"/>
                    </a:cubicBezTo>
                    <a:moveTo>
                      <a:pt x="47" y="0"/>
                    </a:moveTo>
                    <a:cubicBezTo>
                      <a:pt x="20" y="0"/>
                      <a:pt x="0" y="11"/>
                      <a:pt x="1" y="25"/>
                    </a:cubicBezTo>
                    <a:cubicBezTo>
                      <a:pt x="2" y="39"/>
                      <a:pt x="25" y="51"/>
                      <a:pt x="53" y="51"/>
                    </a:cubicBezTo>
                    <a:cubicBezTo>
                      <a:pt x="80" y="51"/>
                      <a:pt x="101" y="39"/>
                      <a:pt x="99" y="25"/>
                    </a:cubicBezTo>
                    <a:cubicBezTo>
                      <a:pt x="97" y="11"/>
                      <a:pt x="74" y="0"/>
                      <a:pt x="4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3" name="Freeform 248"/>
              <p:cNvSpPr>
                <a:spLocks/>
              </p:cNvSpPr>
              <p:nvPr/>
            </p:nvSpPr>
            <p:spPr bwMode="auto">
              <a:xfrm>
                <a:off x="2978" y="3450"/>
                <a:ext cx="65" cy="30"/>
              </a:xfrm>
              <a:custGeom>
                <a:avLst/>
                <a:gdLst>
                  <a:gd name="T0" fmla="*/ 21 w 37"/>
                  <a:gd name="T1" fmla="*/ 17 h 17"/>
                  <a:gd name="T2" fmla="*/ 1 w 37"/>
                  <a:gd name="T3" fmla="*/ 8 h 17"/>
                  <a:gd name="T4" fmla="*/ 17 w 37"/>
                  <a:gd name="T5" fmla="*/ 0 h 17"/>
                  <a:gd name="T6" fmla="*/ 36 w 37"/>
                  <a:gd name="T7" fmla="*/ 8 h 17"/>
                  <a:gd name="T8" fmla="*/ 21 w 37"/>
                  <a:gd name="T9" fmla="*/ 17 h 17"/>
                </a:gdLst>
                <a:ahLst/>
                <a:cxnLst>
                  <a:cxn ang="0">
                    <a:pos x="T0" y="T1"/>
                  </a:cxn>
                  <a:cxn ang="0">
                    <a:pos x="T2" y="T3"/>
                  </a:cxn>
                  <a:cxn ang="0">
                    <a:pos x="T4" y="T5"/>
                  </a:cxn>
                  <a:cxn ang="0">
                    <a:pos x="T6" y="T7"/>
                  </a:cxn>
                  <a:cxn ang="0">
                    <a:pos x="T8" y="T9"/>
                  </a:cxn>
                </a:cxnLst>
                <a:rect l="0" t="0" r="r" b="b"/>
                <a:pathLst>
                  <a:path w="37" h="17">
                    <a:moveTo>
                      <a:pt x="21" y="17"/>
                    </a:moveTo>
                    <a:cubicBezTo>
                      <a:pt x="11" y="17"/>
                      <a:pt x="2" y="13"/>
                      <a:pt x="1" y="8"/>
                    </a:cubicBezTo>
                    <a:cubicBezTo>
                      <a:pt x="0" y="4"/>
                      <a:pt x="7" y="0"/>
                      <a:pt x="17" y="0"/>
                    </a:cubicBezTo>
                    <a:cubicBezTo>
                      <a:pt x="27" y="0"/>
                      <a:pt x="35" y="3"/>
                      <a:pt x="36" y="8"/>
                    </a:cubicBezTo>
                    <a:cubicBezTo>
                      <a:pt x="37" y="13"/>
                      <a:pt x="30" y="17"/>
                      <a:pt x="21" y="1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4" name="Freeform 249"/>
              <p:cNvSpPr>
                <a:spLocks noEditPoints="1"/>
              </p:cNvSpPr>
              <p:nvPr/>
            </p:nvSpPr>
            <p:spPr bwMode="auto">
              <a:xfrm>
                <a:off x="2976" y="3448"/>
                <a:ext cx="71" cy="33"/>
              </a:xfrm>
              <a:custGeom>
                <a:avLst/>
                <a:gdLst>
                  <a:gd name="T0" fmla="*/ 18 w 40"/>
                  <a:gd name="T1" fmla="*/ 1 h 19"/>
                  <a:gd name="T2" fmla="*/ 36 w 40"/>
                  <a:gd name="T3" fmla="*/ 9 h 19"/>
                  <a:gd name="T4" fmla="*/ 22 w 40"/>
                  <a:gd name="T5" fmla="*/ 17 h 19"/>
                  <a:gd name="T6" fmla="*/ 4 w 40"/>
                  <a:gd name="T7" fmla="*/ 9 h 19"/>
                  <a:gd name="T8" fmla="*/ 18 w 40"/>
                  <a:gd name="T9" fmla="*/ 1 h 19"/>
                  <a:gd name="T10" fmla="*/ 18 w 40"/>
                  <a:gd name="T11" fmla="*/ 0 h 19"/>
                  <a:gd name="T12" fmla="*/ 1 w 40"/>
                  <a:gd name="T13" fmla="*/ 9 h 19"/>
                  <a:gd name="T14" fmla="*/ 22 w 40"/>
                  <a:gd name="T15" fmla="*/ 19 h 19"/>
                  <a:gd name="T16" fmla="*/ 39 w 40"/>
                  <a:gd name="T17" fmla="*/ 9 h 19"/>
                  <a:gd name="T18" fmla="*/ 18 w 40"/>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19">
                    <a:moveTo>
                      <a:pt x="18" y="1"/>
                    </a:moveTo>
                    <a:cubicBezTo>
                      <a:pt x="27" y="1"/>
                      <a:pt x="35" y="5"/>
                      <a:pt x="36" y="9"/>
                    </a:cubicBezTo>
                    <a:cubicBezTo>
                      <a:pt x="37" y="14"/>
                      <a:pt x="31" y="17"/>
                      <a:pt x="22" y="17"/>
                    </a:cubicBezTo>
                    <a:cubicBezTo>
                      <a:pt x="13" y="18"/>
                      <a:pt x="5" y="14"/>
                      <a:pt x="4" y="9"/>
                    </a:cubicBezTo>
                    <a:cubicBezTo>
                      <a:pt x="3" y="5"/>
                      <a:pt x="9" y="1"/>
                      <a:pt x="18" y="1"/>
                    </a:cubicBezTo>
                    <a:moveTo>
                      <a:pt x="18" y="0"/>
                    </a:moveTo>
                    <a:cubicBezTo>
                      <a:pt x="8" y="0"/>
                      <a:pt x="0" y="4"/>
                      <a:pt x="1" y="9"/>
                    </a:cubicBezTo>
                    <a:cubicBezTo>
                      <a:pt x="2" y="15"/>
                      <a:pt x="11" y="19"/>
                      <a:pt x="22" y="19"/>
                    </a:cubicBezTo>
                    <a:cubicBezTo>
                      <a:pt x="32" y="19"/>
                      <a:pt x="40" y="14"/>
                      <a:pt x="39" y="9"/>
                    </a:cubicBezTo>
                    <a:cubicBezTo>
                      <a:pt x="37" y="4"/>
                      <a:pt x="28" y="0"/>
                      <a:pt x="1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5" name="Freeform 250"/>
              <p:cNvSpPr>
                <a:spLocks/>
              </p:cNvSpPr>
              <p:nvPr/>
            </p:nvSpPr>
            <p:spPr bwMode="auto">
              <a:xfrm>
                <a:off x="2920" y="3365"/>
                <a:ext cx="130" cy="63"/>
              </a:xfrm>
              <a:custGeom>
                <a:avLst/>
                <a:gdLst>
                  <a:gd name="T0" fmla="*/ 40 w 74"/>
                  <a:gd name="T1" fmla="*/ 36 h 36"/>
                  <a:gd name="T2" fmla="*/ 1 w 74"/>
                  <a:gd name="T3" fmla="*/ 18 h 36"/>
                  <a:gd name="T4" fmla="*/ 33 w 74"/>
                  <a:gd name="T5" fmla="*/ 0 h 36"/>
                  <a:gd name="T6" fmla="*/ 72 w 74"/>
                  <a:gd name="T7" fmla="*/ 18 h 36"/>
                  <a:gd name="T8" fmla="*/ 40 w 74"/>
                  <a:gd name="T9" fmla="*/ 36 h 36"/>
                </a:gdLst>
                <a:ahLst/>
                <a:cxnLst>
                  <a:cxn ang="0">
                    <a:pos x="T0" y="T1"/>
                  </a:cxn>
                  <a:cxn ang="0">
                    <a:pos x="T2" y="T3"/>
                  </a:cxn>
                  <a:cxn ang="0">
                    <a:pos x="T4" y="T5"/>
                  </a:cxn>
                  <a:cxn ang="0">
                    <a:pos x="T6" y="T7"/>
                  </a:cxn>
                  <a:cxn ang="0">
                    <a:pos x="T8" y="T9"/>
                  </a:cxn>
                </a:cxnLst>
                <a:rect l="0" t="0" r="r" b="b"/>
                <a:pathLst>
                  <a:path w="74" h="36">
                    <a:moveTo>
                      <a:pt x="40" y="36"/>
                    </a:moveTo>
                    <a:cubicBezTo>
                      <a:pt x="21" y="36"/>
                      <a:pt x="3" y="28"/>
                      <a:pt x="1" y="18"/>
                    </a:cubicBezTo>
                    <a:cubicBezTo>
                      <a:pt x="0" y="8"/>
                      <a:pt x="14" y="0"/>
                      <a:pt x="33" y="0"/>
                    </a:cubicBezTo>
                    <a:cubicBezTo>
                      <a:pt x="52" y="0"/>
                      <a:pt x="70" y="8"/>
                      <a:pt x="72" y="18"/>
                    </a:cubicBezTo>
                    <a:cubicBezTo>
                      <a:pt x="74" y="27"/>
                      <a:pt x="60" y="36"/>
                      <a:pt x="40" y="36"/>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6" name="Freeform 251"/>
              <p:cNvSpPr>
                <a:spLocks noEditPoints="1"/>
              </p:cNvSpPr>
              <p:nvPr/>
            </p:nvSpPr>
            <p:spPr bwMode="auto">
              <a:xfrm>
                <a:off x="2916" y="3363"/>
                <a:ext cx="138" cy="65"/>
              </a:xfrm>
              <a:custGeom>
                <a:avLst/>
                <a:gdLst>
                  <a:gd name="T0" fmla="*/ 35 w 78"/>
                  <a:gd name="T1" fmla="*/ 2 h 37"/>
                  <a:gd name="T2" fmla="*/ 73 w 78"/>
                  <a:gd name="T3" fmla="*/ 19 h 37"/>
                  <a:gd name="T4" fmla="*/ 42 w 78"/>
                  <a:gd name="T5" fmla="*/ 36 h 37"/>
                  <a:gd name="T6" fmla="*/ 5 w 78"/>
                  <a:gd name="T7" fmla="*/ 19 h 37"/>
                  <a:gd name="T8" fmla="*/ 35 w 78"/>
                  <a:gd name="T9" fmla="*/ 2 h 37"/>
                  <a:gd name="T10" fmla="*/ 35 w 78"/>
                  <a:gd name="T11" fmla="*/ 0 h 37"/>
                  <a:gd name="T12" fmla="*/ 2 w 78"/>
                  <a:gd name="T13" fmla="*/ 19 h 37"/>
                  <a:gd name="T14" fmla="*/ 43 w 78"/>
                  <a:gd name="T15" fmla="*/ 37 h 37"/>
                  <a:gd name="T16" fmla="*/ 75 w 78"/>
                  <a:gd name="T17" fmla="*/ 19 h 37"/>
                  <a:gd name="T18" fmla="*/ 35 w 78"/>
                  <a:gd name="T19"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8" h="37">
                    <a:moveTo>
                      <a:pt x="35" y="2"/>
                    </a:moveTo>
                    <a:cubicBezTo>
                      <a:pt x="54" y="2"/>
                      <a:pt x="71" y="9"/>
                      <a:pt x="73" y="19"/>
                    </a:cubicBezTo>
                    <a:cubicBezTo>
                      <a:pt x="75" y="28"/>
                      <a:pt x="61" y="36"/>
                      <a:pt x="42" y="36"/>
                    </a:cubicBezTo>
                    <a:cubicBezTo>
                      <a:pt x="23" y="36"/>
                      <a:pt x="6" y="28"/>
                      <a:pt x="5" y="19"/>
                    </a:cubicBezTo>
                    <a:cubicBezTo>
                      <a:pt x="3" y="9"/>
                      <a:pt x="17" y="2"/>
                      <a:pt x="35" y="2"/>
                    </a:cubicBezTo>
                    <a:moveTo>
                      <a:pt x="35" y="0"/>
                    </a:moveTo>
                    <a:cubicBezTo>
                      <a:pt x="15" y="1"/>
                      <a:pt x="0" y="9"/>
                      <a:pt x="2" y="19"/>
                    </a:cubicBezTo>
                    <a:cubicBezTo>
                      <a:pt x="4" y="29"/>
                      <a:pt x="22" y="37"/>
                      <a:pt x="43" y="37"/>
                    </a:cubicBezTo>
                    <a:cubicBezTo>
                      <a:pt x="63" y="37"/>
                      <a:pt x="78" y="29"/>
                      <a:pt x="75" y="19"/>
                    </a:cubicBezTo>
                    <a:cubicBezTo>
                      <a:pt x="73" y="8"/>
                      <a:pt x="55" y="0"/>
                      <a:pt x="3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7" name="Oval 252"/>
              <p:cNvSpPr>
                <a:spLocks noChangeArrowheads="1"/>
              </p:cNvSpPr>
              <p:nvPr/>
            </p:nvSpPr>
            <p:spPr bwMode="auto">
              <a:xfrm>
                <a:off x="2418" y="3057"/>
                <a:ext cx="26" cy="18"/>
              </a:xfrm>
              <a:prstGeom prst="ellipse">
                <a:avLst/>
              </a:pr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8" name="Freeform 253"/>
              <p:cNvSpPr>
                <a:spLocks noEditPoints="1"/>
              </p:cNvSpPr>
              <p:nvPr/>
            </p:nvSpPr>
            <p:spPr bwMode="auto">
              <a:xfrm>
                <a:off x="2414" y="3057"/>
                <a:ext cx="32" cy="20"/>
              </a:xfrm>
              <a:custGeom>
                <a:avLst/>
                <a:gdLst>
                  <a:gd name="T0" fmla="*/ 9 w 18"/>
                  <a:gd name="T1" fmla="*/ 1 h 11"/>
                  <a:gd name="T2" fmla="*/ 16 w 18"/>
                  <a:gd name="T3" fmla="*/ 5 h 11"/>
                  <a:gd name="T4" fmla="*/ 9 w 18"/>
                  <a:gd name="T5" fmla="*/ 9 h 11"/>
                  <a:gd name="T6" fmla="*/ 3 w 18"/>
                  <a:gd name="T7" fmla="*/ 5 h 11"/>
                  <a:gd name="T8" fmla="*/ 9 w 18"/>
                  <a:gd name="T9" fmla="*/ 1 h 11"/>
                  <a:gd name="T10" fmla="*/ 9 w 18"/>
                  <a:gd name="T11" fmla="*/ 0 h 11"/>
                  <a:gd name="T12" fmla="*/ 0 w 18"/>
                  <a:gd name="T13" fmla="*/ 5 h 11"/>
                  <a:gd name="T14" fmla="*/ 9 w 18"/>
                  <a:gd name="T15" fmla="*/ 11 h 11"/>
                  <a:gd name="T16" fmla="*/ 18 w 18"/>
                  <a:gd name="T17" fmla="*/ 5 h 11"/>
                  <a:gd name="T18" fmla="*/ 9 w 18"/>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11">
                    <a:moveTo>
                      <a:pt x="9" y="1"/>
                    </a:moveTo>
                    <a:cubicBezTo>
                      <a:pt x="13" y="1"/>
                      <a:pt x="16" y="3"/>
                      <a:pt x="16" y="5"/>
                    </a:cubicBezTo>
                    <a:cubicBezTo>
                      <a:pt x="16" y="8"/>
                      <a:pt x="13" y="9"/>
                      <a:pt x="9" y="9"/>
                    </a:cubicBezTo>
                    <a:cubicBezTo>
                      <a:pt x="6" y="9"/>
                      <a:pt x="3" y="8"/>
                      <a:pt x="3" y="5"/>
                    </a:cubicBezTo>
                    <a:cubicBezTo>
                      <a:pt x="3" y="3"/>
                      <a:pt x="6" y="1"/>
                      <a:pt x="9" y="1"/>
                    </a:cubicBezTo>
                    <a:moveTo>
                      <a:pt x="9" y="0"/>
                    </a:moveTo>
                    <a:cubicBezTo>
                      <a:pt x="4" y="0"/>
                      <a:pt x="0" y="2"/>
                      <a:pt x="0" y="5"/>
                    </a:cubicBezTo>
                    <a:cubicBezTo>
                      <a:pt x="0" y="8"/>
                      <a:pt x="4" y="11"/>
                      <a:pt x="9" y="11"/>
                    </a:cubicBezTo>
                    <a:cubicBezTo>
                      <a:pt x="14" y="11"/>
                      <a:pt x="18" y="8"/>
                      <a:pt x="18" y="5"/>
                    </a:cubicBezTo>
                    <a:cubicBezTo>
                      <a:pt x="18" y="2"/>
                      <a:pt x="14" y="0"/>
                      <a:pt x="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9" name="Freeform 254"/>
              <p:cNvSpPr>
                <a:spLocks/>
              </p:cNvSpPr>
              <p:nvPr/>
            </p:nvSpPr>
            <p:spPr bwMode="auto">
              <a:xfrm>
                <a:off x="2515" y="3110"/>
                <a:ext cx="28" cy="16"/>
              </a:xfrm>
              <a:custGeom>
                <a:avLst/>
                <a:gdLst>
                  <a:gd name="T0" fmla="*/ 8 w 16"/>
                  <a:gd name="T1" fmla="*/ 9 h 9"/>
                  <a:gd name="T2" fmla="*/ 0 w 16"/>
                  <a:gd name="T3" fmla="*/ 5 h 9"/>
                  <a:gd name="T4" fmla="*/ 8 w 16"/>
                  <a:gd name="T5" fmla="*/ 0 h 9"/>
                  <a:gd name="T6" fmla="*/ 16 w 16"/>
                  <a:gd name="T7" fmla="*/ 5 h 9"/>
                  <a:gd name="T8" fmla="*/ 8 w 16"/>
                  <a:gd name="T9" fmla="*/ 9 h 9"/>
                </a:gdLst>
                <a:ahLst/>
                <a:cxnLst>
                  <a:cxn ang="0">
                    <a:pos x="T0" y="T1"/>
                  </a:cxn>
                  <a:cxn ang="0">
                    <a:pos x="T2" y="T3"/>
                  </a:cxn>
                  <a:cxn ang="0">
                    <a:pos x="T4" y="T5"/>
                  </a:cxn>
                  <a:cxn ang="0">
                    <a:pos x="T6" y="T7"/>
                  </a:cxn>
                  <a:cxn ang="0">
                    <a:pos x="T8" y="T9"/>
                  </a:cxn>
                </a:cxnLst>
                <a:rect l="0" t="0" r="r" b="b"/>
                <a:pathLst>
                  <a:path w="16" h="9">
                    <a:moveTo>
                      <a:pt x="8" y="9"/>
                    </a:moveTo>
                    <a:cubicBezTo>
                      <a:pt x="4" y="9"/>
                      <a:pt x="0" y="7"/>
                      <a:pt x="0" y="5"/>
                    </a:cubicBezTo>
                    <a:cubicBezTo>
                      <a:pt x="0" y="2"/>
                      <a:pt x="3" y="0"/>
                      <a:pt x="8" y="0"/>
                    </a:cubicBezTo>
                    <a:cubicBezTo>
                      <a:pt x="12" y="0"/>
                      <a:pt x="16" y="2"/>
                      <a:pt x="16" y="5"/>
                    </a:cubicBezTo>
                    <a:cubicBezTo>
                      <a:pt x="16" y="7"/>
                      <a:pt x="12" y="9"/>
                      <a:pt x="8" y="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0" name="Freeform 255"/>
              <p:cNvSpPr>
                <a:spLocks noEditPoints="1"/>
              </p:cNvSpPr>
              <p:nvPr/>
            </p:nvSpPr>
            <p:spPr bwMode="auto">
              <a:xfrm>
                <a:off x="2513" y="3109"/>
                <a:ext cx="32" cy="19"/>
              </a:xfrm>
              <a:custGeom>
                <a:avLst/>
                <a:gdLst>
                  <a:gd name="T0" fmla="*/ 9 w 18"/>
                  <a:gd name="T1" fmla="*/ 1 h 11"/>
                  <a:gd name="T2" fmla="*/ 16 w 18"/>
                  <a:gd name="T3" fmla="*/ 6 h 11"/>
                  <a:gd name="T4" fmla="*/ 9 w 18"/>
                  <a:gd name="T5" fmla="*/ 10 h 11"/>
                  <a:gd name="T6" fmla="*/ 2 w 18"/>
                  <a:gd name="T7" fmla="*/ 6 h 11"/>
                  <a:gd name="T8" fmla="*/ 9 w 18"/>
                  <a:gd name="T9" fmla="*/ 1 h 11"/>
                  <a:gd name="T10" fmla="*/ 9 w 18"/>
                  <a:gd name="T11" fmla="*/ 0 h 11"/>
                  <a:gd name="T12" fmla="*/ 0 w 18"/>
                  <a:gd name="T13" fmla="*/ 6 h 11"/>
                  <a:gd name="T14" fmla="*/ 9 w 18"/>
                  <a:gd name="T15" fmla="*/ 11 h 11"/>
                  <a:gd name="T16" fmla="*/ 18 w 18"/>
                  <a:gd name="T17" fmla="*/ 6 h 11"/>
                  <a:gd name="T18" fmla="*/ 9 w 18"/>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11">
                    <a:moveTo>
                      <a:pt x="9" y="1"/>
                    </a:moveTo>
                    <a:cubicBezTo>
                      <a:pt x="12" y="1"/>
                      <a:pt x="16" y="3"/>
                      <a:pt x="16" y="6"/>
                    </a:cubicBezTo>
                    <a:cubicBezTo>
                      <a:pt x="16" y="8"/>
                      <a:pt x="13" y="10"/>
                      <a:pt x="9" y="10"/>
                    </a:cubicBezTo>
                    <a:cubicBezTo>
                      <a:pt x="5" y="10"/>
                      <a:pt x="2" y="8"/>
                      <a:pt x="2" y="6"/>
                    </a:cubicBezTo>
                    <a:cubicBezTo>
                      <a:pt x="2" y="3"/>
                      <a:pt x="5" y="1"/>
                      <a:pt x="9" y="1"/>
                    </a:cubicBezTo>
                    <a:moveTo>
                      <a:pt x="9" y="0"/>
                    </a:moveTo>
                    <a:cubicBezTo>
                      <a:pt x="4" y="0"/>
                      <a:pt x="0" y="3"/>
                      <a:pt x="0" y="6"/>
                    </a:cubicBezTo>
                    <a:cubicBezTo>
                      <a:pt x="0" y="9"/>
                      <a:pt x="4" y="11"/>
                      <a:pt x="9" y="11"/>
                    </a:cubicBezTo>
                    <a:cubicBezTo>
                      <a:pt x="14" y="11"/>
                      <a:pt x="18" y="8"/>
                      <a:pt x="18" y="6"/>
                    </a:cubicBezTo>
                    <a:cubicBezTo>
                      <a:pt x="18" y="3"/>
                      <a:pt x="14" y="0"/>
                      <a:pt x="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1" name="Freeform 256"/>
              <p:cNvSpPr>
                <a:spLocks/>
              </p:cNvSpPr>
              <p:nvPr/>
            </p:nvSpPr>
            <p:spPr bwMode="auto">
              <a:xfrm>
                <a:off x="2711" y="3116"/>
                <a:ext cx="30" cy="16"/>
              </a:xfrm>
              <a:custGeom>
                <a:avLst/>
                <a:gdLst>
                  <a:gd name="T0" fmla="*/ 9 w 17"/>
                  <a:gd name="T1" fmla="*/ 9 h 9"/>
                  <a:gd name="T2" fmla="*/ 0 w 17"/>
                  <a:gd name="T3" fmla="*/ 5 h 9"/>
                  <a:gd name="T4" fmla="*/ 8 w 17"/>
                  <a:gd name="T5" fmla="*/ 0 h 9"/>
                  <a:gd name="T6" fmla="*/ 17 w 17"/>
                  <a:gd name="T7" fmla="*/ 4 h 9"/>
                  <a:gd name="T8" fmla="*/ 9 w 17"/>
                  <a:gd name="T9" fmla="*/ 9 h 9"/>
                </a:gdLst>
                <a:ahLst/>
                <a:cxnLst>
                  <a:cxn ang="0">
                    <a:pos x="T0" y="T1"/>
                  </a:cxn>
                  <a:cxn ang="0">
                    <a:pos x="T2" y="T3"/>
                  </a:cxn>
                  <a:cxn ang="0">
                    <a:pos x="T4" y="T5"/>
                  </a:cxn>
                  <a:cxn ang="0">
                    <a:pos x="T6" y="T7"/>
                  </a:cxn>
                  <a:cxn ang="0">
                    <a:pos x="T8" y="T9"/>
                  </a:cxn>
                </a:cxnLst>
                <a:rect l="0" t="0" r="r" b="b"/>
                <a:pathLst>
                  <a:path w="17" h="9">
                    <a:moveTo>
                      <a:pt x="9" y="9"/>
                    </a:moveTo>
                    <a:cubicBezTo>
                      <a:pt x="5" y="9"/>
                      <a:pt x="1" y="7"/>
                      <a:pt x="0" y="5"/>
                    </a:cubicBezTo>
                    <a:cubicBezTo>
                      <a:pt x="0" y="2"/>
                      <a:pt x="4" y="0"/>
                      <a:pt x="8" y="0"/>
                    </a:cubicBezTo>
                    <a:cubicBezTo>
                      <a:pt x="12" y="0"/>
                      <a:pt x="16" y="2"/>
                      <a:pt x="17" y="4"/>
                    </a:cubicBezTo>
                    <a:cubicBezTo>
                      <a:pt x="17" y="7"/>
                      <a:pt x="14" y="9"/>
                      <a:pt x="9" y="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2" name="Freeform 257"/>
              <p:cNvSpPr>
                <a:spLocks noEditPoints="1"/>
              </p:cNvSpPr>
              <p:nvPr/>
            </p:nvSpPr>
            <p:spPr bwMode="auto">
              <a:xfrm>
                <a:off x="2709" y="3114"/>
                <a:ext cx="34" cy="19"/>
              </a:xfrm>
              <a:custGeom>
                <a:avLst/>
                <a:gdLst>
                  <a:gd name="T0" fmla="*/ 9 w 19"/>
                  <a:gd name="T1" fmla="*/ 1 h 11"/>
                  <a:gd name="T2" fmla="*/ 17 w 19"/>
                  <a:gd name="T3" fmla="*/ 5 h 11"/>
                  <a:gd name="T4" fmla="*/ 10 w 19"/>
                  <a:gd name="T5" fmla="*/ 10 h 11"/>
                  <a:gd name="T6" fmla="*/ 3 w 19"/>
                  <a:gd name="T7" fmla="*/ 6 h 11"/>
                  <a:gd name="T8" fmla="*/ 9 w 19"/>
                  <a:gd name="T9" fmla="*/ 1 h 11"/>
                  <a:gd name="T10" fmla="*/ 9 w 19"/>
                  <a:gd name="T11" fmla="*/ 0 h 11"/>
                  <a:gd name="T12" fmla="*/ 0 w 19"/>
                  <a:gd name="T13" fmla="*/ 6 h 11"/>
                  <a:gd name="T14" fmla="*/ 10 w 19"/>
                  <a:gd name="T15" fmla="*/ 11 h 11"/>
                  <a:gd name="T16" fmla="*/ 19 w 19"/>
                  <a:gd name="T17" fmla="*/ 5 h 11"/>
                  <a:gd name="T18" fmla="*/ 9 w 19"/>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11">
                    <a:moveTo>
                      <a:pt x="9" y="1"/>
                    </a:moveTo>
                    <a:cubicBezTo>
                      <a:pt x="13" y="1"/>
                      <a:pt x="16" y="3"/>
                      <a:pt x="17" y="5"/>
                    </a:cubicBezTo>
                    <a:cubicBezTo>
                      <a:pt x="17" y="8"/>
                      <a:pt x="14" y="10"/>
                      <a:pt x="10" y="10"/>
                    </a:cubicBezTo>
                    <a:cubicBezTo>
                      <a:pt x="6" y="10"/>
                      <a:pt x="3" y="8"/>
                      <a:pt x="3" y="6"/>
                    </a:cubicBezTo>
                    <a:cubicBezTo>
                      <a:pt x="2" y="3"/>
                      <a:pt x="5" y="1"/>
                      <a:pt x="9" y="1"/>
                    </a:cubicBezTo>
                    <a:moveTo>
                      <a:pt x="9" y="0"/>
                    </a:moveTo>
                    <a:cubicBezTo>
                      <a:pt x="4" y="0"/>
                      <a:pt x="0" y="3"/>
                      <a:pt x="0" y="6"/>
                    </a:cubicBezTo>
                    <a:cubicBezTo>
                      <a:pt x="1" y="8"/>
                      <a:pt x="5" y="11"/>
                      <a:pt x="10" y="11"/>
                    </a:cubicBezTo>
                    <a:cubicBezTo>
                      <a:pt x="15" y="11"/>
                      <a:pt x="19" y="8"/>
                      <a:pt x="19" y="5"/>
                    </a:cubicBezTo>
                    <a:cubicBezTo>
                      <a:pt x="18" y="3"/>
                      <a:pt x="14" y="0"/>
                      <a:pt x="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3" name="Freeform 258"/>
              <p:cNvSpPr>
                <a:spLocks/>
              </p:cNvSpPr>
              <p:nvPr/>
            </p:nvSpPr>
            <p:spPr bwMode="auto">
              <a:xfrm>
                <a:off x="3225" y="2923"/>
                <a:ext cx="32" cy="18"/>
              </a:xfrm>
              <a:custGeom>
                <a:avLst/>
                <a:gdLst>
                  <a:gd name="T0" fmla="*/ 11 w 18"/>
                  <a:gd name="T1" fmla="*/ 10 h 10"/>
                  <a:gd name="T2" fmla="*/ 1 w 18"/>
                  <a:gd name="T3" fmla="*/ 5 h 10"/>
                  <a:gd name="T4" fmla="*/ 8 w 18"/>
                  <a:gd name="T5" fmla="*/ 0 h 10"/>
                  <a:gd name="T6" fmla="*/ 17 w 18"/>
                  <a:gd name="T7" fmla="*/ 5 h 10"/>
                  <a:gd name="T8" fmla="*/ 11 w 18"/>
                  <a:gd name="T9" fmla="*/ 10 h 10"/>
                </a:gdLst>
                <a:ahLst/>
                <a:cxnLst>
                  <a:cxn ang="0">
                    <a:pos x="T0" y="T1"/>
                  </a:cxn>
                  <a:cxn ang="0">
                    <a:pos x="T2" y="T3"/>
                  </a:cxn>
                  <a:cxn ang="0">
                    <a:pos x="T4" y="T5"/>
                  </a:cxn>
                  <a:cxn ang="0">
                    <a:pos x="T6" y="T7"/>
                  </a:cxn>
                  <a:cxn ang="0">
                    <a:pos x="T8" y="T9"/>
                  </a:cxn>
                </a:cxnLst>
                <a:rect l="0" t="0" r="r" b="b"/>
                <a:pathLst>
                  <a:path w="18" h="10">
                    <a:moveTo>
                      <a:pt x="11" y="10"/>
                    </a:moveTo>
                    <a:cubicBezTo>
                      <a:pt x="6" y="10"/>
                      <a:pt x="2" y="8"/>
                      <a:pt x="1" y="5"/>
                    </a:cubicBezTo>
                    <a:cubicBezTo>
                      <a:pt x="0" y="2"/>
                      <a:pt x="3" y="0"/>
                      <a:pt x="8" y="0"/>
                    </a:cubicBezTo>
                    <a:cubicBezTo>
                      <a:pt x="12" y="0"/>
                      <a:pt x="17" y="2"/>
                      <a:pt x="17" y="5"/>
                    </a:cubicBezTo>
                    <a:cubicBezTo>
                      <a:pt x="18" y="8"/>
                      <a:pt x="15" y="10"/>
                      <a:pt x="11" y="10"/>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4" name="Freeform 259"/>
              <p:cNvSpPr>
                <a:spLocks noEditPoints="1"/>
              </p:cNvSpPr>
              <p:nvPr/>
            </p:nvSpPr>
            <p:spPr bwMode="auto">
              <a:xfrm>
                <a:off x="3223" y="2921"/>
                <a:ext cx="36" cy="22"/>
              </a:xfrm>
              <a:custGeom>
                <a:avLst/>
                <a:gdLst>
                  <a:gd name="T0" fmla="*/ 9 w 20"/>
                  <a:gd name="T1" fmla="*/ 2 h 12"/>
                  <a:gd name="T2" fmla="*/ 17 w 20"/>
                  <a:gd name="T3" fmla="*/ 6 h 12"/>
                  <a:gd name="T4" fmla="*/ 12 w 20"/>
                  <a:gd name="T5" fmla="*/ 11 h 12"/>
                  <a:gd name="T6" fmla="*/ 3 w 20"/>
                  <a:gd name="T7" fmla="*/ 6 h 12"/>
                  <a:gd name="T8" fmla="*/ 9 w 20"/>
                  <a:gd name="T9" fmla="*/ 2 h 12"/>
                  <a:gd name="T10" fmla="*/ 9 w 20"/>
                  <a:gd name="T11" fmla="*/ 0 h 12"/>
                  <a:gd name="T12" fmla="*/ 1 w 20"/>
                  <a:gd name="T13" fmla="*/ 6 h 12"/>
                  <a:gd name="T14" fmla="*/ 12 w 20"/>
                  <a:gd name="T15" fmla="*/ 12 h 12"/>
                  <a:gd name="T16" fmla="*/ 20 w 20"/>
                  <a:gd name="T17" fmla="*/ 6 h 12"/>
                  <a:gd name="T18" fmla="*/ 9 w 20"/>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12">
                    <a:moveTo>
                      <a:pt x="9" y="2"/>
                    </a:moveTo>
                    <a:cubicBezTo>
                      <a:pt x="13" y="2"/>
                      <a:pt x="17" y="4"/>
                      <a:pt x="17" y="6"/>
                    </a:cubicBezTo>
                    <a:cubicBezTo>
                      <a:pt x="18" y="9"/>
                      <a:pt x="15" y="11"/>
                      <a:pt x="12" y="11"/>
                    </a:cubicBezTo>
                    <a:cubicBezTo>
                      <a:pt x="8" y="11"/>
                      <a:pt x="4" y="9"/>
                      <a:pt x="3" y="6"/>
                    </a:cubicBezTo>
                    <a:cubicBezTo>
                      <a:pt x="3" y="4"/>
                      <a:pt x="5" y="2"/>
                      <a:pt x="9" y="2"/>
                    </a:cubicBezTo>
                    <a:moveTo>
                      <a:pt x="9" y="0"/>
                    </a:moveTo>
                    <a:cubicBezTo>
                      <a:pt x="4" y="0"/>
                      <a:pt x="0" y="3"/>
                      <a:pt x="1" y="6"/>
                    </a:cubicBezTo>
                    <a:cubicBezTo>
                      <a:pt x="2" y="9"/>
                      <a:pt x="7" y="12"/>
                      <a:pt x="12" y="12"/>
                    </a:cubicBezTo>
                    <a:cubicBezTo>
                      <a:pt x="17" y="12"/>
                      <a:pt x="20" y="9"/>
                      <a:pt x="20" y="6"/>
                    </a:cubicBezTo>
                    <a:cubicBezTo>
                      <a:pt x="19" y="3"/>
                      <a:pt x="14" y="0"/>
                      <a:pt x="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5" name="Freeform 260"/>
              <p:cNvSpPr>
                <a:spLocks/>
              </p:cNvSpPr>
              <p:nvPr/>
            </p:nvSpPr>
            <p:spPr bwMode="auto">
              <a:xfrm>
                <a:off x="3183" y="2863"/>
                <a:ext cx="30" cy="18"/>
              </a:xfrm>
              <a:custGeom>
                <a:avLst/>
                <a:gdLst>
                  <a:gd name="T0" fmla="*/ 10 w 17"/>
                  <a:gd name="T1" fmla="*/ 10 h 10"/>
                  <a:gd name="T2" fmla="*/ 0 w 17"/>
                  <a:gd name="T3" fmla="*/ 5 h 10"/>
                  <a:gd name="T4" fmla="*/ 7 w 17"/>
                  <a:gd name="T5" fmla="*/ 0 h 10"/>
                  <a:gd name="T6" fmla="*/ 16 w 17"/>
                  <a:gd name="T7" fmla="*/ 5 h 10"/>
                  <a:gd name="T8" fmla="*/ 10 w 17"/>
                  <a:gd name="T9" fmla="*/ 10 h 10"/>
                </a:gdLst>
                <a:ahLst/>
                <a:cxnLst>
                  <a:cxn ang="0">
                    <a:pos x="T0" y="T1"/>
                  </a:cxn>
                  <a:cxn ang="0">
                    <a:pos x="T2" y="T3"/>
                  </a:cxn>
                  <a:cxn ang="0">
                    <a:pos x="T4" y="T5"/>
                  </a:cxn>
                  <a:cxn ang="0">
                    <a:pos x="T6" y="T7"/>
                  </a:cxn>
                  <a:cxn ang="0">
                    <a:pos x="T8" y="T9"/>
                  </a:cxn>
                </a:cxnLst>
                <a:rect l="0" t="0" r="r" b="b"/>
                <a:pathLst>
                  <a:path w="17" h="10">
                    <a:moveTo>
                      <a:pt x="10" y="10"/>
                    </a:moveTo>
                    <a:cubicBezTo>
                      <a:pt x="5" y="10"/>
                      <a:pt x="1" y="8"/>
                      <a:pt x="0" y="5"/>
                    </a:cubicBezTo>
                    <a:cubicBezTo>
                      <a:pt x="0" y="2"/>
                      <a:pt x="3" y="0"/>
                      <a:pt x="7" y="0"/>
                    </a:cubicBezTo>
                    <a:cubicBezTo>
                      <a:pt x="11" y="0"/>
                      <a:pt x="16" y="2"/>
                      <a:pt x="16" y="5"/>
                    </a:cubicBezTo>
                    <a:cubicBezTo>
                      <a:pt x="17" y="8"/>
                      <a:pt x="14" y="10"/>
                      <a:pt x="10" y="10"/>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6" name="Freeform 261"/>
              <p:cNvSpPr>
                <a:spLocks noEditPoints="1"/>
              </p:cNvSpPr>
              <p:nvPr/>
            </p:nvSpPr>
            <p:spPr bwMode="auto">
              <a:xfrm>
                <a:off x="3181" y="2861"/>
                <a:ext cx="33" cy="21"/>
              </a:xfrm>
              <a:custGeom>
                <a:avLst/>
                <a:gdLst>
                  <a:gd name="T0" fmla="*/ 8 w 19"/>
                  <a:gd name="T1" fmla="*/ 2 h 12"/>
                  <a:gd name="T2" fmla="*/ 16 w 19"/>
                  <a:gd name="T3" fmla="*/ 6 h 12"/>
                  <a:gd name="T4" fmla="*/ 11 w 19"/>
                  <a:gd name="T5" fmla="*/ 11 h 12"/>
                  <a:gd name="T6" fmla="*/ 3 w 19"/>
                  <a:gd name="T7" fmla="*/ 6 h 12"/>
                  <a:gd name="T8" fmla="*/ 8 w 19"/>
                  <a:gd name="T9" fmla="*/ 2 h 12"/>
                  <a:gd name="T10" fmla="*/ 8 w 19"/>
                  <a:gd name="T11" fmla="*/ 0 h 12"/>
                  <a:gd name="T12" fmla="*/ 0 w 19"/>
                  <a:gd name="T13" fmla="*/ 6 h 12"/>
                  <a:gd name="T14" fmla="*/ 11 w 19"/>
                  <a:gd name="T15" fmla="*/ 12 h 12"/>
                  <a:gd name="T16" fmla="*/ 18 w 19"/>
                  <a:gd name="T17" fmla="*/ 6 h 12"/>
                  <a:gd name="T18" fmla="*/ 8 w 19"/>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12">
                    <a:moveTo>
                      <a:pt x="8" y="2"/>
                    </a:moveTo>
                    <a:cubicBezTo>
                      <a:pt x="12" y="2"/>
                      <a:pt x="16" y="4"/>
                      <a:pt x="16" y="6"/>
                    </a:cubicBezTo>
                    <a:cubicBezTo>
                      <a:pt x="17" y="9"/>
                      <a:pt x="14" y="11"/>
                      <a:pt x="11" y="11"/>
                    </a:cubicBezTo>
                    <a:cubicBezTo>
                      <a:pt x="7" y="11"/>
                      <a:pt x="3" y="9"/>
                      <a:pt x="3" y="6"/>
                    </a:cubicBezTo>
                    <a:cubicBezTo>
                      <a:pt x="2" y="4"/>
                      <a:pt x="4" y="2"/>
                      <a:pt x="8" y="2"/>
                    </a:cubicBezTo>
                    <a:moveTo>
                      <a:pt x="8" y="0"/>
                    </a:moveTo>
                    <a:cubicBezTo>
                      <a:pt x="3" y="0"/>
                      <a:pt x="0" y="3"/>
                      <a:pt x="0" y="6"/>
                    </a:cubicBezTo>
                    <a:cubicBezTo>
                      <a:pt x="1" y="9"/>
                      <a:pt x="6" y="12"/>
                      <a:pt x="11" y="12"/>
                    </a:cubicBezTo>
                    <a:cubicBezTo>
                      <a:pt x="16" y="12"/>
                      <a:pt x="19" y="9"/>
                      <a:pt x="18" y="6"/>
                    </a:cubicBezTo>
                    <a:cubicBezTo>
                      <a:pt x="18" y="3"/>
                      <a:pt x="13" y="0"/>
                      <a:pt x="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7" name="Freeform 262"/>
              <p:cNvSpPr>
                <a:spLocks/>
              </p:cNvSpPr>
              <p:nvPr/>
            </p:nvSpPr>
            <p:spPr bwMode="auto">
              <a:xfrm>
                <a:off x="2852" y="2916"/>
                <a:ext cx="30" cy="18"/>
              </a:xfrm>
              <a:custGeom>
                <a:avLst/>
                <a:gdLst>
                  <a:gd name="T0" fmla="*/ 9 w 17"/>
                  <a:gd name="T1" fmla="*/ 10 h 10"/>
                  <a:gd name="T2" fmla="*/ 1 w 17"/>
                  <a:gd name="T3" fmla="*/ 5 h 10"/>
                  <a:gd name="T4" fmla="*/ 8 w 17"/>
                  <a:gd name="T5" fmla="*/ 0 h 10"/>
                  <a:gd name="T6" fmla="*/ 16 w 17"/>
                  <a:gd name="T7" fmla="*/ 5 h 10"/>
                  <a:gd name="T8" fmla="*/ 9 w 17"/>
                  <a:gd name="T9" fmla="*/ 10 h 10"/>
                </a:gdLst>
                <a:ahLst/>
                <a:cxnLst>
                  <a:cxn ang="0">
                    <a:pos x="T0" y="T1"/>
                  </a:cxn>
                  <a:cxn ang="0">
                    <a:pos x="T2" y="T3"/>
                  </a:cxn>
                  <a:cxn ang="0">
                    <a:pos x="T4" y="T5"/>
                  </a:cxn>
                  <a:cxn ang="0">
                    <a:pos x="T6" y="T7"/>
                  </a:cxn>
                  <a:cxn ang="0">
                    <a:pos x="T8" y="T9"/>
                  </a:cxn>
                </a:cxnLst>
                <a:rect l="0" t="0" r="r" b="b"/>
                <a:pathLst>
                  <a:path w="17" h="10">
                    <a:moveTo>
                      <a:pt x="9" y="10"/>
                    </a:moveTo>
                    <a:cubicBezTo>
                      <a:pt x="5" y="10"/>
                      <a:pt x="1" y="8"/>
                      <a:pt x="1" y="5"/>
                    </a:cubicBezTo>
                    <a:cubicBezTo>
                      <a:pt x="0" y="2"/>
                      <a:pt x="3" y="0"/>
                      <a:pt x="8" y="0"/>
                    </a:cubicBezTo>
                    <a:cubicBezTo>
                      <a:pt x="12" y="0"/>
                      <a:pt x="16" y="2"/>
                      <a:pt x="16" y="5"/>
                    </a:cubicBezTo>
                    <a:cubicBezTo>
                      <a:pt x="17" y="8"/>
                      <a:pt x="13" y="10"/>
                      <a:pt x="9" y="10"/>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8" name="Freeform 263"/>
              <p:cNvSpPr>
                <a:spLocks noEditPoints="1"/>
              </p:cNvSpPr>
              <p:nvPr/>
            </p:nvSpPr>
            <p:spPr bwMode="auto">
              <a:xfrm>
                <a:off x="2851" y="2914"/>
                <a:ext cx="33" cy="21"/>
              </a:xfrm>
              <a:custGeom>
                <a:avLst/>
                <a:gdLst>
                  <a:gd name="T0" fmla="*/ 9 w 19"/>
                  <a:gd name="T1" fmla="*/ 1 h 12"/>
                  <a:gd name="T2" fmla="*/ 16 w 19"/>
                  <a:gd name="T3" fmla="*/ 6 h 12"/>
                  <a:gd name="T4" fmla="*/ 10 w 19"/>
                  <a:gd name="T5" fmla="*/ 11 h 12"/>
                  <a:gd name="T6" fmla="*/ 3 w 19"/>
                  <a:gd name="T7" fmla="*/ 6 h 12"/>
                  <a:gd name="T8" fmla="*/ 9 w 19"/>
                  <a:gd name="T9" fmla="*/ 1 h 12"/>
                  <a:gd name="T10" fmla="*/ 8 w 19"/>
                  <a:gd name="T11" fmla="*/ 0 h 12"/>
                  <a:gd name="T12" fmla="*/ 1 w 19"/>
                  <a:gd name="T13" fmla="*/ 6 h 12"/>
                  <a:gd name="T14" fmla="*/ 10 w 19"/>
                  <a:gd name="T15" fmla="*/ 12 h 12"/>
                  <a:gd name="T16" fmla="*/ 18 w 19"/>
                  <a:gd name="T17" fmla="*/ 6 h 12"/>
                  <a:gd name="T18" fmla="*/ 8 w 19"/>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12">
                    <a:moveTo>
                      <a:pt x="9" y="1"/>
                    </a:moveTo>
                    <a:cubicBezTo>
                      <a:pt x="12" y="1"/>
                      <a:pt x="16" y="4"/>
                      <a:pt x="16" y="6"/>
                    </a:cubicBezTo>
                    <a:cubicBezTo>
                      <a:pt x="16" y="9"/>
                      <a:pt x="14" y="11"/>
                      <a:pt x="10" y="11"/>
                    </a:cubicBezTo>
                    <a:cubicBezTo>
                      <a:pt x="6" y="11"/>
                      <a:pt x="3" y="9"/>
                      <a:pt x="3" y="6"/>
                    </a:cubicBezTo>
                    <a:cubicBezTo>
                      <a:pt x="2" y="4"/>
                      <a:pt x="5" y="2"/>
                      <a:pt x="9" y="1"/>
                    </a:cubicBezTo>
                    <a:moveTo>
                      <a:pt x="8" y="0"/>
                    </a:moveTo>
                    <a:cubicBezTo>
                      <a:pt x="4" y="0"/>
                      <a:pt x="0" y="3"/>
                      <a:pt x="1" y="6"/>
                    </a:cubicBezTo>
                    <a:cubicBezTo>
                      <a:pt x="1" y="9"/>
                      <a:pt x="5" y="12"/>
                      <a:pt x="10" y="12"/>
                    </a:cubicBezTo>
                    <a:cubicBezTo>
                      <a:pt x="15" y="12"/>
                      <a:pt x="19" y="9"/>
                      <a:pt x="18" y="6"/>
                    </a:cubicBezTo>
                    <a:cubicBezTo>
                      <a:pt x="18" y="3"/>
                      <a:pt x="13" y="0"/>
                      <a:pt x="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9" name="Freeform 264"/>
              <p:cNvSpPr>
                <a:spLocks/>
              </p:cNvSpPr>
              <p:nvPr/>
            </p:nvSpPr>
            <p:spPr bwMode="auto">
              <a:xfrm>
                <a:off x="2517" y="2867"/>
                <a:ext cx="39" cy="28"/>
              </a:xfrm>
              <a:custGeom>
                <a:avLst/>
                <a:gdLst>
                  <a:gd name="T0" fmla="*/ 11 w 22"/>
                  <a:gd name="T1" fmla="*/ 16 h 16"/>
                  <a:gd name="T2" fmla="*/ 0 w 22"/>
                  <a:gd name="T3" fmla="*/ 8 h 16"/>
                  <a:gd name="T4" fmla="*/ 11 w 22"/>
                  <a:gd name="T5" fmla="*/ 0 h 16"/>
                  <a:gd name="T6" fmla="*/ 22 w 22"/>
                  <a:gd name="T7" fmla="*/ 8 h 16"/>
                  <a:gd name="T8" fmla="*/ 11 w 22"/>
                  <a:gd name="T9" fmla="*/ 16 h 16"/>
                </a:gdLst>
                <a:ahLst/>
                <a:cxnLst>
                  <a:cxn ang="0">
                    <a:pos x="T0" y="T1"/>
                  </a:cxn>
                  <a:cxn ang="0">
                    <a:pos x="T2" y="T3"/>
                  </a:cxn>
                  <a:cxn ang="0">
                    <a:pos x="T4" y="T5"/>
                  </a:cxn>
                  <a:cxn ang="0">
                    <a:pos x="T6" y="T7"/>
                  </a:cxn>
                  <a:cxn ang="0">
                    <a:pos x="T8" y="T9"/>
                  </a:cxn>
                </a:cxnLst>
                <a:rect l="0" t="0" r="r" b="b"/>
                <a:pathLst>
                  <a:path w="22" h="16">
                    <a:moveTo>
                      <a:pt x="11" y="16"/>
                    </a:moveTo>
                    <a:cubicBezTo>
                      <a:pt x="5" y="16"/>
                      <a:pt x="1" y="12"/>
                      <a:pt x="0" y="8"/>
                    </a:cubicBezTo>
                    <a:cubicBezTo>
                      <a:pt x="0" y="4"/>
                      <a:pt x="5" y="0"/>
                      <a:pt x="11" y="0"/>
                    </a:cubicBezTo>
                    <a:cubicBezTo>
                      <a:pt x="17" y="0"/>
                      <a:pt x="22" y="4"/>
                      <a:pt x="22" y="8"/>
                    </a:cubicBezTo>
                    <a:cubicBezTo>
                      <a:pt x="22" y="12"/>
                      <a:pt x="17" y="16"/>
                      <a:pt x="11" y="16"/>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0" name="Freeform 265"/>
              <p:cNvSpPr>
                <a:spLocks noEditPoints="1"/>
              </p:cNvSpPr>
              <p:nvPr/>
            </p:nvSpPr>
            <p:spPr bwMode="auto">
              <a:xfrm>
                <a:off x="2515" y="2865"/>
                <a:ext cx="42" cy="32"/>
              </a:xfrm>
              <a:custGeom>
                <a:avLst/>
                <a:gdLst>
                  <a:gd name="T0" fmla="*/ 12 w 24"/>
                  <a:gd name="T1" fmla="*/ 2 h 18"/>
                  <a:gd name="T2" fmla="*/ 22 w 24"/>
                  <a:gd name="T3" fmla="*/ 9 h 18"/>
                  <a:gd name="T4" fmla="*/ 12 w 24"/>
                  <a:gd name="T5" fmla="*/ 16 h 18"/>
                  <a:gd name="T6" fmla="*/ 2 w 24"/>
                  <a:gd name="T7" fmla="*/ 9 h 18"/>
                  <a:gd name="T8" fmla="*/ 12 w 24"/>
                  <a:gd name="T9" fmla="*/ 2 h 18"/>
                  <a:gd name="T10" fmla="*/ 12 w 24"/>
                  <a:gd name="T11" fmla="*/ 0 h 18"/>
                  <a:gd name="T12" fmla="*/ 1 w 24"/>
                  <a:gd name="T13" fmla="*/ 9 h 18"/>
                  <a:gd name="T14" fmla="*/ 12 w 24"/>
                  <a:gd name="T15" fmla="*/ 18 h 18"/>
                  <a:gd name="T16" fmla="*/ 24 w 24"/>
                  <a:gd name="T17" fmla="*/ 9 h 18"/>
                  <a:gd name="T18" fmla="*/ 12 w 24"/>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18">
                    <a:moveTo>
                      <a:pt x="12" y="2"/>
                    </a:moveTo>
                    <a:cubicBezTo>
                      <a:pt x="17" y="2"/>
                      <a:pt x="22" y="5"/>
                      <a:pt x="22" y="9"/>
                    </a:cubicBezTo>
                    <a:cubicBezTo>
                      <a:pt x="22" y="13"/>
                      <a:pt x="18" y="16"/>
                      <a:pt x="12" y="16"/>
                    </a:cubicBezTo>
                    <a:cubicBezTo>
                      <a:pt x="7" y="16"/>
                      <a:pt x="3" y="13"/>
                      <a:pt x="2" y="9"/>
                    </a:cubicBezTo>
                    <a:cubicBezTo>
                      <a:pt x="2" y="5"/>
                      <a:pt x="7" y="2"/>
                      <a:pt x="12" y="2"/>
                    </a:cubicBezTo>
                    <a:moveTo>
                      <a:pt x="12" y="0"/>
                    </a:moveTo>
                    <a:cubicBezTo>
                      <a:pt x="5" y="0"/>
                      <a:pt x="0" y="4"/>
                      <a:pt x="1" y="9"/>
                    </a:cubicBezTo>
                    <a:cubicBezTo>
                      <a:pt x="1" y="14"/>
                      <a:pt x="6" y="18"/>
                      <a:pt x="12" y="18"/>
                    </a:cubicBezTo>
                    <a:cubicBezTo>
                      <a:pt x="19" y="18"/>
                      <a:pt x="24" y="14"/>
                      <a:pt x="24" y="9"/>
                    </a:cubicBezTo>
                    <a:cubicBezTo>
                      <a:pt x="24" y="4"/>
                      <a:pt x="18" y="0"/>
                      <a:pt x="1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1" name="Freeform 266"/>
              <p:cNvSpPr>
                <a:spLocks/>
              </p:cNvSpPr>
              <p:nvPr/>
            </p:nvSpPr>
            <p:spPr bwMode="auto">
              <a:xfrm>
                <a:off x="2854" y="3123"/>
                <a:ext cx="44" cy="24"/>
              </a:xfrm>
              <a:custGeom>
                <a:avLst/>
                <a:gdLst>
                  <a:gd name="T0" fmla="*/ 13 w 25"/>
                  <a:gd name="T1" fmla="*/ 13 h 14"/>
                  <a:gd name="T2" fmla="*/ 0 w 25"/>
                  <a:gd name="T3" fmla="*/ 7 h 14"/>
                  <a:gd name="T4" fmla="*/ 11 w 25"/>
                  <a:gd name="T5" fmla="*/ 0 h 14"/>
                  <a:gd name="T6" fmla="*/ 24 w 25"/>
                  <a:gd name="T7" fmla="*/ 7 h 14"/>
                  <a:gd name="T8" fmla="*/ 13 w 25"/>
                  <a:gd name="T9" fmla="*/ 13 h 14"/>
                </a:gdLst>
                <a:ahLst/>
                <a:cxnLst>
                  <a:cxn ang="0">
                    <a:pos x="T0" y="T1"/>
                  </a:cxn>
                  <a:cxn ang="0">
                    <a:pos x="T2" y="T3"/>
                  </a:cxn>
                  <a:cxn ang="0">
                    <a:pos x="T4" y="T5"/>
                  </a:cxn>
                  <a:cxn ang="0">
                    <a:pos x="T6" y="T7"/>
                  </a:cxn>
                  <a:cxn ang="0">
                    <a:pos x="T8" y="T9"/>
                  </a:cxn>
                </a:cxnLst>
                <a:rect l="0" t="0" r="r" b="b"/>
                <a:pathLst>
                  <a:path w="25" h="14">
                    <a:moveTo>
                      <a:pt x="13" y="13"/>
                    </a:moveTo>
                    <a:cubicBezTo>
                      <a:pt x="7" y="14"/>
                      <a:pt x="1" y="11"/>
                      <a:pt x="0" y="7"/>
                    </a:cubicBezTo>
                    <a:cubicBezTo>
                      <a:pt x="0" y="3"/>
                      <a:pt x="5" y="0"/>
                      <a:pt x="11" y="0"/>
                    </a:cubicBezTo>
                    <a:cubicBezTo>
                      <a:pt x="18" y="0"/>
                      <a:pt x="24" y="3"/>
                      <a:pt x="24" y="7"/>
                    </a:cubicBezTo>
                    <a:cubicBezTo>
                      <a:pt x="25" y="10"/>
                      <a:pt x="20" y="13"/>
                      <a:pt x="13" y="13"/>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2" name="Freeform 267"/>
              <p:cNvSpPr>
                <a:spLocks noEditPoints="1"/>
              </p:cNvSpPr>
              <p:nvPr/>
            </p:nvSpPr>
            <p:spPr bwMode="auto">
              <a:xfrm>
                <a:off x="2852" y="3121"/>
                <a:ext cx="48" cy="26"/>
              </a:xfrm>
              <a:custGeom>
                <a:avLst/>
                <a:gdLst>
                  <a:gd name="T0" fmla="*/ 12 w 27"/>
                  <a:gd name="T1" fmla="*/ 2 h 15"/>
                  <a:gd name="T2" fmla="*/ 24 w 27"/>
                  <a:gd name="T3" fmla="*/ 8 h 15"/>
                  <a:gd name="T4" fmla="*/ 14 w 27"/>
                  <a:gd name="T5" fmla="*/ 14 h 15"/>
                  <a:gd name="T6" fmla="*/ 2 w 27"/>
                  <a:gd name="T7" fmla="*/ 8 h 15"/>
                  <a:gd name="T8" fmla="*/ 12 w 27"/>
                  <a:gd name="T9" fmla="*/ 2 h 15"/>
                  <a:gd name="T10" fmla="*/ 12 w 27"/>
                  <a:gd name="T11" fmla="*/ 0 h 15"/>
                  <a:gd name="T12" fmla="*/ 0 w 27"/>
                  <a:gd name="T13" fmla="*/ 8 h 15"/>
                  <a:gd name="T14" fmla="*/ 14 w 27"/>
                  <a:gd name="T15" fmla="*/ 15 h 15"/>
                  <a:gd name="T16" fmla="*/ 26 w 27"/>
                  <a:gd name="T17" fmla="*/ 8 h 15"/>
                  <a:gd name="T18" fmla="*/ 12 w 27"/>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5">
                    <a:moveTo>
                      <a:pt x="12" y="2"/>
                    </a:moveTo>
                    <a:cubicBezTo>
                      <a:pt x="18" y="2"/>
                      <a:pt x="24" y="4"/>
                      <a:pt x="24" y="8"/>
                    </a:cubicBezTo>
                    <a:cubicBezTo>
                      <a:pt x="25" y="11"/>
                      <a:pt x="20" y="14"/>
                      <a:pt x="14" y="14"/>
                    </a:cubicBezTo>
                    <a:cubicBezTo>
                      <a:pt x="8" y="14"/>
                      <a:pt x="3" y="11"/>
                      <a:pt x="2" y="8"/>
                    </a:cubicBezTo>
                    <a:cubicBezTo>
                      <a:pt x="2" y="4"/>
                      <a:pt x="6" y="2"/>
                      <a:pt x="12" y="2"/>
                    </a:cubicBezTo>
                    <a:moveTo>
                      <a:pt x="12" y="0"/>
                    </a:moveTo>
                    <a:cubicBezTo>
                      <a:pt x="5" y="0"/>
                      <a:pt x="0" y="4"/>
                      <a:pt x="0" y="8"/>
                    </a:cubicBezTo>
                    <a:cubicBezTo>
                      <a:pt x="1" y="12"/>
                      <a:pt x="7" y="15"/>
                      <a:pt x="14" y="15"/>
                    </a:cubicBezTo>
                    <a:cubicBezTo>
                      <a:pt x="22" y="15"/>
                      <a:pt x="27" y="12"/>
                      <a:pt x="26" y="8"/>
                    </a:cubicBezTo>
                    <a:cubicBezTo>
                      <a:pt x="26" y="4"/>
                      <a:pt x="19" y="0"/>
                      <a:pt x="1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3" name="Freeform 268"/>
              <p:cNvSpPr>
                <a:spLocks/>
              </p:cNvSpPr>
              <p:nvPr/>
            </p:nvSpPr>
            <p:spPr bwMode="auto">
              <a:xfrm>
                <a:off x="2891" y="3139"/>
                <a:ext cx="73" cy="39"/>
              </a:xfrm>
              <a:custGeom>
                <a:avLst/>
                <a:gdLst>
                  <a:gd name="T0" fmla="*/ 22 w 41"/>
                  <a:gd name="T1" fmla="*/ 22 h 22"/>
                  <a:gd name="T2" fmla="*/ 1 w 41"/>
                  <a:gd name="T3" fmla="*/ 11 h 22"/>
                  <a:gd name="T4" fmla="*/ 18 w 41"/>
                  <a:gd name="T5" fmla="*/ 0 h 22"/>
                  <a:gd name="T6" fmla="*/ 40 w 41"/>
                  <a:gd name="T7" fmla="*/ 11 h 22"/>
                  <a:gd name="T8" fmla="*/ 22 w 41"/>
                  <a:gd name="T9" fmla="*/ 22 h 22"/>
                </a:gdLst>
                <a:ahLst/>
                <a:cxnLst>
                  <a:cxn ang="0">
                    <a:pos x="T0" y="T1"/>
                  </a:cxn>
                  <a:cxn ang="0">
                    <a:pos x="T2" y="T3"/>
                  </a:cxn>
                  <a:cxn ang="0">
                    <a:pos x="T4" y="T5"/>
                  </a:cxn>
                  <a:cxn ang="0">
                    <a:pos x="T6" y="T7"/>
                  </a:cxn>
                  <a:cxn ang="0">
                    <a:pos x="T8" y="T9"/>
                  </a:cxn>
                </a:cxnLst>
                <a:rect l="0" t="0" r="r" b="b"/>
                <a:pathLst>
                  <a:path w="41" h="22">
                    <a:moveTo>
                      <a:pt x="22" y="22"/>
                    </a:moveTo>
                    <a:cubicBezTo>
                      <a:pt x="11" y="22"/>
                      <a:pt x="2" y="17"/>
                      <a:pt x="1" y="11"/>
                    </a:cubicBezTo>
                    <a:cubicBezTo>
                      <a:pt x="0" y="5"/>
                      <a:pt x="7" y="0"/>
                      <a:pt x="18" y="0"/>
                    </a:cubicBezTo>
                    <a:cubicBezTo>
                      <a:pt x="29" y="0"/>
                      <a:pt x="39" y="5"/>
                      <a:pt x="40" y="11"/>
                    </a:cubicBezTo>
                    <a:cubicBezTo>
                      <a:pt x="41" y="17"/>
                      <a:pt x="33" y="22"/>
                      <a:pt x="22" y="22"/>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4" name="Freeform 269"/>
              <p:cNvSpPr>
                <a:spLocks noEditPoints="1"/>
              </p:cNvSpPr>
              <p:nvPr/>
            </p:nvSpPr>
            <p:spPr bwMode="auto">
              <a:xfrm>
                <a:off x="2888" y="3139"/>
                <a:ext cx="77" cy="40"/>
              </a:xfrm>
              <a:custGeom>
                <a:avLst/>
                <a:gdLst>
                  <a:gd name="T0" fmla="*/ 20 w 44"/>
                  <a:gd name="T1" fmla="*/ 1 h 23"/>
                  <a:gd name="T2" fmla="*/ 41 w 44"/>
                  <a:gd name="T3" fmla="*/ 11 h 23"/>
                  <a:gd name="T4" fmla="*/ 24 w 44"/>
                  <a:gd name="T5" fmla="*/ 22 h 23"/>
                  <a:gd name="T6" fmla="*/ 4 w 44"/>
                  <a:gd name="T7" fmla="*/ 11 h 23"/>
                  <a:gd name="T8" fmla="*/ 20 w 44"/>
                  <a:gd name="T9" fmla="*/ 1 h 23"/>
                  <a:gd name="T10" fmla="*/ 20 w 44"/>
                  <a:gd name="T11" fmla="*/ 0 h 23"/>
                  <a:gd name="T12" fmla="*/ 2 w 44"/>
                  <a:gd name="T13" fmla="*/ 11 h 23"/>
                  <a:gd name="T14" fmla="*/ 24 w 44"/>
                  <a:gd name="T15" fmla="*/ 23 h 23"/>
                  <a:gd name="T16" fmla="*/ 43 w 44"/>
                  <a:gd name="T17" fmla="*/ 11 h 23"/>
                  <a:gd name="T18" fmla="*/ 20 w 44"/>
                  <a:gd name="T1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23">
                    <a:moveTo>
                      <a:pt x="20" y="1"/>
                    </a:moveTo>
                    <a:cubicBezTo>
                      <a:pt x="30" y="1"/>
                      <a:pt x="40" y="6"/>
                      <a:pt x="41" y="11"/>
                    </a:cubicBezTo>
                    <a:cubicBezTo>
                      <a:pt x="42" y="17"/>
                      <a:pt x="34" y="21"/>
                      <a:pt x="24" y="22"/>
                    </a:cubicBezTo>
                    <a:cubicBezTo>
                      <a:pt x="14" y="22"/>
                      <a:pt x="5" y="17"/>
                      <a:pt x="4" y="11"/>
                    </a:cubicBezTo>
                    <a:cubicBezTo>
                      <a:pt x="3" y="6"/>
                      <a:pt x="10" y="1"/>
                      <a:pt x="20" y="1"/>
                    </a:cubicBezTo>
                    <a:moveTo>
                      <a:pt x="20" y="0"/>
                    </a:moveTo>
                    <a:cubicBezTo>
                      <a:pt x="9" y="0"/>
                      <a:pt x="0" y="5"/>
                      <a:pt x="2" y="11"/>
                    </a:cubicBezTo>
                    <a:cubicBezTo>
                      <a:pt x="3" y="18"/>
                      <a:pt x="13" y="23"/>
                      <a:pt x="24" y="23"/>
                    </a:cubicBezTo>
                    <a:cubicBezTo>
                      <a:pt x="36" y="23"/>
                      <a:pt x="44" y="18"/>
                      <a:pt x="43" y="11"/>
                    </a:cubicBezTo>
                    <a:cubicBezTo>
                      <a:pt x="42" y="5"/>
                      <a:pt x="31" y="0"/>
                      <a:pt x="2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5" name="Freeform 270"/>
              <p:cNvSpPr>
                <a:spLocks/>
              </p:cNvSpPr>
              <p:nvPr/>
            </p:nvSpPr>
            <p:spPr bwMode="auto">
              <a:xfrm>
                <a:off x="2489" y="2886"/>
                <a:ext cx="26" cy="19"/>
              </a:xfrm>
              <a:custGeom>
                <a:avLst/>
                <a:gdLst>
                  <a:gd name="T0" fmla="*/ 8 w 15"/>
                  <a:gd name="T1" fmla="*/ 11 h 11"/>
                  <a:gd name="T2" fmla="*/ 0 w 15"/>
                  <a:gd name="T3" fmla="*/ 5 h 11"/>
                  <a:gd name="T4" fmla="*/ 7 w 15"/>
                  <a:gd name="T5" fmla="*/ 0 h 11"/>
                  <a:gd name="T6" fmla="*/ 15 w 15"/>
                  <a:gd name="T7" fmla="*/ 5 h 11"/>
                  <a:gd name="T8" fmla="*/ 8 w 15"/>
                  <a:gd name="T9" fmla="*/ 11 h 11"/>
                </a:gdLst>
                <a:ahLst/>
                <a:cxnLst>
                  <a:cxn ang="0">
                    <a:pos x="T0" y="T1"/>
                  </a:cxn>
                  <a:cxn ang="0">
                    <a:pos x="T2" y="T3"/>
                  </a:cxn>
                  <a:cxn ang="0">
                    <a:pos x="T4" y="T5"/>
                  </a:cxn>
                  <a:cxn ang="0">
                    <a:pos x="T6" y="T7"/>
                  </a:cxn>
                  <a:cxn ang="0">
                    <a:pos x="T8" y="T9"/>
                  </a:cxn>
                </a:cxnLst>
                <a:rect l="0" t="0" r="r" b="b"/>
                <a:pathLst>
                  <a:path w="15" h="11">
                    <a:moveTo>
                      <a:pt x="8" y="11"/>
                    </a:moveTo>
                    <a:cubicBezTo>
                      <a:pt x="4" y="11"/>
                      <a:pt x="0" y="8"/>
                      <a:pt x="0" y="5"/>
                    </a:cubicBezTo>
                    <a:cubicBezTo>
                      <a:pt x="0" y="2"/>
                      <a:pt x="3" y="0"/>
                      <a:pt x="7" y="0"/>
                    </a:cubicBezTo>
                    <a:cubicBezTo>
                      <a:pt x="12" y="0"/>
                      <a:pt x="15" y="2"/>
                      <a:pt x="15" y="5"/>
                    </a:cubicBezTo>
                    <a:cubicBezTo>
                      <a:pt x="15" y="8"/>
                      <a:pt x="12" y="11"/>
                      <a:pt x="8" y="11"/>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6" name="Freeform 271"/>
              <p:cNvSpPr>
                <a:spLocks noEditPoints="1"/>
              </p:cNvSpPr>
              <p:nvPr/>
            </p:nvSpPr>
            <p:spPr bwMode="auto">
              <a:xfrm>
                <a:off x="2487" y="2884"/>
                <a:ext cx="30" cy="21"/>
              </a:xfrm>
              <a:custGeom>
                <a:avLst/>
                <a:gdLst>
                  <a:gd name="T0" fmla="*/ 8 w 17"/>
                  <a:gd name="T1" fmla="*/ 2 h 12"/>
                  <a:gd name="T2" fmla="*/ 15 w 17"/>
                  <a:gd name="T3" fmla="*/ 6 h 12"/>
                  <a:gd name="T4" fmla="*/ 9 w 17"/>
                  <a:gd name="T5" fmla="*/ 11 h 12"/>
                  <a:gd name="T6" fmla="*/ 2 w 17"/>
                  <a:gd name="T7" fmla="*/ 6 h 12"/>
                  <a:gd name="T8" fmla="*/ 8 w 17"/>
                  <a:gd name="T9" fmla="*/ 2 h 12"/>
                  <a:gd name="T10" fmla="*/ 8 w 17"/>
                  <a:gd name="T11" fmla="*/ 0 h 12"/>
                  <a:gd name="T12" fmla="*/ 0 w 17"/>
                  <a:gd name="T13" fmla="*/ 6 h 12"/>
                  <a:gd name="T14" fmla="*/ 9 w 17"/>
                  <a:gd name="T15" fmla="*/ 12 h 12"/>
                  <a:gd name="T16" fmla="*/ 17 w 17"/>
                  <a:gd name="T17" fmla="*/ 6 h 12"/>
                  <a:gd name="T18" fmla="*/ 8 w 17"/>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2">
                    <a:moveTo>
                      <a:pt x="8" y="2"/>
                    </a:moveTo>
                    <a:cubicBezTo>
                      <a:pt x="12" y="2"/>
                      <a:pt x="15" y="4"/>
                      <a:pt x="15" y="6"/>
                    </a:cubicBezTo>
                    <a:cubicBezTo>
                      <a:pt x="15" y="9"/>
                      <a:pt x="12" y="11"/>
                      <a:pt x="9" y="11"/>
                    </a:cubicBezTo>
                    <a:cubicBezTo>
                      <a:pt x="5" y="11"/>
                      <a:pt x="2" y="9"/>
                      <a:pt x="2" y="6"/>
                    </a:cubicBezTo>
                    <a:cubicBezTo>
                      <a:pt x="2" y="4"/>
                      <a:pt x="5" y="2"/>
                      <a:pt x="8" y="2"/>
                    </a:cubicBezTo>
                    <a:moveTo>
                      <a:pt x="8" y="0"/>
                    </a:moveTo>
                    <a:cubicBezTo>
                      <a:pt x="4" y="0"/>
                      <a:pt x="0" y="3"/>
                      <a:pt x="0" y="6"/>
                    </a:cubicBezTo>
                    <a:cubicBezTo>
                      <a:pt x="0" y="10"/>
                      <a:pt x="4" y="12"/>
                      <a:pt x="9" y="12"/>
                    </a:cubicBezTo>
                    <a:cubicBezTo>
                      <a:pt x="13" y="12"/>
                      <a:pt x="17" y="10"/>
                      <a:pt x="17" y="6"/>
                    </a:cubicBezTo>
                    <a:cubicBezTo>
                      <a:pt x="17" y="3"/>
                      <a:pt x="13" y="0"/>
                      <a:pt x="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7" name="Freeform 272"/>
              <p:cNvSpPr>
                <a:spLocks/>
              </p:cNvSpPr>
              <p:nvPr/>
            </p:nvSpPr>
            <p:spPr bwMode="auto">
              <a:xfrm>
                <a:off x="2837" y="2981"/>
                <a:ext cx="28" cy="18"/>
              </a:xfrm>
              <a:custGeom>
                <a:avLst/>
                <a:gdLst>
                  <a:gd name="T0" fmla="*/ 9 w 16"/>
                  <a:gd name="T1" fmla="*/ 10 h 10"/>
                  <a:gd name="T2" fmla="*/ 0 w 16"/>
                  <a:gd name="T3" fmla="*/ 5 h 10"/>
                  <a:gd name="T4" fmla="*/ 7 w 16"/>
                  <a:gd name="T5" fmla="*/ 0 h 10"/>
                  <a:gd name="T6" fmla="*/ 16 w 16"/>
                  <a:gd name="T7" fmla="*/ 5 h 10"/>
                  <a:gd name="T8" fmla="*/ 9 w 16"/>
                  <a:gd name="T9" fmla="*/ 10 h 10"/>
                </a:gdLst>
                <a:ahLst/>
                <a:cxnLst>
                  <a:cxn ang="0">
                    <a:pos x="T0" y="T1"/>
                  </a:cxn>
                  <a:cxn ang="0">
                    <a:pos x="T2" y="T3"/>
                  </a:cxn>
                  <a:cxn ang="0">
                    <a:pos x="T4" y="T5"/>
                  </a:cxn>
                  <a:cxn ang="0">
                    <a:pos x="T6" y="T7"/>
                  </a:cxn>
                  <a:cxn ang="0">
                    <a:pos x="T8" y="T9"/>
                  </a:cxn>
                </a:cxnLst>
                <a:rect l="0" t="0" r="r" b="b"/>
                <a:pathLst>
                  <a:path w="16" h="10">
                    <a:moveTo>
                      <a:pt x="9" y="10"/>
                    </a:moveTo>
                    <a:cubicBezTo>
                      <a:pt x="5" y="10"/>
                      <a:pt x="1" y="7"/>
                      <a:pt x="0" y="5"/>
                    </a:cubicBezTo>
                    <a:cubicBezTo>
                      <a:pt x="0" y="2"/>
                      <a:pt x="3" y="0"/>
                      <a:pt x="7" y="0"/>
                    </a:cubicBezTo>
                    <a:cubicBezTo>
                      <a:pt x="12" y="0"/>
                      <a:pt x="15" y="2"/>
                      <a:pt x="16" y="5"/>
                    </a:cubicBezTo>
                    <a:cubicBezTo>
                      <a:pt x="16" y="7"/>
                      <a:pt x="13" y="10"/>
                      <a:pt x="9" y="10"/>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8" name="Freeform 273"/>
              <p:cNvSpPr>
                <a:spLocks noEditPoints="1"/>
              </p:cNvSpPr>
              <p:nvPr/>
            </p:nvSpPr>
            <p:spPr bwMode="auto">
              <a:xfrm>
                <a:off x="2835" y="2980"/>
                <a:ext cx="32" cy="19"/>
              </a:xfrm>
              <a:custGeom>
                <a:avLst/>
                <a:gdLst>
                  <a:gd name="T0" fmla="*/ 8 w 18"/>
                  <a:gd name="T1" fmla="*/ 1 h 11"/>
                  <a:gd name="T2" fmla="*/ 16 w 18"/>
                  <a:gd name="T3" fmla="*/ 6 h 11"/>
                  <a:gd name="T4" fmla="*/ 10 w 18"/>
                  <a:gd name="T5" fmla="*/ 10 h 11"/>
                  <a:gd name="T6" fmla="*/ 2 w 18"/>
                  <a:gd name="T7" fmla="*/ 6 h 11"/>
                  <a:gd name="T8" fmla="*/ 8 w 18"/>
                  <a:gd name="T9" fmla="*/ 1 h 11"/>
                  <a:gd name="T10" fmla="*/ 8 w 18"/>
                  <a:gd name="T11" fmla="*/ 0 h 11"/>
                  <a:gd name="T12" fmla="*/ 0 w 18"/>
                  <a:gd name="T13" fmla="*/ 6 h 11"/>
                  <a:gd name="T14" fmla="*/ 10 w 18"/>
                  <a:gd name="T15" fmla="*/ 11 h 11"/>
                  <a:gd name="T16" fmla="*/ 18 w 18"/>
                  <a:gd name="T17" fmla="*/ 6 h 11"/>
                  <a:gd name="T18" fmla="*/ 8 w 18"/>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11">
                    <a:moveTo>
                      <a:pt x="8" y="1"/>
                    </a:moveTo>
                    <a:cubicBezTo>
                      <a:pt x="12" y="1"/>
                      <a:pt x="16" y="3"/>
                      <a:pt x="16" y="6"/>
                    </a:cubicBezTo>
                    <a:cubicBezTo>
                      <a:pt x="16" y="8"/>
                      <a:pt x="14" y="10"/>
                      <a:pt x="10" y="10"/>
                    </a:cubicBezTo>
                    <a:cubicBezTo>
                      <a:pt x="6" y="10"/>
                      <a:pt x="3" y="8"/>
                      <a:pt x="2" y="6"/>
                    </a:cubicBezTo>
                    <a:cubicBezTo>
                      <a:pt x="2" y="3"/>
                      <a:pt x="5" y="1"/>
                      <a:pt x="8" y="1"/>
                    </a:cubicBezTo>
                    <a:moveTo>
                      <a:pt x="8" y="0"/>
                    </a:moveTo>
                    <a:cubicBezTo>
                      <a:pt x="3" y="0"/>
                      <a:pt x="0" y="3"/>
                      <a:pt x="0" y="6"/>
                    </a:cubicBezTo>
                    <a:cubicBezTo>
                      <a:pt x="1" y="9"/>
                      <a:pt x="5" y="11"/>
                      <a:pt x="10" y="11"/>
                    </a:cubicBezTo>
                    <a:cubicBezTo>
                      <a:pt x="15" y="11"/>
                      <a:pt x="18" y="9"/>
                      <a:pt x="18" y="6"/>
                    </a:cubicBezTo>
                    <a:cubicBezTo>
                      <a:pt x="17" y="2"/>
                      <a:pt x="13" y="0"/>
                      <a:pt x="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9" name="Freeform 274"/>
              <p:cNvSpPr>
                <a:spLocks/>
              </p:cNvSpPr>
              <p:nvPr/>
            </p:nvSpPr>
            <p:spPr bwMode="auto">
              <a:xfrm>
                <a:off x="3343" y="3250"/>
                <a:ext cx="43" cy="19"/>
              </a:xfrm>
              <a:custGeom>
                <a:avLst/>
                <a:gdLst>
                  <a:gd name="T0" fmla="*/ 14 w 24"/>
                  <a:gd name="T1" fmla="*/ 11 h 11"/>
                  <a:gd name="T2" fmla="*/ 1 w 24"/>
                  <a:gd name="T3" fmla="*/ 5 h 11"/>
                  <a:gd name="T4" fmla="*/ 10 w 24"/>
                  <a:gd name="T5" fmla="*/ 0 h 11"/>
                  <a:gd name="T6" fmla="*/ 23 w 24"/>
                  <a:gd name="T7" fmla="*/ 5 h 11"/>
                  <a:gd name="T8" fmla="*/ 14 w 24"/>
                  <a:gd name="T9" fmla="*/ 11 h 11"/>
                </a:gdLst>
                <a:ahLst/>
                <a:cxnLst>
                  <a:cxn ang="0">
                    <a:pos x="T0" y="T1"/>
                  </a:cxn>
                  <a:cxn ang="0">
                    <a:pos x="T2" y="T3"/>
                  </a:cxn>
                  <a:cxn ang="0">
                    <a:pos x="T4" y="T5"/>
                  </a:cxn>
                  <a:cxn ang="0">
                    <a:pos x="T6" y="T7"/>
                  </a:cxn>
                  <a:cxn ang="0">
                    <a:pos x="T8" y="T9"/>
                  </a:cxn>
                </a:cxnLst>
                <a:rect l="0" t="0" r="r" b="b"/>
                <a:pathLst>
                  <a:path w="24" h="11">
                    <a:moveTo>
                      <a:pt x="14" y="11"/>
                    </a:moveTo>
                    <a:cubicBezTo>
                      <a:pt x="8" y="11"/>
                      <a:pt x="2" y="8"/>
                      <a:pt x="1" y="5"/>
                    </a:cubicBezTo>
                    <a:cubicBezTo>
                      <a:pt x="0" y="2"/>
                      <a:pt x="4" y="0"/>
                      <a:pt x="10" y="0"/>
                    </a:cubicBezTo>
                    <a:cubicBezTo>
                      <a:pt x="16" y="0"/>
                      <a:pt x="22" y="2"/>
                      <a:pt x="23" y="5"/>
                    </a:cubicBezTo>
                    <a:cubicBezTo>
                      <a:pt x="24" y="8"/>
                      <a:pt x="20" y="11"/>
                      <a:pt x="14" y="11"/>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0" name="Freeform 275"/>
              <p:cNvSpPr>
                <a:spLocks noEditPoints="1"/>
              </p:cNvSpPr>
              <p:nvPr/>
            </p:nvSpPr>
            <p:spPr bwMode="auto">
              <a:xfrm>
                <a:off x="3342" y="3248"/>
                <a:ext cx="46" cy="21"/>
              </a:xfrm>
              <a:custGeom>
                <a:avLst/>
                <a:gdLst>
                  <a:gd name="T0" fmla="*/ 11 w 26"/>
                  <a:gd name="T1" fmla="*/ 1 h 12"/>
                  <a:gd name="T2" fmla="*/ 23 w 26"/>
                  <a:gd name="T3" fmla="*/ 6 h 12"/>
                  <a:gd name="T4" fmla="*/ 15 w 26"/>
                  <a:gd name="T5" fmla="*/ 11 h 12"/>
                  <a:gd name="T6" fmla="*/ 3 w 26"/>
                  <a:gd name="T7" fmla="*/ 6 h 12"/>
                  <a:gd name="T8" fmla="*/ 11 w 26"/>
                  <a:gd name="T9" fmla="*/ 1 h 12"/>
                  <a:gd name="T10" fmla="*/ 11 w 26"/>
                  <a:gd name="T11" fmla="*/ 0 h 12"/>
                  <a:gd name="T12" fmla="*/ 1 w 26"/>
                  <a:gd name="T13" fmla="*/ 6 h 12"/>
                  <a:gd name="T14" fmla="*/ 15 w 26"/>
                  <a:gd name="T15" fmla="*/ 12 h 12"/>
                  <a:gd name="T16" fmla="*/ 25 w 26"/>
                  <a:gd name="T17" fmla="*/ 6 h 12"/>
                  <a:gd name="T18" fmla="*/ 11 w 2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2">
                    <a:moveTo>
                      <a:pt x="11" y="1"/>
                    </a:moveTo>
                    <a:cubicBezTo>
                      <a:pt x="17" y="1"/>
                      <a:pt x="22" y="3"/>
                      <a:pt x="23" y="6"/>
                    </a:cubicBezTo>
                    <a:cubicBezTo>
                      <a:pt x="24" y="9"/>
                      <a:pt x="20" y="11"/>
                      <a:pt x="15" y="11"/>
                    </a:cubicBezTo>
                    <a:cubicBezTo>
                      <a:pt x="9" y="11"/>
                      <a:pt x="4" y="9"/>
                      <a:pt x="3" y="6"/>
                    </a:cubicBezTo>
                    <a:cubicBezTo>
                      <a:pt x="2" y="3"/>
                      <a:pt x="6" y="1"/>
                      <a:pt x="11" y="1"/>
                    </a:cubicBezTo>
                    <a:moveTo>
                      <a:pt x="11" y="0"/>
                    </a:moveTo>
                    <a:cubicBezTo>
                      <a:pt x="4" y="0"/>
                      <a:pt x="0" y="3"/>
                      <a:pt x="1" y="6"/>
                    </a:cubicBezTo>
                    <a:cubicBezTo>
                      <a:pt x="2" y="10"/>
                      <a:pt x="8" y="12"/>
                      <a:pt x="15" y="12"/>
                    </a:cubicBezTo>
                    <a:cubicBezTo>
                      <a:pt x="22" y="12"/>
                      <a:pt x="26" y="9"/>
                      <a:pt x="25" y="6"/>
                    </a:cubicBezTo>
                    <a:cubicBezTo>
                      <a:pt x="24" y="3"/>
                      <a:pt x="18" y="0"/>
                      <a:pt x="1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1" name="Freeform 276"/>
              <p:cNvSpPr>
                <a:spLocks/>
              </p:cNvSpPr>
              <p:nvPr/>
            </p:nvSpPr>
            <p:spPr bwMode="auto">
              <a:xfrm>
                <a:off x="3559" y="3465"/>
                <a:ext cx="46" cy="22"/>
              </a:xfrm>
              <a:custGeom>
                <a:avLst/>
                <a:gdLst>
                  <a:gd name="T0" fmla="*/ 15 w 26"/>
                  <a:gd name="T1" fmla="*/ 12 h 12"/>
                  <a:gd name="T2" fmla="*/ 2 w 26"/>
                  <a:gd name="T3" fmla="*/ 6 h 12"/>
                  <a:gd name="T4" fmla="*/ 11 w 26"/>
                  <a:gd name="T5" fmla="*/ 0 h 12"/>
                  <a:gd name="T6" fmla="*/ 25 w 26"/>
                  <a:gd name="T7" fmla="*/ 6 h 12"/>
                  <a:gd name="T8" fmla="*/ 15 w 26"/>
                  <a:gd name="T9" fmla="*/ 12 h 12"/>
                </a:gdLst>
                <a:ahLst/>
                <a:cxnLst>
                  <a:cxn ang="0">
                    <a:pos x="T0" y="T1"/>
                  </a:cxn>
                  <a:cxn ang="0">
                    <a:pos x="T2" y="T3"/>
                  </a:cxn>
                  <a:cxn ang="0">
                    <a:pos x="T4" y="T5"/>
                  </a:cxn>
                  <a:cxn ang="0">
                    <a:pos x="T6" y="T7"/>
                  </a:cxn>
                  <a:cxn ang="0">
                    <a:pos x="T8" y="T9"/>
                  </a:cxn>
                </a:cxnLst>
                <a:rect l="0" t="0" r="r" b="b"/>
                <a:pathLst>
                  <a:path w="26" h="12">
                    <a:moveTo>
                      <a:pt x="15" y="12"/>
                    </a:moveTo>
                    <a:cubicBezTo>
                      <a:pt x="9" y="12"/>
                      <a:pt x="3" y="9"/>
                      <a:pt x="2" y="6"/>
                    </a:cubicBezTo>
                    <a:cubicBezTo>
                      <a:pt x="0" y="3"/>
                      <a:pt x="5" y="1"/>
                      <a:pt x="11" y="0"/>
                    </a:cubicBezTo>
                    <a:cubicBezTo>
                      <a:pt x="18" y="0"/>
                      <a:pt x="24" y="3"/>
                      <a:pt x="25" y="6"/>
                    </a:cubicBezTo>
                    <a:cubicBezTo>
                      <a:pt x="26" y="9"/>
                      <a:pt x="22" y="12"/>
                      <a:pt x="15" y="12"/>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2" name="Freeform 277"/>
              <p:cNvSpPr>
                <a:spLocks noEditPoints="1"/>
              </p:cNvSpPr>
              <p:nvPr/>
            </p:nvSpPr>
            <p:spPr bwMode="auto">
              <a:xfrm>
                <a:off x="3557" y="3465"/>
                <a:ext cx="51" cy="23"/>
              </a:xfrm>
              <a:custGeom>
                <a:avLst/>
                <a:gdLst>
                  <a:gd name="T0" fmla="*/ 12 w 29"/>
                  <a:gd name="T1" fmla="*/ 1 h 13"/>
                  <a:gd name="T2" fmla="*/ 25 w 29"/>
                  <a:gd name="T3" fmla="*/ 6 h 13"/>
                  <a:gd name="T4" fmla="*/ 16 w 29"/>
                  <a:gd name="T5" fmla="*/ 11 h 13"/>
                  <a:gd name="T6" fmla="*/ 4 w 29"/>
                  <a:gd name="T7" fmla="*/ 6 h 13"/>
                  <a:gd name="T8" fmla="*/ 12 w 29"/>
                  <a:gd name="T9" fmla="*/ 1 h 13"/>
                  <a:gd name="T10" fmla="*/ 12 w 29"/>
                  <a:gd name="T11" fmla="*/ 0 h 13"/>
                  <a:gd name="T12" fmla="*/ 1 w 29"/>
                  <a:gd name="T13" fmla="*/ 6 h 13"/>
                  <a:gd name="T14" fmla="*/ 17 w 29"/>
                  <a:gd name="T15" fmla="*/ 13 h 13"/>
                  <a:gd name="T16" fmla="*/ 27 w 29"/>
                  <a:gd name="T17" fmla="*/ 6 h 13"/>
                  <a:gd name="T18" fmla="*/ 12 w 29"/>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3">
                    <a:moveTo>
                      <a:pt x="12" y="1"/>
                    </a:moveTo>
                    <a:cubicBezTo>
                      <a:pt x="18" y="1"/>
                      <a:pt x="24" y="3"/>
                      <a:pt x="25" y="6"/>
                    </a:cubicBezTo>
                    <a:cubicBezTo>
                      <a:pt x="26" y="9"/>
                      <a:pt x="22" y="11"/>
                      <a:pt x="16" y="11"/>
                    </a:cubicBezTo>
                    <a:cubicBezTo>
                      <a:pt x="10" y="11"/>
                      <a:pt x="5" y="9"/>
                      <a:pt x="4" y="6"/>
                    </a:cubicBezTo>
                    <a:cubicBezTo>
                      <a:pt x="3" y="3"/>
                      <a:pt x="7" y="1"/>
                      <a:pt x="12" y="1"/>
                    </a:cubicBezTo>
                    <a:moveTo>
                      <a:pt x="12" y="0"/>
                    </a:moveTo>
                    <a:cubicBezTo>
                      <a:pt x="5" y="0"/>
                      <a:pt x="0" y="3"/>
                      <a:pt x="1" y="6"/>
                    </a:cubicBezTo>
                    <a:cubicBezTo>
                      <a:pt x="3" y="10"/>
                      <a:pt x="9" y="13"/>
                      <a:pt x="17" y="13"/>
                    </a:cubicBezTo>
                    <a:cubicBezTo>
                      <a:pt x="24" y="12"/>
                      <a:pt x="29" y="10"/>
                      <a:pt x="27" y="6"/>
                    </a:cubicBezTo>
                    <a:cubicBezTo>
                      <a:pt x="26" y="3"/>
                      <a:pt x="19" y="0"/>
                      <a:pt x="1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3" name="Freeform 278"/>
              <p:cNvSpPr>
                <a:spLocks/>
              </p:cNvSpPr>
              <p:nvPr/>
            </p:nvSpPr>
            <p:spPr bwMode="auto">
              <a:xfrm>
                <a:off x="4048" y="3550"/>
                <a:ext cx="49" cy="21"/>
              </a:xfrm>
              <a:custGeom>
                <a:avLst/>
                <a:gdLst>
                  <a:gd name="T0" fmla="*/ 16 w 28"/>
                  <a:gd name="T1" fmla="*/ 12 h 12"/>
                  <a:gd name="T2" fmla="*/ 1 w 28"/>
                  <a:gd name="T3" fmla="*/ 6 h 12"/>
                  <a:gd name="T4" fmla="*/ 11 w 28"/>
                  <a:gd name="T5" fmla="*/ 0 h 12"/>
                  <a:gd name="T6" fmla="*/ 26 w 28"/>
                  <a:gd name="T7" fmla="*/ 6 h 12"/>
                  <a:gd name="T8" fmla="*/ 16 w 28"/>
                  <a:gd name="T9" fmla="*/ 12 h 12"/>
                </a:gdLst>
                <a:ahLst/>
                <a:cxnLst>
                  <a:cxn ang="0">
                    <a:pos x="T0" y="T1"/>
                  </a:cxn>
                  <a:cxn ang="0">
                    <a:pos x="T2" y="T3"/>
                  </a:cxn>
                  <a:cxn ang="0">
                    <a:pos x="T4" y="T5"/>
                  </a:cxn>
                  <a:cxn ang="0">
                    <a:pos x="T6" y="T7"/>
                  </a:cxn>
                  <a:cxn ang="0">
                    <a:pos x="T8" y="T9"/>
                  </a:cxn>
                </a:cxnLst>
                <a:rect l="0" t="0" r="r" b="b"/>
                <a:pathLst>
                  <a:path w="28" h="12">
                    <a:moveTo>
                      <a:pt x="16" y="12"/>
                    </a:moveTo>
                    <a:cubicBezTo>
                      <a:pt x="10" y="12"/>
                      <a:pt x="3" y="10"/>
                      <a:pt x="1" y="6"/>
                    </a:cubicBezTo>
                    <a:cubicBezTo>
                      <a:pt x="0" y="3"/>
                      <a:pt x="4" y="0"/>
                      <a:pt x="11" y="0"/>
                    </a:cubicBezTo>
                    <a:cubicBezTo>
                      <a:pt x="18" y="0"/>
                      <a:pt x="25" y="3"/>
                      <a:pt x="26" y="6"/>
                    </a:cubicBezTo>
                    <a:cubicBezTo>
                      <a:pt x="28" y="10"/>
                      <a:pt x="23" y="12"/>
                      <a:pt x="16" y="12"/>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4" name="Freeform 279"/>
              <p:cNvSpPr>
                <a:spLocks noEditPoints="1"/>
              </p:cNvSpPr>
              <p:nvPr/>
            </p:nvSpPr>
            <p:spPr bwMode="auto">
              <a:xfrm>
                <a:off x="4044" y="3550"/>
                <a:ext cx="55" cy="23"/>
              </a:xfrm>
              <a:custGeom>
                <a:avLst/>
                <a:gdLst>
                  <a:gd name="T0" fmla="*/ 13 w 31"/>
                  <a:gd name="T1" fmla="*/ 1 h 13"/>
                  <a:gd name="T2" fmla="*/ 27 w 31"/>
                  <a:gd name="T3" fmla="*/ 6 h 13"/>
                  <a:gd name="T4" fmla="*/ 18 w 31"/>
                  <a:gd name="T5" fmla="*/ 12 h 13"/>
                  <a:gd name="T6" fmla="*/ 5 w 31"/>
                  <a:gd name="T7" fmla="*/ 6 h 13"/>
                  <a:gd name="T8" fmla="*/ 13 w 31"/>
                  <a:gd name="T9" fmla="*/ 1 h 13"/>
                  <a:gd name="T10" fmla="*/ 13 w 31"/>
                  <a:gd name="T11" fmla="*/ 0 h 13"/>
                  <a:gd name="T12" fmla="*/ 2 w 31"/>
                  <a:gd name="T13" fmla="*/ 6 h 13"/>
                  <a:gd name="T14" fmla="*/ 19 w 31"/>
                  <a:gd name="T15" fmla="*/ 13 h 13"/>
                  <a:gd name="T16" fmla="*/ 29 w 31"/>
                  <a:gd name="T17" fmla="*/ 6 h 13"/>
                  <a:gd name="T18" fmla="*/ 13 w 31"/>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13">
                    <a:moveTo>
                      <a:pt x="13" y="1"/>
                    </a:moveTo>
                    <a:cubicBezTo>
                      <a:pt x="20" y="1"/>
                      <a:pt x="26" y="3"/>
                      <a:pt x="27" y="6"/>
                    </a:cubicBezTo>
                    <a:cubicBezTo>
                      <a:pt x="28" y="9"/>
                      <a:pt x="24" y="12"/>
                      <a:pt x="18" y="12"/>
                    </a:cubicBezTo>
                    <a:cubicBezTo>
                      <a:pt x="12" y="12"/>
                      <a:pt x="6" y="9"/>
                      <a:pt x="5" y="6"/>
                    </a:cubicBezTo>
                    <a:cubicBezTo>
                      <a:pt x="3" y="3"/>
                      <a:pt x="7" y="1"/>
                      <a:pt x="13" y="1"/>
                    </a:cubicBezTo>
                    <a:moveTo>
                      <a:pt x="13" y="0"/>
                    </a:moveTo>
                    <a:cubicBezTo>
                      <a:pt x="5" y="0"/>
                      <a:pt x="0" y="3"/>
                      <a:pt x="2" y="6"/>
                    </a:cubicBezTo>
                    <a:cubicBezTo>
                      <a:pt x="4" y="10"/>
                      <a:pt x="11" y="13"/>
                      <a:pt x="19" y="13"/>
                    </a:cubicBezTo>
                    <a:cubicBezTo>
                      <a:pt x="26" y="13"/>
                      <a:pt x="31" y="10"/>
                      <a:pt x="29" y="6"/>
                    </a:cubicBezTo>
                    <a:cubicBezTo>
                      <a:pt x="28" y="3"/>
                      <a:pt x="20" y="0"/>
                      <a:pt x="1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5" name="Freeform 280"/>
              <p:cNvSpPr>
                <a:spLocks/>
              </p:cNvSpPr>
              <p:nvPr/>
            </p:nvSpPr>
            <p:spPr bwMode="auto">
              <a:xfrm>
                <a:off x="3476" y="3432"/>
                <a:ext cx="46" cy="19"/>
              </a:xfrm>
              <a:custGeom>
                <a:avLst/>
                <a:gdLst>
                  <a:gd name="T0" fmla="*/ 15 w 26"/>
                  <a:gd name="T1" fmla="*/ 11 h 11"/>
                  <a:gd name="T2" fmla="*/ 1 w 26"/>
                  <a:gd name="T3" fmla="*/ 6 h 11"/>
                  <a:gd name="T4" fmla="*/ 11 w 26"/>
                  <a:gd name="T5" fmla="*/ 0 h 11"/>
                  <a:gd name="T6" fmla="*/ 25 w 26"/>
                  <a:gd name="T7" fmla="*/ 6 h 11"/>
                  <a:gd name="T8" fmla="*/ 15 w 26"/>
                  <a:gd name="T9" fmla="*/ 11 h 11"/>
                </a:gdLst>
                <a:ahLst/>
                <a:cxnLst>
                  <a:cxn ang="0">
                    <a:pos x="T0" y="T1"/>
                  </a:cxn>
                  <a:cxn ang="0">
                    <a:pos x="T2" y="T3"/>
                  </a:cxn>
                  <a:cxn ang="0">
                    <a:pos x="T4" y="T5"/>
                  </a:cxn>
                  <a:cxn ang="0">
                    <a:pos x="T6" y="T7"/>
                  </a:cxn>
                  <a:cxn ang="0">
                    <a:pos x="T8" y="T9"/>
                  </a:cxn>
                </a:cxnLst>
                <a:rect l="0" t="0" r="r" b="b"/>
                <a:pathLst>
                  <a:path w="26" h="11">
                    <a:moveTo>
                      <a:pt x="15" y="11"/>
                    </a:moveTo>
                    <a:cubicBezTo>
                      <a:pt x="8" y="11"/>
                      <a:pt x="2" y="9"/>
                      <a:pt x="1" y="6"/>
                    </a:cubicBezTo>
                    <a:cubicBezTo>
                      <a:pt x="0" y="3"/>
                      <a:pt x="5" y="0"/>
                      <a:pt x="11" y="0"/>
                    </a:cubicBezTo>
                    <a:cubicBezTo>
                      <a:pt x="17" y="0"/>
                      <a:pt x="23" y="2"/>
                      <a:pt x="25" y="6"/>
                    </a:cubicBezTo>
                    <a:cubicBezTo>
                      <a:pt x="26" y="9"/>
                      <a:pt x="21" y="11"/>
                      <a:pt x="15" y="11"/>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6" name="Freeform 281"/>
              <p:cNvSpPr>
                <a:spLocks noEditPoints="1"/>
              </p:cNvSpPr>
              <p:nvPr/>
            </p:nvSpPr>
            <p:spPr bwMode="auto">
              <a:xfrm>
                <a:off x="3474" y="3430"/>
                <a:ext cx="49" cy="23"/>
              </a:xfrm>
              <a:custGeom>
                <a:avLst/>
                <a:gdLst>
                  <a:gd name="T0" fmla="*/ 12 w 28"/>
                  <a:gd name="T1" fmla="*/ 2 h 13"/>
                  <a:gd name="T2" fmla="*/ 24 w 28"/>
                  <a:gd name="T3" fmla="*/ 7 h 13"/>
                  <a:gd name="T4" fmla="*/ 16 w 28"/>
                  <a:gd name="T5" fmla="*/ 12 h 13"/>
                  <a:gd name="T6" fmla="*/ 4 w 28"/>
                  <a:gd name="T7" fmla="*/ 7 h 13"/>
                  <a:gd name="T8" fmla="*/ 12 w 28"/>
                  <a:gd name="T9" fmla="*/ 2 h 13"/>
                  <a:gd name="T10" fmla="*/ 12 w 28"/>
                  <a:gd name="T11" fmla="*/ 0 h 13"/>
                  <a:gd name="T12" fmla="*/ 1 w 28"/>
                  <a:gd name="T13" fmla="*/ 7 h 13"/>
                  <a:gd name="T14" fmla="*/ 16 w 28"/>
                  <a:gd name="T15" fmla="*/ 13 h 13"/>
                  <a:gd name="T16" fmla="*/ 27 w 28"/>
                  <a:gd name="T17" fmla="*/ 7 h 13"/>
                  <a:gd name="T18" fmla="*/ 12 w 2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13">
                    <a:moveTo>
                      <a:pt x="12" y="2"/>
                    </a:moveTo>
                    <a:cubicBezTo>
                      <a:pt x="18" y="2"/>
                      <a:pt x="23" y="4"/>
                      <a:pt x="24" y="7"/>
                    </a:cubicBezTo>
                    <a:cubicBezTo>
                      <a:pt x="25" y="9"/>
                      <a:pt x="21" y="12"/>
                      <a:pt x="16" y="12"/>
                    </a:cubicBezTo>
                    <a:cubicBezTo>
                      <a:pt x="10" y="12"/>
                      <a:pt x="5" y="9"/>
                      <a:pt x="4" y="7"/>
                    </a:cubicBezTo>
                    <a:cubicBezTo>
                      <a:pt x="3" y="4"/>
                      <a:pt x="7" y="2"/>
                      <a:pt x="12" y="2"/>
                    </a:cubicBezTo>
                    <a:moveTo>
                      <a:pt x="12" y="0"/>
                    </a:moveTo>
                    <a:cubicBezTo>
                      <a:pt x="5" y="0"/>
                      <a:pt x="0" y="3"/>
                      <a:pt x="1" y="7"/>
                    </a:cubicBezTo>
                    <a:cubicBezTo>
                      <a:pt x="2" y="10"/>
                      <a:pt x="9" y="13"/>
                      <a:pt x="16" y="13"/>
                    </a:cubicBezTo>
                    <a:cubicBezTo>
                      <a:pt x="23" y="13"/>
                      <a:pt x="28" y="10"/>
                      <a:pt x="27" y="7"/>
                    </a:cubicBezTo>
                    <a:cubicBezTo>
                      <a:pt x="26" y="3"/>
                      <a:pt x="19" y="0"/>
                      <a:pt x="1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7" name="Freeform 282"/>
              <p:cNvSpPr>
                <a:spLocks/>
              </p:cNvSpPr>
              <p:nvPr/>
            </p:nvSpPr>
            <p:spPr bwMode="auto">
              <a:xfrm>
                <a:off x="3183" y="3324"/>
                <a:ext cx="65" cy="30"/>
              </a:xfrm>
              <a:custGeom>
                <a:avLst/>
                <a:gdLst>
                  <a:gd name="T0" fmla="*/ 21 w 37"/>
                  <a:gd name="T1" fmla="*/ 17 h 17"/>
                  <a:gd name="T2" fmla="*/ 2 w 37"/>
                  <a:gd name="T3" fmla="*/ 9 h 17"/>
                  <a:gd name="T4" fmla="*/ 16 w 37"/>
                  <a:gd name="T5" fmla="*/ 0 h 17"/>
                  <a:gd name="T6" fmla="*/ 36 w 37"/>
                  <a:gd name="T7" fmla="*/ 9 h 17"/>
                  <a:gd name="T8" fmla="*/ 21 w 37"/>
                  <a:gd name="T9" fmla="*/ 17 h 17"/>
                </a:gdLst>
                <a:ahLst/>
                <a:cxnLst>
                  <a:cxn ang="0">
                    <a:pos x="T0" y="T1"/>
                  </a:cxn>
                  <a:cxn ang="0">
                    <a:pos x="T2" y="T3"/>
                  </a:cxn>
                  <a:cxn ang="0">
                    <a:pos x="T4" y="T5"/>
                  </a:cxn>
                  <a:cxn ang="0">
                    <a:pos x="T6" y="T7"/>
                  </a:cxn>
                  <a:cxn ang="0">
                    <a:pos x="T8" y="T9"/>
                  </a:cxn>
                </a:cxnLst>
                <a:rect l="0" t="0" r="r" b="b"/>
                <a:pathLst>
                  <a:path w="37" h="17">
                    <a:moveTo>
                      <a:pt x="21" y="17"/>
                    </a:moveTo>
                    <a:cubicBezTo>
                      <a:pt x="12" y="17"/>
                      <a:pt x="3" y="14"/>
                      <a:pt x="2" y="9"/>
                    </a:cubicBezTo>
                    <a:cubicBezTo>
                      <a:pt x="0" y="4"/>
                      <a:pt x="7" y="0"/>
                      <a:pt x="16" y="0"/>
                    </a:cubicBezTo>
                    <a:cubicBezTo>
                      <a:pt x="26" y="0"/>
                      <a:pt x="34" y="4"/>
                      <a:pt x="36" y="9"/>
                    </a:cubicBezTo>
                    <a:cubicBezTo>
                      <a:pt x="37" y="13"/>
                      <a:pt x="31" y="17"/>
                      <a:pt x="21" y="1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8" name="Freeform 283"/>
              <p:cNvSpPr>
                <a:spLocks noEditPoints="1"/>
              </p:cNvSpPr>
              <p:nvPr/>
            </p:nvSpPr>
            <p:spPr bwMode="auto">
              <a:xfrm>
                <a:off x="3181" y="3324"/>
                <a:ext cx="69" cy="32"/>
              </a:xfrm>
              <a:custGeom>
                <a:avLst/>
                <a:gdLst>
                  <a:gd name="T0" fmla="*/ 17 w 39"/>
                  <a:gd name="T1" fmla="*/ 1 h 18"/>
                  <a:gd name="T2" fmla="*/ 36 w 39"/>
                  <a:gd name="T3" fmla="*/ 9 h 18"/>
                  <a:gd name="T4" fmla="*/ 22 w 39"/>
                  <a:gd name="T5" fmla="*/ 17 h 18"/>
                  <a:gd name="T6" fmla="*/ 4 w 39"/>
                  <a:gd name="T7" fmla="*/ 9 h 18"/>
                  <a:gd name="T8" fmla="*/ 17 w 39"/>
                  <a:gd name="T9" fmla="*/ 1 h 18"/>
                  <a:gd name="T10" fmla="*/ 17 w 39"/>
                  <a:gd name="T11" fmla="*/ 0 h 18"/>
                  <a:gd name="T12" fmla="*/ 1 w 39"/>
                  <a:gd name="T13" fmla="*/ 9 h 18"/>
                  <a:gd name="T14" fmla="*/ 22 w 39"/>
                  <a:gd name="T15" fmla="*/ 18 h 18"/>
                  <a:gd name="T16" fmla="*/ 38 w 39"/>
                  <a:gd name="T17" fmla="*/ 9 h 18"/>
                  <a:gd name="T18" fmla="*/ 17 w 39"/>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18">
                    <a:moveTo>
                      <a:pt x="17" y="1"/>
                    </a:moveTo>
                    <a:cubicBezTo>
                      <a:pt x="26" y="1"/>
                      <a:pt x="34" y="4"/>
                      <a:pt x="36" y="9"/>
                    </a:cubicBezTo>
                    <a:cubicBezTo>
                      <a:pt x="37" y="13"/>
                      <a:pt x="31" y="17"/>
                      <a:pt x="22" y="17"/>
                    </a:cubicBezTo>
                    <a:cubicBezTo>
                      <a:pt x="13" y="17"/>
                      <a:pt x="5" y="13"/>
                      <a:pt x="4" y="9"/>
                    </a:cubicBezTo>
                    <a:cubicBezTo>
                      <a:pt x="3" y="4"/>
                      <a:pt x="9" y="1"/>
                      <a:pt x="17" y="1"/>
                    </a:cubicBezTo>
                    <a:moveTo>
                      <a:pt x="17" y="0"/>
                    </a:moveTo>
                    <a:cubicBezTo>
                      <a:pt x="7" y="0"/>
                      <a:pt x="0" y="4"/>
                      <a:pt x="1" y="9"/>
                    </a:cubicBezTo>
                    <a:cubicBezTo>
                      <a:pt x="3" y="14"/>
                      <a:pt x="12" y="18"/>
                      <a:pt x="22" y="18"/>
                    </a:cubicBezTo>
                    <a:cubicBezTo>
                      <a:pt x="32" y="18"/>
                      <a:pt x="39" y="14"/>
                      <a:pt x="38" y="9"/>
                    </a:cubicBezTo>
                    <a:cubicBezTo>
                      <a:pt x="37" y="4"/>
                      <a:pt x="27" y="0"/>
                      <a:pt x="1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9" name="Freeform 284"/>
              <p:cNvSpPr>
                <a:spLocks/>
              </p:cNvSpPr>
              <p:nvPr/>
            </p:nvSpPr>
            <p:spPr bwMode="auto">
              <a:xfrm>
                <a:off x="3252" y="3326"/>
                <a:ext cx="97" cy="46"/>
              </a:xfrm>
              <a:custGeom>
                <a:avLst/>
                <a:gdLst>
                  <a:gd name="T0" fmla="*/ 31 w 55"/>
                  <a:gd name="T1" fmla="*/ 26 h 26"/>
                  <a:gd name="T2" fmla="*/ 2 w 55"/>
                  <a:gd name="T3" fmla="*/ 13 h 26"/>
                  <a:gd name="T4" fmla="*/ 24 w 55"/>
                  <a:gd name="T5" fmla="*/ 0 h 26"/>
                  <a:gd name="T6" fmla="*/ 53 w 55"/>
                  <a:gd name="T7" fmla="*/ 13 h 26"/>
                  <a:gd name="T8" fmla="*/ 31 w 55"/>
                  <a:gd name="T9" fmla="*/ 26 h 26"/>
                </a:gdLst>
                <a:ahLst/>
                <a:cxnLst>
                  <a:cxn ang="0">
                    <a:pos x="T0" y="T1"/>
                  </a:cxn>
                  <a:cxn ang="0">
                    <a:pos x="T2" y="T3"/>
                  </a:cxn>
                  <a:cxn ang="0">
                    <a:pos x="T4" y="T5"/>
                  </a:cxn>
                  <a:cxn ang="0">
                    <a:pos x="T6" y="T7"/>
                  </a:cxn>
                  <a:cxn ang="0">
                    <a:pos x="T8" y="T9"/>
                  </a:cxn>
                </a:cxnLst>
                <a:rect l="0" t="0" r="r" b="b"/>
                <a:pathLst>
                  <a:path w="55" h="26">
                    <a:moveTo>
                      <a:pt x="31" y="26"/>
                    </a:moveTo>
                    <a:cubicBezTo>
                      <a:pt x="17" y="26"/>
                      <a:pt x="4" y="20"/>
                      <a:pt x="2" y="13"/>
                    </a:cubicBezTo>
                    <a:cubicBezTo>
                      <a:pt x="0" y="6"/>
                      <a:pt x="10" y="0"/>
                      <a:pt x="24" y="0"/>
                    </a:cubicBezTo>
                    <a:cubicBezTo>
                      <a:pt x="38" y="0"/>
                      <a:pt x="51" y="6"/>
                      <a:pt x="53" y="13"/>
                    </a:cubicBezTo>
                    <a:cubicBezTo>
                      <a:pt x="55" y="20"/>
                      <a:pt x="45" y="26"/>
                      <a:pt x="31" y="26"/>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0" name="Freeform 285"/>
              <p:cNvSpPr>
                <a:spLocks noEditPoints="1"/>
              </p:cNvSpPr>
              <p:nvPr/>
            </p:nvSpPr>
            <p:spPr bwMode="auto">
              <a:xfrm>
                <a:off x="3250" y="3326"/>
                <a:ext cx="102" cy="46"/>
              </a:xfrm>
              <a:custGeom>
                <a:avLst/>
                <a:gdLst>
                  <a:gd name="T0" fmla="*/ 25 w 58"/>
                  <a:gd name="T1" fmla="*/ 1 h 26"/>
                  <a:gd name="T2" fmla="*/ 53 w 58"/>
                  <a:gd name="T3" fmla="*/ 13 h 26"/>
                  <a:gd name="T4" fmla="*/ 32 w 58"/>
                  <a:gd name="T5" fmla="*/ 25 h 26"/>
                  <a:gd name="T6" fmla="*/ 4 w 58"/>
                  <a:gd name="T7" fmla="*/ 13 h 26"/>
                  <a:gd name="T8" fmla="*/ 25 w 58"/>
                  <a:gd name="T9" fmla="*/ 1 h 26"/>
                  <a:gd name="T10" fmla="*/ 25 w 58"/>
                  <a:gd name="T11" fmla="*/ 0 h 26"/>
                  <a:gd name="T12" fmla="*/ 2 w 58"/>
                  <a:gd name="T13" fmla="*/ 13 h 26"/>
                  <a:gd name="T14" fmla="*/ 33 w 58"/>
                  <a:gd name="T15" fmla="*/ 26 h 26"/>
                  <a:gd name="T16" fmla="*/ 55 w 58"/>
                  <a:gd name="T17" fmla="*/ 13 h 26"/>
                  <a:gd name="T18" fmla="*/ 25 w 58"/>
                  <a:gd name="T19"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26">
                    <a:moveTo>
                      <a:pt x="25" y="1"/>
                    </a:moveTo>
                    <a:cubicBezTo>
                      <a:pt x="38" y="1"/>
                      <a:pt x="51" y="6"/>
                      <a:pt x="53" y="13"/>
                    </a:cubicBezTo>
                    <a:cubicBezTo>
                      <a:pt x="55" y="20"/>
                      <a:pt x="46" y="25"/>
                      <a:pt x="32" y="25"/>
                    </a:cubicBezTo>
                    <a:cubicBezTo>
                      <a:pt x="19" y="25"/>
                      <a:pt x="6" y="20"/>
                      <a:pt x="4" y="13"/>
                    </a:cubicBezTo>
                    <a:cubicBezTo>
                      <a:pt x="2" y="6"/>
                      <a:pt x="12" y="1"/>
                      <a:pt x="25" y="1"/>
                    </a:cubicBezTo>
                    <a:moveTo>
                      <a:pt x="25" y="0"/>
                    </a:moveTo>
                    <a:cubicBezTo>
                      <a:pt x="10" y="0"/>
                      <a:pt x="0" y="6"/>
                      <a:pt x="2" y="13"/>
                    </a:cubicBezTo>
                    <a:cubicBezTo>
                      <a:pt x="4" y="20"/>
                      <a:pt x="18" y="26"/>
                      <a:pt x="33" y="26"/>
                    </a:cubicBezTo>
                    <a:cubicBezTo>
                      <a:pt x="47" y="26"/>
                      <a:pt x="58" y="20"/>
                      <a:pt x="55" y="13"/>
                    </a:cubicBezTo>
                    <a:cubicBezTo>
                      <a:pt x="53" y="6"/>
                      <a:pt x="39" y="0"/>
                      <a:pt x="2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1" name="Freeform 286"/>
              <p:cNvSpPr>
                <a:spLocks/>
              </p:cNvSpPr>
              <p:nvPr/>
            </p:nvSpPr>
            <p:spPr bwMode="auto">
              <a:xfrm>
                <a:off x="2914" y="3315"/>
                <a:ext cx="92" cy="44"/>
              </a:xfrm>
              <a:custGeom>
                <a:avLst/>
                <a:gdLst>
                  <a:gd name="T0" fmla="*/ 28 w 52"/>
                  <a:gd name="T1" fmla="*/ 25 h 25"/>
                  <a:gd name="T2" fmla="*/ 1 w 52"/>
                  <a:gd name="T3" fmla="*/ 13 h 25"/>
                  <a:gd name="T4" fmla="*/ 23 w 52"/>
                  <a:gd name="T5" fmla="*/ 0 h 25"/>
                  <a:gd name="T6" fmla="*/ 50 w 52"/>
                  <a:gd name="T7" fmla="*/ 12 h 25"/>
                  <a:gd name="T8" fmla="*/ 28 w 52"/>
                  <a:gd name="T9" fmla="*/ 25 h 25"/>
                </a:gdLst>
                <a:ahLst/>
                <a:cxnLst>
                  <a:cxn ang="0">
                    <a:pos x="T0" y="T1"/>
                  </a:cxn>
                  <a:cxn ang="0">
                    <a:pos x="T2" y="T3"/>
                  </a:cxn>
                  <a:cxn ang="0">
                    <a:pos x="T4" y="T5"/>
                  </a:cxn>
                  <a:cxn ang="0">
                    <a:pos x="T6" y="T7"/>
                  </a:cxn>
                  <a:cxn ang="0">
                    <a:pos x="T8" y="T9"/>
                  </a:cxn>
                </a:cxnLst>
                <a:rect l="0" t="0" r="r" b="b"/>
                <a:pathLst>
                  <a:path w="52" h="25">
                    <a:moveTo>
                      <a:pt x="28" y="25"/>
                    </a:moveTo>
                    <a:cubicBezTo>
                      <a:pt x="14" y="25"/>
                      <a:pt x="2" y="19"/>
                      <a:pt x="1" y="13"/>
                    </a:cubicBezTo>
                    <a:cubicBezTo>
                      <a:pt x="0" y="6"/>
                      <a:pt x="10" y="0"/>
                      <a:pt x="23" y="0"/>
                    </a:cubicBezTo>
                    <a:cubicBezTo>
                      <a:pt x="37" y="0"/>
                      <a:pt x="49" y="5"/>
                      <a:pt x="50" y="12"/>
                    </a:cubicBezTo>
                    <a:cubicBezTo>
                      <a:pt x="52" y="19"/>
                      <a:pt x="42" y="25"/>
                      <a:pt x="28" y="25"/>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2" name="Freeform 287"/>
              <p:cNvSpPr>
                <a:spLocks noEditPoints="1"/>
              </p:cNvSpPr>
              <p:nvPr/>
            </p:nvSpPr>
            <p:spPr bwMode="auto">
              <a:xfrm>
                <a:off x="2911" y="3314"/>
                <a:ext cx="97" cy="47"/>
              </a:xfrm>
              <a:custGeom>
                <a:avLst/>
                <a:gdLst>
                  <a:gd name="T0" fmla="*/ 25 w 55"/>
                  <a:gd name="T1" fmla="*/ 1 h 27"/>
                  <a:gd name="T2" fmla="*/ 51 w 55"/>
                  <a:gd name="T3" fmla="*/ 13 h 27"/>
                  <a:gd name="T4" fmla="*/ 30 w 55"/>
                  <a:gd name="T5" fmla="*/ 25 h 27"/>
                  <a:gd name="T6" fmla="*/ 4 w 55"/>
                  <a:gd name="T7" fmla="*/ 14 h 27"/>
                  <a:gd name="T8" fmla="*/ 25 w 55"/>
                  <a:gd name="T9" fmla="*/ 1 h 27"/>
                  <a:gd name="T10" fmla="*/ 25 w 55"/>
                  <a:gd name="T11" fmla="*/ 0 h 27"/>
                  <a:gd name="T12" fmla="*/ 2 w 55"/>
                  <a:gd name="T13" fmla="*/ 14 h 27"/>
                  <a:gd name="T14" fmla="*/ 30 w 55"/>
                  <a:gd name="T15" fmla="*/ 27 h 27"/>
                  <a:gd name="T16" fmla="*/ 54 w 55"/>
                  <a:gd name="T17" fmla="*/ 13 h 27"/>
                  <a:gd name="T18" fmla="*/ 25 w 55"/>
                  <a:gd name="T1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 h="27">
                    <a:moveTo>
                      <a:pt x="25" y="1"/>
                    </a:moveTo>
                    <a:cubicBezTo>
                      <a:pt x="38" y="1"/>
                      <a:pt x="50" y="7"/>
                      <a:pt x="51" y="13"/>
                    </a:cubicBezTo>
                    <a:cubicBezTo>
                      <a:pt x="53" y="20"/>
                      <a:pt x="43" y="25"/>
                      <a:pt x="30" y="25"/>
                    </a:cubicBezTo>
                    <a:cubicBezTo>
                      <a:pt x="17" y="26"/>
                      <a:pt x="5" y="20"/>
                      <a:pt x="4" y="14"/>
                    </a:cubicBezTo>
                    <a:cubicBezTo>
                      <a:pt x="3" y="7"/>
                      <a:pt x="12" y="1"/>
                      <a:pt x="25" y="1"/>
                    </a:cubicBezTo>
                    <a:moveTo>
                      <a:pt x="25" y="0"/>
                    </a:moveTo>
                    <a:cubicBezTo>
                      <a:pt x="11" y="0"/>
                      <a:pt x="0" y="6"/>
                      <a:pt x="2" y="14"/>
                    </a:cubicBezTo>
                    <a:cubicBezTo>
                      <a:pt x="3" y="21"/>
                      <a:pt x="16" y="27"/>
                      <a:pt x="30" y="27"/>
                    </a:cubicBezTo>
                    <a:cubicBezTo>
                      <a:pt x="45" y="27"/>
                      <a:pt x="55" y="21"/>
                      <a:pt x="54" y="13"/>
                    </a:cubicBezTo>
                    <a:cubicBezTo>
                      <a:pt x="52" y="6"/>
                      <a:pt x="39" y="0"/>
                      <a:pt x="2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3" name="Freeform 288"/>
              <p:cNvSpPr>
                <a:spLocks/>
              </p:cNvSpPr>
              <p:nvPr/>
            </p:nvSpPr>
            <p:spPr bwMode="auto">
              <a:xfrm>
                <a:off x="3149" y="3075"/>
                <a:ext cx="32" cy="16"/>
              </a:xfrm>
              <a:custGeom>
                <a:avLst/>
                <a:gdLst>
                  <a:gd name="T0" fmla="*/ 10 w 18"/>
                  <a:gd name="T1" fmla="*/ 9 h 9"/>
                  <a:gd name="T2" fmla="*/ 1 w 18"/>
                  <a:gd name="T3" fmla="*/ 4 h 9"/>
                  <a:gd name="T4" fmla="*/ 8 w 18"/>
                  <a:gd name="T5" fmla="*/ 0 h 9"/>
                  <a:gd name="T6" fmla="*/ 17 w 18"/>
                  <a:gd name="T7" fmla="*/ 4 h 9"/>
                  <a:gd name="T8" fmla="*/ 10 w 18"/>
                  <a:gd name="T9" fmla="*/ 9 h 9"/>
                </a:gdLst>
                <a:ahLst/>
                <a:cxnLst>
                  <a:cxn ang="0">
                    <a:pos x="T0" y="T1"/>
                  </a:cxn>
                  <a:cxn ang="0">
                    <a:pos x="T2" y="T3"/>
                  </a:cxn>
                  <a:cxn ang="0">
                    <a:pos x="T4" y="T5"/>
                  </a:cxn>
                  <a:cxn ang="0">
                    <a:pos x="T6" y="T7"/>
                  </a:cxn>
                  <a:cxn ang="0">
                    <a:pos x="T8" y="T9"/>
                  </a:cxn>
                </a:cxnLst>
                <a:rect l="0" t="0" r="r" b="b"/>
                <a:pathLst>
                  <a:path w="18" h="9">
                    <a:moveTo>
                      <a:pt x="10" y="9"/>
                    </a:moveTo>
                    <a:cubicBezTo>
                      <a:pt x="6" y="9"/>
                      <a:pt x="1" y="7"/>
                      <a:pt x="1" y="4"/>
                    </a:cubicBezTo>
                    <a:cubicBezTo>
                      <a:pt x="0" y="2"/>
                      <a:pt x="3" y="0"/>
                      <a:pt x="8" y="0"/>
                    </a:cubicBezTo>
                    <a:cubicBezTo>
                      <a:pt x="12" y="0"/>
                      <a:pt x="17" y="2"/>
                      <a:pt x="17" y="4"/>
                    </a:cubicBezTo>
                    <a:cubicBezTo>
                      <a:pt x="18" y="7"/>
                      <a:pt x="15" y="9"/>
                      <a:pt x="10" y="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4" name="Freeform 289"/>
              <p:cNvSpPr>
                <a:spLocks noEditPoints="1"/>
              </p:cNvSpPr>
              <p:nvPr/>
            </p:nvSpPr>
            <p:spPr bwMode="auto">
              <a:xfrm>
                <a:off x="3147" y="3073"/>
                <a:ext cx="36" cy="20"/>
              </a:xfrm>
              <a:custGeom>
                <a:avLst/>
                <a:gdLst>
                  <a:gd name="T0" fmla="*/ 9 w 20"/>
                  <a:gd name="T1" fmla="*/ 1 h 11"/>
                  <a:gd name="T2" fmla="*/ 17 w 20"/>
                  <a:gd name="T3" fmla="*/ 5 h 11"/>
                  <a:gd name="T4" fmla="*/ 11 w 20"/>
                  <a:gd name="T5" fmla="*/ 9 h 11"/>
                  <a:gd name="T6" fmla="*/ 3 w 20"/>
                  <a:gd name="T7" fmla="*/ 5 h 11"/>
                  <a:gd name="T8" fmla="*/ 9 w 20"/>
                  <a:gd name="T9" fmla="*/ 1 h 11"/>
                  <a:gd name="T10" fmla="*/ 9 w 20"/>
                  <a:gd name="T11" fmla="*/ 0 h 11"/>
                  <a:gd name="T12" fmla="*/ 1 w 20"/>
                  <a:gd name="T13" fmla="*/ 5 h 11"/>
                  <a:gd name="T14" fmla="*/ 11 w 20"/>
                  <a:gd name="T15" fmla="*/ 11 h 11"/>
                  <a:gd name="T16" fmla="*/ 19 w 20"/>
                  <a:gd name="T17" fmla="*/ 5 h 11"/>
                  <a:gd name="T18" fmla="*/ 9 w 20"/>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11">
                    <a:moveTo>
                      <a:pt x="9" y="1"/>
                    </a:moveTo>
                    <a:cubicBezTo>
                      <a:pt x="13" y="1"/>
                      <a:pt x="17" y="3"/>
                      <a:pt x="17" y="5"/>
                    </a:cubicBezTo>
                    <a:cubicBezTo>
                      <a:pt x="18" y="8"/>
                      <a:pt x="15" y="9"/>
                      <a:pt x="11" y="9"/>
                    </a:cubicBezTo>
                    <a:cubicBezTo>
                      <a:pt x="7" y="9"/>
                      <a:pt x="3" y="8"/>
                      <a:pt x="3" y="5"/>
                    </a:cubicBezTo>
                    <a:cubicBezTo>
                      <a:pt x="2" y="3"/>
                      <a:pt x="5" y="1"/>
                      <a:pt x="9" y="1"/>
                    </a:cubicBezTo>
                    <a:moveTo>
                      <a:pt x="9" y="0"/>
                    </a:moveTo>
                    <a:cubicBezTo>
                      <a:pt x="3" y="0"/>
                      <a:pt x="0" y="2"/>
                      <a:pt x="1" y="5"/>
                    </a:cubicBezTo>
                    <a:cubicBezTo>
                      <a:pt x="1" y="8"/>
                      <a:pt x="6" y="11"/>
                      <a:pt x="11" y="11"/>
                    </a:cubicBezTo>
                    <a:cubicBezTo>
                      <a:pt x="17" y="11"/>
                      <a:pt x="20" y="8"/>
                      <a:pt x="19" y="5"/>
                    </a:cubicBezTo>
                    <a:cubicBezTo>
                      <a:pt x="19" y="2"/>
                      <a:pt x="14" y="0"/>
                      <a:pt x="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5" name="Freeform 290"/>
              <p:cNvSpPr>
                <a:spLocks/>
              </p:cNvSpPr>
              <p:nvPr/>
            </p:nvSpPr>
            <p:spPr bwMode="auto">
              <a:xfrm>
                <a:off x="3230" y="3158"/>
                <a:ext cx="32" cy="16"/>
              </a:xfrm>
              <a:custGeom>
                <a:avLst/>
                <a:gdLst>
                  <a:gd name="T0" fmla="*/ 10 w 18"/>
                  <a:gd name="T1" fmla="*/ 9 h 9"/>
                  <a:gd name="T2" fmla="*/ 0 w 18"/>
                  <a:gd name="T3" fmla="*/ 5 h 9"/>
                  <a:gd name="T4" fmla="*/ 8 w 18"/>
                  <a:gd name="T5" fmla="*/ 0 h 9"/>
                  <a:gd name="T6" fmla="*/ 18 w 18"/>
                  <a:gd name="T7" fmla="*/ 4 h 9"/>
                  <a:gd name="T8" fmla="*/ 10 w 18"/>
                  <a:gd name="T9" fmla="*/ 9 h 9"/>
                </a:gdLst>
                <a:ahLst/>
                <a:cxnLst>
                  <a:cxn ang="0">
                    <a:pos x="T0" y="T1"/>
                  </a:cxn>
                  <a:cxn ang="0">
                    <a:pos x="T2" y="T3"/>
                  </a:cxn>
                  <a:cxn ang="0">
                    <a:pos x="T4" y="T5"/>
                  </a:cxn>
                  <a:cxn ang="0">
                    <a:pos x="T6" y="T7"/>
                  </a:cxn>
                  <a:cxn ang="0">
                    <a:pos x="T8" y="T9"/>
                  </a:cxn>
                </a:cxnLst>
                <a:rect l="0" t="0" r="r" b="b"/>
                <a:pathLst>
                  <a:path w="18" h="9">
                    <a:moveTo>
                      <a:pt x="10" y="9"/>
                    </a:moveTo>
                    <a:cubicBezTo>
                      <a:pt x="6" y="9"/>
                      <a:pt x="1" y="7"/>
                      <a:pt x="0" y="5"/>
                    </a:cubicBezTo>
                    <a:cubicBezTo>
                      <a:pt x="0" y="2"/>
                      <a:pt x="3" y="0"/>
                      <a:pt x="8" y="0"/>
                    </a:cubicBezTo>
                    <a:cubicBezTo>
                      <a:pt x="12" y="0"/>
                      <a:pt x="17" y="2"/>
                      <a:pt x="18" y="4"/>
                    </a:cubicBezTo>
                    <a:cubicBezTo>
                      <a:pt x="18" y="7"/>
                      <a:pt x="15" y="9"/>
                      <a:pt x="10" y="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6" name="Freeform 291"/>
              <p:cNvSpPr>
                <a:spLocks noEditPoints="1"/>
              </p:cNvSpPr>
              <p:nvPr/>
            </p:nvSpPr>
            <p:spPr bwMode="auto">
              <a:xfrm>
                <a:off x="3227" y="3156"/>
                <a:ext cx="39" cy="20"/>
              </a:xfrm>
              <a:custGeom>
                <a:avLst/>
                <a:gdLst>
                  <a:gd name="T0" fmla="*/ 10 w 22"/>
                  <a:gd name="T1" fmla="*/ 2 h 11"/>
                  <a:gd name="T2" fmla="*/ 19 w 22"/>
                  <a:gd name="T3" fmla="*/ 5 h 11"/>
                  <a:gd name="T4" fmla="*/ 12 w 22"/>
                  <a:gd name="T5" fmla="*/ 10 h 11"/>
                  <a:gd name="T6" fmla="*/ 4 w 22"/>
                  <a:gd name="T7" fmla="*/ 6 h 11"/>
                  <a:gd name="T8" fmla="*/ 10 w 22"/>
                  <a:gd name="T9" fmla="*/ 2 h 11"/>
                  <a:gd name="T10" fmla="*/ 10 w 22"/>
                  <a:gd name="T11" fmla="*/ 0 h 11"/>
                  <a:gd name="T12" fmla="*/ 1 w 22"/>
                  <a:gd name="T13" fmla="*/ 6 h 11"/>
                  <a:gd name="T14" fmla="*/ 13 w 22"/>
                  <a:gd name="T15" fmla="*/ 11 h 11"/>
                  <a:gd name="T16" fmla="*/ 21 w 22"/>
                  <a:gd name="T17" fmla="*/ 5 h 11"/>
                  <a:gd name="T18" fmla="*/ 10 w 22"/>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1">
                    <a:moveTo>
                      <a:pt x="10" y="2"/>
                    </a:moveTo>
                    <a:cubicBezTo>
                      <a:pt x="14" y="2"/>
                      <a:pt x="18" y="3"/>
                      <a:pt x="19" y="5"/>
                    </a:cubicBezTo>
                    <a:cubicBezTo>
                      <a:pt x="19" y="8"/>
                      <a:pt x="16" y="9"/>
                      <a:pt x="12" y="10"/>
                    </a:cubicBezTo>
                    <a:cubicBezTo>
                      <a:pt x="8" y="10"/>
                      <a:pt x="4" y="8"/>
                      <a:pt x="4" y="6"/>
                    </a:cubicBezTo>
                    <a:cubicBezTo>
                      <a:pt x="3" y="3"/>
                      <a:pt x="6" y="2"/>
                      <a:pt x="10" y="2"/>
                    </a:cubicBezTo>
                    <a:moveTo>
                      <a:pt x="10" y="0"/>
                    </a:moveTo>
                    <a:cubicBezTo>
                      <a:pt x="4" y="0"/>
                      <a:pt x="0" y="3"/>
                      <a:pt x="1" y="6"/>
                    </a:cubicBezTo>
                    <a:cubicBezTo>
                      <a:pt x="2" y="8"/>
                      <a:pt x="7" y="11"/>
                      <a:pt x="13" y="11"/>
                    </a:cubicBezTo>
                    <a:cubicBezTo>
                      <a:pt x="18" y="11"/>
                      <a:pt x="22" y="8"/>
                      <a:pt x="21" y="5"/>
                    </a:cubicBezTo>
                    <a:cubicBezTo>
                      <a:pt x="20" y="3"/>
                      <a:pt x="15" y="0"/>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7" name="Freeform 292"/>
              <p:cNvSpPr>
                <a:spLocks/>
              </p:cNvSpPr>
              <p:nvPr/>
            </p:nvSpPr>
            <p:spPr bwMode="auto">
              <a:xfrm>
                <a:off x="3197" y="3238"/>
                <a:ext cx="33" cy="15"/>
              </a:xfrm>
              <a:custGeom>
                <a:avLst/>
                <a:gdLst>
                  <a:gd name="T0" fmla="*/ 10 w 19"/>
                  <a:gd name="T1" fmla="*/ 9 h 9"/>
                  <a:gd name="T2" fmla="*/ 0 w 19"/>
                  <a:gd name="T3" fmla="*/ 5 h 9"/>
                  <a:gd name="T4" fmla="*/ 8 w 19"/>
                  <a:gd name="T5" fmla="*/ 0 h 9"/>
                  <a:gd name="T6" fmla="*/ 18 w 19"/>
                  <a:gd name="T7" fmla="*/ 5 h 9"/>
                  <a:gd name="T8" fmla="*/ 10 w 19"/>
                  <a:gd name="T9" fmla="*/ 9 h 9"/>
                </a:gdLst>
                <a:ahLst/>
                <a:cxnLst>
                  <a:cxn ang="0">
                    <a:pos x="T0" y="T1"/>
                  </a:cxn>
                  <a:cxn ang="0">
                    <a:pos x="T2" y="T3"/>
                  </a:cxn>
                  <a:cxn ang="0">
                    <a:pos x="T4" y="T5"/>
                  </a:cxn>
                  <a:cxn ang="0">
                    <a:pos x="T6" y="T7"/>
                  </a:cxn>
                  <a:cxn ang="0">
                    <a:pos x="T8" y="T9"/>
                  </a:cxn>
                </a:cxnLst>
                <a:rect l="0" t="0" r="r" b="b"/>
                <a:pathLst>
                  <a:path w="19" h="9">
                    <a:moveTo>
                      <a:pt x="10" y="9"/>
                    </a:moveTo>
                    <a:cubicBezTo>
                      <a:pt x="6" y="9"/>
                      <a:pt x="1" y="7"/>
                      <a:pt x="0" y="5"/>
                    </a:cubicBezTo>
                    <a:cubicBezTo>
                      <a:pt x="0" y="2"/>
                      <a:pt x="3" y="0"/>
                      <a:pt x="8" y="0"/>
                    </a:cubicBezTo>
                    <a:cubicBezTo>
                      <a:pt x="13" y="0"/>
                      <a:pt x="17" y="2"/>
                      <a:pt x="18" y="5"/>
                    </a:cubicBezTo>
                    <a:cubicBezTo>
                      <a:pt x="19" y="7"/>
                      <a:pt x="15" y="9"/>
                      <a:pt x="10" y="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8" name="Freeform 293"/>
              <p:cNvSpPr>
                <a:spLocks noEditPoints="1"/>
              </p:cNvSpPr>
              <p:nvPr/>
            </p:nvSpPr>
            <p:spPr bwMode="auto">
              <a:xfrm>
                <a:off x="3193" y="3238"/>
                <a:ext cx="39" cy="17"/>
              </a:xfrm>
              <a:custGeom>
                <a:avLst/>
                <a:gdLst>
                  <a:gd name="T0" fmla="*/ 10 w 22"/>
                  <a:gd name="T1" fmla="*/ 1 h 10"/>
                  <a:gd name="T2" fmla="*/ 19 w 22"/>
                  <a:gd name="T3" fmla="*/ 5 h 10"/>
                  <a:gd name="T4" fmla="*/ 12 w 22"/>
                  <a:gd name="T5" fmla="*/ 9 h 10"/>
                  <a:gd name="T6" fmla="*/ 3 w 22"/>
                  <a:gd name="T7" fmla="*/ 5 h 10"/>
                  <a:gd name="T8" fmla="*/ 10 w 22"/>
                  <a:gd name="T9" fmla="*/ 1 h 10"/>
                  <a:gd name="T10" fmla="*/ 10 w 22"/>
                  <a:gd name="T11" fmla="*/ 0 h 10"/>
                  <a:gd name="T12" fmla="*/ 1 w 22"/>
                  <a:gd name="T13" fmla="*/ 5 h 10"/>
                  <a:gd name="T14" fmla="*/ 13 w 22"/>
                  <a:gd name="T15" fmla="*/ 10 h 10"/>
                  <a:gd name="T16" fmla="*/ 21 w 22"/>
                  <a:gd name="T17" fmla="*/ 5 h 10"/>
                  <a:gd name="T18" fmla="*/ 10 w 22"/>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0">
                    <a:moveTo>
                      <a:pt x="10" y="1"/>
                    </a:moveTo>
                    <a:cubicBezTo>
                      <a:pt x="14" y="1"/>
                      <a:pt x="18" y="3"/>
                      <a:pt x="19" y="5"/>
                    </a:cubicBezTo>
                    <a:cubicBezTo>
                      <a:pt x="19" y="7"/>
                      <a:pt x="16" y="9"/>
                      <a:pt x="12" y="9"/>
                    </a:cubicBezTo>
                    <a:cubicBezTo>
                      <a:pt x="8" y="9"/>
                      <a:pt x="4" y="7"/>
                      <a:pt x="3" y="5"/>
                    </a:cubicBezTo>
                    <a:cubicBezTo>
                      <a:pt x="3" y="3"/>
                      <a:pt x="6" y="1"/>
                      <a:pt x="10" y="1"/>
                    </a:cubicBezTo>
                    <a:moveTo>
                      <a:pt x="10" y="0"/>
                    </a:moveTo>
                    <a:cubicBezTo>
                      <a:pt x="4" y="0"/>
                      <a:pt x="0" y="2"/>
                      <a:pt x="1" y="5"/>
                    </a:cubicBezTo>
                    <a:cubicBezTo>
                      <a:pt x="2" y="8"/>
                      <a:pt x="7" y="10"/>
                      <a:pt x="13" y="10"/>
                    </a:cubicBezTo>
                    <a:cubicBezTo>
                      <a:pt x="18" y="10"/>
                      <a:pt x="22" y="8"/>
                      <a:pt x="21" y="5"/>
                    </a:cubicBezTo>
                    <a:cubicBezTo>
                      <a:pt x="20" y="2"/>
                      <a:pt x="15" y="0"/>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9" name="Freeform 294"/>
              <p:cNvSpPr>
                <a:spLocks/>
              </p:cNvSpPr>
              <p:nvPr/>
            </p:nvSpPr>
            <p:spPr bwMode="auto">
              <a:xfrm>
                <a:off x="3723" y="3377"/>
                <a:ext cx="37" cy="16"/>
              </a:xfrm>
              <a:custGeom>
                <a:avLst/>
                <a:gdLst>
                  <a:gd name="T0" fmla="*/ 12 w 21"/>
                  <a:gd name="T1" fmla="*/ 9 h 9"/>
                  <a:gd name="T2" fmla="*/ 1 w 21"/>
                  <a:gd name="T3" fmla="*/ 5 h 9"/>
                  <a:gd name="T4" fmla="*/ 9 w 21"/>
                  <a:gd name="T5" fmla="*/ 0 h 9"/>
                  <a:gd name="T6" fmla="*/ 20 w 21"/>
                  <a:gd name="T7" fmla="*/ 5 h 9"/>
                  <a:gd name="T8" fmla="*/ 12 w 21"/>
                  <a:gd name="T9" fmla="*/ 9 h 9"/>
                </a:gdLst>
                <a:ahLst/>
                <a:cxnLst>
                  <a:cxn ang="0">
                    <a:pos x="T0" y="T1"/>
                  </a:cxn>
                  <a:cxn ang="0">
                    <a:pos x="T2" y="T3"/>
                  </a:cxn>
                  <a:cxn ang="0">
                    <a:pos x="T4" y="T5"/>
                  </a:cxn>
                  <a:cxn ang="0">
                    <a:pos x="T6" y="T7"/>
                  </a:cxn>
                  <a:cxn ang="0">
                    <a:pos x="T8" y="T9"/>
                  </a:cxn>
                </a:cxnLst>
                <a:rect l="0" t="0" r="r" b="b"/>
                <a:pathLst>
                  <a:path w="21" h="9">
                    <a:moveTo>
                      <a:pt x="12" y="9"/>
                    </a:moveTo>
                    <a:cubicBezTo>
                      <a:pt x="7" y="9"/>
                      <a:pt x="2" y="7"/>
                      <a:pt x="1" y="5"/>
                    </a:cubicBezTo>
                    <a:cubicBezTo>
                      <a:pt x="0" y="2"/>
                      <a:pt x="3" y="0"/>
                      <a:pt x="9" y="0"/>
                    </a:cubicBezTo>
                    <a:cubicBezTo>
                      <a:pt x="14" y="0"/>
                      <a:pt x="19" y="2"/>
                      <a:pt x="20" y="5"/>
                    </a:cubicBezTo>
                    <a:cubicBezTo>
                      <a:pt x="21" y="7"/>
                      <a:pt x="18" y="9"/>
                      <a:pt x="12" y="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0" name="Freeform 295"/>
              <p:cNvSpPr>
                <a:spLocks noEditPoints="1"/>
              </p:cNvSpPr>
              <p:nvPr/>
            </p:nvSpPr>
            <p:spPr bwMode="auto">
              <a:xfrm>
                <a:off x="3721" y="3377"/>
                <a:ext cx="41" cy="18"/>
              </a:xfrm>
              <a:custGeom>
                <a:avLst/>
                <a:gdLst>
                  <a:gd name="T0" fmla="*/ 10 w 23"/>
                  <a:gd name="T1" fmla="*/ 1 h 10"/>
                  <a:gd name="T2" fmla="*/ 20 w 23"/>
                  <a:gd name="T3" fmla="*/ 5 h 10"/>
                  <a:gd name="T4" fmla="*/ 13 w 23"/>
                  <a:gd name="T5" fmla="*/ 9 h 10"/>
                  <a:gd name="T6" fmla="*/ 3 w 23"/>
                  <a:gd name="T7" fmla="*/ 5 h 10"/>
                  <a:gd name="T8" fmla="*/ 10 w 23"/>
                  <a:gd name="T9" fmla="*/ 1 h 10"/>
                  <a:gd name="T10" fmla="*/ 9 w 23"/>
                  <a:gd name="T11" fmla="*/ 0 h 10"/>
                  <a:gd name="T12" fmla="*/ 1 w 23"/>
                  <a:gd name="T13" fmla="*/ 5 h 10"/>
                  <a:gd name="T14" fmla="*/ 14 w 23"/>
                  <a:gd name="T15" fmla="*/ 10 h 10"/>
                  <a:gd name="T16" fmla="*/ 22 w 23"/>
                  <a:gd name="T17" fmla="*/ 5 h 10"/>
                  <a:gd name="T18" fmla="*/ 9 w 23"/>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0">
                    <a:moveTo>
                      <a:pt x="10" y="1"/>
                    </a:moveTo>
                    <a:cubicBezTo>
                      <a:pt x="15" y="1"/>
                      <a:pt x="19" y="3"/>
                      <a:pt x="20" y="5"/>
                    </a:cubicBezTo>
                    <a:cubicBezTo>
                      <a:pt x="21" y="7"/>
                      <a:pt x="18" y="9"/>
                      <a:pt x="13" y="9"/>
                    </a:cubicBezTo>
                    <a:cubicBezTo>
                      <a:pt x="9" y="9"/>
                      <a:pt x="4" y="7"/>
                      <a:pt x="3" y="5"/>
                    </a:cubicBezTo>
                    <a:cubicBezTo>
                      <a:pt x="2" y="3"/>
                      <a:pt x="5" y="1"/>
                      <a:pt x="10" y="1"/>
                    </a:cubicBezTo>
                    <a:moveTo>
                      <a:pt x="9" y="0"/>
                    </a:moveTo>
                    <a:cubicBezTo>
                      <a:pt x="4" y="0"/>
                      <a:pt x="0" y="2"/>
                      <a:pt x="1" y="5"/>
                    </a:cubicBezTo>
                    <a:cubicBezTo>
                      <a:pt x="2" y="8"/>
                      <a:pt x="8" y="10"/>
                      <a:pt x="14" y="10"/>
                    </a:cubicBezTo>
                    <a:cubicBezTo>
                      <a:pt x="20" y="10"/>
                      <a:pt x="23" y="8"/>
                      <a:pt x="22" y="5"/>
                    </a:cubicBezTo>
                    <a:cubicBezTo>
                      <a:pt x="21" y="2"/>
                      <a:pt x="15" y="0"/>
                      <a:pt x="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1" name="Freeform 296"/>
              <p:cNvSpPr>
                <a:spLocks/>
              </p:cNvSpPr>
              <p:nvPr/>
            </p:nvSpPr>
            <p:spPr bwMode="auto">
              <a:xfrm>
                <a:off x="4175" y="3287"/>
                <a:ext cx="41" cy="16"/>
              </a:xfrm>
              <a:custGeom>
                <a:avLst/>
                <a:gdLst>
                  <a:gd name="T0" fmla="*/ 14 w 23"/>
                  <a:gd name="T1" fmla="*/ 9 h 9"/>
                  <a:gd name="T2" fmla="*/ 1 w 23"/>
                  <a:gd name="T3" fmla="*/ 4 h 9"/>
                  <a:gd name="T4" fmla="*/ 9 w 23"/>
                  <a:gd name="T5" fmla="*/ 0 h 9"/>
                  <a:gd name="T6" fmla="*/ 21 w 23"/>
                  <a:gd name="T7" fmla="*/ 4 h 9"/>
                  <a:gd name="T8" fmla="*/ 14 w 23"/>
                  <a:gd name="T9" fmla="*/ 9 h 9"/>
                </a:gdLst>
                <a:ahLst/>
                <a:cxnLst>
                  <a:cxn ang="0">
                    <a:pos x="T0" y="T1"/>
                  </a:cxn>
                  <a:cxn ang="0">
                    <a:pos x="T2" y="T3"/>
                  </a:cxn>
                  <a:cxn ang="0">
                    <a:pos x="T4" y="T5"/>
                  </a:cxn>
                  <a:cxn ang="0">
                    <a:pos x="T6" y="T7"/>
                  </a:cxn>
                  <a:cxn ang="0">
                    <a:pos x="T8" y="T9"/>
                  </a:cxn>
                </a:cxnLst>
                <a:rect l="0" t="0" r="r" b="b"/>
                <a:pathLst>
                  <a:path w="23" h="9">
                    <a:moveTo>
                      <a:pt x="14" y="9"/>
                    </a:moveTo>
                    <a:cubicBezTo>
                      <a:pt x="8" y="9"/>
                      <a:pt x="3" y="7"/>
                      <a:pt x="1" y="4"/>
                    </a:cubicBezTo>
                    <a:cubicBezTo>
                      <a:pt x="0" y="2"/>
                      <a:pt x="4" y="0"/>
                      <a:pt x="9" y="0"/>
                    </a:cubicBezTo>
                    <a:cubicBezTo>
                      <a:pt x="15" y="0"/>
                      <a:pt x="20" y="2"/>
                      <a:pt x="21" y="4"/>
                    </a:cubicBezTo>
                    <a:cubicBezTo>
                      <a:pt x="23" y="7"/>
                      <a:pt x="19" y="9"/>
                      <a:pt x="14" y="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2" name="Freeform 297"/>
              <p:cNvSpPr>
                <a:spLocks noEditPoints="1"/>
              </p:cNvSpPr>
              <p:nvPr/>
            </p:nvSpPr>
            <p:spPr bwMode="auto">
              <a:xfrm>
                <a:off x="4173" y="3285"/>
                <a:ext cx="45" cy="20"/>
              </a:xfrm>
              <a:custGeom>
                <a:avLst/>
                <a:gdLst>
                  <a:gd name="T0" fmla="*/ 10 w 25"/>
                  <a:gd name="T1" fmla="*/ 1 h 11"/>
                  <a:gd name="T2" fmla="*/ 21 w 25"/>
                  <a:gd name="T3" fmla="*/ 5 h 11"/>
                  <a:gd name="T4" fmla="*/ 14 w 25"/>
                  <a:gd name="T5" fmla="*/ 9 h 11"/>
                  <a:gd name="T6" fmla="*/ 4 w 25"/>
                  <a:gd name="T7" fmla="*/ 5 h 11"/>
                  <a:gd name="T8" fmla="*/ 10 w 25"/>
                  <a:gd name="T9" fmla="*/ 1 h 11"/>
                  <a:gd name="T10" fmla="*/ 10 w 25"/>
                  <a:gd name="T11" fmla="*/ 0 h 11"/>
                  <a:gd name="T12" fmla="*/ 1 w 25"/>
                  <a:gd name="T13" fmla="*/ 5 h 11"/>
                  <a:gd name="T14" fmla="*/ 15 w 25"/>
                  <a:gd name="T15" fmla="*/ 11 h 11"/>
                  <a:gd name="T16" fmla="*/ 24 w 25"/>
                  <a:gd name="T17" fmla="*/ 5 h 11"/>
                  <a:gd name="T18" fmla="*/ 10 w 25"/>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11">
                    <a:moveTo>
                      <a:pt x="10" y="1"/>
                    </a:moveTo>
                    <a:cubicBezTo>
                      <a:pt x="15" y="1"/>
                      <a:pt x="20" y="3"/>
                      <a:pt x="21" y="5"/>
                    </a:cubicBezTo>
                    <a:cubicBezTo>
                      <a:pt x="22" y="8"/>
                      <a:pt x="19" y="9"/>
                      <a:pt x="14" y="9"/>
                    </a:cubicBezTo>
                    <a:cubicBezTo>
                      <a:pt x="9" y="9"/>
                      <a:pt x="5" y="8"/>
                      <a:pt x="4" y="5"/>
                    </a:cubicBezTo>
                    <a:cubicBezTo>
                      <a:pt x="3" y="3"/>
                      <a:pt x="6" y="1"/>
                      <a:pt x="10" y="1"/>
                    </a:cubicBezTo>
                    <a:moveTo>
                      <a:pt x="10" y="0"/>
                    </a:moveTo>
                    <a:cubicBezTo>
                      <a:pt x="4" y="0"/>
                      <a:pt x="0" y="3"/>
                      <a:pt x="1" y="5"/>
                    </a:cubicBezTo>
                    <a:cubicBezTo>
                      <a:pt x="2" y="8"/>
                      <a:pt x="9" y="11"/>
                      <a:pt x="15" y="11"/>
                    </a:cubicBezTo>
                    <a:cubicBezTo>
                      <a:pt x="21" y="10"/>
                      <a:pt x="25" y="8"/>
                      <a:pt x="24" y="5"/>
                    </a:cubicBezTo>
                    <a:cubicBezTo>
                      <a:pt x="22" y="3"/>
                      <a:pt x="16" y="0"/>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3" name="Freeform 298"/>
              <p:cNvSpPr>
                <a:spLocks/>
              </p:cNvSpPr>
              <p:nvPr/>
            </p:nvSpPr>
            <p:spPr bwMode="auto">
              <a:xfrm>
                <a:off x="3598" y="3488"/>
                <a:ext cx="37" cy="18"/>
              </a:xfrm>
              <a:custGeom>
                <a:avLst/>
                <a:gdLst>
                  <a:gd name="T0" fmla="*/ 12 w 21"/>
                  <a:gd name="T1" fmla="*/ 10 h 10"/>
                  <a:gd name="T2" fmla="*/ 1 w 21"/>
                  <a:gd name="T3" fmla="*/ 5 h 10"/>
                  <a:gd name="T4" fmla="*/ 9 w 21"/>
                  <a:gd name="T5" fmla="*/ 0 h 10"/>
                  <a:gd name="T6" fmla="*/ 20 w 21"/>
                  <a:gd name="T7" fmla="*/ 5 h 10"/>
                  <a:gd name="T8" fmla="*/ 12 w 21"/>
                  <a:gd name="T9" fmla="*/ 10 h 10"/>
                </a:gdLst>
                <a:ahLst/>
                <a:cxnLst>
                  <a:cxn ang="0">
                    <a:pos x="T0" y="T1"/>
                  </a:cxn>
                  <a:cxn ang="0">
                    <a:pos x="T2" y="T3"/>
                  </a:cxn>
                  <a:cxn ang="0">
                    <a:pos x="T4" y="T5"/>
                  </a:cxn>
                  <a:cxn ang="0">
                    <a:pos x="T6" y="T7"/>
                  </a:cxn>
                  <a:cxn ang="0">
                    <a:pos x="T8" y="T9"/>
                  </a:cxn>
                </a:cxnLst>
                <a:rect l="0" t="0" r="r" b="b"/>
                <a:pathLst>
                  <a:path w="21" h="10">
                    <a:moveTo>
                      <a:pt x="12" y="10"/>
                    </a:moveTo>
                    <a:cubicBezTo>
                      <a:pt x="7" y="10"/>
                      <a:pt x="2" y="8"/>
                      <a:pt x="1" y="5"/>
                    </a:cubicBezTo>
                    <a:cubicBezTo>
                      <a:pt x="0" y="2"/>
                      <a:pt x="4" y="0"/>
                      <a:pt x="9" y="0"/>
                    </a:cubicBezTo>
                    <a:cubicBezTo>
                      <a:pt x="14" y="0"/>
                      <a:pt x="19" y="2"/>
                      <a:pt x="20" y="5"/>
                    </a:cubicBezTo>
                    <a:cubicBezTo>
                      <a:pt x="21" y="8"/>
                      <a:pt x="18" y="10"/>
                      <a:pt x="12" y="10"/>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4" name="Freeform 299"/>
              <p:cNvSpPr>
                <a:spLocks noEditPoints="1"/>
              </p:cNvSpPr>
              <p:nvPr/>
            </p:nvSpPr>
            <p:spPr bwMode="auto">
              <a:xfrm>
                <a:off x="3596" y="3488"/>
                <a:ext cx="42" cy="18"/>
              </a:xfrm>
              <a:custGeom>
                <a:avLst/>
                <a:gdLst>
                  <a:gd name="T0" fmla="*/ 10 w 24"/>
                  <a:gd name="T1" fmla="*/ 1 h 10"/>
                  <a:gd name="T2" fmla="*/ 20 w 24"/>
                  <a:gd name="T3" fmla="*/ 5 h 10"/>
                  <a:gd name="T4" fmla="*/ 13 w 24"/>
                  <a:gd name="T5" fmla="*/ 9 h 10"/>
                  <a:gd name="T6" fmla="*/ 3 w 24"/>
                  <a:gd name="T7" fmla="*/ 5 h 10"/>
                  <a:gd name="T8" fmla="*/ 10 w 24"/>
                  <a:gd name="T9" fmla="*/ 1 h 10"/>
                  <a:gd name="T10" fmla="*/ 10 w 24"/>
                  <a:gd name="T11" fmla="*/ 0 h 10"/>
                  <a:gd name="T12" fmla="*/ 1 w 24"/>
                  <a:gd name="T13" fmla="*/ 5 h 10"/>
                  <a:gd name="T14" fmla="*/ 14 w 24"/>
                  <a:gd name="T15" fmla="*/ 10 h 10"/>
                  <a:gd name="T16" fmla="*/ 23 w 24"/>
                  <a:gd name="T17" fmla="*/ 5 h 10"/>
                  <a:gd name="T18" fmla="*/ 10 w 24"/>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10">
                    <a:moveTo>
                      <a:pt x="10" y="1"/>
                    </a:moveTo>
                    <a:cubicBezTo>
                      <a:pt x="15" y="1"/>
                      <a:pt x="19" y="3"/>
                      <a:pt x="20" y="5"/>
                    </a:cubicBezTo>
                    <a:cubicBezTo>
                      <a:pt x="21" y="7"/>
                      <a:pt x="18" y="9"/>
                      <a:pt x="13" y="9"/>
                    </a:cubicBezTo>
                    <a:cubicBezTo>
                      <a:pt x="9" y="9"/>
                      <a:pt x="4" y="7"/>
                      <a:pt x="3" y="5"/>
                    </a:cubicBezTo>
                    <a:cubicBezTo>
                      <a:pt x="3" y="3"/>
                      <a:pt x="6" y="1"/>
                      <a:pt x="10" y="1"/>
                    </a:cubicBezTo>
                    <a:moveTo>
                      <a:pt x="10" y="0"/>
                    </a:moveTo>
                    <a:cubicBezTo>
                      <a:pt x="4" y="0"/>
                      <a:pt x="0" y="2"/>
                      <a:pt x="1" y="5"/>
                    </a:cubicBezTo>
                    <a:cubicBezTo>
                      <a:pt x="2" y="8"/>
                      <a:pt x="8" y="10"/>
                      <a:pt x="14" y="10"/>
                    </a:cubicBezTo>
                    <a:cubicBezTo>
                      <a:pt x="20" y="10"/>
                      <a:pt x="24" y="8"/>
                      <a:pt x="23" y="5"/>
                    </a:cubicBezTo>
                    <a:cubicBezTo>
                      <a:pt x="22" y="2"/>
                      <a:pt x="16" y="0"/>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5" name="Freeform 300"/>
              <p:cNvSpPr>
                <a:spLocks/>
              </p:cNvSpPr>
              <p:nvPr/>
            </p:nvSpPr>
            <p:spPr bwMode="auto">
              <a:xfrm>
                <a:off x="3559" y="3494"/>
                <a:ext cx="30" cy="12"/>
              </a:xfrm>
              <a:custGeom>
                <a:avLst/>
                <a:gdLst>
                  <a:gd name="T0" fmla="*/ 10 w 17"/>
                  <a:gd name="T1" fmla="*/ 7 h 7"/>
                  <a:gd name="T2" fmla="*/ 1 w 17"/>
                  <a:gd name="T3" fmla="*/ 3 h 7"/>
                  <a:gd name="T4" fmla="*/ 7 w 17"/>
                  <a:gd name="T5" fmla="*/ 0 h 7"/>
                  <a:gd name="T6" fmla="*/ 16 w 17"/>
                  <a:gd name="T7" fmla="*/ 3 h 7"/>
                  <a:gd name="T8" fmla="*/ 10 w 17"/>
                  <a:gd name="T9" fmla="*/ 7 h 7"/>
                </a:gdLst>
                <a:ahLst/>
                <a:cxnLst>
                  <a:cxn ang="0">
                    <a:pos x="T0" y="T1"/>
                  </a:cxn>
                  <a:cxn ang="0">
                    <a:pos x="T2" y="T3"/>
                  </a:cxn>
                  <a:cxn ang="0">
                    <a:pos x="T4" y="T5"/>
                  </a:cxn>
                  <a:cxn ang="0">
                    <a:pos x="T6" y="T7"/>
                  </a:cxn>
                  <a:cxn ang="0">
                    <a:pos x="T8" y="T9"/>
                  </a:cxn>
                </a:cxnLst>
                <a:rect l="0" t="0" r="r" b="b"/>
                <a:pathLst>
                  <a:path w="17" h="7">
                    <a:moveTo>
                      <a:pt x="10" y="7"/>
                    </a:moveTo>
                    <a:cubicBezTo>
                      <a:pt x="6" y="7"/>
                      <a:pt x="2" y="5"/>
                      <a:pt x="1" y="3"/>
                    </a:cubicBezTo>
                    <a:cubicBezTo>
                      <a:pt x="0" y="1"/>
                      <a:pt x="3" y="0"/>
                      <a:pt x="7" y="0"/>
                    </a:cubicBezTo>
                    <a:cubicBezTo>
                      <a:pt x="11" y="0"/>
                      <a:pt x="15" y="1"/>
                      <a:pt x="16" y="3"/>
                    </a:cubicBezTo>
                    <a:cubicBezTo>
                      <a:pt x="17" y="5"/>
                      <a:pt x="14" y="7"/>
                      <a:pt x="10" y="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6" name="Freeform 301"/>
              <p:cNvSpPr>
                <a:spLocks noEditPoints="1"/>
              </p:cNvSpPr>
              <p:nvPr/>
            </p:nvSpPr>
            <p:spPr bwMode="auto">
              <a:xfrm>
                <a:off x="3557" y="3492"/>
                <a:ext cx="34" cy="14"/>
              </a:xfrm>
              <a:custGeom>
                <a:avLst/>
                <a:gdLst>
                  <a:gd name="T0" fmla="*/ 9 w 19"/>
                  <a:gd name="T1" fmla="*/ 1 h 8"/>
                  <a:gd name="T2" fmla="*/ 16 w 19"/>
                  <a:gd name="T3" fmla="*/ 4 h 8"/>
                  <a:gd name="T4" fmla="*/ 11 w 19"/>
                  <a:gd name="T5" fmla="*/ 7 h 8"/>
                  <a:gd name="T6" fmla="*/ 3 w 19"/>
                  <a:gd name="T7" fmla="*/ 4 h 8"/>
                  <a:gd name="T8" fmla="*/ 9 w 19"/>
                  <a:gd name="T9" fmla="*/ 1 h 8"/>
                  <a:gd name="T10" fmla="*/ 8 w 19"/>
                  <a:gd name="T11" fmla="*/ 0 h 8"/>
                  <a:gd name="T12" fmla="*/ 1 w 19"/>
                  <a:gd name="T13" fmla="*/ 4 h 8"/>
                  <a:gd name="T14" fmla="*/ 11 w 19"/>
                  <a:gd name="T15" fmla="*/ 8 h 8"/>
                  <a:gd name="T16" fmla="*/ 18 w 19"/>
                  <a:gd name="T17" fmla="*/ 4 h 8"/>
                  <a:gd name="T18" fmla="*/ 8 w 19"/>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8">
                    <a:moveTo>
                      <a:pt x="9" y="1"/>
                    </a:moveTo>
                    <a:cubicBezTo>
                      <a:pt x="12" y="1"/>
                      <a:pt x="15" y="3"/>
                      <a:pt x="16" y="4"/>
                    </a:cubicBezTo>
                    <a:cubicBezTo>
                      <a:pt x="16" y="6"/>
                      <a:pt x="14" y="7"/>
                      <a:pt x="11" y="7"/>
                    </a:cubicBezTo>
                    <a:cubicBezTo>
                      <a:pt x="7" y="7"/>
                      <a:pt x="4" y="6"/>
                      <a:pt x="3" y="4"/>
                    </a:cubicBezTo>
                    <a:cubicBezTo>
                      <a:pt x="3" y="3"/>
                      <a:pt x="5" y="1"/>
                      <a:pt x="9" y="1"/>
                    </a:cubicBezTo>
                    <a:moveTo>
                      <a:pt x="8" y="0"/>
                    </a:moveTo>
                    <a:cubicBezTo>
                      <a:pt x="3" y="0"/>
                      <a:pt x="0" y="2"/>
                      <a:pt x="1" y="4"/>
                    </a:cubicBezTo>
                    <a:cubicBezTo>
                      <a:pt x="2" y="7"/>
                      <a:pt x="6" y="8"/>
                      <a:pt x="11" y="8"/>
                    </a:cubicBezTo>
                    <a:cubicBezTo>
                      <a:pt x="16" y="8"/>
                      <a:pt x="19" y="7"/>
                      <a:pt x="18" y="4"/>
                    </a:cubicBezTo>
                    <a:cubicBezTo>
                      <a:pt x="17" y="2"/>
                      <a:pt x="13" y="0"/>
                      <a:pt x="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7" name="Freeform 302"/>
              <p:cNvSpPr>
                <a:spLocks/>
              </p:cNvSpPr>
              <p:nvPr/>
            </p:nvSpPr>
            <p:spPr bwMode="auto">
              <a:xfrm>
                <a:off x="2450" y="3766"/>
                <a:ext cx="26" cy="16"/>
              </a:xfrm>
              <a:custGeom>
                <a:avLst/>
                <a:gdLst>
                  <a:gd name="T0" fmla="*/ 8 w 15"/>
                  <a:gd name="T1" fmla="*/ 9 h 9"/>
                  <a:gd name="T2" fmla="*/ 0 w 15"/>
                  <a:gd name="T3" fmla="*/ 4 h 9"/>
                  <a:gd name="T4" fmla="*/ 7 w 15"/>
                  <a:gd name="T5" fmla="*/ 0 h 9"/>
                  <a:gd name="T6" fmla="*/ 15 w 15"/>
                  <a:gd name="T7" fmla="*/ 4 h 9"/>
                  <a:gd name="T8" fmla="*/ 8 w 15"/>
                  <a:gd name="T9" fmla="*/ 9 h 9"/>
                </a:gdLst>
                <a:ahLst/>
                <a:cxnLst>
                  <a:cxn ang="0">
                    <a:pos x="T0" y="T1"/>
                  </a:cxn>
                  <a:cxn ang="0">
                    <a:pos x="T2" y="T3"/>
                  </a:cxn>
                  <a:cxn ang="0">
                    <a:pos x="T4" y="T5"/>
                  </a:cxn>
                  <a:cxn ang="0">
                    <a:pos x="T6" y="T7"/>
                  </a:cxn>
                  <a:cxn ang="0">
                    <a:pos x="T8" y="T9"/>
                  </a:cxn>
                </a:cxnLst>
                <a:rect l="0" t="0" r="r" b="b"/>
                <a:pathLst>
                  <a:path w="15" h="9">
                    <a:moveTo>
                      <a:pt x="8" y="9"/>
                    </a:moveTo>
                    <a:cubicBezTo>
                      <a:pt x="3" y="9"/>
                      <a:pt x="0" y="7"/>
                      <a:pt x="0" y="4"/>
                    </a:cubicBezTo>
                    <a:cubicBezTo>
                      <a:pt x="0" y="2"/>
                      <a:pt x="3" y="0"/>
                      <a:pt x="7" y="0"/>
                    </a:cubicBezTo>
                    <a:cubicBezTo>
                      <a:pt x="12" y="0"/>
                      <a:pt x="15" y="2"/>
                      <a:pt x="15" y="4"/>
                    </a:cubicBezTo>
                    <a:cubicBezTo>
                      <a:pt x="15" y="7"/>
                      <a:pt x="12" y="9"/>
                      <a:pt x="8" y="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8" name="Freeform 303"/>
              <p:cNvSpPr>
                <a:spLocks noEditPoints="1"/>
              </p:cNvSpPr>
              <p:nvPr/>
            </p:nvSpPr>
            <p:spPr bwMode="auto">
              <a:xfrm>
                <a:off x="2448" y="3766"/>
                <a:ext cx="32" cy="16"/>
              </a:xfrm>
              <a:custGeom>
                <a:avLst/>
                <a:gdLst>
                  <a:gd name="T0" fmla="*/ 9 w 18"/>
                  <a:gd name="T1" fmla="*/ 1 h 9"/>
                  <a:gd name="T2" fmla="*/ 15 w 18"/>
                  <a:gd name="T3" fmla="*/ 4 h 9"/>
                  <a:gd name="T4" fmla="*/ 9 w 18"/>
                  <a:gd name="T5" fmla="*/ 8 h 9"/>
                  <a:gd name="T6" fmla="*/ 2 w 18"/>
                  <a:gd name="T7" fmla="*/ 4 h 9"/>
                  <a:gd name="T8" fmla="*/ 9 w 18"/>
                  <a:gd name="T9" fmla="*/ 1 h 9"/>
                  <a:gd name="T10" fmla="*/ 8 w 18"/>
                  <a:gd name="T11" fmla="*/ 0 h 9"/>
                  <a:gd name="T12" fmla="*/ 0 w 18"/>
                  <a:gd name="T13" fmla="*/ 4 h 9"/>
                  <a:gd name="T14" fmla="*/ 9 w 18"/>
                  <a:gd name="T15" fmla="*/ 9 h 9"/>
                  <a:gd name="T16" fmla="*/ 18 w 18"/>
                  <a:gd name="T17" fmla="*/ 4 h 9"/>
                  <a:gd name="T18" fmla="*/ 8 w 18"/>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9">
                    <a:moveTo>
                      <a:pt x="9" y="1"/>
                    </a:moveTo>
                    <a:cubicBezTo>
                      <a:pt x="12" y="1"/>
                      <a:pt x="15" y="3"/>
                      <a:pt x="15" y="4"/>
                    </a:cubicBezTo>
                    <a:cubicBezTo>
                      <a:pt x="15" y="6"/>
                      <a:pt x="12" y="8"/>
                      <a:pt x="9" y="8"/>
                    </a:cubicBezTo>
                    <a:cubicBezTo>
                      <a:pt x="5" y="8"/>
                      <a:pt x="2" y="6"/>
                      <a:pt x="2" y="4"/>
                    </a:cubicBezTo>
                    <a:cubicBezTo>
                      <a:pt x="2" y="3"/>
                      <a:pt x="5" y="1"/>
                      <a:pt x="9" y="1"/>
                    </a:cubicBezTo>
                    <a:moveTo>
                      <a:pt x="8" y="0"/>
                    </a:moveTo>
                    <a:cubicBezTo>
                      <a:pt x="4" y="0"/>
                      <a:pt x="0" y="2"/>
                      <a:pt x="0" y="4"/>
                    </a:cubicBezTo>
                    <a:cubicBezTo>
                      <a:pt x="0" y="7"/>
                      <a:pt x="4" y="9"/>
                      <a:pt x="9" y="9"/>
                    </a:cubicBezTo>
                    <a:cubicBezTo>
                      <a:pt x="14" y="9"/>
                      <a:pt x="18" y="7"/>
                      <a:pt x="18" y="4"/>
                    </a:cubicBezTo>
                    <a:cubicBezTo>
                      <a:pt x="17" y="2"/>
                      <a:pt x="13" y="0"/>
                      <a:pt x="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9" name="Freeform 304"/>
              <p:cNvSpPr>
                <a:spLocks/>
              </p:cNvSpPr>
              <p:nvPr/>
            </p:nvSpPr>
            <p:spPr bwMode="auto">
              <a:xfrm>
                <a:off x="2713" y="3759"/>
                <a:ext cx="28" cy="16"/>
              </a:xfrm>
              <a:custGeom>
                <a:avLst/>
                <a:gdLst>
                  <a:gd name="T0" fmla="*/ 8 w 16"/>
                  <a:gd name="T1" fmla="*/ 9 h 9"/>
                  <a:gd name="T2" fmla="*/ 0 w 16"/>
                  <a:gd name="T3" fmla="*/ 5 h 9"/>
                  <a:gd name="T4" fmla="*/ 7 w 16"/>
                  <a:gd name="T5" fmla="*/ 0 h 9"/>
                  <a:gd name="T6" fmla="*/ 16 w 16"/>
                  <a:gd name="T7" fmla="*/ 5 h 9"/>
                  <a:gd name="T8" fmla="*/ 8 w 16"/>
                  <a:gd name="T9" fmla="*/ 9 h 9"/>
                </a:gdLst>
                <a:ahLst/>
                <a:cxnLst>
                  <a:cxn ang="0">
                    <a:pos x="T0" y="T1"/>
                  </a:cxn>
                  <a:cxn ang="0">
                    <a:pos x="T2" y="T3"/>
                  </a:cxn>
                  <a:cxn ang="0">
                    <a:pos x="T4" y="T5"/>
                  </a:cxn>
                  <a:cxn ang="0">
                    <a:pos x="T6" y="T7"/>
                  </a:cxn>
                  <a:cxn ang="0">
                    <a:pos x="T8" y="T9"/>
                  </a:cxn>
                </a:cxnLst>
                <a:rect l="0" t="0" r="r" b="b"/>
                <a:pathLst>
                  <a:path w="16" h="9">
                    <a:moveTo>
                      <a:pt x="8" y="9"/>
                    </a:moveTo>
                    <a:cubicBezTo>
                      <a:pt x="4" y="9"/>
                      <a:pt x="0" y="7"/>
                      <a:pt x="0" y="5"/>
                    </a:cubicBezTo>
                    <a:cubicBezTo>
                      <a:pt x="0" y="2"/>
                      <a:pt x="3" y="0"/>
                      <a:pt x="7" y="0"/>
                    </a:cubicBezTo>
                    <a:cubicBezTo>
                      <a:pt x="12" y="0"/>
                      <a:pt x="15" y="2"/>
                      <a:pt x="16" y="5"/>
                    </a:cubicBezTo>
                    <a:cubicBezTo>
                      <a:pt x="16" y="7"/>
                      <a:pt x="13" y="9"/>
                      <a:pt x="8" y="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0" name="Freeform 305"/>
              <p:cNvSpPr>
                <a:spLocks noEditPoints="1"/>
              </p:cNvSpPr>
              <p:nvPr/>
            </p:nvSpPr>
            <p:spPr bwMode="auto">
              <a:xfrm>
                <a:off x="2711" y="3759"/>
                <a:ext cx="32" cy="17"/>
              </a:xfrm>
              <a:custGeom>
                <a:avLst/>
                <a:gdLst>
                  <a:gd name="T0" fmla="*/ 9 w 18"/>
                  <a:gd name="T1" fmla="*/ 1 h 10"/>
                  <a:gd name="T2" fmla="*/ 15 w 18"/>
                  <a:gd name="T3" fmla="*/ 5 h 10"/>
                  <a:gd name="T4" fmla="*/ 9 w 18"/>
                  <a:gd name="T5" fmla="*/ 8 h 10"/>
                  <a:gd name="T6" fmla="*/ 2 w 18"/>
                  <a:gd name="T7" fmla="*/ 5 h 10"/>
                  <a:gd name="T8" fmla="*/ 9 w 18"/>
                  <a:gd name="T9" fmla="*/ 1 h 10"/>
                  <a:gd name="T10" fmla="*/ 8 w 18"/>
                  <a:gd name="T11" fmla="*/ 0 h 10"/>
                  <a:gd name="T12" fmla="*/ 0 w 18"/>
                  <a:gd name="T13" fmla="*/ 5 h 10"/>
                  <a:gd name="T14" fmla="*/ 9 w 18"/>
                  <a:gd name="T15" fmla="*/ 10 h 10"/>
                  <a:gd name="T16" fmla="*/ 18 w 18"/>
                  <a:gd name="T17" fmla="*/ 5 h 10"/>
                  <a:gd name="T18" fmla="*/ 8 w 18"/>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10">
                    <a:moveTo>
                      <a:pt x="9" y="1"/>
                    </a:moveTo>
                    <a:cubicBezTo>
                      <a:pt x="12" y="1"/>
                      <a:pt x="15" y="3"/>
                      <a:pt x="15" y="5"/>
                    </a:cubicBezTo>
                    <a:cubicBezTo>
                      <a:pt x="15" y="7"/>
                      <a:pt x="13" y="8"/>
                      <a:pt x="9" y="8"/>
                    </a:cubicBezTo>
                    <a:cubicBezTo>
                      <a:pt x="6" y="8"/>
                      <a:pt x="3" y="7"/>
                      <a:pt x="2" y="5"/>
                    </a:cubicBezTo>
                    <a:cubicBezTo>
                      <a:pt x="2" y="3"/>
                      <a:pt x="5" y="1"/>
                      <a:pt x="9" y="1"/>
                    </a:cubicBezTo>
                    <a:moveTo>
                      <a:pt x="8" y="0"/>
                    </a:moveTo>
                    <a:cubicBezTo>
                      <a:pt x="3" y="0"/>
                      <a:pt x="0" y="2"/>
                      <a:pt x="0" y="5"/>
                    </a:cubicBezTo>
                    <a:cubicBezTo>
                      <a:pt x="0" y="7"/>
                      <a:pt x="4" y="10"/>
                      <a:pt x="9" y="10"/>
                    </a:cubicBezTo>
                    <a:cubicBezTo>
                      <a:pt x="14" y="10"/>
                      <a:pt x="18" y="7"/>
                      <a:pt x="18" y="5"/>
                    </a:cubicBezTo>
                    <a:cubicBezTo>
                      <a:pt x="18" y="2"/>
                      <a:pt x="13" y="0"/>
                      <a:pt x="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1" name="Freeform 306"/>
              <p:cNvSpPr>
                <a:spLocks/>
              </p:cNvSpPr>
              <p:nvPr/>
            </p:nvSpPr>
            <p:spPr bwMode="auto">
              <a:xfrm>
                <a:off x="2474" y="3706"/>
                <a:ext cx="29" cy="14"/>
              </a:xfrm>
              <a:custGeom>
                <a:avLst/>
                <a:gdLst>
                  <a:gd name="T0" fmla="*/ 8 w 16"/>
                  <a:gd name="T1" fmla="*/ 8 h 8"/>
                  <a:gd name="T2" fmla="*/ 0 w 16"/>
                  <a:gd name="T3" fmla="*/ 4 h 8"/>
                  <a:gd name="T4" fmla="*/ 8 w 16"/>
                  <a:gd name="T5" fmla="*/ 0 h 8"/>
                  <a:gd name="T6" fmla="*/ 16 w 16"/>
                  <a:gd name="T7" fmla="*/ 4 h 8"/>
                  <a:gd name="T8" fmla="*/ 8 w 16"/>
                  <a:gd name="T9" fmla="*/ 8 h 8"/>
                </a:gdLst>
                <a:ahLst/>
                <a:cxnLst>
                  <a:cxn ang="0">
                    <a:pos x="T0" y="T1"/>
                  </a:cxn>
                  <a:cxn ang="0">
                    <a:pos x="T2" y="T3"/>
                  </a:cxn>
                  <a:cxn ang="0">
                    <a:pos x="T4" y="T5"/>
                  </a:cxn>
                  <a:cxn ang="0">
                    <a:pos x="T6" y="T7"/>
                  </a:cxn>
                  <a:cxn ang="0">
                    <a:pos x="T8" y="T9"/>
                  </a:cxn>
                </a:cxnLst>
                <a:rect l="0" t="0" r="r" b="b"/>
                <a:pathLst>
                  <a:path w="16" h="8">
                    <a:moveTo>
                      <a:pt x="8" y="8"/>
                    </a:moveTo>
                    <a:cubicBezTo>
                      <a:pt x="4" y="8"/>
                      <a:pt x="1" y="7"/>
                      <a:pt x="0" y="4"/>
                    </a:cubicBezTo>
                    <a:cubicBezTo>
                      <a:pt x="0" y="2"/>
                      <a:pt x="4" y="0"/>
                      <a:pt x="8" y="0"/>
                    </a:cubicBezTo>
                    <a:cubicBezTo>
                      <a:pt x="12" y="0"/>
                      <a:pt x="16" y="2"/>
                      <a:pt x="16" y="4"/>
                    </a:cubicBezTo>
                    <a:cubicBezTo>
                      <a:pt x="16" y="7"/>
                      <a:pt x="12" y="8"/>
                      <a:pt x="8" y="8"/>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2" name="Freeform 307"/>
              <p:cNvSpPr>
                <a:spLocks noEditPoints="1"/>
              </p:cNvSpPr>
              <p:nvPr/>
            </p:nvSpPr>
            <p:spPr bwMode="auto">
              <a:xfrm>
                <a:off x="2473" y="3706"/>
                <a:ext cx="31" cy="16"/>
              </a:xfrm>
              <a:custGeom>
                <a:avLst/>
                <a:gdLst>
                  <a:gd name="T0" fmla="*/ 9 w 18"/>
                  <a:gd name="T1" fmla="*/ 1 h 9"/>
                  <a:gd name="T2" fmla="*/ 15 w 18"/>
                  <a:gd name="T3" fmla="*/ 4 h 9"/>
                  <a:gd name="T4" fmla="*/ 9 w 18"/>
                  <a:gd name="T5" fmla="*/ 8 h 9"/>
                  <a:gd name="T6" fmla="*/ 3 w 18"/>
                  <a:gd name="T7" fmla="*/ 4 h 9"/>
                  <a:gd name="T8" fmla="*/ 9 w 18"/>
                  <a:gd name="T9" fmla="*/ 1 h 9"/>
                  <a:gd name="T10" fmla="*/ 9 w 18"/>
                  <a:gd name="T11" fmla="*/ 0 h 9"/>
                  <a:gd name="T12" fmla="*/ 0 w 18"/>
                  <a:gd name="T13" fmla="*/ 4 h 9"/>
                  <a:gd name="T14" fmla="*/ 9 w 18"/>
                  <a:gd name="T15" fmla="*/ 9 h 9"/>
                  <a:gd name="T16" fmla="*/ 18 w 18"/>
                  <a:gd name="T17" fmla="*/ 4 h 9"/>
                  <a:gd name="T18" fmla="*/ 9 w 18"/>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9">
                    <a:moveTo>
                      <a:pt x="9" y="1"/>
                    </a:moveTo>
                    <a:cubicBezTo>
                      <a:pt x="12" y="1"/>
                      <a:pt x="15" y="2"/>
                      <a:pt x="15" y="4"/>
                    </a:cubicBezTo>
                    <a:cubicBezTo>
                      <a:pt x="15" y="6"/>
                      <a:pt x="13" y="8"/>
                      <a:pt x="9" y="8"/>
                    </a:cubicBezTo>
                    <a:cubicBezTo>
                      <a:pt x="6" y="8"/>
                      <a:pt x="3" y="6"/>
                      <a:pt x="3" y="4"/>
                    </a:cubicBezTo>
                    <a:cubicBezTo>
                      <a:pt x="3" y="2"/>
                      <a:pt x="5" y="1"/>
                      <a:pt x="9" y="1"/>
                    </a:cubicBezTo>
                    <a:moveTo>
                      <a:pt x="9" y="0"/>
                    </a:moveTo>
                    <a:cubicBezTo>
                      <a:pt x="4" y="0"/>
                      <a:pt x="0" y="2"/>
                      <a:pt x="0" y="4"/>
                    </a:cubicBezTo>
                    <a:cubicBezTo>
                      <a:pt x="0" y="7"/>
                      <a:pt x="4" y="9"/>
                      <a:pt x="9" y="9"/>
                    </a:cubicBezTo>
                    <a:cubicBezTo>
                      <a:pt x="14" y="9"/>
                      <a:pt x="18" y="7"/>
                      <a:pt x="18" y="4"/>
                    </a:cubicBezTo>
                    <a:cubicBezTo>
                      <a:pt x="18" y="2"/>
                      <a:pt x="14" y="0"/>
                      <a:pt x="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3" name="Freeform 308"/>
              <p:cNvSpPr>
                <a:spLocks/>
              </p:cNvSpPr>
              <p:nvPr/>
            </p:nvSpPr>
            <p:spPr bwMode="auto">
              <a:xfrm>
                <a:off x="2425" y="3575"/>
                <a:ext cx="41" cy="21"/>
              </a:xfrm>
              <a:custGeom>
                <a:avLst/>
                <a:gdLst>
                  <a:gd name="T0" fmla="*/ 12 w 23"/>
                  <a:gd name="T1" fmla="*/ 12 h 12"/>
                  <a:gd name="T2" fmla="*/ 0 w 23"/>
                  <a:gd name="T3" fmla="*/ 6 h 12"/>
                  <a:gd name="T4" fmla="*/ 11 w 23"/>
                  <a:gd name="T5" fmla="*/ 0 h 12"/>
                  <a:gd name="T6" fmla="*/ 23 w 23"/>
                  <a:gd name="T7" fmla="*/ 6 h 12"/>
                  <a:gd name="T8" fmla="*/ 12 w 23"/>
                  <a:gd name="T9" fmla="*/ 12 h 12"/>
                </a:gdLst>
                <a:ahLst/>
                <a:cxnLst>
                  <a:cxn ang="0">
                    <a:pos x="T0" y="T1"/>
                  </a:cxn>
                  <a:cxn ang="0">
                    <a:pos x="T2" y="T3"/>
                  </a:cxn>
                  <a:cxn ang="0">
                    <a:pos x="T4" y="T5"/>
                  </a:cxn>
                  <a:cxn ang="0">
                    <a:pos x="T6" y="T7"/>
                  </a:cxn>
                  <a:cxn ang="0">
                    <a:pos x="T8" y="T9"/>
                  </a:cxn>
                </a:cxnLst>
                <a:rect l="0" t="0" r="r" b="b"/>
                <a:pathLst>
                  <a:path w="23" h="12">
                    <a:moveTo>
                      <a:pt x="12" y="12"/>
                    </a:moveTo>
                    <a:cubicBezTo>
                      <a:pt x="5" y="12"/>
                      <a:pt x="0" y="9"/>
                      <a:pt x="0" y="6"/>
                    </a:cubicBezTo>
                    <a:cubicBezTo>
                      <a:pt x="0" y="2"/>
                      <a:pt x="5" y="0"/>
                      <a:pt x="11" y="0"/>
                    </a:cubicBezTo>
                    <a:cubicBezTo>
                      <a:pt x="18" y="0"/>
                      <a:pt x="23" y="2"/>
                      <a:pt x="23" y="6"/>
                    </a:cubicBezTo>
                    <a:cubicBezTo>
                      <a:pt x="23" y="9"/>
                      <a:pt x="18" y="12"/>
                      <a:pt x="12" y="12"/>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4" name="Freeform 309"/>
              <p:cNvSpPr>
                <a:spLocks noEditPoints="1"/>
              </p:cNvSpPr>
              <p:nvPr/>
            </p:nvSpPr>
            <p:spPr bwMode="auto">
              <a:xfrm>
                <a:off x="2423" y="3573"/>
                <a:ext cx="44" cy="23"/>
              </a:xfrm>
              <a:custGeom>
                <a:avLst/>
                <a:gdLst>
                  <a:gd name="T0" fmla="*/ 12 w 25"/>
                  <a:gd name="T1" fmla="*/ 1 h 13"/>
                  <a:gd name="T2" fmla="*/ 23 w 25"/>
                  <a:gd name="T3" fmla="*/ 7 h 13"/>
                  <a:gd name="T4" fmla="*/ 13 w 25"/>
                  <a:gd name="T5" fmla="*/ 12 h 13"/>
                  <a:gd name="T6" fmla="*/ 2 w 25"/>
                  <a:gd name="T7" fmla="*/ 7 h 13"/>
                  <a:gd name="T8" fmla="*/ 12 w 25"/>
                  <a:gd name="T9" fmla="*/ 1 h 13"/>
                  <a:gd name="T10" fmla="*/ 12 w 25"/>
                  <a:gd name="T11" fmla="*/ 0 h 13"/>
                  <a:gd name="T12" fmla="*/ 0 w 25"/>
                  <a:gd name="T13" fmla="*/ 7 h 13"/>
                  <a:gd name="T14" fmla="*/ 13 w 25"/>
                  <a:gd name="T15" fmla="*/ 13 h 13"/>
                  <a:gd name="T16" fmla="*/ 25 w 25"/>
                  <a:gd name="T17" fmla="*/ 7 h 13"/>
                  <a:gd name="T18" fmla="*/ 12 w 2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13">
                    <a:moveTo>
                      <a:pt x="12" y="1"/>
                    </a:moveTo>
                    <a:cubicBezTo>
                      <a:pt x="18" y="1"/>
                      <a:pt x="23" y="4"/>
                      <a:pt x="23" y="7"/>
                    </a:cubicBezTo>
                    <a:cubicBezTo>
                      <a:pt x="23" y="10"/>
                      <a:pt x="18" y="12"/>
                      <a:pt x="13" y="12"/>
                    </a:cubicBezTo>
                    <a:cubicBezTo>
                      <a:pt x="7" y="12"/>
                      <a:pt x="2" y="10"/>
                      <a:pt x="2" y="7"/>
                    </a:cubicBezTo>
                    <a:cubicBezTo>
                      <a:pt x="2" y="4"/>
                      <a:pt x="7" y="1"/>
                      <a:pt x="12" y="1"/>
                    </a:cubicBezTo>
                    <a:moveTo>
                      <a:pt x="12" y="0"/>
                    </a:moveTo>
                    <a:cubicBezTo>
                      <a:pt x="5" y="0"/>
                      <a:pt x="0" y="3"/>
                      <a:pt x="0" y="7"/>
                    </a:cubicBezTo>
                    <a:cubicBezTo>
                      <a:pt x="0" y="10"/>
                      <a:pt x="6" y="13"/>
                      <a:pt x="13" y="13"/>
                    </a:cubicBezTo>
                    <a:cubicBezTo>
                      <a:pt x="20" y="13"/>
                      <a:pt x="25" y="10"/>
                      <a:pt x="25" y="7"/>
                    </a:cubicBezTo>
                    <a:cubicBezTo>
                      <a:pt x="25" y="3"/>
                      <a:pt x="19" y="0"/>
                      <a:pt x="1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5" name="Freeform 310"/>
              <p:cNvSpPr>
                <a:spLocks/>
              </p:cNvSpPr>
              <p:nvPr/>
            </p:nvSpPr>
            <p:spPr bwMode="auto">
              <a:xfrm>
                <a:off x="2598" y="3534"/>
                <a:ext cx="41" cy="22"/>
              </a:xfrm>
              <a:custGeom>
                <a:avLst/>
                <a:gdLst>
                  <a:gd name="T0" fmla="*/ 12 w 23"/>
                  <a:gd name="T1" fmla="*/ 12 h 12"/>
                  <a:gd name="T2" fmla="*/ 0 w 23"/>
                  <a:gd name="T3" fmla="*/ 6 h 12"/>
                  <a:gd name="T4" fmla="*/ 11 w 23"/>
                  <a:gd name="T5" fmla="*/ 0 h 12"/>
                  <a:gd name="T6" fmla="*/ 23 w 23"/>
                  <a:gd name="T7" fmla="*/ 6 h 12"/>
                  <a:gd name="T8" fmla="*/ 12 w 23"/>
                  <a:gd name="T9" fmla="*/ 12 h 12"/>
                </a:gdLst>
                <a:ahLst/>
                <a:cxnLst>
                  <a:cxn ang="0">
                    <a:pos x="T0" y="T1"/>
                  </a:cxn>
                  <a:cxn ang="0">
                    <a:pos x="T2" y="T3"/>
                  </a:cxn>
                  <a:cxn ang="0">
                    <a:pos x="T4" y="T5"/>
                  </a:cxn>
                  <a:cxn ang="0">
                    <a:pos x="T6" y="T7"/>
                  </a:cxn>
                  <a:cxn ang="0">
                    <a:pos x="T8" y="T9"/>
                  </a:cxn>
                </a:cxnLst>
                <a:rect l="0" t="0" r="r" b="b"/>
                <a:pathLst>
                  <a:path w="23" h="12">
                    <a:moveTo>
                      <a:pt x="12" y="12"/>
                    </a:moveTo>
                    <a:cubicBezTo>
                      <a:pt x="6" y="12"/>
                      <a:pt x="0" y="9"/>
                      <a:pt x="0" y="6"/>
                    </a:cubicBezTo>
                    <a:cubicBezTo>
                      <a:pt x="0" y="3"/>
                      <a:pt x="5" y="0"/>
                      <a:pt x="11" y="0"/>
                    </a:cubicBezTo>
                    <a:cubicBezTo>
                      <a:pt x="17" y="0"/>
                      <a:pt x="23" y="3"/>
                      <a:pt x="23" y="6"/>
                    </a:cubicBezTo>
                    <a:cubicBezTo>
                      <a:pt x="23" y="9"/>
                      <a:pt x="18" y="12"/>
                      <a:pt x="12" y="12"/>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6" name="Freeform 311"/>
              <p:cNvSpPr>
                <a:spLocks noEditPoints="1"/>
              </p:cNvSpPr>
              <p:nvPr/>
            </p:nvSpPr>
            <p:spPr bwMode="auto">
              <a:xfrm>
                <a:off x="2596" y="3534"/>
                <a:ext cx="46" cy="23"/>
              </a:xfrm>
              <a:custGeom>
                <a:avLst/>
                <a:gdLst>
                  <a:gd name="T0" fmla="*/ 12 w 26"/>
                  <a:gd name="T1" fmla="*/ 1 h 13"/>
                  <a:gd name="T2" fmla="*/ 23 w 26"/>
                  <a:gd name="T3" fmla="*/ 6 h 13"/>
                  <a:gd name="T4" fmla="*/ 13 w 26"/>
                  <a:gd name="T5" fmla="*/ 11 h 13"/>
                  <a:gd name="T6" fmla="*/ 2 w 26"/>
                  <a:gd name="T7" fmla="*/ 6 h 13"/>
                  <a:gd name="T8" fmla="*/ 12 w 26"/>
                  <a:gd name="T9" fmla="*/ 1 h 13"/>
                  <a:gd name="T10" fmla="*/ 12 w 26"/>
                  <a:gd name="T11" fmla="*/ 0 h 13"/>
                  <a:gd name="T12" fmla="*/ 0 w 26"/>
                  <a:gd name="T13" fmla="*/ 6 h 13"/>
                  <a:gd name="T14" fmla="*/ 13 w 26"/>
                  <a:gd name="T15" fmla="*/ 13 h 13"/>
                  <a:gd name="T16" fmla="*/ 25 w 26"/>
                  <a:gd name="T17" fmla="*/ 6 h 13"/>
                  <a:gd name="T18" fmla="*/ 12 w 2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3">
                    <a:moveTo>
                      <a:pt x="12" y="1"/>
                    </a:moveTo>
                    <a:cubicBezTo>
                      <a:pt x="18" y="1"/>
                      <a:pt x="23" y="3"/>
                      <a:pt x="23" y="6"/>
                    </a:cubicBezTo>
                    <a:cubicBezTo>
                      <a:pt x="23" y="9"/>
                      <a:pt x="19" y="11"/>
                      <a:pt x="13" y="11"/>
                    </a:cubicBezTo>
                    <a:cubicBezTo>
                      <a:pt x="7" y="11"/>
                      <a:pt x="3" y="9"/>
                      <a:pt x="2" y="6"/>
                    </a:cubicBezTo>
                    <a:cubicBezTo>
                      <a:pt x="2" y="3"/>
                      <a:pt x="7" y="1"/>
                      <a:pt x="12" y="1"/>
                    </a:cubicBezTo>
                    <a:moveTo>
                      <a:pt x="12" y="0"/>
                    </a:moveTo>
                    <a:cubicBezTo>
                      <a:pt x="5" y="0"/>
                      <a:pt x="0" y="3"/>
                      <a:pt x="0" y="6"/>
                    </a:cubicBezTo>
                    <a:cubicBezTo>
                      <a:pt x="0" y="10"/>
                      <a:pt x="6" y="13"/>
                      <a:pt x="13" y="13"/>
                    </a:cubicBezTo>
                    <a:cubicBezTo>
                      <a:pt x="20" y="13"/>
                      <a:pt x="26" y="10"/>
                      <a:pt x="25" y="6"/>
                    </a:cubicBezTo>
                    <a:cubicBezTo>
                      <a:pt x="25" y="3"/>
                      <a:pt x="19" y="0"/>
                      <a:pt x="1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7" name="Freeform 312"/>
              <p:cNvSpPr>
                <a:spLocks/>
              </p:cNvSpPr>
              <p:nvPr/>
            </p:nvSpPr>
            <p:spPr bwMode="auto">
              <a:xfrm>
                <a:off x="2609" y="3600"/>
                <a:ext cx="42" cy="21"/>
              </a:xfrm>
              <a:custGeom>
                <a:avLst/>
                <a:gdLst>
                  <a:gd name="T0" fmla="*/ 12 w 24"/>
                  <a:gd name="T1" fmla="*/ 12 h 12"/>
                  <a:gd name="T2" fmla="*/ 0 w 24"/>
                  <a:gd name="T3" fmla="*/ 6 h 12"/>
                  <a:gd name="T4" fmla="*/ 11 w 24"/>
                  <a:gd name="T5" fmla="*/ 0 h 12"/>
                  <a:gd name="T6" fmla="*/ 23 w 24"/>
                  <a:gd name="T7" fmla="*/ 6 h 12"/>
                  <a:gd name="T8" fmla="*/ 12 w 24"/>
                  <a:gd name="T9" fmla="*/ 12 h 12"/>
                </a:gdLst>
                <a:ahLst/>
                <a:cxnLst>
                  <a:cxn ang="0">
                    <a:pos x="T0" y="T1"/>
                  </a:cxn>
                  <a:cxn ang="0">
                    <a:pos x="T2" y="T3"/>
                  </a:cxn>
                  <a:cxn ang="0">
                    <a:pos x="T4" y="T5"/>
                  </a:cxn>
                  <a:cxn ang="0">
                    <a:pos x="T6" y="T7"/>
                  </a:cxn>
                  <a:cxn ang="0">
                    <a:pos x="T8" y="T9"/>
                  </a:cxn>
                </a:cxnLst>
                <a:rect l="0" t="0" r="r" b="b"/>
                <a:pathLst>
                  <a:path w="24" h="12">
                    <a:moveTo>
                      <a:pt x="12" y="12"/>
                    </a:moveTo>
                    <a:cubicBezTo>
                      <a:pt x="6" y="12"/>
                      <a:pt x="0" y="9"/>
                      <a:pt x="0" y="6"/>
                    </a:cubicBezTo>
                    <a:cubicBezTo>
                      <a:pt x="0" y="2"/>
                      <a:pt x="5" y="0"/>
                      <a:pt x="11" y="0"/>
                    </a:cubicBezTo>
                    <a:cubicBezTo>
                      <a:pt x="18" y="0"/>
                      <a:pt x="23" y="2"/>
                      <a:pt x="23" y="6"/>
                    </a:cubicBezTo>
                    <a:cubicBezTo>
                      <a:pt x="24" y="9"/>
                      <a:pt x="19" y="12"/>
                      <a:pt x="12" y="12"/>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8" name="Freeform 313"/>
              <p:cNvSpPr>
                <a:spLocks noEditPoints="1"/>
              </p:cNvSpPr>
              <p:nvPr/>
            </p:nvSpPr>
            <p:spPr bwMode="auto">
              <a:xfrm>
                <a:off x="2607" y="3598"/>
                <a:ext cx="46" cy="23"/>
              </a:xfrm>
              <a:custGeom>
                <a:avLst/>
                <a:gdLst>
                  <a:gd name="T0" fmla="*/ 12 w 26"/>
                  <a:gd name="T1" fmla="*/ 1 h 13"/>
                  <a:gd name="T2" fmla="*/ 23 w 26"/>
                  <a:gd name="T3" fmla="*/ 7 h 13"/>
                  <a:gd name="T4" fmla="*/ 13 w 26"/>
                  <a:gd name="T5" fmla="*/ 12 h 13"/>
                  <a:gd name="T6" fmla="*/ 2 w 26"/>
                  <a:gd name="T7" fmla="*/ 7 h 13"/>
                  <a:gd name="T8" fmla="*/ 12 w 26"/>
                  <a:gd name="T9" fmla="*/ 1 h 13"/>
                  <a:gd name="T10" fmla="*/ 12 w 26"/>
                  <a:gd name="T11" fmla="*/ 0 h 13"/>
                  <a:gd name="T12" fmla="*/ 0 w 26"/>
                  <a:gd name="T13" fmla="*/ 7 h 13"/>
                  <a:gd name="T14" fmla="*/ 13 w 26"/>
                  <a:gd name="T15" fmla="*/ 13 h 13"/>
                  <a:gd name="T16" fmla="*/ 26 w 26"/>
                  <a:gd name="T17" fmla="*/ 7 h 13"/>
                  <a:gd name="T18" fmla="*/ 12 w 2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3">
                    <a:moveTo>
                      <a:pt x="12" y="1"/>
                    </a:moveTo>
                    <a:cubicBezTo>
                      <a:pt x="18" y="1"/>
                      <a:pt x="23" y="4"/>
                      <a:pt x="23" y="7"/>
                    </a:cubicBezTo>
                    <a:cubicBezTo>
                      <a:pt x="23" y="10"/>
                      <a:pt x="19" y="12"/>
                      <a:pt x="13" y="12"/>
                    </a:cubicBezTo>
                    <a:cubicBezTo>
                      <a:pt x="8" y="12"/>
                      <a:pt x="3" y="10"/>
                      <a:pt x="2" y="7"/>
                    </a:cubicBezTo>
                    <a:cubicBezTo>
                      <a:pt x="2" y="4"/>
                      <a:pt x="7" y="1"/>
                      <a:pt x="12" y="1"/>
                    </a:cubicBezTo>
                    <a:moveTo>
                      <a:pt x="12" y="0"/>
                    </a:moveTo>
                    <a:cubicBezTo>
                      <a:pt x="5" y="0"/>
                      <a:pt x="0" y="3"/>
                      <a:pt x="0" y="7"/>
                    </a:cubicBezTo>
                    <a:cubicBezTo>
                      <a:pt x="0" y="10"/>
                      <a:pt x="6" y="13"/>
                      <a:pt x="13" y="13"/>
                    </a:cubicBezTo>
                    <a:cubicBezTo>
                      <a:pt x="20" y="13"/>
                      <a:pt x="26" y="10"/>
                      <a:pt x="26" y="7"/>
                    </a:cubicBezTo>
                    <a:cubicBezTo>
                      <a:pt x="25" y="3"/>
                      <a:pt x="19" y="0"/>
                      <a:pt x="1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9" name="Freeform 314"/>
              <p:cNvSpPr>
                <a:spLocks/>
              </p:cNvSpPr>
              <p:nvPr/>
            </p:nvSpPr>
            <p:spPr bwMode="auto">
              <a:xfrm>
                <a:off x="2828" y="3600"/>
                <a:ext cx="76" cy="37"/>
              </a:xfrm>
              <a:custGeom>
                <a:avLst/>
                <a:gdLst>
                  <a:gd name="T0" fmla="*/ 23 w 43"/>
                  <a:gd name="T1" fmla="*/ 21 h 21"/>
                  <a:gd name="T2" fmla="*/ 1 w 43"/>
                  <a:gd name="T3" fmla="*/ 11 h 21"/>
                  <a:gd name="T4" fmla="*/ 20 w 43"/>
                  <a:gd name="T5" fmla="*/ 0 h 21"/>
                  <a:gd name="T6" fmla="*/ 42 w 43"/>
                  <a:gd name="T7" fmla="*/ 10 h 21"/>
                  <a:gd name="T8" fmla="*/ 23 w 43"/>
                  <a:gd name="T9" fmla="*/ 21 h 21"/>
                </a:gdLst>
                <a:ahLst/>
                <a:cxnLst>
                  <a:cxn ang="0">
                    <a:pos x="T0" y="T1"/>
                  </a:cxn>
                  <a:cxn ang="0">
                    <a:pos x="T2" y="T3"/>
                  </a:cxn>
                  <a:cxn ang="0">
                    <a:pos x="T4" y="T5"/>
                  </a:cxn>
                  <a:cxn ang="0">
                    <a:pos x="T6" y="T7"/>
                  </a:cxn>
                  <a:cxn ang="0">
                    <a:pos x="T8" y="T9"/>
                  </a:cxn>
                </a:cxnLst>
                <a:rect l="0" t="0" r="r" b="b"/>
                <a:pathLst>
                  <a:path w="43" h="21">
                    <a:moveTo>
                      <a:pt x="23" y="21"/>
                    </a:moveTo>
                    <a:cubicBezTo>
                      <a:pt x="12" y="21"/>
                      <a:pt x="2" y="16"/>
                      <a:pt x="1" y="11"/>
                    </a:cubicBezTo>
                    <a:cubicBezTo>
                      <a:pt x="0" y="5"/>
                      <a:pt x="9" y="0"/>
                      <a:pt x="20" y="0"/>
                    </a:cubicBezTo>
                    <a:cubicBezTo>
                      <a:pt x="31" y="0"/>
                      <a:pt x="41" y="5"/>
                      <a:pt x="42" y="10"/>
                    </a:cubicBezTo>
                    <a:cubicBezTo>
                      <a:pt x="43" y="16"/>
                      <a:pt x="34" y="21"/>
                      <a:pt x="23" y="21"/>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0" name="Freeform 315"/>
              <p:cNvSpPr>
                <a:spLocks noEditPoints="1"/>
              </p:cNvSpPr>
              <p:nvPr/>
            </p:nvSpPr>
            <p:spPr bwMode="auto">
              <a:xfrm>
                <a:off x="2826" y="3598"/>
                <a:ext cx="79" cy="41"/>
              </a:xfrm>
              <a:custGeom>
                <a:avLst/>
                <a:gdLst>
                  <a:gd name="T0" fmla="*/ 21 w 45"/>
                  <a:gd name="T1" fmla="*/ 2 h 23"/>
                  <a:gd name="T2" fmla="*/ 42 w 45"/>
                  <a:gd name="T3" fmla="*/ 11 h 23"/>
                  <a:gd name="T4" fmla="*/ 24 w 45"/>
                  <a:gd name="T5" fmla="*/ 21 h 23"/>
                  <a:gd name="T6" fmla="*/ 3 w 45"/>
                  <a:gd name="T7" fmla="*/ 12 h 23"/>
                  <a:gd name="T8" fmla="*/ 21 w 45"/>
                  <a:gd name="T9" fmla="*/ 2 h 23"/>
                  <a:gd name="T10" fmla="*/ 21 w 45"/>
                  <a:gd name="T11" fmla="*/ 0 h 23"/>
                  <a:gd name="T12" fmla="*/ 1 w 45"/>
                  <a:gd name="T13" fmla="*/ 12 h 23"/>
                  <a:gd name="T14" fmla="*/ 24 w 45"/>
                  <a:gd name="T15" fmla="*/ 23 h 23"/>
                  <a:gd name="T16" fmla="*/ 44 w 45"/>
                  <a:gd name="T17" fmla="*/ 11 h 23"/>
                  <a:gd name="T18" fmla="*/ 21 w 45"/>
                  <a:gd name="T1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23">
                    <a:moveTo>
                      <a:pt x="21" y="2"/>
                    </a:moveTo>
                    <a:cubicBezTo>
                      <a:pt x="31" y="2"/>
                      <a:pt x="41" y="6"/>
                      <a:pt x="42" y="11"/>
                    </a:cubicBezTo>
                    <a:cubicBezTo>
                      <a:pt x="42" y="17"/>
                      <a:pt x="34" y="21"/>
                      <a:pt x="24" y="21"/>
                    </a:cubicBezTo>
                    <a:cubicBezTo>
                      <a:pt x="13" y="21"/>
                      <a:pt x="4" y="17"/>
                      <a:pt x="3" y="12"/>
                    </a:cubicBezTo>
                    <a:cubicBezTo>
                      <a:pt x="3" y="6"/>
                      <a:pt x="10" y="2"/>
                      <a:pt x="21" y="2"/>
                    </a:cubicBezTo>
                    <a:moveTo>
                      <a:pt x="21" y="0"/>
                    </a:moveTo>
                    <a:cubicBezTo>
                      <a:pt x="9" y="0"/>
                      <a:pt x="0" y="5"/>
                      <a:pt x="1" y="12"/>
                    </a:cubicBezTo>
                    <a:cubicBezTo>
                      <a:pt x="2" y="18"/>
                      <a:pt x="12" y="23"/>
                      <a:pt x="24" y="23"/>
                    </a:cubicBezTo>
                    <a:cubicBezTo>
                      <a:pt x="36" y="23"/>
                      <a:pt x="45" y="18"/>
                      <a:pt x="44" y="11"/>
                    </a:cubicBezTo>
                    <a:cubicBezTo>
                      <a:pt x="43" y="5"/>
                      <a:pt x="33" y="0"/>
                      <a:pt x="2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1" name="Freeform 316"/>
              <p:cNvSpPr>
                <a:spLocks/>
              </p:cNvSpPr>
              <p:nvPr/>
            </p:nvSpPr>
            <p:spPr bwMode="auto">
              <a:xfrm>
                <a:off x="2911" y="3593"/>
                <a:ext cx="76" cy="37"/>
              </a:xfrm>
              <a:custGeom>
                <a:avLst/>
                <a:gdLst>
                  <a:gd name="T0" fmla="*/ 24 w 43"/>
                  <a:gd name="T1" fmla="*/ 21 h 21"/>
                  <a:gd name="T2" fmla="*/ 1 w 43"/>
                  <a:gd name="T3" fmla="*/ 11 h 21"/>
                  <a:gd name="T4" fmla="*/ 20 w 43"/>
                  <a:gd name="T5" fmla="*/ 0 h 21"/>
                  <a:gd name="T6" fmla="*/ 42 w 43"/>
                  <a:gd name="T7" fmla="*/ 11 h 21"/>
                  <a:gd name="T8" fmla="*/ 24 w 43"/>
                  <a:gd name="T9" fmla="*/ 21 h 21"/>
                </a:gdLst>
                <a:ahLst/>
                <a:cxnLst>
                  <a:cxn ang="0">
                    <a:pos x="T0" y="T1"/>
                  </a:cxn>
                  <a:cxn ang="0">
                    <a:pos x="T2" y="T3"/>
                  </a:cxn>
                  <a:cxn ang="0">
                    <a:pos x="T4" y="T5"/>
                  </a:cxn>
                  <a:cxn ang="0">
                    <a:pos x="T6" y="T7"/>
                  </a:cxn>
                  <a:cxn ang="0">
                    <a:pos x="T8" y="T9"/>
                  </a:cxn>
                </a:cxnLst>
                <a:rect l="0" t="0" r="r" b="b"/>
                <a:pathLst>
                  <a:path w="43" h="21">
                    <a:moveTo>
                      <a:pt x="24" y="21"/>
                    </a:moveTo>
                    <a:cubicBezTo>
                      <a:pt x="12" y="21"/>
                      <a:pt x="2" y="17"/>
                      <a:pt x="1" y="11"/>
                    </a:cubicBezTo>
                    <a:cubicBezTo>
                      <a:pt x="0" y="5"/>
                      <a:pt x="9" y="0"/>
                      <a:pt x="20" y="0"/>
                    </a:cubicBezTo>
                    <a:cubicBezTo>
                      <a:pt x="31" y="0"/>
                      <a:pt x="41" y="5"/>
                      <a:pt x="42" y="11"/>
                    </a:cubicBezTo>
                    <a:cubicBezTo>
                      <a:pt x="43" y="17"/>
                      <a:pt x="35" y="21"/>
                      <a:pt x="24" y="21"/>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2" name="Freeform 317"/>
              <p:cNvSpPr>
                <a:spLocks noEditPoints="1"/>
              </p:cNvSpPr>
              <p:nvPr/>
            </p:nvSpPr>
            <p:spPr bwMode="auto">
              <a:xfrm>
                <a:off x="2909" y="3593"/>
                <a:ext cx="79" cy="39"/>
              </a:xfrm>
              <a:custGeom>
                <a:avLst/>
                <a:gdLst>
                  <a:gd name="T0" fmla="*/ 21 w 45"/>
                  <a:gd name="T1" fmla="*/ 1 h 22"/>
                  <a:gd name="T2" fmla="*/ 42 w 45"/>
                  <a:gd name="T3" fmla="*/ 11 h 22"/>
                  <a:gd name="T4" fmla="*/ 24 w 45"/>
                  <a:gd name="T5" fmla="*/ 21 h 22"/>
                  <a:gd name="T6" fmla="*/ 4 w 45"/>
                  <a:gd name="T7" fmla="*/ 11 h 22"/>
                  <a:gd name="T8" fmla="*/ 21 w 45"/>
                  <a:gd name="T9" fmla="*/ 1 h 22"/>
                  <a:gd name="T10" fmla="*/ 21 w 45"/>
                  <a:gd name="T11" fmla="*/ 0 h 22"/>
                  <a:gd name="T12" fmla="*/ 1 w 45"/>
                  <a:gd name="T13" fmla="*/ 11 h 22"/>
                  <a:gd name="T14" fmla="*/ 25 w 45"/>
                  <a:gd name="T15" fmla="*/ 22 h 22"/>
                  <a:gd name="T16" fmla="*/ 44 w 45"/>
                  <a:gd name="T17" fmla="*/ 11 h 22"/>
                  <a:gd name="T18" fmla="*/ 21 w 45"/>
                  <a:gd name="T1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22">
                    <a:moveTo>
                      <a:pt x="21" y="1"/>
                    </a:moveTo>
                    <a:cubicBezTo>
                      <a:pt x="31" y="1"/>
                      <a:pt x="41" y="5"/>
                      <a:pt x="42" y="11"/>
                    </a:cubicBezTo>
                    <a:cubicBezTo>
                      <a:pt x="43" y="16"/>
                      <a:pt x="35" y="21"/>
                      <a:pt x="24" y="21"/>
                    </a:cubicBezTo>
                    <a:cubicBezTo>
                      <a:pt x="14" y="21"/>
                      <a:pt x="5" y="16"/>
                      <a:pt x="4" y="11"/>
                    </a:cubicBezTo>
                    <a:cubicBezTo>
                      <a:pt x="3" y="5"/>
                      <a:pt x="11" y="1"/>
                      <a:pt x="21" y="1"/>
                    </a:cubicBezTo>
                    <a:moveTo>
                      <a:pt x="21" y="0"/>
                    </a:moveTo>
                    <a:cubicBezTo>
                      <a:pt x="9" y="0"/>
                      <a:pt x="0" y="5"/>
                      <a:pt x="1" y="11"/>
                    </a:cubicBezTo>
                    <a:cubicBezTo>
                      <a:pt x="2" y="17"/>
                      <a:pt x="13" y="22"/>
                      <a:pt x="25" y="22"/>
                    </a:cubicBezTo>
                    <a:cubicBezTo>
                      <a:pt x="37" y="22"/>
                      <a:pt x="45" y="17"/>
                      <a:pt x="44" y="11"/>
                    </a:cubicBezTo>
                    <a:cubicBezTo>
                      <a:pt x="43" y="5"/>
                      <a:pt x="33" y="0"/>
                      <a:pt x="2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3" name="Freeform 318"/>
              <p:cNvSpPr>
                <a:spLocks/>
              </p:cNvSpPr>
              <p:nvPr/>
            </p:nvSpPr>
            <p:spPr bwMode="auto">
              <a:xfrm>
                <a:off x="2584" y="3375"/>
                <a:ext cx="120" cy="60"/>
              </a:xfrm>
              <a:custGeom>
                <a:avLst/>
                <a:gdLst>
                  <a:gd name="T0" fmla="*/ 35 w 68"/>
                  <a:gd name="T1" fmla="*/ 34 h 34"/>
                  <a:gd name="T2" fmla="*/ 1 w 68"/>
                  <a:gd name="T3" fmla="*/ 17 h 34"/>
                  <a:gd name="T4" fmla="*/ 32 w 68"/>
                  <a:gd name="T5" fmla="*/ 0 h 34"/>
                  <a:gd name="T6" fmla="*/ 67 w 68"/>
                  <a:gd name="T7" fmla="*/ 17 h 34"/>
                  <a:gd name="T8" fmla="*/ 35 w 68"/>
                  <a:gd name="T9" fmla="*/ 34 h 34"/>
                </a:gdLst>
                <a:ahLst/>
                <a:cxnLst>
                  <a:cxn ang="0">
                    <a:pos x="T0" y="T1"/>
                  </a:cxn>
                  <a:cxn ang="0">
                    <a:pos x="T2" y="T3"/>
                  </a:cxn>
                  <a:cxn ang="0">
                    <a:pos x="T4" y="T5"/>
                  </a:cxn>
                  <a:cxn ang="0">
                    <a:pos x="T6" y="T7"/>
                  </a:cxn>
                  <a:cxn ang="0">
                    <a:pos x="T8" y="T9"/>
                  </a:cxn>
                </a:cxnLst>
                <a:rect l="0" t="0" r="r" b="b"/>
                <a:pathLst>
                  <a:path w="68" h="34">
                    <a:moveTo>
                      <a:pt x="35" y="34"/>
                    </a:moveTo>
                    <a:cubicBezTo>
                      <a:pt x="17" y="34"/>
                      <a:pt x="1" y="26"/>
                      <a:pt x="1" y="17"/>
                    </a:cubicBezTo>
                    <a:cubicBezTo>
                      <a:pt x="0" y="8"/>
                      <a:pt x="14" y="0"/>
                      <a:pt x="32" y="0"/>
                    </a:cubicBezTo>
                    <a:cubicBezTo>
                      <a:pt x="50" y="0"/>
                      <a:pt x="66" y="7"/>
                      <a:pt x="67" y="17"/>
                    </a:cubicBezTo>
                    <a:cubicBezTo>
                      <a:pt x="68" y="26"/>
                      <a:pt x="54" y="34"/>
                      <a:pt x="35" y="34"/>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4" name="Freeform 319"/>
              <p:cNvSpPr>
                <a:spLocks noEditPoints="1"/>
              </p:cNvSpPr>
              <p:nvPr/>
            </p:nvSpPr>
            <p:spPr bwMode="auto">
              <a:xfrm>
                <a:off x="2582" y="3374"/>
                <a:ext cx="124" cy="61"/>
              </a:xfrm>
              <a:custGeom>
                <a:avLst/>
                <a:gdLst>
                  <a:gd name="T0" fmla="*/ 33 w 70"/>
                  <a:gd name="T1" fmla="*/ 2 h 35"/>
                  <a:gd name="T2" fmla="*/ 66 w 70"/>
                  <a:gd name="T3" fmla="*/ 18 h 35"/>
                  <a:gd name="T4" fmla="*/ 36 w 70"/>
                  <a:gd name="T5" fmla="*/ 34 h 35"/>
                  <a:gd name="T6" fmla="*/ 3 w 70"/>
                  <a:gd name="T7" fmla="*/ 18 h 35"/>
                  <a:gd name="T8" fmla="*/ 33 w 70"/>
                  <a:gd name="T9" fmla="*/ 2 h 35"/>
                  <a:gd name="T10" fmla="*/ 33 w 70"/>
                  <a:gd name="T11" fmla="*/ 1 h 35"/>
                  <a:gd name="T12" fmla="*/ 0 w 70"/>
                  <a:gd name="T13" fmla="*/ 18 h 35"/>
                  <a:gd name="T14" fmla="*/ 36 w 70"/>
                  <a:gd name="T15" fmla="*/ 35 h 35"/>
                  <a:gd name="T16" fmla="*/ 69 w 70"/>
                  <a:gd name="T17" fmla="*/ 18 h 35"/>
                  <a:gd name="T18" fmla="*/ 33 w 70"/>
                  <a:gd name="T1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 h="35">
                    <a:moveTo>
                      <a:pt x="33" y="2"/>
                    </a:moveTo>
                    <a:cubicBezTo>
                      <a:pt x="50" y="2"/>
                      <a:pt x="65" y="9"/>
                      <a:pt x="66" y="18"/>
                    </a:cubicBezTo>
                    <a:cubicBezTo>
                      <a:pt x="67" y="27"/>
                      <a:pt x="54" y="34"/>
                      <a:pt x="36" y="34"/>
                    </a:cubicBezTo>
                    <a:cubicBezTo>
                      <a:pt x="18" y="34"/>
                      <a:pt x="3" y="27"/>
                      <a:pt x="3" y="18"/>
                    </a:cubicBezTo>
                    <a:cubicBezTo>
                      <a:pt x="2" y="9"/>
                      <a:pt x="16" y="2"/>
                      <a:pt x="33" y="2"/>
                    </a:cubicBezTo>
                    <a:moveTo>
                      <a:pt x="33" y="1"/>
                    </a:moveTo>
                    <a:cubicBezTo>
                      <a:pt x="14" y="1"/>
                      <a:pt x="0" y="8"/>
                      <a:pt x="0" y="18"/>
                    </a:cubicBezTo>
                    <a:cubicBezTo>
                      <a:pt x="1" y="28"/>
                      <a:pt x="17" y="35"/>
                      <a:pt x="36" y="35"/>
                    </a:cubicBezTo>
                    <a:cubicBezTo>
                      <a:pt x="55" y="35"/>
                      <a:pt x="70" y="27"/>
                      <a:pt x="69" y="18"/>
                    </a:cubicBezTo>
                    <a:cubicBezTo>
                      <a:pt x="68" y="8"/>
                      <a:pt x="52" y="0"/>
                      <a:pt x="33"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5" name="Freeform 320"/>
              <p:cNvSpPr>
                <a:spLocks/>
              </p:cNvSpPr>
              <p:nvPr/>
            </p:nvSpPr>
            <p:spPr bwMode="auto">
              <a:xfrm>
                <a:off x="2844" y="3527"/>
                <a:ext cx="128" cy="62"/>
              </a:xfrm>
              <a:custGeom>
                <a:avLst/>
                <a:gdLst>
                  <a:gd name="T0" fmla="*/ 39 w 73"/>
                  <a:gd name="T1" fmla="*/ 35 h 35"/>
                  <a:gd name="T2" fmla="*/ 1 w 73"/>
                  <a:gd name="T3" fmla="*/ 17 h 35"/>
                  <a:gd name="T4" fmla="*/ 33 w 73"/>
                  <a:gd name="T5" fmla="*/ 0 h 35"/>
                  <a:gd name="T6" fmla="*/ 71 w 73"/>
                  <a:gd name="T7" fmla="*/ 17 h 35"/>
                  <a:gd name="T8" fmla="*/ 39 w 73"/>
                  <a:gd name="T9" fmla="*/ 35 h 35"/>
                </a:gdLst>
                <a:ahLst/>
                <a:cxnLst>
                  <a:cxn ang="0">
                    <a:pos x="T0" y="T1"/>
                  </a:cxn>
                  <a:cxn ang="0">
                    <a:pos x="T2" y="T3"/>
                  </a:cxn>
                  <a:cxn ang="0">
                    <a:pos x="T4" y="T5"/>
                  </a:cxn>
                  <a:cxn ang="0">
                    <a:pos x="T6" y="T7"/>
                  </a:cxn>
                  <a:cxn ang="0">
                    <a:pos x="T8" y="T9"/>
                  </a:cxn>
                </a:cxnLst>
                <a:rect l="0" t="0" r="r" b="b"/>
                <a:pathLst>
                  <a:path w="73" h="35">
                    <a:moveTo>
                      <a:pt x="39" y="35"/>
                    </a:moveTo>
                    <a:cubicBezTo>
                      <a:pt x="20" y="35"/>
                      <a:pt x="3" y="27"/>
                      <a:pt x="1" y="17"/>
                    </a:cubicBezTo>
                    <a:cubicBezTo>
                      <a:pt x="0" y="8"/>
                      <a:pt x="14" y="0"/>
                      <a:pt x="33" y="0"/>
                    </a:cubicBezTo>
                    <a:cubicBezTo>
                      <a:pt x="52" y="0"/>
                      <a:pt x="69" y="7"/>
                      <a:pt x="71" y="17"/>
                    </a:cubicBezTo>
                    <a:cubicBezTo>
                      <a:pt x="73" y="27"/>
                      <a:pt x="58" y="35"/>
                      <a:pt x="39" y="35"/>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6" name="Freeform 321"/>
              <p:cNvSpPr>
                <a:spLocks noEditPoints="1"/>
              </p:cNvSpPr>
              <p:nvPr/>
            </p:nvSpPr>
            <p:spPr bwMode="auto">
              <a:xfrm>
                <a:off x="2840" y="3526"/>
                <a:ext cx="134" cy="65"/>
              </a:xfrm>
              <a:custGeom>
                <a:avLst/>
                <a:gdLst>
                  <a:gd name="T0" fmla="*/ 35 w 76"/>
                  <a:gd name="T1" fmla="*/ 1 h 37"/>
                  <a:gd name="T2" fmla="*/ 72 w 76"/>
                  <a:gd name="T3" fmla="*/ 18 h 37"/>
                  <a:gd name="T4" fmla="*/ 41 w 76"/>
                  <a:gd name="T5" fmla="*/ 36 h 37"/>
                  <a:gd name="T6" fmla="*/ 4 w 76"/>
                  <a:gd name="T7" fmla="*/ 18 h 37"/>
                  <a:gd name="T8" fmla="*/ 35 w 76"/>
                  <a:gd name="T9" fmla="*/ 1 h 37"/>
                  <a:gd name="T10" fmla="*/ 35 w 76"/>
                  <a:gd name="T11" fmla="*/ 0 h 37"/>
                  <a:gd name="T12" fmla="*/ 2 w 76"/>
                  <a:gd name="T13" fmla="*/ 18 h 37"/>
                  <a:gd name="T14" fmla="*/ 41 w 76"/>
                  <a:gd name="T15" fmla="*/ 37 h 37"/>
                  <a:gd name="T16" fmla="*/ 74 w 76"/>
                  <a:gd name="T17" fmla="*/ 18 h 37"/>
                  <a:gd name="T18" fmla="*/ 35 w 76"/>
                  <a:gd name="T19"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 h="37">
                    <a:moveTo>
                      <a:pt x="35" y="1"/>
                    </a:moveTo>
                    <a:cubicBezTo>
                      <a:pt x="53" y="1"/>
                      <a:pt x="70" y="9"/>
                      <a:pt x="72" y="18"/>
                    </a:cubicBezTo>
                    <a:cubicBezTo>
                      <a:pt x="73" y="28"/>
                      <a:pt x="60" y="36"/>
                      <a:pt x="41" y="36"/>
                    </a:cubicBezTo>
                    <a:cubicBezTo>
                      <a:pt x="22" y="36"/>
                      <a:pt x="6" y="28"/>
                      <a:pt x="4" y="18"/>
                    </a:cubicBezTo>
                    <a:cubicBezTo>
                      <a:pt x="3" y="9"/>
                      <a:pt x="17" y="1"/>
                      <a:pt x="35" y="1"/>
                    </a:cubicBezTo>
                    <a:moveTo>
                      <a:pt x="35" y="0"/>
                    </a:moveTo>
                    <a:cubicBezTo>
                      <a:pt x="15" y="0"/>
                      <a:pt x="0" y="8"/>
                      <a:pt x="2" y="18"/>
                    </a:cubicBezTo>
                    <a:cubicBezTo>
                      <a:pt x="3" y="28"/>
                      <a:pt x="21" y="37"/>
                      <a:pt x="41" y="37"/>
                    </a:cubicBezTo>
                    <a:cubicBezTo>
                      <a:pt x="61" y="37"/>
                      <a:pt x="76" y="28"/>
                      <a:pt x="74" y="18"/>
                    </a:cubicBezTo>
                    <a:cubicBezTo>
                      <a:pt x="72" y="8"/>
                      <a:pt x="55" y="0"/>
                      <a:pt x="3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7" name="Freeform 322"/>
              <p:cNvSpPr>
                <a:spLocks/>
              </p:cNvSpPr>
              <p:nvPr/>
            </p:nvSpPr>
            <p:spPr bwMode="auto">
              <a:xfrm>
                <a:off x="2948" y="3513"/>
                <a:ext cx="42" cy="21"/>
              </a:xfrm>
              <a:custGeom>
                <a:avLst/>
                <a:gdLst>
                  <a:gd name="T0" fmla="*/ 13 w 24"/>
                  <a:gd name="T1" fmla="*/ 12 h 12"/>
                  <a:gd name="T2" fmla="*/ 0 w 24"/>
                  <a:gd name="T3" fmla="*/ 6 h 12"/>
                  <a:gd name="T4" fmla="*/ 11 w 24"/>
                  <a:gd name="T5" fmla="*/ 0 h 12"/>
                  <a:gd name="T6" fmla="*/ 23 w 24"/>
                  <a:gd name="T7" fmla="*/ 6 h 12"/>
                  <a:gd name="T8" fmla="*/ 13 w 24"/>
                  <a:gd name="T9" fmla="*/ 12 h 12"/>
                </a:gdLst>
                <a:ahLst/>
                <a:cxnLst>
                  <a:cxn ang="0">
                    <a:pos x="T0" y="T1"/>
                  </a:cxn>
                  <a:cxn ang="0">
                    <a:pos x="T2" y="T3"/>
                  </a:cxn>
                  <a:cxn ang="0">
                    <a:pos x="T4" y="T5"/>
                  </a:cxn>
                  <a:cxn ang="0">
                    <a:pos x="T6" y="T7"/>
                  </a:cxn>
                  <a:cxn ang="0">
                    <a:pos x="T8" y="T9"/>
                  </a:cxn>
                </a:cxnLst>
                <a:rect l="0" t="0" r="r" b="b"/>
                <a:pathLst>
                  <a:path w="24" h="12">
                    <a:moveTo>
                      <a:pt x="13" y="12"/>
                    </a:moveTo>
                    <a:cubicBezTo>
                      <a:pt x="6" y="12"/>
                      <a:pt x="1" y="9"/>
                      <a:pt x="0" y="6"/>
                    </a:cubicBezTo>
                    <a:cubicBezTo>
                      <a:pt x="0" y="3"/>
                      <a:pt x="4" y="0"/>
                      <a:pt x="11" y="0"/>
                    </a:cubicBezTo>
                    <a:cubicBezTo>
                      <a:pt x="17" y="0"/>
                      <a:pt x="22" y="3"/>
                      <a:pt x="23" y="6"/>
                    </a:cubicBezTo>
                    <a:cubicBezTo>
                      <a:pt x="24" y="9"/>
                      <a:pt x="19" y="12"/>
                      <a:pt x="13" y="12"/>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8" name="Freeform 323"/>
              <p:cNvSpPr>
                <a:spLocks noEditPoints="1"/>
              </p:cNvSpPr>
              <p:nvPr/>
            </p:nvSpPr>
            <p:spPr bwMode="auto">
              <a:xfrm>
                <a:off x="2944" y="3511"/>
                <a:ext cx="48" cy="23"/>
              </a:xfrm>
              <a:custGeom>
                <a:avLst/>
                <a:gdLst>
                  <a:gd name="T0" fmla="*/ 13 w 27"/>
                  <a:gd name="T1" fmla="*/ 2 h 13"/>
                  <a:gd name="T2" fmla="*/ 24 w 27"/>
                  <a:gd name="T3" fmla="*/ 7 h 13"/>
                  <a:gd name="T4" fmla="*/ 15 w 27"/>
                  <a:gd name="T5" fmla="*/ 12 h 13"/>
                  <a:gd name="T6" fmla="*/ 3 w 27"/>
                  <a:gd name="T7" fmla="*/ 7 h 13"/>
                  <a:gd name="T8" fmla="*/ 13 w 27"/>
                  <a:gd name="T9" fmla="*/ 2 h 13"/>
                  <a:gd name="T10" fmla="*/ 12 w 27"/>
                  <a:gd name="T11" fmla="*/ 0 h 13"/>
                  <a:gd name="T12" fmla="*/ 1 w 27"/>
                  <a:gd name="T13" fmla="*/ 7 h 13"/>
                  <a:gd name="T14" fmla="*/ 15 w 27"/>
                  <a:gd name="T15" fmla="*/ 13 h 13"/>
                  <a:gd name="T16" fmla="*/ 26 w 27"/>
                  <a:gd name="T17" fmla="*/ 7 h 13"/>
                  <a:gd name="T18" fmla="*/ 12 w 2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3">
                    <a:moveTo>
                      <a:pt x="13" y="2"/>
                    </a:moveTo>
                    <a:cubicBezTo>
                      <a:pt x="18" y="2"/>
                      <a:pt x="23" y="4"/>
                      <a:pt x="24" y="7"/>
                    </a:cubicBezTo>
                    <a:cubicBezTo>
                      <a:pt x="24" y="10"/>
                      <a:pt x="20" y="12"/>
                      <a:pt x="15" y="12"/>
                    </a:cubicBezTo>
                    <a:cubicBezTo>
                      <a:pt x="9" y="12"/>
                      <a:pt x="4" y="10"/>
                      <a:pt x="3" y="7"/>
                    </a:cubicBezTo>
                    <a:cubicBezTo>
                      <a:pt x="3" y="4"/>
                      <a:pt x="7" y="2"/>
                      <a:pt x="13" y="2"/>
                    </a:cubicBezTo>
                    <a:moveTo>
                      <a:pt x="12" y="0"/>
                    </a:moveTo>
                    <a:cubicBezTo>
                      <a:pt x="5" y="0"/>
                      <a:pt x="0" y="3"/>
                      <a:pt x="1" y="7"/>
                    </a:cubicBezTo>
                    <a:cubicBezTo>
                      <a:pt x="2" y="10"/>
                      <a:pt x="8" y="13"/>
                      <a:pt x="15" y="13"/>
                    </a:cubicBezTo>
                    <a:cubicBezTo>
                      <a:pt x="22" y="13"/>
                      <a:pt x="27" y="10"/>
                      <a:pt x="26" y="7"/>
                    </a:cubicBezTo>
                    <a:cubicBezTo>
                      <a:pt x="26" y="3"/>
                      <a:pt x="19" y="0"/>
                      <a:pt x="1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9" name="Freeform 324"/>
              <p:cNvSpPr>
                <a:spLocks/>
              </p:cNvSpPr>
              <p:nvPr/>
            </p:nvSpPr>
            <p:spPr bwMode="auto">
              <a:xfrm>
                <a:off x="2888" y="3699"/>
                <a:ext cx="46" cy="23"/>
              </a:xfrm>
              <a:custGeom>
                <a:avLst/>
                <a:gdLst>
                  <a:gd name="T0" fmla="*/ 14 w 26"/>
                  <a:gd name="T1" fmla="*/ 13 h 13"/>
                  <a:gd name="T2" fmla="*/ 1 w 26"/>
                  <a:gd name="T3" fmla="*/ 6 h 13"/>
                  <a:gd name="T4" fmla="*/ 12 w 26"/>
                  <a:gd name="T5" fmla="*/ 0 h 13"/>
                  <a:gd name="T6" fmla="*/ 25 w 26"/>
                  <a:gd name="T7" fmla="*/ 6 h 13"/>
                  <a:gd name="T8" fmla="*/ 14 w 26"/>
                  <a:gd name="T9" fmla="*/ 13 h 13"/>
                </a:gdLst>
                <a:ahLst/>
                <a:cxnLst>
                  <a:cxn ang="0">
                    <a:pos x="T0" y="T1"/>
                  </a:cxn>
                  <a:cxn ang="0">
                    <a:pos x="T2" y="T3"/>
                  </a:cxn>
                  <a:cxn ang="0">
                    <a:pos x="T4" y="T5"/>
                  </a:cxn>
                  <a:cxn ang="0">
                    <a:pos x="T6" y="T7"/>
                  </a:cxn>
                  <a:cxn ang="0">
                    <a:pos x="T8" y="T9"/>
                  </a:cxn>
                </a:cxnLst>
                <a:rect l="0" t="0" r="r" b="b"/>
                <a:pathLst>
                  <a:path w="26" h="13">
                    <a:moveTo>
                      <a:pt x="14" y="13"/>
                    </a:moveTo>
                    <a:cubicBezTo>
                      <a:pt x="7" y="13"/>
                      <a:pt x="1" y="10"/>
                      <a:pt x="1" y="6"/>
                    </a:cubicBezTo>
                    <a:cubicBezTo>
                      <a:pt x="0" y="3"/>
                      <a:pt x="5" y="0"/>
                      <a:pt x="12" y="0"/>
                    </a:cubicBezTo>
                    <a:cubicBezTo>
                      <a:pt x="19" y="0"/>
                      <a:pt x="24" y="3"/>
                      <a:pt x="25" y="6"/>
                    </a:cubicBezTo>
                    <a:cubicBezTo>
                      <a:pt x="26" y="10"/>
                      <a:pt x="21" y="13"/>
                      <a:pt x="14" y="13"/>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0" name="Freeform 325"/>
              <p:cNvSpPr>
                <a:spLocks noEditPoints="1"/>
              </p:cNvSpPr>
              <p:nvPr/>
            </p:nvSpPr>
            <p:spPr bwMode="auto">
              <a:xfrm>
                <a:off x="2886" y="3697"/>
                <a:ext cx="49" cy="25"/>
              </a:xfrm>
              <a:custGeom>
                <a:avLst/>
                <a:gdLst>
                  <a:gd name="T0" fmla="*/ 13 w 28"/>
                  <a:gd name="T1" fmla="*/ 1 h 14"/>
                  <a:gd name="T2" fmla="*/ 25 w 28"/>
                  <a:gd name="T3" fmla="*/ 7 h 14"/>
                  <a:gd name="T4" fmla="*/ 15 w 28"/>
                  <a:gd name="T5" fmla="*/ 13 h 14"/>
                  <a:gd name="T6" fmla="*/ 3 w 28"/>
                  <a:gd name="T7" fmla="*/ 7 h 14"/>
                  <a:gd name="T8" fmla="*/ 13 w 28"/>
                  <a:gd name="T9" fmla="*/ 1 h 14"/>
                  <a:gd name="T10" fmla="*/ 13 w 28"/>
                  <a:gd name="T11" fmla="*/ 0 h 14"/>
                  <a:gd name="T12" fmla="*/ 1 w 28"/>
                  <a:gd name="T13" fmla="*/ 7 h 14"/>
                  <a:gd name="T14" fmla="*/ 15 w 28"/>
                  <a:gd name="T15" fmla="*/ 14 h 14"/>
                  <a:gd name="T16" fmla="*/ 27 w 28"/>
                  <a:gd name="T17" fmla="*/ 7 h 14"/>
                  <a:gd name="T18" fmla="*/ 13 w 28"/>
                  <a:gd name="T1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14">
                    <a:moveTo>
                      <a:pt x="13" y="1"/>
                    </a:moveTo>
                    <a:cubicBezTo>
                      <a:pt x="19" y="1"/>
                      <a:pt x="24" y="4"/>
                      <a:pt x="25" y="7"/>
                    </a:cubicBezTo>
                    <a:cubicBezTo>
                      <a:pt x="25" y="10"/>
                      <a:pt x="21" y="13"/>
                      <a:pt x="15" y="13"/>
                    </a:cubicBezTo>
                    <a:cubicBezTo>
                      <a:pt x="9" y="13"/>
                      <a:pt x="4" y="10"/>
                      <a:pt x="3" y="7"/>
                    </a:cubicBezTo>
                    <a:cubicBezTo>
                      <a:pt x="3" y="4"/>
                      <a:pt x="7" y="1"/>
                      <a:pt x="13" y="1"/>
                    </a:cubicBezTo>
                    <a:moveTo>
                      <a:pt x="13" y="0"/>
                    </a:moveTo>
                    <a:cubicBezTo>
                      <a:pt x="6" y="0"/>
                      <a:pt x="0" y="3"/>
                      <a:pt x="1" y="7"/>
                    </a:cubicBezTo>
                    <a:cubicBezTo>
                      <a:pt x="1" y="11"/>
                      <a:pt x="8" y="14"/>
                      <a:pt x="15" y="14"/>
                    </a:cubicBezTo>
                    <a:cubicBezTo>
                      <a:pt x="22" y="14"/>
                      <a:pt x="28" y="11"/>
                      <a:pt x="27" y="7"/>
                    </a:cubicBezTo>
                    <a:cubicBezTo>
                      <a:pt x="27" y="3"/>
                      <a:pt x="20" y="0"/>
                      <a:pt x="1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1" name="Freeform 326"/>
              <p:cNvSpPr>
                <a:spLocks/>
              </p:cNvSpPr>
              <p:nvPr/>
            </p:nvSpPr>
            <p:spPr bwMode="auto">
              <a:xfrm>
                <a:off x="2565" y="3564"/>
                <a:ext cx="49" cy="25"/>
              </a:xfrm>
              <a:custGeom>
                <a:avLst/>
                <a:gdLst>
                  <a:gd name="T0" fmla="*/ 14 w 28"/>
                  <a:gd name="T1" fmla="*/ 14 h 14"/>
                  <a:gd name="T2" fmla="*/ 0 w 28"/>
                  <a:gd name="T3" fmla="*/ 7 h 14"/>
                  <a:gd name="T4" fmla="*/ 13 w 28"/>
                  <a:gd name="T5" fmla="*/ 1 h 14"/>
                  <a:gd name="T6" fmla="*/ 27 w 28"/>
                  <a:gd name="T7" fmla="*/ 7 h 14"/>
                  <a:gd name="T8" fmla="*/ 14 w 28"/>
                  <a:gd name="T9" fmla="*/ 14 h 14"/>
                </a:gdLst>
                <a:ahLst/>
                <a:cxnLst>
                  <a:cxn ang="0">
                    <a:pos x="T0" y="T1"/>
                  </a:cxn>
                  <a:cxn ang="0">
                    <a:pos x="T2" y="T3"/>
                  </a:cxn>
                  <a:cxn ang="0">
                    <a:pos x="T4" y="T5"/>
                  </a:cxn>
                  <a:cxn ang="0">
                    <a:pos x="T6" y="T7"/>
                  </a:cxn>
                  <a:cxn ang="0">
                    <a:pos x="T8" y="T9"/>
                  </a:cxn>
                </a:cxnLst>
                <a:rect l="0" t="0" r="r" b="b"/>
                <a:pathLst>
                  <a:path w="28" h="14">
                    <a:moveTo>
                      <a:pt x="14" y="14"/>
                    </a:moveTo>
                    <a:cubicBezTo>
                      <a:pt x="7" y="14"/>
                      <a:pt x="0" y="11"/>
                      <a:pt x="0" y="7"/>
                    </a:cubicBezTo>
                    <a:cubicBezTo>
                      <a:pt x="0" y="4"/>
                      <a:pt x="6" y="1"/>
                      <a:pt x="13" y="1"/>
                    </a:cubicBezTo>
                    <a:cubicBezTo>
                      <a:pt x="21" y="0"/>
                      <a:pt x="27" y="4"/>
                      <a:pt x="27" y="7"/>
                    </a:cubicBezTo>
                    <a:cubicBezTo>
                      <a:pt x="28" y="11"/>
                      <a:pt x="22" y="14"/>
                      <a:pt x="14" y="14"/>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2" name="Freeform 327"/>
              <p:cNvSpPr>
                <a:spLocks noEditPoints="1"/>
              </p:cNvSpPr>
              <p:nvPr/>
            </p:nvSpPr>
            <p:spPr bwMode="auto">
              <a:xfrm>
                <a:off x="2563" y="3564"/>
                <a:ext cx="53" cy="27"/>
              </a:xfrm>
              <a:custGeom>
                <a:avLst/>
                <a:gdLst>
                  <a:gd name="T0" fmla="*/ 14 w 30"/>
                  <a:gd name="T1" fmla="*/ 1 h 15"/>
                  <a:gd name="T2" fmla="*/ 27 w 30"/>
                  <a:gd name="T3" fmla="*/ 7 h 15"/>
                  <a:gd name="T4" fmla="*/ 15 w 30"/>
                  <a:gd name="T5" fmla="*/ 14 h 15"/>
                  <a:gd name="T6" fmla="*/ 2 w 30"/>
                  <a:gd name="T7" fmla="*/ 7 h 15"/>
                  <a:gd name="T8" fmla="*/ 14 w 30"/>
                  <a:gd name="T9" fmla="*/ 1 h 15"/>
                  <a:gd name="T10" fmla="*/ 14 w 30"/>
                  <a:gd name="T11" fmla="*/ 0 h 15"/>
                  <a:gd name="T12" fmla="*/ 0 w 30"/>
                  <a:gd name="T13" fmla="*/ 7 h 15"/>
                  <a:gd name="T14" fmla="*/ 15 w 30"/>
                  <a:gd name="T15" fmla="*/ 15 h 15"/>
                  <a:gd name="T16" fmla="*/ 29 w 30"/>
                  <a:gd name="T17" fmla="*/ 7 h 15"/>
                  <a:gd name="T18" fmla="*/ 14 w 30"/>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5">
                    <a:moveTo>
                      <a:pt x="14" y="1"/>
                    </a:moveTo>
                    <a:cubicBezTo>
                      <a:pt x="21" y="1"/>
                      <a:pt x="27" y="4"/>
                      <a:pt x="27" y="7"/>
                    </a:cubicBezTo>
                    <a:cubicBezTo>
                      <a:pt x="27" y="11"/>
                      <a:pt x="22" y="14"/>
                      <a:pt x="15" y="14"/>
                    </a:cubicBezTo>
                    <a:cubicBezTo>
                      <a:pt x="8" y="14"/>
                      <a:pt x="2" y="11"/>
                      <a:pt x="2" y="7"/>
                    </a:cubicBezTo>
                    <a:cubicBezTo>
                      <a:pt x="2" y="4"/>
                      <a:pt x="7" y="1"/>
                      <a:pt x="14" y="1"/>
                    </a:cubicBezTo>
                    <a:moveTo>
                      <a:pt x="14" y="0"/>
                    </a:moveTo>
                    <a:cubicBezTo>
                      <a:pt x="6" y="0"/>
                      <a:pt x="0" y="3"/>
                      <a:pt x="0" y="7"/>
                    </a:cubicBezTo>
                    <a:cubicBezTo>
                      <a:pt x="0" y="12"/>
                      <a:pt x="7" y="15"/>
                      <a:pt x="15" y="15"/>
                    </a:cubicBezTo>
                    <a:cubicBezTo>
                      <a:pt x="23" y="15"/>
                      <a:pt x="30" y="12"/>
                      <a:pt x="29" y="7"/>
                    </a:cubicBezTo>
                    <a:cubicBezTo>
                      <a:pt x="29" y="3"/>
                      <a:pt x="22" y="0"/>
                      <a:pt x="1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3" name="Freeform 328"/>
              <p:cNvSpPr>
                <a:spLocks/>
              </p:cNvSpPr>
              <p:nvPr/>
            </p:nvSpPr>
            <p:spPr bwMode="auto">
              <a:xfrm>
                <a:off x="2554" y="3559"/>
                <a:ext cx="72" cy="37"/>
              </a:xfrm>
              <a:custGeom>
                <a:avLst/>
                <a:gdLst>
                  <a:gd name="T0" fmla="*/ 21 w 41"/>
                  <a:gd name="T1" fmla="*/ 21 h 21"/>
                  <a:gd name="T2" fmla="*/ 0 w 41"/>
                  <a:gd name="T3" fmla="*/ 11 h 21"/>
                  <a:gd name="T4" fmla="*/ 19 w 41"/>
                  <a:gd name="T5" fmla="*/ 0 h 21"/>
                  <a:gd name="T6" fmla="*/ 40 w 41"/>
                  <a:gd name="T7" fmla="*/ 10 h 21"/>
                  <a:gd name="T8" fmla="*/ 21 w 41"/>
                  <a:gd name="T9" fmla="*/ 21 h 21"/>
                </a:gdLst>
                <a:ahLst/>
                <a:cxnLst>
                  <a:cxn ang="0">
                    <a:pos x="T0" y="T1"/>
                  </a:cxn>
                  <a:cxn ang="0">
                    <a:pos x="T2" y="T3"/>
                  </a:cxn>
                  <a:cxn ang="0">
                    <a:pos x="T4" y="T5"/>
                  </a:cxn>
                  <a:cxn ang="0">
                    <a:pos x="T6" y="T7"/>
                  </a:cxn>
                  <a:cxn ang="0">
                    <a:pos x="T8" y="T9"/>
                  </a:cxn>
                </a:cxnLst>
                <a:rect l="0" t="0" r="r" b="b"/>
                <a:pathLst>
                  <a:path w="41" h="21">
                    <a:moveTo>
                      <a:pt x="21" y="21"/>
                    </a:moveTo>
                    <a:cubicBezTo>
                      <a:pt x="10" y="21"/>
                      <a:pt x="1" y="16"/>
                      <a:pt x="0" y="11"/>
                    </a:cubicBezTo>
                    <a:cubicBezTo>
                      <a:pt x="0" y="5"/>
                      <a:pt x="8" y="0"/>
                      <a:pt x="19" y="0"/>
                    </a:cubicBezTo>
                    <a:cubicBezTo>
                      <a:pt x="30" y="0"/>
                      <a:pt x="40" y="5"/>
                      <a:pt x="40" y="10"/>
                    </a:cubicBezTo>
                    <a:cubicBezTo>
                      <a:pt x="41" y="16"/>
                      <a:pt x="32" y="21"/>
                      <a:pt x="21" y="21"/>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4" name="Freeform 329"/>
              <p:cNvSpPr>
                <a:spLocks noEditPoints="1"/>
              </p:cNvSpPr>
              <p:nvPr/>
            </p:nvSpPr>
            <p:spPr bwMode="auto">
              <a:xfrm>
                <a:off x="2552" y="3559"/>
                <a:ext cx="76" cy="37"/>
              </a:xfrm>
              <a:custGeom>
                <a:avLst/>
                <a:gdLst>
                  <a:gd name="T0" fmla="*/ 20 w 43"/>
                  <a:gd name="T1" fmla="*/ 1 h 21"/>
                  <a:gd name="T2" fmla="*/ 40 w 43"/>
                  <a:gd name="T3" fmla="*/ 10 h 21"/>
                  <a:gd name="T4" fmla="*/ 22 w 43"/>
                  <a:gd name="T5" fmla="*/ 20 h 21"/>
                  <a:gd name="T6" fmla="*/ 2 w 43"/>
                  <a:gd name="T7" fmla="*/ 11 h 21"/>
                  <a:gd name="T8" fmla="*/ 20 w 43"/>
                  <a:gd name="T9" fmla="*/ 1 h 21"/>
                  <a:gd name="T10" fmla="*/ 20 w 43"/>
                  <a:gd name="T11" fmla="*/ 0 h 21"/>
                  <a:gd name="T12" fmla="*/ 0 w 43"/>
                  <a:gd name="T13" fmla="*/ 11 h 21"/>
                  <a:gd name="T14" fmla="*/ 22 w 43"/>
                  <a:gd name="T15" fmla="*/ 21 h 21"/>
                  <a:gd name="T16" fmla="*/ 42 w 43"/>
                  <a:gd name="T17" fmla="*/ 10 h 21"/>
                  <a:gd name="T18" fmla="*/ 20 w 43"/>
                  <a:gd name="T1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21">
                    <a:moveTo>
                      <a:pt x="20" y="1"/>
                    </a:moveTo>
                    <a:cubicBezTo>
                      <a:pt x="31" y="1"/>
                      <a:pt x="39" y="5"/>
                      <a:pt x="40" y="10"/>
                    </a:cubicBezTo>
                    <a:cubicBezTo>
                      <a:pt x="40" y="16"/>
                      <a:pt x="32" y="20"/>
                      <a:pt x="22" y="20"/>
                    </a:cubicBezTo>
                    <a:cubicBezTo>
                      <a:pt x="11" y="20"/>
                      <a:pt x="3" y="16"/>
                      <a:pt x="2" y="11"/>
                    </a:cubicBezTo>
                    <a:cubicBezTo>
                      <a:pt x="2" y="5"/>
                      <a:pt x="10" y="1"/>
                      <a:pt x="20" y="1"/>
                    </a:cubicBezTo>
                    <a:moveTo>
                      <a:pt x="20" y="0"/>
                    </a:moveTo>
                    <a:cubicBezTo>
                      <a:pt x="9" y="0"/>
                      <a:pt x="0" y="4"/>
                      <a:pt x="0" y="11"/>
                    </a:cubicBezTo>
                    <a:cubicBezTo>
                      <a:pt x="0" y="17"/>
                      <a:pt x="10" y="21"/>
                      <a:pt x="22" y="21"/>
                    </a:cubicBezTo>
                    <a:cubicBezTo>
                      <a:pt x="34" y="21"/>
                      <a:pt x="43" y="16"/>
                      <a:pt x="42" y="10"/>
                    </a:cubicBezTo>
                    <a:cubicBezTo>
                      <a:pt x="42" y="4"/>
                      <a:pt x="32" y="0"/>
                      <a:pt x="2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5" name="Freeform 330"/>
              <p:cNvSpPr>
                <a:spLocks/>
              </p:cNvSpPr>
              <p:nvPr/>
            </p:nvSpPr>
            <p:spPr bwMode="auto">
              <a:xfrm>
                <a:off x="2734" y="3372"/>
                <a:ext cx="69" cy="35"/>
              </a:xfrm>
              <a:custGeom>
                <a:avLst/>
                <a:gdLst>
                  <a:gd name="T0" fmla="*/ 21 w 39"/>
                  <a:gd name="T1" fmla="*/ 20 h 20"/>
                  <a:gd name="T2" fmla="*/ 1 w 39"/>
                  <a:gd name="T3" fmla="*/ 10 h 20"/>
                  <a:gd name="T4" fmla="*/ 18 w 39"/>
                  <a:gd name="T5" fmla="*/ 0 h 20"/>
                  <a:gd name="T6" fmla="*/ 38 w 39"/>
                  <a:gd name="T7" fmla="*/ 10 h 20"/>
                  <a:gd name="T8" fmla="*/ 21 w 39"/>
                  <a:gd name="T9" fmla="*/ 20 h 20"/>
                </a:gdLst>
                <a:ahLst/>
                <a:cxnLst>
                  <a:cxn ang="0">
                    <a:pos x="T0" y="T1"/>
                  </a:cxn>
                  <a:cxn ang="0">
                    <a:pos x="T2" y="T3"/>
                  </a:cxn>
                  <a:cxn ang="0">
                    <a:pos x="T4" y="T5"/>
                  </a:cxn>
                  <a:cxn ang="0">
                    <a:pos x="T6" y="T7"/>
                  </a:cxn>
                  <a:cxn ang="0">
                    <a:pos x="T8" y="T9"/>
                  </a:cxn>
                </a:cxnLst>
                <a:rect l="0" t="0" r="r" b="b"/>
                <a:pathLst>
                  <a:path w="39" h="20">
                    <a:moveTo>
                      <a:pt x="21" y="20"/>
                    </a:moveTo>
                    <a:cubicBezTo>
                      <a:pt x="10" y="20"/>
                      <a:pt x="1" y="15"/>
                      <a:pt x="1" y="10"/>
                    </a:cubicBezTo>
                    <a:cubicBezTo>
                      <a:pt x="0" y="5"/>
                      <a:pt x="8" y="0"/>
                      <a:pt x="18" y="0"/>
                    </a:cubicBezTo>
                    <a:cubicBezTo>
                      <a:pt x="28" y="0"/>
                      <a:pt x="38" y="5"/>
                      <a:pt x="38" y="10"/>
                    </a:cubicBezTo>
                    <a:cubicBezTo>
                      <a:pt x="39" y="15"/>
                      <a:pt x="31" y="20"/>
                      <a:pt x="21" y="20"/>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6" name="Freeform 331"/>
              <p:cNvSpPr>
                <a:spLocks noEditPoints="1"/>
              </p:cNvSpPr>
              <p:nvPr/>
            </p:nvSpPr>
            <p:spPr bwMode="auto">
              <a:xfrm>
                <a:off x="2732" y="3372"/>
                <a:ext cx="73" cy="35"/>
              </a:xfrm>
              <a:custGeom>
                <a:avLst/>
                <a:gdLst>
                  <a:gd name="T0" fmla="*/ 19 w 41"/>
                  <a:gd name="T1" fmla="*/ 1 h 20"/>
                  <a:gd name="T2" fmla="*/ 38 w 41"/>
                  <a:gd name="T3" fmla="*/ 10 h 20"/>
                  <a:gd name="T4" fmla="*/ 22 w 41"/>
                  <a:gd name="T5" fmla="*/ 19 h 20"/>
                  <a:gd name="T6" fmla="*/ 3 w 41"/>
                  <a:gd name="T7" fmla="*/ 10 h 20"/>
                  <a:gd name="T8" fmla="*/ 19 w 41"/>
                  <a:gd name="T9" fmla="*/ 1 h 20"/>
                  <a:gd name="T10" fmla="*/ 19 w 41"/>
                  <a:gd name="T11" fmla="*/ 0 h 20"/>
                  <a:gd name="T12" fmla="*/ 0 w 41"/>
                  <a:gd name="T13" fmla="*/ 10 h 20"/>
                  <a:gd name="T14" fmla="*/ 22 w 41"/>
                  <a:gd name="T15" fmla="*/ 20 h 20"/>
                  <a:gd name="T16" fmla="*/ 41 w 41"/>
                  <a:gd name="T17" fmla="*/ 10 h 20"/>
                  <a:gd name="T18" fmla="*/ 19 w 41"/>
                  <a:gd name="T1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20">
                    <a:moveTo>
                      <a:pt x="19" y="1"/>
                    </a:moveTo>
                    <a:cubicBezTo>
                      <a:pt x="29" y="1"/>
                      <a:pt x="37" y="5"/>
                      <a:pt x="38" y="10"/>
                    </a:cubicBezTo>
                    <a:cubicBezTo>
                      <a:pt x="39" y="15"/>
                      <a:pt x="31" y="19"/>
                      <a:pt x="22" y="19"/>
                    </a:cubicBezTo>
                    <a:cubicBezTo>
                      <a:pt x="12" y="19"/>
                      <a:pt x="3" y="15"/>
                      <a:pt x="3" y="10"/>
                    </a:cubicBezTo>
                    <a:cubicBezTo>
                      <a:pt x="2" y="5"/>
                      <a:pt x="9" y="1"/>
                      <a:pt x="19" y="1"/>
                    </a:cubicBezTo>
                    <a:moveTo>
                      <a:pt x="19" y="0"/>
                    </a:moveTo>
                    <a:cubicBezTo>
                      <a:pt x="8" y="0"/>
                      <a:pt x="0" y="4"/>
                      <a:pt x="0" y="10"/>
                    </a:cubicBezTo>
                    <a:cubicBezTo>
                      <a:pt x="1" y="16"/>
                      <a:pt x="11" y="20"/>
                      <a:pt x="22" y="20"/>
                    </a:cubicBezTo>
                    <a:cubicBezTo>
                      <a:pt x="33" y="20"/>
                      <a:pt x="41" y="16"/>
                      <a:pt x="41" y="10"/>
                    </a:cubicBezTo>
                    <a:cubicBezTo>
                      <a:pt x="40" y="4"/>
                      <a:pt x="30" y="0"/>
                      <a:pt x="1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7" name="Freeform 332"/>
              <p:cNvSpPr>
                <a:spLocks/>
              </p:cNvSpPr>
              <p:nvPr/>
            </p:nvSpPr>
            <p:spPr bwMode="auto">
              <a:xfrm>
                <a:off x="2111" y="3524"/>
                <a:ext cx="70" cy="35"/>
              </a:xfrm>
              <a:custGeom>
                <a:avLst/>
                <a:gdLst>
                  <a:gd name="T0" fmla="*/ 19 w 40"/>
                  <a:gd name="T1" fmla="*/ 20 h 20"/>
                  <a:gd name="T2" fmla="*/ 0 w 40"/>
                  <a:gd name="T3" fmla="*/ 10 h 20"/>
                  <a:gd name="T4" fmla="*/ 21 w 40"/>
                  <a:gd name="T5" fmla="*/ 0 h 20"/>
                  <a:gd name="T6" fmla="*/ 40 w 40"/>
                  <a:gd name="T7" fmla="*/ 10 h 20"/>
                  <a:gd name="T8" fmla="*/ 19 w 40"/>
                  <a:gd name="T9" fmla="*/ 20 h 20"/>
                </a:gdLst>
                <a:ahLst/>
                <a:cxnLst>
                  <a:cxn ang="0">
                    <a:pos x="T0" y="T1"/>
                  </a:cxn>
                  <a:cxn ang="0">
                    <a:pos x="T2" y="T3"/>
                  </a:cxn>
                  <a:cxn ang="0">
                    <a:pos x="T4" y="T5"/>
                  </a:cxn>
                  <a:cxn ang="0">
                    <a:pos x="T6" y="T7"/>
                  </a:cxn>
                  <a:cxn ang="0">
                    <a:pos x="T8" y="T9"/>
                  </a:cxn>
                </a:cxnLst>
                <a:rect l="0" t="0" r="r" b="b"/>
                <a:pathLst>
                  <a:path w="40" h="20">
                    <a:moveTo>
                      <a:pt x="19" y="20"/>
                    </a:moveTo>
                    <a:cubicBezTo>
                      <a:pt x="8" y="20"/>
                      <a:pt x="0" y="16"/>
                      <a:pt x="0" y="10"/>
                    </a:cubicBezTo>
                    <a:cubicBezTo>
                      <a:pt x="1" y="5"/>
                      <a:pt x="10" y="0"/>
                      <a:pt x="21" y="0"/>
                    </a:cubicBezTo>
                    <a:cubicBezTo>
                      <a:pt x="31" y="0"/>
                      <a:pt x="40" y="5"/>
                      <a:pt x="40" y="10"/>
                    </a:cubicBezTo>
                    <a:cubicBezTo>
                      <a:pt x="39" y="16"/>
                      <a:pt x="30" y="20"/>
                      <a:pt x="19" y="20"/>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8" name="Freeform 333"/>
              <p:cNvSpPr>
                <a:spLocks noEditPoints="1"/>
              </p:cNvSpPr>
              <p:nvPr/>
            </p:nvSpPr>
            <p:spPr bwMode="auto">
              <a:xfrm>
                <a:off x="2109" y="3524"/>
                <a:ext cx="74" cy="37"/>
              </a:xfrm>
              <a:custGeom>
                <a:avLst/>
                <a:gdLst>
                  <a:gd name="T0" fmla="*/ 22 w 42"/>
                  <a:gd name="T1" fmla="*/ 1 h 21"/>
                  <a:gd name="T2" fmla="*/ 40 w 42"/>
                  <a:gd name="T3" fmla="*/ 10 h 21"/>
                  <a:gd name="T4" fmla="*/ 20 w 42"/>
                  <a:gd name="T5" fmla="*/ 20 h 21"/>
                  <a:gd name="T6" fmla="*/ 2 w 42"/>
                  <a:gd name="T7" fmla="*/ 10 h 21"/>
                  <a:gd name="T8" fmla="*/ 22 w 42"/>
                  <a:gd name="T9" fmla="*/ 1 h 21"/>
                  <a:gd name="T10" fmla="*/ 22 w 42"/>
                  <a:gd name="T11" fmla="*/ 0 h 21"/>
                  <a:gd name="T12" fmla="*/ 0 w 42"/>
                  <a:gd name="T13" fmla="*/ 10 h 21"/>
                  <a:gd name="T14" fmla="*/ 20 w 42"/>
                  <a:gd name="T15" fmla="*/ 21 h 21"/>
                  <a:gd name="T16" fmla="*/ 42 w 42"/>
                  <a:gd name="T17" fmla="*/ 10 h 21"/>
                  <a:gd name="T18" fmla="*/ 22 w 42"/>
                  <a:gd name="T1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21">
                    <a:moveTo>
                      <a:pt x="22" y="1"/>
                    </a:moveTo>
                    <a:cubicBezTo>
                      <a:pt x="32" y="1"/>
                      <a:pt x="40" y="5"/>
                      <a:pt x="40" y="10"/>
                    </a:cubicBezTo>
                    <a:cubicBezTo>
                      <a:pt x="39" y="15"/>
                      <a:pt x="31" y="20"/>
                      <a:pt x="20" y="20"/>
                    </a:cubicBezTo>
                    <a:cubicBezTo>
                      <a:pt x="10" y="20"/>
                      <a:pt x="2" y="15"/>
                      <a:pt x="2" y="10"/>
                    </a:cubicBezTo>
                    <a:cubicBezTo>
                      <a:pt x="3" y="5"/>
                      <a:pt x="11" y="1"/>
                      <a:pt x="22" y="1"/>
                    </a:cubicBezTo>
                    <a:moveTo>
                      <a:pt x="22" y="0"/>
                    </a:moveTo>
                    <a:cubicBezTo>
                      <a:pt x="10" y="0"/>
                      <a:pt x="0" y="4"/>
                      <a:pt x="0" y="10"/>
                    </a:cubicBezTo>
                    <a:cubicBezTo>
                      <a:pt x="0" y="16"/>
                      <a:pt x="9" y="21"/>
                      <a:pt x="20" y="21"/>
                    </a:cubicBezTo>
                    <a:cubicBezTo>
                      <a:pt x="32" y="21"/>
                      <a:pt x="42" y="16"/>
                      <a:pt x="42" y="10"/>
                    </a:cubicBezTo>
                    <a:cubicBezTo>
                      <a:pt x="42" y="4"/>
                      <a:pt x="33" y="0"/>
                      <a:pt x="2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9" name="Freeform 334"/>
              <p:cNvSpPr>
                <a:spLocks/>
              </p:cNvSpPr>
              <p:nvPr/>
            </p:nvSpPr>
            <p:spPr bwMode="auto">
              <a:xfrm>
                <a:off x="3601" y="3455"/>
                <a:ext cx="28" cy="14"/>
              </a:xfrm>
              <a:custGeom>
                <a:avLst/>
                <a:gdLst>
                  <a:gd name="T0" fmla="*/ 9 w 16"/>
                  <a:gd name="T1" fmla="*/ 8 h 8"/>
                  <a:gd name="T2" fmla="*/ 1 w 16"/>
                  <a:gd name="T3" fmla="*/ 4 h 8"/>
                  <a:gd name="T4" fmla="*/ 7 w 16"/>
                  <a:gd name="T5" fmla="*/ 0 h 8"/>
                  <a:gd name="T6" fmla="*/ 15 w 16"/>
                  <a:gd name="T7" fmla="*/ 4 h 8"/>
                  <a:gd name="T8" fmla="*/ 9 w 16"/>
                  <a:gd name="T9" fmla="*/ 8 h 8"/>
                </a:gdLst>
                <a:ahLst/>
                <a:cxnLst>
                  <a:cxn ang="0">
                    <a:pos x="T0" y="T1"/>
                  </a:cxn>
                  <a:cxn ang="0">
                    <a:pos x="T2" y="T3"/>
                  </a:cxn>
                  <a:cxn ang="0">
                    <a:pos x="T4" y="T5"/>
                  </a:cxn>
                  <a:cxn ang="0">
                    <a:pos x="T6" y="T7"/>
                  </a:cxn>
                  <a:cxn ang="0">
                    <a:pos x="T8" y="T9"/>
                  </a:cxn>
                </a:cxnLst>
                <a:rect l="0" t="0" r="r" b="b"/>
                <a:pathLst>
                  <a:path w="16" h="8">
                    <a:moveTo>
                      <a:pt x="9" y="8"/>
                    </a:moveTo>
                    <a:cubicBezTo>
                      <a:pt x="5" y="8"/>
                      <a:pt x="1" y="6"/>
                      <a:pt x="1" y="4"/>
                    </a:cubicBezTo>
                    <a:cubicBezTo>
                      <a:pt x="0" y="2"/>
                      <a:pt x="3" y="0"/>
                      <a:pt x="7" y="0"/>
                    </a:cubicBezTo>
                    <a:cubicBezTo>
                      <a:pt x="11" y="0"/>
                      <a:pt x="15" y="2"/>
                      <a:pt x="15" y="4"/>
                    </a:cubicBezTo>
                    <a:cubicBezTo>
                      <a:pt x="16" y="6"/>
                      <a:pt x="13" y="7"/>
                      <a:pt x="9" y="8"/>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0" name="Freeform 335"/>
              <p:cNvSpPr>
                <a:spLocks noEditPoints="1"/>
              </p:cNvSpPr>
              <p:nvPr/>
            </p:nvSpPr>
            <p:spPr bwMode="auto">
              <a:xfrm>
                <a:off x="3598" y="3455"/>
                <a:ext cx="33" cy="14"/>
              </a:xfrm>
              <a:custGeom>
                <a:avLst/>
                <a:gdLst>
                  <a:gd name="T0" fmla="*/ 9 w 19"/>
                  <a:gd name="T1" fmla="*/ 1 h 8"/>
                  <a:gd name="T2" fmla="*/ 16 w 19"/>
                  <a:gd name="T3" fmla="*/ 4 h 8"/>
                  <a:gd name="T4" fmla="*/ 11 w 19"/>
                  <a:gd name="T5" fmla="*/ 7 h 8"/>
                  <a:gd name="T6" fmla="*/ 4 w 19"/>
                  <a:gd name="T7" fmla="*/ 4 h 8"/>
                  <a:gd name="T8" fmla="*/ 9 w 19"/>
                  <a:gd name="T9" fmla="*/ 1 h 8"/>
                  <a:gd name="T10" fmla="*/ 8 w 19"/>
                  <a:gd name="T11" fmla="*/ 0 h 8"/>
                  <a:gd name="T12" fmla="*/ 1 w 19"/>
                  <a:gd name="T13" fmla="*/ 4 h 8"/>
                  <a:gd name="T14" fmla="*/ 11 w 19"/>
                  <a:gd name="T15" fmla="*/ 8 h 8"/>
                  <a:gd name="T16" fmla="*/ 19 w 19"/>
                  <a:gd name="T17" fmla="*/ 4 h 8"/>
                  <a:gd name="T18" fmla="*/ 8 w 19"/>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8">
                    <a:moveTo>
                      <a:pt x="9" y="1"/>
                    </a:moveTo>
                    <a:cubicBezTo>
                      <a:pt x="12" y="1"/>
                      <a:pt x="16" y="2"/>
                      <a:pt x="16" y="4"/>
                    </a:cubicBezTo>
                    <a:cubicBezTo>
                      <a:pt x="17" y="6"/>
                      <a:pt x="14" y="7"/>
                      <a:pt x="11" y="7"/>
                    </a:cubicBezTo>
                    <a:cubicBezTo>
                      <a:pt x="8" y="7"/>
                      <a:pt x="4" y="6"/>
                      <a:pt x="4" y="4"/>
                    </a:cubicBezTo>
                    <a:cubicBezTo>
                      <a:pt x="3" y="2"/>
                      <a:pt x="5" y="1"/>
                      <a:pt x="9" y="1"/>
                    </a:cubicBezTo>
                    <a:moveTo>
                      <a:pt x="8" y="0"/>
                    </a:moveTo>
                    <a:cubicBezTo>
                      <a:pt x="4" y="0"/>
                      <a:pt x="0" y="2"/>
                      <a:pt x="1" y="4"/>
                    </a:cubicBezTo>
                    <a:cubicBezTo>
                      <a:pt x="2" y="6"/>
                      <a:pt x="7" y="8"/>
                      <a:pt x="11" y="8"/>
                    </a:cubicBezTo>
                    <a:cubicBezTo>
                      <a:pt x="16" y="8"/>
                      <a:pt x="19" y="6"/>
                      <a:pt x="19" y="4"/>
                    </a:cubicBezTo>
                    <a:cubicBezTo>
                      <a:pt x="18" y="2"/>
                      <a:pt x="13" y="0"/>
                      <a:pt x="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1" name="Freeform 336"/>
              <p:cNvSpPr>
                <a:spLocks/>
              </p:cNvSpPr>
              <p:nvPr/>
            </p:nvSpPr>
            <p:spPr bwMode="auto">
              <a:xfrm>
                <a:off x="3656" y="3372"/>
                <a:ext cx="53" cy="23"/>
              </a:xfrm>
              <a:custGeom>
                <a:avLst/>
                <a:gdLst>
                  <a:gd name="T0" fmla="*/ 17 w 30"/>
                  <a:gd name="T1" fmla="*/ 13 h 13"/>
                  <a:gd name="T2" fmla="*/ 1 w 30"/>
                  <a:gd name="T3" fmla="*/ 7 h 13"/>
                  <a:gd name="T4" fmla="*/ 12 w 30"/>
                  <a:gd name="T5" fmla="*/ 0 h 13"/>
                  <a:gd name="T6" fmla="*/ 29 w 30"/>
                  <a:gd name="T7" fmla="*/ 7 h 13"/>
                  <a:gd name="T8" fmla="*/ 17 w 30"/>
                  <a:gd name="T9" fmla="*/ 13 h 13"/>
                </a:gdLst>
                <a:ahLst/>
                <a:cxnLst>
                  <a:cxn ang="0">
                    <a:pos x="T0" y="T1"/>
                  </a:cxn>
                  <a:cxn ang="0">
                    <a:pos x="T2" y="T3"/>
                  </a:cxn>
                  <a:cxn ang="0">
                    <a:pos x="T4" y="T5"/>
                  </a:cxn>
                  <a:cxn ang="0">
                    <a:pos x="T6" y="T7"/>
                  </a:cxn>
                  <a:cxn ang="0">
                    <a:pos x="T8" y="T9"/>
                  </a:cxn>
                </a:cxnLst>
                <a:rect l="0" t="0" r="r" b="b"/>
                <a:pathLst>
                  <a:path w="30" h="13">
                    <a:moveTo>
                      <a:pt x="17" y="13"/>
                    </a:moveTo>
                    <a:cubicBezTo>
                      <a:pt x="10" y="13"/>
                      <a:pt x="3" y="10"/>
                      <a:pt x="1" y="7"/>
                    </a:cubicBezTo>
                    <a:cubicBezTo>
                      <a:pt x="0" y="3"/>
                      <a:pt x="5" y="0"/>
                      <a:pt x="12" y="0"/>
                    </a:cubicBezTo>
                    <a:cubicBezTo>
                      <a:pt x="20" y="0"/>
                      <a:pt x="27" y="3"/>
                      <a:pt x="29" y="7"/>
                    </a:cubicBezTo>
                    <a:cubicBezTo>
                      <a:pt x="30" y="10"/>
                      <a:pt x="25" y="13"/>
                      <a:pt x="17" y="13"/>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2" name="Freeform 337"/>
              <p:cNvSpPr>
                <a:spLocks noEditPoints="1"/>
              </p:cNvSpPr>
              <p:nvPr/>
            </p:nvSpPr>
            <p:spPr bwMode="auto">
              <a:xfrm>
                <a:off x="3652" y="3370"/>
                <a:ext cx="59" cy="27"/>
              </a:xfrm>
              <a:custGeom>
                <a:avLst/>
                <a:gdLst>
                  <a:gd name="T0" fmla="*/ 15 w 33"/>
                  <a:gd name="T1" fmla="*/ 2 h 15"/>
                  <a:gd name="T2" fmla="*/ 29 w 33"/>
                  <a:gd name="T3" fmla="*/ 8 h 15"/>
                  <a:gd name="T4" fmla="*/ 19 w 33"/>
                  <a:gd name="T5" fmla="*/ 14 h 15"/>
                  <a:gd name="T6" fmla="*/ 4 w 33"/>
                  <a:gd name="T7" fmla="*/ 8 h 15"/>
                  <a:gd name="T8" fmla="*/ 15 w 33"/>
                  <a:gd name="T9" fmla="*/ 2 h 15"/>
                  <a:gd name="T10" fmla="*/ 14 w 33"/>
                  <a:gd name="T11" fmla="*/ 1 h 15"/>
                  <a:gd name="T12" fmla="*/ 2 w 33"/>
                  <a:gd name="T13" fmla="*/ 8 h 15"/>
                  <a:gd name="T14" fmla="*/ 20 w 33"/>
                  <a:gd name="T15" fmla="*/ 15 h 15"/>
                  <a:gd name="T16" fmla="*/ 32 w 33"/>
                  <a:gd name="T17" fmla="*/ 8 h 15"/>
                  <a:gd name="T18" fmla="*/ 14 w 33"/>
                  <a:gd name="T19"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15">
                    <a:moveTo>
                      <a:pt x="15" y="2"/>
                    </a:moveTo>
                    <a:cubicBezTo>
                      <a:pt x="21" y="2"/>
                      <a:pt x="28" y="4"/>
                      <a:pt x="29" y="8"/>
                    </a:cubicBezTo>
                    <a:cubicBezTo>
                      <a:pt x="31" y="11"/>
                      <a:pt x="26" y="14"/>
                      <a:pt x="19" y="14"/>
                    </a:cubicBezTo>
                    <a:cubicBezTo>
                      <a:pt x="12" y="14"/>
                      <a:pt x="6" y="11"/>
                      <a:pt x="4" y="8"/>
                    </a:cubicBezTo>
                    <a:cubicBezTo>
                      <a:pt x="3" y="4"/>
                      <a:pt x="8" y="2"/>
                      <a:pt x="15" y="2"/>
                    </a:cubicBezTo>
                    <a:moveTo>
                      <a:pt x="14" y="1"/>
                    </a:moveTo>
                    <a:cubicBezTo>
                      <a:pt x="6" y="1"/>
                      <a:pt x="0" y="4"/>
                      <a:pt x="2" y="8"/>
                    </a:cubicBezTo>
                    <a:cubicBezTo>
                      <a:pt x="3" y="12"/>
                      <a:pt x="11" y="15"/>
                      <a:pt x="20" y="15"/>
                    </a:cubicBezTo>
                    <a:cubicBezTo>
                      <a:pt x="28" y="15"/>
                      <a:pt x="33" y="12"/>
                      <a:pt x="32" y="8"/>
                    </a:cubicBezTo>
                    <a:cubicBezTo>
                      <a:pt x="30" y="4"/>
                      <a:pt x="22" y="0"/>
                      <a:pt x="14"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3" name="Freeform 338"/>
              <p:cNvSpPr>
                <a:spLocks/>
              </p:cNvSpPr>
              <p:nvPr/>
            </p:nvSpPr>
            <p:spPr bwMode="auto">
              <a:xfrm>
                <a:off x="3790" y="3331"/>
                <a:ext cx="55" cy="23"/>
              </a:xfrm>
              <a:custGeom>
                <a:avLst/>
                <a:gdLst>
                  <a:gd name="T0" fmla="*/ 19 w 31"/>
                  <a:gd name="T1" fmla="*/ 13 h 13"/>
                  <a:gd name="T2" fmla="*/ 2 w 31"/>
                  <a:gd name="T3" fmla="*/ 7 h 13"/>
                  <a:gd name="T4" fmla="*/ 13 w 31"/>
                  <a:gd name="T5" fmla="*/ 0 h 13"/>
                  <a:gd name="T6" fmla="*/ 30 w 31"/>
                  <a:gd name="T7" fmla="*/ 7 h 13"/>
                  <a:gd name="T8" fmla="*/ 19 w 31"/>
                  <a:gd name="T9" fmla="*/ 13 h 13"/>
                </a:gdLst>
                <a:ahLst/>
                <a:cxnLst>
                  <a:cxn ang="0">
                    <a:pos x="T0" y="T1"/>
                  </a:cxn>
                  <a:cxn ang="0">
                    <a:pos x="T2" y="T3"/>
                  </a:cxn>
                  <a:cxn ang="0">
                    <a:pos x="T4" y="T5"/>
                  </a:cxn>
                  <a:cxn ang="0">
                    <a:pos x="T6" y="T7"/>
                  </a:cxn>
                  <a:cxn ang="0">
                    <a:pos x="T8" y="T9"/>
                  </a:cxn>
                </a:cxnLst>
                <a:rect l="0" t="0" r="r" b="b"/>
                <a:pathLst>
                  <a:path w="31" h="13">
                    <a:moveTo>
                      <a:pt x="19" y="13"/>
                    </a:moveTo>
                    <a:cubicBezTo>
                      <a:pt x="11" y="13"/>
                      <a:pt x="3" y="10"/>
                      <a:pt x="2" y="7"/>
                    </a:cubicBezTo>
                    <a:cubicBezTo>
                      <a:pt x="0" y="3"/>
                      <a:pt x="5" y="0"/>
                      <a:pt x="13" y="0"/>
                    </a:cubicBezTo>
                    <a:cubicBezTo>
                      <a:pt x="21" y="0"/>
                      <a:pt x="28" y="3"/>
                      <a:pt x="30" y="7"/>
                    </a:cubicBezTo>
                    <a:cubicBezTo>
                      <a:pt x="31" y="10"/>
                      <a:pt x="26" y="13"/>
                      <a:pt x="19" y="13"/>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4" name="Freeform 339"/>
              <p:cNvSpPr>
                <a:spLocks noEditPoints="1"/>
              </p:cNvSpPr>
              <p:nvPr/>
            </p:nvSpPr>
            <p:spPr bwMode="auto">
              <a:xfrm>
                <a:off x="3788" y="3331"/>
                <a:ext cx="60" cy="25"/>
              </a:xfrm>
              <a:custGeom>
                <a:avLst/>
                <a:gdLst>
                  <a:gd name="T0" fmla="*/ 14 w 34"/>
                  <a:gd name="T1" fmla="*/ 1 h 14"/>
                  <a:gd name="T2" fmla="*/ 29 w 34"/>
                  <a:gd name="T3" fmla="*/ 7 h 14"/>
                  <a:gd name="T4" fmla="*/ 19 w 34"/>
                  <a:gd name="T5" fmla="*/ 13 h 14"/>
                  <a:gd name="T6" fmla="*/ 4 w 34"/>
                  <a:gd name="T7" fmla="*/ 7 h 14"/>
                  <a:gd name="T8" fmla="*/ 14 w 34"/>
                  <a:gd name="T9" fmla="*/ 1 h 14"/>
                  <a:gd name="T10" fmla="*/ 14 w 34"/>
                  <a:gd name="T11" fmla="*/ 0 h 14"/>
                  <a:gd name="T12" fmla="*/ 2 w 34"/>
                  <a:gd name="T13" fmla="*/ 7 h 14"/>
                  <a:gd name="T14" fmla="*/ 20 w 34"/>
                  <a:gd name="T15" fmla="*/ 14 h 14"/>
                  <a:gd name="T16" fmla="*/ 32 w 34"/>
                  <a:gd name="T17" fmla="*/ 7 h 14"/>
                  <a:gd name="T18" fmla="*/ 14 w 34"/>
                  <a:gd name="T1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14">
                    <a:moveTo>
                      <a:pt x="14" y="1"/>
                    </a:moveTo>
                    <a:cubicBezTo>
                      <a:pt x="21" y="1"/>
                      <a:pt x="28" y="3"/>
                      <a:pt x="29" y="7"/>
                    </a:cubicBezTo>
                    <a:cubicBezTo>
                      <a:pt x="31" y="10"/>
                      <a:pt x="26" y="13"/>
                      <a:pt x="19" y="13"/>
                    </a:cubicBezTo>
                    <a:cubicBezTo>
                      <a:pt x="12" y="13"/>
                      <a:pt x="6" y="10"/>
                      <a:pt x="4" y="7"/>
                    </a:cubicBezTo>
                    <a:cubicBezTo>
                      <a:pt x="3" y="3"/>
                      <a:pt x="7" y="1"/>
                      <a:pt x="14" y="1"/>
                    </a:cubicBezTo>
                    <a:moveTo>
                      <a:pt x="14" y="0"/>
                    </a:moveTo>
                    <a:cubicBezTo>
                      <a:pt x="5" y="0"/>
                      <a:pt x="0" y="3"/>
                      <a:pt x="2" y="7"/>
                    </a:cubicBezTo>
                    <a:cubicBezTo>
                      <a:pt x="3" y="11"/>
                      <a:pt x="11" y="14"/>
                      <a:pt x="20" y="14"/>
                    </a:cubicBezTo>
                    <a:cubicBezTo>
                      <a:pt x="28" y="14"/>
                      <a:pt x="34" y="11"/>
                      <a:pt x="32" y="7"/>
                    </a:cubicBezTo>
                    <a:cubicBezTo>
                      <a:pt x="30" y="3"/>
                      <a:pt x="22" y="0"/>
                      <a:pt x="1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5" name="Freeform 340"/>
              <p:cNvSpPr>
                <a:spLocks/>
              </p:cNvSpPr>
              <p:nvPr/>
            </p:nvSpPr>
            <p:spPr bwMode="auto">
              <a:xfrm>
                <a:off x="3882" y="3209"/>
                <a:ext cx="55" cy="25"/>
              </a:xfrm>
              <a:custGeom>
                <a:avLst/>
                <a:gdLst>
                  <a:gd name="T0" fmla="*/ 18 w 31"/>
                  <a:gd name="T1" fmla="*/ 14 h 14"/>
                  <a:gd name="T2" fmla="*/ 2 w 31"/>
                  <a:gd name="T3" fmla="*/ 7 h 14"/>
                  <a:gd name="T4" fmla="*/ 13 w 31"/>
                  <a:gd name="T5" fmla="*/ 1 h 14"/>
                  <a:gd name="T6" fmla="*/ 29 w 31"/>
                  <a:gd name="T7" fmla="*/ 7 h 14"/>
                  <a:gd name="T8" fmla="*/ 18 w 31"/>
                  <a:gd name="T9" fmla="*/ 14 h 14"/>
                </a:gdLst>
                <a:ahLst/>
                <a:cxnLst>
                  <a:cxn ang="0">
                    <a:pos x="T0" y="T1"/>
                  </a:cxn>
                  <a:cxn ang="0">
                    <a:pos x="T2" y="T3"/>
                  </a:cxn>
                  <a:cxn ang="0">
                    <a:pos x="T4" y="T5"/>
                  </a:cxn>
                  <a:cxn ang="0">
                    <a:pos x="T6" y="T7"/>
                  </a:cxn>
                  <a:cxn ang="0">
                    <a:pos x="T8" y="T9"/>
                  </a:cxn>
                </a:cxnLst>
                <a:rect l="0" t="0" r="r" b="b"/>
                <a:pathLst>
                  <a:path w="31" h="14">
                    <a:moveTo>
                      <a:pt x="18" y="14"/>
                    </a:moveTo>
                    <a:cubicBezTo>
                      <a:pt x="11" y="14"/>
                      <a:pt x="3" y="11"/>
                      <a:pt x="2" y="7"/>
                    </a:cubicBezTo>
                    <a:cubicBezTo>
                      <a:pt x="0" y="4"/>
                      <a:pt x="5" y="1"/>
                      <a:pt x="13" y="1"/>
                    </a:cubicBezTo>
                    <a:cubicBezTo>
                      <a:pt x="20" y="0"/>
                      <a:pt x="28" y="3"/>
                      <a:pt x="29" y="7"/>
                    </a:cubicBezTo>
                    <a:cubicBezTo>
                      <a:pt x="31" y="11"/>
                      <a:pt x="26" y="14"/>
                      <a:pt x="18" y="14"/>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6" name="Freeform 341"/>
              <p:cNvSpPr>
                <a:spLocks noEditPoints="1"/>
              </p:cNvSpPr>
              <p:nvPr/>
            </p:nvSpPr>
            <p:spPr bwMode="auto">
              <a:xfrm>
                <a:off x="3880" y="3209"/>
                <a:ext cx="59" cy="25"/>
              </a:xfrm>
              <a:custGeom>
                <a:avLst/>
                <a:gdLst>
                  <a:gd name="T0" fmla="*/ 14 w 33"/>
                  <a:gd name="T1" fmla="*/ 1 h 14"/>
                  <a:gd name="T2" fmla="*/ 29 w 33"/>
                  <a:gd name="T3" fmla="*/ 7 h 14"/>
                  <a:gd name="T4" fmla="*/ 19 w 33"/>
                  <a:gd name="T5" fmla="*/ 13 h 14"/>
                  <a:gd name="T6" fmla="*/ 4 w 33"/>
                  <a:gd name="T7" fmla="*/ 7 h 14"/>
                  <a:gd name="T8" fmla="*/ 14 w 33"/>
                  <a:gd name="T9" fmla="*/ 1 h 14"/>
                  <a:gd name="T10" fmla="*/ 13 w 33"/>
                  <a:gd name="T11" fmla="*/ 0 h 14"/>
                  <a:gd name="T12" fmla="*/ 1 w 33"/>
                  <a:gd name="T13" fmla="*/ 7 h 14"/>
                  <a:gd name="T14" fmla="*/ 20 w 33"/>
                  <a:gd name="T15" fmla="*/ 14 h 14"/>
                  <a:gd name="T16" fmla="*/ 32 w 33"/>
                  <a:gd name="T17" fmla="*/ 7 h 14"/>
                  <a:gd name="T18" fmla="*/ 13 w 33"/>
                  <a:gd name="T1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14">
                    <a:moveTo>
                      <a:pt x="14" y="1"/>
                    </a:moveTo>
                    <a:cubicBezTo>
                      <a:pt x="21" y="1"/>
                      <a:pt x="28" y="4"/>
                      <a:pt x="29" y="7"/>
                    </a:cubicBezTo>
                    <a:cubicBezTo>
                      <a:pt x="31" y="10"/>
                      <a:pt x="26" y="13"/>
                      <a:pt x="19" y="13"/>
                    </a:cubicBezTo>
                    <a:cubicBezTo>
                      <a:pt x="12" y="13"/>
                      <a:pt x="5" y="10"/>
                      <a:pt x="4" y="7"/>
                    </a:cubicBezTo>
                    <a:cubicBezTo>
                      <a:pt x="2" y="4"/>
                      <a:pt x="7" y="1"/>
                      <a:pt x="14" y="1"/>
                    </a:cubicBezTo>
                    <a:moveTo>
                      <a:pt x="13" y="0"/>
                    </a:moveTo>
                    <a:cubicBezTo>
                      <a:pt x="5" y="0"/>
                      <a:pt x="0" y="3"/>
                      <a:pt x="1" y="7"/>
                    </a:cubicBezTo>
                    <a:cubicBezTo>
                      <a:pt x="3" y="11"/>
                      <a:pt x="11" y="14"/>
                      <a:pt x="20" y="14"/>
                    </a:cubicBezTo>
                    <a:cubicBezTo>
                      <a:pt x="28" y="14"/>
                      <a:pt x="33" y="11"/>
                      <a:pt x="32" y="7"/>
                    </a:cubicBezTo>
                    <a:cubicBezTo>
                      <a:pt x="30" y="3"/>
                      <a:pt x="22" y="0"/>
                      <a:pt x="1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7" name="Freeform 342"/>
              <p:cNvSpPr>
                <a:spLocks/>
              </p:cNvSpPr>
              <p:nvPr/>
            </p:nvSpPr>
            <p:spPr bwMode="auto">
              <a:xfrm>
                <a:off x="3684" y="3178"/>
                <a:ext cx="94" cy="40"/>
              </a:xfrm>
              <a:custGeom>
                <a:avLst/>
                <a:gdLst>
                  <a:gd name="T0" fmla="*/ 32 w 53"/>
                  <a:gd name="T1" fmla="*/ 23 h 23"/>
                  <a:gd name="T2" fmla="*/ 3 w 53"/>
                  <a:gd name="T3" fmla="*/ 12 h 23"/>
                  <a:gd name="T4" fmla="*/ 22 w 53"/>
                  <a:gd name="T5" fmla="*/ 0 h 23"/>
                  <a:gd name="T6" fmla="*/ 51 w 53"/>
                  <a:gd name="T7" fmla="*/ 11 h 23"/>
                  <a:gd name="T8" fmla="*/ 32 w 53"/>
                  <a:gd name="T9" fmla="*/ 23 h 23"/>
                </a:gdLst>
                <a:ahLst/>
                <a:cxnLst>
                  <a:cxn ang="0">
                    <a:pos x="T0" y="T1"/>
                  </a:cxn>
                  <a:cxn ang="0">
                    <a:pos x="T2" y="T3"/>
                  </a:cxn>
                  <a:cxn ang="0">
                    <a:pos x="T4" y="T5"/>
                  </a:cxn>
                  <a:cxn ang="0">
                    <a:pos x="T6" y="T7"/>
                  </a:cxn>
                  <a:cxn ang="0">
                    <a:pos x="T8" y="T9"/>
                  </a:cxn>
                </a:cxnLst>
                <a:rect l="0" t="0" r="r" b="b"/>
                <a:pathLst>
                  <a:path w="53" h="23">
                    <a:moveTo>
                      <a:pt x="32" y="23"/>
                    </a:moveTo>
                    <a:cubicBezTo>
                      <a:pt x="18" y="23"/>
                      <a:pt x="5" y="18"/>
                      <a:pt x="3" y="12"/>
                    </a:cubicBezTo>
                    <a:cubicBezTo>
                      <a:pt x="0" y="5"/>
                      <a:pt x="9" y="0"/>
                      <a:pt x="22" y="0"/>
                    </a:cubicBezTo>
                    <a:cubicBezTo>
                      <a:pt x="35" y="0"/>
                      <a:pt x="48" y="5"/>
                      <a:pt x="51" y="11"/>
                    </a:cubicBezTo>
                    <a:cubicBezTo>
                      <a:pt x="53" y="18"/>
                      <a:pt x="45" y="23"/>
                      <a:pt x="32" y="23"/>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8" name="Freeform 343"/>
              <p:cNvSpPr>
                <a:spLocks noEditPoints="1"/>
              </p:cNvSpPr>
              <p:nvPr/>
            </p:nvSpPr>
            <p:spPr bwMode="auto">
              <a:xfrm>
                <a:off x="3682" y="3176"/>
                <a:ext cx="99" cy="44"/>
              </a:xfrm>
              <a:custGeom>
                <a:avLst/>
                <a:gdLst>
                  <a:gd name="T0" fmla="*/ 23 w 56"/>
                  <a:gd name="T1" fmla="*/ 1 h 25"/>
                  <a:gd name="T2" fmla="*/ 51 w 56"/>
                  <a:gd name="T3" fmla="*/ 12 h 25"/>
                  <a:gd name="T4" fmla="*/ 32 w 56"/>
                  <a:gd name="T5" fmla="*/ 24 h 25"/>
                  <a:gd name="T6" fmla="*/ 5 w 56"/>
                  <a:gd name="T7" fmla="*/ 13 h 25"/>
                  <a:gd name="T8" fmla="*/ 23 w 56"/>
                  <a:gd name="T9" fmla="*/ 1 h 25"/>
                  <a:gd name="T10" fmla="*/ 23 w 56"/>
                  <a:gd name="T11" fmla="*/ 0 h 25"/>
                  <a:gd name="T12" fmla="*/ 3 w 56"/>
                  <a:gd name="T13" fmla="*/ 13 h 25"/>
                  <a:gd name="T14" fmla="*/ 33 w 56"/>
                  <a:gd name="T15" fmla="*/ 25 h 25"/>
                  <a:gd name="T16" fmla="*/ 53 w 56"/>
                  <a:gd name="T17" fmla="*/ 12 h 25"/>
                  <a:gd name="T18" fmla="*/ 23 w 56"/>
                  <a:gd name="T1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25">
                    <a:moveTo>
                      <a:pt x="23" y="1"/>
                    </a:moveTo>
                    <a:cubicBezTo>
                      <a:pt x="36" y="1"/>
                      <a:pt x="48" y="6"/>
                      <a:pt x="51" y="12"/>
                    </a:cubicBezTo>
                    <a:cubicBezTo>
                      <a:pt x="53" y="19"/>
                      <a:pt x="45" y="24"/>
                      <a:pt x="32" y="24"/>
                    </a:cubicBezTo>
                    <a:cubicBezTo>
                      <a:pt x="20" y="24"/>
                      <a:pt x="8" y="19"/>
                      <a:pt x="5" y="13"/>
                    </a:cubicBezTo>
                    <a:cubicBezTo>
                      <a:pt x="3" y="6"/>
                      <a:pt x="11" y="1"/>
                      <a:pt x="23" y="1"/>
                    </a:cubicBezTo>
                    <a:moveTo>
                      <a:pt x="23" y="0"/>
                    </a:moveTo>
                    <a:cubicBezTo>
                      <a:pt x="9" y="0"/>
                      <a:pt x="0" y="6"/>
                      <a:pt x="3" y="13"/>
                    </a:cubicBezTo>
                    <a:cubicBezTo>
                      <a:pt x="5" y="19"/>
                      <a:pt x="19" y="25"/>
                      <a:pt x="33" y="25"/>
                    </a:cubicBezTo>
                    <a:cubicBezTo>
                      <a:pt x="47" y="25"/>
                      <a:pt x="56" y="19"/>
                      <a:pt x="53" y="12"/>
                    </a:cubicBezTo>
                    <a:cubicBezTo>
                      <a:pt x="50" y="6"/>
                      <a:pt x="37" y="0"/>
                      <a:pt x="2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9" name="Freeform 344"/>
              <p:cNvSpPr>
                <a:spLocks/>
              </p:cNvSpPr>
              <p:nvPr/>
            </p:nvSpPr>
            <p:spPr bwMode="auto">
              <a:xfrm>
                <a:off x="3765" y="3259"/>
                <a:ext cx="89" cy="39"/>
              </a:xfrm>
              <a:custGeom>
                <a:avLst/>
                <a:gdLst>
                  <a:gd name="T0" fmla="*/ 30 w 50"/>
                  <a:gd name="T1" fmla="*/ 22 h 22"/>
                  <a:gd name="T2" fmla="*/ 3 w 50"/>
                  <a:gd name="T3" fmla="*/ 11 h 22"/>
                  <a:gd name="T4" fmla="*/ 21 w 50"/>
                  <a:gd name="T5" fmla="*/ 0 h 22"/>
                  <a:gd name="T6" fmla="*/ 48 w 50"/>
                  <a:gd name="T7" fmla="*/ 11 h 22"/>
                  <a:gd name="T8" fmla="*/ 30 w 50"/>
                  <a:gd name="T9" fmla="*/ 22 h 22"/>
                </a:gdLst>
                <a:ahLst/>
                <a:cxnLst>
                  <a:cxn ang="0">
                    <a:pos x="T0" y="T1"/>
                  </a:cxn>
                  <a:cxn ang="0">
                    <a:pos x="T2" y="T3"/>
                  </a:cxn>
                  <a:cxn ang="0">
                    <a:pos x="T4" y="T5"/>
                  </a:cxn>
                  <a:cxn ang="0">
                    <a:pos x="T6" y="T7"/>
                  </a:cxn>
                  <a:cxn ang="0">
                    <a:pos x="T8" y="T9"/>
                  </a:cxn>
                </a:cxnLst>
                <a:rect l="0" t="0" r="r" b="b"/>
                <a:pathLst>
                  <a:path w="50" h="22">
                    <a:moveTo>
                      <a:pt x="30" y="22"/>
                    </a:moveTo>
                    <a:cubicBezTo>
                      <a:pt x="17" y="22"/>
                      <a:pt x="5" y="17"/>
                      <a:pt x="3" y="11"/>
                    </a:cubicBezTo>
                    <a:cubicBezTo>
                      <a:pt x="0" y="5"/>
                      <a:pt x="8" y="0"/>
                      <a:pt x="21" y="0"/>
                    </a:cubicBezTo>
                    <a:cubicBezTo>
                      <a:pt x="33" y="0"/>
                      <a:pt x="45" y="5"/>
                      <a:pt x="48" y="11"/>
                    </a:cubicBezTo>
                    <a:cubicBezTo>
                      <a:pt x="50" y="17"/>
                      <a:pt x="42" y="22"/>
                      <a:pt x="30" y="22"/>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0" name="Freeform 345"/>
              <p:cNvSpPr>
                <a:spLocks noEditPoints="1"/>
              </p:cNvSpPr>
              <p:nvPr/>
            </p:nvSpPr>
            <p:spPr bwMode="auto">
              <a:xfrm>
                <a:off x="3764" y="3259"/>
                <a:ext cx="92" cy="39"/>
              </a:xfrm>
              <a:custGeom>
                <a:avLst/>
                <a:gdLst>
                  <a:gd name="T0" fmla="*/ 22 w 52"/>
                  <a:gd name="T1" fmla="*/ 1 h 22"/>
                  <a:gd name="T2" fmla="*/ 47 w 52"/>
                  <a:gd name="T3" fmla="*/ 11 h 22"/>
                  <a:gd name="T4" fmla="*/ 30 w 52"/>
                  <a:gd name="T5" fmla="*/ 21 h 22"/>
                  <a:gd name="T6" fmla="*/ 5 w 52"/>
                  <a:gd name="T7" fmla="*/ 11 h 22"/>
                  <a:gd name="T8" fmla="*/ 22 w 52"/>
                  <a:gd name="T9" fmla="*/ 1 h 22"/>
                  <a:gd name="T10" fmla="*/ 21 w 52"/>
                  <a:gd name="T11" fmla="*/ 0 h 22"/>
                  <a:gd name="T12" fmla="*/ 3 w 52"/>
                  <a:gd name="T13" fmla="*/ 11 h 22"/>
                  <a:gd name="T14" fmla="*/ 31 w 52"/>
                  <a:gd name="T15" fmla="*/ 22 h 22"/>
                  <a:gd name="T16" fmla="*/ 50 w 52"/>
                  <a:gd name="T17" fmla="*/ 11 h 22"/>
                  <a:gd name="T18" fmla="*/ 21 w 52"/>
                  <a:gd name="T1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22">
                    <a:moveTo>
                      <a:pt x="22" y="1"/>
                    </a:moveTo>
                    <a:cubicBezTo>
                      <a:pt x="34" y="1"/>
                      <a:pt x="45" y="5"/>
                      <a:pt x="47" y="11"/>
                    </a:cubicBezTo>
                    <a:cubicBezTo>
                      <a:pt x="50" y="16"/>
                      <a:pt x="42" y="21"/>
                      <a:pt x="30" y="21"/>
                    </a:cubicBezTo>
                    <a:cubicBezTo>
                      <a:pt x="19" y="21"/>
                      <a:pt x="7" y="17"/>
                      <a:pt x="5" y="11"/>
                    </a:cubicBezTo>
                    <a:cubicBezTo>
                      <a:pt x="3" y="6"/>
                      <a:pt x="10" y="1"/>
                      <a:pt x="22" y="1"/>
                    </a:cubicBezTo>
                    <a:moveTo>
                      <a:pt x="21" y="0"/>
                    </a:moveTo>
                    <a:cubicBezTo>
                      <a:pt x="8" y="0"/>
                      <a:pt x="0" y="5"/>
                      <a:pt x="3" y="11"/>
                    </a:cubicBezTo>
                    <a:cubicBezTo>
                      <a:pt x="5" y="17"/>
                      <a:pt x="18" y="22"/>
                      <a:pt x="31" y="22"/>
                    </a:cubicBezTo>
                    <a:cubicBezTo>
                      <a:pt x="44" y="22"/>
                      <a:pt x="52" y="17"/>
                      <a:pt x="50" y="11"/>
                    </a:cubicBezTo>
                    <a:cubicBezTo>
                      <a:pt x="47" y="5"/>
                      <a:pt x="34" y="0"/>
                      <a:pt x="2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1" name="Freeform 346"/>
              <p:cNvSpPr>
                <a:spLocks/>
              </p:cNvSpPr>
              <p:nvPr/>
            </p:nvSpPr>
            <p:spPr bwMode="auto">
              <a:xfrm>
                <a:off x="3665" y="3280"/>
                <a:ext cx="136" cy="60"/>
              </a:xfrm>
              <a:custGeom>
                <a:avLst/>
                <a:gdLst>
                  <a:gd name="T0" fmla="*/ 45 w 77"/>
                  <a:gd name="T1" fmla="*/ 34 h 34"/>
                  <a:gd name="T2" fmla="*/ 3 w 77"/>
                  <a:gd name="T3" fmla="*/ 17 h 34"/>
                  <a:gd name="T4" fmla="*/ 31 w 77"/>
                  <a:gd name="T5" fmla="*/ 0 h 34"/>
                  <a:gd name="T6" fmla="*/ 73 w 77"/>
                  <a:gd name="T7" fmla="*/ 17 h 34"/>
                  <a:gd name="T8" fmla="*/ 45 w 77"/>
                  <a:gd name="T9" fmla="*/ 34 h 34"/>
                </a:gdLst>
                <a:ahLst/>
                <a:cxnLst>
                  <a:cxn ang="0">
                    <a:pos x="T0" y="T1"/>
                  </a:cxn>
                  <a:cxn ang="0">
                    <a:pos x="T2" y="T3"/>
                  </a:cxn>
                  <a:cxn ang="0">
                    <a:pos x="T4" y="T5"/>
                  </a:cxn>
                  <a:cxn ang="0">
                    <a:pos x="T6" y="T7"/>
                  </a:cxn>
                  <a:cxn ang="0">
                    <a:pos x="T8" y="T9"/>
                  </a:cxn>
                </a:cxnLst>
                <a:rect l="0" t="0" r="r" b="b"/>
                <a:pathLst>
                  <a:path w="77" h="34">
                    <a:moveTo>
                      <a:pt x="45" y="34"/>
                    </a:moveTo>
                    <a:cubicBezTo>
                      <a:pt x="26" y="34"/>
                      <a:pt x="7" y="26"/>
                      <a:pt x="3" y="17"/>
                    </a:cubicBezTo>
                    <a:cubicBezTo>
                      <a:pt x="0" y="8"/>
                      <a:pt x="12" y="0"/>
                      <a:pt x="31" y="0"/>
                    </a:cubicBezTo>
                    <a:cubicBezTo>
                      <a:pt x="51" y="0"/>
                      <a:pt x="69" y="7"/>
                      <a:pt x="73" y="17"/>
                    </a:cubicBezTo>
                    <a:cubicBezTo>
                      <a:pt x="77" y="26"/>
                      <a:pt x="64" y="33"/>
                      <a:pt x="45" y="34"/>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2" name="Freeform 347"/>
              <p:cNvSpPr>
                <a:spLocks noEditPoints="1"/>
              </p:cNvSpPr>
              <p:nvPr/>
            </p:nvSpPr>
            <p:spPr bwMode="auto">
              <a:xfrm>
                <a:off x="3661" y="3278"/>
                <a:ext cx="143" cy="62"/>
              </a:xfrm>
              <a:custGeom>
                <a:avLst/>
                <a:gdLst>
                  <a:gd name="T0" fmla="*/ 34 w 81"/>
                  <a:gd name="T1" fmla="*/ 2 h 35"/>
                  <a:gd name="T2" fmla="*/ 74 w 81"/>
                  <a:gd name="T3" fmla="*/ 18 h 35"/>
                  <a:gd name="T4" fmla="*/ 47 w 81"/>
                  <a:gd name="T5" fmla="*/ 34 h 35"/>
                  <a:gd name="T6" fmla="*/ 6 w 81"/>
                  <a:gd name="T7" fmla="*/ 18 h 35"/>
                  <a:gd name="T8" fmla="*/ 34 w 81"/>
                  <a:gd name="T9" fmla="*/ 2 h 35"/>
                  <a:gd name="T10" fmla="*/ 33 w 81"/>
                  <a:gd name="T11" fmla="*/ 1 h 35"/>
                  <a:gd name="T12" fmla="*/ 4 w 81"/>
                  <a:gd name="T13" fmla="*/ 18 h 35"/>
                  <a:gd name="T14" fmla="*/ 47 w 81"/>
                  <a:gd name="T15" fmla="*/ 35 h 35"/>
                  <a:gd name="T16" fmla="*/ 77 w 81"/>
                  <a:gd name="T17" fmla="*/ 18 h 35"/>
                  <a:gd name="T18" fmla="*/ 33 w 81"/>
                  <a:gd name="T1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35">
                    <a:moveTo>
                      <a:pt x="34" y="2"/>
                    </a:moveTo>
                    <a:cubicBezTo>
                      <a:pt x="52" y="2"/>
                      <a:pt x="70" y="9"/>
                      <a:pt x="74" y="18"/>
                    </a:cubicBezTo>
                    <a:cubicBezTo>
                      <a:pt x="78" y="27"/>
                      <a:pt x="65" y="34"/>
                      <a:pt x="47" y="34"/>
                    </a:cubicBezTo>
                    <a:cubicBezTo>
                      <a:pt x="28" y="34"/>
                      <a:pt x="10" y="27"/>
                      <a:pt x="6" y="18"/>
                    </a:cubicBezTo>
                    <a:cubicBezTo>
                      <a:pt x="3" y="9"/>
                      <a:pt x="15" y="2"/>
                      <a:pt x="34" y="2"/>
                    </a:cubicBezTo>
                    <a:moveTo>
                      <a:pt x="33" y="1"/>
                    </a:moveTo>
                    <a:cubicBezTo>
                      <a:pt x="13" y="1"/>
                      <a:pt x="0" y="8"/>
                      <a:pt x="4" y="18"/>
                    </a:cubicBezTo>
                    <a:cubicBezTo>
                      <a:pt x="8" y="28"/>
                      <a:pt x="27" y="35"/>
                      <a:pt x="47" y="35"/>
                    </a:cubicBezTo>
                    <a:cubicBezTo>
                      <a:pt x="67" y="35"/>
                      <a:pt x="81" y="27"/>
                      <a:pt x="77" y="18"/>
                    </a:cubicBezTo>
                    <a:cubicBezTo>
                      <a:pt x="73" y="8"/>
                      <a:pt x="53" y="0"/>
                      <a:pt x="33"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3" name="Freeform 348"/>
              <p:cNvSpPr>
                <a:spLocks/>
              </p:cNvSpPr>
              <p:nvPr/>
            </p:nvSpPr>
            <p:spPr bwMode="auto">
              <a:xfrm>
                <a:off x="3815" y="3102"/>
                <a:ext cx="113" cy="49"/>
              </a:xfrm>
              <a:custGeom>
                <a:avLst/>
                <a:gdLst>
                  <a:gd name="T0" fmla="*/ 38 w 64"/>
                  <a:gd name="T1" fmla="*/ 28 h 28"/>
                  <a:gd name="T2" fmla="*/ 3 w 64"/>
                  <a:gd name="T3" fmla="*/ 14 h 28"/>
                  <a:gd name="T4" fmla="*/ 26 w 64"/>
                  <a:gd name="T5" fmla="*/ 0 h 28"/>
                  <a:gd name="T6" fmla="*/ 61 w 64"/>
                  <a:gd name="T7" fmla="*/ 14 h 28"/>
                  <a:gd name="T8" fmla="*/ 38 w 64"/>
                  <a:gd name="T9" fmla="*/ 28 h 28"/>
                </a:gdLst>
                <a:ahLst/>
                <a:cxnLst>
                  <a:cxn ang="0">
                    <a:pos x="T0" y="T1"/>
                  </a:cxn>
                  <a:cxn ang="0">
                    <a:pos x="T2" y="T3"/>
                  </a:cxn>
                  <a:cxn ang="0">
                    <a:pos x="T4" y="T5"/>
                  </a:cxn>
                  <a:cxn ang="0">
                    <a:pos x="T6" y="T7"/>
                  </a:cxn>
                  <a:cxn ang="0">
                    <a:pos x="T8" y="T9"/>
                  </a:cxn>
                </a:cxnLst>
                <a:rect l="0" t="0" r="r" b="b"/>
                <a:pathLst>
                  <a:path w="64" h="28">
                    <a:moveTo>
                      <a:pt x="38" y="28"/>
                    </a:moveTo>
                    <a:cubicBezTo>
                      <a:pt x="22" y="28"/>
                      <a:pt x="7" y="22"/>
                      <a:pt x="3" y="14"/>
                    </a:cubicBezTo>
                    <a:cubicBezTo>
                      <a:pt x="0" y="7"/>
                      <a:pt x="10" y="0"/>
                      <a:pt x="26" y="0"/>
                    </a:cubicBezTo>
                    <a:cubicBezTo>
                      <a:pt x="41" y="0"/>
                      <a:pt x="57" y="6"/>
                      <a:pt x="61" y="14"/>
                    </a:cubicBezTo>
                    <a:cubicBezTo>
                      <a:pt x="64" y="22"/>
                      <a:pt x="54" y="28"/>
                      <a:pt x="38" y="28"/>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4" name="Freeform 349"/>
              <p:cNvSpPr>
                <a:spLocks noEditPoints="1"/>
              </p:cNvSpPr>
              <p:nvPr/>
            </p:nvSpPr>
            <p:spPr bwMode="auto">
              <a:xfrm>
                <a:off x="3813" y="3100"/>
                <a:ext cx="117" cy="53"/>
              </a:xfrm>
              <a:custGeom>
                <a:avLst/>
                <a:gdLst>
                  <a:gd name="T0" fmla="*/ 27 w 66"/>
                  <a:gd name="T1" fmla="*/ 2 h 30"/>
                  <a:gd name="T2" fmla="*/ 60 w 66"/>
                  <a:gd name="T3" fmla="*/ 15 h 30"/>
                  <a:gd name="T4" fmla="*/ 39 w 66"/>
                  <a:gd name="T5" fmla="*/ 29 h 30"/>
                  <a:gd name="T6" fmla="*/ 6 w 66"/>
                  <a:gd name="T7" fmla="*/ 15 h 30"/>
                  <a:gd name="T8" fmla="*/ 27 w 66"/>
                  <a:gd name="T9" fmla="*/ 2 h 30"/>
                  <a:gd name="T10" fmla="*/ 27 w 66"/>
                  <a:gd name="T11" fmla="*/ 1 h 30"/>
                  <a:gd name="T12" fmla="*/ 3 w 66"/>
                  <a:gd name="T13" fmla="*/ 15 h 30"/>
                  <a:gd name="T14" fmla="*/ 39 w 66"/>
                  <a:gd name="T15" fmla="*/ 30 h 30"/>
                  <a:gd name="T16" fmla="*/ 63 w 66"/>
                  <a:gd name="T17" fmla="*/ 15 h 30"/>
                  <a:gd name="T18" fmla="*/ 27 w 66"/>
                  <a:gd name="T19" fmla="*/ 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30">
                    <a:moveTo>
                      <a:pt x="27" y="2"/>
                    </a:moveTo>
                    <a:cubicBezTo>
                      <a:pt x="42" y="2"/>
                      <a:pt x="57" y="8"/>
                      <a:pt x="60" y="15"/>
                    </a:cubicBezTo>
                    <a:cubicBezTo>
                      <a:pt x="64" y="23"/>
                      <a:pt x="54" y="29"/>
                      <a:pt x="39" y="29"/>
                    </a:cubicBezTo>
                    <a:cubicBezTo>
                      <a:pt x="24" y="29"/>
                      <a:pt x="9" y="23"/>
                      <a:pt x="6" y="15"/>
                    </a:cubicBezTo>
                    <a:cubicBezTo>
                      <a:pt x="2" y="8"/>
                      <a:pt x="12" y="2"/>
                      <a:pt x="27" y="2"/>
                    </a:cubicBezTo>
                    <a:moveTo>
                      <a:pt x="27" y="1"/>
                    </a:moveTo>
                    <a:cubicBezTo>
                      <a:pt x="10" y="1"/>
                      <a:pt x="0" y="7"/>
                      <a:pt x="3" y="15"/>
                    </a:cubicBezTo>
                    <a:cubicBezTo>
                      <a:pt x="7" y="23"/>
                      <a:pt x="23" y="30"/>
                      <a:pt x="39" y="30"/>
                    </a:cubicBezTo>
                    <a:cubicBezTo>
                      <a:pt x="56" y="30"/>
                      <a:pt x="66" y="23"/>
                      <a:pt x="63" y="15"/>
                    </a:cubicBezTo>
                    <a:cubicBezTo>
                      <a:pt x="59" y="7"/>
                      <a:pt x="43" y="0"/>
                      <a:pt x="27"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5" name="Freeform 350"/>
              <p:cNvSpPr>
                <a:spLocks/>
              </p:cNvSpPr>
              <p:nvPr/>
            </p:nvSpPr>
            <p:spPr bwMode="auto">
              <a:xfrm>
                <a:off x="3773" y="3155"/>
                <a:ext cx="113" cy="47"/>
              </a:xfrm>
              <a:custGeom>
                <a:avLst/>
                <a:gdLst>
                  <a:gd name="T0" fmla="*/ 38 w 64"/>
                  <a:gd name="T1" fmla="*/ 27 h 27"/>
                  <a:gd name="T2" fmla="*/ 3 w 64"/>
                  <a:gd name="T3" fmla="*/ 14 h 27"/>
                  <a:gd name="T4" fmla="*/ 26 w 64"/>
                  <a:gd name="T5" fmla="*/ 0 h 27"/>
                  <a:gd name="T6" fmla="*/ 60 w 64"/>
                  <a:gd name="T7" fmla="*/ 13 h 27"/>
                  <a:gd name="T8" fmla="*/ 38 w 64"/>
                  <a:gd name="T9" fmla="*/ 27 h 27"/>
                </a:gdLst>
                <a:ahLst/>
                <a:cxnLst>
                  <a:cxn ang="0">
                    <a:pos x="T0" y="T1"/>
                  </a:cxn>
                  <a:cxn ang="0">
                    <a:pos x="T2" y="T3"/>
                  </a:cxn>
                  <a:cxn ang="0">
                    <a:pos x="T4" y="T5"/>
                  </a:cxn>
                  <a:cxn ang="0">
                    <a:pos x="T6" y="T7"/>
                  </a:cxn>
                  <a:cxn ang="0">
                    <a:pos x="T8" y="T9"/>
                  </a:cxn>
                </a:cxnLst>
                <a:rect l="0" t="0" r="r" b="b"/>
                <a:pathLst>
                  <a:path w="64" h="27">
                    <a:moveTo>
                      <a:pt x="38" y="27"/>
                    </a:moveTo>
                    <a:cubicBezTo>
                      <a:pt x="22" y="27"/>
                      <a:pt x="7" y="21"/>
                      <a:pt x="3" y="14"/>
                    </a:cubicBezTo>
                    <a:cubicBezTo>
                      <a:pt x="0" y="6"/>
                      <a:pt x="10" y="0"/>
                      <a:pt x="26" y="0"/>
                    </a:cubicBezTo>
                    <a:cubicBezTo>
                      <a:pt x="42" y="0"/>
                      <a:pt x="57" y="6"/>
                      <a:pt x="60" y="13"/>
                    </a:cubicBezTo>
                    <a:cubicBezTo>
                      <a:pt x="64" y="21"/>
                      <a:pt x="53" y="27"/>
                      <a:pt x="38" y="2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6" name="Freeform 351"/>
              <p:cNvSpPr>
                <a:spLocks noEditPoints="1"/>
              </p:cNvSpPr>
              <p:nvPr/>
            </p:nvSpPr>
            <p:spPr bwMode="auto">
              <a:xfrm>
                <a:off x="3771" y="3153"/>
                <a:ext cx="116" cy="51"/>
              </a:xfrm>
              <a:custGeom>
                <a:avLst/>
                <a:gdLst>
                  <a:gd name="T0" fmla="*/ 27 w 66"/>
                  <a:gd name="T1" fmla="*/ 1 h 29"/>
                  <a:gd name="T2" fmla="*/ 60 w 66"/>
                  <a:gd name="T3" fmla="*/ 14 h 29"/>
                  <a:gd name="T4" fmla="*/ 38 w 66"/>
                  <a:gd name="T5" fmla="*/ 28 h 29"/>
                  <a:gd name="T6" fmla="*/ 6 w 66"/>
                  <a:gd name="T7" fmla="*/ 15 h 29"/>
                  <a:gd name="T8" fmla="*/ 27 w 66"/>
                  <a:gd name="T9" fmla="*/ 1 h 29"/>
                  <a:gd name="T10" fmla="*/ 27 w 66"/>
                  <a:gd name="T11" fmla="*/ 0 h 29"/>
                  <a:gd name="T12" fmla="*/ 3 w 66"/>
                  <a:gd name="T13" fmla="*/ 15 h 29"/>
                  <a:gd name="T14" fmla="*/ 39 w 66"/>
                  <a:gd name="T15" fmla="*/ 29 h 29"/>
                  <a:gd name="T16" fmla="*/ 63 w 66"/>
                  <a:gd name="T17" fmla="*/ 14 h 29"/>
                  <a:gd name="T18" fmla="*/ 27 w 66"/>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29">
                    <a:moveTo>
                      <a:pt x="27" y="1"/>
                    </a:moveTo>
                    <a:cubicBezTo>
                      <a:pt x="42" y="1"/>
                      <a:pt x="57" y="7"/>
                      <a:pt x="60" y="14"/>
                    </a:cubicBezTo>
                    <a:cubicBezTo>
                      <a:pt x="63" y="22"/>
                      <a:pt x="54" y="28"/>
                      <a:pt x="38" y="28"/>
                    </a:cubicBezTo>
                    <a:cubicBezTo>
                      <a:pt x="23" y="28"/>
                      <a:pt x="9" y="22"/>
                      <a:pt x="6" y="15"/>
                    </a:cubicBezTo>
                    <a:cubicBezTo>
                      <a:pt x="3" y="7"/>
                      <a:pt x="12" y="1"/>
                      <a:pt x="27" y="1"/>
                    </a:cubicBezTo>
                    <a:moveTo>
                      <a:pt x="27" y="0"/>
                    </a:moveTo>
                    <a:cubicBezTo>
                      <a:pt x="10" y="0"/>
                      <a:pt x="0" y="7"/>
                      <a:pt x="3" y="15"/>
                    </a:cubicBezTo>
                    <a:cubicBezTo>
                      <a:pt x="6" y="23"/>
                      <a:pt x="22" y="29"/>
                      <a:pt x="39" y="29"/>
                    </a:cubicBezTo>
                    <a:cubicBezTo>
                      <a:pt x="55" y="29"/>
                      <a:pt x="66" y="22"/>
                      <a:pt x="63" y="14"/>
                    </a:cubicBezTo>
                    <a:cubicBezTo>
                      <a:pt x="59" y="7"/>
                      <a:pt x="43" y="0"/>
                      <a:pt x="2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7" name="Freeform 352"/>
              <p:cNvSpPr>
                <a:spLocks/>
              </p:cNvSpPr>
              <p:nvPr/>
            </p:nvSpPr>
            <p:spPr bwMode="auto">
              <a:xfrm>
                <a:off x="3767" y="3209"/>
                <a:ext cx="113" cy="48"/>
              </a:xfrm>
              <a:custGeom>
                <a:avLst/>
                <a:gdLst>
                  <a:gd name="T0" fmla="*/ 38 w 64"/>
                  <a:gd name="T1" fmla="*/ 27 h 27"/>
                  <a:gd name="T2" fmla="*/ 3 w 64"/>
                  <a:gd name="T3" fmla="*/ 14 h 27"/>
                  <a:gd name="T4" fmla="*/ 26 w 64"/>
                  <a:gd name="T5" fmla="*/ 0 h 27"/>
                  <a:gd name="T6" fmla="*/ 61 w 64"/>
                  <a:gd name="T7" fmla="*/ 13 h 27"/>
                  <a:gd name="T8" fmla="*/ 38 w 64"/>
                  <a:gd name="T9" fmla="*/ 27 h 27"/>
                </a:gdLst>
                <a:ahLst/>
                <a:cxnLst>
                  <a:cxn ang="0">
                    <a:pos x="T0" y="T1"/>
                  </a:cxn>
                  <a:cxn ang="0">
                    <a:pos x="T2" y="T3"/>
                  </a:cxn>
                  <a:cxn ang="0">
                    <a:pos x="T4" y="T5"/>
                  </a:cxn>
                  <a:cxn ang="0">
                    <a:pos x="T6" y="T7"/>
                  </a:cxn>
                  <a:cxn ang="0">
                    <a:pos x="T8" y="T9"/>
                  </a:cxn>
                </a:cxnLst>
                <a:rect l="0" t="0" r="r" b="b"/>
                <a:pathLst>
                  <a:path w="64" h="27">
                    <a:moveTo>
                      <a:pt x="38" y="27"/>
                    </a:moveTo>
                    <a:cubicBezTo>
                      <a:pt x="22" y="27"/>
                      <a:pt x="7" y="21"/>
                      <a:pt x="3" y="14"/>
                    </a:cubicBezTo>
                    <a:cubicBezTo>
                      <a:pt x="0" y="6"/>
                      <a:pt x="10" y="0"/>
                      <a:pt x="26" y="0"/>
                    </a:cubicBezTo>
                    <a:cubicBezTo>
                      <a:pt x="42" y="0"/>
                      <a:pt x="58" y="6"/>
                      <a:pt x="61" y="13"/>
                    </a:cubicBezTo>
                    <a:cubicBezTo>
                      <a:pt x="64" y="21"/>
                      <a:pt x="54" y="27"/>
                      <a:pt x="38" y="2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8" name="Freeform 353"/>
              <p:cNvSpPr>
                <a:spLocks noEditPoints="1"/>
              </p:cNvSpPr>
              <p:nvPr/>
            </p:nvSpPr>
            <p:spPr bwMode="auto">
              <a:xfrm>
                <a:off x="3765" y="3208"/>
                <a:ext cx="117" cy="51"/>
              </a:xfrm>
              <a:custGeom>
                <a:avLst/>
                <a:gdLst>
                  <a:gd name="T0" fmla="*/ 27 w 66"/>
                  <a:gd name="T1" fmla="*/ 1 h 29"/>
                  <a:gd name="T2" fmla="*/ 61 w 66"/>
                  <a:gd name="T3" fmla="*/ 14 h 29"/>
                  <a:gd name="T4" fmla="*/ 39 w 66"/>
                  <a:gd name="T5" fmla="*/ 28 h 29"/>
                  <a:gd name="T6" fmla="*/ 6 w 66"/>
                  <a:gd name="T7" fmla="*/ 15 h 29"/>
                  <a:gd name="T8" fmla="*/ 27 w 66"/>
                  <a:gd name="T9" fmla="*/ 1 h 29"/>
                  <a:gd name="T10" fmla="*/ 27 w 66"/>
                  <a:gd name="T11" fmla="*/ 0 h 29"/>
                  <a:gd name="T12" fmla="*/ 3 w 66"/>
                  <a:gd name="T13" fmla="*/ 15 h 29"/>
                  <a:gd name="T14" fmla="*/ 39 w 66"/>
                  <a:gd name="T15" fmla="*/ 29 h 29"/>
                  <a:gd name="T16" fmla="*/ 63 w 66"/>
                  <a:gd name="T17" fmla="*/ 14 h 29"/>
                  <a:gd name="T18" fmla="*/ 27 w 66"/>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29">
                    <a:moveTo>
                      <a:pt x="27" y="1"/>
                    </a:moveTo>
                    <a:cubicBezTo>
                      <a:pt x="43" y="1"/>
                      <a:pt x="57" y="7"/>
                      <a:pt x="61" y="14"/>
                    </a:cubicBezTo>
                    <a:cubicBezTo>
                      <a:pt x="64" y="22"/>
                      <a:pt x="54" y="28"/>
                      <a:pt x="39" y="28"/>
                    </a:cubicBezTo>
                    <a:cubicBezTo>
                      <a:pt x="23" y="28"/>
                      <a:pt x="9" y="22"/>
                      <a:pt x="6" y="15"/>
                    </a:cubicBezTo>
                    <a:cubicBezTo>
                      <a:pt x="3" y="7"/>
                      <a:pt x="12" y="1"/>
                      <a:pt x="27" y="1"/>
                    </a:cubicBezTo>
                    <a:moveTo>
                      <a:pt x="27" y="0"/>
                    </a:moveTo>
                    <a:cubicBezTo>
                      <a:pt x="11" y="0"/>
                      <a:pt x="0" y="7"/>
                      <a:pt x="3" y="15"/>
                    </a:cubicBezTo>
                    <a:cubicBezTo>
                      <a:pt x="7" y="22"/>
                      <a:pt x="23" y="29"/>
                      <a:pt x="39" y="29"/>
                    </a:cubicBezTo>
                    <a:cubicBezTo>
                      <a:pt x="56" y="29"/>
                      <a:pt x="66" y="22"/>
                      <a:pt x="63" y="14"/>
                    </a:cubicBezTo>
                    <a:cubicBezTo>
                      <a:pt x="60" y="6"/>
                      <a:pt x="43" y="0"/>
                      <a:pt x="2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9" name="Freeform 354"/>
              <p:cNvSpPr>
                <a:spLocks/>
              </p:cNvSpPr>
              <p:nvPr/>
            </p:nvSpPr>
            <p:spPr bwMode="auto">
              <a:xfrm>
                <a:off x="3426" y="3096"/>
                <a:ext cx="50" cy="25"/>
              </a:xfrm>
              <a:custGeom>
                <a:avLst/>
                <a:gdLst>
                  <a:gd name="T0" fmla="*/ 17 w 28"/>
                  <a:gd name="T1" fmla="*/ 14 h 14"/>
                  <a:gd name="T2" fmla="*/ 2 w 28"/>
                  <a:gd name="T3" fmla="*/ 7 h 14"/>
                  <a:gd name="T4" fmla="*/ 12 w 28"/>
                  <a:gd name="T5" fmla="*/ 0 h 14"/>
                  <a:gd name="T6" fmla="*/ 27 w 28"/>
                  <a:gd name="T7" fmla="*/ 7 h 14"/>
                  <a:gd name="T8" fmla="*/ 17 w 28"/>
                  <a:gd name="T9" fmla="*/ 14 h 14"/>
                </a:gdLst>
                <a:ahLst/>
                <a:cxnLst>
                  <a:cxn ang="0">
                    <a:pos x="T0" y="T1"/>
                  </a:cxn>
                  <a:cxn ang="0">
                    <a:pos x="T2" y="T3"/>
                  </a:cxn>
                  <a:cxn ang="0">
                    <a:pos x="T4" y="T5"/>
                  </a:cxn>
                  <a:cxn ang="0">
                    <a:pos x="T6" y="T7"/>
                  </a:cxn>
                  <a:cxn ang="0">
                    <a:pos x="T8" y="T9"/>
                  </a:cxn>
                </a:cxnLst>
                <a:rect l="0" t="0" r="r" b="b"/>
                <a:pathLst>
                  <a:path w="28" h="14">
                    <a:moveTo>
                      <a:pt x="17" y="14"/>
                    </a:moveTo>
                    <a:cubicBezTo>
                      <a:pt x="10" y="14"/>
                      <a:pt x="3" y="11"/>
                      <a:pt x="2" y="7"/>
                    </a:cubicBezTo>
                    <a:cubicBezTo>
                      <a:pt x="0" y="4"/>
                      <a:pt x="5" y="0"/>
                      <a:pt x="12" y="0"/>
                    </a:cubicBezTo>
                    <a:cubicBezTo>
                      <a:pt x="19" y="0"/>
                      <a:pt x="26" y="3"/>
                      <a:pt x="27" y="7"/>
                    </a:cubicBezTo>
                    <a:cubicBezTo>
                      <a:pt x="28" y="11"/>
                      <a:pt x="24" y="14"/>
                      <a:pt x="17" y="14"/>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0" name="Freeform 355"/>
              <p:cNvSpPr>
                <a:spLocks noEditPoints="1"/>
              </p:cNvSpPr>
              <p:nvPr/>
            </p:nvSpPr>
            <p:spPr bwMode="auto">
              <a:xfrm>
                <a:off x="3425" y="3096"/>
                <a:ext cx="54" cy="27"/>
              </a:xfrm>
              <a:custGeom>
                <a:avLst/>
                <a:gdLst>
                  <a:gd name="T0" fmla="*/ 13 w 31"/>
                  <a:gd name="T1" fmla="*/ 1 h 15"/>
                  <a:gd name="T2" fmla="*/ 27 w 31"/>
                  <a:gd name="T3" fmla="*/ 7 h 15"/>
                  <a:gd name="T4" fmla="*/ 18 w 31"/>
                  <a:gd name="T5" fmla="*/ 13 h 15"/>
                  <a:gd name="T6" fmla="*/ 4 w 31"/>
                  <a:gd name="T7" fmla="*/ 7 h 15"/>
                  <a:gd name="T8" fmla="*/ 13 w 31"/>
                  <a:gd name="T9" fmla="*/ 1 h 15"/>
                  <a:gd name="T10" fmla="*/ 13 w 31"/>
                  <a:gd name="T11" fmla="*/ 0 h 15"/>
                  <a:gd name="T12" fmla="*/ 2 w 31"/>
                  <a:gd name="T13" fmla="*/ 7 h 15"/>
                  <a:gd name="T14" fmla="*/ 18 w 31"/>
                  <a:gd name="T15" fmla="*/ 15 h 15"/>
                  <a:gd name="T16" fmla="*/ 29 w 31"/>
                  <a:gd name="T17" fmla="*/ 7 h 15"/>
                  <a:gd name="T18" fmla="*/ 13 w 31"/>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15">
                    <a:moveTo>
                      <a:pt x="13" y="1"/>
                    </a:moveTo>
                    <a:cubicBezTo>
                      <a:pt x="20" y="1"/>
                      <a:pt x="26" y="4"/>
                      <a:pt x="27" y="7"/>
                    </a:cubicBezTo>
                    <a:cubicBezTo>
                      <a:pt x="28" y="11"/>
                      <a:pt x="24" y="13"/>
                      <a:pt x="18" y="13"/>
                    </a:cubicBezTo>
                    <a:cubicBezTo>
                      <a:pt x="11" y="13"/>
                      <a:pt x="5" y="11"/>
                      <a:pt x="4" y="7"/>
                    </a:cubicBezTo>
                    <a:cubicBezTo>
                      <a:pt x="3" y="4"/>
                      <a:pt x="7" y="1"/>
                      <a:pt x="13" y="1"/>
                    </a:cubicBezTo>
                    <a:moveTo>
                      <a:pt x="13" y="0"/>
                    </a:moveTo>
                    <a:cubicBezTo>
                      <a:pt x="5" y="0"/>
                      <a:pt x="0" y="3"/>
                      <a:pt x="2" y="7"/>
                    </a:cubicBezTo>
                    <a:cubicBezTo>
                      <a:pt x="3" y="11"/>
                      <a:pt x="10" y="15"/>
                      <a:pt x="18" y="15"/>
                    </a:cubicBezTo>
                    <a:cubicBezTo>
                      <a:pt x="26" y="15"/>
                      <a:pt x="31" y="11"/>
                      <a:pt x="29" y="7"/>
                    </a:cubicBezTo>
                    <a:cubicBezTo>
                      <a:pt x="28" y="3"/>
                      <a:pt x="21" y="0"/>
                      <a:pt x="1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1" name="Freeform 356"/>
              <p:cNvSpPr>
                <a:spLocks/>
              </p:cNvSpPr>
              <p:nvPr/>
            </p:nvSpPr>
            <p:spPr bwMode="auto">
              <a:xfrm>
                <a:off x="3518" y="3156"/>
                <a:ext cx="44" cy="22"/>
              </a:xfrm>
              <a:custGeom>
                <a:avLst/>
                <a:gdLst>
                  <a:gd name="T0" fmla="*/ 15 w 25"/>
                  <a:gd name="T1" fmla="*/ 12 h 12"/>
                  <a:gd name="T2" fmla="*/ 2 w 25"/>
                  <a:gd name="T3" fmla="*/ 6 h 12"/>
                  <a:gd name="T4" fmla="*/ 11 w 25"/>
                  <a:gd name="T5" fmla="*/ 0 h 12"/>
                  <a:gd name="T6" fmla="*/ 24 w 25"/>
                  <a:gd name="T7" fmla="*/ 6 h 12"/>
                  <a:gd name="T8" fmla="*/ 15 w 25"/>
                  <a:gd name="T9" fmla="*/ 12 h 12"/>
                </a:gdLst>
                <a:ahLst/>
                <a:cxnLst>
                  <a:cxn ang="0">
                    <a:pos x="T0" y="T1"/>
                  </a:cxn>
                  <a:cxn ang="0">
                    <a:pos x="T2" y="T3"/>
                  </a:cxn>
                  <a:cxn ang="0">
                    <a:pos x="T4" y="T5"/>
                  </a:cxn>
                  <a:cxn ang="0">
                    <a:pos x="T6" y="T7"/>
                  </a:cxn>
                  <a:cxn ang="0">
                    <a:pos x="T8" y="T9"/>
                  </a:cxn>
                </a:cxnLst>
                <a:rect l="0" t="0" r="r" b="b"/>
                <a:pathLst>
                  <a:path w="25" h="12">
                    <a:moveTo>
                      <a:pt x="15" y="12"/>
                    </a:moveTo>
                    <a:cubicBezTo>
                      <a:pt x="9" y="12"/>
                      <a:pt x="3" y="9"/>
                      <a:pt x="2" y="6"/>
                    </a:cubicBezTo>
                    <a:cubicBezTo>
                      <a:pt x="0" y="3"/>
                      <a:pt x="4" y="0"/>
                      <a:pt x="11" y="0"/>
                    </a:cubicBezTo>
                    <a:cubicBezTo>
                      <a:pt x="17" y="0"/>
                      <a:pt x="22" y="3"/>
                      <a:pt x="24" y="6"/>
                    </a:cubicBezTo>
                    <a:cubicBezTo>
                      <a:pt x="25" y="9"/>
                      <a:pt x="21" y="12"/>
                      <a:pt x="15" y="12"/>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2" name="Freeform 357"/>
              <p:cNvSpPr>
                <a:spLocks noEditPoints="1"/>
              </p:cNvSpPr>
              <p:nvPr/>
            </p:nvSpPr>
            <p:spPr bwMode="auto">
              <a:xfrm>
                <a:off x="3516" y="3156"/>
                <a:ext cx="48" cy="22"/>
              </a:xfrm>
              <a:custGeom>
                <a:avLst/>
                <a:gdLst>
                  <a:gd name="T0" fmla="*/ 12 w 27"/>
                  <a:gd name="T1" fmla="*/ 1 h 12"/>
                  <a:gd name="T2" fmla="*/ 23 w 27"/>
                  <a:gd name="T3" fmla="*/ 6 h 12"/>
                  <a:gd name="T4" fmla="*/ 15 w 27"/>
                  <a:gd name="T5" fmla="*/ 11 h 12"/>
                  <a:gd name="T6" fmla="*/ 4 w 27"/>
                  <a:gd name="T7" fmla="*/ 6 h 12"/>
                  <a:gd name="T8" fmla="*/ 12 w 27"/>
                  <a:gd name="T9" fmla="*/ 1 h 12"/>
                  <a:gd name="T10" fmla="*/ 11 w 27"/>
                  <a:gd name="T11" fmla="*/ 0 h 12"/>
                  <a:gd name="T12" fmla="*/ 1 w 27"/>
                  <a:gd name="T13" fmla="*/ 6 h 12"/>
                  <a:gd name="T14" fmla="*/ 16 w 27"/>
                  <a:gd name="T15" fmla="*/ 12 h 12"/>
                  <a:gd name="T16" fmla="*/ 26 w 27"/>
                  <a:gd name="T17" fmla="*/ 6 h 12"/>
                  <a:gd name="T18" fmla="*/ 11 w 27"/>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2">
                    <a:moveTo>
                      <a:pt x="12" y="1"/>
                    </a:moveTo>
                    <a:cubicBezTo>
                      <a:pt x="17" y="1"/>
                      <a:pt x="22" y="3"/>
                      <a:pt x="23" y="6"/>
                    </a:cubicBezTo>
                    <a:cubicBezTo>
                      <a:pt x="24" y="9"/>
                      <a:pt x="21" y="11"/>
                      <a:pt x="15" y="11"/>
                    </a:cubicBezTo>
                    <a:cubicBezTo>
                      <a:pt x="10" y="11"/>
                      <a:pt x="5" y="9"/>
                      <a:pt x="4" y="6"/>
                    </a:cubicBezTo>
                    <a:cubicBezTo>
                      <a:pt x="3" y="3"/>
                      <a:pt x="6" y="1"/>
                      <a:pt x="12" y="1"/>
                    </a:cubicBezTo>
                    <a:moveTo>
                      <a:pt x="11" y="0"/>
                    </a:moveTo>
                    <a:cubicBezTo>
                      <a:pt x="5" y="0"/>
                      <a:pt x="0" y="3"/>
                      <a:pt x="1" y="6"/>
                    </a:cubicBezTo>
                    <a:cubicBezTo>
                      <a:pt x="3" y="10"/>
                      <a:pt x="9" y="12"/>
                      <a:pt x="16" y="12"/>
                    </a:cubicBezTo>
                    <a:cubicBezTo>
                      <a:pt x="23" y="12"/>
                      <a:pt x="27" y="9"/>
                      <a:pt x="26" y="6"/>
                    </a:cubicBezTo>
                    <a:cubicBezTo>
                      <a:pt x="24" y="3"/>
                      <a:pt x="18" y="0"/>
                      <a:pt x="1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3" name="Freeform 358"/>
              <p:cNvSpPr>
                <a:spLocks/>
              </p:cNvSpPr>
              <p:nvPr/>
            </p:nvSpPr>
            <p:spPr bwMode="auto">
              <a:xfrm>
                <a:off x="2902" y="3296"/>
                <a:ext cx="33" cy="16"/>
              </a:xfrm>
              <a:custGeom>
                <a:avLst/>
                <a:gdLst>
                  <a:gd name="T0" fmla="*/ 10 w 19"/>
                  <a:gd name="T1" fmla="*/ 9 h 9"/>
                  <a:gd name="T2" fmla="*/ 1 w 19"/>
                  <a:gd name="T3" fmla="*/ 5 h 9"/>
                  <a:gd name="T4" fmla="*/ 9 w 19"/>
                  <a:gd name="T5" fmla="*/ 0 h 9"/>
                  <a:gd name="T6" fmla="*/ 18 w 19"/>
                  <a:gd name="T7" fmla="*/ 4 h 9"/>
                  <a:gd name="T8" fmla="*/ 10 w 19"/>
                  <a:gd name="T9" fmla="*/ 9 h 9"/>
                </a:gdLst>
                <a:ahLst/>
                <a:cxnLst>
                  <a:cxn ang="0">
                    <a:pos x="T0" y="T1"/>
                  </a:cxn>
                  <a:cxn ang="0">
                    <a:pos x="T2" y="T3"/>
                  </a:cxn>
                  <a:cxn ang="0">
                    <a:pos x="T4" y="T5"/>
                  </a:cxn>
                  <a:cxn ang="0">
                    <a:pos x="T6" y="T7"/>
                  </a:cxn>
                  <a:cxn ang="0">
                    <a:pos x="T8" y="T9"/>
                  </a:cxn>
                </a:cxnLst>
                <a:rect l="0" t="0" r="r" b="b"/>
                <a:pathLst>
                  <a:path w="19" h="9">
                    <a:moveTo>
                      <a:pt x="10" y="9"/>
                    </a:moveTo>
                    <a:cubicBezTo>
                      <a:pt x="5" y="9"/>
                      <a:pt x="1" y="7"/>
                      <a:pt x="1" y="5"/>
                    </a:cubicBezTo>
                    <a:cubicBezTo>
                      <a:pt x="0" y="2"/>
                      <a:pt x="4" y="0"/>
                      <a:pt x="9" y="0"/>
                    </a:cubicBezTo>
                    <a:cubicBezTo>
                      <a:pt x="13" y="0"/>
                      <a:pt x="18" y="2"/>
                      <a:pt x="18" y="4"/>
                    </a:cubicBezTo>
                    <a:cubicBezTo>
                      <a:pt x="19" y="7"/>
                      <a:pt x="15" y="9"/>
                      <a:pt x="10" y="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4" name="Freeform 359"/>
              <p:cNvSpPr>
                <a:spLocks noEditPoints="1"/>
              </p:cNvSpPr>
              <p:nvPr/>
            </p:nvSpPr>
            <p:spPr bwMode="auto">
              <a:xfrm>
                <a:off x="2900" y="3294"/>
                <a:ext cx="37" cy="20"/>
              </a:xfrm>
              <a:custGeom>
                <a:avLst/>
                <a:gdLst>
                  <a:gd name="T0" fmla="*/ 10 w 21"/>
                  <a:gd name="T1" fmla="*/ 2 h 11"/>
                  <a:gd name="T2" fmla="*/ 18 w 21"/>
                  <a:gd name="T3" fmla="*/ 5 h 11"/>
                  <a:gd name="T4" fmla="*/ 11 w 21"/>
                  <a:gd name="T5" fmla="*/ 9 h 11"/>
                  <a:gd name="T6" fmla="*/ 3 w 21"/>
                  <a:gd name="T7" fmla="*/ 6 h 11"/>
                  <a:gd name="T8" fmla="*/ 10 w 21"/>
                  <a:gd name="T9" fmla="*/ 2 h 11"/>
                  <a:gd name="T10" fmla="*/ 9 w 21"/>
                  <a:gd name="T11" fmla="*/ 0 h 11"/>
                  <a:gd name="T12" fmla="*/ 1 w 21"/>
                  <a:gd name="T13" fmla="*/ 6 h 11"/>
                  <a:gd name="T14" fmla="*/ 11 w 21"/>
                  <a:gd name="T15" fmla="*/ 11 h 11"/>
                  <a:gd name="T16" fmla="*/ 20 w 21"/>
                  <a:gd name="T17" fmla="*/ 5 h 11"/>
                  <a:gd name="T18" fmla="*/ 9 w 21"/>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11">
                    <a:moveTo>
                      <a:pt x="10" y="2"/>
                    </a:moveTo>
                    <a:cubicBezTo>
                      <a:pt x="14" y="2"/>
                      <a:pt x="18" y="3"/>
                      <a:pt x="18" y="5"/>
                    </a:cubicBezTo>
                    <a:cubicBezTo>
                      <a:pt x="18" y="8"/>
                      <a:pt x="15" y="9"/>
                      <a:pt x="11" y="9"/>
                    </a:cubicBezTo>
                    <a:cubicBezTo>
                      <a:pt x="7" y="9"/>
                      <a:pt x="3" y="8"/>
                      <a:pt x="3" y="6"/>
                    </a:cubicBezTo>
                    <a:cubicBezTo>
                      <a:pt x="2" y="3"/>
                      <a:pt x="5" y="2"/>
                      <a:pt x="10" y="2"/>
                    </a:cubicBezTo>
                    <a:moveTo>
                      <a:pt x="9" y="0"/>
                    </a:moveTo>
                    <a:cubicBezTo>
                      <a:pt x="4" y="0"/>
                      <a:pt x="0" y="3"/>
                      <a:pt x="1" y="6"/>
                    </a:cubicBezTo>
                    <a:cubicBezTo>
                      <a:pt x="1" y="8"/>
                      <a:pt x="6" y="11"/>
                      <a:pt x="11" y="11"/>
                    </a:cubicBezTo>
                    <a:cubicBezTo>
                      <a:pt x="17" y="11"/>
                      <a:pt x="21" y="8"/>
                      <a:pt x="20" y="5"/>
                    </a:cubicBezTo>
                    <a:cubicBezTo>
                      <a:pt x="20" y="3"/>
                      <a:pt x="15" y="0"/>
                      <a:pt x="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5" name="Freeform 360"/>
              <p:cNvSpPr>
                <a:spLocks/>
              </p:cNvSpPr>
              <p:nvPr/>
            </p:nvSpPr>
            <p:spPr bwMode="auto">
              <a:xfrm>
                <a:off x="3144" y="3338"/>
                <a:ext cx="33" cy="16"/>
              </a:xfrm>
              <a:custGeom>
                <a:avLst/>
                <a:gdLst>
                  <a:gd name="T0" fmla="*/ 11 w 19"/>
                  <a:gd name="T1" fmla="*/ 9 h 9"/>
                  <a:gd name="T2" fmla="*/ 1 w 19"/>
                  <a:gd name="T3" fmla="*/ 4 h 9"/>
                  <a:gd name="T4" fmla="*/ 8 w 19"/>
                  <a:gd name="T5" fmla="*/ 0 h 9"/>
                  <a:gd name="T6" fmla="*/ 18 w 19"/>
                  <a:gd name="T7" fmla="*/ 4 h 9"/>
                  <a:gd name="T8" fmla="*/ 11 w 19"/>
                  <a:gd name="T9" fmla="*/ 9 h 9"/>
                </a:gdLst>
                <a:ahLst/>
                <a:cxnLst>
                  <a:cxn ang="0">
                    <a:pos x="T0" y="T1"/>
                  </a:cxn>
                  <a:cxn ang="0">
                    <a:pos x="T2" y="T3"/>
                  </a:cxn>
                  <a:cxn ang="0">
                    <a:pos x="T4" y="T5"/>
                  </a:cxn>
                  <a:cxn ang="0">
                    <a:pos x="T6" y="T7"/>
                  </a:cxn>
                  <a:cxn ang="0">
                    <a:pos x="T8" y="T9"/>
                  </a:cxn>
                </a:cxnLst>
                <a:rect l="0" t="0" r="r" b="b"/>
                <a:pathLst>
                  <a:path w="19" h="9">
                    <a:moveTo>
                      <a:pt x="11" y="9"/>
                    </a:moveTo>
                    <a:cubicBezTo>
                      <a:pt x="6" y="9"/>
                      <a:pt x="1" y="7"/>
                      <a:pt x="1" y="4"/>
                    </a:cubicBezTo>
                    <a:cubicBezTo>
                      <a:pt x="0" y="2"/>
                      <a:pt x="3" y="0"/>
                      <a:pt x="8" y="0"/>
                    </a:cubicBezTo>
                    <a:cubicBezTo>
                      <a:pt x="13" y="0"/>
                      <a:pt x="18" y="2"/>
                      <a:pt x="18" y="4"/>
                    </a:cubicBezTo>
                    <a:cubicBezTo>
                      <a:pt x="19" y="7"/>
                      <a:pt x="16" y="9"/>
                      <a:pt x="11" y="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6" name="Freeform 361"/>
              <p:cNvSpPr>
                <a:spLocks noEditPoints="1"/>
              </p:cNvSpPr>
              <p:nvPr/>
            </p:nvSpPr>
            <p:spPr bwMode="auto">
              <a:xfrm>
                <a:off x="3142" y="3337"/>
                <a:ext cx="37" cy="17"/>
              </a:xfrm>
              <a:custGeom>
                <a:avLst/>
                <a:gdLst>
                  <a:gd name="T0" fmla="*/ 9 w 21"/>
                  <a:gd name="T1" fmla="*/ 1 h 10"/>
                  <a:gd name="T2" fmla="*/ 18 w 21"/>
                  <a:gd name="T3" fmla="*/ 5 h 10"/>
                  <a:gd name="T4" fmla="*/ 11 w 21"/>
                  <a:gd name="T5" fmla="*/ 9 h 10"/>
                  <a:gd name="T6" fmla="*/ 3 w 21"/>
                  <a:gd name="T7" fmla="*/ 5 h 10"/>
                  <a:gd name="T8" fmla="*/ 9 w 21"/>
                  <a:gd name="T9" fmla="*/ 1 h 10"/>
                  <a:gd name="T10" fmla="*/ 9 w 21"/>
                  <a:gd name="T11" fmla="*/ 0 h 10"/>
                  <a:gd name="T12" fmla="*/ 0 w 21"/>
                  <a:gd name="T13" fmla="*/ 5 h 10"/>
                  <a:gd name="T14" fmla="*/ 12 w 21"/>
                  <a:gd name="T15" fmla="*/ 10 h 10"/>
                  <a:gd name="T16" fmla="*/ 21 w 21"/>
                  <a:gd name="T17" fmla="*/ 5 h 10"/>
                  <a:gd name="T18" fmla="*/ 9 w 21"/>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10">
                    <a:moveTo>
                      <a:pt x="9" y="1"/>
                    </a:moveTo>
                    <a:cubicBezTo>
                      <a:pt x="14" y="1"/>
                      <a:pt x="18" y="3"/>
                      <a:pt x="18" y="5"/>
                    </a:cubicBezTo>
                    <a:cubicBezTo>
                      <a:pt x="19" y="7"/>
                      <a:pt x="16" y="9"/>
                      <a:pt x="11" y="9"/>
                    </a:cubicBezTo>
                    <a:cubicBezTo>
                      <a:pt x="7" y="9"/>
                      <a:pt x="3" y="7"/>
                      <a:pt x="3" y="5"/>
                    </a:cubicBezTo>
                    <a:cubicBezTo>
                      <a:pt x="2" y="3"/>
                      <a:pt x="5" y="1"/>
                      <a:pt x="9" y="1"/>
                    </a:cubicBezTo>
                    <a:moveTo>
                      <a:pt x="9" y="0"/>
                    </a:moveTo>
                    <a:cubicBezTo>
                      <a:pt x="4" y="0"/>
                      <a:pt x="0" y="2"/>
                      <a:pt x="0" y="5"/>
                    </a:cubicBezTo>
                    <a:cubicBezTo>
                      <a:pt x="1" y="8"/>
                      <a:pt x="6" y="10"/>
                      <a:pt x="12" y="10"/>
                    </a:cubicBezTo>
                    <a:cubicBezTo>
                      <a:pt x="17" y="10"/>
                      <a:pt x="21" y="8"/>
                      <a:pt x="21" y="5"/>
                    </a:cubicBezTo>
                    <a:cubicBezTo>
                      <a:pt x="20" y="2"/>
                      <a:pt x="15" y="0"/>
                      <a:pt x="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7" name="Freeform 362"/>
              <p:cNvSpPr>
                <a:spLocks/>
              </p:cNvSpPr>
              <p:nvPr/>
            </p:nvSpPr>
            <p:spPr bwMode="auto">
              <a:xfrm>
                <a:off x="3306" y="3261"/>
                <a:ext cx="34" cy="15"/>
              </a:xfrm>
              <a:custGeom>
                <a:avLst/>
                <a:gdLst>
                  <a:gd name="T0" fmla="*/ 11 w 19"/>
                  <a:gd name="T1" fmla="*/ 9 h 9"/>
                  <a:gd name="T2" fmla="*/ 1 w 19"/>
                  <a:gd name="T3" fmla="*/ 4 h 9"/>
                  <a:gd name="T4" fmla="*/ 8 w 19"/>
                  <a:gd name="T5" fmla="*/ 0 h 9"/>
                  <a:gd name="T6" fmla="*/ 19 w 19"/>
                  <a:gd name="T7" fmla="*/ 4 h 9"/>
                  <a:gd name="T8" fmla="*/ 11 w 19"/>
                  <a:gd name="T9" fmla="*/ 9 h 9"/>
                </a:gdLst>
                <a:ahLst/>
                <a:cxnLst>
                  <a:cxn ang="0">
                    <a:pos x="T0" y="T1"/>
                  </a:cxn>
                  <a:cxn ang="0">
                    <a:pos x="T2" y="T3"/>
                  </a:cxn>
                  <a:cxn ang="0">
                    <a:pos x="T4" y="T5"/>
                  </a:cxn>
                  <a:cxn ang="0">
                    <a:pos x="T6" y="T7"/>
                  </a:cxn>
                  <a:cxn ang="0">
                    <a:pos x="T8" y="T9"/>
                  </a:cxn>
                </a:cxnLst>
                <a:rect l="0" t="0" r="r" b="b"/>
                <a:pathLst>
                  <a:path w="19" h="9">
                    <a:moveTo>
                      <a:pt x="11" y="9"/>
                    </a:moveTo>
                    <a:cubicBezTo>
                      <a:pt x="6" y="9"/>
                      <a:pt x="2" y="7"/>
                      <a:pt x="1" y="4"/>
                    </a:cubicBezTo>
                    <a:cubicBezTo>
                      <a:pt x="0" y="2"/>
                      <a:pt x="3" y="0"/>
                      <a:pt x="8" y="0"/>
                    </a:cubicBezTo>
                    <a:cubicBezTo>
                      <a:pt x="13" y="0"/>
                      <a:pt x="18" y="2"/>
                      <a:pt x="19" y="4"/>
                    </a:cubicBezTo>
                    <a:cubicBezTo>
                      <a:pt x="19" y="7"/>
                      <a:pt x="16" y="9"/>
                      <a:pt x="11" y="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8" name="Freeform 363"/>
              <p:cNvSpPr>
                <a:spLocks noEditPoints="1"/>
              </p:cNvSpPr>
              <p:nvPr/>
            </p:nvSpPr>
            <p:spPr bwMode="auto">
              <a:xfrm>
                <a:off x="3305" y="3259"/>
                <a:ext cx="38" cy="17"/>
              </a:xfrm>
              <a:custGeom>
                <a:avLst/>
                <a:gdLst>
                  <a:gd name="T0" fmla="*/ 10 w 22"/>
                  <a:gd name="T1" fmla="*/ 1 h 10"/>
                  <a:gd name="T2" fmla="*/ 19 w 22"/>
                  <a:gd name="T3" fmla="*/ 5 h 10"/>
                  <a:gd name="T4" fmla="*/ 12 w 22"/>
                  <a:gd name="T5" fmla="*/ 9 h 10"/>
                  <a:gd name="T6" fmla="*/ 3 w 22"/>
                  <a:gd name="T7" fmla="*/ 5 h 10"/>
                  <a:gd name="T8" fmla="*/ 10 w 22"/>
                  <a:gd name="T9" fmla="*/ 1 h 10"/>
                  <a:gd name="T10" fmla="*/ 9 w 22"/>
                  <a:gd name="T11" fmla="*/ 0 h 10"/>
                  <a:gd name="T12" fmla="*/ 1 w 22"/>
                  <a:gd name="T13" fmla="*/ 5 h 10"/>
                  <a:gd name="T14" fmla="*/ 12 w 22"/>
                  <a:gd name="T15" fmla="*/ 10 h 10"/>
                  <a:gd name="T16" fmla="*/ 21 w 22"/>
                  <a:gd name="T17" fmla="*/ 5 h 10"/>
                  <a:gd name="T18" fmla="*/ 9 w 22"/>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0">
                    <a:moveTo>
                      <a:pt x="10" y="1"/>
                    </a:moveTo>
                    <a:cubicBezTo>
                      <a:pt x="14" y="1"/>
                      <a:pt x="18" y="3"/>
                      <a:pt x="19" y="5"/>
                    </a:cubicBezTo>
                    <a:cubicBezTo>
                      <a:pt x="19" y="7"/>
                      <a:pt x="16" y="9"/>
                      <a:pt x="12" y="9"/>
                    </a:cubicBezTo>
                    <a:cubicBezTo>
                      <a:pt x="8" y="9"/>
                      <a:pt x="4" y="8"/>
                      <a:pt x="3" y="5"/>
                    </a:cubicBezTo>
                    <a:cubicBezTo>
                      <a:pt x="2" y="3"/>
                      <a:pt x="5" y="1"/>
                      <a:pt x="10" y="1"/>
                    </a:cubicBezTo>
                    <a:moveTo>
                      <a:pt x="9" y="0"/>
                    </a:moveTo>
                    <a:cubicBezTo>
                      <a:pt x="4" y="0"/>
                      <a:pt x="0" y="3"/>
                      <a:pt x="1" y="5"/>
                    </a:cubicBezTo>
                    <a:cubicBezTo>
                      <a:pt x="2" y="8"/>
                      <a:pt x="7" y="10"/>
                      <a:pt x="12" y="10"/>
                    </a:cubicBezTo>
                    <a:cubicBezTo>
                      <a:pt x="18" y="10"/>
                      <a:pt x="22" y="8"/>
                      <a:pt x="21" y="5"/>
                    </a:cubicBezTo>
                    <a:cubicBezTo>
                      <a:pt x="20" y="2"/>
                      <a:pt x="15" y="0"/>
                      <a:pt x="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9" name="Freeform 364"/>
              <p:cNvSpPr>
                <a:spLocks/>
              </p:cNvSpPr>
              <p:nvPr/>
            </p:nvSpPr>
            <p:spPr bwMode="auto">
              <a:xfrm>
                <a:off x="3614" y="3437"/>
                <a:ext cx="37" cy="16"/>
              </a:xfrm>
              <a:custGeom>
                <a:avLst/>
                <a:gdLst>
                  <a:gd name="T0" fmla="*/ 12 w 21"/>
                  <a:gd name="T1" fmla="*/ 9 h 9"/>
                  <a:gd name="T2" fmla="*/ 1 w 21"/>
                  <a:gd name="T3" fmla="*/ 5 h 9"/>
                  <a:gd name="T4" fmla="*/ 9 w 21"/>
                  <a:gd name="T5" fmla="*/ 0 h 9"/>
                  <a:gd name="T6" fmla="*/ 20 w 21"/>
                  <a:gd name="T7" fmla="*/ 4 h 9"/>
                  <a:gd name="T8" fmla="*/ 12 w 21"/>
                  <a:gd name="T9" fmla="*/ 9 h 9"/>
                </a:gdLst>
                <a:ahLst/>
                <a:cxnLst>
                  <a:cxn ang="0">
                    <a:pos x="T0" y="T1"/>
                  </a:cxn>
                  <a:cxn ang="0">
                    <a:pos x="T2" y="T3"/>
                  </a:cxn>
                  <a:cxn ang="0">
                    <a:pos x="T4" y="T5"/>
                  </a:cxn>
                  <a:cxn ang="0">
                    <a:pos x="T6" y="T7"/>
                  </a:cxn>
                  <a:cxn ang="0">
                    <a:pos x="T8" y="T9"/>
                  </a:cxn>
                </a:cxnLst>
                <a:rect l="0" t="0" r="r" b="b"/>
                <a:pathLst>
                  <a:path w="21" h="9">
                    <a:moveTo>
                      <a:pt x="12" y="9"/>
                    </a:moveTo>
                    <a:cubicBezTo>
                      <a:pt x="7" y="9"/>
                      <a:pt x="2" y="7"/>
                      <a:pt x="1" y="5"/>
                    </a:cubicBezTo>
                    <a:cubicBezTo>
                      <a:pt x="0" y="2"/>
                      <a:pt x="3" y="0"/>
                      <a:pt x="9" y="0"/>
                    </a:cubicBezTo>
                    <a:cubicBezTo>
                      <a:pt x="14" y="0"/>
                      <a:pt x="19" y="2"/>
                      <a:pt x="20" y="4"/>
                    </a:cubicBezTo>
                    <a:cubicBezTo>
                      <a:pt x="21" y="7"/>
                      <a:pt x="17" y="9"/>
                      <a:pt x="12" y="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0" name="Freeform 365"/>
              <p:cNvSpPr>
                <a:spLocks noEditPoints="1"/>
              </p:cNvSpPr>
              <p:nvPr/>
            </p:nvSpPr>
            <p:spPr bwMode="auto">
              <a:xfrm>
                <a:off x="3610" y="3435"/>
                <a:ext cx="42" cy="20"/>
              </a:xfrm>
              <a:custGeom>
                <a:avLst/>
                <a:gdLst>
                  <a:gd name="T0" fmla="*/ 11 w 24"/>
                  <a:gd name="T1" fmla="*/ 1 h 11"/>
                  <a:gd name="T2" fmla="*/ 21 w 24"/>
                  <a:gd name="T3" fmla="*/ 5 h 11"/>
                  <a:gd name="T4" fmla="*/ 14 w 24"/>
                  <a:gd name="T5" fmla="*/ 9 h 11"/>
                  <a:gd name="T6" fmla="*/ 4 w 24"/>
                  <a:gd name="T7" fmla="*/ 6 h 11"/>
                  <a:gd name="T8" fmla="*/ 11 w 24"/>
                  <a:gd name="T9" fmla="*/ 1 h 11"/>
                  <a:gd name="T10" fmla="*/ 10 w 24"/>
                  <a:gd name="T11" fmla="*/ 0 h 11"/>
                  <a:gd name="T12" fmla="*/ 1 w 24"/>
                  <a:gd name="T13" fmla="*/ 6 h 11"/>
                  <a:gd name="T14" fmla="*/ 14 w 24"/>
                  <a:gd name="T15" fmla="*/ 11 h 11"/>
                  <a:gd name="T16" fmla="*/ 23 w 24"/>
                  <a:gd name="T17" fmla="*/ 5 h 11"/>
                  <a:gd name="T18" fmla="*/ 10 w 24"/>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11">
                    <a:moveTo>
                      <a:pt x="11" y="1"/>
                    </a:moveTo>
                    <a:cubicBezTo>
                      <a:pt x="15" y="1"/>
                      <a:pt x="20" y="3"/>
                      <a:pt x="21" y="5"/>
                    </a:cubicBezTo>
                    <a:cubicBezTo>
                      <a:pt x="21" y="8"/>
                      <a:pt x="18" y="9"/>
                      <a:pt x="14" y="9"/>
                    </a:cubicBezTo>
                    <a:cubicBezTo>
                      <a:pt x="9" y="10"/>
                      <a:pt x="5" y="8"/>
                      <a:pt x="4" y="6"/>
                    </a:cubicBezTo>
                    <a:cubicBezTo>
                      <a:pt x="3" y="3"/>
                      <a:pt x="6" y="1"/>
                      <a:pt x="11" y="1"/>
                    </a:cubicBezTo>
                    <a:moveTo>
                      <a:pt x="10" y="0"/>
                    </a:moveTo>
                    <a:cubicBezTo>
                      <a:pt x="4" y="0"/>
                      <a:pt x="0" y="3"/>
                      <a:pt x="1" y="6"/>
                    </a:cubicBezTo>
                    <a:cubicBezTo>
                      <a:pt x="3" y="8"/>
                      <a:pt x="8" y="11"/>
                      <a:pt x="14" y="11"/>
                    </a:cubicBezTo>
                    <a:cubicBezTo>
                      <a:pt x="20" y="11"/>
                      <a:pt x="24" y="8"/>
                      <a:pt x="23" y="5"/>
                    </a:cubicBezTo>
                    <a:cubicBezTo>
                      <a:pt x="22" y="3"/>
                      <a:pt x="16" y="0"/>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1" name="Freeform 366"/>
              <p:cNvSpPr>
                <a:spLocks/>
              </p:cNvSpPr>
              <p:nvPr/>
            </p:nvSpPr>
            <p:spPr bwMode="auto">
              <a:xfrm>
                <a:off x="3516" y="3462"/>
                <a:ext cx="38" cy="16"/>
              </a:xfrm>
              <a:custGeom>
                <a:avLst/>
                <a:gdLst>
                  <a:gd name="T0" fmla="*/ 12 w 21"/>
                  <a:gd name="T1" fmla="*/ 9 h 9"/>
                  <a:gd name="T2" fmla="*/ 1 w 21"/>
                  <a:gd name="T3" fmla="*/ 4 h 9"/>
                  <a:gd name="T4" fmla="*/ 9 w 21"/>
                  <a:gd name="T5" fmla="*/ 0 h 9"/>
                  <a:gd name="T6" fmla="*/ 20 w 21"/>
                  <a:gd name="T7" fmla="*/ 4 h 9"/>
                  <a:gd name="T8" fmla="*/ 12 w 21"/>
                  <a:gd name="T9" fmla="*/ 9 h 9"/>
                </a:gdLst>
                <a:ahLst/>
                <a:cxnLst>
                  <a:cxn ang="0">
                    <a:pos x="T0" y="T1"/>
                  </a:cxn>
                  <a:cxn ang="0">
                    <a:pos x="T2" y="T3"/>
                  </a:cxn>
                  <a:cxn ang="0">
                    <a:pos x="T4" y="T5"/>
                  </a:cxn>
                  <a:cxn ang="0">
                    <a:pos x="T6" y="T7"/>
                  </a:cxn>
                  <a:cxn ang="0">
                    <a:pos x="T8" y="T9"/>
                  </a:cxn>
                </a:cxnLst>
                <a:rect l="0" t="0" r="r" b="b"/>
                <a:pathLst>
                  <a:path w="21" h="9">
                    <a:moveTo>
                      <a:pt x="12" y="9"/>
                    </a:moveTo>
                    <a:cubicBezTo>
                      <a:pt x="7" y="9"/>
                      <a:pt x="2" y="7"/>
                      <a:pt x="1" y="4"/>
                    </a:cubicBezTo>
                    <a:cubicBezTo>
                      <a:pt x="0" y="2"/>
                      <a:pt x="4" y="0"/>
                      <a:pt x="9" y="0"/>
                    </a:cubicBezTo>
                    <a:cubicBezTo>
                      <a:pt x="14" y="0"/>
                      <a:pt x="19" y="2"/>
                      <a:pt x="20" y="4"/>
                    </a:cubicBezTo>
                    <a:cubicBezTo>
                      <a:pt x="21" y="7"/>
                      <a:pt x="18" y="9"/>
                      <a:pt x="12" y="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2" name="Freeform 367"/>
              <p:cNvSpPr>
                <a:spLocks noEditPoints="1"/>
              </p:cNvSpPr>
              <p:nvPr/>
            </p:nvSpPr>
            <p:spPr bwMode="auto">
              <a:xfrm>
                <a:off x="3515" y="3460"/>
                <a:ext cx="42" cy="20"/>
              </a:xfrm>
              <a:custGeom>
                <a:avLst/>
                <a:gdLst>
                  <a:gd name="T0" fmla="*/ 10 w 24"/>
                  <a:gd name="T1" fmla="*/ 1 h 11"/>
                  <a:gd name="T2" fmla="*/ 20 w 24"/>
                  <a:gd name="T3" fmla="*/ 5 h 11"/>
                  <a:gd name="T4" fmla="*/ 13 w 24"/>
                  <a:gd name="T5" fmla="*/ 9 h 11"/>
                  <a:gd name="T6" fmla="*/ 4 w 24"/>
                  <a:gd name="T7" fmla="*/ 5 h 11"/>
                  <a:gd name="T8" fmla="*/ 10 w 24"/>
                  <a:gd name="T9" fmla="*/ 1 h 11"/>
                  <a:gd name="T10" fmla="*/ 10 w 24"/>
                  <a:gd name="T11" fmla="*/ 0 h 11"/>
                  <a:gd name="T12" fmla="*/ 1 w 24"/>
                  <a:gd name="T13" fmla="*/ 5 h 11"/>
                  <a:gd name="T14" fmla="*/ 14 w 24"/>
                  <a:gd name="T15" fmla="*/ 11 h 11"/>
                  <a:gd name="T16" fmla="*/ 23 w 24"/>
                  <a:gd name="T17" fmla="*/ 5 h 11"/>
                  <a:gd name="T18" fmla="*/ 10 w 24"/>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11">
                    <a:moveTo>
                      <a:pt x="10" y="1"/>
                    </a:moveTo>
                    <a:cubicBezTo>
                      <a:pt x="15" y="1"/>
                      <a:pt x="19" y="3"/>
                      <a:pt x="20" y="5"/>
                    </a:cubicBezTo>
                    <a:cubicBezTo>
                      <a:pt x="21" y="7"/>
                      <a:pt x="18" y="9"/>
                      <a:pt x="13" y="9"/>
                    </a:cubicBezTo>
                    <a:cubicBezTo>
                      <a:pt x="9" y="9"/>
                      <a:pt x="4" y="8"/>
                      <a:pt x="4" y="5"/>
                    </a:cubicBezTo>
                    <a:cubicBezTo>
                      <a:pt x="3" y="3"/>
                      <a:pt x="6" y="1"/>
                      <a:pt x="10" y="1"/>
                    </a:cubicBezTo>
                    <a:moveTo>
                      <a:pt x="10" y="0"/>
                    </a:moveTo>
                    <a:cubicBezTo>
                      <a:pt x="4" y="0"/>
                      <a:pt x="0" y="2"/>
                      <a:pt x="1" y="5"/>
                    </a:cubicBezTo>
                    <a:cubicBezTo>
                      <a:pt x="2" y="8"/>
                      <a:pt x="8" y="11"/>
                      <a:pt x="14" y="11"/>
                    </a:cubicBezTo>
                    <a:cubicBezTo>
                      <a:pt x="20" y="11"/>
                      <a:pt x="24" y="8"/>
                      <a:pt x="23" y="5"/>
                    </a:cubicBezTo>
                    <a:cubicBezTo>
                      <a:pt x="22" y="2"/>
                      <a:pt x="16" y="0"/>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3" name="Freeform 368"/>
              <p:cNvSpPr>
                <a:spLocks/>
              </p:cNvSpPr>
              <p:nvPr/>
            </p:nvSpPr>
            <p:spPr bwMode="auto">
              <a:xfrm>
                <a:off x="3144" y="3358"/>
                <a:ext cx="72" cy="35"/>
              </a:xfrm>
              <a:custGeom>
                <a:avLst/>
                <a:gdLst>
                  <a:gd name="T0" fmla="*/ 23 w 41"/>
                  <a:gd name="T1" fmla="*/ 19 h 20"/>
                  <a:gd name="T2" fmla="*/ 1 w 41"/>
                  <a:gd name="T3" fmla="*/ 10 h 20"/>
                  <a:gd name="T4" fmla="*/ 18 w 41"/>
                  <a:gd name="T5" fmla="*/ 0 h 20"/>
                  <a:gd name="T6" fmla="*/ 39 w 41"/>
                  <a:gd name="T7" fmla="*/ 10 h 20"/>
                  <a:gd name="T8" fmla="*/ 23 w 41"/>
                  <a:gd name="T9" fmla="*/ 19 h 20"/>
                </a:gdLst>
                <a:ahLst/>
                <a:cxnLst>
                  <a:cxn ang="0">
                    <a:pos x="T0" y="T1"/>
                  </a:cxn>
                  <a:cxn ang="0">
                    <a:pos x="T2" y="T3"/>
                  </a:cxn>
                  <a:cxn ang="0">
                    <a:pos x="T4" y="T5"/>
                  </a:cxn>
                  <a:cxn ang="0">
                    <a:pos x="T6" y="T7"/>
                  </a:cxn>
                  <a:cxn ang="0">
                    <a:pos x="T8" y="T9"/>
                  </a:cxn>
                </a:cxnLst>
                <a:rect l="0" t="0" r="r" b="b"/>
                <a:pathLst>
                  <a:path w="41" h="20">
                    <a:moveTo>
                      <a:pt x="23" y="19"/>
                    </a:moveTo>
                    <a:cubicBezTo>
                      <a:pt x="12" y="20"/>
                      <a:pt x="2" y="15"/>
                      <a:pt x="1" y="10"/>
                    </a:cubicBezTo>
                    <a:cubicBezTo>
                      <a:pt x="0" y="5"/>
                      <a:pt x="7" y="0"/>
                      <a:pt x="18" y="0"/>
                    </a:cubicBezTo>
                    <a:cubicBezTo>
                      <a:pt x="28" y="0"/>
                      <a:pt x="38" y="4"/>
                      <a:pt x="39" y="10"/>
                    </a:cubicBezTo>
                    <a:cubicBezTo>
                      <a:pt x="41" y="15"/>
                      <a:pt x="33" y="19"/>
                      <a:pt x="23" y="1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4" name="Freeform 369"/>
              <p:cNvSpPr>
                <a:spLocks noEditPoints="1"/>
              </p:cNvSpPr>
              <p:nvPr/>
            </p:nvSpPr>
            <p:spPr bwMode="auto">
              <a:xfrm>
                <a:off x="3140" y="3358"/>
                <a:ext cx="78" cy="35"/>
              </a:xfrm>
              <a:custGeom>
                <a:avLst/>
                <a:gdLst>
                  <a:gd name="T0" fmla="*/ 20 w 44"/>
                  <a:gd name="T1" fmla="*/ 1 h 20"/>
                  <a:gd name="T2" fmla="*/ 40 w 44"/>
                  <a:gd name="T3" fmla="*/ 10 h 20"/>
                  <a:gd name="T4" fmla="*/ 25 w 44"/>
                  <a:gd name="T5" fmla="*/ 19 h 20"/>
                  <a:gd name="T6" fmla="*/ 4 w 44"/>
                  <a:gd name="T7" fmla="*/ 10 h 20"/>
                  <a:gd name="T8" fmla="*/ 20 w 44"/>
                  <a:gd name="T9" fmla="*/ 1 h 20"/>
                  <a:gd name="T10" fmla="*/ 19 w 44"/>
                  <a:gd name="T11" fmla="*/ 0 h 20"/>
                  <a:gd name="T12" fmla="*/ 2 w 44"/>
                  <a:gd name="T13" fmla="*/ 10 h 20"/>
                  <a:gd name="T14" fmla="*/ 25 w 44"/>
                  <a:gd name="T15" fmla="*/ 20 h 20"/>
                  <a:gd name="T16" fmla="*/ 43 w 44"/>
                  <a:gd name="T17" fmla="*/ 10 h 20"/>
                  <a:gd name="T18" fmla="*/ 19 w 44"/>
                  <a:gd name="T1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20">
                    <a:moveTo>
                      <a:pt x="20" y="1"/>
                    </a:moveTo>
                    <a:cubicBezTo>
                      <a:pt x="30" y="1"/>
                      <a:pt x="39" y="5"/>
                      <a:pt x="40" y="10"/>
                    </a:cubicBezTo>
                    <a:cubicBezTo>
                      <a:pt x="42" y="15"/>
                      <a:pt x="35" y="19"/>
                      <a:pt x="25" y="19"/>
                    </a:cubicBezTo>
                    <a:cubicBezTo>
                      <a:pt x="15" y="19"/>
                      <a:pt x="5" y="15"/>
                      <a:pt x="4" y="10"/>
                    </a:cubicBezTo>
                    <a:cubicBezTo>
                      <a:pt x="3" y="5"/>
                      <a:pt x="10" y="1"/>
                      <a:pt x="20" y="1"/>
                    </a:cubicBezTo>
                    <a:moveTo>
                      <a:pt x="19" y="0"/>
                    </a:moveTo>
                    <a:cubicBezTo>
                      <a:pt x="8" y="0"/>
                      <a:pt x="0" y="4"/>
                      <a:pt x="2" y="10"/>
                    </a:cubicBezTo>
                    <a:cubicBezTo>
                      <a:pt x="3" y="16"/>
                      <a:pt x="13" y="20"/>
                      <a:pt x="25" y="20"/>
                    </a:cubicBezTo>
                    <a:cubicBezTo>
                      <a:pt x="36" y="20"/>
                      <a:pt x="44" y="15"/>
                      <a:pt x="43" y="10"/>
                    </a:cubicBezTo>
                    <a:cubicBezTo>
                      <a:pt x="41" y="4"/>
                      <a:pt x="31" y="0"/>
                      <a:pt x="1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5" name="Freeform 370"/>
              <p:cNvSpPr>
                <a:spLocks/>
              </p:cNvSpPr>
              <p:nvPr/>
            </p:nvSpPr>
            <p:spPr bwMode="auto">
              <a:xfrm>
                <a:off x="3267" y="3165"/>
                <a:ext cx="68" cy="32"/>
              </a:xfrm>
              <a:custGeom>
                <a:avLst/>
                <a:gdLst>
                  <a:gd name="T0" fmla="*/ 22 w 38"/>
                  <a:gd name="T1" fmla="*/ 18 h 18"/>
                  <a:gd name="T2" fmla="*/ 2 w 38"/>
                  <a:gd name="T3" fmla="*/ 9 h 18"/>
                  <a:gd name="T4" fmla="*/ 16 w 38"/>
                  <a:gd name="T5" fmla="*/ 0 h 18"/>
                  <a:gd name="T6" fmla="*/ 37 w 38"/>
                  <a:gd name="T7" fmla="*/ 9 h 18"/>
                  <a:gd name="T8" fmla="*/ 22 w 38"/>
                  <a:gd name="T9" fmla="*/ 18 h 18"/>
                </a:gdLst>
                <a:ahLst/>
                <a:cxnLst>
                  <a:cxn ang="0">
                    <a:pos x="T0" y="T1"/>
                  </a:cxn>
                  <a:cxn ang="0">
                    <a:pos x="T2" y="T3"/>
                  </a:cxn>
                  <a:cxn ang="0">
                    <a:pos x="T4" y="T5"/>
                  </a:cxn>
                  <a:cxn ang="0">
                    <a:pos x="T6" y="T7"/>
                  </a:cxn>
                  <a:cxn ang="0">
                    <a:pos x="T8" y="T9"/>
                  </a:cxn>
                </a:cxnLst>
                <a:rect l="0" t="0" r="r" b="b"/>
                <a:pathLst>
                  <a:path w="38" h="18">
                    <a:moveTo>
                      <a:pt x="22" y="18"/>
                    </a:moveTo>
                    <a:cubicBezTo>
                      <a:pt x="12" y="18"/>
                      <a:pt x="3" y="14"/>
                      <a:pt x="2" y="9"/>
                    </a:cubicBezTo>
                    <a:cubicBezTo>
                      <a:pt x="0" y="4"/>
                      <a:pt x="7" y="0"/>
                      <a:pt x="16" y="0"/>
                    </a:cubicBezTo>
                    <a:cubicBezTo>
                      <a:pt x="26" y="0"/>
                      <a:pt x="35" y="4"/>
                      <a:pt x="37" y="9"/>
                    </a:cubicBezTo>
                    <a:cubicBezTo>
                      <a:pt x="38" y="14"/>
                      <a:pt x="32" y="18"/>
                      <a:pt x="22" y="18"/>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6" name="Freeform 371"/>
              <p:cNvSpPr>
                <a:spLocks noEditPoints="1"/>
              </p:cNvSpPr>
              <p:nvPr/>
            </p:nvSpPr>
            <p:spPr bwMode="auto">
              <a:xfrm>
                <a:off x="3266" y="3163"/>
                <a:ext cx="70" cy="36"/>
              </a:xfrm>
              <a:custGeom>
                <a:avLst/>
                <a:gdLst>
                  <a:gd name="T0" fmla="*/ 18 w 40"/>
                  <a:gd name="T1" fmla="*/ 1 h 20"/>
                  <a:gd name="T2" fmla="*/ 37 w 40"/>
                  <a:gd name="T3" fmla="*/ 10 h 20"/>
                  <a:gd name="T4" fmla="*/ 23 w 40"/>
                  <a:gd name="T5" fmla="*/ 19 h 20"/>
                  <a:gd name="T6" fmla="*/ 4 w 40"/>
                  <a:gd name="T7" fmla="*/ 10 h 20"/>
                  <a:gd name="T8" fmla="*/ 18 w 40"/>
                  <a:gd name="T9" fmla="*/ 1 h 20"/>
                  <a:gd name="T10" fmla="*/ 17 w 40"/>
                  <a:gd name="T11" fmla="*/ 0 h 20"/>
                  <a:gd name="T12" fmla="*/ 1 w 40"/>
                  <a:gd name="T13" fmla="*/ 10 h 20"/>
                  <a:gd name="T14" fmla="*/ 23 w 40"/>
                  <a:gd name="T15" fmla="*/ 20 h 20"/>
                  <a:gd name="T16" fmla="*/ 39 w 40"/>
                  <a:gd name="T17" fmla="*/ 10 h 20"/>
                  <a:gd name="T18" fmla="*/ 17 w 40"/>
                  <a:gd name="T1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20">
                    <a:moveTo>
                      <a:pt x="18" y="1"/>
                    </a:moveTo>
                    <a:cubicBezTo>
                      <a:pt x="27" y="1"/>
                      <a:pt x="35" y="5"/>
                      <a:pt x="37" y="10"/>
                    </a:cubicBezTo>
                    <a:cubicBezTo>
                      <a:pt x="38" y="15"/>
                      <a:pt x="32" y="18"/>
                      <a:pt x="23" y="19"/>
                    </a:cubicBezTo>
                    <a:cubicBezTo>
                      <a:pt x="14" y="19"/>
                      <a:pt x="5" y="15"/>
                      <a:pt x="4" y="10"/>
                    </a:cubicBezTo>
                    <a:cubicBezTo>
                      <a:pt x="2" y="5"/>
                      <a:pt x="9" y="1"/>
                      <a:pt x="18" y="1"/>
                    </a:cubicBezTo>
                    <a:moveTo>
                      <a:pt x="17" y="0"/>
                    </a:moveTo>
                    <a:cubicBezTo>
                      <a:pt x="7" y="0"/>
                      <a:pt x="0" y="5"/>
                      <a:pt x="1" y="10"/>
                    </a:cubicBezTo>
                    <a:cubicBezTo>
                      <a:pt x="3" y="15"/>
                      <a:pt x="13" y="20"/>
                      <a:pt x="23" y="20"/>
                    </a:cubicBezTo>
                    <a:cubicBezTo>
                      <a:pt x="33" y="20"/>
                      <a:pt x="40" y="15"/>
                      <a:pt x="39" y="10"/>
                    </a:cubicBezTo>
                    <a:cubicBezTo>
                      <a:pt x="37" y="4"/>
                      <a:pt x="27" y="0"/>
                      <a:pt x="1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7" name="Freeform 372"/>
              <p:cNvSpPr>
                <a:spLocks/>
              </p:cNvSpPr>
              <p:nvPr/>
            </p:nvSpPr>
            <p:spPr bwMode="auto">
              <a:xfrm>
                <a:off x="3469" y="3264"/>
                <a:ext cx="76" cy="34"/>
              </a:xfrm>
              <a:custGeom>
                <a:avLst/>
                <a:gdLst>
                  <a:gd name="T0" fmla="*/ 25 w 43"/>
                  <a:gd name="T1" fmla="*/ 19 h 19"/>
                  <a:gd name="T2" fmla="*/ 2 w 43"/>
                  <a:gd name="T3" fmla="*/ 10 h 19"/>
                  <a:gd name="T4" fmla="*/ 18 w 43"/>
                  <a:gd name="T5" fmla="*/ 0 h 19"/>
                  <a:gd name="T6" fmla="*/ 41 w 43"/>
                  <a:gd name="T7" fmla="*/ 10 h 19"/>
                  <a:gd name="T8" fmla="*/ 25 w 43"/>
                  <a:gd name="T9" fmla="*/ 19 h 19"/>
                </a:gdLst>
                <a:ahLst/>
                <a:cxnLst>
                  <a:cxn ang="0">
                    <a:pos x="T0" y="T1"/>
                  </a:cxn>
                  <a:cxn ang="0">
                    <a:pos x="T2" y="T3"/>
                  </a:cxn>
                  <a:cxn ang="0">
                    <a:pos x="T4" y="T5"/>
                  </a:cxn>
                  <a:cxn ang="0">
                    <a:pos x="T6" y="T7"/>
                  </a:cxn>
                  <a:cxn ang="0">
                    <a:pos x="T8" y="T9"/>
                  </a:cxn>
                </a:cxnLst>
                <a:rect l="0" t="0" r="r" b="b"/>
                <a:pathLst>
                  <a:path w="43" h="19">
                    <a:moveTo>
                      <a:pt x="25" y="19"/>
                    </a:moveTo>
                    <a:cubicBezTo>
                      <a:pt x="14" y="19"/>
                      <a:pt x="4" y="15"/>
                      <a:pt x="2" y="10"/>
                    </a:cubicBezTo>
                    <a:cubicBezTo>
                      <a:pt x="0" y="5"/>
                      <a:pt x="7" y="0"/>
                      <a:pt x="18" y="0"/>
                    </a:cubicBezTo>
                    <a:cubicBezTo>
                      <a:pt x="29" y="0"/>
                      <a:pt x="39" y="5"/>
                      <a:pt x="41" y="10"/>
                    </a:cubicBezTo>
                    <a:cubicBezTo>
                      <a:pt x="43" y="15"/>
                      <a:pt x="35" y="19"/>
                      <a:pt x="25" y="1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8" name="Freeform 373"/>
              <p:cNvSpPr>
                <a:spLocks noEditPoints="1"/>
              </p:cNvSpPr>
              <p:nvPr/>
            </p:nvSpPr>
            <p:spPr bwMode="auto">
              <a:xfrm>
                <a:off x="3467" y="3264"/>
                <a:ext cx="79" cy="35"/>
              </a:xfrm>
              <a:custGeom>
                <a:avLst/>
                <a:gdLst>
                  <a:gd name="T0" fmla="*/ 19 w 45"/>
                  <a:gd name="T1" fmla="*/ 1 h 20"/>
                  <a:gd name="T2" fmla="*/ 41 w 45"/>
                  <a:gd name="T3" fmla="*/ 10 h 20"/>
                  <a:gd name="T4" fmla="*/ 26 w 45"/>
                  <a:gd name="T5" fmla="*/ 19 h 20"/>
                  <a:gd name="T6" fmla="*/ 4 w 45"/>
                  <a:gd name="T7" fmla="*/ 10 h 20"/>
                  <a:gd name="T8" fmla="*/ 19 w 45"/>
                  <a:gd name="T9" fmla="*/ 1 h 20"/>
                  <a:gd name="T10" fmla="*/ 19 w 45"/>
                  <a:gd name="T11" fmla="*/ 0 h 20"/>
                  <a:gd name="T12" fmla="*/ 2 w 45"/>
                  <a:gd name="T13" fmla="*/ 10 h 20"/>
                  <a:gd name="T14" fmla="*/ 26 w 45"/>
                  <a:gd name="T15" fmla="*/ 20 h 20"/>
                  <a:gd name="T16" fmla="*/ 43 w 45"/>
                  <a:gd name="T17" fmla="*/ 10 h 20"/>
                  <a:gd name="T18" fmla="*/ 19 w 45"/>
                  <a:gd name="T1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20">
                    <a:moveTo>
                      <a:pt x="19" y="1"/>
                    </a:moveTo>
                    <a:cubicBezTo>
                      <a:pt x="29" y="1"/>
                      <a:pt x="39" y="5"/>
                      <a:pt x="41" y="10"/>
                    </a:cubicBezTo>
                    <a:cubicBezTo>
                      <a:pt x="42" y="15"/>
                      <a:pt x="36" y="19"/>
                      <a:pt x="26" y="19"/>
                    </a:cubicBezTo>
                    <a:cubicBezTo>
                      <a:pt x="15" y="19"/>
                      <a:pt x="6" y="15"/>
                      <a:pt x="4" y="10"/>
                    </a:cubicBezTo>
                    <a:cubicBezTo>
                      <a:pt x="2" y="5"/>
                      <a:pt x="9" y="1"/>
                      <a:pt x="19" y="1"/>
                    </a:cubicBezTo>
                    <a:moveTo>
                      <a:pt x="19" y="0"/>
                    </a:moveTo>
                    <a:cubicBezTo>
                      <a:pt x="7" y="0"/>
                      <a:pt x="0" y="4"/>
                      <a:pt x="2" y="10"/>
                    </a:cubicBezTo>
                    <a:cubicBezTo>
                      <a:pt x="4" y="16"/>
                      <a:pt x="14" y="20"/>
                      <a:pt x="26" y="20"/>
                    </a:cubicBezTo>
                    <a:cubicBezTo>
                      <a:pt x="37" y="20"/>
                      <a:pt x="45" y="15"/>
                      <a:pt x="43" y="10"/>
                    </a:cubicBezTo>
                    <a:cubicBezTo>
                      <a:pt x="41" y="4"/>
                      <a:pt x="30" y="0"/>
                      <a:pt x="1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9" name="Freeform 374"/>
              <p:cNvSpPr>
                <a:spLocks/>
              </p:cNvSpPr>
              <p:nvPr/>
            </p:nvSpPr>
            <p:spPr bwMode="auto">
              <a:xfrm>
                <a:off x="3181" y="3261"/>
                <a:ext cx="134" cy="61"/>
              </a:xfrm>
              <a:custGeom>
                <a:avLst/>
                <a:gdLst>
                  <a:gd name="T0" fmla="*/ 43 w 76"/>
                  <a:gd name="T1" fmla="*/ 35 h 35"/>
                  <a:gd name="T2" fmla="*/ 3 w 76"/>
                  <a:gd name="T3" fmla="*/ 18 h 35"/>
                  <a:gd name="T4" fmla="*/ 33 w 76"/>
                  <a:gd name="T5" fmla="*/ 0 h 35"/>
                  <a:gd name="T6" fmla="*/ 73 w 76"/>
                  <a:gd name="T7" fmla="*/ 17 h 35"/>
                  <a:gd name="T8" fmla="*/ 43 w 76"/>
                  <a:gd name="T9" fmla="*/ 35 h 35"/>
                </a:gdLst>
                <a:ahLst/>
                <a:cxnLst>
                  <a:cxn ang="0">
                    <a:pos x="T0" y="T1"/>
                  </a:cxn>
                  <a:cxn ang="0">
                    <a:pos x="T2" y="T3"/>
                  </a:cxn>
                  <a:cxn ang="0">
                    <a:pos x="T4" y="T5"/>
                  </a:cxn>
                  <a:cxn ang="0">
                    <a:pos x="T6" y="T7"/>
                  </a:cxn>
                  <a:cxn ang="0">
                    <a:pos x="T8" y="T9"/>
                  </a:cxn>
                </a:cxnLst>
                <a:rect l="0" t="0" r="r" b="b"/>
                <a:pathLst>
                  <a:path w="76" h="35">
                    <a:moveTo>
                      <a:pt x="43" y="35"/>
                    </a:moveTo>
                    <a:cubicBezTo>
                      <a:pt x="23" y="35"/>
                      <a:pt x="5" y="27"/>
                      <a:pt x="3" y="18"/>
                    </a:cubicBezTo>
                    <a:cubicBezTo>
                      <a:pt x="0" y="8"/>
                      <a:pt x="13" y="0"/>
                      <a:pt x="33" y="0"/>
                    </a:cubicBezTo>
                    <a:cubicBezTo>
                      <a:pt x="52" y="0"/>
                      <a:pt x="70" y="8"/>
                      <a:pt x="73" y="17"/>
                    </a:cubicBezTo>
                    <a:cubicBezTo>
                      <a:pt x="76" y="27"/>
                      <a:pt x="62" y="35"/>
                      <a:pt x="43" y="35"/>
                    </a:cubicBezTo>
                    <a:close/>
                  </a:path>
                </a:pathLst>
              </a:custGeom>
              <a:solidFill>
                <a:srgbClr val="59C8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0" name="Freeform 375"/>
              <p:cNvSpPr>
                <a:spLocks noEditPoints="1"/>
              </p:cNvSpPr>
              <p:nvPr/>
            </p:nvSpPr>
            <p:spPr bwMode="auto">
              <a:xfrm>
                <a:off x="3179" y="3259"/>
                <a:ext cx="138" cy="65"/>
              </a:xfrm>
              <a:custGeom>
                <a:avLst/>
                <a:gdLst>
                  <a:gd name="T0" fmla="*/ 34 w 78"/>
                  <a:gd name="T1" fmla="*/ 1 h 37"/>
                  <a:gd name="T2" fmla="*/ 73 w 78"/>
                  <a:gd name="T3" fmla="*/ 18 h 37"/>
                  <a:gd name="T4" fmla="*/ 44 w 78"/>
                  <a:gd name="T5" fmla="*/ 36 h 37"/>
                  <a:gd name="T6" fmla="*/ 5 w 78"/>
                  <a:gd name="T7" fmla="*/ 19 h 37"/>
                  <a:gd name="T8" fmla="*/ 34 w 78"/>
                  <a:gd name="T9" fmla="*/ 1 h 37"/>
                  <a:gd name="T10" fmla="*/ 33 w 78"/>
                  <a:gd name="T11" fmla="*/ 0 h 37"/>
                  <a:gd name="T12" fmla="*/ 3 w 78"/>
                  <a:gd name="T13" fmla="*/ 19 h 37"/>
                  <a:gd name="T14" fmla="*/ 44 w 78"/>
                  <a:gd name="T15" fmla="*/ 37 h 37"/>
                  <a:gd name="T16" fmla="*/ 75 w 78"/>
                  <a:gd name="T17" fmla="*/ 18 h 37"/>
                  <a:gd name="T18" fmla="*/ 33 w 78"/>
                  <a:gd name="T19"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8" h="37">
                    <a:moveTo>
                      <a:pt x="34" y="1"/>
                    </a:moveTo>
                    <a:cubicBezTo>
                      <a:pt x="52" y="1"/>
                      <a:pt x="70" y="9"/>
                      <a:pt x="73" y="18"/>
                    </a:cubicBezTo>
                    <a:cubicBezTo>
                      <a:pt x="75" y="28"/>
                      <a:pt x="62" y="35"/>
                      <a:pt x="44" y="36"/>
                    </a:cubicBezTo>
                    <a:cubicBezTo>
                      <a:pt x="25" y="36"/>
                      <a:pt x="7" y="28"/>
                      <a:pt x="5" y="19"/>
                    </a:cubicBezTo>
                    <a:cubicBezTo>
                      <a:pt x="2" y="9"/>
                      <a:pt x="15" y="1"/>
                      <a:pt x="34" y="1"/>
                    </a:cubicBezTo>
                    <a:moveTo>
                      <a:pt x="33" y="0"/>
                    </a:moveTo>
                    <a:cubicBezTo>
                      <a:pt x="14" y="0"/>
                      <a:pt x="0" y="8"/>
                      <a:pt x="3" y="19"/>
                    </a:cubicBezTo>
                    <a:cubicBezTo>
                      <a:pt x="5" y="29"/>
                      <a:pt x="24" y="37"/>
                      <a:pt x="44" y="37"/>
                    </a:cubicBezTo>
                    <a:cubicBezTo>
                      <a:pt x="64" y="37"/>
                      <a:pt x="78" y="28"/>
                      <a:pt x="75" y="18"/>
                    </a:cubicBezTo>
                    <a:cubicBezTo>
                      <a:pt x="72" y="8"/>
                      <a:pt x="53" y="0"/>
                      <a:pt x="3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1" name="Freeform 376"/>
              <p:cNvSpPr>
                <a:spLocks/>
              </p:cNvSpPr>
              <p:nvPr/>
            </p:nvSpPr>
            <p:spPr bwMode="auto">
              <a:xfrm>
                <a:off x="2921" y="2957"/>
                <a:ext cx="30" cy="17"/>
              </a:xfrm>
              <a:custGeom>
                <a:avLst/>
                <a:gdLst>
                  <a:gd name="T0" fmla="*/ 9 w 17"/>
                  <a:gd name="T1" fmla="*/ 10 h 10"/>
                  <a:gd name="T2" fmla="*/ 1 w 17"/>
                  <a:gd name="T3" fmla="*/ 5 h 10"/>
                  <a:gd name="T4" fmla="*/ 7 w 17"/>
                  <a:gd name="T5" fmla="*/ 0 h 10"/>
                  <a:gd name="T6" fmla="*/ 16 w 17"/>
                  <a:gd name="T7" fmla="*/ 5 h 10"/>
                  <a:gd name="T8" fmla="*/ 9 w 17"/>
                  <a:gd name="T9" fmla="*/ 10 h 10"/>
                </a:gdLst>
                <a:ahLst/>
                <a:cxnLst>
                  <a:cxn ang="0">
                    <a:pos x="T0" y="T1"/>
                  </a:cxn>
                  <a:cxn ang="0">
                    <a:pos x="T2" y="T3"/>
                  </a:cxn>
                  <a:cxn ang="0">
                    <a:pos x="T4" y="T5"/>
                  </a:cxn>
                  <a:cxn ang="0">
                    <a:pos x="T6" y="T7"/>
                  </a:cxn>
                  <a:cxn ang="0">
                    <a:pos x="T8" y="T9"/>
                  </a:cxn>
                </a:cxnLst>
                <a:rect l="0" t="0" r="r" b="b"/>
                <a:pathLst>
                  <a:path w="17" h="10">
                    <a:moveTo>
                      <a:pt x="9" y="10"/>
                    </a:moveTo>
                    <a:cubicBezTo>
                      <a:pt x="5" y="10"/>
                      <a:pt x="1" y="8"/>
                      <a:pt x="1" y="5"/>
                    </a:cubicBezTo>
                    <a:cubicBezTo>
                      <a:pt x="0" y="2"/>
                      <a:pt x="3" y="0"/>
                      <a:pt x="7" y="0"/>
                    </a:cubicBezTo>
                    <a:cubicBezTo>
                      <a:pt x="12" y="0"/>
                      <a:pt x="16" y="2"/>
                      <a:pt x="16" y="5"/>
                    </a:cubicBezTo>
                    <a:cubicBezTo>
                      <a:pt x="17" y="8"/>
                      <a:pt x="14" y="10"/>
                      <a:pt x="9" y="10"/>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2" name="Freeform 377"/>
              <p:cNvSpPr>
                <a:spLocks noEditPoints="1"/>
              </p:cNvSpPr>
              <p:nvPr/>
            </p:nvSpPr>
            <p:spPr bwMode="auto">
              <a:xfrm>
                <a:off x="2920" y="2955"/>
                <a:ext cx="33" cy="21"/>
              </a:xfrm>
              <a:custGeom>
                <a:avLst/>
                <a:gdLst>
                  <a:gd name="T0" fmla="*/ 9 w 19"/>
                  <a:gd name="T1" fmla="*/ 2 h 12"/>
                  <a:gd name="T2" fmla="*/ 16 w 19"/>
                  <a:gd name="T3" fmla="*/ 6 h 12"/>
                  <a:gd name="T4" fmla="*/ 10 w 19"/>
                  <a:gd name="T5" fmla="*/ 10 h 12"/>
                  <a:gd name="T6" fmla="*/ 3 w 19"/>
                  <a:gd name="T7" fmla="*/ 6 h 12"/>
                  <a:gd name="T8" fmla="*/ 9 w 19"/>
                  <a:gd name="T9" fmla="*/ 2 h 12"/>
                  <a:gd name="T10" fmla="*/ 8 w 19"/>
                  <a:gd name="T11" fmla="*/ 0 h 12"/>
                  <a:gd name="T12" fmla="*/ 1 w 19"/>
                  <a:gd name="T13" fmla="*/ 6 h 12"/>
                  <a:gd name="T14" fmla="*/ 10 w 19"/>
                  <a:gd name="T15" fmla="*/ 12 h 12"/>
                  <a:gd name="T16" fmla="*/ 18 w 19"/>
                  <a:gd name="T17" fmla="*/ 6 h 12"/>
                  <a:gd name="T18" fmla="*/ 8 w 19"/>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12">
                    <a:moveTo>
                      <a:pt x="9" y="2"/>
                    </a:moveTo>
                    <a:cubicBezTo>
                      <a:pt x="12" y="2"/>
                      <a:pt x="16" y="4"/>
                      <a:pt x="16" y="6"/>
                    </a:cubicBezTo>
                    <a:cubicBezTo>
                      <a:pt x="17" y="8"/>
                      <a:pt x="14" y="10"/>
                      <a:pt x="10" y="10"/>
                    </a:cubicBezTo>
                    <a:cubicBezTo>
                      <a:pt x="6" y="10"/>
                      <a:pt x="3" y="8"/>
                      <a:pt x="3" y="6"/>
                    </a:cubicBezTo>
                    <a:cubicBezTo>
                      <a:pt x="2" y="4"/>
                      <a:pt x="5" y="2"/>
                      <a:pt x="9" y="2"/>
                    </a:cubicBezTo>
                    <a:moveTo>
                      <a:pt x="8" y="0"/>
                    </a:moveTo>
                    <a:cubicBezTo>
                      <a:pt x="3" y="0"/>
                      <a:pt x="0" y="3"/>
                      <a:pt x="1" y="6"/>
                    </a:cubicBezTo>
                    <a:cubicBezTo>
                      <a:pt x="1" y="9"/>
                      <a:pt x="5" y="12"/>
                      <a:pt x="10" y="12"/>
                    </a:cubicBezTo>
                    <a:cubicBezTo>
                      <a:pt x="15" y="12"/>
                      <a:pt x="19" y="9"/>
                      <a:pt x="18" y="6"/>
                    </a:cubicBezTo>
                    <a:cubicBezTo>
                      <a:pt x="18" y="3"/>
                      <a:pt x="13" y="0"/>
                      <a:pt x="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3" name="Freeform 378"/>
              <p:cNvSpPr>
                <a:spLocks/>
              </p:cNvSpPr>
              <p:nvPr/>
            </p:nvSpPr>
            <p:spPr bwMode="auto">
              <a:xfrm>
                <a:off x="2935" y="2976"/>
                <a:ext cx="43" cy="27"/>
              </a:xfrm>
              <a:custGeom>
                <a:avLst/>
                <a:gdLst>
                  <a:gd name="T0" fmla="*/ 13 w 24"/>
                  <a:gd name="T1" fmla="*/ 15 h 15"/>
                  <a:gd name="T2" fmla="*/ 0 w 24"/>
                  <a:gd name="T3" fmla="*/ 7 h 15"/>
                  <a:gd name="T4" fmla="*/ 10 w 24"/>
                  <a:gd name="T5" fmla="*/ 0 h 15"/>
                  <a:gd name="T6" fmla="*/ 23 w 24"/>
                  <a:gd name="T7" fmla="*/ 7 h 15"/>
                  <a:gd name="T8" fmla="*/ 13 w 24"/>
                  <a:gd name="T9" fmla="*/ 15 h 15"/>
                </a:gdLst>
                <a:ahLst/>
                <a:cxnLst>
                  <a:cxn ang="0">
                    <a:pos x="T0" y="T1"/>
                  </a:cxn>
                  <a:cxn ang="0">
                    <a:pos x="T2" y="T3"/>
                  </a:cxn>
                  <a:cxn ang="0">
                    <a:pos x="T4" y="T5"/>
                  </a:cxn>
                  <a:cxn ang="0">
                    <a:pos x="T6" y="T7"/>
                  </a:cxn>
                  <a:cxn ang="0">
                    <a:pos x="T8" y="T9"/>
                  </a:cxn>
                </a:cxnLst>
                <a:rect l="0" t="0" r="r" b="b"/>
                <a:pathLst>
                  <a:path w="24" h="15">
                    <a:moveTo>
                      <a:pt x="13" y="15"/>
                    </a:moveTo>
                    <a:cubicBezTo>
                      <a:pt x="7" y="15"/>
                      <a:pt x="1" y="11"/>
                      <a:pt x="0" y="7"/>
                    </a:cubicBezTo>
                    <a:cubicBezTo>
                      <a:pt x="0" y="3"/>
                      <a:pt x="4" y="0"/>
                      <a:pt x="10" y="0"/>
                    </a:cubicBezTo>
                    <a:cubicBezTo>
                      <a:pt x="17" y="0"/>
                      <a:pt x="22" y="3"/>
                      <a:pt x="23" y="7"/>
                    </a:cubicBezTo>
                    <a:cubicBezTo>
                      <a:pt x="24" y="11"/>
                      <a:pt x="19" y="15"/>
                      <a:pt x="13" y="15"/>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4" name="Freeform 379"/>
              <p:cNvSpPr>
                <a:spLocks noEditPoints="1"/>
              </p:cNvSpPr>
              <p:nvPr/>
            </p:nvSpPr>
            <p:spPr bwMode="auto">
              <a:xfrm>
                <a:off x="2932" y="2974"/>
                <a:ext cx="48" cy="29"/>
              </a:xfrm>
              <a:custGeom>
                <a:avLst/>
                <a:gdLst>
                  <a:gd name="T0" fmla="*/ 12 w 27"/>
                  <a:gd name="T1" fmla="*/ 2 h 16"/>
                  <a:gd name="T2" fmla="*/ 24 w 27"/>
                  <a:gd name="T3" fmla="*/ 8 h 16"/>
                  <a:gd name="T4" fmla="*/ 15 w 27"/>
                  <a:gd name="T5" fmla="*/ 15 h 16"/>
                  <a:gd name="T6" fmla="*/ 3 w 27"/>
                  <a:gd name="T7" fmla="*/ 8 h 16"/>
                  <a:gd name="T8" fmla="*/ 12 w 27"/>
                  <a:gd name="T9" fmla="*/ 2 h 16"/>
                  <a:gd name="T10" fmla="*/ 12 w 27"/>
                  <a:gd name="T11" fmla="*/ 1 h 16"/>
                  <a:gd name="T12" fmla="*/ 1 w 27"/>
                  <a:gd name="T13" fmla="*/ 8 h 16"/>
                  <a:gd name="T14" fmla="*/ 15 w 27"/>
                  <a:gd name="T15" fmla="*/ 16 h 16"/>
                  <a:gd name="T16" fmla="*/ 26 w 27"/>
                  <a:gd name="T17" fmla="*/ 8 h 16"/>
                  <a:gd name="T18" fmla="*/ 12 w 27"/>
                  <a:gd name="T19"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6">
                    <a:moveTo>
                      <a:pt x="12" y="2"/>
                    </a:moveTo>
                    <a:cubicBezTo>
                      <a:pt x="18" y="2"/>
                      <a:pt x="23" y="5"/>
                      <a:pt x="24" y="8"/>
                    </a:cubicBezTo>
                    <a:cubicBezTo>
                      <a:pt x="25" y="12"/>
                      <a:pt x="21" y="15"/>
                      <a:pt x="15" y="15"/>
                    </a:cubicBezTo>
                    <a:cubicBezTo>
                      <a:pt x="9" y="15"/>
                      <a:pt x="4" y="12"/>
                      <a:pt x="3" y="8"/>
                    </a:cubicBezTo>
                    <a:cubicBezTo>
                      <a:pt x="3" y="5"/>
                      <a:pt x="7" y="2"/>
                      <a:pt x="12" y="2"/>
                    </a:cubicBezTo>
                    <a:moveTo>
                      <a:pt x="12" y="1"/>
                    </a:moveTo>
                    <a:cubicBezTo>
                      <a:pt x="5" y="1"/>
                      <a:pt x="0" y="4"/>
                      <a:pt x="1" y="8"/>
                    </a:cubicBezTo>
                    <a:cubicBezTo>
                      <a:pt x="2" y="13"/>
                      <a:pt x="8" y="16"/>
                      <a:pt x="15" y="16"/>
                    </a:cubicBezTo>
                    <a:cubicBezTo>
                      <a:pt x="22" y="16"/>
                      <a:pt x="27" y="13"/>
                      <a:pt x="26" y="8"/>
                    </a:cubicBezTo>
                    <a:cubicBezTo>
                      <a:pt x="25" y="4"/>
                      <a:pt x="19" y="0"/>
                      <a:pt x="12"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5" name="Freeform 380"/>
              <p:cNvSpPr>
                <a:spLocks/>
              </p:cNvSpPr>
              <p:nvPr/>
            </p:nvSpPr>
            <p:spPr bwMode="auto">
              <a:xfrm>
                <a:off x="3022" y="2951"/>
                <a:ext cx="44" cy="27"/>
              </a:xfrm>
              <a:custGeom>
                <a:avLst/>
                <a:gdLst>
                  <a:gd name="T0" fmla="*/ 14 w 25"/>
                  <a:gd name="T1" fmla="*/ 15 h 15"/>
                  <a:gd name="T2" fmla="*/ 1 w 25"/>
                  <a:gd name="T3" fmla="*/ 8 h 15"/>
                  <a:gd name="T4" fmla="*/ 11 w 25"/>
                  <a:gd name="T5" fmla="*/ 0 h 15"/>
                  <a:gd name="T6" fmla="*/ 24 w 25"/>
                  <a:gd name="T7" fmla="*/ 8 h 15"/>
                  <a:gd name="T8" fmla="*/ 14 w 25"/>
                  <a:gd name="T9" fmla="*/ 15 h 15"/>
                </a:gdLst>
                <a:ahLst/>
                <a:cxnLst>
                  <a:cxn ang="0">
                    <a:pos x="T0" y="T1"/>
                  </a:cxn>
                  <a:cxn ang="0">
                    <a:pos x="T2" y="T3"/>
                  </a:cxn>
                  <a:cxn ang="0">
                    <a:pos x="T4" y="T5"/>
                  </a:cxn>
                  <a:cxn ang="0">
                    <a:pos x="T6" y="T7"/>
                  </a:cxn>
                  <a:cxn ang="0">
                    <a:pos x="T8" y="T9"/>
                  </a:cxn>
                </a:cxnLst>
                <a:rect l="0" t="0" r="r" b="b"/>
                <a:pathLst>
                  <a:path w="25" h="15">
                    <a:moveTo>
                      <a:pt x="14" y="15"/>
                    </a:moveTo>
                    <a:cubicBezTo>
                      <a:pt x="8" y="15"/>
                      <a:pt x="2" y="12"/>
                      <a:pt x="1" y="8"/>
                    </a:cubicBezTo>
                    <a:cubicBezTo>
                      <a:pt x="0" y="4"/>
                      <a:pt x="5" y="0"/>
                      <a:pt x="11" y="0"/>
                    </a:cubicBezTo>
                    <a:cubicBezTo>
                      <a:pt x="17" y="0"/>
                      <a:pt x="23" y="4"/>
                      <a:pt x="24" y="8"/>
                    </a:cubicBezTo>
                    <a:cubicBezTo>
                      <a:pt x="25" y="12"/>
                      <a:pt x="20" y="15"/>
                      <a:pt x="14" y="15"/>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6" name="Freeform 381"/>
              <p:cNvSpPr>
                <a:spLocks noEditPoints="1"/>
              </p:cNvSpPr>
              <p:nvPr/>
            </p:nvSpPr>
            <p:spPr bwMode="auto">
              <a:xfrm>
                <a:off x="3020" y="2951"/>
                <a:ext cx="48" cy="29"/>
              </a:xfrm>
              <a:custGeom>
                <a:avLst/>
                <a:gdLst>
                  <a:gd name="T0" fmla="*/ 12 w 27"/>
                  <a:gd name="T1" fmla="*/ 1 h 16"/>
                  <a:gd name="T2" fmla="*/ 24 w 27"/>
                  <a:gd name="T3" fmla="*/ 8 h 16"/>
                  <a:gd name="T4" fmla="*/ 15 w 27"/>
                  <a:gd name="T5" fmla="*/ 14 h 16"/>
                  <a:gd name="T6" fmla="*/ 3 w 27"/>
                  <a:gd name="T7" fmla="*/ 8 h 16"/>
                  <a:gd name="T8" fmla="*/ 12 w 27"/>
                  <a:gd name="T9" fmla="*/ 1 h 16"/>
                  <a:gd name="T10" fmla="*/ 12 w 27"/>
                  <a:gd name="T11" fmla="*/ 0 h 16"/>
                  <a:gd name="T12" fmla="*/ 1 w 27"/>
                  <a:gd name="T13" fmla="*/ 8 h 16"/>
                  <a:gd name="T14" fmla="*/ 15 w 27"/>
                  <a:gd name="T15" fmla="*/ 16 h 16"/>
                  <a:gd name="T16" fmla="*/ 26 w 27"/>
                  <a:gd name="T17" fmla="*/ 8 h 16"/>
                  <a:gd name="T18" fmla="*/ 12 w 27"/>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6">
                    <a:moveTo>
                      <a:pt x="12" y="1"/>
                    </a:moveTo>
                    <a:cubicBezTo>
                      <a:pt x="18" y="1"/>
                      <a:pt x="23" y="4"/>
                      <a:pt x="24" y="8"/>
                    </a:cubicBezTo>
                    <a:cubicBezTo>
                      <a:pt x="25" y="11"/>
                      <a:pt x="21" y="14"/>
                      <a:pt x="15" y="14"/>
                    </a:cubicBezTo>
                    <a:cubicBezTo>
                      <a:pt x="9" y="14"/>
                      <a:pt x="4" y="12"/>
                      <a:pt x="3" y="8"/>
                    </a:cubicBezTo>
                    <a:cubicBezTo>
                      <a:pt x="2" y="4"/>
                      <a:pt x="6" y="1"/>
                      <a:pt x="12" y="1"/>
                    </a:cubicBezTo>
                    <a:moveTo>
                      <a:pt x="12" y="0"/>
                    </a:moveTo>
                    <a:cubicBezTo>
                      <a:pt x="5" y="0"/>
                      <a:pt x="0" y="3"/>
                      <a:pt x="1" y="8"/>
                    </a:cubicBezTo>
                    <a:cubicBezTo>
                      <a:pt x="2" y="12"/>
                      <a:pt x="8" y="16"/>
                      <a:pt x="15" y="16"/>
                    </a:cubicBezTo>
                    <a:cubicBezTo>
                      <a:pt x="22" y="16"/>
                      <a:pt x="27" y="12"/>
                      <a:pt x="26" y="8"/>
                    </a:cubicBezTo>
                    <a:cubicBezTo>
                      <a:pt x="25" y="3"/>
                      <a:pt x="19" y="0"/>
                      <a:pt x="1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7" name="Freeform 382"/>
              <p:cNvSpPr>
                <a:spLocks/>
              </p:cNvSpPr>
              <p:nvPr/>
            </p:nvSpPr>
            <p:spPr bwMode="auto">
              <a:xfrm>
                <a:off x="2506" y="3195"/>
                <a:ext cx="30" cy="16"/>
              </a:xfrm>
              <a:custGeom>
                <a:avLst/>
                <a:gdLst>
                  <a:gd name="T0" fmla="*/ 9 w 17"/>
                  <a:gd name="T1" fmla="*/ 9 h 9"/>
                  <a:gd name="T2" fmla="*/ 1 w 17"/>
                  <a:gd name="T3" fmla="*/ 4 h 9"/>
                  <a:gd name="T4" fmla="*/ 9 w 17"/>
                  <a:gd name="T5" fmla="*/ 0 h 9"/>
                  <a:gd name="T6" fmla="*/ 17 w 17"/>
                  <a:gd name="T7" fmla="*/ 4 h 9"/>
                  <a:gd name="T8" fmla="*/ 9 w 17"/>
                  <a:gd name="T9" fmla="*/ 9 h 9"/>
                </a:gdLst>
                <a:ahLst/>
                <a:cxnLst>
                  <a:cxn ang="0">
                    <a:pos x="T0" y="T1"/>
                  </a:cxn>
                  <a:cxn ang="0">
                    <a:pos x="T2" y="T3"/>
                  </a:cxn>
                  <a:cxn ang="0">
                    <a:pos x="T4" y="T5"/>
                  </a:cxn>
                  <a:cxn ang="0">
                    <a:pos x="T6" y="T7"/>
                  </a:cxn>
                  <a:cxn ang="0">
                    <a:pos x="T8" y="T9"/>
                  </a:cxn>
                </a:cxnLst>
                <a:rect l="0" t="0" r="r" b="b"/>
                <a:pathLst>
                  <a:path w="17" h="9">
                    <a:moveTo>
                      <a:pt x="9" y="9"/>
                    </a:moveTo>
                    <a:cubicBezTo>
                      <a:pt x="4" y="9"/>
                      <a:pt x="1" y="7"/>
                      <a:pt x="1" y="4"/>
                    </a:cubicBezTo>
                    <a:cubicBezTo>
                      <a:pt x="0" y="2"/>
                      <a:pt x="4" y="0"/>
                      <a:pt x="9" y="0"/>
                    </a:cubicBezTo>
                    <a:cubicBezTo>
                      <a:pt x="13" y="0"/>
                      <a:pt x="17" y="2"/>
                      <a:pt x="17" y="4"/>
                    </a:cubicBezTo>
                    <a:cubicBezTo>
                      <a:pt x="17" y="7"/>
                      <a:pt x="14" y="9"/>
                      <a:pt x="9" y="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8" name="Freeform 383"/>
              <p:cNvSpPr>
                <a:spLocks noEditPoints="1"/>
              </p:cNvSpPr>
              <p:nvPr/>
            </p:nvSpPr>
            <p:spPr bwMode="auto">
              <a:xfrm>
                <a:off x="2504" y="3193"/>
                <a:ext cx="34" cy="20"/>
              </a:xfrm>
              <a:custGeom>
                <a:avLst/>
                <a:gdLst>
                  <a:gd name="T0" fmla="*/ 10 w 19"/>
                  <a:gd name="T1" fmla="*/ 1 h 11"/>
                  <a:gd name="T2" fmla="*/ 17 w 19"/>
                  <a:gd name="T3" fmla="*/ 5 h 11"/>
                  <a:gd name="T4" fmla="*/ 10 w 19"/>
                  <a:gd name="T5" fmla="*/ 9 h 11"/>
                  <a:gd name="T6" fmla="*/ 3 w 19"/>
                  <a:gd name="T7" fmla="*/ 5 h 11"/>
                  <a:gd name="T8" fmla="*/ 10 w 19"/>
                  <a:gd name="T9" fmla="*/ 1 h 11"/>
                  <a:gd name="T10" fmla="*/ 10 w 19"/>
                  <a:gd name="T11" fmla="*/ 0 h 11"/>
                  <a:gd name="T12" fmla="*/ 0 w 19"/>
                  <a:gd name="T13" fmla="*/ 5 h 11"/>
                  <a:gd name="T14" fmla="*/ 10 w 19"/>
                  <a:gd name="T15" fmla="*/ 11 h 11"/>
                  <a:gd name="T16" fmla="*/ 19 w 19"/>
                  <a:gd name="T17" fmla="*/ 5 h 11"/>
                  <a:gd name="T18" fmla="*/ 10 w 19"/>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11">
                    <a:moveTo>
                      <a:pt x="10" y="1"/>
                    </a:moveTo>
                    <a:cubicBezTo>
                      <a:pt x="14" y="1"/>
                      <a:pt x="17" y="3"/>
                      <a:pt x="17" y="5"/>
                    </a:cubicBezTo>
                    <a:cubicBezTo>
                      <a:pt x="17" y="8"/>
                      <a:pt x="14" y="9"/>
                      <a:pt x="10" y="9"/>
                    </a:cubicBezTo>
                    <a:cubicBezTo>
                      <a:pt x="6" y="9"/>
                      <a:pt x="3" y="8"/>
                      <a:pt x="3" y="5"/>
                    </a:cubicBezTo>
                    <a:cubicBezTo>
                      <a:pt x="2" y="3"/>
                      <a:pt x="6" y="1"/>
                      <a:pt x="10" y="1"/>
                    </a:cubicBezTo>
                    <a:moveTo>
                      <a:pt x="10" y="0"/>
                    </a:moveTo>
                    <a:cubicBezTo>
                      <a:pt x="4" y="0"/>
                      <a:pt x="0" y="3"/>
                      <a:pt x="0" y="5"/>
                    </a:cubicBezTo>
                    <a:cubicBezTo>
                      <a:pt x="1" y="8"/>
                      <a:pt x="5" y="11"/>
                      <a:pt x="10" y="11"/>
                    </a:cubicBezTo>
                    <a:cubicBezTo>
                      <a:pt x="15" y="11"/>
                      <a:pt x="19" y="8"/>
                      <a:pt x="19" y="5"/>
                    </a:cubicBezTo>
                    <a:cubicBezTo>
                      <a:pt x="19" y="3"/>
                      <a:pt x="15" y="0"/>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9" name="Freeform 384"/>
              <p:cNvSpPr>
                <a:spLocks/>
              </p:cNvSpPr>
              <p:nvPr/>
            </p:nvSpPr>
            <p:spPr bwMode="auto">
              <a:xfrm>
                <a:off x="2648" y="3220"/>
                <a:ext cx="30" cy="16"/>
              </a:xfrm>
              <a:custGeom>
                <a:avLst/>
                <a:gdLst>
                  <a:gd name="T0" fmla="*/ 9 w 17"/>
                  <a:gd name="T1" fmla="*/ 9 h 9"/>
                  <a:gd name="T2" fmla="*/ 0 w 17"/>
                  <a:gd name="T3" fmla="*/ 5 h 9"/>
                  <a:gd name="T4" fmla="*/ 8 w 17"/>
                  <a:gd name="T5" fmla="*/ 0 h 9"/>
                  <a:gd name="T6" fmla="*/ 17 w 17"/>
                  <a:gd name="T7" fmla="*/ 5 h 9"/>
                  <a:gd name="T8" fmla="*/ 9 w 17"/>
                  <a:gd name="T9" fmla="*/ 9 h 9"/>
                </a:gdLst>
                <a:ahLst/>
                <a:cxnLst>
                  <a:cxn ang="0">
                    <a:pos x="T0" y="T1"/>
                  </a:cxn>
                  <a:cxn ang="0">
                    <a:pos x="T2" y="T3"/>
                  </a:cxn>
                  <a:cxn ang="0">
                    <a:pos x="T4" y="T5"/>
                  </a:cxn>
                  <a:cxn ang="0">
                    <a:pos x="T6" y="T7"/>
                  </a:cxn>
                  <a:cxn ang="0">
                    <a:pos x="T8" y="T9"/>
                  </a:cxn>
                </a:cxnLst>
                <a:rect l="0" t="0" r="r" b="b"/>
                <a:pathLst>
                  <a:path w="17" h="9">
                    <a:moveTo>
                      <a:pt x="9" y="9"/>
                    </a:moveTo>
                    <a:cubicBezTo>
                      <a:pt x="4" y="9"/>
                      <a:pt x="0" y="7"/>
                      <a:pt x="0" y="5"/>
                    </a:cubicBezTo>
                    <a:cubicBezTo>
                      <a:pt x="0" y="2"/>
                      <a:pt x="3" y="0"/>
                      <a:pt x="8" y="0"/>
                    </a:cubicBezTo>
                    <a:cubicBezTo>
                      <a:pt x="12" y="0"/>
                      <a:pt x="16" y="2"/>
                      <a:pt x="17" y="5"/>
                    </a:cubicBezTo>
                    <a:cubicBezTo>
                      <a:pt x="17" y="7"/>
                      <a:pt x="13" y="9"/>
                      <a:pt x="9" y="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0" name="Freeform 385"/>
              <p:cNvSpPr>
                <a:spLocks noEditPoints="1"/>
              </p:cNvSpPr>
              <p:nvPr/>
            </p:nvSpPr>
            <p:spPr bwMode="auto">
              <a:xfrm>
                <a:off x="2644" y="3220"/>
                <a:ext cx="35" cy="18"/>
              </a:xfrm>
              <a:custGeom>
                <a:avLst/>
                <a:gdLst>
                  <a:gd name="T0" fmla="*/ 10 w 20"/>
                  <a:gd name="T1" fmla="*/ 1 h 10"/>
                  <a:gd name="T2" fmla="*/ 17 w 20"/>
                  <a:gd name="T3" fmla="*/ 5 h 10"/>
                  <a:gd name="T4" fmla="*/ 11 w 20"/>
                  <a:gd name="T5" fmla="*/ 9 h 10"/>
                  <a:gd name="T6" fmla="*/ 3 w 20"/>
                  <a:gd name="T7" fmla="*/ 5 h 10"/>
                  <a:gd name="T8" fmla="*/ 10 w 20"/>
                  <a:gd name="T9" fmla="*/ 1 h 10"/>
                  <a:gd name="T10" fmla="*/ 10 w 20"/>
                  <a:gd name="T11" fmla="*/ 0 h 10"/>
                  <a:gd name="T12" fmla="*/ 1 w 20"/>
                  <a:gd name="T13" fmla="*/ 5 h 10"/>
                  <a:gd name="T14" fmla="*/ 11 w 20"/>
                  <a:gd name="T15" fmla="*/ 10 h 10"/>
                  <a:gd name="T16" fmla="*/ 20 w 20"/>
                  <a:gd name="T17" fmla="*/ 5 h 10"/>
                  <a:gd name="T18" fmla="*/ 10 w 2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10">
                    <a:moveTo>
                      <a:pt x="10" y="1"/>
                    </a:moveTo>
                    <a:cubicBezTo>
                      <a:pt x="14" y="1"/>
                      <a:pt x="17" y="2"/>
                      <a:pt x="17" y="5"/>
                    </a:cubicBezTo>
                    <a:cubicBezTo>
                      <a:pt x="18" y="7"/>
                      <a:pt x="15" y="9"/>
                      <a:pt x="11" y="9"/>
                    </a:cubicBezTo>
                    <a:cubicBezTo>
                      <a:pt x="7" y="9"/>
                      <a:pt x="3" y="7"/>
                      <a:pt x="3" y="5"/>
                    </a:cubicBezTo>
                    <a:cubicBezTo>
                      <a:pt x="3" y="3"/>
                      <a:pt x="6" y="1"/>
                      <a:pt x="10" y="1"/>
                    </a:cubicBezTo>
                    <a:moveTo>
                      <a:pt x="10" y="0"/>
                    </a:moveTo>
                    <a:cubicBezTo>
                      <a:pt x="4" y="0"/>
                      <a:pt x="0" y="2"/>
                      <a:pt x="1" y="5"/>
                    </a:cubicBezTo>
                    <a:cubicBezTo>
                      <a:pt x="1" y="8"/>
                      <a:pt x="5" y="10"/>
                      <a:pt x="11" y="10"/>
                    </a:cubicBezTo>
                    <a:cubicBezTo>
                      <a:pt x="16" y="10"/>
                      <a:pt x="20" y="7"/>
                      <a:pt x="20" y="5"/>
                    </a:cubicBezTo>
                    <a:cubicBezTo>
                      <a:pt x="19" y="2"/>
                      <a:pt x="15" y="0"/>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1" name="Freeform 386"/>
              <p:cNvSpPr>
                <a:spLocks/>
              </p:cNvSpPr>
              <p:nvPr/>
            </p:nvSpPr>
            <p:spPr bwMode="auto">
              <a:xfrm>
                <a:off x="2951" y="3432"/>
                <a:ext cx="36" cy="16"/>
              </a:xfrm>
              <a:custGeom>
                <a:avLst/>
                <a:gdLst>
                  <a:gd name="T0" fmla="*/ 11 w 20"/>
                  <a:gd name="T1" fmla="*/ 9 h 9"/>
                  <a:gd name="T2" fmla="*/ 1 w 20"/>
                  <a:gd name="T3" fmla="*/ 5 h 9"/>
                  <a:gd name="T4" fmla="*/ 9 w 20"/>
                  <a:gd name="T5" fmla="*/ 0 h 9"/>
                  <a:gd name="T6" fmla="*/ 19 w 20"/>
                  <a:gd name="T7" fmla="*/ 5 h 9"/>
                  <a:gd name="T8" fmla="*/ 11 w 20"/>
                  <a:gd name="T9" fmla="*/ 9 h 9"/>
                </a:gdLst>
                <a:ahLst/>
                <a:cxnLst>
                  <a:cxn ang="0">
                    <a:pos x="T0" y="T1"/>
                  </a:cxn>
                  <a:cxn ang="0">
                    <a:pos x="T2" y="T3"/>
                  </a:cxn>
                  <a:cxn ang="0">
                    <a:pos x="T4" y="T5"/>
                  </a:cxn>
                  <a:cxn ang="0">
                    <a:pos x="T6" y="T7"/>
                  </a:cxn>
                  <a:cxn ang="0">
                    <a:pos x="T8" y="T9"/>
                  </a:cxn>
                </a:cxnLst>
                <a:rect l="0" t="0" r="r" b="b"/>
                <a:pathLst>
                  <a:path w="20" h="9">
                    <a:moveTo>
                      <a:pt x="11" y="9"/>
                    </a:moveTo>
                    <a:cubicBezTo>
                      <a:pt x="6" y="9"/>
                      <a:pt x="1" y="7"/>
                      <a:pt x="1" y="5"/>
                    </a:cubicBezTo>
                    <a:cubicBezTo>
                      <a:pt x="0" y="2"/>
                      <a:pt x="4" y="0"/>
                      <a:pt x="9" y="0"/>
                    </a:cubicBezTo>
                    <a:cubicBezTo>
                      <a:pt x="14" y="0"/>
                      <a:pt x="19" y="2"/>
                      <a:pt x="19" y="5"/>
                    </a:cubicBezTo>
                    <a:cubicBezTo>
                      <a:pt x="20" y="7"/>
                      <a:pt x="16" y="9"/>
                      <a:pt x="11" y="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2" name="Freeform 387"/>
              <p:cNvSpPr>
                <a:spLocks noEditPoints="1"/>
              </p:cNvSpPr>
              <p:nvPr/>
            </p:nvSpPr>
            <p:spPr bwMode="auto">
              <a:xfrm>
                <a:off x="2950" y="3432"/>
                <a:ext cx="38" cy="18"/>
              </a:xfrm>
              <a:custGeom>
                <a:avLst/>
                <a:gdLst>
                  <a:gd name="T0" fmla="*/ 10 w 22"/>
                  <a:gd name="T1" fmla="*/ 1 h 10"/>
                  <a:gd name="T2" fmla="*/ 19 w 22"/>
                  <a:gd name="T3" fmla="*/ 5 h 10"/>
                  <a:gd name="T4" fmla="*/ 12 w 22"/>
                  <a:gd name="T5" fmla="*/ 9 h 10"/>
                  <a:gd name="T6" fmla="*/ 3 w 22"/>
                  <a:gd name="T7" fmla="*/ 5 h 10"/>
                  <a:gd name="T8" fmla="*/ 10 w 22"/>
                  <a:gd name="T9" fmla="*/ 1 h 10"/>
                  <a:gd name="T10" fmla="*/ 10 w 22"/>
                  <a:gd name="T11" fmla="*/ 0 h 10"/>
                  <a:gd name="T12" fmla="*/ 1 w 22"/>
                  <a:gd name="T13" fmla="*/ 5 h 10"/>
                  <a:gd name="T14" fmla="*/ 12 w 22"/>
                  <a:gd name="T15" fmla="*/ 10 h 10"/>
                  <a:gd name="T16" fmla="*/ 21 w 22"/>
                  <a:gd name="T17" fmla="*/ 5 h 10"/>
                  <a:gd name="T18" fmla="*/ 10 w 22"/>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0">
                    <a:moveTo>
                      <a:pt x="10" y="1"/>
                    </a:moveTo>
                    <a:cubicBezTo>
                      <a:pt x="15" y="1"/>
                      <a:pt x="19" y="3"/>
                      <a:pt x="19" y="5"/>
                    </a:cubicBezTo>
                    <a:cubicBezTo>
                      <a:pt x="19" y="7"/>
                      <a:pt x="16" y="9"/>
                      <a:pt x="12" y="9"/>
                    </a:cubicBezTo>
                    <a:cubicBezTo>
                      <a:pt x="7" y="9"/>
                      <a:pt x="4" y="7"/>
                      <a:pt x="3" y="5"/>
                    </a:cubicBezTo>
                    <a:cubicBezTo>
                      <a:pt x="3" y="3"/>
                      <a:pt x="6" y="1"/>
                      <a:pt x="10" y="1"/>
                    </a:cubicBezTo>
                    <a:moveTo>
                      <a:pt x="10" y="0"/>
                    </a:moveTo>
                    <a:cubicBezTo>
                      <a:pt x="4" y="0"/>
                      <a:pt x="0" y="2"/>
                      <a:pt x="1" y="5"/>
                    </a:cubicBezTo>
                    <a:cubicBezTo>
                      <a:pt x="1" y="8"/>
                      <a:pt x="6" y="10"/>
                      <a:pt x="12" y="10"/>
                    </a:cubicBezTo>
                    <a:cubicBezTo>
                      <a:pt x="18" y="10"/>
                      <a:pt x="22" y="8"/>
                      <a:pt x="21" y="5"/>
                    </a:cubicBezTo>
                    <a:cubicBezTo>
                      <a:pt x="21" y="2"/>
                      <a:pt x="16" y="0"/>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3" name="Freeform 388"/>
              <p:cNvSpPr>
                <a:spLocks/>
              </p:cNvSpPr>
              <p:nvPr/>
            </p:nvSpPr>
            <p:spPr bwMode="auto">
              <a:xfrm>
                <a:off x="2789" y="3503"/>
                <a:ext cx="69" cy="33"/>
              </a:xfrm>
              <a:custGeom>
                <a:avLst/>
                <a:gdLst>
                  <a:gd name="T0" fmla="*/ 21 w 39"/>
                  <a:gd name="T1" fmla="*/ 19 h 19"/>
                  <a:gd name="T2" fmla="*/ 1 w 39"/>
                  <a:gd name="T3" fmla="*/ 9 h 19"/>
                  <a:gd name="T4" fmla="*/ 18 w 39"/>
                  <a:gd name="T5" fmla="*/ 0 h 19"/>
                  <a:gd name="T6" fmla="*/ 38 w 39"/>
                  <a:gd name="T7" fmla="*/ 9 h 19"/>
                  <a:gd name="T8" fmla="*/ 21 w 39"/>
                  <a:gd name="T9" fmla="*/ 19 h 19"/>
                </a:gdLst>
                <a:ahLst/>
                <a:cxnLst>
                  <a:cxn ang="0">
                    <a:pos x="T0" y="T1"/>
                  </a:cxn>
                  <a:cxn ang="0">
                    <a:pos x="T2" y="T3"/>
                  </a:cxn>
                  <a:cxn ang="0">
                    <a:pos x="T4" y="T5"/>
                  </a:cxn>
                  <a:cxn ang="0">
                    <a:pos x="T6" y="T7"/>
                  </a:cxn>
                  <a:cxn ang="0">
                    <a:pos x="T8" y="T9"/>
                  </a:cxn>
                </a:cxnLst>
                <a:rect l="0" t="0" r="r" b="b"/>
                <a:pathLst>
                  <a:path w="39" h="19">
                    <a:moveTo>
                      <a:pt x="21" y="19"/>
                    </a:moveTo>
                    <a:cubicBezTo>
                      <a:pt x="10" y="19"/>
                      <a:pt x="1" y="15"/>
                      <a:pt x="1" y="9"/>
                    </a:cubicBezTo>
                    <a:cubicBezTo>
                      <a:pt x="0" y="4"/>
                      <a:pt x="8" y="0"/>
                      <a:pt x="18" y="0"/>
                    </a:cubicBezTo>
                    <a:cubicBezTo>
                      <a:pt x="28" y="0"/>
                      <a:pt x="37" y="4"/>
                      <a:pt x="38" y="9"/>
                    </a:cubicBezTo>
                    <a:cubicBezTo>
                      <a:pt x="39" y="14"/>
                      <a:pt x="31" y="19"/>
                      <a:pt x="21" y="1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4" name="Freeform 389"/>
              <p:cNvSpPr>
                <a:spLocks noEditPoints="1"/>
              </p:cNvSpPr>
              <p:nvPr/>
            </p:nvSpPr>
            <p:spPr bwMode="auto">
              <a:xfrm>
                <a:off x="2787" y="3501"/>
                <a:ext cx="72" cy="35"/>
              </a:xfrm>
              <a:custGeom>
                <a:avLst/>
                <a:gdLst>
                  <a:gd name="T0" fmla="*/ 19 w 41"/>
                  <a:gd name="T1" fmla="*/ 2 h 20"/>
                  <a:gd name="T2" fmla="*/ 38 w 41"/>
                  <a:gd name="T3" fmla="*/ 10 h 20"/>
                  <a:gd name="T4" fmla="*/ 22 w 41"/>
                  <a:gd name="T5" fmla="*/ 19 h 20"/>
                  <a:gd name="T6" fmla="*/ 3 w 41"/>
                  <a:gd name="T7" fmla="*/ 10 h 20"/>
                  <a:gd name="T8" fmla="*/ 19 w 41"/>
                  <a:gd name="T9" fmla="*/ 2 h 20"/>
                  <a:gd name="T10" fmla="*/ 19 w 41"/>
                  <a:gd name="T11" fmla="*/ 0 h 20"/>
                  <a:gd name="T12" fmla="*/ 1 w 41"/>
                  <a:gd name="T13" fmla="*/ 10 h 20"/>
                  <a:gd name="T14" fmla="*/ 22 w 41"/>
                  <a:gd name="T15" fmla="*/ 20 h 20"/>
                  <a:gd name="T16" fmla="*/ 40 w 41"/>
                  <a:gd name="T17" fmla="*/ 10 h 20"/>
                  <a:gd name="T18" fmla="*/ 19 w 41"/>
                  <a:gd name="T1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20">
                    <a:moveTo>
                      <a:pt x="19" y="2"/>
                    </a:moveTo>
                    <a:cubicBezTo>
                      <a:pt x="29" y="1"/>
                      <a:pt x="37" y="5"/>
                      <a:pt x="38" y="10"/>
                    </a:cubicBezTo>
                    <a:cubicBezTo>
                      <a:pt x="39" y="15"/>
                      <a:pt x="31" y="19"/>
                      <a:pt x="22" y="19"/>
                    </a:cubicBezTo>
                    <a:cubicBezTo>
                      <a:pt x="12" y="19"/>
                      <a:pt x="4" y="15"/>
                      <a:pt x="3" y="10"/>
                    </a:cubicBezTo>
                    <a:cubicBezTo>
                      <a:pt x="2" y="5"/>
                      <a:pt x="9" y="2"/>
                      <a:pt x="19" y="2"/>
                    </a:cubicBezTo>
                    <a:moveTo>
                      <a:pt x="19" y="0"/>
                    </a:moveTo>
                    <a:cubicBezTo>
                      <a:pt x="8" y="0"/>
                      <a:pt x="0" y="5"/>
                      <a:pt x="1" y="10"/>
                    </a:cubicBezTo>
                    <a:cubicBezTo>
                      <a:pt x="1" y="16"/>
                      <a:pt x="11" y="20"/>
                      <a:pt x="22" y="20"/>
                    </a:cubicBezTo>
                    <a:cubicBezTo>
                      <a:pt x="33" y="20"/>
                      <a:pt x="41" y="16"/>
                      <a:pt x="40" y="10"/>
                    </a:cubicBezTo>
                    <a:cubicBezTo>
                      <a:pt x="39" y="5"/>
                      <a:pt x="30" y="0"/>
                      <a:pt x="1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5" name="Freeform 390"/>
              <p:cNvSpPr>
                <a:spLocks/>
              </p:cNvSpPr>
              <p:nvPr/>
            </p:nvSpPr>
            <p:spPr bwMode="auto">
              <a:xfrm>
                <a:off x="2764" y="3409"/>
                <a:ext cx="71" cy="34"/>
              </a:xfrm>
              <a:custGeom>
                <a:avLst/>
                <a:gdLst>
                  <a:gd name="T0" fmla="*/ 22 w 40"/>
                  <a:gd name="T1" fmla="*/ 19 h 19"/>
                  <a:gd name="T2" fmla="*/ 1 w 40"/>
                  <a:gd name="T3" fmla="*/ 10 h 19"/>
                  <a:gd name="T4" fmla="*/ 19 w 40"/>
                  <a:gd name="T5" fmla="*/ 0 h 19"/>
                  <a:gd name="T6" fmla="*/ 39 w 40"/>
                  <a:gd name="T7" fmla="*/ 9 h 19"/>
                  <a:gd name="T8" fmla="*/ 22 w 40"/>
                  <a:gd name="T9" fmla="*/ 19 h 19"/>
                </a:gdLst>
                <a:ahLst/>
                <a:cxnLst>
                  <a:cxn ang="0">
                    <a:pos x="T0" y="T1"/>
                  </a:cxn>
                  <a:cxn ang="0">
                    <a:pos x="T2" y="T3"/>
                  </a:cxn>
                  <a:cxn ang="0">
                    <a:pos x="T4" y="T5"/>
                  </a:cxn>
                  <a:cxn ang="0">
                    <a:pos x="T6" y="T7"/>
                  </a:cxn>
                  <a:cxn ang="0">
                    <a:pos x="T8" y="T9"/>
                  </a:cxn>
                </a:cxnLst>
                <a:rect l="0" t="0" r="r" b="b"/>
                <a:pathLst>
                  <a:path w="40" h="19">
                    <a:moveTo>
                      <a:pt x="22" y="19"/>
                    </a:moveTo>
                    <a:cubicBezTo>
                      <a:pt x="11" y="19"/>
                      <a:pt x="2" y="15"/>
                      <a:pt x="1" y="10"/>
                    </a:cubicBezTo>
                    <a:cubicBezTo>
                      <a:pt x="0" y="4"/>
                      <a:pt x="8" y="0"/>
                      <a:pt x="19" y="0"/>
                    </a:cubicBezTo>
                    <a:cubicBezTo>
                      <a:pt x="29" y="0"/>
                      <a:pt x="39" y="4"/>
                      <a:pt x="39" y="9"/>
                    </a:cubicBezTo>
                    <a:cubicBezTo>
                      <a:pt x="40" y="15"/>
                      <a:pt x="32" y="19"/>
                      <a:pt x="22" y="1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6" name="Freeform 391"/>
              <p:cNvSpPr>
                <a:spLocks noEditPoints="1"/>
              </p:cNvSpPr>
              <p:nvPr/>
            </p:nvSpPr>
            <p:spPr bwMode="auto">
              <a:xfrm>
                <a:off x="2762" y="3407"/>
                <a:ext cx="75" cy="37"/>
              </a:xfrm>
              <a:custGeom>
                <a:avLst/>
                <a:gdLst>
                  <a:gd name="T0" fmla="*/ 20 w 42"/>
                  <a:gd name="T1" fmla="*/ 1 h 21"/>
                  <a:gd name="T2" fmla="*/ 39 w 42"/>
                  <a:gd name="T3" fmla="*/ 10 h 21"/>
                  <a:gd name="T4" fmla="*/ 23 w 42"/>
                  <a:gd name="T5" fmla="*/ 20 h 21"/>
                  <a:gd name="T6" fmla="*/ 3 w 42"/>
                  <a:gd name="T7" fmla="*/ 11 h 21"/>
                  <a:gd name="T8" fmla="*/ 20 w 42"/>
                  <a:gd name="T9" fmla="*/ 1 h 21"/>
                  <a:gd name="T10" fmla="*/ 20 w 42"/>
                  <a:gd name="T11" fmla="*/ 0 h 21"/>
                  <a:gd name="T12" fmla="*/ 1 w 42"/>
                  <a:gd name="T13" fmla="*/ 11 h 21"/>
                  <a:gd name="T14" fmla="*/ 23 w 42"/>
                  <a:gd name="T15" fmla="*/ 21 h 21"/>
                  <a:gd name="T16" fmla="*/ 42 w 42"/>
                  <a:gd name="T17" fmla="*/ 10 h 21"/>
                  <a:gd name="T18" fmla="*/ 20 w 42"/>
                  <a:gd name="T1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21">
                    <a:moveTo>
                      <a:pt x="20" y="1"/>
                    </a:moveTo>
                    <a:cubicBezTo>
                      <a:pt x="30" y="1"/>
                      <a:pt x="38" y="5"/>
                      <a:pt x="39" y="10"/>
                    </a:cubicBezTo>
                    <a:cubicBezTo>
                      <a:pt x="40" y="16"/>
                      <a:pt x="33" y="20"/>
                      <a:pt x="23" y="20"/>
                    </a:cubicBezTo>
                    <a:cubicBezTo>
                      <a:pt x="13" y="20"/>
                      <a:pt x="4" y="16"/>
                      <a:pt x="3" y="11"/>
                    </a:cubicBezTo>
                    <a:cubicBezTo>
                      <a:pt x="3" y="6"/>
                      <a:pt x="10" y="2"/>
                      <a:pt x="20" y="1"/>
                    </a:cubicBezTo>
                    <a:moveTo>
                      <a:pt x="20" y="0"/>
                    </a:moveTo>
                    <a:cubicBezTo>
                      <a:pt x="9" y="0"/>
                      <a:pt x="0" y="5"/>
                      <a:pt x="1" y="11"/>
                    </a:cubicBezTo>
                    <a:cubicBezTo>
                      <a:pt x="2" y="16"/>
                      <a:pt x="11" y="21"/>
                      <a:pt x="23" y="21"/>
                    </a:cubicBezTo>
                    <a:cubicBezTo>
                      <a:pt x="34" y="21"/>
                      <a:pt x="42" y="16"/>
                      <a:pt x="42" y="10"/>
                    </a:cubicBezTo>
                    <a:cubicBezTo>
                      <a:pt x="41" y="5"/>
                      <a:pt x="31" y="0"/>
                      <a:pt x="2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7" name="Freeform 392"/>
              <p:cNvSpPr>
                <a:spLocks/>
              </p:cNvSpPr>
              <p:nvPr/>
            </p:nvSpPr>
            <p:spPr bwMode="auto">
              <a:xfrm>
                <a:off x="2538" y="4013"/>
                <a:ext cx="37" cy="23"/>
              </a:xfrm>
              <a:custGeom>
                <a:avLst/>
                <a:gdLst>
                  <a:gd name="T0" fmla="*/ 10 w 21"/>
                  <a:gd name="T1" fmla="*/ 13 h 13"/>
                  <a:gd name="T2" fmla="*/ 0 w 21"/>
                  <a:gd name="T3" fmla="*/ 7 h 13"/>
                  <a:gd name="T4" fmla="*/ 10 w 21"/>
                  <a:gd name="T5" fmla="*/ 0 h 13"/>
                  <a:gd name="T6" fmla="*/ 21 w 21"/>
                  <a:gd name="T7" fmla="*/ 7 h 13"/>
                  <a:gd name="T8" fmla="*/ 10 w 21"/>
                  <a:gd name="T9" fmla="*/ 13 h 13"/>
                </a:gdLst>
                <a:ahLst/>
                <a:cxnLst>
                  <a:cxn ang="0">
                    <a:pos x="T0" y="T1"/>
                  </a:cxn>
                  <a:cxn ang="0">
                    <a:pos x="T2" y="T3"/>
                  </a:cxn>
                  <a:cxn ang="0">
                    <a:pos x="T4" y="T5"/>
                  </a:cxn>
                  <a:cxn ang="0">
                    <a:pos x="T6" y="T7"/>
                  </a:cxn>
                  <a:cxn ang="0">
                    <a:pos x="T8" y="T9"/>
                  </a:cxn>
                </a:cxnLst>
                <a:rect l="0" t="0" r="r" b="b"/>
                <a:pathLst>
                  <a:path w="21" h="13">
                    <a:moveTo>
                      <a:pt x="10" y="13"/>
                    </a:moveTo>
                    <a:cubicBezTo>
                      <a:pt x="5" y="13"/>
                      <a:pt x="0" y="10"/>
                      <a:pt x="0" y="7"/>
                    </a:cubicBezTo>
                    <a:cubicBezTo>
                      <a:pt x="0" y="3"/>
                      <a:pt x="4" y="0"/>
                      <a:pt x="10" y="0"/>
                    </a:cubicBezTo>
                    <a:cubicBezTo>
                      <a:pt x="16" y="0"/>
                      <a:pt x="21" y="3"/>
                      <a:pt x="21" y="7"/>
                    </a:cubicBezTo>
                    <a:cubicBezTo>
                      <a:pt x="21" y="10"/>
                      <a:pt x="16" y="13"/>
                      <a:pt x="10" y="13"/>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8" name="Freeform 393"/>
              <p:cNvSpPr>
                <a:spLocks noEditPoints="1"/>
              </p:cNvSpPr>
              <p:nvPr/>
            </p:nvSpPr>
            <p:spPr bwMode="auto">
              <a:xfrm>
                <a:off x="2535" y="4011"/>
                <a:ext cx="42" cy="27"/>
              </a:xfrm>
              <a:custGeom>
                <a:avLst/>
                <a:gdLst>
                  <a:gd name="T0" fmla="*/ 12 w 24"/>
                  <a:gd name="T1" fmla="*/ 2 h 15"/>
                  <a:gd name="T2" fmla="*/ 21 w 24"/>
                  <a:gd name="T3" fmla="*/ 8 h 15"/>
                  <a:gd name="T4" fmla="*/ 12 w 24"/>
                  <a:gd name="T5" fmla="*/ 13 h 15"/>
                  <a:gd name="T6" fmla="*/ 3 w 24"/>
                  <a:gd name="T7" fmla="*/ 8 h 15"/>
                  <a:gd name="T8" fmla="*/ 12 w 24"/>
                  <a:gd name="T9" fmla="*/ 2 h 15"/>
                  <a:gd name="T10" fmla="*/ 12 w 24"/>
                  <a:gd name="T11" fmla="*/ 0 h 15"/>
                  <a:gd name="T12" fmla="*/ 0 w 24"/>
                  <a:gd name="T13" fmla="*/ 8 h 15"/>
                  <a:gd name="T14" fmla="*/ 12 w 24"/>
                  <a:gd name="T15" fmla="*/ 15 h 15"/>
                  <a:gd name="T16" fmla="*/ 24 w 24"/>
                  <a:gd name="T17" fmla="*/ 8 h 15"/>
                  <a:gd name="T18" fmla="*/ 12 w 24"/>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15">
                    <a:moveTo>
                      <a:pt x="12" y="2"/>
                    </a:moveTo>
                    <a:cubicBezTo>
                      <a:pt x="17" y="2"/>
                      <a:pt x="21" y="5"/>
                      <a:pt x="21" y="8"/>
                    </a:cubicBezTo>
                    <a:cubicBezTo>
                      <a:pt x="22" y="11"/>
                      <a:pt x="18" y="13"/>
                      <a:pt x="12" y="13"/>
                    </a:cubicBezTo>
                    <a:cubicBezTo>
                      <a:pt x="7" y="13"/>
                      <a:pt x="3" y="11"/>
                      <a:pt x="3" y="8"/>
                    </a:cubicBezTo>
                    <a:cubicBezTo>
                      <a:pt x="3" y="5"/>
                      <a:pt x="7" y="2"/>
                      <a:pt x="12" y="2"/>
                    </a:cubicBezTo>
                    <a:moveTo>
                      <a:pt x="12" y="0"/>
                    </a:moveTo>
                    <a:cubicBezTo>
                      <a:pt x="5" y="0"/>
                      <a:pt x="0" y="4"/>
                      <a:pt x="0" y="8"/>
                    </a:cubicBezTo>
                    <a:cubicBezTo>
                      <a:pt x="0" y="12"/>
                      <a:pt x="6" y="15"/>
                      <a:pt x="12" y="15"/>
                    </a:cubicBezTo>
                    <a:cubicBezTo>
                      <a:pt x="19" y="15"/>
                      <a:pt x="24" y="12"/>
                      <a:pt x="24" y="8"/>
                    </a:cubicBezTo>
                    <a:cubicBezTo>
                      <a:pt x="24" y="4"/>
                      <a:pt x="19" y="0"/>
                      <a:pt x="1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9" name="Freeform 394"/>
              <p:cNvSpPr>
                <a:spLocks/>
              </p:cNvSpPr>
              <p:nvPr/>
            </p:nvSpPr>
            <p:spPr bwMode="auto">
              <a:xfrm>
                <a:off x="2741" y="3918"/>
                <a:ext cx="81" cy="46"/>
              </a:xfrm>
              <a:custGeom>
                <a:avLst/>
                <a:gdLst>
                  <a:gd name="T0" fmla="*/ 24 w 46"/>
                  <a:gd name="T1" fmla="*/ 26 h 26"/>
                  <a:gd name="T2" fmla="*/ 1 w 46"/>
                  <a:gd name="T3" fmla="*/ 13 h 26"/>
                  <a:gd name="T4" fmla="*/ 22 w 46"/>
                  <a:gd name="T5" fmla="*/ 0 h 26"/>
                  <a:gd name="T6" fmla="*/ 45 w 46"/>
                  <a:gd name="T7" fmla="*/ 13 h 26"/>
                  <a:gd name="T8" fmla="*/ 24 w 46"/>
                  <a:gd name="T9" fmla="*/ 26 h 26"/>
                </a:gdLst>
                <a:ahLst/>
                <a:cxnLst>
                  <a:cxn ang="0">
                    <a:pos x="T0" y="T1"/>
                  </a:cxn>
                  <a:cxn ang="0">
                    <a:pos x="T2" y="T3"/>
                  </a:cxn>
                  <a:cxn ang="0">
                    <a:pos x="T4" y="T5"/>
                  </a:cxn>
                  <a:cxn ang="0">
                    <a:pos x="T6" y="T7"/>
                  </a:cxn>
                  <a:cxn ang="0">
                    <a:pos x="T8" y="T9"/>
                  </a:cxn>
                </a:cxnLst>
                <a:rect l="0" t="0" r="r" b="b"/>
                <a:pathLst>
                  <a:path w="46" h="26">
                    <a:moveTo>
                      <a:pt x="24" y="26"/>
                    </a:moveTo>
                    <a:cubicBezTo>
                      <a:pt x="12" y="26"/>
                      <a:pt x="2" y="20"/>
                      <a:pt x="1" y="13"/>
                    </a:cubicBezTo>
                    <a:cubicBezTo>
                      <a:pt x="0" y="6"/>
                      <a:pt x="10" y="0"/>
                      <a:pt x="22" y="0"/>
                    </a:cubicBezTo>
                    <a:cubicBezTo>
                      <a:pt x="34" y="0"/>
                      <a:pt x="45" y="6"/>
                      <a:pt x="45" y="13"/>
                    </a:cubicBezTo>
                    <a:cubicBezTo>
                      <a:pt x="46" y="20"/>
                      <a:pt x="37" y="26"/>
                      <a:pt x="24" y="26"/>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0" name="Freeform 395"/>
              <p:cNvSpPr>
                <a:spLocks noEditPoints="1"/>
              </p:cNvSpPr>
              <p:nvPr/>
            </p:nvSpPr>
            <p:spPr bwMode="auto">
              <a:xfrm>
                <a:off x="2739" y="3918"/>
                <a:ext cx="85" cy="47"/>
              </a:xfrm>
              <a:custGeom>
                <a:avLst/>
                <a:gdLst>
                  <a:gd name="T0" fmla="*/ 23 w 48"/>
                  <a:gd name="T1" fmla="*/ 1 h 27"/>
                  <a:gd name="T2" fmla="*/ 45 w 48"/>
                  <a:gd name="T3" fmla="*/ 13 h 27"/>
                  <a:gd name="T4" fmla="*/ 25 w 48"/>
                  <a:gd name="T5" fmla="*/ 26 h 27"/>
                  <a:gd name="T6" fmla="*/ 3 w 48"/>
                  <a:gd name="T7" fmla="*/ 13 h 27"/>
                  <a:gd name="T8" fmla="*/ 23 w 48"/>
                  <a:gd name="T9" fmla="*/ 1 h 27"/>
                  <a:gd name="T10" fmla="*/ 23 w 48"/>
                  <a:gd name="T11" fmla="*/ 0 h 27"/>
                  <a:gd name="T12" fmla="*/ 1 w 48"/>
                  <a:gd name="T13" fmla="*/ 13 h 27"/>
                  <a:gd name="T14" fmla="*/ 25 w 48"/>
                  <a:gd name="T15" fmla="*/ 27 h 27"/>
                  <a:gd name="T16" fmla="*/ 48 w 48"/>
                  <a:gd name="T17" fmla="*/ 13 h 27"/>
                  <a:gd name="T18" fmla="*/ 23 w 48"/>
                  <a:gd name="T1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27">
                    <a:moveTo>
                      <a:pt x="23" y="1"/>
                    </a:moveTo>
                    <a:cubicBezTo>
                      <a:pt x="34" y="1"/>
                      <a:pt x="44" y="7"/>
                      <a:pt x="45" y="13"/>
                    </a:cubicBezTo>
                    <a:cubicBezTo>
                      <a:pt x="46" y="20"/>
                      <a:pt x="37" y="26"/>
                      <a:pt x="25" y="26"/>
                    </a:cubicBezTo>
                    <a:cubicBezTo>
                      <a:pt x="14" y="26"/>
                      <a:pt x="4" y="20"/>
                      <a:pt x="3" y="13"/>
                    </a:cubicBezTo>
                    <a:cubicBezTo>
                      <a:pt x="3" y="7"/>
                      <a:pt x="12" y="1"/>
                      <a:pt x="23" y="1"/>
                    </a:cubicBezTo>
                    <a:moveTo>
                      <a:pt x="23" y="0"/>
                    </a:moveTo>
                    <a:cubicBezTo>
                      <a:pt x="10" y="0"/>
                      <a:pt x="0" y="6"/>
                      <a:pt x="1" y="13"/>
                    </a:cubicBezTo>
                    <a:cubicBezTo>
                      <a:pt x="1" y="21"/>
                      <a:pt x="12" y="27"/>
                      <a:pt x="25" y="27"/>
                    </a:cubicBezTo>
                    <a:cubicBezTo>
                      <a:pt x="39" y="27"/>
                      <a:pt x="48" y="21"/>
                      <a:pt x="48" y="13"/>
                    </a:cubicBezTo>
                    <a:cubicBezTo>
                      <a:pt x="47" y="6"/>
                      <a:pt x="36" y="0"/>
                      <a:pt x="2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1" name="Freeform 396"/>
              <p:cNvSpPr>
                <a:spLocks/>
              </p:cNvSpPr>
              <p:nvPr/>
            </p:nvSpPr>
            <p:spPr bwMode="auto">
              <a:xfrm>
                <a:off x="2490" y="3752"/>
                <a:ext cx="73" cy="37"/>
              </a:xfrm>
              <a:custGeom>
                <a:avLst/>
                <a:gdLst>
                  <a:gd name="T0" fmla="*/ 21 w 41"/>
                  <a:gd name="T1" fmla="*/ 21 h 21"/>
                  <a:gd name="T2" fmla="*/ 0 w 41"/>
                  <a:gd name="T3" fmla="*/ 10 h 21"/>
                  <a:gd name="T4" fmla="*/ 20 w 41"/>
                  <a:gd name="T5" fmla="*/ 0 h 21"/>
                  <a:gd name="T6" fmla="*/ 40 w 41"/>
                  <a:gd name="T7" fmla="*/ 10 h 21"/>
                  <a:gd name="T8" fmla="*/ 21 w 41"/>
                  <a:gd name="T9" fmla="*/ 21 h 21"/>
                </a:gdLst>
                <a:ahLst/>
                <a:cxnLst>
                  <a:cxn ang="0">
                    <a:pos x="T0" y="T1"/>
                  </a:cxn>
                  <a:cxn ang="0">
                    <a:pos x="T2" y="T3"/>
                  </a:cxn>
                  <a:cxn ang="0">
                    <a:pos x="T4" y="T5"/>
                  </a:cxn>
                  <a:cxn ang="0">
                    <a:pos x="T6" y="T7"/>
                  </a:cxn>
                  <a:cxn ang="0">
                    <a:pos x="T8" y="T9"/>
                  </a:cxn>
                </a:cxnLst>
                <a:rect l="0" t="0" r="r" b="b"/>
                <a:pathLst>
                  <a:path w="41" h="21">
                    <a:moveTo>
                      <a:pt x="21" y="21"/>
                    </a:moveTo>
                    <a:cubicBezTo>
                      <a:pt x="10" y="21"/>
                      <a:pt x="1" y="16"/>
                      <a:pt x="0" y="10"/>
                    </a:cubicBezTo>
                    <a:cubicBezTo>
                      <a:pt x="0" y="4"/>
                      <a:pt x="9" y="0"/>
                      <a:pt x="20" y="0"/>
                    </a:cubicBezTo>
                    <a:cubicBezTo>
                      <a:pt x="31" y="0"/>
                      <a:pt x="40" y="4"/>
                      <a:pt x="40" y="10"/>
                    </a:cubicBezTo>
                    <a:cubicBezTo>
                      <a:pt x="41" y="16"/>
                      <a:pt x="32" y="21"/>
                      <a:pt x="21" y="21"/>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2" name="Freeform 397"/>
              <p:cNvSpPr>
                <a:spLocks noEditPoints="1"/>
              </p:cNvSpPr>
              <p:nvPr/>
            </p:nvSpPr>
            <p:spPr bwMode="auto">
              <a:xfrm>
                <a:off x="2489" y="3750"/>
                <a:ext cx="76" cy="41"/>
              </a:xfrm>
              <a:custGeom>
                <a:avLst/>
                <a:gdLst>
                  <a:gd name="T0" fmla="*/ 21 w 43"/>
                  <a:gd name="T1" fmla="*/ 1 h 23"/>
                  <a:gd name="T2" fmla="*/ 40 w 43"/>
                  <a:gd name="T3" fmla="*/ 11 h 23"/>
                  <a:gd name="T4" fmla="*/ 22 w 43"/>
                  <a:gd name="T5" fmla="*/ 22 h 23"/>
                  <a:gd name="T6" fmla="*/ 3 w 43"/>
                  <a:gd name="T7" fmla="*/ 11 h 23"/>
                  <a:gd name="T8" fmla="*/ 21 w 43"/>
                  <a:gd name="T9" fmla="*/ 1 h 23"/>
                  <a:gd name="T10" fmla="*/ 21 w 43"/>
                  <a:gd name="T11" fmla="*/ 0 h 23"/>
                  <a:gd name="T12" fmla="*/ 0 w 43"/>
                  <a:gd name="T13" fmla="*/ 11 h 23"/>
                  <a:gd name="T14" fmla="*/ 22 w 43"/>
                  <a:gd name="T15" fmla="*/ 23 h 23"/>
                  <a:gd name="T16" fmla="*/ 43 w 43"/>
                  <a:gd name="T17" fmla="*/ 11 h 23"/>
                  <a:gd name="T18" fmla="*/ 21 w 43"/>
                  <a:gd name="T1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23">
                    <a:moveTo>
                      <a:pt x="21" y="1"/>
                    </a:moveTo>
                    <a:cubicBezTo>
                      <a:pt x="31" y="1"/>
                      <a:pt x="40" y="6"/>
                      <a:pt x="40" y="11"/>
                    </a:cubicBezTo>
                    <a:cubicBezTo>
                      <a:pt x="40" y="17"/>
                      <a:pt x="32" y="22"/>
                      <a:pt x="22" y="22"/>
                    </a:cubicBezTo>
                    <a:cubicBezTo>
                      <a:pt x="11" y="22"/>
                      <a:pt x="3" y="17"/>
                      <a:pt x="3" y="11"/>
                    </a:cubicBezTo>
                    <a:cubicBezTo>
                      <a:pt x="3" y="6"/>
                      <a:pt x="11" y="1"/>
                      <a:pt x="21" y="1"/>
                    </a:cubicBezTo>
                    <a:moveTo>
                      <a:pt x="21" y="0"/>
                    </a:moveTo>
                    <a:cubicBezTo>
                      <a:pt x="9" y="0"/>
                      <a:pt x="0" y="5"/>
                      <a:pt x="0" y="11"/>
                    </a:cubicBezTo>
                    <a:cubicBezTo>
                      <a:pt x="0" y="18"/>
                      <a:pt x="10" y="23"/>
                      <a:pt x="22" y="23"/>
                    </a:cubicBezTo>
                    <a:cubicBezTo>
                      <a:pt x="34" y="23"/>
                      <a:pt x="43" y="18"/>
                      <a:pt x="43" y="11"/>
                    </a:cubicBezTo>
                    <a:cubicBezTo>
                      <a:pt x="42" y="5"/>
                      <a:pt x="33" y="0"/>
                      <a:pt x="2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3" name="Freeform 398"/>
              <p:cNvSpPr>
                <a:spLocks/>
              </p:cNvSpPr>
              <p:nvPr/>
            </p:nvSpPr>
            <p:spPr bwMode="auto">
              <a:xfrm>
                <a:off x="2444" y="3789"/>
                <a:ext cx="69" cy="39"/>
              </a:xfrm>
              <a:custGeom>
                <a:avLst/>
                <a:gdLst>
                  <a:gd name="T0" fmla="*/ 20 w 39"/>
                  <a:gd name="T1" fmla="*/ 22 h 22"/>
                  <a:gd name="T2" fmla="*/ 0 w 39"/>
                  <a:gd name="T3" fmla="*/ 11 h 22"/>
                  <a:gd name="T4" fmla="*/ 19 w 39"/>
                  <a:gd name="T5" fmla="*/ 0 h 22"/>
                  <a:gd name="T6" fmla="*/ 39 w 39"/>
                  <a:gd name="T7" fmla="*/ 11 h 22"/>
                  <a:gd name="T8" fmla="*/ 20 w 39"/>
                  <a:gd name="T9" fmla="*/ 22 h 22"/>
                </a:gdLst>
                <a:ahLst/>
                <a:cxnLst>
                  <a:cxn ang="0">
                    <a:pos x="T0" y="T1"/>
                  </a:cxn>
                  <a:cxn ang="0">
                    <a:pos x="T2" y="T3"/>
                  </a:cxn>
                  <a:cxn ang="0">
                    <a:pos x="T4" y="T5"/>
                  </a:cxn>
                  <a:cxn ang="0">
                    <a:pos x="T6" y="T7"/>
                  </a:cxn>
                  <a:cxn ang="0">
                    <a:pos x="T8" y="T9"/>
                  </a:cxn>
                </a:cxnLst>
                <a:rect l="0" t="0" r="r" b="b"/>
                <a:pathLst>
                  <a:path w="39" h="22">
                    <a:moveTo>
                      <a:pt x="20" y="22"/>
                    </a:moveTo>
                    <a:cubicBezTo>
                      <a:pt x="9" y="22"/>
                      <a:pt x="1" y="17"/>
                      <a:pt x="0" y="11"/>
                    </a:cubicBezTo>
                    <a:cubicBezTo>
                      <a:pt x="0" y="5"/>
                      <a:pt x="9" y="0"/>
                      <a:pt x="19" y="0"/>
                    </a:cubicBezTo>
                    <a:cubicBezTo>
                      <a:pt x="30" y="0"/>
                      <a:pt x="38" y="5"/>
                      <a:pt x="39" y="11"/>
                    </a:cubicBezTo>
                    <a:cubicBezTo>
                      <a:pt x="39" y="17"/>
                      <a:pt x="30" y="22"/>
                      <a:pt x="20" y="22"/>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4" name="Freeform 399"/>
              <p:cNvSpPr>
                <a:spLocks noEditPoints="1"/>
              </p:cNvSpPr>
              <p:nvPr/>
            </p:nvSpPr>
            <p:spPr bwMode="auto">
              <a:xfrm>
                <a:off x="2443" y="3789"/>
                <a:ext cx="72" cy="39"/>
              </a:xfrm>
              <a:custGeom>
                <a:avLst/>
                <a:gdLst>
                  <a:gd name="T0" fmla="*/ 20 w 41"/>
                  <a:gd name="T1" fmla="*/ 1 h 22"/>
                  <a:gd name="T2" fmla="*/ 38 w 41"/>
                  <a:gd name="T3" fmla="*/ 11 h 22"/>
                  <a:gd name="T4" fmla="*/ 21 w 41"/>
                  <a:gd name="T5" fmla="*/ 21 h 22"/>
                  <a:gd name="T6" fmla="*/ 3 w 41"/>
                  <a:gd name="T7" fmla="*/ 11 h 22"/>
                  <a:gd name="T8" fmla="*/ 20 w 41"/>
                  <a:gd name="T9" fmla="*/ 1 h 22"/>
                  <a:gd name="T10" fmla="*/ 20 w 41"/>
                  <a:gd name="T11" fmla="*/ 0 h 22"/>
                  <a:gd name="T12" fmla="*/ 0 w 41"/>
                  <a:gd name="T13" fmla="*/ 11 h 22"/>
                  <a:gd name="T14" fmla="*/ 21 w 41"/>
                  <a:gd name="T15" fmla="*/ 22 h 22"/>
                  <a:gd name="T16" fmla="*/ 41 w 41"/>
                  <a:gd name="T17" fmla="*/ 11 h 22"/>
                  <a:gd name="T18" fmla="*/ 20 w 41"/>
                  <a:gd name="T1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22">
                    <a:moveTo>
                      <a:pt x="20" y="1"/>
                    </a:moveTo>
                    <a:cubicBezTo>
                      <a:pt x="30" y="1"/>
                      <a:pt x="38" y="6"/>
                      <a:pt x="38" y="11"/>
                    </a:cubicBezTo>
                    <a:cubicBezTo>
                      <a:pt x="39" y="16"/>
                      <a:pt x="31" y="21"/>
                      <a:pt x="21" y="21"/>
                    </a:cubicBezTo>
                    <a:cubicBezTo>
                      <a:pt x="11" y="21"/>
                      <a:pt x="3" y="16"/>
                      <a:pt x="3" y="11"/>
                    </a:cubicBezTo>
                    <a:cubicBezTo>
                      <a:pt x="3" y="6"/>
                      <a:pt x="11" y="1"/>
                      <a:pt x="20" y="1"/>
                    </a:cubicBezTo>
                    <a:moveTo>
                      <a:pt x="20" y="0"/>
                    </a:moveTo>
                    <a:cubicBezTo>
                      <a:pt x="9" y="0"/>
                      <a:pt x="0" y="5"/>
                      <a:pt x="0" y="11"/>
                    </a:cubicBezTo>
                    <a:cubicBezTo>
                      <a:pt x="0" y="17"/>
                      <a:pt x="10" y="22"/>
                      <a:pt x="21" y="22"/>
                    </a:cubicBezTo>
                    <a:cubicBezTo>
                      <a:pt x="32" y="22"/>
                      <a:pt x="41" y="17"/>
                      <a:pt x="41" y="11"/>
                    </a:cubicBezTo>
                    <a:cubicBezTo>
                      <a:pt x="41" y="5"/>
                      <a:pt x="31" y="0"/>
                      <a:pt x="2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5" name="Freeform 400"/>
              <p:cNvSpPr>
                <a:spLocks/>
              </p:cNvSpPr>
              <p:nvPr/>
            </p:nvSpPr>
            <p:spPr bwMode="auto">
              <a:xfrm>
                <a:off x="2976" y="3573"/>
                <a:ext cx="67" cy="32"/>
              </a:xfrm>
              <a:custGeom>
                <a:avLst/>
                <a:gdLst>
                  <a:gd name="T0" fmla="*/ 21 w 38"/>
                  <a:gd name="T1" fmla="*/ 18 h 18"/>
                  <a:gd name="T2" fmla="*/ 1 w 38"/>
                  <a:gd name="T3" fmla="*/ 9 h 18"/>
                  <a:gd name="T4" fmla="*/ 17 w 38"/>
                  <a:gd name="T5" fmla="*/ 0 h 18"/>
                  <a:gd name="T6" fmla="*/ 37 w 38"/>
                  <a:gd name="T7" fmla="*/ 9 h 18"/>
                  <a:gd name="T8" fmla="*/ 21 w 38"/>
                  <a:gd name="T9" fmla="*/ 18 h 18"/>
                </a:gdLst>
                <a:ahLst/>
                <a:cxnLst>
                  <a:cxn ang="0">
                    <a:pos x="T0" y="T1"/>
                  </a:cxn>
                  <a:cxn ang="0">
                    <a:pos x="T2" y="T3"/>
                  </a:cxn>
                  <a:cxn ang="0">
                    <a:pos x="T4" y="T5"/>
                  </a:cxn>
                  <a:cxn ang="0">
                    <a:pos x="T6" y="T7"/>
                  </a:cxn>
                  <a:cxn ang="0">
                    <a:pos x="T8" y="T9"/>
                  </a:cxn>
                </a:cxnLst>
                <a:rect l="0" t="0" r="r" b="b"/>
                <a:pathLst>
                  <a:path w="38" h="18">
                    <a:moveTo>
                      <a:pt x="21" y="18"/>
                    </a:moveTo>
                    <a:cubicBezTo>
                      <a:pt x="11" y="18"/>
                      <a:pt x="2" y="14"/>
                      <a:pt x="1" y="9"/>
                    </a:cubicBezTo>
                    <a:cubicBezTo>
                      <a:pt x="0" y="4"/>
                      <a:pt x="7" y="0"/>
                      <a:pt x="17" y="0"/>
                    </a:cubicBezTo>
                    <a:cubicBezTo>
                      <a:pt x="27" y="0"/>
                      <a:pt x="36" y="4"/>
                      <a:pt x="37" y="9"/>
                    </a:cubicBezTo>
                    <a:cubicBezTo>
                      <a:pt x="38" y="14"/>
                      <a:pt x="31" y="18"/>
                      <a:pt x="21" y="18"/>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6" name="Freeform 401"/>
              <p:cNvSpPr>
                <a:spLocks noEditPoints="1"/>
              </p:cNvSpPr>
              <p:nvPr/>
            </p:nvSpPr>
            <p:spPr bwMode="auto">
              <a:xfrm>
                <a:off x="2974" y="3571"/>
                <a:ext cx="71" cy="36"/>
              </a:xfrm>
              <a:custGeom>
                <a:avLst/>
                <a:gdLst>
                  <a:gd name="T0" fmla="*/ 18 w 40"/>
                  <a:gd name="T1" fmla="*/ 1 h 20"/>
                  <a:gd name="T2" fmla="*/ 37 w 40"/>
                  <a:gd name="T3" fmla="*/ 10 h 20"/>
                  <a:gd name="T4" fmla="*/ 22 w 40"/>
                  <a:gd name="T5" fmla="*/ 19 h 20"/>
                  <a:gd name="T6" fmla="*/ 3 w 40"/>
                  <a:gd name="T7" fmla="*/ 10 h 20"/>
                  <a:gd name="T8" fmla="*/ 18 w 40"/>
                  <a:gd name="T9" fmla="*/ 1 h 20"/>
                  <a:gd name="T10" fmla="*/ 18 w 40"/>
                  <a:gd name="T11" fmla="*/ 0 h 20"/>
                  <a:gd name="T12" fmla="*/ 1 w 40"/>
                  <a:gd name="T13" fmla="*/ 10 h 20"/>
                  <a:gd name="T14" fmla="*/ 22 w 40"/>
                  <a:gd name="T15" fmla="*/ 20 h 20"/>
                  <a:gd name="T16" fmla="*/ 39 w 40"/>
                  <a:gd name="T17" fmla="*/ 10 h 20"/>
                  <a:gd name="T18" fmla="*/ 18 w 40"/>
                  <a:gd name="T1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20">
                    <a:moveTo>
                      <a:pt x="18" y="1"/>
                    </a:moveTo>
                    <a:cubicBezTo>
                      <a:pt x="28" y="1"/>
                      <a:pt x="36" y="5"/>
                      <a:pt x="37" y="10"/>
                    </a:cubicBezTo>
                    <a:cubicBezTo>
                      <a:pt x="38" y="15"/>
                      <a:pt x="31" y="19"/>
                      <a:pt x="22" y="19"/>
                    </a:cubicBezTo>
                    <a:cubicBezTo>
                      <a:pt x="12" y="19"/>
                      <a:pt x="4" y="15"/>
                      <a:pt x="3" y="10"/>
                    </a:cubicBezTo>
                    <a:cubicBezTo>
                      <a:pt x="2" y="5"/>
                      <a:pt x="9" y="1"/>
                      <a:pt x="18" y="1"/>
                    </a:cubicBezTo>
                    <a:moveTo>
                      <a:pt x="18" y="0"/>
                    </a:moveTo>
                    <a:cubicBezTo>
                      <a:pt x="7" y="0"/>
                      <a:pt x="0" y="4"/>
                      <a:pt x="1" y="10"/>
                    </a:cubicBezTo>
                    <a:cubicBezTo>
                      <a:pt x="2" y="15"/>
                      <a:pt x="11" y="20"/>
                      <a:pt x="22" y="20"/>
                    </a:cubicBezTo>
                    <a:cubicBezTo>
                      <a:pt x="33" y="20"/>
                      <a:pt x="40" y="15"/>
                      <a:pt x="39" y="10"/>
                    </a:cubicBezTo>
                    <a:cubicBezTo>
                      <a:pt x="38" y="4"/>
                      <a:pt x="29" y="0"/>
                      <a:pt x="1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7" name="Freeform 402"/>
              <p:cNvSpPr>
                <a:spLocks/>
              </p:cNvSpPr>
              <p:nvPr/>
            </p:nvSpPr>
            <p:spPr bwMode="auto">
              <a:xfrm>
                <a:off x="2897" y="3480"/>
                <a:ext cx="65" cy="31"/>
              </a:xfrm>
              <a:custGeom>
                <a:avLst/>
                <a:gdLst>
                  <a:gd name="T0" fmla="*/ 20 w 37"/>
                  <a:gd name="T1" fmla="*/ 18 h 18"/>
                  <a:gd name="T2" fmla="*/ 1 w 37"/>
                  <a:gd name="T3" fmla="*/ 9 h 18"/>
                  <a:gd name="T4" fmla="*/ 17 w 37"/>
                  <a:gd name="T5" fmla="*/ 0 h 18"/>
                  <a:gd name="T6" fmla="*/ 36 w 37"/>
                  <a:gd name="T7" fmla="*/ 9 h 18"/>
                  <a:gd name="T8" fmla="*/ 20 w 37"/>
                  <a:gd name="T9" fmla="*/ 18 h 18"/>
                </a:gdLst>
                <a:ahLst/>
                <a:cxnLst>
                  <a:cxn ang="0">
                    <a:pos x="T0" y="T1"/>
                  </a:cxn>
                  <a:cxn ang="0">
                    <a:pos x="T2" y="T3"/>
                  </a:cxn>
                  <a:cxn ang="0">
                    <a:pos x="T4" y="T5"/>
                  </a:cxn>
                  <a:cxn ang="0">
                    <a:pos x="T6" y="T7"/>
                  </a:cxn>
                  <a:cxn ang="0">
                    <a:pos x="T8" y="T9"/>
                  </a:cxn>
                </a:cxnLst>
                <a:rect l="0" t="0" r="r" b="b"/>
                <a:pathLst>
                  <a:path w="37" h="18">
                    <a:moveTo>
                      <a:pt x="20" y="18"/>
                    </a:moveTo>
                    <a:cubicBezTo>
                      <a:pt x="11" y="18"/>
                      <a:pt x="2" y="14"/>
                      <a:pt x="1" y="9"/>
                    </a:cubicBezTo>
                    <a:cubicBezTo>
                      <a:pt x="0" y="4"/>
                      <a:pt x="8" y="0"/>
                      <a:pt x="17" y="0"/>
                    </a:cubicBezTo>
                    <a:cubicBezTo>
                      <a:pt x="27" y="0"/>
                      <a:pt x="36" y="4"/>
                      <a:pt x="36" y="9"/>
                    </a:cubicBezTo>
                    <a:cubicBezTo>
                      <a:pt x="37" y="14"/>
                      <a:pt x="30" y="18"/>
                      <a:pt x="20" y="18"/>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8" name="Freeform 403"/>
              <p:cNvSpPr>
                <a:spLocks noEditPoints="1"/>
              </p:cNvSpPr>
              <p:nvPr/>
            </p:nvSpPr>
            <p:spPr bwMode="auto">
              <a:xfrm>
                <a:off x="2895" y="3480"/>
                <a:ext cx="70" cy="33"/>
              </a:xfrm>
              <a:custGeom>
                <a:avLst/>
                <a:gdLst>
                  <a:gd name="T0" fmla="*/ 18 w 40"/>
                  <a:gd name="T1" fmla="*/ 1 h 19"/>
                  <a:gd name="T2" fmla="*/ 36 w 40"/>
                  <a:gd name="T3" fmla="*/ 9 h 19"/>
                  <a:gd name="T4" fmla="*/ 21 w 40"/>
                  <a:gd name="T5" fmla="*/ 18 h 19"/>
                  <a:gd name="T6" fmla="*/ 3 w 40"/>
                  <a:gd name="T7" fmla="*/ 9 h 19"/>
                  <a:gd name="T8" fmla="*/ 18 w 40"/>
                  <a:gd name="T9" fmla="*/ 1 h 19"/>
                  <a:gd name="T10" fmla="*/ 18 w 40"/>
                  <a:gd name="T11" fmla="*/ 0 h 19"/>
                  <a:gd name="T12" fmla="*/ 1 w 40"/>
                  <a:gd name="T13" fmla="*/ 9 h 19"/>
                  <a:gd name="T14" fmla="*/ 22 w 40"/>
                  <a:gd name="T15" fmla="*/ 19 h 19"/>
                  <a:gd name="T16" fmla="*/ 39 w 40"/>
                  <a:gd name="T17" fmla="*/ 9 h 19"/>
                  <a:gd name="T18" fmla="*/ 18 w 40"/>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19">
                    <a:moveTo>
                      <a:pt x="18" y="1"/>
                    </a:moveTo>
                    <a:cubicBezTo>
                      <a:pt x="27" y="1"/>
                      <a:pt x="35" y="5"/>
                      <a:pt x="36" y="9"/>
                    </a:cubicBezTo>
                    <a:cubicBezTo>
                      <a:pt x="37" y="14"/>
                      <a:pt x="30" y="18"/>
                      <a:pt x="21" y="18"/>
                    </a:cubicBezTo>
                    <a:cubicBezTo>
                      <a:pt x="12" y="18"/>
                      <a:pt x="4" y="14"/>
                      <a:pt x="3" y="9"/>
                    </a:cubicBezTo>
                    <a:cubicBezTo>
                      <a:pt x="3" y="5"/>
                      <a:pt x="9" y="1"/>
                      <a:pt x="18" y="1"/>
                    </a:cubicBezTo>
                    <a:moveTo>
                      <a:pt x="18" y="0"/>
                    </a:moveTo>
                    <a:cubicBezTo>
                      <a:pt x="8" y="0"/>
                      <a:pt x="0" y="4"/>
                      <a:pt x="1" y="9"/>
                    </a:cubicBezTo>
                    <a:cubicBezTo>
                      <a:pt x="2" y="15"/>
                      <a:pt x="11" y="19"/>
                      <a:pt x="22" y="19"/>
                    </a:cubicBezTo>
                    <a:cubicBezTo>
                      <a:pt x="32" y="19"/>
                      <a:pt x="40" y="14"/>
                      <a:pt x="39" y="9"/>
                    </a:cubicBezTo>
                    <a:cubicBezTo>
                      <a:pt x="38" y="4"/>
                      <a:pt x="28" y="0"/>
                      <a:pt x="1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9" name="Freeform 404"/>
              <p:cNvSpPr>
                <a:spLocks/>
              </p:cNvSpPr>
              <p:nvPr/>
            </p:nvSpPr>
            <p:spPr bwMode="auto">
              <a:xfrm>
                <a:off x="2580" y="3342"/>
                <a:ext cx="60" cy="30"/>
              </a:xfrm>
              <a:custGeom>
                <a:avLst/>
                <a:gdLst>
                  <a:gd name="T0" fmla="*/ 18 w 34"/>
                  <a:gd name="T1" fmla="*/ 17 h 17"/>
                  <a:gd name="T2" fmla="*/ 1 w 34"/>
                  <a:gd name="T3" fmla="*/ 8 h 17"/>
                  <a:gd name="T4" fmla="*/ 17 w 34"/>
                  <a:gd name="T5" fmla="*/ 0 h 17"/>
                  <a:gd name="T6" fmla="*/ 34 w 34"/>
                  <a:gd name="T7" fmla="*/ 8 h 17"/>
                  <a:gd name="T8" fmla="*/ 18 w 34"/>
                  <a:gd name="T9" fmla="*/ 17 h 17"/>
                </a:gdLst>
                <a:ahLst/>
                <a:cxnLst>
                  <a:cxn ang="0">
                    <a:pos x="T0" y="T1"/>
                  </a:cxn>
                  <a:cxn ang="0">
                    <a:pos x="T2" y="T3"/>
                  </a:cxn>
                  <a:cxn ang="0">
                    <a:pos x="T4" y="T5"/>
                  </a:cxn>
                  <a:cxn ang="0">
                    <a:pos x="T6" y="T7"/>
                  </a:cxn>
                  <a:cxn ang="0">
                    <a:pos x="T8" y="T9"/>
                  </a:cxn>
                </a:cxnLst>
                <a:rect l="0" t="0" r="r" b="b"/>
                <a:pathLst>
                  <a:path w="34" h="17">
                    <a:moveTo>
                      <a:pt x="18" y="17"/>
                    </a:moveTo>
                    <a:cubicBezTo>
                      <a:pt x="9" y="17"/>
                      <a:pt x="1" y="13"/>
                      <a:pt x="1" y="8"/>
                    </a:cubicBezTo>
                    <a:cubicBezTo>
                      <a:pt x="0" y="4"/>
                      <a:pt x="7" y="0"/>
                      <a:pt x="17" y="0"/>
                    </a:cubicBezTo>
                    <a:cubicBezTo>
                      <a:pt x="26" y="0"/>
                      <a:pt x="34" y="4"/>
                      <a:pt x="34" y="8"/>
                    </a:cubicBezTo>
                    <a:cubicBezTo>
                      <a:pt x="34" y="13"/>
                      <a:pt x="27" y="17"/>
                      <a:pt x="18" y="1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0" name="Freeform 405"/>
              <p:cNvSpPr>
                <a:spLocks noEditPoints="1"/>
              </p:cNvSpPr>
              <p:nvPr/>
            </p:nvSpPr>
            <p:spPr bwMode="auto">
              <a:xfrm>
                <a:off x="2579" y="3340"/>
                <a:ext cx="65" cy="34"/>
              </a:xfrm>
              <a:custGeom>
                <a:avLst/>
                <a:gdLst>
                  <a:gd name="T0" fmla="*/ 18 w 37"/>
                  <a:gd name="T1" fmla="*/ 1 h 19"/>
                  <a:gd name="T2" fmla="*/ 34 w 37"/>
                  <a:gd name="T3" fmla="*/ 9 h 19"/>
                  <a:gd name="T4" fmla="*/ 19 w 37"/>
                  <a:gd name="T5" fmla="*/ 17 h 19"/>
                  <a:gd name="T6" fmla="*/ 3 w 37"/>
                  <a:gd name="T7" fmla="*/ 9 h 19"/>
                  <a:gd name="T8" fmla="*/ 18 w 37"/>
                  <a:gd name="T9" fmla="*/ 1 h 19"/>
                  <a:gd name="T10" fmla="*/ 18 w 37"/>
                  <a:gd name="T11" fmla="*/ 0 h 19"/>
                  <a:gd name="T12" fmla="*/ 1 w 37"/>
                  <a:gd name="T13" fmla="*/ 9 h 19"/>
                  <a:gd name="T14" fmla="*/ 19 w 37"/>
                  <a:gd name="T15" fmla="*/ 19 h 19"/>
                  <a:gd name="T16" fmla="*/ 36 w 37"/>
                  <a:gd name="T17" fmla="*/ 9 h 19"/>
                  <a:gd name="T18" fmla="*/ 18 w 37"/>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19">
                    <a:moveTo>
                      <a:pt x="18" y="1"/>
                    </a:moveTo>
                    <a:cubicBezTo>
                      <a:pt x="26" y="1"/>
                      <a:pt x="33" y="5"/>
                      <a:pt x="34" y="9"/>
                    </a:cubicBezTo>
                    <a:cubicBezTo>
                      <a:pt x="34" y="14"/>
                      <a:pt x="28" y="17"/>
                      <a:pt x="19" y="17"/>
                    </a:cubicBezTo>
                    <a:cubicBezTo>
                      <a:pt x="10" y="17"/>
                      <a:pt x="3" y="14"/>
                      <a:pt x="3" y="9"/>
                    </a:cubicBezTo>
                    <a:cubicBezTo>
                      <a:pt x="2" y="5"/>
                      <a:pt x="9" y="1"/>
                      <a:pt x="18" y="1"/>
                    </a:cubicBezTo>
                    <a:moveTo>
                      <a:pt x="18" y="0"/>
                    </a:moveTo>
                    <a:cubicBezTo>
                      <a:pt x="8" y="0"/>
                      <a:pt x="0" y="4"/>
                      <a:pt x="1" y="9"/>
                    </a:cubicBezTo>
                    <a:cubicBezTo>
                      <a:pt x="1" y="14"/>
                      <a:pt x="9" y="19"/>
                      <a:pt x="19" y="19"/>
                    </a:cubicBezTo>
                    <a:cubicBezTo>
                      <a:pt x="29" y="18"/>
                      <a:pt x="37" y="14"/>
                      <a:pt x="36" y="9"/>
                    </a:cubicBezTo>
                    <a:cubicBezTo>
                      <a:pt x="36" y="4"/>
                      <a:pt x="27" y="0"/>
                      <a:pt x="1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411" name="Freeform 407"/>
            <p:cNvSpPr>
              <a:spLocks/>
            </p:cNvSpPr>
            <p:nvPr/>
          </p:nvSpPr>
          <p:spPr bwMode="auto">
            <a:xfrm>
              <a:off x="3941763" y="5675313"/>
              <a:ext cx="90488" cy="47625"/>
            </a:xfrm>
            <a:custGeom>
              <a:avLst/>
              <a:gdLst>
                <a:gd name="T0" fmla="*/ 17 w 32"/>
                <a:gd name="T1" fmla="*/ 17 h 17"/>
                <a:gd name="T2" fmla="*/ 0 w 32"/>
                <a:gd name="T3" fmla="*/ 8 h 17"/>
                <a:gd name="T4" fmla="*/ 16 w 32"/>
                <a:gd name="T5" fmla="*/ 0 h 17"/>
                <a:gd name="T6" fmla="*/ 32 w 32"/>
                <a:gd name="T7" fmla="*/ 8 h 17"/>
                <a:gd name="T8" fmla="*/ 17 w 32"/>
                <a:gd name="T9" fmla="*/ 17 h 17"/>
              </a:gdLst>
              <a:ahLst/>
              <a:cxnLst>
                <a:cxn ang="0">
                  <a:pos x="T0" y="T1"/>
                </a:cxn>
                <a:cxn ang="0">
                  <a:pos x="T2" y="T3"/>
                </a:cxn>
                <a:cxn ang="0">
                  <a:pos x="T4" y="T5"/>
                </a:cxn>
                <a:cxn ang="0">
                  <a:pos x="T6" y="T7"/>
                </a:cxn>
                <a:cxn ang="0">
                  <a:pos x="T8" y="T9"/>
                </a:cxn>
              </a:cxnLst>
              <a:rect l="0" t="0" r="r" b="b"/>
              <a:pathLst>
                <a:path w="32" h="17">
                  <a:moveTo>
                    <a:pt x="17" y="17"/>
                  </a:moveTo>
                  <a:cubicBezTo>
                    <a:pt x="8" y="17"/>
                    <a:pt x="1" y="13"/>
                    <a:pt x="0" y="8"/>
                  </a:cubicBezTo>
                  <a:cubicBezTo>
                    <a:pt x="0" y="4"/>
                    <a:pt x="7" y="0"/>
                    <a:pt x="16" y="0"/>
                  </a:cubicBezTo>
                  <a:cubicBezTo>
                    <a:pt x="24" y="0"/>
                    <a:pt x="32" y="4"/>
                    <a:pt x="32" y="8"/>
                  </a:cubicBezTo>
                  <a:cubicBezTo>
                    <a:pt x="32" y="13"/>
                    <a:pt x="25" y="16"/>
                    <a:pt x="17" y="1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 name="Freeform 408"/>
            <p:cNvSpPr>
              <a:spLocks noEditPoints="1"/>
            </p:cNvSpPr>
            <p:nvPr/>
          </p:nvSpPr>
          <p:spPr bwMode="auto">
            <a:xfrm>
              <a:off x="3940175" y="5675313"/>
              <a:ext cx="95250" cy="47625"/>
            </a:xfrm>
            <a:custGeom>
              <a:avLst/>
              <a:gdLst>
                <a:gd name="T0" fmla="*/ 17 w 34"/>
                <a:gd name="T1" fmla="*/ 1 h 17"/>
                <a:gd name="T2" fmla="*/ 32 w 34"/>
                <a:gd name="T3" fmla="*/ 8 h 17"/>
                <a:gd name="T4" fmla="*/ 17 w 34"/>
                <a:gd name="T5" fmla="*/ 16 h 17"/>
                <a:gd name="T6" fmla="*/ 3 w 34"/>
                <a:gd name="T7" fmla="*/ 8 h 17"/>
                <a:gd name="T8" fmla="*/ 17 w 34"/>
                <a:gd name="T9" fmla="*/ 1 h 17"/>
                <a:gd name="T10" fmla="*/ 17 w 34"/>
                <a:gd name="T11" fmla="*/ 0 h 17"/>
                <a:gd name="T12" fmla="*/ 0 w 34"/>
                <a:gd name="T13" fmla="*/ 8 h 17"/>
                <a:gd name="T14" fmla="*/ 18 w 34"/>
                <a:gd name="T15" fmla="*/ 17 h 17"/>
                <a:gd name="T16" fmla="*/ 34 w 34"/>
                <a:gd name="T17" fmla="*/ 8 h 17"/>
                <a:gd name="T18" fmla="*/ 17 w 34"/>
                <a:gd name="T1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17">
                  <a:moveTo>
                    <a:pt x="17" y="1"/>
                  </a:moveTo>
                  <a:cubicBezTo>
                    <a:pt x="25" y="1"/>
                    <a:pt x="31" y="4"/>
                    <a:pt x="32" y="8"/>
                  </a:cubicBezTo>
                  <a:cubicBezTo>
                    <a:pt x="32" y="12"/>
                    <a:pt x="26" y="16"/>
                    <a:pt x="17" y="16"/>
                  </a:cubicBezTo>
                  <a:cubicBezTo>
                    <a:pt x="9" y="16"/>
                    <a:pt x="3" y="13"/>
                    <a:pt x="3" y="8"/>
                  </a:cubicBezTo>
                  <a:cubicBezTo>
                    <a:pt x="2" y="4"/>
                    <a:pt x="9" y="1"/>
                    <a:pt x="17" y="1"/>
                  </a:cubicBezTo>
                  <a:moveTo>
                    <a:pt x="17" y="0"/>
                  </a:moveTo>
                  <a:cubicBezTo>
                    <a:pt x="7" y="0"/>
                    <a:pt x="0" y="4"/>
                    <a:pt x="0" y="8"/>
                  </a:cubicBezTo>
                  <a:cubicBezTo>
                    <a:pt x="0" y="13"/>
                    <a:pt x="8" y="17"/>
                    <a:pt x="18" y="17"/>
                  </a:cubicBezTo>
                  <a:cubicBezTo>
                    <a:pt x="27" y="17"/>
                    <a:pt x="34" y="13"/>
                    <a:pt x="34" y="8"/>
                  </a:cubicBezTo>
                  <a:cubicBezTo>
                    <a:pt x="34" y="3"/>
                    <a:pt x="26" y="0"/>
                    <a:pt x="1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 name="Freeform 409"/>
            <p:cNvSpPr>
              <a:spLocks/>
            </p:cNvSpPr>
            <p:nvPr/>
          </p:nvSpPr>
          <p:spPr bwMode="auto">
            <a:xfrm>
              <a:off x="3703638" y="5624513"/>
              <a:ext cx="90488" cy="44450"/>
            </a:xfrm>
            <a:custGeom>
              <a:avLst/>
              <a:gdLst>
                <a:gd name="T0" fmla="*/ 16 w 32"/>
                <a:gd name="T1" fmla="*/ 16 h 16"/>
                <a:gd name="T2" fmla="*/ 0 w 32"/>
                <a:gd name="T3" fmla="*/ 8 h 16"/>
                <a:gd name="T4" fmla="*/ 16 w 32"/>
                <a:gd name="T5" fmla="*/ 0 h 16"/>
                <a:gd name="T6" fmla="*/ 32 w 32"/>
                <a:gd name="T7" fmla="*/ 7 h 16"/>
                <a:gd name="T8" fmla="*/ 16 w 32"/>
                <a:gd name="T9" fmla="*/ 16 h 16"/>
              </a:gdLst>
              <a:ahLst/>
              <a:cxnLst>
                <a:cxn ang="0">
                  <a:pos x="T0" y="T1"/>
                </a:cxn>
                <a:cxn ang="0">
                  <a:pos x="T2" y="T3"/>
                </a:cxn>
                <a:cxn ang="0">
                  <a:pos x="T4" y="T5"/>
                </a:cxn>
                <a:cxn ang="0">
                  <a:pos x="T6" y="T7"/>
                </a:cxn>
                <a:cxn ang="0">
                  <a:pos x="T8" y="T9"/>
                </a:cxn>
              </a:cxnLst>
              <a:rect l="0" t="0" r="r" b="b"/>
              <a:pathLst>
                <a:path w="32" h="16">
                  <a:moveTo>
                    <a:pt x="16" y="16"/>
                  </a:moveTo>
                  <a:cubicBezTo>
                    <a:pt x="7" y="16"/>
                    <a:pt x="0" y="12"/>
                    <a:pt x="0" y="8"/>
                  </a:cubicBezTo>
                  <a:cubicBezTo>
                    <a:pt x="0" y="3"/>
                    <a:pt x="7" y="0"/>
                    <a:pt x="16" y="0"/>
                  </a:cubicBezTo>
                  <a:cubicBezTo>
                    <a:pt x="25" y="0"/>
                    <a:pt x="32" y="3"/>
                    <a:pt x="32" y="7"/>
                  </a:cubicBezTo>
                  <a:cubicBezTo>
                    <a:pt x="32" y="12"/>
                    <a:pt x="25" y="16"/>
                    <a:pt x="16" y="16"/>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 name="Freeform 410"/>
            <p:cNvSpPr>
              <a:spLocks noEditPoints="1"/>
            </p:cNvSpPr>
            <p:nvPr/>
          </p:nvSpPr>
          <p:spPr bwMode="auto">
            <a:xfrm>
              <a:off x="3700463" y="5621338"/>
              <a:ext cx="95250" cy="47625"/>
            </a:xfrm>
            <a:custGeom>
              <a:avLst/>
              <a:gdLst>
                <a:gd name="T0" fmla="*/ 17 w 34"/>
                <a:gd name="T1" fmla="*/ 1 h 17"/>
                <a:gd name="T2" fmla="*/ 31 w 34"/>
                <a:gd name="T3" fmla="*/ 8 h 17"/>
                <a:gd name="T4" fmla="*/ 17 w 34"/>
                <a:gd name="T5" fmla="*/ 16 h 17"/>
                <a:gd name="T6" fmla="*/ 3 w 34"/>
                <a:gd name="T7" fmla="*/ 9 h 17"/>
                <a:gd name="T8" fmla="*/ 17 w 34"/>
                <a:gd name="T9" fmla="*/ 1 h 17"/>
                <a:gd name="T10" fmla="*/ 17 w 34"/>
                <a:gd name="T11" fmla="*/ 0 h 17"/>
                <a:gd name="T12" fmla="*/ 0 w 34"/>
                <a:gd name="T13" fmla="*/ 9 h 17"/>
                <a:gd name="T14" fmla="*/ 17 w 34"/>
                <a:gd name="T15" fmla="*/ 17 h 17"/>
                <a:gd name="T16" fmla="*/ 34 w 34"/>
                <a:gd name="T17" fmla="*/ 8 h 17"/>
                <a:gd name="T18" fmla="*/ 17 w 34"/>
                <a:gd name="T1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17">
                  <a:moveTo>
                    <a:pt x="17" y="1"/>
                  </a:moveTo>
                  <a:cubicBezTo>
                    <a:pt x="25" y="1"/>
                    <a:pt x="31" y="4"/>
                    <a:pt x="31" y="8"/>
                  </a:cubicBezTo>
                  <a:cubicBezTo>
                    <a:pt x="31" y="13"/>
                    <a:pt x="25" y="16"/>
                    <a:pt x="17" y="16"/>
                  </a:cubicBezTo>
                  <a:cubicBezTo>
                    <a:pt x="9" y="16"/>
                    <a:pt x="3" y="13"/>
                    <a:pt x="3" y="9"/>
                  </a:cubicBezTo>
                  <a:cubicBezTo>
                    <a:pt x="3" y="4"/>
                    <a:pt x="9" y="1"/>
                    <a:pt x="17" y="1"/>
                  </a:cubicBezTo>
                  <a:moveTo>
                    <a:pt x="17" y="0"/>
                  </a:moveTo>
                  <a:cubicBezTo>
                    <a:pt x="8" y="0"/>
                    <a:pt x="0" y="4"/>
                    <a:pt x="0" y="9"/>
                  </a:cubicBezTo>
                  <a:cubicBezTo>
                    <a:pt x="0" y="13"/>
                    <a:pt x="8" y="17"/>
                    <a:pt x="17" y="17"/>
                  </a:cubicBezTo>
                  <a:cubicBezTo>
                    <a:pt x="26" y="17"/>
                    <a:pt x="34" y="13"/>
                    <a:pt x="34" y="8"/>
                  </a:cubicBezTo>
                  <a:cubicBezTo>
                    <a:pt x="34" y="4"/>
                    <a:pt x="26" y="0"/>
                    <a:pt x="1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 name="Freeform 411"/>
            <p:cNvSpPr>
              <a:spLocks/>
            </p:cNvSpPr>
            <p:nvPr/>
          </p:nvSpPr>
          <p:spPr bwMode="auto">
            <a:xfrm>
              <a:off x="4021138" y="5715000"/>
              <a:ext cx="100013" cy="50800"/>
            </a:xfrm>
            <a:custGeom>
              <a:avLst/>
              <a:gdLst>
                <a:gd name="T0" fmla="*/ 18 w 36"/>
                <a:gd name="T1" fmla="*/ 18 h 18"/>
                <a:gd name="T2" fmla="*/ 0 w 36"/>
                <a:gd name="T3" fmla="*/ 9 h 18"/>
                <a:gd name="T4" fmla="*/ 17 w 36"/>
                <a:gd name="T5" fmla="*/ 0 h 18"/>
                <a:gd name="T6" fmla="*/ 36 w 36"/>
                <a:gd name="T7" fmla="*/ 9 h 18"/>
                <a:gd name="T8" fmla="*/ 18 w 36"/>
                <a:gd name="T9" fmla="*/ 18 h 18"/>
              </a:gdLst>
              <a:ahLst/>
              <a:cxnLst>
                <a:cxn ang="0">
                  <a:pos x="T0" y="T1"/>
                </a:cxn>
                <a:cxn ang="0">
                  <a:pos x="T2" y="T3"/>
                </a:cxn>
                <a:cxn ang="0">
                  <a:pos x="T4" y="T5"/>
                </a:cxn>
                <a:cxn ang="0">
                  <a:pos x="T6" y="T7"/>
                </a:cxn>
                <a:cxn ang="0">
                  <a:pos x="T8" y="T9"/>
                </a:cxn>
              </a:cxnLst>
              <a:rect l="0" t="0" r="r" b="b"/>
              <a:pathLst>
                <a:path w="36" h="18">
                  <a:moveTo>
                    <a:pt x="18" y="18"/>
                  </a:moveTo>
                  <a:cubicBezTo>
                    <a:pt x="8" y="18"/>
                    <a:pt x="0" y="14"/>
                    <a:pt x="0" y="9"/>
                  </a:cubicBezTo>
                  <a:cubicBezTo>
                    <a:pt x="0" y="4"/>
                    <a:pt x="7" y="0"/>
                    <a:pt x="17" y="0"/>
                  </a:cubicBezTo>
                  <a:cubicBezTo>
                    <a:pt x="27" y="0"/>
                    <a:pt x="36" y="4"/>
                    <a:pt x="36" y="9"/>
                  </a:cubicBezTo>
                  <a:cubicBezTo>
                    <a:pt x="36" y="14"/>
                    <a:pt x="29" y="18"/>
                    <a:pt x="18" y="18"/>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 name="Freeform 412"/>
            <p:cNvSpPr>
              <a:spLocks noEditPoints="1"/>
            </p:cNvSpPr>
            <p:nvPr/>
          </p:nvSpPr>
          <p:spPr bwMode="auto">
            <a:xfrm>
              <a:off x="4014788" y="5711825"/>
              <a:ext cx="112713" cy="55563"/>
            </a:xfrm>
            <a:custGeom>
              <a:avLst/>
              <a:gdLst>
                <a:gd name="T0" fmla="*/ 19 w 40"/>
                <a:gd name="T1" fmla="*/ 1 h 20"/>
                <a:gd name="T2" fmla="*/ 37 w 40"/>
                <a:gd name="T3" fmla="*/ 10 h 20"/>
                <a:gd name="T4" fmla="*/ 20 w 40"/>
                <a:gd name="T5" fmla="*/ 19 h 20"/>
                <a:gd name="T6" fmla="*/ 3 w 40"/>
                <a:gd name="T7" fmla="*/ 10 h 20"/>
                <a:gd name="T8" fmla="*/ 19 w 40"/>
                <a:gd name="T9" fmla="*/ 1 h 20"/>
                <a:gd name="T10" fmla="*/ 19 w 40"/>
                <a:gd name="T11" fmla="*/ 0 h 20"/>
                <a:gd name="T12" fmla="*/ 1 w 40"/>
                <a:gd name="T13" fmla="*/ 10 h 20"/>
                <a:gd name="T14" fmla="*/ 21 w 40"/>
                <a:gd name="T15" fmla="*/ 20 h 20"/>
                <a:gd name="T16" fmla="*/ 39 w 40"/>
                <a:gd name="T17" fmla="*/ 10 h 20"/>
                <a:gd name="T18" fmla="*/ 19 w 40"/>
                <a:gd name="T1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20">
                  <a:moveTo>
                    <a:pt x="19" y="1"/>
                  </a:moveTo>
                  <a:cubicBezTo>
                    <a:pt x="29" y="1"/>
                    <a:pt x="36" y="5"/>
                    <a:pt x="37" y="10"/>
                  </a:cubicBezTo>
                  <a:cubicBezTo>
                    <a:pt x="37" y="15"/>
                    <a:pt x="30" y="19"/>
                    <a:pt x="20" y="19"/>
                  </a:cubicBezTo>
                  <a:cubicBezTo>
                    <a:pt x="11" y="19"/>
                    <a:pt x="3" y="15"/>
                    <a:pt x="3" y="10"/>
                  </a:cubicBezTo>
                  <a:cubicBezTo>
                    <a:pt x="3" y="5"/>
                    <a:pt x="10" y="1"/>
                    <a:pt x="19" y="1"/>
                  </a:cubicBezTo>
                  <a:moveTo>
                    <a:pt x="19" y="0"/>
                  </a:moveTo>
                  <a:cubicBezTo>
                    <a:pt x="9" y="0"/>
                    <a:pt x="0" y="4"/>
                    <a:pt x="1" y="10"/>
                  </a:cubicBezTo>
                  <a:cubicBezTo>
                    <a:pt x="1" y="15"/>
                    <a:pt x="10" y="20"/>
                    <a:pt x="21" y="20"/>
                  </a:cubicBezTo>
                  <a:cubicBezTo>
                    <a:pt x="31" y="20"/>
                    <a:pt x="40" y="15"/>
                    <a:pt x="39" y="10"/>
                  </a:cubicBezTo>
                  <a:cubicBezTo>
                    <a:pt x="39" y="4"/>
                    <a:pt x="30" y="0"/>
                    <a:pt x="1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 name="Freeform 413"/>
            <p:cNvSpPr>
              <a:spLocks/>
            </p:cNvSpPr>
            <p:nvPr/>
          </p:nvSpPr>
          <p:spPr bwMode="auto">
            <a:xfrm>
              <a:off x="4362450" y="6062663"/>
              <a:ext cx="179388" cy="98425"/>
            </a:xfrm>
            <a:custGeom>
              <a:avLst/>
              <a:gdLst>
                <a:gd name="T0" fmla="*/ 34 w 64"/>
                <a:gd name="T1" fmla="*/ 35 h 35"/>
                <a:gd name="T2" fmla="*/ 1 w 64"/>
                <a:gd name="T3" fmla="*/ 17 h 35"/>
                <a:gd name="T4" fmla="*/ 30 w 64"/>
                <a:gd name="T5" fmla="*/ 0 h 35"/>
                <a:gd name="T6" fmla="*/ 63 w 64"/>
                <a:gd name="T7" fmla="*/ 17 h 35"/>
                <a:gd name="T8" fmla="*/ 34 w 64"/>
                <a:gd name="T9" fmla="*/ 35 h 35"/>
              </a:gdLst>
              <a:ahLst/>
              <a:cxnLst>
                <a:cxn ang="0">
                  <a:pos x="T0" y="T1"/>
                </a:cxn>
                <a:cxn ang="0">
                  <a:pos x="T2" y="T3"/>
                </a:cxn>
                <a:cxn ang="0">
                  <a:pos x="T4" y="T5"/>
                </a:cxn>
                <a:cxn ang="0">
                  <a:pos x="T6" y="T7"/>
                </a:cxn>
                <a:cxn ang="0">
                  <a:pos x="T8" y="T9"/>
                </a:cxn>
              </a:cxnLst>
              <a:rect l="0" t="0" r="r" b="b"/>
              <a:pathLst>
                <a:path w="64" h="35">
                  <a:moveTo>
                    <a:pt x="34" y="35"/>
                  </a:moveTo>
                  <a:cubicBezTo>
                    <a:pt x="17" y="35"/>
                    <a:pt x="2" y="27"/>
                    <a:pt x="1" y="17"/>
                  </a:cubicBezTo>
                  <a:cubicBezTo>
                    <a:pt x="0" y="8"/>
                    <a:pt x="13" y="0"/>
                    <a:pt x="30" y="0"/>
                  </a:cubicBezTo>
                  <a:cubicBezTo>
                    <a:pt x="47" y="0"/>
                    <a:pt x="61" y="8"/>
                    <a:pt x="63" y="17"/>
                  </a:cubicBezTo>
                  <a:cubicBezTo>
                    <a:pt x="64" y="27"/>
                    <a:pt x="51" y="35"/>
                    <a:pt x="34" y="35"/>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 name="Freeform 414"/>
            <p:cNvSpPr>
              <a:spLocks noEditPoints="1"/>
            </p:cNvSpPr>
            <p:nvPr/>
          </p:nvSpPr>
          <p:spPr bwMode="auto">
            <a:xfrm>
              <a:off x="4359275" y="6059488"/>
              <a:ext cx="185738" cy="101600"/>
            </a:xfrm>
            <a:custGeom>
              <a:avLst/>
              <a:gdLst>
                <a:gd name="T0" fmla="*/ 31 w 66"/>
                <a:gd name="T1" fmla="*/ 2 h 36"/>
                <a:gd name="T2" fmla="*/ 62 w 66"/>
                <a:gd name="T3" fmla="*/ 18 h 36"/>
                <a:gd name="T4" fmla="*/ 35 w 66"/>
                <a:gd name="T5" fmla="*/ 35 h 36"/>
                <a:gd name="T6" fmla="*/ 3 w 66"/>
                <a:gd name="T7" fmla="*/ 18 h 36"/>
                <a:gd name="T8" fmla="*/ 31 w 66"/>
                <a:gd name="T9" fmla="*/ 2 h 36"/>
                <a:gd name="T10" fmla="*/ 31 w 66"/>
                <a:gd name="T11" fmla="*/ 0 h 36"/>
                <a:gd name="T12" fmla="*/ 1 w 66"/>
                <a:gd name="T13" fmla="*/ 18 h 36"/>
                <a:gd name="T14" fmla="*/ 35 w 66"/>
                <a:gd name="T15" fmla="*/ 36 h 36"/>
                <a:gd name="T16" fmla="*/ 65 w 66"/>
                <a:gd name="T17" fmla="*/ 18 h 36"/>
                <a:gd name="T18" fmla="*/ 31 w 66"/>
                <a:gd name="T1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36">
                  <a:moveTo>
                    <a:pt x="31" y="2"/>
                  </a:moveTo>
                  <a:cubicBezTo>
                    <a:pt x="47" y="2"/>
                    <a:pt x="61" y="9"/>
                    <a:pt x="62" y="18"/>
                  </a:cubicBezTo>
                  <a:cubicBezTo>
                    <a:pt x="63" y="27"/>
                    <a:pt x="51" y="35"/>
                    <a:pt x="35" y="35"/>
                  </a:cubicBezTo>
                  <a:cubicBezTo>
                    <a:pt x="18" y="35"/>
                    <a:pt x="4" y="27"/>
                    <a:pt x="3" y="18"/>
                  </a:cubicBezTo>
                  <a:cubicBezTo>
                    <a:pt x="2" y="9"/>
                    <a:pt x="15" y="2"/>
                    <a:pt x="31" y="2"/>
                  </a:cubicBezTo>
                  <a:moveTo>
                    <a:pt x="31" y="0"/>
                  </a:moveTo>
                  <a:cubicBezTo>
                    <a:pt x="13" y="0"/>
                    <a:pt x="0" y="8"/>
                    <a:pt x="1" y="18"/>
                  </a:cubicBezTo>
                  <a:cubicBezTo>
                    <a:pt x="2" y="28"/>
                    <a:pt x="17" y="36"/>
                    <a:pt x="35" y="36"/>
                  </a:cubicBezTo>
                  <a:cubicBezTo>
                    <a:pt x="53" y="36"/>
                    <a:pt x="66" y="28"/>
                    <a:pt x="65" y="18"/>
                  </a:cubicBezTo>
                  <a:cubicBezTo>
                    <a:pt x="64" y="8"/>
                    <a:pt x="48" y="0"/>
                    <a:pt x="3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 name="Freeform 415"/>
            <p:cNvSpPr>
              <a:spLocks/>
            </p:cNvSpPr>
            <p:nvPr/>
          </p:nvSpPr>
          <p:spPr bwMode="auto">
            <a:xfrm>
              <a:off x="3951288" y="6115050"/>
              <a:ext cx="165100" cy="95250"/>
            </a:xfrm>
            <a:custGeom>
              <a:avLst/>
              <a:gdLst>
                <a:gd name="T0" fmla="*/ 30 w 59"/>
                <a:gd name="T1" fmla="*/ 34 h 34"/>
                <a:gd name="T2" fmla="*/ 0 w 59"/>
                <a:gd name="T3" fmla="*/ 17 h 34"/>
                <a:gd name="T4" fmla="*/ 28 w 59"/>
                <a:gd name="T5" fmla="*/ 0 h 34"/>
                <a:gd name="T6" fmla="*/ 58 w 59"/>
                <a:gd name="T7" fmla="*/ 17 h 34"/>
                <a:gd name="T8" fmla="*/ 30 w 59"/>
                <a:gd name="T9" fmla="*/ 34 h 34"/>
              </a:gdLst>
              <a:ahLst/>
              <a:cxnLst>
                <a:cxn ang="0">
                  <a:pos x="T0" y="T1"/>
                </a:cxn>
                <a:cxn ang="0">
                  <a:pos x="T2" y="T3"/>
                </a:cxn>
                <a:cxn ang="0">
                  <a:pos x="T4" y="T5"/>
                </a:cxn>
                <a:cxn ang="0">
                  <a:pos x="T6" y="T7"/>
                </a:cxn>
                <a:cxn ang="0">
                  <a:pos x="T8" y="T9"/>
                </a:cxn>
              </a:cxnLst>
              <a:rect l="0" t="0" r="r" b="b"/>
              <a:pathLst>
                <a:path w="59" h="34">
                  <a:moveTo>
                    <a:pt x="30" y="34"/>
                  </a:moveTo>
                  <a:cubicBezTo>
                    <a:pt x="13" y="34"/>
                    <a:pt x="0" y="26"/>
                    <a:pt x="0" y="17"/>
                  </a:cubicBezTo>
                  <a:cubicBezTo>
                    <a:pt x="0" y="8"/>
                    <a:pt x="12" y="0"/>
                    <a:pt x="28" y="0"/>
                  </a:cubicBezTo>
                  <a:cubicBezTo>
                    <a:pt x="45" y="0"/>
                    <a:pt x="58" y="8"/>
                    <a:pt x="58" y="17"/>
                  </a:cubicBezTo>
                  <a:cubicBezTo>
                    <a:pt x="59" y="26"/>
                    <a:pt x="46" y="34"/>
                    <a:pt x="30" y="34"/>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 name="Freeform 416"/>
            <p:cNvSpPr>
              <a:spLocks noEditPoints="1"/>
            </p:cNvSpPr>
            <p:nvPr/>
          </p:nvSpPr>
          <p:spPr bwMode="auto">
            <a:xfrm>
              <a:off x="3944938" y="6113463"/>
              <a:ext cx="174625" cy="100013"/>
            </a:xfrm>
            <a:custGeom>
              <a:avLst/>
              <a:gdLst>
                <a:gd name="T0" fmla="*/ 30 w 62"/>
                <a:gd name="T1" fmla="*/ 2 h 36"/>
                <a:gd name="T2" fmla="*/ 59 w 62"/>
                <a:gd name="T3" fmla="*/ 18 h 36"/>
                <a:gd name="T4" fmla="*/ 32 w 62"/>
                <a:gd name="T5" fmla="*/ 34 h 36"/>
                <a:gd name="T6" fmla="*/ 3 w 62"/>
                <a:gd name="T7" fmla="*/ 18 h 36"/>
                <a:gd name="T8" fmla="*/ 30 w 62"/>
                <a:gd name="T9" fmla="*/ 2 h 36"/>
                <a:gd name="T10" fmla="*/ 30 w 62"/>
                <a:gd name="T11" fmla="*/ 0 h 36"/>
                <a:gd name="T12" fmla="*/ 0 w 62"/>
                <a:gd name="T13" fmla="*/ 18 h 36"/>
                <a:gd name="T14" fmla="*/ 32 w 62"/>
                <a:gd name="T15" fmla="*/ 36 h 36"/>
                <a:gd name="T16" fmla="*/ 62 w 62"/>
                <a:gd name="T17" fmla="*/ 18 h 36"/>
                <a:gd name="T18" fmla="*/ 30 w 62"/>
                <a:gd name="T1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36">
                  <a:moveTo>
                    <a:pt x="30" y="2"/>
                  </a:moveTo>
                  <a:cubicBezTo>
                    <a:pt x="46" y="2"/>
                    <a:pt x="59" y="9"/>
                    <a:pt x="59" y="18"/>
                  </a:cubicBezTo>
                  <a:cubicBezTo>
                    <a:pt x="60" y="27"/>
                    <a:pt x="47" y="34"/>
                    <a:pt x="32" y="34"/>
                  </a:cubicBezTo>
                  <a:cubicBezTo>
                    <a:pt x="16" y="34"/>
                    <a:pt x="3" y="27"/>
                    <a:pt x="3" y="18"/>
                  </a:cubicBezTo>
                  <a:cubicBezTo>
                    <a:pt x="3" y="9"/>
                    <a:pt x="15" y="2"/>
                    <a:pt x="30" y="2"/>
                  </a:cubicBezTo>
                  <a:moveTo>
                    <a:pt x="30" y="0"/>
                  </a:moveTo>
                  <a:cubicBezTo>
                    <a:pt x="14" y="0"/>
                    <a:pt x="0" y="8"/>
                    <a:pt x="0" y="18"/>
                  </a:cubicBezTo>
                  <a:cubicBezTo>
                    <a:pt x="1" y="28"/>
                    <a:pt x="15" y="36"/>
                    <a:pt x="32" y="36"/>
                  </a:cubicBezTo>
                  <a:cubicBezTo>
                    <a:pt x="49" y="36"/>
                    <a:pt x="62" y="28"/>
                    <a:pt x="62" y="18"/>
                  </a:cubicBezTo>
                  <a:cubicBezTo>
                    <a:pt x="61" y="8"/>
                    <a:pt x="47" y="0"/>
                    <a:pt x="3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 name="Freeform 417"/>
            <p:cNvSpPr>
              <a:spLocks/>
            </p:cNvSpPr>
            <p:nvPr/>
          </p:nvSpPr>
          <p:spPr bwMode="auto">
            <a:xfrm>
              <a:off x="5332413" y="5324475"/>
              <a:ext cx="57150" cy="25400"/>
            </a:xfrm>
            <a:custGeom>
              <a:avLst/>
              <a:gdLst>
                <a:gd name="T0" fmla="*/ 11 w 20"/>
                <a:gd name="T1" fmla="*/ 9 h 9"/>
                <a:gd name="T2" fmla="*/ 0 w 20"/>
                <a:gd name="T3" fmla="*/ 5 h 9"/>
                <a:gd name="T4" fmla="*/ 8 w 20"/>
                <a:gd name="T5" fmla="*/ 0 h 9"/>
                <a:gd name="T6" fmla="*/ 19 w 20"/>
                <a:gd name="T7" fmla="*/ 5 h 9"/>
                <a:gd name="T8" fmla="*/ 11 w 20"/>
                <a:gd name="T9" fmla="*/ 9 h 9"/>
              </a:gdLst>
              <a:ahLst/>
              <a:cxnLst>
                <a:cxn ang="0">
                  <a:pos x="T0" y="T1"/>
                </a:cxn>
                <a:cxn ang="0">
                  <a:pos x="T2" y="T3"/>
                </a:cxn>
                <a:cxn ang="0">
                  <a:pos x="T4" y="T5"/>
                </a:cxn>
                <a:cxn ang="0">
                  <a:pos x="T6" y="T7"/>
                </a:cxn>
                <a:cxn ang="0">
                  <a:pos x="T8" y="T9"/>
                </a:cxn>
              </a:cxnLst>
              <a:rect l="0" t="0" r="r" b="b"/>
              <a:pathLst>
                <a:path w="20" h="9">
                  <a:moveTo>
                    <a:pt x="11" y="9"/>
                  </a:moveTo>
                  <a:cubicBezTo>
                    <a:pt x="6" y="9"/>
                    <a:pt x="1" y="7"/>
                    <a:pt x="0" y="5"/>
                  </a:cubicBezTo>
                  <a:cubicBezTo>
                    <a:pt x="0" y="2"/>
                    <a:pt x="3" y="0"/>
                    <a:pt x="8" y="0"/>
                  </a:cubicBezTo>
                  <a:cubicBezTo>
                    <a:pt x="13" y="0"/>
                    <a:pt x="18" y="2"/>
                    <a:pt x="19" y="5"/>
                  </a:cubicBezTo>
                  <a:cubicBezTo>
                    <a:pt x="20" y="7"/>
                    <a:pt x="16" y="9"/>
                    <a:pt x="11" y="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 name="Freeform 418"/>
            <p:cNvSpPr>
              <a:spLocks noEditPoints="1"/>
            </p:cNvSpPr>
            <p:nvPr/>
          </p:nvSpPr>
          <p:spPr bwMode="auto">
            <a:xfrm>
              <a:off x="5327650" y="5324475"/>
              <a:ext cx="63500" cy="28575"/>
            </a:xfrm>
            <a:custGeom>
              <a:avLst/>
              <a:gdLst>
                <a:gd name="T0" fmla="*/ 10 w 23"/>
                <a:gd name="T1" fmla="*/ 1 h 10"/>
                <a:gd name="T2" fmla="*/ 20 w 23"/>
                <a:gd name="T3" fmla="*/ 5 h 10"/>
                <a:gd name="T4" fmla="*/ 13 w 23"/>
                <a:gd name="T5" fmla="*/ 9 h 10"/>
                <a:gd name="T6" fmla="*/ 4 w 23"/>
                <a:gd name="T7" fmla="*/ 5 h 10"/>
                <a:gd name="T8" fmla="*/ 10 w 23"/>
                <a:gd name="T9" fmla="*/ 1 h 10"/>
                <a:gd name="T10" fmla="*/ 10 w 23"/>
                <a:gd name="T11" fmla="*/ 0 h 10"/>
                <a:gd name="T12" fmla="*/ 1 w 23"/>
                <a:gd name="T13" fmla="*/ 5 h 10"/>
                <a:gd name="T14" fmla="*/ 13 w 23"/>
                <a:gd name="T15" fmla="*/ 10 h 10"/>
                <a:gd name="T16" fmla="*/ 22 w 23"/>
                <a:gd name="T17" fmla="*/ 5 h 10"/>
                <a:gd name="T18" fmla="*/ 10 w 23"/>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0">
                  <a:moveTo>
                    <a:pt x="10" y="1"/>
                  </a:moveTo>
                  <a:cubicBezTo>
                    <a:pt x="15" y="1"/>
                    <a:pt x="19" y="3"/>
                    <a:pt x="20" y="5"/>
                  </a:cubicBezTo>
                  <a:cubicBezTo>
                    <a:pt x="20" y="7"/>
                    <a:pt x="17" y="9"/>
                    <a:pt x="13" y="9"/>
                  </a:cubicBezTo>
                  <a:cubicBezTo>
                    <a:pt x="8" y="9"/>
                    <a:pt x="4" y="7"/>
                    <a:pt x="4" y="5"/>
                  </a:cubicBezTo>
                  <a:cubicBezTo>
                    <a:pt x="3" y="3"/>
                    <a:pt x="6" y="1"/>
                    <a:pt x="10" y="1"/>
                  </a:cubicBezTo>
                  <a:moveTo>
                    <a:pt x="10" y="0"/>
                  </a:moveTo>
                  <a:cubicBezTo>
                    <a:pt x="4" y="0"/>
                    <a:pt x="0" y="2"/>
                    <a:pt x="1" y="5"/>
                  </a:cubicBezTo>
                  <a:cubicBezTo>
                    <a:pt x="2" y="8"/>
                    <a:pt x="7" y="10"/>
                    <a:pt x="13" y="10"/>
                  </a:cubicBezTo>
                  <a:cubicBezTo>
                    <a:pt x="19" y="10"/>
                    <a:pt x="23" y="8"/>
                    <a:pt x="22" y="5"/>
                  </a:cubicBezTo>
                  <a:cubicBezTo>
                    <a:pt x="21" y="2"/>
                    <a:pt x="16" y="0"/>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 name="Freeform 419"/>
            <p:cNvSpPr>
              <a:spLocks/>
            </p:cNvSpPr>
            <p:nvPr/>
          </p:nvSpPr>
          <p:spPr bwMode="auto">
            <a:xfrm>
              <a:off x="6359525" y="5276850"/>
              <a:ext cx="74613" cy="31750"/>
            </a:xfrm>
            <a:custGeom>
              <a:avLst/>
              <a:gdLst>
                <a:gd name="T0" fmla="*/ 16 w 27"/>
                <a:gd name="T1" fmla="*/ 11 h 11"/>
                <a:gd name="T2" fmla="*/ 2 w 27"/>
                <a:gd name="T3" fmla="*/ 6 h 11"/>
                <a:gd name="T4" fmla="*/ 11 w 27"/>
                <a:gd name="T5" fmla="*/ 0 h 11"/>
                <a:gd name="T6" fmla="*/ 26 w 27"/>
                <a:gd name="T7" fmla="*/ 6 h 11"/>
                <a:gd name="T8" fmla="*/ 16 w 27"/>
                <a:gd name="T9" fmla="*/ 11 h 11"/>
              </a:gdLst>
              <a:ahLst/>
              <a:cxnLst>
                <a:cxn ang="0">
                  <a:pos x="T0" y="T1"/>
                </a:cxn>
                <a:cxn ang="0">
                  <a:pos x="T2" y="T3"/>
                </a:cxn>
                <a:cxn ang="0">
                  <a:pos x="T4" y="T5"/>
                </a:cxn>
                <a:cxn ang="0">
                  <a:pos x="T6" y="T7"/>
                </a:cxn>
                <a:cxn ang="0">
                  <a:pos x="T8" y="T9"/>
                </a:cxn>
              </a:cxnLst>
              <a:rect l="0" t="0" r="r" b="b"/>
              <a:pathLst>
                <a:path w="27" h="11">
                  <a:moveTo>
                    <a:pt x="16" y="11"/>
                  </a:moveTo>
                  <a:cubicBezTo>
                    <a:pt x="10" y="11"/>
                    <a:pt x="3" y="9"/>
                    <a:pt x="2" y="6"/>
                  </a:cubicBezTo>
                  <a:cubicBezTo>
                    <a:pt x="0" y="3"/>
                    <a:pt x="5" y="0"/>
                    <a:pt x="11" y="0"/>
                  </a:cubicBezTo>
                  <a:cubicBezTo>
                    <a:pt x="18" y="0"/>
                    <a:pt x="24" y="3"/>
                    <a:pt x="26" y="6"/>
                  </a:cubicBezTo>
                  <a:cubicBezTo>
                    <a:pt x="27" y="9"/>
                    <a:pt x="23" y="11"/>
                    <a:pt x="16" y="11"/>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 name="Freeform 420"/>
            <p:cNvSpPr>
              <a:spLocks noEditPoints="1"/>
            </p:cNvSpPr>
            <p:nvPr/>
          </p:nvSpPr>
          <p:spPr bwMode="auto">
            <a:xfrm>
              <a:off x="6356350" y="5273675"/>
              <a:ext cx="84138" cy="36513"/>
            </a:xfrm>
            <a:custGeom>
              <a:avLst/>
              <a:gdLst>
                <a:gd name="T0" fmla="*/ 13 w 30"/>
                <a:gd name="T1" fmla="*/ 2 h 13"/>
                <a:gd name="T2" fmla="*/ 26 w 30"/>
                <a:gd name="T3" fmla="*/ 7 h 13"/>
                <a:gd name="T4" fmla="*/ 17 w 30"/>
                <a:gd name="T5" fmla="*/ 12 h 13"/>
                <a:gd name="T6" fmla="*/ 4 w 30"/>
                <a:gd name="T7" fmla="*/ 7 h 13"/>
                <a:gd name="T8" fmla="*/ 13 w 30"/>
                <a:gd name="T9" fmla="*/ 2 h 13"/>
                <a:gd name="T10" fmla="*/ 12 w 30"/>
                <a:gd name="T11" fmla="*/ 0 h 13"/>
                <a:gd name="T12" fmla="*/ 1 w 30"/>
                <a:gd name="T13" fmla="*/ 7 h 13"/>
                <a:gd name="T14" fmla="*/ 18 w 30"/>
                <a:gd name="T15" fmla="*/ 13 h 13"/>
                <a:gd name="T16" fmla="*/ 28 w 30"/>
                <a:gd name="T17" fmla="*/ 7 h 13"/>
                <a:gd name="T18" fmla="*/ 12 w 30"/>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3">
                  <a:moveTo>
                    <a:pt x="13" y="2"/>
                  </a:moveTo>
                  <a:cubicBezTo>
                    <a:pt x="18" y="2"/>
                    <a:pt x="24" y="4"/>
                    <a:pt x="26" y="7"/>
                  </a:cubicBezTo>
                  <a:cubicBezTo>
                    <a:pt x="27" y="9"/>
                    <a:pt x="23" y="12"/>
                    <a:pt x="17" y="12"/>
                  </a:cubicBezTo>
                  <a:cubicBezTo>
                    <a:pt x="11" y="12"/>
                    <a:pt x="5" y="9"/>
                    <a:pt x="4" y="7"/>
                  </a:cubicBezTo>
                  <a:cubicBezTo>
                    <a:pt x="3" y="4"/>
                    <a:pt x="7" y="2"/>
                    <a:pt x="13" y="2"/>
                  </a:cubicBezTo>
                  <a:moveTo>
                    <a:pt x="12" y="0"/>
                  </a:moveTo>
                  <a:cubicBezTo>
                    <a:pt x="5" y="1"/>
                    <a:pt x="0" y="3"/>
                    <a:pt x="1" y="7"/>
                  </a:cubicBezTo>
                  <a:cubicBezTo>
                    <a:pt x="3" y="10"/>
                    <a:pt x="10" y="13"/>
                    <a:pt x="18" y="13"/>
                  </a:cubicBezTo>
                  <a:cubicBezTo>
                    <a:pt x="25" y="13"/>
                    <a:pt x="30" y="10"/>
                    <a:pt x="28" y="7"/>
                  </a:cubicBezTo>
                  <a:cubicBezTo>
                    <a:pt x="27" y="3"/>
                    <a:pt x="19" y="0"/>
                    <a:pt x="1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 name="Freeform 421"/>
            <p:cNvSpPr>
              <a:spLocks/>
            </p:cNvSpPr>
            <p:nvPr/>
          </p:nvSpPr>
          <p:spPr bwMode="auto">
            <a:xfrm>
              <a:off x="7180263" y="4811713"/>
              <a:ext cx="66675" cy="28575"/>
            </a:xfrm>
            <a:custGeom>
              <a:avLst/>
              <a:gdLst>
                <a:gd name="T0" fmla="*/ 14 w 24"/>
                <a:gd name="T1" fmla="*/ 10 h 10"/>
                <a:gd name="T2" fmla="*/ 1 w 24"/>
                <a:gd name="T3" fmla="*/ 5 h 10"/>
                <a:gd name="T4" fmla="*/ 9 w 24"/>
                <a:gd name="T5" fmla="*/ 0 h 10"/>
                <a:gd name="T6" fmla="*/ 23 w 24"/>
                <a:gd name="T7" fmla="*/ 5 h 10"/>
                <a:gd name="T8" fmla="*/ 14 w 24"/>
                <a:gd name="T9" fmla="*/ 10 h 10"/>
              </a:gdLst>
              <a:ahLst/>
              <a:cxnLst>
                <a:cxn ang="0">
                  <a:pos x="T0" y="T1"/>
                </a:cxn>
                <a:cxn ang="0">
                  <a:pos x="T2" y="T3"/>
                </a:cxn>
                <a:cxn ang="0">
                  <a:pos x="T4" y="T5"/>
                </a:cxn>
                <a:cxn ang="0">
                  <a:pos x="T6" y="T7"/>
                </a:cxn>
                <a:cxn ang="0">
                  <a:pos x="T8" y="T9"/>
                </a:cxn>
              </a:cxnLst>
              <a:rect l="0" t="0" r="r" b="b"/>
              <a:pathLst>
                <a:path w="24" h="10">
                  <a:moveTo>
                    <a:pt x="14" y="10"/>
                  </a:moveTo>
                  <a:cubicBezTo>
                    <a:pt x="8" y="10"/>
                    <a:pt x="2" y="8"/>
                    <a:pt x="1" y="5"/>
                  </a:cubicBezTo>
                  <a:cubicBezTo>
                    <a:pt x="0" y="2"/>
                    <a:pt x="4" y="0"/>
                    <a:pt x="9" y="0"/>
                  </a:cubicBezTo>
                  <a:cubicBezTo>
                    <a:pt x="15" y="0"/>
                    <a:pt x="21" y="2"/>
                    <a:pt x="23" y="5"/>
                  </a:cubicBezTo>
                  <a:cubicBezTo>
                    <a:pt x="24" y="8"/>
                    <a:pt x="20" y="10"/>
                    <a:pt x="14" y="10"/>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 name="Freeform 422"/>
            <p:cNvSpPr>
              <a:spLocks noEditPoints="1"/>
            </p:cNvSpPr>
            <p:nvPr/>
          </p:nvSpPr>
          <p:spPr bwMode="auto">
            <a:xfrm>
              <a:off x="7175500" y="4811713"/>
              <a:ext cx="74613" cy="28575"/>
            </a:xfrm>
            <a:custGeom>
              <a:avLst/>
              <a:gdLst>
                <a:gd name="T0" fmla="*/ 12 w 27"/>
                <a:gd name="T1" fmla="*/ 1 h 10"/>
                <a:gd name="T2" fmla="*/ 23 w 27"/>
                <a:gd name="T3" fmla="*/ 5 h 10"/>
                <a:gd name="T4" fmla="*/ 16 w 27"/>
                <a:gd name="T5" fmla="*/ 9 h 10"/>
                <a:gd name="T6" fmla="*/ 4 w 27"/>
                <a:gd name="T7" fmla="*/ 5 h 10"/>
                <a:gd name="T8" fmla="*/ 12 w 27"/>
                <a:gd name="T9" fmla="*/ 1 h 10"/>
                <a:gd name="T10" fmla="*/ 11 w 27"/>
                <a:gd name="T11" fmla="*/ 0 h 10"/>
                <a:gd name="T12" fmla="*/ 2 w 27"/>
                <a:gd name="T13" fmla="*/ 5 h 10"/>
                <a:gd name="T14" fmla="*/ 16 w 27"/>
                <a:gd name="T15" fmla="*/ 10 h 10"/>
                <a:gd name="T16" fmla="*/ 26 w 27"/>
                <a:gd name="T17" fmla="*/ 5 h 10"/>
                <a:gd name="T18" fmla="*/ 11 w 27"/>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0">
                  <a:moveTo>
                    <a:pt x="12" y="1"/>
                  </a:moveTo>
                  <a:cubicBezTo>
                    <a:pt x="17" y="1"/>
                    <a:pt x="22" y="3"/>
                    <a:pt x="23" y="5"/>
                  </a:cubicBezTo>
                  <a:cubicBezTo>
                    <a:pt x="24" y="7"/>
                    <a:pt x="21" y="9"/>
                    <a:pt x="16" y="9"/>
                  </a:cubicBezTo>
                  <a:cubicBezTo>
                    <a:pt x="11" y="9"/>
                    <a:pt x="6" y="7"/>
                    <a:pt x="4" y="5"/>
                  </a:cubicBezTo>
                  <a:cubicBezTo>
                    <a:pt x="3" y="3"/>
                    <a:pt x="7" y="1"/>
                    <a:pt x="12" y="1"/>
                  </a:cubicBezTo>
                  <a:moveTo>
                    <a:pt x="11" y="0"/>
                  </a:moveTo>
                  <a:cubicBezTo>
                    <a:pt x="4" y="0"/>
                    <a:pt x="0" y="2"/>
                    <a:pt x="2" y="5"/>
                  </a:cubicBezTo>
                  <a:cubicBezTo>
                    <a:pt x="3" y="8"/>
                    <a:pt x="10" y="10"/>
                    <a:pt x="16" y="10"/>
                  </a:cubicBezTo>
                  <a:cubicBezTo>
                    <a:pt x="23" y="10"/>
                    <a:pt x="27" y="8"/>
                    <a:pt x="26" y="5"/>
                  </a:cubicBezTo>
                  <a:cubicBezTo>
                    <a:pt x="24" y="2"/>
                    <a:pt x="18" y="0"/>
                    <a:pt x="1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 name="Freeform 423"/>
            <p:cNvSpPr>
              <a:spLocks/>
            </p:cNvSpPr>
            <p:nvPr/>
          </p:nvSpPr>
          <p:spPr bwMode="auto">
            <a:xfrm>
              <a:off x="6942138" y="4706938"/>
              <a:ext cx="66675" cy="28575"/>
            </a:xfrm>
            <a:custGeom>
              <a:avLst/>
              <a:gdLst>
                <a:gd name="T0" fmla="*/ 15 w 24"/>
                <a:gd name="T1" fmla="*/ 10 h 10"/>
                <a:gd name="T2" fmla="*/ 2 w 24"/>
                <a:gd name="T3" fmla="*/ 5 h 10"/>
                <a:gd name="T4" fmla="*/ 10 w 24"/>
                <a:gd name="T5" fmla="*/ 0 h 10"/>
                <a:gd name="T6" fmla="*/ 23 w 24"/>
                <a:gd name="T7" fmla="*/ 5 h 10"/>
                <a:gd name="T8" fmla="*/ 15 w 24"/>
                <a:gd name="T9" fmla="*/ 10 h 10"/>
              </a:gdLst>
              <a:ahLst/>
              <a:cxnLst>
                <a:cxn ang="0">
                  <a:pos x="T0" y="T1"/>
                </a:cxn>
                <a:cxn ang="0">
                  <a:pos x="T2" y="T3"/>
                </a:cxn>
                <a:cxn ang="0">
                  <a:pos x="T4" y="T5"/>
                </a:cxn>
                <a:cxn ang="0">
                  <a:pos x="T6" y="T7"/>
                </a:cxn>
                <a:cxn ang="0">
                  <a:pos x="T8" y="T9"/>
                </a:cxn>
              </a:cxnLst>
              <a:rect l="0" t="0" r="r" b="b"/>
              <a:pathLst>
                <a:path w="24" h="10">
                  <a:moveTo>
                    <a:pt x="15" y="10"/>
                  </a:moveTo>
                  <a:cubicBezTo>
                    <a:pt x="9" y="10"/>
                    <a:pt x="3" y="8"/>
                    <a:pt x="2" y="5"/>
                  </a:cubicBezTo>
                  <a:cubicBezTo>
                    <a:pt x="0" y="2"/>
                    <a:pt x="4" y="0"/>
                    <a:pt x="10" y="0"/>
                  </a:cubicBezTo>
                  <a:cubicBezTo>
                    <a:pt x="16" y="0"/>
                    <a:pt x="21" y="2"/>
                    <a:pt x="23" y="5"/>
                  </a:cubicBezTo>
                  <a:cubicBezTo>
                    <a:pt x="24" y="7"/>
                    <a:pt x="20" y="10"/>
                    <a:pt x="15" y="10"/>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 name="Freeform 424"/>
            <p:cNvSpPr>
              <a:spLocks noEditPoints="1"/>
            </p:cNvSpPr>
            <p:nvPr/>
          </p:nvSpPr>
          <p:spPr bwMode="auto">
            <a:xfrm>
              <a:off x="6938963" y="4705350"/>
              <a:ext cx="73025" cy="30163"/>
            </a:xfrm>
            <a:custGeom>
              <a:avLst/>
              <a:gdLst>
                <a:gd name="T0" fmla="*/ 11 w 26"/>
                <a:gd name="T1" fmla="*/ 2 h 11"/>
                <a:gd name="T2" fmla="*/ 22 w 26"/>
                <a:gd name="T3" fmla="*/ 6 h 11"/>
                <a:gd name="T4" fmla="*/ 15 w 26"/>
                <a:gd name="T5" fmla="*/ 10 h 11"/>
                <a:gd name="T6" fmla="*/ 4 w 26"/>
                <a:gd name="T7" fmla="*/ 6 h 11"/>
                <a:gd name="T8" fmla="*/ 11 w 26"/>
                <a:gd name="T9" fmla="*/ 2 h 11"/>
                <a:gd name="T10" fmla="*/ 10 w 26"/>
                <a:gd name="T11" fmla="*/ 0 h 11"/>
                <a:gd name="T12" fmla="*/ 1 w 26"/>
                <a:gd name="T13" fmla="*/ 6 h 11"/>
                <a:gd name="T14" fmla="*/ 16 w 26"/>
                <a:gd name="T15" fmla="*/ 11 h 11"/>
                <a:gd name="T16" fmla="*/ 25 w 26"/>
                <a:gd name="T17" fmla="*/ 6 h 11"/>
                <a:gd name="T18" fmla="*/ 10 w 26"/>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1">
                  <a:moveTo>
                    <a:pt x="11" y="2"/>
                  </a:moveTo>
                  <a:cubicBezTo>
                    <a:pt x="16" y="2"/>
                    <a:pt x="21" y="3"/>
                    <a:pt x="22" y="6"/>
                  </a:cubicBezTo>
                  <a:cubicBezTo>
                    <a:pt x="23" y="8"/>
                    <a:pt x="20" y="10"/>
                    <a:pt x="15" y="10"/>
                  </a:cubicBezTo>
                  <a:cubicBezTo>
                    <a:pt x="10" y="10"/>
                    <a:pt x="5" y="8"/>
                    <a:pt x="4" y="6"/>
                  </a:cubicBezTo>
                  <a:cubicBezTo>
                    <a:pt x="3" y="3"/>
                    <a:pt x="6" y="2"/>
                    <a:pt x="11" y="2"/>
                  </a:cubicBezTo>
                  <a:moveTo>
                    <a:pt x="10" y="0"/>
                  </a:moveTo>
                  <a:cubicBezTo>
                    <a:pt x="4" y="0"/>
                    <a:pt x="0" y="3"/>
                    <a:pt x="1" y="6"/>
                  </a:cubicBezTo>
                  <a:cubicBezTo>
                    <a:pt x="3" y="9"/>
                    <a:pt x="9" y="11"/>
                    <a:pt x="16" y="11"/>
                  </a:cubicBezTo>
                  <a:cubicBezTo>
                    <a:pt x="22" y="11"/>
                    <a:pt x="26" y="9"/>
                    <a:pt x="25" y="6"/>
                  </a:cubicBezTo>
                  <a:cubicBezTo>
                    <a:pt x="23" y="3"/>
                    <a:pt x="17" y="0"/>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 name="Freeform 425"/>
            <p:cNvSpPr>
              <a:spLocks/>
            </p:cNvSpPr>
            <p:nvPr/>
          </p:nvSpPr>
          <p:spPr bwMode="auto">
            <a:xfrm>
              <a:off x="6280150" y="4691063"/>
              <a:ext cx="58738" cy="28575"/>
            </a:xfrm>
            <a:custGeom>
              <a:avLst/>
              <a:gdLst>
                <a:gd name="T0" fmla="*/ 12 w 21"/>
                <a:gd name="T1" fmla="*/ 10 h 10"/>
                <a:gd name="T2" fmla="*/ 1 w 21"/>
                <a:gd name="T3" fmla="*/ 5 h 10"/>
                <a:gd name="T4" fmla="*/ 8 w 21"/>
                <a:gd name="T5" fmla="*/ 0 h 10"/>
                <a:gd name="T6" fmla="*/ 20 w 21"/>
                <a:gd name="T7" fmla="*/ 5 h 10"/>
                <a:gd name="T8" fmla="*/ 12 w 21"/>
                <a:gd name="T9" fmla="*/ 10 h 10"/>
              </a:gdLst>
              <a:ahLst/>
              <a:cxnLst>
                <a:cxn ang="0">
                  <a:pos x="T0" y="T1"/>
                </a:cxn>
                <a:cxn ang="0">
                  <a:pos x="T2" y="T3"/>
                </a:cxn>
                <a:cxn ang="0">
                  <a:pos x="T4" y="T5"/>
                </a:cxn>
                <a:cxn ang="0">
                  <a:pos x="T6" y="T7"/>
                </a:cxn>
                <a:cxn ang="0">
                  <a:pos x="T8" y="T9"/>
                </a:cxn>
              </a:cxnLst>
              <a:rect l="0" t="0" r="r" b="b"/>
              <a:pathLst>
                <a:path w="21" h="10">
                  <a:moveTo>
                    <a:pt x="12" y="10"/>
                  </a:moveTo>
                  <a:cubicBezTo>
                    <a:pt x="7" y="10"/>
                    <a:pt x="2" y="8"/>
                    <a:pt x="1" y="5"/>
                  </a:cubicBezTo>
                  <a:cubicBezTo>
                    <a:pt x="0" y="3"/>
                    <a:pt x="3" y="0"/>
                    <a:pt x="8" y="0"/>
                  </a:cubicBezTo>
                  <a:cubicBezTo>
                    <a:pt x="13" y="0"/>
                    <a:pt x="18" y="3"/>
                    <a:pt x="20" y="5"/>
                  </a:cubicBezTo>
                  <a:cubicBezTo>
                    <a:pt x="21" y="8"/>
                    <a:pt x="18" y="10"/>
                    <a:pt x="12" y="10"/>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 name="Freeform 426"/>
            <p:cNvSpPr>
              <a:spLocks noEditPoints="1"/>
            </p:cNvSpPr>
            <p:nvPr/>
          </p:nvSpPr>
          <p:spPr bwMode="auto">
            <a:xfrm>
              <a:off x="6275388" y="4691063"/>
              <a:ext cx="66675" cy="30163"/>
            </a:xfrm>
            <a:custGeom>
              <a:avLst/>
              <a:gdLst>
                <a:gd name="T0" fmla="*/ 10 w 24"/>
                <a:gd name="T1" fmla="*/ 1 h 11"/>
                <a:gd name="T2" fmla="*/ 20 w 24"/>
                <a:gd name="T3" fmla="*/ 5 h 11"/>
                <a:gd name="T4" fmla="*/ 14 w 24"/>
                <a:gd name="T5" fmla="*/ 10 h 11"/>
                <a:gd name="T6" fmla="*/ 4 w 24"/>
                <a:gd name="T7" fmla="*/ 5 h 11"/>
                <a:gd name="T8" fmla="*/ 10 w 24"/>
                <a:gd name="T9" fmla="*/ 1 h 11"/>
                <a:gd name="T10" fmla="*/ 10 w 24"/>
                <a:gd name="T11" fmla="*/ 0 h 11"/>
                <a:gd name="T12" fmla="*/ 1 w 24"/>
                <a:gd name="T13" fmla="*/ 5 h 11"/>
                <a:gd name="T14" fmla="*/ 15 w 24"/>
                <a:gd name="T15" fmla="*/ 11 h 11"/>
                <a:gd name="T16" fmla="*/ 23 w 24"/>
                <a:gd name="T17" fmla="*/ 5 h 11"/>
                <a:gd name="T18" fmla="*/ 10 w 24"/>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11">
                  <a:moveTo>
                    <a:pt x="10" y="1"/>
                  </a:moveTo>
                  <a:cubicBezTo>
                    <a:pt x="15" y="1"/>
                    <a:pt x="19" y="3"/>
                    <a:pt x="20" y="5"/>
                  </a:cubicBezTo>
                  <a:cubicBezTo>
                    <a:pt x="22" y="8"/>
                    <a:pt x="19" y="10"/>
                    <a:pt x="14" y="10"/>
                  </a:cubicBezTo>
                  <a:cubicBezTo>
                    <a:pt x="10" y="10"/>
                    <a:pt x="5" y="8"/>
                    <a:pt x="4" y="5"/>
                  </a:cubicBezTo>
                  <a:cubicBezTo>
                    <a:pt x="3" y="3"/>
                    <a:pt x="6" y="1"/>
                    <a:pt x="10" y="1"/>
                  </a:cubicBezTo>
                  <a:moveTo>
                    <a:pt x="10" y="0"/>
                  </a:moveTo>
                  <a:cubicBezTo>
                    <a:pt x="4" y="0"/>
                    <a:pt x="0" y="2"/>
                    <a:pt x="1" y="5"/>
                  </a:cubicBezTo>
                  <a:cubicBezTo>
                    <a:pt x="3" y="9"/>
                    <a:pt x="9" y="11"/>
                    <a:pt x="15" y="11"/>
                  </a:cubicBezTo>
                  <a:cubicBezTo>
                    <a:pt x="21" y="11"/>
                    <a:pt x="24" y="9"/>
                    <a:pt x="23" y="5"/>
                  </a:cubicBezTo>
                  <a:cubicBezTo>
                    <a:pt x="22" y="2"/>
                    <a:pt x="16" y="0"/>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 name="Freeform 427"/>
            <p:cNvSpPr>
              <a:spLocks/>
            </p:cNvSpPr>
            <p:nvPr/>
          </p:nvSpPr>
          <p:spPr bwMode="auto">
            <a:xfrm>
              <a:off x="6465888" y="4791075"/>
              <a:ext cx="131763" cy="57150"/>
            </a:xfrm>
            <a:custGeom>
              <a:avLst/>
              <a:gdLst>
                <a:gd name="T0" fmla="*/ 28 w 47"/>
                <a:gd name="T1" fmla="*/ 20 h 20"/>
                <a:gd name="T2" fmla="*/ 2 w 47"/>
                <a:gd name="T3" fmla="*/ 10 h 20"/>
                <a:gd name="T4" fmla="*/ 18 w 47"/>
                <a:gd name="T5" fmla="*/ 0 h 20"/>
                <a:gd name="T6" fmla="*/ 44 w 47"/>
                <a:gd name="T7" fmla="*/ 10 h 20"/>
                <a:gd name="T8" fmla="*/ 28 w 47"/>
                <a:gd name="T9" fmla="*/ 20 h 20"/>
              </a:gdLst>
              <a:ahLst/>
              <a:cxnLst>
                <a:cxn ang="0">
                  <a:pos x="T0" y="T1"/>
                </a:cxn>
                <a:cxn ang="0">
                  <a:pos x="T2" y="T3"/>
                </a:cxn>
                <a:cxn ang="0">
                  <a:pos x="T4" y="T5"/>
                </a:cxn>
                <a:cxn ang="0">
                  <a:pos x="T6" y="T7"/>
                </a:cxn>
                <a:cxn ang="0">
                  <a:pos x="T8" y="T9"/>
                </a:cxn>
              </a:cxnLst>
              <a:rect l="0" t="0" r="r" b="b"/>
              <a:pathLst>
                <a:path w="47" h="20">
                  <a:moveTo>
                    <a:pt x="28" y="20"/>
                  </a:moveTo>
                  <a:cubicBezTo>
                    <a:pt x="16" y="20"/>
                    <a:pt x="5" y="16"/>
                    <a:pt x="2" y="10"/>
                  </a:cubicBezTo>
                  <a:cubicBezTo>
                    <a:pt x="0" y="4"/>
                    <a:pt x="7" y="0"/>
                    <a:pt x="18" y="0"/>
                  </a:cubicBezTo>
                  <a:cubicBezTo>
                    <a:pt x="30" y="0"/>
                    <a:pt x="42" y="4"/>
                    <a:pt x="44" y="10"/>
                  </a:cubicBezTo>
                  <a:cubicBezTo>
                    <a:pt x="47" y="16"/>
                    <a:pt x="39" y="20"/>
                    <a:pt x="28" y="20"/>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 name="Freeform 428"/>
            <p:cNvSpPr>
              <a:spLocks noEditPoints="1"/>
            </p:cNvSpPr>
            <p:nvPr/>
          </p:nvSpPr>
          <p:spPr bwMode="auto">
            <a:xfrm>
              <a:off x="6459538" y="4789488"/>
              <a:ext cx="141288" cy="61913"/>
            </a:xfrm>
            <a:custGeom>
              <a:avLst/>
              <a:gdLst>
                <a:gd name="T0" fmla="*/ 21 w 50"/>
                <a:gd name="T1" fmla="*/ 1 h 22"/>
                <a:gd name="T2" fmla="*/ 45 w 50"/>
                <a:gd name="T3" fmla="*/ 11 h 22"/>
                <a:gd name="T4" fmla="*/ 30 w 50"/>
                <a:gd name="T5" fmla="*/ 21 h 22"/>
                <a:gd name="T6" fmla="*/ 6 w 50"/>
                <a:gd name="T7" fmla="*/ 11 h 22"/>
                <a:gd name="T8" fmla="*/ 21 w 50"/>
                <a:gd name="T9" fmla="*/ 1 h 22"/>
                <a:gd name="T10" fmla="*/ 20 w 50"/>
                <a:gd name="T11" fmla="*/ 0 h 22"/>
                <a:gd name="T12" fmla="*/ 3 w 50"/>
                <a:gd name="T13" fmla="*/ 11 h 22"/>
                <a:gd name="T14" fmla="*/ 30 w 50"/>
                <a:gd name="T15" fmla="*/ 22 h 22"/>
                <a:gd name="T16" fmla="*/ 48 w 50"/>
                <a:gd name="T17" fmla="*/ 11 h 22"/>
                <a:gd name="T18" fmla="*/ 20 w 50"/>
                <a:gd name="T1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22">
                  <a:moveTo>
                    <a:pt x="21" y="1"/>
                  </a:moveTo>
                  <a:cubicBezTo>
                    <a:pt x="32" y="1"/>
                    <a:pt x="42" y="6"/>
                    <a:pt x="45" y="11"/>
                  </a:cubicBezTo>
                  <a:cubicBezTo>
                    <a:pt x="47" y="16"/>
                    <a:pt x="41" y="21"/>
                    <a:pt x="30" y="21"/>
                  </a:cubicBezTo>
                  <a:cubicBezTo>
                    <a:pt x="19" y="21"/>
                    <a:pt x="8" y="16"/>
                    <a:pt x="6" y="11"/>
                  </a:cubicBezTo>
                  <a:cubicBezTo>
                    <a:pt x="3" y="6"/>
                    <a:pt x="10" y="1"/>
                    <a:pt x="21" y="1"/>
                  </a:cubicBezTo>
                  <a:moveTo>
                    <a:pt x="20" y="0"/>
                  </a:moveTo>
                  <a:cubicBezTo>
                    <a:pt x="8" y="0"/>
                    <a:pt x="0" y="5"/>
                    <a:pt x="3" y="11"/>
                  </a:cubicBezTo>
                  <a:cubicBezTo>
                    <a:pt x="6" y="17"/>
                    <a:pt x="18" y="22"/>
                    <a:pt x="30" y="22"/>
                  </a:cubicBezTo>
                  <a:cubicBezTo>
                    <a:pt x="43" y="22"/>
                    <a:pt x="50" y="17"/>
                    <a:pt x="48" y="11"/>
                  </a:cubicBezTo>
                  <a:cubicBezTo>
                    <a:pt x="45" y="5"/>
                    <a:pt x="32" y="0"/>
                    <a:pt x="2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 name="Freeform 429"/>
            <p:cNvSpPr>
              <a:spLocks/>
            </p:cNvSpPr>
            <p:nvPr/>
          </p:nvSpPr>
          <p:spPr bwMode="auto">
            <a:xfrm>
              <a:off x="6535738" y="4684713"/>
              <a:ext cx="161925" cy="73025"/>
            </a:xfrm>
            <a:custGeom>
              <a:avLst/>
              <a:gdLst>
                <a:gd name="T0" fmla="*/ 35 w 58"/>
                <a:gd name="T1" fmla="*/ 26 h 26"/>
                <a:gd name="T2" fmla="*/ 3 w 58"/>
                <a:gd name="T3" fmla="*/ 13 h 26"/>
                <a:gd name="T4" fmla="*/ 23 w 58"/>
                <a:gd name="T5" fmla="*/ 0 h 26"/>
                <a:gd name="T6" fmla="*/ 55 w 58"/>
                <a:gd name="T7" fmla="*/ 13 h 26"/>
                <a:gd name="T8" fmla="*/ 35 w 58"/>
                <a:gd name="T9" fmla="*/ 26 h 26"/>
              </a:gdLst>
              <a:ahLst/>
              <a:cxnLst>
                <a:cxn ang="0">
                  <a:pos x="T0" y="T1"/>
                </a:cxn>
                <a:cxn ang="0">
                  <a:pos x="T2" y="T3"/>
                </a:cxn>
                <a:cxn ang="0">
                  <a:pos x="T4" y="T5"/>
                </a:cxn>
                <a:cxn ang="0">
                  <a:pos x="T6" y="T7"/>
                </a:cxn>
                <a:cxn ang="0">
                  <a:pos x="T8" y="T9"/>
                </a:cxn>
              </a:cxnLst>
              <a:rect l="0" t="0" r="r" b="b"/>
              <a:pathLst>
                <a:path w="58" h="26">
                  <a:moveTo>
                    <a:pt x="35" y="26"/>
                  </a:moveTo>
                  <a:cubicBezTo>
                    <a:pt x="21" y="26"/>
                    <a:pt x="7" y="20"/>
                    <a:pt x="3" y="13"/>
                  </a:cubicBezTo>
                  <a:cubicBezTo>
                    <a:pt x="0" y="6"/>
                    <a:pt x="9" y="0"/>
                    <a:pt x="23" y="0"/>
                  </a:cubicBezTo>
                  <a:cubicBezTo>
                    <a:pt x="37" y="0"/>
                    <a:pt x="51" y="6"/>
                    <a:pt x="55" y="13"/>
                  </a:cubicBezTo>
                  <a:cubicBezTo>
                    <a:pt x="58" y="20"/>
                    <a:pt x="49" y="26"/>
                    <a:pt x="35" y="26"/>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 name="Freeform 430"/>
            <p:cNvSpPr>
              <a:spLocks noEditPoints="1"/>
            </p:cNvSpPr>
            <p:nvPr/>
          </p:nvSpPr>
          <p:spPr bwMode="auto">
            <a:xfrm>
              <a:off x="6532563" y="4684713"/>
              <a:ext cx="168275" cy="73025"/>
            </a:xfrm>
            <a:custGeom>
              <a:avLst/>
              <a:gdLst>
                <a:gd name="T0" fmla="*/ 24 w 60"/>
                <a:gd name="T1" fmla="*/ 1 h 26"/>
                <a:gd name="T2" fmla="*/ 54 w 60"/>
                <a:gd name="T3" fmla="*/ 13 h 26"/>
                <a:gd name="T4" fmla="*/ 35 w 60"/>
                <a:gd name="T5" fmla="*/ 25 h 26"/>
                <a:gd name="T6" fmla="*/ 6 w 60"/>
                <a:gd name="T7" fmla="*/ 13 h 26"/>
                <a:gd name="T8" fmla="*/ 24 w 60"/>
                <a:gd name="T9" fmla="*/ 1 h 26"/>
                <a:gd name="T10" fmla="*/ 24 w 60"/>
                <a:gd name="T11" fmla="*/ 0 h 26"/>
                <a:gd name="T12" fmla="*/ 3 w 60"/>
                <a:gd name="T13" fmla="*/ 13 h 26"/>
                <a:gd name="T14" fmla="*/ 36 w 60"/>
                <a:gd name="T15" fmla="*/ 26 h 26"/>
                <a:gd name="T16" fmla="*/ 57 w 60"/>
                <a:gd name="T17" fmla="*/ 13 h 26"/>
                <a:gd name="T18" fmla="*/ 24 w 60"/>
                <a:gd name="T19"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26">
                  <a:moveTo>
                    <a:pt x="24" y="1"/>
                  </a:moveTo>
                  <a:cubicBezTo>
                    <a:pt x="38" y="1"/>
                    <a:pt x="51" y="6"/>
                    <a:pt x="54" y="13"/>
                  </a:cubicBezTo>
                  <a:cubicBezTo>
                    <a:pt x="57" y="20"/>
                    <a:pt x="49" y="25"/>
                    <a:pt x="35" y="25"/>
                  </a:cubicBezTo>
                  <a:cubicBezTo>
                    <a:pt x="22" y="25"/>
                    <a:pt x="9" y="20"/>
                    <a:pt x="6" y="13"/>
                  </a:cubicBezTo>
                  <a:cubicBezTo>
                    <a:pt x="3" y="7"/>
                    <a:pt x="11" y="1"/>
                    <a:pt x="24" y="1"/>
                  </a:cubicBezTo>
                  <a:moveTo>
                    <a:pt x="24" y="0"/>
                  </a:moveTo>
                  <a:cubicBezTo>
                    <a:pt x="9" y="0"/>
                    <a:pt x="0" y="6"/>
                    <a:pt x="3" y="13"/>
                  </a:cubicBezTo>
                  <a:cubicBezTo>
                    <a:pt x="6" y="21"/>
                    <a:pt x="21" y="26"/>
                    <a:pt x="36" y="26"/>
                  </a:cubicBezTo>
                  <a:cubicBezTo>
                    <a:pt x="51" y="26"/>
                    <a:pt x="60" y="20"/>
                    <a:pt x="57" y="13"/>
                  </a:cubicBezTo>
                  <a:cubicBezTo>
                    <a:pt x="53" y="6"/>
                    <a:pt x="38" y="0"/>
                    <a:pt x="2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 name="Freeform 431"/>
            <p:cNvSpPr>
              <a:spLocks/>
            </p:cNvSpPr>
            <p:nvPr/>
          </p:nvSpPr>
          <p:spPr bwMode="auto">
            <a:xfrm>
              <a:off x="5702300" y="4672013"/>
              <a:ext cx="168275" cy="84138"/>
            </a:xfrm>
            <a:custGeom>
              <a:avLst/>
              <a:gdLst>
                <a:gd name="T0" fmla="*/ 35 w 60"/>
                <a:gd name="T1" fmla="*/ 30 h 30"/>
                <a:gd name="T2" fmla="*/ 3 w 60"/>
                <a:gd name="T3" fmla="*/ 15 h 30"/>
                <a:gd name="T4" fmla="*/ 24 w 60"/>
                <a:gd name="T5" fmla="*/ 0 h 30"/>
                <a:gd name="T6" fmla="*/ 57 w 60"/>
                <a:gd name="T7" fmla="*/ 15 h 30"/>
                <a:gd name="T8" fmla="*/ 35 w 60"/>
                <a:gd name="T9" fmla="*/ 30 h 30"/>
              </a:gdLst>
              <a:ahLst/>
              <a:cxnLst>
                <a:cxn ang="0">
                  <a:pos x="T0" y="T1"/>
                </a:cxn>
                <a:cxn ang="0">
                  <a:pos x="T2" y="T3"/>
                </a:cxn>
                <a:cxn ang="0">
                  <a:pos x="T4" y="T5"/>
                </a:cxn>
                <a:cxn ang="0">
                  <a:pos x="T6" y="T7"/>
                </a:cxn>
                <a:cxn ang="0">
                  <a:pos x="T8" y="T9"/>
                </a:cxn>
              </a:cxnLst>
              <a:rect l="0" t="0" r="r" b="b"/>
              <a:pathLst>
                <a:path w="60" h="30">
                  <a:moveTo>
                    <a:pt x="35" y="30"/>
                  </a:moveTo>
                  <a:cubicBezTo>
                    <a:pt x="21" y="30"/>
                    <a:pt x="6" y="24"/>
                    <a:pt x="3" y="15"/>
                  </a:cubicBezTo>
                  <a:cubicBezTo>
                    <a:pt x="0" y="7"/>
                    <a:pt x="9" y="0"/>
                    <a:pt x="24" y="0"/>
                  </a:cubicBezTo>
                  <a:cubicBezTo>
                    <a:pt x="39" y="0"/>
                    <a:pt x="53" y="7"/>
                    <a:pt x="57" y="15"/>
                  </a:cubicBezTo>
                  <a:cubicBezTo>
                    <a:pt x="60" y="24"/>
                    <a:pt x="50" y="30"/>
                    <a:pt x="35" y="30"/>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 name="Freeform 432"/>
            <p:cNvSpPr>
              <a:spLocks noEditPoints="1"/>
            </p:cNvSpPr>
            <p:nvPr/>
          </p:nvSpPr>
          <p:spPr bwMode="auto">
            <a:xfrm>
              <a:off x="5700713" y="4668838"/>
              <a:ext cx="173038" cy="88900"/>
            </a:xfrm>
            <a:custGeom>
              <a:avLst/>
              <a:gdLst>
                <a:gd name="T0" fmla="*/ 25 w 62"/>
                <a:gd name="T1" fmla="*/ 2 h 32"/>
                <a:gd name="T2" fmla="*/ 57 w 62"/>
                <a:gd name="T3" fmla="*/ 16 h 32"/>
                <a:gd name="T4" fmla="*/ 36 w 62"/>
                <a:gd name="T5" fmla="*/ 31 h 32"/>
                <a:gd name="T6" fmla="*/ 5 w 62"/>
                <a:gd name="T7" fmla="*/ 16 h 32"/>
                <a:gd name="T8" fmla="*/ 25 w 62"/>
                <a:gd name="T9" fmla="*/ 2 h 32"/>
                <a:gd name="T10" fmla="*/ 25 w 62"/>
                <a:gd name="T11" fmla="*/ 0 h 32"/>
                <a:gd name="T12" fmla="*/ 3 w 62"/>
                <a:gd name="T13" fmla="*/ 16 h 32"/>
                <a:gd name="T14" fmla="*/ 37 w 62"/>
                <a:gd name="T15" fmla="*/ 32 h 32"/>
                <a:gd name="T16" fmla="*/ 59 w 62"/>
                <a:gd name="T17" fmla="*/ 16 h 32"/>
                <a:gd name="T18" fmla="*/ 25 w 62"/>
                <a:gd name="T19"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32">
                  <a:moveTo>
                    <a:pt x="25" y="2"/>
                  </a:moveTo>
                  <a:cubicBezTo>
                    <a:pt x="39" y="2"/>
                    <a:pt x="53" y="8"/>
                    <a:pt x="57" y="16"/>
                  </a:cubicBezTo>
                  <a:cubicBezTo>
                    <a:pt x="60" y="24"/>
                    <a:pt x="51" y="31"/>
                    <a:pt x="36" y="31"/>
                  </a:cubicBezTo>
                  <a:cubicBezTo>
                    <a:pt x="22" y="31"/>
                    <a:pt x="8" y="24"/>
                    <a:pt x="5" y="16"/>
                  </a:cubicBezTo>
                  <a:cubicBezTo>
                    <a:pt x="2" y="8"/>
                    <a:pt x="11" y="2"/>
                    <a:pt x="25" y="2"/>
                  </a:cubicBezTo>
                  <a:moveTo>
                    <a:pt x="25" y="0"/>
                  </a:moveTo>
                  <a:cubicBezTo>
                    <a:pt x="9" y="0"/>
                    <a:pt x="0" y="8"/>
                    <a:pt x="3" y="16"/>
                  </a:cubicBezTo>
                  <a:cubicBezTo>
                    <a:pt x="6" y="25"/>
                    <a:pt x="21" y="32"/>
                    <a:pt x="37" y="32"/>
                  </a:cubicBezTo>
                  <a:cubicBezTo>
                    <a:pt x="52" y="32"/>
                    <a:pt x="62" y="25"/>
                    <a:pt x="59" y="16"/>
                  </a:cubicBezTo>
                  <a:cubicBezTo>
                    <a:pt x="56" y="8"/>
                    <a:pt x="40" y="0"/>
                    <a:pt x="2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 name="Freeform 433"/>
            <p:cNvSpPr>
              <a:spLocks/>
            </p:cNvSpPr>
            <p:nvPr/>
          </p:nvSpPr>
          <p:spPr bwMode="auto">
            <a:xfrm>
              <a:off x="6265863" y="4730750"/>
              <a:ext cx="185738" cy="84138"/>
            </a:xfrm>
            <a:custGeom>
              <a:avLst/>
              <a:gdLst>
                <a:gd name="T0" fmla="*/ 39 w 66"/>
                <a:gd name="T1" fmla="*/ 30 h 30"/>
                <a:gd name="T2" fmla="*/ 4 w 66"/>
                <a:gd name="T3" fmla="*/ 15 h 30"/>
                <a:gd name="T4" fmla="*/ 26 w 66"/>
                <a:gd name="T5" fmla="*/ 0 h 30"/>
                <a:gd name="T6" fmla="*/ 62 w 66"/>
                <a:gd name="T7" fmla="*/ 15 h 30"/>
                <a:gd name="T8" fmla="*/ 39 w 66"/>
                <a:gd name="T9" fmla="*/ 30 h 30"/>
              </a:gdLst>
              <a:ahLst/>
              <a:cxnLst>
                <a:cxn ang="0">
                  <a:pos x="T0" y="T1"/>
                </a:cxn>
                <a:cxn ang="0">
                  <a:pos x="T2" y="T3"/>
                </a:cxn>
                <a:cxn ang="0">
                  <a:pos x="T4" y="T5"/>
                </a:cxn>
                <a:cxn ang="0">
                  <a:pos x="T6" y="T7"/>
                </a:cxn>
                <a:cxn ang="0">
                  <a:pos x="T8" y="T9"/>
                </a:cxn>
              </a:cxnLst>
              <a:rect l="0" t="0" r="r" b="b"/>
              <a:pathLst>
                <a:path w="66" h="30">
                  <a:moveTo>
                    <a:pt x="39" y="30"/>
                  </a:moveTo>
                  <a:cubicBezTo>
                    <a:pt x="23" y="30"/>
                    <a:pt x="7" y="23"/>
                    <a:pt x="4" y="15"/>
                  </a:cubicBezTo>
                  <a:cubicBezTo>
                    <a:pt x="0" y="7"/>
                    <a:pt x="10" y="0"/>
                    <a:pt x="26" y="0"/>
                  </a:cubicBezTo>
                  <a:cubicBezTo>
                    <a:pt x="42" y="0"/>
                    <a:pt x="58" y="7"/>
                    <a:pt x="62" y="15"/>
                  </a:cubicBezTo>
                  <a:cubicBezTo>
                    <a:pt x="66" y="23"/>
                    <a:pt x="55" y="30"/>
                    <a:pt x="39" y="30"/>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 name="Freeform 434"/>
            <p:cNvSpPr>
              <a:spLocks noEditPoints="1"/>
            </p:cNvSpPr>
            <p:nvPr/>
          </p:nvSpPr>
          <p:spPr bwMode="auto">
            <a:xfrm>
              <a:off x="6264275" y="4730750"/>
              <a:ext cx="190500" cy="84138"/>
            </a:xfrm>
            <a:custGeom>
              <a:avLst/>
              <a:gdLst>
                <a:gd name="T0" fmla="*/ 27 w 68"/>
                <a:gd name="T1" fmla="*/ 1 h 30"/>
                <a:gd name="T2" fmla="*/ 62 w 68"/>
                <a:gd name="T3" fmla="*/ 15 h 30"/>
                <a:gd name="T4" fmla="*/ 40 w 68"/>
                <a:gd name="T5" fmla="*/ 29 h 30"/>
                <a:gd name="T6" fmla="*/ 6 w 68"/>
                <a:gd name="T7" fmla="*/ 15 h 30"/>
                <a:gd name="T8" fmla="*/ 27 w 68"/>
                <a:gd name="T9" fmla="*/ 1 h 30"/>
                <a:gd name="T10" fmla="*/ 27 w 68"/>
                <a:gd name="T11" fmla="*/ 0 h 30"/>
                <a:gd name="T12" fmla="*/ 3 w 68"/>
                <a:gd name="T13" fmla="*/ 15 h 30"/>
                <a:gd name="T14" fmla="*/ 40 w 68"/>
                <a:gd name="T15" fmla="*/ 30 h 30"/>
                <a:gd name="T16" fmla="*/ 64 w 68"/>
                <a:gd name="T17" fmla="*/ 15 h 30"/>
                <a:gd name="T18" fmla="*/ 27 w 68"/>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 h="30">
                  <a:moveTo>
                    <a:pt x="27" y="1"/>
                  </a:moveTo>
                  <a:cubicBezTo>
                    <a:pt x="43" y="1"/>
                    <a:pt x="58" y="7"/>
                    <a:pt x="62" y="15"/>
                  </a:cubicBezTo>
                  <a:cubicBezTo>
                    <a:pt x="65" y="23"/>
                    <a:pt x="55" y="29"/>
                    <a:pt x="40" y="29"/>
                  </a:cubicBezTo>
                  <a:cubicBezTo>
                    <a:pt x="24" y="29"/>
                    <a:pt x="9" y="23"/>
                    <a:pt x="6" y="15"/>
                  </a:cubicBezTo>
                  <a:cubicBezTo>
                    <a:pt x="2" y="7"/>
                    <a:pt x="12" y="1"/>
                    <a:pt x="27" y="1"/>
                  </a:cubicBezTo>
                  <a:moveTo>
                    <a:pt x="27" y="0"/>
                  </a:moveTo>
                  <a:cubicBezTo>
                    <a:pt x="10" y="0"/>
                    <a:pt x="0" y="7"/>
                    <a:pt x="3" y="15"/>
                  </a:cubicBezTo>
                  <a:cubicBezTo>
                    <a:pt x="7" y="24"/>
                    <a:pt x="24" y="30"/>
                    <a:pt x="40" y="30"/>
                  </a:cubicBezTo>
                  <a:cubicBezTo>
                    <a:pt x="57" y="30"/>
                    <a:pt x="68" y="24"/>
                    <a:pt x="64" y="15"/>
                  </a:cubicBezTo>
                  <a:cubicBezTo>
                    <a:pt x="60" y="7"/>
                    <a:pt x="43" y="0"/>
                    <a:pt x="2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 name="Freeform 435"/>
            <p:cNvSpPr>
              <a:spLocks/>
            </p:cNvSpPr>
            <p:nvPr/>
          </p:nvSpPr>
          <p:spPr bwMode="auto">
            <a:xfrm>
              <a:off x="6734175" y="5140325"/>
              <a:ext cx="61913" cy="23813"/>
            </a:xfrm>
            <a:custGeom>
              <a:avLst/>
              <a:gdLst>
                <a:gd name="T0" fmla="*/ 13 w 22"/>
                <a:gd name="T1" fmla="*/ 9 h 9"/>
                <a:gd name="T2" fmla="*/ 1 w 22"/>
                <a:gd name="T3" fmla="*/ 5 h 9"/>
                <a:gd name="T4" fmla="*/ 9 w 22"/>
                <a:gd name="T5" fmla="*/ 0 h 9"/>
                <a:gd name="T6" fmla="*/ 21 w 22"/>
                <a:gd name="T7" fmla="*/ 5 h 9"/>
                <a:gd name="T8" fmla="*/ 13 w 22"/>
                <a:gd name="T9" fmla="*/ 9 h 9"/>
              </a:gdLst>
              <a:ahLst/>
              <a:cxnLst>
                <a:cxn ang="0">
                  <a:pos x="T0" y="T1"/>
                </a:cxn>
                <a:cxn ang="0">
                  <a:pos x="T2" y="T3"/>
                </a:cxn>
                <a:cxn ang="0">
                  <a:pos x="T4" y="T5"/>
                </a:cxn>
                <a:cxn ang="0">
                  <a:pos x="T6" y="T7"/>
                </a:cxn>
                <a:cxn ang="0">
                  <a:pos x="T8" y="T9"/>
                </a:cxn>
              </a:cxnLst>
              <a:rect l="0" t="0" r="r" b="b"/>
              <a:pathLst>
                <a:path w="22" h="9">
                  <a:moveTo>
                    <a:pt x="13" y="9"/>
                  </a:moveTo>
                  <a:cubicBezTo>
                    <a:pt x="8" y="9"/>
                    <a:pt x="2" y="7"/>
                    <a:pt x="1" y="5"/>
                  </a:cubicBezTo>
                  <a:cubicBezTo>
                    <a:pt x="0" y="2"/>
                    <a:pt x="3" y="0"/>
                    <a:pt x="9" y="0"/>
                  </a:cubicBezTo>
                  <a:cubicBezTo>
                    <a:pt x="14" y="0"/>
                    <a:pt x="20" y="2"/>
                    <a:pt x="21" y="5"/>
                  </a:cubicBezTo>
                  <a:cubicBezTo>
                    <a:pt x="22" y="7"/>
                    <a:pt x="19" y="9"/>
                    <a:pt x="13" y="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 name="Freeform 436"/>
            <p:cNvSpPr>
              <a:spLocks noEditPoints="1"/>
            </p:cNvSpPr>
            <p:nvPr/>
          </p:nvSpPr>
          <p:spPr bwMode="auto">
            <a:xfrm>
              <a:off x="6729413" y="5140325"/>
              <a:ext cx="73025" cy="26988"/>
            </a:xfrm>
            <a:custGeom>
              <a:avLst/>
              <a:gdLst>
                <a:gd name="T0" fmla="*/ 11 w 26"/>
                <a:gd name="T1" fmla="*/ 1 h 10"/>
                <a:gd name="T2" fmla="*/ 22 w 26"/>
                <a:gd name="T3" fmla="*/ 5 h 10"/>
                <a:gd name="T4" fmla="*/ 15 w 26"/>
                <a:gd name="T5" fmla="*/ 9 h 10"/>
                <a:gd name="T6" fmla="*/ 4 w 26"/>
                <a:gd name="T7" fmla="*/ 5 h 10"/>
                <a:gd name="T8" fmla="*/ 11 w 26"/>
                <a:gd name="T9" fmla="*/ 1 h 10"/>
                <a:gd name="T10" fmla="*/ 10 w 26"/>
                <a:gd name="T11" fmla="*/ 0 h 10"/>
                <a:gd name="T12" fmla="*/ 1 w 26"/>
                <a:gd name="T13" fmla="*/ 5 h 10"/>
                <a:gd name="T14" fmla="*/ 15 w 26"/>
                <a:gd name="T15" fmla="*/ 10 h 10"/>
                <a:gd name="T16" fmla="*/ 24 w 26"/>
                <a:gd name="T17" fmla="*/ 5 h 10"/>
                <a:gd name="T18" fmla="*/ 10 w 26"/>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0">
                  <a:moveTo>
                    <a:pt x="11" y="1"/>
                  </a:moveTo>
                  <a:cubicBezTo>
                    <a:pt x="16" y="1"/>
                    <a:pt x="21" y="3"/>
                    <a:pt x="22" y="5"/>
                  </a:cubicBezTo>
                  <a:cubicBezTo>
                    <a:pt x="23" y="7"/>
                    <a:pt x="20" y="9"/>
                    <a:pt x="15" y="9"/>
                  </a:cubicBezTo>
                  <a:cubicBezTo>
                    <a:pt x="10" y="9"/>
                    <a:pt x="5" y="7"/>
                    <a:pt x="4" y="5"/>
                  </a:cubicBezTo>
                  <a:cubicBezTo>
                    <a:pt x="3" y="3"/>
                    <a:pt x="6" y="1"/>
                    <a:pt x="11" y="1"/>
                  </a:cubicBezTo>
                  <a:moveTo>
                    <a:pt x="10" y="0"/>
                  </a:moveTo>
                  <a:cubicBezTo>
                    <a:pt x="4" y="0"/>
                    <a:pt x="0" y="2"/>
                    <a:pt x="1" y="5"/>
                  </a:cubicBezTo>
                  <a:cubicBezTo>
                    <a:pt x="3" y="8"/>
                    <a:pt x="9" y="10"/>
                    <a:pt x="15" y="10"/>
                  </a:cubicBezTo>
                  <a:cubicBezTo>
                    <a:pt x="22" y="10"/>
                    <a:pt x="26" y="8"/>
                    <a:pt x="24" y="5"/>
                  </a:cubicBezTo>
                  <a:cubicBezTo>
                    <a:pt x="23" y="2"/>
                    <a:pt x="17" y="0"/>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 name="Freeform 437"/>
            <p:cNvSpPr>
              <a:spLocks/>
            </p:cNvSpPr>
            <p:nvPr/>
          </p:nvSpPr>
          <p:spPr bwMode="auto">
            <a:xfrm>
              <a:off x="7029450" y="5513388"/>
              <a:ext cx="63500" cy="26988"/>
            </a:xfrm>
            <a:custGeom>
              <a:avLst/>
              <a:gdLst>
                <a:gd name="T0" fmla="*/ 14 w 23"/>
                <a:gd name="T1" fmla="*/ 10 h 10"/>
                <a:gd name="T2" fmla="*/ 1 w 23"/>
                <a:gd name="T3" fmla="*/ 5 h 10"/>
                <a:gd name="T4" fmla="*/ 9 w 23"/>
                <a:gd name="T5" fmla="*/ 0 h 10"/>
                <a:gd name="T6" fmla="*/ 22 w 23"/>
                <a:gd name="T7" fmla="*/ 5 h 10"/>
                <a:gd name="T8" fmla="*/ 14 w 23"/>
                <a:gd name="T9" fmla="*/ 10 h 10"/>
              </a:gdLst>
              <a:ahLst/>
              <a:cxnLst>
                <a:cxn ang="0">
                  <a:pos x="T0" y="T1"/>
                </a:cxn>
                <a:cxn ang="0">
                  <a:pos x="T2" y="T3"/>
                </a:cxn>
                <a:cxn ang="0">
                  <a:pos x="T4" y="T5"/>
                </a:cxn>
                <a:cxn ang="0">
                  <a:pos x="T6" y="T7"/>
                </a:cxn>
                <a:cxn ang="0">
                  <a:pos x="T8" y="T9"/>
                </a:cxn>
              </a:cxnLst>
              <a:rect l="0" t="0" r="r" b="b"/>
              <a:pathLst>
                <a:path w="23" h="10">
                  <a:moveTo>
                    <a:pt x="14" y="10"/>
                  </a:moveTo>
                  <a:cubicBezTo>
                    <a:pt x="8" y="10"/>
                    <a:pt x="2" y="7"/>
                    <a:pt x="1" y="5"/>
                  </a:cubicBezTo>
                  <a:cubicBezTo>
                    <a:pt x="0" y="2"/>
                    <a:pt x="4" y="0"/>
                    <a:pt x="9" y="0"/>
                  </a:cubicBezTo>
                  <a:cubicBezTo>
                    <a:pt x="15" y="0"/>
                    <a:pt x="21" y="2"/>
                    <a:pt x="22" y="5"/>
                  </a:cubicBezTo>
                  <a:cubicBezTo>
                    <a:pt x="23" y="7"/>
                    <a:pt x="20" y="10"/>
                    <a:pt x="14" y="10"/>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 name="Freeform 438"/>
            <p:cNvSpPr>
              <a:spLocks noEditPoints="1"/>
            </p:cNvSpPr>
            <p:nvPr/>
          </p:nvSpPr>
          <p:spPr bwMode="auto">
            <a:xfrm>
              <a:off x="7023100" y="5510213"/>
              <a:ext cx="76200" cy="30163"/>
            </a:xfrm>
            <a:custGeom>
              <a:avLst/>
              <a:gdLst>
                <a:gd name="T0" fmla="*/ 12 w 27"/>
                <a:gd name="T1" fmla="*/ 2 h 11"/>
                <a:gd name="T2" fmla="*/ 23 w 27"/>
                <a:gd name="T3" fmla="*/ 6 h 11"/>
                <a:gd name="T4" fmla="*/ 16 w 27"/>
                <a:gd name="T5" fmla="*/ 10 h 11"/>
                <a:gd name="T6" fmla="*/ 5 w 27"/>
                <a:gd name="T7" fmla="*/ 6 h 11"/>
                <a:gd name="T8" fmla="*/ 12 w 27"/>
                <a:gd name="T9" fmla="*/ 2 h 11"/>
                <a:gd name="T10" fmla="*/ 11 w 27"/>
                <a:gd name="T11" fmla="*/ 1 h 11"/>
                <a:gd name="T12" fmla="*/ 2 w 27"/>
                <a:gd name="T13" fmla="*/ 6 h 11"/>
                <a:gd name="T14" fmla="*/ 16 w 27"/>
                <a:gd name="T15" fmla="*/ 11 h 11"/>
                <a:gd name="T16" fmla="*/ 25 w 27"/>
                <a:gd name="T17" fmla="*/ 6 h 11"/>
                <a:gd name="T18" fmla="*/ 11 w 27"/>
                <a:gd name="T19"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1">
                  <a:moveTo>
                    <a:pt x="12" y="2"/>
                  </a:moveTo>
                  <a:cubicBezTo>
                    <a:pt x="17" y="2"/>
                    <a:pt x="22" y="4"/>
                    <a:pt x="23" y="6"/>
                  </a:cubicBezTo>
                  <a:cubicBezTo>
                    <a:pt x="24" y="8"/>
                    <a:pt x="21" y="10"/>
                    <a:pt x="16" y="10"/>
                  </a:cubicBezTo>
                  <a:cubicBezTo>
                    <a:pt x="11" y="10"/>
                    <a:pt x="6" y="8"/>
                    <a:pt x="5" y="6"/>
                  </a:cubicBezTo>
                  <a:cubicBezTo>
                    <a:pt x="3" y="4"/>
                    <a:pt x="7" y="2"/>
                    <a:pt x="12" y="2"/>
                  </a:cubicBezTo>
                  <a:moveTo>
                    <a:pt x="11" y="1"/>
                  </a:moveTo>
                  <a:cubicBezTo>
                    <a:pt x="5" y="1"/>
                    <a:pt x="0" y="3"/>
                    <a:pt x="2" y="6"/>
                  </a:cubicBezTo>
                  <a:cubicBezTo>
                    <a:pt x="3" y="9"/>
                    <a:pt x="10" y="11"/>
                    <a:pt x="16" y="11"/>
                  </a:cubicBezTo>
                  <a:cubicBezTo>
                    <a:pt x="23" y="11"/>
                    <a:pt x="27" y="9"/>
                    <a:pt x="25" y="6"/>
                  </a:cubicBezTo>
                  <a:cubicBezTo>
                    <a:pt x="24" y="3"/>
                    <a:pt x="18" y="0"/>
                    <a:pt x="11"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 name="Freeform 439"/>
            <p:cNvSpPr>
              <a:spLocks/>
            </p:cNvSpPr>
            <p:nvPr/>
          </p:nvSpPr>
          <p:spPr bwMode="auto">
            <a:xfrm>
              <a:off x="5453063" y="4668838"/>
              <a:ext cx="50800" cy="26988"/>
            </a:xfrm>
            <a:custGeom>
              <a:avLst/>
              <a:gdLst>
                <a:gd name="T0" fmla="*/ 11 w 18"/>
                <a:gd name="T1" fmla="*/ 10 h 10"/>
                <a:gd name="T2" fmla="*/ 0 w 18"/>
                <a:gd name="T3" fmla="*/ 5 h 10"/>
                <a:gd name="T4" fmla="*/ 7 w 18"/>
                <a:gd name="T5" fmla="*/ 0 h 10"/>
                <a:gd name="T6" fmla="*/ 17 w 18"/>
                <a:gd name="T7" fmla="*/ 5 h 10"/>
                <a:gd name="T8" fmla="*/ 11 w 18"/>
                <a:gd name="T9" fmla="*/ 10 h 10"/>
              </a:gdLst>
              <a:ahLst/>
              <a:cxnLst>
                <a:cxn ang="0">
                  <a:pos x="T0" y="T1"/>
                </a:cxn>
                <a:cxn ang="0">
                  <a:pos x="T2" y="T3"/>
                </a:cxn>
                <a:cxn ang="0">
                  <a:pos x="T4" y="T5"/>
                </a:cxn>
                <a:cxn ang="0">
                  <a:pos x="T6" y="T7"/>
                </a:cxn>
                <a:cxn ang="0">
                  <a:pos x="T8" y="T9"/>
                </a:cxn>
              </a:cxnLst>
              <a:rect l="0" t="0" r="r" b="b"/>
              <a:pathLst>
                <a:path w="18" h="10">
                  <a:moveTo>
                    <a:pt x="11" y="10"/>
                  </a:moveTo>
                  <a:cubicBezTo>
                    <a:pt x="6" y="10"/>
                    <a:pt x="1" y="8"/>
                    <a:pt x="0" y="5"/>
                  </a:cubicBezTo>
                  <a:cubicBezTo>
                    <a:pt x="0" y="2"/>
                    <a:pt x="3" y="0"/>
                    <a:pt x="7" y="0"/>
                  </a:cubicBezTo>
                  <a:cubicBezTo>
                    <a:pt x="12" y="0"/>
                    <a:pt x="16" y="2"/>
                    <a:pt x="17" y="5"/>
                  </a:cubicBezTo>
                  <a:cubicBezTo>
                    <a:pt x="18" y="8"/>
                    <a:pt x="15" y="10"/>
                    <a:pt x="11" y="10"/>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 name="Freeform 440"/>
            <p:cNvSpPr>
              <a:spLocks noEditPoints="1"/>
            </p:cNvSpPr>
            <p:nvPr/>
          </p:nvSpPr>
          <p:spPr bwMode="auto">
            <a:xfrm>
              <a:off x="5448300" y="4665663"/>
              <a:ext cx="61913" cy="33338"/>
            </a:xfrm>
            <a:custGeom>
              <a:avLst/>
              <a:gdLst>
                <a:gd name="T0" fmla="*/ 9 w 22"/>
                <a:gd name="T1" fmla="*/ 2 h 12"/>
                <a:gd name="T2" fmla="*/ 18 w 22"/>
                <a:gd name="T3" fmla="*/ 6 h 12"/>
                <a:gd name="T4" fmla="*/ 12 w 22"/>
                <a:gd name="T5" fmla="*/ 11 h 12"/>
                <a:gd name="T6" fmla="*/ 4 w 22"/>
                <a:gd name="T7" fmla="*/ 6 h 12"/>
                <a:gd name="T8" fmla="*/ 9 w 22"/>
                <a:gd name="T9" fmla="*/ 2 h 12"/>
                <a:gd name="T10" fmla="*/ 9 w 22"/>
                <a:gd name="T11" fmla="*/ 0 h 12"/>
                <a:gd name="T12" fmla="*/ 1 w 22"/>
                <a:gd name="T13" fmla="*/ 6 h 12"/>
                <a:gd name="T14" fmla="*/ 13 w 22"/>
                <a:gd name="T15" fmla="*/ 12 h 12"/>
                <a:gd name="T16" fmla="*/ 21 w 22"/>
                <a:gd name="T17" fmla="*/ 6 h 12"/>
                <a:gd name="T18" fmla="*/ 9 w 22"/>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9" y="2"/>
                  </a:moveTo>
                  <a:cubicBezTo>
                    <a:pt x="14" y="2"/>
                    <a:pt x="17" y="4"/>
                    <a:pt x="18" y="6"/>
                  </a:cubicBezTo>
                  <a:cubicBezTo>
                    <a:pt x="19" y="9"/>
                    <a:pt x="16" y="11"/>
                    <a:pt x="12" y="11"/>
                  </a:cubicBezTo>
                  <a:cubicBezTo>
                    <a:pt x="8" y="11"/>
                    <a:pt x="4" y="9"/>
                    <a:pt x="4" y="6"/>
                  </a:cubicBezTo>
                  <a:cubicBezTo>
                    <a:pt x="3" y="4"/>
                    <a:pt x="5" y="2"/>
                    <a:pt x="9" y="2"/>
                  </a:cubicBezTo>
                  <a:moveTo>
                    <a:pt x="9" y="0"/>
                  </a:moveTo>
                  <a:cubicBezTo>
                    <a:pt x="4" y="0"/>
                    <a:pt x="0" y="3"/>
                    <a:pt x="1" y="6"/>
                  </a:cubicBezTo>
                  <a:cubicBezTo>
                    <a:pt x="2" y="9"/>
                    <a:pt x="8" y="12"/>
                    <a:pt x="13" y="12"/>
                  </a:cubicBezTo>
                  <a:cubicBezTo>
                    <a:pt x="18" y="12"/>
                    <a:pt x="22" y="9"/>
                    <a:pt x="21" y="6"/>
                  </a:cubicBezTo>
                  <a:cubicBezTo>
                    <a:pt x="19" y="3"/>
                    <a:pt x="14" y="0"/>
                    <a:pt x="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 name="Freeform 441"/>
            <p:cNvSpPr>
              <a:spLocks/>
            </p:cNvSpPr>
            <p:nvPr/>
          </p:nvSpPr>
          <p:spPr bwMode="auto">
            <a:xfrm>
              <a:off x="6454775" y="4732338"/>
              <a:ext cx="103188" cy="46038"/>
            </a:xfrm>
            <a:custGeom>
              <a:avLst/>
              <a:gdLst>
                <a:gd name="T0" fmla="*/ 22 w 37"/>
                <a:gd name="T1" fmla="*/ 16 h 16"/>
                <a:gd name="T2" fmla="*/ 2 w 37"/>
                <a:gd name="T3" fmla="*/ 8 h 16"/>
                <a:gd name="T4" fmla="*/ 14 w 37"/>
                <a:gd name="T5" fmla="*/ 0 h 16"/>
                <a:gd name="T6" fmla="*/ 35 w 37"/>
                <a:gd name="T7" fmla="*/ 8 h 16"/>
                <a:gd name="T8" fmla="*/ 22 w 37"/>
                <a:gd name="T9" fmla="*/ 16 h 16"/>
              </a:gdLst>
              <a:ahLst/>
              <a:cxnLst>
                <a:cxn ang="0">
                  <a:pos x="T0" y="T1"/>
                </a:cxn>
                <a:cxn ang="0">
                  <a:pos x="T2" y="T3"/>
                </a:cxn>
                <a:cxn ang="0">
                  <a:pos x="T4" y="T5"/>
                </a:cxn>
                <a:cxn ang="0">
                  <a:pos x="T6" y="T7"/>
                </a:cxn>
                <a:cxn ang="0">
                  <a:pos x="T8" y="T9"/>
                </a:cxn>
              </a:cxnLst>
              <a:rect l="0" t="0" r="r" b="b"/>
              <a:pathLst>
                <a:path w="37" h="16">
                  <a:moveTo>
                    <a:pt x="22" y="16"/>
                  </a:moveTo>
                  <a:cubicBezTo>
                    <a:pt x="13" y="16"/>
                    <a:pt x="4" y="13"/>
                    <a:pt x="2" y="8"/>
                  </a:cubicBezTo>
                  <a:cubicBezTo>
                    <a:pt x="0" y="4"/>
                    <a:pt x="5" y="0"/>
                    <a:pt x="14" y="0"/>
                  </a:cubicBezTo>
                  <a:cubicBezTo>
                    <a:pt x="23" y="0"/>
                    <a:pt x="33" y="4"/>
                    <a:pt x="35" y="8"/>
                  </a:cubicBezTo>
                  <a:cubicBezTo>
                    <a:pt x="37" y="13"/>
                    <a:pt x="31" y="16"/>
                    <a:pt x="22" y="16"/>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 name="Freeform 442"/>
            <p:cNvSpPr>
              <a:spLocks noEditPoints="1"/>
            </p:cNvSpPr>
            <p:nvPr/>
          </p:nvSpPr>
          <p:spPr bwMode="auto">
            <a:xfrm>
              <a:off x="6448425" y="4730750"/>
              <a:ext cx="112713" cy="49213"/>
            </a:xfrm>
            <a:custGeom>
              <a:avLst/>
              <a:gdLst>
                <a:gd name="T0" fmla="*/ 17 w 40"/>
                <a:gd name="T1" fmla="*/ 2 h 18"/>
                <a:gd name="T2" fmla="*/ 35 w 40"/>
                <a:gd name="T3" fmla="*/ 9 h 18"/>
                <a:gd name="T4" fmla="*/ 24 w 40"/>
                <a:gd name="T5" fmla="*/ 17 h 18"/>
                <a:gd name="T6" fmla="*/ 5 w 40"/>
                <a:gd name="T7" fmla="*/ 9 h 18"/>
                <a:gd name="T8" fmla="*/ 17 w 40"/>
                <a:gd name="T9" fmla="*/ 2 h 18"/>
                <a:gd name="T10" fmla="*/ 16 w 40"/>
                <a:gd name="T11" fmla="*/ 0 h 18"/>
                <a:gd name="T12" fmla="*/ 3 w 40"/>
                <a:gd name="T13" fmla="*/ 9 h 18"/>
                <a:gd name="T14" fmla="*/ 24 w 40"/>
                <a:gd name="T15" fmla="*/ 18 h 18"/>
                <a:gd name="T16" fmla="*/ 38 w 40"/>
                <a:gd name="T17" fmla="*/ 9 h 18"/>
                <a:gd name="T18" fmla="*/ 16 w 40"/>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18">
                  <a:moveTo>
                    <a:pt x="17" y="2"/>
                  </a:moveTo>
                  <a:cubicBezTo>
                    <a:pt x="25" y="2"/>
                    <a:pt x="33" y="5"/>
                    <a:pt x="35" y="9"/>
                  </a:cubicBezTo>
                  <a:cubicBezTo>
                    <a:pt x="37" y="13"/>
                    <a:pt x="32" y="17"/>
                    <a:pt x="24" y="17"/>
                  </a:cubicBezTo>
                  <a:cubicBezTo>
                    <a:pt x="15" y="17"/>
                    <a:pt x="7" y="13"/>
                    <a:pt x="5" y="9"/>
                  </a:cubicBezTo>
                  <a:cubicBezTo>
                    <a:pt x="3" y="5"/>
                    <a:pt x="8" y="2"/>
                    <a:pt x="17" y="2"/>
                  </a:cubicBezTo>
                  <a:moveTo>
                    <a:pt x="16" y="0"/>
                  </a:moveTo>
                  <a:cubicBezTo>
                    <a:pt x="6" y="0"/>
                    <a:pt x="0" y="4"/>
                    <a:pt x="3" y="9"/>
                  </a:cubicBezTo>
                  <a:cubicBezTo>
                    <a:pt x="5" y="14"/>
                    <a:pt x="14" y="18"/>
                    <a:pt x="24" y="18"/>
                  </a:cubicBezTo>
                  <a:cubicBezTo>
                    <a:pt x="34" y="18"/>
                    <a:pt x="40" y="14"/>
                    <a:pt x="38" y="9"/>
                  </a:cubicBezTo>
                  <a:cubicBezTo>
                    <a:pt x="36" y="4"/>
                    <a:pt x="26" y="0"/>
                    <a:pt x="1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 name="Freeform 443"/>
            <p:cNvSpPr>
              <a:spLocks/>
            </p:cNvSpPr>
            <p:nvPr/>
          </p:nvSpPr>
          <p:spPr bwMode="auto">
            <a:xfrm>
              <a:off x="5562600" y="4691063"/>
              <a:ext cx="128588" cy="66675"/>
            </a:xfrm>
            <a:custGeom>
              <a:avLst/>
              <a:gdLst>
                <a:gd name="T0" fmla="*/ 27 w 46"/>
                <a:gd name="T1" fmla="*/ 24 h 24"/>
                <a:gd name="T2" fmla="*/ 3 w 46"/>
                <a:gd name="T3" fmla="*/ 12 h 24"/>
                <a:gd name="T4" fmla="*/ 19 w 46"/>
                <a:gd name="T5" fmla="*/ 0 h 24"/>
                <a:gd name="T6" fmla="*/ 44 w 46"/>
                <a:gd name="T7" fmla="*/ 12 h 24"/>
                <a:gd name="T8" fmla="*/ 27 w 46"/>
                <a:gd name="T9" fmla="*/ 24 h 24"/>
              </a:gdLst>
              <a:ahLst/>
              <a:cxnLst>
                <a:cxn ang="0">
                  <a:pos x="T0" y="T1"/>
                </a:cxn>
                <a:cxn ang="0">
                  <a:pos x="T2" y="T3"/>
                </a:cxn>
                <a:cxn ang="0">
                  <a:pos x="T4" y="T5"/>
                </a:cxn>
                <a:cxn ang="0">
                  <a:pos x="T6" y="T7"/>
                </a:cxn>
                <a:cxn ang="0">
                  <a:pos x="T8" y="T9"/>
                </a:cxn>
              </a:cxnLst>
              <a:rect l="0" t="0" r="r" b="b"/>
              <a:pathLst>
                <a:path w="46" h="24">
                  <a:moveTo>
                    <a:pt x="27" y="24"/>
                  </a:moveTo>
                  <a:cubicBezTo>
                    <a:pt x="16" y="24"/>
                    <a:pt x="5" y="19"/>
                    <a:pt x="3" y="12"/>
                  </a:cubicBezTo>
                  <a:cubicBezTo>
                    <a:pt x="0" y="6"/>
                    <a:pt x="8" y="0"/>
                    <a:pt x="19" y="0"/>
                  </a:cubicBezTo>
                  <a:cubicBezTo>
                    <a:pt x="30" y="0"/>
                    <a:pt x="41" y="6"/>
                    <a:pt x="44" y="12"/>
                  </a:cubicBezTo>
                  <a:cubicBezTo>
                    <a:pt x="46" y="18"/>
                    <a:pt x="39" y="24"/>
                    <a:pt x="27" y="24"/>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 name="Freeform 444"/>
            <p:cNvSpPr>
              <a:spLocks noEditPoints="1"/>
            </p:cNvSpPr>
            <p:nvPr/>
          </p:nvSpPr>
          <p:spPr bwMode="auto">
            <a:xfrm>
              <a:off x="5559425" y="4691063"/>
              <a:ext cx="134938" cy="66675"/>
            </a:xfrm>
            <a:custGeom>
              <a:avLst/>
              <a:gdLst>
                <a:gd name="T0" fmla="*/ 20 w 48"/>
                <a:gd name="T1" fmla="*/ 1 h 24"/>
                <a:gd name="T2" fmla="*/ 44 w 48"/>
                <a:gd name="T3" fmla="*/ 12 h 24"/>
                <a:gd name="T4" fmla="*/ 28 w 48"/>
                <a:gd name="T5" fmla="*/ 23 h 24"/>
                <a:gd name="T6" fmla="*/ 5 w 48"/>
                <a:gd name="T7" fmla="*/ 12 h 24"/>
                <a:gd name="T8" fmla="*/ 20 w 48"/>
                <a:gd name="T9" fmla="*/ 1 h 24"/>
                <a:gd name="T10" fmla="*/ 20 w 48"/>
                <a:gd name="T11" fmla="*/ 0 h 24"/>
                <a:gd name="T12" fmla="*/ 3 w 48"/>
                <a:gd name="T13" fmla="*/ 12 h 24"/>
                <a:gd name="T14" fmla="*/ 29 w 48"/>
                <a:gd name="T15" fmla="*/ 24 h 24"/>
                <a:gd name="T16" fmla="*/ 46 w 48"/>
                <a:gd name="T17" fmla="*/ 12 h 24"/>
                <a:gd name="T18" fmla="*/ 20 w 48"/>
                <a:gd name="T1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24">
                  <a:moveTo>
                    <a:pt x="20" y="1"/>
                  </a:moveTo>
                  <a:cubicBezTo>
                    <a:pt x="31" y="1"/>
                    <a:pt x="41" y="6"/>
                    <a:pt x="44" y="12"/>
                  </a:cubicBezTo>
                  <a:cubicBezTo>
                    <a:pt x="46" y="18"/>
                    <a:pt x="39" y="23"/>
                    <a:pt x="28" y="23"/>
                  </a:cubicBezTo>
                  <a:cubicBezTo>
                    <a:pt x="17" y="23"/>
                    <a:pt x="7" y="18"/>
                    <a:pt x="5" y="12"/>
                  </a:cubicBezTo>
                  <a:cubicBezTo>
                    <a:pt x="3" y="6"/>
                    <a:pt x="10" y="1"/>
                    <a:pt x="20" y="1"/>
                  </a:cubicBezTo>
                  <a:moveTo>
                    <a:pt x="20" y="0"/>
                  </a:moveTo>
                  <a:cubicBezTo>
                    <a:pt x="8" y="0"/>
                    <a:pt x="0" y="5"/>
                    <a:pt x="3" y="12"/>
                  </a:cubicBezTo>
                  <a:cubicBezTo>
                    <a:pt x="5" y="19"/>
                    <a:pt x="17" y="24"/>
                    <a:pt x="29" y="24"/>
                  </a:cubicBezTo>
                  <a:cubicBezTo>
                    <a:pt x="41" y="24"/>
                    <a:pt x="48" y="19"/>
                    <a:pt x="46" y="12"/>
                  </a:cubicBezTo>
                  <a:cubicBezTo>
                    <a:pt x="43" y="5"/>
                    <a:pt x="32" y="0"/>
                    <a:pt x="2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 name="Freeform 445"/>
            <p:cNvSpPr>
              <a:spLocks/>
            </p:cNvSpPr>
            <p:nvPr/>
          </p:nvSpPr>
          <p:spPr bwMode="auto">
            <a:xfrm>
              <a:off x="6745288" y="5273675"/>
              <a:ext cx="61913" cy="25400"/>
            </a:xfrm>
            <a:custGeom>
              <a:avLst/>
              <a:gdLst>
                <a:gd name="T0" fmla="*/ 13 w 22"/>
                <a:gd name="T1" fmla="*/ 9 h 9"/>
                <a:gd name="T2" fmla="*/ 1 w 22"/>
                <a:gd name="T3" fmla="*/ 4 h 9"/>
                <a:gd name="T4" fmla="*/ 9 w 22"/>
                <a:gd name="T5" fmla="*/ 0 h 9"/>
                <a:gd name="T6" fmla="*/ 21 w 22"/>
                <a:gd name="T7" fmla="*/ 4 h 9"/>
                <a:gd name="T8" fmla="*/ 13 w 22"/>
                <a:gd name="T9" fmla="*/ 9 h 9"/>
              </a:gdLst>
              <a:ahLst/>
              <a:cxnLst>
                <a:cxn ang="0">
                  <a:pos x="T0" y="T1"/>
                </a:cxn>
                <a:cxn ang="0">
                  <a:pos x="T2" y="T3"/>
                </a:cxn>
                <a:cxn ang="0">
                  <a:pos x="T4" y="T5"/>
                </a:cxn>
                <a:cxn ang="0">
                  <a:pos x="T6" y="T7"/>
                </a:cxn>
                <a:cxn ang="0">
                  <a:pos x="T8" y="T9"/>
                </a:cxn>
              </a:cxnLst>
              <a:rect l="0" t="0" r="r" b="b"/>
              <a:pathLst>
                <a:path w="22" h="9">
                  <a:moveTo>
                    <a:pt x="13" y="9"/>
                  </a:moveTo>
                  <a:cubicBezTo>
                    <a:pt x="8" y="9"/>
                    <a:pt x="2" y="7"/>
                    <a:pt x="1" y="4"/>
                  </a:cubicBezTo>
                  <a:cubicBezTo>
                    <a:pt x="0" y="2"/>
                    <a:pt x="3" y="0"/>
                    <a:pt x="9" y="0"/>
                  </a:cubicBezTo>
                  <a:cubicBezTo>
                    <a:pt x="14" y="0"/>
                    <a:pt x="20" y="2"/>
                    <a:pt x="21" y="4"/>
                  </a:cubicBezTo>
                  <a:cubicBezTo>
                    <a:pt x="22" y="7"/>
                    <a:pt x="19" y="9"/>
                    <a:pt x="13" y="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 name="Freeform 446"/>
            <p:cNvSpPr>
              <a:spLocks noEditPoints="1"/>
            </p:cNvSpPr>
            <p:nvPr/>
          </p:nvSpPr>
          <p:spPr bwMode="auto">
            <a:xfrm>
              <a:off x="6740525" y="5272088"/>
              <a:ext cx="73025" cy="26988"/>
            </a:xfrm>
            <a:custGeom>
              <a:avLst/>
              <a:gdLst>
                <a:gd name="T0" fmla="*/ 11 w 26"/>
                <a:gd name="T1" fmla="*/ 1 h 10"/>
                <a:gd name="T2" fmla="*/ 22 w 26"/>
                <a:gd name="T3" fmla="*/ 5 h 10"/>
                <a:gd name="T4" fmla="*/ 15 w 26"/>
                <a:gd name="T5" fmla="*/ 9 h 10"/>
                <a:gd name="T6" fmla="*/ 4 w 26"/>
                <a:gd name="T7" fmla="*/ 5 h 10"/>
                <a:gd name="T8" fmla="*/ 11 w 26"/>
                <a:gd name="T9" fmla="*/ 1 h 10"/>
                <a:gd name="T10" fmla="*/ 11 w 26"/>
                <a:gd name="T11" fmla="*/ 0 h 10"/>
                <a:gd name="T12" fmla="*/ 2 w 26"/>
                <a:gd name="T13" fmla="*/ 5 h 10"/>
                <a:gd name="T14" fmla="*/ 16 w 26"/>
                <a:gd name="T15" fmla="*/ 10 h 10"/>
                <a:gd name="T16" fmla="*/ 25 w 26"/>
                <a:gd name="T17" fmla="*/ 5 h 10"/>
                <a:gd name="T18" fmla="*/ 11 w 26"/>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0">
                  <a:moveTo>
                    <a:pt x="11" y="1"/>
                  </a:moveTo>
                  <a:cubicBezTo>
                    <a:pt x="16" y="1"/>
                    <a:pt x="21" y="3"/>
                    <a:pt x="22" y="5"/>
                  </a:cubicBezTo>
                  <a:cubicBezTo>
                    <a:pt x="23" y="7"/>
                    <a:pt x="20" y="9"/>
                    <a:pt x="15" y="9"/>
                  </a:cubicBezTo>
                  <a:cubicBezTo>
                    <a:pt x="10" y="9"/>
                    <a:pt x="5" y="7"/>
                    <a:pt x="4" y="5"/>
                  </a:cubicBezTo>
                  <a:cubicBezTo>
                    <a:pt x="3" y="3"/>
                    <a:pt x="6" y="1"/>
                    <a:pt x="11" y="1"/>
                  </a:cubicBezTo>
                  <a:moveTo>
                    <a:pt x="11" y="0"/>
                  </a:moveTo>
                  <a:cubicBezTo>
                    <a:pt x="4" y="0"/>
                    <a:pt x="0" y="2"/>
                    <a:pt x="2" y="5"/>
                  </a:cubicBezTo>
                  <a:cubicBezTo>
                    <a:pt x="3" y="8"/>
                    <a:pt x="9" y="10"/>
                    <a:pt x="16" y="10"/>
                  </a:cubicBezTo>
                  <a:cubicBezTo>
                    <a:pt x="22" y="10"/>
                    <a:pt x="26" y="8"/>
                    <a:pt x="25" y="5"/>
                  </a:cubicBezTo>
                  <a:cubicBezTo>
                    <a:pt x="23" y="2"/>
                    <a:pt x="17" y="0"/>
                    <a:pt x="1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 name="Freeform 447"/>
            <p:cNvSpPr>
              <a:spLocks/>
            </p:cNvSpPr>
            <p:nvPr/>
          </p:nvSpPr>
          <p:spPr bwMode="auto">
            <a:xfrm>
              <a:off x="6554788" y="5203825"/>
              <a:ext cx="61913" cy="25400"/>
            </a:xfrm>
            <a:custGeom>
              <a:avLst/>
              <a:gdLst>
                <a:gd name="T0" fmla="*/ 13 w 22"/>
                <a:gd name="T1" fmla="*/ 9 h 9"/>
                <a:gd name="T2" fmla="*/ 1 w 22"/>
                <a:gd name="T3" fmla="*/ 4 h 9"/>
                <a:gd name="T4" fmla="*/ 9 w 22"/>
                <a:gd name="T5" fmla="*/ 0 h 9"/>
                <a:gd name="T6" fmla="*/ 21 w 22"/>
                <a:gd name="T7" fmla="*/ 4 h 9"/>
                <a:gd name="T8" fmla="*/ 13 w 22"/>
                <a:gd name="T9" fmla="*/ 9 h 9"/>
              </a:gdLst>
              <a:ahLst/>
              <a:cxnLst>
                <a:cxn ang="0">
                  <a:pos x="T0" y="T1"/>
                </a:cxn>
                <a:cxn ang="0">
                  <a:pos x="T2" y="T3"/>
                </a:cxn>
                <a:cxn ang="0">
                  <a:pos x="T4" y="T5"/>
                </a:cxn>
                <a:cxn ang="0">
                  <a:pos x="T6" y="T7"/>
                </a:cxn>
                <a:cxn ang="0">
                  <a:pos x="T8" y="T9"/>
                </a:cxn>
              </a:cxnLst>
              <a:rect l="0" t="0" r="r" b="b"/>
              <a:pathLst>
                <a:path w="22" h="9">
                  <a:moveTo>
                    <a:pt x="13" y="9"/>
                  </a:moveTo>
                  <a:cubicBezTo>
                    <a:pt x="8" y="9"/>
                    <a:pt x="2" y="7"/>
                    <a:pt x="1" y="4"/>
                  </a:cubicBezTo>
                  <a:cubicBezTo>
                    <a:pt x="0" y="2"/>
                    <a:pt x="3" y="0"/>
                    <a:pt x="9" y="0"/>
                  </a:cubicBezTo>
                  <a:cubicBezTo>
                    <a:pt x="14" y="0"/>
                    <a:pt x="20" y="2"/>
                    <a:pt x="21" y="4"/>
                  </a:cubicBezTo>
                  <a:cubicBezTo>
                    <a:pt x="22" y="7"/>
                    <a:pt x="19" y="9"/>
                    <a:pt x="13" y="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 name="Freeform 448"/>
            <p:cNvSpPr>
              <a:spLocks noEditPoints="1"/>
            </p:cNvSpPr>
            <p:nvPr/>
          </p:nvSpPr>
          <p:spPr bwMode="auto">
            <a:xfrm>
              <a:off x="6550025" y="5200650"/>
              <a:ext cx="73025" cy="31750"/>
            </a:xfrm>
            <a:custGeom>
              <a:avLst/>
              <a:gdLst>
                <a:gd name="T0" fmla="*/ 11 w 26"/>
                <a:gd name="T1" fmla="*/ 1 h 11"/>
                <a:gd name="T2" fmla="*/ 22 w 26"/>
                <a:gd name="T3" fmla="*/ 5 h 11"/>
                <a:gd name="T4" fmla="*/ 15 w 26"/>
                <a:gd name="T5" fmla="*/ 9 h 11"/>
                <a:gd name="T6" fmla="*/ 4 w 26"/>
                <a:gd name="T7" fmla="*/ 5 h 11"/>
                <a:gd name="T8" fmla="*/ 11 w 26"/>
                <a:gd name="T9" fmla="*/ 1 h 11"/>
                <a:gd name="T10" fmla="*/ 11 w 26"/>
                <a:gd name="T11" fmla="*/ 0 h 11"/>
                <a:gd name="T12" fmla="*/ 2 w 26"/>
                <a:gd name="T13" fmla="*/ 5 h 11"/>
                <a:gd name="T14" fmla="*/ 15 w 26"/>
                <a:gd name="T15" fmla="*/ 10 h 11"/>
                <a:gd name="T16" fmla="*/ 24 w 26"/>
                <a:gd name="T17" fmla="*/ 5 h 11"/>
                <a:gd name="T18" fmla="*/ 11 w 26"/>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1">
                  <a:moveTo>
                    <a:pt x="11" y="1"/>
                  </a:moveTo>
                  <a:cubicBezTo>
                    <a:pt x="16" y="1"/>
                    <a:pt x="21" y="3"/>
                    <a:pt x="22" y="5"/>
                  </a:cubicBezTo>
                  <a:cubicBezTo>
                    <a:pt x="23" y="8"/>
                    <a:pt x="20" y="9"/>
                    <a:pt x="15" y="9"/>
                  </a:cubicBezTo>
                  <a:cubicBezTo>
                    <a:pt x="10" y="9"/>
                    <a:pt x="5" y="8"/>
                    <a:pt x="4" y="5"/>
                  </a:cubicBezTo>
                  <a:cubicBezTo>
                    <a:pt x="3" y="3"/>
                    <a:pt x="6" y="1"/>
                    <a:pt x="11" y="1"/>
                  </a:cubicBezTo>
                  <a:moveTo>
                    <a:pt x="11" y="0"/>
                  </a:moveTo>
                  <a:cubicBezTo>
                    <a:pt x="4" y="0"/>
                    <a:pt x="0" y="3"/>
                    <a:pt x="2" y="5"/>
                  </a:cubicBezTo>
                  <a:cubicBezTo>
                    <a:pt x="3" y="8"/>
                    <a:pt x="9" y="11"/>
                    <a:pt x="15" y="10"/>
                  </a:cubicBezTo>
                  <a:cubicBezTo>
                    <a:pt x="22" y="10"/>
                    <a:pt x="26" y="8"/>
                    <a:pt x="24" y="5"/>
                  </a:cubicBezTo>
                  <a:cubicBezTo>
                    <a:pt x="23" y="3"/>
                    <a:pt x="17" y="0"/>
                    <a:pt x="1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 name="Freeform 449"/>
            <p:cNvSpPr>
              <a:spLocks/>
            </p:cNvSpPr>
            <p:nvPr/>
          </p:nvSpPr>
          <p:spPr bwMode="auto">
            <a:xfrm>
              <a:off x="6338888" y="5116513"/>
              <a:ext cx="61913" cy="28575"/>
            </a:xfrm>
            <a:custGeom>
              <a:avLst/>
              <a:gdLst>
                <a:gd name="T0" fmla="*/ 13 w 22"/>
                <a:gd name="T1" fmla="*/ 10 h 10"/>
                <a:gd name="T2" fmla="*/ 1 w 22"/>
                <a:gd name="T3" fmla="*/ 5 h 10"/>
                <a:gd name="T4" fmla="*/ 9 w 22"/>
                <a:gd name="T5" fmla="*/ 1 h 10"/>
                <a:gd name="T6" fmla="*/ 20 w 22"/>
                <a:gd name="T7" fmla="*/ 5 h 10"/>
                <a:gd name="T8" fmla="*/ 13 w 22"/>
                <a:gd name="T9" fmla="*/ 10 h 10"/>
              </a:gdLst>
              <a:ahLst/>
              <a:cxnLst>
                <a:cxn ang="0">
                  <a:pos x="T0" y="T1"/>
                </a:cxn>
                <a:cxn ang="0">
                  <a:pos x="T2" y="T3"/>
                </a:cxn>
                <a:cxn ang="0">
                  <a:pos x="T4" y="T5"/>
                </a:cxn>
                <a:cxn ang="0">
                  <a:pos x="T6" y="T7"/>
                </a:cxn>
                <a:cxn ang="0">
                  <a:pos x="T8" y="T9"/>
                </a:cxn>
              </a:cxnLst>
              <a:rect l="0" t="0" r="r" b="b"/>
              <a:pathLst>
                <a:path w="22" h="10">
                  <a:moveTo>
                    <a:pt x="13" y="10"/>
                  </a:moveTo>
                  <a:cubicBezTo>
                    <a:pt x="7" y="10"/>
                    <a:pt x="2" y="8"/>
                    <a:pt x="1" y="5"/>
                  </a:cubicBezTo>
                  <a:cubicBezTo>
                    <a:pt x="0" y="3"/>
                    <a:pt x="3" y="1"/>
                    <a:pt x="9" y="1"/>
                  </a:cubicBezTo>
                  <a:cubicBezTo>
                    <a:pt x="14" y="0"/>
                    <a:pt x="19" y="2"/>
                    <a:pt x="20" y="5"/>
                  </a:cubicBezTo>
                  <a:cubicBezTo>
                    <a:pt x="22" y="7"/>
                    <a:pt x="18" y="10"/>
                    <a:pt x="13" y="10"/>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 name="Freeform 450"/>
            <p:cNvSpPr>
              <a:spLocks noEditPoints="1"/>
            </p:cNvSpPr>
            <p:nvPr/>
          </p:nvSpPr>
          <p:spPr bwMode="auto">
            <a:xfrm>
              <a:off x="6335713" y="5116513"/>
              <a:ext cx="68263" cy="28575"/>
            </a:xfrm>
            <a:custGeom>
              <a:avLst/>
              <a:gdLst>
                <a:gd name="T0" fmla="*/ 10 w 24"/>
                <a:gd name="T1" fmla="*/ 1 h 10"/>
                <a:gd name="T2" fmla="*/ 20 w 24"/>
                <a:gd name="T3" fmla="*/ 5 h 10"/>
                <a:gd name="T4" fmla="*/ 14 w 24"/>
                <a:gd name="T5" fmla="*/ 9 h 10"/>
                <a:gd name="T6" fmla="*/ 3 w 24"/>
                <a:gd name="T7" fmla="*/ 5 h 10"/>
                <a:gd name="T8" fmla="*/ 10 w 24"/>
                <a:gd name="T9" fmla="*/ 1 h 10"/>
                <a:gd name="T10" fmla="*/ 9 w 24"/>
                <a:gd name="T11" fmla="*/ 0 h 10"/>
                <a:gd name="T12" fmla="*/ 1 w 24"/>
                <a:gd name="T13" fmla="*/ 5 h 10"/>
                <a:gd name="T14" fmla="*/ 14 w 24"/>
                <a:gd name="T15" fmla="*/ 10 h 10"/>
                <a:gd name="T16" fmla="*/ 23 w 24"/>
                <a:gd name="T17" fmla="*/ 5 h 10"/>
                <a:gd name="T18" fmla="*/ 9 w 24"/>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10">
                  <a:moveTo>
                    <a:pt x="10" y="1"/>
                  </a:moveTo>
                  <a:cubicBezTo>
                    <a:pt x="15" y="1"/>
                    <a:pt x="19" y="3"/>
                    <a:pt x="20" y="5"/>
                  </a:cubicBezTo>
                  <a:cubicBezTo>
                    <a:pt x="21" y="7"/>
                    <a:pt x="18" y="9"/>
                    <a:pt x="14" y="9"/>
                  </a:cubicBezTo>
                  <a:cubicBezTo>
                    <a:pt x="9" y="9"/>
                    <a:pt x="4" y="7"/>
                    <a:pt x="3" y="5"/>
                  </a:cubicBezTo>
                  <a:cubicBezTo>
                    <a:pt x="2" y="3"/>
                    <a:pt x="5" y="1"/>
                    <a:pt x="10" y="1"/>
                  </a:cubicBezTo>
                  <a:moveTo>
                    <a:pt x="9" y="0"/>
                  </a:moveTo>
                  <a:cubicBezTo>
                    <a:pt x="3" y="0"/>
                    <a:pt x="0" y="2"/>
                    <a:pt x="1" y="5"/>
                  </a:cubicBezTo>
                  <a:cubicBezTo>
                    <a:pt x="2" y="8"/>
                    <a:pt x="8" y="10"/>
                    <a:pt x="14" y="10"/>
                  </a:cubicBezTo>
                  <a:cubicBezTo>
                    <a:pt x="20" y="10"/>
                    <a:pt x="24" y="8"/>
                    <a:pt x="23" y="5"/>
                  </a:cubicBezTo>
                  <a:cubicBezTo>
                    <a:pt x="21" y="2"/>
                    <a:pt x="15" y="0"/>
                    <a:pt x="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 name="Freeform 451"/>
            <p:cNvSpPr>
              <a:spLocks/>
            </p:cNvSpPr>
            <p:nvPr/>
          </p:nvSpPr>
          <p:spPr bwMode="auto">
            <a:xfrm>
              <a:off x="5916613" y="5116513"/>
              <a:ext cx="55563" cy="25400"/>
            </a:xfrm>
            <a:custGeom>
              <a:avLst/>
              <a:gdLst>
                <a:gd name="T0" fmla="*/ 12 w 20"/>
                <a:gd name="T1" fmla="*/ 9 h 9"/>
                <a:gd name="T2" fmla="*/ 1 w 20"/>
                <a:gd name="T3" fmla="*/ 5 h 9"/>
                <a:gd name="T4" fmla="*/ 8 w 20"/>
                <a:gd name="T5" fmla="*/ 0 h 9"/>
                <a:gd name="T6" fmla="*/ 19 w 20"/>
                <a:gd name="T7" fmla="*/ 5 h 9"/>
                <a:gd name="T8" fmla="*/ 12 w 20"/>
                <a:gd name="T9" fmla="*/ 9 h 9"/>
              </a:gdLst>
              <a:ahLst/>
              <a:cxnLst>
                <a:cxn ang="0">
                  <a:pos x="T0" y="T1"/>
                </a:cxn>
                <a:cxn ang="0">
                  <a:pos x="T2" y="T3"/>
                </a:cxn>
                <a:cxn ang="0">
                  <a:pos x="T4" y="T5"/>
                </a:cxn>
                <a:cxn ang="0">
                  <a:pos x="T6" y="T7"/>
                </a:cxn>
                <a:cxn ang="0">
                  <a:pos x="T8" y="T9"/>
                </a:cxn>
              </a:cxnLst>
              <a:rect l="0" t="0" r="r" b="b"/>
              <a:pathLst>
                <a:path w="20" h="9">
                  <a:moveTo>
                    <a:pt x="12" y="9"/>
                  </a:moveTo>
                  <a:cubicBezTo>
                    <a:pt x="7" y="9"/>
                    <a:pt x="2" y="7"/>
                    <a:pt x="1" y="5"/>
                  </a:cubicBezTo>
                  <a:cubicBezTo>
                    <a:pt x="0" y="2"/>
                    <a:pt x="3" y="0"/>
                    <a:pt x="8" y="0"/>
                  </a:cubicBezTo>
                  <a:cubicBezTo>
                    <a:pt x="13" y="0"/>
                    <a:pt x="18" y="2"/>
                    <a:pt x="19" y="5"/>
                  </a:cubicBezTo>
                  <a:cubicBezTo>
                    <a:pt x="20" y="7"/>
                    <a:pt x="17" y="9"/>
                    <a:pt x="12" y="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 name="Freeform 452"/>
            <p:cNvSpPr>
              <a:spLocks noEditPoints="1"/>
            </p:cNvSpPr>
            <p:nvPr/>
          </p:nvSpPr>
          <p:spPr bwMode="auto">
            <a:xfrm>
              <a:off x="5910263" y="5116513"/>
              <a:ext cx="66675" cy="28575"/>
            </a:xfrm>
            <a:custGeom>
              <a:avLst/>
              <a:gdLst>
                <a:gd name="T0" fmla="*/ 10 w 24"/>
                <a:gd name="T1" fmla="*/ 1 h 10"/>
                <a:gd name="T2" fmla="*/ 20 w 24"/>
                <a:gd name="T3" fmla="*/ 5 h 10"/>
                <a:gd name="T4" fmla="*/ 14 w 24"/>
                <a:gd name="T5" fmla="*/ 9 h 10"/>
                <a:gd name="T6" fmla="*/ 4 w 24"/>
                <a:gd name="T7" fmla="*/ 5 h 10"/>
                <a:gd name="T8" fmla="*/ 10 w 24"/>
                <a:gd name="T9" fmla="*/ 1 h 10"/>
                <a:gd name="T10" fmla="*/ 10 w 24"/>
                <a:gd name="T11" fmla="*/ 0 h 10"/>
                <a:gd name="T12" fmla="*/ 1 w 24"/>
                <a:gd name="T13" fmla="*/ 5 h 10"/>
                <a:gd name="T14" fmla="*/ 14 w 24"/>
                <a:gd name="T15" fmla="*/ 10 h 10"/>
                <a:gd name="T16" fmla="*/ 23 w 24"/>
                <a:gd name="T17" fmla="*/ 5 h 10"/>
                <a:gd name="T18" fmla="*/ 10 w 24"/>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10">
                  <a:moveTo>
                    <a:pt x="10" y="1"/>
                  </a:moveTo>
                  <a:cubicBezTo>
                    <a:pt x="15" y="1"/>
                    <a:pt x="19" y="3"/>
                    <a:pt x="20" y="5"/>
                  </a:cubicBezTo>
                  <a:cubicBezTo>
                    <a:pt x="21" y="7"/>
                    <a:pt x="18" y="9"/>
                    <a:pt x="14" y="9"/>
                  </a:cubicBezTo>
                  <a:cubicBezTo>
                    <a:pt x="9" y="9"/>
                    <a:pt x="5" y="7"/>
                    <a:pt x="4" y="5"/>
                  </a:cubicBezTo>
                  <a:cubicBezTo>
                    <a:pt x="3" y="3"/>
                    <a:pt x="6" y="1"/>
                    <a:pt x="10" y="1"/>
                  </a:cubicBezTo>
                  <a:moveTo>
                    <a:pt x="10" y="0"/>
                  </a:moveTo>
                  <a:cubicBezTo>
                    <a:pt x="4" y="0"/>
                    <a:pt x="0" y="2"/>
                    <a:pt x="1" y="5"/>
                  </a:cubicBezTo>
                  <a:cubicBezTo>
                    <a:pt x="3" y="8"/>
                    <a:pt x="8" y="10"/>
                    <a:pt x="14" y="10"/>
                  </a:cubicBezTo>
                  <a:cubicBezTo>
                    <a:pt x="20" y="10"/>
                    <a:pt x="24" y="8"/>
                    <a:pt x="23" y="5"/>
                  </a:cubicBezTo>
                  <a:cubicBezTo>
                    <a:pt x="21" y="2"/>
                    <a:pt x="16" y="0"/>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 name="Freeform 453"/>
            <p:cNvSpPr>
              <a:spLocks/>
            </p:cNvSpPr>
            <p:nvPr/>
          </p:nvSpPr>
          <p:spPr bwMode="auto">
            <a:xfrm>
              <a:off x="6469063" y="4694238"/>
              <a:ext cx="60325" cy="26988"/>
            </a:xfrm>
            <a:custGeom>
              <a:avLst/>
              <a:gdLst>
                <a:gd name="T0" fmla="*/ 13 w 22"/>
                <a:gd name="T1" fmla="*/ 10 h 10"/>
                <a:gd name="T2" fmla="*/ 1 w 22"/>
                <a:gd name="T3" fmla="*/ 5 h 10"/>
                <a:gd name="T4" fmla="*/ 9 w 22"/>
                <a:gd name="T5" fmla="*/ 0 h 10"/>
                <a:gd name="T6" fmla="*/ 21 w 22"/>
                <a:gd name="T7" fmla="*/ 5 h 10"/>
                <a:gd name="T8" fmla="*/ 13 w 22"/>
                <a:gd name="T9" fmla="*/ 10 h 10"/>
              </a:gdLst>
              <a:ahLst/>
              <a:cxnLst>
                <a:cxn ang="0">
                  <a:pos x="T0" y="T1"/>
                </a:cxn>
                <a:cxn ang="0">
                  <a:pos x="T2" y="T3"/>
                </a:cxn>
                <a:cxn ang="0">
                  <a:pos x="T4" y="T5"/>
                </a:cxn>
                <a:cxn ang="0">
                  <a:pos x="T6" y="T7"/>
                </a:cxn>
                <a:cxn ang="0">
                  <a:pos x="T8" y="T9"/>
                </a:cxn>
              </a:cxnLst>
              <a:rect l="0" t="0" r="r" b="b"/>
              <a:pathLst>
                <a:path w="22" h="10">
                  <a:moveTo>
                    <a:pt x="13" y="10"/>
                  </a:moveTo>
                  <a:cubicBezTo>
                    <a:pt x="8" y="10"/>
                    <a:pt x="3" y="7"/>
                    <a:pt x="1" y="5"/>
                  </a:cubicBezTo>
                  <a:cubicBezTo>
                    <a:pt x="0" y="2"/>
                    <a:pt x="3" y="0"/>
                    <a:pt x="9" y="0"/>
                  </a:cubicBezTo>
                  <a:cubicBezTo>
                    <a:pt x="14" y="0"/>
                    <a:pt x="20" y="2"/>
                    <a:pt x="21" y="5"/>
                  </a:cubicBezTo>
                  <a:cubicBezTo>
                    <a:pt x="22" y="7"/>
                    <a:pt x="19" y="10"/>
                    <a:pt x="13" y="10"/>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 name="Freeform 454"/>
            <p:cNvSpPr>
              <a:spLocks noEditPoints="1"/>
            </p:cNvSpPr>
            <p:nvPr/>
          </p:nvSpPr>
          <p:spPr bwMode="auto">
            <a:xfrm>
              <a:off x="6465888" y="4691063"/>
              <a:ext cx="69850" cy="30163"/>
            </a:xfrm>
            <a:custGeom>
              <a:avLst/>
              <a:gdLst>
                <a:gd name="T0" fmla="*/ 10 w 25"/>
                <a:gd name="T1" fmla="*/ 1 h 11"/>
                <a:gd name="T2" fmla="*/ 21 w 25"/>
                <a:gd name="T3" fmla="*/ 6 h 11"/>
                <a:gd name="T4" fmla="*/ 14 w 25"/>
                <a:gd name="T5" fmla="*/ 10 h 11"/>
                <a:gd name="T6" fmla="*/ 4 w 25"/>
                <a:gd name="T7" fmla="*/ 6 h 11"/>
                <a:gd name="T8" fmla="*/ 10 w 25"/>
                <a:gd name="T9" fmla="*/ 1 h 11"/>
                <a:gd name="T10" fmla="*/ 10 w 25"/>
                <a:gd name="T11" fmla="*/ 0 h 11"/>
                <a:gd name="T12" fmla="*/ 1 w 25"/>
                <a:gd name="T13" fmla="*/ 6 h 11"/>
                <a:gd name="T14" fmla="*/ 15 w 25"/>
                <a:gd name="T15" fmla="*/ 11 h 11"/>
                <a:gd name="T16" fmla="*/ 23 w 25"/>
                <a:gd name="T17" fmla="*/ 6 h 11"/>
                <a:gd name="T18" fmla="*/ 10 w 25"/>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11">
                  <a:moveTo>
                    <a:pt x="10" y="1"/>
                  </a:moveTo>
                  <a:cubicBezTo>
                    <a:pt x="15" y="1"/>
                    <a:pt x="19" y="3"/>
                    <a:pt x="21" y="6"/>
                  </a:cubicBezTo>
                  <a:cubicBezTo>
                    <a:pt x="22" y="8"/>
                    <a:pt x="19" y="10"/>
                    <a:pt x="14" y="10"/>
                  </a:cubicBezTo>
                  <a:cubicBezTo>
                    <a:pt x="9" y="10"/>
                    <a:pt x="5" y="8"/>
                    <a:pt x="4" y="6"/>
                  </a:cubicBezTo>
                  <a:cubicBezTo>
                    <a:pt x="3" y="3"/>
                    <a:pt x="5" y="1"/>
                    <a:pt x="10" y="1"/>
                  </a:cubicBezTo>
                  <a:moveTo>
                    <a:pt x="10" y="0"/>
                  </a:moveTo>
                  <a:cubicBezTo>
                    <a:pt x="3" y="0"/>
                    <a:pt x="0" y="3"/>
                    <a:pt x="1" y="6"/>
                  </a:cubicBezTo>
                  <a:cubicBezTo>
                    <a:pt x="2" y="9"/>
                    <a:pt x="9" y="11"/>
                    <a:pt x="15" y="11"/>
                  </a:cubicBezTo>
                  <a:cubicBezTo>
                    <a:pt x="21" y="11"/>
                    <a:pt x="25" y="9"/>
                    <a:pt x="23" y="6"/>
                  </a:cubicBezTo>
                  <a:cubicBezTo>
                    <a:pt x="22" y="3"/>
                    <a:pt x="16" y="0"/>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 name="Freeform 455"/>
            <p:cNvSpPr>
              <a:spLocks/>
            </p:cNvSpPr>
            <p:nvPr/>
          </p:nvSpPr>
          <p:spPr bwMode="auto">
            <a:xfrm>
              <a:off x="5641975" y="4662488"/>
              <a:ext cx="55563" cy="28575"/>
            </a:xfrm>
            <a:custGeom>
              <a:avLst/>
              <a:gdLst>
                <a:gd name="T0" fmla="*/ 12 w 20"/>
                <a:gd name="T1" fmla="*/ 10 h 10"/>
                <a:gd name="T2" fmla="*/ 1 w 20"/>
                <a:gd name="T3" fmla="*/ 5 h 10"/>
                <a:gd name="T4" fmla="*/ 8 w 20"/>
                <a:gd name="T5" fmla="*/ 0 h 10"/>
                <a:gd name="T6" fmla="*/ 19 w 20"/>
                <a:gd name="T7" fmla="*/ 5 h 10"/>
                <a:gd name="T8" fmla="*/ 12 w 20"/>
                <a:gd name="T9" fmla="*/ 10 h 10"/>
              </a:gdLst>
              <a:ahLst/>
              <a:cxnLst>
                <a:cxn ang="0">
                  <a:pos x="T0" y="T1"/>
                </a:cxn>
                <a:cxn ang="0">
                  <a:pos x="T2" y="T3"/>
                </a:cxn>
                <a:cxn ang="0">
                  <a:pos x="T4" y="T5"/>
                </a:cxn>
                <a:cxn ang="0">
                  <a:pos x="T6" y="T7"/>
                </a:cxn>
                <a:cxn ang="0">
                  <a:pos x="T8" y="T9"/>
                </a:cxn>
              </a:cxnLst>
              <a:rect l="0" t="0" r="r" b="b"/>
              <a:pathLst>
                <a:path w="20" h="10">
                  <a:moveTo>
                    <a:pt x="12" y="10"/>
                  </a:moveTo>
                  <a:cubicBezTo>
                    <a:pt x="7" y="10"/>
                    <a:pt x="2" y="8"/>
                    <a:pt x="1" y="5"/>
                  </a:cubicBezTo>
                  <a:cubicBezTo>
                    <a:pt x="0" y="2"/>
                    <a:pt x="3" y="0"/>
                    <a:pt x="8" y="0"/>
                  </a:cubicBezTo>
                  <a:cubicBezTo>
                    <a:pt x="13" y="0"/>
                    <a:pt x="18" y="2"/>
                    <a:pt x="19" y="5"/>
                  </a:cubicBezTo>
                  <a:cubicBezTo>
                    <a:pt x="20" y="8"/>
                    <a:pt x="17" y="10"/>
                    <a:pt x="12" y="10"/>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 name="Freeform 456"/>
            <p:cNvSpPr>
              <a:spLocks noEditPoints="1"/>
            </p:cNvSpPr>
            <p:nvPr/>
          </p:nvSpPr>
          <p:spPr bwMode="auto">
            <a:xfrm>
              <a:off x="5638800" y="4659313"/>
              <a:ext cx="61913" cy="34925"/>
            </a:xfrm>
            <a:custGeom>
              <a:avLst/>
              <a:gdLst>
                <a:gd name="T0" fmla="*/ 9 w 22"/>
                <a:gd name="T1" fmla="*/ 2 h 12"/>
                <a:gd name="T2" fmla="*/ 19 w 22"/>
                <a:gd name="T3" fmla="*/ 6 h 12"/>
                <a:gd name="T4" fmla="*/ 13 w 22"/>
                <a:gd name="T5" fmla="*/ 11 h 12"/>
                <a:gd name="T6" fmla="*/ 3 w 22"/>
                <a:gd name="T7" fmla="*/ 6 h 12"/>
                <a:gd name="T8" fmla="*/ 9 w 22"/>
                <a:gd name="T9" fmla="*/ 2 h 12"/>
                <a:gd name="T10" fmla="*/ 9 w 22"/>
                <a:gd name="T11" fmla="*/ 0 h 12"/>
                <a:gd name="T12" fmla="*/ 1 w 22"/>
                <a:gd name="T13" fmla="*/ 6 h 12"/>
                <a:gd name="T14" fmla="*/ 13 w 22"/>
                <a:gd name="T15" fmla="*/ 12 h 12"/>
                <a:gd name="T16" fmla="*/ 21 w 22"/>
                <a:gd name="T17" fmla="*/ 6 h 12"/>
                <a:gd name="T18" fmla="*/ 9 w 22"/>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9" y="2"/>
                  </a:moveTo>
                  <a:cubicBezTo>
                    <a:pt x="14" y="2"/>
                    <a:pt x="18" y="4"/>
                    <a:pt x="19" y="6"/>
                  </a:cubicBezTo>
                  <a:cubicBezTo>
                    <a:pt x="19" y="9"/>
                    <a:pt x="17" y="11"/>
                    <a:pt x="13" y="11"/>
                  </a:cubicBezTo>
                  <a:cubicBezTo>
                    <a:pt x="8" y="11"/>
                    <a:pt x="4" y="9"/>
                    <a:pt x="3" y="6"/>
                  </a:cubicBezTo>
                  <a:cubicBezTo>
                    <a:pt x="3" y="4"/>
                    <a:pt x="5" y="2"/>
                    <a:pt x="9" y="2"/>
                  </a:cubicBezTo>
                  <a:moveTo>
                    <a:pt x="9" y="0"/>
                  </a:moveTo>
                  <a:cubicBezTo>
                    <a:pt x="3" y="0"/>
                    <a:pt x="0" y="3"/>
                    <a:pt x="1" y="6"/>
                  </a:cubicBezTo>
                  <a:cubicBezTo>
                    <a:pt x="2" y="9"/>
                    <a:pt x="8" y="12"/>
                    <a:pt x="13" y="12"/>
                  </a:cubicBezTo>
                  <a:cubicBezTo>
                    <a:pt x="18" y="12"/>
                    <a:pt x="22" y="9"/>
                    <a:pt x="21" y="6"/>
                  </a:cubicBezTo>
                  <a:cubicBezTo>
                    <a:pt x="20" y="3"/>
                    <a:pt x="14" y="0"/>
                    <a:pt x="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 name="Freeform 457"/>
            <p:cNvSpPr>
              <a:spLocks/>
            </p:cNvSpPr>
            <p:nvPr/>
          </p:nvSpPr>
          <p:spPr bwMode="auto">
            <a:xfrm>
              <a:off x="5514975" y="4659313"/>
              <a:ext cx="65088" cy="34925"/>
            </a:xfrm>
            <a:custGeom>
              <a:avLst/>
              <a:gdLst>
                <a:gd name="T0" fmla="*/ 13 w 23"/>
                <a:gd name="T1" fmla="*/ 12 h 12"/>
                <a:gd name="T2" fmla="*/ 1 w 23"/>
                <a:gd name="T3" fmla="*/ 6 h 12"/>
                <a:gd name="T4" fmla="*/ 9 w 23"/>
                <a:gd name="T5" fmla="*/ 0 h 12"/>
                <a:gd name="T6" fmla="*/ 22 w 23"/>
                <a:gd name="T7" fmla="*/ 6 h 12"/>
                <a:gd name="T8" fmla="*/ 13 w 23"/>
                <a:gd name="T9" fmla="*/ 12 h 12"/>
              </a:gdLst>
              <a:ahLst/>
              <a:cxnLst>
                <a:cxn ang="0">
                  <a:pos x="T0" y="T1"/>
                </a:cxn>
                <a:cxn ang="0">
                  <a:pos x="T2" y="T3"/>
                </a:cxn>
                <a:cxn ang="0">
                  <a:pos x="T4" y="T5"/>
                </a:cxn>
                <a:cxn ang="0">
                  <a:pos x="T6" y="T7"/>
                </a:cxn>
                <a:cxn ang="0">
                  <a:pos x="T8" y="T9"/>
                </a:cxn>
              </a:cxnLst>
              <a:rect l="0" t="0" r="r" b="b"/>
              <a:pathLst>
                <a:path w="23" h="12">
                  <a:moveTo>
                    <a:pt x="13" y="12"/>
                  </a:moveTo>
                  <a:cubicBezTo>
                    <a:pt x="8" y="12"/>
                    <a:pt x="2" y="10"/>
                    <a:pt x="1" y="6"/>
                  </a:cubicBezTo>
                  <a:cubicBezTo>
                    <a:pt x="0" y="3"/>
                    <a:pt x="3" y="0"/>
                    <a:pt x="9" y="0"/>
                  </a:cubicBezTo>
                  <a:cubicBezTo>
                    <a:pt x="15" y="0"/>
                    <a:pt x="21" y="3"/>
                    <a:pt x="22" y="6"/>
                  </a:cubicBezTo>
                  <a:cubicBezTo>
                    <a:pt x="23" y="10"/>
                    <a:pt x="19" y="12"/>
                    <a:pt x="13" y="12"/>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2" name="Freeform 458"/>
            <p:cNvSpPr>
              <a:spLocks noEditPoints="1"/>
            </p:cNvSpPr>
            <p:nvPr/>
          </p:nvSpPr>
          <p:spPr bwMode="auto">
            <a:xfrm>
              <a:off x="5510213" y="4657725"/>
              <a:ext cx="71438" cy="38100"/>
            </a:xfrm>
            <a:custGeom>
              <a:avLst/>
              <a:gdLst>
                <a:gd name="T0" fmla="*/ 11 w 26"/>
                <a:gd name="T1" fmla="*/ 2 h 14"/>
                <a:gd name="T2" fmla="*/ 23 w 26"/>
                <a:gd name="T3" fmla="*/ 7 h 14"/>
                <a:gd name="T4" fmla="*/ 15 w 26"/>
                <a:gd name="T5" fmla="*/ 13 h 14"/>
                <a:gd name="T6" fmla="*/ 4 w 26"/>
                <a:gd name="T7" fmla="*/ 7 h 14"/>
                <a:gd name="T8" fmla="*/ 11 w 26"/>
                <a:gd name="T9" fmla="*/ 2 h 14"/>
                <a:gd name="T10" fmla="*/ 11 w 26"/>
                <a:gd name="T11" fmla="*/ 0 h 14"/>
                <a:gd name="T12" fmla="*/ 2 w 26"/>
                <a:gd name="T13" fmla="*/ 7 h 14"/>
                <a:gd name="T14" fmla="*/ 16 w 26"/>
                <a:gd name="T15" fmla="*/ 14 h 14"/>
                <a:gd name="T16" fmla="*/ 25 w 26"/>
                <a:gd name="T17" fmla="*/ 7 h 14"/>
                <a:gd name="T18" fmla="*/ 11 w 26"/>
                <a:gd name="T1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4">
                  <a:moveTo>
                    <a:pt x="11" y="2"/>
                  </a:moveTo>
                  <a:cubicBezTo>
                    <a:pt x="17" y="2"/>
                    <a:pt x="22" y="4"/>
                    <a:pt x="23" y="7"/>
                  </a:cubicBezTo>
                  <a:cubicBezTo>
                    <a:pt x="24" y="10"/>
                    <a:pt x="20" y="13"/>
                    <a:pt x="15" y="13"/>
                  </a:cubicBezTo>
                  <a:cubicBezTo>
                    <a:pt x="10" y="13"/>
                    <a:pt x="5" y="10"/>
                    <a:pt x="4" y="7"/>
                  </a:cubicBezTo>
                  <a:cubicBezTo>
                    <a:pt x="3" y="4"/>
                    <a:pt x="6" y="2"/>
                    <a:pt x="11" y="2"/>
                  </a:cubicBezTo>
                  <a:moveTo>
                    <a:pt x="11" y="0"/>
                  </a:moveTo>
                  <a:cubicBezTo>
                    <a:pt x="5" y="0"/>
                    <a:pt x="0" y="3"/>
                    <a:pt x="2" y="7"/>
                  </a:cubicBezTo>
                  <a:cubicBezTo>
                    <a:pt x="3" y="11"/>
                    <a:pt x="9" y="14"/>
                    <a:pt x="16" y="14"/>
                  </a:cubicBezTo>
                  <a:cubicBezTo>
                    <a:pt x="22" y="14"/>
                    <a:pt x="26" y="11"/>
                    <a:pt x="25" y="7"/>
                  </a:cubicBezTo>
                  <a:cubicBezTo>
                    <a:pt x="24" y="3"/>
                    <a:pt x="17" y="0"/>
                    <a:pt x="1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3" name="Freeform 459"/>
            <p:cNvSpPr>
              <a:spLocks/>
            </p:cNvSpPr>
            <p:nvPr/>
          </p:nvSpPr>
          <p:spPr bwMode="auto">
            <a:xfrm>
              <a:off x="6378575" y="4695825"/>
              <a:ext cx="76200" cy="34925"/>
            </a:xfrm>
            <a:custGeom>
              <a:avLst/>
              <a:gdLst>
                <a:gd name="T0" fmla="*/ 16 w 27"/>
                <a:gd name="T1" fmla="*/ 12 h 12"/>
                <a:gd name="T2" fmla="*/ 2 w 27"/>
                <a:gd name="T3" fmla="*/ 6 h 12"/>
                <a:gd name="T4" fmla="*/ 11 w 27"/>
                <a:gd name="T5" fmla="*/ 0 h 12"/>
                <a:gd name="T6" fmla="*/ 25 w 27"/>
                <a:gd name="T7" fmla="*/ 6 h 12"/>
                <a:gd name="T8" fmla="*/ 16 w 27"/>
                <a:gd name="T9" fmla="*/ 12 h 12"/>
              </a:gdLst>
              <a:ahLst/>
              <a:cxnLst>
                <a:cxn ang="0">
                  <a:pos x="T0" y="T1"/>
                </a:cxn>
                <a:cxn ang="0">
                  <a:pos x="T2" y="T3"/>
                </a:cxn>
                <a:cxn ang="0">
                  <a:pos x="T4" y="T5"/>
                </a:cxn>
                <a:cxn ang="0">
                  <a:pos x="T6" y="T7"/>
                </a:cxn>
                <a:cxn ang="0">
                  <a:pos x="T8" y="T9"/>
                </a:cxn>
              </a:cxnLst>
              <a:rect l="0" t="0" r="r" b="b"/>
              <a:pathLst>
                <a:path w="27" h="12">
                  <a:moveTo>
                    <a:pt x="16" y="12"/>
                  </a:moveTo>
                  <a:cubicBezTo>
                    <a:pt x="10" y="12"/>
                    <a:pt x="3" y="9"/>
                    <a:pt x="2" y="6"/>
                  </a:cubicBezTo>
                  <a:cubicBezTo>
                    <a:pt x="0" y="2"/>
                    <a:pt x="4" y="0"/>
                    <a:pt x="11" y="0"/>
                  </a:cubicBezTo>
                  <a:cubicBezTo>
                    <a:pt x="17" y="0"/>
                    <a:pt x="24" y="2"/>
                    <a:pt x="25" y="6"/>
                  </a:cubicBezTo>
                  <a:cubicBezTo>
                    <a:pt x="27" y="9"/>
                    <a:pt x="23" y="12"/>
                    <a:pt x="16" y="12"/>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4" name="Freeform 460"/>
            <p:cNvSpPr>
              <a:spLocks noEditPoints="1"/>
            </p:cNvSpPr>
            <p:nvPr/>
          </p:nvSpPr>
          <p:spPr bwMode="auto">
            <a:xfrm>
              <a:off x="6375400" y="4694238"/>
              <a:ext cx="80963" cy="36513"/>
            </a:xfrm>
            <a:custGeom>
              <a:avLst/>
              <a:gdLst>
                <a:gd name="T0" fmla="*/ 12 w 29"/>
                <a:gd name="T1" fmla="*/ 1 h 13"/>
                <a:gd name="T2" fmla="*/ 25 w 29"/>
                <a:gd name="T3" fmla="*/ 7 h 13"/>
                <a:gd name="T4" fmla="*/ 17 w 29"/>
                <a:gd name="T5" fmla="*/ 12 h 13"/>
                <a:gd name="T6" fmla="*/ 4 w 29"/>
                <a:gd name="T7" fmla="*/ 7 h 13"/>
                <a:gd name="T8" fmla="*/ 12 w 29"/>
                <a:gd name="T9" fmla="*/ 1 h 13"/>
                <a:gd name="T10" fmla="*/ 11 w 29"/>
                <a:gd name="T11" fmla="*/ 0 h 13"/>
                <a:gd name="T12" fmla="*/ 1 w 29"/>
                <a:gd name="T13" fmla="*/ 7 h 13"/>
                <a:gd name="T14" fmla="*/ 17 w 29"/>
                <a:gd name="T15" fmla="*/ 13 h 13"/>
                <a:gd name="T16" fmla="*/ 28 w 29"/>
                <a:gd name="T17" fmla="*/ 7 h 13"/>
                <a:gd name="T18" fmla="*/ 11 w 29"/>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3">
                  <a:moveTo>
                    <a:pt x="12" y="1"/>
                  </a:moveTo>
                  <a:cubicBezTo>
                    <a:pt x="18" y="1"/>
                    <a:pt x="24" y="4"/>
                    <a:pt x="25" y="7"/>
                  </a:cubicBezTo>
                  <a:cubicBezTo>
                    <a:pt x="26" y="10"/>
                    <a:pt x="23" y="12"/>
                    <a:pt x="17" y="12"/>
                  </a:cubicBezTo>
                  <a:cubicBezTo>
                    <a:pt x="11" y="12"/>
                    <a:pt x="5" y="10"/>
                    <a:pt x="4" y="7"/>
                  </a:cubicBezTo>
                  <a:cubicBezTo>
                    <a:pt x="3" y="4"/>
                    <a:pt x="6" y="1"/>
                    <a:pt x="12" y="1"/>
                  </a:cubicBezTo>
                  <a:moveTo>
                    <a:pt x="11" y="0"/>
                  </a:moveTo>
                  <a:cubicBezTo>
                    <a:pt x="4" y="0"/>
                    <a:pt x="0" y="3"/>
                    <a:pt x="1" y="7"/>
                  </a:cubicBezTo>
                  <a:cubicBezTo>
                    <a:pt x="3" y="11"/>
                    <a:pt x="10" y="13"/>
                    <a:pt x="17" y="13"/>
                  </a:cubicBezTo>
                  <a:cubicBezTo>
                    <a:pt x="25" y="13"/>
                    <a:pt x="29" y="10"/>
                    <a:pt x="28" y="7"/>
                  </a:cubicBezTo>
                  <a:cubicBezTo>
                    <a:pt x="26" y="3"/>
                    <a:pt x="19" y="0"/>
                    <a:pt x="1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5" name="Freeform 461"/>
            <p:cNvSpPr>
              <a:spLocks/>
            </p:cNvSpPr>
            <p:nvPr/>
          </p:nvSpPr>
          <p:spPr bwMode="auto">
            <a:xfrm>
              <a:off x="6807200" y="5164138"/>
              <a:ext cx="79375" cy="31750"/>
            </a:xfrm>
            <a:custGeom>
              <a:avLst/>
              <a:gdLst>
                <a:gd name="T0" fmla="*/ 16 w 28"/>
                <a:gd name="T1" fmla="*/ 11 h 11"/>
                <a:gd name="T2" fmla="*/ 1 w 28"/>
                <a:gd name="T3" fmla="*/ 6 h 11"/>
                <a:gd name="T4" fmla="*/ 11 w 28"/>
                <a:gd name="T5" fmla="*/ 0 h 11"/>
                <a:gd name="T6" fmla="*/ 26 w 28"/>
                <a:gd name="T7" fmla="*/ 5 h 11"/>
                <a:gd name="T8" fmla="*/ 16 w 28"/>
                <a:gd name="T9" fmla="*/ 11 h 11"/>
              </a:gdLst>
              <a:ahLst/>
              <a:cxnLst>
                <a:cxn ang="0">
                  <a:pos x="T0" y="T1"/>
                </a:cxn>
                <a:cxn ang="0">
                  <a:pos x="T2" y="T3"/>
                </a:cxn>
                <a:cxn ang="0">
                  <a:pos x="T4" y="T5"/>
                </a:cxn>
                <a:cxn ang="0">
                  <a:pos x="T6" y="T7"/>
                </a:cxn>
                <a:cxn ang="0">
                  <a:pos x="T8" y="T9"/>
                </a:cxn>
              </a:cxnLst>
              <a:rect l="0" t="0" r="r" b="b"/>
              <a:pathLst>
                <a:path w="28" h="11">
                  <a:moveTo>
                    <a:pt x="16" y="11"/>
                  </a:moveTo>
                  <a:cubicBezTo>
                    <a:pt x="10" y="11"/>
                    <a:pt x="3" y="9"/>
                    <a:pt x="1" y="6"/>
                  </a:cubicBezTo>
                  <a:cubicBezTo>
                    <a:pt x="0" y="3"/>
                    <a:pt x="4" y="0"/>
                    <a:pt x="11" y="0"/>
                  </a:cubicBezTo>
                  <a:cubicBezTo>
                    <a:pt x="18" y="0"/>
                    <a:pt x="25" y="2"/>
                    <a:pt x="26" y="5"/>
                  </a:cubicBezTo>
                  <a:cubicBezTo>
                    <a:pt x="28" y="9"/>
                    <a:pt x="23" y="11"/>
                    <a:pt x="16" y="11"/>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6" name="Freeform 462"/>
            <p:cNvSpPr>
              <a:spLocks noEditPoints="1"/>
            </p:cNvSpPr>
            <p:nvPr/>
          </p:nvSpPr>
          <p:spPr bwMode="auto">
            <a:xfrm>
              <a:off x="6802438" y="5162550"/>
              <a:ext cx="85725" cy="36513"/>
            </a:xfrm>
            <a:custGeom>
              <a:avLst/>
              <a:gdLst>
                <a:gd name="T0" fmla="*/ 13 w 31"/>
                <a:gd name="T1" fmla="*/ 2 h 13"/>
                <a:gd name="T2" fmla="*/ 27 w 31"/>
                <a:gd name="T3" fmla="*/ 6 h 13"/>
                <a:gd name="T4" fmla="*/ 18 w 31"/>
                <a:gd name="T5" fmla="*/ 11 h 13"/>
                <a:gd name="T6" fmla="*/ 5 w 31"/>
                <a:gd name="T7" fmla="*/ 7 h 13"/>
                <a:gd name="T8" fmla="*/ 13 w 31"/>
                <a:gd name="T9" fmla="*/ 2 h 13"/>
                <a:gd name="T10" fmla="*/ 13 w 31"/>
                <a:gd name="T11" fmla="*/ 0 h 13"/>
                <a:gd name="T12" fmla="*/ 2 w 31"/>
                <a:gd name="T13" fmla="*/ 7 h 13"/>
                <a:gd name="T14" fmla="*/ 19 w 31"/>
                <a:gd name="T15" fmla="*/ 13 h 13"/>
                <a:gd name="T16" fmla="*/ 30 w 31"/>
                <a:gd name="T17" fmla="*/ 6 h 13"/>
                <a:gd name="T18" fmla="*/ 13 w 31"/>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13">
                  <a:moveTo>
                    <a:pt x="13" y="2"/>
                  </a:moveTo>
                  <a:cubicBezTo>
                    <a:pt x="19" y="2"/>
                    <a:pt x="26" y="4"/>
                    <a:pt x="27" y="6"/>
                  </a:cubicBezTo>
                  <a:cubicBezTo>
                    <a:pt x="28" y="9"/>
                    <a:pt x="24" y="11"/>
                    <a:pt x="18" y="11"/>
                  </a:cubicBezTo>
                  <a:cubicBezTo>
                    <a:pt x="12" y="11"/>
                    <a:pt x="6" y="9"/>
                    <a:pt x="5" y="7"/>
                  </a:cubicBezTo>
                  <a:cubicBezTo>
                    <a:pt x="3" y="4"/>
                    <a:pt x="7" y="2"/>
                    <a:pt x="13" y="2"/>
                  </a:cubicBezTo>
                  <a:moveTo>
                    <a:pt x="13" y="0"/>
                  </a:moveTo>
                  <a:cubicBezTo>
                    <a:pt x="5" y="0"/>
                    <a:pt x="0" y="3"/>
                    <a:pt x="2" y="7"/>
                  </a:cubicBezTo>
                  <a:cubicBezTo>
                    <a:pt x="4" y="10"/>
                    <a:pt x="11" y="13"/>
                    <a:pt x="19" y="13"/>
                  </a:cubicBezTo>
                  <a:cubicBezTo>
                    <a:pt x="26" y="13"/>
                    <a:pt x="31" y="10"/>
                    <a:pt x="30" y="6"/>
                  </a:cubicBezTo>
                  <a:cubicBezTo>
                    <a:pt x="28" y="3"/>
                    <a:pt x="20" y="0"/>
                    <a:pt x="1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7" name="Freeform 463"/>
            <p:cNvSpPr>
              <a:spLocks/>
            </p:cNvSpPr>
            <p:nvPr/>
          </p:nvSpPr>
          <p:spPr bwMode="auto">
            <a:xfrm>
              <a:off x="7092950" y="5535613"/>
              <a:ext cx="82550" cy="33338"/>
            </a:xfrm>
            <a:custGeom>
              <a:avLst/>
              <a:gdLst>
                <a:gd name="T0" fmla="*/ 17 w 29"/>
                <a:gd name="T1" fmla="*/ 12 h 12"/>
                <a:gd name="T2" fmla="*/ 2 w 29"/>
                <a:gd name="T3" fmla="*/ 6 h 12"/>
                <a:gd name="T4" fmla="*/ 12 w 29"/>
                <a:gd name="T5" fmla="*/ 0 h 12"/>
                <a:gd name="T6" fmla="*/ 27 w 29"/>
                <a:gd name="T7" fmla="*/ 6 h 12"/>
                <a:gd name="T8" fmla="*/ 17 w 29"/>
                <a:gd name="T9" fmla="*/ 12 h 12"/>
              </a:gdLst>
              <a:ahLst/>
              <a:cxnLst>
                <a:cxn ang="0">
                  <a:pos x="T0" y="T1"/>
                </a:cxn>
                <a:cxn ang="0">
                  <a:pos x="T2" y="T3"/>
                </a:cxn>
                <a:cxn ang="0">
                  <a:pos x="T4" y="T5"/>
                </a:cxn>
                <a:cxn ang="0">
                  <a:pos x="T6" y="T7"/>
                </a:cxn>
                <a:cxn ang="0">
                  <a:pos x="T8" y="T9"/>
                </a:cxn>
              </a:cxnLst>
              <a:rect l="0" t="0" r="r" b="b"/>
              <a:pathLst>
                <a:path w="29" h="12">
                  <a:moveTo>
                    <a:pt x="17" y="12"/>
                  </a:moveTo>
                  <a:cubicBezTo>
                    <a:pt x="10" y="12"/>
                    <a:pt x="3" y="9"/>
                    <a:pt x="2" y="6"/>
                  </a:cubicBezTo>
                  <a:cubicBezTo>
                    <a:pt x="0" y="3"/>
                    <a:pt x="5" y="0"/>
                    <a:pt x="12" y="0"/>
                  </a:cubicBezTo>
                  <a:cubicBezTo>
                    <a:pt x="19" y="0"/>
                    <a:pt x="26" y="3"/>
                    <a:pt x="27" y="6"/>
                  </a:cubicBezTo>
                  <a:cubicBezTo>
                    <a:pt x="29" y="9"/>
                    <a:pt x="24" y="12"/>
                    <a:pt x="17" y="12"/>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8" name="Freeform 464"/>
            <p:cNvSpPr>
              <a:spLocks noEditPoints="1"/>
            </p:cNvSpPr>
            <p:nvPr/>
          </p:nvSpPr>
          <p:spPr bwMode="auto">
            <a:xfrm>
              <a:off x="7091363" y="5535613"/>
              <a:ext cx="88900" cy="33338"/>
            </a:xfrm>
            <a:custGeom>
              <a:avLst/>
              <a:gdLst>
                <a:gd name="T0" fmla="*/ 13 w 32"/>
                <a:gd name="T1" fmla="*/ 1 h 12"/>
                <a:gd name="T2" fmla="*/ 27 w 32"/>
                <a:gd name="T3" fmla="*/ 6 h 12"/>
                <a:gd name="T4" fmla="*/ 18 w 32"/>
                <a:gd name="T5" fmla="*/ 11 h 12"/>
                <a:gd name="T6" fmla="*/ 4 w 32"/>
                <a:gd name="T7" fmla="*/ 6 h 12"/>
                <a:gd name="T8" fmla="*/ 13 w 32"/>
                <a:gd name="T9" fmla="*/ 1 h 12"/>
                <a:gd name="T10" fmla="*/ 12 w 32"/>
                <a:gd name="T11" fmla="*/ 0 h 12"/>
                <a:gd name="T12" fmla="*/ 1 w 32"/>
                <a:gd name="T13" fmla="*/ 6 h 12"/>
                <a:gd name="T14" fmla="*/ 19 w 32"/>
                <a:gd name="T15" fmla="*/ 12 h 12"/>
                <a:gd name="T16" fmla="*/ 30 w 32"/>
                <a:gd name="T17" fmla="*/ 6 h 12"/>
                <a:gd name="T18" fmla="*/ 12 w 32"/>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12">
                  <a:moveTo>
                    <a:pt x="13" y="1"/>
                  </a:moveTo>
                  <a:cubicBezTo>
                    <a:pt x="19" y="1"/>
                    <a:pt x="26" y="3"/>
                    <a:pt x="27" y="6"/>
                  </a:cubicBezTo>
                  <a:cubicBezTo>
                    <a:pt x="28" y="9"/>
                    <a:pt x="24" y="11"/>
                    <a:pt x="18" y="11"/>
                  </a:cubicBezTo>
                  <a:cubicBezTo>
                    <a:pt x="12" y="11"/>
                    <a:pt x="5" y="9"/>
                    <a:pt x="4" y="6"/>
                  </a:cubicBezTo>
                  <a:cubicBezTo>
                    <a:pt x="3" y="3"/>
                    <a:pt x="7" y="1"/>
                    <a:pt x="13" y="1"/>
                  </a:cubicBezTo>
                  <a:moveTo>
                    <a:pt x="12" y="0"/>
                  </a:moveTo>
                  <a:cubicBezTo>
                    <a:pt x="4" y="0"/>
                    <a:pt x="0" y="2"/>
                    <a:pt x="1" y="6"/>
                  </a:cubicBezTo>
                  <a:cubicBezTo>
                    <a:pt x="3" y="10"/>
                    <a:pt x="11" y="12"/>
                    <a:pt x="19" y="12"/>
                  </a:cubicBezTo>
                  <a:cubicBezTo>
                    <a:pt x="27" y="12"/>
                    <a:pt x="32" y="9"/>
                    <a:pt x="30" y="6"/>
                  </a:cubicBezTo>
                  <a:cubicBezTo>
                    <a:pt x="28" y="2"/>
                    <a:pt x="20" y="0"/>
                    <a:pt x="1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9" name="Freeform 465"/>
            <p:cNvSpPr>
              <a:spLocks/>
            </p:cNvSpPr>
            <p:nvPr/>
          </p:nvSpPr>
          <p:spPr bwMode="auto">
            <a:xfrm>
              <a:off x="6078538" y="4659313"/>
              <a:ext cx="190500" cy="93663"/>
            </a:xfrm>
            <a:custGeom>
              <a:avLst/>
              <a:gdLst>
                <a:gd name="T0" fmla="*/ 41 w 68"/>
                <a:gd name="T1" fmla="*/ 33 h 33"/>
                <a:gd name="T2" fmla="*/ 3 w 68"/>
                <a:gd name="T3" fmla="*/ 17 h 33"/>
                <a:gd name="T4" fmla="*/ 27 w 68"/>
                <a:gd name="T5" fmla="*/ 0 h 33"/>
                <a:gd name="T6" fmla="*/ 64 w 68"/>
                <a:gd name="T7" fmla="*/ 16 h 33"/>
                <a:gd name="T8" fmla="*/ 41 w 68"/>
                <a:gd name="T9" fmla="*/ 33 h 33"/>
              </a:gdLst>
              <a:ahLst/>
              <a:cxnLst>
                <a:cxn ang="0">
                  <a:pos x="T0" y="T1"/>
                </a:cxn>
                <a:cxn ang="0">
                  <a:pos x="T2" y="T3"/>
                </a:cxn>
                <a:cxn ang="0">
                  <a:pos x="T4" y="T5"/>
                </a:cxn>
                <a:cxn ang="0">
                  <a:pos x="T6" y="T7"/>
                </a:cxn>
                <a:cxn ang="0">
                  <a:pos x="T8" y="T9"/>
                </a:cxn>
              </a:cxnLst>
              <a:rect l="0" t="0" r="r" b="b"/>
              <a:pathLst>
                <a:path w="68" h="33">
                  <a:moveTo>
                    <a:pt x="41" y="33"/>
                  </a:moveTo>
                  <a:cubicBezTo>
                    <a:pt x="24" y="33"/>
                    <a:pt x="7" y="26"/>
                    <a:pt x="3" y="17"/>
                  </a:cubicBezTo>
                  <a:cubicBezTo>
                    <a:pt x="0" y="8"/>
                    <a:pt x="10" y="0"/>
                    <a:pt x="27" y="0"/>
                  </a:cubicBezTo>
                  <a:cubicBezTo>
                    <a:pt x="43" y="0"/>
                    <a:pt x="60" y="8"/>
                    <a:pt x="64" y="16"/>
                  </a:cubicBezTo>
                  <a:cubicBezTo>
                    <a:pt x="68" y="25"/>
                    <a:pt x="57" y="33"/>
                    <a:pt x="41" y="33"/>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0" name="Freeform 466"/>
            <p:cNvSpPr>
              <a:spLocks noEditPoints="1"/>
            </p:cNvSpPr>
            <p:nvPr/>
          </p:nvSpPr>
          <p:spPr bwMode="auto">
            <a:xfrm>
              <a:off x="6072188" y="4659313"/>
              <a:ext cx="203200" cy="93663"/>
            </a:xfrm>
            <a:custGeom>
              <a:avLst/>
              <a:gdLst>
                <a:gd name="T0" fmla="*/ 29 w 72"/>
                <a:gd name="T1" fmla="*/ 1 h 33"/>
                <a:gd name="T2" fmla="*/ 65 w 72"/>
                <a:gd name="T3" fmla="*/ 17 h 33"/>
                <a:gd name="T4" fmla="*/ 42 w 72"/>
                <a:gd name="T5" fmla="*/ 32 h 33"/>
                <a:gd name="T6" fmla="*/ 7 w 72"/>
                <a:gd name="T7" fmla="*/ 17 h 33"/>
                <a:gd name="T8" fmla="*/ 29 w 72"/>
                <a:gd name="T9" fmla="*/ 1 h 33"/>
                <a:gd name="T10" fmla="*/ 28 w 72"/>
                <a:gd name="T11" fmla="*/ 0 h 33"/>
                <a:gd name="T12" fmla="*/ 4 w 72"/>
                <a:gd name="T13" fmla="*/ 17 h 33"/>
                <a:gd name="T14" fmla="*/ 43 w 72"/>
                <a:gd name="T15" fmla="*/ 33 h 33"/>
                <a:gd name="T16" fmla="*/ 68 w 72"/>
                <a:gd name="T17" fmla="*/ 16 h 33"/>
                <a:gd name="T18" fmla="*/ 28 w 72"/>
                <a:gd name="T19"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33">
                  <a:moveTo>
                    <a:pt x="29" y="1"/>
                  </a:moveTo>
                  <a:cubicBezTo>
                    <a:pt x="45" y="1"/>
                    <a:pt x="61" y="8"/>
                    <a:pt x="65" y="17"/>
                  </a:cubicBezTo>
                  <a:cubicBezTo>
                    <a:pt x="69" y="25"/>
                    <a:pt x="58" y="32"/>
                    <a:pt x="42" y="32"/>
                  </a:cubicBezTo>
                  <a:cubicBezTo>
                    <a:pt x="26" y="32"/>
                    <a:pt x="10" y="25"/>
                    <a:pt x="7" y="17"/>
                  </a:cubicBezTo>
                  <a:cubicBezTo>
                    <a:pt x="3" y="8"/>
                    <a:pt x="13" y="1"/>
                    <a:pt x="29" y="1"/>
                  </a:cubicBezTo>
                  <a:moveTo>
                    <a:pt x="28" y="0"/>
                  </a:moveTo>
                  <a:cubicBezTo>
                    <a:pt x="11" y="0"/>
                    <a:pt x="0" y="7"/>
                    <a:pt x="4" y="17"/>
                  </a:cubicBezTo>
                  <a:cubicBezTo>
                    <a:pt x="8" y="26"/>
                    <a:pt x="25" y="33"/>
                    <a:pt x="43" y="33"/>
                  </a:cubicBezTo>
                  <a:cubicBezTo>
                    <a:pt x="60" y="33"/>
                    <a:pt x="72" y="26"/>
                    <a:pt x="68" y="16"/>
                  </a:cubicBezTo>
                  <a:cubicBezTo>
                    <a:pt x="63" y="7"/>
                    <a:pt x="46" y="0"/>
                    <a:pt x="2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1" name="Freeform 467"/>
            <p:cNvSpPr>
              <a:spLocks/>
            </p:cNvSpPr>
            <p:nvPr/>
          </p:nvSpPr>
          <p:spPr bwMode="auto">
            <a:xfrm>
              <a:off x="5913438" y="5153025"/>
              <a:ext cx="73025" cy="31750"/>
            </a:xfrm>
            <a:custGeom>
              <a:avLst/>
              <a:gdLst>
                <a:gd name="T0" fmla="*/ 15 w 26"/>
                <a:gd name="T1" fmla="*/ 11 h 11"/>
                <a:gd name="T2" fmla="*/ 1 w 26"/>
                <a:gd name="T3" fmla="*/ 5 h 11"/>
                <a:gd name="T4" fmla="*/ 11 w 26"/>
                <a:gd name="T5" fmla="*/ 0 h 11"/>
                <a:gd name="T6" fmla="*/ 24 w 26"/>
                <a:gd name="T7" fmla="*/ 5 h 11"/>
                <a:gd name="T8" fmla="*/ 15 w 26"/>
                <a:gd name="T9" fmla="*/ 11 h 11"/>
              </a:gdLst>
              <a:ahLst/>
              <a:cxnLst>
                <a:cxn ang="0">
                  <a:pos x="T0" y="T1"/>
                </a:cxn>
                <a:cxn ang="0">
                  <a:pos x="T2" y="T3"/>
                </a:cxn>
                <a:cxn ang="0">
                  <a:pos x="T4" y="T5"/>
                </a:cxn>
                <a:cxn ang="0">
                  <a:pos x="T6" y="T7"/>
                </a:cxn>
                <a:cxn ang="0">
                  <a:pos x="T8" y="T9"/>
                </a:cxn>
              </a:cxnLst>
              <a:rect l="0" t="0" r="r" b="b"/>
              <a:pathLst>
                <a:path w="26" h="11">
                  <a:moveTo>
                    <a:pt x="15" y="11"/>
                  </a:moveTo>
                  <a:cubicBezTo>
                    <a:pt x="9" y="11"/>
                    <a:pt x="3" y="8"/>
                    <a:pt x="1" y="5"/>
                  </a:cubicBezTo>
                  <a:cubicBezTo>
                    <a:pt x="0" y="2"/>
                    <a:pt x="4" y="0"/>
                    <a:pt x="11" y="0"/>
                  </a:cubicBezTo>
                  <a:cubicBezTo>
                    <a:pt x="17" y="0"/>
                    <a:pt x="23" y="2"/>
                    <a:pt x="24" y="5"/>
                  </a:cubicBezTo>
                  <a:cubicBezTo>
                    <a:pt x="26" y="8"/>
                    <a:pt x="22" y="11"/>
                    <a:pt x="15" y="11"/>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2" name="Freeform 468"/>
            <p:cNvSpPr>
              <a:spLocks noEditPoints="1"/>
            </p:cNvSpPr>
            <p:nvPr/>
          </p:nvSpPr>
          <p:spPr bwMode="auto">
            <a:xfrm>
              <a:off x="5910263" y="5151438"/>
              <a:ext cx="79375" cy="33338"/>
            </a:xfrm>
            <a:custGeom>
              <a:avLst/>
              <a:gdLst>
                <a:gd name="T0" fmla="*/ 12 w 28"/>
                <a:gd name="T1" fmla="*/ 1 h 12"/>
                <a:gd name="T2" fmla="*/ 24 w 28"/>
                <a:gd name="T3" fmla="*/ 6 h 12"/>
                <a:gd name="T4" fmla="*/ 16 w 28"/>
                <a:gd name="T5" fmla="*/ 11 h 12"/>
                <a:gd name="T6" fmla="*/ 4 w 28"/>
                <a:gd name="T7" fmla="*/ 6 h 12"/>
                <a:gd name="T8" fmla="*/ 12 w 28"/>
                <a:gd name="T9" fmla="*/ 1 h 12"/>
                <a:gd name="T10" fmla="*/ 11 w 28"/>
                <a:gd name="T11" fmla="*/ 0 h 12"/>
                <a:gd name="T12" fmla="*/ 1 w 28"/>
                <a:gd name="T13" fmla="*/ 6 h 12"/>
                <a:gd name="T14" fmla="*/ 16 w 28"/>
                <a:gd name="T15" fmla="*/ 12 h 12"/>
                <a:gd name="T16" fmla="*/ 27 w 28"/>
                <a:gd name="T17" fmla="*/ 6 h 12"/>
                <a:gd name="T18" fmla="*/ 11 w 28"/>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12">
                  <a:moveTo>
                    <a:pt x="12" y="1"/>
                  </a:moveTo>
                  <a:cubicBezTo>
                    <a:pt x="18" y="1"/>
                    <a:pt x="23" y="3"/>
                    <a:pt x="24" y="6"/>
                  </a:cubicBezTo>
                  <a:cubicBezTo>
                    <a:pt x="25" y="9"/>
                    <a:pt x="22" y="11"/>
                    <a:pt x="16" y="11"/>
                  </a:cubicBezTo>
                  <a:cubicBezTo>
                    <a:pt x="10" y="11"/>
                    <a:pt x="5" y="9"/>
                    <a:pt x="4" y="6"/>
                  </a:cubicBezTo>
                  <a:cubicBezTo>
                    <a:pt x="3" y="4"/>
                    <a:pt x="6" y="1"/>
                    <a:pt x="12" y="1"/>
                  </a:cubicBezTo>
                  <a:moveTo>
                    <a:pt x="11" y="0"/>
                  </a:moveTo>
                  <a:cubicBezTo>
                    <a:pt x="4" y="0"/>
                    <a:pt x="0" y="3"/>
                    <a:pt x="1" y="6"/>
                  </a:cubicBezTo>
                  <a:cubicBezTo>
                    <a:pt x="3" y="10"/>
                    <a:pt x="9" y="12"/>
                    <a:pt x="16" y="12"/>
                  </a:cubicBezTo>
                  <a:cubicBezTo>
                    <a:pt x="23" y="12"/>
                    <a:pt x="28" y="10"/>
                    <a:pt x="27" y="6"/>
                  </a:cubicBezTo>
                  <a:cubicBezTo>
                    <a:pt x="25" y="3"/>
                    <a:pt x="18" y="0"/>
                    <a:pt x="1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3" name="Freeform 469"/>
            <p:cNvSpPr>
              <a:spLocks/>
            </p:cNvSpPr>
            <p:nvPr/>
          </p:nvSpPr>
          <p:spPr bwMode="auto">
            <a:xfrm>
              <a:off x="5843588" y="5305425"/>
              <a:ext cx="111125" cy="50800"/>
            </a:xfrm>
            <a:custGeom>
              <a:avLst/>
              <a:gdLst>
                <a:gd name="T0" fmla="*/ 24 w 40"/>
                <a:gd name="T1" fmla="*/ 18 h 18"/>
                <a:gd name="T2" fmla="*/ 2 w 40"/>
                <a:gd name="T3" fmla="*/ 9 h 18"/>
                <a:gd name="T4" fmla="*/ 17 w 40"/>
                <a:gd name="T5" fmla="*/ 0 h 18"/>
                <a:gd name="T6" fmla="*/ 38 w 40"/>
                <a:gd name="T7" fmla="*/ 9 h 18"/>
                <a:gd name="T8" fmla="*/ 24 w 40"/>
                <a:gd name="T9" fmla="*/ 18 h 18"/>
              </a:gdLst>
              <a:ahLst/>
              <a:cxnLst>
                <a:cxn ang="0">
                  <a:pos x="T0" y="T1"/>
                </a:cxn>
                <a:cxn ang="0">
                  <a:pos x="T2" y="T3"/>
                </a:cxn>
                <a:cxn ang="0">
                  <a:pos x="T4" y="T5"/>
                </a:cxn>
                <a:cxn ang="0">
                  <a:pos x="T6" y="T7"/>
                </a:cxn>
                <a:cxn ang="0">
                  <a:pos x="T8" y="T9"/>
                </a:cxn>
              </a:cxnLst>
              <a:rect l="0" t="0" r="r" b="b"/>
              <a:pathLst>
                <a:path w="40" h="18">
                  <a:moveTo>
                    <a:pt x="24" y="18"/>
                  </a:moveTo>
                  <a:cubicBezTo>
                    <a:pt x="14" y="18"/>
                    <a:pt x="4" y="14"/>
                    <a:pt x="2" y="9"/>
                  </a:cubicBezTo>
                  <a:cubicBezTo>
                    <a:pt x="0" y="4"/>
                    <a:pt x="7" y="0"/>
                    <a:pt x="17" y="0"/>
                  </a:cubicBezTo>
                  <a:cubicBezTo>
                    <a:pt x="27" y="0"/>
                    <a:pt x="36" y="4"/>
                    <a:pt x="38" y="9"/>
                  </a:cubicBezTo>
                  <a:cubicBezTo>
                    <a:pt x="40" y="14"/>
                    <a:pt x="34" y="18"/>
                    <a:pt x="24" y="18"/>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4" name="Freeform 470"/>
            <p:cNvSpPr>
              <a:spLocks noEditPoints="1"/>
            </p:cNvSpPr>
            <p:nvPr/>
          </p:nvSpPr>
          <p:spPr bwMode="auto">
            <a:xfrm>
              <a:off x="5840413" y="5305425"/>
              <a:ext cx="120650" cy="50800"/>
            </a:xfrm>
            <a:custGeom>
              <a:avLst/>
              <a:gdLst>
                <a:gd name="T0" fmla="*/ 18 w 43"/>
                <a:gd name="T1" fmla="*/ 1 h 18"/>
                <a:gd name="T2" fmla="*/ 38 w 43"/>
                <a:gd name="T3" fmla="*/ 9 h 18"/>
                <a:gd name="T4" fmla="*/ 24 w 43"/>
                <a:gd name="T5" fmla="*/ 17 h 18"/>
                <a:gd name="T6" fmla="*/ 4 w 43"/>
                <a:gd name="T7" fmla="*/ 9 h 18"/>
                <a:gd name="T8" fmla="*/ 18 w 43"/>
                <a:gd name="T9" fmla="*/ 1 h 18"/>
                <a:gd name="T10" fmla="*/ 18 w 43"/>
                <a:gd name="T11" fmla="*/ 0 h 18"/>
                <a:gd name="T12" fmla="*/ 2 w 43"/>
                <a:gd name="T13" fmla="*/ 9 h 18"/>
                <a:gd name="T14" fmla="*/ 25 w 43"/>
                <a:gd name="T15" fmla="*/ 18 h 18"/>
                <a:gd name="T16" fmla="*/ 41 w 43"/>
                <a:gd name="T17" fmla="*/ 9 h 18"/>
                <a:gd name="T18" fmla="*/ 18 w 43"/>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18">
                  <a:moveTo>
                    <a:pt x="18" y="1"/>
                  </a:moveTo>
                  <a:cubicBezTo>
                    <a:pt x="27" y="1"/>
                    <a:pt x="36" y="5"/>
                    <a:pt x="38" y="9"/>
                  </a:cubicBezTo>
                  <a:cubicBezTo>
                    <a:pt x="40" y="13"/>
                    <a:pt x="34" y="17"/>
                    <a:pt x="24" y="17"/>
                  </a:cubicBezTo>
                  <a:cubicBezTo>
                    <a:pt x="15" y="17"/>
                    <a:pt x="6" y="14"/>
                    <a:pt x="4" y="9"/>
                  </a:cubicBezTo>
                  <a:cubicBezTo>
                    <a:pt x="3" y="5"/>
                    <a:pt x="9" y="1"/>
                    <a:pt x="18" y="1"/>
                  </a:cubicBezTo>
                  <a:moveTo>
                    <a:pt x="18" y="0"/>
                  </a:moveTo>
                  <a:cubicBezTo>
                    <a:pt x="7" y="0"/>
                    <a:pt x="0" y="4"/>
                    <a:pt x="2" y="9"/>
                  </a:cubicBezTo>
                  <a:cubicBezTo>
                    <a:pt x="4" y="14"/>
                    <a:pt x="14" y="18"/>
                    <a:pt x="25" y="18"/>
                  </a:cubicBezTo>
                  <a:cubicBezTo>
                    <a:pt x="36" y="18"/>
                    <a:pt x="43" y="14"/>
                    <a:pt x="41" y="9"/>
                  </a:cubicBezTo>
                  <a:cubicBezTo>
                    <a:pt x="39" y="4"/>
                    <a:pt x="28" y="0"/>
                    <a:pt x="1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5" name="Freeform 471"/>
            <p:cNvSpPr>
              <a:spLocks/>
            </p:cNvSpPr>
            <p:nvPr/>
          </p:nvSpPr>
          <p:spPr bwMode="auto">
            <a:xfrm>
              <a:off x="5961063" y="5327650"/>
              <a:ext cx="111125" cy="47625"/>
            </a:xfrm>
            <a:custGeom>
              <a:avLst/>
              <a:gdLst>
                <a:gd name="T0" fmla="*/ 23 w 40"/>
                <a:gd name="T1" fmla="*/ 17 h 17"/>
                <a:gd name="T2" fmla="*/ 2 w 40"/>
                <a:gd name="T3" fmla="*/ 8 h 17"/>
                <a:gd name="T4" fmla="*/ 16 w 40"/>
                <a:gd name="T5" fmla="*/ 0 h 17"/>
                <a:gd name="T6" fmla="*/ 38 w 40"/>
                <a:gd name="T7" fmla="*/ 8 h 17"/>
                <a:gd name="T8" fmla="*/ 23 w 40"/>
                <a:gd name="T9" fmla="*/ 17 h 17"/>
              </a:gdLst>
              <a:ahLst/>
              <a:cxnLst>
                <a:cxn ang="0">
                  <a:pos x="T0" y="T1"/>
                </a:cxn>
                <a:cxn ang="0">
                  <a:pos x="T2" y="T3"/>
                </a:cxn>
                <a:cxn ang="0">
                  <a:pos x="T4" y="T5"/>
                </a:cxn>
                <a:cxn ang="0">
                  <a:pos x="T6" y="T7"/>
                </a:cxn>
                <a:cxn ang="0">
                  <a:pos x="T8" y="T9"/>
                </a:cxn>
              </a:cxnLst>
              <a:rect l="0" t="0" r="r" b="b"/>
              <a:pathLst>
                <a:path w="40" h="17">
                  <a:moveTo>
                    <a:pt x="23" y="17"/>
                  </a:moveTo>
                  <a:cubicBezTo>
                    <a:pt x="13" y="17"/>
                    <a:pt x="4" y="13"/>
                    <a:pt x="2" y="8"/>
                  </a:cubicBezTo>
                  <a:cubicBezTo>
                    <a:pt x="0" y="3"/>
                    <a:pt x="6" y="0"/>
                    <a:pt x="16" y="0"/>
                  </a:cubicBezTo>
                  <a:cubicBezTo>
                    <a:pt x="26" y="0"/>
                    <a:pt x="36" y="3"/>
                    <a:pt x="38" y="8"/>
                  </a:cubicBezTo>
                  <a:cubicBezTo>
                    <a:pt x="40" y="13"/>
                    <a:pt x="33" y="17"/>
                    <a:pt x="23" y="1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6" name="Freeform 472"/>
            <p:cNvSpPr>
              <a:spLocks noEditPoints="1"/>
            </p:cNvSpPr>
            <p:nvPr/>
          </p:nvSpPr>
          <p:spPr bwMode="auto">
            <a:xfrm>
              <a:off x="5954713" y="5324475"/>
              <a:ext cx="120650" cy="50800"/>
            </a:xfrm>
            <a:custGeom>
              <a:avLst/>
              <a:gdLst>
                <a:gd name="T0" fmla="*/ 19 w 43"/>
                <a:gd name="T1" fmla="*/ 1 h 18"/>
                <a:gd name="T2" fmla="*/ 39 w 43"/>
                <a:gd name="T3" fmla="*/ 9 h 18"/>
                <a:gd name="T4" fmla="*/ 25 w 43"/>
                <a:gd name="T5" fmla="*/ 17 h 18"/>
                <a:gd name="T6" fmla="*/ 5 w 43"/>
                <a:gd name="T7" fmla="*/ 9 h 18"/>
                <a:gd name="T8" fmla="*/ 19 w 43"/>
                <a:gd name="T9" fmla="*/ 1 h 18"/>
                <a:gd name="T10" fmla="*/ 18 w 43"/>
                <a:gd name="T11" fmla="*/ 0 h 18"/>
                <a:gd name="T12" fmla="*/ 2 w 43"/>
                <a:gd name="T13" fmla="*/ 9 h 18"/>
                <a:gd name="T14" fmla="*/ 26 w 43"/>
                <a:gd name="T15" fmla="*/ 18 h 18"/>
                <a:gd name="T16" fmla="*/ 41 w 43"/>
                <a:gd name="T17" fmla="*/ 9 h 18"/>
                <a:gd name="T18" fmla="*/ 18 w 43"/>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18">
                  <a:moveTo>
                    <a:pt x="19" y="1"/>
                  </a:moveTo>
                  <a:cubicBezTo>
                    <a:pt x="28" y="1"/>
                    <a:pt x="37" y="5"/>
                    <a:pt x="39" y="9"/>
                  </a:cubicBezTo>
                  <a:cubicBezTo>
                    <a:pt x="41" y="14"/>
                    <a:pt x="35" y="17"/>
                    <a:pt x="25" y="17"/>
                  </a:cubicBezTo>
                  <a:cubicBezTo>
                    <a:pt x="16" y="17"/>
                    <a:pt x="7" y="14"/>
                    <a:pt x="5" y="9"/>
                  </a:cubicBezTo>
                  <a:cubicBezTo>
                    <a:pt x="3" y="5"/>
                    <a:pt x="9" y="1"/>
                    <a:pt x="19" y="1"/>
                  </a:cubicBezTo>
                  <a:moveTo>
                    <a:pt x="18" y="0"/>
                  </a:moveTo>
                  <a:cubicBezTo>
                    <a:pt x="7" y="0"/>
                    <a:pt x="0" y="4"/>
                    <a:pt x="2" y="9"/>
                  </a:cubicBezTo>
                  <a:cubicBezTo>
                    <a:pt x="4" y="14"/>
                    <a:pt x="15" y="18"/>
                    <a:pt x="26" y="18"/>
                  </a:cubicBezTo>
                  <a:cubicBezTo>
                    <a:pt x="36" y="18"/>
                    <a:pt x="43" y="14"/>
                    <a:pt x="41" y="9"/>
                  </a:cubicBezTo>
                  <a:cubicBezTo>
                    <a:pt x="39" y="4"/>
                    <a:pt x="29" y="0"/>
                    <a:pt x="1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7" name="Freeform 473"/>
            <p:cNvSpPr>
              <a:spLocks/>
            </p:cNvSpPr>
            <p:nvPr/>
          </p:nvSpPr>
          <p:spPr bwMode="auto">
            <a:xfrm>
              <a:off x="6176963" y="4999038"/>
              <a:ext cx="249238" cy="106363"/>
            </a:xfrm>
            <a:custGeom>
              <a:avLst/>
              <a:gdLst>
                <a:gd name="T0" fmla="*/ 53 w 89"/>
                <a:gd name="T1" fmla="*/ 38 h 38"/>
                <a:gd name="T2" fmla="*/ 4 w 89"/>
                <a:gd name="T3" fmla="*/ 19 h 38"/>
                <a:gd name="T4" fmla="*/ 36 w 89"/>
                <a:gd name="T5" fmla="*/ 0 h 38"/>
                <a:gd name="T6" fmla="*/ 84 w 89"/>
                <a:gd name="T7" fmla="*/ 19 h 38"/>
                <a:gd name="T8" fmla="*/ 53 w 89"/>
                <a:gd name="T9" fmla="*/ 38 h 38"/>
              </a:gdLst>
              <a:ahLst/>
              <a:cxnLst>
                <a:cxn ang="0">
                  <a:pos x="T0" y="T1"/>
                </a:cxn>
                <a:cxn ang="0">
                  <a:pos x="T2" y="T3"/>
                </a:cxn>
                <a:cxn ang="0">
                  <a:pos x="T4" y="T5"/>
                </a:cxn>
                <a:cxn ang="0">
                  <a:pos x="T6" y="T7"/>
                </a:cxn>
                <a:cxn ang="0">
                  <a:pos x="T8" y="T9"/>
                </a:cxn>
              </a:cxnLst>
              <a:rect l="0" t="0" r="r" b="b"/>
              <a:pathLst>
                <a:path w="89" h="38">
                  <a:moveTo>
                    <a:pt x="53" y="38"/>
                  </a:moveTo>
                  <a:cubicBezTo>
                    <a:pt x="30" y="38"/>
                    <a:pt x="9" y="30"/>
                    <a:pt x="4" y="19"/>
                  </a:cubicBezTo>
                  <a:cubicBezTo>
                    <a:pt x="0" y="9"/>
                    <a:pt x="14" y="0"/>
                    <a:pt x="36" y="0"/>
                  </a:cubicBezTo>
                  <a:cubicBezTo>
                    <a:pt x="58" y="0"/>
                    <a:pt x="80" y="8"/>
                    <a:pt x="84" y="19"/>
                  </a:cubicBezTo>
                  <a:cubicBezTo>
                    <a:pt x="89" y="29"/>
                    <a:pt x="75" y="38"/>
                    <a:pt x="53" y="38"/>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8" name="Freeform 474"/>
            <p:cNvSpPr>
              <a:spLocks noEditPoints="1"/>
            </p:cNvSpPr>
            <p:nvPr/>
          </p:nvSpPr>
          <p:spPr bwMode="auto">
            <a:xfrm>
              <a:off x="6170613" y="4995863"/>
              <a:ext cx="261938" cy="112713"/>
            </a:xfrm>
            <a:custGeom>
              <a:avLst/>
              <a:gdLst>
                <a:gd name="T0" fmla="*/ 38 w 93"/>
                <a:gd name="T1" fmla="*/ 2 h 40"/>
                <a:gd name="T2" fmla="*/ 85 w 93"/>
                <a:gd name="T3" fmla="*/ 20 h 40"/>
                <a:gd name="T4" fmla="*/ 54 w 93"/>
                <a:gd name="T5" fmla="*/ 38 h 40"/>
                <a:gd name="T6" fmla="*/ 8 w 93"/>
                <a:gd name="T7" fmla="*/ 20 h 40"/>
                <a:gd name="T8" fmla="*/ 38 w 93"/>
                <a:gd name="T9" fmla="*/ 2 h 40"/>
                <a:gd name="T10" fmla="*/ 37 w 93"/>
                <a:gd name="T11" fmla="*/ 0 h 40"/>
                <a:gd name="T12" fmla="*/ 5 w 93"/>
                <a:gd name="T13" fmla="*/ 20 h 40"/>
                <a:gd name="T14" fmla="*/ 55 w 93"/>
                <a:gd name="T15" fmla="*/ 39 h 40"/>
                <a:gd name="T16" fmla="*/ 88 w 93"/>
                <a:gd name="T17" fmla="*/ 20 h 40"/>
                <a:gd name="T18" fmla="*/ 37 w 93"/>
                <a:gd name="T1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3" h="40">
                  <a:moveTo>
                    <a:pt x="38" y="2"/>
                  </a:moveTo>
                  <a:cubicBezTo>
                    <a:pt x="59" y="1"/>
                    <a:pt x="80" y="10"/>
                    <a:pt x="85" y="20"/>
                  </a:cubicBezTo>
                  <a:cubicBezTo>
                    <a:pt x="90" y="30"/>
                    <a:pt x="76" y="38"/>
                    <a:pt x="54" y="38"/>
                  </a:cubicBezTo>
                  <a:cubicBezTo>
                    <a:pt x="33" y="38"/>
                    <a:pt x="12" y="30"/>
                    <a:pt x="8" y="20"/>
                  </a:cubicBezTo>
                  <a:cubicBezTo>
                    <a:pt x="3" y="10"/>
                    <a:pt x="17" y="2"/>
                    <a:pt x="38" y="2"/>
                  </a:cubicBezTo>
                  <a:moveTo>
                    <a:pt x="37" y="0"/>
                  </a:moveTo>
                  <a:cubicBezTo>
                    <a:pt x="15" y="0"/>
                    <a:pt x="0" y="9"/>
                    <a:pt x="5" y="20"/>
                  </a:cubicBezTo>
                  <a:cubicBezTo>
                    <a:pt x="10" y="31"/>
                    <a:pt x="32" y="40"/>
                    <a:pt x="55" y="39"/>
                  </a:cubicBezTo>
                  <a:cubicBezTo>
                    <a:pt x="78" y="39"/>
                    <a:pt x="93" y="31"/>
                    <a:pt x="88" y="20"/>
                  </a:cubicBezTo>
                  <a:cubicBezTo>
                    <a:pt x="83" y="9"/>
                    <a:pt x="60" y="0"/>
                    <a:pt x="3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9" name="Freeform 475"/>
            <p:cNvSpPr>
              <a:spLocks/>
            </p:cNvSpPr>
            <p:nvPr/>
          </p:nvSpPr>
          <p:spPr bwMode="auto">
            <a:xfrm>
              <a:off x="5402263" y="5330825"/>
              <a:ext cx="250825" cy="111125"/>
            </a:xfrm>
            <a:custGeom>
              <a:avLst/>
              <a:gdLst>
                <a:gd name="T0" fmla="*/ 51 w 89"/>
                <a:gd name="T1" fmla="*/ 40 h 40"/>
                <a:gd name="T2" fmla="*/ 3 w 89"/>
                <a:gd name="T3" fmla="*/ 20 h 40"/>
                <a:gd name="T4" fmla="*/ 37 w 89"/>
                <a:gd name="T5" fmla="*/ 0 h 40"/>
                <a:gd name="T6" fmla="*/ 85 w 89"/>
                <a:gd name="T7" fmla="*/ 19 h 40"/>
                <a:gd name="T8" fmla="*/ 51 w 89"/>
                <a:gd name="T9" fmla="*/ 40 h 40"/>
              </a:gdLst>
              <a:ahLst/>
              <a:cxnLst>
                <a:cxn ang="0">
                  <a:pos x="T0" y="T1"/>
                </a:cxn>
                <a:cxn ang="0">
                  <a:pos x="T2" y="T3"/>
                </a:cxn>
                <a:cxn ang="0">
                  <a:pos x="T4" y="T5"/>
                </a:cxn>
                <a:cxn ang="0">
                  <a:pos x="T6" y="T7"/>
                </a:cxn>
                <a:cxn ang="0">
                  <a:pos x="T8" y="T9"/>
                </a:cxn>
              </a:cxnLst>
              <a:rect l="0" t="0" r="r" b="b"/>
              <a:pathLst>
                <a:path w="89" h="40">
                  <a:moveTo>
                    <a:pt x="51" y="40"/>
                  </a:moveTo>
                  <a:cubicBezTo>
                    <a:pt x="28" y="40"/>
                    <a:pt x="7" y="31"/>
                    <a:pt x="3" y="20"/>
                  </a:cubicBezTo>
                  <a:cubicBezTo>
                    <a:pt x="0" y="9"/>
                    <a:pt x="15" y="0"/>
                    <a:pt x="37" y="0"/>
                  </a:cubicBezTo>
                  <a:cubicBezTo>
                    <a:pt x="59" y="0"/>
                    <a:pt x="81" y="8"/>
                    <a:pt x="85" y="19"/>
                  </a:cubicBezTo>
                  <a:cubicBezTo>
                    <a:pt x="89" y="30"/>
                    <a:pt x="74" y="39"/>
                    <a:pt x="51" y="40"/>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0" name="Freeform 476"/>
            <p:cNvSpPr>
              <a:spLocks noEditPoints="1"/>
            </p:cNvSpPr>
            <p:nvPr/>
          </p:nvSpPr>
          <p:spPr bwMode="auto">
            <a:xfrm>
              <a:off x="5397500" y="5327650"/>
              <a:ext cx="257175" cy="114300"/>
            </a:xfrm>
            <a:custGeom>
              <a:avLst/>
              <a:gdLst>
                <a:gd name="T0" fmla="*/ 39 w 92"/>
                <a:gd name="T1" fmla="*/ 1 h 41"/>
                <a:gd name="T2" fmla="*/ 86 w 92"/>
                <a:gd name="T3" fmla="*/ 20 h 41"/>
                <a:gd name="T4" fmla="*/ 53 w 92"/>
                <a:gd name="T5" fmla="*/ 40 h 41"/>
                <a:gd name="T6" fmla="*/ 6 w 92"/>
                <a:gd name="T7" fmla="*/ 21 h 41"/>
                <a:gd name="T8" fmla="*/ 39 w 92"/>
                <a:gd name="T9" fmla="*/ 1 h 41"/>
                <a:gd name="T10" fmla="*/ 39 w 92"/>
                <a:gd name="T11" fmla="*/ 0 h 41"/>
                <a:gd name="T12" fmla="*/ 4 w 92"/>
                <a:gd name="T13" fmla="*/ 21 h 41"/>
                <a:gd name="T14" fmla="*/ 53 w 92"/>
                <a:gd name="T15" fmla="*/ 41 h 41"/>
                <a:gd name="T16" fmla="*/ 88 w 92"/>
                <a:gd name="T17" fmla="*/ 20 h 41"/>
                <a:gd name="T18" fmla="*/ 39 w 92"/>
                <a:gd name="T1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 h="41">
                  <a:moveTo>
                    <a:pt x="39" y="1"/>
                  </a:moveTo>
                  <a:cubicBezTo>
                    <a:pt x="61" y="1"/>
                    <a:pt x="82" y="10"/>
                    <a:pt x="86" y="20"/>
                  </a:cubicBezTo>
                  <a:cubicBezTo>
                    <a:pt x="90" y="31"/>
                    <a:pt x="75" y="40"/>
                    <a:pt x="53" y="40"/>
                  </a:cubicBezTo>
                  <a:cubicBezTo>
                    <a:pt x="31" y="40"/>
                    <a:pt x="10" y="31"/>
                    <a:pt x="6" y="21"/>
                  </a:cubicBezTo>
                  <a:cubicBezTo>
                    <a:pt x="3" y="10"/>
                    <a:pt x="18" y="1"/>
                    <a:pt x="39" y="1"/>
                  </a:cubicBezTo>
                  <a:moveTo>
                    <a:pt x="39" y="0"/>
                  </a:moveTo>
                  <a:cubicBezTo>
                    <a:pt x="16" y="0"/>
                    <a:pt x="0" y="9"/>
                    <a:pt x="4" y="21"/>
                  </a:cubicBezTo>
                  <a:cubicBezTo>
                    <a:pt x="8" y="32"/>
                    <a:pt x="30" y="41"/>
                    <a:pt x="53" y="41"/>
                  </a:cubicBezTo>
                  <a:cubicBezTo>
                    <a:pt x="76" y="41"/>
                    <a:pt x="92" y="32"/>
                    <a:pt x="88" y="20"/>
                  </a:cubicBezTo>
                  <a:cubicBezTo>
                    <a:pt x="84" y="9"/>
                    <a:pt x="62" y="0"/>
                    <a:pt x="3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1" name="Freeform 477"/>
            <p:cNvSpPr>
              <a:spLocks/>
            </p:cNvSpPr>
            <p:nvPr/>
          </p:nvSpPr>
          <p:spPr bwMode="auto">
            <a:xfrm>
              <a:off x="5559425" y="5235575"/>
              <a:ext cx="277813" cy="122238"/>
            </a:xfrm>
            <a:custGeom>
              <a:avLst/>
              <a:gdLst>
                <a:gd name="T0" fmla="*/ 57 w 99"/>
                <a:gd name="T1" fmla="*/ 44 h 44"/>
                <a:gd name="T2" fmla="*/ 5 w 99"/>
                <a:gd name="T3" fmla="*/ 22 h 44"/>
                <a:gd name="T4" fmla="*/ 41 w 99"/>
                <a:gd name="T5" fmla="*/ 0 h 44"/>
                <a:gd name="T6" fmla="*/ 94 w 99"/>
                <a:gd name="T7" fmla="*/ 22 h 44"/>
                <a:gd name="T8" fmla="*/ 57 w 99"/>
                <a:gd name="T9" fmla="*/ 44 h 44"/>
              </a:gdLst>
              <a:ahLst/>
              <a:cxnLst>
                <a:cxn ang="0">
                  <a:pos x="T0" y="T1"/>
                </a:cxn>
                <a:cxn ang="0">
                  <a:pos x="T2" y="T3"/>
                </a:cxn>
                <a:cxn ang="0">
                  <a:pos x="T4" y="T5"/>
                </a:cxn>
                <a:cxn ang="0">
                  <a:pos x="T6" y="T7"/>
                </a:cxn>
                <a:cxn ang="0">
                  <a:pos x="T8" y="T9"/>
                </a:cxn>
              </a:cxnLst>
              <a:rect l="0" t="0" r="r" b="b"/>
              <a:pathLst>
                <a:path w="99" h="44">
                  <a:moveTo>
                    <a:pt x="57" y="44"/>
                  </a:moveTo>
                  <a:cubicBezTo>
                    <a:pt x="32" y="44"/>
                    <a:pt x="9" y="34"/>
                    <a:pt x="5" y="22"/>
                  </a:cubicBezTo>
                  <a:cubicBezTo>
                    <a:pt x="0" y="10"/>
                    <a:pt x="17" y="0"/>
                    <a:pt x="41" y="0"/>
                  </a:cubicBezTo>
                  <a:cubicBezTo>
                    <a:pt x="66" y="0"/>
                    <a:pt x="89" y="10"/>
                    <a:pt x="94" y="22"/>
                  </a:cubicBezTo>
                  <a:cubicBezTo>
                    <a:pt x="99" y="34"/>
                    <a:pt x="82" y="44"/>
                    <a:pt x="57" y="44"/>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2" name="Freeform 478"/>
            <p:cNvSpPr>
              <a:spLocks noEditPoints="1"/>
            </p:cNvSpPr>
            <p:nvPr/>
          </p:nvSpPr>
          <p:spPr bwMode="auto">
            <a:xfrm>
              <a:off x="5557838" y="5235575"/>
              <a:ext cx="282575" cy="122238"/>
            </a:xfrm>
            <a:custGeom>
              <a:avLst/>
              <a:gdLst>
                <a:gd name="T0" fmla="*/ 42 w 101"/>
                <a:gd name="T1" fmla="*/ 1 h 44"/>
                <a:gd name="T2" fmla="*/ 94 w 101"/>
                <a:gd name="T3" fmla="*/ 22 h 44"/>
                <a:gd name="T4" fmla="*/ 58 w 101"/>
                <a:gd name="T5" fmla="*/ 43 h 44"/>
                <a:gd name="T6" fmla="*/ 7 w 101"/>
                <a:gd name="T7" fmla="*/ 22 h 44"/>
                <a:gd name="T8" fmla="*/ 42 w 101"/>
                <a:gd name="T9" fmla="*/ 1 h 44"/>
                <a:gd name="T10" fmla="*/ 42 w 101"/>
                <a:gd name="T11" fmla="*/ 0 h 44"/>
                <a:gd name="T12" fmla="*/ 4 w 101"/>
                <a:gd name="T13" fmla="*/ 22 h 44"/>
                <a:gd name="T14" fmla="*/ 58 w 101"/>
                <a:gd name="T15" fmla="*/ 44 h 44"/>
                <a:gd name="T16" fmla="*/ 96 w 101"/>
                <a:gd name="T17" fmla="*/ 22 h 44"/>
                <a:gd name="T18" fmla="*/ 42 w 101"/>
                <a:gd name="T19"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1" h="44">
                  <a:moveTo>
                    <a:pt x="42" y="1"/>
                  </a:moveTo>
                  <a:cubicBezTo>
                    <a:pt x="66" y="1"/>
                    <a:pt x="89" y="10"/>
                    <a:pt x="94" y="22"/>
                  </a:cubicBezTo>
                  <a:cubicBezTo>
                    <a:pt x="98" y="33"/>
                    <a:pt x="82" y="43"/>
                    <a:pt x="58" y="43"/>
                  </a:cubicBezTo>
                  <a:cubicBezTo>
                    <a:pt x="34" y="43"/>
                    <a:pt x="11" y="34"/>
                    <a:pt x="7" y="22"/>
                  </a:cubicBezTo>
                  <a:cubicBezTo>
                    <a:pt x="3" y="11"/>
                    <a:pt x="19" y="1"/>
                    <a:pt x="42" y="1"/>
                  </a:cubicBezTo>
                  <a:moveTo>
                    <a:pt x="42" y="0"/>
                  </a:moveTo>
                  <a:cubicBezTo>
                    <a:pt x="17" y="0"/>
                    <a:pt x="0" y="10"/>
                    <a:pt x="4" y="22"/>
                  </a:cubicBezTo>
                  <a:cubicBezTo>
                    <a:pt x="9" y="34"/>
                    <a:pt x="33" y="44"/>
                    <a:pt x="58" y="44"/>
                  </a:cubicBezTo>
                  <a:cubicBezTo>
                    <a:pt x="84" y="44"/>
                    <a:pt x="101" y="34"/>
                    <a:pt x="96" y="22"/>
                  </a:cubicBezTo>
                  <a:cubicBezTo>
                    <a:pt x="91" y="10"/>
                    <a:pt x="67" y="0"/>
                    <a:pt x="4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3" name="Freeform 479"/>
            <p:cNvSpPr>
              <a:spLocks/>
            </p:cNvSpPr>
            <p:nvPr/>
          </p:nvSpPr>
          <p:spPr bwMode="auto">
            <a:xfrm>
              <a:off x="6858000" y="5683250"/>
              <a:ext cx="66675" cy="28575"/>
            </a:xfrm>
            <a:custGeom>
              <a:avLst/>
              <a:gdLst>
                <a:gd name="T0" fmla="*/ 14 w 24"/>
                <a:gd name="T1" fmla="*/ 10 h 10"/>
                <a:gd name="T2" fmla="*/ 2 w 24"/>
                <a:gd name="T3" fmla="*/ 5 h 10"/>
                <a:gd name="T4" fmla="*/ 10 w 24"/>
                <a:gd name="T5" fmla="*/ 0 h 10"/>
                <a:gd name="T6" fmla="*/ 22 w 24"/>
                <a:gd name="T7" fmla="*/ 5 h 10"/>
                <a:gd name="T8" fmla="*/ 14 w 24"/>
                <a:gd name="T9" fmla="*/ 10 h 10"/>
              </a:gdLst>
              <a:ahLst/>
              <a:cxnLst>
                <a:cxn ang="0">
                  <a:pos x="T0" y="T1"/>
                </a:cxn>
                <a:cxn ang="0">
                  <a:pos x="T2" y="T3"/>
                </a:cxn>
                <a:cxn ang="0">
                  <a:pos x="T4" y="T5"/>
                </a:cxn>
                <a:cxn ang="0">
                  <a:pos x="T6" y="T7"/>
                </a:cxn>
                <a:cxn ang="0">
                  <a:pos x="T8" y="T9"/>
                </a:cxn>
              </a:cxnLst>
              <a:rect l="0" t="0" r="r" b="b"/>
              <a:pathLst>
                <a:path w="24" h="10">
                  <a:moveTo>
                    <a:pt x="14" y="10"/>
                  </a:moveTo>
                  <a:cubicBezTo>
                    <a:pt x="9" y="10"/>
                    <a:pt x="3" y="8"/>
                    <a:pt x="2" y="5"/>
                  </a:cubicBezTo>
                  <a:cubicBezTo>
                    <a:pt x="0" y="3"/>
                    <a:pt x="4" y="0"/>
                    <a:pt x="10" y="0"/>
                  </a:cubicBezTo>
                  <a:cubicBezTo>
                    <a:pt x="15" y="0"/>
                    <a:pt x="21" y="3"/>
                    <a:pt x="22" y="5"/>
                  </a:cubicBezTo>
                  <a:cubicBezTo>
                    <a:pt x="24" y="8"/>
                    <a:pt x="20" y="10"/>
                    <a:pt x="14" y="10"/>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4" name="Freeform 480"/>
            <p:cNvSpPr>
              <a:spLocks noEditPoints="1"/>
            </p:cNvSpPr>
            <p:nvPr/>
          </p:nvSpPr>
          <p:spPr bwMode="auto">
            <a:xfrm>
              <a:off x="6854825" y="5683250"/>
              <a:ext cx="73025" cy="31750"/>
            </a:xfrm>
            <a:custGeom>
              <a:avLst/>
              <a:gdLst>
                <a:gd name="T0" fmla="*/ 11 w 26"/>
                <a:gd name="T1" fmla="*/ 1 h 11"/>
                <a:gd name="T2" fmla="*/ 22 w 26"/>
                <a:gd name="T3" fmla="*/ 5 h 11"/>
                <a:gd name="T4" fmla="*/ 15 w 26"/>
                <a:gd name="T5" fmla="*/ 10 h 11"/>
                <a:gd name="T6" fmla="*/ 4 w 26"/>
                <a:gd name="T7" fmla="*/ 5 h 11"/>
                <a:gd name="T8" fmla="*/ 11 w 26"/>
                <a:gd name="T9" fmla="*/ 1 h 11"/>
                <a:gd name="T10" fmla="*/ 10 w 26"/>
                <a:gd name="T11" fmla="*/ 0 h 11"/>
                <a:gd name="T12" fmla="*/ 1 w 26"/>
                <a:gd name="T13" fmla="*/ 5 h 11"/>
                <a:gd name="T14" fmla="*/ 16 w 26"/>
                <a:gd name="T15" fmla="*/ 11 h 11"/>
                <a:gd name="T16" fmla="*/ 25 w 26"/>
                <a:gd name="T17" fmla="*/ 5 h 11"/>
                <a:gd name="T18" fmla="*/ 10 w 26"/>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1">
                  <a:moveTo>
                    <a:pt x="11" y="1"/>
                  </a:moveTo>
                  <a:cubicBezTo>
                    <a:pt x="16" y="1"/>
                    <a:pt x="21" y="3"/>
                    <a:pt x="22" y="5"/>
                  </a:cubicBezTo>
                  <a:cubicBezTo>
                    <a:pt x="23" y="8"/>
                    <a:pt x="20" y="10"/>
                    <a:pt x="15" y="10"/>
                  </a:cubicBezTo>
                  <a:cubicBezTo>
                    <a:pt x="10" y="10"/>
                    <a:pt x="5" y="8"/>
                    <a:pt x="4" y="5"/>
                  </a:cubicBezTo>
                  <a:cubicBezTo>
                    <a:pt x="3" y="3"/>
                    <a:pt x="6" y="1"/>
                    <a:pt x="11" y="1"/>
                  </a:cubicBezTo>
                  <a:moveTo>
                    <a:pt x="10" y="0"/>
                  </a:moveTo>
                  <a:cubicBezTo>
                    <a:pt x="4" y="0"/>
                    <a:pt x="0" y="2"/>
                    <a:pt x="1" y="5"/>
                  </a:cubicBezTo>
                  <a:cubicBezTo>
                    <a:pt x="3" y="8"/>
                    <a:pt x="9" y="11"/>
                    <a:pt x="16" y="11"/>
                  </a:cubicBezTo>
                  <a:cubicBezTo>
                    <a:pt x="22" y="11"/>
                    <a:pt x="26" y="8"/>
                    <a:pt x="25" y="5"/>
                  </a:cubicBezTo>
                  <a:cubicBezTo>
                    <a:pt x="23" y="2"/>
                    <a:pt x="17" y="0"/>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5" name="Freeform 481"/>
            <p:cNvSpPr>
              <a:spLocks/>
            </p:cNvSpPr>
            <p:nvPr/>
          </p:nvSpPr>
          <p:spPr bwMode="auto">
            <a:xfrm>
              <a:off x="6350000" y="5484813"/>
              <a:ext cx="119063" cy="50800"/>
            </a:xfrm>
            <a:custGeom>
              <a:avLst/>
              <a:gdLst>
                <a:gd name="T0" fmla="*/ 25 w 42"/>
                <a:gd name="T1" fmla="*/ 18 h 18"/>
                <a:gd name="T2" fmla="*/ 2 w 42"/>
                <a:gd name="T3" fmla="*/ 9 h 18"/>
                <a:gd name="T4" fmla="*/ 17 w 42"/>
                <a:gd name="T5" fmla="*/ 0 h 18"/>
                <a:gd name="T6" fmla="*/ 40 w 42"/>
                <a:gd name="T7" fmla="*/ 9 h 18"/>
                <a:gd name="T8" fmla="*/ 25 w 42"/>
                <a:gd name="T9" fmla="*/ 18 h 18"/>
              </a:gdLst>
              <a:ahLst/>
              <a:cxnLst>
                <a:cxn ang="0">
                  <a:pos x="T0" y="T1"/>
                </a:cxn>
                <a:cxn ang="0">
                  <a:pos x="T2" y="T3"/>
                </a:cxn>
                <a:cxn ang="0">
                  <a:pos x="T4" y="T5"/>
                </a:cxn>
                <a:cxn ang="0">
                  <a:pos x="T6" y="T7"/>
                </a:cxn>
                <a:cxn ang="0">
                  <a:pos x="T8" y="T9"/>
                </a:cxn>
              </a:cxnLst>
              <a:rect l="0" t="0" r="r" b="b"/>
              <a:pathLst>
                <a:path w="42" h="18">
                  <a:moveTo>
                    <a:pt x="25" y="18"/>
                  </a:moveTo>
                  <a:cubicBezTo>
                    <a:pt x="14" y="18"/>
                    <a:pt x="4" y="14"/>
                    <a:pt x="2" y="9"/>
                  </a:cubicBezTo>
                  <a:cubicBezTo>
                    <a:pt x="0" y="4"/>
                    <a:pt x="7" y="0"/>
                    <a:pt x="17" y="0"/>
                  </a:cubicBezTo>
                  <a:cubicBezTo>
                    <a:pt x="28" y="0"/>
                    <a:pt x="38" y="4"/>
                    <a:pt x="40" y="9"/>
                  </a:cubicBezTo>
                  <a:cubicBezTo>
                    <a:pt x="42" y="14"/>
                    <a:pt x="35" y="18"/>
                    <a:pt x="25" y="18"/>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6" name="Freeform 482"/>
            <p:cNvSpPr>
              <a:spLocks noEditPoints="1"/>
            </p:cNvSpPr>
            <p:nvPr/>
          </p:nvSpPr>
          <p:spPr bwMode="auto">
            <a:xfrm>
              <a:off x="6345238" y="5481638"/>
              <a:ext cx="128588" cy="53975"/>
            </a:xfrm>
            <a:custGeom>
              <a:avLst/>
              <a:gdLst>
                <a:gd name="T0" fmla="*/ 19 w 46"/>
                <a:gd name="T1" fmla="*/ 2 h 19"/>
                <a:gd name="T2" fmla="*/ 41 w 46"/>
                <a:gd name="T3" fmla="*/ 10 h 19"/>
                <a:gd name="T4" fmla="*/ 27 w 46"/>
                <a:gd name="T5" fmla="*/ 18 h 19"/>
                <a:gd name="T6" fmla="*/ 5 w 46"/>
                <a:gd name="T7" fmla="*/ 10 h 19"/>
                <a:gd name="T8" fmla="*/ 19 w 46"/>
                <a:gd name="T9" fmla="*/ 2 h 19"/>
                <a:gd name="T10" fmla="*/ 19 w 46"/>
                <a:gd name="T11" fmla="*/ 0 h 19"/>
                <a:gd name="T12" fmla="*/ 3 w 46"/>
                <a:gd name="T13" fmla="*/ 10 h 19"/>
                <a:gd name="T14" fmla="*/ 27 w 46"/>
                <a:gd name="T15" fmla="*/ 19 h 19"/>
                <a:gd name="T16" fmla="*/ 43 w 46"/>
                <a:gd name="T17" fmla="*/ 10 h 19"/>
                <a:gd name="T18" fmla="*/ 19 w 46"/>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19">
                  <a:moveTo>
                    <a:pt x="19" y="2"/>
                  </a:moveTo>
                  <a:cubicBezTo>
                    <a:pt x="29" y="2"/>
                    <a:pt x="39" y="5"/>
                    <a:pt x="41" y="10"/>
                  </a:cubicBezTo>
                  <a:cubicBezTo>
                    <a:pt x="43" y="14"/>
                    <a:pt x="36" y="18"/>
                    <a:pt x="27" y="18"/>
                  </a:cubicBezTo>
                  <a:cubicBezTo>
                    <a:pt x="17" y="18"/>
                    <a:pt x="7" y="14"/>
                    <a:pt x="5" y="10"/>
                  </a:cubicBezTo>
                  <a:cubicBezTo>
                    <a:pt x="3" y="5"/>
                    <a:pt x="10" y="2"/>
                    <a:pt x="19" y="2"/>
                  </a:cubicBezTo>
                  <a:moveTo>
                    <a:pt x="19" y="0"/>
                  </a:moveTo>
                  <a:cubicBezTo>
                    <a:pt x="8" y="0"/>
                    <a:pt x="0" y="5"/>
                    <a:pt x="3" y="10"/>
                  </a:cubicBezTo>
                  <a:cubicBezTo>
                    <a:pt x="5" y="15"/>
                    <a:pt x="16" y="19"/>
                    <a:pt x="27" y="19"/>
                  </a:cubicBezTo>
                  <a:cubicBezTo>
                    <a:pt x="38" y="19"/>
                    <a:pt x="46" y="15"/>
                    <a:pt x="43" y="10"/>
                  </a:cubicBezTo>
                  <a:cubicBezTo>
                    <a:pt x="41" y="5"/>
                    <a:pt x="30" y="0"/>
                    <a:pt x="1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7" name="Freeform 483"/>
            <p:cNvSpPr>
              <a:spLocks/>
            </p:cNvSpPr>
            <p:nvPr/>
          </p:nvSpPr>
          <p:spPr bwMode="auto">
            <a:xfrm>
              <a:off x="6064250" y="5240338"/>
              <a:ext cx="127000" cy="53975"/>
            </a:xfrm>
            <a:custGeom>
              <a:avLst/>
              <a:gdLst>
                <a:gd name="T0" fmla="*/ 27 w 45"/>
                <a:gd name="T1" fmla="*/ 19 h 19"/>
                <a:gd name="T2" fmla="*/ 2 w 45"/>
                <a:gd name="T3" fmla="*/ 9 h 19"/>
                <a:gd name="T4" fmla="*/ 18 w 45"/>
                <a:gd name="T5" fmla="*/ 0 h 19"/>
                <a:gd name="T6" fmla="*/ 43 w 45"/>
                <a:gd name="T7" fmla="*/ 9 h 19"/>
                <a:gd name="T8" fmla="*/ 27 w 45"/>
                <a:gd name="T9" fmla="*/ 19 h 19"/>
              </a:gdLst>
              <a:ahLst/>
              <a:cxnLst>
                <a:cxn ang="0">
                  <a:pos x="T0" y="T1"/>
                </a:cxn>
                <a:cxn ang="0">
                  <a:pos x="T2" y="T3"/>
                </a:cxn>
                <a:cxn ang="0">
                  <a:pos x="T4" y="T5"/>
                </a:cxn>
                <a:cxn ang="0">
                  <a:pos x="T6" y="T7"/>
                </a:cxn>
                <a:cxn ang="0">
                  <a:pos x="T8" y="T9"/>
                </a:cxn>
              </a:cxnLst>
              <a:rect l="0" t="0" r="r" b="b"/>
              <a:pathLst>
                <a:path w="45" h="19">
                  <a:moveTo>
                    <a:pt x="27" y="19"/>
                  </a:moveTo>
                  <a:cubicBezTo>
                    <a:pt x="15" y="19"/>
                    <a:pt x="4" y="15"/>
                    <a:pt x="2" y="9"/>
                  </a:cubicBezTo>
                  <a:cubicBezTo>
                    <a:pt x="0" y="4"/>
                    <a:pt x="7" y="0"/>
                    <a:pt x="18" y="0"/>
                  </a:cubicBezTo>
                  <a:cubicBezTo>
                    <a:pt x="30" y="0"/>
                    <a:pt x="41" y="4"/>
                    <a:pt x="43" y="9"/>
                  </a:cubicBezTo>
                  <a:cubicBezTo>
                    <a:pt x="45" y="15"/>
                    <a:pt x="38" y="19"/>
                    <a:pt x="27" y="1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8" name="Freeform 484"/>
            <p:cNvSpPr>
              <a:spLocks noEditPoints="1"/>
            </p:cNvSpPr>
            <p:nvPr/>
          </p:nvSpPr>
          <p:spPr bwMode="auto">
            <a:xfrm>
              <a:off x="6059488" y="5237163"/>
              <a:ext cx="136525" cy="60325"/>
            </a:xfrm>
            <a:custGeom>
              <a:avLst/>
              <a:gdLst>
                <a:gd name="T0" fmla="*/ 21 w 49"/>
                <a:gd name="T1" fmla="*/ 1 h 21"/>
                <a:gd name="T2" fmla="*/ 44 w 49"/>
                <a:gd name="T3" fmla="*/ 10 h 21"/>
                <a:gd name="T4" fmla="*/ 28 w 49"/>
                <a:gd name="T5" fmla="*/ 19 h 21"/>
                <a:gd name="T6" fmla="*/ 5 w 49"/>
                <a:gd name="T7" fmla="*/ 10 h 21"/>
                <a:gd name="T8" fmla="*/ 21 w 49"/>
                <a:gd name="T9" fmla="*/ 1 h 21"/>
                <a:gd name="T10" fmla="*/ 20 w 49"/>
                <a:gd name="T11" fmla="*/ 0 h 21"/>
                <a:gd name="T12" fmla="*/ 3 w 49"/>
                <a:gd name="T13" fmla="*/ 10 h 21"/>
                <a:gd name="T14" fmla="*/ 29 w 49"/>
                <a:gd name="T15" fmla="*/ 20 h 21"/>
                <a:gd name="T16" fmla="*/ 46 w 49"/>
                <a:gd name="T17" fmla="*/ 10 h 21"/>
                <a:gd name="T18" fmla="*/ 20 w 49"/>
                <a:gd name="T1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21">
                  <a:moveTo>
                    <a:pt x="21" y="1"/>
                  </a:moveTo>
                  <a:cubicBezTo>
                    <a:pt x="31" y="1"/>
                    <a:pt x="42" y="5"/>
                    <a:pt x="44" y="10"/>
                  </a:cubicBezTo>
                  <a:cubicBezTo>
                    <a:pt x="46" y="15"/>
                    <a:pt x="39" y="19"/>
                    <a:pt x="28" y="19"/>
                  </a:cubicBezTo>
                  <a:cubicBezTo>
                    <a:pt x="18" y="19"/>
                    <a:pt x="7" y="15"/>
                    <a:pt x="5" y="10"/>
                  </a:cubicBezTo>
                  <a:cubicBezTo>
                    <a:pt x="3" y="5"/>
                    <a:pt x="10" y="1"/>
                    <a:pt x="21" y="1"/>
                  </a:cubicBezTo>
                  <a:moveTo>
                    <a:pt x="20" y="0"/>
                  </a:moveTo>
                  <a:cubicBezTo>
                    <a:pt x="8" y="0"/>
                    <a:pt x="0" y="5"/>
                    <a:pt x="3" y="10"/>
                  </a:cubicBezTo>
                  <a:cubicBezTo>
                    <a:pt x="5" y="16"/>
                    <a:pt x="17" y="21"/>
                    <a:pt x="29" y="20"/>
                  </a:cubicBezTo>
                  <a:cubicBezTo>
                    <a:pt x="41" y="20"/>
                    <a:pt x="49" y="16"/>
                    <a:pt x="46" y="10"/>
                  </a:cubicBezTo>
                  <a:cubicBezTo>
                    <a:pt x="44" y="5"/>
                    <a:pt x="32" y="0"/>
                    <a:pt x="2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9" name="Freeform 485"/>
            <p:cNvSpPr>
              <a:spLocks/>
            </p:cNvSpPr>
            <p:nvPr/>
          </p:nvSpPr>
          <p:spPr bwMode="auto">
            <a:xfrm>
              <a:off x="5599113" y="5437188"/>
              <a:ext cx="117475" cy="52388"/>
            </a:xfrm>
            <a:custGeom>
              <a:avLst/>
              <a:gdLst>
                <a:gd name="T0" fmla="*/ 24 w 42"/>
                <a:gd name="T1" fmla="*/ 19 h 19"/>
                <a:gd name="T2" fmla="*/ 2 w 42"/>
                <a:gd name="T3" fmla="*/ 10 h 19"/>
                <a:gd name="T4" fmla="*/ 17 w 42"/>
                <a:gd name="T5" fmla="*/ 0 h 19"/>
                <a:gd name="T6" fmla="*/ 40 w 42"/>
                <a:gd name="T7" fmla="*/ 9 h 19"/>
                <a:gd name="T8" fmla="*/ 24 w 42"/>
                <a:gd name="T9" fmla="*/ 19 h 19"/>
              </a:gdLst>
              <a:ahLst/>
              <a:cxnLst>
                <a:cxn ang="0">
                  <a:pos x="T0" y="T1"/>
                </a:cxn>
                <a:cxn ang="0">
                  <a:pos x="T2" y="T3"/>
                </a:cxn>
                <a:cxn ang="0">
                  <a:pos x="T4" y="T5"/>
                </a:cxn>
                <a:cxn ang="0">
                  <a:pos x="T6" y="T7"/>
                </a:cxn>
                <a:cxn ang="0">
                  <a:pos x="T8" y="T9"/>
                </a:cxn>
              </a:cxnLst>
              <a:rect l="0" t="0" r="r" b="b"/>
              <a:pathLst>
                <a:path w="42" h="19">
                  <a:moveTo>
                    <a:pt x="24" y="19"/>
                  </a:moveTo>
                  <a:cubicBezTo>
                    <a:pt x="14" y="19"/>
                    <a:pt x="3" y="15"/>
                    <a:pt x="2" y="10"/>
                  </a:cubicBezTo>
                  <a:cubicBezTo>
                    <a:pt x="0" y="4"/>
                    <a:pt x="7" y="0"/>
                    <a:pt x="17" y="0"/>
                  </a:cubicBezTo>
                  <a:cubicBezTo>
                    <a:pt x="28" y="0"/>
                    <a:pt x="38" y="4"/>
                    <a:pt x="40" y="9"/>
                  </a:cubicBezTo>
                  <a:cubicBezTo>
                    <a:pt x="42" y="15"/>
                    <a:pt x="35" y="19"/>
                    <a:pt x="24" y="1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0" name="Freeform 486"/>
            <p:cNvSpPr>
              <a:spLocks noEditPoints="1"/>
            </p:cNvSpPr>
            <p:nvPr/>
          </p:nvSpPr>
          <p:spPr bwMode="auto">
            <a:xfrm>
              <a:off x="5595938" y="5437188"/>
              <a:ext cx="123825" cy="52388"/>
            </a:xfrm>
            <a:custGeom>
              <a:avLst/>
              <a:gdLst>
                <a:gd name="T0" fmla="*/ 19 w 44"/>
                <a:gd name="T1" fmla="*/ 1 h 19"/>
                <a:gd name="T2" fmla="*/ 40 w 44"/>
                <a:gd name="T3" fmla="*/ 9 h 19"/>
                <a:gd name="T4" fmla="*/ 25 w 44"/>
                <a:gd name="T5" fmla="*/ 18 h 19"/>
                <a:gd name="T6" fmla="*/ 4 w 44"/>
                <a:gd name="T7" fmla="*/ 10 h 19"/>
                <a:gd name="T8" fmla="*/ 19 w 44"/>
                <a:gd name="T9" fmla="*/ 1 h 19"/>
                <a:gd name="T10" fmla="*/ 18 w 44"/>
                <a:gd name="T11" fmla="*/ 0 h 19"/>
                <a:gd name="T12" fmla="*/ 1 w 44"/>
                <a:gd name="T13" fmla="*/ 10 h 19"/>
                <a:gd name="T14" fmla="*/ 25 w 44"/>
                <a:gd name="T15" fmla="*/ 19 h 19"/>
                <a:gd name="T16" fmla="*/ 42 w 44"/>
                <a:gd name="T17" fmla="*/ 9 h 19"/>
                <a:gd name="T18" fmla="*/ 18 w 44"/>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19">
                  <a:moveTo>
                    <a:pt x="19" y="1"/>
                  </a:moveTo>
                  <a:cubicBezTo>
                    <a:pt x="28" y="1"/>
                    <a:pt x="38" y="5"/>
                    <a:pt x="40" y="9"/>
                  </a:cubicBezTo>
                  <a:cubicBezTo>
                    <a:pt x="41" y="14"/>
                    <a:pt x="35" y="18"/>
                    <a:pt x="25" y="18"/>
                  </a:cubicBezTo>
                  <a:cubicBezTo>
                    <a:pt x="15" y="18"/>
                    <a:pt x="6" y="14"/>
                    <a:pt x="4" y="10"/>
                  </a:cubicBezTo>
                  <a:cubicBezTo>
                    <a:pt x="2" y="5"/>
                    <a:pt x="9" y="1"/>
                    <a:pt x="19" y="1"/>
                  </a:cubicBezTo>
                  <a:moveTo>
                    <a:pt x="18" y="0"/>
                  </a:moveTo>
                  <a:cubicBezTo>
                    <a:pt x="7" y="0"/>
                    <a:pt x="0" y="4"/>
                    <a:pt x="1" y="10"/>
                  </a:cubicBezTo>
                  <a:cubicBezTo>
                    <a:pt x="3" y="15"/>
                    <a:pt x="14" y="19"/>
                    <a:pt x="25" y="19"/>
                  </a:cubicBezTo>
                  <a:cubicBezTo>
                    <a:pt x="37" y="19"/>
                    <a:pt x="44" y="15"/>
                    <a:pt x="42" y="9"/>
                  </a:cubicBezTo>
                  <a:cubicBezTo>
                    <a:pt x="40" y="4"/>
                    <a:pt x="29" y="0"/>
                    <a:pt x="1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1" name="Freeform 487"/>
            <p:cNvSpPr>
              <a:spLocks/>
            </p:cNvSpPr>
            <p:nvPr/>
          </p:nvSpPr>
          <p:spPr bwMode="auto">
            <a:xfrm>
              <a:off x="6429375" y="4999038"/>
              <a:ext cx="215900" cy="90488"/>
            </a:xfrm>
            <a:custGeom>
              <a:avLst/>
              <a:gdLst>
                <a:gd name="T0" fmla="*/ 46 w 77"/>
                <a:gd name="T1" fmla="*/ 32 h 32"/>
                <a:gd name="T2" fmla="*/ 4 w 77"/>
                <a:gd name="T3" fmla="*/ 16 h 32"/>
                <a:gd name="T4" fmla="*/ 31 w 77"/>
                <a:gd name="T5" fmla="*/ 0 h 32"/>
                <a:gd name="T6" fmla="*/ 73 w 77"/>
                <a:gd name="T7" fmla="*/ 16 h 32"/>
                <a:gd name="T8" fmla="*/ 46 w 77"/>
                <a:gd name="T9" fmla="*/ 32 h 32"/>
              </a:gdLst>
              <a:ahLst/>
              <a:cxnLst>
                <a:cxn ang="0">
                  <a:pos x="T0" y="T1"/>
                </a:cxn>
                <a:cxn ang="0">
                  <a:pos x="T2" y="T3"/>
                </a:cxn>
                <a:cxn ang="0">
                  <a:pos x="T4" y="T5"/>
                </a:cxn>
                <a:cxn ang="0">
                  <a:pos x="T6" y="T7"/>
                </a:cxn>
                <a:cxn ang="0">
                  <a:pos x="T8" y="T9"/>
                </a:cxn>
              </a:cxnLst>
              <a:rect l="0" t="0" r="r" b="b"/>
              <a:pathLst>
                <a:path w="77" h="32">
                  <a:moveTo>
                    <a:pt x="46" y="32"/>
                  </a:moveTo>
                  <a:cubicBezTo>
                    <a:pt x="27" y="32"/>
                    <a:pt x="8" y="25"/>
                    <a:pt x="4" y="16"/>
                  </a:cubicBezTo>
                  <a:cubicBezTo>
                    <a:pt x="0" y="7"/>
                    <a:pt x="12" y="0"/>
                    <a:pt x="31" y="0"/>
                  </a:cubicBezTo>
                  <a:cubicBezTo>
                    <a:pt x="50" y="0"/>
                    <a:pt x="69" y="7"/>
                    <a:pt x="73" y="16"/>
                  </a:cubicBezTo>
                  <a:cubicBezTo>
                    <a:pt x="77" y="25"/>
                    <a:pt x="65" y="32"/>
                    <a:pt x="46" y="32"/>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2" name="Freeform 488"/>
            <p:cNvSpPr>
              <a:spLocks noEditPoints="1"/>
            </p:cNvSpPr>
            <p:nvPr/>
          </p:nvSpPr>
          <p:spPr bwMode="auto">
            <a:xfrm>
              <a:off x="6423025" y="4995863"/>
              <a:ext cx="225425" cy="93663"/>
            </a:xfrm>
            <a:custGeom>
              <a:avLst/>
              <a:gdLst>
                <a:gd name="T0" fmla="*/ 33 w 80"/>
                <a:gd name="T1" fmla="*/ 2 h 33"/>
                <a:gd name="T2" fmla="*/ 73 w 80"/>
                <a:gd name="T3" fmla="*/ 17 h 33"/>
                <a:gd name="T4" fmla="*/ 47 w 80"/>
                <a:gd name="T5" fmla="*/ 32 h 33"/>
                <a:gd name="T6" fmla="*/ 7 w 80"/>
                <a:gd name="T7" fmla="*/ 17 h 33"/>
                <a:gd name="T8" fmla="*/ 33 w 80"/>
                <a:gd name="T9" fmla="*/ 2 h 33"/>
                <a:gd name="T10" fmla="*/ 32 w 80"/>
                <a:gd name="T11" fmla="*/ 0 h 33"/>
                <a:gd name="T12" fmla="*/ 5 w 80"/>
                <a:gd name="T13" fmla="*/ 17 h 33"/>
                <a:gd name="T14" fmla="*/ 48 w 80"/>
                <a:gd name="T15" fmla="*/ 33 h 33"/>
                <a:gd name="T16" fmla="*/ 76 w 80"/>
                <a:gd name="T17" fmla="*/ 17 h 33"/>
                <a:gd name="T18" fmla="*/ 32 w 80"/>
                <a:gd name="T19"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0" h="33">
                  <a:moveTo>
                    <a:pt x="33" y="2"/>
                  </a:moveTo>
                  <a:cubicBezTo>
                    <a:pt x="51" y="2"/>
                    <a:pt x="69" y="8"/>
                    <a:pt x="73" y="17"/>
                  </a:cubicBezTo>
                  <a:cubicBezTo>
                    <a:pt x="77" y="25"/>
                    <a:pt x="66" y="32"/>
                    <a:pt x="47" y="32"/>
                  </a:cubicBezTo>
                  <a:cubicBezTo>
                    <a:pt x="29" y="32"/>
                    <a:pt x="11" y="26"/>
                    <a:pt x="7" y="17"/>
                  </a:cubicBezTo>
                  <a:cubicBezTo>
                    <a:pt x="3" y="9"/>
                    <a:pt x="15" y="2"/>
                    <a:pt x="33" y="2"/>
                  </a:cubicBezTo>
                  <a:moveTo>
                    <a:pt x="32" y="0"/>
                  </a:moveTo>
                  <a:cubicBezTo>
                    <a:pt x="13" y="0"/>
                    <a:pt x="0" y="8"/>
                    <a:pt x="5" y="17"/>
                  </a:cubicBezTo>
                  <a:cubicBezTo>
                    <a:pt x="9" y="26"/>
                    <a:pt x="28" y="33"/>
                    <a:pt x="48" y="33"/>
                  </a:cubicBezTo>
                  <a:cubicBezTo>
                    <a:pt x="68" y="33"/>
                    <a:pt x="80" y="26"/>
                    <a:pt x="76" y="17"/>
                  </a:cubicBezTo>
                  <a:cubicBezTo>
                    <a:pt x="72" y="8"/>
                    <a:pt x="52" y="0"/>
                    <a:pt x="3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3" name="Freeform 489"/>
            <p:cNvSpPr>
              <a:spLocks/>
            </p:cNvSpPr>
            <p:nvPr/>
          </p:nvSpPr>
          <p:spPr bwMode="auto">
            <a:xfrm>
              <a:off x="6407150" y="5094288"/>
              <a:ext cx="242888" cy="101600"/>
            </a:xfrm>
            <a:custGeom>
              <a:avLst/>
              <a:gdLst>
                <a:gd name="T0" fmla="*/ 52 w 87"/>
                <a:gd name="T1" fmla="*/ 36 h 36"/>
                <a:gd name="T2" fmla="*/ 5 w 87"/>
                <a:gd name="T3" fmla="*/ 18 h 36"/>
                <a:gd name="T4" fmla="*/ 35 w 87"/>
                <a:gd name="T5" fmla="*/ 0 h 36"/>
                <a:gd name="T6" fmla="*/ 83 w 87"/>
                <a:gd name="T7" fmla="*/ 18 h 36"/>
                <a:gd name="T8" fmla="*/ 52 w 87"/>
                <a:gd name="T9" fmla="*/ 36 h 36"/>
              </a:gdLst>
              <a:ahLst/>
              <a:cxnLst>
                <a:cxn ang="0">
                  <a:pos x="T0" y="T1"/>
                </a:cxn>
                <a:cxn ang="0">
                  <a:pos x="T2" y="T3"/>
                </a:cxn>
                <a:cxn ang="0">
                  <a:pos x="T4" y="T5"/>
                </a:cxn>
                <a:cxn ang="0">
                  <a:pos x="T6" y="T7"/>
                </a:cxn>
                <a:cxn ang="0">
                  <a:pos x="T8" y="T9"/>
                </a:cxn>
              </a:cxnLst>
              <a:rect l="0" t="0" r="r" b="b"/>
              <a:pathLst>
                <a:path w="87" h="36">
                  <a:moveTo>
                    <a:pt x="52" y="36"/>
                  </a:moveTo>
                  <a:cubicBezTo>
                    <a:pt x="30" y="36"/>
                    <a:pt x="9" y="28"/>
                    <a:pt x="5" y="18"/>
                  </a:cubicBezTo>
                  <a:cubicBezTo>
                    <a:pt x="0" y="8"/>
                    <a:pt x="14" y="0"/>
                    <a:pt x="35" y="0"/>
                  </a:cubicBezTo>
                  <a:cubicBezTo>
                    <a:pt x="57" y="0"/>
                    <a:pt x="78" y="8"/>
                    <a:pt x="83" y="18"/>
                  </a:cubicBezTo>
                  <a:cubicBezTo>
                    <a:pt x="87" y="27"/>
                    <a:pt x="74" y="35"/>
                    <a:pt x="52" y="36"/>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4" name="Freeform 490"/>
            <p:cNvSpPr>
              <a:spLocks noEditPoints="1"/>
            </p:cNvSpPr>
            <p:nvPr/>
          </p:nvSpPr>
          <p:spPr bwMode="auto">
            <a:xfrm>
              <a:off x="6403975" y="5092700"/>
              <a:ext cx="252413" cy="103188"/>
            </a:xfrm>
            <a:custGeom>
              <a:avLst/>
              <a:gdLst>
                <a:gd name="T0" fmla="*/ 37 w 90"/>
                <a:gd name="T1" fmla="*/ 2 h 37"/>
                <a:gd name="T2" fmla="*/ 82 w 90"/>
                <a:gd name="T3" fmla="*/ 19 h 37"/>
                <a:gd name="T4" fmla="*/ 53 w 90"/>
                <a:gd name="T5" fmla="*/ 36 h 37"/>
                <a:gd name="T6" fmla="*/ 7 w 90"/>
                <a:gd name="T7" fmla="*/ 19 h 37"/>
                <a:gd name="T8" fmla="*/ 37 w 90"/>
                <a:gd name="T9" fmla="*/ 2 h 37"/>
                <a:gd name="T10" fmla="*/ 36 w 90"/>
                <a:gd name="T11" fmla="*/ 0 h 37"/>
                <a:gd name="T12" fmla="*/ 5 w 90"/>
                <a:gd name="T13" fmla="*/ 19 h 37"/>
                <a:gd name="T14" fmla="*/ 53 w 90"/>
                <a:gd name="T15" fmla="*/ 37 h 37"/>
                <a:gd name="T16" fmla="*/ 85 w 90"/>
                <a:gd name="T17" fmla="*/ 19 h 37"/>
                <a:gd name="T18" fmla="*/ 36 w 90"/>
                <a:gd name="T19"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 h="37">
                  <a:moveTo>
                    <a:pt x="37" y="2"/>
                  </a:moveTo>
                  <a:cubicBezTo>
                    <a:pt x="57" y="1"/>
                    <a:pt x="78" y="9"/>
                    <a:pt x="82" y="19"/>
                  </a:cubicBezTo>
                  <a:cubicBezTo>
                    <a:pt x="87" y="28"/>
                    <a:pt x="74" y="36"/>
                    <a:pt x="53" y="36"/>
                  </a:cubicBezTo>
                  <a:cubicBezTo>
                    <a:pt x="32" y="36"/>
                    <a:pt x="12" y="28"/>
                    <a:pt x="7" y="19"/>
                  </a:cubicBezTo>
                  <a:cubicBezTo>
                    <a:pt x="3" y="9"/>
                    <a:pt x="16" y="2"/>
                    <a:pt x="37" y="2"/>
                  </a:cubicBezTo>
                  <a:moveTo>
                    <a:pt x="36" y="0"/>
                  </a:moveTo>
                  <a:cubicBezTo>
                    <a:pt x="14" y="0"/>
                    <a:pt x="0" y="9"/>
                    <a:pt x="5" y="19"/>
                  </a:cubicBezTo>
                  <a:cubicBezTo>
                    <a:pt x="9" y="29"/>
                    <a:pt x="31" y="37"/>
                    <a:pt x="53" y="37"/>
                  </a:cubicBezTo>
                  <a:cubicBezTo>
                    <a:pt x="76" y="37"/>
                    <a:pt x="90" y="29"/>
                    <a:pt x="85" y="19"/>
                  </a:cubicBezTo>
                  <a:cubicBezTo>
                    <a:pt x="80" y="8"/>
                    <a:pt x="58" y="0"/>
                    <a:pt x="3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5" name="Freeform 491"/>
            <p:cNvSpPr>
              <a:spLocks/>
            </p:cNvSpPr>
            <p:nvPr/>
          </p:nvSpPr>
          <p:spPr bwMode="auto">
            <a:xfrm>
              <a:off x="6440488" y="5459413"/>
              <a:ext cx="88900" cy="39688"/>
            </a:xfrm>
            <a:custGeom>
              <a:avLst/>
              <a:gdLst>
                <a:gd name="T0" fmla="*/ 19 w 32"/>
                <a:gd name="T1" fmla="*/ 14 h 14"/>
                <a:gd name="T2" fmla="*/ 2 w 32"/>
                <a:gd name="T3" fmla="*/ 7 h 14"/>
                <a:gd name="T4" fmla="*/ 13 w 32"/>
                <a:gd name="T5" fmla="*/ 0 h 14"/>
                <a:gd name="T6" fmla="*/ 31 w 32"/>
                <a:gd name="T7" fmla="*/ 7 h 14"/>
                <a:gd name="T8" fmla="*/ 19 w 32"/>
                <a:gd name="T9" fmla="*/ 14 h 14"/>
              </a:gdLst>
              <a:ahLst/>
              <a:cxnLst>
                <a:cxn ang="0">
                  <a:pos x="T0" y="T1"/>
                </a:cxn>
                <a:cxn ang="0">
                  <a:pos x="T2" y="T3"/>
                </a:cxn>
                <a:cxn ang="0">
                  <a:pos x="T4" y="T5"/>
                </a:cxn>
                <a:cxn ang="0">
                  <a:pos x="T6" y="T7"/>
                </a:cxn>
                <a:cxn ang="0">
                  <a:pos x="T8" y="T9"/>
                </a:cxn>
              </a:cxnLst>
              <a:rect l="0" t="0" r="r" b="b"/>
              <a:pathLst>
                <a:path w="32" h="14">
                  <a:moveTo>
                    <a:pt x="19" y="14"/>
                  </a:moveTo>
                  <a:cubicBezTo>
                    <a:pt x="11" y="14"/>
                    <a:pt x="3" y="11"/>
                    <a:pt x="2" y="7"/>
                  </a:cubicBezTo>
                  <a:cubicBezTo>
                    <a:pt x="0" y="3"/>
                    <a:pt x="5" y="0"/>
                    <a:pt x="13" y="0"/>
                  </a:cubicBezTo>
                  <a:cubicBezTo>
                    <a:pt x="21" y="0"/>
                    <a:pt x="29" y="3"/>
                    <a:pt x="31" y="7"/>
                  </a:cubicBezTo>
                  <a:cubicBezTo>
                    <a:pt x="32" y="11"/>
                    <a:pt x="27" y="14"/>
                    <a:pt x="19" y="14"/>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6" name="Freeform 492"/>
            <p:cNvSpPr>
              <a:spLocks noEditPoints="1"/>
            </p:cNvSpPr>
            <p:nvPr/>
          </p:nvSpPr>
          <p:spPr bwMode="auto">
            <a:xfrm>
              <a:off x="6434138" y="5459413"/>
              <a:ext cx="101600" cy="39688"/>
            </a:xfrm>
            <a:custGeom>
              <a:avLst/>
              <a:gdLst>
                <a:gd name="T0" fmla="*/ 15 w 36"/>
                <a:gd name="T1" fmla="*/ 1 h 14"/>
                <a:gd name="T2" fmla="*/ 31 w 36"/>
                <a:gd name="T3" fmla="*/ 7 h 14"/>
                <a:gd name="T4" fmla="*/ 21 w 36"/>
                <a:gd name="T5" fmla="*/ 13 h 14"/>
                <a:gd name="T6" fmla="*/ 5 w 36"/>
                <a:gd name="T7" fmla="*/ 7 h 14"/>
                <a:gd name="T8" fmla="*/ 15 w 36"/>
                <a:gd name="T9" fmla="*/ 1 h 14"/>
                <a:gd name="T10" fmla="*/ 15 w 36"/>
                <a:gd name="T11" fmla="*/ 0 h 14"/>
                <a:gd name="T12" fmla="*/ 2 w 36"/>
                <a:gd name="T13" fmla="*/ 7 h 14"/>
                <a:gd name="T14" fmla="*/ 21 w 36"/>
                <a:gd name="T15" fmla="*/ 14 h 14"/>
                <a:gd name="T16" fmla="*/ 34 w 36"/>
                <a:gd name="T17" fmla="*/ 7 h 14"/>
                <a:gd name="T18" fmla="*/ 15 w 36"/>
                <a:gd name="T1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14">
                  <a:moveTo>
                    <a:pt x="15" y="1"/>
                  </a:moveTo>
                  <a:cubicBezTo>
                    <a:pt x="23" y="1"/>
                    <a:pt x="30" y="4"/>
                    <a:pt x="31" y="7"/>
                  </a:cubicBezTo>
                  <a:cubicBezTo>
                    <a:pt x="33" y="10"/>
                    <a:pt x="28" y="13"/>
                    <a:pt x="21" y="13"/>
                  </a:cubicBezTo>
                  <a:cubicBezTo>
                    <a:pt x="14" y="13"/>
                    <a:pt x="6" y="10"/>
                    <a:pt x="5" y="7"/>
                  </a:cubicBezTo>
                  <a:cubicBezTo>
                    <a:pt x="3" y="4"/>
                    <a:pt x="8" y="1"/>
                    <a:pt x="15" y="1"/>
                  </a:cubicBezTo>
                  <a:moveTo>
                    <a:pt x="15" y="0"/>
                  </a:moveTo>
                  <a:cubicBezTo>
                    <a:pt x="6" y="0"/>
                    <a:pt x="0" y="3"/>
                    <a:pt x="2" y="7"/>
                  </a:cubicBezTo>
                  <a:cubicBezTo>
                    <a:pt x="4" y="11"/>
                    <a:pt x="13" y="14"/>
                    <a:pt x="21" y="14"/>
                  </a:cubicBezTo>
                  <a:cubicBezTo>
                    <a:pt x="30" y="14"/>
                    <a:pt x="36" y="11"/>
                    <a:pt x="34" y="7"/>
                  </a:cubicBezTo>
                  <a:cubicBezTo>
                    <a:pt x="32" y="3"/>
                    <a:pt x="23" y="0"/>
                    <a:pt x="1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7" name="Freeform 493"/>
            <p:cNvSpPr>
              <a:spLocks/>
            </p:cNvSpPr>
            <p:nvPr/>
          </p:nvSpPr>
          <p:spPr bwMode="auto">
            <a:xfrm>
              <a:off x="7135813" y="5164138"/>
              <a:ext cx="95250" cy="36513"/>
            </a:xfrm>
            <a:custGeom>
              <a:avLst/>
              <a:gdLst>
                <a:gd name="T0" fmla="*/ 20 w 34"/>
                <a:gd name="T1" fmla="*/ 13 h 13"/>
                <a:gd name="T2" fmla="*/ 2 w 34"/>
                <a:gd name="T3" fmla="*/ 7 h 13"/>
                <a:gd name="T4" fmla="*/ 14 w 34"/>
                <a:gd name="T5" fmla="*/ 0 h 13"/>
                <a:gd name="T6" fmla="*/ 33 w 34"/>
                <a:gd name="T7" fmla="*/ 7 h 13"/>
                <a:gd name="T8" fmla="*/ 20 w 34"/>
                <a:gd name="T9" fmla="*/ 13 h 13"/>
              </a:gdLst>
              <a:ahLst/>
              <a:cxnLst>
                <a:cxn ang="0">
                  <a:pos x="T0" y="T1"/>
                </a:cxn>
                <a:cxn ang="0">
                  <a:pos x="T2" y="T3"/>
                </a:cxn>
                <a:cxn ang="0">
                  <a:pos x="T4" y="T5"/>
                </a:cxn>
                <a:cxn ang="0">
                  <a:pos x="T6" y="T7"/>
                </a:cxn>
                <a:cxn ang="0">
                  <a:pos x="T8" y="T9"/>
                </a:cxn>
              </a:cxnLst>
              <a:rect l="0" t="0" r="r" b="b"/>
              <a:pathLst>
                <a:path w="34" h="13">
                  <a:moveTo>
                    <a:pt x="20" y="13"/>
                  </a:moveTo>
                  <a:cubicBezTo>
                    <a:pt x="12" y="13"/>
                    <a:pt x="4" y="10"/>
                    <a:pt x="2" y="7"/>
                  </a:cubicBezTo>
                  <a:cubicBezTo>
                    <a:pt x="0" y="3"/>
                    <a:pt x="5" y="0"/>
                    <a:pt x="14" y="0"/>
                  </a:cubicBezTo>
                  <a:cubicBezTo>
                    <a:pt x="22" y="0"/>
                    <a:pt x="31" y="3"/>
                    <a:pt x="33" y="7"/>
                  </a:cubicBezTo>
                  <a:cubicBezTo>
                    <a:pt x="34" y="10"/>
                    <a:pt x="29" y="13"/>
                    <a:pt x="20" y="13"/>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8" name="Freeform 494"/>
            <p:cNvSpPr>
              <a:spLocks noEditPoints="1"/>
            </p:cNvSpPr>
            <p:nvPr/>
          </p:nvSpPr>
          <p:spPr bwMode="auto">
            <a:xfrm>
              <a:off x="7129463" y="5162550"/>
              <a:ext cx="106363" cy="41275"/>
            </a:xfrm>
            <a:custGeom>
              <a:avLst/>
              <a:gdLst>
                <a:gd name="T0" fmla="*/ 16 w 38"/>
                <a:gd name="T1" fmla="*/ 2 h 15"/>
                <a:gd name="T2" fmla="*/ 33 w 38"/>
                <a:gd name="T3" fmla="*/ 8 h 15"/>
                <a:gd name="T4" fmla="*/ 22 w 38"/>
                <a:gd name="T5" fmla="*/ 14 h 15"/>
                <a:gd name="T6" fmla="*/ 5 w 38"/>
                <a:gd name="T7" fmla="*/ 8 h 15"/>
                <a:gd name="T8" fmla="*/ 16 w 38"/>
                <a:gd name="T9" fmla="*/ 2 h 15"/>
                <a:gd name="T10" fmla="*/ 16 w 38"/>
                <a:gd name="T11" fmla="*/ 0 h 15"/>
                <a:gd name="T12" fmla="*/ 2 w 38"/>
                <a:gd name="T13" fmla="*/ 8 h 15"/>
                <a:gd name="T14" fmla="*/ 23 w 38"/>
                <a:gd name="T15" fmla="*/ 15 h 15"/>
                <a:gd name="T16" fmla="*/ 36 w 38"/>
                <a:gd name="T17" fmla="*/ 8 h 15"/>
                <a:gd name="T18" fmla="*/ 16 w 38"/>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15">
                  <a:moveTo>
                    <a:pt x="16" y="2"/>
                  </a:moveTo>
                  <a:cubicBezTo>
                    <a:pt x="24" y="2"/>
                    <a:pt x="31" y="4"/>
                    <a:pt x="33" y="8"/>
                  </a:cubicBezTo>
                  <a:cubicBezTo>
                    <a:pt x="35" y="11"/>
                    <a:pt x="30" y="14"/>
                    <a:pt x="22" y="14"/>
                  </a:cubicBezTo>
                  <a:cubicBezTo>
                    <a:pt x="14" y="14"/>
                    <a:pt x="7" y="11"/>
                    <a:pt x="5" y="8"/>
                  </a:cubicBezTo>
                  <a:cubicBezTo>
                    <a:pt x="4" y="4"/>
                    <a:pt x="8" y="2"/>
                    <a:pt x="16" y="2"/>
                  </a:cubicBezTo>
                  <a:moveTo>
                    <a:pt x="16" y="0"/>
                  </a:moveTo>
                  <a:cubicBezTo>
                    <a:pt x="6" y="1"/>
                    <a:pt x="0" y="4"/>
                    <a:pt x="2" y="8"/>
                  </a:cubicBezTo>
                  <a:cubicBezTo>
                    <a:pt x="4" y="12"/>
                    <a:pt x="14" y="15"/>
                    <a:pt x="23" y="15"/>
                  </a:cubicBezTo>
                  <a:cubicBezTo>
                    <a:pt x="32" y="15"/>
                    <a:pt x="38" y="12"/>
                    <a:pt x="36" y="8"/>
                  </a:cubicBezTo>
                  <a:cubicBezTo>
                    <a:pt x="34" y="4"/>
                    <a:pt x="25" y="0"/>
                    <a:pt x="1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9" name="Freeform 495"/>
            <p:cNvSpPr>
              <a:spLocks/>
            </p:cNvSpPr>
            <p:nvPr/>
          </p:nvSpPr>
          <p:spPr bwMode="auto">
            <a:xfrm>
              <a:off x="6492875" y="5729288"/>
              <a:ext cx="93663" cy="41275"/>
            </a:xfrm>
            <a:custGeom>
              <a:avLst/>
              <a:gdLst>
                <a:gd name="T0" fmla="*/ 20 w 33"/>
                <a:gd name="T1" fmla="*/ 15 h 15"/>
                <a:gd name="T2" fmla="*/ 2 w 33"/>
                <a:gd name="T3" fmla="*/ 8 h 15"/>
                <a:gd name="T4" fmla="*/ 13 w 33"/>
                <a:gd name="T5" fmla="*/ 0 h 15"/>
                <a:gd name="T6" fmla="*/ 31 w 33"/>
                <a:gd name="T7" fmla="*/ 8 h 15"/>
                <a:gd name="T8" fmla="*/ 20 w 33"/>
                <a:gd name="T9" fmla="*/ 15 h 15"/>
              </a:gdLst>
              <a:ahLst/>
              <a:cxnLst>
                <a:cxn ang="0">
                  <a:pos x="T0" y="T1"/>
                </a:cxn>
                <a:cxn ang="0">
                  <a:pos x="T2" y="T3"/>
                </a:cxn>
                <a:cxn ang="0">
                  <a:pos x="T4" y="T5"/>
                </a:cxn>
                <a:cxn ang="0">
                  <a:pos x="T6" y="T7"/>
                </a:cxn>
                <a:cxn ang="0">
                  <a:pos x="T8" y="T9"/>
                </a:cxn>
              </a:cxnLst>
              <a:rect l="0" t="0" r="r" b="b"/>
              <a:pathLst>
                <a:path w="33" h="15">
                  <a:moveTo>
                    <a:pt x="20" y="15"/>
                  </a:moveTo>
                  <a:cubicBezTo>
                    <a:pt x="12" y="15"/>
                    <a:pt x="3" y="12"/>
                    <a:pt x="2" y="8"/>
                  </a:cubicBezTo>
                  <a:cubicBezTo>
                    <a:pt x="0" y="4"/>
                    <a:pt x="5" y="0"/>
                    <a:pt x="13" y="0"/>
                  </a:cubicBezTo>
                  <a:cubicBezTo>
                    <a:pt x="22" y="0"/>
                    <a:pt x="30" y="4"/>
                    <a:pt x="31" y="8"/>
                  </a:cubicBezTo>
                  <a:cubicBezTo>
                    <a:pt x="33" y="12"/>
                    <a:pt x="28" y="15"/>
                    <a:pt x="20" y="15"/>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0" name="Freeform 496"/>
            <p:cNvSpPr>
              <a:spLocks noEditPoints="1"/>
            </p:cNvSpPr>
            <p:nvPr/>
          </p:nvSpPr>
          <p:spPr bwMode="auto">
            <a:xfrm>
              <a:off x="6488113" y="5729288"/>
              <a:ext cx="103188" cy="44450"/>
            </a:xfrm>
            <a:custGeom>
              <a:avLst/>
              <a:gdLst>
                <a:gd name="T0" fmla="*/ 16 w 37"/>
                <a:gd name="T1" fmla="*/ 1 h 16"/>
                <a:gd name="T2" fmla="*/ 32 w 37"/>
                <a:gd name="T3" fmla="*/ 8 h 16"/>
                <a:gd name="T4" fmla="*/ 21 w 37"/>
                <a:gd name="T5" fmla="*/ 14 h 16"/>
                <a:gd name="T6" fmla="*/ 5 w 37"/>
                <a:gd name="T7" fmla="*/ 8 h 16"/>
                <a:gd name="T8" fmla="*/ 16 w 37"/>
                <a:gd name="T9" fmla="*/ 1 h 16"/>
                <a:gd name="T10" fmla="*/ 15 w 37"/>
                <a:gd name="T11" fmla="*/ 0 h 16"/>
                <a:gd name="T12" fmla="*/ 2 w 37"/>
                <a:gd name="T13" fmla="*/ 8 h 16"/>
                <a:gd name="T14" fmla="*/ 22 w 37"/>
                <a:gd name="T15" fmla="*/ 16 h 16"/>
                <a:gd name="T16" fmla="*/ 35 w 37"/>
                <a:gd name="T17" fmla="*/ 8 h 16"/>
                <a:gd name="T18" fmla="*/ 15 w 37"/>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16">
                  <a:moveTo>
                    <a:pt x="16" y="1"/>
                  </a:moveTo>
                  <a:cubicBezTo>
                    <a:pt x="23" y="1"/>
                    <a:pt x="30" y="4"/>
                    <a:pt x="32" y="8"/>
                  </a:cubicBezTo>
                  <a:cubicBezTo>
                    <a:pt x="34" y="11"/>
                    <a:pt x="29" y="14"/>
                    <a:pt x="21" y="14"/>
                  </a:cubicBezTo>
                  <a:cubicBezTo>
                    <a:pt x="14" y="14"/>
                    <a:pt x="7" y="11"/>
                    <a:pt x="5" y="8"/>
                  </a:cubicBezTo>
                  <a:cubicBezTo>
                    <a:pt x="3" y="4"/>
                    <a:pt x="8" y="1"/>
                    <a:pt x="16" y="1"/>
                  </a:cubicBezTo>
                  <a:moveTo>
                    <a:pt x="15" y="0"/>
                  </a:moveTo>
                  <a:cubicBezTo>
                    <a:pt x="6" y="0"/>
                    <a:pt x="0" y="3"/>
                    <a:pt x="2" y="8"/>
                  </a:cubicBezTo>
                  <a:cubicBezTo>
                    <a:pt x="4" y="12"/>
                    <a:pt x="13" y="16"/>
                    <a:pt x="22" y="16"/>
                  </a:cubicBezTo>
                  <a:cubicBezTo>
                    <a:pt x="31" y="16"/>
                    <a:pt x="37" y="12"/>
                    <a:pt x="35" y="8"/>
                  </a:cubicBezTo>
                  <a:cubicBezTo>
                    <a:pt x="33" y="3"/>
                    <a:pt x="24" y="0"/>
                    <a:pt x="1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1" name="Freeform 497"/>
            <p:cNvSpPr>
              <a:spLocks/>
            </p:cNvSpPr>
            <p:nvPr/>
          </p:nvSpPr>
          <p:spPr bwMode="auto">
            <a:xfrm>
              <a:off x="6897688" y="4984750"/>
              <a:ext cx="92075" cy="36513"/>
            </a:xfrm>
            <a:custGeom>
              <a:avLst/>
              <a:gdLst>
                <a:gd name="T0" fmla="*/ 20 w 33"/>
                <a:gd name="T1" fmla="*/ 13 h 13"/>
                <a:gd name="T2" fmla="*/ 1 w 33"/>
                <a:gd name="T3" fmla="*/ 7 h 13"/>
                <a:gd name="T4" fmla="*/ 13 w 33"/>
                <a:gd name="T5" fmla="*/ 0 h 13"/>
                <a:gd name="T6" fmla="*/ 31 w 33"/>
                <a:gd name="T7" fmla="*/ 7 h 13"/>
                <a:gd name="T8" fmla="*/ 20 w 33"/>
                <a:gd name="T9" fmla="*/ 13 h 13"/>
              </a:gdLst>
              <a:ahLst/>
              <a:cxnLst>
                <a:cxn ang="0">
                  <a:pos x="T0" y="T1"/>
                </a:cxn>
                <a:cxn ang="0">
                  <a:pos x="T2" y="T3"/>
                </a:cxn>
                <a:cxn ang="0">
                  <a:pos x="T4" y="T5"/>
                </a:cxn>
                <a:cxn ang="0">
                  <a:pos x="T6" y="T7"/>
                </a:cxn>
                <a:cxn ang="0">
                  <a:pos x="T8" y="T9"/>
                </a:cxn>
              </a:cxnLst>
              <a:rect l="0" t="0" r="r" b="b"/>
              <a:pathLst>
                <a:path w="33" h="13">
                  <a:moveTo>
                    <a:pt x="20" y="13"/>
                  </a:moveTo>
                  <a:cubicBezTo>
                    <a:pt x="11" y="13"/>
                    <a:pt x="3" y="10"/>
                    <a:pt x="1" y="7"/>
                  </a:cubicBezTo>
                  <a:cubicBezTo>
                    <a:pt x="0" y="3"/>
                    <a:pt x="5" y="0"/>
                    <a:pt x="13" y="0"/>
                  </a:cubicBezTo>
                  <a:cubicBezTo>
                    <a:pt x="21" y="0"/>
                    <a:pt x="29" y="3"/>
                    <a:pt x="31" y="7"/>
                  </a:cubicBezTo>
                  <a:cubicBezTo>
                    <a:pt x="33" y="10"/>
                    <a:pt x="28" y="13"/>
                    <a:pt x="20" y="13"/>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2" name="Freeform 498"/>
            <p:cNvSpPr>
              <a:spLocks noEditPoints="1"/>
            </p:cNvSpPr>
            <p:nvPr/>
          </p:nvSpPr>
          <p:spPr bwMode="auto">
            <a:xfrm>
              <a:off x="6891338" y="4983163"/>
              <a:ext cx="104775" cy="41275"/>
            </a:xfrm>
            <a:custGeom>
              <a:avLst/>
              <a:gdLst>
                <a:gd name="T0" fmla="*/ 15 w 37"/>
                <a:gd name="T1" fmla="*/ 2 h 15"/>
                <a:gd name="T2" fmla="*/ 32 w 37"/>
                <a:gd name="T3" fmla="*/ 8 h 15"/>
                <a:gd name="T4" fmla="*/ 21 w 37"/>
                <a:gd name="T5" fmla="*/ 14 h 15"/>
                <a:gd name="T6" fmla="*/ 5 w 37"/>
                <a:gd name="T7" fmla="*/ 8 h 15"/>
                <a:gd name="T8" fmla="*/ 15 w 37"/>
                <a:gd name="T9" fmla="*/ 2 h 15"/>
                <a:gd name="T10" fmla="*/ 15 w 37"/>
                <a:gd name="T11" fmla="*/ 0 h 15"/>
                <a:gd name="T12" fmla="*/ 2 w 37"/>
                <a:gd name="T13" fmla="*/ 8 h 15"/>
                <a:gd name="T14" fmla="*/ 22 w 37"/>
                <a:gd name="T15" fmla="*/ 15 h 15"/>
                <a:gd name="T16" fmla="*/ 35 w 37"/>
                <a:gd name="T17" fmla="*/ 8 h 15"/>
                <a:gd name="T18" fmla="*/ 15 w 37"/>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15">
                  <a:moveTo>
                    <a:pt x="15" y="2"/>
                  </a:moveTo>
                  <a:cubicBezTo>
                    <a:pt x="23" y="2"/>
                    <a:pt x="30" y="4"/>
                    <a:pt x="32" y="8"/>
                  </a:cubicBezTo>
                  <a:cubicBezTo>
                    <a:pt x="34" y="11"/>
                    <a:pt x="29" y="14"/>
                    <a:pt x="21" y="14"/>
                  </a:cubicBezTo>
                  <a:cubicBezTo>
                    <a:pt x="14" y="14"/>
                    <a:pt x="6" y="11"/>
                    <a:pt x="5" y="8"/>
                  </a:cubicBezTo>
                  <a:cubicBezTo>
                    <a:pt x="3" y="4"/>
                    <a:pt x="8" y="2"/>
                    <a:pt x="15" y="2"/>
                  </a:cubicBezTo>
                  <a:moveTo>
                    <a:pt x="15" y="0"/>
                  </a:moveTo>
                  <a:cubicBezTo>
                    <a:pt x="6" y="0"/>
                    <a:pt x="0" y="4"/>
                    <a:pt x="2" y="8"/>
                  </a:cubicBezTo>
                  <a:cubicBezTo>
                    <a:pt x="4" y="12"/>
                    <a:pt x="13" y="15"/>
                    <a:pt x="22" y="15"/>
                  </a:cubicBezTo>
                  <a:cubicBezTo>
                    <a:pt x="31" y="15"/>
                    <a:pt x="37" y="12"/>
                    <a:pt x="35" y="8"/>
                  </a:cubicBezTo>
                  <a:cubicBezTo>
                    <a:pt x="33" y="4"/>
                    <a:pt x="24" y="0"/>
                    <a:pt x="1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3" name="Freeform 499"/>
            <p:cNvSpPr>
              <a:spLocks/>
            </p:cNvSpPr>
            <p:nvPr/>
          </p:nvSpPr>
          <p:spPr bwMode="auto">
            <a:xfrm>
              <a:off x="7110413" y="4884738"/>
              <a:ext cx="95250" cy="36513"/>
            </a:xfrm>
            <a:custGeom>
              <a:avLst/>
              <a:gdLst>
                <a:gd name="T0" fmla="*/ 20 w 34"/>
                <a:gd name="T1" fmla="*/ 13 h 13"/>
                <a:gd name="T2" fmla="*/ 2 w 34"/>
                <a:gd name="T3" fmla="*/ 7 h 13"/>
                <a:gd name="T4" fmla="*/ 14 w 34"/>
                <a:gd name="T5" fmla="*/ 0 h 13"/>
                <a:gd name="T6" fmla="*/ 33 w 34"/>
                <a:gd name="T7" fmla="*/ 7 h 13"/>
                <a:gd name="T8" fmla="*/ 20 w 34"/>
                <a:gd name="T9" fmla="*/ 13 h 13"/>
              </a:gdLst>
              <a:ahLst/>
              <a:cxnLst>
                <a:cxn ang="0">
                  <a:pos x="T0" y="T1"/>
                </a:cxn>
                <a:cxn ang="0">
                  <a:pos x="T2" y="T3"/>
                </a:cxn>
                <a:cxn ang="0">
                  <a:pos x="T4" y="T5"/>
                </a:cxn>
                <a:cxn ang="0">
                  <a:pos x="T6" y="T7"/>
                </a:cxn>
                <a:cxn ang="0">
                  <a:pos x="T8" y="T9"/>
                </a:cxn>
              </a:cxnLst>
              <a:rect l="0" t="0" r="r" b="b"/>
              <a:pathLst>
                <a:path w="34" h="13">
                  <a:moveTo>
                    <a:pt x="20" y="13"/>
                  </a:moveTo>
                  <a:cubicBezTo>
                    <a:pt x="12" y="13"/>
                    <a:pt x="4" y="10"/>
                    <a:pt x="2" y="7"/>
                  </a:cubicBezTo>
                  <a:cubicBezTo>
                    <a:pt x="0" y="3"/>
                    <a:pt x="5" y="0"/>
                    <a:pt x="14" y="0"/>
                  </a:cubicBezTo>
                  <a:cubicBezTo>
                    <a:pt x="22" y="0"/>
                    <a:pt x="31" y="3"/>
                    <a:pt x="33" y="7"/>
                  </a:cubicBezTo>
                  <a:cubicBezTo>
                    <a:pt x="34" y="10"/>
                    <a:pt x="29" y="13"/>
                    <a:pt x="20" y="13"/>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4" name="Freeform 500"/>
            <p:cNvSpPr>
              <a:spLocks noEditPoints="1"/>
            </p:cNvSpPr>
            <p:nvPr/>
          </p:nvSpPr>
          <p:spPr bwMode="auto">
            <a:xfrm>
              <a:off x="7104063" y="4881563"/>
              <a:ext cx="107950" cy="42863"/>
            </a:xfrm>
            <a:custGeom>
              <a:avLst/>
              <a:gdLst>
                <a:gd name="T0" fmla="*/ 16 w 38"/>
                <a:gd name="T1" fmla="*/ 1 h 15"/>
                <a:gd name="T2" fmla="*/ 33 w 38"/>
                <a:gd name="T3" fmla="*/ 8 h 15"/>
                <a:gd name="T4" fmla="*/ 22 w 38"/>
                <a:gd name="T5" fmla="*/ 14 h 15"/>
                <a:gd name="T6" fmla="*/ 5 w 38"/>
                <a:gd name="T7" fmla="*/ 8 h 15"/>
                <a:gd name="T8" fmla="*/ 16 w 38"/>
                <a:gd name="T9" fmla="*/ 1 h 15"/>
                <a:gd name="T10" fmla="*/ 15 w 38"/>
                <a:gd name="T11" fmla="*/ 0 h 15"/>
                <a:gd name="T12" fmla="*/ 2 w 38"/>
                <a:gd name="T13" fmla="*/ 8 h 15"/>
                <a:gd name="T14" fmla="*/ 23 w 38"/>
                <a:gd name="T15" fmla="*/ 15 h 15"/>
                <a:gd name="T16" fmla="*/ 36 w 38"/>
                <a:gd name="T17" fmla="*/ 8 h 15"/>
                <a:gd name="T18" fmla="*/ 15 w 38"/>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15">
                  <a:moveTo>
                    <a:pt x="16" y="1"/>
                  </a:moveTo>
                  <a:cubicBezTo>
                    <a:pt x="24" y="1"/>
                    <a:pt x="31" y="4"/>
                    <a:pt x="33" y="8"/>
                  </a:cubicBezTo>
                  <a:cubicBezTo>
                    <a:pt x="35" y="11"/>
                    <a:pt x="30" y="14"/>
                    <a:pt x="22" y="14"/>
                  </a:cubicBezTo>
                  <a:cubicBezTo>
                    <a:pt x="14" y="14"/>
                    <a:pt x="7" y="11"/>
                    <a:pt x="5" y="8"/>
                  </a:cubicBezTo>
                  <a:cubicBezTo>
                    <a:pt x="3" y="4"/>
                    <a:pt x="8" y="1"/>
                    <a:pt x="16" y="1"/>
                  </a:cubicBezTo>
                  <a:moveTo>
                    <a:pt x="15" y="0"/>
                  </a:moveTo>
                  <a:cubicBezTo>
                    <a:pt x="6" y="0"/>
                    <a:pt x="0" y="4"/>
                    <a:pt x="2" y="8"/>
                  </a:cubicBezTo>
                  <a:cubicBezTo>
                    <a:pt x="4" y="12"/>
                    <a:pt x="13" y="15"/>
                    <a:pt x="23" y="15"/>
                  </a:cubicBezTo>
                  <a:cubicBezTo>
                    <a:pt x="32" y="15"/>
                    <a:pt x="38" y="12"/>
                    <a:pt x="36" y="8"/>
                  </a:cubicBezTo>
                  <a:cubicBezTo>
                    <a:pt x="34" y="3"/>
                    <a:pt x="25" y="0"/>
                    <a:pt x="1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5" name="Freeform 501"/>
            <p:cNvSpPr>
              <a:spLocks/>
            </p:cNvSpPr>
            <p:nvPr/>
          </p:nvSpPr>
          <p:spPr bwMode="auto">
            <a:xfrm>
              <a:off x="7045325" y="4819650"/>
              <a:ext cx="127000" cy="53975"/>
            </a:xfrm>
            <a:custGeom>
              <a:avLst/>
              <a:gdLst>
                <a:gd name="T0" fmla="*/ 27 w 45"/>
                <a:gd name="T1" fmla="*/ 18 h 19"/>
                <a:gd name="T2" fmla="*/ 2 w 45"/>
                <a:gd name="T3" fmla="*/ 10 h 19"/>
                <a:gd name="T4" fmla="*/ 18 w 45"/>
                <a:gd name="T5" fmla="*/ 0 h 19"/>
                <a:gd name="T6" fmla="*/ 43 w 45"/>
                <a:gd name="T7" fmla="*/ 9 h 19"/>
                <a:gd name="T8" fmla="*/ 27 w 45"/>
                <a:gd name="T9" fmla="*/ 18 h 19"/>
              </a:gdLst>
              <a:ahLst/>
              <a:cxnLst>
                <a:cxn ang="0">
                  <a:pos x="T0" y="T1"/>
                </a:cxn>
                <a:cxn ang="0">
                  <a:pos x="T2" y="T3"/>
                </a:cxn>
                <a:cxn ang="0">
                  <a:pos x="T4" y="T5"/>
                </a:cxn>
                <a:cxn ang="0">
                  <a:pos x="T6" y="T7"/>
                </a:cxn>
                <a:cxn ang="0">
                  <a:pos x="T8" y="T9"/>
                </a:cxn>
              </a:cxnLst>
              <a:rect l="0" t="0" r="r" b="b"/>
              <a:pathLst>
                <a:path w="45" h="19">
                  <a:moveTo>
                    <a:pt x="27" y="18"/>
                  </a:moveTo>
                  <a:cubicBezTo>
                    <a:pt x="16" y="19"/>
                    <a:pt x="5" y="15"/>
                    <a:pt x="2" y="10"/>
                  </a:cubicBezTo>
                  <a:cubicBezTo>
                    <a:pt x="0" y="5"/>
                    <a:pt x="7" y="0"/>
                    <a:pt x="18" y="0"/>
                  </a:cubicBezTo>
                  <a:cubicBezTo>
                    <a:pt x="29" y="0"/>
                    <a:pt x="40" y="4"/>
                    <a:pt x="43" y="9"/>
                  </a:cubicBezTo>
                  <a:cubicBezTo>
                    <a:pt x="45" y="14"/>
                    <a:pt x="38" y="18"/>
                    <a:pt x="27" y="18"/>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6" name="Freeform 502"/>
            <p:cNvSpPr>
              <a:spLocks noEditPoints="1"/>
            </p:cNvSpPr>
            <p:nvPr/>
          </p:nvSpPr>
          <p:spPr bwMode="auto">
            <a:xfrm>
              <a:off x="7040563" y="4819650"/>
              <a:ext cx="136525" cy="53975"/>
            </a:xfrm>
            <a:custGeom>
              <a:avLst/>
              <a:gdLst>
                <a:gd name="T0" fmla="*/ 20 w 49"/>
                <a:gd name="T1" fmla="*/ 1 h 19"/>
                <a:gd name="T2" fmla="*/ 43 w 49"/>
                <a:gd name="T3" fmla="*/ 9 h 19"/>
                <a:gd name="T4" fmla="*/ 28 w 49"/>
                <a:gd name="T5" fmla="*/ 18 h 19"/>
                <a:gd name="T6" fmla="*/ 6 w 49"/>
                <a:gd name="T7" fmla="*/ 10 h 19"/>
                <a:gd name="T8" fmla="*/ 20 w 49"/>
                <a:gd name="T9" fmla="*/ 1 h 19"/>
                <a:gd name="T10" fmla="*/ 19 w 49"/>
                <a:gd name="T11" fmla="*/ 0 h 19"/>
                <a:gd name="T12" fmla="*/ 3 w 49"/>
                <a:gd name="T13" fmla="*/ 10 h 19"/>
                <a:gd name="T14" fmla="*/ 29 w 49"/>
                <a:gd name="T15" fmla="*/ 19 h 19"/>
                <a:gd name="T16" fmla="*/ 46 w 49"/>
                <a:gd name="T17" fmla="*/ 9 h 19"/>
                <a:gd name="T18" fmla="*/ 19 w 49"/>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19">
                  <a:moveTo>
                    <a:pt x="20" y="1"/>
                  </a:moveTo>
                  <a:cubicBezTo>
                    <a:pt x="30" y="1"/>
                    <a:pt x="41" y="5"/>
                    <a:pt x="43" y="9"/>
                  </a:cubicBezTo>
                  <a:cubicBezTo>
                    <a:pt x="45" y="14"/>
                    <a:pt x="39" y="18"/>
                    <a:pt x="28" y="18"/>
                  </a:cubicBezTo>
                  <a:cubicBezTo>
                    <a:pt x="18" y="18"/>
                    <a:pt x="8" y="14"/>
                    <a:pt x="6" y="10"/>
                  </a:cubicBezTo>
                  <a:cubicBezTo>
                    <a:pt x="3" y="5"/>
                    <a:pt x="10" y="1"/>
                    <a:pt x="20" y="1"/>
                  </a:cubicBezTo>
                  <a:moveTo>
                    <a:pt x="19" y="0"/>
                  </a:moveTo>
                  <a:cubicBezTo>
                    <a:pt x="8" y="0"/>
                    <a:pt x="0" y="4"/>
                    <a:pt x="3" y="10"/>
                  </a:cubicBezTo>
                  <a:cubicBezTo>
                    <a:pt x="5" y="15"/>
                    <a:pt x="17" y="19"/>
                    <a:pt x="29" y="19"/>
                  </a:cubicBezTo>
                  <a:cubicBezTo>
                    <a:pt x="41" y="19"/>
                    <a:pt x="49" y="15"/>
                    <a:pt x="46" y="9"/>
                  </a:cubicBezTo>
                  <a:cubicBezTo>
                    <a:pt x="43" y="4"/>
                    <a:pt x="31" y="0"/>
                    <a:pt x="1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7" name="Freeform 503"/>
            <p:cNvSpPr>
              <a:spLocks/>
            </p:cNvSpPr>
            <p:nvPr/>
          </p:nvSpPr>
          <p:spPr bwMode="auto">
            <a:xfrm>
              <a:off x="6445250" y="5199063"/>
              <a:ext cx="90488" cy="36513"/>
            </a:xfrm>
            <a:custGeom>
              <a:avLst/>
              <a:gdLst>
                <a:gd name="T0" fmla="*/ 19 w 32"/>
                <a:gd name="T1" fmla="*/ 13 h 13"/>
                <a:gd name="T2" fmla="*/ 1 w 32"/>
                <a:gd name="T3" fmla="*/ 7 h 13"/>
                <a:gd name="T4" fmla="*/ 13 w 32"/>
                <a:gd name="T5" fmla="*/ 0 h 13"/>
                <a:gd name="T6" fmla="*/ 30 w 32"/>
                <a:gd name="T7" fmla="*/ 6 h 13"/>
                <a:gd name="T8" fmla="*/ 19 w 32"/>
                <a:gd name="T9" fmla="*/ 13 h 13"/>
              </a:gdLst>
              <a:ahLst/>
              <a:cxnLst>
                <a:cxn ang="0">
                  <a:pos x="T0" y="T1"/>
                </a:cxn>
                <a:cxn ang="0">
                  <a:pos x="T2" y="T3"/>
                </a:cxn>
                <a:cxn ang="0">
                  <a:pos x="T4" y="T5"/>
                </a:cxn>
                <a:cxn ang="0">
                  <a:pos x="T6" y="T7"/>
                </a:cxn>
                <a:cxn ang="0">
                  <a:pos x="T8" y="T9"/>
                </a:cxn>
              </a:cxnLst>
              <a:rect l="0" t="0" r="r" b="b"/>
              <a:pathLst>
                <a:path w="32" h="13">
                  <a:moveTo>
                    <a:pt x="19" y="13"/>
                  </a:moveTo>
                  <a:cubicBezTo>
                    <a:pt x="11" y="13"/>
                    <a:pt x="3" y="10"/>
                    <a:pt x="1" y="7"/>
                  </a:cubicBezTo>
                  <a:cubicBezTo>
                    <a:pt x="0" y="3"/>
                    <a:pt x="5" y="0"/>
                    <a:pt x="13" y="0"/>
                  </a:cubicBezTo>
                  <a:cubicBezTo>
                    <a:pt x="21" y="0"/>
                    <a:pt x="28" y="3"/>
                    <a:pt x="30" y="6"/>
                  </a:cubicBezTo>
                  <a:cubicBezTo>
                    <a:pt x="32" y="10"/>
                    <a:pt x="27" y="13"/>
                    <a:pt x="19" y="13"/>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8" name="Freeform 504"/>
            <p:cNvSpPr>
              <a:spLocks noEditPoints="1"/>
            </p:cNvSpPr>
            <p:nvPr/>
          </p:nvSpPr>
          <p:spPr bwMode="auto">
            <a:xfrm>
              <a:off x="6440488" y="5195888"/>
              <a:ext cx="98425" cy="41275"/>
            </a:xfrm>
            <a:custGeom>
              <a:avLst/>
              <a:gdLst>
                <a:gd name="T0" fmla="*/ 15 w 35"/>
                <a:gd name="T1" fmla="*/ 2 h 15"/>
                <a:gd name="T2" fmla="*/ 31 w 35"/>
                <a:gd name="T3" fmla="*/ 7 h 15"/>
                <a:gd name="T4" fmla="*/ 20 w 35"/>
                <a:gd name="T5" fmla="*/ 13 h 15"/>
                <a:gd name="T6" fmla="*/ 5 w 35"/>
                <a:gd name="T7" fmla="*/ 8 h 15"/>
                <a:gd name="T8" fmla="*/ 15 w 35"/>
                <a:gd name="T9" fmla="*/ 2 h 15"/>
                <a:gd name="T10" fmla="*/ 14 w 35"/>
                <a:gd name="T11" fmla="*/ 0 h 15"/>
                <a:gd name="T12" fmla="*/ 2 w 35"/>
                <a:gd name="T13" fmla="*/ 8 h 15"/>
                <a:gd name="T14" fmla="*/ 21 w 35"/>
                <a:gd name="T15" fmla="*/ 15 h 15"/>
                <a:gd name="T16" fmla="*/ 33 w 35"/>
                <a:gd name="T17" fmla="*/ 7 h 15"/>
                <a:gd name="T18" fmla="*/ 14 w 35"/>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15">
                  <a:moveTo>
                    <a:pt x="15" y="2"/>
                  </a:moveTo>
                  <a:cubicBezTo>
                    <a:pt x="22" y="2"/>
                    <a:pt x="29" y="4"/>
                    <a:pt x="31" y="7"/>
                  </a:cubicBezTo>
                  <a:cubicBezTo>
                    <a:pt x="32" y="11"/>
                    <a:pt x="28" y="13"/>
                    <a:pt x="20" y="13"/>
                  </a:cubicBezTo>
                  <a:cubicBezTo>
                    <a:pt x="13" y="14"/>
                    <a:pt x="6" y="11"/>
                    <a:pt x="5" y="8"/>
                  </a:cubicBezTo>
                  <a:cubicBezTo>
                    <a:pt x="3" y="4"/>
                    <a:pt x="8" y="2"/>
                    <a:pt x="15" y="2"/>
                  </a:cubicBezTo>
                  <a:moveTo>
                    <a:pt x="14" y="0"/>
                  </a:moveTo>
                  <a:cubicBezTo>
                    <a:pt x="6" y="0"/>
                    <a:pt x="0" y="4"/>
                    <a:pt x="2" y="8"/>
                  </a:cubicBezTo>
                  <a:cubicBezTo>
                    <a:pt x="4" y="12"/>
                    <a:pt x="12" y="15"/>
                    <a:pt x="21" y="15"/>
                  </a:cubicBezTo>
                  <a:cubicBezTo>
                    <a:pt x="30" y="15"/>
                    <a:pt x="35" y="11"/>
                    <a:pt x="33" y="7"/>
                  </a:cubicBezTo>
                  <a:cubicBezTo>
                    <a:pt x="31" y="4"/>
                    <a:pt x="23" y="0"/>
                    <a:pt x="1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9" name="Freeform 505"/>
            <p:cNvSpPr>
              <a:spLocks/>
            </p:cNvSpPr>
            <p:nvPr/>
          </p:nvSpPr>
          <p:spPr bwMode="auto">
            <a:xfrm>
              <a:off x="4530725" y="5008563"/>
              <a:ext cx="47625" cy="26988"/>
            </a:xfrm>
            <a:custGeom>
              <a:avLst/>
              <a:gdLst>
                <a:gd name="T0" fmla="*/ 9 w 17"/>
                <a:gd name="T1" fmla="*/ 10 h 10"/>
                <a:gd name="T2" fmla="*/ 0 w 17"/>
                <a:gd name="T3" fmla="*/ 5 h 10"/>
                <a:gd name="T4" fmla="*/ 8 w 17"/>
                <a:gd name="T5" fmla="*/ 0 h 10"/>
                <a:gd name="T6" fmla="*/ 17 w 17"/>
                <a:gd name="T7" fmla="*/ 5 h 10"/>
                <a:gd name="T8" fmla="*/ 9 w 17"/>
                <a:gd name="T9" fmla="*/ 10 h 10"/>
              </a:gdLst>
              <a:ahLst/>
              <a:cxnLst>
                <a:cxn ang="0">
                  <a:pos x="T0" y="T1"/>
                </a:cxn>
                <a:cxn ang="0">
                  <a:pos x="T2" y="T3"/>
                </a:cxn>
                <a:cxn ang="0">
                  <a:pos x="T4" y="T5"/>
                </a:cxn>
                <a:cxn ang="0">
                  <a:pos x="T6" y="T7"/>
                </a:cxn>
                <a:cxn ang="0">
                  <a:pos x="T8" y="T9"/>
                </a:cxn>
              </a:cxnLst>
              <a:rect l="0" t="0" r="r" b="b"/>
              <a:pathLst>
                <a:path w="17" h="10">
                  <a:moveTo>
                    <a:pt x="9" y="10"/>
                  </a:moveTo>
                  <a:cubicBezTo>
                    <a:pt x="5" y="10"/>
                    <a:pt x="1" y="8"/>
                    <a:pt x="0" y="5"/>
                  </a:cubicBezTo>
                  <a:cubicBezTo>
                    <a:pt x="0" y="2"/>
                    <a:pt x="3" y="0"/>
                    <a:pt x="8" y="0"/>
                  </a:cubicBezTo>
                  <a:cubicBezTo>
                    <a:pt x="12" y="0"/>
                    <a:pt x="16" y="2"/>
                    <a:pt x="17" y="5"/>
                  </a:cubicBezTo>
                  <a:cubicBezTo>
                    <a:pt x="17" y="7"/>
                    <a:pt x="14" y="10"/>
                    <a:pt x="9" y="10"/>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0" name="Freeform 506"/>
            <p:cNvSpPr>
              <a:spLocks noEditPoints="1"/>
            </p:cNvSpPr>
            <p:nvPr/>
          </p:nvSpPr>
          <p:spPr bwMode="auto">
            <a:xfrm>
              <a:off x="4527550" y="5008563"/>
              <a:ext cx="53975" cy="26988"/>
            </a:xfrm>
            <a:custGeom>
              <a:avLst/>
              <a:gdLst>
                <a:gd name="T0" fmla="*/ 9 w 19"/>
                <a:gd name="T1" fmla="*/ 1 h 10"/>
                <a:gd name="T2" fmla="*/ 17 w 19"/>
                <a:gd name="T3" fmla="*/ 5 h 10"/>
                <a:gd name="T4" fmla="*/ 10 w 19"/>
                <a:gd name="T5" fmla="*/ 9 h 10"/>
                <a:gd name="T6" fmla="*/ 2 w 19"/>
                <a:gd name="T7" fmla="*/ 5 h 10"/>
                <a:gd name="T8" fmla="*/ 9 w 19"/>
                <a:gd name="T9" fmla="*/ 1 h 10"/>
                <a:gd name="T10" fmla="*/ 9 w 19"/>
                <a:gd name="T11" fmla="*/ 0 h 10"/>
                <a:gd name="T12" fmla="*/ 0 w 19"/>
                <a:gd name="T13" fmla="*/ 5 h 10"/>
                <a:gd name="T14" fmla="*/ 10 w 19"/>
                <a:gd name="T15" fmla="*/ 10 h 10"/>
                <a:gd name="T16" fmla="*/ 19 w 19"/>
                <a:gd name="T17" fmla="*/ 5 h 10"/>
                <a:gd name="T18" fmla="*/ 9 w 1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10">
                  <a:moveTo>
                    <a:pt x="9" y="1"/>
                  </a:moveTo>
                  <a:cubicBezTo>
                    <a:pt x="13" y="1"/>
                    <a:pt x="16" y="3"/>
                    <a:pt x="17" y="5"/>
                  </a:cubicBezTo>
                  <a:cubicBezTo>
                    <a:pt x="17" y="7"/>
                    <a:pt x="14" y="9"/>
                    <a:pt x="10" y="9"/>
                  </a:cubicBezTo>
                  <a:cubicBezTo>
                    <a:pt x="6" y="9"/>
                    <a:pt x="3" y="7"/>
                    <a:pt x="2" y="5"/>
                  </a:cubicBezTo>
                  <a:cubicBezTo>
                    <a:pt x="2" y="3"/>
                    <a:pt x="5" y="1"/>
                    <a:pt x="9" y="1"/>
                  </a:cubicBezTo>
                  <a:moveTo>
                    <a:pt x="9" y="0"/>
                  </a:moveTo>
                  <a:cubicBezTo>
                    <a:pt x="3" y="0"/>
                    <a:pt x="0" y="2"/>
                    <a:pt x="0" y="5"/>
                  </a:cubicBezTo>
                  <a:cubicBezTo>
                    <a:pt x="1" y="8"/>
                    <a:pt x="5" y="10"/>
                    <a:pt x="10" y="10"/>
                  </a:cubicBezTo>
                  <a:cubicBezTo>
                    <a:pt x="16" y="10"/>
                    <a:pt x="19" y="8"/>
                    <a:pt x="19" y="5"/>
                  </a:cubicBezTo>
                  <a:cubicBezTo>
                    <a:pt x="18" y="2"/>
                    <a:pt x="14" y="0"/>
                    <a:pt x="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1" name="Freeform 507"/>
            <p:cNvSpPr>
              <a:spLocks/>
            </p:cNvSpPr>
            <p:nvPr/>
          </p:nvSpPr>
          <p:spPr bwMode="auto">
            <a:xfrm>
              <a:off x="5083175" y="4743450"/>
              <a:ext cx="73025" cy="39688"/>
            </a:xfrm>
            <a:custGeom>
              <a:avLst/>
              <a:gdLst>
                <a:gd name="T0" fmla="*/ 15 w 26"/>
                <a:gd name="T1" fmla="*/ 14 h 14"/>
                <a:gd name="T2" fmla="*/ 1 w 26"/>
                <a:gd name="T3" fmla="*/ 7 h 14"/>
                <a:gd name="T4" fmla="*/ 11 w 26"/>
                <a:gd name="T5" fmla="*/ 0 h 14"/>
                <a:gd name="T6" fmla="*/ 25 w 26"/>
                <a:gd name="T7" fmla="*/ 7 h 14"/>
                <a:gd name="T8" fmla="*/ 15 w 26"/>
                <a:gd name="T9" fmla="*/ 14 h 14"/>
              </a:gdLst>
              <a:ahLst/>
              <a:cxnLst>
                <a:cxn ang="0">
                  <a:pos x="T0" y="T1"/>
                </a:cxn>
                <a:cxn ang="0">
                  <a:pos x="T2" y="T3"/>
                </a:cxn>
                <a:cxn ang="0">
                  <a:pos x="T4" y="T5"/>
                </a:cxn>
                <a:cxn ang="0">
                  <a:pos x="T6" y="T7"/>
                </a:cxn>
                <a:cxn ang="0">
                  <a:pos x="T8" y="T9"/>
                </a:cxn>
              </a:cxnLst>
              <a:rect l="0" t="0" r="r" b="b"/>
              <a:pathLst>
                <a:path w="26" h="14">
                  <a:moveTo>
                    <a:pt x="15" y="14"/>
                  </a:moveTo>
                  <a:cubicBezTo>
                    <a:pt x="9" y="14"/>
                    <a:pt x="2" y="11"/>
                    <a:pt x="1" y="7"/>
                  </a:cubicBezTo>
                  <a:cubicBezTo>
                    <a:pt x="0" y="3"/>
                    <a:pt x="5" y="0"/>
                    <a:pt x="11" y="0"/>
                  </a:cubicBezTo>
                  <a:cubicBezTo>
                    <a:pt x="18" y="0"/>
                    <a:pt x="24" y="3"/>
                    <a:pt x="25" y="7"/>
                  </a:cubicBezTo>
                  <a:cubicBezTo>
                    <a:pt x="26" y="11"/>
                    <a:pt x="22" y="14"/>
                    <a:pt x="15" y="14"/>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2" name="Freeform 508"/>
            <p:cNvSpPr>
              <a:spLocks noEditPoints="1"/>
            </p:cNvSpPr>
            <p:nvPr/>
          </p:nvSpPr>
          <p:spPr bwMode="auto">
            <a:xfrm>
              <a:off x="5080000" y="4741863"/>
              <a:ext cx="79375" cy="44450"/>
            </a:xfrm>
            <a:custGeom>
              <a:avLst/>
              <a:gdLst>
                <a:gd name="T0" fmla="*/ 12 w 28"/>
                <a:gd name="T1" fmla="*/ 1 h 16"/>
                <a:gd name="T2" fmla="*/ 25 w 28"/>
                <a:gd name="T3" fmla="*/ 8 h 16"/>
                <a:gd name="T4" fmla="*/ 16 w 28"/>
                <a:gd name="T5" fmla="*/ 14 h 16"/>
                <a:gd name="T6" fmla="*/ 3 w 28"/>
                <a:gd name="T7" fmla="*/ 8 h 16"/>
                <a:gd name="T8" fmla="*/ 12 w 28"/>
                <a:gd name="T9" fmla="*/ 1 h 16"/>
                <a:gd name="T10" fmla="*/ 12 w 28"/>
                <a:gd name="T11" fmla="*/ 0 h 16"/>
                <a:gd name="T12" fmla="*/ 1 w 28"/>
                <a:gd name="T13" fmla="*/ 8 h 16"/>
                <a:gd name="T14" fmla="*/ 16 w 28"/>
                <a:gd name="T15" fmla="*/ 16 h 16"/>
                <a:gd name="T16" fmla="*/ 27 w 28"/>
                <a:gd name="T17" fmla="*/ 8 h 16"/>
                <a:gd name="T18" fmla="*/ 12 w 28"/>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16">
                  <a:moveTo>
                    <a:pt x="12" y="1"/>
                  </a:moveTo>
                  <a:cubicBezTo>
                    <a:pt x="18" y="1"/>
                    <a:pt x="24" y="4"/>
                    <a:pt x="25" y="8"/>
                  </a:cubicBezTo>
                  <a:cubicBezTo>
                    <a:pt x="26" y="12"/>
                    <a:pt x="22" y="14"/>
                    <a:pt x="16" y="14"/>
                  </a:cubicBezTo>
                  <a:cubicBezTo>
                    <a:pt x="10" y="15"/>
                    <a:pt x="4" y="12"/>
                    <a:pt x="3" y="8"/>
                  </a:cubicBezTo>
                  <a:cubicBezTo>
                    <a:pt x="2" y="4"/>
                    <a:pt x="6" y="1"/>
                    <a:pt x="12" y="1"/>
                  </a:cubicBezTo>
                  <a:moveTo>
                    <a:pt x="12" y="0"/>
                  </a:moveTo>
                  <a:cubicBezTo>
                    <a:pt x="5" y="0"/>
                    <a:pt x="0" y="4"/>
                    <a:pt x="1" y="8"/>
                  </a:cubicBezTo>
                  <a:cubicBezTo>
                    <a:pt x="2" y="12"/>
                    <a:pt x="9" y="16"/>
                    <a:pt x="16" y="16"/>
                  </a:cubicBezTo>
                  <a:cubicBezTo>
                    <a:pt x="24" y="16"/>
                    <a:pt x="28" y="12"/>
                    <a:pt x="27" y="8"/>
                  </a:cubicBezTo>
                  <a:cubicBezTo>
                    <a:pt x="26" y="4"/>
                    <a:pt x="19" y="0"/>
                    <a:pt x="1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3" name="Freeform 509"/>
            <p:cNvSpPr>
              <a:spLocks/>
            </p:cNvSpPr>
            <p:nvPr/>
          </p:nvSpPr>
          <p:spPr bwMode="auto">
            <a:xfrm>
              <a:off x="5068888" y="4881563"/>
              <a:ext cx="98425" cy="50800"/>
            </a:xfrm>
            <a:custGeom>
              <a:avLst/>
              <a:gdLst>
                <a:gd name="T0" fmla="*/ 20 w 35"/>
                <a:gd name="T1" fmla="*/ 18 h 18"/>
                <a:gd name="T2" fmla="*/ 1 w 35"/>
                <a:gd name="T3" fmla="*/ 9 h 18"/>
                <a:gd name="T4" fmla="*/ 15 w 35"/>
                <a:gd name="T5" fmla="*/ 0 h 18"/>
                <a:gd name="T6" fmla="*/ 33 w 35"/>
                <a:gd name="T7" fmla="*/ 9 h 18"/>
                <a:gd name="T8" fmla="*/ 20 w 35"/>
                <a:gd name="T9" fmla="*/ 18 h 18"/>
              </a:gdLst>
              <a:ahLst/>
              <a:cxnLst>
                <a:cxn ang="0">
                  <a:pos x="T0" y="T1"/>
                </a:cxn>
                <a:cxn ang="0">
                  <a:pos x="T2" y="T3"/>
                </a:cxn>
                <a:cxn ang="0">
                  <a:pos x="T4" y="T5"/>
                </a:cxn>
                <a:cxn ang="0">
                  <a:pos x="T6" y="T7"/>
                </a:cxn>
                <a:cxn ang="0">
                  <a:pos x="T8" y="T9"/>
                </a:cxn>
              </a:cxnLst>
              <a:rect l="0" t="0" r="r" b="b"/>
              <a:pathLst>
                <a:path w="35" h="18">
                  <a:moveTo>
                    <a:pt x="20" y="18"/>
                  </a:moveTo>
                  <a:cubicBezTo>
                    <a:pt x="11" y="18"/>
                    <a:pt x="3" y="14"/>
                    <a:pt x="1" y="9"/>
                  </a:cubicBezTo>
                  <a:cubicBezTo>
                    <a:pt x="0" y="4"/>
                    <a:pt x="6" y="0"/>
                    <a:pt x="15" y="0"/>
                  </a:cubicBezTo>
                  <a:cubicBezTo>
                    <a:pt x="24" y="0"/>
                    <a:pt x="32" y="4"/>
                    <a:pt x="33" y="9"/>
                  </a:cubicBezTo>
                  <a:cubicBezTo>
                    <a:pt x="35" y="14"/>
                    <a:pt x="29" y="18"/>
                    <a:pt x="20" y="18"/>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4" name="Freeform 510"/>
            <p:cNvSpPr>
              <a:spLocks noEditPoints="1"/>
            </p:cNvSpPr>
            <p:nvPr/>
          </p:nvSpPr>
          <p:spPr bwMode="auto">
            <a:xfrm>
              <a:off x="5065713" y="4881563"/>
              <a:ext cx="104775" cy="53975"/>
            </a:xfrm>
            <a:custGeom>
              <a:avLst/>
              <a:gdLst>
                <a:gd name="T0" fmla="*/ 16 w 37"/>
                <a:gd name="T1" fmla="*/ 1 h 19"/>
                <a:gd name="T2" fmla="*/ 33 w 37"/>
                <a:gd name="T3" fmla="*/ 9 h 19"/>
                <a:gd name="T4" fmla="*/ 21 w 37"/>
                <a:gd name="T5" fmla="*/ 18 h 19"/>
                <a:gd name="T6" fmla="*/ 3 w 37"/>
                <a:gd name="T7" fmla="*/ 9 h 19"/>
                <a:gd name="T8" fmla="*/ 16 w 37"/>
                <a:gd name="T9" fmla="*/ 1 h 19"/>
                <a:gd name="T10" fmla="*/ 16 w 37"/>
                <a:gd name="T11" fmla="*/ 0 h 19"/>
                <a:gd name="T12" fmla="*/ 1 w 37"/>
                <a:gd name="T13" fmla="*/ 9 h 19"/>
                <a:gd name="T14" fmla="*/ 21 w 37"/>
                <a:gd name="T15" fmla="*/ 19 h 19"/>
                <a:gd name="T16" fmla="*/ 36 w 37"/>
                <a:gd name="T17" fmla="*/ 9 h 19"/>
                <a:gd name="T18" fmla="*/ 16 w 37"/>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19">
                  <a:moveTo>
                    <a:pt x="16" y="1"/>
                  </a:moveTo>
                  <a:cubicBezTo>
                    <a:pt x="24" y="1"/>
                    <a:pt x="32" y="5"/>
                    <a:pt x="33" y="9"/>
                  </a:cubicBezTo>
                  <a:cubicBezTo>
                    <a:pt x="35" y="14"/>
                    <a:pt x="29" y="17"/>
                    <a:pt x="21" y="18"/>
                  </a:cubicBezTo>
                  <a:cubicBezTo>
                    <a:pt x="12" y="18"/>
                    <a:pt x="5" y="14"/>
                    <a:pt x="3" y="9"/>
                  </a:cubicBezTo>
                  <a:cubicBezTo>
                    <a:pt x="2" y="5"/>
                    <a:pt x="8" y="1"/>
                    <a:pt x="16" y="1"/>
                  </a:cubicBezTo>
                  <a:moveTo>
                    <a:pt x="16" y="0"/>
                  </a:moveTo>
                  <a:cubicBezTo>
                    <a:pt x="6" y="0"/>
                    <a:pt x="0" y="4"/>
                    <a:pt x="1" y="9"/>
                  </a:cubicBezTo>
                  <a:cubicBezTo>
                    <a:pt x="3" y="15"/>
                    <a:pt x="11" y="19"/>
                    <a:pt x="21" y="19"/>
                  </a:cubicBezTo>
                  <a:cubicBezTo>
                    <a:pt x="31" y="19"/>
                    <a:pt x="37" y="14"/>
                    <a:pt x="36" y="9"/>
                  </a:cubicBezTo>
                  <a:cubicBezTo>
                    <a:pt x="34" y="4"/>
                    <a:pt x="25" y="0"/>
                    <a:pt x="1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5" name="Freeform 511"/>
            <p:cNvSpPr>
              <a:spLocks/>
            </p:cNvSpPr>
            <p:nvPr/>
          </p:nvSpPr>
          <p:spPr bwMode="auto">
            <a:xfrm>
              <a:off x="5153025" y="4710113"/>
              <a:ext cx="73025" cy="42863"/>
            </a:xfrm>
            <a:custGeom>
              <a:avLst/>
              <a:gdLst>
                <a:gd name="T0" fmla="*/ 15 w 26"/>
                <a:gd name="T1" fmla="*/ 15 h 15"/>
                <a:gd name="T2" fmla="*/ 1 w 26"/>
                <a:gd name="T3" fmla="*/ 7 h 15"/>
                <a:gd name="T4" fmla="*/ 11 w 26"/>
                <a:gd name="T5" fmla="*/ 0 h 15"/>
                <a:gd name="T6" fmla="*/ 25 w 26"/>
                <a:gd name="T7" fmla="*/ 7 h 15"/>
                <a:gd name="T8" fmla="*/ 15 w 26"/>
                <a:gd name="T9" fmla="*/ 15 h 15"/>
              </a:gdLst>
              <a:ahLst/>
              <a:cxnLst>
                <a:cxn ang="0">
                  <a:pos x="T0" y="T1"/>
                </a:cxn>
                <a:cxn ang="0">
                  <a:pos x="T2" y="T3"/>
                </a:cxn>
                <a:cxn ang="0">
                  <a:pos x="T4" y="T5"/>
                </a:cxn>
                <a:cxn ang="0">
                  <a:pos x="T6" y="T7"/>
                </a:cxn>
                <a:cxn ang="0">
                  <a:pos x="T8" y="T9"/>
                </a:cxn>
              </a:cxnLst>
              <a:rect l="0" t="0" r="r" b="b"/>
              <a:pathLst>
                <a:path w="26" h="15">
                  <a:moveTo>
                    <a:pt x="15" y="15"/>
                  </a:moveTo>
                  <a:cubicBezTo>
                    <a:pt x="8" y="15"/>
                    <a:pt x="2" y="11"/>
                    <a:pt x="1" y="7"/>
                  </a:cubicBezTo>
                  <a:cubicBezTo>
                    <a:pt x="0" y="3"/>
                    <a:pt x="4" y="0"/>
                    <a:pt x="11" y="0"/>
                  </a:cubicBezTo>
                  <a:cubicBezTo>
                    <a:pt x="17" y="0"/>
                    <a:pt x="23" y="3"/>
                    <a:pt x="25" y="7"/>
                  </a:cubicBezTo>
                  <a:cubicBezTo>
                    <a:pt x="26" y="11"/>
                    <a:pt x="21" y="15"/>
                    <a:pt x="15" y="15"/>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6" name="Freeform 512"/>
            <p:cNvSpPr>
              <a:spLocks noEditPoints="1"/>
            </p:cNvSpPr>
            <p:nvPr/>
          </p:nvSpPr>
          <p:spPr bwMode="auto">
            <a:xfrm>
              <a:off x="5148263" y="4710113"/>
              <a:ext cx="80963" cy="42863"/>
            </a:xfrm>
            <a:custGeom>
              <a:avLst/>
              <a:gdLst>
                <a:gd name="T0" fmla="*/ 13 w 29"/>
                <a:gd name="T1" fmla="*/ 1 h 15"/>
                <a:gd name="T2" fmla="*/ 26 w 29"/>
                <a:gd name="T3" fmla="*/ 7 h 15"/>
                <a:gd name="T4" fmla="*/ 17 w 29"/>
                <a:gd name="T5" fmla="*/ 14 h 15"/>
                <a:gd name="T6" fmla="*/ 4 w 29"/>
                <a:gd name="T7" fmla="*/ 7 h 15"/>
                <a:gd name="T8" fmla="*/ 13 w 29"/>
                <a:gd name="T9" fmla="*/ 1 h 15"/>
                <a:gd name="T10" fmla="*/ 12 w 29"/>
                <a:gd name="T11" fmla="*/ 0 h 15"/>
                <a:gd name="T12" fmla="*/ 2 w 29"/>
                <a:gd name="T13" fmla="*/ 7 h 15"/>
                <a:gd name="T14" fmla="*/ 17 w 29"/>
                <a:gd name="T15" fmla="*/ 15 h 15"/>
                <a:gd name="T16" fmla="*/ 28 w 29"/>
                <a:gd name="T17" fmla="*/ 7 h 15"/>
                <a:gd name="T18" fmla="*/ 12 w 29"/>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5">
                  <a:moveTo>
                    <a:pt x="13" y="1"/>
                  </a:moveTo>
                  <a:cubicBezTo>
                    <a:pt x="19" y="1"/>
                    <a:pt x="25" y="4"/>
                    <a:pt x="26" y="7"/>
                  </a:cubicBezTo>
                  <a:cubicBezTo>
                    <a:pt x="27" y="11"/>
                    <a:pt x="23" y="14"/>
                    <a:pt x="17" y="14"/>
                  </a:cubicBezTo>
                  <a:cubicBezTo>
                    <a:pt x="10" y="14"/>
                    <a:pt x="5" y="11"/>
                    <a:pt x="4" y="7"/>
                  </a:cubicBezTo>
                  <a:cubicBezTo>
                    <a:pt x="3" y="4"/>
                    <a:pt x="7" y="1"/>
                    <a:pt x="13" y="1"/>
                  </a:cubicBezTo>
                  <a:moveTo>
                    <a:pt x="12" y="0"/>
                  </a:moveTo>
                  <a:cubicBezTo>
                    <a:pt x="5" y="0"/>
                    <a:pt x="0" y="3"/>
                    <a:pt x="2" y="7"/>
                  </a:cubicBezTo>
                  <a:cubicBezTo>
                    <a:pt x="3" y="12"/>
                    <a:pt x="10" y="15"/>
                    <a:pt x="17" y="15"/>
                  </a:cubicBezTo>
                  <a:cubicBezTo>
                    <a:pt x="24" y="15"/>
                    <a:pt x="29" y="12"/>
                    <a:pt x="28" y="7"/>
                  </a:cubicBezTo>
                  <a:cubicBezTo>
                    <a:pt x="26" y="3"/>
                    <a:pt x="20" y="0"/>
                    <a:pt x="1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7" name="Freeform 513"/>
            <p:cNvSpPr>
              <a:spLocks/>
            </p:cNvSpPr>
            <p:nvPr/>
          </p:nvSpPr>
          <p:spPr bwMode="auto">
            <a:xfrm>
              <a:off x="4278313" y="4851400"/>
              <a:ext cx="163513" cy="92075"/>
            </a:xfrm>
            <a:custGeom>
              <a:avLst/>
              <a:gdLst>
                <a:gd name="T0" fmla="*/ 31 w 58"/>
                <a:gd name="T1" fmla="*/ 33 h 33"/>
                <a:gd name="T2" fmla="*/ 1 w 58"/>
                <a:gd name="T3" fmla="*/ 17 h 33"/>
                <a:gd name="T4" fmla="*/ 27 w 58"/>
                <a:gd name="T5" fmla="*/ 0 h 33"/>
                <a:gd name="T6" fmla="*/ 56 w 58"/>
                <a:gd name="T7" fmla="*/ 16 h 33"/>
                <a:gd name="T8" fmla="*/ 31 w 58"/>
                <a:gd name="T9" fmla="*/ 33 h 33"/>
              </a:gdLst>
              <a:ahLst/>
              <a:cxnLst>
                <a:cxn ang="0">
                  <a:pos x="T0" y="T1"/>
                </a:cxn>
                <a:cxn ang="0">
                  <a:pos x="T2" y="T3"/>
                </a:cxn>
                <a:cxn ang="0">
                  <a:pos x="T4" y="T5"/>
                </a:cxn>
                <a:cxn ang="0">
                  <a:pos x="T6" y="T7"/>
                </a:cxn>
                <a:cxn ang="0">
                  <a:pos x="T8" y="T9"/>
                </a:cxn>
              </a:cxnLst>
              <a:rect l="0" t="0" r="r" b="b"/>
              <a:pathLst>
                <a:path w="58" h="33">
                  <a:moveTo>
                    <a:pt x="31" y="33"/>
                  </a:moveTo>
                  <a:cubicBezTo>
                    <a:pt x="15" y="33"/>
                    <a:pt x="2" y="26"/>
                    <a:pt x="1" y="17"/>
                  </a:cubicBezTo>
                  <a:cubicBezTo>
                    <a:pt x="0" y="7"/>
                    <a:pt x="11" y="0"/>
                    <a:pt x="27" y="0"/>
                  </a:cubicBezTo>
                  <a:cubicBezTo>
                    <a:pt x="42" y="0"/>
                    <a:pt x="55" y="7"/>
                    <a:pt x="56" y="16"/>
                  </a:cubicBezTo>
                  <a:cubicBezTo>
                    <a:pt x="58" y="25"/>
                    <a:pt x="46" y="33"/>
                    <a:pt x="31" y="33"/>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8" name="Freeform 514"/>
            <p:cNvSpPr>
              <a:spLocks noEditPoints="1"/>
            </p:cNvSpPr>
            <p:nvPr/>
          </p:nvSpPr>
          <p:spPr bwMode="auto">
            <a:xfrm>
              <a:off x="4275138" y="4848225"/>
              <a:ext cx="168275" cy="98425"/>
            </a:xfrm>
            <a:custGeom>
              <a:avLst/>
              <a:gdLst>
                <a:gd name="T0" fmla="*/ 28 w 60"/>
                <a:gd name="T1" fmla="*/ 1 h 35"/>
                <a:gd name="T2" fmla="*/ 56 w 60"/>
                <a:gd name="T3" fmla="*/ 17 h 35"/>
                <a:gd name="T4" fmla="*/ 31 w 60"/>
                <a:gd name="T5" fmla="*/ 33 h 35"/>
                <a:gd name="T6" fmla="*/ 3 w 60"/>
                <a:gd name="T7" fmla="*/ 18 h 35"/>
                <a:gd name="T8" fmla="*/ 28 w 60"/>
                <a:gd name="T9" fmla="*/ 1 h 35"/>
                <a:gd name="T10" fmla="*/ 27 w 60"/>
                <a:gd name="T11" fmla="*/ 0 h 35"/>
                <a:gd name="T12" fmla="*/ 1 w 60"/>
                <a:gd name="T13" fmla="*/ 18 h 35"/>
                <a:gd name="T14" fmla="*/ 32 w 60"/>
                <a:gd name="T15" fmla="*/ 34 h 35"/>
                <a:gd name="T16" fmla="*/ 59 w 60"/>
                <a:gd name="T17" fmla="*/ 17 h 35"/>
                <a:gd name="T18" fmla="*/ 27 w 60"/>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35">
                  <a:moveTo>
                    <a:pt x="28" y="1"/>
                  </a:moveTo>
                  <a:cubicBezTo>
                    <a:pt x="42" y="1"/>
                    <a:pt x="55" y="8"/>
                    <a:pt x="56" y="17"/>
                  </a:cubicBezTo>
                  <a:cubicBezTo>
                    <a:pt x="58" y="26"/>
                    <a:pt x="46" y="33"/>
                    <a:pt x="31" y="33"/>
                  </a:cubicBezTo>
                  <a:cubicBezTo>
                    <a:pt x="17" y="33"/>
                    <a:pt x="4" y="26"/>
                    <a:pt x="3" y="18"/>
                  </a:cubicBezTo>
                  <a:cubicBezTo>
                    <a:pt x="2" y="9"/>
                    <a:pt x="13" y="1"/>
                    <a:pt x="28" y="1"/>
                  </a:cubicBezTo>
                  <a:moveTo>
                    <a:pt x="27" y="0"/>
                  </a:moveTo>
                  <a:cubicBezTo>
                    <a:pt x="12" y="0"/>
                    <a:pt x="0" y="8"/>
                    <a:pt x="1" y="18"/>
                  </a:cubicBezTo>
                  <a:cubicBezTo>
                    <a:pt x="2" y="27"/>
                    <a:pt x="15" y="35"/>
                    <a:pt x="32" y="34"/>
                  </a:cubicBezTo>
                  <a:cubicBezTo>
                    <a:pt x="48" y="34"/>
                    <a:pt x="60" y="27"/>
                    <a:pt x="59" y="17"/>
                  </a:cubicBezTo>
                  <a:cubicBezTo>
                    <a:pt x="57" y="8"/>
                    <a:pt x="43" y="0"/>
                    <a:pt x="2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9" name="Freeform 515"/>
            <p:cNvSpPr>
              <a:spLocks/>
            </p:cNvSpPr>
            <p:nvPr/>
          </p:nvSpPr>
          <p:spPr bwMode="auto">
            <a:xfrm>
              <a:off x="4359275" y="4940300"/>
              <a:ext cx="168275" cy="92075"/>
            </a:xfrm>
            <a:custGeom>
              <a:avLst/>
              <a:gdLst>
                <a:gd name="T0" fmla="*/ 32 w 60"/>
                <a:gd name="T1" fmla="*/ 33 h 33"/>
                <a:gd name="T2" fmla="*/ 1 w 60"/>
                <a:gd name="T3" fmla="*/ 17 h 33"/>
                <a:gd name="T4" fmla="*/ 27 w 60"/>
                <a:gd name="T5" fmla="*/ 1 h 33"/>
                <a:gd name="T6" fmla="*/ 58 w 60"/>
                <a:gd name="T7" fmla="*/ 17 h 33"/>
                <a:gd name="T8" fmla="*/ 32 w 60"/>
                <a:gd name="T9" fmla="*/ 33 h 33"/>
              </a:gdLst>
              <a:ahLst/>
              <a:cxnLst>
                <a:cxn ang="0">
                  <a:pos x="T0" y="T1"/>
                </a:cxn>
                <a:cxn ang="0">
                  <a:pos x="T2" y="T3"/>
                </a:cxn>
                <a:cxn ang="0">
                  <a:pos x="T4" y="T5"/>
                </a:cxn>
                <a:cxn ang="0">
                  <a:pos x="T6" y="T7"/>
                </a:cxn>
                <a:cxn ang="0">
                  <a:pos x="T8" y="T9"/>
                </a:cxn>
              </a:cxnLst>
              <a:rect l="0" t="0" r="r" b="b"/>
              <a:pathLst>
                <a:path w="60" h="33">
                  <a:moveTo>
                    <a:pt x="32" y="33"/>
                  </a:moveTo>
                  <a:cubicBezTo>
                    <a:pt x="16" y="33"/>
                    <a:pt x="2" y="26"/>
                    <a:pt x="1" y="17"/>
                  </a:cubicBezTo>
                  <a:cubicBezTo>
                    <a:pt x="0" y="8"/>
                    <a:pt x="12" y="1"/>
                    <a:pt x="27" y="1"/>
                  </a:cubicBezTo>
                  <a:cubicBezTo>
                    <a:pt x="43" y="0"/>
                    <a:pt x="57" y="8"/>
                    <a:pt x="58" y="17"/>
                  </a:cubicBezTo>
                  <a:cubicBezTo>
                    <a:pt x="60" y="26"/>
                    <a:pt x="48" y="33"/>
                    <a:pt x="32" y="33"/>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0" name="Freeform 516"/>
            <p:cNvSpPr>
              <a:spLocks noEditPoints="1"/>
            </p:cNvSpPr>
            <p:nvPr/>
          </p:nvSpPr>
          <p:spPr bwMode="auto">
            <a:xfrm>
              <a:off x="4357688" y="4940300"/>
              <a:ext cx="173038" cy="95250"/>
            </a:xfrm>
            <a:custGeom>
              <a:avLst/>
              <a:gdLst>
                <a:gd name="T0" fmla="*/ 28 w 62"/>
                <a:gd name="T1" fmla="*/ 1 h 34"/>
                <a:gd name="T2" fmla="*/ 58 w 62"/>
                <a:gd name="T3" fmla="*/ 17 h 34"/>
                <a:gd name="T4" fmla="*/ 33 w 62"/>
                <a:gd name="T5" fmla="*/ 32 h 34"/>
                <a:gd name="T6" fmla="*/ 3 w 62"/>
                <a:gd name="T7" fmla="*/ 17 h 34"/>
                <a:gd name="T8" fmla="*/ 28 w 62"/>
                <a:gd name="T9" fmla="*/ 1 h 34"/>
                <a:gd name="T10" fmla="*/ 28 w 62"/>
                <a:gd name="T11" fmla="*/ 0 h 34"/>
                <a:gd name="T12" fmla="*/ 1 w 62"/>
                <a:gd name="T13" fmla="*/ 17 h 34"/>
                <a:gd name="T14" fmla="*/ 33 w 62"/>
                <a:gd name="T15" fmla="*/ 34 h 34"/>
                <a:gd name="T16" fmla="*/ 60 w 62"/>
                <a:gd name="T17" fmla="*/ 17 h 34"/>
                <a:gd name="T18" fmla="*/ 28 w 62"/>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34">
                  <a:moveTo>
                    <a:pt x="28" y="1"/>
                  </a:moveTo>
                  <a:cubicBezTo>
                    <a:pt x="43" y="1"/>
                    <a:pt x="57" y="8"/>
                    <a:pt x="58" y="17"/>
                  </a:cubicBezTo>
                  <a:cubicBezTo>
                    <a:pt x="60" y="25"/>
                    <a:pt x="48" y="32"/>
                    <a:pt x="33" y="32"/>
                  </a:cubicBezTo>
                  <a:cubicBezTo>
                    <a:pt x="18" y="32"/>
                    <a:pt x="4" y="26"/>
                    <a:pt x="3" y="17"/>
                  </a:cubicBezTo>
                  <a:cubicBezTo>
                    <a:pt x="2" y="8"/>
                    <a:pt x="13" y="1"/>
                    <a:pt x="28" y="1"/>
                  </a:cubicBezTo>
                  <a:moveTo>
                    <a:pt x="28" y="0"/>
                  </a:moveTo>
                  <a:cubicBezTo>
                    <a:pt x="12" y="0"/>
                    <a:pt x="0" y="8"/>
                    <a:pt x="1" y="17"/>
                  </a:cubicBezTo>
                  <a:cubicBezTo>
                    <a:pt x="2" y="26"/>
                    <a:pt x="17" y="34"/>
                    <a:pt x="33" y="34"/>
                  </a:cubicBezTo>
                  <a:cubicBezTo>
                    <a:pt x="50" y="33"/>
                    <a:pt x="62" y="26"/>
                    <a:pt x="60" y="17"/>
                  </a:cubicBezTo>
                  <a:cubicBezTo>
                    <a:pt x="59" y="7"/>
                    <a:pt x="44" y="0"/>
                    <a:pt x="2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1" name="Freeform 517"/>
            <p:cNvSpPr>
              <a:spLocks/>
            </p:cNvSpPr>
            <p:nvPr/>
          </p:nvSpPr>
          <p:spPr bwMode="auto">
            <a:xfrm>
              <a:off x="4230688" y="5141913"/>
              <a:ext cx="58738" cy="31750"/>
            </a:xfrm>
            <a:custGeom>
              <a:avLst/>
              <a:gdLst>
                <a:gd name="T0" fmla="*/ 11 w 21"/>
                <a:gd name="T1" fmla="*/ 11 h 11"/>
                <a:gd name="T2" fmla="*/ 0 w 21"/>
                <a:gd name="T3" fmla="*/ 5 h 11"/>
                <a:gd name="T4" fmla="*/ 10 w 21"/>
                <a:gd name="T5" fmla="*/ 0 h 11"/>
                <a:gd name="T6" fmla="*/ 21 w 21"/>
                <a:gd name="T7" fmla="*/ 5 h 11"/>
                <a:gd name="T8" fmla="*/ 11 w 21"/>
                <a:gd name="T9" fmla="*/ 11 h 11"/>
              </a:gdLst>
              <a:ahLst/>
              <a:cxnLst>
                <a:cxn ang="0">
                  <a:pos x="T0" y="T1"/>
                </a:cxn>
                <a:cxn ang="0">
                  <a:pos x="T2" y="T3"/>
                </a:cxn>
                <a:cxn ang="0">
                  <a:pos x="T4" y="T5"/>
                </a:cxn>
                <a:cxn ang="0">
                  <a:pos x="T6" y="T7"/>
                </a:cxn>
                <a:cxn ang="0">
                  <a:pos x="T8" y="T9"/>
                </a:cxn>
              </a:cxnLst>
              <a:rect l="0" t="0" r="r" b="b"/>
              <a:pathLst>
                <a:path w="21" h="11">
                  <a:moveTo>
                    <a:pt x="11" y="11"/>
                  </a:moveTo>
                  <a:cubicBezTo>
                    <a:pt x="5" y="11"/>
                    <a:pt x="0" y="8"/>
                    <a:pt x="0" y="5"/>
                  </a:cubicBezTo>
                  <a:cubicBezTo>
                    <a:pt x="0" y="2"/>
                    <a:pt x="4" y="0"/>
                    <a:pt x="10" y="0"/>
                  </a:cubicBezTo>
                  <a:cubicBezTo>
                    <a:pt x="16" y="0"/>
                    <a:pt x="20" y="2"/>
                    <a:pt x="21" y="5"/>
                  </a:cubicBezTo>
                  <a:cubicBezTo>
                    <a:pt x="21" y="8"/>
                    <a:pt x="17" y="11"/>
                    <a:pt x="11" y="11"/>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2" name="Freeform 518"/>
            <p:cNvSpPr>
              <a:spLocks noEditPoints="1"/>
            </p:cNvSpPr>
            <p:nvPr/>
          </p:nvSpPr>
          <p:spPr bwMode="auto">
            <a:xfrm>
              <a:off x="4227513" y="5140325"/>
              <a:ext cx="65088" cy="33338"/>
            </a:xfrm>
            <a:custGeom>
              <a:avLst/>
              <a:gdLst>
                <a:gd name="T0" fmla="*/ 11 w 23"/>
                <a:gd name="T1" fmla="*/ 1 h 12"/>
                <a:gd name="T2" fmla="*/ 21 w 23"/>
                <a:gd name="T3" fmla="*/ 6 h 12"/>
                <a:gd name="T4" fmla="*/ 12 w 23"/>
                <a:gd name="T5" fmla="*/ 11 h 12"/>
                <a:gd name="T6" fmla="*/ 2 w 23"/>
                <a:gd name="T7" fmla="*/ 6 h 12"/>
                <a:gd name="T8" fmla="*/ 11 w 23"/>
                <a:gd name="T9" fmla="*/ 1 h 12"/>
                <a:gd name="T10" fmla="*/ 11 w 23"/>
                <a:gd name="T11" fmla="*/ 0 h 12"/>
                <a:gd name="T12" fmla="*/ 0 w 23"/>
                <a:gd name="T13" fmla="*/ 6 h 12"/>
                <a:gd name="T14" fmla="*/ 12 w 23"/>
                <a:gd name="T15" fmla="*/ 12 h 12"/>
                <a:gd name="T16" fmla="*/ 23 w 23"/>
                <a:gd name="T17" fmla="*/ 6 h 12"/>
                <a:gd name="T18" fmla="*/ 11 w 23"/>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2">
                  <a:moveTo>
                    <a:pt x="11" y="1"/>
                  </a:moveTo>
                  <a:cubicBezTo>
                    <a:pt x="16" y="1"/>
                    <a:pt x="20" y="3"/>
                    <a:pt x="21" y="6"/>
                  </a:cubicBezTo>
                  <a:cubicBezTo>
                    <a:pt x="21" y="9"/>
                    <a:pt x="17" y="11"/>
                    <a:pt x="12" y="11"/>
                  </a:cubicBezTo>
                  <a:cubicBezTo>
                    <a:pt x="7" y="11"/>
                    <a:pt x="3" y="9"/>
                    <a:pt x="2" y="6"/>
                  </a:cubicBezTo>
                  <a:cubicBezTo>
                    <a:pt x="2" y="3"/>
                    <a:pt x="6" y="1"/>
                    <a:pt x="11" y="1"/>
                  </a:cubicBezTo>
                  <a:moveTo>
                    <a:pt x="11" y="0"/>
                  </a:moveTo>
                  <a:cubicBezTo>
                    <a:pt x="5" y="0"/>
                    <a:pt x="0" y="3"/>
                    <a:pt x="0" y="6"/>
                  </a:cubicBezTo>
                  <a:cubicBezTo>
                    <a:pt x="0" y="10"/>
                    <a:pt x="6" y="12"/>
                    <a:pt x="12" y="12"/>
                  </a:cubicBezTo>
                  <a:cubicBezTo>
                    <a:pt x="19" y="12"/>
                    <a:pt x="23" y="9"/>
                    <a:pt x="23" y="6"/>
                  </a:cubicBezTo>
                  <a:cubicBezTo>
                    <a:pt x="23" y="3"/>
                    <a:pt x="17" y="0"/>
                    <a:pt x="1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3" name="Freeform 519"/>
            <p:cNvSpPr>
              <a:spLocks/>
            </p:cNvSpPr>
            <p:nvPr/>
          </p:nvSpPr>
          <p:spPr bwMode="auto">
            <a:xfrm>
              <a:off x="4149725" y="4972050"/>
              <a:ext cx="55563" cy="30163"/>
            </a:xfrm>
            <a:custGeom>
              <a:avLst/>
              <a:gdLst>
                <a:gd name="T0" fmla="*/ 11 w 20"/>
                <a:gd name="T1" fmla="*/ 11 h 11"/>
                <a:gd name="T2" fmla="*/ 0 w 20"/>
                <a:gd name="T3" fmla="*/ 6 h 11"/>
                <a:gd name="T4" fmla="*/ 10 w 20"/>
                <a:gd name="T5" fmla="*/ 0 h 11"/>
                <a:gd name="T6" fmla="*/ 20 w 20"/>
                <a:gd name="T7" fmla="*/ 6 h 11"/>
                <a:gd name="T8" fmla="*/ 11 w 20"/>
                <a:gd name="T9" fmla="*/ 11 h 11"/>
              </a:gdLst>
              <a:ahLst/>
              <a:cxnLst>
                <a:cxn ang="0">
                  <a:pos x="T0" y="T1"/>
                </a:cxn>
                <a:cxn ang="0">
                  <a:pos x="T2" y="T3"/>
                </a:cxn>
                <a:cxn ang="0">
                  <a:pos x="T4" y="T5"/>
                </a:cxn>
                <a:cxn ang="0">
                  <a:pos x="T6" y="T7"/>
                </a:cxn>
                <a:cxn ang="0">
                  <a:pos x="T8" y="T9"/>
                </a:cxn>
              </a:cxnLst>
              <a:rect l="0" t="0" r="r" b="b"/>
              <a:pathLst>
                <a:path w="20" h="11">
                  <a:moveTo>
                    <a:pt x="11" y="11"/>
                  </a:moveTo>
                  <a:cubicBezTo>
                    <a:pt x="5" y="11"/>
                    <a:pt x="0" y="9"/>
                    <a:pt x="0" y="6"/>
                  </a:cubicBezTo>
                  <a:cubicBezTo>
                    <a:pt x="0" y="3"/>
                    <a:pt x="4" y="0"/>
                    <a:pt x="10" y="0"/>
                  </a:cubicBezTo>
                  <a:cubicBezTo>
                    <a:pt x="15" y="0"/>
                    <a:pt x="20" y="3"/>
                    <a:pt x="20" y="6"/>
                  </a:cubicBezTo>
                  <a:cubicBezTo>
                    <a:pt x="20" y="9"/>
                    <a:pt x="16" y="11"/>
                    <a:pt x="11" y="11"/>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4" name="Freeform 520"/>
            <p:cNvSpPr>
              <a:spLocks noEditPoints="1"/>
            </p:cNvSpPr>
            <p:nvPr/>
          </p:nvSpPr>
          <p:spPr bwMode="auto">
            <a:xfrm>
              <a:off x="4146550" y="4968875"/>
              <a:ext cx="65088" cy="36513"/>
            </a:xfrm>
            <a:custGeom>
              <a:avLst/>
              <a:gdLst>
                <a:gd name="T0" fmla="*/ 11 w 23"/>
                <a:gd name="T1" fmla="*/ 2 h 13"/>
                <a:gd name="T2" fmla="*/ 20 w 23"/>
                <a:gd name="T3" fmla="*/ 7 h 13"/>
                <a:gd name="T4" fmla="*/ 12 w 23"/>
                <a:gd name="T5" fmla="*/ 12 h 13"/>
                <a:gd name="T6" fmla="*/ 2 w 23"/>
                <a:gd name="T7" fmla="*/ 7 h 13"/>
                <a:gd name="T8" fmla="*/ 11 w 23"/>
                <a:gd name="T9" fmla="*/ 2 h 13"/>
                <a:gd name="T10" fmla="*/ 11 w 23"/>
                <a:gd name="T11" fmla="*/ 0 h 13"/>
                <a:gd name="T12" fmla="*/ 0 w 23"/>
                <a:gd name="T13" fmla="*/ 7 h 13"/>
                <a:gd name="T14" fmla="*/ 12 w 23"/>
                <a:gd name="T15" fmla="*/ 13 h 13"/>
                <a:gd name="T16" fmla="*/ 22 w 23"/>
                <a:gd name="T17" fmla="*/ 7 h 13"/>
                <a:gd name="T18" fmla="*/ 11 w 23"/>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3">
                  <a:moveTo>
                    <a:pt x="11" y="2"/>
                  </a:moveTo>
                  <a:cubicBezTo>
                    <a:pt x="16" y="2"/>
                    <a:pt x="20" y="4"/>
                    <a:pt x="20" y="7"/>
                  </a:cubicBezTo>
                  <a:cubicBezTo>
                    <a:pt x="20" y="9"/>
                    <a:pt x="17" y="12"/>
                    <a:pt x="12" y="12"/>
                  </a:cubicBezTo>
                  <a:cubicBezTo>
                    <a:pt x="7" y="12"/>
                    <a:pt x="3" y="10"/>
                    <a:pt x="2" y="7"/>
                  </a:cubicBezTo>
                  <a:cubicBezTo>
                    <a:pt x="2" y="4"/>
                    <a:pt x="6" y="2"/>
                    <a:pt x="11" y="2"/>
                  </a:cubicBezTo>
                  <a:moveTo>
                    <a:pt x="11" y="0"/>
                  </a:moveTo>
                  <a:cubicBezTo>
                    <a:pt x="5" y="0"/>
                    <a:pt x="0" y="3"/>
                    <a:pt x="0" y="7"/>
                  </a:cubicBezTo>
                  <a:cubicBezTo>
                    <a:pt x="0" y="10"/>
                    <a:pt x="6" y="13"/>
                    <a:pt x="12" y="13"/>
                  </a:cubicBezTo>
                  <a:cubicBezTo>
                    <a:pt x="18" y="13"/>
                    <a:pt x="23" y="10"/>
                    <a:pt x="22" y="7"/>
                  </a:cubicBezTo>
                  <a:cubicBezTo>
                    <a:pt x="22" y="3"/>
                    <a:pt x="17" y="0"/>
                    <a:pt x="1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5" name="Freeform 521"/>
            <p:cNvSpPr>
              <a:spLocks/>
            </p:cNvSpPr>
            <p:nvPr/>
          </p:nvSpPr>
          <p:spPr bwMode="auto">
            <a:xfrm>
              <a:off x="4406900" y="4814888"/>
              <a:ext cx="68263" cy="38100"/>
            </a:xfrm>
            <a:custGeom>
              <a:avLst/>
              <a:gdLst>
                <a:gd name="T0" fmla="*/ 13 w 24"/>
                <a:gd name="T1" fmla="*/ 14 h 14"/>
                <a:gd name="T2" fmla="*/ 1 w 24"/>
                <a:gd name="T3" fmla="*/ 7 h 14"/>
                <a:gd name="T4" fmla="*/ 11 w 24"/>
                <a:gd name="T5" fmla="*/ 0 h 14"/>
                <a:gd name="T6" fmla="*/ 24 w 24"/>
                <a:gd name="T7" fmla="*/ 7 h 14"/>
                <a:gd name="T8" fmla="*/ 13 w 24"/>
                <a:gd name="T9" fmla="*/ 14 h 14"/>
              </a:gdLst>
              <a:ahLst/>
              <a:cxnLst>
                <a:cxn ang="0">
                  <a:pos x="T0" y="T1"/>
                </a:cxn>
                <a:cxn ang="0">
                  <a:pos x="T2" y="T3"/>
                </a:cxn>
                <a:cxn ang="0">
                  <a:pos x="T4" y="T5"/>
                </a:cxn>
                <a:cxn ang="0">
                  <a:pos x="T6" y="T7"/>
                </a:cxn>
                <a:cxn ang="0">
                  <a:pos x="T8" y="T9"/>
                </a:cxn>
              </a:cxnLst>
              <a:rect l="0" t="0" r="r" b="b"/>
              <a:pathLst>
                <a:path w="24" h="14">
                  <a:moveTo>
                    <a:pt x="13" y="14"/>
                  </a:moveTo>
                  <a:cubicBezTo>
                    <a:pt x="7" y="14"/>
                    <a:pt x="1" y="11"/>
                    <a:pt x="1" y="7"/>
                  </a:cubicBezTo>
                  <a:cubicBezTo>
                    <a:pt x="0" y="3"/>
                    <a:pt x="5" y="0"/>
                    <a:pt x="11" y="0"/>
                  </a:cubicBezTo>
                  <a:cubicBezTo>
                    <a:pt x="18" y="0"/>
                    <a:pt x="23" y="3"/>
                    <a:pt x="24" y="7"/>
                  </a:cubicBezTo>
                  <a:cubicBezTo>
                    <a:pt x="24" y="11"/>
                    <a:pt x="20" y="14"/>
                    <a:pt x="13" y="14"/>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6" name="Freeform 522"/>
            <p:cNvSpPr>
              <a:spLocks noEditPoints="1"/>
            </p:cNvSpPr>
            <p:nvPr/>
          </p:nvSpPr>
          <p:spPr bwMode="auto">
            <a:xfrm>
              <a:off x="4405313" y="4811713"/>
              <a:ext cx="73025" cy="44450"/>
            </a:xfrm>
            <a:custGeom>
              <a:avLst/>
              <a:gdLst>
                <a:gd name="T0" fmla="*/ 12 w 26"/>
                <a:gd name="T1" fmla="*/ 2 h 16"/>
                <a:gd name="T2" fmla="*/ 24 w 26"/>
                <a:gd name="T3" fmla="*/ 8 h 16"/>
                <a:gd name="T4" fmla="*/ 14 w 26"/>
                <a:gd name="T5" fmla="*/ 14 h 16"/>
                <a:gd name="T6" fmla="*/ 3 w 26"/>
                <a:gd name="T7" fmla="*/ 8 h 16"/>
                <a:gd name="T8" fmla="*/ 12 w 26"/>
                <a:gd name="T9" fmla="*/ 2 h 16"/>
                <a:gd name="T10" fmla="*/ 12 w 26"/>
                <a:gd name="T11" fmla="*/ 0 h 16"/>
                <a:gd name="T12" fmla="*/ 1 w 26"/>
                <a:gd name="T13" fmla="*/ 8 h 16"/>
                <a:gd name="T14" fmla="*/ 14 w 26"/>
                <a:gd name="T15" fmla="*/ 16 h 16"/>
                <a:gd name="T16" fmla="*/ 26 w 26"/>
                <a:gd name="T17" fmla="*/ 8 h 16"/>
                <a:gd name="T18" fmla="*/ 12 w 26"/>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6">
                  <a:moveTo>
                    <a:pt x="12" y="2"/>
                  </a:moveTo>
                  <a:cubicBezTo>
                    <a:pt x="18" y="2"/>
                    <a:pt x="23" y="4"/>
                    <a:pt x="24" y="8"/>
                  </a:cubicBezTo>
                  <a:cubicBezTo>
                    <a:pt x="24" y="11"/>
                    <a:pt x="20" y="14"/>
                    <a:pt x="14" y="14"/>
                  </a:cubicBezTo>
                  <a:cubicBezTo>
                    <a:pt x="8" y="14"/>
                    <a:pt x="3" y="12"/>
                    <a:pt x="3" y="8"/>
                  </a:cubicBezTo>
                  <a:cubicBezTo>
                    <a:pt x="2" y="4"/>
                    <a:pt x="7" y="2"/>
                    <a:pt x="12" y="2"/>
                  </a:cubicBezTo>
                  <a:moveTo>
                    <a:pt x="12" y="0"/>
                  </a:moveTo>
                  <a:cubicBezTo>
                    <a:pt x="5" y="0"/>
                    <a:pt x="0" y="4"/>
                    <a:pt x="1" y="8"/>
                  </a:cubicBezTo>
                  <a:cubicBezTo>
                    <a:pt x="1" y="12"/>
                    <a:pt x="7" y="16"/>
                    <a:pt x="14" y="16"/>
                  </a:cubicBezTo>
                  <a:cubicBezTo>
                    <a:pt x="21" y="16"/>
                    <a:pt x="26" y="12"/>
                    <a:pt x="26" y="8"/>
                  </a:cubicBezTo>
                  <a:cubicBezTo>
                    <a:pt x="25" y="4"/>
                    <a:pt x="19" y="0"/>
                    <a:pt x="1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7" name="Freeform 523"/>
            <p:cNvSpPr>
              <a:spLocks/>
            </p:cNvSpPr>
            <p:nvPr/>
          </p:nvSpPr>
          <p:spPr bwMode="auto">
            <a:xfrm>
              <a:off x="5016500" y="4659313"/>
              <a:ext cx="131763" cy="76200"/>
            </a:xfrm>
            <a:custGeom>
              <a:avLst/>
              <a:gdLst>
                <a:gd name="T0" fmla="*/ 27 w 47"/>
                <a:gd name="T1" fmla="*/ 27 h 27"/>
                <a:gd name="T2" fmla="*/ 1 w 47"/>
                <a:gd name="T3" fmla="*/ 14 h 27"/>
                <a:gd name="T4" fmla="*/ 19 w 47"/>
                <a:gd name="T5" fmla="*/ 0 h 27"/>
                <a:gd name="T6" fmla="*/ 45 w 47"/>
                <a:gd name="T7" fmla="*/ 14 h 27"/>
                <a:gd name="T8" fmla="*/ 27 w 47"/>
                <a:gd name="T9" fmla="*/ 27 h 27"/>
              </a:gdLst>
              <a:ahLst/>
              <a:cxnLst>
                <a:cxn ang="0">
                  <a:pos x="T0" y="T1"/>
                </a:cxn>
                <a:cxn ang="0">
                  <a:pos x="T2" y="T3"/>
                </a:cxn>
                <a:cxn ang="0">
                  <a:pos x="T4" y="T5"/>
                </a:cxn>
                <a:cxn ang="0">
                  <a:pos x="T6" y="T7"/>
                </a:cxn>
                <a:cxn ang="0">
                  <a:pos x="T8" y="T9"/>
                </a:cxn>
              </a:cxnLst>
              <a:rect l="0" t="0" r="r" b="b"/>
              <a:pathLst>
                <a:path w="47" h="27">
                  <a:moveTo>
                    <a:pt x="27" y="27"/>
                  </a:moveTo>
                  <a:cubicBezTo>
                    <a:pt x="15" y="27"/>
                    <a:pt x="3" y="21"/>
                    <a:pt x="1" y="14"/>
                  </a:cubicBezTo>
                  <a:cubicBezTo>
                    <a:pt x="0" y="7"/>
                    <a:pt x="8" y="0"/>
                    <a:pt x="19" y="0"/>
                  </a:cubicBezTo>
                  <a:cubicBezTo>
                    <a:pt x="31" y="0"/>
                    <a:pt x="43" y="6"/>
                    <a:pt x="45" y="14"/>
                  </a:cubicBezTo>
                  <a:cubicBezTo>
                    <a:pt x="47" y="21"/>
                    <a:pt x="39" y="27"/>
                    <a:pt x="27" y="2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8" name="Freeform 524"/>
            <p:cNvSpPr>
              <a:spLocks noEditPoints="1"/>
            </p:cNvSpPr>
            <p:nvPr/>
          </p:nvSpPr>
          <p:spPr bwMode="auto">
            <a:xfrm>
              <a:off x="5010150" y="4659313"/>
              <a:ext cx="139700" cy="79375"/>
            </a:xfrm>
            <a:custGeom>
              <a:avLst/>
              <a:gdLst>
                <a:gd name="T0" fmla="*/ 22 w 50"/>
                <a:gd name="T1" fmla="*/ 1 h 28"/>
                <a:gd name="T2" fmla="*/ 46 w 50"/>
                <a:gd name="T3" fmla="*/ 14 h 28"/>
                <a:gd name="T4" fmla="*/ 28 w 50"/>
                <a:gd name="T5" fmla="*/ 27 h 28"/>
                <a:gd name="T6" fmla="*/ 5 w 50"/>
                <a:gd name="T7" fmla="*/ 14 h 28"/>
                <a:gd name="T8" fmla="*/ 22 w 50"/>
                <a:gd name="T9" fmla="*/ 1 h 28"/>
                <a:gd name="T10" fmla="*/ 21 w 50"/>
                <a:gd name="T11" fmla="*/ 0 h 28"/>
                <a:gd name="T12" fmla="*/ 2 w 50"/>
                <a:gd name="T13" fmla="*/ 14 h 28"/>
                <a:gd name="T14" fmla="*/ 29 w 50"/>
                <a:gd name="T15" fmla="*/ 28 h 28"/>
                <a:gd name="T16" fmla="*/ 48 w 50"/>
                <a:gd name="T17" fmla="*/ 14 h 28"/>
                <a:gd name="T18" fmla="*/ 21 w 50"/>
                <a:gd name="T1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28">
                  <a:moveTo>
                    <a:pt x="22" y="1"/>
                  </a:moveTo>
                  <a:cubicBezTo>
                    <a:pt x="33" y="1"/>
                    <a:pt x="44" y="7"/>
                    <a:pt x="46" y="14"/>
                  </a:cubicBezTo>
                  <a:cubicBezTo>
                    <a:pt x="47" y="21"/>
                    <a:pt x="40" y="27"/>
                    <a:pt x="28" y="27"/>
                  </a:cubicBezTo>
                  <a:cubicBezTo>
                    <a:pt x="17" y="27"/>
                    <a:pt x="6" y="21"/>
                    <a:pt x="5" y="14"/>
                  </a:cubicBezTo>
                  <a:cubicBezTo>
                    <a:pt x="3" y="7"/>
                    <a:pt x="10" y="1"/>
                    <a:pt x="22" y="1"/>
                  </a:cubicBezTo>
                  <a:moveTo>
                    <a:pt x="21" y="0"/>
                  </a:moveTo>
                  <a:cubicBezTo>
                    <a:pt x="9" y="0"/>
                    <a:pt x="0" y="6"/>
                    <a:pt x="2" y="14"/>
                  </a:cubicBezTo>
                  <a:cubicBezTo>
                    <a:pt x="4" y="22"/>
                    <a:pt x="16" y="28"/>
                    <a:pt x="29" y="28"/>
                  </a:cubicBezTo>
                  <a:cubicBezTo>
                    <a:pt x="41" y="28"/>
                    <a:pt x="50" y="22"/>
                    <a:pt x="48" y="14"/>
                  </a:cubicBezTo>
                  <a:cubicBezTo>
                    <a:pt x="46" y="6"/>
                    <a:pt x="34" y="0"/>
                    <a:pt x="2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9" name="Freeform 525"/>
            <p:cNvSpPr>
              <a:spLocks/>
            </p:cNvSpPr>
            <p:nvPr/>
          </p:nvSpPr>
          <p:spPr bwMode="auto">
            <a:xfrm>
              <a:off x="5010150" y="4811713"/>
              <a:ext cx="117475" cy="61913"/>
            </a:xfrm>
            <a:custGeom>
              <a:avLst/>
              <a:gdLst>
                <a:gd name="T0" fmla="*/ 24 w 42"/>
                <a:gd name="T1" fmla="*/ 22 h 22"/>
                <a:gd name="T2" fmla="*/ 1 w 42"/>
                <a:gd name="T3" fmla="*/ 11 h 22"/>
                <a:gd name="T4" fmla="*/ 18 w 42"/>
                <a:gd name="T5" fmla="*/ 0 h 22"/>
                <a:gd name="T6" fmla="*/ 40 w 42"/>
                <a:gd name="T7" fmla="*/ 11 h 22"/>
                <a:gd name="T8" fmla="*/ 24 w 42"/>
                <a:gd name="T9" fmla="*/ 22 h 22"/>
              </a:gdLst>
              <a:ahLst/>
              <a:cxnLst>
                <a:cxn ang="0">
                  <a:pos x="T0" y="T1"/>
                </a:cxn>
                <a:cxn ang="0">
                  <a:pos x="T2" y="T3"/>
                </a:cxn>
                <a:cxn ang="0">
                  <a:pos x="T4" y="T5"/>
                </a:cxn>
                <a:cxn ang="0">
                  <a:pos x="T6" y="T7"/>
                </a:cxn>
                <a:cxn ang="0">
                  <a:pos x="T8" y="T9"/>
                </a:cxn>
              </a:cxnLst>
              <a:rect l="0" t="0" r="r" b="b"/>
              <a:pathLst>
                <a:path w="42" h="22">
                  <a:moveTo>
                    <a:pt x="24" y="22"/>
                  </a:moveTo>
                  <a:cubicBezTo>
                    <a:pt x="13" y="22"/>
                    <a:pt x="3" y="17"/>
                    <a:pt x="1" y="11"/>
                  </a:cubicBezTo>
                  <a:cubicBezTo>
                    <a:pt x="0" y="5"/>
                    <a:pt x="7" y="0"/>
                    <a:pt x="18" y="0"/>
                  </a:cubicBezTo>
                  <a:cubicBezTo>
                    <a:pt x="28" y="0"/>
                    <a:pt x="39" y="5"/>
                    <a:pt x="40" y="11"/>
                  </a:cubicBezTo>
                  <a:cubicBezTo>
                    <a:pt x="42" y="17"/>
                    <a:pt x="35" y="22"/>
                    <a:pt x="24" y="22"/>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0" name="Freeform 526"/>
            <p:cNvSpPr>
              <a:spLocks noEditPoints="1"/>
            </p:cNvSpPr>
            <p:nvPr/>
          </p:nvSpPr>
          <p:spPr bwMode="auto">
            <a:xfrm>
              <a:off x="5005388" y="4808538"/>
              <a:ext cx="125413" cy="66675"/>
            </a:xfrm>
            <a:custGeom>
              <a:avLst/>
              <a:gdLst>
                <a:gd name="T0" fmla="*/ 20 w 45"/>
                <a:gd name="T1" fmla="*/ 1 h 24"/>
                <a:gd name="T2" fmla="*/ 41 w 45"/>
                <a:gd name="T3" fmla="*/ 12 h 24"/>
                <a:gd name="T4" fmla="*/ 26 w 45"/>
                <a:gd name="T5" fmla="*/ 23 h 24"/>
                <a:gd name="T6" fmla="*/ 4 w 45"/>
                <a:gd name="T7" fmla="*/ 12 h 24"/>
                <a:gd name="T8" fmla="*/ 20 w 45"/>
                <a:gd name="T9" fmla="*/ 1 h 24"/>
                <a:gd name="T10" fmla="*/ 20 w 45"/>
                <a:gd name="T11" fmla="*/ 0 h 24"/>
                <a:gd name="T12" fmla="*/ 2 w 45"/>
                <a:gd name="T13" fmla="*/ 12 h 24"/>
                <a:gd name="T14" fmla="*/ 26 w 45"/>
                <a:gd name="T15" fmla="*/ 24 h 24"/>
                <a:gd name="T16" fmla="*/ 43 w 45"/>
                <a:gd name="T17" fmla="*/ 12 h 24"/>
                <a:gd name="T18" fmla="*/ 20 w 45"/>
                <a:gd name="T1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24">
                  <a:moveTo>
                    <a:pt x="20" y="1"/>
                  </a:moveTo>
                  <a:cubicBezTo>
                    <a:pt x="30" y="1"/>
                    <a:pt x="40" y="6"/>
                    <a:pt x="41" y="12"/>
                  </a:cubicBezTo>
                  <a:cubicBezTo>
                    <a:pt x="43" y="18"/>
                    <a:pt x="36" y="23"/>
                    <a:pt x="26" y="23"/>
                  </a:cubicBezTo>
                  <a:cubicBezTo>
                    <a:pt x="15" y="23"/>
                    <a:pt x="6" y="18"/>
                    <a:pt x="4" y="12"/>
                  </a:cubicBezTo>
                  <a:cubicBezTo>
                    <a:pt x="3" y="6"/>
                    <a:pt x="10" y="1"/>
                    <a:pt x="20" y="1"/>
                  </a:cubicBezTo>
                  <a:moveTo>
                    <a:pt x="20" y="0"/>
                  </a:moveTo>
                  <a:cubicBezTo>
                    <a:pt x="8" y="0"/>
                    <a:pt x="0" y="6"/>
                    <a:pt x="2" y="12"/>
                  </a:cubicBezTo>
                  <a:cubicBezTo>
                    <a:pt x="4" y="19"/>
                    <a:pt x="14" y="24"/>
                    <a:pt x="26" y="24"/>
                  </a:cubicBezTo>
                  <a:cubicBezTo>
                    <a:pt x="37" y="24"/>
                    <a:pt x="45" y="19"/>
                    <a:pt x="43" y="12"/>
                  </a:cubicBezTo>
                  <a:cubicBezTo>
                    <a:pt x="42" y="5"/>
                    <a:pt x="31" y="0"/>
                    <a:pt x="2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1" name="Freeform 527"/>
            <p:cNvSpPr>
              <a:spLocks/>
            </p:cNvSpPr>
            <p:nvPr/>
          </p:nvSpPr>
          <p:spPr bwMode="auto">
            <a:xfrm>
              <a:off x="6129338" y="4760913"/>
              <a:ext cx="139700" cy="65088"/>
            </a:xfrm>
            <a:custGeom>
              <a:avLst/>
              <a:gdLst>
                <a:gd name="T0" fmla="*/ 30 w 50"/>
                <a:gd name="T1" fmla="*/ 23 h 23"/>
                <a:gd name="T2" fmla="*/ 3 w 50"/>
                <a:gd name="T3" fmla="*/ 12 h 23"/>
                <a:gd name="T4" fmla="*/ 20 w 50"/>
                <a:gd name="T5" fmla="*/ 0 h 23"/>
                <a:gd name="T6" fmla="*/ 47 w 50"/>
                <a:gd name="T7" fmla="*/ 12 h 23"/>
                <a:gd name="T8" fmla="*/ 30 w 50"/>
                <a:gd name="T9" fmla="*/ 23 h 23"/>
              </a:gdLst>
              <a:ahLst/>
              <a:cxnLst>
                <a:cxn ang="0">
                  <a:pos x="T0" y="T1"/>
                </a:cxn>
                <a:cxn ang="0">
                  <a:pos x="T2" y="T3"/>
                </a:cxn>
                <a:cxn ang="0">
                  <a:pos x="T4" y="T5"/>
                </a:cxn>
                <a:cxn ang="0">
                  <a:pos x="T6" y="T7"/>
                </a:cxn>
                <a:cxn ang="0">
                  <a:pos x="T8" y="T9"/>
                </a:cxn>
              </a:cxnLst>
              <a:rect l="0" t="0" r="r" b="b"/>
              <a:pathLst>
                <a:path w="50" h="23">
                  <a:moveTo>
                    <a:pt x="30" y="23"/>
                  </a:moveTo>
                  <a:cubicBezTo>
                    <a:pt x="17" y="23"/>
                    <a:pt x="5" y="18"/>
                    <a:pt x="3" y="12"/>
                  </a:cubicBezTo>
                  <a:cubicBezTo>
                    <a:pt x="0" y="5"/>
                    <a:pt x="7" y="0"/>
                    <a:pt x="20" y="0"/>
                  </a:cubicBezTo>
                  <a:cubicBezTo>
                    <a:pt x="32" y="0"/>
                    <a:pt x="44" y="5"/>
                    <a:pt x="47" y="12"/>
                  </a:cubicBezTo>
                  <a:cubicBezTo>
                    <a:pt x="50" y="18"/>
                    <a:pt x="42" y="23"/>
                    <a:pt x="30" y="23"/>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2" name="Freeform 528"/>
            <p:cNvSpPr>
              <a:spLocks noEditPoints="1"/>
            </p:cNvSpPr>
            <p:nvPr/>
          </p:nvSpPr>
          <p:spPr bwMode="auto">
            <a:xfrm>
              <a:off x="6126163" y="4757738"/>
              <a:ext cx="146050" cy="69850"/>
            </a:xfrm>
            <a:custGeom>
              <a:avLst/>
              <a:gdLst>
                <a:gd name="T0" fmla="*/ 21 w 52"/>
                <a:gd name="T1" fmla="*/ 2 h 25"/>
                <a:gd name="T2" fmla="*/ 47 w 52"/>
                <a:gd name="T3" fmla="*/ 13 h 25"/>
                <a:gd name="T4" fmla="*/ 30 w 52"/>
                <a:gd name="T5" fmla="*/ 23 h 25"/>
                <a:gd name="T6" fmla="*/ 5 w 52"/>
                <a:gd name="T7" fmla="*/ 13 h 25"/>
                <a:gd name="T8" fmla="*/ 21 w 52"/>
                <a:gd name="T9" fmla="*/ 2 h 25"/>
                <a:gd name="T10" fmla="*/ 20 w 52"/>
                <a:gd name="T11" fmla="*/ 1 h 25"/>
                <a:gd name="T12" fmla="*/ 2 w 52"/>
                <a:gd name="T13" fmla="*/ 13 h 25"/>
                <a:gd name="T14" fmla="*/ 31 w 52"/>
                <a:gd name="T15" fmla="*/ 25 h 25"/>
                <a:gd name="T16" fmla="*/ 49 w 52"/>
                <a:gd name="T17" fmla="*/ 13 h 25"/>
                <a:gd name="T18" fmla="*/ 20 w 52"/>
                <a:gd name="T19" fmla="*/ 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25">
                  <a:moveTo>
                    <a:pt x="21" y="2"/>
                  </a:moveTo>
                  <a:cubicBezTo>
                    <a:pt x="32" y="2"/>
                    <a:pt x="44" y="7"/>
                    <a:pt x="47" y="13"/>
                  </a:cubicBezTo>
                  <a:cubicBezTo>
                    <a:pt x="49" y="18"/>
                    <a:pt x="42" y="23"/>
                    <a:pt x="30" y="23"/>
                  </a:cubicBezTo>
                  <a:cubicBezTo>
                    <a:pt x="19" y="23"/>
                    <a:pt x="7" y="19"/>
                    <a:pt x="5" y="13"/>
                  </a:cubicBezTo>
                  <a:cubicBezTo>
                    <a:pt x="2" y="7"/>
                    <a:pt x="9" y="2"/>
                    <a:pt x="21" y="2"/>
                  </a:cubicBezTo>
                  <a:moveTo>
                    <a:pt x="20" y="1"/>
                  </a:moveTo>
                  <a:cubicBezTo>
                    <a:pt x="8" y="1"/>
                    <a:pt x="0" y="6"/>
                    <a:pt x="2" y="13"/>
                  </a:cubicBezTo>
                  <a:cubicBezTo>
                    <a:pt x="5" y="19"/>
                    <a:pt x="18" y="25"/>
                    <a:pt x="31" y="25"/>
                  </a:cubicBezTo>
                  <a:cubicBezTo>
                    <a:pt x="44" y="25"/>
                    <a:pt x="52" y="19"/>
                    <a:pt x="49" y="13"/>
                  </a:cubicBezTo>
                  <a:cubicBezTo>
                    <a:pt x="46" y="6"/>
                    <a:pt x="33" y="0"/>
                    <a:pt x="2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3" name="Freeform 529"/>
            <p:cNvSpPr>
              <a:spLocks/>
            </p:cNvSpPr>
            <p:nvPr/>
          </p:nvSpPr>
          <p:spPr bwMode="auto">
            <a:xfrm>
              <a:off x="6602413" y="4767263"/>
              <a:ext cx="149225" cy="63500"/>
            </a:xfrm>
            <a:custGeom>
              <a:avLst/>
              <a:gdLst>
                <a:gd name="T0" fmla="*/ 31 w 53"/>
                <a:gd name="T1" fmla="*/ 23 h 23"/>
                <a:gd name="T2" fmla="*/ 2 w 53"/>
                <a:gd name="T3" fmla="*/ 11 h 23"/>
                <a:gd name="T4" fmla="*/ 21 w 53"/>
                <a:gd name="T5" fmla="*/ 0 h 23"/>
                <a:gd name="T6" fmla="*/ 50 w 53"/>
                <a:gd name="T7" fmla="*/ 11 h 23"/>
                <a:gd name="T8" fmla="*/ 31 w 53"/>
                <a:gd name="T9" fmla="*/ 23 h 23"/>
              </a:gdLst>
              <a:ahLst/>
              <a:cxnLst>
                <a:cxn ang="0">
                  <a:pos x="T0" y="T1"/>
                </a:cxn>
                <a:cxn ang="0">
                  <a:pos x="T2" y="T3"/>
                </a:cxn>
                <a:cxn ang="0">
                  <a:pos x="T4" y="T5"/>
                </a:cxn>
                <a:cxn ang="0">
                  <a:pos x="T6" y="T7"/>
                </a:cxn>
                <a:cxn ang="0">
                  <a:pos x="T8" y="T9"/>
                </a:cxn>
              </a:cxnLst>
              <a:rect l="0" t="0" r="r" b="b"/>
              <a:pathLst>
                <a:path w="53" h="23">
                  <a:moveTo>
                    <a:pt x="31" y="23"/>
                  </a:moveTo>
                  <a:cubicBezTo>
                    <a:pt x="18" y="23"/>
                    <a:pt x="5" y="18"/>
                    <a:pt x="2" y="11"/>
                  </a:cubicBezTo>
                  <a:cubicBezTo>
                    <a:pt x="0" y="5"/>
                    <a:pt x="8" y="0"/>
                    <a:pt x="21" y="0"/>
                  </a:cubicBezTo>
                  <a:cubicBezTo>
                    <a:pt x="34" y="0"/>
                    <a:pt x="47" y="5"/>
                    <a:pt x="50" y="11"/>
                  </a:cubicBezTo>
                  <a:cubicBezTo>
                    <a:pt x="53" y="18"/>
                    <a:pt x="44" y="23"/>
                    <a:pt x="31" y="23"/>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4" name="Freeform 530"/>
            <p:cNvSpPr>
              <a:spLocks noEditPoints="1"/>
            </p:cNvSpPr>
            <p:nvPr/>
          </p:nvSpPr>
          <p:spPr bwMode="auto">
            <a:xfrm>
              <a:off x="6597650" y="4764088"/>
              <a:ext cx="157163" cy="66675"/>
            </a:xfrm>
            <a:custGeom>
              <a:avLst/>
              <a:gdLst>
                <a:gd name="T0" fmla="*/ 23 w 56"/>
                <a:gd name="T1" fmla="*/ 2 h 24"/>
                <a:gd name="T2" fmla="*/ 50 w 56"/>
                <a:gd name="T3" fmla="*/ 12 h 24"/>
                <a:gd name="T4" fmla="*/ 33 w 56"/>
                <a:gd name="T5" fmla="*/ 23 h 24"/>
                <a:gd name="T6" fmla="*/ 6 w 56"/>
                <a:gd name="T7" fmla="*/ 12 h 24"/>
                <a:gd name="T8" fmla="*/ 23 w 56"/>
                <a:gd name="T9" fmla="*/ 2 h 24"/>
                <a:gd name="T10" fmla="*/ 22 w 56"/>
                <a:gd name="T11" fmla="*/ 0 h 24"/>
                <a:gd name="T12" fmla="*/ 3 w 56"/>
                <a:gd name="T13" fmla="*/ 12 h 24"/>
                <a:gd name="T14" fmla="*/ 34 w 56"/>
                <a:gd name="T15" fmla="*/ 24 h 24"/>
                <a:gd name="T16" fmla="*/ 53 w 56"/>
                <a:gd name="T17" fmla="*/ 12 h 24"/>
                <a:gd name="T18" fmla="*/ 22 w 56"/>
                <a:gd name="T1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24">
                  <a:moveTo>
                    <a:pt x="23" y="2"/>
                  </a:moveTo>
                  <a:cubicBezTo>
                    <a:pt x="35" y="2"/>
                    <a:pt x="48" y="6"/>
                    <a:pt x="50" y="12"/>
                  </a:cubicBezTo>
                  <a:cubicBezTo>
                    <a:pt x="53" y="18"/>
                    <a:pt x="45" y="23"/>
                    <a:pt x="33" y="23"/>
                  </a:cubicBezTo>
                  <a:cubicBezTo>
                    <a:pt x="21" y="23"/>
                    <a:pt x="9" y="18"/>
                    <a:pt x="6" y="12"/>
                  </a:cubicBezTo>
                  <a:cubicBezTo>
                    <a:pt x="3" y="7"/>
                    <a:pt x="11" y="2"/>
                    <a:pt x="23" y="2"/>
                  </a:cubicBezTo>
                  <a:moveTo>
                    <a:pt x="22" y="0"/>
                  </a:moveTo>
                  <a:cubicBezTo>
                    <a:pt x="9" y="0"/>
                    <a:pt x="0" y="6"/>
                    <a:pt x="3" y="12"/>
                  </a:cubicBezTo>
                  <a:cubicBezTo>
                    <a:pt x="6" y="19"/>
                    <a:pt x="20" y="24"/>
                    <a:pt x="34" y="24"/>
                  </a:cubicBezTo>
                  <a:cubicBezTo>
                    <a:pt x="47" y="24"/>
                    <a:pt x="56" y="19"/>
                    <a:pt x="53" y="12"/>
                  </a:cubicBezTo>
                  <a:cubicBezTo>
                    <a:pt x="50" y="6"/>
                    <a:pt x="36" y="0"/>
                    <a:pt x="2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5" name="Freeform 531"/>
            <p:cNvSpPr>
              <a:spLocks/>
            </p:cNvSpPr>
            <p:nvPr/>
          </p:nvSpPr>
          <p:spPr bwMode="auto">
            <a:xfrm>
              <a:off x="5221288" y="5083175"/>
              <a:ext cx="150813" cy="69850"/>
            </a:xfrm>
            <a:custGeom>
              <a:avLst/>
              <a:gdLst>
                <a:gd name="T0" fmla="*/ 31 w 54"/>
                <a:gd name="T1" fmla="*/ 25 h 25"/>
                <a:gd name="T2" fmla="*/ 2 w 54"/>
                <a:gd name="T3" fmla="*/ 13 h 25"/>
                <a:gd name="T4" fmla="*/ 23 w 54"/>
                <a:gd name="T5" fmla="*/ 0 h 25"/>
                <a:gd name="T6" fmla="*/ 52 w 54"/>
                <a:gd name="T7" fmla="*/ 12 h 25"/>
                <a:gd name="T8" fmla="*/ 31 w 54"/>
                <a:gd name="T9" fmla="*/ 25 h 25"/>
              </a:gdLst>
              <a:ahLst/>
              <a:cxnLst>
                <a:cxn ang="0">
                  <a:pos x="T0" y="T1"/>
                </a:cxn>
                <a:cxn ang="0">
                  <a:pos x="T2" y="T3"/>
                </a:cxn>
                <a:cxn ang="0">
                  <a:pos x="T4" y="T5"/>
                </a:cxn>
                <a:cxn ang="0">
                  <a:pos x="T6" y="T7"/>
                </a:cxn>
                <a:cxn ang="0">
                  <a:pos x="T8" y="T9"/>
                </a:cxn>
              </a:cxnLst>
              <a:rect l="0" t="0" r="r" b="b"/>
              <a:pathLst>
                <a:path w="54" h="25">
                  <a:moveTo>
                    <a:pt x="31" y="25"/>
                  </a:moveTo>
                  <a:cubicBezTo>
                    <a:pt x="17" y="25"/>
                    <a:pt x="4" y="20"/>
                    <a:pt x="2" y="13"/>
                  </a:cubicBezTo>
                  <a:cubicBezTo>
                    <a:pt x="0" y="6"/>
                    <a:pt x="9" y="0"/>
                    <a:pt x="23" y="0"/>
                  </a:cubicBezTo>
                  <a:cubicBezTo>
                    <a:pt x="37" y="0"/>
                    <a:pt x="50" y="5"/>
                    <a:pt x="52" y="12"/>
                  </a:cubicBezTo>
                  <a:cubicBezTo>
                    <a:pt x="54" y="19"/>
                    <a:pt x="45" y="25"/>
                    <a:pt x="31" y="25"/>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6" name="Freeform 532"/>
            <p:cNvSpPr>
              <a:spLocks noEditPoints="1"/>
            </p:cNvSpPr>
            <p:nvPr/>
          </p:nvSpPr>
          <p:spPr bwMode="auto">
            <a:xfrm>
              <a:off x="5218113" y="5080000"/>
              <a:ext cx="157163" cy="76200"/>
            </a:xfrm>
            <a:custGeom>
              <a:avLst/>
              <a:gdLst>
                <a:gd name="T0" fmla="*/ 24 w 56"/>
                <a:gd name="T1" fmla="*/ 1 h 27"/>
                <a:gd name="T2" fmla="*/ 52 w 56"/>
                <a:gd name="T3" fmla="*/ 13 h 27"/>
                <a:gd name="T4" fmla="*/ 32 w 56"/>
                <a:gd name="T5" fmla="*/ 26 h 27"/>
                <a:gd name="T6" fmla="*/ 4 w 56"/>
                <a:gd name="T7" fmla="*/ 14 h 27"/>
                <a:gd name="T8" fmla="*/ 24 w 56"/>
                <a:gd name="T9" fmla="*/ 1 h 27"/>
                <a:gd name="T10" fmla="*/ 24 w 56"/>
                <a:gd name="T11" fmla="*/ 0 h 27"/>
                <a:gd name="T12" fmla="*/ 2 w 56"/>
                <a:gd name="T13" fmla="*/ 14 h 27"/>
                <a:gd name="T14" fmla="*/ 32 w 56"/>
                <a:gd name="T15" fmla="*/ 27 h 27"/>
                <a:gd name="T16" fmla="*/ 54 w 56"/>
                <a:gd name="T17" fmla="*/ 13 h 27"/>
                <a:gd name="T18" fmla="*/ 24 w 56"/>
                <a:gd name="T1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27">
                  <a:moveTo>
                    <a:pt x="24" y="1"/>
                  </a:moveTo>
                  <a:cubicBezTo>
                    <a:pt x="37" y="1"/>
                    <a:pt x="50" y="7"/>
                    <a:pt x="52" y="13"/>
                  </a:cubicBezTo>
                  <a:cubicBezTo>
                    <a:pt x="54" y="20"/>
                    <a:pt x="45" y="26"/>
                    <a:pt x="32" y="26"/>
                  </a:cubicBezTo>
                  <a:cubicBezTo>
                    <a:pt x="19" y="26"/>
                    <a:pt x="6" y="20"/>
                    <a:pt x="4" y="14"/>
                  </a:cubicBezTo>
                  <a:cubicBezTo>
                    <a:pt x="2" y="7"/>
                    <a:pt x="11" y="1"/>
                    <a:pt x="24" y="1"/>
                  </a:cubicBezTo>
                  <a:moveTo>
                    <a:pt x="24" y="0"/>
                  </a:moveTo>
                  <a:cubicBezTo>
                    <a:pt x="10" y="0"/>
                    <a:pt x="0" y="6"/>
                    <a:pt x="2" y="14"/>
                  </a:cubicBezTo>
                  <a:cubicBezTo>
                    <a:pt x="4" y="21"/>
                    <a:pt x="18" y="27"/>
                    <a:pt x="32" y="27"/>
                  </a:cubicBezTo>
                  <a:cubicBezTo>
                    <a:pt x="47" y="27"/>
                    <a:pt x="56" y="21"/>
                    <a:pt x="54" y="13"/>
                  </a:cubicBezTo>
                  <a:cubicBezTo>
                    <a:pt x="52" y="6"/>
                    <a:pt x="38" y="0"/>
                    <a:pt x="2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7" name="Freeform 533"/>
            <p:cNvSpPr>
              <a:spLocks/>
            </p:cNvSpPr>
            <p:nvPr/>
          </p:nvSpPr>
          <p:spPr bwMode="auto">
            <a:xfrm>
              <a:off x="4194175" y="4926013"/>
              <a:ext cx="79375" cy="46038"/>
            </a:xfrm>
            <a:custGeom>
              <a:avLst/>
              <a:gdLst>
                <a:gd name="T0" fmla="*/ 15 w 28"/>
                <a:gd name="T1" fmla="*/ 16 h 16"/>
                <a:gd name="T2" fmla="*/ 1 w 28"/>
                <a:gd name="T3" fmla="*/ 8 h 16"/>
                <a:gd name="T4" fmla="*/ 14 w 28"/>
                <a:gd name="T5" fmla="*/ 0 h 16"/>
                <a:gd name="T6" fmla="*/ 28 w 28"/>
                <a:gd name="T7" fmla="*/ 8 h 16"/>
                <a:gd name="T8" fmla="*/ 15 w 28"/>
                <a:gd name="T9" fmla="*/ 16 h 16"/>
              </a:gdLst>
              <a:ahLst/>
              <a:cxnLst>
                <a:cxn ang="0">
                  <a:pos x="T0" y="T1"/>
                </a:cxn>
                <a:cxn ang="0">
                  <a:pos x="T2" y="T3"/>
                </a:cxn>
                <a:cxn ang="0">
                  <a:pos x="T4" y="T5"/>
                </a:cxn>
                <a:cxn ang="0">
                  <a:pos x="T6" y="T7"/>
                </a:cxn>
                <a:cxn ang="0">
                  <a:pos x="T8" y="T9"/>
                </a:cxn>
              </a:cxnLst>
              <a:rect l="0" t="0" r="r" b="b"/>
              <a:pathLst>
                <a:path w="28" h="16">
                  <a:moveTo>
                    <a:pt x="15" y="16"/>
                  </a:moveTo>
                  <a:cubicBezTo>
                    <a:pt x="8" y="16"/>
                    <a:pt x="1" y="12"/>
                    <a:pt x="1" y="8"/>
                  </a:cubicBezTo>
                  <a:cubicBezTo>
                    <a:pt x="0" y="4"/>
                    <a:pt x="6" y="0"/>
                    <a:pt x="14" y="0"/>
                  </a:cubicBezTo>
                  <a:cubicBezTo>
                    <a:pt x="21" y="0"/>
                    <a:pt x="27" y="3"/>
                    <a:pt x="28" y="8"/>
                  </a:cubicBezTo>
                  <a:cubicBezTo>
                    <a:pt x="28" y="12"/>
                    <a:pt x="23" y="16"/>
                    <a:pt x="15" y="16"/>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8" name="Freeform 534"/>
            <p:cNvSpPr>
              <a:spLocks noEditPoints="1"/>
            </p:cNvSpPr>
            <p:nvPr/>
          </p:nvSpPr>
          <p:spPr bwMode="auto">
            <a:xfrm>
              <a:off x="4191000" y="4924425"/>
              <a:ext cx="84138" cy="47625"/>
            </a:xfrm>
            <a:custGeom>
              <a:avLst/>
              <a:gdLst>
                <a:gd name="T0" fmla="*/ 15 w 30"/>
                <a:gd name="T1" fmla="*/ 2 h 17"/>
                <a:gd name="T2" fmla="*/ 28 w 30"/>
                <a:gd name="T3" fmla="*/ 9 h 17"/>
                <a:gd name="T4" fmla="*/ 16 w 30"/>
                <a:gd name="T5" fmla="*/ 16 h 17"/>
                <a:gd name="T6" fmla="*/ 3 w 30"/>
                <a:gd name="T7" fmla="*/ 9 h 17"/>
                <a:gd name="T8" fmla="*/ 15 w 30"/>
                <a:gd name="T9" fmla="*/ 2 h 17"/>
                <a:gd name="T10" fmla="*/ 15 w 30"/>
                <a:gd name="T11" fmla="*/ 0 h 17"/>
                <a:gd name="T12" fmla="*/ 1 w 30"/>
                <a:gd name="T13" fmla="*/ 9 h 17"/>
                <a:gd name="T14" fmla="*/ 16 w 30"/>
                <a:gd name="T15" fmla="*/ 17 h 17"/>
                <a:gd name="T16" fmla="*/ 30 w 30"/>
                <a:gd name="T17" fmla="*/ 9 h 17"/>
                <a:gd name="T18" fmla="*/ 15 w 30"/>
                <a:gd name="T1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7">
                  <a:moveTo>
                    <a:pt x="15" y="2"/>
                  </a:moveTo>
                  <a:cubicBezTo>
                    <a:pt x="21" y="1"/>
                    <a:pt x="27" y="5"/>
                    <a:pt x="28" y="9"/>
                  </a:cubicBezTo>
                  <a:cubicBezTo>
                    <a:pt x="28" y="13"/>
                    <a:pt x="23" y="16"/>
                    <a:pt x="16" y="16"/>
                  </a:cubicBezTo>
                  <a:cubicBezTo>
                    <a:pt x="9" y="16"/>
                    <a:pt x="3" y="13"/>
                    <a:pt x="3" y="9"/>
                  </a:cubicBezTo>
                  <a:cubicBezTo>
                    <a:pt x="2" y="5"/>
                    <a:pt x="8" y="2"/>
                    <a:pt x="15" y="2"/>
                  </a:cubicBezTo>
                  <a:moveTo>
                    <a:pt x="15" y="0"/>
                  </a:moveTo>
                  <a:cubicBezTo>
                    <a:pt x="6" y="0"/>
                    <a:pt x="0" y="4"/>
                    <a:pt x="1" y="9"/>
                  </a:cubicBezTo>
                  <a:cubicBezTo>
                    <a:pt x="1" y="14"/>
                    <a:pt x="8" y="17"/>
                    <a:pt x="16" y="17"/>
                  </a:cubicBezTo>
                  <a:cubicBezTo>
                    <a:pt x="24" y="17"/>
                    <a:pt x="30" y="13"/>
                    <a:pt x="30" y="9"/>
                  </a:cubicBezTo>
                  <a:cubicBezTo>
                    <a:pt x="29" y="4"/>
                    <a:pt x="23" y="0"/>
                    <a:pt x="1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9" name="Freeform 535"/>
            <p:cNvSpPr>
              <a:spLocks/>
            </p:cNvSpPr>
            <p:nvPr/>
          </p:nvSpPr>
          <p:spPr bwMode="auto">
            <a:xfrm>
              <a:off x="4287838" y="4783138"/>
              <a:ext cx="85725" cy="50800"/>
            </a:xfrm>
            <a:custGeom>
              <a:avLst/>
              <a:gdLst>
                <a:gd name="T0" fmla="*/ 16 w 31"/>
                <a:gd name="T1" fmla="*/ 18 h 18"/>
                <a:gd name="T2" fmla="*/ 0 w 31"/>
                <a:gd name="T3" fmla="*/ 9 h 18"/>
                <a:gd name="T4" fmla="*/ 14 w 31"/>
                <a:gd name="T5" fmla="*/ 0 h 18"/>
                <a:gd name="T6" fmla="*/ 30 w 31"/>
                <a:gd name="T7" fmla="*/ 9 h 18"/>
                <a:gd name="T8" fmla="*/ 16 w 31"/>
                <a:gd name="T9" fmla="*/ 18 h 18"/>
              </a:gdLst>
              <a:ahLst/>
              <a:cxnLst>
                <a:cxn ang="0">
                  <a:pos x="T0" y="T1"/>
                </a:cxn>
                <a:cxn ang="0">
                  <a:pos x="T2" y="T3"/>
                </a:cxn>
                <a:cxn ang="0">
                  <a:pos x="T4" y="T5"/>
                </a:cxn>
                <a:cxn ang="0">
                  <a:pos x="T6" y="T7"/>
                </a:cxn>
                <a:cxn ang="0">
                  <a:pos x="T8" y="T9"/>
                </a:cxn>
              </a:cxnLst>
              <a:rect l="0" t="0" r="r" b="b"/>
              <a:pathLst>
                <a:path w="31" h="18">
                  <a:moveTo>
                    <a:pt x="16" y="18"/>
                  </a:moveTo>
                  <a:cubicBezTo>
                    <a:pt x="8" y="18"/>
                    <a:pt x="1" y="14"/>
                    <a:pt x="0" y="9"/>
                  </a:cubicBezTo>
                  <a:cubicBezTo>
                    <a:pt x="0" y="4"/>
                    <a:pt x="6" y="0"/>
                    <a:pt x="14" y="0"/>
                  </a:cubicBezTo>
                  <a:cubicBezTo>
                    <a:pt x="22" y="0"/>
                    <a:pt x="30" y="4"/>
                    <a:pt x="30" y="9"/>
                  </a:cubicBezTo>
                  <a:cubicBezTo>
                    <a:pt x="31" y="14"/>
                    <a:pt x="25" y="18"/>
                    <a:pt x="16" y="18"/>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0" name="Freeform 536"/>
            <p:cNvSpPr>
              <a:spLocks noEditPoints="1"/>
            </p:cNvSpPr>
            <p:nvPr/>
          </p:nvSpPr>
          <p:spPr bwMode="auto">
            <a:xfrm>
              <a:off x="4284663" y="4779963"/>
              <a:ext cx="92075" cy="57150"/>
            </a:xfrm>
            <a:custGeom>
              <a:avLst/>
              <a:gdLst>
                <a:gd name="T0" fmla="*/ 15 w 33"/>
                <a:gd name="T1" fmla="*/ 1 h 20"/>
                <a:gd name="T2" fmla="*/ 30 w 33"/>
                <a:gd name="T3" fmla="*/ 10 h 20"/>
                <a:gd name="T4" fmla="*/ 17 w 33"/>
                <a:gd name="T5" fmla="*/ 19 h 20"/>
                <a:gd name="T6" fmla="*/ 2 w 33"/>
                <a:gd name="T7" fmla="*/ 10 h 20"/>
                <a:gd name="T8" fmla="*/ 15 w 33"/>
                <a:gd name="T9" fmla="*/ 1 h 20"/>
                <a:gd name="T10" fmla="*/ 15 w 33"/>
                <a:gd name="T11" fmla="*/ 0 h 20"/>
                <a:gd name="T12" fmla="*/ 0 w 33"/>
                <a:gd name="T13" fmla="*/ 10 h 20"/>
                <a:gd name="T14" fmla="*/ 17 w 33"/>
                <a:gd name="T15" fmla="*/ 20 h 20"/>
                <a:gd name="T16" fmla="*/ 32 w 33"/>
                <a:gd name="T17" fmla="*/ 10 h 20"/>
                <a:gd name="T18" fmla="*/ 15 w 33"/>
                <a:gd name="T1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20">
                  <a:moveTo>
                    <a:pt x="15" y="1"/>
                  </a:moveTo>
                  <a:cubicBezTo>
                    <a:pt x="23" y="1"/>
                    <a:pt x="30" y="5"/>
                    <a:pt x="30" y="10"/>
                  </a:cubicBezTo>
                  <a:cubicBezTo>
                    <a:pt x="31" y="15"/>
                    <a:pt x="25" y="19"/>
                    <a:pt x="17" y="19"/>
                  </a:cubicBezTo>
                  <a:cubicBezTo>
                    <a:pt x="10" y="19"/>
                    <a:pt x="3" y="15"/>
                    <a:pt x="2" y="10"/>
                  </a:cubicBezTo>
                  <a:cubicBezTo>
                    <a:pt x="2" y="5"/>
                    <a:pt x="8" y="1"/>
                    <a:pt x="15" y="1"/>
                  </a:cubicBezTo>
                  <a:moveTo>
                    <a:pt x="15" y="0"/>
                  </a:moveTo>
                  <a:cubicBezTo>
                    <a:pt x="6" y="0"/>
                    <a:pt x="0" y="5"/>
                    <a:pt x="0" y="10"/>
                  </a:cubicBezTo>
                  <a:cubicBezTo>
                    <a:pt x="1" y="16"/>
                    <a:pt x="9" y="20"/>
                    <a:pt x="17" y="20"/>
                  </a:cubicBezTo>
                  <a:cubicBezTo>
                    <a:pt x="26" y="20"/>
                    <a:pt x="33" y="15"/>
                    <a:pt x="32" y="10"/>
                  </a:cubicBezTo>
                  <a:cubicBezTo>
                    <a:pt x="32" y="4"/>
                    <a:pt x="24" y="0"/>
                    <a:pt x="1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1" name="Freeform 537"/>
            <p:cNvSpPr>
              <a:spLocks/>
            </p:cNvSpPr>
            <p:nvPr/>
          </p:nvSpPr>
          <p:spPr bwMode="auto">
            <a:xfrm>
              <a:off x="4205288" y="4881563"/>
              <a:ext cx="57150" cy="33338"/>
            </a:xfrm>
            <a:custGeom>
              <a:avLst/>
              <a:gdLst>
                <a:gd name="T0" fmla="*/ 11 w 20"/>
                <a:gd name="T1" fmla="*/ 12 h 12"/>
                <a:gd name="T2" fmla="*/ 0 w 20"/>
                <a:gd name="T3" fmla="*/ 6 h 12"/>
                <a:gd name="T4" fmla="*/ 10 w 20"/>
                <a:gd name="T5" fmla="*/ 0 h 12"/>
                <a:gd name="T6" fmla="*/ 20 w 20"/>
                <a:gd name="T7" fmla="*/ 6 h 12"/>
                <a:gd name="T8" fmla="*/ 11 w 20"/>
                <a:gd name="T9" fmla="*/ 12 h 12"/>
              </a:gdLst>
              <a:ahLst/>
              <a:cxnLst>
                <a:cxn ang="0">
                  <a:pos x="T0" y="T1"/>
                </a:cxn>
                <a:cxn ang="0">
                  <a:pos x="T2" y="T3"/>
                </a:cxn>
                <a:cxn ang="0">
                  <a:pos x="T4" y="T5"/>
                </a:cxn>
                <a:cxn ang="0">
                  <a:pos x="T6" y="T7"/>
                </a:cxn>
                <a:cxn ang="0">
                  <a:pos x="T8" y="T9"/>
                </a:cxn>
              </a:cxnLst>
              <a:rect l="0" t="0" r="r" b="b"/>
              <a:pathLst>
                <a:path w="20" h="12">
                  <a:moveTo>
                    <a:pt x="11" y="12"/>
                  </a:moveTo>
                  <a:cubicBezTo>
                    <a:pt x="5" y="12"/>
                    <a:pt x="1" y="9"/>
                    <a:pt x="0" y="6"/>
                  </a:cubicBezTo>
                  <a:cubicBezTo>
                    <a:pt x="0" y="3"/>
                    <a:pt x="4" y="0"/>
                    <a:pt x="10" y="0"/>
                  </a:cubicBezTo>
                  <a:cubicBezTo>
                    <a:pt x="15" y="0"/>
                    <a:pt x="20" y="3"/>
                    <a:pt x="20" y="6"/>
                  </a:cubicBezTo>
                  <a:cubicBezTo>
                    <a:pt x="20" y="9"/>
                    <a:pt x="16" y="12"/>
                    <a:pt x="11" y="12"/>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2" name="Freeform 538"/>
            <p:cNvSpPr>
              <a:spLocks noEditPoints="1"/>
            </p:cNvSpPr>
            <p:nvPr/>
          </p:nvSpPr>
          <p:spPr bwMode="auto">
            <a:xfrm>
              <a:off x="4203700" y="4881563"/>
              <a:ext cx="60325" cy="36513"/>
            </a:xfrm>
            <a:custGeom>
              <a:avLst/>
              <a:gdLst>
                <a:gd name="T0" fmla="*/ 11 w 22"/>
                <a:gd name="T1" fmla="*/ 1 h 13"/>
                <a:gd name="T2" fmla="*/ 20 w 22"/>
                <a:gd name="T3" fmla="*/ 6 h 13"/>
                <a:gd name="T4" fmla="*/ 12 w 22"/>
                <a:gd name="T5" fmla="*/ 11 h 13"/>
                <a:gd name="T6" fmla="*/ 2 w 22"/>
                <a:gd name="T7" fmla="*/ 6 h 13"/>
                <a:gd name="T8" fmla="*/ 11 w 22"/>
                <a:gd name="T9" fmla="*/ 1 h 13"/>
                <a:gd name="T10" fmla="*/ 11 w 22"/>
                <a:gd name="T11" fmla="*/ 0 h 13"/>
                <a:gd name="T12" fmla="*/ 0 w 22"/>
                <a:gd name="T13" fmla="*/ 6 h 13"/>
                <a:gd name="T14" fmla="*/ 12 w 22"/>
                <a:gd name="T15" fmla="*/ 13 h 13"/>
                <a:gd name="T16" fmla="*/ 22 w 22"/>
                <a:gd name="T17" fmla="*/ 6 h 13"/>
                <a:gd name="T18" fmla="*/ 11 w 22"/>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3">
                  <a:moveTo>
                    <a:pt x="11" y="1"/>
                  </a:moveTo>
                  <a:cubicBezTo>
                    <a:pt x="16" y="1"/>
                    <a:pt x="20" y="3"/>
                    <a:pt x="20" y="6"/>
                  </a:cubicBezTo>
                  <a:cubicBezTo>
                    <a:pt x="20" y="9"/>
                    <a:pt x="17" y="11"/>
                    <a:pt x="12" y="11"/>
                  </a:cubicBezTo>
                  <a:cubicBezTo>
                    <a:pt x="7" y="11"/>
                    <a:pt x="3" y="9"/>
                    <a:pt x="2" y="6"/>
                  </a:cubicBezTo>
                  <a:cubicBezTo>
                    <a:pt x="2" y="3"/>
                    <a:pt x="6" y="1"/>
                    <a:pt x="11" y="1"/>
                  </a:cubicBezTo>
                  <a:moveTo>
                    <a:pt x="11" y="0"/>
                  </a:moveTo>
                  <a:cubicBezTo>
                    <a:pt x="5" y="0"/>
                    <a:pt x="0" y="3"/>
                    <a:pt x="0" y="6"/>
                  </a:cubicBezTo>
                  <a:cubicBezTo>
                    <a:pt x="1" y="10"/>
                    <a:pt x="6" y="13"/>
                    <a:pt x="12" y="13"/>
                  </a:cubicBezTo>
                  <a:cubicBezTo>
                    <a:pt x="18" y="13"/>
                    <a:pt x="22" y="10"/>
                    <a:pt x="22" y="6"/>
                  </a:cubicBezTo>
                  <a:cubicBezTo>
                    <a:pt x="22" y="3"/>
                    <a:pt x="17" y="0"/>
                    <a:pt x="1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3" name="Freeform 539"/>
            <p:cNvSpPr>
              <a:spLocks/>
            </p:cNvSpPr>
            <p:nvPr/>
          </p:nvSpPr>
          <p:spPr bwMode="auto">
            <a:xfrm>
              <a:off x="4497388" y="4767263"/>
              <a:ext cx="76200" cy="47625"/>
            </a:xfrm>
            <a:custGeom>
              <a:avLst/>
              <a:gdLst>
                <a:gd name="T0" fmla="*/ 15 w 27"/>
                <a:gd name="T1" fmla="*/ 17 h 17"/>
                <a:gd name="T2" fmla="*/ 0 w 27"/>
                <a:gd name="T3" fmla="*/ 9 h 17"/>
                <a:gd name="T4" fmla="*/ 12 w 27"/>
                <a:gd name="T5" fmla="*/ 0 h 17"/>
                <a:gd name="T6" fmla="*/ 27 w 27"/>
                <a:gd name="T7" fmla="*/ 9 h 17"/>
                <a:gd name="T8" fmla="*/ 15 w 27"/>
                <a:gd name="T9" fmla="*/ 17 h 17"/>
              </a:gdLst>
              <a:ahLst/>
              <a:cxnLst>
                <a:cxn ang="0">
                  <a:pos x="T0" y="T1"/>
                </a:cxn>
                <a:cxn ang="0">
                  <a:pos x="T2" y="T3"/>
                </a:cxn>
                <a:cxn ang="0">
                  <a:pos x="T4" y="T5"/>
                </a:cxn>
                <a:cxn ang="0">
                  <a:pos x="T6" y="T7"/>
                </a:cxn>
                <a:cxn ang="0">
                  <a:pos x="T8" y="T9"/>
                </a:cxn>
              </a:cxnLst>
              <a:rect l="0" t="0" r="r" b="b"/>
              <a:pathLst>
                <a:path w="27" h="17">
                  <a:moveTo>
                    <a:pt x="15" y="17"/>
                  </a:moveTo>
                  <a:cubicBezTo>
                    <a:pt x="7" y="17"/>
                    <a:pt x="1" y="13"/>
                    <a:pt x="0" y="9"/>
                  </a:cubicBezTo>
                  <a:cubicBezTo>
                    <a:pt x="0" y="4"/>
                    <a:pt x="5" y="0"/>
                    <a:pt x="12" y="0"/>
                  </a:cubicBezTo>
                  <a:cubicBezTo>
                    <a:pt x="19" y="0"/>
                    <a:pt x="26" y="4"/>
                    <a:pt x="27" y="9"/>
                  </a:cubicBezTo>
                  <a:cubicBezTo>
                    <a:pt x="27" y="13"/>
                    <a:pt x="22" y="17"/>
                    <a:pt x="15" y="1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4" name="Freeform 540"/>
            <p:cNvSpPr>
              <a:spLocks noEditPoints="1"/>
            </p:cNvSpPr>
            <p:nvPr/>
          </p:nvSpPr>
          <p:spPr bwMode="auto">
            <a:xfrm>
              <a:off x="4491038" y="4767263"/>
              <a:ext cx="87313" cy="49213"/>
            </a:xfrm>
            <a:custGeom>
              <a:avLst/>
              <a:gdLst>
                <a:gd name="T0" fmla="*/ 14 w 31"/>
                <a:gd name="T1" fmla="*/ 1 h 18"/>
                <a:gd name="T2" fmla="*/ 28 w 31"/>
                <a:gd name="T3" fmla="*/ 9 h 18"/>
                <a:gd name="T4" fmla="*/ 17 w 31"/>
                <a:gd name="T5" fmla="*/ 16 h 18"/>
                <a:gd name="T6" fmla="*/ 3 w 31"/>
                <a:gd name="T7" fmla="*/ 9 h 18"/>
                <a:gd name="T8" fmla="*/ 14 w 31"/>
                <a:gd name="T9" fmla="*/ 1 h 18"/>
                <a:gd name="T10" fmla="*/ 14 w 31"/>
                <a:gd name="T11" fmla="*/ 0 h 18"/>
                <a:gd name="T12" fmla="*/ 1 w 31"/>
                <a:gd name="T13" fmla="*/ 9 h 18"/>
                <a:gd name="T14" fmla="*/ 17 w 31"/>
                <a:gd name="T15" fmla="*/ 17 h 18"/>
                <a:gd name="T16" fmla="*/ 30 w 31"/>
                <a:gd name="T17" fmla="*/ 9 h 18"/>
                <a:gd name="T18" fmla="*/ 14 w 31"/>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18">
                  <a:moveTo>
                    <a:pt x="14" y="1"/>
                  </a:moveTo>
                  <a:cubicBezTo>
                    <a:pt x="21" y="1"/>
                    <a:pt x="27" y="4"/>
                    <a:pt x="28" y="9"/>
                  </a:cubicBezTo>
                  <a:cubicBezTo>
                    <a:pt x="28" y="13"/>
                    <a:pt x="23" y="16"/>
                    <a:pt x="17" y="16"/>
                  </a:cubicBezTo>
                  <a:cubicBezTo>
                    <a:pt x="10" y="16"/>
                    <a:pt x="4" y="13"/>
                    <a:pt x="3" y="9"/>
                  </a:cubicBezTo>
                  <a:cubicBezTo>
                    <a:pt x="3" y="4"/>
                    <a:pt x="8" y="1"/>
                    <a:pt x="14" y="1"/>
                  </a:cubicBezTo>
                  <a:moveTo>
                    <a:pt x="14" y="0"/>
                  </a:moveTo>
                  <a:cubicBezTo>
                    <a:pt x="6" y="0"/>
                    <a:pt x="0" y="4"/>
                    <a:pt x="1" y="9"/>
                  </a:cubicBezTo>
                  <a:cubicBezTo>
                    <a:pt x="2" y="14"/>
                    <a:pt x="9" y="18"/>
                    <a:pt x="17" y="17"/>
                  </a:cubicBezTo>
                  <a:cubicBezTo>
                    <a:pt x="25" y="17"/>
                    <a:pt x="31" y="13"/>
                    <a:pt x="30" y="9"/>
                  </a:cubicBezTo>
                  <a:cubicBezTo>
                    <a:pt x="29" y="4"/>
                    <a:pt x="22" y="0"/>
                    <a:pt x="1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5" name="Freeform 541"/>
            <p:cNvSpPr>
              <a:spLocks/>
            </p:cNvSpPr>
            <p:nvPr/>
          </p:nvSpPr>
          <p:spPr bwMode="auto">
            <a:xfrm>
              <a:off x="4438650" y="5140325"/>
              <a:ext cx="58738" cy="30163"/>
            </a:xfrm>
            <a:custGeom>
              <a:avLst/>
              <a:gdLst>
                <a:gd name="T0" fmla="*/ 11 w 21"/>
                <a:gd name="T1" fmla="*/ 11 h 11"/>
                <a:gd name="T2" fmla="*/ 0 w 21"/>
                <a:gd name="T3" fmla="*/ 6 h 11"/>
                <a:gd name="T4" fmla="*/ 10 w 21"/>
                <a:gd name="T5" fmla="*/ 0 h 11"/>
                <a:gd name="T6" fmla="*/ 21 w 21"/>
                <a:gd name="T7" fmla="*/ 6 h 11"/>
                <a:gd name="T8" fmla="*/ 11 w 21"/>
                <a:gd name="T9" fmla="*/ 11 h 11"/>
              </a:gdLst>
              <a:ahLst/>
              <a:cxnLst>
                <a:cxn ang="0">
                  <a:pos x="T0" y="T1"/>
                </a:cxn>
                <a:cxn ang="0">
                  <a:pos x="T2" y="T3"/>
                </a:cxn>
                <a:cxn ang="0">
                  <a:pos x="T4" y="T5"/>
                </a:cxn>
                <a:cxn ang="0">
                  <a:pos x="T6" y="T7"/>
                </a:cxn>
                <a:cxn ang="0">
                  <a:pos x="T8" y="T9"/>
                </a:cxn>
              </a:cxnLst>
              <a:rect l="0" t="0" r="r" b="b"/>
              <a:pathLst>
                <a:path w="21" h="11">
                  <a:moveTo>
                    <a:pt x="11" y="11"/>
                  </a:moveTo>
                  <a:cubicBezTo>
                    <a:pt x="6" y="11"/>
                    <a:pt x="1" y="9"/>
                    <a:pt x="0" y="6"/>
                  </a:cubicBezTo>
                  <a:cubicBezTo>
                    <a:pt x="0" y="3"/>
                    <a:pt x="4" y="0"/>
                    <a:pt x="10" y="0"/>
                  </a:cubicBezTo>
                  <a:cubicBezTo>
                    <a:pt x="15" y="0"/>
                    <a:pt x="20" y="3"/>
                    <a:pt x="21" y="6"/>
                  </a:cubicBezTo>
                  <a:cubicBezTo>
                    <a:pt x="21" y="9"/>
                    <a:pt x="17" y="11"/>
                    <a:pt x="11" y="11"/>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6" name="Freeform 542"/>
            <p:cNvSpPr>
              <a:spLocks noEditPoints="1"/>
            </p:cNvSpPr>
            <p:nvPr/>
          </p:nvSpPr>
          <p:spPr bwMode="auto">
            <a:xfrm>
              <a:off x="4435475" y="5140325"/>
              <a:ext cx="68263" cy="33338"/>
            </a:xfrm>
            <a:custGeom>
              <a:avLst/>
              <a:gdLst>
                <a:gd name="T0" fmla="*/ 11 w 24"/>
                <a:gd name="T1" fmla="*/ 1 h 12"/>
                <a:gd name="T2" fmla="*/ 21 w 24"/>
                <a:gd name="T3" fmla="*/ 6 h 12"/>
                <a:gd name="T4" fmla="*/ 12 w 24"/>
                <a:gd name="T5" fmla="*/ 11 h 12"/>
                <a:gd name="T6" fmla="*/ 2 w 24"/>
                <a:gd name="T7" fmla="*/ 6 h 12"/>
                <a:gd name="T8" fmla="*/ 11 w 24"/>
                <a:gd name="T9" fmla="*/ 1 h 12"/>
                <a:gd name="T10" fmla="*/ 11 w 24"/>
                <a:gd name="T11" fmla="*/ 0 h 12"/>
                <a:gd name="T12" fmla="*/ 0 w 24"/>
                <a:gd name="T13" fmla="*/ 6 h 12"/>
                <a:gd name="T14" fmla="*/ 12 w 24"/>
                <a:gd name="T15" fmla="*/ 12 h 12"/>
                <a:gd name="T16" fmla="*/ 23 w 24"/>
                <a:gd name="T17" fmla="*/ 6 h 12"/>
                <a:gd name="T18" fmla="*/ 11 w 24"/>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12">
                  <a:moveTo>
                    <a:pt x="11" y="1"/>
                  </a:moveTo>
                  <a:cubicBezTo>
                    <a:pt x="16" y="1"/>
                    <a:pt x="20" y="3"/>
                    <a:pt x="21" y="6"/>
                  </a:cubicBezTo>
                  <a:cubicBezTo>
                    <a:pt x="21" y="8"/>
                    <a:pt x="17" y="11"/>
                    <a:pt x="12" y="11"/>
                  </a:cubicBezTo>
                  <a:cubicBezTo>
                    <a:pt x="7" y="11"/>
                    <a:pt x="3" y="9"/>
                    <a:pt x="2" y="6"/>
                  </a:cubicBezTo>
                  <a:cubicBezTo>
                    <a:pt x="2" y="3"/>
                    <a:pt x="6" y="1"/>
                    <a:pt x="11" y="1"/>
                  </a:cubicBezTo>
                  <a:moveTo>
                    <a:pt x="11" y="0"/>
                  </a:moveTo>
                  <a:cubicBezTo>
                    <a:pt x="4" y="0"/>
                    <a:pt x="0" y="2"/>
                    <a:pt x="0" y="6"/>
                  </a:cubicBezTo>
                  <a:cubicBezTo>
                    <a:pt x="1" y="9"/>
                    <a:pt x="6" y="12"/>
                    <a:pt x="12" y="12"/>
                  </a:cubicBezTo>
                  <a:cubicBezTo>
                    <a:pt x="19" y="12"/>
                    <a:pt x="24" y="9"/>
                    <a:pt x="23" y="6"/>
                  </a:cubicBezTo>
                  <a:cubicBezTo>
                    <a:pt x="23" y="2"/>
                    <a:pt x="17" y="0"/>
                    <a:pt x="1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7" name="Freeform 543"/>
            <p:cNvSpPr>
              <a:spLocks/>
            </p:cNvSpPr>
            <p:nvPr/>
          </p:nvSpPr>
          <p:spPr bwMode="auto">
            <a:xfrm>
              <a:off x="4503738" y="5116513"/>
              <a:ext cx="106363" cy="57150"/>
            </a:xfrm>
            <a:custGeom>
              <a:avLst/>
              <a:gdLst>
                <a:gd name="T0" fmla="*/ 21 w 38"/>
                <a:gd name="T1" fmla="*/ 20 h 20"/>
                <a:gd name="T2" fmla="*/ 1 w 38"/>
                <a:gd name="T3" fmla="*/ 10 h 20"/>
                <a:gd name="T4" fmla="*/ 17 w 38"/>
                <a:gd name="T5" fmla="*/ 0 h 20"/>
                <a:gd name="T6" fmla="*/ 37 w 38"/>
                <a:gd name="T7" fmla="*/ 10 h 20"/>
                <a:gd name="T8" fmla="*/ 21 w 38"/>
                <a:gd name="T9" fmla="*/ 20 h 20"/>
              </a:gdLst>
              <a:ahLst/>
              <a:cxnLst>
                <a:cxn ang="0">
                  <a:pos x="T0" y="T1"/>
                </a:cxn>
                <a:cxn ang="0">
                  <a:pos x="T2" y="T3"/>
                </a:cxn>
                <a:cxn ang="0">
                  <a:pos x="T4" y="T5"/>
                </a:cxn>
                <a:cxn ang="0">
                  <a:pos x="T6" y="T7"/>
                </a:cxn>
                <a:cxn ang="0">
                  <a:pos x="T8" y="T9"/>
                </a:cxn>
              </a:cxnLst>
              <a:rect l="0" t="0" r="r" b="b"/>
              <a:pathLst>
                <a:path w="38" h="20">
                  <a:moveTo>
                    <a:pt x="21" y="20"/>
                  </a:moveTo>
                  <a:cubicBezTo>
                    <a:pt x="11" y="20"/>
                    <a:pt x="2" y="15"/>
                    <a:pt x="1" y="10"/>
                  </a:cubicBezTo>
                  <a:cubicBezTo>
                    <a:pt x="0" y="5"/>
                    <a:pt x="7" y="0"/>
                    <a:pt x="17" y="0"/>
                  </a:cubicBezTo>
                  <a:cubicBezTo>
                    <a:pt x="27" y="0"/>
                    <a:pt x="36" y="5"/>
                    <a:pt x="37" y="10"/>
                  </a:cubicBezTo>
                  <a:cubicBezTo>
                    <a:pt x="38" y="15"/>
                    <a:pt x="31" y="20"/>
                    <a:pt x="21" y="20"/>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8" name="Freeform 544"/>
            <p:cNvSpPr>
              <a:spLocks noEditPoints="1"/>
            </p:cNvSpPr>
            <p:nvPr/>
          </p:nvSpPr>
          <p:spPr bwMode="auto">
            <a:xfrm>
              <a:off x="4500563" y="5116513"/>
              <a:ext cx="111125" cy="57150"/>
            </a:xfrm>
            <a:custGeom>
              <a:avLst/>
              <a:gdLst>
                <a:gd name="T0" fmla="*/ 18 w 40"/>
                <a:gd name="T1" fmla="*/ 1 h 20"/>
                <a:gd name="T2" fmla="*/ 37 w 40"/>
                <a:gd name="T3" fmla="*/ 10 h 20"/>
                <a:gd name="T4" fmla="*/ 22 w 40"/>
                <a:gd name="T5" fmla="*/ 19 h 20"/>
                <a:gd name="T6" fmla="*/ 3 w 40"/>
                <a:gd name="T7" fmla="*/ 10 h 20"/>
                <a:gd name="T8" fmla="*/ 18 w 40"/>
                <a:gd name="T9" fmla="*/ 1 h 20"/>
                <a:gd name="T10" fmla="*/ 18 w 40"/>
                <a:gd name="T11" fmla="*/ 0 h 20"/>
                <a:gd name="T12" fmla="*/ 1 w 40"/>
                <a:gd name="T13" fmla="*/ 10 h 20"/>
                <a:gd name="T14" fmla="*/ 22 w 40"/>
                <a:gd name="T15" fmla="*/ 20 h 20"/>
                <a:gd name="T16" fmla="*/ 39 w 40"/>
                <a:gd name="T17" fmla="*/ 10 h 20"/>
                <a:gd name="T18" fmla="*/ 18 w 40"/>
                <a:gd name="T1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20">
                  <a:moveTo>
                    <a:pt x="18" y="1"/>
                  </a:moveTo>
                  <a:cubicBezTo>
                    <a:pt x="28" y="1"/>
                    <a:pt x="36" y="5"/>
                    <a:pt x="37" y="10"/>
                  </a:cubicBezTo>
                  <a:cubicBezTo>
                    <a:pt x="38" y="15"/>
                    <a:pt x="31" y="19"/>
                    <a:pt x="22" y="19"/>
                  </a:cubicBezTo>
                  <a:cubicBezTo>
                    <a:pt x="12" y="19"/>
                    <a:pt x="4" y="15"/>
                    <a:pt x="3" y="10"/>
                  </a:cubicBezTo>
                  <a:cubicBezTo>
                    <a:pt x="2" y="5"/>
                    <a:pt x="9" y="1"/>
                    <a:pt x="18" y="1"/>
                  </a:cubicBezTo>
                  <a:moveTo>
                    <a:pt x="18" y="0"/>
                  </a:moveTo>
                  <a:cubicBezTo>
                    <a:pt x="8" y="0"/>
                    <a:pt x="0" y="4"/>
                    <a:pt x="1" y="10"/>
                  </a:cubicBezTo>
                  <a:cubicBezTo>
                    <a:pt x="2" y="16"/>
                    <a:pt x="11" y="20"/>
                    <a:pt x="22" y="20"/>
                  </a:cubicBezTo>
                  <a:cubicBezTo>
                    <a:pt x="32" y="20"/>
                    <a:pt x="40" y="16"/>
                    <a:pt x="39" y="10"/>
                  </a:cubicBezTo>
                  <a:cubicBezTo>
                    <a:pt x="38" y="4"/>
                    <a:pt x="29" y="0"/>
                    <a:pt x="1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9" name="Freeform 545"/>
            <p:cNvSpPr>
              <a:spLocks/>
            </p:cNvSpPr>
            <p:nvPr/>
          </p:nvSpPr>
          <p:spPr bwMode="auto">
            <a:xfrm>
              <a:off x="4494213" y="5038725"/>
              <a:ext cx="141288" cy="73025"/>
            </a:xfrm>
            <a:custGeom>
              <a:avLst/>
              <a:gdLst>
                <a:gd name="T0" fmla="*/ 27 w 50"/>
                <a:gd name="T1" fmla="*/ 26 h 26"/>
                <a:gd name="T2" fmla="*/ 1 w 50"/>
                <a:gd name="T3" fmla="*/ 13 h 26"/>
                <a:gd name="T4" fmla="*/ 23 w 50"/>
                <a:gd name="T5" fmla="*/ 0 h 26"/>
                <a:gd name="T6" fmla="*/ 48 w 50"/>
                <a:gd name="T7" fmla="*/ 13 h 26"/>
                <a:gd name="T8" fmla="*/ 27 w 50"/>
                <a:gd name="T9" fmla="*/ 26 h 26"/>
              </a:gdLst>
              <a:ahLst/>
              <a:cxnLst>
                <a:cxn ang="0">
                  <a:pos x="T0" y="T1"/>
                </a:cxn>
                <a:cxn ang="0">
                  <a:pos x="T2" y="T3"/>
                </a:cxn>
                <a:cxn ang="0">
                  <a:pos x="T4" y="T5"/>
                </a:cxn>
                <a:cxn ang="0">
                  <a:pos x="T6" y="T7"/>
                </a:cxn>
                <a:cxn ang="0">
                  <a:pos x="T8" y="T9"/>
                </a:cxn>
              </a:cxnLst>
              <a:rect l="0" t="0" r="r" b="b"/>
              <a:pathLst>
                <a:path w="50" h="26">
                  <a:moveTo>
                    <a:pt x="27" y="26"/>
                  </a:moveTo>
                  <a:cubicBezTo>
                    <a:pt x="14" y="26"/>
                    <a:pt x="2" y="20"/>
                    <a:pt x="1" y="13"/>
                  </a:cubicBezTo>
                  <a:cubicBezTo>
                    <a:pt x="0" y="6"/>
                    <a:pt x="10" y="0"/>
                    <a:pt x="23" y="0"/>
                  </a:cubicBezTo>
                  <a:cubicBezTo>
                    <a:pt x="35" y="0"/>
                    <a:pt x="47" y="6"/>
                    <a:pt x="48" y="13"/>
                  </a:cubicBezTo>
                  <a:cubicBezTo>
                    <a:pt x="50" y="20"/>
                    <a:pt x="40" y="25"/>
                    <a:pt x="27" y="26"/>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0" name="Freeform 546"/>
            <p:cNvSpPr>
              <a:spLocks noEditPoints="1"/>
            </p:cNvSpPr>
            <p:nvPr/>
          </p:nvSpPr>
          <p:spPr bwMode="auto">
            <a:xfrm>
              <a:off x="4491038" y="5035550"/>
              <a:ext cx="146050" cy="76200"/>
            </a:xfrm>
            <a:custGeom>
              <a:avLst/>
              <a:gdLst>
                <a:gd name="T0" fmla="*/ 24 w 52"/>
                <a:gd name="T1" fmla="*/ 2 h 27"/>
                <a:gd name="T2" fmla="*/ 48 w 52"/>
                <a:gd name="T3" fmla="*/ 14 h 27"/>
                <a:gd name="T4" fmla="*/ 28 w 52"/>
                <a:gd name="T5" fmla="*/ 26 h 27"/>
                <a:gd name="T6" fmla="*/ 3 w 52"/>
                <a:gd name="T7" fmla="*/ 14 h 27"/>
                <a:gd name="T8" fmla="*/ 24 w 52"/>
                <a:gd name="T9" fmla="*/ 2 h 27"/>
                <a:gd name="T10" fmla="*/ 23 w 52"/>
                <a:gd name="T11" fmla="*/ 0 h 27"/>
                <a:gd name="T12" fmla="*/ 1 w 52"/>
                <a:gd name="T13" fmla="*/ 14 h 27"/>
                <a:gd name="T14" fmla="*/ 28 w 52"/>
                <a:gd name="T15" fmla="*/ 27 h 27"/>
                <a:gd name="T16" fmla="*/ 50 w 52"/>
                <a:gd name="T17" fmla="*/ 14 h 27"/>
                <a:gd name="T18" fmla="*/ 23 w 52"/>
                <a:gd name="T1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27">
                  <a:moveTo>
                    <a:pt x="24" y="2"/>
                  </a:moveTo>
                  <a:cubicBezTo>
                    <a:pt x="36" y="1"/>
                    <a:pt x="47" y="7"/>
                    <a:pt x="48" y="14"/>
                  </a:cubicBezTo>
                  <a:cubicBezTo>
                    <a:pt x="49" y="20"/>
                    <a:pt x="40" y="26"/>
                    <a:pt x="28" y="26"/>
                  </a:cubicBezTo>
                  <a:cubicBezTo>
                    <a:pt x="15" y="26"/>
                    <a:pt x="4" y="21"/>
                    <a:pt x="3" y="14"/>
                  </a:cubicBezTo>
                  <a:cubicBezTo>
                    <a:pt x="2" y="7"/>
                    <a:pt x="11" y="2"/>
                    <a:pt x="24" y="2"/>
                  </a:cubicBezTo>
                  <a:moveTo>
                    <a:pt x="23" y="0"/>
                  </a:moveTo>
                  <a:cubicBezTo>
                    <a:pt x="10" y="0"/>
                    <a:pt x="0" y="6"/>
                    <a:pt x="1" y="14"/>
                  </a:cubicBezTo>
                  <a:cubicBezTo>
                    <a:pt x="2" y="21"/>
                    <a:pt x="14" y="27"/>
                    <a:pt x="28" y="27"/>
                  </a:cubicBezTo>
                  <a:cubicBezTo>
                    <a:pt x="42" y="27"/>
                    <a:pt x="52" y="21"/>
                    <a:pt x="50" y="14"/>
                  </a:cubicBezTo>
                  <a:cubicBezTo>
                    <a:pt x="49" y="6"/>
                    <a:pt x="37" y="0"/>
                    <a:pt x="2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1" name="Freeform 547"/>
            <p:cNvSpPr>
              <a:spLocks/>
            </p:cNvSpPr>
            <p:nvPr/>
          </p:nvSpPr>
          <p:spPr bwMode="auto">
            <a:xfrm>
              <a:off x="4073525" y="5473700"/>
              <a:ext cx="109538" cy="52388"/>
            </a:xfrm>
            <a:custGeom>
              <a:avLst/>
              <a:gdLst>
                <a:gd name="T0" fmla="*/ 20 w 39"/>
                <a:gd name="T1" fmla="*/ 19 h 19"/>
                <a:gd name="T2" fmla="*/ 0 w 39"/>
                <a:gd name="T3" fmla="*/ 10 h 19"/>
                <a:gd name="T4" fmla="*/ 19 w 39"/>
                <a:gd name="T5" fmla="*/ 0 h 19"/>
                <a:gd name="T6" fmla="*/ 39 w 39"/>
                <a:gd name="T7" fmla="*/ 10 h 19"/>
                <a:gd name="T8" fmla="*/ 20 w 39"/>
                <a:gd name="T9" fmla="*/ 19 h 19"/>
              </a:gdLst>
              <a:ahLst/>
              <a:cxnLst>
                <a:cxn ang="0">
                  <a:pos x="T0" y="T1"/>
                </a:cxn>
                <a:cxn ang="0">
                  <a:pos x="T2" y="T3"/>
                </a:cxn>
                <a:cxn ang="0">
                  <a:pos x="T4" y="T5"/>
                </a:cxn>
                <a:cxn ang="0">
                  <a:pos x="T6" y="T7"/>
                </a:cxn>
                <a:cxn ang="0">
                  <a:pos x="T8" y="T9"/>
                </a:cxn>
              </a:cxnLst>
              <a:rect l="0" t="0" r="r" b="b"/>
              <a:pathLst>
                <a:path w="39" h="19">
                  <a:moveTo>
                    <a:pt x="20" y="19"/>
                  </a:moveTo>
                  <a:cubicBezTo>
                    <a:pt x="10" y="19"/>
                    <a:pt x="1" y="15"/>
                    <a:pt x="0" y="10"/>
                  </a:cubicBezTo>
                  <a:cubicBezTo>
                    <a:pt x="0" y="4"/>
                    <a:pt x="8" y="0"/>
                    <a:pt x="19" y="0"/>
                  </a:cubicBezTo>
                  <a:cubicBezTo>
                    <a:pt x="29" y="0"/>
                    <a:pt x="38" y="4"/>
                    <a:pt x="39" y="10"/>
                  </a:cubicBezTo>
                  <a:cubicBezTo>
                    <a:pt x="39" y="15"/>
                    <a:pt x="31" y="19"/>
                    <a:pt x="20" y="1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2" name="Freeform 548"/>
            <p:cNvSpPr>
              <a:spLocks noEditPoints="1"/>
            </p:cNvSpPr>
            <p:nvPr/>
          </p:nvSpPr>
          <p:spPr bwMode="auto">
            <a:xfrm>
              <a:off x="4071938" y="5470525"/>
              <a:ext cx="114300" cy="58738"/>
            </a:xfrm>
            <a:custGeom>
              <a:avLst/>
              <a:gdLst>
                <a:gd name="T0" fmla="*/ 20 w 41"/>
                <a:gd name="T1" fmla="*/ 1 h 21"/>
                <a:gd name="T2" fmla="*/ 39 w 41"/>
                <a:gd name="T3" fmla="*/ 11 h 21"/>
                <a:gd name="T4" fmla="*/ 21 w 41"/>
                <a:gd name="T5" fmla="*/ 20 h 21"/>
                <a:gd name="T6" fmla="*/ 2 w 41"/>
                <a:gd name="T7" fmla="*/ 11 h 21"/>
                <a:gd name="T8" fmla="*/ 20 w 41"/>
                <a:gd name="T9" fmla="*/ 1 h 21"/>
                <a:gd name="T10" fmla="*/ 20 w 41"/>
                <a:gd name="T11" fmla="*/ 0 h 21"/>
                <a:gd name="T12" fmla="*/ 0 w 41"/>
                <a:gd name="T13" fmla="*/ 11 h 21"/>
                <a:gd name="T14" fmla="*/ 21 w 41"/>
                <a:gd name="T15" fmla="*/ 21 h 21"/>
                <a:gd name="T16" fmla="*/ 41 w 41"/>
                <a:gd name="T17" fmla="*/ 11 h 21"/>
                <a:gd name="T18" fmla="*/ 20 w 41"/>
                <a:gd name="T1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21">
                  <a:moveTo>
                    <a:pt x="20" y="1"/>
                  </a:moveTo>
                  <a:cubicBezTo>
                    <a:pt x="30" y="1"/>
                    <a:pt x="38" y="5"/>
                    <a:pt x="39" y="11"/>
                  </a:cubicBezTo>
                  <a:cubicBezTo>
                    <a:pt x="39" y="16"/>
                    <a:pt x="31" y="20"/>
                    <a:pt x="21" y="20"/>
                  </a:cubicBezTo>
                  <a:cubicBezTo>
                    <a:pt x="11" y="20"/>
                    <a:pt x="3" y="16"/>
                    <a:pt x="2" y="11"/>
                  </a:cubicBezTo>
                  <a:cubicBezTo>
                    <a:pt x="2" y="6"/>
                    <a:pt x="10" y="1"/>
                    <a:pt x="20" y="1"/>
                  </a:cubicBezTo>
                  <a:moveTo>
                    <a:pt x="20" y="0"/>
                  </a:moveTo>
                  <a:cubicBezTo>
                    <a:pt x="8" y="0"/>
                    <a:pt x="0" y="5"/>
                    <a:pt x="0" y="11"/>
                  </a:cubicBezTo>
                  <a:cubicBezTo>
                    <a:pt x="0" y="16"/>
                    <a:pt x="10" y="21"/>
                    <a:pt x="21" y="21"/>
                  </a:cubicBezTo>
                  <a:cubicBezTo>
                    <a:pt x="33" y="21"/>
                    <a:pt x="41" y="16"/>
                    <a:pt x="41" y="11"/>
                  </a:cubicBezTo>
                  <a:cubicBezTo>
                    <a:pt x="40" y="5"/>
                    <a:pt x="31" y="0"/>
                    <a:pt x="2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3" name="Freeform 549"/>
            <p:cNvSpPr>
              <a:spLocks/>
            </p:cNvSpPr>
            <p:nvPr/>
          </p:nvSpPr>
          <p:spPr bwMode="auto">
            <a:xfrm>
              <a:off x="4273550" y="5437188"/>
              <a:ext cx="122238" cy="61913"/>
            </a:xfrm>
            <a:custGeom>
              <a:avLst/>
              <a:gdLst>
                <a:gd name="T0" fmla="*/ 23 w 44"/>
                <a:gd name="T1" fmla="*/ 22 h 22"/>
                <a:gd name="T2" fmla="*/ 1 w 44"/>
                <a:gd name="T3" fmla="*/ 11 h 22"/>
                <a:gd name="T4" fmla="*/ 21 w 44"/>
                <a:gd name="T5" fmla="*/ 0 h 22"/>
                <a:gd name="T6" fmla="*/ 43 w 44"/>
                <a:gd name="T7" fmla="*/ 11 h 22"/>
                <a:gd name="T8" fmla="*/ 23 w 44"/>
                <a:gd name="T9" fmla="*/ 22 h 22"/>
              </a:gdLst>
              <a:ahLst/>
              <a:cxnLst>
                <a:cxn ang="0">
                  <a:pos x="T0" y="T1"/>
                </a:cxn>
                <a:cxn ang="0">
                  <a:pos x="T2" y="T3"/>
                </a:cxn>
                <a:cxn ang="0">
                  <a:pos x="T4" y="T5"/>
                </a:cxn>
                <a:cxn ang="0">
                  <a:pos x="T6" y="T7"/>
                </a:cxn>
                <a:cxn ang="0">
                  <a:pos x="T8" y="T9"/>
                </a:cxn>
              </a:cxnLst>
              <a:rect l="0" t="0" r="r" b="b"/>
              <a:pathLst>
                <a:path w="44" h="22">
                  <a:moveTo>
                    <a:pt x="23" y="22"/>
                  </a:moveTo>
                  <a:cubicBezTo>
                    <a:pt x="11" y="22"/>
                    <a:pt x="1" y="17"/>
                    <a:pt x="1" y="11"/>
                  </a:cubicBezTo>
                  <a:cubicBezTo>
                    <a:pt x="0" y="5"/>
                    <a:pt x="9" y="0"/>
                    <a:pt x="21" y="0"/>
                  </a:cubicBezTo>
                  <a:cubicBezTo>
                    <a:pt x="32" y="0"/>
                    <a:pt x="42" y="5"/>
                    <a:pt x="43" y="11"/>
                  </a:cubicBezTo>
                  <a:cubicBezTo>
                    <a:pt x="44" y="17"/>
                    <a:pt x="35" y="22"/>
                    <a:pt x="23" y="22"/>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4" name="Freeform 550"/>
            <p:cNvSpPr>
              <a:spLocks noEditPoints="1"/>
            </p:cNvSpPr>
            <p:nvPr/>
          </p:nvSpPr>
          <p:spPr bwMode="auto">
            <a:xfrm>
              <a:off x="4270375" y="5434013"/>
              <a:ext cx="128588" cy="65088"/>
            </a:xfrm>
            <a:custGeom>
              <a:avLst/>
              <a:gdLst>
                <a:gd name="T0" fmla="*/ 22 w 46"/>
                <a:gd name="T1" fmla="*/ 2 h 23"/>
                <a:gd name="T2" fmla="*/ 43 w 46"/>
                <a:gd name="T3" fmla="*/ 12 h 23"/>
                <a:gd name="T4" fmla="*/ 24 w 46"/>
                <a:gd name="T5" fmla="*/ 22 h 23"/>
                <a:gd name="T6" fmla="*/ 3 w 46"/>
                <a:gd name="T7" fmla="*/ 12 h 23"/>
                <a:gd name="T8" fmla="*/ 22 w 46"/>
                <a:gd name="T9" fmla="*/ 2 h 23"/>
                <a:gd name="T10" fmla="*/ 22 w 46"/>
                <a:gd name="T11" fmla="*/ 0 h 23"/>
                <a:gd name="T12" fmla="*/ 1 w 46"/>
                <a:gd name="T13" fmla="*/ 12 h 23"/>
                <a:gd name="T14" fmla="*/ 24 w 46"/>
                <a:gd name="T15" fmla="*/ 23 h 23"/>
                <a:gd name="T16" fmla="*/ 45 w 46"/>
                <a:gd name="T17" fmla="*/ 12 h 23"/>
                <a:gd name="T18" fmla="*/ 22 w 46"/>
                <a:gd name="T1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23">
                  <a:moveTo>
                    <a:pt x="22" y="2"/>
                  </a:moveTo>
                  <a:cubicBezTo>
                    <a:pt x="33" y="2"/>
                    <a:pt x="42" y="6"/>
                    <a:pt x="43" y="12"/>
                  </a:cubicBezTo>
                  <a:cubicBezTo>
                    <a:pt x="44" y="17"/>
                    <a:pt x="35" y="22"/>
                    <a:pt x="24" y="22"/>
                  </a:cubicBezTo>
                  <a:cubicBezTo>
                    <a:pt x="13" y="22"/>
                    <a:pt x="3" y="17"/>
                    <a:pt x="3" y="12"/>
                  </a:cubicBezTo>
                  <a:cubicBezTo>
                    <a:pt x="2" y="6"/>
                    <a:pt x="11" y="2"/>
                    <a:pt x="22" y="2"/>
                  </a:cubicBezTo>
                  <a:moveTo>
                    <a:pt x="22" y="0"/>
                  </a:moveTo>
                  <a:cubicBezTo>
                    <a:pt x="9" y="1"/>
                    <a:pt x="0" y="6"/>
                    <a:pt x="1" y="12"/>
                  </a:cubicBezTo>
                  <a:cubicBezTo>
                    <a:pt x="1" y="18"/>
                    <a:pt x="12" y="23"/>
                    <a:pt x="24" y="23"/>
                  </a:cubicBezTo>
                  <a:cubicBezTo>
                    <a:pt x="37" y="23"/>
                    <a:pt x="46" y="18"/>
                    <a:pt x="45" y="12"/>
                  </a:cubicBezTo>
                  <a:cubicBezTo>
                    <a:pt x="45" y="5"/>
                    <a:pt x="34" y="0"/>
                    <a:pt x="2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5" name="Freeform 551"/>
            <p:cNvSpPr>
              <a:spLocks/>
            </p:cNvSpPr>
            <p:nvPr/>
          </p:nvSpPr>
          <p:spPr bwMode="auto">
            <a:xfrm>
              <a:off x="4467225" y="5499100"/>
              <a:ext cx="125413" cy="61913"/>
            </a:xfrm>
            <a:custGeom>
              <a:avLst/>
              <a:gdLst>
                <a:gd name="T0" fmla="*/ 24 w 45"/>
                <a:gd name="T1" fmla="*/ 22 h 22"/>
                <a:gd name="T2" fmla="*/ 0 w 45"/>
                <a:gd name="T3" fmla="*/ 11 h 22"/>
                <a:gd name="T4" fmla="*/ 20 w 45"/>
                <a:gd name="T5" fmla="*/ 0 h 22"/>
                <a:gd name="T6" fmla="*/ 44 w 45"/>
                <a:gd name="T7" fmla="*/ 11 h 22"/>
                <a:gd name="T8" fmla="*/ 24 w 45"/>
                <a:gd name="T9" fmla="*/ 22 h 22"/>
              </a:gdLst>
              <a:ahLst/>
              <a:cxnLst>
                <a:cxn ang="0">
                  <a:pos x="T0" y="T1"/>
                </a:cxn>
                <a:cxn ang="0">
                  <a:pos x="T2" y="T3"/>
                </a:cxn>
                <a:cxn ang="0">
                  <a:pos x="T4" y="T5"/>
                </a:cxn>
                <a:cxn ang="0">
                  <a:pos x="T6" y="T7"/>
                </a:cxn>
                <a:cxn ang="0">
                  <a:pos x="T8" y="T9"/>
                </a:cxn>
              </a:cxnLst>
              <a:rect l="0" t="0" r="r" b="b"/>
              <a:pathLst>
                <a:path w="45" h="22">
                  <a:moveTo>
                    <a:pt x="24" y="22"/>
                  </a:moveTo>
                  <a:cubicBezTo>
                    <a:pt x="12" y="22"/>
                    <a:pt x="1" y="17"/>
                    <a:pt x="0" y="11"/>
                  </a:cubicBezTo>
                  <a:cubicBezTo>
                    <a:pt x="0" y="5"/>
                    <a:pt x="8" y="0"/>
                    <a:pt x="20" y="0"/>
                  </a:cubicBezTo>
                  <a:cubicBezTo>
                    <a:pt x="32" y="0"/>
                    <a:pt x="43" y="5"/>
                    <a:pt x="44" y="11"/>
                  </a:cubicBezTo>
                  <a:cubicBezTo>
                    <a:pt x="45" y="17"/>
                    <a:pt x="36" y="22"/>
                    <a:pt x="24" y="22"/>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6" name="Freeform 552"/>
            <p:cNvSpPr>
              <a:spLocks noEditPoints="1"/>
            </p:cNvSpPr>
            <p:nvPr/>
          </p:nvSpPr>
          <p:spPr bwMode="auto">
            <a:xfrm>
              <a:off x="4460875" y="5495925"/>
              <a:ext cx="134938" cy="65088"/>
            </a:xfrm>
            <a:custGeom>
              <a:avLst/>
              <a:gdLst>
                <a:gd name="T0" fmla="*/ 22 w 48"/>
                <a:gd name="T1" fmla="*/ 1 h 23"/>
                <a:gd name="T2" fmla="*/ 44 w 48"/>
                <a:gd name="T3" fmla="*/ 12 h 23"/>
                <a:gd name="T4" fmla="*/ 26 w 48"/>
                <a:gd name="T5" fmla="*/ 22 h 23"/>
                <a:gd name="T6" fmla="*/ 4 w 48"/>
                <a:gd name="T7" fmla="*/ 12 h 23"/>
                <a:gd name="T8" fmla="*/ 22 w 48"/>
                <a:gd name="T9" fmla="*/ 1 h 23"/>
                <a:gd name="T10" fmla="*/ 22 w 48"/>
                <a:gd name="T11" fmla="*/ 0 h 23"/>
                <a:gd name="T12" fmla="*/ 1 w 48"/>
                <a:gd name="T13" fmla="*/ 12 h 23"/>
                <a:gd name="T14" fmla="*/ 26 w 48"/>
                <a:gd name="T15" fmla="*/ 23 h 23"/>
                <a:gd name="T16" fmla="*/ 47 w 48"/>
                <a:gd name="T17" fmla="*/ 12 h 23"/>
                <a:gd name="T18" fmla="*/ 22 w 48"/>
                <a:gd name="T1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23">
                  <a:moveTo>
                    <a:pt x="22" y="1"/>
                  </a:moveTo>
                  <a:cubicBezTo>
                    <a:pt x="34" y="1"/>
                    <a:pt x="43" y="6"/>
                    <a:pt x="44" y="12"/>
                  </a:cubicBezTo>
                  <a:cubicBezTo>
                    <a:pt x="45" y="17"/>
                    <a:pt x="37" y="22"/>
                    <a:pt x="26" y="22"/>
                  </a:cubicBezTo>
                  <a:cubicBezTo>
                    <a:pt x="14" y="22"/>
                    <a:pt x="4" y="17"/>
                    <a:pt x="4" y="12"/>
                  </a:cubicBezTo>
                  <a:cubicBezTo>
                    <a:pt x="3" y="6"/>
                    <a:pt x="11" y="1"/>
                    <a:pt x="22" y="1"/>
                  </a:cubicBezTo>
                  <a:moveTo>
                    <a:pt x="22" y="0"/>
                  </a:moveTo>
                  <a:cubicBezTo>
                    <a:pt x="10" y="0"/>
                    <a:pt x="0" y="5"/>
                    <a:pt x="1" y="12"/>
                  </a:cubicBezTo>
                  <a:cubicBezTo>
                    <a:pt x="2" y="18"/>
                    <a:pt x="13" y="23"/>
                    <a:pt x="26" y="23"/>
                  </a:cubicBezTo>
                  <a:cubicBezTo>
                    <a:pt x="38" y="23"/>
                    <a:pt x="48" y="18"/>
                    <a:pt x="47" y="12"/>
                  </a:cubicBezTo>
                  <a:cubicBezTo>
                    <a:pt x="46" y="5"/>
                    <a:pt x="35" y="0"/>
                    <a:pt x="2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7" name="Freeform 553"/>
            <p:cNvSpPr>
              <a:spLocks/>
            </p:cNvSpPr>
            <p:nvPr/>
          </p:nvSpPr>
          <p:spPr bwMode="auto">
            <a:xfrm>
              <a:off x="4046538" y="5254625"/>
              <a:ext cx="92075" cy="50800"/>
            </a:xfrm>
            <a:custGeom>
              <a:avLst/>
              <a:gdLst>
                <a:gd name="T0" fmla="*/ 17 w 33"/>
                <a:gd name="T1" fmla="*/ 17 h 18"/>
                <a:gd name="T2" fmla="*/ 0 w 33"/>
                <a:gd name="T3" fmla="*/ 9 h 18"/>
                <a:gd name="T4" fmla="*/ 16 w 33"/>
                <a:gd name="T5" fmla="*/ 0 h 18"/>
                <a:gd name="T6" fmla="*/ 33 w 33"/>
                <a:gd name="T7" fmla="*/ 9 h 18"/>
                <a:gd name="T8" fmla="*/ 17 w 33"/>
                <a:gd name="T9" fmla="*/ 17 h 18"/>
              </a:gdLst>
              <a:ahLst/>
              <a:cxnLst>
                <a:cxn ang="0">
                  <a:pos x="T0" y="T1"/>
                </a:cxn>
                <a:cxn ang="0">
                  <a:pos x="T2" y="T3"/>
                </a:cxn>
                <a:cxn ang="0">
                  <a:pos x="T4" y="T5"/>
                </a:cxn>
                <a:cxn ang="0">
                  <a:pos x="T6" y="T7"/>
                </a:cxn>
                <a:cxn ang="0">
                  <a:pos x="T8" y="T9"/>
                </a:cxn>
              </a:cxnLst>
              <a:rect l="0" t="0" r="r" b="b"/>
              <a:pathLst>
                <a:path w="33" h="18">
                  <a:moveTo>
                    <a:pt x="17" y="17"/>
                  </a:moveTo>
                  <a:cubicBezTo>
                    <a:pt x="8" y="18"/>
                    <a:pt x="0" y="14"/>
                    <a:pt x="0" y="9"/>
                  </a:cubicBezTo>
                  <a:cubicBezTo>
                    <a:pt x="0" y="4"/>
                    <a:pt x="7" y="0"/>
                    <a:pt x="16" y="0"/>
                  </a:cubicBezTo>
                  <a:cubicBezTo>
                    <a:pt x="25" y="0"/>
                    <a:pt x="32" y="4"/>
                    <a:pt x="33" y="9"/>
                  </a:cubicBezTo>
                  <a:cubicBezTo>
                    <a:pt x="33" y="14"/>
                    <a:pt x="26" y="17"/>
                    <a:pt x="17" y="1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8" name="Freeform 554"/>
            <p:cNvSpPr>
              <a:spLocks noEditPoints="1"/>
            </p:cNvSpPr>
            <p:nvPr/>
          </p:nvSpPr>
          <p:spPr bwMode="auto">
            <a:xfrm>
              <a:off x="4040188" y="5254625"/>
              <a:ext cx="101600" cy="50800"/>
            </a:xfrm>
            <a:custGeom>
              <a:avLst/>
              <a:gdLst>
                <a:gd name="T0" fmla="*/ 18 w 36"/>
                <a:gd name="T1" fmla="*/ 1 h 18"/>
                <a:gd name="T2" fmla="*/ 34 w 36"/>
                <a:gd name="T3" fmla="*/ 9 h 18"/>
                <a:gd name="T4" fmla="*/ 19 w 36"/>
                <a:gd name="T5" fmla="*/ 17 h 18"/>
                <a:gd name="T6" fmla="*/ 3 w 36"/>
                <a:gd name="T7" fmla="*/ 9 h 18"/>
                <a:gd name="T8" fmla="*/ 18 w 36"/>
                <a:gd name="T9" fmla="*/ 1 h 18"/>
                <a:gd name="T10" fmla="*/ 18 w 36"/>
                <a:gd name="T11" fmla="*/ 0 h 18"/>
                <a:gd name="T12" fmla="*/ 1 w 36"/>
                <a:gd name="T13" fmla="*/ 9 h 18"/>
                <a:gd name="T14" fmla="*/ 19 w 36"/>
                <a:gd name="T15" fmla="*/ 18 h 18"/>
                <a:gd name="T16" fmla="*/ 36 w 36"/>
                <a:gd name="T17" fmla="*/ 9 h 18"/>
                <a:gd name="T18" fmla="*/ 18 w 36"/>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18">
                  <a:moveTo>
                    <a:pt x="18" y="1"/>
                  </a:moveTo>
                  <a:cubicBezTo>
                    <a:pt x="26" y="1"/>
                    <a:pt x="33" y="5"/>
                    <a:pt x="34" y="9"/>
                  </a:cubicBezTo>
                  <a:cubicBezTo>
                    <a:pt x="34" y="13"/>
                    <a:pt x="27" y="17"/>
                    <a:pt x="19" y="17"/>
                  </a:cubicBezTo>
                  <a:cubicBezTo>
                    <a:pt x="10" y="17"/>
                    <a:pt x="3" y="13"/>
                    <a:pt x="3" y="9"/>
                  </a:cubicBezTo>
                  <a:cubicBezTo>
                    <a:pt x="3" y="5"/>
                    <a:pt x="9" y="1"/>
                    <a:pt x="18" y="1"/>
                  </a:cubicBezTo>
                  <a:moveTo>
                    <a:pt x="18" y="0"/>
                  </a:moveTo>
                  <a:cubicBezTo>
                    <a:pt x="8" y="0"/>
                    <a:pt x="0" y="4"/>
                    <a:pt x="1" y="9"/>
                  </a:cubicBezTo>
                  <a:cubicBezTo>
                    <a:pt x="1" y="14"/>
                    <a:pt x="9" y="18"/>
                    <a:pt x="19" y="18"/>
                  </a:cubicBezTo>
                  <a:cubicBezTo>
                    <a:pt x="29" y="18"/>
                    <a:pt x="36" y="14"/>
                    <a:pt x="36" y="9"/>
                  </a:cubicBezTo>
                  <a:cubicBezTo>
                    <a:pt x="35" y="4"/>
                    <a:pt x="27" y="0"/>
                    <a:pt x="1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9" name="Freeform 555"/>
            <p:cNvSpPr>
              <a:spLocks/>
            </p:cNvSpPr>
            <p:nvPr/>
          </p:nvSpPr>
          <p:spPr bwMode="auto">
            <a:xfrm>
              <a:off x="3165475" y="5316538"/>
              <a:ext cx="98425" cy="47625"/>
            </a:xfrm>
            <a:custGeom>
              <a:avLst/>
              <a:gdLst>
                <a:gd name="T0" fmla="*/ 17 w 35"/>
                <a:gd name="T1" fmla="*/ 17 h 17"/>
                <a:gd name="T2" fmla="*/ 1 w 35"/>
                <a:gd name="T3" fmla="*/ 8 h 17"/>
                <a:gd name="T4" fmla="*/ 18 w 35"/>
                <a:gd name="T5" fmla="*/ 0 h 17"/>
                <a:gd name="T6" fmla="*/ 34 w 35"/>
                <a:gd name="T7" fmla="*/ 8 h 17"/>
                <a:gd name="T8" fmla="*/ 17 w 35"/>
                <a:gd name="T9" fmla="*/ 17 h 17"/>
              </a:gdLst>
              <a:ahLst/>
              <a:cxnLst>
                <a:cxn ang="0">
                  <a:pos x="T0" y="T1"/>
                </a:cxn>
                <a:cxn ang="0">
                  <a:pos x="T2" y="T3"/>
                </a:cxn>
                <a:cxn ang="0">
                  <a:pos x="T4" y="T5"/>
                </a:cxn>
                <a:cxn ang="0">
                  <a:pos x="T6" y="T7"/>
                </a:cxn>
                <a:cxn ang="0">
                  <a:pos x="T8" y="T9"/>
                </a:cxn>
              </a:cxnLst>
              <a:rect l="0" t="0" r="r" b="b"/>
              <a:pathLst>
                <a:path w="35" h="17">
                  <a:moveTo>
                    <a:pt x="17" y="17"/>
                  </a:moveTo>
                  <a:cubicBezTo>
                    <a:pt x="7" y="17"/>
                    <a:pt x="0" y="13"/>
                    <a:pt x="1" y="8"/>
                  </a:cubicBezTo>
                  <a:cubicBezTo>
                    <a:pt x="1" y="4"/>
                    <a:pt x="9" y="0"/>
                    <a:pt x="18" y="0"/>
                  </a:cubicBezTo>
                  <a:cubicBezTo>
                    <a:pt x="28" y="0"/>
                    <a:pt x="35" y="3"/>
                    <a:pt x="34" y="8"/>
                  </a:cubicBezTo>
                  <a:cubicBezTo>
                    <a:pt x="34" y="13"/>
                    <a:pt x="26" y="17"/>
                    <a:pt x="17" y="1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0" name="Freeform 556"/>
            <p:cNvSpPr>
              <a:spLocks noEditPoints="1"/>
            </p:cNvSpPr>
            <p:nvPr/>
          </p:nvSpPr>
          <p:spPr bwMode="auto">
            <a:xfrm>
              <a:off x="3162300" y="5313363"/>
              <a:ext cx="104775" cy="50800"/>
            </a:xfrm>
            <a:custGeom>
              <a:avLst/>
              <a:gdLst>
                <a:gd name="T0" fmla="*/ 19 w 37"/>
                <a:gd name="T1" fmla="*/ 1 h 18"/>
                <a:gd name="T2" fmla="*/ 34 w 37"/>
                <a:gd name="T3" fmla="*/ 9 h 18"/>
                <a:gd name="T4" fmla="*/ 18 w 37"/>
                <a:gd name="T5" fmla="*/ 17 h 18"/>
                <a:gd name="T6" fmla="*/ 3 w 37"/>
                <a:gd name="T7" fmla="*/ 9 h 18"/>
                <a:gd name="T8" fmla="*/ 19 w 37"/>
                <a:gd name="T9" fmla="*/ 1 h 18"/>
                <a:gd name="T10" fmla="*/ 20 w 37"/>
                <a:gd name="T11" fmla="*/ 0 h 18"/>
                <a:gd name="T12" fmla="*/ 1 w 37"/>
                <a:gd name="T13" fmla="*/ 9 h 18"/>
                <a:gd name="T14" fmla="*/ 17 w 37"/>
                <a:gd name="T15" fmla="*/ 18 h 18"/>
                <a:gd name="T16" fmla="*/ 36 w 37"/>
                <a:gd name="T17" fmla="*/ 9 h 18"/>
                <a:gd name="T18" fmla="*/ 20 w 37"/>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18">
                  <a:moveTo>
                    <a:pt x="19" y="1"/>
                  </a:moveTo>
                  <a:cubicBezTo>
                    <a:pt x="28" y="1"/>
                    <a:pt x="35" y="5"/>
                    <a:pt x="34" y="9"/>
                  </a:cubicBezTo>
                  <a:cubicBezTo>
                    <a:pt x="34" y="13"/>
                    <a:pt x="26" y="17"/>
                    <a:pt x="18" y="17"/>
                  </a:cubicBezTo>
                  <a:cubicBezTo>
                    <a:pt x="9" y="17"/>
                    <a:pt x="2" y="14"/>
                    <a:pt x="3" y="9"/>
                  </a:cubicBezTo>
                  <a:cubicBezTo>
                    <a:pt x="3" y="5"/>
                    <a:pt x="11" y="1"/>
                    <a:pt x="19" y="1"/>
                  </a:cubicBezTo>
                  <a:moveTo>
                    <a:pt x="20" y="0"/>
                  </a:moveTo>
                  <a:cubicBezTo>
                    <a:pt x="10" y="0"/>
                    <a:pt x="1" y="4"/>
                    <a:pt x="1" y="9"/>
                  </a:cubicBezTo>
                  <a:cubicBezTo>
                    <a:pt x="0" y="14"/>
                    <a:pt x="8" y="18"/>
                    <a:pt x="17" y="18"/>
                  </a:cubicBezTo>
                  <a:cubicBezTo>
                    <a:pt x="27" y="18"/>
                    <a:pt x="36" y="14"/>
                    <a:pt x="36" y="9"/>
                  </a:cubicBezTo>
                  <a:cubicBezTo>
                    <a:pt x="37" y="4"/>
                    <a:pt x="29" y="0"/>
                    <a:pt x="2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1" name="Freeform 557"/>
            <p:cNvSpPr>
              <a:spLocks/>
            </p:cNvSpPr>
            <p:nvPr/>
          </p:nvSpPr>
          <p:spPr bwMode="auto">
            <a:xfrm>
              <a:off x="3808413" y="5260975"/>
              <a:ext cx="92075" cy="47625"/>
            </a:xfrm>
            <a:custGeom>
              <a:avLst/>
              <a:gdLst>
                <a:gd name="T0" fmla="*/ 16 w 33"/>
                <a:gd name="T1" fmla="*/ 17 h 17"/>
                <a:gd name="T2" fmla="*/ 0 w 33"/>
                <a:gd name="T3" fmla="*/ 8 h 17"/>
                <a:gd name="T4" fmla="*/ 16 w 33"/>
                <a:gd name="T5" fmla="*/ 0 h 17"/>
                <a:gd name="T6" fmla="*/ 33 w 33"/>
                <a:gd name="T7" fmla="*/ 8 h 17"/>
                <a:gd name="T8" fmla="*/ 16 w 33"/>
                <a:gd name="T9" fmla="*/ 17 h 17"/>
              </a:gdLst>
              <a:ahLst/>
              <a:cxnLst>
                <a:cxn ang="0">
                  <a:pos x="T0" y="T1"/>
                </a:cxn>
                <a:cxn ang="0">
                  <a:pos x="T2" y="T3"/>
                </a:cxn>
                <a:cxn ang="0">
                  <a:pos x="T4" y="T5"/>
                </a:cxn>
                <a:cxn ang="0">
                  <a:pos x="T6" y="T7"/>
                </a:cxn>
                <a:cxn ang="0">
                  <a:pos x="T8" y="T9"/>
                </a:cxn>
              </a:cxnLst>
              <a:rect l="0" t="0" r="r" b="b"/>
              <a:pathLst>
                <a:path w="33" h="17">
                  <a:moveTo>
                    <a:pt x="16" y="17"/>
                  </a:moveTo>
                  <a:cubicBezTo>
                    <a:pt x="7" y="17"/>
                    <a:pt x="0" y="13"/>
                    <a:pt x="0" y="8"/>
                  </a:cubicBezTo>
                  <a:cubicBezTo>
                    <a:pt x="0" y="4"/>
                    <a:pt x="7" y="0"/>
                    <a:pt x="16" y="0"/>
                  </a:cubicBezTo>
                  <a:cubicBezTo>
                    <a:pt x="25" y="0"/>
                    <a:pt x="33" y="3"/>
                    <a:pt x="33" y="8"/>
                  </a:cubicBezTo>
                  <a:cubicBezTo>
                    <a:pt x="33" y="13"/>
                    <a:pt x="26" y="17"/>
                    <a:pt x="16" y="1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2" name="Freeform 558"/>
            <p:cNvSpPr>
              <a:spLocks noEditPoints="1"/>
            </p:cNvSpPr>
            <p:nvPr/>
          </p:nvSpPr>
          <p:spPr bwMode="auto">
            <a:xfrm>
              <a:off x="3805238" y="5257800"/>
              <a:ext cx="98425" cy="50800"/>
            </a:xfrm>
            <a:custGeom>
              <a:avLst/>
              <a:gdLst>
                <a:gd name="T0" fmla="*/ 17 w 35"/>
                <a:gd name="T1" fmla="*/ 1 h 18"/>
                <a:gd name="T2" fmla="*/ 33 w 35"/>
                <a:gd name="T3" fmla="*/ 9 h 18"/>
                <a:gd name="T4" fmla="*/ 17 w 35"/>
                <a:gd name="T5" fmla="*/ 17 h 18"/>
                <a:gd name="T6" fmla="*/ 2 w 35"/>
                <a:gd name="T7" fmla="*/ 9 h 18"/>
                <a:gd name="T8" fmla="*/ 17 w 35"/>
                <a:gd name="T9" fmla="*/ 1 h 18"/>
                <a:gd name="T10" fmla="*/ 17 w 35"/>
                <a:gd name="T11" fmla="*/ 0 h 18"/>
                <a:gd name="T12" fmla="*/ 0 w 35"/>
                <a:gd name="T13" fmla="*/ 9 h 18"/>
                <a:gd name="T14" fmla="*/ 17 w 35"/>
                <a:gd name="T15" fmla="*/ 18 h 18"/>
                <a:gd name="T16" fmla="*/ 35 w 35"/>
                <a:gd name="T17" fmla="*/ 9 h 18"/>
                <a:gd name="T18" fmla="*/ 17 w 35"/>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18">
                  <a:moveTo>
                    <a:pt x="17" y="1"/>
                  </a:moveTo>
                  <a:cubicBezTo>
                    <a:pt x="25" y="1"/>
                    <a:pt x="32" y="5"/>
                    <a:pt x="33" y="9"/>
                  </a:cubicBezTo>
                  <a:cubicBezTo>
                    <a:pt x="33" y="13"/>
                    <a:pt x="26" y="17"/>
                    <a:pt x="17" y="17"/>
                  </a:cubicBezTo>
                  <a:cubicBezTo>
                    <a:pt x="9" y="17"/>
                    <a:pt x="2" y="14"/>
                    <a:pt x="2" y="9"/>
                  </a:cubicBezTo>
                  <a:cubicBezTo>
                    <a:pt x="2" y="5"/>
                    <a:pt x="9" y="1"/>
                    <a:pt x="17" y="1"/>
                  </a:cubicBezTo>
                  <a:moveTo>
                    <a:pt x="17" y="0"/>
                  </a:moveTo>
                  <a:cubicBezTo>
                    <a:pt x="7" y="0"/>
                    <a:pt x="0" y="4"/>
                    <a:pt x="0" y="9"/>
                  </a:cubicBezTo>
                  <a:cubicBezTo>
                    <a:pt x="0" y="14"/>
                    <a:pt x="8" y="18"/>
                    <a:pt x="17" y="18"/>
                  </a:cubicBezTo>
                  <a:cubicBezTo>
                    <a:pt x="27" y="18"/>
                    <a:pt x="35" y="14"/>
                    <a:pt x="35" y="9"/>
                  </a:cubicBezTo>
                  <a:cubicBezTo>
                    <a:pt x="35" y="4"/>
                    <a:pt x="27" y="0"/>
                    <a:pt x="1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3" name="Freeform 559"/>
            <p:cNvSpPr>
              <a:spLocks/>
            </p:cNvSpPr>
            <p:nvPr/>
          </p:nvSpPr>
          <p:spPr bwMode="auto">
            <a:xfrm>
              <a:off x="4556125" y="5178425"/>
              <a:ext cx="98425" cy="47625"/>
            </a:xfrm>
            <a:custGeom>
              <a:avLst/>
              <a:gdLst>
                <a:gd name="T0" fmla="*/ 19 w 35"/>
                <a:gd name="T1" fmla="*/ 17 h 17"/>
                <a:gd name="T2" fmla="*/ 1 w 35"/>
                <a:gd name="T3" fmla="*/ 8 h 17"/>
                <a:gd name="T4" fmla="*/ 16 w 35"/>
                <a:gd name="T5" fmla="*/ 0 h 17"/>
                <a:gd name="T6" fmla="*/ 34 w 35"/>
                <a:gd name="T7" fmla="*/ 8 h 17"/>
                <a:gd name="T8" fmla="*/ 19 w 35"/>
                <a:gd name="T9" fmla="*/ 17 h 17"/>
              </a:gdLst>
              <a:ahLst/>
              <a:cxnLst>
                <a:cxn ang="0">
                  <a:pos x="T0" y="T1"/>
                </a:cxn>
                <a:cxn ang="0">
                  <a:pos x="T2" y="T3"/>
                </a:cxn>
                <a:cxn ang="0">
                  <a:pos x="T4" y="T5"/>
                </a:cxn>
                <a:cxn ang="0">
                  <a:pos x="T6" y="T7"/>
                </a:cxn>
                <a:cxn ang="0">
                  <a:pos x="T8" y="T9"/>
                </a:cxn>
              </a:cxnLst>
              <a:rect l="0" t="0" r="r" b="b"/>
              <a:pathLst>
                <a:path w="35" h="17">
                  <a:moveTo>
                    <a:pt x="19" y="17"/>
                  </a:moveTo>
                  <a:cubicBezTo>
                    <a:pt x="10" y="17"/>
                    <a:pt x="2" y="13"/>
                    <a:pt x="1" y="8"/>
                  </a:cubicBezTo>
                  <a:cubicBezTo>
                    <a:pt x="0" y="3"/>
                    <a:pt x="7" y="0"/>
                    <a:pt x="16" y="0"/>
                  </a:cubicBezTo>
                  <a:cubicBezTo>
                    <a:pt x="25" y="0"/>
                    <a:pt x="33" y="3"/>
                    <a:pt x="34" y="8"/>
                  </a:cubicBezTo>
                  <a:cubicBezTo>
                    <a:pt x="35" y="13"/>
                    <a:pt x="28" y="17"/>
                    <a:pt x="19" y="1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4" name="Freeform 560"/>
            <p:cNvSpPr>
              <a:spLocks noEditPoints="1"/>
            </p:cNvSpPr>
            <p:nvPr/>
          </p:nvSpPr>
          <p:spPr bwMode="auto">
            <a:xfrm>
              <a:off x="4552950" y="5176838"/>
              <a:ext cx="104775" cy="49213"/>
            </a:xfrm>
            <a:custGeom>
              <a:avLst/>
              <a:gdLst>
                <a:gd name="T0" fmla="*/ 17 w 37"/>
                <a:gd name="T1" fmla="*/ 1 h 18"/>
                <a:gd name="T2" fmla="*/ 34 w 37"/>
                <a:gd name="T3" fmla="*/ 9 h 18"/>
                <a:gd name="T4" fmla="*/ 20 w 37"/>
                <a:gd name="T5" fmla="*/ 17 h 18"/>
                <a:gd name="T6" fmla="*/ 3 w 37"/>
                <a:gd name="T7" fmla="*/ 9 h 18"/>
                <a:gd name="T8" fmla="*/ 17 w 37"/>
                <a:gd name="T9" fmla="*/ 1 h 18"/>
                <a:gd name="T10" fmla="*/ 17 w 37"/>
                <a:gd name="T11" fmla="*/ 0 h 18"/>
                <a:gd name="T12" fmla="*/ 1 w 37"/>
                <a:gd name="T13" fmla="*/ 9 h 18"/>
                <a:gd name="T14" fmla="*/ 20 w 37"/>
                <a:gd name="T15" fmla="*/ 18 h 18"/>
                <a:gd name="T16" fmla="*/ 36 w 37"/>
                <a:gd name="T17" fmla="*/ 9 h 18"/>
                <a:gd name="T18" fmla="*/ 17 w 37"/>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18">
                  <a:moveTo>
                    <a:pt x="17" y="1"/>
                  </a:moveTo>
                  <a:cubicBezTo>
                    <a:pt x="25" y="1"/>
                    <a:pt x="33" y="5"/>
                    <a:pt x="34" y="9"/>
                  </a:cubicBezTo>
                  <a:cubicBezTo>
                    <a:pt x="35" y="13"/>
                    <a:pt x="28" y="17"/>
                    <a:pt x="20" y="17"/>
                  </a:cubicBezTo>
                  <a:cubicBezTo>
                    <a:pt x="11" y="17"/>
                    <a:pt x="4" y="14"/>
                    <a:pt x="3" y="9"/>
                  </a:cubicBezTo>
                  <a:cubicBezTo>
                    <a:pt x="2" y="5"/>
                    <a:pt x="9" y="1"/>
                    <a:pt x="17" y="1"/>
                  </a:cubicBezTo>
                  <a:moveTo>
                    <a:pt x="17" y="0"/>
                  </a:moveTo>
                  <a:cubicBezTo>
                    <a:pt x="7" y="0"/>
                    <a:pt x="0" y="4"/>
                    <a:pt x="1" y="9"/>
                  </a:cubicBezTo>
                  <a:cubicBezTo>
                    <a:pt x="2" y="14"/>
                    <a:pt x="10" y="18"/>
                    <a:pt x="20" y="18"/>
                  </a:cubicBezTo>
                  <a:cubicBezTo>
                    <a:pt x="30" y="18"/>
                    <a:pt x="37" y="14"/>
                    <a:pt x="36" y="9"/>
                  </a:cubicBezTo>
                  <a:cubicBezTo>
                    <a:pt x="35" y="4"/>
                    <a:pt x="26" y="0"/>
                    <a:pt x="1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5" name="Freeform 561"/>
            <p:cNvSpPr>
              <a:spLocks/>
            </p:cNvSpPr>
            <p:nvPr/>
          </p:nvSpPr>
          <p:spPr bwMode="auto">
            <a:xfrm>
              <a:off x="4864100" y="5273675"/>
              <a:ext cx="101600" cy="47625"/>
            </a:xfrm>
            <a:custGeom>
              <a:avLst/>
              <a:gdLst>
                <a:gd name="T0" fmla="*/ 20 w 36"/>
                <a:gd name="T1" fmla="*/ 17 h 17"/>
                <a:gd name="T2" fmla="*/ 1 w 36"/>
                <a:gd name="T3" fmla="*/ 8 h 17"/>
                <a:gd name="T4" fmla="*/ 16 w 36"/>
                <a:gd name="T5" fmla="*/ 0 h 17"/>
                <a:gd name="T6" fmla="*/ 35 w 36"/>
                <a:gd name="T7" fmla="*/ 8 h 17"/>
                <a:gd name="T8" fmla="*/ 20 w 36"/>
                <a:gd name="T9" fmla="*/ 17 h 17"/>
              </a:gdLst>
              <a:ahLst/>
              <a:cxnLst>
                <a:cxn ang="0">
                  <a:pos x="T0" y="T1"/>
                </a:cxn>
                <a:cxn ang="0">
                  <a:pos x="T2" y="T3"/>
                </a:cxn>
                <a:cxn ang="0">
                  <a:pos x="T4" y="T5"/>
                </a:cxn>
                <a:cxn ang="0">
                  <a:pos x="T6" y="T7"/>
                </a:cxn>
                <a:cxn ang="0">
                  <a:pos x="T8" y="T9"/>
                </a:cxn>
              </a:cxnLst>
              <a:rect l="0" t="0" r="r" b="b"/>
              <a:pathLst>
                <a:path w="36" h="17">
                  <a:moveTo>
                    <a:pt x="20" y="17"/>
                  </a:moveTo>
                  <a:cubicBezTo>
                    <a:pt x="11" y="17"/>
                    <a:pt x="3" y="13"/>
                    <a:pt x="1" y="8"/>
                  </a:cubicBezTo>
                  <a:cubicBezTo>
                    <a:pt x="0" y="4"/>
                    <a:pt x="7" y="0"/>
                    <a:pt x="16" y="0"/>
                  </a:cubicBezTo>
                  <a:cubicBezTo>
                    <a:pt x="26" y="0"/>
                    <a:pt x="34" y="3"/>
                    <a:pt x="35" y="8"/>
                  </a:cubicBezTo>
                  <a:cubicBezTo>
                    <a:pt x="36" y="13"/>
                    <a:pt x="30" y="17"/>
                    <a:pt x="20" y="1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6" name="Freeform 562"/>
            <p:cNvSpPr>
              <a:spLocks noEditPoints="1"/>
            </p:cNvSpPr>
            <p:nvPr/>
          </p:nvSpPr>
          <p:spPr bwMode="auto">
            <a:xfrm>
              <a:off x="4862513" y="5272088"/>
              <a:ext cx="107950" cy="49213"/>
            </a:xfrm>
            <a:custGeom>
              <a:avLst/>
              <a:gdLst>
                <a:gd name="T0" fmla="*/ 17 w 39"/>
                <a:gd name="T1" fmla="*/ 1 h 18"/>
                <a:gd name="T2" fmla="*/ 35 w 39"/>
                <a:gd name="T3" fmla="*/ 9 h 18"/>
                <a:gd name="T4" fmla="*/ 21 w 39"/>
                <a:gd name="T5" fmla="*/ 17 h 18"/>
                <a:gd name="T6" fmla="*/ 4 w 39"/>
                <a:gd name="T7" fmla="*/ 9 h 18"/>
                <a:gd name="T8" fmla="*/ 17 w 39"/>
                <a:gd name="T9" fmla="*/ 1 h 18"/>
                <a:gd name="T10" fmla="*/ 17 w 39"/>
                <a:gd name="T11" fmla="*/ 0 h 18"/>
                <a:gd name="T12" fmla="*/ 1 w 39"/>
                <a:gd name="T13" fmla="*/ 9 h 18"/>
                <a:gd name="T14" fmla="*/ 22 w 39"/>
                <a:gd name="T15" fmla="*/ 18 h 18"/>
                <a:gd name="T16" fmla="*/ 37 w 39"/>
                <a:gd name="T17" fmla="*/ 9 h 18"/>
                <a:gd name="T18" fmla="*/ 17 w 39"/>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18">
                  <a:moveTo>
                    <a:pt x="17" y="1"/>
                  </a:moveTo>
                  <a:cubicBezTo>
                    <a:pt x="26" y="1"/>
                    <a:pt x="34" y="5"/>
                    <a:pt x="35" y="9"/>
                  </a:cubicBezTo>
                  <a:cubicBezTo>
                    <a:pt x="36" y="14"/>
                    <a:pt x="30" y="17"/>
                    <a:pt x="21" y="17"/>
                  </a:cubicBezTo>
                  <a:cubicBezTo>
                    <a:pt x="13" y="17"/>
                    <a:pt x="5" y="14"/>
                    <a:pt x="4" y="9"/>
                  </a:cubicBezTo>
                  <a:cubicBezTo>
                    <a:pt x="3" y="5"/>
                    <a:pt x="9" y="1"/>
                    <a:pt x="17" y="1"/>
                  </a:cubicBezTo>
                  <a:moveTo>
                    <a:pt x="17" y="0"/>
                  </a:moveTo>
                  <a:cubicBezTo>
                    <a:pt x="7" y="0"/>
                    <a:pt x="0" y="4"/>
                    <a:pt x="1" y="9"/>
                  </a:cubicBezTo>
                  <a:cubicBezTo>
                    <a:pt x="2" y="14"/>
                    <a:pt x="12" y="18"/>
                    <a:pt x="22" y="18"/>
                  </a:cubicBezTo>
                  <a:cubicBezTo>
                    <a:pt x="32" y="18"/>
                    <a:pt x="39" y="14"/>
                    <a:pt x="37" y="9"/>
                  </a:cubicBezTo>
                  <a:cubicBezTo>
                    <a:pt x="36" y="4"/>
                    <a:pt x="27" y="0"/>
                    <a:pt x="1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7" name="Freeform 563"/>
            <p:cNvSpPr>
              <a:spLocks/>
            </p:cNvSpPr>
            <p:nvPr/>
          </p:nvSpPr>
          <p:spPr bwMode="auto">
            <a:xfrm>
              <a:off x="4957763" y="5243513"/>
              <a:ext cx="103188" cy="47625"/>
            </a:xfrm>
            <a:custGeom>
              <a:avLst/>
              <a:gdLst>
                <a:gd name="T0" fmla="*/ 21 w 37"/>
                <a:gd name="T1" fmla="*/ 17 h 17"/>
                <a:gd name="T2" fmla="*/ 2 w 37"/>
                <a:gd name="T3" fmla="*/ 8 h 17"/>
                <a:gd name="T4" fmla="*/ 16 w 37"/>
                <a:gd name="T5" fmla="*/ 0 h 17"/>
                <a:gd name="T6" fmla="*/ 35 w 37"/>
                <a:gd name="T7" fmla="*/ 8 h 17"/>
                <a:gd name="T8" fmla="*/ 21 w 37"/>
                <a:gd name="T9" fmla="*/ 17 h 17"/>
              </a:gdLst>
              <a:ahLst/>
              <a:cxnLst>
                <a:cxn ang="0">
                  <a:pos x="T0" y="T1"/>
                </a:cxn>
                <a:cxn ang="0">
                  <a:pos x="T2" y="T3"/>
                </a:cxn>
                <a:cxn ang="0">
                  <a:pos x="T4" y="T5"/>
                </a:cxn>
                <a:cxn ang="0">
                  <a:pos x="T6" y="T7"/>
                </a:cxn>
                <a:cxn ang="0">
                  <a:pos x="T8" y="T9"/>
                </a:cxn>
              </a:cxnLst>
              <a:rect l="0" t="0" r="r" b="b"/>
              <a:pathLst>
                <a:path w="37" h="17">
                  <a:moveTo>
                    <a:pt x="21" y="17"/>
                  </a:moveTo>
                  <a:cubicBezTo>
                    <a:pt x="11" y="17"/>
                    <a:pt x="3" y="13"/>
                    <a:pt x="2" y="8"/>
                  </a:cubicBezTo>
                  <a:cubicBezTo>
                    <a:pt x="0" y="4"/>
                    <a:pt x="7" y="0"/>
                    <a:pt x="16" y="0"/>
                  </a:cubicBezTo>
                  <a:cubicBezTo>
                    <a:pt x="26" y="0"/>
                    <a:pt x="34" y="4"/>
                    <a:pt x="35" y="8"/>
                  </a:cubicBezTo>
                  <a:cubicBezTo>
                    <a:pt x="37" y="13"/>
                    <a:pt x="30" y="17"/>
                    <a:pt x="21" y="1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8" name="Freeform 564"/>
            <p:cNvSpPr>
              <a:spLocks noEditPoints="1"/>
            </p:cNvSpPr>
            <p:nvPr/>
          </p:nvSpPr>
          <p:spPr bwMode="auto">
            <a:xfrm>
              <a:off x="4954588" y="5240338"/>
              <a:ext cx="109538" cy="53975"/>
            </a:xfrm>
            <a:custGeom>
              <a:avLst/>
              <a:gdLst>
                <a:gd name="T0" fmla="*/ 17 w 39"/>
                <a:gd name="T1" fmla="*/ 1 h 19"/>
                <a:gd name="T2" fmla="*/ 35 w 39"/>
                <a:gd name="T3" fmla="*/ 9 h 19"/>
                <a:gd name="T4" fmla="*/ 22 w 39"/>
                <a:gd name="T5" fmla="*/ 17 h 19"/>
                <a:gd name="T6" fmla="*/ 4 w 39"/>
                <a:gd name="T7" fmla="*/ 9 h 19"/>
                <a:gd name="T8" fmla="*/ 17 w 39"/>
                <a:gd name="T9" fmla="*/ 1 h 19"/>
                <a:gd name="T10" fmla="*/ 17 w 39"/>
                <a:gd name="T11" fmla="*/ 0 h 19"/>
                <a:gd name="T12" fmla="*/ 1 w 39"/>
                <a:gd name="T13" fmla="*/ 9 h 19"/>
                <a:gd name="T14" fmla="*/ 22 w 39"/>
                <a:gd name="T15" fmla="*/ 19 h 19"/>
                <a:gd name="T16" fmla="*/ 38 w 39"/>
                <a:gd name="T17" fmla="*/ 9 h 19"/>
                <a:gd name="T18" fmla="*/ 17 w 39"/>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19">
                  <a:moveTo>
                    <a:pt x="17" y="1"/>
                  </a:moveTo>
                  <a:cubicBezTo>
                    <a:pt x="26" y="1"/>
                    <a:pt x="34" y="5"/>
                    <a:pt x="35" y="9"/>
                  </a:cubicBezTo>
                  <a:cubicBezTo>
                    <a:pt x="36" y="14"/>
                    <a:pt x="30" y="17"/>
                    <a:pt x="22" y="17"/>
                  </a:cubicBezTo>
                  <a:cubicBezTo>
                    <a:pt x="13" y="17"/>
                    <a:pt x="5" y="14"/>
                    <a:pt x="4" y="9"/>
                  </a:cubicBezTo>
                  <a:cubicBezTo>
                    <a:pt x="3" y="5"/>
                    <a:pt x="9" y="1"/>
                    <a:pt x="17" y="1"/>
                  </a:cubicBezTo>
                  <a:moveTo>
                    <a:pt x="17" y="0"/>
                  </a:moveTo>
                  <a:cubicBezTo>
                    <a:pt x="7" y="0"/>
                    <a:pt x="0" y="4"/>
                    <a:pt x="1" y="9"/>
                  </a:cubicBezTo>
                  <a:cubicBezTo>
                    <a:pt x="3" y="15"/>
                    <a:pt x="12" y="19"/>
                    <a:pt x="22" y="19"/>
                  </a:cubicBezTo>
                  <a:cubicBezTo>
                    <a:pt x="32" y="19"/>
                    <a:pt x="39" y="14"/>
                    <a:pt x="38" y="9"/>
                  </a:cubicBezTo>
                  <a:cubicBezTo>
                    <a:pt x="36" y="4"/>
                    <a:pt x="27" y="0"/>
                    <a:pt x="1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9" name="Freeform 565"/>
            <p:cNvSpPr>
              <a:spLocks/>
            </p:cNvSpPr>
            <p:nvPr/>
          </p:nvSpPr>
          <p:spPr bwMode="auto">
            <a:xfrm>
              <a:off x="5141913" y="5126038"/>
              <a:ext cx="101600" cy="47625"/>
            </a:xfrm>
            <a:custGeom>
              <a:avLst/>
              <a:gdLst>
                <a:gd name="T0" fmla="*/ 21 w 36"/>
                <a:gd name="T1" fmla="*/ 17 h 17"/>
                <a:gd name="T2" fmla="*/ 1 w 36"/>
                <a:gd name="T3" fmla="*/ 9 h 17"/>
                <a:gd name="T4" fmla="*/ 16 w 36"/>
                <a:gd name="T5" fmla="*/ 0 h 17"/>
                <a:gd name="T6" fmla="*/ 35 w 36"/>
                <a:gd name="T7" fmla="*/ 9 h 17"/>
                <a:gd name="T8" fmla="*/ 21 w 36"/>
                <a:gd name="T9" fmla="*/ 17 h 17"/>
              </a:gdLst>
              <a:ahLst/>
              <a:cxnLst>
                <a:cxn ang="0">
                  <a:pos x="T0" y="T1"/>
                </a:cxn>
                <a:cxn ang="0">
                  <a:pos x="T2" y="T3"/>
                </a:cxn>
                <a:cxn ang="0">
                  <a:pos x="T4" y="T5"/>
                </a:cxn>
                <a:cxn ang="0">
                  <a:pos x="T6" y="T7"/>
                </a:cxn>
                <a:cxn ang="0">
                  <a:pos x="T8" y="T9"/>
                </a:cxn>
              </a:cxnLst>
              <a:rect l="0" t="0" r="r" b="b"/>
              <a:pathLst>
                <a:path w="36" h="17">
                  <a:moveTo>
                    <a:pt x="21" y="17"/>
                  </a:moveTo>
                  <a:cubicBezTo>
                    <a:pt x="11" y="17"/>
                    <a:pt x="3" y="14"/>
                    <a:pt x="1" y="9"/>
                  </a:cubicBezTo>
                  <a:cubicBezTo>
                    <a:pt x="0" y="4"/>
                    <a:pt x="6" y="0"/>
                    <a:pt x="16" y="0"/>
                  </a:cubicBezTo>
                  <a:cubicBezTo>
                    <a:pt x="25" y="0"/>
                    <a:pt x="33" y="4"/>
                    <a:pt x="35" y="9"/>
                  </a:cubicBezTo>
                  <a:cubicBezTo>
                    <a:pt x="36" y="13"/>
                    <a:pt x="30" y="17"/>
                    <a:pt x="21" y="1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0" name="Freeform 566"/>
            <p:cNvSpPr>
              <a:spLocks noEditPoints="1"/>
            </p:cNvSpPr>
            <p:nvPr/>
          </p:nvSpPr>
          <p:spPr bwMode="auto">
            <a:xfrm>
              <a:off x="5138738" y="5126038"/>
              <a:ext cx="109538" cy="50800"/>
            </a:xfrm>
            <a:custGeom>
              <a:avLst/>
              <a:gdLst>
                <a:gd name="T0" fmla="*/ 17 w 39"/>
                <a:gd name="T1" fmla="*/ 1 h 18"/>
                <a:gd name="T2" fmla="*/ 35 w 39"/>
                <a:gd name="T3" fmla="*/ 9 h 18"/>
                <a:gd name="T4" fmla="*/ 21 w 39"/>
                <a:gd name="T5" fmla="*/ 17 h 18"/>
                <a:gd name="T6" fmla="*/ 3 w 39"/>
                <a:gd name="T7" fmla="*/ 9 h 18"/>
                <a:gd name="T8" fmla="*/ 17 w 39"/>
                <a:gd name="T9" fmla="*/ 1 h 18"/>
                <a:gd name="T10" fmla="*/ 16 w 39"/>
                <a:gd name="T11" fmla="*/ 0 h 18"/>
                <a:gd name="T12" fmla="*/ 1 w 39"/>
                <a:gd name="T13" fmla="*/ 9 h 18"/>
                <a:gd name="T14" fmla="*/ 22 w 39"/>
                <a:gd name="T15" fmla="*/ 18 h 18"/>
                <a:gd name="T16" fmla="*/ 37 w 39"/>
                <a:gd name="T17" fmla="*/ 9 h 18"/>
                <a:gd name="T18" fmla="*/ 16 w 39"/>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18">
                  <a:moveTo>
                    <a:pt x="17" y="1"/>
                  </a:moveTo>
                  <a:cubicBezTo>
                    <a:pt x="25" y="1"/>
                    <a:pt x="33" y="4"/>
                    <a:pt x="35" y="9"/>
                  </a:cubicBezTo>
                  <a:cubicBezTo>
                    <a:pt x="36" y="13"/>
                    <a:pt x="30" y="17"/>
                    <a:pt x="21" y="17"/>
                  </a:cubicBezTo>
                  <a:cubicBezTo>
                    <a:pt x="13" y="17"/>
                    <a:pt x="5" y="13"/>
                    <a:pt x="3" y="9"/>
                  </a:cubicBezTo>
                  <a:cubicBezTo>
                    <a:pt x="2" y="4"/>
                    <a:pt x="8" y="1"/>
                    <a:pt x="17" y="1"/>
                  </a:cubicBezTo>
                  <a:moveTo>
                    <a:pt x="16" y="0"/>
                  </a:moveTo>
                  <a:cubicBezTo>
                    <a:pt x="7" y="0"/>
                    <a:pt x="0" y="4"/>
                    <a:pt x="1" y="9"/>
                  </a:cubicBezTo>
                  <a:cubicBezTo>
                    <a:pt x="3" y="14"/>
                    <a:pt x="12" y="18"/>
                    <a:pt x="22" y="18"/>
                  </a:cubicBezTo>
                  <a:cubicBezTo>
                    <a:pt x="32" y="18"/>
                    <a:pt x="39" y="14"/>
                    <a:pt x="37" y="9"/>
                  </a:cubicBezTo>
                  <a:cubicBezTo>
                    <a:pt x="36" y="4"/>
                    <a:pt x="26" y="0"/>
                    <a:pt x="1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1" name="Freeform 567"/>
            <p:cNvSpPr>
              <a:spLocks/>
            </p:cNvSpPr>
            <p:nvPr/>
          </p:nvSpPr>
          <p:spPr bwMode="auto">
            <a:xfrm>
              <a:off x="4895850" y="5381625"/>
              <a:ext cx="179388" cy="80963"/>
            </a:xfrm>
            <a:custGeom>
              <a:avLst/>
              <a:gdLst>
                <a:gd name="T0" fmla="*/ 36 w 64"/>
                <a:gd name="T1" fmla="*/ 29 h 29"/>
                <a:gd name="T2" fmla="*/ 2 w 64"/>
                <a:gd name="T3" fmla="*/ 15 h 29"/>
                <a:gd name="T4" fmla="*/ 28 w 64"/>
                <a:gd name="T5" fmla="*/ 0 h 29"/>
                <a:gd name="T6" fmla="*/ 62 w 64"/>
                <a:gd name="T7" fmla="*/ 14 h 29"/>
                <a:gd name="T8" fmla="*/ 36 w 64"/>
                <a:gd name="T9" fmla="*/ 29 h 29"/>
              </a:gdLst>
              <a:ahLst/>
              <a:cxnLst>
                <a:cxn ang="0">
                  <a:pos x="T0" y="T1"/>
                </a:cxn>
                <a:cxn ang="0">
                  <a:pos x="T2" y="T3"/>
                </a:cxn>
                <a:cxn ang="0">
                  <a:pos x="T4" y="T5"/>
                </a:cxn>
                <a:cxn ang="0">
                  <a:pos x="T6" y="T7"/>
                </a:cxn>
                <a:cxn ang="0">
                  <a:pos x="T8" y="T9"/>
                </a:cxn>
              </a:cxnLst>
              <a:rect l="0" t="0" r="r" b="b"/>
              <a:pathLst>
                <a:path w="64" h="29">
                  <a:moveTo>
                    <a:pt x="36" y="29"/>
                  </a:moveTo>
                  <a:cubicBezTo>
                    <a:pt x="19" y="29"/>
                    <a:pt x="4" y="23"/>
                    <a:pt x="2" y="15"/>
                  </a:cubicBezTo>
                  <a:cubicBezTo>
                    <a:pt x="0" y="6"/>
                    <a:pt x="12" y="0"/>
                    <a:pt x="28" y="0"/>
                  </a:cubicBezTo>
                  <a:cubicBezTo>
                    <a:pt x="44" y="0"/>
                    <a:pt x="59" y="6"/>
                    <a:pt x="62" y="14"/>
                  </a:cubicBezTo>
                  <a:cubicBezTo>
                    <a:pt x="64" y="23"/>
                    <a:pt x="52" y="29"/>
                    <a:pt x="36" y="2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2" name="Freeform 568"/>
            <p:cNvSpPr>
              <a:spLocks noEditPoints="1"/>
            </p:cNvSpPr>
            <p:nvPr/>
          </p:nvSpPr>
          <p:spPr bwMode="auto">
            <a:xfrm>
              <a:off x="4892675" y="5378450"/>
              <a:ext cx="185738" cy="87313"/>
            </a:xfrm>
            <a:custGeom>
              <a:avLst/>
              <a:gdLst>
                <a:gd name="T0" fmla="*/ 29 w 66"/>
                <a:gd name="T1" fmla="*/ 1 h 31"/>
                <a:gd name="T2" fmla="*/ 61 w 66"/>
                <a:gd name="T3" fmla="*/ 15 h 31"/>
                <a:gd name="T4" fmla="*/ 36 w 66"/>
                <a:gd name="T5" fmla="*/ 30 h 31"/>
                <a:gd name="T6" fmla="*/ 4 w 66"/>
                <a:gd name="T7" fmla="*/ 16 h 31"/>
                <a:gd name="T8" fmla="*/ 29 w 66"/>
                <a:gd name="T9" fmla="*/ 1 h 31"/>
                <a:gd name="T10" fmla="*/ 29 w 66"/>
                <a:gd name="T11" fmla="*/ 0 h 31"/>
                <a:gd name="T12" fmla="*/ 2 w 66"/>
                <a:gd name="T13" fmla="*/ 16 h 31"/>
                <a:gd name="T14" fmla="*/ 37 w 66"/>
                <a:gd name="T15" fmla="*/ 31 h 31"/>
                <a:gd name="T16" fmla="*/ 64 w 66"/>
                <a:gd name="T17" fmla="*/ 15 h 31"/>
                <a:gd name="T18" fmla="*/ 29 w 66"/>
                <a:gd name="T19"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31">
                  <a:moveTo>
                    <a:pt x="29" y="1"/>
                  </a:moveTo>
                  <a:cubicBezTo>
                    <a:pt x="45" y="1"/>
                    <a:pt x="59" y="8"/>
                    <a:pt x="61" y="15"/>
                  </a:cubicBezTo>
                  <a:cubicBezTo>
                    <a:pt x="64" y="23"/>
                    <a:pt x="52" y="30"/>
                    <a:pt x="36" y="30"/>
                  </a:cubicBezTo>
                  <a:cubicBezTo>
                    <a:pt x="21" y="30"/>
                    <a:pt x="6" y="24"/>
                    <a:pt x="4" y="16"/>
                  </a:cubicBezTo>
                  <a:cubicBezTo>
                    <a:pt x="3" y="8"/>
                    <a:pt x="14" y="1"/>
                    <a:pt x="29" y="1"/>
                  </a:cubicBezTo>
                  <a:moveTo>
                    <a:pt x="29" y="0"/>
                  </a:moveTo>
                  <a:cubicBezTo>
                    <a:pt x="12" y="0"/>
                    <a:pt x="0" y="7"/>
                    <a:pt x="2" y="16"/>
                  </a:cubicBezTo>
                  <a:cubicBezTo>
                    <a:pt x="4" y="24"/>
                    <a:pt x="20" y="31"/>
                    <a:pt x="37" y="31"/>
                  </a:cubicBezTo>
                  <a:cubicBezTo>
                    <a:pt x="54" y="31"/>
                    <a:pt x="66" y="24"/>
                    <a:pt x="64" y="15"/>
                  </a:cubicBezTo>
                  <a:cubicBezTo>
                    <a:pt x="62" y="7"/>
                    <a:pt x="46" y="0"/>
                    <a:pt x="2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3" name="Freeform 569"/>
            <p:cNvSpPr>
              <a:spLocks/>
            </p:cNvSpPr>
            <p:nvPr/>
          </p:nvSpPr>
          <p:spPr bwMode="auto">
            <a:xfrm>
              <a:off x="4449763" y="5235575"/>
              <a:ext cx="165100" cy="84138"/>
            </a:xfrm>
            <a:custGeom>
              <a:avLst/>
              <a:gdLst>
                <a:gd name="T0" fmla="*/ 32 w 59"/>
                <a:gd name="T1" fmla="*/ 29 h 30"/>
                <a:gd name="T2" fmla="*/ 1 w 59"/>
                <a:gd name="T3" fmla="*/ 15 h 30"/>
                <a:gd name="T4" fmla="*/ 27 w 59"/>
                <a:gd name="T5" fmla="*/ 0 h 30"/>
                <a:gd name="T6" fmla="*/ 58 w 59"/>
                <a:gd name="T7" fmla="*/ 15 h 30"/>
                <a:gd name="T8" fmla="*/ 32 w 59"/>
                <a:gd name="T9" fmla="*/ 29 h 30"/>
              </a:gdLst>
              <a:ahLst/>
              <a:cxnLst>
                <a:cxn ang="0">
                  <a:pos x="T0" y="T1"/>
                </a:cxn>
                <a:cxn ang="0">
                  <a:pos x="T2" y="T3"/>
                </a:cxn>
                <a:cxn ang="0">
                  <a:pos x="T4" y="T5"/>
                </a:cxn>
                <a:cxn ang="0">
                  <a:pos x="T6" y="T7"/>
                </a:cxn>
                <a:cxn ang="0">
                  <a:pos x="T8" y="T9"/>
                </a:cxn>
              </a:cxnLst>
              <a:rect l="0" t="0" r="r" b="b"/>
              <a:pathLst>
                <a:path w="59" h="30">
                  <a:moveTo>
                    <a:pt x="32" y="29"/>
                  </a:moveTo>
                  <a:cubicBezTo>
                    <a:pt x="16" y="30"/>
                    <a:pt x="2" y="23"/>
                    <a:pt x="1" y="15"/>
                  </a:cubicBezTo>
                  <a:cubicBezTo>
                    <a:pt x="0" y="7"/>
                    <a:pt x="11" y="0"/>
                    <a:pt x="27" y="0"/>
                  </a:cubicBezTo>
                  <a:cubicBezTo>
                    <a:pt x="42" y="0"/>
                    <a:pt x="56" y="7"/>
                    <a:pt x="58" y="15"/>
                  </a:cubicBezTo>
                  <a:cubicBezTo>
                    <a:pt x="59" y="23"/>
                    <a:pt x="48" y="29"/>
                    <a:pt x="32" y="2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4" name="Freeform 570"/>
            <p:cNvSpPr>
              <a:spLocks noEditPoints="1"/>
            </p:cNvSpPr>
            <p:nvPr/>
          </p:nvSpPr>
          <p:spPr bwMode="auto">
            <a:xfrm>
              <a:off x="4446588" y="5235575"/>
              <a:ext cx="171450" cy="84138"/>
            </a:xfrm>
            <a:custGeom>
              <a:avLst/>
              <a:gdLst>
                <a:gd name="T0" fmla="*/ 28 w 61"/>
                <a:gd name="T1" fmla="*/ 1 h 30"/>
                <a:gd name="T2" fmla="*/ 58 w 61"/>
                <a:gd name="T3" fmla="*/ 15 h 30"/>
                <a:gd name="T4" fmla="*/ 33 w 61"/>
                <a:gd name="T5" fmla="*/ 29 h 30"/>
                <a:gd name="T6" fmla="*/ 3 w 61"/>
                <a:gd name="T7" fmla="*/ 15 h 30"/>
                <a:gd name="T8" fmla="*/ 28 w 61"/>
                <a:gd name="T9" fmla="*/ 1 h 30"/>
                <a:gd name="T10" fmla="*/ 28 w 61"/>
                <a:gd name="T11" fmla="*/ 0 h 30"/>
                <a:gd name="T12" fmla="*/ 1 w 61"/>
                <a:gd name="T13" fmla="*/ 15 h 30"/>
                <a:gd name="T14" fmla="*/ 33 w 61"/>
                <a:gd name="T15" fmla="*/ 30 h 30"/>
                <a:gd name="T16" fmla="*/ 60 w 61"/>
                <a:gd name="T17" fmla="*/ 15 h 30"/>
                <a:gd name="T18" fmla="*/ 28 w 6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 h="30">
                  <a:moveTo>
                    <a:pt x="28" y="1"/>
                  </a:moveTo>
                  <a:cubicBezTo>
                    <a:pt x="43" y="1"/>
                    <a:pt x="56" y="7"/>
                    <a:pt x="58" y="15"/>
                  </a:cubicBezTo>
                  <a:cubicBezTo>
                    <a:pt x="59" y="22"/>
                    <a:pt x="48" y="29"/>
                    <a:pt x="33" y="29"/>
                  </a:cubicBezTo>
                  <a:cubicBezTo>
                    <a:pt x="17" y="29"/>
                    <a:pt x="4" y="23"/>
                    <a:pt x="3" y="15"/>
                  </a:cubicBezTo>
                  <a:cubicBezTo>
                    <a:pt x="2" y="7"/>
                    <a:pt x="13" y="1"/>
                    <a:pt x="28" y="1"/>
                  </a:cubicBezTo>
                  <a:moveTo>
                    <a:pt x="28" y="0"/>
                  </a:moveTo>
                  <a:cubicBezTo>
                    <a:pt x="12" y="0"/>
                    <a:pt x="0" y="7"/>
                    <a:pt x="1" y="15"/>
                  </a:cubicBezTo>
                  <a:cubicBezTo>
                    <a:pt x="2" y="23"/>
                    <a:pt x="16" y="30"/>
                    <a:pt x="33" y="30"/>
                  </a:cubicBezTo>
                  <a:cubicBezTo>
                    <a:pt x="49" y="30"/>
                    <a:pt x="61" y="23"/>
                    <a:pt x="60" y="15"/>
                  </a:cubicBezTo>
                  <a:cubicBezTo>
                    <a:pt x="58" y="6"/>
                    <a:pt x="44" y="0"/>
                    <a:pt x="2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5" name="Freeform 571"/>
            <p:cNvSpPr>
              <a:spLocks/>
            </p:cNvSpPr>
            <p:nvPr/>
          </p:nvSpPr>
          <p:spPr bwMode="auto">
            <a:xfrm>
              <a:off x="4211638" y="5283200"/>
              <a:ext cx="165100" cy="84138"/>
            </a:xfrm>
            <a:custGeom>
              <a:avLst/>
              <a:gdLst>
                <a:gd name="T0" fmla="*/ 31 w 59"/>
                <a:gd name="T1" fmla="*/ 29 h 30"/>
                <a:gd name="T2" fmla="*/ 0 w 59"/>
                <a:gd name="T3" fmla="*/ 15 h 30"/>
                <a:gd name="T4" fmla="*/ 27 w 59"/>
                <a:gd name="T5" fmla="*/ 0 h 30"/>
                <a:gd name="T6" fmla="*/ 58 w 59"/>
                <a:gd name="T7" fmla="*/ 15 h 30"/>
                <a:gd name="T8" fmla="*/ 31 w 59"/>
                <a:gd name="T9" fmla="*/ 29 h 30"/>
              </a:gdLst>
              <a:ahLst/>
              <a:cxnLst>
                <a:cxn ang="0">
                  <a:pos x="T0" y="T1"/>
                </a:cxn>
                <a:cxn ang="0">
                  <a:pos x="T2" y="T3"/>
                </a:cxn>
                <a:cxn ang="0">
                  <a:pos x="T4" y="T5"/>
                </a:cxn>
                <a:cxn ang="0">
                  <a:pos x="T6" y="T7"/>
                </a:cxn>
                <a:cxn ang="0">
                  <a:pos x="T8" y="T9"/>
                </a:cxn>
              </a:cxnLst>
              <a:rect l="0" t="0" r="r" b="b"/>
              <a:pathLst>
                <a:path w="59" h="30">
                  <a:moveTo>
                    <a:pt x="31" y="29"/>
                  </a:moveTo>
                  <a:cubicBezTo>
                    <a:pt x="15" y="30"/>
                    <a:pt x="1" y="23"/>
                    <a:pt x="0" y="15"/>
                  </a:cubicBezTo>
                  <a:cubicBezTo>
                    <a:pt x="0" y="7"/>
                    <a:pt x="12" y="0"/>
                    <a:pt x="27" y="0"/>
                  </a:cubicBezTo>
                  <a:cubicBezTo>
                    <a:pt x="43" y="0"/>
                    <a:pt x="56" y="7"/>
                    <a:pt x="58" y="15"/>
                  </a:cubicBezTo>
                  <a:cubicBezTo>
                    <a:pt x="59" y="23"/>
                    <a:pt x="47" y="29"/>
                    <a:pt x="31" y="2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6" name="Freeform 572"/>
            <p:cNvSpPr>
              <a:spLocks noEditPoints="1"/>
            </p:cNvSpPr>
            <p:nvPr/>
          </p:nvSpPr>
          <p:spPr bwMode="auto">
            <a:xfrm>
              <a:off x="4205288" y="5283200"/>
              <a:ext cx="174625" cy="84138"/>
            </a:xfrm>
            <a:custGeom>
              <a:avLst/>
              <a:gdLst>
                <a:gd name="T0" fmla="*/ 29 w 62"/>
                <a:gd name="T1" fmla="*/ 1 h 30"/>
                <a:gd name="T2" fmla="*/ 58 w 62"/>
                <a:gd name="T3" fmla="*/ 15 h 30"/>
                <a:gd name="T4" fmla="*/ 33 w 62"/>
                <a:gd name="T5" fmla="*/ 29 h 30"/>
                <a:gd name="T6" fmla="*/ 4 w 62"/>
                <a:gd name="T7" fmla="*/ 15 h 30"/>
                <a:gd name="T8" fmla="*/ 29 w 62"/>
                <a:gd name="T9" fmla="*/ 1 h 30"/>
                <a:gd name="T10" fmla="*/ 29 w 62"/>
                <a:gd name="T11" fmla="*/ 0 h 30"/>
                <a:gd name="T12" fmla="*/ 1 w 62"/>
                <a:gd name="T13" fmla="*/ 15 h 30"/>
                <a:gd name="T14" fmla="*/ 33 w 62"/>
                <a:gd name="T15" fmla="*/ 30 h 30"/>
                <a:gd name="T16" fmla="*/ 61 w 62"/>
                <a:gd name="T17" fmla="*/ 15 h 30"/>
                <a:gd name="T18" fmla="*/ 29 w 62"/>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30">
                  <a:moveTo>
                    <a:pt x="29" y="1"/>
                  </a:moveTo>
                  <a:cubicBezTo>
                    <a:pt x="44" y="1"/>
                    <a:pt x="57" y="7"/>
                    <a:pt x="58" y="15"/>
                  </a:cubicBezTo>
                  <a:cubicBezTo>
                    <a:pt x="59" y="22"/>
                    <a:pt x="48" y="29"/>
                    <a:pt x="33" y="29"/>
                  </a:cubicBezTo>
                  <a:cubicBezTo>
                    <a:pt x="17" y="29"/>
                    <a:pt x="4" y="23"/>
                    <a:pt x="4" y="15"/>
                  </a:cubicBezTo>
                  <a:cubicBezTo>
                    <a:pt x="3" y="7"/>
                    <a:pt x="14" y="1"/>
                    <a:pt x="29" y="1"/>
                  </a:cubicBezTo>
                  <a:moveTo>
                    <a:pt x="29" y="0"/>
                  </a:moveTo>
                  <a:cubicBezTo>
                    <a:pt x="13" y="0"/>
                    <a:pt x="0" y="7"/>
                    <a:pt x="1" y="15"/>
                  </a:cubicBezTo>
                  <a:cubicBezTo>
                    <a:pt x="2" y="23"/>
                    <a:pt x="16" y="30"/>
                    <a:pt x="33" y="30"/>
                  </a:cubicBezTo>
                  <a:cubicBezTo>
                    <a:pt x="49" y="30"/>
                    <a:pt x="62" y="23"/>
                    <a:pt x="61" y="15"/>
                  </a:cubicBezTo>
                  <a:cubicBezTo>
                    <a:pt x="60" y="6"/>
                    <a:pt x="45" y="0"/>
                    <a:pt x="2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7" name="Freeform 573"/>
            <p:cNvSpPr>
              <a:spLocks/>
            </p:cNvSpPr>
            <p:nvPr/>
          </p:nvSpPr>
          <p:spPr bwMode="auto">
            <a:xfrm>
              <a:off x="4743450" y="5584825"/>
              <a:ext cx="179388" cy="87313"/>
            </a:xfrm>
            <a:custGeom>
              <a:avLst/>
              <a:gdLst>
                <a:gd name="T0" fmla="*/ 35 w 64"/>
                <a:gd name="T1" fmla="*/ 31 h 31"/>
                <a:gd name="T2" fmla="*/ 1 w 64"/>
                <a:gd name="T3" fmla="*/ 15 h 31"/>
                <a:gd name="T4" fmla="*/ 29 w 64"/>
                <a:gd name="T5" fmla="*/ 0 h 31"/>
                <a:gd name="T6" fmla="*/ 62 w 64"/>
                <a:gd name="T7" fmla="*/ 15 h 31"/>
                <a:gd name="T8" fmla="*/ 35 w 64"/>
                <a:gd name="T9" fmla="*/ 31 h 31"/>
              </a:gdLst>
              <a:ahLst/>
              <a:cxnLst>
                <a:cxn ang="0">
                  <a:pos x="T0" y="T1"/>
                </a:cxn>
                <a:cxn ang="0">
                  <a:pos x="T2" y="T3"/>
                </a:cxn>
                <a:cxn ang="0">
                  <a:pos x="T4" y="T5"/>
                </a:cxn>
                <a:cxn ang="0">
                  <a:pos x="T6" y="T7"/>
                </a:cxn>
                <a:cxn ang="0">
                  <a:pos x="T8" y="T9"/>
                </a:cxn>
              </a:cxnLst>
              <a:rect l="0" t="0" r="r" b="b"/>
              <a:pathLst>
                <a:path w="64" h="31">
                  <a:moveTo>
                    <a:pt x="35" y="31"/>
                  </a:moveTo>
                  <a:cubicBezTo>
                    <a:pt x="18" y="31"/>
                    <a:pt x="3" y="24"/>
                    <a:pt x="1" y="15"/>
                  </a:cubicBezTo>
                  <a:cubicBezTo>
                    <a:pt x="0" y="7"/>
                    <a:pt x="12" y="0"/>
                    <a:pt x="29" y="0"/>
                  </a:cubicBezTo>
                  <a:cubicBezTo>
                    <a:pt x="45" y="0"/>
                    <a:pt x="61" y="6"/>
                    <a:pt x="62" y="15"/>
                  </a:cubicBezTo>
                  <a:cubicBezTo>
                    <a:pt x="64" y="24"/>
                    <a:pt x="52" y="31"/>
                    <a:pt x="35" y="31"/>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8" name="Freeform 574"/>
            <p:cNvSpPr>
              <a:spLocks noEditPoints="1"/>
            </p:cNvSpPr>
            <p:nvPr/>
          </p:nvSpPr>
          <p:spPr bwMode="auto">
            <a:xfrm>
              <a:off x="4738688" y="5583238"/>
              <a:ext cx="190500" cy="88900"/>
            </a:xfrm>
            <a:custGeom>
              <a:avLst/>
              <a:gdLst>
                <a:gd name="T0" fmla="*/ 31 w 68"/>
                <a:gd name="T1" fmla="*/ 1 h 32"/>
                <a:gd name="T2" fmla="*/ 63 w 68"/>
                <a:gd name="T3" fmla="*/ 16 h 32"/>
                <a:gd name="T4" fmla="*/ 37 w 68"/>
                <a:gd name="T5" fmla="*/ 31 h 32"/>
                <a:gd name="T6" fmla="*/ 4 w 68"/>
                <a:gd name="T7" fmla="*/ 16 h 32"/>
                <a:gd name="T8" fmla="*/ 31 w 68"/>
                <a:gd name="T9" fmla="*/ 1 h 32"/>
                <a:gd name="T10" fmla="*/ 30 w 68"/>
                <a:gd name="T11" fmla="*/ 0 h 32"/>
                <a:gd name="T12" fmla="*/ 2 w 68"/>
                <a:gd name="T13" fmla="*/ 16 h 32"/>
                <a:gd name="T14" fmla="*/ 37 w 68"/>
                <a:gd name="T15" fmla="*/ 32 h 32"/>
                <a:gd name="T16" fmla="*/ 66 w 68"/>
                <a:gd name="T17" fmla="*/ 16 h 32"/>
                <a:gd name="T18" fmla="*/ 30 w 68"/>
                <a:gd name="T19"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 h="32">
                  <a:moveTo>
                    <a:pt x="31" y="1"/>
                  </a:moveTo>
                  <a:cubicBezTo>
                    <a:pt x="47" y="1"/>
                    <a:pt x="61" y="8"/>
                    <a:pt x="63" y="16"/>
                  </a:cubicBezTo>
                  <a:cubicBezTo>
                    <a:pt x="65" y="24"/>
                    <a:pt x="53" y="31"/>
                    <a:pt x="37" y="31"/>
                  </a:cubicBezTo>
                  <a:cubicBezTo>
                    <a:pt x="21" y="31"/>
                    <a:pt x="6" y="24"/>
                    <a:pt x="4" y="16"/>
                  </a:cubicBezTo>
                  <a:cubicBezTo>
                    <a:pt x="3" y="8"/>
                    <a:pt x="15" y="1"/>
                    <a:pt x="31" y="1"/>
                  </a:cubicBezTo>
                  <a:moveTo>
                    <a:pt x="30" y="0"/>
                  </a:moveTo>
                  <a:cubicBezTo>
                    <a:pt x="13" y="0"/>
                    <a:pt x="0" y="7"/>
                    <a:pt x="2" y="16"/>
                  </a:cubicBezTo>
                  <a:cubicBezTo>
                    <a:pt x="4" y="25"/>
                    <a:pt x="19" y="32"/>
                    <a:pt x="37" y="32"/>
                  </a:cubicBezTo>
                  <a:cubicBezTo>
                    <a:pt x="55" y="32"/>
                    <a:pt x="68" y="25"/>
                    <a:pt x="66" y="16"/>
                  </a:cubicBezTo>
                  <a:cubicBezTo>
                    <a:pt x="64" y="7"/>
                    <a:pt x="48" y="0"/>
                    <a:pt x="3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9" name="Freeform 575"/>
            <p:cNvSpPr>
              <a:spLocks/>
            </p:cNvSpPr>
            <p:nvPr/>
          </p:nvSpPr>
          <p:spPr bwMode="auto">
            <a:xfrm>
              <a:off x="5043488" y="5045075"/>
              <a:ext cx="149225" cy="74613"/>
            </a:xfrm>
            <a:custGeom>
              <a:avLst/>
              <a:gdLst>
                <a:gd name="T0" fmla="*/ 30 w 53"/>
                <a:gd name="T1" fmla="*/ 26 h 27"/>
                <a:gd name="T2" fmla="*/ 2 w 53"/>
                <a:gd name="T3" fmla="*/ 14 h 27"/>
                <a:gd name="T4" fmla="*/ 23 w 53"/>
                <a:gd name="T5" fmla="*/ 0 h 27"/>
                <a:gd name="T6" fmla="*/ 51 w 53"/>
                <a:gd name="T7" fmla="*/ 13 h 27"/>
                <a:gd name="T8" fmla="*/ 30 w 53"/>
                <a:gd name="T9" fmla="*/ 26 h 27"/>
              </a:gdLst>
              <a:ahLst/>
              <a:cxnLst>
                <a:cxn ang="0">
                  <a:pos x="T0" y="T1"/>
                </a:cxn>
                <a:cxn ang="0">
                  <a:pos x="T2" y="T3"/>
                </a:cxn>
                <a:cxn ang="0">
                  <a:pos x="T4" y="T5"/>
                </a:cxn>
                <a:cxn ang="0">
                  <a:pos x="T6" y="T7"/>
                </a:cxn>
                <a:cxn ang="0">
                  <a:pos x="T8" y="T9"/>
                </a:cxn>
              </a:cxnLst>
              <a:rect l="0" t="0" r="r" b="b"/>
              <a:pathLst>
                <a:path w="53" h="27">
                  <a:moveTo>
                    <a:pt x="30" y="26"/>
                  </a:moveTo>
                  <a:cubicBezTo>
                    <a:pt x="16" y="27"/>
                    <a:pt x="3" y="21"/>
                    <a:pt x="2" y="14"/>
                  </a:cubicBezTo>
                  <a:cubicBezTo>
                    <a:pt x="0" y="6"/>
                    <a:pt x="9" y="0"/>
                    <a:pt x="23" y="0"/>
                  </a:cubicBezTo>
                  <a:cubicBezTo>
                    <a:pt x="36" y="0"/>
                    <a:pt x="49" y="6"/>
                    <a:pt x="51" y="13"/>
                  </a:cubicBezTo>
                  <a:cubicBezTo>
                    <a:pt x="53" y="21"/>
                    <a:pt x="44" y="26"/>
                    <a:pt x="30" y="26"/>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0" name="Freeform 576"/>
            <p:cNvSpPr>
              <a:spLocks noEditPoints="1"/>
            </p:cNvSpPr>
            <p:nvPr/>
          </p:nvSpPr>
          <p:spPr bwMode="auto">
            <a:xfrm>
              <a:off x="5038725" y="5045075"/>
              <a:ext cx="158750" cy="74613"/>
            </a:xfrm>
            <a:custGeom>
              <a:avLst/>
              <a:gdLst>
                <a:gd name="T0" fmla="*/ 25 w 57"/>
                <a:gd name="T1" fmla="*/ 1 h 27"/>
                <a:gd name="T2" fmla="*/ 52 w 57"/>
                <a:gd name="T3" fmla="*/ 13 h 27"/>
                <a:gd name="T4" fmla="*/ 32 w 57"/>
                <a:gd name="T5" fmla="*/ 26 h 27"/>
                <a:gd name="T6" fmla="*/ 5 w 57"/>
                <a:gd name="T7" fmla="*/ 14 h 27"/>
                <a:gd name="T8" fmla="*/ 25 w 57"/>
                <a:gd name="T9" fmla="*/ 1 h 27"/>
                <a:gd name="T10" fmla="*/ 25 w 57"/>
                <a:gd name="T11" fmla="*/ 0 h 27"/>
                <a:gd name="T12" fmla="*/ 2 w 57"/>
                <a:gd name="T13" fmla="*/ 14 h 27"/>
                <a:gd name="T14" fmla="*/ 32 w 57"/>
                <a:gd name="T15" fmla="*/ 27 h 27"/>
                <a:gd name="T16" fmla="*/ 54 w 57"/>
                <a:gd name="T17" fmla="*/ 13 h 27"/>
                <a:gd name="T18" fmla="*/ 25 w 57"/>
                <a:gd name="T1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 h="27">
                  <a:moveTo>
                    <a:pt x="25" y="1"/>
                  </a:moveTo>
                  <a:cubicBezTo>
                    <a:pt x="38" y="1"/>
                    <a:pt x="50" y="6"/>
                    <a:pt x="52" y="13"/>
                  </a:cubicBezTo>
                  <a:cubicBezTo>
                    <a:pt x="54" y="20"/>
                    <a:pt x="45" y="26"/>
                    <a:pt x="32" y="26"/>
                  </a:cubicBezTo>
                  <a:cubicBezTo>
                    <a:pt x="19" y="26"/>
                    <a:pt x="7" y="20"/>
                    <a:pt x="5" y="14"/>
                  </a:cubicBezTo>
                  <a:cubicBezTo>
                    <a:pt x="3" y="7"/>
                    <a:pt x="12" y="1"/>
                    <a:pt x="25" y="1"/>
                  </a:cubicBezTo>
                  <a:moveTo>
                    <a:pt x="25" y="0"/>
                  </a:moveTo>
                  <a:cubicBezTo>
                    <a:pt x="10" y="0"/>
                    <a:pt x="0" y="6"/>
                    <a:pt x="2" y="14"/>
                  </a:cubicBezTo>
                  <a:cubicBezTo>
                    <a:pt x="4" y="21"/>
                    <a:pt x="18" y="27"/>
                    <a:pt x="32" y="27"/>
                  </a:cubicBezTo>
                  <a:cubicBezTo>
                    <a:pt x="47" y="27"/>
                    <a:pt x="57" y="21"/>
                    <a:pt x="54" y="13"/>
                  </a:cubicBezTo>
                  <a:cubicBezTo>
                    <a:pt x="52" y="6"/>
                    <a:pt x="39" y="0"/>
                    <a:pt x="2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1" name="Freeform 577"/>
            <p:cNvSpPr>
              <a:spLocks/>
            </p:cNvSpPr>
            <p:nvPr/>
          </p:nvSpPr>
          <p:spPr bwMode="auto">
            <a:xfrm>
              <a:off x="5127625" y="4929188"/>
              <a:ext cx="163513" cy="80963"/>
            </a:xfrm>
            <a:custGeom>
              <a:avLst/>
              <a:gdLst>
                <a:gd name="T0" fmla="*/ 33 w 58"/>
                <a:gd name="T1" fmla="*/ 29 h 29"/>
                <a:gd name="T2" fmla="*/ 3 w 58"/>
                <a:gd name="T3" fmla="*/ 14 h 29"/>
                <a:gd name="T4" fmla="*/ 25 w 58"/>
                <a:gd name="T5" fmla="*/ 0 h 29"/>
                <a:gd name="T6" fmla="*/ 56 w 58"/>
                <a:gd name="T7" fmla="*/ 14 h 29"/>
                <a:gd name="T8" fmla="*/ 33 w 58"/>
                <a:gd name="T9" fmla="*/ 29 h 29"/>
              </a:gdLst>
              <a:ahLst/>
              <a:cxnLst>
                <a:cxn ang="0">
                  <a:pos x="T0" y="T1"/>
                </a:cxn>
                <a:cxn ang="0">
                  <a:pos x="T2" y="T3"/>
                </a:cxn>
                <a:cxn ang="0">
                  <a:pos x="T4" y="T5"/>
                </a:cxn>
                <a:cxn ang="0">
                  <a:pos x="T6" y="T7"/>
                </a:cxn>
                <a:cxn ang="0">
                  <a:pos x="T8" y="T9"/>
                </a:cxn>
              </a:cxnLst>
              <a:rect l="0" t="0" r="r" b="b"/>
              <a:pathLst>
                <a:path w="58" h="29">
                  <a:moveTo>
                    <a:pt x="33" y="29"/>
                  </a:moveTo>
                  <a:cubicBezTo>
                    <a:pt x="19" y="29"/>
                    <a:pt x="5" y="22"/>
                    <a:pt x="3" y="14"/>
                  </a:cubicBezTo>
                  <a:cubicBezTo>
                    <a:pt x="0" y="7"/>
                    <a:pt x="10" y="0"/>
                    <a:pt x="25" y="0"/>
                  </a:cubicBezTo>
                  <a:cubicBezTo>
                    <a:pt x="39" y="0"/>
                    <a:pt x="53" y="6"/>
                    <a:pt x="56" y="14"/>
                  </a:cubicBezTo>
                  <a:cubicBezTo>
                    <a:pt x="58" y="22"/>
                    <a:pt x="48" y="29"/>
                    <a:pt x="33" y="2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2" name="Freeform 578"/>
            <p:cNvSpPr>
              <a:spLocks noEditPoints="1"/>
            </p:cNvSpPr>
            <p:nvPr/>
          </p:nvSpPr>
          <p:spPr bwMode="auto">
            <a:xfrm>
              <a:off x="5126038" y="4926013"/>
              <a:ext cx="168275" cy="84138"/>
            </a:xfrm>
            <a:custGeom>
              <a:avLst/>
              <a:gdLst>
                <a:gd name="T0" fmla="*/ 26 w 60"/>
                <a:gd name="T1" fmla="*/ 2 h 30"/>
                <a:gd name="T2" fmla="*/ 55 w 60"/>
                <a:gd name="T3" fmla="*/ 15 h 30"/>
                <a:gd name="T4" fmla="*/ 34 w 60"/>
                <a:gd name="T5" fmla="*/ 29 h 30"/>
                <a:gd name="T6" fmla="*/ 5 w 60"/>
                <a:gd name="T7" fmla="*/ 15 h 30"/>
                <a:gd name="T8" fmla="*/ 26 w 60"/>
                <a:gd name="T9" fmla="*/ 2 h 30"/>
                <a:gd name="T10" fmla="*/ 26 w 60"/>
                <a:gd name="T11" fmla="*/ 0 h 30"/>
                <a:gd name="T12" fmla="*/ 3 w 60"/>
                <a:gd name="T13" fmla="*/ 15 h 30"/>
                <a:gd name="T14" fmla="*/ 35 w 60"/>
                <a:gd name="T15" fmla="*/ 30 h 30"/>
                <a:gd name="T16" fmla="*/ 58 w 60"/>
                <a:gd name="T17" fmla="*/ 15 h 30"/>
                <a:gd name="T18" fmla="*/ 26 w 60"/>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30">
                  <a:moveTo>
                    <a:pt x="26" y="2"/>
                  </a:moveTo>
                  <a:cubicBezTo>
                    <a:pt x="40" y="2"/>
                    <a:pt x="53" y="8"/>
                    <a:pt x="55" y="15"/>
                  </a:cubicBezTo>
                  <a:cubicBezTo>
                    <a:pt x="58" y="23"/>
                    <a:pt x="48" y="29"/>
                    <a:pt x="34" y="29"/>
                  </a:cubicBezTo>
                  <a:cubicBezTo>
                    <a:pt x="20" y="29"/>
                    <a:pt x="7" y="23"/>
                    <a:pt x="5" y="15"/>
                  </a:cubicBezTo>
                  <a:cubicBezTo>
                    <a:pt x="3" y="8"/>
                    <a:pt x="12" y="2"/>
                    <a:pt x="26" y="2"/>
                  </a:cubicBezTo>
                  <a:moveTo>
                    <a:pt x="26" y="0"/>
                  </a:moveTo>
                  <a:cubicBezTo>
                    <a:pt x="11" y="0"/>
                    <a:pt x="0" y="7"/>
                    <a:pt x="3" y="15"/>
                  </a:cubicBezTo>
                  <a:cubicBezTo>
                    <a:pt x="5" y="24"/>
                    <a:pt x="19" y="30"/>
                    <a:pt x="35" y="30"/>
                  </a:cubicBezTo>
                  <a:cubicBezTo>
                    <a:pt x="50" y="30"/>
                    <a:pt x="60" y="23"/>
                    <a:pt x="58" y="15"/>
                  </a:cubicBezTo>
                  <a:cubicBezTo>
                    <a:pt x="55" y="7"/>
                    <a:pt x="41" y="0"/>
                    <a:pt x="2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3" name="Freeform 579"/>
            <p:cNvSpPr>
              <a:spLocks/>
            </p:cNvSpPr>
            <p:nvPr/>
          </p:nvSpPr>
          <p:spPr bwMode="auto">
            <a:xfrm>
              <a:off x="4443413" y="5176838"/>
              <a:ext cx="107950" cy="52388"/>
            </a:xfrm>
            <a:custGeom>
              <a:avLst/>
              <a:gdLst>
                <a:gd name="T0" fmla="*/ 20 w 38"/>
                <a:gd name="T1" fmla="*/ 19 h 19"/>
                <a:gd name="T2" fmla="*/ 1 w 38"/>
                <a:gd name="T3" fmla="*/ 9 h 19"/>
                <a:gd name="T4" fmla="*/ 17 w 38"/>
                <a:gd name="T5" fmla="*/ 0 h 19"/>
                <a:gd name="T6" fmla="*/ 37 w 38"/>
                <a:gd name="T7" fmla="*/ 9 h 19"/>
                <a:gd name="T8" fmla="*/ 20 w 38"/>
                <a:gd name="T9" fmla="*/ 19 h 19"/>
              </a:gdLst>
              <a:ahLst/>
              <a:cxnLst>
                <a:cxn ang="0">
                  <a:pos x="T0" y="T1"/>
                </a:cxn>
                <a:cxn ang="0">
                  <a:pos x="T2" y="T3"/>
                </a:cxn>
                <a:cxn ang="0">
                  <a:pos x="T4" y="T5"/>
                </a:cxn>
                <a:cxn ang="0">
                  <a:pos x="T6" y="T7"/>
                </a:cxn>
                <a:cxn ang="0">
                  <a:pos x="T8" y="T9"/>
                </a:cxn>
              </a:cxnLst>
              <a:rect l="0" t="0" r="r" b="b"/>
              <a:pathLst>
                <a:path w="38" h="19">
                  <a:moveTo>
                    <a:pt x="20" y="19"/>
                  </a:moveTo>
                  <a:cubicBezTo>
                    <a:pt x="10" y="19"/>
                    <a:pt x="1" y="15"/>
                    <a:pt x="1" y="9"/>
                  </a:cubicBezTo>
                  <a:cubicBezTo>
                    <a:pt x="0" y="4"/>
                    <a:pt x="7" y="0"/>
                    <a:pt x="17" y="0"/>
                  </a:cubicBezTo>
                  <a:cubicBezTo>
                    <a:pt x="27" y="0"/>
                    <a:pt x="36" y="4"/>
                    <a:pt x="37" y="9"/>
                  </a:cubicBezTo>
                  <a:cubicBezTo>
                    <a:pt x="38" y="15"/>
                    <a:pt x="30" y="19"/>
                    <a:pt x="20" y="1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4" name="Freeform 580"/>
            <p:cNvSpPr>
              <a:spLocks noEditPoints="1"/>
            </p:cNvSpPr>
            <p:nvPr/>
          </p:nvSpPr>
          <p:spPr bwMode="auto">
            <a:xfrm>
              <a:off x="4441825" y="5173663"/>
              <a:ext cx="111125" cy="58738"/>
            </a:xfrm>
            <a:custGeom>
              <a:avLst/>
              <a:gdLst>
                <a:gd name="T0" fmla="*/ 18 w 40"/>
                <a:gd name="T1" fmla="*/ 1 h 21"/>
                <a:gd name="T2" fmla="*/ 37 w 40"/>
                <a:gd name="T3" fmla="*/ 10 h 21"/>
                <a:gd name="T4" fmla="*/ 21 w 40"/>
                <a:gd name="T5" fmla="*/ 19 h 21"/>
                <a:gd name="T6" fmla="*/ 3 w 40"/>
                <a:gd name="T7" fmla="*/ 10 h 21"/>
                <a:gd name="T8" fmla="*/ 18 w 40"/>
                <a:gd name="T9" fmla="*/ 1 h 21"/>
                <a:gd name="T10" fmla="*/ 18 w 40"/>
                <a:gd name="T11" fmla="*/ 0 h 21"/>
                <a:gd name="T12" fmla="*/ 0 w 40"/>
                <a:gd name="T13" fmla="*/ 10 h 21"/>
                <a:gd name="T14" fmla="*/ 21 w 40"/>
                <a:gd name="T15" fmla="*/ 20 h 21"/>
                <a:gd name="T16" fmla="*/ 39 w 40"/>
                <a:gd name="T17" fmla="*/ 10 h 21"/>
                <a:gd name="T18" fmla="*/ 18 w 40"/>
                <a:gd name="T1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21">
                  <a:moveTo>
                    <a:pt x="18" y="1"/>
                  </a:moveTo>
                  <a:cubicBezTo>
                    <a:pt x="28" y="1"/>
                    <a:pt x="36" y="5"/>
                    <a:pt x="37" y="10"/>
                  </a:cubicBezTo>
                  <a:cubicBezTo>
                    <a:pt x="38" y="15"/>
                    <a:pt x="31" y="19"/>
                    <a:pt x="21" y="19"/>
                  </a:cubicBezTo>
                  <a:cubicBezTo>
                    <a:pt x="12" y="19"/>
                    <a:pt x="3" y="15"/>
                    <a:pt x="3" y="10"/>
                  </a:cubicBezTo>
                  <a:cubicBezTo>
                    <a:pt x="2" y="5"/>
                    <a:pt x="9" y="1"/>
                    <a:pt x="18" y="1"/>
                  </a:cubicBezTo>
                  <a:moveTo>
                    <a:pt x="18" y="0"/>
                  </a:moveTo>
                  <a:cubicBezTo>
                    <a:pt x="8" y="0"/>
                    <a:pt x="0" y="5"/>
                    <a:pt x="0" y="10"/>
                  </a:cubicBezTo>
                  <a:cubicBezTo>
                    <a:pt x="1" y="16"/>
                    <a:pt x="11" y="21"/>
                    <a:pt x="21" y="20"/>
                  </a:cubicBezTo>
                  <a:cubicBezTo>
                    <a:pt x="32" y="20"/>
                    <a:pt x="40" y="16"/>
                    <a:pt x="39" y="10"/>
                  </a:cubicBezTo>
                  <a:cubicBezTo>
                    <a:pt x="38" y="5"/>
                    <a:pt x="29" y="0"/>
                    <a:pt x="1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5" name="Freeform 581"/>
            <p:cNvSpPr>
              <a:spLocks/>
            </p:cNvSpPr>
            <p:nvPr/>
          </p:nvSpPr>
          <p:spPr bwMode="auto">
            <a:xfrm>
              <a:off x="4586288" y="4757738"/>
              <a:ext cx="101600" cy="58738"/>
            </a:xfrm>
            <a:custGeom>
              <a:avLst/>
              <a:gdLst>
                <a:gd name="T0" fmla="*/ 20 w 36"/>
                <a:gd name="T1" fmla="*/ 21 h 21"/>
                <a:gd name="T2" fmla="*/ 1 w 36"/>
                <a:gd name="T3" fmla="*/ 10 h 21"/>
                <a:gd name="T4" fmla="*/ 16 w 36"/>
                <a:gd name="T5" fmla="*/ 0 h 21"/>
                <a:gd name="T6" fmla="*/ 35 w 36"/>
                <a:gd name="T7" fmla="*/ 10 h 21"/>
                <a:gd name="T8" fmla="*/ 20 w 36"/>
                <a:gd name="T9" fmla="*/ 21 h 21"/>
              </a:gdLst>
              <a:ahLst/>
              <a:cxnLst>
                <a:cxn ang="0">
                  <a:pos x="T0" y="T1"/>
                </a:cxn>
                <a:cxn ang="0">
                  <a:pos x="T2" y="T3"/>
                </a:cxn>
                <a:cxn ang="0">
                  <a:pos x="T4" y="T5"/>
                </a:cxn>
                <a:cxn ang="0">
                  <a:pos x="T6" y="T7"/>
                </a:cxn>
                <a:cxn ang="0">
                  <a:pos x="T8" y="T9"/>
                </a:cxn>
              </a:cxnLst>
              <a:rect l="0" t="0" r="r" b="b"/>
              <a:pathLst>
                <a:path w="36" h="21">
                  <a:moveTo>
                    <a:pt x="20" y="21"/>
                  </a:moveTo>
                  <a:cubicBezTo>
                    <a:pt x="10" y="21"/>
                    <a:pt x="2" y="16"/>
                    <a:pt x="1" y="10"/>
                  </a:cubicBezTo>
                  <a:cubicBezTo>
                    <a:pt x="0" y="5"/>
                    <a:pt x="7" y="0"/>
                    <a:pt x="16" y="0"/>
                  </a:cubicBezTo>
                  <a:cubicBezTo>
                    <a:pt x="25" y="0"/>
                    <a:pt x="34" y="5"/>
                    <a:pt x="35" y="10"/>
                  </a:cubicBezTo>
                  <a:cubicBezTo>
                    <a:pt x="36" y="16"/>
                    <a:pt x="29" y="21"/>
                    <a:pt x="20" y="21"/>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6" name="Freeform 582"/>
            <p:cNvSpPr>
              <a:spLocks noEditPoints="1"/>
            </p:cNvSpPr>
            <p:nvPr/>
          </p:nvSpPr>
          <p:spPr bwMode="auto">
            <a:xfrm>
              <a:off x="4584700" y="4756150"/>
              <a:ext cx="106363" cy="60325"/>
            </a:xfrm>
            <a:custGeom>
              <a:avLst/>
              <a:gdLst>
                <a:gd name="T0" fmla="*/ 17 w 38"/>
                <a:gd name="T1" fmla="*/ 2 h 22"/>
                <a:gd name="T2" fmla="*/ 35 w 38"/>
                <a:gd name="T3" fmla="*/ 11 h 22"/>
                <a:gd name="T4" fmla="*/ 21 w 38"/>
                <a:gd name="T5" fmla="*/ 21 h 22"/>
                <a:gd name="T6" fmla="*/ 3 w 38"/>
                <a:gd name="T7" fmla="*/ 11 h 22"/>
                <a:gd name="T8" fmla="*/ 17 w 38"/>
                <a:gd name="T9" fmla="*/ 2 h 22"/>
                <a:gd name="T10" fmla="*/ 17 w 38"/>
                <a:gd name="T11" fmla="*/ 0 h 22"/>
                <a:gd name="T12" fmla="*/ 1 w 38"/>
                <a:gd name="T13" fmla="*/ 11 h 22"/>
                <a:gd name="T14" fmla="*/ 21 w 38"/>
                <a:gd name="T15" fmla="*/ 22 h 22"/>
                <a:gd name="T16" fmla="*/ 37 w 38"/>
                <a:gd name="T17" fmla="*/ 11 h 22"/>
                <a:gd name="T18" fmla="*/ 17 w 38"/>
                <a:gd name="T1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22">
                  <a:moveTo>
                    <a:pt x="17" y="2"/>
                  </a:moveTo>
                  <a:cubicBezTo>
                    <a:pt x="26" y="1"/>
                    <a:pt x="34" y="6"/>
                    <a:pt x="35" y="11"/>
                  </a:cubicBezTo>
                  <a:cubicBezTo>
                    <a:pt x="36" y="17"/>
                    <a:pt x="29" y="21"/>
                    <a:pt x="21" y="21"/>
                  </a:cubicBezTo>
                  <a:cubicBezTo>
                    <a:pt x="12" y="21"/>
                    <a:pt x="4" y="17"/>
                    <a:pt x="3" y="11"/>
                  </a:cubicBezTo>
                  <a:cubicBezTo>
                    <a:pt x="2" y="6"/>
                    <a:pt x="8" y="2"/>
                    <a:pt x="17" y="2"/>
                  </a:cubicBezTo>
                  <a:moveTo>
                    <a:pt x="17" y="0"/>
                  </a:moveTo>
                  <a:cubicBezTo>
                    <a:pt x="7" y="0"/>
                    <a:pt x="0" y="5"/>
                    <a:pt x="1" y="11"/>
                  </a:cubicBezTo>
                  <a:cubicBezTo>
                    <a:pt x="2" y="18"/>
                    <a:pt x="11" y="22"/>
                    <a:pt x="21" y="22"/>
                  </a:cubicBezTo>
                  <a:cubicBezTo>
                    <a:pt x="31" y="22"/>
                    <a:pt x="38" y="17"/>
                    <a:pt x="37" y="11"/>
                  </a:cubicBezTo>
                  <a:cubicBezTo>
                    <a:pt x="36" y="5"/>
                    <a:pt x="27" y="0"/>
                    <a:pt x="1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7" name="Freeform 583"/>
            <p:cNvSpPr>
              <a:spLocks/>
            </p:cNvSpPr>
            <p:nvPr/>
          </p:nvSpPr>
          <p:spPr bwMode="auto">
            <a:xfrm>
              <a:off x="4976813" y="4741863"/>
              <a:ext cx="106363" cy="58738"/>
            </a:xfrm>
            <a:custGeom>
              <a:avLst/>
              <a:gdLst>
                <a:gd name="T0" fmla="*/ 22 w 38"/>
                <a:gd name="T1" fmla="*/ 21 h 21"/>
                <a:gd name="T2" fmla="*/ 2 w 38"/>
                <a:gd name="T3" fmla="*/ 10 h 21"/>
                <a:gd name="T4" fmla="*/ 16 w 38"/>
                <a:gd name="T5" fmla="*/ 0 h 21"/>
                <a:gd name="T6" fmla="*/ 37 w 38"/>
                <a:gd name="T7" fmla="*/ 10 h 21"/>
                <a:gd name="T8" fmla="*/ 22 w 38"/>
                <a:gd name="T9" fmla="*/ 21 h 21"/>
              </a:gdLst>
              <a:ahLst/>
              <a:cxnLst>
                <a:cxn ang="0">
                  <a:pos x="T0" y="T1"/>
                </a:cxn>
                <a:cxn ang="0">
                  <a:pos x="T2" y="T3"/>
                </a:cxn>
                <a:cxn ang="0">
                  <a:pos x="T4" y="T5"/>
                </a:cxn>
                <a:cxn ang="0">
                  <a:pos x="T6" y="T7"/>
                </a:cxn>
                <a:cxn ang="0">
                  <a:pos x="T8" y="T9"/>
                </a:cxn>
              </a:cxnLst>
              <a:rect l="0" t="0" r="r" b="b"/>
              <a:pathLst>
                <a:path w="38" h="21">
                  <a:moveTo>
                    <a:pt x="22" y="21"/>
                  </a:moveTo>
                  <a:cubicBezTo>
                    <a:pt x="12" y="21"/>
                    <a:pt x="3" y="16"/>
                    <a:pt x="2" y="10"/>
                  </a:cubicBezTo>
                  <a:cubicBezTo>
                    <a:pt x="0" y="5"/>
                    <a:pt x="7" y="0"/>
                    <a:pt x="16" y="0"/>
                  </a:cubicBezTo>
                  <a:cubicBezTo>
                    <a:pt x="26" y="0"/>
                    <a:pt x="35" y="5"/>
                    <a:pt x="37" y="10"/>
                  </a:cubicBezTo>
                  <a:cubicBezTo>
                    <a:pt x="38" y="16"/>
                    <a:pt x="31" y="21"/>
                    <a:pt x="22" y="21"/>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8" name="Freeform 584"/>
            <p:cNvSpPr>
              <a:spLocks noEditPoints="1"/>
            </p:cNvSpPr>
            <p:nvPr/>
          </p:nvSpPr>
          <p:spPr bwMode="auto">
            <a:xfrm>
              <a:off x="4973638" y="4738688"/>
              <a:ext cx="112713" cy="61913"/>
            </a:xfrm>
            <a:custGeom>
              <a:avLst/>
              <a:gdLst>
                <a:gd name="T0" fmla="*/ 18 w 40"/>
                <a:gd name="T1" fmla="*/ 1 h 22"/>
                <a:gd name="T2" fmla="*/ 37 w 40"/>
                <a:gd name="T3" fmla="*/ 11 h 22"/>
                <a:gd name="T4" fmla="*/ 23 w 40"/>
                <a:gd name="T5" fmla="*/ 21 h 22"/>
                <a:gd name="T6" fmla="*/ 4 w 40"/>
                <a:gd name="T7" fmla="*/ 11 h 22"/>
                <a:gd name="T8" fmla="*/ 18 w 40"/>
                <a:gd name="T9" fmla="*/ 1 h 22"/>
                <a:gd name="T10" fmla="*/ 17 w 40"/>
                <a:gd name="T11" fmla="*/ 0 h 22"/>
                <a:gd name="T12" fmla="*/ 2 w 40"/>
                <a:gd name="T13" fmla="*/ 11 h 22"/>
                <a:gd name="T14" fmla="*/ 23 w 40"/>
                <a:gd name="T15" fmla="*/ 22 h 22"/>
                <a:gd name="T16" fmla="*/ 39 w 40"/>
                <a:gd name="T17" fmla="*/ 11 h 22"/>
                <a:gd name="T18" fmla="*/ 17 w 40"/>
                <a:gd name="T1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22">
                  <a:moveTo>
                    <a:pt x="18" y="1"/>
                  </a:moveTo>
                  <a:cubicBezTo>
                    <a:pt x="27" y="1"/>
                    <a:pt x="35" y="6"/>
                    <a:pt x="37" y="11"/>
                  </a:cubicBezTo>
                  <a:cubicBezTo>
                    <a:pt x="38" y="17"/>
                    <a:pt x="32" y="21"/>
                    <a:pt x="23" y="21"/>
                  </a:cubicBezTo>
                  <a:cubicBezTo>
                    <a:pt x="14" y="21"/>
                    <a:pt x="5" y="17"/>
                    <a:pt x="4" y="11"/>
                  </a:cubicBezTo>
                  <a:cubicBezTo>
                    <a:pt x="2" y="6"/>
                    <a:pt x="9" y="2"/>
                    <a:pt x="18" y="1"/>
                  </a:cubicBezTo>
                  <a:moveTo>
                    <a:pt x="17" y="0"/>
                  </a:moveTo>
                  <a:cubicBezTo>
                    <a:pt x="7" y="0"/>
                    <a:pt x="0" y="5"/>
                    <a:pt x="2" y="11"/>
                  </a:cubicBezTo>
                  <a:cubicBezTo>
                    <a:pt x="3" y="18"/>
                    <a:pt x="13" y="22"/>
                    <a:pt x="23" y="22"/>
                  </a:cubicBezTo>
                  <a:cubicBezTo>
                    <a:pt x="33" y="22"/>
                    <a:pt x="40" y="17"/>
                    <a:pt x="39" y="11"/>
                  </a:cubicBezTo>
                  <a:cubicBezTo>
                    <a:pt x="37" y="5"/>
                    <a:pt x="27" y="0"/>
                    <a:pt x="1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9" name="Freeform 585"/>
            <p:cNvSpPr>
              <a:spLocks/>
            </p:cNvSpPr>
            <p:nvPr/>
          </p:nvSpPr>
          <p:spPr bwMode="auto">
            <a:xfrm>
              <a:off x="4032250" y="4856163"/>
              <a:ext cx="158750" cy="95250"/>
            </a:xfrm>
            <a:custGeom>
              <a:avLst/>
              <a:gdLst>
                <a:gd name="T0" fmla="*/ 30 w 57"/>
                <a:gd name="T1" fmla="*/ 34 h 34"/>
                <a:gd name="T2" fmla="*/ 1 w 57"/>
                <a:gd name="T3" fmla="*/ 17 h 34"/>
                <a:gd name="T4" fmla="*/ 27 w 57"/>
                <a:gd name="T5" fmla="*/ 1 h 34"/>
                <a:gd name="T6" fmla="*/ 56 w 57"/>
                <a:gd name="T7" fmla="*/ 17 h 34"/>
                <a:gd name="T8" fmla="*/ 30 w 57"/>
                <a:gd name="T9" fmla="*/ 34 h 34"/>
              </a:gdLst>
              <a:ahLst/>
              <a:cxnLst>
                <a:cxn ang="0">
                  <a:pos x="T0" y="T1"/>
                </a:cxn>
                <a:cxn ang="0">
                  <a:pos x="T2" y="T3"/>
                </a:cxn>
                <a:cxn ang="0">
                  <a:pos x="T4" y="T5"/>
                </a:cxn>
                <a:cxn ang="0">
                  <a:pos x="T6" y="T7"/>
                </a:cxn>
                <a:cxn ang="0">
                  <a:pos x="T8" y="T9"/>
                </a:cxn>
              </a:cxnLst>
              <a:rect l="0" t="0" r="r" b="b"/>
              <a:pathLst>
                <a:path w="57" h="34">
                  <a:moveTo>
                    <a:pt x="30" y="34"/>
                  </a:moveTo>
                  <a:cubicBezTo>
                    <a:pt x="14" y="34"/>
                    <a:pt x="1" y="26"/>
                    <a:pt x="1" y="17"/>
                  </a:cubicBezTo>
                  <a:cubicBezTo>
                    <a:pt x="0" y="8"/>
                    <a:pt x="12" y="1"/>
                    <a:pt x="27" y="1"/>
                  </a:cubicBezTo>
                  <a:cubicBezTo>
                    <a:pt x="42" y="0"/>
                    <a:pt x="55" y="8"/>
                    <a:pt x="56" y="17"/>
                  </a:cubicBezTo>
                  <a:cubicBezTo>
                    <a:pt x="57" y="26"/>
                    <a:pt x="45" y="34"/>
                    <a:pt x="30" y="34"/>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0" name="Freeform 586"/>
            <p:cNvSpPr>
              <a:spLocks noEditPoints="1"/>
            </p:cNvSpPr>
            <p:nvPr/>
          </p:nvSpPr>
          <p:spPr bwMode="auto">
            <a:xfrm>
              <a:off x="4029075" y="4856163"/>
              <a:ext cx="165100" cy="95250"/>
            </a:xfrm>
            <a:custGeom>
              <a:avLst/>
              <a:gdLst>
                <a:gd name="T0" fmla="*/ 28 w 59"/>
                <a:gd name="T1" fmla="*/ 1 h 34"/>
                <a:gd name="T2" fmla="*/ 56 w 59"/>
                <a:gd name="T3" fmla="*/ 17 h 34"/>
                <a:gd name="T4" fmla="*/ 30 w 59"/>
                <a:gd name="T5" fmla="*/ 33 h 34"/>
                <a:gd name="T6" fmla="*/ 3 w 59"/>
                <a:gd name="T7" fmla="*/ 17 h 34"/>
                <a:gd name="T8" fmla="*/ 28 w 59"/>
                <a:gd name="T9" fmla="*/ 1 h 34"/>
                <a:gd name="T10" fmla="*/ 28 w 59"/>
                <a:gd name="T11" fmla="*/ 0 h 34"/>
                <a:gd name="T12" fmla="*/ 1 w 59"/>
                <a:gd name="T13" fmla="*/ 17 h 34"/>
                <a:gd name="T14" fmla="*/ 31 w 59"/>
                <a:gd name="T15" fmla="*/ 34 h 34"/>
                <a:gd name="T16" fmla="*/ 58 w 59"/>
                <a:gd name="T17" fmla="*/ 17 h 34"/>
                <a:gd name="T18" fmla="*/ 28 w 59"/>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 h="34">
                  <a:moveTo>
                    <a:pt x="28" y="1"/>
                  </a:moveTo>
                  <a:cubicBezTo>
                    <a:pt x="43" y="1"/>
                    <a:pt x="55" y="8"/>
                    <a:pt x="56" y="17"/>
                  </a:cubicBezTo>
                  <a:cubicBezTo>
                    <a:pt x="57" y="26"/>
                    <a:pt x="45" y="33"/>
                    <a:pt x="30" y="33"/>
                  </a:cubicBezTo>
                  <a:cubicBezTo>
                    <a:pt x="16" y="33"/>
                    <a:pt x="3" y="26"/>
                    <a:pt x="3" y="17"/>
                  </a:cubicBezTo>
                  <a:cubicBezTo>
                    <a:pt x="2" y="9"/>
                    <a:pt x="14" y="1"/>
                    <a:pt x="28" y="1"/>
                  </a:cubicBezTo>
                  <a:moveTo>
                    <a:pt x="28" y="0"/>
                  </a:moveTo>
                  <a:cubicBezTo>
                    <a:pt x="13" y="0"/>
                    <a:pt x="0" y="8"/>
                    <a:pt x="1" y="17"/>
                  </a:cubicBezTo>
                  <a:cubicBezTo>
                    <a:pt x="1" y="27"/>
                    <a:pt x="15" y="34"/>
                    <a:pt x="31" y="34"/>
                  </a:cubicBezTo>
                  <a:cubicBezTo>
                    <a:pt x="47" y="34"/>
                    <a:pt x="59" y="27"/>
                    <a:pt x="58" y="17"/>
                  </a:cubicBezTo>
                  <a:cubicBezTo>
                    <a:pt x="57" y="8"/>
                    <a:pt x="44" y="0"/>
                    <a:pt x="2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1" name="Freeform 587"/>
            <p:cNvSpPr>
              <a:spLocks/>
            </p:cNvSpPr>
            <p:nvPr/>
          </p:nvSpPr>
          <p:spPr bwMode="auto">
            <a:xfrm>
              <a:off x="4676775" y="4914900"/>
              <a:ext cx="193675" cy="101600"/>
            </a:xfrm>
            <a:custGeom>
              <a:avLst/>
              <a:gdLst>
                <a:gd name="T0" fmla="*/ 38 w 69"/>
                <a:gd name="T1" fmla="*/ 36 h 36"/>
                <a:gd name="T2" fmla="*/ 2 w 69"/>
                <a:gd name="T3" fmla="*/ 18 h 36"/>
                <a:gd name="T4" fmla="*/ 30 w 69"/>
                <a:gd name="T5" fmla="*/ 0 h 36"/>
                <a:gd name="T6" fmla="*/ 66 w 69"/>
                <a:gd name="T7" fmla="*/ 18 h 36"/>
                <a:gd name="T8" fmla="*/ 38 w 69"/>
                <a:gd name="T9" fmla="*/ 36 h 36"/>
              </a:gdLst>
              <a:ahLst/>
              <a:cxnLst>
                <a:cxn ang="0">
                  <a:pos x="T0" y="T1"/>
                </a:cxn>
                <a:cxn ang="0">
                  <a:pos x="T2" y="T3"/>
                </a:cxn>
                <a:cxn ang="0">
                  <a:pos x="T4" y="T5"/>
                </a:cxn>
                <a:cxn ang="0">
                  <a:pos x="T6" y="T7"/>
                </a:cxn>
                <a:cxn ang="0">
                  <a:pos x="T8" y="T9"/>
                </a:cxn>
              </a:cxnLst>
              <a:rect l="0" t="0" r="r" b="b"/>
              <a:pathLst>
                <a:path w="69" h="36">
                  <a:moveTo>
                    <a:pt x="38" y="36"/>
                  </a:moveTo>
                  <a:cubicBezTo>
                    <a:pt x="20" y="36"/>
                    <a:pt x="4" y="28"/>
                    <a:pt x="2" y="18"/>
                  </a:cubicBezTo>
                  <a:cubicBezTo>
                    <a:pt x="0" y="8"/>
                    <a:pt x="13" y="0"/>
                    <a:pt x="30" y="0"/>
                  </a:cubicBezTo>
                  <a:cubicBezTo>
                    <a:pt x="48" y="0"/>
                    <a:pt x="64" y="8"/>
                    <a:pt x="66" y="18"/>
                  </a:cubicBezTo>
                  <a:cubicBezTo>
                    <a:pt x="69" y="28"/>
                    <a:pt x="56" y="36"/>
                    <a:pt x="38" y="36"/>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2" name="Freeform 588"/>
            <p:cNvSpPr>
              <a:spLocks noEditPoints="1"/>
            </p:cNvSpPr>
            <p:nvPr/>
          </p:nvSpPr>
          <p:spPr bwMode="auto">
            <a:xfrm>
              <a:off x="4673600" y="4911725"/>
              <a:ext cx="200025" cy="104775"/>
            </a:xfrm>
            <a:custGeom>
              <a:avLst/>
              <a:gdLst>
                <a:gd name="T0" fmla="*/ 31 w 71"/>
                <a:gd name="T1" fmla="*/ 1 h 37"/>
                <a:gd name="T2" fmla="*/ 66 w 71"/>
                <a:gd name="T3" fmla="*/ 19 h 37"/>
                <a:gd name="T4" fmla="*/ 39 w 71"/>
                <a:gd name="T5" fmla="*/ 36 h 37"/>
                <a:gd name="T6" fmla="*/ 4 w 71"/>
                <a:gd name="T7" fmla="*/ 19 h 37"/>
                <a:gd name="T8" fmla="*/ 31 w 71"/>
                <a:gd name="T9" fmla="*/ 1 h 37"/>
                <a:gd name="T10" fmla="*/ 31 w 71"/>
                <a:gd name="T11" fmla="*/ 0 h 37"/>
                <a:gd name="T12" fmla="*/ 2 w 71"/>
                <a:gd name="T13" fmla="*/ 19 h 37"/>
                <a:gd name="T14" fmla="*/ 39 w 71"/>
                <a:gd name="T15" fmla="*/ 37 h 37"/>
                <a:gd name="T16" fmla="*/ 68 w 71"/>
                <a:gd name="T17" fmla="*/ 19 h 37"/>
                <a:gd name="T18" fmla="*/ 31 w 71"/>
                <a:gd name="T19"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 h="37">
                  <a:moveTo>
                    <a:pt x="31" y="1"/>
                  </a:moveTo>
                  <a:cubicBezTo>
                    <a:pt x="48" y="1"/>
                    <a:pt x="64" y="9"/>
                    <a:pt x="66" y="19"/>
                  </a:cubicBezTo>
                  <a:cubicBezTo>
                    <a:pt x="68" y="28"/>
                    <a:pt x="56" y="36"/>
                    <a:pt x="39" y="36"/>
                  </a:cubicBezTo>
                  <a:cubicBezTo>
                    <a:pt x="21" y="36"/>
                    <a:pt x="6" y="29"/>
                    <a:pt x="4" y="19"/>
                  </a:cubicBezTo>
                  <a:cubicBezTo>
                    <a:pt x="2" y="9"/>
                    <a:pt x="14" y="1"/>
                    <a:pt x="31" y="1"/>
                  </a:cubicBezTo>
                  <a:moveTo>
                    <a:pt x="31" y="0"/>
                  </a:moveTo>
                  <a:cubicBezTo>
                    <a:pt x="13" y="0"/>
                    <a:pt x="0" y="9"/>
                    <a:pt x="2" y="19"/>
                  </a:cubicBezTo>
                  <a:cubicBezTo>
                    <a:pt x="4" y="29"/>
                    <a:pt x="20" y="37"/>
                    <a:pt x="39" y="37"/>
                  </a:cubicBezTo>
                  <a:cubicBezTo>
                    <a:pt x="58" y="37"/>
                    <a:pt x="71" y="29"/>
                    <a:pt x="68" y="19"/>
                  </a:cubicBezTo>
                  <a:cubicBezTo>
                    <a:pt x="66" y="8"/>
                    <a:pt x="49" y="0"/>
                    <a:pt x="3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3" name="Freeform 589"/>
            <p:cNvSpPr>
              <a:spLocks/>
            </p:cNvSpPr>
            <p:nvPr/>
          </p:nvSpPr>
          <p:spPr bwMode="auto">
            <a:xfrm>
              <a:off x="4300538" y="5108575"/>
              <a:ext cx="127000" cy="68263"/>
            </a:xfrm>
            <a:custGeom>
              <a:avLst/>
              <a:gdLst>
                <a:gd name="T0" fmla="*/ 24 w 45"/>
                <a:gd name="T1" fmla="*/ 24 h 24"/>
                <a:gd name="T2" fmla="*/ 0 w 45"/>
                <a:gd name="T3" fmla="*/ 12 h 24"/>
                <a:gd name="T4" fmla="*/ 21 w 45"/>
                <a:gd name="T5" fmla="*/ 0 h 24"/>
                <a:gd name="T6" fmla="*/ 44 w 45"/>
                <a:gd name="T7" fmla="*/ 12 h 24"/>
                <a:gd name="T8" fmla="*/ 24 w 45"/>
                <a:gd name="T9" fmla="*/ 24 h 24"/>
              </a:gdLst>
              <a:ahLst/>
              <a:cxnLst>
                <a:cxn ang="0">
                  <a:pos x="T0" y="T1"/>
                </a:cxn>
                <a:cxn ang="0">
                  <a:pos x="T2" y="T3"/>
                </a:cxn>
                <a:cxn ang="0">
                  <a:pos x="T4" y="T5"/>
                </a:cxn>
                <a:cxn ang="0">
                  <a:pos x="T6" y="T7"/>
                </a:cxn>
                <a:cxn ang="0">
                  <a:pos x="T8" y="T9"/>
                </a:cxn>
              </a:cxnLst>
              <a:rect l="0" t="0" r="r" b="b"/>
              <a:pathLst>
                <a:path w="45" h="24">
                  <a:moveTo>
                    <a:pt x="24" y="24"/>
                  </a:moveTo>
                  <a:cubicBezTo>
                    <a:pt x="11" y="24"/>
                    <a:pt x="1" y="18"/>
                    <a:pt x="0" y="12"/>
                  </a:cubicBezTo>
                  <a:cubicBezTo>
                    <a:pt x="0" y="6"/>
                    <a:pt x="9" y="0"/>
                    <a:pt x="21" y="0"/>
                  </a:cubicBezTo>
                  <a:cubicBezTo>
                    <a:pt x="32" y="0"/>
                    <a:pt x="43" y="5"/>
                    <a:pt x="44" y="12"/>
                  </a:cubicBezTo>
                  <a:cubicBezTo>
                    <a:pt x="45" y="18"/>
                    <a:pt x="36" y="24"/>
                    <a:pt x="24" y="24"/>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4" name="Freeform 590"/>
            <p:cNvSpPr>
              <a:spLocks noEditPoints="1"/>
            </p:cNvSpPr>
            <p:nvPr/>
          </p:nvSpPr>
          <p:spPr bwMode="auto">
            <a:xfrm>
              <a:off x="4295775" y="5108575"/>
              <a:ext cx="134938" cy="68263"/>
            </a:xfrm>
            <a:custGeom>
              <a:avLst/>
              <a:gdLst>
                <a:gd name="T0" fmla="*/ 23 w 48"/>
                <a:gd name="T1" fmla="*/ 1 h 24"/>
                <a:gd name="T2" fmla="*/ 45 w 48"/>
                <a:gd name="T3" fmla="*/ 12 h 24"/>
                <a:gd name="T4" fmla="*/ 26 w 48"/>
                <a:gd name="T5" fmla="*/ 23 h 24"/>
                <a:gd name="T6" fmla="*/ 3 w 48"/>
                <a:gd name="T7" fmla="*/ 12 h 24"/>
                <a:gd name="T8" fmla="*/ 23 w 48"/>
                <a:gd name="T9" fmla="*/ 1 h 24"/>
                <a:gd name="T10" fmla="*/ 22 w 48"/>
                <a:gd name="T11" fmla="*/ 0 h 24"/>
                <a:gd name="T12" fmla="*/ 1 w 48"/>
                <a:gd name="T13" fmla="*/ 12 h 24"/>
                <a:gd name="T14" fmla="*/ 26 w 48"/>
                <a:gd name="T15" fmla="*/ 24 h 24"/>
                <a:gd name="T16" fmla="*/ 47 w 48"/>
                <a:gd name="T17" fmla="*/ 12 h 24"/>
                <a:gd name="T18" fmla="*/ 22 w 48"/>
                <a:gd name="T1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24">
                  <a:moveTo>
                    <a:pt x="23" y="1"/>
                  </a:moveTo>
                  <a:cubicBezTo>
                    <a:pt x="34" y="1"/>
                    <a:pt x="44" y="6"/>
                    <a:pt x="45" y="12"/>
                  </a:cubicBezTo>
                  <a:cubicBezTo>
                    <a:pt x="46" y="18"/>
                    <a:pt x="37" y="23"/>
                    <a:pt x="26" y="23"/>
                  </a:cubicBezTo>
                  <a:cubicBezTo>
                    <a:pt x="14" y="23"/>
                    <a:pt x="4" y="18"/>
                    <a:pt x="3" y="12"/>
                  </a:cubicBezTo>
                  <a:cubicBezTo>
                    <a:pt x="3" y="6"/>
                    <a:pt x="11" y="1"/>
                    <a:pt x="23" y="1"/>
                  </a:cubicBezTo>
                  <a:moveTo>
                    <a:pt x="22" y="0"/>
                  </a:moveTo>
                  <a:cubicBezTo>
                    <a:pt x="10" y="0"/>
                    <a:pt x="0" y="5"/>
                    <a:pt x="1" y="12"/>
                  </a:cubicBezTo>
                  <a:cubicBezTo>
                    <a:pt x="2" y="19"/>
                    <a:pt x="13" y="24"/>
                    <a:pt x="26" y="24"/>
                  </a:cubicBezTo>
                  <a:cubicBezTo>
                    <a:pt x="38" y="24"/>
                    <a:pt x="48" y="19"/>
                    <a:pt x="47" y="12"/>
                  </a:cubicBezTo>
                  <a:cubicBezTo>
                    <a:pt x="46" y="5"/>
                    <a:pt x="35" y="0"/>
                    <a:pt x="2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5" name="Freeform 591"/>
            <p:cNvSpPr>
              <a:spLocks/>
            </p:cNvSpPr>
            <p:nvPr/>
          </p:nvSpPr>
          <p:spPr bwMode="auto">
            <a:xfrm>
              <a:off x="4216400" y="4973638"/>
              <a:ext cx="134938" cy="73025"/>
            </a:xfrm>
            <a:custGeom>
              <a:avLst/>
              <a:gdLst>
                <a:gd name="T0" fmla="*/ 25 w 48"/>
                <a:gd name="T1" fmla="*/ 26 h 26"/>
                <a:gd name="T2" fmla="*/ 1 w 48"/>
                <a:gd name="T3" fmla="*/ 13 h 26"/>
                <a:gd name="T4" fmla="*/ 22 w 48"/>
                <a:gd name="T5" fmla="*/ 0 h 26"/>
                <a:gd name="T6" fmla="*/ 47 w 48"/>
                <a:gd name="T7" fmla="*/ 13 h 26"/>
                <a:gd name="T8" fmla="*/ 25 w 48"/>
                <a:gd name="T9" fmla="*/ 26 h 26"/>
              </a:gdLst>
              <a:ahLst/>
              <a:cxnLst>
                <a:cxn ang="0">
                  <a:pos x="T0" y="T1"/>
                </a:cxn>
                <a:cxn ang="0">
                  <a:pos x="T2" y="T3"/>
                </a:cxn>
                <a:cxn ang="0">
                  <a:pos x="T4" y="T5"/>
                </a:cxn>
                <a:cxn ang="0">
                  <a:pos x="T6" y="T7"/>
                </a:cxn>
                <a:cxn ang="0">
                  <a:pos x="T8" y="T9"/>
                </a:cxn>
              </a:cxnLst>
              <a:rect l="0" t="0" r="r" b="b"/>
              <a:pathLst>
                <a:path w="48" h="26">
                  <a:moveTo>
                    <a:pt x="25" y="26"/>
                  </a:moveTo>
                  <a:cubicBezTo>
                    <a:pt x="13" y="26"/>
                    <a:pt x="2" y="20"/>
                    <a:pt x="1" y="13"/>
                  </a:cubicBezTo>
                  <a:cubicBezTo>
                    <a:pt x="0" y="6"/>
                    <a:pt x="10" y="0"/>
                    <a:pt x="22" y="0"/>
                  </a:cubicBezTo>
                  <a:cubicBezTo>
                    <a:pt x="35" y="0"/>
                    <a:pt x="46" y="5"/>
                    <a:pt x="47" y="13"/>
                  </a:cubicBezTo>
                  <a:cubicBezTo>
                    <a:pt x="48" y="20"/>
                    <a:pt x="38" y="26"/>
                    <a:pt x="25" y="26"/>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6" name="Freeform 592"/>
            <p:cNvSpPr>
              <a:spLocks noEditPoints="1"/>
            </p:cNvSpPr>
            <p:nvPr/>
          </p:nvSpPr>
          <p:spPr bwMode="auto">
            <a:xfrm>
              <a:off x="4214813" y="4972050"/>
              <a:ext cx="139700" cy="74613"/>
            </a:xfrm>
            <a:custGeom>
              <a:avLst/>
              <a:gdLst>
                <a:gd name="T0" fmla="*/ 24 w 50"/>
                <a:gd name="T1" fmla="*/ 1 h 27"/>
                <a:gd name="T2" fmla="*/ 47 w 50"/>
                <a:gd name="T3" fmla="*/ 14 h 27"/>
                <a:gd name="T4" fmla="*/ 26 w 50"/>
                <a:gd name="T5" fmla="*/ 26 h 27"/>
                <a:gd name="T6" fmla="*/ 3 w 50"/>
                <a:gd name="T7" fmla="*/ 14 h 27"/>
                <a:gd name="T8" fmla="*/ 24 w 50"/>
                <a:gd name="T9" fmla="*/ 1 h 27"/>
                <a:gd name="T10" fmla="*/ 23 w 50"/>
                <a:gd name="T11" fmla="*/ 0 h 27"/>
                <a:gd name="T12" fmla="*/ 1 w 50"/>
                <a:gd name="T13" fmla="*/ 14 h 27"/>
                <a:gd name="T14" fmla="*/ 26 w 50"/>
                <a:gd name="T15" fmla="*/ 27 h 27"/>
                <a:gd name="T16" fmla="*/ 49 w 50"/>
                <a:gd name="T17" fmla="*/ 14 h 27"/>
                <a:gd name="T18" fmla="*/ 23 w 50"/>
                <a:gd name="T1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27">
                  <a:moveTo>
                    <a:pt x="24" y="1"/>
                  </a:moveTo>
                  <a:cubicBezTo>
                    <a:pt x="36" y="1"/>
                    <a:pt x="46" y="7"/>
                    <a:pt x="47" y="14"/>
                  </a:cubicBezTo>
                  <a:cubicBezTo>
                    <a:pt x="48" y="20"/>
                    <a:pt x="38" y="26"/>
                    <a:pt x="26" y="26"/>
                  </a:cubicBezTo>
                  <a:cubicBezTo>
                    <a:pt x="14" y="26"/>
                    <a:pt x="4" y="21"/>
                    <a:pt x="3" y="14"/>
                  </a:cubicBezTo>
                  <a:cubicBezTo>
                    <a:pt x="2" y="7"/>
                    <a:pt x="12" y="1"/>
                    <a:pt x="24" y="1"/>
                  </a:cubicBezTo>
                  <a:moveTo>
                    <a:pt x="23" y="0"/>
                  </a:moveTo>
                  <a:cubicBezTo>
                    <a:pt x="10" y="0"/>
                    <a:pt x="0" y="6"/>
                    <a:pt x="1" y="14"/>
                  </a:cubicBezTo>
                  <a:cubicBezTo>
                    <a:pt x="2" y="21"/>
                    <a:pt x="13" y="27"/>
                    <a:pt x="26" y="27"/>
                  </a:cubicBezTo>
                  <a:cubicBezTo>
                    <a:pt x="40" y="27"/>
                    <a:pt x="50" y="21"/>
                    <a:pt x="49" y="14"/>
                  </a:cubicBezTo>
                  <a:cubicBezTo>
                    <a:pt x="48" y="6"/>
                    <a:pt x="37" y="0"/>
                    <a:pt x="2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7" name="Freeform 593"/>
            <p:cNvSpPr>
              <a:spLocks/>
            </p:cNvSpPr>
            <p:nvPr/>
          </p:nvSpPr>
          <p:spPr bwMode="auto">
            <a:xfrm>
              <a:off x="4365625" y="4727575"/>
              <a:ext cx="128588" cy="77788"/>
            </a:xfrm>
            <a:custGeom>
              <a:avLst/>
              <a:gdLst>
                <a:gd name="T0" fmla="*/ 24 w 46"/>
                <a:gd name="T1" fmla="*/ 28 h 28"/>
                <a:gd name="T2" fmla="*/ 1 w 46"/>
                <a:gd name="T3" fmla="*/ 15 h 28"/>
                <a:gd name="T4" fmla="*/ 21 w 46"/>
                <a:gd name="T5" fmla="*/ 0 h 28"/>
                <a:gd name="T6" fmla="*/ 44 w 46"/>
                <a:gd name="T7" fmla="*/ 14 h 28"/>
                <a:gd name="T8" fmla="*/ 24 w 46"/>
                <a:gd name="T9" fmla="*/ 28 h 28"/>
              </a:gdLst>
              <a:ahLst/>
              <a:cxnLst>
                <a:cxn ang="0">
                  <a:pos x="T0" y="T1"/>
                </a:cxn>
                <a:cxn ang="0">
                  <a:pos x="T2" y="T3"/>
                </a:cxn>
                <a:cxn ang="0">
                  <a:pos x="T4" y="T5"/>
                </a:cxn>
                <a:cxn ang="0">
                  <a:pos x="T6" y="T7"/>
                </a:cxn>
                <a:cxn ang="0">
                  <a:pos x="T8" y="T9"/>
                </a:cxn>
              </a:cxnLst>
              <a:rect l="0" t="0" r="r" b="b"/>
              <a:pathLst>
                <a:path w="46" h="28">
                  <a:moveTo>
                    <a:pt x="24" y="28"/>
                  </a:moveTo>
                  <a:cubicBezTo>
                    <a:pt x="12" y="28"/>
                    <a:pt x="1" y="22"/>
                    <a:pt x="1" y="15"/>
                  </a:cubicBezTo>
                  <a:cubicBezTo>
                    <a:pt x="0" y="7"/>
                    <a:pt x="9" y="0"/>
                    <a:pt x="21" y="0"/>
                  </a:cubicBezTo>
                  <a:cubicBezTo>
                    <a:pt x="33" y="0"/>
                    <a:pt x="43" y="7"/>
                    <a:pt x="44" y="14"/>
                  </a:cubicBezTo>
                  <a:cubicBezTo>
                    <a:pt x="46" y="22"/>
                    <a:pt x="36" y="28"/>
                    <a:pt x="24" y="28"/>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8" name="Freeform 594"/>
            <p:cNvSpPr>
              <a:spLocks noEditPoints="1"/>
            </p:cNvSpPr>
            <p:nvPr/>
          </p:nvSpPr>
          <p:spPr bwMode="auto">
            <a:xfrm>
              <a:off x="4362450" y="4727575"/>
              <a:ext cx="134938" cy="80963"/>
            </a:xfrm>
            <a:custGeom>
              <a:avLst/>
              <a:gdLst>
                <a:gd name="T0" fmla="*/ 22 w 48"/>
                <a:gd name="T1" fmla="*/ 1 h 29"/>
                <a:gd name="T2" fmla="*/ 44 w 48"/>
                <a:gd name="T3" fmla="*/ 14 h 29"/>
                <a:gd name="T4" fmla="*/ 25 w 48"/>
                <a:gd name="T5" fmla="*/ 28 h 29"/>
                <a:gd name="T6" fmla="*/ 3 w 48"/>
                <a:gd name="T7" fmla="*/ 15 h 29"/>
                <a:gd name="T8" fmla="*/ 22 w 48"/>
                <a:gd name="T9" fmla="*/ 1 h 29"/>
                <a:gd name="T10" fmla="*/ 22 w 48"/>
                <a:gd name="T11" fmla="*/ 0 h 29"/>
                <a:gd name="T12" fmla="*/ 1 w 48"/>
                <a:gd name="T13" fmla="*/ 15 h 29"/>
                <a:gd name="T14" fmla="*/ 25 w 48"/>
                <a:gd name="T15" fmla="*/ 29 h 29"/>
                <a:gd name="T16" fmla="*/ 46 w 48"/>
                <a:gd name="T17" fmla="*/ 14 h 29"/>
                <a:gd name="T18" fmla="*/ 22 w 48"/>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29">
                  <a:moveTo>
                    <a:pt x="22" y="1"/>
                  </a:moveTo>
                  <a:cubicBezTo>
                    <a:pt x="33" y="1"/>
                    <a:pt x="43" y="7"/>
                    <a:pt x="44" y="14"/>
                  </a:cubicBezTo>
                  <a:cubicBezTo>
                    <a:pt x="45" y="22"/>
                    <a:pt x="37" y="28"/>
                    <a:pt x="25" y="28"/>
                  </a:cubicBezTo>
                  <a:cubicBezTo>
                    <a:pt x="14" y="28"/>
                    <a:pt x="3" y="22"/>
                    <a:pt x="3" y="15"/>
                  </a:cubicBezTo>
                  <a:cubicBezTo>
                    <a:pt x="2" y="7"/>
                    <a:pt x="10" y="1"/>
                    <a:pt x="22" y="1"/>
                  </a:cubicBezTo>
                  <a:moveTo>
                    <a:pt x="22" y="0"/>
                  </a:moveTo>
                  <a:cubicBezTo>
                    <a:pt x="9" y="0"/>
                    <a:pt x="0" y="6"/>
                    <a:pt x="1" y="15"/>
                  </a:cubicBezTo>
                  <a:cubicBezTo>
                    <a:pt x="1" y="23"/>
                    <a:pt x="13" y="29"/>
                    <a:pt x="25" y="29"/>
                  </a:cubicBezTo>
                  <a:cubicBezTo>
                    <a:pt x="38" y="29"/>
                    <a:pt x="48" y="22"/>
                    <a:pt x="46" y="14"/>
                  </a:cubicBezTo>
                  <a:cubicBezTo>
                    <a:pt x="45" y="6"/>
                    <a:pt x="34" y="0"/>
                    <a:pt x="2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9" name="Freeform 595"/>
            <p:cNvSpPr>
              <a:spLocks/>
            </p:cNvSpPr>
            <p:nvPr/>
          </p:nvSpPr>
          <p:spPr bwMode="auto">
            <a:xfrm>
              <a:off x="4870450" y="4665663"/>
              <a:ext cx="136525" cy="80963"/>
            </a:xfrm>
            <a:custGeom>
              <a:avLst/>
              <a:gdLst>
                <a:gd name="T0" fmla="*/ 27 w 49"/>
                <a:gd name="T1" fmla="*/ 29 h 29"/>
                <a:gd name="T2" fmla="*/ 2 w 49"/>
                <a:gd name="T3" fmla="*/ 15 h 29"/>
                <a:gd name="T4" fmla="*/ 21 w 49"/>
                <a:gd name="T5" fmla="*/ 0 h 29"/>
                <a:gd name="T6" fmla="*/ 47 w 49"/>
                <a:gd name="T7" fmla="*/ 15 h 29"/>
                <a:gd name="T8" fmla="*/ 27 w 49"/>
                <a:gd name="T9" fmla="*/ 29 h 29"/>
              </a:gdLst>
              <a:ahLst/>
              <a:cxnLst>
                <a:cxn ang="0">
                  <a:pos x="T0" y="T1"/>
                </a:cxn>
                <a:cxn ang="0">
                  <a:pos x="T2" y="T3"/>
                </a:cxn>
                <a:cxn ang="0">
                  <a:pos x="T4" y="T5"/>
                </a:cxn>
                <a:cxn ang="0">
                  <a:pos x="T6" y="T7"/>
                </a:cxn>
                <a:cxn ang="0">
                  <a:pos x="T8" y="T9"/>
                </a:cxn>
              </a:cxnLst>
              <a:rect l="0" t="0" r="r" b="b"/>
              <a:pathLst>
                <a:path w="49" h="29">
                  <a:moveTo>
                    <a:pt x="27" y="29"/>
                  </a:moveTo>
                  <a:cubicBezTo>
                    <a:pt x="15" y="29"/>
                    <a:pt x="3" y="23"/>
                    <a:pt x="2" y="15"/>
                  </a:cubicBezTo>
                  <a:cubicBezTo>
                    <a:pt x="0" y="7"/>
                    <a:pt x="8" y="0"/>
                    <a:pt x="21" y="0"/>
                  </a:cubicBezTo>
                  <a:cubicBezTo>
                    <a:pt x="33" y="0"/>
                    <a:pt x="45" y="7"/>
                    <a:pt x="47" y="15"/>
                  </a:cubicBezTo>
                  <a:cubicBezTo>
                    <a:pt x="49" y="22"/>
                    <a:pt x="40" y="29"/>
                    <a:pt x="27" y="2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0" name="Freeform 596"/>
            <p:cNvSpPr>
              <a:spLocks noEditPoints="1"/>
            </p:cNvSpPr>
            <p:nvPr/>
          </p:nvSpPr>
          <p:spPr bwMode="auto">
            <a:xfrm>
              <a:off x="4867275" y="4665663"/>
              <a:ext cx="142875" cy="80963"/>
            </a:xfrm>
            <a:custGeom>
              <a:avLst/>
              <a:gdLst>
                <a:gd name="T0" fmla="*/ 22 w 51"/>
                <a:gd name="T1" fmla="*/ 1 h 29"/>
                <a:gd name="T2" fmla="*/ 47 w 51"/>
                <a:gd name="T3" fmla="*/ 15 h 29"/>
                <a:gd name="T4" fmla="*/ 28 w 51"/>
                <a:gd name="T5" fmla="*/ 28 h 29"/>
                <a:gd name="T6" fmla="*/ 4 w 51"/>
                <a:gd name="T7" fmla="*/ 15 h 29"/>
                <a:gd name="T8" fmla="*/ 22 w 51"/>
                <a:gd name="T9" fmla="*/ 1 h 29"/>
                <a:gd name="T10" fmla="*/ 22 w 51"/>
                <a:gd name="T11" fmla="*/ 0 h 29"/>
                <a:gd name="T12" fmla="*/ 2 w 51"/>
                <a:gd name="T13" fmla="*/ 15 h 29"/>
                <a:gd name="T14" fmla="*/ 29 w 51"/>
                <a:gd name="T15" fmla="*/ 29 h 29"/>
                <a:gd name="T16" fmla="*/ 49 w 51"/>
                <a:gd name="T17" fmla="*/ 15 h 29"/>
                <a:gd name="T18" fmla="*/ 22 w 51"/>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29">
                  <a:moveTo>
                    <a:pt x="22" y="1"/>
                  </a:moveTo>
                  <a:cubicBezTo>
                    <a:pt x="34" y="1"/>
                    <a:pt x="45" y="7"/>
                    <a:pt x="47" y="15"/>
                  </a:cubicBezTo>
                  <a:cubicBezTo>
                    <a:pt x="49" y="22"/>
                    <a:pt x="40" y="28"/>
                    <a:pt x="28" y="28"/>
                  </a:cubicBezTo>
                  <a:cubicBezTo>
                    <a:pt x="16" y="28"/>
                    <a:pt x="5" y="22"/>
                    <a:pt x="4" y="15"/>
                  </a:cubicBezTo>
                  <a:cubicBezTo>
                    <a:pt x="2" y="7"/>
                    <a:pt x="10" y="1"/>
                    <a:pt x="22" y="1"/>
                  </a:cubicBezTo>
                  <a:moveTo>
                    <a:pt x="22" y="0"/>
                  </a:moveTo>
                  <a:cubicBezTo>
                    <a:pt x="9" y="0"/>
                    <a:pt x="0" y="7"/>
                    <a:pt x="2" y="15"/>
                  </a:cubicBezTo>
                  <a:cubicBezTo>
                    <a:pt x="3" y="23"/>
                    <a:pt x="16" y="29"/>
                    <a:pt x="29" y="29"/>
                  </a:cubicBezTo>
                  <a:cubicBezTo>
                    <a:pt x="42" y="29"/>
                    <a:pt x="51" y="23"/>
                    <a:pt x="49" y="15"/>
                  </a:cubicBezTo>
                  <a:cubicBezTo>
                    <a:pt x="47" y="6"/>
                    <a:pt x="35" y="0"/>
                    <a:pt x="2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1" name="Freeform 597"/>
            <p:cNvSpPr>
              <a:spLocks/>
            </p:cNvSpPr>
            <p:nvPr/>
          </p:nvSpPr>
          <p:spPr bwMode="auto">
            <a:xfrm>
              <a:off x="4160838" y="4797425"/>
              <a:ext cx="127000" cy="76200"/>
            </a:xfrm>
            <a:custGeom>
              <a:avLst/>
              <a:gdLst>
                <a:gd name="T0" fmla="*/ 24 w 45"/>
                <a:gd name="T1" fmla="*/ 27 h 27"/>
                <a:gd name="T2" fmla="*/ 1 w 45"/>
                <a:gd name="T3" fmla="*/ 14 h 27"/>
                <a:gd name="T4" fmla="*/ 21 w 45"/>
                <a:gd name="T5" fmla="*/ 0 h 27"/>
                <a:gd name="T6" fmla="*/ 45 w 45"/>
                <a:gd name="T7" fmla="*/ 14 h 27"/>
                <a:gd name="T8" fmla="*/ 24 w 45"/>
                <a:gd name="T9" fmla="*/ 27 h 27"/>
              </a:gdLst>
              <a:ahLst/>
              <a:cxnLst>
                <a:cxn ang="0">
                  <a:pos x="T0" y="T1"/>
                </a:cxn>
                <a:cxn ang="0">
                  <a:pos x="T2" y="T3"/>
                </a:cxn>
                <a:cxn ang="0">
                  <a:pos x="T4" y="T5"/>
                </a:cxn>
                <a:cxn ang="0">
                  <a:pos x="T6" y="T7"/>
                </a:cxn>
                <a:cxn ang="0">
                  <a:pos x="T8" y="T9"/>
                </a:cxn>
              </a:cxnLst>
              <a:rect l="0" t="0" r="r" b="b"/>
              <a:pathLst>
                <a:path w="45" h="27">
                  <a:moveTo>
                    <a:pt x="24" y="27"/>
                  </a:moveTo>
                  <a:cubicBezTo>
                    <a:pt x="12" y="27"/>
                    <a:pt x="1" y="21"/>
                    <a:pt x="1" y="14"/>
                  </a:cubicBezTo>
                  <a:cubicBezTo>
                    <a:pt x="0" y="6"/>
                    <a:pt x="9" y="0"/>
                    <a:pt x="21" y="0"/>
                  </a:cubicBezTo>
                  <a:cubicBezTo>
                    <a:pt x="33" y="0"/>
                    <a:pt x="44" y="6"/>
                    <a:pt x="45" y="14"/>
                  </a:cubicBezTo>
                  <a:cubicBezTo>
                    <a:pt x="45" y="21"/>
                    <a:pt x="36" y="27"/>
                    <a:pt x="24" y="2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2" name="Freeform 598"/>
            <p:cNvSpPr>
              <a:spLocks noEditPoints="1"/>
            </p:cNvSpPr>
            <p:nvPr/>
          </p:nvSpPr>
          <p:spPr bwMode="auto">
            <a:xfrm>
              <a:off x="4157663" y="4794250"/>
              <a:ext cx="134938" cy="80963"/>
            </a:xfrm>
            <a:custGeom>
              <a:avLst/>
              <a:gdLst>
                <a:gd name="T0" fmla="*/ 22 w 48"/>
                <a:gd name="T1" fmla="*/ 2 h 29"/>
                <a:gd name="T2" fmla="*/ 45 w 48"/>
                <a:gd name="T3" fmla="*/ 15 h 29"/>
                <a:gd name="T4" fmla="*/ 25 w 48"/>
                <a:gd name="T5" fmla="*/ 28 h 29"/>
                <a:gd name="T6" fmla="*/ 3 w 48"/>
                <a:gd name="T7" fmla="*/ 15 h 29"/>
                <a:gd name="T8" fmla="*/ 22 w 48"/>
                <a:gd name="T9" fmla="*/ 2 h 29"/>
                <a:gd name="T10" fmla="*/ 22 w 48"/>
                <a:gd name="T11" fmla="*/ 0 h 29"/>
                <a:gd name="T12" fmla="*/ 1 w 48"/>
                <a:gd name="T13" fmla="*/ 15 h 29"/>
                <a:gd name="T14" fmla="*/ 25 w 48"/>
                <a:gd name="T15" fmla="*/ 29 h 29"/>
                <a:gd name="T16" fmla="*/ 47 w 48"/>
                <a:gd name="T17" fmla="*/ 15 h 29"/>
                <a:gd name="T18" fmla="*/ 22 w 48"/>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29">
                  <a:moveTo>
                    <a:pt x="22" y="2"/>
                  </a:moveTo>
                  <a:cubicBezTo>
                    <a:pt x="34" y="2"/>
                    <a:pt x="44" y="8"/>
                    <a:pt x="45" y="15"/>
                  </a:cubicBezTo>
                  <a:cubicBezTo>
                    <a:pt x="45" y="22"/>
                    <a:pt x="36" y="28"/>
                    <a:pt x="25" y="28"/>
                  </a:cubicBezTo>
                  <a:cubicBezTo>
                    <a:pt x="13" y="28"/>
                    <a:pt x="3" y="22"/>
                    <a:pt x="3" y="15"/>
                  </a:cubicBezTo>
                  <a:cubicBezTo>
                    <a:pt x="2" y="8"/>
                    <a:pt x="11" y="2"/>
                    <a:pt x="22" y="2"/>
                  </a:cubicBezTo>
                  <a:moveTo>
                    <a:pt x="22" y="0"/>
                  </a:moveTo>
                  <a:cubicBezTo>
                    <a:pt x="10" y="0"/>
                    <a:pt x="0" y="7"/>
                    <a:pt x="1" y="15"/>
                  </a:cubicBezTo>
                  <a:cubicBezTo>
                    <a:pt x="1" y="23"/>
                    <a:pt x="12" y="29"/>
                    <a:pt x="25" y="29"/>
                  </a:cubicBezTo>
                  <a:cubicBezTo>
                    <a:pt x="38" y="29"/>
                    <a:pt x="48" y="23"/>
                    <a:pt x="47" y="15"/>
                  </a:cubicBezTo>
                  <a:cubicBezTo>
                    <a:pt x="46" y="7"/>
                    <a:pt x="35" y="0"/>
                    <a:pt x="2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3" name="Freeform 599"/>
            <p:cNvSpPr>
              <a:spLocks/>
            </p:cNvSpPr>
            <p:nvPr/>
          </p:nvSpPr>
          <p:spPr bwMode="auto">
            <a:xfrm>
              <a:off x="3698875" y="4954588"/>
              <a:ext cx="66675" cy="39688"/>
            </a:xfrm>
            <a:custGeom>
              <a:avLst/>
              <a:gdLst>
                <a:gd name="T0" fmla="*/ 12 w 24"/>
                <a:gd name="T1" fmla="*/ 14 h 14"/>
                <a:gd name="T2" fmla="*/ 0 w 24"/>
                <a:gd name="T3" fmla="*/ 7 h 14"/>
                <a:gd name="T4" fmla="*/ 12 w 24"/>
                <a:gd name="T5" fmla="*/ 0 h 14"/>
                <a:gd name="T6" fmla="*/ 24 w 24"/>
                <a:gd name="T7" fmla="*/ 7 h 14"/>
                <a:gd name="T8" fmla="*/ 12 w 24"/>
                <a:gd name="T9" fmla="*/ 14 h 14"/>
              </a:gdLst>
              <a:ahLst/>
              <a:cxnLst>
                <a:cxn ang="0">
                  <a:pos x="T0" y="T1"/>
                </a:cxn>
                <a:cxn ang="0">
                  <a:pos x="T2" y="T3"/>
                </a:cxn>
                <a:cxn ang="0">
                  <a:pos x="T4" y="T5"/>
                </a:cxn>
                <a:cxn ang="0">
                  <a:pos x="T6" y="T7"/>
                </a:cxn>
                <a:cxn ang="0">
                  <a:pos x="T8" y="T9"/>
                </a:cxn>
              </a:cxnLst>
              <a:rect l="0" t="0" r="r" b="b"/>
              <a:pathLst>
                <a:path w="24" h="14">
                  <a:moveTo>
                    <a:pt x="12" y="14"/>
                  </a:moveTo>
                  <a:cubicBezTo>
                    <a:pt x="5" y="14"/>
                    <a:pt x="0" y="11"/>
                    <a:pt x="0" y="7"/>
                  </a:cubicBezTo>
                  <a:cubicBezTo>
                    <a:pt x="0" y="4"/>
                    <a:pt x="6" y="0"/>
                    <a:pt x="12" y="0"/>
                  </a:cubicBezTo>
                  <a:cubicBezTo>
                    <a:pt x="18" y="0"/>
                    <a:pt x="24" y="3"/>
                    <a:pt x="24" y="7"/>
                  </a:cubicBezTo>
                  <a:cubicBezTo>
                    <a:pt x="24" y="11"/>
                    <a:pt x="18" y="14"/>
                    <a:pt x="12" y="14"/>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4" name="Freeform 600"/>
            <p:cNvSpPr>
              <a:spLocks noEditPoints="1"/>
            </p:cNvSpPr>
            <p:nvPr/>
          </p:nvSpPr>
          <p:spPr bwMode="auto">
            <a:xfrm>
              <a:off x="3695700" y="4954588"/>
              <a:ext cx="73025" cy="41275"/>
            </a:xfrm>
            <a:custGeom>
              <a:avLst/>
              <a:gdLst>
                <a:gd name="T0" fmla="*/ 13 w 26"/>
                <a:gd name="T1" fmla="*/ 1 h 15"/>
                <a:gd name="T2" fmla="*/ 24 w 26"/>
                <a:gd name="T3" fmla="*/ 7 h 15"/>
                <a:gd name="T4" fmla="*/ 13 w 26"/>
                <a:gd name="T5" fmla="*/ 13 h 15"/>
                <a:gd name="T6" fmla="*/ 2 w 26"/>
                <a:gd name="T7" fmla="*/ 7 h 15"/>
                <a:gd name="T8" fmla="*/ 13 w 26"/>
                <a:gd name="T9" fmla="*/ 1 h 15"/>
                <a:gd name="T10" fmla="*/ 13 w 26"/>
                <a:gd name="T11" fmla="*/ 0 h 15"/>
                <a:gd name="T12" fmla="*/ 0 w 26"/>
                <a:gd name="T13" fmla="*/ 7 h 15"/>
                <a:gd name="T14" fmla="*/ 13 w 26"/>
                <a:gd name="T15" fmla="*/ 15 h 15"/>
                <a:gd name="T16" fmla="*/ 26 w 26"/>
                <a:gd name="T17" fmla="*/ 7 h 15"/>
                <a:gd name="T18" fmla="*/ 13 w 26"/>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5">
                  <a:moveTo>
                    <a:pt x="13" y="1"/>
                  </a:moveTo>
                  <a:cubicBezTo>
                    <a:pt x="19" y="1"/>
                    <a:pt x="24" y="4"/>
                    <a:pt x="24" y="7"/>
                  </a:cubicBezTo>
                  <a:cubicBezTo>
                    <a:pt x="24" y="11"/>
                    <a:pt x="19" y="13"/>
                    <a:pt x="13" y="13"/>
                  </a:cubicBezTo>
                  <a:cubicBezTo>
                    <a:pt x="7" y="13"/>
                    <a:pt x="2" y="11"/>
                    <a:pt x="2" y="7"/>
                  </a:cubicBezTo>
                  <a:cubicBezTo>
                    <a:pt x="2" y="4"/>
                    <a:pt x="7" y="1"/>
                    <a:pt x="13" y="1"/>
                  </a:cubicBezTo>
                  <a:moveTo>
                    <a:pt x="13" y="0"/>
                  </a:moveTo>
                  <a:cubicBezTo>
                    <a:pt x="6" y="0"/>
                    <a:pt x="0" y="3"/>
                    <a:pt x="0" y="7"/>
                  </a:cubicBezTo>
                  <a:cubicBezTo>
                    <a:pt x="0" y="11"/>
                    <a:pt x="6" y="15"/>
                    <a:pt x="13" y="15"/>
                  </a:cubicBezTo>
                  <a:cubicBezTo>
                    <a:pt x="20" y="15"/>
                    <a:pt x="26" y="11"/>
                    <a:pt x="26" y="7"/>
                  </a:cubicBezTo>
                  <a:cubicBezTo>
                    <a:pt x="26" y="3"/>
                    <a:pt x="20" y="0"/>
                    <a:pt x="1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5" name="Freeform 601"/>
            <p:cNvSpPr>
              <a:spLocks/>
            </p:cNvSpPr>
            <p:nvPr/>
          </p:nvSpPr>
          <p:spPr bwMode="auto">
            <a:xfrm>
              <a:off x="3732213" y="5027613"/>
              <a:ext cx="87313" cy="50800"/>
            </a:xfrm>
            <a:custGeom>
              <a:avLst/>
              <a:gdLst>
                <a:gd name="T0" fmla="*/ 16 w 31"/>
                <a:gd name="T1" fmla="*/ 18 h 18"/>
                <a:gd name="T2" fmla="*/ 0 w 31"/>
                <a:gd name="T3" fmla="*/ 9 h 18"/>
                <a:gd name="T4" fmla="*/ 16 w 31"/>
                <a:gd name="T5" fmla="*/ 0 h 18"/>
                <a:gd name="T6" fmla="*/ 31 w 31"/>
                <a:gd name="T7" fmla="*/ 9 h 18"/>
                <a:gd name="T8" fmla="*/ 16 w 31"/>
                <a:gd name="T9" fmla="*/ 18 h 18"/>
              </a:gdLst>
              <a:ahLst/>
              <a:cxnLst>
                <a:cxn ang="0">
                  <a:pos x="T0" y="T1"/>
                </a:cxn>
                <a:cxn ang="0">
                  <a:pos x="T2" y="T3"/>
                </a:cxn>
                <a:cxn ang="0">
                  <a:pos x="T4" y="T5"/>
                </a:cxn>
                <a:cxn ang="0">
                  <a:pos x="T6" y="T7"/>
                </a:cxn>
                <a:cxn ang="0">
                  <a:pos x="T8" y="T9"/>
                </a:cxn>
              </a:cxnLst>
              <a:rect l="0" t="0" r="r" b="b"/>
              <a:pathLst>
                <a:path w="31" h="18">
                  <a:moveTo>
                    <a:pt x="16" y="18"/>
                  </a:moveTo>
                  <a:cubicBezTo>
                    <a:pt x="7" y="18"/>
                    <a:pt x="0" y="14"/>
                    <a:pt x="0" y="9"/>
                  </a:cubicBezTo>
                  <a:cubicBezTo>
                    <a:pt x="0" y="4"/>
                    <a:pt x="7" y="0"/>
                    <a:pt x="16" y="0"/>
                  </a:cubicBezTo>
                  <a:cubicBezTo>
                    <a:pt x="24" y="0"/>
                    <a:pt x="31" y="4"/>
                    <a:pt x="31" y="9"/>
                  </a:cubicBezTo>
                  <a:cubicBezTo>
                    <a:pt x="31" y="14"/>
                    <a:pt x="24" y="17"/>
                    <a:pt x="16" y="18"/>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6" name="Freeform 602"/>
            <p:cNvSpPr>
              <a:spLocks noEditPoints="1"/>
            </p:cNvSpPr>
            <p:nvPr/>
          </p:nvSpPr>
          <p:spPr bwMode="auto">
            <a:xfrm>
              <a:off x="3729038" y="5024438"/>
              <a:ext cx="92075" cy="53975"/>
            </a:xfrm>
            <a:custGeom>
              <a:avLst/>
              <a:gdLst>
                <a:gd name="T0" fmla="*/ 17 w 33"/>
                <a:gd name="T1" fmla="*/ 2 h 19"/>
                <a:gd name="T2" fmla="*/ 31 w 33"/>
                <a:gd name="T3" fmla="*/ 10 h 19"/>
                <a:gd name="T4" fmla="*/ 17 w 33"/>
                <a:gd name="T5" fmla="*/ 18 h 19"/>
                <a:gd name="T6" fmla="*/ 2 w 33"/>
                <a:gd name="T7" fmla="*/ 10 h 19"/>
                <a:gd name="T8" fmla="*/ 17 w 33"/>
                <a:gd name="T9" fmla="*/ 2 h 19"/>
                <a:gd name="T10" fmla="*/ 17 w 33"/>
                <a:gd name="T11" fmla="*/ 0 h 19"/>
                <a:gd name="T12" fmla="*/ 0 w 33"/>
                <a:gd name="T13" fmla="*/ 10 h 19"/>
                <a:gd name="T14" fmla="*/ 17 w 33"/>
                <a:gd name="T15" fmla="*/ 19 h 19"/>
                <a:gd name="T16" fmla="*/ 33 w 33"/>
                <a:gd name="T17" fmla="*/ 10 h 19"/>
                <a:gd name="T18" fmla="*/ 17 w 33"/>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19">
                  <a:moveTo>
                    <a:pt x="17" y="2"/>
                  </a:moveTo>
                  <a:cubicBezTo>
                    <a:pt x="25" y="2"/>
                    <a:pt x="31" y="5"/>
                    <a:pt x="31" y="10"/>
                  </a:cubicBezTo>
                  <a:cubicBezTo>
                    <a:pt x="31" y="14"/>
                    <a:pt x="25" y="18"/>
                    <a:pt x="17" y="18"/>
                  </a:cubicBezTo>
                  <a:cubicBezTo>
                    <a:pt x="9" y="18"/>
                    <a:pt x="2" y="14"/>
                    <a:pt x="2" y="10"/>
                  </a:cubicBezTo>
                  <a:cubicBezTo>
                    <a:pt x="2" y="5"/>
                    <a:pt x="9" y="2"/>
                    <a:pt x="17" y="2"/>
                  </a:cubicBezTo>
                  <a:moveTo>
                    <a:pt x="17" y="0"/>
                  </a:moveTo>
                  <a:cubicBezTo>
                    <a:pt x="8" y="1"/>
                    <a:pt x="0" y="5"/>
                    <a:pt x="0" y="10"/>
                  </a:cubicBezTo>
                  <a:cubicBezTo>
                    <a:pt x="0" y="15"/>
                    <a:pt x="7" y="19"/>
                    <a:pt x="17" y="19"/>
                  </a:cubicBezTo>
                  <a:cubicBezTo>
                    <a:pt x="26" y="19"/>
                    <a:pt x="33" y="15"/>
                    <a:pt x="33" y="10"/>
                  </a:cubicBezTo>
                  <a:cubicBezTo>
                    <a:pt x="33" y="5"/>
                    <a:pt x="26" y="0"/>
                    <a:pt x="1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7" name="Freeform 603"/>
            <p:cNvSpPr>
              <a:spLocks/>
            </p:cNvSpPr>
            <p:nvPr/>
          </p:nvSpPr>
          <p:spPr bwMode="auto">
            <a:xfrm>
              <a:off x="4035425" y="4957763"/>
              <a:ext cx="88900" cy="50800"/>
            </a:xfrm>
            <a:custGeom>
              <a:avLst/>
              <a:gdLst>
                <a:gd name="T0" fmla="*/ 16 w 32"/>
                <a:gd name="T1" fmla="*/ 18 h 18"/>
                <a:gd name="T2" fmla="*/ 0 w 32"/>
                <a:gd name="T3" fmla="*/ 9 h 18"/>
                <a:gd name="T4" fmla="*/ 15 w 32"/>
                <a:gd name="T5" fmla="*/ 0 h 18"/>
                <a:gd name="T6" fmla="*/ 31 w 32"/>
                <a:gd name="T7" fmla="*/ 9 h 18"/>
                <a:gd name="T8" fmla="*/ 16 w 32"/>
                <a:gd name="T9" fmla="*/ 18 h 18"/>
              </a:gdLst>
              <a:ahLst/>
              <a:cxnLst>
                <a:cxn ang="0">
                  <a:pos x="T0" y="T1"/>
                </a:cxn>
                <a:cxn ang="0">
                  <a:pos x="T2" y="T3"/>
                </a:cxn>
                <a:cxn ang="0">
                  <a:pos x="T4" y="T5"/>
                </a:cxn>
                <a:cxn ang="0">
                  <a:pos x="T6" y="T7"/>
                </a:cxn>
                <a:cxn ang="0">
                  <a:pos x="T8" y="T9"/>
                </a:cxn>
              </a:cxnLst>
              <a:rect l="0" t="0" r="r" b="b"/>
              <a:pathLst>
                <a:path w="32" h="18">
                  <a:moveTo>
                    <a:pt x="16" y="18"/>
                  </a:moveTo>
                  <a:cubicBezTo>
                    <a:pt x="8" y="18"/>
                    <a:pt x="1" y="14"/>
                    <a:pt x="0" y="9"/>
                  </a:cubicBezTo>
                  <a:cubicBezTo>
                    <a:pt x="0" y="4"/>
                    <a:pt x="7" y="0"/>
                    <a:pt x="15" y="0"/>
                  </a:cubicBezTo>
                  <a:cubicBezTo>
                    <a:pt x="24" y="0"/>
                    <a:pt x="31" y="4"/>
                    <a:pt x="31" y="9"/>
                  </a:cubicBezTo>
                  <a:cubicBezTo>
                    <a:pt x="32" y="14"/>
                    <a:pt x="25" y="18"/>
                    <a:pt x="16" y="18"/>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8" name="Freeform 604"/>
            <p:cNvSpPr>
              <a:spLocks noEditPoints="1"/>
            </p:cNvSpPr>
            <p:nvPr/>
          </p:nvSpPr>
          <p:spPr bwMode="auto">
            <a:xfrm>
              <a:off x="4032250" y="4954588"/>
              <a:ext cx="95250" cy="53975"/>
            </a:xfrm>
            <a:custGeom>
              <a:avLst/>
              <a:gdLst>
                <a:gd name="T0" fmla="*/ 16 w 34"/>
                <a:gd name="T1" fmla="*/ 1 h 19"/>
                <a:gd name="T2" fmla="*/ 31 w 34"/>
                <a:gd name="T3" fmla="*/ 10 h 19"/>
                <a:gd name="T4" fmla="*/ 17 w 34"/>
                <a:gd name="T5" fmla="*/ 18 h 19"/>
                <a:gd name="T6" fmla="*/ 3 w 34"/>
                <a:gd name="T7" fmla="*/ 10 h 19"/>
                <a:gd name="T8" fmla="*/ 16 w 34"/>
                <a:gd name="T9" fmla="*/ 1 h 19"/>
                <a:gd name="T10" fmla="*/ 16 w 34"/>
                <a:gd name="T11" fmla="*/ 0 h 19"/>
                <a:gd name="T12" fmla="*/ 0 w 34"/>
                <a:gd name="T13" fmla="*/ 10 h 19"/>
                <a:gd name="T14" fmla="*/ 17 w 34"/>
                <a:gd name="T15" fmla="*/ 19 h 19"/>
                <a:gd name="T16" fmla="*/ 33 w 34"/>
                <a:gd name="T17" fmla="*/ 10 h 19"/>
                <a:gd name="T18" fmla="*/ 16 w 34"/>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19">
                  <a:moveTo>
                    <a:pt x="16" y="1"/>
                  </a:moveTo>
                  <a:cubicBezTo>
                    <a:pt x="24" y="1"/>
                    <a:pt x="31" y="5"/>
                    <a:pt x="31" y="10"/>
                  </a:cubicBezTo>
                  <a:cubicBezTo>
                    <a:pt x="32" y="14"/>
                    <a:pt x="25" y="18"/>
                    <a:pt x="17" y="18"/>
                  </a:cubicBezTo>
                  <a:cubicBezTo>
                    <a:pt x="9" y="18"/>
                    <a:pt x="3" y="14"/>
                    <a:pt x="3" y="10"/>
                  </a:cubicBezTo>
                  <a:cubicBezTo>
                    <a:pt x="2" y="5"/>
                    <a:pt x="9" y="1"/>
                    <a:pt x="16" y="1"/>
                  </a:cubicBezTo>
                  <a:moveTo>
                    <a:pt x="16" y="0"/>
                  </a:moveTo>
                  <a:cubicBezTo>
                    <a:pt x="7" y="0"/>
                    <a:pt x="0" y="5"/>
                    <a:pt x="0" y="10"/>
                  </a:cubicBezTo>
                  <a:cubicBezTo>
                    <a:pt x="1" y="15"/>
                    <a:pt x="8" y="19"/>
                    <a:pt x="17" y="19"/>
                  </a:cubicBezTo>
                  <a:cubicBezTo>
                    <a:pt x="27" y="19"/>
                    <a:pt x="34" y="15"/>
                    <a:pt x="33" y="10"/>
                  </a:cubicBezTo>
                  <a:cubicBezTo>
                    <a:pt x="33" y="4"/>
                    <a:pt x="25" y="0"/>
                    <a:pt x="1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9" name="Freeform 605"/>
            <p:cNvSpPr>
              <a:spLocks/>
            </p:cNvSpPr>
            <p:nvPr/>
          </p:nvSpPr>
          <p:spPr bwMode="auto">
            <a:xfrm>
              <a:off x="3495675" y="4932363"/>
              <a:ext cx="68263" cy="39688"/>
            </a:xfrm>
            <a:custGeom>
              <a:avLst/>
              <a:gdLst>
                <a:gd name="T0" fmla="*/ 12 w 24"/>
                <a:gd name="T1" fmla="*/ 14 h 14"/>
                <a:gd name="T2" fmla="*/ 1 w 24"/>
                <a:gd name="T3" fmla="*/ 7 h 14"/>
                <a:gd name="T4" fmla="*/ 13 w 24"/>
                <a:gd name="T5" fmla="*/ 0 h 14"/>
                <a:gd name="T6" fmla="*/ 24 w 24"/>
                <a:gd name="T7" fmla="*/ 7 h 14"/>
                <a:gd name="T8" fmla="*/ 12 w 24"/>
                <a:gd name="T9" fmla="*/ 14 h 14"/>
              </a:gdLst>
              <a:ahLst/>
              <a:cxnLst>
                <a:cxn ang="0">
                  <a:pos x="T0" y="T1"/>
                </a:cxn>
                <a:cxn ang="0">
                  <a:pos x="T2" y="T3"/>
                </a:cxn>
                <a:cxn ang="0">
                  <a:pos x="T4" y="T5"/>
                </a:cxn>
                <a:cxn ang="0">
                  <a:pos x="T6" y="T7"/>
                </a:cxn>
                <a:cxn ang="0">
                  <a:pos x="T8" y="T9"/>
                </a:cxn>
              </a:cxnLst>
              <a:rect l="0" t="0" r="r" b="b"/>
              <a:pathLst>
                <a:path w="24" h="14">
                  <a:moveTo>
                    <a:pt x="12" y="14"/>
                  </a:moveTo>
                  <a:cubicBezTo>
                    <a:pt x="5" y="14"/>
                    <a:pt x="0" y="11"/>
                    <a:pt x="1" y="7"/>
                  </a:cubicBezTo>
                  <a:cubicBezTo>
                    <a:pt x="1" y="3"/>
                    <a:pt x="6" y="0"/>
                    <a:pt x="13" y="0"/>
                  </a:cubicBezTo>
                  <a:cubicBezTo>
                    <a:pt x="19" y="0"/>
                    <a:pt x="24" y="3"/>
                    <a:pt x="24" y="7"/>
                  </a:cubicBezTo>
                  <a:cubicBezTo>
                    <a:pt x="24" y="11"/>
                    <a:pt x="18" y="14"/>
                    <a:pt x="12" y="14"/>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0" name="Freeform 606"/>
            <p:cNvSpPr>
              <a:spLocks noEditPoints="1"/>
            </p:cNvSpPr>
            <p:nvPr/>
          </p:nvSpPr>
          <p:spPr bwMode="auto">
            <a:xfrm>
              <a:off x="3494088" y="4932363"/>
              <a:ext cx="73025" cy="41275"/>
            </a:xfrm>
            <a:custGeom>
              <a:avLst/>
              <a:gdLst>
                <a:gd name="T0" fmla="*/ 14 w 26"/>
                <a:gd name="T1" fmla="*/ 1 h 15"/>
                <a:gd name="T2" fmla="*/ 24 w 26"/>
                <a:gd name="T3" fmla="*/ 7 h 15"/>
                <a:gd name="T4" fmla="*/ 13 w 26"/>
                <a:gd name="T5" fmla="*/ 13 h 15"/>
                <a:gd name="T6" fmla="*/ 3 w 26"/>
                <a:gd name="T7" fmla="*/ 7 h 15"/>
                <a:gd name="T8" fmla="*/ 14 w 26"/>
                <a:gd name="T9" fmla="*/ 1 h 15"/>
                <a:gd name="T10" fmla="*/ 14 w 26"/>
                <a:gd name="T11" fmla="*/ 0 h 15"/>
                <a:gd name="T12" fmla="*/ 1 w 26"/>
                <a:gd name="T13" fmla="*/ 7 h 15"/>
                <a:gd name="T14" fmla="*/ 13 w 26"/>
                <a:gd name="T15" fmla="*/ 15 h 15"/>
                <a:gd name="T16" fmla="*/ 26 w 26"/>
                <a:gd name="T17" fmla="*/ 7 h 15"/>
                <a:gd name="T18" fmla="*/ 14 w 26"/>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5">
                  <a:moveTo>
                    <a:pt x="14" y="1"/>
                  </a:moveTo>
                  <a:cubicBezTo>
                    <a:pt x="20" y="1"/>
                    <a:pt x="24" y="4"/>
                    <a:pt x="24" y="7"/>
                  </a:cubicBezTo>
                  <a:cubicBezTo>
                    <a:pt x="24" y="11"/>
                    <a:pt x="19" y="13"/>
                    <a:pt x="13" y="13"/>
                  </a:cubicBezTo>
                  <a:cubicBezTo>
                    <a:pt x="7" y="13"/>
                    <a:pt x="2" y="11"/>
                    <a:pt x="3" y="7"/>
                  </a:cubicBezTo>
                  <a:cubicBezTo>
                    <a:pt x="3" y="4"/>
                    <a:pt x="8" y="1"/>
                    <a:pt x="14" y="1"/>
                  </a:cubicBezTo>
                  <a:moveTo>
                    <a:pt x="14" y="0"/>
                  </a:moveTo>
                  <a:cubicBezTo>
                    <a:pt x="7" y="0"/>
                    <a:pt x="1" y="3"/>
                    <a:pt x="1" y="7"/>
                  </a:cubicBezTo>
                  <a:cubicBezTo>
                    <a:pt x="0" y="11"/>
                    <a:pt x="6" y="15"/>
                    <a:pt x="13" y="15"/>
                  </a:cubicBezTo>
                  <a:cubicBezTo>
                    <a:pt x="20" y="15"/>
                    <a:pt x="26" y="11"/>
                    <a:pt x="26" y="7"/>
                  </a:cubicBezTo>
                  <a:cubicBezTo>
                    <a:pt x="26" y="3"/>
                    <a:pt x="21" y="0"/>
                    <a:pt x="1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608"/>
            <p:cNvSpPr>
              <a:spLocks/>
            </p:cNvSpPr>
            <p:nvPr/>
          </p:nvSpPr>
          <p:spPr bwMode="auto">
            <a:xfrm>
              <a:off x="3521075" y="5019676"/>
              <a:ext cx="68263" cy="36513"/>
            </a:xfrm>
            <a:custGeom>
              <a:avLst/>
              <a:gdLst>
                <a:gd name="T0" fmla="*/ 12 w 24"/>
                <a:gd name="T1" fmla="*/ 13 h 13"/>
                <a:gd name="T2" fmla="*/ 0 w 24"/>
                <a:gd name="T3" fmla="*/ 7 h 13"/>
                <a:gd name="T4" fmla="*/ 13 w 24"/>
                <a:gd name="T5" fmla="*/ 0 h 13"/>
                <a:gd name="T6" fmla="*/ 24 w 24"/>
                <a:gd name="T7" fmla="*/ 6 h 13"/>
                <a:gd name="T8" fmla="*/ 12 w 24"/>
                <a:gd name="T9" fmla="*/ 13 h 13"/>
              </a:gdLst>
              <a:ahLst/>
              <a:cxnLst>
                <a:cxn ang="0">
                  <a:pos x="T0" y="T1"/>
                </a:cxn>
                <a:cxn ang="0">
                  <a:pos x="T2" y="T3"/>
                </a:cxn>
                <a:cxn ang="0">
                  <a:pos x="T4" y="T5"/>
                </a:cxn>
                <a:cxn ang="0">
                  <a:pos x="T6" y="T7"/>
                </a:cxn>
                <a:cxn ang="0">
                  <a:pos x="T8" y="T9"/>
                </a:cxn>
              </a:cxnLst>
              <a:rect l="0" t="0" r="r" b="b"/>
              <a:pathLst>
                <a:path w="24" h="13">
                  <a:moveTo>
                    <a:pt x="12" y="13"/>
                  </a:moveTo>
                  <a:cubicBezTo>
                    <a:pt x="5" y="13"/>
                    <a:pt x="0" y="10"/>
                    <a:pt x="0" y="7"/>
                  </a:cubicBezTo>
                  <a:cubicBezTo>
                    <a:pt x="1" y="3"/>
                    <a:pt x="6" y="0"/>
                    <a:pt x="13" y="0"/>
                  </a:cubicBezTo>
                  <a:cubicBezTo>
                    <a:pt x="19" y="0"/>
                    <a:pt x="24" y="3"/>
                    <a:pt x="24" y="6"/>
                  </a:cubicBezTo>
                  <a:cubicBezTo>
                    <a:pt x="24" y="10"/>
                    <a:pt x="19" y="13"/>
                    <a:pt x="12" y="13"/>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609"/>
            <p:cNvSpPr>
              <a:spLocks noEditPoints="1"/>
            </p:cNvSpPr>
            <p:nvPr/>
          </p:nvSpPr>
          <p:spPr bwMode="auto">
            <a:xfrm>
              <a:off x="3519488" y="5016501"/>
              <a:ext cx="73025" cy="41275"/>
            </a:xfrm>
            <a:custGeom>
              <a:avLst/>
              <a:gdLst>
                <a:gd name="T0" fmla="*/ 14 w 26"/>
                <a:gd name="T1" fmla="*/ 1 h 15"/>
                <a:gd name="T2" fmla="*/ 24 w 26"/>
                <a:gd name="T3" fmla="*/ 7 h 15"/>
                <a:gd name="T4" fmla="*/ 13 w 26"/>
                <a:gd name="T5" fmla="*/ 14 h 15"/>
                <a:gd name="T6" fmla="*/ 3 w 26"/>
                <a:gd name="T7" fmla="*/ 8 h 15"/>
                <a:gd name="T8" fmla="*/ 14 w 26"/>
                <a:gd name="T9" fmla="*/ 1 h 15"/>
                <a:gd name="T10" fmla="*/ 14 w 26"/>
                <a:gd name="T11" fmla="*/ 0 h 15"/>
                <a:gd name="T12" fmla="*/ 0 w 26"/>
                <a:gd name="T13" fmla="*/ 8 h 15"/>
                <a:gd name="T14" fmla="*/ 13 w 26"/>
                <a:gd name="T15" fmla="*/ 15 h 15"/>
                <a:gd name="T16" fmla="*/ 26 w 26"/>
                <a:gd name="T17" fmla="*/ 7 h 15"/>
                <a:gd name="T18" fmla="*/ 14 w 26"/>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5">
                  <a:moveTo>
                    <a:pt x="14" y="1"/>
                  </a:moveTo>
                  <a:cubicBezTo>
                    <a:pt x="20" y="1"/>
                    <a:pt x="24" y="4"/>
                    <a:pt x="24" y="7"/>
                  </a:cubicBezTo>
                  <a:cubicBezTo>
                    <a:pt x="24" y="11"/>
                    <a:pt x="19" y="14"/>
                    <a:pt x="13" y="14"/>
                  </a:cubicBezTo>
                  <a:cubicBezTo>
                    <a:pt x="7" y="14"/>
                    <a:pt x="2" y="11"/>
                    <a:pt x="3" y="8"/>
                  </a:cubicBezTo>
                  <a:cubicBezTo>
                    <a:pt x="3" y="4"/>
                    <a:pt x="8" y="1"/>
                    <a:pt x="14" y="1"/>
                  </a:cubicBezTo>
                  <a:moveTo>
                    <a:pt x="14" y="0"/>
                  </a:moveTo>
                  <a:cubicBezTo>
                    <a:pt x="7" y="0"/>
                    <a:pt x="1" y="4"/>
                    <a:pt x="0" y="8"/>
                  </a:cubicBezTo>
                  <a:cubicBezTo>
                    <a:pt x="0" y="12"/>
                    <a:pt x="6" y="15"/>
                    <a:pt x="13" y="15"/>
                  </a:cubicBezTo>
                  <a:cubicBezTo>
                    <a:pt x="20" y="15"/>
                    <a:pt x="26" y="11"/>
                    <a:pt x="26" y="7"/>
                  </a:cubicBezTo>
                  <a:cubicBezTo>
                    <a:pt x="26" y="3"/>
                    <a:pt x="21" y="0"/>
                    <a:pt x="1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610"/>
            <p:cNvSpPr>
              <a:spLocks/>
            </p:cNvSpPr>
            <p:nvPr/>
          </p:nvSpPr>
          <p:spPr bwMode="auto">
            <a:xfrm>
              <a:off x="3544888" y="5060951"/>
              <a:ext cx="88900" cy="47625"/>
            </a:xfrm>
            <a:custGeom>
              <a:avLst/>
              <a:gdLst>
                <a:gd name="T0" fmla="*/ 16 w 32"/>
                <a:gd name="T1" fmla="*/ 17 h 17"/>
                <a:gd name="T2" fmla="*/ 1 w 32"/>
                <a:gd name="T3" fmla="*/ 9 h 17"/>
                <a:gd name="T4" fmla="*/ 17 w 32"/>
                <a:gd name="T5" fmla="*/ 0 h 17"/>
                <a:gd name="T6" fmla="*/ 32 w 32"/>
                <a:gd name="T7" fmla="*/ 8 h 17"/>
                <a:gd name="T8" fmla="*/ 16 w 32"/>
                <a:gd name="T9" fmla="*/ 17 h 17"/>
              </a:gdLst>
              <a:ahLst/>
              <a:cxnLst>
                <a:cxn ang="0">
                  <a:pos x="T0" y="T1"/>
                </a:cxn>
                <a:cxn ang="0">
                  <a:pos x="T2" y="T3"/>
                </a:cxn>
                <a:cxn ang="0">
                  <a:pos x="T4" y="T5"/>
                </a:cxn>
                <a:cxn ang="0">
                  <a:pos x="T6" y="T7"/>
                </a:cxn>
                <a:cxn ang="0">
                  <a:pos x="T8" y="T9"/>
                </a:cxn>
              </a:cxnLst>
              <a:rect l="0" t="0" r="r" b="b"/>
              <a:pathLst>
                <a:path w="32" h="17">
                  <a:moveTo>
                    <a:pt x="16" y="17"/>
                  </a:moveTo>
                  <a:cubicBezTo>
                    <a:pt x="7" y="17"/>
                    <a:pt x="0" y="13"/>
                    <a:pt x="1" y="9"/>
                  </a:cubicBezTo>
                  <a:cubicBezTo>
                    <a:pt x="1" y="4"/>
                    <a:pt x="8" y="0"/>
                    <a:pt x="17" y="0"/>
                  </a:cubicBezTo>
                  <a:cubicBezTo>
                    <a:pt x="25" y="0"/>
                    <a:pt x="32" y="4"/>
                    <a:pt x="32" y="8"/>
                  </a:cubicBezTo>
                  <a:cubicBezTo>
                    <a:pt x="32" y="13"/>
                    <a:pt x="25" y="17"/>
                    <a:pt x="16" y="1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611"/>
            <p:cNvSpPr>
              <a:spLocks noEditPoints="1"/>
            </p:cNvSpPr>
            <p:nvPr/>
          </p:nvSpPr>
          <p:spPr bwMode="auto">
            <a:xfrm>
              <a:off x="3541713" y="5057776"/>
              <a:ext cx="95250" cy="53975"/>
            </a:xfrm>
            <a:custGeom>
              <a:avLst/>
              <a:gdLst>
                <a:gd name="T0" fmla="*/ 18 w 34"/>
                <a:gd name="T1" fmla="*/ 1 h 19"/>
                <a:gd name="T2" fmla="*/ 32 w 34"/>
                <a:gd name="T3" fmla="*/ 9 h 19"/>
                <a:gd name="T4" fmla="*/ 17 w 34"/>
                <a:gd name="T5" fmla="*/ 18 h 19"/>
                <a:gd name="T6" fmla="*/ 3 w 34"/>
                <a:gd name="T7" fmla="*/ 10 h 19"/>
                <a:gd name="T8" fmla="*/ 18 w 34"/>
                <a:gd name="T9" fmla="*/ 1 h 19"/>
                <a:gd name="T10" fmla="*/ 18 w 34"/>
                <a:gd name="T11" fmla="*/ 0 h 19"/>
                <a:gd name="T12" fmla="*/ 1 w 34"/>
                <a:gd name="T13" fmla="*/ 10 h 19"/>
                <a:gd name="T14" fmla="*/ 17 w 34"/>
                <a:gd name="T15" fmla="*/ 19 h 19"/>
                <a:gd name="T16" fmla="*/ 34 w 34"/>
                <a:gd name="T17" fmla="*/ 9 h 19"/>
                <a:gd name="T18" fmla="*/ 18 w 34"/>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19">
                  <a:moveTo>
                    <a:pt x="18" y="1"/>
                  </a:moveTo>
                  <a:cubicBezTo>
                    <a:pt x="26" y="1"/>
                    <a:pt x="32" y="5"/>
                    <a:pt x="32" y="9"/>
                  </a:cubicBezTo>
                  <a:cubicBezTo>
                    <a:pt x="32" y="14"/>
                    <a:pt x="25" y="18"/>
                    <a:pt x="17" y="18"/>
                  </a:cubicBezTo>
                  <a:cubicBezTo>
                    <a:pt x="9" y="18"/>
                    <a:pt x="2" y="14"/>
                    <a:pt x="3" y="10"/>
                  </a:cubicBezTo>
                  <a:cubicBezTo>
                    <a:pt x="3" y="5"/>
                    <a:pt x="10" y="2"/>
                    <a:pt x="18" y="1"/>
                  </a:cubicBezTo>
                  <a:moveTo>
                    <a:pt x="18" y="0"/>
                  </a:moveTo>
                  <a:cubicBezTo>
                    <a:pt x="9" y="0"/>
                    <a:pt x="1" y="5"/>
                    <a:pt x="1" y="10"/>
                  </a:cubicBezTo>
                  <a:cubicBezTo>
                    <a:pt x="0" y="15"/>
                    <a:pt x="8" y="19"/>
                    <a:pt x="17" y="19"/>
                  </a:cubicBezTo>
                  <a:cubicBezTo>
                    <a:pt x="26" y="19"/>
                    <a:pt x="34" y="15"/>
                    <a:pt x="34" y="9"/>
                  </a:cubicBezTo>
                  <a:cubicBezTo>
                    <a:pt x="34" y="4"/>
                    <a:pt x="27" y="0"/>
                    <a:pt x="1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612"/>
            <p:cNvSpPr>
              <a:spLocks/>
            </p:cNvSpPr>
            <p:nvPr/>
          </p:nvSpPr>
          <p:spPr bwMode="auto">
            <a:xfrm>
              <a:off x="3603625" y="4994276"/>
              <a:ext cx="120650" cy="66675"/>
            </a:xfrm>
            <a:custGeom>
              <a:avLst/>
              <a:gdLst>
                <a:gd name="T0" fmla="*/ 21 w 43"/>
                <a:gd name="T1" fmla="*/ 24 h 24"/>
                <a:gd name="T2" fmla="*/ 0 w 43"/>
                <a:gd name="T3" fmla="*/ 12 h 24"/>
                <a:gd name="T4" fmla="*/ 22 w 43"/>
                <a:gd name="T5" fmla="*/ 0 h 24"/>
                <a:gd name="T6" fmla="*/ 43 w 43"/>
                <a:gd name="T7" fmla="*/ 12 h 24"/>
                <a:gd name="T8" fmla="*/ 21 w 43"/>
                <a:gd name="T9" fmla="*/ 24 h 24"/>
              </a:gdLst>
              <a:ahLst/>
              <a:cxnLst>
                <a:cxn ang="0">
                  <a:pos x="T0" y="T1"/>
                </a:cxn>
                <a:cxn ang="0">
                  <a:pos x="T2" y="T3"/>
                </a:cxn>
                <a:cxn ang="0">
                  <a:pos x="T4" y="T5"/>
                </a:cxn>
                <a:cxn ang="0">
                  <a:pos x="T6" y="T7"/>
                </a:cxn>
                <a:cxn ang="0">
                  <a:pos x="T8" y="T9"/>
                </a:cxn>
              </a:cxnLst>
              <a:rect l="0" t="0" r="r" b="b"/>
              <a:pathLst>
                <a:path w="43" h="24">
                  <a:moveTo>
                    <a:pt x="21" y="24"/>
                  </a:moveTo>
                  <a:cubicBezTo>
                    <a:pt x="9" y="24"/>
                    <a:pt x="0" y="19"/>
                    <a:pt x="0" y="12"/>
                  </a:cubicBezTo>
                  <a:cubicBezTo>
                    <a:pt x="0" y="6"/>
                    <a:pt x="10" y="0"/>
                    <a:pt x="22" y="0"/>
                  </a:cubicBezTo>
                  <a:cubicBezTo>
                    <a:pt x="34" y="0"/>
                    <a:pt x="43" y="5"/>
                    <a:pt x="43" y="12"/>
                  </a:cubicBezTo>
                  <a:cubicBezTo>
                    <a:pt x="43" y="19"/>
                    <a:pt x="33" y="24"/>
                    <a:pt x="21" y="24"/>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613"/>
            <p:cNvSpPr>
              <a:spLocks noEditPoints="1"/>
            </p:cNvSpPr>
            <p:nvPr/>
          </p:nvSpPr>
          <p:spPr bwMode="auto">
            <a:xfrm>
              <a:off x="3600450" y="4991101"/>
              <a:ext cx="125413" cy="73025"/>
            </a:xfrm>
            <a:custGeom>
              <a:avLst/>
              <a:gdLst>
                <a:gd name="T0" fmla="*/ 23 w 45"/>
                <a:gd name="T1" fmla="*/ 2 h 26"/>
                <a:gd name="T2" fmla="*/ 43 w 45"/>
                <a:gd name="T3" fmla="*/ 13 h 26"/>
                <a:gd name="T4" fmla="*/ 22 w 45"/>
                <a:gd name="T5" fmla="*/ 25 h 26"/>
                <a:gd name="T6" fmla="*/ 2 w 45"/>
                <a:gd name="T7" fmla="*/ 13 h 26"/>
                <a:gd name="T8" fmla="*/ 23 w 45"/>
                <a:gd name="T9" fmla="*/ 2 h 26"/>
                <a:gd name="T10" fmla="*/ 23 w 45"/>
                <a:gd name="T11" fmla="*/ 0 h 26"/>
                <a:gd name="T12" fmla="*/ 0 w 45"/>
                <a:gd name="T13" fmla="*/ 13 h 26"/>
                <a:gd name="T14" fmla="*/ 22 w 45"/>
                <a:gd name="T15" fmla="*/ 26 h 26"/>
                <a:gd name="T16" fmla="*/ 45 w 45"/>
                <a:gd name="T17" fmla="*/ 13 h 26"/>
                <a:gd name="T18" fmla="*/ 23 w 45"/>
                <a:gd name="T19"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26">
                  <a:moveTo>
                    <a:pt x="23" y="2"/>
                  </a:moveTo>
                  <a:cubicBezTo>
                    <a:pt x="34" y="1"/>
                    <a:pt x="43" y="7"/>
                    <a:pt x="43" y="13"/>
                  </a:cubicBezTo>
                  <a:cubicBezTo>
                    <a:pt x="43" y="20"/>
                    <a:pt x="34" y="25"/>
                    <a:pt x="22" y="25"/>
                  </a:cubicBezTo>
                  <a:cubicBezTo>
                    <a:pt x="11" y="25"/>
                    <a:pt x="2" y="20"/>
                    <a:pt x="2" y="13"/>
                  </a:cubicBezTo>
                  <a:cubicBezTo>
                    <a:pt x="2" y="7"/>
                    <a:pt x="12" y="2"/>
                    <a:pt x="23" y="2"/>
                  </a:cubicBezTo>
                  <a:moveTo>
                    <a:pt x="23" y="0"/>
                  </a:moveTo>
                  <a:cubicBezTo>
                    <a:pt x="11" y="0"/>
                    <a:pt x="0" y="6"/>
                    <a:pt x="0" y="13"/>
                  </a:cubicBezTo>
                  <a:cubicBezTo>
                    <a:pt x="0" y="20"/>
                    <a:pt x="10" y="26"/>
                    <a:pt x="22" y="26"/>
                  </a:cubicBezTo>
                  <a:cubicBezTo>
                    <a:pt x="35" y="26"/>
                    <a:pt x="45" y="20"/>
                    <a:pt x="45" y="13"/>
                  </a:cubicBezTo>
                  <a:cubicBezTo>
                    <a:pt x="45" y="6"/>
                    <a:pt x="36" y="0"/>
                    <a:pt x="2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614"/>
            <p:cNvSpPr>
              <a:spLocks/>
            </p:cNvSpPr>
            <p:nvPr/>
          </p:nvSpPr>
          <p:spPr bwMode="auto">
            <a:xfrm>
              <a:off x="3351213" y="5226051"/>
              <a:ext cx="158750" cy="82550"/>
            </a:xfrm>
            <a:custGeom>
              <a:avLst/>
              <a:gdLst>
                <a:gd name="T0" fmla="*/ 28 w 57"/>
                <a:gd name="T1" fmla="*/ 29 h 29"/>
                <a:gd name="T2" fmla="*/ 1 w 57"/>
                <a:gd name="T3" fmla="*/ 15 h 29"/>
                <a:gd name="T4" fmla="*/ 30 w 57"/>
                <a:gd name="T5" fmla="*/ 0 h 29"/>
                <a:gd name="T6" fmla="*/ 57 w 57"/>
                <a:gd name="T7" fmla="*/ 15 h 29"/>
                <a:gd name="T8" fmla="*/ 28 w 57"/>
                <a:gd name="T9" fmla="*/ 29 h 29"/>
              </a:gdLst>
              <a:ahLst/>
              <a:cxnLst>
                <a:cxn ang="0">
                  <a:pos x="T0" y="T1"/>
                </a:cxn>
                <a:cxn ang="0">
                  <a:pos x="T2" y="T3"/>
                </a:cxn>
                <a:cxn ang="0">
                  <a:pos x="T4" y="T5"/>
                </a:cxn>
                <a:cxn ang="0">
                  <a:pos x="T6" y="T7"/>
                </a:cxn>
                <a:cxn ang="0">
                  <a:pos x="T8" y="T9"/>
                </a:cxn>
              </a:cxnLst>
              <a:rect l="0" t="0" r="r" b="b"/>
              <a:pathLst>
                <a:path w="57" h="29">
                  <a:moveTo>
                    <a:pt x="28" y="29"/>
                  </a:moveTo>
                  <a:cubicBezTo>
                    <a:pt x="12" y="29"/>
                    <a:pt x="0" y="23"/>
                    <a:pt x="1" y="15"/>
                  </a:cubicBezTo>
                  <a:cubicBezTo>
                    <a:pt x="2" y="7"/>
                    <a:pt x="15" y="0"/>
                    <a:pt x="30" y="0"/>
                  </a:cubicBezTo>
                  <a:cubicBezTo>
                    <a:pt x="45" y="0"/>
                    <a:pt x="57" y="7"/>
                    <a:pt x="57" y="15"/>
                  </a:cubicBezTo>
                  <a:cubicBezTo>
                    <a:pt x="57" y="23"/>
                    <a:pt x="44" y="29"/>
                    <a:pt x="28" y="2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615"/>
            <p:cNvSpPr>
              <a:spLocks noEditPoints="1"/>
            </p:cNvSpPr>
            <p:nvPr/>
          </p:nvSpPr>
          <p:spPr bwMode="auto">
            <a:xfrm>
              <a:off x="3348038" y="5226051"/>
              <a:ext cx="168275" cy="84138"/>
            </a:xfrm>
            <a:custGeom>
              <a:avLst/>
              <a:gdLst>
                <a:gd name="T0" fmla="*/ 31 w 60"/>
                <a:gd name="T1" fmla="*/ 1 h 30"/>
                <a:gd name="T2" fmla="*/ 57 w 60"/>
                <a:gd name="T3" fmla="*/ 15 h 30"/>
                <a:gd name="T4" fmla="*/ 29 w 60"/>
                <a:gd name="T5" fmla="*/ 29 h 30"/>
                <a:gd name="T6" fmla="*/ 3 w 60"/>
                <a:gd name="T7" fmla="*/ 15 h 30"/>
                <a:gd name="T8" fmla="*/ 31 w 60"/>
                <a:gd name="T9" fmla="*/ 1 h 30"/>
                <a:gd name="T10" fmla="*/ 31 w 60"/>
                <a:gd name="T11" fmla="*/ 0 h 30"/>
                <a:gd name="T12" fmla="*/ 1 w 60"/>
                <a:gd name="T13" fmla="*/ 15 h 30"/>
                <a:gd name="T14" fmla="*/ 29 w 60"/>
                <a:gd name="T15" fmla="*/ 30 h 30"/>
                <a:gd name="T16" fmla="*/ 59 w 60"/>
                <a:gd name="T17" fmla="*/ 15 h 30"/>
                <a:gd name="T18" fmla="*/ 31 w 60"/>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30">
                  <a:moveTo>
                    <a:pt x="31" y="1"/>
                  </a:moveTo>
                  <a:cubicBezTo>
                    <a:pt x="46" y="1"/>
                    <a:pt x="57" y="7"/>
                    <a:pt x="57" y="15"/>
                  </a:cubicBezTo>
                  <a:cubicBezTo>
                    <a:pt x="57" y="22"/>
                    <a:pt x="44" y="29"/>
                    <a:pt x="29" y="29"/>
                  </a:cubicBezTo>
                  <a:cubicBezTo>
                    <a:pt x="14" y="29"/>
                    <a:pt x="2" y="23"/>
                    <a:pt x="3" y="15"/>
                  </a:cubicBezTo>
                  <a:cubicBezTo>
                    <a:pt x="4" y="7"/>
                    <a:pt x="16" y="1"/>
                    <a:pt x="31" y="1"/>
                  </a:cubicBezTo>
                  <a:moveTo>
                    <a:pt x="31" y="0"/>
                  </a:moveTo>
                  <a:cubicBezTo>
                    <a:pt x="15" y="0"/>
                    <a:pt x="1" y="7"/>
                    <a:pt x="1" y="15"/>
                  </a:cubicBezTo>
                  <a:cubicBezTo>
                    <a:pt x="0" y="23"/>
                    <a:pt x="13" y="30"/>
                    <a:pt x="29" y="30"/>
                  </a:cubicBezTo>
                  <a:cubicBezTo>
                    <a:pt x="45" y="30"/>
                    <a:pt x="59" y="23"/>
                    <a:pt x="59" y="15"/>
                  </a:cubicBezTo>
                  <a:cubicBezTo>
                    <a:pt x="60" y="6"/>
                    <a:pt x="47" y="0"/>
                    <a:pt x="3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616"/>
            <p:cNvSpPr>
              <a:spLocks/>
            </p:cNvSpPr>
            <p:nvPr/>
          </p:nvSpPr>
          <p:spPr bwMode="auto">
            <a:xfrm>
              <a:off x="3160713" y="5565776"/>
              <a:ext cx="173038" cy="87313"/>
            </a:xfrm>
            <a:custGeom>
              <a:avLst/>
              <a:gdLst>
                <a:gd name="T0" fmla="*/ 30 w 62"/>
                <a:gd name="T1" fmla="*/ 31 h 31"/>
                <a:gd name="T2" fmla="*/ 1 w 62"/>
                <a:gd name="T3" fmla="*/ 16 h 31"/>
                <a:gd name="T4" fmla="*/ 33 w 62"/>
                <a:gd name="T5" fmla="*/ 0 h 31"/>
                <a:gd name="T6" fmla="*/ 61 w 62"/>
                <a:gd name="T7" fmla="*/ 15 h 31"/>
                <a:gd name="T8" fmla="*/ 30 w 62"/>
                <a:gd name="T9" fmla="*/ 31 h 31"/>
              </a:gdLst>
              <a:ahLst/>
              <a:cxnLst>
                <a:cxn ang="0">
                  <a:pos x="T0" y="T1"/>
                </a:cxn>
                <a:cxn ang="0">
                  <a:pos x="T2" y="T3"/>
                </a:cxn>
                <a:cxn ang="0">
                  <a:pos x="T4" y="T5"/>
                </a:cxn>
                <a:cxn ang="0">
                  <a:pos x="T6" y="T7"/>
                </a:cxn>
                <a:cxn ang="0">
                  <a:pos x="T8" y="T9"/>
                </a:cxn>
              </a:cxnLst>
              <a:rect l="0" t="0" r="r" b="b"/>
              <a:pathLst>
                <a:path w="62" h="31">
                  <a:moveTo>
                    <a:pt x="30" y="31"/>
                  </a:moveTo>
                  <a:cubicBezTo>
                    <a:pt x="13" y="31"/>
                    <a:pt x="0" y="24"/>
                    <a:pt x="1" y="16"/>
                  </a:cubicBezTo>
                  <a:cubicBezTo>
                    <a:pt x="2" y="7"/>
                    <a:pt x="16" y="0"/>
                    <a:pt x="33" y="0"/>
                  </a:cubicBezTo>
                  <a:cubicBezTo>
                    <a:pt x="49" y="0"/>
                    <a:pt x="62" y="7"/>
                    <a:pt x="61" y="15"/>
                  </a:cubicBezTo>
                  <a:cubicBezTo>
                    <a:pt x="61" y="24"/>
                    <a:pt x="46" y="31"/>
                    <a:pt x="30" y="31"/>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617"/>
            <p:cNvSpPr>
              <a:spLocks noEditPoints="1"/>
            </p:cNvSpPr>
            <p:nvPr/>
          </p:nvSpPr>
          <p:spPr bwMode="auto">
            <a:xfrm>
              <a:off x="3157538" y="5565776"/>
              <a:ext cx="179388" cy="87313"/>
            </a:xfrm>
            <a:custGeom>
              <a:avLst/>
              <a:gdLst>
                <a:gd name="T0" fmla="*/ 33 w 64"/>
                <a:gd name="T1" fmla="*/ 1 h 31"/>
                <a:gd name="T2" fmla="*/ 61 w 64"/>
                <a:gd name="T3" fmla="*/ 15 h 31"/>
                <a:gd name="T4" fmla="*/ 31 w 64"/>
                <a:gd name="T5" fmla="*/ 30 h 31"/>
                <a:gd name="T6" fmla="*/ 3 w 64"/>
                <a:gd name="T7" fmla="*/ 16 h 31"/>
                <a:gd name="T8" fmla="*/ 33 w 64"/>
                <a:gd name="T9" fmla="*/ 1 h 31"/>
                <a:gd name="T10" fmla="*/ 34 w 64"/>
                <a:gd name="T11" fmla="*/ 0 h 31"/>
                <a:gd name="T12" fmla="*/ 1 w 64"/>
                <a:gd name="T13" fmla="*/ 16 h 31"/>
                <a:gd name="T14" fmla="*/ 30 w 64"/>
                <a:gd name="T15" fmla="*/ 31 h 31"/>
                <a:gd name="T16" fmla="*/ 63 w 64"/>
                <a:gd name="T17" fmla="*/ 15 h 31"/>
                <a:gd name="T18" fmla="*/ 34 w 64"/>
                <a:gd name="T19"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31">
                  <a:moveTo>
                    <a:pt x="33" y="1"/>
                  </a:moveTo>
                  <a:cubicBezTo>
                    <a:pt x="49" y="1"/>
                    <a:pt x="62" y="7"/>
                    <a:pt x="61" y="15"/>
                  </a:cubicBezTo>
                  <a:cubicBezTo>
                    <a:pt x="60" y="23"/>
                    <a:pt x="47" y="30"/>
                    <a:pt x="31" y="30"/>
                  </a:cubicBezTo>
                  <a:cubicBezTo>
                    <a:pt x="14" y="30"/>
                    <a:pt x="2" y="24"/>
                    <a:pt x="3" y="16"/>
                  </a:cubicBezTo>
                  <a:cubicBezTo>
                    <a:pt x="4" y="7"/>
                    <a:pt x="18" y="1"/>
                    <a:pt x="33" y="1"/>
                  </a:cubicBezTo>
                  <a:moveTo>
                    <a:pt x="34" y="0"/>
                  </a:moveTo>
                  <a:cubicBezTo>
                    <a:pt x="16" y="0"/>
                    <a:pt x="2" y="7"/>
                    <a:pt x="1" y="16"/>
                  </a:cubicBezTo>
                  <a:cubicBezTo>
                    <a:pt x="0" y="24"/>
                    <a:pt x="13" y="31"/>
                    <a:pt x="30" y="31"/>
                  </a:cubicBezTo>
                  <a:cubicBezTo>
                    <a:pt x="48" y="31"/>
                    <a:pt x="63" y="24"/>
                    <a:pt x="63" y="15"/>
                  </a:cubicBezTo>
                  <a:cubicBezTo>
                    <a:pt x="64" y="7"/>
                    <a:pt x="51" y="0"/>
                    <a:pt x="3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618"/>
            <p:cNvSpPr>
              <a:spLocks/>
            </p:cNvSpPr>
            <p:nvPr/>
          </p:nvSpPr>
          <p:spPr bwMode="auto">
            <a:xfrm>
              <a:off x="3787775" y="5718176"/>
              <a:ext cx="223838" cy="114300"/>
            </a:xfrm>
            <a:custGeom>
              <a:avLst/>
              <a:gdLst>
                <a:gd name="T0" fmla="*/ 41 w 80"/>
                <a:gd name="T1" fmla="*/ 41 h 41"/>
                <a:gd name="T2" fmla="*/ 0 w 80"/>
                <a:gd name="T3" fmla="*/ 21 h 41"/>
                <a:gd name="T4" fmla="*/ 40 w 80"/>
                <a:gd name="T5" fmla="*/ 0 h 41"/>
                <a:gd name="T6" fmla="*/ 80 w 80"/>
                <a:gd name="T7" fmla="*/ 20 h 41"/>
                <a:gd name="T8" fmla="*/ 41 w 80"/>
                <a:gd name="T9" fmla="*/ 41 h 41"/>
              </a:gdLst>
              <a:ahLst/>
              <a:cxnLst>
                <a:cxn ang="0">
                  <a:pos x="T0" y="T1"/>
                </a:cxn>
                <a:cxn ang="0">
                  <a:pos x="T2" y="T3"/>
                </a:cxn>
                <a:cxn ang="0">
                  <a:pos x="T4" y="T5"/>
                </a:cxn>
                <a:cxn ang="0">
                  <a:pos x="T6" y="T7"/>
                </a:cxn>
                <a:cxn ang="0">
                  <a:pos x="T8" y="T9"/>
                </a:cxn>
              </a:cxnLst>
              <a:rect l="0" t="0" r="r" b="b"/>
              <a:pathLst>
                <a:path w="80" h="41">
                  <a:moveTo>
                    <a:pt x="41" y="41"/>
                  </a:moveTo>
                  <a:cubicBezTo>
                    <a:pt x="18" y="41"/>
                    <a:pt x="0" y="32"/>
                    <a:pt x="0" y="21"/>
                  </a:cubicBezTo>
                  <a:cubicBezTo>
                    <a:pt x="0" y="9"/>
                    <a:pt x="18" y="0"/>
                    <a:pt x="40" y="0"/>
                  </a:cubicBezTo>
                  <a:cubicBezTo>
                    <a:pt x="61" y="0"/>
                    <a:pt x="79" y="9"/>
                    <a:pt x="80" y="20"/>
                  </a:cubicBezTo>
                  <a:cubicBezTo>
                    <a:pt x="80" y="32"/>
                    <a:pt x="63" y="41"/>
                    <a:pt x="41" y="41"/>
                  </a:cubicBezTo>
                  <a:close/>
                </a:path>
              </a:pathLst>
            </a:custGeom>
            <a:solidFill>
              <a:srgbClr val="936CAF"/>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2" name="Freeform 619"/>
            <p:cNvSpPr>
              <a:spLocks noEditPoints="1"/>
            </p:cNvSpPr>
            <p:nvPr/>
          </p:nvSpPr>
          <p:spPr bwMode="auto">
            <a:xfrm>
              <a:off x="3784600" y="5715001"/>
              <a:ext cx="233363" cy="120650"/>
            </a:xfrm>
            <a:custGeom>
              <a:avLst/>
              <a:gdLst>
                <a:gd name="T0" fmla="*/ 41 w 83"/>
                <a:gd name="T1" fmla="*/ 2 h 43"/>
                <a:gd name="T2" fmla="*/ 80 w 83"/>
                <a:gd name="T3" fmla="*/ 21 h 43"/>
                <a:gd name="T4" fmla="*/ 42 w 83"/>
                <a:gd name="T5" fmla="*/ 42 h 43"/>
                <a:gd name="T6" fmla="*/ 3 w 83"/>
                <a:gd name="T7" fmla="*/ 22 h 43"/>
                <a:gd name="T8" fmla="*/ 41 w 83"/>
                <a:gd name="T9" fmla="*/ 2 h 43"/>
                <a:gd name="T10" fmla="*/ 40 w 83"/>
                <a:gd name="T11" fmla="*/ 0 h 43"/>
                <a:gd name="T12" fmla="*/ 0 w 83"/>
                <a:gd name="T13" fmla="*/ 22 h 43"/>
                <a:gd name="T14" fmla="*/ 42 w 83"/>
                <a:gd name="T15" fmla="*/ 43 h 43"/>
                <a:gd name="T16" fmla="*/ 82 w 83"/>
                <a:gd name="T17" fmla="*/ 21 h 43"/>
                <a:gd name="T18" fmla="*/ 40 w 83"/>
                <a:gd name="T19"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3" h="43">
                  <a:moveTo>
                    <a:pt x="41" y="2"/>
                  </a:moveTo>
                  <a:cubicBezTo>
                    <a:pt x="62" y="2"/>
                    <a:pt x="79" y="10"/>
                    <a:pt x="80" y="21"/>
                  </a:cubicBezTo>
                  <a:cubicBezTo>
                    <a:pt x="80" y="33"/>
                    <a:pt x="63" y="42"/>
                    <a:pt x="42" y="42"/>
                  </a:cubicBezTo>
                  <a:cubicBezTo>
                    <a:pt x="20" y="42"/>
                    <a:pt x="3" y="33"/>
                    <a:pt x="3" y="22"/>
                  </a:cubicBezTo>
                  <a:cubicBezTo>
                    <a:pt x="2" y="11"/>
                    <a:pt x="20" y="2"/>
                    <a:pt x="41" y="2"/>
                  </a:cubicBezTo>
                  <a:moveTo>
                    <a:pt x="40" y="0"/>
                  </a:moveTo>
                  <a:cubicBezTo>
                    <a:pt x="18" y="0"/>
                    <a:pt x="0" y="10"/>
                    <a:pt x="0" y="22"/>
                  </a:cubicBezTo>
                  <a:cubicBezTo>
                    <a:pt x="0" y="33"/>
                    <a:pt x="19" y="43"/>
                    <a:pt x="42" y="43"/>
                  </a:cubicBezTo>
                  <a:cubicBezTo>
                    <a:pt x="65" y="43"/>
                    <a:pt x="83" y="33"/>
                    <a:pt x="82" y="21"/>
                  </a:cubicBezTo>
                  <a:cubicBezTo>
                    <a:pt x="81" y="10"/>
                    <a:pt x="63" y="0"/>
                    <a:pt x="4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620"/>
            <p:cNvSpPr>
              <a:spLocks/>
            </p:cNvSpPr>
            <p:nvPr/>
          </p:nvSpPr>
          <p:spPr bwMode="auto">
            <a:xfrm>
              <a:off x="3824288" y="4954588"/>
              <a:ext cx="212725" cy="120650"/>
            </a:xfrm>
            <a:custGeom>
              <a:avLst/>
              <a:gdLst>
                <a:gd name="T0" fmla="*/ 38 w 76"/>
                <a:gd name="T1" fmla="*/ 42 h 43"/>
                <a:gd name="T2" fmla="*/ 0 w 76"/>
                <a:gd name="T3" fmla="*/ 21 h 43"/>
                <a:gd name="T4" fmla="*/ 37 w 76"/>
                <a:gd name="T5" fmla="*/ 0 h 43"/>
                <a:gd name="T6" fmla="*/ 75 w 76"/>
                <a:gd name="T7" fmla="*/ 21 h 43"/>
                <a:gd name="T8" fmla="*/ 38 w 76"/>
                <a:gd name="T9" fmla="*/ 42 h 43"/>
              </a:gdLst>
              <a:ahLst/>
              <a:cxnLst>
                <a:cxn ang="0">
                  <a:pos x="T0" y="T1"/>
                </a:cxn>
                <a:cxn ang="0">
                  <a:pos x="T2" y="T3"/>
                </a:cxn>
                <a:cxn ang="0">
                  <a:pos x="T4" y="T5"/>
                </a:cxn>
                <a:cxn ang="0">
                  <a:pos x="T6" y="T7"/>
                </a:cxn>
                <a:cxn ang="0">
                  <a:pos x="T8" y="T9"/>
                </a:cxn>
              </a:cxnLst>
              <a:rect l="0" t="0" r="r" b="b"/>
              <a:pathLst>
                <a:path w="76" h="43">
                  <a:moveTo>
                    <a:pt x="38" y="42"/>
                  </a:moveTo>
                  <a:cubicBezTo>
                    <a:pt x="17" y="43"/>
                    <a:pt x="0" y="33"/>
                    <a:pt x="0" y="21"/>
                  </a:cubicBezTo>
                  <a:cubicBezTo>
                    <a:pt x="0" y="10"/>
                    <a:pt x="16" y="0"/>
                    <a:pt x="37" y="0"/>
                  </a:cubicBezTo>
                  <a:cubicBezTo>
                    <a:pt x="57" y="0"/>
                    <a:pt x="74" y="9"/>
                    <a:pt x="75" y="21"/>
                  </a:cubicBezTo>
                  <a:cubicBezTo>
                    <a:pt x="76" y="33"/>
                    <a:pt x="59" y="42"/>
                    <a:pt x="38" y="42"/>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621"/>
            <p:cNvSpPr>
              <a:spLocks noEditPoints="1"/>
            </p:cNvSpPr>
            <p:nvPr/>
          </p:nvSpPr>
          <p:spPr bwMode="auto">
            <a:xfrm>
              <a:off x="3821113" y="4951413"/>
              <a:ext cx="219075" cy="123825"/>
            </a:xfrm>
            <a:custGeom>
              <a:avLst/>
              <a:gdLst>
                <a:gd name="T0" fmla="*/ 38 w 78"/>
                <a:gd name="T1" fmla="*/ 1 h 44"/>
                <a:gd name="T2" fmla="*/ 75 w 78"/>
                <a:gd name="T3" fmla="*/ 22 h 44"/>
                <a:gd name="T4" fmla="*/ 39 w 78"/>
                <a:gd name="T5" fmla="*/ 43 h 44"/>
                <a:gd name="T6" fmla="*/ 2 w 78"/>
                <a:gd name="T7" fmla="*/ 22 h 44"/>
                <a:gd name="T8" fmla="*/ 38 w 78"/>
                <a:gd name="T9" fmla="*/ 1 h 44"/>
                <a:gd name="T10" fmla="*/ 38 w 78"/>
                <a:gd name="T11" fmla="*/ 0 h 44"/>
                <a:gd name="T12" fmla="*/ 0 w 78"/>
                <a:gd name="T13" fmla="*/ 22 h 44"/>
                <a:gd name="T14" fmla="*/ 39 w 78"/>
                <a:gd name="T15" fmla="*/ 44 h 44"/>
                <a:gd name="T16" fmla="*/ 77 w 78"/>
                <a:gd name="T17" fmla="*/ 22 h 44"/>
                <a:gd name="T18" fmla="*/ 38 w 78"/>
                <a:gd name="T19"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8" h="44">
                  <a:moveTo>
                    <a:pt x="38" y="1"/>
                  </a:moveTo>
                  <a:cubicBezTo>
                    <a:pt x="58" y="1"/>
                    <a:pt x="74" y="11"/>
                    <a:pt x="75" y="22"/>
                  </a:cubicBezTo>
                  <a:cubicBezTo>
                    <a:pt x="76" y="34"/>
                    <a:pt x="59" y="43"/>
                    <a:pt x="39" y="43"/>
                  </a:cubicBezTo>
                  <a:cubicBezTo>
                    <a:pt x="19" y="43"/>
                    <a:pt x="2" y="34"/>
                    <a:pt x="2" y="22"/>
                  </a:cubicBezTo>
                  <a:cubicBezTo>
                    <a:pt x="2" y="11"/>
                    <a:pt x="18" y="1"/>
                    <a:pt x="38" y="1"/>
                  </a:cubicBezTo>
                  <a:moveTo>
                    <a:pt x="38" y="0"/>
                  </a:moveTo>
                  <a:cubicBezTo>
                    <a:pt x="17" y="0"/>
                    <a:pt x="0" y="10"/>
                    <a:pt x="0" y="22"/>
                  </a:cubicBezTo>
                  <a:cubicBezTo>
                    <a:pt x="0" y="35"/>
                    <a:pt x="17" y="44"/>
                    <a:pt x="39" y="44"/>
                  </a:cubicBezTo>
                  <a:cubicBezTo>
                    <a:pt x="61" y="44"/>
                    <a:pt x="78" y="34"/>
                    <a:pt x="77" y="22"/>
                  </a:cubicBezTo>
                  <a:cubicBezTo>
                    <a:pt x="76" y="10"/>
                    <a:pt x="59" y="0"/>
                    <a:pt x="3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Freeform 622"/>
            <p:cNvSpPr>
              <a:spLocks/>
            </p:cNvSpPr>
            <p:nvPr/>
          </p:nvSpPr>
          <p:spPr bwMode="auto">
            <a:xfrm>
              <a:off x="6938963" y="5689601"/>
              <a:ext cx="95250" cy="39688"/>
            </a:xfrm>
            <a:custGeom>
              <a:avLst/>
              <a:gdLst>
                <a:gd name="T0" fmla="*/ 20 w 34"/>
                <a:gd name="T1" fmla="*/ 14 h 14"/>
                <a:gd name="T2" fmla="*/ 2 w 34"/>
                <a:gd name="T3" fmla="*/ 7 h 14"/>
                <a:gd name="T4" fmla="*/ 13 w 34"/>
                <a:gd name="T5" fmla="*/ 0 h 14"/>
                <a:gd name="T6" fmla="*/ 32 w 34"/>
                <a:gd name="T7" fmla="*/ 7 h 14"/>
                <a:gd name="T8" fmla="*/ 20 w 34"/>
                <a:gd name="T9" fmla="*/ 14 h 14"/>
              </a:gdLst>
              <a:ahLst/>
              <a:cxnLst>
                <a:cxn ang="0">
                  <a:pos x="T0" y="T1"/>
                </a:cxn>
                <a:cxn ang="0">
                  <a:pos x="T2" y="T3"/>
                </a:cxn>
                <a:cxn ang="0">
                  <a:pos x="T4" y="T5"/>
                </a:cxn>
                <a:cxn ang="0">
                  <a:pos x="T6" y="T7"/>
                </a:cxn>
                <a:cxn ang="0">
                  <a:pos x="T8" y="T9"/>
                </a:cxn>
              </a:cxnLst>
              <a:rect l="0" t="0" r="r" b="b"/>
              <a:pathLst>
                <a:path w="34" h="14">
                  <a:moveTo>
                    <a:pt x="20" y="14"/>
                  </a:moveTo>
                  <a:cubicBezTo>
                    <a:pt x="12" y="14"/>
                    <a:pt x="4" y="11"/>
                    <a:pt x="2" y="7"/>
                  </a:cubicBezTo>
                  <a:cubicBezTo>
                    <a:pt x="0" y="3"/>
                    <a:pt x="5" y="0"/>
                    <a:pt x="13" y="0"/>
                  </a:cubicBezTo>
                  <a:cubicBezTo>
                    <a:pt x="22" y="0"/>
                    <a:pt x="30" y="3"/>
                    <a:pt x="32" y="7"/>
                  </a:cubicBezTo>
                  <a:cubicBezTo>
                    <a:pt x="34" y="11"/>
                    <a:pt x="29" y="14"/>
                    <a:pt x="20" y="14"/>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623"/>
            <p:cNvSpPr>
              <a:spLocks noEditPoints="1"/>
            </p:cNvSpPr>
            <p:nvPr/>
          </p:nvSpPr>
          <p:spPr bwMode="auto">
            <a:xfrm>
              <a:off x="6934200" y="5686426"/>
              <a:ext cx="103188" cy="44450"/>
            </a:xfrm>
            <a:custGeom>
              <a:avLst/>
              <a:gdLst>
                <a:gd name="T0" fmla="*/ 16 w 37"/>
                <a:gd name="T1" fmla="*/ 1 h 16"/>
                <a:gd name="T2" fmla="*/ 33 w 37"/>
                <a:gd name="T3" fmla="*/ 8 h 16"/>
                <a:gd name="T4" fmla="*/ 22 w 37"/>
                <a:gd name="T5" fmla="*/ 14 h 16"/>
                <a:gd name="T6" fmla="*/ 5 w 37"/>
                <a:gd name="T7" fmla="*/ 8 h 16"/>
                <a:gd name="T8" fmla="*/ 16 w 37"/>
                <a:gd name="T9" fmla="*/ 1 h 16"/>
                <a:gd name="T10" fmla="*/ 15 w 37"/>
                <a:gd name="T11" fmla="*/ 0 h 16"/>
                <a:gd name="T12" fmla="*/ 2 w 37"/>
                <a:gd name="T13" fmla="*/ 8 h 16"/>
                <a:gd name="T14" fmla="*/ 23 w 37"/>
                <a:gd name="T15" fmla="*/ 16 h 16"/>
                <a:gd name="T16" fmla="*/ 35 w 37"/>
                <a:gd name="T17" fmla="*/ 8 h 16"/>
                <a:gd name="T18" fmla="*/ 15 w 37"/>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16">
                  <a:moveTo>
                    <a:pt x="16" y="1"/>
                  </a:moveTo>
                  <a:cubicBezTo>
                    <a:pt x="23" y="1"/>
                    <a:pt x="31" y="4"/>
                    <a:pt x="33" y="8"/>
                  </a:cubicBezTo>
                  <a:cubicBezTo>
                    <a:pt x="34" y="12"/>
                    <a:pt x="30" y="14"/>
                    <a:pt x="22" y="14"/>
                  </a:cubicBezTo>
                  <a:cubicBezTo>
                    <a:pt x="14" y="15"/>
                    <a:pt x="7" y="12"/>
                    <a:pt x="5" y="8"/>
                  </a:cubicBezTo>
                  <a:cubicBezTo>
                    <a:pt x="3" y="4"/>
                    <a:pt x="8" y="1"/>
                    <a:pt x="16" y="1"/>
                  </a:cubicBezTo>
                  <a:moveTo>
                    <a:pt x="15" y="0"/>
                  </a:moveTo>
                  <a:cubicBezTo>
                    <a:pt x="6" y="0"/>
                    <a:pt x="0" y="4"/>
                    <a:pt x="2" y="8"/>
                  </a:cubicBezTo>
                  <a:cubicBezTo>
                    <a:pt x="4" y="12"/>
                    <a:pt x="13" y="16"/>
                    <a:pt x="23" y="16"/>
                  </a:cubicBezTo>
                  <a:cubicBezTo>
                    <a:pt x="32" y="16"/>
                    <a:pt x="37" y="12"/>
                    <a:pt x="35" y="8"/>
                  </a:cubicBezTo>
                  <a:cubicBezTo>
                    <a:pt x="33" y="4"/>
                    <a:pt x="24" y="0"/>
                    <a:pt x="1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624"/>
            <p:cNvSpPr>
              <a:spLocks/>
            </p:cNvSpPr>
            <p:nvPr/>
          </p:nvSpPr>
          <p:spPr bwMode="auto">
            <a:xfrm>
              <a:off x="7956550" y="5843588"/>
              <a:ext cx="101600" cy="42863"/>
            </a:xfrm>
            <a:custGeom>
              <a:avLst/>
              <a:gdLst>
                <a:gd name="T0" fmla="*/ 22 w 36"/>
                <a:gd name="T1" fmla="*/ 15 h 15"/>
                <a:gd name="T2" fmla="*/ 2 w 36"/>
                <a:gd name="T3" fmla="*/ 7 h 15"/>
                <a:gd name="T4" fmla="*/ 14 w 36"/>
                <a:gd name="T5" fmla="*/ 0 h 15"/>
                <a:gd name="T6" fmla="*/ 34 w 36"/>
                <a:gd name="T7" fmla="*/ 7 h 15"/>
                <a:gd name="T8" fmla="*/ 22 w 36"/>
                <a:gd name="T9" fmla="*/ 15 h 15"/>
              </a:gdLst>
              <a:ahLst/>
              <a:cxnLst>
                <a:cxn ang="0">
                  <a:pos x="T0" y="T1"/>
                </a:cxn>
                <a:cxn ang="0">
                  <a:pos x="T2" y="T3"/>
                </a:cxn>
                <a:cxn ang="0">
                  <a:pos x="T4" y="T5"/>
                </a:cxn>
                <a:cxn ang="0">
                  <a:pos x="T6" y="T7"/>
                </a:cxn>
                <a:cxn ang="0">
                  <a:pos x="T8" y="T9"/>
                </a:cxn>
              </a:cxnLst>
              <a:rect l="0" t="0" r="r" b="b"/>
              <a:pathLst>
                <a:path w="36" h="15">
                  <a:moveTo>
                    <a:pt x="22" y="15"/>
                  </a:moveTo>
                  <a:cubicBezTo>
                    <a:pt x="13" y="15"/>
                    <a:pt x="4" y="12"/>
                    <a:pt x="2" y="7"/>
                  </a:cubicBezTo>
                  <a:cubicBezTo>
                    <a:pt x="0" y="3"/>
                    <a:pt x="5" y="0"/>
                    <a:pt x="14" y="0"/>
                  </a:cubicBezTo>
                  <a:cubicBezTo>
                    <a:pt x="23" y="0"/>
                    <a:pt x="32" y="3"/>
                    <a:pt x="34" y="7"/>
                  </a:cubicBezTo>
                  <a:cubicBezTo>
                    <a:pt x="36" y="12"/>
                    <a:pt x="31" y="15"/>
                    <a:pt x="22" y="15"/>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625"/>
            <p:cNvSpPr>
              <a:spLocks noEditPoints="1"/>
            </p:cNvSpPr>
            <p:nvPr/>
          </p:nvSpPr>
          <p:spPr bwMode="auto">
            <a:xfrm>
              <a:off x="7951788" y="5840413"/>
              <a:ext cx="111125" cy="47625"/>
            </a:xfrm>
            <a:custGeom>
              <a:avLst/>
              <a:gdLst>
                <a:gd name="T0" fmla="*/ 16 w 40"/>
                <a:gd name="T1" fmla="*/ 2 h 17"/>
                <a:gd name="T2" fmla="*/ 35 w 40"/>
                <a:gd name="T3" fmla="*/ 8 h 17"/>
                <a:gd name="T4" fmla="*/ 23 w 40"/>
                <a:gd name="T5" fmla="*/ 15 h 17"/>
                <a:gd name="T6" fmla="*/ 5 w 40"/>
                <a:gd name="T7" fmla="*/ 8 h 17"/>
                <a:gd name="T8" fmla="*/ 16 w 40"/>
                <a:gd name="T9" fmla="*/ 2 h 17"/>
                <a:gd name="T10" fmla="*/ 16 w 40"/>
                <a:gd name="T11" fmla="*/ 0 h 17"/>
                <a:gd name="T12" fmla="*/ 2 w 40"/>
                <a:gd name="T13" fmla="*/ 8 h 17"/>
                <a:gd name="T14" fmla="*/ 24 w 40"/>
                <a:gd name="T15" fmla="*/ 17 h 17"/>
                <a:gd name="T16" fmla="*/ 37 w 40"/>
                <a:gd name="T17" fmla="*/ 8 h 17"/>
                <a:gd name="T18" fmla="*/ 16 w 40"/>
                <a:gd name="T1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17">
                  <a:moveTo>
                    <a:pt x="16" y="2"/>
                  </a:moveTo>
                  <a:cubicBezTo>
                    <a:pt x="25" y="2"/>
                    <a:pt x="33" y="5"/>
                    <a:pt x="35" y="8"/>
                  </a:cubicBezTo>
                  <a:cubicBezTo>
                    <a:pt x="36" y="12"/>
                    <a:pt x="31" y="15"/>
                    <a:pt x="23" y="15"/>
                  </a:cubicBezTo>
                  <a:cubicBezTo>
                    <a:pt x="15" y="15"/>
                    <a:pt x="7" y="12"/>
                    <a:pt x="5" y="8"/>
                  </a:cubicBezTo>
                  <a:cubicBezTo>
                    <a:pt x="3" y="5"/>
                    <a:pt x="8" y="2"/>
                    <a:pt x="16" y="2"/>
                  </a:cubicBezTo>
                  <a:moveTo>
                    <a:pt x="16" y="0"/>
                  </a:moveTo>
                  <a:cubicBezTo>
                    <a:pt x="6" y="0"/>
                    <a:pt x="0" y="4"/>
                    <a:pt x="2" y="8"/>
                  </a:cubicBezTo>
                  <a:cubicBezTo>
                    <a:pt x="5" y="13"/>
                    <a:pt x="14" y="17"/>
                    <a:pt x="24" y="17"/>
                  </a:cubicBezTo>
                  <a:cubicBezTo>
                    <a:pt x="34" y="17"/>
                    <a:pt x="40" y="13"/>
                    <a:pt x="37" y="8"/>
                  </a:cubicBezTo>
                  <a:cubicBezTo>
                    <a:pt x="35" y="4"/>
                    <a:pt x="25" y="0"/>
                    <a:pt x="1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Freeform 626"/>
            <p:cNvSpPr>
              <a:spLocks/>
            </p:cNvSpPr>
            <p:nvPr/>
          </p:nvSpPr>
          <p:spPr bwMode="auto">
            <a:xfrm>
              <a:off x="7623175" y="6205538"/>
              <a:ext cx="101600" cy="50800"/>
            </a:xfrm>
            <a:custGeom>
              <a:avLst/>
              <a:gdLst>
                <a:gd name="T0" fmla="*/ 22 w 36"/>
                <a:gd name="T1" fmla="*/ 18 h 18"/>
                <a:gd name="T2" fmla="*/ 2 w 36"/>
                <a:gd name="T3" fmla="*/ 9 h 18"/>
                <a:gd name="T4" fmla="*/ 14 w 36"/>
                <a:gd name="T5" fmla="*/ 0 h 18"/>
                <a:gd name="T6" fmla="*/ 34 w 36"/>
                <a:gd name="T7" fmla="*/ 9 h 18"/>
                <a:gd name="T8" fmla="*/ 22 w 36"/>
                <a:gd name="T9" fmla="*/ 18 h 18"/>
              </a:gdLst>
              <a:ahLst/>
              <a:cxnLst>
                <a:cxn ang="0">
                  <a:pos x="T0" y="T1"/>
                </a:cxn>
                <a:cxn ang="0">
                  <a:pos x="T2" y="T3"/>
                </a:cxn>
                <a:cxn ang="0">
                  <a:pos x="T4" y="T5"/>
                </a:cxn>
                <a:cxn ang="0">
                  <a:pos x="T6" y="T7"/>
                </a:cxn>
                <a:cxn ang="0">
                  <a:pos x="T8" y="T9"/>
                </a:cxn>
              </a:cxnLst>
              <a:rect l="0" t="0" r="r" b="b"/>
              <a:pathLst>
                <a:path w="36" h="18">
                  <a:moveTo>
                    <a:pt x="22" y="18"/>
                  </a:moveTo>
                  <a:cubicBezTo>
                    <a:pt x="13" y="18"/>
                    <a:pt x="4" y="14"/>
                    <a:pt x="2" y="9"/>
                  </a:cubicBezTo>
                  <a:cubicBezTo>
                    <a:pt x="0" y="4"/>
                    <a:pt x="5" y="0"/>
                    <a:pt x="14" y="0"/>
                  </a:cubicBezTo>
                  <a:cubicBezTo>
                    <a:pt x="23" y="0"/>
                    <a:pt x="32" y="4"/>
                    <a:pt x="34" y="9"/>
                  </a:cubicBezTo>
                  <a:cubicBezTo>
                    <a:pt x="36" y="14"/>
                    <a:pt x="31" y="18"/>
                    <a:pt x="22" y="18"/>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627"/>
            <p:cNvSpPr>
              <a:spLocks noEditPoints="1"/>
            </p:cNvSpPr>
            <p:nvPr/>
          </p:nvSpPr>
          <p:spPr bwMode="auto">
            <a:xfrm>
              <a:off x="7618413" y="6202363"/>
              <a:ext cx="111125" cy="55563"/>
            </a:xfrm>
            <a:custGeom>
              <a:avLst/>
              <a:gdLst>
                <a:gd name="T0" fmla="*/ 16 w 40"/>
                <a:gd name="T1" fmla="*/ 2 h 20"/>
                <a:gd name="T2" fmla="*/ 35 w 40"/>
                <a:gd name="T3" fmla="*/ 10 h 20"/>
                <a:gd name="T4" fmla="*/ 24 w 40"/>
                <a:gd name="T5" fmla="*/ 18 h 20"/>
                <a:gd name="T6" fmla="*/ 6 w 40"/>
                <a:gd name="T7" fmla="*/ 10 h 20"/>
                <a:gd name="T8" fmla="*/ 16 w 40"/>
                <a:gd name="T9" fmla="*/ 2 h 20"/>
                <a:gd name="T10" fmla="*/ 16 w 40"/>
                <a:gd name="T11" fmla="*/ 0 h 20"/>
                <a:gd name="T12" fmla="*/ 3 w 40"/>
                <a:gd name="T13" fmla="*/ 10 h 20"/>
                <a:gd name="T14" fmla="*/ 25 w 40"/>
                <a:gd name="T15" fmla="*/ 20 h 20"/>
                <a:gd name="T16" fmla="*/ 37 w 40"/>
                <a:gd name="T17" fmla="*/ 10 h 20"/>
                <a:gd name="T18" fmla="*/ 16 w 40"/>
                <a:gd name="T1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20">
                  <a:moveTo>
                    <a:pt x="16" y="2"/>
                  </a:moveTo>
                  <a:cubicBezTo>
                    <a:pt x="24" y="2"/>
                    <a:pt x="32" y="6"/>
                    <a:pt x="35" y="10"/>
                  </a:cubicBezTo>
                  <a:cubicBezTo>
                    <a:pt x="37" y="14"/>
                    <a:pt x="32" y="18"/>
                    <a:pt x="24" y="18"/>
                  </a:cubicBezTo>
                  <a:cubicBezTo>
                    <a:pt x="16" y="18"/>
                    <a:pt x="8" y="14"/>
                    <a:pt x="6" y="10"/>
                  </a:cubicBezTo>
                  <a:cubicBezTo>
                    <a:pt x="3" y="6"/>
                    <a:pt x="8" y="2"/>
                    <a:pt x="16" y="2"/>
                  </a:cubicBezTo>
                  <a:moveTo>
                    <a:pt x="16" y="0"/>
                  </a:moveTo>
                  <a:cubicBezTo>
                    <a:pt x="6" y="0"/>
                    <a:pt x="0" y="5"/>
                    <a:pt x="3" y="10"/>
                  </a:cubicBezTo>
                  <a:cubicBezTo>
                    <a:pt x="5" y="15"/>
                    <a:pt x="15" y="20"/>
                    <a:pt x="25" y="20"/>
                  </a:cubicBezTo>
                  <a:cubicBezTo>
                    <a:pt x="34" y="20"/>
                    <a:pt x="40" y="15"/>
                    <a:pt x="37" y="10"/>
                  </a:cubicBezTo>
                  <a:cubicBezTo>
                    <a:pt x="35" y="5"/>
                    <a:pt x="25" y="0"/>
                    <a:pt x="1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628"/>
            <p:cNvSpPr>
              <a:spLocks/>
            </p:cNvSpPr>
            <p:nvPr/>
          </p:nvSpPr>
          <p:spPr bwMode="auto">
            <a:xfrm>
              <a:off x="7794625" y="6330951"/>
              <a:ext cx="103188" cy="53975"/>
            </a:xfrm>
            <a:custGeom>
              <a:avLst/>
              <a:gdLst>
                <a:gd name="T0" fmla="*/ 23 w 37"/>
                <a:gd name="T1" fmla="*/ 19 h 19"/>
                <a:gd name="T2" fmla="*/ 2 w 37"/>
                <a:gd name="T3" fmla="*/ 10 h 19"/>
                <a:gd name="T4" fmla="*/ 14 w 37"/>
                <a:gd name="T5" fmla="*/ 0 h 19"/>
                <a:gd name="T6" fmla="*/ 34 w 37"/>
                <a:gd name="T7" fmla="*/ 10 h 19"/>
                <a:gd name="T8" fmla="*/ 23 w 37"/>
                <a:gd name="T9" fmla="*/ 19 h 19"/>
              </a:gdLst>
              <a:ahLst/>
              <a:cxnLst>
                <a:cxn ang="0">
                  <a:pos x="T0" y="T1"/>
                </a:cxn>
                <a:cxn ang="0">
                  <a:pos x="T2" y="T3"/>
                </a:cxn>
                <a:cxn ang="0">
                  <a:pos x="T4" y="T5"/>
                </a:cxn>
                <a:cxn ang="0">
                  <a:pos x="T6" y="T7"/>
                </a:cxn>
                <a:cxn ang="0">
                  <a:pos x="T8" y="T9"/>
                </a:cxn>
              </a:cxnLst>
              <a:rect l="0" t="0" r="r" b="b"/>
              <a:pathLst>
                <a:path w="37" h="19">
                  <a:moveTo>
                    <a:pt x="23" y="19"/>
                  </a:moveTo>
                  <a:cubicBezTo>
                    <a:pt x="14" y="19"/>
                    <a:pt x="5" y="15"/>
                    <a:pt x="2" y="10"/>
                  </a:cubicBezTo>
                  <a:cubicBezTo>
                    <a:pt x="0" y="4"/>
                    <a:pt x="5" y="0"/>
                    <a:pt x="14" y="0"/>
                  </a:cubicBezTo>
                  <a:cubicBezTo>
                    <a:pt x="23" y="0"/>
                    <a:pt x="32" y="4"/>
                    <a:pt x="34" y="10"/>
                  </a:cubicBezTo>
                  <a:cubicBezTo>
                    <a:pt x="37" y="15"/>
                    <a:pt x="32" y="19"/>
                    <a:pt x="23" y="1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629"/>
            <p:cNvSpPr>
              <a:spLocks noEditPoints="1"/>
            </p:cNvSpPr>
            <p:nvPr/>
          </p:nvSpPr>
          <p:spPr bwMode="auto">
            <a:xfrm>
              <a:off x="7788275" y="6329363"/>
              <a:ext cx="112713" cy="58738"/>
            </a:xfrm>
            <a:custGeom>
              <a:avLst/>
              <a:gdLst>
                <a:gd name="T0" fmla="*/ 16 w 40"/>
                <a:gd name="T1" fmla="*/ 2 h 21"/>
                <a:gd name="T2" fmla="*/ 35 w 40"/>
                <a:gd name="T3" fmla="*/ 11 h 21"/>
                <a:gd name="T4" fmla="*/ 24 w 40"/>
                <a:gd name="T5" fmla="*/ 19 h 21"/>
                <a:gd name="T6" fmla="*/ 6 w 40"/>
                <a:gd name="T7" fmla="*/ 11 h 21"/>
                <a:gd name="T8" fmla="*/ 16 w 40"/>
                <a:gd name="T9" fmla="*/ 2 h 21"/>
                <a:gd name="T10" fmla="*/ 16 w 40"/>
                <a:gd name="T11" fmla="*/ 0 h 21"/>
                <a:gd name="T12" fmla="*/ 3 w 40"/>
                <a:gd name="T13" fmla="*/ 11 h 21"/>
                <a:gd name="T14" fmla="*/ 25 w 40"/>
                <a:gd name="T15" fmla="*/ 21 h 21"/>
                <a:gd name="T16" fmla="*/ 38 w 40"/>
                <a:gd name="T17" fmla="*/ 11 h 21"/>
                <a:gd name="T18" fmla="*/ 16 w 40"/>
                <a:gd name="T1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21">
                  <a:moveTo>
                    <a:pt x="16" y="2"/>
                  </a:moveTo>
                  <a:cubicBezTo>
                    <a:pt x="24" y="2"/>
                    <a:pt x="33" y="6"/>
                    <a:pt x="35" y="11"/>
                  </a:cubicBezTo>
                  <a:cubicBezTo>
                    <a:pt x="37" y="15"/>
                    <a:pt x="32" y="19"/>
                    <a:pt x="24" y="19"/>
                  </a:cubicBezTo>
                  <a:cubicBezTo>
                    <a:pt x="16" y="19"/>
                    <a:pt x="8" y="15"/>
                    <a:pt x="6" y="11"/>
                  </a:cubicBezTo>
                  <a:cubicBezTo>
                    <a:pt x="3" y="6"/>
                    <a:pt x="8" y="2"/>
                    <a:pt x="16" y="2"/>
                  </a:cubicBezTo>
                  <a:moveTo>
                    <a:pt x="16" y="0"/>
                  </a:moveTo>
                  <a:cubicBezTo>
                    <a:pt x="6" y="0"/>
                    <a:pt x="0" y="5"/>
                    <a:pt x="3" y="11"/>
                  </a:cubicBezTo>
                  <a:cubicBezTo>
                    <a:pt x="5" y="16"/>
                    <a:pt x="15" y="21"/>
                    <a:pt x="25" y="21"/>
                  </a:cubicBezTo>
                  <a:cubicBezTo>
                    <a:pt x="35" y="21"/>
                    <a:pt x="40" y="16"/>
                    <a:pt x="38" y="11"/>
                  </a:cubicBezTo>
                  <a:cubicBezTo>
                    <a:pt x="35" y="5"/>
                    <a:pt x="25" y="0"/>
                    <a:pt x="1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630"/>
            <p:cNvSpPr>
              <a:spLocks/>
            </p:cNvSpPr>
            <p:nvPr/>
          </p:nvSpPr>
          <p:spPr bwMode="auto">
            <a:xfrm>
              <a:off x="7626350" y="6286501"/>
              <a:ext cx="69850" cy="36513"/>
            </a:xfrm>
            <a:custGeom>
              <a:avLst/>
              <a:gdLst>
                <a:gd name="T0" fmla="*/ 16 w 25"/>
                <a:gd name="T1" fmla="*/ 13 h 13"/>
                <a:gd name="T2" fmla="*/ 2 w 25"/>
                <a:gd name="T3" fmla="*/ 6 h 13"/>
                <a:gd name="T4" fmla="*/ 10 w 25"/>
                <a:gd name="T5" fmla="*/ 0 h 13"/>
                <a:gd name="T6" fmla="*/ 24 w 25"/>
                <a:gd name="T7" fmla="*/ 6 h 13"/>
                <a:gd name="T8" fmla="*/ 16 w 25"/>
                <a:gd name="T9" fmla="*/ 13 h 13"/>
              </a:gdLst>
              <a:ahLst/>
              <a:cxnLst>
                <a:cxn ang="0">
                  <a:pos x="T0" y="T1"/>
                </a:cxn>
                <a:cxn ang="0">
                  <a:pos x="T2" y="T3"/>
                </a:cxn>
                <a:cxn ang="0">
                  <a:pos x="T4" y="T5"/>
                </a:cxn>
                <a:cxn ang="0">
                  <a:pos x="T6" y="T7"/>
                </a:cxn>
                <a:cxn ang="0">
                  <a:pos x="T8" y="T9"/>
                </a:cxn>
              </a:cxnLst>
              <a:rect l="0" t="0" r="r" b="b"/>
              <a:pathLst>
                <a:path w="25" h="13">
                  <a:moveTo>
                    <a:pt x="16" y="13"/>
                  </a:moveTo>
                  <a:cubicBezTo>
                    <a:pt x="9" y="13"/>
                    <a:pt x="3" y="10"/>
                    <a:pt x="2" y="6"/>
                  </a:cubicBezTo>
                  <a:cubicBezTo>
                    <a:pt x="0" y="3"/>
                    <a:pt x="4" y="0"/>
                    <a:pt x="10" y="0"/>
                  </a:cubicBezTo>
                  <a:cubicBezTo>
                    <a:pt x="16" y="0"/>
                    <a:pt x="22" y="3"/>
                    <a:pt x="24" y="6"/>
                  </a:cubicBezTo>
                  <a:cubicBezTo>
                    <a:pt x="25" y="10"/>
                    <a:pt x="22" y="13"/>
                    <a:pt x="16" y="13"/>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631"/>
            <p:cNvSpPr>
              <a:spLocks noEditPoints="1"/>
            </p:cNvSpPr>
            <p:nvPr/>
          </p:nvSpPr>
          <p:spPr bwMode="auto">
            <a:xfrm>
              <a:off x="7620000" y="6283326"/>
              <a:ext cx="82550" cy="39688"/>
            </a:xfrm>
            <a:custGeom>
              <a:avLst/>
              <a:gdLst>
                <a:gd name="T0" fmla="*/ 12 w 29"/>
                <a:gd name="T1" fmla="*/ 2 h 14"/>
                <a:gd name="T2" fmla="*/ 24 w 29"/>
                <a:gd name="T3" fmla="*/ 7 h 14"/>
                <a:gd name="T4" fmla="*/ 17 w 29"/>
                <a:gd name="T5" fmla="*/ 13 h 14"/>
                <a:gd name="T6" fmla="*/ 5 w 29"/>
                <a:gd name="T7" fmla="*/ 7 h 14"/>
                <a:gd name="T8" fmla="*/ 12 w 29"/>
                <a:gd name="T9" fmla="*/ 2 h 14"/>
                <a:gd name="T10" fmla="*/ 11 w 29"/>
                <a:gd name="T11" fmla="*/ 0 h 14"/>
                <a:gd name="T12" fmla="*/ 2 w 29"/>
                <a:gd name="T13" fmla="*/ 7 h 14"/>
                <a:gd name="T14" fmla="*/ 18 w 29"/>
                <a:gd name="T15" fmla="*/ 14 h 14"/>
                <a:gd name="T16" fmla="*/ 27 w 29"/>
                <a:gd name="T17" fmla="*/ 7 h 14"/>
                <a:gd name="T18" fmla="*/ 11 w 29"/>
                <a:gd name="T1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4">
                  <a:moveTo>
                    <a:pt x="12" y="2"/>
                  </a:moveTo>
                  <a:cubicBezTo>
                    <a:pt x="17" y="2"/>
                    <a:pt x="23" y="4"/>
                    <a:pt x="24" y="7"/>
                  </a:cubicBezTo>
                  <a:cubicBezTo>
                    <a:pt x="26" y="10"/>
                    <a:pt x="22" y="13"/>
                    <a:pt x="17" y="13"/>
                  </a:cubicBezTo>
                  <a:cubicBezTo>
                    <a:pt x="12" y="13"/>
                    <a:pt x="6" y="10"/>
                    <a:pt x="5" y="7"/>
                  </a:cubicBezTo>
                  <a:cubicBezTo>
                    <a:pt x="4" y="4"/>
                    <a:pt x="7" y="2"/>
                    <a:pt x="12" y="2"/>
                  </a:cubicBezTo>
                  <a:moveTo>
                    <a:pt x="11" y="0"/>
                  </a:moveTo>
                  <a:cubicBezTo>
                    <a:pt x="4" y="0"/>
                    <a:pt x="0" y="3"/>
                    <a:pt x="2" y="7"/>
                  </a:cubicBezTo>
                  <a:cubicBezTo>
                    <a:pt x="4" y="11"/>
                    <a:pt x="11" y="14"/>
                    <a:pt x="18" y="14"/>
                  </a:cubicBezTo>
                  <a:cubicBezTo>
                    <a:pt x="25" y="14"/>
                    <a:pt x="29" y="11"/>
                    <a:pt x="27" y="7"/>
                  </a:cubicBezTo>
                  <a:cubicBezTo>
                    <a:pt x="25" y="3"/>
                    <a:pt x="18" y="0"/>
                    <a:pt x="1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Freeform 632"/>
            <p:cNvSpPr>
              <a:spLocks/>
            </p:cNvSpPr>
            <p:nvPr/>
          </p:nvSpPr>
          <p:spPr bwMode="auto">
            <a:xfrm>
              <a:off x="7707313" y="6329363"/>
              <a:ext cx="69850" cy="36513"/>
            </a:xfrm>
            <a:custGeom>
              <a:avLst/>
              <a:gdLst>
                <a:gd name="T0" fmla="*/ 15 w 25"/>
                <a:gd name="T1" fmla="*/ 13 h 13"/>
                <a:gd name="T2" fmla="*/ 1 w 25"/>
                <a:gd name="T3" fmla="*/ 7 h 13"/>
                <a:gd name="T4" fmla="*/ 9 w 25"/>
                <a:gd name="T5" fmla="*/ 0 h 13"/>
                <a:gd name="T6" fmla="*/ 23 w 25"/>
                <a:gd name="T7" fmla="*/ 7 h 13"/>
                <a:gd name="T8" fmla="*/ 15 w 25"/>
                <a:gd name="T9" fmla="*/ 13 h 13"/>
              </a:gdLst>
              <a:ahLst/>
              <a:cxnLst>
                <a:cxn ang="0">
                  <a:pos x="T0" y="T1"/>
                </a:cxn>
                <a:cxn ang="0">
                  <a:pos x="T2" y="T3"/>
                </a:cxn>
                <a:cxn ang="0">
                  <a:pos x="T4" y="T5"/>
                </a:cxn>
                <a:cxn ang="0">
                  <a:pos x="T6" y="T7"/>
                </a:cxn>
                <a:cxn ang="0">
                  <a:pos x="T8" y="T9"/>
                </a:cxn>
              </a:cxnLst>
              <a:rect l="0" t="0" r="r" b="b"/>
              <a:pathLst>
                <a:path w="25" h="13">
                  <a:moveTo>
                    <a:pt x="15" y="13"/>
                  </a:moveTo>
                  <a:cubicBezTo>
                    <a:pt x="9" y="13"/>
                    <a:pt x="3" y="10"/>
                    <a:pt x="1" y="7"/>
                  </a:cubicBezTo>
                  <a:cubicBezTo>
                    <a:pt x="0" y="3"/>
                    <a:pt x="3" y="0"/>
                    <a:pt x="9" y="0"/>
                  </a:cubicBezTo>
                  <a:cubicBezTo>
                    <a:pt x="15" y="0"/>
                    <a:pt x="22" y="3"/>
                    <a:pt x="23" y="7"/>
                  </a:cubicBezTo>
                  <a:cubicBezTo>
                    <a:pt x="25" y="10"/>
                    <a:pt x="21" y="13"/>
                    <a:pt x="15" y="13"/>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633"/>
            <p:cNvSpPr>
              <a:spLocks noEditPoints="1"/>
            </p:cNvSpPr>
            <p:nvPr/>
          </p:nvSpPr>
          <p:spPr bwMode="auto">
            <a:xfrm>
              <a:off x="7702550" y="6326188"/>
              <a:ext cx="80963" cy="41275"/>
            </a:xfrm>
            <a:custGeom>
              <a:avLst/>
              <a:gdLst>
                <a:gd name="T0" fmla="*/ 12 w 29"/>
                <a:gd name="T1" fmla="*/ 2 h 15"/>
                <a:gd name="T2" fmla="*/ 24 w 29"/>
                <a:gd name="T3" fmla="*/ 8 h 15"/>
                <a:gd name="T4" fmla="*/ 17 w 29"/>
                <a:gd name="T5" fmla="*/ 13 h 15"/>
                <a:gd name="T6" fmla="*/ 5 w 29"/>
                <a:gd name="T7" fmla="*/ 8 h 15"/>
                <a:gd name="T8" fmla="*/ 12 w 29"/>
                <a:gd name="T9" fmla="*/ 2 h 15"/>
                <a:gd name="T10" fmla="*/ 11 w 29"/>
                <a:gd name="T11" fmla="*/ 0 h 15"/>
                <a:gd name="T12" fmla="*/ 2 w 29"/>
                <a:gd name="T13" fmla="*/ 8 h 15"/>
                <a:gd name="T14" fmla="*/ 18 w 29"/>
                <a:gd name="T15" fmla="*/ 15 h 15"/>
                <a:gd name="T16" fmla="*/ 27 w 29"/>
                <a:gd name="T17" fmla="*/ 8 h 15"/>
                <a:gd name="T18" fmla="*/ 11 w 29"/>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5">
                  <a:moveTo>
                    <a:pt x="12" y="2"/>
                  </a:moveTo>
                  <a:cubicBezTo>
                    <a:pt x="17" y="2"/>
                    <a:pt x="22" y="5"/>
                    <a:pt x="24" y="8"/>
                  </a:cubicBezTo>
                  <a:cubicBezTo>
                    <a:pt x="25" y="11"/>
                    <a:pt x="22" y="13"/>
                    <a:pt x="17" y="13"/>
                  </a:cubicBezTo>
                  <a:cubicBezTo>
                    <a:pt x="12" y="13"/>
                    <a:pt x="6" y="11"/>
                    <a:pt x="5" y="8"/>
                  </a:cubicBezTo>
                  <a:cubicBezTo>
                    <a:pt x="3" y="5"/>
                    <a:pt x="6" y="2"/>
                    <a:pt x="12" y="2"/>
                  </a:cubicBezTo>
                  <a:moveTo>
                    <a:pt x="11" y="0"/>
                  </a:moveTo>
                  <a:cubicBezTo>
                    <a:pt x="4" y="0"/>
                    <a:pt x="0" y="4"/>
                    <a:pt x="2" y="8"/>
                  </a:cubicBezTo>
                  <a:cubicBezTo>
                    <a:pt x="4" y="12"/>
                    <a:pt x="11" y="15"/>
                    <a:pt x="18" y="15"/>
                  </a:cubicBezTo>
                  <a:cubicBezTo>
                    <a:pt x="25" y="15"/>
                    <a:pt x="29" y="12"/>
                    <a:pt x="27" y="8"/>
                  </a:cubicBezTo>
                  <a:cubicBezTo>
                    <a:pt x="25" y="4"/>
                    <a:pt x="18" y="0"/>
                    <a:pt x="1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Freeform 634"/>
            <p:cNvSpPr>
              <a:spLocks/>
            </p:cNvSpPr>
            <p:nvPr/>
          </p:nvSpPr>
          <p:spPr bwMode="auto">
            <a:xfrm>
              <a:off x="7586663" y="6326188"/>
              <a:ext cx="101600" cy="52388"/>
            </a:xfrm>
            <a:custGeom>
              <a:avLst/>
              <a:gdLst>
                <a:gd name="T0" fmla="*/ 22 w 36"/>
                <a:gd name="T1" fmla="*/ 19 h 19"/>
                <a:gd name="T2" fmla="*/ 2 w 36"/>
                <a:gd name="T3" fmla="*/ 9 h 19"/>
                <a:gd name="T4" fmla="*/ 14 w 36"/>
                <a:gd name="T5" fmla="*/ 0 h 19"/>
                <a:gd name="T6" fmla="*/ 34 w 36"/>
                <a:gd name="T7" fmla="*/ 10 h 19"/>
                <a:gd name="T8" fmla="*/ 22 w 36"/>
                <a:gd name="T9" fmla="*/ 19 h 19"/>
              </a:gdLst>
              <a:ahLst/>
              <a:cxnLst>
                <a:cxn ang="0">
                  <a:pos x="T0" y="T1"/>
                </a:cxn>
                <a:cxn ang="0">
                  <a:pos x="T2" y="T3"/>
                </a:cxn>
                <a:cxn ang="0">
                  <a:pos x="T4" y="T5"/>
                </a:cxn>
                <a:cxn ang="0">
                  <a:pos x="T6" y="T7"/>
                </a:cxn>
                <a:cxn ang="0">
                  <a:pos x="T8" y="T9"/>
                </a:cxn>
              </a:cxnLst>
              <a:rect l="0" t="0" r="r" b="b"/>
              <a:pathLst>
                <a:path w="36" h="19">
                  <a:moveTo>
                    <a:pt x="22" y="19"/>
                  </a:moveTo>
                  <a:cubicBezTo>
                    <a:pt x="13" y="19"/>
                    <a:pt x="4" y="15"/>
                    <a:pt x="2" y="9"/>
                  </a:cubicBezTo>
                  <a:cubicBezTo>
                    <a:pt x="0" y="4"/>
                    <a:pt x="5" y="0"/>
                    <a:pt x="14" y="0"/>
                  </a:cubicBezTo>
                  <a:cubicBezTo>
                    <a:pt x="23" y="0"/>
                    <a:pt x="32" y="4"/>
                    <a:pt x="34" y="10"/>
                  </a:cubicBezTo>
                  <a:cubicBezTo>
                    <a:pt x="36" y="15"/>
                    <a:pt x="31" y="19"/>
                    <a:pt x="22" y="1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635"/>
            <p:cNvSpPr>
              <a:spLocks noEditPoints="1"/>
            </p:cNvSpPr>
            <p:nvPr/>
          </p:nvSpPr>
          <p:spPr bwMode="auto">
            <a:xfrm>
              <a:off x="7581900" y="6323013"/>
              <a:ext cx="111125" cy="58738"/>
            </a:xfrm>
            <a:custGeom>
              <a:avLst/>
              <a:gdLst>
                <a:gd name="T0" fmla="*/ 16 w 40"/>
                <a:gd name="T1" fmla="*/ 2 h 21"/>
                <a:gd name="T2" fmla="*/ 35 w 40"/>
                <a:gd name="T3" fmla="*/ 11 h 21"/>
                <a:gd name="T4" fmla="*/ 24 w 40"/>
                <a:gd name="T5" fmla="*/ 19 h 21"/>
                <a:gd name="T6" fmla="*/ 5 w 40"/>
                <a:gd name="T7" fmla="*/ 10 h 21"/>
                <a:gd name="T8" fmla="*/ 16 w 40"/>
                <a:gd name="T9" fmla="*/ 2 h 21"/>
                <a:gd name="T10" fmla="*/ 15 w 40"/>
                <a:gd name="T11" fmla="*/ 0 h 21"/>
                <a:gd name="T12" fmla="*/ 3 w 40"/>
                <a:gd name="T13" fmla="*/ 10 h 21"/>
                <a:gd name="T14" fmla="*/ 25 w 40"/>
                <a:gd name="T15" fmla="*/ 21 h 21"/>
                <a:gd name="T16" fmla="*/ 37 w 40"/>
                <a:gd name="T17" fmla="*/ 11 h 21"/>
                <a:gd name="T18" fmla="*/ 15 w 40"/>
                <a:gd name="T1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21">
                  <a:moveTo>
                    <a:pt x="16" y="2"/>
                  </a:moveTo>
                  <a:cubicBezTo>
                    <a:pt x="24" y="2"/>
                    <a:pt x="32" y="6"/>
                    <a:pt x="35" y="11"/>
                  </a:cubicBezTo>
                  <a:cubicBezTo>
                    <a:pt x="37" y="15"/>
                    <a:pt x="32" y="19"/>
                    <a:pt x="24" y="19"/>
                  </a:cubicBezTo>
                  <a:cubicBezTo>
                    <a:pt x="16" y="19"/>
                    <a:pt x="8" y="15"/>
                    <a:pt x="5" y="10"/>
                  </a:cubicBezTo>
                  <a:cubicBezTo>
                    <a:pt x="3" y="6"/>
                    <a:pt x="8" y="2"/>
                    <a:pt x="16" y="2"/>
                  </a:cubicBezTo>
                  <a:moveTo>
                    <a:pt x="15" y="0"/>
                  </a:moveTo>
                  <a:cubicBezTo>
                    <a:pt x="6" y="0"/>
                    <a:pt x="0" y="5"/>
                    <a:pt x="3" y="10"/>
                  </a:cubicBezTo>
                  <a:cubicBezTo>
                    <a:pt x="5" y="16"/>
                    <a:pt x="15" y="21"/>
                    <a:pt x="25" y="21"/>
                  </a:cubicBezTo>
                  <a:cubicBezTo>
                    <a:pt x="34" y="21"/>
                    <a:pt x="40" y="16"/>
                    <a:pt x="37" y="11"/>
                  </a:cubicBezTo>
                  <a:cubicBezTo>
                    <a:pt x="35" y="5"/>
                    <a:pt x="25" y="0"/>
                    <a:pt x="1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636"/>
            <p:cNvSpPr>
              <a:spLocks/>
            </p:cNvSpPr>
            <p:nvPr/>
          </p:nvSpPr>
          <p:spPr bwMode="auto">
            <a:xfrm>
              <a:off x="8074025" y="5872163"/>
              <a:ext cx="73025" cy="30163"/>
            </a:xfrm>
            <a:custGeom>
              <a:avLst/>
              <a:gdLst>
                <a:gd name="T0" fmla="*/ 16 w 26"/>
                <a:gd name="T1" fmla="*/ 11 h 11"/>
                <a:gd name="T2" fmla="*/ 2 w 26"/>
                <a:gd name="T3" fmla="*/ 6 h 11"/>
                <a:gd name="T4" fmla="*/ 10 w 26"/>
                <a:gd name="T5" fmla="*/ 1 h 11"/>
                <a:gd name="T6" fmla="*/ 24 w 26"/>
                <a:gd name="T7" fmla="*/ 6 h 11"/>
                <a:gd name="T8" fmla="*/ 16 w 26"/>
                <a:gd name="T9" fmla="*/ 11 h 11"/>
              </a:gdLst>
              <a:ahLst/>
              <a:cxnLst>
                <a:cxn ang="0">
                  <a:pos x="T0" y="T1"/>
                </a:cxn>
                <a:cxn ang="0">
                  <a:pos x="T2" y="T3"/>
                </a:cxn>
                <a:cxn ang="0">
                  <a:pos x="T4" y="T5"/>
                </a:cxn>
                <a:cxn ang="0">
                  <a:pos x="T6" y="T7"/>
                </a:cxn>
                <a:cxn ang="0">
                  <a:pos x="T8" y="T9"/>
                </a:cxn>
              </a:cxnLst>
              <a:rect l="0" t="0" r="r" b="b"/>
              <a:pathLst>
                <a:path w="26" h="11">
                  <a:moveTo>
                    <a:pt x="16" y="11"/>
                  </a:moveTo>
                  <a:cubicBezTo>
                    <a:pt x="10" y="11"/>
                    <a:pt x="3" y="9"/>
                    <a:pt x="2" y="6"/>
                  </a:cubicBezTo>
                  <a:cubicBezTo>
                    <a:pt x="0" y="3"/>
                    <a:pt x="4" y="1"/>
                    <a:pt x="10" y="1"/>
                  </a:cubicBezTo>
                  <a:cubicBezTo>
                    <a:pt x="17" y="0"/>
                    <a:pt x="23" y="3"/>
                    <a:pt x="24" y="6"/>
                  </a:cubicBezTo>
                  <a:cubicBezTo>
                    <a:pt x="26" y="9"/>
                    <a:pt x="22" y="11"/>
                    <a:pt x="16" y="11"/>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637"/>
            <p:cNvSpPr>
              <a:spLocks noEditPoints="1"/>
            </p:cNvSpPr>
            <p:nvPr/>
          </p:nvSpPr>
          <p:spPr bwMode="auto">
            <a:xfrm>
              <a:off x="8072438" y="5872163"/>
              <a:ext cx="77788" cy="33338"/>
            </a:xfrm>
            <a:custGeom>
              <a:avLst/>
              <a:gdLst>
                <a:gd name="T0" fmla="*/ 12 w 28"/>
                <a:gd name="T1" fmla="*/ 1 h 12"/>
                <a:gd name="T2" fmla="*/ 24 w 28"/>
                <a:gd name="T3" fmla="*/ 6 h 12"/>
                <a:gd name="T4" fmla="*/ 16 w 28"/>
                <a:gd name="T5" fmla="*/ 10 h 12"/>
                <a:gd name="T6" fmla="*/ 4 w 28"/>
                <a:gd name="T7" fmla="*/ 6 h 12"/>
                <a:gd name="T8" fmla="*/ 12 w 28"/>
                <a:gd name="T9" fmla="*/ 1 h 12"/>
                <a:gd name="T10" fmla="*/ 11 w 28"/>
                <a:gd name="T11" fmla="*/ 0 h 12"/>
                <a:gd name="T12" fmla="*/ 1 w 28"/>
                <a:gd name="T13" fmla="*/ 6 h 12"/>
                <a:gd name="T14" fmla="*/ 17 w 28"/>
                <a:gd name="T15" fmla="*/ 12 h 12"/>
                <a:gd name="T16" fmla="*/ 27 w 28"/>
                <a:gd name="T17" fmla="*/ 6 h 12"/>
                <a:gd name="T18" fmla="*/ 11 w 28"/>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12">
                  <a:moveTo>
                    <a:pt x="12" y="1"/>
                  </a:moveTo>
                  <a:cubicBezTo>
                    <a:pt x="17" y="1"/>
                    <a:pt x="22" y="3"/>
                    <a:pt x="24" y="6"/>
                  </a:cubicBezTo>
                  <a:cubicBezTo>
                    <a:pt x="25" y="8"/>
                    <a:pt x="22" y="10"/>
                    <a:pt x="16" y="10"/>
                  </a:cubicBezTo>
                  <a:cubicBezTo>
                    <a:pt x="11" y="10"/>
                    <a:pt x="6" y="8"/>
                    <a:pt x="4" y="6"/>
                  </a:cubicBezTo>
                  <a:cubicBezTo>
                    <a:pt x="3" y="3"/>
                    <a:pt x="6" y="1"/>
                    <a:pt x="12" y="1"/>
                  </a:cubicBezTo>
                  <a:moveTo>
                    <a:pt x="11" y="0"/>
                  </a:moveTo>
                  <a:cubicBezTo>
                    <a:pt x="4" y="0"/>
                    <a:pt x="0" y="2"/>
                    <a:pt x="1" y="6"/>
                  </a:cubicBezTo>
                  <a:cubicBezTo>
                    <a:pt x="3" y="9"/>
                    <a:pt x="10" y="12"/>
                    <a:pt x="17" y="12"/>
                  </a:cubicBezTo>
                  <a:cubicBezTo>
                    <a:pt x="24" y="12"/>
                    <a:pt x="28" y="9"/>
                    <a:pt x="27" y="6"/>
                  </a:cubicBezTo>
                  <a:cubicBezTo>
                    <a:pt x="25" y="2"/>
                    <a:pt x="18" y="0"/>
                    <a:pt x="1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638"/>
            <p:cNvSpPr>
              <a:spLocks/>
            </p:cNvSpPr>
            <p:nvPr/>
          </p:nvSpPr>
          <p:spPr bwMode="auto">
            <a:xfrm>
              <a:off x="7651750" y="6040438"/>
              <a:ext cx="195263" cy="88900"/>
            </a:xfrm>
            <a:custGeom>
              <a:avLst/>
              <a:gdLst>
                <a:gd name="T0" fmla="*/ 43 w 70"/>
                <a:gd name="T1" fmla="*/ 32 h 32"/>
                <a:gd name="T2" fmla="*/ 4 w 70"/>
                <a:gd name="T3" fmla="*/ 16 h 32"/>
                <a:gd name="T4" fmla="*/ 27 w 70"/>
                <a:gd name="T5" fmla="*/ 0 h 32"/>
                <a:gd name="T6" fmla="*/ 66 w 70"/>
                <a:gd name="T7" fmla="*/ 16 h 32"/>
                <a:gd name="T8" fmla="*/ 43 w 70"/>
                <a:gd name="T9" fmla="*/ 32 h 32"/>
              </a:gdLst>
              <a:ahLst/>
              <a:cxnLst>
                <a:cxn ang="0">
                  <a:pos x="T0" y="T1"/>
                </a:cxn>
                <a:cxn ang="0">
                  <a:pos x="T2" y="T3"/>
                </a:cxn>
                <a:cxn ang="0">
                  <a:pos x="T4" y="T5"/>
                </a:cxn>
                <a:cxn ang="0">
                  <a:pos x="T6" y="T7"/>
                </a:cxn>
                <a:cxn ang="0">
                  <a:pos x="T8" y="T9"/>
                </a:cxn>
              </a:cxnLst>
              <a:rect l="0" t="0" r="r" b="b"/>
              <a:pathLst>
                <a:path w="70" h="32">
                  <a:moveTo>
                    <a:pt x="43" y="32"/>
                  </a:moveTo>
                  <a:cubicBezTo>
                    <a:pt x="26" y="32"/>
                    <a:pt x="8" y="25"/>
                    <a:pt x="4" y="16"/>
                  </a:cubicBezTo>
                  <a:cubicBezTo>
                    <a:pt x="0" y="7"/>
                    <a:pt x="10" y="0"/>
                    <a:pt x="27" y="0"/>
                  </a:cubicBezTo>
                  <a:cubicBezTo>
                    <a:pt x="44" y="0"/>
                    <a:pt x="61" y="7"/>
                    <a:pt x="66" y="16"/>
                  </a:cubicBezTo>
                  <a:cubicBezTo>
                    <a:pt x="70" y="25"/>
                    <a:pt x="60" y="32"/>
                    <a:pt x="43" y="32"/>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639"/>
            <p:cNvSpPr>
              <a:spLocks noEditPoints="1"/>
            </p:cNvSpPr>
            <p:nvPr/>
          </p:nvSpPr>
          <p:spPr bwMode="auto">
            <a:xfrm>
              <a:off x="7645400" y="6037263"/>
              <a:ext cx="207963" cy="95250"/>
            </a:xfrm>
            <a:custGeom>
              <a:avLst/>
              <a:gdLst>
                <a:gd name="T0" fmla="*/ 29 w 74"/>
                <a:gd name="T1" fmla="*/ 2 h 34"/>
                <a:gd name="T2" fmla="*/ 66 w 74"/>
                <a:gd name="T3" fmla="*/ 17 h 34"/>
                <a:gd name="T4" fmla="*/ 44 w 74"/>
                <a:gd name="T5" fmla="*/ 32 h 34"/>
                <a:gd name="T6" fmla="*/ 8 w 74"/>
                <a:gd name="T7" fmla="*/ 17 h 34"/>
                <a:gd name="T8" fmla="*/ 29 w 74"/>
                <a:gd name="T9" fmla="*/ 2 h 34"/>
                <a:gd name="T10" fmla="*/ 29 w 74"/>
                <a:gd name="T11" fmla="*/ 0 h 34"/>
                <a:gd name="T12" fmla="*/ 5 w 74"/>
                <a:gd name="T13" fmla="*/ 17 h 34"/>
                <a:gd name="T14" fmla="*/ 45 w 74"/>
                <a:gd name="T15" fmla="*/ 34 h 34"/>
                <a:gd name="T16" fmla="*/ 69 w 74"/>
                <a:gd name="T17" fmla="*/ 17 h 34"/>
                <a:gd name="T18" fmla="*/ 29 w 7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34">
                  <a:moveTo>
                    <a:pt x="29" y="2"/>
                  </a:moveTo>
                  <a:cubicBezTo>
                    <a:pt x="46" y="2"/>
                    <a:pt x="62" y="8"/>
                    <a:pt x="66" y="17"/>
                  </a:cubicBezTo>
                  <a:cubicBezTo>
                    <a:pt x="70" y="25"/>
                    <a:pt x="61" y="32"/>
                    <a:pt x="44" y="32"/>
                  </a:cubicBezTo>
                  <a:cubicBezTo>
                    <a:pt x="28" y="32"/>
                    <a:pt x="12" y="25"/>
                    <a:pt x="8" y="17"/>
                  </a:cubicBezTo>
                  <a:cubicBezTo>
                    <a:pt x="4" y="8"/>
                    <a:pt x="13" y="2"/>
                    <a:pt x="29" y="2"/>
                  </a:cubicBezTo>
                  <a:moveTo>
                    <a:pt x="29" y="0"/>
                  </a:moveTo>
                  <a:cubicBezTo>
                    <a:pt x="11" y="0"/>
                    <a:pt x="0" y="8"/>
                    <a:pt x="5" y="17"/>
                  </a:cubicBezTo>
                  <a:cubicBezTo>
                    <a:pt x="9" y="26"/>
                    <a:pt x="27" y="34"/>
                    <a:pt x="45" y="34"/>
                  </a:cubicBezTo>
                  <a:cubicBezTo>
                    <a:pt x="63" y="34"/>
                    <a:pt x="74" y="26"/>
                    <a:pt x="69" y="17"/>
                  </a:cubicBezTo>
                  <a:cubicBezTo>
                    <a:pt x="65" y="8"/>
                    <a:pt x="47" y="0"/>
                    <a:pt x="2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640"/>
            <p:cNvSpPr>
              <a:spLocks/>
            </p:cNvSpPr>
            <p:nvPr/>
          </p:nvSpPr>
          <p:spPr bwMode="auto">
            <a:xfrm>
              <a:off x="7678738" y="5773738"/>
              <a:ext cx="101600" cy="41275"/>
            </a:xfrm>
            <a:custGeom>
              <a:avLst/>
              <a:gdLst>
                <a:gd name="T0" fmla="*/ 22 w 36"/>
                <a:gd name="T1" fmla="*/ 15 h 15"/>
                <a:gd name="T2" fmla="*/ 2 w 36"/>
                <a:gd name="T3" fmla="*/ 8 h 15"/>
                <a:gd name="T4" fmla="*/ 14 w 36"/>
                <a:gd name="T5" fmla="*/ 0 h 15"/>
                <a:gd name="T6" fmla="*/ 34 w 36"/>
                <a:gd name="T7" fmla="*/ 8 h 15"/>
                <a:gd name="T8" fmla="*/ 22 w 36"/>
                <a:gd name="T9" fmla="*/ 15 h 15"/>
              </a:gdLst>
              <a:ahLst/>
              <a:cxnLst>
                <a:cxn ang="0">
                  <a:pos x="T0" y="T1"/>
                </a:cxn>
                <a:cxn ang="0">
                  <a:pos x="T2" y="T3"/>
                </a:cxn>
                <a:cxn ang="0">
                  <a:pos x="T4" y="T5"/>
                </a:cxn>
                <a:cxn ang="0">
                  <a:pos x="T6" y="T7"/>
                </a:cxn>
                <a:cxn ang="0">
                  <a:pos x="T8" y="T9"/>
                </a:cxn>
              </a:cxnLst>
              <a:rect l="0" t="0" r="r" b="b"/>
              <a:pathLst>
                <a:path w="36" h="15">
                  <a:moveTo>
                    <a:pt x="22" y="15"/>
                  </a:moveTo>
                  <a:cubicBezTo>
                    <a:pt x="13" y="15"/>
                    <a:pt x="4" y="12"/>
                    <a:pt x="2" y="8"/>
                  </a:cubicBezTo>
                  <a:cubicBezTo>
                    <a:pt x="0" y="4"/>
                    <a:pt x="5" y="0"/>
                    <a:pt x="14" y="0"/>
                  </a:cubicBezTo>
                  <a:cubicBezTo>
                    <a:pt x="23" y="0"/>
                    <a:pt x="32" y="4"/>
                    <a:pt x="34" y="8"/>
                  </a:cubicBezTo>
                  <a:cubicBezTo>
                    <a:pt x="36" y="12"/>
                    <a:pt x="30" y="15"/>
                    <a:pt x="22" y="15"/>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641"/>
            <p:cNvSpPr>
              <a:spLocks noEditPoints="1"/>
            </p:cNvSpPr>
            <p:nvPr/>
          </p:nvSpPr>
          <p:spPr bwMode="auto">
            <a:xfrm>
              <a:off x="7673975" y="5773738"/>
              <a:ext cx="109538" cy="44450"/>
            </a:xfrm>
            <a:custGeom>
              <a:avLst/>
              <a:gdLst>
                <a:gd name="T0" fmla="*/ 16 w 39"/>
                <a:gd name="T1" fmla="*/ 1 h 16"/>
                <a:gd name="T2" fmla="*/ 34 w 39"/>
                <a:gd name="T3" fmla="*/ 8 h 16"/>
                <a:gd name="T4" fmla="*/ 23 w 39"/>
                <a:gd name="T5" fmla="*/ 15 h 16"/>
                <a:gd name="T6" fmla="*/ 5 w 39"/>
                <a:gd name="T7" fmla="*/ 8 h 16"/>
                <a:gd name="T8" fmla="*/ 16 w 39"/>
                <a:gd name="T9" fmla="*/ 1 h 16"/>
                <a:gd name="T10" fmla="*/ 16 w 39"/>
                <a:gd name="T11" fmla="*/ 0 h 16"/>
                <a:gd name="T12" fmla="*/ 3 w 39"/>
                <a:gd name="T13" fmla="*/ 8 h 16"/>
                <a:gd name="T14" fmla="*/ 24 w 39"/>
                <a:gd name="T15" fmla="*/ 16 h 16"/>
                <a:gd name="T16" fmla="*/ 37 w 39"/>
                <a:gd name="T17" fmla="*/ 8 h 16"/>
                <a:gd name="T18" fmla="*/ 16 w 39"/>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16">
                  <a:moveTo>
                    <a:pt x="16" y="1"/>
                  </a:moveTo>
                  <a:cubicBezTo>
                    <a:pt x="24" y="1"/>
                    <a:pt x="32" y="4"/>
                    <a:pt x="34" y="8"/>
                  </a:cubicBezTo>
                  <a:cubicBezTo>
                    <a:pt x="36" y="11"/>
                    <a:pt x="31" y="14"/>
                    <a:pt x="23" y="15"/>
                  </a:cubicBezTo>
                  <a:cubicBezTo>
                    <a:pt x="15" y="15"/>
                    <a:pt x="7" y="11"/>
                    <a:pt x="5" y="8"/>
                  </a:cubicBezTo>
                  <a:cubicBezTo>
                    <a:pt x="4" y="4"/>
                    <a:pt x="8" y="1"/>
                    <a:pt x="16" y="1"/>
                  </a:cubicBezTo>
                  <a:moveTo>
                    <a:pt x="16" y="0"/>
                  </a:moveTo>
                  <a:cubicBezTo>
                    <a:pt x="6" y="0"/>
                    <a:pt x="0" y="3"/>
                    <a:pt x="3" y="8"/>
                  </a:cubicBezTo>
                  <a:cubicBezTo>
                    <a:pt x="5" y="12"/>
                    <a:pt x="14" y="16"/>
                    <a:pt x="24" y="16"/>
                  </a:cubicBezTo>
                  <a:cubicBezTo>
                    <a:pt x="33" y="16"/>
                    <a:pt x="39" y="12"/>
                    <a:pt x="37" y="8"/>
                  </a:cubicBezTo>
                  <a:cubicBezTo>
                    <a:pt x="35" y="3"/>
                    <a:pt x="25" y="0"/>
                    <a:pt x="1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642"/>
            <p:cNvSpPr>
              <a:spLocks/>
            </p:cNvSpPr>
            <p:nvPr/>
          </p:nvSpPr>
          <p:spPr bwMode="auto">
            <a:xfrm>
              <a:off x="7923213" y="5972176"/>
              <a:ext cx="103188" cy="46038"/>
            </a:xfrm>
            <a:custGeom>
              <a:avLst/>
              <a:gdLst>
                <a:gd name="T0" fmla="*/ 22 w 37"/>
                <a:gd name="T1" fmla="*/ 16 h 16"/>
                <a:gd name="T2" fmla="*/ 2 w 37"/>
                <a:gd name="T3" fmla="*/ 8 h 16"/>
                <a:gd name="T4" fmla="*/ 15 w 37"/>
                <a:gd name="T5" fmla="*/ 0 h 16"/>
                <a:gd name="T6" fmla="*/ 35 w 37"/>
                <a:gd name="T7" fmla="*/ 8 h 16"/>
                <a:gd name="T8" fmla="*/ 22 w 37"/>
                <a:gd name="T9" fmla="*/ 16 h 16"/>
              </a:gdLst>
              <a:ahLst/>
              <a:cxnLst>
                <a:cxn ang="0">
                  <a:pos x="T0" y="T1"/>
                </a:cxn>
                <a:cxn ang="0">
                  <a:pos x="T2" y="T3"/>
                </a:cxn>
                <a:cxn ang="0">
                  <a:pos x="T4" y="T5"/>
                </a:cxn>
                <a:cxn ang="0">
                  <a:pos x="T6" y="T7"/>
                </a:cxn>
                <a:cxn ang="0">
                  <a:pos x="T8" y="T9"/>
                </a:cxn>
              </a:cxnLst>
              <a:rect l="0" t="0" r="r" b="b"/>
              <a:pathLst>
                <a:path w="37" h="16">
                  <a:moveTo>
                    <a:pt x="22" y="16"/>
                  </a:moveTo>
                  <a:cubicBezTo>
                    <a:pt x="14" y="16"/>
                    <a:pt x="5" y="12"/>
                    <a:pt x="2" y="8"/>
                  </a:cubicBezTo>
                  <a:cubicBezTo>
                    <a:pt x="0" y="3"/>
                    <a:pt x="6" y="0"/>
                    <a:pt x="15" y="0"/>
                  </a:cubicBezTo>
                  <a:cubicBezTo>
                    <a:pt x="23" y="0"/>
                    <a:pt x="32" y="3"/>
                    <a:pt x="35" y="8"/>
                  </a:cubicBezTo>
                  <a:cubicBezTo>
                    <a:pt x="37" y="12"/>
                    <a:pt x="31" y="16"/>
                    <a:pt x="22" y="16"/>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Freeform 643"/>
            <p:cNvSpPr>
              <a:spLocks noEditPoints="1"/>
            </p:cNvSpPr>
            <p:nvPr/>
          </p:nvSpPr>
          <p:spPr bwMode="auto">
            <a:xfrm>
              <a:off x="7920038" y="5970588"/>
              <a:ext cx="109538" cy="49213"/>
            </a:xfrm>
            <a:custGeom>
              <a:avLst/>
              <a:gdLst>
                <a:gd name="T0" fmla="*/ 16 w 39"/>
                <a:gd name="T1" fmla="*/ 2 h 18"/>
                <a:gd name="T2" fmla="*/ 34 w 39"/>
                <a:gd name="T3" fmla="*/ 9 h 18"/>
                <a:gd name="T4" fmla="*/ 23 w 39"/>
                <a:gd name="T5" fmla="*/ 16 h 18"/>
                <a:gd name="T6" fmla="*/ 5 w 39"/>
                <a:gd name="T7" fmla="*/ 9 h 18"/>
                <a:gd name="T8" fmla="*/ 16 w 39"/>
                <a:gd name="T9" fmla="*/ 2 h 18"/>
                <a:gd name="T10" fmla="*/ 15 w 39"/>
                <a:gd name="T11" fmla="*/ 0 h 18"/>
                <a:gd name="T12" fmla="*/ 2 w 39"/>
                <a:gd name="T13" fmla="*/ 9 h 18"/>
                <a:gd name="T14" fmla="*/ 24 w 39"/>
                <a:gd name="T15" fmla="*/ 18 h 18"/>
                <a:gd name="T16" fmla="*/ 37 w 39"/>
                <a:gd name="T17" fmla="*/ 9 h 18"/>
                <a:gd name="T18" fmla="*/ 15 w 39"/>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18">
                  <a:moveTo>
                    <a:pt x="16" y="2"/>
                  </a:moveTo>
                  <a:cubicBezTo>
                    <a:pt x="24" y="2"/>
                    <a:pt x="32" y="5"/>
                    <a:pt x="34" y="9"/>
                  </a:cubicBezTo>
                  <a:cubicBezTo>
                    <a:pt x="36" y="13"/>
                    <a:pt x="31" y="16"/>
                    <a:pt x="23" y="16"/>
                  </a:cubicBezTo>
                  <a:cubicBezTo>
                    <a:pt x="15" y="16"/>
                    <a:pt x="7" y="13"/>
                    <a:pt x="5" y="9"/>
                  </a:cubicBezTo>
                  <a:cubicBezTo>
                    <a:pt x="3" y="5"/>
                    <a:pt x="8" y="2"/>
                    <a:pt x="16" y="2"/>
                  </a:cubicBezTo>
                  <a:moveTo>
                    <a:pt x="15" y="0"/>
                  </a:moveTo>
                  <a:cubicBezTo>
                    <a:pt x="6" y="0"/>
                    <a:pt x="0" y="4"/>
                    <a:pt x="2" y="9"/>
                  </a:cubicBezTo>
                  <a:cubicBezTo>
                    <a:pt x="4" y="14"/>
                    <a:pt x="14" y="18"/>
                    <a:pt x="24" y="18"/>
                  </a:cubicBezTo>
                  <a:cubicBezTo>
                    <a:pt x="33" y="18"/>
                    <a:pt x="39" y="14"/>
                    <a:pt x="37" y="9"/>
                  </a:cubicBezTo>
                  <a:cubicBezTo>
                    <a:pt x="35" y="4"/>
                    <a:pt x="25" y="0"/>
                    <a:pt x="1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Freeform 644"/>
            <p:cNvSpPr>
              <a:spLocks/>
            </p:cNvSpPr>
            <p:nvPr/>
          </p:nvSpPr>
          <p:spPr bwMode="auto">
            <a:xfrm>
              <a:off x="7589838" y="5983288"/>
              <a:ext cx="100013" cy="47625"/>
            </a:xfrm>
            <a:custGeom>
              <a:avLst/>
              <a:gdLst>
                <a:gd name="T0" fmla="*/ 22 w 36"/>
                <a:gd name="T1" fmla="*/ 17 h 17"/>
                <a:gd name="T2" fmla="*/ 2 w 36"/>
                <a:gd name="T3" fmla="*/ 9 h 17"/>
                <a:gd name="T4" fmla="*/ 14 w 36"/>
                <a:gd name="T5" fmla="*/ 0 h 17"/>
                <a:gd name="T6" fmla="*/ 34 w 36"/>
                <a:gd name="T7" fmla="*/ 9 h 17"/>
                <a:gd name="T8" fmla="*/ 22 w 36"/>
                <a:gd name="T9" fmla="*/ 17 h 17"/>
              </a:gdLst>
              <a:ahLst/>
              <a:cxnLst>
                <a:cxn ang="0">
                  <a:pos x="T0" y="T1"/>
                </a:cxn>
                <a:cxn ang="0">
                  <a:pos x="T2" y="T3"/>
                </a:cxn>
                <a:cxn ang="0">
                  <a:pos x="T4" y="T5"/>
                </a:cxn>
                <a:cxn ang="0">
                  <a:pos x="T6" y="T7"/>
                </a:cxn>
                <a:cxn ang="0">
                  <a:pos x="T8" y="T9"/>
                </a:cxn>
              </a:cxnLst>
              <a:rect l="0" t="0" r="r" b="b"/>
              <a:pathLst>
                <a:path w="36" h="17">
                  <a:moveTo>
                    <a:pt x="22" y="17"/>
                  </a:moveTo>
                  <a:cubicBezTo>
                    <a:pt x="13" y="17"/>
                    <a:pt x="4" y="13"/>
                    <a:pt x="2" y="9"/>
                  </a:cubicBezTo>
                  <a:cubicBezTo>
                    <a:pt x="0" y="4"/>
                    <a:pt x="5" y="0"/>
                    <a:pt x="14" y="0"/>
                  </a:cubicBezTo>
                  <a:cubicBezTo>
                    <a:pt x="23" y="0"/>
                    <a:pt x="32" y="4"/>
                    <a:pt x="34" y="9"/>
                  </a:cubicBezTo>
                  <a:cubicBezTo>
                    <a:pt x="36" y="13"/>
                    <a:pt x="31" y="17"/>
                    <a:pt x="22" y="1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645"/>
            <p:cNvSpPr>
              <a:spLocks noEditPoints="1"/>
            </p:cNvSpPr>
            <p:nvPr/>
          </p:nvSpPr>
          <p:spPr bwMode="auto">
            <a:xfrm>
              <a:off x="7583488" y="5983288"/>
              <a:ext cx="112713" cy="47625"/>
            </a:xfrm>
            <a:custGeom>
              <a:avLst/>
              <a:gdLst>
                <a:gd name="T0" fmla="*/ 16 w 40"/>
                <a:gd name="T1" fmla="*/ 1 h 17"/>
                <a:gd name="T2" fmla="*/ 34 w 40"/>
                <a:gd name="T3" fmla="*/ 9 h 17"/>
                <a:gd name="T4" fmla="*/ 24 w 40"/>
                <a:gd name="T5" fmla="*/ 16 h 17"/>
                <a:gd name="T6" fmla="*/ 6 w 40"/>
                <a:gd name="T7" fmla="*/ 9 h 17"/>
                <a:gd name="T8" fmla="*/ 16 w 40"/>
                <a:gd name="T9" fmla="*/ 1 h 17"/>
                <a:gd name="T10" fmla="*/ 16 w 40"/>
                <a:gd name="T11" fmla="*/ 0 h 17"/>
                <a:gd name="T12" fmla="*/ 3 w 40"/>
                <a:gd name="T13" fmla="*/ 9 h 17"/>
                <a:gd name="T14" fmla="*/ 24 w 40"/>
                <a:gd name="T15" fmla="*/ 17 h 17"/>
                <a:gd name="T16" fmla="*/ 37 w 40"/>
                <a:gd name="T17" fmla="*/ 9 h 17"/>
                <a:gd name="T18" fmla="*/ 16 w 40"/>
                <a:gd name="T1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17">
                  <a:moveTo>
                    <a:pt x="16" y="1"/>
                  </a:moveTo>
                  <a:cubicBezTo>
                    <a:pt x="24" y="1"/>
                    <a:pt x="32" y="4"/>
                    <a:pt x="34" y="9"/>
                  </a:cubicBezTo>
                  <a:cubicBezTo>
                    <a:pt x="36" y="13"/>
                    <a:pt x="31" y="16"/>
                    <a:pt x="24" y="16"/>
                  </a:cubicBezTo>
                  <a:cubicBezTo>
                    <a:pt x="16" y="16"/>
                    <a:pt x="8" y="13"/>
                    <a:pt x="6" y="9"/>
                  </a:cubicBezTo>
                  <a:cubicBezTo>
                    <a:pt x="4" y="4"/>
                    <a:pt x="8" y="1"/>
                    <a:pt x="16" y="1"/>
                  </a:cubicBezTo>
                  <a:moveTo>
                    <a:pt x="16" y="0"/>
                  </a:moveTo>
                  <a:cubicBezTo>
                    <a:pt x="6" y="0"/>
                    <a:pt x="0" y="4"/>
                    <a:pt x="3" y="9"/>
                  </a:cubicBezTo>
                  <a:cubicBezTo>
                    <a:pt x="5" y="13"/>
                    <a:pt x="15" y="17"/>
                    <a:pt x="24" y="17"/>
                  </a:cubicBezTo>
                  <a:cubicBezTo>
                    <a:pt x="34" y="17"/>
                    <a:pt x="40" y="13"/>
                    <a:pt x="37" y="9"/>
                  </a:cubicBezTo>
                  <a:cubicBezTo>
                    <a:pt x="35" y="4"/>
                    <a:pt x="25" y="0"/>
                    <a:pt x="1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646"/>
            <p:cNvSpPr>
              <a:spLocks/>
            </p:cNvSpPr>
            <p:nvPr/>
          </p:nvSpPr>
          <p:spPr bwMode="auto">
            <a:xfrm>
              <a:off x="8077200" y="6113463"/>
              <a:ext cx="104775" cy="47625"/>
            </a:xfrm>
            <a:custGeom>
              <a:avLst/>
              <a:gdLst>
                <a:gd name="T0" fmla="*/ 23 w 37"/>
                <a:gd name="T1" fmla="*/ 17 h 17"/>
                <a:gd name="T2" fmla="*/ 3 w 37"/>
                <a:gd name="T3" fmla="*/ 8 h 17"/>
                <a:gd name="T4" fmla="*/ 15 w 37"/>
                <a:gd name="T5" fmla="*/ 0 h 17"/>
                <a:gd name="T6" fmla="*/ 35 w 37"/>
                <a:gd name="T7" fmla="*/ 8 h 17"/>
                <a:gd name="T8" fmla="*/ 23 w 37"/>
                <a:gd name="T9" fmla="*/ 17 h 17"/>
              </a:gdLst>
              <a:ahLst/>
              <a:cxnLst>
                <a:cxn ang="0">
                  <a:pos x="T0" y="T1"/>
                </a:cxn>
                <a:cxn ang="0">
                  <a:pos x="T2" y="T3"/>
                </a:cxn>
                <a:cxn ang="0">
                  <a:pos x="T4" y="T5"/>
                </a:cxn>
                <a:cxn ang="0">
                  <a:pos x="T6" y="T7"/>
                </a:cxn>
                <a:cxn ang="0">
                  <a:pos x="T8" y="T9"/>
                </a:cxn>
              </a:cxnLst>
              <a:rect l="0" t="0" r="r" b="b"/>
              <a:pathLst>
                <a:path w="37" h="17">
                  <a:moveTo>
                    <a:pt x="23" y="17"/>
                  </a:moveTo>
                  <a:cubicBezTo>
                    <a:pt x="14" y="17"/>
                    <a:pt x="5" y="13"/>
                    <a:pt x="3" y="8"/>
                  </a:cubicBezTo>
                  <a:cubicBezTo>
                    <a:pt x="0" y="4"/>
                    <a:pt x="6" y="0"/>
                    <a:pt x="15" y="0"/>
                  </a:cubicBezTo>
                  <a:cubicBezTo>
                    <a:pt x="23" y="0"/>
                    <a:pt x="33" y="4"/>
                    <a:pt x="35" y="8"/>
                  </a:cubicBezTo>
                  <a:cubicBezTo>
                    <a:pt x="37" y="13"/>
                    <a:pt x="32" y="17"/>
                    <a:pt x="23" y="1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Freeform 647"/>
            <p:cNvSpPr>
              <a:spLocks noEditPoints="1"/>
            </p:cNvSpPr>
            <p:nvPr/>
          </p:nvSpPr>
          <p:spPr bwMode="auto">
            <a:xfrm>
              <a:off x="8074025" y="6110288"/>
              <a:ext cx="112713" cy="52388"/>
            </a:xfrm>
            <a:custGeom>
              <a:avLst/>
              <a:gdLst>
                <a:gd name="T0" fmla="*/ 16 w 40"/>
                <a:gd name="T1" fmla="*/ 2 h 19"/>
                <a:gd name="T2" fmla="*/ 34 w 40"/>
                <a:gd name="T3" fmla="*/ 9 h 19"/>
                <a:gd name="T4" fmla="*/ 24 w 40"/>
                <a:gd name="T5" fmla="*/ 17 h 19"/>
                <a:gd name="T6" fmla="*/ 5 w 40"/>
                <a:gd name="T7" fmla="*/ 9 h 19"/>
                <a:gd name="T8" fmla="*/ 16 w 40"/>
                <a:gd name="T9" fmla="*/ 2 h 19"/>
                <a:gd name="T10" fmla="*/ 15 w 40"/>
                <a:gd name="T11" fmla="*/ 0 h 19"/>
                <a:gd name="T12" fmla="*/ 2 w 40"/>
                <a:gd name="T13" fmla="*/ 9 h 19"/>
                <a:gd name="T14" fmla="*/ 24 w 40"/>
                <a:gd name="T15" fmla="*/ 19 h 19"/>
                <a:gd name="T16" fmla="*/ 37 w 40"/>
                <a:gd name="T17" fmla="*/ 9 h 19"/>
                <a:gd name="T18" fmla="*/ 15 w 40"/>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19">
                  <a:moveTo>
                    <a:pt x="16" y="2"/>
                  </a:moveTo>
                  <a:cubicBezTo>
                    <a:pt x="24" y="2"/>
                    <a:pt x="32" y="5"/>
                    <a:pt x="34" y="9"/>
                  </a:cubicBezTo>
                  <a:cubicBezTo>
                    <a:pt x="37" y="14"/>
                    <a:pt x="32" y="17"/>
                    <a:pt x="24" y="17"/>
                  </a:cubicBezTo>
                  <a:cubicBezTo>
                    <a:pt x="15" y="17"/>
                    <a:pt x="7" y="14"/>
                    <a:pt x="5" y="9"/>
                  </a:cubicBezTo>
                  <a:cubicBezTo>
                    <a:pt x="3" y="5"/>
                    <a:pt x="8" y="2"/>
                    <a:pt x="16" y="2"/>
                  </a:cubicBezTo>
                  <a:moveTo>
                    <a:pt x="15" y="0"/>
                  </a:moveTo>
                  <a:cubicBezTo>
                    <a:pt x="6" y="0"/>
                    <a:pt x="0" y="4"/>
                    <a:pt x="2" y="9"/>
                  </a:cubicBezTo>
                  <a:cubicBezTo>
                    <a:pt x="5" y="14"/>
                    <a:pt x="15" y="19"/>
                    <a:pt x="24" y="19"/>
                  </a:cubicBezTo>
                  <a:cubicBezTo>
                    <a:pt x="34" y="19"/>
                    <a:pt x="40" y="14"/>
                    <a:pt x="37" y="9"/>
                  </a:cubicBezTo>
                  <a:cubicBezTo>
                    <a:pt x="35" y="4"/>
                    <a:pt x="25" y="0"/>
                    <a:pt x="1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Freeform 648"/>
            <p:cNvSpPr>
              <a:spLocks/>
            </p:cNvSpPr>
            <p:nvPr/>
          </p:nvSpPr>
          <p:spPr bwMode="auto">
            <a:xfrm>
              <a:off x="8121650" y="6354763"/>
              <a:ext cx="138113" cy="69850"/>
            </a:xfrm>
            <a:custGeom>
              <a:avLst/>
              <a:gdLst>
                <a:gd name="T0" fmla="*/ 30 w 49"/>
                <a:gd name="T1" fmla="*/ 25 h 25"/>
                <a:gd name="T2" fmla="*/ 3 w 49"/>
                <a:gd name="T3" fmla="*/ 13 h 25"/>
                <a:gd name="T4" fmla="*/ 18 w 49"/>
                <a:gd name="T5" fmla="*/ 0 h 25"/>
                <a:gd name="T6" fmla="*/ 45 w 49"/>
                <a:gd name="T7" fmla="*/ 13 h 25"/>
                <a:gd name="T8" fmla="*/ 30 w 49"/>
                <a:gd name="T9" fmla="*/ 25 h 25"/>
              </a:gdLst>
              <a:ahLst/>
              <a:cxnLst>
                <a:cxn ang="0">
                  <a:pos x="T0" y="T1"/>
                </a:cxn>
                <a:cxn ang="0">
                  <a:pos x="T2" y="T3"/>
                </a:cxn>
                <a:cxn ang="0">
                  <a:pos x="T4" y="T5"/>
                </a:cxn>
                <a:cxn ang="0">
                  <a:pos x="T6" y="T7"/>
                </a:cxn>
                <a:cxn ang="0">
                  <a:pos x="T8" y="T9"/>
                </a:cxn>
              </a:cxnLst>
              <a:rect l="0" t="0" r="r" b="b"/>
              <a:pathLst>
                <a:path w="49" h="25">
                  <a:moveTo>
                    <a:pt x="30" y="25"/>
                  </a:moveTo>
                  <a:cubicBezTo>
                    <a:pt x="18" y="25"/>
                    <a:pt x="6" y="20"/>
                    <a:pt x="3" y="13"/>
                  </a:cubicBezTo>
                  <a:cubicBezTo>
                    <a:pt x="0" y="6"/>
                    <a:pt x="7" y="0"/>
                    <a:pt x="18" y="0"/>
                  </a:cubicBezTo>
                  <a:cubicBezTo>
                    <a:pt x="30" y="0"/>
                    <a:pt x="42" y="6"/>
                    <a:pt x="45" y="13"/>
                  </a:cubicBezTo>
                  <a:cubicBezTo>
                    <a:pt x="49" y="20"/>
                    <a:pt x="42" y="25"/>
                    <a:pt x="30" y="25"/>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649"/>
            <p:cNvSpPr>
              <a:spLocks noEditPoints="1"/>
            </p:cNvSpPr>
            <p:nvPr/>
          </p:nvSpPr>
          <p:spPr bwMode="auto">
            <a:xfrm>
              <a:off x="8116888" y="6354763"/>
              <a:ext cx="146050" cy="71438"/>
            </a:xfrm>
            <a:custGeom>
              <a:avLst/>
              <a:gdLst>
                <a:gd name="T0" fmla="*/ 21 w 52"/>
                <a:gd name="T1" fmla="*/ 1 h 26"/>
                <a:gd name="T2" fmla="*/ 46 w 52"/>
                <a:gd name="T3" fmla="*/ 13 h 26"/>
                <a:gd name="T4" fmla="*/ 32 w 52"/>
                <a:gd name="T5" fmla="*/ 24 h 26"/>
                <a:gd name="T6" fmla="*/ 6 w 52"/>
                <a:gd name="T7" fmla="*/ 13 h 26"/>
                <a:gd name="T8" fmla="*/ 21 w 52"/>
                <a:gd name="T9" fmla="*/ 1 h 26"/>
                <a:gd name="T10" fmla="*/ 20 w 52"/>
                <a:gd name="T11" fmla="*/ 0 h 26"/>
                <a:gd name="T12" fmla="*/ 3 w 52"/>
                <a:gd name="T13" fmla="*/ 13 h 26"/>
                <a:gd name="T14" fmla="*/ 33 w 52"/>
                <a:gd name="T15" fmla="*/ 26 h 26"/>
                <a:gd name="T16" fmla="*/ 49 w 52"/>
                <a:gd name="T17" fmla="*/ 13 h 26"/>
                <a:gd name="T18" fmla="*/ 20 w 52"/>
                <a:gd name="T19"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26">
                  <a:moveTo>
                    <a:pt x="21" y="1"/>
                  </a:moveTo>
                  <a:cubicBezTo>
                    <a:pt x="32" y="1"/>
                    <a:pt x="43" y="6"/>
                    <a:pt x="46" y="13"/>
                  </a:cubicBezTo>
                  <a:cubicBezTo>
                    <a:pt x="49" y="19"/>
                    <a:pt x="43" y="24"/>
                    <a:pt x="32" y="24"/>
                  </a:cubicBezTo>
                  <a:cubicBezTo>
                    <a:pt x="21" y="24"/>
                    <a:pt x="9" y="19"/>
                    <a:pt x="6" y="13"/>
                  </a:cubicBezTo>
                  <a:cubicBezTo>
                    <a:pt x="3" y="6"/>
                    <a:pt x="10" y="1"/>
                    <a:pt x="21" y="1"/>
                  </a:cubicBezTo>
                  <a:moveTo>
                    <a:pt x="20" y="0"/>
                  </a:moveTo>
                  <a:cubicBezTo>
                    <a:pt x="7" y="0"/>
                    <a:pt x="0" y="5"/>
                    <a:pt x="3" y="13"/>
                  </a:cubicBezTo>
                  <a:cubicBezTo>
                    <a:pt x="7" y="20"/>
                    <a:pt x="20" y="26"/>
                    <a:pt x="33" y="26"/>
                  </a:cubicBezTo>
                  <a:cubicBezTo>
                    <a:pt x="45" y="26"/>
                    <a:pt x="52" y="20"/>
                    <a:pt x="49" y="13"/>
                  </a:cubicBezTo>
                  <a:cubicBezTo>
                    <a:pt x="45" y="5"/>
                    <a:pt x="32" y="0"/>
                    <a:pt x="2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650"/>
            <p:cNvSpPr>
              <a:spLocks/>
            </p:cNvSpPr>
            <p:nvPr/>
          </p:nvSpPr>
          <p:spPr bwMode="auto">
            <a:xfrm>
              <a:off x="5500688" y="4772026"/>
              <a:ext cx="560388" cy="263525"/>
            </a:xfrm>
            <a:custGeom>
              <a:avLst/>
              <a:gdLst>
                <a:gd name="T0" fmla="*/ 116 w 200"/>
                <a:gd name="T1" fmla="*/ 93 h 94"/>
                <a:gd name="T2" fmla="*/ 10 w 200"/>
                <a:gd name="T3" fmla="*/ 48 h 94"/>
                <a:gd name="T4" fmla="*/ 80 w 200"/>
                <a:gd name="T5" fmla="*/ 0 h 94"/>
                <a:gd name="T6" fmla="*/ 189 w 200"/>
                <a:gd name="T7" fmla="*/ 47 h 94"/>
                <a:gd name="T8" fmla="*/ 116 w 200"/>
                <a:gd name="T9" fmla="*/ 93 h 94"/>
              </a:gdLst>
              <a:ahLst/>
              <a:cxnLst>
                <a:cxn ang="0">
                  <a:pos x="T0" y="T1"/>
                </a:cxn>
                <a:cxn ang="0">
                  <a:pos x="T2" y="T3"/>
                </a:cxn>
                <a:cxn ang="0">
                  <a:pos x="T4" y="T5"/>
                </a:cxn>
                <a:cxn ang="0">
                  <a:pos x="T6" y="T7"/>
                </a:cxn>
                <a:cxn ang="0">
                  <a:pos x="T8" y="T9"/>
                </a:cxn>
              </a:cxnLst>
              <a:rect l="0" t="0" r="r" b="b"/>
              <a:pathLst>
                <a:path w="200" h="94">
                  <a:moveTo>
                    <a:pt x="116" y="93"/>
                  </a:moveTo>
                  <a:cubicBezTo>
                    <a:pt x="79" y="94"/>
                    <a:pt x="25" y="83"/>
                    <a:pt x="10" y="48"/>
                  </a:cubicBezTo>
                  <a:cubicBezTo>
                    <a:pt x="0" y="24"/>
                    <a:pt x="32" y="0"/>
                    <a:pt x="80" y="0"/>
                  </a:cubicBezTo>
                  <a:cubicBezTo>
                    <a:pt x="118" y="0"/>
                    <a:pt x="171" y="12"/>
                    <a:pt x="189" y="47"/>
                  </a:cubicBezTo>
                  <a:cubicBezTo>
                    <a:pt x="200" y="70"/>
                    <a:pt x="166" y="93"/>
                    <a:pt x="116" y="93"/>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Freeform 651"/>
            <p:cNvSpPr>
              <a:spLocks noEditPoints="1"/>
            </p:cNvSpPr>
            <p:nvPr/>
          </p:nvSpPr>
          <p:spPr bwMode="auto">
            <a:xfrm>
              <a:off x="5497513" y="4768851"/>
              <a:ext cx="566738" cy="266700"/>
            </a:xfrm>
            <a:custGeom>
              <a:avLst/>
              <a:gdLst>
                <a:gd name="T0" fmla="*/ 81 w 202"/>
                <a:gd name="T1" fmla="*/ 1 h 95"/>
                <a:gd name="T2" fmla="*/ 188 w 202"/>
                <a:gd name="T3" fmla="*/ 48 h 95"/>
                <a:gd name="T4" fmla="*/ 117 w 202"/>
                <a:gd name="T5" fmla="*/ 94 h 95"/>
                <a:gd name="T6" fmla="*/ 12 w 202"/>
                <a:gd name="T7" fmla="*/ 49 h 95"/>
                <a:gd name="T8" fmla="*/ 81 w 202"/>
                <a:gd name="T9" fmla="*/ 1 h 95"/>
                <a:gd name="T10" fmla="*/ 81 w 202"/>
                <a:gd name="T11" fmla="*/ 0 h 95"/>
                <a:gd name="T12" fmla="*/ 10 w 202"/>
                <a:gd name="T13" fmla="*/ 49 h 95"/>
                <a:gd name="T14" fmla="*/ 117 w 202"/>
                <a:gd name="T15" fmla="*/ 95 h 95"/>
                <a:gd name="T16" fmla="*/ 191 w 202"/>
                <a:gd name="T17" fmla="*/ 48 h 95"/>
                <a:gd name="T18" fmla="*/ 81 w 202"/>
                <a:gd name="T19"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2" h="95">
                  <a:moveTo>
                    <a:pt x="81" y="1"/>
                  </a:moveTo>
                  <a:cubicBezTo>
                    <a:pt x="119" y="1"/>
                    <a:pt x="168" y="13"/>
                    <a:pt x="188" y="48"/>
                  </a:cubicBezTo>
                  <a:cubicBezTo>
                    <a:pt x="199" y="73"/>
                    <a:pt x="166" y="93"/>
                    <a:pt x="117" y="94"/>
                  </a:cubicBezTo>
                  <a:cubicBezTo>
                    <a:pt x="80" y="94"/>
                    <a:pt x="30" y="85"/>
                    <a:pt x="12" y="49"/>
                  </a:cubicBezTo>
                  <a:cubicBezTo>
                    <a:pt x="3" y="23"/>
                    <a:pt x="33" y="1"/>
                    <a:pt x="81" y="1"/>
                  </a:cubicBezTo>
                  <a:moveTo>
                    <a:pt x="81" y="0"/>
                  </a:moveTo>
                  <a:cubicBezTo>
                    <a:pt x="32" y="0"/>
                    <a:pt x="0" y="22"/>
                    <a:pt x="10" y="49"/>
                  </a:cubicBezTo>
                  <a:cubicBezTo>
                    <a:pt x="28" y="86"/>
                    <a:pt x="80" y="95"/>
                    <a:pt x="117" y="95"/>
                  </a:cubicBezTo>
                  <a:cubicBezTo>
                    <a:pt x="168" y="95"/>
                    <a:pt x="202" y="74"/>
                    <a:pt x="191" y="48"/>
                  </a:cubicBezTo>
                  <a:cubicBezTo>
                    <a:pt x="170" y="12"/>
                    <a:pt x="120" y="0"/>
                    <a:pt x="8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 name="Freeform 652"/>
            <p:cNvSpPr>
              <a:spLocks/>
            </p:cNvSpPr>
            <p:nvPr/>
          </p:nvSpPr>
          <p:spPr bwMode="auto">
            <a:xfrm>
              <a:off x="4621213" y="5027613"/>
              <a:ext cx="444500" cy="220663"/>
            </a:xfrm>
            <a:custGeom>
              <a:avLst/>
              <a:gdLst>
                <a:gd name="T0" fmla="*/ 87 w 159"/>
                <a:gd name="T1" fmla="*/ 78 h 79"/>
                <a:gd name="T2" fmla="*/ 4 w 159"/>
                <a:gd name="T3" fmla="*/ 40 h 79"/>
                <a:gd name="T4" fmla="*/ 69 w 159"/>
                <a:gd name="T5" fmla="*/ 0 h 79"/>
                <a:gd name="T6" fmla="*/ 153 w 159"/>
                <a:gd name="T7" fmla="*/ 39 h 79"/>
                <a:gd name="T8" fmla="*/ 87 w 159"/>
                <a:gd name="T9" fmla="*/ 78 h 79"/>
              </a:gdLst>
              <a:ahLst/>
              <a:cxnLst>
                <a:cxn ang="0">
                  <a:pos x="T0" y="T1"/>
                </a:cxn>
                <a:cxn ang="0">
                  <a:pos x="T2" y="T3"/>
                </a:cxn>
                <a:cxn ang="0">
                  <a:pos x="T4" y="T5"/>
                </a:cxn>
                <a:cxn ang="0">
                  <a:pos x="T6" y="T7"/>
                </a:cxn>
                <a:cxn ang="0">
                  <a:pos x="T8" y="T9"/>
                </a:cxn>
              </a:cxnLst>
              <a:rect l="0" t="0" r="r" b="b"/>
              <a:pathLst>
                <a:path w="159" h="79">
                  <a:moveTo>
                    <a:pt x="87" y="78"/>
                  </a:moveTo>
                  <a:cubicBezTo>
                    <a:pt x="45" y="79"/>
                    <a:pt x="8" y="61"/>
                    <a:pt x="4" y="40"/>
                  </a:cubicBezTo>
                  <a:cubicBezTo>
                    <a:pt x="0" y="18"/>
                    <a:pt x="29" y="0"/>
                    <a:pt x="69" y="0"/>
                  </a:cubicBezTo>
                  <a:cubicBezTo>
                    <a:pt x="110" y="0"/>
                    <a:pt x="147" y="18"/>
                    <a:pt x="153" y="39"/>
                  </a:cubicBezTo>
                  <a:cubicBezTo>
                    <a:pt x="159" y="61"/>
                    <a:pt x="129" y="78"/>
                    <a:pt x="87" y="78"/>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Freeform 653"/>
            <p:cNvSpPr>
              <a:spLocks noEditPoints="1"/>
            </p:cNvSpPr>
            <p:nvPr/>
          </p:nvSpPr>
          <p:spPr bwMode="auto">
            <a:xfrm>
              <a:off x="4618038" y="5024438"/>
              <a:ext cx="450850" cy="223838"/>
            </a:xfrm>
            <a:custGeom>
              <a:avLst/>
              <a:gdLst>
                <a:gd name="T0" fmla="*/ 71 w 161"/>
                <a:gd name="T1" fmla="*/ 2 h 80"/>
                <a:gd name="T2" fmla="*/ 153 w 161"/>
                <a:gd name="T3" fmla="*/ 40 h 80"/>
                <a:gd name="T4" fmla="*/ 88 w 161"/>
                <a:gd name="T5" fmla="*/ 79 h 80"/>
                <a:gd name="T6" fmla="*/ 6 w 161"/>
                <a:gd name="T7" fmla="*/ 41 h 80"/>
                <a:gd name="T8" fmla="*/ 71 w 161"/>
                <a:gd name="T9" fmla="*/ 2 h 80"/>
                <a:gd name="T10" fmla="*/ 70 w 161"/>
                <a:gd name="T11" fmla="*/ 0 h 80"/>
                <a:gd name="T12" fmla="*/ 4 w 161"/>
                <a:gd name="T13" fmla="*/ 41 h 80"/>
                <a:gd name="T14" fmla="*/ 88 w 161"/>
                <a:gd name="T15" fmla="*/ 80 h 80"/>
                <a:gd name="T16" fmla="*/ 155 w 161"/>
                <a:gd name="T17" fmla="*/ 40 h 80"/>
                <a:gd name="T18" fmla="*/ 70 w 161"/>
                <a:gd name="T19"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1" h="80">
                  <a:moveTo>
                    <a:pt x="71" y="2"/>
                  </a:moveTo>
                  <a:cubicBezTo>
                    <a:pt x="110" y="1"/>
                    <a:pt x="147" y="19"/>
                    <a:pt x="153" y="40"/>
                  </a:cubicBezTo>
                  <a:cubicBezTo>
                    <a:pt x="159" y="61"/>
                    <a:pt x="129" y="79"/>
                    <a:pt x="88" y="79"/>
                  </a:cubicBezTo>
                  <a:cubicBezTo>
                    <a:pt x="47" y="79"/>
                    <a:pt x="10" y="62"/>
                    <a:pt x="6" y="41"/>
                  </a:cubicBezTo>
                  <a:cubicBezTo>
                    <a:pt x="2" y="20"/>
                    <a:pt x="31" y="2"/>
                    <a:pt x="71" y="2"/>
                  </a:cubicBezTo>
                  <a:moveTo>
                    <a:pt x="70" y="0"/>
                  </a:moveTo>
                  <a:cubicBezTo>
                    <a:pt x="29" y="1"/>
                    <a:pt x="0" y="19"/>
                    <a:pt x="4" y="41"/>
                  </a:cubicBezTo>
                  <a:cubicBezTo>
                    <a:pt x="8" y="63"/>
                    <a:pt x="46" y="80"/>
                    <a:pt x="88" y="80"/>
                  </a:cubicBezTo>
                  <a:cubicBezTo>
                    <a:pt x="131" y="80"/>
                    <a:pt x="161" y="62"/>
                    <a:pt x="155" y="40"/>
                  </a:cubicBezTo>
                  <a:cubicBezTo>
                    <a:pt x="149" y="18"/>
                    <a:pt x="111" y="0"/>
                    <a:pt x="7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 name="Freeform 654"/>
            <p:cNvSpPr>
              <a:spLocks/>
            </p:cNvSpPr>
            <p:nvPr/>
          </p:nvSpPr>
          <p:spPr bwMode="auto">
            <a:xfrm>
              <a:off x="6443663" y="5237163"/>
              <a:ext cx="315913" cy="130175"/>
            </a:xfrm>
            <a:custGeom>
              <a:avLst/>
              <a:gdLst>
                <a:gd name="T0" fmla="*/ 67 w 113"/>
                <a:gd name="T1" fmla="*/ 46 h 46"/>
                <a:gd name="T2" fmla="*/ 6 w 113"/>
                <a:gd name="T3" fmla="*/ 23 h 46"/>
                <a:gd name="T4" fmla="*/ 45 w 113"/>
                <a:gd name="T5" fmla="*/ 0 h 46"/>
                <a:gd name="T6" fmla="*/ 107 w 113"/>
                <a:gd name="T7" fmla="*/ 23 h 46"/>
                <a:gd name="T8" fmla="*/ 67 w 113"/>
                <a:gd name="T9" fmla="*/ 46 h 46"/>
              </a:gdLst>
              <a:ahLst/>
              <a:cxnLst>
                <a:cxn ang="0">
                  <a:pos x="T0" y="T1"/>
                </a:cxn>
                <a:cxn ang="0">
                  <a:pos x="T2" y="T3"/>
                </a:cxn>
                <a:cxn ang="0">
                  <a:pos x="T4" y="T5"/>
                </a:cxn>
                <a:cxn ang="0">
                  <a:pos x="T6" y="T7"/>
                </a:cxn>
                <a:cxn ang="0">
                  <a:pos x="T8" y="T9"/>
                </a:cxn>
              </a:cxnLst>
              <a:rect l="0" t="0" r="r" b="b"/>
              <a:pathLst>
                <a:path w="113" h="46">
                  <a:moveTo>
                    <a:pt x="67" y="46"/>
                  </a:moveTo>
                  <a:cubicBezTo>
                    <a:pt x="39" y="46"/>
                    <a:pt x="12" y="36"/>
                    <a:pt x="6" y="23"/>
                  </a:cubicBezTo>
                  <a:cubicBezTo>
                    <a:pt x="0" y="11"/>
                    <a:pt x="17" y="0"/>
                    <a:pt x="45" y="0"/>
                  </a:cubicBezTo>
                  <a:cubicBezTo>
                    <a:pt x="73" y="0"/>
                    <a:pt x="101" y="10"/>
                    <a:pt x="107" y="23"/>
                  </a:cubicBezTo>
                  <a:cubicBezTo>
                    <a:pt x="113" y="36"/>
                    <a:pt x="95" y="46"/>
                    <a:pt x="67" y="46"/>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Freeform 655"/>
            <p:cNvSpPr>
              <a:spLocks noEditPoints="1"/>
            </p:cNvSpPr>
            <p:nvPr/>
          </p:nvSpPr>
          <p:spPr bwMode="auto">
            <a:xfrm>
              <a:off x="6437313" y="5237163"/>
              <a:ext cx="328613" cy="131763"/>
            </a:xfrm>
            <a:custGeom>
              <a:avLst/>
              <a:gdLst>
                <a:gd name="T0" fmla="*/ 48 w 117"/>
                <a:gd name="T1" fmla="*/ 1 h 47"/>
                <a:gd name="T2" fmla="*/ 108 w 117"/>
                <a:gd name="T3" fmla="*/ 23 h 47"/>
                <a:gd name="T4" fmla="*/ 69 w 117"/>
                <a:gd name="T5" fmla="*/ 46 h 47"/>
                <a:gd name="T6" fmla="*/ 9 w 117"/>
                <a:gd name="T7" fmla="*/ 23 h 47"/>
                <a:gd name="T8" fmla="*/ 48 w 117"/>
                <a:gd name="T9" fmla="*/ 1 h 47"/>
                <a:gd name="T10" fmla="*/ 47 w 117"/>
                <a:gd name="T11" fmla="*/ 0 h 47"/>
                <a:gd name="T12" fmla="*/ 6 w 117"/>
                <a:gd name="T13" fmla="*/ 23 h 47"/>
                <a:gd name="T14" fmla="*/ 69 w 117"/>
                <a:gd name="T15" fmla="*/ 47 h 47"/>
                <a:gd name="T16" fmla="*/ 110 w 117"/>
                <a:gd name="T17" fmla="*/ 23 h 47"/>
                <a:gd name="T18" fmla="*/ 47 w 117"/>
                <a:gd name="T19"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7" h="47">
                  <a:moveTo>
                    <a:pt x="48" y="1"/>
                  </a:moveTo>
                  <a:cubicBezTo>
                    <a:pt x="75" y="1"/>
                    <a:pt x="102" y="11"/>
                    <a:pt x="108" y="23"/>
                  </a:cubicBezTo>
                  <a:cubicBezTo>
                    <a:pt x="114" y="35"/>
                    <a:pt x="96" y="45"/>
                    <a:pt x="69" y="46"/>
                  </a:cubicBezTo>
                  <a:cubicBezTo>
                    <a:pt x="41" y="46"/>
                    <a:pt x="15" y="36"/>
                    <a:pt x="9" y="23"/>
                  </a:cubicBezTo>
                  <a:cubicBezTo>
                    <a:pt x="3" y="11"/>
                    <a:pt x="20" y="1"/>
                    <a:pt x="48" y="1"/>
                  </a:cubicBezTo>
                  <a:moveTo>
                    <a:pt x="47" y="0"/>
                  </a:moveTo>
                  <a:cubicBezTo>
                    <a:pt x="18" y="0"/>
                    <a:pt x="0" y="10"/>
                    <a:pt x="6" y="23"/>
                  </a:cubicBezTo>
                  <a:cubicBezTo>
                    <a:pt x="12" y="36"/>
                    <a:pt x="40" y="47"/>
                    <a:pt x="69" y="47"/>
                  </a:cubicBezTo>
                  <a:cubicBezTo>
                    <a:pt x="98" y="47"/>
                    <a:pt x="117" y="36"/>
                    <a:pt x="110" y="23"/>
                  </a:cubicBezTo>
                  <a:cubicBezTo>
                    <a:pt x="104" y="10"/>
                    <a:pt x="76" y="0"/>
                    <a:pt x="4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 name="Freeform 656"/>
            <p:cNvSpPr>
              <a:spLocks/>
            </p:cNvSpPr>
            <p:nvPr/>
          </p:nvSpPr>
          <p:spPr bwMode="auto">
            <a:xfrm>
              <a:off x="7948613" y="6169026"/>
              <a:ext cx="361950" cy="173038"/>
            </a:xfrm>
            <a:custGeom>
              <a:avLst/>
              <a:gdLst>
                <a:gd name="T0" fmla="*/ 80 w 129"/>
                <a:gd name="T1" fmla="*/ 62 h 62"/>
                <a:gd name="T2" fmla="*/ 8 w 129"/>
                <a:gd name="T3" fmla="*/ 30 h 62"/>
                <a:gd name="T4" fmla="*/ 50 w 129"/>
                <a:gd name="T5" fmla="*/ 0 h 62"/>
                <a:gd name="T6" fmla="*/ 121 w 129"/>
                <a:gd name="T7" fmla="*/ 30 h 62"/>
                <a:gd name="T8" fmla="*/ 80 w 129"/>
                <a:gd name="T9" fmla="*/ 62 h 62"/>
              </a:gdLst>
              <a:ahLst/>
              <a:cxnLst>
                <a:cxn ang="0">
                  <a:pos x="T0" y="T1"/>
                </a:cxn>
                <a:cxn ang="0">
                  <a:pos x="T2" y="T3"/>
                </a:cxn>
                <a:cxn ang="0">
                  <a:pos x="T4" y="T5"/>
                </a:cxn>
                <a:cxn ang="0">
                  <a:pos x="T6" y="T7"/>
                </a:cxn>
                <a:cxn ang="0">
                  <a:pos x="T8" y="T9"/>
                </a:cxn>
              </a:cxnLst>
              <a:rect l="0" t="0" r="r" b="b"/>
              <a:pathLst>
                <a:path w="129" h="62">
                  <a:moveTo>
                    <a:pt x="80" y="62"/>
                  </a:moveTo>
                  <a:cubicBezTo>
                    <a:pt x="49" y="62"/>
                    <a:pt x="17" y="47"/>
                    <a:pt x="8" y="30"/>
                  </a:cubicBezTo>
                  <a:cubicBezTo>
                    <a:pt x="0" y="13"/>
                    <a:pt x="19" y="0"/>
                    <a:pt x="50" y="0"/>
                  </a:cubicBezTo>
                  <a:cubicBezTo>
                    <a:pt x="81" y="0"/>
                    <a:pt x="113" y="13"/>
                    <a:pt x="121" y="30"/>
                  </a:cubicBezTo>
                  <a:cubicBezTo>
                    <a:pt x="129" y="48"/>
                    <a:pt x="111" y="62"/>
                    <a:pt x="80" y="62"/>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 name="Freeform 657"/>
            <p:cNvSpPr>
              <a:spLocks noEditPoints="1"/>
            </p:cNvSpPr>
            <p:nvPr/>
          </p:nvSpPr>
          <p:spPr bwMode="auto">
            <a:xfrm>
              <a:off x="7945438" y="6165851"/>
              <a:ext cx="369888" cy="179388"/>
            </a:xfrm>
            <a:custGeom>
              <a:avLst/>
              <a:gdLst>
                <a:gd name="T0" fmla="*/ 51 w 132"/>
                <a:gd name="T1" fmla="*/ 1 h 64"/>
                <a:gd name="T2" fmla="*/ 121 w 132"/>
                <a:gd name="T3" fmla="*/ 31 h 64"/>
                <a:gd name="T4" fmla="*/ 81 w 132"/>
                <a:gd name="T5" fmla="*/ 62 h 64"/>
                <a:gd name="T6" fmla="*/ 11 w 132"/>
                <a:gd name="T7" fmla="*/ 31 h 64"/>
                <a:gd name="T8" fmla="*/ 51 w 132"/>
                <a:gd name="T9" fmla="*/ 1 h 64"/>
                <a:gd name="T10" fmla="*/ 50 w 132"/>
                <a:gd name="T11" fmla="*/ 0 h 64"/>
                <a:gd name="T12" fmla="*/ 8 w 132"/>
                <a:gd name="T13" fmla="*/ 31 h 64"/>
                <a:gd name="T14" fmla="*/ 81 w 132"/>
                <a:gd name="T15" fmla="*/ 64 h 64"/>
                <a:gd name="T16" fmla="*/ 124 w 132"/>
                <a:gd name="T17" fmla="*/ 31 h 64"/>
                <a:gd name="T18" fmla="*/ 50 w 132"/>
                <a:gd name="T19"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 h="64">
                  <a:moveTo>
                    <a:pt x="51" y="1"/>
                  </a:moveTo>
                  <a:cubicBezTo>
                    <a:pt x="81" y="1"/>
                    <a:pt x="112" y="15"/>
                    <a:pt x="121" y="31"/>
                  </a:cubicBezTo>
                  <a:cubicBezTo>
                    <a:pt x="129" y="48"/>
                    <a:pt x="111" y="62"/>
                    <a:pt x="81" y="62"/>
                  </a:cubicBezTo>
                  <a:cubicBezTo>
                    <a:pt x="50" y="62"/>
                    <a:pt x="19" y="48"/>
                    <a:pt x="11" y="31"/>
                  </a:cubicBezTo>
                  <a:cubicBezTo>
                    <a:pt x="3" y="15"/>
                    <a:pt x="21" y="1"/>
                    <a:pt x="51" y="1"/>
                  </a:cubicBezTo>
                  <a:moveTo>
                    <a:pt x="50" y="0"/>
                  </a:moveTo>
                  <a:cubicBezTo>
                    <a:pt x="19" y="0"/>
                    <a:pt x="0" y="14"/>
                    <a:pt x="8" y="31"/>
                  </a:cubicBezTo>
                  <a:cubicBezTo>
                    <a:pt x="17" y="49"/>
                    <a:pt x="49" y="64"/>
                    <a:pt x="81" y="64"/>
                  </a:cubicBezTo>
                  <a:cubicBezTo>
                    <a:pt x="113" y="64"/>
                    <a:pt x="132" y="49"/>
                    <a:pt x="124" y="31"/>
                  </a:cubicBezTo>
                  <a:cubicBezTo>
                    <a:pt x="115" y="14"/>
                    <a:pt x="82" y="0"/>
                    <a:pt x="5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 name="Freeform 658"/>
            <p:cNvSpPr>
              <a:spLocks/>
            </p:cNvSpPr>
            <p:nvPr/>
          </p:nvSpPr>
          <p:spPr bwMode="auto">
            <a:xfrm>
              <a:off x="6580188" y="4924426"/>
              <a:ext cx="322263" cy="128588"/>
            </a:xfrm>
            <a:custGeom>
              <a:avLst/>
              <a:gdLst>
                <a:gd name="T0" fmla="*/ 68 w 115"/>
                <a:gd name="T1" fmla="*/ 46 h 46"/>
                <a:gd name="T2" fmla="*/ 6 w 115"/>
                <a:gd name="T3" fmla="*/ 23 h 46"/>
                <a:gd name="T4" fmla="*/ 45 w 115"/>
                <a:gd name="T5" fmla="*/ 0 h 46"/>
                <a:gd name="T6" fmla="*/ 108 w 115"/>
                <a:gd name="T7" fmla="*/ 23 h 46"/>
                <a:gd name="T8" fmla="*/ 68 w 115"/>
                <a:gd name="T9" fmla="*/ 46 h 46"/>
              </a:gdLst>
              <a:ahLst/>
              <a:cxnLst>
                <a:cxn ang="0">
                  <a:pos x="T0" y="T1"/>
                </a:cxn>
                <a:cxn ang="0">
                  <a:pos x="T2" y="T3"/>
                </a:cxn>
                <a:cxn ang="0">
                  <a:pos x="T4" y="T5"/>
                </a:cxn>
                <a:cxn ang="0">
                  <a:pos x="T6" y="T7"/>
                </a:cxn>
                <a:cxn ang="0">
                  <a:pos x="T8" y="T9"/>
                </a:cxn>
              </a:cxnLst>
              <a:rect l="0" t="0" r="r" b="b"/>
              <a:pathLst>
                <a:path w="115" h="46">
                  <a:moveTo>
                    <a:pt x="68" y="46"/>
                  </a:moveTo>
                  <a:cubicBezTo>
                    <a:pt x="40" y="46"/>
                    <a:pt x="12" y="36"/>
                    <a:pt x="6" y="23"/>
                  </a:cubicBezTo>
                  <a:cubicBezTo>
                    <a:pt x="0" y="10"/>
                    <a:pt x="17" y="0"/>
                    <a:pt x="45" y="0"/>
                  </a:cubicBezTo>
                  <a:cubicBezTo>
                    <a:pt x="73" y="0"/>
                    <a:pt x="102" y="10"/>
                    <a:pt x="108" y="23"/>
                  </a:cubicBezTo>
                  <a:cubicBezTo>
                    <a:pt x="115" y="36"/>
                    <a:pt x="96" y="46"/>
                    <a:pt x="68" y="46"/>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 name="Freeform 659"/>
            <p:cNvSpPr>
              <a:spLocks noEditPoints="1"/>
            </p:cNvSpPr>
            <p:nvPr/>
          </p:nvSpPr>
          <p:spPr bwMode="auto">
            <a:xfrm>
              <a:off x="6575425" y="4921251"/>
              <a:ext cx="330200" cy="134938"/>
            </a:xfrm>
            <a:custGeom>
              <a:avLst/>
              <a:gdLst>
                <a:gd name="T0" fmla="*/ 48 w 118"/>
                <a:gd name="T1" fmla="*/ 1 h 48"/>
                <a:gd name="T2" fmla="*/ 109 w 118"/>
                <a:gd name="T3" fmla="*/ 24 h 48"/>
                <a:gd name="T4" fmla="*/ 70 w 118"/>
                <a:gd name="T5" fmla="*/ 47 h 48"/>
                <a:gd name="T6" fmla="*/ 9 w 118"/>
                <a:gd name="T7" fmla="*/ 24 h 48"/>
                <a:gd name="T8" fmla="*/ 48 w 118"/>
                <a:gd name="T9" fmla="*/ 1 h 48"/>
                <a:gd name="T10" fmla="*/ 47 w 118"/>
                <a:gd name="T11" fmla="*/ 0 h 48"/>
                <a:gd name="T12" fmla="*/ 7 w 118"/>
                <a:gd name="T13" fmla="*/ 24 h 48"/>
                <a:gd name="T14" fmla="*/ 70 w 118"/>
                <a:gd name="T15" fmla="*/ 48 h 48"/>
                <a:gd name="T16" fmla="*/ 112 w 118"/>
                <a:gd name="T17" fmla="*/ 24 h 48"/>
                <a:gd name="T18" fmla="*/ 47 w 118"/>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8" h="48">
                  <a:moveTo>
                    <a:pt x="48" y="1"/>
                  </a:moveTo>
                  <a:cubicBezTo>
                    <a:pt x="75" y="1"/>
                    <a:pt x="103" y="11"/>
                    <a:pt x="109" y="24"/>
                  </a:cubicBezTo>
                  <a:cubicBezTo>
                    <a:pt x="115" y="36"/>
                    <a:pt x="97" y="47"/>
                    <a:pt x="70" y="47"/>
                  </a:cubicBezTo>
                  <a:cubicBezTo>
                    <a:pt x="42" y="47"/>
                    <a:pt x="15" y="37"/>
                    <a:pt x="9" y="24"/>
                  </a:cubicBezTo>
                  <a:cubicBezTo>
                    <a:pt x="3" y="12"/>
                    <a:pt x="20" y="1"/>
                    <a:pt x="48" y="1"/>
                  </a:cubicBezTo>
                  <a:moveTo>
                    <a:pt x="47" y="0"/>
                  </a:moveTo>
                  <a:cubicBezTo>
                    <a:pt x="18" y="0"/>
                    <a:pt x="0" y="11"/>
                    <a:pt x="7" y="24"/>
                  </a:cubicBezTo>
                  <a:cubicBezTo>
                    <a:pt x="13" y="38"/>
                    <a:pt x="41" y="48"/>
                    <a:pt x="70" y="48"/>
                  </a:cubicBezTo>
                  <a:cubicBezTo>
                    <a:pt x="99" y="48"/>
                    <a:pt x="118" y="37"/>
                    <a:pt x="112" y="24"/>
                  </a:cubicBezTo>
                  <a:cubicBezTo>
                    <a:pt x="105" y="11"/>
                    <a:pt x="76" y="0"/>
                    <a:pt x="4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 name="Freeform 660"/>
            <p:cNvSpPr>
              <a:spLocks/>
            </p:cNvSpPr>
            <p:nvPr/>
          </p:nvSpPr>
          <p:spPr bwMode="auto">
            <a:xfrm>
              <a:off x="5178425" y="4592638"/>
              <a:ext cx="258763" cy="146050"/>
            </a:xfrm>
            <a:custGeom>
              <a:avLst/>
              <a:gdLst>
                <a:gd name="T0" fmla="*/ 53 w 92"/>
                <a:gd name="T1" fmla="*/ 51 h 52"/>
                <a:gd name="T2" fmla="*/ 4 w 92"/>
                <a:gd name="T3" fmla="*/ 26 h 52"/>
                <a:gd name="T4" fmla="*/ 38 w 92"/>
                <a:gd name="T5" fmla="*/ 0 h 52"/>
                <a:gd name="T6" fmla="*/ 88 w 92"/>
                <a:gd name="T7" fmla="*/ 26 h 52"/>
                <a:gd name="T8" fmla="*/ 53 w 92"/>
                <a:gd name="T9" fmla="*/ 51 h 52"/>
              </a:gdLst>
              <a:ahLst/>
              <a:cxnLst>
                <a:cxn ang="0">
                  <a:pos x="T0" y="T1"/>
                </a:cxn>
                <a:cxn ang="0">
                  <a:pos x="T2" y="T3"/>
                </a:cxn>
                <a:cxn ang="0">
                  <a:pos x="T4" y="T5"/>
                </a:cxn>
                <a:cxn ang="0">
                  <a:pos x="T6" y="T7"/>
                </a:cxn>
                <a:cxn ang="0">
                  <a:pos x="T8" y="T9"/>
                </a:cxn>
              </a:cxnLst>
              <a:rect l="0" t="0" r="r" b="b"/>
              <a:pathLst>
                <a:path w="92" h="52">
                  <a:moveTo>
                    <a:pt x="53" y="51"/>
                  </a:moveTo>
                  <a:cubicBezTo>
                    <a:pt x="30" y="52"/>
                    <a:pt x="8" y="40"/>
                    <a:pt x="4" y="26"/>
                  </a:cubicBezTo>
                  <a:cubicBezTo>
                    <a:pt x="0" y="12"/>
                    <a:pt x="15" y="0"/>
                    <a:pt x="38" y="0"/>
                  </a:cubicBezTo>
                  <a:cubicBezTo>
                    <a:pt x="61" y="0"/>
                    <a:pt x="83" y="12"/>
                    <a:pt x="88" y="26"/>
                  </a:cubicBezTo>
                  <a:cubicBezTo>
                    <a:pt x="92" y="40"/>
                    <a:pt x="77" y="51"/>
                    <a:pt x="53" y="51"/>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 name="Freeform 661"/>
            <p:cNvSpPr>
              <a:spLocks noEditPoints="1"/>
            </p:cNvSpPr>
            <p:nvPr/>
          </p:nvSpPr>
          <p:spPr bwMode="auto">
            <a:xfrm>
              <a:off x="5175250" y="4592638"/>
              <a:ext cx="263525" cy="146050"/>
            </a:xfrm>
            <a:custGeom>
              <a:avLst/>
              <a:gdLst>
                <a:gd name="T0" fmla="*/ 39 w 94"/>
                <a:gd name="T1" fmla="*/ 1 h 52"/>
                <a:gd name="T2" fmla="*/ 87 w 94"/>
                <a:gd name="T3" fmla="*/ 26 h 52"/>
                <a:gd name="T4" fmla="*/ 54 w 94"/>
                <a:gd name="T5" fmla="*/ 51 h 52"/>
                <a:gd name="T6" fmla="*/ 6 w 94"/>
                <a:gd name="T7" fmla="*/ 26 h 52"/>
                <a:gd name="T8" fmla="*/ 39 w 94"/>
                <a:gd name="T9" fmla="*/ 1 h 52"/>
                <a:gd name="T10" fmla="*/ 39 w 94"/>
                <a:gd name="T11" fmla="*/ 0 h 52"/>
                <a:gd name="T12" fmla="*/ 4 w 94"/>
                <a:gd name="T13" fmla="*/ 26 h 52"/>
                <a:gd name="T14" fmla="*/ 55 w 94"/>
                <a:gd name="T15" fmla="*/ 52 h 52"/>
                <a:gd name="T16" fmla="*/ 90 w 94"/>
                <a:gd name="T17" fmla="*/ 26 h 52"/>
                <a:gd name="T18" fmla="*/ 39 w 94"/>
                <a:gd name="T19"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4" h="52">
                  <a:moveTo>
                    <a:pt x="39" y="1"/>
                  </a:moveTo>
                  <a:cubicBezTo>
                    <a:pt x="61" y="1"/>
                    <a:pt x="83" y="12"/>
                    <a:pt x="87" y="26"/>
                  </a:cubicBezTo>
                  <a:cubicBezTo>
                    <a:pt x="92" y="40"/>
                    <a:pt x="77" y="51"/>
                    <a:pt x="54" y="51"/>
                  </a:cubicBezTo>
                  <a:cubicBezTo>
                    <a:pt x="32" y="51"/>
                    <a:pt x="10" y="40"/>
                    <a:pt x="6" y="26"/>
                  </a:cubicBezTo>
                  <a:cubicBezTo>
                    <a:pt x="3" y="13"/>
                    <a:pt x="17" y="1"/>
                    <a:pt x="39" y="1"/>
                  </a:cubicBezTo>
                  <a:moveTo>
                    <a:pt x="39" y="0"/>
                  </a:moveTo>
                  <a:cubicBezTo>
                    <a:pt x="15" y="0"/>
                    <a:pt x="0" y="12"/>
                    <a:pt x="4" y="26"/>
                  </a:cubicBezTo>
                  <a:cubicBezTo>
                    <a:pt x="8" y="41"/>
                    <a:pt x="31" y="52"/>
                    <a:pt x="55" y="52"/>
                  </a:cubicBezTo>
                  <a:cubicBezTo>
                    <a:pt x="79" y="52"/>
                    <a:pt x="94" y="41"/>
                    <a:pt x="90" y="26"/>
                  </a:cubicBezTo>
                  <a:cubicBezTo>
                    <a:pt x="85" y="12"/>
                    <a:pt x="62" y="0"/>
                    <a:pt x="3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 name="Freeform 662"/>
            <p:cNvSpPr>
              <a:spLocks/>
            </p:cNvSpPr>
            <p:nvPr/>
          </p:nvSpPr>
          <p:spPr bwMode="auto">
            <a:xfrm>
              <a:off x="1298575" y="6238876"/>
              <a:ext cx="319088" cy="168275"/>
            </a:xfrm>
            <a:custGeom>
              <a:avLst/>
              <a:gdLst>
                <a:gd name="T0" fmla="*/ 46 w 114"/>
                <a:gd name="T1" fmla="*/ 60 h 60"/>
                <a:gd name="T2" fmla="*/ 6 w 114"/>
                <a:gd name="T3" fmla="*/ 29 h 60"/>
                <a:gd name="T4" fmla="*/ 67 w 114"/>
                <a:gd name="T5" fmla="*/ 0 h 60"/>
                <a:gd name="T6" fmla="*/ 108 w 114"/>
                <a:gd name="T7" fmla="*/ 29 h 60"/>
                <a:gd name="T8" fmla="*/ 46 w 114"/>
                <a:gd name="T9" fmla="*/ 60 h 60"/>
              </a:gdLst>
              <a:ahLst/>
              <a:cxnLst>
                <a:cxn ang="0">
                  <a:pos x="T0" y="T1"/>
                </a:cxn>
                <a:cxn ang="0">
                  <a:pos x="T2" y="T3"/>
                </a:cxn>
                <a:cxn ang="0">
                  <a:pos x="T4" y="T5"/>
                </a:cxn>
                <a:cxn ang="0">
                  <a:pos x="T6" y="T7"/>
                </a:cxn>
                <a:cxn ang="0">
                  <a:pos x="T8" y="T9"/>
                </a:cxn>
              </a:cxnLst>
              <a:rect l="0" t="0" r="r" b="b"/>
              <a:pathLst>
                <a:path w="114" h="60">
                  <a:moveTo>
                    <a:pt x="46" y="60"/>
                  </a:moveTo>
                  <a:cubicBezTo>
                    <a:pt x="18" y="60"/>
                    <a:pt x="0" y="46"/>
                    <a:pt x="6" y="29"/>
                  </a:cubicBezTo>
                  <a:cubicBezTo>
                    <a:pt x="12" y="13"/>
                    <a:pt x="39" y="0"/>
                    <a:pt x="67" y="0"/>
                  </a:cubicBezTo>
                  <a:cubicBezTo>
                    <a:pt x="95" y="0"/>
                    <a:pt x="114" y="13"/>
                    <a:pt x="108" y="29"/>
                  </a:cubicBezTo>
                  <a:cubicBezTo>
                    <a:pt x="103" y="46"/>
                    <a:pt x="75" y="60"/>
                    <a:pt x="46" y="60"/>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 name="Freeform 663"/>
            <p:cNvSpPr>
              <a:spLocks noEditPoints="1"/>
            </p:cNvSpPr>
            <p:nvPr/>
          </p:nvSpPr>
          <p:spPr bwMode="auto">
            <a:xfrm>
              <a:off x="1292225" y="6235701"/>
              <a:ext cx="328613" cy="174625"/>
            </a:xfrm>
            <a:custGeom>
              <a:avLst/>
              <a:gdLst>
                <a:gd name="T0" fmla="*/ 69 w 117"/>
                <a:gd name="T1" fmla="*/ 1 h 62"/>
                <a:gd name="T2" fmla="*/ 109 w 117"/>
                <a:gd name="T3" fmla="*/ 30 h 62"/>
                <a:gd name="T4" fmla="*/ 49 w 117"/>
                <a:gd name="T5" fmla="*/ 60 h 62"/>
                <a:gd name="T6" fmla="*/ 9 w 117"/>
                <a:gd name="T7" fmla="*/ 30 h 62"/>
                <a:gd name="T8" fmla="*/ 69 w 117"/>
                <a:gd name="T9" fmla="*/ 1 h 62"/>
                <a:gd name="T10" fmla="*/ 69 w 117"/>
                <a:gd name="T11" fmla="*/ 0 h 62"/>
                <a:gd name="T12" fmla="*/ 6 w 117"/>
                <a:gd name="T13" fmla="*/ 30 h 62"/>
                <a:gd name="T14" fmla="*/ 48 w 117"/>
                <a:gd name="T15" fmla="*/ 62 h 62"/>
                <a:gd name="T16" fmla="*/ 112 w 117"/>
                <a:gd name="T17" fmla="*/ 30 h 62"/>
                <a:gd name="T18" fmla="*/ 69 w 117"/>
                <a:gd name="T19"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7" h="62">
                  <a:moveTo>
                    <a:pt x="69" y="1"/>
                  </a:moveTo>
                  <a:cubicBezTo>
                    <a:pt x="96" y="1"/>
                    <a:pt x="114" y="14"/>
                    <a:pt x="109" y="30"/>
                  </a:cubicBezTo>
                  <a:cubicBezTo>
                    <a:pt x="104" y="46"/>
                    <a:pt x="76" y="60"/>
                    <a:pt x="49" y="60"/>
                  </a:cubicBezTo>
                  <a:cubicBezTo>
                    <a:pt x="21" y="60"/>
                    <a:pt x="3" y="46"/>
                    <a:pt x="9" y="30"/>
                  </a:cubicBezTo>
                  <a:cubicBezTo>
                    <a:pt x="15" y="14"/>
                    <a:pt x="42" y="1"/>
                    <a:pt x="69" y="1"/>
                  </a:cubicBezTo>
                  <a:moveTo>
                    <a:pt x="69" y="0"/>
                  </a:moveTo>
                  <a:cubicBezTo>
                    <a:pt x="41" y="0"/>
                    <a:pt x="12" y="13"/>
                    <a:pt x="6" y="30"/>
                  </a:cubicBezTo>
                  <a:cubicBezTo>
                    <a:pt x="0" y="47"/>
                    <a:pt x="19" y="62"/>
                    <a:pt x="48" y="62"/>
                  </a:cubicBezTo>
                  <a:cubicBezTo>
                    <a:pt x="78" y="62"/>
                    <a:pt x="106" y="47"/>
                    <a:pt x="112" y="30"/>
                  </a:cubicBezTo>
                  <a:cubicBezTo>
                    <a:pt x="117" y="13"/>
                    <a:pt x="98" y="0"/>
                    <a:pt x="6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 name="Freeform 664"/>
            <p:cNvSpPr>
              <a:spLocks/>
            </p:cNvSpPr>
            <p:nvPr/>
          </p:nvSpPr>
          <p:spPr bwMode="auto">
            <a:xfrm>
              <a:off x="2106613" y="5821363"/>
              <a:ext cx="301625" cy="146050"/>
            </a:xfrm>
            <a:custGeom>
              <a:avLst/>
              <a:gdLst>
                <a:gd name="T0" fmla="*/ 47 w 108"/>
                <a:gd name="T1" fmla="*/ 52 h 52"/>
                <a:gd name="T2" fmla="*/ 4 w 108"/>
                <a:gd name="T3" fmla="*/ 26 h 52"/>
                <a:gd name="T4" fmla="*/ 61 w 108"/>
                <a:gd name="T5" fmla="*/ 0 h 52"/>
                <a:gd name="T6" fmla="*/ 105 w 108"/>
                <a:gd name="T7" fmla="*/ 26 h 52"/>
                <a:gd name="T8" fmla="*/ 47 w 108"/>
                <a:gd name="T9" fmla="*/ 52 h 52"/>
              </a:gdLst>
              <a:ahLst/>
              <a:cxnLst>
                <a:cxn ang="0">
                  <a:pos x="T0" y="T1"/>
                </a:cxn>
                <a:cxn ang="0">
                  <a:pos x="T2" y="T3"/>
                </a:cxn>
                <a:cxn ang="0">
                  <a:pos x="T4" y="T5"/>
                </a:cxn>
                <a:cxn ang="0">
                  <a:pos x="T6" y="T7"/>
                </a:cxn>
                <a:cxn ang="0">
                  <a:pos x="T8" y="T9"/>
                </a:cxn>
              </a:cxnLst>
              <a:rect l="0" t="0" r="r" b="b"/>
              <a:pathLst>
                <a:path w="108" h="52">
                  <a:moveTo>
                    <a:pt x="47" y="52"/>
                  </a:moveTo>
                  <a:cubicBezTo>
                    <a:pt x="19" y="52"/>
                    <a:pt x="0" y="40"/>
                    <a:pt x="4" y="26"/>
                  </a:cubicBezTo>
                  <a:cubicBezTo>
                    <a:pt x="8" y="11"/>
                    <a:pt x="34" y="0"/>
                    <a:pt x="61" y="0"/>
                  </a:cubicBezTo>
                  <a:cubicBezTo>
                    <a:pt x="89" y="0"/>
                    <a:pt x="108" y="11"/>
                    <a:pt x="105" y="26"/>
                  </a:cubicBezTo>
                  <a:cubicBezTo>
                    <a:pt x="101" y="40"/>
                    <a:pt x="75" y="52"/>
                    <a:pt x="47" y="52"/>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 name="Freeform 665"/>
            <p:cNvSpPr>
              <a:spLocks noEditPoints="1"/>
            </p:cNvSpPr>
            <p:nvPr/>
          </p:nvSpPr>
          <p:spPr bwMode="auto">
            <a:xfrm>
              <a:off x="2100263" y="5818188"/>
              <a:ext cx="311150" cy="152400"/>
            </a:xfrm>
            <a:custGeom>
              <a:avLst/>
              <a:gdLst>
                <a:gd name="T0" fmla="*/ 63 w 111"/>
                <a:gd name="T1" fmla="*/ 2 h 54"/>
                <a:gd name="T2" fmla="*/ 105 w 111"/>
                <a:gd name="T3" fmla="*/ 27 h 54"/>
                <a:gd name="T4" fmla="*/ 49 w 111"/>
                <a:gd name="T5" fmla="*/ 53 h 54"/>
                <a:gd name="T6" fmla="*/ 7 w 111"/>
                <a:gd name="T7" fmla="*/ 27 h 54"/>
                <a:gd name="T8" fmla="*/ 63 w 111"/>
                <a:gd name="T9" fmla="*/ 2 h 54"/>
                <a:gd name="T10" fmla="*/ 63 w 111"/>
                <a:gd name="T11" fmla="*/ 0 h 54"/>
                <a:gd name="T12" fmla="*/ 4 w 111"/>
                <a:gd name="T13" fmla="*/ 27 h 54"/>
                <a:gd name="T14" fmla="*/ 49 w 111"/>
                <a:gd name="T15" fmla="*/ 54 h 54"/>
                <a:gd name="T16" fmla="*/ 108 w 111"/>
                <a:gd name="T17" fmla="*/ 27 h 54"/>
                <a:gd name="T18" fmla="*/ 63 w 111"/>
                <a:gd name="T19"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1" h="54">
                  <a:moveTo>
                    <a:pt x="63" y="2"/>
                  </a:moveTo>
                  <a:cubicBezTo>
                    <a:pt x="90" y="1"/>
                    <a:pt x="109" y="13"/>
                    <a:pt x="105" y="27"/>
                  </a:cubicBezTo>
                  <a:cubicBezTo>
                    <a:pt x="102" y="41"/>
                    <a:pt x="77" y="53"/>
                    <a:pt x="49" y="53"/>
                  </a:cubicBezTo>
                  <a:cubicBezTo>
                    <a:pt x="22" y="53"/>
                    <a:pt x="3" y="41"/>
                    <a:pt x="7" y="27"/>
                  </a:cubicBezTo>
                  <a:cubicBezTo>
                    <a:pt x="11" y="13"/>
                    <a:pt x="36" y="2"/>
                    <a:pt x="63" y="2"/>
                  </a:cubicBezTo>
                  <a:moveTo>
                    <a:pt x="63" y="0"/>
                  </a:moveTo>
                  <a:cubicBezTo>
                    <a:pt x="35" y="0"/>
                    <a:pt x="9" y="12"/>
                    <a:pt x="4" y="27"/>
                  </a:cubicBezTo>
                  <a:cubicBezTo>
                    <a:pt x="0" y="42"/>
                    <a:pt x="20" y="54"/>
                    <a:pt x="49" y="54"/>
                  </a:cubicBezTo>
                  <a:cubicBezTo>
                    <a:pt x="78" y="54"/>
                    <a:pt x="104" y="41"/>
                    <a:pt x="108" y="27"/>
                  </a:cubicBezTo>
                  <a:cubicBezTo>
                    <a:pt x="111" y="12"/>
                    <a:pt x="91" y="0"/>
                    <a:pt x="6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 name="Freeform 666"/>
            <p:cNvSpPr>
              <a:spLocks/>
            </p:cNvSpPr>
            <p:nvPr/>
          </p:nvSpPr>
          <p:spPr bwMode="auto">
            <a:xfrm>
              <a:off x="1628775" y="5661026"/>
              <a:ext cx="431800" cy="196850"/>
            </a:xfrm>
            <a:custGeom>
              <a:avLst/>
              <a:gdLst>
                <a:gd name="T0" fmla="*/ 66 w 154"/>
                <a:gd name="T1" fmla="*/ 70 h 70"/>
                <a:gd name="T2" fmla="*/ 7 w 154"/>
                <a:gd name="T3" fmla="*/ 35 h 70"/>
                <a:gd name="T4" fmla="*/ 89 w 154"/>
                <a:gd name="T5" fmla="*/ 0 h 70"/>
                <a:gd name="T6" fmla="*/ 148 w 154"/>
                <a:gd name="T7" fmla="*/ 34 h 70"/>
                <a:gd name="T8" fmla="*/ 66 w 154"/>
                <a:gd name="T9" fmla="*/ 70 h 70"/>
              </a:gdLst>
              <a:ahLst/>
              <a:cxnLst>
                <a:cxn ang="0">
                  <a:pos x="T0" y="T1"/>
                </a:cxn>
                <a:cxn ang="0">
                  <a:pos x="T2" y="T3"/>
                </a:cxn>
                <a:cxn ang="0">
                  <a:pos x="T4" y="T5"/>
                </a:cxn>
                <a:cxn ang="0">
                  <a:pos x="T6" y="T7"/>
                </a:cxn>
                <a:cxn ang="0">
                  <a:pos x="T8" y="T9"/>
                </a:cxn>
              </a:cxnLst>
              <a:rect l="0" t="0" r="r" b="b"/>
              <a:pathLst>
                <a:path w="154" h="70">
                  <a:moveTo>
                    <a:pt x="66" y="70"/>
                  </a:moveTo>
                  <a:cubicBezTo>
                    <a:pt x="27" y="70"/>
                    <a:pt x="0" y="54"/>
                    <a:pt x="7" y="35"/>
                  </a:cubicBezTo>
                  <a:cubicBezTo>
                    <a:pt x="14" y="15"/>
                    <a:pt x="51" y="0"/>
                    <a:pt x="89" y="0"/>
                  </a:cubicBezTo>
                  <a:cubicBezTo>
                    <a:pt x="127" y="0"/>
                    <a:pt x="154" y="15"/>
                    <a:pt x="148" y="34"/>
                  </a:cubicBezTo>
                  <a:cubicBezTo>
                    <a:pt x="142" y="53"/>
                    <a:pt x="105" y="70"/>
                    <a:pt x="66" y="70"/>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 name="Freeform 667"/>
            <p:cNvSpPr>
              <a:spLocks noEditPoints="1"/>
            </p:cNvSpPr>
            <p:nvPr/>
          </p:nvSpPr>
          <p:spPr bwMode="auto">
            <a:xfrm>
              <a:off x="1627188" y="5661026"/>
              <a:ext cx="436563" cy="196850"/>
            </a:xfrm>
            <a:custGeom>
              <a:avLst/>
              <a:gdLst>
                <a:gd name="T0" fmla="*/ 90 w 156"/>
                <a:gd name="T1" fmla="*/ 1 h 70"/>
                <a:gd name="T2" fmla="*/ 147 w 156"/>
                <a:gd name="T3" fmla="*/ 34 h 70"/>
                <a:gd name="T4" fmla="*/ 67 w 156"/>
                <a:gd name="T5" fmla="*/ 69 h 70"/>
                <a:gd name="T6" fmla="*/ 10 w 156"/>
                <a:gd name="T7" fmla="*/ 35 h 70"/>
                <a:gd name="T8" fmla="*/ 90 w 156"/>
                <a:gd name="T9" fmla="*/ 1 h 70"/>
                <a:gd name="T10" fmla="*/ 90 w 156"/>
                <a:gd name="T11" fmla="*/ 0 h 70"/>
                <a:gd name="T12" fmla="*/ 7 w 156"/>
                <a:gd name="T13" fmla="*/ 35 h 70"/>
                <a:gd name="T14" fmla="*/ 67 w 156"/>
                <a:gd name="T15" fmla="*/ 70 h 70"/>
                <a:gd name="T16" fmla="*/ 150 w 156"/>
                <a:gd name="T17" fmla="*/ 34 h 70"/>
                <a:gd name="T18" fmla="*/ 90 w 156"/>
                <a:gd name="T19"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6" h="70">
                  <a:moveTo>
                    <a:pt x="90" y="1"/>
                  </a:moveTo>
                  <a:cubicBezTo>
                    <a:pt x="127" y="1"/>
                    <a:pt x="153" y="16"/>
                    <a:pt x="147" y="34"/>
                  </a:cubicBezTo>
                  <a:cubicBezTo>
                    <a:pt x="142" y="53"/>
                    <a:pt x="106" y="69"/>
                    <a:pt x="67" y="69"/>
                  </a:cubicBezTo>
                  <a:cubicBezTo>
                    <a:pt x="29" y="69"/>
                    <a:pt x="3" y="53"/>
                    <a:pt x="10" y="35"/>
                  </a:cubicBezTo>
                  <a:cubicBezTo>
                    <a:pt x="16" y="16"/>
                    <a:pt x="52" y="1"/>
                    <a:pt x="90" y="1"/>
                  </a:cubicBezTo>
                  <a:moveTo>
                    <a:pt x="90" y="0"/>
                  </a:moveTo>
                  <a:cubicBezTo>
                    <a:pt x="51" y="0"/>
                    <a:pt x="14" y="15"/>
                    <a:pt x="7" y="35"/>
                  </a:cubicBezTo>
                  <a:cubicBezTo>
                    <a:pt x="0" y="54"/>
                    <a:pt x="27" y="70"/>
                    <a:pt x="67" y="70"/>
                  </a:cubicBezTo>
                  <a:cubicBezTo>
                    <a:pt x="107" y="70"/>
                    <a:pt x="144" y="54"/>
                    <a:pt x="150" y="34"/>
                  </a:cubicBezTo>
                  <a:cubicBezTo>
                    <a:pt x="156" y="15"/>
                    <a:pt x="129" y="0"/>
                    <a:pt x="9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 name="Freeform 668"/>
            <p:cNvSpPr>
              <a:spLocks/>
            </p:cNvSpPr>
            <p:nvPr/>
          </p:nvSpPr>
          <p:spPr bwMode="auto">
            <a:xfrm>
              <a:off x="1543050" y="4906963"/>
              <a:ext cx="201613" cy="92075"/>
            </a:xfrm>
            <a:custGeom>
              <a:avLst/>
              <a:gdLst>
                <a:gd name="T0" fmla="*/ 29 w 72"/>
                <a:gd name="T1" fmla="*/ 33 h 33"/>
                <a:gd name="T2" fmla="*/ 4 w 72"/>
                <a:gd name="T3" fmla="*/ 17 h 33"/>
                <a:gd name="T4" fmla="*/ 43 w 72"/>
                <a:gd name="T5" fmla="*/ 0 h 33"/>
                <a:gd name="T6" fmla="*/ 68 w 72"/>
                <a:gd name="T7" fmla="*/ 16 h 33"/>
                <a:gd name="T8" fmla="*/ 29 w 72"/>
                <a:gd name="T9" fmla="*/ 33 h 33"/>
              </a:gdLst>
              <a:ahLst/>
              <a:cxnLst>
                <a:cxn ang="0">
                  <a:pos x="T0" y="T1"/>
                </a:cxn>
                <a:cxn ang="0">
                  <a:pos x="T2" y="T3"/>
                </a:cxn>
                <a:cxn ang="0">
                  <a:pos x="T4" y="T5"/>
                </a:cxn>
                <a:cxn ang="0">
                  <a:pos x="T6" y="T7"/>
                </a:cxn>
                <a:cxn ang="0">
                  <a:pos x="T8" y="T9"/>
                </a:cxn>
              </a:cxnLst>
              <a:rect l="0" t="0" r="r" b="b"/>
              <a:pathLst>
                <a:path w="72" h="33">
                  <a:moveTo>
                    <a:pt x="29" y="33"/>
                  </a:moveTo>
                  <a:cubicBezTo>
                    <a:pt x="12" y="33"/>
                    <a:pt x="0" y="26"/>
                    <a:pt x="4" y="17"/>
                  </a:cubicBezTo>
                  <a:cubicBezTo>
                    <a:pt x="8" y="8"/>
                    <a:pt x="25" y="0"/>
                    <a:pt x="43" y="0"/>
                  </a:cubicBezTo>
                  <a:cubicBezTo>
                    <a:pt x="60" y="0"/>
                    <a:pt x="72" y="7"/>
                    <a:pt x="68" y="16"/>
                  </a:cubicBezTo>
                  <a:cubicBezTo>
                    <a:pt x="64" y="26"/>
                    <a:pt x="47" y="33"/>
                    <a:pt x="29" y="33"/>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 name="Freeform 669"/>
            <p:cNvSpPr>
              <a:spLocks noEditPoints="1"/>
            </p:cNvSpPr>
            <p:nvPr/>
          </p:nvSpPr>
          <p:spPr bwMode="auto">
            <a:xfrm>
              <a:off x="1539875" y="4903788"/>
              <a:ext cx="206375" cy="98425"/>
            </a:xfrm>
            <a:custGeom>
              <a:avLst/>
              <a:gdLst>
                <a:gd name="T0" fmla="*/ 44 w 74"/>
                <a:gd name="T1" fmla="*/ 1 h 35"/>
                <a:gd name="T2" fmla="*/ 68 w 74"/>
                <a:gd name="T3" fmla="*/ 17 h 35"/>
                <a:gd name="T4" fmla="*/ 31 w 74"/>
                <a:gd name="T5" fmla="*/ 33 h 35"/>
                <a:gd name="T6" fmla="*/ 6 w 74"/>
                <a:gd name="T7" fmla="*/ 18 h 35"/>
                <a:gd name="T8" fmla="*/ 44 w 74"/>
                <a:gd name="T9" fmla="*/ 1 h 35"/>
                <a:gd name="T10" fmla="*/ 44 w 74"/>
                <a:gd name="T11" fmla="*/ 0 h 35"/>
                <a:gd name="T12" fmla="*/ 4 w 74"/>
                <a:gd name="T13" fmla="*/ 18 h 35"/>
                <a:gd name="T14" fmla="*/ 30 w 74"/>
                <a:gd name="T15" fmla="*/ 35 h 35"/>
                <a:gd name="T16" fmla="*/ 70 w 74"/>
                <a:gd name="T17" fmla="*/ 17 h 35"/>
                <a:gd name="T18" fmla="*/ 44 w 7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35">
                  <a:moveTo>
                    <a:pt x="44" y="1"/>
                  </a:moveTo>
                  <a:cubicBezTo>
                    <a:pt x="61" y="1"/>
                    <a:pt x="71" y="9"/>
                    <a:pt x="68" y="17"/>
                  </a:cubicBezTo>
                  <a:cubicBezTo>
                    <a:pt x="64" y="26"/>
                    <a:pt x="48" y="33"/>
                    <a:pt x="31" y="33"/>
                  </a:cubicBezTo>
                  <a:cubicBezTo>
                    <a:pt x="13" y="33"/>
                    <a:pt x="2" y="26"/>
                    <a:pt x="6" y="18"/>
                  </a:cubicBezTo>
                  <a:cubicBezTo>
                    <a:pt x="10" y="9"/>
                    <a:pt x="27" y="2"/>
                    <a:pt x="44" y="1"/>
                  </a:cubicBezTo>
                  <a:moveTo>
                    <a:pt x="44" y="0"/>
                  </a:moveTo>
                  <a:cubicBezTo>
                    <a:pt x="26" y="0"/>
                    <a:pt x="8" y="8"/>
                    <a:pt x="4" y="18"/>
                  </a:cubicBezTo>
                  <a:cubicBezTo>
                    <a:pt x="0" y="27"/>
                    <a:pt x="12" y="35"/>
                    <a:pt x="30" y="35"/>
                  </a:cubicBezTo>
                  <a:cubicBezTo>
                    <a:pt x="49" y="34"/>
                    <a:pt x="66" y="27"/>
                    <a:pt x="70" y="17"/>
                  </a:cubicBezTo>
                  <a:cubicBezTo>
                    <a:pt x="74" y="8"/>
                    <a:pt x="62" y="0"/>
                    <a:pt x="4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 name="Freeform 670"/>
            <p:cNvSpPr>
              <a:spLocks/>
            </p:cNvSpPr>
            <p:nvPr/>
          </p:nvSpPr>
          <p:spPr bwMode="auto">
            <a:xfrm>
              <a:off x="1346200" y="5129213"/>
              <a:ext cx="207963" cy="88900"/>
            </a:xfrm>
            <a:custGeom>
              <a:avLst/>
              <a:gdLst>
                <a:gd name="T0" fmla="*/ 31 w 74"/>
                <a:gd name="T1" fmla="*/ 32 h 32"/>
                <a:gd name="T2" fmla="*/ 4 w 74"/>
                <a:gd name="T3" fmla="*/ 16 h 32"/>
                <a:gd name="T4" fmla="*/ 44 w 74"/>
                <a:gd name="T5" fmla="*/ 0 h 32"/>
                <a:gd name="T6" fmla="*/ 70 w 74"/>
                <a:gd name="T7" fmla="*/ 16 h 32"/>
                <a:gd name="T8" fmla="*/ 31 w 74"/>
                <a:gd name="T9" fmla="*/ 32 h 32"/>
              </a:gdLst>
              <a:ahLst/>
              <a:cxnLst>
                <a:cxn ang="0">
                  <a:pos x="T0" y="T1"/>
                </a:cxn>
                <a:cxn ang="0">
                  <a:pos x="T2" y="T3"/>
                </a:cxn>
                <a:cxn ang="0">
                  <a:pos x="T4" y="T5"/>
                </a:cxn>
                <a:cxn ang="0">
                  <a:pos x="T6" y="T7"/>
                </a:cxn>
                <a:cxn ang="0">
                  <a:pos x="T8" y="T9"/>
                </a:cxn>
              </a:cxnLst>
              <a:rect l="0" t="0" r="r" b="b"/>
              <a:pathLst>
                <a:path w="74" h="32">
                  <a:moveTo>
                    <a:pt x="31" y="32"/>
                  </a:moveTo>
                  <a:cubicBezTo>
                    <a:pt x="12" y="32"/>
                    <a:pt x="0" y="25"/>
                    <a:pt x="4" y="16"/>
                  </a:cubicBezTo>
                  <a:cubicBezTo>
                    <a:pt x="7" y="8"/>
                    <a:pt x="26" y="1"/>
                    <a:pt x="44" y="0"/>
                  </a:cubicBezTo>
                  <a:cubicBezTo>
                    <a:pt x="62" y="0"/>
                    <a:pt x="74" y="7"/>
                    <a:pt x="70" y="16"/>
                  </a:cubicBezTo>
                  <a:cubicBezTo>
                    <a:pt x="67" y="25"/>
                    <a:pt x="49" y="32"/>
                    <a:pt x="31" y="32"/>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 name="Freeform 671"/>
            <p:cNvSpPr>
              <a:spLocks noEditPoints="1"/>
            </p:cNvSpPr>
            <p:nvPr/>
          </p:nvSpPr>
          <p:spPr bwMode="auto">
            <a:xfrm>
              <a:off x="1343025" y="5129213"/>
              <a:ext cx="212725" cy="88900"/>
            </a:xfrm>
            <a:custGeom>
              <a:avLst/>
              <a:gdLst>
                <a:gd name="T0" fmla="*/ 45 w 76"/>
                <a:gd name="T1" fmla="*/ 1 h 32"/>
                <a:gd name="T2" fmla="*/ 70 w 76"/>
                <a:gd name="T3" fmla="*/ 16 h 32"/>
                <a:gd name="T4" fmla="*/ 32 w 76"/>
                <a:gd name="T5" fmla="*/ 31 h 32"/>
                <a:gd name="T6" fmla="*/ 6 w 76"/>
                <a:gd name="T7" fmla="*/ 16 h 32"/>
                <a:gd name="T8" fmla="*/ 45 w 76"/>
                <a:gd name="T9" fmla="*/ 1 h 32"/>
                <a:gd name="T10" fmla="*/ 45 w 76"/>
                <a:gd name="T11" fmla="*/ 0 h 32"/>
                <a:gd name="T12" fmla="*/ 3 w 76"/>
                <a:gd name="T13" fmla="*/ 16 h 32"/>
                <a:gd name="T14" fmla="*/ 31 w 76"/>
                <a:gd name="T15" fmla="*/ 32 h 32"/>
                <a:gd name="T16" fmla="*/ 73 w 76"/>
                <a:gd name="T17" fmla="*/ 16 h 32"/>
                <a:gd name="T18" fmla="*/ 45 w 76"/>
                <a:gd name="T19"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 h="32">
                  <a:moveTo>
                    <a:pt x="45" y="1"/>
                  </a:moveTo>
                  <a:cubicBezTo>
                    <a:pt x="62" y="1"/>
                    <a:pt x="73" y="8"/>
                    <a:pt x="70" y="16"/>
                  </a:cubicBezTo>
                  <a:cubicBezTo>
                    <a:pt x="67" y="24"/>
                    <a:pt x="50" y="31"/>
                    <a:pt x="32" y="31"/>
                  </a:cubicBezTo>
                  <a:cubicBezTo>
                    <a:pt x="14" y="31"/>
                    <a:pt x="2" y="25"/>
                    <a:pt x="6" y="16"/>
                  </a:cubicBezTo>
                  <a:cubicBezTo>
                    <a:pt x="10" y="8"/>
                    <a:pt x="27" y="1"/>
                    <a:pt x="45" y="1"/>
                  </a:cubicBezTo>
                  <a:moveTo>
                    <a:pt x="45" y="0"/>
                  </a:moveTo>
                  <a:cubicBezTo>
                    <a:pt x="26" y="0"/>
                    <a:pt x="7" y="7"/>
                    <a:pt x="3" y="16"/>
                  </a:cubicBezTo>
                  <a:cubicBezTo>
                    <a:pt x="0" y="25"/>
                    <a:pt x="12" y="32"/>
                    <a:pt x="31" y="32"/>
                  </a:cubicBezTo>
                  <a:cubicBezTo>
                    <a:pt x="50" y="32"/>
                    <a:pt x="69" y="25"/>
                    <a:pt x="73" y="16"/>
                  </a:cubicBezTo>
                  <a:cubicBezTo>
                    <a:pt x="76" y="7"/>
                    <a:pt x="64" y="0"/>
                    <a:pt x="4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 name="Freeform 672"/>
            <p:cNvSpPr>
              <a:spLocks/>
            </p:cNvSpPr>
            <p:nvPr/>
          </p:nvSpPr>
          <p:spPr bwMode="auto">
            <a:xfrm>
              <a:off x="560388" y="5381626"/>
              <a:ext cx="171450" cy="63500"/>
            </a:xfrm>
            <a:custGeom>
              <a:avLst/>
              <a:gdLst>
                <a:gd name="T0" fmla="*/ 25 w 61"/>
                <a:gd name="T1" fmla="*/ 23 h 23"/>
                <a:gd name="T2" fmla="*/ 3 w 61"/>
                <a:gd name="T3" fmla="*/ 12 h 23"/>
                <a:gd name="T4" fmla="*/ 36 w 61"/>
                <a:gd name="T5" fmla="*/ 0 h 23"/>
                <a:gd name="T6" fmla="*/ 58 w 61"/>
                <a:gd name="T7" fmla="*/ 11 h 23"/>
                <a:gd name="T8" fmla="*/ 25 w 61"/>
                <a:gd name="T9" fmla="*/ 23 h 23"/>
              </a:gdLst>
              <a:ahLst/>
              <a:cxnLst>
                <a:cxn ang="0">
                  <a:pos x="T0" y="T1"/>
                </a:cxn>
                <a:cxn ang="0">
                  <a:pos x="T2" y="T3"/>
                </a:cxn>
                <a:cxn ang="0">
                  <a:pos x="T4" y="T5"/>
                </a:cxn>
                <a:cxn ang="0">
                  <a:pos x="T6" y="T7"/>
                </a:cxn>
                <a:cxn ang="0">
                  <a:pos x="T8" y="T9"/>
                </a:cxn>
              </a:cxnLst>
              <a:rect l="0" t="0" r="r" b="b"/>
              <a:pathLst>
                <a:path w="61" h="23">
                  <a:moveTo>
                    <a:pt x="25" y="23"/>
                  </a:moveTo>
                  <a:cubicBezTo>
                    <a:pt x="10" y="23"/>
                    <a:pt x="0" y="18"/>
                    <a:pt x="3" y="12"/>
                  </a:cubicBezTo>
                  <a:cubicBezTo>
                    <a:pt x="7" y="5"/>
                    <a:pt x="21" y="0"/>
                    <a:pt x="36" y="0"/>
                  </a:cubicBezTo>
                  <a:cubicBezTo>
                    <a:pt x="51" y="0"/>
                    <a:pt x="61" y="5"/>
                    <a:pt x="58" y="11"/>
                  </a:cubicBezTo>
                  <a:cubicBezTo>
                    <a:pt x="55" y="18"/>
                    <a:pt x="40" y="23"/>
                    <a:pt x="25" y="23"/>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 name="Freeform 673"/>
            <p:cNvSpPr>
              <a:spLocks noEditPoints="1"/>
            </p:cNvSpPr>
            <p:nvPr/>
          </p:nvSpPr>
          <p:spPr bwMode="auto">
            <a:xfrm>
              <a:off x="558800" y="5378451"/>
              <a:ext cx="176213" cy="69850"/>
            </a:xfrm>
            <a:custGeom>
              <a:avLst/>
              <a:gdLst>
                <a:gd name="T0" fmla="*/ 37 w 63"/>
                <a:gd name="T1" fmla="*/ 1 h 25"/>
                <a:gd name="T2" fmla="*/ 58 w 63"/>
                <a:gd name="T3" fmla="*/ 12 h 25"/>
                <a:gd name="T4" fmla="*/ 26 w 63"/>
                <a:gd name="T5" fmla="*/ 24 h 25"/>
                <a:gd name="T6" fmla="*/ 6 w 63"/>
                <a:gd name="T7" fmla="*/ 13 h 25"/>
                <a:gd name="T8" fmla="*/ 37 w 63"/>
                <a:gd name="T9" fmla="*/ 1 h 25"/>
                <a:gd name="T10" fmla="*/ 38 w 63"/>
                <a:gd name="T11" fmla="*/ 0 h 25"/>
                <a:gd name="T12" fmla="*/ 3 w 63"/>
                <a:gd name="T13" fmla="*/ 13 h 25"/>
                <a:gd name="T14" fmla="*/ 26 w 63"/>
                <a:gd name="T15" fmla="*/ 25 h 25"/>
                <a:gd name="T16" fmla="*/ 60 w 63"/>
                <a:gd name="T17" fmla="*/ 12 h 25"/>
                <a:gd name="T18" fmla="*/ 38 w 63"/>
                <a:gd name="T1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3" h="25">
                  <a:moveTo>
                    <a:pt x="37" y="1"/>
                  </a:moveTo>
                  <a:cubicBezTo>
                    <a:pt x="51" y="1"/>
                    <a:pt x="61" y="6"/>
                    <a:pt x="58" y="12"/>
                  </a:cubicBezTo>
                  <a:cubicBezTo>
                    <a:pt x="55" y="19"/>
                    <a:pt x="41" y="24"/>
                    <a:pt x="26" y="24"/>
                  </a:cubicBezTo>
                  <a:cubicBezTo>
                    <a:pt x="12" y="24"/>
                    <a:pt x="3" y="19"/>
                    <a:pt x="6" y="13"/>
                  </a:cubicBezTo>
                  <a:cubicBezTo>
                    <a:pt x="9" y="7"/>
                    <a:pt x="23" y="2"/>
                    <a:pt x="37" y="1"/>
                  </a:cubicBezTo>
                  <a:moveTo>
                    <a:pt x="38" y="0"/>
                  </a:moveTo>
                  <a:cubicBezTo>
                    <a:pt x="22" y="0"/>
                    <a:pt x="6" y="6"/>
                    <a:pt x="3" y="13"/>
                  </a:cubicBezTo>
                  <a:cubicBezTo>
                    <a:pt x="0" y="19"/>
                    <a:pt x="10" y="25"/>
                    <a:pt x="26" y="25"/>
                  </a:cubicBezTo>
                  <a:cubicBezTo>
                    <a:pt x="42" y="25"/>
                    <a:pt x="57" y="19"/>
                    <a:pt x="60" y="12"/>
                  </a:cubicBezTo>
                  <a:cubicBezTo>
                    <a:pt x="63" y="6"/>
                    <a:pt x="53" y="0"/>
                    <a:pt x="3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 name="Freeform 674"/>
            <p:cNvSpPr>
              <a:spLocks/>
            </p:cNvSpPr>
            <p:nvPr/>
          </p:nvSpPr>
          <p:spPr bwMode="auto">
            <a:xfrm>
              <a:off x="1382713" y="4940301"/>
              <a:ext cx="157163" cy="69850"/>
            </a:xfrm>
            <a:custGeom>
              <a:avLst/>
              <a:gdLst>
                <a:gd name="T0" fmla="*/ 23 w 56"/>
                <a:gd name="T1" fmla="*/ 25 h 25"/>
                <a:gd name="T2" fmla="*/ 3 w 56"/>
                <a:gd name="T3" fmla="*/ 13 h 25"/>
                <a:gd name="T4" fmla="*/ 33 w 56"/>
                <a:gd name="T5" fmla="*/ 0 h 25"/>
                <a:gd name="T6" fmla="*/ 53 w 56"/>
                <a:gd name="T7" fmla="*/ 12 h 25"/>
                <a:gd name="T8" fmla="*/ 23 w 56"/>
                <a:gd name="T9" fmla="*/ 25 h 25"/>
              </a:gdLst>
              <a:ahLst/>
              <a:cxnLst>
                <a:cxn ang="0">
                  <a:pos x="T0" y="T1"/>
                </a:cxn>
                <a:cxn ang="0">
                  <a:pos x="T2" y="T3"/>
                </a:cxn>
                <a:cxn ang="0">
                  <a:pos x="T4" y="T5"/>
                </a:cxn>
                <a:cxn ang="0">
                  <a:pos x="T6" y="T7"/>
                </a:cxn>
                <a:cxn ang="0">
                  <a:pos x="T8" y="T9"/>
                </a:cxn>
              </a:cxnLst>
              <a:rect l="0" t="0" r="r" b="b"/>
              <a:pathLst>
                <a:path w="56" h="25">
                  <a:moveTo>
                    <a:pt x="23" y="25"/>
                  </a:moveTo>
                  <a:cubicBezTo>
                    <a:pt x="9" y="25"/>
                    <a:pt x="0" y="19"/>
                    <a:pt x="3" y="13"/>
                  </a:cubicBezTo>
                  <a:cubicBezTo>
                    <a:pt x="6" y="6"/>
                    <a:pt x="20" y="0"/>
                    <a:pt x="33" y="0"/>
                  </a:cubicBezTo>
                  <a:cubicBezTo>
                    <a:pt x="47" y="0"/>
                    <a:pt x="56" y="6"/>
                    <a:pt x="53" y="12"/>
                  </a:cubicBezTo>
                  <a:cubicBezTo>
                    <a:pt x="50" y="19"/>
                    <a:pt x="37" y="25"/>
                    <a:pt x="23" y="25"/>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 name="Freeform 675"/>
            <p:cNvSpPr>
              <a:spLocks noEditPoints="1"/>
            </p:cNvSpPr>
            <p:nvPr/>
          </p:nvSpPr>
          <p:spPr bwMode="auto">
            <a:xfrm>
              <a:off x="1379538" y="4937126"/>
              <a:ext cx="163513" cy="76200"/>
            </a:xfrm>
            <a:custGeom>
              <a:avLst/>
              <a:gdLst>
                <a:gd name="T0" fmla="*/ 34 w 58"/>
                <a:gd name="T1" fmla="*/ 2 h 27"/>
                <a:gd name="T2" fmla="*/ 53 w 58"/>
                <a:gd name="T3" fmla="*/ 13 h 27"/>
                <a:gd name="T4" fmla="*/ 24 w 58"/>
                <a:gd name="T5" fmla="*/ 25 h 27"/>
                <a:gd name="T6" fmla="*/ 5 w 58"/>
                <a:gd name="T7" fmla="*/ 14 h 27"/>
                <a:gd name="T8" fmla="*/ 34 w 58"/>
                <a:gd name="T9" fmla="*/ 2 h 27"/>
                <a:gd name="T10" fmla="*/ 35 w 58"/>
                <a:gd name="T11" fmla="*/ 0 h 27"/>
                <a:gd name="T12" fmla="*/ 3 w 58"/>
                <a:gd name="T13" fmla="*/ 14 h 27"/>
                <a:gd name="T14" fmla="*/ 24 w 58"/>
                <a:gd name="T15" fmla="*/ 26 h 27"/>
                <a:gd name="T16" fmla="*/ 55 w 58"/>
                <a:gd name="T17" fmla="*/ 13 h 27"/>
                <a:gd name="T18" fmla="*/ 35 w 58"/>
                <a:gd name="T1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27">
                  <a:moveTo>
                    <a:pt x="34" y="2"/>
                  </a:moveTo>
                  <a:cubicBezTo>
                    <a:pt x="47" y="2"/>
                    <a:pt x="55" y="7"/>
                    <a:pt x="53" y="13"/>
                  </a:cubicBezTo>
                  <a:cubicBezTo>
                    <a:pt x="50" y="20"/>
                    <a:pt x="37" y="25"/>
                    <a:pt x="24" y="25"/>
                  </a:cubicBezTo>
                  <a:cubicBezTo>
                    <a:pt x="11" y="25"/>
                    <a:pt x="3" y="20"/>
                    <a:pt x="5" y="14"/>
                  </a:cubicBezTo>
                  <a:cubicBezTo>
                    <a:pt x="8" y="7"/>
                    <a:pt x="21" y="2"/>
                    <a:pt x="34" y="2"/>
                  </a:cubicBezTo>
                  <a:moveTo>
                    <a:pt x="35" y="0"/>
                  </a:moveTo>
                  <a:cubicBezTo>
                    <a:pt x="20" y="0"/>
                    <a:pt x="6" y="6"/>
                    <a:pt x="3" y="14"/>
                  </a:cubicBezTo>
                  <a:cubicBezTo>
                    <a:pt x="0" y="21"/>
                    <a:pt x="9" y="27"/>
                    <a:pt x="24" y="26"/>
                  </a:cubicBezTo>
                  <a:cubicBezTo>
                    <a:pt x="38" y="26"/>
                    <a:pt x="52" y="21"/>
                    <a:pt x="55" y="13"/>
                  </a:cubicBezTo>
                  <a:cubicBezTo>
                    <a:pt x="58" y="6"/>
                    <a:pt x="49" y="0"/>
                    <a:pt x="3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 name="Freeform 676"/>
            <p:cNvSpPr>
              <a:spLocks/>
            </p:cNvSpPr>
            <p:nvPr/>
          </p:nvSpPr>
          <p:spPr bwMode="auto">
            <a:xfrm>
              <a:off x="325438" y="5254626"/>
              <a:ext cx="174625" cy="66675"/>
            </a:xfrm>
            <a:custGeom>
              <a:avLst/>
              <a:gdLst>
                <a:gd name="T0" fmla="*/ 25 w 62"/>
                <a:gd name="T1" fmla="*/ 23 h 24"/>
                <a:gd name="T2" fmla="*/ 3 w 62"/>
                <a:gd name="T3" fmla="*/ 12 h 24"/>
                <a:gd name="T4" fmla="*/ 36 w 62"/>
                <a:gd name="T5" fmla="*/ 0 h 24"/>
                <a:gd name="T6" fmla="*/ 58 w 62"/>
                <a:gd name="T7" fmla="*/ 12 h 24"/>
                <a:gd name="T8" fmla="*/ 25 w 62"/>
                <a:gd name="T9" fmla="*/ 23 h 24"/>
              </a:gdLst>
              <a:ahLst/>
              <a:cxnLst>
                <a:cxn ang="0">
                  <a:pos x="T0" y="T1"/>
                </a:cxn>
                <a:cxn ang="0">
                  <a:pos x="T2" y="T3"/>
                </a:cxn>
                <a:cxn ang="0">
                  <a:pos x="T4" y="T5"/>
                </a:cxn>
                <a:cxn ang="0">
                  <a:pos x="T6" y="T7"/>
                </a:cxn>
                <a:cxn ang="0">
                  <a:pos x="T8" y="T9"/>
                </a:cxn>
              </a:cxnLst>
              <a:rect l="0" t="0" r="r" b="b"/>
              <a:pathLst>
                <a:path w="62" h="24">
                  <a:moveTo>
                    <a:pt x="25" y="23"/>
                  </a:moveTo>
                  <a:cubicBezTo>
                    <a:pt x="10" y="24"/>
                    <a:pt x="0" y="18"/>
                    <a:pt x="3" y="12"/>
                  </a:cubicBezTo>
                  <a:cubicBezTo>
                    <a:pt x="6" y="6"/>
                    <a:pt x="21" y="0"/>
                    <a:pt x="36" y="0"/>
                  </a:cubicBezTo>
                  <a:cubicBezTo>
                    <a:pt x="52" y="0"/>
                    <a:pt x="62" y="5"/>
                    <a:pt x="58" y="12"/>
                  </a:cubicBezTo>
                  <a:cubicBezTo>
                    <a:pt x="55" y="18"/>
                    <a:pt x="40" y="23"/>
                    <a:pt x="25" y="23"/>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 name="Freeform 677"/>
            <p:cNvSpPr>
              <a:spLocks noEditPoints="1"/>
            </p:cNvSpPr>
            <p:nvPr/>
          </p:nvSpPr>
          <p:spPr bwMode="auto">
            <a:xfrm>
              <a:off x="320675" y="5254626"/>
              <a:ext cx="180975" cy="66675"/>
            </a:xfrm>
            <a:custGeom>
              <a:avLst/>
              <a:gdLst>
                <a:gd name="T0" fmla="*/ 38 w 65"/>
                <a:gd name="T1" fmla="*/ 1 h 24"/>
                <a:gd name="T2" fmla="*/ 59 w 65"/>
                <a:gd name="T3" fmla="*/ 12 h 24"/>
                <a:gd name="T4" fmla="*/ 27 w 65"/>
                <a:gd name="T5" fmla="*/ 23 h 24"/>
                <a:gd name="T6" fmla="*/ 6 w 65"/>
                <a:gd name="T7" fmla="*/ 12 h 24"/>
                <a:gd name="T8" fmla="*/ 38 w 65"/>
                <a:gd name="T9" fmla="*/ 1 h 24"/>
                <a:gd name="T10" fmla="*/ 39 w 65"/>
                <a:gd name="T11" fmla="*/ 0 h 24"/>
                <a:gd name="T12" fmla="*/ 3 w 65"/>
                <a:gd name="T13" fmla="*/ 12 h 24"/>
                <a:gd name="T14" fmla="*/ 27 w 65"/>
                <a:gd name="T15" fmla="*/ 24 h 24"/>
                <a:gd name="T16" fmla="*/ 62 w 65"/>
                <a:gd name="T17" fmla="*/ 12 h 24"/>
                <a:gd name="T18" fmla="*/ 39 w 65"/>
                <a:gd name="T1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24">
                  <a:moveTo>
                    <a:pt x="38" y="1"/>
                  </a:moveTo>
                  <a:cubicBezTo>
                    <a:pt x="53" y="1"/>
                    <a:pt x="62" y="6"/>
                    <a:pt x="59" y="12"/>
                  </a:cubicBezTo>
                  <a:cubicBezTo>
                    <a:pt x="56" y="18"/>
                    <a:pt x="42" y="23"/>
                    <a:pt x="27" y="23"/>
                  </a:cubicBezTo>
                  <a:cubicBezTo>
                    <a:pt x="13" y="23"/>
                    <a:pt x="3" y="18"/>
                    <a:pt x="6" y="12"/>
                  </a:cubicBezTo>
                  <a:cubicBezTo>
                    <a:pt x="9" y="6"/>
                    <a:pt x="24" y="1"/>
                    <a:pt x="38" y="1"/>
                  </a:cubicBezTo>
                  <a:moveTo>
                    <a:pt x="39" y="0"/>
                  </a:moveTo>
                  <a:cubicBezTo>
                    <a:pt x="23" y="0"/>
                    <a:pt x="7" y="5"/>
                    <a:pt x="3" y="12"/>
                  </a:cubicBezTo>
                  <a:cubicBezTo>
                    <a:pt x="0" y="19"/>
                    <a:pt x="10" y="24"/>
                    <a:pt x="27" y="24"/>
                  </a:cubicBezTo>
                  <a:cubicBezTo>
                    <a:pt x="43" y="24"/>
                    <a:pt x="58" y="18"/>
                    <a:pt x="62" y="12"/>
                  </a:cubicBezTo>
                  <a:cubicBezTo>
                    <a:pt x="65" y="5"/>
                    <a:pt x="55" y="0"/>
                    <a:pt x="3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 name="Freeform 678"/>
            <p:cNvSpPr>
              <a:spLocks/>
            </p:cNvSpPr>
            <p:nvPr/>
          </p:nvSpPr>
          <p:spPr bwMode="auto">
            <a:xfrm>
              <a:off x="779463" y="4778376"/>
              <a:ext cx="65088" cy="26988"/>
            </a:xfrm>
            <a:custGeom>
              <a:avLst/>
              <a:gdLst>
                <a:gd name="T0" fmla="*/ 9 w 23"/>
                <a:gd name="T1" fmla="*/ 10 h 10"/>
                <a:gd name="T2" fmla="*/ 1 w 23"/>
                <a:gd name="T3" fmla="*/ 5 h 10"/>
                <a:gd name="T4" fmla="*/ 14 w 23"/>
                <a:gd name="T5" fmla="*/ 0 h 10"/>
                <a:gd name="T6" fmla="*/ 21 w 23"/>
                <a:gd name="T7" fmla="*/ 5 h 10"/>
                <a:gd name="T8" fmla="*/ 9 w 23"/>
                <a:gd name="T9" fmla="*/ 10 h 10"/>
              </a:gdLst>
              <a:ahLst/>
              <a:cxnLst>
                <a:cxn ang="0">
                  <a:pos x="T0" y="T1"/>
                </a:cxn>
                <a:cxn ang="0">
                  <a:pos x="T2" y="T3"/>
                </a:cxn>
                <a:cxn ang="0">
                  <a:pos x="T4" y="T5"/>
                </a:cxn>
                <a:cxn ang="0">
                  <a:pos x="T6" y="T7"/>
                </a:cxn>
                <a:cxn ang="0">
                  <a:pos x="T8" y="T9"/>
                </a:cxn>
              </a:cxnLst>
              <a:rect l="0" t="0" r="r" b="b"/>
              <a:pathLst>
                <a:path w="23" h="10">
                  <a:moveTo>
                    <a:pt x="9" y="10"/>
                  </a:moveTo>
                  <a:cubicBezTo>
                    <a:pt x="3" y="10"/>
                    <a:pt x="0" y="8"/>
                    <a:pt x="1" y="5"/>
                  </a:cubicBezTo>
                  <a:cubicBezTo>
                    <a:pt x="2" y="2"/>
                    <a:pt x="8" y="0"/>
                    <a:pt x="14" y="0"/>
                  </a:cubicBezTo>
                  <a:cubicBezTo>
                    <a:pt x="19" y="0"/>
                    <a:pt x="23" y="2"/>
                    <a:pt x="21" y="5"/>
                  </a:cubicBezTo>
                  <a:cubicBezTo>
                    <a:pt x="20" y="8"/>
                    <a:pt x="14" y="10"/>
                    <a:pt x="9" y="10"/>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 name="Freeform 679"/>
            <p:cNvSpPr>
              <a:spLocks noEditPoints="1"/>
            </p:cNvSpPr>
            <p:nvPr/>
          </p:nvSpPr>
          <p:spPr bwMode="auto">
            <a:xfrm>
              <a:off x="774700" y="4775201"/>
              <a:ext cx="73025" cy="33338"/>
            </a:xfrm>
            <a:custGeom>
              <a:avLst/>
              <a:gdLst>
                <a:gd name="T0" fmla="*/ 15 w 26"/>
                <a:gd name="T1" fmla="*/ 1 h 12"/>
                <a:gd name="T2" fmla="*/ 22 w 26"/>
                <a:gd name="T3" fmla="*/ 6 h 12"/>
                <a:gd name="T4" fmla="*/ 11 w 26"/>
                <a:gd name="T5" fmla="*/ 10 h 12"/>
                <a:gd name="T6" fmla="*/ 4 w 26"/>
                <a:gd name="T7" fmla="*/ 6 h 12"/>
                <a:gd name="T8" fmla="*/ 15 w 26"/>
                <a:gd name="T9" fmla="*/ 1 h 12"/>
                <a:gd name="T10" fmla="*/ 16 w 26"/>
                <a:gd name="T11" fmla="*/ 0 h 12"/>
                <a:gd name="T12" fmla="*/ 2 w 26"/>
                <a:gd name="T13" fmla="*/ 6 h 12"/>
                <a:gd name="T14" fmla="*/ 10 w 26"/>
                <a:gd name="T15" fmla="*/ 12 h 12"/>
                <a:gd name="T16" fmla="*/ 25 w 26"/>
                <a:gd name="T17" fmla="*/ 6 h 12"/>
                <a:gd name="T18" fmla="*/ 16 w 2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2">
                  <a:moveTo>
                    <a:pt x="15" y="1"/>
                  </a:moveTo>
                  <a:cubicBezTo>
                    <a:pt x="20" y="1"/>
                    <a:pt x="23" y="3"/>
                    <a:pt x="22" y="6"/>
                  </a:cubicBezTo>
                  <a:cubicBezTo>
                    <a:pt x="21" y="8"/>
                    <a:pt x="16" y="10"/>
                    <a:pt x="11" y="10"/>
                  </a:cubicBezTo>
                  <a:cubicBezTo>
                    <a:pt x="6" y="10"/>
                    <a:pt x="3" y="8"/>
                    <a:pt x="4" y="6"/>
                  </a:cubicBezTo>
                  <a:cubicBezTo>
                    <a:pt x="5" y="3"/>
                    <a:pt x="10" y="1"/>
                    <a:pt x="15" y="1"/>
                  </a:cubicBezTo>
                  <a:moveTo>
                    <a:pt x="16" y="0"/>
                  </a:moveTo>
                  <a:cubicBezTo>
                    <a:pt x="9" y="0"/>
                    <a:pt x="3" y="3"/>
                    <a:pt x="2" y="6"/>
                  </a:cubicBezTo>
                  <a:cubicBezTo>
                    <a:pt x="0" y="9"/>
                    <a:pt x="4" y="12"/>
                    <a:pt x="10" y="12"/>
                  </a:cubicBezTo>
                  <a:cubicBezTo>
                    <a:pt x="17" y="12"/>
                    <a:pt x="23" y="9"/>
                    <a:pt x="25" y="6"/>
                  </a:cubicBezTo>
                  <a:cubicBezTo>
                    <a:pt x="26" y="3"/>
                    <a:pt x="22" y="0"/>
                    <a:pt x="1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 name="Freeform 680"/>
            <p:cNvSpPr>
              <a:spLocks/>
            </p:cNvSpPr>
            <p:nvPr/>
          </p:nvSpPr>
          <p:spPr bwMode="auto">
            <a:xfrm>
              <a:off x="401638" y="4786313"/>
              <a:ext cx="66675" cy="28575"/>
            </a:xfrm>
            <a:custGeom>
              <a:avLst/>
              <a:gdLst>
                <a:gd name="T0" fmla="*/ 10 w 24"/>
                <a:gd name="T1" fmla="*/ 10 h 10"/>
                <a:gd name="T2" fmla="*/ 1 w 24"/>
                <a:gd name="T3" fmla="*/ 5 h 10"/>
                <a:gd name="T4" fmla="*/ 14 w 24"/>
                <a:gd name="T5" fmla="*/ 0 h 10"/>
                <a:gd name="T6" fmla="*/ 23 w 24"/>
                <a:gd name="T7" fmla="*/ 5 h 10"/>
                <a:gd name="T8" fmla="*/ 10 w 24"/>
                <a:gd name="T9" fmla="*/ 10 h 10"/>
              </a:gdLst>
              <a:ahLst/>
              <a:cxnLst>
                <a:cxn ang="0">
                  <a:pos x="T0" y="T1"/>
                </a:cxn>
                <a:cxn ang="0">
                  <a:pos x="T2" y="T3"/>
                </a:cxn>
                <a:cxn ang="0">
                  <a:pos x="T4" y="T5"/>
                </a:cxn>
                <a:cxn ang="0">
                  <a:pos x="T6" y="T7"/>
                </a:cxn>
                <a:cxn ang="0">
                  <a:pos x="T8" y="T9"/>
                </a:cxn>
              </a:cxnLst>
              <a:rect l="0" t="0" r="r" b="b"/>
              <a:pathLst>
                <a:path w="24" h="10">
                  <a:moveTo>
                    <a:pt x="10" y="10"/>
                  </a:moveTo>
                  <a:cubicBezTo>
                    <a:pt x="4" y="10"/>
                    <a:pt x="0" y="8"/>
                    <a:pt x="1" y="5"/>
                  </a:cubicBezTo>
                  <a:cubicBezTo>
                    <a:pt x="3" y="2"/>
                    <a:pt x="9" y="0"/>
                    <a:pt x="14" y="0"/>
                  </a:cubicBezTo>
                  <a:cubicBezTo>
                    <a:pt x="20" y="0"/>
                    <a:pt x="24" y="2"/>
                    <a:pt x="23" y="5"/>
                  </a:cubicBezTo>
                  <a:cubicBezTo>
                    <a:pt x="21" y="8"/>
                    <a:pt x="15" y="10"/>
                    <a:pt x="10" y="10"/>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 name="Freeform 681"/>
            <p:cNvSpPr>
              <a:spLocks noEditPoints="1"/>
            </p:cNvSpPr>
            <p:nvPr/>
          </p:nvSpPr>
          <p:spPr bwMode="auto">
            <a:xfrm>
              <a:off x="395288" y="4783138"/>
              <a:ext cx="79375" cy="33338"/>
            </a:xfrm>
            <a:custGeom>
              <a:avLst/>
              <a:gdLst>
                <a:gd name="T0" fmla="*/ 16 w 28"/>
                <a:gd name="T1" fmla="*/ 1 h 12"/>
                <a:gd name="T2" fmla="*/ 23 w 28"/>
                <a:gd name="T3" fmla="*/ 6 h 12"/>
                <a:gd name="T4" fmla="*/ 12 w 28"/>
                <a:gd name="T5" fmla="*/ 10 h 12"/>
                <a:gd name="T6" fmla="*/ 5 w 28"/>
                <a:gd name="T7" fmla="*/ 6 h 12"/>
                <a:gd name="T8" fmla="*/ 16 w 28"/>
                <a:gd name="T9" fmla="*/ 1 h 12"/>
                <a:gd name="T10" fmla="*/ 17 w 28"/>
                <a:gd name="T11" fmla="*/ 0 h 12"/>
                <a:gd name="T12" fmla="*/ 2 w 28"/>
                <a:gd name="T13" fmla="*/ 6 h 12"/>
                <a:gd name="T14" fmla="*/ 11 w 28"/>
                <a:gd name="T15" fmla="*/ 11 h 12"/>
                <a:gd name="T16" fmla="*/ 26 w 28"/>
                <a:gd name="T17" fmla="*/ 6 h 12"/>
                <a:gd name="T18" fmla="*/ 17 w 28"/>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12">
                  <a:moveTo>
                    <a:pt x="16" y="1"/>
                  </a:moveTo>
                  <a:cubicBezTo>
                    <a:pt x="21" y="1"/>
                    <a:pt x="24" y="3"/>
                    <a:pt x="23" y="6"/>
                  </a:cubicBezTo>
                  <a:cubicBezTo>
                    <a:pt x="22" y="8"/>
                    <a:pt x="17" y="10"/>
                    <a:pt x="12" y="10"/>
                  </a:cubicBezTo>
                  <a:cubicBezTo>
                    <a:pt x="7" y="10"/>
                    <a:pt x="3" y="8"/>
                    <a:pt x="5" y="6"/>
                  </a:cubicBezTo>
                  <a:cubicBezTo>
                    <a:pt x="6" y="3"/>
                    <a:pt x="11" y="1"/>
                    <a:pt x="16" y="1"/>
                  </a:cubicBezTo>
                  <a:moveTo>
                    <a:pt x="17" y="0"/>
                  </a:moveTo>
                  <a:cubicBezTo>
                    <a:pt x="10" y="0"/>
                    <a:pt x="3" y="3"/>
                    <a:pt x="2" y="6"/>
                  </a:cubicBezTo>
                  <a:cubicBezTo>
                    <a:pt x="0" y="9"/>
                    <a:pt x="5" y="12"/>
                    <a:pt x="11" y="11"/>
                  </a:cubicBezTo>
                  <a:cubicBezTo>
                    <a:pt x="18" y="11"/>
                    <a:pt x="25" y="9"/>
                    <a:pt x="26" y="6"/>
                  </a:cubicBezTo>
                  <a:cubicBezTo>
                    <a:pt x="28" y="3"/>
                    <a:pt x="24" y="0"/>
                    <a:pt x="1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 name="Freeform 682"/>
            <p:cNvSpPr>
              <a:spLocks/>
            </p:cNvSpPr>
            <p:nvPr/>
          </p:nvSpPr>
          <p:spPr bwMode="auto">
            <a:xfrm>
              <a:off x="1928813" y="4724401"/>
              <a:ext cx="53975" cy="31750"/>
            </a:xfrm>
            <a:custGeom>
              <a:avLst/>
              <a:gdLst>
                <a:gd name="T0" fmla="*/ 7 w 19"/>
                <a:gd name="T1" fmla="*/ 11 h 11"/>
                <a:gd name="T2" fmla="*/ 1 w 19"/>
                <a:gd name="T3" fmla="*/ 6 h 11"/>
                <a:gd name="T4" fmla="*/ 11 w 19"/>
                <a:gd name="T5" fmla="*/ 0 h 11"/>
                <a:gd name="T6" fmla="*/ 18 w 19"/>
                <a:gd name="T7" fmla="*/ 6 h 11"/>
                <a:gd name="T8" fmla="*/ 7 w 19"/>
                <a:gd name="T9" fmla="*/ 11 h 11"/>
              </a:gdLst>
              <a:ahLst/>
              <a:cxnLst>
                <a:cxn ang="0">
                  <a:pos x="T0" y="T1"/>
                </a:cxn>
                <a:cxn ang="0">
                  <a:pos x="T2" y="T3"/>
                </a:cxn>
                <a:cxn ang="0">
                  <a:pos x="T4" y="T5"/>
                </a:cxn>
                <a:cxn ang="0">
                  <a:pos x="T6" y="T7"/>
                </a:cxn>
                <a:cxn ang="0">
                  <a:pos x="T8" y="T9"/>
                </a:cxn>
              </a:cxnLst>
              <a:rect l="0" t="0" r="r" b="b"/>
              <a:pathLst>
                <a:path w="19" h="11">
                  <a:moveTo>
                    <a:pt x="7" y="11"/>
                  </a:moveTo>
                  <a:cubicBezTo>
                    <a:pt x="3" y="11"/>
                    <a:pt x="0" y="8"/>
                    <a:pt x="1" y="6"/>
                  </a:cubicBezTo>
                  <a:cubicBezTo>
                    <a:pt x="2" y="3"/>
                    <a:pt x="7" y="0"/>
                    <a:pt x="11" y="0"/>
                  </a:cubicBezTo>
                  <a:cubicBezTo>
                    <a:pt x="16" y="0"/>
                    <a:pt x="19" y="3"/>
                    <a:pt x="18" y="6"/>
                  </a:cubicBezTo>
                  <a:cubicBezTo>
                    <a:pt x="17" y="8"/>
                    <a:pt x="12" y="11"/>
                    <a:pt x="7" y="11"/>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 name="Freeform 683"/>
            <p:cNvSpPr>
              <a:spLocks noEditPoints="1"/>
            </p:cNvSpPr>
            <p:nvPr/>
          </p:nvSpPr>
          <p:spPr bwMode="auto">
            <a:xfrm>
              <a:off x="1924050" y="4724401"/>
              <a:ext cx="61913" cy="31750"/>
            </a:xfrm>
            <a:custGeom>
              <a:avLst/>
              <a:gdLst>
                <a:gd name="T0" fmla="*/ 13 w 22"/>
                <a:gd name="T1" fmla="*/ 1 h 11"/>
                <a:gd name="T2" fmla="*/ 19 w 22"/>
                <a:gd name="T3" fmla="*/ 6 h 11"/>
                <a:gd name="T4" fmla="*/ 10 w 22"/>
                <a:gd name="T5" fmla="*/ 10 h 11"/>
                <a:gd name="T6" fmla="*/ 4 w 22"/>
                <a:gd name="T7" fmla="*/ 6 h 11"/>
                <a:gd name="T8" fmla="*/ 13 w 22"/>
                <a:gd name="T9" fmla="*/ 1 h 11"/>
                <a:gd name="T10" fmla="*/ 14 w 22"/>
                <a:gd name="T11" fmla="*/ 0 h 11"/>
                <a:gd name="T12" fmla="*/ 2 w 22"/>
                <a:gd name="T13" fmla="*/ 6 h 11"/>
                <a:gd name="T14" fmla="*/ 9 w 22"/>
                <a:gd name="T15" fmla="*/ 11 h 11"/>
                <a:gd name="T16" fmla="*/ 21 w 22"/>
                <a:gd name="T17" fmla="*/ 6 h 11"/>
                <a:gd name="T18" fmla="*/ 14 w 22"/>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1">
                  <a:moveTo>
                    <a:pt x="13" y="1"/>
                  </a:moveTo>
                  <a:cubicBezTo>
                    <a:pt x="17" y="1"/>
                    <a:pt x="20" y="3"/>
                    <a:pt x="19" y="6"/>
                  </a:cubicBezTo>
                  <a:cubicBezTo>
                    <a:pt x="18" y="8"/>
                    <a:pt x="14" y="10"/>
                    <a:pt x="10" y="10"/>
                  </a:cubicBezTo>
                  <a:cubicBezTo>
                    <a:pt x="6" y="10"/>
                    <a:pt x="3" y="8"/>
                    <a:pt x="4" y="6"/>
                  </a:cubicBezTo>
                  <a:cubicBezTo>
                    <a:pt x="5" y="3"/>
                    <a:pt x="9" y="1"/>
                    <a:pt x="13" y="1"/>
                  </a:cubicBezTo>
                  <a:moveTo>
                    <a:pt x="14" y="0"/>
                  </a:moveTo>
                  <a:cubicBezTo>
                    <a:pt x="8" y="0"/>
                    <a:pt x="3" y="2"/>
                    <a:pt x="2" y="6"/>
                  </a:cubicBezTo>
                  <a:cubicBezTo>
                    <a:pt x="0" y="9"/>
                    <a:pt x="4" y="11"/>
                    <a:pt x="9" y="11"/>
                  </a:cubicBezTo>
                  <a:cubicBezTo>
                    <a:pt x="15" y="11"/>
                    <a:pt x="20" y="9"/>
                    <a:pt x="21" y="6"/>
                  </a:cubicBezTo>
                  <a:cubicBezTo>
                    <a:pt x="22" y="2"/>
                    <a:pt x="19" y="0"/>
                    <a:pt x="1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 name="Freeform 684"/>
            <p:cNvSpPr>
              <a:spLocks/>
            </p:cNvSpPr>
            <p:nvPr/>
          </p:nvSpPr>
          <p:spPr bwMode="auto">
            <a:xfrm>
              <a:off x="815975" y="5176838"/>
              <a:ext cx="65088" cy="23813"/>
            </a:xfrm>
            <a:custGeom>
              <a:avLst/>
              <a:gdLst>
                <a:gd name="T0" fmla="*/ 9 w 23"/>
                <a:gd name="T1" fmla="*/ 9 h 9"/>
                <a:gd name="T2" fmla="*/ 1 w 23"/>
                <a:gd name="T3" fmla="*/ 5 h 9"/>
                <a:gd name="T4" fmla="*/ 14 w 23"/>
                <a:gd name="T5" fmla="*/ 0 h 9"/>
                <a:gd name="T6" fmla="*/ 22 w 23"/>
                <a:gd name="T7" fmla="*/ 5 h 9"/>
                <a:gd name="T8" fmla="*/ 9 w 23"/>
                <a:gd name="T9" fmla="*/ 9 h 9"/>
              </a:gdLst>
              <a:ahLst/>
              <a:cxnLst>
                <a:cxn ang="0">
                  <a:pos x="T0" y="T1"/>
                </a:cxn>
                <a:cxn ang="0">
                  <a:pos x="T2" y="T3"/>
                </a:cxn>
                <a:cxn ang="0">
                  <a:pos x="T4" y="T5"/>
                </a:cxn>
                <a:cxn ang="0">
                  <a:pos x="T6" y="T7"/>
                </a:cxn>
                <a:cxn ang="0">
                  <a:pos x="T8" y="T9"/>
                </a:cxn>
              </a:cxnLst>
              <a:rect l="0" t="0" r="r" b="b"/>
              <a:pathLst>
                <a:path w="23" h="9">
                  <a:moveTo>
                    <a:pt x="9" y="9"/>
                  </a:moveTo>
                  <a:cubicBezTo>
                    <a:pt x="4" y="9"/>
                    <a:pt x="0" y="7"/>
                    <a:pt x="1" y="5"/>
                  </a:cubicBezTo>
                  <a:cubicBezTo>
                    <a:pt x="2" y="2"/>
                    <a:pt x="8" y="0"/>
                    <a:pt x="14" y="0"/>
                  </a:cubicBezTo>
                  <a:cubicBezTo>
                    <a:pt x="19" y="0"/>
                    <a:pt x="23" y="2"/>
                    <a:pt x="22" y="5"/>
                  </a:cubicBezTo>
                  <a:cubicBezTo>
                    <a:pt x="20" y="7"/>
                    <a:pt x="15" y="9"/>
                    <a:pt x="9" y="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 name="Freeform 685"/>
            <p:cNvSpPr>
              <a:spLocks noEditPoints="1"/>
            </p:cNvSpPr>
            <p:nvPr/>
          </p:nvSpPr>
          <p:spPr bwMode="auto">
            <a:xfrm>
              <a:off x="812800" y="5176838"/>
              <a:ext cx="71438" cy="26988"/>
            </a:xfrm>
            <a:custGeom>
              <a:avLst/>
              <a:gdLst>
                <a:gd name="T0" fmla="*/ 14 w 25"/>
                <a:gd name="T1" fmla="*/ 1 h 10"/>
                <a:gd name="T2" fmla="*/ 21 w 25"/>
                <a:gd name="T3" fmla="*/ 5 h 10"/>
                <a:gd name="T4" fmla="*/ 11 w 25"/>
                <a:gd name="T5" fmla="*/ 9 h 10"/>
                <a:gd name="T6" fmla="*/ 4 w 25"/>
                <a:gd name="T7" fmla="*/ 5 h 10"/>
                <a:gd name="T8" fmla="*/ 14 w 25"/>
                <a:gd name="T9" fmla="*/ 1 h 10"/>
                <a:gd name="T10" fmla="*/ 15 w 25"/>
                <a:gd name="T11" fmla="*/ 0 h 10"/>
                <a:gd name="T12" fmla="*/ 1 w 25"/>
                <a:gd name="T13" fmla="*/ 5 h 10"/>
                <a:gd name="T14" fmla="*/ 10 w 25"/>
                <a:gd name="T15" fmla="*/ 10 h 10"/>
                <a:gd name="T16" fmla="*/ 24 w 25"/>
                <a:gd name="T17" fmla="*/ 5 h 10"/>
                <a:gd name="T18" fmla="*/ 15 w 25"/>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10">
                  <a:moveTo>
                    <a:pt x="14" y="1"/>
                  </a:moveTo>
                  <a:cubicBezTo>
                    <a:pt x="19" y="1"/>
                    <a:pt x="22" y="3"/>
                    <a:pt x="21" y="5"/>
                  </a:cubicBezTo>
                  <a:cubicBezTo>
                    <a:pt x="20" y="7"/>
                    <a:pt x="15" y="9"/>
                    <a:pt x="11" y="9"/>
                  </a:cubicBezTo>
                  <a:cubicBezTo>
                    <a:pt x="6" y="9"/>
                    <a:pt x="3" y="7"/>
                    <a:pt x="4" y="5"/>
                  </a:cubicBezTo>
                  <a:cubicBezTo>
                    <a:pt x="5" y="3"/>
                    <a:pt x="9" y="1"/>
                    <a:pt x="14" y="1"/>
                  </a:cubicBezTo>
                  <a:moveTo>
                    <a:pt x="15" y="0"/>
                  </a:moveTo>
                  <a:cubicBezTo>
                    <a:pt x="9" y="0"/>
                    <a:pt x="2" y="2"/>
                    <a:pt x="1" y="5"/>
                  </a:cubicBezTo>
                  <a:cubicBezTo>
                    <a:pt x="0" y="8"/>
                    <a:pt x="4" y="10"/>
                    <a:pt x="10" y="10"/>
                  </a:cubicBezTo>
                  <a:cubicBezTo>
                    <a:pt x="16" y="10"/>
                    <a:pt x="23" y="8"/>
                    <a:pt x="24" y="5"/>
                  </a:cubicBezTo>
                  <a:cubicBezTo>
                    <a:pt x="25" y="2"/>
                    <a:pt x="21" y="0"/>
                    <a:pt x="1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 name="Freeform 686"/>
            <p:cNvSpPr>
              <a:spLocks/>
            </p:cNvSpPr>
            <p:nvPr/>
          </p:nvSpPr>
          <p:spPr bwMode="auto">
            <a:xfrm>
              <a:off x="871538" y="5089526"/>
              <a:ext cx="61913" cy="25400"/>
            </a:xfrm>
            <a:custGeom>
              <a:avLst/>
              <a:gdLst>
                <a:gd name="T0" fmla="*/ 9 w 22"/>
                <a:gd name="T1" fmla="*/ 9 h 9"/>
                <a:gd name="T2" fmla="*/ 1 w 22"/>
                <a:gd name="T3" fmla="*/ 5 h 9"/>
                <a:gd name="T4" fmla="*/ 13 w 22"/>
                <a:gd name="T5" fmla="*/ 0 h 9"/>
                <a:gd name="T6" fmla="*/ 21 w 22"/>
                <a:gd name="T7" fmla="*/ 5 h 9"/>
                <a:gd name="T8" fmla="*/ 9 w 22"/>
                <a:gd name="T9" fmla="*/ 9 h 9"/>
              </a:gdLst>
              <a:ahLst/>
              <a:cxnLst>
                <a:cxn ang="0">
                  <a:pos x="T0" y="T1"/>
                </a:cxn>
                <a:cxn ang="0">
                  <a:pos x="T2" y="T3"/>
                </a:cxn>
                <a:cxn ang="0">
                  <a:pos x="T4" y="T5"/>
                </a:cxn>
                <a:cxn ang="0">
                  <a:pos x="T6" y="T7"/>
                </a:cxn>
                <a:cxn ang="0">
                  <a:pos x="T8" y="T9"/>
                </a:cxn>
              </a:cxnLst>
              <a:rect l="0" t="0" r="r" b="b"/>
              <a:pathLst>
                <a:path w="22" h="9">
                  <a:moveTo>
                    <a:pt x="9" y="9"/>
                  </a:moveTo>
                  <a:cubicBezTo>
                    <a:pt x="3" y="9"/>
                    <a:pt x="0" y="7"/>
                    <a:pt x="1" y="5"/>
                  </a:cubicBezTo>
                  <a:cubicBezTo>
                    <a:pt x="2" y="2"/>
                    <a:pt x="8" y="0"/>
                    <a:pt x="13" y="0"/>
                  </a:cubicBezTo>
                  <a:cubicBezTo>
                    <a:pt x="19" y="0"/>
                    <a:pt x="22" y="2"/>
                    <a:pt x="21" y="5"/>
                  </a:cubicBezTo>
                  <a:cubicBezTo>
                    <a:pt x="20" y="7"/>
                    <a:pt x="14" y="9"/>
                    <a:pt x="9" y="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 name="Freeform 687"/>
            <p:cNvSpPr>
              <a:spLocks noEditPoints="1"/>
            </p:cNvSpPr>
            <p:nvPr/>
          </p:nvSpPr>
          <p:spPr bwMode="auto">
            <a:xfrm>
              <a:off x="866775" y="5089526"/>
              <a:ext cx="73025" cy="26988"/>
            </a:xfrm>
            <a:custGeom>
              <a:avLst/>
              <a:gdLst>
                <a:gd name="T0" fmla="*/ 15 w 26"/>
                <a:gd name="T1" fmla="*/ 1 h 10"/>
                <a:gd name="T2" fmla="*/ 22 w 26"/>
                <a:gd name="T3" fmla="*/ 5 h 10"/>
                <a:gd name="T4" fmla="*/ 11 w 26"/>
                <a:gd name="T5" fmla="*/ 9 h 10"/>
                <a:gd name="T6" fmla="*/ 4 w 26"/>
                <a:gd name="T7" fmla="*/ 5 h 10"/>
                <a:gd name="T8" fmla="*/ 15 w 26"/>
                <a:gd name="T9" fmla="*/ 1 h 10"/>
                <a:gd name="T10" fmla="*/ 15 w 26"/>
                <a:gd name="T11" fmla="*/ 0 h 10"/>
                <a:gd name="T12" fmla="*/ 2 w 26"/>
                <a:gd name="T13" fmla="*/ 5 h 10"/>
                <a:gd name="T14" fmla="*/ 11 w 26"/>
                <a:gd name="T15" fmla="*/ 10 h 10"/>
                <a:gd name="T16" fmla="*/ 24 w 26"/>
                <a:gd name="T17" fmla="*/ 5 h 10"/>
                <a:gd name="T18" fmla="*/ 15 w 26"/>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0">
                  <a:moveTo>
                    <a:pt x="15" y="1"/>
                  </a:moveTo>
                  <a:cubicBezTo>
                    <a:pt x="20" y="1"/>
                    <a:pt x="23" y="3"/>
                    <a:pt x="22" y="5"/>
                  </a:cubicBezTo>
                  <a:cubicBezTo>
                    <a:pt x="21" y="7"/>
                    <a:pt x="16" y="9"/>
                    <a:pt x="11" y="9"/>
                  </a:cubicBezTo>
                  <a:cubicBezTo>
                    <a:pt x="6" y="9"/>
                    <a:pt x="3" y="7"/>
                    <a:pt x="4" y="5"/>
                  </a:cubicBezTo>
                  <a:cubicBezTo>
                    <a:pt x="5" y="3"/>
                    <a:pt x="10" y="1"/>
                    <a:pt x="15" y="1"/>
                  </a:cubicBezTo>
                  <a:moveTo>
                    <a:pt x="15" y="0"/>
                  </a:moveTo>
                  <a:cubicBezTo>
                    <a:pt x="9" y="0"/>
                    <a:pt x="3" y="2"/>
                    <a:pt x="2" y="5"/>
                  </a:cubicBezTo>
                  <a:cubicBezTo>
                    <a:pt x="0" y="8"/>
                    <a:pt x="4" y="10"/>
                    <a:pt x="11" y="10"/>
                  </a:cubicBezTo>
                  <a:cubicBezTo>
                    <a:pt x="17" y="10"/>
                    <a:pt x="23" y="8"/>
                    <a:pt x="24" y="5"/>
                  </a:cubicBezTo>
                  <a:cubicBezTo>
                    <a:pt x="26" y="2"/>
                    <a:pt x="22" y="0"/>
                    <a:pt x="1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 name="Freeform 688"/>
            <p:cNvSpPr>
              <a:spLocks/>
            </p:cNvSpPr>
            <p:nvPr/>
          </p:nvSpPr>
          <p:spPr bwMode="auto">
            <a:xfrm>
              <a:off x="2835275" y="4727576"/>
              <a:ext cx="58738" cy="33338"/>
            </a:xfrm>
            <a:custGeom>
              <a:avLst/>
              <a:gdLst>
                <a:gd name="T0" fmla="*/ 10 w 21"/>
                <a:gd name="T1" fmla="*/ 12 h 12"/>
                <a:gd name="T2" fmla="*/ 1 w 21"/>
                <a:gd name="T3" fmla="*/ 6 h 12"/>
                <a:gd name="T4" fmla="*/ 12 w 21"/>
                <a:gd name="T5" fmla="*/ 0 h 12"/>
                <a:gd name="T6" fmla="*/ 21 w 21"/>
                <a:gd name="T7" fmla="*/ 6 h 12"/>
                <a:gd name="T8" fmla="*/ 10 w 21"/>
                <a:gd name="T9" fmla="*/ 12 h 12"/>
              </a:gdLst>
              <a:ahLst/>
              <a:cxnLst>
                <a:cxn ang="0">
                  <a:pos x="T0" y="T1"/>
                </a:cxn>
                <a:cxn ang="0">
                  <a:pos x="T2" y="T3"/>
                </a:cxn>
                <a:cxn ang="0">
                  <a:pos x="T4" y="T5"/>
                </a:cxn>
                <a:cxn ang="0">
                  <a:pos x="T6" y="T7"/>
                </a:cxn>
                <a:cxn ang="0">
                  <a:pos x="T8" y="T9"/>
                </a:cxn>
              </a:cxnLst>
              <a:rect l="0" t="0" r="r" b="b"/>
              <a:pathLst>
                <a:path w="21" h="12">
                  <a:moveTo>
                    <a:pt x="10" y="12"/>
                  </a:moveTo>
                  <a:cubicBezTo>
                    <a:pt x="4" y="12"/>
                    <a:pt x="0" y="9"/>
                    <a:pt x="1" y="6"/>
                  </a:cubicBezTo>
                  <a:cubicBezTo>
                    <a:pt x="2" y="3"/>
                    <a:pt x="7" y="0"/>
                    <a:pt x="12" y="0"/>
                  </a:cubicBezTo>
                  <a:cubicBezTo>
                    <a:pt x="18" y="0"/>
                    <a:pt x="21" y="2"/>
                    <a:pt x="21" y="6"/>
                  </a:cubicBezTo>
                  <a:cubicBezTo>
                    <a:pt x="20" y="9"/>
                    <a:pt x="15" y="12"/>
                    <a:pt x="10" y="12"/>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 name="Freeform 689"/>
            <p:cNvSpPr>
              <a:spLocks noEditPoints="1"/>
            </p:cNvSpPr>
            <p:nvPr/>
          </p:nvSpPr>
          <p:spPr bwMode="auto">
            <a:xfrm>
              <a:off x="2832100" y="4724401"/>
              <a:ext cx="66675" cy="39688"/>
            </a:xfrm>
            <a:custGeom>
              <a:avLst/>
              <a:gdLst>
                <a:gd name="T0" fmla="*/ 13 w 24"/>
                <a:gd name="T1" fmla="*/ 1 h 14"/>
                <a:gd name="T2" fmla="*/ 21 w 24"/>
                <a:gd name="T3" fmla="*/ 7 h 14"/>
                <a:gd name="T4" fmla="*/ 11 w 24"/>
                <a:gd name="T5" fmla="*/ 13 h 14"/>
                <a:gd name="T6" fmla="*/ 3 w 24"/>
                <a:gd name="T7" fmla="*/ 7 h 14"/>
                <a:gd name="T8" fmla="*/ 13 w 24"/>
                <a:gd name="T9" fmla="*/ 1 h 14"/>
                <a:gd name="T10" fmla="*/ 13 w 24"/>
                <a:gd name="T11" fmla="*/ 0 h 14"/>
                <a:gd name="T12" fmla="*/ 1 w 24"/>
                <a:gd name="T13" fmla="*/ 7 h 14"/>
                <a:gd name="T14" fmla="*/ 10 w 24"/>
                <a:gd name="T15" fmla="*/ 14 h 14"/>
                <a:gd name="T16" fmla="*/ 23 w 24"/>
                <a:gd name="T17" fmla="*/ 7 h 14"/>
                <a:gd name="T18" fmla="*/ 13 w 24"/>
                <a:gd name="T1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14">
                  <a:moveTo>
                    <a:pt x="13" y="1"/>
                  </a:moveTo>
                  <a:cubicBezTo>
                    <a:pt x="18" y="1"/>
                    <a:pt x="21" y="4"/>
                    <a:pt x="21" y="7"/>
                  </a:cubicBezTo>
                  <a:cubicBezTo>
                    <a:pt x="20" y="10"/>
                    <a:pt x="16" y="12"/>
                    <a:pt x="11" y="13"/>
                  </a:cubicBezTo>
                  <a:cubicBezTo>
                    <a:pt x="6" y="13"/>
                    <a:pt x="3" y="10"/>
                    <a:pt x="3" y="7"/>
                  </a:cubicBezTo>
                  <a:cubicBezTo>
                    <a:pt x="4" y="4"/>
                    <a:pt x="8" y="1"/>
                    <a:pt x="13" y="1"/>
                  </a:cubicBezTo>
                  <a:moveTo>
                    <a:pt x="13" y="0"/>
                  </a:moveTo>
                  <a:cubicBezTo>
                    <a:pt x="8" y="0"/>
                    <a:pt x="2" y="3"/>
                    <a:pt x="1" y="7"/>
                  </a:cubicBezTo>
                  <a:cubicBezTo>
                    <a:pt x="0" y="11"/>
                    <a:pt x="4" y="14"/>
                    <a:pt x="10" y="14"/>
                  </a:cubicBezTo>
                  <a:cubicBezTo>
                    <a:pt x="16" y="14"/>
                    <a:pt x="22" y="11"/>
                    <a:pt x="23" y="7"/>
                  </a:cubicBezTo>
                  <a:cubicBezTo>
                    <a:pt x="24" y="3"/>
                    <a:pt x="19" y="0"/>
                    <a:pt x="1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 name="Freeform 690"/>
            <p:cNvSpPr>
              <a:spLocks/>
            </p:cNvSpPr>
            <p:nvPr/>
          </p:nvSpPr>
          <p:spPr bwMode="auto">
            <a:xfrm>
              <a:off x="2806700" y="4618038"/>
              <a:ext cx="58738" cy="36513"/>
            </a:xfrm>
            <a:custGeom>
              <a:avLst/>
              <a:gdLst>
                <a:gd name="T0" fmla="*/ 9 w 21"/>
                <a:gd name="T1" fmla="*/ 13 h 13"/>
                <a:gd name="T2" fmla="*/ 1 w 21"/>
                <a:gd name="T3" fmla="*/ 6 h 13"/>
                <a:gd name="T4" fmla="*/ 12 w 21"/>
                <a:gd name="T5" fmla="*/ 0 h 13"/>
                <a:gd name="T6" fmla="*/ 20 w 21"/>
                <a:gd name="T7" fmla="*/ 6 h 13"/>
                <a:gd name="T8" fmla="*/ 9 w 21"/>
                <a:gd name="T9" fmla="*/ 13 h 13"/>
              </a:gdLst>
              <a:ahLst/>
              <a:cxnLst>
                <a:cxn ang="0">
                  <a:pos x="T0" y="T1"/>
                </a:cxn>
                <a:cxn ang="0">
                  <a:pos x="T2" y="T3"/>
                </a:cxn>
                <a:cxn ang="0">
                  <a:pos x="T4" y="T5"/>
                </a:cxn>
                <a:cxn ang="0">
                  <a:pos x="T6" y="T7"/>
                </a:cxn>
                <a:cxn ang="0">
                  <a:pos x="T8" y="T9"/>
                </a:cxn>
              </a:cxnLst>
              <a:rect l="0" t="0" r="r" b="b"/>
              <a:pathLst>
                <a:path w="21" h="13">
                  <a:moveTo>
                    <a:pt x="9" y="13"/>
                  </a:moveTo>
                  <a:cubicBezTo>
                    <a:pt x="4" y="13"/>
                    <a:pt x="0" y="10"/>
                    <a:pt x="1" y="6"/>
                  </a:cubicBezTo>
                  <a:cubicBezTo>
                    <a:pt x="2" y="3"/>
                    <a:pt x="7" y="0"/>
                    <a:pt x="12" y="0"/>
                  </a:cubicBezTo>
                  <a:cubicBezTo>
                    <a:pt x="17" y="0"/>
                    <a:pt x="21" y="3"/>
                    <a:pt x="20" y="6"/>
                  </a:cubicBezTo>
                  <a:cubicBezTo>
                    <a:pt x="19" y="10"/>
                    <a:pt x="14" y="13"/>
                    <a:pt x="9" y="13"/>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 name="Freeform 691"/>
            <p:cNvSpPr>
              <a:spLocks noEditPoints="1"/>
            </p:cNvSpPr>
            <p:nvPr/>
          </p:nvSpPr>
          <p:spPr bwMode="auto">
            <a:xfrm>
              <a:off x="2803525" y="4614863"/>
              <a:ext cx="65088" cy="42863"/>
            </a:xfrm>
            <a:custGeom>
              <a:avLst/>
              <a:gdLst>
                <a:gd name="T0" fmla="*/ 13 w 23"/>
                <a:gd name="T1" fmla="*/ 2 h 15"/>
                <a:gd name="T2" fmla="*/ 20 w 23"/>
                <a:gd name="T3" fmla="*/ 7 h 15"/>
                <a:gd name="T4" fmla="*/ 10 w 23"/>
                <a:gd name="T5" fmla="*/ 13 h 15"/>
                <a:gd name="T6" fmla="*/ 3 w 23"/>
                <a:gd name="T7" fmla="*/ 7 h 15"/>
                <a:gd name="T8" fmla="*/ 13 w 23"/>
                <a:gd name="T9" fmla="*/ 2 h 15"/>
                <a:gd name="T10" fmla="*/ 13 w 23"/>
                <a:gd name="T11" fmla="*/ 0 h 15"/>
                <a:gd name="T12" fmla="*/ 1 w 23"/>
                <a:gd name="T13" fmla="*/ 7 h 15"/>
                <a:gd name="T14" fmla="*/ 10 w 23"/>
                <a:gd name="T15" fmla="*/ 15 h 15"/>
                <a:gd name="T16" fmla="*/ 22 w 23"/>
                <a:gd name="T17" fmla="*/ 7 h 15"/>
                <a:gd name="T18" fmla="*/ 13 w 23"/>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5">
                  <a:moveTo>
                    <a:pt x="13" y="2"/>
                  </a:moveTo>
                  <a:cubicBezTo>
                    <a:pt x="17" y="2"/>
                    <a:pt x="21" y="4"/>
                    <a:pt x="20" y="7"/>
                  </a:cubicBezTo>
                  <a:cubicBezTo>
                    <a:pt x="19" y="11"/>
                    <a:pt x="15" y="13"/>
                    <a:pt x="10" y="13"/>
                  </a:cubicBezTo>
                  <a:cubicBezTo>
                    <a:pt x="5" y="13"/>
                    <a:pt x="2" y="11"/>
                    <a:pt x="3" y="7"/>
                  </a:cubicBezTo>
                  <a:cubicBezTo>
                    <a:pt x="4" y="4"/>
                    <a:pt x="8" y="2"/>
                    <a:pt x="13" y="2"/>
                  </a:cubicBezTo>
                  <a:moveTo>
                    <a:pt x="13" y="0"/>
                  </a:moveTo>
                  <a:cubicBezTo>
                    <a:pt x="7" y="0"/>
                    <a:pt x="2" y="3"/>
                    <a:pt x="1" y="7"/>
                  </a:cubicBezTo>
                  <a:cubicBezTo>
                    <a:pt x="0" y="11"/>
                    <a:pt x="4" y="15"/>
                    <a:pt x="10" y="15"/>
                  </a:cubicBezTo>
                  <a:cubicBezTo>
                    <a:pt x="16" y="15"/>
                    <a:pt x="21" y="11"/>
                    <a:pt x="22" y="7"/>
                  </a:cubicBezTo>
                  <a:cubicBezTo>
                    <a:pt x="23" y="3"/>
                    <a:pt x="19" y="0"/>
                    <a:pt x="1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 name="Freeform 692"/>
            <p:cNvSpPr>
              <a:spLocks/>
            </p:cNvSpPr>
            <p:nvPr/>
          </p:nvSpPr>
          <p:spPr bwMode="auto">
            <a:xfrm>
              <a:off x="3095625" y="4592638"/>
              <a:ext cx="55563" cy="36513"/>
            </a:xfrm>
            <a:custGeom>
              <a:avLst/>
              <a:gdLst>
                <a:gd name="T0" fmla="*/ 9 w 20"/>
                <a:gd name="T1" fmla="*/ 13 h 13"/>
                <a:gd name="T2" fmla="*/ 1 w 20"/>
                <a:gd name="T3" fmla="*/ 6 h 13"/>
                <a:gd name="T4" fmla="*/ 11 w 20"/>
                <a:gd name="T5" fmla="*/ 0 h 13"/>
                <a:gd name="T6" fmla="*/ 19 w 20"/>
                <a:gd name="T7" fmla="*/ 6 h 13"/>
                <a:gd name="T8" fmla="*/ 9 w 20"/>
                <a:gd name="T9" fmla="*/ 13 h 13"/>
              </a:gdLst>
              <a:ahLst/>
              <a:cxnLst>
                <a:cxn ang="0">
                  <a:pos x="T0" y="T1"/>
                </a:cxn>
                <a:cxn ang="0">
                  <a:pos x="T2" y="T3"/>
                </a:cxn>
                <a:cxn ang="0">
                  <a:pos x="T4" y="T5"/>
                </a:cxn>
                <a:cxn ang="0">
                  <a:pos x="T6" y="T7"/>
                </a:cxn>
                <a:cxn ang="0">
                  <a:pos x="T8" y="T9"/>
                </a:cxn>
              </a:cxnLst>
              <a:rect l="0" t="0" r="r" b="b"/>
              <a:pathLst>
                <a:path w="20" h="13">
                  <a:moveTo>
                    <a:pt x="9" y="13"/>
                  </a:moveTo>
                  <a:cubicBezTo>
                    <a:pt x="4" y="13"/>
                    <a:pt x="0" y="10"/>
                    <a:pt x="1" y="6"/>
                  </a:cubicBezTo>
                  <a:cubicBezTo>
                    <a:pt x="1" y="3"/>
                    <a:pt x="6" y="0"/>
                    <a:pt x="11" y="0"/>
                  </a:cubicBezTo>
                  <a:cubicBezTo>
                    <a:pt x="16" y="0"/>
                    <a:pt x="20" y="3"/>
                    <a:pt x="19" y="6"/>
                  </a:cubicBezTo>
                  <a:cubicBezTo>
                    <a:pt x="19" y="10"/>
                    <a:pt x="14" y="13"/>
                    <a:pt x="9" y="13"/>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 name="Freeform 693"/>
            <p:cNvSpPr>
              <a:spLocks noEditPoints="1"/>
            </p:cNvSpPr>
            <p:nvPr/>
          </p:nvSpPr>
          <p:spPr bwMode="auto">
            <a:xfrm>
              <a:off x="3092450" y="4589463"/>
              <a:ext cx="61913" cy="42863"/>
            </a:xfrm>
            <a:custGeom>
              <a:avLst/>
              <a:gdLst>
                <a:gd name="T0" fmla="*/ 12 w 22"/>
                <a:gd name="T1" fmla="*/ 1 h 15"/>
                <a:gd name="T2" fmla="*/ 19 w 22"/>
                <a:gd name="T3" fmla="*/ 7 h 15"/>
                <a:gd name="T4" fmla="*/ 10 w 22"/>
                <a:gd name="T5" fmla="*/ 13 h 15"/>
                <a:gd name="T6" fmla="*/ 3 w 22"/>
                <a:gd name="T7" fmla="*/ 7 h 15"/>
                <a:gd name="T8" fmla="*/ 12 w 22"/>
                <a:gd name="T9" fmla="*/ 1 h 15"/>
                <a:gd name="T10" fmla="*/ 12 w 22"/>
                <a:gd name="T11" fmla="*/ 0 h 15"/>
                <a:gd name="T12" fmla="*/ 1 w 22"/>
                <a:gd name="T13" fmla="*/ 7 h 15"/>
                <a:gd name="T14" fmla="*/ 10 w 22"/>
                <a:gd name="T15" fmla="*/ 15 h 15"/>
                <a:gd name="T16" fmla="*/ 21 w 22"/>
                <a:gd name="T17" fmla="*/ 7 h 15"/>
                <a:gd name="T18" fmla="*/ 12 w 22"/>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5">
                  <a:moveTo>
                    <a:pt x="12" y="1"/>
                  </a:moveTo>
                  <a:cubicBezTo>
                    <a:pt x="17" y="1"/>
                    <a:pt x="20" y="4"/>
                    <a:pt x="19" y="7"/>
                  </a:cubicBezTo>
                  <a:cubicBezTo>
                    <a:pt x="19" y="11"/>
                    <a:pt x="15" y="13"/>
                    <a:pt x="10" y="13"/>
                  </a:cubicBezTo>
                  <a:cubicBezTo>
                    <a:pt x="5" y="13"/>
                    <a:pt x="2" y="11"/>
                    <a:pt x="3" y="7"/>
                  </a:cubicBezTo>
                  <a:cubicBezTo>
                    <a:pt x="3" y="4"/>
                    <a:pt x="7" y="1"/>
                    <a:pt x="12" y="1"/>
                  </a:cubicBezTo>
                  <a:moveTo>
                    <a:pt x="12" y="0"/>
                  </a:moveTo>
                  <a:cubicBezTo>
                    <a:pt x="7" y="0"/>
                    <a:pt x="1" y="3"/>
                    <a:pt x="1" y="7"/>
                  </a:cubicBezTo>
                  <a:cubicBezTo>
                    <a:pt x="0" y="11"/>
                    <a:pt x="4" y="15"/>
                    <a:pt x="10" y="15"/>
                  </a:cubicBezTo>
                  <a:cubicBezTo>
                    <a:pt x="15" y="15"/>
                    <a:pt x="21" y="11"/>
                    <a:pt x="21" y="7"/>
                  </a:cubicBezTo>
                  <a:cubicBezTo>
                    <a:pt x="22" y="3"/>
                    <a:pt x="18" y="0"/>
                    <a:pt x="1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 name="Freeform 694"/>
            <p:cNvSpPr>
              <a:spLocks/>
            </p:cNvSpPr>
            <p:nvPr/>
          </p:nvSpPr>
          <p:spPr bwMode="auto">
            <a:xfrm>
              <a:off x="2674938" y="4541838"/>
              <a:ext cx="58738" cy="39688"/>
            </a:xfrm>
            <a:custGeom>
              <a:avLst/>
              <a:gdLst>
                <a:gd name="T0" fmla="*/ 9 w 21"/>
                <a:gd name="T1" fmla="*/ 14 h 14"/>
                <a:gd name="T2" fmla="*/ 1 w 21"/>
                <a:gd name="T3" fmla="*/ 7 h 14"/>
                <a:gd name="T4" fmla="*/ 13 w 21"/>
                <a:gd name="T5" fmla="*/ 0 h 14"/>
                <a:gd name="T6" fmla="*/ 20 w 21"/>
                <a:gd name="T7" fmla="*/ 7 h 14"/>
                <a:gd name="T8" fmla="*/ 9 w 21"/>
                <a:gd name="T9" fmla="*/ 14 h 14"/>
              </a:gdLst>
              <a:ahLst/>
              <a:cxnLst>
                <a:cxn ang="0">
                  <a:pos x="T0" y="T1"/>
                </a:cxn>
                <a:cxn ang="0">
                  <a:pos x="T2" y="T3"/>
                </a:cxn>
                <a:cxn ang="0">
                  <a:pos x="T4" y="T5"/>
                </a:cxn>
                <a:cxn ang="0">
                  <a:pos x="T6" y="T7"/>
                </a:cxn>
                <a:cxn ang="0">
                  <a:pos x="T8" y="T9"/>
                </a:cxn>
              </a:cxnLst>
              <a:rect l="0" t="0" r="r" b="b"/>
              <a:pathLst>
                <a:path w="21" h="14">
                  <a:moveTo>
                    <a:pt x="9" y="14"/>
                  </a:moveTo>
                  <a:cubicBezTo>
                    <a:pt x="4" y="14"/>
                    <a:pt x="0" y="11"/>
                    <a:pt x="1" y="7"/>
                  </a:cubicBezTo>
                  <a:cubicBezTo>
                    <a:pt x="2" y="3"/>
                    <a:pt x="7" y="0"/>
                    <a:pt x="13" y="0"/>
                  </a:cubicBezTo>
                  <a:cubicBezTo>
                    <a:pt x="18" y="0"/>
                    <a:pt x="21" y="3"/>
                    <a:pt x="20" y="7"/>
                  </a:cubicBezTo>
                  <a:cubicBezTo>
                    <a:pt x="19" y="11"/>
                    <a:pt x="14" y="14"/>
                    <a:pt x="9" y="14"/>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 name="Freeform 695"/>
            <p:cNvSpPr>
              <a:spLocks noEditPoints="1"/>
            </p:cNvSpPr>
            <p:nvPr/>
          </p:nvSpPr>
          <p:spPr bwMode="auto">
            <a:xfrm>
              <a:off x="2671763" y="4538663"/>
              <a:ext cx="65088" cy="42863"/>
            </a:xfrm>
            <a:custGeom>
              <a:avLst/>
              <a:gdLst>
                <a:gd name="T0" fmla="*/ 13 w 23"/>
                <a:gd name="T1" fmla="*/ 2 h 15"/>
                <a:gd name="T2" fmla="*/ 20 w 23"/>
                <a:gd name="T3" fmla="*/ 8 h 15"/>
                <a:gd name="T4" fmla="*/ 10 w 23"/>
                <a:gd name="T5" fmla="*/ 14 h 15"/>
                <a:gd name="T6" fmla="*/ 3 w 23"/>
                <a:gd name="T7" fmla="*/ 8 h 15"/>
                <a:gd name="T8" fmla="*/ 13 w 23"/>
                <a:gd name="T9" fmla="*/ 2 h 15"/>
                <a:gd name="T10" fmla="*/ 14 w 23"/>
                <a:gd name="T11" fmla="*/ 0 h 15"/>
                <a:gd name="T12" fmla="*/ 1 w 23"/>
                <a:gd name="T13" fmla="*/ 8 h 15"/>
                <a:gd name="T14" fmla="*/ 10 w 23"/>
                <a:gd name="T15" fmla="*/ 15 h 15"/>
                <a:gd name="T16" fmla="*/ 22 w 23"/>
                <a:gd name="T17" fmla="*/ 8 h 15"/>
                <a:gd name="T18" fmla="*/ 14 w 23"/>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5">
                  <a:moveTo>
                    <a:pt x="13" y="2"/>
                  </a:moveTo>
                  <a:cubicBezTo>
                    <a:pt x="18" y="2"/>
                    <a:pt x="21" y="5"/>
                    <a:pt x="20" y="8"/>
                  </a:cubicBezTo>
                  <a:cubicBezTo>
                    <a:pt x="19" y="11"/>
                    <a:pt x="15" y="14"/>
                    <a:pt x="10" y="14"/>
                  </a:cubicBezTo>
                  <a:cubicBezTo>
                    <a:pt x="5" y="14"/>
                    <a:pt x="2" y="11"/>
                    <a:pt x="3" y="8"/>
                  </a:cubicBezTo>
                  <a:cubicBezTo>
                    <a:pt x="4" y="5"/>
                    <a:pt x="9" y="2"/>
                    <a:pt x="13" y="2"/>
                  </a:cubicBezTo>
                  <a:moveTo>
                    <a:pt x="14" y="0"/>
                  </a:moveTo>
                  <a:cubicBezTo>
                    <a:pt x="8" y="0"/>
                    <a:pt x="2" y="4"/>
                    <a:pt x="1" y="8"/>
                  </a:cubicBezTo>
                  <a:cubicBezTo>
                    <a:pt x="0" y="12"/>
                    <a:pt x="4" y="15"/>
                    <a:pt x="10" y="15"/>
                  </a:cubicBezTo>
                  <a:cubicBezTo>
                    <a:pt x="16" y="15"/>
                    <a:pt x="21" y="12"/>
                    <a:pt x="22" y="8"/>
                  </a:cubicBezTo>
                  <a:cubicBezTo>
                    <a:pt x="23" y="4"/>
                    <a:pt x="20" y="0"/>
                    <a:pt x="1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 name="Freeform 696"/>
            <p:cNvSpPr>
              <a:spLocks/>
            </p:cNvSpPr>
            <p:nvPr/>
          </p:nvSpPr>
          <p:spPr bwMode="auto">
            <a:xfrm>
              <a:off x="3078163" y="4519613"/>
              <a:ext cx="84138" cy="58738"/>
            </a:xfrm>
            <a:custGeom>
              <a:avLst/>
              <a:gdLst>
                <a:gd name="T0" fmla="*/ 13 w 30"/>
                <a:gd name="T1" fmla="*/ 21 h 21"/>
                <a:gd name="T2" fmla="*/ 1 w 30"/>
                <a:gd name="T3" fmla="*/ 10 h 21"/>
                <a:gd name="T4" fmla="*/ 17 w 30"/>
                <a:gd name="T5" fmla="*/ 0 h 21"/>
                <a:gd name="T6" fmla="*/ 29 w 30"/>
                <a:gd name="T7" fmla="*/ 10 h 21"/>
                <a:gd name="T8" fmla="*/ 13 w 30"/>
                <a:gd name="T9" fmla="*/ 21 h 21"/>
              </a:gdLst>
              <a:ahLst/>
              <a:cxnLst>
                <a:cxn ang="0">
                  <a:pos x="T0" y="T1"/>
                </a:cxn>
                <a:cxn ang="0">
                  <a:pos x="T2" y="T3"/>
                </a:cxn>
                <a:cxn ang="0">
                  <a:pos x="T4" y="T5"/>
                </a:cxn>
                <a:cxn ang="0">
                  <a:pos x="T6" y="T7"/>
                </a:cxn>
                <a:cxn ang="0">
                  <a:pos x="T8" y="T9"/>
                </a:cxn>
              </a:cxnLst>
              <a:rect l="0" t="0" r="r" b="b"/>
              <a:pathLst>
                <a:path w="30" h="21">
                  <a:moveTo>
                    <a:pt x="13" y="21"/>
                  </a:moveTo>
                  <a:cubicBezTo>
                    <a:pt x="5" y="21"/>
                    <a:pt x="0" y="16"/>
                    <a:pt x="1" y="10"/>
                  </a:cubicBezTo>
                  <a:cubicBezTo>
                    <a:pt x="2" y="4"/>
                    <a:pt x="9" y="0"/>
                    <a:pt x="17" y="0"/>
                  </a:cubicBezTo>
                  <a:cubicBezTo>
                    <a:pt x="25" y="0"/>
                    <a:pt x="30" y="4"/>
                    <a:pt x="29" y="10"/>
                  </a:cubicBezTo>
                  <a:cubicBezTo>
                    <a:pt x="28" y="16"/>
                    <a:pt x="21" y="21"/>
                    <a:pt x="13" y="21"/>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 name="Freeform 697"/>
            <p:cNvSpPr>
              <a:spLocks noEditPoints="1"/>
            </p:cNvSpPr>
            <p:nvPr/>
          </p:nvSpPr>
          <p:spPr bwMode="auto">
            <a:xfrm>
              <a:off x="3073400" y="4516438"/>
              <a:ext cx="92075" cy="61913"/>
            </a:xfrm>
            <a:custGeom>
              <a:avLst/>
              <a:gdLst>
                <a:gd name="T0" fmla="*/ 19 w 33"/>
                <a:gd name="T1" fmla="*/ 1 h 22"/>
                <a:gd name="T2" fmla="*/ 30 w 33"/>
                <a:gd name="T3" fmla="*/ 11 h 22"/>
                <a:gd name="T4" fmla="*/ 15 w 33"/>
                <a:gd name="T5" fmla="*/ 21 h 22"/>
                <a:gd name="T6" fmla="*/ 4 w 33"/>
                <a:gd name="T7" fmla="*/ 11 h 22"/>
                <a:gd name="T8" fmla="*/ 19 w 33"/>
                <a:gd name="T9" fmla="*/ 1 h 22"/>
                <a:gd name="T10" fmla="*/ 19 w 33"/>
                <a:gd name="T11" fmla="*/ 0 h 22"/>
                <a:gd name="T12" fmla="*/ 2 w 33"/>
                <a:gd name="T13" fmla="*/ 11 h 22"/>
                <a:gd name="T14" fmla="*/ 15 w 33"/>
                <a:gd name="T15" fmla="*/ 22 h 22"/>
                <a:gd name="T16" fmla="*/ 32 w 33"/>
                <a:gd name="T17" fmla="*/ 11 h 22"/>
                <a:gd name="T18" fmla="*/ 19 w 33"/>
                <a:gd name="T1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22">
                  <a:moveTo>
                    <a:pt x="19" y="1"/>
                  </a:moveTo>
                  <a:cubicBezTo>
                    <a:pt x="26" y="1"/>
                    <a:pt x="31" y="6"/>
                    <a:pt x="30" y="11"/>
                  </a:cubicBezTo>
                  <a:cubicBezTo>
                    <a:pt x="29" y="17"/>
                    <a:pt x="22" y="21"/>
                    <a:pt x="15" y="21"/>
                  </a:cubicBezTo>
                  <a:cubicBezTo>
                    <a:pt x="8" y="21"/>
                    <a:pt x="3" y="17"/>
                    <a:pt x="4" y="11"/>
                  </a:cubicBezTo>
                  <a:cubicBezTo>
                    <a:pt x="5" y="6"/>
                    <a:pt x="11" y="1"/>
                    <a:pt x="19" y="1"/>
                  </a:cubicBezTo>
                  <a:moveTo>
                    <a:pt x="19" y="0"/>
                  </a:moveTo>
                  <a:cubicBezTo>
                    <a:pt x="11" y="0"/>
                    <a:pt x="3" y="5"/>
                    <a:pt x="2" y="11"/>
                  </a:cubicBezTo>
                  <a:cubicBezTo>
                    <a:pt x="0" y="17"/>
                    <a:pt x="6" y="22"/>
                    <a:pt x="15" y="22"/>
                  </a:cubicBezTo>
                  <a:cubicBezTo>
                    <a:pt x="23" y="22"/>
                    <a:pt x="31" y="17"/>
                    <a:pt x="32" y="11"/>
                  </a:cubicBezTo>
                  <a:cubicBezTo>
                    <a:pt x="33" y="5"/>
                    <a:pt x="27" y="0"/>
                    <a:pt x="1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 name="Freeform 698"/>
            <p:cNvSpPr>
              <a:spLocks/>
            </p:cNvSpPr>
            <p:nvPr/>
          </p:nvSpPr>
          <p:spPr bwMode="auto">
            <a:xfrm>
              <a:off x="3089275" y="4635501"/>
              <a:ext cx="119063" cy="74613"/>
            </a:xfrm>
            <a:custGeom>
              <a:avLst/>
              <a:gdLst>
                <a:gd name="T0" fmla="*/ 19 w 42"/>
                <a:gd name="T1" fmla="*/ 27 h 27"/>
                <a:gd name="T2" fmla="*/ 1 w 42"/>
                <a:gd name="T3" fmla="*/ 14 h 27"/>
                <a:gd name="T4" fmla="*/ 23 w 42"/>
                <a:gd name="T5" fmla="*/ 0 h 27"/>
                <a:gd name="T6" fmla="*/ 41 w 42"/>
                <a:gd name="T7" fmla="*/ 13 h 27"/>
                <a:gd name="T8" fmla="*/ 19 w 42"/>
                <a:gd name="T9" fmla="*/ 27 h 27"/>
              </a:gdLst>
              <a:ahLst/>
              <a:cxnLst>
                <a:cxn ang="0">
                  <a:pos x="T0" y="T1"/>
                </a:cxn>
                <a:cxn ang="0">
                  <a:pos x="T2" y="T3"/>
                </a:cxn>
                <a:cxn ang="0">
                  <a:pos x="T4" y="T5"/>
                </a:cxn>
                <a:cxn ang="0">
                  <a:pos x="T6" y="T7"/>
                </a:cxn>
                <a:cxn ang="0">
                  <a:pos x="T8" y="T9"/>
                </a:cxn>
              </a:cxnLst>
              <a:rect l="0" t="0" r="r" b="b"/>
              <a:pathLst>
                <a:path w="42" h="27">
                  <a:moveTo>
                    <a:pt x="19" y="27"/>
                  </a:moveTo>
                  <a:cubicBezTo>
                    <a:pt x="8" y="27"/>
                    <a:pt x="0" y="21"/>
                    <a:pt x="1" y="14"/>
                  </a:cubicBezTo>
                  <a:cubicBezTo>
                    <a:pt x="3" y="6"/>
                    <a:pt x="13" y="0"/>
                    <a:pt x="23" y="0"/>
                  </a:cubicBezTo>
                  <a:cubicBezTo>
                    <a:pt x="34" y="0"/>
                    <a:pt x="42" y="6"/>
                    <a:pt x="41" y="13"/>
                  </a:cubicBezTo>
                  <a:cubicBezTo>
                    <a:pt x="40" y="21"/>
                    <a:pt x="30" y="27"/>
                    <a:pt x="19" y="2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 name="Freeform 699"/>
            <p:cNvSpPr>
              <a:spLocks noEditPoints="1"/>
            </p:cNvSpPr>
            <p:nvPr/>
          </p:nvSpPr>
          <p:spPr bwMode="auto">
            <a:xfrm>
              <a:off x="3087688" y="4632326"/>
              <a:ext cx="122238" cy="80963"/>
            </a:xfrm>
            <a:custGeom>
              <a:avLst/>
              <a:gdLst>
                <a:gd name="T0" fmla="*/ 24 w 44"/>
                <a:gd name="T1" fmla="*/ 2 h 29"/>
                <a:gd name="T2" fmla="*/ 41 w 44"/>
                <a:gd name="T3" fmla="*/ 14 h 29"/>
                <a:gd name="T4" fmla="*/ 20 w 44"/>
                <a:gd name="T5" fmla="*/ 27 h 29"/>
                <a:gd name="T6" fmla="*/ 3 w 44"/>
                <a:gd name="T7" fmla="*/ 15 h 29"/>
                <a:gd name="T8" fmla="*/ 24 w 44"/>
                <a:gd name="T9" fmla="*/ 2 h 29"/>
                <a:gd name="T10" fmla="*/ 24 w 44"/>
                <a:gd name="T11" fmla="*/ 0 h 29"/>
                <a:gd name="T12" fmla="*/ 1 w 44"/>
                <a:gd name="T13" fmla="*/ 15 h 29"/>
                <a:gd name="T14" fmla="*/ 20 w 44"/>
                <a:gd name="T15" fmla="*/ 29 h 29"/>
                <a:gd name="T16" fmla="*/ 43 w 44"/>
                <a:gd name="T17" fmla="*/ 14 h 29"/>
                <a:gd name="T18" fmla="*/ 24 w 44"/>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29">
                  <a:moveTo>
                    <a:pt x="24" y="2"/>
                  </a:moveTo>
                  <a:cubicBezTo>
                    <a:pt x="35" y="2"/>
                    <a:pt x="42" y="7"/>
                    <a:pt x="41" y="14"/>
                  </a:cubicBezTo>
                  <a:cubicBezTo>
                    <a:pt x="40" y="22"/>
                    <a:pt x="30" y="27"/>
                    <a:pt x="20" y="27"/>
                  </a:cubicBezTo>
                  <a:cubicBezTo>
                    <a:pt x="10" y="27"/>
                    <a:pt x="2" y="22"/>
                    <a:pt x="3" y="15"/>
                  </a:cubicBezTo>
                  <a:cubicBezTo>
                    <a:pt x="5" y="7"/>
                    <a:pt x="14" y="2"/>
                    <a:pt x="24" y="2"/>
                  </a:cubicBezTo>
                  <a:moveTo>
                    <a:pt x="24" y="0"/>
                  </a:moveTo>
                  <a:cubicBezTo>
                    <a:pt x="13" y="0"/>
                    <a:pt x="3" y="7"/>
                    <a:pt x="1" y="15"/>
                  </a:cubicBezTo>
                  <a:cubicBezTo>
                    <a:pt x="0" y="22"/>
                    <a:pt x="8" y="29"/>
                    <a:pt x="20" y="29"/>
                  </a:cubicBezTo>
                  <a:cubicBezTo>
                    <a:pt x="31" y="29"/>
                    <a:pt x="42" y="22"/>
                    <a:pt x="43" y="14"/>
                  </a:cubicBezTo>
                  <a:cubicBezTo>
                    <a:pt x="44" y="7"/>
                    <a:pt x="36" y="0"/>
                    <a:pt x="2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 name="Freeform 700"/>
            <p:cNvSpPr>
              <a:spLocks/>
            </p:cNvSpPr>
            <p:nvPr/>
          </p:nvSpPr>
          <p:spPr bwMode="auto">
            <a:xfrm>
              <a:off x="1328738" y="5057776"/>
              <a:ext cx="61913" cy="25400"/>
            </a:xfrm>
            <a:custGeom>
              <a:avLst/>
              <a:gdLst>
                <a:gd name="T0" fmla="*/ 9 w 22"/>
                <a:gd name="T1" fmla="*/ 9 h 9"/>
                <a:gd name="T2" fmla="*/ 2 w 22"/>
                <a:gd name="T3" fmla="*/ 4 h 9"/>
                <a:gd name="T4" fmla="*/ 13 w 22"/>
                <a:gd name="T5" fmla="*/ 0 h 9"/>
                <a:gd name="T6" fmla="*/ 21 w 22"/>
                <a:gd name="T7" fmla="*/ 4 h 9"/>
                <a:gd name="T8" fmla="*/ 9 w 22"/>
                <a:gd name="T9" fmla="*/ 9 h 9"/>
              </a:gdLst>
              <a:ahLst/>
              <a:cxnLst>
                <a:cxn ang="0">
                  <a:pos x="T0" y="T1"/>
                </a:cxn>
                <a:cxn ang="0">
                  <a:pos x="T2" y="T3"/>
                </a:cxn>
                <a:cxn ang="0">
                  <a:pos x="T4" y="T5"/>
                </a:cxn>
                <a:cxn ang="0">
                  <a:pos x="T6" y="T7"/>
                </a:cxn>
                <a:cxn ang="0">
                  <a:pos x="T8" y="T9"/>
                </a:cxn>
              </a:cxnLst>
              <a:rect l="0" t="0" r="r" b="b"/>
              <a:pathLst>
                <a:path w="22" h="9">
                  <a:moveTo>
                    <a:pt x="9" y="9"/>
                  </a:moveTo>
                  <a:cubicBezTo>
                    <a:pt x="4" y="9"/>
                    <a:pt x="0" y="7"/>
                    <a:pt x="2" y="4"/>
                  </a:cubicBezTo>
                  <a:cubicBezTo>
                    <a:pt x="3" y="2"/>
                    <a:pt x="8" y="0"/>
                    <a:pt x="13" y="0"/>
                  </a:cubicBezTo>
                  <a:cubicBezTo>
                    <a:pt x="18" y="0"/>
                    <a:pt x="22" y="2"/>
                    <a:pt x="21" y="4"/>
                  </a:cubicBezTo>
                  <a:cubicBezTo>
                    <a:pt x="20" y="7"/>
                    <a:pt x="14" y="9"/>
                    <a:pt x="9" y="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 name="Freeform 701"/>
            <p:cNvSpPr>
              <a:spLocks noEditPoints="1"/>
            </p:cNvSpPr>
            <p:nvPr/>
          </p:nvSpPr>
          <p:spPr bwMode="auto">
            <a:xfrm>
              <a:off x="1327150" y="5056188"/>
              <a:ext cx="66675" cy="26988"/>
            </a:xfrm>
            <a:custGeom>
              <a:avLst/>
              <a:gdLst>
                <a:gd name="T0" fmla="*/ 14 w 24"/>
                <a:gd name="T1" fmla="*/ 1 h 10"/>
                <a:gd name="T2" fmla="*/ 21 w 24"/>
                <a:gd name="T3" fmla="*/ 5 h 10"/>
                <a:gd name="T4" fmla="*/ 10 w 24"/>
                <a:gd name="T5" fmla="*/ 9 h 10"/>
                <a:gd name="T6" fmla="*/ 4 w 24"/>
                <a:gd name="T7" fmla="*/ 5 h 10"/>
                <a:gd name="T8" fmla="*/ 14 w 24"/>
                <a:gd name="T9" fmla="*/ 1 h 10"/>
                <a:gd name="T10" fmla="*/ 14 w 24"/>
                <a:gd name="T11" fmla="*/ 0 h 10"/>
                <a:gd name="T12" fmla="*/ 1 w 24"/>
                <a:gd name="T13" fmla="*/ 5 h 10"/>
                <a:gd name="T14" fmla="*/ 10 w 24"/>
                <a:gd name="T15" fmla="*/ 10 h 10"/>
                <a:gd name="T16" fmla="*/ 23 w 24"/>
                <a:gd name="T17" fmla="*/ 5 h 10"/>
                <a:gd name="T18" fmla="*/ 14 w 24"/>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10">
                  <a:moveTo>
                    <a:pt x="14" y="1"/>
                  </a:moveTo>
                  <a:cubicBezTo>
                    <a:pt x="19" y="1"/>
                    <a:pt x="21" y="3"/>
                    <a:pt x="21" y="5"/>
                  </a:cubicBezTo>
                  <a:cubicBezTo>
                    <a:pt x="20" y="7"/>
                    <a:pt x="15" y="9"/>
                    <a:pt x="10" y="9"/>
                  </a:cubicBezTo>
                  <a:cubicBezTo>
                    <a:pt x="6" y="9"/>
                    <a:pt x="3" y="7"/>
                    <a:pt x="4" y="5"/>
                  </a:cubicBezTo>
                  <a:cubicBezTo>
                    <a:pt x="5" y="3"/>
                    <a:pt x="9" y="1"/>
                    <a:pt x="14" y="1"/>
                  </a:cubicBezTo>
                  <a:moveTo>
                    <a:pt x="14" y="0"/>
                  </a:moveTo>
                  <a:cubicBezTo>
                    <a:pt x="8" y="0"/>
                    <a:pt x="3" y="2"/>
                    <a:pt x="1" y="5"/>
                  </a:cubicBezTo>
                  <a:cubicBezTo>
                    <a:pt x="0" y="8"/>
                    <a:pt x="4" y="10"/>
                    <a:pt x="10" y="10"/>
                  </a:cubicBezTo>
                  <a:cubicBezTo>
                    <a:pt x="16" y="10"/>
                    <a:pt x="22" y="8"/>
                    <a:pt x="23" y="5"/>
                  </a:cubicBezTo>
                  <a:cubicBezTo>
                    <a:pt x="24" y="2"/>
                    <a:pt x="20" y="0"/>
                    <a:pt x="1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 name="Freeform 702"/>
            <p:cNvSpPr>
              <a:spLocks/>
            </p:cNvSpPr>
            <p:nvPr/>
          </p:nvSpPr>
          <p:spPr bwMode="auto">
            <a:xfrm>
              <a:off x="1581150" y="5151438"/>
              <a:ext cx="57150" cy="25400"/>
            </a:xfrm>
            <a:custGeom>
              <a:avLst/>
              <a:gdLst>
                <a:gd name="T0" fmla="*/ 8 w 20"/>
                <a:gd name="T1" fmla="*/ 9 h 9"/>
                <a:gd name="T2" fmla="*/ 1 w 20"/>
                <a:gd name="T3" fmla="*/ 5 h 9"/>
                <a:gd name="T4" fmla="*/ 12 w 20"/>
                <a:gd name="T5" fmla="*/ 0 h 9"/>
                <a:gd name="T6" fmla="*/ 19 w 20"/>
                <a:gd name="T7" fmla="*/ 5 h 9"/>
                <a:gd name="T8" fmla="*/ 8 w 20"/>
                <a:gd name="T9" fmla="*/ 9 h 9"/>
              </a:gdLst>
              <a:ahLst/>
              <a:cxnLst>
                <a:cxn ang="0">
                  <a:pos x="T0" y="T1"/>
                </a:cxn>
                <a:cxn ang="0">
                  <a:pos x="T2" y="T3"/>
                </a:cxn>
                <a:cxn ang="0">
                  <a:pos x="T4" y="T5"/>
                </a:cxn>
                <a:cxn ang="0">
                  <a:pos x="T6" y="T7"/>
                </a:cxn>
                <a:cxn ang="0">
                  <a:pos x="T8" y="T9"/>
                </a:cxn>
              </a:cxnLst>
              <a:rect l="0" t="0" r="r" b="b"/>
              <a:pathLst>
                <a:path w="20" h="9">
                  <a:moveTo>
                    <a:pt x="8" y="9"/>
                  </a:moveTo>
                  <a:cubicBezTo>
                    <a:pt x="3" y="9"/>
                    <a:pt x="0" y="7"/>
                    <a:pt x="1" y="5"/>
                  </a:cubicBezTo>
                  <a:cubicBezTo>
                    <a:pt x="2" y="2"/>
                    <a:pt x="7" y="0"/>
                    <a:pt x="12" y="0"/>
                  </a:cubicBezTo>
                  <a:cubicBezTo>
                    <a:pt x="17" y="0"/>
                    <a:pt x="20" y="2"/>
                    <a:pt x="19" y="5"/>
                  </a:cubicBezTo>
                  <a:cubicBezTo>
                    <a:pt x="18" y="7"/>
                    <a:pt x="13" y="9"/>
                    <a:pt x="8" y="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 name="Freeform 703"/>
            <p:cNvSpPr>
              <a:spLocks noEditPoints="1"/>
            </p:cNvSpPr>
            <p:nvPr/>
          </p:nvSpPr>
          <p:spPr bwMode="auto">
            <a:xfrm>
              <a:off x="1576388" y="5151438"/>
              <a:ext cx="66675" cy="26988"/>
            </a:xfrm>
            <a:custGeom>
              <a:avLst/>
              <a:gdLst>
                <a:gd name="T0" fmla="*/ 14 w 24"/>
                <a:gd name="T1" fmla="*/ 1 h 10"/>
                <a:gd name="T2" fmla="*/ 20 w 24"/>
                <a:gd name="T3" fmla="*/ 5 h 10"/>
                <a:gd name="T4" fmla="*/ 10 w 24"/>
                <a:gd name="T5" fmla="*/ 9 h 10"/>
                <a:gd name="T6" fmla="*/ 4 w 24"/>
                <a:gd name="T7" fmla="*/ 5 h 10"/>
                <a:gd name="T8" fmla="*/ 14 w 24"/>
                <a:gd name="T9" fmla="*/ 1 h 10"/>
                <a:gd name="T10" fmla="*/ 14 w 24"/>
                <a:gd name="T11" fmla="*/ 0 h 10"/>
                <a:gd name="T12" fmla="*/ 1 w 24"/>
                <a:gd name="T13" fmla="*/ 5 h 10"/>
                <a:gd name="T14" fmla="*/ 10 w 24"/>
                <a:gd name="T15" fmla="*/ 10 h 10"/>
                <a:gd name="T16" fmla="*/ 23 w 24"/>
                <a:gd name="T17" fmla="*/ 5 h 10"/>
                <a:gd name="T18" fmla="*/ 14 w 24"/>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10">
                  <a:moveTo>
                    <a:pt x="14" y="1"/>
                  </a:moveTo>
                  <a:cubicBezTo>
                    <a:pt x="18" y="1"/>
                    <a:pt x="21" y="3"/>
                    <a:pt x="20" y="5"/>
                  </a:cubicBezTo>
                  <a:cubicBezTo>
                    <a:pt x="19" y="7"/>
                    <a:pt x="15" y="9"/>
                    <a:pt x="10" y="9"/>
                  </a:cubicBezTo>
                  <a:cubicBezTo>
                    <a:pt x="6" y="9"/>
                    <a:pt x="3" y="7"/>
                    <a:pt x="4" y="5"/>
                  </a:cubicBezTo>
                  <a:cubicBezTo>
                    <a:pt x="5" y="3"/>
                    <a:pt x="9" y="1"/>
                    <a:pt x="14" y="1"/>
                  </a:cubicBezTo>
                  <a:moveTo>
                    <a:pt x="14" y="0"/>
                  </a:moveTo>
                  <a:cubicBezTo>
                    <a:pt x="8" y="0"/>
                    <a:pt x="3" y="2"/>
                    <a:pt x="1" y="5"/>
                  </a:cubicBezTo>
                  <a:cubicBezTo>
                    <a:pt x="0" y="8"/>
                    <a:pt x="4" y="10"/>
                    <a:pt x="10" y="10"/>
                  </a:cubicBezTo>
                  <a:cubicBezTo>
                    <a:pt x="16" y="10"/>
                    <a:pt x="21" y="8"/>
                    <a:pt x="23" y="5"/>
                  </a:cubicBezTo>
                  <a:cubicBezTo>
                    <a:pt x="24" y="2"/>
                    <a:pt x="20" y="0"/>
                    <a:pt x="1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 name="Freeform 704"/>
            <p:cNvSpPr>
              <a:spLocks/>
            </p:cNvSpPr>
            <p:nvPr/>
          </p:nvSpPr>
          <p:spPr bwMode="auto">
            <a:xfrm>
              <a:off x="1727200" y="4743451"/>
              <a:ext cx="55563" cy="28575"/>
            </a:xfrm>
            <a:custGeom>
              <a:avLst/>
              <a:gdLst>
                <a:gd name="T0" fmla="*/ 8 w 20"/>
                <a:gd name="T1" fmla="*/ 10 h 10"/>
                <a:gd name="T2" fmla="*/ 1 w 20"/>
                <a:gd name="T3" fmla="*/ 5 h 10"/>
                <a:gd name="T4" fmla="*/ 12 w 20"/>
                <a:gd name="T5" fmla="*/ 0 h 10"/>
                <a:gd name="T6" fmla="*/ 19 w 20"/>
                <a:gd name="T7" fmla="*/ 5 h 10"/>
                <a:gd name="T8" fmla="*/ 8 w 20"/>
                <a:gd name="T9" fmla="*/ 10 h 10"/>
              </a:gdLst>
              <a:ahLst/>
              <a:cxnLst>
                <a:cxn ang="0">
                  <a:pos x="T0" y="T1"/>
                </a:cxn>
                <a:cxn ang="0">
                  <a:pos x="T2" y="T3"/>
                </a:cxn>
                <a:cxn ang="0">
                  <a:pos x="T4" y="T5"/>
                </a:cxn>
                <a:cxn ang="0">
                  <a:pos x="T6" y="T7"/>
                </a:cxn>
                <a:cxn ang="0">
                  <a:pos x="T8" y="T9"/>
                </a:cxn>
              </a:cxnLst>
              <a:rect l="0" t="0" r="r" b="b"/>
              <a:pathLst>
                <a:path w="20" h="10">
                  <a:moveTo>
                    <a:pt x="8" y="10"/>
                  </a:moveTo>
                  <a:cubicBezTo>
                    <a:pt x="3" y="10"/>
                    <a:pt x="0" y="8"/>
                    <a:pt x="1" y="5"/>
                  </a:cubicBezTo>
                  <a:cubicBezTo>
                    <a:pt x="2" y="2"/>
                    <a:pt x="7" y="0"/>
                    <a:pt x="12" y="0"/>
                  </a:cubicBezTo>
                  <a:cubicBezTo>
                    <a:pt x="17" y="0"/>
                    <a:pt x="20" y="2"/>
                    <a:pt x="19" y="5"/>
                  </a:cubicBezTo>
                  <a:cubicBezTo>
                    <a:pt x="18" y="8"/>
                    <a:pt x="13" y="10"/>
                    <a:pt x="8" y="10"/>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 name="Freeform 705"/>
            <p:cNvSpPr>
              <a:spLocks noEditPoints="1"/>
            </p:cNvSpPr>
            <p:nvPr/>
          </p:nvSpPr>
          <p:spPr bwMode="auto">
            <a:xfrm>
              <a:off x="1724025" y="4741863"/>
              <a:ext cx="65088" cy="33338"/>
            </a:xfrm>
            <a:custGeom>
              <a:avLst/>
              <a:gdLst>
                <a:gd name="T0" fmla="*/ 13 w 23"/>
                <a:gd name="T1" fmla="*/ 2 h 12"/>
                <a:gd name="T2" fmla="*/ 19 w 23"/>
                <a:gd name="T3" fmla="*/ 6 h 12"/>
                <a:gd name="T4" fmla="*/ 9 w 23"/>
                <a:gd name="T5" fmla="*/ 11 h 12"/>
                <a:gd name="T6" fmla="*/ 3 w 23"/>
                <a:gd name="T7" fmla="*/ 6 h 12"/>
                <a:gd name="T8" fmla="*/ 13 w 23"/>
                <a:gd name="T9" fmla="*/ 2 h 12"/>
                <a:gd name="T10" fmla="*/ 14 w 23"/>
                <a:gd name="T11" fmla="*/ 0 h 12"/>
                <a:gd name="T12" fmla="*/ 1 w 23"/>
                <a:gd name="T13" fmla="*/ 6 h 12"/>
                <a:gd name="T14" fmla="*/ 9 w 23"/>
                <a:gd name="T15" fmla="*/ 12 h 12"/>
                <a:gd name="T16" fmla="*/ 21 w 23"/>
                <a:gd name="T17" fmla="*/ 6 h 12"/>
                <a:gd name="T18" fmla="*/ 14 w 23"/>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2">
                  <a:moveTo>
                    <a:pt x="13" y="2"/>
                  </a:moveTo>
                  <a:cubicBezTo>
                    <a:pt x="17" y="2"/>
                    <a:pt x="20" y="4"/>
                    <a:pt x="19" y="6"/>
                  </a:cubicBezTo>
                  <a:cubicBezTo>
                    <a:pt x="18" y="9"/>
                    <a:pt x="14" y="11"/>
                    <a:pt x="9" y="11"/>
                  </a:cubicBezTo>
                  <a:cubicBezTo>
                    <a:pt x="5" y="11"/>
                    <a:pt x="2" y="9"/>
                    <a:pt x="3" y="6"/>
                  </a:cubicBezTo>
                  <a:cubicBezTo>
                    <a:pt x="4" y="4"/>
                    <a:pt x="9" y="2"/>
                    <a:pt x="13" y="2"/>
                  </a:cubicBezTo>
                  <a:moveTo>
                    <a:pt x="14" y="0"/>
                  </a:moveTo>
                  <a:cubicBezTo>
                    <a:pt x="8" y="0"/>
                    <a:pt x="2" y="3"/>
                    <a:pt x="1" y="6"/>
                  </a:cubicBezTo>
                  <a:cubicBezTo>
                    <a:pt x="0" y="9"/>
                    <a:pt x="3" y="12"/>
                    <a:pt x="9" y="12"/>
                  </a:cubicBezTo>
                  <a:cubicBezTo>
                    <a:pt x="14" y="12"/>
                    <a:pt x="20" y="9"/>
                    <a:pt x="21" y="6"/>
                  </a:cubicBezTo>
                  <a:cubicBezTo>
                    <a:pt x="23" y="3"/>
                    <a:pt x="19" y="0"/>
                    <a:pt x="1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 name="Freeform 706"/>
            <p:cNvSpPr>
              <a:spLocks/>
            </p:cNvSpPr>
            <p:nvPr/>
          </p:nvSpPr>
          <p:spPr bwMode="auto">
            <a:xfrm>
              <a:off x="168275" y="4789488"/>
              <a:ext cx="69850" cy="26988"/>
            </a:xfrm>
            <a:custGeom>
              <a:avLst/>
              <a:gdLst>
                <a:gd name="T0" fmla="*/ 10 w 25"/>
                <a:gd name="T1" fmla="*/ 10 h 10"/>
                <a:gd name="T2" fmla="*/ 2 w 25"/>
                <a:gd name="T3" fmla="*/ 5 h 10"/>
                <a:gd name="T4" fmla="*/ 15 w 25"/>
                <a:gd name="T5" fmla="*/ 0 h 10"/>
                <a:gd name="T6" fmla="*/ 24 w 25"/>
                <a:gd name="T7" fmla="*/ 5 h 10"/>
                <a:gd name="T8" fmla="*/ 10 w 25"/>
                <a:gd name="T9" fmla="*/ 10 h 10"/>
              </a:gdLst>
              <a:ahLst/>
              <a:cxnLst>
                <a:cxn ang="0">
                  <a:pos x="T0" y="T1"/>
                </a:cxn>
                <a:cxn ang="0">
                  <a:pos x="T2" y="T3"/>
                </a:cxn>
                <a:cxn ang="0">
                  <a:pos x="T4" y="T5"/>
                </a:cxn>
                <a:cxn ang="0">
                  <a:pos x="T6" y="T7"/>
                </a:cxn>
                <a:cxn ang="0">
                  <a:pos x="T8" y="T9"/>
                </a:cxn>
              </a:cxnLst>
              <a:rect l="0" t="0" r="r" b="b"/>
              <a:pathLst>
                <a:path w="25" h="10">
                  <a:moveTo>
                    <a:pt x="10" y="10"/>
                  </a:moveTo>
                  <a:cubicBezTo>
                    <a:pt x="4" y="10"/>
                    <a:pt x="0" y="8"/>
                    <a:pt x="2" y="5"/>
                  </a:cubicBezTo>
                  <a:cubicBezTo>
                    <a:pt x="3" y="2"/>
                    <a:pt x="9" y="0"/>
                    <a:pt x="15" y="0"/>
                  </a:cubicBezTo>
                  <a:cubicBezTo>
                    <a:pt x="21" y="0"/>
                    <a:pt x="25" y="2"/>
                    <a:pt x="24" y="5"/>
                  </a:cubicBezTo>
                  <a:cubicBezTo>
                    <a:pt x="22" y="8"/>
                    <a:pt x="16" y="10"/>
                    <a:pt x="10" y="10"/>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 name="Freeform 707"/>
            <p:cNvSpPr>
              <a:spLocks noEditPoints="1"/>
            </p:cNvSpPr>
            <p:nvPr/>
          </p:nvSpPr>
          <p:spPr bwMode="auto">
            <a:xfrm>
              <a:off x="165100" y="4786313"/>
              <a:ext cx="79375" cy="33338"/>
            </a:xfrm>
            <a:custGeom>
              <a:avLst/>
              <a:gdLst>
                <a:gd name="T0" fmla="*/ 16 w 28"/>
                <a:gd name="T1" fmla="*/ 2 h 12"/>
                <a:gd name="T2" fmla="*/ 23 w 28"/>
                <a:gd name="T3" fmla="*/ 6 h 12"/>
                <a:gd name="T4" fmla="*/ 12 w 28"/>
                <a:gd name="T5" fmla="*/ 11 h 12"/>
                <a:gd name="T6" fmla="*/ 4 w 28"/>
                <a:gd name="T7" fmla="*/ 6 h 12"/>
                <a:gd name="T8" fmla="*/ 16 w 28"/>
                <a:gd name="T9" fmla="*/ 2 h 12"/>
                <a:gd name="T10" fmla="*/ 17 w 28"/>
                <a:gd name="T11" fmla="*/ 0 h 12"/>
                <a:gd name="T12" fmla="*/ 1 w 28"/>
                <a:gd name="T13" fmla="*/ 6 h 12"/>
                <a:gd name="T14" fmla="*/ 11 w 28"/>
                <a:gd name="T15" fmla="*/ 12 h 12"/>
                <a:gd name="T16" fmla="*/ 26 w 28"/>
                <a:gd name="T17" fmla="*/ 6 h 12"/>
                <a:gd name="T18" fmla="*/ 17 w 28"/>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12">
                  <a:moveTo>
                    <a:pt x="16" y="2"/>
                  </a:moveTo>
                  <a:cubicBezTo>
                    <a:pt x="21" y="2"/>
                    <a:pt x="24" y="4"/>
                    <a:pt x="23" y="6"/>
                  </a:cubicBezTo>
                  <a:cubicBezTo>
                    <a:pt x="22" y="9"/>
                    <a:pt x="17" y="11"/>
                    <a:pt x="12" y="11"/>
                  </a:cubicBezTo>
                  <a:cubicBezTo>
                    <a:pt x="6" y="11"/>
                    <a:pt x="3" y="9"/>
                    <a:pt x="4" y="6"/>
                  </a:cubicBezTo>
                  <a:cubicBezTo>
                    <a:pt x="5" y="4"/>
                    <a:pt x="11" y="2"/>
                    <a:pt x="16" y="2"/>
                  </a:cubicBezTo>
                  <a:moveTo>
                    <a:pt x="17" y="0"/>
                  </a:moveTo>
                  <a:cubicBezTo>
                    <a:pt x="10" y="0"/>
                    <a:pt x="3" y="3"/>
                    <a:pt x="1" y="6"/>
                  </a:cubicBezTo>
                  <a:cubicBezTo>
                    <a:pt x="0" y="9"/>
                    <a:pt x="4" y="12"/>
                    <a:pt x="11" y="12"/>
                  </a:cubicBezTo>
                  <a:cubicBezTo>
                    <a:pt x="18" y="12"/>
                    <a:pt x="25" y="9"/>
                    <a:pt x="26" y="6"/>
                  </a:cubicBezTo>
                  <a:cubicBezTo>
                    <a:pt x="28" y="3"/>
                    <a:pt x="23" y="0"/>
                    <a:pt x="1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 name="Freeform 708"/>
            <p:cNvSpPr>
              <a:spLocks/>
            </p:cNvSpPr>
            <p:nvPr/>
          </p:nvSpPr>
          <p:spPr bwMode="auto">
            <a:xfrm>
              <a:off x="350838" y="5187951"/>
              <a:ext cx="98425" cy="36513"/>
            </a:xfrm>
            <a:custGeom>
              <a:avLst/>
              <a:gdLst>
                <a:gd name="T0" fmla="*/ 14 w 35"/>
                <a:gd name="T1" fmla="*/ 13 h 13"/>
                <a:gd name="T2" fmla="*/ 2 w 35"/>
                <a:gd name="T3" fmla="*/ 7 h 13"/>
                <a:gd name="T4" fmla="*/ 21 w 35"/>
                <a:gd name="T5" fmla="*/ 0 h 13"/>
                <a:gd name="T6" fmla="*/ 33 w 35"/>
                <a:gd name="T7" fmla="*/ 7 h 13"/>
                <a:gd name="T8" fmla="*/ 14 w 35"/>
                <a:gd name="T9" fmla="*/ 13 h 13"/>
              </a:gdLst>
              <a:ahLst/>
              <a:cxnLst>
                <a:cxn ang="0">
                  <a:pos x="T0" y="T1"/>
                </a:cxn>
                <a:cxn ang="0">
                  <a:pos x="T2" y="T3"/>
                </a:cxn>
                <a:cxn ang="0">
                  <a:pos x="T4" y="T5"/>
                </a:cxn>
                <a:cxn ang="0">
                  <a:pos x="T6" y="T7"/>
                </a:cxn>
                <a:cxn ang="0">
                  <a:pos x="T8" y="T9"/>
                </a:cxn>
              </a:cxnLst>
              <a:rect l="0" t="0" r="r" b="b"/>
              <a:pathLst>
                <a:path w="35" h="13">
                  <a:moveTo>
                    <a:pt x="14" y="13"/>
                  </a:moveTo>
                  <a:cubicBezTo>
                    <a:pt x="6" y="13"/>
                    <a:pt x="0" y="10"/>
                    <a:pt x="2" y="7"/>
                  </a:cubicBezTo>
                  <a:cubicBezTo>
                    <a:pt x="4" y="3"/>
                    <a:pt x="12" y="0"/>
                    <a:pt x="21" y="0"/>
                  </a:cubicBezTo>
                  <a:cubicBezTo>
                    <a:pt x="29" y="0"/>
                    <a:pt x="35" y="3"/>
                    <a:pt x="33" y="7"/>
                  </a:cubicBezTo>
                  <a:cubicBezTo>
                    <a:pt x="31" y="10"/>
                    <a:pt x="23" y="13"/>
                    <a:pt x="14" y="13"/>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 name="Freeform 709"/>
            <p:cNvSpPr>
              <a:spLocks noEditPoints="1"/>
            </p:cNvSpPr>
            <p:nvPr/>
          </p:nvSpPr>
          <p:spPr bwMode="auto">
            <a:xfrm>
              <a:off x="347663" y="5187951"/>
              <a:ext cx="104775" cy="38100"/>
            </a:xfrm>
            <a:custGeom>
              <a:avLst/>
              <a:gdLst>
                <a:gd name="T0" fmla="*/ 21 w 37"/>
                <a:gd name="T1" fmla="*/ 1 h 14"/>
                <a:gd name="T2" fmla="*/ 33 w 37"/>
                <a:gd name="T3" fmla="*/ 7 h 14"/>
                <a:gd name="T4" fmla="*/ 16 w 37"/>
                <a:gd name="T5" fmla="*/ 13 h 14"/>
                <a:gd name="T6" fmla="*/ 4 w 37"/>
                <a:gd name="T7" fmla="*/ 7 h 14"/>
                <a:gd name="T8" fmla="*/ 21 w 37"/>
                <a:gd name="T9" fmla="*/ 1 h 14"/>
                <a:gd name="T10" fmla="*/ 22 w 37"/>
                <a:gd name="T11" fmla="*/ 0 h 14"/>
                <a:gd name="T12" fmla="*/ 2 w 37"/>
                <a:gd name="T13" fmla="*/ 7 h 14"/>
                <a:gd name="T14" fmla="*/ 15 w 37"/>
                <a:gd name="T15" fmla="*/ 14 h 14"/>
                <a:gd name="T16" fmla="*/ 35 w 37"/>
                <a:gd name="T17" fmla="*/ 7 h 14"/>
                <a:gd name="T18" fmla="*/ 22 w 37"/>
                <a:gd name="T1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14">
                  <a:moveTo>
                    <a:pt x="21" y="1"/>
                  </a:moveTo>
                  <a:cubicBezTo>
                    <a:pt x="29" y="1"/>
                    <a:pt x="34" y="3"/>
                    <a:pt x="33" y="7"/>
                  </a:cubicBezTo>
                  <a:cubicBezTo>
                    <a:pt x="31" y="10"/>
                    <a:pt x="23" y="13"/>
                    <a:pt x="16" y="13"/>
                  </a:cubicBezTo>
                  <a:cubicBezTo>
                    <a:pt x="8" y="13"/>
                    <a:pt x="3" y="10"/>
                    <a:pt x="4" y="7"/>
                  </a:cubicBezTo>
                  <a:cubicBezTo>
                    <a:pt x="6" y="3"/>
                    <a:pt x="14" y="1"/>
                    <a:pt x="21" y="1"/>
                  </a:cubicBezTo>
                  <a:moveTo>
                    <a:pt x="22" y="0"/>
                  </a:moveTo>
                  <a:cubicBezTo>
                    <a:pt x="13" y="0"/>
                    <a:pt x="4" y="3"/>
                    <a:pt x="2" y="7"/>
                  </a:cubicBezTo>
                  <a:cubicBezTo>
                    <a:pt x="0" y="11"/>
                    <a:pt x="6" y="14"/>
                    <a:pt x="15" y="14"/>
                  </a:cubicBezTo>
                  <a:cubicBezTo>
                    <a:pt x="24" y="14"/>
                    <a:pt x="33" y="11"/>
                    <a:pt x="35" y="7"/>
                  </a:cubicBezTo>
                  <a:cubicBezTo>
                    <a:pt x="37" y="3"/>
                    <a:pt x="31" y="0"/>
                    <a:pt x="2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 name="Freeform 710"/>
            <p:cNvSpPr>
              <a:spLocks/>
            </p:cNvSpPr>
            <p:nvPr/>
          </p:nvSpPr>
          <p:spPr bwMode="auto">
            <a:xfrm>
              <a:off x="885825" y="5184776"/>
              <a:ext cx="93663" cy="36513"/>
            </a:xfrm>
            <a:custGeom>
              <a:avLst/>
              <a:gdLst>
                <a:gd name="T0" fmla="*/ 13 w 33"/>
                <a:gd name="T1" fmla="*/ 13 h 13"/>
                <a:gd name="T2" fmla="*/ 2 w 33"/>
                <a:gd name="T3" fmla="*/ 7 h 13"/>
                <a:gd name="T4" fmla="*/ 19 w 33"/>
                <a:gd name="T5" fmla="*/ 0 h 13"/>
                <a:gd name="T6" fmla="*/ 31 w 33"/>
                <a:gd name="T7" fmla="*/ 7 h 13"/>
                <a:gd name="T8" fmla="*/ 13 w 33"/>
                <a:gd name="T9" fmla="*/ 13 h 13"/>
              </a:gdLst>
              <a:ahLst/>
              <a:cxnLst>
                <a:cxn ang="0">
                  <a:pos x="T0" y="T1"/>
                </a:cxn>
                <a:cxn ang="0">
                  <a:pos x="T2" y="T3"/>
                </a:cxn>
                <a:cxn ang="0">
                  <a:pos x="T4" y="T5"/>
                </a:cxn>
                <a:cxn ang="0">
                  <a:pos x="T6" y="T7"/>
                </a:cxn>
                <a:cxn ang="0">
                  <a:pos x="T8" y="T9"/>
                </a:cxn>
              </a:cxnLst>
              <a:rect l="0" t="0" r="r" b="b"/>
              <a:pathLst>
                <a:path w="33" h="13">
                  <a:moveTo>
                    <a:pt x="13" y="13"/>
                  </a:moveTo>
                  <a:cubicBezTo>
                    <a:pt x="5" y="13"/>
                    <a:pt x="0" y="11"/>
                    <a:pt x="2" y="7"/>
                  </a:cubicBezTo>
                  <a:cubicBezTo>
                    <a:pt x="3" y="3"/>
                    <a:pt x="11" y="1"/>
                    <a:pt x="19" y="0"/>
                  </a:cubicBezTo>
                  <a:cubicBezTo>
                    <a:pt x="27" y="0"/>
                    <a:pt x="33" y="3"/>
                    <a:pt x="31" y="7"/>
                  </a:cubicBezTo>
                  <a:cubicBezTo>
                    <a:pt x="29" y="10"/>
                    <a:pt x="21" y="13"/>
                    <a:pt x="13" y="13"/>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 name="Freeform 711"/>
            <p:cNvSpPr>
              <a:spLocks noEditPoints="1"/>
            </p:cNvSpPr>
            <p:nvPr/>
          </p:nvSpPr>
          <p:spPr bwMode="auto">
            <a:xfrm>
              <a:off x="884238" y="5184776"/>
              <a:ext cx="96838" cy="39688"/>
            </a:xfrm>
            <a:custGeom>
              <a:avLst/>
              <a:gdLst>
                <a:gd name="T0" fmla="*/ 20 w 35"/>
                <a:gd name="T1" fmla="*/ 1 h 14"/>
                <a:gd name="T2" fmla="*/ 31 w 35"/>
                <a:gd name="T3" fmla="*/ 7 h 14"/>
                <a:gd name="T4" fmla="*/ 15 w 35"/>
                <a:gd name="T5" fmla="*/ 13 h 14"/>
                <a:gd name="T6" fmla="*/ 4 w 35"/>
                <a:gd name="T7" fmla="*/ 7 h 14"/>
                <a:gd name="T8" fmla="*/ 20 w 35"/>
                <a:gd name="T9" fmla="*/ 1 h 14"/>
                <a:gd name="T10" fmla="*/ 21 w 35"/>
                <a:gd name="T11" fmla="*/ 0 h 14"/>
                <a:gd name="T12" fmla="*/ 1 w 35"/>
                <a:gd name="T13" fmla="*/ 7 h 14"/>
                <a:gd name="T14" fmla="*/ 14 w 35"/>
                <a:gd name="T15" fmla="*/ 14 h 14"/>
                <a:gd name="T16" fmla="*/ 33 w 35"/>
                <a:gd name="T17" fmla="*/ 7 h 14"/>
                <a:gd name="T18" fmla="*/ 21 w 35"/>
                <a:gd name="T1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14">
                  <a:moveTo>
                    <a:pt x="20" y="1"/>
                  </a:moveTo>
                  <a:cubicBezTo>
                    <a:pt x="27" y="1"/>
                    <a:pt x="32" y="4"/>
                    <a:pt x="31" y="7"/>
                  </a:cubicBezTo>
                  <a:cubicBezTo>
                    <a:pt x="29" y="10"/>
                    <a:pt x="22" y="13"/>
                    <a:pt x="15" y="13"/>
                  </a:cubicBezTo>
                  <a:cubicBezTo>
                    <a:pt x="7" y="13"/>
                    <a:pt x="3" y="10"/>
                    <a:pt x="4" y="7"/>
                  </a:cubicBezTo>
                  <a:cubicBezTo>
                    <a:pt x="6" y="4"/>
                    <a:pt x="13" y="1"/>
                    <a:pt x="20" y="1"/>
                  </a:cubicBezTo>
                  <a:moveTo>
                    <a:pt x="21" y="0"/>
                  </a:moveTo>
                  <a:cubicBezTo>
                    <a:pt x="12" y="0"/>
                    <a:pt x="3" y="3"/>
                    <a:pt x="1" y="7"/>
                  </a:cubicBezTo>
                  <a:cubicBezTo>
                    <a:pt x="0" y="11"/>
                    <a:pt x="5" y="14"/>
                    <a:pt x="14" y="14"/>
                  </a:cubicBezTo>
                  <a:cubicBezTo>
                    <a:pt x="23" y="14"/>
                    <a:pt x="31" y="11"/>
                    <a:pt x="33" y="7"/>
                  </a:cubicBezTo>
                  <a:cubicBezTo>
                    <a:pt x="35" y="3"/>
                    <a:pt x="29" y="0"/>
                    <a:pt x="2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 name="Freeform 712"/>
            <p:cNvSpPr>
              <a:spLocks/>
            </p:cNvSpPr>
            <p:nvPr/>
          </p:nvSpPr>
          <p:spPr bwMode="auto">
            <a:xfrm>
              <a:off x="1265238" y="5203826"/>
              <a:ext cx="100013" cy="42863"/>
            </a:xfrm>
            <a:custGeom>
              <a:avLst/>
              <a:gdLst>
                <a:gd name="T0" fmla="*/ 15 w 36"/>
                <a:gd name="T1" fmla="*/ 15 h 15"/>
                <a:gd name="T2" fmla="*/ 1 w 36"/>
                <a:gd name="T3" fmla="*/ 8 h 15"/>
                <a:gd name="T4" fmla="*/ 21 w 36"/>
                <a:gd name="T5" fmla="*/ 0 h 15"/>
                <a:gd name="T6" fmla="*/ 34 w 36"/>
                <a:gd name="T7" fmla="*/ 7 h 15"/>
                <a:gd name="T8" fmla="*/ 15 w 36"/>
                <a:gd name="T9" fmla="*/ 15 h 15"/>
              </a:gdLst>
              <a:ahLst/>
              <a:cxnLst>
                <a:cxn ang="0">
                  <a:pos x="T0" y="T1"/>
                </a:cxn>
                <a:cxn ang="0">
                  <a:pos x="T2" y="T3"/>
                </a:cxn>
                <a:cxn ang="0">
                  <a:pos x="T4" y="T5"/>
                </a:cxn>
                <a:cxn ang="0">
                  <a:pos x="T6" y="T7"/>
                </a:cxn>
                <a:cxn ang="0">
                  <a:pos x="T8" y="T9"/>
                </a:cxn>
              </a:cxnLst>
              <a:rect l="0" t="0" r="r" b="b"/>
              <a:pathLst>
                <a:path w="36" h="15">
                  <a:moveTo>
                    <a:pt x="15" y="15"/>
                  </a:moveTo>
                  <a:cubicBezTo>
                    <a:pt x="6" y="15"/>
                    <a:pt x="0" y="12"/>
                    <a:pt x="1" y="8"/>
                  </a:cubicBezTo>
                  <a:cubicBezTo>
                    <a:pt x="3" y="3"/>
                    <a:pt x="12" y="0"/>
                    <a:pt x="21" y="0"/>
                  </a:cubicBezTo>
                  <a:cubicBezTo>
                    <a:pt x="30" y="0"/>
                    <a:pt x="36" y="3"/>
                    <a:pt x="34" y="7"/>
                  </a:cubicBezTo>
                  <a:cubicBezTo>
                    <a:pt x="32" y="12"/>
                    <a:pt x="24" y="15"/>
                    <a:pt x="15" y="15"/>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 name="Freeform 713"/>
            <p:cNvSpPr>
              <a:spLocks noEditPoints="1"/>
            </p:cNvSpPr>
            <p:nvPr/>
          </p:nvSpPr>
          <p:spPr bwMode="auto">
            <a:xfrm>
              <a:off x="1258888" y="5200651"/>
              <a:ext cx="109538" cy="47625"/>
            </a:xfrm>
            <a:custGeom>
              <a:avLst/>
              <a:gdLst>
                <a:gd name="T0" fmla="*/ 23 w 39"/>
                <a:gd name="T1" fmla="*/ 2 h 17"/>
                <a:gd name="T2" fmla="*/ 35 w 39"/>
                <a:gd name="T3" fmla="*/ 8 h 17"/>
                <a:gd name="T4" fmla="*/ 17 w 39"/>
                <a:gd name="T5" fmla="*/ 15 h 17"/>
                <a:gd name="T6" fmla="*/ 5 w 39"/>
                <a:gd name="T7" fmla="*/ 9 h 17"/>
                <a:gd name="T8" fmla="*/ 23 w 39"/>
                <a:gd name="T9" fmla="*/ 2 h 17"/>
                <a:gd name="T10" fmla="*/ 23 w 39"/>
                <a:gd name="T11" fmla="*/ 0 h 17"/>
                <a:gd name="T12" fmla="*/ 2 w 39"/>
                <a:gd name="T13" fmla="*/ 9 h 17"/>
                <a:gd name="T14" fmla="*/ 16 w 39"/>
                <a:gd name="T15" fmla="*/ 17 h 17"/>
                <a:gd name="T16" fmla="*/ 37 w 39"/>
                <a:gd name="T17" fmla="*/ 8 h 17"/>
                <a:gd name="T18" fmla="*/ 23 w 39"/>
                <a:gd name="T1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17">
                  <a:moveTo>
                    <a:pt x="23" y="2"/>
                  </a:moveTo>
                  <a:cubicBezTo>
                    <a:pt x="31" y="2"/>
                    <a:pt x="36" y="5"/>
                    <a:pt x="35" y="8"/>
                  </a:cubicBezTo>
                  <a:cubicBezTo>
                    <a:pt x="33" y="12"/>
                    <a:pt x="25" y="15"/>
                    <a:pt x="17" y="15"/>
                  </a:cubicBezTo>
                  <a:cubicBezTo>
                    <a:pt x="8" y="15"/>
                    <a:pt x="3" y="12"/>
                    <a:pt x="5" y="9"/>
                  </a:cubicBezTo>
                  <a:cubicBezTo>
                    <a:pt x="6" y="5"/>
                    <a:pt x="15" y="2"/>
                    <a:pt x="23" y="2"/>
                  </a:cubicBezTo>
                  <a:moveTo>
                    <a:pt x="23" y="0"/>
                  </a:moveTo>
                  <a:cubicBezTo>
                    <a:pt x="14" y="0"/>
                    <a:pt x="4" y="4"/>
                    <a:pt x="2" y="9"/>
                  </a:cubicBezTo>
                  <a:cubicBezTo>
                    <a:pt x="0" y="13"/>
                    <a:pt x="7" y="17"/>
                    <a:pt x="16" y="17"/>
                  </a:cubicBezTo>
                  <a:cubicBezTo>
                    <a:pt x="26" y="16"/>
                    <a:pt x="35" y="13"/>
                    <a:pt x="37" y="8"/>
                  </a:cubicBezTo>
                  <a:cubicBezTo>
                    <a:pt x="39" y="4"/>
                    <a:pt x="33" y="0"/>
                    <a:pt x="2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 name="Freeform 714"/>
            <p:cNvSpPr>
              <a:spLocks/>
            </p:cNvSpPr>
            <p:nvPr/>
          </p:nvSpPr>
          <p:spPr bwMode="auto">
            <a:xfrm>
              <a:off x="328613" y="5229226"/>
              <a:ext cx="63500" cy="25400"/>
            </a:xfrm>
            <a:custGeom>
              <a:avLst/>
              <a:gdLst>
                <a:gd name="T0" fmla="*/ 9 w 23"/>
                <a:gd name="T1" fmla="*/ 9 h 9"/>
                <a:gd name="T2" fmla="*/ 1 w 23"/>
                <a:gd name="T3" fmla="*/ 5 h 9"/>
                <a:gd name="T4" fmla="*/ 14 w 23"/>
                <a:gd name="T5" fmla="*/ 0 h 9"/>
                <a:gd name="T6" fmla="*/ 22 w 23"/>
                <a:gd name="T7" fmla="*/ 5 h 9"/>
                <a:gd name="T8" fmla="*/ 9 w 23"/>
                <a:gd name="T9" fmla="*/ 9 h 9"/>
              </a:gdLst>
              <a:ahLst/>
              <a:cxnLst>
                <a:cxn ang="0">
                  <a:pos x="T0" y="T1"/>
                </a:cxn>
                <a:cxn ang="0">
                  <a:pos x="T2" y="T3"/>
                </a:cxn>
                <a:cxn ang="0">
                  <a:pos x="T4" y="T5"/>
                </a:cxn>
                <a:cxn ang="0">
                  <a:pos x="T6" y="T7"/>
                </a:cxn>
                <a:cxn ang="0">
                  <a:pos x="T8" y="T9"/>
                </a:cxn>
              </a:cxnLst>
              <a:rect l="0" t="0" r="r" b="b"/>
              <a:pathLst>
                <a:path w="23" h="9">
                  <a:moveTo>
                    <a:pt x="9" y="9"/>
                  </a:moveTo>
                  <a:cubicBezTo>
                    <a:pt x="3" y="9"/>
                    <a:pt x="0" y="7"/>
                    <a:pt x="1" y="5"/>
                  </a:cubicBezTo>
                  <a:cubicBezTo>
                    <a:pt x="2" y="2"/>
                    <a:pt x="8" y="0"/>
                    <a:pt x="14" y="0"/>
                  </a:cubicBezTo>
                  <a:cubicBezTo>
                    <a:pt x="20" y="0"/>
                    <a:pt x="23" y="2"/>
                    <a:pt x="22" y="5"/>
                  </a:cubicBezTo>
                  <a:cubicBezTo>
                    <a:pt x="21" y="7"/>
                    <a:pt x="15" y="9"/>
                    <a:pt x="9" y="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 name="Freeform 715"/>
            <p:cNvSpPr>
              <a:spLocks noEditPoints="1"/>
            </p:cNvSpPr>
            <p:nvPr/>
          </p:nvSpPr>
          <p:spPr bwMode="auto">
            <a:xfrm>
              <a:off x="322263" y="5229226"/>
              <a:ext cx="76200" cy="28575"/>
            </a:xfrm>
            <a:custGeom>
              <a:avLst/>
              <a:gdLst>
                <a:gd name="T0" fmla="*/ 15 w 27"/>
                <a:gd name="T1" fmla="*/ 1 h 10"/>
                <a:gd name="T2" fmla="*/ 23 w 27"/>
                <a:gd name="T3" fmla="*/ 5 h 10"/>
                <a:gd name="T4" fmla="*/ 12 w 27"/>
                <a:gd name="T5" fmla="*/ 9 h 10"/>
                <a:gd name="T6" fmla="*/ 4 w 27"/>
                <a:gd name="T7" fmla="*/ 5 h 10"/>
                <a:gd name="T8" fmla="*/ 15 w 27"/>
                <a:gd name="T9" fmla="*/ 1 h 10"/>
                <a:gd name="T10" fmla="*/ 16 w 27"/>
                <a:gd name="T11" fmla="*/ 0 h 10"/>
                <a:gd name="T12" fmla="*/ 2 w 27"/>
                <a:gd name="T13" fmla="*/ 5 h 10"/>
                <a:gd name="T14" fmla="*/ 11 w 27"/>
                <a:gd name="T15" fmla="*/ 10 h 10"/>
                <a:gd name="T16" fmla="*/ 26 w 27"/>
                <a:gd name="T17" fmla="*/ 5 h 10"/>
                <a:gd name="T18" fmla="*/ 16 w 27"/>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0">
                  <a:moveTo>
                    <a:pt x="15" y="1"/>
                  </a:moveTo>
                  <a:cubicBezTo>
                    <a:pt x="21" y="1"/>
                    <a:pt x="24" y="3"/>
                    <a:pt x="23" y="5"/>
                  </a:cubicBezTo>
                  <a:cubicBezTo>
                    <a:pt x="22" y="7"/>
                    <a:pt x="17" y="9"/>
                    <a:pt x="12" y="9"/>
                  </a:cubicBezTo>
                  <a:cubicBezTo>
                    <a:pt x="7" y="9"/>
                    <a:pt x="3" y="7"/>
                    <a:pt x="4" y="5"/>
                  </a:cubicBezTo>
                  <a:cubicBezTo>
                    <a:pt x="5" y="3"/>
                    <a:pt x="10" y="1"/>
                    <a:pt x="15" y="1"/>
                  </a:cubicBezTo>
                  <a:moveTo>
                    <a:pt x="16" y="0"/>
                  </a:moveTo>
                  <a:cubicBezTo>
                    <a:pt x="9" y="0"/>
                    <a:pt x="3" y="2"/>
                    <a:pt x="2" y="5"/>
                  </a:cubicBezTo>
                  <a:cubicBezTo>
                    <a:pt x="0" y="8"/>
                    <a:pt x="4" y="10"/>
                    <a:pt x="11" y="10"/>
                  </a:cubicBezTo>
                  <a:cubicBezTo>
                    <a:pt x="18" y="10"/>
                    <a:pt x="24" y="8"/>
                    <a:pt x="26" y="5"/>
                  </a:cubicBezTo>
                  <a:cubicBezTo>
                    <a:pt x="27" y="2"/>
                    <a:pt x="23" y="0"/>
                    <a:pt x="1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 name="Freeform 716"/>
            <p:cNvSpPr>
              <a:spLocks/>
            </p:cNvSpPr>
            <p:nvPr/>
          </p:nvSpPr>
          <p:spPr bwMode="auto">
            <a:xfrm>
              <a:off x="687388" y="5108576"/>
              <a:ext cx="77788" cy="31750"/>
            </a:xfrm>
            <a:custGeom>
              <a:avLst/>
              <a:gdLst>
                <a:gd name="T0" fmla="*/ 11 w 28"/>
                <a:gd name="T1" fmla="*/ 11 h 11"/>
                <a:gd name="T2" fmla="*/ 1 w 28"/>
                <a:gd name="T3" fmla="*/ 6 h 11"/>
                <a:gd name="T4" fmla="*/ 17 w 28"/>
                <a:gd name="T5" fmla="*/ 0 h 11"/>
                <a:gd name="T6" fmla="*/ 27 w 28"/>
                <a:gd name="T7" fmla="*/ 6 h 11"/>
                <a:gd name="T8" fmla="*/ 11 w 28"/>
                <a:gd name="T9" fmla="*/ 11 h 11"/>
              </a:gdLst>
              <a:ahLst/>
              <a:cxnLst>
                <a:cxn ang="0">
                  <a:pos x="T0" y="T1"/>
                </a:cxn>
                <a:cxn ang="0">
                  <a:pos x="T2" y="T3"/>
                </a:cxn>
                <a:cxn ang="0">
                  <a:pos x="T4" y="T5"/>
                </a:cxn>
                <a:cxn ang="0">
                  <a:pos x="T6" y="T7"/>
                </a:cxn>
                <a:cxn ang="0">
                  <a:pos x="T8" y="T9"/>
                </a:cxn>
              </a:cxnLst>
              <a:rect l="0" t="0" r="r" b="b"/>
              <a:pathLst>
                <a:path w="28" h="11">
                  <a:moveTo>
                    <a:pt x="11" y="11"/>
                  </a:moveTo>
                  <a:cubicBezTo>
                    <a:pt x="4" y="11"/>
                    <a:pt x="0" y="9"/>
                    <a:pt x="1" y="6"/>
                  </a:cubicBezTo>
                  <a:cubicBezTo>
                    <a:pt x="3" y="3"/>
                    <a:pt x="10" y="0"/>
                    <a:pt x="17" y="0"/>
                  </a:cubicBezTo>
                  <a:cubicBezTo>
                    <a:pt x="24" y="0"/>
                    <a:pt x="28" y="3"/>
                    <a:pt x="27" y="6"/>
                  </a:cubicBezTo>
                  <a:cubicBezTo>
                    <a:pt x="25" y="9"/>
                    <a:pt x="18" y="11"/>
                    <a:pt x="11" y="11"/>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 name="Freeform 717"/>
            <p:cNvSpPr>
              <a:spLocks noEditPoints="1"/>
            </p:cNvSpPr>
            <p:nvPr/>
          </p:nvSpPr>
          <p:spPr bwMode="auto">
            <a:xfrm>
              <a:off x="681038" y="5108576"/>
              <a:ext cx="90488" cy="33338"/>
            </a:xfrm>
            <a:custGeom>
              <a:avLst/>
              <a:gdLst>
                <a:gd name="T0" fmla="*/ 18 w 32"/>
                <a:gd name="T1" fmla="*/ 1 h 12"/>
                <a:gd name="T2" fmla="*/ 27 w 32"/>
                <a:gd name="T3" fmla="*/ 6 h 12"/>
                <a:gd name="T4" fmla="*/ 14 w 32"/>
                <a:gd name="T5" fmla="*/ 11 h 12"/>
                <a:gd name="T6" fmla="*/ 5 w 32"/>
                <a:gd name="T7" fmla="*/ 6 h 12"/>
                <a:gd name="T8" fmla="*/ 18 w 32"/>
                <a:gd name="T9" fmla="*/ 1 h 12"/>
                <a:gd name="T10" fmla="*/ 19 w 32"/>
                <a:gd name="T11" fmla="*/ 0 h 12"/>
                <a:gd name="T12" fmla="*/ 2 w 32"/>
                <a:gd name="T13" fmla="*/ 6 h 12"/>
                <a:gd name="T14" fmla="*/ 13 w 32"/>
                <a:gd name="T15" fmla="*/ 12 h 12"/>
                <a:gd name="T16" fmla="*/ 30 w 32"/>
                <a:gd name="T17" fmla="*/ 6 h 12"/>
                <a:gd name="T18" fmla="*/ 19 w 32"/>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12">
                  <a:moveTo>
                    <a:pt x="18" y="1"/>
                  </a:moveTo>
                  <a:cubicBezTo>
                    <a:pt x="25" y="1"/>
                    <a:pt x="29" y="3"/>
                    <a:pt x="27" y="6"/>
                  </a:cubicBezTo>
                  <a:cubicBezTo>
                    <a:pt x="26" y="9"/>
                    <a:pt x="20" y="11"/>
                    <a:pt x="14" y="11"/>
                  </a:cubicBezTo>
                  <a:cubicBezTo>
                    <a:pt x="7" y="11"/>
                    <a:pt x="3" y="9"/>
                    <a:pt x="5" y="6"/>
                  </a:cubicBezTo>
                  <a:cubicBezTo>
                    <a:pt x="6" y="3"/>
                    <a:pt x="12" y="1"/>
                    <a:pt x="18" y="1"/>
                  </a:cubicBezTo>
                  <a:moveTo>
                    <a:pt x="19" y="0"/>
                  </a:moveTo>
                  <a:cubicBezTo>
                    <a:pt x="11" y="0"/>
                    <a:pt x="4" y="3"/>
                    <a:pt x="2" y="6"/>
                  </a:cubicBezTo>
                  <a:cubicBezTo>
                    <a:pt x="0" y="9"/>
                    <a:pt x="5" y="12"/>
                    <a:pt x="13" y="12"/>
                  </a:cubicBezTo>
                  <a:cubicBezTo>
                    <a:pt x="21" y="12"/>
                    <a:pt x="28" y="9"/>
                    <a:pt x="30" y="6"/>
                  </a:cubicBezTo>
                  <a:cubicBezTo>
                    <a:pt x="32" y="2"/>
                    <a:pt x="27" y="0"/>
                    <a:pt x="1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 name="Freeform 718"/>
            <p:cNvSpPr>
              <a:spLocks/>
            </p:cNvSpPr>
            <p:nvPr/>
          </p:nvSpPr>
          <p:spPr bwMode="auto">
            <a:xfrm>
              <a:off x="592138" y="5019676"/>
              <a:ext cx="109538" cy="44450"/>
            </a:xfrm>
            <a:custGeom>
              <a:avLst/>
              <a:gdLst>
                <a:gd name="T0" fmla="*/ 16 w 39"/>
                <a:gd name="T1" fmla="*/ 15 h 16"/>
                <a:gd name="T2" fmla="*/ 2 w 39"/>
                <a:gd name="T3" fmla="*/ 8 h 16"/>
                <a:gd name="T4" fmla="*/ 23 w 39"/>
                <a:gd name="T5" fmla="*/ 0 h 16"/>
                <a:gd name="T6" fmla="*/ 37 w 39"/>
                <a:gd name="T7" fmla="*/ 8 h 16"/>
                <a:gd name="T8" fmla="*/ 16 w 39"/>
                <a:gd name="T9" fmla="*/ 15 h 16"/>
              </a:gdLst>
              <a:ahLst/>
              <a:cxnLst>
                <a:cxn ang="0">
                  <a:pos x="T0" y="T1"/>
                </a:cxn>
                <a:cxn ang="0">
                  <a:pos x="T2" y="T3"/>
                </a:cxn>
                <a:cxn ang="0">
                  <a:pos x="T4" y="T5"/>
                </a:cxn>
                <a:cxn ang="0">
                  <a:pos x="T6" y="T7"/>
                </a:cxn>
                <a:cxn ang="0">
                  <a:pos x="T8" y="T9"/>
                </a:cxn>
              </a:cxnLst>
              <a:rect l="0" t="0" r="r" b="b"/>
              <a:pathLst>
                <a:path w="39" h="16">
                  <a:moveTo>
                    <a:pt x="16" y="15"/>
                  </a:moveTo>
                  <a:cubicBezTo>
                    <a:pt x="6" y="16"/>
                    <a:pt x="0" y="12"/>
                    <a:pt x="2" y="8"/>
                  </a:cubicBezTo>
                  <a:cubicBezTo>
                    <a:pt x="4" y="3"/>
                    <a:pt x="14" y="0"/>
                    <a:pt x="23" y="0"/>
                  </a:cubicBezTo>
                  <a:cubicBezTo>
                    <a:pt x="33" y="0"/>
                    <a:pt x="39" y="3"/>
                    <a:pt x="37" y="8"/>
                  </a:cubicBezTo>
                  <a:cubicBezTo>
                    <a:pt x="35" y="12"/>
                    <a:pt x="25" y="15"/>
                    <a:pt x="16" y="15"/>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 name="Freeform 719"/>
            <p:cNvSpPr>
              <a:spLocks noEditPoints="1"/>
            </p:cNvSpPr>
            <p:nvPr/>
          </p:nvSpPr>
          <p:spPr bwMode="auto">
            <a:xfrm>
              <a:off x="585788" y="5016501"/>
              <a:ext cx="119063" cy="47625"/>
            </a:xfrm>
            <a:custGeom>
              <a:avLst/>
              <a:gdLst>
                <a:gd name="T0" fmla="*/ 25 w 42"/>
                <a:gd name="T1" fmla="*/ 2 h 17"/>
                <a:gd name="T2" fmla="*/ 37 w 42"/>
                <a:gd name="T3" fmla="*/ 9 h 17"/>
                <a:gd name="T4" fmla="*/ 18 w 42"/>
                <a:gd name="T5" fmla="*/ 16 h 17"/>
                <a:gd name="T6" fmla="*/ 5 w 42"/>
                <a:gd name="T7" fmla="*/ 9 h 17"/>
                <a:gd name="T8" fmla="*/ 25 w 42"/>
                <a:gd name="T9" fmla="*/ 2 h 17"/>
                <a:gd name="T10" fmla="*/ 26 w 42"/>
                <a:gd name="T11" fmla="*/ 0 h 17"/>
                <a:gd name="T12" fmla="*/ 3 w 42"/>
                <a:gd name="T13" fmla="*/ 9 h 17"/>
                <a:gd name="T14" fmla="*/ 17 w 42"/>
                <a:gd name="T15" fmla="*/ 17 h 17"/>
                <a:gd name="T16" fmla="*/ 40 w 42"/>
                <a:gd name="T17" fmla="*/ 9 h 17"/>
                <a:gd name="T18" fmla="*/ 26 w 42"/>
                <a:gd name="T1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17">
                  <a:moveTo>
                    <a:pt x="25" y="2"/>
                  </a:moveTo>
                  <a:cubicBezTo>
                    <a:pt x="34" y="1"/>
                    <a:pt x="39" y="5"/>
                    <a:pt x="37" y="9"/>
                  </a:cubicBezTo>
                  <a:cubicBezTo>
                    <a:pt x="36" y="13"/>
                    <a:pt x="27" y="16"/>
                    <a:pt x="18" y="16"/>
                  </a:cubicBezTo>
                  <a:cubicBezTo>
                    <a:pt x="9" y="16"/>
                    <a:pt x="3" y="13"/>
                    <a:pt x="5" y="9"/>
                  </a:cubicBezTo>
                  <a:cubicBezTo>
                    <a:pt x="7" y="5"/>
                    <a:pt x="16" y="2"/>
                    <a:pt x="25" y="2"/>
                  </a:cubicBezTo>
                  <a:moveTo>
                    <a:pt x="26" y="0"/>
                  </a:moveTo>
                  <a:cubicBezTo>
                    <a:pt x="15" y="0"/>
                    <a:pt x="5" y="4"/>
                    <a:pt x="3" y="9"/>
                  </a:cubicBezTo>
                  <a:cubicBezTo>
                    <a:pt x="0" y="13"/>
                    <a:pt x="7" y="17"/>
                    <a:pt x="17" y="17"/>
                  </a:cubicBezTo>
                  <a:cubicBezTo>
                    <a:pt x="28" y="17"/>
                    <a:pt x="38" y="13"/>
                    <a:pt x="40" y="9"/>
                  </a:cubicBezTo>
                  <a:cubicBezTo>
                    <a:pt x="42" y="4"/>
                    <a:pt x="36" y="0"/>
                    <a:pt x="2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 name="Freeform 720"/>
            <p:cNvSpPr>
              <a:spLocks/>
            </p:cNvSpPr>
            <p:nvPr/>
          </p:nvSpPr>
          <p:spPr bwMode="auto">
            <a:xfrm>
              <a:off x="639763" y="4772026"/>
              <a:ext cx="109538" cy="47625"/>
            </a:xfrm>
            <a:custGeom>
              <a:avLst/>
              <a:gdLst>
                <a:gd name="T0" fmla="*/ 16 w 39"/>
                <a:gd name="T1" fmla="*/ 17 h 17"/>
                <a:gd name="T2" fmla="*/ 2 w 39"/>
                <a:gd name="T3" fmla="*/ 8 h 17"/>
                <a:gd name="T4" fmla="*/ 24 w 39"/>
                <a:gd name="T5" fmla="*/ 0 h 17"/>
                <a:gd name="T6" fmla="*/ 37 w 39"/>
                <a:gd name="T7" fmla="*/ 8 h 17"/>
                <a:gd name="T8" fmla="*/ 16 w 39"/>
                <a:gd name="T9" fmla="*/ 17 h 17"/>
              </a:gdLst>
              <a:ahLst/>
              <a:cxnLst>
                <a:cxn ang="0">
                  <a:pos x="T0" y="T1"/>
                </a:cxn>
                <a:cxn ang="0">
                  <a:pos x="T2" y="T3"/>
                </a:cxn>
                <a:cxn ang="0">
                  <a:pos x="T4" y="T5"/>
                </a:cxn>
                <a:cxn ang="0">
                  <a:pos x="T6" y="T7"/>
                </a:cxn>
                <a:cxn ang="0">
                  <a:pos x="T8" y="T9"/>
                </a:cxn>
              </a:cxnLst>
              <a:rect l="0" t="0" r="r" b="b"/>
              <a:pathLst>
                <a:path w="39" h="17">
                  <a:moveTo>
                    <a:pt x="16" y="17"/>
                  </a:moveTo>
                  <a:cubicBezTo>
                    <a:pt x="6" y="17"/>
                    <a:pt x="0" y="13"/>
                    <a:pt x="2" y="8"/>
                  </a:cubicBezTo>
                  <a:cubicBezTo>
                    <a:pt x="5" y="3"/>
                    <a:pt x="14" y="0"/>
                    <a:pt x="24" y="0"/>
                  </a:cubicBezTo>
                  <a:cubicBezTo>
                    <a:pt x="34" y="0"/>
                    <a:pt x="39" y="3"/>
                    <a:pt x="37" y="8"/>
                  </a:cubicBezTo>
                  <a:cubicBezTo>
                    <a:pt x="35" y="13"/>
                    <a:pt x="25" y="17"/>
                    <a:pt x="16" y="1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 name="Freeform 721"/>
            <p:cNvSpPr>
              <a:spLocks noEditPoints="1"/>
            </p:cNvSpPr>
            <p:nvPr/>
          </p:nvSpPr>
          <p:spPr bwMode="auto">
            <a:xfrm>
              <a:off x="636588" y="4768851"/>
              <a:ext cx="117475" cy="50800"/>
            </a:xfrm>
            <a:custGeom>
              <a:avLst/>
              <a:gdLst>
                <a:gd name="T0" fmla="*/ 25 w 42"/>
                <a:gd name="T1" fmla="*/ 1 h 18"/>
                <a:gd name="T2" fmla="*/ 37 w 42"/>
                <a:gd name="T3" fmla="*/ 9 h 18"/>
                <a:gd name="T4" fmla="*/ 17 w 42"/>
                <a:gd name="T5" fmla="*/ 17 h 18"/>
                <a:gd name="T6" fmla="*/ 5 w 42"/>
                <a:gd name="T7" fmla="*/ 9 h 18"/>
                <a:gd name="T8" fmla="*/ 25 w 42"/>
                <a:gd name="T9" fmla="*/ 1 h 18"/>
                <a:gd name="T10" fmla="*/ 25 w 42"/>
                <a:gd name="T11" fmla="*/ 0 h 18"/>
                <a:gd name="T12" fmla="*/ 2 w 42"/>
                <a:gd name="T13" fmla="*/ 9 h 18"/>
                <a:gd name="T14" fmla="*/ 16 w 42"/>
                <a:gd name="T15" fmla="*/ 18 h 18"/>
                <a:gd name="T16" fmla="*/ 39 w 42"/>
                <a:gd name="T17" fmla="*/ 9 h 18"/>
                <a:gd name="T18" fmla="*/ 25 w 42"/>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18">
                  <a:moveTo>
                    <a:pt x="25" y="1"/>
                  </a:moveTo>
                  <a:cubicBezTo>
                    <a:pt x="33" y="1"/>
                    <a:pt x="39" y="5"/>
                    <a:pt x="37" y="9"/>
                  </a:cubicBezTo>
                  <a:cubicBezTo>
                    <a:pt x="35" y="13"/>
                    <a:pt x="26" y="17"/>
                    <a:pt x="17" y="17"/>
                  </a:cubicBezTo>
                  <a:cubicBezTo>
                    <a:pt x="8" y="17"/>
                    <a:pt x="3" y="14"/>
                    <a:pt x="5" y="9"/>
                  </a:cubicBezTo>
                  <a:cubicBezTo>
                    <a:pt x="7" y="5"/>
                    <a:pt x="16" y="1"/>
                    <a:pt x="25" y="1"/>
                  </a:cubicBezTo>
                  <a:moveTo>
                    <a:pt x="25" y="0"/>
                  </a:moveTo>
                  <a:cubicBezTo>
                    <a:pt x="15" y="0"/>
                    <a:pt x="4" y="4"/>
                    <a:pt x="2" y="9"/>
                  </a:cubicBezTo>
                  <a:cubicBezTo>
                    <a:pt x="0" y="14"/>
                    <a:pt x="6" y="18"/>
                    <a:pt x="16" y="18"/>
                  </a:cubicBezTo>
                  <a:cubicBezTo>
                    <a:pt x="27" y="18"/>
                    <a:pt x="37" y="14"/>
                    <a:pt x="39" y="9"/>
                  </a:cubicBezTo>
                  <a:cubicBezTo>
                    <a:pt x="42" y="4"/>
                    <a:pt x="36" y="0"/>
                    <a:pt x="2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 name="Freeform 722"/>
            <p:cNvSpPr>
              <a:spLocks/>
            </p:cNvSpPr>
            <p:nvPr/>
          </p:nvSpPr>
          <p:spPr bwMode="auto">
            <a:xfrm>
              <a:off x="369888" y="4730751"/>
              <a:ext cx="115888" cy="47625"/>
            </a:xfrm>
            <a:custGeom>
              <a:avLst/>
              <a:gdLst>
                <a:gd name="T0" fmla="*/ 16 w 41"/>
                <a:gd name="T1" fmla="*/ 17 h 17"/>
                <a:gd name="T2" fmla="*/ 2 w 41"/>
                <a:gd name="T3" fmla="*/ 9 h 17"/>
                <a:gd name="T4" fmla="*/ 24 w 41"/>
                <a:gd name="T5" fmla="*/ 0 h 17"/>
                <a:gd name="T6" fmla="*/ 38 w 41"/>
                <a:gd name="T7" fmla="*/ 9 h 17"/>
                <a:gd name="T8" fmla="*/ 16 w 41"/>
                <a:gd name="T9" fmla="*/ 17 h 17"/>
              </a:gdLst>
              <a:ahLst/>
              <a:cxnLst>
                <a:cxn ang="0">
                  <a:pos x="T0" y="T1"/>
                </a:cxn>
                <a:cxn ang="0">
                  <a:pos x="T2" y="T3"/>
                </a:cxn>
                <a:cxn ang="0">
                  <a:pos x="T4" y="T5"/>
                </a:cxn>
                <a:cxn ang="0">
                  <a:pos x="T6" y="T7"/>
                </a:cxn>
                <a:cxn ang="0">
                  <a:pos x="T8" y="T9"/>
                </a:cxn>
              </a:cxnLst>
              <a:rect l="0" t="0" r="r" b="b"/>
              <a:pathLst>
                <a:path w="41" h="17">
                  <a:moveTo>
                    <a:pt x="16" y="17"/>
                  </a:moveTo>
                  <a:cubicBezTo>
                    <a:pt x="6" y="17"/>
                    <a:pt x="0" y="13"/>
                    <a:pt x="2" y="9"/>
                  </a:cubicBezTo>
                  <a:cubicBezTo>
                    <a:pt x="4" y="4"/>
                    <a:pt x="14" y="0"/>
                    <a:pt x="24" y="0"/>
                  </a:cubicBezTo>
                  <a:cubicBezTo>
                    <a:pt x="34" y="0"/>
                    <a:pt x="41" y="4"/>
                    <a:pt x="38" y="9"/>
                  </a:cubicBezTo>
                  <a:cubicBezTo>
                    <a:pt x="36" y="13"/>
                    <a:pt x="26" y="17"/>
                    <a:pt x="16" y="1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 name="Freeform 723"/>
            <p:cNvSpPr>
              <a:spLocks noEditPoints="1"/>
            </p:cNvSpPr>
            <p:nvPr/>
          </p:nvSpPr>
          <p:spPr bwMode="auto">
            <a:xfrm>
              <a:off x="365125" y="4727576"/>
              <a:ext cx="123825" cy="52388"/>
            </a:xfrm>
            <a:custGeom>
              <a:avLst/>
              <a:gdLst>
                <a:gd name="T0" fmla="*/ 26 w 44"/>
                <a:gd name="T1" fmla="*/ 1 h 19"/>
                <a:gd name="T2" fmla="*/ 39 w 44"/>
                <a:gd name="T3" fmla="*/ 10 h 19"/>
                <a:gd name="T4" fmla="*/ 18 w 44"/>
                <a:gd name="T5" fmla="*/ 18 h 19"/>
                <a:gd name="T6" fmla="*/ 5 w 44"/>
                <a:gd name="T7" fmla="*/ 10 h 19"/>
                <a:gd name="T8" fmla="*/ 26 w 44"/>
                <a:gd name="T9" fmla="*/ 1 h 19"/>
                <a:gd name="T10" fmla="*/ 27 w 44"/>
                <a:gd name="T11" fmla="*/ 0 h 19"/>
                <a:gd name="T12" fmla="*/ 3 w 44"/>
                <a:gd name="T13" fmla="*/ 10 h 19"/>
                <a:gd name="T14" fmla="*/ 18 w 44"/>
                <a:gd name="T15" fmla="*/ 19 h 19"/>
                <a:gd name="T16" fmla="*/ 42 w 44"/>
                <a:gd name="T17" fmla="*/ 10 h 19"/>
                <a:gd name="T18" fmla="*/ 27 w 44"/>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19">
                  <a:moveTo>
                    <a:pt x="26" y="1"/>
                  </a:moveTo>
                  <a:cubicBezTo>
                    <a:pt x="35" y="1"/>
                    <a:pt x="41" y="5"/>
                    <a:pt x="39" y="10"/>
                  </a:cubicBezTo>
                  <a:cubicBezTo>
                    <a:pt x="37" y="14"/>
                    <a:pt x="27" y="18"/>
                    <a:pt x="18" y="18"/>
                  </a:cubicBezTo>
                  <a:cubicBezTo>
                    <a:pt x="9" y="18"/>
                    <a:pt x="3" y="14"/>
                    <a:pt x="5" y="10"/>
                  </a:cubicBezTo>
                  <a:cubicBezTo>
                    <a:pt x="8" y="5"/>
                    <a:pt x="17" y="2"/>
                    <a:pt x="26" y="1"/>
                  </a:cubicBezTo>
                  <a:moveTo>
                    <a:pt x="27" y="0"/>
                  </a:moveTo>
                  <a:cubicBezTo>
                    <a:pt x="16" y="0"/>
                    <a:pt x="5" y="4"/>
                    <a:pt x="3" y="10"/>
                  </a:cubicBezTo>
                  <a:cubicBezTo>
                    <a:pt x="0" y="15"/>
                    <a:pt x="7" y="19"/>
                    <a:pt x="18" y="19"/>
                  </a:cubicBezTo>
                  <a:cubicBezTo>
                    <a:pt x="28" y="19"/>
                    <a:pt x="39" y="15"/>
                    <a:pt x="42" y="10"/>
                  </a:cubicBezTo>
                  <a:cubicBezTo>
                    <a:pt x="44" y="4"/>
                    <a:pt x="38" y="0"/>
                    <a:pt x="2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 name="Freeform 724"/>
            <p:cNvSpPr>
              <a:spLocks/>
            </p:cNvSpPr>
            <p:nvPr/>
          </p:nvSpPr>
          <p:spPr bwMode="auto">
            <a:xfrm>
              <a:off x="603250" y="4881563"/>
              <a:ext cx="198438" cy="84138"/>
            </a:xfrm>
            <a:custGeom>
              <a:avLst/>
              <a:gdLst>
                <a:gd name="T0" fmla="*/ 29 w 71"/>
                <a:gd name="T1" fmla="*/ 30 h 30"/>
                <a:gd name="T2" fmla="*/ 4 w 71"/>
                <a:gd name="T3" fmla="*/ 15 h 30"/>
                <a:gd name="T4" fmla="*/ 43 w 71"/>
                <a:gd name="T5" fmla="*/ 0 h 30"/>
                <a:gd name="T6" fmla="*/ 67 w 71"/>
                <a:gd name="T7" fmla="*/ 15 h 30"/>
                <a:gd name="T8" fmla="*/ 29 w 71"/>
                <a:gd name="T9" fmla="*/ 30 h 30"/>
              </a:gdLst>
              <a:ahLst/>
              <a:cxnLst>
                <a:cxn ang="0">
                  <a:pos x="T0" y="T1"/>
                </a:cxn>
                <a:cxn ang="0">
                  <a:pos x="T2" y="T3"/>
                </a:cxn>
                <a:cxn ang="0">
                  <a:pos x="T4" y="T5"/>
                </a:cxn>
                <a:cxn ang="0">
                  <a:pos x="T6" y="T7"/>
                </a:cxn>
                <a:cxn ang="0">
                  <a:pos x="T8" y="T9"/>
                </a:cxn>
              </a:cxnLst>
              <a:rect l="0" t="0" r="r" b="b"/>
              <a:pathLst>
                <a:path w="71" h="30">
                  <a:moveTo>
                    <a:pt x="29" y="30"/>
                  </a:moveTo>
                  <a:cubicBezTo>
                    <a:pt x="11" y="30"/>
                    <a:pt x="0" y="23"/>
                    <a:pt x="4" y="15"/>
                  </a:cubicBezTo>
                  <a:cubicBezTo>
                    <a:pt x="8" y="7"/>
                    <a:pt x="25" y="1"/>
                    <a:pt x="43" y="0"/>
                  </a:cubicBezTo>
                  <a:cubicBezTo>
                    <a:pt x="60" y="0"/>
                    <a:pt x="71" y="7"/>
                    <a:pt x="67" y="15"/>
                  </a:cubicBezTo>
                  <a:cubicBezTo>
                    <a:pt x="63" y="23"/>
                    <a:pt x="46" y="30"/>
                    <a:pt x="29" y="30"/>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 name="Freeform 725"/>
            <p:cNvSpPr>
              <a:spLocks noEditPoints="1"/>
            </p:cNvSpPr>
            <p:nvPr/>
          </p:nvSpPr>
          <p:spPr bwMode="auto">
            <a:xfrm>
              <a:off x="600075" y="4881563"/>
              <a:ext cx="204788" cy="84138"/>
            </a:xfrm>
            <a:custGeom>
              <a:avLst/>
              <a:gdLst>
                <a:gd name="T0" fmla="*/ 43 w 73"/>
                <a:gd name="T1" fmla="*/ 1 h 30"/>
                <a:gd name="T2" fmla="*/ 66 w 73"/>
                <a:gd name="T3" fmla="*/ 15 h 30"/>
                <a:gd name="T4" fmla="*/ 30 w 73"/>
                <a:gd name="T5" fmla="*/ 29 h 30"/>
                <a:gd name="T6" fmla="*/ 6 w 73"/>
                <a:gd name="T7" fmla="*/ 15 h 30"/>
                <a:gd name="T8" fmla="*/ 43 w 73"/>
                <a:gd name="T9" fmla="*/ 1 h 30"/>
                <a:gd name="T10" fmla="*/ 44 w 73"/>
                <a:gd name="T11" fmla="*/ 0 h 30"/>
                <a:gd name="T12" fmla="*/ 4 w 73"/>
                <a:gd name="T13" fmla="*/ 15 h 30"/>
                <a:gd name="T14" fmla="*/ 29 w 73"/>
                <a:gd name="T15" fmla="*/ 30 h 30"/>
                <a:gd name="T16" fmla="*/ 69 w 73"/>
                <a:gd name="T17" fmla="*/ 15 h 30"/>
                <a:gd name="T18" fmla="*/ 44 w 73"/>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 h="30">
                  <a:moveTo>
                    <a:pt x="43" y="1"/>
                  </a:moveTo>
                  <a:cubicBezTo>
                    <a:pt x="60" y="1"/>
                    <a:pt x="70" y="7"/>
                    <a:pt x="66" y="15"/>
                  </a:cubicBezTo>
                  <a:cubicBezTo>
                    <a:pt x="63" y="23"/>
                    <a:pt x="46" y="29"/>
                    <a:pt x="30" y="29"/>
                  </a:cubicBezTo>
                  <a:cubicBezTo>
                    <a:pt x="13" y="29"/>
                    <a:pt x="3" y="23"/>
                    <a:pt x="6" y="15"/>
                  </a:cubicBezTo>
                  <a:cubicBezTo>
                    <a:pt x="10" y="8"/>
                    <a:pt x="27" y="1"/>
                    <a:pt x="43" y="1"/>
                  </a:cubicBezTo>
                  <a:moveTo>
                    <a:pt x="44" y="0"/>
                  </a:moveTo>
                  <a:cubicBezTo>
                    <a:pt x="26" y="0"/>
                    <a:pt x="8" y="7"/>
                    <a:pt x="4" y="15"/>
                  </a:cubicBezTo>
                  <a:cubicBezTo>
                    <a:pt x="0" y="24"/>
                    <a:pt x="11" y="30"/>
                    <a:pt x="29" y="30"/>
                  </a:cubicBezTo>
                  <a:cubicBezTo>
                    <a:pt x="47" y="30"/>
                    <a:pt x="65" y="24"/>
                    <a:pt x="69" y="15"/>
                  </a:cubicBezTo>
                  <a:cubicBezTo>
                    <a:pt x="73" y="7"/>
                    <a:pt x="62" y="0"/>
                    <a:pt x="4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 name="Freeform 726"/>
            <p:cNvSpPr>
              <a:spLocks/>
            </p:cNvSpPr>
            <p:nvPr/>
          </p:nvSpPr>
          <p:spPr bwMode="auto">
            <a:xfrm>
              <a:off x="669925" y="5060951"/>
              <a:ext cx="65088" cy="25400"/>
            </a:xfrm>
            <a:custGeom>
              <a:avLst/>
              <a:gdLst>
                <a:gd name="T0" fmla="*/ 9 w 23"/>
                <a:gd name="T1" fmla="*/ 9 h 9"/>
                <a:gd name="T2" fmla="*/ 1 w 23"/>
                <a:gd name="T3" fmla="*/ 5 h 9"/>
                <a:gd name="T4" fmla="*/ 14 w 23"/>
                <a:gd name="T5" fmla="*/ 0 h 9"/>
                <a:gd name="T6" fmla="*/ 22 w 23"/>
                <a:gd name="T7" fmla="*/ 5 h 9"/>
                <a:gd name="T8" fmla="*/ 9 w 23"/>
                <a:gd name="T9" fmla="*/ 9 h 9"/>
              </a:gdLst>
              <a:ahLst/>
              <a:cxnLst>
                <a:cxn ang="0">
                  <a:pos x="T0" y="T1"/>
                </a:cxn>
                <a:cxn ang="0">
                  <a:pos x="T2" y="T3"/>
                </a:cxn>
                <a:cxn ang="0">
                  <a:pos x="T4" y="T5"/>
                </a:cxn>
                <a:cxn ang="0">
                  <a:pos x="T6" y="T7"/>
                </a:cxn>
                <a:cxn ang="0">
                  <a:pos x="T8" y="T9"/>
                </a:cxn>
              </a:cxnLst>
              <a:rect l="0" t="0" r="r" b="b"/>
              <a:pathLst>
                <a:path w="23" h="9">
                  <a:moveTo>
                    <a:pt x="9" y="9"/>
                  </a:moveTo>
                  <a:cubicBezTo>
                    <a:pt x="4" y="9"/>
                    <a:pt x="0" y="7"/>
                    <a:pt x="1" y="5"/>
                  </a:cubicBezTo>
                  <a:cubicBezTo>
                    <a:pt x="3" y="2"/>
                    <a:pt x="8" y="0"/>
                    <a:pt x="14" y="0"/>
                  </a:cubicBezTo>
                  <a:cubicBezTo>
                    <a:pt x="19" y="0"/>
                    <a:pt x="23" y="2"/>
                    <a:pt x="22" y="5"/>
                  </a:cubicBezTo>
                  <a:cubicBezTo>
                    <a:pt x="21" y="7"/>
                    <a:pt x="15" y="9"/>
                    <a:pt x="9" y="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 name="Freeform 727"/>
            <p:cNvSpPr>
              <a:spLocks noEditPoints="1"/>
            </p:cNvSpPr>
            <p:nvPr/>
          </p:nvSpPr>
          <p:spPr bwMode="auto">
            <a:xfrm>
              <a:off x="668338" y="5060951"/>
              <a:ext cx="71438" cy="28575"/>
            </a:xfrm>
            <a:custGeom>
              <a:avLst/>
              <a:gdLst>
                <a:gd name="T0" fmla="*/ 15 w 26"/>
                <a:gd name="T1" fmla="*/ 1 h 10"/>
                <a:gd name="T2" fmla="*/ 22 w 26"/>
                <a:gd name="T3" fmla="*/ 5 h 10"/>
                <a:gd name="T4" fmla="*/ 11 w 26"/>
                <a:gd name="T5" fmla="*/ 9 h 10"/>
                <a:gd name="T6" fmla="*/ 4 w 26"/>
                <a:gd name="T7" fmla="*/ 5 h 10"/>
                <a:gd name="T8" fmla="*/ 15 w 26"/>
                <a:gd name="T9" fmla="*/ 1 h 10"/>
                <a:gd name="T10" fmla="*/ 15 w 26"/>
                <a:gd name="T11" fmla="*/ 0 h 10"/>
                <a:gd name="T12" fmla="*/ 1 w 26"/>
                <a:gd name="T13" fmla="*/ 5 h 10"/>
                <a:gd name="T14" fmla="*/ 10 w 26"/>
                <a:gd name="T15" fmla="*/ 10 h 10"/>
                <a:gd name="T16" fmla="*/ 24 w 26"/>
                <a:gd name="T17" fmla="*/ 5 h 10"/>
                <a:gd name="T18" fmla="*/ 15 w 26"/>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0">
                  <a:moveTo>
                    <a:pt x="15" y="1"/>
                  </a:moveTo>
                  <a:cubicBezTo>
                    <a:pt x="19" y="1"/>
                    <a:pt x="23" y="3"/>
                    <a:pt x="22" y="5"/>
                  </a:cubicBezTo>
                  <a:cubicBezTo>
                    <a:pt x="20" y="7"/>
                    <a:pt x="16" y="9"/>
                    <a:pt x="11" y="9"/>
                  </a:cubicBezTo>
                  <a:cubicBezTo>
                    <a:pt x="6" y="9"/>
                    <a:pt x="3" y="7"/>
                    <a:pt x="4" y="5"/>
                  </a:cubicBezTo>
                  <a:cubicBezTo>
                    <a:pt x="5" y="3"/>
                    <a:pt x="10" y="1"/>
                    <a:pt x="15" y="1"/>
                  </a:cubicBezTo>
                  <a:moveTo>
                    <a:pt x="15" y="0"/>
                  </a:moveTo>
                  <a:cubicBezTo>
                    <a:pt x="9" y="0"/>
                    <a:pt x="2" y="2"/>
                    <a:pt x="1" y="5"/>
                  </a:cubicBezTo>
                  <a:cubicBezTo>
                    <a:pt x="0" y="8"/>
                    <a:pt x="4" y="10"/>
                    <a:pt x="10" y="10"/>
                  </a:cubicBezTo>
                  <a:cubicBezTo>
                    <a:pt x="17" y="10"/>
                    <a:pt x="23" y="8"/>
                    <a:pt x="24" y="5"/>
                  </a:cubicBezTo>
                  <a:cubicBezTo>
                    <a:pt x="26" y="2"/>
                    <a:pt x="22" y="0"/>
                    <a:pt x="1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 name="Freeform 728"/>
            <p:cNvSpPr>
              <a:spLocks/>
            </p:cNvSpPr>
            <p:nvPr/>
          </p:nvSpPr>
          <p:spPr bwMode="auto">
            <a:xfrm>
              <a:off x="650875" y="4976813"/>
              <a:ext cx="65088" cy="25400"/>
            </a:xfrm>
            <a:custGeom>
              <a:avLst/>
              <a:gdLst>
                <a:gd name="T0" fmla="*/ 9 w 23"/>
                <a:gd name="T1" fmla="*/ 9 h 9"/>
                <a:gd name="T2" fmla="*/ 1 w 23"/>
                <a:gd name="T3" fmla="*/ 4 h 9"/>
                <a:gd name="T4" fmla="*/ 14 w 23"/>
                <a:gd name="T5" fmla="*/ 0 h 9"/>
                <a:gd name="T6" fmla="*/ 22 w 23"/>
                <a:gd name="T7" fmla="*/ 4 h 9"/>
                <a:gd name="T8" fmla="*/ 9 w 23"/>
                <a:gd name="T9" fmla="*/ 9 h 9"/>
              </a:gdLst>
              <a:ahLst/>
              <a:cxnLst>
                <a:cxn ang="0">
                  <a:pos x="T0" y="T1"/>
                </a:cxn>
                <a:cxn ang="0">
                  <a:pos x="T2" y="T3"/>
                </a:cxn>
                <a:cxn ang="0">
                  <a:pos x="T4" y="T5"/>
                </a:cxn>
                <a:cxn ang="0">
                  <a:pos x="T6" y="T7"/>
                </a:cxn>
                <a:cxn ang="0">
                  <a:pos x="T8" y="T9"/>
                </a:cxn>
              </a:cxnLst>
              <a:rect l="0" t="0" r="r" b="b"/>
              <a:pathLst>
                <a:path w="23" h="9">
                  <a:moveTo>
                    <a:pt x="9" y="9"/>
                  </a:moveTo>
                  <a:cubicBezTo>
                    <a:pt x="4" y="9"/>
                    <a:pt x="0" y="7"/>
                    <a:pt x="1" y="4"/>
                  </a:cubicBezTo>
                  <a:cubicBezTo>
                    <a:pt x="2" y="2"/>
                    <a:pt x="8" y="0"/>
                    <a:pt x="14" y="0"/>
                  </a:cubicBezTo>
                  <a:cubicBezTo>
                    <a:pt x="20" y="0"/>
                    <a:pt x="23" y="2"/>
                    <a:pt x="22" y="4"/>
                  </a:cubicBezTo>
                  <a:cubicBezTo>
                    <a:pt x="21" y="7"/>
                    <a:pt x="15" y="9"/>
                    <a:pt x="9" y="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 name="Freeform 729"/>
            <p:cNvSpPr>
              <a:spLocks noEditPoints="1"/>
            </p:cNvSpPr>
            <p:nvPr/>
          </p:nvSpPr>
          <p:spPr bwMode="auto">
            <a:xfrm>
              <a:off x="644525" y="4973638"/>
              <a:ext cx="76200" cy="31750"/>
            </a:xfrm>
            <a:custGeom>
              <a:avLst/>
              <a:gdLst>
                <a:gd name="T0" fmla="*/ 16 w 27"/>
                <a:gd name="T1" fmla="*/ 1 h 11"/>
                <a:gd name="T2" fmla="*/ 23 w 27"/>
                <a:gd name="T3" fmla="*/ 5 h 11"/>
                <a:gd name="T4" fmla="*/ 12 w 27"/>
                <a:gd name="T5" fmla="*/ 10 h 11"/>
                <a:gd name="T6" fmla="*/ 5 w 27"/>
                <a:gd name="T7" fmla="*/ 5 h 11"/>
                <a:gd name="T8" fmla="*/ 16 w 27"/>
                <a:gd name="T9" fmla="*/ 1 h 11"/>
                <a:gd name="T10" fmla="*/ 16 w 27"/>
                <a:gd name="T11" fmla="*/ 0 h 11"/>
                <a:gd name="T12" fmla="*/ 2 w 27"/>
                <a:gd name="T13" fmla="*/ 5 h 11"/>
                <a:gd name="T14" fmla="*/ 11 w 27"/>
                <a:gd name="T15" fmla="*/ 11 h 11"/>
                <a:gd name="T16" fmla="*/ 25 w 27"/>
                <a:gd name="T17" fmla="*/ 5 h 11"/>
                <a:gd name="T18" fmla="*/ 16 w 27"/>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1">
                  <a:moveTo>
                    <a:pt x="16" y="1"/>
                  </a:moveTo>
                  <a:cubicBezTo>
                    <a:pt x="21" y="1"/>
                    <a:pt x="24" y="3"/>
                    <a:pt x="23" y="5"/>
                  </a:cubicBezTo>
                  <a:cubicBezTo>
                    <a:pt x="21" y="8"/>
                    <a:pt x="17" y="10"/>
                    <a:pt x="12" y="10"/>
                  </a:cubicBezTo>
                  <a:cubicBezTo>
                    <a:pt x="7" y="10"/>
                    <a:pt x="3" y="8"/>
                    <a:pt x="5" y="5"/>
                  </a:cubicBezTo>
                  <a:cubicBezTo>
                    <a:pt x="6" y="3"/>
                    <a:pt x="11" y="1"/>
                    <a:pt x="16" y="1"/>
                  </a:cubicBezTo>
                  <a:moveTo>
                    <a:pt x="16" y="0"/>
                  </a:moveTo>
                  <a:cubicBezTo>
                    <a:pt x="10" y="0"/>
                    <a:pt x="3" y="3"/>
                    <a:pt x="2" y="5"/>
                  </a:cubicBezTo>
                  <a:cubicBezTo>
                    <a:pt x="0" y="8"/>
                    <a:pt x="5" y="11"/>
                    <a:pt x="11" y="11"/>
                  </a:cubicBezTo>
                  <a:cubicBezTo>
                    <a:pt x="17" y="11"/>
                    <a:pt x="24" y="8"/>
                    <a:pt x="25" y="5"/>
                  </a:cubicBezTo>
                  <a:cubicBezTo>
                    <a:pt x="27" y="2"/>
                    <a:pt x="23" y="0"/>
                    <a:pt x="1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730"/>
            <p:cNvSpPr>
              <a:spLocks/>
            </p:cNvSpPr>
            <p:nvPr/>
          </p:nvSpPr>
          <p:spPr bwMode="auto">
            <a:xfrm>
              <a:off x="201613" y="4822826"/>
              <a:ext cx="68263" cy="28575"/>
            </a:xfrm>
            <a:custGeom>
              <a:avLst/>
              <a:gdLst>
                <a:gd name="T0" fmla="*/ 10 w 24"/>
                <a:gd name="T1" fmla="*/ 10 h 10"/>
                <a:gd name="T2" fmla="*/ 1 w 24"/>
                <a:gd name="T3" fmla="*/ 5 h 10"/>
                <a:gd name="T4" fmla="*/ 14 w 24"/>
                <a:gd name="T5" fmla="*/ 0 h 10"/>
                <a:gd name="T6" fmla="*/ 23 w 24"/>
                <a:gd name="T7" fmla="*/ 5 h 10"/>
                <a:gd name="T8" fmla="*/ 10 w 24"/>
                <a:gd name="T9" fmla="*/ 10 h 10"/>
              </a:gdLst>
              <a:ahLst/>
              <a:cxnLst>
                <a:cxn ang="0">
                  <a:pos x="T0" y="T1"/>
                </a:cxn>
                <a:cxn ang="0">
                  <a:pos x="T2" y="T3"/>
                </a:cxn>
                <a:cxn ang="0">
                  <a:pos x="T4" y="T5"/>
                </a:cxn>
                <a:cxn ang="0">
                  <a:pos x="T6" y="T7"/>
                </a:cxn>
                <a:cxn ang="0">
                  <a:pos x="T8" y="T9"/>
                </a:cxn>
              </a:cxnLst>
              <a:rect l="0" t="0" r="r" b="b"/>
              <a:pathLst>
                <a:path w="24" h="10">
                  <a:moveTo>
                    <a:pt x="10" y="10"/>
                  </a:moveTo>
                  <a:cubicBezTo>
                    <a:pt x="3" y="10"/>
                    <a:pt x="0" y="8"/>
                    <a:pt x="1" y="5"/>
                  </a:cubicBezTo>
                  <a:cubicBezTo>
                    <a:pt x="2" y="3"/>
                    <a:pt x="8" y="0"/>
                    <a:pt x="14" y="0"/>
                  </a:cubicBezTo>
                  <a:cubicBezTo>
                    <a:pt x="20" y="0"/>
                    <a:pt x="24" y="3"/>
                    <a:pt x="23" y="5"/>
                  </a:cubicBezTo>
                  <a:cubicBezTo>
                    <a:pt x="22" y="8"/>
                    <a:pt x="16" y="10"/>
                    <a:pt x="10" y="10"/>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731"/>
            <p:cNvSpPr>
              <a:spLocks noEditPoints="1"/>
            </p:cNvSpPr>
            <p:nvPr/>
          </p:nvSpPr>
          <p:spPr bwMode="auto">
            <a:xfrm>
              <a:off x="196850" y="4822826"/>
              <a:ext cx="77788" cy="30163"/>
            </a:xfrm>
            <a:custGeom>
              <a:avLst/>
              <a:gdLst>
                <a:gd name="T0" fmla="*/ 16 w 28"/>
                <a:gd name="T1" fmla="*/ 1 h 11"/>
                <a:gd name="T2" fmla="*/ 24 w 28"/>
                <a:gd name="T3" fmla="*/ 5 h 11"/>
                <a:gd name="T4" fmla="*/ 12 w 28"/>
                <a:gd name="T5" fmla="*/ 10 h 11"/>
                <a:gd name="T6" fmla="*/ 4 w 28"/>
                <a:gd name="T7" fmla="*/ 5 h 11"/>
                <a:gd name="T8" fmla="*/ 16 w 28"/>
                <a:gd name="T9" fmla="*/ 1 h 11"/>
                <a:gd name="T10" fmla="*/ 17 w 28"/>
                <a:gd name="T11" fmla="*/ 0 h 11"/>
                <a:gd name="T12" fmla="*/ 2 w 28"/>
                <a:gd name="T13" fmla="*/ 5 h 11"/>
                <a:gd name="T14" fmla="*/ 11 w 28"/>
                <a:gd name="T15" fmla="*/ 11 h 11"/>
                <a:gd name="T16" fmla="*/ 26 w 28"/>
                <a:gd name="T17" fmla="*/ 5 h 11"/>
                <a:gd name="T18" fmla="*/ 17 w 28"/>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11">
                  <a:moveTo>
                    <a:pt x="16" y="1"/>
                  </a:moveTo>
                  <a:cubicBezTo>
                    <a:pt x="21" y="1"/>
                    <a:pt x="25" y="3"/>
                    <a:pt x="24" y="5"/>
                  </a:cubicBezTo>
                  <a:cubicBezTo>
                    <a:pt x="22" y="8"/>
                    <a:pt x="17" y="10"/>
                    <a:pt x="12" y="10"/>
                  </a:cubicBezTo>
                  <a:cubicBezTo>
                    <a:pt x="7" y="10"/>
                    <a:pt x="3" y="8"/>
                    <a:pt x="4" y="5"/>
                  </a:cubicBezTo>
                  <a:cubicBezTo>
                    <a:pt x="6" y="3"/>
                    <a:pt x="11" y="1"/>
                    <a:pt x="16" y="1"/>
                  </a:cubicBezTo>
                  <a:moveTo>
                    <a:pt x="17" y="0"/>
                  </a:moveTo>
                  <a:cubicBezTo>
                    <a:pt x="10" y="0"/>
                    <a:pt x="3" y="2"/>
                    <a:pt x="2" y="5"/>
                  </a:cubicBezTo>
                  <a:cubicBezTo>
                    <a:pt x="0" y="8"/>
                    <a:pt x="4" y="11"/>
                    <a:pt x="11" y="11"/>
                  </a:cubicBezTo>
                  <a:cubicBezTo>
                    <a:pt x="18" y="11"/>
                    <a:pt x="25" y="8"/>
                    <a:pt x="26" y="5"/>
                  </a:cubicBezTo>
                  <a:cubicBezTo>
                    <a:pt x="28" y="2"/>
                    <a:pt x="24" y="0"/>
                    <a:pt x="1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 name="Freeform 732"/>
            <p:cNvSpPr>
              <a:spLocks/>
            </p:cNvSpPr>
            <p:nvPr/>
          </p:nvSpPr>
          <p:spPr bwMode="auto">
            <a:xfrm>
              <a:off x="244475" y="4756151"/>
              <a:ext cx="114300" cy="49213"/>
            </a:xfrm>
            <a:custGeom>
              <a:avLst/>
              <a:gdLst>
                <a:gd name="T0" fmla="*/ 16 w 41"/>
                <a:gd name="T1" fmla="*/ 18 h 18"/>
                <a:gd name="T2" fmla="*/ 2 w 41"/>
                <a:gd name="T3" fmla="*/ 9 h 18"/>
                <a:gd name="T4" fmla="*/ 24 w 41"/>
                <a:gd name="T5" fmla="*/ 0 h 18"/>
                <a:gd name="T6" fmla="*/ 39 w 41"/>
                <a:gd name="T7" fmla="*/ 9 h 18"/>
                <a:gd name="T8" fmla="*/ 16 w 41"/>
                <a:gd name="T9" fmla="*/ 18 h 18"/>
              </a:gdLst>
              <a:ahLst/>
              <a:cxnLst>
                <a:cxn ang="0">
                  <a:pos x="T0" y="T1"/>
                </a:cxn>
                <a:cxn ang="0">
                  <a:pos x="T2" y="T3"/>
                </a:cxn>
                <a:cxn ang="0">
                  <a:pos x="T4" y="T5"/>
                </a:cxn>
                <a:cxn ang="0">
                  <a:pos x="T6" y="T7"/>
                </a:cxn>
                <a:cxn ang="0">
                  <a:pos x="T8" y="T9"/>
                </a:cxn>
              </a:cxnLst>
              <a:rect l="0" t="0" r="r" b="b"/>
              <a:pathLst>
                <a:path w="41" h="18">
                  <a:moveTo>
                    <a:pt x="16" y="18"/>
                  </a:moveTo>
                  <a:cubicBezTo>
                    <a:pt x="6" y="18"/>
                    <a:pt x="0" y="14"/>
                    <a:pt x="2" y="9"/>
                  </a:cubicBezTo>
                  <a:cubicBezTo>
                    <a:pt x="4" y="4"/>
                    <a:pt x="14" y="0"/>
                    <a:pt x="24" y="0"/>
                  </a:cubicBezTo>
                  <a:cubicBezTo>
                    <a:pt x="35" y="0"/>
                    <a:pt x="41" y="4"/>
                    <a:pt x="39" y="9"/>
                  </a:cubicBezTo>
                  <a:cubicBezTo>
                    <a:pt x="36" y="14"/>
                    <a:pt x="26" y="18"/>
                    <a:pt x="16" y="18"/>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 name="Freeform 733"/>
            <p:cNvSpPr>
              <a:spLocks noEditPoints="1"/>
            </p:cNvSpPr>
            <p:nvPr/>
          </p:nvSpPr>
          <p:spPr bwMode="auto">
            <a:xfrm>
              <a:off x="238125" y="4756151"/>
              <a:ext cx="123825" cy="49213"/>
            </a:xfrm>
            <a:custGeom>
              <a:avLst/>
              <a:gdLst>
                <a:gd name="T0" fmla="*/ 26 w 44"/>
                <a:gd name="T1" fmla="*/ 1 h 18"/>
                <a:gd name="T2" fmla="*/ 39 w 44"/>
                <a:gd name="T3" fmla="*/ 9 h 18"/>
                <a:gd name="T4" fmla="*/ 18 w 44"/>
                <a:gd name="T5" fmla="*/ 17 h 18"/>
                <a:gd name="T6" fmla="*/ 5 w 44"/>
                <a:gd name="T7" fmla="*/ 9 h 18"/>
                <a:gd name="T8" fmla="*/ 26 w 44"/>
                <a:gd name="T9" fmla="*/ 1 h 18"/>
                <a:gd name="T10" fmla="*/ 27 w 44"/>
                <a:gd name="T11" fmla="*/ 0 h 18"/>
                <a:gd name="T12" fmla="*/ 2 w 44"/>
                <a:gd name="T13" fmla="*/ 9 h 18"/>
                <a:gd name="T14" fmla="*/ 18 w 44"/>
                <a:gd name="T15" fmla="*/ 18 h 18"/>
                <a:gd name="T16" fmla="*/ 42 w 44"/>
                <a:gd name="T17" fmla="*/ 9 h 18"/>
                <a:gd name="T18" fmla="*/ 27 w 44"/>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18">
                  <a:moveTo>
                    <a:pt x="26" y="1"/>
                  </a:moveTo>
                  <a:cubicBezTo>
                    <a:pt x="35" y="1"/>
                    <a:pt x="41" y="5"/>
                    <a:pt x="39" y="9"/>
                  </a:cubicBezTo>
                  <a:cubicBezTo>
                    <a:pt x="37" y="13"/>
                    <a:pt x="28" y="17"/>
                    <a:pt x="18" y="17"/>
                  </a:cubicBezTo>
                  <a:cubicBezTo>
                    <a:pt x="9" y="17"/>
                    <a:pt x="3" y="13"/>
                    <a:pt x="5" y="9"/>
                  </a:cubicBezTo>
                  <a:cubicBezTo>
                    <a:pt x="7" y="5"/>
                    <a:pt x="17" y="1"/>
                    <a:pt x="26" y="1"/>
                  </a:cubicBezTo>
                  <a:moveTo>
                    <a:pt x="27" y="0"/>
                  </a:moveTo>
                  <a:cubicBezTo>
                    <a:pt x="16" y="0"/>
                    <a:pt x="5" y="4"/>
                    <a:pt x="2" y="9"/>
                  </a:cubicBezTo>
                  <a:cubicBezTo>
                    <a:pt x="0" y="14"/>
                    <a:pt x="7" y="18"/>
                    <a:pt x="18" y="18"/>
                  </a:cubicBezTo>
                  <a:cubicBezTo>
                    <a:pt x="29" y="18"/>
                    <a:pt x="39" y="14"/>
                    <a:pt x="42" y="9"/>
                  </a:cubicBezTo>
                  <a:cubicBezTo>
                    <a:pt x="44" y="4"/>
                    <a:pt x="38" y="0"/>
                    <a:pt x="2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 name="Freeform 734"/>
            <p:cNvSpPr>
              <a:spLocks/>
            </p:cNvSpPr>
            <p:nvPr/>
          </p:nvSpPr>
          <p:spPr bwMode="auto">
            <a:xfrm>
              <a:off x="884238" y="4706938"/>
              <a:ext cx="92075" cy="42863"/>
            </a:xfrm>
            <a:custGeom>
              <a:avLst/>
              <a:gdLst>
                <a:gd name="T0" fmla="*/ 13 w 33"/>
                <a:gd name="T1" fmla="*/ 15 h 15"/>
                <a:gd name="T2" fmla="*/ 2 w 33"/>
                <a:gd name="T3" fmla="*/ 8 h 15"/>
                <a:gd name="T4" fmla="*/ 20 w 33"/>
                <a:gd name="T5" fmla="*/ 0 h 15"/>
                <a:gd name="T6" fmla="*/ 31 w 33"/>
                <a:gd name="T7" fmla="*/ 8 h 15"/>
                <a:gd name="T8" fmla="*/ 13 w 33"/>
                <a:gd name="T9" fmla="*/ 15 h 15"/>
              </a:gdLst>
              <a:ahLst/>
              <a:cxnLst>
                <a:cxn ang="0">
                  <a:pos x="T0" y="T1"/>
                </a:cxn>
                <a:cxn ang="0">
                  <a:pos x="T2" y="T3"/>
                </a:cxn>
                <a:cxn ang="0">
                  <a:pos x="T4" y="T5"/>
                </a:cxn>
                <a:cxn ang="0">
                  <a:pos x="T6" y="T7"/>
                </a:cxn>
                <a:cxn ang="0">
                  <a:pos x="T8" y="T9"/>
                </a:cxn>
              </a:cxnLst>
              <a:rect l="0" t="0" r="r" b="b"/>
              <a:pathLst>
                <a:path w="33" h="15">
                  <a:moveTo>
                    <a:pt x="13" y="15"/>
                  </a:moveTo>
                  <a:cubicBezTo>
                    <a:pt x="5" y="15"/>
                    <a:pt x="0" y="12"/>
                    <a:pt x="2" y="8"/>
                  </a:cubicBezTo>
                  <a:cubicBezTo>
                    <a:pt x="4" y="4"/>
                    <a:pt x="12" y="0"/>
                    <a:pt x="20" y="0"/>
                  </a:cubicBezTo>
                  <a:cubicBezTo>
                    <a:pt x="28" y="0"/>
                    <a:pt x="33" y="4"/>
                    <a:pt x="31" y="8"/>
                  </a:cubicBezTo>
                  <a:cubicBezTo>
                    <a:pt x="29" y="12"/>
                    <a:pt x="21" y="15"/>
                    <a:pt x="13" y="15"/>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 name="Freeform 735"/>
            <p:cNvSpPr>
              <a:spLocks noEditPoints="1"/>
            </p:cNvSpPr>
            <p:nvPr/>
          </p:nvSpPr>
          <p:spPr bwMode="auto">
            <a:xfrm>
              <a:off x="877888" y="4706938"/>
              <a:ext cx="103188" cy="46038"/>
            </a:xfrm>
            <a:custGeom>
              <a:avLst/>
              <a:gdLst>
                <a:gd name="T0" fmla="*/ 22 w 37"/>
                <a:gd name="T1" fmla="*/ 1 h 16"/>
                <a:gd name="T2" fmla="*/ 32 w 37"/>
                <a:gd name="T3" fmla="*/ 8 h 16"/>
                <a:gd name="T4" fmla="*/ 15 w 37"/>
                <a:gd name="T5" fmla="*/ 15 h 16"/>
                <a:gd name="T6" fmla="*/ 5 w 37"/>
                <a:gd name="T7" fmla="*/ 8 h 16"/>
                <a:gd name="T8" fmla="*/ 22 w 37"/>
                <a:gd name="T9" fmla="*/ 1 h 16"/>
                <a:gd name="T10" fmla="*/ 22 w 37"/>
                <a:gd name="T11" fmla="*/ 0 h 16"/>
                <a:gd name="T12" fmla="*/ 3 w 37"/>
                <a:gd name="T13" fmla="*/ 8 h 16"/>
                <a:gd name="T14" fmla="*/ 15 w 37"/>
                <a:gd name="T15" fmla="*/ 16 h 16"/>
                <a:gd name="T16" fmla="*/ 34 w 37"/>
                <a:gd name="T17" fmla="*/ 8 h 16"/>
                <a:gd name="T18" fmla="*/ 22 w 37"/>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16">
                  <a:moveTo>
                    <a:pt x="22" y="1"/>
                  </a:moveTo>
                  <a:cubicBezTo>
                    <a:pt x="29" y="1"/>
                    <a:pt x="34" y="4"/>
                    <a:pt x="32" y="8"/>
                  </a:cubicBezTo>
                  <a:cubicBezTo>
                    <a:pt x="30" y="12"/>
                    <a:pt x="23" y="15"/>
                    <a:pt x="15" y="15"/>
                  </a:cubicBezTo>
                  <a:cubicBezTo>
                    <a:pt x="8" y="15"/>
                    <a:pt x="3" y="12"/>
                    <a:pt x="5" y="8"/>
                  </a:cubicBezTo>
                  <a:cubicBezTo>
                    <a:pt x="7" y="4"/>
                    <a:pt x="15" y="1"/>
                    <a:pt x="22" y="1"/>
                  </a:cubicBezTo>
                  <a:moveTo>
                    <a:pt x="22" y="0"/>
                  </a:moveTo>
                  <a:cubicBezTo>
                    <a:pt x="14" y="0"/>
                    <a:pt x="5" y="3"/>
                    <a:pt x="3" y="8"/>
                  </a:cubicBezTo>
                  <a:cubicBezTo>
                    <a:pt x="0" y="13"/>
                    <a:pt x="6" y="16"/>
                    <a:pt x="15" y="16"/>
                  </a:cubicBezTo>
                  <a:cubicBezTo>
                    <a:pt x="23" y="16"/>
                    <a:pt x="32" y="12"/>
                    <a:pt x="34" y="8"/>
                  </a:cubicBezTo>
                  <a:cubicBezTo>
                    <a:pt x="37" y="3"/>
                    <a:pt x="31" y="0"/>
                    <a:pt x="2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 name="Freeform 736"/>
            <p:cNvSpPr>
              <a:spLocks/>
            </p:cNvSpPr>
            <p:nvPr/>
          </p:nvSpPr>
          <p:spPr bwMode="auto">
            <a:xfrm>
              <a:off x="852488" y="4757738"/>
              <a:ext cx="106363" cy="47625"/>
            </a:xfrm>
            <a:custGeom>
              <a:avLst/>
              <a:gdLst>
                <a:gd name="T0" fmla="*/ 15 w 38"/>
                <a:gd name="T1" fmla="*/ 17 h 17"/>
                <a:gd name="T2" fmla="*/ 2 w 38"/>
                <a:gd name="T3" fmla="*/ 9 h 17"/>
                <a:gd name="T4" fmla="*/ 23 w 38"/>
                <a:gd name="T5" fmla="*/ 0 h 17"/>
                <a:gd name="T6" fmla="*/ 36 w 38"/>
                <a:gd name="T7" fmla="*/ 9 h 17"/>
                <a:gd name="T8" fmla="*/ 15 w 38"/>
                <a:gd name="T9" fmla="*/ 17 h 17"/>
              </a:gdLst>
              <a:ahLst/>
              <a:cxnLst>
                <a:cxn ang="0">
                  <a:pos x="T0" y="T1"/>
                </a:cxn>
                <a:cxn ang="0">
                  <a:pos x="T2" y="T3"/>
                </a:cxn>
                <a:cxn ang="0">
                  <a:pos x="T4" y="T5"/>
                </a:cxn>
                <a:cxn ang="0">
                  <a:pos x="T6" y="T7"/>
                </a:cxn>
                <a:cxn ang="0">
                  <a:pos x="T8" y="T9"/>
                </a:cxn>
              </a:cxnLst>
              <a:rect l="0" t="0" r="r" b="b"/>
              <a:pathLst>
                <a:path w="38" h="17">
                  <a:moveTo>
                    <a:pt x="15" y="17"/>
                  </a:moveTo>
                  <a:cubicBezTo>
                    <a:pt x="5" y="17"/>
                    <a:pt x="0" y="13"/>
                    <a:pt x="2" y="9"/>
                  </a:cubicBezTo>
                  <a:cubicBezTo>
                    <a:pt x="4" y="4"/>
                    <a:pt x="13" y="0"/>
                    <a:pt x="23" y="0"/>
                  </a:cubicBezTo>
                  <a:cubicBezTo>
                    <a:pt x="32" y="0"/>
                    <a:pt x="38" y="4"/>
                    <a:pt x="36" y="9"/>
                  </a:cubicBezTo>
                  <a:cubicBezTo>
                    <a:pt x="33" y="13"/>
                    <a:pt x="24" y="17"/>
                    <a:pt x="15" y="1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 name="Freeform 737"/>
            <p:cNvSpPr>
              <a:spLocks noEditPoints="1"/>
            </p:cNvSpPr>
            <p:nvPr/>
          </p:nvSpPr>
          <p:spPr bwMode="auto">
            <a:xfrm>
              <a:off x="847725" y="4756151"/>
              <a:ext cx="114300" cy="52388"/>
            </a:xfrm>
            <a:custGeom>
              <a:avLst/>
              <a:gdLst>
                <a:gd name="T0" fmla="*/ 24 w 41"/>
                <a:gd name="T1" fmla="*/ 2 h 19"/>
                <a:gd name="T2" fmla="*/ 36 w 41"/>
                <a:gd name="T3" fmla="*/ 10 h 19"/>
                <a:gd name="T4" fmla="*/ 17 w 41"/>
                <a:gd name="T5" fmla="*/ 18 h 19"/>
                <a:gd name="T6" fmla="*/ 5 w 41"/>
                <a:gd name="T7" fmla="*/ 10 h 19"/>
                <a:gd name="T8" fmla="*/ 24 w 41"/>
                <a:gd name="T9" fmla="*/ 2 h 19"/>
                <a:gd name="T10" fmla="*/ 25 w 41"/>
                <a:gd name="T11" fmla="*/ 0 h 19"/>
                <a:gd name="T12" fmla="*/ 2 w 41"/>
                <a:gd name="T13" fmla="*/ 10 h 19"/>
                <a:gd name="T14" fmla="*/ 16 w 41"/>
                <a:gd name="T15" fmla="*/ 19 h 19"/>
                <a:gd name="T16" fmla="*/ 39 w 41"/>
                <a:gd name="T17" fmla="*/ 10 h 19"/>
                <a:gd name="T18" fmla="*/ 25 w 41"/>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19">
                  <a:moveTo>
                    <a:pt x="24" y="2"/>
                  </a:moveTo>
                  <a:cubicBezTo>
                    <a:pt x="33" y="2"/>
                    <a:pt x="38" y="5"/>
                    <a:pt x="36" y="10"/>
                  </a:cubicBezTo>
                  <a:cubicBezTo>
                    <a:pt x="34" y="14"/>
                    <a:pt x="26" y="18"/>
                    <a:pt x="17" y="18"/>
                  </a:cubicBezTo>
                  <a:cubicBezTo>
                    <a:pt x="8" y="18"/>
                    <a:pt x="3" y="14"/>
                    <a:pt x="5" y="10"/>
                  </a:cubicBezTo>
                  <a:cubicBezTo>
                    <a:pt x="7" y="5"/>
                    <a:pt x="16" y="2"/>
                    <a:pt x="24" y="2"/>
                  </a:cubicBezTo>
                  <a:moveTo>
                    <a:pt x="25" y="0"/>
                  </a:moveTo>
                  <a:cubicBezTo>
                    <a:pt x="15" y="0"/>
                    <a:pt x="5" y="5"/>
                    <a:pt x="2" y="10"/>
                  </a:cubicBezTo>
                  <a:cubicBezTo>
                    <a:pt x="0" y="15"/>
                    <a:pt x="6" y="19"/>
                    <a:pt x="16" y="19"/>
                  </a:cubicBezTo>
                  <a:cubicBezTo>
                    <a:pt x="26" y="19"/>
                    <a:pt x="36" y="15"/>
                    <a:pt x="39" y="10"/>
                  </a:cubicBezTo>
                  <a:cubicBezTo>
                    <a:pt x="41" y="5"/>
                    <a:pt x="35" y="0"/>
                    <a:pt x="2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 name="Freeform 738"/>
            <p:cNvSpPr>
              <a:spLocks/>
            </p:cNvSpPr>
            <p:nvPr/>
          </p:nvSpPr>
          <p:spPr bwMode="auto">
            <a:xfrm>
              <a:off x="717550" y="5038726"/>
              <a:ext cx="36513" cy="17463"/>
            </a:xfrm>
            <a:custGeom>
              <a:avLst/>
              <a:gdLst>
                <a:gd name="T0" fmla="*/ 5 w 13"/>
                <a:gd name="T1" fmla="*/ 6 h 6"/>
                <a:gd name="T2" fmla="*/ 1 w 13"/>
                <a:gd name="T3" fmla="*/ 3 h 6"/>
                <a:gd name="T4" fmla="*/ 7 w 13"/>
                <a:gd name="T5" fmla="*/ 1 h 6"/>
                <a:gd name="T6" fmla="*/ 12 w 13"/>
                <a:gd name="T7" fmla="*/ 3 h 6"/>
                <a:gd name="T8" fmla="*/ 5 w 13"/>
                <a:gd name="T9" fmla="*/ 6 h 6"/>
              </a:gdLst>
              <a:ahLst/>
              <a:cxnLst>
                <a:cxn ang="0">
                  <a:pos x="T0" y="T1"/>
                </a:cxn>
                <a:cxn ang="0">
                  <a:pos x="T2" y="T3"/>
                </a:cxn>
                <a:cxn ang="0">
                  <a:pos x="T4" y="T5"/>
                </a:cxn>
                <a:cxn ang="0">
                  <a:pos x="T6" y="T7"/>
                </a:cxn>
                <a:cxn ang="0">
                  <a:pos x="T8" y="T9"/>
                </a:cxn>
              </a:cxnLst>
              <a:rect l="0" t="0" r="r" b="b"/>
              <a:pathLst>
                <a:path w="13" h="6">
                  <a:moveTo>
                    <a:pt x="5" y="6"/>
                  </a:moveTo>
                  <a:cubicBezTo>
                    <a:pt x="2" y="6"/>
                    <a:pt x="0" y="4"/>
                    <a:pt x="1" y="3"/>
                  </a:cubicBezTo>
                  <a:cubicBezTo>
                    <a:pt x="1" y="2"/>
                    <a:pt x="4" y="1"/>
                    <a:pt x="7" y="1"/>
                  </a:cubicBezTo>
                  <a:cubicBezTo>
                    <a:pt x="11" y="0"/>
                    <a:pt x="13" y="2"/>
                    <a:pt x="12" y="3"/>
                  </a:cubicBezTo>
                  <a:cubicBezTo>
                    <a:pt x="11" y="4"/>
                    <a:pt x="8" y="6"/>
                    <a:pt x="5" y="6"/>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 name="Freeform 739"/>
            <p:cNvSpPr>
              <a:spLocks noEditPoints="1"/>
            </p:cNvSpPr>
            <p:nvPr/>
          </p:nvSpPr>
          <p:spPr bwMode="auto">
            <a:xfrm>
              <a:off x="712788" y="5038726"/>
              <a:ext cx="44450" cy="17463"/>
            </a:xfrm>
            <a:custGeom>
              <a:avLst/>
              <a:gdLst>
                <a:gd name="T0" fmla="*/ 9 w 16"/>
                <a:gd name="T1" fmla="*/ 1 h 6"/>
                <a:gd name="T2" fmla="*/ 13 w 16"/>
                <a:gd name="T3" fmla="*/ 3 h 6"/>
                <a:gd name="T4" fmla="*/ 7 w 16"/>
                <a:gd name="T5" fmla="*/ 5 h 6"/>
                <a:gd name="T6" fmla="*/ 4 w 16"/>
                <a:gd name="T7" fmla="*/ 3 h 6"/>
                <a:gd name="T8" fmla="*/ 9 w 16"/>
                <a:gd name="T9" fmla="*/ 1 h 6"/>
                <a:gd name="T10" fmla="*/ 10 w 16"/>
                <a:gd name="T11" fmla="*/ 0 h 6"/>
                <a:gd name="T12" fmla="*/ 1 w 16"/>
                <a:gd name="T13" fmla="*/ 3 h 6"/>
                <a:gd name="T14" fmla="*/ 7 w 16"/>
                <a:gd name="T15" fmla="*/ 6 h 6"/>
                <a:gd name="T16" fmla="*/ 15 w 16"/>
                <a:gd name="T17" fmla="*/ 3 h 6"/>
                <a:gd name="T18" fmla="*/ 10 w 16"/>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6">
                  <a:moveTo>
                    <a:pt x="9" y="1"/>
                  </a:moveTo>
                  <a:cubicBezTo>
                    <a:pt x="12" y="1"/>
                    <a:pt x="13" y="2"/>
                    <a:pt x="13" y="3"/>
                  </a:cubicBezTo>
                  <a:cubicBezTo>
                    <a:pt x="12" y="4"/>
                    <a:pt x="10" y="5"/>
                    <a:pt x="7" y="5"/>
                  </a:cubicBezTo>
                  <a:cubicBezTo>
                    <a:pt x="5" y="5"/>
                    <a:pt x="3" y="4"/>
                    <a:pt x="4" y="3"/>
                  </a:cubicBezTo>
                  <a:cubicBezTo>
                    <a:pt x="4" y="2"/>
                    <a:pt x="7" y="1"/>
                    <a:pt x="9" y="1"/>
                  </a:cubicBezTo>
                  <a:moveTo>
                    <a:pt x="10" y="0"/>
                  </a:moveTo>
                  <a:cubicBezTo>
                    <a:pt x="6" y="0"/>
                    <a:pt x="2" y="1"/>
                    <a:pt x="1" y="3"/>
                  </a:cubicBezTo>
                  <a:cubicBezTo>
                    <a:pt x="0" y="5"/>
                    <a:pt x="3" y="6"/>
                    <a:pt x="7" y="6"/>
                  </a:cubicBezTo>
                  <a:cubicBezTo>
                    <a:pt x="11" y="6"/>
                    <a:pt x="14" y="5"/>
                    <a:pt x="15" y="3"/>
                  </a:cubicBezTo>
                  <a:cubicBezTo>
                    <a:pt x="16" y="1"/>
                    <a:pt x="14" y="0"/>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 name="Freeform 740"/>
            <p:cNvSpPr>
              <a:spLocks/>
            </p:cNvSpPr>
            <p:nvPr/>
          </p:nvSpPr>
          <p:spPr bwMode="auto">
            <a:xfrm>
              <a:off x="614363" y="4972051"/>
              <a:ext cx="36513" cy="12700"/>
            </a:xfrm>
            <a:custGeom>
              <a:avLst/>
              <a:gdLst>
                <a:gd name="T0" fmla="*/ 5 w 13"/>
                <a:gd name="T1" fmla="*/ 5 h 5"/>
                <a:gd name="T2" fmla="*/ 1 w 13"/>
                <a:gd name="T3" fmla="*/ 3 h 5"/>
                <a:gd name="T4" fmla="*/ 8 w 13"/>
                <a:gd name="T5" fmla="*/ 0 h 5"/>
                <a:gd name="T6" fmla="*/ 12 w 13"/>
                <a:gd name="T7" fmla="*/ 3 h 5"/>
                <a:gd name="T8" fmla="*/ 5 w 13"/>
                <a:gd name="T9" fmla="*/ 5 h 5"/>
              </a:gdLst>
              <a:ahLst/>
              <a:cxnLst>
                <a:cxn ang="0">
                  <a:pos x="T0" y="T1"/>
                </a:cxn>
                <a:cxn ang="0">
                  <a:pos x="T2" y="T3"/>
                </a:cxn>
                <a:cxn ang="0">
                  <a:pos x="T4" y="T5"/>
                </a:cxn>
                <a:cxn ang="0">
                  <a:pos x="T6" y="T7"/>
                </a:cxn>
                <a:cxn ang="0">
                  <a:pos x="T8" y="T9"/>
                </a:cxn>
              </a:cxnLst>
              <a:rect l="0" t="0" r="r" b="b"/>
              <a:pathLst>
                <a:path w="13" h="5">
                  <a:moveTo>
                    <a:pt x="5" y="5"/>
                  </a:moveTo>
                  <a:cubicBezTo>
                    <a:pt x="2" y="5"/>
                    <a:pt x="0" y="4"/>
                    <a:pt x="1" y="3"/>
                  </a:cubicBezTo>
                  <a:cubicBezTo>
                    <a:pt x="2" y="1"/>
                    <a:pt x="5" y="0"/>
                    <a:pt x="8" y="0"/>
                  </a:cubicBezTo>
                  <a:cubicBezTo>
                    <a:pt x="11" y="0"/>
                    <a:pt x="13" y="1"/>
                    <a:pt x="12" y="3"/>
                  </a:cubicBezTo>
                  <a:cubicBezTo>
                    <a:pt x="12" y="4"/>
                    <a:pt x="8" y="5"/>
                    <a:pt x="5" y="5"/>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Freeform 741"/>
            <p:cNvSpPr>
              <a:spLocks noEditPoints="1"/>
            </p:cNvSpPr>
            <p:nvPr/>
          </p:nvSpPr>
          <p:spPr bwMode="auto">
            <a:xfrm>
              <a:off x="611188" y="4968876"/>
              <a:ext cx="42863" cy="19050"/>
            </a:xfrm>
            <a:custGeom>
              <a:avLst/>
              <a:gdLst>
                <a:gd name="T0" fmla="*/ 8 w 15"/>
                <a:gd name="T1" fmla="*/ 2 h 7"/>
                <a:gd name="T2" fmla="*/ 12 w 15"/>
                <a:gd name="T3" fmla="*/ 4 h 7"/>
                <a:gd name="T4" fmla="*/ 7 w 15"/>
                <a:gd name="T5" fmla="*/ 6 h 7"/>
                <a:gd name="T6" fmla="*/ 3 w 15"/>
                <a:gd name="T7" fmla="*/ 4 h 7"/>
                <a:gd name="T8" fmla="*/ 8 w 15"/>
                <a:gd name="T9" fmla="*/ 2 h 7"/>
                <a:gd name="T10" fmla="*/ 9 w 15"/>
                <a:gd name="T11" fmla="*/ 0 h 7"/>
                <a:gd name="T12" fmla="*/ 0 w 15"/>
                <a:gd name="T13" fmla="*/ 4 h 7"/>
                <a:gd name="T14" fmla="*/ 6 w 15"/>
                <a:gd name="T15" fmla="*/ 7 h 7"/>
                <a:gd name="T16" fmla="*/ 15 w 15"/>
                <a:gd name="T17" fmla="*/ 4 h 7"/>
                <a:gd name="T18" fmla="*/ 9 w 15"/>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7">
                  <a:moveTo>
                    <a:pt x="8" y="2"/>
                  </a:moveTo>
                  <a:cubicBezTo>
                    <a:pt x="11" y="2"/>
                    <a:pt x="12" y="3"/>
                    <a:pt x="12" y="4"/>
                  </a:cubicBezTo>
                  <a:cubicBezTo>
                    <a:pt x="11" y="5"/>
                    <a:pt x="9" y="6"/>
                    <a:pt x="7" y="6"/>
                  </a:cubicBezTo>
                  <a:cubicBezTo>
                    <a:pt x="4" y="6"/>
                    <a:pt x="3" y="5"/>
                    <a:pt x="3" y="4"/>
                  </a:cubicBezTo>
                  <a:cubicBezTo>
                    <a:pt x="4" y="3"/>
                    <a:pt x="6" y="2"/>
                    <a:pt x="8" y="2"/>
                  </a:cubicBezTo>
                  <a:moveTo>
                    <a:pt x="9" y="0"/>
                  </a:moveTo>
                  <a:cubicBezTo>
                    <a:pt x="5" y="0"/>
                    <a:pt x="1" y="2"/>
                    <a:pt x="0" y="4"/>
                  </a:cubicBezTo>
                  <a:cubicBezTo>
                    <a:pt x="0" y="5"/>
                    <a:pt x="2" y="7"/>
                    <a:pt x="6" y="7"/>
                  </a:cubicBezTo>
                  <a:cubicBezTo>
                    <a:pt x="10" y="7"/>
                    <a:pt x="14" y="5"/>
                    <a:pt x="15" y="4"/>
                  </a:cubicBezTo>
                  <a:cubicBezTo>
                    <a:pt x="15" y="2"/>
                    <a:pt x="13" y="0"/>
                    <a:pt x="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Freeform 742"/>
            <p:cNvSpPr>
              <a:spLocks/>
            </p:cNvSpPr>
            <p:nvPr/>
          </p:nvSpPr>
          <p:spPr bwMode="auto">
            <a:xfrm>
              <a:off x="1152525" y="4867276"/>
              <a:ext cx="33338" cy="14288"/>
            </a:xfrm>
            <a:custGeom>
              <a:avLst/>
              <a:gdLst>
                <a:gd name="T0" fmla="*/ 5 w 12"/>
                <a:gd name="T1" fmla="*/ 5 h 5"/>
                <a:gd name="T2" fmla="*/ 1 w 12"/>
                <a:gd name="T3" fmla="*/ 3 h 5"/>
                <a:gd name="T4" fmla="*/ 7 w 12"/>
                <a:gd name="T5" fmla="*/ 0 h 5"/>
                <a:gd name="T6" fmla="*/ 11 w 12"/>
                <a:gd name="T7" fmla="*/ 2 h 5"/>
                <a:gd name="T8" fmla="*/ 5 w 12"/>
                <a:gd name="T9" fmla="*/ 5 h 5"/>
              </a:gdLst>
              <a:ahLst/>
              <a:cxnLst>
                <a:cxn ang="0">
                  <a:pos x="T0" y="T1"/>
                </a:cxn>
                <a:cxn ang="0">
                  <a:pos x="T2" y="T3"/>
                </a:cxn>
                <a:cxn ang="0">
                  <a:pos x="T4" y="T5"/>
                </a:cxn>
                <a:cxn ang="0">
                  <a:pos x="T6" y="T7"/>
                </a:cxn>
                <a:cxn ang="0">
                  <a:pos x="T8" y="T9"/>
                </a:cxn>
              </a:cxnLst>
              <a:rect l="0" t="0" r="r" b="b"/>
              <a:pathLst>
                <a:path w="12" h="5">
                  <a:moveTo>
                    <a:pt x="5" y="5"/>
                  </a:moveTo>
                  <a:cubicBezTo>
                    <a:pt x="2" y="5"/>
                    <a:pt x="0" y="4"/>
                    <a:pt x="1" y="3"/>
                  </a:cubicBezTo>
                  <a:cubicBezTo>
                    <a:pt x="2" y="1"/>
                    <a:pt x="4" y="0"/>
                    <a:pt x="7" y="0"/>
                  </a:cubicBezTo>
                  <a:cubicBezTo>
                    <a:pt x="10" y="0"/>
                    <a:pt x="12" y="1"/>
                    <a:pt x="11" y="2"/>
                  </a:cubicBezTo>
                  <a:cubicBezTo>
                    <a:pt x="11" y="4"/>
                    <a:pt x="8" y="5"/>
                    <a:pt x="5" y="5"/>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 name="Freeform 743"/>
            <p:cNvSpPr>
              <a:spLocks noEditPoints="1"/>
            </p:cNvSpPr>
            <p:nvPr/>
          </p:nvSpPr>
          <p:spPr bwMode="auto">
            <a:xfrm>
              <a:off x="1149350" y="4864101"/>
              <a:ext cx="42863" cy="20638"/>
            </a:xfrm>
            <a:custGeom>
              <a:avLst/>
              <a:gdLst>
                <a:gd name="T0" fmla="*/ 8 w 15"/>
                <a:gd name="T1" fmla="*/ 1 h 7"/>
                <a:gd name="T2" fmla="*/ 11 w 15"/>
                <a:gd name="T3" fmla="*/ 3 h 7"/>
                <a:gd name="T4" fmla="*/ 6 w 15"/>
                <a:gd name="T5" fmla="*/ 6 h 7"/>
                <a:gd name="T6" fmla="*/ 3 w 15"/>
                <a:gd name="T7" fmla="*/ 4 h 7"/>
                <a:gd name="T8" fmla="*/ 8 w 15"/>
                <a:gd name="T9" fmla="*/ 1 h 7"/>
                <a:gd name="T10" fmla="*/ 9 w 15"/>
                <a:gd name="T11" fmla="*/ 0 h 7"/>
                <a:gd name="T12" fmla="*/ 1 w 15"/>
                <a:gd name="T13" fmla="*/ 4 h 7"/>
                <a:gd name="T14" fmla="*/ 6 w 15"/>
                <a:gd name="T15" fmla="*/ 7 h 7"/>
                <a:gd name="T16" fmla="*/ 14 w 15"/>
                <a:gd name="T17" fmla="*/ 3 h 7"/>
                <a:gd name="T18" fmla="*/ 9 w 15"/>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7">
                  <a:moveTo>
                    <a:pt x="8" y="1"/>
                  </a:moveTo>
                  <a:cubicBezTo>
                    <a:pt x="10" y="1"/>
                    <a:pt x="12" y="2"/>
                    <a:pt x="11" y="3"/>
                  </a:cubicBezTo>
                  <a:cubicBezTo>
                    <a:pt x="11" y="5"/>
                    <a:pt x="8" y="6"/>
                    <a:pt x="6" y="6"/>
                  </a:cubicBezTo>
                  <a:cubicBezTo>
                    <a:pt x="4" y="6"/>
                    <a:pt x="3" y="5"/>
                    <a:pt x="3" y="4"/>
                  </a:cubicBezTo>
                  <a:cubicBezTo>
                    <a:pt x="4" y="2"/>
                    <a:pt x="6" y="1"/>
                    <a:pt x="8" y="1"/>
                  </a:cubicBezTo>
                  <a:moveTo>
                    <a:pt x="9" y="0"/>
                  </a:moveTo>
                  <a:cubicBezTo>
                    <a:pt x="5" y="0"/>
                    <a:pt x="1" y="2"/>
                    <a:pt x="1" y="4"/>
                  </a:cubicBezTo>
                  <a:cubicBezTo>
                    <a:pt x="0" y="5"/>
                    <a:pt x="2" y="7"/>
                    <a:pt x="6" y="7"/>
                  </a:cubicBezTo>
                  <a:cubicBezTo>
                    <a:pt x="9" y="7"/>
                    <a:pt x="13" y="5"/>
                    <a:pt x="14" y="3"/>
                  </a:cubicBezTo>
                  <a:cubicBezTo>
                    <a:pt x="15" y="2"/>
                    <a:pt x="12" y="0"/>
                    <a:pt x="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 name="Freeform 744"/>
            <p:cNvSpPr>
              <a:spLocks/>
            </p:cNvSpPr>
            <p:nvPr/>
          </p:nvSpPr>
          <p:spPr bwMode="auto">
            <a:xfrm>
              <a:off x="471488" y="4706938"/>
              <a:ext cx="36513" cy="17463"/>
            </a:xfrm>
            <a:custGeom>
              <a:avLst/>
              <a:gdLst>
                <a:gd name="T0" fmla="*/ 5 w 13"/>
                <a:gd name="T1" fmla="*/ 6 h 6"/>
                <a:gd name="T2" fmla="*/ 1 w 13"/>
                <a:gd name="T3" fmla="*/ 3 h 6"/>
                <a:gd name="T4" fmla="*/ 8 w 13"/>
                <a:gd name="T5" fmla="*/ 0 h 6"/>
                <a:gd name="T6" fmla="*/ 12 w 13"/>
                <a:gd name="T7" fmla="*/ 3 h 6"/>
                <a:gd name="T8" fmla="*/ 5 w 13"/>
                <a:gd name="T9" fmla="*/ 6 h 6"/>
              </a:gdLst>
              <a:ahLst/>
              <a:cxnLst>
                <a:cxn ang="0">
                  <a:pos x="T0" y="T1"/>
                </a:cxn>
                <a:cxn ang="0">
                  <a:pos x="T2" y="T3"/>
                </a:cxn>
                <a:cxn ang="0">
                  <a:pos x="T4" y="T5"/>
                </a:cxn>
                <a:cxn ang="0">
                  <a:pos x="T6" y="T7"/>
                </a:cxn>
                <a:cxn ang="0">
                  <a:pos x="T8" y="T9"/>
                </a:cxn>
              </a:cxnLst>
              <a:rect l="0" t="0" r="r" b="b"/>
              <a:pathLst>
                <a:path w="13" h="6">
                  <a:moveTo>
                    <a:pt x="5" y="6"/>
                  </a:moveTo>
                  <a:cubicBezTo>
                    <a:pt x="2" y="6"/>
                    <a:pt x="0" y="4"/>
                    <a:pt x="1" y="3"/>
                  </a:cubicBezTo>
                  <a:cubicBezTo>
                    <a:pt x="1" y="1"/>
                    <a:pt x="5" y="0"/>
                    <a:pt x="8" y="0"/>
                  </a:cubicBezTo>
                  <a:cubicBezTo>
                    <a:pt x="11" y="0"/>
                    <a:pt x="13" y="1"/>
                    <a:pt x="12" y="3"/>
                  </a:cubicBezTo>
                  <a:cubicBezTo>
                    <a:pt x="12" y="4"/>
                    <a:pt x="8" y="6"/>
                    <a:pt x="5" y="6"/>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Freeform 745"/>
            <p:cNvSpPr>
              <a:spLocks noEditPoints="1"/>
            </p:cNvSpPr>
            <p:nvPr/>
          </p:nvSpPr>
          <p:spPr bwMode="auto">
            <a:xfrm>
              <a:off x="465138" y="4705351"/>
              <a:ext cx="47625" cy="19050"/>
            </a:xfrm>
            <a:custGeom>
              <a:avLst/>
              <a:gdLst>
                <a:gd name="T0" fmla="*/ 10 w 17"/>
                <a:gd name="T1" fmla="*/ 1 h 7"/>
                <a:gd name="T2" fmla="*/ 13 w 17"/>
                <a:gd name="T3" fmla="*/ 4 h 7"/>
                <a:gd name="T4" fmla="*/ 7 w 17"/>
                <a:gd name="T5" fmla="*/ 6 h 7"/>
                <a:gd name="T6" fmla="*/ 4 w 17"/>
                <a:gd name="T7" fmla="*/ 4 h 7"/>
                <a:gd name="T8" fmla="*/ 10 w 17"/>
                <a:gd name="T9" fmla="*/ 1 h 7"/>
                <a:gd name="T10" fmla="*/ 10 w 17"/>
                <a:gd name="T11" fmla="*/ 0 h 7"/>
                <a:gd name="T12" fmla="*/ 1 w 17"/>
                <a:gd name="T13" fmla="*/ 4 h 7"/>
                <a:gd name="T14" fmla="*/ 7 w 17"/>
                <a:gd name="T15" fmla="*/ 7 h 7"/>
                <a:gd name="T16" fmla="*/ 16 w 17"/>
                <a:gd name="T17" fmla="*/ 4 h 7"/>
                <a:gd name="T18" fmla="*/ 10 w 17"/>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7">
                  <a:moveTo>
                    <a:pt x="10" y="1"/>
                  </a:moveTo>
                  <a:cubicBezTo>
                    <a:pt x="12" y="1"/>
                    <a:pt x="14" y="2"/>
                    <a:pt x="13" y="4"/>
                  </a:cubicBezTo>
                  <a:cubicBezTo>
                    <a:pt x="12" y="5"/>
                    <a:pt x="10" y="6"/>
                    <a:pt x="7" y="6"/>
                  </a:cubicBezTo>
                  <a:cubicBezTo>
                    <a:pt x="5" y="6"/>
                    <a:pt x="3" y="5"/>
                    <a:pt x="4" y="4"/>
                  </a:cubicBezTo>
                  <a:cubicBezTo>
                    <a:pt x="5" y="2"/>
                    <a:pt x="7" y="1"/>
                    <a:pt x="10" y="1"/>
                  </a:cubicBezTo>
                  <a:moveTo>
                    <a:pt x="10" y="0"/>
                  </a:moveTo>
                  <a:cubicBezTo>
                    <a:pt x="6" y="0"/>
                    <a:pt x="2" y="2"/>
                    <a:pt x="1" y="4"/>
                  </a:cubicBezTo>
                  <a:cubicBezTo>
                    <a:pt x="0" y="6"/>
                    <a:pt x="3" y="7"/>
                    <a:pt x="7" y="7"/>
                  </a:cubicBezTo>
                  <a:cubicBezTo>
                    <a:pt x="11" y="7"/>
                    <a:pt x="15" y="6"/>
                    <a:pt x="16" y="4"/>
                  </a:cubicBezTo>
                  <a:cubicBezTo>
                    <a:pt x="17" y="2"/>
                    <a:pt x="14" y="0"/>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Freeform 746"/>
            <p:cNvSpPr>
              <a:spLocks/>
            </p:cNvSpPr>
            <p:nvPr/>
          </p:nvSpPr>
          <p:spPr bwMode="auto">
            <a:xfrm>
              <a:off x="354013" y="4786313"/>
              <a:ext cx="38100" cy="14288"/>
            </a:xfrm>
            <a:custGeom>
              <a:avLst/>
              <a:gdLst>
                <a:gd name="T0" fmla="*/ 6 w 14"/>
                <a:gd name="T1" fmla="*/ 5 h 5"/>
                <a:gd name="T2" fmla="*/ 1 w 14"/>
                <a:gd name="T3" fmla="*/ 3 h 5"/>
                <a:gd name="T4" fmla="*/ 9 w 14"/>
                <a:gd name="T5" fmla="*/ 0 h 5"/>
                <a:gd name="T6" fmla="*/ 13 w 14"/>
                <a:gd name="T7" fmla="*/ 3 h 5"/>
                <a:gd name="T8" fmla="*/ 6 w 14"/>
                <a:gd name="T9" fmla="*/ 5 h 5"/>
              </a:gdLst>
              <a:ahLst/>
              <a:cxnLst>
                <a:cxn ang="0">
                  <a:pos x="T0" y="T1"/>
                </a:cxn>
                <a:cxn ang="0">
                  <a:pos x="T2" y="T3"/>
                </a:cxn>
                <a:cxn ang="0">
                  <a:pos x="T4" y="T5"/>
                </a:cxn>
                <a:cxn ang="0">
                  <a:pos x="T6" y="T7"/>
                </a:cxn>
                <a:cxn ang="0">
                  <a:pos x="T8" y="T9"/>
                </a:cxn>
              </a:cxnLst>
              <a:rect l="0" t="0" r="r" b="b"/>
              <a:pathLst>
                <a:path w="14" h="5">
                  <a:moveTo>
                    <a:pt x="6" y="5"/>
                  </a:moveTo>
                  <a:cubicBezTo>
                    <a:pt x="3" y="5"/>
                    <a:pt x="0" y="4"/>
                    <a:pt x="1" y="3"/>
                  </a:cubicBezTo>
                  <a:cubicBezTo>
                    <a:pt x="2" y="1"/>
                    <a:pt x="5" y="0"/>
                    <a:pt x="9" y="0"/>
                  </a:cubicBezTo>
                  <a:cubicBezTo>
                    <a:pt x="12" y="0"/>
                    <a:pt x="14" y="1"/>
                    <a:pt x="13" y="3"/>
                  </a:cubicBezTo>
                  <a:cubicBezTo>
                    <a:pt x="12" y="4"/>
                    <a:pt x="9" y="5"/>
                    <a:pt x="6" y="5"/>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 name="Freeform 747"/>
            <p:cNvSpPr>
              <a:spLocks noEditPoints="1"/>
            </p:cNvSpPr>
            <p:nvPr/>
          </p:nvSpPr>
          <p:spPr bwMode="auto">
            <a:xfrm>
              <a:off x="350838" y="4783138"/>
              <a:ext cx="44450" cy="20638"/>
            </a:xfrm>
            <a:custGeom>
              <a:avLst/>
              <a:gdLst>
                <a:gd name="T0" fmla="*/ 9 w 16"/>
                <a:gd name="T1" fmla="*/ 1 h 7"/>
                <a:gd name="T2" fmla="*/ 13 w 16"/>
                <a:gd name="T3" fmla="*/ 4 h 7"/>
                <a:gd name="T4" fmla="*/ 7 w 16"/>
                <a:gd name="T5" fmla="*/ 6 h 7"/>
                <a:gd name="T6" fmla="*/ 4 w 16"/>
                <a:gd name="T7" fmla="*/ 4 h 7"/>
                <a:gd name="T8" fmla="*/ 9 w 16"/>
                <a:gd name="T9" fmla="*/ 1 h 7"/>
                <a:gd name="T10" fmla="*/ 10 w 16"/>
                <a:gd name="T11" fmla="*/ 0 h 7"/>
                <a:gd name="T12" fmla="*/ 1 w 16"/>
                <a:gd name="T13" fmla="*/ 4 h 7"/>
                <a:gd name="T14" fmla="*/ 6 w 16"/>
                <a:gd name="T15" fmla="*/ 7 h 7"/>
                <a:gd name="T16" fmla="*/ 15 w 16"/>
                <a:gd name="T17" fmla="*/ 4 h 7"/>
                <a:gd name="T18" fmla="*/ 10 w 16"/>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7">
                  <a:moveTo>
                    <a:pt x="9" y="1"/>
                  </a:moveTo>
                  <a:cubicBezTo>
                    <a:pt x="12" y="1"/>
                    <a:pt x="13" y="2"/>
                    <a:pt x="13" y="4"/>
                  </a:cubicBezTo>
                  <a:cubicBezTo>
                    <a:pt x="12" y="5"/>
                    <a:pt x="10" y="6"/>
                    <a:pt x="7" y="6"/>
                  </a:cubicBezTo>
                  <a:cubicBezTo>
                    <a:pt x="5" y="6"/>
                    <a:pt x="3" y="5"/>
                    <a:pt x="4" y="4"/>
                  </a:cubicBezTo>
                  <a:cubicBezTo>
                    <a:pt x="4" y="2"/>
                    <a:pt x="7" y="1"/>
                    <a:pt x="9" y="1"/>
                  </a:cubicBezTo>
                  <a:moveTo>
                    <a:pt x="10" y="0"/>
                  </a:moveTo>
                  <a:cubicBezTo>
                    <a:pt x="6" y="0"/>
                    <a:pt x="2" y="2"/>
                    <a:pt x="1" y="4"/>
                  </a:cubicBezTo>
                  <a:cubicBezTo>
                    <a:pt x="0" y="6"/>
                    <a:pt x="2" y="7"/>
                    <a:pt x="6" y="7"/>
                  </a:cubicBezTo>
                  <a:cubicBezTo>
                    <a:pt x="11" y="7"/>
                    <a:pt x="15" y="5"/>
                    <a:pt x="15" y="4"/>
                  </a:cubicBezTo>
                  <a:cubicBezTo>
                    <a:pt x="16" y="2"/>
                    <a:pt x="14" y="0"/>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Freeform 748"/>
            <p:cNvSpPr>
              <a:spLocks/>
            </p:cNvSpPr>
            <p:nvPr/>
          </p:nvSpPr>
          <p:spPr bwMode="auto">
            <a:xfrm>
              <a:off x="669925" y="4743451"/>
              <a:ext cx="36513" cy="17463"/>
            </a:xfrm>
            <a:custGeom>
              <a:avLst/>
              <a:gdLst>
                <a:gd name="T0" fmla="*/ 5 w 13"/>
                <a:gd name="T1" fmla="*/ 6 h 6"/>
                <a:gd name="T2" fmla="*/ 1 w 13"/>
                <a:gd name="T3" fmla="*/ 3 h 6"/>
                <a:gd name="T4" fmla="*/ 8 w 13"/>
                <a:gd name="T5" fmla="*/ 1 h 6"/>
                <a:gd name="T6" fmla="*/ 12 w 13"/>
                <a:gd name="T7" fmla="*/ 3 h 6"/>
                <a:gd name="T8" fmla="*/ 5 w 13"/>
                <a:gd name="T9" fmla="*/ 6 h 6"/>
              </a:gdLst>
              <a:ahLst/>
              <a:cxnLst>
                <a:cxn ang="0">
                  <a:pos x="T0" y="T1"/>
                </a:cxn>
                <a:cxn ang="0">
                  <a:pos x="T2" y="T3"/>
                </a:cxn>
                <a:cxn ang="0">
                  <a:pos x="T4" y="T5"/>
                </a:cxn>
                <a:cxn ang="0">
                  <a:pos x="T6" y="T7"/>
                </a:cxn>
                <a:cxn ang="0">
                  <a:pos x="T8" y="T9"/>
                </a:cxn>
              </a:cxnLst>
              <a:rect l="0" t="0" r="r" b="b"/>
              <a:pathLst>
                <a:path w="13" h="6">
                  <a:moveTo>
                    <a:pt x="5" y="6"/>
                  </a:moveTo>
                  <a:cubicBezTo>
                    <a:pt x="2" y="6"/>
                    <a:pt x="0" y="5"/>
                    <a:pt x="1" y="3"/>
                  </a:cubicBezTo>
                  <a:cubicBezTo>
                    <a:pt x="2" y="2"/>
                    <a:pt x="5" y="1"/>
                    <a:pt x="8" y="1"/>
                  </a:cubicBezTo>
                  <a:cubicBezTo>
                    <a:pt x="11" y="0"/>
                    <a:pt x="13" y="2"/>
                    <a:pt x="12" y="3"/>
                  </a:cubicBezTo>
                  <a:cubicBezTo>
                    <a:pt x="12" y="5"/>
                    <a:pt x="8" y="6"/>
                    <a:pt x="5" y="6"/>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 name="Freeform 749"/>
            <p:cNvSpPr>
              <a:spLocks noEditPoints="1"/>
            </p:cNvSpPr>
            <p:nvPr/>
          </p:nvSpPr>
          <p:spPr bwMode="auto">
            <a:xfrm>
              <a:off x="668338" y="4743451"/>
              <a:ext cx="44450" cy="20638"/>
            </a:xfrm>
            <a:custGeom>
              <a:avLst/>
              <a:gdLst>
                <a:gd name="T0" fmla="*/ 9 w 16"/>
                <a:gd name="T1" fmla="*/ 1 h 7"/>
                <a:gd name="T2" fmla="*/ 12 w 16"/>
                <a:gd name="T3" fmla="*/ 3 h 7"/>
                <a:gd name="T4" fmla="*/ 7 w 16"/>
                <a:gd name="T5" fmla="*/ 6 h 7"/>
                <a:gd name="T6" fmla="*/ 3 w 16"/>
                <a:gd name="T7" fmla="*/ 3 h 7"/>
                <a:gd name="T8" fmla="*/ 9 w 16"/>
                <a:gd name="T9" fmla="*/ 1 h 7"/>
                <a:gd name="T10" fmla="*/ 9 w 16"/>
                <a:gd name="T11" fmla="*/ 0 h 7"/>
                <a:gd name="T12" fmla="*/ 1 w 16"/>
                <a:gd name="T13" fmla="*/ 3 h 7"/>
                <a:gd name="T14" fmla="*/ 6 w 16"/>
                <a:gd name="T15" fmla="*/ 7 h 7"/>
                <a:gd name="T16" fmla="*/ 15 w 16"/>
                <a:gd name="T17" fmla="*/ 3 h 7"/>
                <a:gd name="T18" fmla="*/ 9 w 16"/>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7">
                  <a:moveTo>
                    <a:pt x="9" y="1"/>
                  </a:moveTo>
                  <a:cubicBezTo>
                    <a:pt x="11" y="1"/>
                    <a:pt x="13" y="2"/>
                    <a:pt x="12" y="3"/>
                  </a:cubicBezTo>
                  <a:cubicBezTo>
                    <a:pt x="11" y="5"/>
                    <a:pt x="9" y="6"/>
                    <a:pt x="7" y="6"/>
                  </a:cubicBezTo>
                  <a:cubicBezTo>
                    <a:pt x="4" y="6"/>
                    <a:pt x="3" y="5"/>
                    <a:pt x="3" y="3"/>
                  </a:cubicBezTo>
                  <a:cubicBezTo>
                    <a:pt x="4" y="2"/>
                    <a:pt x="6" y="1"/>
                    <a:pt x="9" y="1"/>
                  </a:cubicBezTo>
                  <a:moveTo>
                    <a:pt x="9" y="0"/>
                  </a:moveTo>
                  <a:cubicBezTo>
                    <a:pt x="5" y="0"/>
                    <a:pt x="2" y="1"/>
                    <a:pt x="1" y="3"/>
                  </a:cubicBezTo>
                  <a:cubicBezTo>
                    <a:pt x="0" y="5"/>
                    <a:pt x="2" y="7"/>
                    <a:pt x="6" y="7"/>
                  </a:cubicBezTo>
                  <a:cubicBezTo>
                    <a:pt x="10" y="7"/>
                    <a:pt x="14" y="5"/>
                    <a:pt x="15" y="3"/>
                  </a:cubicBezTo>
                  <a:cubicBezTo>
                    <a:pt x="16" y="1"/>
                    <a:pt x="13" y="0"/>
                    <a:pt x="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 name="Freeform 750"/>
            <p:cNvSpPr>
              <a:spLocks/>
            </p:cNvSpPr>
            <p:nvPr/>
          </p:nvSpPr>
          <p:spPr bwMode="auto">
            <a:xfrm>
              <a:off x="1393825" y="4749801"/>
              <a:ext cx="33338" cy="17463"/>
            </a:xfrm>
            <a:custGeom>
              <a:avLst/>
              <a:gdLst>
                <a:gd name="T0" fmla="*/ 5 w 12"/>
                <a:gd name="T1" fmla="*/ 6 h 6"/>
                <a:gd name="T2" fmla="*/ 1 w 12"/>
                <a:gd name="T3" fmla="*/ 3 h 6"/>
                <a:gd name="T4" fmla="*/ 7 w 12"/>
                <a:gd name="T5" fmla="*/ 0 h 6"/>
                <a:gd name="T6" fmla="*/ 11 w 12"/>
                <a:gd name="T7" fmla="*/ 3 h 6"/>
                <a:gd name="T8" fmla="*/ 5 w 12"/>
                <a:gd name="T9" fmla="*/ 6 h 6"/>
              </a:gdLst>
              <a:ahLst/>
              <a:cxnLst>
                <a:cxn ang="0">
                  <a:pos x="T0" y="T1"/>
                </a:cxn>
                <a:cxn ang="0">
                  <a:pos x="T2" y="T3"/>
                </a:cxn>
                <a:cxn ang="0">
                  <a:pos x="T4" y="T5"/>
                </a:cxn>
                <a:cxn ang="0">
                  <a:pos x="T6" y="T7"/>
                </a:cxn>
                <a:cxn ang="0">
                  <a:pos x="T8" y="T9"/>
                </a:cxn>
              </a:cxnLst>
              <a:rect l="0" t="0" r="r" b="b"/>
              <a:pathLst>
                <a:path w="12" h="6">
                  <a:moveTo>
                    <a:pt x="5" y="6"/>
                  </a:moveTo>
                  <a:cubicBezTo>
                    <a:pt x="2" y="6"/>
                    <a:pt x="0" y="4"/>
                    <a:pt x="1" y="3"/>
                  </a:cubicBezTo>
                  <a:cubicBezTo>
                    <a:pt x="2" y="1"/>
                    <a:pt x="5" y="0"/>
                    <a:pt x="7" y="0"/>
                  </a:cubicBezTo>
                  <a:cubicBezTo>
                    <a:pt x="10" y="0"/>
                    <a:pt x="12" y="1"/>
                    <a:pt x="11" y="3"/>
                  </a:cubicBezTo>
                  <a:cubicBezTo>
                    <a:pt x="11" y="4"/>
                    <a:pt x="8" y="6"/>
                    <a:pt x="5" y="6"/>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 name="Freeform 751"/>
            <p:cNvSpPr>
              <a:spLocks noEditPoints="1"/>
            </p:cNvSpPr>
            <p:nvPr/>
          </p:nvSpPr>
          <p:spPr bwMode="auto">
            <a:xfrm>
              <a:off x="1390650" y="4746626"/>
              <a:ext cx="39688" cy="20638"/>
            </a:xfrm>
            <a:custGeom>
              <a:avLst/>
              <a:gdLst>
                <a:gd name="T0" fmla="*/ 8 w 14"/>
                <a:gd name="T1" fmla="*/ 2 h 7"/>
                <a:gd name="T2" fmla="*/ 11 w 14"/>
                <a:gd name="T3" fmla="*/ 4 h 7"/>
                <a:gd name="T4" fmla="*/ 6 w 14"/>
                <a:gd name="T5" fmla="*/ 6 h 7"/>
                <a:gd name="T6" fmla="*/ 3 w 14"/>
                <a:gd name="T7" fmla="*/ 4 h 7"/>
                <a:gd name="T8" fmla="*/ 8 w 14"/>
                <a:gd name="T9" fmla="*/ 2 h 7"/>
                <a:gd name="T10" fmla="*/ 9 w 14"/>
                <a:gd name="T11" fmla="*/ 0 h 7"/>
                <a:gd name="T12" fmla="*/ 1 w 14"/>
                <a:gd name="T13" fmla="*/ 4 h 7"/>
                <a:gd name="T14" fmla="*/ 6 w 14"/>
                <a:gd name="T15" fmla="*/ 7 h 7"/>
                <a:gd name="T16" fmla="*/ 14 w 14"/>
                <a:gd name="T17" fmla="*/ 4 h 7"/>
                <a:gd name="T18" fmla="*/ 9 w 14"/>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7">
                  <a:moveTo>
                    <a:pt x="8" y="2"/>
                  </a:moveTo>
                  <a:cubicBezTo>
                    <a:pt x="10" y="2"/>
                    <a:pt x="12" y="3"/>
                    <a:pt x="11" y="4"/>
                  </a:cubicBezTo>
                  <a:cubicBezTo>
                    <a:pt x="11" y="5"/>
                    <a:pt x="8" y="6"/>
                    <a:pt x="6" y="6"/>
                  </a:cubicBezTo>
                  <a:cubicBezTo>
                    <a:pt x="4" y="6"/>
                    <a:pt x="3" y="5"/>
                    <a:pt x="3" y="4"/>
                  </a:cubicBezTo>
                  <a:cubicBezTo>
                    <a:pt x="4" y="3"/>
                    <a:pt x="6" y="2"/>
                    <a:pt x="8" y="2"/>
                  </a:cubicBezTo>
                  <a:moveTo>
                    <a:pt x="9" y="0"/>
                  </a:moveTo>
                  <a:cubicBezTo>
                    <a:pt x="5" y="0"/>
                    <a:pt x="2" y="2"/>
                    <a:pt x="1" y="4"/>
                  </a:cubicBezTo>
                  <a:cubicBezTo>
                    <a:pt x="0" y="6"/>
                    <a:pt x="2" y="7"/>
                    <a:pt x="6" y="7"/>
                  </a:cubicBezTo>
                  <a:cubicBezTo>
                    <a:pt x="9" y="7"/>
                    <a:pt x="13" y="6"/>
                    <a:pt x="14" y="4"/>
                  </a:cubicBezTo>
                  <a:cubicBezTo>
                    <a:pt x="14" y="2"/>
                    <a:pt x="12" y="0"/>
                    <a:pt x="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 name="Freeform 752"/>
            <p:cNvSpPr>
              <a:spLocks/>
            </p:cNvSpPr>
            <p:nvPr/>
          </p:nvSpPr>
          <p:spPr bwMode="auto">
            <a:xfrm>
              <a:off x="644525" y="4833938"/>
              <a:ext cx="95250" cy="39688"/>
            </a:xfrm>
            <a:custGeom>
              <a:avLst/>
              <a:gdLst>
                <a:gd name="T0" fmla="*/ 14 w 34"/>
                <a:gd name="T1" fmla="*/ 14 h 14"/>
                <a:gd name="T2" fmla="*/ 2 w 34"/>
                <a:gd name="T3" fmla="*/ 7 h 14"/>
                <a:gd name="T4" fmla="*/ 21 w 34"/>
                <a:gd name="T5" fmla="*/ 0 h 14"/>
                <a:gd name="T6" fmla="*/ 32 w 34"/>
                <a:gd name="T7" fmla="*/ 7 h 14"/>
                <a:gd name="T8" fmla="*/ 14 w 34"/>
                <a:gd name="T9" fmla="*/ 14 h 14"/>
              </a:gdLst>
              <a:ahLst/>
              <a:cxnLst>
                <a:cxn ang="0">
                  <a:pos x="T0" y="T1"/>
                </a:cxn>
                <a:cxn ang="0">
                  <a:pos x="T2" y="T3"/>
                </a:cxn>
                <a:cxn ang="0">
                  <a:pos x="T4" y="T5"/>
                </a:cxn>
                <a:cxn ang="0">
                  <a:pos x="T6" y="T7"/>
                </a:cxn>
                <a:cxn ang="0">
                  <a:pos x="T8" y="T9"/>
                </a:cxn>
              </a:cxnLst>
              <a:rect l="0" t="0" r="r" b="b"/>
              <a:pathLst>
                <a:path w="34" h="14">
                  <a:moveTo>
                    <a:pt x="14" y="14"/>
                  </a:moveTo>
                  <a:cubicBezTo>
                    <a:pt x="5" y="14"/>
                    <a:pt x="0" y="11"/>
                    <a:pt x="2" y="7"/>
                  </a:cubicBezTo>
                  <a:cubicBezTo>
                    <a:pt x="4" y="3"/>
                    <a:pt x="12" y="0"/>
                    <a:pt x="21" y="0"/>
                  </a:cubicBezTo>
                  <a:cubicBezTo>
                    <a:pt x="29" y="0"/>
                    <a:pt x="34" y="3"/>
                    <a:pt x="32" y="7"/>
                  </a:cubicBezTo>
                  <a:cubicBezTo>
                    <a:pt x="30" y="11"/>
                    <a:pt x="22" y="14"/>
                    <a:pt x="14" y="14"/>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 name="Freeform 753"/>
            <p:cNvSpPr>
              <a:spLocks noEditPoints="1"/>
            </p:cNvSpPr>
            <p:nvPr/>
          </p:nvSpPr>
          <p:spPr bwMode="auto">
            <a:xfrm>
              <a:off x="642938" y="4830763"/>
              <a:ext cx="103188" cy="44450"/>
            </a:xfrm>
            <a:custGeom>
              <a:avLst/>
              <a:gdLst>
                <a:gd name="T0" fmla="*/ 21 w 37"/>
                <a:gd name="T1" fmla="*/ 1 h 16"/>
                <a:gd name="T2" fmla="*/ 32 w 37"/>
                <a:gd name="T3" fmla="*/ 8 h 16"/>
                <a:gd name="T4" fmla="*/ 15 w 37"/>
                <a:gd name="T5" fmla="*/ 14 h 16"/>
                <a:gd name="T6" fmla="*/ 4 w 37"/>
                <a:gd name="T7" fmla="*/ 8 h 16"/>
                <a:gd name="T8" fmla="*/ 21 w 37"/>
                <a:gd name="T9" fmla="*/ 1 h 16"/>
                <a:gd name="T10" fmla="*/ 22 w 37"/>
                <a:gd name="T11" fmla="*/ 0 h 16"/>
                <a:gd name="T12" fmla="*/ 2 w 37"/>
                <a:gd name="T13" fmla="*/ 8 h 16"/>
                <a:gd name="T14" fmla="*/ 14 w 37"/>
                <a:gd name="T15" fmla="*/ 16 h 16"/>
                <a:gd name="T16" fmla="*/ 34 w 37"/>
                <a:gd name="T17" fmla="*/ 8 h 16"/>
                <a:gd name="T18" fmla="*/ 22 w 37"/>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16">
                  <a:moveTo>
                    <a:pt x="21" y="1"/>
                  </a:moveTo>
                  <a:cubicBezTo>
                    <a:pt x="29" y="1"/>
                    <a:pt x="34" y="4"/>
                    <a:pt x="32" y="8"/>
                  </a:cubicBezTo>
                  <a:cubicBezTo>
                    <a:pt x="30" y="11"/>
                    <a:pt x="23" y="14"/>
                    <a:pt x="15" y="14"/>
                  </a:cubicBezTo>
                  <a:cubicBezTo>
                    <a:pt x="7" y="14"/>
                    <a:pt x="3" y="12"/>
                    <a:pt x="4" y="8"/>
                  </a:cubicBezTo>
                  <a:cubicBezTo>
                    <a:pt x="6" y="4"/>
                    <a:pt x="14" y="1"/>
                    <a:pt x="21" y="1"/>
                  </a:cubicBezTo>
                  <a:moveTo>
                    <a:pt x="22" y="0"/>
                  </a:moveTo>
                  <a:cubicBezTo>
                    <a:pt x="13" y="0"/>
                    <a:pt x="4" y="4"/>
                    <a:pt x="2" y="8"/>
                  </a:cubicBezTo>
                  <a:cubicBezTo>
                    <a:pt x="0" y="12"/>
                    <a:pt x="5" y="16"/>
                    <a:pt x="14" y="16"/>
                  </a:cubicBezTo>
                  <a:cubicBezTo>
                    <a:pt x="23" y="16"/>
                    <a:pt x="32" y="12"/>
                    <a:pt x="34" y="8"/>
                  </a:cubicBezTo>
                  <a:cubicBezTo>
                    <a:pt x="37" y="3"/>
                    <a:pt x="31" y="0"/>
                    <a:pt x="2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 name="Freeform 754"/>
            <p:cNvSpPr>
              <a:spLocks/>
            </p:cNvSpPr>
            <p:nvPr/>
          </p:nvSpPr>
          <p:spPr bwMode="auto">
            <a:xfrm>
              <a:off x="471488" y="4775201"/>
              <a:ext cx="157163" cy="66675"/>
            </a:xfrm>
            <a:custGeom>
              <a:avLst/>
              <a:gdLst>
                <a:gd name="T0" fmla="*/ 22 w 56"/>
                <a:gd name="T1" fmla="*/ 24 h 24"/>
                <a:gd name="T2" fmla="*/ 3 w 56"/>
                <a:gd name="T3" fmla="*/ 12 h 24"/>
                <a:gd name="T4" fmla="*/ 34 w 56"/>
                <a:gd name="T5" fmla="*/ 0 h 24"/>
                <a:gd name="T6" fmla="*/ 52 w 56"/>
                <a:gd name="T7" fmla="*/ 12 h 24"/>
                <a:gd name="T8" fmla="*/ 22 w 56"/>
                <a:gd name="T9" fmla="*/ 24 h 24"/>
              </a:gdLst>
              <a:ahLst/>
              <a:cxnLst>
                <a:cxn ang="0">
                  <a:pos x="T0" y="T1"/>
                </a:cxn>
                <a:cxn ang="0">
                  <a:pos x="T2" y="T3"/>
                </a:cxn>
                <a:cxn ang="0">
                  <a:pos x="T4" y="T5"/>
                </a:cxn>
                <a:cxn ang="0">
                  <a:pos x="T6" y="T7"/>
                </a:cxn>
                <a:cxn ang="0">
                  <a:pos x="T8" y="T9"/>
                </a:cxn>
              </a:cxnLst>
              <a:rect l="0" t="0" r="r" b="b"/>
              <a:pathLst>
                <a:path w="56" h="24">
                  <a:moveTo>
                    <a:pt x="22" y="24"/>
                  </a:moveTo>
                  <a:cubicBezTo>
                    <a:pt x="8" y="24"/>
                    <a:pt x="0" y="19"/>
                    <a:pt x="3" y="12"/>
                  </a:cubicBezTo>
                  <a:cubicBezTo>
                    <a:pt x="6" y="6"/>
                    <a:pt x="20" y="0"/>
                    <a:pt x="34" y="0"/>
                  </a:cubicBezTo>
                  <a:cubicBezTo>
                    <a:pt x="47" y="0"/>
                    <a:pt x="56" y="6"/>
                    <a:pt x="52" y="12"/>
                  </a:cubicBezTo>
                  <a:cubicBezTo>
                    <a:pt x="49" y="19"/>
                    <a:pt x="36" y="24"/>
                    <a:pt x="22" y="24"/>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 name="Freeform 755"/>
            <p:cNvSpPr>
              <a:spLocks noEditPoints="1"/>
            </p:cNvSpPr>
            <p:nvPr/>
          </p:nvSpPr>
          <p:spPr bwMode="auto">
            <a:xfrm>
              <a:off x="465138" y="4775201"/>
              <a:ext cx="166688" cy="69850"/>
            </a:xfrm>
            <a:custGeom>
              <a:avLst/>
              <a:gdLst>
                <a:gd name="T0" fmla="*/ 35 w 59"/>
                <a:gd name="T1" fmla="*/ 1 h 25"/>
                <a:gd name="T2" fmla="*/ 53 w 59"/>
                <a:gd name="T3" fmla="*/ 12 h 25"/>
                <a:gd name="T4" fmla="*/ 24 w 59"/>
                <a:gd name="T5" fmla="*/ 23 h 25"/>
                <a:gd name="T6" fmla="*/ 6 w 59"/>
                <a:gd name="T7" fmla="*/ 12 h 25"/>
                <a:gd name="T8" fmla="*/ 35 w 59"/>
                <a:gd name="T9" fmla="*/ 1 h 25"/>
                <a:gd name="T10" fmla="*/ 36 w 59"/>
                <a:gd name="T11" fmla="*/ 0 h 25"/>
                <a:gd name="T12" fmla="*/ 3 w 59"/>
                <a:gd name="T13" fmla="*/ 12 h 25"/>
                <a:gd name="T14" fmla="*/ 24 w 59"/>
                <a:gd name="T15" fmla="*/ 25 h 25"/>
                <a:gd name="T16" fmla="*/ 56 w 59"/>
                <a:gd name="T17" fmla="*/ 12 h 25"/>
                <a:gd name="T18" fmla="*/ 36 w 59"/>
                <a:gd name="T1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 h="25">
                  <a:moveTo>
                    <a:pt x="35" y="1"/>
                  </a:moveTo>
                  <a:cubicBezTo>
                    <a:pt x="48" y="1"/>
                    <a:pt x="56" y="6"/>
                    <a:pt x="53" y="12"/>
                  </a:cubicBezTo>
                  <a:cubicBezTo>
                    <a:pt x="50" y="18"/>
                    <a:pt x="37" y="23"/>
                    <a:pt x="24" y="23"/>
                  </a:cubicBezTo>
                  <a:cubicBezTo>
                    <a:pt x="11" y="23"/>
                    <a:pt x="3" y="19"/>
                    <a:pt x="6" y="12"/>
                  </a:cubicBezTo>
                  <a:cubicBezTo>
                    <a:pt x="9" y="6"/>
                    <a:pt x="22" y="1"/>
                    <a:pt x="35" y="1"/>
                  </a:cubicBezTo>
                  <a:moveTo>
                    <a:pt x="36" y="0"/>
                  </a:moveTo>
                  <a:cubicBezTo>
                    <a:pt x="21" y="0"/>
                    <a:pt x="7" y="5"/>
                    <a:pt x="3" y="12"/>
                  </a:cubicBezTo>
                  <a:cubicBezTo>
                    <a:pt x="0" y="19"/>
                    <a:pt x="9" y="25"/>
                    <a:pt x="24" y="25"/>
                  </a:cubicBezTo>
                  <a:cubicBezTo>
                    <a:pt x="38" y="25"/>
                    <a:pt x="52" y="19"/>
                    <a:pt x="56" y="12"/>
                  </a:cubicBezTo>
                  <a:cubicBezTo>
                    <a:pt x="59" y="5"/>
                    <a:pt x="50" y="0"/>
                    <a:pt x="3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 name="Freeform 756"/>
            <p:cNvSpPr>
              <a:spLocks/>
            </p:cNvSpPr>
            <p:nvPr/>
          </p:nvSpPr>
          <p:spPr bwMode="auto">
            <a:xfrm>
              <a:off x="717550" y="4702176"/>
              <a:ext cx="153988" cy="66675"/>
            </a:xfrm>
            <a:custGeom>
              <a:avLst/>
              <a:gdLst>
                <a:gd name="T0" fmla="*/ 22 w 55"/>
                <a:gd name="T1" fmla="*/ 24 h 24"/>
                <a:gd name="T2" fmla="*/ 3 w 55"/>
                <a:gd name="T3" fmla="*/ 12 h 24"/>
                <a:gd name="T4" fmla="*/ 33 w 55"/>
                <a:gd name="T5" fmla="*/ 0 h 24"/>
                <a:gd name="T6" fmla="*/ 51 w 55"/>
                <a:gd name="T7" fmla="*/ 12 h 24"/>
                <a:gd name="T8" fmla="*/ 22 w 55"/>
                <a:gd name="T9" fmla="*/ 24 h 24"/>
              </a:gdLst>
              <a:ahLst/>
              <a:cxnLst>
                <a:cxn ang="0">
                  <a:pos x="T0" y="T1"/>
                </a:cxn>
                <a:cxn ang="0">
                  <a:pos x="T2" y="T3"/>
                </a:cxn>
                <a:cxn ang="0">
                  <a:pos x="T4" y="T5"/>
                </a:cxn>
                <a:cxn ang="0">
                  <a:pos x="T6" y="T7"/>
                </a:cxn>
                <a:cxn ang="0">
                  <a:pos x="T8" y="T9"/>
                </a:cxn>
              </a:cxnLst>
              <a:rect l="0" t="0" r="r" b="b"/>
              <a:pathLst>
                <a:path w="55" h="24">
                  <a:moveTo>
                    <a:pt x="22" y="24"/>
                  </a:moveTo>
                  <a:cubicBezTo>
                    <a:pt x="8" y="24"/>
                    <a:pt x="0" y="19"/>
                    <a:pt x="3" y="12"/>
                  </a:cubicBezTo>
                  <a:cubicBezTo>
                    <a:pt x="6" y="5"/>
                    <a:pt x="20" y="0"/>
                    <a:pt x="33" y="0"/>
                  </a:cubicBezTo>
                  <a:cubicBezTo>
                    <a:pt x="47" y="0"/>
                    <a:pt x="55" y="5"/>
                    <a:pt x="51" y="12"/>
                  </a:cubicBezTo>
                  <a:cubicBezTo>
                    <a:pt x="48" y="19"/>
                    <a:pt x="35" y="24"/>
                    <a:pt x="22" y="24"/>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 name="Freeform 757"/>
            <p:cNvSpPr>
              <a:spLocks noEditPoints="1"/>
            </p:cNvSpPr>
            <p:nvPr/>
          </p:nvSpPr>
          <p:spPr bwMode="auto">
            <a:xfrm>
              <a:off x="712788" y="4699001"/>
              <a:ext cx="161925" cy="73025"/>
            </a:xfrm>
            <a:custGeom>
              <a:avLst/>
              <a:gdLst>
                <a:gd name="T0" fmla="*/ 35 w 58"/>
                <a:gd name="T1" fmla="*/ 1 h 26"/>
                <a:gd name="T2" fmla="*/ 52 w 58"/>
                <a:gd name="T3" fmla="*/ 13 h 26"/>
                <a:gd name="T4" fmla="*/ 24 w 58"/>
                <a:gd name="T5" fmla="*/ 25 h 26"/>
                <a:gd name="T6" fmla="*/ 7 w 58"/>
                <a:gd name="T7" fmla="*/ 13 h 26"/>
                <a:gd name="T8" fmla="*/ 35 w 58"/>
                <a:gd name="T9" fmla="*/ 1 h 26"/>
                <a:gd name="T10" fmla="*/ 36 w 58"/>
                <a:gd name="T11" fmla="*/ 0 h 26"/>
                <a:gd name="T12" fmla="*/ 4 w 58"/>
                <a:gd name="T13" fmla="*/ 13 h 26"/>
                <a:gd name="T14" fmla="*/ 23 w 58"/>
                <a:gd name="T15" fmla="*/ 26 h 26"/>
                <a:gd name="T16" fmla="*/ 55 w 58"/>
                <a:gd name="T17" fmla="*/ 13 h 26"/>
                <a:gd name="T18" fmla="*/ 36 w 58"/>
                <a:gd name="T19"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26">
                  <a:moveTo>
                    <a:pt x="35" y="1"/>
                  </a:moveTo>
                  <a:cubicBezTo>
                    <a:pt x="48" y="1"/>
                    <a:pt x="55" y="7"/>
                    <a:pt x="52" y="13"/>
                  </a:cubicBezTo>
                  <a:cubicBezTo>
                    <a:pt x="49" y="20"/>
                    <a:pt x="36" y="25"/>
                    <a:pt x="24" y="25"/>
                  </a:cubicBezTo>
                  <a:cubicBezTo>
                    <a:pt x="11" y="25"/>
                    <a:pt x="3" y="20"/>
                    <a:pt x="7" y="13"/>
                  </a:cubicBezTo>
                  <a:cubicBezTo>
                    <a:pt x="10" y="7"/>
                    <a:pt x="22" y="1"/>
                    <a:pt x="35" y="1"/>
                  </a:cubicBezTo>
                  <a:moveTo>
                    <a:pt x="36" y="0"/>
                  </a:moveTo>
                  <a:cubicBezTo>
                    <a:pt x="22" y="0"/>
                    <a:pt x="7" y="6"/>
                    <a:pt x="4" y="13"/>
                  </a:cubicBezTo>
                  <a:cubicBezTo>
                    <a:pt x="0" y="20"/>
                    <a:pt x="9" y="26"/>
                    <a:pt x="23" y="26"/>
                  </a:cubicBezTo>
                  <a:cubicBezTo>
                    <a:pt x="37" y="26"/>
                    <a:pt x="51" y="20"/>
                    <a:pt x="55" y="13"/>
                  </a:cubicBezTo>
                  <a:cubicBezTo>
                    <a:pt x="58" y="6"/>
                    <a:pt x="50" y="0"/>
                    <a:pt x="3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 name="Freeform 758"/>
            <p:cNvSpPr>
              <a:spLocks/>
            </p:cNvSpPr>
            <p:nvPr/>
          </p:nvSpPr>
          <p:spPr bwMode="auto">
            <a:xfrm>
              <a:off x="1649413" y="5072063"/>
              <a:ext cx="44450" cy="20638"/>
            </a:xfrm>
            <a:custGeom>
              <a:avLst/>
              <a:gdLst>
                <a:gd name="T0" fmla="*/ 7 w 16"/>
                <a:gd name="T1" fmla="*/ 7 h 7"/>
                <a:gd name="T2" fmla="*/ 1 w 16"/>
                <a:gd name="T3" fmla="*/ 4 h 7"/>
                <a:gd name="T4" fmla="*/ 10 w 16"/>
                <a:gd name="T5" fmla="*/ 0 h 7"/>
                <a:gd name="T6" fmla="*/ 15 w 16"/>
                <a:gd name="T7" fmla="*/ 4 h 7"/>
                <a:gd name="T8" fmla="*/ 7 w 16"/>
                <a:gd name="T9" fmla="*/ 7 h 7"/>
              </a:gdLst>
              <a:ahLst/>
              <a:cxnLst>
                <a:cxn ang="0">
                  <a:pos x="T0" y="T1"/>
                </a:cxn>
                <a:cxn ang="0">
                  <a:pos x="T2" y="T3"/>
                </a:cxn>
                <a:cxn ang="0">
                  <a:pos x="T4" y="T5"/>
                </a:cxn>
                <a:cxn ang="0">
                  <a:pos x="T6" y="T7"/>
                </a:cxn>
                <a:cxn ang="0">
                  <a:pos x="T8" y="T9"/>
                </a:cxn>
              </a:cxnLst>
              <a:rect l="0" t="0" r="r" b="b"/>
              <a:pathLst>
                <a:path w="16" h="7">
                  <a:moveTo>
                    <a:pt x="7" y="7"/>
                  </a:moveTo>
                  <a:cubicBezTo>
                    <a:pt x="3" y="7"/>
                    <a:pt x="0" y="6"/>
                    <a:pt x="1" y="4"/>
                  </a:cubicBezTo>
                  <a:cubicBezTo>
                    <a:pt x="2" y="2"/>
                    <a:pt x="6" y="0"/>
                    <a:pt x="10" y="0"/>
                  </a:cubicBezTo>
                  <a:cubicBezTo>
                    <a:pt x="14" y="0"/>
                    <a:pt x="16" y="2"/>
                    <a:pt x="15" y="4"/>
                  </a:cubicBezTo>
                  <a:cubicBezTo>
                    <a:pt x="15" y="6"/>
                    <a:pt x="11" y="7"/>
                    <a:pt x="7" y="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 name="Freeform 759"/>
            <p:cNvSpPr>
              <a:spLocks noEditPoints="1"/>
            </p:cNvSpPr>
            <p:nvPr/>
          </p:nvSpPr>
          <p:spPr bwMode="auto">
            <a:xfrm>
              <a:off x="1646238" y="5072063"/>
              <a:ext cx="52388" cy="22225"/>
            </a:xfrm>
            <a:custGeom>
              <a:avLst/>
              <a:gdLst>
                <a:gd name="T0" fmla="*/ 10 w 19"/>
                <a:gd name="T1" fmla="*/ 1 h 8"/>
                <a:gd name="T2" fmla="*/ 15 w 19"/>
                <a:gd name="T3" fmla="*/ 4 h 8"/>
                <a:gd name="T4" fmla="*/ 8 w 19"/>
                <a:gd name="T5" fmla="*/ 7 h 8"/>
                <a:gd name="T6" fmla="*/ 3 w 19"/>
                <a:gd name="T7" fmla="*/ 4 h 8"/>
                <a:gd name="T8" fmla="*/ 10 w 19"/>
                <a:gd name="T9" fmla="*/ 1 h 8"/>
                <a:gd name="T10" fmla="*/ 11 w 19"/>
                <a:gd name="T11" fmla="*/ 0 h 8"/>
                <a:gd name="T12" fmla="*/ 1 w 19"/>
                <a:gd name="T13" fmla="*/ 4 h 8"/>
                <a:gd name="T14" fmla="*/ 8 w 19"/>
                <a:gd name="T15" fmla="*/ 8 h 8"/>
                <a:gd name="T16" fmla="*/ 18 w 19"/>
                <a:gd name="T17" fmla="*/ 4 h 8"/>
                <a:gd name="T18" fmla="*/ 11 w 19"/>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8">
                  <a:moveTo>
                    <a:pt x="10" y="1"/>
                  </a:moveTo>
                  <a:cubicBezTo>
                    <a:pt x="14" y="1"/>
                    <a:pt x="16" y="2"/>
                    <a:pt x="15" y="4"/>
                  </a:cubicBezTo>
                  <a:cubicBezTo>
                    <a:pt x="15" y="5"/>
                    <a:pt x="11" y="7"/>
                    <a:pt x="8" y="7"/>
                  </a:cubicBezTo>
                  <a:cubicBezTo>
                    <a:pt x="5" y="7"/>
                    <a:pt x="3" y="5"/>
                    <a:pt x="3" y="4"/>
                  </a:cubicBezTo>
                  <a:cubicBezTo>
                    <a:pt x="4" y="2"/>
                    <a:pt x="7" y="1"/>
                    <a:pt x="10" y="1"/>
                  </a:cubicBezTo>
                  <a:moveTo>
                    <a:pt x="11" y="0"/>
                  </a:moveTo>
                  <a:cubicBezTo>
                    <a:pt x="6" y="0"/>
                    <a:pt x="2" y="2"/>
                    <a:pt x="1" y="4"/>
                  </a:cubicBezTo>
                  <a:cubicBezTo>
                    <a:pt x="0" y="6"/>
                    <a:pt x="3" y="8"/>
                    <a:pt x="8" y="8"/>
                  </a:cubicBezTo>
                  <a:cubicBezTo>
                    <a:pt x="12" y="8"/>
                    <a:pt x="17" y="6"/>
                    <a:pt x="18" y="4"/>
                  </a:cubicBezTo>
                  <a:cubicBezTo>
                    <a:pt x="19" y="2"/>
                    <a:pt x="16" y="0"/>
                    <a:pt x="1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 name="Freeform 760"/>
            <p:cNvSpPr>
              <a:spLocks/>
            </p:cNvSpPr>
            <p:nvPr/>
          </p:nvSpPr>
          <p:spPr bwMode="auto">
            <a:xfrm>
              <a:off x="1639888" y="5005388"/>
              <a:ext cx="46038" cy="19050"/>
            </a:xfrm>
            <a:custGeom>
              <a:avLst/>
              <a:gdLst>
                <a:gd name="T0" fmla="*/ 7 w 16"/>
                <a:gd name="T1" fmla="*/ 7 h 7"/>
                <a:gd name="T2" fmla="*/ 1 w 16"/>
                <a:gd name="T3" fmla="*/ 3 h 7"/>
                <a:gd name="T4" fmla="*/ 10 w 16"/>
                <a:gd name="T5" fmla="*/ 0 h 7"/>
                <a:gd name="T6" fmla="*/ 16 w 16"/>
                <a:gd name="T7" fmla="*/ 3 h 7"/>
                <a:gd name="T8" fmla="*/ 7 w 16"/>
                <a:gd name="T9" fmla="*/ 7 h 7"/>
              </a:gdLst>
              <a:ahLst/>
              <a:cxnLst>
                <a:cxn ang="0">
                  <a:pos x="T0" y="T1"/>
                </a:cxn>
                <a:cxn ang="0">
                  <a:pos x="T2" y="T3"/>
                </a:cxn>
                <a:cxn ang="0">
                  <a:pos x="T4" y="T5"/>
                </a:cxn>
                <a:cxn ang="0">
                  <a:pos x="T6" y="T7"/>
                </a:cxn>
                <a:cxn ang="0">
                  <a:pos x="T8" y="T9"/>
                </a:cxn>
              </a:cxnLst>
              <a:rect l="0" t="0" r="r" b="b"/>
              <a:pathLst>
                <a:path w="16" h="7">
                  <a:moveTo>
                    <a:pt x="7" y="7"/>
                  </a:moveTo>
                  <a:cubicBezTo>
                    <a:pt x="3" y="7"/>
                    <a:pt x="0" y="5"/>
                    <a:pt x="1" y="3"/>
                  </a:cubicBezTo>
                  <a:cubicBezTo>
                    <a:pt x="2" y="1"/>
                    <a:pt x="6" y="0"/>
                    <a:pt x="10" y="0"/>
                  </a:cubicBezTo>
                  <a:cubicBezTo>
                    <a:pt x="14" y="0"/>
                    <a:pt x="16" y="1"/>
                    <a:pt x="16" y="3"/>
                  </a:cubicBezTo>
                  <a:cubicBezTo>
                    <a:pt x="15" y="5"/>
                    <a:pt x="11" y="7"/>
                    <a:pt x="7" y="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 name="Freeform 761"/>
            <p:cNvSpPr>
              <a:spLocks noEditPoints="1"/>
            </p:cNvSpPr>
            <p:nvPr/>
          </p:nvSpPr>
          <p:spPr bwMode="auto">
            <a:xfrm>
              <a:off x="1638300" y="5002213"/>
              <a:ext cx="52388" cy="25400"/>
            </a:xfrm>
            <a:custGeom>
              <a:avLst/>
              <a:gdLst>
                <a:gd name="T0" fmla="*/ 11 w 19"/>
                <a:gd name="T1" fmla="*/ 1 h 9"/>
                <a:gd name="T2" fmla="*/ 15 w 19"/>
                <a:gd name="T3" fmla="*/ 4 h 9"/>
                <a:gd name="T4" fmla="*/ 8 w 19"/>
                <a:gd name="T5" fmla="*/ 7 h 9"/>
                <a:gd name="T6" fmla="*/ 3 w 19"/>
                <a:gd name="T7" fmla="*/ 4 h 9"/>
                <a:gd name="T8" fmla="*/ 11 w 19"/>
                <a:gd name="T9" fmla="*/ 1 h 9"/>
                <a:gd name="T10" fmla="*/ 11 w 19"/>
                <a:gd name="T11" fmla="*/ 0 h 9"/>
                <a:gd name="T12" fmla="*/ 1 w 19"/>
                <a:gd name="T13" fmla="*/ 4 h 9"/>
                <a:gd name="T14" fmla="*/ 8 w 19"/>
                <a:gd name="T15" fmla="*/ 9 h 9"/>
                <a:gd name="T16" fmla="*/ 18 w 19"/>
                <a:gd name="T17" fmla="*/ 4 h 9"/>
                <a:gd name="T18" fmla="*/ 11 w 19"/>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9">
                  <a:moveTo>
                    <a:pt x="11" y="1"/>
                  </a:moveTo>
                  <a:cubicBezTo>
                    <a:pt x="14" y="1"/>
                    <a:pt x="16" y="3"/>
                    <a:pt x="15" y="4"/>
                  </a:cubicBezTo>
                  <a:cubicBezTo>
                    <a:pt x="15" y="6"/>
                    <a:pt x="11" y="7"/>
                    <a:pt x="8" y="7"/>
                  </a:cubicBezTo>
                  <a:cubicBezTo>
                    <a:pt x="5" y="7"/>
                    <a:pt x="3" y="6"/>
                    <a:pt x="3" y="4"/>
                  </a:cubicBezTo>
                  <a:cubicBezTo>
                    <a:pt x="4" y="3"/>
                    <a:pt x="7" y="1"/>
                    <a:pt x="11" y="1"/>
                  </a:cubicBezTo>
                  <a:moveTo>
                    <a:pt x="11" y="0"/>
                  </a:moveTo>
                  <a:cubicBezTo>
                    <a:pt x="7" y="0"/>
                    <a:pt x="2" y="2"/>
                    <a:pt x="1" y="4"/>
                  </a:cubicBezTo>
                  <a:cubicBezTo>
                    <a:pt x="0" y="7"/>
                    <a:pt x="3" y="9"/>
                    <a:pt x="8" y="9"/>
                  </a:cubicBezTo>
                  <a:cubicBezTo>
                    <a:pt x="12" y="8"/>
                    <a:pt x="17" y="7"/>
                    <a:pt x="18" y="4"/>
                  </a:cubicBezTo>
                  <a:cubicBezTo>
                    <a:pt x="19" y="2"/>
                    <a:pt x="16" y="0"/>
                    <a:pt x="1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 name="Freeform 762"/>
            <p:cNvSpPr>
              <a:spLocks/>
            </p:cNvSpPr>
            <p:nvPr/>
          </p:nvSpPr>
          <p:spPr bwMode="auto">
            <a:xfrm>
              <a:off x="1195388" y="5111751"/>
              <a:ext cx="33338" cy="14288"/>
            </a:xfrm>
            <a:custGeom>
              <a:avLst/>
              <a:gdLst>
                <a:gd name="T0" fmla="*/ 5 w 12"/>
                <a:gd name="T1" fmla="*/ 5 h 5"/>
                <a:gd name="T2" fmla="*/ 0 w 12"/>
                <a:gd name="T3" fmla="*/ 2 h 5"/>
                <a:gd name="T4" fmla="*/ 7 w 12"/>
                <a:gd name="T5" fmla="*/ 0 h 5"/>
                <a:gd name="T6" fmla="*/ 11 w 12"/>
                <a:gd name="T7" fmla="*/ 2 h 5"/>
                <a:gd name="T8" fmla="*/ 5 w 12"/>
                <a:gd name="T9" fmla="*/ 5 h 5"/>
              </a:gdLst>
              <a:ahLst/>
              <a:cxnLst>
                <a:cxn ang="0">
                  <a:pos x="T0" y="T1"/>
                </a:cxn>
                <a:cxn ang="0">
                  <a:pos x="T2" y="T3"/>
                </a:cxn>
                <a:cxn ang="0">
                  <a:pos x="T4" y="T5"/>
                </a:cxn>
                <a:cxn ang="0">
                  <a:pos x="T6" y="T7"/>
                </a:cxn>
                <a:cxn ang="0">
                  <a:pos x="T8" y="T9"/>
                </a:cxn>
              </a:cxnLst>
              <a:rect l="0" t="0" r="r" b="b"/>
              <a:pathLst>
                <a:path w="12" h="5">
                  <a:moveTo>
                    <a:pt x="5" y="5"/>
                  </a:moveTo>
                  <a:cubicBezTo>
                    <a:pt x="2" y="5"/>
                    <a:pt x="0" y="4"/>
                    <a:pt x="0" y="2"/>
                  </a:cubicBezTo>
                  <a:cubicBezTo>
                    <a:pt x="1" y="1"/>
                    <a:pt x="4" y="0"/>
                    <a:pt x="7" y="0"/>
                  </a:cubicBezTo>
                  <a:cubicBezTo>
                    <a:pt x="10" y="0"/>
                    <a:pt x="12" y="1"/>
                    <a:pt x="11" y="2"/>
                  </a:cubicBezTo>
                  <a:cubicBezTo>
                    <a:pt x="10" y="4"/>
                    <a:pt x="8" y="5"/>
                    <a:pt x="5" y="5"/>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 name="Freeform 763"/>
            <p:cNvSpPr>
              <a:spLocks noEditPoints="1"/>
            </p:cNvSpPr>
            <p:nvPr/>
          </p:nvSpPr>
          <p:spPr bwMode="auto">
            <a:xfrm>
              <a:off x="1189038" y="5108576"/>
              <a:ext cx="42863" cy="17463"/>
            </a:xfrm>
            <a:custGeom>
              <a:avLst/>
              <a:gdLst>
                <a:gd name="T0" fmla="*/ 9 w 15"/>
                <a:gd name="T1" fmla="*/ 1 h 6"/>
                <a:gd name="T2" fmla="*/ 12 w 15"/>
                <a:gd name="T3" fmla="*/ 3 h 6"/>
                <a:gd name="T4" fmla="*/ 7 w 15"/>
                <a:gd name="T5" fmla="*/ 5 h 6"/>
                <a:gd name="T6" fmla="*/ 4 w 15"/>
                <a:gd name="T7" fmla="*/ 3 h 6"/>
                <a:gd name="T8" fmla="*/ 9 w 15"/>
                <a:gd name="T9" fmla="*/ 1 h 6"/>
                <a:gd name="T10" fmla="*/ 9 w 15"/>
                <a:gd name="T11" fmla="*/ 0 h 6"/>
                <a:gd name="T12" fmla="*/ 1 w 15"/>
                <a:gd name="T13" fmla="*/ 3 h 6"/>
                <a:gd name="T14" fmla="*/ 6 w 15"/>
                <a:gd name="T15" fmla="*/ 6 h 6"/>
                <a:gd name="T16" fmla="*/ 14 w 15"/>
                <a:gd name="T17" fmla="*/ 3 h 6"/>
                <a:gd name="T18" fmla="*/ 9 w 15"/>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6">
                  <a:moveTo>
                    <a:pt x="9" y="1"/>
                  </a:moveTo>
                  <a:cubicBezTo>
                    <a:pt x="11" y="1"/>
                    <a:pt x="12" y="2"/>
                    <a:pt x="12" y="3"/>
                  </a:cubicBezTo>
                  <a:cubicBezTo>
                    <a:pt x="11" y="4"/>
                    <a:pt x="9" y="5"/>
                    <a:pt x="7" y="5"/>
                  </a:cubicBezTo>
                  <a:cubicBezTo>
                    <a:pt x="5" y="5"/>
                    <a:pt x="3" y="4"/>
                    <a:pt x="4" y="3"/>
                  </a:cubicBezTo>
                  <a:cubicBezTo>
                    <a:pt x="4" y="2"/>
                    <a:pt x="6" y="1"/>
                    <a:pt x="9" y="1"/>
                  </a:cubicBezTo>
                  <a:moveTo>
                    <a:pt x="9" y="0"/>
                  </a:moveTo>
                  <a:cubicBezTo>
                    <a:pt x="5" y="0"/>
                    <a:pt x="2" y="2"/>
                    <a:pt x="1" y="3"/>
                  </a:cubicBezTo>
                  <a:cubicBezTo>
                    <a:pt x="0" y="5"/>
                    <a:pt x="3" y="6"/>
                    <a:pt x="6" y="6"/>
                  </a:cubicBezTo>
                  <a:cubicBezTo>
                    <a:pt x="10" y="6"/>
                    <a:pt x="14" y="5"/>
                    <a:pt x="14" y="3"/>
                  </a:cubicBezTo>
                  <a:cubicBezTo>
                    <a:pt x="15" y="2"/>
                    <a:pt x="13" y="0"/>
                    <a:pt x="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 name="Freeform 764"/>
            <p:cNvSpPr>
              <a:spLocks/>
            </p:cNvSpPr>
            <p:nvPr/>
          </p:nvSpPr>
          <p:spPr bwMode="auto">
            <a:xfrm>
              <a:off x="1363663" y="5019676"/>
              <a:ext cx="60325" cy="25400"/>
            </a:xfrm>
            <a:custGeom>
              <a:avLst/>
              <a:gdLst>
                <a:gd name="T0" fmla="*/ 9 w 22"/>
                <a:gd name="T1" fmla="*/ 9 h 9"/>
                <a:gd name="T2" fmla="*/ 1 w 22"/>
                <a:gd name="T3" fmla="*/ 5 h 9"/>
                <a:gd name="T4" fmla="*/ 13 w 22"/>
                <a:gd name="T5" fmla="*/ 0 h 9"/>
                <a:gd name="T6" fmla="*/ 20 w 22"/>
                <a:gd name="T7" fmla="*/ 5 h 9"/>
                <a:gd name="T8" fmla="*/ 9 w 22"/>
                <a:gd name="T9" fmla="*/ 9 h 9"/>
              </a:gdLst>
              <a:ahLst/>
              <a:cxnLst>
                <a:cxn ang="0">
                  <a:pos x="T0" y="T1"/>
                </a:cxn>
                <a:cxn ang="0">
                  <a:pos x="T2" y="T3"/>
                </a:cxn>
                <a:cxn ang="0">
                  <a:pos x="T4" y="T5"/>
                </a:cxn>
                <a:cxn ang="0">
                  <a:pos x="T6" y="T7"/>
                </a:cxn>
                <a:cxn ang="0">
                  <a:pos x="T8" y="T9"/>
                </a:cxn>
              </a:cxnLst>
              <a:rect l="0" t="0" r="r" b="b"/>
              <a:pathLst>
                <a:path w="22" h="9">
                  <a:moveTo>
                    <a:pt x="9" y="9"/>
                  </a:moveTo>
                  <a:cubicBezTo>
                    <a:pt x="4" y="9"/>
                    <a:pt x="0" y="7"/>
                    <a:pt x="1" y="5"/>
                  </a:cubicBezTo>
                  <a:cubicBezTo>
                    <a:pt x="3" y="2"/>
                    <a:pt x="8" y="0"/>
                    <a:pt x="13" y="0"/>
                  </a:cubicBezTo>
                  <a:cubicBezTo>
                    <a:pt x="18" y="0"/>
                    <a:pt x="22" y="2"/>
                    <a:pt x="20" y="5"/>
                  </a:cubicBezTo>
                  <a:cubicBezTo>
                    <a:pt x="19" y="7"/>
                    <a:pt x="14" y="9"/>
                    <a:pt x="9" y="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 name="Freeform 765"/>
            <p:cNvSpPr>
              <a:spLocks noEditPoints="1"/>
            </p:cNvSpPr>
            <p:nvPr/>
          </p:nvSpPr>
          <p:spPr bwMode="auto">
            <a:xfrm>
              <a:off x="1360488" y="5016501"/>
              <a:ext cx="66675" cy="30163"/>
            </a:xfrm>
            <a:custGeom>
              <a:avLst/>
              <a:gdLst>
                <a:gd name="T0" fmla="*/ 14 w 24"/>
                <a:gd name="T1" fmla="*/ 2 h 11"/>
                <a:gd name="T2" fmla="*/ 20 w 24"/>
                <a:gd name="T3" fmla="*/ 6 h 11"/>
                <a:gd name="T4" fmla="*/ 10 w 24"/>
                <a:gd name="T5" fmla="*/ 10 h 11"/>
                <a:gd name="T6" fmla="*/ 4 w 24"/>
                <a:gd name="T7" fmla="*/ 6 h 11"/>
                <a:gd name="T8" fmla="*/ 14 w 24"/>
                <a:gd name="T9" fmla="*/ 2 h 11"/>
                <a:gd name="T10" fmla="*/ 14 w 24"/>
                <a:gd name="T11" fmla="*/ 0 h 11"/>
                <a:gd name="T12" fmla="*/ 1 w 24"/>
                <a:gd name="T13" fmla="*/ 6 h 11"/>
                <a:gd name="T14" fmla="*/ 10 w 24"/>
                <a:gd name="T15" fmla="*/ 11 h 11"/>
                <a:gd name="T16" fmla="*/ 23 w 24"/>
                <a:gd name="T17" fmla="*/ 6 h 11"/>
                <a:gd name="T18" fmla="*/ 14 w 24"/>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11">
                  <a:moveTo>
                    <a:pt x="14" y="2"/>
                  </a:moveTo>
                  <a:cubicBezTo>
                    <a:pt x="18" y="2"/>
                    <a:pt x="21" y="3"/>
                    <a:pt x="20" y="6"/>
                  </a:cubicBezTo>
                  <a:cubicBezTo>
                    <a:pt x="19" y="8"/>
                    <a:pt x="15" y="10"/>
                    <a:pt x="10" y="10"/>
                  </a:cubicBezTo>
                  <a:cubicBezTo>
                    <a:pt x="6" y="10"/>
                    <a:pt x="3" y="8"/>
                    <a:pt x="4" y="6"/>
                  </a:cubicBezTo>
                  <a:cubicBezTo>
                    <a:pt x="5" y="3"/>
                    <a:pt x="9" y="2"/>
                    <a:pt x="14" y="2"/>
                  </a:cubicBezTo>
                  <a:moveTo>
                    <a:pt x="14" y="0"/>
                  </a:moveTo>
                  <a:cubicBezTo>
                    <a:pt x="8" y="0"/>
                    <a:pt x="2" y="3"/>
                    <a:pt x="1" y="6"/>
                  </a:cubicBezTo>
                  <a:cubicBezTo>
                    <a:pt x="0" y="9"/>
                    <a:pt x="4" y="11"/>
                    <a:pt x="10" y="11"/>
                  </a:cubicBezTo>
                  <a:cubicBezTo>
                    <a:pt x="16" y="11"/>
                    <a:pt x="21" y="9"/>
                    <a:pt x="23" y="6"/>
                  </a:cubicBezTo>
                  <a:cubicBezTo>
                    <a:pt x="24" y="3"/>
                    <a:pt x="20" y="0"/>
                    <a:pt x="1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 name="Freeform 766"/>
            <p:cNvSpPr>
              <a:spLocks/>
            </p:cNvSpPr>
            <p:nvPr/>
          </p:nvSpPr>
          <p:spPr bwMode="auto">
            <a:xfrm>
              <a:off x="1550988" y="5116513"/>
              <a:ext cx="73025" cy="31750"/>
            </a:xfrm>
            <a:custGeom>
              <a:avLst/>
              <a:gdLst>
                <a:gd name="T0" fmla="*/ 11 w 26"/>
                <a:gd name="T1" fmla="*/ 11 h 11"/>
                <a:gd name="T2" fmla="*/ 1 w 26"/>
                <a:gd name="T3" fmla="*/ 6 h 11"/>
                <a:gd name="T4" fmla="*/ 15 w 26"/>
                <a:gd name="T5" fmla="*/ 0 h 11"/>
                <a:gd name="T6" fmla="*/ 24 w 26"/>
                <a:gd name="T7" fmla="*/ 6 h 11"/>
                <a:gd name="T8" fmla="*/ 11 w 26"/>
                <a:gd name="T9" fmla="*/ 11 h 11"/>
              </a:gdLst>
              <a:ahLst/>
              <a:cxnLst>
                <a:cxn ang="0">
                  <a:pos x="T0" y="T1"/>
                </a:cxn>
                <a:cxn ang="0">
                  <a:pos x="T2" y="T3"/>
                </a:cxn>
                <a:cxn ang="0">
                  <a:pos x="T4" y="T5"/>
                </a:cxn>
                <a:cxn ang="0">
                  <a:pos x="T6" y="T7"/>
                </a:cxn>
                <a:cxn ang="0">
                  <a:pos x="T8" y="T9"/>
                </a:cxn>
              </a:cxnLst>
              <a:rect l="0" t="0" r="r" b="b"/>
              <a:pathLst>
                <a:path w="26" h="11">
                  <a:moveTo>
                    <a:pt x="11" y="11"/>
                  </a:moveTo>
                  <a:cubicBezTo>
                    <a:pt x="4" y="11"/>
                    <a:pt x="0" y="9"/>
                    <a:pt x="1" y="6"/>
                  </a:cubicBezTo>
                  <a:cubicBezTo>
                    <a:pt x="3" y="3"/>
                    <a:pt x="9" y="0"/>
                    <a:pt x="15" y="0"/>
                  </a:cubicBezTo>
                  <a:cubicBezTo>
                    <a:pt x="21" y="0"/>
                    <a:pt x="26" y="3"/>
                    <a:pt x="24" y="6"/>
                  </a:cubicBezTo>
                  <a:cubicBezTo>
                    <a:pt x="23" y="9"/>
                    <a:pt x="17" y="11"/>
                    <a:pt x="11" y="11"/>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 name="Freeform 767"/>
            <p:cNvSpPr>
              <a:spLocks noEditPoints="1"/>
            </p:cNvSpPr>
            <p:nvPr/>
          </p:nvSpPr>
          <p:spPr bwMode="auto">
            <a:xfrm>
              <a:off x="1547813" y="5116513"/>
              <a:ext cx="79375" cy="34925"/>
            </a:xfrm>
            <a:custGeom>
              <a:avLst/>
              <a:gdLst>
                <a:gd name="T0" fmla="*/ 16 w 28"/>
                <a:gd name="T1" fmla="*/ 1 h 12"/>
                <a:gd name="T2" fmla="*/ 24 w 28"/>
                <a:gd name="T3" fmla="*/ 6 h 12"/>
                <a:gd name="T4" fmla="*/ 12 w 28"/>
                <a:gd name="T5" fmla="*/ 11 h 12"/>
                <a:gd name="T6" fmla="*/ 3 w 28"/>
                <a:gd name="T7" fmla="*/ 6 h 12"/>
                <a:gd name="T8" fmla="*/ 16 w 28"/>
                <a:gd name="T9" fmla="*/ 1 h 12"/>
                <a:gd name="T10" fmla="*/ 16 w 28"/>
                <a:gd name="T11" fmla="*/ 0 h 12"/>
                <a:gd name="T12" fmla="*/ 1 w 28"/>
                <a:gd name="T13" fmla="*/ 6 h 12"/>
                <a:gd name="T14" fmla="*/ 11 w 28"/>
                <a:gd name="T15" fmla="*/ 12 h 12"/>
                <a:gd name="T16" fmla="*/ 27 w 28"/>
                <a:gd name="T17" fmla="*/ 6 h 12"/>
                <a:gd name="T18" fmla="*/ 16 w 28"/>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12">
                  <a:moveTo>
                    <a:pt x="16" y="1"/>
                  </a:moveTo>
                  <a:cubicBezTo>
                    <a:pt x="21" y="1"/>
                    <a:pt x="25" y="3"/>
                    <a:pt x="24" y="6"/>
                  </a:cubicBezTo>
                  <a:cubicBezTo>
                    <a:pt x="23" y="8"/>
                    <a:pt x="17" y="11"/>
                    <a:pt x="12" y="11"/>
                  </a:cubicBezTo>
                  <a:cubicBezTo>
                    <a:pt x="6" y="11"/>
                    <a:pt x="2" y="9"/>
                    <a:pt x="3" y="6"/>
                  </a:cubicBezTo>
                  <a:cubicBezTo>
                    <a:pt x="5" y="3"/>
                    <a:pt x="10" y="1"/>
                    <a:pt x="16" y="1"/>
                  </a:cubicBezTo>
                  <a:moveTo>
                    <a:pt x="16" y="0"/>
                  </a:moveTo>
                  <a:cubicBezTo>
                    <a:pt x="9" y="0"/>
                    <a:pt x="2" y="2"/>
                    <a:pt x="1" y="6"/>
                  </a:cubicBezTo>
                  <a:cubicBezTo>
                    <a:pt x="0" y="9"/>
                    <a:pt x="4" y="12"/>
                    <a:pt x="11" y="12"/>
                  </a:cubicBezTo>
                  <a:cubicBezTo>
                    <a:pt x="18" y="12"/>
                    <a:pt x="25" y="9"/>
                    <a:pt x="27" y="6"/>
                  </a:cubicBezTo>
                  <a:cubicBezTo>
                    <a:pt x="28" y="2"/>
                    <a:pt x="23" y="0"/>
                    <a:pt x="1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 name="Freeform 768"/>
            <p:cNvSpPr>
              <a:spLocks/>
            </p:cNvSpPr>
            <p:nvPr/>
          </p:nvSpPr>
          <p:spPr bwMode="auto">
            <a:xfrm>
              <a:off x="1184275" y="5221288"/>
              <a:ext cx="74613" cy="30163"/>
            </a:xfrm>
            <a:custGeom>
              <a:avLst/>
              <a:gdLst>
                <a:gd name="T0" fmla="*/ 11 w 27"/>
                <a:gd name="T1" fmla="*/ 11 h 11"/>
                <a:gd name="T2" fmla="*/ 2 w 27"/>
                <a:gd name="T3" fmla="*/ 5 h 11"/>
                <a:gd name="T4" fmla="*/ 16 w 27"/>
                <a:gd name="T5" fmla="*/ 0 h 11"/>
                <a:gd name="T6" fmla="*/ 26 w 27"/>
                <a:gd name="T7" fmla="*/ 5 h 11"/>
                <a:gd name="T8" fmla="*/ 11 w 27"/>
                <a:gd name="T9" fmla="*/ 11 h 11"/>
              </a:gdLst>
              <a:ahLst/>
              <a:cxnLst>
                <a:cxn ang="0">
                  <a:pos x="T0" y="T1"/>
                </a:cxn>
                <a:cxn ang="0">
                  <a:pos x="T2" y="T3"/>
                </a:cxn>
                <a:cxn ang="0">
                  <a:pos x="T4" y="T5"/>
                </a:cxn>
                <a:cxn ang="0">
                  <a:pos x="T6" y="T7"/>
                </a:cxn>
                <a:cxn ang="0">
                  <a:pos x="T8" y="T9"/>
                </a:cxn>
              </a:cxnLst>
              <a:rect l="0" t="0" r="r" b="b"/>
              <a:pathLst>
                <a:path w="27" h="11">
                  <a:moveTo>
                    <a:pt x="11" y="11"/>
                  </a:moveTo>
                  <a:cubicBezTo>
                    <a:pt x="5" y="11"/>
                    <a:pt x="0" y="8"/>
                    <a:pt x="2" y="5"/>
                  </a:cubicBezTo>
                  <a:cubicBezTo>
                    <a:pt x="3" y="2"/>
                    <a:pt x="9" y="0"/>
                    <a:pt x="16" y="0"/>
                  </a:cubicBezTo>
                  <a:cubicBezTo>
                    <a:pt x="23" y="0"/>
                    <a:pt x="27" y="2"/>
                    <a:pt x="26" y="5"/>
                  </a:cubicBezTo>
                  <a:cubicBezTo>
                    <a:pt x="24" y="8"/>
                    <a:pt x="18" y="11"/>
                    <a:pt x="11" y="11"/>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 name="Freeform 769"/>
            <p:cNvSpPr>
              <a:spLocks noEditPoints="1"/>
            </p:cNvSpPr>
            <p:nvPr/>
          </p:nvSpPr>
          <p:spPr bwMode="auto">
            <a:xfrm>
              <a:off x="1181100" y="5218113"/>
              <a:ext cx="80963" cy="33338"/>
            </a:xfrm>
            <a:custGeom>
              <a:avLst/>
              <a:gdLst>
                <a:gd name="T0" fmla="*/ 17 w 29"/>
                <a:gd name="T1" fmla="*/ 2 h 12"/>
                <a:gd name="T2" fmla="*/ 25 w 29"/>
                <a:gd name="T3" fmla="*/ 6 h 12"/>
                <a:gd name="T4" fmla="*/ 12 w 29"/>
                <a:gd name="T5" fmla="*/ 11 h 12"/>
                <a:gd name="T6" fmla="*/ 4 w 29"/>
                <a:gd name="T7" fmla="*/ 6 h 12"/>
                <a:gd name="T8" fmla="*/ 17 w 29"/>
                <a:gd name="T9" fmla="*/ 2 h 12"/>
                <a:gd name="T10" fmla="*/ 17 w 29"/>
                <a:gd name="T11" fmla="*/ 0 h 12"/>
                <a:gd name="T12" fmla="*/ 1 w 29"/>
                <a:gd name="T13" fmla="*/ 6 h 12"/>
                <a:gd name="T14" fmla="*/ 12 w 29"/>
                <a:gd name="T15" fmla="*/ 12 h 12"/>
                <a:gd name="T16" fmla="*/ 28 w 29"/>
                <a:gd name="T17" fmla="*/ 6 h 12"/>
                <a:gd name="T18" fmla="*/ 17 w 29"/>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2">
                  <a:moveTo>
                    <a:pt x="17" y="2"/>
                  </a:moveTo>
                  <a:cubicBezTo>
                    <a:pt x="23" y="2"/>
                    <a:pt x="26" y="4"/>
                    <a:pt x="25" y="6"/>
                  </a:cubicBezTo>
                  <a:cubicBezTo>
                    <a:pt x="24" y="9"/>
                    <a:pt x="18" y="11"/>
                    <a:pt x="12" y="11"/>
                  </a:cubicBezTo>
                  <a:cubicBezTo>
                    <a:pt x="6" y="11"/>
                    <a:pt x="3" y="9"/>
                    <a:pt x="4" y="6"/>
                  </a:cubicBezTo>
                  <a:cubicBezTo>
                    <a:pt x="5" y="4"/>
                    <a:pt x="11" y="2"/>
                    <a:pt x="17" y="2"/>
                  </a:cubicBezTo>
                  <a:moveTo>
                    <a:pt x="17" y="0"/>
                  </a:moveTo>
                  <a:cubicBezTo>
                    <a:pt x="10" y="0"/>
                    <a:pt x="3" y="3"/>
                    <a:pt x="1" y="6"/>
                  </a:cubicBezTo>
                  <a:cubicBezTo>
                    <a:pt x="0" y="10"/>
                    <a:pt x="5" y="12"/>
                    <a:pt x="12" y="12"/>
                  </a:cubicBezTo>
                  <a:cubicBezTo>
                    <a:pt x="19" y="12"/>
                    <a:pt x="26" y="10"/>
                    <a:pt x="28" y="6"/>
                  </a:cubicBezTo>
                  <a:cubicBezTo>
                    <a:pt x="29" y="3"/>
                    <a:pt x="25" y="0"/>
                    <a:pt x="1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 name="Freeform 770"/>
            <p:cNvSpPr>
              <a:spLocks/>
            </p:cNvSpPr>
            <p:nvPr/>
          </p:nvSpPr>
          <p:spPr bwMode="auto">
            <a:xfrm>
              <a:off x="1349375" y="4778376"/>
              <a:ext cx="73025" cy="36513"/>
            </a:xfrm>
            <a:custGeom>
              <a:avLst/>
              <a:gdLst>
                <a:gd name="T0" fmla="*/ 10 w 26"/>
                <a:gd name="T1" fmla="*/ 13 h 13"/>
                <a:gd name="T2" fmla="*/ 1 w 26"/>
                <a:gd name="T3" fmla="*/ 6 h 13"/>
                <a:gd name="T4" fmla="*/ 16 w 26"/>
                <a:gd name="T5" fmla="*/ 0 h 13"/>
                <a:gd name="T6" fmla="*/ 24 w 26"/>
                <a:gd name="T7" fmla="*/ 6 h 13"/>
                <a:gd name="T8" fmla="*/ 10 w 26"/>
                <a:gd name="T9" fmla="*/ 13 h 13"/>
              </a:gdLst>
              <a:ahLst/>
              <a:cxnLst>
                <a:cxn ang="0">
                  <a:pos x="T0" y="T1"/>
                </a:cxn>
                <a:cxn ang="0">
                  <a:pos x="T2" y="T3"/>
                </a:cxn>
                <a:cxn ang="0">
                  <a:pos x="T4" y="T5"/>
                </a:cxn>
                <a:cxn ang="0">
                  <a:pos x="T6" y="T7"/>
                </a:cxn>
                <a:cxn ang="0">
                  <a:pos x="T8" y="T9"/>
                </a:cxn>
              </a:cxnLst>
              <a:rect l="0" t="0" r="r" b="b"/>
              <a:pathLst>
                <a:path w="26" h="13">
                  <a:moveTo>
                    <a:pt x="10" y="13"/>
                  </a:moveTo>
                  <a:cubicBezTo>
                    <a:pt x="4" y="13"/>
                    <a:pt x="0" y="10"/>
                    <a:pt x="1" y="6"/>
                  </a:cubicBezTo>
                  <a:cubicBezTo>
                    <a:pt x="3" y="3"/>
                    <a:pt x="9" y="0"/>
                    <a:pt x="16" y="0"/>
                  </a:cubicBezTo>
                  <a:cubicBezTo>
                    <a:pt x="22" y="0"/>
                    <a:pt x="26" y="3"/>
                    <a:pt x="24" y="6"/>
                  </a:cubicBezTo>
                  <a:cubicBezTo>
                    <a:pt x="23" y="10"/>
                    <a:pt x="17" y="13"/>
                    <a:pt x="10" y="13"/>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 name="Freeform 771"/>
            <p:cNvSpPr>
              <a:spLocks noEditPoints="1"/>
            </p:cNvSpPr>
            <p:nvPr/>
          </p:nvSpPr>
          <p:spPr bwMode="auto">
            <a:xfrm>
              <a:off x="1343025" y="4775201"/>
              <a:ext cx="80963" cy="39688"/>
            </a:xfrm>
            <a:custGeom>
              <a:avLst/>
              <a:gdLst>
                <a:gd name="T0" fmla="*/ 17 w 29"/>
                <a:gd name="T1" fmla="*/ 2 h 14"/>
                <a:gd name="T2" fmla="*/ 25 w 29"/>
                <a:gd name="T3" fmla="*/ 7 h 14"/>
                <a:gd name="T4" fmla="*/ 13 w 29"/>
                <a:gd name="T5" fmla="*/ 13 h 14"/>
                <a:gd name="T6" fmla="*/ 5 w 29"/>
                <a:gd name="T7" fmla="*/ 7 h 14"/>
                <a:gd name="T8" fmla="*/ 17 w 29"/>
                <a:gd name="T9" fmla="*/ 2 h 14"/>
                <a:gd name="T10" fmla="*/ 18 w 29"/>
                <a:gd name="T11" fmla="*/ 0 h 14"/>
                <a:gd name="T12" fmla="*/ 2 w 29"/>
                <a:gd name="T13" fmla="*/ 7 h 14"/>
                <a:gd name="T14" fmla="*/ 12 w 29"/>
                <a:gd name="T15" fmla="*/ 14 h 14"/>
                <a:gd name="T16" fmla="*/ 28 w 29"/>
                <a:gd name="T17" fmla="*/ 7 h 14"/>
                <a:gd name="T18" fmla="*/ 18 w 29"/>
                <a:gd name="T1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4">
                  <a:moveTo>
                    <a:pt x="17" y="2"/>
                  </a:moveTo>
                  <a:cubicBezTo>
                    <a:pt x="23" y="2"/>
                    <a:pt x="27" y="4"/>
                    <a:pt x="25" y="7"/>
                  </a:cubicBezTo>
                  <a:cubicBezTo>
                    <a:pt x="24" y="10"/>
                    <a:pt x="18" y="13"/>
                    <a:pt x="13" y="13"/>
                  </a:cubicBezTo>
                  <a:cubicBezTo>
                    <a:pt x="7" y="13"/>
                    <a:pt x="3" y="10"/>
                    <a:pt x="5" y="7"/>
                  </a:cubicBezTo>
                  <a:cubicBezTo>
                    <a:pt x="6" y="4"/>
                    <a:pt x="12" y="2"/>
                    <a:pt x="17" y="2"/>
                  </a:cubicBezTo>
                  <a:moveTo>
                    <a:pt x="18" y="0"/>
                  </a:moveTo>
                  <a:cubicBezTo>
                    <a:pt x="11" y="0"/>
                    <a:pt x="4" y="4"/>
                    <a:pt x="2" y="7"/>
                  </a:cubicBezTo>
                  <a:cubicBezTo>
                    <a:pt x="0" y="11"/>
                    <a:pt x="5" y="14"/>
                    <a:pt x="12" y="14"/>
                  </a:cubicBezTo>
                  <a:cubicBezTo>
                    <a:pt x="19" y="14"/>
                    <a:pt x="26" y="11"/>
                    <a:pt x="28" y="7"/>
                  </a:cubicBezTo>
                  <a:cubicBezTo>
                    <a:pt x="29" y="4"/>
                    <a:pt x="25" y="0"/>
                    <a:pt x="1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 name="Freeform 772"/>
            <p:cNvSpPr>
              <a:spLocks/>
            </p:cNvSpPr>
            <p:nvPr/>
          </p:nvSpPr>
          <p:spPr bwMode="auto">
            <a:xfrm>
              <a:off x="827088" y="5226051"/>
              <a:ext cx="93663" cy="36513"/>
            </a:xfrm>
            <a:custGeom>
              <a:avLst/>
              <a:gdLst>
                <a:gd name="T0" fmla="*/ 13 w 33"/>
                <a:gd name="T1" fmla="*/ 13 h 13"/>
                <a:gd name="T2" fmla="*/ 2 w 33"/>
                <a:gd name="T3" fmla="*/ 6 h 13"/>
                <a:gd name="T4" fmla="*/ 19 w 33"/>
                <a:gd name="T5" fmla="*/ 0 h 13"/>
                <a:gd name="T6" fmla="*/ 31 w 33"/>
                <a:gd name="T7" fmla="*/ 6 h 13"/>
                <a:gd name="T8" fmla="*/ 13 w 33"/>
                <a:gd name="T9" fmla="*/ 13 h 13"/>
              </a:gdLst>
              <a:ahLst/>
              <a:cxnLst>
                <a:cxn ang="0">
                  <a:pos x="T0" y="T1"/>
                </a:cxn>
                <a:cxn ang="0">
                  <a:pos x="T2" y="T3"/>
                </a:cxn>
                <a:cxn ang="0">
                  <a:pos x="T4" y="T5"/>
                </a:cxn>
                <a:cxn ang="0">
                  <a:pos x="T6" y="T7"/>
                </a:cxn>
                <a:cxn ang="0">
                  <a:pos x="T8" y="T9"/>
                </a:cxn>
              </a:cxnLst>
              <a:rect l="0" t="0" r="r" b="b"/>
              <a:pathLst>
                <a:path w="33" h="13">
                  <a:moveTo>
                    <a:pt x="13" y="13"/>
                  </a:moveTo>
                  <a:cubicBezTo>
                    <a:pt x="5" y="13"/>
                    <a:pt x="0" y="10"/>
                    <a:pt x="2" y="6"/>
                  </a:cubicBezTo>
                  <a:cubicBezTo>
                    <a:pt x="3" y="3"/>
                    <a:pt x="11" y="0"/>
                    <a:pt x="19" y="0"/>
                  </a:cubicBezTo>
                  <a:cubicBezTo>
                    <a:pt x="27" y="0"/>
                    <a:pt x="33" y="2"/>
                    <a:pt x="31" y="6"/>
                  </a:cubicBezTo>
                  <a:cubicBezTo>
                    <a:pt x="29" y="10"/>
                    <a:pt x="21" y="13"/>
                    <a:pt x="13" y="13"/>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 name="Freeform 773"/>
            <p:cNvSpPr>
              <a:spLocks noEditPoints="1"/>
            </p:cNvSpPr>
            <p:nvPr/>
          </p:nvSpPr>
          <p:spPr bwMode="auto">
            <a:xfrm>
              <a:off x="822325" y="5224463"/>
              <a:ext cx="100013" cy="38100"/>
            </a:xfrm>
            <a:custGeom>
              <a:avLst/>
              <a:gdLst>
                <a:gd name="T0" fmla="*/ 21 w 36"/>
                <a:gd name="T1" fmla="*/ 1 h 14"/>
                <a:gd name="T2" fmla="*/ 32 w 36"/>
                <a:gd name="T3" fmla="*/ 7 h 14"/>
                <a:gd name="T4" fmla="*/ 16 w 36"/>
                <a:gd name="T5" fmla="*/ 13 h 14"/>
                <a:gd name="T6" fmla="*/ 5 w 36"/>
                <a:gd name="T7" fmla="*/ 7 h 14"/>
                <a:gd name="T8" fmla="*/ 21 w 36"/>
                <a:gd name="T9" fmla="*/ 1 h 14"/>
                <a:gd name="T10" fmla="*/ 22 w 36"/>
                <a:gd name="T11" fmla="*/ 0 h 14"/>
                <a:gd name="T12" fmla="*/ 2 w 36"/>
                <a:gd name="T13" fmla="*/ 7 h 14"/>
                <a:gd name="T14" fmla="*/ 15 w 36"/>
                <a:gd name="T15" fmla="*/ 14 h 14"/>
                <a:gd name="T16" fmla="*/ 34 w 36"/>
                <a:gd name="T17" fmla="*/ 7 h 14"/>
                <a:gd name="T18" fmla="*/ 22 w 36"/>
                <a:gd name="T1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14">
                  <a:moveTo>
                    <a:pt x="21" y="1"/>
                  </a:moveTo>
                  <a:cubicBezTo>
                    <a:pt x="28" y="1"/>
                    <a:pt x="33" y="4"/>
                    <a:pt x="32" y="7"/>
                  </a:cubicBezTo>
                  <a:cubicBezTo>
                    <a:pt x="30" y="10"/>
                    <a:pt x="23" y="13"/>
                    <a:pt x="16" y="13"/>
                  </a:cubicBezTo>
                  <a:cubicBezTo>
                    <a:pt x="8" y="13"/>
                    <a:pt x="3" y="10"/>
                    <a:pt x="5" y="7"/>
                  </a:cubicBezTo>
                  <a:cubicBezTo>
                    <a:pt x="6" y="4"/>
                    <a:pt x="14" y="1"/>
                    <a:pt x="21" y="1"/>
                  </a:cubicBezTo>
                  <a:moveTo>
                    <a:pt x="22" y="0"/>
                  </a:moveTo>
                  <a:cubicBezTo>
                    <a:pt x="13" y="0"/>
                    <a:pt x="4" y="3"/>
                    <a:pt x="2" y="7"/>
                  </a:cubicBezTo>
                  <a:cubicBezTo>
                    <a:pt x="0" y="11"/>
                    <a:pt x="6" y="14"/>
                    <a:pt x="15" y="14"/>
                  </a:cubicBezTo>
                  <a:cubicBezTo>
                    <a:pt x="24" y="14"/>
                    <a:pt x="32" y="11"/>
                    <a:pt x="34" y="7"/>
                  </a:cubicBezTo>
                  <a:cubicBezTo>
                    <a:pt x="36" y="3"/>
                    <a:pt x="30" y="0"/>
                    <a:pt x="2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 name="Freeform 774"/>
            <p:cNvSpPr>
              <a:spLocks/>
            </p:cNvSpPr>
            <p:nvPr/>
          </p:nvSpPr>
          <p:spPr bwMode="auto">
            <a:xfrm>
              <a:off x="1722438" y="5630863"/>
              <a:ext cx="85725" cy="38100"/>
            </a:xfrm>
            <a:custGeom>
              <a:avLst/>
              <a:gdLst>
                <a:gd name="T0" fmla="*/ 13 w 31"/>
                <a:gd name="T1" fmla="*/ 14 h 14"/>
                <a:gd name="T2" fmla="*/ 1 w 31"/>
                <a:gd name="T3" fmla="*/ 7 h 14"/>
                <a:gd name="T4" fmla="*/ 18 w 31"/>
                <a:gd name="T5" fmla="*/ 0 h 14"/>
                <a:gd name="T6" fmla="*/ 30 w 31"/>
                <a:gd name="T7" fmla="*/ 7 h 14"/>
                <a:gd name="T8" fmla="*/ 13 w 31"/>
                <a:gd name="T9" fmla="*/ 14 h 14"/>
              </a:gdLst>
              <a:ahLst/>
              <a:cxnLst>
                <a:cxn ang="0">
                  <a:pos x="T0" y="T1"/>
                </a:cxn>
                <a:cxn ang="0">
                  <a:pos x="T2" y="T3"/>
                </a:cxn>
                <a:cxn ang="0">
                  <a:pos x="T4" y="T5"/>
                </a:cxn>
                <a:cxn ang="0">
                  <a:pos x="T6" y="T7"/>
                </a:cxn>
                <a:cxn ang="0">
                  <a:pos x="T8" y="T9"/>
                </a:cxn>
              </a:cxnLst>
              <a:rect l="0" t="0" r="r" b="b"/>
              <a:pathLst>
                <a:path w="31" h="14">
                  <a:moveTo>
                    <a:pt x="13" y="14"/>
                  </a:moveTo>
                  <a:cubicBezTo>
                    <a:pt x="5" y="14"/>
                    <a:pt x="0" y="11"/>
                    <a:pt x="1" y="7"/>
                  </a:cubicBezTo>
                  <a:cubicBezTo>
                    <a:pt x="3" y="3"/>
                    <a:pt x="10" y="0"/>
                    <a:pt x="18" y="0"/>
                  </a:cubicBezTo>
                  <a:cubicBezTo>
                    <a:pt x="26" y="0"/>
                    <a:pt x="31" y="3"/>
                    <a:pt x="30" y="7"/>
                  </a:cubicBezTo>
                  <a:cubicBezTo>
                    <a:pt x="29" y="11"/>
                    <a:pt x="21" y="14"/>
                    <a:pt x="13" y="14"/>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 name="Freeform 775"/>
            <p:cNvSpPr>
              <a:spLocks noEditPoints="1"/>
            </p:cNvSpPr>
            <p:nvPr/>
          </p:nvSpPr>
          <p:spPr bwMode="auto">
            <a:xfrm>
              <a:off x="1719263" y="5627688"/>
              <a:ext cx="95250" cy="41275"/>
            </a:xfrm>
            <a:custGeom>
              <a:avLst/>
              <a:gdLst>
                <a:gd name="T0" fmla="*/ 19 w 34"/>
                <a:gd name="T1" fmla="*/ 2 h 15"/>
                <a:gd name="T2" fmla="*/ 30 w 34"/>
                <a:gd name="T3" fmla="*/ 8 h 15"/>
                <a:gd name="T4" fmla="*/ 15 w 34"/>
                <a:gd name="T5" fmla="*/ 14 h 15"/>
                <a:gd name="T6" fmla="*/ 4 w 34"/>
                <a:gd name="T7" fmla="*/ 8 h 15"/>
                <a:gd name="T8" fmla="*/ 19 w 34"/>
                <a:gd name="T9" fmla="*/ 2 h 15"/>
                <a:gd name="T10" fmla="*/ 19 w 34"/>
                <a:gd name="T11" fmla="*/ 0 h 15"/>
                <a:gd name="T12" fmla="*/ 1 w 34"/>
                <a:gd name="T13" fmla="*/ 8 h 15"/>
                <a:gd name="T14" fmla="*/ 14 w 34"/>
                <a:gd name="T15" fmla="*/ 15 h 15"/>
                <a:gd name="T16" fmla="*/ 32 w 34"/>
                <a:gd name="T17" fmla="*/ 8 h 15"/>
                <a:gd name="T18" fmla="*/ 19 w 34"/>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15">
                  <a:moveTo>
                    <a:pt x="19" y="2"/>
                  </a:moveTo>
                  <a:cubicBezTo>
                    <a:pt x="26" y="2"/>
                    <a:pt x="31" y="4"/>
                    <a:pt x="30" y="8"/>
                  </a:cubicBezTo>
                  <a:cubicBezTo>
                    <a:pt x="28" y="11"/>
                    <a:pt x="22" y="14"/>
                    <a:pt x="15" y="14"/>
                  </a:cubicBezTo>
                  <a:cubicBezTo>
                    <a:pt x="7" y="14"/>
                    <a:pt x="3" y="11"/>
                    <a:pt x="4" y="8"/>
                  </a:cubicBezTo>
                  <a:cubicBezTo>
                    <a:pt x="5" y="4"/>
                    <a:pt x="12" y="2"/>
                    <a:pt x="19" y="2"/>
                  </a:cubicBezTo>
                  <a:moveTo>
                    <a:pt x="19" y="0"/>
                  </a:moveTo>
                  <a:cubicBezTo>
                    <a:pt x="11" y="0"/>
                    <a:pt x="3" y="4"/>
                    <a:pt x="1" y="8"/>
                  </a:cubicBezTo>
                  <a:cubicBezTo>
                    <a:pt x="0" y="12"/>
                    <a:pt x="6" y="15"/>
                    <a:pt x="14" y="15"/>
                  </a:cubicBezTo>
                  <a:cubicBezTo>
                    <a:pt x="23" y="15"/>
                    <a:pt x="31" y="12"/>
                    <a:pt x="32" y="8"/>
                  </a:cubicBezTo>
                  <a:cubicBezTo>
                    <a:pt x="34" y="4"/>
                    <a:pt x="28" y="0"/>
                    <a:pt x="1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 name="Freeform 776"/>
            <p:cNvSpPr>
              <a:spLocks/>
            </p:cNvSpPr>
            <p:nvPr/>
          </p:nvSpPr>
          <p:spPr bwMode="auto">
            <a:xfrm>
              <a:off x="1979613" y="5818188"/>
              <a:ext cx="87313" cy="39688"/>
            </a:xfrm>
            <a:custGeom>
              <a:avLst/>
              <a:gdLst>
                <a:gd name="T0" fmla="*/ 13 w 31"/>
                <a:gd name="T1" fmla="*/ 14 h 14"/>
                <a:gd name="T2" fmla="*/ 1 w 31"/>
                <a:gd name="T3" fmla="*/ 7 h 14"/>
                <a:gd name="T4" fmla="*/ 18 w 31"/>
                <a:gd name="T5" fmla="*/ 0 h 14"/>
                <a:gd name="T6" fmla="*/ 30 w 31"/>
                <a:gd name="T7" fmla="*/ 7 h 14"/>
                <a:gd name="T8" fmla="*/ 13 w 31"/>
                <a:gd name="T9" fmla="*/ 14 h 14"/>
              </a:gdLst>
              <a:ahLst/>
              <a:cxnLst>
                <a:cxn ang="0">
                  <a:pos x="T0" y="T1"/>
                </a:cxn>
                <a:cxn ang="0">
                  <a:pos x="T2" y="T3"/>
                </a:cxn>
                <a:cxn ang="0">
                  <a:pos x="T4" y="T5"/>
                </a:cxn>
                <a:cxn ang="0">
                  <a:pos x="T6" y="T7"/>
                </a:cxn>
                <a:cxn ang="0">
                  <a:pos x="T8" y="T9"/>
                </a:cxn>
              </a:cxnLst>
              <a:rect l="0" t="0" r="r" b="b"/>
              <a:pathLst>
                <a:path w="31" h="14">
                  <a:moveTo>
                    <a:pt x="13" y="14"/>
                  </a:moveTo>
                  <a:cubicBezTo>
                    <a:pt x="5" y="14"/>
                    <a:pt x="0" y="11"/>
                    <a:pt x="1" y="7"/>
                  </a:cubicBezTo>
                  <a:cubicBezTo>
                    <a:pt x="2" y="3"/>
                    <a:pt x="10" y="0"/>
                    <a:pt x="18" y="0"/>
                  </a:cubicBezTo>
                  <a:cubicBezTo>
                    <a:pt x="26" y="0"/>
                    <a:pt x="31" y="3"/>
                    <a:pt x="30" y="7"/>
                  </a:cubicBezTo>
                  <a:cubicBezTo>
                    <a:pt x="29" y="11"/>
                    <a:pt x="21" y="14"/>
                    <a:pt x="13" y="14"/>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 name="Freeform 777"/>
            <p:cNvSpPr>
              <a:spLocks noEditPoints="1"/>
            </p:cNvSpPr>
            <p:nvPr/>
          </p:nvSpPr>
          <p:spPr bwMode="auto">
            <a:xfrm>
              <a:off x="1974850" y="5815013"/>
              <a:ext cx="95250" cy="46038"/>
            </a:xfrm>
            <a:custGeom>
              <a:avLst/>
              <a:gdLst>
                <a:gd name="T0" fmla="*/ 19 w 34"/>
                <a:gd name="T1" fmla="*/ 1 h 16"/>
                <a:gd name="T2" fmla="*/ 31 w 34"/>
                <a:gd name="T3" fmla="*/ 8 h 16"/>
                <a:gd name="T4" fmla="*/ 15 w 34"/>
                <a:gd name="T5" fmla="*/ 15 h 16"/>
                <a:gd name="T6" fmla="*/ 4 w 34"/>
                <a:gd name="T7" fmla="*/ 8 h 16"/>
                <a:gd name="T8" fmla="*/ 19 w 34"/>
                <a:gd name="T9" fmla="*/ 1 h 16"/>
                <a:gd name="T10" fmla="*/ 20 w 34"/>
                <a:gd name="T11" fmla="*/ 0 h 16"/>
                <a:gd name="T12" fmla="*/ 2 w 34"/>
                <a:gd name="T13" fmla="*/ 8 h 16"/>
                <a:gd name="T14" fmla="*/ 15 w 34"/>
                <a:gd name="T15" fmla="*/ 16 h 16"/>
                <a:gd name="T16" fmla="*/ 33 w 34"/>
                <a:gd name="T17" fmla="*/ 8 h 16"/>
                <a:gd name="T18" fmla="*/ 20 w 34"/>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16">
                  <a:moveTo>
                    <a:pt x="19" y="1"/>
                  </a:moveTo>
                  <a:cubicBezTo>
                    <a:pt x="27" y="1"/>
                    <a:pt x="32" y="4"/>
                    <a:pt x="31" y="8"/>
                  </a:cubicBezTo>
                  <a:cubicBezTo>
                    <a:pt x="29" y="12"/>
                    <a:pt x="23" y="15"/>
                    <a:pt x="15" y="15"/>
                  </a:cubicBezTo>
                  <a:cubicBezTo>
                    <a:pt x="8" y="15"/>
                    <a:pt x="3" y="12"/>
                    <a:pt x="4" y="8"/>
                  </a:cubicBezTo>
                  <a:cubicBezTo>
                    <a:pt x="5" y="4"/>
                    <a:pt x="12" y="1"/>
                    <a:pt x="19" y="1"/>
                  </a:cubicBezTo>
                  <a:moveTo>
                    <a:pt x="20" y="0"/>
                  </a:moveTo>
                  <a:cubicBezTo>
                    <a:pt x="11" y="0"/>
                    <a:pt x="3" y="4"/>
                    <a:pt x="2" y="8"/>
                  </a:cubicBezTo>
                  <a:cubicBezTo>
                    <a:pt x="0" y="12"/>
                    <a:pt x="6" y="16"/>
                    <a:pt x="15" y="16"/>
                  </a:cubicBezTo>
                  <a:cubicBezTo>
                    <a:pt x="24" y="16"/>
                    <a:pt x="32" y="12"/>
                    <a:pt x="33" y="8"/>
                  </a:cubicBezTo>
                  <a:cubicBezTo>
                    <a:pt x="34" y="4"/>
                    <a:pt x="28" y="0"/>
                    <a:pt x="2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 name="Freeform 778"/>
            <p:cNvSpPr>
              <a:spLocks/>
            </p:cNvSpPr>
            <p:nvPr/>
          </p:nvSpPr>
          <p:spPr bwMode="auto">
            <a:xfrm>
              <a:off x="1866900" y="6029326"/>
              <a:ext cx="93663" cy="44450"/>
            </a:xfrm>
            <a:custGeom>
              <a:avLst/>
              <a:gdLst>
                <a:gd name="T0" fmla="*/ 14 w 33"/>
                <a:gd name="T1" fmla="*/ 16 h 16"/>
                <a:gd name="T2" fmla="*/ 2 w 33"/>
                <a:gd name="T3" fmla="*/ 8 h 16"/>
                <a:gd name="T4" fmla="*/ 19 w 33"/>
                <a:gd name="T5" fmla="*/ 0 h 16"/>
                <a:gd name="T6" fmla="*/ 31 w 33"/>
                <a:gd name="T7" fmla="*/ 8 h 16"/>
                <a:gd name="T8" fmla="*/ 14 w 33"/>
                <a:gd name="T9" fmla="*/ 16 h 16"/>
              </a:gdLst>
              <a:ahLst/>
              <a:cxnLst>
                <a:cxn ang="0">
                  <a:pos x="T0" y="T1"/>
                </a:cxn>
                <a:cxn ang="0">
                  <a:pos x="T2" y="T3"/>
                </a:cxn>
                <a:cxn ang="0">
                  <a:pos x="T4" y="T5"/>
                </a:cxn>
                <a:cxn ang="0">
                  <a:pos x="T6" y="T7"/>
                </a:cxn>
                <a:cxn ang="0">
                  <a:pos x="T8" y="T9"/>
                </a:cxn>
              </a:cxnLst>
              <a:rect l="0" t="0" r="r" b="b"/>
              <a:pathLst>
                <a:path w="33" h="16">
                  <a:moveTo>
                    <a:pt x="14" y="16"/>
                  </a:moveTo>
                  <a:cubicBezTo>
                    <a:pt x="6" y="16"/>
                    <a:pt x="0" y="12"/>
                    <a:pt x="2" y="8"/>
                  </a:cubicBezTo>
                  <a:cubicBezTo>
                    <a:pt x="3" y="3"/>
                    <a:pt x="11" y="0"/>
                    <a:pt x="19" y="0"/>
                  </a:cubicBezTo>
                  <a:cubicBezTo>
                    <a:pt x="27" y="0"/>
                    <a:pt x="33" y="3"/>
                    <a:pt x="31" y="8"/>
                  </a:cubicBezTo>
                  <a:cubicBezTo>
                    <a:pt x="30" y="12"/>
                    <a:pt x="22" y="16"/>
                    <a:pt x="14" y="16"/>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 name="Freeform 779"/>
            <p:cNvSpPr>
              <a:spLocks noEditPoints="1"/>
            </p:cNvSpPr>
            <p:nvPr/>
          </p:nvSpPr>
          <p:spPr bwMode="auto">
            <a:xfrm>
              <a:off x="1865313" y="6026151"/>
              <a:ext cx="96838" cy="47625"/>
            </a:xfrm>
            <a:custGeom>
              <a:avLst/>
              <a:gdLst>
                <a:gd name="T0" fmla="*/ 20 w 35"/>
                <a:gd name="T1" fmla="*/ 1 h 17"/>
                <a:gd name="T2" fmla="*/ 31 w 35"/>
                <a:gd name="T3" fmla="*/ 9 h 17"/>
                <a:gd name="T4" fmla="*/ 15 w 35"/>
                <a:gd name="T5" fmla="*/ 16 h 17"/>
                <a:gd name="T6" fmla="*/ 4 w 35"/>
                <a:gd name="T7" fmla="*/ 9 h 17"/>
                <a:gd name="T8" fmla="*/ 20 w 35"/>
                <a:gd name="T9" fmla="*/ 1 h 17"/>
                <a:gd name="T10" fmla="*/ 20 w 35"/>
                <a:gd name="T11" fmla="*/ 0 h 17"/>
                <a:gd name="T12" fmla="*/ 1 w 35"/>
                <a:gd name="T13" fmla="*/ 9 h 17"/>
                <a:gd name="T14" fmla="*/ 15 w 35"/>
                <a:gd name="T15" fmla="*/ 17 h 17"/>
                <a:gd name="T16" fmla="*/ 34 w 35"/>
                <a:gd name="T17" fmla="*/ 9 h 17"/>
                <a:gd name="T18" fmla="*/ 20 w 35"/>
                <a:gd name="T1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17">
                  <a:moveTo>
                    <a:pt x="20" y="1"/>
                  </a:moveTo>
                  <a:cubicBezTo>
                    <a:pt x="27" y="1"/>
                    <a:pt x="32" y="5"/>
                    <a:pt x="31" y="9"/>
                  </a:cubicBezTo>
                  <a:cubicBezTo>
                    <a:pt x="30" y="13"/>
                    <a:pt x="23" y="16"/>
                    <a:pt x="15" y="16"/>
                  </a:cubicBezTo>
                  <a:cubicBezTo>
                    <a:pt x="8" y="16"/>
                    <a:pt x="3" y="13"/>
                    <a:pt x="4" y="9"/>
                  </a:cubicBezTo>
                  <a:cubicBezTo>
                    <a:pt x="5" y="5"/>
                    <a:pt x="12" y="1"/>
                    <a:pt x="20" y="1"/>
                  </a:cubicBezTo>
                  <a:moveTo>
                    <a:pt x="20" y="0"/>
                  </a:moveTo>
                  <a:cubicBezTo>
                    <a:pt x="11" y="0"/>
                    <a:pt x="3" y="4"/>
                    <a:pt x="1" y="9"/>
                  </a:cubicBezTo>
                  <a:cubicBezTo>
                    <a:pt x="0" y="14"/>
                    <a:pt x="6" y="17"/>
                    <a:pt x="15" y="17"/>
                  </a:cubicBezTo>
                  <a:cubicBezTo>
                    <a:pt x="24" y="17"/>
                    <a:pt x="32" y="14"/>
                    <a:pt x="34" y="9"/>
                  </a:cubicBezTo>
                  <a:cubicBezTo>
                    <a:pt x="35" y="4"/>
                    <a:pt x="29" y="0"/>
                    <a:pt x="2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 name="Freeform 780"/>
            <p:cNvSpPr>
              <a:spLocks/>
            </p:cNvSpPr>
            <p:nvPr/>
          </p:nvSpPr>
          <p:spPr bwMode="auto">
            <a:xfrm>
              <a:off x="1927225" y="6138863"/>
              <a:ext cx="92075" cy="47625"/>
            </a:xfrm>
            <a:custGeom>
              <a:avLst/>
              <a:gdLst>
                <a:gd name="T0" fmla="*/ 14 w 33"/>
                <a:gd name="T1" fmla="*/ 17 h 17"/>
                <a:gd name="T2" fmla="*/ 1 w 33"/>
                <a:gd name="T3" fmla="*/ 9 h 17"/>
                <a:gd name="T4" fmla="*/ 19 w 33"/>
                <a:gd name="T5" fmla="*/ 0 h 17"/>
                <a:gd name="T6" fmla="*/ 31 w 33"/>
                <a:gd name="T7" fmla="*/ 9 h 17"/>
                <a:gd name="T8" fmla="*/ 14 w 33"/>
                <a:gd name="T9" fmla="*/ 17 h 17"/>
              </a:gdLst>
              <a:ahLst/>
              <a:cxnLst>
                <a:cxn ang="0">
                  <a:pos x="T0" y="T1"/>
                </a:cxn>
                <a:cxn ang="0">
                  <a:pos x="T2" y="T3"/>
                </a:cxn>
                <a:cxn ang="0">
                  <a:pos x="T4" y="T5"/>
                </a:cxn>
                <a:cxn ang="0">
                  <a:pos x="T6" y="T7"/>
                </a:cxn>
                <a:cxn ang="0">
                  <a:pos x="T8" y="T9"/>
                </a:cxn>
              </a:cxnLst>
              <a:rect l="0" t="0" r="r" b="b"/>
              <a:pathLst>
                <a:path w="33" h="17">
                  <a:moveTo>
                    <a:pt x="14" y="17"/>
                  </a:moveTo>
                  <a:cubicBezTo>
                    <a:pt x="6" y="17"/>
                    <a:pt x="0" y="13"/>
                    <a:pt x="1" y="9"/>
                  </a:cubicBezTo>
                  <a:cubicBezTo>
                    <a:pt x="3" y="4"/>
                    <a:pt x="11" y="0"/>
                    <a:pt x="19" y="0"/>
                  </a:cubicBezTo>
                  <a:cubicBezTo>
                    <a:pt x="27" y="0"/>
                    <a:pt x="33" y="4"/>
                    <a:pt x="31" y="9"/>
                  </a:cubicBezTo>
                  <a:cubicBezTo>
                    <a:pt x="30" y="13"/>
                    <a:pt x="22" y="17"/>
                    <a:pt x="14" y="1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 name="Freeform 781"/>
            <p:cNvSpPr>
              <a:spLocks noEditPoints="1"/>
            </p:cNvSpPr>
            <p:nvPr/>
          </p:nvSpPr>
          <p:spPr bwMode="auto">
            <a:xfrm>
              <a:off x="1920875" y="6135688"/>
              <a:ext cx="101600" cy="52388"/>
            </a:xfrm>
            <a:custGeom>
              <a:avLst/>
              <a:gdLst>
                <a:gd name="T0" fmla="*/ 21 w 36"/>
                <a:gd name="T1" fmla="*/ 2 h 19"/>
                <a:gd name="T2" fmla="*/ 32 w 36"/>
                <a:gd name="T3" fmla="*/ 10 h 19"/>
                <a:gd name="T4" fmla="*/ 16 w 36"/>
                <a:gd name="T5" fmla="*/ 17 h 19"/>
                <a:gd name="T6" fmla="*/ 5 w 36"/>
                <a:gd name="T7" fmla="*/ 9 h 19"/>
                <a:gd name="T8" fmla="*/ 21 w 36"/>
                <a:gd name="T9" fmla="*/ 2 h 19"/>
                <a:gd name="T10" fmla="*/ 21 w 36"/>
                <a:gd name="T11" fmla="*/ 0 h 19"/>
                <a:gd name="T12" fmla="*/ 2 w 36"/>
                <a:gd name="T13" fmla="*/ 9 h 19"/>
                <a:gd name="T14" fmla="*/ 16 w 36"/>
                <a:gd name="T15" fmla="*/ 19 h 19"/>
                <a:gd name="T16" fmla="*/ 35 w 36"/>
                <a:gd name="T17" fmla="*/ 10 h 19"/>
                <a:gd name="T18" fmla="*/ 21 w 36"/>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19">
                  <a:moveTo>
                    <a:pt x="21" y="2"/>
                  </a:moveTo>
                  <a:cubicBezTo>
                    <a:pt x="28" y="2"/>
                    <a:pt x="33" y="5"/>
                    <a:pt x="32" y="10"/>
                  </a:cubicBezTo>
                  <a:cubicBezTo>
                    <a:pt x="31" y="14"/>
                    <a:pt x="24" y="17"/>
                    <a:pt x="16" y="17"/>
                  </a:cubicBezTo>
                  <a:cubicBezTo>
                    <a:pt x="9" y="17"/>
                    <a:pt x="3" y="14"/>
                    <a:pt x="5" y="9"/>
                  </a:cubicBezTo>
                  <a:cubicBezTo>
                    <a:pt x="6" y="5"/>
                    <a:pt x="13" y="2"/>
                    <a:pt x="21" y="2"/>
                  </a:cubicBezTo>
                  <a:moveTo>
                    <a:pt x="21" y="0"/>
                  </a:moveTo>
                  <a:cubicBezTo>
                    <a:pt x="12" y="0"/>
                    <a:pt x="3" y="4"/>
                    <a:pt x="2" y="9"/>
                  </a:cubicBezTo>
                  <a:cubicBezTo>
                    <a:pt x="0" y="15"/>
                    <a:pt x="7" y="19"/>
                    <a:pt x="16" y="19"/>
                  </a:cubicBezTo>
                  <a:cubicBezTo>
                    <a:pt x="25" y="19"/>
                    <a:pt x="33" y="15"/>
                    <a:pt x="35" y="10"/>
                  </a:cubicBezTo>
                  <a:cubicBezTo>
                    <a:pt x="36" y="4"/>
                    <a:pt x="30" y="0"/>
                    <a:pt x="2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 name="Freeform 782"/>
            <p:cNvSpPr>
              <a:spLocks/>
            </p:cNvSpPr>
            <p:nvPr/>
          </p:nvSpPr>
          <p:spPr bwMode="auto">
            <a:xfrm>
              <a:off x="1412875" y="6173788"/>
              <a:ext cx="95250" cy="49213"/>
            </a:xfrm>
            <a:custGeom>
              <a:avLst/>
              <a:gdLst>
                <a:gd name="T0" fmla="*/ 14 w 34"/>
                <a:gd name="T1" fmla="*/ 17 h 17"/>
                <a:gd name="T2" fmla="*/ 2 w 34"/>
                <a:gd name="T3" fmla="*/ 9 h 17"/>
                <a:gd name="T4" fmla="*/ 20 w 34"/>
                <a:gd name="T5" fmla="*/ 0 h 17"/>
                <a:gd name="T6" fmla="*/ 33 w 34"/>
                <a:gd name="T7" fmla="*/ 9 h 17"/>
                <a:gd name="T8" fmla="*/ 14 w 34"/>
                <a:gd name="T9" fmla="*/ 17 h 17"/>
              </a:gdLst>
              <a:ahLst/>
              <a:cxnLst>
                <a:cxn ang="0">
                  <a:pos x="T0" y="T1"/>
                </a:cxn>
                <a:cxn ang="0">
                  <a:pos x="T2" y="T3"/>
                </a:cxn>
                <a:cxn ang="0">
                  <a:pos x="T4" y="T5"/>
                </a:cxn>
                <a:cxn ang="0">
                  <a:pos x="T6" y="T7"/>
                </a:cxn>
                <a:cxn ang="0">
                  <a:pos x="T8" y="T9"/>
                </a:cxn>
              </a:cxnLst>
              <a:rect l="0" t="0" r="r" b="b"/>
              <a:pathLst>
                <a:path w="34" h="17">
                  <a:moveTo>
                    <a:pt x="14" y="17"/>
                  </a:moveTo>
                  <a:cubicBezTo>
                    <a:pt x="6" y="17"/>
                    <a:pt x="0" y="13"/>
                    <a:pt x="2" y="9"/>
                  </a:cubicBezTo>
                  <a:cubicBezTo>
                    <a:pt x="4" y="4"/>
                    <a:pt x="12" y="0"/>
                    <a:pt x="20" y="0"/>
                  </a:cubicBezTo>
                  <a:cubicBezTo>
                    <a:pt x="29" y="0"/>
                    <a:pt x="34" y="4"/>
                    <a:pt x="33" y="9"/>
                  </a:cubicBezTo>
                  <a:cubicBezTo>
                    <a:pt x="31" y="13"/>
                    <a:pt x="23" y="17"/>
                    <a:pt x="14" y="1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 name="Freeform 783"/>
            <p:cNvSpPr>
              <a:spLocks noEditPoints="1"/>
            </p:cNvSpPr>
            <p:nvPr/>
          </p:nvSpPr>
          <p:spPr bwMode="auto">
            <a:xfrm>
              <a:off x="1411288" y="6172201"/>
              <a:ext cx="103188" cy="52388"/>
            </a:xfrm>
            <a:custGeom>
              <a:avLst/>
              <a:gdLst>
                <a:gd name="T0" fmla="*/ 21 w 37"/>
                <a:gd name="T1" fmla="*/ 2 h 19"/>
                <a:gd name="T2" fmla="*/ 32 w 37"/>
                <a:gd name="T3" fmla="*/ 10 h 19"/>
                <a:gd name="T4" fmla="*/ 15 w 37"/>
                <a:gd name="T5" fmla="*/ 18 h 19"/>
                <a:gd name="T6" fmla="*/ 4 w 37"/>
                <a:gd name="T7" fmla="*/ 10 h 19"/>
                <a:gd name="T8" fmla="*/ 21 w 37"/>
                <a:gd name="T9" fmla="*/ 2 h 19"/>
                <a:gd name="T10" fmla="*/ 22 w 37"/>
                <a:gd name="T11" fmla="*/ 0 h 19"/>
                <a:gd name="T12" fmla="*/ 2 w 37"/>
                <a:gd name="T13" fmla="*/ 10 h 19"/>
                <a:gd name="T14" fmla="*/ 15 w 37"/>
                <a:gd name="T15" fmla="*/ 19 h 19"/>
                <a:gd name="T16" fmla="*/ 35 w 37"/>
                <a:gd name="T17" fmla="*/ 10 h 19"/>
                <a:gd name="T18" fmla="*/ 22 w 37"/>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19">
                  <a:moveTo>
                    <a:pt x="21" y="2"/>
                  </a:moveTo>
                  <a:cubicBezTo>
                    <a:pt x="29" y="2"/>
                    <a:pt x="34" y="5"/>
                    <a:pt x="32" y="10"/>
                  </a:cubicBezTo>
                  <a:cubicBezTo>
                    <a:pt x="31" y="14"/>
                    <a:pt x="23" y="18"/>
                    <a:pt x="15" y="18"/>
                  </a:cubicBezTo>
                  <a:cubicBezTo>
                    <a:pt x="8" y="18"/>
                    <a:pt x="3" y="14"/>
                    <a:pt x="4" y="10"/>
                  </a:cubicBezTo>
                  <a:cubicBezTo>
                    <a:pt x="6" y="5"/>
                    <a:pt x="13" y="2"/>
                    <a:pt x="21" y="2"/>
                  </a:cubicBezTo>
                  <a:moveTo>
                    <a:pt x="22" y="0"/>
                  </a:moveTo>
                  <a:cubicBezTo>
                    <a:pt x="12" y="0"/>
                    <a:pt x="3" y="5"/>
                    <a:pt x="2" y="10"/>
                  </a:cubicBezTo>
                  <a:cubicBezTo>
                    <a:pt x="0" y="15"/>
                    <a:pt x="6" y="19"/>
                    <a:pt x="15" y="19"/>
                  </a:cubicBezTo>
                  <a:cubicBezTo>
                    <a:pt x="24" y="19"/>
                    <a:pt x="33" y="15"/>
                    <a:pt x="35" y="10"/>
                  </a:cubicBezTo>
                  <a:cubicBezTo>
                    <a:pt x="37" y="5"/>
                    <a:pt x="31" y="0"/>
                    <a:pt x="2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 name="Freeform 784"/>
            <p:cNvSpPr>
              <a:spLocks/>
            </p:cNvSpPr>
            <p:nvPr/>
          </p:nvSpPr>
          <p:spPr bwMode="auto">
            <a:xfrm>
              <a:off x="1279525" y="6110288"/>
              <a:ext cx="168275" cy="84138"/>
            </a:xfrm>
            <a:custGeom>
              <a:avLst/>
              <a:gdLst>
                <a:gd name="T0" fmla="*/ 25 w 60"/>
                <a:gd name="T1" fmla="*/ 30 h 30"/>
                <a:gd name="T2" fmla="*/ 3 w 60"/>
                <a:gd name="T3" fmla="*/ 15 h 30"/>
                <a:gd name="T4" fmla="*/ 36 w 60"/>
                <a:gd name="T5" fmla="*/ 0 h 30"/>
                <a:gd name="T6" fmla="*/ 57 w 60"/>
                <a:gd name="T7" fmla="*/ 15 h 30"/>
                <a:gd name="T8" fmla="*/ 25 w 60"/>
                <a:gd name="T9" fmla="*/ 30 h 30"/>
              </a:gdLst>
              <a:ahLst/>
              <a:cxnLst>
                <a:cxn ang="0">
                  <a:pos x="T0" y="T1"/>
                </a:cxn>
                <a:cxn ang="0">
                  <a:pos x="T2" y="T3"/>
                </a:cxn>
                <a:cxn ang="0">
                  <a:pos x="T4" y="T5"/>
                </a:cxn>
                <a:cxn ang="0">
                  <a:pos x="T6" y="T7"/>
                </a:cxn>
                <a:cxn ang="0">
                  <a:pos x="T8" y="T9"/>
                </a:cxn>
              </a:cxnLst>
              <a:rect l="0" t="0" r="r" b="b"/>
              <a:pathLst>
                <a:path w="60" h="30">
                  <a:moveTo>
                    <a:pt x="25" y="30"/>
                  </a:moveTo>
                  <a:cubicBezTo>
                    <a:pt x="10" y="30"/>
                    <a:pt x="0" y="23"/>
                    <a:pt x="3" y="15"/>
                  </a:cubicBezTo>
                  <a:cubicBezTo>
                    <a:pt x="6" y="7"/>
                    <a:pt x="21" y="0"/>
                    <a:pt x="36" y="0"/>
                  </a:cubicBezTo>
                  <a:cubicBezTo>
                    <a:pt x="51" y="0"/>
                    <a:pt x="60" y="7"/>
                    <a:pt x="57" y="15"/>
                  </a:cubicBezTo>
                  <a:cubicBezTo>
                    <a:pt x="54" y="23"/>
                    <a:pt x="40" y="30"/>
                    <a:pt x="25" y="30"/>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 name="Freeform 785"/>
            <p:cNvSpPr>
              <a:spLocks noEditPoints="1"/>
            </p:cNvSpPr>
            <p:nvPr/>
          </p:nvSpPr>
          <p:spPr bwMode="auto">
            <a:xfrm>
              <a:off x="1276350" y="6107113"/>
              <a:ext cx="176213" cy="90488"/>
            </a:xfrm>
            <a:custGeom>
              <a:avLst/>
              <a:gdLst>
                <a:gd name="T0" fmla="*/ 36 w 63"/>
                <a:gd name="T1" fmla="*/ 2 h 32"/>
                <a:gd name="T2" fmla="*/ 57 w 63"/>
                <a:gd name="T3" fmla="*/ 16 h 32"/>
                <a:gd name="T4" fmla="*/ 26 w 63"/>
                <a:gd name="T5" fmla="*/ 30 h 32"/>
                <a:gd name="T6" fmla="*/ 6 w 63"/>
                <a:gd name="T7" fmla="*/ 16 h 32"/>
                <a:gd name="T8" fmla="*/ 36 w 63"/>
                <a:gd name="T9" fmla="*/ 2 h 32"/>
                <a:gd name="T10" fmla="*/ 37 w 63"/>
                <a:gd name="T11" fmla="*/ 0 h 32"/>
                <a:gd name="T12" fmla="*/ 3 w 63"/>
                <a:gd name="T13" fmla="*/ 16 h 32"/>
                <a:gd name="T14" fmla="*/ 25 w 63"/>
                <a:gd name="T15" fmla="*/ 32 h 32"/>
                <a:gd name="T16" fmla="*/ 60 w 63"/>
                <a:gd name="T17" fmla="*/ 16 h 32"/>
                <a:gd name="T18" fmla="*/ 37 w 63"/>
                <a:gd name="T19"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3" h="32">
                  <a:moveTo>
                    <a:pt x="36" y="2"/>
                  </a:moveTo>
                  <a:cubicBezTo>
                    <a:pt x="51" y="2"/>
                    <a:pt x="60" y="8"/>
                    <a:pt x="57" y="16"/>
                  </a:cubicBezTo>
                  <a:cubicBezTo>
                    <a:pt x="54" y="24"/>
                    <a:pt x="40" y="30"/>
                    <a:pt x="26" y="30"/>
                  </a:cubicBezTo>
                  <a:cubicBezTo>
                    <a:pt x="12" y="30"/>
                    <a:pt x="3" y="24"/>
                    <a:pt x="6" y="16"/>
                  </a:cubicBezTo>
                  <a:cubicBezTo>
                    <a:pt x="8" y="8"/>
                    <a:pt x="22" y="2"/>
                    <a:pt x="36" y="2"/>
                  </a:cubicBezTo>
                  <a:moveTo>
                    <a:pt x="37" y="0"/>
                  </a:moveTo>
                  <a:cubicBezTo>
                    <a:pt x="21" y="0"/>
                    <a:pt x="6" y="7"/>
                    <a:pt x="3" y="16"/>
                  </a:cubicBezTo>
                  <a:cubicBezTo>
                    <a:pt x="0" y="24"/>
                    <a:pt x="10" y="32"/>
                    <a:pt x="25" y="32"/>
                  </a:cubicBezTo>
                  <a:cubicBezTo>
                    <a:pt x="41" y="32"/>
                    <a:pt x="57" y="24"/>
                    <a:pt x="60" y="16"/>
                  </a:cubicBezTo>
                  <a:cubicBezTo>
                    <a:pt x="63" y="7"/>
                    <a:pt x="53" y="0"/>
                    <a:pt x="3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 name="Freeform 786"/>
            <p:cNvSpPr>
              <a:spLocks/>
            </p:cNvSpPr>
            <p:nvPr/>
          </p:nvSpPr>
          <p:spPr bwMode="auto">
            <a:xfrm>
              <a:off x="1346200" y="6502401"/>
              <a:ext cx="176213" cy="101600"/>
            </a:xfrm>
            <a:custGeom>
              <a:avLst/>
              <a:gdLst>
                <a:gd name="T0" fmla="*/ 26 w 63"/>
                <a:gd name="T1" fmla="*/ 36 h 36"/>
                <a:gd name="T2" fmla="*/ 3 w 63"/>
                <a:gd name="T3" fmla="*/ 18 h 36"/>
                <a:gd name="T4" fmla="*/ 38 w 63"/>
                <a:gd name="T5" fmla="*/ 0 h 36"/>
                <a:gd name="T6" fmla="*/ 60 w 63"/>
                <a:gd name="T7" fmla="*/ 18 h 36"/>
                <a:gd name="T8" fmla="*/ 26 w 63"/>
                <a:gd name="T9" fmla="*/ 36 h 36"/>
              </a:gdLst>
              <a:ahLst/>
              <a:cxnLst>
                <a:cxn ang="0">
                  <a:pos x="T0" y="T1"/>
                </a:cxn>
                <a:cxn ang="0">
                  <a:pos x="T2" y="T3"/>
                </a:cxn>
                <a:cxn ang="0">
                  <a:pos x="T4" y="T5"/>
                </a:cxn>
                <a:cxn ang="0">
                  <a:pos x="T6" y="T7"/>
                </a:cxn>
                <a:cxn ang="0">
                  <a:pos x="T8" y="T9"/>
                </a:cxn>
              </a:cxnLst>
              <a:rect l="0" t="0" r="r" b="b"/>
              <a:pathLst>
                <a:path w="63" h="36">
                  <a:moveTo>
                    <a:pt x="26" y="36"/>
                  </a:moveTo>
                  <a:cubicBezTo>
                    <a:pt x="10" y="36"/>
                    <a:pt x="0" y="28"/>
                    <a:pt x="3" y="18"/>
                  </a:cubicBezTo>
                  <a:cubicBezTo>
                    <a:pt x="7" y="8"/>
                    <a:pt x="22" y="0"/>
                    <a:pt x="38" y="0"/>
                  </a:cubicBezTo>
                  <a:cubicBezTo>
                    <a:pt x="53" y="0"/>
                    <a:pt x="63" y="8"/>
                    <a:pt x="60" y="18"/>
                  </a:cubicBezTo>
                  <a:cubicBezTo>
                    <a:pt x="57" y="28"/>
                    <a:pt x="41" y="36"/>
                    <a:pt x="26" y="36"/>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 name="Freeform 787"/>
            <p:cNvSpPr>
              <a:spLocks noEditPoints="1"/>
            </p:cNvSpPr>
            <p:nvPr/>
          </p:nvSpPr>
          <p:spPr bwMode="auto">
            <a:xfrm>
              <a:off x="1339850" y="6499226"/>
              <a:ext cx="188913" cy="107950"/>
            </a:xfrm>
            <a:custGeom>
              <a:avLst/>
              <a:gdLst>
                <a:gd name="T0" fmla="*/ 39 w 67"/>
                <a:gd name="T1" fmla="*/ 2 h 38"/>
                <a:gd name="T2" fmla="*/ 61 w 67"/>
                <a:gd name="T3" fmla="*/ 19 h 38"/>
                <a:gd name="T4" fmla="*/ 28 w 67"/>
                <a:gd name="T5" fmla="*/ 37 h 38"/>
                <a:gd name="T6" fmla="*/ 7 w 67"/>
                <a:gd name="T7" fmla="*/ 19 h 38"/>
                <a:gd name="T8" fmla="*/ 39 w 67"/>
                <a:gd name="T9" fmla="*/ 2 h 38"/>
                <a:gd name="T10" fmla="*/ 40 w 67"/>
                <a:gd name="T11" fmla="*/ 0 h 38"/>
                <a:gd name="T12" fmla="*/ 4 w 67"/>
                <a:gd name="T13" fmla="*/ 19 h 38"/>
                <a:gd name="T14" fmla="*/ 27 w 67"/>
                <a:gd name="T15" fmla="*/ 38 h 38"/>
                <a:gd name="T16" fmla="*/ 63 w 67"/>
                <a:gd name="T17" fmla="*/ 19 h 38"/>
                <a:gd name="T18" fmla="*/ 40 w 67"/>
                <a:gd name="T19"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7" h="38">
                  <a:moveTo>
                    <a:pt x="39" y="2"/>
                  </a:moveTo>
                  <a:cubicBezTo>
                    <a:pt x="54" y="2"/>
                    <a:pt x="64" y="10"/>
                    <a:pt x="61" y="19"/>
                  </a:cubicBezTo>
                  <a:cubicBezTo>
                    <a:pt x="58" y="29"/>
                    <a:pt x="43" y="37"/>
                    <a:pt x="28" y="37"/>
                  </a:cubicBezTo>
                  <a:cubicBezTo>
                    <a:pt x="13" y="37"/>
                    <a:pt x="4" y="29"/>
                    <a:pt x="7" y="19"/>
                  </a:cubicBezTo>
                  <a:cubicBezTo>
                    <a:pt x="10" y="10"/>
                    <a:pt x="25" y="2"/>
                    <a:pt x="39" y="2"/>
                  </a:cubicBezTo>
                  <a:moveTo>
                    <a:pt x="40" y="0"/>
                  </a:moveTo>
                  <a:cubicBezTo>
                    <a:pt x="24" y="0"/>
                    <a:pt x="8" y="9"/>
                    <a:pt x="4" y="19"/>
                  </a:cubicBezTo>
                  <a:cubicBezTo>
                    <a:pt x="0" y="30"/>
                    <a:pt x="11" y="38"/>
                    <a:pt x="27" y="38"/>
                  </a:cubicBezTo>
                  <a:cubicBezTo>
                    <a:pt x="44" y="38"/>
                    <a:pt x="60" y="30"/>
                    <a:pt x="63" y="19"/>
                  </a:cubicBezTo>
                  <a:cubicBezTo>
                    <a:pt x="67" y="9"/>
                    <a:pt x="56" y="0"/>
                    <a:pt x="4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 name="Freeform 788"/>
            <p:cNvSpPr>
              <a:spLocks/>
            </p:cNvSpPr>
            <p:nvPr/>
          </p:nvSpPr>
          <p:spPr bwMode="auto">
            <a:xfrm>
              <a:off x="1595438" y="6205538"/>
              <a:ext cx="123825" cy="65088"/>
            </a:xfrm>
            <a:custGeom>
              <a:avLst/>
              <a:gdLst>
                <a:gd name="T0" fmla="*/ 18 w 44"/>
                <a:gd name="T1" fmla="*/ 23 h 23"/>
                <a:gd name="T2" fmla="*/ 2 w 44"/>
                <a:gd name="T3" fmla="*/ 11 h 23"/>
                <a:gd name="T4" fmla="*/ 26 w 44"/>
                <a:gd name="T5" fmla="*/ 0 h 23"/>
                <a:gd name="T6" fmla="*/ 42 w 44"/>
                <a:gd name="T7" fmla="*/ 11 h 23"/>
                <a:gd name="T8" fmla="*/ 18 w 44"/>
                <a:gd name="T9" fmla="*/ 23 h 23"/>
              </a:gdLst>
              <a:ahLst/>
              <a:cxnLst>
                <a:cxn ang="0">
                  <a:pos x="T0" y="T1"/>
                </a:cxn>
                <a:cxn ang="0">
                  <a:pos x="T2" y="T3"/>
                </a:cxn>
                <a:cxn ang="0">
                  <a:pos x="T4" y="T5"/>
                </a:cxn>
                <a:cxn ang="0">
                  <a:pos x="T6" y="T7"/>
                </a:cxn>
                <a:cxn ang="0">
                  <a:pos x="T8" y="T9"/>
                </a:cxn>
              </a:cxnLst>
              <a:rect l="0" t="0" r="r" b="b"/>
              <a:pathLst>
                <a:path w="44" h="23">
                  <a:moveTo>
                    <a:pt x="18" y="23"/>
                  </a:moveTo>
                  <a:cubicBezTo>
                    <a:pt x="7" y="23"/>
                    <a:pt x="0" y="18"/>
                    <a:pt x="2" y="11"/>
                  </a:cubicBezTo>
                  <a:cubicBezTo>
                    <a:pt x="4" y="5"/>
                    <a:pt x="15" y="0"/>
                    <a:pt x="26" y="0"/>
                  </a:cubicBezTo>
                  <a:cubicBezTo>
                    <a:pt x="37" y="0"/>
                    <a:pt x="44" y="5"/>
                    <a:pt x="42" y="11"/>
                  </a:cubicBezTo>
                  <a:cubicBezTo>
                    <a:pt x="40" y="18"/>
                    <a:pt x="30" y="23"/>
                    <a:pt x="18" y="23"/>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 name="Freeform 789"/>
            <p:cNvSpPr>
              <a:spLocks noEditPoints="1"/>
            </p:cNvSpPr>
            <p:nvPr/>
          </p:nvSpPr>
          <p:spPr bwMode="auto">
            <a:xfrm>
              <a:off x="1590675" y="6202363"/>
              <a:ext cx="133350" cy="69850"/>
            </a:xfrm>
            <a:custGeom>
              <a:avLst/>
              <a:gdLst>
                <a:gd name="T0" fmla="*/ 28 w 48"/>
                <a:gd name="T1" fmla="*/ 2 h 25"/>
                <a:gd name="T2" fmla="*/ 43 w 48"/>
                <a:gd name="T3" fmla="*/ 12 h 25"/>
                <a:gd name="T4" fmla="*/ 21 w 48"/>
                <a:gd name="T5" fmla="*/ 23 h 25"/>
                <a:gd name="T6" fmla="*/ 5 w 48"/>
                <a:gd name="T7" fmla="*/ 12 h 25"/>
                <a:gd name="T8" fmla="*/ 28 w 48"/>
                <a:gd name="T9" fmla="*/ 2 h 25"/>
                <a:gd name="T10" fmla="*/ 28 w 48"/>
                <a:gd name="T11" fmla="*/ 0 h 25"/>
                <a:gd name="T12" fmla="*/ 3 w 48"/>
                <a:gd name="T13" fmla="*/ 12 h 25"/>
                <a:gd name="T14" fmla="*/ 20 w 48"/>
                <a:gd name="T15" fmla="*/ 25 h 25"/>
                <a:gd name="T16" fmla="*/ 46 w 48"/>
                <a:gd name="T17" fmla="*/ 12 h 25"/>
                <a:gd name="T18" fmla="*/ 28 w 48"/>
                <a:gd name="T1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25">
                  <a:moveTo>
                    <a:pt x="28" y="2"/>
                  </a:moveTo>
                  <a:cubicBezTo>
                    <a:pt x="38" y="2"/>
                    <a:pt x="45" y="6"/>
                    <a:pt x="43" y="12"/>
                  </a:cubicBezTo>
                  <a:cubicBezTo>
                    <a:pt x="41" y="18"/>
                    <a:pt x="31" y="23"/>
                    <a:pt x="21" y="23"/>
                  </a:cubicBezTo>
                  <a:cubicBezTo>
                    <a:pt x="10" y="23"/>
                    <a:pt x="3" y="18"/>
                    <a:pt x="5" y="12"/>
                  </a:cubicBezTo>
                  <a:cubicBezTo>
                    <a:pt x="7" y="6"/>
                    <a:pt x="17" y="2"/>
                    <a:pt x="28" y="2"/>
                  </a:cubicBezTo>
                  <a:moveTo>
                    <a:pt x="28" y="0"/>
                  </a:moveTo>
                  <a:cubicBezTo>
                    <a:pt x="16" y="0"/>
                    <a:pt x="5" y="6"/>
                    <a:pt x="3" y="12"/>
                  </a:cubicBezTo>
                  <a:cubicBezTo>
                    <a:pt x="0" y="19"/>
                    <a:pt x="8" y="25"/>
                    <a:pt x="20" y="25"/>
                  </a:cubicBezTo>
                  <a:cubicBezTo>
                    <a:pt x="32" y="25"/>
                    <a:pt x="43" y="19"/>
                    <a:pt x="46" y="12"/>
                  </a:cubicBezTo>
                  <a:cubicBezTo>
                    <a:pt x="48" y="6"/>
                    <a:pt x="40" y="0"/>
                    <a:pt x="2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 name="Freeform 790"/>
            <p:cNvSpPr>
              <a:spLocks/>
            </p:cNvSpPr>
            <p:nvPr/>
          </p:nvSpPr>
          <p:spPr bwMode="auto">
            <a:xfrm>
              <a:off x="1873250" y="6216651"/>
              <a:ext cx="123825" cy="66675"/>
            </a:xfrm>
            <a:custGeom>
              <a:avLst/>
              <a:gdLst>
                <a:gd name="T0" fmla="*/ 19 w 44"/>
                <a:gd name="T1" fmla="*/ 24 h 24"/>
                <a:gd name="T2" fmla="*/ 2 w 44"/>
                <a:gd name="T3" fmla="*/ 12 h 24"/>
                <a:gd name="T4" fmla="*/ 25 w 44"/>
                <a:gd name="T5" fmla="*/ 0 h 24"/>
                <a:gd name="T6" fmla="*/ 42 w 44"/>
                <a:gd name="T7" fmla="*/ 12 h 24"/>
                <a:gd name="T8" fmla="*/ 19 w 44"/>
                <a:gd name="T9" fmla="*/ 24 h 24"/>
              </a:gdLst>
              <a:ahLst/>
              <a:cxnLst>
                <a:cxn ang="0">
                  <a:pos x="T0" y="T1"/>
                </a:cxn>
                <a:cxn ang="0">
                  <a:pos x="T2" y="T3"/>
                </a:cxn>
                <a:cxn ang="0">
                  <a:pos x="T4" y="T5"/>
                </a:cxn>
                <a:cxn ang="0">
                  <a:pos x="T6" y="T7"/>
                </a:cxn>
                <a:cxn ang="0">
                  <a:pos x="T8" y="T9"/>
                </a:cxn>
              </a:cxnLst>
              <a:rect l="0" t="0" r="r" b="b"/>
              <a:pathLst>
                <a:path w="44" h="24">
                  <a:moveTo>
                    <a:pt x="19" y="24"/>
                  </a:moveTo>
                  <a:cubicBezTo>
                    <a:pt x="8" y="24"/>
                    <a:pt x="0" y="18"/>
                    <a:pt x="2" y="12"/>
                  </a:cubicBezTo>
                  <a:cubicBezTo>
                    <a:pt x="4" y="5"/>
                    <a:pt x="14" y="0"/>
                    <a:pt x="25" y="0"/>
                  </a:cubicBezTo>
                  <a:cubicBezTo>
                    <a:pt x="36" y="0"/>
                    <a:pt x="44" y="6"/>
                    <a:pt x="42" y="12"/>
                  </a:cubicBezTo>
                  <a:cubicBezTo>
                    <a:pt x="40" y="18"/>
                    <a:pt x="30" y="24"/>
                    <a:pt x="19" y="24"/>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 name="Freeform 791"/>
            <p:cNvSpPr>
              <a:spLocks noEditPoints="1"/>
            </p:cNvSpPr>
            <p:nvPr/>
          </p:nvSpPr>
          <p:spPr bwMode="auto">
            <a:xfrm>
              <a:off x="1870075" y="6216651"/>
              <a:ext cx="128588" cy="66675"/>
            </a:xfrm>
            <a:custGeom>
              <a:avLst/>
              <a:gdLst>
                <a:gd name="T0" fmla="*/ 26 w 46"/>
                <a:gd name="T1" fmla="*/ 1 h 24"/>
                <a:gd name="T2" fmla="*/ 42 w 46"/>
                <a:gd name="T3" fmla="*/ 12 h 24"/>
                <a:gd name="T4" fmla="*/ 20 w 46"/>
                <a:gd name="T5" fmla="*/ 23 h 24"/>
                <a:gd name="T6" fmla="*/ 4 w 46"/>
                <a:gd name="T7" fmla="*/ 12 h 24"/>
                <a:gd name="T8" fmla="*/ 26 w 46"/>
                <a:gd name="T9" fmla="*/ 1 h 24"/>
                <a:gd name="T10" fmla="*/ 27 w 46"/>
                <a:gd name="T11" fmla="*/ 0 h 24"/>
                <a:gd name="T12" fmla="*/ 2 w 46"/>
                <a:gd name="T13" fmla="*/ 12 h 24"/>
                <a:gd name="T14" fmla="*/ 19 w 46"/>
                <a:gd name="T15" fmla="*/ 24 h 24"/>
                <a:gd name="T16" fmla="*/ 44 w 46"/>
                <a:gd name="T17" fmla="*/ 12 h 24"/>
                <a:gd name="T18" fmla="*/ 27 w 46"/>
                <a:gd name="T1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24">
                  <a:moveTo>
                    <a:pt x="26" y="1"/>
                  </a:moveTo>
                  <a:cubicBezTo>
                    <a:pt x="36" y="1"/>
                    <a:pt x="43" y="6"/>
                    <a:pt x="42" y="12"/>
                  </a:cubicBezTo>
                  <a:cubicBezTo>
                    <a:pt x="40" y="18"/>
                    <a:pt x="30" y="23"/>
                    <a:pt x="20" y="23"/>
                  </a:cubicBezTo>
                  <a:cubicBezTo>
                    <a:pt x="10" y="23"/>
                    <a:pt x="3" y="18"/>
                    <a:pt x="4" y="12"/>
                  </a:cubicBezTo>
                  <a:cubicBezTo>
                    <a:pt x="6" y="6"/>
                    <a:pt x="16" y="1"/>
                    <a:pt x="26" y="1"/>
                  </a:cubicBezTo>
                  <a:moveTo>
                    <a:pt x="27" y="0"/>
                  </a:moveTo>
                  <a:cubicBezTo>
                    <a:pt x="15" y="0"/>
                    <a:pt x="4" y="5"/>
                    <a:pt x="2" y="12"/>
                  </a:cubicBezTo>
                  <a:cubicBezTo>
                    <a:pt x="0" y="19"/>
                    <a:pt x="8" y="24"/>
                    <a:pt x="19" y="24"/>
                  </a:cubicBezTo>
                  <a:cubicBezTo>
                    <a:pt x="31" y="24"/>
                    <a:pt x="42" y="19"/>
                    <a:pt x="44" y="12"/>
                  </a:cubicBezTo>
                  <a:cubicBezTo>
                    <a:pt x="46" y="5"/>
                    <a:pt x="38" y="0"/>
                    <a:pt x="2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 name="Freeform 792"/>
            <p:cNvSpPr>
              <a:spLocks/>
            </p:cNvSpPr>
            <p:nvPr/>
          </p:nvSpPr>
          <p:spPr bwMode="auto">
            <a:xfrm>
              <a:off x="1698625" y="5862638"/>
              <a:ext cx="90488" cy="42863"/>
            </a:xfrm>
            <a:custGeom>
              <a:avLst/>
              <a:gdLst>
                <a:gd name="T0" fmla="*/ 14 w 32"/>
                <a:gd name="T1" fmla="*/ 15 h 15"/>
                <a:gd name="T2" fmla="*/ 2 w 32"/>
                <a:gd name="T3" fmla="*/ 7 h 15"/>
                <a:gd name="T4" fmla="*/ 19 w 32"/>
                <a:gd name="T5" fmla="*/ 0 h 15"/>
                <a:gd name="T6" fmla="*/ 31 w 32"/>
                <a:gd name="T7" fmla="*/ 7 h 15"/>
                <a:gd name="T8" fmla="*/ 14 w 32"/>
                <a:gd name="T9" fmla="*/ 15 h 15"/>
              </a:gdLst>
              <a:ahLst/>
              <a:cxnLst>
                <a:cxn ang="0">
                  <a:pos x="T0" y="T1"/>
                </a:cxn>
                <a:cxn ang="0">
                  <a:pos x="T2" y="T3"/>
                </a:cxn>
                <a:cxn ang="0">
                  <a:pos x="T4" y="T5"/>
                </a:cxn>
                <a:cxn ang="0">
                  <a:pos x="T6" y="T7"/>
                </a:cxn>
                <a:cxn ang="0">
                  <a:pos x="T8" y="T9"/>
                </a:cxn>
              </a:cxnLst>
              <a:rect l="0" t="0" r="r" b="b"/>
              <a:pathLst>
                <a:path w="32" h="15">
                  <a:moveTo>
                    <a:pt x="14" y="15"/>
                  </a:moveTo>
                  <a:cubicBezTo>
                    <a:pt x="6" y="15"/>
                    <a:pt x="0" y="11"/>
                    <a:pt x="2" y="7"/>
                  </a:cubicBezTo>
                  <a:cubicBezTo>
                    <a:pt x="3" y="3"/>
                    <a:pt x="11" y="0"/>
                    <a:pt x="19" y="0"/>
                  </a:cubicBezTo>
                  <a:cubicBezTo>
                    <a:pt x="27" y="0"/>
                    <a:pt x="32" y="3"/>
                    <a:pt x="31" y="7"/>
                  </a:cubicBezTo>
                  <a:cubicBezTo>
                    <a:pt x="30" y="11"/>
                    <a:pt x="22" y="15"/>
                    <a:pt x="14" y="15"/>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 name="Freeform 793"/>
            <p:cNvSpPr>
              <a:spLocks noEditPoints="1"/>
            </p:cNvSpPr>
            <p:nvPr/>
          </p:nvSpPr>
          <p:spPr bwMode="auto">
            <a:xfrm>
              <a:off x="1697038" y="5861051"/>
              <a:ext cx="98425" cy="44450"/>
            </a:xfrm>
            <a:custGeom>
              <a:avLst/>
              <a:gdLst>
                <a:gd name="T0" fmla="*/ 20 w 35"/>
                <a:gd name="T1" fmla="*/ 1 h 16"/>
                <a:gd name="T2" fmla="*/ 31 w 35"/>
                <a:gd name="T3" fmla="*/ 8 h 16"/>
                <a:gd name="T4" fmla="*/ 15 w 35"/>
                <a:gd name="T5" fmla="*/ 15 h 16"/>
                <a:gd name="T6" fmla="*/ 4 w 35"/>
                <a:gd name="T7" fmla="*/ 8 h 16"/>
                <a:gd name="T8" fmla="*/ 20 w 35"/>
                <a:gd name="T9" fmla="*/ 1 h 16"/>
                <a:gd name="T10" fmla="*/ 20 w 35"/>
                <a:gd name="T11" fmla="*/ 0 h 16"/>
                <a:gd name="T12" fmla="*/ 1 w 35"/>
                <a:gd name="T13" fmla="*/ 8 h 16"/>
                <a:gd name="T14" fmla="*/ 15 w 35"/>
                <a:gd name="T15" fmla="*/ 16 h 16"/>
                <a:gd name="T16" fmla="*/ 33 w 35"/>
                <a:gd name="T17" fmla="*/ 8 h 16"/>
                <a:gd name="T18" fmla="*/ 20 w 35"/>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16">
                  <a:moveTo>
                    <a:pt x="20" y="1"/>
                  </a:moveTo>
                  <a:cubicBezTo>
                    <a:pt x="27" y="1"/>
                    <a:pt x="32" y="4"/>
                    <a:pt x="31" y="8"/>
                  </a:cubicBezTo>
                  <a:cubicBezTo>
                    <a:pt x="29" y="12"/>
                    <a:pt x="22" y="15"/>
                    <a:pt x="15" y="15"/>
                  </a:cubicBezTo>
                  <a:cubicBezTo>
                    <a:pt x="8" y="15"/>
                    <a:pt x="3" y="12"/>
                    <a:pt x="4" y="8"/>
                  </a:cubicBezTo>
                  <a:cubicBezTo>
                    <a:pt x="5" y="4"/>
                    <a:pt x="12" y="1"/>
                    <a:pt x="20" y="1"/>
                  </a:cubicBezTo>
                  <a:moveTo>
                    <a:pt x="20" y="0"/>
                  </a:moveTo>
                  <a:cubicBezTo>
                    <a:pt x="11" y="0"/>
                    <a:pt x="3" y="4"/>
                    <a:pt x="1" y="8"/>
                  </a:cubicBezTo>
                  <a:cubicBezTo>
                    <a:pt x="0" y="13"/>
                    <a:pt x="6" y="16"/>
                    <a:pt x="15" y="16"/>
                  </a:cubicBezTo>
                  <a:cubicBezTo>
                    <a:pt x="23" y="16"/>
                    <a:pt x="32" y="13"/>
                    <a:pt x="33" y="8"/>
                  </a:cubicBezTo>
                  <a:cubicBezTo>
                    <a:pt x="35" y="4"/>
                    <a:pt x="29" y="0"/>
                    <a:pt x="2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 name="Freeform 794"/>
            <p:cNvSpPr>
              <a:spLocks/>
            </p:cNvSpPr>
            <p:nvPr/>
          </p:nvSpPr>
          <p:spPr bwMode="auto">
            <a:xfrm>
              <a:off x="1068388" y="5826126"/>
              <a:ext cx="92075" cy="42863"/>
            </a:xfrm>
            <a:custGeom>
              <a:avLst/>
              <a:gdLst>
                <a:gd name="T0" fmla="*/ 14 w 33"/>
                <a:gd name="T1" fmla="*/ 15 h 15"/>
                <a:gd name="T2" fmla="*/ 2 w 33"/>
                <a:gd name="T3" fmla="*/ 7 h 15"/>
                <a:gd name="T4" fmla="*/ 20 w 33"/>
                <a:gd name="T5" fmla="*/ 0 h 15"/>
                <a:gd name="T6" fmla="*/ 32 w 33"/>
                <a:gd name="T7" fmla="*/ 7 h 15"/>
                <a:gd name="T8" fmla="*/ 14 w 33"/>
                <a:gd name="T9" fmla="*/ 15 h 15"/>
              </a:gdLst>
              <a:ahLst/>
              <a:cxnLst>
                <a:cxn ang="0">
                  <a:pos x="T0" y="T1"/>
                </a:cxn>
                <a:cxn ang="0">
                  <a:pos x="T2" y="T3"/>
                </a:cxn>
                <a:cxn ang="0">
                  <a:pos x="T4" y="T5"/>
                </a:cxn>
                <a:cxn ang="0">
                  <a:pos x="T6" y="T7"/>
                </a:cxn>
                <a:cxn ang="0">
                  <a:pos x="T8" y="T9"/>
                </a:cxn>
              </a:cxnLst>
              <a:rect l="0" t="0" r="r" b="b"/>
              <a:pathLst>
                <a:path w="33" h="15">
                  <a:moveTo>
                    <a:pt x="14" y="15"/>
                  </a:moveTo>
                  <a:cubicBezTo>
                    <a:pt x="6" y="15"/>
                    <a:pt x="0" y="11"/>
                    <a:pt x="2" y="7"/>
                  </a:cubicBezTo>
                  <a:cubicBezTo>
                    <a:pt x="4" y="3"/>
                    <a:pt x="12" y="0"/>
                    <a:pt x="20" y="0"/>
                  </a:cubicBezTo>
                  <a:cubicBezTo>
                    <a:pt x="28" y="0"/>
                    <a:pt x="33" y="3"/>
                    <a:pt x="32" y="7"/>
                  </a:cubicBezTo>
                  <a:cubicBezTo>
                    <a:pt x="30" y="11"/>
                    <a:pt x="22" y="15"/>
                    <a:pt x="14" y="15"/>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 name="Freeform 795"/>
            <p:cNvSpPr>
              <a:spLocks noEditPoints="1"/>
            </p:cNvSpPr>
            <p:nvPr/>
          </p:nvSpPr>
          <p:spPr bwMode="auto">
            <a:xfrm>
              <a:off x="1065213" y="5824538"/>
              <a:ext cx="101600" cy="44450"/>
            </a:xfrm>
            <a:custGeom>
              <a:avLst/>
              <a:gdLst>
                <a:gd name="T0" fmla="*/ 21 w 36"/>
                <a:gd name="T1" fmla="*/ 2 h 16"/>
                <a:gd name="T2" fmla="*/ 31 w 36"/>
                <a:gd name="T3" fmla="*/ 8 h 16"/>
                <a:gd name="T4" fmla="*/ 15 w 36"/>
                <a:gd name="T5" fmla="*/ 15 h 16"/>
                <a:gd name="T6" fmla="*/ 4 w 36"/>
                <a:gd name="T7" fmla="*/ 8 h 16"/>
                <a:gd name="T8" fmla="*/ 21 w 36"/>
                <a:gd name="T9" fmla="*/ 2 h 16"/>
                <a:gd name="T10" fmla="*/ 21 w 36"/>
                <a:gd name="T11" fmla="*/ 0 h 16"/>
                <a:gd name="T12" fmla="*/ 2 w 36"/>
                <a:gd name="T13" fmla="*/ 8 h 16"/>
                <a:gd name="T14" fmla="*/ 15 w 36"/>
                <a:gd name="T15" fmla="*/ 16 h 16"/>
                <a:gd name="T16" fmla="*/ 34 w 36"/>
                <a:gd name="T17" fmla="*/ 8 h 16"/>
                <a:gd name="T18" fmla="*/ 21 w 36"/>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16">
                  <a:moveTo>
                    <a:pt x="21" y="2"/>
                  </a:moveTo>
                  <a:cubicBezTo>
                    <a:pt x="28" y="2"/>
                    <a:pt x="33" y="5"/>
                    <a:pt x="31" y="8"/>
                  </a:cubicBezTo>
                  <a:cubicBezTo>
                    <a:pt x="30" y="12"/>
                    <a:pt x="23" y="15"/>
                    <a:pt x="15" y="15"/>
                  </a:cubicBezTo>
                  <a:cubicBezTo>
                    <a:pt x="8" y="15"/>
                    <a:pt x="3" y="12"/>
                    <a:pt x="4" y="8"/>
                  </a:cubicBezTo>
                  <a:cubicBezTo>
                    <a:pt x="6" y="5"/>
                    <a:pt x="13" y="2"/>
                    <a:pt x="21" y="2"/>
                  </a:cubicBezTo>
                  <a:moveTo>
                    <a:pt x="21" y="0"/>
                  </a:moveTo>
                  <a:cubicBezTo>
                    <a:pt x="12" y="0"/>
                    <a:pt x="3" y="4"/>
                    <a:pt x="2" y="8"/>
                  </a:cubicBezTo>
                  <a:cubicBezTo>
                    <a:pt x="0" y="13"/>
                    <a:pt x="6" y="16"/>
                    <a:pt x="15" y="16"/>
                  </a:cubicBezTo>
                  <a:cubicBezTo>
                    <a:pt x="24" y="16"/>
                    <a:pt x="32" y="13"/>
                    <a:pt x="34" y="8"/>
                  </a:cubicBezTo>
                  <a:cubicBezTo>
                    <a:pt x="36" y="4"/>
                    <a:pt x="30" y="0"/>
                    <a:pt x="2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 name="Freeform 796"/>
            <p:cNvSpPr>
              <a:spLocks/>
            </p:cNvSpPr>
            <p:nvPr/>
          </p:nvSpPr>
          <p:spPr bwMode="auto">
            <a:xfrm>
              <a:off x="1416050" y="5588001"/>
              <a:ext cx="61913" cy="25400"/>
            </a:xfrm>
            <a:custGeom>
              <a:avLst/>
              <a:gdLst>
                <a:gd name="T0" fmla="*/ 9 w 22"/>
                <a:gd name="T1" fmla="*/ 9 h 9"/>
                <a:gd name="T2" fmla="*/ 1 w 22"/>
                <a:gd name="T3" fmla="*/ 5 h 9"/>
                <a:gd name="T4" fmla="*/ 13 w 22"/>
                <a:gd name="T5" fmla="*/ 0 h 9"/>
                <a:gd name="T6" fmla="*/ 21 w 22"/>
                <a:gd name="T7" fmla="*/ 5 h 9"/>
                <a:gd name="T8" fmla="*/ 9 w 22"/>
                <a:gd name="T9" fmla="*/ 9 h 9"/>
              </a:gdLst>
              <a:ahLst/>
              <a:cxnLst>
                <a:cxn ang="0">
                  <a:pos x="T0" y="T1"/>
                </a:cxn>
                <a:cxn ang="0">
                  <a:pos x="T2" y="T3"/>
                </a:cxn>
                <a:cxn ang="0">
                  <a:pos x="T4" y="T5"/>
                </a:cxn>
                <a:cxn ang="0">
                  <a:pos x="T6" y="T7"/>
                </a:cxn>
                <a:cxn ang="0">
                  <a:pos x="T8" y="T9"/>
                </a:cxn>
              </a:cxnLst>
              <a:rect l="0" t="0" r="r" b="b"/>
              <a:pathLst>
                <a:path w="22" h="9">
                  <a:moveTo>
                    <a:pt x="9" y="9"/>
                  </a:moveTo>
                  <a:cubicBezTo>
                    <a:pt x="4" y="9"/>
                    <a:pt x="0" y="7"/>
                    <a:pt x="1" y="5"/>
                  </a:cubicBezTo>
                  <a:cubicBezTo>
                    <a:pt x="2" y="2"/>
                    <a:pt x="8" y="0"/>
                    <a:pt x="13" y="0"/>
                  </a:cubicBezTo>
                  <a:cubicBezTo>
                    <a:pt x="18" y="0"/>
                    <a:pt x="22" y="2"/>
                    <a:pt x="21" y="5"/>
                  </a:cubicBezTo>
                  <a:cubicBezTo>
                    <a:pt x="20" y="7"/>
                    <a:pt x="15" y="9"/>
                    <a:pt x="9" y="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 name="Freeform 797"/>
            <p:cNvSpPr>
              <a:spLocks noEditPoints="1"/>
            </p:cNvSpPr>
            <p:nvPr/>
          </p:nvSpPr>
          <p:spPr bwMode="auto">
            <a:xfrm>
              <a:off x="1412875" y="5588001"/>
              <a:ext cx="68263" cy="28575"/>
            </a:xfrm>
            <a:custGeom>
              <a:avLst/>
              <a:gdLst>
                <a:gd name="T0" fmla="*/ 14 w 24"/>
                <a:gd name="T1" fmla="*/ 1 h 10"/>
                <a:gd name="T2" fmla="*/ 21 w 24"/>
                <a:gd name="T3" fmla="*/ 5 h 10"/>
                <a:gd name="T4" fmla="*/ 11 w 24"/>
                <a:gd name="T5" fmla="*/ 9 h 10"/>
                <a:gd name="T6" fmla="*/ 4 w 24"/>
                <a:gd name="T7" fmla="*/ 5 h 10"/>
                <a:gd name="T8" fmla="*/ 14 w 24"/>
                <a:gd name="T9" fmla="*/ 1 h 10"/>
                <a:gd name="T10" fmla="*/ 14 w 24"/>
                <a:gd name="T11" fmla="*/ 0 h 10"/>
                <a:gd name="T12" fmla="*/ 1 w 24"/>
                <a:gd name="T13" fmla="*/ 5 h 10"/>
                <a:gd name="T14" fmla="*/ 10 w 24"/>
                <a:gd name="T15" fmla="*/ 10 h 10"/>
                <a:gd name="T16" fmla="*/ 23 w 24"/>
                <a:gd name="T17" fmla="*/ 5 h 10"/>
                <a:gd name="T18" fmla="*/ 14 w 24"/>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10">
                  <a:moveTo>
                    <a:pt x="14" y="1"/>
                  </a:moveTo>
                  <a:cubicBezTo>
                    <a:pt x="18" y="1"/>
                    <a:pt x="22" y="3"/>
                    <a:pt x="21" y="5"/>
                  </a:cubicBezTo>
                  <a:cubicBezTo>
                    <a:pt x="20" y="7"/>
                    <a:pt x="15" y="9"/>
                    <a:pt x="11" y="9"/>
                  </a:cubicBezTo>
                  <a:cubicBezTo>
                    <a:pt x="6" y="9"/>
                    <a:pt x="3" y="7"/>
                    <a:pt x="4" y="5"/>
                  </a:cubicBezTo>
                  <a:cubicBezTo>
                    <a:pt x="4" y="3"/>
                    <a:pt x="9" y="1"/>
                    <a:pt x="14" y="1"/>
                  </a:cubicBezTo>
                  <a:moveTo>
                    <a:pt x="14" y="0"/>
                  </a:moveTo>
                  <a:cubicBezTo>
                    <a:pt x="8" y="0"/>
                    <a:pt x="2" y="2"/>
                    <a:pt x="1" y="5"/>
                  </a:cubicBezTo>
                  <a:cubicBezTo>
                    <a:pt x="0" y="8"/>
                    <a:pt x="4" y="10"/>
                    <a:pt x="10" y="10"/>
                  </a:cubicBezTo>
                  <a:cubicBezTo>
                    <a:pt x="16" y="10"/>
                    <a:pt x="22" y="8"/>
                    <a:pt x="23" y="5"/>
                  </a:cubicBezTo>
                  <a:cubicBezTo>
                    <a:pt x="24" y="2"/>
                    <a:pt x="20" y="0"/>
                    <a:pt x="1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 name="Freeform 798"/>
            <p:cNvSpPr>
              <a:spLocks/>
            </p:cNvSpPr>
            <p:nvPr/>
          </p:nvSpPr>
          <p:spPr bwMode="auto">
            <a:xfrm>
              <a:off x="2049463" y="5849938"/>
              <a:ext cx="73025" cy="36513"/>
            </a:xfrm>
            <a:custGeom>
              <a:avLst/>
              <a:gdLst>
                <a:gd name="T0" fmla="*/ 11 w 26"/>
                <a:gd name="T1" fmla="*/ 13 h 13"/>
                <a:gd name="T2" fmla="*/ 1 w 26"/>
                <a:gd name="T3" fmla="*/ 6 h 13"/>
                <a:gd name="T4" fmla="*/ 15 w 26"/>
                <a:gd name="T5" fmla="*/ 0 h 13"/>
                <a:gd name="T6" fmla="*/ 25 w 26"/>
                <a:gd name="T7" fmla="*/ 6 h 13"/>
                <a:gd name="T8" fmla="*/ 11 w 26"/>
                <a:gd name="T9" fmla="*/ 13 h 13"/>
              </a:gdLst>
              <a:ahLst/>
              <a:cxnLst>
                <a:cxn ang="0">
                  <a:pos x="T0" y="T1"/>
                </a:cxn>
                <a:cxn ang="0">
                  <a:pos x="T2" y="T3"/>
                </a:cxn>
                <a:cxn ang="0">
                  <a:pos x="T4" y="T5"/>
                </a:cxn>
                <a:cxn ang="0">
                  <a:pos x="T6" y="T7"/>
                </a:cxn>
                <a:cxn ang="0">
                  <a:pos x="T8" y="T9"/>
                </a:cxn>
              </a:cxnLst>
              <a:rect l="0" t="0" r="r" b="b"/>
              <a:pathLst>
                <a:path w="26" h="13">
                  <a:moveTo>
                    <a:pt x="11" y="13"/>
                  </a:moveTo>
                  <a:cubicBezTo>
                    <a:pt x="4" y="13"/>
                    <a:pt x="0" y="10"/>
                    <a:pt x="1" y="6"/>
                  </a:cubicBezTo>
                  <a:cubicBezTo>
                    <a:pt x="2" y="3"/>
                    <a:pt x="8" y="0"/>
                    <a:pt x="15" y="0"/>
                  </a:cubicBezTo>
                  <a:cubicBezTo>
                    <a:pt x="22" y="0"/>
                    <a:pt x="26" y="3"/>
                    <a:pt x="25" y="6"/>
                  </a:cubicBezTo>
                  <a:cubicBezTo>
                    <a:pt x="24" y="10"/>
                    <a:pt x="18" y="13"/>
                    <a:pt x="11" y="13"/>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 name="Freeform 799"/>
            <p:cNvSpPr>
              <a:spLocks noEditPoints="1"/>
            </p:cNvSpPr>
            <p:nvPr/>
          </p:nvSpPr>
          <p:spPr bwMode="auto">
            <a:xfrm>
              <a:off x="2044700" y="5846763"/>
              <a:ext cx="84138" cy="39688"/>
            </a:xfrm>
            <a:custGeom>
              <a:avLst/>
              <a:gdLst>
                <a:gd name="T0" fmla="*/ 17 w 30"/>
                <a:gd name="T1" fmla="*/ 2 h 14"/>
                <a:gd name="T2" fmla="*/ 26 w 30"/>
                <a:gd name="T3" fmla="*/ 7 h 14"/>
                <a:gd name="T4" fmla="*/ 13 w 30"/>
                <a:gd name="T5" fmla="*/ 13 h 14"/>
                <a:gd name="T6" fmla="*/ 4 w 30"/>
                <a:gd name="T7" fmla="*/ 7 h 14"/>
                <a:gd name="T8" fmla="*/ 17 w 30"/>
                <a:gd name="T9" fmla="*/ 2 h 14"/>
                <a:gd name="T10" fmla="*/ 17 w 30"/>
                <a:gd name="T11" fmla="*/ 0 h 14"/>
                <a:gd name="T12" fmla="*/ 1 w 30"/>
                <a:gd name="T13" fmla="*/ 7 h 14"/>
                <a:gd name="T14" fmla="*/ 13 w 30"/>
                <a:gd name="T15" fmla="*/ 14 h 14"/>
                <a:gd name="T16" fmla="*/ 28 w 30"/>
                <a:gd name="T17" fmla="*/ 7 h 14"/>
                <a:gd name="T18" fmla="*/ 17 w 30"/>
                <a:gd name="T1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4">
                  <a:moveTo>
                    <a:pt x="17" y="2"/>
                  </a:moveTo>
                  <a:cubicBezTo>
                    <a:pt x="23" y="2"/>
                    <a:pt x="27" y="4"/>
                    <a:pt x="26" y="7"/>
                  </a:cubicBezTo>
                  <a:cubicBezTo>
                    <a:pt x="25" y="10"/>
                    <a:pt x="19" y="13"/>
                    <a:pt x="13" y="13"/>
                  </a:cubicBezTo>
                  <a:cubicBezTo>
                    <a:pt x="7" y="13"/>
                    <a:pt x="3" y="10"/>
                    <a:pt x="4" y="7"/>
                  </a:cubicBezTo>
                  <a:cubicBezTo>
                    <a:pt x="5" y="4"/>
                    <a:pt x="11" y="2"/>
                    <a:pt x="17" y="2"/>
                  </a:cubicBezTo>
                  <a:moveTo>
                    <a:pt x="17" y="0"/>
                  </a:moveTo>
                  <a:cubicBezTo>
                    <a:pt x="10" y="0"/>
                    <a:pt x="3" y="3"/>
                    <a:pt x="1" y="7"/>
                  </a:cubicBezTo>
                  <a:cubicBezTo>
                    <a:pt x="0" y="11"/>
                    <a:pt x="5" y="14"/>
                    <a:pt x="13" y="14"/>
                  </a:cubicBezTo>
                  <a:cubicBezTo>
                    <a:pt x="20" y="14"/>
                    <a:pt x="27" y="11"/>
                    <a:pt x="28" y="7"/>
                  </a:cubicBezTo>
                  <a:cubicBezTo>
                    <a:pt x="30" y="3"/>
                    <a:pt x="24" y="0"/>
                    <a:pt x="1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 name="Freeform 800"/>
            <p:cNvSpPr>
              <a:spLocks/>
            </p:cNvSpPr>
            <p:nvPr/>
          </p:nvSpPr>
          <p:spPr bwMode="auto">
            <a:xfrm>
              <a:off x="2055813" y="5851526"/>
              <a:ext cx="61913" cy="28575"/>
            </a:xfrm>
            <a:custGeom>
              <a:avLst/>
              <a:gdLst>
                <a:gd name="T0" fmla="*/ 10 w 22"/>
                <a:gd name="T1" fmla="*/ 10 h 10"/>
                <a:gd name="T2" fmla="*/ 1 w 22"/>
                <a:gd name="T3" fmla="*/ 5 h 10"/>
                <a:gd name="T4" fmla="*/ 12 w 22"/>
                <a:gd name="T5" fmla="*/ 0 h 10"/>
                <a:gd name="T6" fmla="*/ 21 w 22"/>
                <a:gd name="T7" fmla="*/ 5 h 10"/>
                <a:gd name="T8" fmla="*/ 10 w 22"/>
                <a:gd name="T9" fmla="*/ 10 h 10"/>
              </a:gdLst>
              <a:ahLst/>
              <a:cxnLst>
                <a:cxn ang="0">
                  <a:pos x="T0" y="T1"/>
                </a:cxn>
                <a:cxn ang="0">
                  <a:pos x="T2" y="T3"/>
                </a:cxn>
                <a:cxn ang="0">
                  <a:pos x="T4" y="T5"/>
                </a:cxn>
                <a:cxn ang="0">
                  <a:pos x="T6" y="T7"/>
                </a:cxn>
                <a:cxn ang="0">
                  <a:pos x="T8" y="T9"/>
                </a:cxn>
              </a:cxnLst>
              <a:rect l="0" t="0" r="r" b="b"/>
              <a:pathLst>
                <a:path w="22" h="10">
                  <a:moveTo>
                    <a:pt x="10" y="10"/>
                  </a:moveTo>
                  <a:cubicBezTo>
                    <a:pt x="4" y="10"/>
                    <a:pt x="0" y="8"/>
                    <a:pt x="1" y="5"/>
                  </a:cubicBezTo>
                  <a:cubicBezTo>
                    <a:pt x="2" y="2"/>
                    <a:pt x="7" y="0"/>
                    <a:pt x="12" y="0"/>
                  </a:cubicBezTo>
                  <a:cubicBezTo>
                    <a:pt x="18" y="0"/>
                    <a:pt x="22" y="2"/>
                    <a:pt x="21" y="5"/>
                  </a:cubicBezTo>
                  <a:cubicBezTo>
                    <a:pt x="20" y="8"/>
                    <a:pt x="15" y="10"/>
                    <a:pt x="10" y="10"/>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 name="Freeform 801"/>
            <p:cNvSpPr>
              <a:spLocks noEditPoints="1"/>
            </p:cNvSpPr>
            <p:nvPr/>
          </p:nvSpPr>
          <p:spPr bwMode="auto">
            <a:xfrm>
              <a:off x="2052638" y="5849938"/>
              <a:ext cx="66675" cy="33338"/>
            </a:xfrm>
            <a:custGeom>
              <a:avLst/>
              <a:gdLst>
                <a:gd name="T0" fmla="*/ 13 w 24"/>
                <a:gd name="T1" fmla="*/ 2 h 12"/>
                <a:gd name="T2" fmla="*/ 21 w 24"/>
                <a:gd name="T3" fmla="*/ 6 h 12"/>
                <a:gd name="T4" fmla="*/ 11 w 24"/>
                <a:gd name="T5" fmla="*/ 11 h 12"/>
                <a:gd name="T6" fmla="*/ 3 w 24"/>
                <a:gd name="T7" fmla="*/ 6 h 12"/>
                <a:gd name="T8" fmla="*/ 13 w 24"/>
                <a:gd name="T9" fmla="*/ 2 h 12"/>
                <a:gd name="T10" fmla="*/ 14 w 24"/>
                <a:gd name="T11" fmla="*/ 0 h 12"/>
                <a:gd name="T12" fmla="*/ 1 w 24"/>
                <a:gd name="T13" fmla="*/ 6 h 12"/>
                <a:gd name="T14" fmla="*/ 10 w 24"/>
                <a:gd name="T15" fmla="*/ 12 h 12"/>
                <a:gd name="T16" fmla="*/ 23 w 24"/>
                <a:gd name="T17" fmla="*/ 6 h 12"/>
                <a:gd name="T18" fmla="*/ 14 w 24"/>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12">
                  <a:moveTo>
                    <a:pt x="13" y="2"/>
                  </a:moveTo>
                  <a:cubicBezTo>
                    <a:pt x="18" y="2"/>
                    <a:pt x="21" y="4"/>
                    <a:pt x="21" y="6"/>
                  </a:cubicBezTo>
                  <a:cubicBezTo>
                    <a:pt x="20" y="9"/>
                    <a:pt x="15" y="11"/>
                    <a:pt x="11" y="11"/>
                  </a:cubicBezTo>
                  <a:cubicBezTo>
                    <a:pt x="6" y="11"/>
                    <a:pt x="3" y="9"/>
                    <a:pt x="3" y="6"/>
                  </a:cubicBezTo>
                  <a:cubicBezTo>
                    <a:pt x="4" y="4"/>
                    <a:pt x="9" y="2"/>
                    <a:pt x="13" y="2"/>
                  </a:cubicBezTo>
                  <a:moveTo>
                    <a:pt x="14" y="0"/>
                  </a:moveTo>
                  <a:cubicBezTo>
                    <a:pt x="7" y="0"/>
                    <a:pt x="2" y="3"/>
                    <a:pt x="1" y="6"/>
                  </a:cubicBezTo>
                  <a:cubicBezTo>
                    <a:pt x="0" y="9"/>
                    <a:pt x="4" y="12"/>
                    <a:pt x="10" y="12"/>
                  </a:cubicBezTo>
                  <a:cubicBezTo>
                    <a:pt x="17" y="12"/>
                    <a:pt x="22" y="9"/>
                    <a:pt x="23" y="6"/>
                  </a:cubicBezTo>
                  <a:cubicBezTo>
                    <a:pt x="24" y="3"/>
                    <a:pt x="20" y="0"/>
                    <a:pt x="1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 name="Freeform 802"/>
            <p:cNvSpPr>
              <a:spLocks/>
            </p:cNvSpPr>
            <p:nvPr/>
          </p:nvSpPr>
          <p:spPr bwMode="auto">
            <a:xfrm>
              <a:off x="2063750" y="5942013"/>
              <a:ext cx="61913" cy="30163"/>
            </a:xfrm>
            <a:custGeom>
              <a:avLst/>
              <a:gdLst>
                <a:gd name="T0" fmla="*/ 9 w 22"/>
                <a:gd name="T1" fmla="*/ 11 h 11"/>
                <a:gd name="T2" fmla="*/ 1 w 22"/>
                <a:gd name="T3" fmla="*/ 6 h 11"/>
                <a:gd name="T4" fmla="*/ 12 w 22"/>
                <a:gd name="T5" fmla="*/ 0 h 11"/>
                <a:gd name="T6" fmla="*/ 21 w 22"/>
                <a:gd name="T7" fmla="*/ 6 h 11"/>
                <a:gd name="T8" fmla="*/ 9 w 22"/>
                <a:gd name="T9" fmla="*/ 11 h 11"/>
              </a:gdLst>
              <a:ahLst/>
              <a:cxnLst>
                <a:cxn ang="0">
                  <a:pos x="T0" y="T1"/>
                </a:cxn>
                <a:cxn ang="0">
                  <a:pos x="T2" y="T3"/>
                </a:cxn>
                <a:cxn ang="0">
                  <a:pos x="T4" y="T5"/>
                </a:cxn>
                <a:cxn ang="0">
                  <a:pos x="T6" y="T7"/>
                </a:cxn>
                <a:cxn ang="0">
                  <a:pos x="T8" y="T9"/>
                </a:cxn>
              </a:cxnLst>
              <a:rect l="0" t="0" r="r" b="b"/>
              <a:pathLst>
                <a:path w="22" h="11">
                  <a:moveTo>
                    <a:pt x="9" y="11"/>
                  </a:moveTo>
                  <a:cubicBezTo>
                    <a:pt x="4" y="11"/>
                    <a:pt x="0" y="9"/>
                    <a:pt x="1" y="6"/>
                  </a:cubicBezTo>
                  <a:cubicBezTo>
                    <a:pt x="2" y="3"/>
                    <a:pt x="7" y="0"/>
                    <a:pt x="12" y="0"/>
                  </a:cubicBezTo>
                  <a:cubicBezTo>
                    <a:pt x="18" y="0"/>
                    <a:pt x="22" y="3"/>
                    <a:pt x="21" y="6"/>
                  </a:cubicBezTo>
                  <a:cubicBezTo>
                    <a:pt x="20" y="9"/>
                    <a:pt x="15" y="11"/>
                    <a:pt x="9" y="11"/>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 name="Freeform 803"/>
            <p:cNvSpPr>
              <a:spLocks noEditPoints="1"/>
            </p:cNvSpPr>
            <p:nvPr/>
          </p:nvSpPr>
          <p:spPr bwMode="auto">
            <a:xfrm>
              <a:off x="2060575" y="5942013"/>
              <a:ext cx="68263" cy="33338"/>
            </a:xfrm>
            <a:custGeom>
              <a:avLst/>
              <a:gdLst>
                <a:gd name="T0" fmla="*/ 13 w 24"/>
                <a:gd name="T1" fmla="*/ 1 h 12"/>
                <a:gd name="T2" fmla="*/ 21 w 24"/>
                <a:gd name="T3" fmla="*/ 6 h 12"/>
                <a:gd name="T4" fmla="*/ 11 w 24"/>
                <a:gd name="T5" fmla="*/ 10 h 12"/>
                <a:gd name="T6" fmla="*/ 3 w 24"/>
                <a:gd name="T7" fmla="*/ 6 h 12"/>
                <a:gd name="T8" fmla="*/ 13 w 24"/>
                <a:gd name="T9" fmla="*/ 1 h 12"/>
                <a:gd name="T10" fmla="*/ 14 w 24"/>
                <a:gd name="T11" fmla="*/ 0 h 12"/>
                <a:gd name="T12" fmla="*/ 0 w 24"/>
                <a:gd name="T13" fmla="*/ 6 h 12"/>
                <a:gd name="T14" fmla="*/ 10 w 24"/>
                <a:gd name="T15" fmla="*/ 12 h 12"/>
                <a:gd name="T16" fmla="*/ 23 w 24"/>
                <a:gd name="T17" fmla="*/ 6 h 12"/>
                <a:gd name="T18" fmla="*/ 14 w 24"/>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12">
                  <a:moveTo>
                    <a:pt x="13" y="1"/>
                  </a:moveTo>
                  <a:cubicBezTo>
                    <a:pt x="18" y="1"/>
                    <a:pt x="21" y="3"/>
                    <a:pt x="21" y="6"/>
                  </a:cubicBezTo>
                  <a:cubicBezTo>
                    <a:pt x="20" y="8"/>
                    <a:pt x="15" y="10"/>
                    <a:pt x="11" y="10"/>
                  </a:cubicBezTo>
                  <a:cubicBezTo>
                    <a:pt x="6" y="10"/>
                    <a:pt x="2" y="8"/>
                    <a:pt x="3" y="6"/>
                  </a:cubicBezTo>
                  <a:cubicBezTo>
                    <a:pt x="4" y="3"/>
                    <a:pt x="8" y="1"/>
                    <a:pt x="13" y="1"/>
                  </a:cubicBezTo>
                  <a:moveTo>
                    <a:pt x="14" y="0"/>
                  </a:moveTo>
                  <a:cubicBezTo>
                    <a:pt x="7" y="0"/>
                    <a:pt x="1" y="2"/>
                    <a:pt x="0" y="6"/>
                  </a:cubicBezTo>
                  <a:cubicBezTo>
                    <a:pt x="0" y="9"/>
                    <a:pt x="4" y="12"/>
                    <a:pt x="10" y="12"/>
                  </a:cubicBezTo>
                  <a:cubicBezTo>
                    <a:pt x="17" y="12"/>
                    <a:pt x="22" y="9"/>
                    <a:pt x="23" y="6"/>
                  </a:cubicBezTo>
                  <a:cubicBezTo>
                    <a:pt x="24" y="2"/>
                    <a:pt x="20" y="0"/>
                    <a:pt x="1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 name="Freeform 804"/>
            <p:cNvSpPr>
              <a:spLocks/>
            </p:cNvSpPr>
            <p:nvPr/>
          </p:nvSpPr>
          <p:spPr bwMode="auto">
            <a:xfrm>
              <a:off x="1262063" y="6407151"/>
              <a:ext cx="84138" cy="44450"/>
            </a:xfrm>
            <a:custGeom>
              <a:avLst/>
              <a:gdLst>
                <a:gd name="T0" fmla="*/ 12 w 30"/>
                <a:gd name="T1" fmla="*/ 16 h 16"/>
                <a:gd name="T2" fmla="*/ 2 w 30"/>
                <a:gd name="T3" fmla="*/ 8 h 16"/>
                <a:gd name="T4" fmla="*/ 18 w 30"/>
                <a:gd name="T5" fmla="*/ 0 h 16"/>
                <a:gd name="T6" fmla="*/ 28 w 30"/>
                <a:gd name="T7" fmla="*/ 8 h 16"/>
                <a:gd name="T8" fmla="*/ 12 w 30"/>
                <a:gd name="T9" fmla="*/ 16 h 16"/>
              </a:gdLst>
              <a:ahLst/>
              <a:cxnLst>
                <a:cxn ang="0">
                  <a:pos x="T0" y="T1"/>
                </a:cxn>
                <a:cxn ang="0">
                  <a:pos x="T2" y="T3"/>
                </a:cxn>
                <a:cxn ang="0">
                  <a:pos x="T4" y="T5"/>
                </a:cxn>
                <a:cxn ang="0">
                  <a:pos x="T6" y="T7"/>
                </a:cxn>
                <a:cxn ang="0">
                  <a:pos x="T8" y="T9"/>
                </a:cxn>
              </a:cxnLst>
              <a:rect l="0" t="0" r="r" b="b"/>
              <a:pathLst>
                <a:path w="30" h="16">
                  <a:moveTo>
                    <a:pt x="12" y="16"/>
                  </a:moveTo>
                  <a:cubicBezTo>
                    <a:pt x="5" y="16"/>
                    <a:pt x="0" y="12"/>
                    <a:pt x="2" y="8"/>
                  </a:cubicBezTo>
                  <a:cubicBezTo>
                    <a:pt x="3" y="3"/>
                    <a:pt x="10" y="0"/>
                    <a:pt x="18" y="0"/>
                  </a:cubicBezTo>
                  <a:cubicBezTo>
                    <a:pt x="25" y="0"/>
                    <a:pt x="30" y="3"/>
                    <a:pt x="28" y="8"/>
                  </a:cubicBezTo>
                  <a:cubicBezTo>
                    <a:pt x="27" y="12"/>
                    <a:pt x="19" y="16"/>
                    <a:pt x="12" y="16"/>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 name="Freeform 805"/>
            <p:cNvSpPr>
              <a:spLocks noEditPoints="1"/>
            </p:cNvSpPr>
            <p:nvPr/>
          </p:nvSpPr>
          <p:spPr bwMode="auto">
            <a:xfrm>
              <a:off x="1255713" y="6403976"/>
              <a:ext cx="93663" cy="50800"/>
            </a:xfrm>
            <a:custGeom>
              <a:avLst/>
              <a:gdLst>
                <a:gd name="T0" fmla="*/ 19 w 33"/>
                <a:gd name="T1" fmla="*/ 1 h 18"/>
                <a:gd name="T2" fmla="*/ 29 w 33"/>
                <a:gd name="T3" fmla="*/ 9 h 18"/>
                <a:gd name="T4" fmla="*/ 14 w 33"/>
                <a:gd name="T5" fmla="*/ 16 h 18"/>
                <a:gd name="T6" fmla="*/ 5 w 33"/>
                <a:gd name="T7" fmla="*/ 9 h 18"/>
                <a:gd name="T8" fmla="*/ 19 w 33"/>
                <a:gd name="T9" fmla="*/ 1 h 18"/>
                <a:gd name="T10" fmla="*/ 20 w 33"/>
                <a:gd name="T11" fmla="*/ 0 h 18"/>
                <a:gd name="T12" fmla="*/ 2 w 33"/>
                <a:gd name="T13" fmla="*/ 9 h 18"/>
                <a:gd name="T14" fmla="*/ 14 w 33"/>
                <a:gd name="T15" fmla="*/ 18 h 18"/>
                <a:gd name="T16" fmla="*/ 32 w 33"/>
                <a:gd name="T17" fmla="*/ 9 h 18"/>
                <a:gd name="T18" fmla="*/ 20 w 33"/>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18">
                  <a:moveTo>
                    <a:pt x="19" y="1"/>
                  </a:moveTo>
                  <a:cubicBezTo>
                    <a:pt x="26" y="2"/>
                    <a:pt x="30" y="5"/>
                    <a:pt x="29" y="9"/>
                  </a:cubicBezTo>
                  <a:cubicBezTo>
                    <a:pt x="27" y="13"/>
                    <a:pt x="21" y="16"/>
                    <a:pt x="14" y="16"/>
                  </a:cubicBezTo>
                  <a:cubicBezTo>
                    <a:pt x="8" y="16"/>
                    <a:pt x="4" y="13"/>
                    <a:pt x="5" y="9"/>
                  </a:cubicBezTo>
                  <a:cubicBezTo>
                    <a:pt x="6" y="5"/>
                    <a:pt x="13" y="1"/>
                    <a:pt x="19" y="1"/>
                  </a:cubicBezTo>
                  <a:moveTo>
                    <a:pt x="20" y="0"/>
                  </a:moveTo>
                  <a:cubicBezTo>
                    <a:pt x="12" y="0"/>
                    <a:pt x="4" y="4"/>
                    <a:pt x="2" y="9"/>
                  </a:cubicBezTo>
                  <a:cubicBezTo>
                    <a:pt x="0" y="14"/>
                    <a:pt x="5" y="18"/>
                    <a:pt x="14" y="18"/>
                  </a:cubicBezTo>
                  <a:cubicBezTo>
                    <a:pt x="22" y="18"/>
                    <a:pt x="30" y="14"/>
                    <a:pt x="32" y="9"/>
                  </a:cubicBezTo>
                  <a:cubicBezTo>
                    <a:pt x="33" y="4"/>
                    <a:pt x="28" y="0"/>
                    <a:pt x="2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 name="Freeform 806"/>
            <p:cNvSpPr>
              <a:spLocks/>
            </p:cNvSpPr>
            <p:nvPr/>
          </p:nvSpPr>
          <p:spPr bwMode="auto">
            <a:xfrm>
              <a:off x="1371600" y="6619876"/>
              <a:ext cx="69850" cy="42863"/>
            </a:xfrm>
            <a:custGeom>
              <a:avLst/>
              <a:gdLst>
                <a:gd name="T0" fmla="*/ 10 w 25"/>
                <a:gd name="T1" fmla="*/ 15 h 15"/>
                <a:gd name="T2" fmla="*/ 1 w 25"/>
                <a:gd name="T3" fmla="*/ 7 h 15"/>
                <a:gd name="T4" fmla="*/ 15 w 25"/>
                <a:gd name="T5" fmla="*/ 0 h 15"/>
                <a:gd name="T6" fmla="*/ 23 w 25"/>
                <a:gd name="T7" fmla="*/ 7 h 15"/>
                <a:gd name="T8" fmla="*/ 10 w 25"/>
                <a:gd name="T9" fmla="*/ 15 h 15"/>
              </a:gdLst>
              <a:ahLst/>
              <a:cxnLst>
                <a:cxn ang="0">
                  <a:pos x="T0" y="T1"/>
                </a:cxn>
                <a:cxn ang="0">
                  <a:pos x="T2" y="T3"/>
                </a:cxn>
                <a:cxn ang="0">
                  <a:pos x="T4" y="T5"/>
                </a:cxn>
                <a:cxn ang="0">
                  <a:pos x="T6" y="T7"/>
                </a:cxn>
                <a:cxn ang="0">
                  <a:pos x="T8" y="T9"/>
                </a:cxn>
              </a:cxnLst>
              <a:rect l="0" t="0" r="r" b="b"/>
              <a:pathLst>
                <a:path w="25" h="15">
                  <a:moveTo>
                    <a:pt x="10" y="15"/>
                  </a:moveTo>
                  <a:cubicBezTo>
                    <a:pt x="4" y="15"/>
                    <a:pt x="0" y="11"/>
                    <a:pt x="1" y="7"/>
                  </a:cubicBezTo>
                  <a:cubicBezTo>
                    <a:pt x="2" y="3"/>
                    <a:pt x="8" y="0"/>
                    <a:pt x="15" y="0"/>
                  </a:cubicBezTo>
                  <a:cubicBezTo>
                    <a:pt x="21" y="0"/>
                    <a:pt x="25" y="3"/>
                    <a:pt x="23" y="7"/>
                  </a:cubicBezTo>
                  <a:cubicBezTo>
                    <a:pt x="22" y="11"/>
                    <a:pt x="16" y="15"/>
                    <a:pt x="10" y="15"/>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 name="Freeform 807"/>
            <p:cNvSpPr>
              <a:spLocks noEditPoints="1"/>
            </p:cNvSpPr>
            <p:nvPr/>
          </p:nvSpPr>
          <p:spPr bwMode="auto">
            <a:xfrm>
              <a:off x="1365250" y="6618288"/>
              <a:ext cx="79375" cy="47625"/>
            </a:xfrm>
            <a:custGeom>
              <a:avLst/>
              <a:gdLst>
                <a:gd name="T0" fmla="*/ 16 w 28"/>
                <a:gd name="T1" fmla="*/ 2 h 17"/>
                <a:gd name="T2" fmla="*/ 24 w 28"/>
                <a:gd name="T3" fmla="*/ 8 h 17"/>
                <a:gd name="T4" fmla="*/ 12 w 28"/>
                <a:gd name="T5" fmla="*/ 15 h 17"/>
                <a:gd name="T6" fmla="*/ 5 w 28"/>
                <a:gd name="T7" fmla="*/ 8 h 17"/>
                <a:gd name="T8" fmla="*/ 16 w 28"/>
                <a:gd name="T9" fmla="*/ 2 h 17"/>
                <a:gd name="T10" fmla="*/ 17 w 28"/>
                <a:gd name="T11" fmla="*/ 0 h 17"/>
                <a:gd name="T12" fmla="*/ 2 w 28"/>
                <a:gd name="T13" fmla="*/ 8 h 17"/>
                <a:gd name="T14" fmla="*/ 11 w 28"/>
                <a:gd name="T15" fmla="*/ 17 h 17"/>
                <a:gd name="T16" fmla="*/ 27 w 28"/>
                <a:gd name="T17" fmla="*/ 8 h 17"/>
                <a:gd name="T18" fmla="*/ 17 w 28"/>
                <a:gd name="T1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17">
                  <a:moveTo>
                    <a:pt x="16" y="2"/>
                  </a:moveTo>
                  <a:cubicBezTo>
                    <a:pt x="22" y="2"/>
                    <a:pt x="25" y="5"/>
                    <a:pt x="24" y="8"/>
                  </a:cubicBezTo>
                  <a:cubicBezTo>
                    <a:pt x="23" y="12"/>
                    <a:pt x="17" y="15"/>
                    <a:pt x="12" y="15"/>
                  </a:cubicBezTo>
                  <a:cubicBezTo>
                    <a:pt x="7" y="15"/>
                    <a:pt x="3" y="12"/>
                    <a:pt x="5" y="8"/>
                  </a:cubicBezTo>
                  <a:cubicBezTo>
                    <a:pt x="6" y="5"/>
                    <a:pt x="11" y="2"/>
                    <a:pt x="16" y="2"/>
                  </a:cubicBezTo>
                  <a:moveTo>
                    <a:pt x="17" y="0"/>
                  </a:moveTo>
                  <a:cubicBezTo>
                    <a:pt x="10" y="0"/>
                    <a:pt x="3" y="4"/>
                    <a:pt x="2" y="8"/>
                  </a:cubicBezTo>
                  <a:cubicBezTo>
                    <a:pt x="0" y="13"/>
                    <a:pt x="4" y="17"/>
                    <a:pt x="11" y="17"/>
                  </a:cubicBezTo>
                  <a:cubicBezTo>
                    <a:pt x="18" y="17"/>
                    <a:pt x="25" y="13"/>
                    <a:pt x="27" y="8"/>
                  </a:cubicBezTo>
                  <a:cubicBezTo>
                    <a:pt x="28" y="4"/>
                    <a:pt x="24" y="0"/>
                    <a:pt x="1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809"/>
            <p:cNvSpPr>
              <a:spLocks/>
            </p:cNvSpPr>
            <p:nvPr/>
          </p:nvSpPr>
          <p:spPr bwMode="auto">
            <a:xfrm>
              <a:off x="1346201" y="6797675"/>
              <a:ext cx="73025" cy="44450"/>
            </a:xfrm>
            <a:custGeom>
              <a:avLst/>
              <a:gdLst>
                <a:gd name="T0" fmla="*/ 10 w 26"/>
                <a:gd name="T1" fmla="*/ 16 h 16"/>
                <a:gd name="T2" fmla="*/ 2 w 26"/>
                <a:gd name="T3" fmla="*/ 8 h 16"/>
                <a:gd name="T4" fmla="*/ 15 w 26"/>
                <a:gd name="T5" fmla="*/ 0 h 16"/>
                <a:gd name="T6" fmla="*/ 24 w 26"/>
                <a:gd name="T7" fmla="*/ 8 h 16"/>
                <a:gd name="T8" fmla="*/ 10 w 26"/>
                <a:gd name="T9" fmla="*/ 16 h 16"/>
              </a:gdLst>
              <a:ahLst/>
              <a:cxnLst>
                <a:cxn ang="0">
                  <a:pos x="T0" y="T1"/>
                </a:cxn>
                <a:cxn ang="0">
                  <a:pos x="T2" y="T3"/>
                </a:cxn>
                <a:cxn ang="0">
                  <a:pos x="T4" y="T5"/>
                </a:cxn>
                <a:cxn ang="0">
                  <a:pos x="T6" y="T7"/>
                </a:cxn>
                <a:cxn ang="0">
                  <a:pos x="T8" y="T9"/>
                </a:cxn>
              </a:cxnLst>
              <a:rect l="0" t="0" r="r" b="b"/>
              <a:pathLst>
                <a:path w="26" h="16">
                  <a:moveTo>
                    <a:pt x="10" y="16"/>
                  </a:moveTo>
                  <a:cubicBezTo>
                    <a:pt x="4" y="16"/>
                    <a:pt x="0" y="12"/>
                    <a:pt x="2" y="8"/>
                  </a:cubicBezTo>
                  <a:cubicBezTo>
                    <a:pt x="3" y="4"/>
                    <a:pt x="9" y="0"/>
                    <a:pt x="15" y="0"/>
                  </a:cubicBezTo>
                  <a:cubicBezTo>
                    <a:pt x="22" y="0"/>
                    <a:pt x="26" y="4"/>
                    <a:pt x="24" y="8"/>
                  </a:cubicBezTo>
                  <a:cubicBezTo>
                    <a:pt x="23" y="12"/>
                    <a:pt x="17" y="16"/>
                    <a:pt x="10" y="16"/>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810"/>
            <p:cNvSpPr>
              <a:spLocks noEditPoints="1"/>
            </p:cNvSpPr>
            <p:nvPr/>
          </p:nvSpPr>
          <p:spPr bwMode="auto">
            <a:xfrm>
              <a:off x="1343026" y="6794500"/>
              <a:ext cx="79375" cy="50800"/>
            </a:xfrm>
            <a:custGeom>
              <a:avLst/>
              <a:gdLst>
                <a:gd name="T0" fmla="*/ 16 w 28"/>
                <a:gd name="T1" fmla="*/ 2 h 18"/>
                <a:gd name="T2" fmla="*/ 24 w 28"/>
                <a:gd name="T3" fmla="*/ 9 h 18"/>
                <a:gd name="T4" fmla="*/ 12 w 28"/>
                <a:gd name="T5" fmla="*/ 16 h 18"/>
                <a:gd name="T6" fmla="*/ 4 w 28"/>
                <a:gd name="T7" fmla="*/ 9 h 18"/>
                <a:gd name="T8" fmla="*/ 16 w 28"/>
                <a:gd name="T9" fmla="*/ 2 h 18"/>
                <a:gd name="T10" fmla="*/ 17 w 28"/>
                <a:gd name="T11" fmla="*/ 0 h 18"/>
                <a:gd name="T12" fmla="*/ 1 w 28"/>
                <a:gd name="T13" fmla="*/ 9 h 18"/>
                <a:gd name="T14" fmla="*/ 11 w 28"/>
                <a:gd name="T15" fmla="*/ 18 h 18"/>
                <a:gd name="T16" fmla="*/ 27 w 28"/>
                <a:gd name="T17" fmla="*/ 9 h 18"/>
                <a:gd name="T18" fmla="*/ 17 w 28"/>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18">
                  <a:moveTo>
                    <a:pt x="16" y="2"/>
                  </a:moveTo>
                  <a:cubicBezTo>
                    <a:pt x="22" y="2"/>
                    <a:pt x="25" y="5"/>
                    <a:pt x="24" y="9"/>
                  </a:cubicBezTo>
                  <a:cubicBezTo>
                    <a:pt x="23" y="13"/>
                    <a:pt x="17" y="16"/>
                    <a:pt x="12" y="16"/>
                  </a:cubicBezTo>
                  <a:cubicBezTo>
                    <a:pt x="6" y="16"/>
                    <a:pt x="3" y="13"/>
                    <a:pt x="4" y="9"/>
                  </a:cubicBezTo>
                  <a:cubicBezTo>
                    <a:pt x="5" y="5"/>
                    <a:pt x="11" y="2"/>
                    <a:pt x="16" y="2"/>
                  </a:cubicBezTo>
                  <a:moveTo>
                    <a:pt x="17" y="0"/>
                  </a:moveTo>
                  <a:cubicBezTo>
                    <a:pt x="10" y="0"/>
                    <a:pt x="3" y="4"/>
                    <a:pt x="1" y="9"/>
                  </a:cubicBezTo>
                  <a:cubicBezTo>
                    <a:pt x="0" y="14"/>
                    <a:pt x="4" y="18"/>
                    <a:pt x="11" y="18"/>
                  </a:cubicBezTo>
                  <a:cubicBezTo>
                    <a:pt x="18" y="18"/>
                    <a:pt x="25" y="14"/>
                    <a:pt x="27" y="9"/>
                  </a:cubicBezTo>
                  <a:cubicBezTo>
                    <a:pt x="28" y="4"/>
                    <a:pt x="24" y="0"/>
                    <a:pt x="1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811"/>
            <p:cNvSpPr>
              <a:spLocks/>
            </p:cNvSpPr>
            <p:nvPr/>
          </p:nvSpPr>
          <p:spPr bwMode="auto">
            <a:xfrm>
              <a:off x="1279526" y="6499225"/>
              <a:ext cx="84138" cy="47625"/>
            </a:xfrm>
            <a:custGeom>
              <a:avLst/>
              <a:gdLst>
                <a:gd name="T0" fmla="*/ 12 w 30"/>
                <a:gd name="T1" fmla="*/ 17 h 17"/>
                <a:gd name="T2" fmla="*/ 1 w 30"/>
                <a:gd name="T3" fmla="*/ 8 h 17"/>
                <a:gd name="T4" fmla="*/ 18 w 30"/>
                <a:gd name="T5" fmla="*/ 0 h 17"/>
                <a:gd name="T6" fmla="*/ 28 w 30"/>
                <a:gd name="T7" fmla="*/ 8 h 17"/>
                <a:gd name="T8" fmla="*/ 12 w 30"/>
                <a:gd name="T9" fmla="*/ 17 h 17"/>
              </a:gdLst>
              <a:ahLst/>
              <a:cxnLst>
                <a:cxn ang="0">
                  <a:pos x="T0" y="T1"/>
                </a:cxn>
                <a:cxn ang="0">
                  <a:pos x="T2" y="T3"/>
                </a:cxn>
                <a:cxn ang="0">
                  <a:pos x="T4" y="T5"/>
                </a:cxn>
                <a:cxn ang="0">
                  <a:pos x="T6" y="T7"/>
                </a:cxn>
                <a:cxn ang="0">
                  <a:pos x="T8" y="T9"/>
                </a:cxn>
              </a:cxnLst>
              <a:rect l="0" t="0" r="r" b="b"/>
              <a:pathLst>
                <a:path w="30" h="17">
                  <a:moveTo>
                    <a:pt x="12" y="17"/>
                  </a:moveTo>
                  <a:cubicBezTo>
                    <a:pt x="4" y="17"/>
                    <a:pt x="0" y="13"/>
                    <a:pt x="1" y="8"/>
                  </a:cubicBezTo>
                  <a:cubicBezTo>
                    <a:pt x="3" y="4"/>
                    <a:pt x="10" y="0"/>
                    <a:pt x="18" y="0"/>
                  </a:cubicBezTo>
                  <a:cubicBezTo>
                    <a:pt x="25" y="0"/>
                    <a:pt x="30" y="4"/>
                    <a:pt x="28" y="8"/>
                  </a:cubicBezTo>
                  <a:cubicBezTo>
                    <a:pt x="27" y="13"/>
                    <a:pt x="19" y="17"/>
                    <a:pt x="12" y="1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812"/>
            <p:cNvSpPr>
              <a:spLocks noEditPoints="1"/>
            </p:cNvSpPr>
            <p:nvPr/>
          </p:nvSpPr>
          <p:spPr bwMode="auto">
            <a:xfrm>
              <a:off x="1273176" y="6497638"/>
              <a:ext cx="92075" cy="52387"/>
            </a:xfrm>
            <a:custGeom>
              <a:avLst/>
              <a:gdLst>
                <a:gd name="T0" fmla="*/ 19 w 33"/>
                <a:gd name="T1" fmla="*/ 2 h 19"/>
                <a:gd name="T2" fmla="*/ 29 w 33"/>
                <a:gd name="T3" fmla="*/ 9 h 19"/>
                <a:gd name="T4" fmla="*/ 14 w 33"/>
                <a:gd name="T5" fmla="*/ 17 h 19"/>
                <a:gd name="T6" fmla="*/ 5 w 33"/>
                <a:gd name="T7" fmla="*/ 9 h 19"/>
                <a:gd name="T8" fmla="*/ 19 w 33"/>
                <a:gd name="T9" fmla="*/ 2 h 19"/>
                <a:gd name="T10" fmla="*/ 20 w 33"/>
                <a:gd name="T11" fmla="*/ 0 h 19"/>
                <a:gd name="T12" fmla="*/ 2 w 33"/>
                <a:gd name="T13" fmla="*/ 9 h 19"/>
                <a:gd name="T14" fmla="*/ 14 w 33"/>
                <a:gd name="T15" fmla="*/ 19 h 19"/>
                <a:gd name="T16" fmla="*/ 32 w 33"/>
                <a:gd name="T17" fmla="*/ 9 h 19"/>
                <a:gd name="T18" fmla="*/ 20 w 33"/>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19">
                  <a:moveTo>
                    <a:pt x="19" y="2"/>
                  </a:moveTo>
                  <a:cubicBezTo>
                    <a:pt x="26" y="2"/>
                    <a:pt x="30" y="5"/>
                    <a:pt x="29" y="9"/>
                  </a:cubicBezTo>
                  <a:cubicBezTo>
                    <a:pt x="27" y="13"/>
                    <a:pt x="21" y="17"/>
                    <a:pt x="14" y="17"/>
                  </a:cubicBezTo>
                  <a:cubicBezTo>
                    <a:pt x="8" y="17"/>
                    <a:pt x="3" y="13"/>
                    <a:pt x="5" y="9"/>
                  </a:cubicBezTo>
                  <a:cubicBezTo>
                    <a:pt x="6" y="5"/>
                    <a:pt x="13" y="2"/>
                    <a:pt x="19" y="2"/>
                  </a:cubicBezTo>
                  <a:moveTo>
                    <a:pt x="20" y="0"/>
                  </a:moveTo>
                  <a:cubicBezTo>
                    <a:pt x="12" y="0"/>
                    <a:pt x="4" y="4"/>
                    <a:pt x="2" y="9"/>
                  </a:cubicBezTo>
                  <a:cubicBezTo>
                    <a:pt x="0" y="14"/>
                    <a:pt x="5" y="19"/>
                    <a:pt x="14" y="19"/>
                  </a:cubicBezTo>
                  <a:cubicBezTo>
                    <a:pt x="22" y="19"/>
                    <a:pt x="30" y="14"/>
                    <a:pt x="32" y="9"/>
                  </a:cubicBezTo>
                  <a:cubicBezTo>
                    <a:pt x="33" y="4"/>
                    <a:pt x="28" y="0"/>
                    <a:pt x="2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813"/>
            <p:cNvSpPr>
              <a:spLocks/>
            </p:cNvSpPr>
            <p:nvPr/>
          </p:nvSpPr>
          <p:spPr bwMode="auto">
            <a:xfrm>
              <a:off x="1247776" y="6205538"/>
              <a:ext cx="127000" cy="65087"/>
            </a:xfrm>
            <a:custGeom>
              <a:avLst/>
              <a:gdLst>
                <a:gd name="T0" fmla="*/ 18 w 45"/>
                <a:gd name="T1" fmla="*/ 23 h 23"/>
                <a:gd name="T2" fmla="*/ 2 w 45"/>
                <a:gd name="T3" fmla="*/ 12 h 23"/>
                <a:gd name="T4" fmla="*/ 27 w 45"/>
                <a:gd name="T5" fmla="*/ 0 h 23"/>
                <a:gd name="T6" fmla="*/ 43 w 45"/>
                <a:gd name="T7" fmla="*/ 12 h 23"/>
                <a:gd name="T8" fmla="*/ 18 w 45"/>
                <a:gd name="T9" fmla="*/ 23 h 23"/>
              </a:gdLst>
              <a:ahLst/>
              <a:cxnLst>
                <a:cxn ang="0">
                  <a:pos x="T0" y="T1"/>
                </a:cxn>
                <a:cxn ang="0">
                  <a:pos x="T2" y="T3"/>
                </a:cxn>
                <a:cxn ang="0">
                  <a:pos x="T4" y="T5"/>
                </a:cxn>
                <a:cxn ang="0">
                  <a:pos x="T6" y="T7"/>
                </a:cxn>
                <a:cxn ang="0">
                  <a:pos x="T8" y="T9"/>
                </a:cxn>
              </a:cxnLst>
              <a:rect l="0" t="0" r="r" b="b"/>
              <a:pathLst>
                <a:path w="45" h="23">
                  <a:moveTo>
                    <a:pt x="18" y="23"/>
                  </a:moveTo>
                  <a:cubicBezTo>
                    <a:pt x="7" y="23"/>
                    <a:pt x="0" y="18"/>
                    <a:pt x="2" y="12"/>
                  </a:cubicBezTo>
                  <a:cubicBezTo>
                    <a:pt x="5" y="6"/>
                    <a:pt x="16" y="0"/>
                    <a:pt x="27" y="0"/>
                  </a:cubicBezTo>
                  <a:cubicBezTo>
                    <a:pt x="38" y="0"/>
                    <a:pt x="45" y="6"/>
                    <a:pt x="43" y="12"/>
                  </a:cubicBezTo>
                  <a:cubicBezTo>
                    <a:pt x="40" y="18"/>
                    <a:pt x="29" y="23"/>
                    <a:pt x="18" y="23"/>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814"/>
            <p:cNvSpPr>
              <a:spLocks noEditPoints="1"/>
            </p:cNvSpPr>
            <p:nvPr/>
          </p:nvSpPr>
          <p:spPr bwMode="auto">
            <a:xfrm>
              <a:off x="1243013" y="6205538"/>
              <a:ext cx="133350" cy="66675"/>
            </a:xfrm>
            <a:custGeom>
              <a:avLst/>
              <a:gdLst>
                <a:gd name="T0" fmla="*/ 28 w 48"/>
                <a:gd name="T1" fmla="*/ 1 h 24"/>
                <a:gd name="T2" fmla="*/ 43 w 48"/>
                <a:gd name="T3" fmla="*/ 12 h 24"/>
                <a:gd name="T4" fmla="*/ 20 w 48"/>
                <a:gd name="T5" fmla="*/ 23 h 24"/>
                <a:gd name="T6" fmla="*/ 6 w 48"/>
                <a:gd name="T7" fmla="*/ 12 h 24"/>
                <a:gd name="T8" fmla="*/ 28 w 48"/>
                <a:gd name="T9" fmla="*/ 1 h 24"/>
                <a:gd name="T10" fmla="*/ 29 w 48"/>
                <a:gd name="T11" fmla="*/ 0 h 24"/>
                <a:gd name="T12" fmla="*/ 3 w 48"/>
                <a:gd name="T13" fmla="*/ 12 h 24"/>
                <a:gd name="T14" fmla="*/ 20 w 48"/>
                <a:gd name="T15" fmla="*/ 24 h 24"/>
                <a:gd name="T16" fmla="*/ 46 w 48"/>
                <a:gd name="T17" fmla="*/ 12 h 24"/>
                <a:gd name="T18" fmla="*/ 29 w 48"/>
                <a:gd name="T1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24">
                  <a:moveTo>
                    <a:pt x="28" y="1"/>
                  </a:moveTo>
                  <a:cubicBezTo>
                    <a:pt x="39" y="1"/>
                    <a:pt x="45" y="6"/>
                    <a:pt x="43" y="12"/>
                  </a:cubicBezTo>
                  <a:cubicBezTo>
                    <a:pt x="41" y="18"/>
                    <a:pt x="31" y="23"/>
                    <a:pt x="20" y="23"/>
                  </a:cubicBezTo>
                  <a:cubicBezTo>
                    <a:pt x="10" y="23"/>
                    <a:pt x="3" y="18"/>
                    <a:pt x="6" y="12"/>
                  </a:cubicBezTo>
                  <a:cubicBezTo>
                    <a:pt x="8" y="6"/>
                    <a:pt x="18" y="1"/>
                    <a:pt x="28" y="1"/>
                  </a:cubicBezTo>
                  <a:moveTo>
                    <a:pt x="29" y="0"/>
                  </a:moveTo>
                  <a:cubicBezTo>
                    <a:pt x="17" y="0"/>
                    <a:pt x="5" y="5"/>
                    <a:pt x="3" y="12"/>
                  </a:cubicBezTo>
                  <a:cubicBezTo>
                    <a:pt x="0" y="19"/>
                    <a:pt x="8" y="24"/>
                    <a:pt x="20" y="24"/>
                  </a:cubicBezTo>
                  <a:cubicBezTo>
                    <a:pt x="32" y="24"/>
                    <a:pt x="44" y="19"/>
                    <a:pt x="46" y="12"/>
                  </a:cubicBezTo>
                  <a:cubicBezTo>
                    <a:pt x="48" y="5"/>
                    <a:pt x="41" y="0"/>
                    <a:pt x="2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815"/>
            <p:cNvSpPr>
              <a:spLocks/>
            </p:cNvSpPr>
            <p:nvPr/>
          </p:nvSpPr>
          <p:spPr bwMode="auto">
            <a:xfrm>
              <a:off x="1250951" y="6608763"/>
              <a:ext cx="114300" cy="68262"/>
            </a:xfrm>
            <a:custGeom>
              <a:avLst/>
              <a:gdLst>
                <a:gd name="T0" fmla="*/ 16 w 41"/>
                <a:gd name="T1" fmla="*/ 24 h 24"/>
                <a:gd name="T2" fmla="*/ 2 w 41"/>
                <a:gd name="T3" fmla="*/ 12 h 24"/>
                <a:gd name="T4" fmla="*/ 25 w 41"/>
                <a:gd name="T5" fmla="*/ 0 h 24"/>
                <a:gd name="T6" fmla="*/ 39 w 41"/>
                <a:gd name="T7" fmla="*/ 12 h 24"/>
                <a:gd name="T8" fmla="*/ 16 w 41"/>
                <a:gd name="T9" fmla="*/ 24 h 24"/>
              </a:gdLst>
              <a:ahLst/>
              <a:cxnLst>
                <a:cxn ang="0">
                  <a:pos x="T0" y="T1"/>
                </a:cxn>
                <a:cxn ang="0">
                  <a:pos x="T2" y="T3"/>
                </a:cxn>
                <a:cxn ang="0">
                  <a:pos x="T4" y="T5"/>
                </a:cxn>
                <a:cxn ang="0">
                  <a:pos x="T6" y="T7"/>
                </a:cxn>
                <a:cxn ang="0">
                  <a:pos x="T8" y="T9"/>
                </a:cxn>
              </a:cxnLst>
              <a:rect l="0" t="0" r="r" b="b"/>
              <a:pathLst>
                <a:path w="41" h="24">
                  <a:moveTo>
                    <a:pt x="16" y="24"/>
                  </a:moveTo>
                  <a:cubicBezTo>
                    <a:pt x="6" y="24"/>
                    <a:pt x="0" y="18"/>
                    <a:pt x="2" y="12"/>
                  </a:cubicBezTo>
                  <a:cubicBezTo>
                    <a:pt x="4" y="5"/>
                    <a:pt x="14" y="0"/>
                    <a:pt x="25" y="0"/>
                  </a:cubicBezTo>
                  <a:cubicBezTo>
                    <a:pt x="35" y="0"/>
                    <a:pt x="41" y="5"/>
                    <a:pt x="39" y="12"/>
                  </a:cubicBezTo>
                  <a:cubicBezTo>
                    <a:pt x="37" y="19"/>
                    <a:pt x="27" y="24"/>
                    <a:pt x="16" y="24"/>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816"/>
            <p:cNvSpPr>
              <a:spLocks noEditPoints="1"/>
            </p:cNvSpPr>
            <p:nvPr/>
          </p:nvSpPr>
          <p:spPr bwMode="auto">
            <a:xfrm>
              <a:off x="1244601" y="6607175"/>
              <a:ext cx="127000" cy="73025"/>
            </a:xfrm>
            <a:custGeom>
              <a:avLst/>
              <a:gdLst>
                <a:gd name="T0" fmla="*/ 26 w 45"/>
                <a:gd name="T1" fmla="*/ 2 h 26"/>
                <a:gd name="T2" fmla="*/ 40 w 45"/>
                <a:gd name="T3" fmla="*/ 13 h 26"/>
                <a:gd name="T4" fmla="*/ 19 w 45"/>
                <a:gd name="T5" fmla="*/ 24 h 26"/>
                <a:gd name="T6" fmla="*/ 5 w 45"/>
                <a:gd name="T7" fmla="*/ 13 h 26"/>
                <a:gd name="T8" fmla="*/ 26 w 45"/>
                <a:gd name="T9" fmla="*/ 2 h 26"/>
                <a:gd name="T10" fmla="*/ 27 w 45"/>
                <a:gd name="T11" fmla="*/ 0 h 26"/>
                <a:gd name="T12" fmla="*/ 2 w 45"/>
                <a:gd name="T13" fmla="*/ 13 h 26"/>
                <a:gd name="T14" fmla="*/ 18 w 45"/>
                <a:gd name="T15" fmla="*/ 26 h 26"/>
                <a:gd name="T16" fmla="*/ 43 w 45"/>
                <a:gd name="T17" fmla="*/ 13 h 26"/>
                <a:gd name="T18" fmla="*/ 27 w 45"/>
                <a:gd name="T19"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26">
                  <a:moveTo>
                    <a:pt x="26" y="2"/>
                  </a:moveTo>
                  <a:cubicBezTo>
                    <a:pt x="36" y="2"/>
                    <a:pt x="42" y="7"/>
                    <a:pt x="40" y="13"/>
                  </a:cubicBezTo>
                  <a:cubicBezTo>
                    <a:pt x="38" y="19"/>
                    <a:pt x="28" y="24"/>
                    <a:pt x="19" y="24"/>
                  </a:cubicBezTo>
                  <a:cubicBezTo>
                    <a:pt x="9" y="24"/>
                    <a:pt x="3" y="19"/>
                    <a:pt x="5" y="13"/>
                  </a:cubicBezTo>
                  <a:cubicBezTo>
                    <a:pt x="8" y="7"/>
                    <a:pt x="17" y="2"/>
                    <a:pt x="26" y="2"/>
                  </a:cubicBezTo>
                  <a:moveTo>
                    <a:pt x="27" y="0"/>
                  </a:moveTo>
                  <a:cubicBezTo>
                    <a:pt x="16" y="0"/>
                    <a:pt x="5" y="5"/>
                    <a:pt x="2" y="13"/>
                  </a:cubicBezTo>
                  <a:cubicBezTo>
                    <a:pt x="0" y="20"/>
                    <a:pt x="7" y="26"/>
                    <a:pt x="18" y="26"/>
                  </a:cubicBezTo>
                  <a:cubicBezTo>
                    <a:pt x="29" y="26"/>
                    <a:pt x="40" y="20"/>
                    <a:pt x="43" y="13"/>
                  </a:cubicBezTo>
                  <a:cubicBezTo>
                    <a:pt x="45" y="6"/>
                    <a:pt x="38" y="0"/>
                    <a:pt x="2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817"/>
            <p:cNvSpPr>
              <a:spLocks/>
            </p:cNvSpPr>
            <p:nvPr/>
          </p:nvSpPr>
          <p:spPr bwMode="auto">
            <a:xfrm>
              <a:off x="1112838" y="5872163"/>
              <a:ext cx="65088" cy="26987"/>
            </a:xfrm>
            <a:custGeom>
              <a:avLst/>
              <a:gdLst>
                <a:gd name="T0" fmla="*/ 9 w 23"/>
                <a:gd name="T1" fmla="*/ 10 h 10"/>
                <a:gd name="T2" fmla="*/ 1 w 23"/>
                <a:gd name="T3" fmla="*/ 5 h 10"/>
                <a:gd name="T4" fmla="*/ 13 w 23"/>
                <a:gd name="T5" fmla="*/ 0 h 10"/>
                <a:gd name="T6" fmla="*/ 22 w 23"/>
                <a:gd name="T7" fmla="*/ 5 h 10"/>
                <a:gd name="T8" fmla="*/ 9 w 23"/>
                <a:gd name="T9" fmla="*/ 10 h 10"/>
              </a:gdLst>
              <a:ahLst/>
              <a:cxnLst>
                <a:cxn ang="0">
                  <a:pos x="T0" y="T1"/>
                </a:cxn>
                <a:cxn ang="0">
                  <a:pos x="T2" y="T3"/>
                </a:cxn>
                <a:cxn ang="0">
                  <a:pos x="T4" y="T5"/>
                </a:cxn>
                <a:cxn ang="0">
                  <a:pos x="T6" y="T7"/>
                </a:cxn>
                <a:cxn ang="0">
                  <a:pos x="T8" y="T9"/>
                </a:cxn>
              </a:cxnLst>
              <a:rect l="0" t="0" r="r" b="b"/>
              <a:pathLst>
                <a:path w="23" h="10">
                  <a:moveTo>
                    <a:pt x="9" y="10"/>
                  </a:moveTo>
                  <a:cubicBezTo>
                    <a:pt x="4" y="10"/>
                    <a:pt x="0" y="8"/>
                    <a:pt x="1" y="5"/>
                  </a:cubicBezTo>
                  <a:cubicBezTo>
                    <a:pt x="2" y="3"/>
                    <a:pt x="8" y="0"/>
                    <a:pt x="13" y="0"/>
                  </a:cubicBezTo>
                  <a:cubicBezTo>
                    <a:pt x="19" y="0"/>
                    <a:pt x="23" y="3"/>
                    <a:pt x="22" y="5"/>
                  </a:cubicBezTo>
                  <a:cubicBezTo>
                    <a:pt x="21" y="8"/>
                    <a:pt x="15" y="10"/>
                    <a:pt x="9" y="10"/>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818"/>
            <p:cNvSpPr>
              <a:spLocks noEditPoints="1"/>
            </p:cNvSpPr>
            <p:nvPr/>
          </p:nvSpPr>
          <p:spPr bwMode="auto">
            <a:xfrm>
              <a:off x="1108076" y="5872163"/>
              <a:ext cx="73025" cy="30162"/>
            </a:xfrm>
            <a:custGeom>
              <a:avLst/>
              <a:gdLst>
                <a:gd name="T0" fmla="*/ 15 w 26"/>
                <a:gd name="T1" fmla="*/ 1 h 11"/>
                <a:gd name="T2" fmla="*/ 22 w 26"/>
                <a:gd name="T3" fmla="*/ 5 h 11"/>
                <a:gd name="T4" fmla="*/ 12 w 26"/>
                <a:gd name="T5" fmla="*/ 10 h 11"/>
                <a:gd name="T6" fmla="*/ 4 w 26"/>
                <a:gd name="T7" fmla="*/ 5 h 11"/>
                <a:gd name="T8" fmla="*/ 15 w 26"/>
                <a:gd name="T9" fmla="*/ 1 h 11"/>
                <a:gd name="T10" fmla="*/ 16 w 26"/>
                <a:gd name="T11" fmla="*/ 0 h 11"/>
                <a:gd name="T12" fmla="*/ 2 w 26"/>
                <a:gd name="T13" fmla="*/ 5 h 11"/>
                <a:gd name="T14" fmla="*/ 11 w 26"/>
                <a:gd name="T15" fmla="*/ 11 h 11"/>
                <a:gd name="T16" fmla="*/ 25 w 26"/>
                <a:gd name="T17" fmla="*/ 5 h 11"/>
                <a:gd name="T18" fmla="*/ 16 w 26"/>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1">
                  <a:moveTo>
                    <a:pt x="15" y="1"/>
                  </a:moveTo>
                  <a:cubicBezTo>
                    <a:pt x="20" y="1"/>
                    <a:pt x="23" y="3"/>
                    <a:pt x="22" y="5"/>
                  </a:cubicBezTo>
                  <a:cubicBezTo>
                    <a:pt x="21" y="8"/>
                    <a:pt x="16" y="10"/>
                    <a:pt x="12" y="10"/>
                  </a:cubicBezTo>
                  <a:cubicBezTo>
                    <a:pt x="7" y="10"/>
                    <a:pt x="3" y="8"/>
                    <a:pt x="4" y="5"/>
                  </a:cubicBezTo>
                  <a:cubicBezTo>
                    <a:pt x="5" y="3"/>
                    <a:pt x="10" y="1"/>
                    <a:pt x="15" y="1"/>
                  </a:cubicBezTo>
                  <a:moveTo>
                    <a:pt x="16" y="0"/>
                  </a:moveTo>
                  <a:cubicBezTo>
                    <a:pt x="9" y="0"/>
                    <a:pt x="3" y="2"/>
                    <a:pt x="2" y="5"/>
                  </a:cubicBezTo>
                  <a:cubicBezTo>
                    <a:pt x="0" y="9"/>
                    <a:pt x="5" y="11"/>
                    <a:pt x="11" y="11"/>
                  </a:cubicBezTo>
                  <a:cubicBezTo>
                    <a:pt x="17" y="11"/>
                    <a:pt x="24" y="9"/>
                    <a:pt x="25" y="5"/>
                  </a:cubicBezTo>
                  <a:cubicBezTo>
                    <a:pt x="26" y="2"/>
                    <a:pt x="22" y="0"/>
                    <a:pt x="1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819"/>
            <p:cNvSpPr>
              <a:spLocks/>
            </p:cNvSpPr>
            <p:nvPr/>
          </p:nvSpPr>
          <p:spPr bwMode="auto">
            <a:xfrm>
              <a:off x="1312863" y="5873750"/>
              <a:ext cx="50800" cy="23812"/>
            </a:xfrm>
            <a:custGeom>
              <a:avLst/>
              <a:gdLst>
                <a:gd name="T0" fmla="*/ 7 w 18"/>
                <a:gd name="T1" fmla="*/ 8 h 8"/>
                <a:gd name="T2" fmla="*/ 1 w 18"/>
                <a:gd name="T3" fmla="*/ 4 h 8"/>
                <a:gd name="T4" fmla="*/ 11 w 18"/>
                <a:gd name="T5" fmla="*/ 0 h 8"/>
                <a:gd name="T6" fmla="*/ 17 w 18"/>
                <a:gd name="T7" fmla="*/ 4 h 8"/>
                <a:gd name="T8" fmla="*/ 7 w 18"/>
                <a:gd name="T9" fmla="*/ 8 h 8"/>
              </a:gdLst>
              <a:ahLst/>
              <a:cxnLst>
                <a:cxn ang="0">
                  <a:pos x="T0" y="T1"/>
                </a:cxn>
                <a:cxn ang="0">
                  <a:pos x="T2" y="T3"/>
                </a:cxn>
                <a:cxn ang="0">
                  <a:pos x="T4" y="T5"/>
                </a:cxn>
                <a:cxn ang="0">
                  <a:pos x="T6" y="T7"/>
                </a:cxn>
                <a:cxn ang="0">
                  <a:pos x="T8" y="T9"/>
                </a:cxn>
              </a:cxnLst>
              <a:rect l="0" t="0" r="r" b="b"/>
              <a:pathLst>
                <a:path w="18" h="8">
                  <a:moveTo>
                    <a:pt x="7" y="8"/>
                  </a:moveTo>
                  <a:cubicBezTo>
                    <a:pt x="3" y="8"/>
                    <a:pt x="0" y="7"/>
                    <a:pt x="1" y="4"/>
                  </a:cubicBezTo>
                  <a:cubicBezTo>
                    <a:pt x="2" y="2"/>
                    <a:pt x="6" y="0"/>
                    <a:pt x="11" y="0"/>
                  </a:cubicBezTo>
                  <a:cubicBezTo>
                    <a:pt x="15" y="0"/>
                    <a:pt x="18" y="2"/>
                    <a:pt x="17" y="4"/>
                  </a:cubicBezTo>
                  <a:cubicBezTo>
                    <a:pt x="16" y="7"/>
                    <a:pt x="12" y="8"/>
                    <a:pt x="7" y="8"/>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820"/>
            <p:cNvSpPr>
              <a:spLocks noEditPoints="1"/>
            </p:cNvSpPr>
            <p:nvPr/>
          </p:nvSpPr>
          <p:spPr bwMode="auto">
            <a:xfrm>
              <a:off x="1309688" y="5873750"/>
              <a:ext cx="55563" cy="25400"/>
            </a:xfrm>
            <a:custGeom>
              <a:avLst/>
              <a:gdLst>
                <a:gd name="T0" fmla="*/ 11 w 20"/>
                <a:gd name="T1" fmla="*/ 1 h 9"/>
                <a:gd name="T2" fmla="*/ 17 w 20"/>
                <a:gd name="T3" fmla="*/ 4 h 9"/>
                <a:gd name="T4" fmla="*/ 9 w 20"/>
                <a:gd name="T5" fmla="*/ 8 h 9"/>
                <a:gd name="T6" fmla="*/ 3 w 20"/>
                <a:gd name="T7" fmla="*/ 4 h 9"/>
                <a:gd name="T8" fmla="*/ 11 w 20"/>
                <a:gd name="T9" fmla="*/ 1 h 9"/>
                <a:gd name="T10" fmla="*/ 12 w 20"/>
                <a:gd name="T11" fmla="*/ 0 h 9"/>
                <a:gd name="T12" fmla="*/ 1 w 20"/>
                <a:gd name="T13" fmla="*/ 4 h 9"/>
                <a:gd name="T14" fmla="*/ 8 w 20"/>
                <a:gd name="T15" fmla="*/ 9 h 9"/>
                <a:gd name="T16" fmla="*/ 19 w 20"/>
                <a:gd name="T17" fmla="*/ 4 h 9"/>
                <a:gd name="T18" fmla="*/ 12 w 20"/>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9">
                  <a:moveTo>
                    <a:pt x="11" y="1"/>
                  </a:moveTo>
                  <a:cubicBezTo>
                    <a:pt x="15" y="1"/>
                    <a:pt x="17" y="2"/>
                    <a:pt x="17" y="4"/>
                  </a:cubicBezTo>
                  <a:cubicBezTo>
                    <a:pt x="16" y="6"/>
                    <a:pt x="12" y="8"/>
                    <a:pt x="9" y="8"/>
                  </a:cubicBezTo>
                  <a:cubicBezTo>
                    <a:pt x="5" y="8"/>
                    <a:pt x="3" y="6"/>
                    <a:pt x="3" y="4"/>
                  </a:cubicBezTo>
                  <a:cubicBezTo>
                    <a:pt x="4" y="3"/>
                    <a:pt x="8" y="1"/>
                    <a:pt x="11" y="1"/>
                  </a:cubicBezTo>
                  <a:moveTo>
                    <a:pt x="12" y="0"/>
                  </a:moveTo>
                  <a:cubicBezTo>
                    <a:pt x="7" y="0"/>
                    <a:pt x="2" y="2"/>
                    <a:pt x="1" y="4"/>
                  </a:cubicBezTo>
                  <a:cubicBezTo>
                    <a:pt x="0" y="7"/>
                    <a:pt x="3" y="9"/>
                    <a:pt x="8" y="9"/>
                  </a:cubicBezTo>
                  <a:cubicBezTo>
                    <a:pt x="13" y="9"/>
                    <a:pt x="18" y="7"/>
                    <a:pt x="19" y="4"/>
                  </a:cubicBezTo>
                  <a:cubicBezTo>
                    <a:pt x="20" y="2"/>
                    <a:pt x="17" y="0"/>
                    <a:pt x="1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821"/>
            <p:cNvSpPr>
              <a:spLocks/>
            </p:cNvSpPr>
            <p:nvPr/>
          </p:nvSpPr>
          <p:spPr bwMode="auto">
            <a:xfrm>
              <a:off x="1427163" y="5729288"/>
              <a:ext cx="47625" cy="22225"/>
            </a:xfrm>
            <a:custGeom>
              <a:avLst/>
              <a:gdLst>
                <a:gd name="T0" fmla="*/ 7 w 17"/>
                <a:gd name="T1" fmla="*/ 8 h 8"/>
                <a:gd name="T2" fmla="*/ 1 w 17"/>
                <a:gd name="T3" fmla="*/ 4 h 8"/>
                <a:gd name="T4" fmla="*/ 10 w 17"/>
                <a:gd name="T5" fmla="*/ 0 h 8"/>
                <a:gd name="T6" fmla="*/ 16 w 17"/>
                <a:gd name="T7" fmla="*/ 4 h 8"/>
                <a:gd name="T8" fmla="*/ 7 w 17"/>
                <a:gd name="T9" fmla="*/ 8 h 8"/>
              </a:gdLst>
              <a:ahLst/>
              <a:cxnLst>
                <a:cxn ang="0">
                  <a:pos x="T0" y="T1"/>
                </a:cxn>
                <a:cxn ang="0">
                  <a:pos x="T2" y="T3"/>
                </a:cxn>
                <a:cxn ang="0">
                  <a:pos x="T4" y="T5"/>
                </a:cxn>
                <a:cxn ang="0">
                  <a:pos x="T6" y="T7"/>
                </a:cxn>
                <a:cxn ang="0">
                  <a:pos x="T8" y="T9"/>
                </a:cxn>
              </a:cxnLst>
              <a:rect l="0" t="0" r="r" b="b"/>
              <a:pathLst>
                <a:path w="17" h="8">
                  <a:moveTo>
                    <a:pt x="7" y="8"/>
                  </a:moveTo>
                  <a:cubicBezTo>
                    <a:pt x="3" y="8"/>
                    <a:pt x="0" y="6"/>
                    <a:pt x="1" y="4"/>
                  </a:cubicBezTo>
                  <a:cubicBezTo>
                    <a:pt x="1" y="2"/>
                    <a:pt x="6" y="0"/>
                    <a:pt x="10" y="0"/>
                  </a:cubicBezTo>
                  <a:cubicBezTo>
                    <a:pt x="14" y="0"/>
                    <a:pt x="17" y="2"/>
                    <a:pt x="16" y="4"/>
                  </a:cubicBezTo>
                  <a:cubicBezTo>
                    <a:pt x="15" y="6"/>
                    <a:pt x="11" y="8"/>
                    <a:pt x="7" y="8"/>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822"/>
            <p:cNvSpPr>
              <a:spLocks noEditPoints="1"/>
            </p:cNvSpPr>
            <p:nvPr/>
          </p:nvSpPr>
          <p:spPr bwMode="auto">
            <a:xfrm>
              <a:off x="1422401" y="5729288"/>
              <a:ext cx="55563" cy="23812"/>
            </a:xfrm>
            <a:custGeom>
              <a:avLst/>
              <a:gdLst>
                <a:gd name="T0" fmla="*/ 12 w 20"/>
                <a:gd name="T1" fmla="*/ 1 h 9"/>
                <a:gd name="T2" fmla="*/ 17 w 20"/>
                <a:gd name="T3" fmla="*/ 4 h 9"/>
                <a:gd name="T4" fmla="*/ 9 w 20"/>
                <a:gd name="T5" fmla="*/ 7 h 9"/>
                <a:gd name="T6" fmla="*/ 4 w 20"/>
                <a:gd name="T7" fmla="*/ 4 h 9"/>
                <a:gd name="T8" fmla="*/ 12 w 20"/>
                <a:gd name="T9" fmla="*/ 1 h 9"/>
                <a:gd name="T10" fmla="*/ 12 w 20"/>
                <a:gd name="T11" fmla="*/ 0 h 9"/>
                <a:gd name="T12" fmla="*/ 1 w 20"/>
                <a:gd name="T13" fmla="*/ 4 h 9"/>
                <a:gd name="T14" fmla="*/ 9 w 20"/>
                <a:gd name="T15" fmla="*/ 8 h 9"/>
                <a:gd name="T16" fmla="*/ 20 w 20"/>
                <a:gd name="T17" fmla="*/ 4 h 9"/>
                <a:gd name="T18" fmla="*/ 12 w 20"/>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9">
                  <a:moveTo>
                    <a:pt x="12" y="1"/>
                  </a:moveTo>
                  <a:cubicBezTo>
                    <a:pt x="15" y="1"/>
                    <a:pt x="18" y="2"/>
                    <a:pt x="17" y="4"/>
                  </a:cubicBezTo>
                  <a:cubicBezTo>
                    <a:pt x="16" y="6"/>
                    <a:pt x="13" y="7"/>
                    <a:pt x="9" y="7"/>
                  </a:cubicBezTo>
                  <a:cubicBezTo>
                    <a:pt x="6" y="7"/>
                    <a:pt x="3" y="6"/>
                    <a:pt x="4" y="4"/>
                  </a:cubicBezTo>
                  <a:cubicBezTo>
                    <a:pt x="5" y="2"/>
                    <a:pt x="8" y="1"/>
                    <a:pt x="12" y="1"/>
                  </a:cubicBezTo>
                  <a:moveTo>
                    <a:pt x="12" y="0"/>
                  </a:moveTo>
                  <a:cubicBezTo>
                    <a:pt x="7" y="0"/>
                    <a:pt x="2" y="2"/>
                    <a:pt x="1" y="4"/>
                  </a:cubicBezTo>
                  <a:cubicBezTo>
                    <a:pt x="0" y="7"/>
                    <a:pt x="4" y="9"/>
                    <a:pt x="9" y="8"/>
                  </a:cubicBezTo>
                  <a:cubicBezTo>
                    <a:pt x="14" y="8"/>
                    <a:pt x="19" y="7"/>
                    <a:pt x="20" y="4"/>
                  </a:cubicBezTo>
                  <a:cubicBezTo>
                    <a:pt x="20" y="2"/>
                    <a:pt x="17" y="0"/>
                    <a:pt x="1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823"/>
            <p:cNvSpPr>
              <a:spLocks/>
            </p:cNvSpPr>
            <p:nvPr/>
          </p:nvSpPr>
          <p:spPr bwMode="auto">
            <a:xfrm>
              <a:off x="1598613" y="5729288"/>
              <a:ext cx="47625" cy="22225"/>
            </a:xfrm>
            <a:custGeom>
              <a:avLst/>
              <a:gdLst>
                <a:gd name="T0" fmla="*/ 7 w 17"/>
                <a:gd name="T1" fmla="*/ 8 h 8"/>
                <a:gd name="T2" fmla="*/ 0 w 17"/>
                <a:gd name="T3" fmla="*/ 4 h 8"/>
                <a:gd name="T4" fmla="*/ 9 w 17"/>
                <a:gd name="T5" fmla="*/ 0 h 8"/>
                <a:gd name="T6" fmla="*/ 16 w 17"/>
                <a:gd name="T7" fmla="*/ 4 h 8"/>
                <a:gd name="T8" fmla="*/ 7 w 17"/>
                <a:gd name="T9" fmla="*/ 8 h 8"/>
              </a:gdLst>
              <a:ahLst/>
              <a:cxnLst>
                <a:cxn ang="0">
                  <a:pos x="T0" y="T1"/>
                </a:cxn>
                <a:cxn ang="0">
                  <a:pos x="T2" y="T3"/>
                </a:cxn>
                <a:cxn ang="0">
                  <a:pos x="T4" y="T5"/>
                </a:cxn>
                <a:cxn ang="0">
                  <a:pos x="T6" y="T7"/>
                </a:cxn>
                <a:cxn ang="0">
                  <a:pos x="T8" y="T9"/>
                </a:cxn>
              </a:cxnLst>
              <a:rect l="0" t="0" r="r" b="b"/>
              <a:pathLst>
                <a:path w="17" h="8">
                  <a:moveTo>
                    <a:pt x="7" y="8"/>
                  </a:moveTo>
                  <a:cubicBezTo>
                    <a:pt x="2" y="8"/>
                    <a:pt x="0" y="6"/>
                    <a:pt x="0" y="4"/>
                  </a:cubicBezTo>
                  <a:cubicBezTo>
                    <a:pt x="1" y="2"/>
                    <a:pt x="5" y="0"/>
                    <a:pt x="9" y="0"/>
                  </a:cubicBezTo>
                  <a:cubicBezTo>
                    <a:pt x="14" y="0"/>
                    <a:pt x="17" y="2"/>
                    <a:pt x="16" y="4"/>
                  </a:cubicBezTo>
                  <a:cubicBezTo>
                    <a:pt x="15" y="6"/>
                    <a:pt x="11" y="8"/>
                    <a:pt x="7" y="8"/>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824"/>
            <p:cNvSpPr>
              <a:spLocks noEditPoints="1"/>
            </p:cNvSpPr>
            <p:nvPr/>
          </p:nvSpPr>
          <p:spPr bwMode="auto">
            <a:xfrm>
              <a:off x="1592263" y="5729288"/>
              <a:ext cx="57150" cy="22225"/>
            </a:xfrm>
            <a:custGeom>
              <a:avLst/>
              <a:gdLst>
                <a:gd name="T0" fmla="*/ 11 w 20"/>
                <a:gd name="T1" fmla="*/ 1 h 8"/>
                <a:gd name="T2" fmla="*/ 16 w 20"/>
                <a:gd name="T3" fmla="*/ 4 h 8"/>
                <a:gd name="T4" fmla="*/ 9 w 20"/>
                <a:gd name="T5" fmla="*/ 7 h 8"/>
                <a:gd name="T6" fmla="*/ 4 w 20"/>
                <a:gd name="T7" fmla="*/ 4 h 8"/>
                <a:gd name="T8" fmla="*/ 11 w 20"/>
                <a:gd name="T9" fmla="*/ 1 h 8"/>
                <a:gd name="T10" fmla="*/ 12 w 20"/>
                <a:gd name="T11" fmla="*/ 0 h 8"/>
                <a:gd name="T12" fmla="*/ 1 w 20"/>
                <a:gd name="T13" fmla="*/ 4 h 8"/>
                <a:gd name="T14" fmla="*/ 8 w 20"/>
                <a:gd name="T15" fmla="*/ 8 h 8"/>
                <a:gd name="T16" fmla="*/ 19 w 20"/>
                <a:gd name="T17" fmla="*/ 4 h 8"/>
                <a:gd name="T18" fmla="*/ 12 w 20"/>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8">
                  <a:moveTo>
                    <a:pt x="11" y="1"/>
                  </a:moveTo>
                  <a:cubicBezTo>
                    <a:pt x="15" y="1"/>
                    <a:pt x="17" y="2"/>
                    <a:pt x="16" y="4"/>
                  </a:cubicBezTo>
                  <a:cubicBezTo>
                    <a:pt x="16" y="6"/>
                    <a:pt x="12" y="7"/>
                    <a:pt x="9" y="7"/>
                  </a:cubicBezTo>
                  <a:cubicBezTo>
                    <a:pt x="5" y="7"/>
                    <a:pt x="3" y="6"/>
                    <a:pt x="4" y="4"/>
                  </a:cubicBezTo>
                  <a:cubicBezTo>
                    <a:pt x="4" y="2"/>
                    <a:pt x="8" y="1"/>
                    <a:pt x="11" y="1"/>
                  </a:cubicBezTo>
                  <a:moveTo>
                    <a:pt x="12" y="0"/>
                  </a:moveTo>
                  <a:cubicBezTo>
                    <a:pt x="7" y="0"/>
                    <a:pt x="2" y="2"/>
                    <a:pt x="1" y="4"/>
                  </a:cubicBezTo>
                  <a:cubicBezTo>
                    <a:pt x="0" y="6"/>
                    <a:pt x="3" y="8"/>
                    <a:pt x="8" y="8"/>
                  </a:cubicBezTo>
                  <a:cubicBezTo>
                    <a:pt x="13" y="8"/>
                    <a:pt x="18" y="6"/>
                    <a:pt x="19" y="4"/>
                  </a:cubicBezTo>
                  <a:cubicBezTo>
                    <a:pt x="20" y="2"/>
                    <a:pt x="17" y="0"/>
                    <a:pt x="1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825"/>
            <p:cNvSpPr>
              <a:spLocks/>
            </p:cNvSpPr>
            <p:nvPr/>
          </p:nvSpPr>
          <p:spPr bwMode="auto">
            <a:xfrm>
              <a:off x="1704976" y="5608638"/>
              <a:ext cx="47625" cy="22225"/>
            </a:xfrm>
            <a:custGeom>
              <a:avLst/>
              <a:gdLst>
                <a:gd name="T0" fmla="*/ 7 w 17"/>
                <a:gd name="T1" fmla="*/ 8 h 8"/>
                <a:gd name="T2" fmla="*/ 1 w 17"/>
                <a:gd name="T3" fmla="*/ 4 h 8"/>
                <a:gd name="T4" fmla="*/ 10 w 17"/>
                <a:gd name="T5" fmla="*/ 0 h 8"/>
                <a:gd name="T6" fmla="*/ 16 w 17"/>
                <a:gd name="T7" fmla="*/ 4 h 8"/>
                <a:gd name="T8" fmla="*/ 7 w 17"/>
                <a:gd name="T9" fmla="*/ 8 h 8"/>
              </a:gdLst>
              <a:ahLst/>
              <a:cxnLst>
                <a:cxn ang="0">
                  <a:pos x="T0" y="T1"/>
                </a:cxn>
                <a:cxn ang="0">
                  <a:pos x="T2" y="T3"/>
                </a:cxn>
                <a:cxn ang="0">
                  <a:pos x="T4" y="T5"/>
                </a:cxn>
                <a:cxn ang="0">
                  <a:pos x="T6" y="T7"/>
                </a:cxn>
                <a:cxn ang="0">
                  <a:pos x="T8" y="T9"/>
                </a:cxn>
              </a:cxnLst>
              <a:rect l="0" t="0" r="r" b="b"/>
              <a:pathLst>
                <a:path w="17" h="8">
                  <a:moveTo>
                    <a:pt x="7" y="8"/>
                  </a:moveTo>
                  <a:cubicBezTo>
                    <a:pt x="3" y="8"/>
                    <a:pt x="0" y="6"/>
                    <a:pt x="1" y="4"/>
                  </a:cubicBezTo>
                  <a:cubicBezTo>
                    <a:pt x="2" y="2"/>
                    <a:pt x="6" y="0"/>
                    <a:pt x="10" y="0"/>
                  </a:cubicBezTo>
                  <a:cubicBezTo>
                    <a:pt x="14" y="0"/>
                    <a:pt x="17" y="2"/>
                    <a:pt x="16" y="4"/>
                  </a:cubicBezTo>
                  <a:cubicBezTo>
                    <a:pt x="15" y="6"/>
                    <a:pt x="11" y="8"/>
                    <a:pt x="7" y="8"/>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826"/>
            <p:cNvSpPr>
              <a:spLocks noEditPoints="1"/>
            </p:cNvSpPr>
            <p:nvPr/>
          </p:nvSpPr>
          <p:spPr bwMode="auto">
            <a:xfrm>
              <a:off x="1701801" y="5608638"/>
              <a:ext cx="53975" cy="22225"/>
            </a:xfrm>
            <a:custGeom>
              <a:avLst/>
              <a:gdLst>
                <a:gd name="T0" fmla="*/ 11 w 19"/>
                <a:gd name="T1" fmla="*/ 1 h 8"/>
                <a:gd name="T2" fmla="*/ 16 w 19"/>
                <a:gd name="T3" fmla="*/ 4 h 8"/>
                <a:gd name="T4" fmla="*/ 8 w 19"/>
                <a:gd name="T5" fmla="*/ 7 h 8"/>
                <a:gd name="T6" fmla="*/ 3 w 19"/>
                <a:gd name="T7" fmla="*/ 4 h 8"/>
                <a:gd name="T8" fmla="*/ 11 w 19"/>
                <a:gd name="T9" fmla="*/ 1 h 8"/>
                <a:gd name="T10" fmla="*/ 11 w 19"/>
                <a:gd name="T11" fmla="*/ 0 h 8"/>
                <a:gd name="T12" fmla="*/ 1 w 19"/>
                <a:gd name="T13" fmla="*/ 4 h 8"/>
                <a:gd name="T14" fmla="*/ 8 w 19"/>
                <a:gd name="T15" fmla="*/ 8 h 8"/>
                <a:gd name="T16" fmla="*/ 18 w 19"/>
                <a:gd name="T17" fmla="*/ 4 h 8"/>
                <a:gd name="T18" fmla="*/ 11 w 19"/>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8">
                  <a:moveTo>
                    <a:pt x="11" y="1"/>
                  </a:moveTo>
                  <a:cubicBezTo>
                    <a:pt x="14" y="1"/>
                    <a:pt x="16" y="2"/>
                    <a:pt x="16" y="4"/>
                  </a:cubicBezTo>
                  <a:cubicBezTo>
                    <a:pt x="15" y="6"/>
                    <a:pt x="12" y="7"/>
                    <a:pt x="8" y="7"/>
                  </a:cubicBezTo>
                  <a:cubicBezTo>
                    <a:pt x="5" y="7"/>
                    <a:pt x="3" y="6"/>
                    <a:pt x="3" y="4"/>
                  </a:cubicBezTo>
                  <a:cubicBezTo>
                    <a:pt x="4" y="2"/>
                    <a:pt x="7" y="1"/>
                    <a:pt x="11" y="1"/>
                  </a:cubicBezTo>
                  <a:moveTo>
                    <a:pt x="11" y="0"/>
                  </a:moveTo>
                  <a:cubicBezTo>
                    <a:pt x="6" y="0"/>
                    <a:pt x="1" y="2"/>
                    <a:pt x="1" y="4"/>
                  </a:cubicBezTo>
                  <a:cubicBezTo>
                    <a:pt x="0" y="6"/>
                    <a:pt x="3" y="8"/>
                    <a:pt x="8" y="8"/>
                  </a:cubicBezTo>
                  <a:cubicBezTo>
                    <a:pt x="13" y="8"/>
                    <a:pt x="17" y="6"/>
                    <a:pt x="18" y="4"/>
                  </a:cubicBezTo>
                  <a:cubicBezTo>
                    <a:pt x="19" y="2"/>
                    <a:pt x="16" y="0"/>
                    <a:pt x="1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827"/>
            <p:cNvSpPr>
              <a:spLocks/>
            </p:cNvSpPr>
            <p:nvPr/>
          </p:nvSpPr>
          <p:spPr bwMode="auto">
            <a:xfrm>
              <a:off x="1354138" y="5664200"/>
              <a:ext cx="47625" cy="22225"/>
            </a:xfrm>
            <a:custGeom>
              <a:avLst/>
              <a:gdLst>
                <a:gd name="T0" fmla="*/ 7 w 17"/>
                <a:gd name="T1" fmla="*/ 8 h 8"/>
                <a:gd name="T2" fmla="*/ 1 w 17"/>
                <a:gd name="T3" fmla="*/ 4 h 8"/>
                <a:gd name="T4" fmla="*/ 10 w 17"/>
                <a:gd name="T5" fmla="*/ 0 h 8"/>
                <a:gd name="T6" fmla="*/ 16 w 17"/>
                <a:gd name="T7" fmla="*/ 4 h 8"/>
                <a:gd name="T8" fmla="*/ 7 w 17"/>
                <a:gd name="T9" fmla="*/ 8 h 8"/>
              </a:gdLst>
              <a:ahLst/>
              <a:cxnLst>
                <a:cxn ang="0">
                  <a:pos x="T0" y="T1"/>
                </a:cxn>
                <a:cxn ang="0">
                  <a:pos x="T2" y="T3"/>
                </a:cxn>
                <a:cxn ang="0">
                  <a:pos x="T4" y="T5"/>
                </a:cxn>
                <a:cxn ang="0">
                  <a:pos x="T6" y="T7"/>
                </a:cxn>
                <a:cxn ang="0">
                  <a:pos x="T8" y="T9"/>
                </a:cxn>
              </a:cxnLst>
              <a:rect l="0" t="0" r="r" b="b"/>
              <a:pathLst>
                <a:path w="17" h="8">
                  <a:moveTo>
                    <a:pt x="7" y="8"/>
                  </a:moveTo>
                  <a:cubicBezTo>
                    <a:pt x="3" y="8"/>
                    <a:pt x="0" y="6"/>
                    <a:pt x="1" y="4"/>
                  </a:cubicBezTo>
                  <a:cubicBezTo>
                    <a:pt x="1" y="2"/>
                    <a:pt x="6" y="0"/>
                    <a:pt x="10" y="0"/>
                  </a:cubicBezTo>
                  <a:cubicBezTo>
                    <a:pt x="14" y="0"/>
                    <a:pt x="17" y="2"/>
                    <a:pt x="16" y="4"/>
                  </a:cubicBezTo>
                  <a:cubicBezTo>
                    <a:pt x="15" y="6"/>
                    <a:pt x="11" y="8"/>
                    <a:pt x="7" y="8"/>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828"/>
            <p:cNvSpPr>
              <a:spLocks noEditPoints="1"/>
            </p:cNvSpPr>
            <p:nvPr/>
          </p:nvSpPr>
          <p:spPr bwMode="auto">
            <a:xfrm>
              <a:off x="1349376" y="5664200"/>
              <a:ext cx="55563" cy="22225"/>
            </a:xfrm>
            <a:custGeom>
              <a:avLst/>
              <a:gdLst>
                <a:gd name="T0" fmla="*/ 12 w 20"/>
                <a:gd name="T1" fmla="*/ 1 h 8"/>
                <a:gd name="T2" fmla="*/ 17 w 20"/>
                <a:gd name="T3" fmla="*/ 4 h 8"/>
                <a:gd name="T4" fmla="*/ 9 w 20"/>
                <a:gd name="T5" fmla="*/ 7 h 8"/>
                <a:gd name="T6" fmla="*/ 4 w 20"/>
                <a:gd name="T7" fmla="*/ 4 h 8"/>
                <a:gd name="T8" fmla="*/ 12 w 20"/>
                <a:gd name="T9" fmla="*/ 1 h 8"/>
                <a:gd name="T10" fmla="*/ 12 w 20"/>
                <a:gd name="T11" fmla="*/ 0 h 8"/>
                <a:gd name="T12" fmla="*/ 1 w 20"/>
                <a:gd name="T13" fmla="*/ 4 h 8"/>
                <a:gd name="T14" fmla="*/ 9 w 20"/>
                <a:gd name="T15" fmla="*/ 8 h 8"/>
                <a:gd name="T16" fmla="*/ 19 w 20"/>
                <a:gd name="T17" fmla="*/ 4 h 8"/>
                <a:gd name="T18" fmla="*/ 12 w 20"/>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8">
                  <a:moveTo>
                    <a:pt x="12" y="1"/>
                  </a:moveTo>
                  <a:cubicBezTo>
                    <a:pt x="15" y="1"/>
                    <a:pt x="18" y="2"/>
                    <a:pt x="17" y="4"/>
                  </a:cubicBezTo>
                  <a:cubicBezTo>
                    <a:pt x="16" y="6"/>
                    <a:pt x="13" y="7"/>
                    <a:pt x="9" y="7"/>
                  </a:cubicBezTo>
                  <a:cubicBezTo>
                    <a:pt x="6" y="7"/>
                    <a:pt x="3" y="6"/>
                    <a:pt x="4" y="4"/>
                  </a:cubicBezTo>
                  <a:cubicBezTo>
                    <a:pt x="5" y="2"/>
                    <a:pt x="8" y="1"/>
                    <a:pt x="12" y="1"/>
                  </a:cubicBezTo>
                  <a:moveTo>
                    <a:pt x="12" y="0"/>
                  </a:moveTo>
                  <a:cubicBezTo>
                    <a:pt x="7" y="0"/>
                    <a:pt x="2" y="2"/>
                    <a:pt x="1" y="4"/>
                  </a:cubicBezTo>
                  <a:cubicBezTo>
                    <a:pt x="0" y="6"/>
                    <a:pt x="4" y="8"/>
                    <a:pt x="9" y="8"/>
                  </a:cubicBezTo>
                  <a:cubicBezTo>
                    <a:pt x="14" y="8"/>
                    <a:pt x="19" y="6"/>
                    <a:pt x="19" y="4"/>
                  </a:cubicBezTo>
                  <a:cubicBezTo>
                    <a:pt x="20" y="2"/>
                    <a:pt x="17" y="0"/>
                    <a:pt x="1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829"/>
            <p:cNvSpPr>
              <a:spLocks/>
            </p:cNvSpPr>
            <p:nvPr/>
          </p:nvSpPr>
          <p:spPr bwMode="auto">
            <a:xfrm>
              <a:off x="1208088" y="5667375"/>
              <a:ext cx="47625" cy="19050"/>
            </a:xfrm>
            <a:custGeom>
              <a:avLst/>
              <a:gdLst>
                <a:gd name="T0" fmla="*/ 7 w 17"/>
                <a:gd name="T1" fmla="*/ 7 h 7"/>
                <a:gd name="T2" fmla="*/ 1 w 17"/>
                <a:gd name="T3" fmla="*/ 3 h 7"/>
                <a:gd name="T4" fmla="*/ 10 w 17"/>
                <a:gd name="T5" fmla="*/ 0 h 7"/>
                <a:gd name="T6" fmla="*/ 16 w 17"/>
                <a:gd name="T7" fmla="*/ 3 h 7"/>
                <a:gd name="T8" fmla="*/ 7 w 17"/>
                <a:gd name="T9" fmla="*/ 7 h 7"/>
              </a:gdLst>
              <a:ahLst/>
              <a:cxnLst>
                <a:cxn ang="0">
                  <a:pos x="T0" y="T1"/>
                </a:cxn>
                <a:cxn ang="0">
                  <a:pos x="T2" y="T3"/>
                </a:cxn>
                <a:cxn ang="0">
                  <a:pos x="T4" y="T5"/>
                </a:cxn>
                <a:cxn ang="0">
                  <a:pos x="T6" y="T7"/>
                </a:cxn>
                <a:cxn ang="0">
                  <a:pos x="T8" y="T9"/>
                </a:cxn>
              </a:cxnLst>
              <a:rect l="0" t="0" r="r" b="b"/>
              <a:pathLst>
                <a:path w="17" h="7">
                  <a:moveTo>
                    <a:pt x="7" y="7"/>
                  </a:moveTo>
                  <a:cubicBezTo>
                    <a:pt x="3" y="7"/>
                    <a:pt x="0" y="5"/>
                    <a:pt x="1" y="3"/>
                  </a:cubicBezTo>
                  <a:cubicBezTo>
                    <a:pt x="2" y="1"/>
                    <a:pt x="6" y="0"/>
                    <a:pt x="10" y="0"/>
                  </a:cubicBezTo>
                  <a:cubicBezTo>
                    <a:pt x="14" y="0"/>
                    <a:pt x="17" y="1"/>
                    <a:pt x="16" y="3"/>
                  </a:cubicBezTo>
                  <a:cubicBezTo>
                    <a:pt x="15" y="5"/>
                    <a:pt x="11" y="7"/>
                    <a:pt x="7" y="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830"/>
            <p:cNvSpPr>
              <a:spLocks noEditPoints="1"/>
            </p:cNvSpPr>
            <p:nvPr/>
          </p:nvSpPr>
          <p:spPr bwMode="auto">
            <a:xfrm>
              <a:off x="1203326" y="5664200"/>
              <a:ext cx="58738" cy="22225"/>
            </a:xfrm>
            <a:custGeom>
              <a:avLst/>
              <a:gdLst>
                <a:gd name="T0" fmla="*/ 12 w 21"/>
                <a:gd name="T1" fmla="*/ 1 h 8"/>
                <a:gd name="T2" fmla="*/ 17 w 21"/>
                <a:gd name="T3" fmla="*/ 4 h 8"/>
                <a:gd name="T4" fmla="*/ 9 w 21"/>
                <a:gd name="T5" fmla="*/ 7 h 8"/>
                <a:gd name="T6" fmla="*/ 4 w 21"/>
                <a:gd name="T7" fmla="*/ 4 h 8"/>
                <a:gd name="T8" fmla="*/ 12 w 21"/>
                <a:gd name="T9" fmla="*/ 1 h 8"/>
                <a:gd name="T10" fmla="*/ 12 w 21"/>
                <a:gd name="T11" fmla="*/ 0 h 8"/>
                <a:gd name="T12" fmla="*/ 1 w 21"/>
                <a:gd name="T13" fmla="*/ 4 h 8"/>
                <a:gd name="T14" fmla="*/ 9 w 21"/>
                <a:gd name="T15" fmla="*/ 8 h 8"/>
                <a:gd name="T16" fmla="*/ 20 w 21"/>
                <a:gd name="T17" fmla="*/ 4 h 8"/>
                <a:gd name="T18" fmla="*/ 12 w 21"/>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8">
                  <a:moveTo>
                    <a:pt x="12" y="1"/>
                  </a:moveTo>
                  <a:cubicBezTo>
                    <a:pt x="15" y="1"/>
                    <a:pt x="18" y="3"/>
                    <a:pt x="17" y="4"/>
                  </a:cubicBezTo>
                  <a:cubicBezTo>
                    <a:pt x="16" y="6"/>
                    <a:pt x="13" y="7"/>
                    <a:pt x="9" y="7"/>
                  </a:cubicBezTo>
                  <a:cubicBezTo>
                    <a:pt x="6" y="7"/>
                    <a:pt x="3" y="6"/>
                    <a:pt x="4" y="4"/>
                  </a:cubicBezTo>
                  <a:cubicBezTo>
                    <a:pt x="5" y="3"/>
                    <a:pt x="8" y="1"/>
                    <a:pt x="12" y="1"/>
                  </a:cubicBezTo>
                  <a:moveTo>
                    <a:pt x="12" y="0"/>
                  </a:moveTo>
                  <a:cubicBezTo>
                    <a:pt x="7" y="0"/>
                    <a:pt x="2" y="2"/>
                    <a:pt x="1" y="4"/>
                  </a:cubicBezTo>
                  <a:cubicBezTo>
                    <a:pt x="0" y="7"/>
                    <a:pt x="4" y="8"/>
                    <a:pt x="9" y="8"/>
                  </a:cubicBezTo>
                  <a:cubicBezTo>
                    <a:pt x="14" y="8"/>
                    <a:pt x="19" y="7"/>
                    <a:pt x="20" y="4"/>
                  </a:cubicBezTo>
                  <a:cubicBezTo>
                    <a:pt x="21" y="2"/>
                    <a:pt x="17" y="0"/>
                    <a:pt x="1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831"/>
            <p:cNvSpPr>
              <a:spLocks/>
            </p:cNvSpPr>
            <p:nvPr/>
          </p:nvSpPr>
          <p:spPr bwMode="auto">
            <a:xfrm>
              <a:off x="998538" y="5554663"/>
              <a:ext cx="47625" cy="19050"/>
            </a:xfrm>
            <a:custGeom>
              <a:avLst/>
              <a:gdLst>
                <a:gd name="T0" fmla="*/ 7 w 17"/>
                <a:gd name="T1" fmla="*/ 7 h 7"/>
                <a:gd name="T2" fmla="*/ 1 w 17"/>
                <a:gd name="T3" fmla="*/ 3 h 7"/>
                <a:gd name="T4" fmla="*/ 10 w 17"/>
                <a:gd name="T5" fmla="*/ 0 h 7"/>
                <a:gd name="T6" fmla="*/ 16 w 17"/>
                <a:gd name="T7" fmla="*/ 3 h 7"/>
                <a:gd name="T8" fmla="*/ 7 w 17"/>
                <a:gd name="T9" fmla="*/ 7 h 7"/>
              </a:gdLst>
              <a:ahLst/>
              <a:cxnLst>
                <a:cxn ang="0">
                  <a:pos x="T0" y="T1"/>
                </a:cxn>
                <a:cxn ang="0">
                  <a:pos x="T2" y="T3"/>
                </a:cxn>
                <a:cxn ang="0">
                  <a:pos x="T4" y="T5"/>
                </a:cxn>
                <a:cxn ang="0">
                  <a:pos x="T6" y="T7"/>
                </a:cxn>
                <a:cxn ang="0">
                  <a:pos x="T8" y="T9"/>
                </a:cxn>
              </a:cxnLst>
              <a:rect l="0" t="0" r="r" b="b"/>
              <a:pathLst>
                <a:path w="17" h="7">
                  <a:moveTo>
                    <a:pt x="7" y="7"/>
                  </a:moveTo>
                  <a:cubicBezTo>
                    <a:pt x="3" y="7"/>
                    <a:pt x="0" y="5"/>
                    <a:pt x="1" y="3"/>
                  </a:cubicBezTo>
                  <a:cubicBezTo>
                    <a:pt x="2" y="1"/>
                    <a:pt x="6" y="0"/>
                    <a:pt x="10" y="0"/>
                  </a:cubicBezTo>
                  <a:cubicBezTo>
                    <a:pt x="15" y="0"/>
                    <a:pt x="17" y="1"/>
                    <a:pt x="16" y="3"/>
                  </a:cubicBezTo>
                  <a:cubicBezTo>
                    <a:pt x="16" y="5"/>
                    <a:pt x="11" y="7"/>
                    <a:pt x="7" y="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832"/>
            <p:cNvSpPr>
              <a:spLocks noEditPoints="1"/>
            </p:cNvSpPr>
            <p:nvPr/>
          </p:nvSpPr>
          <p:spPr bwMode="auto">
            <a:xfrm>
              <a:off x="992188" y="5551488"/>
              <a:ext cx="60325" cy="22225"/>
            </a:xfrm>
            <a:custGeom>
              <a:avLst/>
              <a:gdLst>
                <a:gd name="T0" fmla="*/ 12 w 21"/>
                <a:gd name="T1" fmla="*/ 1 h 8"/>
                <a:gd name="T2" fmla="*/ 17 w 21"/>
                <a:gd name="T3" fmla="*/ 4 h 8"/>
                <a:gd name="T4" fmla="*/ 9 w 21"/>
                <a:gd name="T5" fmla="*/ 7 h 8"/>
                <a:gd name="T6" fmla="*/ 4 w 21"/>
                <a:gd name="T7" fmla="*/ 4 h 8"/>
                <a:gd name="T8" fmla="*/ 12 w 21"/>
                <a:gd name="T9" fmla="*/ 1 h 8"/>
                <a:gd name="T10" fmla="*/ 13 w 21"/>
                <a:gd name="T11" fmla="*/ 0 h 8"/>
                <a:gd name="T12" fmla="*/ 1 w 21"/>
                <a:gd name="T13" fmla="*/ 4 h 8"/>
                <a:gd name="T14" fmla="*/ 9 w 21"/>
                <a:gd name="T15" fmla="*/ 8 h 8"/>
                <a:gd name="T16" fmla="*/ 20 w 21"/>
                <a:gd name="T17" fmla="*/ 4 h 8"/>
                <a:gd name="T18" fmla="*/ 13 w 21"/>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8">
                  <a:moveTo>
                    <a:pt x="12" y="1"/>
                  </a:moveTo>
                  <a:cubicBezTo>
                    <a:pt x="16" y="1"/>
                    <a:pt x="18" y="3"/>
                    <a:pt x="17" y="4"/>
                  </a:cubicBezTo>
                  <a:cubicBezTo>
                    <a:pt x="16" y="6"/>
                    <a:pt x="13" y="7"/>
                    <a:pt x="9" y="7"/>
                  </a:cubicBezTo>
                  <a:cubicBezTo>
                    <a:pt x="6" y="7"/>
                    <a:pt x="3" y="6"/>
                    <a:pt x="4" y="4"/>
                  </a:cubicBezTo>
                  <a:cubicBezTo>
                    <a:pt x="5" y="3"/>
                    <a:pt x="8" y="1"/>
                    <a:pt x="12" y="1"/>
                  </a:cubicBezTo>
                  <a:moveTo>
                    <a:pt x="13" y="0"/>
                  </a:moveTo>
                  <a:cubicBezTo>
                    <a:pt x="7" y="0"/>
                    <a:pt x="3" y="2"/>
                    <a:pt x="1" y="4"/>
                  </a:cubicBezTo>
                  <a:cubicBezTo>
                    <a:pt x="0" y="7"/>
                    <a:pt x="4" y="8"/>
                    <a:pt x="9" y="8"/>
                  </a:cubicBezTo>
                  <a:cubicBezTo>
                    <a:pt x="14" y="8"/>
                    <a:pt x="19" y="7"/>
                    <a:pt x="20" y="4"/>
                  </a:cubicBezTo>
                  <a:cubicBezTo>
                    <a:pt x="21" y="2"/>
                    <a:pt x="18" y="0"/>
                    <a:pt x="1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833"/>
            <p:cNvSpPr>
              <a:spLocks/>
            </p:cNvSpPr>
            <p:nvPr/>
          </p:nvSpPr>
          <p:spPr bwMode="auto">
            <a:xfrm>
              <a:off x="869951" y="5513388"/>
              <a:ext cx="47625" cy="19050"/>
            </a:xfrm>
            <a:custGeom>
              <a:avLst/>
              <a:gdLst>
                <a:gd name="T0" fmla="*/ 7 w 17"/>
                <a:gd name="T1" fmla="*/ 7 h 7"/>
                <a:gd name="T2" fmla="*/ 1 w 17"/>
                <a:gd name="T3" fmla="*/ 3 h 7"/>
                <a:gd name="T4" fmla="*/ 10 w 17"/>
                <a:gd name="T5" fmla="*/ 0 h 7"/>
                <a:gd name="T6" fmla="*/ 16 w 17"/>
                <a:gd name="T7" fmla="*/ 3 h 7"/>
                <a:gd name="T8" fmla="*/ 7 w 17"/>
                <a:gd name="T9" fmla="*/ 7 h 7"/>
              </a:gdLst>
              <a:ahLst/>
              <a:cxnLst>
                <a:cxn ang="0">
                  <a:pos x="T0" y="T1"/>
                </a:cxn>
                <a:cxn ang="0">
                  <a:pos x="T2" y="T3"/>
                </a:cxn>
                <a:cxn ang="0">
                  <a:pos x="T4" y="T5"/>
                </a:cxn>
                <a:cxn ang="0">
                  <a:pos x="T6" y="T7"/>
                </a:cxn>
                <a:cxn ang="0">
                  <a:pos x="T8" y="T9"/>
                </a:cxn>
              </a:cxnLst>
              <a:rect l="0" t="0" r="r" b="b"/>
              <a:pathLst>
                <a:path w="17" h="7">
                  <a:moveTo>
                    <a:pt x="7" y="7"/>
                  </a:moveTo>
                  <a:cubicBezTo>
                    <a:pt x="2" y="7"/>
                    <a:pt x="0" y="5"/>
                    <a:pt x="1" y="3"/>
                  </a:cubicBezTo>
                  <a:cubicBezTo>
                    <a:pt x="1" y="1"/>
                    <a:pt x="6" y="0"/>
                    <a:pt x="10" y="0"/>
                  </a:cubicBezTo>
                  <a:cubicBezTo>
                    <a:pt x="14" y="0"/>
                    <a:pt x="17" y="1"/>
                    <a:pt x="16" y="3"/>
                  </a:cubicBezTo>
                  <a:cubicBezTo>
                    <a:pt x="15" y="5"/>
                    <a:pt x="11" y="7"/>
                    <a:pt x="7" y="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834"/>
            <p:cNvSpPr>
              <a:spLocks noEditPoints="1"/>
            </p:cNvSpPr>
            <p:nvPr/>
          </p:nvSpPr>
          <p:spPr bwMode="auto">
            <a:xfrm>
              <a:off x="863601" y="5510213"/>
              <a:ext cx="58738" cy="22225"/>
            </a:xfrm>
            <a:custGeom>
              <a:avLst/>
              <a:gdLst>
                <a:gd name="T0" fmla="*/ 12 w 21"/>
                <a:gd name="T1" fmla="*/ 1 h 8"/>
                <a:gd name="T2" fmla="*/ 17 w 21"/>
                <a:gd name="T3" fmla="*/ 4 h 8"/>
                <a:gd name="T4" fmla="*/ 9 w 21"/>
                <a:gd name="T5" fmla="*/ 7 h 8"/>
                <a:gd name="T6" fmla="*/ 4 w 21"/>
                <a:gd name="T7" fmla="*/ 4 h 8"/>
                <a:gd name="T8" fmla="*/ 12 w 21"/>
                <a:gd name="T9" fmla="*/ 1 h 8"/>
                <a:gd name="T10" fmla="*/ 12 w 21"/>
                <a:gd name="T11" fmla="*/ 0 h 8"/>
                <a:gd name="T12" fmla="*/ 1 w 21"/>
                <a:gd name="T13" fmla="*/ 4 h 8"/>
                <a:gd name="T14" fmla="*/ 9 w 21"/>
                <a:gd name="T15" fmla="*/ 8 h 8"/>
                <a:gd name="T16" fmla="*/ 20 w 21"/>
                <a:gd name="T17" fmla="*/ 4 h 8"/>
                <a:gd name="T18" fmla="*/ 12 w 21"/>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8">
                  <a:moveTo>
                    <a:pt x="12" y="1"/>
                  </a:moveTo>
                  <a:cubicBezTo>
                    <a:pt x="15" y="1"/>
                    <a:pt x="18" y="3"/>
                    <a:pt x="17" y="4"/>
                  </a:cubicBezTo>
                  <a:cubicBezTo>
                    <a:pt x="16" y="6"/>
                    <a:pt x="13" y="7"/>
                    <a:pt x="9" y="7"/>
                  </a:cubicBezTo>
                  <a:cubicBezTo>
                    <a:pt x="5" y="7"/>
                    <a:pt x="3" y="6"/>
                    <a:pt x="4" y="4"/>
                  </a:cubicBezTo>
                  <a:cubicBezTo>
                    <a:pt x="5" y="3"/>
                    <a:pt x="8" y="1"/>
                    <a:pt x="12" y="1"/>
                  </a:cubicBezTo>
                  <a:moveTo>
                    <a:pt x="12" y="0"/>
                  </a:moveTo>
                  <a:cubicBezTo>
                    <a:pt x="7" y="0"/>
                    <a:pt x="2" y="2"/>
                    <a:pt x="1" y="4"/>
                  </a:cubicBezTo>
                  <a:cubicBezTo>
                    <a:pt x="0" y="7"/>
                    <a:pt x="3" y="8"/>
                    <a:pt x="9" y="8"/>
                  </a:cubicBezTo>
                  <a:cubicBezTo>
                    <a:pt x="14" y="8"/>
                    <a:pt x="19" y="6"/>
                    <a:pt x="20" y="4"/>
                  </a:cubicBezTo>
                  <a:cubicBezTo>
                    <a:pt x="21" y="2"/>
                    <a:pt x="17" y="0"/>
                    <a:pt x="1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835"/>
            <p:cNvSpPr>
              <a:spLocks/>
            </p:cNvSpPr>
            <p:nvPr/>
          </p:nvSpPr>
          <p:spPr bwMode="auto">
            <a:xfrm>
              <a:off x="515938" y="5437188"/>
              <a:ext cx="50800" cy="19050"/>
            </a:xfrm>
            <a:custGeom>
              <a:avLst/>
              <a:gdLst>
                <a:gd name="T0" fmla="*/ 8 w 18"/>
                <a:gd name="T1" fmla="*/ 7 h 7"/>
                <a:gd name="T2" fmla="*/ 1 w 18"/>
                <a:gd name="T3" fmla="*/ 3 h 7"/>
                <a:gd name="T4" fmla="*/ 11 w 18"/>
                <a:gd name="T5" fmla="*/ 0 h 7"/>
                <a:gd name="T6" fmla="*/ 17 w 18"/>
                <a:gd name="T7" fmla="*/ 3 h 7"/>
                <a:gd name="T8" fmla="*/ 8 w 18"/>
                <a:gd name="T9" fmla="*/ 7 h 7"/>
              </a:gdLst>
              <a:ahLst/>
              <a:cxnLst>
                <a:cxn ang="0">
                  <a:pos x="T0" y="T1"/>
                </a:cxn>
                <a:cxn ang="0">
                  <a:pos x="T2" y="T3"/>
                </a:cxn>
                <a:cxn ang="0">
                  <a:pos x="T4" y="T5"/>
                </a:cxn>
                <a:cxn ang="0">
                  <a:pos x="T6" y="T7"/>
                </a:cxn>
                <a:cxn ang="0">
                  <a:pos x="T8" y="T9"/>
                </a:cxn>
              </a:cxnLst>
              <a:rect l="0" t="0" r="r" b="b"/>
              <a:pathLst>
                <a:path w="18" h="7">
                  <a:moveTo>
                    <a:pt x="8" y="7"/>
                  </a:moveTo>
                  <a:cubicBezTo>
                    <a:pt x="3" y="7"/>
                    <a:pt x="0" y="5"/>
                    <a:pt x="1" y="3"/>
                  </a:cubicBezTo>
                  <a:cubicBezTo>
                    <a:pt x="2" y="1"/>
                    <a:pt x="6" y="0"/>
                    <a:pt x="11" y="0"/>
                  </a:cubicBezTo>
                  <a:cubicBezTo>
                    <a:pt x="15" y="0"/>
                    <a:pt x="18" y="1"/>
                    <a:pt x="17" y="3"/>
                  </a:cubicBezTo>
                  <a:cubicBezTo>
                    <a:pt x="16" y="5"/>
                    <a:pt x="12" y="7"/>
                    <a:pt x="8" y="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836"/>
            <p:cNvSpPr>
              <a:spLocks noEditPoints="1"/>
            </p:cNvSpPr>
            <p:nvPr/>
          </p:nvSpPr>
          <p:spPr bwMode="auto">
            <a:xfrm>
              <a:off x="512763" y="5434013"/>
              <a:ext cx="60325" cy="22225"/>
            </a:xfrm>
            <a:custGeom>
              <a:avLst/>
              <a:gdLst>
                <a:gd name="T0" fmla="*/ 12 w 21"/>
                <a:gd name="T1" fmla="*/ 2 h 8"/>
                <a:gd name="T2" fmla="*/ 17 w 21"/>
                <a:gd name="T3" fmla="*/ 4 h 8"/>
                <a:gd name="T4" fmla="*/ 9 w 21"/>
                <a:gd name="T5" fmla="*/ 7 h 8"/>
                <a:gd name="T6" fmla="*/ 3 w 21"/>
                <a:gd name="T7" fmla="*/ 4 h 8"/>
                <a:gd name="T8" fmla="*/ 12 w 21"/>
                <a:gd name="T9" fmla="*/ 2 h 8"/>
                <a:gd name="T10" fmla="*/ 12 w 21"/>
                <a:gd name="T11" fmla="*/ 0 h 8"/>
                <a:gd name="T12" fmla="*/ 1 w 21"/>
                <a:gd name="T13" fmla="*/ 4 h 8"/>
                <a:gd name="T14" fmla="*/ 8 w 21"/>
                <a:gd name="T15" fmla="*/ 8 h 8"/>
                <a:gd name="T16" fmla="*/ 20 w 21"/>
                <a:gd name="T17" fmla="*/ 4 h 8"/>
                <a:gd name="T18" fmla="*/ 12 w 21"/>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8">
                  <a:moveTo>
                    <a:pt x="12" y="2"/>
                  </a:moveTo>
                  <a:cubicBezTo>
                    <a:pt x="15" y="1"/>
                    <a:pt x="18" y="3"/>
                    <a:pt x="17" y="4"/>
                  </a:cubicBezTo>
                  <a:cubicBezTo>
                    <a:pt x="16" y="6"/>
                    <a:pt x="13" y="7"/>
                    <a:pt x="9" y="7"/>
                  </a:cubicBezTo>
                  <a:cubicBezTo>
                    <a:pt x="5" y="7"/>
                    <a:pt x="3" y="6"/>
                    <a:pt x="3" y="4"/>
                  </a:cubicBezTo>
                  <a:cubicBezTo>
                    <a:pt x="4" y="3"/>
                    <a:pt x="8" y="2"/>
                    <a:pt x="12" y="2"/>
                  </a:cubicBezTo>
                  <a:moveTo>
                    <a:pt x="12" y="0"/>
                  </a:moveTo>
                  <a:cubicBezTo>
                    <a:pt x="7" y="0"/>
                    <a:pt x="2" y="2"/>
                    <a:pt x="1" y="4"/>
                  </a:cubicBezTo>
                  <a:cubicBezTo>
                    <a:pt x="0" y="7"/>
                    <a:pt x="3" y="8"/>
                    <a:pt x="8" y="8"/>
                  </a:cubicBezTo>
                  <a:cubicBezTo>
                    <a:pt x="13" y="8"/>
                    <a:pt x="19" y="7"/>
                    <a:pt x="20" y="4"/>
                  </a:cubicBezTo>
                  <a:cubicBezTo>
                    <a:pt x="21" y="2"/>
                    <a:pt x="17" y="0"/>
                    <a:pt x="1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837"/>
            <p:cNvSpPr>
              <a:spLocks/>
            </p:cNvSpPr>
            <p:nvPr/>
          </p:nvSpPr>
          <p:spPr bwMode="auto">
            <a:xfrm>
              <a:off x="712788" y="5367338"/>
              <a:ext cx="47625" cy="19050"/>
            </a:xfrm>
            <a:custGeom>
              <a:avLst/>
              <a:gdLst>
                <a:gd name="T0" fmla="*/ 7 w 17"/>
                <a:gd name="T1" fmla="*/ 7 h 7"/>
                <a:gd name="T2" fmla="*/ 0 w 17"/>
                <a:gd name="T3" fmla="*/ 3 h 7"/>
                <a:gd name="T4" fmla="*/ 10 w 17"/>
                <a:gd name="T5" fmla="*/ 0 h 7"/>
                <a:gd name="T6" fmla="*/ 16 w 17"/>
                <a:gd name="T7" fmla="*/ 3 h 7"/>
                <a:gd name="T8" fmla="*/ 7 w 17"/>
                <a:gd name="T9" fmla="*/ 7 h 7"/>
              </a:gdLst>
              <a:ahLst/>
              <a:cxnLst>
                <a:cxn ang="0">
                  <a:pos x="T0" y="T1"/>
                </a:cxn>
                <a:cxn ang="0">
                  <a:pos x="T2" y="T3"/>
                </a:cxn>
                <a:cxn ang="0">
                  <a:pos x="T4" y="T5"/>
                </a:cxn>
                <a:cxn ang="0">
                  <a:pos x="T6" y="T7"/>
                </a:cxn>
                <a:cxn ang="0">
                  <a:pos x="T8" y="T9"/>
                </a:cxn>
              </a:cxnLst>
              <a:rect l="0" t="0" r="r" b="b"/>
              <a:pathLst>
                <a:path w="17" h="7">
                  <a:moveTo>
                    <a:pt x="7" y="7"/>
                  </a:moveTo>
                  <a:cubicBezTo>
                    <a:pt x="2" y="7"/>
                    <a:pt x="0" y="5"/>
                    <a:pt x="0" y="3"/>
                  </a:cubicBezTo>
                  <a:cubicBezTo>
                    <a:pt x="1" y="1"/>
                    <a:pt x="6" y="0"/>
                    <a:pt x="10" y="0"/>
                  </a:cubicBezTo>
                  <a:cubicBezTo>
                    <a:pt x="14" y="0"/>
                    <a:pt x="17" y="1"/>
                    <a:pt x="16" y="3"/>
                  </a:cubicBezTo>
                  <a:cubicBezTo>
                    <a:pt x="15" y="5"/>
                    <a:pt x="11" y="7"/>
                    <a:pt x="7" y="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838"/>
            <p:cNvSpPr>
              <a:spLocks noEditPoints="1"/>
            </p:cNvSpPr>
            <p:nvPr/>
          </p:nvSpPr>
          <p:spPr bwMode="auto">
            <a:xfrm>
              <a:off x="706438" y="5364163"/>
              <a:ext cx="58738" cy="22225"/>
            </a:xfrm>
            <a:custGeom>
              <a:avLst/>
              <a:gdLst>
                <a:gd name="T0" fmla="*/ 12 w 21"/>
                <a:gd name="T1" fmla="*/ 1 h 8"/>
                <a:gd name="T2" fmla="*/ 17 w 21"/>
                <a:gd name="T3" fmla="*/ 4 h 8"/>
                <a:gd name="T4" fmla="*/ 9 w 21"/>
                <a:gd name="T5" fmla="*/ 7 h 8"/>
                <a:gd name="T6" fmla="*/ 4 w 21"/>
                <a:gd name="T7" fmla="*/ 4 h 8"/>
                <a:gd name="T8" fmla="*/ 12 w 21"/>
                <a:gd name="T9" fmla="*/ 1 h 8"/>
                <a:gd name="T10" fmla="*/ 12 w 21"/>
                <a:gd name="T11" fmla="*/ 0 h 8"/>
                <a:gd name="T12" fmla="*/ 1 w 21"/>
                <a:gd name="T13" fmla="*/ 4 h 8"/>
                <a:gd name="T14" fmla="*/ 8 w 21"/>
                <a:gd name="T15" fmla="*/ 8 h 8"/>
                <a:gd name="T16" fmla="*/ 20 w 21"/>
                <a:gd name="T17" fmla="*/ 4 h 8"/>
                <a:gd name="T18" fmla="*/ 12 w 21"/>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8">
                  <a:moveTo>
                    <a:pt x="12" y="1"/>
                  </a:moveTo>
                  <a:cubicBezTo>
                    <a:pt x="15" y="1"/>
                    <a:pt x="18" y="3"/>
                    <a:pt x="17" y="4"/>
                  </a:cubicBezTo>
                  <a:cubicBezTo>
                    <a:pt x="16" y="6"/>
                    <a:pt x="13" y="7"/>
                    <a:pt x="9" y="7"/>
                  </a:cubicBezTo>
                  <a:cubicBezTo>
                    <a:pt x="5" y="7"/>
                    <a:pt x="3" y="6"/>
                    <a:pt x="4" y="4"/>
                  </a:cubicBezTo>
                  <a:cubicBezTo>
                    <a:pt x="5" y="3"/>
                    <a:pt x="8" y="1"/>
                    <a:pt x="12" y="1"/>
                  </a:cubicBezTo>
                  <a:moveTo>
                    <a:pt x="12" y="0"/>
                  </a:moveTo>
                  <a:cubicBezTo>
                    <a:pt x="7" y="0"/>
                    <a:pt x="2" y="2"/>
                    <a:pt x="1" y="4"/>
                  </a:cubicBezTo>
                  <a:cubicBezTo>
                    <a:pt x="0" y="6"/>
                    <a:pt x="3" y="8"/>
                    <a:pt x="8" y="8"/>
                  </a:cubicBezTo>
                  <a:cubicBezTo>
                    <a:pt x="14" y="8"/>
                    <a:pt x="19" y="6"/>
                    <a:pt x="20" y="4"/>
                  </a:cubicBezTo>
                  <a:cubicBezTo>
                    <a:pt x="21" y="2"/>
                    <a:pt x="17" y="0"/>
                    <a:pt x="1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839"/>
            <p:cNvSpPr>
              <a:spLocks/>
            </p:cNvSpPr>
            <p:nvPr/>
          </p:nvSpPr>
          <p:spPr bwMode="auto">
            <a:xfrm>
              <a:off x="530226" y="5372100"/>
              <a:ext cx="50800" cy="20637"/>
            </a:xfrm>
            <a:custGeom>
              <a:avLst/>
              <a:gdLst>
                <a:gd name="T0" fmla="*/ 7 w 18"/>
                <a:gd name="T1" fmla="*/ 7 h 7"/>
                <a:gd name="T2" fmla="*/ 1 w 18"/>
                <a:gd name="T3" fmla="*/ 4 h 7"/>
                <a:gd name="T4" fmla="*/ 11 w 18"/>
                <a:gd name="T5" fmla="*/ 0 h 7"/>
                <a:gd name="T6" fmla="*/ 17 w 18"/>
                <a:gd name="T7" fmla="*/ 4 h 7"/>
                <a:gd name="T8" fmla="*/ 7 w 18"/>
                <a:gd name="T9" fmla="*/ 7 h 7"/>
              </a:gdLst>
              <a:ahLst/>
              <a:cxnLst>
                <a:cxn ang="0">
                  <a:pos x="T0" y="T1"/>
                </a:cxn>
                <a:cxn ang="0">
                  <a:pos x="T2" y="T3"/>
                </a:cxn>
                <a:cxn ang="0">
                  <a:pos x="T4" y="T5"/>
                </a:cxn>
                <a:cxn ang="0">
                  <a:pos x="T6" y="T7"/>
                </a:cxn>
                <a:cxn ang="0">
                  <a:pos x="T8" y="T9"/>
                </a:cxn>
              </a:cxnLst>
              <a:rect l="0" t="0" r="r" b="b"/>
              <a:pathLst>
                <a:path w="18" h="7">
                  <a:moveTo>
                    <a:pt x="7" y="7"/>
                  </a:moveTo>
                  <a:cubicBezTo>
                    <a:pt x="3" y="7"/>
                    <a:pt x="0" y="6"/>
                    <a:pt x="1" y="4"/>
                  </a:cubicBezTo>
                  <a:cubicBezTo>
                    <a:pt x="2" y="2"/>
                    <a:pt x="6" y="0"/>
                    <a:pt x="11" y="0"/>
                  </a:cubicBezTo>
                  <a:cubicBezTo>
                    <a:pt x="15" y="0"/>
                    <a:pt x="18" y="2"/>
                    <a:pt x="17" y="4"/>
                  </a:cubicBezTo>
                  <a:cubicBezTo>
                    <a:pt x="16" y="6"/>
                    <a:pt x="12" y="7"/>
                    <a:pt x="7" y="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840"/>
            <p:cNvSpPr>
              <a:spLocks noEditPoints="1"/>
            </p:cNvSpPr>
            <p:nvPr/>
          </p:nvSpPr>
          <p:spPr bwMode="auto">
            <a:xfrm>
              <a:off x="523876" y="5372100"/>
              <a:ext cx="60325" cy="22225"/>
            </a:xfrm>
            <a:custGeom>
              <a:avLst/>
              <a:gdLst>
                <a:gd name="T0" fmla="*/ 12 w 21"/>
                <a:gd name="T1" fmla="*/ 1 h 8"/>
                <a:gd name="T2" fmla="*/ 18 w 21"/>
                <a:gd name="T3" fmla="*/ 4 h 8"/>
                <a:gd name="T4" fmla="*/ 10 w 21"/>
                <a:gd name="T5" fmla="*/ 7 h 8"/>
                <a:gd name="T6" fmla="*/ 4 w 21"/>
                <a:gd name="T7" fmla="*/ 4 h 8"/>
                <a:gd name="T8" fmla="*/ 12 w 21"/>
                <a:gd name="T9" fmla="*/ 1 h 8"/>
                <a:gd name="T10" fmla="*/ 13 w 21"/>
                <a:gd name="T11" fmla="*/ 0 h 8"/>
                <a:gd name="T12" fmla="*/ 2 w 21"/>
                <a:gd name="T13" fmla="*/ 4 h 8"/>
                <a:gd name="T14" fmla="*/ 9 w 21"/>
                <a:gd name="T15" fmla="*/ 8 h 8"/>
                <a:gd name="T16" fmla="*/ 20 w 21"/>
                <a:gd name="T17" fmla="*/ 4 h 8"/>
                <a:gd name="T18" fmla="*/ 13 w 21"/>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8">
                  <a:moveTo>
                    <a:pt x="12" y="1"/>
                  </a:moveTo>
                  <a:cubicBezTo>
                    <a:pt x="16" y="1"/>
                    <a:pt x="18" y="2"/>
                    <a:pt x="18" y="4"/>
                  </a:cubicBezTo>
                  <a:cubicBezTo>
                    <a:pt x="17" y="5"/>
                    <a:pt x="13" y="7"/>
                    <a:pt x="10" y="7"/>
                  </a:cubicBezTo>
                  <a:cubicBezTo>
                    <a:pt x="6" y="7"/>
                    <a:pt x="4" y="5"/>
                    <a:pt x="4" y="4"/>
                  </a:cubicBezTo>
                  <a:cubicBezTo>
                    <a:pt x="5" y="2"/>
                    <a:pt x="9" y="1"/>
                    <a:pt x="12" y="1"/>
                  </a:cubicBezTo>
                  <a:moveTo>
                    <a:pt x="13" y="0"/>
                  </a:moveTo>
                  <a:cubicBezTo>
                    <a:pt x="8" y="0"/>
                    <a:pt x="3" y="2"/>
                    <a:pt x="2" y="4"/>
                  </a:cubicBezTo>
                  <a:cubicBezTo>
                    <a:pt x="0" y="6"/>
                    <a:pt x="4" y="8"/>
                    <a:pt x="9" y="8"/>
                  </a:cubicBezTo>
                  <a:cubicBezTo>
                    <a:pt x="14" y="8"/>
                    <a:pt x="19" y="6"/>
                    <a:pt x="20" y="4"/>
                  </a:cubicBezTo>
                  <a:cubicBezTo>
                    <a:pt x="21" y="2"/>
                    <a:pt x="18" y="0"/>
                    <a:pt x="1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841"/>
            <p:cNvSpPr>
              <a:spLocks/>
            </p:cNvSpPr>
            <p:nvPr/>
          </p:nvSpPr>
          <p:spPr bwMode="auto">
            <a:xfrm>
              <a:off x="1258888" y="5942013"/>
              <a:ext cx="50800" cy="25400"/>
            </a:xfrm>
            <a:custGeom>
              <a:avLst/>
              <a:gdLst>
                <a:gd name="T0" fmla="*/ 8 w 18"/>
                <a:gd name="T1" fmla="*/ 9 h 9"/>
                <a:gd name="T2" fmla="*/ 1 w 18"/>
                <a:gd name="T3" fmla="*/ 5 h 9"/>
                <a:gd name="T4" fmla="*/ 11 w 18"/>
                <a:gd name="T5" fmla="*/ 1 h 9"/>
                <a:gd name="T6" fmla="*/ 17 w 18"/>
                <a:gd name="T7" fmla="*/ 5 h 9"/>
                <a:gd name="T8" fmla="*/ 8 w 18"/>
                <a:gd name="T9" fmla="*/ 9 h 9"/>
              </a:gdLst>
              <a:ahLst/>
              <a:cxnLst>
                <a:cxn ang="0">
                  <a:pos x="T0" y="T1"/>
                </a:cxn>
                <a:cxn ang="0">
                  <a:pos x="T2" y="T3"/>
                </a:cxn>
                <a:cxn ang="0">
                  <a:pos x="T4" y="T5"/>
                </a:cxn>
                <a:cxn ang="0">
                  <a:pos x="T6" y="T7"/>
                </a:cxn>
                <a:cxn ang="0">
                  <a:pos x="T8" y="T9"/>
                </a:cxn>
              </a:cxnLst>
              <a:rect l="0" t="0" r="r" b="b"/>
              <a:pathLst>
                <a:path w="18" h="9">
                  <a:moveTo>
                    <a:pt x="8" y="9"/>
                  </a:moveTo>
                  <a:cubicBezTo>
                    <a:pt x="3" y="9"/>
                    <a:pt x="0" y="7"/>
                    <a:pt x="1" y="5"/>
                  </a:cubicBezTo>
                  <a:cubicBezTo>
                    <a:pt x="2" y="2"/>
                    <a:pt x="6" y="1"/>
                    <a:pt x="11" y="1"/>
                  </a:cubicBezTo>
                  <a:cubicBezTo>
                    <a:pt x="15" y="0"/>
                    <a:pt x="18" y="2"/>
                    <a:pt x="17" y="5"/>
                  </a:cubicBezTo>
                  <a:cubicBezTo>
                    <a:pt x="16" y="7"/>
                    <a:pt x="12" y="9"/>
                    <a:pt x="8" y="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842"/>
            <p:cNvSpPr>
              <a:spLocks noEditPoints="1"/>
            </p:cNvSpPr>
            <p:nvPr/>
          </p:nvSpPr>
          <p:spPr bwMode="auto">
            <a:xfrm>
              <a:off x="1255713" y="5942013"/>
              <a:ext cx="60325" cy="25400"/>
            </a:xfrm>
            <a:custGeom>
              <a:avLst/>
              <a:gdLst>
                <a:gd name="T0" fmla="*/ 12 w 21"/>
                <a:gd name="T1" fmla="*/ 1 h 9"/>
                <a:gd name="T2" fmla="*/ 17 w 21"/>
                <a:gd name="T3" fmla="*/ 5 h 9"/>
                <a:gd name="T4" fmla="*/ 9 w 21"/>
                <a:gd name="T5" fmla="*/ 8 h 9"/>
                <a:gd name="T6" fmla="*/ 4 w 21"/>
                <a:gd name="T7" fmla="*/ 5 h 9"/>
                <a:gd name="T8" fmla="*/ 12 w 21"/>
                <a:gd name="T9" fmla="*/ 1 h 9"/>
                <a:gd name="T10" fmla="*/ 12 w 21"/>
                <a:gd name="T11" fmla="*/ 0 h 9"/>
                <a:gd name="T12" fmla="*/ 1 w 21"/>
                <a:gd name="T13" fmla="*/ 5 h 9"/>
                <a:gd name="T14" fmla="*/ 8 w 21"/>
                <a:gd name="T15" fmla="*/ 9 h 9"/>
                <a:gd name="T16" fmla="*/ 20 w 21"/>
                <a:gd name="T17" fmla="*/ 5 h 9"/>
                <a:gd name="T18" fmla="*/ 12 w 21"/>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9">
                  <a:moveTo>
                    <a:pt x="12" y="1"/>
                  </a:moveTo>
                  <a:cubicBezTo>
                    <a:pt x="15" y="1"/>
                    <a:pt x="18" y="3"/>
                    <a:pt x="17" y="5"/>
                  </a:cubicBezTo>
                  <a:cubicBezTo>
                    <a:pt x="16" y="6"/>
                    <a:pt x="13" y="8"/>
                    <a:pt x="9" y="8"/>
                  </a:cubicBezTo>
                  <a:cubicBezTo>
                    <a:pt x="5" y="8"/>
                    <a:pt x="3" y="6"/>
                    <a:pt x="4" y="5"/>
                  </a:cubicBezTo>
                  <a:cubicBezTo>
                    <a:pt x="4" y="3"/>
                    <a:pt x="8" y="1"/>
                    <a:pt x="12" y="1"/>
                  </a:cubicBezTo>
                  <a:moveTo>
                    <a:pt x="12" y="0"/>
                  </a:moveTo>
                  <a:cubicBezTo>
                    <a:pt x="7" y="0"/>
                    <a:pt x="2" y="2"/>
                    <a:pt x="1" y="5"/>
                  </a:cubicBezTo>
                  <a:cubicBezTo>
                    <a:pt x="0" y="7"/>
                    <a:pt x="3" y="9"/>
                    <a:pt x="8" y="9"/>
                  </a:cubicBezTo>
                  <a:cubicBezTo>
                    <a:pt x="14" y="9"/>
                    <a:pt x="19" y="7"/>
                    <a:pt x="20" y="5"/>
                  </a:cubicBezTo>
                  <a:cubicBezTo>
                    <a:pt x="21" y="2"/>
                    <a:pt x="17" y="0"/>
                    <a:pt x="1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843"/>
            <p:cNvSpPr>
              <a:spLocks/>
            </p:cNvSpPr>
            <p:nvPr/>
          </p:nvSpPr>
          <p:spPr bwMode="auto">
            <a:xfrm>
              <a:off x="1266826" y="5905500"/>
              <a:ext cx="65088" cy="28575"/>
            </a:xfrm>
            <a:custGeom>
              <a:avLst/>
              <a:gdLst>
                <a:gd name="T0" fmla="*/ 9 w 23"/>
                <a:gd name="T1" fmla="*/ 10 h 10"/>
                <a:gd name="T2" fmla="*/ 1 w 23"/>
                <a:gd name="T3" fmla="*/ 5 h 10"/>
                <a:gd name="T4" fmla="*/ 13 w 23"/>
                <a:gd name="T5" fmla="*/ 0 h 10"/>
                <a:gd name="T6" fmla="*/ 21 w 23"/>
                <a:gd name="T7" fmla="*/ 5 h 10"/>
                <a:gd name="T8" fmla="*/ 9 w 23"/>
                <a:gd name="T9" fmla="*/ 10 h 10"/>
              </a:gdLst>
              <a:ahLst/>
              <a:cxnLst>
                <a:cxn ang="0">
                  <a:pos x="T0" y="T1"/>
                </a:cxn>
                <a:cxn ang="0">
                  <a:pos x="T2" y="T3"/>
                </a:cxn>
                <a:cxn ang="0">
                  <a:pos x="T4" y="T5"/>
                </a:cxn>
                <a:cxn ang="0">
                  <a:pos x="T6" y="T7"/>
                </a:cxn>
                <a:cxn ang="0">
                  <a:pos x="T8" y="T9"/>
                </a:cxn>
              </a:cxnLst>
              <a:rect l="0" t="0" r="r" b="b"/>
              <a:pathLst>
                <a:path w="23" h="10">
                  <a:moveTo>
                    <a:pt x="9" y="10"/>
                  </a:moveTo>
                  <a:cubicBezTo>
                    <a:pt x="3" y="10"/>
                    <a:pt x="0" y="8"/>
                    <a:pt x="1" y="5"/>
                  </a:cubicBezTo>
                  <a:cubicBezTo>
                    <a:pt x="2" y="2"/>
                    <a:pt x="7" y="0"/>
                    <a:pt x="13" y="0"/>
                  </a:cubicBezTo>
                  <a:cubicBezTo>
                    <a:pt x="19" y="0"/>
                    <a:pt x="23" y="2"/>
                    <a:pt x="21" y="5"/>
                  </a:cubicBezTo>
                  <a:cubicBezTo>
                    <a:pt x="20" y="8"/>
                    <a:pt x="15" y="10"/>
                    <a:pt x="9" y="10"/>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844"/>
            <p:cNvSpPr>
              <a:spLocks noEditPoints="1"/>
            </p:cNvSpPr>
            <p:nvPr/>
          </p:nvSpPr>
          <p:spPr bwMode="auto">
            <a:xfrm>
              <a:off x="1262063" y="5902325"/>
              <a:ext cx="73025" cy="33337"/>
            </a:xfrm>
            <a:custGeom>
              <a:avLst/>
              <a:gdLst>
                <a:gd name="T0" fmla="*/ 15 w 26"/>
                <a:gd name="T1" fmla="*/ 1 h 12"/>
                <a:gd name="T2" fmla="*/ 22 w 26"/>
                <a:gd name="T3" fmla="*/ 6 h 12"/>
                <a:gd name="T4" fmla="*/ 11 w 26"/>
                <a:gd name="T5" fmla="*/ 11 h 12"/>
                <a:gd name="T6" fmla="*/ 4 w 26"/>
                <a:gd name="T7" fmla="*/ 6 h 12"/>
                <a:gd name="T8" fmla="*/ 15 w 26"/>
                <a:gd name="T9" fmla="*/ 1 h 12"/>
                <a:gd name="T10" fmla="*/ 15 w 26"/>
                <a:gd name="T11" fmla="*/ 0 h 12"/>
                <a:gd name="T12" fmla="*/ 2 w 26"/>
                <a:gd name="T13" fmla="*/ 6 h 12"/>
                <a:gd name="T14" fmla="*/ 11 w 26"/>
                <a:gd name="T15" fmla="*/ 12 h 12"/>
                <a:gd name="T16" fmla="*/ 25 w 26"/>
                <a:gd name="T17" fmla="*/ 6 h 12"/>
                <a:gd name="T18" fmla="*/ 15 w 2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2">
                  <a:moveTo>
                    <a:pt x="15" y="1"/>
                  </a:moveTo>
                  <a:cubicBezTo>
                    <a:pt x="20" y="1"/>
                    <a:pt x="23" y="4"/>
                    <a:pt x="22" y="6"/>
                  </a:cubicBezTo>
                  <a:cubicBezTo>
                    <a:pt x="21" y="8"/>
                    <a:pt x="16" y="11"/>
                    <a:pt x="11" y="11"/>
                  </a:cubicBezTo>
                  <a:cubicBezTo>
                    <a:pt x="6" y="11"/>
                    <a:pt x="3" y="8"/>
                    <a:pt x="4" y="6"/>
                  </a:cubicBezTo>
                  <a:cubicBezTo>
                    <a:pt x="5" y="4"/>
                    <a:pt x="10" y="1"/>
                    <a:pt x="15" y="1"/>
                  </a:cubicBezTo>
                  <a:moveTo>
                    <a:pt x="15" y="0"/>
                  </a:moveTo>
                  <a:cubicBezTo>
                    <a:pt x="9" y="0"/>
                    <a:pt x="3" y="3"/>
                    <a:pt x="2" y="6"/>
                  </a:cubicBezTo>
                  <a:cubicBezTo>
                    <a:pt x="0" y="9"/>
                    <a:pt x="4" y="12"/>
                    <a:pt x="11" y="12"/>
                  </a:cubicBezTo>
                  <a:cubicBezTo>
                    <a:pt x="17" y="12"/>
                    <a:pt x="23" y="9"/>
                    <a:pt x="25" y="6"/>
                  </a:cubicBezTo>
                  <a:cubicBezTo>
                    <a:pt x="26" y="3"/>
                    <a:pt x="22" y="0"/>
                    <a:pt x="1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845"/>
            <p:cNvSpPr>
              <a:spLocks/>
            </p:cNvSpPr>
            <p:nvPr/>
          </p:nvSpPr>
          <p:spPr bwMode="auto">
            <a:xfrm>
              <a:off x="1624013" y="5851525"/>
              <a:ext cx="74613" cy="34925"/>
            </a:xfrm>
            <a:custGeom>
              <a:avLst/>
              <a:gdLst>
                <a:gd name="T0" fmla="*/ 12 w 27"/>
                <a:gd name="T1" fmla="*/ 12 h 12"/>
                <a:gd name="T2" fmla="*/ 1 w 27"/>
                <a:gd name="T3" fmla="*/ 6 h 12"/>
                <a:gd name="T4" fmla="*/ 16 w 27"/>
                <a:gd name="T5" fmla="*/ 0 h 12"/>
                <a:gd name="T6" fmla="*/ 26 w 27"/>
                <a:gd name="T7" fmla="*/ 6 h 12"/>
                <a:gd name="T8" fmla="*/ 12 w 27"/>
                <a:gd name="T9" fmla="*/ 12 h 12"/>
              </a:gdLst>
              <a:ahLst/>
              <a:cxnLst>
                <a:cxn ang="0">
                  <a:pos x="T0" y="T1"/>
                </a:cxn>
                <a:cxn ang="0">
                  <a:pos x="T2" y="T3"/>
                </a:cxn>
                <a:cxn ang="0">
                  <a:pos x="T4" y="T5"/>
                </a:cxn>
                <a:cxn ang="0">
                  <a:pos x="T6" y="T7"/>
                </a:cxn>
                <a:cxn ang="0">
                  <a:pos x="T8" y="T9"/>
                </a:cxn>
              </a:cxnLst>
              <a:rect l="0" t="0" r="r" b="b"/>
              <a:pathLst>
                <a:path w="27" h="12">
                  <a:moveTo>
                    <a:pt x="12" y="12"/>
                  </a:moveTo>
                  <a:cubicBezTo>
                    <a:pt x="5" y="12"/>
                    <a:pt x="0" y="10"/>
                    <a:pt x="1" y="6"/>
                  </a:cubicBezTo>
                  <a:cubicBezTo>
                    <a:pt x="3" y="3"/>
                    <a:pt x="9" y="0"/>
                    <a:pt x="16" y="0"/>
                  </a:cubicBezTo>
                  <a:cubicBezTo>
                    <a:pt x="23" y="0"/>
                    <a:pt x="27" y="3"/>
                    <a:pt x="26" y="6"/>
                  </a:cubicBezTo>
                  <a:cubicBezTo>
                    <a:pt x="25" y="10"/>
                    <a:pt x="18" y="12"/>
                    <a:pt x="12" y="12"/>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846"/>
            <p:cNvSpPr>
              <a:spLocks noEditPoints="1"/>
            </p:cNvSpPr>
            <p:nvPr/>
          </p:nvSpPr>
          <p:spPr bwMode="auto">
            <a:xfrm>
              <a:off x="1620838" y="5849938"/>
              <a:ext cx="84138" cy="38100"/>
            </a:xfrm>
            <a:custGeom>
              <a:avLst/>
              <a:gdLst>
                <a:gd name="T0" fmla="*/ 17 w 30"/>
                <a:gd name="T1" fmla="*/ 2 h 14"/>
                <a:gd name="T2" fmla="*/ 26 w 30"/>
                <a:gd name="T3" fmla="*/ 7 h 14"/>
                <a:gd name="T4" fmla="*/ 13 w 30"/>
                <a:gd name="T5" fmla="*/ 13 h 14"/>
                <a:gd name="T6" fmla="*/ 4 w 30"/>
                <a:gd name="T7" fmla="*/ 7 h 14"/>
                <a:gd name="T8" fmla="*/ 17 w 30"/>
                <a:gd name="T9" fmla="*/ 2 h 14"/>
                <a:gd name="T10" fmla="*/ 17 w 30"/>
                <a:gd name="T11" fmla="*/ 0 h 14"/>
                <a:gd name="T12" fmla="*/ 1 w 30"/>
                <a:gd name="T13" fmla="*/ 7 h 14"/>
                <a:gd name="T14" fmla="*/ 12 w 30"/>
                <a:gd name="T15" fmla="*/ 14 h 14"/>
                <a:gd name="T16" fmla="*/ 28 w 30"/>
                <a:gd name="T17" fmla="*/ 7 h 14"/>
                <a:gd name="T18" fmla="*/ 17 w 30"/>
                <a:gd name="T1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4">
                  <a:moveTo>
                    <a:pt x="17" y="2"/>
                  </a:moveTo>
                  <a:cubicBezTo>
                    <a:pt x="23" y="2"/>
                    <a:pt x="27" y="4"/>
                    <a:pt x="26" y="7"/>
                  </a:cubicBezTo>
                  <a:cubicBezTo>
                    <a:pt x="25" y="10"/>
                    <a:pt x="19" y="13"/>
                    <a:pt x="13" y="13"/>
                  </a:cubicBezTo>
                  <a:cubicBezTo>
                    <a:pt x="7" y="13"/>
                    <a:pt x="3" y="10"/>
                    <a:pt x="4" y="7"/>
                  </a:cubicBezTo>
                  <a:cubicBezTo>
                    <a:pt x="5" y="4"/>
                    <a:pt x="11" y="2"/>
                    <a:pt x="17" y="2"/>
                  </a:cubicBezTo>
                  <a:moveTo>
                    <a:pt x="17" y="0"/>
                  </a:moveTo>
                  <a:cubicBezTo>
                    <a:pt x="10" y="0"/>
                    <a:pt x="2" y="3"/>
                    <a:pt x="1" y="7"/>
                  </a:cubicBezTo>
                  <a:cubicBezTo>
                    <a:pt x="0" y="11"/>
                    <a:pt x="5" y="14"/>
                    <a:pt x="12" y="14"/>
                  </a:cubicBezTo>
                  <a:cubicBezTo>
                    <a:pt x="20" y="14"/>
                    <a:pt x="27" y="11"/>
                    <a:pt x="28" y="7"/>
                  </a:cubicBezTo>
                  <a:cubicBezTo>
                    <a:pt x="30" y="3"/>
                    <a:pt x="25" y="0"/>
                    <a:pt x="1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847"/>
            <p:cNvSpPr>
              <a:spLocks/>
            </p:cNvSpPr>
            <p:nvPr/>
          </p:nvSpPr>
          <p:spPr bwMode="auto">
            <a:xfrm>
              <a:off x="1152526" y="5913438"/>
              <a:ext cx="106363" cy="47625"/>
            </a:xfrm>
            <a:custGeom>
              <a:avLst/>
              <a:gdLst>
                <a:gd name="T0" fmla="*/ 15 w 38"/>
                <a:gd name="T1" fmla="*/ 17 h 17"/>
                <a:gd name="T2" fmla="*/ 2 w 38"/>
                <a:gd name="T3" fmla="*/ 8 h 17"/>
                <a:gd name="T4" fmla="*/ 22 w 38"/>
                <a:gd name="T5" fmla="*/ 0 h 17"/>
                <a:gd name="T6" fmla="*/ 36 w 38"/>
                <a:gd name="T7" fmla="*/ 8 h 17"/>
                <a:gd name="T8" fmla="*/ 15 w 38"/>
                <a:gd name="T9" fmla="*/ 17 h 17"/>
              </a:gdLst>
              <a:ahLst/>
              <a:cxnLst>
                <a:cxn ang="0">
                  <a:pos x="T0" y="T1"/>
                </a:cxn>
                <a:cxn ang="0">
                  <a:pos x="T2" y="T3"/>
                </a:cxn>
                <a:cxn ang="0">
                  <a:pos x="T4" y="T5"/>
                </a:cxn>
                <a:cxn ang="0">
                  <a:pos x="T6" y="T7"/>
                </a:cxn>
                <a:cxn ang="0">
                  <a:pos x="T8" y="T9"/>
                </a:cxn>
              </a:cxnLst>
              <a:rect l="0" t="0" r="r" b="b"/>
              <a:pathLst>
                <a:path w="38" h="17">
                  <a:moveTo>
                    <a:pt x="15" y="17"/>
                  </a:moveTo>
                  <a:cubicBezTo>
                    <a:pt x="6" y="17"/>
                    <a:pt x="0" y="13"/>
                    <a:pt x="2" y="8"/>
                  </a:cubicBezTo>
                  <a:cubicBezTo>
                    <a:pt x="4" y="4"/>
                    <a:pt x="13" y="0"/>
                    <a:pt x="22" y="0"/>
                  </a:cubicBezTo>
                  <a:cubicBezTo>
                    <a:pt x="32" y="0"/>
                    <a:pt x="38" y="4"/>
                    <a:pt x="36" y="8"/>
                  </a:cubicBezTo>
                  <a:cubicBezTo>
                    <a:pt x="34" y="13"/>
                    <a:pt x="25" y="17"/>
                    <a:pt x="15" y="1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848"/>
            <p:cNvSpPr>
              <a:spLocks noEditPoints="1"/>
            </p:cNvSpPr>
            <p:nvPr/>
          </p:nvSpPr>
          <p:spPr bwMode="auto">
            <a:xfrm>
              <a:off x="1147763" y="5910263"/>
              <a:ext cx="117475" cy="53975"/>
            </a:xfrm>
            <a:custGeom>
              <a:avLst/>
              <a:gdLst>
                <a:gd name="T0" fmla="*/ 24 w 42"/>
                <a:gd name="T1" fmla="*/ 1 h 19"/>
                <a:gd name="T2" fmla="*/ 37 w 42"/>
                <a:gd name="T3" fmla="*/ 9 h 19"/>
                <a:gd name="T4" fmla="*/ 18 w 42"/>
                <a:gd name="T5" fmla="*/ 18 h 19"/>
                <a:gd name="T6" fmla="*/ 5 w 42"/>
                <a:gd name="T7" fmla="*/ 9 h 19"/>
                <a:gd name="T8" fmla="*/ 24 w 42"/>
                <a:gd name="T9" fmla="*/ 1 h 19"/>
                <a:gd name="T10" fmla="*/ 25 w 42"/>
                <a:gd name="T11" fmla="*/ 0 h 19"/>
                <a:gd name="T12" fmla="*/ 2 w 42"/>
                <a:gd name="T13" fmla="*/ 9 h 19"/>
                <a:gd name="T14" fmla="*/ 17 w 42"/>
                <a:gd name="T15" fmla="*/ 19 h 19"/>
                <a:gd name="T16" fmla="*/ 40 w 42"/>
                <a:gd name="T17" fmla="*/ 9 h 19"/>
                <a:gd name="T18" fmla="*/ 25 w 42"/>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19">
                  <a:moveTo>
                    <a:pt x="24" y="1"/>
                  </a:moveTo>
                  <a:cubicBezTo>
                    <a:pt x="33" y="1"/>
                    <a:pt x="39" y="5"/>
                    <a:pt x="37" y="9"/>
                  </a:cubicBezTo>
                  <a:cubicBezTo>
                    <a:pt x="35" y="14"/>
                    <a:pt x="26" y="18"/>
                    <a:pt x="18" y="18"/>
                  </a:cubicBezTo>
                  <a:cubicBezTo>
                    <a:pt x="9" y="18"/>
                    <a:pt x="3" y="14"/>
                    <a:pt x="5" y="9"/>
                  </a:cubicBezTo>
                  <a:cubicBezTo>
                    <a:pt x="7" y="5"/>
                    <a:pt x="15" y="1"/>
                    <a:pt x="24" y="1"/>
                  </a:cubicBezTo>
                  <a:moveTo>
                    <a:pt x="25" y="0"/>
                  </a:moveTo>
                  <a:cubicBezTo>
                    <a:pt x="14" y="0"/>
                    <a:pt x="4" y="4"/>
                    <a:pt x="2" y="9"/>
                  </a:cubicBezTo>
                  <a:cubicBezTo>
                    <a:pt x="0" y="15"/>
                    <a:pt x="7" y="19"/>
                    <a:pt x="17" y="19"/>
                  </a:cubicBezTo>
                  <a:cubicBezTo>
                    <a:pt x="27" y="19"/>
                    <a:pt x="38" y="15"/>
                    <a:pt x="40" y="9"/>
                  </a:cubicBezTo>
                  <a:cubicBezTo>
                    <a:pt x="42" y="4"/>
                    <a:pt x="35" y="0"/>
                    <a:pt x="2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849"/>
            <p:cNvSpPr>
              <a:spLocks/>
            </p:cNvSpPr>
            <p:nvPr/>
          </p:nvSpPr>
          <p:spPr bwMode="auto">
            <a:xfrm>
              <a:off x="1646238" y="5913438"/>
              <a:ext cx="103188" cy="47625"/>
            </a:xfrm>
            <a:custGeom>
              <a:avLst/>
              <a:gdLst>
                <a:gd name="T0" fmla="*/ 16 w 37"/>
                <a:gd name="T1" fmla="*/ 17 h 17"/>
                <a:gd name="T2" fmla="*/ 2 w 37"/>
                <a:gd name="T3" fmla="*/ 8 h 17"/>
                <a:gd name="T4" fmla="*/ 22 w 37"/>
                <a:gd name="T5" fmla="*/ 0 h 17"/>
                <a:gd name="T6" fmla="*/ 36 w 37"/>
                <a:gd name="T7" fmla="*/ 8 h 17"/>
                <a:gd name="T8" fmla="*/ 16 w 37"/>
                <a:gd name="T9" fmla="*/ 17 h 17"/>
              </a:gdLst>
              <a:ahLst/>
              <a:cxnLst>
                <a:cxn ang="0">
                  <a:pos x="T0" y="T1"/>
                </a:cxn>
                <a:cxn ang="0">
                  <a:pos x="T2" y="T3"/>
                </a:cxn>
                <a:cxn ang="0">
                  <a:pos x="T4" y="T5"/>
                </a:cxn>
                <a:cxn ang="0">
                  <a:pos x="T6" y="T7"/>
                </a:cxn>
                <a:cxn ang="0">
                  <a:pos x="T8" y="T9"/>
                </a:cxn>
              </a:cxnLst>
              <a:rect l="0" t="0" r="r" b="b"/>
              <a:pathLst>
                <a:path w="37" h="17">
                  <a:moveTo>
                    <a:pt x="16" y="17"/>
                  </a:moveTo>
                  <a:cubicBezTo>
                    <a:pt x="6" y="17"/>
                    <a:pt x="0" y="13"/>
                    <a:pt x="2" y="8"/>
                  </a:cubicBezTo>
                  <a:cubicBezTo>
                    <a:pt x="3" y="4"/>
                    <a:pt x="12" y="0"/>
                    <a:pt x="22" y="0"/>
                  </a:cubicBezTo>
                  <a:cubicBezTo>
                    <a:pt x="31" y="0"/>
                    <a:pt x="37" y="3"/>
                    <a:pt x="36" y="8"/>
                  </a:cubicBezTo>
                  <a:cubicBezTo>
                    <a:pt x="34" y="13"/>
                    <a:pt x="25" y="17"/>
                    <a:pt x="16" y="1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850"/>
            <p:cNvSpPr>
              <a:spLocks noEditPoints="1"/>
            </p:cNvSpPr>
            <p:nvPr/>
          </p:nvSpPr>
          <p:spPr bwMode="auto">
            <a:xfrm>
              <a:off x="1639888" y="5910263"/>
              <a:ext cx="115888" cy="53975"/>
            </a:xfrm>
            <a:custGeom>
              <a:avLst/>
              <a:gdLst>
                <a:gd name="T0" fmla="*/ 23 w 41"/>
                <a:gd name="T1" fmla="*/ 1 h 19"/>
                <a:gd name="T2" fmla="*/ 36 w 41"/>
                <a:gd name="T3" fmla="*/ 9 h 19"/>
                <a:gd name="T4" fmla="*/ 18 w 41"/>
                <a:gd name="T5" fmla="*/ 18 h 19"/>
                <a:gd name="T6" fmla="*/ 5 w 41"/>
                <a:gd name="T7" fmla="*/ 9 h 19"/>
                <a:gd name="T8" fmla="*/ 23 w 41"/>
                <a:gd name="T9" fmla="*/ 1 h 19"/>
                <a:gd name="T10" fmla="*/ 24 w 41"/>
                <a:gd name="T11" fmla="*/ 0 h 19"/>
                <a:gd name="T12" fmla="*/ 2 w 41"/>
                <a:gd name="T13" fmla="*/ 9 h 19"/>
                <a:gd name="T14" fmla="*/ 17 w 41"/>
                <a:gd name="T15" fmla="*/ 19 h 19"/>
                <a:gd name="T16" fmla="*/ 39 w 41"/>
                <a:gd name="T17" fmla="*/ 9 h 19"/>
                <a:gd name="T18" fmla="*/ 24 w 41"/>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19">
                  <a:moveTo>
                    <a:pt x="23" y="1"/>
                  </a:moveTo>
                  <a:cubicBezTo>
                    <a:pt x="32" y="1"/>
                    <a:pt x="38" y="5"/>
                    <a:pt x="36" y="9"/>
                  </a:cubicBezTo>
                  <a:cubicBezTo>
                    <a:pt x="35" y="14"/>
                    <a:pt x="27" y="18"/>
                    <a:pt x="18" y="18"/>
                  </a:cubicBezTo>
                  <a:cubicBezTo>
                    <a:pt x="9" y="18"/>
                    <a:pt x="3" y="14"/>
                    <a:pt x="5" y="9"/>
                  </a:cubicBezTo>
                  <a:cubicBezTo>
                    <a:pt x="7" y="5"/>
                    <a:pt x="15" y="1"/>
                    <a:pt x="23" y="1"/>
                  </a:cubicBezTo>
                  <a:moveTo>
                    <a:pt x="24" y="0"/>
                  </a:moveTo>
                  <a:cubicBezTo>
                    <a:pt x="14" y="0"/>
                    <a:pt x="4" y="4"/>
                    <a:pt x="2" y="9"/>
                  </a:cubicBezTo>
                  <a:cubicBezTo>
                    <a:pt x="0" y="15"/>
                    <a:pt x="7" y="19"/>
                    <a:pt x="17" y="19"/>
                  </a:cubicBezTo>
                  <a:cubicBezTo>
                    <a:pt x="28" y="19"/>
                    <a:pt x="37" y="15"/>
                    <a:pt x="39" y="9"/>
                  </a:cubicBezTo>
                  <a:cubicBezTo>
                    <a:pt x="41" y="4"/>
                    <a:pt x="34" y="0"/>
                    <a:pt x="2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851"/>
            <p:cNvSpPr>
              <a:spLocks/>
            </p:cNvSpPr>
            <p:nvPr/>
          </p:nvSpPr>
          <p:spPr bwMode="auto">
            <a:xfrm>
              <a:off x="1320801" y="5803900"/>
              <a:ext cx="149225" cy="68262"/>
            </a:xfrm>
            <a:custGeom>
              <a:avLst/>
              <a:gdLst>
                <a:gd name="T0" fmla="*/ 22 w 53"/>
                <a:gd name="T1" fmla="*/ 24 h 24"/>
                <a:gd name="T2" fmla="*/ 2 w 53"/>
                <a:gd name="T3" fmla="*/ 12 h 24"/>
                <a:gd name="T4" fmla="*/ 31 w 53"/>
                <a:gd name="T5" fmla="*/ 0 h 24"/>
                <a:gd name="T6" fmla="*/ 50 w 53"/>
                <a:gd name="T7" fmla="*/ 12 h 24"/>
                <a:gd name="T8" fmla="*/ 22 w 53"/>
                <a:gd name="T9" fmla="*/ 24 h 24"/>
              </a:gdLst>
              <a:ahLst/>
              <a:cxnLst>
                <a:cxn ang="0">
                  <a:pos x="T0" y="T1"/>
                </a:cxn>
                <a:cxn ang="0">
                  <a:pos x="T2" y="T3"/>
                </a:cxn>
                <a:cxn ang="0">
                  <a:pos x="T4" y="T5"/>
                </a:cxn>
                <a:cxn ang="0">
                  <a:pos x="T6" y="T7"/>
                </a:cxn>
                <a:cxn ang="0">
                  <a:pos x="T8" y="T9"/>
                </a:cxn>
              </a:cxnLst>
              <a:rect l="0" t="0" r="r" b="b"/>
              <a:pathLst>
                <a:path w="53" h="24">
                  <a:moveTo>
                    <a:pt x="22" y="24"/>
                  </a:moveTo>
                  <a:cubicBezTo>
                    <a:pt x="9" y="24"/>
                    <a:pt x="0" y="19"/>
                    <a:pt x="2" y="12"/>
                  </a:cubicBezTo>
                  <a:cubicBezTo>
                    <a:pt x="5" y="6"/>
                    <a:pt x="18" y="0"/>
                    <a:pt x="31" y="0"/>
                  </a:cubicBezTo>
                  <a:cubicBezTo>
                    <a:pt x="44" y="0"/>
                    <a:pt x="53" y="6"/>
                    <a:pt x="50" y="12"/>
                  </a:cubicBezTo>
                  <a:cubicBezTo>
                    <a:pt x="48" y="19"/>
                    <a:pt x="35" y="24"/>
                    <a:pt x="22" y="24"/>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852"/>
            <p:cNvSpPr>
              <a:spLocks noEditPoints="1"/>
            </p:cNvSpPr>
            <p:nvPr/>
          </p:nvSpPr>
          <p:spPr bwMode="auto">
            <a:xfrm>
              <a:off x="1316038" y="5803900"/>
              <a:ext cx="155575" cy="69850"/>
            </a:xfrm>
            <a:custGeom>
              <a:avLst/>
              <a:gdLst>
                <a:gd name="T0" fmla="*/ 33 w 56"/>
                <a:gd name="T1" fmla="*/ 1 h 25"/>
                <a:gd name="T2" fmla="*/ 51 w 56"/>
                <a:gd name="T3" fmla="*/ 12 h 25"/>
                <a:gd name="T4" fmla="*/ 24 w 56"/>
                <a:gd name="T5" fmla="*/ 23 h 25"/>
                <a:gd name="T6" fmla="*/ 6 w 56"/>
                <a:gd name="T7" fmla="*/ 12 h 25"/>
                <a:gd name="T8" fmla="*/ 33 w 56"/>
                <a:gd name="T9" fmla="*/ 1 h 25"/>
                <a:gd name="T10" fmla="*/ 33 w 56"/>
                <a:gd name="T11" fmla="*/ 0 h 25"/>
                <a:gd name="T12" fmla="*/ 3 w 56"/>
                <a:gd name="T13" fmla="*/ 12 h 25"/>
                <a:gd name="T14" fmla="*/ 24 w 56"/>
                <a:gd name="T15" fmla="*/ 25 h 25"/>
                <a:gd name="T16" fmla="*/ 54 w 56"/>
                <a:gd name="T17" fmla="*/ 12 h 25"/>
                <a:gd name="T18" fmla="*/ 33 w 56"/>
                <a:gd name="T1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25">
                  <a:moveTo>
                    <a:pt x="33" y="1"/>
                  </a:moveTo>
                  <a:cubicBezTo>
                    <a:pt x="45" y="1"/>
                    <a:pt x="53" y="6"/>
                    <a:pt x="51" y="12"/>
                  </a:cubicBezTo>
                  <a:cubicBezTo>
                    <a:pt x="49" y="18"/>
                    <a:pt x="37" y="23"/>
                    <a:pt x="24" y="23"/>
                  </a:cubicBezTo>
                  <a:cubicBezTo>
                    <a:pt x="12" y="23"/>
                    <a:pt x="3" y="18"/>
                    <a:pt x="6" y="12"/>
                  </a:cubicBezTo>
                  <a:cubicBezTo>
                    <a:pt x="8" y="6"/>
                    <a:pt x="20" y="1"/>
                    <a:pt x="33" y="1"/>
                  </a:cubicBezTo>
                  <a:moveTo>
                    <a:pt x="33" y="0"/>
                  </a:moveTo>
                  <a:cubicBezTo>
                    <a:pt x="19" y="0"/>
                    <a:pt x="6" y="5"/>
                    <a:pt x="3" y="12"/>
                  </a:cubicBezTo>
                  <a:cubicBezTo>
                    <a:pt x="0" y="19"/>
                    <a:pt x="10" y="25"/>
                    <a:pt x="24" y="25"/>
                  </a:cubicBezTo>
                  <a:cubicBezTo>
                    <a:pt x="38" y="25"/>
                    <a:pt x="51" y="19"/>
                    <a:pt x="54" y="12"/>
                  </a:cubicBezTo>
                  <a:cubicBezTo>
                    <a:pt x="56" y="5"/>
                    <a:pt x="47" y="0"/>
                    <a:pt x="3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853"/>
            <p:cNvSpPr>
              <a:spLocks/>
            </p:cNvSpPr>
            <p:nvPr/>
          </p:nvSpPr>
          <p:spPr bwMode="auto">
            <a:xfrm>
              <a:off x="1543051" y="5807075"/>
              <a:ext cx="111125" cy="50800"/>
            </a:xfrm>
            <a:custGeom>
              <a:avLst/>
              <a:gdLst>
                <a:gd name="T0" fmla="*/ 17 w 40"/>
                <a:gd name="T1" fmla="*/ 18 h 18"/>
                <a:gd name="T2" fmla="*/ 2 w 40"/>
                <a:gd name="T3" fmla="*/ 9 h 18"/>
                <a:gd name="T4" fmla="*/ 24 w 40"/>
                <a:gd name="T5" fmla="*/ 0 h 18"/>
                <a:gd name="T6" fmla="*/ 38 w 40"/>
                <a:gd name="T7" fmla="*/ 9 h 18"/>
                <a:gd name="T8" fmla="*/ 17 w 40"/>
                <a:gd name="T9" fmla="*/ 18 h 18"/>
              </a:gdLst>
              <a:ahLst/>
              <a:cxnLst>
                <a:cxn ang="0">
                  <a:pos x="T0" y="T1"/>
                </a:cxn>
                <a:cxn ang="0">
                  <a:pos x="T2" y="T3"/>
                </a:cxn>
                <a:cxn ang="0">
                  <a:pos x="T4" y="T5"/>
                </a:cxn>
                <a:cxn ang="0">
                  <a:pos x="T6" y="T7"/>
                </a:cxn>
                <a:cxn ang="0">
                  <a:pos x="T8" y="T9"/>
                </a:cxn>
              </a:cxnLst>
              <a:rect l="0" t="0" r="r" b="b"/>
              <a:pathLst>
                <a:path w="40" h="18">
                  <a:moveTo>
                    <a:pt x="17" y="18"/>
                  </a:moveTo>
                  <a:cubicBezTo>
                    <a:pt x="7" y="18"/>
                    <a:pt x="0" y="14"/>
                    <a:pt x="2" y="9"/>
                  </a:cubicBezTo>
                  <a:cubicBezTo>
                    <a:pt x="4" y="4"/>
                    <a:pt x="14" y="0"/>
                    <a:pt x="24" y="0"/>
                  </a:cubicBezTo>
                  <a:cubicBezTo>
                    <a:pt x="34" y="0"/>
                    <a:pt x="40" y="4"/>
                    <a:pt x="38" y="9"/>
                  </a:cubicBezTo>
                  <a:cubicBezTo>
                    <a:pt x="37" y="14"/>
                    <a:pt x="27" y="18"/>
                    <a:pt x="17" y="18"/>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854"/>
            <p:cNvSpPr>
              <a:spLocks noEditPoints="1"/>
            </p:cNvSpPr>
            <p:nvPr/>
          </p:nvSpPr>
          <p:spPr bwMode="auto">
            <a:xfrm>
              <a:off x="1539876" y="5803900"/>
              <a:ext cx="120650" cy="57150"/>
            </a:xfrm>
            <a:custGeom>
              <a:avLst/>
              <a:gdLst>
                <a:gd name="T0" fmla="*/ 24 w 43"/>
                <a:gd name="T1" fmla="*/ 1 h 20"/>
                <a:gd name="T2" fmla="*/ 38 w 43"/>
                <a:gd name="T3" fmla="*/ 10 h 20"/>
                <a:gd name="T4" fmla="*/ 18 w 43"/>
                <a:gd name="T5" fmla="*/ 18 h 20"/>
                <a:gd name="T6" fmla="*/ 4 w 43"/>
                <a:gd name="T7" fmla="*/ 10 h 20"/>
                <a:gd name="T8" fmla="*/ 24 w 43"/>
                <a:gd name="T9" fmla="*/ 1 h 20"/>
                <a:gd name="T10" fmla="*/ 25 w 43"/>
                <a:gd name="T11" fmla="*/ 0 h 20"/>
                <a:gd name="T12" fmla="*/ 2 w 43"/>
                <a:gd name="T13" fmla="*/ 10 h 20"/>
                <a:gd name="T14" fmla="*/ 18 w 43"/>
                <a:gd name="T15" fmla="*/ 20 h 20"/>
                <a:gd name="T16" fmla="*/ 41 w 43"/>
                <a:gd name="T17" fmla="*/ 10 h 20"/>
                <a:gd name="T18" fmla="*/ 25 w 43"/>
                <a:gd name="T1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20">
                  <a:moveTo>
                    <a:pt x="24" y="1"/>
                  </a:moveTo>
                  <a:cubicBezTo>
                    <a:pt x="34" y="1"/>
                    <a:pt x="40" y="5"/>
                    <a:pt x="38" y="10"/>
                  </a:cubicBezTo>
                  <a:cubicBezTo>
                    <a:pt x="36" y="14"/>
                    <a:pt x="28" y="18"/>
                    <a:pt x="18" y="18"/>
                  </a:cubicBezTo>
                  <a:cubicBezTo>
                    <a:pt x="9" y="18"/>
                    <a:pt x="3" y="14"/>
                    <a:pt x="4" y="10"/>
                  </a:cubicBezTo>
                  <a:cubicBezTo>
                    <a:pt x="6" y="5"/>
                    <a:pt x="15" y="1"/>
                    <a:pt x="24" y="1"/>
                  </a:cubicBezTo>
                  <a:moveTo>
                    <a:pt x="25" y="0"/>
                  </a:moveTo>
                  <a:cubicBezTo>
                    <a:pt x="14" y="0"/>
                    <a:pt x="4" y="4"/>
                    <a:pt x="2" y="10"/>
                  </a:cubicBezTo>
                  <a:cubicBezTo>
                    <a:pt x="0" y="15"/>
                    <a:pt x="7" y="20"/>
                    <a:pt x="18" y="20"/>
                  </a:cubicBezTo>
                  <a:cubicBezTo>
                    <a:pt x="29" y="19"/>
                    <a:pt x="39" y="15"/>
                    <a:pt x="41" y="10"/>
                  </a:cubicBezTo>
                  <a:cubicBezTo>
                    <a:pt x="43" y="4"/>
                    <a:pt x="35" y="0"/>
                    <a:pt x="2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855"/>
            <p:cNvSpPr>
              <a:spLocks/>
            </p:cNvSpPr>
            <p:nvPr/>
          </p:nvSpPr>
          <p:spPr bwMode="auto">
            <a:xfrm>
              <a:off x="1851026" y="6081713"/>
              <a:ext cx="120650" cy="61912"/>
            </a:xfrm>
            <a:custGeom>
              <a:avLst/>
              <a:gdLst>
                <a:gd name="T0" fmla="*/ 18 w 43"/>
                <a:gd name="T1" fmla="*/ 22 h 22"/>
                <a:gd name="T2" fmla="*/ 2 w 43"/>
                <a:gd name="T3" fmla="*/ 11 h 22"/>
                <a:gd name="T4" fmla="*/ 25 w 43"/>
                <a:gd name="T5" fmla="*/ 0 h 22"/>
                <a:gd name="T6" fmla="*/ 41 w 43"/>
                <a:gd name="T7" fmla="*/ 11 h 22"/>
                <a:gd name="T8" fmla="*/ 18 w 43"/>
                <a:gd name="T9" fmla="*/ 22 h 22"/>
              </a:gdLst>
              <a:ahLst/>
              <a:cxnLst>
                <a:cxn ang="0">
                  <a:pos x="T0" y="T1"/>
                </a:cxn>
                <a:cxn ang="0">
                  <a:pos x="T2" y="T3"/>
                </a:cxn>
                <a:cxn ang="0">
                  <a:pos x="T4" y="T5"/>
                </a:cxn>
                <a:cxn ang="0">
                  <a:pos x="T6" y="T7"/>
                </a:cxn>
                <a:cxn ang="0">
                  <a:pos x="T8" y="T9"/>
                </a:cxn>
              </a:cxnLst>
              <a:rect l="0" t="0" r="r" b="b"/>
              <a:pathLst>
                <a:path w="43" h="22">
                  <a:moveTo>
                    <a:pt x="18" y="22"/>
                  </a:moveTo>
                  <a:cubicBezTo>
                    <a:pt x="7" y="22"/>
                    <a:pt x="0" y="17"/>
                    <a:pt x="2" y="11"/>
                  </a:cubicBezTo>
                  <a:cubicBezTo>
                    <a:pt x="4" y="5"/>
                    <a:pt x="14" y="0"/>
                    <a:pt x="25" y="0"/>
                  </a:cubicBezTo>
                  <a:cubicBezTo>
                    <a:pt x="36" y="0"/>
                    <a:pt x="43" y="5"/>
                    <a:pt x="41" y="11"/>
                  </a:cubicBezTo>
                  <a:cubicBezTo>
                    <a:pt x="40" y="17"/>
                    <a:pt x="29" y="22"/>
                    <a:pt x="18" y="22"/>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856"/>
            <p:cNvSpPr>
              <a:spLocks noEditPoints="1"/>
            </p:cNvSpPr>
            <p:nvPr/>
          </p:nvSpPr>
          <p:spPr bwMode="auto">
            <a:xfrm>
              <a:off x="1847851" y="6081713"/>
              <a:ext cx="127000" cy="65087"/>
            </a:xfrm>
            <a:custGeom>
              <a:avLst/>
              <a:gdLst>
                <a:gd name="T0" fmla="*/ 26 w 45"/>
                <a:gd name="T1" fmla="*/ 1 h 23"/>
                <a:gd name="T2" fmla="*/ 41 w 45"/>
                <a:gd name="T3" fmla="*/ 11 h 23"/>
                <a:gd name="T4" fmla="*/ 20 w 45"/>
                <a:gd name="T5" fmla="*/ 21 h 23"/>
                <a:gd name="T6" fmla="*/ 4 w 45"/>
                <a:gd name="T7" fmla="*/ 11 h 23"/>
                <a:gd name="T8" fmla="*/ 26 w 45"/>
                <a:gd name="T9" fmla="*/ 1 h 23"/>
                <a:gd name="T10" fmla="*/ 26 w 45"/>
                <a:gd name="T11" fmla="*/ 0 h 23"/>
                <a:gd name="T12" fmla="*/ 2 w 45"/>
                <a:gd name="T13" fmla="*/ 11 h 23"/>
                <a:gd name="T14" fmla="*/ 19 w 45"/>
                <a:gd name="T15" fmla="*/ 23 h 23"/>
                <a:gd name="T16" fmla="*/ 44 w 45"/>
                <a:gd name="T17" fmla="*/ 11 h 23"/>
                <a:gd name="T18" fmla="*/ 26 w 45"/>
                <a:gd name="T1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23">
                  <a:moveTo>
                    <a:pt x="26" y="1"/>
                  </a:moveTo>
                  <a:cubicBezTo>
                    <a:pt x="36" y="1"/>
                    <a:pt x="43" y="6"/>
                    <a:pt x="41" y="11"/>
                  </a:cubicBezTo>
                  <a:cubicBezTo>
                    <a:pt x="39" y="17"/>
                    <a:pt x="30" y="21"/>
                    <a:pt x="20" y="21"/>
                  </a:cubicBezTo>
                  <a:cubicBezTo>
                    <a:pt x="9" y="21"/>
                    <a:pt x="3" y="17"/>
                    <a:pt x="4" y="11"/>
                  </a:cubicBezTo>
                  <a:cubicBezTo>
                    <a:pt x="6" y="6"/>
                    <a:pt x="16" y="1"/>
                    <a:pt x="26" y="1"/>
                  </a:cubicBezTo>
                  <a:moveTo>
                    <a:pt x="26" y="0"/>
                  </a:moveTo>
                  <a:cubicBezTo>
                    <a:pt x="14" y="0"/>
                    <a:pt x="4" y="5"/>
                    <a:pt x="2" y="11"/>
                  </a:cubicBezTo>
                  <a:cubicBezTo>
                    <a:pt x="0" y="18"/>
                    <a:pt x="7" y="23"/>
                    <a:pt x="19" y="23"/>
                  </a:cubicBezTo>
                  <a:cubicBezTo>
                    <a:pt x="31" y="23"/>
                    <a:pt x="42" y="18"/>
                    <a:pt x="44" y="11"/>
                  </a:cubicBezTo>
                  <a:cubicBezTo>
                    <a:pt x="45" y="5"/>
                    <a:pt x="38" y="0"/>
                    <a:pt x="2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857"/>
            <p:cNvSpPr>
              <a:spLocks/>
            </p:cNvSpPr>
            <p:nvPr/>
          </p:nvSpPr>
          <p:spPr bwMode="auto">
            <a:xfrm>
              <a:off x="1338263" y="6426200"/>
              <a:ext cx="131763" cy="71437"/>
            </a:xfrm>
            <a:custGeom>
              <a:avLst/>
              <a:gdLst>
                <a:gd name="T0" fmla="*/ 19 w 47"/>
                <a:gd name="T1" fmla="*/ 25 h 25"/>
                <a:gd name="T2" fmla="*/ 3 w 47"/>
                <a:gd name="T3" fmla="*/ 12 h 25"/>
                <a:gd name="T4" fmla="*/ 28 w 47"/>
                <a:gd name="T5" fmla="*/ 0 h 25"/>
                <a:gd name="T6" fmla="*/ 44 w 47"/>
                <a:gd name="T7" fmla="*/ 12 h 25"/>
                <a:gd name="T8" fmla="*/ 19 w 47"/>
                <a:gd name="T9" fmla="*/ 25 h 25"/>
              </a:gdLst>
              <a:ahLst/>
              <a:cxnLst>
                <a:cxn ang="0">
                  <a:pos x="T0" y="T1"/>
                </a:cxn>
                <a:cxn ang="0">
                  <a:pos x="T2" y="T3"/>
                </a:cxn>
                <a:cxn ang="0">
                  <a:pos x="T4" y="T5"/>
                </a:cxn>
                <a:cxn ang="0">
                  <a:pos x="T6" y="T7"/>
                </a:cxn>
                <a:cxn ang="0">
                  <a:pos x="T8" y="T9"/>
                </a:cxn>
              </a:cxnLst>
              <a:rect l="0" t="0" r="r" b="b"/>
              <a:pathLst>
                <a:path w="47" h="25">
                  <a:moveTo>
                    <a:pt x="19" y="25"/>
                  </a:moveTo>
                  <a:cubicBezTo>
                    <a:pt x="8" y="25"/>
                    <a:pt x="0" y="20"/>
                    <a:pt x="3" y="12"/>
                  </a:cubicBezTo>
                  <a:cubicBezTo>
                    <a:pt x="5" y="5"/>
                    <a:pt x="16" y="0"/>
                    <a:pt x="28" y="0"/>
                  </a:cubicBezTo>
                  <a:cubicBezTo>
                    <a:pt x="39" y="0"/>
                    <a:pt x="47" y="5"/>
                    <a:pt x="44" y="12"/>
                  </a:cubicBezTo>
                  <a:cubicBezTo>
                    <a:pt x="42" y="20"/>
                    <a:pt x="31" y="25"/>
                    <a:pt x="19" y="25"/>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858"/>
            <p:cNvSpPr>
              <a:spLocks noEditPoints="1"/>
            </p:cNvSpPr>
            <p:nvPr/>
          </p:nvSpPr>
          <p:spPr bwMode="auto">
            <a:xfrm>
              <a:off x="1335088" y="6424613"/>
              <a:ext cx="136525" cy="74612"/>
            </a:xfrm>
            <a:custGeom>
              <a:avLst/>
              <a:gdLst>
                <a:gd name="T0" fmla="*/ 29 w 49"/>
                <a:gd name="T1" fmla="*/ 2 h 27"/>
                <a:gd name="T2" fmla="*/ 44 w 49"/>
                <a:gd name="T3" fmla="*/ 13 h 27"/>
                <a:gd name="T4" fmla="*/ 20 w 49"/>
                <a:gd name="T5" fmla="*/ 25 h 27"/>
                <a:gd name="T6" fmla="*/ 5 w 49"/>
                <a:gd name="T7" fmla="*/ 13 h 27"/>
                <a:gd name="T8" fmla="*/ 29 w 49"/>
                <a:gd name="T9" fmla="*/ 2 h 27"/>
                <a:gd name="T10" fmla="*/ 29 w 49"/>
                <a:gd name="T11" fmla="*/ 0 h 27"/>
                <a:gd name="T12" fmla="*/ 2 w 49"/>
                <a:gd name="T13" fmla="*/ 13 h 27"/>
                <a:gd name="T14" fmla="*/ 20 w 49"/>
                <a:gd name="T15" fmla="*/ 27 h 27"/>
                <a:gd name="T16" fmla="*/ 47 w 49"/>
                <a:gd name="T17" fmla="*/ 13 h 27"/>
                <a:gd name="T18" fmla="*/ 29 w 49"/>
                <a:gd name="T1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27">
                  <a:moveTo>
                    <a:pt x="29" y="2"/>
                  </a:moveTo>
                  <a:cubicBezTo>
                    <a:pt x="39" y="2"/>
                    <a:pt x="46" y="7"/>
                    <a:pt x="44" y="13"/>
                  </a:cubicBezTo>
                  <a:cubicBezTo>
                    <a:pt x="42" y="20"/>
                    <a:pt x="31" y="25"/>
                    <a:pt x="20" y="25"/>
                  </a:cubicBezTo>
                  <a:cubicBezTo>
                    <a:pt x="10" y="25"/>
                    <a:pt x="3" y="20"/>
                    <a:pt x="5" y="13"/>
                  </a:cubicBezTo>
                  <a:cubicBezTo>
                    <a:pt x="8" y="7"/>
                    <a:pt x="18" y="2"/>
                    <a:pt x="29" y="2"/>
                  </a:cubicBezTo>
                  <a:moveTo>
                    <a:pt x="29" y="0"/>
                  </a:moveTo>
                  <a:cubicBezTo>
                    <a:pt x="17" y="0"/>
                    <a:pt x="5" y="6"/>
                    <a:pt x="2" y="13"/>
                  </a:cubicBezTo>
                  <a:cubicBezTo>
                    <a:pt x="0" y="21"/>
                    <a:pt x="8" y="27"/>
                    <a:pt x="20" y="27"/>
                  </a:cubicBezTo>
                  <a:cubicBezTo>
                    <a:pt x="32" y="27"/>
                    <a:pt x="44" y="21"/>
                    <a:pt x="47" y="13"/>
                  </a:cubicBezTo>
                  <a:cubicBezTo>
                    <a:pt x="49" y="6"/>
                    <a:pt x="41" y="0"/>
                    <a:pt x="2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859"/>
            <p:cNvSpPr>
              <a:spLocks/>
            </p:cNvSpPr>
            <p:nvPr/>
          </p:nvSpPr>
          <p:spPr bwMode="auto">
            <a:xfrm>
              <a:off x="1203326" y="5975350"/>
              <a:ext cx="123825" cy="58737"/>
            </a:xfrm>
            <a:custGeom>
              <a:avLst/>
              <a:gdLst>
                <a:gd name="T0" fmla="*/ 18 w 44"/>
                <a:gd name="T1" fmla="*/ 21 h 21"/>
                <a:gd name="T2" fmla="*/ 2 w 44"/>
                <a:gd name="T3" fmla="*/ 11 h 21"/>
                <a:gd name="T4" fmla="*/ 26 w 44"/>
                <a:gd name="T5" fmla="*/ 0 h 21"/>
                <a:gd name="T6" fmla="*/ 42 w 44"/>
                <a:gd name="T7" fmla="*/ 11 h 21"/>
                <a:gd name="T8" fmla="*/ 18 w 44"/>
                <a:gd name="T9" fmla="*/ 21 h 21"/>
              </a:gdLst>
              <a:ahLst/>
              <a:cxnLst>
                <a:cxn ang="0">
                  <a:pos x="T0" y="T1"/>
                </a:cxn>
                <a:cxn ang="0">
                  <a:pos x="T2" y="T3"/>
                </a:cxn>
                <a:cxn ang="0">
                  <a:pos x="T4" y="T5"/>
                </a:cxn>
                <a:cxn ang="0">
                  <a:pos x="T6" y="T7"/>
                </a:cxn>
                <a:cxn ang="0">
                  <a:pos x="T8" y="T9"/>
                </a:cxn>
              </a:cxnLst>
              <a:rect l="0" t="0" r="r" b="b"/>
              <a:pathLst>
                <a:path w="44" h="21">
                  <a:moveTo>
                    <a:pt x="18" y="21"/>
                  </a:moveTo>
                  <a:cubicBezTo>
                    <a:pt x="7" y="21"/>
                    <a:pt x="0" y="16"/>
                    <a:pt x="2" y="11"/>
                  </a:cubicBezTo>
                  <a:cubicBezTo>
                    <a:pt x="4" y="5"/>
                    <a:pt x="15" y="0"/>
                    <a:pt x="26" y="0"/>
                  </a:cubicBezTo>
                  <a:cubicBezTo>
                    <a:pt x="37" y="0"/>
                    <a:pt x="44" y="5"/>
                    <a:pt x="42" y="11"/>
                  </a:cubicBezTo>
                  <a:cubicBezTo>
                    <a:pt x="39" y="16"/>
                    <a:pt x="29" y="21"/>
                    <a:pt x="18" y="21"/>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860"/>
            <p:cNvSpPr>
              <a:spLocks noEditPoints="1"/>
            </p:cNvSpPr>
            <p:nvPr/>
          </p:nvSpPr>
          <p:spPr bwMode="auto">
            <a:xfrm>
              <a:off x="1196976" y="5975350"/>
              <a:ext cx="131763" cy="61912"/>
            </a:xfrm>
            <a:custGeom>
              <a:avLst/>
              <a:gdLst>
                <a:gd name="T0" fmla="*/ 27 w 47"/>
                <a:gd name="T1" fmla="*/ 1 h 22"/>
                <a:gd name="T2" fmla="*/ 42 w 47"/>
                <a:gd name="T3" fmla="*/ 11 h 22"/>
                <a:gd name="T4" fmla="*/ 20 w 47"/>
                <a:gd name="T5" fmla="*/ 20 h 22"/>
                <a:gd name="T6" fmla="*/ 5 w 47"/>
                <a:gd name="T7" fmla="*/ 11 h 22"/>
                <a:gd name="T8" fmla="*/ 27 w 47"/>
                <a:gd name="T9" fmla="*/ 1 h 22"/>
                <a:gd name="T10" fmla="*/ 28 w 47"/>
                <a:gd name="T11" fmla="*/ 0 h 22"/>
                <a:gd name="T12" fmla="*/ 3 w 47"/>
                <a:gd name="T13" fmla="*/ 11 h 22"/>
                <a:gd name="T14" fmla="*/ 19 w 47"/>
                <a:gd name="T15" fmla="*/ 22 h 22"/>
                <a:gd name="T16" fmla="*/ 45 w 47"/>
                <a:gd name="T17" fmla="*/ 11 h 22"/>
                <a:gd name="T18" fmla="*/ 28 w 47"/>
                <a:gd name="T1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22">
                  <a:moveTo>
                    <a:pt x="27" y="1"/>
                  </a:moveTo>
                  <a:cubicBezTo>
                    <a:pt x="38" y="1"/>
                    <a:pt x="44" y="5"/>
                    <a:pt x="42" y="11"/>
                  </a:cubicBezTo>
                  <a:cubicBezTo>
                    <a:pt x="40" y="16"/>
                    <a:pt x="30" y="20"/>
                    <a:pt x="20" y="20"/>
                  </a:cubicBezTo>
                  <a:cubicBezTo>
                    <a:pt x="10" y="20"/>
                    <a:pt x="3" y="16"/>
                    <a:pt x="5" y="11"/>
                  </a:cubicBezTo>
                  <a:cubicBezTo>
                    <a:pt x="7" y="5"/>
                    <a:pt x="17" y="1"/>
                    <a:pt x="27" y="1"/>
                  </a:cubicBezTo>
                  <a:moveTo>
                    <a:pt x="28" y="0"/>
                  </a:moveTo>
                  <a:cubicBezTo>
                    <a:pt x="16" y="0"/>
                    <a:pt x="5" y="5"/>
                    <a:pt x="3" y="11"/>
                  </a:cubicBezTo>
                  <a:cubicBezTo>
                    <a:pt x="0" y="17"/>
                    <a:pt x="8" y="22"/>
                    <a:pt x="19" y="22"/>
                  </a:cubicBezTo>
                  <a:cubicBezTo>
                    <a:pt x="31" y="22"/>
                    <a:pt x="43" y="17"/>
                    <a:pt x="45" y="11"/>
                  </a:cubicBezTo>
                  <a:cubicBezTo>
                    <a:pt x="47" y="5"/>
                    <a:pt x="40" y="0"/>
                    <a:pt x="2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861"/>
            <p:cNvSpPr>
              <a:spLocks/>
            </p:cNvSpPr>
            <p:nvPr/>
          </p:nvSpPr>
          <p:spPr bwMode="auto">
            <a:xfrm>
              <a:off x="1185863" y="5851525"/>
              <a:ext cx="120650" cy="53975"/>
            </a:xfrm>
            <a:custGeom>
              <a:avLst/>
              <a:gdLst>
                <a:gd name="T0" fmla="*/ 17 w 43"/>
                <a:gd name="T1" fmla="*/ 19 h 19"/>
                <a:gd name="T2" fmla="*/ 2 w 43"/>
                <a:gd name="T3" fmla="*/ 9 h 19"/>
                <a:gd name="T4" fmla="*/ 25 w 43"/>
                <a:gd name="T5" fmla="*/ 0 h 19"/>
                <a:gd name="T6" fmla="*/ 41 w 43"/>
                <a:gd name="T7" fmla="*/ 9 h 19"/>
                <a:gd name="T8" fmla="*/ 17 w 43"/>
                <a:gd name="T9" fmla="*/ 19 h 19"/>
              </a:gdLst>
              <a:ahLst/>
              <a:cxnLst>
                <a:cxn ang="0">
                  <a:pos x="T0" y="T1"/>
                </a:cxn>
                <a:cxn ang="0">
                  <a:pos x="T2" y="T3"/>
                </a:cxn>
                <a:cxn ang="0">
                  <a:pos x="T4" y="T5"/>
                </a:cxn>
                <a:cxn ang="0">
                  <a:pos x="T6" y="T7"/>
                </a:cxn>
                <a:cxn ang="0">
                  <a:pos x="T8" y="T9"/>
                </a:cxn>
              </a:cxnLst>
              <a:rect l="0" t="0" r="r" b="b"/>
              <a:pathLst>
                <a:path w="43" h="19">
                  <a:moveTo>
                    <a:pt x="17" y="19"/>
                  </a:moveTo>
                  <a:cubicBezTo>
                    <a:pt x="7" y="19"/>
                    <a:pt x="0" y="15"/>
                    <a:pt x="2" y="9"/>
                  </a:cubicBezTo>
                  <a:cubicBezTo>
                    <a:pt x="4" y="4"/>
                    <a:pt x="14" y="0"/>
                    <a:pt x="25" y="0"/>
                  </a:cubicBezTo>
                  <a:cubicBezTo>
                    <a:pt x="36" y="0"/>
                    <a:pt x="43" y="4"/>
                    <a:pt x="41" y="9"/>
                  </a:cubicBezTo>
                  <a:cubicBezTo>
                    <a:pt x="39" y="15"/>
                    <a:pt x="28" y="19"/>
                    <a:pt x="17" y="1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862"/>
            <p:cNvSpPr>
              <a:spLocks noEditPoints="1"/>
            </p:cNvSpPr>
            <p:nvPr/>
          </p:nvSpPr>
          <p:spPr bwMode="auto">
            <a:xfrm>
              <a:off x="1181101" y="5849938"/>
              <a:ext cx="128588" cy="58737"/>
            </a:xfrm>
            <a:custGeom>
              <a:avLst/>
              <a:gdLst>
                <a:gd name="T0" fmla="*/ 27 w 46"/>
                <a:gd name="T1" fmla="*/ 1 h 21"/>
                <a:gd name="T2" fmla="*/ 41 w 46"/>
                <a:gd name="T3" fmla="*/ 10 h 21"/>
                <a:gd name="T4" fmla="*/ 20 w 46"/>
                <a:gd name="T5" fmla="*/ 20 h 21"/>
                <a:gd name="T6" fmla="*/ 5 w 46"/>
                <a:gd name="T7" fmla="*/ 10 h 21"/>
                <a:gd name="T8" fmla="*/ 27 w 46"/>
                <a:gd name="T9" fmla="*/ 1 h 21"/>
                <a:gd name="T10" fmla="*/ 27 w 46"/>
                <a:gd name="T11" fmla="*/ 0 h 21"/>
                <a:gd name="T12" fmla="*/ 2 w 46"/>
                <a:gd name="T13" fmla="*/ 10 h 21"/>
                <a:gd name="T14" fmla="*/ 19 w 46"/>
                <a:gd name="T15" fmla="*/ 21 h 21"/>
                <a:gd name="T16" fmla="*/ 44 w 46"/>
                <a:gd name="T17" fmla="*/ 10 h 21"/>
                <a:gd name="T18" fmla="*/ 27 w 46"/>
                <a:gd name="T1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21">
                  <a:moveTo>
                    <a:pt x="27" y="1"/>
                  </a:moveTo>
                  <a:cubicBezTo>
                    <a:pt x="37" y="1"/>
                    <a:pt x="43" y="5"/>
                    <a:pt x="41" y="10"/>
                  </a:cubicBezTo>
                  <a:cubicBezTo>
                    <a:pt x="40" y="15"/>
                    <a:pt x="30" y="20"/>
                    <a:pt x="20" y="20"/>
                  </a:cubicBezTo>
                  <a:cubicBezTo>
                    <a:pt x="10" y="20"/>
                    <a:pt x="3" y="15"/>
                    <a:pt x="5" y="10"/>
                  </a:cubicBezTo>
                  <a:cubicBezTo>
                    <a:pt x="7" y="5"/>
                    <a:pt x="17" y="1"/>
                    <a:pt x="27" y="1"/>
                  </a:cubicBezTo>
                  <a:moveTo>
                    <a:pt x="27" y="0"/>
                  </a:moveTo>
                  <a:cubicBezTo>
                    <a:pt x="16" y="0"/>
                    <a:pt x="5" y="5"/>
                    <a:pt x="2" y="10"/>
                  </a:cubicBezTo>
                  <a:cubicBezTo>
                    <a:pt x="0" y="16"/>
                    <a:pt x="8" y="21"/>
                    <a:pt x="19" y="21"/>
                  </a:cubicBezTo>
                  <a:cubicBezTo>
                    <a:pt x="31" y="21"/>
                    <a:pt x="42" y="16"/>
                    <a:pt x="44" y="10"/>
                  </a:cubicBezTo>
                  <a:cubicBezTo>
                    <a:pt x="46" y="5"/>
                    <a:pt x="39" y="0"/>
                    <a:pt x="2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863"/>
            <p:cNvSpPr>
              <a:spLocks/>
            </p:cNvSpPr>
            <p:nvPr/>
          </p:nvSpPr>
          <p:spPr bwMode="auto">
            <a:xfrm>
              <a:off x="2071688" y="5778500"/>
              <a:ext cx="130175" cy="58737"/>
            </a:xfrm>
            <a:custGeom>
              <a:avLst/>
              <a:gdLst>
                <a:gd name="T0" fmla="*/ 20 w 46"/>
                <a:gd name="T1" fmla="*/ 21 h 21"/>
                <a:gd name="T2" fmla="*/ 2 w 46"/>
                <a:gd name="T3" fmla="*/ 10 h 21"/>
                <a:gd name="T4" fmla="*/ 26 w 46"/>
                <a:gd name="T5" fmla="*/ 0 h 21"/>
                <a:gd name="T6" fmla="*/ 44 w 46"/>
                <a:gd name="T7" fmla="*/ 10 h 21"/>
                <a:gd name="T8" fmla="*/ 20 w 46"/>
                <a:gd name="T9" fmla="*/ 21 h 21"/>
              </a:gdLst>
              <a:ahLst/>
              <a:cxnLst>
                <a:cxn ang="0">
                  <a:pos x="T0" y="T1"/>
                </a:cxn>
                <a:cxn ang="0">
                  <a:pos x="T2" y="T3"/>
                </a:cxn>
                <a:cxn ang="0">
                  <a:pos x="T4" y="T5"/>
                </a:cxn>
                <a:cxn ang="0">
                  <a:pos x="T6" y="T7"/>
                </a:cxn>
                <a:cxn ang="0">
                  <a:pos x="T8" y="T9"/>
                </a:cxn>
              </a:cxnLst>
              <a:rect l="0" t="0" r="r" b="b"/>
              <a:pathLst>
                <a:path w="46" h="21">
                  <a:moveTo>
                    <a:pt x="20" y="21"/>
                  </a:moveTo>
                  <a:cubicBezTo>
                    <a:pt x="8" y="21"/>
                    <a:pt x="0" y="16"/>
                    <a:pt x="2" y="10"/>
                  </a:cubicBezTo>
                  <a:cubicBezTo>
                    <a:pt x="4" y="5"/>
                    <a:pt x="15" y="0"/>
                    <a:pt x="26" y="0"/>
                  </a:cubicBezTo>
                  <a:cubicBezTo>
                    <a:pt x="38" y="0"/>
                    <a:pt x="46" y="5"/>
                    <a:pt x="44" y="10"/>
                  </a:cubicBezTo>
                  <a:cubicBezTo>
                    <a:pt x="42" y="16"/>
                    <a:pt x="32" y="21"/>
                    <a:pt x="20" y="21"/>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864"/>
            <p:cNvSpPr>
              <a:spLocks noEditPoints="1"/>
            </p:cNvSpPr>
            <p:nvPr/>
          </p:nvSpPr>
          <p:spPr bwMode="auto">
            <a:xfrm>
              <a:off x="2070101" y="5776913"/>
              <a:ext cx="133350" cy="63500"/>
            </a:xfrm>
            <a:custGeom>
              <a:avLst/>
              <a:gdLst>
                <a:gd name="T0" fmla="*/ 27 w 48"/>
                <a:gd name="T1" fmla="*/ 2 h 23"/>
                <a:gd name="T2" fmla="*/ 44 w 48"/>
                <a:gd name="T3" fmla="*/ 11 h 23"/>
                <a:gd name="T4" fmla="*/ 21 w 48"/>
                <a:gd name="T5" fmla="*/ 21 h 23"/>
                <a:gd name="T6" fmla="*/ 4 w 48"/>
                <a:gd name="T7" fmla="*/ 11 h 23"/>
                <a:gd name="T8" fmla="*/ 27 w 48"/>
                <a:gd name="T9" fmla="*/ 2 h 23"/>
                <a:gd name="T10" fmla="*/ 27 w 48"/>
                <a:gd name="T11" fmla="*/ 0 h 23"/>
                <a:gd name="T12" fmla="*/ 2 w 48"/>
                <a:gd name="T13" fmla="*/ 11 h 23"/>
                <a:gd name="T14" fmla="*/ 21 w 48"/>
                <a:gd name="T15" fmla="*/ 23 h 23"/>
                <a:gd name="T16" fmla="*/ 46 w 48"/>
                <a:gd name="T17" fmla="*/ 11 h 23"/>
                <a:gd name="T18" fmla="*/ 27 w 48"/>
                <a:gd name="T1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23">
                  <a:moveTo>
                    <a:pt x="27" y="2"/>
                  </a:moveTo>
                  <a:cubicBezTo>
                    <a:pt x="38" y="2"/>
                    <a:pt x="45" y="6"/>
                    <a:pt x="44" y="11"/>
                  </a:cubicBezTo>
                  <a:cubicBezTo>
                    <a:pt x="42" y="17"/>
                    <a:pt x="32" y="21"/>
                    <a:pt x="21" y="21"/>
                  </a:cubicBezTo>
                  <a:cubicBezTo>
                    <a:pt x="10" y="21"/>
                    <a:pt x="3" y="17"/>
                    <a:pt x="4" y="11"/>
                  </a:cubicBezTo>
                  <a:cubicBezTo>
                    <a:pt x="6" y="6"/>
                    <a:pt x="16" y="2"/>
                    <a:pt x="27" y="2"/>
                  </a:cubicBezTo>
                  <a:moveTo>
                    <a:pt x="27" y="0"/>
                  </a:moveTo>
                  <a:cubicBezTo>
                    <a:pt x="15" y="0"/>
                    <a:pt x="4" y="5"/>
                    <a:pt x="2" y="11"/>
                  </a:cubicBezTo>
                  <a:cubicBezTo>
                    <a:pt x="0" y="18"/>
                    <a:pt x="8" y="23"/>
                    <a:pt x="21" y="23"/>
                  </a:cubicBezTo>
                  <a:cubicBezTo>
                    <a:pt x="33" y="23"/>
                    <a:pt x="45" y="18"/>
                    <a:pt x="46" y="11"/>
                  </a:cubicBezTo>
                  <a:cubicBezTo>
                    <a:pt x="48" y="5"/>
                    <a:pt x="40" y="0"/>
                    <a:pt x="2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865"/>
            <p:cNvSpPr>
              <a:spLocks/>
            </p:cNvSpPr>
            <p:nvPr/>
          </p:nvSpPr>
          <p:spPr bwMode="auto">
            <a:xfrm>
              <a:off x="1312863" y="6030913"/>
              <a:ext cx="136525" cy="68262"/>
            </a:xfrm>
            <a:custGeom>
              <a:avLst/>
              <a:gdLst>
                <a:gd name="T0" fmla="*/ 20 w 49"/>
                <a:gd name="T1" fmla="*/ 24 h 24"/>
                <a:gd name="T2" fmla="*/ 2 w 49"/>
                <a:gd name="T3" fmla="*/ 12 h 24"/>
                <a:gd name="T4" fmla="*/ 29 w 49"/>
                <a:gd name="T5" fmla="*/ 0 h 24"/>
                <a:gd name="T6" fmla="*/ 46 w 49"/>
                <a:gd name="T7" fmla="*/ 12 h 24"/>
                <a:gd name="T8" fmla="*/ 20 w 49"/>
                <a:gd name="T9" fmla="*/ 24 h 24"/>
              </a:gdLst>
              <a:ahLst/>
              <a:cxnLst>
                <a:cxn ang="0">
                  <a:pos x="T0" y="T1"/>
                </a:cxn>
                <a:cxn ang="0">
                  <a:pos x="T2" y="T3"/>
                </a:cxn>
                <a:cxn ang="0">
                  <a:pos x="T4" y="T5"/>
                </a:cxn>
                <a:cxn ang="0">
                  <a:pos x="T6" y="T7"/>
                </a:cxn>
                <a:cxn ang="0">
                  <a:pos x="T8" y="T9"/>
                </a:cxn>
              </a:cxnLst>
              <a:rect l="0" t="0" r="r" b="b"/>
              <a:pathLst>
                <a:path w="49" h="24">
                  <a:moveTo>
                    <a:pt x="20" y="24"/>
                  </a:moveTo>
                  <a:cubicBezTo>
                    <a:pt x="8" y="24"/>
                    <a:pt x="0" y="19"/>
                    <a:pt x="2" y="12"/>
                  </a:cubicBezTo>
                  <a:cubicBezTo>
                    <a:pt x="5" y="6"/>
                    <a:pt x="17" y="0"/>
                    <a:pt x="29" y="0"/>
                  </a:cubicBezTo>
                  <a:cubicBezTo>
                    <a:pt x="41" y="0"/>
                    <a:pt x="49" y="6"/>
                    <a:pt x="46" y="12"/>
                  </a:cubicBezTo>
                  <a:cubicBezTo>
                    <a:pt x="44" y="19"/>
                    <a:pt x="32" y="24"/>
                    <a:pt x="20" y="24"/>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866"/>
            <p:cNvSpPr>
              <a:spLocks noEditPoints="1"/>
            </p:cNvSpPr>
            <p:nvPr/>
          </p:nvSpPr>
          <p:spPr bwMode="auto">
            <a:xfrm>
              <a:off x="1306513" y="6030913"/>
              <a:ext cx="146050" cy="71437"/>
            </a:xfrm>
            <a:custGeom>
              <a:avLst/>
              <a:gdLst>
                <a:gd name="T0" fmla="*/ 30 w 52"/>
                <a:gd name="T1" fmla="*/ 1 h 25"/>
                <a:gd name="T2" fmla="*/ 47 w 52"/>
                <a:gd name="T3" fmla="*/ 12 h 25"/>
                <a:gd name="T4" fmla="*/ 22 w 52"/>
                <a:gd name="T5" fmla="*/ 23 h 25"/>
                <a:gd name="T6" fmla="*/ 6 w 52"/>
                <a:gd name="T7" fmla="*/ 12 h 25"/>
                <a:gd name="T8" fmla="*/ 30 w 52"/>
                <a:gd name="T9" fmla="*/ 1 h 25"/>
                <a:gd name="T10" fmla="*/ 31 w 52"/>
                <a:gd name="T11" fmla="*/ 0 h 25"/>
                <a:gd name="T12" fmla="*/ 3 w 52"/>
                <a:gd name="T13" fmla="*/ 12 h 25"/>
                <a:gd name="T14" fmla="*/ 22 w 52"/>
                <a:gd name="T15" fmla="*/ 25 h 25"/>
                <a:gd name="T16" fmla="*/ 50 w 52"/>
                <a:gd name="T17" fmla="*/ 12 h 25"/>
                <a:gd name="T18" fmla="*/ 31 w 52"/>
                <a:gd name="T1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25">
                  <a:moveTo>
                    <a:pt x="30" y="1"/>
                  </a:moveTo>
                  <a:cubicBezTo>
                    <a:pt x="42" y="1"/>
                    <a:pt x="49" y="6"/>
                    <a:pt x="47" y="12"/>
                  </a:cubicBezTo>
                  <a:cubicBezTo>
                    <a:pt x="45" y="18"/>
                    <a:pt x="34" y="23"/>
                    <a:pt x="22" y="23"/>
                  </a:cubicBezTo>
                  <a:cubicBezTo>
                    <a:pt x="11" y="23"/>
                    <a:pt x="3" y="18"/>
                    <a:pt x="6" y="12"/>
                  </a:cubicBezTo>
                  <a:cubicBezTo>
                    <a:pt x="8" y="6"/>
                    <a:pt x="19" y="1"/>
                    <a:pt x="30" y="1"/>
                  </a:cubicBezTo>
                  <a:moveTo>
                    <a:pt x="31" y="0"/>
                  </a:moveTo>
                  <a:cubicBezTo>
                    <a:pt x="18" y="0"/>
                    <a:pt x="5" y="5"/>
                    <a:pt x="3" y="12"/>
                  </a:cubicBezTo>
                  <a:cubicBezTo>
                    <a:pt x="0" y="19"/>
                    <a:pt x="9" y="25"/>
                    <a:pt x="22" y="25"/>
                  </a:cubicBezTo>
                  <a:cubicBezTo>
                    <a:pt x="35" y="25"/>
                    <a:pt x="47" y="19"/>
                    <a:pt x="50" y="12"/>
                  </a:cubicBezTo>
                  <a:cubicBezTo>
                    <a:pt x="52" y="5"/>
                    <a:pt x="44" y="0"/>
                    <a:pt x="3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867"/>
            <p:cNvSpPr>
              <a:spLocks/>
            </p:cNvSpPr>
            <p:nvPr/>
          </p:nvSpPr>
          <p:spPr bwMode="auto">
            <a:xfrm>
              <a:off x="1273176" y="4741863"/>
              <a:ext cx="101600" cy="47625"/>
            </a:xfrm>
            <a:custGeom>
              <a:avLst/>
              <a:gdLst>
                <a:gd name="T0" fmla="*/ 15 w 36"/>
                <a:gd name="T1" fmla="*/ 17 h 17"/>
                <a:gd name="T2" fmla="*/ 2 w 36"/>
                <a:gd name="T3" fmla="*/ 9 h 17"/>
                <a:gd name="T4" fmla="*/ 22 w 36"/>
                <a:gd name="T5" fmla="*/ 0 h 17"/>
                <a:gd name="T6" fmla="*/ 34 w 36"/>
                <a:gd name="T7" fmla="*/ 9 h 17"/>
                <a:gd name="T8" fmla="*/ 15 w 36"/>
                <a:gd name="T9" fmla="*/ 17 h 17"/>
              </a:gdLst>
              <a:ahLst/>
              <a:cxnLst>
                <a:cxn ang="0">
                  <a:pos x="T0" y="T1"/>
                </a:cxn>
                <a:cxn ang="0">
                  <a:pos x="T2" y="T3"/>
                </a:cxn>
                <a:cxn ang="0">
                  <a:pos x="T4" y="T5"/>
                </a:cxn>
                <a:cxn ang="0">
                  <a:pos x="T6" y="T7"/>
                </a:cxn>
                <a:cxn ang="0">
                  <a:pos x="T8" y="T9"/>
                </a:cxn>
              </a:cxnLst>
              <a:rect l="0" t="0" r="r" b="b"/>
              <a:pathLst>
                <a:path w="36" h="17">
                  <a:moveTo>
                    <a:pt x="15" y="17"/>
                  </a:moveTo>
                  <a:cubicBezTo>
                    <a:pt x="6" y="17"/>
                    <a:pt x="0" y="13"/>
                    <a:pt x="2" y="9"/>
                  </a:cubicBezTo>
                  <a:cubicBezTo>
                    <a:pt x="5" y="4"/>
                    <a:pt x="14" y="0"/>
                    <a:pt x="22" y="0"/>
                  </a:cubicBezTo>
                  <a:cubicBezTo>
                    <a:pt x="31" y="0"/>
                    <a:pt x="36" y="4"/>
                    <a:pt x="34" y="9"/>
                  </a:cubicBezTo>
                  <a:cubicBezTo>
                    <a:pt x="32" y="13"/>
                    <a:pt x="23" y="17"/>
                    <a:pt x="15" y="1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868"/>
            <p:cNvSpPr>
              <a:spLocks noEditPoints="1"/>
            </p:cNvSpPr>
            <p:nvPr/>
          </p:nvSpPr>
          <p:spPr bwMode="auto">
            <a:xfrm>
              <a:off x="1270001" y="4738688"/>
              <a:ext cx="109538" cy="52387"/>
            </a:xfrm>
            <a:custGeom>
              <a:avLst/>
              <a:gdLst>
                <a:gd name="T0" fmla="*/ 23 w 39"/>
                <a:gd name="T1" fmla="*/ 2 h 19"/>
                <a:gd name="T2" fmla="*/ 34 w 39"/>
                <a:gd name="T3" fmla="*/ 10 h 19"/>
                <a:gd name="T4" fmla="*/ 16 w 39"/>
                <a:gd name="T5" fmla="*/ 18 h 19"/>
                <a:gd name="T6" fmla="*/ 5 w 39"/>
                <a:gd name="T7" fmla="*/ 10 h 19"/>
                <a:gd name="T8" fmla="*/ 23 w 39"/>
                <a:gd name="T9" fmla="*/ 2 h 19"/>
                <a:gd name="T10" fmla="*/ 24 w 39"/>
                <a:gd name="T11" fmla="*/ 0 h 19"/>
                <a:gd name="T12" fmla="*/ 2 w 39"/>
                <a:gd name="T13" fmla="*/ 10 h 19"/>
                <a:gd name="T14" fmla="*/ 15 w 39"/>
                <a:gd name="T15" fmla="*/ 19 h 19"/>
                <a:gd name="T16" fmla="*/ 37 w 39"/>
                <a:gd name="T17" fmla="*/ 10 h 19"/>
                <a:gd name="T18" fmla="*/ 24 w 39"/>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19">
                  <a:moveTo>
                    <a:pt x="23" y="2"/>
                  </a:moveTo>
                  <a:cubicBezTo>
                    <a:pt x="31" y="2"/>
                    <a:pt x="36" y="5"/>
                    <a:pt x="34" y="10"/>
                  </a:cubicBezTo>
                  <a:cubicBezTo>
                    <a:pt x="32" y="14"/>
                    <a:pt x="24" y="17"/>
                    <a:pt x="16" y="18"/>
                  </a:cubicBezTo>
                  <a:cubicBezTo>
                    <a:pt x="8" y="18"/>
                    <a:pt x="3" y="14"/>
                    <a:pt x="5" y="10"/>
                  </a:cubicBezTo>
                  <a:cubicBezTo>
                    <a:pt x="7" y="5"/>
                    <a:pt x="15" y="2"/>
                    <a:pt x="23" y="2"/>
                  </a:cubicBezTo>
                  <a:moveTo>
                    <a:pt x="24" y="0"/>
                  </a:moveTo>
                  <a:cubicBezTo>
                    <a:pt x="14" y="0"/>
                    <a:pt x="4" y="5"/>
                    <a:pt x="2" y="10"/>
                  </a:cubicBezTo>
                  <a:cubicBezTo>
                    <a:pt x="0" y="15"/>
                    <a:pt x="6" y="19"/>
                    <a:pt x="15" y="19"/>
                  </a:cubicBezTo>
                  <a:cubicBezTo>
                    <a:pt x="25" y="19"/>
                    <a:pt x="34" y="15"/>
                    <a:pt x="37" y="10"/>
                  </a:cubicBezTo>
                  <a:cubicBezTo>
                    <a:pt x="39" y="4"/>
                    <a:pt x="33" y="0"/>
                    <a:pt x="2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869"/>
            <p:cNvSpPr>
              <a:spLocks/>
            </p:cNvSpPr>
            <p:nvPr/>
          </p:nvSpPr>
          <p:spPr bwMode="auto">
            <a:xfrm>
              <a:off x="1423988" y="4730750"/>
              <a:ext cx="166688" cy="80962"/>
            </a:xfrm>
            <a:custGeom>
              <a:avLst/>
              <a:gdLst>
                <a:gd name="T0" fmla="*/ 23 w 59"/>
                <a:gd name="T1" fmla="*/ 29 h 29"/>
                <a:gd name="T2" fmla="*/ 3 w 59"/>
                <a:gd name="T3" fmla="*/ 15 h 29"/>
                <a:gd name="T4" fmla="*/ 36 w 59"/>
                <a:gd name="T5" fmla="*/ 0 h 29"/>
                <a:gd name="T6" fmla="*/ 55 w 59"/>
                <a:gd name="T7" fmla="*/ 14 h 29"/>
                <a:gd name="T8" fmla="*/ 23 w 59"/>
                <a:gd name="T9" fmla="*/ 29 h 29"/>
              </a:gdLst>
              <a:ahLst/>
              <a:cxnLst>
                <a:cxn ang="0">
                  <a:pos x="T0" y="T1"/>
                </a:cxn>
                <a:cxn ang="0">
                  <a:pos x="T2" y="T3"/>
                </a:cxn>
                <a:cxn ang="0">
                  <a:pos x="T4" y="T5"/>
                </a:cxn>
                <a:cxn ang="0">
                  <a:pos x="T6" y="T7"/>
                </a:cxn>
                <a:cxn ang="0">
                  <a:pos x="T8" y="T9"/>
                </a:cxn>
              </a:cxnLst>
              <a:rect l="0" t="0" r="r" b="b"/>
              <a:pathLst>
                <a:path w="59" h="29">
                  <a:moveTo>
                    <a:pt x="23" y="29"/>
                  </a:moveTo>
                  <a:cubicBezTo>
                    <a:pt x="9" y="29"/>
                    <a:pt x="0" y="23"/>
                    <a:pt x="3" y="15"/>
                  </a:cubicBezTo>
                  <a:cubicBezTo>
                    <a:pt x="7" y="7"/>
                    <a:pt x="21" y="0"/>
                    <a:pt x="36" y="0"/>
                  </a:cubicBezTo>
                  <a:cubicBezTo>
                    <a:pt x="50" y="0"/>
                    <a:pt x="59" y="7"/>
                    <a:pt x="55" y="14"/>
                  </a:cubicBezTo>
                  <a:cubicBezTo>
                    <a:pt x="52" y="22"/>
                    <a:pt x="38" y="29"/>
                    <a:pt x="23" y="2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870"/>
            <p:cNvSpPr>
              <a:spLocks noEditPoints="1"/>
            </p:cNvSpPr>
            <p:nvPr/>
          </p:nvSpPr>
          <p:spPr bwMode="auto">
            <a:xfrm>
              <a:off x="1419226" y="4727575"/>
              <a:ext cx="173038" cy="84137"/>
            </a:xfrm>
            <a:custGeom>
              <a:avLst/>
              <a:gdLst>
                <a:gd name="T0" fmla="*/ 37 w 62"/>
                <a:gd name="T1" fmla="*/ 2 h 30"/>
                <a:gd name="T2" fmla="*/ 56 w 62"/>
                <a:gd name="T3" fmla="*/ 15 h 30"/>
                <a:gd name="T4" fmla="*/ 26 w 62"/>
                <a:gd name="T5" fmla="*/ 29 h 30"/>
                <a:gd name="T6" fmla="*/ 6 w 62"/>
                <a:gd name="T7" fmla="*/ 16 h 30"/>
                <a:gd name="T8" fmla="*/ 37 w 62"/>
                <a:gd name="T9" fmla="*/ 2 h 30"/>
                <a:gd name="T10" fmla="*/ 38 w 62"/>
                <a:gd name="T11" fmla="*/ 0 h 30"/>
                <a:gd name="T12" fmla="*/ 4 w 62"/>
                <a:gd name="T13" fmla="*/ 16 h 30"/>
                <a:gd name="T14" fmla="*/ 25 w 62"/>
                <a:gd name="T15" fmla="*/ 30 h 30"/>
                <a:gd name="T16" fmla="*/ 58 w 62"/>
                <a:gd name="T17" fmla="*/ 15 h 30"/>
                <a:gd name="T18" fmla="*/ 38 w 62"/>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30">
                  <a:moveTo>
                    <a:pt x="37" y="2"/>
                  </a:moveTo>
                  <a:cubicBezTo>
                    <a:pt x="51" y="2"/>
                    <a:pt x="59" y="8"/>
                    <a:pt x="56" y="15"/>
                  </a:cubicBezTo>
                  <a:cubicBezTo>
                    <a:pt x="53" y="23"/>
                    <a:pt x="39" y="29"/>
                    <a:pt x="26" y="29"/>
                  </a:cubicBezTo>
                  <a:cubicBezTo>
                    <a:pt x="12" y="29"/>
                    <a:pt x="3" y="23"/>
                    <a:pt x="6" y="16"/>
                  </a:cubicBezTo>
                  <a:cubicBezTo>
                    <a:pt x="10" y="8"/>
                    <a:pt x="24" y="2"/>
                    <a:pt x="37" y="2"/>
                  </a:cubicBezTo>
                  <a:moveTo>
                    <a:pt x="38" y="0"/>
                  </a:moveTo>
                  <a:cubicBezTo>
                    <a:pt x="23" y="0"/>
                    <a:pt x="8" y="7"/>
                    <a:pt x="4" y="16"/>
                  </a:cubicBezTo>
                  <a:cubicBezTo>
                    <a:pt x="0" y="24"/>
                    <a:pt x="10" y="30"/>
                    <a:pt x="25" y="30"/>
                  </a:cubicBezTo>
                  <a:cubicBezTo>
                    <a:pt x="40" y="30"/>
                    <a:pt x="55" y="24"/>
                    <a:pt x="58" y="15"/>
                  </a:cubicBezTo>
                  <a:cubicBezTo>
                    <a:pt x="62" y="7"/>
                    <a:pt x="53" y="0"/>
                    <a:pt x="3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871"/>
            <p:cNvSpPr>
              <a:spLocks/>
            </p:cNvSpPr>
            <p:nvPr/>
          </p:nvSpPr>
          <p:spPr bwMode="auto">
            <a:xfrm>
              <a:off x="454026" y="5195888"/>
              <a:ext cx="153988" cy="58737"/>
            </a:xfrm>
            <a:custGeom>
              <a:avLst/>
              <a:gdLst>
                <a:gd name="T0" fmla="*/ 23 w 55"/>
                <a:gd name="T1" fmla="*/ 21 h 21"/>
                <a:gd name="T2" fmla="*/ 3 w 55"/>
                <a:gd name="T3" fmla="*/ 11 h 21"/>
                <a:gd name="T4" fmla="*/ 33 w 55"/>
                <a:gd name="T5" fmla="*/ 0 h 21"/>
                <a:gd name="T6" fmla="*/ 52 w 55"/>
                <a:gd name="T7" fmla="*/ 10 h 21"/>
                <a:gd name="T8" fmla="*/ 23 w 55"/>
                <a:gd name="T9" fmla="*/ 21 h 21"/>
              </a:gdLst>
              <a:ahLst/>
              <a:cxnLst>
                <a:cxn ang="0">
                  <a:pos x="T0" y="T1"/>
                </a:cxn>
                <a:cxn ang="0">
                  <a:pos x="T2" y="T3"/>
                </a:cxn>
                <a:cxn ang="0">
                  <a:pos x="T4" y="T5"/>
                </a:cxn>
                <a:cxn ang="0">
                  <a:pos x="T6" y="T7"/>
                </a:cxn>
                <a:cxn ang="0">
                  <a:pos x="T8" y="T9"/>
                </a:cxn>
              </a:cxnLst>
              <a:rect l="0" t="0" r="r" b="b"/>
              <a:pathLst>
                <a:path w="55" h="21">
                  <a:moveTo>
                    <a:pt x="23" y="21"/>
                  </a:moveTo>
                  <a:cubicBezTo>
                    <a:pt x="9" y="21"/>
                    <a:pt x="0" y="16"/>
                    <a:pt x="3" y="11"/>
                  </a:cubicBezTo>
                  <a:cubicBezTo>
                    <a:pt x="6" y="5"/>
                    <a:pt x="19" y="0"/>
                    <a:pt x="33" y="0"/>
                  </a:cubicBezTo>
                  <a:cubicBezTo>
                    <a:pt x="46" y="0"/>
                    <a:pt x="55" y="5"/>
                    <a:pt x="52" y="10"/>
                  </a:cubicBezTo>
                  <a:cubicBezTo>
                    <a:pt x="49" y="16"/>
                    <a:pt x="36" y="21"/>
                    <a:pt x="23" y="21"/>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872"/>
            <p:cNvSpPr>
              <a:spLocks noEditPoints="1"/>
            </p:cNvSpPr>
            <p:nvPr/>
          </p:nvSpPr>
          <p:spPr bwMode="auto">
            <a:xfrm>
              <a:off x="452438" y="5192713"/>
              <a:ext cx="161925" cy="65087"/>
            </a:xfrm>
            <a:custGeom>
              <a:avLst/>
              <a:gdLst>
                <a:gd name="T0" fmla="*/ 34 w 58"/>
                <a:gd name="T1" fmla="*/ 2 h 23"/>
                <a:gd name="T2" fmla="*/ 52 w 58"/>
                <a:gd name="T3" fmla="*/ 11 h 23"/>
                <a:gd name="T4" fmla="*/ 24 w 58"/>
                <a:gd name="T5" fmla="*/ 21 h 23"/>
                <a:gd name="T6" fmla="*/ 5 w 58"/>
                <a:gd name="T7" fmla="*/ 12 h 23"/>
                <a:gd name="T8" fmla="*/ 34 w 58"/>
                <a:gd name="T9" fmla="*/ 2 h 23"/>
                <a:gd name="T10" fmla="*/ 34 w 58"/>
                <a:gd name="T11" fmla="*/ 0 h 23"/>
                <a:gd name="T12" fmla="*/ 3 w 58"/>
                <a:gd name="T13" fmla="*/ 12 h 23"/>
                <a:gd name="T14" fmla="*/ 23 w 58"/>
                <a:gd name="T15" fmla="*/ 23 h 23"/>
                <a:gd name="T16" fmla="*/ 55 w 58"/>
                <a:gd name="T17" fmla="*/ 11 h 23"/>
                <a:gd name="T18" fmla="*/ 34 w 58"/>
                <a:gd name="T1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23">
                  <a:moveTo>
                    <a:pt x="34" y="2"/>
                  </a:moveTo>
                  <a:cubicBezTo>
                    <a:pt x="46" y="2"/>
                    <a:pt x="55" y="6"/>
                    <a:pt x="52" y="11"/>
                  </a:cubicBezTo>
                  <a:cubicBezTo>
                    <a:pt x="49" y="17"/>
                    <a:pt x="37" y="21"/>
                    <a:pt x="24" y="21"/>
                  </a:cubicBezTo>
                  <a:cubicBezTo>
                    <a:pt x="11" y="21"/>
                    <a:pt x="3" y="17"/>
                    <a:pt x="5" y="12"/>
                  </a:cubicBezTo>
                  <a:cubicBezTo>
                    <a:pt x="8" y="6"/>
                    <a:pt x="21" y="2"/>
                    <a:pt x="34" y="2"/>
                  </a:cubicBezTo>
                  <a:moveTo>
                    <a:pt x="34" y="0"/>
                  </a:moveTo>
                  <a:cubicBezTo>
                    <a:pt x="20" y="1"/>
                    <a:pt x="6" y="6"/>
                    <a:pt x="3" y="12"/>
                  </a:cubicBezTo>
                  <a:cubicBezTo>
                    <a:pt x="0" y="18"/>
                    <a:pt x="9" y="23"/>
                    <a:pt x="23" y="23"/>
                  </a:cubicBezTo>
                  <a:cubicBezTo>
                    <a:pt x="38" y="23"/>
                    <a:pt x="52" y="18"/>
                    <a:pt x="55" y="11"/>
                  </a:cubicBezTo>
                  <a:cubicBezTo>
                    <a:pt x="58" y="5"/>
                    <a:pt x="49" y="0"/>
                    <a:pt x="3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873"/>
            <p:cNvSpPr>
              <a:spLocks/>
            </p:cNvSpPr>
            <p:nvPr/>
          </p:nvSpPr>
          <p:spPr bwMode="auto">
            <a:xfrm>
              <a:off x="1138238" y="4713288"/>
              <a:ext cx="146050" cy="66675"/>
            </a:xfrm>
            <a:custGeom>
              <a:avLst/>
              <a:gdLst>
                <a:gd name="T0" fmla="*/ 21 w 52"/>
                <a:gd name="T1" fmla="*/ 24 h 24"/>
                <a:gd name="T2" fmla="*/ 3 w 52"/>
                <a:gd name="T3" fmla="*/ 12 h 24"/>
                <a:gd name="T4" fmla="*/ 32 w 52"/>
                <a:gd name="T5" fmla="*/ 0 h 24"/>
                <a:gd name="T6" fmla="*/ 49 w 52"/>
                <a:gd name="T7" fmla="*/ 12 h 24"/>
                <a:gd name="T8" fmla="*/ 21 w 52"/>
                <a:gd name="T9" fmla="*/ 24 h 24"/>
              </a:gdLst>
              <a:ahLst/>
              <a:cxnLst>
                <a:cxn ang="0">
                  <a:pos x="T0" y="T1"/>
                </a:cxn>
                <a:cxn ang="0">
                  <a:pos x="T2" y="T3"/>
                </a:cxn>
                <a:cxn ang="0">
                  <a:pos x="T4" y="T5"/>
                </a:cxn>
                <a:cxn ang="0">
                  <a:pos x="T6" y="T7"/>
                </a:cxn>
                <a:cxn ang="0">
                  <a:pos x="T8" y="T9"/>
                </a:cxn>
              </a:cxnLst>
              <a:rect l="0" t="0" r="r" b="b"/>
              <a:pathLst>
                <a:path w="52" h="24">
                  <a:moveTo>
                    <a:pt x="21" y="24"/>
                  </a:moveTo>
                  <a:cubicBezTo>
                    <a:pt x="8" y="24"/>
                    <a:pt x="0" y="19"/>
                    <a:pt x="3" y="12"/>
                  </a:cubicBezTo>
                  <a:cubicBezTo>
                    <a:pt x="6" y="5"/>
                    <a:pt x="19" y="0"/>
                    <a:pt x="32" y="0"/>
                  </a:cubicBezTo>
                  <a:cubicBezTo>
                    <a:pt x="44" y="0"/>
                    <a:pt x="52" y="5"/>
                    <a:pt x="49" y="12"/>
                  </a:cubicBezTo>
                  <a:cubicBezTo>
                    <a:pt x="46" y="19"/>
                    <a:pt x="33" y="24"/>
                    <a:pt x="21" y="24"/>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874"/>
            <p:cNvSpPr>
              <a:spLocks noEditPoints="1"/>
            </p:cNvSpPr>
            <p:nvPr/>
          </p:nvSpPr>
          <p:spPr bwMode="auto">
            <a:xfrm>
              <a:off x="1135063" y="4710113"/>
              <a:ext cx="152400" cy="73025"/>
            </a:xfrm>
            <a:custGeom>
              <a:avLst/>
              <a:gdLst>
                <a:gd name="T0" fmla="*/ 32 w 54"/>
                <a:gd name="T1" fmla="*/ 1 h 26"/>
                <a:gd name="T2" fmla="*/ 48 w 54"/>
                <a:gd name="T3" fmla="*/ 13 h 26"/>
                <a:gd name="T4" fmla="*/ 22 w 54"/>
                <a:gd name="T5" fmla="*/ 25 h 26"/>
                <a:gd name="T6" fmla="*/ 5 w 54"/>
                <a:gd name="T7" fmla="*/ 13 h 26"/>
                <a:gd name="T8" fmla="*/ 32 w 54"/>
                <a:gd name="T9" fmla="*/ 1 h 26"/>
                <a:gd name="T10" fmla="*/ 33 w 54"/>
                <a:gd name="T11" fmla="*/ 0 h 26"/>
                <a:gd name="T12" fmla="*/ 3 w 54"/>
                <a:gd name="T13" fmla="*/ 13 h 26"/>
                <a:gd name="T14" fmla="*/ 21 w 54"/>
                <a:gd name="T15" fmla="*/ 26 h 26"/>
                <a:gd name="T16" fmla="*/ 51 w 54"/>
                <a:gd name="T17" fmla="*/ 13 h 26"/>
                <a:gd name="T18" fmla="*/ 33 w 54"/>
                <a:gd name="T19"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 h="26">
                  <a:moveTo>
                    <a:pt x="32" y="1"/>
                  </a:moveTo>
                  <a:cubicBezTo>
                    <a:pt x="44" y="1"/>
                    <a:pt x="51" y="7"/>
                    <a:pt x="48" y="13"/>
                  </a:cubicBezTo>
                  <a:cubicBezTo>
                    <a:pt x="46" y="19"/>
                    <a:pt x="34" y="25"/>
                    <a:pt x="22" y="25"/>
                  </a:cubicBezTo>
                  <a:cubicBezTo>
                    <a:pt x="10" y="25"/>
                    <a:pt x="3" y="20"/>
                    <a:pt x="5" y="13"/>
                  </a:cubicBezTo>
                  <a:cubicBezTo>
                    <a:pt x="8" y="7"/>
                    <a:pt x="20" y="2"/>
                    <a:pt x="32" y="1"/>
                  </a:cubicBezTo>
                  <a:moveTo>
                    <a:pt x="33" y="0"/>
                  </a:moveTo>
                  <a:cubicBezTo>
                    <a:pt x="20" y="0"/>
                    <a:pt x="6" y="6"/>
                    <a:pt x="3" y="13"/>
                  </a:cubicBezTo>
                  <a:cubicBezTo>
                    <a:pt x="0" y="20"/>
                    <a:pt x="8" y="26"/>
                    <a:pt x="21" y="26"/>
                  </a:cubicBezTo>
                  <a:cubicBezTo>
                    <a:pt x="34" y="26"/>
                    <a:pt x="48" y="20"/>
                    <a:pt x="51" y="13"/>
                  </a:cubicBezTo>
                  <a:cubicBezTo>
                    <a:pt x="54" y="6"/>
                    <a:pt x="46" y="0"/>
                    <a:pt x="3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875"/>
            <p:cNvSpPr>
              <a:spLocks/>
            </p:cNvSpPr>
            <p:nvPr/>
          </p:nvSpPr>
          <p:spPr bwMode="auto">
            <a:xfrm>
              <a:off x="1258888" y="5167313"/>
              <a:ext cx="76200" cy="31750"/>
            </a:xfrm>
            <a:custGeom>
              <a:avLst/>
              <a:gdLst>
                <a:gd name="T0" fmla="*/ 11 w 27"/>
                <a:gd name="T1" fmla="*/ 11 h 11"/>
                <a:gd name="T2" fmla="*/ 2 w 27"/>
                <a:gd name="T3" fmla="*/ 5 h 11"/>
                <a:gd name="T4" fmla="*/ 16 w 27"/>
                <a:gd name="T5" fmla="*/ 0 h 11"/>
                <a:gd name="T6" fmla="*/ 26 w 27"/>
                <a:gd name="T7" fmla="*/ 5 h 11"/>
                <a:gd name="T8" fmla="*/ 11 w 27"/>
                <a:gd name="T9" fmla="*/ 11 h 11"/>
              </a:gdLst>
              <a:ahLst/>
              <a:cxnLst>
                <a:cxn ang="0">
                  <a:pos x="T0" y="T1"/>
                </a:cxn>
                <a:cxn ang="0">
                  <a:pos x="T2" y="T3"/>
                </a:cxn>
                <a:cxn ang="0">
                  <a:pos x="T4" y="T5"/>
                </a:cxn>
                <a:cxn ang="0">
                  <a:pos x="T6" y="T7"/>
                </a:cxn>
                <a:cxn ang="0">
                  <a:pos x="T8" y="T9"/>
                </a:cxn>
              </a:cxnLst>
              <a:rect l="0" t="0" r="r" b="b"/>
              <a:pathLst>
                <a:path w="27" h="11">
                  <a:moveTo>
                    <a:pt x="11" y="11"/>
                  </a:moveTo>
                  <a:cubicBezTo>
                    <a:pt x="5" y="11"/>
                    <a:pt x="0" y="8"/>
                    <a:pt x="2" y="5"/>
                  </a:cubicBezTo>
                  <a:cubicBezTo>
                    <a:pt x="3" y="2"/>
                    <a:pt x="10" y="0"/>
                    <a:pt x="16" y="0"/>
                  </a:cubicBezTo>
                  <a:cubicBezTo>
                    <a:pt x="23" y="0"/>
                    <a:pt x="27" y="2"/>
                    <a:pt x="26" y="5"/>
                  </a:cubicBezTo>
                  <a:cubicBezTo>
                    <a:pt x="24" y="8"/>
                    <a:pt x="18" y="11"/>
                    <a:pt x="11" y="11"/>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876"/>
            <p:cNvSpPr>
              <a:spLocks noEditPoints="1"/>
            </p:cNvSpPr>
            <p:nvPr/>
          </p:nvSpPr>
          <p:spPr bwMode="auto">
            <a:xfrm>
              <a:off x="1255713" y="5164138"/>
              <a:ext cx="82550" cy="34925"/>
            </a:xfrm>
            <a:custGeom>
              <a:avLst/>
              <a:gdLst>
                <a:gd name="T0" fmla="*/ 17 w 29"/>
                <a:gd name="T1" fmla="*/ 1 h 12"/>
                <a:gd name="T2" fmla="*/ 25 w 29"/>
                <a:gd name="T3" fmla="*/ 6 h 12"/>
                <a:gd name="T4" fmla="*/ 13 w 29"/>
                <a:gd name="T5" fmla="*/ 11 h 12"/>
                <a:gd name="T6" fmla="*/ 4 w 29"/>
                <a:gd name="T7" fmla="*/ 6 h 12"/>
                <a:gd name="T8" fmla="*/ 17 w 29"/>
                <a:gd name="T9" fmla="*/ 1 h 12"/>
                <a:gd name="T10" fmla="*/ 17 w 29"/>
                <a:gd name="T11" fmla="*/ 0 h 12"/>
                <a:gd name="T12" fmla="*/ 2 w 29"/>
                <a:gd name="T13" fmla="*/ 6 h 12"/>
                <a:gd name="T14" fmla="*/ 12 w 29"/>
                <a:gd name="T15" fmla="*/ 12 h 12"/>
                <a:gd name="T16" fmla="*/ 28 w 29"/>
                <a:gd name="T17" fmla="*/ 6 h 12"/>
                <a:gd name="T18" fmla="*/ 17 w 29"/>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2">
                  <a:moveTo>
                    <a:pt x="17" y="1"/>
                  </a:moveTo>
                  <a:cubicBezTo>
                    <a:pt x="23" y="1"/>
                    <a:pt x="26" y="4"/>
                    <a:pt x="25" y="6"/>
                  </a:cubicBezTo>
                  <a:cubicBezTo>
                    <a:pt x="24" y="9"/>
                    <a:pt x="18" y="11"/>
                    <a:pt x="13" y="11"/>
                  </a:cubicBezTo>
                  <a:cubicBezTo>
                    <a:pt x="7" y="11"/>
                    <a:pt x="3" y="9"/>
                    <a:pt x="4" y="6"/>
                  </a:cubicBezTo>
                  <a:cubicBezTo>
                    <a:pt x="5" y="4"/>
                    <a:pt x="11" y="1"/>
                    <a:pt x="17" y="1"/>
                  </a:cubicBezTo>
                  <a:moveTo>
                    <a:pt x="17" y="0"/>
                  </a:moveTo>
                  <a:cubicBezTo>
                    <a:pt x="10" y="0"/>
                    <a:pt x="3" y="3"/>
                    <a:pt x="2" y="6"/>
                  </a:cubicBezTo>
                  <a:cubicBezTo>
                    <a:pt x="0" y="10"/>
                    <a:pt x="5" y="12"/>
                    <a:pt x="12" y="12"/>
                  </a:cubicBezTo>
                  <a:cubicBezTo>
                    <a:pt x="19" y="12"/>
                    <a:pt x="26" y="10"/>
                    <a:pt x="28" y="6"/>
                  </a:cubicBezTo>
                  <a:cubicBezTo>
                    <a:pt x="29" y="3"/>
                    <a:pt x="25" y="0"/>
                    <a:pt x="1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877"/>
            <p:cNvSpPr>
              <a:spLocks/>
            </p:cNvSpPr>
            <p:nvPr/>
          </p:nvSpPr>
          <p:spPr bwMode="auto">
            <a:xfrm>
              <a:off x="1363663" y="5224463"/>
              <a:ext cx="111125" cy="47625"/>
            </a:xfrm>
            <a:custGeom>
              <a:avLst/>
              <a:gdLst>
                <a:gd name="T0" fmla="*/ 16 w 40"/>
                <a:gd name="T1" fmla="*/ 17 h 17"/>
                <a:gd name="T2" fmla="*/ 2 w 40"/>
                <a:gd name="T3" fmla="*/ 9 h 17"/>
                <a:gd name="T4" fmla="*/ 24 w 40"/>
                <a:gd name="T5" fmla="*/ 0 h 17"/>
                <a:gd name="T6" fmla="*/ 38 w 40"/>
                <a:gd name="T7" fmla="*/ 8 h 17"/>
                <a:gd name="T8" fmla="*/ 16 w 40"/>
                <a:gd name="T9" fmla="*/ 17 h 17"/>
              </a:gdLst>
              <a:ahLst/>
              <a:cxnLst>
                <a:cxn ang="0">
                  <a:pos x="T0" y="T1"/>
                </a:cxn>
                <a:cxn ang="0">
                  <a:pos x="T2" y="T3"/>
                </a:cxn>
                <a:cxn ang="0">
                  <a:pos x="T4" y="T5"/>
                </a:cxn>
                <a:cxn ang="0">
                  <a:pos x="T6" y="T7"/>
                </a:cxn>
                <a:cxn ang="0">
                  <a:pos x="T8" y="T9"/>
                </a:cxn>
              </a:cxnLst>
              <a:rect l="0" t="0" r="r" b="b"/>
              <a:pathLst>
                <a:path w="40" h="17">
                  <a:moveTo>
                    <a:pt x="16" y="17"/>
                  </a:moveTo>
                  <a:cubicBezTo>
                    <a:pt x="6" y="17"/>
                    <a:pt x="0" y="13"/>
                    <a:pt x="2" y="9"/>
                  </a:cubicBezTo>
                  <a:cubicBezTo>
                    <a:pt x="4" y="4"/>
                    <a:pt x="14" y="0"/>
                    <a:pt x="24" y="0"/>
                  </a:cubicBezTo>
                  <a:cubicBezTo>
                    <a:pt x="34" y="0"/>
                    <a:pt x="40" y="4"/>
                    <a:pt x="38" y="8"/>
                  </a:cubicBezTo>
                  <a:cubicBezTo>
                    <a:pt x="36" y="13"/>
                    <a:pt x="27" y="17"/>
                    <a:pt x="16" y="1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878"/>
            <p:cNvSpPr>
              <a:spLocks noEditPoints="1"/>
            </p:cNvSpPr>
            <p:nvPr/>
          </p:nvSpPr>
          <p:spPr bwMode="auto">
            <a:xfrm>
              <a:off x="1357313" y="5221288"/>
              <a:ext cx="123825" cy="52387"/>
            </a:xfrm>
            <a:custGeom>
              <a:avLst/>
              <a:gdLst>
                <a:gd name="T0" fmla="*/ 25 w 44"/>
                <a:gd name="T1" fmla="*/ 2 h 19"/>
                <a:gd name="T2" fmla="*/ 39 w 44"/>
                <a:gd name="T3" fmla="*/ 9 h 19"/>
                <a:gd name="T4" fmla="*/ 19 w 44"/>
                <a:gd name="T5" fmla="*/ 17 h 19"/>
                <a:gd name="T6" fmla="*/ 5 w 44"/>
                <a:gd name="T7" fmla="*/ 10 h 19"/>
                <a:gd name="T8" fmla="*/ 25 w 44"/>
                <a:gd name="T9" fmla="*/ 2 h 19"/>
                <a:gd name="T10" fmla="*/ 26 w 44"/>
                <a:gd name="T11" fmla="*/ 0 h 19"/>
                <a:gd name="T12" fmla="*/ 2 w 44"/>
                <a:gd name="T13" fmla="*/ 10 h 19"/>
                <a:gd name="T14" fmla="*/ 18 w 44"/>
                <a:gd name="T15" fmla="*/ 19 h 19"/>
                <a:gd name="T16" fmla="*/ 42 w 44"/>
                <a:gd name="T17" fmla="*/ 9 h 19"/>
                <a:gd name="T18" fmla="*/ 26 w 44"/>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19">
                  <a:moveTo>
                    <a:pt x="25" y="2"/>
                  </a:moveTo>
                  <a:cubicBezTo>
                    <a:pt x="35" y="2"/>
                    <a:pt x="41" y="5"/>
                    <a:pt x="39" y="9"/>
                  </a:cubicBezTo>
                  <a:cubicBezTo>
                    <a:pt x="37" y="14"/>
                    <a:pt x="28" y="17"/>
                    <a:pt x="19" y="17"/>
                  </a:cubicBezTo>
                  <a:cubicBezTo>
                    <a:pt x="9" y="17"/>
                    <a:pt x="3" y="14"/>
                    <a:pt x="5" y="10"/>
                  </a:cubicBezTo>
                  <a:cubicBezTo>
                    <a:pt x="7" y="5"/>
                    <a:pt x="16" y="2"/>
                    <a:pt x="25" y="2"/>
                  </a:cubicBezTo>
                  <a:moveTo>
                    <a:pt x="26" y="0"/>
                  </a:moveTo>
                  <a:cubicBezTo>
                    <a:pt x="15" y="0"/>
                    <a:pt x="5" y="5"/>
                    <a:pt x="2" y="10"/>
                  </a:cubicBezTo>
                  <a:cubicBezTo>
                    <a:pt x="0" y="15"/>
                    <a:pt x="7" y="19"/>
                    <a:pt x="18" y="19"/>
                  </a:cubicBezTo>
                  <a:cubicBezTo>
                    <a:pt x="29" y="18"/>
                    <a:pt x="39" y="14"/>
                    <a:pt x="42" y="9"/>
                  </a:cubicBezTo>
                  <a:cubicBezTo>
                    <a:pt x="44" y="4"/>
                    <a:pt x="37" y="0"/>
                    <a:pt x="2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879"/>
            <p:cNvSpPr>
              <a:spLocks/>
            </p:cNvSpPr>
            <p:nvPr/>
          </p:nvSpPr>
          <p:spPr bwMode="auto">
            <a:xfrm>
              <a:off x="900113" y="5243513"/>
              <a:ext cx="163513" cy="65087"/>
            </a:xfrm>
            <a:custGeom>
              <a:avLst/>
              <a:gdLst>
                <a:gd name="T0" fmla="*/ 24 w 58"/>
                <a:gd name="T1" fmla="*/ 23 h 23"/>
                <a:gd name="T2" fmla="*/ 3 w 58"/>
                <a:gd name="T3" fmla="*/ 11 h 23"/>
                <a:gd name="T4" fmla="*/ 34 w 58"/>
                <a:gd name="T5" fmla="*/ 0 h 23"/>
                <a:gd name="T6" fmla="*/ 55 w 58"/>
                <a:gd name="T7" fmla="*/ 11 h 23"/>
                <a:gd name="T8" fmla="*/ 24 w 58"/>
                <a:gd name="T9" fmla="*/ 23 h 23"/>
              </a:gdLst>
              <a:ahLst/>
              <a:cxnLst>
                <a:cxn ang="0">
                  <a:pos x="T0" y="T1"/>
                </a:cxn>
                <a:cxn ang="0">
                  <a:pos x="T2" y="T3"/>
                </a:cxn>
                <a:cxn ang="0">
                  <a:pos x="T4" y="T5"/>
                </a:cxn>
                <a:cxn ang="0">
                  <a:pos x="T6" y="T7"/>
                </a:cxn>
                <a:cxn ang="0">
                  <a:pos x="T8" y="T9"/>
                </a:cxn>
              </a:cxnLst>
              <a:rect l="0" t="0" r="r" b="b"/>
              <a:pathLst>
                <a:path w="58" h="23">
                  <a:moveTo>
                    <a:pt x="24" y="23"/>
                  </a:moveTo>
                  <a:cubicBezTo>
                    <a:pt x="9" y="23"/>
                    <a:pt x="0" y="18"/>
                    <a:pt x="3" y="11"/>
                  </a:cubicBezTo>
                  <a:cubicBezTo>
                    <a:pt x="6" y="5"/>
                    <a:pt x="20" y="0"/>
                    <a:pt x="34" y="0"/>
                  </a:cubicBezTo>
                  <a:cubicBezTo>
                    <a:pt x="48" y="0"/>
                    <a:pt x="58" y="5"/>
                    <a:pt x="55" y="11"/>
                  </a:cubicBezTo>
                  <a:cubicBezTo>
                    <a:pt x="52" y="17"/>
                    <a:pt x="38" y="22"/>
                    <a:pt x="24" y="23"/>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880"/>
            <p:cNvSpPr>
              <a:spLocks noEditPoints="1"/>
            </p:cNvSpPr>
            <p:nvPr/>
          </p:nvSpPr>
          <p:spPr bwMode="auto">
            <a:xfrm>
              <a:off x="895351" y="5240338"/>
              <a:ext cx="169863" cy="68262"/>
            </a:xfrm>
            <a:custGeom>
              <a:avLst/>
              <a:gdLst>
                <a:gd name="T0" fmla="*/ 36 w 61"/>
                <a:gd name="T1" fmla="*/ 1 h 24"/>
                <a:gd name="T2" fmla="*/ 55 w 61"/>
                <a:gd name="T3" fmla="*/ 12 h 24"/>
                <a:gd name="T4" fmla="*/ 26 w 61"/>
                <a:gd name="T5" fmla="*/ 23 h 24"/>
                <a:gd name="T6" fmla="*/ 6 w 61"/>
                <a:gd name="T7" fmla="*/ 12 h 24"/>
                <a:gd name="T8" fmla="*/ 36 w 61"/>
                <a:gd name="T9" fmla="*/ 1 h 24"/>
                <a:gd name="T10" fmla="*/ 36 w 61"/>
                <a:gd name="T11" fmla="*/ 0 h 24"/>
                <a:gd name="T12" fmla="*/ 4 w 61"/>
                <a:gd name="T13" fmla="*/ 12 h 24"/>
                <a:gd name="T14" fmla="*/ 25 w 61"/>
                <a:gd name="T15" fmla="*/ 24 h 24"/>
                <a:gd name="T16" fmla="*/ 58 w 61"/>
                <a:gd name="T17" fmla="*/ 12 h 24"/>
                <a:gd name="T18" fmla="*/ 36 w 61"/>
                <a:gd name="T1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 h="24">
                  <a:moveTo>
                    <a:pt x="36" y="1"/>
                  </a:moveTo>
                  <a:cubicBezTo>
                    <a:pt x="49" y="1"/>
                    <a:pt x="58" y="6"/>
                    <a:pt x="55" y="12"/>
                  </a:cubicBezTo>
                  <a:cubicBezTo>
                    <a:pt x="53" y="18"/>
                    <a:pt x="39" y="23"/>
                    <a:pt x="26" y="23"/>
                  </a:cubicBezTo>
                  <a:cubicBezTo>
                    <a:pt x="12" y="23"/>
                    <a:pt x="3" y="18"/>
                    <a:pt x="6" y="12"/>
                  </a:cubicBezTo>
                  <a:cubicBezTo>
                    <a:pt x="9" y="6"/>
                    <a:pt x="22" y="1"/>
                    <a:pt x="36" y="1"/>
                  </a:cubicBezTo>
                  <a:moveTo>
                    <a:pt x="36" y="0"/>
                  </a:moveTo>
                  <a:cubicBezTo>
                    <a:pt x="21" y="0"/>
                    <a:pt x="7" y="6"/>
                    <a:pt x="4" y="12"/>
                  </a:cubicBezTo>
                  <a:cubicBezTo>
                    <a:pt x="0" y="19"/>
                    <a:pt x="10" y="24"/>
                    <a:pt x="25" y="24"/>
                  </a:cubicBezTo>
                  <a:cubicBezTo>
                    <a:pt x="40" y="24"/>
                    <a:pt x="55" y="19"/>
                    <a:pt x="58" y="12"/>
                  </a:cubicBezTo>
                  <a:cubicBezTo>
                    <a:pt x="61" y="5"/>
                    <a:pt x="51" y="0"/>
                    <a:pt x="3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881"/>
            <p:cNvSpPr>
              <a:spLocks/>
            </p:cNvSpPr>
            <p:nvPr/>
          </p:nvSpPr>
          <p:spPr bwMode="auto">
            <a:xfrm>
              <a:off x="746126" y="4811713"/>
              <a:ext cx="168275" cy="73025"/>
            </a:xfrm>
            <a:custGeom>
              <a:avLst/>
              <a:gdLst>
                <a:gd name="T0" fmla="*/ 24 w 60"/>
                <a:gd name="T1" fmla="*/ 26 h 26"/>
                <a:gd name="T2" fmla="*/ 4 w 60"/>
                <a:gd name="T3" fmla="*/ 14 h 26"/>
                <a:gd name="T4" fmla="*/ 36 w 60"/>
                <a:gd name="T5" fmla="*/ 1 h 26"/>
                <a:gd name="T6" fmla="*/ 56 w 60"/>
                <a:gd name="T7" fmla="*/ 13 h 26"/>
                <a:gd name="T8" fmla="*/ 24 w 60"/>
                <a:gd name="T9" fmla="*/ 26 h 26"/>
              </a:gdLst>
              <a:ahLst/>
              <a:cxnLst>
                <a:cxn ang="0">
                  <a:pos x="T0" y="T1"/>
                </a:cxn>
                <a:cxn ang="0">
                  <a:pos x="T2" y="T3"/>
                </a:cxn>
                <a:cxn ang="0">
                  <a:pos x="T4" y="T5"/>
                </a:cxn>
                <a:cxn ang="0">
                  <a:pos x="T6" y="T7"/>
                </a:cxn>
                <a:cxn ang="0">
                  <a:pos x="T8" y="T9"/>
                </a:cxn>
              </a:cxnLst>
              <a:rect l="0" t="0" r="r" b="b"/>
              <a:pathLst>
                <a:path w="60" h="26">
                  <a:moveTo>
                    <a:pt x="24" y="26"/>
                  </a:moveTo>
                  <a:cubicBezTo>
                    <a:pt x="10" y="26"/>
                    <a:pt x="0" y="21"/>
                    <a:pt x="4" y="14"/>
                  </a:cubicBezTo>
                  <a:cubicBezTo>
                    <a:pt x="7" y="6"/>
                    <a:pt x="22" y="1"/>
                    <a:pt x="36" y="1"/>
                  </a:cubicBezTo>
                  <a:cubicBezTo>
                    <a:pt x="51" y="0"/>
                    <a:pt x="60" y="6"/>
                    <a:pt x="56" y="13"/>
                  </a:cubicBezTo>
                  <a:cubicBezTo>
                    <a:pt x="53" y="20"/>
                    <a:pt x="38" y="26"/>
                    <a:pt x="24" y="26"/>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882"/>
            <p:cNvSpPr>
              <a:spLocks noEditPoints="1"/>
            </p:cNvSpPr>
            <p:nvPr/>
          </p:nvSpPr>
          <p:spPr bwMode="auto">
            <a:xfrm>
              <a:off x="742951" y="4811713"/>
              <a:ext cx="174625" cy="76200"/>
            </a:xfrm>
            <a:custGeom>
              <a:avLst/>
              <a:gdLst>
                <a:gd name="T0" fmla="*/ 37 w 62"/>
                <a:gd name="T1" fmla="*/ 1 h 27"/>
                <a:gd name="T2" fmla="*/ 56 w 62"/>
                <a:gd name="T3" fmla="*/ 13 h 27"/>
                <a:gd name="T4" fmla="*/ 25 w 62"/>
                <a:gd name="T5" fmla="*/ 26 h 27"/>
                <a:gd name="T6" fmla="*/ 6 w 62"/>
                <a:gd name="T7" fmla="*/ 14 h 27"/>
                <a:gd name="T8" fmla="*/ 37 w 62"/>
                <a:gd name="T9" fmla="*/ 1 h 27"/>
                <a:gd name="T10" fmla="*/ 38 w 62"/>
                <a:gd name="T11" fmla="*/ 0 h 27"/>
                <a:gd name="T12" fmla="*/ 3 w 62"/>
                <a:gd name="T13" fmla="*/ 14 h 27"/>
                <a:gd name="T14" fmla="*/ 25 w 62"/>
                <a:gd name="T15" fmla="*/ 27 h 27"/>
                <a:gd name="T16" fmla="*/ 58 w 62"/>
                <a:gd name="T17" fmla="*/ 13 h 27"/>
                <a:gd name="T18" fmla="*/ 38 w 62"/>
                <a:gd name="T1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27">
                  <a:moveTo>
                    <a:pt x="37" y="1"/>
                  </a:moveTo>
                  <a:cubicBezTo>
                    <a:pt x="51" y="1"/>
                    <a:pt x="59" y="7"/>
                    <a:pt x="56" y="13"/>
                  </a:cubicBezTo>
                  <a:cubicBezTo>
                    <a:pt x="53" y="20"/>
                    <a:pt x="39" y="26"/>
                    <a:pt x="25" y="26"/>
                  </a:cubicBezTo>
                  <a:cubicBezTo>
                    <a:pt x="12" y="26"/>
                    <a:pt x="3" y="20"/>
                    <a:pt x="6" y="14"/>
                  </a:cubicBezTo>
                  <a:cubicBezTo>
                    <a:pt x="9" y="7"/>
                    <a:pt x="23" y="1"/>
                    <a:pt x="37" y="1"/>
                  </a:cubicBezTo>
                  <a:moveTo>
                    <a:pt x="38" y="0"/>
                  </a:moveTo>
                  <a:cubicBezTo>
                    <a:pt x="22" y="0"/>
                    <a:pt x="7" y="6"/>
                    <a:pt x="3" y="14"/>
                  </a:cubicBezTo>
                  <a:cubicBezTo>
                    <a:pt x="0" y="21"/>
                    <a:pt x="9" y="27"/>
                    <a:pt x="25" y="27"/>
                  </a:cubicBezTo>
                  <a:cubicBezTo>
                    <a:pt x="40" y="27"/>
                    <a:pt x="55" y="21"/>
                    <a:pt x="58" y="13"/>
                  </a:cubicBezTo>
                  <a:cubicBezTo>
                    <a:pt x="62" y="6"/>
                    <a:pt x="53" y="0"/>
                    <a:pt x="3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883"/>
            <p:cNvSpPr>
              <a:spLocks/>
            </p:cNvSpPr>
            <p:nvPr/>
          </p:nvSpPr>
          <p:spPr bwMode="auto">
            <a:xfrm>
              <a:off x="617538" y="5151438"/>
              <a:ext cx="184150" cy="73025"/>
            </a:xfrm>
            <a:custGeom>
              <a:avLst/>
              <a:gdLst>
                <a:gd name="T0" fmla="*/ 27 w 66"/>
                <a:gd name="T1" fmla="*/ 26 h 26"/>
                <a:gd name="T2" fmla="*/ 4 w 66"/>
                <a:gd name="T3" fmla="*/ 13 h 26"/>
                <a:gd name="T4" fmla="*/ 40 w 66"/>
                <a:gd name="T5" fmla="*/ 0 h 26"/>
                <a:gd name="T6" fmla="*/ 63 w 66"/>
                <a:gd name="T7" fmla="*/ 13 h 26"/>
                <a:gd name="T8" fmla="*/ 27 w 66"/>
                <a:gd name="T9" fmla="*/ 26 h 26"/>
              </a:gdLst>
              <a:ahLst/>
              <a:cxnLst>
                <a:cxn ang="0">
                  <a:pos x="T0" y="T1"/>
                </a:cxn>
                <a:cxn ang="0">
                  <a:pos x="T2" y="T3"/>
                </a:cxn>
                <a:cxn ang="0">
                  <a:pos x="T4" y="T5"/>
                </a:cxn>
                <a:cxn ang="0">
                  <a:pos x="T6" y="T7"/>
                </a:cxn>
                <a:cxn ang="0">
                  <a:pos x="T8" y="T9"/>
                </a:cxn>
              </a:cxnLst>
              <a:rect l="0" t="0" r="r" b="b"/>
              <a:pathLst>
                <a:path w="66" h="26">
                  <a:moveTo>
                    <a:pt x="27" y="26"/>
                  </a:moveTo>
                  <a:cubicBezTo>
                    <a:pt x="11" y="26"/>
                    <a:pt x="0" y="20"/>
                    <a:pt x="4" y="13"/>
                  </a:cubicBezTo>
                  <a:cubicBezTo>
                    <a:pt x="7" y="6"/>
                    <a:pt x="23" y="0"/>
                    <a:pt x="40" y="0"/>
                  </a:cubicBezTo>
                  <a:cubicBezTo>
                    <a:pt x="56" y="0"/>
                    <a:pt x="66" y="6"/>
                    <a:pt x="63" y="13"/>
                  </a:cubicBezTo>
                  <a:cubicBezTo>
                    <a:pt x="59" y="20"/>
                    <a:pt x="44" y="26"/>
                    <a:pt x="27" y="26"/>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884"/>
            <p:cNvSpPr>
              <a:spLocks noEditPoints="1"/>
            </p:cNvSpPr>
            <p:nvPr/>
          </p:nvSpPr>
          <p:spPr bwMode="auto">
            <a:xfrm>
              <a:off x="614363" y="5151438"/>
              <a:ext cx="193675" cy="74612"/>
            </a:xfrm>
            <a:custGeom>
              <a:avLst/>
              <a:gdLst>
                <a:gd name="T0" fmla="*/ 40 w 69"/>
                <a:gd name="T1" fmla="*/ 1 h 27"/>
                <a:gd name="T2" fmla="*/ 62 w 69"/>
                <a:gd name="T3" fmla="*/ 13 h 27"/>
                <a:gd name="T4" fmla="*/ 29 w 69"/>
                <a:gd name="T5" fmla="*/ 26 h 27"/>
                <a:gd name="T6" fmla="*/ 6 w 69"/>
                <a:gd name="T7" fmla="*/ 13 h 27"/>
                <a:gd name="T8" fmla="*/ 40 w 69"/>
                <a:gd name="T9" fmla="*/ 1 h 27"/>
                <a:gd name="T10" fmla="*/ 41 w 69"/>
                <a:gd name="T11" fmla="*/ 0 h 27"/>
                <a:gd name="T12" fmla="*/ 3 w 69"/>
                <a:gd name="T13" fmla="*/ 13 h 27"/>
                <a:gd name="T14" fmla="*/ 28 w 69"/>
                <a:gd name="T15" fmla="*/ 27 h 27"/>
                <a:gd name="T16" fmla="*/ 65 w 69"/>
                <a:gd name="T17" fmla="*/ 13 h 27"/>
                <a:gd name="T18" fmla="*/ 41 w 69"/>
                <a:gd name="T1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27">
                  <a:moveTo>
                    <a:pt x="40" y="1"/>
                  </a:moveTo>
                  <a:cubicBezTo>
                    <a:pt x="56" y="1"/>
                    <a:pt x="66" y="6"/>
                    <a:pt x="62" y="13"/>
                  </a:cubicBezTo>
                  <a:cubicBezTo>
                    <a:pt x="59" y="20"/>
                    <a:pt x="44" y="25"/>
                    <a:pt x="29" y="26"/>
                  </a:cubicBezTo>
                  <a:cubicBezTo>
                    <a:pt x="13" y="26"/>
                    <a:pt x="3" y="20"/>
                    <a:pt x="6" y="13"/>
                  </a:cubicBezTo>
                  <a:cubicBezTo>
                    <a:pt x="9" y="7"/>
                    <a:pt x="25" y="1"/>
                    <a:pt x="40" y="1"/>
                  </a:cubicBezTo>
                  <a:moveTo>
                    <a:pt x="41" y="0"/>
                  </a:moveTo>
                  <a:cubicBezTo>
                    <a:pt x="24" y="0"/>
                    <a:pt x="7" y="6"/>
                    <a:pt x="3" y="13"/>
                  </a:cubicBezTo>
                  <a:cubicBezTo>
                    <a:pt x="0" y="21"/>
                    <a:pt x="11" y="27"/>
                    <a:pt x="28" y="27"/>
                  </a:cubicBezTo>
                  <a:cubicBezTo>
                    <a:pt x="45" y="27"/>
                    <a:pt x="62" y="21"/>
                    <a:pt x="65" y="13"/>
                  </a:cubicBezTo>
                  <a:cubicBezTo>
                    <a:pt x="69" y="6"/>
                    <a:pt x="58" y="0"/>
                    <a:pt x="4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885"/>
            <p:cNvSpPr>
              <a:spLocks/>
            </p:cNvSpPr>
            <p:nvPr/>
          </p:nvSpPr>
          <p:spPr bwMode="auto">
            <a:xfrm>
              <a:off x="1573213" y="4875213"/>
              <a:ext cx="58738" cy="28575"/>
            </a:xfrm>
            <a:custGeom>
              <a:avLst/>
              <a:gdLst>
                <a:gd name="T0" fmla="*/ 8 w 21"/>
                <a:gd name="T1" fmla="*/ 10 h 10"/>
                <a:gd name="T2" fmla="*/ 1 w 21"/>
                <a:gd name="T3" fmla="*/ 5 h 10"/>
                <a:gd name="T4" fmla="*/ 12 w 21"/>
                <a:gd name="T5" fmla="*/ 0 h 10"/>
                <a:gd name="T6" fmla="*/ 20 w 21"/>
                <a:gd name="T7" fmla="*/ 5 h 10"/>
                <a:gd name="T8" fmla="*/ 8 w 21"/>
                <a:gd name="T9" fmla="*/ 10 h 10"/>
              </a:gdLst>
              <a:ahLst/>
              <a:cxnLst>
                <a:cxn ang="0">
                  <a:pos x="T0" y="T1"/>
                </a:cxn>
                <a:cxn ang="0">
                  <a:pos x="T2" y="T3"/>
                </a:cxn>
                <a:cxn ang="0">
                  <a:pos x="T4" y="T5"/>
                </a:cxn>
                <a:cxn ang="0">
                  <a:pos x="T6" y="T7"/>
                </a:cxn>
                <a:cxn ang="0">
                  <a:pos x="T8" y="T9"/>
                </a:cxn>
              </a:cxnLst>
              <a:rect l="0" t="0" r="r" b="b"/>
              <a:pathLst>
                <a:path w="21" h="10">
                  <a:moveTo>
                    <a:pt x="8" y="10"/>
                  </a:moveTo>
                  <a:cubicBezTo>
                    <a:pt x="3" y="10"/>
                    <a:pt x="0" y="7"/>
                    <a:pt x="1" y="5"/>
                  </a:cubicBezTo>
                  <a:cubicBezTo>
                    <a:pt x="2" y="2"/>
                    <a:pt x="7" y="0"/>
                    <a:pt x="12" y="0"/>
                  </a:cubicBezTo>
                  <a:cubicBezTo>
                    <a:pt x="17" y="0"/>
                    <a:pt x="21" y="2"/>
                    <a:pt x="20" y="5"/>
                  </a:cubicBezTo>
                  <a:cubicBezTo>
                    <a:pt x="18" y="7"/>
                    <a:pt x="13" y="10"/>
                    <a:pt x="8" y="10"/>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886"/>
            <p:cNvSpPr>
              <a:spLocks noEditPoints="1"/>
            </p:cNvSpPr>
            <p:nvPr/>
          </p:nvSpPr>
          <p:spPr bwMode="auto">
            <a:xfrm>
              <a:off x="1570038" y="4873625"/>
              <a:ext cx="65088" cy="30162"/>
            </a:xfrm>
            <a:custGeom>
              <a:avLst/>
              <a:gdLst>
                <a:gd name="T0" fmla="*/ 13 w 23"/>
                <a:gd name="T1" fmla="*/ 1 h 11"/>
                <a:gd name="T2" fmla="*/ 19 w 23"/>
                <a:gd name="T3" fmla="*/ 6 h 11"/>
                <a:gd name="T4" fmla="*/ 10 w 23"/>
                <a:gd name="T5" fmla="*/ 10 h 11"/>
                <a:gd name="T6" fmla="*/ 3 w 23"/>
                <a:gd name="T7" fmla="*/ 6 h 11"/>
                <a:gd name="T8" fmla="*/ 13 w 23"/>
                <a:gd name="T9" fmla="*/ 1 h 11"/>
                <a:gd name="T10" fmla="*/ 14 w 23"/>
                <a:gd name="T11" fmla="*/ 0 h 11"/>
                <a:gd name="T12" fmla="*/ 1 w 23"/>
                <a:gd name="T13" fmla="*/ 6 h 11"/>
                <a:gd name="T14" fmla="*/ 9 w 23"/>
                <a:gd name="T15" fmla="*/ 11 h 11"/>
                <a:gd name="T16" fmla="*/ 22 w 23"/>
                <a:gd name="T17" fmla="*/ 6 h 11"/>
                <a:gd name="T18" fmla="*/ 14 w 23"/>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1">
                  <a:moveTo>
                    <a:pt x="13" y="1"/>
                  </a:moveTo>
                  <a:cubicBezTo>
                    <a:pt x="18" y="1"/>
                    <a:pt x="20" y="3"/>
                    <a:pt x="19" y="6"/>
                  </a:cubicBezTo>
                  <a:cubicBezTo>
                    <a:pt x="18" y="8"/>
                    <a:pt x="14" y="10"/>
                    <a:pt x="10" y="10"/>
                  </a:cubicBezTo>
                  <a:cubicBezTo>
                    <a:pt x="5" y="10"/>
                    <a:pt x="2" y="8"/>
                    <a:pt x="3" y="6"/>
                  </a:cubicBezTo>
                  <a:cubicBezTo>
                    <a:pt x="4" y="3"/>
                    <a:pt x="9" y="1"/>
                    <a:pt x="13" y="1"/>
                  </a:cubicBezTo>
                  <a:moveTo>
                    <a:pt x="14" y="0"/>
                  </a:moveTo>
                  <a:cubicBezTo>
                    <a:pt x="8" y="0"/>
                    <a:pt x="2" y="3"/>
                    <a:pt x="1" y="6"/>
                  </a:cubicBezTo>
                  <a:cubicBezTo>
                    <a:pt x="0" y="9"/>
                    <a:pt x="3" y="11"/>
                    <a:pt x="9" y="11"/>
                  </a:cubicBezTo>
                  <a:cubicBezTo>
                    <a:pt x="15" y="11"/>
                    <a:pt x="21" y="9"/>
                    <a:pt x="22" y="6"/>
                  </a:cubicBezTo>
                  <a:cubicBezTo>
                    <a:pt x="23" y="3"/>
                    <a:pt x="19" y="0"/>
                    <a:pt x="1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887"/>
            <p:cNvSpPr>
              <a:spLocks/>
            </p:cNvSpPr>
            <p:nvPr/>
          </p:nvSpPr>
          <p:spPr bwMode="auto">
            <a:xfrm>
              <a:off x="2249488" y="4867275"/>
              <a:ext cx="52388" cy="28575"/>
            </a:xfrm>
            <a:custGeom>
              <a:avLst/>
              <a:gdLst>
                <a:gd name="T0" fmla="*/ 8 w 19"/>
                <a:gd name="T1" fmla="*/ 10 h 10"/>
                <a:gd name="T2" fmla="*/ 1 w 19"/>
                <a:gd name="T3" fmla="*/ 5 h 10"/>
                <a:gd name="T4" fmla="*/ 11 w 19"/>
                <a:gd name="T5" fmla="*/ 0 h 10"/>
                <a:gd name="T6" fmla="*/ 18 w 19"/>
                <a:gd name="T7" fmla="*/ 5 h 10"/>
                <a:gd name="T8" fmla="*/ 8 w 19"/>
                <a:gd name="T9" fmla="*/ 10 h 10"/>
              </a:gdLst>
              <a:ahLst/>
              <a:cxnLst>
                <a:cxn ang="0">
                  <a:pos x="T0" y="T1"/>
                </a:cxn>
                <a:cxn ang="0">
                  <a:pos x="T2" y="T3"/>
                </a:cxn>
                <a:cxn ang="0">
                  <a:pos x="T4" y="T5"/>
                </a:cxn>
                <a:cxn ang="0">
                  <a:pos x="T6" y="T7"/>
                </a:cxn>
                <a:cxn ang="0">
                  <a:pos x="T8" y="T9"/>
                </a:cxn>
              </a:cxnLst>
              <a:rect l="0" t="0" r="r" b="b"/>
              <a:pathLst>
                <a:path w="19" h="10">
                  <a:moveTo>
                    <a:pt x="8" y="10"/>
                  </a:moveTo>
                  <a:cubicBezTo>
                    <a:pt x="4" y="10"/>
                    <a:pt x="0" y="8"/>
                    <a:pt x="1" y="5"/>
                  </a:cubicBezTo>
                  <a:cubicBezTo>
                    <a:pt x="2" y="2"/>
                    <a:pt x="7" y="0"/>
                    <a:pt x="11" y="0"/>
                  </a:cubicBezTo>
                  <a:cubicBezTo>
                    <a:pt x="16" y="0"/>
                    <a:pt x="19" y="2"/>
                    <a:pt x="18" y="5"/>
                  </a:cubicBezTo>
                  <a:cubicBezTo>
                    <a:pt x="18" y="8"/>
                    <a:pt x="13" y="10"/>
                    <a:pt x="8" y="10"/>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888"/>
            <p:cNvSpPr>
              <a:spLocks noEditPoints="1"/>
            </p:cNvSpPr>
            <p:nvPr/>
          </p:nvSpPr>
          <p:spPr bwMode="auto">
            <a:xfrm>
              <a:off x="2246313" y="4867275"/>
              <a:ext cx="61913" cy="31750"/>
            </a:xfrm>
            <a:custGeom>
              <a:avLst/>
              <a:gdLst>
                <a:gd name="T0" fmla="*/ 12 w 22"/>
                <a:gd name="T1" fmla="*/ 1 h 11"/>
                <a:gd name="T2" fmla="*/ 18 w 22"/>
                <a:gd name="T3" fmla="*/ 5 h 11"/>
                <a:gd name="T4" fmla="*/ 10 w 22"/>
                <a:gd name="T5" fmla="*/ 9 h 11"/>
                <a:gd name="T6" fmla="*/ 3 w 22"/>
                <a:gd name="T7" fmla="*/ 5 h 11"/>
                <a:gd name="T8" fmla="*/ 12 w 22"/>
                <a:gd name="T9" fmla="*/ 1 h 11"/>
                <a:gd name="T10" fmla="*/ 13 w 22"/>
                <a:gd name="T11" fmla="*/ 0 h 11"/>
                <a:gd name="T12" fmla="*/ 1 w 22"/>
                <a:gd name="T13" fmla="*/ 5 h 11"/>
                <a:gd name="T14" fmla="*/ 9 w 22"/>
                <a:gd name="T15" fmla="*/ 11 h 11"/>
                <a:gd name="T16" fmla="*/ 21 w 22"/>
                <a:gd name="T17" fmla="*/ 5 h 11"/>
                <a:gd name="T18" fmla="*/ 13 w 22"/>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1">
                  <a:moveTo>
                    <a:pt x="12" y="1"/>
                  </a:moveTo>
                  <a:cubicBezTo>
                    <a:pt x="16" y="1"/>
                    <a:pt x="19" y="3"/>
                    <a:pt x="18" y="5"/>
                  </a:cubicBezTo>
                  <a:cubicBezTo>
                    <a:pt x="18" y="7"/>
                    <a:pt x="14" y="9"/>
                    <a:pt x="10" y="9"/>
                  </a:cubicBezTo>
                  <a:cubicBezTo>
                    <a:pt x="5" y="9"/>
                    <a:pt x="3" y="7"/>
                    <a:pt x="3" y="5"/>
                  </a:cubicBezTo>
                  <a:cubicBezTo>
                    <a:pt x="4" y="3"/>
                    <a:pt x="8" y="1"/>
                    <a:pt x="12" y="1"/>
                  </a:cubicBezTo>
                  <a:moveTo>
                    <a:pt x="13" y="0"/>
                  </a:moveTo>
                  <a:cubicBezTo>
                    <a:pt x="7" y="0"/>
                    <a:pt x="2" y="2"/>
                    <a:pt x="1" y="5"/>
                  </a:cubicBezTo>
                  <a:cubicBezTo>
                    <a:pt x="0" y="8"/>
                    <a:pt x="4" y="11"/>
                    <a:pt x="9" y="11"/>
                  </a:cubicBezTo>
                  <a:cubicBezTo>
                    <a:pt x="15" y="11"/>
                    <a:pt x="20" y="8"/>
                    <a:pt x="21" y="5"/>
                  </a:cubicBezTo>
                  <a:cubicBezTo>
                    <a:pt x="22" y="2"/>
                    <a:pt x="18" y="0"/>
                    <a:pt x="1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889"/>
            <p:cNvSpPr>
              <a:spLocks/>
            </p:cNvSpPr>
            <p:nvPr/>
          </p:nvSpPr>
          <p:spPr bwMode="auto">
            <a:xfrm>
              <a:off x="2324101" y="4743450"/>
              <a:ext cx="76200" cy="42862"/>
            </a:xfrm>
            <a:custGeom>
              <a:avLst/>
              <a:gdLst>
                <a:gd name="T0" fmla="*/ 11 w 27"/>
                <a:gd name="T1" fmla="*/ 15 h 15"/>
                <a:gd name="T2" fmla="*/ 1 w 27"/>
                <a:gd name="T3" fmla="*/ 7 h 15"/>
                <a:gd name="T4" fmla="*/ 16 w 27"/>
                <a:gd name="T5" fmla="*/ 0 h 15"/>
                <a:gd name="T6" fmla="*/ 26 w 27"/>
                <a:gd name="T7" fmla="*/ 7 h 15"/>
                <a:gd name="T8" fmla="*/ 11 w 27"/>
                <a:gd name="T9" fmla="*/ 15 h 15"/>
              </a:gdLst>
              <a:ahLst/>
              <a:cxnLst>
                <a:cxn ang="0">
                  <a:pos x="T0" y="T1"/>
                </a:cxn>
                <a:cxn ang="0">
                  <a:pos x="T2" y="T3"/>
                </a:cxn>
                <a:cxn ang="0">
                  <a:pos x="T4" y="T5"/>
                </a:cxn>
                <a:cxn ang="0">
                  <a:pos x="T6" y="T7"/>
                </a:cxn>
                <a:cxn ang="0">
                  <a:pos x="T8" y="T9"/>
                </a:cxn>
              </a:cxnLst>
              <a:rect l="0" t="0" r="r" b="b"/>
              <a:pathLst>
                <a:path w="27" h="15">
                  <a:moveTo>
                    <a:pt x="11" y="15"/>
                  </a:moveTo>
                  <a:cubicBezTo>
                    <a:pt x="5" y="15"/>
                    <a:pt x="0" y="12"/>
                    <a:pt x="1" y="7"/>
                  </a:cubicBezTo>
                  <a:cubicBezTo>
                    <a:pt x="3" y="3"/>
                    <a:pt x="9" y="0"/>
                    <a:pt x="16" y="0"/>
                  </a:cubicBezTo>
                  <a:cubicBezTo>
                    <a:pt x="23" y="0"/>
                    <a:pt x="27" y="3"/>
                    <a:pt x="26" y="7"/>
                  </a:cubicBezTo>
                  <a:cubicBezTo>
                    <a:pt x="24" y="11"/>
                    <a:pt x="18" y="15"/>
                    <a:pt x="11" y="15"/>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890"/>
            <p:cNvSpPr>
              <a:spLocks noEditPoints="1"/>
            </p:cNvSpPr>
            <p:nvPr/>
          </p:nvSpPr>
          <p:spPr bwMode="auto">
            <a:xfrm>
              <a:off x="2322513" y="4741863"/>
              <a:ext cx="80963" cy="44450"/>
            </a:xfrm>
            <a:custGeom>
              <a:avLst/>
              <a:gdLst>
                <a:gd name="T0" fmla="*/ 17 w 29"/>
                <a:gd name="T1" fmla="*/ 2 h 16"/>
                <a:gd name="T2" fmla="*/ 26 w 29"/>
                <a:gd name="T3" fmla="*/ 8 h 16"/>
                <a:gd name="T4" fmla="*/ 13 w 29"/>
                <a:gd name="T5" fmla="*/ 15 h 16"/>
                <a:gd name="T6" fmla="*/ 4 w 29"/>
                <a:gd name="T7" fmla="*/ 8 h 16"/>
                <a:gd name="T8" fmla="*/ 17 w 29"/>
                <a:gd name="T9" fmla="*/ 2 h 16"/>
                <a:gd name="T10" fmla="*/ 17 w 29"/>
                <a:gd name="T11" fmla="*/ 0 h 16"/>
                <a:gd name="T12" fmla="*/ 1 w 29"/>
                <a:gd name="T13" fmla="*/ 8 h 16"/>
                <a:gd name="T14" fmla="*/ 12 w 29"/>
                <a:gd name="T15" fmla="*/ 16 h 16"/>
                <a:gd name="T16" fmla="*/ 28 w 29"/>
                <a:gd name="T17" fmla="*/ 8 h 16"/>
                <a:gd name="T18" fmla="*/ 17 w 29"/>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6">
                  <a:moveTo>
                    <a:pt x="17" y="2"/>
                  </a:moveTo>
                  <a:cubicBezTo>
                    <a:pt x="23" y="2"/>
                    <a:pt x="27" y="5"/>
                    <a:pt x="26" y="8"/>
                  </a:cubicBezTo>
                  <a:cubicBezTo>
                    <a:pt x="25" y="12"/>
                    <a:pt x="19" y="15"/>
                    <a:pt x="13" y="15"/>
                  </a:cubicBezTo>
                  <a:cubicBezTo>
                    <a:pt x="6" y="15"/>
                    <a:pt x="2" y="12"/>
                    <a:pt x="4" y="8"/>
                  </a:cubicBezTo>
                  <a:cubicBezTo>
                    <a:pt x="5" y="5"/>
                    <a:pt x="11" y="2"/>
                    <a:pt x="17" y="2"/>
                  </a:cubicBezTo>
                  <a:moveTo>
                    <a:pt x="17" y="0"/>
                  </a:moveTo>
                  <a:cubicBezTo>
                    <a:pt x="10" y="0"/>
                    <a:pt x="3" y="4"/>
                    <a:pt x="1" y="8"/>
                  </a:cubicBezTo>
                  <a:cubicBezTo>
                    <a:pt x="0" y="13"/>
                    <a:pt x="5" y="16"/>
                    <a:pt x="12" y="16"/>
                  </a:cubicBezTo>
                  <a:cubicBezTo>
                    <a:pt x="19" y="16"/>
                    <a:pt x="26" y="13"/>
                    <a:pt x="28" y="8"/>
                  </a:cubicBezTo>
                  <a:cubicBezTo>
                    <a:pt x="29" y="4"/>
                    <a:pt x="24" y="0"/>
                    <a:pt x="1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891"/>
            <p:cNvSpPr>
              <a:spLocks/>
            </p:cNvSpPr>
            <p:nvPr/>
          </p:nvSpPr>
          <p:spPr bwMode="auto">
            <a:xfrm>
              <a:off x="1982788" y="4968875"/>
              <a:ext cx="77788" cy="39687"/>
            </a:xfrm>
            <a:custGeom>
              <a:avLst/>
              <a:gdLst>
                <a:gd name="T0" fmla="*/ 12 w 28"/>
                <a:gd name="T1" fmla="*/ 14 h 14"/>
                <a:gd name="T2" fmla="*/ 1 w 28"/>
                <a:gd name="T3" fmla="*/ 7 h 14"/>
                <a:gd name="T4" fmla="*/ 17 w 28"/>
                <a:gd name="T5" fmla="*/ 0 h 14"/>
                <a:gd name="T6" fmla="*/ 27 w 28"/>
                <a:gd name="T7" fmla="*/ 7 h 14"/>
                <a:gd name="T8" fmla="*/ 12 w 28"/>
                <a:gd name="T9" fmla="*/ 14 h 14"/>
              </a:gdLst>
              <a:ahLst/>
              <a:cxnLst>
                <a:cxn ang="0">
                  <a:pos x="T0" y="T1"/>
                </a:cxn>
                <a:cxn ang="0">
                  <a:pos x="T2" y="T3"/>
                </a:cxn>
                <a:cxn ang="0">
                  <a:pos x="T4" y="T5"/>
                </a:cxn>
                <a:cxn ang="0">
                  <a:pos x="T6" y="T7"/>
                </a:cxn>
                <a:cxn ang="0">
                  <a:pos x="T8" y="T9"/>
                </a:cxn>
              </a:cxnLst>
              <a:rect l="0" t="0" r="r" b="b"/>
              <a:pathLst>
                <a:path w="28" h="14">
                  <a:moveTo>
                    <a:pt x="12" y="14"/>
                  </a:moveTo>
                  <a:cubicBezTo>
                    <a:pt x="5" y="14"/>
                    <a:pt x="0" y="11"/>
                    <a:pt x="1" y="7"/>
                  </a:cubicBezTo>
                  <a:cubicBezTo>
                    <a:pt x="3" y="3"/>
                    <a:pt x="10" y="0"/>
                    <a:pt x="17" y="0"/>
                  </a:cubicBezTo>
                  <a:cubicBezTo>
                    <a:pt x="24" y="0"/>
                    <a:pt x="28" y="3"/>
                    <a:pt x="27" y="7"/>
                  </a:cubicBezTo>
                  <a:cubicBezTo>
                    <a:pt x="26" y="11"/>
                    <a:pt x="19" y="14"/>
                    <a:pt x="12" y="14"/>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892"/>
            <p:cNvSpPr>
              <a:spLocks noEditPoints="1"/>
            </p:cNvSpPr>
            <p:nvPr/>
          </p:nvSpPr>
          <p:spPr bwMode="auto">
            <a:xfrm>
              <a:off x="1979613" y="4965700"/>
              <a:ext cx="87313" cy="42862"/>
            </a:xfrm>
            <a:custGeom>
              <a:avLst/>
              <a:gdLst>
                <a:gd name="T0" fmla="*/ 18 w 31"/>
                <a:gd name="T1" fmla="*/ 2 h 15"/>
                <a:gd name="T2" fmla="*/ 27 w 31"/>
                <a:gd name="T3" fmla="*/ 8 h 15"/>
                <a:gd name="T4" fmla="*/ 13 w 31"/>
                <a:gd name="T5" fmla="*/ 14 h 15"/>
                <a:gd name="T6" fmla="*/ 4 w 31"/>
                <a:gd name="T7" fmla="*/ 8 h 15"/>
                <a:gd name="T8" fmla="*/ 18 w 31"/>
                <a:gd name="T9" fmla="*/ 2 h 15"/>
                <a:gd name="T10" fmla="*/ 18 w 31"/>
                <a:gd name="T11" fmla="*/ 1 h 15"/>
                <a:gd name="T12" fmla="*/ 1 w 31"/>
                <a:gd name="T13" fmla="*/ 8 h 15"/>
                <a:gd name="T14" fmla="*/ 13 w 31"/>
                <a:gd name="T15" fmla="*/ 15 h 15"/>
                <a:gd name="T16" fmla="*/ 29 w 31"/>
                <a:gd name="T17" fmla="*/ 8 h 15"/>
                <a:gd name="T18" fmla="*/ 18 w 31"/>
                <a:gd name="T19"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15">
                  <a:moveTo>
                    <a:pt x="18" y="2"/>
                  </a:moveTo>
                  <a:cubicBezTo>
                    <a:pt x="24" y="2"/>
                    <a:pt x="28" y="4"/>
                    <a:pt x="27" y="8"/>
                  </a:cubicBezTo>
                  <a:cubicBezTo>
                    <a:pt x="26" y="11"/>
                    <a:pt x="20" y="14"/>
                    <a:pt x="13" y="14"/>
                  </a:cubicBezTo>
                  <a:cubicBezTo>
                    <a:pt x="7" y="14"/>
                    <a:pt x="2" y="11"/>
                    <a:pt x="4" y="8"/>
                  </a:cubicBezTo>
                  <a:cubicBezTo>
                    <a:pt x="5" y="5"/>
                    <a:pt x="11" y="2"/>
                    <a:pt x="18" y="2"/>
                  </a:cubicBezTo>
                  <a:moveTo>
                    <a:pt x="18" y="1"/>
                  </a:moveTo>
                  <a:cubicBezTo>
                    <a:pt x="10" y="1"/>
                    <a:pt x="3" y="4"/>
                    <a:pt x="1" y="8"/>
                  </a:cubicBezTo>
                  <a:cubicBezTo>
                    <a:pt x="0" y="12"/>
                    <a:pt x="5" y="15"/>
                    <a:pt x="13" y="15"/>
                  </a:cubicBezTo>
                  <a:cubicBezTo>
                    <a:pt x="20" y="15"/>
                    <a:pt x="28" y="12"/>
                    <a:pt x="29" y="8"/>
                  </a:cubicBezTo>
                  <a:cubicBezTo>
                    <a:pt x="31" y="4"/>
                    <a:pt x="26" y="0"/>
                    <a:pt x="18"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893"/>
            <p:cNvSpPr>
              <a:spLocks/>
            </p:cNvSpPr>
            <p:nvPr/>
          </p:nvSpPr>
          <p:spPr bwMode="auto">
            <a:xfrm>
              <a:off x="1843088" y="4743450"/>
              <a:ext cx="77788" cy="39687"/>
            </a:xfrm>
            <a:custGeom>
              <a:avLst/>
              <a:gdLst>
                <a:gd name="T0" fmla="*/ 11 w 28"/>
                <a:gd name="T1" fmla="*/ 14 h 14"/>
                <a:gd name="T2" fmla="*/ 1 w 28"/>
                <a:gd name="T3" fmla="*/ 8 h 14"/>
                <a:gd name="T4" fmla="*/ 6 w 28"/>
                <a:gd name="T5" fmla="*/ 2 h 14"/>
                <a:gd name="T6" fmla="*/ 16 w 28"/>
                <a:gd name="T7" fmla="*/ 0 h 14"/>
                <a:gd name="T8" fmla="*/ 17 w 28"/>
                <a:gd name="T9" fmla="*/ 0 h 14"/>
                <a:gd name="T10" fmla="*/ 27 w 28"/>
                <a:gd name="T11" fmla="*/ 7 h 14"/>
                <a:gd name="T12" fmla="*/ 22 w 28"/>
                <a:gd name="T13" fmla="*/ 12 h 14"/>
                <a:gd name="T14" fmla="*/ 12 w 28"/>
                <a:gd name="T15" fmla="*/ 14 h 14"/>
                <a:gd name="T16" fmla="*/ 11 w 28"/>
                <a:gd name="T17"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4">
                  <a:moveTo>
                    <a:pt x="11" y="14"/>
                  </a:moveTo>
                  <a:cubicBezTo>
                    <a:pt x="5" y="14"/>
                    <a:pt x="0" y="11"/>
                    <a:pt x="1" y="8"/>
                  </a:cubicBezTo>
                  <a:cubicBezTo>
                    <a:pt x="2" y="6"/>
                    <a:pt x="4" y="4"/>
                    <a:pt x="6" y="2"/>
                  </a:cubicBezTo>
                  <a:cubicBezTo>
                    <a:pt x="9" y="1"/>
                    <a:pt x="13" y="0"/>
                    <a:pt x="16" y="0"/>
                  </a:cubicBezTo>
                  <a:cubicBezTo>
                    <a:pt x="17" y="0"/>
                    <a:pt x="17" y="0"/>
                    <a:pt x="17" y="0"/>
                  </a:cubicBezTo>
                  <a:cubicBezTo>
                    <a:pt x="24" y="0"/>
                    <a:pt x="28" y="3"/>
                    <a:pt x="27" y="7"/>
                  </a:cubicBezTo>
                  <a:cubicBezTo>
                    <a:pt x="27" y="9"/>
                    <a:pt x="25" y="10"/>
                    <a:pt x="22" y="12"/>
                  </a:cubicBezTo>
                  <a:cubicBezTo>
                    <a:pt x="19" y="13"/>
                    <a:pt x="16" y="14"/>
                    <a:pt x="12" y="14"/>
                  </a:cubicBezTo>
                  <a:cubicBezTo>
                    <a:pt x="12" y="14"/>
                    <a:pt x="12" y="14"/>
                    <a:pt x="11" y="14"/>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894"/>
            <p:cNvSpPr>
              <a:spLocks noEditPoints="1"/>
            </p:cNvSpPr>
            <p:nvPr/>
          </p:nvSpPr>
          <p:spPr bwMode="auto">
            <a:xfrm>
              <a:off x="1839913" y="4741863"/>
              <a:ext cx="84138" cy="44450"/>
            </a:xfrm>
            <a:custGeom>
              <a:avLst/>
              <a:gdLst>
                <a:gd name="T0" fmla="*/ 18 w 30"/>
                <a:gd name="T1" fmla="*/ 1 h 16"/>
                <a:gd name="T2" fmla="*/ 18 w 30"/>
                <a:gd name="T3" fmla="*/ 1 h 16"/>
                <a:gd name="T4" fmla="*/ 27 w 30"/>
                <a:gd name="T5" fmla="*/ 8 h 16"/>
                <a:gd name="T6" fmla="*/ 22 w 30"/>
                <a:gd name="T7" fmla="*/ 12 h 16"/>
                <a:gd name="T8" fmla="*/ 13 w 30"/>
                <a:gd name="T9" fmla="*/ 15 h 16"/>
                <a:gd name="T10" fmla="*/ 13 w 30"/>
                <a:gd name="T11" fmla="*/ 15 h 16"/>
                <a:gd name="T12" fmla="*/ 3 w 30"/>
                <a:gd name="T13" fmla="*/ 8 h 16"/>
                <a:gd name="T14" fmla="*/ 8 w 30"/>
                <a:gd name="T15" fmla="*/ 4 h 16"/>
                <a:gd name="T16" fmla="*/ 17 w 30"/>
                <a:gd name="T17" fmla="*/ 1 h 16"/>
                <a:gd name="T18" fmla="*/ 18 w 30"/>
                <a:gd name="T19" fmla="*/ 1 h 16"/>
                <a:gd name="T20" fmla="*/ 18 w 30"/>
                <a:gd name="T21" fmla="*/ 0 h 16"/>
                <a:gd name="T22" fmla="*/ 17 w 30"/>
                <a:gd name="T23" fmla="*/ 0 h 16"/>
                <a:gd name="T24" fmla="*/ 1 w 30"/>
                <a:gd name="T25" fmla="*/ 9 h 16"/>
                <a:gd name="T26" fmla="*/ 12 w 30"/>
                <a:gd name="T27" fmla="*/ 16 h 16"/>
                <a:gd name="T28" fmla="*/ 13 w 30"/>
                <a:gd name="T29" fmla="*/ 16 h 16"/>
                <a:gd name="T30" fmla="*/ 29 w 30"/>
                <a:gd name="T31" fmla="*/ 7 h 16"/>
                <a:gd name="T32" fmla="*/ 18 w 30"/>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 h="16">
                  <a:moveTo>
                    <a:pt x="18" y="1"/>
                  </a:moveTo>
                  <a:cubicBezTo>
                    <a:pt x="18" y="1"/>
                    <a:pt x="18" y="1"/>
                    <a:pt x="18" y="1"/>
                  </a:cubicBezTo>
                  <a:cubicBezTo>
                    <a:pt x="24" y="1"/>
                    <a:pt x="28" y="4"/>
                    <a:pt x="27" y="8"/>
                  </a:cubicBezTo>
                  <a:cubicBezTo>
                    <a:pt x="26" y="9"/>
                    <a:pt x="25" y="11"/>
                    <a:pt x="22" y="12"/>
                  </a:cubicBezTo>
                  <a:cubicBezTo>
                    <a:pt x="20" y="14"/>
                    <a:pt x="16" y="15"/>
                    <a:pt x="13" y="15"/>
                  </a:cubicBezTo>
                  <a:cubicBezTo>
                    <a:pt x="13" y="15"/>
                    <a:pt x="13" y="15"/>
                    <a:pt x="13" y="15"/>
                  </a:cubicBezTo>
                  <a:cubicBezTo>
                    <a:pt x="6" y="15"/>
                    <a:pt x="2" y="12"/>
                    <a:pt x="3" y="8"/>
                  </a:cubicBezTo>
                  <a:cubicBezTo>
                    <a:pt x="4" y="7"/>
                    <a:pt x="6" y="5"/>
                    <a:pt x="8" y="4"/>
                  </a:cubicBezTo>
                  <a:cubicBezTo>
                    <a:pt x="11" y="2"/>
                    <a:pt x="14" y="1"/>
                    <a:pt x="17" y="1"/>
                  </a:cubicBezTo>
                  <a:cubicBezTo>
                    <a:pt x="17" y="1"/>
                    <a:pt x="18" y="1"/>
                    <a:pt x="18" y="1"/>
                  </a:cubicBezTo>
                  <a:moveTo>
                    <a:pt x="18" y="0"/>
                  </a:moveTo>
                  <a:cubicBezTo>
                    <a:pt x="18" y="0"/>
                    <a:pt x="18" y="0"/>
                    <a:pt x="17" y="0"/>
                  </a:cubicBezTo>
                  <a:cubicBezTo>
                    <a:pt x="10" y="0"/>
                    <a:pt x="2" y="4"/>
                    <a:pt x="1" y="9"/>
                  </a:cubicBezTo>
                  <a:cubicBezTo>
                    <a:pt x="0" y="13"/>
                    <a:pt x="5" y="16"/>
                    <a:pt x="12" y="16"/>
                  </a:cubicBezTo>
                  <a:cubicBezTo>
                    <a:pt x="12" y="16"/>
                    <a:pt x="13" y="16"/>
                    <a:pt x="13" y="16"/>
                  </a:cubicBezTo>
                  <a:cubicBezTo>
                    <a:pt x="21" y="16"/>
                    <a:pt x="28" y="12"/>
                    <a:pt x="29" y="7"/>
                  </a:cubicBezTo>
                  <a:cubicBezTo>
                    <a:pt x="30" y="3"/>
                    <a:pt x="26" y="0"/>
                    <a:pt x="1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895"/>
            <p:cNvSpPr>
              <a:spLocks/>
            </p:cNvSpPr>
            <p:nvPr/>
          </p:nvSpPr>
          <p:spPr bwMode="auto">
            <a:xfrm>
              <a:off x="3387726" y="4929188"/>
              <a:ext cx="44450" cy="25400"/>
            </a:xfrm>
            <a:custGeom>
              <a:avLst/>
              <a:gdLst>
                <a:gd name="T0" fmla="*/ 8 w 16"/>
                <a:gd name="T1" fmla="*/ 9 h 9"/>
                <a:gd name="T2" fmla="*/ 0 w 16"/>
                <a:gd name="T3" fmla="*/ 5 h 9"/>
                <a:gd name="T4" fmla="*/ 9 w 16"/>
                <a:gd name="T5" fmla="*/ 0 h 9"/>
                <a:gd name="T6" fmla="*/ 16 w 16"/>
                <a:gd name="T7" fmla="*/ 5 h 9"/>
                <a:gd name="T8" fmla="*/ 8 w 16"/>
                <a:gd name="T9" fmla="*/ 9 h 9"/>
              </a:gdLst>
              <a:ahLst/>
              <a:cxnLst>
                <a:cxn ang="0">
                  <a:pos x="T0" y="T1"/>
                </a:cxn>
                <a:cxn ang="0">
                  <a:pos x="T2" y="T3"/>
                </a:cxn>
                <a:cxn ang="0">
                  <a:pos x="T4" y="T5"/>
                </a:cxn>
                <a:cxn ang="0">
                  <a:pos x="T6" y="T7"/>
                </a:cxn>
                <a:cxn ang="0">
                  <a:pos x="T8" y="T9"/>
                </a:cxn>
              </a:cxnLst>
              <a:rect l="0" t="0" r="r" b="b"/>
              <a:pathLst>
                <a:path w="16" h="9">
                  <a:moveTo>
                    <a:pt x="8" y="9"/>
                  </a:moveTo>
                  <a:cubicBezTo>
                    <a:pt x="3" y="9"/>
                    <a:pt x="0" y="7"/>
                    <a:pt x="0" y="5"/>
                  </a:cubicBezTo>
                  <a:cubicBezTo>
                    <a:pt x="0" y="2"/>
                    <a:pt x="4" y="0"/>
                    <a:pt x="9" y="0"/>
                  </a:cubicBezTo>
                  <a:cubicBezTo>
                    <a:pt x="13" y="0"/>
                    <a:pt x="16" y="2"/>
                    <a:pt x="16" y="5"/>
                  </a:cubicBezTo>
                  <a:cubicBezTo>
                    <a:pt x="16" y="7"/>
                    <a:pt x="12" y="9"/>
                    <a:pt x="8" y="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896"/>
            <p:cNvSpPr>
              <a:spLocks noEditPoints="1"/>
            </p:cNvSpPr>
            <p:nvPr/>
          </p:nvSpPr>
          <p:spPr bwMode="auto">
            <a:xfrm>
              <a:off x="3384551" y="4926013"/>
              <a:ext cx="50800" cy="31750"/>
            </a:xfrm>
            <a:custGeom>
              <a:avLst/>
              <a:gdLst>
                <a:gd name="T0" fmla="*/ 10 w 18"/>
                <a:gd name="T1" fmla="*/ 2 h 11"/>
                <a:gd name="T2" fmla="*/ 16 w 18"/>
                <a:gd name="T3" fmla="*/ 6 h 11"/>
                <a:gd name="T4" fmla="*/ 9 w 18"/>
                <a:gd name="T5" fmla="*/ 10 h 11"/>
                <a:gd name="T6" fmla="*/ 2 w 18"/>
                <a:gd name="T7" fmla="*/ 6 h 11"/>
                <a:gd name="T8" fmla="*/ 10 w 18"/>
                <a:gd name="T9" fmla="*/ 2 h 11"/>
                <a:gd name="T10" fmla="*/ 10 w 18"/>
                <a:gd name="T11" fmla="*/ 0 h 11"/>
                <a:gd name="T12" fmla="*/ 0 w 18"/>
                <a:gd name="T13" fmla="*/ 6 h 11"/>
                <a:gd name="T14" fmla="*/ 9 w 18"/>
                <a:gd name="T15" fmla="*/ 11 h 11"/>
                <a:gd name="T16" fmla="*/ 18 w 18"/>
                <a:gd name="T17" fmla="*/ 6 h 11"/>
                <a:gd name="T18" fmla="*/ 10 w 18"/>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11">
                  <a:moveTo>
                    <a:pt x="10" y="2"/>
                  </a:moveTo>
                  <a:cubicBezTo>
                    <a:pt x="13" y="2"/>
                    <a:pt x="16" y="3"/>
                    <a:pt x="16" y="6"/>
                  </a:cubicBezTo>
                  <a:cubicBezTo>
                    <a:pt x="16" y="8"/>
                    <a:pt x="13" y="10"/>
                    <a:pt x="9" y="10"/>
                  </a:cubicBezTo>
                  <a:cubicBezTo>
                    <a:pt x="5" y="10"/>
                    <a:pt x="2" y="8"/>
                    <a:pt x="2" y="6"/>
                  </a:cubicBezTo>
                  <a:cubicBezTo>
                    <a:pt x="2" y="3"/>
                    <a:pt x="6" y="2"/>
                    <a:pt x="10" y="2"/>
                  </a:cubicBezTo>
                  <a:moveTo>
                    <a:pt x="10" y="0"/>
                  </a:moveTo>
                  <a:cubicBezTo>
                    <a:pt x="5" y="0"/>
                    <a:pt x="0" y="3"/>
                    <a:pt x="0" y="6"/>
                  </a:cubicBezTo>
                  <a:cubicBezTo>
                    <a:pt x="0" y="9"/>
                    <a:pt x="4" y="11"/>
                    <a:pt x="9" y="11"/>
                  </a:cubicBezTo>
                  <a:cubicBezTo>
                    <a:pt x="14" y="11"/>
                    <a:pt x="18" y="9"/>
                    <a:pt x="18" y="6"/>
                  </a:cubicBezTo>
                  <a:cubicBezTo>
                    <a:pt x="18" y="3"/>
                    <a:pt x="15" y="0"/>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897"/>
            <p:cNvSpPr>
              <a:spLocks/>
            </p:cNvSpPr>
            <p:nvPr/>
          </p:nvSpPr>
          <p:spPr bwMode="auto">
            <a:xfrm>
              <a:off x="742951" y="5467350"/>
              <a:ext cx="65088" cy="22225"/>
            </a:xfrm>
            <a:custGeom>
              <a:avLst/>
              <a:gdLst>
                <a:gd name="T0" fmla="*/ 9 w 23"/>
                <a:gd name="T1" fmla="*/ 8 h 8"/>
                <a:gd name="T2" fmla="*/ 1 w 23"/>
                <a:gd name="T3" fmla="*/ 4 h 8"/>
                <a:gd name="T4" fmla="*/ 13 w 23"/>
                <a:gd name="T5" fmla="*/ 0 h 8"/>
                <a:gd name="T6" fmla="*/ 22 w 23"/>
                <a:gd name="T7" fmla="*/ 4 h 8"/>
                <a:gd name="T8" fmla="*/ 9 w 23"/>
                <a:gd name="T9" fmla="*/ 8 h 8"/>
              </a:gdLst>
              <a:ahLst/>
              <a:cxnLst>
                <a:cxn ang="0">
                  <a:pos x="T0" y="T1"/>
                </a:cxn>
                <a:cxn ang="0">
                  <a:pos x="T2" y="T3"/>
                </a:cxn>
                <a:cxn ang="0">
                  <a:pos x="T4" y="T5"/>
                </a:cxn>
                <a:cxn ang="0">
                  <a:pos x="T6" y="T7"/>
                </a:cxn>
                <a:cxn ang="0">
                  <a:pos x="T8" y="T9"/>
                </a:cxn>
              </a:cxnLst>
              <a:rect l="0" t="0" r="r" b="b"/>
              <a:pathLst>
                <a:path w="23" h="8">
                  <a:moveTo>
                    <a:pt x="9" y="8"/>
                  </a:moveTo>
                  <a:cubicBezTo>
                    <a:pt x="4" y="8"/>
                    <a:pt x="0" y="6"/>
                    <a:pt x="1" y="4"/>
                  </a:cubicBezTo>
                  <a:cubicBezTo>
                    <a:pt x="2" y="2"/>
                    <a:pt x="8" y="0"/>
                    <a:pt x="13" y="0"/>
                  </a:cubicBezTo>
                  <a:cubicBezTo>
                    <a:pt x="19" y="0"/>
                    <a:pt x="23" y="1"/>
                    <a:pt x="22" y="4"/>
                  </a:cubicBezTo>
                  <a:cubicBezTo>
                    <a:pt x="20" y="6"/>
                    <a:pt x="15" y="8"/>
                    <a:pt x="9" y="8"/>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898"/>
            <p:cNvSpPr>
              <a:spLocks noEditPoints="1"/>
            </p:cNvSpPr>
            <p:nvPr/>
          </p:nvSpPr>
          <p:spPr bwMode="auto">
            <a:xfrm>
              <a:off x="738188" y="5465763"/>
              <a:ext cx="73025" cy="26987"/>
            </a:xfrm>
            <a:custGeom>
              <a:avLst/>
              <a:gdLst>
                <a:gd name="T0" fmla="*/ 15 w 26"/>
                <a:gd name="T1" fmla="*/ 1 h 10"/>
                <a:gd name="T2" fmla="*/ 22 w 26"/>
                <a:gd name="T3" fmla="*/ 5 h 10"/>
                <a:gd name="T4" fmla="*/ 11 w 26"/>
                <a:gd name="T5" fmla="*/ 9 h 10"/>
                <a:gd name="T6" fmla="*/ 4 w 26"/>
                <a:gd name="T7" fmla="*/ 5 h 10"/>
                <a:gd name="T8" fmla="*/ 15 w 26"/>
                <a:gd name="T9" fmla="*/ 1 h 10"/>
                <a:gd name="T10" fmla="*/ 16 w 26"/>
                <a:gd name="T11" fmla="*/ 0 h 10"/>
                <a:gd name="T12" fmla="*/ 2 w 26"/>
                <a:gd name="T13" fmla="*/ 5 h 10"/>
                <a:gd name="T14" fmla="*/ 11 w 26"/>
                <a:gd name="T15" fmla="*/ 10 h 10"/>
                <a:gd name="T16" fmla="*/ 25 w 26"/>
                <a:gd name="T17" fmla="*/ 5 h 10"/>
                <a:gd name="T18" fmla="*/ 16 w 26"/>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0">
                  <a:moveTo>
                    <a:pt x="15" y="1"/>
                  </a:moveTo>
                  <a:cubicBezTo>
                    <a:pt x="20" y="1"/>
                    <a:pt x="23" y="3"/>
                    <a:pt x="22" y="5"/>
                  </a:cubicBezTo>
                  <a:cubicBezTo>
                    <a:pt x="21" y="7"/>
                    <a:pt x="16" y="9"/>
                    <a:pt x="11" y="9"/>
                  </a:cubicBezTo>
                  <a:cubicBezTo>
                    <a:pt x="7" y="9"/>
                    <a:pt x="3" y="7"/>
                    <a:pt x="4" y="5"/>
                  </a:cubicBezTo>
                  <a:cubicBezTo>
                    <a:pt x="5" y="3"/>
                    <a:pt x="10" y="1"/>
                    <a:pt x="15" y="1"/>
                  </a:cubicBezTo>
                  <a:moveTo>
                    <a:pt x="16" y="0"/>
                  </a:moveTo>
                  <a:cubicBezTo>
                    <a:pt x="9" y="0"/>
                    <a:pt x="3" y="2"/>
                    <a:pt x="2" y="5"/>
                  </a:cubicBezTo>
                  <a:cubicBezTo>
                    <a:pt x="0" y="8"/>
                    <a:pt x="4" y="10"/>
                    <a:pt x="11" y="10"/>
                  </a:cubicBezTo>
                  <a:cubicBezTo>
                    <a:pt x="17" y="10"/>
                    <a:pt x="24" y="8"/>
                    <a:pt x="25" y="5"/>
                  </a:cubicBezTo>
                  <a:cubicBezTo>
                    <a:pt x="26" y="2"/>
                    <a:pt x="22" y="0"/>
                    <a:pt x="1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899"/>
            <p:cNvSpPr>
              <a:spLocks/>
            </p:cNvSpPr>
            <p:nvPr/>
          </p:nvSpPr>
          <p:spPr bwMode="auto">
            <a:xfrm>
              <a:off x="1052513" y="5535613"/>
              <a:ext cx="60325" cy="25400"/>
            </a:xfrm>
            <a:custGeom>
              <a:avLst/>
              <a:gdLst>
                <a:gd name="T0" fmla="*/ 9 w 22"/>
                <a:gd name="T1" fmla="*/ 9 h 9"/>
                <a:gd name="T2" fmla="*/ 1 w 22"/>
                <a:gd name="T3" fmla="*/ 5 h 9"/>
                <a:gd name="T4" fmla="*/ 13 w 22"/>
                <a:gd name="T5" fmla="*/ 0 h 9"/>
                <a:gd name="T6" fmla="*/ 21 w 22"/>
                <a:gd name="T7" fmla="*/ 5 h 9"/>
                <a:gd name="T8" fmla="*/ 9 w 22"/>
                <a:gd name="T9" fmla="*/ 9 h 9"/>
              </a:gdLst>
              <a:ahLst/>
              <a:cxnLst>
                <a:cxn ang="0">
                  <a:pos x="T0" y="T1"/>
                </a:cxn>
                <a:cxn ang="0">
                  <a:pos x="T2" y="T3"/>
                </a:cxn>
                <a:cxn ang="0">
                  <a:pos x="T4" y="T5"/>
                </a:cxn>
                <a:cxn ang="0">
                  <a:pos x="T6" y="T7"/>
                </a:cxn>
                <a:cxn ang="0">
                  <a:pos x="T8" y="T9"/>
                </a:cxn>
              </a:cxnLst>
              <a:rect l="0" t="0" r="r" b="b"/>
              <a:pathLst>
                <a:path w="22" h="9">
                  <a:moveTo>
                    <a:pt x="9" y="9"/>
                  </a:moveTo>
                  <a:cubicBezTo>
                    <a:pt x="4" y="9"/>
                    <a:pt x="0" y="7"/>
                    <a:pt x="1" y="5"/>
                  </a:cubicBezTo>
                  <a:cubicBezTo>
                    <a:pt x="2" y="2"/>
                    <a:pt x="8" y="0"/>
                    <a:pt x="13" y="0"/>
                  </a:cubicBezTo>
                  <a:cubicBezTo>
                    <a:pt x="19" y="0"/>
                    <a:pt x="22" y="2"/>
                    <a:pt x="21" y="5"/>
                  </a:cubicBezTo>
                  <a:cubicBezTo>
                    <a:pt x="20" y="7"/>
                    <a:pt x="15" y="9"/>
                    <a:pt x="9" y="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900"/>
            <p:cNvSpPr>
              <a:spLocks noEditPoints="1"/>
            </p:cNvSpPr>
            <p:nvPr/>
          </p:nvSpPr>
          <p:spPr bwMode="auto">
            <a:xfrm>
              <a:off x="1049338" y="5532438"/>
              <a:ext cx="69850" cy="30162"/>
            </a:xfrm>
            <a:custGeom>
              <a:avLst/>
              <a:gdLst>
                <a:gd name="T0" fmla="*/ 14 w 25"/>
                <a:gd name="T1" fmla="*/ 2 h 11"/>
                <a:gd name="T2" fmla="*/ 21 w 25"/>
                <a:gd name="T3" fmla="*/ 6 h 11"/>
                <a:gd name="T4" fmla="*/ 11 w 25"/>
                <a:gd name="T5" fmla="*/ 10 h 11"/>
                <a:gd name="T6" fmla="*/ 3 w 25"/>
                <a:gd name="T7" fmla="*/ 6 h 11"/>
                <a:gd name="T8" fmla="*/ 14 w 25"/>
                <a:gd name="T9" fmla="*/ 2 h 11"/>
                <a:gd name="T10" fmla="*/ 15 w 25"/>
                <a:gd name="T11" fmla="*/ 0 h 11"/>
                <a:gd name="T12" fmla="*/ 1 w 25"/>
                <a:gd name="T13" fmla="*/ 6 h 11"/>
                <a:gd name="T14" fmla="*/ 10 w 25"/>
                <a:gd name="T15" fmla="*/ 11 h 11"/>
                <a:gd name="T16" fmla="*/ 24 w 25"/>
                <a:gd name="T17" fmla="*/ 6 h 11"/>
                <a:gd name="T18" fmla="*/ 15 w 25"/>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11">
                  <a:moveTo>
                    <a:pt x="14" y="2"/>
                  </a:moveTo>
                  <a:cubicBezTo>
                    <a:pt x="19" y="2"/>
                    <a:pt x="22" y="3"/>
                    <a:pt x="21" y="6"/>
                  </a:cubicBezTo>
                  <a:cubicBezTo>
                    <a:pt x="20" y="8"/>
                    <a:pt x="15" y="9"/>
                    <a:pt x="11" y="10"/>
                  </a:cubicBezTo>
                  <a:cubicBezTo>
                    <a:pt x="6" y="10"/>
                    <a:pt x="3" y="8"/>
                    <a:pt x="3" y="6"/>
                  </a:cubicBezTo>
                  <a:cubicBezTo>
                    <a:pt x="4" y="3"/>
                    <a:pt x="9" y="2"/>
                    <a:pt x="14" y="2"/>
                  </a:cubicBezTo>
                  <a:moveTo>
                    <a:pt x="15" y="0"/>
                  </a:moveTo>
                  <a:cubicBezTo>
                    <a:pt x="8" y="0"/>
                    <a:pt x="2" y="3"/>
                    <a:pt x="1" y="6"/>
                  </a:cubicBezTo>
                  <a:cubicBezTo>
                    <a:pt x="0" y="8"/>
                    <a:pt x="4" y="11"/>
                    <a:pt x="10" y="11"/>
                  </a:cubicBezTo>
                  <a:cubicBezTo>
                    <a:pt x="16" y="11"/>
                    <a:pt x="22" y="8"/>
                    <a:pt x="24" y="6"/>
                  </a:cubicBezTo>
                  <a:cubicBezTo>
                    <a:pt x="25" y="3"/>
                    <a:pt x="21" y="0"/>
                    <a:pt x="1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901"/>
            <p:cNvSpPr>
              <a:spLocks/>
            </p:cNvSpPr>
            <p:nvPr/>
          </p:nvSpPr>
          <p:spPr bwMode="auto">
            <a:xfrm>
              <a:off x="881063" y="5478463"/>
              <a:ext cx="63500" cy="25400"/>
            </a:xfrm>
            <a:custGeom>
              <a:avLst/>
              <a:gdLst>
                <a:gd name="T0" fmla="*/ 9 w 23"/>
                <a:gd name="T1" fmla="*/ 9 h 9"/>
                <a:gd name="T2" fmla="*/ 1 w 23"/>
                <a:gd name="T3" fmla="*/ 5 h 9"/>
                <a:gd name="T4" fmla="*/ 13 w 23"/>
                <a:gd name="T5" fmla="*/ 0 h 9"/>
                <a:gd name="T6" fmla="*/ 21 w 23"/>
                <a:gd name="T7" fmla="*/ 5 h 9"/>
                <a:gd name="T8" fmla="*/ 9 w 23"/>
                <a:gd name="T9" fmla="*/ 9 h 9"/>
              </a:gdLst>
              <a:ahLst/>
              <a:cxnLst>
                <a:cxn ang="0">
                  <a:pos x="T0" y="T1"/>
                </a:cxn>
                <a:cxn ang="0">
                  <a:pos x="T2" y="T3"/>
                </a:cxn>
                <a:cxn ang="0">
                  <a:pos x="T4" y="T5"/>
                </a:cxn>
                <a:cxn ang="0">
                  <a:pos x="T6" y="T7"/>
                </a:cxn>
                <a:cxn ang="0">
                  <a:pos x="T8" y="T9"/>
                </a:cxn>
              </a:cxnLst>
              <a:rect l="0" t="0" r="r" b="b"/>
              <a:pathLst>
                <a:path w="23" h="9">
                  <a:moveTo>
                    <a:pt x="9" y="9"/>
                  </a:moveTo>
                  <a:cubicBezTo>
                    <a:pt x="4" y="9"/>
                    <a:pt x="0" y="7"/>
                    <a:pt x="1" y="5"/>
                  </a:cubicBezTo>
                  <a:cubicBezTo>
                    <a:pt x="2" y="2"/>
                    <a:pt x="8" y="0"/>
                    <a:pt x="13" y="0"/>
                  </a:cubicBezTo>
                  <a:cubicBezTo>
                    <a:pt x="19" y="0"/>
                    <a:pt x="23" y="2"/>
                    <a:pt x="21" y="5"/>
                  </a:cubicBezTo>
                  <a:cubicBezTo>
                    <a:pt x="20" y="7"/>
                    <a:pt x="15" y="9"/>
                    <a:pt x="9" y="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902"/>
            <p:cNvSpPr>
              <a:spLocks noEditPoints="1"/>
            </p:cNvSpPr>
            <p:nvPr/>
          </p:nvSpPr>
          <p:spPr bwMode="auto">
            <a:xfrm>
              <a:off x="877888" y="5478463"/>
              <a:ext cx="69850" cy="28575"/>
            </a:xfrm>
            <a:custGeom>
              <a:avLst/>
              <a:gdLst>
                <a:gd name="T0" fmla="*/ 14 w 25"/>
                <a:gd name="T1" fmla="*/ 1 h 10"/>
                <a:gd name="T2" fmla="*/ 21 w 25"/>
                <a:gd name="T3" fmla="*/ 5 h 10"/>
                <a:gd name="T4" fmla="*/ 11 w 25"/>
                <a:gd name="T5" fmla="*/ 9 h 10"/>
                <a:gd name="T6" fmla="*/ 3 w 25"/>
                <a:gd name="T7" fmla="*/ 5 h 10"/>
                <a:gd name="T8" fmla="*/ 14 w 25"/>
                <a:gd name="T9" fmla="*/ 1 h 10"/>
                <a:gd name="T10" fmla="*/ 15 w 25"/>
                <a:gd name="T11" fmla="*/ 0 h 10"/>
                <a:gd name="T12" fmla="*/ 1 w 25"/>
                <a:gd name="T13" fmla="*/ 5 h 10"/>
                <a:gd name="T14" fmla="*/ 10 w 25"/>
                <a:gd name="T15" fmla="*/ 10 h 10"/>
                <a:gd name="T16" fmla="*/ 24 w 25"/>
                <a:gd name="T17" fmla="*/ 5 h 10"/>
                <a:gd name="T18" fmla="*/ 15 w 25"/>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10">
                  <a:moveTo>
                    <a:pt x="14" y="1"/>
                  </a:moveTo>
                  <a:cubicBezTo>
                    <a:pt x="19" y="1"/>
                    <a:pt x="22" y="3"/>
                    <a:pt x="21" y="5"/>
                  </a:cubicBezTo>
                  <a:cubicBezTo>
                    <a:pt x="20" y="7"/>
                    <a:pt x="15" y="9"/>
                    <a:pt x="11" y="9"/>
                  </a:cubicBezTo>
                  <a:cubicBezTo>
                    <a:pt x="6" y="9"/>
                    <a:pt x="2" y="7"/>
                    <a:pt x="3" y="5"/>
                  </a:cubicBezTo>
                  <a:cubicBezTo>
                    <a:pt x="4" y="3"/>
                    <a:pt x="9" y="1"/>
                    <a:pt x="14" y="1"/>
                  </a:cubicBezTo>
                  <a:moveTo>
                    <a:pt x="15" y="0"/>
                  </a:moveTo>
                  <a:cubicBezTo>
                    <a:pt x="8" y="0"/>
                    <a:pt x="2" y="2"/>
                    <a:pt x="1" y="5"/>
                  </a:cubicBezTo>
                  <a:cubicBezTo>
                    <a:pt x="0" y="8"/>
                    <a:pt x="4" y="10"/>
                    <a:pt x="10" y="10"/>
                  </a:cubicBezTo>
                  <a:cubicBezTo>
                    <a:pt x="16" y="10"/>
                    <a:pt x="23" y="8"/>
                    <a:pt x="24" y="5"/>
                  </a:cubicBezTo>
                  <a:cubicBezTo>
                    <a:pt x="25" y="2"/>
                    <a:pt x="21" y="0"/>
                    <a:pt x="1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903"/>
            <p:cNvSpPr>
              <a:spLocks/>
            </p:cNvSpPr>
            <p:nvPr/>
          </p:nvSpPr>
          <p:spPr bwMode="auto">
            <a:xfrm>
              <a:off x="3019426" y="4541838"/>
              <a:ext cx="46038" cy="31750"/>
            </a:xfrm>
            <a:custGeom>
              <a:avLst/>
              <a:gdLst>
                <a:gd name="T0" fmla="*/ 7 w 16"/>
                <a:gd name="T1" fmla="*/ 11 h 11"/>
                <a:gd name="T2" fmla="*/ 0 w 16"/>
                <a:gd name="T3" fmla="*/ 5 h 11"/>
                <a:gd name="T4" fmla="*/ 9 w 16"/>
                <a:gd name="T5" fmla="*/ 0 h 11"/>
                <a:gd name="T6" fmla="*/ 15 w 16"/>
                <a:gd name="T7" fmla="*/ 5 h 11"/>
                <a:gd name="T8" fmla="*/ 7 w 16"/>
                <a:gd name="T9" fmla="*/ 11 h 11"/>
              </a:gdLst>
              <a:ahLst/>
              <a:cxnLst>
                <a:cxn ang="0">
                  <a:pos x="T0" y="T1"/>
                </a:cxn>
                <a:cxn ang="0">
                  <a:pos x="T2" y="T3"/>
                </a:cxn>
                <a:cxn ang="0">
                  <a:pos x="T4" y="T5"/>
                </a:cxn>
                <a:cxn ang="0">
                  <a:pos x="T6" y="T7"/>
                </a:cxn>
                <a:cxn ang="0">
                  <a:pos x="T8" y="T9"/>
                </a:cxn>
              </a:cxnLst>
              <a:rect l="0" t="0" r="r" b="b"/>
              <a:pathLst>
                <a:path w="16" h="11">
                  <a:moveTo>
                    <a:pt x="7" y="11"/>
                  </a:moveTo>
                  <a:cubicBezTo>
                    <a:pt x="3" y="11"/>
                    <a:pt x="0" y="8"/>
                    <a:pt x="0" y="5"/>
                  </a:cubicBezTo>
                  <a:cubicBezTo>
                    <a:pt x="1" y="2"/>
                    <a:pt x="5" y="0"/>
                    <a:pt x="9" y="0"/>
                  </a:cubicBezTo>
                  <a:cubicBezTo>
                    <a:pt x="13" y="0"/>
                    <a:pt x="16" y="2"/>
                    <a:pt x="15" y="5"/>
                  </a:cubicBezTo>
                  <a:cubicBezTo>
                    <a:pt x="15" y="8"/>
                    <a:pt x="11" y="11"/>
                    <a:pt x="7" y="11"/>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904"/>
            <p:cNvSpPr>
              <a:spLocks noEditPoints="1"/>
            </p:cNvSpPr>
            <p:nvPr/>
          </p:nvSpPr>
          <p:spPr bwMode="auto">
            <a:xfrm>
              <a:off x="3017838" y="4538663"/>
              <a:ext cx="49213" cy="34925"/>
            </a:xfrm>
            <a:custGeom>
              <a:avLst/>
              <a:gdLst>
                <a:gd name="T0" fmla="*/ 10 w 18"/>
                <a:gd name="T1" fmla="*/ 1 h 12"/>
                <a:gd name="T2" fmla="*/ 15 w 18"/>
                <a:gd name="T3" fmla="*/ 6 h 12"/>
                <a:gd name="T4" fmla="*/ 8 w 18"/>
                <a:gd name="T5" fmla="*/ 11 h 12"/>
                <a:gd name="T6" fmla="*/ 2 w 18"/>
                <a:gd name="T7" fmla="*/ 6 h 12"/>
                <a:gd name="T8" fmla="*/ 10 w 18"/>
                <a:gd name="T9" fmla="*/ 1 h 12"/>
                <a:gd name="T10" fmla="*/ 10 w 18"/>
                <a:gd name="T11" fmla="*/ 0 h 12"/>
                <a:gd name="T12" fmla="*/ 0 w 18"/>
                <a:gd name="T13" fmla="*/ 6 h 12"/>
                <a:gd name="T14" fmla="*/ 8 w 18"/>
                <a:gd name="T15" fmla="*/ 12 h 12"/>
                <a:gd name="T16" fmla="*/ 17 w 18"/>
                <a:gd name="T17" fmla="*/ 6 h 12"/>
                <a:gd name="T18" fmla="*/ 10 w 18"/>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12">
                  <a:moveTo>
                    <a:pt x="10" y="1"/>
                  </a:moveTo>
                  <a:cubicBezTo>
                    <a:pt x="13" y="1"/>
                    <a:pt x="16" y="4"/>
                    <a:pt x="15" y="6"/>
                  </a:cubicBezTo>
                  <a:cubicBezTo>
                    <a:pt x="15" y="9"/>
                    <a:pt x="11" y="11"/>
                    <a:pt x="8" y="11"/>
                  </a:cubicBezTo>
                  <a:cubicBezTo>
                    <a:pt x="4" y="11"/>
                    <a:pt x="2" y="9"/>
                    <a:pt x="2" y="6"/>
                  </a:cubicBezTo>
                  <a:cubicBezTo>
                    <a:pt x="3" y="4"/>
                    <a:pt x="6" y="1"/>
                    <a:pt x="10" y="1"/>
                  </a:cubicBezTo>
                  <a:moveTo>
                    <a:pt x="10" y="0"/>
                  </a:moveTo>
                  <a:cubicBezTo>
                    <a:pt x="5" y="0"/>
                    <a:pt x="1" y="3"/>
                    <a:pt x="0" y="6"/>
                  </a:cubicBezTo>
                  <a:cubicBezTo>
                    <a:pt x="0" y="10"/>
                    <a:pt x="3" y="12"/>
                    <a:pt x="8" y="12"/>
                  </a:cubicBezTo>
                  <a:cubicBezTo>
                    <a:pt x="12" y="12"/>
                    <a:pt x="17" y="10"/>
                    <a:pt x="17" y="6"/>
                  </a:cubicBezTo>
                  <a:cubicBezTo>
                    <a:pt x="18" y="3"/>
                    <a:pt x="15" y="0"/>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905"/>
            <p:cNvSpPr>
              <a:spLocks/>
            </p:cNvSpPr>
            <p:nvPr/>
          </p:nvSpPr>
          <p:spPr bwMode="auto">
            <a:xfrm>
              <a:off x="2386013" y="4706938"/>
              <a:ext cx="53975" cy="28575"/>
            </a:xfrm>
            <a:custGeom>
              <a:avLst/>
              <a:gdLst>
                <a:gd name="T0" fmla="*/ 8 w 19"/>
                <a:gd name="T1" fmla="*/ 10 h 10"/>
                <a:gd name="T2" fmla="*/ 1 w 19"/>
                <a:gd name="T3" fmla="*/ 5 h 10"/>
                <a:gd name="T4" fmla="*/ 11 w 19"/>
                <a:gd name="T5" fmla="*/ 0 h 10"/>
                <a:gd name="T6" fmla="*/ 18 w 19"/>
                <a:gd name="T7" fmla="*/ 5 h 10"/>
                <a:gd name="T8" fmla="*/ 8 w 19"/>
                <a:gd name="T9" fmla="*/ 10 h 10"/>
              </a:gdLst>
              <a:ahLst/>
              <a:cxnLst>
                <a:cxn ang="0">
                  <a:pos x="T0" y="T1"/>
                </a:cxn>
                <a:cxn ang="0">
                  <a:pos x="T2" y="T3"/>
                </a:cxn>
                <a:cxn ang="0">
                  <a:pos x="T4" y="T5"/>
                </a:cxn>
                <a:cxn ang="0">
                  <a:pos x="T6" y="T7"/>
                </a:cxn>
                <a:cxn ang="0">
                  <a:pos x="T8" y="T9"/>
                </a:cxn>
              </a:cxnLst>
              <a:rect l="0" t="0" r="r" b="b"/>
              <a:pathLst>
                <a:path w="19" h="10">
                  <a:moveTo>
                    <a:pt x="8" y="10"/>
                  </a:moveTo>
                  <a:cubicBezTo>
                    <a:pt x="3" y="10"/>
                    <a:pt x="0" y="8"/>
                    <a:pt x="1" y="5"/>
                  </a:cubicBezTo>
                  <a:cubicBezTo>
                    <a:pt x="2" y="2"/>
                    <a:pt x="6" y="0"/>
                    <a:pt x="11" y="0"/>
                  </a:cubicBezTo>
                  <a:cubicBezTo>
                    <a:pt x="16" y="0"/>
                    <a:pt x="19" y="2"/>
                    <a:pt x="18" y="5"/>
                  </a:cubicBezTo>
                  <a:cubicBezTo>
                    <a:pt x="17" y="8"/>
                    <a:pt x="12" y="10"/>
                    <a:pt x="8" y="10"/>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906"/>
            <p:cNvSpPr>
              <a:spLocks noEditPoints="1"/>
            </p:cNvSpPr>
            <p:nvPr/>
          </p:nvSpPr>
          <p:spPr bwMode="auto">
            <a:xfrm>
              <a:off x="2382838" y="4705350"/>
              <a:ext cx="58738" cy="33337"/>
            </a:xfrm>
            <a:custGeom>
              <a:avLst/>
              <a:gdLst>
                <a:gd name="T0" fmla="*/ 12 w 21"/>
                <a:gd name="T1" fmla="*/ 2 h 12"/>
                <a:gd name="T2" fmla="*/ 18 w 21"/>
                <a:gd name="T3" fmla="*/ 6 h 12"/>
                <a:gd name="T4" fmla="*/ 9 w 21"/>
                <a:gd name="T5" fmla="*/ 11 h 12"/>
                <a:gd name="T6" fmla="*/ 3 w 21"/>
                <a:gd name="T7" fmla="*/ 6 h 12"/>
                <a:gd name="T8" fmla="*/ 12 w 21"/>
                <a:gd name="T9" fmla="*/ 2 h 12"/>
                <a:gd name="T10" fmla="*/ 12 w 21"/>
                <a:gd name="T11" fmla="*/ 0 h 12"/>
                <a:gd name="T12" fmla="*/ 1 w 21"/>
                <a:gd name="T13" fmla="*/ 6 h 12"/>
                <a:gd name="T14" fmla="*/ 9 w 21"/>
                <a:gd name="T15" fmla="*/ 12 h 12"/>
                <a:gd name="T16" fmla="*/ 20 w 21"/>
                <a:gd name="T17" fmla="*/ 6 h 12"/>
                <a:gd name="T18" fmla="*/ 12 w 21"/>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12">
                  <a:moveTo>
                    <a:pt x="12" y="2"/>
                  </a:moveTo>
                  <a:cubicBezTo>
                    <a:pt x="16" y="2"/>
                    <a:pt x="18" y="4"/>
                    <a:pt x="18" y="6"/>
                  </a:cubicBezTo>
                  <a:cubicBezTo>
                    <a:pt x="17" y="9"/>
                    <a:pt x="13" y="11"/>
                    <a:pt x="9" y="11"/>
                  </a:cubicBezTo>
                  <a:cubicBezTo>
                    <a:pt x="5" y="11"/>
                    <a:pt x="2" y="9"/>
                    <a:pt x="3" y="6"/>
                  </a:cubicBezTo>
                  <a:cubicBezTo>
                    <a:pt x="4" y="4"/>
                    <a:pt x="8" y="2"/>
                    <a:pt x="12" y="2"/>
                  </a:cubicBezTo>
                  <a:moveTo>
                    <a:pt x="12" y="0"/>
                  </a:moveTo>
                  <a:cubicBezTo>
                    <a:pt x="7" y="0"/>
                    <a:pt x="2" y="3"/>
                    <a:pt x="1" y="6"/>
                  </a:cubicBezTo>
                  <a:cubicBezTo>
                    <a:pt x="0" y="10"/>
                    <a:pt x="3" y="12"/>
                    <a:pt x="9" y="12"/>
                  </a:cubicBezTo>
                  <a:cubicBezTo>
                    <a:pt x="14" y="12"/>
                    <a:pt x="19" y="10"/>
                    <a:pt x="20" y="6"/>
                  </a:cubicBezTo>
                  <a:cubicBezTo>
                    <a:pt x="21" y="3"/>
                    <a:pt x="17" y="0"/>
                    <a:pt x="1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907"/>
            <p:cNvSpPr>
              <a:spLocks/>
            </p:cNvSpPr>
            <p:nvPr/>
          </p:nvSpPr>
          <p:spPr bwMode="auto">
            <a:xfrm>
              <a:off x="2846388" y="4573588"/>
              <a:ext cx="44450" cy="30162"/>
            </a:xfrm>
            <a:custGeom>
              <a:avLst/>
              <a:gdLst>
                <a:gd name="T0" fmla="*/ 7 w 16"/>
                <a:gd name="T1" fmla="*/ 11 h 11"/>
                <a:gd name="T2" fmla="*/ 0 w 16"/>
                <a:gd name="T3" fmla="*/ 5 h 11"/>
                <a:gd name="T4" fmla="*/ 9 w 16"/>
                <a:gd name="T5" fmla="*/ 0 h 11"/>
                <a:gd name="T6" fmla="*/ 16 w 16"/>
                <a:gd name="T7" fmla="*/ 5 h 11"/>
                <a:gd name="T8" fmla="*/ 7 w 16"/>
                <a:gd name="T9" fmla="*/ 11 h 11"/>
              </a:gdLst>
              <a:ahLst/>
              <a:cxnLst>
                <a:cxn ang="0">
                  <a:pos x="T0" y="T1"/>
                </a:cxn>
                <a:cxn ang="0">
                  <a:pos x="T2" y="T3"/>
                </a:cxn>
                <a:cxn ang="0">
                  <a:pos x="T4" y="T5"/>
                </a:cxn>
                <a:cxn ang="0">
                  <a:pos x="T6" y="T7"/>
                </a:cxn>
                <a:cxn ang="0">
                  <a:pos x="T8" y="T9"/>
                </a:cxn>
              </a:cxnLst>
              <a:rect l="0" t="0" r="r" b="b"/>
              <a:pathLst>
                <a:path w="16" h="11">
                  <a:moveTo>
                    <a:pt x="7" y="11"/>
                  </a:moveTo>
                  <a:cubicBezTo>
                    <a:pt x="3" y="11"/>
                    <a:pt x="0" y="9"/>
                    <a:pt x="0" y="5"/>
                  </a:cubicBezTo>
                  <a:cubicBezTo>
                    <a:pt x="1" y="2"/>
                    <a:pt x="5" y="0"/>
                    <a:pt x="9" y="0"/>
                  </a:cubicBezTo>
                  <a:cubicBezTo>
                    <a:pt x="14" y="0"/>
                    <a:pt x="16" y="2"/>
                    <a:pt x="16" y="5"/>
                  </a:cubicBezTo>
                  <a:cubicBezTo>
                    <a:pt x="15" y="8"/>
                    <a:pt x="11" y="11"/>
                    <a:pt x="7" y="11"/>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908"/>
            <p:cNvSpPr>
              <a:spLocks noEditPoints="1"/>
            </p:cNvSpPr>
            <p:nvPr/>
          </p:nvSpPr>
          <p:spPr bwMode="auto">
            <a:xfrm>
              <a:off x="2843213" y="4570413"/>
              <a:ext cx="53975" cy="36512"/>
            </a:xfrm>
            <a:custGeom>
              <a:avLst/>
              <a:gdLst>
                <a:gd name="T0" fmla="*/ 10 w 19"/>
                <a:gd name="T1" fmla="*/ 2 h 13"/>
                <a:gd name="T2" fmla="*/ 16 w 19"/>
                <a:gd name="T3" fmla="*/ 6 h 13"/>
                <a:gd name="T4" fmla="*/ 8 w 19"/>
                <a:gd name="T5" fmla="*/ 11 h 13"/>
                <a:gd name="T6" fmla="*/ 2 w 19"/>
                <a:gd name="T7" fmla="*/ 6 h 13"/>
                <a:gd name="T8" fmla="*/ 10 w 19"/>
                <a:gd name="T9" fmla="*/ 2 h 13"/>
                <a:gd name="T10" fmla="*/ 10 w 19"/>
                <a:gd name="T11" fmla="*/ 0 h 13"/>
                <a:gd name="T12" fmla="*/ 0 w 19"/>
                <a:gd name="T13" fmla="*/ 6 h 13"/>
                <a:gd name="T14" fmla="*/ 8 w 19"/>
                <a:gd name="T15" fmla="*/ 13 h 13"/>
                <a:gd name="T16" fmla="*/ 18 w 19"/>
                <a:gd name="T17" fmla="*/ 6 h 13"/>
                <a:gd name="T18" fmla="*/ 10 w 19"/>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13">
                  <a:moveTo>
                    <a:pt x="10" y="2"/>
                  </a:moveTo>
                  <a:cubicBezTo>
                    <a:pt x="14" y="2"/>
                    <a:pt x="16" y="4"/>
                    <a:pt x="16" y="6"/>
                  </a:cubicBezTo>
                  <a:cubicBezTo>
                    <a:pt x="15" y="9"/>
                    <a:pt x="12" y="11"/>
                    <a:pt x="8" y="11"/>
                  </a:cubicBezTo>
                  <a:cubicBezTo>
                    <a:pt x="4" y="11"/>
                    <a:pt x="2" y="9"/>
                    <a:pt x="2" y="6"/>
                  </a:cubicBezTo>
                  <a:cubicBezTo>
                    <a:pt x="3" y="4"/>
                    <a:pt x="6" y="2"/>
                    <a:pt x="10" y="2"/>
                  </a:cubicBezTo>
                  <a:moveTo>
                    <a:pt x="10" y="0"/>
                  </a:moveTo>
                  <a:cubicBezTo>
                    <a:pt x="6" y="0"/>
                    <a:pt x="1" y="3"/>
                    <a:pt x="0" y="6"/>
                  </a:cubicBezTo>
                  <a:cubicBezTo>
                    <a:pt x="0" y="10"/>
                    <a:pt x="3" y="13"/>
                    <a:pt x="8" y="13"/>
                  </a:cubicBezTo>
                  <a:cubicBezTo>
                    <a:pt x="12" y="13"/>
                    <a:pt x="17" y="10"/>
                    <a:pt x="18" y="6"/>
                  </a:cubicBezTo>
                  <a:cubicBezTo>
                    <a:pt x="19" y="3"/>
                    <a:pt x="15" y="0"/>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909"/>
            <p:cNvSpPr>
              <a:spLocks/>
            </p:cNvSpPr>
            <p:nvPr/>
          </p:nvSpPr>
          <p:spPr bwMode="auto">
            <a:xfrm>
              <a:off x="2487613" y="4545013"/>
              <a:ext cx="50800" cy="33337"/>
            </a:xfrm>
            <a:custGeom>
              <a:avLst/>
              <a:gdLst>
                <a:gd name="T0" fmla="*/ 7 w 18"/>
                <a:gd name="T1" fmla="*/ 11 h 12"/>
                <a:gd name="T2" fmla="*/ 1 w 18"/>
                <a:gd name="T3" fmla="*/ 6 h 12"/>
                <a:gd name="T4" fmla="*/ 11 w 18"/>
                <a:gd name="T5" fmla="*/ 0 h 12"/>
                <a:gd name="T6" fmla="*/ 17 w 18"/>
                <a:gd name="T7" fmla="*/ 6 h 12"/>
                <a:gd name="T8" fmla="*/ 7 w 18"/>
                <a:gd name="T9" fmla="*/ 11 h 12"/>
              </a:gdLst>
              <a:ahLst/>
              <a:cxnLst>
                <a:cxn ang="0">
                  <a:pos x="T0" y="T1"/>
                </a:cxn>
                <a:cxn ang="0">
                  <a:pos x="T2" y="T3"/>
                </a:cxn>
                <a:cxn ang="0">
                  <a:pos x="T4" y="T5"/>
                </a:cxn>
                <a:cxn ang="0">
                  <a:pos x="T6" y="T7"/>
                </a:cxn>
                <a:cxn ang="0">
                  <a:pos x="T8" y="T9"/>
                </a:cxn>
              </a:cxnLst>
              <a:rect l="0" t="0" r="r" b="b"/>
              <a:pathLst>
                <a:path w="18" h="12">
                  <a:moveTo>
                    <a:pt x="7" y="11"/>
                  </a:moveTo>
                  <a:cubicBezTo>
                    <a:pt x="3" y="12"/>
                    <a:pt x="0" y="9"/>
                    <a:pt x="1" y="6"/>
                  </a:cubicBezTo>
                  <a:cubicBezTo>
                    <a:pt x="2" y="3"/>
                    <a:pt x="6" y="0"/>
                    <a:pt x="11" y="0"/>
                  </a:cubicBezTo>
                  <a:cubicBezTo>
                    <a:pt x="15" y="0"/>
                    <a:pt x="18" y="3"/>
                    <a:pt x="17" y="6"/>
                  </a:cubicBezTo>
                  <a:cubicBezTo>
                    <a:pt x="16" y="9"/>
                    <a:pt x="12" y="11"/>
                    <a:pt x="7" y="11"/>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910"/>
            <p:cNvSpPr>
              <a:spLocks noEditPoints="1"/>
            </p:cNvSpPr>
            <p:nvPr/>
          </p:nvSpPr>
          <p:spPr bwMode="auto">
            <a:xfrm>
              <a:off x="2484438" y="4545013"/>
              <a:ext cx="55563" cy="33337"/>
            </a:xfrm>
            <a:custGeom>
              <a:avLst/>
              <a:gdLst>
                <a:gd name="T0" fmla="*/ 11 w 20"/>
                <a:gd name="T1" fmla="*/ 1 h 12"/>
                <a:gd name="T2" fmla="*/ 17 w 20"/>
                <a:gd name="T3" fmla="*/ 6 h 12"/>
                <a:gd name="T4" fmla="*/ 9 w 20"/>
                <a:gd name="T5" fmla="*/ 11 h 12"/>
                <a:gd name="T6" fmla="*/ 3 w 20"/>
                <a:gd name="T7" fmla="*/ 6 h 12"/>
                <a:gd name="T8" fmla="*/ 11 w 20"/>
                <a:gd name="T9" fmla="*/ 1 h 12"/>
                <a:gd name="T10" fmla="*/ 12 w 20"/>
                <a:gd name="T11" fmla="*/ 0 h 12"/>
                <a:gd name="T12" fmla="*/ 1 w 20"/>
                <a:gd name="T13" fmla="*/ 6 h 12"/>
                <a:gd name="T14" fmla="*/ 8 w 20"/>
                <a:gd name="T15" fmla="*/ 12 h 12"/>
                <a:gd name="T16" fmla="*/ 19 w 20"/>
                <a:gd name="T17" fmla="*/ 6 h 12"/>
                <a:gd name="T18" fmla="*/ 12 w 20"/>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12">
                  <a:moveTo>
                    <a:pt x="11" y="1"/>
                  </a:moveTo>
                  <a:cubicBezTo>
                    <a:pt x="15" y="1"/>
                    <a:pt x="18" y="3"/>
                    <a:pt x="17" y="6"/>
                  </a:cubicBezTo>
                  <a:cubicBezTo>
                    <a:pt x="16" y="9"/>
                    <a:pt x="12" y="11"/>
                    <a:pt x="9" y="11"/>
                  </a:cubicBezTo>
                  <a:cubicBezTo>
                    <a:pt x="5" y="11"/>
                    <a:pt x="2" y="9"/>
                    <a:pt x="3" y="6"/>
                  </a:cubicBezTo>
                  <a:cubicBezTo>
                    <a:pt x="4" y="3"/>
                    <a:pt x="8" y="1"/>
                    <a:pt x="11" y="1"/>
                  </a:cubicBezTo>
                  <a:moveTo>
                    <a:pt x="12" y="0"/>
                  </a:moveTo>
                  <a:cubicBezTo>
                    <a:pt x="7" y="0"/>
                    <a:pt x="2" y="3"/>
                    <a:pt x="1" y="6"/>
                  </a:cubicBezTo>
                  <a:cubicBezTo>
                    <a:pt x="0" y="9"/>
                    <a:pt x="3" y="12"/>
                    <a:pt x="8" y="12"/>
                  </a:cubicBezTo>
                  <a:cubicBezTo>
                    <a:pt x="13" y="12"/>
                    <a:pt x="18" y="9"/>
                    <a:pt x="19" y="6"/>
                  </a:cubicBezTo>
                  <a:cubicBezTo>
                    <a:pt x="20" y="2"/>
                    <a:pt x="17" y="0"/>
                    <a:pt x="1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911"/>
            <p:cNvSpPr>
              <a:spLocks/>
            </p:cNvSpPr>
            <p:nvPr/>
          </p:nvSpPr>
          <p:spPr bwMode="auto">
            <a:xfrm>
              <a:off x="836613" y="5299075"/>
              <a:ext cx="63500" cy="25400"/>
            </a:xfrm>
            <a:custGeom>
              <a:avLst/>
              <a:gdLst>
                <a:gd name="T0" fmla="*/ 10 w 23"/>
                <a:gd name="T1" fmla="*/ 9 h 9"/>
                <a:gd name="T2" fmla="*/ 2 w 23"/>
                <a:gd name="T3" fmla="*/ 4 h 9"/>
                <a:gd name="T4" fmla="*/ 14 w 23"/>
                <a:gd name="T5" fmla="*/ 0 h 9"/>
                <a:gd name="T6" fmla="*/ 22 w 23"/>
                <a:gd name="T7" fmla="*/ 4 h 9"/>
                <a:gd name="T8" fmla="*/ 10 w 23"/>
                <a:gd name="T9" fmla="*/ 9 h 9"/>
              </a:gdLst>
              <a:ahLst/>
              <a:cxnLst>
                <a:cxn ang="0">
                  <a:pos x="T0" y="T1"/>
                </a:cxn>
                <a:cxn ang="0">
                  <a:pos x="T2" y="T3"/>
                </a:cxn>
                <a:cxn ang="0">
                  <a:pos x="T4" y="T5"/>
                </a:cxn>
                <a:cxn ang="0">
                  <a:pos x="T6" y="T7"/>
                </a:cxn>
                <a:cxn ang="0">
                  <a:pos x="T8" y="T9"/>
                </a:cxn>
              </a:cxnLst>
              <a:rect l="0" t="0" r="r" b="b"/>
              <a:pathLst>
                <a:path w="23" h="9">
                  <a:moveTo>
                    <a:pt x="10" y="9"/>
                  </a:moveTo>
                  <a:cubicBezTo>
                    <a:pt x="4" y="9"/>
                    <a:pt x="0" y="7"/>
                    <a:pt x="2" y="4"/>
                  </a:cubicBezTo>
                  <a:cubicBezTo>
                    <a:pt x="3" y="2"/>
                    <a:pt x="8" y="0"/>
                    <a:pt x="14" y="0"/>
                  </a:cubicBezTo>
                  <a:cubicBezTo>
                    <a:pt x="19" y="0"/>
                    <a:pt x="23" y="2"/>
                    <a:pt x="22" y="4"/>
                  </a:cubicBezTo>
                  <a:cubicBezTo>
                    <a:pt x="21" y="7"/>
                    <a:pt x="15" y="9"/>
                    <a:pt x="10" y="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912"/>
            <p:cNvSpPr>
              <a:spLocks noEditPoints="1"/>
            </p:cNvSpPr>
            <p:nvPr/>
          </p:nvSpPr>
          <p:spPr bwMode="auto">
            <a:xfrm>
              <a:off x="833438" y="5297488"/>
              <a:ext cx="69850" cy="26987"/>
            </a:xfrm>
            <a:custGeom>
              <a:avLst/>
              <a:gdLst>
                <a:gd name="T0" fmla="*/ 15 w 25"/>
                <a:gd name="T1" fmla="*/ 2 h 10"/>
                <a:gd name="T2" fmla="*/ 22 w 25"/>
                <a:gd name="T3" fmla="*/ 5 h 10"/>
                <a:gd name="T4" fmla="*/ 11 w 25"/>
                <a:gd name="T5" fmla="*/ 9 h 10"/>
                <a:gd name="T6" fmla="*/ 4 w 25"/>
                <a:gd name="T7" fmla="*/ 5 h 10"/>
                <a:gd name="T8" fmla="*/ 15 w 25"/>
                <a:gd name="T9" fmla="*/ 2 h 10"/>
                <a:gd name="T10" fmla="*/ 15 w 25"/>
                <a:gd name="T11" fmla="*/ 0 h 10"/>
                <a:gd name="T12" fmla="*/ 1 w 25"/>
                <a:gd name="T13" fmla="*/ 5 h 10"/>
                <a:gd name="T14" fmla="*/ 10 w 25"/>
                <a:gd name="T15" fmla="*/ 10 h 10"/>
                <a:gd name="T16" fmla="*/ 24 w 25"/>
                <a:gd name="T17" fmla="*/ 5 h 10"/>
                <a:gd name="T18" fmla="*/ 15 w 25"/>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10">
                  <a:moveTo>
                    <a:pt x="15" y="2"/>
                  </a:moveTo>
                  <a:cubicBezTo>
                    <a:pt x="19" y="2"/>
                    <a:pt x="23" y="3"/>
                    <a:pt x="22" y="5"/>
                  </a:cubicBezTo>
                  <a:cubicBezTo>
                    <a:pt x="21" y="8"/>
                    <a:pt x="16" y="9"/>
                    <a:pt x="11" y="9"/>
                  </a:cubicBezTo>
                  <a:cubicBezTo>
                    <a:pt x="6" y="9"/>
                    <a:pt x="3" y="8"/>
                    <a:pt x="4" y="5"/>
                  </a:cubicBezTo>
                  <a:cubicBezTo>
                    <a:pt x="5" y="3"/>
                    <a:pt x="10" y="2"/>
                    <a:pt x="15" y="2"/>
                  </a:cubicBezTo>
                  <a:moveTo>
                    <a:pt x="15" y="0"/>
                  </a:moveTo>
                  <a:cubicBezTo>
                    <a:pt x="9" y="0"/>
                    <a:pt x="3" y="3"/>
                    <a:pt x="1" y="5"/>
                  </a:cubicBezTo>
                  <a:cubicBezTo>
                    <a:pt x="0" y="8"/>
                    <a:pt x="4" y="10"/>
                    <a:pt x="10" y="10"/>
                  </a:cubicBezTo>
                  <a:cubicBezTo>
                    <a:pt x="17" y="10"/>
                    <a:pt x="23" y="8"/>
                    <a:pt x="24" y="5"/>
                  </a:cubicBezTo>
                  <a:cubicBezTo>
                    <a:pt x="25" y="3"/>
                    <a:pt x="21" y="0"/>
                    <a:pt x="1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913"/>
            <p:cNvSpPr>
              <a:spLocks/>
            </p:cNvSpPr>
            <p:nvPr/>
          </p:nvSpPr>
          <p:spPr bwMode="auto">
            <a:xfrm>
              <a:off x="1949451" y="4943475"/>
              <a:ext cx="52388" cy="25400"/>
            </a:xfrm>
            <a:custGeom>
              <a:avLst/>
              <a:gdLst>
                <a:gd name="T0" fmla="*/ 8 w 19"/>
                <a:gd name="T1" fmla="*/ 9 h 9"/>
                <a:gd name="T2" fmla="*/ 1 w 19"/>
                <a:gd name="T3" fmla="*/ 5 h 9"/>
                <a:gd name="T4" fmla="*/ 11 w 19"/>
                <a:gd name="T5" fmla="*/ 0 h 9"/>
                <a:gd name="T6" fmla="*/ 18 w 19"/>
                <a:gd name="T7" fmla="*/ 5 h 9"/>
                <a:gd name="T8" fmla="*/ 8 w 19"/>
                <a:gd name="T9" fmla="*/ 9 h 9"/>
              </a:gdLst>
              <a:ahLst/>
              <a:cxnLst>
                <a:cxn ang="0">
                  <a:pos x="T0" y="T1"/>
                </a:cxn>
                <a:cxn ang="0">
                  <a:pos x="T2" y="T3"/>
                </a:cxn>
                <a:cxn ang="0">
                  <a:pos x="T4" y="T5"/>
                </a:cxn>
                <a:cxn ang="0">
                  <a:pos x="T6" y="T7"/>
                </a:cxn>
                <a:cxn ang="0">
                  <a:pos x="T8" y="T9"/>
                </a:cxn>
              </a:cxnLst>
              <a:rect l="0" t="0" r="r" b="b"/>
              <a:pathLst>
                <a:path w="19" h="9">
                  <a:moveTo>
                    <a:pt x="8" y="9"/>
                  </a:moveTo>
                  <a:cubicBezTo>
                    <a:pt x="3" y="9"/>
                    <a:pt x="0" y="7"/>
                    <a:pt x="1" y="5"/>
                  </a:cubicBezTo>
                  <a:cubicBezTo>
                    <a:pt x="2" y="2"/>
                    <a:pt x="6" y="0"/>
                    <a:pt x="11" y="0"/>
                  </a:cubicBezTo>
                  <a:cubicBezTo>
                    <a:pt x="16" y="0"/>
                    <a:pt x="19" y="2"/>
                    <a:pt x="18" y="5"/>
                  </a:cubicBezTo>
                  <a:cubicBezTo>
                    <a:pt x="17" y="7"/>
                    <a:pt x="13" y="9"/>
                    <a:pt x="8" y="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914"/>
            <p:cNvSpPr>
              <a:spLocks noEditPoints="1"/>
            </p:cNvSpPr>
            <p:nvPr/>
          </p:nvSpPr>
          <p:spPr bwMode="auto">
            <a:xfrm>
              <a:off x="1943101" y="4940300"/>
              <a:ext cx="65088" cy="31750"/>
            </a:xfrm>
            <a:custGeom>
              <a:avLst/>
              <a:gdLst>
                <a:gd name="T0" fmla="*/ 13 w 23"/>
                <a:gd name="T1" fmla="*/ 2 h 11"/>
                <a:gd name="T2" fmla="*/ 19 w 23"/>
                <a:gd name="T3" fmla="*/ 6 h 11"/>
                <a:gd name="T4" fmla="*/ 10 w 23"/>
                <a:gd name="T5" fmla="*/ 10 h 11"/>
                <a:gd name="T6" fmla="*/ 4 w 23"/>
                <a:gd name="T7" fmla="*/ 6 h 11"/>
                <a:gd name="T8" fmla="*/ 13 w 23"/>
                <a:gd name="T9" fmla="*/ 2 h 11"/>
                <a:gd name="T10" fmla="*/ 13 w 23"/>
                <a:gd name="T11" fmla="*/ 0 h 11"/>
                <a:gd name="T12" fmla="*/ 1 w 23"/>
                <a:gd name="T13" fmla="*/ 6 h 11"/>
                <a:gd name="T14" fmla="*/ 10 w 23"/>
                <a:gd name="T15" fmla="*/ 11 h 11"/>
                <a:gd name="T16" fmla="*/ 22 w 23"/>
                <a:gd name="T17" fmla="*/ 6 h 11"/>
                <a:gd name="T18" fmla="*/ 13 w 23"/>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1">
                  <a:moveTo>
                    <a:pt x="13" y="2"/>
                  </a:moveTo>
                  <a:cubicBezTo>
                    <a:pt x="17" y="1"/>
                    <a:pt x="20" y="3"/>
                    <a:pt x="19" y="6"/>
                  </a:cubicBezTo>
                  <a:cubicBezTo>
                    <a:pt x="18" y="8"/>
                    <a:pt x="14" y="10"/>
                    <a:pt x="10" y="10"/>
                  </a:cubicBezTo>
                  <a:cubicBezTo>
                    <a:pt x="6" y="10"/>
                    <a:pt x="3" y="8"/>
                    <a:pt x="4" y="6"/>
                  </a:cubicBezTo>
                  <a:cubicBezTo>
                    <a:pt x="5" y="3"/>
                    <a:pt x="9" y="2"/>
                    <a:pt x="13" y="2"/>
                  </a:cubicBezTo>
                  <a:moveTo>
                    <a:pt x="13" y="0"/>
                  </a:moveTo>
                  <a:cubicBezTo>
                    <a:pt x="8" y="0"/>
                    <a:pt x="3" y="3"/>
                    <a:pt x="1" y="6"/>
                  </a:cubicBezTo>
                  <a:cubicBezTo>
                    <a:pt x="0" y="9"/>
                    <a:pt x="4" y="11"/>
                    <a:pt x="10" y="11"/>
                  </a:cubicBezTo>
                  <a:cubicBezTo>
                    <a:pt x="15" y="11"/>
                    <a:pt x="20" y="9"/>
                    <a:pt x="22" y="6"/>
                  </a:cubicBezTo>
                  <a:cubicBezTo>
                    <a:pt x="23" y="3"/>
                    <a:pt x="19" y="0"/>
                    <a:pt x="1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915"/>
            <p:cNvSpPr>
              <a:spLocks/>
            </p:cNvSpPr>
            <p:nvPr/>
          </p:nvSpPr>
          <p:spPr bwMode="auto">
            <a:xfrm>
              <a:off x="776288" y="5210175"/>
              <a:ext cx="65088" cy="25400"/>
            </a:xfrm>
            <a:custGeom>
              <a:avLst/>
              <a:gdLst>
                <a:gd name="T0" fmla="*/ 9 w 23"/>
                <a:gd name="T1" fmla="*/ 9 h 9"/>
                <a:gd name="T2" fmla="*/ 1 w 23"/>
                <a:gd name="T3" fmla="*/ 4 h 9"/>
                <a:gd name="T4" fmla="*/ 14 w 23"/>
                <a:gd name="T5" fmla="*/ 0 h 9"/>
                <a:gd name="T6" fmla="*/ 22 w 23"/>
                <a:gd name="T7" fmla="*/ 4 h 9"/>
                <a:gd name="T8" fmla="*/ 9 w 23"/>
                <a:gd name="T9" fmla="*/ 9 h 9"/>
              </a:gdLst>
              <a:ahLst/>
              <a:cxnLst>
                <a:cxn ang="0">
                  <a:pos x="T0" y="T1"/>
                </a:cxn>
                <a:cxn ang="0">
                  <a:pos x="T2" y="T3"/>
                </a:cxn>
                <a:cxn ang="0">
                  <a:pos x="T4" y="T5"/>
                </a:cxn>
                <a:cxn ang="0">
                  <a:pos x="T6" y="T7"/>
                </a:cxn>
                <a:cxn ang="0">
                  <a:pos x="T8" y="T9"/>
                </a:cxn>
              </a:cxnLst>
              <a:rect l="0" t="0" r="r" b="b"/>
              <a:pathLst>
                <a:path w="23" h="9">
                  <a:moveTo>
                    <a:pt x="9" y="9"/>
                  </a:moveTo>
                  <a:cubicBezTo>
                    <a:pt x="4" y="9"/>
                    <a:pt x="0" y="7"/>
                    <a:pt x="1" y="4"/>
                  </a:cubicBezTo>
                  <a:cubicBezTo>
                    <a:pt x="3" y="2"/>
                    <a:pt x="8" y="0"/>
                    <a:pt x="14" y="0"/>
                  </a:cubicBezTo>
                  <a:cubicBezTo>
                    <a:pt x="19" y="0"/>
                    <a:pt x="23" y="2"/>
                    <a:pt x="22" y="4"/>
                  </a:cubicBezTo>
                  <a:cubicBezTo>
                    <a:pt x="21" y="7"/>
                    <a:pt x="15" y="9"/>
                    <a:pt x="9" y="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916"/>
            <p:cNvSpPr>
              <a:spLocks noEditPoints="1"/>
            </p:cNvSpPr>
            <p:nvPr/>
          </p:nvSpPr>
          <p:spPr bwMode="auto">
            <a:xfrm>
              <a:off x="774701" y="5207000"/>
              <a:ext cx="69850" cy="28575"/>
            </a:xfrm>
            <a:custGeom>
              <a:avLst/>
              <a:gdLst>
                <a:gd name="T0" fmla="*/ 14 w 25"/>
                <a:gd name="T1" fmla="*/ 1 h 10"/>
                <a:gd name="T2" fmla="*/ 21 w 25"/>
                <a:gd name="T3" fmla="*/ 5 h 10"/>
                <a:gd name="T4" fmla="*/ 11 w 25"/>
                <a:gd name="T5" fmla="*/ 9 h 10"/>
                <a:gd name="T6" fmla="*/ 4 w 25"/>
                <a:gd name="T7" fmla="*/ 5 h 10"/>
                <a:gd name="T8" fmla="*/ 14 w 25"/>
                <a:gd name="T9" fmla="*/ 1 h 10"/>
                <a:gd name="T10" fmla="*/ 15 w 25"/>
                <a:gd name="T11" fmla="*/ 0 h 10"/>
                <a:gd name="T12" fmla="*/ 1 w 25"/>
                <a:gd name="T13" fmla="*/ 5 h 10"/>
                <a:gd name="T14" fmla="*/ 10 w 25"/>
                <a:gd name="T15" fmla="*/ 10 h 10"/>
                <a:gd name="T16" fmla="*/ 24 w 25"/>
                <a:gd name="T17" fmla="*/ 5 h 10"/>
                <a:gd name="T18" fmla="*/ 15 w 25"/>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10">
                  <a:moveTo>
                    <a:pt x="14" y="1"/>
                  </a:moveTo>
                  <a:cubicBezTo>
                    <a:pt x="19" y="1"/>
                    <a:pt x="22" y="3"/>
                    <a:pt x="21" y="5"/>
                  </a:cubicBezTo>
                  <a:cubicBezTo>
                    <a:pt x="20" y="7"/>
                    <a:pt x="16" y="9"/>
                    <a:pt x="11" y="9"/>
                  </a:cubicBezTo>
                  <a:cubicBezTo>
                    <a:pt x="6" y="9"/>
                    <a:pt x="3" y="7"/>
                    <a:pt x="4" y="5"/>
                  </a:cubicBezTo>
                  <a:cubicBezTo>
                    <a:pt x="5" y="3"/>
                    <a:pt x="10" y="1"/>
                    <a:pt x="14" y="1"/>
                  </a:cubicBezTo>
                  <a:moveTo>
                    <a:pt x="15" y="0"/>
                  </a:moveTo>
                  <a:cubicBezTo>
                    <a:pt x="9" y="0"/>
                    <a:pt x="2" y="2"/>
                    <a:pt x="1" y="5"/>
                  </a:cubicBezTo>
                  <a:cubicBezTo>
                    <a:pt x="0" y="8"/>
                    <a:pt x="4" y="10"/>
                    <a:pt x="10" y="10"/>
                  </a:cubicBezTo>
                  <a:cubicBezTo>
                    <a:pt x="17" y="10"/>
                    <a:pt x="23" y="8"/>
                    <a:pt x="24" y="5"/>
                  </a:cubicBezTo>
                  <a:cubicBezTo>
                    <a:pt x="25" y="2"/>
                    <a:pt x="21" y="0"/>
                    <a:pt x="1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917"/>
            <p:cNvSpPr>
              <a:spLocks/>
            </p:cNvSpPr>
            <p:nvPr/>
          </p:nvSpPr>
          <p:spPr bwMode="auto">
            <a:xfrm>
              <a:off x="992188" y="5445125"/>
              <a:ext cx="61913" cy="25400"/>
            </a:xfrm>
            <a:custGeom>
              <a:avLst/>
              <a:gdLst>
                <a:gd name="T0" fmla="*/ 9 w 22"/>
                <a:gd name="T1" fmla="*/ 9 h 9"/>
                <a:gd name="T2" fmla="*/ 1 w 22"/>
                <a:gd name="T3" fmla="*/ 5 h 9"/>
                <a:gd name="T4" fmla="*/ 13 w 22"/>
                <a:gd name="T5" fmla="*/ 0 h 9"/>
                <a:gd name="T6" fmla="*/ 21 w 22"/>
                <a:gd name="T7" fmla="*/ 5 h 9"/>
                <a:gd name="T8" fmla="*/ 9 w 22"/>
                <a:gd name="T9" fmla="*/ 9 h 9"/>
              </a:gdLst>
              <a:ahLst/>
              <a:cxnLst>
                <a:cxn ang="0">
                  <a:pos x="T0" y="T1"/>
                </a:cxn>
                <a:cxn ang="0">
                  <a:pos x="T2" y="T3"/>
                </a:cxn>
                <a:cxn ang="0">
                  <a:pos x="T4" y="T5"/>
                </a:cxn>
                <a:cxn ang="0">
                  <a:pos x="T6" y="T7"/>
                </a:cxn>
                <a:cxn ang="0">
                  <a:pos x="T8" y="T9"/>
                </a:cxn>
              </a:cxnLst>
              <a:rect l="0" t="0" r="r" b="b"/>
              <a:pathLst>
                <a:path w="22" h="9">
                  <a:moveTo>
                    <a:pt x="9" y="9"/>
                  </a:moveTo>
                  <a:cubicBezTo>
                    <a:pt x="3" y="9"/>
                    <a:pt x="0" y="7"/>
                    <a:pt x="1" y="5"/>
                  </a:cubicBezTo>
                  <a:cubicBezTo>
                    <a:pt x="2" y="2"/>
                    <a:pt x="7" y="0"/>
                    <a:pt x="13" y="0"/>
                  </a:cubicBezTo>
                  <a:cubicBezTo>
                    <a:pt x="18" y="0"/>
                    <a:pt x="22" y="2"/>
                    <a:pt x="21" y="5"/>
                  </a:cubicBezTo>
                  <a:cubicBezTo>
                    <a:pt x="20" y="7"/>
                    <a:pt x="14" y="9"/>
                    <a:pt x="9" y="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918"/>
            <p:cNvSpPr>
              <a:spLocks noEditPoints="1"/>
            </p:cNvSpPr>
            <p:nvPr/>
          </p:nvSpPr>
          <p:spPr bwMode="auto">
            <a:xfrm>
              <a:off x="987426" y="5445125"/>
              <a:ext cx="69850" cy="28575"/>
            </a:xfrm>
            <a:custGeom>
              <a:avLst/>
              <a:gdLst>
                <a:gd name="T0" fmla="*/ 15 w 25"/>
                <a:gd name="T1" fmla="*/ 1 h 10"/>
                <a:gd name="T2" fmla="*/ 22 w 25"/>
                <a:gd name="T3" fmla="*/ 5 h 10"/>
                <a:gd name="T4" fmla="*/ 11 w 25"/>
                <a:gd name="T5" fmla="*/ 9 h 10"/>
                <a:gd name="T6" fmla="*/ 4 w 25"/>
                <a:gd name="T7" fmla="*/ 5 h 10"/>
                <a:gd name="T8" fmla="*/ 15 w 25"/>
                <a:gd name="T9" fmla="*/ 1 h 10"/>
                <a:gd name="T10" fmla="*/ 15 w 25"/>
                <a:gd name="T11" fmla="*/ 0 h 10"/>
                <a:gd name="T12" fmla="*/ 1 w 25"/>
                <a:gd name="T13" fmla="*/ 5 h 10"/>
                <a:gd name="T14" fmla="*/ 10 w 25"/>
                <a:gd name="T15" fmla="*/ 10 h 10"/>
                <a:gd name="T16" fmla="*/ 24 w 25"/>
                <a:gd name="T17" fmla="*/ 5 h 10"/>
                <a:gd name="T18" fmla="*/ 15 w 25"/>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10">
                  <a:moveTo>
                    <a:pt x="15" y="1"/>
                  </a:moveTo>
                  <a:cubicBezTo>
                    <a:pt x="19" y="1"/>
                    <a:pt x="22" y="3"/>
                    <a:pt x="22" y="5"/>
                  </a:cubicBezTo>
                  <a:cubicBezTo>
                    <a:pt x="21" y="7"/>
                    <a:pt x="16" y="9"/>
                    <a:pt x="11" y="9"/>
                  </a:cubicBezTo>
                  <a:cubicBezTo>
                    <a:pt x="6" y="9"/>
                    <a:pt x="3" y="7"/>
                    <a:pt x="4" y="5"/>
                  </a:cubicBezTo>
                  <a:cubicBezTo>
                    <a:pt x="5" y="3"/>
                    <a:pt x="10" y="1"/>
                    <a:pt x="15" y="1"/>
                  </a:cubicBezTo>
                  <a:moveTo>
                    <a:pt x="15" y="0"/>
                  </a:moveTo>
                  <a:cubicBezTo>
                    <a:pt x="9" y="0"/>
                    <a:pt x="3" y="2"/>
                    <a:pt x="1" y="5"/>
                  </a:cubicBezTo>
                  <a:cubicBezTo>
                    <a:pt x="0" y="8"/>
                    <a:pt x="4" y="10"/>
                    <a:pt x="10" y="10"/>
                  </a:cubicBezTo>
                  <a:cubicBezTo>
                    <a:pt x="17" y="10"/>
                    <a:pt x="23" y="8"/>
                    <a:pt x="24" y="5"/>
                  </a:cubicBezTo>
                  <a:cubicBezTo>
                    <a:pt x="25" y="2"/>
                    <a:pt x="21" y="0"/>
                    <a:pt x="1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919"/>
            <p:cNvSpPr>
              <a:spLocks/>
            </p:cNvSpPr>
            <p:nvPr/>
          </p:nvSpPr>
          <p:spPr bwMode="auto">
            <a:xfrm>
              <a:off x="644526" y="5448300"/>
              <a:ext cx="93663" cy="36512"/>
            </a:xfrm>
            <a:custGeom>
              <a:avLst/>
              <a:gdLst>
                <a:gd name="T0" fmla="*/ 14 w 33"/>
                <a:gd name="T1" fmla="*/ 13 h 13"/>
                <a:gd name="T2" fmla="*/ 2 w 33"/>
                <a:gd name="T3" fmla="*/ 6 h 13"/>
                <a:gd name="T4" fmla="*/ 20 w 33"/>
                <a:gd name="T5" fmla="*/ 0 h 13"/>
                <a:gd name="T6" fmla="*/ 32 w 33"/>
                <a:gd name="T7" fmla="*/ 6 h 13"/>
                <a:gd name="T8" fmla="*/ 14 w 33"/>
                <a:gd name="T9" fmla="*/ 13 h 13"/>
              </a:gdLst>
              <a:ahLst/>
              <a:cxnLst>
                <a:cxn ang="0">
                  <a:pos x="T0" y="T1"/>
                </a:cxn>
                <a:cxn ang="0">
                  <a:pos x="T2" y="T3"/>
                </a:cxn>
                <a:cxn ang="0">
                  <a:pos x="T4" y="T5"/>
                </a:cxn>
                <a:cxn ang="0">
                  <a:pos x="T6" y="T7"/>
                </a:cxn>
                <a:cxn ang="0">
                  <a:pos x="T8" y="T9"/>
                </a:cxn>
              </a:cxnLst>
              <a:rect l="0" t="0" r="r" b="b"/>
              <a:pathLst>
                <a:path w="33" h="13">
                  <a:moveTo>
                    <a:pt x="14" y="13"/>
                  </a:moveTo>
                  <a:cubicBezTo>
                    <a:pt x="5" y="13"/>
                    <a:pt x="0" y="10"/>
                    <a:pt x="2" y="6"/>
                  </a:cubicBezTo>
                  <a:cubicBezTo>
                    <a:pt x="4" y="3"/>
                    <a:pt x="12" y="0"/>
                    <a:pt x="20" y="0"/>
                  </a:cubicBezTo>
                  <a:cubicBezTo>
                    <a:pt x="28" y="0"/>
                    <a:pt x="33" y="2"/>
                    <a:pt x="32" y="6"/>
                  </a:cubicBezTo>
                  <a:cubicBezTo>
                    <a:pt x="30" y="10"/>
                    <a:pt x="22" y="12"/>
                    <a:pt x="14" y="13"/>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920"/>
            <p:cNvSpPr>
              <a:spLocks noEditPoints="1"/>
            </p:cNvSpPr>
            <p:nvPr/>
          </p:nvSpPr>
          <p:spPr bwMode="auto">
            <a:xfrm>
              <a:off x="642938" y="5445125"/>
              <a:ext cx="100013" cy="39687"/>
            </a:xfrm>
            <a:custGeom>
              <a:avLst/>
              <a:gdLst>
                <a:gd name="T0" fmla="*/ 21 w 36"/>
                <a:gd name="T1" fmla="*/ 1 h 14"/>
                <a:gd name="T2" fmla="*/ 31 w 36"/>
                <a:gd name="T3" fmla="*/ 7 h 14"/>
                <a:gd name="T4" fmla="*/ 15 w 36"/>
                <a:gd name="T5" fmla="*/ 13 h 14"/>
                <a:gd name="T6" fmla="*/ 4 w 36"/>
                <a:gd name="T7" fmla="*/ 7 h 14"/>
                <a:gd name="T8" fmla="*/ 21 w 36"/>
                <a:gd name="T9" fmla="*/ 1 h 14"/>
                <a:gd name="T10" fmla="*/ 21 w 36"/>
                <a:gd name="T11" fmla="*/ 0 h 14"/>
                <a:gd name="T12" fmla="*/ 1 w 36"/>
                <a:gd name="T13" fmla="*/ 7 h 14"/>
                <a:gd name="T14" fmla="*/ 14 w 36"/>
                <a:gd name="T15" fmla="*/ 14 h 14"/>
                <a:gd name="T16" fmla="*/ 34 w 36"/>
                <a:gd name="T17" fmla="*/ 7 h 14"/>
                <a:gd name="T18" fmla="*/ 21 w 36"/>
                <a:gd name="T1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14">
                  <a:moveTo>
                    <a:pt x="21" y="1"/>
                  </a:moveTo>
                  <a:cubicBezTo>
                    <a:pt x="28" y="1"/>
                    <a:pt x="33" y="4"/>
                    <a:pt x="31" y="7"/>
                  </a:cubicBezTo>
                  <a:cubicBezTo>
                    <a:pt x="30" y="10"/>
                    <a:pt x="23" y="13"/>
                    <a:pt x="15" y="13"/>
                  </a:cubicBezTo>
                  <a:cubicBezTo>
                    <a:pt x="7" y="13"/>
                    <a:pt x="3" y="10"/>
                    <a:pt x="4" y="7"/>
                  </a:cubicBezTo>
                  <a:cubicBezTo>
                    <a:pt x="6" y="4"/>
                    <a:pt x="13" y="1"/>
                    <a:pt x="21" y="1"/>
                  </a:cubicBezTo>
                  <a:moveTo>
                    <a:pt x="21" y="0"/>
                  </a:moveTo>
                  <a:cubicBezTo>
                    <a:pt x="12" y="0"/>
                    <a:pt x="3" y="3"/>
                    <a:pt x="1" y="7"/>
                  </a:cubicBezTo>
                  <a:cubicBezTo>
                    <a:pt x="0" y="11"/>
                    <a:pt x="5" y="14"/>
                    <a:pt x="14" y="14"/>
                  </a:cubicBezTo>
                  <a:cubicBezTo>
                    <a:pt x="23" y="14"/>
                    <a:pt x="32" y="11"/>
                    <a:pt x="34" y="7"/>
                  </a:cubicBezTo>
                  <a:cubicBezTo>
                    <a:pt x="36" y="3"/>
                    <a:pt x="30" y="0"/>
                    <a:pt x="2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921"/>
            <p:cNvSpPr>
              <a:spLocks/>
            </p:cNvSpPr>
            <p:nvPr/>
          </p:nvSpPr>
          <p:spPr bwMode="auto">
            <a:xfrm>
              <a:off x="863601" y="5116513"/>
              <a:ext cx="149225" cy="60325"/>
            </a:xfrm>
            <a:custGeom>
              <a:avLst/>
              <a:gdLst>
                <a:gd name="T0" fmla="*/ 22 w 53"/>
                <a:gd name="T1" fmla="*/ 21 h 21"/>
                <a:gd name="T2" fmla="*/ 3 w 53"/>
                <a:gd name="T3" fmla="*/ 11 h 21"/>
                <a:gd name="T4" fmla="*/ 32 w 53"/>
                <a:gd name="T5" fmla="*/ 0 h 21"/>
                <a:gd name="T6" fmla="*/ 50 w 53"/>
                <a:gd name="T7" fmla="*/ 11 h 21"/>
                <a:gd name="T8" fmla="*/ 22 w 53"/>
                <a:gd name="T9" fmla="*/ 21 h 21"/>
              </a:gdLst>
              <a:ahLst/>
              <a:cxnLst>
                <a:cxn ang="0">
                  <a:pos x="T0" y="T1"/>
                </a:cxn>
                <a:cxn ang="0">
                  <a:pos x="T2" y="T3"/>
                </a:cxn>
                <a:cxn ang="0">
                  <a:pos x="T4" y="T5"/>
                </a:cxn>
                <a:cxn ang="0">
                  <a:pos x="T6" y="T7"/>
                </a:cxn>
                <a:cxn ang="0">
                  <a:pos x="T8" y="T9"/>
                </a:cxn>
              </a:cxnLst>
              <a:rect l="0" t="0" r="r" b="b"/>
              <a:pathLst>
                <a:path w="53" h="21">
                  <a:moveTo>
                    <a:pt x="22" y="21"/>
                  </a:moveTo>
                  <a:cubicBezTo>
                    <a:pt x="9" y="21"/>
                    <a:pt x="0" y="17"/>
                    <a:pt x="3" y="11"/>
                  </a:cubicBezTo>
                  <a:cubicBezTo>
                    <a:pt x="6" y="5"/>
                    <a:pt x="19" y="0"/>
                    <a:pt x="32" y="0"/>
                  </a:cubicBezTo>
                  <a:cubicBezTo>
                    <a:pt x="45" y="0"/>
                    <a:pt x="53" y="5"/>
                    <a:pt x="50" y="11"/>
                  </a:cubicBezTo>
                  <a:cubicBezTo>
                    <a:pt x="48" y="17"/>
                    <a:pt x="35" y="21"/>
                    <a:pt x="22" y="21"/>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922"/>
            <p:cNvSpPr>
              <a:spLocks noEditPoints="1"/>
            </p:cNvSpPr>
            <p:nvPr/>
          </p:nvSpPr>
          <p:spPr bwMode="auto">
            <a:xfrm>
              <a:off x="860426" y="5114925"/>
              <a:ext cx="157163" cy="63500"/>
            </a:xfrm>
            <a:custGeom>
              <a:avLst/>
              <a:gdLst>
                <a:gd name="T0" fmla="*/ 33 w 56"/>
                <a:gd name="T1" fmla="*/ 2 h 23"/>
                <a:gd name="T2" fmla="*/ 50 w 56"/>
                <a:gd name="T3" fmla="*/ 12 h 23"/>
                <a:gd name="T4" fmla="*/ 23 w 56"/>
                <a:gd name="T5" fmla="*/ 22 h 23"/>
                <a:gd name="T6" fmla="*/ 5 w 56"/>
                <a:gd name="T7" fmla="*/ 12 h 23"/>
                <a:gd name="T8" fmla="*/ 33 w 56"/>
                <a:gd name="T9" fmla="*/ 2 h 23"/>
                <a:gd name="T10" fmla="*/ 33 w 56"/>
                <a:gd name="T11" fmla="*/ 1 h 23"/>
                <a:gd name="T12" fmla="*/ 3 w 56"/>
                <a:gd name="T13" fmla="*/ 12 h 23"/>
                <a:gd name="T14" fmla="*/ 23 w 56"/>
                <a:gd name="T15" fmla="*/ 23 h 23"/>
                <a:gd name="T16" fmla="*/ 53 w 56"/>
                <a:gd name="T17" fmla="*/ 12 h 23"/>
                <a:gd name="T18" fmla="*/ 33 w 56"/>
                <a:gd name="T19"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23">
                  <a:moveTo>
                    <a:pt x="33" y="2"/>
                  </a:moveTo>
                  <a:cubicBezTo>
                    <a:pt x="45" y="2"/>
                    <a:pt x="53" y="6"/>
                    <a:pt x="50" y="12"/>
                  </a:cubicBezTo>
                  <a:cubicBezTo>
                    <a:pt x="48" y="17"/>
                    <a:pt x="35" y="22"/>
                    <a:pt x="23" y="22"/>
                  </a:cubicBezTo>
                  <a:cubicBezTo>
                    <a:pt x="11" y="22"/>
                    <a:pt x="3" y="17"/>
                    <a:pt x="5" y="12"/>
                  </a:cubicBezTo>
                  <a:cubicBezTo>
                    <a:pt x="8" y="6"/>
                    <a:pt x="20" y="2"/>
                    <a:pt x="33" y="2"/>
                  </a:cubicBezTo>
                  <a:moveTo>
                    <a:pt x="33" y="1"/>
                  </a:moveTo>
                  <a:cubicBezTo>
                    <a:pt x="19" y="1"/>
                    <a:pt x="6" y="6"/>
                    <a:pt x="3" y="12"/>
                  </a:cubicBezTo>
                  <a:cubicBezTo>
                    <a:pt x="0" y="18"/>
                    <a:pt x="9" y="23"/>
                    <a:pt x="23" y="23"/>
                  </a:cubicBezTo>
                  <a:cubicBezTo>
                    <a:pt x="36" y="23"/>
                    <a:pt x="50" y="18"/>
                    <a:pt x="53" y="12"/>
                  </a:cubicBezTo>
                  <a:cubicBezTo>
                    <a:pt x="56" y="6"/>
                    <a:pt x="47" y="0"/>
                    <a:pt x="33"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923"/>
            <p:cNvSpPr>
              <a:spLocks/>
            </p:cNvSpPr>
            <p:nvPr/>
          </p:nvSpPr>
          <p:spPr bwMode="auto">
            <a:xfrm>
              <a:off x="925513" y="5478463"/>
              <a:ext cx="165100" cy="68262"/>
            </a:xfrm>
            <a:custGeom>
              <a:avLst/>
              <a:gdLst>
                <a:gd name="T0" fmla="*/ 24 w 59"/>
                <a:gd name="T1" fmla="*/ 24 h 24"/>
                <a:gd name="T2" fmla="*/ 3 w 59"/>
                <a:gd name="T3" fmla="*/ 12 h 24"/>
                <a:gd name="T4" fmla="*/ 35 w 59"/>
                <a:gd name="T5" fmla="*/ 0 h 24"/>
                <a:gd name="T6" fmla="*/ 56 w 59"/>
                <a:gd name="T7" fmla="*/ 12 h 24"/>
                <a:gd name="T8" fmla="*/ 24 w 59"/>
                <a:gd name="T9" fmla="*/ 24 h 24"/>
              </a:gdLst>
              <a:ahLst/>
              <a:cxnLst>
                <a:cxn ang="0">
                  <a:pos x="T0" y="T1"/>
                </a:cxn>
                <a:cxn ang="0">
                  <a:pos x="T2" y="T3"/>
                </a:cxn>
                <a:cxn ang="0">
                  <a:pos x="T4" y="T5"/>
                </a:cxn>
                <a:cxn ang="0">
                  <a:pos x="T6" y="T7"/>
                </a:cxn>
                <a:cxn ang="0">
                  <a:pos x="T8" y="T9"/>
                </a:cxn>
              </a:cxnLst>
              <a:rect l="0" t="0" r="r" b="b"/>
              <a:pathLst>
                <a:path w="59" h="24">
                  <a:moveTo>
                    <a:pt x="24" y="24"/>
                  </a:moveTo>
                  <a:cubicBezTo>
                    <a:pt x="10" y="24"/>
                    <a:pt x="0" y="19"/>
                    <a:pt x="3" y="12"/>
                  </a:cubicBezTo>
                  <a:cubicBezTo>
                    <a:pt x="6" y="6"/>
                    <a:pt x="20" y="0"/>
                    <a:pt x="35" y="0"/>
                  </a:cubicBezTo>
                  <a:cubicBezTo>
                    <a:pt x="50" y="0"/>
                    <a:pt x="59" y="6"/>
                    <a:pt x="56" y="12"/>
                  </a:cubicBezTo>
                  <a:cubicBezTo>
                    <a:pt x="53" y="19"/>
                    <a:pt x="39" y="24"/>
                    <a:pt x="24" y="24"/>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924"/>
            <p:cNvSpPr>
              <a:spLocks noEditPoints="1"/>
            </p:cNvSpPr>
            <p:nvPr/>
          </p:nvSpPr>
          <p:spPr bwMode="auto">
            <a:xfrm>
              <a:off x="922338" y="5478463"/>
              <a:ext cx="174625" cy="71437"/>
            </a:xfrm>
            <a:custGeom>
              <a:avLst/>
              <a:gdLst>
                <a:gd name="T0" fmla="*/ 36 w 62"/>
                <a:gd name="T1" fmla="*/ 1 h 25"/>
                <a:gd name="T2" fmla="*/ 56 w 62"/>
                <a:gd name="T3" fmla="*/ 12 h 25"/>
                <a:gd name="T4" fmla="*/ 26 w 62"/>
                <a:gd name="T5" fmla="*/ 23 h 25"/>
                <a:gd name="T6" fmla="*/ 5 w 62"/>
                <a:gd name="T7" fmla="*/ 12 h 25"/>
                <a:gd name="T8" fmla="*/ 36 w 62"/>
                <a:gd name="T9" fmla="*/ 1 h 25"/>
                <a:gd name="T10" fmla="*/ 36 w 62"/>
                <a:gd name="T11" fmla="*/ 0 h 25"/>
                <a:gd name="T12" fmla="*/ 3 w 62"/>
                <a:gd name="T13" fmla="*/ 12 h 25"/>
                <a:gd name="T14" fmla="*/ 25 w 62"/>
                <a:gd name="T15" fmla="*/ 25 h 25"/>
                <a:gd name="T16" fmla="*/ 59 w 62"/>
                <a:gd name="T17" fmla="*/ 12 h 25"/>
                <a:gd name="T18" fmla="*/ 36 w 62"/>
                <a:gd name="T1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25">
                  <a:moveTo>
                    <a:pt x="36" y="1"/>
                  </a:moveTo>
                  <a:cubicBezTo>
                    <a:pt x="50" y="1"/>
                    <a:pt x="59" y="6"/>
                    <a:pt x="56" y="12"/>
                  </a:cubicBezTo>
                  <a:cubicBezTo>
                    <a:pt x="53" y="18"/>
                    <a:pt x="40" y="23"/>
                    <a:pt x="26" y="23"/>
                  </a:cubicBezTo>
                  <a:cubicBezTo>
                    <a:pt x="12" y="23"/>
                    <a:pt x="3" y="18"/>
                    <a:pt x="5" y="12"/>
                  </a:cubicBezTo>
                  <a:cubicBezTo>
                    <a:pt x="8" y="6"/>
                    <a:pt x="22" y="1"/>
                    <a:pt x="36" y="1"/>
                  </a:cubicBezTo>
                  <a:moveTo>
                    <a:pt x="36" y="0"/>
                  </a:moveTo>
                  <a:cubicBezTo>
                    <a:pt x="21" y="0"/>
                    <a:pt x="6" y="5"/>
                    <a:pt x="3" y="12"/>
                  </a:cubicBezTo>
                  <a:cubicBezTo>
                    <a:pt x="0" y="19"/>
                    <a:pt x="10" y="25"/>
                    <a:pt x="25" y="25"/>
                  </a:cubicBezTo>
                  <a:cubicBezTo>
                    <a:pt x="41" y="25"/>
                    <a:pt x="56" y="19"/>
                    <a:pt x="59" y="12"/>
                  </a:cubicBezTo>
                  <a:cubicBezTo>
                    <a:pt x="62" y="5"/>
                    <a:pt x="52" y="0"/>
                    <a:pt x="3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925"/>
            <p:cNvSpPr>
              <a:spLocks/>
            </p:cNvSpPr>
            <p:nvPr/>
          </p:nvSpPr>
          <p:spPr bwMode="auto">
            <a:xfrm>
              <a:off x="715963" y="4968875"/>
              <a:ext cx="168275" cy="69850"/>
            </a:xfrm>
            <a:custGeom>
              <a:avLst/>
              <a:gdLst>
                <a:gd name="T0" fmla="*/ 24 w 60"/>
                <a:gd name="T1" fmla="*/ 25 h 25"/>
                <a:gd name="T2" fmla="*/ 3 w 60"/>
                <a:gd name="T3" fmla="*/ 13 h 25"/>
                <a:gd name="T4" fmla="*/ 36 w 60"/>
                <a:gd name="T5" fmla="*/ 0 h 25"/>
                <a:gd name="T6" fmla="*/ 57 w 60"/>
                <a:gd name="T7" fmla="*/ 13 h 25"/>
                <a:gd name="T8" fmla="*/ 24 w 60"/>
                <a:gd name="T9" fmla="*/ 25 h 25"/>
              </a:gdLst>
              <a:ahLst/>
              <a:cxnLst>
                <a:cxn ang="0">
                  <a:pos x="T0" y="T1"/>
                </a:cxn>
                <a:cxn ang="0">
                  <a:pos x="T2" y="T3"/>
                </a:cxn>
                <a:cxn ang="0">
                  <a:pos x="T4" y="T5"/>
                </a:cxn>
                <a:cxn ang="0">
                  <a:pos x="T6" y="T7"/>
                </a:cxn>
                <a:cxn ang="0">
                  <a:pos x="T8" y="T9"/>
                </a:cxn>
              </a:cxnLst>
              <a:rect l="0" t="0" r="r" b="b"/>
              <a:pathLst>
                <a:path w="60" h="25">
                  <a:moveTo>
                    <a:pt x="24" y="25"/>
                  </a:moveTo>
                  <a:cubicBezTo>
                    <a:pt x="10" y="25"/>
                    <a:pt x="0" y="20"/>
                    <a:pt x="3" y="13"/>
                  </a:cubicBezTo>
                  <a:cubicBezTo>
                    <a:pt x="7" y="6"/>
                    <a:pt x="21" y="0"/>
                    <a:pt x="36" y="0"/>
                  </a:cubicBezTo>
                  <a:cubicBezTo>
                    <a:pt x="51" y="0"/>
                    <a:pt x="60" y="6"/>
                    <a:pt x="57" y="13"/>
                  </a:cubicBezTo>
                  <a:cubicBezTo>
                    <a:pt x="54" y="19"/>
                    <a:pt x="39" y="25"/>
                    <a:pt x="24" y="25"/>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926"/>
            <p:cNvSpPr>
              <a:spLocks noEditPoints="1"/>
            </p:cNvSpPr>
            <p:nvPr/>
          </p:nvSpPr>
          <p:spPr bwMode="auto">
            <a:xfrm>
              <a:off x="709613" y="4968875"/>
              <a:ext cx="179388" cy="73025"/>
            </a:xfrm>
            <a:custGeom>
              <a:avLst/>
              <a:gdLst>
                <a:gd name="T0" fmla="*/ 38 w 64"/>
                <a:gd name="T1" fmla="*/ 1 h 26"/>
                <a:gd name="T2" fmla="*/ 57 w 64"/>
                <a:gd name="T3" fmla="*/ 13 h 26"/>
                <a:gd name="T4" fmla="*/ 27 w 64"/>
                <a:gd name="T5" fmla="*/ 24 h 26"/>
                <a:gd name="T6" fmla="*/ 7 w 64"/>
                <a:gd name="T7" fmla="*/ 13 h 26"/>
                <a:gd name="T8" fmla="*/ 38 w 64"/>
                <a:gd name="T9" fmla="*/ 1 h 26"/>
                <a:gd name="T10" fmla="*/ 38 w 64"/>
                <a:gd name="T11" fmla="*/ 0 h 26"/>
                <a:gd name="T12" fmla="*/ 4 w 64"/>
                <a:gd name="T13" fmla="*/ 13 h 26"/>
                <a:gd name="T14" fmla="*/ 26 w 64"/>
                <a:gd name="T15" fmla="*/ 26 h 26"/>
                <a:gd name="T16" fmla="*/ 60 w 64"/>
                <a:gd name="T17" fmla="*/ 13 h 26"/>
                <a:gd name="T18" fmla="*/ 38 w 64"/>
                <a:gd name="T19"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26">
                  <a:moveTo>
                    <a:pt x="38" y="1"/>
                  </a:moveTo>
                  <a:cubicBezTo>
                    <a:pt x="52" y="1"/>
                    <a:pt x="61" y="6"/>
                    <a:pt x="57" y="13"/>
                  </a:cubicBezTo>
                  <a:cubicBezTo>
                    <a:pt x="54" y="19"/>
                    <a:pt x="41" y="24"/>
                    <a:pt x="27" y="24"/>
                  </a:cubicBezTo>
                  <a:cubicBezTo>
                    <a:pt x="13" y="24"/>
                    <a:pt x="4" y="19"/>
                    <a:pt x="7" y="13"/>
                  </a:cubicBezTo>
                  <a:cubicBezTo>
                    <a:pt x="10" y="6"/>
                    <a:pt x="24" y="1"/>
                    <a:pt x="38" y="1"/>
                  </a:cubicBezTo>
                  <a:moveTo>
                    <a:pt x="38" y="0"/>
                  </a:moveTo>
                  <a:cubicBezTo>
                    <a:pt x="23" y="0"/>
                    <a:pt x="7" y="6"/>
                    <a:pt x="4" y="13"/>
                  </a:cubicBezTo>
                  <a:cubicBezTo>
                    <a:pt x="0" y="20"/>
                    <a:pt x="10" y="26"/>
                    <a:pt x="26" y="26"/>
                  </a:cubicBezTo>
                  <a:cubicBezTo>
                    <a:pt x="42" y="26"/>
                    <a:pt x="57" y="20"/>
                    <a:pt x="60" y="13"/>
                  </a:cubicBezTo>
                  <a:cubicBezTo>
                    <a:pt x="64" y="5"/>
                    <a:pt x="54" y="0"/>
                    <a:pt x="3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927"/>
            <p:cNvSpPr>
              <a:spLocks/>
            </p:cNvSpPr>
            <p:nvPr/>
          </p:nvSpPr>
          <p:spPr bwMode="auto">
            <a:xfrm>
              <a:off x="1192213" y="4800600"/>
              <a:ext cx="158750" cy="73025"/>
            </a:xfrm>
            <a:custGeom>
              <a:avLst/>
              <a:gdLst>
                <a:gd name="T0" fmla="*/ 23 w 57"/>
                <a:gd name="T1" fmla="*/ 26 h 26"/>
                <a:gd name="T2" fmla="*/ 3 w 57"/>
                <a:gd name="T3" fmla="*/ 13 h 26"/>
                <a:gd name="T4" fmla="*/ 34 w 57"/>
                <a:gd name="T5" fmla="*/ 0 h 26"/>
                <a:gd name="T6" fmla="*/ 53 w 57"/>
                <a:gd name="T7" fmla="*/ 13 h 26"/>
                <a:gd name="T8" fmla="*/ 23 w 57"/>
                <a:gd name="T9" fmla="*/ 26 h 26"/>
              </a:gdLst>
              <a:ahLst/>
              <a:cxnLst>
                <a:cxn ang="0">
                  <a:pos x="T0" y="T1"/>
                </a:cxn>
                <a:cxn ang="0">
                  <a:pos x="T2" y="T3"/>
                </a:cxn>
                <a:cxn ang="0">
                  <a:pos x="T4" y="T5"/>
                </a:cxn>
                <a:cxn ang="0">
                  <a:pos x="T6" y="T7"/>
                </a:cxn>
                <a:cxn ang="0">
                  <a:pos x="T8" y="T9"/>
                </a:cxn>
              </a:cxnLst>
              <a:rect l="0" t="0" r="r" b="b"/>
              <a:pathLst>
                <a:path w="57" h="26">
                  <a:moveTo>
                    <a:pt x="23" y="26"/>
                  </a:moveTo>
                  <a:cubicBezTo>
                    <a:pt x="9" y="26"/>
                    <a:pt x="0" y="20"/>
                    <a:pt x="3" y="13"/>
                  </a:cubicBezTo>
                  <a:cubicBezTo>
                    <a:pt x="6" y="6"/>
                    <a:pt x="20" y="0"/>
                    <a:pt x="34" y="0"/>
                  </a:cubicBezTo>
                  <a:cubicBezTo>
                    <a:pt x="48" y="0"/>
                    <a:pt x="57" y="5"/>
                    <a:pt x="53" y="13"/>
                  </a:cubicBezTo>
                  <a:cubicBezTo>
                    <a:pt x="50" y="20"/>
                    <a:pt x="36" y="26"/>
                    <a:pt x="23" y="26"/>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928"/>
            <p:cNvSpPr>
              <a:spLocks noEditPoints="1"/>
            </p:cNvSpPr>
            <p:nvPr/>
          </p:nvSpPr>
          <p:spPr bwMode="auto">
            <a:xfrm>
              <a:off x="1185863" y="4797425"/>
              <a:ext cx="168275" cy="76200"/>
            </a:xfrm>
            <a:custGeom>
              <a:avLst/>
              <a:gdLst>
                <a:gd name="T0" fmla="*/ 36 w 60"/>
                <a:gd name="T1" fmla="*/ 1 h 27"/>
                <a:gd name="T2" fmla="*/ 54 w 60"/>
                <a:gd name="T3" fmla="*/ 14 h 27"/>
                <a:gd name="T4" fmla="*/ 25 w 60"/>
                <a:gd name="T5" fmla="*/ 26 h 27"/>
                <a:gd name="T6" fmla="*/ 6 w 60"/>
                <a:gd name="T7" fmla="*/ 14 h 27"/>
                <a:gd name="T8" fmla="*/ 36 w 60"/>
                <a:gd name="T9" fmla="*/ 1 h 27"/>
                <a:gd name="T10" fmla="*/ 37 w 60"/>
                <a:gd name="T11" fmla="*/ 0 h 27"/>
                <a:gd name="T12" fmla="*/ 4 w 60"/>
                <a:gd name="T13" fmla="*/ 14 h 27"/>
                <a:gd name="T14" fmla="*/ 24 w 60"/>
                <a:gd name="T15" fmla="*/ 27 h 27"/>
                <a:gd name="T16" fmla="*/ 57 w 60"/>
                <a:gd name="T17" fmla="*/ 14 h 27"/>
                <a:gd name="T18" fmla="*/ 37 w 60"/>
                <a:gd name="T1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27">
                  <a:moveTo>
                    <a:pt x="36" y="1"/>
                  </a:moveTo>
                  <a:cubicBezTo>
                    <a:pt x="49" y="1"/>
                    <a:pt x="57" y="7"/>
                    <a:pt x="54" y="14"/>
                  </a:cubicBezTo>
                  <a:cubicBezTo>
                    <a:pt x="51" y="21"/>
                    <a:pt x="38" y="26"/>
                    <a:pt x="25" y="26"/>
                  </a:cubicBezTo>
                  <a:cubicBezTo>
                    <a:pt x="12" y="26"/>
                    <a:pt x="3" y="21"/>
                    <a:pt x="6" y="14"/>
                  </a:cubicBezTo>
                  <a:cubicBezTo>
                    <a:pt x="9" y="7"/>
                    <a:pt x="23" y="1"/>
                    <a:pt x="36" y="1"/>
                  </a:cubicBezTo>
                  <a:moveTo>
                    <a:pt x="37" y="0"/>
                  </a:moveTo>
                  <a:cubicBezTo>
                    <a:pt x="22" y="0"/>
                    <a:pt x="7" y="6"/>
                    <a:pt x="4" y="14"/>
                  </a:cubicBezTo>
                  <a:cubicBezTo>
                    <a:pt x="0" y="21"/>
                    <a:pt x="10" y="27"/>
                    <a:pt x="24" y="27"/>
                  </a:cubicBezTo>
                  <a:cubicBezTo>
                    <a:pt x="39" y="27"/>
                    <a:pt x="53" y="21"/>
                    <a:pt x="57" y="14"/>
                  </a:cubicBezTo>
                  <a:cubicBezTo>
                    <a:pt x="60" y="6"/>
                    <a:pt x="51" y="0"/>
                    <a:pt x="3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929"/>
            <p:cNvSpPr>
              <a:spLocks/>
            </p:cNvSpPr>
            <p:nvPr/>
          </p:nvSpPr>
          <p:spPr bwMode="auto">
            <a:xfrm>
              <a:off x="2008188" y="4845050"/>
              <a:ext cx="234950" cy="120650"/>
            </a:xfrm>
            <a:custGeom>
              <a:avLst/>
              <a:gdLst>
                <a:gd name="T0" fmla="*/ 35 w 84"/>
                <a:gd name="T1" fmla="*/ 43 h 43"/>
                <a:gd name="T2" fmla="*/ 4 w 84"/>
                <a:gd name="T3" fmla="*/ 22 h 43"/>
                <a:gd name="T4" fmla="*/ 50 w 84"/>
                <a:gd name="T5" fmla="*/ 0 h 43"/>
                <a:gd name="T6" fmla="*/ 80 w 84"/>
                <a:gd name="T7" fmla="*/ 22 h 43"/>
                <a:gd name="T8" fmla="*/ 35 w 84"/>
                <a:gd name="T9" fmla="*/ 43 h 43"/>
              </a:gdLst>
              <a:ahLst/>
              <a:cxnLst>
                <a:cxn ang="0">
                  <a:pos x="T0" y="T1"/>
                </a:cxn>
                <a:cxn ang="0">
                  <a:pos x="T2" y="T3"/>
                </a:cxn>
                <a:cxn ang="0">
                  <a:pos x="T4" y="T5"/>
                </a:cxn>
                <a:cxn ang="0">
                  <a:pos x="T6" y="T7"/>
                </a:cxn>
                <a:cxn ang="0">
                  <a:pos x="T8" y="T9"/>
                </a:cxn>
              </a:cxnLst>
              <a:rect l="0" t="0" r="r" b="b"/>
              <a:pathLst>
                <a:path w="84" h="43">
                  <a:moveTo>
                    <a:pt x="35" y="43"/>
                  </a:moveTo>
                  <a:cubicBezTo>
                    <a:pt x="14" y="43"/>
                    <a:pt x="0" y="34"/>
                    <a:pt x="4" y="22"/>
                  </a:cubicBezTo>
                  <a:cubicBezTo>
                    <a:pt x="8" y="10"/>
                    <a:pt x="29" y="1"/>
                    <a:pt x="50" y="0"/>
                  </a:cubicBezTo>
                  <a:cubicBezTo>
                    <a:pt x="71" y="0"/>
                    <a:pt x="84" y="10"/>
                    <a:pt x="80" y="22"/>
                  </a:cubicBezTo>
                  <a:cubicBezTo>
                    <a:pt x="77" y="33"/>
                    <a:pt x="56" y="43"/>
                    <a:pt x="35" y="43"/>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930"/>
            <p:cNvSpPr>
              <a:spLocks noEditPoints="1"/>
            </p:cNvSpPr>
            <p:nvPr/>
          </p:nvSpPr>
          <p:spPr bwMode="auto">
            <a:xfrm>
              <a:off x="2001838" y="4845050"/>
              <a:ext cx="244475" cy="120650"/>
            </a:xfrm>
            <a:custGeom>
              <a:avLst/>
              <a:gdLst>
                <a:gd name="T0" fmla="*/ 52 w 87"/>
                <a:gd name="T1" fmla="*/ 1 h 43"/>
                <a:gd name="T2" fmla="*/ 81 w 87"/>
                <a:gd name="T3" fmla="*/ 22 h 43"/>
                <a:gd name="T4" fmla="*/ 37 w 87"/>
                <a:gd name="T5" fmla="*/ 42 h 43"/>
                <a:gd name="T6" fmla="*/ 7 w 87"/>
                <a:gd name="T7" fmla="*/ 22 h 43"/>
                <a:gd name="T8" fmla="*/ 52 w 87"/>
                <a:gd name="T9" fmla="*/ 1 h 43"/>
                <a:gd name="T10" fmla="*/ 52 w 87"/>
                <a:gd name="T11" fmla="*/ 0 h 43"/>
                <a:gd name="T12" fmla="*/ 5 w 87"/>
                <a:gd name="T13" fmla="*/ 22 h 43"/>
                <a:gd name="T14" fmla="*/ 37 w 87"/>
                <a:gd name="T15" fmla="*/ 43 h 43"/>
                <a:gd name="T16" fmla="*/ 84 w 87"/>
                <a:gd name="T17" fmla="*/ 22 h 43"/>
                <a:gd name="T18" fmla="*/ 52 w 87"/>
                <a:gd name="T19"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43">
                  <a:moveTo>
                    <a:pt x="52" y="1"/>
                  </a:moveTo>
                  <a:cubicBezTo>
                    <a:pt x="72" y="1"/>
                    <a:pt x="85" y="10"/>
                    <a:pt x="81" y="22"/>
                  </a:cubicBezTo>
                  <a:cubicBezTo>
                    <a:pt x="78" y="33"/>
                    <a:pt x="58" y="42"/>
                    <a:pt x="37" y="42"/>
                  </a:cubicBezTo>
                  <a:cubicBezTo>
                    <a:pt x="17" y="42"/>
                    <a:pt x="3" y="33"/>
                    <a:pt x="7" y="22"/>
                  </a:cubicBezTo>
                  <a:cubicBezTo>
                    <a:pt x="11" y="11"/>
                    <a:pt x="31" y="1"/>
                    <a:pt x="52" y="1"/>
                  </a:cubicBezTo>
                  <a:moveTo>
                    <a:pt x="52" y="0"/>
                  </a:moveTo>
                  <a:cubicBezTo>
                    <a:pt x="30" y="0"/>
                    <a:pt x="9" y="10"/>
                    <a:pt x="5" y="22"/>
                  </a:cubicBezTo>
                  <a:cubicBezTo>
                    <a:pt x="0" y="34"/>
                    <a:pt x="15" y="43"/>
                    <a:pt x="37" y="43"/>
                  </a:cubicBezTo>
                  <a:cubicBezTo>
                    <a:pt x="59" y="43"/>
                    <a:pt x="80" y="34"/>
                    <a:pt x="84" y="22"/>
                  </a:cubicBezTo>
                  <a:cubicBezTo>
                    <a:pt x="87" y="10"/>
                    <a:pt x="74" y="0"/>
                    <a:pt x="5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931"/>
            <p:cNvSpPr>
              <a:spLocks/>
            </p:cNvSpPr>
            <p:nvPr/>
          </p:nvSpPr>
          <p:spPr bwMode="auto">
            <a:xfrm>
              <a:off x="1679576" y="4954588"/>
              <a:ext cx="296863" cy="139700"/>
            </a:xfrm>
            <a:custGeom>
              <a:avLst/>
              <a:gdLst>
                <a:gd name="T0" fmla="*/ 44 w 106"/>
                <a:gd name="T1" fmla="*/ 49 h 50"/>
                <a:gd name="T2" fmla="*/ 5 w 106"/>
                <a:gd name="T3" fmla="*/ 25 h 50"/>
                <a:gd name="T4" fmla="*/ 63 w 106"/>
                <a:gd name="T5" fmla="*/ 0 h 50"/>
                <a:gd name="T6" fmla="*/ 101 w 106"/>
                <a:gd name="T7" fmla="*/ 25 h 50"/>
                <a:gd name="T8" fmla="*/ 44 w 106"/>
                <a:gd name="T9" fmla="*/ 49 h 50"/>
              </a:gdLst>
              <a:ahLst/>
              <a:cxnLst>
                <a:cxn ang="0">
                  <a:pos x="T0" y="T1"/>
                </a:cxn>
                <a:cxn ang="0">
                  <a:pos x="T2" y="T3"/>
                </a:cxn>
                <a:cxn ang="0">
                  <a:pos x="T4" y="T5"/>
                </a:cxn>
                <a:cxn ang="0">
                  <a:pos x="T6" y="T7"/>
                </a:cxn>
                <a:cxn ang="0">
                  <a:pos x="T8" y="T9"/>
                </a:cxn>
              </a:cxnLst>
              <a:rect l="0" t="0" r="r" b="b"/>
              <a:pathLst>
                <a:path w="106" h="50">
                  <a:moveTo>
                    <a:pt x="44" y="49"/>
                  </a:moveTo>
                  <a:cubicBezTo>
                    <a:pt x="17" y="50"/>
                    <a:pt x="0" y="39"/>
                    <a:pt x="5" y="25"/>
                  </a:cubicBezTo>
                  <a:cubicBezTo>
                    <a:pt x="10" y="12"/>
                    <a:pt x="37" y="0"/>
                    <a:pt x="63" y="0"/>
                  </a:cubicBezTo>
                  <a:cubicBezTo>
                    <a:pt x="89" y="0"/>
                    <a:pt x="106" y="11"/>
                    <a:pt x="101" y="25"/>
                  </a:cubicBezTo>
                  <a:cubicBezTo>
                    <a:pt x="96" y="38"/>
                    <a:pt x="71" y="49"/>
                    <a:pt x="44" y="4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932"/>
            <p:cNvSpPr>
              <a:spLocks noEditPoints="1"/>
            </p:cNvSpPr>
            <p:nvPr/>
          </p:nvSpPr>
          <p:spPr bwMode="auto">
            <a:xfrm>
              <a:off x="1674813" y="4954588"/>
              <a:ext cx="307975" cy="139700"/>
            </a:xfrm>
            <a:custGeom>
              <a:avLst/>
              <a:gdLst>
                <a:gd name="T0" fmla="*/ 65 w 110"/>
                <a:gd name="T1" fmla="*/ 1 h 50"/>
                <a:gd name="T2" fmla="*/ 102 w 110"/>
                <a:gd name="T3" fmla="*/ 25 h 50"/>
                <a:gd name="T4" fmla="*/ 46 w 110"/>
                <a:gd name="T5" fmla="*/ 49 h 50"/>
                <a:gd name="T6" fmla="*/ 8 w 110"/>
                <a:gd name="T7" fmla="*/ 25 h 50"/>
                <a:gd name="T8" fmla="*/ 65 w 110"/>
                <a:gd name="T9" fmla="*/ 1 h 50"/>
                <a:gd name="T10" fmla="*/ 65 w 110"/>
                <a:gd name="T11" fmla="*/ 0 h 50"/>
                <a:gd name="T12" fmla="*/ 6 w 110"/>
                <a:gd name="T13" fmla="*/ 25 h 50"/>
                <a:gd name="T14" fmla="*/ 46 w 110"/>
                <a:gd name="T15" fmla="*/ 50 h 50"/>
                <a:gd name="T16" fmla="*/ 105 w 110"/>
                <a:gd name="T17" fmla="*/ 25 h 50"/>
                <a:gd name="T18" fmla="*/ 65 w 110"/>
                <a:gd name="T19"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50">
                  <a:moveTo>
                    <a:pt x="65" y="1"/>
                  </a:moveTo>
                  <a:cubicBezTo>
                    <a:pt x="90" y="1"/>
                    <a:pt x="107" y="12"/>
                    <a:pt x="102" y="25"/>
                  </a:cubicBezTo>
                  <a:cubicBezTo>
                    <a:pt x="97" y="38"/>
                    <a:pt x="73" y="49"/>
                    <a:pt x="46" y="49"/>
                  </a:cubicBezTo>
                  <a:cubicBezTo>
                    <a:pt x="20" y="49"/>
                    <a:pt x="3" y="39"/>
                    <a:pt x="8" y="25"/>
                  </a:cubicBezTo>
                  <a:cubicBezTo>
                    <a:pt x="14" y="12"/>
                    <a:pt x="39" y="1"/>
                    <a:pt x="65" y="1"/>
                  </a:cubicBezTo>
                  <a:moveTo>
                    <a:pt x="65" y="0"/>
                  </a:moveTo>
                  <a:cubicBezTo>
                    <a:pt x="38" y="0"/>
                    <a:pt x="11" y="11"/>
                    <a:pt x="6" y="25"/>
                  </a:cubicBezTo>
                  <a:cubicBezTo>
                    <a:pt x="0" y="39"/>
                    <a:pt x="18" y="50"/>
                    <a:pt x="46" y="50"/>
                  </a:cubicBezTo>
                  <a:cubicBezTo>
                    <a:pt x="73" y="50"/>
                    <a:pt x="99" y="39"/>
                    <a:pt x="105" y="25"/>
                  </a:cubicBezTo>
                  <a:cubicBezTo>
                    <a:pt x="110" y="11"/>
                    <a:pt x="92" y="0"/>
                    <a:pt x="6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933"/>
            <p:cNvSpPr>
              <a:spLocks/>
            </p:cNvSpPr>
            <p:nvPr/>
          </p:nvSpPr>
          <p:spPr bwMode="auto">
            <a:xfrm>
              <a:off x="1090613" y="5689600"/>
              <a:ext cx="333375" cy="142875"/>
            </a:xfrm>
            <a:custGeom>
              <a:avLst/>
              <a:gdLst>
                <a:gd name="T0" fmla="*/ 50 w 119"/>
                <a:gd name="T1" fmla="*/ 51 h 51"/>
                <a:gd name="T2" fmla="*/ 6 w 119"/>
                <a:gd name="T3" fmla="*/ 25 h 51"/>
                <a:gd name="T4" fmla="*/ 71 w 119"/>
                <a:gd name="T5" fmla="*/ 0 h 51"/>
                <a:gd name="T6" fmla="*/ 114 w 119"/>
                <a:gd name="T7" fmla="*/ 25 h 51"/>
                <a:gd name="T8" fmla="*/ 50 w 119"/>
                <a:gd name="T9" fmla="*/ 51 h 51"/>
              </a:gdLst>
              <a:ahLst/>
              <a:cxnLst>
                <a:cxn ang="0">
                  <a:pos x="T0" y="T1"/>
                </a:cxn>
                <a:cxn ang="0">
                  <a:pos x="T2" y="T3"/>
                </a:cxn>
                <a:cxn ang="0">
                  <a:pos x="T4" y="T5"/>
                </a:cxn>
                <a:cxn ang="0">
                  <a:pos x="T6" y="T7"/>
                </a:cxn>
                <a:cxn ang="0">
                  <a:pos x="T8" y="T9"/>
                </a:cxn>
              </a:cxnLst>
              <a:rect l="0" t="0" r="r" b="b"/>
              <a:pathLst>
                <a:path w="119" h="51">
                  <a:moveTo>
                    <a:pt x="50" y="51"/>
                  </a:moveTo>
                  <a:cubicBezTo>
                    <a:pt x="20" y="51"/>
                    <a:pt x="0" y="39"/>
                    <a:pt x="6" y="25"/>
                  </a:cubicBezTo>
                  <a:cubicBezTo>
                    <a:pt x="12" y="11"/>
                    <a:pt x="41" y="0"/>
                    <a:pt x="71" y="0"/>
                  </a:cubicBezTo>
                  <a:cubicBezTo>
                    <a:pt x="100" y="0"/>
                    <a:pt x="119" y="11"/>
                    <a:pt x="114" y="25"/>
                  </a:cubicBezTo>
                  <a:cubicBezTo>
                    <a:pt x="108" y="39"/>
                    <a:pt x="79" y="51"/>
                    <a:pt x="50" y="51"/>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934"/>
            <p:cNvSpPr>
              <a:spLocks noEditPoints="1"/>
            </p:cNvSpPr>
            <p:nvPr/>
          </p:nvSpPr>
          <p:spPr bwMode="auto">
            <a:xfrm>
              <a:off x="1087438" y="5686425"/>
              <a:ext cx="342900" cy="149225"/>
            </a:xfrm>
            <a:custGeom>
              <a:avLst/>
              <a:gdLst>
                <a:gd name="T0" fmla="*/ 71 w 122"/>
                <a:gd name="T1" fmla="*/ 1 h 53"/>
                <a:gd name="T2" fmla="*/ 113 w 122"/>
                <a:gd name="T3" fmla="*/ 26 h 53"/>
                <a:gd name="T4" fmla="*/ 51 w 122"/>
                <a:gd name="T5" fmla="*/ 52 h 53"/>
                <a:gd name="T6" fmla="*/ 9 w 122"/>
                <a:gd name="T7" fmla="*/ 26 h 53"/>
                <a:gd name="T8" fmla="*/ 71 w 122"/>
                <a:gd name="T9" fmla="*/ 1 h 53"/>
                <a:gd name="T10" fmla="*/ 72 w 122"/>
                <a:gd name="T11" fmla="*/ 0 h 53"/>
                <a:gd name="T12" fmla="*/ 6 w 122"/>
                <a:gd name="T13" fmla="*/ 26 h 53"/>
                <a:gd name="T14" fmla="*/ 50 w 122"/>
                <a:gd name="T15" fmla="*/ 53 h 53"/>
                <a:gd name="T16" fmla="*/ 116 w 122"/>
                <a:gd name="T17" fmla="*/ 26 h 53"/>
                <a:gd name="T18" fmla="*/ 72 w 122"/>
                <a:gd name="T1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2" h="53">
                  <a:moveTo>
                    <a:pt x="71" y="1"/>
                  </a:moveTo>
                  <a:cubicBezTo>
                    <a:pt x="100" y="1"/>
                    <a:pt x="119" y="12"/>
                    <a:pt x="113" y="26"/>
                  </a:cubicBezTo>
                  <a:cubicBezTo>
                    <a:pt x="108" y="40"/>
                    <a:pt x="80" y="52"/>
                    <a:pt x="51" y="52"/>
                  </a:cubicBezTo>
                  <a:cubicBezTo>
                    <a:pt x="22" y="52"/>
                    <a:pt x="3" y="40"/>
                    <a:pt x="9" y="26"/>
                  </a:cubicBezTo>
                  <a:cubicBezTo>
                    <a:pt x="14" y="12"/>
                    <a:pt x="43" y="1"/>
                    <a:pt x="71" y="1"/>
                  </a:cubicBezTo>
                  <a:moveTo>
                    <a:pt x="72" y="0"/>
                  </a:moveTo>
                  <a:cubicBezTo>
                    <a:pt x="42" y="0"/>
                    <a:pt x="12" y="12"/>
                    <a:pt x="6" y="26"/>
                  </a:cubicBezTo>
                  <a:cubicBezTo>
                    <a:pt x="0" y="41"/>
                    <a:pt x="20" y="53"/>
                    <a:pt x="50" y="53"/>
                  </a:cubicBezTo>
                  <a:cubicBezTo>
                    <a:pt x="81" y="53"/>
                    <a:pt x="110" y="41"/>
                    <a:pt x="116" y="26"/>
                  </a:cubicBezTo>
                  <a:cubicBezTo>
                    <a:pt x="122" y="11"/>
                    <a:pt x="102" y="0"/>
                    <a:pt x="7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935"/>
            <p:cNvSpPr>
              <a:spLocks/>
            </p:cNvSpPr>
            <p:nvPr/>
          </p:nvSpPr>
          <p:spPr bwMode="auto">
            <a:xfrm>
              <a:off x="1755776" y="5862638"/>
              <a:ext cx="311150" cy="149225"/>
            </a:xfrm>
            <a:custGeom>
              <a:avLst/>
              <a:gdLst>
                <a:gd name="T0" fmla="*/ 48 w 111"/>
                <a:gd name="T1" fmla="*/ 53 h 53"/>
                <a:gd name="T2" fmla="*/ 5 w 111"/>
                <a:gd name="T3" fmla="*/ 26 h 53"/>
                <a:gd name="T4" fmla="*/ 64 w 111"/>
                <a:gd name="T5" fmla="*/ 0 h 53"/>
                <a:gd name="T6" fmla="*/ 107 w 111"/>
                <a:gd name="T7" fmla="*/ 26 h 53"/>
                <a:gd name="T8" fmla="*/ 48 w 111"/>
                <a:gd name="T9" fmla="*/ 53 h 53"/>
              </a:gdLst>
              <a:ahLst/>
              <a:cxnLst>
                <a:cxn ang="0">
                  <a:pos x="T0" y="T1"/>
                </a:cxn>
                <a:cxn ang="0">
                  <a:pos x="T2" y="T3"/>
                </a:cxn>
                <a:cxn ang="0">
                  <a:pos x="T4" y="T5"/>
                </a:cxn>
                <a:cxn ang="0">
                  <a:pos x="T6" y="T7"/>
                </a:cxn>
                <a:cxn ang="0">
                  <a:pos x="T8" y="T9"/>
                </a:cxn>
              </a:cxnLst>
              <a:rect l="0" t="0" r="r" b="b"/>
              <a:pathLst>
                <a:path w="111" h="53">
                  <a:moveTo>
                    <a:pt x="48" y="53"/>
                  </a:moveTo>
                  <a:cubicBezTo>
                    <a:pt x="19" y="53"/>
                    <a:pt x="0" y="41"/>
                    <a:pt x="5" y="26"/>
                  </a:cubicBezTo>
                  <a:cubicBezTo>
                    <a:pt x="10" y="12"/>
                    <a:pt x="36" y="0"/>
                    <a:pt x="64" y="0"/>
                  </a:cubicBezTo>
                  <a:cubicBezTo>
                    <a:pt x="92" y="0"/>
                    <a:pt x="111" y="12"/>
                    <a:pt x="107" y="26"/>
                  </a:cubicBezTo>
                  <a:cubicBezTo>
                    <a:pt x="102" y="41"/>
                    <a:pt x="76" y="53"/>
                    <a:pt x="48" y="53"/>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936"/>
            <p:cNvSpPr>
              <a:spLocks noEditPoints="1"/>
            </p:cNvSpPr>
            <p:nvPr/>
          </p:nvSpPr>
          <p:spPr bwMode="auto">
            <a:xfrm>
              <a:off x="1752601" y="5862638"/>
              <a:ext cx="317500" cy="152400"/>
            </a:xfrm>
            <a:custGeom>
              <a:avLst/>
              <a:gdLst>
                <a:gd name="T0" fmla="*/ 65 w 113"/>
                <a:gd name="T1" fmla="*/ 1 h 54"/>
                <a:gd name="T2" fmla="*/ 106 w 113"/>
                <a:gd name="T3" fmla="*/ 26 h 54"/>
                <a:gd name="T4" fmla="*/ 49 w 113"/>
                <a:gd name="T5" fmla="*/ 52 h 54"/>
                <a:gd name="T6" fmla="*/ 8 w 113"/>
                <a:gd name="T7" fmla="*/ 26 h 54"/>
                <a:gd name="T8" fmla="*/ 65 w 113"/>
                <a:gd name="T9" fmla="*/ 1 h 54"/>
                <a:gd name="T10" fmla="*/ 65 w 113"/>
                <a:gd name="T11" fmla="*/ 0 h 54"/>
                <a:gd name="T12" fmla="*/ 5 w 113"/>
                <a:gd name="T13" fmla="*/ 26 h 54"/>
                <a:gd name="T14" fmla="*/ 49 w 113"/>
                <a:gd name="T15" fmla="*/ 54 h 54"/>
                <a:gd name="T16" fmla="*/ 109 w 113"/>
                <a:gd name="T17" fmla="*/ 26 h 54"/>
                <a:gd name="T18" fmla="*/ 65 w 113"/>
                <a:gd name="T19"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3" h="54">
                  <a:moveTo>
                    <a:pt x="65" y="1"/>
                  </a:moveTo>
                  <a:cubicBezTo>
                    <a:pt x="92" y="1"/>
                    <a:pt x="110" y="12"/>
                    <a:pt x="106" y="26"/>
                  </a:cubicBezTo>
                  <a:cubicBezTo>
                    <a:pt x="102" y="40"/>
                    <a:pt x="76" y="52"/>
                    <a:pt x="49" y="52"/>
                  </a:cubicBezTo>
                  <a:cubicBezTo>
                    <a:pt x="21" y="52"/>
                    <a:pt x="3" y="40"/>
                    <a:pt x="8" y="26"/>
                  </a:cubicBezTo>
                  <a:cubicBezTo>
                    <a:pt x="12" y="12"/>
                    <a:pt x="38" y="1"/>
                    <a:pt x="65" y="1"/>
                  </a:cubicBezTo>
                  <a:moveTo>
                    <a:pt x="65" y="0"/>
                  </a:moveTo>
                  <a:cubicBezTo>
                    <a:pt x="37" y="0"/>
                    <a:pt x="10" y="11"/>
                    <a:pt x="5" y="26"/>
                  </a:cubicBezTo>
                  <a:cubicBezTo>
                    <a:pt x="0" y="41"/>
                    <a:pt x="19" y="54"/>
                    <a:pt x="49" y="54"/>
                  </a:cubicBezTo>
                  <a:cubicBezTo>
                    <a:pt x="78" y="54"/>
                    <a:pt x="105" y="41"/>
                    <a:pt x="109" y="26"/>
                  </a:cubicBezTo>
                  <a:cubicBezTo>
                    <a:pt x="113" y="11"/>
                    <a:pt x="94" y="0"/>
                    <a:pt x="6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937"/>
            <p:cNvSpPr>
              <a:spLocks/>
            </p:cNvSpPr>
            <p:nvPr/>
          </p:nvSpPr>
          <p:spPr bwMode="auto">
            <a:xfrm>
              <a:off x="1438276" y="5992813"/>
              <a:ext cx="412750" cy="204787"/>
            </a:xfrm>
            <a:custGeom>
              <a:avLst/>
              <a:gdLst>
                <a:gd name="T0" fmla="*/ 62 w 147"/>
                <a:gd name="T1" fmla="*/ 73 h 73"/>
                <a:gd name="T2" fmla="*/ 7 w 147"/>
                <a:gd name="T3" fmla="*/ 36 h 73"/>
                <a:gd name="T4" fmla="*/ 86 w 147"/>
                <a:gd name="T5" fmla="*/ 0 h 73"/>
                <a:gd name="T6" fmla="*/ 140 w 147"/>
                <a:gd name="T7" fmla="*/ 36 h 73"/>
                <a:gd name="T8" fmla="*/ 62 w 147"/>
                <a:gd name="T9" fmla="*/ 73 h 73"/>
              </a:gdLst>
              <a:ahLst/>
              <a:cxnLst>
                <a:cxn ang="0">
                  <a:pos x="T0" y="T1"/>
                </a:cxn>
                <a:cxn ang="0">
                  <a:pos x="T2" y="T3"/>
                </a:cxn>
                <a:cxn ang="0">
                  <a:pos x="T4" y="T5"/>
                </a:cxn>
                <a:cxn ang="0">
                  <a:pos x="T6" y="T7"/>
                </a:cxn>
                <a:cxn ang="0">
                  <a:pos x="T8" y="T9"/>
                </a:cxn>
              </a:cxnLst>
              <a:rect l="0" t="0" r="r" b="b"/>
              <a:pathLst>
                <a:path w="147" h="73">
                  <a:moveTo>
                    <a:pt x="62" y="73"/>
                  </a:moveTo>
                  <a:cubicBezTo>
                    <a:pt x="24" y="73"/>
                    <a:pt x="0" y="56"/>
                    <a:pt x="7" y="36"/>
                  </a:cubicBezTo>
                  <a:cubicBezTo>
                    <a:pt x="14" y="16"/>
                    <a:pt x="50" y="0"/>
                    <a:pt x="86" y="0"/>
                  </a:cubicBezTo>
                  <a:cubicBezTo>
                    <a:pt x="122" y="0"/>
                    <a:pt x="147" y="16"/>
                    <a:pt x="140" y="36"/>
                  </a:cubicBezTo>
                  <a:cubicBezTo>
                    <a:pt x="134" y="56"/>
                    <a:pt x="99" y="73"/>
                    <a:pt x="62" y="73"/>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938"/>
            <p:cNvSpPr>
              <a:spLocks noEditPoints="1"/>
            </p:cNvSpPr>
            <p:nvPr/>
          </p:nvSpPr>
          <p:spPr bwMode="auto">
            <a:xfrm>
              <a:off x="1433513" y="5992813"/>
              <a:ext cx="420688" cy="206375"/>
            </a:xfrm>
            <a:custGeom>
              <a:avLst/>
              <a:gdLst>
                <a:gd name="T0" fmla="*/ 88 w 150"/>
                <a:gd name="T1" fmla="*/ 1 h 74"/>
                <a:gd name="T2" fmla="*/ 141 w 150"/>
                <a:gd name="T3" fmla="*/ 36 h 74"/>
                <a:gd name="T4" fmla="*/ 64 w 150"/>
                <a:gd name="T5" fmla="*/ 72 h 74"/>
                <a:gd name="T6" fmla="*/ 11 w 150"/>
                <a:gd name="T7" fmla="*/ 36 h 74"/>
                <a:gd name="T8" fmla="*/ 88 w 150"/>
                <a:gd name="T9" fmla="*/ 1 h 74"/>
                <a:gd name="T10" fmla="*/ 88 w 150"/>
                <a:gd name="T11" fmla="*/ 0 h 74"/>
                <a:gd name="T12" fmla="*/ 8 w 150"/>
                <a:gd name="T13" fmla="*/ 36 h 74"/>
                <a:gd name="T14" fmla="*/ 63 w 150"/>
                <a:gd name="T15" fmla="*/ 74 h 74"/>
                <a:gd name="T16" fmla="*/ 144 w 150"/>
                <a:gd name="T17" fmla="*/ 36 h 74"/>
                <a:gd name="T18" fmla="*/ 88 w 150"/>
                <a:gd name="T19"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0" h="74">
                  <a:moveTo>
                    <a:pt x="88" y="1"/>
                  </a:moveTo>
                  <a:cubicBezTo>
                    <a:pt x="123" y="1"/>
                    <a:pt x="147" y="16"/>
                    <a:pt x="141" y="36"/>
                  </a:cubicBezTo>
                  <a:cubicBezTo>
                    <a:pt x="135" y="55"/>
                    <a:pt x="100" y="72"/>
                    <a:pt x="64" y="72"/>
                  </a:cubicBezTo>
                  <a:cubicBezTo>
                    <a:pt x="27" y="72"/>
                    <a:pt x="4" y="55"/>
                    <a:pt x="11" y="36"/>
                  </a:cubicBezTo>
                  <a:cubicBezTo>
                    <a:pt x="18" y="16"/>
                    <a:pt x="52" y="1"/>
                    <a:pt x="88" y="1"/>
                  </a:cubicBezTo>
                  <a:moveTo>
                    <a:pt x="88" y="0"/>
                  </a:moveTo>
                  <a:cubicBezTo>
                    <a:pt x="51" y="0"/>
                    <a:pt x="15" y="15"/>
                    <a:pt x="8" y="36"/>
                  </a:cubicBezTo>
                  <a:cubicBezTo>
                    <a:pt x="0" y="56"/>
                    <a:pt x="25" y="74"/>
                    <a:pt x="63" y="74"/>
                  </a:cubicBezTo>
                  <a:cubicBezTo>
                    <a:pt x="101" y="74"/>
                    <a:pt x="137" y="56"/>
                    <a:pt x="144" y="36"/>
                  </a:cubicBezTo>
                  <a:cubicBezTo>
                    <a:pt x="150" y="15"/>
                    <a:pt x="125" y="0"/>
                    <a:pt x="8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939"/>
            <p:cNvSpPr>
              <a:spLocks/>
            </p:cNvSpPr>
            <p:nvPr/>
          </p:nvSpPr>
          <p:spPr bwMode="auto">
            <a:xfrm>
              <a:off x="1316038" y="5861050"/>
              <a:ext cx="333375" cy="153987"/>
            </a:xfrm>
            <a:custGeom>
              <a:avLst/>
              <a:gdLst>
                <a:gd name="T0" fmla="*/ 50 w 119"/>
                <a:gd name="T1" fmla="*/ 55 h 55"/>
                <a:gd name="T2" fmla="*/ 6 w 119"/>
                <a:gd name="T3" fmla="*/ 27 h 55"/>
                <a:gd name="T4" fmla="*/ 70 w 119"/>
                <a:gd name="T5" fmla="*/ 0 h 55"/>
                <a:gd name="T6" fmla="*/ 113 w 119"/>
                <a:gd name="T7" fmla="*/ 27 h 55"/>
                <a:gd name="T8" fmla="*/ 50 w 119"/>
                <a:gd name="T9" fmla="*/ 55 h 55"/>
              </a:gdLst>
              <a:ahLst/>
              <a:cxnLst>
                <a:cxn ang="0">
                  <a:pos x="T0" y="T1"/>
                </a:cxn>
                <a:cxn ang="0">
                  <a:pos x="T2" y="T3"/>
                </a:cxn>
                <a:cxn ang="0">
                  <a:pos x="T4" y="T5"/>
                </a:cxn>
                <a:cxn ang="0">
                  <a:pos x="T6" y="T7"/>
                </a:cxn>
                <a:cxn ang="0">
                  <a:pos x="T8" y="T9"/>
                </a:cxn>
              </a:cxnLst>
              <a:rect l="0" t="0" r="r" b="b"/>
              <a:pathLst>
                <a:path w="119" h="55">
                  <a:moveTo>
                    <a:pt x="50" y="55"/>
                  </a:moveTo>
                  <a:cubicBezTo>
                    <a:pt x="20" y="55"/>
                    <a:pt x="0" y="43"/>
                    <a:pt x="6" y="27"/>
                  </a:cubicBezTo>
                  <a:cubicBezTo>
                    <a:pt x="12" y="12"/>
                    <a:pt x="41" y="0"/>
                    <a:pt x="70" y="0"/>
                  </a:cubicBezTo>
                  <a:cubicBezTo>
                    <a:pt x="99" y="0"/>
                    <a:pt x="119" y="12"/>
                    <a:pt x="113" y="27"/>
                  </a:cubicBezTo>
                  <a:cubicBezTo>
                    <a:pt x="108" y="43"/>
                    <a:pt x="79" y="55"/>
                    <a:pt x="50" y="55"/>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940"/>
            <p:cNvSpPr>
              <a:spLocks noEditPoints="1"/>
            </p:cNvSpPr>
            <p:nvPr/>
          </p:nvSpPr>
          <p:spPr bwMode="auto">
            <a:xfrm>
              <a:off x="1312863" y="5861050"/>
              <a:ext cx="338138" cy="157162"/>
            </a:xfrm>
            <a:custGeom>
              <a:avLst/>
              <a:gdLst>
                <a:gd name="T0" fmla="*/ 71 w 121"/>
                <a:gd name="T1" fmla="*/ 1 h 56"/>
                <a:gd name="T2" fmla="*/ 113 w 121"/>
                <a:gd name="T3" fmla="*/ 27 h 56"/>
                <a:gd name="T4" fmla="*/ 51 w 121"/>
                <a:gd name="T5" fmla="*/ 55 h 56"/>
                <a:gd name="T6" fmla="*/ 9 w 121"/>
                <a:gd name="T7" fmla="*/ 27 h 56"/>
                <a:gd name="T8" fmla="*/ 71 w 121"/>
                <a:gd name="T9" fmla="*/ 1 h 56"/>
                <a:gd name="T10" fmla="*/ 71 w 121"/>
                <a:gd name="T11" fmla="*/ 0 h 56"/>
                <a:gd name="T12" fmla="*/ 6 w 121"/>
                <a:gd name="T13" fmla="*/ 27 h 56"/>
                <a:gd name="T14" fmla="*/ 50 w 121"/>
                <a:gd name="T15" fmla="*/ 56 h 56"/>
                <a:gd name="T16" fmla="*/ 116 w 121"/>
                <a:gd name="T17" fmla="*/ 27 h 56"/>
                <a:gd name="T18" fmla="*/ 71 w 121"/>
                <a:gd name="T19"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56">
                  <a:moveTo>
                    <a:pt x="71" y="1"/>
                  </a:moveTo>
                  <a:cubicBezTo>
                    <a:pt x="99" y="1"/>
                    <a:pt x="118" y="13"/>
                    <a:pt x="113" y="27"/>
                  </a:cubicBezTo>
                  <a:cubicBezTo>
                    <a:pt x="108" y="42"/>
                    <a:pt x="80" y="55"/>
                    <a:pt x="51" y="55"/>
                  </a:cubicBezTo>
                  <a:cubicBezTo>
                    <a:pt x="22" y="55"/>
                    <a:pt x="3" y="42"/>
                    <a:pt x="9" y="27"/>
                  </a:cubicBezTo>
                  <a:cubicBezTo>
                    <a:pt x="14" y="13"/>
                    <a:pt x="42" y="1"/>
                    <a:pt x="71" y="1"/>
                  </a:cubicBezTo>
                  <a:moveTo>
                    <a:pt x="71" y="0"/>
                  </a:moveTo>
                  <a:cubicBezTo>
                    <a:pt x="41" y="0"/>
                    <a:pt x="12" y="12"/>
                    <a:pt x="6" y="27"/>
                  </a:cubicBezTo>
                  <a:cubicBezTo>
                    <a:pt x="0" y="43"/>
                    <a:pt x="20" y="56"/>
                    <a:pt x="50" y="56"/>
                  </a:cubicBezTo>
                  <a:cubicBezTo>
                    <a:pt x="81" y="56"/>
                    <a:pt x="110" y="43"/>
                    <a:pt x="116" y="27"/>
                  </a:cubicBezTo>
                  <a:cubicBezTo>
                    <a:pt x="121" y="12"/>
                    <a:pt x="101" y="0"/>
                    <a:pt x="7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941"/>
            <p:cNvSpPr>
              <a:spLocks/>
            </p:cNvSpPr>
            <p:nvPr/>
          </p:nvSpPr>
          <p:spPr bwMode="auto">
            <a:xfrm>
              <a:off x="4368801" y="5897563"/>
              <a:ext cx="304800" cy="158750"/>
            </a:xfrm>
            <a:custGeom>
              <a:avLst/>
              <a:gdLst>
                <a:gd name="T0" fmla="*/ 58 w 109"/>
                <a:gd name="T1" fmla="*/ 57 h 57"/>
                <a:gd name="T2" fmla="*/ 1 w 109"/>
                <a:gd name="T3" fmla="*/ 28 h 57"/>
                <a:gd name="T4" fmla="*/ 50 w 109"/>
                <a:gd name="T5" fmla="*/ 0 h 57"/>
                <a:gd name="T6" fmla="*/ 107 w 109"/>
                <a:gd name="T7" fmla="*/ 28 h 57"/>
                <a:gd name="T8" fmla="*/ 58 w 109"/>
                <a:gd name="T9" fmla="*/ 57 h 57"/>
              </a:gdLst>
              <a:ahLst/>
              <a:cxnLst>
                <a:cxn ang="0">
                  <a:pos x="T0" y="T1"/>
                </a:cxn>
                <a:cxn ang="0">
                  <a:pos x="T2" y="T3"/>
                </a:cxn>
                <a:cxn ang="0">
                  <a:pos x="T4" y="T5"/>
                </a:cxn>
                <a:cxn ang="0">
                  <a:pos x="T6" y="T7"/>
                </a:cxn>
                <a:cxn ang="0">
                  <a:pos x="T8" y="T9"/>
                </a:cxn>
              </a:cxnLst>
              <a:rect l="0" t="0" r="r" b="b"/>
              <a:pathLst>
                <a:path w="109" h="57">
                  <a:moveTo>
                    <a:pt x="58" y="57"/>
                  </a:moveTo>
                  <a:cubicBezTo>
                    <a:pt x="28" y="57"/>
                    <a:pt x="3" y="44"/>
                    <a:pt x="1" y="28"/>
                  </a:cubicBezTo>
                  <a:cubicBezTo>
                    <a:pt x="0" y="12"/>
                    <a:pt x="22" y="0"/>
                    <a:pt x="50" y="0"/>
                  </a:cubicBezTo>
                  <a:cubicBezTo>
                    <a:pt x="79" y="0"/>
                    <a:pt x="104" y="12"/>
                    <a:pt x="107" y="28"/>
                  </a:cubicBezTo>
                  <a:cubicBezTo>
                    <a:pt x="109" y="44"/>
                    <a:pt x="87" y="57"/>
                    <a:pt x="58" y="5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942"/>
            <p:cNvSpPr>
              <a:spLocks noEditPoints="1"/>
            </p:cNvSpPr>
            <p:nvPr/>
          </p:nvSpPr>
          <p:spPr bwMode="auto">
            <a:xfrm>
              <a:off x="4362451" y="5894388"/>
              <a:ext cx="314325" cy="165100"/>
            </a:xfrm>
            <a:custGeom>
              <a:avLst/>
              <a:gdLst>
                <a:gd name="T0" fmla="*/ 52 w 112"/>
                <a:gd name="T1" fmla="*/ 2 h 59"/>
                <a:gd name="T2" fmla="*/ 107 w 112"/>
                <a:gd name="T3" fmla="*/ 29 h 59"/>
                <a:gd name="T4" fmla="*/ 60 w 112"/>
                <a:gd name="T5" fmla="*/ 58 h 59"/>
                <a:gd name="T6" fmla="*/ 5 w 112"/>
                <a:gd name="T7" fmla="*/ 29 h 59"/>
                <a:gd name="T8" fmla="*/ 52 w 112"/>
                <a:gd name="T9" fmla="*/ 2 h 59"/>
                <a:gd name="T10" fmla="*/ 52 w 112"/>
                <a:gd name="T11" fmla="*/ 0 h 59"/>
                <a:gd name="T12" fmla="*/ 2 w 112"/>
                <a:gd name="T13" fmla="*/ 29 h 59"/>
                <a:gd name="T14" fmla="*/ 60 w 112"/>
                <a:gd name="T15" fmla="*/ 59 h 59"/>
                <a:gd name="T16" fmla="*/ 110 w 112"/>
                <a:gd name="T17" fmla="*/ 29 h 59"/>
                <a:gd name="T18" fmla="*/ 52 w 112"/>
                <a:gd name="T19"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2" h="59">
                  <a:moveTo>
                    <a:pt x="52" y="2"/>
                  </a:moveTo>
                  <a:cubicBezTo>
                    <a:pt x="80" y="2"/>
                    <a:pt x="105" y="14"/>
                    <a:pt x="107" y="29"/>
                  </a:cubicBezTo>
                  <a:cubicBezTo>
                    <a:pt x="110" y="45"/>
                    <a:pt x="88" y="58"/>
                    <a:pt x="60" y="58"/>
                  </a:cubicBezTo>
                  <a:cubicBezTo>
                    <a:pt x="31" y="58"/>
                    <a:pt x="6" y="44"/>
                    <a:pt x="5" y="29"/>
                  </a:cubicBezTo>
                  <a:cubicBezTo>
                    <a:pt x="3" y="14"/>
                    <a:pt x="24" y="2"/>
                    <a:pt x="52" y="2"/>
                  </a:cubicBezTo>
                  <a:moveTo>
                    <a:pt x="52" y="0"/>
                  </a:moveTo>
                  <a:cubicBezTo>
                    <a:pt x="23" y="0"/>
                    <a:pt x="0" y="13"/>
                    <a:pt x="2" y="29"/>
                  </a:cubicBezTo>
                  <a:cubicBezTo>
                    <a:pt x="4" y="45"/>
                    <a:pt x="30" y="59"/>
                    <a:pt x="60" y="59"/>
                  </a:cubicBezTo>
                  <a:cubicBezTo>
                    <a:pt x="90" y="59"/>
                    <a:pt x="112" y="45"/>
                    <a:pt x="110" y="29"/>
                  </a:cubicBezTo>
                  <a:cubicBezTo>
                    <a:pt x="107" y="13"/>
                    <a:pt x="82" y="0"/>
                    <a:pt x="5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943"/>
            <p:cNvSpPr>
              <a:spLocks/>
            </p:cNvSpPr>
            <p:nvPr/>
          </p:nvSpPr>
          <p:spPr bwMode="auto">
            <a:xfrm>
              <a:off x="5299076" y="4959350"/>
              <a:ext cx="269875" cy="130175"/>
            </a:xfrm>
            <a:custGeom>
              <a:avLst/>
              <a:gdLst>
                <a:gd name="T0" fmla="*/ 55 w 96"/>
                <a:gd name="T1" fmla="*/ 46 h 46"/>
                <a:gd name="T2" fmla="*/ 4 w 96"/>
                <a:gd name="T3" fmla="*/ 23 h 46"/>
                <a:gd name="T4" fmla="*/ 40 w 96"/>
                <a:gd name="T5" fmla="*/ 0 h 46"/>
                <a:gd name="T6" fmla="*/ 92 w 96"/>
                <a:gd name="T7" fmla="*/ 23 h 46"/>
                <a:gd name="T8" fmla="*/ 55 w 96"/>
                <a:gd name="T9" fmla="*/ 46 h 46"/>
              </a:gdLst>
              <a:ahLst/>
              <a:cxnLst>
                <a:cxn ang="0">
                  <a:pos x="T0" y="T1"/>
                </a:cxn>
                <a:cxn ang="0">
                  <a:pos x="T2" y="T3"/>
                </a:cxn>
                <a:cxn ang="0">
                  <a:pos x="T4" y="T5"/>
                </a:cxn>
                <a:cxn ang="0">
                  <a:pos x="T6" y="T7"/>
                </a:cxn>
                <a:cxn ang="0">
                  <a:pos x="T8" y="T9"/>
                </a:cxn>
              </a:cxnLst>
              <a:rect l="0" t="0" r="r" b="b"/>
              <a:pathLst>
                <a:path w="96" h="46">
                  <a:moveTo>
                    <a:pt x="55" y="46"/>
                  </a:moveTo>
                  <a:cubicBezTo>
                    <a:pt x="31" y="46"/>
                    <a:pt x="8" y="36"/>
                    <a:pt x="4" y="23"/>
                  </a:cubicBezTo>
                  <a:cubicBezTo>
                    <a:pt x="0" y="11"/>
                    <a:pt x="16" y="0"/>
                    <a:pt x="40" y="0"/>
                  </a:cubicBezTo>
                  <a:cubicBezTo>
                    <a:pt x="64" y="0"/>
                    <a:pt x="87" y="10"/>
                    <a:pt x="92" y="23"/>
                  </a:cubicBezTo>
                  <a:cubicBezTo>
                    <a:pt x="96" y="36"/>
                    <a:pt x="80" y="46"/>
                    <a:pt x="55" y="46"/>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944"/>
            <p:cNvSpPr>
              <a:spLocks noEditPoints="1"/>
            </p:cNvSpPr>
            <p:nvPr/>
          </p:nvSpPr>
          <p:spPr bwMode="auto">
            <a:xfrm>
              <a:off x="5294313" y="4957763"/>
              <a:ext cx="279400" cy="134937"/>
            </a:xfrm>
            <a:custGeom>
              <a:avLst/>
              <a:gdLst>
                <a:gd name="T0" fmla="*/ 42 w 100"/>
                <a:gd name="T1" fmla="*/ 2 h 48"/>
                <a:gd name="T2" fmla="*/ 93 w 100"/>
                <a:gd name="T3" fmla="*/ 24 h 48"/>
                <a:gd name="T4" fmla="*/ 57 w 100"/>
                <a:gd name="T5" fmla="*/ 46 h 48"/>
                <a:gd name="T6" fmla="*/ 7 w 100"/>
                <a:gd name="T7" fmla="*/ 24 h 48"/>
                <a:gd name="T8" fmla="*/ 42 w 100"/>
                <a:gd name="T9" fmla="*/ 2 h 48"/>
                <a:gd name="T10" fmla="*/ 42 w 100"/>
                <a:gd name="T11" fmla="*/ 0 h 48"/>
                <a:gd name="T12" fmla="*/ 4 w 100"/>
                <a:gd name="T13" fmla="*/ 24 h 48"/>
                <a:gd name="T14" fmla="*/ 57 w 100"/>
                <a:gd name="T15" fmla="*/ 48 h 48"/>
                <a:gd name="T16" fmla="*/ 95 w 100"/>
                <a:gd name="T17" fmla="*/ 24 h 48"/>
                <a:gd name="T18" fmla="*/ 42 w 100"/>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0" h="48">
                  <a:moveTo>
                    <a:pt x="42" y="2"/>
                  </a:moveTo>
                  <a:cubicBezTo>
                    <a:pt x="65" y="1"/>
                    <a:pt x="88" y="12"/>
                    <a:pt x="93" y="24"/>
                  </a:cubicBezTo>
                  <a:cubicBezTo>
                    <a:pt x="97" y="36"/>
                    <a:pt x="81" y="46"/>
                    <a:pt x="57" y="46"/>
                  </a:cubicBezTo>
                  <a:cubicBezTo>
                    <a:pt x="33" y="46"/>
                    <a:pt x="11" y="37"/>
                    <a:pt x="7" y="24"/>
                  </a:cubicBezTo>
                  <a:cubicBezTo>
                    <a:pt x="3" y="12"/>
                    <a:pt x="18" y="2"/>
                    <a:pt x="42" y="2"/>
                  </a:cubicBezTo>
                  <a:moveTo>
                    <a:pt x="42" y="0"/>
                  </a:moveTo>
                  <a:cubicBezTo>
                    <a:pt x="17" y="0"/>
                    <a:pt x="0" y="11"/>
                    <a:pt x="4" y="24"/>
                  </a:cubicBezTo>
                  <a:cubicBezTo>
                    <a:pt x="8" y="37"/>
                    <a:pt x="32" y="48"/>
                    <a:pt x="57" y="48"/>
                  </a:cubicBezTo>
                  <a:cubicBezTo>
                    <a:pt x="83" y="47"/>
                    <a:pt x="100" y="37"/>
                    <a:pt x="95" y="24"/>
                  </a:cubicBezTo>
                  <a:cubicBezTo>
                    <a:pt x="90" y="11"/>
                    <a:pt x="66" y="0"/>
                    <a:pt x="4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945"/>
            <p:cNvSpPr>
              <a:spLocks/>
            </p:cNvSpPr>
            <p:nvPr/>
          </p:nvSpPr>
          <p:spPr bwMode="auto">
            <a:xfrm>
              <a:off x="6137276" y="5141913"/>
              <a:ext cx="303213" cy="130175"/>
            </a:xfrm>
            <a:custGeom>
              <a:avLst/>
              <a:gdLst>
                <a:gd name="T0" fmla="*/ 64 w 108"/>
                <a:gd name="T1" fmla="*/ 45 h 46"/>
                <a:gd name="T2" fmla="*/ 6 w 108"/>
                <a:gd name="T3" fmla="*/ 23 h 46"/>
                <a:gd name="T4" fmla="*/ 44 w 108"/>
                <a:gd name="T5" fmla="*/ 0 h 46"/>
                <a:gd name="T6" fmla="*/ 103 w 108"/>
                <a:gd name="T7" fmla="*/ 23 h 46"/>
                <a:gd name="T8" fmla="*/ 64 w 108"/>
                <a:gd name="T9" fmla="*/ 45 h 46"/>
              </a:gdLst>
              <a:ahLst/>
              <a:cxnLst>
                <a:cxn ang="0">
                  <a:pos x="T0" y="T1"/>
                </a:cxn>
                <a:cxn ang="0">
                  <a:pos x="T2" y="T3"/>
                </a:cxn>
                <a:cxn ang="0">
                  <a:pos x="T4" y="T5"/>
                </a:cxn>
                <a:cxn ang="0">
                  <a:pos x="T6" y="T7"/>
                </a:cxn>
                <a:cxn ang="0">
                  <a:pos x="T8" y="T9"/>
                </a:cxn>
              </a:cxnLst>
              <a:rect l="0" t="0" r="r" b="b"/>
              <a:pathLst>
                <a:path w="108" h="46">
                  <a:moveTo>
                    <a:pt x="64" y="45"/>
                  </a:moveTo>
                  <a:cubicBezTo>
                    <a:pt x="37" y="46"/>
                    <a:pt x="11" y="35"/>
                    <a:pt x="6" y="23"/>
                  </a:cubicBezTo>
                  <a:cubicBezTo>
                    <a:pt x="0" y="11"/>
                    <a:pt x="17" y="0"/>
                    <a:pt x="44" y="0"/>
                  </a:cubicBezTo>
                  <a:cubicBezTo>
                    <a:pt x="70" y="0"/>
                    <a:pt x="97" y="10"/>
                    <a:pt x="103" y="23"/>
                  </a:cubicBezTo>
                  <a:cubicBezTo>
                    <a:pt x="108" y="35"/>
                    <a:pt x="91" y="45"/>
                    <a:pt x="64" y="45"/>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946"/>
            <p:cNvSpPr>
              <a:spLocks noEditPoints="1"/>
            </p:cNvSpPr>
            <p:nvPr/>
          </p:nvSpPr>
          <p:spPr bwMode="auto">
            <a:xfrm>
              <a:off x="6134101" y="5140325"/>
              <a:ext cx="311150" cy="131762"/>
            </a:xfrm>
            <a:custGeom>
              <a:avLst/>
              <a:gdLst>
                <a:gd name="T0" fmla="*/ 45 w 111"/>
                <a:gd name="T1" fmla="*/ 2 h 47"/>
                <a:gd name="T2" fmla="*/ 102 w 111"/>
                <a:gd name="T3" fmla="*/ 24 h 47"/>
                <a:gd name="T4" fmla="*/ 65 w 111"/>
                <a:gd name="T5" fmla="*/ 46 h 47"/>
                <a:gd name="T6" fmla="*/ 8 w 111"/>
                <a:gd name="T7" fmla="*/ 24 h 47"/>
                <a:gd name="T8" fmla="*/ 45 w 111"/>
                <a:gd name="T9" fmla="*/ 2 h 47"/>
                <a:gd name="T10" fmla="*/ 44 w 111"/>
                <a:gd name="T11" fmla="*/ 1 h 47"/>
                <a:gd name="T12" fmla="*/ 5 w 111"/>
                <a:gd name="T13" fmla="*/ 24 h 47"/>
                <a:gd name="T14" fmla="*/ 65 w 111"/>
                <a:gd name="T15" fmla="*/ 47 h 47"/>
                <a:gd name="T16" fmla="*/ 105 w 111"/>
                <a:gd name="T17" fmla="*/ 24 h 47"/>
                <a:gd name="T18" fmla="*/ 44 w 111"/>
                <a:gd name="T19" fmla="*/ 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1" h="47">
                  <a:moveTo>
                    <a:pt x="45" y="2"/>
                  </a:moveTo>
                  <a:cubicBezTo>
                    <a:pt x="71" y="2"/>
                    <a:pt x="97" y="11"/>
                    <a:pt x="102" y="24"/>
                  </a:cubicBezTo>
                  <a:cubicBezTo>
                    <a:pt x="108" y="36"/>
                    <a:pt x="91" y="46"/>
                    <a:pt x="65" y="46"/>
                  </a:cubicBezTo>
                  <a:cubicBezTo>
                    <a:pt x="38" y="46"/>
                    <a:pt x="13" y="36"/>
                    <a:pt x="8" y="24"/>
                  </a:cubicBezTo>
                  <a:cubicBezTo>
                    <a:pt x="3" y="12"/>
                    <a:pt x="19" y="2"/>
                    <a:pt x="45" y="2"/>
                  </a:cubicBezTo>
                  <a:moveTo>
                    <a:pt x="44" y="1"/>
                  </a:moveTo>
                  <a:cubicBezTo>
                    <a:pt x="17" y="1"/>
                    <a:pt x="0" y="11"/>
                    <a:pt x="5" y="24"/>
                  </a:cubicBezTo>
                  <a:cubicBezTo>
                    <a:pt x="11" y="37"/>
                    <a:pt x="37" y="47"/>
                    <a:pt x="65" y="47"/>
                  </a:cubicBezTo>
                  <a:cubicBezTo>
                    <a:pt x="93" y="47"/>
                    <a:pt x="111" y="36"/>
                    <a:pt x="105" y="24"/>
                  </a:cubicBezTo>
                  <a:cubicBezTo>
                    <a:pt x="99" y="11"/>
                    <a:pt x="72" y="0"/>
                    <a:pt x="44"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947"/>
            <p:cNvSpPr>
              <a:spLocks/>
            </p:cNvSpPr>
            <p:nvPr/>
          </p:nvSpPr>
          <p:spPr bwMode="auto">
            <a:xfrm>
              <a:off x="1960563" y="5975350"/>
              <a:ext cx="327025" cy="165100"/>
            </a:xfrm>
            <a:custGeom>
              <a:avLst/>
              <a:gdLst>
                <a:gd name="T0" fmla="*/ 51 w 117"/>
                <a:gd name="T1" fmla="*/ 59 h 59"/>
                <a:gd name="T2" fmla="*/ 5 w 117"/>
                <a:gd name="T3" fmla="*/ 29 h 59"/>
                <a:gd name="T4" fmla="*/ 67 w 117"/>
                <a:gd name="T5" fmla="*/ 0 h 59"/>
                <a:gd name="T6" fmla="*/ 113 w 117"/>
                <a:gd name="T7" fmla="*/ 29 h 59"/>
                <a:gd name="T8" fmla="*/ 51 w 117"/>
                <a:gd name="T9" fmla="*/ 59 h 59"/>
              </a:gdLst>
              <a:ahLst/>
              <a:cxnLst>
                <a:cxn ang="0">
                  <a:pos x="T0" y="T1"/>
                </a:cxn>
                <a:cxn ang="0">
                  <a:pos x="T2" y="T3"/>
                </a:cxn>
                <a:cxn ang="0">
                  <a:pos x="T4" y="T5"/>
                </a:cxn>
                <a:cxn ang="0">
                  <a:pos x="T6" y="T7"/>
                </a:cxn>
                <a:cxn ang="0">
                  <a:pos x="T8" y="T9"/>
                </a:cxn>
              </a:cxnLst>
              <a:rect l="0" t="0" r="r" b="b"/>
              <a:pathLst>
                <a:path w="117" h="59">
                  <a:moveTo>
                    <a:pt x="51" y="59"/>
                  </a:moveTo>
                  <a:cubicBezTo>
                    <a:pt x="21" y="59"/>
                    <a:pt x="0" y="46"/>
                    <a:pt x="5" y="29"/>
                  </a:cubicBezTo>
                  <a:cubicBezTo>
                    <a:pt x="10" y="13"/>
                    <a:pt x="38" y="0"/>
                    <a:pt x="67" y="0"/>
                  </a:cubicBezTo>
                  <a:cubicBezTo>
                    <a:pt x="97" y="0"/>
                    <a:pt x="117" y="13"/>
                    <a:pt x="113" y="29"/>
                  </a:cubicBezTo>
                  <a:cubicBezTo>
                    <a:pt x="109" y="46"/>
                    <a:pt x="81" y="59"/>
                    <a:pt x="51" y="59"/>
                  </a:cubicBezTo>
                  <a:close/>
                </a:path>
              </a:pathLst>
            </a:custGeom>
            <a:solidFill>
              <a:srgbClr val="EE13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948"/>
            <p:cNvSpPr>
              <a:spLocks noEditPoints="1"/>
            </p:cNvSpPr>
            <p:nvPr/>
          </p:nvSpPr>
          <p:spPr bwMode="auto">
            <a:xfrm>
              <a:off x="1957388" y="5975350"/>
              <a:ext cx="336550" cy="168275"/>
            </a:xfrm>
            <a:custGeom>
              <a:avLst/>
              <a:gdLst>
                <a:gd name="T0" fmla="*/ 68 w 120"/>
                <a:gd name="T1" fmla="*/ 1 h 60"/>
                <a:gd name="T2" fmla="*/ 113 w 120"/>
                <a:gd name="T3" fmla="*/ 29 h 60"/>
                <a:gd name="T4" fmla="*/ 52 w 120"/>
                <a:gd name="T5" fmla="*/ 59 h 60"/>
                <a:gd name="T6" fmla="*/ 7 w 120"/>
                <a:gd name="T7" fmla="*/ 29 h 60"/>
                <a:gd name="T8" fmla="*/ 68 w 120"/>
                <a:gd name="T9" fmla="*/ 1 h 60"/>
                <a:gd name="T10" fmla="*/ 68 w 120"/>
                <a:gd name="T11" fmla="*/ 0 h 60"/>
                <a:gd name="T12" fmla="*/ 5 w 120"/>
                <a:gd name="T13" fmla="*/ 29 h 60"/>
                <a:gd name="T14" fmla="*/ 52 w 120"/>
                <a:gd name="T15" fmla="*/ 60 h 60"/>
                <a:gd name="T16" fmla="*/ 116 w 120"/>
                <a:gd name="T17" fmla="*/ 29 h 60"/>
                <a:gd name="T18" fmla="*/ 68 w 120"/>
                <a:gd name="T19"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0" h="60">
                  <a:moveTo>
                    <a:pt x="68" y="1"/>
                  </a:moveTo>
                  <a:cubicBezTo>
                    <a:pt x="97" y="1"/>
                    <a:pt x="117" y="13"/>
                    <a:pt x="113" y="29"/>
                  </a:cubicBezTo>
                  <a:cubicBezTo>
                    <a:pt x="109" y="45"/>
                    <a:pt x="82" y="59"/>
                    <a:pt x="52" y="59"/>
                  </a:cubicBezTo>
                  <a:cubicBezTo>
                    <a:pt x="23" y="59"/>
                    <a:pt x="3" y="45"/>
                    <a:pt x="7" y="29"/>
                  </a:cubicBezTo>
                  <a:cubicBezTo>
                    <a:pt x="12" y="13"/>
                    <a:pt x="39" y="1"/>
                    <a:pt x="68" y="1"/>
                  </a:cubicBezTo>
                  <a:moveTo>
                    <a:pt x="68" y="0"/>
                  </a:moveTo>
                  <a:cubicBezTo>
                    <a:pt x="38" y="0"/>
                    <a:pt x="10" y="13"/>
                    <a:pt x="5" y="29"/>
                  </a:cubicBezTo>
                  <a:cubicBezTo>
                    <a:pt x="0" y="46"/>
                    <a:pt x="21" y="60"/>
                    <a:pt x="52" y="60"/>
                  </a:cubicBezTo>
                  <a:cubicBezTo>
                    <a:pt x="83" y="60"/>
                    <a:pt x="111" y="46"/>
                    <a:pt x="116" y="29"/>
                  </a:cubicBezTo>
                  <a:cubicBezTo>
                    <a:pt x="120" y="13"/>
                    <a:pt x="99" y="0"/>
                    <a:pt x="6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949"/>
            <p:cNvSpPr>
              <a:spLocks/>
            </p:cNvSpPr>
            <p:nvPr/>
          </p:nvSpPr>
          <p:spPr bwMode="auto">
            <a:xfrm>
              <a:off x="3538538" y="5210175"/>
              <a:ext cx="244475" cy="125412"/>
            </a:xfrm>
            <a:custGeom>
              <a:avLst/>
              <a:gdLst>
                <a:gd name="T0" fmla="*/ 43 w 87"/>
                <a:gd name="T1" fmla="*/ 45 h 45"/>
                <a:gd name="T2" fmla="*/ 1 w 87"/>
                <a:gd name="T3" fmla="*/ 23 h 45"/>
                <a:gd name="T4" fmla="*/ 44 w 87"/>
                <a:gd name="T5" fmla="*/ 0 h 45"/>
                <a:gd name="T6" fmla="*/ 87 w 87"/>
                <a:gd name="T7" fmla="*/ 22 h 45"/>
                <a:gd name="T8" fmla="*/ 43 w 87"/>
                <a:gd name="T9" fmla="*/ 45 h 45"/>
              </a:gdLst>
              <a:ahLst/>
              <a:cxnLst>
                <a:cxn ang="0">
                  <a:pos x="T0" y="T1"/>
                </a:cxn>
                <a:cxn ang="0">
                  <a:pos x="T2" y="T3"/>
                </a:cxn>
                <a:cxn ang="0">
                  <a:pos x="T4" y="T5"/>
                </a:cxn>
                <a:cxn ang="0">
                  <a:pos x="T6" y="T7"/>
                </a:cxn>
                <a:cxn ang="0">
                  <a:pos x="T8" y="T9"/>
                </a:cxn>
              </a:cxnLst>
              <a:rect l="0" t="0" r="r" b="b"/>
              <a:pathLst>
                <a:path w="87" h="45">
                  <a:moveTo>
                    <a:pt x="43" y="45"/>
                  </a:moveTo>
                  <a:cubicBezTo>
                    <a:pt x="19" y="45"/>
                    <a:pt x="0" y="35"/>
                    <a:pt x="1" y="23"/>
                  </a:cubicBezTo>
                  <a:cubicBezTo>
                    <a:pt x="1" y="10"/>
                    <a:pt x="21" y="0"/>
                    <a:pt x="44" y="0"/>
                  </a:cubicBezTo>
                  <a:cubicBezTo>
                    <a:pt x="68" y="0"/>
                    <a:pt x="87" y="10"/>
                    <a:pt x="87" y="22"/>
                  </a:cubicBezTo>
                  <a:cubicBezTo>
                    <a:pt x="87" y="35"/>
                    <a:pt x="67" y="45"/>
                    <a:pt x="43" y="45"/>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950"/>
            <p:cNvSpPr>
              <a:spLocks noEditPoints="1"/>
            </p:cNvSpPr>
            <p:nvPr/>
          </p:nvSpPr>
          <p:spPr bwMode="auto">
            <a:xfrm>
              <a:off x="3535363" y="5207000"/>
              <a:ext cx="249238" cy="131762"/>
            </a:xfrm>
            <a:custGeom>
              <a:avLst/>
              <a:gdLst>
                <a:gd name="T0" fmla="*/ 45 w 89"/>
                <a:gd name="T1" fmla="*/ 2 h 47"/>
                <a:gd name="T2" fmla="*/ 87 w 89"/>
                <a:gd name="T3" fmla="*/ 23 h 47"/>
                <a:gd name="T4" fmla="*/ 44 w 89"/>
                <a:gd name="T5" fmla="*/ 45 h 47"/>
                <a:gd name="T6" fmla="*/ 3 w 89"/>
                <a:gd name="T7" fmla="*/ 24 h 47"/>
                <a:gd name="T8" fmla="*/ 45 w 89"/>
                <a:gd name="T9" fmla="*/ 2 h 47"/>
                <a:gd name="T10" fmla="*/ 45 w 89"/>
                <a:gd name="T11" fmla="*/ 0 h 47"/>
                <a:gd name="T12" fmla="*/ 0 w 89"/>
                <a:gd name="T13" fmla="*/ 24 h 47"/>
                <a:gd name="T14" fmla="*/ 44 w 89"/>
                <a:gd name="T15" fmla="*/ 46 h 47"/>
                <a:gd name="T16" fmla="*/ 89 w 89"/>
                <a:gd name="T17" fmla="*/ 23 h 47"/>
                <a:gd name="T18" fmla="*/ 45 w 89"/>
                <a:gd name="T19"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 h="47">
                  <a:moveTo>
                    <a:pt x="45" y="2"/>
                  </a:moveTo>
                  <a:cubicBezTo>
                    <a:pt x="68" y="2"/>
                    <a:pt x="87" y="11"/>
                    <a:pt x="87" y="23"/>
                  </a:cubicBezTo>
                  <a:cubicBezTo>
                    <a:pt x="87" y="35"/>
                    <a:pt x="68" y="45"/>
                    <a:pt x="44" y="45"/>
                  </a:cubicBezTo>
                  <a:cubicBezTo>
                    <a:pt x="21" y="45"/>
                    <a:pt x="2" y="36"/>
                    <a:pt x="3" y="24"/>
                  </a:cubicBezTo>
                  <a:cubicBezTo>
                    <a:pt x="3" y="12"/>
                    <a:pt x="22" y="2"/>
                    <a:pt x="45" y="2"/>
                  </a:cubicBezTo>
                  <a:moveTo>
                    <a:pt x="45" y="0"/>
                  </a:moveTo>
                  <a:cubicBezTo>
                    <a:pt x="21" y="1"/>
                    <a:pt x="1" y="11"/>
                    <a:pt x="0" y="24"/>
                  </a:cubicBezTo>
                  <a:cubicBezTo>
                    <a:pt x="0" y="36"/>
                    <a:pt x="19" y="47"/>
                    <a:pt x="44" y="46"/>
                  </a:cubicBezTo>
                  <a:cubicBezTo>
                    <a:pt x="69" y="46"/>
                    <a:pt x="89" y="36"/>
                    <a:pt x="89" y="23"/>
                  </a:cubicBezTo>
                  <a:cubicBezTo>
                    <a:pt x="89" y="11"/>
                    <a:pt x="69" y="0"/>
                    <a:pt x="4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951"/>
            <p:cNvSpPr>
              <a:spLocks/>
            </p:cNvSpPr>
            <p:nvPr/>
          </p:nvSpPr>
          <p:spPr bwMode="auto">
            <a:xfrm>
              <a:off x="1397001" y="5008563"/>
              <a:ext cx="257175" cy="111125"/>
            </a:xfrm>
            <a:custGeom>
              <a:avLst/>
              <a:gdLst>
                <a:gd name="T0" fmla="*/ 38 w 92"/>
                <a:gd name="T1" fmla="*/ 40 h 40"/>
                <a:gd name="T2" fmla="*/ 4 w 92"/>
                <a:gd name="T3" fmla="*/ 20 h 40"/>
                <a:gd name="T4" fmla="*/ 54 w 92"/>
                <a:gd name="T5" fmla="*/ 0 h 40"/>
                <a:gd name="T6" fmla="*/ 87 w 92"/>
                <a:gd name="T7" fmla="*/ 20 h 40"/>
                <a:gd name="T8" fmla="*/ 38 w 92"/>
                <a:gd name="T9" fmla="*/ 40 h 40"/>
              </a:gdLst>
              <a:ahLst/>
              <a:cxnLst>
                <a:cxn ang="0">
                  <a:pos x="T0" y="T1"/>
                </a:cxn>
                <a:cxn ang="0">
                  <a:pos x="T2" y="T3"/>
                </a:cxn>
                <a:cxn ang="0">
                  <a:pos x="T4" y="T5"/>
                </a:cxn>
                <a:cxn ang="0">
                  <a:pos x="T6" y="T7"/>
                </a:cxn>
                <a:cxn ang="0">
                  <a:pos x="T8" y="T9"/>
                </a:cxn>
              </a:cxnLst>
              <a:rect l="0" t="0" r="r" b="b"/>
              <a:pathLst>
                <a:path w="92" h="40">
                  <a:moveTo>
                    <a:pt x="38" y="40"/>
                  </a:moveTo>
                  <a:cubicBezTo>
                    <a:pt x="15" y="40"/>
                    <a:pt x="0" y="31"/>
                    <a:pt x="4" y="20"/>
                  </a:cubicBezTo>
                  <a:cubicBezTo>
                    <a:pt x="9" y="9"/>
                    <a:pt x="32" y="0"/>
                    <a:pt x="54" y="0"/>
                  </a:cubicBezTo>
                  <a:cubicBezTo>
                    <a:pt x="77" y="0"/>
                    <a:pt x="92" y="9"/>
                    <a:pt x="87" y="20"/>
                  </a:cubicBezTo>
                  <a:cubicBezTo>
                    <a:pt x="83" y="31"/>
                    <a:pt x="61" y="40"/>
                    <a:pt x="38" y="40"/>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952"/>
            <p:cNvSpPr>
              <a:spLocks noEditPoints="1"/>
            </p:cNvSpPr>
            <p:nvPr/>
          </p:nvSpPr>
          <p:spPr bwMode="auto">
            <a:xfrm>
              <a:off x="1390651" y="5005388"/>
              <a:ext cx="266700" cy="117475"/>
            </a:xfrm>
            <a:custGeom>
              <a:avLst/>
              <a:gdLst>
                <a:gd name="T0" fmla="*/ 56 w 95"/>
                <a:gd name="T1" fmla="*/ 1 h 42"/>
                <a:gd name="T2" fmla="*/ 88 w 95"/>
                <a:gd name="T3" fmla="*/ 21 h 42"/>
                <a:gd name="T4" fmla="*/ 40 w 95"/>
                <a:gd name="T5" fmla="*/ 41 h 42"/>
                <a:gd name="T6" fmla="*/ 8 w 95"/>
                <a:gd name="T7" fmla="*/ 21 h 42"/>
                <a:gd name="T8" fmla="*/ 56 w 95"/>
                <a:gd name="T9" fmla="*/ 1 h 42"/>
                <a:gd name="T10" fmla="*/ 57 w 95"/>
                <a:gd name="T11" fmla="*/ 0 h 42"/>
                <a:gd name="T12" fmla="*/ 5 w 95"/>
                <a:gd name="T13" fmla="*/ 21 h 42"/>
                <a:gd name="T14" fmla="*/ 39 w 95"/>
                <a:gd name="T15" fmla="*/ 42 h 42"/>
                <a:gd name="T16" fmla="*/ 90 w 95"/>
                <a:gd name="T17" fmla="*/ 21 h 42"/>
                <a:gd name="T18" fmla="*/ 57 w 95"/>
                <a:gd name="T19"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5" h="42">
                  <a:moveTo>
                    <a:pt x="56" y="1"/>
                  </a:moveTo>
                  <a:cubicBezTo>
                    <a:pt x="78" y="1"/>
                    <a:pt x="92" y="10"/>
                    <a:pt x="88" y="21"/>
                  </a:cubicBezTo>
                  <a:cubicBezTo>
                    <a:pt x="83" y="32"/>
                    <a:pt x="62" y="41"/>
                    <a:pt x="40" y="41"/>
                  </a:cubicBezTo>
                  <a:cubicBezTo>
                    <a:pt x="18" y="41"/>
                    <a:pt x="3" y="32"/>
                    <a:pt x="8" y="21"/>
                  </a:cubicBezTo>
                  <a:cubicBezTo>
                    <a:pt x="12" y="11"/>
                    <a:pt x="34" y="2"/>
                    <a:pt x="56" y="1"/>
                  </a:cubicBezTo>
                  <a:moveTo>
                    <a:pt x="57" y="0"/>
                  </a:moveTo>
                  <a:cubicBezTo>
                    <a:pt x="33" y="0"/>
                    <a:pt x="10" y="10"/>
                    <a:pt x="5" y="21"/>
                  </a:cubicBezTo>
                  <a:cubicBezTo>
                    <a:pt x="0" y="33"/>
                    <a:pt x="16" y="42"/>
                    <a:pt x="39" y="42"/>
                  </a:cubicBezTo>
                  <a:cubicBezTo>
                    <a:pt x="63" y="42"/>
                    <a:pt x="86" y="32"/>
                    <a:pt x="90" y="21"/>
                  </a:cubicBezTo>
                  <a:cubicBezTo>
                    <a:pt x="95" y="10"/>
                    <a:pt x="80" y="0"/>
                    <a:pt x="5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953"/>
            <p:cNvSpPr>
              <a:spLocks/>
            </p:cNvSpPr>
            <p:nvPr/>
          </p:nvSpPr>
          <p:spPr bwMode="auto">
            <a:xfrm>
              <a:off x="3160713" y="4511675"/>
              <a:ext cx="195263" cy="134937"/>
            </a:xfrm>
            <a:custGeom>
              <a:avLst/>
              <a:gdLst>
                <a:gd name="T0" fmla="*/ 32 w 70"/>
                <a:gd name="T1" fmla="*/ 47 h 48"/>
                <a:gd name="T2" fmla="*/ 3 w 70"/>
                <a:gd name="T3" fmla="*/ 24 h 48"/>
                <a:gd name="T4" fmla="*/ 39 w 70"/>
                <a:gd name="T5" fmla="*/ 0 h 48"/>
                <a:gd name="T6" fmla="*/ 68 w 70"/>
                <a:gd name="T7" fmla="*/ 24 h 48"/>
                <a:gd name="T8" fmla="*/ 32 w 70"/>
                <a:gd name="T9" fmla="*/ 47 h 48"/>
              </a:gdLst>
              <a:ahLst/>
              <a:cxnLst>
                <a:cxn ang="0">
                  <a:pos x="T0" y="T1"/>
                </a:cxn>
                <a:cxn ang="0">
                  <a:pos x="T2" y="T3"/>
                </a:cxn>
                <a:cxn ang="0">
                  <a:pos x="T4" y="T5"/>
                </a:cxn>
                <a:cxn ang="0">
                  <a:pos x="T6" y="T7"/>
                </a:cxn>
                <a:cxn ang="0">
                  <a:pos x="T8" y="T9"/>
                </a:cxn>
              </a:cxnLst>
              <a:rect l="0" t="0" r="r" b="b"/>
              <a:pathLst>
                <a:path w="70" h="48">
                  <a:moveTo>
                    <a:pt x="32" y="47"/>
                  </a:moveTo>
                  <a:cubicBezTo>
                    <a:pt x="14" y="48"/>
                    <a:pt x="0" y="37"/>
                    <a:pt x="3" y="24"/>
                  </a:cubicBezTo>
                  <a:cubicBezTo>
                    <a:pt x="5" y="11"/>
                    <a:pt x="21" y="0"/>
                    <a:pt x="39" y="0"/>
                  </a:cubicBezTo>
                  <a:cubicBezTo>
                    <a:pt x="57" y="0"/>
                    <a:pt x="70" y="11"/>
                    <a:pt x="68" y="24"/>
                  </a:cubicBezTo>
                  <a:cubicBezTo>
                    <a:pt x="67" y="37"/>
                    <a:pt x="50" y="47"/>
                    <a:pt x="32" y="4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954"/>
            <p:cNvSpPr>
              <a:spLocks noEditPoints="1"/>
            </p:cNvSpPr>
            <p:nvPr/>
          </p:nvSpPr>
          <p:spPr bwMode="auto">
            <a:xfrm>
              <a:off x="3157538" y="4508500"/>
              <a:ext cx="201613" cy="138112"/>
            </a:xfrm>
            <a:custGeom>
              <a:avLst/>
              <a:gdLst>
                <a:gd name="T0" fmla="*/ 40 w 72"/>
                <a:gd name="T1" fmla="*/ 1 h 49"/>
                <a:gd name="T2" fmla="*/ 68 w 72"/>
                <a:gd name="T3" fmla="*/ 25 h 49"/>
                <a:gd name="T4" fmla="*/ 33 w 72"/>
                <a:gd name="T5" fmla="*/ 48 h 49"/>
                <a:gd name="T6" fmla="*/ 5 w 72"/>
                <a:gd name="T7" fmla="*/ 25 h 49"/>
                <a:gd name="T8" fmla="*/ 40 w 72"/>
                <a:gd name="T9" fmla="*/ 1 h 49"/>
                <a:gd name="T10" fmla="*/ 40 w 72"/>
                <a:gd name="T11" fmla="*/ 0 h 49"/>
                <a:gd name="T12" fmla="*/ 3 w 72"/>
                <a:gd name="T13" fmla="*/ 25 h 49"/>
                <a:gd name="T14" fmla="*/ 33 w 72"/>
                <a:gd name="T15" fmla="*/ 49 h 49"/>
                <a:gd name="T16" fmla="*/ 70 w 72"/>
                <a:gd name="T17" fmla="*/ 25 h 49"/>
                <a:gd name="T18" fmla="*/ 40 w 72"/>
                <a:gd name="T19"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49">
                  <a:moveTo>
                    <a:pt x="40" y="1"/>
                  </a:moveTo>
                  <a:cubicBezTo>
                    <a:pt x="57" y="1"/>
                    <a:pt x="70" y="12"/>
                    <a:pt x="68" y="25"/>
                  </a:cubicBezTo>
                  <a:cubicBezTo>
                    <a:pt x="67" y="38"/>
                    <a:pt x="51" y="48"/>
                    <a:pt x="33" y="48"/>
                  </a:cubicBezTo>
                  <a:cubicBezTo>
                    <a:pt x="15" y="48"/>
                    <a:pt x="3" y="38"/>
                    <a:pt x="5" y="25"/>
                  </a:cubicBezTo>
                  <a:cubicBezTo>
                    <a:pt x="7" y="12"/>
                    <a:pt x="23" y="1"/>
                    <a:pt x="40" y="1"/>
                  </a:cubicBezTo>
                  <a:moveTo>
                    <a:pt x="40" y="0"/>
                  </a:moveTo>
                  <a:cubicBezTo>
                    <a:pt x="22" y="0"/>
                    <a:pt x="5" y="11"/>
                    <a:pt x="3" y="25"/>
                  </a:cubicBezTo>
                  <a:cubicBezTo>
                    <a:pt x="0" y="39"/>
                    <a:pt x="14" y="49"/>
                    <a:pt x="33" y="49"/>
                  </a:cubicBezTo>
                  <a:cubicBezTo>
                    <a:pt x="52" y="49"/>
                    <a:pt x="68" y="38"/>
                    <a:pt x="70" y="25"/>
                  </a:cubicBezTo>
                  <a:cubicBezTo>
                    <a:pt x="72" y="11"/>
                    <a:pt x="59" y="0"/>
                    <a:pt x="4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955"/>
            <p:cNvSpPr>
              <a:spLocks/>
            </p:cNvSpPr>
            <p:nvPr/>
          </p:nvSpPr>
          <p:spPr bwMode="auto">
            <a:xfrm>
              <a:off x="979488" y="5129213"/>
              <a:ext cx="268288" cy="107950"/>
            </a:xfrm>
            <a:custGeom>
              <a:avLst/>
              <a:gdLst>
                <a:gd name="T0" fmla="*/ 39 w 96"/>
                <a:gd name="T1" fmla="*/ 39 h 39"/>
                <a:gd name="T2" fmla="*/ 5 w 96"/>
                <a:gd name="T3" fmla="*/ 20 h 39"/>
                <a:gd name="T4" fmla="*/ 57 w 96"/>
                <a:gd name="T5" fmla="*/ 0 h 39"/>
                <a:gd name="T6" fmla="*/ 91 w 96"/>
                <a:gd name="T7" fmla="*/ 19 h 39"/>
                <a:gd name="T8" fmla="*/ 39 w 96"/>
                <a:gd name="T9" fmla="*/ 39 h 39"/>
              </a:gdLst>
              <a:ahLst/>
              <a:cxnLst>
                <a:cxn ang="0">
                  <a:pos x="T0" y="T1"/>
                </a:cxn>
                <a:cxn ang="0">
                  <a:pos x="T2" y="T3"/>
                </a:cxn>
                <a:cxn ang="0">
                  <a:pos x="T4" y="T5"/>
                </a:cxn>
                <a:cxn ang="0">
                  <a:pos x="T6" y="T7"/>
                </a:cxn>
                <a:cxn ang="0">
                  <a:pos x="T8" y="T9"/>
                </a:cxn>
              </a:cxnLst>
              <a:rect l="0" t="0" r="r" b="b"/>
              <a:pathLst>
                <a:path w="96" h="39">
                  <a:moveTo>
                    <a:pt x="39" y="39"/>
                  </a:moveTo>
                  <a:cubicBezTo>
                    <a:pt x="15" y="39"/>
                    <a:pt x="0" y="31"/>
                    <a:pt x="5" y="20"/>
                  </a:cubicBezTo>
                  <a:cubicBezTo>
                    <a:pt x="10" y="9"/>
                    <a:pt x="34" y="0"/>
                    <a:pt x="57" y="0"/>
                  </a:cubicBezTo>
                  <a:cubicBezTo>
                    <a:pt x="81" y="0"/>
                    <a:pt x="96" y="9"/>
                    <a:pt x="91" y="19"/>
                  </a:cubicBezTo>
                  <a:cubicBezTo>
                    <a:pt x="87" y="30"/>
                    <a:pt x="63" y="39"/>
                    <a:pt x="39" y="3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956"/>
            <p:cNvSpPr>
              <a:spLocks noEditPoints="1"/>
            </p:cNvSpPr>
            <p:nvPr/>
          </p:nvSpPr>
          <p:spPr bwMode="auto">
            <a:xfrm>
              <a:off x="973138" y="5126038"/>
              <a:ext cx="280988" cy="114300"/>
            </a:xfrm>
            <a:custGeom>
              <a:avLst/>
              <a:gdLst>
                <a:gd name="T0" fmla="*/ 59 w 100"/>
                <a:gd name="T1" fmla="*/ 1 h 41"/>
                <a:gd name="T2" fmla="*/ 92 w 100"/>
                <a:gd name="T3" fmla="*/ 20 h 41"/>
                <a:gd name="T4" fmla="*/ 42 w 100"/>
                <a:gd name="T5" fmla="*/ 40 h 41"/>
                <a:gd name="T6" fmla="*/ 8 w 100"/>
                <a:gd name="T7" fmla="*/ 21 h 41"/>
                <a:gd name="T8" fmla="*/ 59 w 100"/>
                <a:gd name="T9" fmla="*/ 1 h 41"/>
                <a:gd name="T10" fmla="*/ 60 w 100"/>
                <a:gd name="T11" fmla="*/ 0 h 41"/>
                <a:gd name="T12" fmla="*/ 5 w 100"/>
                <a:gd name="T13" fmla="*/ 21 h 41"/>
                <a:gd name="T14" fmla="*/ 41 w 100"/>
                <a:gd name="T15" fmla="*/ 41 h 41"/>
                <a:gd name="T16" fmla="*/ 95 w 100"/>
                <a:gd name="T17" fmla="*/ 20 h 41"/>
                <a:gd name="T18" fmla="*/ 60 w 100"/>
                <a:gd name="T1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0" h="41">
                  <a:moveTo>
                    <a:pt x="59" y="1"/>
                  </a:moveTo>
                  <a:cubicBezTo>
                    <a:pt x="82" y="1"/>
                    <a:pt x="97" y="10"/>
                    <a:pt x="92" y="20"/>
                  </a:cubicBezTo>
                  <a:cubicBezTo>
                    <a:pt x="87" y="31"/>
                    <a:pt x="65" y="40"/>
                    <a:pt x="42" y="40"/>
                  </a:cubicBezTo>
                  <a:cubicBezTo>
                    <a:pt x="18" y="40"/>
                    <a:pt x="3" y="31"/>
                    <a:pt x="8" y="21"/>
                  </a:cubicBezTo>
                  <a:cubicBezTo>
                    <a:pt x="13" y="10"/>
                    <a:pt x="36" y="2"/>
                    <a:pt x="59" y="1"/>
                  </a:cubicBezTo>
                  <a:moveTo>
                    <a:pt x="60" y="0"/>
                  </a:moveTo>
                  <a:cubicBezTo>
                    <a:pt x="35" y="0"/>
                    <a:pt x="11" y="10"/>
                    <a:pt x="5" y="21"/>
                  </a:cubicBezTo>
                  <a:cubicBezTo>
                    <a:pt x="0" y="32"/>
                    <a:pt x="16" y="41"/>
                    <a:pt x="41" y="41"/>
                  </a:cubicBezTo>
                  <a:cubicBezTo>
                    <a:pt x="66" y="41"/>
                    <a:pt x="90" y="32"/>
                    <a:pt x="95" y="20"/>
                  </a:cubicBezTo>
                  <a:cubicBezTo>
                    <a:pt x="100" y="9"/>
                    <a:pt x="84" y="0"/>
                    <a:pt x="6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957"/>
            <p:cNvSpPr>
              <a:spLocks/>
            </p:cNvSpPr>
            <p:nvPr/>
          </p:nvSpPr>
          <p:spPr bwMode="auto">
            <a:xfrm>
              <a:off x="908051" y="4772025"/>
              <a:ext cx="276225" cy="123825"/>
            </a:xfrm>
            <a:custGeom>
              <a:avLst/>
              <a:gdLst>
                <a:gd name="T0" fmla="*/ 40 w 98"/>
                <a:gd name="T1" fmla="*/ 44 h 44"/>
                <a:gd name="T2" fmla="*/ 6 w 98"/>
                <a:gd name="T3" fmla="*/ 23 h 44"/>
                <a:gd name="T4" fmla="*/ 60 w 98"/>
                <a:gd name="T5" fmla="*/ 0 h 44"/>
                <a:gd name="T6" fmla="*/ 93 w 98"/>
                <a:gd name="T7" fmla="*/ 22 h 44"/>
                <a:gd name="T8" fmla="*/ 40 w 98"/>
                <a:gd name="T9" fmla="*/ 44 h 44"/>
              </a:gdLst>
              <a:ahLst/>
              <a:cxnLst>
                <a:cxn ang="0">
                  <a:pos x="T0" y="T1"/>
                </a:cxn>
                <a:cxn ang="0">
                  <a:pos x="T2" y="T3"/>
                </a:cxn>
                <a:cxn ang="0">
                  <a:pos x="T4" y="T5"/>
                </a:cxn>
                <a:cxn ang="0">
                  <a:pos x="T6" y="T7"/>
                </a:cxn>
                <a:cxn ang="0">
                  <a:pos x="T8" y="T9"/>
                </a:cxn>
              </a:cxnLst>
              <a:rect l="0" t="0" r="r" b="b"/>
              <a:pathLst>
                <a:path w="98" h="44">
                  <a:moveTo>
                    <a:pt x="40" y="44"/>
                  </a:moveTo>
                  <a:cubicBezTo>
                    <a:pt x="16" y="44"/>
                    <a:pt x="0" y="35"/>
                    <a:pt x="6" y="23"/>
                  </a:cubicBezTo>
                  <a:cubicBezTo>
                    <a:pt x="12" y="11"/>
                    <a:pt x="36" y="0"/>
                    <a:pt x="60" y="0"/>
                  </a:cubicBezTo>
                  <a:cubicBezTo>
                    <a:pt x="84" y="0"/>
                    <a:pt x="98" y="10"/>
                    <a:pt x="93" y="22"/>
                  </a:cubicBezTo>
                  <a:cubicBezTo>
                    <a:pt x="87" y="34"/>
                    <a:pt x="64" y="44"/>
                    <a:pt x="40" y="44"/>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958"/>
            <p:cNvSpPr>
              <a:spLocks noEditPoints="1"/>
            </p:cNvSpPr>
            <p:nvPr/>
          </p:nvSpPr>
          <p:spPr bwMode="auto">
            <a:xfrm>
              <a:off x="906463" y="4772025"/>
              <a:ext cx="282575" cy="127000"/>
            </a:xfrm>
            <a:custGeom>
              <a:avLst/>
              <a:gdLst>
                <a:gd name="T0" fmla="*/ 61 w 101"/>
                <a:gd name="T1" fmla="*/ 1 h 45"/>
                <a:gd name="T2" fmla="*/ 92 w 101"/>
                <a:gd name="T3" fmla="*/ 22 h 45"/>
                <a:gd name="T4" fmla="*/ 41 w 101"/>
                <a:gd name="T5" fmla="*/ 43 h 45"/>
                <a:gd name="T6" fmla="*/ 8 w 101"/>
                <a:gd name="T7" fmla="*/ 23 h 45"/>
                <a:gd name="T8" fmla="*/ 61 w 101"/>
                <a:gd name="T9" fmla="*/ 1 h 45"/>
                <a:gd name="T10" fmla="*/ 61 w 101"/>
                <a:gd name="T11" fmla="*/ 0 h 45"/>
                <a:gd name="T12" fmla="*/ 6 w 101"/>
                <a:gd name="T13" fmla="*/ 23 h 45"/>
                <a:gd name="T14" fmla="*/ 40 w 101"/>
                <a:gd name="T15" fmla="*/ 45 h 45"/>
                <a:gd name="T16" fmla="*/ 95 w 101"/>
                <a:gd name="T17" fmla="*/ 22 h 45"/>
                <a:gd name="T18" fmla="*/ 61 w 101"/>
                <a:gd name="T1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1" h="45">
                  <a:moveTo>
                    <a:pt x="61" y="1"/>
                  </a:moveTo>
                  <a:cubicBezTo>
                    <a:pt x="84" y="1"/>
                    <a:pt x="98" y="11"/>
                    <a:pt x="92" y="22"/>
                  </a:cubicBezTo>
                  <a:cubicBezTo>
                    <a:pt x="87" y="34"/>
                    <a:pt x="64" y="43"/>
                    <a:pt x="41" y="43"/>
                  </a:cubicBezTo>
                  <a:cubicBezTo>
                    <a:pt x="18" y="44"/>
                    <a:pt x="3" y="34"/>
                    <a:pt x="8" y="23"/>
                  </a:cubicBezTo>
                  <a:cubicBezTo>
                    <a:pt x="14" y="11"/>
                    <a:pt x="37" y="1"/>
                    <a:pt x="61" y="1"/>
                  </a:cubicBezTo>
                  <a:moveTo>
                    <a:pt x="61" y="0"/>
                  </a:moveTo>
                  <a:cubicBezTo>
                    <a:pt x="37" y="0"/>
                    <a:pt x="11" y="10"/>
                    <a:pt x="6" y="23"/>
                  </a:cubicBezTo>
                  <a:cubicBezTo>
                    <a:pt x="0" y="35"/>
                    <a:pt x="15" y="45"/>
                    <a:pt x="40" y="45"/>
                  </a:cubicBezTo>
                  <a:cubicBezTo>
                    <a:pt x="65" y="45"/>
                    <a:pt x="89" y="35"/>
                    <a:pt x="95" y="22"/>
                  </a:cubicBezTo>
                  <a:cubicBezTo>
                    <a:pt x="101" y="10"/>
                    <a:pt x="86" y="0"/>
                    <a:pt x="6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959"/>
            <p:cNvSpPr>
              <a:spLocks/>
            </p:cNvSpPr>
            <p:nvPr/>
          </p:nvSpPr>
          <p:spPr bwMode="auto">
            <a:xfrm>
              <a:off x="490538" y="5232400"/>
              <a:ext cx="357188" cy="139700"/>
            </a:xfrm>
            <a:custGeom>
              <a:avLst/>
              <a:gdLst>
                <a:gd name="T0" fmla="*/ 52 w 127"/>
                <a:gd name="T1" fmla="*/ 49 h 50"/>
                <a:gd name="T2" fmla="*/ 6 w 127"/>
                <a:gd name="T3" fmla="*/ 25 h 50"/>
                <a:gd name="T4" fmla="*/ 75 w 127"/>
                <a:gd name="T5" fmla="*/ 1 h 50"/>
                <a:gd name="T6" fmla="*/ 120 w 127"/>
                <a:gd name="T7" fmla="*/ 25 h 50"/>
                <a:gd name="T8" fmla="*/ 52 w 127"/>
                <a:gd name="T9" fmla="*/ 49 h 50"/>
              </a:gdLst>
              <a:ahLst/>
              <a:cxnLst>
                <a:cxn ang="0">
                  <a:pos x="T0" y="T1"/>
                </a:cxn>
                <a:cxn ang="0">
                  <a:pos x="T2" y="T3"/>
                </a:cxn>
                <a:cxn ang="0">
                  <a:pos x="T4" y="T5"/>
                </a:cxn>
                <a:cxn ang="0">
                  <a:pos x="T6" y="T7"/>
                </a:cxn>
                <a:cxn ang="0">
                  <a:pos x="T8" y="T9"/>
                </a:cxn>
              </a:cxnLst>
              <a:rect l="0" t="0" r="r" b="b"/>
              <a:pathLst>
                <a:path w="127" h="50">
                  <a:moveTo>
                    <a:pt x="52" y="49"/>
                  </a:moveTo>
                  <a:cubicBezTo>
                    <a:pt x="20" y="50"/>
                    <a:pt x="0" y="39"/>
                    <a:pt x="6" y="25"/>
                  </a:cubicBezTo>
                  <a:cubicBezTo>
                    <a:pt x="13" y="12"/>
                    <a:pt x="44" y="1"/>
                    <a:pt x="75" y="1"/>
                  </a:cubicBezTo>
                  <a:cubicBezTo>
                    <a:pt x="107" y="0"/>
                    <a:pt x="127" y="11"/>
                    <a:pt x="120" y="25"/>
                  </a:cubicBezTo>
                  <a:cubicBezTo>
                    <a:pt x="114" y="38"/>
                    <a:pt x="83" y="49"/>
                    <a:pt x="52" y="49"/>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960"/>
            <p:cNvSpPr>
              <a:spLocks noEditPoints="1"/>
            </p:cNvSpPr>
            <p:nvPr/>
          </p:nvSpPr>
          <p:spPr bwMode="auto">
            <a:xfrm>
              <a:off x="485776" y="5232400"/>
              <a:ext cx="363538" cy="139700"/>
            </a:xfrm>
            <a:custGeom>
              <a:avLst/>
              <a:gdLst>
                <a:gd name="T0" fmla="*/ 77 w 130"/>
                <a:gd name="T1" fmla="*/ 1 h 50"/>
                <a:gd name="T2" fmla="*/ 121 w 130"/>
                <a:gd name="T3" fmla="*/ 25 h 50"/>
                <a:gd name="T4" fmla="*/ 54 w 130"/>
                <a:gd name="T5" fmla="*/ 49 h 50"/>
                <a:gd name="T6" fmla="*/ 10 w 130"/>
                <a:gd name="T7" fmla="*/ 25 h 50"/>
                <a:gd name="T8" fmla="*/ 77 w 130"/>
                <a:gd name="T9" fmla="*/ 1 h 50"/>
                <a:gd name="T10" fmla="*/ 78 w 130"/>
                <a:gd name="T11" fmla="*/ 0 h 50"/>
                <a:gd name="T12" fmla="*/ 7 w 130"/>
                <a:gd name="T13" fmla="*/ 25 h 50"/>
                <a:gd name="T14" fmla="*/ 54 w 130"/>
                <a:gd name="T15" fmla="*/ 50 h 50"/>
                <a:gd name="T16" fmla="*/ 123 w 130"/>
                <a:gd name="T17" fmla="*/ 25 h 50"/>
                <a:gd name="T18" fmla="*/ 78 w 130"/>
                <a:gd name="T19"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50">
                  <a:moveTo>
                    <a:pt x="77" y="1"/>
                  </a:moveTo>
                  <a:cubicBezTo>
                    <a:pt x="108" y="1"/>
                    <a:pt x="127" y="12"/>
                    <a:pt x="121" y="25"/>
                  </a:cubicBezTo>
                  <a:cubicBezTo>
                    <a:pt x="115" y="38"/>
                    <a:pt x="85" y="49"/>
                    <a:pt x="54" y="49"/>
                  </a:cubicBezTo>
                  <a:cubicBezTo>
                    <a:pt x="23" y="49"/>
                    <a:pt x="3" y="38"/>
                    <a:pt x="10" y="25"/>
                  </a:cubicBezTo>
                  <a:cubicBezTo>
                    <a:pt x="16" y="12"/>
                    <a:pt x="47" y="1"/>
                    <a:pt x="77" y="1"/>
                  </a:cubicBezTo>
                  <a:moveTo>
                    <a:pt x="78" y="0"/>
                  </a:moveTo>
                  <a:cubicBezTo>
                    <a:pt x="46" y="0"/>
                    <a:pt x="14" y="11"/>
                    <a:pt x="7" y="25"/>
                  </a:cubicBezTo>
                  <a:cubicBezTo>
                    <a:pt x="0" y="39"/>
                    <a:pt x="21" y="50"/>
                    <a:pt x="54" y="50"/>
                  </a:cubicBezTo>
                  <a:cubicBezTo>
                    <a:pt x="86" y="50"/>
                    <a:pt x="117" y="39"/>
                    <a:pt x="123" y="25"/>
                  </a:cubicBezTo>
                  <a:cubicBezTo>
                    <a:pt x="130" y="11"/>
                    <a:pt x="110" y="0"/>
                    <a:pt x="7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961"/>
            <p:cNvSpPr>
              <a:spLocks/>
            </p:cNvSpPr>
            <p:nvPr/>
          </p:nvSpPr>
          <p:spPr bwMode="auto">
            <a:xfrm>
              <a:off x="1312863" y="4816475"/>
              <a:ext cx="260350" cy="120650"/>
            </a:xfrm>
            <a:custGeom>
              <a:avLst/>
              <a:gdLst>
                <a:gd name="T0" fmla="*/ 38 w 93"/>
                <a:gd name="T1" fmla="*/ 43 h 43"/>
                <a:gd name="T2" fmla="*/ 5 w 93"/>
                <a:gd name="T3" fmla="*/ 22 h 43"/>
                <a:gd name="T4" fmla="*/ 56 w 93"/>
                <a:gd name="T5" fmla="*/ 0 h 43"/>
                <a:gd name="T6" fmla="*/ 88 w 93"/>
                <a:gd name="T7" fmla="*/ 21 h 43"/>
                <a:gd name="T8" fmla="*/ 38 w 93"/>
                <a:gd name="T9" fmla="*/ 43 h 43"/>
              </a:gdLst>
              <a:ahLst/>
              <a:cxnLst>
                <a:cxn ang="0">
                  <a:pos x="T0" y="T1"/>
                </a:cxn>
                <a:cxn ang="0">
                  <a:pos x="T2" y="T3"/>
                </a:cxn>
                <a:cxn ang="0">
                  <a:pos x="T4" y="T5"/>
                </a:cxn>
                <a:cxn ang="0">
                  <a:pos x="T6" y="T7"/>
                </a:cxn>
                <a:cxn ang="0">
                  <a:pos x="T8" y="T9"/>
                </a:cxn>
              </a:cxnLst>
              <a:rect l="0" t="0" r="r" b="b"/>
              <a:pathLst>
                <a:path w="93" h="43">
                  <a:moveTo>
                    <a:pt x="38" y="43"/>
                  </a:moveTo>
                  <a:cubicBezTo>
                    <a:pt x="15" y="43"/>
                    <a:pt x="0" y="34"/>
                    <a:pt x="5" y="22"/>
                  </a:cubicBezTo>
                  <a:cubicBezTo>
                    <a:pt x="11" y="10"/>
                    <a:pt x="34" y="0"/>
                    <a:pt x="56" y="0"/>
                  </a:cubicBezTo>
                  <a:cubicBezTo>
                    <a:pt x="79" y="0"/>
                    <a:pt x="93" y="10"/>
                    <a:pt x="88" y="21"/>
                  </a:cubicBezTo>
                  <a:cubicBezTo>
                    <a:pt x="83" y="33"/>
                    <a:pt x="61" y="43"/>
                    <a:pt x="38" y="43"/>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962"/>
            <p:cNvSpPr>
              <a:spLocks noEditPoints="1"/>
            </p:cNvSpPr>
            <p:nvPr/>
          </p:nvSpPr>
          <p:spPr bwMode="auto">
            <a:xfrm>
              <a:off x="1309688" y="4814888"/>
              <a:ext cx="266700" cy="125412"/>
            </a:xfrm>
            <a:custGeom>
              <a:avLst/>
              <a:gdLst>
                <a:gd name="T0" fmla="*/ 57 w 95"/>
                <a:gd name="T1" fmla="*/ 2 h 45"/>
                <a:gd name="T2" fmla="*/ 88 w 95"/>
                <a:gd name="T3" fmla="*/ 22 h 45"/>
                <a:gd name="T4" fmla="*/ 39 w 95"/>
                <a:gd name="T5" fmla="*/ 43 h 45"/>
                <a:gd name="T6" fmla="*/ 8 w 95"/>
                <a:gd name="T7" fmla="*/ 23 h 45"/>
                <a:gd name="T8" fmla="*/ 57 w 95"/>
                <a:gd name="T9" fmla="*/ 2 h 45"/>
                <a:gd name="T10" fmla="*/ 58 w 95"/>
                <a:gd name="T11" fmla="*/ 0 h 45"/>
                <a:gd name="T12" fmla="*/ 5 w 95"/>
                <a:gd name="T13" fmla="*/ 23 h 45"/>
                <a:gd name="T14" fmla="*/ 38 w 95"/>
                <a:gd name="T15" fmla="*/ 44 h 45"/>
                <a:gd name="T16" fmla="*/ 90 w 95"/>
                <a:gd name="T17" fmla="*/ 22 h 45"/>
                <a:gd name="T18" fmla="*/ 58 w 95"/>
                <a:gd name="T1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5" h="45">
                  <a:moveTo>
                    <a:pt x="57" y="2"/>
                  </a:moveTo>
                  <a:cubicBezTo>
                    <a:pt x="79" y="1"/>
                    <a:pt x="92" y="11"/>
                    <a:pt x="88" y="22"/>
                  </a:cubicBezTo>
                  <a:cubicBezTo>
                    <a:pt x="83" y="34"/>
                    <a:pt x="61" y="43"/>
                    <a:pt x="39" y="43"/>
                  </a:cubicBezTo>
                  <a:cubicBezTo>
                    <a:pt x="17" y="43"/>
                    <a:pt x="3" y="34"/>
                    <a:pt x="8" y="23"/>
                  </a:cubicBezTo>
                  <a:cubicBezTo>
                    <a:pt x="13" y="11"/>
                    <a:pt x="35" y="2"/>
                    <a:pt x="57" y="2"/>
                  </a:cubicBezTo>
                  <a:moveTo>
                    <a:pt x="58" y="0"/>
                  </a:moveTo>
                  <a:cubicBezTo>
                    <a:pt x="34" y="0"/>
                    <a:pt x="11" y="11"/>
                    <a:pt x="5" y="23"/>
                  </a:cubicBezTo>
                  <a:cubicBezTo>
                    <a:pt x="0" y="35"/>
                    <a:pt x="15" y="45"/>
                    <a:pt x="38" y="44"/>
                  </a:cubicBezTo>
                  <a:cubicBezTo>
                    <a:pt x="62" y="44"/>
                    <a:pt x="85" y="35"/>
                    <a:pt x="90" y="22"/>
                  </a:cubicBezTo>
                  <a:cubicBezTo>
                    <a:pt x="95" y="10"/>
                    <a:pt x="81" y="0"/>
                    <a:pt x="5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963"/>
            <p:cNvSpPr>
              <a:spLocks/>
            </p:cNvSpPr>
            <p:nvPr/>
          </p:nvSpPr>
          <p:spPr bwMode="auto">
            <a:xfrm>
              <a:off x="2239963" y="4951413"/>
              <a:ext cx="138113" cy="69850"/>
            </a:xfrm>
            <a:custGeom>
              <a:avLst/>
              <a:gdLst>
                <a:gd name="T0" fmla="*/ 21 w 49"/>
                <a:gd name="T1" fmla="*/ 25 h 25"/>
                <a:gd name="T2" fmla="*/ 2 w 49"/>
                <a:gd name="T3" fmla="*/ 13 h 25"/>
                <a:gd name="T4" fmla="*/ 29 w 49"/>
                <a:gd name="T5" fmla="*/ 0 h 25"/>
                <a:gd name="T6" fmla="*/ 47 w 49"/>
                <a:gd name="T7" fmla="*/ 12 h 25"/>
                <a:gd name="T8" fmla="*/ 21 w 49"/>
                <a:gd name="T9" fmla="*/ 25 h 25"/>
              </a:gdLst>
              <a:ahLst/>
              <a:cxnLst>
                <a:cxn ang="0">
                  <a:pos x="T0" y="T1"/>
                </a:cxn>
                <a:cxn ang="0">
                  <a:pos x="T2" y="T3"/>
                </a:cxn>
                <a:cxn ang="0">
                  <a:pos x="T4" y="T5"/>
                </a:cxn>
                <a:cxn ang="0">
                  <a:pos x="T6" y="T7"/>
                </a:cxn>
                <a:cxn ang="0">
                  <a:pos x="T8" y="T9"/>
                </a:cxn>
              </a:cxnLst>
              <a:rect l="0" t="0" r="r" b="b"/>
              <a:pathLst>
                <a:path w="49" h="25">
                  <a:moveTo>
                    <a:pt x="21" y="25"/>
                  </a:moveTo>
                  <a:cubicBezTo>
                    <a:pt x="8" y="25"/>
                    <a:pt x="0" y="19"/>
                    <a:pt x="2" y="13"/>
                  </a:cubicBezTo>
                  <a:cubicBezTo>
                    <a:pt x="4" y="6"/>
                    <a:pt x="16" y="0"/>
                    <a:pt x="29" y="0"/>
                  </a:cubicBezTo>
                  <a:cubicBezTo>
                    <a:pt x="41" y="0"/>
                    <a:pt x="49" y="6"/>
                    <a:pt x="47" y="12"/>
                  </a:cubicBezTo>
                  <a:cubicBezTo>
                    <a:pt x="45" y="19"/>
                    <a:pt x="34" y="25"/>
                    <a:pt x="21" y="25"/>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964"/>
            <p:cNvSpPr>
              <a:spLocks noEditPoints="1"/>
            </p:cNvSpPr>
            <p:nvPr/>
          </p:nvSpPr>
          <p:spPr bwMode="auto">
            <a:xfrm>
              <a:off x="2238376" y="4948238"/>
              <a:ext cx="144463" cy="73025"/>
            </a:xfrm>
            <a:custGeom>
              <a:avLst/>
              <a:gdLst>
                <a:gd name="T0" fmla="*/ 29 w 52"/>
                <a:gd name="T1" fmla="*/ 2 h 26"/>
                <a:gd name="T2" fmla="*/ 47 w 52"/>
                <a:gd name="T3" fmla="*/ 13 h 26"/>
                <a:gd name="T4" fmla="*/ 22 w 52"/>
                <a:gd name="T5" fmla="*/ 25 h 26"/>
                <a:gd name="T6" fmla="*/ 4 w 52"/>
                <a:gd name="T7" fmla="*/ 14 h 26"/>
                <a:gd name="T8" fmla="*/ 29 w 52"/>
                <a:gd name="T9" fmla="*/ 2 h 26"/>
                <a:gd name="T10" fmla="*/ 30 w 52"/>
                <a:gd name="T11" fmla="*/ 1 h 26"/>
                <a:gd name="T12" fmla="*/ 2 w 52"/>
                <a:gd name="T13" fmla="*/ 14 h 26"/>
                <a:gd name="T14" fmla="*/ 22 w 52"/>
                <a:gd name="T15" fmla="*/ 26 h 26"/>
                <a:gd name="T16" fmla="*/ 50 w 52"/>
                <a:gd name="T17" fmla="*/ 13 h 26"/>
                <a:gd name="T18" fmla="*/ 30 w 52"/>
                <a:gd name="T19" fmla="*/ 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26">
                  <a:moveTo>
                    <a:pt x="29" y="2"/>
                  </a:moveTo>
                  <a:cubicBezTo>
                    <a:pt x="41" y="2"/>
                    <a:pt x="49" y="7"/>
                    <a:pt x="47" y="13"/>
                  </a:cubicBezTo>
                  <a:cubicBezTo>
                    <a:pt x="45" y="20"/>
                    <a:pt x="34" y="25"/>
                    <a:pt x="22" y="25"/>
                  </a:cubicBezTo>
                  <a:cubicBezTo>
                    <a:pt x="10" y="25"/>
                    <a:pt x="2" y="20"/>
                    <a:pt x="4" y="14"/>
                  </a:cubicBezTo>
                  <a:cubicBezTo>
                    <a:pt x="6" y="7"/>
                    <a:pt x="18" y="2"/>
                    <a:pt x="29" y="2"/>
                  </a:cubicBezTo>
                  <a:moveTo>
                    <a:pt x="30" y="1"/>
                  </a:moveTo>
                  <a:cubicBezTo>
                    <a:pt x="17" y="1"/>
                    <a:pt x="4" y="6"/>
                    <a:pt x="2" y="14"/>
                  </a:cubicBezTo>
                  <a:cubicBezTo>
                    <a:pt x="0" y="21"/>
                    <a:pt x="8" y="26"/>
                    <a:pt x="22" y="26"/>
                  </a:cubicBezTo>
                  <a:cubicBezTo>
                    <a:pt x="35" y="26"/>
                    <a:pt x="47" y="21"/>
                    <a:pt x="50" y="13"/>
                  </a:cubicBezTo>
                  <a:cubicBezTo>
                    <a:pt x="52" y="6"/>
                    <a:pt x="43" y="0"/>
                    <a:pt x="3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965"/>
            <p:cNvSpPr>
              <a:spLocks/>
            </p:cNvSpPr>
            <p:nvPr/>
          </p:nvSpPr>
          <p:spPr bwMode="auto">
            <a:xfrm>
              <a:off x="1233488" y="5089525"/>
              <a:ext cx="160338" cy="66675"/>
            </a:xfrm>
            <a:custGeom>
              <a:avLst/>
              <a:gdLst>
                <a:gd name="T0" fmla="*/ 24 w 57"/>
                <a:gd name="T1" fmla="*/ 24 h 24"/>
                <a:gd name="T2" fmla="*/ 3 w 57"/>
                <a:gd name="T3" fmla="*/ 13 h 24"/>
                <a:gd name="T4" fmla="*/ 34 w 57"/>
                <a:gd name="T5" fmla="*/ 1 h 24"/>
                <a:gd name="T6" fmla="*/ 54 w 57"/>
                <a:gd name="T7" fmla="*/ 12 h 24"/>
                <a:gd name="T8" fmla="*/ 24 w 57"/>
                <a:gd name="T9" fmla="*/ 24 h 24"/>
              </a:gdLst>
              <a:ahLst/>
              <a:cxnLst>
                <a:cxn ang="0">
                  <a:pos x="T0" y="T1"/>
                </a:cxn>
                <a:cxn ang="0">
                  <a:pos x="T2" y="T3"/>
                </a:cxn>
                <a:cxn ang="0">
                  <a:pos x="T4" y="T5"/>
                </a:cxn>
                <a:cxn ang="0">
                  <a:pos x="T6" y="T7"/>
                </a:cxn>
                <a:cxn ang="0">
                  <a:pos x="T8" y="T9"/>
                </a:cxn>
              </a:cxnLst>
              <a:rect l="0" t="0" r="r" b="b"/>
              <a:pathLst>
                <a:path w="57" h="24">
                  <a:moveTo>
                    <a:pt x="24" y="24"/>
                  </a:moveTo>
                  <a:cubicBezTo>
                    <a:pt x="10" y="24"/>
                    <a:pt x="0" y="19"/>
                    <a:pt x="3" y="13"/>
                  </a:cubicBezTo>
                  <a:cubicBezTo>
                    <a:pt x="6" y="6"/>
                    <a:pt x="20" y="1"/>
                    <a:pt x="34" y="1"/>
                  </a:cubicBezTo>
                  <a:cubicBezTo>
                    <a:pt x="48" y="0"/>
                    <a:pt x="57" y="6"/>
                    <a:pt x="54" y="12"/>
                  </a:cubicBezTo>
                  <a:cubicBezTo>
                    <a:pt x="51" y="19"/>
                    <a:pt x="38" y="24"/>
                    <a:pt x="24" y="24"/>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966"/>
            <p:cNvSpPr>
              <a:spLocks noEditPoints="1"/>
            </p:cNvSpPr>
            <p:nvPr/>
          </p:nvSpPr>
          <p:spPr bwMode="auto">
            <a:xfrm>
              <a:off x="1231901" y="5089525"/>
              <a:ext cx="165100" cy="69850"/>
            </a:xfrm>
            <a:custGeom>
              <a:avLst/>
              <a:gdLst>
                <a:gd name="T0" fmla="*/ 35 w 59"/>
                <a:gd name="T1" fmla="*/ 1 h 25"/>
                <a:gd name="T2" fmla="*/ 54 w 59"/>
                <a:gd name="T3" fmla="*/ 12 h 25"/>
                <a:gd name="T4" fmla="*/ 25 w 59"/>
                <a:gd name="T5" fmla="*/ 24 h 25"/>
                <a:gd name="T6" fmla="*/ 6 w 59"/>
                <a:gd name="T7" fmla="*/ 13 h 25"/>
                <a:gd name="T8" fmla="*/ 35 w 59"/>
                <a:gd name="T9" fmla="*/ 1 h 25"/>
                <a:gd name="T10" fmla="*/ 35 w 59"/>
                <a:gd name="T11" fmla="*/ 0 h 25"/>
                <a:gd name="T12" fmla="*/ 3 w 59"/>
                <a:gd name="T13" fmla="*/ 13 h 25"/>
                <a:gd name="T14" fmla="*/ 24 w 59"/>
                <a:gd name="T15" fmla="*/ 25 h 25"/>
                <a:gd name="T16" fmla="*/ 56 w 59"/>
                <a:gd name="T17" fmla="*/ 12 h 25"/>
                <a:gd name="T18" fmla="*/ 35 w 59"/>
                <a:gd name="T1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 h="25">
                  <a:moveTo>
                    <a:pt x="35" y="1"/>
                  </a:moveTo>
                  <a:cubicBezTo>
                    <a:pt x="48" y="1"/>
                    <a:pt x="57" y="6"/>
                    <a:pt x="54" y="12"/>
                  </a:cubicBezTo>
                  <a:cubicBezTo>
                    <a:pt x="51" y="19"/>
                    <a:pt x="38" y="24"/>
                    <a:pt x="25" y="24"/>
                  </a:cubicBezTo>
                  <a:cubicBezTo>
                    <a:pt x="11" y="24"/>
                    <a:pt x="3" y="19"/>
                    <a:pt x="6" y="13"/>
                  </a:cubicBezTo>
                  <a:cubicBezTo>
                    <a:pt x="8" y="6"/>
                    <a:pt x="22" y="1"/>
                    <a:pt x="35" y="1"/>
                  </a:cubicBezTo>
                  <a:moveTo>
                    <a:pt x="35" y="0"/>
                  </a:moveTo>
                  <a:cubicBezTo>
                    <a:pt x="21" y="0"/>
                    <a:pt x="6" y="6"/>
                    <a:pt x="3" y="13"/>
                  </a:cubicBezTo>
                  <a:cubicBezTo>
                    <a:pt x="0" y="19"/>
                    <a:pt x="10" y="25"/>
                    <a:pt x="24" y="25"/>
                  </a:cubicBezTo>
                  <a:cubicBezTo>
                    <a:pt x="39" y="25"/>
                    <a:pt x="53" y="19"/>
                    <a:pt x="56" y="12"/>
                  </a:cubicBezTo>
                  <a:cubicBezTo>
                    <a:pt x="59" y="5"/>
                    <a:pt x="50" y="0"/>
                    <a:pt x="3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967"/>
            <p:cNvSpPr>
              <a:spLocks/>
            </p:cNvSpPr>
            <p:nvPr/>
          </p:nvSpPr>
          <p:spPr bwMode="auto">
            <a:xfrm>
              <a:off x="1343026" y="5389563"/>
              <a:ext cx="160338" cy="66675"/>
            </a:xfrm>
            <a:custGeom>
              <a:avLst/>
              <a:gdLst>
                <a:gd name="T0" fmla="*/ 24 w 57"/>
                <a:gd name="T1" fmla="*/ 24 h 24"/>
                <a:gd name="T2" fmla="*/ 3 w 57"/>
                <a:gd name="T3" fmla="*/ 12 h 24"/>
                <a:gd name="T4" fmla="*/ 34 w 57"/>
                <a:gd name="T5" fmla="*/ 0 h 24"/>
                <a:gd name="T6" fmla="*/ 54 w 57"/>
                <a:gd name="T7" fmla="*/ 12 h 24"/>
                <a:gd name="T8" fmla="*/ 24 w 57"/>
                <a:gd name="T9" fmla="*/ 24 h 24"/>
              </a:gdLst>
              <a:ahLst/>
              <a:cxnLst>
                <a:cxn ang="0">
                  <a:pos x="T0" y="T1"/>
                </a:cxn>
                <a:cxn ang="0">
                  <a:pos x="T2" y="T3"/>
                </a:cxn>
                <a:cxn ang="0">
                  <a:pos x="T4" y="T5"/>
                </a:cxn>
                <a:cxn ang="0">
                  <a:pos x="T6" y="T7"/>
                </a:cxn>
                <a:cxn ang="0">
                  <a:pos x="T8" y="T9"/>
                </a:cxn>
              </a:cxnLst>
              <a:rect l="0" t="0" r="r" b="b"/>
              <a:pathLst>
                <a:path w="57" h="24">
                  <a:moveTo>
                    <a:pt x="24" y="24"/>
                  </a:moveTo>
                  <a:cubicBezTo>
                    <a:pt x="10" y="24"/>
                    <a:pt x="0" y="19"/>
                    <a:pt x="3" y="12"/>
                  </a:cubicBezTo>
                  <a:cubicBezTo>
                    <a:pt x="6" y="6"/>
                    <a:pt x="20" y="1"/>
                    <a:pt x="34" y="0"/>
                  </a:cubicBezTo>
                  <a:cubicBezTo>
                    <a:pt x="48" y="0"/>
                    <a:pt x="57" y="6"/>
                    <a:pt x="54" y="12"/>
                  </a:cubicBezTo>
                  <a:cubicBezTo>
                    <a:pt x="52" y="19"/>
                    <a:pt x="38" y="24"/>
                    <a:pt x="24" y="24"/>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968"/>
            <p:cNvSpPr>
              <a:spLocks noEditPoints="1"/>
            </p:cNvSpPr>
            <p:nvPr/>
          </p:nvSpPr>
          <p:spPr bwMode="auto">
            <a:xfrm>
              <a:off x="1339851" y="5389563"/>
              <a:ext cx="166688" cy="69850"/>
            </a:xfrm>
            <a:custGeom>
              <a:avLst/>
              <a:gdLst>
                <a:gd name="T0" fmla="*/ 34 w 59"/>
                <a:gd name="T1" fmla="*/ 1 h 25"/>
                <a:gd name="T2" fmla="*/ 54 w 59"/>
                <a:gd name="T3" fmla="*/ 12 h 25"/>
                <a:gd name="T4" fmla="*/ 25 w 59"/>
                <a:gd name="T5" fmla="*/ 23 h 25"/>
                <a:gd name="T6" fmla="*/ 5 w 59"/>
                <a:gd name="T7" fmla="*/ 12 h 25"/>
                <a:gd name="T8" fmla="*/ 34 w 59"/>
                <a:gd name="T9" fmla="*/ 1 h 25"/>
                <a:gd name="T10" fmla="*/ 35 w 59"/>
                <a:gd name="T11" fmla="*/ 0 h 25"/>
                <a:gd name="T12" fmla="*/ 3 w 59"/>
                <a:gd name="T13" fmla="*/ 12 h 25"/>
                <a:gd name="T14" fmla="*/ 25 w 59"/>
                <a:gd name="T15" fmla="*/ 24 h 25"/>
                <a:gd name="T16" fmla="*/ 57 w 59"/>
                <a:gd name="T17" fmla="*/ 12 h 25"/>
                <a:gd name="T18" fmla="*/ 35 w 59"/>
                <a:gd name="T1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 h="25">
                  <a:moveTo>
                    <a:pt x="34" y="1"/>
                  </a:moveTo>
                  <a:cubicBezTo>
                    <a:pt x="48" y="1"/>
                    <a:pt x="57" y="6"/>
                    <a:pt x="54" y="12"/>
                  </a:cubicBezTo>
                  <a:cubicBezTo>
                    <a:pt x="52" y="18"/>
                    <a:pt x="39" y="23"/>
                    <a:pt x="25" y="23"/>
                  </a:cubicBezTo>
                  <a:cubicBezTo>
                    <a:pt x="12" y="23"/>
                    <a:pt x="3" y="18"/>
                    <a:pt x="5" y="12"/>
                  </a:cubicBezTo>
                  <a:cubicBezTo>
                    <a:pt x="8" y="6"/>
                    <a:pt x="21" y="1"/>
                    <a:pt x="34" y="1"/>
                  </a:cubicBezTo>
                  <a:moveTo>
                    <a:pt x="35" y="0"/>
                  </a:moveTo>
                  <a:cubicBezTo>
                    <a:pt x="20" y="0"/>
                    <a:pt x="6" y="5"/>
                    <a:pt x="3" y="12"/>
                  </a:cubicBezTo>
                  <a:cubicBezTo>
                    <a:pt x="0" y="19"/>
                    <a:pt x="10" y="25"/>
                    <a:pt x="25" y="24"/>
                  </a:cubicBezTo>
                  <a:cubicBezTo>
                    <a:pt x="40" y="24"/>
                    <a:pt x="54" y="19"/>
                    <a:pt x="57" y="12"/>
                  </a:cubicBezTo>
                  <a:cubicBezTo>
                    <a:pt x="59" y="5"/>
                    <a:pt x="50" y="0"/>
                    <a:pt x="3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969"/>
            <p:cNvSpPr>
              <a:spLocks/>
            </p:cNvSpPr>
            <p:nvPr/>
          </p:nvSpPr>
          <p:spPr bwMode="auto">
            <a:xfrm>
              <a:off x="1206501" y="5257800"/>
              <a:ext cx="158750" cy="63500"/>
            </a:xfrm>
            <a:custGeom>
              <a:avLst/>
              <a:gdLst>
                <a:gd name="T0" fmla="*/ 24 w 57"/>
                <a:gd name="T1" fmla="*/ 23 h 23"/>
                <a:gd name="T2" fmla="*/ 3 w 57"/>
                <a:gd name="T3" fmla="*/ 12 h 23"/>
                <a:gd name="T4" fmla="*/ 34 w 57"/>
                <a:gd name="T5" fmla="*/ 0 h 23"/>
                <a:gd name="T6" fmla="*/ 55 w 57"/>
                <a:gd name="T7" fmla="*/ 11 h 23"/>
                <a:gd name="T8" fmla="*/ 24 w 57"/>
                <a:gd name="T9" fmla="*/ 23 h 23"/>
              </a:gdLst>
              <a:ahLst/>
              <a:cxnLst>
                <a:cxn ang="0">
                  <a:pos x="T0" y="T1"/>
                </a:cxn>
                <a:cxn ang="0">
                  <a:pos x="T2" y="T3"/>
                </a:cxn>
                <a:cxn ang="0">
                  <a:pos x="T4" y="T5"/>
                </a:cxn>
                <a:cxn ang="0">
                  <a:pos x="T6" y="T7"/>
                </a:cxn>
                <a:cxn ang="0">
                  <a:pos x="T8" y="T9"/>
                </a:cxn>
              </a:cxnLst>
              <a:rect l="0" t="0" r="r" b="b"/>
              <a:pathLst>
                <a:path w="57" h="23">
                  <a:moveTo>
                    <a:pt x="24" y="23"/>
                  </a:moveTo>
                  <a:cubicBezTo>
                    <a:pt x="10" y="23"/>
                    <a:pt x="0" y="18"/>
                    <a:pt x="3" y="12"/>
                  </a:cubicBezTo>
                  <a:cubicBezTo>
                    <a:pt x="6" y="5"/>
                    <a:pt x="20" y="0"/>
                    <a:pt x="34" y="0"/>
                  </a:cubicBezTo>
                  <a:cubicBezTo>
                    <a:pt x="48" y="0"/>
                    <a:pt x="57" y="5"/>
                    <a:pt x="55" y="11"/>
                  </a:cubicBezTo>
                  <a:cubicBezTo>
                    <a:pt x="52" y="18"/>
                    <a:pt x="38" y="23"/>
                    <a:pt x="24" y="23"/>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970"/>
            <p:cNvSpPr>
              <a:spLocks noEditPoints="1"/>
            </p:cNvSpPr>
            <p:nvPr/>
          </p:nvSpPr>
          <p:spPr bwMode="auto">
            <a:xfrm>
              <a:off x="1203326" y="5254625"/>
              <a:ext cx="168275" cy="69850"/>
            </a:xfrm>
            <a:custGeom>
              <a:avLst/>
              <a:gdLst>
                <a:gd name="T0" fmla="*/ 35 w 60"/>
                <a:gd name="T1" fmla="*/ 1 h 25"/>
                <a:gd name="T2" fmla="*/ 54 w 60"/>
                <a:gd name="T3" fmla="*/ 12 h 25"/>
                <a:gd name="T4" fmla="*/ 25 w 60"/>
                <a:gd name="T5" fmla="*/ 24 h 25"/>
                <a:gd name="T6" fmla="*/ 6 w 60"/>
                <a:gd name="T7" fmla="*/ 13 h 25"/>
                <a:gd name="T8" fmla="*/ 35 w 60"/>
                <a:gd name="T9" fmla="*/ 1 h 25"/>
                <a:gd name="T10" fmla="*/ 35 w 60"/>
                <a:gd name="T11" fmla="*/ 0 h 25"/>
                <a:gd name="T12" fmla="*/ 3 w 60"/>
                <a:gd name="T13" fmla="*/ 13 h 25"/>
                <a:gd name="T14" fmla="*/ 25 w 60"/>
                <a:gd name="T15" fmla="*/ 25 h 25"/>
                <a:gd name="T16" fmla="*/ 57 w 60"/>
                <a:gd name="T17" fmla="*/ 12 h 25"/>
                <a:gd name="T18" fmla="*/ 35 w 60"/>
                <a:gd name="T1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25">
                  <a:moveTo>
                    <a:pt x="35" y="1"/>
                  </a:moveTo>
                  <a:cubicBezTo>
                    <a:pt x="48" y="1"/>
                    <a:pt x="57" y="6"/>
                    <a:pt x="54" y="12"/>
                  </a:cubicBezTo>
                  <a:cubicBezTo>
                    <a:pt x="52" y="19"/>
                    <a:pt x="39" y="24"/>
                    <a:pt x="25" y="24"/>
                  </a:cubicBezTo>
                  <a:cubicBezTo>
                    <a:pt x="12" y="24"/>
                    <a:pt x="3" y="19"/>
                    <a:pt x="6" y="13"/>
                  </a:cubicBezTo>
                  <a:cubicBezTo>
                    <a:pt x="8" y="7"/>
                    <a:pt x="21" y="2"/>
                    <a:pt x="35" y="1"/>
                  </a:cubicBezTo>
                  <a:moveTo>
                    <a:pt x="35" y="0"/>
                  </a:moveTo>
                  <a:cubicBezTo>
                    <a:pt x="20" y="0"/>
                    <a:pt x="6" y="6"/>
                    <a:pt x="3" y="13"/>
                  </a:cubicBezTo>
                  <a:cubicBezTo>
                    <a:pt x="0" y="19"/>
                    <a:pt x="10" y="25"/>
                    <a:pt x="25" y="25"/>
                  </a:cubicBezTo>
                  <a:cubicBezTo>
                    <a:pt x="40" y="25"/>
                    <a:pt x="54" y="19"/>
                    <a:pt x="57" y="12"/>
                  </a:cubicBezTo>
                  <a:cubicBezTo>
                    <a:pt x="60" y="6"/>
                    <a:pt x="50" y="0"/>
                    <a:pt x="3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971"/>
            <p:cNvSpPr>
              <a:spLocks/>
            </p:cNvSpPr>
            <p:nvPr/>
          </p:nvSpPr>
          <p:spPr bwMode="auto">
            <a:xfrm>
              <a:off x="1635126" y="5100638"/>
              <a:ext cx="109538" cy="47625"/>
            </a:xfrm>
            <a:custGeom>
              <a:avLst/>
              <a:gdLst>
                <a:gd name="T0" fmla="*/ 16 w 39"/>
                <a:gd name="T1" fmla="*/ 17 h 17"/>
                <a:gd name="T2" fmla="*/ 2 w 39"/>
                <a:gd name="T3" fmla="*/ 8 h 17"/>
                <a:gd name="T4" fmla="*/ 23 w 39"/>
                <a:gd name="T5" fmla="*/ 0 h 17"/>
                <a:gd name="T6" fmla="*/ 37 w 39"/>
                <a:gd name="T7" fmla="*/ 8 h 17"/>
                <a:gd name="T8" fmla="*/ 16 w 39"/>
                <a:gd name="T9" fmla="*/ 17 h 17"/>
              </a:gdLst>
              <a:ahLst/>
              <a:cxnLst>
                <a:cxn ang="0">
                  <a:pos x="T0" y="T1"/>
                </a:cxn>
                <a:cxn ang="0">
                  <a:pos x="T2" y="T3"/>
                </a:cxn>
                <a:cxn ang="0">
                  <a:pos x="T4" y="T5"/>
                </a:cxn>
                <a:cxn ang="0">
                  <a:pos x="T6" y="T7"/>
                </a:cxn>
                <a:cxn ang="0">
                  <a:pos x="T8" y="T9"/>
                </a:cxn>
              </a:cxnLst>
              <a:rect l="0" t="0" r="r" b="b"/>
              <a:pathLst>
                <a:path w="39" h="17">
                  <a:moveTo>
                    <a:pt x="16" y="17"/>
                  </a:moveTo>
                  <a:cubicBezTo>
                    <a:pt x="6" y="17"/>
                    <a:pt x="0" y="13"/>
                    <a:pt x="2" y="8"/>
                  </a:cubicBezTo>
                  <a:cubicBezTo>
                    <a:pt x="4" y="4"/>
                    <a:pt x="13" y="0"/>
                    <a:pt x="23" y="0"/>
                  </a:cubicBezTo>
                  <a:cubicBezTo>
                    <a:pt x="33" y="0"/>
                    <a:pt x="39" y="3"/>
                    <a:pt x="37" y="8"/>
                  </a:cubicBezTo>
                  <a:cubicBezTo>
                    <a:pt x="35" y="13"/>
                    <a:pt x="26" y="17"/>
                    <a:pt x="16" y="1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972"/>
            <p:cNvSpPr>
              <a:spLocks noEditPoints="1"/>
            </p:cNvSpPr>
            <p:nvPr/>
          </p:nvSpPr>
          <p:spPr bwMode="auto">
            <a:xfrm>
              <a:off x="1631951" y="5097463"/>
              <a:ext cx="114300" cy="50800"/>
            </a:xfrm>
            <a:custGeom>
              <a:avLst/>
              <a:gdLst>
                <a:gd name="T0" fmla="*/ 24 w 41"/>
                <a:gd name="T1" fmla="*/ 1 h 18"/>
                <a:gd name="T2" fmla="*/ 37 w 41"/>
                <a:gd name="T3" fmla="*/ 9 h 18"/>
                <a:gd name="T4" fmla="*/ 17 w 41"/>
                <a:gd name="T5" fmla="*/ 17 h 18"/>
                <a:gd name="T6" fmla="*/ 4 w 41"/>
                <a:gd name="T7" fmla="*/ 9 h 18"/>
                <a:gd name="T8" fmla="*/ 24 w 41"/>
                <a:gd name="T9" fmla="*/ 1 h 18"/>
                <a:gd name="T10" fmla="*/ 24 w 41"/>
                <a:gd name="T11" fmla="*/ 0 h 18"/>
                <a:gd name="T12" fmla="*/ 2 w 41"/>
                <a:gd name="T13" fmla="*/ 9 h 18"/>
                <a:gd name="T14" fmla="*/ 17 w 41"/>
                <a:gd name="T15" fmla="*/ 18 h 18"/>
                <a:gd name="T16" fmla="*/ 39 w 41"/>
                <a:gd name="T17" fmla="*/ 9 h 18"/>
                <a:gd name="T18" fmla="*/ 24 w 41"/>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18">
                  <a:moveTo>
                    <a:pt x="24" y="1"/>
                  </a:moveTo>
                  <a:cubicBezTo>
                    <a:pt x="33" y="1"/>
                    <a:pt x="39" y="5"/>
                    <a:pt x="37" y="9"/>
                  </a:cubicBezTo>
                  <a:cubicBezTo>
                    <a:pt x="35" y="14"/>
                    <a:pt x="27" y="17"/>
                    <a:pt x="17" y="17"/>
                  </a:cubicBezTo>
                  <a:cubicBezTo>
                    <a:pt x="8" y="17"/>
                    <a:pt x="2" y="14"/>
                    <a:pt x="4" y="9"/>
                  </a:cubicBezTo>
                  <a:cubicBezTo>
                    <a:pt x="6" y="5"/>
                    <a:pt x="15" y="1"/>
                    <a:pt x="24" y="1"/>
                  </a:cubicBezTo>
                  <a:moveTo>
                    <a:pt x="24" y="0"/>
                  </a:moveTo>
                  <a:cubicBezTo>
                    <a:pt x="14" y="0"/>
                    <a:pt x="4" y="4"/>
                    <a:pt x="2" y="9"/>
                  </a:cubicBezTo>
                  <a:cubicBezTo>
                    <a:pt x="0" y="14"/>
                    <a:pt x="6" y="18"/>
                    <a:pt x="17" y="18"/>
                  </a:cubicBezTo>
                  <a:cubicBezTo>
                    <a:pt x="27" y="18"/>
                    <a:pt x="38" y="14"/>
                    <a:pt x="39" y="9"/>
                  </a:cubicBezTo>
                  <a:cubicBezTo>
                    <a:pt x="41" y="4"/>
                    <a:pt x="35" y="0"/>
                    <a:pt x="2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973"/>
            <p:cNvSpPr>
              <a:spLocks/>
            </p:cNvSpPr>
            <p:nvPr/>
          </p:nvSpPr>
          <p:spPr bwMode="auto">
            <a:xfrm>
              <a:off x="1082676" y="5248275"/>
              <a:ext cx="117475" cy="49212"/>
            </a:xfrm>
            <a:custGeom>
              <a:avLst/>
              <a:gdLst>
                <a:gd name="T0" fmla="*/ 17 w 42"/>
                <a:gd name="T1" fmla="*/ 17 h 17"/>
                <a:gd name="T2" fmla="*/ 2 w 42"/>
                <a:gd name="T3" fmla="*/ 9 h 17"/>
                <a:gd name="T4" fmla="*/ 25 w 42"/>
                <a:gd name="T5" fmla="*/ 0 h 17"/>
                <a:gd name="T6" fmla="*/ 40 w 42"/>
                <a:gd name="T7" fmla="*/ 9 h 17"/>
                <a:gd name="T8" fmla="*/ 17 w 42"/>
                <a:gd name="T9" fmla="*/ 17 h 17"/>
              </a:gdLst>
              <a:ahLst/>
              <a:cxnLst>
                <a:cxn ang="0">
                  <a:pos x="T0" y="T1"/>
                </a:cxn>
                <a:cxn ang="0">
                  <a:pos x="T2" y="T3"/>
                </a:cxn>
                <a:cxn ang="0">
                  <a:pos x="T4" y="T5"/>
                </a:cxn>
                <a:cxn ang="0">
                  <a:pos x="T6" y="T7"/>
                </a:cxn>
                <a:cxn ang="0">
                  <a:pos x="T8" y="T9"/>
                </a:cxn>
              </a:cxnLst>
              <a:rect l="0" t="0" r="r" b="b"/>
              <a:pathLst>
                <a:path w="42" h="17">
                  <a:moveTo>
                    <a:pt x="17" y="17"/>
                  </a:moveTo>
                  <a:cubicBezTo>
                    <a:pt x="7" y="17"/>
                    <a:pt x="0" y="14"/>
                    <a:pt x="2" y="9"/>
                  </a:cubicBezTo>
                  <a:cubicBezTo>
                    <a:pt x="4" y="4"/>
                    <a:pt x="14" y="0"/>
                    <a:pt x="25" y="0"/>
                  </a:cubicBezTo>
                  <a:cubicBezTo>
                    <a:pt x="35" y="0"/>
                    <a:pt x="42" y="4"/>
                    <a:pt x="40" y="9"/>
                  </a:cubicBezTo>
                  <a:cubicBezTo>
                    <a:pt x="37" y="13"/>
                    <a:pt x="27" y="17"/>
                    <a:pt x="17" y="17"/>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974"/>
            <p:cNvSpPr>
              <a:spLocks noEditPoints="1"/>
            </p:cNvSpPr>
            <p:nvPr/>
          </p:nvSpPr>
          <p:spPr bwMode="auto">
            <a:xfrm>
              <a:off x="1076326" y="5248275"/>
              <a:ext cx="127000" cy="50800"/>
            </a:xfrm>
            <a:custGeom>
              <a:avLst/>
              <a:gdLst>
                <a:gd name="T0" fmla="*/ 26 w 45"/>
                <a:gd name="T1" fmla="*/ 1 h 18"/>
                <a:gd name="T2" fmla="*/ 40 w 45"/>
                <a:gd name="T3" fmla="*/ 9 h 18"/>
                <a:gd name="T4" fmla="*/ 19 w 45"/>
                <a:gd name="T5" fmla="*/ 17 h 18"/>
                <a:gd name="T6" fmla="*/ 5 w 45"/>
                <a:gd name="T7" fmla="*/ 9 h 18"/>
                <a:gd name="T8" fmla="*/ 26 w 45"/>
                <a:gd name="T9" fmla="*/ 1 h 18"/>
                <a:gd name="T10" fmla="*/ 27 w 45"/>
                <a:gd name="T11" fmla="*/ 0 h 18"/>
                <a:gd name="T12" fmla="*/ 3 w 45"/>
                <a:gd name="T13" fmla="*/ 9 h 18"/>
                <a:gd name="T14" fmla="*/ 19 w 45"/>
                <a:gd name="T15" fmla="*/ 18 h 18"/>
                <a:gd name="T16" fmla="*/ 43 w 45"/>
                <a:gd name="T17" fmla="*/ 9 h 18"/>
                <a:gd name="T18" fmla="*/ 27 w 45"/>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18">
                  <a:moveTo>
                    <a:pt x="26" y="1"/>
                  </a:moveTo>
                  <a:cubicBezTo>
                    <a:pt x="36" y="1"/>
                    <a:pt x="42" y="4"/>
                    <a:pt x="40" y="9"/>
                  </a:cubicBezTo>
                  <a:cubicBezTo>
                    <a:pt x="38" y="13"/>
                    <a:pt x="29" y="17"/>
                    <a:pt x="19" y="17"/>
                  </a:cubicBezTo>
                  <a:cubicBezTo>
                    <a:pt x="10" y="17"/>
                    <a:pt x="3" y="13"/>
                    <a:pt x="5" y="9"/>
                  </a:cubicBezTo>
                  <a:cubicBezTo>
                    <a:pt x="7" y="5"/>
                    <a:pt x="17" y="1"/>
                    <a:pt x="26" y="1"/>
                  </a:cubicBezTo>
                  <a:moveTo>
                    <a:pt x="27" y="0"/>
                  </a:moveTo>
                  <a:cubicBezTo>
                    <a:pt x="16" y="0"/>
                    <a:pt x="5" y="4"/>
                    <a:pt x="3" y="9"/>
                  </a:cubicBezTo>
                  <a:cubicBezTo>
                    <a:pt x="0" y="14"/>
                    <a:pt x="8" y="18"/>
                    <a:pt x="19" y="18"/>
                  </a:cubicBezTo>
                  <a:cubicBezTo>
                    <a:pt x="30" y="18"/>
                    <a:pt x="41" y="14"/>
                    <a:pt x="43" y="9"/>
                  </a:cubicBezTo>
                  <a:cubicBezTo>
                    <a:pt x="45" y="4"/>
                    <a:pt x="38" y="0"/>
                    <a:pt x="2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975"/>
            <p:cNvSpPr>
              <a:spLocks/>
            </p:cNvSpPr>
            <p:nvPr/>
          </p:nvSpPr>
          <p:spPr bwMode="auto">
            <a:xfrm>
              <a:off x="768351" y="5108575"/>
              <a:ext cx="106363" cy="42862"/>
            </a:xfrm>
            <a:custGeom>
              <a:avLst/>
              <a:gdLst>
                <a:gd name="T0" fmla="*/ 15 w 38"/>
                <a:gd name="T1" fmla="*/ 15 h 15"/>
                <a:gd name="T2" fmla="*/ 2 w 38"/>
                <a:gd name="T3" fmla="*/ 8 h 15"/>
                <a:gd name="T4" fmla="*/ 22 w 38"/>
                <a:gd name="T5" fmla="*/ 0 h 15"/>
                <a:gd name="T6" fmla="*/ 36 w 38"/>
                <a:gd name="T7" fmla="*/ 8 h 15"/>
                <a:gd name="T8" fmla="*/ 15 w 38"/>
                <a:gd name="T9" fmla="*/ 15 h 15"/>
              </a:gdLst>
              <a:ahLst/>
              <a:cxnLst>
                <a:cxn ang="0">
                  <a:pos x="T0" y="T1"/>
                </a:cxn>
                <a:cxn ang="0">
                  <a:pos x="T2" y="T3"/>
                </a:cxn>
                <a:cxn ang="0">
                  <a:pos x="T4" y="T5"/>
                </a:cxn>
                <a:cxn ang="0">
                  <a:pos x="T6" y="T7"/>
                </a:cxn>
                <a:cxn ang="0">
                  <a:pos x="T8" y="T9"/>
                </a:cxn>
              </a:cxnLst>
              <a:rect l="0" t="0" r="r" b="b"/>
              <a:pathLst>
                <a:path w="38" h="15">
                  <a:moveTo>
                    <a:pt x="15" y="15"/>
                  </a:moveTo>
                  <a:cubicBezTo>
                    <a:pt x="6" y="15"/>
                    <a:pt x="0" y="12"/>
                    <a:pt x="2" y="8"/>
                  </a:cubicBezTo>
                  <a:cubicBezTo>
                    <a:pt x="4" y="4"/>
                    <a:pt x="13" y="0"/>
                    <a:pt x="22" y="0"/>
                  </a:cubicBezTo>
                  <a:cubicBezTo>
                    <a:pt x="32" y="0"/>
                    <a:pt x="38" y="4"/>
                    <a:pt x="36" y="8"/>
                  </a:cubicBezTo>
                  <a:cubicBezTo>
                    <a:pt x="34" y="12"/>
                    <a:pt x="24" y="15"/>
                    <a:pt x="15" y="15"/>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976"/>
            <p:cNvSpPr>
              <a:spLocks noEditPoints="1"/>
            </p:cNvSpPr>
            <p:nvPr/>
          </p:nvSpPr>
          <p:spPr bwMode="auto">
            <a:xfrm>
              <a:off x="763588" y="5108575"/>
              <a:ext cx="114300" cy="44450"/>
            </a:xfrm>
            <a:custGeom>
              <a:avLst/>
              <a:gdLst>
                <a:gd name="T0" fmla="*/ 24 w 41"/>
                <a:gd name="T1" fmla="*/ 1 h 16"/>
                <a:gd name="T2" fmla="*/ 36 w 41"/>
                <a:gd name="T3" fmla="*/ 8 h 16"/>
                <a:gd name="T4" fmla="*/ 17 w 41"/>
                <a:gd name="T5" fmla="*/ 15 h 16"/>
                <a:gd name="T6" fmla="*/ 5 w 41"/>
                <a:gd name="T7" fmla="*/ 8 h 16"/>
                <a:gd name="T8" fmla="*/ 24 w 41"/>
                <a:gd name="T9" fmla="*/ 1 h 16"/>
                <a:gd name="T10" fmla="*/ 25 w 41"/>
                <a:gd name="T11" fmla="*/ 0 h 16"/>
                <a:gd name="T12" fmla="*/ 2 w 41"/>
                <a:gd name="T13" fmla="*/ 8 h 16"/>
                <a:gd name="T14" fmla="*/ 17 w 41"/>
                <a:gd name="T15" fmla="*/ 16 h 16"/>
                <a:gd name="T16" fmla="*/ 39 w 41"/>
                <a:gd name="T17" fmla="*/ 8 h 16"/>
                <a:gd name="T18" fmla="*/ 25 w 41"/>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16">
                  <a:moveTo>
                    <a:pt x="24" y="1"/>
                  </a:moveTo>
                  <a:cubicBezTo>
                    <a:pt x="33" y="1"/>
                    <a:pt x="38" y="4"/>
                    <a:pt x="36" y="8"/>
                  </a:cubicBezTo>
                  <a:cubicBezTo>
                    <a:pt x="34" y="12"/>
                    <a:pt x="26" y="15"/>
                    <a:pt x="17" y="15"/>
                  </a:cubicBezTo>
                  <a:cubicBezTo>
                    <a:pt x="9" y="15"/>
                    <a:pt x="3" y="12"/>
                    <a:pt x="5" y="8"/>
                  </a:cubicBezTo>
                  <a:cubicBezTo>
                    <a:pt x="7" y="4"/>
                    <a:pt x="15" y="1"/>
                    <a:pt x="24" y="1"/>
                  </a:cubicBezTo>
                  <a:moveTo>
                    <a:pt x="25" y="0"/>
                  </a:moveTo>
                  <a:cubicBezTo>
                    <a:pt x="14" y="0"/>
                    <a:pt x="4" y="3"/>
                    <a:pt x="2" y="8"/>
                  </a:cubicBezTo>
                  <a:cubicBezTo>
                    <a:pt x="0" y="12"/>
                    <a:pt x="7" y="16"/>
                    <a:pt x="17" y="16"/>
                  </a:cubicBezTo>
                  <a:cubicBezTo>
                    <a:pt x="27" y="16"/>
                    <a:pt x="37" y="12"/>
                    <a:pt x="39" y="8"/>
                  </a:cubicBezTo>
                  <a:cubicBezTo>
                    <a:pt x="41" y="3"/>
                    <a:pt x="35" y="0"/>
                    <a:pt x="2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977"/>
            <p:cNvSpPr>
              <a:spLocks/>
            </p:cNvSpPr>
            <p:nvPr/>
          </p:nvSpPr>
          <p:spPr bwMode="auto">
            <a:xfrm>
              <a:off x="746126" y="5046663"/>
              <a:ext cx="128588" cy="50800"/>
            </a:xfrm>
            <a:custGeom>
              <a:avLst/>
              <a:gdLst>
                <a:gd name="T0" fmla="*/ 19 w 46"/>
                <a:gd name="T1" fmla="*/ 18 h 18"/>
                <a:gd name="T2" fmla="*/ 3 w 46"/>
                <a:gd name="T3" fmla="*/ 9 h 18"/>
                <a:gd name="T4" fmla="*/ 28 w 46"/>
                <a:gd name="T5" fmla="*/ 0 h 18"/>
                <a:gd name="T6" fmla="*/ 44 w 46"/>
                <a:gd name="T7" fmla="*/ 9 h 18"/>
                <a:gd name="T8" fmla="*/ 19 w 46"/>
                <a:gd name="T9" fmla="*/ 18 h 18"/>
              </a:gdLst>
              <a:ahLst/>
              <a:cxnLst>
                <a:cxn ang="0">
                  <a:pos x="T0" y="T1"/>
                </a:cxn>
                <a:cxn ang="0">
                  <a:pos x="T2" y="T3"/>
                </a:cxn>
                <a:cxn ang="0">
                  <a:pos x="T4" y="T5"/>
                </a:cxn>
                <a:cxn ang="0">
                  <a:pos x="T6" y="T7"/>
                </a:cxn>
                <a:cxn ang="0">
                  <a:pos x="T8" y="T9"/>
                </a:cxn>
              </a:cxnLst>
              <a:rect l="0" t="0" r="r" b="b"/>
              <a:pathLst>
                <a:path w="46" h="18">
                  <a:moveTo>
                    <a:pt x="19" y="18"/>
                  </a:moveTo>
                  <a:cubicBezTo>
                    <a:pt x="8" y="18"/>
                    <a:pt x="0" y="14"/>
                    <a:pt x="3" y="9"/>
                  </a:cubicBezTo>
                  <a:cubicBezTo>
                    <a:pt x="5" y="4"/>
                    <a:pt x="16" y="0"/>
                    <a:pt x="28" y="0"/>
                  </a:cubicBezTo>
                  <a:cubicBezTo>
                    <a:pt x="39" y="0"/>
                    <a:pt x="46" y="4"/>
                    <a:pt x="44" y="9"/>
                  </a:cubicBezTo>
                  <a:cubicBezTo>
                    <a:pt x="41" y="14"/>
                    <a:pt x="30" y="18"/>
                    <a:pt x="19" y="18"/>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978"/>
            <p:cNvSpPr>
              <a:spLocks noEditPoints="1"/>
            </p:cNvSpPr>
            <p:nvPr/>
          </p:nvSpPr>
          <p:spPr bwMode="auto">
            <a:xfrm>
              <a:off x="742951" y="5045075"/>
              <a:ext cx="138113" cy="55562"/>
            </a:xfrm>
            <a:custGeom>
              <a:avLst/>
              <a:gdLst>
                <a:gd name="T0" fmla="*/ 28 w 49"/>
                <a:gd name="T1" fmla="*/ 1 h 20"/>
                <a:gd name="T2" fmla="*/ 43 w 49"/>
                <a:gd name="T3" fmla="*/ 10 h 20"/>
                <a:gd name="T4" fmla="*/ 20 w 49"/>
                <a:gd name="T5" fmla="*/ 19 h 20"/>
                <a:gd name="T6" fmla="*/ 5 w 49"/>
                <a:gd name="T7" fmla="*/ 10 h 20"/>
                <a:gd name="T8" fmla="*/ 28 w 49"/>
                <a:gd name="T9" fmla="*/ 1 h 20"/>
                <a:gd name="T10" fmla="*/ 29 w 49"/>
                <a:gd name="T11" fmla="*/ 0 h 20"/>
                <a:gd name="T12" fmla="*/ 2 w 49"/>
                <a:gd name="T13" fmla="*/ 10 h 20"/>
                <a:gd name="T14" fmla="*/ 20 w 49"/>
                <a:gd name="T15" fmla="*/ 20 h 20"/>
                <a:gd name="T16" fmla="*/ 46 w 49"/>
                <a:gd name="T17" fmla="*/ 10 h 20"/>
                <a:gd name="T18" fmla="*/ 29 w 49"/>
                <a:gd name="T1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20">
                  <a:moveTo>
                    <a:pt x="28" y="1"/>
                  </a:moveTo>
                  <a:cubicBezTo>
                    <a:pt x="39" y="1"/>
                    <a:pt x="46" y="5"/>
                    <a:pt x="43" y="10"/>
                  </a:cubicBezTo>
                  <a:cubicBezTo>
                    <a:pt x="41" y="15"/>
                    <a:pt x="31" y="19"/>
                    <a:pt x="20" y="19"/>
                  </a:cubicBezTo>
                  <a:cubicBezTo>
                    <a:pt x="10" y="19"/>
                    <a:pt x="3" y="15"/>
                    <a:pt x="5" y="10"/>
                  </a:cubicBezTo>
                  <a:cubicBezTo>
                    <a:pt x="7" y="5"/>
                    <a:pt x="18" y="1"/>
                    <a:pt x="28" y="1"/>
                  </a:cubicBezTo>
                  <a:moveTo>
                    <a:pt x="29" y="0"/>
                  </a:moveTo>
                  <a:cubicBezTo>
                    <a:pt x="17" y="0"/>
                    <a:pt x="5" y="5"/>
                    <a:pt x="2" y="10"/>
                  </a:cubicBezTo>
                  <a:cubicBezTo>
                    <a:pt x="0" y="15"/>
                    <a:pt x="8" y="20"/>
                    <a:pt x="20" y="20"/>
                  </a:cubicBezTo>
                  <a:cubicBezTo>
                    <a:pt x="32" y="20"/>
                    <a:pt x="43" y="15"/>
                    <a:pt x="46" y="10"/>
                  </a:cubicBezTo>
                  <a:cubicBezTo>
                    <a:pt x="49" y="4"/>
                    <a:pt x="41" y="0"/>
                    <a:pt x="2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979"/>
            <p:cNvSpPr>
              <a:spLocks/>
            </p:cNvSpPr>
            <p:nvPr/>
          </p:nvSpPr>
          <p:spPr bwMode="auto">
            <a:xfrm>
              <a:off x="1968501" y="5016500"/>
              <a:ext cx="146050" cy="66675"/>
            </a:xfrm>
            <a:custGeom>
              <a:avLst/>
              <a:gdLst>
                <a:gd name="T0" fmla="*/ 22 w 52"/>
                <a:gd name="T1" fmla="*/ 24 h 24"/>
                <a:gd name="T2" fmla="*/ 2 w 52"/>
                <a:gd name="T3" fmla="*/ 12 h 24"/>
                <a:gd name="T4" fmla="*/ 30 w 52"/>
                <a:gd name="T5" fmla="*/ 0 h 24"/>
                <a:gd name="T6" fmla="*/ 49 w 52"/>
                <a:gd name="T7" fmla="*/ 12 h 24"/>
                <a:gd name="T8" fmla="*/ 22 w 52"/>
                <a:gd name="T9" fmla="*/ 24 h 24"/>
              </a:gdLst>
              <a:ahLst/>
              <a:cxnLst>
                <a:cxn ang="0">
                  <a:pos x="T0" y="T1"/>
                </a:cxn>
                <a:cxn ang="0">
                  <a:pos x="T2" y="T3"/>
                </a:cxn>
                <a:cxn ang="0">
                  <a:pos x="T4" y="T5"/>
                </a:cxn>
                <a:cxn ang="0">
                  <a:pos x="T6" y="T7"/>
                </a:cxn>
                <a:cxn ang="0">
                  <a:pos x="T8" y="T9"/>
                </a:cxn>
              </a:cxnLst>
              <a:rect l="0" t="0" r="r" b="b"/>
              <a:pathLst>
                <a:path w="52" h="24">
                  <a:moveTo>
                    <a:pt x="22" y="24"/>
                  </a:moveTo>
                  <a:cubicBezTo>
                    <a:pt x="9" y="24"/>
                    <a:pt x="0" y="19"/>
                    <a:pt x="2" y="12"/>
                  </a:cubicBezTo>
                  <a:cubicBezTo>
                    <a:pt x="5" y="6"/>
                    <a:pt x="17" y="0"/>
                    <a:pt x="30" y="0"/>
                  </a:cubicBezTo>
                  <a:cubicBezTo>
                    <a:pt x="43" y="0"/>
                    <a:pt x="52" y="5"/>
                    <a:pt x="49" y="12"/>
                  </a:cubicBezTo>
                  <a:cubicBezTo>
                    <a:pt x="47" y="19"/>
                    <a:pt x="35" y="24"/>
                    <a:pt x="22" y="24"/>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980"/>
            <p:cNvSpPr>
              <a:spLocks noEditPoints="1"/>
            </p:cNvSpPr>
            <p:nvPr/>
          </p:nvSpPr>
          <p:spPr bwMode="auto">
            <a:xfrm>
              <a:off x="1965326" y="5013325"/>
              <a:ext cx="152400" cy="73025"/>
            </a:xfrm>
            <a:custGeom>
              <a:avLst/>
              <a:gdLst>
                <a:gd name="T0" fmla="*/ 31 w 54"/>
                <a:gd name="T1" fmla="*/ 2 h 26"/>
                <a:gd name="T2" fmla="*/ 49 w 54"/>
                <a:gd name="T3" fmla="*/ 13 h 26"/>
                <a:gd name="T4" fmla="*/ 23 w 54"/>
                <a:gd name="T5" fmla="*/ 25 h 26"/>
                <a:gd name="T6" fmla="*/ 5 w 54"/>
                <a:gd name="T7" fmla="*/ 13 h 26"/>
                <a:gd name="T8" fmla="*/ 31 w 54"/>
                <a:gd name="T9" fmla="*/ 2 h 26"/>
                <a:gd name="T10" fmla="*/ 32 w 54"/>
                <a:gd name="T11" fmla="*/ 0 h 26"/>
                <a:gd name="T12" fmla="*/ 2 w 54"/>
                <a:gd name="T13" fmla="*/ 13 h 26"/>
                <a:gd name="T14" fmla="*/ 23 w 54"/>
                <a:gd name="T15" fmla="*/ 26 h 26"/>
                <a:gd name="T16" fmla="*/ 52 w 54"/>
                <a:gd name="T17" fmla="*/ 13 h 26"/>
                <a:gd name="T18" fmla="*/ 32 w 54"/>
                <a:gd name="T19"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 h="26">
                  <a:moveTo>
                    <a:pt x="31" y="2"/>
                  </a:moveTo>
                  <a:cubicBezTo>
                    <a:pt x="43" y="2"/>
                    <a:pt x="52" y="7"/>
                    <a:pt x="49" y="13"/>
                  </a:cubicBezTo>
                  <a:cubicBezTo>
                    <a:pt x="47" y="19"/>
                    <a:pt x="35" y="25"/>
                    <a:pt x="23" y="25"/>
                  </a:cubicBezTo>
                  <a:cubicBezTo>
                    <a:pt x="11" y="25"/>
                    <a:pt x="2" y="20"/>
                    <a:pt x="5" y="13"/>
                  </a:cubicBezTo>
                  <a:cubicBezTo>
                    <a:pt x="7" y="7"/>
                    <a:pt x="19" y="2"/>
                    <a:pt x="31" y="2"/>
                  </a:cubicBezTo>
                  <a:moveTo>
                    <a:pt x="32" y="0"/>
                  </a:moveTo>
                  <a:cubicBezTo>
                    <a:pt x="18" y="1"/>
                    <a:pt x="5" y="6"/>
                    <a:pt x="2" y="13"/>
                  </a:cubicBezTo>
                  <a:cubicBezTo>
                    <a:pt x="0" y="20"/>
                    <a:pt x="9" y="26"/>
                    <a:pt x="23" y="26"/>
                  </a:cubicBezTo>
                  <a:cubicBezTo>
                    <a:pt x="36" y="26"/>
                    <a:pt x="49" y="20"/>
                    <a:pt x="52" y="13"/>
                  </a:cubicBezTo>
                  <a:cubicBezTo>
                    <a:pt x="54" y="6"/>
                    <a:pt x="45" y="0"/>
                    <a:pt x="3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981"/>
            <p:cNvSpPr>
              <a:spLocks/>
            </p:cNvSpPr>
            <p:nvPr/>
          </p:nvSpPr>
          <p:spPr bwMode="auto">
            <a:xfrm>
              <a:off x="2733676" y="4552950"/>
              <a:ext cx="101600" cy="65087"/>
            </a:xfrm>
            <a:custGeom>
              <a:avLst/>
              <a:gdLst>
                <a:gd name="T0" fmla="*/ 15 w 36"/>
                <a:gd name="T1" fmla="*/ 23 h 23"/>
                <a:gd name="T2" fmla="*/ 1 w 36"/>
                <a:gd name="T3" fmla="*/ 12 h 23"/>
                <a:gd name="T4" fmla="*/ 21 w 36"/>
                <a:gd name="T5" fmla="*/ 0 h 23"/>
                <a:gd name="T6" fmla="*/ 35 w 36"/>
                <a:gd name="T7" fmla="*/ 11 h 23"/>
                <a:gd name="T8" fmla="*/ 15 w 36"/>
                <a:gd name="T9" fmla="*/ 23 h 23"/>
              </a:gdLst>
              <a:ahLst/>
              <a:cxnLst>
                <a:cxn ang="0">
                  <a:pos x="T0" y="T1"/>
                </a:cxn>
                <a:cxn ang="0">
                  <a:pos x="T2" y="T3"/>
                </a:cxn>
                <a:cxn ang="0">
                  <a:pos x="T4" y="T5"/>
                </a:cxn>
                <a:cxn ang="0">
                  <a:pos x="T6" y="T7"/>
                </a:cxn>
                <a:cxn ang="0">
                  <a:pos x="T8" y="T9"/>
                </a:cxn>
              </a:cxnLst>
              <a:rect l="0" t="0" r="r" b="b"/>
              <a:pathLst>
                <a:path w="36" h="23">
                  <a:moveTo>
                    <a:pt x="15" y="23"/>
                  </a:moveTo>
                  <a:cubicBezTo>
                    <a:pt x="6" y="23"/>
                    <a:pt x="0" y="18"/>
                    <a:pt x="1" y="12"/>
                  </a:cubicBezTo>
                  <a:cubicBezTo>
                    <a:pt x="3" y="5"/>
                    <a:pt x="12" y="0"/>
                    <a:pt x="21" y="0"/>
                  </a:cubicBezTo>
                  <a:cubicBezTo>
                    <a:pt x="30" y="0"/>
                    <a:pt x="36" y="5"/>
                    <a:pt x="35" y="11"/>
                  </a:cubicBezTo>
                  <a:cubicBezTo>
                    <a:pt x="33" y="18"/>
                    <a:pt x="24" y="23"/>
                    <a:pt x="15" y="23"/>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982"/>
            <p:cNvSpPr>
              <a:spLocks noEditPoints="1"/>
            </p:cNvSpPr>
            <p:nvPr/>
          </p:nvSpPr>
          <p:spPr bwMode="auto">
            <a:xfrm>
              <a:off x="2730501" y="4551363"/>
              <a:ext cx="106363" cy="69850"/>
            </a:xfrm>
            <a:custGeom>
              <a:avLst/>
              <a:gdLst>
                <a:gd name="T0" fmla="*/ 22 w 38"/>
                <a:gd name="T1" fmla="*/ 1 h 25"/>
                <a:gd name="T2" fmla="*/ 34 w 38"/>
                <a:gd name="T3" fmla="*/ 12 h 25"/>
                <a:gd name="T4" fmla="*/ 16 w 38"/>
                <a:gd name="T5" fmla="*/ 23 h 25"/>
                <a:gd name="T6" fmla="*/ 3 w 38"/>
                <a:gd name="T7" fmla="*/ 13 h 25"/>
                <a:gd name="T8" fmla="*/ 22 w 38"/>
                <a:gd name="T9" fmla="*/ 1 h 25"/>
                <a:gd name="T10" fmla="*/ 22 w 38"/>
                <a:gd name="T11" fmla="*/ 0 h 25"/>
                <a:gd name="T12" fmla="*/ 1 w 38"/>
                <a:gd name="T13" fmla="*/ 13 h 25"/>
                <a:gd name="T14" fmla="*/ 16 w 38"/>
                <a:gd name="T15" fmla="*/ 25 h 25"/>
                <a:gd name="T16" fmla="*/ 37 w 38"/>
                <a:gd name="T17" fmla="*/ 12 h 25"/>
                <a:gd name="T18" fmla="*/ 22 w 38"/>
                <a:gd name="T1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25">
                  <a:moveTo>
                    <a:pt x="22" y="1"/>
                  </a:moveTo>
                  <a:cubicBezTo>
                    <a:pt x="30" y="1"/>
                    <a:pt x="36" y="6"/>
                    <a:pt x="34" y="12"/>
                  </a:cubicBezTo>
                  <a:cubicBezTo>
                    <a:pt x="33" y="19"/>
                    <a:pt x="25" y="23"/>
                    <a:pt x="16" y="23"/>
                  </a:cubicBezTo>
                  <a:cubicBezTo>
                    <a:pt x="8" y="23"/>
                    <a:pt x="2" y="19"/>
                    <a:pt x="3" y="13"/>
                  </a:cubicBezTo>
                  <a:cubicBezTo>
                    <a:pt x="5" y="6"/>
                    <a:pt x="13" y="1"/>
                    <a:pt x="22" y="1"/>
                  </a:cubicBezTo>
                  <a:moveTo>
                    <a:pt x="22" y="0"/>
                  </a:moveTo>
                  <a:cubicBezTo>
                    <a:pt x="12" y="0"/>
                    <a:pt x="3" y="6"/>
                    <a:pt x="1" y="13"/>
                  </a:cubicBezTo>
                  <a:cubicBezTo>
                    <a:pt x="0" y="19"/>
                    <a:pt x="6" y="25"/>
                    <a:pt x="16" y="25"/>
                  </a:cubicBezTo>
                  <a:cubicBezTo>
                    <a:pt x="26" y="25"/>
                    <a:pt x="35" y="19"/>
                    <a:pt x="37" y="12"/>
                  </a:cubicBezTo>
                  <a:cubicBezTo>
                    <a:pt x="38" y="6"/>
                    <a:pt x="32" y="0"/>
                    <a:pt x="2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983"/>
            <p:cNvSpPr>
              <a:spLocks/>
            </p:cNvSpPr>
            <p:nvPr/>
          </p:nvSpPr>
          <p:spPr bwMode="auto">
            <a:xfrm>
              <a:off x="1441451" y="5741988"/>
              <a:ext cx="161925" cy="73025"/>
            </a:xfrm>
            <a:custGeom>
              <a:avLst/>
              <a:gdLst>
                <a:gd name="T0" fmla="*/ 24 w 58"/>
                <a:gd name="T1" fmla="*/ 26 h 26"/>
                <a:gd name="T2" fmla="*/ 2 w 58"/>
                <a:gd name="T3" fmla="*/ 13 h 26"/>
                <a:gd name="T4" fmla="*/ 34 w 58"/>
                <a:gd name="T5" fmla="*/ 0 h 26"/>
                <a:gd name="T6" fmla="*/ 55 w 58"/>
                <a:gd name="T7" fmla="*/ 12 h 26"/>
                <a:gd name="T8" fmla="*/ 24 w 58"/>
                <a:gd name="T9" fmla="*/ 26 h 26"/>
              </a:gdLst>
              <a:ahLst/>
              <a:cxnLst>
                <a:cxn ang="0">
                  <a:pos x="T0" y="T1"/>
                </a:cxn>
                <a:cxn ang="0">
                  <a:pos x="T2" y="T3"/>
                </a:cxn>
                <a:cxn ang="0">
                  <a:pos x="T4" y="T5"/>
                </a:cxn>
                <a:cxn ang="0">
                  <a:pos x="T6" y="T7"/>
                </a:cxn>
                <a:cxn ang="0">
                  <a:pos x="T8" y="T9"/>
                </a:cxn>
              </a:cxnLst>
              <a:rect l="0" t="0" r="r" b="b"/>
              <a:pathLst>
                <a:path w="58" h="26">
                  <a:moveTo>
                    <a:pt x="24" y="26"/>
                  </a:moveTo>
                  <a:cubicBezTo>
                    <a:pt x="9" y="26"/>
                    <a:pt x="0" y="20"/>
                    <a:pt x="2" y="13"/>
                  </a:cubicBezTo>
                  <a:cubicBezTo>
                    <a:pt x="5" y="5"/>
                    <a:pt x="19" y="0"/>
                    <a:pt x="34" y="0"/>
                  </a:cubicBezTo>
                  <a:cubicBezTo>
                    <a:pt x="48" y="0"/>
                    <a:pt x="58" y="5"/>
                    <a:pt x="55" y="12"/>
                  </a:cubicBezTo>
                  <a:cubicBezTo>
                    <a:pt x="52" y="20"/>
                    <a:pt x="38" y="25"/>
                    <a:pt x="24" y="26"/>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984"/>
            <p:cNvSpPr>
              <a:spLocks noEditPoints="1"/>
            </p:cNvSpPr>
            <p:nvPr/>
          </p:nvSpPr>
          <p:spPr bwMode="auto">
            <a:xfrm>
              <a:off x="1435101" y="5740400"/>
              <a:ext cx="171450" cy="74612"/>
            </a:xfrm>
            <a:custGeom>
              <a:avLst/>
              <a:gdLst>
                <a:gd name="T0" fmla="*/ 35 w 61"/>
                <a:gd name="T1" fmla="*/ 1 h 27"/>
                <a:gd name="T2" fmla="*/ 56 w 61"/>
                <a:gd name="T3" fmla="*/ 13 h 27"/>
                <a:gd name="T4" fmla="*/ 26 w 61"/>
                <a:gd name="T5" fmla="*/ 26 h 27"/>
                <a:gd name="T6" fmla="*/ 6 w 61"/>
                <a:gd name="T7" fmla="*/ 14 h 27"/>
                <a:gd name="T8" fmla="*/ 35 w 61"/>
                <a:gd name="T9" fmla="*/ 1 h 27"/>
                <a:gd name="T10" fmla="*/ 36 w 61"/>
                <a:gd name="T11" fmla="*/ 0 h 27"/>
                <a:gd name="T12" fmla="*/ 3 w 61"/>
                <a:gd name="T13" fmla="*/ 14 h 27"/>
                <a:gd name="T14" fmla="*/ 26 w 61"/>
                <a:gd name="T15" fmla="*/ 27 h 27"/>
                <a:gd name="T16" fmla="*/ 58 w 61"/>
                <a:gd name="T17" fmla="*/ 13 h 27"/>
                <a:gd name="T18" fmla="*/ 36 w 61"/>
                <a:gd name="T1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 h="27">
                  <a:moveTo>
                    <a:pt x="35" y="1"/>
                  </a:moveTo>
                  <a:cubicBezTo>
                    <a:pt x="49" y="1"/>
                    <a:pt x="58" y="7"/>
                    <a:pt x="56" y="13"/>
                  </a:cubicBezTo>
                  <a:cubicBezTo>
                    <a:pt x="53" y="20"/>
                    <a:pt x="40" y="26"/>
                    <a:pt x="26" y="26"/>
                  </a:cubicBezTo>
                  <a:cubicBezTo>
                    <a:pt x="12" y="26"/>
                    <a:pt x="3" y="20"/>
                    <a:pt x="6" y="14"/>
                  </a:cubicBezTo>
                  <a:cubicBezTo>
                    <a:pt x="8" y="7"/>
                    <a:pt x="22" y="1"/>
                    <a:pt x="35" y="1"/>
                  </a:cubicBezTo>
                  <a:moveTo>
                    <a:pt x="36" y="0"/>
                  </a:moveTo>
                  <a:cubicBezTo>
                    <a:pt x="21" y="0"/>
                    <a:pt x="6" y="6"/>
                    <a:pt x="3" y="14"/>
                  </a:cubicBezTo>
                  <a:cubicBezTo>
                    <a:pt x="0" y="21"/>
                    <a:pt x="10" y="27"/>
                    <a:pt x="26" y="27"/>
                  </a:cubicBezTo>
                  <a:cubicBezTo>
                    <a:pt x="41" y="27"/>
                    <a:pt x="56" y="21"/>
                    <a:pt x="58" y="13"/>
                  </a:cubicBezTo>
                  <a:cubicBezTo>
                    <a:pt x="61" y="6"/>
                    <a:pt x="51" y="0"/>
                    <a:pt x="3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985"/>
            <p:cNvSpPr>
              <a:spLocks/>
            </p:cNvSpPr>
            <p:nvPr/>
          </p:nvSpPr>
          <p:spPr bwMode="auto">
            <a:xfrm>
              <a:off x="1744663" y="6154738"/>
              <a:ext cx="169863" cy="87312"/>
            </a:xfrm>
            <a:custGeom>
              <a:avLst/>
              <a:gdLst>
                <a:gd name="T0" fmla="*/ 26 w 61"/>
                <a:gd name="T1" fmla="*/ 31 h 31"/>
                <a:gd name="T2" fmla="*/ 3 w 61"/>
                <a:gd name="T3" fmla="*/ 15 h 31"/>
                <a:gd name="T4" fmla="*/ 35 w 61"/>
                <a:gd name="T5" fmla="*/ 0 h 31"/>
                <a:gd name="T6" fmla="*/ 58 w 61"/>
                <a:gd name="T7" fmla="*/ 15 h 31"/>
                <a:gd name="T8" fmla="*/ 26 w 61"/>
                <a:gd name="T9" fmla="*/ 31 h 31"/>
              </a:gdLst>
              <a:ahLst/>
              <a:cxnLst>
                <a:cxn ang="0">
                  <a:pos x="T0" y="T1"/>
                </a:cxn>
                <a:cxn ang="0">
                  <a:pos x="T2" y="T3"/>
                </a:cxn>
                <a:cxn ang="0">
                  <a:pos x="T4" y="T5"/>
                </a:cxn>
                <a:cxn ang="0">
                  <a:pos x="T6" y="T7"/>
                </a:cxn>
                <a:cxn ang="0">
                  <a:pos x="T8" y="T9"/>
                </a:cxn>
              </a:cxnLst>
              <a:rect l="0" t="0" r="r" b="b"/>
              <a:pathLst>
                <a:path w="61" h="31">
                  <a:moveTo>
                    <a:pt x="26" y="31"/>
                  </a:moveTo>
                  <a:cubicBezTo>
                    <a:pt x="10" y="31"/>
                    <a:pt x="0" y="24"/>
                    <a:pt x="3" y="15"/>
                  </a:cubicBezTo>
                  <a:cubicBezTo>
                    <a:pt x="6" y="6"/>
                    <a:pt x="20" y="0"/>
                    <a:pt x="35" y="0"/>
                  </a:cubicBezTo>
                  <a:cubicBezTo>
                    <a:pt x="50" y="0"/>
                    <a:pt x="61" y="6"/>
                    <a:pt x="58" y="15"/>
                  </a:cubicBezTo>
                  <a:cubicBezTo>
                    <a:pt x="55" y="24"/>
                    <a:pt x="41" y="31"/>
                    <a:pt x="26" y="31"/>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986"/>
            <p:cNvSpPr>
              <a:spLocks noEditPoints="1"/>
            </p:cNvSpPr>
            <p:nvPr/>
          </p:nvSpPr>
          <p:spPr bwMode="auto">
            <a:xfrm>
              <a:off x="1741488" y="6151563"/>
              <a:ext cx="176213" cy="93662"/>
            </a:xfrm>
            <a:custGeom>
              <a:avLst/>
              <a:gdLst>
                <a:gd name="T0" fmla="*/ 36 w 63"/>
                <a:gd name="T1" fmla="*/ 1 h 33"/>
                <a:gd name="T2" fmla="*/ 58 w 63"/>
                <a:gd name="T3" fmla="*/ 16 h 33"/>
                <a:gd name="T4" fmla="*/ 27 w 63"/>
                <a:gd name="T5" fmla="*/ 31 h 33"/>
                <a:gd name="T6" fmla="*/ 5 w 63"/>
                <a:gd name="T7" fmla="*/ 16 h 33"/>
                <a:gd name="T8" fmla="*/ 36 w 63"/>
                <a:gd name="T9" fmla="*/ 1 h 33"/>
                <a:gd name="T10" fmla="*/ 36 w 63"/>
                <a:gd name="T11" fmla="*/ 0 h 33"/>
                <a:gd name="T12" fmla="*/ 3 w 63"/>
                <a:gd name="T13" fmla="*/ 16 h 33"/>
                <a:gd name="T14" fmla="*/ 26 w 63"/>
                <a:gd name="T15" fmla="*/ 33 h 33"/>
                <a:gd name="T16" fmla="*/ 60 w 63"/>
                <a:gd name="T17" fmla="*/ 16 h 33"/>
                <a:gd name="T18" fmla="*/ 36 w 63"/>
                <a:gd name="T19"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3" h="33">
                  <a:moveTo>
                    <a:pt x="36" y="1"/>
                  </a:moveTo>
                  <a:cubicBezTo>
                    <a:pt x="50" y="1"/>
                    <a:pt x="60" y="8"/>
                    <a:pt x="58" y="16"/>
                  </a:cubicBezTo>
                  <a:cubicBezTo>
                    <a:pt x="55" y="24"/>
                    <a:pt x="41" y="31"/>
                    <a:pt x="27" y="31"/>
                  </a:cubicBezTo>
                  <a:cubicBezTo>
                    <a:pt x="12" y="31"/>
                    <a:pt x="3" y="24"/>
                    <a:pt x="5" y="16"/>
                  </a:cubicBezTo>
                  <a:cubicBezTo>
                    <a:pt x="8" y="8"/>
                    <a:pt x="22" y="1"/>
                    <a:pt x="36" y="1"/>
                  </a:cubicBezTo>
                  <a:moveTo>
                    <a:pt x="36" y="0"/>
                  </a:moveTo>
                  <a:cubicBezTo>
                    <a:pt x="21" y="0"/>
                    <a:pt x="5" y="7"/>
                    <a:pt x="3" y="16"/>
                  </a:cubicBezTo>
                  <a:cubicBezTo>
                    <a:pt x="0" y="25"/>
                    <a:pt x="10" y="33"/>
                    <a:pt x="26" y="33"/>
                  </a:cubicBezTo>
                  <a:cubicBezTo>
                    <a:pt x="42" y="33"/>
                    <a:pt x="58" y="25"/>
                    <a:pt x="60" y="16"/>
                  </a:cubicBezTo>
                  <a:cubicBezTo>
                    <a:pt x="63" y="7"/>
                    <a:pt x="52" y="0"/>
                    <a:pt x="3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987"/>
            <p:cNvSpPr>
              <a:spLocks/>
            </p:cNvSpPr>
            <p:nvPr/>
          </p:nvSpPr>
          <p:spPr bwMode="auto">
            <a:xfrm>
              <a:off x="1624013" y="6256338"/>
              <a:ext cx="257175" cy="139700"/>
            </a:xfrm>
            <a:custGeom>
              <a:avLst/>
              <a:gdLst>
                <a:gd name="T0" fmla="*/ 38 w 92"/>
                <a:gd name="T1" fmla="*/ 50 h 50"/>
                <a:gd name="T2" fmla="*/ 4 w 92"/>
                <a:gd name="T3" fmla="*/ 25 h 50"/>
                <a:gd name="T4" fmla="*/ 54 w 92"/>
                <a:gd name="T5" fmla="*/ 0 h 50"/>
                <a:gd name="T6" fmla="*/ 88 w 92"/>
                <a:gd name="T7" fmla="*/ 25 h 50"/>
                <a:gd name="T8" fmla="*/ 38 w 92"/>
                <a:gd name="T9" fmla="*/ 50 h 50"/>
              </a:gdLst>
              <a:ahLst/>
              <a:cxnLst>
                <a:cxn ang="0">
                  <a:pos x="T0" y="T1"/>
                </a:cxn>
                <a:cxn ang="0">
                  <a:pos x="T2" y="T3"/>
                </a:cxn>
                <a:cxn ang="0">
                  <a:pos x="T4" y="T5"/>
                </a:cxn>
                <a:cxn ang="0">
                  <a:pos x="T6" y="T7"/>
                </a:cxn>
                <a:cxn ang="0">
                  <a:pos x="T8" y="T9"/>
                </a:cxn>
              </a:cxnLst>
              <a:rect l="0" t="0" r="r" b="b"/>
              <a:pathLst>
                <a:path w="92" h="50">
                  <a:moveTo>
                    <a:pt x="38" y="50"/>
                  </a:moveTo>
                  <a:cubicBezTo>
                    <a:pt x="15" y="50"/>
                    <a:pt x="0" y="39"/>
                    <a:pt x="4" y="25"/>
                  </a:cubicBezTo>
                  <a:cubicBezTo>
                    <a:pt x="9" y="11"/>
                    <a:pt x="31" y="0"/>
                    <a:pt x="54" y="0"/>
                  </a:cubicBezTo>
                  <a:cubicBezTo>
                    <a:pt x="77" y="0"/>
                    <a:pt x="92" y="11"/>
                    <a:pt x="88" y="25"/>
                  </a:cubicBezTo>
                  <a:cubicBezTo>
                    <a:pt x="84" y="39"/>
                    <a:pt x="62" y="50"/>
                    <a:pt x="38" y="50"/>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988"/>
            <p:cNvSpPr>
              <a:spLocks noEditPoints="1"/>
            </p:cNvSpPr>
            <p:nvPr/>
          </p:nvSpPr>
          <p:spPr bwMode="auto">
            <a:xfrm>
              <a:off x="1617663" y="6256338"/>
              <a:ext cx="269875" cy="142875"/>
            </a:xfrm>
            <a:custGeom>
              <a:avLst/>
              <a:gdLst>
                <a:gd name="T0" fmla="*/ 55 w 96"/>
                <a:gd name="T1" fmla="*/ 1 h 51"/>
                <a:gd name="T2" fmla="*/ 89 w 96"/>
                <a:gd name="T3" fmla="*/ 25 h 51"/>
                <a:gd name="T4" fmla="*/ 41 w 96"/>
                <a:gd name="T5" fmla="*/ 49 h 51"/>
                <a:gd name="T6" fmla="*/ 8 w 96"/>
                <a:gd name="T7" fmla="*/ 25 h 51"/>
                <a:gd name="T8" fmla="*/ 55 w 96"/>
                <a:gd name="T9" fmla="*/ 1 h 51"/>
                <a:gd name="T10" fmla="*/ 56 w 96"/>
                <a:gd name="T11" fmla="*/ 0 h 51"/>
                <a:gd name="T12" fmla="*/ 5 w 96"/>
                <a:gd name="T13" fmla="*/ 25 h 51"/>
                <a:gd name="T14" fmla="*/ 40 w 96"/>
                <a:gd name="T15" fmla="*/ 51 h 51"/>
                <a:gd name="T16" fmla="*/ 91 w 96"/>
                <a:gd name="T17" fmla="*/ 25 h 51"/>
                <a:gd name="T18" fmla="*/ 56 w 96"/>
                <a:gd name="T19"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51">
                  <a:moveTo>
                    <a:pt x="55" y="1"/>
                  </a:moveTo>
                  <a:cubicBezTo>
                    <a:pt x="78" y="1"/>
                    <a:pt x="93" y="12"/>
                    <a:pt x="89" y="25"/>
                  </a:cubicBezTo>
                  <a:cubicBezTo>
                    <a:pt x="85" y="38"/>
                    <a:pt x="63" y="49"/>
                    <a:pt x="41" y="49"/>
                  </a:cubicBezTo>
                  <a:cubicBezTo>
                    <a:pt x="18" y="49"/>
                    <a:pt x="3" y="38"/>
                    <a:pt x="8" y="25"/>
                  </a:cubicBezTo>
                  <a:cubicBezTo>
                    <a:pt x="12" y="12"/>
                    <a:pt x="33" y="1"/>
                    <a:pt x="55" y="1"/>
                  </a:cubicBezTo>
                  <a:moveTo>
                    <a:pt x="56" y="0"/>
                  </a:moveTo>
                  <a:cubicBezTo>
                    <a:pt x="32" y="0"/>
                    <a:pt x="9" y="11"/>
                    <a:pt x="5" y="25"/>
                  </a:cubicBezTo>
                  <a:cubicBezTo>
                    <a:pt x="0" y="39"/>
                    <a:pt x="16" y="51"/>
                    <a:pt x="40" y="51"/>
                  </a:cubicBezTo>
                  <a:cubicBezTo>
                    <a:pt x="64" y="51"/>
                    <a:pt x="87" y="39"/>
                    <a:pt x="91" y="25"/>
                  </a:cubicBezTo>
                  <a:cubicBezTo>
                    <a:pt x="96" y="11"/>
                    <a:pt x="80" y="0"/>
                    <a:pt x="5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989"/>
            <p:cNvSpPr>
              <a:spLocks/>
            </p:cNvSpPr>
            <p:nvPr/>
          </p:nvSpPr>
          <p:spPr bwMode="auto">
            <a:xfrm>
              <a:off x="1471613" y="6391275"/>
              <a:ext cx="219075" cy="119062"/>
            </a:xfrm>
            <a:custGeom>
              <a:avLst/>
              <a:gdLst>
                <a:gd name="T0" fmla="*/ 32 w 78"/>
                <a:gd name="T1" fmla="*/ 43 h 43"/>
                <a:gd name="T2" fmla="*/ 4 w 78"/>
                <a:gd name="T3" fmla="*/ 21 h 43"/>
                <a:gd name="T4" fmla="*/ 46 w 78"/>
                <a:gd name="T5" fmla="*/ 0 h 43"/>
                <a:gd name="T6" fmla="*/ 75 w 78"/>
                <a:gd name="T7" fmla="*/ 21 h 43"/>
                <a:gd name="T8" fmla="*/ 32 w 78"/>
                <a:gd name="T9" fmla="*/ 43 h 43"/>
              </a:gdLst>
              <a:ahLst/>
              <a:cxnLst>
                <a:cxn ang="0">
                  <a:pos x="T0" y="T1"/>
                </a:cxn>
                <a:cxn ang="0">
                  <a:pos x="T2" y="T3"/>
                </a:cxn>
                <a:cxn ang="0">
                  <a:pos x="T4" y="T5"/>
                </a:cxn>
                <a:cxn ang="0">
                  <a:pos x="T6" y="T7"/>
                </a:cxn>
                <a:cxn ang="0">
                  <a:pos x="T8" y="T9"/>
                </a:cxn>
              </a:cxnLst>
              <a:rect l="0" t="0" r="r" b="b"/>
              <a:pathLst>
                <a:path w="78" h="43">
                  <a:moveTo>
                    <a:pt x="32" y="43"/>
                  </a:moveTo>
                  <a:cubicBezTo>
                    <a:pt x="13" y="43"/>
                    <a:pt x="0" y="33"/>
                    <a:pt x="4" y="21"/>
                  </a:cubicBezTo>
                  <a:cubicBezTo>
                    <a:pt x="8" y="9"/>
                    <a:pt x="27" y="0"/>
                    <a:pt x="46" y="0"/>
                  </a:cubicBezTo>
                  <a:cubicBezTo>
                    <a:pt x="66" y="0"/>
                    <a:pt x="78" y="9"/>
                    <a:pt x="75" y="21"/>
                  </a:cubicBezTo>
                  <a:cubicBezTo>
                    <a:pt x="71" y="33"/>
                    <a:pt x="52" y="43"/>
                    <a:pt x="32" y="43"/>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990"/>
            <p:cNvSpPr>
              <a:spLocks noEditPoints="1"/>
            </p:cNvSpPr>
            <p:nvPr/>
          </p:nvSpPr>
          <p:spPr bwMode="auto">
            <a:xfrm>
              <a:off x="1466851" y="6388100"/>
              <a:ext cx="230188" cy="125412"/>
            </a:xfrm>
            <a:custGeom>
              <a:avLst/>
              <a:gdLst>
                <a:gd name="T0" fmla="*/ 48 w 82"/>
                <a:gd name="T1" fmla="*/ 2 h 45"/>
                <a:gd name="T2" fmla="*/ 75 w 82"/>
                <a:gd name="T3" fmla="*/ 22 h 45"/>
                <a:gd name="T4" fmla="*/ 34 w 82"/>
                <a:gd name="T5" fmla="*/ 43 h 45"/>
                <a:gd name="T6" fmla="*/ 7 w 82"/>
                <a:gd name="T7" fmla="*/ 22 h 45"/>
                <a:gd name="T8" fmla="*/ 48 w 82"/>
                <a:gd name="T9" fmla="*/ 2 h 45"/>
                <a:gd name="T10" fmla="*/ 48 w 82"/>
                <a:gd name="T11" fmla="*/ 0 h 45"/>
                <a:gd name="T12" fmla="*/ 5 w 82"/>
                <a:gd name="T13" fmla="*/ 22 h 45"/>
                <a:gd name="T14" fmla="*/ 34 w 82"/>
                <a:gd name="T15" fmla="*/ 45 h 45"/>
                <a:gd name="T16" fmla="*/ 78 w 82"/>
                <a:gd name="T17" fmla="*/ 22 h 45"/>
                <a:gd name="T18" fmla="*/ 48 w 82"/>
                <a:gd name="T1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2" h="45">
                  <a:moveTo>
                    <a:pt x="48" y="2"/>
                  </a:moveTo>
                  <a:cubicBezTo>
                    <a:pt x="66" y="2"/>
                    <a:pt x="79" y="11"/>
                    <a:pt x="75" y="22"/>
                  </a:cubicBezTo>
                  <a:cubicBezTo>
                    <a:pt x="72" y="34"/>
                    <a:pt x="53" y="43"/>
                    <a:pt x="34" y="43"/>
                  </a:cubicBezTo>
                  <a:cubicBezTo>
                    <a:pt x="16" y="43"/>
                    <a:pt x="4" y="34"/>
                    <a:pt x="7" y="22"/>
                  </a:cubicBezTo>
                  <a:cubicBezTo>
                    <a:pt x="11" y="11"/>
                    <a:pt x="29" y="2"/>
                    <a:pt x="48" y="2"/>
                  </a:cubicBezTo>
                  <a:moveTo>
                    <a:pt x="48" y="0"/>
                  </a:moveTo>
                  <a:cubicBezTo>
                    <a:pt x="28" y="0"/>
                    <a:pt x="9" y="10"/>
                    <a:pt x="5" y="22"/>
                  </a:cubicBezTo>
                  <a:cubicBezTo>
                    <a:pt x="0" y="35"/>
                    <a:pt x="13" y="45"/>
                    <a:pt x="34" y="45"/>
                  </a:cubicBezTo>
                  <a:cubicBezTo>
                    <a:pt x="54" y="45"/>
                    <a:pt x="74" y="35"/>
                    <a:pt x="78" y="22"/>
                  </a:cubicBezTo>
                  <a:cubicBezTo>
                    <a:pt x="82" y="10"/>
                    <a:pt x="69" y="0"/>
                    <a:pt x="4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991"/>
            <p:cNvSpPr>
              <a:spLocks/>
            </p:cNvSpPr>
            <p:nvPr/>
          </p:nvSpPr>
          <p:spPr bwMode="auto">
            <a:xfrm>
              <a:off x="1254126" y="5599113"/>
              <a:ext cx="161925" cy="68262"/>
            </a:xfrm>
            <a:custGeom>
              <a:avLst/>
              <a:gdLst>
                <a:gd name="T0" fmla="*/ 24 w 58"/>
                <a:gd name="T1" fmla="*/ 24 h 24"/>
                <a:gd name="T2" fmla="*/ 2 w 58"/>
                <a:gd name="T3" fmla="*/ 12 h 24"/>
                <a:gd name="T4" fmla="*/ 34 w 58"/>
                <a:gd name="T5" fmla="*/ 0 h 24"/>
                <a:gd name="T6" fmla="*/ 55 w 58"/>
                <a:gd name="T7" fmla="*/ 12 h 24"/>
                <a:gd name="T8" fmla="*/ 24 w 58"/>
                <a:gd name="T9" fmla="*/ 24 h 24"/>
              </a:gdLst>
              <a:ahLst/>
              <a:cxnLst>
                <a:cxn ang="0">
                  <a:pos x="T0" y="T1"/>
                </a:cxn>
                <a:cxn ang="0">
                  <a:pos x="T2" y="T3"/>
                </a:cxn>
                <a:cxn ang="0">
                  <a:pos x="T4" y="T5"/>
                </a:cxn>
                <a:cxn ang="0">
                  <a:pos x="T6" y="T7"/>
                </a:cxn>
                <a:cxn ang="0">
                  <a:pos x="T8" y="T9"/>
                </a:cxn>
              </a:cxnLst>
              <a:rect l="0" t="0" r="r" b="b"/>
              <a:pathLst>
                <a:path w="58" h="24">
                  <a:moveTo>
                    <a:pt x="24" y="24"/>
                  </a:moveTo>
                  <a:cubicBezTo>
                    <a:pt x="9" y="24"/>
                    <a:pt x="0" y="19"/>
                    <a:pt x="2" y="12"/>
                  </a:cubicBezTo>
                  <a:cubicBezTo>
                    <a:pt x="5" y="5"/>
                    <a:pt x="19" y="0"/>
                    <a:pt x="34" y="0"/>
                  </a:cubicBezTo>
                  <a:cubicBezTo>
                    <a:pt x="48" y="0"/>
                    <a:pt x="58" y="5"/>
                    <a:pt x="55" y="12"/>
                  </a:cubicBezTo>
                  <a:cubicBezTo>
                    <a:pt x="52" y="18"/>
                    <a:pt x="38" y="24"/>
                    <a:pt x="24" y="24"/>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992"/>
            <p:cNvSpPr>
              <a:spLocks noEditPoints="1"/>
            </p:cNvSpPr>
            <p:nvPr/>
          </p:nvSpPr>
          <p:spPr bwMode="auto">
            <a:xfrm>
              <a:off x="1247776" y="5597525"/>
              <a:ext cx="171450" cy="71437"/>
            </a:xfrm>
            <a:custGeom>
              <a:avLst/>
              <a:gdLst>
                <a:gd name="T0" fmla="*/ 35 w 61"/>
                <a:gd name="T1" fmla="*/ 1 h 26"/>
                <a:gd name="T2" fmla="*/ 56 w 61"/>
                <a:gd name="T3" fmla="*/ 13 h 26"/>
                <a:gd name="T4" fmla="*/ 26 w 61"/>
                <a:gd name="T5" fmla="*/ 24 h 26"/>
                <a:gd name="T6" fmla="*/ 6 w 61"/>
                <a:gd name="T7" fmla="*/ 13 h 26"/>
                <a:gd name="T8" fmla="*/ 35 w 61"/>
                <a:gd name="T9" fmla="*/ 1 h 26"/>
                <a:gd name="T10" fmla="*/ 36 w 61"/>
                <a:gd name="T11" fmla="*/ 0 h 26"/>
                <a:gd name="T12" fmla="*/ 3 w 61"/>
                <a:gd name="T13" fmla="*/ 13 h 26"/>
                <a:gd name="T14" fmla="*/ 25 w 61"/>
                <a:gd name="T15" fmla="*/ 26 h 26"/>
                <a:gd name="T16" fmla="*/ 58 w 61"/>
                <a:gd name="T17" fmla="*/ 13 h 26"/>
                <a:gd name="T18" fmla="*/ 36 w 61"/>
                <a:gd name="T19"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 h="26">
                  <a:moveTo>
                    <a:pt x="35" y="1"/>
                  </a:moveTo>
                  <a:cubicBezTo>
                    <a:pt x="49" y="1"/>
                    <a:pt x="58" y="6"/>
                    <a:pt x="56" y="13"/>
                  </a:cubicBezTo>
                  <a:cubicBezTo>
                    <a:pt x="53" y="19"/>
                    <a:pt x="40" y="24"/>
                    <a:pt x="26" y="24"/>
                  </a:cubicBezTo>
                  <a:cubicBezTo>
                    <a:pt x="12" y="24"/>
                    <a:pt x="3" y="19"/>
                    <a:pt x="6" y="13"/>
                  </a:cubicBezTo>
                  <a:cubicBezTo>
                    <a:pt x="8" y="6"/>
                    <a:pt x="22" y="1"/>
                    <a:pt x="35" y="1"/>
                  </a:cubicBezTo>
                  <a:moveTo>
                    <a:pt x="36" y="0"/>
                  </a:moveTo>
                  <a:cubicBezTo>
                    <a:pt x="21" y="0"/>
                    <a:pt x="6" y="6"/>
                    <a:pt x="3" y="13"/>
                  </a:cubicBezTo>
                  <a:cubicBezTo>
                    <a:pt x="0" y="20"/>
                    <a:pt x="10" y="26"/>
                    <a:pt x="25" y="26"/>
                  </a:cubicBezTo>
                  <a:cubicBezTo>
                    <a:pt x="41" y="26"/>
                    <a:pt x="55" y="20"/>
                    <a:pt x="58" y="13"/>
                  </a:cubicBezTo>
                  <a:cubicBezTo>
                    <a:pt x="61" y="6"/>
                    <a:pt x="51" y="0"/>
                    <a:pt x="3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993"/>
            <p:cNvSpPr>
              <a:spLocks/>
            </p:cNvSpPr>
            <p:nvPr/>
          </p:nvSpPr>
          <p:spPr bwMode="auto">
            <a:xfrm>
              <a:off x="1298576" y="6673850"/>
              <a:ext cx="184150" cy="112712"/>
            </a:xfrm>
            <a:custGeom>
              <a:avLst/>
              <a:gdLst>
                <a:gd name="T0" fmla="*/ 26 w 66"/>
                <a:gd name="T1" fmla="*/ 40 h 40"/>
                <a:gd name="T2" fmla="*/ 3 w 66"/>
                <a:gd name="T3" fmla="*/ 19 h 40"/>
                <a:gd name="T4" fmla="*/ 39 w 66"/>
                <a:gd name="T5" fmla="*/ 0 h 40"/>
                <a:gd name="T6" fmla="*/ 62 w 66"/>
                <a:gd name="T7" fmla="*/ 19 h 40"/>
                <a:gd name="T8" fmla="*/ 26 w 66"/>
                <a:gd name="T9" fmla="*/ 40 h 40"/>
              </a:gdLst>
              <a:ahLst/>
              <a:cxnLst>
                <a:cxn ang="0">
                  <a:pos x="T0" y="T1"/>
                </a:cxn>
                <a:cxn ang="0">
                  <a:pos x="T2" y="T3"/>
                </a:cxn>
                <a:cxn ang="0">
                  <a:pos x="T4" y="T5"/>
                </a:cxn>
                <a:cxn ang="0">
                  <a:pos x="T6" y="T7"/>
                </a:cxn>
                <a:cxn ang="0">
                  <a:pos x="T8" y="T9"/>
                </a:cxn>
              </a:cxnLst>
              <a:rect l="0" t="0" r="r" b="b"/>
              <a:pathLst>
                <a:path w="66" h="40">
                  <a:moveTo>
                    <a:pt x="26" y="40"/>
                  </a:moveTo>
                  <a:cubicBezTo>
                    <a:pt x="10" y="40"/>
                    <a:pt x="0" y="30"/>
                    <a:pt x="3" y="19"/>
                  </a:cubicBezTo>
                  <a:cubicBezTo>
                    <a:pt x="7" y="9"/>
                    <a:pt x="23" y="0"/>
                    <a:pt x="39" y="0"/>
                  </a:cubicBezTo>
                  <a:cubicBezTo>
                    <a:pt x="55" y="0"/>
                    <a:pt x="66" y="9"/>
                    <a:pt x="62" y="19"/>
                  </a:cubicBezTo>
                  <a:cubicBezTo>
                    <a:pt x="59" y="30"/>
                    <a:pt x="43" y="40"/>
                    <a:pt x="26" y="40"/>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994"/>
            <p:cNvSpPr>
              <a:spLocks noEditPoints="1"/>
            </p:cNvSpPr>
            <p:nvPr/>
          </p:nvSpPr>
          <p:spPr bwMode="auto">
            <a:xfrm>
              <a:off x="1292226" y="6670675"/>
              <a:ext cx="193675" cy="117475"/>
            </a:xfrm>
            <a:custGeom>
              <a:avLst/>
              <a:gdLst>
                <a:gd name="T0" fmla="*/ 41 w 69"/>
                <a:gd name="T1" fmla="*/ 2 h 42"/>
                <a:gd name="T2" fmla="*/ 63 w 69"/>
                <a:gd name="T3" fmla="*/ 20 h 42"/>
                <a:gd name="T4" fmla="*/ 29 w 69"/>
                <a:gd name="T5" fmla="*/ 40 h 42"/>
                <a:gd name="T6" fmla="*/ 7 w 69"/>
                <a:gd name="T7" fmla="*/ 20 h 42"/>
                <a:gd name="T8" fmla="*/ 41 w 69"/>
                <a:gd name="T9" fmla="*/ 2 h 42"/>
                <a:gd name="T10" fmla="*/ 42 w 69"/>
                <a:gd name="T11" fmla="*/ 0 h 42"/>
                <a:gd name="T12" fmla="*/ 4 w 69"/>
                <a:gd name="T13" fmla="*/ 20 h 42"/>
                <a:gd name="T14" fmla="*/ 28 w 69"/>
                <a:gd name="T15" fmla="*/ 42 h 42"/>
                <a:gd name="T16" fmla="*/ 66 w 69"/>
                <a:gd name="T17" fmla="*/ 20 h 42"/>
                <a:gd name="T18" fmla="*/ 42 w 69"/>
                <a:gd name="T19"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42">
                  <a:moveTo>
                    <a:pt x="41" y="2"/>
                  </a:moveTo>
                  <a:cubicBezTo>
                    <a:pt x="56" y="2"/>
                    <a:pt x="66" y="10"/>
                    <a:pt x="63" y="20"/>
                  </a:cubicBezTo>
                  <a:cubicBezTo>
                    <a:pt x="60" y="31"/>
                    <a:pt x="44" y="40"/>
                    <a:pt x="29" y="40"/>
                  </a:cubicBezTo>
                  <a:cubicBezTo>
                    <a:pt x="13" y="40"/>
                    <a:pt x="3" y="31"/>
                    <a:pt x="7" y="20"/>
                  </a:cubicBezTo>
                  <a:cubicBezTo>
                    <a:pt x="10" y="10"/>
                    <a:pt x="26" y="2"/>
                    <a:pt x="41" y="2"/>
                  </a:cubicBezTo>
                  <a:moveTo>
                    <a:pt x="42" y="0"/>
                  </a:moveTo>
                  <a:cubicBezTo>
                    <a:pt x="25" y="0"/>
                    <a:pt x="8" y="9"/>
                    <a:pt x="4" y="20"/>
                  </a:cubicBezTo>
                  <a:cubicBezTo>
                    <a:pt x="0" y="32"/>
                    <a:pt x="11" y="42"/>
                    <a:pt x="28" y="42"/>
                  </a:cubicBezTo>
                  <a:cubicBezTo>
                    <a:pt x="45" y="42"/>
                    <a:pt x="62" y="32"/>
                    <a:pt x="66" y="20"/>
                  </a:cubicBezTo>
                  <a:cubicBezTo>
                    <a:pt x="69" y="9"/>
                    <a:pt x="59" y="0"/>
                    <a:pt x="4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Line 995"/>
            <p:cNvSpPr>
              <a:spLocks noChangeShapeType="1"/>
            </p:cNvSpPr>
            <p:nvPr/>
          </p:nvSpPr>
          <p:spPr bwMode="auto">
            <a:xfrm flipV="1">
              <a:off x="3905251" y="3216275"/>
              <a:ext cx="0" cy="2546350"/>
            </a:xfrm>
            <a:prstGeom prst="line">
              <a:avLst/>
            </a:prstGeom>
            <a:noFill/>
            <a:ln w="22225" cap="flat">
              <a:solidFill>
                <a:srgbClr val="936CA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996"/>
            <p:cNvSpPr>
              <a:spLocks/>
            </p:cNvSpPr>
            <p:nvPr/>
          </p:nvSpPr>
          <p:spPr bwMode="auto">
            <a:xfrm>
              <a:off x="3275013" y="1585913"/>
              <a:ext cx="1262063" cy="1514475"/>
            </a:xfrm>
            <a:custGeom>
              <a:avLst/>
              <a:gdLst>
                <a:gd name="T0" fmla="*/ 450 w 450"/>
                <a:gd name="T1" fmla="*/ 225 h 540"/>
                <a:gd name="T2" fmla="*/ 225 w 450"/>
                <a:gd name="T3" fmla="*/ 540 h 540"/>
                <a:gd name="T4" fmla="*/ 0 w 450"/>
                <a:gd name="T5" fmla="*/ 225 h 540"/>
                <a:gd name="T6" fmla="*/ 225 w 450"/>
                <a:gd name="T7" fmla="*/ 0 h 540"/>
                <a:gd name="T8" fmla="*/ 450 w 450"/>
                <a:gd name="T9" fmla="*/ 225 h 540"/>
              </a:gdLst>
              <a:ahLst/>
              <a:cxnLst>
                <a:cxn ang="0">
                  <a:pos x="T0" y="T1"/>
                </a:cxn>
                <a:cxn ang="0">
                  <a:pos x="T2" y="T3"/>
                </a:cxn>
                <a:cxn ang="0">
                  <a:pos x="T4" y="T5"/>
                </a:cxn>
                <a:cxn ang="0">
                  <a:pos x="T6" y="T7"/>
                </a:cxn>
                <a:cxn ang="0">
                  <a:pos x="T8" y="T9"/>
                </a:cxn>
              </a:cxnLst>
              <a:rect l="0" t="0" r="r" b="b"/>
              <a:pathLst>
                <a:path w="450" h="540">
                  <a:moveTo>
                    <a:pt x="450" y="225"/>
                  </a:moveTo>
                  <a:cubicBezTo>
                    <a:pt x="450" y="349"/>
                    <a:pt x="225" y="540"/>
                    <a:pt x="225" y="540"/>
                  </a:cubicBezTo>
                  <a:cubicBezTo>
                    <a:pt x="225" y="540"/>
                    <a:pt x="0" y="349"/>
                    <a:pt x="0" y="225"/>
                  </a:cubicBezTo>
                  <a:cubicBezTo>
                    <a:pt x="0" y="101"/>
                    <a:pt x="100" y="0"/>
                    <a:pt x="225" y="0"/>
                  </a:cubicBezTo>
                  <a:cubicBezTo>
                    <a:pt x="349" y="0"/>
                    <a:pt x="450" y="101"/>
                    <a:pt x="450" y="225"/>
                  </a:cubicBezTo>
                  <a:close/>
                </a:path>
              </a:pathLst>
            </a:custGeom>
            <a:solidFill>
              <a:srgbClr val="936CAF"/>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9" name="Line 997"/>
            <p:cNvSpPr>
              <a:spLocks noChangeShapeType="1"/>
            </p:cNvSpPr>
            <p:nvPr/>
          </p:nvSpPr>
          <p:spPr bwMode="auto">
            <a:xfrm flipV="1">
              <a:off x="2133601" y="4527550"/>
              <a:ext cx="0" cy="1538287"/>
            </a:xfrm>
            <a:prstGeom prst="line">
              <a:avLst/>
            </a:prstGeom>
            <a:noFill/>
            <a:ln w="22225" cap="flat">
              <a:solidFill>
                <a:srgbClr val="EE1367"/>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998"/>
            <p:cNvSpPr>
              <a:spLocks/>
            </p:cNvSpPr>
            <p:nvPr/>
          </p:nvSpPr>
          <p:spPr bwMode="auto">
            <a:xfrm>
              <a:off x="1519238" y="2927350"/>
              <a:ext cx="1228725" cy="1514475"/>
            </a:xfrm>
            <a:custGeom>
              <a:avLst/>
              <a:gdLst>
                <a:gd name="T0" fmla="*/ 438 w 438"/>
                <a:gd name="T1" fmla="*/ 219 h 540"/>
                <a:gd name="T2" fmla="*/ 219 w 438"/>
                <a:gd name="T3" fmla="*/ 540 h 540"/>
                <a:gd name="T4" fmla="*/ 0 w 438"/>
                <a:gd name="T5" fmla="*/ 219 h 540"/>
                <a:gd name="T6" fmla="*/ 219 w 438"/>
                <a:gd name="T7" fmla="*/ 0 h 540"/>
                <a:gd name="T8" fmla="*/ 438 w 438"/>
                <a:gd name="T9" fmla="*/ 219 h 540"/>
              </a:gdLst>
              <a:ahLst/>
              <a:cxnLst>
                <a:cxn ang="0">
                  <a:pos x="T0" y="T1"/>
                </a:cxn>
                <a:cxn ang="0">
                  <a:pos x="T2" y="T3"/>
                </a:cxn>
                <a:cxn ang="0">
                  <a:pos x="T4" y="T5"/>
                </a:cxn>
                <a:cxn ang="0">
                  <a:pos x="T6" y="T7"/>
                </a:cxn>
                <a:cxn ang="0">
                  <a:pos x="T8" y="T9"/>
                </a:cxn>
              </a:cxnLst>
              <a:rect l="0" t="0" r="r" b="b"/>
              <a:pathLst>
                <a:path w="438" h="540">
                  <a:moveTo>
                    <a:pt x="438" y="219"/>
                  </a:moveTo>
                  <a:cubicBezTo>
                    <a:pt x="438" y="340"/>
                    <a:pt x="219" y="540"/>
                    <a:pt x="219" y="540"/>
                  </a:cubicBezTo>
                  <a:cubicBezTo>
                    <a:pt x="219" y="540"/>
                    <a:pt x="0" y="340"/>
                    <a:pt x="0" y="219"/>
                  </a:cubicBezTo>
                  <a:cubicBezTo>
                    <a:pt x="0" y="98"/>
                    <a:pt x="98" y="0"/>
                    <a:pt x="219" y="0"/>
                  </a:cubicBezTo>
                  <a:cubicBezTo>
                    <a:pt x="340" y="0"/>
                    <a:pt x="438" y="98"/>
                    <a:pt x="438" y="219"/>
                  </a:cubicBezTo>
                  <a:close/>
                </a:path>
              </a:pathLst>
            </a:custGeom>
            <a:solidFill>
              <a:srgbClr val="EE13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Line 999"/>
            <p:cNvSpPr>
              <a:spLocks noChangeShapeType="1"/>
            </p:cNvSpPr>
            <p:nvPr/>
          </p:nvSpPr>
          <p:spPr bwMode="auto">
            <a:xfrm flipV="1">
              <a:off x="7831138" y="4684713"/>
              <a:ext cx="0" cy="1514475"/>
            </a:xfrm>
            <a:prstGeom prst="line">
              <a:avLst/>
            </a:prstGeom>
            <a:noFill/>
            <a:ln w="22225" cap="flat">
              <a:solidFill>
                <a:srgbClr val="546E7A"/>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1000"/>
            <p:cNvSpPr>
              <a:spLocks/>
            </p:cNvSpPr>
            <p:nvPr/>
          </p:nvSpPr>
          <p:spPr bwMode="auto">
            <a:xfrm>
              <a:off x="7199313" y="3055938"/>
              <a:ext cx="1262063" cy="1514475"/>
            </a:xfrm>
            <a:custGeom>
              <a:avLst/>
              <a:gdLst>
                <a:gd name="T0" fmla="*/ 450 w 450"/>
                <a:gd name="T1" fmla="*/ 225 h 540"/>
                <a:gd name="T2" fmla="*/ 225 w 450"/>
                <a:gd name="T3" fmla="*/ 540 h 540"/>
                <a:gd name="T4" fmla="*/ 0 w 450"/>
                <a:gd name="T5" fmla="*/ 225 h 540"/>
                <a:gd name="T6" fmla="*/ 225 w 450"/>
                <a:gd name="T7" fmla="*/ 0 h 540"/>
                <a:gd name="T8" fmla="*/ 450 w 450"/>
                <a:gd name="T9" fmla="*/ 225 h 540"/>
              </a:gdLst>
              <a:ahLst/>
              <a:cxnLst>
                <a:cxn ang="0">
                  <a:pos x="T0" y="T1"/>
                </a:cxn>
                <a:cxn ang="0">
                  <a:pos x="T2" y="T3"/>
                </a:cxn>
                <a:cxn ang="0">
                  <a:pos x="T4" y="T5"/>
                </a:cxn>
                <a:cxn ang="0">
                  <a:pos x="T6" y="T7"/>
                </a:cxn>
                <a:cxn ang="0">
                  <a:pos x="T8" y="T9"/>
                </a:cxn>
              </a:cxnLst>
              <a:rect l="0" t="0" r="r" b="b"/>
              <a:pathLst>
                <a:path w="450" h="540">
                  <a:moveTo>
                    <a:pt x="450" y="225"/>
                  </a:moveTo>
                  <a:cubicBezTo>
                    <a:pt x="450" y="349"/>
                    <a:pt x="225" y="540"/>
                    <a:pt x="225" y="540"/>
                  </a:cubicBezTo>
                  <a:cubicBezTo>
                    <a:pt x="225" y="540"/>
                    <a:pt x="0" y="349"/>
                    <a:pt x="0" y="225"/>
                  </a:cubicBezTo>
                  <a:cubicBezTo>
                    <a:pt x="0" y="101"/>
                    <a:pt x="101" y="0"/>
                    <a:pt x="225" y="0"/>
                  </a:cubicBezTo>
                  <a:cubicBezTo>
                    <a:pt x="349" y="0"/>
                    <a:pt x="450" y="101"/>
                    <a:pt x="450" y="225"/>
                  </a:cubicBezTo>
                  <a:close/>
                </a:path>
              </a:pathLst>
            </a:custGeom>
            <a:solidFill>
              <a:srgbClr val="546E7A"/>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3" name="Line 1001"/>
            <p:cNvSpPr>
              <a:spLocks noChangeShapeType="1"/>
            </p:cNvSpPr>
            <p:nvPr/>
          </p:nvSpPr>
          <p:spPr bwMode="auto">
            <a:xfrm flipV="1">
              <a:off x="5138738" y="4259263"/>
              <a:ext cx="0" cy="965200"/>
            </a:xfrm>
            <a:prstGeom prst="line">
              <a:avLst/>
            </a:prstGeom>
            <a:noFill/>
            <a:ln w="22225" cap="flat">
              <a:solidFill>
                <a:srgbClr val="59C8D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1002"/>
            <p:cNvSpPr>
              <a:spLocks/>
            </p:cNvSpPr>
            <p:nvPr/>
          </p:nvSpPr>
          <p:spPr bwMode="auto">
            <a:xfrm>
              <a:off x="4511676" y="2671763"/>
              <a:ext cx="1262063" cy="1514475"/>
            </a:xfrm>
            <a:custGeom>
              <a:avLst/>
              <a:gdLst>
                <a:gd name="T0" fmla="*/ 450 w 450"/>
                <a:gd name="T1" fmla="*/ 225 h 540"/>
                <a:gd name="T2" fmla="*/ 225 w 450"/>
                <a:gd name="T3" fmla="*/ 540 h 540"/>
                <a:gd name="T4" fmla="*/ 0 w 450"/>
                <a:gd name="T5" fmla="*/ 225 h 540"/>
                <a:gd name="T6" fmla="*/ 225 w 450"/>
                <a:gd name="T7" fmla="*/ 0 h 540"/>
                <a:gd name="T8" fmla="*/ 450 w 450"/>
                <a:gd name="T9" fmla="*/ 225 h 540"/>
              </a:gdLst>
              <a:ahLst/>
              <a:cxnLst>
                <a:cxn ang="0">
                  <a:pos x="T0" y="T1"/>
                </a:cxn>
                <a:cxn ang="0">
                  <a:pos x="T2" y="T3"/>
                </a:cxn>
                <a:cxn ang="0">
                  <a:pos x="T4" y="T5"/>
                </a:cxn>
                <a:cxn ang="0">
                  <a:pos x="T6" y="T7"/>
                </a:cxn>
                <a:cxn ang="0">
                  <a:pos x="T8" y="T9"/>
                </a:cxn>
              </a:cxnLst>
              <a:rect l="0" t="0" r="r" b="b"/>
              <a:pathLst>
                <a:path w="450" h="540">
                  <a:moveTo>
                    <a:pt x="450" y="225"/>
                  </a:moveTo>
                  <a:cubicBezTo>
                    <a:pt x="450" y="349"/>
                    <a:pt x="225" y="540"/>
                    <a:pt x="225" y="540"/>
                  </a:cubicBezTo>
                  <a:cubicBezTo>
                    <a:pt x="225" y="540"/>
                    <a:pt x="0" y="349"/>
                    <a:pt x="0" y="225"/>
                  </a:cubicBezTo>
                  <a:cubicBezTo>
                    <a:pt x="0" y="100"/>
                    <a:pt x="101" y="0"/>
                    <a:pt x="225" y="0"/>
                  </a:cubicBezTo>
                  <a:cubicBezTo>
                    <a:pt x="350" y="0"/>
                    <a:pt x="450" y="100"/>
                    <a:pt x="450" y="225"/>
                  </a:cubicBezTo>
                  <a:close/>
                </a:path>
              </a:pathLst>
            </a:custGeom>
            <a:solidFill>
              <a:srgbClr val="59C8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Line 1003"/>
            <p:cNvSpPr>
              <a:spLocks noChangeShapeType="1"/>
            </p:cNvSpPr>
            <p:nvPr/>
          </p:nvSpPr>
          <p:spPr bwMode="auto">
            <a:xfrm flipV="1">
              <a:off x="1123951" y="2935288"/>
              <a:ext cx="0" cy="2041525"/>
            </a:xfrm>
            <a:prstGeom prst="line">
              <a:avLst/>
            </a:prstGeom>
            <a:noFill/>
            <a:ln w="22225" cap="flat">
              <a:solidFill>
                <a:srgbClr val="FF5408"/>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1004"/>
            <p:cNvSpPr>
              <a:spLocks/>
            </p:cNvSpPr>
            <p:nvPr/>
          </p:nvSpPr>
          <p:spPr bwMode="auto">
            <a:xfrm>
              <a:off x="488951" y="1322388"/>
              <a:ext cx="1260475" cy="1514475"/>
            </a:xfrm>
            <a:custGeom>
              <a:avLst/>
              <a:gdLst>
                <a:gd name="T0" fmla="*/ 450 w 450"/>
                <a:gd name="T1" fmla="*/ 225 h 540"/>
                <a:gd name="T2" fmla="*/ 225 w 450"/>
                <a:gd name="T3" fmla="*/ 540 h 540"/>
                <a:gd name="T4" fmla="*/ 0 w 450"/>
                <a:gd name="T5" fmla="*/ 225 h 540"/>
                <a:gd name="T6" fmla="*/ 225 w 450"/>
                <a:gd name="T7" fmla="*/ 0 h 540"/>
                <a:gd name="T8" fmla="*/ 450 w 450"/>
                <a:gd name="T9" fmla="*/ 225 h 540"/>
              </a:gdLst>
              <a:ahLst/>
              <a:cxnLst>
                <a:cxn ang="0">
                  <a:pos x="T0" y="T1"/>
                </a:cxn>
                <a:cxn ang="0">
                  <a:pos x="T2" y="T3"/>
                </a:cxn>
                <a:cxn ang="0">
                  <a:pos x="T4" y="T5"/>
                </a:cxn>
                <a:cxn ang="0">
                  <a:pos x="T6" y="T7"/>
                </a:cxn>
                <a:cxn ang="0">
                  <a:pos x="T8" y="T9"/>
                </a:cxn>
              </a:cxnLst>
              <a:rect l="0" t="0" r="r" b="b"/>
              <a:pathLst>
                <a:path w="450" h="540">
                  <a:moveTo>
                    <a:pt x="450" y="225"/>
                  </a:moveTo>
                  <a:cubicBezTo>
                    <a:pt x="450" y="349"/>
                    <a:pt x="225" y="540"/>
                    <a:pt x="225" y="540"/>
                  </a:cubicBezTo>
                  <a:cubicBezTo>
                    <a:pt x="225" y="540"/>
                    <a:pt x="0" y="349"/>
                    <a:pt x="0" y="225"/>
                  </a:cubicBezTo>
                  <a:cubicBezTo>
                    <a:pt x="0" y="101"/>
                    <a:pt x="101" y="0"/>
                    <a:pt x="225" y="0"/>
                  </a:cubicBezTo>
                  <a:cubicBezTo>
                    <a:pt x="349" y="0"/>
                    <a:pt x="450" y="101"/>
                    <a:pt x="450" y="225"/>
                  </a:cubicBezTo>
                  <a:close/>
                </a:path>
              </a:pathLst>
            </a:custGeom>
            <a:solidFill>
              <a:srgbClr val="FF540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Line 1005"/>
            <p:cNvSpPr>
              <a:spLocks noChangeShapeType="1"/>
            </p:cNvSpPr>
            <p:nvPr/>
          </p:nvSpPr>
          <p:spPr bwMode="auto">
            <a:xfrm flipV="1">
              <a:off x="2963863" y="1633538"/>
              <a:ext cx="0" cy="3017837"/>
            </a:xfrm>
            <a:prstGeom prst="line">
              <a:avLst/>
            </a:prstGeom>
            <a:noFill/>
            <a:ln w="22225" cap="flat">
              <a:solidFill>
                <a:srgbClr val="59C8D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1006"/>
            <p:cNvSpPr>
              <a:spLocks/>
            </p:cNvSpPr>
            <p:nvPr/>
          </p:nvSpPr>
          <p:spPr bwMode="auto">
            <a:xfrm>
              <a:off x="2330451" y="1588"/>
              <a:ext cx="1262063" cy="1514475"/>
            </a:xfrm>
            <a:custGeom>
              <a:avLst/>
              <a:gdLst>
                <a:gd name="T0" fmla="*/ 450 w 450"/>
                <a:gd name="T1" fmla="*/ 225 h 540"/>
                <a:gd name="T2" fmla="*/ 225 w 450"/>
                <a:gd name="T3" fmla="*/ 540 h 540"/>
                <a:gd name="T4" fmla="*/ 0 w 450"/>
                <a:gd name="T5" fmla="*/ 225 h 540"/>
                <a:gd name="T6" fmla="*/ 225 w 450"/>
                <a:gd name="T7" fmla="*/ 0 h 540"/>
                <a:gd name="T8" fmla="*/ 450 w 450"/>
                <a:gd name="T9" fmla="*/ 225 h 540"/>
              </a:gdLst>
              <a:ahLst/>
              <a:cxnLst>
                <a:cxn ang="0">
                  <a:pos x="T0" y="T1"/>
                </a:cxn>
                <a:cxn ang="0">
                  <a:pos x="T2" y="T3"/>
                </a:cxn>
                <a:cxn ang="0">
                  <a:pos x="T4" y="T5"/>
                </a:cxn>
                <a:cxn ang="0">
                  <a:pos x="T6" y="T7"/>
                </a:cxn>
                <a:cxn ang="0">
                  <a:pos x="T8" y="T9"/>
                </a:cxn>
              </a:cxnLst>
              <a:rect l="0" t="0" r="r" b="b"/>
              <a:pathLst>
                <a:path w="450" h="540">
                  <a:moveTo>
                    <a:pt x="450" y="225"/>
                  </a:moveTo>
                  <a:cubicBezTo>
                    <a:pt x="450" y="349"/>
                    <a:pt x="225" y="540"/>
                    <a:pt x="225" y="540"/>
                  </a:cubicBezTo>
                  <a:cubicBezTo>
                    <a:pt x="225" y="540"/>
                    <a:pt x="0" y="349"/>
                    <a:pt x="0" y="225"/>
                  </a:cubicBezTo>
                  <a:cubicBezTo>
                    <a:pt x="0" y="101"/>
                    <a:pt x="101" y="0"/>
                    <a:pt x="225" y="0"/>
                  </a:cubicBezTo>
                  <a:cubicBezTo>
                    <a:pt x="349" y="0"/>
                    <a:pt x="450" y="101"/>
                    <a:pt x="450" y="225"/>
                  </a:cubicBezTo>
                  <a:close/>
                </a:path>
              </a:pathLst>
            </a:custGeom>
            <a:solidFill>
              <a:srgbClr val="59C8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Line 1007"/>
            <p:cNvSpPr>
              <a:spLocks noChangeShapeType="1"/>
            </p:cNvSpPr>
            <p:nvPr/>
          </p:nvSpPr>
          <p:spPr bwMode="auto">
            <a:xfrm flipV="1">
              <a:off x="6384926" y="3249613"/>
              <a:ext cx="0" cy="1660525"/>
            </a:xfrm>
            <a:prstGeom prst="line">
              <a:avLst/>
            </a:prstGeom>
            <a:noFill/>
            <a:ln w="22225" cap="flat">
              <a:solidFill>
                <a:srgbClr val="F884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1008"/>
            <p:cNvSpPr>
              <a:spLocks/>
            </p:cNvSpPr>
            <p:nvPr/>
          </p:nvSpPr>
          <p:spPr bwMode="auto">
            <a:xfrm>
              <a:off x="5756276" y="1597025"/>
              <a:ext cx="1262063" cy="1517650"/>
            </a:xfrm>
            <a:custGeom>
              <a:avLst/>
              <a:gdLst>
                <a:gd name="T0" fmla="*/ 450 w 450"/>
                <a:gd name="T1" fmla="*/ 225 h 541"/>
                <a:gd name="T2" fmla="*/ 225 w 450"/>
                <a:gd name="T3" fmla="*/ 541 h 541"/>
                <a:gd name="T4" fmla="*/ 0 w 450"/>
                <a:gd name="T5" fmla="*/ 225 h 541"/>
                <a:gd name="T6" fmla="*/ 225 w 450"/>
                <a:gd name="T7" fmla="*/ 0 h 541"/>
                <a:gd name="T8" fmla="*/ 450 w 450"/>
                <a:gd name="T9" fmla="*/ 225 h 541"/>
              </a:gdLst>
              <a:ahLst/>
              <a:cxnLst>
                <a:cxn ang="0">
                  <a:pos x="T0" y="T1"/>
                </a:cxn>
                <a:cxn ang="0">
                  <a:pos x="T2" y="T3"/>
                </a:cxn>
                <a:cxn ang="0">
                  <a:pos x="T4" y="T5"/>
                </a:cxn>
                <a:cxn ang="0">
                  <a:pos x="T6" y="T7"/>
                </a:cxn>
                <a:cxn ang="0">
                  <a:pos x="T8" y="T9"/>
                </a:cxn>
              </a:cxnLst>
              <a:rect l="0" t="0" r="r" b="b"/>
              <a:pathLst>
                <a:path w="450" h="541">
                  <a:moveTo>
                    <a:pt x="450" y="225"/>
                  </a:moveTo>
                  <a:cubicBezTo>
                    <a:pt x="450" y="350"/>
                    <a:pt x="225" y="541"/>
                    <a:pt x="225" y="541"/>
                  </a:cubicBezTo>
                  <a:cubicBezTo>
                    <a:pt x="225" y="541"/>
                    <a:pt x="0" y="350"/>
                    <a:pt x="0" y="225"/>
                  </a:cubicBezTo>
                  <a:cubicBezTo>
                    <a:pt x="0" y="101"/>
                    <a:pt x="101" y="0"/>
                    <a:pt x="225" y="0"/>
                  </a:cubicBezTo>
                  <a:cubicBezTo>
                    <a:pt x="349" y="0"/>
                    <a:pt x="450" y="101"/>
                    <a:pt x="450" y="225"/>
                  </a:cubicBezTo>
                  <a:close/>
                </a:path>
              </a:pathLst>
            </a:custGeom>
            <a:solidFill>
              <a:srgbClr val="F8841D"/>
            </a:solidFill>
            <a:ln>
              <a:noFill/>
            </a:ln>
          </p:spPr>
          <p:txBody>
            <a:bodyPr vert="horz" wrap="square" lIns="91440" tIns="45720" rIns="91440" bIns="45720" numCol="1" anchor="t" anchorCtr="0" compatLnSpc="1">
              <a:prstTxWarp prst="textNoShape">
                <a:avLst/>
              </a:prstTxWarp>
            </a:bodyPr>
            <a:lstStyle/>
            <a:p>
              <a:endParaRPr lang="zh-CN" altLang="en-US"/>
            </a:p>
          </p:txBody>
        </p:sp>
      </p:grpSp>
      <p:sp>
        <p:nvSpPr>
          <p:cNvPr id="1020" name="矩形 1019"/>
          <p:cNvSpPr/>
          <p:nvPr/>
        </p:nvSpPr>
        <p:spPr>
          <a:xfrm>
            <a:off x="434078" y="5047022"/>
            <a:ext cx="3650999" cy="1052596"/>
          </a:xfrm>
          <a:prstGeom prst="rect">
            <a:avLst/>
          </a:prstGeom>
          <a:noFill/>
        </p:spPr>
        <p:txBody>
          <a:bodyPr wrap="square">
            <a:spAutoFit/>
          </a:bodyPr>
          <a:lstStyle/>
          <a:p>
            <a:pPr>
              <a:lnSpc>
                <a:spcPct val="130000"/>
              </a:lnSpc>
            </a:pPr>
            <a:r>
              <a:rPr lang="zh-CN" altLang="en-US" sz="1600" dirty="0">
                <a:solidFill>
                  <a:schemeClr val="tx1">
                    <a:lumMod val="65000"/>
                    <a:lumOff val="35000"/>
                  </a:schemeClr>
                </a:solidFill>
              </a:rPr>
              <a:t>添加内容添加内容添加内容添加内容添加内容添加内容添加内容添加内容添加内容添加内容添加内容</a:t>
            </a:r>
          </a:p>
        </p:txBody>
      </p:sp>
      <p:sp>
        <p:nvSpPr>
          <p:cNvPr id="1021" name="文本框 1020"/>
          <p:cNvSpPr txBox="1"/>
          <p:nvPr/>
        </p:nvSpPr>
        <p:spPr>
          <a:xfrm>
            <a:off x="434078" y="4091509"/>
            <a:ext cx="3913366" cy="535531"/>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1022" name="Rectangle 58"/>
          <p:cNvSpPr/>
          <p:nvPr/>
        </p:nvSpPr>
        <p:spPr>
          <a:xfrm>
            <a:off x="434078" y="4511777"/>
            <a:ext cx="4963915" cy="395173"/>
          </a:xfrm>
          <a:prstGeom prst="rect">
            <a:avLst/>
          </a:prstGeom>
        </p:spPr>
        <p:txBody>
          <a:bodyPr wrap="square">
            <a:spAutoFit/>
          </a:bodyPr>
          <a:lstStyle/>
          <a:p>
            <a:pPr>
              <a:lnSpc>
                <a:spcPct val="123000"/>
              </a:lnSpc>
              <a:spcBef>
                <a:spcPts val="600"/>
              </a:spcBef>
            </a:pPr>
            <a:r>
              <a:rPr lang="zh-CN" altLang="en-US" sz="1600" dirty="0">
                <a:solidFill>
                  <a:schemeClr val="tx1">
                    <a:lumMod val="65000"/>
                    <a:lumOff val="35000"/>
                  </a:schemeClr>
                </a:solidFill>
                <a:latin typeface="+mn-ea"/>
              </a:rPr>
              <a:t>添加副标题，添加内容添加内容</a:t>
            </a:r>
          </a:p>
        </p:txBody>
      </p:sp>
      <p:sp>
        <p:nvSpPr>
          <p:cNvPr id="1011"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七项并列</a:t>
            </a:r>
            <a:endParaRPr lang="zh-CN" altLang="zh-CN" sz="2800" b="1" dirty="0">
              <a:solidFill>
                <a:schemeClr val="tx1">
                  <a:lumMod val="65000"/>
                  <a:lumOff val="35000"/>
                </a:schemeClr>
              </a:solidFill>
            </a:endParaRPr>
          </a:p>
        </p:txBody>
      </p:sp>
      <p:sp>
        <p:nvSpPr>
          <p:cNvPr id="2" name="文本框 1"/>
          <p:cNvSpPr txBox="1"/>
          <p:nvPr/>
        </p:nvSpPr>
        <p:spPr>
          <a:xfrm>
            <a:off x="5324869" y="1939113"/>
            <a:ext cx="441146" cy="369332"/>
          </a:xfrm>
          <a:prstGeom prst="rect">
            <a:avLst/>
          </a:prstGeom>
          <a:noFill/>
        </p:spPr>
        <p:txBody>
          <a:bodyPr wrap="none" rtlCol="0">
            <a:spAutoFit/>
          </a:bodyPr>
          <a:lstStyle/>
          <a:p>
            <a:r>
              <a:rPr lang="en-US" altLang="zh-CN"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01</a:t>
            </a:r>
            <a:endParaRPr lang="zh-CN" altLang="en-US"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013" name="文本框 1012"/>
          <p:cNvSpPr txBox="1"/>
          <p:nvPr/>
        </p:nvSpPr>
        <p:spPr>
          <a:xfrm>
            <a:off x="6181212" y="3245399"/>
            <a:ext cx="441146" cy="369332"/>
          </a:xfrm>
          <a:prstGeom prst="rect">
            <a:avLst/>
          </a:prstGeom>
          <a:noFill/>
        </p:spPr>
        <p:txBody>
          <a:bodyPr wrap="none" rtlCol="0">
            <a:spAutoFit/>
          </a:bodyPr>
          <a:lstStyle/>
          <a:p>
            <a:r>
              <a:rPr lang="en-US" altLang="zh-CN"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02</a:t>
            </a:r>
            <a:endParaRPr lang="zh-CN" altLang="en-US"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014" name="文本框 1013"/>
          <p:cNvSpPr txBox="1"/>
          <p:nvPr/>
        </p:nvSpPr>
        <p:spPr>
          <a:xfrm>
            <a:off x="6834354" y="952769"/>
            <a:ext cx="441146" cy="369332"/>
          </a:xfrm>
          <a:prstGeom prst="rect">
            <a:avLst/>
          </a:prstGeom>
          <a:noFill/>
        </p:spPr>
        <p:txBody>
          <a:bodyPr wrap="none" rtlCol="0">
            <a:spAutoFit/>
          </a:bodyPr>
          <a:lstStyle/>
          <a:p>
            <a:r>
              <a:rPr lang="en-US" altLang="zh-CN"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03</a:t>
            </a:r>
            <a:endParaRPr lang="zh-CN" altLang="en-US"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015" name="文本框 1014"/>
          <p:cNvSpPr txBox="1"/>
          <p:nvPr/>
        </p:nvSpPr>
        <p:spPr>
          <a:xfrm>
            <a:off x="7618126" y="2181835"/>
            <a:ext cx="441146" cy="369332"/>
          </a:xfrm>
          <a:prstGeom prst="rect">
            <a:avLst/>
          </a:prstGeom>
          <a:noFill/>
        </p:spPr>
        <p:txBody>
          <a:bodyPr wrap="none" rtlCol="0">
            <a:spAutoFit/>
          </a:bodyPr>
          <a:lstStyle/>
          <a:p>
            <a:r>
              <a:rPr lang="en-US" altLang="zh-CN"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04</a:t>
            </a:r>
            <a:endParaRPr lang="zh-CN" altLang="en-US"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016" name="文本框 1015"/>
          <p:cNvSpPr txBox="1"/>
          <p:nvPr/>
        </p:nvSpPr>
        <p:spPr>
          <a:xfrm>
            <a:off x="8612354" y="3060733"/>
            <a:ext cx="441146" cy="369332"/>
          </a:xfrm>
          <a:prstGeom prst="rect">
            <a:avLst/>
          </a:prstGeom>
          <a:noFill/>
        </p:spPr>
        <p:txBody>
          <a:bodyPr wrap="none" rtlCol="0">
            <a:spAutoFit/>
          </a:bodyPr>
          <a:lstStyle/>
          <a:p>
            <a:r>
              <a:rPr lang="en-US" altLang="zh-CN"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05</a:t>
            </a:r>
            <a:endParaRPr lang="zh-CN" altLang="en-US"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017" name="文本框 1016"/>
          <p:cNvSpPr txBox="1"/>
          <p:nvPr/>
        </p:nvSpPr>
        <p:spPr>
          <a:xfrm>
            <a:off x="9619556" y="2235875"/>
            <a:ext cx="441146" cy="369332"/>
          </a:xfrm>
          <a:prstGeom prst="rect">
            <a:avLst/>
          </a:prstGeom>
          <a:noFill/>
        </p:spPr>
        <p:txBody>
          <a:bodyPr wrap="none" rtlCol="0">
            <a:spAutoFit/>
          </a:bodyPr>
          <a:lstStyle/>
          <a:p>
            <a:r>
              <a:rPr lang="en-US" altLang="zh-CN"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06</a:t>
            </a:r>
            <a:endParaRPr lang="zh-CN" altLang="en-US"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018" name="文本框 1017"/>
          <p:cNvSpPr txBox="1"/>
          <p:nvPr/>
        </p:nvSpPr>
        <p:spPr>
          <a:xfrm>
            <a:off x="10808409" y="3401037"/>
            <a:ext cx="441146" cy="369332"/>
          </a:xfrm>
          <a:prstGeom prst="rect">
            <a:avLst/>
          </a:prstGeom>
          <a:noFill/>
        </p:spPr>
        <p:txBody>
          <a:bodyPr wrap="none" rtlCol="0">
            <a:spAutoFit/>
          </a:bodyPr>
          <a:lstStyle/>
          <a:p>
            <a:r>
              <a:rPr lang="en-US" altLang="zh-CN"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07</a:t>
            </a:r>
            <a:endParaRPr lang="zh-CN" altLang="en-US"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4" name="文本框 3"/>
          <p:cNvSpPr txBox="1"/>
          <p:nvPr/>
        </p:nvSpPr>
        <p:spPr>
          <a:xfrm>
            <a:off x="5222276" y="2235875"/>
            <a:ext cx="646331" cy="369332"/>
          </a:xfrm>
          <a:prstGeom prst="rect">
            <a:avLst/>
          </a:prstGeom>
          <a:noFill/>
        </p:spPr>
        <p:txBody>
          <a:bodyPr wrap="none" rtlCol="0">
            <a:spAutoFit/>
          </a:bodyPr>
          <a:lstStyle/>
          <a:p>
            <a:r>
              <a:rPr lang="zh-CN" altLang="en-US" b="1" dirty="0">
                <a:solidFill>
                  <a:schemeClr val="bg1"/>
                </a:solidFill>
              </a:rPr>
              <a:t>标题</a:t>
            </a:r>
          </a:p>
        </p:txBody>
      </p:sp>
      <p:sp>
        <p:nvSpPr>
          <p:cNvPr id="1019" name="文本框 1018"/>
          <p:cNvSpPr txBox="1"/>
          <p:nvPr/>
        </p:nvSpPr>
        <p:spPr>
          <a:xfrm>
            <a:off x="6731761" y="1293073"/>
            <a:ext cx="646331" cy="369332"/>
          </a:xfrm>
          <a:prstGeom prst="rect">
            <a:avLst/>
          </a:prstGeom>
          <a:noFill/>
        </p:spPr>
        <p:txBody>
          <a:bodyPr wrap="none" rtlCol="0">
            <a:spAutoFit/>
          </a:bodyPr>
          <a:lstStyle/>
          <a:p>
            <a:r>
              <a:rPr lang="zh-CN" altLang="en-US" b="1" dirty="0">
                <a:solidFill>
                  <a:schemeClr val="bg1"/>
                </a:solidFill>
              </a:rPr>
              <a:t>标题</a:t>
            </a:r>
          </a:p>
        </p:txBody>
      </p:sp>
      <p:sp>
        <p:nvSpPr>
          <p:cNvPr id="1023" name="文本框 1022"/>
          <p:cNvSpPr txBox="1"/>
          <p:nvPr/>
        </p:nvSpPr>
        <p:spPr>
          <a:xfrm>
            <a:off x="6085430" y="3585703"/>
            <a:ext cx="646331" cy="369332"/>
          </a:xfrm>
          <a:prstGeom prst="rect">
            <a:avLst/>
          </a:prstGeom>
          <a:noFill/>
        </p:spPr>
        <p:txBody>
          <a:bodyPr wrap="none" rtlCol="0">
            <a:spAutoFit/>
          </a:bodyPr>
          <a:lstStyle/>
          <a:p>
            <a:r>
              <a:rPr lang="zh-CN" altLang="en-US" b="1" dirty="0">
                <a:solidFill>
                  <a:schemeClr val="bg1"/>
                </a:solidFill>
              </a:rPr>
              <a:t>标题</a:t>
            </a:r>
          </a:p>
        </p:txBody>
      </p:sp>
      <p:sp>
        <p:nvSpPr>
          <p:cNvPr id="1024" name="文本框 1023"/>
          <p:cNvSpPr txBox="1"/>
          <p:nvPr/>
        </p:nvSpPr>
        <p:spPr>
          <a:xfrm>
            <a:off x="7489356" y="2507625"/>
            <a:ext cx="646331" cy="369332"/>
          </a:xfrm>
          <a:prstGeom prst="rect">
            <a:avLst/>
          </a:prstGeom>
          <a:noFill/>
        </p:spPr>
        <p:txBody>
          <a:bodyPr wrap="none" rtlCol="0">
            <a:spAutoFit/>
          </a:bodyPr>
          <a:lstStyle/>
          <a:p>
            <a:r>
              <a:rPr lang="zh-CN" altLang="en-US" b="1" dirty="0">
                <a:solidFill>
                  <a:schemeClr val="bg1"/>
                </a:solidFill>
              </a:rPr>
              <a:t>标题</a:t>
            </a:r>
          </a:p>
        </p:txBody>
      </p:sp>
      <p:sp>
        <p:nvSpPr>
          <p:cNvPr id="1025" name="文本框 1024"/>
          <p:cNvSpPr txBox="1"/>
          <p:nvPr/>
        </p:nvSpPr>
        <p:spPr>
          <a:xfrm>
            <a:off x="8515740" y="3434759"/>
            <a:ext cx="646331" cy="369332"/>
          </a:xfrm>
          <a:prstGeom prst="rect">
            <a:avLst/>
          </a:prstGeom>
          <a:noFill/>
        </p:spPr>
        <p:txBody>
          <a:bodyPr wrap="none" rtlCol="0">
            <a:spAutoFit/>
          </a:bodyPr>
          <a:lstStyle/>
          <a:p>
            <a:r>
              <a:rPr lang="zh-CN" altLang="en-US" b="1" dirty="0">
                <a:solidFill>
                  <a:schemeClr val="bg1"/>
                </a:solidFill>
              </a:rPr>
              <a:t>标题</a:t>
            </a:r>
          </a:p>
        </p:txBody>
      </p:sp>
      <p:sp>
        <p:nvSpPr>
          <p:cNvPr id="1026" name="文本框 1025"/>
          <p:cNvSpPr txBox="1"/>
          <p:nvPr/>
        </p:nvSpPr>
        <p:spPr>
          <a:xfrm>
            <a:off x="9516963" y="2551167"/>
            <a:ext cx="646331" cy="369332"/>
          </a:xfrm>
          <a:prstGeom prst="rect">
            <a:avLst/>
          </a:prstGeom>
          <a:noFill/>
        </p:spPr>
        <p:txBody>
          <a:bodyPr wrap="none" rtlCol="0">
            <a:spAutoFit/>
          </a:bodyPr>
          <a:lstStyle/>
          <a:p>
            <a:r>
              <a:rPr lang="zh-CN" altLang="en-US" b="1" dirty="0">
                <a:solidFill>
                  <a:schemeClr val="bg1"/>
                </a:solidFill>
              </a:rPr>
              <a:t>标题</a:t>
            </a:r>
          </a:p>
        </p:txBody>
      </p:sp>
      <p:sp>
        <p:nvSpPr>
          <p:cNvPr id="1027" name="文本框 1026"/>
          <p:cNvSpPr txBox="1"/>
          <p:nvPr/>
        </p:nvSpPr>
        <p:spPr>
          <a:xfrm>
            <a:off x="10705816" y="3722177"/>
            <a:ext cx="646331" cy="369332"/>
          </a:xfrm>
          <a:prstGeom prst="rect">
            <a:avLst/>
          </a:prstGeom>
          <a:noFill/>
        </p:spPr>
        <p:txBody>
          <a:bodyPr wrap="none" rtlCol="0">
            <a:spAutoFit/>
          </a:bodyPr>
          <a:lstStyle/>
          <a:p>
            <a:r>
              <a:rPr lang="zh-CN" altLang="en-US" b="1" dirty="0">
                <a:solidFill>
                  <a:schemeClr val="bg1"/>
                </a:solidFill>
              </a:rPr>
              <a:t>标题</a:t>
            </a:r>
          </a:p>
        </p:txBody>
      </p:sp>
    </p:spTree>
    <p:extLst>
      <p:ext uri="{BB962C8B-B14F-4D97-AF65-F5344CB8AC3E}">
        <p14:creationId xmlns:p14="http://schemas.microsoft.com/office/powerpoint/2010/main" val="815212242"/>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椭圆 16"/>
          <p:cNvSpPr/>
          <p:nvPr/>
        </p:nvSpPr>
        <p:spPr>
          <a:xfrm>
            <a:off x="5066184" y="1974633"/>
            <a:ext cx="2052000" cy="2052000"/>
          </a:xfrm>
          <a:prstGeom prst="ellipse">
            <a:avLst/>
          </a:prstGeom>
          <a:solidFill>
            <a:srgbClr val="007D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 name="等腰三角形 17"/>
          <p:cNvSpPr>
            <a:spLocks noChangeAspect="1"/>
          </p:cNvSpPr>
          <p:nvPr/>
        </p:nvSpPr>
        <p:spPr>
          <a:xfrm flipV="1">
            <a:off x="5919496" y="4213606"/>
            <a:ext cx="334079" cy="288000"/>
          </a:xfrm>
          <a:prstGeom prst="triangle">
            <a:avLst/>
          </a:prstGeom>
          <a:solidFill>
            <a:srgbClr val="77777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等腰三角形 18"/>
          <p:cNvSpPr>
            <a:spLocks noChangeAspect="1"/>
          </p:cNvSpPr>
          <p:nvPr/>
        </p:nvSpPr>
        <p:spPr>
          <a:xfrm rot="5400000" flipV="1">
            <a:off x="4602691" y="2856633"/>
            <a:ext cx="334079" cy="288000"/>
          </a:xfrm>
          <a:prstGeom prst="triangle">
            <a:avLst/>
          </a:prstGeom>
          <a:solidFill>
            <a:srgbClr val="77777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 name="等腰三角形 19"/>
          <p:cNvSpPr>
            <a:spLocks noChangeAspect="1"/>
          </p:cNvSpPr>
          <p:nvPr/>
        </p:nvSpPr>
        <p:spPr>
          <a:xfrm rot="1800000" flipV="1">
            <a:off x="5229216" y="4032864"/>
            <a:ext cx="334079" cy="288000"/>
          </a:xfrm>
          <a:prstGeom prst="triangle">
            <a:avLst/>
          </a:prstGeom>
          <a:solidFill>
            <a:srgbClr val="77777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等腰三角形 20"/>
          <p:cNvSpPr>
            <a:spLocks noChangeAspect="1"/>
          </p:cNvSpPr>
          <p:nvPr/>
        </p:nvSpPr>
        <p:spPr>
          <a:xfrm rot="3600000" flipV="1">
            <a:off x="4791377" y="3554498"/>
            <a:ext cx="334079" cy="288000"/>
          </a:xfrm>
          <a:prstGeom prst="triangle">
            <a:avLst/>
          </a:prstGeom>
          <a:solidFill>
            <a:srgbClr val="77777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 name="等腰三角形 21"/>
          <p:cNvSpPr>
            <a:spLocks noChangeAspect="1"/>
          </p:cNvSpPr>
          <p:nvPr/>
        </p:nvSpPr>
        <p:spPr>
          <a:xfrm rot="16200000" flipV="1">
            <a:off x="7311529" y="2856632"/>
            <a:ext cx="334079" cy="288000"/>
          </a:xfrm>
          <a:prstGeom prst="triangle">
            <a:avLst/>
          </a:prstGeom>
          <a:solidFill>
            <a:srgbClr val="77777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 name="等腰三角形 22"/>
          <p:cNvSpPr>
            <a:spLocks noChangeAspect="1"/>
          </p:cNvSpPr>
          <p:nvPr/>
        </p:nvSpPr>
        <p:spPr>
          <a:xfrm rot="18000000" flipH="1" flipV="1">
            <a:off x="7120628" y="3554497"/>
            <a:ext cx="334079" cy="288000"/>
          </a:xfrm>
          <a:prstGeom prst="triangle">
            <a:avLst/>
          </a:prstGeom>
          <a:solidFill>
            <a:srgbClr val="77777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 name="等腰三角形 23"/>
          <p:cNvSpPr>
            <a:spLocks noChangeAspect="1"/>
          </p:cNvSpPr>
          <p:nvPr/>
        </p:nvSpPr>
        <p:spPr>
          <a:xfrm rot="19800000" flipH="1" flipV="1">
            <a:off x="6641979" y="4058196"/>
            <a:ext cx="334079" cy="288000"/>
          </a:xfrm>
          <a:prstGeom prst="triangle">
            <a:avLst/>
          </a:prstGeom>
          <a:solidFill>
            <a:srgbClr val="77777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 name="椭圆 24"/>
          <p:cNvSpPr/>
          <p:nvPr/>
        </p:nvSpPr>
        <p:spPr>
          <a:xfrm>
            <a:off x="3601644" y="2587940"/>
            <a:ext cx="864000" cy="864000"/>
          </a:xfrm>
          <a:prstGeom prst="ellipse">
            <a:avLst/>
          </a:prstGeom>
          <a:solidFill>
            <a:srgbClr val="AA7B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tx1"/>
              </a:solidFill>
            </a:endParaRPr>
          </a:p>
        </p:txBody>
      </p:sp>
      <p:sp>
        <p:nvSpPr>
          <p:cNvPr id="26" name="椭圆 25"/>
          <p:cNvSpPr/>
          <p:nvPr/>
        </p:nvSpPr>
        <p:spPr>
          <a:xfrm>
            <a:off x="3854204" y="3616119"/>
            <a:ext cx="864000" cy="864000"/>
          </a:xfrm>
          <a:prstGeom prst="ellipse">
            <a:avLst/>
          </a:pr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tx1"/>
              </a:solidFill>
            </a:endParaRPr>
          </a:p>
        </p:txBody>
      </p:sp>
      <p:sp>
        <p:nvSpPr>
          <p:cNvPr id="27" name="椭圆 26"/>
          <p:cNvSpPr/>
          <p:nvPr/>
        </p:nvSpPr>
        <p:spPr>
          <a:xfrm>
            <a:off x="7726356" y="2587940"/>
            <a:ext cx="864000" cy="864000"/>
          </a:xfrm>
          <a:prstGeom prst="ellipse">
            <a:avLst/>
          </a:prstGeom>
          <a:solidFill>
            <a:srgbClr val="01A7D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椭圆 27"/>
          <p:cNvSpPr/>
          <p:nvPr/>
        </p:nvSpPr>
        <p:spPr>
          <a:xfrm>
            <a:off x="7478569" y="3616119"/>
            <a:ext cx="864000" cy="864000"/>
          </a:xfrm>
          <a:prstGeom prst="ellipse">
            <a:avLst/>
          </a:prstGeom>
          <a:solidFill>
            <a:srgbClr val="9BBB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tx1"/>
              </a:solidFill>
            </a:endParaRPr>
          </a:p>
        </p:txBody>
      </p:sp>
      <p:sp>
        <p:nvSpPr>
          <p:cNvPr id="29" name="椭圆 28"/>
          <p:cNvSpPr/>
          <p:nvPr/>
        </p:nvSpPr>
        <p:spPr>
          <a:xfrm>
            <a:off x="5660184" y="4667902"/>
            <a:ext cx="864000" cy="864000"/>
          </a:xfrm>
          <a:prstGeom prst="ellipse">
            <a:avLst/>
          </a:pr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tx1"/>
              </a:solidFill>
            </a:endParaRPr>
          </a:p>
        </p:txBody>
      </p:sp>
      <p:sp>
        <p:nvSpPr>
          <p:cNvPr id="30" name="椭圆 29"/>
          <p:cNvSpPr/>
          <p:nvPr/>
        </p:nvSpPr>
        <p:spPr>
          <a:xfrm>
            <a:off x="6689485" y="4381425"/>
            <a:ext cx="864000" cy="864000"/>
          </a:xfrm>
          <a:prstGeom prst="ellipse">
            <a:avLst/>
          </a:prstGeom>
          <a:solidFill>
            <a:srgbClr val="936C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椭圆 30"/>
          <p:cNvSpPr/>
          <p:nvPr/>
        </p:nvSpPr>
        <p:spPr>
          <a:xfrm>
            <a:off x="4619586" y="4381425"/>
            <a:ext cx="864000" cy="864000"/>
          </a:xfrm>
          <a:prstGeom prst="ellipse">
            <a:avLst/>
          </a:prstGeom>
          <a:solidFill>
            <a:srgbClr val="F26D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tx1"/>
              </a:solidFill>
            </a:endParaRPr>
          </a:p>
        </p:txBody>
      </p:sp>
      <p:sp>
        <p:nvSpPr>
          <p:cNvPr id="41" name="Freeform 70"/>
          <p:cNvSpPr>
            <a:spLocks/>
          </p:cNvSpPr>
          <p:nvPr/>
        </p:nvSpPr>
        <p:spPr bwMode="auto">
          <a:xfrm>
            <a:off x="4823817" y="4569938"/>
            <a:ext cx="466836" cy="444002"/>
          </a:xfrm>
          <a:custGeom>
            <a:avLst/>
            <a:gdLst>
              <a:gd name="T0" fmla="*/ 184 w 368"/>
              <a:gd name="T1" fmla="*/ 0 h 350"/>
              <a:gd name="T2" fmla="*/ 229 w 368"/>
              <a:gd name="T3" fmla="*/ 130 h 350"/>
              <a:gd name="T4" fmla="*/ 368 w 368"/>
              <a:gd name="T5" fmla="*/ 133 h 350"/>
              <a:gd name="T6" fmla="*/ 257 w 368"/>
              <a:gd name="T7" fmla="*/ 218 h 350"/>
              <a:gd name="T8" fmla="*/ 297 w 368"/>
              <a:gd name="T9" fmla="*/ 350 h 350"/>
              <a:gd name="T10" fmla="*/ 184 w 368"/>
              <a:gd name="T11" fmla="*/ 272 h 350"/>
              <a:gd name="T12" fmla="*/ 71 w 368"/>
              <a:gd name="T13" fmla="*/ 350 h 350"/>
              <a:gd name="T14" fmla="*/ 111 w 368"/>
              <a:gd name="T15" fmla="*/ 218 h 350"/>
              <a:gd name="T16" fmla="*/ 0 w 368"/>
              <a:gd name="T17" fmla="*/ 133 h 350"/>
              <a:gd name="T18" fmla="*/ 139 w 368"/>
              <a:gd name="T19" fmla="*/ 130 h 350"/>
              <a:gd name="T20" fmla="*/ 184 w 368"/>
              <a:gd name="T21" fmla="*/ 0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8" h="350">
                <a:moveTo>
                  <a:pt x="184" y="0"/>
                </a:moveTo>
                <a:lnTo>
                  <a:pt x="229" y="130"/>
                </a:lnTo>
                <a:lnTo>
                  <a:pt x="368" y="133"/>
                </a:lnTo>
                <a:lnTo>
                  <a:pt x="257" y="218"/>
                </a:lnTo>
                <a:lnTo>
                  <a:pt x="297" y="350"/>
                </a:lnTo>
                <a:lnTo>
                  <a:pt x="184" y="272"/>
                </a:lnTo>
                <a:lnTo>
                  <a:pt x="71" y="350"/>
                </a:lnTo>
                <a:lnTo>
                  <a:pt x="111" y="218"/>
                </a:lnTo>
                <a:lnTo>
                  <a:pt x="0" y="133"/>
                </a:lnTo>
                <a:lnTo>
                  <a:pt x="139" y="130"/>
                </a:lnTo>
                <a:lnTo>
                  <a:pt x="184"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42" name="Freeform 83"/>
          <p:cNvSpPr>
            <a:spLocks/>
          </p:cNvSpPr>
          <p:nvPr/>
        </p:nvSpPr>
        <p:spPr bwMode="auto">
          <a:xfrm>
            <a:off x="5952121" y="4873461"/>
            <a:ext cx="296847" cy="452882"/>
          </a:xfrm>
          <a:custGeom>
            <a:avLst/>
            <a:gdLst>
              <a:gd name="T0" fmla="*/ 57 w 99"/>
              <a:gd name="T1" fmla="*/ 0 h 151"/>
              <a:gd name="T2" fmla="*/ 45 w 99"/>
              <a:gd name="T3" fmla="*/ 0 h 151"/>
              <a:gd name="T4" fmla="*/ 45 w 99"/>
              <a:gd name="T5" fmla="*/ 102 h 151"/>
              <a:gd name="T6" fmla="*/ 1 w 99"/>
              <a:gd name="T7" fmla="*/ 122 h 151"/>
              <a:gd name="T8" fmla="*/ 5 w 99"/>
              <a:gd name="T9" fmla="*/ 136 h 151"/>
              <a:gd name="T10" fmla="*/ 58 w 99"/>
              <a:gd name="T11" fmla="*/ 128 h 151"/>
              <a:gd name="T12" fmla="*/ 63 w 99"/>
              <a:gd name="T13" fmla="*/ 98 h 151"/>
              <a:gd name="T14" fmla="*/ 63 w 99"/>
              <a:gd name="T15" fmla="*/ 36 h 151"/>
              <a:gd name="T16" fmla="*/ 83 w 99"/>
              <a:gd name="T17" fmla="*/ 58 h 151"/>
              <a:gd name="T18" fmla="*/ 80 w 99"/>
              <a:gd name="T19" fmla="*/ 80 h 151"/>
              <a:gd name="T20" fmla="*/ 79 w 99"/>
              <a:gd name="T21" fmla="*/ 85 h 151"/>
              <a:gd name="T22" fmla="*/ 89 w 99"/>
              <a:gd name="T23" fmla="*/ 77 h 151"/>
              <a:gd name="T24" fmla="*/ 93 w 99"/>
              <a:gd name="T25" fmla="*/ 65 h 151"/>
              <a:gd name="T26" fmla="*/ 57 w 99"/>
              <a:gd name="T27"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151">
                <a:moveTo>
                  <a:pt x="57" y="0"/>
                </a:moveTo>
                <a:cubicBezTo>
                  <a:pt x="45" y="0"/>
                  <a:pt x="45" y="0"/>
                  <a:pt x="45" y="0"/>
                </a:cubicBezTo>
                <a:cubicBezTo>
                  <a:pt x="45" y="102"/>
                  <a:pt x="45" y="102"/>
                  <a:pt x="45" y="102"/>
                </a:cubicBezTo>
                <a:cubicBezTo>
                  <a:pt x="27" y="93"/>
                  <a:pt x="5" y="105"/>
                  <a:pt x="1" y="122"/>
                </a:cubicBezTo>
                <a:cubicBezTo>
                  <a:pt x="0" y="127"/>
                  <a:pt x="2" y="133"/>
                  <a:pt x="5" y="136"/>
                </a:cubicBezTo>
                <a:cubicBezTo>
                  <a:pt x="17" y="151"/>
                  <a:pt x="45" y="144"/>
                  <a:pt x="58" y="128"/>
                </a:cubicBezTo>
                <a:cubicBezTo>
                  <a:pt x="64" y="120"/>
                  <a:pt x="63" y="114"/>
                  <a:pt x="63" y="98"/>
                </a:cubicBezTo>
                <a:cubicBezTo>
                  <a:pt x="63" y="36"/>
                  <a:pt x="63" y="36"/>
                  <a:pt x="63" y="36"/>
                </a:cubicBezTo>
                <a:cubicBezTo>
                  <a:pt x="71" y="42"/>
                  <a:pt x="80" y="47"/>
                  <a:pt x="83" y="58"/>
                </a:cubicBezTo>
                <a:cubicBezTo>
                  <a:pt x="85" y="64"/>
                  <a:pt x="83" y="75"/>
                  <a:pt x="80" y="80"/>
                </a:cubicBezTo>
                <a:cubicBezTo>
                  <a:pt x="80" y="82"/>
                  <a:pt x="78" y="83"/>
                  <a:pt x="79" y="85"/>
                </a:cubicBezTo>
                <a:cubicBezTo>
                  <a:pt x="84" y="89"/>
                  <a:pt x="87" y="81"/>
                  <a:pt x="89" y="77"/>
                </a:cubicBezTo>
                <a:cubicBezTo>
                  <a:pt x="90" y="73"/>
                  <a:pt x="92" y="68"/>
                  <a:pt x="93" y="65"/>
                </a:cubicBezTo>
                <a:cubicBezTo>
                  <a:pt x="99" y="29"/>
                  <a:pt x="60" y="27"/>
                  <a:pt x="57"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44" name="Freeform 17"/>
          <p:cNvSpPr>
            <a:spLocks noEditPoints="1"/>
          </p:cNvSpPr>
          <p:nvPr/>
        </p:nvSpPr>
        <p:spPr bwMode="auto">
          <a:xfrm>
            <a:off x="3902950" y="2767214"/>
            <a:ext cx="287967" cy="466836"/>
          </a:xfrm>
          <a:custGeom>
            <a:avLst/>
            <a:gdLst>
              <a:gd name="T0" fmla="*/ 96 w 96"/>
              <a:gd name="T1" fmla="*/ 48 h 156"/>
              <a:gd name="T2" fmla="*/ 48 w 96"/>
              <a:gd name="T3" fmla="*/ 0 h 156"/>
              <a:gd name="T4" fmla="*/ 0 w 96"/>
              <a:gd name="T5" fmla="*/ 48 h 156"/>
              <a:gd name="T6" fmla="*/ 6 w 96"/>
              <a:gd name="T7" fmla="*/ 72 h 156"/>
              <a:gd name="T8" fmla="*/ 6 w 96"/>
              <a:gd name="T9" fmla="*/ 72 h 156"/>
              <a:gd name="T10" fmla="*/ 48 w 96"/>
              <a:gd name="T11" fmla="*/ 156 h 156"/>
              <a:gd name="T12" fmla="*/ 90 w 96"/>
              <a:gd name="T13" fmla="*/ 72 h 156"/>
              <a:gd name="T14" fmla="*/ 90 w 96"/>
              <a:gd name="T15" fmla="*/ 72 h 156"/>
              <a:gd name="T16" fmla="*/ 96 w 96"/>
              <a:gd name="T17" fmla="*/ 48 h 156"/>
              <a:gd name="T18" fmla="*/ 48 w 96"/>
              <a:gd name="T19" fmla="*/ 72 h 156"/>
              <a:gd name="T20" fmla="*/ 24 w 96"/>
              <a:gd name="T21" fmla="*/ 48 h 156"/>
              <a:gd name="T22" fmla="*/ 48 w 96"/>
              <a:gd name="T23" fmla="*/ 24 h 156"/>
              <a:gd name="T24" fmla="*/ 72 w 96"/>
              <a:gd name="T25" fmla="*/ 48 h 156"/>
              <a:gd name="T26" fmla="*/ 48 w 96"/>
              <a:gd name="T27" fmla="*/ 7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6" h="156">
                <a:moveTo>
                  <a:pt x="96" y="48"/>
                </a:moveTo>
                <a:cubicBezTo>
                  <a:pt x="96" y="21"/>
                  <a:pt x="75" y="0"/>
                  <a:pt x="48" y="0"/>
                </a:cubicBezTo>
                <a:cubicBezTo>
                  <a:pt x="21" y="0"/>
                  <a:pt x="0" y="21"/>
                  <a:pt x="0" y="48"/>
                </a:cubicBezTo>
                <a:cubicBezTo>
                  <a:pt x="0" y="57"/>
                  <a:pt x="2" y="65"/>
                  <a:pt x="6" y="72"/>
                </a:cubicBezTo>
                <a:cubicBezTo>
                  <a:pt x="6" y="72"/>
                  <a:pt x="6" y="72"/>
                  <a:pt x="6" y="72"/>
                </a:cubicBezTo>
                <a:cubicBezTo>
                  <a:pt x="48" y="156"/>
                  <a:pt x="48" y="156"/>
                  <a:pt x="48" y="156"/>
                </a:cubicBezTo>
                <a:cubicBezTo>
                  <a:pt x="90" y="72"/>
                  <a:pt x="90" y="72"/>
                  <a:pt x="90" y="72"/>
                </a:cubicBezTo>
                <a:cubicBezTo>
                  <a:pt x="90" y="72"/>
                  <a:pt x="90" y="72"/>
                  <a:pt x="90" y="72"/>
                </a:cubicBezTo>
                <a:cubicBezTo>
                  <a:pt x="94" y="65"/>
                  <a:pt x="96" y="57"/>
                  <a:pt x="96" y="48"/>
                </a:cubicBezTo>
                <a:moveTo>
                  <a:pt x="48" y="72"/>
                </a:moveTo>
                <a:cubicBezTo>
                  <a:pt x="35" y="72"/>
                  <a:pt x="24" y="61"/>
                  <a:pt x="24" y="48"/>
                </a:cubicBezTo>
                <a:cubicBezTo>
                  <a:pt x="24" y="35"/>
                  <a:pt x="35" y="24"/>
                  <a:pt x="48" y="24"/>
                </a:cubicBezTo>
                <a:cubicBezTo>
                  <a:pt x="61" y="24"/>
                  <a:pt x="72" y="35"/>
                  <a:pt x="72" y="48"/>
                </a:cubicBezTo>
                <a:cubicBezTo>
                  <a:pt x="72" y="61"/>
                  <a:pt x="61" y="72"/>
                  <a:pt x="48" y="72"/>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45" name="Freeform 804"/>
          <p:cNvSpPr>
            <a:spLocks/>
          </p:cNvSpPr>
          <p:nvPr/>
        </p:nvSpPr>
        <p:spPr bwMode="auto">
          <a:xfrm>
            <a:off x="6870811" y="4552028"/>
            <a:ext cx="494745" cy="466836"/>
          </a:xfrm>
          <a:custGeom>
            <a:avLst/>
            <a:gdLst>
              <a:gd name="T0" fmla="*/ 164 w 165"/>
              <a:gd name="T1" fmla="*/ 131 h 156"/>
              <a:gd name="T2" fmla="*/ 145 w 165"/>
              <a:gd name="T3" fmla="*/ 119 h 156"/>
              <a:gd name="T4" fmla="*/ 119 w 165"/>
              <a:gd name="T5" fmla="*/ 108 h 156"/>
              <a:gd name="T6" fmla="*/ 112 w 165"/>
              <a:gd name="T7" fmla="*/ 106 h 156"/>
              <a:gd name="T8" fmla="*/ 105 w 165"/>
              <a:gd name="T9" fmla="*/ 94 h 156"/>
              <a:gd name="T10" fmla="*/ 101 w 165"/>
              <a:gd name="T11" fmla="*/ 94 h 156"/>
              <a:gd name="T12" fmla="*/ 105 w 165"/>
              <a:gd name="T13" fmla="*/ 85 h 156"/>
              <a:gd name="T14" fmla="*/ 107 w 165"/>
              <a:gd name="T15" fmla="*/ 74 h 156"/>
              <a:gd name="T16" fmla="*/ 112 w 165"/>
              <a:gd name="T17" fmla="*/ 70 h 156"/>
              <a:gd name="T18" fmla="*/ 114 w 165"/>
              <a:gd name="T19" fmla="*/ 63 h 156"/>
              <a:gd name="T20" fmla="*/ 114 w 165"/>
              <a:gd name="T21" fmla="*/ 51 h 156"/>
              <a:gd name="T22" fmla="*/ 112 w 165"/>
              <a:gd name="T23" fmla="*/ 46 h 156"/>
              <a:gd name="T24" fmla="*/ 113 w 165"/>
              <a:gd name="T25" fmla="*/ 30 h 156"/>
              <a:gd name="T26" fmla="*/ 111 w 165"/>
              <a:gd name="T27" fmla="*/ 19 h 156"/>
              <a:gd name="T28" fmla="*/ 107 w 165"/>
              <a:gd name="T29" fmla="*/ 12 h 156"/>
              <a:gd name="T30" fmla="*/ 102 w 165"/>
              <a:gd name="T31" fmla="*/ 11 h 156"/>
              <a:gd name="T32" fmla="*/ 99 w 165"/>
              <a:gd name="T33" fmla="*/ 8 h 156"/>
              <a:gd name="T34" fmla="*/ 64 w 165"/>
              <a:gd name="T35" fmla="*/ 9 h 156"/>
              <a:gd name="T36" fmla="*/ 51 w 165"/>
              <a:gd name="T37" fmla="*/ 46 h 156"/>
              <a:gd name="T38" fmla="*/ 49 w 165"/>
              <a:gd name="T39" fmla="*/ 53 h 156"/>
              <a:gd name="T40" fmla="*/ 54 w 165"/>
              <a:gd name="T41" fmla="*/ 72 h 156"/>
              <a:gd name="T42" fmla="*/ 58 w 165"/>
              <a:gd name="T43" fmla="*/ 73 h 156"/>
              <a:gd name="T44" fmla="*/ 59 w 165"/>
              <a:gd name="T45" fmla="*/ 86 h 156"/>
              <a:gd name="T46" fmla="*/ 63 w 165"/>
              <a:gd name="T47" fmla="*/ 94 h 156"/>
              <a:gd name="T48" fmla="*/ 60 w 165"/>
              <a:gd name="T49" fmla="*/ 94 h 156"/>
              <a:gd name="T50" fmla="*/ 53 w 165"/>
              <a:gd name="T51" fmla="*/ 106 h 156"/>
              <a:gd name="T52" fmla="*/ 46 w 165"/>
              <a:gd name="T53" fmla="*/ 108 h 156"/>
              <a:gd name="T54" fmla="*/ 20 w 165"/>
              <a:gd name="T55" fmla="*/ 119 h 156"/>
              <a:gd name="T56" fmla="*/ 1 w 165"/>
              <a:gd name="T57" fmla="*/ 131 h 156"/>
              <a:gd name="T58" fmla="*/ 0 w 165"/>
              <a:gd name="T59" fmla="*/ 156 h 156"/>
              <a:gd name="T60" fmla="*/ 72 w 165"/>
              <a:gd name="T61" fmla="*/ 156 h 156"/>
              <a:gd name="T62" fmla="*/ 78 w 165"/>
              <a:gd name="T63" fmla="*/ 120 h 156"/>
              <a:gd name="T64" fmla="*/ 73 w 165"/>
              <a:gd name="T65" fmla="*/ 111 h 156"/>
              <a:gd name="T66" fmla="*/ 83 w 165"/>
              <a:gd name="T67" fmla="*/ 106 h 156"/>
              <a:gd name="T68" fmla="*/ 92 w 165"/>
              <a:gd name="T69" fmla="*/ 111 h 156"/>
              <a:gd name="T70" fmla="*/ 87 w 165"/>
              <a:gd name="T71" fmla="*/ 120 h 156"/>
              <a:gd name="T72" fmla="*/ 96 w 165"/>
              <a:gd name="T73" fmla="*/ 156 h 156"/>
              <a:gd name="T74" fmla="*/ 164 w 165"/>
              <a:gd name="T75" fmla="*/ 156 h 156"/>
              <a:gd name="T76" fmla="*/ 164 w 165"/>
              <a:gd name="T77" fmla="*/ 131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5" h="156">
                <a:moveTo>
                  <a:pt x="164" y="131"/>
                </a:moveTo>
                <a:cubicBezTo>
                  <a:pt x="161" y="123"/>
                  <a:pt x="152" y="122"/>
                  <a:pt x="145" y="119"/>
                </a:cubicBezTo>
                <a:cubicBezTo>
                  <a:pt x="137" y="115"/>
                  <a:pt x="127" y="111"/>
                  <a:pt x="119" y="108"/>
                </a:cubicBezTo>
                <a:cubicBezTo>
                  <a:pt x="117" y="107"/>
                  <a:pt x="114" y="107"/>
                  <a:pt x="112" y="106"/>
                </a:cubicBezTo>
                <a:cubicBezTo>
                  <a:pt x="109" y="104"/>
                  <a:pt x="107" y="98"/>
                  <a:pt x="105" y="94"/>
                </a:cubicBezTo>
                <a:cubicBezTo>
                  <a:pt x="104" y="94"/>
                  <a:pt x="102" y="94"/>
                  <a:pt x="101" y="94"/>
                </a:cubicBezTo>
                <a:cubicBezTo>
                  <a:pt x="101" y="89"/>
                  <a:pt x="104" y="89"/>
                  <a:pt x="105" y="85"/>
                </a:cubicBezTo>
                <a:cubicBezTo>
                  <a:pt x="106" y="81"/>
                  <a:pt x="105" y="77"/>
                  <a:pt x="107" y="74"/>
                </a:cubicBezTo>
                <a:cubicBezTo>
                  <a:pt x="108" y="72"/>
                  <a:pt x="111" y="72"/>
                  <a:pt x="112" y="70"/>
                </a:cubicBezTo>
                <a:cubicBezTo>
                  <a:pt x="113" y="68"/>
                  <a:pt x="114" y="65"/>
                  <a:pt x="114" y="63"/>
                </a:cubicBezTo>
                <a:cubicBezTo>
                  <a:pt x="115" y="60"/>
                  <a:pt x="116" y="55"/>
                  <a:pt x="114" y="51"/>
                </a:cubicBezTo>
                <a:cubicBezTo>
                  <a:pt x="113" y="49"/>
                  <a:pt x="112" y="49"/>
                  <a:pt x="112" y="46"/>
                </a:cubicBezTo>
                <a:cubicBezTo>
                  <a:pt x="111" y="43"/>
                  <a:pt x="113" y="33"/>
                  <a:pt x="113" y="30"/>
                </a:cubicBezTo>
                <a:cubicBezTo>
                  <a:pt x="113" y="25"/>
                  <a:pt x="113" y="24"/>
                  <a:pt x="111" y="19"/>
                </a:cubicBezTo>
                <a:cubicBezTo>
                  <a:pt x="111" y="19"/>
                  <a:pt x="110" y="14"/>
                  <a:pt x="107" y="12"/>
                </a:cubicBezTo>
                <a:cubicBezTo>
                  <a:pt x="102" y="11"/>
                  <a:pt x="102" y="11"/>
                  <a:pt x="102" y="11"/>
                </a:cubicBezTo>
                <a:cubicBezTo>
                  <a:pt x="99" y="8"/>
                  <a:pt x="99" y="8"/>
                  <a:pt x="99" y="8"/>
                </a:cubicBezTo>
                <a:cubicBezTo>
                  <a:pt x="86" y="0"/>
                  <a:pt x="71" y="6"/>
                  <a:pt x="64" y="9"/>
                </a:cubicBezTo>
                <a:cubicBezTo>
                  <a:pt x="53" y="12"/>
                  <a:pt x="46" y="23"/>
                  <a:pt x="51" y="46"/>
                </a:cubicBezTo>
                <a:cubicBezTo>
                  <a:pt x="52" y="49"/>
                  <a:pt x="49" y="51"/>
                  <a:pt x="49" y="53"/>
                </a:cubicBezTo>
                <a:cubicBezTo>
                  <a:pt x="50" y="58"/>
                  <a:pt x="50" y="69"/>
                  <a:pt x="54" y="72"/>
                </a:cubicBezTo>
                <a:cubicBezTo>
                  <a:pt x="54" y="72"/>
                  <a:pt x="58" y="73"/>
                  <a:pt x="58" y="73"/>
                </a:cubicBezTo>
                <a:cubicBezTo>
                  <a:pt x="58" y="77"/>
                  <a:pt x="58" y="82"/>
                  <a:pt x="59" y="86"/>
                </a:cubicBezTo>
                <a:cubicBezTo>
                  <a:pt x="60" y="89"/>
                  <a:pt x="63" y="89"/>
                  <a:pt x="63" y="94"/>
                </a:cubicBezTo>
                <a:cubicBezTo>
                  <a:pt x="60" y="94"/>
                  <a:pt x="60" y="94"/>
                  <a:pt x="60" y="94"/>
                </a:cubicBezTo>
                <a:cubicBezTo>
                  <a:pt x="58" y="98"/>
                  <a:pt x="56" y="104"/>
                  <a:pt x="53" y="106"/>
                </a:cubicBezTo>
                <a:cubicBezTo>
                  <a:pt x="51" y="107"/>
                  <a:pt x="48" y="107"/>
                  <a:pt x="46" y="108"/>
                </a:cubicBezTo>
                <a:cubicBezTo>
                  <a:pt x="38" y="111"/>
                  <a:pt x="28" y="115"/>
                  <a:pt x="20" y="119"/>
                </a:cubicBezTo>
                <a:cubicBezTo>
                  <a:pt x="13" y="122"/>
                  <a:pt x="4" y="123"/>
                  <a:pt x="1" y="131"/>
                </a:cubicBezTo>
                <a:cubicBezTo>
                  <a:pt x="1" y="136"/>
                  <a:pt x="0" y="149"/>
                  <a:pt x="0" y="156"/>
                </a:cubicBezTo>
                <a:cubicBezTo>
                  <a:pt x="72" y="156"/>
                  <a:pt x="72" y="156"/>
                  <a:pt x="72" y="156"/>
                </a:cubicBezTo>
                <a:cubicBezTo>
                  <a:pt x="78" y="120"/>
                  <a:pt x="78" y="120"/>
                  <a:pt x="78" y="120"/>
                </a:cubicBezTo>
                <a:cubicBezTo>
                  <a:pt x="73" y="111"/>
                  <a:pt x="73" y="111"/>
                  <a:pt x="73" y="111"/>
                </a:cubicBezTo>
                <a:cubicBezTo>
                  <a:pt x="83" y="106"/>
                  <a:pt x="83" y="106"/>
                  <a:pt x="83" y="106"/>
                </a:cubicBezTo>
                <a:cubicBezTo>
                  <a:pt x="92" y="111"/>
                  <a:pt x="92" y="111"/>
                  <a:pt x="92" y="111"/>
                </a:cubicBezTo>
                <a:cubicBezTo>
                  <a:pt x="87" y="120"/>
                  <a:pt x="87" y="120"/>
                  <a:pt x="87" y="120"/>
                </a:cubicBezTo>
                <a:cubicBezTo>
                  <a:pt x="96" y="156"/>
                  <a:pt x="96" y="156"/>
                  <a:pt x="96" y="156"/>
                </a:cubicBezTo>
                <a:cubicBezTo>
                  <a:pt x="164" y="156"/>
                  <a:pt x="164" y="156"/>
                  <a:pt x="164" y="156"/>
                </a:cubicBezTo>
                <a:cubicBezTo>
                  <a:pt x="165" y="149"/>
                  <a:pt x="164" y="136"/>
                  <a:pt x="164" y="13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46" name="Freeform 145"/>
          <p:cNvSpPr>
            <a:spLocks/>
          </p:cNvSpPr>
          <p:nvPr/>
        </p:nvSpPr>
        <p:spPr bwMode="auto">
          <a:xfrm>
            <a:off x="7889417" y="2832156"/>
            <a:ext cx="537877" cy="449076"/>
          </a:xfrm>
          <a:custGeom>
            <a:avLst/>
            <a:gdLst>
              <a:gd name="T0" fmla="*/ 108 w 179"/>
              <a:gd name="T1" fmla="*/ 0 h 150"/>
              <a:gd name="T2" fmla="*/ 132 w 179"/>
              <a:gd name="T3" fmla="*/ 36 h 150"/>
              <a:gd name="T4" fmla="*/ 135 w 179"/>
              <a:gd name="T5" fmla="*/ 34 h 150"/>
              <a:gd name="T6" fmla="*/ 173 w 179"/>
              <a:gd name="T7" fmla="*/ 33 h 150"/>
              <a:gd name="T8" fmla="*/ 142 w 179"/>
              <a:gd name="T9" fmla="*/ 58 h 150"/>
              <a:gd name="T10" fmla="*/ 161 w 179"/>
              <a:gd name="T11" fmla="*/ 97 h 150"/>
              <a:gd name="T12" fmla="*/ 127 w 179"/>
              <a:gd name="T13" fmla="*/ 116 h 150"/>
              <a:gd name="T14" fmla="*/ 124 w 179"/>
              <a:gd name="T15" fmla="*/ 113 h 150"/>
              <a:gd name="T16" fmla="*/ 90 w 179"/>
              <a:gd name="T17" fmla="*/ 96 h 150"/>
              <a:gd name="T18" fmla="*/ 107 w 179"/>
              <a:gd name="T19" fmla="*/ 130 h 150"/>
              <a:gd name="T20" fmla="*/ 74 w 179"/>
              <a:gd name="T21" fmla="*/ 150 h 150"/>
              <a:gd name="T22" fmla="*/ 51 w 179"/>
              <a:gd name="T23" fmla="*/ 113 h 150"/>
              <a:gd name="T24" fmla="*/ 47 w 179"/>
              <a:gd name="T25" fmla="*/ 115 h 150"/>
              <a:gd name="T26" fmla="*/ 8 w 179"/>
              <a:gd name="T27" fmla="*/ 119 h 150"/>
              <a:gd name="T28" fmla="*/ 36 w 179"/>
              <a:gd name="T29" fmla="*/ 94 h 150"/>
              <a:gd name="T30" fmla="*/ 38 w 179"/>
              <a:gd name="T31" fmla="*/ 92 h 150"/>
              <a:gd name="T32" fmla="*/ 18 w 179"/>
              <a:gd name="T33" fmla="*/ 53 h 150"/>
              <a:gd name="T34" fmla="*/ 53 w 179"/>
              <a:gd name="T35" fmla="*/ 33 h 150"/>
              <a:gd name="T36" fmla="*/ 72 w 179"/>
              <a:gd name="T37" fmla="*/ 65 h 150"/>
              <a:gd name="T38" fmla="*/ 90 w 179"/>
              <a:gd name="T39" fmla="*/ 31 h 150"/>
              <a:gd name="T40" fmla="*/ 74 w 179"/>
              <a:gd name="T41" fmla="*/ 24 h 150"/>
              <a:gd name="T42" fmla="*/ 75 w 179"/>
              <a:gd name="T43" fmla="*/ 19 h 150"/>
              <a:gd name="T44" fmla="*/ 108 w 179"/>
              <a:gd name="T45"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9" h="150">
                <a:moveTo>
                  <a:pt x="108" y="0"/>
                </a:moveTo>
                <a:cubicBezTo>
                  <a:pt x="114" y="11"/>
                  <a:pt x="124" y="33"/>
                  <a:pt x="132" y="36"/>
                </a:cubicBezTo>
                <a:cubicBezTo>
                  <a:pt x="133" y="36"/>
                  <a:pt x="134" y="35"/>
                  <a:pt x="135" y="34"/>
                </a:cubicBezTo>
                <a:cubicBezTo>
                  <a:pt x="137" y="14"/>
                  <a:pt x="168" y="6"/>
                  <a:pt x="173" y="33"/>
                </a:cubicBezTo>
                <a:cubicBezTo>
                  <a:pt x="179" y="61"/>
                  <a:pt x="154" y="50"/>
                  <a:pt x="142" y="58"/>
                </a:cubicBezTo>
                <a:cubicBezTo>
                  <a:pt x="148" y="71"/>
                  <a:pt x="155" y="84"/>
                  <a:pt x="161" y="97"/>
                </a:cubicBezTo>
                <a:cubicBezTo>
                  <a:pt x="152" y="102"/>
                  <a:pt x="137" y="114"/>
                  <a:pt x="127" y="116"/>
                </a:cubicBezTo>
                <a:cubicBezTo>
                  <a:pt x="125" y="116"/>
                  <a:pt x="125" y="114"/>
                  <a:pt x="124" y="113"/>
                </a:cubicBezTo>
                <a:cubicBezTo>
                  <a:pt x="128" y="90"/>
                  <a:pt x="112" y="72"/>
                  <a:pt x="90" y="96"/>
                </a:cubicBezTo>
                <a:cubicBezTo>
                  <a:pt x="72" y="115"/>
                  <a:pt x="109" y="125"/>
                  <a:pt x="107" y="130"/>
                </a:cubicBezTo>
                <a:cubicBezTo>
                  <a:pt x="96" y="137"/>
                  <a:pt x="85" y="143"/>
                  <a:pt x="74" y="150"/>
                </a:cubicBezTo>
                <a:cubicBezTo>
                  <a:pt x="66" y="138"/>
                  <a:pt x="59" y="125"/>
                  <a:pt x="51" y="113"/>
                </a:cubicBezTo>
                <a:cubicBezTo>
                  <a:pt x="50" y="114"/>
                  <a:pt x="48" y="115"/>
                  <a:pt x="47" y="115"/>
                </a:cubicBezTo>
                <a:cubicBezTo>
                  <a:pt x="42" y="132"/>
                  <a:pt x="18" y="149"/>
                  <a:pt x="8" y="119"/>
                </a:cubicBezTo>
                <a:cubicBezTo>
                  <a:pt x="0" y="94"/>
                  <a:pt x="22" y="96"/>
                  <a:pt x="36" y="94"/>
                </a:cubicBezTo>
                <a:cubicBezTo>
                  <a:pt x="37" y="93"/>
                  <a:pt x="38" y="93"/>
                  <a:pt x="38" y="92"/>
                </a:cubicBezTo>
                <a:cubicBezTo>
                  <a:pt x="32" y="79"/>
                  <a:pt x="24" y="66"/>
                  <a:pt x="18" y="53"/>
                </a:cubicBezTo>
                <a:cubicBezTo>
                  <a:pt x="29" y="47"/>
                  <a:pt x="41" y="40"/>
                  <a:pt x="53" y="33"/>
                </a:cubicBezTo>
                <a:cubicBezTo>
                  <a:pt x="62" y="42"/>
                  <a:pt x="48" y="65"/>
                  <a:pt x="72" y="65"/>
                </a:cubicBezTo>
                <a:cubicBezTo>
                  <a:pt x="87" y="64"/>
                  <a:pt x="100" y="45"/>
                  <a:pt x="90" y="31"/>
                </a:cubicBezTo>
                <a:cubicBezTo>
                  <a:pt x="84" y="28"/>
                  <a:pt x="76" y="28"/>
                  <a:pt x="74" y="24"/>
                </a:cubicBezTo>
                <a:cubicBezTo>
                  <a:pt x="72" y="19"/>
                  <a:pt x="74" y="21"/>
                  <a:pt x="75" y="19"/>
                </a:cubicBezTo>
                <a:cubicBezTo>
                  <a:pt x="86" y="13"/>
                  <a:pt x="97" y="6"/>
                  <a:pt x="108"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47" name="Freeform 37"/>
          <p:cNvSpPr>
            <a:spLocks/>
          </p:cNvSpPr>
          <p:nvPr/>
        </p:nvSpPr>
        <p:spPr bwMode="auto">
          <a:xfrm>
            <a:off x="7640779" y="3871011"/>
            <a:ext cx="556906" cy="378036"/>
          </a:xfrm>
          <a:custGeom>
            <a:avLst/>
            <a:gdLst>
              <a:gd name="T0" fmla="*/ 135 w 186"/>
              <a:gd name="T1" fmla="*/ 9 h 126"/>
              <a:gd name="T2" fmla="*/ 84 w 186"/>
              <a:gd name="T3" fmla="*/ 57 h 126"/>
              <a:gd name="T4" fmla="*/ 84 w 186"/>
              <a:gd name="T5" fmla="*/ 57 h 126"/>
              <a:gd name="T6" fmla="*/ 84 w 186"/>
              <a:gd name="T7" fmla="*/ 60 h 126"/>
              <a:gd name="T8" fmla="*/ 84 w 186"/>
              <a:gd name="T9" fmla="*/ 66 h 126"/>
              <a:gd name="T10" fmla="*/ 51 w 186"/>
              <a:gd name="T11" fmla="*/ 99 h 126"/>
              <a:gd name="T12" fmla="*/ 18 w 186"/>
              <a:gd name="T13" fmla="*/ 66 h 126"/>
              <a:gd name="T14" fmla="*/ 51 w 186"/>
              <a:gd name="T15" fmla="*/ 33 h 126"/>
              <a:gd name="T16" fmla="*/ 51 w 186"/>
              <a:gd name="T17" fmla="*/ 48 h 126"/>
              <a:gd name="T18" fmla="*/ 87 w 186"/>
              <a:gd name="T19" fmla="*/ 24 h 126"/>
              <a:gd name="T20" fmla="*/ 51 w 186"/>
              <a:gd name="T21" fmla="*/ 0 h 126"/>
              <a:gd name="T22" fmla="*/ 51 w 186"/>
              <a:gd name="T23" fmla="*/ 15 h 126"/>
              <a:gd name="T24" fmla="*/ 0 w 186"/>
              <a:gd name="T25" fmla="*/ 66 h 126"/>
              <a:gd name="T26" fmla="*/ 51 w 186"/>
              <a:gd name="T27" fmla="*/ 117 h 126"/>
              <a:gd name="T28" fmla="*/ 102 w 186"/>
              <a:gd name="T29" fmla="*/ 69 h 126"/>
              <a:gd name="T30" fmla="*/ 102 w 186"/>
              <a:gd name="T31" fmla="*/ 69 h 126"/>
              <a:gd name="T32" fmla="*/ 102 w 186"/>
              <a:gd name="T33" fmla="*/ 66 h 126"/>
              <a:gd name="T34" fmla="*/ 102 w 186"/>
              <a:gd name="T35" fmla="*/ 60 h 126"/>
              <a:gd name="T36" fmla="*/ 135 w 186"/>
              <a:gd name="T37" fmla="*/ 27 h 126"/>
              <a:gd name="T38" fmla="*/ 168 w 186"/>
              <a:gd name="T39" fmla="*/ 60 h 126"/>
              <a:gd name="T40" fmla="*/ 135 w 186"/>
              <a:gd name="T41" fmla="*/ 93 h 126"/>
              <a:gd name="T42" fmla="*/ 135 w 186"/>
              <a:gd name="T43" fmla="*/ 78 h 126"/>
              <a:gd name="T44" fmla="*/ 99 w 186"/>
              <a:gd name="T45" fmla="*/ 102 h 126"/>
              <a:gd name="T46" fmla="*/ 135 w 186"/>
              <a:gd name="T47" fmla="*/ 126 h 126"/>
              <a:gd name="T48" fmla="*/ 135 w 186"/>
              <a:gd name="T49" fmla="*/ 111 h 126"/>
              <a:gd name="T50" fmla="*/ 186 w 186"/>
              <a:gd name="T51" fmla="*/ 60 h 126"/>
              <a:gd name="T52" fmla="*/ 135 w 186"/>
              <a:gd name="T53" fmla="*/ 9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6" h="126">
                <a:moveTo>
                  <a:pt x="135" y="9"/>
                </a:moveTo>
                <a:cubicBezTo>
                  <a:pt x="108" y="9"/>
                  <a:pt x="86" y="30"/>
                  <a:pt x="84" y="57"/>
                </a:cubicBezTo>
                <a:cubicBezTo>
                  <a:pt x="84" y="57"/>
                  <a:pt x="84" y="57"/>
                  <a:pt x="84" y="57"/>
                </a:cubicBezTo>
                <a:cubicBezTo>
                  <a:pt x="84" y="60"/>
                  <a:pt x="84" y="60"/>
                  <a:pt x="84" y="60"/>
                </a:cubicBezTo>
                <a:cubicBezTo>
                  <a:pt x="84" y="66"/>
                  <a:pt x="84" y="66"/>
                  <a:pt x="84" y="66"/>
                </a:cubicBezTo>
                <a:cubicBezTo>
                  <a:pt x="84" y="84"/>
                  <a:pt x="69" y="99"/>
                  <a:pt x="51" y="99"/>
                </a:cubicBezTo>
                <a:cubicBezTo>
                  <a:pt x="33" y="99"/>
                  <a:pt x="18" y="84"/>
                  <a:pt x="18" y="66"/>
                </a:cubicBezTo>
                <a:cubicBezTo>
                  <a:pt x="18" y="48"/>
                  <a:pt x="33" y="33"/>
                  <a:pt x="51" y="33"/>
                </a:cubicBezTo>
                <a:cubicBezTo>
                  <a:pt x="51" y="48"/>
                  <a:pt x="51" y="48"/>
                  <a:pt x="51" y="48"/>
                </a:cubicBezTo>
                <a:cubicBezTo>
                  <a:pt x="87" y="24"/>
                  <a:pt x="87" y="24"/>
                  <a:pt x="87" y="24"/>
                </a:cubicBezTo>
                <a:cubicBezTo>
                  <a:pt x="51" y="0"/>
                  <a:pt x="51" y="0"/>
                  <a:pt x="51" y="0"/>
                </a:cubicBezTo>
                <a:cubicBezTo>
                  <a:pt x="51" y="15"/>
                  <a:pt x="51" y="15"/>
                  <a:pt x="51" y="15"/>
                </a:cubicBezTo>
                <a:cubicBezTo>
                  <a:pt x="23" y="15"/>
                  <a:pt x="0" y="38"/>
                  <a:pt x="0" y="66"/>
                </a:cubicBezTo>
                <a:cubicBezTo>
                  <a:pt x="0" y="94"/>
                  <a:pt x="23" y="117"/>
                  <a:pt x="51" y="117"/>
                </a:cubicBezTo>
                <a:cubicBezTo>
                  <a:pt x="78" y="117"/>
                  <a:pt x="100" y="96"/>
                  <a:pt x="102" y="69"/>
                </a:cubicBezTo>
                <a:cubicBezTo>
                  <a:pt x="102" y="69"/>
                  <a:pt x="102" y="69"/>
                  <a:pt x="102" y="69"/>
                </a:cubicBezTo>
                <a:cubicBezTo>
                  <a:pt x="102" y="66"/>
                  <a:pt x="102" y="66"/>
                  <a:pt x="102" y="66"/>
                </a:cubicBezTo>
                <a:cubicBezTo>
                  <a:pt x="102" y="60"/>
                  <a:pt x="102" y="60"/>
                  <a:pt x="102" y="60"/>
                </a:cubicBezTo>
                <a:cubicBezTo>
                  <a:pt x="102" y="42"/>
                  <a:pt x="117" y="27"/>
                  <a:pt x="135" y="27"/>
                </a:cubicBezTo>
                <a:cubicBezTo>
                  <a:pt x="153" y="27"/>
                  <a:pt x="168" y="42"/>
                  <a:pt x="168" y="60"/>
                </a:cubicBezTo>
                <a:cubicBezTo>
                  <a:pt x="168" y="78"/>
                  <a:pt x="153" y="93"/>
                  <a:pt x="135" y="93"/>
                </a:cubicBezTo>
                <a:cubicBezTo>
                  <a:pt x="135" y="78"/>
                  <a:pt x="135" y="78"/>
                  <a:pt x="135" y="78"/>
                </a:cubicBezTo>
                <a:cubicBezTo>
                  <a:pt x="99" y="102"/>
                  <a:pt x="99" y="102"/>
                  <a:pt x="99" y="102"/>
                </a:cubicBezTo>
                <a:cubicBezTo>
                  <a:pt x="135" y="126"/>
                  <a:pt x="135" y="126"/>
                  <a:pt x="135" y="126"/>
                </a:cubicBezTo>
                <a:cubicBezTo>
                  <a:pt x="135" y="111"/>
                  <a:pt x="135" y="111"/>
                  <a:pt x="135" y="111"/>
                </a:cubicBezTo>
                <a:cubicBezTo>
                  <a:pt x="163" y="111"/>
                  <a:pt x="186" y="88"/>
                  <a:pt x="186" y="60"/>
                </a:cubicBezTo>
                <a:cubicBezTo>
                  <a:pt x="186" y="32"/>
                  <a:pt x="163" y="9"/>
                  <a:pt x="135" y="9"/>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48" name="Freeform 33"/>
          <p:cNvSpPr>
            <a:spLocks noEditPoints="1"/>
          </p:cNvSpPr>
          <p:nvPr/>
        </p:nvSpPr>
        <p:spPr bwMode="auto">
          <a:xfrm>
            <a:off x="4086742" y="3797573"/>
            <a:ext cx="360276" cy="431316"/>
          </a:xfrm>
          <a:custGeom>
            <a:avLst/>
            <a:gdLst>
              <a:gd name="T0" fmla="*/ 102 w 120"/>
              <a:gd name="T1" fmla="*/ 60 h 144"/>
              <a:gd name="T2" fmla="*/ 102 w 120"/>
              <a:gd name="T3" fmla="*/ 42 h 144"/>
              <a:gd name="T4" fmla="*/ 60 w 120"/>
              <a:gd name="T5" fmla="*/ 0 h 144"/>
              <a:gd name="T6" fmla="*/ 18 w 120"/>
              <a:gd name="T7" fmla="*/ 42 h 144"/>
              <a:gd name="T8" fmla="*/ 18 w 120"/>
              <a:gd name="T9" fmla="*/ 60 h 144"/>
              <a:gd name="T10" fmla="*/ 0 w 120"/>
              <a:gd name="T11" fmla="*/ 60 h 144"/>
              <a:gd name="T12" fmla="*/ 0 w 120"/>
              <a:gd name="T13" fmla="*/ 144 h 144"/>
              <a:gd name="T14" fmla="*/ 120 w 120"/>
              <a:gd name="T15" fmla="*/ 144 h 144"/>
              <a:gd name="T16" fmla="*/ 120 w 120"/>
              <a:gd name="T17" fmla="*/ 60 h 144"/>
              <a:gd name="T18" fmla="*/ 102 w 120"/>
              <a:gd name="T19" fmla="*/ 60 h 144"/>
              <a:gd name="T20" fmla="*/ 66 w 120"/>
              <a:gd name="T21" fmla="*/ 106 h 144"/>
              <a:gd name="T22" fmla="*/ 66 w 120"/>
              <a:gd name="T23" fmla="*/ 126 h 144"/>
              <a:gd name="T24" fmla="*/ 54 w 120"/>
              <a:gd name="T25" fmla="*/ 126 h 144"/>
              <a:gd name="T26" fmla="*/ 54 w 120"/>
              <a:gd name="T27" fmla="*/ 106 h 144"/>
              <a:gd name="T28" fmla="*/ 48 w 120"/>
              <a:gd name="T29" fmla="*/ 96 h 144"/>
              <a:gd name="T30" fmla="*/ 60 w 120"/>
              <a:gd name="T31" fmla="*/ 84 h 144"/>
              <a:gd name="T32" fmla="*/ 72 w 120"/>
              <a:gd name="T33" fmla="*/ 96 h 144"/>
              <a:gd name="T34" fmla="*/ 66 w 120"/>
              <a:gd name="T35" fmla="*/ 106 h 144"/>
              <a:gd name="T36" fmla="*/ 90 w 120"/>
              <a:gd name="T37" fmla="*/ 60 h 144"/>
              <a:gd name="T38" fmla="*/ 30 w 120"/>
              <a:gd name="T39" fmla="*/ 60 h 144"/>
              <a:gd name="T40" fmla="*/ 30 w 120"/>
              <a:gd name="T41" fmla="*/ 42 h 144"/>
              <a:gd name="T42" fmla="*/ 60 w 120"/>
              <a:gd name="T43" fmla="*/ 12 h 144"/>
              <a:gd name="T44" fmla="*/ 90 w 120"/>
              <a:gd name="T45" fmla="*/ 42 h 144"/>
              <a:gd name="T46" fmla="*/ 90 w 120"/>
              <a:gd name="T47" fmla="*/ 6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0" h="144">
                <a:moveTo>
                  <a:pt x="102" y="60"/>
                </a:moveTo>
                <a:cubicBezTo>
                  <a:pt x="102" y="42"/>
                  <a:pt x="102" y="42"/>
                  <a:pt x="102" y="42"/>
                </a:cubicBezTo>
                <a:cubicBezTo>
                  <a:pt x="102" y="42"/>
                  <a:pt x="102" y="0"/>
                  <a:pt x="60" y="0"/>
                </a:cubicBezTo>
                <a:cubicBezTo>
                  <a:pt x="18" y="0"/>
                  <a:pt x="18" y="42"/>
                  <a:pt x="18" y="42"/>
                </a:cubicBezTo>
                <a:cubicBezTo>
                  <a:pt x="18" y="60"/>
                  <a:pt x="18" y="60"/>
                  <a:pt x="18" y="60"/>
                </a:cubicBezTo>
                <a:cubicBezTo>
                  <a:pt x="0" y="60"/>
                  <a:pt x="0" y="60"/>
                  <a:pt x="0" y="60"/>
                </a:cubicBezTo>
                <a:cubicBezTo>
                  <a:pt x="0" y="144"/>
                  <a:pt x="0" y="144"/>
                  <a:pt x="0" y="144"/>
                </a:cubicBezTo>
                <a:cubicBezTo>
                  <a:pt x="120" y="144"/>
                  <a:pt x="120" y="144"/>
                  <a:pt x="120" y="144"/>
                </a:cubicBezTo>
                <a:cubicBezTo>
                  <a:pt x="120" y="60"/>
                  <a:pt x="120" y="60"/>
                  <a:pt x="120" y="60"/>
                </a:cubicBezTo>
                <a:lnTo>
                  <a:pt x="102" y="60"/>
                </a:lnTo>
                <a:close/>
                <a:moveTo>
                  <a:pt x="66" y="106"/>
                </a:moveTo>
                <a:cubicBezTo>
                  <a:pt x="66" y="126"/>
                  <a:pt x="66" y="126"/>
                  <a:pt x="66" y="126"/>
                </a:cubicBezTo>
                <a:cubicBezTo>
                  <a:pt x="54" y="126"/>
                  <a:pt x="54" y="126"/>
                  <a:pt x="54" y="126"/>
                </a:cubicBezTo>
                <a:cubicBezTo>
                  <a:pt x="54" y="106"/>
                  <a:pt x="54" y="106"/>
                  <a:pt x="54" y="106"/>
                </a:cubicBezTo>
                <a:cubicBezTo>
                  <a:pt x="50" y="104"/>
                  <a:pt x="48" y="100"/>
                  <a:pt x="48" y="96"/>
                </a:cubicBezTo>
                <a:cubicBezTo>
                  <a:pt x="48" y="89"/>
                  <a:pt x="53" y="84"/>
                  <a:pt x="60" y="84"/>
                </a:cubicBezTo>
                <a:cubicBezTo>
                  <a:pt x="67" y="84"/>
                  <a:pt x="72" y="89"/>
                  <a:pt x="72" y="96"/>
                </a:cubicBezTo>
                <a:cubicBezTo>
                  <a:pt x="72" y="100"/>
                  <a:pt x="70" y="104"/>
                  <a:pt x="66" y="106"/>
                </a:cubicBezTo>
                <a:moveTo>
                  <a:pt x="90" y="60"/>
                </a:moveTo>
                <a:cubicBezTo>
                  <a:pt x="30" y="60"/>
                  <a:pt x="30" y="60"/>
                  <a:pt x="30" y="60"/>
                </a:cubicBezTo>
                <a:cubicBezTo>
                  <a:pt x="30" y="42"/>
                  <a:pt x="30" y="42"/>
                  <a:pt x="30" y="42"/>
                </a:cubicBezTo>
                <a:cubicBezTo>
                  <a:pt x="30" y="37"/>
                  <a:pt x="32" y="12"/>
                  <a:pt x="60" y="12"/>
                </a:cubicBezTo>
                <a:cubicBezTo>
                  <a:pt x="88" y="12"/>
                  <a:pt x="90" y="37"/>
                  <a:pt x="90" y="42"/>
                </a:cubicBezTo>
                <a:lnTo>
                  <a:pt x="90" y="6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49" name="文本框 48"/>
          <p:cNvSpPr txBox="1"/>
          <p:nvPr/>
        </p:nvSpPr>
        <p:spPr>
          <a:xfrm>
            <a:off x="623410" y="2645063"/>
            <a:ext cx="2856518" cy="830997"/>
          </a:xfrm>
          <a:prstGeom prst="rect">
            <a:avLst/>
          </a:prstGeom>
          <a:noFill/>
        </p:spPr>
        <p:txBody>
          <a:bodyPr wrap="square" rtlCol="0">
            <a:spAutoFit/>
          </a:bodyPr>
          <a:lstStyle/>
          <a:p>
            <a:pPr algn="r">
              <a:lnSpc>
                <a:spcPct val="120000"/>
              </a:lnSpc>
            </a:pPr>
            <a:r>
              <a:rPr lang="zh-CN" altLang="en-US" sz="2400" b="1" dirty="0">
                <a:solidFill>
                  <a:srgbClr val="AA7B51"/>
                </a:solidFill>
              </a:rPr>
              <a:t>添加标题</a:t>
            </a:r>
            <a:endParaRPr lang="en-US" altLang="zh-CN" sz="2400" b="1" dirty="0">
              <a:solidFill>
                <a:srgbClr val="AA7B51"/>
              </a:solidFill>
            </a:endParaRPr>
          </a:p>
          <a:p>
            <a:pPr algn="r">
              <a:lnSpc>
                <a:spcPct val="120000"/>
              </a:lnSpc>
            </a:pPr>
            <a:r>
              <a:rPr lang="zh-CN" altLang="en-US" sz="1600" dirty="0">
                <a:solidFill>
                  <a:schemeClr val="tx1">
                    <a:lumMod val="65000"/>
                    <a:lumOff val="35000"/>
                  </a:schemeClr>
                </a:solidFill>
              </a:rPr>
              <a:t>添加内容添加内容</a:t>
            </a:r>
          </a:p>
        </p:txBody>
      </p:sp>
      <p:sp>
        <p:nvSpPr>
          <p:cNvPr id="50" name="文本框 49"/>
          <p:cNvSpPr txBox="1"/>
          <p:nvPr/>
        </p:nvSpPr>
        <p:spPr>
          <a:xfrm>
            <a:off x="8753417" y="2645063"/>
            <a:ext cx="2856518" cy="830997"/>
          </a:xfrm>
          <a:prstGeom prst="rect">
            <a:avLst/>
          </a:prstGeom>
          <a:noFill/>
        </p:spPr>
        <p:txBody>
          <a:bodyPr wrap="square" rtlCol="0">
            <a:spAutoFit/>
          </a:bodyPr>
          <a:lstStyle/>
          <a:p>
            <a:pPr>
              <a:lnSpc>
                <a:spcPct val="120000"/>
              </a:lnSpc>
            </a:pPr>
            <a:r>
              <a:rPr lang="zh-CN" altLang="en-US" sz="2400" b="1" dirty="0">
                <a:solidFill>
                  <a:srgbClr val="01A7D8"/>
                </a:solidFill>
              </a:rPr>
              <a:t>添加标题</a:t>
            </a:r>
            <a:endParaRPr lang="en-US" altLang="zh-CN" sz="2400" b="1" dirty="0">
              <a:solidFill>
                <a:srgbClr val="01A7D8"/>
              </a:solidFill>
            </a:endParaRPr>
          </a:p>
          <a:p>
            <a:pPr>
              <a:lnSpc>
                <a:spcPct val="120000"/>
              </a:lnSpc>
            </a:pPr>
            <a:r>
              <a:rPr lang="zh-CN" altLang="en-US" sz="1600" dirty="0">
                <a:solidFill>
                  <a:schemeClr val="tx1">
                    <a:lumMod val="65000"/>
                    <a:lumOff val="35000"/>
                  </a:schemeClr>
                </a:solidFill>
              </a:rPr>
              <a:t>添加内容添加内容</a:t>
            </a:r>
          </a:p>
        </p:txBody>
      </p:sp>
      <p:sp>
        <p:nvSpPr>
          <p:cNvPr id="51" name="文本框 50"/>
          <p:cNvSpPr txBox="1"/>
          <p:nvPr/>
        </p:nvSpPr>
        <p:spPr>
          <a:xfrm>
            <a:off x="928656" y="3638306"/>
            <a:ext cx="2856518" cy="830997"/>
          </a:xfrm>
          <a:prstGeom prst="rect">
            <a:avLst/>
          </a:prstGeom>
          <a:noFill/>
        </p:spPr>
        <p:txBody>
          <a:bodyPr wrap="square" rtlCol="0">
            <a:spAutoFit/>
          </a:bodyPr>
          <a:lstStyle/>
          <a:p>
            <a:pPr algn="r">
              <a:lnSpc>
                <a:spcPct val="120000"/>
              </a:lnSpc>
            </a:pPr>
            <a:r>
              <a:rPr lang="zh-CN" altLang="en-US" sz="2400" b="1" dirty="0">
                <a:solidFill>
                  <a:srgbClr val="F8841D"/>
                </a:solidFill>
              </a:rPr>
              <a:t>添加标题</a:t>
            </a:r>
            <a:endParaRPr lang="en-US" altLang="zh-CN" sz="2400" b="1" dirty="0">
              <a:solidFill>
                <a:srgbClr val="F8841D"/>
              </a:solidFill>
            </a:endParaRPr>
          </a:p>
          <a:p>
            <a:pPr algn="r">
              <a:lnSpc>
                <a:spcPct val="120000"/>
              </a:lnSpc>
            </a:pPr>
            <a:r>
              <a:rPr lang="zh-CN" altLang="en-US" sz="1600" dirty="0">
                <a:solidFill>
                  <a:schemeClr val="tx1">
                    <a:lumMod val="65000"/>
                    <a:lumOff val="35000"/>
                  </a:schemeClr>
                </a:solidFill>
              </a:rPr>
              <a:t>添加内容添加内容</a:t>
            </a:r>
          </a:p>
        </p:txBody>
      </p:sp>
      <p:sp>
        <p:nvSpPr>
          <p:cNvPr id="52" name="文本框 51"/>
          <p:cNvSpPr txBox="1"/>
          <p:nvPr/>
        </p:nvSpPr>
        <p:spPr>
          <a:xfrm>
            <a:off x="8406827" y="3638306"/>
            <a:ext cx="2856518" cy="830997"/>
          </a:xfrm>
          <a:prstGeom prst="rect">
            <a:avLst/>
          </a:prstGeom>
          <a:noFill/>
        </p:spPr>
        <p:txBody>
          <a:bodyPr wrap="square" rtlCol="0">
            <a:spAutoFit/>
          </a:bodyPr>
          <a:lstStyle/>
          <a:p>
            <a:pPr>
              <a:lnSpc>
                <a:spcPct val="120000"/>
              </a:lnSpc>
            </a:pPr>
            <a:r>
              <a:rPr lang="zh-CN" altLang="en-US" sz="2400" b="1" dirty="0">
                <a:solidFill>
                  <a:srgbClr val="9BBB40"/>
                </a:solidFill>
              </a:rPr>
              <a:t>添加标题</a:t>
            </a:r>
            <a:endParaRPr lang="en-US" altLang="zh-CN" sz="2400" b="1" dirty="0">
              <a:solidFill>
                <a:srgbClr val="9BBB40"/>
              </a:solidFill>
            </a:endParaRPr>
          </a:p>
          <a:p>
            <a:pPr>
              <a:lnSpc>
                <a:spcPct val="120000"/>
              </a:lnSpc>
            </a:pPr>
            <a:r>
              <a:rPr lang="zh-CN" altLang="en-US" sz="1600" dirty="0">
                <a:solidFill>
                  <a:schemeClr val="tx1">
                    <a:lumMod val="65000"/>
                    <a:lumOff val="35000"/>
                  </a:schemeClr>
                </a:solidFill>
              </a:rPr>
              <a:t>添加内容添加内容</a:t>
            </a:r>
          </a:p>
        </p:txBody>
      </p:sp>
      <p:sp>
        <p:nvSpPr>
          <p:cNvPr id="53" name="文本框 52"/>
          <p:cNvSpPr txBox="1"/>
          <p:nvPr/>
        </p:nvSpPr>
        <p:spPr>
          <a:xfrm>
            <a:off x="1720963" y="4513066"/>
            <a:ext cx="2856518" cy="830997"/>
          </a:xfrm>
          <a:prstGeom prst="rect">
            <a:avLst/>
          </a:prstGeom>
          <a:noFill/>
        </p:spPr>
        <p:txBody>
          <a:bodyPr wrap="square" rtlCol="0">
            <a:spAutoFit/>
          </a:bodyPr>
          <a:lstStyle/>
          <a:p>
            <a:pPr algn="r">
              <a:lnSpc>
                <a:spcPct val="120000"/>
              </a:lnSpc>
            </a:pPr>
            <a:r>
              <a:rPr lang="zh-CN" altLang="en-US" sz="2400" b="1" dirty="0">
                <a:solidFill>
                  <a:srgbClr val="F26D64"/>
                </a:solidFill>
              </a:rPr>
              <a:t>添加标题</a:t>
            </a:r>
            <a:endParaRPr lang="en-US" altLang="zh-CN" sz="2400" b="1" dirty="0">
              <a:solidFill>
                <a:srgbClr val="F26D64"/>
              </a:solidFill>
            </a:endParaRPr>
          </a:p>
          <a:p>
            <a:pPr algn="r">
              <a:lnSpc>
                <a:spcPct val="120000"/>
              </a:lnSpc>
            </a:pPr>
            <a:r>
              <a:rPr lang="zh-CN" altLang="en-US" sz="1600" dirty="0">
                <a:solidFill>
                  <a:schemeClr val="tx1">
                    <a:lumMod val="65000"/>
                    <a:lumOff val="35000"/>
                  </a:schemeClr>
                </a:solidFill>
              </a:rPr>
              <a:t>添加内容添加内容</a:t>
            </a:r>
          </a:p>
        </p:txBody>
      </p:sp>
      <p:sp>
        <p:nvSpPr>
          <p:cNvPr id="54" name="文本框 53"/>
          <p:cNvSpPr txBox="1"/>
          <p:nvPr/>
        </p:nvSpPr>
        <p:spPr>
          <a:xfrm>
            <a:off x="7614520" y="4513066"/>
            <a:ext cx="2856518" cy="830997"/>
          </a:xfrm>
          <a:prstGeom prst="rect">
            <a:avLst/>
          </a:prstGeom>
          <a:noFill/>
        </p:spPr>
        <p:txBody>
          <a:bodyPr wrap="square" rtlCol="0">
            <a:spAutoFit/>
          </a:bodyPr>
          <a:lstStyle/>
          <a:p>
            <a:pPr>
              <a:lnSpc>
                <a:spcPct val="120000"/>
              </a:lnSpc>
            </a:pPr>
            <a:r>
              <a:rPr lang="zh-CN" altLang="en-US" sz="2400" b="1" dirty="0">
                <a:solidFill>
                  <a:srgbClr val="8F58A0"/>
                </a:solidFill>
              </a:rPr>
              <a:t>添加标题</a:t>
            </a:r>
            <a:endParaRPr lang="en-US" altLang="zh-CN" sz="2400" b="1" dirty="0">
              <a:solidFill>
                <a:srgbClr val="8F58A0"/>
              </a:solidFill>
            </a:endParaRPr>
          </a:p>
          <a:p>
            <a:pPr>
              <a:lnSpc>
                <a:spcPct val="120000"/>
              </a:lnSpc>
            </a:pPr>
            <a:r>
              <a:rPr lang="zh-CN" altLang="en-US" sz="1600" dirty="0">
                <a:solidFill>
                  <a:schemeClr val="tx1">
                    <a:lumMod val="65000"/>
                    <a:lumOff val="35000"/>
                  </a:schemeClr>
                </a:solidFill>
              </a:rPr>
              <a:t>添加内容添加内容</a:t>
            </a:r>
          </a:p>
        </p:txBody>
      </p:sp>
      <p:sp>
        <p:nvSpPr>
          <p:cNvPr id="56" name="文本框 55"/>
          <p:cNvSpPr txBox="1"/>
          <p:nvPr/>
        </p:nvSpPr>
        <p:spPr>
          <a:xfrm>
            <a:off x="4667741" y="5617367"/>
            <a:ext cx="2856518" cy="830997"/>
          </a:xfrm>
          <a:prstGeom prst="rect">
            <a:avLst/>
          </a:prstGeom>
          <a:noFill/>
        </p:spPr>
        <p:txBody>
          <a:bodyPr wrap="square" rtlCol="0">
            <a:spAutoFit/>
          </a:bodyPr>
          <a:lstStyle/>
          <a:p>
            <a:pPr algn="ctr">
              <a:lnSpc>
                <a:spcPct val="120000"/>
              </a:lnSpc>
            </a:pPr>
            <a:r>
              <a:rPr lang="zh-CN" altLang="en-US" sz="2400" b="1" dirty="0">
                <a:solidFill>
                  <a:srgbClr val="546E7A"/>
                </a:solidFill>
              </a:rPr>
              <a:t>添加标题</a:t>
            </a:r>
            <a:endParaRPr lang="en-US" altLang="zh-CN" sz="2400" b="1" dirty="0">
              <a:solidFill>
                <a:srgbClr val="546E7A"/>
              </a:solidFill>
            </a:endParaRPr>
          </a:p>
          <a:p>
            <a:pPr algn="ctr">
              <a:lnSpc>
                <a:spcPct val="120000"/>
              </a:lnSpc>
            </a:pPr>
            <a:r>
              <a:rPr lang="zh-CN" altLang="en-US" sz="1600" dirty="0">
                <a:solidFill>
                  <a:schemeClr val="tx1">
                    <a:lumMod val="65000"/>
                    <a:lumOff val="35000"/>
                  </a:schemeClr>
                </a:solidFill>
              </a:rPr>
              <a:t>添加内容添加内容</a:t>
            </a:r>
          </a:p>
        </p:txBody>
      </p:sp>
      <p:sp>
        <p:nvSpPr>
          <p:cNvPr id="57" name="文本框 56"/>
          <p:cNvSpPr txBox="1"/>
          <p:nvPr/>
        </p:nvSpPr>
        <p:spPr>
          <a:xfrm>
            <a:off x="5202156" y="2863800"/>
            <a:ext cx="1836000" cy="830997"/>
          </a:xfrm>
          <a:prstGeom prst="rect">
            <a:avLst/>
          </a:prstGeom>
          <a:noFill/>
        </p:spPr>
        <p:txBody>
          <a:bodyPr wrap="square" rtlCol="0">
            <a:spAutoFit/>
          </a:bodyPr>
          <a:lstStyle/>
          <a:p>
            <a:pPr algn="ctr">
              <a:lnSpc>
                <a:spcPct val="120000"/>
              </a:lnSpc>
            </a:pPr>
            <a:r>
              <a:rPr lang="zh-CN" altLang="en-US" sz="2400" b="1" dirty="0">
                <a:solidFill>
                  <a:schemeClr val="bg1"/>
                </a:solidFill>
              </a:rPr>
              <a:t>添加标题</a:t>
            </a:r>
            <a:endParaRPr lang="en-US" altLang="zh-CN" sz="2400" b="1" dirty="0">
              <a:solidFill>
                <a:schemeClr val="bg1"/>
              </a:solidFill>
            </a:endParaRPr>
          </a:p>
          <a:p>
            <a:pPr algn="ctr">
              <a:lnSpc>
                <a:spcPct val="120000"/>
              </a:lnSpc>
            </a:pPr>
            <a:r>
              <a:rPr lang="zh-CN" altLang="en-US" sz="1600" dirty="0">
                <a:solidFill>
                  <a:schemeClr val="bg1"/>
                </a:solidFill>
              </a:rPr>
              <a:t>添加内容</a:t>
            </a:r>
          </a:p>
        </p:txBody>
      </p:sp>
      <p:grpSp>
        <p:nvGrpSpPr>
          <p:cNvPr id="58" name="组合 57"/>
          <p:cNvGrpSpPr/>
          <p:nvPr/>
        </p:nvGrpSpPr>
        <p:grpSpPr>
          <a:xfrm>
            <a:off x="5691022" y="2297021"/>
            <a:ext cx="833162" cy="490004"/>
            <a:chOff x="3270162" y="5998926"/>
            <a:chExt cx="855663" cy="503238"/>
          </a:xfrm>
          <a:solidFill>
            <a:schemeClr val="bg1"/>
          </a:solidFill>
        </p:grpSpPr>
        <p:sp>
          <p:nvSpPr>
            <p:cNvPr id="59" name="Freeform 55"/>
            <p:cNvSpPr>
              <a:spLocks/>
            </p:cNvSpPr>
            <p:nvPr/>
          </p:nvSpPr>
          <p:spPr bwMode="auto">
            <a:xfrm>
              <a:off x="3492412" y="5998926"/>
              <a:ext cx="428625" cy="498475"/>
            </a:xfrm>
            <a:custGeom>
              <a:avLst/>
              <a:gdLst>
                <a:gd name="T0" fmla="*/ 0 w 190"/>
                <a:gd name="T1" fmla="*/ 221 h 221"/>
                <a:gd name="T2" fmla="*/ 190 w 190"/>
                <a:gd name="T3" fmla="*/ 221 h 221"/>
                <a:gd name="T4" fmla="*/ 129 w 190"/>
                <a:gd name="T5" fmla="*/ 100 h 221"/>
                <a:gd name="T6" fmla="*/ 151 w 190"/>
                <a:gd name="T7" fmla="*/ 56 h 221"/>
                <a:gd name="T8" fmla="*/ 95 w 190"/>
                <a:gd name="T9" fmla="*/ 0 h 221"/>
                <a:gd name="T10" fmla="*/ 38 w 190"/>
                <a:gd name="T11" fmla="*/ 57 h 221"/>
                <a:gd name="T12" fmla="*/ 61 w 190"/>
                <a:gd name="T13" fmla="*/ 100 h 221"/>
                <a:gd name="T14" fmla="*/ 0 w 190"/>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0" h="221">
                  <a:moveTo>
                    <a:pt x="0" y="221"/>
                  </a:moveTo>
                  <a:cubicBezTo>
                    <a:pt x="190" y="221"/>
                    <a:pt x="190" y="221"/>
                    <a:pt x="190" y="221"/>
                  </a:cubicBezTo>
                  <a:cubicBezTo>
                    <a:pt x="190" y="172"/>
                    <a:pt x="165" y="119"/>
                    <a:pt x="129" y="100"/>
                  </a:cubicBezTo>
                  <a:cubicBezTo>
                    <a:pt x="143" y="90"/>
                    <a:pt x="151" y="75"/>
                    <a:pt x="151" y="56"/>
                  </a:cubicBezTo>
                  <a:cubicBezTo>
                    <a:pt x="151" y="25"/>
                    <a:pt x="126" y="0"/>
                    <a:pt x="95" y="0"/>
                  </a:cubicBezTo>
                  <a:cubicBezTo>
                    <a:pt x="64" y="0"/>
                    <a:pt x="38" y="26"/>
                    <a:pt x="38" y="57"/>
                  </a:cubicBezTo>
                  <a:cubicBezTo>
                    <a:pt x="38" y="75"/>
                    <a:pt x="47" y="90"/>
                    <a:pt x="61" y="100"/>
                  </a:cubicBezTo>
                  <a:cubicBezTo>
                    <a:pt x="25" y="119"/>
                    <a:pt x="0" y="172"/>
                    <a:pt x="0" y="22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0" name="Freeform 56"/>
            <p:cNvSpPr>
              <a:spLocks/>
            </p:cNvSpPr>
            <p:nvPr/>
          </p:nvSpPr>
          <p:spPr bwMode="auto">
            <a:xfrm>
              <a:off x="3884525" y="6141801"/>
              <a:ext cx="241300" cy="360363"/>
            </a:xfrm>
            <a:custGeom>
              <a:avLst/>
              <a:gdLst>
                <a:gd name="T0" fmla="*/ 64 w 107"/>
                <a:gd name="T1" fmla="*/ 72 h 160"/>
                <a:gd name="T2" fmla="*/ 80 w 107"/>
                <a:gd name="T3" fmla="*/ 40 h 160"/>
                <a:gd name="T4" fmla="*/ 40 w 107"/>
                <a:gd name="T5" fmla="*/ 0 h 160"/>
                <a:gd name="T6" fmla="*/ 0 w 107"/>
                <a:gd name="T7" fmla="*/ 40 h 160"/>
                <a:gd name="T8" fmla="*/ 16 w 107"/>
                <a:gd name="T9" fmla="*/ 71 h 160"/>
                <a:gd name="T10" fmla="*/ 7 w 107"/>
                <a:gd name="T11" fmla="*/ 79 h 160"/>
                <a:gd name="T12" fmla="*/ 28 w 107"/>
                <a:gd name="T13" fmla="*/ 160 h 160"/>
                <a:gd name="T14" fmla="*/ 107 w 107"/>
                <a:gd name="T15" fmla="*/ 160 h 160"/>
                <a:gd name="T16" fmla="*/ 64 w 107"/>
                <a:gd name="T17" fmla="*/ 72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7" h="160">
                  <a:moveTo>
                    <a:pt x="64" y="72"/>
                  </a:moveTo>
                  <a:cubicBezTo>
                    <a:pt x="74" y="65"/>
                    <a:pt x="80" y="53"/>
                    <a:pt x="80" y="40"/>
                  </a:cubicBezTo>
                  <a:cubicBezTo>
                    <a:pt x="80" y="18"/>
                    <a:pt x="62" y="0"/>
                    <a:pt x="40" y="0"/>
                  </a:cubicBezTo>
                  <a:cubicBezTo>
                    <a:pt x="18" y="0"/>
                    <a:pt x="0" y="18"/>
                    <a:pt x="0" y="40"/>
                  </a:cubicBezTo>
                  <a:cubicBezTo>
                    <a:pt x="0" y="53"/>
                    <a:pt x="6" y="63"/>
                    <a:pt x="16" y="71"/>
                  </a:cubicBezTo>
                  <a:cubicBezTo>
                    <a:pt x="13" y="72"/>
                    <a:pt x="10" y="76"/>
                    <a:pt x="7" y="79"/>
                  </a:cubicBezTo>
                  <a:cubicBezTo>
                    <a:pt x="20" y="102"/>
                    <a:pt x="28" y="136"/>
                    <a:pt x="28" y="160"/>
                  </a:cubicBezTo>
                  <a:cubicBezTo>
                    <a:pt x="107" y="160"/>
                    <a:pt x="107" y="160"/>
                    <a:pt x="107" y="160"/>
                  </a:cubicBezTo>
                  <a:cubicBezTo>
                    <a:pt x="107" y="121"/>
                    <a:pt x="89" y="86"/>
                    <a:pt x="64" y="7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1" name="Freeform 57"/>
            <p:cNvSpPr>
              <a:spLocks/>
            </p:cNvSpPr>
            <p:nvPr/>
          </p:nvSpPr>
          <p:spPr bwMode="auto">
            <a:xfrm>
              <a:off x="3270162" y="6141801"/>
              <a:ext cx="241300" cy="360363"/>
            </a:xfrm>
            <a:custGeom>
              <a:avLst/>
              <a:gdLst>
                <a:gd name="T0" fmla="*/ 91 w 107"/>
                <a:gd name="T1" fmla="*/ 71 h 160"/>
                <a:gd name="T2" fmla="*/ 107 w 107"/>
                <a:gd name="T3" fmla="*/ 39 h 160"/>
                <a:gd name="T4" fmla="*/ 67 w 107"/>
                <a:gd name="T5" fmla="*/ 0 h 160"/>
                <a:gd name="T6" fmla="*/ 27 w 107"/>
                <a:gd name="T7" fmla="*/ 40 h 160"/>
                <a:gd name="T8" fmla="*/ 43 w 107"/>
                <a:gd name="T9" fmla="*/ 72 h 160"/>
                <a:gd name="T10" fmla="*/ 0 w 107"/>
                <a:gd name="T11" fmla="*/ 160 h 160"/>
                <a:gd name="T12" fmla="*/ 86 w 107"/>
                <a:gd name="T13" fmla="*/ 160 h 160"/>
                <a:gd name="T14" fmla="*/ 105 w 107"/>
                <a:gd name="T15" fmla="*/ 82 h 160"/>
                <a:gd name="T16" fmla="*/ 91 w 107"/>
                <a:gd name="T17" fmla="*/ 7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7" h="160">
                  <a:moveTo>
                    <a:pt x="91" y="71"/>
                  </a:moveTo>
                  <a:cubicBezTo>
                    <a:pt x="101" y="63"/>
                    <a:pt x="107" y="52"/>
                    <a:pt x="107" y="39"/>
                  </a:cubicBezTo>
                  <a:cubicBezTo>
                    <a:pt x="107" y="17"/>
                    <a:pt x="89" y="0"/>
                    <a:pt x="67" y="0"/>
                  </a:cubicBezTo>
                  <a:cubicBezTo>
                    <a:pt x="45" y="0"/>
                    <a:pt x="27" y="18"/>
                    <a:pt x="27" y="40"/>
                  </a:cubicBezTo>
                  <a:cubicBezTo>
                    <a:pt x="27" y="53"/>
                    <a:pt x="33" y="65"/>
                    <a:pt x="43" y="72"/>
                  </a:cubicBezTo>
                  <a:cubicBezTo>
                    <a:pt x="18" y="86"/>
                    <a:pt x="0" y="121"/>
                    <a:pt x="0" y="160"/>
                  </a:cubicBezTo>
                  <a:cubicBezTo>
                    <a:pt x="86" y="160"/>
                    <a:pt x="86" y="160"/>
                    <a:pt x="86" y="160"/>
                  </a:cubicBezTo>
                  <a:cubicBezTo>
                    <a:pt x="86" y="136"/>
                    <a:pt x="93" y="105"/>
                    <a:pt x="105" y="82"/>
                  </a:cubicBezTo>
                  <a:cubicBezTo>
                    <a:pt x="101" y="78"/>
                    <a:pt x="96" y="73"/>
                    <a:pt x="91" y="7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grpSp>
      <p:sp>
        <p:nvSpPr>
          <p:cNvPr id="62" name="矩形 39"/>
          <p:cNvSpPr/>
          <p:nvPr/>
        </p:nvSpPr>
        <p:spPr>
          <a:xfrm>
            <a:off x="0" y="203088"/>
            <a:ext cx="2492990" cy="523220"/>
          </a:xfrm>
          <a:prstGeom prst="rect">
            <a:avLst/>
          </a:prstGeom>
          <a:noFill/>
        </p:spPr>
        <p:txBody>
          <a:bodyPr wrap="none" rtlCol="0">
            <a:spAutoFit/>
          </a:bodyPr>
          <a:lstStyle/>
          <a:p>
            <a:r>
              <a:rPr lang="zh-CN" altLang="en-US" sz="2800" b="1" dirty="0">
                <a:solidFill>
                  <a:schemeClr val="tx1">
                    <a:lumMod val="65000"/>
                    <a:lumOff val="35000"/>
                  </a:schemeClr>
                </a:solidFill>
              </a:rPr>
              <a:t>七项并列</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包含</a:t>
            </a:r>
            <a:endParaRPr lang="zh-CN" altLang="zh-CN" sz="2800" b="1" dirty="0">
              <a:solidFill>
                <a:schemeClr val="tx1">
                  <a:lumMod val="65000"/>
                  <a:lumOff val="35000"/>
                </a:schemeClr>
              </a:solidFill>
            </a:endParaRPr>
          </a:p>
        </p:txBody>
      </p:sp>
      <p:sp>
        <p:nvSpPr>
          <p:cNvPr id="64" name="文本框 63"/>
          <p:cNvSpPr txBox="1"/>
          <p:nvPr/>
        </p:nvSpPr>
        <p:spPr>
          <a:xfrm>
            <a:off x="4139317" y="1058393"/>
            <a:ext cx="3913366"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65" name="Rectangle 58"/>
          <p:cNvSpPr/>
          <p:nvPr/>
        </p:nvSpPr>
        <p:spPr>
          <a:xfrm>
            <a:off x="3614043" y="1478661"/>
            <a:ext cx="4963915"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单击此处添加副标题</a:t>
            </a:r>
          </a:p>
        </p:txBody>
      </p:sp>
    </p:spTree>
    <p:extLst>
      <p:ext uri="{BB962C8B-B14F-4D97-AF65-F5344CB8AC3E}">
        <p14:creationId xmlns:p14="http://schemas.microsoft.com/office/powerpoint/2010/main" val="1000341261"/>
      </p:ext>
    </p:extLst>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77" name="矩形 1976"/>
          <p:cNvSpPr/>
          <p:nvPr/>
        </p:nvSpPr>
        <p:spPr>
          <a:xfrm>
            <a:off x="6096000" y="0"/>
            <a:ext cx="6096000" cy="6858000"/>
          </a:xfrm>
          <a:prstGeom prst="rect">
            <a:avLst/>
          </a:prstGeom>
          <a:solidFill>
            <a:srgbClr val="E3E3E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2045" name="Freeform 1867"/>
          <p:cNvSpPr>
            <a:spLocks/>
          </p:cNvSpPr>
          <p:nvPr/>
        </p:nvSpPr>
        <p:spPr bwMode="auto">
          <a:xfrm>
            <a:off x="8126502" y="2306269"/>
            <a:ext cx="2082783" cy="2331127"/>
          </a:xfrm>
          <a:custGeom>
            <a:avLst/>
            <a:gdLst>
              <a:gd name="T0" fmla="*/ 154 w 159"/>
              <a:gd name="T1" fmla="*/ 124 h 178"/>
              <a:gd name="T2" fmla="*/ 150 w 159"/>
              <a:gd name="T3" fmla="*/ 123 h 178"/>
              <a:gd name="T4" fmla="*/ 150 w 159"/>
              <a:gd name="T5" fmla="*/ 123 h 178"/>
              <a:gd name="T6" fmla="*/ 141 w 159"/>
              <a:gd name="T7" fmla="*/ 122 h 178"/>
              <a:gd name="T8" fmla="*/ 159 w 159"/>
              <a:gd name="T9" fmla="*/ 90 h 178"/>
              <a:gd name="T10" fmla="*/ 140 w 159"/>
              <a:gd name="T11" fmla="*/ 56 h 178"/>
              <a:gd name="T12" fmla="*/ 150 w 159"/>
              <a:gd name="T13" fmla="*/ 55 h 178"/>
              <a:gd name="T14" fmla="*/ 150 w 159"/>
              <a:gd name="T15" fmla="*/ 55 h 178"/>
              <a:gd name="T16" fmla="*/ 154 w 159"/>
              <a:gd name="T17" fmla="*/ 54 h 178"/>
              <a:gd name="T18" fmla="*/ 157 w 159"/>
              <a:gd name="T19" fmla="*/ 44 h 178"/>
              <a:gd name="T20" fmla="*/ 147 w 159"/>
              <a:gd name="T21" fmla="*/ 42 h 178"/>
              <a:gd name="T22" fmla="*/ 144 w 159"/>
              <a:gd name="T23" fmla="*/ 45 h 178"/>
              <a:gd name="T24" fmla="*/ 144 w 159"/>
              <a:gd name="T25" fmla="*/ 45 h 178"/>
              <a:gd name="T26" fmla="*/ 138 w 159"/>
              <a:gd name="T27" fmla="*/ 53 h 178"/>
              <a:gd name="T28" fmla="*/ 119 w 159"/>
              <a:gd name="T29" fmla="*/ 20 h 178"/>
              <a:gd name="T30" fmla="*/ 81 w 159"/>
              <a:gd name="T31" fmla="*/ 20 h 178"/>
              <a:gd name="T32" fmla="*/ 85 w 159"/>
              <a:gd name="T33" fmla="*/ 11 h 178"/>
              <a:gd name="T34" fmla="*/ 85 w 159"/>
              <a:gd name="T35" fmla="*/ 11 h 178"/>
              <a:gd name="T36" fmla="*/ 86 w 159"/>
              <a:gd name="T37" fmla="*/ 7 h 178"/>
              <a:gd name="T38" fmla="*/ 79 w 159"/>
              <a:gd name="T39" fmla="*/ 0 h 178"/>
              <a:gd name="T40" fmla="*/ 72 w 159"/>
              <a:gd name="T41" fmla="*/ 7 h 178"/>
              <a:gd name="T42" fmla="*/ 74 w 159"/>
              <a:gd name="T43" fmla="*/ 11 h 178"/>
              <a:gd name="T44" fmla="*/ 74 w 159"/>
              <a:gd name="T45" fmla="*/ 11 h 178"/>
              <a:gd name="T46" fmla="*/ 77 w 159"/>
              <a:gd name="T47" fmla="*/ 20 h 178"/>
              <a:gd name="T48" fmla="*/ 40 w 159"/>
              <a:gd name="T49" fmla="*/ 20 h 178"/>
              <a:gd name="T50" fmla="*/ 21 w 159"/>
              <a:gd name="T51" fmla="*/ 53 h 178"/>
              <a:gd name="T52" fmla="*/ 14 w 159"/>
              <a:gd name="T53" fmla="*/ 45 h 178"/>
              <a:gd name="T54" fmla="*/ 14 w 159"/>
              <a:gd name="T55" fmla="*/ 45 h 178"/>
              <a:gd name="T56" fmla="*/ 12 w 159"/>
              <a:gd name="T57" fmla="*/ 42 h 178"/>
              <a:gd name="T58" fmla="*/ 2 w 159"/>
              <a:gd name="T59" fmla="*/ 44 h 178"/>
              <a:gd name="T60" fmla="*/ 5 w 159"/>
              <a:gd name="T61" fmla="*/ 54 h 178"/>
              <a:gd name="T62" fmla="*/ 9 w 159"/>
              <a:gd name="T63" fmla="*/ 55 h 178"/>
              <a:gd name="T64" fmla="*/ 9 w 159"/>
              <a:gd name="T65" fmla="*/ 55 h 178"/>
              <a:gd name="T66" fmla="*/ 19 w 159"/>
              <a:gd name="T67" fmla="*/ 56 h 178"/>
              <a:gd name="T68" fmla="*/ 0 w 159"/>
              <a:gd name="T69" fmla="*/ 90 h 178"/>
              <a:gd name="T70" fmla="*/ 18 w 159"/>
              <a:gd name="T71" fmla="*/ 122 h 178"/>
              <a:gd name="T72" fmla="*/ 9 w 159"/>
              <a:gd name="T73" fmla="*/ 123 h 178"/>
              <a:gd name="T74" fmla="*/ 9 w 159"/>
              <a:gd name="T75" fmla="*/ 123 h 178"/>
              <a:gd name="T76" fmla="*/ 5 w 159"/>
              <a:gd name="T77" fmla="*/ 124 h 178"/>
              <a:gd name="T78" fmla="*/ 2 w 159"/>
              <a:gd name="T79" fmla="*/ 134 h 178"/>
              <a:gd name="T80" fmla="*/ 12 w 159"/>
              <a:gd name="T81" fmla="*/ 136 h 178"/>
              <a:gd name="T82" fmla="*/ 14 w 159"/>
              <a:gd name="T83" fmla="*/ 133 h 178"/>
              <a:gd name="T84" fmla="*/ 14 w 159"/>
              <a:gd name="T85" fmla="*/ 133 h 178"/>
              <a:gd name="T86" fmla="*/ 20 w 159"/>
              <a:gd name="T87" fmla="*/ 125 h 178"/>
              <a:gd name="T88" fmla="*/ 40 w 159"/>
              <a:gd name="T89" fmla="*/ 159 h 178"/>
              <a:gd name="T90" fmla="*/ 77 w 159"/>
              <a:gd name="T91" fmla="*/ 159 h 178"/>
              <a:gd name="T92" fmla="*/ 74 w 159"/>
              <a:gd name="T93" fmla="*/ 167 h 178"/>
              <a:gd name="T94" fmla="*/ 74 w 159"/>
              <a:gd name="T95" fmla="*/ 167 h 178"/>
              <a:gd name="T96" fmla="*/ 72 w 159"/>
              <a:gd name="T97" fmla="*/ 171 h 178"/>
              <a:gd name="T98" fmla="*/ 79 w 159"/>
              <a:gd name="T99" fmla="*/ 178 h 178"/>
              <a:gd name="T100" fmla="*/ 86 w 159"/>
              <a:gd name="T101" fmla="*/ 171 h 178"/>
              <a:gd name="T102" fmla="*/ 85 w 159"/>
              <a:gd name="T103" fmla="*/ 167 h 178"/>
              <a:gd name="T104" fmla="*/ 85 w 159"/>
              <a:gd name="T105" fmla="*/ 167 h 178"/>
              <a:gd name="T106" fmla="*/ 81 w 159"/>
              <a:gd name="T107" fmla="*/ 159 h 178"/>
              <a:gd name="T108" fmla="*/ 119 w 159"/>
              <a:gd name="T109" fmla="*/ 159 h 178"/>
              <a:gd name="T110" fmla="*/ 139 w 159"/>
              <a:gd name="T111" fmla="*/ 126 h 178"/>
              <a:gd name="T112" fmla="*/ 144 w 159"/>
              <a:gd name="T113" fmla="*/ 133 h 178"/>
              <a:gd name="T114" fmla="*/ 144 w 159"/>
              <a:gd name="T115" fmla="*/ 133 h 178"/>
              <a:gd name="T116" fmla="*/ 147 w 159"/>
              <a:gd name="T117" fmla="*/ 136 h 178"/>
              <a:gd name="T118" fmla="*/ 157 w 159"/>
              <a:gd name="T119" fmla="*/ 134 h 178"/>
              <a:gd name="T120" fmla="*/ 154 w 159"/>
              <a:gd name="T121" fmla="*/ 124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9" h="178">
                <a:moveTo>
                  <a:pt x="154" y="124"/>
                </a:moveTo>
                <a:cubicBezTo>
                  <a:pt x="153" y="123"/>
                  <a:pt x="151" y="123"/>
                  <a:pt x="150" y="123"/>
                </a:cubicBezTo>
                <a:cubicBezTo>
                  <a:pt x="150" y="123"/>
                  <a:pt x="150" y="123"/>
                  <a:pt x="150" y="123"/>
                </a:cubicBezTo>
                <a:cubicBezTo>
                  <a:pt x="146" y="124"/>
                  <a:pt x="143" y="123"/>
                  <a:pt x="141" y="122"/>
                </a:cubicBezTo>
                <a:cubicBezTo>
                  <a:pt x="159" y="90"/>
                  <a:pt x="159" y="90"/>
                  <a:pt x="159" y="90"/>
                </a:cubicBezTo>
                <a:cubicBezTo>
                  <a:pt x="140" y="56"/>
                  <a:pt x="140" y="56"/>
                  <a:pt x="140" y="56"/>
                </a:cubicBezTo>
                <a:cubicBezTo>
                  <a:pt x="143" y="55"/>
                  <a:pt x="146" y="54"/>
                  <a:pt x="150" y="55"/>
                </a:cubicBezTo>
                <a:cubicBezTo>
                  <a:pt x="150" y="55"/>
                  <a:pt x="150" y="55"/>
                  <a:pt x="150" y="55"/>
                </a:cubicBezTo>
                <a:cubicBezTo>
                  <a:pt x="151" y="55"/>
                  <a:pt x="153" y="55"/>
                  <a:pt x="154" y="54"/>
                </a:cubicBezTo>
                <a:cubicBezTo>
                  <a:pt x="157" y="52"/>
                  <a:pt x="159" y="48"/>
                  <a:pt x="157" y="44"/>
                </a:cubicBezTo>
                <a:cubicBezTo>
                  <a:pt x="155" y="41"/>
                  <a:pt x="150" y="40"/>
                  <a:pt x="147" y="42"/>
                </a:cubicBezTo>
                <a:cubicBezTo>
                  <a:pt x="146" y="43"/>
                  <a:pt x="145" y="44"/>
                  <a:pt x="144" y="45"/>
                </a:cubicBezTo>
                <a:cubicBezTo>
                  <a:pt x="144" y="45"/>
                  <a:pt x="144" y="45"/>
                  <a:pt x="144" y="45"/>
                </a:cubicBezTo>
                <a:cubicBezTo>
                  <a:pt x="143" y="49"/>
                  <a:pt x="141" y="51"/>
                  <a:pt x="138" y="53"/>
                </a:cubicBezTo>
                <a:cubicBezTo>
                  <a:pt x="119" y="20"/>
                  <a:pt x="119" y="20"/>
                  <a:pt x="119" y="20"/>
                </a:cubicBezTo>
                <a:cubicBezTo>
                  <a:pt x="81" y="20"/>
                  <a:pt x="81" y="20"/>
                  <a:pt x="81" y="20"/>
                </a:cubicBezTo>
                <a:cubicBezTo>
                  <a:pt x="81" y="17"/>
                  <a:pt x="83" y="14"/>
                  <a:pt x="85" y="11"/>
                </a:cubicBezTo>
                <a:cubicBezTo>
                  <a:pt x="85" y="11"/>
                  <a:pt x="85" y="11"/>
                  <a:pt x="85" y="11"/>
                </a:cubicBezTo>
                <a:cubicBezTo>
                  <a:pt x="86" y="10"/>
                  <a:pt x="86" y="8"/>
                  <a:pt x="86" y="7"/>
                </a:cubicBezTo>
                <a:cubicBezTo>
                  <a:pt x="86" y="3"/>
                  <a:pt x="83" y="0"/>
                  <a:pt x="79" y="0"/>
                </a:cubicBezTo>
                <a:cubicBezTo>
                  <a:pt x="76" y="0"/>
                  <a:pt x="72" y="3"/>
                  <a:pt x="72" y="7"/>
                </a:cubicBezTo>
                <a:cubicBezTo>
                  <a:pt x="72" y="8"/>
                  <a:pt x="73" y="10"/>
                  <a:pt x="74" y="11"/>
                </a:cubicBezTo>
                <a:cubicBezTo>
                  <a:pt x="74" y="11"/>
                  <a:pt x="74" y="11"/>
                  <a:pt x="74" y="11"/>
                </a:cubicBezTo>
                <a:cubicBezTo>
                  <a:pt x="76" y="14"/>
                  <a:pt x="77" y="17"/>
                  <a:pt x="77" y="20"/>
                </a:cubicBezTo>
                <a:cubicBezTo>
                  <a:pt x="40" y="20"/>
                  <a:pt x="40" y="20"/>
                  <a:pt x="40" y="20"/>
                </a:cubicBezTo>
                <a:cubicBezTo>
                  <a:pt x="21" y="53"/>
                  <a:pt x="21" y="53"/>
                  <a:pt x="21" y="53"/>
                </a:cubicBezTo>
                <a:cubicBezTo>
                  <a:pt x="18" y="51"/>
                  <a:pt x="16" y="49"/>
                  <a:pt x="14" y="45"/>
                </a:cubicBezTo>
                <a:cubicBezTo>
                  <a:pt x="14" y="45"/>
                  <a:pt x="14" y="45"/>
                  <a:pt x="14" y="45"/>
                </a:cubicBezTo>
                <a:cubicBezTo>
                  <a:pt x="14" y="44"/>
                  <a:pt x="13" y="43"/>
                  <a:pt x="12" y="42"/>
                </a:cubicBezTo>
                <a:cubicBezTo>
                  <a:pt x="8" y="40"/>
                  <a:pt x="4" y="41"/>
                  <a:pt x="2" y="44"/>
                </a:cubicBezTo>
                <a:cubicBezTo>
                  <a:pt x="0" y="48"/>
                  <a:pt x="1" y="52"/>
                  <a:pt x="5" y="54"/>
                </a:cubicBezTo>
                <a:cubicBezTo>
                  <a:pt x="6" y="55"/>
                  <a:pt x="7" y="55"/>
                  <a:pt x="9" y="55"/>
                </a:cubicBezTo>
                <a:cubicBezTo>
                  <a:pt x="9" y="55"/>
                  <a:pt x="9" y="55"/>
                  <a:pt x="9" y="55"/>
                </a:cubicBezTo>
                <a:cubicBezTo>
                  <a:pt x="13" y="54"/>
                  <a:pt x="16" y="55"/>
                  <a:pt x="19" y="56"/>
                </a:cubicBezTo>
                <a:cubicBezTo>
                  <a:pt x="0" y="90"/>
                  <a:pt x="0" y="90"/>
                  <a:pt x="0" y="90"/>
                </a:cubicBezTo>
                <a:cubicBezTo>
                  <a:pt x="18" y="122"/>
                  <a:pt x="18" y="122"/>
                  <a:pt x="18" y="122"/>
                </a:cubicBezTo>
                <a:cubicBezTo>
                  <a:pt x="16" y="123"/>
                  <a:pt x="13" y="124"/>
                  <a:pt x="9" y="123"/>
                </a:cubicBezTo>
                <a:cubicBezTo>
                  <a:pt x="9" y="123"/>
                  <a:pt x="9" y="123"/>
                  <a:pt x="9" y="123"/>
                </a:cubicBezTo>
                <a:cubicBezTo>
                  <a:pt x="7" y="123"/>
                  <a:pt x="6" y="123"/>
                  <a:pt x="5" y="124"/>
                </a:cubicBezTo>
                <a:cubicBezTo>
                  <a:pt x="1" y="126"/>
                  <a:pt x="0" y="130"/>
                  <a:pt x="2" y="134"/>
                </a:cubicBezTo>
                <a:cubicBezTo>
                  <a:pt x="4" y="137"/>
                  <a:pt x="8" y="138"/>
                  <a:pt x="12" y="136"/>
                </a:cubicBezTo>
                <a:cubicBezTo>
                  <a:pt x="13" y="135"/>
                  <a:pt x="14" y="134"/>
                  <a:pt x="14" y="133"/>
                </a:cubicBezTo>
                <a:cubicBezTo>
                  <a:pt x="14" y="133"/>
                  <a:pt x="14" y="133"/>
                  <a:pt x="14" y="133"/>
                </a:cubicBezTo>
                <a:cubicBezTo>
                  <a:pt x="16" y="129"/>
                  <a:pt x="18" y="127"/>
                  <a:pt x="20" y="125"/>
                </a:cubicBezTo>
                <a:cubicBezTo>
                  <a:pt x="40" y="159"/>
                  <a:pt x="40" y="159"/>
                  <a:pt x="40" y="159"/>
                </a:cubicBezTo>
                <a:cubicBezTo>
                  <a:pt x="77" y="159"/>
                  <a:pt x="77" y="159"/>
                  <a:pt x="77" y="159"/>
                </a:cubicBezTo>
                <a:cubicBezTo>
                  <a:pt x="77" y="162"/>
                  <a:pt x="76" y="164"/>
                  <a:pt x="74" y="167"/>
                </a:cubicBezTo>
                <a:cubicBezTo>
                  <a:pt x="74" y="167"/>
                  <a:pt x="74" y="167"/>
                  <a:pt x="74" y="167"/>
                </a:cubicBezTo>
                <a:cubicBezTo>
                  <a:pt x="73" y="168"/>
                  <a:pt x="72" y="170"/>
                  <a:pt x="72" y="171"/>
                </a:cubicBezTo>
                <a:cubicBezTo>
                  <a:pt x="72" y="175"/>
                  <a:pt x="75" y="178"/>
                  <a:pt x="79" y="178"/>
                </a:cubicBezTo>
                <a:cubicBezTo>
                  <a:pt x="83" y="178"/>
                  <a:pt x="86" y="175"/>
                  <a:pt x="86" y="171"/>
                </a:cubicBezTo>
                <a:cubicBezTo>
                  <a:pt x="86" y="170"/>
                  <a:pt x="86" y="168"/>
                  <a:pt x="85" y="167"/>
                </a:cubicBezTo>
                <a:cubicBezTo>
                  <a:pt x="85" y="167"/>
                  <a:pt x="85" y="167"/>
                  <a:pt x="85" y="167"/>
                </a:cubicBezTo>
                <a:cubicBezTo>
                  <a:pt x="83" y="164"/>
                  <a:pt x="82" y="162"/>
                  <a:pt x="81" y="159"/>
                </a:cubicBezTo>
                <a:cubicBezTo>
                  <a:pt x="119" y="159"/>
                  <a:pt x="119" y="159"/>
                  <a:pt x="119" y="159"/>
                </a:cubicBezTo>
                <a:cubicBezTo>
                  <a:pt x="139" y="126"/>
                  <a:pt x="139" y="126"/>
                  <a:pt x="139" y="126"/>
                </a:cubicBezTo>
                <a:cubicBezTo>
                  <a:pt x="141" y="127"/>
                  <a:pt x="143" y="130"/>
                  <a:pt x="144" y="133"/>
                </a:cubicBezTo>
                <a:cubicBezTo>
                  <a:pt x="144" y="133"/>
                  <a:pt x="144" y="133"/>
                  <a:pt x="144" y="133"/>
                </a:cubicBezTo>
                <a:cubicBezTo>
                  <a:pt x="145" y="134"/>
                  <a:pt x="146" y="135"/>
                  <a:pt x="147" y="136"/>
                </a:cubicBezTo>
                <a:cubicBezTo>
                  <a:pt x="150" y="138"/>
                  <a:pt x="155" y="137"/>
                  <a:pt x="157" y="134"/>
                </a:cubicBezTo>
                <a:cubicBezTo>
                  <a:pt x="159" y="130"/>
                  <a:pt x="157" y="126"/>
                  <a:pt x="154" y="124"/>
                </a:cubicBezTo>
                <a:close/>
              </a:path>
            </a:pathLst>
          </a:custGeom>
          <a:gradFill flip="none" rotWithShape="1">
            <a:gsLst>
              <a:gs pos="100000">
                <a:srgbClr val="FFFFFF">
                  <a:lumMod val="100000"/>
                </a:srgbClr>
              </a:gs>
              <a:gs pos="0">
                <a:srgbClr val="D9D9DA"/>
              </a:gs>
            </a:gsLst>
            <a:lin ang="2700000" scaled="1"/>
            <a:tileRect/>
          </a:gradFill>
          <a:ln w="19050">
            <a:gradFill flip="none" rotWithShape="1">
              <a:gsLst>
                <a:gs pos="100000">
                  <a:srgbClr val="FFFFFF"/>
                </a:gs>
                <a:gs pos="0">
                  <a:srgbClr val="D9D9DA"/>
                </a:gs>
              </a:gsLst>
              <a:lin ang="13500000" scaled="1"/>
              <a:tileRect/>
            </a:gra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2064" name="Freeform 1877"/>
          <p:cNvSpPr>
            <a:spLocks/>
          </p:cNvSpPr>
          <p:nvPr/>
        </p:nvSpPr>
        <p:spPr bwMode="auto">
          <a:xfrm>
            <a:off x="6490740" y="1639050"/>
            <a:ext cx="2107617" cy="1819538"/>
          </a:xfrm>
          <a:custGeom>
            <a:avLst/>
            <a:gdLst>
              <a:gd name="T0" fmla="*/ 141 w 161"/>
              <a:gd name="T1" fmla="*/ 37 h 139"/>
              <a:gd name="T2" fmla="*/ 152 w 161"/>
              <a:gd name="T3" fmla="*/ 36 h 139"/>
              <a:gd name="T4" fmla="*/ 152 w 161"/>
              <a:gd name="T5" fmla="*/ 36 h 139"/>
              <a:gd name="T6" fmla="*/ 156 w 161"/>
              <a:gd name="T7" fmla="*/ 35 h 139"/>
              <a:gd name="T8" fmla="*/ 159 w 161"/>
              <a:gd name="T9" fmla="*/ 25 h 139"/>
              <a:gd name="T10" fmla="*/ 149 w 161"/>
              <a:gd name="T11" fmla="*/ 23 h 139"/>
              <a:gd name="T12" fmla="*/ 146 w 161"/>
              <a:gd name="T13" fmla="*/ 26 h 139"/>
              <a:gd name="T14" fmla="*/ 146 w 161"/>
              <a:gd name="T15" fmla="*/ 26 h 139"/>
              <a:gd name="T16" fmla="*/ 139 w 161"/>
              <a:gd name="T17" fmla="*/ 34 h 139"/>
              <a:gd name="T18" fmla="*/ 120 w 161"/>
              <a:gd name="T19" fmla="*/ 0 h 139"/>
              <a:gd name="T20" fmla="*/ 40 w 161"/>
              <a:gd name="T21" fmla="*/ 0 h 139"/>
              <a:gd name="T22" fmla="*/ 0 w 161"/>
              <a:gd name="T23" fmla="*/ 70 h 139"/>
              <a:gd name="T24" fmla="*/ 40 w 161"/>
              <a:gd name="T25" fmla="*/ 139 h 139"/>
              <a:gd name="T26" fmla="*/ 76 w 161"/>
              <a:gd name="T27" fmla="*/ 139 h 139"/>
              <a:gd name="T28" fmla="*/ 74 w 161"/>
              <a:gd name="T29" fmla="*/ 135 h 139"/>
              <a:gd name="T30" fmla="*/ 73 w 161"/>
              <a:gd name="T31" fmla="*/ 133 h 139"/>
              <a:gd name="T32" fmla="*/ 72 w 161"/>
              <a:gd name="T33" fmla="*/ 132 h 139"/>
              <a:gd name="T34" fmla="*/ 72 w 161"/>
              <a:gd name="T35" fmla="*/ 129 h 139"/>
              <a:gd name="T36" fmla="*/ 81 w 161"/>
              <a:gd name="T37" fmla="*/ 120 h 139"/>
              <a:gd name="T38" fmla="*/ 90 w 161"/>
              <a:gd name="T39" fmla="*/ 129 h 139"/>
              <a:gd name="T40" fmla="*/ 90 w 161"/>
              <a:gd name="T41" fmla="*/ 132 h 139"/>
              <a:gd name="T42" fmla="*/ 89 w 161"/>
              <a:gd name="T43" fmla="*/ 133 h 139"/>
              <a:gd name="T44" fmla="*/ 88 w 161"/>
              <a:gd name="T45" fmla="*/ 135 h 139"/>
              <a:gd name="T46" fmla="*/ 86 w 161"/>
              <a:gd name="T47" fmla="*/ 139 h 139"/>
              <a:gd name="T48" fmla="*/ 120 w 161"/>
              <a:gd name="T49" fmla="*/ 139 h 139"/>
              <a:gd name="T50" fmla="*/ 138 w 161"/>
              <a:gd name="T51" fmla="*/ 108 h 139"/>
              <a:gd name="T52" fmla="*/ 137 w 161"/>
              <a:gd name="T53" fmla="*/ 108 h 139"/>
              <a:gd name="T54" fmla="*/ 134 w 161"/>
              <a:gd name="T55" fmla="*/ 108 h 139"/>
              <a:gd name="T56" fmla="*/ 132 w 161"/>
              <a:gd name="T57" fmla="*/ 108 h 139"/>
              <a:gd name="T58" fmla="*/ 131 w 161"/>
              <a:gd name="T59" fmla="*/ 107 h 139"/>
              <a:gd name="T60" fmla="*/ 129 w 161"/>
              <a:gd name="T61" fmla="*/ 107 h 139"/>
              <a:gd name="T62" fmla="*/ 125 w 161"/>
              <a:gd name="T63" fmla="*/ 94 h 139"/>
              <a:gd name="T64" fmla="*/ 133 w 161"/>
              <a:gd name="T65" fmla="*/ 90 h 139"/>
              <a:gd name="T66" fmla="*/ 138 w 161"/>
              <a:gd name="T67" fmla="*/ 91 h 139"/>
              <a:gd name="T68" fmla="*/ 139 w 161"/>
              <a:gd name="T69" fmla="*/ 92 h 139"/>
              <a:gd name="T70" fmla="*/ 140 w 161"/>
              <a:gd name="T71" fmla="*/ 93 h 139"/>
              <a:gd name="T72" fmla="*/ 141 w 161"/>
              <a:gd name="T73" fmla="*/ 95 h 139"/>
              <a:gd name="T74" fmla="*/ 143 w 161"/>
              <a:gd name="T75" fmla="*/ 99 h 139"/>
              <a:gd name="T76" fmla="*/ 160 w 161"/>
              <a:gd name="T77" fmla="*/ 70 h 139"/>
              <a:gd name="T78" fmla="*/ 141 w 161"/>
              <a:gd name="T79" fmla="*/ 37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1" h="139">
                <a:moveTo>
                  <a:pt x="141" y="37"/>
                </a:moveTo>
                <a:cubicBezTo>
                  <a:pt x="144" y="36"/>
                  <a:pt x="147" y="35"/>
                  <a:pt x="152" y="36"/>
                </a:cubicBezTo>
                <a:cubicBezTo>
                  <a:pt x="152" y="36"/>
                  <a:pt x="152" y="36"/>
                  <a:pt x="152" y="36"/>
                </a:cubicBezTo>
                <a:cubicBezTo>
                  <a:pt x="153" y="36"/>
                  <a:pt x="155" y="35"/>
                  <a:pt x="156" y="35"/>
                </a:cubicBezTo>
                <a:cubicBezTo>
                  <a:pt x="159" y="33"/>
                  <a:pt x="161" y="28"/>
                  <a:pt x="159" y="25"/>
                </a:cubicBezTo>
                <a:cubicBezTo>
                  <a:pt x="157" y="22"/>
                  <a:pt x="152" y="21"/>
                  <a:pt x="149" y="23"/>
                </a:cubicBezTo>
                <a:cubicBezTo>
                  <a:pt x="148" y="23"/>
                  <a:pt x="147" y="24"/>
                  <a:pt x="146" y="26"/>
                </a:cubicBezTo>
                <a:cubicBezTo>
                  <a:pt x="146" y="26"/>
                  <a:pt x="146" y="26"/>
                  <a:pt x="146" y="26"/>
                </a:cubicBezTo>
                <a:cubicBezTo>
                  <a:pt x="144" y="30"/>
                  <a:pt x="142" y="32"/>
                  <a:pt x="139" y="34"/>
                </a:cubicBezTo>
                <a:cubicBezTo>
                  <a:pt x="120" y="0"/>
                  <a:pt x="120" y="0"/>
                  <a:pt x="120" y="0"/>
                </a:cubicBezTo>
                <a:cubicBezTo>
                  <a:pt x="40" y="0"/>
                  <a:pt x="40" y="0"/>
                  <a:pt x="40" y="0"/>
                </a:cubicBezTo>
                <a:cubicBezTo>
                  <a:pt x="0" y="70"/>
                  <a:pt x="0" y="70"/>
                  <a:pt x="0" y="70"/>
                </a:cubicBezTo>
                <a:cubicBezTo>
                  <a:pt x="40" y="139"/>
                  <a:pt x="40" y="139"/>
                  <a:pt x="40" y="139"/>
                </a:cubicBezTo>
                <a:cubicBezTo>
                  <a:pt x="76" y="139"/>
                  <a:pt x="76" y="139"/>
                  <a:pt x="76" y="139"/>
                </a:cubicBezTo>
                <a:cubicBezTo>
                  <a:pt x="76" y="138"/>
                  <a:pt x="75" y="136"/>
                  <a:pt x="74" y="135"/>
                </a:cubicBezTo>
                <a:cubicBezTo>
                  <a:pt x="73" y="133"/>
                  <a:pt x="73" y="133"/>
                  <a:pt x="73" y="133"/>
                </a:cubicBezTo>
                <a:cubicBezTo>
                  <a:pt x="72" y="132"/>
                  <a:pt x="72" y="132"/>
                  <a:pt x="72" y="132"/>
                </a:cubicBezTo>
                <a:cubicBezTo>
                  <a:pt x="72" y="131"/>
                  <a:pt x="72" y="130"/>
                  <a:pt x="72" y="129"/>
                </a:cubicBezTo>
                <a:cubicBezTo>
                  <a:pt x="72" y="124"/>
                  <a:pt x="76" y="120"/>
                  <a:pt x="81" y="120"/>
                </a:cubicBezTo>
                <a:cubicBezTo>
                  <a:pt x="86" y="120"/>
                  <a:pt x="90" y="124"/>
                  <a:pt x="90" y="129"/>
                </a:cubicBezTo>
                <a:cubicBezTo>
                  <a:pt x="90" y="130"/>
                  <a:pt x="90" y="131"/>
                  <a:pt x="90" y="132"/>
                </a:cubicBezTo>
                <a:cubicBezTo>
                  <a:pt x="89" y="133"/>
                  <a:pt x="89" y="133"/>
                  <a:pt x="89" y="133"/>
                </a:cubicBezTo>
                <a:cubicBezTo>
                  <a:pt x="88" y="135"/>
                  <a:pt x="88" y="135"/>
                  <a:pt x="88" y="135"/>
                </a:cubicBezTo>
                <a:cubicBezTo>
                  <a:pt x="87" y="136"/>
                  <a:pt x="86" y="138"/>
                  <a:pt x="86" y="139"/>
                </a:cubicBezTo>
                <a:cubicBezTo>
                  <a:pt x="120" y="139"/>
                  <a:pt x="120" y="139"/>
                  <a:pt x="120" y="139"/>
                </a:cubicBezTo>
                <a:cubicBezTo>
                  <a:pt x="138" y="108"/>
                  <a:pt x="138" y="108"/>
                  <a:pt x="138" y="108"/>
                </a:cubicBezTo>
                <a:cubicBezTo>
                  <a:pt x="138" y="108"/>
                  <a:pt x="137" y="108"/>
                  <a:pt x="137" y="108"/>
                </a:cubicBezTo>
                <a:cubicBezTo>
                  <a:pt x="136" y="108"/>
                  <a:pt x="135" y="108"/>
                  <a:pt x="134" y="108"/>
                </a:cubicBezTo>
                <a:cubicBezTo>
                  <a:pt x="132" y="108"/>
                  <a:pt x="132" y="108"/>
                  <a:pt x="132" y="108"/>
                </a:cubicBezTo>
                <a:cubicBezTo>
                  <a:pt x="131" y="107"/>
                  <a:pt x="131" y="107"/>
                  <a:pt x="131" y="107"/>
                </a:cubicBezTo>
                <a:cubicBezTo>
                  <a:pt x="130" y="107"/>
                  <a:pt x="129" y="107"/>
                  <a:pt x="129" y="107"/>
                </a:cubicBezTo>
                <a:cubicBezTo>
                  <a:pt x="124" y="104"/>
                  <a:pt x="123" y="99"/>
                  <a:pt x="125" y="94"/>
                </a:cubicBezTo>
                <a:cubicBezTo>
                  <a:pt x="127" y="92"/>
                  <a:pt x="130" y="90"/>
                  <a:pt x="133" y="90"/>
                </a:cubicBezTo>
                <a:cubicBezTo>
                  <a:pt x="135" y="90"/>
                  <a:pt x="136" y="90"/>
                  <a:pt x="138" y="91"/>
                </a:cubicBezTo>
                <a:cubicBezTo>
                  <a:pt x="138" y="91"/>
                  <a:pt x="139" y="92"/>
                  <a:pt x="139" y="92"/>
                </a:cubicBezTo>
                <a:cubicBezTo>
                  <a:pt x="140" y="93"/>
                  <a:pt x="140" y="93"/>
                  <a:pt x="140" y="93"/>
                </a:cubicBezTo>
                <a:cubicBezTo>
                  <a:pt x="141" y="95"/>
                  <a:pt x="141" y="95"/>
                  <a:pt x="141" y="95"/>
                </a:cubicBezTo>
                <a:cubicBezTo>
                  <a:pt x="142" y="97"/>
                  <a:pt x="143" y="98"/>
                  <a:pt x="143" y="99"/>
                </a:cubicBezTo>
                <a:cubicBezTo>
                  <a:pt x="160" y="70"/>
                  <a:pt x="160" y="70"/>
                  <a:pt x="160" y="70"/>
                </a:cubicBezTo>
                <a:lnTo>
                  <a:pt x="141" y="37"/>
                </a:lnTo>
                <a:close/>
              </a:path>
            </a:pathLst>
          </a:custGeom>
          <a:gradFill flip="none" rotWithShape="1">
            <a:gsLst>
              <a:gs pos="100000">
                <a:srgbClr val="FFFFFF">
                  <a:lumMod val="100000"/>
                </a:srgbClr>
              </a:gs>
              <a:gs pos="0">
                <a:srgbClr val="D9D9DA"/>
              </a:gs>
            </a:gsLst>
            <a:lin ang="2700000" scaled="1"/>
            <a:tileRect/>
          </a:gradFill>
          <a:ln w="19050">
            <a:gradFill flip="none" rotWithShape="1">
              <a:gsLst>
                <a:gs pos="100000">
                  <a:srgbClr val="FFFFFF"/>
                </a:gs>
                <a:gs pos="0">
                  <a:srgbClr val="D9D9DA"/>
                </a:gs>
              </a:gsLst>
              <a:lin ang="13500000" scaled="1"/>
              <a:tileRect/>
            </a:gra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2083" name="Freeform 1887"/>
          <p:cNvSpPr>
            <a:spLocks/>
          </p:cNvSpPr>
          <p:nvPr/>
        </p:nvSpPr>
        <p:spPr bwMode="auto">
          <a:xfrm>
            <a:off x="6503985" y="3236733"/>
            <a:ext cx="2094372" cy="2094372"/>
          </a:xfrm>
          <a:custGeom>
            <a:avLst/>
            <a:gdLst>
              <a:gd name="T0" fmla="*/ 142 w 160"/>
              <a:gd name="T1" fmla="*/ 60 h 160"/>
              <a:gd name="T2" fmla="*/ 140 w 160"/>
              <a:gd name="T3" fmla="*/ 63 h 160"/>
              <a:gd name="T4" fmla="*/ 139 w 160"/>
              <a:gd name="T5" fmla="*/ 65 h 160"/>
              <a:gd name="T6" fmla="*/ 138 w 160"/>
              <a:gd name="T7" fmla="*/ 66 h 160"/>
              <a:gd name="T8" fmla="*/ 137 w 160"/>
              <a:gd name="T9" fmla="*/ 67 h 160"/>
              <a:gd name="T10" fmla="*/ 132 w 160"/>
              <a:gd name="T11" fmla="*/ 68 h 160"/>
              <a:gd name="T12" fmla="*/ 124 w 160"/>
              <a:gd name="T13" fmla="*/ 64 h 160"/>
              <a:gd name="T14" fmla="*/ 128 w 160"/>
              <a:gd name="T15" fmla="*/ 51 h 160"/>
              <a:gd name="T16" fmla="*/ 129 w 160"/>
              <a:gd name="T17" fmla="*/ 51 h 160"/>
              <a:gd name="T18" fmla="*/ 131 w 160"/>
              <a:gd name="T19" fmla="*/ 50 h 160"/>
              <a:gd name="T20" fmla="*/ 133 w 160"/>
              <a:gd name="T21" fmla="*/ 50 h 160"/>
              <a:gd name="T22" fmla="*/ 136 w 160"/>
              <a:gd name="T23" fmla="*/ 50 h 160"/>
              <a:gd name="T24" fmla="*/ 136 w 160"/>
              <a:gd name="T25" fmla="*/ 50 h 160"/>
              <a:gd name="T26" fmla="*/ 120 w 160"/>
              <a:gd name="T27" fmla="*/ 22 h 160"/>
              <a:gd name="T28" fmla="*/ 82 w 160"/>
              <a:gd name="T29" fmla="*/ 22 h 160"/>
              <a:gd name="T30" fmla="*/ 86 w 160"/>
              <a:gd name="T31" fmla="*/ 12 h 160"/>
              <a:gd name="T32" fmla="*/ 86 w 160"/>
              <a:gd name="T33" fmla="*/ 12 h 160"/>
              <a:gd name="T34" fmla="*/ 87 w 160"/>
              <a:gd name="T35" fmla="*/ 7 h 160"/>
              <a:gd name="T36" fmla="*/ 80 w 160"/>
              <a:gd name="T37" fmla="*/ 0 h 160"/>
              <a:gd name="T38" fmla="*/ 73 w 160"/>
              <a:gd name="T39" fmla="*/ 7 h 160"/>
              <a:gd name="T40" fmla="*/ 74 w 160"/>
              <a:gd name="T41" fmla="*/ 12 h 160"/>
              <a:gd name="T42" fmla="*/ 74 w 160"/>
              <a:gd name="T43" fmla="*/ 12 h 160"/>
              <a:gd name="T44" fmla="*/ 78 w 160"/>
              <a:gd name="T45" fmla="*/ 22 h 160"/>
              <a:gd name="T46" fmla="*/ 40 w 160"/>
              <a:gd name="T47" fmla="*/ 22 h 160"/>
              <a:gd name="T48" fmla="*/ 0 w 160"/>
              <a:gd name="T49" fmla="*/ 91 h 160"/>
              <a:gd name="T50" fmla="*/ 40 w 160"/>
              <a:gd name="T51" fmla="*/ 160 h 160"/>
              <a:gd name="T52" fmla="*/ 120 w 160"/>
              <a:gd name="T53" fmla="*/ 160 h 160"/>
              <a:gd name="T54" fmla="*/ 138 w 160"/>
              <a:gd name="T55" fmla="*/ 129 h 160"/>
              <a:gd name="T56" fmla="*/ 135 w 160"/>
              <a:gd name="T57" fmla="*/ 129 h 160"/>
              <a:gd name="T58" fmla="*/ 132 w 160"/>
              <a:gd name="T59" fmla="*/ 129 h 160"/>
              <a:gd name="T60" fmla="*/ 130 w 160"/>
              <a:gd name="T61" fmla="*/ 129 h 160"/>
              <a:gd name="T62" fmla="*/ 129 w 160"/>
              <a:gd name="T63" fmla="*/ 128 h 160"/>
              <a:gd name="T64" fmla="*/ 127 w 160"/>
              <a:gd name="T65" fmla="*/ 128 h 160"/>
              <a:gd name="T66" fmla="*/ 123 w 160"/>
              <a:gd name="T67" fmla="*/ 122 h 160"/>
              <a:gd name="T68" fmla="*/ 124 w 160"/>
              <a:gd name="T69" fmla="*/ 115 h 160"/>
              <a:gd name="T70" fmla="*/ 131 w 160"/>
              <a:gd name="T71" fmla="*/ 111 h 160"/>
              <a:gd name="T72" fmla="*/ 136 w 160"/>
              <a:gd name="T73" fmla="*/ 112 h 160"/>
              <a:gd name="T74" fmla="*/ 138 w 160"/>
              <a:gd name="T75" fmla="*/ 113 h 160"/>
              <a:gd name="T76" fmla="*/ 139 w 160"/>
              <a:gd name="T77" fmla="*/ 115 h 160"/>
              <a:gd name="T78" fmla="*/ 140 w 160"/>
              <a:gd name="T79" fmla="*/ 116 h 160"/>
              <a:gd name="T80" fmla="*/ 142 w 160"/>
              <a:gd name="T81" fmla="*/ 121 h 160"/>
              <a:gd name="T82" fmla="*/ 160 w 160"/>
              <a:gd name="T83" fmla="*/ 91 h 160"/>
              <a:gd name="T84" fmla="*/ 142 w 160"/>
              <a:gd name="T85" fmla="*/ 6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0" h="160">
                <a:moveTo>
                  <a:pt x="142" y="60"/>
                </a:moveTo>
                <a:cubicBezTo>
                  <a:pt x="141" y="61"/>
                  <a:pt x="141" y="62"/>
                  <a:pt x="140" y="63"/>
                </a:cubicBezTo>
                <a:cubicBezTo>
                  <a:pt x="139" y="65"/>
                  <a:pt x="139" y="65"/>
                  <a:pt x="139" y="65"/>
                </a:cubicBezTo>
                <a:cubicBezTo>
                  <a:pt x="138" y="66"/>
                  <a:pt x="138" y="66"/>
                  <a:pt x="138" y="66"/>
                </a:cubicBezTo>
                <a:cubicBezTo>
                  <a:pt x="138" y="66"/>
                  <a:pt x="137" y="67"/>
                  <a:pt x="137" y="67"/>
                </a:cubicBezTo>
                <a:cubicBezTo>
                  <a:pt x="135" y="68"/>
                  <a:pt x="134" y="68"/>
                  <a:pt x="132" y="68"/>
                </a:cubicBezTo>
                <a:cubicBezTo>
                  <a:pt x="129" y="68"/>
                  <a:pt x="126" y="66"/>
                  <a:pt x="124" y="64"/>
                </a:cubicBezTo>
                <a:cubicBezTo>
                  <a:pt x="122" y="59"/>
                  <a:pt x="123" y="54"/>
                  <a:pt x="128" y="51"/>
                </a:cubicBezTo>
                <a:cubicBezTo>
                  <a:pt x="128" y="51"/>
                  <a:pt x="129" y="51"/>
                  <a:pt x="129" y="51"/>
                </a:cubicBezTo>
                <a:cubicBezTo>
                  <a:pt x="131" y="50"/>
                  <a:pt x="131" y="50"/>
                  <a:pt x="131" y="50"/>
                </a:cubicBezTo>
                <a:cubicBezTo>
                  <a:pt x="133" y="50"/>
                  <a:pt x="133" y="50"/>
                  <a:pt x="133" y="50"/>
                </a:cubicBezTo>
                <a:cubicBezTo>
                  <a:pt x="134" y="50"/>
                  <a:pt x="135" y="50"/>
                  <a:pt x="136" y="50"/>
                </a:cubicBezTo>
                <a:cubicBezTo>
                  <a:pt x="136" y="50"/>
                  <a:pt x="136" y="50"/>
                  <a:pt x="136" y="50"/>
                </a:cubicBezTo>
                <a:cubicBezTo>
                  <a:pt x="120" y="22"/>
                  <a:pt x="120" y="22"/>
                  <a:pt x="120" y="22"/>
                </a:cubicBezTo>
                <a:cubicBezTo>
                  <a:pt x="82" y="22"/>
                  <a:pt x="82" y="22"/>
                  <a:pt x="82" y="22"/>
                </a:cubicBezTo>
                <a:cubicBezTo>
                  <a:pt x="82" y="18"/>
                  <a:pt x="83" y="15"/>
                  <a:pt x="86" y="12"/>
                </a:cubicBezTo>
                <a:cubicBezTo>
                  <a:pt x="86" y="12"/>
                  <a:pt x="86" y="12"/>
                  <a:pt x="86" y="12"/>
                </a:cubicBezTo>
                <a:cubicBezTo>
                  <a:pt x="86" y="10"/>
                  <a:pt x="87" y="9"/>
                  <a:pt x="87" y="7"/>
                </a:cubicBezTo>
                <a:cubicBezTo>
                  <a:pt x="87" y="4"/>
                  <a:pt x="84" y="0"/>
                  <a:pt x="80" y="0"/>
                </a:cubicBezTo>
                <a:cubicBezTo>
                  <a:pt x="76" y="0"/>
                  <a:pt x="73" y="4"/>
                  <a:pt x="73" y="7"/>
                </a:cubicBezTo>
                <a:cubicBezTo>
                  <a:pt x="73" y="9"/>
                  <a:pt x="73" y="10"/>
                  <a:pt x="74" y="12"/>
                </a:cubicBezTo>
                <a:cubicBezTo>
                  <a:pt x="74" y="12"/>
                  <a:pt x="74" y="12"/>
                  <a:pt x="74" y="12"/>
                </a:cubicBezTo>
                <a:cubicBezTo>
                  <a:pt x="77" y="15"/>
                  <a:pt x="78" y="18"/>
                  <a:pt x="78" y="22"/>
                </a:cubicBezTo>
                <a:cubicBezTo>
                  <a:pt x="40" y="22"/>
                  <a:pt x="40" y="22"/>
                  <a:pt x="40" y="22"/>
                </a:cubicBezTo>
                <a:cubicBezTo>
                  <a:pt x="0" y="91"/>
                  <a:pt x="0" y="91"/>
                  <a:pt x="0" y="91"/>
                </a:cubicBezTo>
                <a:cubicBezTo>
                  <a:pt x="40" y="160"/>
                  <a:pt x="40" y="160"/>
                  <a:pt x="40" y="160"/>
                </a:cubicBezTo>
                <a:cubicBezTo>
                  <a:pt x="120" y="160"/>
                  <a:pt x="120" y="160"/>
                  <a:pt x="120" y="160"/>
                </a:cubicBezTo>
                <a:cubicBezTo>
                  <a:pt x="138" y="129"/>
                  <a:pt x="138" y="129"/>
                  <a:pt x="138" y="129"/>
                </a:cubicBezTo>
                <a:cubicBezTo>
                  <a:pt x="137" y="129"/>
                  <a:pt x="136" y="129"/>
                  <a:pt x="135" y="129"/>
                </a:cubicBezTo>
                <a:cubicBezTo>
                  <a:pt x="134" y="129"/>
                  <a:pt x="133" y="129"/>
                  <a:pt x="132" y="129"/>
                </a:cubicBezTo>
                <a:cubicBezTo>
                  <a:pt x="130" y="129"/>
                  <a:pt x="130" y="129"/>
                  <a:pt x="130" y="129"/>
                </a:cubicBezTo>
                <a:cubicBezTo>
                  <a:pt x="129" y="128"/>
                  <a:pt x="129" y="128"/>
                  <a:pt x="129" y="128"/>
                </a:cubicBezTo>
                <a:cubicBezTo>
                  <a:pt x="128" y="128"/>
                  <a:pt x="128" y="128"/>
                  <a:pt x="127" y="128"/>
                </a:cubicBezTo>
                <a:cubicBezTo>
                  <a:pt x="125" y="126"/>
                  <a:pt x="123" y="124"/>
                  <a:pt x="123" y="122"/>
                </a:cubicBezTo>
                <a:cubicBezTo>
                  <a:pt x="122" y="120"/>
                  <a:pt x="122" y="117"/>
                  <a:pt x="124" y="115"/>
                </a:cubicBezTo>
                <a:cubicBezTo>
                  <a:pt x="125" y="113"/>
                  <a:pt x="128" y="111"/>
                  <a:pt x="131" y="111"/>
                </a:cubicBezTo>
                <a:cubicBezTo>
                  <a:pt x="133" y="111"/>
                  <a:pt x="135" y="111"/>
                  <a:pt x="136" y="112"/>
                </a:cubicBezTo>
                <a:cubicBezTo>
                  <a:pt x="137" y="112"/>
                  <a:pt x="137" y="113"/>
                  <a:pt x="138" y="113"/>
                </a:cubicBezTo>
                <a:cubicBezTo>
                  <a:pt x="139" y="115"/>
                  <a:pt x="139" y="115"/>
                  <a:pt x="139" y="115"/>
                </a:cubicBezTo>
                <a:cubicBezTo>
                  <a:pt x="140" y="116"/>
                  <a:pt x="140" y="116"/>
                  <a:pt x="140" y="116"/>
                </a:cubicBezTo>
                <a:cubicBezTo>
                  <a:pt x="140" y="118"/>
                  <a:pt x="141" y="120"/>
                  <a:pt x="142" y="121"/>
                </a:cubicBezTo>
                <a:cubicBezTo>
                  <a:pt x="160" y="91"/>
                  <a:pt x="160" y="91"/>
                  <a:pt x="160" y="91"/>
                </a:cubicBezTo>
                <a:lnTo>
                  <a:pt x="142" y="60"/>
                </a:lnTo>
                <a:close/>
              </a:path>
            </a:pathLst>
          </a:custGeom>
          <a:gradFill flip="none" rotWithShape="1">
            <a:gsLst>
              <a:gs pos="100000">
                <a:srgbClr val="1D8DE5"/>
              </a:gs>
              <a:gs pos="0">
                <a:srgbClr val="007BB5"/>
              </a:gs>
            </a:gsLst>
            <a:lin ang="2700000" scaled="1"/>
            <a:tileRect/>
          </a:gradFill>
          <a:ln w="19050">
            <a:gradFill flip="none" rotWithShape="1">
              <a:gsLst>
                <a:gs pos="100000">
                  <a:srgbClr val="1D8DE5"/>
                </a:gs>
                <a:gs pos="0">
                  <a:srgbClr val="007BB5"/>
                </a:gs>
              </a:gsLst>
              <a:lin ang="13500000" scaled="1"/>
              <a:tileRect/>
            </a:gra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2111" name="Freeform 1897"/>
          <p:cNvSpPr>
            <a:spLocks/>
          </p:cNvSpPr>
          <p:nvPr/>
        </p:nvSpPr>
        <p:spPr bwMode="auto">
          <a:xfrm>
            <a:off x="8113257" y="4453621"/>
            <a:ext cx="2109273" cy="1807948"/>
          </a:xfrm>
          <a:custGeom>
            <a:avLst/>
            <a:gdLst>
              <a:gd name="T0" fmla="*/ 143 w 161"/>
              <a:gd name="T1" fmla="*/ 37 h 138"/>
              <a:gd name="T2" fmla="*/ 140 w 161"/>
              <a:gd name="T3" fmla="*/ 42 h 138"/>
              <a:gd name="T4" fmla="*/ 139 w 161"/>
              <a:gd name="T5" fmla="*/ 44 h 138"/>
              <a:gd name="T6" fmla="*/ 138 w 161"/>
              <a:gd name="T7" fmla="*/ 45 h 138"/>
              <a:gd name="T8" fmla="*/ 136 w 161"/>
              <a:gd name="T9" fmla="*/ 46 h 138"/>
              <a:gd name="T10" fmla="*/ 131 w 161"/>
              <a:gd name="T11" fmla="*/ 47 h 138"/>
              <a:gd name="T12" fmla="*/ 124 w 161"/>
              <a:gd name="T13" fmla="*/ 43 h 138"/>
              <a:gd name="T14" fmla="*/ 123 w 161"/>
              <a:gd name="T15" fmla="*/ 36 h 138"/>
              <a:gd name="T16" fmla="*/ 127 w 161"/>
              <a:gd name="T17" fmla="*/ 31 h 138"/>
              <a:gd name="T18" fmla="*/ 129 w 161"/>
              <a:gd name="T19" fmla="*/ 30 h 138"/>
              <a:gd name="T20" fmla="*/ 130 w 161"/>
              <a:gd name="T21" fmla="*/ 30 h 138"/>
              <a:gd name="T22" fmla="*/ 132 w 161"/>
              <a:gd name="T23" fmla="*/ 29 h 138"/>
              <a:gd name="T24" fmla="*/ 135 w 161"/>
              <a:gd name="T25" fmla="*/ 30 h 138"/>
              <a:gd name="T26" fmla="*/ 138 w 161"/>
              <a:gd name="T27" fmla="*/ 29 h 138"/>
              <a:gd name="T28" fmla="*/ 121 w 161"/>
              <a:gd name="T29" fmla="*/ 0 h 138"/>
              <a:gd name="T30" fmla="*/ 86 w 161"/>
              <a:gd name="T31" fmla="*/ 0 h 138"/>
              <a:gd name="T32" fmla="*/ 88 w 161"/>
              <a:gd name="T33" fmla="*/ 2 h 138"/>
              <a:gd name="T34" fmla="*/ 88 w 161"/>
              <a:gd name="T35" fmla="*/ 4 h 138"/>
              <a:gd name="T36" fmla="*/ 89 w 161"/>
              <a:gd name="T37" fmla="*/ 5 h 138"/>
              <a:gd name="T38" fmla="*/ 89 w 161"/>
              <a:gd name="T39" fmla="*/ 7 h 138"/>
              <a:gd name="T40" fmla="*/ 80 w 161"/>
              <a:gd name="T41" fmla="*/ 16 h 138"/>
              <a:gd name="T42" fmla="*/ 71 w 161"/>
              <a:gd name="T43" fmla="*/ 7 h 138"/>
              <a:gd name="T44" fmla="*/ 71 w 161"/>
              <a:gd name="T45" fmla="*/ 6 h 138"/>
              <a:gd name="T46" fmla="*/ 72 w 161"/>
              <a:gd name="T47" fmla="*/ 4 h 138"/>
              <a:gd name="T48" fmla="*/ 73 w 161"/>
              <a:gd name="T49" fmla="*/ 2 h 138"/>
              <a:gd name="T50" fmla="*/ 75 w 161"/>
              <a:gd name="T51" fmla="*/ 0 h 138"/>
              <a:gd name="T52" fmla="*/ 41 w 161"/>
              <a:gd name="T53" fmla="*/ 0 h 138"/>
              <a:gd name="T54" fmla="*/ 22 w 161"/>
              <a:gd name="T55" fmla="*/ 32 h 138"/>
              <a:gd name="T56" fmla="*/ 15 w 161"/>
              <a:gd name="T57" fmla="*/ 24 h 138"/>
              <a:gd name="T58" fmla="*/ 15 w 161"/>
              <a:gd name="T59" fmla="*/ 24 h 138"/>
              <a:gd name="T60" fmla="*/ 12 w 161"/>
              <a:gd name="T61" fmla="*/ 21 h 138"/>
              <a:gd name="T62" fmla="*/ 2 w 161"/>
              <a:gd name="T63" fmla="*/ 23 h 138"/>
              <a:gd name="T64" fmla="*/ 5 w 161"/>
              <a:gd name="T65" fmla="*/ 33 h 138"/>
              <a:gd name="T66" fmla="*/ 9 w 161"/>
              <a:gd name="T67" fmla="*/ 34 h 138"/>
              <a:gd name="T68" fmla="*/ 9 w 161"/>
              <a:gd name="T69" fmla="*/ 34 h 138"/>
              <a:gd name="T70" fmla="*/ 20 w 161"/>
              <a:gd name="T71" fmla="*/ 36 h 138"/>
              <a:gd name="T72" fmla="*/ 1 w 161"/>
              <a:gd name="T73" fmla="*/ 69 h 138"/>
              <a:gd name="T74" fmla="*/ 41 w 161"/>
              <a:gd name="T75" fmla="*/ 138 h 138"/>
              <a:gd name="T76" fmla="*/ 121 w 161"/>
              <a:gd name="T77" fmla="*/ 138 h 138"/>
              <a:gd name="T78" fmla="*/ 161 w 161"/>
              <a:gd name="T79" fmla="*/ 69 h 138"/>
              <a:gd name="T80" fmla="*/ 143 w 161"/>
              <a:gd name="T81" fmla="*/ 37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1" h="138">
                <a:moveTo>
                  <a:pt x="143" y="37"/>
                </a:moveTo>
                <a:cubicBezTo>
                  <a:pt x="142" y="38"/>
                  <a:pt x="141" y="40"/>
                  <a:pt x="140" y="42"/>
                </a:cubicBezTo>
                <a:cubicBezTo>
                  <a:pt x="139" y="44"/>
                  <a:pt x="139" y="44"/>
                  <a:pt x="139" y="44"/>
                </a:cubicBezTo>
                <a:cubicBezTo>
                  <a:pt x="138" y="45"/>
                  <a:pt x="138" y="45"/>
                  <a:pt x="138" y="45"/>
                </a:cubicBezTo>
                <a:cubicBezTo>
                  <a:pt x="137" y="45"/>
                  <a:pt x="137" y="46"/>
                  <a:pt x="136" y="46"/>
                </a:cubicBezTo>
                <a:cubicBezTo>
                  <a:pt x="135" y="47"/>
                  <a:pt x="133" y="47"/>
                  <a:pt x="131" y="47"/>
                </a:cubicBezTo>
                <a:cubicBezTo>
                  <a:pt x="128" y="47"/>
                  <a:pt x="125" y="46"/>
                  <a:pt x="124" y="43"/>
                </a:cubicBezTo>
                <a:cubicBezTo>
                  <a:pt x="122" y="41"/>
                  <a:pt x="122" y="38"/>
                  <a:pt x="123" y="36"/>
                </a:cubicBezTo>
                <a:cubicBezTo>
                  <a:pt x="123" y="34"/>
                  <a:pt x="125" y="32"/>
                  <a:pt x="127" y="31"/>
                </a:cubicBezTo>
                <a:cubicBezTo>
                  <a:pt x="128" y="30"/>
                  <a:pt x="128" y="30"/>
                  <a:pt x="129" y="30"/>
                </a:cubicBezTo>
                <a:cubicBezTo>
                  <a:pt x="130" y="30"/>
                  <a:pt x="130" y="30"/>
                  <a:pt x="130" y="30"/>
                </a:cubicBezTo>
                <a:cubicBezTo>
                  <a:pt x="132" y="29"/>
                  <a:pt x="132" y="29"/>
                  <a:pt x="132" y="29"/>
                </a:cubicBezTo>
                <a:cubicBezTo>
                  <a:pt x="133" y="30"/>
                  <a:pt x="134" y="30"/>
                  <a:pt x="135" y="30"/>
                </a:cubicBezTo>
                <a:cubicBezTo>
                  <a:pt x="136" y="30"/>
                  <a:pt x="137" y="29"/>
                  <a:pt x="138" y="29"/>
                </a:cubicBezTo>
                <a:cubicBezTo>
                  <a:pt x="121" y="0"/>
                  <a:pt x="121" y="0"/>
                  <a:pt x="121" y="0"/>
                </a:cubicBezTo>
                <a:cubicBezTo>
                  <a:pt x="86" y="0"/>
                  <a:pt x="86" y="0"/>
                  <a:pt x="86" y="0"/>
                </a:cubicBezTo>
                <a:cubicBezTo>
                  <a:pt x="87" y="0"/>
                  <a:pt x="87" y="1"/>
                  <a:pt x="88" y="2"/>
                </a:cubicBezTo>
                <a:cubicBezTo>
                  <a:pt x="88" y="4"/>
                  <a:pt x="88" y="4"/>
                  <a:pt x="88" y="4"/>
                </a:cubicBezTo>
                <a:cubicBezTo>
                  <a:pt x="89" y="5"/>
                  <a:pt x="89" y="5"/>
                  <a:pt x="89" y="5"/>
                </a:cubicBezTo>
                <a:cubicBezTo>
                  <a:pt x="89" y="6"/>
                  <a:pt x="89" y="7"/>
                  <a:pt x="89" y="7"/>
                </a:cubicBezTo>
                <a:cubicBezTo>
                  <a:pt x="89" y="12"/>
                  <a:pt x="85" y="16"/>
                  <a:pt x="80" y="16"/>
                </a:cubicBezTo>
                <a:cubicBezTo>
                  <a:pt x="75" y="16"/>
                  <a:pt x="71" y="12"/>
                  <a:pt x="71" y="7"/>
                </a:cubicBezTo>
                <a:cubicBezTo>
                  <a:pt x="71" y="7"/>
                  <a:pt x="71" y="6"/>
                  <a:pt x="71" y="6"/>
                </a:cubicBezTo>
                <a:cubicBezTo>
                  <a:pt x="72" y="4"/>
                  <a:pt x="72" y="4"/>
                  <a:pt x="72" y="4"/>
                </a:cubicBezTo>
                <a:cubicBezTo>
                  <a:pt x="73" y="2"/>
                  <a:pt x="73" y="2"/>
                  <a:pt x="73" y="2"/>
                </a:cubicBezTo>
                <a:cubicBezTo>
                  <a:pt x="74" y="1"/>
                  <a:pt x="74" y="0"/>
                  <a:pt x="75" y="0"/>
                </a:cubicBezTo>
                <a:cubicBezTo>
                  <a:pt x="41" y="0"/>
                  <a:pt x="41" y="0"/>
                  <a:pt x="41" y="0"/>
                </a:cubicBezTo>
                <a:cubicBezTo>
                  <a:pt x="22" y="32"/>
                  <a:pt x="22" y="32"/>
                  <a:pt x="22" y="32"/>
                </a:cubicBezTo>
                <a:cubicBezTo>
                  <a:pt x="19" y="31"/>
                  <a:pt x="17" y="28"/>
                  <a:pt x="15" y="24"/>
                </a:cubicBezTo>
                <a:cubicBezTo>
                  <a:pt x="15" y="24"/>
                  <a:pt x="15" y="24"/>
                  <a:pt x="15" y="24"/>
                </a:cubicBezTo>
                <a:cubicBezTo>
                  <a:pt x="14" y="23"/>
                  <a:pt x="13" y="22"/>
                  <a:pt x="12" y="21"/>
                </a:cubicBezTo>
                <a:cubicBezTo>
                  <a:pt x="9" y="19"/>
                  <a:pt x="4" y="20"/>
                  <a:pt x="2" y="23"/>
                </a:cubicBezTo>
                <a:cubicBezTo>
                  <a:pt x="0" y="27"/>
                  <a:pt x="2" y="31"/>
                  <a:pt x="5" y="33"/>
                </a:cubicBezTo>
                <a:cubicBezTo>
                  <a:pt x="6" y="34"/>
                  <a:pt x="8" y="34"/>
                  <a:pt x="9" y="34"/>
                </a:cubicBezTo>
                <a:cubicBezTo>
                  <a:pt x="9" y="34"/>
                  <a:pt x="9" y="34"/>
                  <a:pt x="9" y="34"/>
                </a:cubicBezTo>
                <a:cubicBezTo>
                  <a:pt x="14" y="33"/>
                  <a:pt x="17" y="34"/>
                  <a:pt x="20" y="36"/>
                </a:cubicBezTo>
                <a:cubicBezTo>
                  <a:pt x="1" y="69"/>
                  <a:pt x="1" y="69"/>
                  <a:pt x="1" y="69"/>
                </a:cubicBezTo>
                <a:cubicBezTo>
                  <a:pt x="41" y="138"/>
                  <a:pt x="41" y="138"/>
                  <a:pt x="41" y="138"/>
                </a:cubicBezTo>
                <a:cubicBezTo>
                  <a:pt x="121" y="138"/>
                  <a:pt x="121" y="138"/>
                  <a:pt x="121" y="138"/>
                </a:cubicBezTo>
                <a:cubicBezTo>
                  <a:pt x="161" y="69"/>
                  <a:pt x="161" y="69"/>
                  <a:pt x="161" y="69"/>
                </a:cubicBezTo>
                <a:lnTo>
                  <a:pt x="143" y="37"/>
                </a:lnTo>
                <a:close/>
              </a:path>
            </a:pathLst>
          </a:custGeom>
          <a:gradFill flip="none" rotWithShape="1">
            <a:gsLst>
              <a:gs pos="100000">
                <a:srgbClr val="FFFFFF">
                  <a:lumMod val="100000"/>
                </a:srgbClr>
              </a:gs>
              <a:gs pos="0">
                <a:srgbClr val="D9D9DA"/>
              </a:gs>
            </a:gsLst>
            <a:lin ang="2700000" scaled="1"/>
            <a:tileRect/>
          </a:gradFill>
          <a:ln w="19050">
            <a:gradFill flip="none" rotWithShape="1">
              <a:gsLst>
                <a:gs pos="100000">
                  <a:srgbClr val="FFFFFF"/>
                </a:gs>
                <a:gs pos="0">
                  <a:srgbClr val="D9D9DA"/>
                </a:gs>
              </a:gsLst>
              <a:lin ang="13500000" scaled="1"/>
              <a:tileRect/>
            </a:gra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2121" name="Freeform 1907"/>
          <p:cNvSpPr>
            <a:spLocks/>
          </p:cNvSpPr>
          <p:nvPr/>
        </p:nvSpPr>
        <p:spPr bwMode="auto">
          <a:xfrm>
            <a:off x="9724185" y="3498322"/>
            <a:ext cx="2122518" cy="1819538"/>
          </a:xfrm>
          <a:custGeom>
            <a:avLst/>
            <a:gdLst>
              <a:gd name="T0" fmla="*/ 122 w 162"/>
              <a:gd name="T1" fmla="*/ 0 h 139"/>
              <a:gd name="T2" fmla="*/ 85 w 162"/>
              <a:gd name="T3" fmla="*/ 0 h 139"/>
              <a:gd name="T4" fmla="*/ 87 w 162"/>
              <a:gd name="T5" fmla="*/ 5 h 139"/>
              <a:gd name="T6" fmla="*/ 88 w 162"/>
              <a:gd name="T7" fmla="*/ 7 h 139"/>
              <a:gd name="T8" fmla="*/ 89 w 162"/>
              <a:gd name="T9" fmla="*/ 8 h 139"/>
              <a:gd name="T10" fmla="*/ 89 w 162"/>
              <a:gd name="T11" fmla="*/ 11 h 139"/>
              <a:gd name="T12" fmla="*/ 80 w 162"/>
              <a:gd name="T13" fmla="*/ 20 h 139"/>
              <a:gd name="T14" fmla="*/ 71 w 162"/>
              <a:gd name="T15" fmla="*/ 11 h 139"/>
              <a:gd name="T16" fmla="*/ 71 w 162"/>
              <a:gd name="T17" fmla="*/ 9 h 139"/>
              <a:gd name="T18" fmla="*/ 72 w 162"/>
              <a:gd name="T19" fmla="*/ 7 h 139"/>
              <a:gd name="T20" fmla="*/ 73 w 162"/>
              <a:gd name="T21" fmla="*/ 5 h 139"/>
              <a:gd name="T22" fmla="*/ 75 w 162"/>
              <a:gd name="T23" fmla="*/ 0 h 139"/>
              <a:gd name="T24" fmla="*/ 42 w 162"/>
              <a:gd name="T25" fmla="*/ 0 h 139"/>
              <a:gd name="T26" fmla="*/ 25 w 162"/>
              <a:gd name="T27" fmla="*/ 30 h 139"/>
              <a:gd name="T28" fmla="*/ 25 w 162"/>
              <a:gd name="T29" fmla="*/ 30 h 139"/>
              <a:gd name="T30" fmla="*/ 28 w 162"/>
              <a:gd name="T31" fmla="*/ 30 h 139"/>
              <a:gd name="T32" fmla="*/ 30 w 162"/>
              <a:gd name="T33" fmla="*/ 30 h 139"/>
              <a:gd name="T34" fmla="*/ 31 w 162"/>
              <a:gd name="T35" fmla="*/ 31 h 139"/>
              <a:gd name="T36" fmla="*/ 33 w 162"/>
              <a:gd name="T37" fmla="*/ 31 h 139"/>
              <a:gd name="T38" fmla="*/ 37 w 162"/>
              <a:gd name="T39" fmla="*/ 37 h 139"/>
              <a:gd name="T40" fmla="*/ 36 w 162"/>
              <a:gd name="T41" fmla="*/ 44 h 139"/>
              <a:gd name="T42" fmla="*/ 29 w 162"/>
              <a:gd name="T43" fmla="*/ 48 h 139"/>
              <a:gd name="T44" fmla="*/ 24 w 162"/>
              <a:gd name="T45" fmla="*/ 47 h 139"/>
              <a:gd name="T46" fmla="*/ 23 w 162"/>
              <a:gd name="T47" fmla="*/ 46 h 139"/>
              <a:gd name="T48" fmla="*/ 22 w 162"/>
              <a:gd name="T49" fmla="*/ 45 h 139"/>
              <a:gd name="T50" fmla="*/ 20 w 162"/>
              <a:gd name="T51" fmla="*/ 43 h 139"/>
              <a:gd name="T52" fmla="*/ 19 w 162"/>
              <a:gd name="T53" fmla="*/ 40 h 139"/>
              <a:gd name="T54" fmla="*/ 2 w 162"/>
              <a:gd name="T55" fmla="*/ 70 h 139"/>
              <a:gd name="T56" fmla="*/ 21 w 162"/>
              <a:gd name="T57" fmla="*/ 102 h 139"/>
              <a:gd name="T58" fmla="*/ 9 w 162"/>
              <a:gd name="T59" fmla="*/ 104 h 139"/>
              <a:gd name="T60" fmla="*/ 9 w 162"/>
              <a:gd name="T61" fmla="*/ 104 h 139"/>
              <a:gd name="T62" fmla="*/ 5 w 162"/>
              <a:gd name="T63" fmla="*/ 105 h 139"/>
              <a:gd name="T64" fmla="*/ 2 w 162"/>
              <a:gd name="T65" fmla="*/ 115 h 139"/>
              <a:gd name="T66" fmla="*/ 12 w 162"/>
              <a:gd name="T67" fmla="*/ 117 h 139"/>
              <a:gd name="T68" fmla="*/ 15 w 162"/>
              <a:gd name="T69" fmla="*/ 114 h 139"/>
              <a:gd name="T70" fmla="*/ 15 w 162"/>
              <a:gd name="T71" fmla="*/ 114 h 139"/>
              <a:gd name="T72" fmla="*/ 23 w 162"/>
              <a:gd name="T73" fmla="*/ 106 h 139"/>
              <a:gd name="T74" fmla="*/ 42 w 162"/>
              <a:gd name="T75" fmla="*/ 139 h 139"/>
              <a:gd name="T76" fmla="*/ 122 w 162"/>
              <a:gd name="T77" fmla="*/ 139 h 139"/>
              <a:gd name="T78" fmla="*/ 162 w 162"/>
              <a:gd name="T79" fmla="*/ 70 h 139"/>
              <a:gd name="T80" fmla="*/ 122 w 162"/>
              <a:gd name="T81"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2" h="139">
                <a:moveTo>
                  <a:pt x="122" y="0"/>
                </a:moveTo>
                <a:cubicBezTo>
                  <a:pt x="85" y="0"/>
                  <a:pt x="85" y="0"/>
                  <a:pt x="85" y="0"/>
                </a:cubicBezTo>
                <a:cubicBezTo>
                  <a:pt x="85" y="2"/>
                  <a:pt x="86" y="4"/>
                  <a:pt x="87" y="5"/>
                </a:cubicBezTo>
                <a:cubicBezTo>
                  <a:pt x="88" y="7"/>
                  <a:pt x="88" y="7"/>
                  <a:pt x="88" y="7"/>
                </a:cubicBezTo>
                <a:cubicBezTo>
                  <a:pt x="89" y="8"/>
                  <a:pt x="89" y="8"/>
                  <a:pt x="89" y="8"/>
                </a:cubicBezTo>
                <a:cubicBezTo>
                  <a:pt x="89" y="9"/>
                  <a:pt x="89" y="10"/>
                  <a:pt x="89" y="11"/>
                </a:cubicBezTo>
                <a:cubicBezTo>
                  <a:pt x="89" y="16"/>
                  <a:pt x="85" y="20"/>
                  <a:pt x="80" y="20"/>
                </a:cubicBezTo>
                <a:cubicBezTo>
                  <a:pt x="75" y="20"/>
                  <a:pt x="71" y="16"/>
                  <a:pt x="71" y="11"/>
                </a:cubicBezTo>
                <a:cubicBezTo>
                  <a:pt x="71" y="10"/>
                  <a:pt x="71" y="9"/>
                  <a:pt x="71" y="9"/>
                </a:cubicBezTo>
                <a:cubicBezTo>
                  <a:pt x="72" y="7"/>
                  <a:pt x="72" y="7"/>
                  <a:pt x="72" y="7"/>
                </a:cubicBezTo>
                <a:cubicBezTo>
                  <a:pt x="73" y="5"/>
                  <a:pt x="73" y="5"/>
                  <a:pt x="73" y="5"/>
                </a:cubicBezTo>
                <a:cubicBezTo>
                  <a:pt x="74" y="4"/>
                  <a:pt x="75" y="2"/>
                  <a:pt x="75" y="0"/>
                </a:cubicBezTo>
                <a:cubicBezTo>
                  <a:pt x="42" y="0"/>
                  <a:pt x="42" y="0"/>
                  <a:pt x="42" y="0"/>
                </a:cubicBezTo>
                <a:cubicBezTo>
                  <a:pt x="25" y="30"/>
                  <a:pt x="25" y="30"/>
                  <a:pt x="25" y="30"/>
                </a:cubicBezTo>
                <a:cubicBezTo>
                  <a:pt x="25" y="30"/>
                  <a:pt x="25" y="30"/>
                  <a:pt x="25" y="30"/>
                </a:cubicBezTo>
                <a:cubicBezTo>
                  <a:pt x="26" y="30"/>
                  <a:pt x="27" y="30"/>
                  <a:pt x="28" y="30"/>
                </a:cubicBezTo>
                <a:cubicBezTo>
                  <a:pt x="30" y="30"/>
                  <a:pt x="30" y="30"/>
                  <a:pt x="30" y="30"/>
                </a:cubicBezTo>
                <a:cubicBezTo>
                  <a:pt x="31" y="31"/>
                  <a:pt x="31" y="31"/>
                  <a:pt x="31" y="31"/>
                </a:cubicBezTo>
                <a:cubicBezTo>
                  <a:pt x="32" y="31"/>
                  <a:pt x="32" y="31"/>
                  <a:pt x="33" y="31"/>
                </a:cubicBezTo>
                <a:cubicBezTo>
                  <a:pt x="35" y="33"/>
                  <a:pt x="37" y="35"/>
                  <a:pt x="37" y="37"/>
                </a:cubicBezTo>
                <a:cubicBezTo>
                  <a:pt x="38" y="39"/>
                  <a:pt x="38" y="42"/>
                  <a:pt x="36" y="44"/>
                </a:cubicBezTo>
                <a:cubicBezTo>
                  <a:pt x="35" y="46"/>
                  <a:pt x="32" y="48"/>
                  <a:pt x="29" y="48"/>
                </a:cubicBezTo>
                <a:cubicBezTo>
                  <a:pt x="27" y="48"/>
                  <a:pt x="25" y="48"/>
                  <a:pt x="24" y="47"/>
                </a:cubicBezTo>
                <a:cubicBezTo>
                  <a:pt x="24" y="47"/>
                  <a:pt x="23" y="46"/>
                  <a:pt x="23" y="46"/>
                </a:cubicBezTo>
                <a:cubicBezTo>
                  <a:pt x="22" y="45"/>
                  <a:pt x="22" y="45"/>
                  <a:pt x="22" y="45"/>
                </a:cubicBezTo>
                <a:cubicBezTo>
                  <a:pt x="20" y="43"/>
                  <a:pt x="20" y="43"/>
                  <a:pt x="20" y="43"/>
                </a:cubicBezTo>
                <a:cubicBezTo>
                  <a:pt x="20" y="42"/>
                  <a:pt x="19" y="41"/>
                  <a:pt x="19" y="40"/>
                </a:cubicBezTo>
                <a:cubicBezTo>
                  <a:pt x="2" y="70"/>
                  <a:pt x="2" y="70"/>
                  <a:pt x="2" y="70"/>
                </a:cubicBezTo>
                <a:cubicBezTo>
                  <a:pt x="21" y="102"/>
                  <a:pt x="21" y="102"/>
                  <a:pt x="21" y="102"/>
                </a:cubicBezTo>
                <a:cubicBezTo>
                  <a:pt x="18" y="104"/>
                  <a:pt x="14" y="105"/>
                  <a:pt x="9" y="104"/>
                </a:cubicBezTo>
                <a:cubicBezTo>
                  <a:pt x="9" y="104"/>
                  <a:pt x="9" y="104"/>
                  <a:pt x="9" y="104"/>
                </a:cubicBezTo>
                <a:cubicBezTo>
                  <a:pt x="8" y="104"/>
                  <a:pt x="6" y="105"/>
                  <a:pt x="5" y="105"/>
                </a:cubicBezTo>
                <a:cubicBezTo>
                  <a:pt x="2" y="107"/>
                  <a:pt x="0" y="112"/>
                  <a:pt x="2" y="115"/>
                </a:cubicBezTo>
                <a:cubicBezTo>
                  <a:pt x="4" y="118"/>
                  <a:pt x="9" y="119"/>
                  <a:pt x="12" y="117"/>
                </a:cubicBezTo>
                <a:cubicBezTo>
                  <a:pt x="13" y="117"/>
                  <a:pt x="14" y="116"/>
                  <a:pt x="15" y="114"/>
                </a:cubicBezTo>
                <a:cubicBezTo>
                  <a:pt x="15" y="114"/>
                  <a:pt x="15" y="114"/>
                  <a:pt x="15" y="114"/>
                </a:cubicBezTo>
                <a:cubicBezTo>
                  <a:pt x="17" y="110"/>
                  <a:pt x="19" y="107"/>
                  <a:pt x="23" y="106"/>
                </a:cubicBezTo>
                <a:cubicBezTo>
                  <a:pt x="42" y="139"/>
                  <a:pt x="42" y="139"/>
                  <a:pt x="42" y="139"/>
                </a:cubicBezTo>
                <a:cubicBezTo>
                  <a:pt x="122" y="139"/>
                  <a:pt x="122" y="139"/>
                  <a:pt x="122" y="139"/>
                </a:cubicBezTo>
                <a:cubicBezTo>
                  <a:pt x="162" y="70"/>
                  <a:pt x="162" y="70"/>
                  <a:pt x="162" y="70"/>
                </a:cubicBezTo>
                <a:lnTo>
                  <a:pt x="122" y="0"/>
                </a:lnTo>
                <a:close/>
              </a:path>
            </a:pathLst>
          </a:custGeom>
          <a:gradFill flip="none" rotWithShape="1">
            <a:gsLst>
              <a:gs pos="100000">
                <a:srgbClr val="1D8DE5"/>
              </a:gs>
              <a:gs pos="0">
                <a:srgbClr val="007BB5"/>
              </a:gs>
            </a:gsLst>
            <a:lin ang="2700000" scaled="1"/>
            <a:tileRect/>
          </a:gradFill>
          <a:ln w="19050">
            <a:gradFill flip="none" rotWithShape="1">
              <a:gsLst>
                <a:gs pos="100000">
                  <a:srgbClr val="1D8DE5"/>
                </a:gs>
                <a:gs pos="0">
                  <a:srgbClr val="007BB5"/>
                </a:gs>
              </a:gsLst>
              <a:lin ang="13500000" scaled="1"/>
              <a:tileRect/>
            </a:gra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2131" name="Freeform 1917"/>
          <p:cNvSpPr>
            <a:spLocks/>
          </p:cNvSpPr>
          <p:nvPr/>
        </p:nvSpPr>
        <p:spPr bwMode="auto">
          <a:xfrm>
            <a:off x="9737430" y="1625804"/>
            <a:ext cx="2096028" cy="2107617"/>
          </a:xfrm>
          <a:custGeom>
            <a:avLst/>
            <a:gdLst>
              <a:gd name="T0" fmla="*/ 120 w 160"/>
              <a:gd name="T1" fmla="*/ 139 h 161"/>
              <a:gd name="T2" fmla="*/ 160 w 160"/>
              <a:gd name="T3" fmla="*/ 69 h 161"/>
              <a:gd name="T4" fmla="*/ 120 w 160"/>
              <a:gd name="T5" fmla="*/ 0 h 161"/>
              <a:gd name="T6" fmla="*/ 40 w 160"/>
              <a:gd name="T7" fmla="*/ 0 h 161"/>
              <a:gd name="T8" fmla="*/ 22 w 160"/>
              <a:gd name="T9" fmla="*/ 32 h 161"/>
              <a:gd name="T10" fmla="*/ 24 w 160"/>
              <a:gd name="T11" fmla="*/ 32 h 161"/>
              <a:gd name="T12" fmla="*/ 27 w 160"/>
              <a:gd name="T13" fmla="*/ 32 h 161"/>
              <a:gd name="T14" fmla="*/ 28 w 160"/>
              <a:gd name="T15" fmla="*/ 32 h 161"/>
              <a:gd name="T16" fmla="*/ 30 w 160"/>
              <a:gd name="T17" fmla="*/ 33 h 161"/>
              <a:gd name="T18" fmla="*/ 32 w 160"/>
              <a:gd name="T19" fmla="*/ 33 h 161"/>
              <a:gd name="T20" fmla="*/ 36 w 160"/>
              <a:gd name="T21" fmla="*/ 39 h 161"/>
              <a:gd name="T22" fmla="*/ 35 w 160"/>
              <a:gd name="T23" fmla="*/ 46 h 161"/>
              <a:gd name="T24" fmla="*/ 28 w 160"/>
              <a:gd name="T25" fmla="*/ 50 h 161"/>
              <a:gd name="T26" fmla="*/ 23 w 160"/>
              <a:gd name="T27" fmla="*/ 49 h 161"/>
              <a:gd name="T28" fmla="*/ 21 w 160"/>
              <a:gd name="T29" fmla="*/ 48 h 161"/>
              <a:gd name="T30" fmla="*/ 20 w 160"/>
              <a:gd name="T31" fmla="*/ 47 h 161"/>
              <a:gd name="T32" fmla="*/ 19 w 160"/>
              <a:gd name="T33" fmla="*/ 45 h 161"/>
              <a:gd name="T34" fmla="*/ 17 w 160"/>
              <a:gd name="T35" fmla="*/ 41 h 161"/>
              <a:gd name="T36" fmla="*/ 0 w 160"/>
              <a:gd name="T37" fmla="*/ 69 h 161"/>
              <a:gd name="T38" fmla="*/ 18 w 160"/>
              <a:gd name="T39" fmla="*/ 99 h 161"/>
              <a:gd name="T40" fmla="*/ 19 w 160"/>
              <a:gd name="T41" fmla="*/ 96 h 161"/>
              <a:gd name="T42" fmla="*/ 21 w 160"/>
              <a:gd name="T43" fmla="*/ 94 h 161"/>
              <a:gd name="T44" fmla="*/ 21 w 160"/>
              <a:gd name="T45" fmla="*/ 93 h 161"/>
              <a:gd name="T46" fmla="*/ 23 w 160"/>
              <a:gd name="T47" fmla="*/ 92 h 161"/>
              <a:gd name="T48" fmla="*/ 28 w 160"/>
              <a:gd name="T49" fmla="*/ 91 h 161"/>
              <a:gd name="T50" fmla="*/ 35 w 160"/>
              <a:gd name="T51" fmla="*/ 95 h 161"/>
              <a:gd name="T52" fmla="*/ 36 w 160"/>
              <a:gd name="T53" fmla="*/ 102 h 161"/>
              <a:gd name="T54" fmla="*/ 32 w 160"/>
              <a:gd name="T55" fmla="*/ 108 h 161"/>
              <a:gd name="T56" fmla="*/ 31 w 160"/>
              <a:gd name="T57" fmla="*/ 108 h 161"/>
              <a:gd name="T58" fmla="*/ 29 w 160"/>
              <a:gd name="T59" fmla="*/ 109 h 161"/>
              <a:gd name="T60" fmla="*/ 27 w 160"/>
              <a:gd name="T61" fmla="*/ 109 h 161"/>
              <a:gd name="T62" fmla="*/ 24 w 160"/>
              <a:gd name="T63" fmla="*/ 109 h 161"/>
              <a:gd name="T64" fmla="*/ 23 w 160"/>
              <a:gd name="T65" fmla="*/ 109 h 161"/>
              <a:gd name="T66" fmla="*/ 40 w 160"/>
              <a:gd name="T67" fmla="*/ 139 h 161"/>
              <a:gd name="T68" fmla="*/ 77 w 160"/>
              <a:gd name="T69" fmla="*/ 139 h 161"/>
              <a:gd name="T70" fmla="*/ 73 w 160"/>
              <a:gd name="T71" fmla="*/ 150 h 161"/>
              <a:gd name="T72" fmla="*/ 73 w 160"/>
              <a:gd name="T73" fmla="*/ 150 h 161"/>
              <a:gd name="T74" fmla="*/ 72 w 160"/>
              <a:gd name="T75" fmla="*/ 154 h 161"/>
              <a:gd name="T76" fmla="*/ 79 w 160"/>
              <a:gd name="T77" fmla="*/ 161 h 161"/>
              <a:gd name="T78" fmla="*/ 86 w 160"/>
              <a:gd name="T79" fmla="*/ 154 h 161"/>
              <a:gd name="T80" fmla="*/ 85 w 160"/>
              <a:gd name="T81" fmla="*/ 150 h 161"/>
              <a:gd name="T82" fmla="*/ 85 w 160"/>
              <a:gd name="T83" fmla="*/ 150 h 161"/>
              <a:gd name="T84" fmla="*/ 81 w 160"/>
              <a:gd name="T85" fmla="*/ 139 h 161"/>
              <a:gd name="T86" fmla="*/ 120 w 160"/>
              <a:gd name="T87" fmla="*/ 139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0" h="161">
                <a:moveTo>
                  <a:pt x="120" y="139"/>
                </a:moveTo>
                <a:cubicBezTo>
                  <a:pt x="160" y="69"/>
                  <a:pt x="160" y="69"/>
                  <a:pt x="160" y="69"/>
                </a:cubicBezTo>
                <a:cubicBezTo>
                  <a:pt x="120" y="0"/>
                  <a:pt x="120" y="0"/>
                  <a:pt x="120" y="0"/>
                </a:cubicBezTo>
                <a:cubicBezTo>
                  <a:pt x="40" y="0"/>
                  <a:pt x="40" y="0"/>
                  <a:pt x="40" y="0"/>
                </a:cubicBezTo>
                <a:cubicBezTo>
                  <a:pt x="22" y="32"/>
                  <a:pt x="22" y="32"/>
                  <a:pt x="22" y="32"/>
                </a:cubicBezTo>
                <a:cubicBezTo>
                  <a:pt x="22" y="32"/>
                  <a:pt x="23" y="32"/>
                  <a:pt x="24" y="32"/>
                </a:cubicBezTo>
                <a:cubicBezTo>
                  <a:pt x="25" y="32"/>
                  <a:pt x="26" y="32"/>
                  <a:pt x="27" y="32"/>
                </a:cubicBezTo>
                <a:cubicBezTo>
                  <a:pt x="28" y="32"/>
                  <a:pt x="28" y="32"/>
                  <a:pt x="28" y="32"/>
                </a:cubicBezTo>
                <a:cubicBezTo>
                  <a:pt x="30" y="33"/>
                  <a:pt x="30" y="33"/>
                  <a:pt x="30" y="33"/>
                </a:cubicBezTo>
                <a:cubicBezTo>
                  <a:pt x="31" y="33"/>
                  <a:pt x="31" y="33"/>
                  <a:pt x="32" y="33"/>
                </a:cubicBezTo>
                <a:cubicBezTo>
                  <a:pt x="34" y="35"/>
                  <a:pt x="36" y="37"/>
                  <a:pt x="36" y="39"/>
                </a:cubicBezTo>
                <a:cubicBezTo>
                  <a:pt x="37" y="41"/>
                  <a:pt x="37" y="44"/>
                  <a:pt x="35" y="46"/>
                </a:cubicBezTo>
                <a:cubicBezTo>
                  <a:pt x="34" y="49"/>
                  <a:pt x="31" y="50"/>
                  <a:pt x="28" y="50"/>
                </a:cubicBezTo>
                <a:cubicBezTo>
                  <a:pt x="26" y="50"/>
                  <a:pt x="24" y="50"/>
                  <a:pt x="23" y="49"/>
                </a:cubicBezTo>
                <a:cubicBezTo>
                  <a:pt x="22" y="49"/>
                  <a:pt x="22" y="48"/>
                  <a:pt x="21" y="48"/>
                </a:cubicBezTo>
                <a:cubicBezTo>
                  <a:pt x="20" y="47"/>
                  <a:pt x="20" y="47"/>
                  <a:pt x="20" y="47"/>
                </a:cubicBezTo>
                <a:cubicBezTo>
                  <a:pt x="19" y="45"/>
                  <a:pt x="19" y="45"/>
                  <a:pt x="19" y="45"/>
                </a:cubicBezTo>
                <a:cubicBezTo>
                  <a:pt x="19" y="43"/>
                  <a:pt x="18" y="42"/>
                  <a:pt x="17" y="41"/>
                </a:cubicBezTo>
                <a:cubicBezTo>
                  <a:pt x="0" y="69"/>
                  <a:pt x="0" y="69"/>
                  <a:pt x="0" y="69"/>
                </a:cubicBezTo>
                <a:cubicBezTo>
                  <a:pt x="18" y="99"/>
                  <a:pt x="18" y="99"/>
                  <a:pt x="18" y="99"/>
                </a:cubicBezTo>
                <a:cubicBezTo>
                  <a:pt x="18" y="99"/>
                  <a:pt x="19" y="97"/>
                  <a:pt x="19" y="96"/>
                </a:cubicBezTo>
                <a:cubicBezTo>
                  <a:pt x="21" y="94"/>
                  <a:pt x="21" y="94"/>
                  <a:pt x="21" y="94"/>
                </a:cubicBezTo>
                <a:cubicBezTo>
                  <a:pt x="21" y="93"/>
                  <a:pt x="21" y="93"/>
                  <a:pt x="21" y="93"/>
                </a:cubicBezTo>
                <a:cubicBezTo>
                  <a:pt x="22" y="93"/>
                  <a:pt x="23" y="92"/>
                  <a:pt x="23" y="92"/>
                </a:cubicBezTo>
                <a:cubicBezTo>
                  <a:pt x="24" y="91"/>
                  <a:pt x="26" y="91"/>
                  <a:pt x="28" y="91"/>
                </a:cubicBezTo>
                <a:cubicBezTo>
                  <a:pt x="31" y="91"/>
                  <a:pt x="34" y="93"/>
                  <a:pt x="35" y="95"/>
                </a:cubicBezTo>
                <a:cubicBezTo>
                  <a:pt x="37" y="97"/>
                  <a:pt x="37" y="100"/>
                  <a:pt x="36" y="102"/>
                </a:cubicBezTo>
                <a:cubicBezTo>
                  <a:pt x="36" y="105"/>
                  <a:pt x="34" y="107"/>
                  <a:pt x="32" y="108"/>
                </a:cubicBezTo>
                <a:cubicBezTo>
                  <a:pt x="32" y="108"/>
                  <a:pt x="31" y="108"/>
                  <a:pt x="31" y="108"/>
                </a:cubicBezTo>
                <a:cubicBezTo>
                  <a:pt x="29" y="109"/>
                  <a:pt x="29" y="109"/>
                  <a:pt x="29" y="109"/>
                </a:cubicBezTo>
                <a:cubicBezTo>
                  <a:pt x="27" y="109"/>
                  <a:pt x="27" y="109"/>
                  <a:pt x="27" y="109"/>
                </a:cubicBezTo>
                <a:cubicBezTo>
                  <a:pt x="26" y="109"/>
                  <a:pt x="25" y="109"/>
                  <a:pt x="24" y="109"/>
                </a:cubicBezTo>
                <a:cubicBezTo>
                  <a:pt x="24" y="109"/>
                  <a:pt x="23" y="109"/>
                  <a:pt x="23" y="109"/>
                </a:cubicBezTo>
                <a:cubicBezTo>
                  <a:pt x="40" y="139"/>
                  <a:pt x="40" y="139"/>
                  <a:pt x="40" y="139"/>
                </a:cubicBezTo>
                <a:cubicBezTo>
                  <a:pt x="77" y="139"/>
                  <a:pt x="77" y="139"/>
                  <a:pt x="77" y="139"/>
                </a:cubicBezTo>
                <a:cubicBezTo>
                  <a:pt x="77" y="142"/>
                  <a:pt x="76" y="146"/>
                  <a:pt x="73" y="150"/>
                </a:cubicBezTo>
                <a:cubicBezTo>
                  <a:pt x="73" y="150"/>
                  <a:pt x="73" y="150"/>
                  <a:pt x="73" y="150"/>
                </a:cubicBezTo>
                <a:cubicBezTo>
                  <a:pt x="73" y="151"/>
                  <a:pt x="72" y="152"/>
                  <a:pt x="72" y="154"/>
                </a:cubicBezTo>
                <a:cubicBezTo>
                  <a:pt x="72" y="157"/>
                  <a:pt x="75" y="161"/>
                  <a:pt x="79" y="161"/>
                </a:cubicBezTo>
                <a:cubicBezTo>
                  <a:pt x="83" y="161"/>
                  <a:pt x="86" y="157"/>
                  <a:pt x="86" y="154"/>
                </a:cubicBezTo>
                <a:cubicBezTo>
                  <a:pt x="86" y="152"/>
                  <a:pt x="86" y="151"/>
                  <a:pt x="85" y="150"/>
                </a:cubicBezTo>
                <a:cubicBezTo>
                  <a:pt x="85" y="150"/>
                  <a:pt x="85" y="150"/>
                  <a:pt x="85" y="150"/>
                </a:cubicBezTo>
                <a:cubicBezTo>
                  <a:pt x="82" y="146"/>
                  <a:pt x="81" y="142"/>
                  <a:pt x="81" y="139"/>
                </a:cubicBezTo>
                <a:lnTo>
                  <a:pt x="120" y="139"/>
                </a:lnTo>
                <a:close/>
              </a:path>
            </a:pathLst>
          </a:custGeom>
          <a:gradFill flip="none" rotWithShape="1">
            <a:gsLst>
              <a:gs pos="100000">
                <a:srgbClr val="FFFFFF">
                  <a:lumMod val="100000"/>
                </a:srgbClr>
              </a:gs>
              <a:gs pos="0">
                <a:srgbClr val="D9D9DA"/>
              </a:gs>
            </a:gsLst>
            <a:lin ang="2700000" scaled="1"/>
            <a:tileRect/>
          </a:gradFill>
          <a:ln w="19050">
            <a:gradFill flip="none" rotWithShape="1">
              <a:gsLst>
                <a:gs pos="100000">
                  <a:srgbClr val="FFFFFF"/>
                </a:gs>
                <a:gs pos="0">
                  <a:srgbClr val="D9D9DA"/>
                </a:gs>
              </a:gsLst>
              <a:lin ang="13500000" scaled="1"/>
              <a:tileRect/>
            </a:gra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2141" name="Freeform 1927"/>
          <p:cNvSpPr>
            <a:spLocks/>
          </p:cNvSpPr>
          <p:nvPr/>
        </p:nvSpPr>
        <p:spPr bwMode="auto">
          <a:xfrm>
            <a:off x="8113257" y="696996"/>
            <a:ext cx="2096028" cy="1819538"/>
          </a:xfrm>
          <a:custGeom>
            <a:avLst/>
            <a:gdLst>
              <a:gd name="T0" fmla="*/ 155 w 160"/>
              <a:gd name="T1" fmla="*/ 106 h 139"/>
              <a:gd name="T2" fmla="*/ 151 w 160"/>
              <a:gd name="T3" fmla="*/ 105 h 139"/>
              <a:gd name="T4" fmla="*/ 151 w 160"/>
              <a:gd name="T5" fmla="*/ 105 h 139"/>
              <a:gd name="T6" fmla="*/ 140 w 160"/>
              <a:gd name="T7" fmla="*/ 103 h 139"/>
              <a:gd name="T8" fmla="*/ 160 w 160"/>
              <a:gd name="T9" fmla="*/ 69 h 139"/>
              <a:gd name="T10" fmla="*/ 120 w 160"/>
              <a:gd name="T11" fmla="*/ 0 h 139"/>
              <a:gd name="T12" fmla="*/ 40 w 160"/>
              <a:gd name="T13" fmla="*/ 0 h 139"/>
              <a:gd name="T14" fmla="*/ 0 w 160"/>
              <a:gd name="T15" fmla="*/ 69 h 139"/>
              <a:gd name="T16" fmla="*/ 18 w 160"/>
              <a:gd name="T17" fmla="*/ 101 h 139"/>
              <a:gd name="T18" fmla="*/ 20 w 160"/>
              <a:gd name="T19" fmla="*/ 97 h 139"/>
              <a:gd name="T20" fmla="*/ 21 w 160"/>
              <a:gd name="T21" fmla="*/ 95 h 139"/>
              <a:gd name="T22" fmla="*/ 22 w 160"/>
              <a:gd name="T23" fmla="*/ 94 h 139"/>
              <a:gd name="T24" fmla="*/ 24 w 160"/>
              <a:gd name="T25" fmla="*/ 93 h 139"/>
              <a:gd name="T26" fmla="*/ 29 w 160"/>
              <a:gd name="T27" fmla="*/ 92 h 139"/>
              <a:gd name="T28" fmla="*/ 36 w 160"/>
              <a:gd name="T29" fmla="*/ 96 h 139"/>
              <a:gd name="T30" fmla="*/ 37 w 160"/>
              <a:gd name="T31" fmla="*/ 103 h 139"/>
              <a:gd name="T32" fmla="*/ 33 w 160"/>
              <a:gd name="T33" fmla="*/ 108 h 139"/>
              <a:gd name="T34" fmla="*/ 31 w 160"/>
              <a:gd name="T35" fmla="*/ 109 h 139"/>
              <a:gd name="T36" fmla="*/ 30 w 160"/>
              <a:gd name="T37" fmla="*/ 110 h 139"/>
              <a:gd name="T38" fmla="*/ 28 w 160"/>
              <a:gd name="T39" fmla="*/ 110 h 139"/>
              <a:gd name="T40" fmla="*/ 25 w 160"/>
              <a:gd name="T41" fmla="*/ 109 h 139"/>
              <a:gd name="T42" fmla="*/ 23 w 160"/>
              <a:gd name="T43" fmla="*/ 110 h 139"/>
              <a:gd name="T44" fmla="*/ 40 w 160"/>
              <a:gd name="T45" fmla="*/ 139 h 139"/>
              <a:gd name="T46" fmla="*/ 75 w 160"/>
              <a:gd name="T47" fmla="*/ 139 h 139"/>
              <a:gd name="T48" fmla="*/ 73 w 160"/>
              <a:gd name="T49" fmla="*/ 135 h 139"/>
              <a:gd name="T50" fmla="*/ 72 w 160"/>
              <a:gd name="T51" fmla="*/ 133 h 139"/>
              <a:gd name="T52" fmla="*/ 72 w 160"/>
              <a:gd name="T53" fmla="*/ 132 h 139"/>
              <a:gd name="T54" fmla="*/ 71 w 160"/>
              <a:gd name="T55" fmla="*/ 130 h 139"/>
              <a:gd name="T56" fmla="*/ 80 w 160"/>
              <a:gd name="T57" fmla="*/ 121 h 139"/>
              <a:gd name="T58" fmla="*/ 89 w 160"/>
              <a:gd name="T59" fmla="*/ 130 h 139"/>
              <a:gd name="T60" fmla="*/ 89 w 160"/>
              <a:gd name="T61" fmla="*/ 132 h 139"/>
              <a:gd name="T62" fmla="*/ 89 w 160"/>
              <a:gd name="T63" fmla="*/ 133 h 139"/>
              <a:gd name="T64" fmla="*/ 88 w 160"/>
              <a:gd name="T65" fmla="*/ 135 h 139"/>
              <a:gd name="T66" fmla="*/ 85 w 160"/>
              <a:gd name="T67" fmla="*/ 139 h 139"/>
              <a:gd name="T68" fmla="*/ 120 w 160"/>
              <a:gd name="T69" fmla="*/ 139 h 139"/>
              <a:gd name="T70" fmla="*/ 138 w 160"/>
              <a:gd name="T71" fmla="*/ 107 h 139"/>
              <a:gd name="T72" fmla="*/ 145 w 160"/>
              <a:gd name="T73" fmla="*/ 115 h 139"/>
              <a:gd name="T74" fmla="*/ 145 w 160"/>
              <a:gd name="T75" fmla="*/ 115 h 139"/>
              <a:gd name="T76" fmla="*/ 148 w 160"/>
              <a:gd name="T77" fmla="*/ 118 h 139"/>
              <a:gd name="T78" fmla="*/ 158 w 160"/>
              <a:gd name="T79" fmla="*/ 116 h 139"/>
              <a:gd name="T80" fmla="*/ 155 w 160"/>
              <a:gd name="T81" fmla="*/ 106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0" h="139">
                <a:moveTo>
                  <a:pt x="155" y="106"/>
                </a:moveTo>
                <a:cubicBezTo>
                  <a:pt x="154" y="105"/>
                  <a:pt x="152" y="105"/>
                  <a:pt x="151" y="105"/>
                </a:cubicBezTo>
                <a:cubicBezTo>
                  <a:pt x="151" y="105"/>
                  <a:pt x="151" y="105"/>
                  <a:pt x="151" y="105"/>
                </a:cubicBezTo>
                <a:cubicBezTo>
                  <a:pt x="146" y="106"/>
                  <a:pt x="143" y="105"/>
                  <a:pt x="140" y="103"/>
                </a:cubicBezTo>
                <a:cubicBezTo>
                  <a:pt x="160" y="69"/>
                  <a:pt x="160" y="69"/>
                  <a:pt x="160" y="69"/>
                </a:cubicBezTo>
                <a:cubicBezTo>
                  <a:pt x="120" y="0"/>
                  <a:pt x="120" y="0"/>
                  <a:pt x="120" y="0"/>
                </a:cubicBezTo>
                <a:cubicBezTo>
                  <a:pt x="40" y="0"/>
                  <a:pt x="40" y="0"/>
                  <a:pt x="40" y="0"/>
                </a:cubicBezTo>
                <a:cubicBezTo>
                  <a:pt x="0" y="69"/>
                  <a:pt x="0" y="69"/>
                  <a:pt x="0" y="69"/>
                </a:cubicBezTo>
                <a:cubicBezTo>
                  <a:pt x="18" y="101"/>
                  <a:pt x="18" y="101"/>
                  <a:pt x="18" y="101"/>
                </a:cubicBezTo>
                <a:cubicBezTo>
                  <a:pt x="19" y="100"/>
                  <a:pt x="20" y="99"/>
                  <a:pt x="20" y="97"/>
                </a:cubicBezTo>
                <a:cubicBezTo>
                  <a:pt x="21" y="95"/>
                  <a:pt x="21" y="95"/>
                  <a:pt x="21" y="95"/>
                </a:cubicBezTo>
                <a:cubicBezTo>
                  <a:pt x="22" y="94"/>
                  <a:pt x="22" y="94"/>
                  <a:pt x="22" y="94"/>
                </a:cubicBezTo>
                <a:cubicBezTo>
                  <a:pt x="23" y="94"/>
                  <a:pt x="23" y="93"/>
                  <a:pt x="24" y="93"/>
                </a:cubicBezTo>
                <a:cubicBezTo>
                  <a:pt x="25" y="92"/>
                  <a:pt x="27" y="92"/>
                  <a:pt x="29" y="92"/>
                </a:cubicBezTo>
                <a:cubicBezTo>
                  <a:pt x="32" y="92"/>
                  <a:pt x="35" y="93"/>
                  <a:pt x="36" y="96"/>
                </a:cubicBezTo>
                <a:cubicBezTo>
                  <a:pt x="38" y="98"/>
                  <a:pt x="38" y="101"/>
                  <a:pt x="37" y="103"/>
                </a:cubicBezTo>
                <a:cubicBezTo>
                  <a:pt x="37" y="105"/>
                  <a:pt x="35" y="107"/>
                  <a:pt x="33" y="108"/>
                </a:cubicBezTo>
                <a:cubicBezTo>
                  <a:pt x="32" y="109"/>
                  <a:pt x="32" y="109"/>
                  <a:pt x="31" y="109"/>
                </a:cubicBezTo>
                <a:cubicBezTo>
                  <a:pt x="30" y="110"/>
                  <a:pt x="30" y="110"/>
                  <a:pt x="30" y="110"/>
                </a:cubicBezTo>
                <a:cubicBezTo>
                  <a:pt x="28" y="110"/>
                  <a:pt x="28" y="110"/>
                  <a:pt x="28" y="110"/>
                </a:cubicBezTo>
                <a:cubicBezTo>
                  <a:pt x="27" y="109"/>
                  <a:pt x="26" y="109"/>
                  <a:pt x="25" y="109"/>
                </a:cubicBezTo>
                <a:cubicBezTo>
                  <a:pt x="24" y="109"/>
                  <a:pt x="24" y="109"/>
                  <a:pt x="23" y="110"/>
                </a:cubicBezTo>
                <a:cubicBezTo>
                  <a:pt x="40" y="139"/>
                  <a:pt x="40" y="139"/>
                  <a:pt x="40" y="139"/>
                </a:cubicBezTo>
                <a:cubicBezTo>
                  <a:pt x="75" y="139"/>
                  <a:pt x="75" y="139"/>
                  <a:pt x="75" y="139"/>
                </a:cubicBezTo>
                <a:cubicBezTo>
                  <a:pt x="75" y="137"/>
                  <a:pt x="74" y="136"/>
                  <a:pt x="73" y="135"/>
                </a:cubicBezTo>
                <a:cubicBezTo>
                  <a:pt x="72" y="133"/>
                  <a:pt x="72" y="133"/>
                  <a:pt x="72" y="133"/>
                </a:cubicBezTo>
                <a:cubicBezTo>
                  <a:pt x="72" y="132"/>
                  <a:pt x="72" y="132"/>
                  <a:pt x="72" y="132"/>
                </a:cubicBezTo>
                <a:cubicBezTo>
                  <a:pt x="71" y="131"/>
                  <a:pt x="71" y="130"/>
                  <a:pt x="71" y="130"/>
                </a:cubicBezTo>
                <a:cubicBezTo>
                  <a:pt x="71" y="125"/>
                  <a:pt x="75" y="121"/>
                  <a:pt x="80" y="121"/>
                </a:cubicBezTo>
                <a:cubicBezTo>
                  <a:pt x="85" y="121"/>
                  <a:pt x="89" y="125"/>
                  <a:pt x="89" y="130"/>
                </a:cubicBezTo>
                <a:cubicBezTo>
                  <a:pt x="89" y="130"/>
                  <a:pt x="89" y="131"/>
                  <a:pt x="89" y="132"/>
                </a:cubicBezTo>
                <a:cubicBezTo>
                  <a:pt x="89" y="133"/>
                  <a:pt x="89" y="133"/>
                  <a:pt x="89" y="133"/>
                </a:cubicBezTo>
                <a:cubicBezTo>
                  <a:pt x="88" y="135"/>
                  <a:pt x="88" y="135"/>
                  <a:pt x="88" y="135"/>
                </a:cubicBezTo>
                <a:cubicBezTo>
                  <a:pt x="87" y="136"/>
                  <a:pt x="86" y="137"/>
                  <a:pt x="85" y="139"/>
                </a:cubicBezTo>
                <a:cubicBezTo>
                  <a:pt x="120" y="139"/>
                  <a:pt x="120" y="139"/>
                  <a:pt x="120" y="139"/>
                </a:cubicBezTo>
                <a:cubicBezTo>
                  <a:pt x="138" y="107"/>
                  <a:pt x="138" y="107"/>
                  <a:pt x="138" y="107"/>
                </a:cubicBezTo>
                <a:cubicBezTo>
                  <a:pt x="141" y="108"/>
                  <a:pt x="143" y="111"/>
                  <a:pt x="145" y="115"/>
                </a:cubicBezTo>
                <a:cubicBezTo>
                  <a:pt x="145" y="115"/>
                  <a:pt x="145" y="115"/>
                  <a:pt x="145" y="115"/>
                </a:cubicBezTo>
                <a:cubicBezTo>
                  <a:pt x="146" y="116"/>
                  <a:pt x="147" y="118"/>
                  <a:pt x="148" y="118"/>
                </a:cubicBezTo>
                <a:cubicBezTo>
                  <a:pt x="151" y="120"/>
                  <a:pt x="156" y="119"/>
                  <a:pt x="158" y="116"/>
                </a:cubicBezTo>
                <a:cubicBezTo>
                  <a:pt x="160" y="112"/>
                  <a:pt x="158" y="108"/>
                  <a:pt x="155" y="106"/>
                </a:cubicBezTo>
                <a:close/>
              </a:path>
            </a:pathLst>
          </a:custGeom>
          <a:gradFill flip="none" rotWithShape="1">
            <a:gsLst>
              <a:gs pos="100000">
                <a:srgbClr val="1D8DE5"/>
              </a:gs>
              <a:gs pos="0">
                <a:srgbClr val="007BB5"/>
              </a:gs>
            </a:gsLst>
            <a:lin ang="2700000" scaled="1"/>
            <a:tileRect/>
          </a:gradFill>
          <a:ln w="19050">
            <a:gradFill flip="none" rotWithShape="1">
              <a:gsLst>
                <a:gs pos="100000">
                  <a:srgbClr val="1D8DE5"/>
                </a:gs>
                <a:gs pos="0">
                  <a:srgbClr val="007BB5"/>
                </a:gs>
              </a:gsLst>
              <a:lin ang="13500000" scaled="1"/>
              <a:tileRect/>
            </a:gra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978" name="文本框 1977"/>
          <p:cNvSpPr txBox="1"/>
          <p:nvPr/>
        </p:nvSpPr>
        <p:spPr>
          <a:xfrm>
            <a:off x="7280693" y="1900914"/>
            <a:ext cx="527709" cy="461665"/>
          </a:xfrm>
          <a:prstGeom prst="rect">
            <a:avLst/>
          </a:prstGeom>
          <a:noFill/>
        </p:spPr>
        <p:txBody>
          <a:bodyPr wrap="none" rtlCol="0">
            <a:spAutoFit/>
          </a:bodyPr>
          <a:lstStyle/>
          <a:p>
            <a:r>
              <a:rPr lang="en-US" altLang="zh-CN" sz="2400" dirty="0">
                <a:solidFill>
                  <a:srgbClr val="1D8DE5"/>
                </a:solidFill>
                <a:latin typeface="Arial Unicode MS" panose="020B0604020202020204" pitchFamily="34" charset="-122"/>
                <a:ea typeface="Arial Unicode MS" panose="020B0604020202020204" pitchFamily="34" charset="-122"/>
                <a:cs typeface="Arial Unicode MS" panose="020B0604020202020204" pitchFamily="34" charset="-122"/>
              </a:rPr>
              <a:t>06</a:t>
            </a:r>
            <a:endParaRPr lang="zh-CN" altLang="en-US" sz="2400" dirty="0">
              <a:solidFill>
                <a:srgbClr val="1D8DE5"/>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979" name="文本框 1978"/>
          <p:cNvSpPr txBox="1"/>
          <p:nvPr/>
        </p:nvSpPr>
        <p:spPr>
          <a:xfrm>
            <a:off x="6618652" y="2340377"/>
            <a:ext cx="1851789" cy="369332"/>
          </a:xfrm>
          <a:prstGeom prst="rect">
            <a:avLst/>
          </a:prstGeom>
          <a:noFill/>
        </p:spPr>
        <p:txBody>
          <a:bodyPr wrap="none" rtlCol="0">
            <a:spAutoFit/>
          </a:bodyPr>
          <a:lstStyle/>
          <a:p>
            <a:r>
              <a:rPr lang="en-US" altLang="zh-CN" dirty="0">
                <a:solidFill>
                  <a:srgbClr val="1D8DE5"/>
                </a:solidFill>
                <a:latin typeface="Arial Unicode MS" panose="020B0604020202020204" pitchFamily="34" charset="-122"/>
                <a:ea typeface="Arial Unicode MS" panose="020B0604020202020204" pitchFamily="34" charset="-122"/>
                <a:cs typeface="Arial Unicode MS" panose="020B0604020202020204" pitchFamily="34" charset="-122"/>
              </a:rPr>
              <a:t>Some Title Here</a:t>
            </a:r>
            <a:endParaRPr lang="zh-CN" altLang="en-US" dirty="0">
              <a:solidFill>
                <a:srgbClr val="1D8DE5"/>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980" name="文本框 1979"/>
          <p:cNvSpPr txBox="1"/>
          <p:nvPr/>
        </p:nvSpPr>
        <p:spPr>
          <a:xfrm>
            <a:off x="10548923" y="1900914"/>
            <a:ext cx="527709" cy="461665"/>
          </a:xfrm>
          <a:prstGeom prst="rect">
            <a:avLst/>
          </a:prstGeom>
          <a:noFill/>
        </p:spPr>
        <p:txBody>
          <a:bodyPr wrap="none" rtlCol="0">
            <a:spAutoFit/>
          </a:bodyPr>
          <a:lstStyle/>
          <a:p>
            <a:r>
              <a:rPr lang="en-US" altLang="zh-CN" sz="2400" dirty="0">
                <a:solidFill>
                  <a:srgbClr val="1D8DE5"/>
                </a:solidFill>
                <a:latin typeface="Arial Unicode MS" panose="020B0604020202020204" pitchFamily="34" charset="-122"/>
                <a:ea typeface="Arial Unicode MS" panose="020B0604020202020204" pitchFamily="34" charset="-122"/>
                <a:cs typeface="Arial Unicode MS" panose="020B0604020202020204" pitchFamily="34" charset="-122"/>
              </a:rPr>
              <a:t>02</a:t>
            </a:r>
            <a:endParaRPr lang="zh-CN" altLang="en-US" sz="2400" dirty="0">
              <a:solidFill>
                <a:srgbClr val="1D8DE5"/>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981" name="文本框 1980"/>
          <p:cNvSpPr txBox="1"/>
          <p:nvPr/>
        </p:nvSpPr>
        <p:spPr>
          <a:xfrm>
            <a:off x="9886882" y="2340377"/>
            <a:ext cx="1851789" cy="369332"/>
          </a:xfrm>
          <a:prstGeom prst="rect">
            <a:avLst/>
          </a:prstGeom>
          <a:noFill/>
        </p:spPr>
        <p:txBody>
          <a:bodyPr wrap="none" rtlCol="0">
            <a:spAutoFit/>
          </a:bodyPr>
          <a:lstStyle/>
          <a:p>
            <a:r>
              <a:rPr lang="en-US" altLang="zh-CN" dirty="0">
                <a:solidFill>
                  <a:srgbClr val="1D8DE5"/>
                </a:solidFill>
                <a:latin typeface="Arial Unicode MS" panose="020B0604020202020204" pitchFamily="34" charset="-122"/>
                <a:ea typeface="Arial Unicode MS" panose="020B0604020202020204" pitchFamily="34" charset="-122"/>
                <a:cs typeface="Arial Unicode MS" panose="020B0604020202020204" pitchFamily="34" charset="-122"/>
              </a:rPr>
              <a:t>Some Title Here</a:t>
            </a:r>
            <a:endParaRPr lang="zh-CN" altLang="en-US" dirty="0">
              <a:solidFill>
                <a:srgbClr val="1D8DE5"/>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982" name="文本框 1981"/>
          <p:cNvSpPr txBox="1"/>
          <p:nvPr/>
        </p:nvSpPr>
        <p:spPr>
          <a:xfrm>
            <a:off x="8942513" y="4735096"/>
            <a:ext cx="527709" cy="461665"/>
          </a:xfrm>
          <a:prstGeom prst="rect">
            <a:avLst/>
          </a:prstGeom>
          <a:noFill/>
        </p:spPr>
        <p:txBody>
          <a:bodyPr wrap="none" rtlCol="0">
            <a:spAutoFit/>
          </a:bodyPr>
          <a:lstStyle/>
          <a:p>
            <a:r>
              <a:rPr lang="en-US" altLang="zh-CN" sz="2400" dirty="0">
                <a:solidFill>
                  <a:srgbClr val="1D8DE5"/>
                </a:solidFill>
                <a:latin typeface="Arial Unicode MS" panose="020B0604020202020204" pitchFamily="34" charset="-122"/>
                <a:ea typeface="Arial Unicode MS" panose="020B0604020202020204" pitchFamily="34" charset="-122"/>
                <a:cs typeface="Arial Unicode MS" panose="020B0604020202020204" pitchFamily="34" charset="-122"/>
              </a:rPr>
              <a:t>04</a:t>
            </a:r>
            <a:endParaRPr lang="zh-CN" altLang="en-US" sz="2400" dirty="0">
              <a:solidFill>
                <a:srgbClr val="1D8DE5"/>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983" name="文本框 1982"/>
          <p:cNvSpPr txBox="1"/>
          <p:nvPr/>
        </p:nvSpPr>
        <p:spPr>
          <a:xfrm>
            <a:off x="8280472" y="5174559"/>
            <a:ext cx="1851789" cy="369332"/>
          </a:xfrm>
          <a:prstGeom prst="rect">
            <a:avLst/>
          </a:prstGeom>
          <a:noFill/>
        </p:spPr>
        <p:txBody>
          <a:bodyPr wrap="none" rtlCol="0">
            <a:spAutoFit/>
          </a:bodyPr>
          <a:lstStyle/>
          <a:p>
            <a:r>
              <a:rPr lang="en-US" altLang="zh-CN" dirty="0">
                <a:solidFill>
                  <a:srgbClr val="1D8DE5"/>
                </a:solidFill>
                <a:latin typeface="Arial Unicode MS" panose="020B0604020202020204" pitchFamily="34" charset="-122"/>
                <a:ea typeface="Arial Unicode MS" panose="020B0604020202020204" pitchFamily="34" charset="-122"/>
                <a:cs typeface="Arial Unicode MS" panose="020B0604020202020204" pitchFamily="34" charset="-122"/>
              </a:rPr>
              <a:t>Some Title Here</a:t>
            </a:r>
            <a:endParaRPr lang="zh-CN" altLang="en-US" dirty="0">
              <a:solidFill>
                <a:srgbClr val="1D8DE5"/>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984" name="文本框 1983"/>
          <p:cNvSpPr txBox="1"/>
          <p:nvPr/>
        </p:nvSpPr>
        <p:spPr>
          <a:xfrm>
            <a:off x="7314573" y="3820184"/>
            <a:ext cx="527709" cy="461665"/>
          </a:xfrm>
          <a:prstGeom prst="rect">
            <a:avLst/>
          </a:prstGeom>
          <a:noFill/>
        </p:spPr>
        <p:txBody>
          <a:bodyPr wrap="none" rtlCol="0">
            <a:spAutoFit/>
          </a:bodyPr>
          <a:lstStyle/>
          <a:p>
            <a:r>
              <a:rPr lang="en-US" altLang="zh-CN" sz="2400"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rPr>
              <a:t>05</a:t>
            </a:r>
            <a:endParaRPr lang="zh-CN" altLang="en-US" sz="2400"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985" name="文本框 1984"/>
          <p:cNvSpPr txBox="1"/>
          <p:nvPr/>
        </p:nvSpPr>
        <p:spPr>
          <a:xfrm>
            <a:off x="6652532" y="4259647"/>
            <a:ext cx="1851789" cy="369332"/>
          </a:xfrm>
          <a:prstGeom prst="rect">
            <a:avLst/>
          </a:prstGeom>
          <a:noFill/>
        </p:spPr>
        <p:txBody>
          <a:bodyPr wrap="none" rtlCol="0">
            <a:spAutoFit/>
          </a:bodyPr>
          <a:lstStyle/>
          <a:p>
            <a:r>
              <a:rPr lang="en-US" altLang="zh-CN"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rPr>
              <a:t>Some Title Here</a:t>
            </a:r>
            <a:endParaRPr lang="zh-CN" altLang="en-US"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986" name="文本框 1985"/>
          <p:cNvSpPr txBox="1"/>
          <p:nvPr/>
        </p:nvSpPr>
        <p:spPr>
          <a:xfrm>
            <a:off x="10506750" y="3820184"/>
            <a:ext cx="527709" cy="461665"/>
          </a:xfrm>
          <a:prstGeom prst="rect">
            <a:avLst/>
          </a:prstGeom>
          <a:noFill/>
        </p:spPr>
        <p:txBody>
          <a:bodyPr wrap="none" rtlCol="0">
            <a:spAutoFit/>
          </a:bodyPr>
          <a:lstStyle/>
          <a:p>
            <a:r>
              <a:rPr lang="en-US" altLang="zh-CN" sz="2400"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rPr>
              <a:t>03</a:t>
            </a:r>
            <a:endParaRPr lang="zh-CN" altLang="en-US" sz="2400"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987" name="文本框 1986"/>
          <p:cNvSpPr txBox="1"/>
          <p:nvPr/>
        </p:nvSpPr>
        <p:spPr>
          <a:xfrm>
            <a:off x="9844709" y="4259647"/>
            <a:ext cx="1851789" cy="369332"/>
          </a:xfrm>
          <a:prstGeom prst="rect">
            <a:avLst/>
          </a:prstGeom>
          <a:noFill/>
        </p:spPr>
        <p:txBody>
          <a:bodyPr wrap="none" rtlCol="0">
            <a:spAutoFit/>
          </a:bodyPr>
          <a:lstStyle/>
          <a:p>
            <a:r>
              <a:rPr lang="en-US" altLang="zh-CN"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rPr>
              <a:t>Some Title Here</a:t>
            </a:r>
            <a:endParaRPr lang="zh-CN" altLang="en-US"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988" name="文本框 1987"/>
          <p:cNvSpPr txBox="1"/>
          <p:nvPr/>
        </p:nvSpPr>
        <p:spPr>
          <a:xfrm>
            <a:off x="8903212" y="1003288"/>
            <a:ext cx="527709" cy="461665"/>
          </a:xfrm>
          <a:prstGeom prst="rect">
            <a:avLst/>
          </a:prstGeom>
          <a:noFill/>
        </p:spPr>
        <p:txBody>
          <a:bodyPr wrap="none" rtlCol="0">
            <a:spAutoFit/>
          </a:bodyPr>
          <a:lstStyle/>
          <a:p>
            <a:r>
              <a:rPr lang="en-US" altLang="zh-CN" sz="2400"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rPr>
              <a:t>01</a:t>
            </a:r>
            <a:endParaRPr lang="zh-CN" altLang="en-US" sz="2400"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989" name="文本框 1988"/>
          <p:cNvSpPr txBox="1"/>
          <p:nvPr/>
        </p:nvSpPr>
        <p:spPr>
          <a:xfrm>
            <a:off x="8241171" y="1442751"/>
            <a:ext cx="1851789" cy="369332"/>
          </a:xfrm>
          <a:prstGeom prst="rect">
            <a:avLst/>
          </a:prstGeom>
          <a:noFill/>
        </p:spPr>
        <p:txBody>
          <a:bodyPr wrap="none" rtlCol="0">
            <a:spAutoFit/>
          </a:bodyPr>
          <a:lstStyle/>
          <a:p>
            <a:r>
              <a:rPr lang="en-US" altLang="zh-CN"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rPr>
              <a:t>Some Title Here</a:t>
            </a:r>
            <a:endParaRPr lang="zh-CN" altLang="en-US"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990" name="文本框 1989"/>
          <p:cNvSpPr txBox="1"/>
          <p:nvPr/>
        </p:nvSpPr>
        <p:spPr>
          <a:xfrm>
            <a:off x="8221696" y="3270054"/>
            <a:ext cx="1851789" cy="369332"/>
          </a:xfrm>
          <a:prstGeom prst="rect">
            <a:avLst/>
          </a:prstGeom>
          <a:noFill/>
        </p:spPr>
        <p:txBody>
          <a:bodyPr wrap="none" rtlCol="0">
            <a:spAutoFit/>
          </a:bodyPr>
          <a:lstStyle/>
          <a:p>
            <a:r>
              <a:rPr lang="en-US" altLang="zh-CN" dirty="0">
                <a:solidFill>
                  <a:srgbClr val="1D8DE5"/>
                </a:solidFill>
                <a:latin typeface="Arial Unicode MS" panose="020B0604020202020204" pitchFamily="34" charset="-122"/>
                <a:ea typeface="Arial Unicode MS" panose="020B0604020202020204" pitchFamily="34" charset="-122"/>
                <a:cs typeface="Arial Unicode MS" panose="020B0604020202020204" pitchFamily="34" charset="-122"/>
              </a:rPr>
              <a:t>Some Title Here</a:t>
            </a:r>
            <a:endParaRPr lang="zh-CN" altLang="en-US" dirty="0">
              <a:solidFill>
                <a:srgbClr val="1D8DE5"/>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991" name="Freeform 60"/>
          <p:cNvSpPr>
            <a:spLocks/>
          </p:cNvSpPr>
          <p:nvPr/>
        </p:nvSpPr>
        <p:spPr bwMode="auto">
          <a:xfrm>
            <a:off x="1007063" y="3889553"/>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92" name="文本框 1991"/>
          <p:cNvSpPr txBox="1"/>
          <p:nvPr/>
        </p:nvSpPr>
        <p:spPr>
          <a:xfrm>
            <a:off x="940215" y="4689154"/>
            <a:ext cx="3555585" cy="1421928"/>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网络</a:t>
            </a:r>
            <a:r>
              <a:rPr lang="en-US" altLang="zh-CN" dirty="0">
                <a:solidFill>
                  <a:prstClr val="black">
                    <a:lumMod val="65000"/>
                    <a:lumOff val="35000"/>
                  </a:prstClr>
                </a:solidFill>
                <a:latin typeface="微软雅黑" panose="020B0503020204020204" pitchFamily="34" charset="-122"/>
              </a:rPr>
              <a:t>EPS</a:t>
            </a:r>
            <a:r>
              <a:rPr lang="zh-CN" altLang="en-US" dirty="0">
                <a:solidFill>
                  <a:prstClr val="black">
                    <a:lumMod val="65000"/>
                    <a:lumOff val="35000"/>
                  </a:prstClr>
                </a:solidFill>
                <a:latin typeface="微软雅黑" panose="020B0503020204020204" pitchFamily="34" charset="-122"/>
              </a:rPr>
              <a:t>素材改编；</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文字、颜色可随意更改；</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颜色更改要注意凹形设计；</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凹形设计可以点开设置参考。</a:t>
            </a:r>
            <a:endParaRPr lang="en-US" altLang="zh-CN" dirty="0">
              <a:solidFill>
                <a:prstClr val="black">
                  <a:lumMod val="65000"/>
                  <a:lumOff val="35000"/>
                </a:prstClr>
              </a:solidFill>
              <a:latin typeface="微软雅黑" panose="020B0503020204020204" pitchFamily="34" charset="-122"/>
            </a:endParaRPr>
          </a:p>
        </p:txBody>
      </p:sp>
      <p:sp>
        <p:nvSpPr>
          <p:cNvPr id="1993" name="圆角矩形 1992"/>
          <p:cNvSpPr/>
          <p:nvPr/>
        </p:nvSpPr>
        <p:spPr>
          <a:xfrm>
            <a:off x="1674755" y="4048838"/>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1994" name="等腰三角形 1993"/>
          <p:cNvSpPr/>
          <p:nvPr/>
        </p:nvSpPr>
        <p:spPr>
          <a:xfrm rot="16200000">
            <a:off x="1600123" y="4116382"/>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28"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七项并列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287665246"/>
      </p:ext>
    </p:extLst>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组合 4"/>
          <p:cNvGrpSpPr/>
          <p:nvPr/>
        </p:nvGrpSpPr>
        <p:grpSpPr>
          <a:xfrm>
            <a:off x="3203776" y="1349114"/>
            <a:ext cx="4741010" cy="5162266"/>
            <a:chOff x="576263" y="1809750"/>
            <a:chExt cx="4984750" cy="5427663"/>
          </a:xfrm>
        </p:grpSpPr>
        <p:sp>
          <p:nvSpPr>
            <p:cNvPr id="2" name="Freeform 5"/>
            <p:cNvSpPr>
              <a:spLocks/>
            </p:cNvSpPr>
            <p:nvPr/>
          </p:nvSpPr>
          <p:spPr bwMode="auto">
            <a:xfrm>
              <a:off x="576263" y="2124075"/>
              <a:ext cx="4506913" cy="5113338"/>
            </a:xfrm>
            <a:custGeom>
              <a:avLst/>
              <a:gdLst>
                <a:gd name="T0" fmla="*/ 2084 w 2941"/>
                <a:gd name="T1" fmla="*/ 1763 h 3337"/>
                <a:gd name="T2" fmla="*/ 2902 w 2941"/>
                <a:gd name="T3" fmla="*/ 0 h 3337"/>
                <a:gd name="T4" fmla="*/ 1649 w 2941"/>
                <a:gd name="T5" fmla="*/ 1348 h 3337"/>
                <a:gd name="T6" fmla="*/ 0 w 2941"/>
                <a:gd name="T7" fmla="*/ 2538 h 3337"/>
                <a:gd name="T8" fmla="*/ 2084 w 2941"/>
                <a:gd name="T9" fmla="*/ 1763 h 3337"/>
              </a:gdLst>
              <a:ahLst/>
              <a:cxnLst>
                <a:cxn ang="0">
                  <a:pos x="T0" y="T1"/>
                </a:cxn>
                <a:cxn ang="0">
                  <a:pos x="T2" y="T3"/>
                </a:cxn>
                <a:cxn ang="0">
                  <a:pos x="T4" y="T5"/>
                </a:cxn>
                <a:cxn ang="0">
                  <a:pos x="T6" y="T7"/>
                </a:cxn>
                <a:cxn ang="0">
                  <a:pos x="T8" y="T9"/>
                </a:cxn>
              </a:cxnLst>
              <a:rect l="0" t="0" r="r" b="b"/>
              <a:pathLst>
                <a:path w="2941" h="3337">
                  <a:moveTo>
                    <a:pt x="2084" y="1763"/>
                  </a:moveTo>
                  <a:cubicBezTo>
                    <a:pt x="2590" y="1155"/>
                    <a:pt x="2941" y="465"/>
                    <a:pt x="2902" y="0"/>
                  </a:cubicBezTo>
                  <a:cubicBezTo>
                    <a:pt x="2453" y="93"/>
                    <a:pt x="2278" y="560"/>
                    <a:pt x="1649" y="1348"/>
                  </a:cubicBezTo>
                  <a:cubicBezTo>
                    <a:pt x="941" y="2234"/>
                    <a:pt x="86" y="2201"/>
                    <a:pt x="0" y="2538"/>
                  </a:cubicBezTo>
                  <a:cubicBezTo>
                    <a:pt x="296" y="2348"/>
                    <a:pt x="777" y="3337"/>
                    <a:pt x="2084" y="1763"/>
                  </a:cubicBezTo>
                  <a:close/>
                </a:path>
              </a:pathLst>
            </a:custGeom>
            <a:gradFill flip="none" rotWithShape="1">
              <a:gsLst>
                <a:gs pos="100000">
                  <a:srgbClr val="FFFFFF">
                    <a:lumMod val="100000"/>
                  </a:srgbClr>
                </a:gs>
                <a:gs pos="0">
                  <a:srgbClr val="D9D9DA"/>
                </a:gs>
              </a:gsLst>
              <a:lin ang="2700000" scaled="1"/>
              <a:tileRect/>
            </a:gradFill>
            <a:ln w="28575" cap="flat" cmpd="sng" algn="ctr">
              <a:solidFill>
                <a:schemeClr val="bg1"/>
              </a:solidFill>
              <a:prstDash val="solid"/>
              <a:miter lim="800000"/>
            </a:ln>
            <a:effectLst>
              <a:outerShdw blurRad="279400" dist="165100" dir="2700000" algn="t" rotWithShape="0">
                <a:prstClr val="black">
                  <a:alpha val="35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3" name="Freeform 6"/>
            <p:cNvSpPr>
              <a:spLocks/>
            </p:cNvSpPr>
            <p:nvPr/>
          </p:nvSpPr>
          <p:spPr bwMode="auto">
            <a:xfrm>
              <a:off x="4475163" y="1809750"/>
              <a:ext cx="1085850" cy="808038"/>
            </a:xfrm>
            <a:custGeom>
              <a:avLst/>
              <a:gdLst>
                <a:gd name="T0" fmla="*/ 0 w 708"/>
                <a:gd name="T1" fmla="*/ 279 h 527"/>
                <a:gd name="T2" fmla="*/ 227 w 708"/>
                <a:gd name="T3" fmla="*/ 316 h 527"/>
                <a:gd name="T4" fmla="*/ 195 w 708"/>
                <a:gd name="T5" fmla="*/ 487 h 527"/>
                <a:gd name="T6" fmla="*/ 322 w 708"/>
                <a:gd name="T7" fmla="*/ 343 h 527"/>
                <a:gd name="T8" fmla="*/ 382 w 708"/>
                <a:gd name="T9" fmla="*/ 527 h 527"/>
                <a:gd name="T10" fmla="*/ 395 w 708"/>
                <a:gd name="T11" fmla="*/ 254 h 527"/>
                <a:gd name="T12" fmla="*/ 403 w 708"/>
                <a:gd name="T13" fmla="*/ 140 h 527"/>
                <a:gd name="T14" fmla="*/ 440 w 708"/>
                <a:gd name="T15" fmla="*/ 95 h 527"/>
                <a:gd name="T16" fmla="*/ 544 w 708"/>
                <a:gd name="T17" fmla="*/ 58 h 527"/>
                <a:gd name="T18" fmla="*/ 685 w 708"/>
                <a:gd name="T19" fmla="*/ 40 h 527"/>
                <a:gd name="T20" fmla="*/ 681 w 708"/>
                <a:gd name="T21" fmla="*/ 2 h 527"/>
                <a:gd name="T22" fmla="*/ 540 w 708"/>
                <a:gd name="T23" fmla="*/ 17 h 527"/>
                <a:gd name="T24" fmla="*/ 390 w 708"/>
                <a:gd name="T25" fmla="*/ 69 h 527"/>
                <a:gd name="T26" fmla="*/ 306 w 708"/>
                <a:gd name="T27" fmla="*/ 124 h 527"/>
                <a:gd name="T28" fmla="*/ 231 w 708"/>
                <a:gd name="T29" fmla="*/ 201 h 527"/>
                <a:gd name="T30" fmla="*/ 0 w 708"/>
                <a:gd name="T31" fmla="*/ 279 h 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08" h="527">
                  <a:moveTo>
                    <a:pt x="0" y="279"/>
                  </a:moveTo>
                  <a:cubicBezTo>
                    <a:pt x="103" y="330"/>
                    <a:pt x="194" y="318"/>
                    <a:pt x="227" y="316"/>
                  </a:cubicBezTo>
                  <a:cubicBezTo>
                    <a:pt x="199" y="358"/>
                    <a:pt x="209" y="410"/>
                    <a:pt x="195" y="487"/>
                  </a:cubicBezTo>
                  <a:cubicBezTo>
                    <a:pt x="263" y="442"/>
                    <a:pt x="306" y="374"/>
                    <a:pt x="322" y="343"/>
                  </a:cubicBezTo>
                  <a:cubicBezTo>
                    <a:pt x="329" y="367"/>
                    <a:pt x="348" y="411"/>
                    <a:pt x="382" y="527"/>
                  </a:cubicBezTo>
                  <a:cubicBezTo>
                    <a:pt x="424" y="413"/>
                    <a:pt x="384" y="270"/>
                    <a:pt x="395" y="254"/>
                  </a:cubicBezTo>
                  <a:cubicBezTo>
                    <a:pt x="429" y="206"/>
                    <a:pt x="405" y="157"/>
                    <a:pt x="403" y="140"/>
                  </a:cubicBezTo>
                  <a:cubicBezTo>
                    <a:pt x="401" y="129"/>
                    <a:pt x="417" y="106"/>
                    <a:pt x="440" y="95"/>
                  </a:cubicBezTo>
                  <a:cubicBezTo>
                    <a:pt x="464" y="85"/>
                    <a:pt x="508" y="67"/>
                    <a:pt x="544" y="58"/>
                  </a:cubicBezTo>
                  <a:cubicBezTo>
                    <a:pt x="583" y="48"/>
                    <a:pt x="638" y="41"/>
                    <a:pt x="685" y="40"/>
                  </a:cubicBezTo>
                  <a:cubicBezTo>
                    <a:pt x="705" y="40"/>
                    <a:pt x="708" y="3"/>
                    <a:pt x="681" y="2"/>
                  </a:cubicBezTo>
                  <a:cubicBezTo>
                    <a:pt x="664" y="0"/>
                    <a:pt x="586" y="7"/>
                    <a:pt x="540" y="17"/>
                  </a:cubicBezTo>
                  <a:cubicBezTo>
                    <a:pt x="498" y="28"/>
                    <a:pt x="425" y="51"/>
                    <a:pt x="390" y="69"/>
                  </a:cubicBezTo>
                  <a:cubicBezTo>
                    <a:pt x="364" y="82"/>
                    <a:pt x="328" y="105"/>
                    <a:pt x="306" y="124"/>
                  </a:cubicBezTo>
                  <a:cubicBezTo>
                    <a:pt x="264" y="162"/>
                    <a:pt x="267" y="186"/>
                    <a:pt x="231" y="201"/>
                  </a:cubicBezTo>
                  <a:cubicBezTo>
                    <a:pt x="195" y="217"/>
                    <a:pt x="154" y="200"/>
                    <a:pt x="0" y="279"/>
                  </a:cubicBezTo>
                  <a:close/>
                </a:path>
              </a:pathLst>
            </a:custGeom>
            <a:gradFill flip="none" rotWithShape="1">
              <a:gsLst>
                <a:gs pos="100000">
                  <a:srgbClr val="FFFFFF">
                    <a:lumMod val="100000"/>
                  </a:srgbClr>
                </a:gs>
                <a:gs pos="0">
                  <a:srgbClr val="D9D9DA"/>
                </a:gs>
              </a:gsLst>
              <a:lin ang="2700000" scaled="1"/>
              <a:tileRect/>
            </a:gradFill>
            <a:ln w="28575" cap="flat" cmpd="sng" algn="ctr">
              <a:solidFill>
                <a:schemeClr val="bg1"/>
              </a:solidFill>
              <a:prstDash val="solid"/>
              <a:miter lim="800000"/>
            </a:ln>
            <a:effectLst>
              <a:outerShdw blurRad="88900" dist="38100" dir="2700000" algn="t" rotWithShape="0">
                <a:prstClr val="black">
                  <a:alpha val="28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grpSp>
      <p:sp>
        <p:nvSpPr>
          <p:cNvPr id="7" name="椭圆 6"/>
          <p:cNvSpPr/>
          <p:nvPr/>
        </p:nvSpPr>
        <p:spPr>
          <a:xfrm>
            <a:off x="6620549" y="2196499"/>
            <a:ext cx="576000" cy="576000"/>
          </a:xfrm>
          <a:prstGeom prst="ellipse">
            <a:avLst/>
          </a:prstGeom>
          <a:gradFill flip="none" rotWithShape="1">
            <a:gsLst>
              <a:gs pos="0">
                <a:srgbClr val="4D8644"/>
              </a:gs>
              <a:gs pos="100000">
                <a:srgbClr val="7CB329"/>
              </a:gs>
            </a:gsLst>
            <a:lin ang="18900000" scaled="1"/>
            <a:tileRect/>
          </a:gradFill>
          <a:ln>
            <a:noFill/>
          </a:ln>
          <a:effectLst>
            <a:outerShdw blurRad="254000" dist="50800" dir="2700000" sx="102000" sy="102000" algn="tl" rotWithShape="0">
              <a:prstClr val="black">
                <a:alpha val="32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2800"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07</a:t>
            </a:r>
            <a:endParaRPr lang="zh-CN" altLang="en-US" sz="2800"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8" name="椭圆 7"/>
          <p:cNvSpPr/>
          <p:nvPr/>
        </p:nvSpPr>
        <p:spPr>
          <a:xfrm>
            <a:off x="6287579" y="2757509"/>
            <a:ext cx="576000" cy="576000"/>
          </a:xfrm>
          <a:prstGeom prst="ellipse">
            <a:avLst/>
          </a:prstGeom>
          <a:gradFill flip="none" rotWithShape="1">
            <a:gsLst>
              <a:gs pos="0">
                <a:srgbClr val="4D8644"/>
              </a:gs>
              <a:gs pos="100000">
                <a:srgbClr val="7CB329"/>
              </a:gs>
            </a:gsLst>
            <a:lin ang="18900000" scaled="1"/>
            <a:tileRect/>
          </a:gradFill>
          <a:ln>
            <a:noFill/>
          </a:ln>
          <a:effectLst>
            <a:outerShdw blurRad="254000" dist="50800" dir="2700000" sx="102000" sy="102000" algn="tl" rotWithShape="0">
              <a:prstClr val="black">
                <a:alpha val="32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2800"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06</a:t>
            </a:r>
            <a:endParaRPr lang="zh-CN" altLang="en-US" sz="2800"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9" name="椭圆 8"/>
          <p:cNvSpPr/>
          <p:nvPr/>
        </p:nvSpPr>
        <p:spPr>
          <a:xfrm>
            <a:off x="5909639" y="3288539"/>
            <a:ext cx="576000" cy="576000"/>
          </a:xfrm>
          <a:prstGeom prst="ellipse">
            <a:avLst/>
          </a:prstGeom>
          <a:gradFill flip="none" rotWithShape="1">
            <a:gsLst>
              <a:gs pos="0">
                <a:srgbClr val="4D8644"/>
              </a:gs>
              <a:gs pos="100000">
                <a:srgbClr val="7CB329"/>
              </a:gs>
            </a:gsLst>
            <a:lin ang="18900000" scaled="1"/>
            <a:tileRect/>
          </a:gradFill>
          <a:ln>
            <a:noFill/>
          </a:ln>
          <a:effectLst>
            <a:outerShdw blurRad="254000" dist="50800" dir="2700000" sx="102000" sy="102000" algn="tl" rotWithShape="0">
              <a:prstClr val="black">
                <a:alpha val="32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2800"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05</a:t>
            </a:r>
            <a:endParaRPr lang="zh-CN" altLang="en-US" sz="2800"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0" name="椭圆 9"/>
          <p:cNvSpPr/>
          <p:nvPr/>
        </p:nvSpPr>
        <p:spPr>
          <a:xfrm>
            <a:off x="5501719" y="3774599"/>
            <a:ext cx="576000" cy="576000"/>
          </a:xfrm>
          <a:prstGeom prst="ellipse">
            <a:avLst/>
          </a:prstGeom>
          <a:gradFill flip="none" rotWithShape="1">
            <a:gsLst>
              <a:gs pos="0">
                <a:srgbClr val="4D8644"/>
              </a:gs>
              <a:gs pos="100000">
                <a:srgbClr val="7CB329"/>
              </a:gs>
            </a:gsLst>
            <a:lin ang="18900000" scaled="1"/>
            <a:tileRect/>
          </a:gradFill>
          <a:ln>
            <a:noFill/>
          </a:ln>
          <a:effectLst>
            <a:outerShdw blurRad="254000" dist="50800" dir="2700000" sx="102000" sy="102000" algn="tl" rotWithShape="0">
              <a:prstClr val="black">
                <a:alpha val="32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2800"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04</a:t>
            </a:r>
            <a:endParaRPr lang="zh-CN" altLang="en-US" sz="2800"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1" name="椭圆 10"/>
          <p:cNvSpPr/>
          <p:nvPr/>
        </p:nvSpPr>
        <p:spPr>
          <a:xfrm>
            <a:off x="5048829" y="4215689"/>
            <a:ext cx="576000" cy="576000"/>
          </a:xfrm>
          <a:prstGeom prst="ellipse">
            <a:avLst/>
          </a:prstGeom>
          <a:gradFill flip="none" rotWithShape="1">
            <a:gsLst>
              <a:gs pos="0">
                <a:srgbClr val="4D8644"/>
              </a:gs>
              <a:gs pos="100000">
                <a:srgbClr val="7CB329"/>
              </a:gs>
            </a:gsLst>
            <a:lin ang="18900000" scaled="1"/>
            <a:tileRect/>
          </a:gradFill>
          <a:ln>
            <a:noFill/>
          </a:ln>
          <a:effectLst>
            <a:outerShdw blurRad="254000" dist="50800" dir="2700000" sx="102000" sy="102000" algn="tl" rotWithShape="0">
              <a:prstClr val="black">
                <a:alpha val="32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2800"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03</a:t>
            </a:r>
            <a:endParaRPr lang="zh-CN" altLang="en-US" sz="2800"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2" name="椭圆 11"/>
          <p:cNvSpPr/>
          <p:nvPr/>
        </p:nvSpPr>
        <p:spPr>
          <a:xfrm>
            <a:off x="4497706" y="4570022"/>
            <a:ext cx="576000" cy="576000"/>
          </a:xfrm>
          <a:prstGeom prst="ellipse">
            <a:avLst/>
          </a:prstGeom>
          <a:gradFill flip="none" rotWithShape="1">
            <a:gsLst>
              <a:gs pos="0">
                <a:srgbClr val="4D8644"/>
              </a:gs>
              <a:gs pos="100000">
                <a:srgbClr val="7CB329"/>
              </a:gs>
            </a:gsLst>
            <a:lin ang="18900000" scaled="1"/>
            <a:tileRect/>
          </a:gradFill>
          <a:ln>
            <a:noFill/>
          </a:ln>
          <a:effectLst>
            <a:outerShdw blurRad="254000" dist="50800" dir="2700000" sx="102000" sy="102000" algn="tl" rotWithShape="0">
              <a:prstClr val="black">
                <a:alpha val="32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2800"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02</a:t>
            </a:r>
            <a:endParaRPr lang="zh-CN" altLang="en-US" sz="2800"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3" name="椭圆 12"/>
          <p:cNvSpPr/>
          <p:nvPr/>
        </p:nvSpPr>
        <p:spPr>
          <a:xfrm>
            <a:off x="3925817" y="4858022"/>
            <a:ext cx="576000" cy="576000"/>
          </a:xfrm>
          <a:prstGeom prst="ellipse">
            <a:avLst/>
          </a:prstGeom>
          <a:gradFill flip="none" rotWithShape="1">
            <a:gsLst>
              <a:gs pos="0">
                <a:srgbClr val="4D8644"/>
              </a:gs>
              <a:gs pos="100000">
                <a:srgbClr val="7CB329"/>
              </a:gs>
            </a:gsLst>
            <a:lin ang="18900000" scaled="1"/>
            <a:tileRect/>
          </a:gradFill>
          <a:ln>
            <a:noFill/>
          </a:ln>
          <a:effectLst>
            <a:outerShdw blurRad="254000" dist="50800" dir="2700000" sx="102000" sy="102000" algn="tl" rotWithShape="0">
              <a:prstClr val="black">
                <a:alpha val="32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2800"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01</a:t>
            </a:r>
            <a:endParaRPr lang="zh-CN" altLang="en-US" sz="2800"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4" name="文本框 13"/>
          <p:cNvSpPr txBox="1"/>
          <p:nvPr/>
        </p:nvSpPr>
        <p:spPr>
          <a:xfrm>
            <a:off x="3211235" y="2067945"/>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6" name="文本框 15"/>
          <p:cNvSpPr txBox="1"/>
          <p:nvPr/>
        </p:nvSpPr>
        <p:spPr>
          <a:xfrm>
            <a:off x="1321045" y="3872991"/>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8" name="文本框 17"/>
          <p:cNvSpPr txBox="1"/>
          <p:nvPr/>
        </p:nvSpPr>
        <p:spPr>
          <a:xfrm>
            <a:off x="2397854" y="3074808"/>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23" name="Freeform 8"/>
          <p:cNvSpPr>
            <a:spLocks/>
          </p:cNvSpPr>
          <p:nvPr/>
        </p:nvSpPr>
        <p:spPr bwMode="auto">
          <a:xfrm flipV="1">
            <a:off x="4177562" y="4181270"/>
            <a:ext cx="214459" cy="545718"/>
          </a:xfrm>
          <a:custGeom>
            <a:avLst/>
            <a:gdLst>
              <a:gd name="T0" fmla="*/ 1468 w 1468"/>
              <a:gd name="T1" fmla="*/ 0 h 350"/>
              <a:gd name="T2" fmla="*/ 289 w 1468"/>
              <a:gd name="T3" fmla="*/ 0 h 350"/>
              <a:gd name="T4" fmla="*/ 0 w 1468"/>
              <a:gd name="T5" fmla="*/ 350 h 350"/>
            </a:gdLst>
            <a:ahLst/>
            <a:cxnLst>
              <a:cxn ang="0">
                <a:pos x="T0" y="T1"/>
              </a:cxn>
              <a:cxn ang="0">
                <a:pos x="T2" y="T3"/>
              </a:cxn>
              <a:cxn ang="0">
                <a:pos x="T4" y="T5"/>
              </a:cxn>
            </a:cxnLst>
            <a:rect l="0" t="0" r="r" b="b"/>
            <a:pathLst>
              <a:path w="1468" h="350">
                <a:moveTo>
                  <a:pt x="1468" y="0"/>
                </a:moveTo>
                <a:lnTo>
                  <a:pt x="289" y="0"/>
                </a:lnTo>
                <a:lnTo>
                  <a:pt x="0" y="350"/>
                </a:lnTo>
              </a:path>
            </a:pathLst>
          </a:custGeom>
          <a:noFill/>
          <a:ln w="12700" cap="flat">
            <a:solidFill>
              <a:schemeClr val="tx1">
                <a:lumMod val="65000"/>
                <a:lumOff val="35000"/>
              </a:schemeClr>
            </a:solidFill>
            <a:prstDash val="solid"/>
            <a:miter lim="800000"/>
            <a:headEnd type="oval" w="med" len="med"/>
            <a:tailEnd type="oval" w="med" len="me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8"/>
          <p:cNvSpPr>
            <a:spLocks/>
          </p:cNvSpPr>
          <p:nvPr/>
        </p:nvSpPr>
        <p:spPr bwMode="auto">
          <a:xfrm flipV="1">
            <a:off x="5240708" y="3379957"/>
            <a:ext cx="214459" cy="545718"/>
          </a:xfrm>
          <a:custGeom>
            <a:avLst/>
            <a:gdLst>
              <a:gd name="T0" fmla="*/ 1468 w 1468"/>
              <a:gd name="T1" fmla="*/ 0 h 350"/>
              <a:gd name="T2" fmla="*/ 289 w 1468"/>
              <a:gd name="T3" fmla="*/ 0 h 350"/>
              <a:gd name="T4" fmla="*/ 0 w 1468"/>
              <a:gd name="T5" fmla="*/ 350 h 350"/>
            </a:gdLst>
            <a:ahLst/>
            <a:cxnLst>
              <a:cxn ang="0">
                <a:pos x="T0" y="T1"/>
              </a:cxn>
              <a:cxn ang="0">
                <a:pos x="T2" y="T3"/>
              </a:cxn>
              <a:cxn ang="0">
                <a:pos x="T4" y="T5"/>
              </a:cxn>
            </a:cxnLst>
            <a:rect l="0" t="0" r="r" b="b"/>
            <a:pathLst>
              <a:path w="1468" h="350">
                <a:moveTo>
                  <a:pt x="1468" y="0"/>
                </a:moveTo>
                <a:lnTo>
                  <a:pt x="289" y="0"/>
                </a:lnTo>
                <a:lnTo>
                  <a:pt x="0" y="350"/>
                </a:lnTo>
              </a:path>
            </a:pathLst>
          </a:custGeom>
          <a:noFill/>
          <a:ln w="12700" cap="flat">
            <a:solidFill>
              <a:schemeClr val="tx1">
                <a:lumMod val="65000"/>
                <a:lumOff val="35000"/>
              </a:schemeClr>
            </a:solidFill>
            <a:prstDash val="solid"/>
            <a:miter lim="800000"/>
            <a:headEnd type="oval" w="med" len="med"/>
            <a:tailEnd type="oval" w="med" len="me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8"/>
          <p:cNvSpPr>
            <a:spLocks/>
          </p:cNvSpPr>
          <p:nvPr/>
        </p:nvSpPr>
        <p:spPr bwMode="auto">
          <a:xfrm flipV="1">
            <a:off x="6022462" y="2350039"/>
            <a:ext cx="214459" cy="545718"/>
          </a:xfrm>
          <a:custGeom>
            <a:avLst/>
            <a:gdLst>
              <a:gd name="T0" fmla="*/ 1468 w 1468"/>
              <a:gd name="T1" fmla="*/ 0 h 350"/>
              <a:gd name="T2" fmla="*/ 289 w 1468"/>
              <a:gd name="T3" fmla="*/ 0 h 350"/>
              <a:gd name="T4" fmla="*/ 0 w 1468"/>
              <a:gd name="T5" fmla="*/ 350 h 350"/>
            </a:gdLst>
            <a:ahLst/>
            <a:cxnLst>
              <a:cxn ang="0">
                <a:pos x="T0" y="T1"/>
              </a:cxn>
              <a:cxn ang="0">
                <a:pos x="T2" y="T3"/>
              </a:cxn>
              <a:cxn ang="0">
                <a:pos x="T4" y="T5"/>
              </a:cxn>
            </a:cxnLst>
            <a:rect l="0" t="0" r="r" b="b"/>
            <a:pathLst>
              <a:path w="1468" h="350">
                <a:moveTo>
                  <a:pt x="1468" y="0"/>
                </a:moveTo>
                <a:lnTo>
                  <a:pt x="289" y="0"/>
                </a:lnTo>
                <a:lnTo>
                  <a:pt x="0" y="350"/>
                </a:lnTo>
              </a:path>
            </a:pathLst>
          </a:custGeom>
          <a:noFill/>
          <a:ln w="12700" cap="flat">
            <a:solidFill>
              <a:schemeClr val="tx1">
                <a:lumMod val="65000"/>
                <a:lumOff val="35000"/>
              </a:schemeClr>
            </a:solidFill>
            <a:prstDash val="solid"/>
            <a:miter lim="800000"/>
            <a:headEnd type="oval" w="med" len="med"/>
            <a:tailEnd type="oval" w="med" len="me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grpSp>
        <p:nvGrpSpPr>
          <p:cNvPr id="29" name="组合 28"/>
          <p:cNvGrpSpPr/>
          <p:nvPr/>
        </p:nvGrpSpPr>
        <p:grpSpPr>
          <a:xfrm>
            <a:off x="5665169" y="4705815"/>
            <a:ext cx="3123910" cy="871901"/>
            <a:chOff x="5665169" y="4705815"/>
            <a:chExt cx="3123910" cy="871901"/>
          </a:xfrm>
        </p:grpSpPr>
        <p:sp>
          <p:nvSpPr>
            <p:cNvPr id="19" name="文本框 18"/>
            <p:cNvSpPr txBox="1"/>
            <p:nvPr/>
          </p:nvSpPr>
          <p:spPr>
            <a:xfrm>
              <a:off x="5932561" y="4746719"/>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28" name="Freeform 8"/>
            <p:cNvSpPr>
              <a:spLocks/>
            </p:cNvSpPr>
            <p:nvPr/>
          </p:nvSpPr>
          <p:spPr bwMode="auto">
            <a:xfrm flipV="1">
              <a:off x="5665169" y="4705815"/>
              <a:ext cx="214459" cy="545718"/>
            </a:xfrm>
            <a:custGeom>
              <a:avLst/>
              <a:gdLst>
                <a:gd name="T0" fmla="*/ 1468 w 1468"/>
                <a:gd name="T1" fmla="*/ 0 h 350"/>
                <a:gd name="T2" fmla="*/ 289 w 1468"/>
                <a:gd name="T3" fmla="*/ 0 h 350"/>
                <a:gd name="T4" fmla="*/ 0 w 1468"/>
                <a:gd name="T5" fmla="*/ 350 h 350"/>
              </a:gdLst>
              <a:ahLst/>
              <a:cxnLst>
                <a:cxn ang="0">
                  <a:pos x="T0" y="T1"/>
                </a:cxn>
                <a:cxn ang="0">
                  <a:pos x="T2" y="T3"/>
                </a:cxn>
                <a:cxn ang="0">
                  <a:pos x="T4" y="T5"/>
                </a:cxn>
              </a:cxnLst>
              <a:rect l="0" t="0" r="r" b="b"/>
              <a:pathLst>
                <a:path w="1468" h="350">
                  <a:moveTo>
                    <a:pt x="1468" y="0"/>
                  </a:moveTo>
                  <a:lnTo>
                    <a:pt x="289" y="0"/>
                  </a:lnTo>
                  <a:lnTo>
                    <a:pt x="0" y="350"/>
                  </a:lnTo>
                </a:path>
              </a:pathLst>
            </a:custGeom>
            <a:noFill/>
            <a:ln w="12700" cap="flat">
              <a:solidFill>
                <a:schemeClr val="tx1">
                  <a:lumMod val="65000"/>
                  <a:lumOff val="35000"/>
                </a:schemeClr>
              </a:solidFill>
              <a:prstDash val="solid"/>
              <a:miter lim="800000"/>
              <a:headEnd type="oval" w="med" len="med"/>
              <a:tailEnd type="oval" w="med" len="me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0" name="组合 29"/>
          <p:cNvGrpSpPr/>
          <p:nvPr/>
        </p:nvGrpSpPr>
        <p:grpSpPr>
          <a:xfrm>
            <a:off x="6500248" y="3779738"/>
            <a:ext cx="3123910" cy="871901"/>
            <a:chOff x="5665169" y="4705815"/>
            <a:chExt cx="3123910" cy="871901"/>
          </a:xfrm>
        </p:grpSpPr>
        <p:sp>
          <p:nvSpPr>
            <p:cNvPr id="31" name="文本框 30"/>
            <p:cNvSpPr txBox="1"/>
            <p:nvPr/>
          </p:nvSpPr>
          <p:spPr>
            <a:xfrm>
              <a:off x="5932561" y="4746719"/>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32" name="Freeform 8"/>
            <p:cNvSpPr>
              <a:spLocks/>
            </p:cNvSpPr>
            <p:nvPr/>
          </p:nvSpPr>
          <p:spPr bwMode="auto">
            <a:xfrm flipV="1">
              <a:off x="5665169" y="4705815"/>
              <a:ext cx="214459" cy="545718"/>
            </a:xfrm>
            <a:custGeom>
              <a:avLst/>
              <a:gdLst>
                <a:gd name="T0" fmla="*/ 1468 w 1468"/>
                <a:gd name="T1" fmla="*/ 0 h 350"/>
                <a:gd name="T2" fmla="*/ 289 w 1468"/>
                <a:gd name="T3" fmla="*/ 0 h 350"/>
                <a:gd name="T4" fmla="*/ 0 w 1468"/>
                <a:gd name="T5" fmla="*/ 350 h 350"/>
              </a:gdLst>
              <a:ahLst/>
              <a:cxnLst>
                <a:cxn ang="0">
                  <a:pos x="T0" y="T1"/>
                </a:cxn>
                <a:cxn ang="0">
                  <a:pos x="T2" y="T3"/>
                </a:cxn>
                <a:cxn ang="0">
                  <a:pos x="T4" y="T5"/>
                </a:cxn>
              </a:cxnLst>
              <a:rect l="0" t="0" r="r" b="b"/>
              <a:pathLst>
                <a:path w="1468" h="350">
                  <a:moveTo>
                    <a:pt x="1468" y="0"/>
                  </a:moveTo>
                  <a:lnTo>
                    <a:pt x="289" y="0"/>
                  </a:lnTo>
                  <a:lnTo>
                    <a:pt x="0" y="350"/>
                  </a:lnTo>
                </a:path>
              </a:pathLst>
            </a:custGeom>
            <a:noFill/>
            <a:ln w="12700" cap="flat">
              <a:solidFill>
                <a:schemeClr val="tx1">
                  <a:lumMod val="65000"/>
                  <a:lumOff val="35000"/>
                </a:schemeClr>
              </a:solidFill>
              <a:prstDash val="solid"/>
              <a:miter lim="800000"/>
              <a:headEnd type="oval" w="med" len="med"/>
              <a:tailEnd type="oval" w="med" len="me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3" name="组合 32"/>
          <p:cNvGrpSpPr/>
          <p:nvPr/>
        </p:nvGrpSpPr>
        <p:grpSpPr>
          <a:xfrm>
            <a:off x="7163544" y="2732263"/>
            <a:ext cx="3123910" cy="871901"/>
            <a:chOff x="5665169" y="4705815"/>
            <a:chExt cx="3123910" cy="871901"/>
          </a:xfrm>
        </p:grpSpPr>
        <p:sp>
          <p:nvSpPr>
            <p:cNvPr id="34" name="文本框 33"/>
            <p:cNvSpPr txBox="1"/>
            <p:nvPr/>
          </p:nvSpPr>
          <p:spPr>
            <a:xfrm>
              <a:off x="5932561" y="4746719"/>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35" name="Freeform 8"/>
            <p:cNvSpPr>
              <a:spLocks/>
            </p:cNvSpPr>
            <p:nvPr/>
          </p:nvSpPr>
          <p:spPr bwMode="auto">
            <a:xfrm flipV="1">
              <a:off x="5665169" y="4705815"/>
              <a:ext cx="214459" cy="545718"/>
            </a:xfrm>
            <a:custGeom>
              <a:avLst/>
              <a:gdLst>
                <a:gd name="T0" fmla="*/ 1468 w 1468"/>
                <a:gd name="T1" fmla="*/ 0 h 350"/>
                <a:gd name="T2" fmla="*/ 289 w 1468"/>
                <a:gd name="T3" fmla="*/ 0 h 350"/>
                <a:gd name="T4" fmla="*/ 0 w 1468"/>
                <a:gd name="T5" fmla="*/ 350 h 350"/>
              </a:gdLst>
              <a:ahLst/>
              <a:cxnLst>
                <a:cxn ang="0">
                  <a:pos x="T0" y="T1"/>
                </a:cxn>
                <a:cxn ang="0">
                  <a:pos x="T2" y="T3"/>
                </a:cxn>
                <a:cxn ang="0">
                  <a:pos x="T4" y="T5"/>
                </a:cxn>
              </a:cxnLst>
              <a:rect l="0" t="0" r="r" b="b"/>
              <a:pathLst>
                <a:path w="1468" h="350">
                  <a:moveTo>
                    <a:pt x="1468" y="0"/>
                  </a:moveTo>
                  <a:lnTo>
                    <a:pt x="289" y="0"/>
                  </a:lnTo>
                  <a:lnTo>
                    <a:pt x="0" y="350"/>
                  </a:lnTo>
                </a:path>
              </a:pathLst>
            </a:custGeom>
            <a:noFill/>
            <a:ln w="12700" cap="flat">
              <a:solidFill>
                <a:schemeClr val="tx1">
                  <a:lumMod val="65000"/>
                  <a:lumOff val="35000"/>
                </a:schemeClr>
              </a:solidFill>
              <a:prstDash val="solid"/>
              <a:miter lim="800000"/>
              <a:headEnd type="oval" w="med" len="med"/>
              <a:tailEnd type="oval" w="med" len="me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6" name="组合 35"/>
          <p:cNvGrpSpPr/>
          <p:nvPr/>
        </p:nvGrpSpPr>
        <p:grpSpPr>
          <a:xfrm>
            <a:off x="4347684" y="5490667"/>
            <a:ext cx="3123910" cy="871901"/>
            <a:chOff x="5665169" y="4705815"/>
            <a:chExt cx="3123910" cy="871901"/>
          </a:xfrm>
        </p:grpSpPr>
        <p:sp>
          <p:nvSpPr>
            <p:cNvPr id="37" name="文本框 36"/>
            <p:cNvSpPr txBox="1"/>
            <p:nvPr/>
          </p:nvSpPr>
          <p:spPr>
            <a:xfrm>
              <a:off x="5932561" y="4746719"/>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38" name="Freeform 8"/>
            <p:cNvSpPr>
              <a:spLocks/>
            </p:cNvSpPr>
            <p:nvPr/>
          </p:nvSpPr>
          <p:spPr bwMode="auto">
            <a:xfrm flipV="1">
              <a:off x="5665169" y="4705815"/>
              <a:ext cx="214459" cy="545718"/>
            </a:xfrm>
            <a:custGeom>
              <a:avLst/>
              <a:gdLst>
                <a:gd name="T0" fmla="*/ 1468 w 1468"/>
                <a:gd name="T1" fmla="*/ 0 h 350"/>
                <a:gd name="T2" fmla="*/ 289 w 1468"/>
                <a:gd name="T3" fmla="*/ 0 h 350"/>
                <a:gd name="T4" fmla="*/ 0 w 1468"/>
                <a:gd name="T5" fmla="*/ 350 h 350"/>
              </a:gdLst>
              <a:ahLst/>
              <a:cxnLst>
                <a:cxn ang="0">
                  <a:pos x="T0" y="T1"/>
                </a:cxn>
                <a:cxn ang="0">
                  <a:pos x="T2" y="T3"/>
                </a:cxn>
                <a:cxn ang="0">
                  <a:pos x="T4" y="T5"/>
                </a:cxn>
              </a:cxnLst>
              <a:rect l="0" t="0" r="r" b="b"/>
              <a:pathLst>
                <a:path w="1468" h="350">
                  <a:moveTo>
                    <a:pt x="1468" y="0"/>
                  </a:moveTo>
                  <a:lnTo>
                    <a:pt x="289" y="0"/>
                  </a:lnTo>
                  <a:lnTo>
                    <a:pt x="0" y="350"/>
                  </a:lnTo>
                </a:path>
              </a:pathLst>
            </a:custGeom>
            <a:noFill/>
            <a:ln w="12700" cap="flat">
              <a:solidFill>
                <a:schemeClr val="tx1">
                  <a:lumMod val="65000"/>
                  <a:lumOff val="35000"/>
                </a:schemeClr>
              </a:solidFill>
              <a:prstDash val="solid"/>
              <a:miter lim="800000"/>
              <a:headEnd type="oval" w="med" len="med"/>
              <a:tailEnd type="oval" w="med" len="me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39" name="矩形 39"/>
          <p:cNvSpPr/>
          <p:nvPr/>
        </p:nvSpPr>
        <p:spPr>
          <a:xfrm>
            <a:off x="0" y="203088"/>
            <a:ext cx="2492990" cy="523220"/>
          </a:xfrm>
          <a:prstGeom prst="rect">
            <a:avLst/>
          </a:prstGeom>
          <a:noFill/>
        </p:spPr>
        <p:txBody>
          <a:bodyPr wrap="none" rtlCol="0">
            <a:spAutoFit/>
          </a:bodyPr>
          <a:lstStyle/>
          <a:p>
            <a:r>
              <a:rPr lang="zh-CN" altLang="en-US" sz="2800" b="1" dirty="0">
                <a:solidFill>
                  <a:schemeClr val="tx1">
                    <a:lumMod val="65000"/>
                    <a:lumOff val="35000"/>
                  </a:schemeClr>
                </a:solidFill>
              </a:rPr>
              <a:t>七项并列</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递进</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75049700"/>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5"/>
          <p:cNvSpPr>
            <a:spLocks/>
          </p:cNvSpPr>
          <p:nvPr/>
        </p:nvSpPr>
        <p:spPr bwMode="auto">
          <a:xfrm>
            <a:off x="6150446" y="1762125"/>
            <a:ext cx="0" cy="3521075"/>
          </a:xfrm>
          <a:custGeom>
            <a:avLst/>
            <a:gdLst>
              <a:gd name="T0" fmla="*/ 2218 h 2218"/>
              <a:gd name="T1" fmla="*/ 0 h 2218"/>
              <a:gd name="T2" fmla="*/ 2218 h 2218"/>
            </a:gdLst>
            <a:ahLst/>
            <a:cxnLst>
              <a:cxn ang="0">
                <a:pos x="0" y="T0"/>
              </a:cxn>
              <a:cxn ang="0">
                <a:pos x="0" y="T1"/>
              </a:cxn>
              <a:cxn ang="0">
                <a:pos x="0" y="T2"/>
              </a:cxn>
            </a:cxnLst>
            <a:rect l="0" t="0" r="r" b="b"/>
            <a:pathLst>
              <a:path h="2218">
                <a:moveTo>
                  <a:pt x="0" y="2218"/>
                </a:moveTo>
                <a:lnTo>
                  <a:pt x="0" y="0"/>
                </a:lnTo>
                <a:lnTo>
                  <a:pt x="0" y="22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Line 6"/>
          <p:cNvSpPr>
            <a:spLocks noChangeShapeType="1"/>
          </p:cNvSpPr>
          <p:nvPr/>
        </p:nvSpPr>
        <p:spPr bwMode="auto">
          <a:xfrm flipV="1">
            <a:off x="6150446" y="1762125"/>
            <a:ext cx="0" cy="3521075"/>
          </a:xfrm>
          <a:prstGeom prst="line">
            <a:avLst/>
          </a:prstGeom>
          <a:noFill/>
          <a:ln w="28575" cap="flat">
            <a:solidFill>
              <a:schemeClr val="bg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8"/>
          <p:cNvSpPr>
            <a:spLocks/>
          </p:cNvSpPr>
          <p:nvPr/>
        </p:nvSpPr>
        <p:spPr bwMode="auto">
          <a:xfrm>
            <a:off x="6450484" y="4754563"/>
            <a:ext cx="695325" cy="652463"/>
          </a:xfrm>
          <a:custGeom>
            <a:avLst/>
            <a:gdLst>
              <a:gd name="T0" fmla="*/ 0 w 343"/>
              <a:gd name="T1" fmla="*/ 322 h 322"/>
              <a:gd name="T2" fmla="*/ 0 w 343"/>
              <a:gd name="T3" fmla="*/ 120 h 322"/>
              <a:gd name="T4" fmla="*/ 120 w 343"/>
              <a:gd name="T5" fmla="*/ 0 h 322"/>
              <a:gd name="T6" fmla="*/ 343 w 343"/>
              <a:gd name="T7" fmla="*/ 0 h 322"/>
            </a:gdLst>
            <a:ahLst/>
            <a:cxnLst>
              <a:cxn ang="0">
                <a:pos x="T0" y="T1"/>
              </a:cxn>
              <a:cxn ang="0">
                <a:pos x="T2" y="T3"/>
              </a:cxn>
              <a:cxn ang="0">
                <a:pos x="T4" y="T5"/>
              </a:cxn>
              <a:cxn ang="0">
                <a:pos x="T6" y="T7"/>
              </a:cxn>
            </a:cxnLst>
            <a:rect l="0" t="0" r="r" b="b"/>
            <a:pathLst>
              <a:path w="343" h="322">
                <a:moveTo>
                  <a:pt x="0" y="322"/>
                </a:moveTo>
                <a:cubicBezTo>
                  <a:pt x="0" y="120"/>
                  <a:pt x="0" y="120"/>
                  <a:pt x="0" y="120"/>
                </a:cubicBezTo>
                <a:cubicBezTo>
                  <a:pt x="0" y="54"/>
                  <a:pt x="54" y="0"/>
                  <a:pt x="120" y="0"/>
                </a:cubicBezTo>
                <a:cubicBezTo>
                  <a:pt x="343" y="0"/>
                  <a:pt x="343" y="0"/>
                  <a:pt x="343" y="0"/>
                </a:cubicBezTo>
              </a:path>
            </a:pathLst>
          </a:custGeom>
          <a:noFill/>
          <a:ln w="28575" cap="flat">
            <a:solidFill>
              <a:schemeClr val="bg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0"/>
          <p:cNvSpPr>
            <a:spLocks/>
          </p:cNvSpPr>
          <p:nvPr/>
        </p:nvSpPr>
        <p:spPr bwMode="auto">
          <a:xfrm>
            <a:off x="6299671" y="3925888"/>
            <a:ext cx="1835150" cy="1282700"/>
          </a:xfrm>
          <a:custGeom>
            <a:avLst/>
            <a:gdLst>
              <a:gd name="T0" fmla="*/ 0 w 905"/>
              <a:gd name="T1" fmla="*/ 633 h 633"/>
              <a:gd name="T2" fmla="*/ 0 w 905"/>
              <a:gd name="T3" fmla="*/ 120 h 633"/>
              <a:gd name="T4" fmla="*/ 120 w 905"/>
              <a:gd name="T5" fmla="*/ 0 h 633"/>
              <a:gd name="T6" fmla="*/ 905 w 905"/>
              <a:gd name="T7" fmla="*/ 0 h 633"/>
            </a:gdLst>
            <a:ahLst/>
            <a:cxnLst>
              <a:cxn ang="0">
                <a:pos x="T0" y="T1"/>
              </a:cxn>
              <a:cxn ang="0">
                <a:pos x="T2" y="T3"/>
              </a:cxn>
              <a:cxn ang="0">
                <a:pos x="T4" y="T5"/>
              </a:cxn>
              <a:cxn ang="0">
                <a:pos x="T6" y="T7"/>
              </a:cxn>
            </a:cxnLst>
            <a:rect l="0" t="0" r="r" b="b"/>
            <a:pathLst>
              <a:path w="905" h="633">
                <a:moveTo>
                  <a:pt x="0" y="633"/>
                </a:moveTo>
                <a:cubicBezTo>
                  <a:pt x="0" y="120"/>
                  <a:pt x="0" y="120"/>
                  <a:pt x="0" y="120"/>
                </a:cubicBezTo>
                <a:cubicBezTo>
                  <a:pt x="0" y="54"/>
                  <a:pt x="54" y="0"/>
                  <a:pt x="120" y="0"/>
                </a:cubicBezTo>
                <a:cubicBezTo>
                  <a:pt x="905" y="0"/>
                  <a:pt x="905" y="0"/>
                  <a:pt x="905" y="0"/>
                </a:cubicBezTo>
              </a:path>
            </a:pathLst>
          </a:custGeom>
          <a:noFill/>
          <a:ln w="28575" cap="flat">
            <a:solidFill>
              <a:schemeClr val="bg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2"/>
          <p:cNvSpPr>
            <a:spLocks/>
          </p:cNvSpPr>
          <p:nvPr/>
        </p:nvSpPr>
        <p:spPr bwMode="auto">
          <a:xfrm>
            <a:off x="4678834" y="3678238"/>
            <a:ext cx="1189038" cy="1604963"/>
          </a:xfrm>
          <a:custGeom>
            <a:avLst/>
            <a:gdLst>
              <a:gd name="T0" fmla="*/ 587 w 587"/>
              <a:gd name="T1" fmla="*/ 792 h 792"/>
              <a:gd name="T2" fmla="*/ 587 w 587"/>
              <a:gd name="T3" fmla="*/ 120 h 792"/>
              <a:gd name="T4" fmla="*/ 467 w 587"/>
              <a:gd name="T5" fmla="*/ 0 h 792"/>
              <a:gd name="T6" fmla="*/ 0 w 587"/>
              <a:gd name="T7" fmla="*/ 0 h 792"/>
            </a:gdLst>
            <a:ahLst/>
            <a:cxnLst>
              <a:cxn ang="0">
                <a:pos x="T0" y="T1"/>
              </a:cxn>
              <a:cxn ang="0">
                <a:pos x="T2" y="T3"/>
              </a:cxn>
              <a:cxn ang="0">
                <a:pos x="T4" y="T5"/>
              </a:cxn>
              <a:cxn ang="0">
                <a:pos x="T6" y="T7"/>
              </a:cxn>
            </a:cxnLst>
            <a:rect l="0" t="0" r="r" b="b"/>
            <a:pathLst>
              <a:path w="587" h="792">
                <a:moveTo>
                  <a:pt x="587" y="792"/>
                </a:moveTo>
                <a:cubicBezTo>
                  <a:pt x="587" y="120"/>
                  <a:pt x="587" y="120"/>
                  <a:pt x="587" y="120"/>
                </a:cubicBezTo>
                <a:cubicBezTo>
                  <a:pt x="587" y="54"/>
                  <a:pt x="533" y="0"/>
                  <a:pt x="467" y="0"/>
                </a:cubicBezTo>
                <a:cubicBezTo>
                  <a:pt x="0" y="0"/>
                  <a:pt x="0" y="0"/>
                  <a:pt x="0" y="0"/>
                </a:cubicBezTo>
              </a:path>
            </a:pathLst>
          </a:custGeom>
          <a:noFill/>
          <a:ln w="28575" cap="flat">
            <a:solidFill>
              <a:schemeClr val="bg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4"/>
          <p:cNvSpPr>
            <a:spLocks/>
          </p:cNvSpPr>
          <p:nvPr/>
        </p:nvSpPr>
        <p:spPr bwMode="auto">
          <a:xfrm>
            <a:off x="4139084" y="4386263"/>
            <a:ext cx="1728788" cy="1230313"/>
          </a:xfrm>
          <a:custGeom>
            <a:avLst/>
            <a:gdLst>
              <a:gd name="T0" fmla="*/ 853 w 853"/>
              <a:gd name="T1" fmla="*/ 607 h 607"/>
              <a:gd name="T2" fmla="*/ 853 w 853"/>
              <a:gd name="T3" fmla="*/ 120 h 607"/>
              <a:gd name="T4" fmla="*/ 733 w 853"/>
              <a:gd name="T5" fmla="*/ 0 h 607"/>
              <a:gd name="T6" fmla="*/ 0 w 853"/>
              <a:gd name="T7" fmla="*/ 0 h 607"/>
            </a:gdLst>
            <a:ahLst/>
            <a:cxnLst>
              <a:cxn ang="0">
                <a:pos x="T0" y="T1"/>
              </a:cxn>
              <a:cxn ang="0">
                <a:pos x="T2" y="T3"/>
              </a:cxn>
              <a:cxn ang="0">
                <a:pos x="T4" y="T5"/>
              </a:cxn>
              <a:cxn ang="0">
                <a:pos x="T6" y="T7"/>
              </a:cxn>
            </a:cxnLst>
            <a:rect l="0" t="0" r="r" b="b"/>
            <a:pathLst>
              <a:path w="853" h="607">
                <a:moveTo>
                  <a:pt x="853" y="607"/>
                </a:moveTo>
                <a:cubicBezTo>
                  <a:pt x="853" y="120"/>
                  <a:pt x="853" y="120"/>
                  <a:pt x="853" y="120"/>
                </a:cubicBezTo>
                <a:cubicBezTo>
                  <a:pt x="853" y="54"/>
                  <a:pt x="799" y="0"/>
                  <a:pt x="733" y="0"/>
                </a:cubicBezTo>
                <a:cubicBezTo>
                  <a:pt x="0" y="0"/>
                  <a:pt x="0" y="0"/>
                  <a:pt x="0" y="0"/>
                </a:cubicBezTo>
              </a:path>
            </a:pathLst>
          </a:custGeom>
          <a:noFill/>
          <a:ln w="28575" cap="flat">
            <a:solidFill>
              <a:schemeClr val="bg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6"/>
          <p:cNvSpPr>
            <a:spLocks/>
          </p:cNvSpPr>
          <p:nvPr/>
        </p:nvSpPr>
        <p:spPr bwMode="auto">
          <a:xfrm>
            <a:off x="6299671" y="2908300"/>
            <a:ext cx="1131888" cy="1284288"/>
          </a:xfrm>
          <a:custGeom>
            <a:avLst/>
            <a:gdLst>
              <a:gd name="T0" fmla="*/ 0 w 558"/>
              <a:gd name="T1" fmla="*/ 634 h 634"/>
              <a:gd name="T2" fmla="*/ 0 w 558"/>
              <a:gd name="T3" fmla="*/ 120 h 634"/>
              <a:gd name="T4" fmla="*/ 120 w 558"/>
              <a:gd name="T5" fmla="*/ 0 h 634"/>
              <a:gd name="T6" fmla="*/ 558 w 558"/>
              <a:gd name="T7" fmla="*/ 0 h 634"/>
            </a:gdLst>
            <a:ahLst/>
            <a:cxnLst>
              <a:cxn ang="0">
                <a:pos x="T0" y="T1"/>
              </a:cxn>
              <a:cxn ang="0">
                <a:pos x="T2" y="T3"/>
              </a:cxn>
              <a:cxn ang="0">
                <a:pos x="T4" y="T5"/>
              </a:cxn>
              <a:cxn ang="0">
                <a:pos x="T6" y="T7"/>
              </a:cxn>
            </a:cxnLst>
            <a:rect l="0" t="0" r="r" b="b"/>
            <a:pathLst>
              <a:path w="558" h="634">
                <a:moveTo>
                  <a:pt x="0" y="634"/>
                </a:moveTo>
                <a:cubicBezTo>
                  <a:pt x="0" y="120"/>
                  <a:pt x="0" y="120"/>
                  <a:pt x="0" y="120"/>
                </a:cubicBezTo>
                <a:cubicBezTo>
                  <a:pt x="0" y="54"/>
                  <a:pt x="54" y="0"/>
                  <a:pt x="120" y="0"/>
                </a:cubicBezTo>
                <a:cubicBezTo>
                  <a:pt x="558" y="0"/>
                  <a:pt x="558" y="0"/>
                  <a:pt x="558" y="0"/>
                </a:cubicBezTo>
              </a:path>
            </a:pathLst>
          </a:custGeom>
          <a:noFill/>
          <a:ln w="28575" cap="flat">
            <a:solidFill>
              <a:schemeClr val="bg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8"/>
          <p:cNvSpPr>
            <a:spLocks/>
          </p:cNvSpPr>
          <p:nvPr/>
        </p:nvSpPr>
        <p:spPr bwMode="auto">
          <a:xfrm>
            <a:off x="4680421" y="2508250"/>
            <a:ext cx="1335088" cy="2679700"/>
          </a:xfrm>
          <a:custGeom>
            <a:avLst/>
            <a:gdLst>
              <a:gd name="T0" fmla="*/ 659 w 659"/>
              <a:gd name="T1" fmla="*/ 1322 h 1322"/>
              <a:gd name="T2" fmla="*/ 659 w 659"/>
              <a:gd name="T3" fmla="*/ 120 h 1322"/>
              <a:gd name="T4" fmla="*/ 540 w 659"/>
              <a:gd name="T5" fmla="*/ 0 h 1322"/>
              <a:gd name="T6" fmla="*/ 0 w 659"/>
              <a:gd name="T7" fmla="*/ 0 h 1322"/>
            </a:gdLst>
            <a:ahLst/>
            <a:cxnLst>
              <a:cxn ang="0">
                <a:pos x="T0" y="T1"/>
              </a:cxn>
              <a:cxn ang="0">
                <a:pos x="T2" y="T3"/>
              </a:cxn>
              <a:cxn ang="0">
                <a:pos x="T4" y="T5"/>
              </a:cxn>
              <a:cxn ang="0">
                <a:pos x="T6" y="T7"/>
              </a:cxn>
            </a:cxnLst>
            <a:rect l="0" t="0" r="r" b="b"/>
            <a:pathLst>
              <a:path w="659" h="1322">
                <a:moveTo>
                  <a:pt x="659" y="1322"/>
                </a:moveTo>
                <a:cubicBezTo>
                  <a:pt x="659" y="120"/>
                  <a:pt x="659" y="120"/>
                  <a:pt x="659" y="120"/>
                </a:cubicBezTo>
                <a:cubicBezTo>
                  <a:pt x="659" y="54"/>
                  <a:pt x="605" y="0"/>
                  <a:pt x="540" y="0"/>
                </a:cubicBezTo>
                <a:cubicBezTo>
                  <a:pt x="0" y="0"/>
                  <a:pt x="0" y="0"/>
                  <a:pt x="0" y="0"/>
                </a:cubicBezTo>
              </a:path>
            </a:pathLst>
          </a:custGeom>
          <a:noFill/>
          <a:ln w="28575" cap="flat">
            <a:solidFill>
              <a:schemeClr val="bg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Oval 19"/>
          <p:cNvSpPr>
            <a:spLocks noChangeArrowheads="1"/>
          </p:cNvSpPr>
          <p:nvPr/>
        </p:nvSpPr>
        <p:spPr bwMode="auto">
          <a:xfrm>
            <a:off x="5303149" y="4938913"/>
            <a:ext cx="1692000" cy="1692000"/>
          </a:xfrm>
          <a:prstGeom prst="ellipse">
            <a:avLst/>
          </a:prstGeom>
          <a:gradFill flip="none" rotWithShape="1">
            <a:gsLst>
              <a:gs pos="0">
                <a:srgbClr val="F0F0F0"/>
              </a:gs>
              <a:gs pos="100000">
                <a:srgbClr val="F1F1F1"/>
              </a:gs>
            </a:gsLst>
            <a:lin ang="2700000" scaled="1"/>
            <a:tileRect/>
          </a:gradFill>
          <a:ln w="28575">
            <a:gradFill flip="none" rotWithShape="1">
              <a:gsLst>
                <a:gs pos="100000">
                  <a:srgbClr val="FFFFFF"/>
                </a:gs>
                <a:gs pos="0">
                  <a:srgbClr val="CECED0"/>
                </a:gs>
              </a:gsLst>
              <a:lin ang="13500000" scaled="1"/>
              <a:tileRect/>
            </a:gra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Oval 20"/>
          <p:cNvSpPr>
            <a:spLocks noChangeArrowheads="1"/>
          </p:cNvSpPr>
          <p:nvPr/>
        </p:nvSpPr>
        <p:spPr bwMode="auto">
          <a:xfrm>
            <a:off x="5429149" y="5064913"/>
            <a:ext cx="1440000" cy="1440000"/>
          </a:xfrm>
          <a:prstGeom prst="ellipse">
            <a:avLst/>
          </a:prstGeom>
          <a:gradFill>
            <a:gsLst>
              <a:gs pos="0">
                <a:schemeClr val="bg1">
                  <a:lumMod val="75000"/>
                </a:schemeClr>
              </a:gs>
              <a:gs pos="83000">
                <a:schemeClr val="bg1">
                  <a:lumMod val="50000"/>
                </a:schemeClr>
              </a:gs>
            </a:gsLst>
            <a:lin ang="2700000" scaled="0"/>
          </a:gradFill>
          <a:ln w="28575" cap="flat">
            <a:no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zh-CN" altLang="en-US">
              <a:solidFill>
                <a:schemeClr val="tx1"/>
              </a:solidFill>
            </a:endParaRPr>
          </a:p>
        </p:txBody>
      </p:sp>
      <p:sp>
        <p:nvSpPr>
          <p:cNvPr id="22" name="Oval 21"/>
          <p:cNvSpPr>
            <a:spLocks noChangeArrowheads="1"/>
          </p:cNvSpPr>
          <p:nvPr/>
        </p:nvSpPr>
        <p:spPr bwMode="auto">
          <a:xfrm>
            <a:off x="6807025" y="4412718"/>
            <a:ext cx="756000" cy="756000"/>
          </a:xfrm>
          <a:prstGeom prst="ellipse">
            <a:avLst/>
          </a:prstGeom>
          <a:gradFill flip="none" rotWithShape="1">
            <a:gsLst>
              <a:gs pos="0">
                <a:srgbClr val="F0F0F0"/>
              </a:gs>
              <a:gs pos="100000">
                <a:srgbClr val="F1F1F1"/>
              </a:gs>
            </a:gsLst>
            <a:lin ang="2700000" scaled="1"/>
            <a:tileRect/>
          </a:gradFill>
          <a:ln w="28575">
            <a:gradFill flip="none" rotWithShape="1">
              <a:gsLst>
                <a:gs pos="100000">
                  <a:srgbClr val="FFFFFF"/>
                </a:gs>
                <a:gs pos="0">
                  <a:srgbClr val="CECED0"/>
                </a:gs>
              </a:gsLst>
              <a:lin ang="13500000" scaled="1"/>
              <a:tileRect/>
            </a:gra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3" name="Oval 22"/>
          <p:cNvSpPr>
            <a:spLocks noChangeArrowheads="1"/>
          </p:cNvSpPr>
          <p:nvPr/>
        </p:nvSpPr>
        <p:spPr bwMode="auto">
          <a:xfrm>
            <a:off x="6890544" y="4496237"/>
            <a:ext cx="588963" cy="588963"/>
          </a:xfrm>
          <a:prstGeom prst="ellipse">
            <a:avLst/>
          </a:prstGeom>
          <a:gradFill>
            <a:gsLst>
              <a:gs pos="0">
                <a:srgbClr val="86C1A8"/>
              </a:gs>
              <a:gs pos="74000">
                <a:srgbClr val="0080C8"/>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4" name="Oval 23"/>
          <p:cNvSpPr>
            <a:spLocks noChangeArrowheads="1"/>
          </p:cNvSpPr>
          <p:nvPr/>
        </p:nvSpPr>
        <p:spPr bwMode="auto">
          <a:xfrm>
            <a:off x="7764401" y="3564993"/>
            <a:ext cx="756000" cy="756000"/>
          </a:xfrm>
          <a:prstGeom prst="ellipse">
            <a:avLst/>
          </a:prstGeom>
          <a:gradFill flip="none" rotWithShape="1">
            <a:gsLst>
              <a:gs pos="0">
                <a:srgbClr val="F0F0F0"/>
              </a:gs>
              <a:gs pos="100000">
                <a:srgbClr val="F1F1F1"/>
              </a:gs>
            </a:gsLst>
            <a:lin ang="2700000" scaled="1"/>
            <a:tileRect/>
          </a:gradFill>
          <a:ln w="28575">
            <a:gradFill flip="none" rotWithShape="1">
              <a:gsLst>
                <a:gs pos="100000">
                  <a:srgbClr val="FFFFFF"/>
                </a:gs>
                <a:gs pos="0">
                  <a:srgbClr val="CECED0"/>
                </a:gs>
              </a:gsLst>
              <a:lin ang="13500000" scaled="1"/>
              <a:tileRect/>
            </a:gra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5" name="Oval 24"/>
          <p:cNvSpPr>
            <a:spLocks noChangeArrowheads="1"/>
          </p:cNvSpPr>
          <p:nvPr/>
        </p:nvSpPr>
        <p:spPr bwMode="auto">
          <a:xfrm>
            <a:off x="7847920" y="3648512"/>
            <a:ext cx="588963" cy="588963"/>
          </a:xfrm>
          <a:prstGeom prst="ellipse">
            <a:avLst/>
          </a:prstGeom>
          <a:gradFill>
            <a:gsLst>
              <a:gs pos="0">
                <a:srgbClr val="9F73B0"/>
              </a:gs>
              <a:gs pos="100000">
                <a:srgbClr val="253C9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6" name="Oval 25"/>
          <p:cNvSpPr>
            <a:spLocks noChangeArrowheads="1"/>
          </p:cNvSpPr>
          <p:nvPr/>
        </p:nvSpPr>
        <p:spPr bwMode="auto">
          <a:xfrm>
            <a:off x="7005462" y="2504316"/>
            <a:ext cx="756000" cy="756000"/>
          </a:xfrm>
          <a:prstGeom prst="ellipse">
            <a:avLst/>
          </a:prstGeom>
          <a:gradFill flip="none" rotWithShape="1">
            <a:gsLst>
              <a:gs pos="0">
                <a:srgbClr val="F0F0F0"/>
              </a:gs>
              <a:gs pos="100000">
                <a:srgbClr val="F1F1F1"/>
              </a:gs>
            </a:gsLst>
            <a:lin ang="2700000" scaled="1"/>
            <a:tileRect/>
          </a:gradFill>
          <a:ln w="28575">
            <a:gradFill flip="none" rotWithShape="1">
              <a:gsLst>
                <a:gs pos="100000">
                  <a:srgbClr val="FFFFFF"/>
                </a:gs>
                <a:gs pos="0">
                  <a:srgbClr val="CECED0"/>
                </a:gs>
              </a:gsLst>
              <a:lin ang="13500000" scaled="1"/>
              <a:tileRect/>
            </a:gra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7" name="Oval 26"/>
          <p:cNvSpPr>
            <a:spLocks noChangeArrowheads="1"/>
          </p:cNvSpPr>
          <p:nvPr/>
        </p:nvSpPr>
        <p:spPr bwMode="auto">
          <a:xfrm>
            <a:off x="7088187" y="2587041"/>
            <a:ext cx="590550" cy="590550"/>
          </a:xfrm>
          <a:prstGeom prst="ellipse">
            <a:avLst/>
          </a:prstGeom>
          <a:gradFill>
            <a:gsLst>
              <a:gs pos="0">
                <a:srgbClr val="D6009E"/>
              </a:gs>
              <a:gs pos="74000">
                <a:srgbClr val="C40091"/>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Oval 27"/>
          <p:cNvSpPr>
            <a:spLocks noChangeArrowheads="1"/>
          </p:cNvSpPr>
          <p:nvPr/>
        </p:nvSpPr>
        <p:spPr bwMode="auto">
          <a:xfrm>
            <a:off x="5792612" y="1262891"/>
            <a:ext cx="756000" cy="756000"/>
          </a:xfrm>
          <a:prstGeom prst="ellipse">
            <a:avLst/>
          </a:prstGeom>
          <a:gradFill flip="none" rotWithShape="1">
            <a:gsLst>
              <a:gs pos="0">
                <a:srgbClr val="F0F0F0"/>
              </a:gs>
              <a:gs pos="100000">
                <a:srgbClr val="F1F1F1"/>
              </a:gs>
            </a:gsLst>
            <a:lin ang="2700000" scaled="1"/>
            <a:tileRect/>
          </a:gradFill>
          <a:ln w="28575">
            <a:gradFill flip="none" rotWithShape="1">
              <a:gsLst>
                <a:gs pos="100000">
                  <a:srgbClr val="FFFFFF"/>
                </a:gs>
                <a:gs pos="0">
                  <a:srgbClr val="CECED0"/>
                </a:gs>
              </a:gsLst>
              <a:lin ang="13500000" scaled="1"/>
              <a:tileRect/>
            </a:gra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9" name="Oval 28"/>
          <p:cNvSpPr>
            <a:spLocks noChangeArrowheads="1"/>
          </p:cNvSpPr>
          <p:nvPr/>
        </p:nvSpPr>
        <p:spPr bwMode="auto">
          <a:xfrm>
            <a:off x="5875337" y="1345616"/>
            <a:ext cx="590550" cy="590550"/>
          </a:xfrm>
          <a:prstGeom prst="ellipse">
            <a:avLst/>
          </a:prstGeom>
          <a:gradFill>
            <a:gsLst>
              <a:gs pos="0">
                <a:srgbClr val="F28F00"/>
              </a:gs>
              <a:gs pos="98000">
                <a:srgbClr val="E60C12"/>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30" name="Oval 29"/>
          <p:cNvSpPr>
            <a:spLocks noChangeArrowheads="1"/>
          </p:cNvSpPr>
          <p:nvPr/>
        </p:nvSpPr>
        <p:spPr bwMode="auto">
          <a:xfrm>
            <a:off x="4267139" y="2140891"/>
            <a:ext cx="756000" cy="756000"/>
          </a:xfrm>
          <a:prstGeom prst="ellipse">
            <a:avLst/>
          </a:prstGeom>
          <a:gradFill flip="none" rotWithShape="1">
            <a:gsLst>
              <a:gs pos="0">
                <a:srgbClr val="F0F0F0"/>
              </a:gs>
              <a:gs pos="100000">
                <a:srgbClr val="F1F1F1"/>
              </a:gs>
            </a:gsLst>
            <a:lin ang="2700000" scaled="1"/>
            <a:tileRect/>
          </a:gradFill>
          <a:ln w="28575">
            <a:gradFill flip="none" rotWithShape="1">
              <a:gsLst>
                <a:gs pos="100000">
                  <a:srgbClr val="FFFFFF"/>
                </a:gs>
                <a:gs pos="0">
                  <a:srgbClr val="CECED0"/>
                </a:gs>
              </a:gsLst>
              <a:lin ang="13500000" scaled="1"/>
              <a:tileRect/>
            </a:gra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31" name="Oval 30"/>
          <p:cNvSpPr>
            <a:spLocks noChangeArrowheads="1"/>
          </p:cNvSpPr>
          <p:nvPr/>
        </p:nvSpPr>
        <p:spPr bwMode="auto">
          <a:xfrm>
            <a:off x="4350658" y="2223616"/>
            <a:ext cx="588963" cy="590550"/>
          </a:xfrm>
          <a:prstGeom prst="ellipse">
            <a:avLst/>
          </a:prstGeom>
          <a:gradFill>
            <a:gsLst>
              <a:gs pos="0">
                <a:srgbClr val="FDD649"/>
              </a:gs>
              <a:gs pos="83000">
                <a:srgbClr val="F7AE0A"/>
              </a:gs>
            </a:gsLst>
            <a:lin ang="2700000" scaled="0"/>
          </a:gradFill>
          <a:ln w="28575" cap="flat">
            <a:no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zh-CN" altLang="en-US">
              <a:solidFill>
                <a:schemeClr val="tx1"/>
              </a:solidFill>
            </a:endParaRPr>
          </a:p>
        </p:txBody>
      </p:sp>
      <p:sp>
        <p:nvSpPr>
          <p:cNvPr id="32" name="Oval 31"/>
          <p:cNvSpPr>
            <a:spLocks noChangeArrowheads="1"/>
          </p:cNvSpPr>
          <p:nvPr/>
        </p:nvSpPr>
        <p:spPr bwMode="auto">
          <a:xfrm>
            <a:off x="4430537" y="3274253"/>
            <a:ext cx="756000" cy="756000"/>
          </a:xfrm>
          <a:prstGeom prst="ellipse">
            <a:avLst/>
          </a:prstGeom>
          <a:gradFill flip="none" rotWithShape="1">
            <a:gsLst>
              <a:gs pos="0">
                <a:srgbClr val="F0F0F0"/>
              </a:gs>
              <a:gs pos="100000">
                <a:srgbClr val="F1F1F1"/>
              </a:gs>
            </a:gsLst>
            <a:lin ang="2700000" scaled="1"/>
            <a:tileRect/>
          </a:gradFill>
          <a:ln w="28575">
            <a:gradFill flip="none" rotWithShape="1">
              <a:gsLst>
                <a:gs pos="100000">
                  <a:srgbClr val="FFFFFF"/>
                </a:gs>
                <a:gs pos="0">
                  <a:srgbClr val="CECED0"/>
                </a:gs>
              </a:gsLst>
              <a:lin ang="13500000" scaled="1"/>
              <a:tileRect/>
            </a:gra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33" name="Oval 32"/>
          <p:cNvSpPr>
            <a:spLocks noChangeArrowheads="1"/>
          </p:cNvSpPr>
          <p:nvPr/>
        </p:nvSpPr>
        <p:spPr bwMode="auto">
          <a:xfrm>
            <a:off x="4513262" y="3356978"/>
            <a:ext cx="590550" cy="590550"/>
          </a:xfrm>
          <a:prstGeom prst="ellipse">
            <a:avLst/>
          </a:prstGeom>
          <a:gradFill>
            <a:gsLst>
              <a:gs pos="0">
                <a:srgbClr val="E0E200"/>
              </a:gs>
              <a:gs pos="84000">
                <a:srgbClr val="94C115"/>
              </a:gs>
            </a:gsLst>
            <a:lin ang="2700000" scaled="0"/>
          </a:gra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 name="Oval 33"/>
          <p:cNvSpPr>
            <a:spLocks noChangeArrowheads="1"/>
          </p:cNvSpPr>
          <p:nvPr/>
        </p:nvSpPr>
        <p:spPr bwMode="auto">
          <a:xfrm>
            <a:off x="3671598" y="4025368"/>
            <a:ext cx="756000" cy="756000"/>
          </a:xfrm>
          <a:prstGeom prst="ellipse">
            <a:avLst/>
          </a:prstGeom>
          <a:gradFill flip="none" rotWithShape="1">
            <a:gsLst>
              <a:gs pos="0">
                <a:srgbClr val="F0F0F0"/>
              </a:gs>
              <a:gs pos="100000">
                <a:srgbClr val="F1F1F1"/>
              </a:gs>
            </a:gsLst>
            <a:lin ang="2700000" scaled="1"/>
            <a:tileRect/>
          </a:gradFill>
          <a:ln w="28575">
            <a:gradFill flip="none" rotWithShape="1">
              <a:gsLst>
                <a:gs pos="100000">
                  <a:srgbClr val="FFFFFF"/>
                </a:gs>
                <a:gs pos="0">
                  <a:srgbClr val="CECED0"/>
                </a:gs>
              </a:gsLst>
              <a:lin ang="13500000" scaled="1"/>
              <a:tileRect/>
            </a:gra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35" name="Oval 34"/>
          <p:cNvSpPr>
            <a:spLocks noChangeArrowheads="1"/>
          </p:cNvSpPr>
          <p:nvPr/>
        </p:nvSpPr>
        <p:spPr bwMode="auto">
          <a:xfrm>
            <a:off x="3755117" y="4108887"/>
            <a:ext cx="588963" cy="588963"/>
          </a:xfrm>
          <a:prstGeom prst="ellipse">
            <a:avLst/>
          </a:prstGeom>
          <a:gradFill flip="none" rotWithShape="1">
            <a:gsLst>
              <a:gs pos="0">
                <a:srgbClr val="A6D39A"/>
              </a:gs>
              <a:gs pos="100000">
                <a:srgbClr val="007DC9"/>
              </a:gs>
            </a:gsLst>
            <a:lin ang="2700000" scaled="0"/>
            <a:tileRect/>
          </a:gradFill>
          <a:ln w="28575">
            <a:noFill/>
          </a:ln>
          <a:effectLst>
            <a:outerShdw blurRad="279400" dist="76200" dir="2700000" sx="101000" sy="101000" algn="tl"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 name="Oval 35"/>
          <p:cNvSpPr>
            <a:spLocks noChangeArrowheads="1"/>
          </p:cNvSpPr>
          <p:nvPr/>
        </p:nvSpPr>
        <p:spPr bwMode="auto">
          <a:xfrm>
            <a:off x="6658446" y="2852738"/>
            <a:ext cx="115888" cy="115888"/>
          </a:xfrm>
          <a:prstGeom prst="ellipse">
            <a:avLst/>
          </a:prstGeom>
          <a:solidFill>
            <a:srgbClr val="D00099"/>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7" name="Oval 36"/>
          <p:cNvSpPr>
            <a:spLocks noChangeArrowheads="1"/>
          </p:cNvSpPr>
          <p:nvPr/>
        </p:nvSpPr>
        <p:spPr bwMode="auto">
          <a:xfrm>
            <a:off x="7145809" y="3863975"/>
            <a:ext cx="112713" cy="115888"/>
          </a:xfrm>
          <a:prstGeom prst="ellipse">
            <a:avLst/>
          </a:prstGeom>
          <a:solidFill>
            <a:srgbClr val="976FAE"/>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8" name="Oval 37"/>
          <p:cNvSpPr>
            <a:spLocks noChangeArrowheads="1"/>
          </p:cNvSpPr>
          <p:nvPr/>
        </p:nvSpPr>
        <p:spPr bwMode="auto">
          <a:xfrm>
            <a:off x="6240934" y="4357688"/>
            <a:ext cx="114300" cy="112713"/>
          </a:xfrm>
          <a:prstGeom prst="ellipse">
            <a:avLst/>
          </a:prstGeom>
          <a:solidFill>
            <a:srgbClr val="BC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Oval 38"/>
          <p:cNvSpPr>
            <a:spLocks noChangeArrowheads="1"/>
          </p:cNvSpPr>
          <p:nvPr/>
        </p:nvSpPr>
        <p:spPr bwMode="auto">
          <a:xfrm>
            <a:off x="6093296" y="3344863"/>
            <a:ext cx="112713" cy="115888"/>
          </a:xfrm>
          <a:prstGeom prst="ellipse">
            <a:avLst/>
          </a:prstGeom>
          <a:solidFill>
            <a:srgbClr val="F160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Oval 39"/>
          <p:cNvSpPr>
            <a:spLocks noChangeArrowheads="1"/>
          </p:cNvSpPr>
          <p:nvPr/>
        </p:nvSpPr>
        <p:spPr bwMode="auto">
          <a:xfrm>
            <a:off x="5956771" y="3941763"/>
            <a:ext cx="115888" cy="115888"/>
          </a:xfrm>
          <a:prstGeom prst="ellipse">
            <a:avLst/>
          </a:prstGeom>
          <a:solidFill>
            <a:srgbClr val="BC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Oval 40"/>
          <p:cNvSpPr>
            <a:spLocks noChangeArrowheads="1"/>
          </p:cNvSpPr>
          <p:nvPr/>
        </p:nvSpPr>
        <p:spPr bwMode="auto">
          <a:xfrm>
            <a:off x="6531446" y="4721225"/>
            <a:ext cx="115888" cy="114300"/>
          </a:xfrm>
          <a:prstGeom prst="ellipse">
            <a:avLst/>
          </a:prstGeom>
          <a:solidFill>
            <a:srgbClr val="2994BE"/>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2" name="Oval 41"/>
          <p:cNvSpPr>
            <a:spLocks noChangeArrowheads="1"/>
          </p:cNvSpPr>
          <p:nvPr/>
        </p:nvSpPr>
        <p:spPr bwMode="auto">
          <a:xfrm>
            <a:off x="6093296" y="2327275"/>
            <a:ext cx="112713" cy="115888"/>
          </a:xfrm>
          <a:prstGeom prst="ellipse">
            <a:avLst/>
          </a:prstGeom>
          <a:solidFill>
            <a:srgbClr val="EA3C0B"/>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3" name="Oval 42"/>
          <p:cNvSpPr>
            <a:spLocks noChangeArrowheads="1"/>
          </p:cNvSpPr>
          <p:nvPr/>
        </p:nvSpPr>
        <p:spPr bwMode="auto">
          <a:xfrm>
            <a:off x="5320184" y="2452688"/>
            <a:ext cx="114300" cy="115888"/>
          </a:xfrm>
          <a:prstGeom prst="ellipse">
            <a:avLst/>
          </a:prstGeom>
          <a:solidFill>
            <a:srgbClr val="FABF25"/>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4" name="Oval 43"/>
          <p:cNvSpPr>
            <a:spLocks noChangeArrowheads="1"/>
          </p:cNvSpPr>
          <p:nvPr/>
        </p:nvSpPr>
        <p:spPr bwMode="auto">
          <a:xfrm>
            <a:off x="5442421" y="3621088"/>
            <a:ext cx="115888" cy="115888"/>
          </a:xfrm>
          <a:prstGeom prst="ellipse">
            <a:avLst/>
          </a:prstGeom>
          <a:solidFill>
            <a:srgbClr val="A0C61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5" name="Oval 44"/>
          <p:cNvSpPr>
            <a:spLocks noChangeArrowheads="1"/>
          </p:cNvSpPr>
          <p:nvPr/>
        </p:nvSpPr>
        <p:spPr bwMode="auto">
          <a:xfrm>
            <a:off x="4797896" y="4325938"/>
            <a:ext cx="112713" cy="115888"/>
          </a:xfrm>
          <a:prstGeom prst="ellipse">
            <a:avLst/>
          </a:prstGeom>
          <a:solidFill>
            <a:srgbClr val="64A0BB"/>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6" name="Oval 45"/>
          <p:cNvSpPr>
            <a:spLocks noChangeArrowheads="1"/>
          </p:cNvSpPr>
          <p:nvPr/>
        </p:nvSpPr>
        <p:spPr bwMode="auto">
          <a:xfrm>
            <a:off x="5805959" y="4781550"/>
            <a:ext cx="114300" cy="114300"/>
          </a:xfrm>
          <a:prstGeom prst="ellipse">
            <a:avLst/>
          </a:prstGeom>
          <a:solidFill>
            <a:srgbClr val="BC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2" name="组合 1"/>
          <p:cNvGrpSpPr/>
          <p:nvPr/>
        </p:nvGrpSpPr>
        <p:grpSpPr>
          <a:xfrm>
            <a:off x="4491509" y="2357438"/>
            <a:ext cx="300038" cy="300038"/>
            <a:chOff x="4491509" y="2357438"/>
            <a:chExt cx="300038" cy="300038"/>
          </a:xfrm>
        </p:grpSpPr>
        <p:sp>
          <p:nvSpPr>
            <p:cNvPr id="70" name="Freeform 69"/>
            <p:cNvSpPr>
              <a:spLocks noEditPoints="1"/>
            </p:cNvSpPr>
            <p:nvPr/>
          </p:nvSpPr>
          <p:spPr bwMode="auto">
            <a:xfrm>
              <a:off x="4491509" y="2357438"/>
              <a:ext cx="300038" cy="300038"/>
            </a:xfrm>
            <a:custGeom>
              <a:avLst/>
              <a:gdLst>
                <a:gd name="T0" fmla="*/ 74 w 148"/>
                <a:gd name="T1" fmla="*/ 0 h 148"/>
                <a:gd name="T2" fmla="*/ 0 w 148"/>
                <a:gd name="T3" fmla="*/ 74 h 148"/>
                <a:gd name="T4" fmla="*/ 74 w 148"/>
                <a:gd name="T5" fmla="*/ 148 h 148"/>
                <a:gd name="T6" fmla="*/ 148 w 148"/>
                <a:gd name="T7" fmla="*/ 74 h 148"/>
                <a:gd name="T8" fmla="*/ 74 w 148"/>
                <a:gd name="T9" fmla="*/ 0 h 148"/>
                <a:gd name="T10" fmla="*/ 79 w 148"/>
                <a:gd name="T11" fmla="*/ 138 h 148"/>
                <a:gd name="T12" fmla="*/ 77 w 148"/>
                <a:gd name="T13" fmla="*/ 128 h 148"/>
                <a:gd name="T14" fmla="*/ 74 w 148"/>
                <a:gd name="T15" fmla="*/ 116 h 148"/>
                <a:gd name="T16" fmla="*/ 71 w 148"/>
                <a:gd name="T17" fmla="*/ 128 h 148"/>
                <a:gd name="T18" fmla="*/ 69 w 148"/>
                <a:gd name="T19" fmla="*/ 138 h 148"/>
                <a:gd name="T20" fmla="*/ 9 w 148"/>
                <a:gd name="T21" fmla="*/ 79 h 148"/>
                <a:gd name="T22" fmla="*/ 20 w 148"/>
                <a:gd name="T23" fmla="*/ 76 h 148"/>
                <a:gd name="T24" fmla="*/ 32 w 148"/>
                <a:gd name="T25" fmla="*/ 74 h 148"/>
                <a:gd name="T26" fmla="*/ 20 w 148"/>
                <a:gd name="T27" fmla="*/ 71 h 148"/>
                <a:gd name="T28" fmla="*/ 9 w 148"/>
                <a:gd name="T29" fmla="*/ 68 h 148"/>
                <a:gd name="T30" fmla="*/ 69 w 148"/>
                <a:gd name="T31" fmla="*/ 9 h 148"/>
                <a:gd name="T32" fmla="*/ 71 w 148"/>
                <a:gd name="T33" fmla="*/ 19 h 148"/>
                <a:gd name="T34" fmla="*/ 74 w 148"/>
                <a:gd name="T35" fmla="*/ 32 h 148"/>
                <a:gd name="T36" fmla="*/ 77 w 148"/>
                <a:gd name="T37" fmla="*/ 19 h 148"/>
                <a:gd name="T38" fmla="*/ 79 w 148"/>
                <a:gd name="T39" fmla="*/ 9 h 148"/>
                <a:gd name="T40" fmla="*/ 139 w 148"/>
                <a:gd name="T41" fmla="*/ 69 h 148"/>
                <a:gd name="T42" fmla="*/ 128 w 148"/>
                <a:gd name="T43" fmla="*/ 71 h 148"/>
                <a:gd name="T44" fmla="*/ 116 w 148"/>
                <a:gd name="T45" fmla="*/ 74 h 148"/>
                <a:gd name="T46" fmla="*/ 128 w 148"/>
                <a:gd name="T47" fmla="*/ 76 h 148"/>
                <a:gd name="T48" fmla="*/ 139 w 148"/>
                <a:gd name="T49" fmla="*/ 79 h 148"/>
                <a:gd name="T50" fmla="*/ 79 w 148"/>
                <a:gd name="T51" fmla="*/ 13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8" h="148">
                  <a:moveTo>
                    <a:pt x="74" y="0"/>
                  </a:moveTo>
                  <a:cubicBezTo>
                    <a:pt x="33" y="0"/>
                    <a:pt x="0" y="33"/>
                    <a:pt x="0" y="74"/>
                  </a:cubicBezTo>
                  <a:cubicBezTo>
                    <a:pt x="0" y="114"/>
                    <a:pt x="33" y="148"/>
                    <a:pt x="74" y="148"/>
                  </a:cubicBezTo>
                  <a:cubicBezTo>
                    <a:pt x="115" y="148"/>
                    <a:pt x="148" y="115"/>
                    <a:pt x="148" y="74"/>
                  </a:cubicBezTo>
                  <a:cubicBezTo>
                    <a:pt x="148" y="33"/>
                    <a:pt x="115" y="0"/>
                    <a:pt x="74" y="0"/>
                  </a:cubicBezTo>
                  <a:close/>
                  <a:moveTo>
                    <a:pt x="79" y="138"/>
                  </a:moveTo>
                  <a:cubicBezTo>
                    <a:pt x="77" y="128"/>
                    <a:pt x="77" y="128"/>
                    <a:pt x="77" y="128"/>
                  </a:cubicBezTo>
                  <a:cubicBezTo>
                    <a:pt x="74" y="116"/>
                    <a:pt x="74" y="116"/>
                    <a:pt x="74" y="116"/>
                  </a:cubicBezTo>
                  <a:cubicBezTo>
                    <a:pt x="71" y="128"/>
                    <a:pt x="71" y="128"/>
                    <a:pt x="71" y="128"/>
                  </a:cubicBezTo>
                  <a:cubicBezTo>
                    <a:pt x="69" y="138"/>
                    <a:pt x="69" y="138"/>
                    <a:pt x="69" y="138"/>
                  </a:cubicBezTo>
                  <a:cubicBezTo>
                    <a:pt x="37" y="136"/>
                    <a:pt x="12" y="110"/>
                    <a:pt x="9" y="79"/>
                  </a:cubicBezTo>
                  <a:cubicBezTo>
                    <a:pt x="20" y="76"/>
                    <a:pt x="20" y="76"/>
                    <a:pt x="20" y="76"/>
                  </a:cubicBezTo>
                  <a:cubicBezTo>
                    <a:pt x="32" y="74"/>
                    <a:pt x="32" y="74"/>
                    <a:pt x="32" y="74"/>
                  </a:cubicBezTo>
                  <a:cubicBezTo>
                    <a:pt x="20" y="71"/>
                    <a:pt x="20" y="71"/>
                    <a:pt x="20" y="71"/>
                  </a:cubicBezTo>
                  <a:cubicBezTo>
                    <a:pt x="9" y="68"/>
                    <a:pt x="9" y="68"/>
                    <a:pt x="9" y="68"/>
                  </a:cubicBezTo>
                  <a:cubicBezTo>
                    <a:pt x="12" y="37"/>
                    <a:pt x="37" y="12"/>
                    <a:pt x="69" y="9"/>
                  </a:cubicBezTo>
                  <a:cubicBezTo>
                    <a:pt x="71" y="19"/>
                    <a:pt x="71" y="19"/>
                    <a:pt x="71" y="19"/>
                  </a:cubicBezTo>
                  <a:cubicBezTo>
                    <a:pt x="74" y="32"/>
                    <a:pt x="74" y="32"/>
                    <a:pt x="74" y="32"/>
                  </a:cubicBezTo>
                  <a:cubicBezTo>
                    <a:pt x="77" y="19"/>
                    <a:pt x="77" y="19"/>
                    <a:pt x="77" y="19"/>
                  </a:cubicBezTo>
                  <a:cubicBezTo>
                    <a:pt x="79" y="9"/>
                    <a:pt x="79" y="9"/>
                    <a:pt x="79" y="9"/>
                  </a:cubicBezTo>
                  <a:cubicBezTo>
                    <a:pt x="111" y="12"/>
                    <a:pt x="136" y="37"/>
                    <a:pt x="139" y="69"/>
                  </a:cubicBezTo>
                  <a:cubicBezTo>
                    <a:pt x="128" y="71"/>
                    <a:pt x="128" y="71"/>
                    <a:pt x="128" y="71"/>
                  </a:cubicBezTo>
                  <a:cubicBezTo>
                    <a:pt x="116" y="74"/>
                    <a:pt x="116" y="74"/>
                    <a:pt x="116" y="74"/>
                  </a:cubicBezTo>
                  <a:cubicBezTo>
                    <a:pt x="128" y="76"/>
                    <a:pt x="128" y="76"/>
                    <a:pt x="128" y="76"/>
                  </a:cubicBezTo>
                  <a:cubicBezTo>
                    <a:pt x="139" y="79"/>
                    <a:pt x="139" y="79"/>
                    <a:pt x="139" y="79"/>
                  </a:cubicBezTo>
                  <a:cubicBezTo>
                    <a:pt x="136" y="111"/>
                    <a:pt x="111" y="136"/>
                    <a:pt x="79" y="13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70"/>
            <p:cNvSpPr>
              <a:spLocks/>
            </p:cNvSpPr>
            <p:nvPr/>
          </p:nvSpPr>
          <p:spPr bwMode="auto">
            <a:xfrm>
              <a:off x="4569296" y="2441575"/>
              <a:ext cx="161925" cy="96838"/>
            </a:xfrm>
            <a:custGeom>
              <a:avLst/>
              <a:gdLst>
                <a:gd name="T0" fmla="*/ 0 w 102"/>
                <a:gd name="T1" fmla="*/ 20 h 61"/>
                <a:gd name="T2" fmla="*/ 42 w 102"/>
                <a:gd name="T3" fmla="*/ 61 h 61"/>
                <a:gd name="T4" fmla="*/ 102 w 102"/>
                <a:gd name="T5" fmla="*/ 0 h 61"/>
                <a:gd name="T6" fmla="*/ 43 w 102"/>
                <a:gd name="T7" fmla="*/ 44 h 61"/>
                <a:gd name="T8" fmla="*/ 0 w 102"/>
                <a:gd name="T9" fmla="*/ 20 h 61"/>
              </a:gdLst>
              <a:ahLst/>
              <a:cxnLst>
                <a:cxn ang="0">
                  <a:pos x="T0" y="T1"/>
                </a:cxn>
                <a:cxn ang="0">
                  <a:pos x="T2" y="T3"/>
                </a:cxn>
                <a:cxn ang="0">
                  <a:pos x="T4" y="T5"/>
                </a:cxn>
                <a:cxn ang="0">
                  <a:pos x="T6" y="T7"/>
                </a:cxn>
                <a:cxn ang="0">
                  <a:pos x="T8" y="T9"/>
                </a:cxn>
              </a:cxnLst>
              <a:rect l="0" t="0" r="r" b="b"/>
              <a:pathLst>
                <a:path w="102" h="61">
                  <a:moveTo>
                    <a:pt x="0" y="20"/>
                  </a:moveTo>
                  <a:lnTo>
                    <a:pt x="42" y="61"/>
                  </a:lnTo>
                  <a:lnTo>
                    <a:pt x="102" y="0"/>
                  </a:lnTo>
                  <a:lnTo>
                    <a:pt x="43" y="44"/>
                  </a:lnTo>
                  <a:lnTo>
                    <a:pt x="0" y="2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72" name="Freeform 71"/>
          <p:cNvSpPr>
            <a:spLocks/>
          </p:cNvSpPr>
          <p:nvPr/>
        </p:nvSpPr>
        <p:spPr bwMode="auto">
          <a:xfrm>
            <a:off x="3954934" y="4227513"/>
            <a:ext cx="179388" cy="357188"/>
          </a:xfrm>
          <a:custGeom>
            <a:avLst/>
            <a:gdLst>
              <a:gd name="T0" fmla="*/ 37 w 89"/>
              <a:gd name="T1" fmla="*/ 176 h 176"/>
              <a:gd name="T2" fmla="*/ 37 w 89"/>
              <a:gd name="T3" fmla="*/ 154 h 176"/>
              <a:gd name="T4" fmla="*/ 0 w 89"/>
              <a:gd name="T5" fmla="*/ 145 h 176"/>
              <a:gd name="T6" fmla="*/ 6 w 89"/>
              <a:gd name="T7" fmla="*/ 130 h 176"/>
              <a:gd name="T8" fmla="*/ 40 w 89"/>
              <a:gd name="T9" fmla="*/ 140 h 176"/>
              <a:gd name="T10" fmla="*/ 68 w 89"/>
              <a:gd name="T11" fmla="*/ 119 h 176"/>
              <a:gd name="T12" fmla="*/ 41 w 89"/>
              <a:gd name="T13" fmla="*/ 93 h 176"/>
              <a:gd name="T14" fmla="*/ 2 w 89"/>
              <a:gd name="T15" fmla="*/ 56 h 176"/>
              <a:gd name="T16" fmla="*/ 38 w 89"/>
              <a:gd name="T17" fmla="*/ 21 h 176"/>
              <a:gd name="T18" fmla="*/ 38 w 89"/>
              <a:gd name="T19" fmla="*/ 0 h 176"/>
              <a:gd name="T20" fmla="*/ 53 w 89"/>
              <a:gd name="T21" fmla="*/ 0 h 176"/>
              <a:gd name="T22" fmla="*/ 53 w 89"/>
              <a:gd name="T23" fmla="*/ 21 h 176"/>
              <a:gd name="T24" fmla="*/ 84 w 89"/>
              <a:gd name="T25" fmla="*/ 28 h 176"/>
              <a:gd name="T26" fmla="*/ 78 w 89"/>
              <a:gd name="T27" fmla="*/ 42 h 176"/>
              <a:gd name="T28" fmla="*/ 48 w 89"/>
              <a:gd name="T29" fmla="*/ 35 h 176"/>
              <a:gd name="T30" fmla="*/ 23 w 89"/>
              <a:gd name="T31" fmla="*/ 53 h 176"/>
              <a:gd name="T32" fmla="*/ 52 w 89"/>
              <a:gd name="T33" fmla="*/ 78 h 176"/>
              <a:gd name="T34" fmla="*/ 89 w 89"/>
              <a:gd name="T35" fmla="*/ 117 h 176"/>
              <a:gd name="T36" fmla="*/ 51 w 89"/>
              <a:gd name="T37" fmla="*/ 154 h 176"/>
              <a:gd name="T38" fmla="*/ 51 w 89"/>
              <a:gd name="T39" fmla="*/ 176 h 176"/>
              <a:gd name="T40" fmla="*/ 37 w 89"/>
              <a:gd name="T41"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9" h="176">
                <a:moveTo>
                  <a:pt x="37" y="176"/>
                </a:moveTo>
                <a:cubicBezTo>
                  <a:pt x="37" y="154"/>
                  <a:pt x="37" y="154"/>
                  <a:pt x="37" y="154"/>
                </a:cubicBezTo>
                <a:cubicBezTo>
                  <a:pt x="23" y="154"/>
                  <a:pt x="9" y="150"/>
                  <a:pt x="0" y="145"/>
                </a:cubicBezTo>
                <a:cubicBezTo>
                  <a:pt x="6" y="130"/>
                  <a:pt x="6" y="130"/>
                  <a:pt x="6" y="130"/>
                </a:cubicBezTo>
                <a:cubicBezTo>
                  <a:pt x="15" y="136"/>
                  <a:pt x="27" y="140"/>
                  <a:pt x="40" y="140"/>
                </a:cubicBezTo>
                <a:cubicBezTo>
                  <a:pt x="57" y="140"/>
                  <a:pt x="68" y="131"/>
                  <a:pt x="68" y="119"/>
                </a:cubicBezTo>
                <a:cubicBezTo>
                  <a:pt x="68" y="107"/>
                  <a:pt x="59" y="100"/>
                  <a:pt x="41" y="93"/>
                </a:cubicBezTo>
                <a:cubicBezTo>
                  <a:pt x="17" y="85"/>
                  <a:pt x="2" y="75"/>
                  <a:pt x="2" y="56"/>
                </a:cubicBezTo>
                <a:cubicBezTo>
                  <a:pt x="2" y="38"/>
                  <a:pt x="16" y="25"/>
                  <a:pt x="38" y="21"/>
                </a:cubicBezTo>
                <a:cubicBezTo>
                  <a:pt x="38" y="0"/>
                  <a:pt x="38" y="0"/>
                  <a:pt x="38" y="0"/>
                </a:cubicBezTo>
                <a:cubicBezTo>
                  <a:pt x="53" y="0"/>
                  <a:pt x="53" y="0"/>
                  <a:pt x="53" y="0"/>
                </a:cubicBezTo>
                <a:cubicBezTo>
                  <a:pt x="53" y="21"/>
                  <a:pt x="53" y="21"/>
                  <a:pt x="53" y="21"/>
                </a:cubicBezTo>
                <a:cubicBezTo>
                  <a:pt x="67" y="21"/>
                  <a:pt x="77" y="24"/>
                  <a:pt x="84" y="28"/>
                </a:cubicBezTo>
                <a:cubicBezTo>
                  <a:pt x="78" y="42"/>
                  <a:pt x="78" y="42"/>
                  <a:pt x="78" y="42"/>
                </a:cubicBezTo>
                <a:cubicBezTo>
                  <a:pt x="73" y="40"/>
                  <a:pt x="63" y="35"/>
                  <a:pt x="48" y="35"/>
                </a:cubicBezTo>
                <a:cubicBezTo>
                  <a:pt x="30" y="35"/>
                  <a:pt x="23" y="45"/>
                  <a:pt x="23" y="53"/>
                </a:cubicBezTo>
                <a:cubicBezTo>
                  <a:pt x="23" y="65"/>
                  <a:pt x="32" y="70"/>
                  <a:pt x="52" y="78"/>
                </a:cubicBezTo>
                <a:cubicBezTo>
                  <a:pt x="77" y="87"/>
                  <a:pt x="89" y="98"/>
                  <a:pt x="89" y="117"/>
                </a:cubicBezTo>
                <a:cubicBezTo>
                  <a:pt x="89" y="134"/>
                  <a:pt x="76" y="150"/>
                  <a:pt x="51" y="154"/>
                </a:cubicBezTo>
                <a:cubicBezTo>
                  <a:pt x="51" y="176"/>
                  <a:pt x="51" y="176"/>
                  <a:pt x="51" y="176"/>
                </a:cubicBezTo>
                <a:lnTo>
                  <a:pt x="37" y="17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72"/>
          <p:cNvSpPr>
            <a:spLocks/>
          </p:cNvSpPr>
          <p:nvPr/>
        </p:nvSpPr>
        <p:spPr bwMode="auto">
          <a:xfrm>
            <a:off x="7964959" y="3743325"/>
            <a:ext cx="317500" cy="369888"/>
          </a:xfrm>
          <a:custGeom>
            <a:avLst/>
            <a:gdLst>
              <a:gd name="T0" fmla="*/ 53 w 157"/>
              <a:gd name="T1" fmla="*/ 180 h 183"/>
              <a:gd name="T2" fmla="*/ 118 w 157"/>
              <a:gd name="T3" fmla="*/ 170 h 183"/>
              <a:gd name="T4" fmla="*/ 124 w 157"/>
              <a:gd name="T5" fmla="*/ 131 h 183"/>
              <a:gd name="T6" fmla="*/ 142 w 157"/>
              <a:gd name="T7" fmla="*/ 42 h 183"/>
              <a:gd name="T8" fmla="*/ 61 w 157"/>
              <a:gd name="T9" fmla="*/ 5 h 183"/>
              <a:gd name="T10" fmla="*/ 21 w 157"/>
              <a:gd name="T11" fmla="*/ 62 h 183"/>
              <a:gd name="T12" fmla="*/ 2 w 157"/>
              <a:gd name="T13" fmla="*/ 82 h 183"/>
              <a:gd name="T14" fmla="*/ 3 w 157"/>
              <a:gd name="T15" fmla="*/ 87 h 183"/>
              <a:gd name="T16" fmla="*/ 11 w 157"/>
              <a:gd name="T17" fmla="*/ 99 h 183"/>
              <a:gd name="T18" fmla="*/ 11 w 157"/>
              <a:gd name="T19" fmla="*/ 127 h 183"/>
              <a:gd name="T20" fmla="*/ 23 w 157"/>
              <a:gd name="T21" fmla="*/ 147 h 183"/>
              <a:gd name="T22" fmla="*/ 53 w 157"/>
              <a:gd name="T23" fmla="*/ 18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7" h="183">
                <a:moveTo>
                  <a:pt x="53" y="180"/>
                </a:moveTo>
                <a:cubicBezTo>
                  <a:pt x="53" y="180"/>
                  <a:pt x="105" y="183"/>
                  <a:pt x="118" y="170"/>
                </a:cubicBezTo>
                <a:cubicBezTo>
                  <a:pt x="118" y="170"/>
                  <a:pt x="116" y="144"/>
                  <a:pt x="124" y="131"/>
                </a:cubicBezTo>
                <a:cubicBezTo>
                  <a:pt x="132" y="118"/>
                  <a:pt x="157" y="82"/>
                  <a:pt x="142" y="42"/>
                </a:cubicBezTo>
                <a:cubicBezTo>
                  <a:pt x="127" y="1"/>
                  <a:pt x="77" y="0"/>
                  <a:pt x="61" y="5"/>
                </a:cubicBezTo>
                <a:cubicBezTo>
                  <a:pt x="44" y="10"/>
                  <a:pt x="22" y="26"/>
                  <a:pt x="21" y="62"/>
                </a:cubicBezTo>
                <a:cubicBezTo>
                  <a:pt x="21" y="62"/>
                  <a:pt x="10" y="78"/>
                  <a:pt x="2" y="82"/>
                </a:cubicBezTo>
                <a:cubicBezTo>
                  <a:pt x="2" y="82"/>
                  <a:pt x="0" y="84"/>
                  <a:pt x="3" y="87"/>
                </a:cubicBezTo>
                <a:cubicBezTo>
                  <a:pt x="6" y="91"/>
                  <a:pt x="11" y="95"/>
                  <a:pt x="11" y="99"/>
                </a:cubicBezTo>
                <a:cubicBezTo>
                  <a:pt x="11" y="102"/>
                  <a:pt x="13" y="120"/>
                  <a:pt x="11" y="127"/>
                </a:cubicBezTo>
                <a:cubicBezTo>
                  <a:pt x="10" y="134"/>
                  <a:pt x="8" y="145"/>
                  <a:pt x="23" y="147"/>
                </a:cubicBezTo>
                <a:cubicBezTo>
                  <a:pt x="37" y="149"/>
                  <a:pt x="49" y="151"/>
                  <a:pt x="53" y="18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3" name="组合 2"/>
          <p:cNvGrpSpPr/>
          <p:nvPr/>
        </p:nvGrpSpPr>
        <p:grpSpPr>
          <a:xfrm>
            <a:off x="4585171" y="3457575"/>
            <a:ext cx="381001" cy="360363"/>
            <a:chOff x="4585171" y="3457575"/>
            <a:chExt cx="381001" cy="360363"/>
          </a:xfrm>
        </p:grpSpPr>
        <p:sp>
          <p:nvSpPr>
            <p:cNvPr id="74" name="Freeform 73"/>
            <p:cNvSpPr>
              <a:spLocks noEditPoints="1"/>
            </p:cNvSpPr>
            <p:nvPr/>
          </p:nvSpPr>
          <p:spPr bwMode="auto">
            <a:xfrm>
              <a:off x="4585171" y="3665538"/>
              <a:ext cx="149225" cy="152400"/>
            </a:xfrm>
            <a:custGeom>
              <a:avLst/>
              <a:gdLst>
                <a:gd name="T0" fmla="*/ 11 w 74"/>
                <a:gd name="T1" fmla="*/ 44 h 75"/>
                <a:gd name="T2" fmla="*/ 14 w 74"/>
                <a:gd name="T3" fmla="*/ 52 h 75"/>
                <a:gd name="T4" fmla="*/ 6 w 74"/>
                <a:gd name="T5" fmla="*/ 59 h 75"/>
                <a:gd name="T6" fmla="*/ 16 w 74"/>
                <a:gd name="T7" fmla="*/ 69 h 75"/>
                <a:gd name="T8" fmla="*/ 23 w 74"/>
                <a:gd name="T9" fmla="*/ 60 h 75"/>
                <a:gd name="T10" fmla="*/ 31 w 74"/>
                <a:gd name="T11" fmla="*/ 64 h 75"/>
                <a:gd name="T12" fmla="*/ 30 w 74"/>
                <a:gd name="T13" fmla="*/ 75 h 75"/>
                <a:gd name="T14" fmla="*/ 45 w 74"/>
                <a:gd name="T15" fmla="*/ 75 h 75"/>
                <a:gd name="T16" fmla="*/ 43 w 74"/>
                <a:gd name="T17" fmla="*/ 63 h 75"/>
                <a:gd name="T18" fmla="*/ 51 w 74"/>
                <a:gd name="T19" fmla="*/ 60 h 75"/>
                <a:gd name="T20" fmla="*/ 58 w 74"/>
                <a:gd name="T21" fmla="*/ 69 h 75"/>
                <a:gd name="T22" fmla="*/ 69 w 74"/>
                <a:gd name="T23" fmla="*/ 58 h 75"/>
                <a:gd name="T24" fmla="*/ 60 w 74"/>
                <a:gd name="T25" fmla="*/ 51 h 75"/>
                <a:gd name="T26" fmla="*/ 63 w 74"/>
                <a:gd name="T27" fmla="*/ 43 h 75"/>
                <a:gd name="T28" fmla="*/ 74 w 74"/>
                <a:gd name="T29" fmla="*/ 44 h 75"/>
                <a:gd name="T30" fmla="*/ 74 w 74"/>
                <a:gd name="T31" fmla="*/ 31 h 75"/>
                <a:gd name="T32" fmla="*/ 63 w 74"/>
                <a:gd name="T33" fmla="*/ 32 h 75"/>
                <a:gd name="T34" fmla="*/ 63 w 74"/>
                <a:gd name="T35" fmla="*/ 31 h 75"/>
                <a:gd name="T36" fmla="*/ 60 w 74"/>
                <a:gd name="T37" fmla="*/ 23 h 75"/>
                <a:gd name="T38" fmla="*/ 60 w 74"/>
                <a:gd name="T39" fmla="*/ 23 h 75"/>
                <a:gd name="T40" fmla="*/ 68 w 74"/>
                <a:gd name="T41" fmla="*/ 16 h 75"/>
                <a:gd name="T42" fmla="*/ 58 w 74"/>
                <a:gd name="T43" fmla="*/ 6 h 75"/>
                <a:gd name="T44" fmla="*/ 51 w 74"/>
                <a:gd name="T45" fmla="*/ 15 h 75"/>
                <a:gd name="T46" fmla="*/ 51 w 74"/>
                <a:gd name="T47" fmla="*/ 15 h 75"/>
                <a:gd name="T48" fmla="*/ 43 w 74"/>
                <a:gd name="T49" fmla="*/ 11 h 75"/>
                <a:gd name="T50" fmla="*/ 44 w 74"/>
                <a:gd name="T51" fmla="*/ 0 h 75"/>
                <a:gd name="T52" fmla="*/ 29 w 74"/>
                <a:gd name="T53" fmla="*/ 0 h 75"/>
                <a:gd name="T54" fmla="*/ 31 w 74"/>
                <a:gd name="T55" fmla="*/ 11 h 75"/>
                <a:gd name="T56" fmla="*/ 31 w 74"/>
                <a:gd name="T57" fmla="*/ 11 h 75"/>
                <a:gd name="T58" fmla="*/ 23 w 74"/>
                <a:gd name="T59" fmla="*/ 15 h 75"/>
                <a:gd name="T60" fmla="*/ 23 w 74"/>
                <a:gd name="T61" fmla="*/ 15 h 75"/>
                <a:gd name="T62" fmla="*/ 16 w 74"/>
                <a:gd name="T63" fmla="*/ 6 h 75"/>
                <a:gd name="T64" fmla="*/ 5 w 74"/>
                <a:gd name="T65" fmla="*/ 17 h 75"/>
                <a:gd name="T66" fmla="*/ 14 w 74"/>
                <a:gd name="T67" fmla="*/ 24 h 75"/>
                <a:gd name="T68" fmla="*/ 11 w 74"/>
                <a:gd name="T69" fmla="*/ 32 h 75"/>
                <a:gd name="T70" fmla="*/ 0 w 74"/>
                <a:gd name="T71" fmla="*/ 31 h 75"/>
                <a:gd name="T72" fmla="*/ 0 w 74"/>
                <a:gd name="T73" fmla="*/ 45 h 75"/>
                <a:gd name="T74" fmla="*/ 11 w 74"/>
                <a:gd name="T75" fmla="*/ 43 h 75"/>
                <a:gd name="T76" fmla="*/ 11 w 74"/>
                <a:gd name="T77" fmla="*/ 44 h 75"/>
                <a:gd name="T78" fmla="*/ 25 w 74"/>
                <a:gd name="T79" fmla="*/ 37 h 75"/>
                <a:gd name="T80" fmla="*/ 37 w 74"/>
                <a:gd name="T81" fmla="*/ 25 h 75"/>
                <a:gd name="T82" fmla="*/ 49 w 74"/>
                <a:gd name="T83" fmla="*/ 37 h 75"/>
                <a:gd name="T84" fmla="*/ 37 w 74"/>
                <a:gd name="T85" fmla="*/ 49 h 75"/>
                <a:gd name="T86" fmla="*/ 25 w 74"/>
                <a:gd name="T87" fmla="*/ 3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4" h="75">
                  <a:moveTo>
                    <a:pt x="11" y="44"/>
                  </a:moveTo>
                  <a:cubicBezTo>
                    <a:pt x="12" y="47"/>
                    <a:pt x="13" y="49"/>
                    <a:pt x="14" y="52"/>
                  </a:cubicBezTo>
                  <a:cubicBezTo>
                    <a:pt x="6" y="59"/>
                    <a:pt x="6" y="59"/>
                    <a:pt x="6" y="59"/>
                  </a:cubicBezTo>
                  <a:cubicBezTo>
                    <a:pt x="16" y="69"/>
                    <a:pt x="16" y="69"/>
                    <a:pt x="16" y="69"/>
                  </a:cubicBezTo>
                  <a:cubicBezTo>
                    <a:pt x="23" y="60"/>
                    <a:pt x="23" y="60"/>
                    <a:pt x="23" y="60"/>
                  </a:cubicBezTo>
                  <a:cubicBezTo>
                    <a:pt x="25" y="62"/>
                    <a:pt x="28" y="63"/>
                    <a:pt x="31" y="64"/>
                  </a:cubicBezTo>
                  <a:cubicBezTo>
                    <a:pt x="30" y="75"/>
                    <a:pt x="30" y="75"/>
                    <a:pt x="30" y="75"/>
                  </a:cubicBezTo>
                  <a:cubicBezTo>
                    <a:pt x="45" y="75"/>
                    <a:pt x="45" y="75"/>
                    <a:pt x="45" y="75"/>
                  </a:cubicBezTo>
                  <a:cubicBezTo>
                    <a:pt x="43" y="63"/>
                    <a:pt x="43" y="63"/>
                    <a:pt x="43" y="63"/>
                  </a:cubicBezTo>
                  <a:cubicBezTo>
                    <a:pt x="46" y="63"/>
                    <a:pt x="49" y="62"/>
                    <a:pt x="51" y="60"/>
                  </a:cubicBezTo>
                  <a:cubicBezTo>
                    <a:pt x="58" y="69"/>
                    <a:pt x="58" y="69"/>
                    <a:pt x="58" y="69"/>
                  </a:cubicBezTo>
                  <a:cubicBezTo>
                    <a:pt x="69" y="58"/>
                    <a:pt x="69" y="58"/>
                    <a:pt x="69" y="58"/>
                  </a:cubicBezTo>
                  <a:cubicBezTo>
                    <a:pt x="60" y="51"/>
                    <a:pt x="60" y="51"/>
                    <a:pt x="60" y="51"/>
                  </a:cubicBezTo>
                  <a:cubicBezTo>
                    <a:pt x="61" y="49"/>
                    <a:pt x="63" y="46"/>
                    <a:pt x="63" y="43"/>
                  </a:cubicBezTo>
                  <a:cubicBezTo>
                    <a:pt x="74" y="44"/>
                    <a:pt x="74" y="44"/>
                    <a:pt x="74" y="44"/>
                  </a:cubicBezTo>
                  <a:cubicBezTo>
                    <a:pt x="74" y="31"/>
                    <a:pt x="74" y="31"/>
                    <a:pt x="74" y="31"/>
                  </a:cubicBezTo>
                  <a:cubicBezTo>
                    <a:pt x="63" y="32"/>
                    <a:pt x="63" y="32"/>
                    <a:pt x="63" y="32"/>
                  </a:cubicBezTo>
                  <a:cubicBezTo>
                    <a:pt x="63" y="32"/>
                    <a:pt x="63" y="31"/>
                    <a:pt x="63" y="31"/>
                  </a:cubicBezTo>
                  <a:cubicBezTo>
                    <a:pt x="62" y="28"/>
                    <a:pt x="61" y="26"/>
                    <a:pt x="60" y="23"/>
                  </a:cubicBezTo>
                  <a:cubicBezTo>
                    <a:pt x="60" y="23"/>
                    <a:pt x="60" y="23"/>
                    <a:pt x="60" y="23"/>
                  </a:cubicBezTo>
                  <a:cubicBezTo>
                    <a:pt x="68" y="16"/>
                    <a:pt x="68" y="16"/>
                    <a:pt x="68" y="16"/>
                  </a:cubicBezTo>
                  <a:cubicBezTo>
                    <a:pt x="58" y="6"/>
                    <a:pt x="58" y="6"/>
                    <a:pt x="58" y="6"/>
                  </a:cubicBezTo>
                  <a:cubicBezTo>
                    <a:pt x="51" y="15"/>
                    <a:pt x="51" y="15"/>
                    <a:pt x="51" y="15"/>
                  </a:cubicBezTo>
                  <a:cubicBezTo>
                    <a:pt x="51" y="15"/>
                    <a:pt x="51" y="15"/>
                    <a:pt x="51" y="15"/>
                  </a:cubicBezTo>
                  <a:cubicBezTo>
                    <a:pt x="49" y="13"/>
                    <a:pt x="46" y="12"/>
                    <a:pt x="43" y="11"/>
                  </a:cubicBezTo>
                  <a:cubicBezTo>
                    <a:pt x="44" y="0"/>
                    <a:pt x="44" y="0"/>
                    <a:pt x="44" y="0"/>
                  </a:cubicBezTo>
                  <a:cubicBezTo>
                    <a:pt x="29" y="0"/>
                    <a:pt x="29" y="0"/>
                    <a:pt x="29" y="0"/>
                  </a:cubicBezTo>
                  <a:cubicBezTo>
                    <a:pt x="31" y="11"/>
                    <a:pt x="31" y="11"/>
                    <a:pt x="31" y="11"/>
                  </a:cubicBezTo>
                  <a:cubicBezTo>
                    <a:pt x="31" y="11"/>
                    <a:pt x="31" y="11"/>
                    <a:pt x="31" y="11"/>
                  </a:cubicBezTo>
                  <a:cubicBezTo>
                    <a:pt x="28" y="12"/>
                    <a:pt x="25" y="13"/>
                    <a:pt x="23" y="15"/>
                  </a:cubicBezTo>
                  <a:cubicBezTo>
                    <a:pt x="23" y="15"/>
                    <a:pt x="23" y="15"/>
                    <a:pt x="23" y="15"/>
                  </a:cubicBezTo>
                  <a:cubicBezTo>
                    <a:pt x="16" y="6"/>
                    <a:pt x="16" y="6"/>
                    <a:pt x="16" y="6"/>
                  </a:cubicBezTo>
                  <a:cubicBezTo>
                    <a:pt x="5" y="17"/>
                    <a:pt x="5" y="17"/>
                    <a:pt x="5" y="17"/>
                  </a:cubicBezTo>
                  <a:cubicBezTo>
                    <a:pt x="14" y="24"/>
                    <a:pt x="14" y="24"/>
                    <a:pt x="14" y="24"/>
                  </a:cubicBezTo>
                  <a:cubicBezTo>
                    <a:pt x="13" y="26"/>
                    <a:pt x="11" y="29"/>
                    <a:pt x="11" y="32"/>
                  </a:cubicBezTo>
                  <a:cubicBezTo>
                    <a:pt x="0" y="31"/>
                    <a:pt x="0" y="31"/>
                    <a:pt x="0" y="31"/>
                  </a:cubicBezTo>
                  <a:cubicBezTo>
                    <a:pt x="0" y="45"/>
                    <a:pt x="0" y="45"/>
                    <a:pt x="0" y="45"/>
                  </a:cubicBezTo>
                  <a:cubicBezTo>
                    <a:pt x="11" y="43"/>
                    <a:pt x="11" y="43"/>
                    <a:pt x="11" y="43"/>
                  </a:cubicBezTo>
                  <a:cubicBezTo>
                    <a:pt x="11" y="43"/>
                    <a:pt x="11" y="43"/>
                    <a:pt x="11" y="44"/>
                  </a:cubicBezTo>
                  <a:close/>
                  <a:moveTo>
                    <a:pt x="25" y="37"/>
                  </a:moveTo>
                  <a:cubicBezTo>
                    <a:pt x="25" y="31"/>
                    <a:pt x="30" y="25"/>
                    <a:pt x="37" y="25"/>
                  </a:cubicBezTo>
                  <a:cubicBezTo>
                    <a:pt x="44" y="25"/>
                    <a:pt x="49" y="31"/>
                    <a:pt x="49" y="37"/>
                  </a:cubicBezTo>
                  <a:cubicBezTo>
                    <a:pt x="49" y="44"/>
                    <a:pt x="44" y="49"/>
                    <a:pt x="37" y="49"/>
                  </a:cubicBezTo>
                  <a:cubicBezTo>
                    <a:pt x="31" y="49"/>
                    <a:pt x="25" y="44"/>
                    <a:pt x="25" y="3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Oval 74"/>
            <p:cNvSpPr>
              <a:spLocks noChangeArrowheads="1"/>
            </p:cNvSpPr>
            <p:nvPr/>
          </p:nvSpPr>
          <p:spPr bwMode="auto">
            <a:xfrm>
              <a:off x="4799484" y="3540125"/>
              <a:ext cx="84138" cy="825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75"/>
            <p:cNvSpPr>
              <a:spLocks noEditPoints="1"/>
            </p:cNvSpPr>
            <p:nvPr/>
          </p:nvSpPr>
          <p:spPr bwMode="auto">
            <a:xfrm>
              <a:off x="4716934" y="3457575"/>
              <a:ext cx="249238" cy="249238"/>
            </a:xfrm>
            <a:custGeom>
              <a:avLst/>
              <a:gdLst>
                <a:gd name="T0" fmla="*/ 10 w 123"/>
                <a:gd name="T1" fmla="*/ 69 h 123"/>
                <a:gd name="T2" fmla="*/ 13 w 123"/>
                <a:gd name="T3" fmla="*/ 81 h 123"/>
                <a:gd name="T4" fmla="*/ 5 w 123"/>
                <a:gd name="T5" fmla="*/ 86 h 123"/>
                <a:gd name="T6" fmla="*/ 13 w 123"/>
                <a:gd name="T7" fmla="*/ 99 h 123"/>
                <a:gd name="T8" fmla="*/ 20 w 123"/>
                <a:gd name="T9" fmla="*/ 94 h 123"/>
                <a:gd name="T10" fmla="*/ 30 w 123"/>
                <a:gd name="T11" fmla="*/ 103 h 123"/>
                <a:gd name="T12" fmla="*/ 25 w 123"/>
                <a:gd name="T13" fmla="*/ 111 h 123"/>
                <a:gd name="T14" fmla="*/ 38 w 123"/>
                <a:gd name="T15" fmla="*/ 118 h 123"/>
                <a:gd name="T16" fmla="*/ 42 w 123"/>
                <a:gd name="T17" fmla="*/ 110 h 123"/>
                <a:gd name="T18" fmla="*/ 55 w 123"/>
                <a:gd name="T19" fmla="*/ 113 h 123"/>
                <a:gd name="T20" fmla="*/ 54 w 123"/>
                <a:gd name="T21" fmla="*/ 123 h 123"/>
                <a:gd name="T22" fmla="*/ 62 w 123"/>
                <a:gd name="T23" fmla="*/ 123 h 123"/>
                <a:gd name="T24" fmla="*/ 69 w 123"/>
                <a:gd name="T25" fmla="*/ 123 h 123"/>
                <a:gd name="T26" fmla="*/ 69 w 123"/>
                <a:gd name="T27" fmla="*/ 113 h 123"/>
                <a:gd name="T28" fmla="*/ 81 w 123"/>
                <a:gd name="T29" fmla="*/ 110 h 123"/>
                <a:gd name="T30" fmla="*/ 86 w 123"/>
                <a:gd name="T31" fmla="*/ 118 h 123"/>
                <a:gd name="T32" fmla="*/ 99 w 123"/>
                <a:gd name="T33" fmla="*/ 110 h 123"/>
                <a:gd name="T34" fmla="*/ 94 w 123"/>
                <a:gd name="T35" fmla="*/ 103 h 123"/>
                <a:gd name="T36" fmla="*/ 103 w 123"/>
                <a:gd name="T37" fmla="*/ 93 h 123"/>
                <a:gd name="T38" fmla="*/ 111 w 123"/>
                <a:gd name="T39" fmla="*/ 99 h 123"/>
                <a:gd name="T40" fmla="*/ 118 w 123"/>
                <a:gd name="T41" fmla="*/ 85 h 123"/>
                <a:gd name="T42" fmla="*/ 110 w 123"/>
                <a:gd name="T43" fmla="*/ 81 h 123"/>
                <a:gd name="T44" fmla="*/ 113 w 123"/>
                <a:gd name="T45" fmla="*/ 68 h 123"/>
                <a:gd name="T46" fmla="*/ 123 w 123"/>
                <a:gd name="T47" fmla="*/ 69 h 123"/>
                <a:gd name="T48" fmla="*/ 123 w 123"/>
                <a:gd name="T49" fmla="*/ 62 h 123"/>
                <a:gd name="T50" fmla="*/ 123 w 123"/>
                <a:gd name="T51" fmla="*/ 54 h 123"/>
                <a:gd name="T52" fmla="*/ 113 w 123"/>
                <a:gd name="T53" fmla="*/ 54 h 123"/>
                <a:gd name="T54" fmla="*/ 110 w 123"/>
                <a:gd name="T55" fmla="*/ 42 h 123"/>
                <a:gd name="T56" fmla="*/ 118 w 123"/>
                <a:gd name="T57" fmla="*/ 37 h 123"/>
                <a:gd name="T58" fmla="*/ 111 w 123"/>
                <a:gd name="T59" fmla="*/ 24 h 123"/>
                <a:gd name="T60" fmla="*/ 103 w 123"/>
                <a:gd name="T61" fmla="*/ 29 h 123"/>
                <a:gd name="T62" fmla="*/ 93 w 123"/>
                <a:gd name="T63" fmla="*/ 20 h 123"/>
                <a:gd name="T64" fmla="*/ 99 w 123"/>
                <a:gd name="T65" fmla="*/ 12 h 123"/>
                <a:gd name="T66" fmla="*/ 85 w 123"/>
                <a:gd name="T67" fmla="*/ 5 h 123"/>
                <a:gd name="T68" fmla="*/ 81 w 123"/>
                <a:gd name="T69" fmla="*/ 13 h 123"/>
                <a:gd name="T70" fmla="*/ 68 w 123"/>
                <a:gd name="T71" fmla="*/ 10 h 123"/>
                <a:gd name="T72" fmla="*/ 69 w 123"/>
                <a:gd name="T73" fmla="*/ 0 h 123"/>
                <a:gd name="T74" fmla="*/ 62 w 123"/>
                <a:gd name="T75" fmla="*/ 0 h 123"/>
                <a:gd name="T76" fmla="*/ 54 w 123"/>
                <a:gd name="T77" fmla="*/ 0 h 123"/>
                <a:gd name="T78" fmla="*/ 54 w 123"/>
                <a:gd name="T79" fmla="*/ 10 h 123"/>
                <a:gd name="T80" fmla="*/ 42 w 123"/>
                <a:gd name="T81" fmla="*/ 13 h 123"/>
                <a:gd name="T82" fmla="*/ 38 w 123"/>
                <a:gd name="T83" fmla="*/ 5 h 123"/>
                <a:gd name="T84" fmla="*/ 24 w 123"/>
                <a:gd name="T85" fmla="*/ 13 h 123"/>
                <a:gd name="T86" fmla="*/ 30 w 123"/>
                <a:gd name="T87" fmla="*/ 20 h 123"/>
                <a:gd name="T88" fmla="*/ 20 w 123"/>
                <a:gd name="T89" fmla="*/ 30 h 123"/>
                <a:gd name="T90" fmla="*/ 12 w 123"/>
                <a:gd name="T91" fmla="*/ 24 h 123"/>
                <a:gd name="T92" fmla="*/ 5 w 123"/>
                <a:gd name="T93" fmla="*/ 38 h 123"/>
                <a:gd name="T94" fmla="*/ 13 w 123"/>
                <a:gd name="T95" fmla="*/ 42 h 123"/>
                <a:gd name="T96" fmla="*/ 10 w 123"/>
                <a:gd name="T97" fmla="*/ 55 h 123"/>
                <a:gd name="T98" fmla="*/ 0 w 123"/>
                <a:gd name="T99" fmla="*/ 54 h 123"/>
                <a:gd name="T100" fmla="*/ 0 w 123"/>
                <a:gd name="T101" fmla="*/ 62 h 123"/>
                <a:gd name="T102" fmla="*/ 1 w 123"/>
                <a:gd name="T103" fmla="*/ 69 h 123"/>
                <a:gd name="T104" fmla="*/ 10 w 123"/>
                <a:gd name="T105" fmla="*/ 69 h 123"/>
                <a:gd name="T106" fmla="*/ 25 w 123"/>
                <a:gd name="T107" fmla="*/ 62 h 123"/>
                <a:gd name="T108" fmla="*/ 62 w 123"/>
                <a:gd name="T109" fmla="*/ 25 h 123"/>
                <a:gd name="T110" fmla="*/ 98 w 123"/>
                <a:gd name="T111" fmla="*/ 62 h 123"/>
                <a:gd name="T112" fmla="*/ 62 w 123"/>
                <a:gd name="T113" fmla="*/ 98 h 123"/>
                <a:gd name="T114" fmla="*/ 25 w 123"/>
                <a:gd name="T115" fmla="*/ 62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3" h="123">
                  <a:moveTo>
                    <a:pt x="10" y="69"/>
                  </a:moveTo>
                  <a:cubicBezTo>
                    <a:pt x="10" y="73"/>
                    <a:pt x="12" y="77"/>
                    <a:pt x="13" y="81"/>
                  </a:cubicBezTo>
                  <a:cubicBezTo>
                    <a:pt x="5" y="86"/>
                    <a:pt x="5" y="86"/>
                    <a:pt x="5" y="86"/>
                  </a:cubicBezTo>
                  <a:cubicBezTo>
                    <a:pt x="7" y="90"/>
                    <a:pt x="10" y="95"/>
                    <a:pt x="13" y="99"/>
                  </a:cubicBezTo>
                  <a:cubicBezTo>
                    <a:pt x="20" y="94"/>
                    <a:pt x="20" y="94"/>
                    <a:pt x="20" y="94"/>
                  </a:cubicBezTo>
                  <a:cubicBezTo>
                    <a:pt x="23" y="97"/>
                    <a:pt x="26" y="100"/>
                    <a:pt x="30" y="103"/>
                  </a:cubicBezTo>
                  <a:cubicBezTo>
                    <a:pt x="25" y="111"/>
                    <a:pt x="25" y="111"/>
                    <a:pt x="25" y="111"/>
                  </a:cubicBezTo>
                  <a:cubicBezTo>
                    <a:pt x="29" y="114"/>
                    <a:pt x="33" y="116"/>
                    <a:pt x="38" y="118"/>
                  </a:cubicBezTo>
                  <a:cubicBezTo>
                    <a:pt x="42" y="110"/>
                    <a:pt x="42" y="110"/>
                    <a:pt x="42" y="110"/>
                  </a:cubicBezTo>
                  <a:cubicBezTo>
                    <a:pt x="46" y="112"/>
                    <a:pt x="50" y="113"/>
                    <a:pt x="55" y="113"/>
                  </a:cubicBezTo>
                  <a:cubicBezTo>
                    <a:pt x="54" y="123"/>
                    <a:pt x="54" y="123"/>
                    <a:pt x="54" y="123"/>
                  </a:cubicBezTo>
                  <a:cubicBezTo>
                    <a:pt x="57" y="123"/>
                    <a:pt x="59" y="123"/>
                    <a:pt x="62" y="123"/>
                  </a:cubicBezTo>
                  <a:cubicBezTo>
                    <a:pt x="64" y="123"/>
                    <a:pt x="67" y="123"/>
                    <a:pt x="69" y="123"/>
                  </a:cubicBezTo>
                  <a:cubicBezTo>
                    <a:pt x="69" y="113"/>
                    <a:pt x="69" y="113"/>
                    <a:pt x="69" y="113"/>
                  </a:cubicBezTo>
                  <a:cubicBezTo>
                    <a:pt x="73" y="113"/>
                    <a:pt x="77" y="111"/>
                    <a:pt x="81" y="110"/>
                  </a:cubicBezTo>
                  <a:cubicBezTo>
                    <a:pt x="86" y="118"/>
                    <a:pt x="86" y="118"/>
                    <a:pt x="86" y="118"/>
                  </a:cubicBezTo>
                  <a:cubicBezTo>
                    <a:pt x="90" y="116"/>
                    <a:pt x="95" y="114"/>
                    <a:pt x="99" y="110"/>
                  </a:cubicBezTo>
                  <a:cubicBezTo>
                    <a:pt x="94" y="103"/>
                    <a:pt x="94" y="103"/>
                    <a:pt x="94" y="103"/>
                  </a:cubicBezTo>
                  <a:cubicBezTo>
                    <a:pt x="97" y="100"/>
                    <a:pt x="100" y="97"/>
                    <a:pt x="103" y="93"/>
                  </a:cubicBezTo>
                  <a:cubicBezTo>
                    <a:pt x="111" y="99"/>
                    <a:pt x="111" y="99"/>
                    <a:pt x="111" y="99"/>
                  </a:cubicBezTo>
                  <a:cubicBezTo>
                    <a:pt x="114" y="94"/>
                    <a:pt x="116" y="90"/>
                    <a:pt x="118" y="85"/>
                  </a:cubicBezTo>
                  <a:cubicBezTo>
                    <a:pt x="110" y="81"/>
                    <a:pt x="110" y="81"/>
                    <a:pt x="110" y="81"/>
                  </a:cubicBezTo>
                  <a:cubicBezTo>
                    <a:pt x="112" y="77"/>
                    <a:pt x="113" y="73"/>
                    <a:pt x="113" y="68"/>
                  </a:cubicBezTo>
                  <a:cubicBezTo>
                    <a:pt x="123" y="69"/>
                    <a:pt x="123" y="69"/>
                    <a:pt x="123" y="69"/>
                  </a:cubicBezTo>
                  <a:cubicBezTo>
                    <a:pt x="123" y="67"/>
                    <a:pt x="123" y="64"/>
                    <a:pt x="123" y="62"/>
                  </a:cubicBezTo>
                  <a:cubicBezTo>
                    <a:pt x="123" y="59"/>
                    <a:pt x="123" y="56"/>
                    <a:pt x="123" y="54"/>
                  </a:cubicBezTo>
                  <a:cubicBezTo>
                    <a:pt x="113" y="54"/>
                    <a:pt x="113" y="54"/>
                    <a:pt x="113" y="54"/>
                  </a:cubicBezTo>
                  <a:cubicBezTo>
                    <a:pt x="113" y="50"/>
                    <a:pt x="112" y="46"/>
                    <a:pt x="110" y="42"/>
                  </a:cubicBezTo>
                  <a:cubicBezTo>
                    <a:pt x="118" y="37"/>
                    <a:pt x="118" y="37"/>
                    <a:pt x="118" y="37"/>
                  </a:cubicBezTo>
                  <a:cubicBezTo>
                    <a:pt x="116" y="33"/>
                    <a:pt x="114" y="28"/>
                    <a:pt x="111" y="24"/>
                  </a:cubicBezTo>
                  <a:cubicBezTo>
                    <a:pt x="103" y="29"/>
                    <a:pt x="103" y="29"/>
                    <a:pt x="103" y="29"/>
                  </a:cubicBezTo>
                  <a:cubicBezTo>
                    <a:pt x="100" y="26"/>
                    <a:pt x="97" y="23"/>
                    <a:pt x="93" y="20"/>
                  </a:cubicBezTo>
                  <a:cubicBezTo>
                    <a:pt x="99" y="12"/>
                    <a:pt x="99" y="12"/>
                    <a:pt x="99" y="12"/>
                  </a:cubicBezTo>
                  <a:cubicBezTo>
                    <a:pt x="95" y="9"/>
                    <a:pt x="90" y="7"/>
                    <a:pt x="85" y="5"/>
                  </a:cubicBezTo>
                  <a:cubicBezTo>
                    <a:pt x="81" y="13"/>
                    <a:pt x="81" y="13"/>
                    <a:pt x="81" y="13"/>
                  </a:cubicBezTo>
                  <a:cubicBezTo>
                    <a:pt x="77" y="11"/>
                    <a:pt x="73" y="10"/>
                    <a:pt x="68" y="10"/>
                  </a:cubicBezTo>
                  <a:cubicBezTo>
                    <a:pt x="69" y="0"/>
                    <a:pt x="69" y="0"/>
                    <a:pt x="69" y="0"/>
                  </a:cubicBezTo>
                  <a:cubicBezTo>
                    <a:pt x="67" y="0"/>
                    <a:pt x="64" y="0"/>
                    <a:pt x="62" y="0"/>
                  </a:cubicBezTo>
                  <a:cubicBezTo>
                    <a:pt x="59" y="0"/>
                    <a:pt x="56" y="0"/>
                    <a:pt x="54" y="0"/>
                  </a:cubicBezTo>
                  <a:cubicBezTo>
                    <a:pt x="54" y="10"/>
                    <a:pt x="54" y="10"/>
                    <a:pt x="54" y="10"/>
                  </a:cubicBezTo>
                  <a:cubicBezTo>
                    <a:pt x="50" y="10"/>
                    <a:pt x="46" y="12"/>
                    <a:pt x="42" y="13"/>
                  </a:cubicBezTo>
                  <a:cubicBezTo>
                    <a:pt x="38" y="5"/>
                    <a:pt x="38" y="5"/>
                    <a:pt x="38" y="5"/>
                  </a:cubicBezTo>
                  <a:cubicBezTo>
                    <a:pt x="33" y="7"/>
                    <a:pt x="28" y="9"/>
                    <a:pt x="24" y="13"/>
                  </a:cubicBezTo>
                  <a:cubicBezTo>
                    <a:pt x="30" y="20"/>
                    <a:pt x="30" y="20"/>
                    <a:pt x="30" y="20"/>
                  </a:cubicBezTo>
                  <a:cubicBezTo>
                    <a:pt x="26" y="23"/>
                    <a:pt x="23" y="26"/>
                    <a:pt x="20" y="30"/>
                  </a:cubicBezTo>
                  <a:cubicBezTo>
                    <a:pt x="12" y="24"/>
                    <a:pt x="12" y="24"/>
                    <a:pt x="12" y="24"/>
                  </a:cubicBezTo>
                  <a:cubicBezTo>
                    <a:pt x="9" y="29"/>
                    <a:pt x="7" y="33"/>
                    <a:pt x="5" y="38"/>
                  </a:cubicBezTo>
                  <a:cubicBezTo>
                    <a:pt x="13" y="42"/>
                    <a:pt x="13" y="42"/>
                    <a:pt x="13" y="42"/>
                  </a:cubicBezTo>
                  <a:cubicBezTo>
                    <a:pt x="12" y="46"/>
                    <a:pt x="10" y="50"/>
                    <a:pt x="10" y="55"/>
                  </a:cubicBezTo>
                  <a:cubicBezTo>
                    <a:pt x="0" y="54"/>
                    <a:pt x="0" y="54"/>
                    <a:pt x="0" y="54"/>
                  </a:cubicBezTo>
                  <a:cubicBezTo>
                    <a:pt x="0" y="56"/>
                    <a:pt x="0" y="59"/>
                    <a:pt x="0" y="62"/>
                  </a:cubicBezTo>
                  <a:cubicBezTo>
                    <a:pt x="0" y="64"/>
                    <a:pt x="0" y="67"/>
                    <a:pt x="1" y="69"/>
                  </a:cubicBezTo>
                  <a:lnTo>
                    <a:pt x="10" y="69"/>
                  </a:lnTo>
                  <a:close/>
                  <a:moveTo>
                    <a:pt x="25" y="62"/>
                  </a:moveTo>
                  <a:cubicBezTo>
                    <a:pt x="25" y="41"/>
                    <a:pt x="41" y="25"/>
                    <a:pt x="62" y="25"/>
                  </a:cubicBezTo>
                  <a:cubicBezTo>
                    <a:pt x="82" y="25"/>
                    <a:pt x="98" y="41"/>
                    <a:pt x="98" y="62"/>
                  </a:cubicBezTo>
                  <a:cubicBezTo>
                    <a:pt x="98" y="82"/>
                    <a:pt x="82" y="98"/>
                    <a:pt x="62" y="98"/>
                  </a:cubicBezTo>
                  <a:cubicBezTo>
                    <a:pt x="41" y="98"/>
                    <a:pt x="25" y="82"/>
                    <a:pt x="25" y="6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Oval 76"/>
            <p:cNvSpPr>
              <a:spLocks noChangeArrowheads="1"/>
            </p:cNvSpPr>
            <p:nvPr/>
          </p:nvSpPr>
          <p:spPr bwMode="auto">
            <a:xfrm>
              <a:off x="4799484" y="3540125"/>
              <a:ext cx="84138" cy="825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 name="组合 4"/>
          <p:cNvGrpSpPr/>
          <p:nvPr/>
        </p:nvGrpSpPr>
        <p:grpSpPr>
          <a:xfrm>
            <a:off x="6034559" y="1452563"/>
            <a:ext cx="249238" cy="344488"/>
            <a:chOff x="6034559" y="1452563"/>
            <a:chExt cx="249238" cy="344488"/>
          </a:xfrm>
        </p:grpSpPr>
        <p:sp>
          <p:nvSpPr>
            <p:cNvPr id="78" name="Freeform 77"/>
            <p:cNvSpPr>
              <a:spLocks noEditPoints="1"/>
            </p:cNvSpPr>
            <p:nvPr/>
          </p:nvSpPr>
          <p:spPr bwMode="auto">
            <a:xfrm>
              <a:off x="6034559" y="1452563"/>
              <a:ext cx="249238" cy="344488"/>
            </a:xfrm>
            <a:custGeom>
              <a:avLst/>
              <a:gdLst>
                <a:gd name="T0" fmla="*/ 63 w 157"/>
                <a:gd name="T1" fmla="*/ 0 h 217"/>
                <a:gd name="T2" fmla="*/ 0 w 157"/>
                <a:gd name="T3" fmla="*/ 60 h 217"/>
                <a:gd name="T4" fmla="*/ 0 w 157"/>
                <a:gd name="T5" fmla="*/ 217 h 217"/>
                <a:gd name="T6" fmla="*/ 157 w 157"/>
                <a:gd name="T7" fmla="*/ 217 h 217"/>
                <a:gd name="T8" fmla="*/ 157 w 157"/>
                <a:gd name="T9" fmla="*/ 0 h 217"/>
                <a:gd name="T10" fmla="*/ 63 w 157"/>
                <a:gd name="T11" fmla="*/ 0 h 217"/>
                <a:gd name="T12" fmla="*/ 124 w 157"/>
                <a:gd name="T13" fmla="*/ 166 h 217"/>
                <a:gd name="T14" fmla="*/ 34 w 157"/>
                <a:gd name="T15" fmla="*/ 166 h 217"/>
                <a:gd name="T16" fmla="*/ 34 w 157"/>
                <a:gd name="T17" fmla="*/ 155 h 217"/>
                <a:gd name="T18" fmla="*/ 124 w 157"/>
                <a:gd name="T19" fmla="*/ 155 h 217"/>
                <a:gd name="T20" fmla="*/ 124 w 157"/>
                <a:gd name="T21" fmla="*/ 166 h 217"/>
                <a:gd name="T22" fmla="*/ 124 w 157"/>
                <a:gd name="T23" fmla="*/ 132 h 217"/>
                <a:gd name="T24" fmla="*/ 34 w 157"/>
                <a:gd name="T25" fmla="*/ 132 h 217"/>
                <a:gd name="T26" fmla="*/ 34 w 157"/>
                <a:gd name="T27" fmla="*/ 122 h 217"/>
                <a:gd name="T28" fmla="*/ 124 w 157"/>
                <a:gd name="T29" fmla="*/ 122 h 217"/>
                <a:gd name="T30" fmla="*/ 124 w 157"/>
                <a:gd name="T31" fmla="*/ 132 h 217"/>
                <a:gd name="T32" fmla="*/ 124 w 157"/>
                <a:gd name="T33" fmla="*/ 99 h 217"/>
                <a:gd name="T34" fmla="*/ 34 w 157"/>
                <a:gd name="T35" fmla="*/ 99 h 217"/>
                <a:gd name="T36" fmla="*/ 34 w 157"/>
                <a:gd name="T37" fmla="*/ 89 h 217"/>
                <a:gd name="T38" fmla="*/ 124 w 157"/>
                <a:gd name="T39" fmla="*/ 89 h 217"/>
                <a:gd name="T40" fmla="*/ 124 w 157"/>
                <a:gd name="T41" fmla="*/ 99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17">
                  <a:moveTo>
                    <a:pt x="63" y="0"/>
                  </a:moveTo>
                  <a:lnTo>
                    <a:pt x="0" y="60"/>
                  </a:lnTo>
                  <a:lnTo>
                    <a:pt x="0" y="217"/>
                  </a:lnTo>
                  <a:lnTo>
                    <a:pt x="157" y="217"/>
                  </a:lnTo>
                  <a:lnTo>
                    <a:pt x="157" y="0"/>
                  </a:lnTo>
                  <a:lnTo>
                    <a:pt x="63" y="0"/>
                  </a:lnTo>
                  <a:close/>
                  <a:moveTo>
                    <a:pt x="124" y="166"/>
                  </a:moveTo>
                  <a:lnTo>
                    <a:pt x="34" y="166"/>
                  </a:lnTo>
                  <a:lnTo>
                    <a:pt x="34" y="155"/>
                  </a:lnTo>
                  <a:lnTo>
                    <a:pt x="124" y="155"/>
                  </a:lnTo>
                  <a:lnTo>
                    <a:pt x="124" y="166"/>
                  </a:lnTo>
                  <a:close/>
                  <a:moveTo>
                    <a:pt x="124" y="132"/>
                  </a:moveTo>
                  <a:lnTo>
                    <a:pt x="34" y="132"/>
                  </a:lnTo>
                  <a:lnTo>
                    <a:pt x="34" y="122"/>
                  </a:lnTo>
                  <a:lnTo>
                    <a:pt x="124" y="122"/>
                  </a:lnTo>
                  <a:lnTo>
                    <a:pt x="124" y="132"/>
                  </a:lnTo>
                  <a:close/>
                  <a:moveTo>
                    <a:pt x="124" y="99"/>
                  </a:moveTo>
                  <a:lnTo>
                    <a:pt x="34" y="99"/>
                  </a:lnTo>
                  <a:lnTo>
                    <a:pt x="34" y="89"/>
                  </a:lnTo>
                  <a:lnTo>
                    <a:pt x="124" y="89"/>
                  </a:lnTo>
                  <a:lnTo>
                    <a:pt x="124" y="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78"/>
            <p:cNvSpPr>
              <a:spLocks/>
            </p:cNvSpPr>
            <p:nvPr/>
          </p:nvSpPr>
          <p:spPr bwMode="auto">
            <a:xfrm>
              <a:off x="6034559" y="1452563"/>
              <a:ext cx="100013" cy="95250"/>
            </a:xfrm>
            <a:custGeom>
              <a:avLst/>
              <a:gdLst>
                <a:gd name="T0" fmla="*/ 0 w 63"/>
                <a:gd name="T1" fmla="*/ 60 h 60"/>
                <a:gd name="T2" fmla="*/ 63 w 63"/>
                <a:gd name="T3" fmla="*/ 0 h 60"/>
                <a:gd name="T4" fmla="*/ 63 w 63"/>
                <a:gd name="T5" fmla="*/ 60 h 60"/>
                <a:gd name="T6" fmla="*/ 0 w 63"/>
                <a:gd name="T7" fmla="*/ 60 h 60"/>
              </a:gdLst>
              <a:ahLst/>
              <a:cxnLst>
                <a:cxn ang="0">
                  <a:pos x="T0" y="T1"/>
                </a:cxn>
                <a:cxn ang="0">
                  <a:pos x="T2" y="T3"/>
                </a:cxn>
                <a:cxn ang="0">
                  <a:pos x="T4" y="T5"/>
                </a:cxn>
                <a:cxn ang="0">
                  <a:pos x="T6" y="T7"/>
                </a:cxn>
              </a:cxnLst>
              <a:rect l="0" t="0" r="r" b="b"/>
              <a:pathLst>
                <a:path w="63" h="60">
                  <a:moveTo>
                    <a:pt x="0" y="60"/>
                  </a:moveTo>
                  <a:lnTo>
                    <a:pt x="63" y="0"/>
                  </a:lnTo>
                  <a:lnTo>
                    <a:pt x="63" y="60"/>
                  </a:lnTo>
                  <a:lnTo>
                    <a:pt x="0" y="60"/>
                  </a:ln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80" name="Rectangle 79"/>
          <p:cNvSpPr>
            <a:spLocks noChangeArrowheads="1"/>
          </p:cNvSpPr>
          <p:nvPr/>
        </p:nvSpPr>
        <p:spPr bwMode="auto">
          <a:xfrm>
            <a:off x="7010871" y="4746625"/>
            <a:ext cx="84138" cy="1920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Rectangle 80"/>
          <p:cNvSpPr>
            <a:spLocks noChangeArrowheads="1"/>
          </p:cNvSpPr>
          <p:nvPr/>
        </p:nvSpPr>
        <p:spPr bwMode="auto">
          <a:xfrm>
            <a:off x="7137871" y="4657725"/>
            <a:ext cx="80963" cy="2809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Rectangle 81"/>
          <p:cNvSpPr>
            <a:spLocks noChangeArrowheads="1"/>
          </p:cNvSpPr>
          <p:nvPr/>
        </p:nvSpPr>
        <p:spPr bwMode="auto">
          <a:xfrm>
            <a:off x="7263284" y="4802188"/>
            <a:ext cx="80963" cy="13652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82"/>
          <p:cNvSpPr>
            <a:spLocks/>
          </p:cNvSpPr>
          <p:nvPr/>
        </p:nvSpPr>
        <p:spPr bwMode="auto">
          <a:xfrm>
            <a:off x="6025034" y="5245100"/>
            <a:ext cx="230188" cy="228600"/>
          </a:xfrm>
          <a:custGeom>
            <a:avLst/>
            <a:gdLst>
              <a:gd name="T0" fmla="*/ 72 w 114"/>
              <a:gd name="T1" fmla="*/ 0 h 113"/>
              <a:gd name="T2" fmla="*/ 72 w 114"/>
              <a:gd name="T3" fmla="*/ 9 h 113"/>
              <a:gd name="T4" fmla="*/ 106 w 114"/>
              <a:gd name="T5" fmla="*/ 56 h 113"/>
              <a:gd name="T6" fmla="*/ 57 w 114"/>
              <a:gd name="T7" fmla="*/ 104 h 113"/>
              <a:gd name="T8" fmla="*/ 8 w 114"/>
              <a:gd name="T9" fmla="*/ 56 h 113"/>
              <a:gd name="T10" fmla="*/ 42 w 114"/>
              <a:gd name="T11" fmla="*/ 9 h 113"/>
              <a:gd name="T12" fmla="*/ 42 w 114"/>
              <a:gd name="T13" fmla="*/ 0 h 113"/>
              <a:gd name="T14" fmla="*/ 0 w 114"/>
              <a:gd name="T15" fmla="*/ 56 h 113"/>
              <a:gd name="T16" fmla="*/ 57 w 114"/>
              <a:gd name="T17" fmla="*/ 113 h 113"/>
              <a:gd name="T18" fmla="*/ 114 w 114"/>
              <a:gd name="T19" fmla="*/ 56 h 113"/>
              <a:gd name="T20" fmla="*/ 72 w 114"/>
              <a:gd name="T21" fmla="*/ 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4" h="113">
                <a:moveTo>
                  <a:pt x="72" y="0"/>
                </a:moveTo>
                <a:cubicBezTo>
                  <a:pt x="72" y="9"/>
                  <a:pt x="72" y="9"/>
                  <a:pt x="72" y="9"/>
                </a:cubicBezTo>
                <a:cubicBezTo>
                  <a:pt x="91" y="15"/>
                  <a:pt x="106" y="34"/>
                  <a:pt x="106" y="56"/>
                </a:cubicBezTo>
                <a:cubicBezTo>
                  <a:pt x="106" y="83"/>
                  <a:pt x="84" y="104"/>
                  <a:pt x="57" y="104"/>
                </a:cubicBezTo>
                <a:cubicBezTo>
                  <a:pt x="30" y="104"/>
                  <a:pt x="8" y="83"/>
                  <a:pt x="8" y="56"/>
                </a:cubicBezTo>
                <a:cubicBezTo>
                  <a:pt x="8" y="34"/>
                  <a:pt x="23" y="15"/>
                  <a:pt x="42" y="9"/>
                </a:cubicBezTo>
                <a:cubicBezTo>
                  <a:pt x="42" y="0"/>
                  <a:pt x="42" y="0"/>
                  <a:pt x="42" y="0"/>
                </a:cubicBezTo>
                <a:cubicBezTo>
                  <a:pt x="18" y="7"/>
                  <a:pt x="0" y="29"/>
                  <a:pt x="0" y="56"/>
                </a:cubicBezTo>
                <a:cubicBezTo>
                  <a:pt x="0" y="87"/>
                  <a:pt x="25" y="113"/>
                  <a:pt x="57" y="113"/>
                </a:cubicBezTo>
                <a:cubicBezTo>
                  <a:pt x="89" y="113"/>
                  <a:pt x="114" y="87"/>
                  <a:pt x="114" y="56"/>
                </a:cubicBezTo>
                <a:cubicBezTo>
                  <a:pt x="114" y="29"/>
                  <a:pt x="96" y="7"/>
                  <a:pt x="7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Rectangle 83"/>
          <p:cNvSpPr>
            <a:spLocks noChangeArrowheads="1"/>
          </p:cNvSpPr>
          <p:nvPr/>
        </p:nvSpPr>
        <p:spPr bwMode="auto">
          <a:xfrm>
            <a:off x="6128221" y="5208588"/>
            <a:ext cx="23813" cy="9683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4" name="组合 3"/>
          <p:cNvGrpSpPr/>
          <p:nvPr/>
        </p:nvGrpSpPr>
        <p:grpSpPr>
          <a:xfrm>
            <a:off x="7206134" y="2670175"/>
            <a:ext cx="333375" cy="414338"/>
            <a:chOff x="7206134" y="2670175"/>
            <a:chExt cx="333375" cy="414338"/>
          </a:xfrm>
        </p:grpSpPr>
        <p:sp>
          <p:nvSpPr>
            <p:cNvPr id="85" name="Freeform 84"/>
            <p:cNvSpPr>
              <a:spLocks/>
            </p:cNvSpPr>
            <p:nvPr/>
          </p:nvSpPr>
          <p:spPr bwMode="auto">
            <a:xfrm>
              <a:off x="7358534" y="2852738"/>
              <a:ext cx="25400" cy="31750"/>
            </a:xfrm>
            <a:custGeom>
              <a:avLst/>
              <a:gdLst>
                <a:gd name="T0" fmla="*/ 7 w 13"/>
                <a:gd name="T1" fmla="*/ 0 h 16"/>
                <a:gd name="T2" fmla="*/ 0 w 13"/>
                <a:gd name="T3" fmla="*/ 6 h 16"/>
                <a:gd name="T4" fmla="*/ 7 w 13"/>
                <a:gd name="T5" fmla="*/ 16 h 16"/>
                <a:gd name="T6" fmla="*/ 13 w 13"/>
                <a:gd name="T7" fmla="*/ 6 h 16"/>
                <a:gd name="T8" fmla="*/ 7 w 13"/>
                <a:gd name="T9" fmla="*/ 0 h 16"/>
              </a:gdLst>
              <a:ahLst/>
              <a:cxnLst>
                <a:cxn ang="0">
                  <a:pos x="T0" y="T1"/>
                </a:cxn>
                <a:cxn ang="0">
                  <a:pos x="T2" y="T3"/>
                </a:cxn>
                <a:cxn ang="0">
                  <a:pos x="T4" y="T5"/>
                </a:cxn>
                <a:cxn ang="0">
                  <a:pos x="T6" y="T7"/>
                </a:cxn>
                <a:cxn ang="0">
                  <a:pos x="T8" y="T9"/>
                </a:cxn>
              </a:cxnLst>
              <a:rect l="0" t="0" r="r" b="b"/>
              <a:pathLst>
                <a:path w="13" h="16">
                  <a:moveTo>
                    <a:pt x="7" y="0"/>
                  </a:moveTo>
                  <a:cubicBezTo>
                    <a:pt x="6" y="0"/>
                    <a:pt x="1" y="0"/>
                    <a:pt x="0" y="6"/>
                  </a:cubicBezTo>
                  <a:cubicBezTo>
                    <a:pt x="0" y="10"/>
                    <a:pt x="4" y="14"/>
                    <a:pt x="7" y="16"/>
                  </a:cubicBezTo>
                  <a:cubicBezTo>
                    <a:pt x="9" y="14"/>
                    <a:pt x="13" y="9"/>
                    <a:pt x="13" y="6"/>
                  </a:cubicBezTo>
                  <a:cubicBezTo>
                    <a:pt x="12" y="0"/>
                    <a:pt x="7" y="0"/>
                    <a:pt x="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85"/>
            <p:cNvSpPr>
              <a:spLocks/>
            </p:cNvSpPr>
            <p:nvPr/>
          </p:nvSpPr>
          <p:spPr bwMode="auto">
            <a:xfrm>
              <a:off x="7306146" y="2884488"/>
              <a:ext cx="19050" cy="25400"/>
            </a:xfrm>
            <a:custGeom>
              <a:avLst/>
              <a:gdLst>
                <a:gd name="T0" fmla="*/ 5 w 10"/>
                <a:gd name="T1" fmla="*/ 1 h 12"/>
                <a:gd name="T2" fmla="*/ 2 w 10"/>
                <a:gd name="T3" fmla="*/ 1 h 12"/>
                <a:gd name="T4" fmla="*/ 1 w 10"/>
                <a:gd name="T5" fmla="*/ 2 h 12"/>
                <a:gd name="T6" fmla="*/ 0 w 10"/>
                <a:gd name="T7" fmla="*/ 5 h 12"/>
                <a:gd name="T8" fmla="*/ 9 w 10"/>
                <a:gd name="T9" fmla="*/ 12 h 12"/>
                <a:gd name="T10" fmla="*/ 10 w 10"/>
                <a:gd name="T11" fmla="*/ 12 h 12"/>
                <a:gd name="T12" fmla="*/ 5 w 10"/>
                <a:gd name="T13" fmla="*/ 1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5" y="1"/>
                  </a:moveTo>
                  <a:cubicBezTo>
                    <a:pt x="4" y="0"/>
                    <a:pt x="3" y="0"/>
                    <a:pt x="2" y="1"/>
                  </a:cubicBezTo>
                  <a:cubicBezTo>
                    <a:pt x="2" y="1"/>
                    <a:pt x="1" y="1"/>
                    <a:pt x="1" y="2"/>
                  </a:cubicBezTo>
                  <a:cubicBezTo>
                    <a:pt x="0" y="3"/>
                    <a:pt x="0" y="4"/>
                    <a:pt x="0" y="5"/>
                  </a:cubicBezTo>
                  <a:cubicBezTo>
                    <a:pt x="1" y="8"/>
                    <a:pt x="4" y="11"/>
                    <a:pt x="9" y="12"/>
                  </a:cubicBezTo>
                  <a:cubicBezTo>
                    <a:pt x="10" y="12"/>
                    <a:pt x="10" y="12"/>
                    <a:pt x="10" y="12"/>
                  </a:cubicBezTo>
                  <a:cubicBezTo>
                    <a:pt x="8" y="3"/>
                    <a:pt x="6" y="1"/>
                    <a:pt x="5"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86"/>
            <p:cNvSpPr>
              <a:spLocks/>
            </p:cNvSpPr>
            <p:nvPr/>
          </p:nvSpPr>
          <p:spPr bwMode="auto">
            <a:xfrm>
              <a:off x="7417271" y="2884488"/>
              <a:ext cx="20638" cy="23813"/>
            </a:xfrm>
            <a:custGeom>
              <a:avLst/>
              <a:gdLst>
                <a:gd name="T0" fmla="*/ 8 w 10"/>
                <a:gd name="T1" fmla="*/ 0 h 11"/>
                <a:gd name="T2" fmla="*/ 6 w 10"/>
                <a:gd name="T3" fmla="*/ 0 h 11"/>
                <a:gd name="T4" fmla="*/ 0 w 10"/>
                <a:gd name="T5" fmla="*/ 11 h 11"/>
                <a:gd name="T6" fmla="*/ 2 w 10"/>
                <a:gd name="T7" fmla="*/ 11 h 11"/>
                <a:gd name="T8" fmla="*/ 10 w 10"/>
                <a:gd name="T9" fmla="*/ 4 h 11"/>
                <a:gd name="T10" fmla="*/ 8 w 10"/>
                <a:gd name="T11" fmla="*/ 0 h 11"/>
              </a:gdLst>
              <a:ahLst/>
              <a:cxnLst>
                <a:cxn ang="0">
                  <a:pos x="T0" y="T1"/>
                </a:cxn>
                <a:cxn ang="0">
                  <a:pos x="T2" y="T3"/>
                </a:cxn>
                <a:cxn ang="0">
                  <a:pos x="T4" y="T5"/>
                </a:cxn>
                <a:cxn ang="0">
                  <a:pos x="T6" y="T7"/>
                </a:cxn>
                <a:cxn ang="0">
                  <a:pos x="T8" y="T9"/>
                </a:cxn>
                <a:cxn ang="0">
                  <a:pos x="T10" y="T11"/>
                </a:cxn>
              </a:cxnLst>
              <a:rect l="0" t="0" r="r" b="b"/>
              <a:pathLst>
                <a:path w="10" h="11">
                  <a:moveTo>
                    <a:pt x="8" y="0"/>
                  </a:moveTo>
                  <a:cubicBezTo>
                    <a:pt x="7" y="0"/>
                    <a:pt x="7" y="0"/>
                    <a:pt x="6" y="0"/>
                  </a:cubicBezTo>
                  <a:cubicBezTo>
                    <a:pt x="5" y="1"/>
                    <a:pt x="2" y="3"/>
                    <a:pt x="0" y="11"/>
                  </a:cubicBezTo>
                  <a:cubicBezTo>
                    <a:pt x="1" y="11"/>
                    <a:pt x="1" y="11"/>
                    <a:pt x="2" y="11"/>
                  </a:cubicBezTo>
                  <a:cubicBezTo>
                    <a:pt x="7" y="10"/>
                    <a:pt x="10" y="7"/>
                    <a:pt x="10" y="4"/>
                  </a:cubicBezTo>
                  <a:cubicBezTo>
                    <a:pt x="10" y="3"/>
                    <a:pt x="10" y="1"/>
                    <a:pt x="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87"/>
            <p:cNvSpPr>
              <a:spLocks noEditPoints="1"/>
            </p:cNvSpPr>
            <p:nvPr/>
          </p:nvSpPr>
          <p:spPr bwMode="auto">
            <a:xfrm>
              <a:off x="7242646" y="2759075"/>
              <a:ext cx="257175" cy="276225"/>
            </a:xfrm>
            <a:custGeom>
              <a:avLst/>
              <a:gdLst>
                <a:gd name="T0" fmla="*/ 115 w 127"/>
                <a:gd name="T1" fmla="*/ 37 h 136"/>
                <a:gd name="T2" fmla="*/ 64 w 127"/>
                <a:gd name="T3" fmla="*/ 3 h 136"/>
                <a:gd name="T4" fmla="*/ 13 w 127"/>
                <a:gd name="T5" fmla="*/ 37 h 136"/>
                <a:gd name="T6" fmla="*/ 39 w 127"/>
                <a:gd name="T7" fmla="*/ 114 h 136"/>
                <a:gd name="T8" fmla="*/ 39 w 127"/>
                <a:gd name="T9" fmla="*/ 136 h 136"/>
                <a:gd name="T10" fmla="*/ 64 w 127"/>
                <a:gd name="T11" fmla="*/ 136 h 136"/>
                <a:gd name="T12" fmla="*/ 88 w 127"/>
                <a:gd name="T13" fmla="*/ 136 h 136"/>
                <a:gd name="T14" fmla="*/ 89 w 127"/>
                <a:gd name="T15" fmla="*/ 114 h 136"/>
                <a:gd name="T16" fmla="*/ 115 w 127"/>
                <a:gd name="T17" fmla="*/ 37 h 136"/>
                <a:gd name="T18" fmla="*/ 85 w 127"/>
                <a:gd name="T19" fmla="*/ 78 h 136"/>
                <a:gd name="T20" fmla="*/ 84 w 127"/>
                <a:gd name="T21" fmla="*/ 85 h 136"/>
                <a:gd name="T22" fmla="*/ 76 w 127"/>
                <a:gd name="T23" fmla="*/ 132 h 136"/>
                <a:gd name="T24" fmla="*/ 72 w 127"/>
                <a:gd name="T25" fmla="*/ 131 h 136"/>
                <a:gd name="T26" fmla="*/ 80 w 127"/>
                <a:gd name="T27" fmla="*/ 84 h 136"/>
                <a:gd name="T28" fmla="*/ 81 w 127"/>
                <a:gd name="T29" fmla="*/ 77 h 136"/>
                <a:gd name="T30" fmla="*/ 64 w 127"/>
                <a:gd name="T31" fmla="*/ 68 h 136"/>
                <a:gd name="T32" fmla="*/ 47 w 127"/>
                <a:gd name="T33" fmla="*/ 77 h 136"/>
                <a:gd name="T34" fmla="*/ 48 w 127"/>
                <a:gd name="T35" fmla="*/ 85 h 136"/>
                <a:gd name="T36" fmla="*/ 55 w 127"/>
                <a:gd name="T37" fmla="*/ 131 h 136"/>
                <a:gd name="T38" fmla="*/ 51 w 127"/>
                <a:gd name="T39" fmla="*/ 132 h 136"/>
                <a:gd name="T40" fmla="*/ 44 w 127"/>
                <a:gd name="T41" fmla="*/ 85 h 136"/>
                <a:gd name="T42" fmla="*/ 43 w 127"/>
                <a:gd name="T43" fmla="*/ 78 h 136"/>
                <a:gd name="T44" fmla="*/ 40 w 127"/>
                <a:gd name="T45" fmla="*/ 78 h 136"/>
                <a:gd name="T46" fmla="*/ 27 w 127"/>
                <a:gd name="T47" fmla="*/ 67 h 136"/>
                <a:gd name="T48" fmla="*/ 31 w 127"/>
                <a:gd name="T49" fmla="*/ 59 h 136"/>
                <a:gd name="T50" fmla="*/ 38 w 127"/>
                <a:gd name="T51" fmla="*/ 59 h 136"/>
                <a:gd name="T52" fmla="*/ 46 w 127"/>
                <a:gd name="T53" fmla="*/ 73 h 136"/>
                <a:gd name="T54" fmla="*/ 60 w 127"/>
                <a:gd name="T55" fmla="*/ 65 h 136"/>
                <a:gd name="T56" fmla="*/ 53 w 127"/>
                <a:gd name="T57" fmla="*/ 52 h 136"/>
                <a:gd name="T58" fmla="*/ 64 w 127"/>
                <a:gd name="T59" fmla="*/ 41 h 136"/>
                <a:gd name="T60" fmla="*/ 75 w 127"/>
                <a:gd name="T61" fmla="*/ 51 h 136"/>
                <a:gd name="T62" fmla="*/ 67 w 127"/>
                <a:gd name="T63" fmla="*/ 65 h 136"/>
                <a:gd name="T64" fmla="*/ 82 w 127"/>
                <a:gd name="T65" fmla="*/ 73 h 136"/>
                <a:gd name="T66" fmla="*/ 90 w 127"/>
                <a:gd name="T67" fmla="*/ 58 h 136"/>
                <a:gd name="T68" fmla="*/ 96 w 127"/>
                <a:gd name="T69" fmla="*/ 58 h 136"/>
                <a:gd name="T70" fmla="*/ 101 w 127"/>
                <a:gd name="T71" fmla="*/ 67 h 136"/>
                <a:gd name="T72" fmla="*/ 88 w 127"/>
                <a:gd name="T73" fmla="*/ 78 h 136"/>
                <a:gd name="T74" fmla="*/ 85 w 127"/>
                <a:gd name="T75"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7" h="136">
                  <a:moveTo>
                    <a:pt x="115" y="37"/>
                  </a:moveTo>
                  <a:cubicBezTo>
                    <a:pt x="102" y="0"/>
                    <a:pt x="64" y="3"/>
                    <a:pt x="64" y="3"/>
                  </a:cubicBezTo>
                  <a:cubicBezTo>
                    <a:pt x="64" y="3"/>
                    <a:pt x="26" y="0"/>
                    <a:pt x="13" y="37"/>
                  </a:cubicBezTo>
                  <a:cubicBezTo>
                    <a:pt x="0" y="70"/>
                    <a:pt x="37" y="103"/>
                    <a:pt x="39" y="114"/>
                  </a:cubicBezTo>
                  <a:cubicBezTo>
                    <a:pt x="40" y="125"/>
                    <a:pt x="39" y="136"/>
                    <a:pt x="39" y="136"/>
                  </a:cubicBezTo>
                  <a:cubicBezTo>
                    <a:pt x="64" y="136"/>
                    <a:pt x="64" y="136"/>
                    <a:pt x="64" y="136"/>
                  </a:cubicBezTo>
                  <a:cubicBezTo>
                    <a:pt x="88" y="136"/>
                    <a:pt x="88" y="136"/>
                    <a:pt x="88" y="136"/>
                  </a:cubicBezTo>
                  <a:cubicBezTo>
                    <a:pt x="88" y="136"/>
                    <a:pt x="87" y="125"/>
                    <a:pt x="89" y="114"/>
                  </a:cubicBezTo>
                  <a:cubicBezTo>
                    <a:pt x="91" y="103"/>
                    <a:pt x="127" y="70"/>
                    <a:pt x="115" y="37"/>
                  </a:cubicBezTo>
                  <a:close/>
                  <a:moveTo>
                    <a:pt x="85" y="78"/>
                  </a:moveTo>
                  <a:cubicBezTo>
                    <a:pt x="85" y="80"/>
                    <a:pt x="85" y="82"/>
                    <a:pt x="84" y="85"/>
                  </a:cubicBezTo>
                  <a:cubicBezTo>
                    <a:pt x="82" y="102"/>
                    <a:pt x="76" y="131"/>
                    <a:pt x="76" y="132"/>
                  </a:cubicBezTo>
                  <a:cubicBezTo>
                    <a:pt x="72" y="131"/>
                    <a:pt x="72" y="131"/>
                    <a:pt x="72" y="131"/>
                  </a:cubicBezTo>
                  <a:cubicBezTo>
                    <a:pt x="72" y="131"/>
                    <a:pt x="78" y="101"/>
                    <a:pt x="80" y="84"/>
                  </a:cubicBezTo>
                  <a:cubicBezTo>
                    <a:pt x="80" y="82"/>
                    <a:pt x="80" y="80"/>
                    <a:pt x="81" y="77"/>
                  </a:cubicBezTo>
                  <a:cubicBezTo>
                    <a:pt x="74" y="75"/>
                    <a:pt x="67" y="70"/>
                    <a:pt x="64" y="68"/>
                  </a:cubicBezTo>
                  <a:cubicBezTo>
                    <a:pt x="61" y="70"/>
                    <a:pt x="54" y="75"/>
                    <a:pt x="47" y="77"/>
                  </a:cubicBezTo>
                  <a:cubicBezTo>
                    <a:pt x="48" y="80"/>
                    <a:pt x="48" y="82"/>
                    <a:pt x="48" y="85"/>
                  </a:cubicBezTo>
                  <a:cubicBezTo>
                    <a:pt x="51" y="102"/>
                    <a:pt x="55" y="131"/>
                    <a:pt x="55" y="131"/>
                  </a:cubicBezTo>
                  <a:cubicBezTo>
                    <a:pt x="51" y="132"/>
                    <a:pt x="51" y="132"/>
                    <a:pt x="51" y="132"/>
                  </a:cubicBezTo>
                  <a:cubicBezTo>
                    <a:pt x="51" y="131"/>
                    <a:pt x="46" y="102"/>
                    <a:pt x="44" y="85"/>
                  </a:cubicBezTo>
                  <a:cubicBezTo>
                    <a:pt x="43" y="83"/>
                    <a:pt x="43" y="80"/>
                    <a:pt x="43" y="78"/>
                  </a:cubicBezTo>
                  <a:cubicBezTo>
                    <a:pt x="42" y="78"/>
                    <a:pt x="41" y="78"/>
                    <a:pt x="40" y="78"/>
                  </a:cubicBezTo>
                  <a:cubicBezTo>
                    <a:pt x="32" y="77"/>
                    <a:pt x="27" y="72"/>
                    <a:pt x="27" y="67"/>
                  </a:cubicBezTo>
                  <a:cubicBezTo>
                    <a:pt x="26" y="64"/>
                    <a:pt x="28" y="60"/>
                    <a:pt x="31" y="59"/>
                  </a:cubicBezTo>
                  <a:cubicBezTo>
                    <a:pt x="33" y="58"/>
                    <a:pt x="36" y="58"/>
                    <a:pt x="38" y="59"/>
                  </a:cubicBezTo>
                  <a:cubicBezTo>
                    <a:pt x="42" y="61"/>
                    <a:pt x="44" y="67"/>
                    <a:pt x="46" y="73"/>
                  </a:cubicBezTo>
                  <a:cubicBezTo>
                    <a:pt x="52" y="71"/>
                    <a:pt x="57" y="67"/>
                    <a:pt x="60" y="65"/>
                  </a:cubicBezTo>
                  <a:cubicBezTo>
                    <a:pt x="57" y="62"/>
                    <a:pt x="52" y="57"/>
                    <a:pt x="53" y="52"/>
                  </a:cubicBezTo>
                  <a:cubicBezTo>
                    <a:pt x="53" y="43"/>
                    <a:pt x="60" y="41"/>
                    <a:pt x="64" y="41"/>
                  </a:cubicBezTo>
                  <a:cubicBezTo>
                    <a:pt x="67" y="41"/>
                    <a:pt x="74" y="43"/>
                    <a:pt x="75" y="51"/>
                  </a:cubicBezTo>
                  <a:cubicBezTo>
                    <a:pt x="75" y="57"/>
                    <a:pt x="71" y="62"/>
                    <a:pt x="67" y="65"/>
                  </a:cubicBezTo>
                  <a:cubicBezTo>
                    <a:pt x="70" y="67"/>
                    <a:pt x="76" y="71"/>
                    <a:pt x="82" y="73"/>
                  </a:cubicBezTo>
                  <a:cubicBezTo>
                    <a:pt x="83" y="66"/>
                    <a:pt x="86" y="60"/>
                    <a:pt x="90" y="58"/>
                  </a:cubicBezTo>
                  <a:cubicBezTo>
                    <a:pt x="92" y="57"/>
                    <a:pt x="94" y="57"/>
                    <a:pt x="96" y="58"/>
                  </a:cubicBezTo>
                  <a:cubicBezTo>
                    <a:pt x="100" y="59"/>
                    <a:pt x="101" y="63"/>
                    <a:pt x="101" y="67"/>
                  </a:cubicBezTo>
                  <a:cubicBezTo>
                    <a:pt x="100" y="71"/>
                    <a:pt x="96" y="76"/>
                    <a:pt x="88" y="78"/>
                  </a:cubicBezTo>
                  <a:cubicBezTo>
                    <a:pt x="87" y="78"/>
                    <a:pt x="86" y="78"/>
                    <a:pt x="85" y="7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Rectangle 88"/>
            <p:cNvSpPr>
              <a:spLocks noChangeArrowheads="1"/>
            </p:cNvSpPr>
            <p:nvPr/>
          </p:nvSpPr>
          <p:spPr bwMode="auto">
            <a:xfrm>
              <a:off x="7322021" y="3057525"/>
              <a:ext cx="98425" cy="269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89"/>
            <p:cNvSpPr>
              <a:spLocks/>
            </p:cNvSpPr>
            <p:nvPr/>
          </p:nvSpPr>
          <p:spPr bwMode="auto">
            <a:xfrm>
              <a:off x="7364884" y="2670175"/>
              <a:ext cx="15875" cy="74613"/>
            </a:xfrm>
            <a:custGeom>
              <a:avLst/>
              <a:gdLst>
                <a:gd name="T0" fmla="*/ 4 w 8"/>
                <a:gd name="T1" fmla="*/ 37 h 37"/>
                <a:gd name="T2" fmla="*/ 0 w 8"/>
                <a:gd name="T3" fmla="*/ 33 h 37"/>
                <a:gd name="T4" fmla="*/ 0 w 8"/>
                <a:gd name="T5" fmla="*/ 4 h 37"/>
                <a:gd name="T6" fmla="*/ 4 w 8"/>
                <a:gd name="T7" fmla="*/ 0 h 37"/>
                <a:gd name="T8" fmla="*/ 8 w 8"/>
                <a:gd name="T9" fmla="*/ 4 h 37"/>
                <a:gd name="T10" fmla="*/ 8 w 8"/>
                <a:gd name="T11" fmla="*/ 33 h 37"/>
                <a:gd name="T12" fmla="*/ 4 w 8"/>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8" h="37">
                  <a:moveTo>
                    <a:pt x="4" y="37"/>
                  </a:moveTo>
                  <a:cubicBezTo>
                    <a:pt x="1" y="37"/>
                    <a:pt x="0" y="35"/>
                    <a:pt x="0" y="33"/>
                  </a:cubicBezTo>
                  <a:cubicBezTo>
                    <a:pt x="0" y="4"/>
                    <a:pt x="0" y="4"/>
                    <a:pt x="0" y="4"/>
                  </a:cubicBezTo>
                  <a:cubicBezTo>
                    <a:pt x="0" y="2"/>
                    <a:pt x="1" y="0"/>
                    <a:pt x="4" y="0"/>
                  </a:cubicBezTo>
                  <a:cubicBezTo>
                    <a:pt x="6" y="0"/>
                    <a:pt x="8" y="2"/>
                    <a:pt x="8" y="4"/>
                  </a:cubicBezTo>
                  <a:cubicBezTo>
                    <a:pt x="8" y="33"/>
                    <a:pt x="8" y="33"/>
                    <a:pt x="8" y="33"/>
                  </a:cubicBezTo>
                  <a:cubicBezTo>
                    <a:pt x="8" y="35"/>
                    <a:pt x="6" y="37"/>
                    <a:pt x="4" y="3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90"/>
            <p:cNvSpPr>
              <a:spLocks/>
            </p:cNvSpPr>
            <p:nvPr/>
          </p:nvSpPr>
          <p:spPr bwMode="auto">
            <a:xfrm>
              <a:off x="7277571" y="2706688"/>
              <a:ext cx="46038" cy="55563"/>
            </a:xfrm>
            <a:custGeom>
              <a:avLst/>
              <a:gdLst>
                <a:gd name="T0" fmla="*/ 19 w 23"/>
                <a:gd name="T1" fmla="*/ 27 h 27"/>
                <a:gd name="T2" fmla="*/ 15 w 23"/>
                <a:gd name="T3" fmla="*/ 26 h 27"/>
                <a:gd name="T4" fmla="*/ 1 w 23"/>
                <a:gd name="T5" fmla="*/ 7 h 27"/>
                <a:gd name="T6" fmla="*/ 2 w 23"/>
                <a:gd name="T7" fmla="*/ 1 h 27"/>
                <a:gd name="T8" fmla="*/ 8 w 23"/>
                <a:gd name="T9" fmla="*/ 2 h 27"/>
                <a:gd name="T10" fmla="*/ 22 w 23"/>
                <a:gd name="T11" fmla="*/ 21 h 27"/>
                <a:gd name="T12" fmla="*/ 21 w 23"/>
                <a:gd name="T13" fmla="*/ 27 h 27"/>
                <a:gd name="T14" fmla="*/ 19 w 23"/>
                <a:gd name="T15" fmla="*/ 27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27">
                  <a:moveTo>
                    <a:pt x="19" y="27"/>
                  </a:moveTo>
                  <a:cubicBezTo>
                    <a:pt x="17" y="27"/>
                    <a:pt x="16" y="27"/>
                    <a:pt x="15" y="26"/>
                  </a:cubicBezTo>
                  <a:cubicBezTo>
                    <a:pt x="1" y="7"/>
                    <a:pt x="1" y="7"/>
                    <a:pt x="1" y="7"/>
                  </a:cubicBezTo>
                  <a:cubicBezTo>
                    <a:pt x="0" y="5"/>
                    <a:pt x="0" y="2"/>
                    <a:pt x="2" y="1"/>
                  </a:cubicBezTo>
                  <a:cubicBezTo>
                    <a:pt x="4" y="0"/>
                    <a:pt x="6" y="0"/>
                    <a:pt x="8" y="2"/>
                  </a:cubicBezTo>
                  <a:cubicBezTo>
                    <a:pt x="22" y="21"/>
                    <a:pt x="22" y="21"/>
                    <a:pt x="22" y="21"/>
                  </a:cubicBezTo>
                  <a:cubicBezTo>
                    <a:pt x="23" y="22"/>
                    <a:pt x="23" y="25"/>
                    <a:pt x="21" y="27"/>
                  </a:cubicBezTo>
                  <a:cubicBezTo>
                    <a:pt x="20" y="27"/>
                    <a:pt x="19" y="27"/>
                    <a:pt x="19" y="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91"/>
            <p:cNvSpPr>
              <a:spLocks/>
            </p:cNvSpPr>
            <p:nvPr/>
          </p:nvSpPr>
          <p:spPr bwMode="auto">
            <a:xfrm>
              <a:off x="7425209" y="2705100"/>
              <a:ext cx="42863" cy="57150"/>
            </a:xfrm>
            <a:custGeom>
              <a:avLst/>
              <a:gdLst>
                <a:gd name="T0" fmla="*/ 5 w 21"/>
                <a:gd name="T1" fmla="*/ 28 h 28"/>
                <a:gd name="T2" fmla="*/ 3 w 21"/>
                <a:gd name="T3" fmla="*/ 28 h 28"/>
                <a:gd name="T4" fmla="*/ 1 w 21"/>
                <a:gd name="T5" fmla="*/ 22 h 28"/>
                <a:gd name="T6" fmla="*/ 13 w 21"/>
                <a:gd name="T7" fmla="*/ 3 h 28"/>
                <a:gd name="T8" fmla="*/ 18 w 21"/>
                <a:gd name="T9" fmla="*/ 2 h 28"/>
                <a:gd name="T10" fmla="*/ 20 w 21"/>
                <a:gd name="T11" fmla="*/ 7 h 28"/>
                <a:gd name="T12" fmla="*/ 8 w 21"/>
                <a:gd name="T13" fmla="*/ 26 h 28"/>
                <a:gd name="T14" fmla="*/ 5 w 21"/>
                <a:gd name="T15" fmla="*/ 2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8">
                  <a:moveTo>
                    <a:pt x="5" y="28"/>
                  </a:moveTo>
                  <a:cubicBezTo>
                    <a:pt x="4" y="28"/>
                    <a:pt x="3" y="28"/>
                    <a:pt x="3" y="28"/>
                  </a:cubicBezTo>
                  <a:cubicBezTo>
                    <a:pt x="1" y="27"/>
                    <a:pt x="0" y="24"/>
                    <a:pt x="1" y="22"/>
                  </a:cubicBezTo>
                  <a:cubicBezTo>
                    <a:pt x="13" y="3"/>
                    <a:pt x="13" y="3"/>
                    <a:pt x="13" y="3"/>
                  </a:cubicBezTo>
                  <a:cubicBezTo>
                    <a:pt x="14" y="1"/>
                    <a:pt x="16" y="0"/>
                    <a:pt x="18" y="2"/>
                  </a:cubicBezTo>
                  <a:cubicBezTo>
                    <a:pt x="20" y="3"/>
                    <a:pt x="21" y="5"/>
                    <a:pt x="20" y="7"/>
                  </a:cubicBezTo>
                  <a:cubicBezTo>
                    <a:pt x="8" y="26"/>
                    <a:pt x="8" y="26"/>
                    <a:pt x="8" y="26"/>
                  </a:cubicBezTo>
                  <a:cubicBezTo>
                    <a:pt x="8" y="28"/>
                    <a:pt x="6" y="28"/>
                    <a:pt x="5" y="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92"/>
            <p:cNvSpPr>
              <a:spLocks/>
            </p:cNvSpPr>
            <p:nvPr/>
          </p:nvSpPr>
          <p:spPr bwMode="auto">
            <a:xfrm>
              <a:off x="7480771" y="2770188"/>
              <a:ext cx="58738" cy="38100"/>
            </a:xfrm>
            <a:custGeom>
              <a:avLst/>
              <a:gdLst>
                <a:gd name="T0" fmla="*/ 5 w 29"/>
                <a:gd name="T1" fmla="*/ 19 h 19"/>
                <a:gd name="T2" fmla="*/ 1 w 29"/>
                <a:gd name="T3" fmla="*/ 17 h 19"/>
                <a:gd name="T4" fmla="*/ 3 w 29"/>
                <a:gd name="T5" fmla="*/ 12 h 19"/>
                <a:gd name="T6" fmla="*/ 22 w 29"/>
                <a:gd name="T7" fmla="*/ 1 h 19"/>
                <a:gd name="T8" fmla="*/ 28 w 29"/>
                <a:gd name="T9" fmla="*/ 3 h 19"/>
                <a:gd name="T10" fmla="*/ 26 w 29"/>
                <a:gd name="T11" fmla="*/ 8 h 19"/>
                <a:gd name="T12" fmla="*/ 7 w 29"/>
                <a:gd name="T13" fmla="*/ 19 h 19"/>
                <a:gd name="T14" fmla="*/ 5 w 29"/>
                <a:gd name="T15" fmla="*/ 19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9">
                  <a:moveTo>
                    <a:pt x="5" y="19"/>
                  </a:moveTo>
                  <a:cubicBezTo>
                    <a:pt x="3" y="19"/>
                    <a:pt x="2" y="19"/>
                    <a:pt x="1" y="17"/>
                  </a:cubicBezTo>
                  <a:cubicBezTo>
                    <a:pt x="0" y="15"/>
                    <a:pt x="1" y="13"/>
                    <a:pt x="3" y="12"/>
                  </a:cubicBezTo>
                  <a:cubicBezTo>
                    <a:pt x="22" y="1"/>
                    <a:pt x="22" y="1"/>
                    <a:pt x="22" y="1"/>
                  </a:cubicBezTo>
                  <a:cubicBezTo>
                    <a:pt x="24" y="0"/>
                    <a:pt x="27" y="0"/>
                    <a:pt x="28" y="3"/>
                  </a:cubicBezTo>
                  <a:cubicBezTo>
                    <a:pt x="29" y="5"/>
                    <a:pt x="28" y="7"/>
                    <a:pt x="26" y="8"/>
                  </a:cubicBezTo>
                  <a:cubicBezTo>
                    <a:pt x="7" y="19"/>
                    <a:pt x="7" y="19"/>
                    <a:pt x="7" y="19"/>
                  </a:cubicBezTo>
                  <a:cubicBezTo>
                    <a:pt x="6" y="19"/>
                    <a:pt x="6" y="19"/>
                    <a:pt x="5" y="1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93"/>
            <p:cNvSpPr>
              <a:spLocks/>
            </p:cNvSpPr>
            <p:nvPr/>
          </p:nvSpPr>
          <p:spPr bwMode="auto">
            <a:xfrm>
              <a:off x="7206134" y="2770188"/>
              <a:ext cx="57150" cy="38100"/>
            </a:xfrm>
            <a:custGeom>
              <a:avLst/>
              <a:gdLst>
                <a:gd name="T0" fmla="*/ 24 w 28"/>
                <a:gd name="T1" fmla="*/ 19 h 19"/>
                <a:gd name="T2" fmla="*/ 22 w 28"/>
                <a:gd name="T3" fmla="*/ 19 h 19"/>
                <a:gd name="T4" fmla="*/ 2 w 28"/>
                <a:gd name="T5" fmla="*/ 8 h 19"/>
                <a:gd name="T6" fmla="*/ 1 w 28"/>
                <a:gd name="T7" fmla="*/ 3 h 19"/>
                <a:gd name="T8" fmla="*/ 6 w 28"/>
                <a:gd name="T9" fmla="*/ 1 h 19"/>
                <a:gd name="T10" fmla="*/ 26 w 28"/>
                <a:gd name="T11" fmla="*/ 12 h 19"/>
                <a:gd name="T12" fmla="*/ 27 w 28"/>
                <a:gd name="T13" fmla="*/ 17 h 19"/>
                <a:gd name="T14" fmla="*/ 24 w 28"/>
                <a:gd name="T15" fmla="*/ 19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9">
                  <a:moveTo>
                    <a:pt x="24" y="19"/>
                  </a:moveTo>
                  <a:cubicBezTo>
                    <a:pt x="23" y="19"/>
                    <a:pt x="22" y="19"/>
                    <a:pt x="22" y="19"/>
                  </a:cubicBezTo>
                  <a:cubicBezTo>
                    <a:pt x="2" y="8"/>
                    <a:pt x="2" y="8"/>
                    <a:pt x="2" y="8"/>
                  </a:cubicBezTo>
                  <a:cubicBezTo>
                    <a:pt x="0" y="7"/>
                    <a:pt x="0" y="5"/>
                    <a:pt x="1" y="3"/>
                  </a:cubicBezTo>
                  <a:cubicBezTo>
                    <a:pt x="2" y="1"/>
                    <a:pt x="4" y="0"/>
                    <a:pt x="6" y="1"/>
                  </a:cubicBezTo>
                  <a:cubicBezTo>
                    <a:pt x="26" y="12"/>
                    <a:pt x="26" y="12"/>
                    <a:pt x="26" y="12"/>
                  </a:cubicBezTo>
                  <a:cubicBezTo>
                    <a:pt x="28" y="13"/>
                    <a:pt x="28" y="15"/>
                    <a:pt x="27" y="17"/>
                  </a:cubicBezTo>
                  <a:cubicBezTo>
                    <a:pt x="27" y="19"/>
                    <a:pt x="25" y="19"/>
                    <a:pt x="24" y="1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96" name="文本框 95"/>
          <p:cNvSpPr txBox="1"/>
          <p:nvPr/>
        </p:nvSpPr>
        <p:spPr>
          <a:xfrm>
            <a:off x="5276951" y="5409200"/>
            <a:ext cx="1669461" cy="504241"/>
          </a:xfrm>
          <a:prstGeom prst="rect">
            <a:avLst/>
          </a:prstGeom>
          <a:noFill/>
        </p:spPr>
        <p:txBody>
          <a:bodyPr wrap="square" rtlCol="0">
            <a:spAutoFit/>
          </a:bodyPr>
          <a:lstStyle/>
          <a:p>
            <a:pPr algn="ctr">
              <a:lnSpc>
                <a:spcPct val="120000"/>
              </a:lnSpc>
            </a:pPr>
            <a:r>
              <a:rPr lang="zh-CN" altLang="en-US" sz="2400" b="1" dirty="0">
                <a:solidFill>
                  <a:schemeClr val="bg1"/>
                </a:solidFill>
              </a:rPr>
              <a:t>添加标题</a:t>
            </a:r>
            <a:endParaRPr lang="en-US" altLang="zh-CN" sz="2400" b="1" dirty="0">
              <a:solidFill>
                <a:schemeClr val="bg1"/>
              </a:solidFill>
            </a:endParaRPr>
          </a:p>
        </p:txBody>
      </p:sp>
      <p:sp>
        <p:nvSpPr>
          <p:cNvPr id="97" name="Rectangle 58"/>
          <p:cNvSpPr/>
          <p:nvPr/>
        </p:nvSpPr>
        <p:spPr>
          <a:xfrm>
            <a:off x="5389616" y="5829468"/>
            <a:ext cx="1458887" cy="368371"/>
          </a:xfrm>
          <a:prstGeom prst="rect">
            <a:avLst/>
          </a:prstGeom>
        </p:spPr>
        <p:txBody>
          <a:bodyPr wrap="square">
            <a:spAutoFit/>
          </a:bodyPr>
          <a:lstStyle/>
          <a:p>
            <a:pPr algn="ctr">
              <a:lnSpc>
                <a:spcPct val="123000"/>
              </a:lnSpc>
              <a:spcBef>
                <a:spcPts val="600"/>
              </a:spcBef>
            </a:pPr>
            <a:r>
              <a:rPr lang="zh-CN" altLang="en-US" sz="1600" dirty="0">
                <a:solidFill>
                  <a:schemeClr val="bg1"/>
                </a:solidFill>
                <a:latin typeface="+mn-ea"/>
              </a:rPr>
              <a:t>添加内容</a:t>
            </a:r>
          </a:p>
        </p:txBody>
      </p:sp>
      <p:sp>
        <p:nvSpPr>
          <p:cNvPr id="98" name="文本框 97"/>
          <p:cNvSpPr txBox="1"/>
          <p:nvPr/>
        </p:nvSpPr>
        <p:spPr>
          <a:xfrm>
            <a:off x="1487501" y="3177093"/>
            <a:ext cx="2856518" cy="830997"/>
          </a:xfrm>
          <a:prstGeom prst="rect">
            <a:avLst/>
          </a:prstGeom>
          <a:noFill/>
        </p:spPr>
        <p:txBody>
          <a:bodyPr wrap="square" rtlCol="0">
            <a:spAutoFit/>
          </a:bodyPr>
          <a:lstStyle/>
          <a:p>
            <a:pPr algn="r">
              <a:lnSpc>
                <a:spcPct val="120000"/>
              </a:lnSpc>
            </a:pPr>
            <a:r>
              <a:rPr lang="zh-CN" altLang="en-US" sz="2400" b="1" dirty="0">
                <a:solidFill>
                  <a:srgbClr val="9FC628"/>
                </a:solidFill>
              </a:rPr>
              <a:t>添加标题</a:t>
            </a:r>
            <a:endParaRPr lang="en-US" altLang="zh-CN" sz="2400" b="1" dirty="0">
              <a:solidFill>
                <a:srgbClr val="9FC628"/>
              </a:solidFill>
            </a:endParaRPr>
          </a:p>
          <a:p>
            <a:pPr algn="r">
              <a:lnSpc>
                <a:spcPct val="120000"/>
              </a:lnSpc>
            </a:pPr>
            <a:r>
              <a:rPr lang="zh-CN" altLang="en-US" sz="1600" dirty="0">
                <a:solidFill>
                  <a:schemeClr val="tx1">
                    <a:lumMod val="65000"/>
                    <a:lumOff val="35000"/>
                  </a:schemeClr>
                </a:solidFill>
              </a:rPr>
              <a:t>添加内容添加内容</a:t>
            </a:r>
          </a:p>
        </p:txBody>
      </p:sp>
      <p:sp>
        <p:nvSpPr>
          <p:cNvPr id="99" name="文本框 98"/>
          <p:cNvSpPr txBox="1"/>
          <p:nvPr/>
        </p:nvSpPr>
        <p:spPr>
          <a:xfrm>
            <a:off x="1258390" y="2083172"/>
            <a:ext cx="2856518" cy="830997"/>
          </a:xfrm>
          <a:prstGeom prst="rect">
            <a:avLst/>
          </a:prstGeom>
          <a:noFill/>
        </p:spPr>
        <p:txBody>
          <a:bodyPr wrap="square" rtlCol="0">
            <a:spAutoFit/>
          </a:bodyPr>
          <a:lstStyle/>
          <a:p>
            <a:pPr algn="r">
              <a:lnSpc>
                <a:spcPct val="120000"/>
              </a:lnSpc>
            </a:pPr>
            <a:r>
              <a:rPr lang="zh-CN" altLang="en-US" sz="2400" b="1" dirty="0">
                <a:solidFill>
                  <a:srgbClr val="FF8900"/>
                </a:solidFill>
              </a:rPr>
              <a:t>添加标题</a:t>
            </a:r>
            <a:endParaRPr lang="en-US" altLang="zh-CN" sz="2400" b="1" dirty="0">
              <a:solidFill>
                <a:srgbClr val="FF8900"/>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00" name="文本框 99"/>
          <p:cNvSpPr txBox="1"/>
          <p:nvPr/>
        </p:nvSpPr>
        <p:spPr>
          <a:xfrm>
            <a:off x="8644226" y="3489996"/>
            <a:ext cx="2856518" cy="830997"/>
          </a:xfrm>
          <a:prstGeom prst="rect">
            <a:avLst/>
          </a:prstGeom>
          <a:noFill/>
        </p:spPr>
        <p:txBody>
          <a:bodyPr wrap="square" rtlCol="0">
            <a:spAutoFit/>
          </a:bodyPr>
          <a:lstStyle/>
          <a:p>
            <a:pPr>
              <a:lnSpc>
                <a:spcPct val="120000"/>
              </a:lnSpc>
            </a:pPr>
            <a:r>
              <a:rPr lang="zh-CN" altLang="en-US" sz="2400" b="1" dirty="0">
                <a:solidFill>
                  <a:srgbClr val="6D5DA5"/>
                </a:solidFill>
              </a:rPr>
              <a:t>添加标题</a:t>
            </a:r>
            <a:endParaRPr lang="en-US" altLang="zh-CN" sz="2400" b="1" dirty="0">
              <a:solidFill>
                <a:srgbClr val="6D5DA5"/>
              </a:solidFill>
            </a:endParaRPr>
          </a:p>
          <a:p>
            <a:pPr>
              <a:lnSpc>
                <a:spcPct val="120000"/>
              </a:lnSpc>
            </a:pPr>
            <a:r>
              <a:rPr lang="zh-CN" altLang="en-US" sz="1600" dirty="0">
                <a:solidFill>
                  <a:schemeClr val="tx1">
                    <a:lumMod val="65000"/>
                    <a:lumOff val="35000"/>
                  </a:schemeClr>
                </a:solidFill>
              </a:rPr>
              <a:t>添加内容添加内容</a:t>
            </a:r>
          </a:p>
        </p:txBody>
      </p:sp>
      <p:sp>
        <p:nvSpPr>
          <p:cNvPr id="101" name="文本框 100"/>
          <p:cNvSpPr txBox="1"/>
          <p:nvPr/>
        </p:nvSpPr>
        <p:spPr>
          <a:xfrm>
            <a:off x="7711111" y="4447258"/>
            <a:ext cx="2856518" cy="830997"/>
          </a:xfrm>
          <a:prstGeom prst="rect">
            <a:avLst/>
          </a:prstGeom>
          <a:noFill/>
        </p:spPr>
        <p:txBody>
          <a:bodyPr wrap="square" rtlCol="0">
            <a:spAutoFit/>
          </a:bodyPr>
          <a:lstStyle/>
          <a:p>
            <a:pPr>
              <a:lnSpc>
                <a:spcPct val="120000"/>
              </a:lnSpc>
            </a:pPr>
            <a:r>
              <a:rPr lang="zh-CN" altLang="en-US" sz="2400" b="1" dirty="0">
                <a:solidFill>
                  <a:srgbClr val="007BC6"/>
                </a:solidFill>
              </a:rPr>
              <a:t>添加标题</a:t>
            </a:r>
            <a:endParaRPr lang="en-US" altLang="zh-CN" sz="2400" b="1" dirty="0">
              <a:solidFill>
                <a:srgbClr val="007BC6"/>
              </a:solidFill>
            </a:endParaRPr>
          </a:p>
          <a:p>
            <a:pPr>
              <a:lnSpc>
                <a:spcPct val="120000"/>
              </a:lnSpc>
            </a:pPr>
            <a:r>
              <a:rPr lang="zh-CN" altLang="en-US" sz="1600" dirty="0">
                <a:solidFill>
                  <a:schemeClr val="tx1">
                    <a:lumMod val="65000"/>
                    <a:lumOff val="35000"/>
                  </a:schemeClr>
                </a:solidFill>
              </a:rPr>
              <a:t>添加内容添加内容</a:t>
            </a:r>
          </a:p>
        </p:txBody>
      </p:sp>
      <p:sp>
        <p:nvSpPr>
          <p:cNvPr id="102" name="文本框 101"/>
          <p:cNvSpPr txBox="1"/>
          <p:nvPr/>
        </p:nvSpPr>
        <p:spPr>
          <a:xfrm>
            <a:off x="613545" y="4211697"/>
            <a:ext cx="2856518" cy="830997"/>
          </a:xfrm>
          <a:prstGeom prst="rect">
            <a:avLst/>
          </a:prstGeom>
          <a:noFill/>
        </p:spPr>
        <p:txBody>
          <a:bodyPr wrap="square" rtlCol="0">
            <a:spAutoFit/>
          </a:bodyPr>
          <a:lstStyle/>
          <a:p>
            <a:pPr algn="r">
              <a:lnSpc>
                <a:spcPct val="120000"/>
              </a:lnSpc>
            </a:pPr>
            <a:r>
              <a:rPr lang="zh-CN" altLang="en-US" sz="2400" b="1" dirty="0">
                <a:solidFill>
                  <a:srgbClr val="4FB5B7"/>
                </a:solidFill>
              </a:rPr>
              <a:t>添加标题</a:t>
            </a:r>
            <a:endParaRPr lang="en-US" altLang="zh-CN" sz="2400" b="1" dirty="0">
              <a:solidFill>
                <a:srgbClr val="4FB5B7"/>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03" name="文本框 102"/>
          <p:cNvSpPr txBox="1"/>
          <p:nvPr/>
        </p:nvSpPr>
        <p:spPr>
          <a:xfrm>
            <a:off x="7807787" y="2498670"/>
            <a:ext cx="2856518" cy="830997"/>
          </a:xfrm>
          <a:prstGeom prst="rect">
            <a:avLst/>
          </a:prstGeom>
          <a:noFill/>
        </p:spPr>
        <p:txBody>
          <a:bodyPr wrap="square" rtlCol="0">
            <a:spAutoFit/>
          </a:bodyPr>
          <a:lstStyle/>
          <a:p>
            <a:pPr>
              <a:lnSpc>
                <a:spcPct val="120000"/>
              </a:lnSpc>
            </a:pPr>
            <a:r>
              <a:rPr lang="zh-CN" altLang="en-US" sz="2400" b="1" dirty="0">
                <a:solidFill>
                  <a:srgbClr val="CF0099"/>
                </a:solidFill>
              </a:rPr>
              <a:t>添加标题</a:t>
            </a:r>
            <a:endParaRPr lang="en-US" altLang="zh-CN" sz="2400" b="1" dirty="0">
              <a:solidFill>
                <a:srgbClr val="CF0099"/>
              </a:solidFill>
            </a:endParaRPr>
          </a:p>
          <a:p>
            <a:pPr>
              <a:lnSpc>
                <a:spcPct val="120000"/>
              </a:lnSpc>
            </a:pPr>
            <a:r>
              <a:rPr lang="zh-CN" altLang="en-US" sz="1600" dirty="0">
                <a:solidFill>
                  <a:schemeClr val="tx1">
                    <a:lumMod val="65000"/>
                    <a:lumOff val="35000"/>
                  </a:schemeClr>
                </a:solidFill>
              </a:rPr>
              <a:t>添加内容添加内容</a:t>
            </a:r>
          </a:p>
        </p:txBody>
      </p:sp>
      <p:sp>
        <p:nvSpPr>
          <p:cNvPr id="104" name="文本框 103"/>
          <p:cNvSpPr txBox="1"/>
          <p:nvPr/>
        </p:nvSpPr>
        <p:spPr>
          <a:xfrm>
            <a:off x="6683549" y="1277470"/>
            <a:ext cx="2856518" cy="830997"/>
          </a:xfrm>
          <a:prstGeom prst="rect">
            <a:avLst/>
          </a:prstGeom>
          <a:noFill/>
        </p:spPr>
        <p:txBody>
          <a:bodyPr wrap="square" rtlCol="0">
            <a:spAutoFit/>
          </a:bodyPr>
          <a:lstStyle/>
          <a:p>
            <a:pPr>
              <a:lnSpc>
                <a:spcPct val="120000"/>
              </a:lnSpc>
            </a:pPr>
            <a:r>
              <a:rPr lang="zh-CN" altLang="en-US" sz="2400" b="1" dirty="0">
                <a:solidFill>
                  <a:srgbClr val="EA3C0B"/>
                </a:solidFill>
              </a:rPr>
              <a:t>添加标题</a:t>
            </a:r>
            <a:endParaRPr lang="en-US" altLang="zh-CN" sz="2400" b="1" dirty="0">
              <a:solidFill>
                <a:srgbClr val="EA3C0B"/>
              </a:solidFill>
            </a:endParaRPr>
          </a:p>
          <a:p>
            <a:pPr>
              <a:lnSpc>
                <a:spcPct val="120000"/>
              </a:lnSpc>
            </a:pPr>
            <a:r>
              <a:rPr lang="zh-CN" altLang="en-US" sz="1600" dirty="0">
                <a:solidFill>
                  <a:schemeClr val="tx1">
                    <a:lumMod val="65000"/>
                    <a:lumOff val="35000"/>
                  </a:schemeClr>
                </a:solidFill>
              </a:rPr>
              <a:t>添加内容添加内容</a:t>
            </a:r>
          </a:p>
        </p:txBody>
      </p:sp>
      <p:sp>
        <p:nvSpPr>
          <p:cNvPr id="105" name="矩形 39"/>
          <p:cNvSpPr/>
          <p:nvPr/>
        </p:nvSpPr>
        <p:spPr>
          <a:xfrm>
            <a:off x="0" y="203088"/>
            <a:ext cx="2492990" cy="523220"/>
          </a:xfrm>
          <a:prstGeom prst="rect">
            <a:avLst/>
          </a:prstGeom>
          <a:noFill/>
        </p:spPr>
        <p:txBody>
          <a:bodyPr wrap="none" rtlCol="0">
            <a:spAutoFit/>
          </a:bodyPr>
          <a:lstStyle/>
          <a:p>
            <a:r>
              <a:rPr lang="zh-CN" altLang="en-US" sz="2800" b="1" dirty="0">
                <a:solidFill>
                  <a:schemeClr val="tx1">
                    <a:lumMod val="65000"/>
                    <a:lumOff val="35000"/>
                  </a:schemeClr>
                </a:solidFill>
              </a:rPr>
              <a:t>七项包含</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7711510"/>
      </p:ext>
    </p:extLst>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矩形 39"/>
          <p:cNvSpPr/>
          <p:nvPr/>
        </p:nvSpPr>
        <p:spPr>
          <a:xfrm>
            <a:off x="0" y="203088"/>
            <a:ext cx="2492990" cy="523220"/>
          </a:xfrm>
          <a:prstGeom prst="rect">
            <a:avLst/>
          </a:prstGeom>
          <a:noFill/>
        </p:spPr>
        <p:txBody>
          <a:bodyPr wrap="none" rtlCol="0">
            <a:spAutoFit/>
          </a:bodyPr>
          <a:lstStyle/>
          <a:p>
            <a:r>
              <a:rPr lang="zh-CN" altLang="en-US" sz="2800" b="1" dirty="0">
                <a:solidFill>
                  <a:schemeClr val="tx1">
                    <a:lumMod val="65000"/>
                    <a:lumOff val="35000"/>
                  </a:schemeClr>
                </a:solidFill>
              </a:rPr>
              <a:t>七项并列</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包含</a:t>
            </a:r>
            <a:endParaRPr lang="zh-CN" altLang="zh-CN" sz="2800" b="1" dirty="0">
              <a:solidFill>
                <a:schemeClr val="tx1">
                  <a:lumMod val="65000"/>
                  <a:lumOff val="35000"/>
                </a:schemeClr>
              </a:solidFill>
            </a:endParaRPr>
          </a:p>
        </p:txBody>
      </p:sp>
      <p:sp>
        <p:nvSpPr>
          <p:cNvPr id="127" name="Freeform 127"/>
          <p:cNvSpPr>
            <a:spLocks/>
          </p:cNvSpPr>
          <p:nvPr/>
        </p:nvSpPr>
        <p:spPr bwMode="auto">
          <a:xfrm>
            <a:off x="4901487" y="2525725"/>
            <a:ext cx="2412000" cy="2412000"/>
          </a:xfrm>
          <a:prstGeom prst="ellipse">
            <a:avLst/>
          </a:prstGeom>
          <a:solidFill>
            <a:schemeClr val="bg1">
              <a:lumMod val="95000"/>
            </a:schemeClr>
          </a:solidFill>
          <a:ln w="1746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9" name="Oval 5"/>
          <p:cNvSpPr>
            <a:spLocks noChangeArrowheads="1"/>
          </p:cNvSpPr>
          <p:nvPr/>
        </p:nvSpPr>
        <p:spPr bwMode="auto">
          <a:xfrm>
            <a:off x="5974618" y="1831451"/>
            <a:ext cx="243709" cy="245598"/>
          </a:xfrm>
          <a:prstGeom prst="ellipse">
            <a:avLst/>
          </a:prstGeom>
          <a:solidFill>
            <a:srgbClr val="E600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6"/>
          <p:cNvSpPr>
            <a:spLocks/>
          </p:cNvSpPr>
          <p:nvPr/>
        </p:nvSpPr>
        <p:spPr bwMode="auto">
          <a:xfrm>
            <a:off x="4760797" y="2267860"/>
            <a:ext cx="274880" cy="245598"/>
          </a:xfrm>
          <a:custGeom>
            <a:avLst/>
            <a:gdLst>
              <a:gd name="T0" fmla="*/ 61 w 123"/>
              <a:gd name="T1" fmla="*/ 110 h 110"/>
              <a:gd name="T2" fmla="*/ 19 w 123"/>
              <a:gd name="T3" fmla="*/ 90 h 110"/>
              <a:gd name="T4" fmla="*/ 26 w 123"/>
              <a:gd name="T5" fmla="*/ 13 h 110"/>
              <a:gd name="T6" fmla="*/ 61 w 123"/>
              <a:gd name="T7" fmla="*/ 0 h 110"/>
              <a:gd name="T8" fmla="*/ 103 w 123"/>
              <a:gd name="T9" fmla="*/ 20 h 110"/>
              <a:gd name="T10" fmla="*/ 96 w 123"/>
              <a:gd name="T11" fmla="*/ 97 h 110"/>
              <a:gd name="T12" fmla="*/ 61 w 123"/>
              <a:gd name="T13" fmla="*/ 110 h 110"/>
            </a:gdLst>
            <a:ahLst/>
            <a:cxnLst>
              <a:cxn ang="0">
                <a:pos x="T0" y="T1"/>
              </a:cxn>
              <a:cxn ang="0">
                <a:pos x="T2" y="T3"/>
              </a:cxn>
              <a:cxn ang="0">
                <a:pos x="T4" y="T5"/>
              </a:cxn>
              <a:cxn ang="0">
                <a:pos x="T6" y="T7"/>
              </a:cxn>
              <a:cxn ang="0">
                <a:pos x="T8" y="T9"/>
              </a:cxn>
              <a:cxn ang="0">
                <a:pos x="T10" y="T11"/>
              </a:cxn>
              <a:cxn ang="0">
                <a:pos x="T12" y="T13"/>
              </a:cxn>
            </a:cxnLst>
            <a:rect l="0" t="0" r="r" b="b"/>
            <a:pathLst>
              <a:path w="123" h="110">
                <a:moveTo>
                  <a:pt x="61" y="110"/>
                </a:moveTo>
                <a:cubicBezTo>
                  <a:pt x="45" y="110"/>
                  <a:pt x="30" y="103"/>
                  <a:pt x="19" y="90"/>
                </a:cubicBezTo>
                <a:cubicBezTo>
                  <a:pt x="0" y="67"/>
                  <a:pt x="3" y="32"/>
                  <a:pt x="26" y="13"/>
                </a:cubicBezTo>
                <a:cubicBezTo>
                  <a:pt x="36" y="5"/>
                  <a:pt x="48" y="0"/>
                  <a:pt x="61" y="0"/>
                </a:cubicBezTo>
                <a:cubicBezTo>
                  <a:pt x="77" y="0"/>
                  <a:pt x="93" y="7"/>
                  <a:pt x="103" y="20"/>
                </a:cubicBezTo>
                <a:cubicBezTo>
                  <a:pt x="123" y="43"/>
                  <a:pt x="120" y="78"/>
                  <a:pt x="96" y="97"/>
                </a:cubicBezTo>
                <a:cubicBezTo>
                  <a:pt x="87" y="105"/>
                  <a:pt x="74" y="110"/>
                  <a:pt x="61" y="110"/>
                </a:cubicBezTo>
              </a:path>
            </a:pathLst>
          </a:custGeom>
          <a:solidFill>
            <a:srgbClr val="E600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7"/>
          <p:cNvSpPr>
            <a:spLocks/>
          </p:cNvSpPr>
          <p:nvPr/>
        </p:nvSpPr>
        <p:spPr bwMode="auto">
          <a:xfrm>
            <a:off x="4127911" y="3372106"/>
            <a:ext cx="263545" cy="245598"/>
          </a:xfrm>
          <a:custGeom>
            <a:avLst/>
            <a:gdLst>
              <a:gd name="T0" fmla="*/ 59 w 118"/>
              <a:gd name="T1" fmla="*/ 110 h 110"/>
              <a:gd name="T2" fmla="*/ 49 w 118"/>
              <a:gd name="T3" fmla="*/ 109 h 110"/>
              <a:gd name="T4" fmla="*/ 5 w 118"/>
              <a:gd name="T5" fmla="*/ 46 h 110"/>
              <a:gd name="T6" fmla="*/ 59 w 118"/>
              <a:gd name="T7" fmla="*/ 0 h 110"/>
              <a:gd name="T8" fmla="*/ 68 w 118"/>
              <a:gd name="T9" fmla="*/ 1 h 110"/>
              <a:gd name="T10" fmla="*/ 113 w 118"/>
              <a:gd name="T11" fmla="*/ 65 h 110"/>
              <a:gd name="T12" fmla="*/ 59 w 118"/>
              <a:gd name="T13" fmla="*/ 110 h 110"/>
            </a:gdLst>
            <a:ahLst/>
            <a:cxnLst>
              <a:cxn ang="0">
                <a:pos x="T0" y="T1"/>
              </a:cxn>
              <a:cxn ang="0">
                <a:pos x="T2" y="T3"/>
              </a:cxn>
              <a:cxn ang="0">
                <a:pos x="T4" y="T5"/>
              </a:cxn>
              <a:cxn ang="0">
                <a:pos x="T6" y="T7"/>
              </a:cxn>
              <a:cxn ang="0">
                <a:pos x="T8" y="T9"/>
              </a:cxn>
              <a:cxn ang="0">
                <a:pos x="T10" y="T11"/>
              </a:cxn>
              <a:cxn ang="0">
                <a:pos x="T12" y="T13"/>
              </a:cxn>
            </a:cxnLst>
            <a:rect l="0" t="0" r="r" b="b"/>
            <a:pathLst>
              <a:path w="118" h="110">
                <a:moveTo>
                  <a:pt x="59" y="110"/>
                </a:moveTo>
                <a:cubicBezTo>
                  <a:pt x="56" y="110"/>
                  <a:pt x="53" y="110"/>
                  <a:pt x="49" y="109"/>
                </a:cubicBezTo>
                <a:cubicBezTo>
                  <a:pt x="20" y="104"/>
                  <a:pt x="0" y="75"/>
                  <a:pt x="5" y="46"/>
                </a:cubicBezTo>
                <a:cubicBezTo>
                  <a:pt x="10" y="19"/>
                  <a:pt x="32" y="0"/>
                  <a:pt x="59" y="0"/>
                </a:cubicBezTo>
                <a:cubicBezTo>
                  <a:pt x="62" y="0"/>
                  <a:pt x="65" y="1"/>
                  <a:pt x="68" y="1"/>
                </a:cubicBezTo>
                <a:cubicBezTo>
                  <a:pt x="98" y="6"/>
                  <a:pt x="118" y="35"/>
                  <a:pt x="113" y="65"/>
                </a:cubicBezTo>
                <a:cubicBezTo>
                  <a:pt x="108" y="91"/>
                  <a:pt x="86" y="110"/>
                  <a:pt x="59" y="110"/>
                </a:cubicBezTo>
              </a:path>
            </a:pathLst>
          </a:custGeom>
          <a:solidFill>
            <a:srgbClr val="E600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11"/>
          <p:cNvSpPr>
            <a:spLocks/>
          </p:cNvSpPr>
          <p:nvPr/>
        </p:nvSpPr>
        <p:spPr bwMode="auto">
          <a:xfrm>
            <a:off x="7156322" y="2267860"/>
            <a:ext cx="274880" cy="245598"/>
          </a:xfrm>
          <a:custGeom>
            <a:avLst/>
            <a:gdLst>
              <a:gd name="T0" fmla="*/ 62 w 123"/>
              <a:gd name="T1" fmla="*/ 110 h 110"/>
              <a:gd name="T2" fmla="*/ 26 w 123"/>
              <a:gd name="T3" fmla="*/ 97 h 110"/>
              <a:gd name="T4" fmla="*/ 20 w 123"/>
              <a:gd name="T5" fmla="*/ 20 h 110"/>
              <a:gd name="T6" fmla="*/ 62 w 123"/>
              <a:gd name="T7" fmla="*/ 0 h 110"/>
              <a:gd name="T8" fmla="*/ 97 w 123"/>
              <a:gd name="T9" fmla="*/ 13 h 110"/>
              <a:gd name="T10" fmla="*/ 103 w 123"/>
              <a:gd name="T11" fmla="*/ 90 h 110"/>
              <a:gd name="T12" fmla="*/ 62 w 123"/>
              <a:gd name="T13" fmla="*/ 110 h 110"/>
            </a:gdLst>
            <a:ahLst/>
            <a:cxnLst>
              <a:cxn ang="0">
                <a:pos x="T0" y="T1"/>
              </a:cxn>
              <a:cxn ang="0">
                <a:pos x="T2" y="T3"/>
              </a:cxn>
              <a:cxn ang="0">
                <a:pos x="T4" y="T5"/>
              </a:cxn>
              <a:cxn ang="0">
                <a:pos x="T6" y="T7"/>
              </a:cxn>
              <a:cxn ang="0">
                <a:pos x="T8" y="T9"/>
              </a:cxn>
              <a:cxn ang="0">
                <a:pos x="T10" y="T11"/>
              </a:cxn>
              <a:cxn ang="0">
                <a:pos x="T12" y="T13"/>
              </a:cxn>
            </a:cxnLst>
            <a:rect l="0" t="0" r="r" b="b"/>
            <a:pathLst>
              <a:path w="123" h="110">
                <a:moveTo>
                  <a:pt x="62" y="110"/>
                </a:moveTo>
                <a:cubicBezTo>
                  <a:pt x="49" y="110"/>
                  <a:pt x="36" y="105"/>
                  <a:pt x="26" y="97"/>
                </a:cubicBezTo>
                <a:cubicBezTo>
                  <a:pt x="3" y="78"/>
                  <a:pt x="0" y="43"/>
                  <a:pt x="20" y="20"/>
                </a:cubicBezTo>
                <a:cubicBezTo>
                  <a:pt x="30" y="7"/>
                  <a:pt x="45" y="0"/>
                  <a:pt x="62" y="0"/>
                </a:cubicBezTo>
                <a:cubicBezTo>
                  <a:pt x="74" y="0"/>
                  <a:pt x="87" y="5"/>
                  <a:pt x="97" y="13"/>
                </a:cubicBezTo>
                <a:cubicBezTo>
                  <a:pt x="120" y="32"/>
                  <a:pt x="123" y="67"/>
                  <a:pt x="103" y="90"/>
                </a:cubicBezTo>
                <a:cubicBezTo>
                  <a:pt x="93" y="103"/>
                  <a:pt x="78" y="110"/>
                  <a:pt x="62" y="110"/>
                </a:cubicBezTo>
              </a:path>
            </a:pathLst>
          </a:custGeom>
          <a:solidFill>
            <a:srgbClr val="E600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12"/>
          <p:cNvSpPr>
            <a:spLocks/>
          </p:cNvSpPr>
          <p:nvPr/>
        </p:nvSpPr>
        <p:spPr bwMode="auto">
          <a:xfrm>
            <a:off x="4988448" y="1952361"/>
            <a:ext cx="986170" cy="368397"/>
          </a:xfrm>
          <a:custGeom>
            <a:avLst/>
            <a:gdLst>
              <a:gd name="T0" fmla="*/ 441 w 441"/>
              <a:gd name="T1" fmla="*/ 1 h 165"/>
              <a:gd name="T2" fmla="*/ 441 w 441"/>
              <a:gd name="T3" fmla="*/ 0 h 165"/>
              <a:gd name="T4" fmla="*/ 0 w 441"/>
              <a:gd name="T5" fmla="*/ 160 h 165"/>
              <a:gd name="T6" fmla="*/ 1 w 441"/>
              <a:gd name="T7" fmla="*/ 161 h 165"/>
              <a:gd name="T8" fmla="*/ 4 w 441"/>
              <a:gd name="T9" fmla="*/ 165 h 165"/>
              <a:gd name="T10" fmla="*/ 441 w 441"/>
              <a:gd name="T11" fmla="*/ 6 h 165"/>
              <a:gd name="T12" fmla="*/ 441 w 441"/>
              <a:gd name="T13" fmla="*/ 1 h 165"/>
            </a:gdLst>
            <a:ahLst/>
            <a:cxnLst>
              <a:cxn ang="0">
                <a:pos x="T0" y="T1"/>
              </a:cxn>
              <a:cxn ang="0">
                <a:pos x="T2" y="T3"/>
              </a:cxn>
              <a:cxn ang="0">
                <a:pos x="T4" y="T5"/>
              </a:cxn>
              <a:cxn ang="0">
                <a:pos x="T6" y="T7"/>
              </a:cxn>
              <a:cxn ang="0">
                <a:pos x="T8" y="T9"/>
              </a:cxn>
              <a:cxn ang="0">
                <a:pos x="T10" y="T11"/>
              </a:cxn>
              <a:cxn ang="0">
                <a:pos x="T12" y="T13"/>
              </a:cxn>
            </a:cxnLst>
            <a:rect l="0" t="0" r="r" b="b"/>
            <a:pathLst>
              <a:path w="441" h="165">
                <a:moveTo>
                  <a:pt x="441" y="1"/>
                </a:moveTo>
                <a:cubicBezTo>
                  <a:pt x="441" y="0"/>
                  <a:pt x="441" y="0"/>
                  <a:pt x="441" y="0"/>
                </a:cubicBezTo>
                <a:cubicBezTo>
                  <a:pt x="281" y="10"/>
                  <a:pt x="129" y="65"/>
                  <a:pt x="0" y="160"/>
                </a:cubicBezTo>
                <a:cubicBezTo>
                  <a:pt x="1" y="161"/>
                  <a:pt x="1" y="161"/>
                  <a:pt x="1" y="161"/>
                </a:cubicBezTo>
                <a:cubicBezTo>
                  <a:pt x="2" y="162"/>
                  <a:pt x="3" y="163"/>
                  <a:pt x="4" y="165"/>
                </a:cubicBezTo>
                <a:cubicBezTo>
                  <a:pt x="132" y="71"/>
                  <a:pt x="283" y="16"/>
                  <a:pt x="441" y="6"/>
                </a:cubicBezTo>
                <a:cubicBezTo>
                  <a:pt x="441" y="4"/>
                  <a:pt x="441" y="3"/>
                  <a:pt x="441" y="1"/>
                </a:cubicBezTo>
                <a:close/>
              </a:path>
            </a:pathLst>
          </a:custGeom>
          <a:solidFill>
            <a:srgbClr val="81388F"/>
          </a:solidFill>
          <a:ln w="9525">
            <a:noFill/>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44" name="Freeform 13"/>
          <p:cNvSpPr>
            <a:spLocks/>
          </p:cNvSpPr>
          <p:nvPr/>
        </p:nvSpPr>
        <p:spPr bwMode="auto">
          <a:xfrm>
            <a:off x="4224260" y="3615815"/>
            <a:ext cx="204980" cy="1030567"/>
          </a:xfrm>
          <a:custGeom>
            <a:avLst/>
            <a:gdLst>
              <a:gd name="T0" fmla="*/ 88 w 92"/>
              <a:gd name="T1" fmla="*/ 461 h 461"/>
              <a:gd name="T2" fmla="*/ 92 w 92"/>
              <a:gd name="T3" fmla="*/ 459 h 461"/>
              <a:gd name="T4" fmla="*/ 6 w 92"/>
              <a:gd name="T5" fmla="*/ 91 h 461"/>
              <a:gd name="T6" fmla="*/ 11 w 92"/>
              <a:gd name="T7" fmla="*/ 1 h 461"/>
              <a:gd name="T8" fmla="*/ 6 w 92"/>
              <a:gd name="T9" fmla="*/ 0 h 461"/>
              <a:gd name="T10" fmla="*/ 5 w 92"/>
              <a:gd name="T11" fmla="*/ 0 h 461"/>
              <a:gd name="T12" fmla="*/ 0 w 92"/>
              <a:gd name="T13" fmla="*/ 91 h 461"/>
              <a:gd name="T14" fmla="*/ 86 w 92"/>
              <a:gd name="T15" fmla="*/ 461 h 461"/>
              <a:gd name="T16" fmla="*/ 88 w 92"/>
              <a:gd name="T17" fmla="*/ 461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461">
                <a:moveTo>
                  <a:pt x="88" y="461"/>
                </a:moveTo>
                <a:cubicBezTo>
                  <a:pt x="89" y="460"/>
                  <a:pt x="90" y="459"/>
                  <a:pt x="92" y="459"/>
                </a:cubicBezTo>
                <a:cubicBezTo>
                  <a:pt x="35" y="344"/>
                  <a:pt x="6" y="220"/>
                  <a:pt x="6" y="91"/>
                </a:cubicBezTo>
                <a:cubicBezTo>
                  <a:pt x="6" y="61"/>
                  <a:pt x="8" y="30"/>
                  <a:pt x="11" y="1"/>
                </a:cubicBezTo>
                <a:cubicBezTo>
                  <a:pt x="10" y="1"/>
                  <a:pt x="8" y="0"/>
                  <a:pt x="6" y="0"/>
                </a:cubicBezTo>
                <a:cubicBezTo>
                  <a:pt x="6" y="0"/>
                  <a:pt x="6" y="0"/>
                  <a:pt x="5" y="0"/>
                </a:cubicBezTo>
                <a:cubicBezTo>
                  <a:pt x="2" y="30"/>
                  <a:pt x="0" y="61"/>
                  <a:pt x="0" y="91"/>
                </a:cubicBezTo>
                <a:cubicBezTo>
                  <a:pt x="0" y="221"/>
                  <a:pt x="29" y="346"/>
                  <a:pt x="86" y="461"/>
                </a:cubicBezTo>
                <a:cubicBezTo>
                  <a:pt x="87" y="461"/>
                  <a:pt x="87" y="461"/>
                  <a:pt x="88" y="461"/>
                </a:cubicBezTo>
                <a:close/>
              </a:path>
            </a:pathLst>
          </a:custGeom>
          <a:solidFill>
            <a:srgbClr val="F397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14"/>
          <p:cNvSpPr>
            <a:spLocks/>
          </p:cNvSpPr>
          <p:nvPr/>
        </p:nvSpPr>
        <p:spPr bwMode="auto">
          <a:xfrm>
            <a:off x="6218327" y="1952361"/>
            <a:ext cx="983336" cy="368397"/>
          </a:xfrm>
          <a:custGeom>
            <a:avLst/>
            <a:gdLst>
              <a:gd name="T0" fmla="*/ 437 w 440"/>
              <a:gd name="T1" fmla="*/ 165 h 165"/>
              <a:gd name="T2" fmla="*/ 440 w 440"/>
              <a:gd name="T3" fmla="*/ 161 h 165"/>
              <a:gd name="T4" fmla="*/ 440 w 440"/>
              <a:gd name="T5" fmla="*/ 160 h 165"/>
              <a:gd name="T6" fmla="*/ 0 w 440"/>
              <a:gd name="T7" fmla="*/ 0 h 165"/>
              <a:gd name="T8" fmla="*/ 0 w 440"/>
              <a:gd name="T9" fmla="*/ 1 h 165"/>
              <a:gd name="T10" fmla="*/ 0 w 440"/>
              <a:gd name="T11" fmla="*/ 6 h 165"/>
              <a:gd name="T12" fmla="*/ 437 w 440"/>
              <a:gd name="T13" fmla="*/ 165 h 165"/>
            </a:gdLst>
            <a:ahLst/>
            <a:cxnLst>
              <a:cxn ang="0">
                <a:pos x="T0" y="T1"/>
              </a:cxn>
              <a:cxn ang="0">
                <a:pos x="T2" y="T3"/>
              </a:cxn>
              <a:cxn ang="0">
                <a:pos x="T4" y="T5"/>
              </a:cxn>
              <a:cxn ang="0">
                <a:pos x="T6" y="T7"/>
              </a:cxn>
              <a:cxn ang="0">
                <a:pos x="T8" y="T9"/>
              </a:cxn>
              <a:cxn ang="0">
                <a:pos x="T10" y="T11"/>
              </a:cxn>
              <a:cxn ang="0">
                <a:pos x="T12" y="T13"/>
              </a:cxn>
            </a:cxnLst>
            <a:rect l="0" t="0" r="r" b="b"/>
            <a:pathLst>
              <a:path w="440" h="165">
                <a:moveTo>
                  <a:pt x="437" y="165"/>
                </a:moveTo>
                <a:cubicBezTo>
                  <a:pt x="438" y="163"/>
                  <a:pt x="439" y="162"/>
                  <a:pt x="440" y="161"/>
                </a:cubicBezTo>
                <a:cubicBezTo>
                  <a:pt x="440" y="160"/>
                  <a:pt x="440" y="160"/>
                  <a:pt x="440" y="160"/>
                </a:cubicBezTo>
                <a:cubicBezTo>
                  <a:pt x="312" y="65"/>
                  <a:pt x="160" y="10"/>
                  <a:pt x="0" y="0"/>
                </a:cubicBezTo>
                <a:cubicBezTo>
                  <a:pt x="0" y="0"/>
                  <a:pt x="0" y="0"/>
                  <a:pt x="0" y="1"/>
                </a:cubicBezTo>
                <a:cubicBezTo>
                  <a:pt x="0" y="3"/>
                  <a:pt x="0" y="4"/>
                  <a:pt x="0" y="6"/>
                </a:cubicBezTo>
                <a:cubicBezTo>
                  <a:pt x="158" y="16"/>
                  <a:pt x="309" y="71"/>
                  <a:pt x="437" y="165"/>
                </a:cubicBezTo>
                <a:close/>
              </a:path>
            </a:pathLst>
          </a:custGeom>
          <a:solidFill>
            <a:srgbClr val="374B9D"/>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6" name="Freeform 15"/>
          <p:cNvSpPr>
            <a:spLocks/>
          </p:cNvSpPr>
          <p:nvPr/>
        </p:nvSpPr>
        <p:spPr bwMode="auto">
          <a:xfrm>
            <a:off x="4277158" y="2466227"/>
            <a:ext cx="534648" cy="910602"/>
          </a:xfrm>
          <a:custGeom>
            <a:avLst/>
            <a:gdLst>
              <a:gd name="T0" fmla="*/ 235 w 239"/>
              <a:gd name="T1" fmla="*/ 1 h 407"/>
              <a:gd name="T2" fmla="*/ 234 w 239"/>
              <a:gd name="T3" fmla="*/ 0 h 407"/>
              <a:gd name="T4" fmla="*/ 0 w 239"/>
              <a:gd name="T5" fmla="*/ 406 h 407"/>
              <a:gd name="T6" fmla="*/ 1 w 239"/>
              <a:gd name="T7" fmla="*/ 406 h 407"/>
              <a:gd name="T8" fmla="*/ 6 w 239"/>
              <a:gd name="T9" fmla="*/ 407 h 407"/>
              <a:gd name="T10" fmla="*/ 239 w 239"/>
              <a:gd name="T11" fmla="*/ 5 h 407"/>
              <a:gd name="T12" fmla="*/ 235 w 239"/>
              <a:gd name="T13" fmla="*/ 1 h 407"/>
            </a:gdLst>
            <a:ahLst/>
            <a:cxnLst>
              <a:cxn ang="0">
                <a:pos x="T0" y="T1"/>
              </a:cxn>
              <a:cxn ang="0">
                <a:pos x="T2" y="T3"/>
              </a:cxn>
              <a:cxn ang="0">
                <a:pos x="T4" y="T5"/>
              </a:cxn>
              <a:cxn ang="0">
                <a:pos x="T6" y="T7"/>
              </a:cxn>
              <a:cxn ang="0">
                <a:pos x="T8" y="T9"/>
              </a:cxn>
              <a:cxn ang="0">
                <a:pos x="T10" y="T11"/>
              </a:cxn>
              <a:cxn ang="0">
                <a:pos x="T12" y="T13"/>
              </a:cxn>
            </a:cxnLst>
            <a:rect l="0" t="0" r="r" b="b"/>
            <a:pathLst>
              <a:path w="239" h="407">
                <a:moveTo>
                  <a:pt x="235" y="1"/>
                </a:moveTo>
                <a:cubicBezTo>
                  <a:pt x="235" y="1"/>
                  <a:pt x="235" y="1"/>
                  <a:pt x="234" y="0"/>
                </a:cubicBezTo>
                <a:cubicBezTo>
                  <a:pt x="119" y="111"/>
                  <a:pt x="38" y="251"/>
                  <a:pt x="0" y="406"/>
                </a:cubicBezTo>
                <a:cubicBezTo>
                  <a:pt x="1" y="406"/>
                  <a:pt x="1" y="406"/>
                  <a:pt x="1" y="406"/>
                </a:cubicBezTo>
                <a:cubicBezTo>
                  <a:pt x="3" y="406"/>
                  <a:pt x="5" y="407"/>
                  <a:pt x="6" y="407"/>
                </a:cubicBezTo>
                <a:cubicBezTo>
                  <a:pt x="44" y="254"/>
                  <a:pt x="124" y="115"/>
                  <a:pt x="239" y="5"/>
                </a:cubicBezTo>
                <a:cubicBezTo>
                  <a:pt x="237" y="4"/>
                  <a:pt x="236" y="3"/>
                  <a:pt x="235" y="1"/>
                </a:cubicBezTo>
                <a:close/>
              </a:path>
            </a:pathLst>
          </a:custGeom>
          <a:solidFill>
            <a:srgbClr val="B61553"/>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7" name="Freeform 16"/>
          <p:cNvSpPr>
            <a:spLocks/>
          </p:cNvSpPr>
          <p:nvPr/>
        </p:nvSpPr>
        <p:spPr bwMode="auto">
          <a:xfrm>
            <a:off x="7762760" y="3615815"/>
            <a:ext cx="204980" cy="1030567"/>
          </a:xfrm>
          <a:custGeom>
            <a:avLst/>
            <a:gdLst>
              <a:gd name="T0" fmla="*/ 85 w 92"/>
              <a:gd name="T1" fmla="*/ 0 h 461"/>
              <a:gd name="T2" fmla="*/ 81 w 92"/>
              <a:gd name="T3" fmla="*/ 1 h 461"/>
              <a:gd name="T4" fmla="*/ 85 w 92"/>
              <a:gd name="T5" fmla="*/ 91 h 461"/>
              <a:gd name="T6" fmla="*/ 0 w 92"/>
              <a:gd name="T7" fmla="*/ 459 h 461"/>
              <a:gd name="T8" fmla="*/ 4 w 92"/>
              <a:gd name="T9" fmla="*/ 461 h 461"/>
              <a:gd name="T10" fmla="*/ 5 w 92"/>
              <a:gd name="T11" fmla="*/ 461 h 461"/>
              <a:gd name="T12" fmla="*/ 92 w 92"/>
              <a:gd name="T13" fmla="*/ 91 h 461"/>
              <a:gd name="T14" fmla="*/ 87 w 92"/>
              <a:gd name="T15" fmla="*/ 0 h 461"/>
              <a:gd name="T16" fmla="*/ 85 w 92"/>
              <a:gd name="T17" fmla="*/ 0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461">
                <a:moveTo>
                  <a:pt x="85" y="0"/>
                </a:moveTo>
                <a:cubicBezTo>
                  <a:pt x="84" y="0"/>
                  <a:pt x="82" y="1"/>
                  <a:pt x="81" y="1"/>
                </a:cubicBezTo>
                <a:cubicBezTo>
                  <a:pt x="84" y="30"/>
                  <a:pt x="85" y="61"/>
                  <a:pt x="85" y="91"/>
                </a:cubicBezTo>
                <a:cubicBezTo>
                  <a:pt x="85" y="220"/>
                  <a:pt x="57" y="344"/>
                  <a:pt x="0" y="459"/>
                </a:cubicBezTo>
                <a:cubicBezTo>
                  <a:pt x="1" y="459"/>
                  <a:pt x="3" y="460"/>
                  <a:pt x="4" y="461"/>
                </a:cubicBezTo>
                <a:cubicBezTo>
                  <a:pt x="5" y="461"/>
                  <a:pt x="5" y="461"/>
                  <a:pt x="5" y="461"/>
                </a:cubicBezTo>
                <a:cubicBezTo>
                  <a:pt x="63" y="346"/>
                  <a:pt x="92" y="221"/>
                  <a:pt x="92" y="91"/>
                </a:cubicBezTo>
                <a:cubicBezTo>
                  <a:pt x="92" y="61"/>
                  <a:pt x="90" y="30"/>
                  <a:pt x="87" y="0"/>
                </a:cubicBezTo>
                <a:cubicBezTo>
                  <a:pt x="86" y="0"/>
                  <a:pt x="86" y="0"/>
                  <a:pt x="85" y="0"/>
                </a:cubicBezTo>
                <a:close/>
              </a:path>
            </a:pathLst>
          </a:custGeom>
          <a:solidFill>
            <a:srgbClr val="0F8C8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8" name="Freeform 17"/>
          <p:cNvSpPr>
            <a:spLocks/>
          </p:cNvSpPr>
          <p:nvPr/>
        </p:nvSpPr>
        <p:spPr bwMode="auto">
          <a:xfrm>
            <a:off x="7380194" y="2466227"/>
            <a:ext cx="534648" cy="910602"/>
          </a:xfrm>
          <a:custGeom>
            <a:avLst/>
            <a:gdLst>
              <a:gd name="T0" fmla="*/ 237 w 239"/>
              <a:gd name="T1" fmla="*/ 406 h 407"/>
              <a:gd name="T2" fmla="*/ 239 w 239"/>
              <a:gd name="T3" fmla="*/ 406 h 407"/>
              <a:gd name="T4" fmla="*/ 4 w 239"/>
              <a:gd name="T5" fmla="*/ 0 h 407"/>
              <a:gd name="T6" fmla="*/ 3 w 239"/>
              <a:gd name="T7" fmla="*/ 1 h 407"/>
              <a:gd name="T8" fmla="*/ 0 w 239"/>
              <a:gd name="T9" fmla="*/ 5 h 407"/>
              <a:gd name="T10" fmla="*/ 233 w 239"/>
              <a:gd name="T11" fmla="*/ 407 h 407"/>
              <a:gd name="T12" fmla="*/ 237 w 239"/>
              <a:gd name="T13" fmla="*/ 406 h 407"/>
            </a:gdLst>
            <a:ahLst/>
            <a:cxnLst>
              <a:cxn ang="0">
                <a:pos x="T0" y="T1"/>
              </a:cxn>
              <a:cxn ang="0">
                <a:pos x="T2" y="T3"/>
              </a:cxn>
              <a:cxn ang="0">
                <a:pos x="T4" y="T5"/>
              </a:cxn>
              <a:cxn ang="0">
                <a:pos x="T6" y="T7"/>
              </a:cxn>
              <a:cxn ang="0">
                <a:pos x="T8" y="T9"/>
              </a:cxn>
              <a:cxn ang="0">
                <a:pos x="T10" y="T11"/>
              </a:cxn>
              <a:cxn ang="0">
                <a:pos x="T12" y="T13"/>
              </a:cxn>
            </a:cxnLst>
            <a:rect l="0" t="0" r="r" b="b"/>
            <a:pathLst>
              <a:path w="239" h="407">
                <a:moveTo>
                  <a:pt x="237" y="406"/>
                </a:moveTo>
                <a:cubicBezTo>
                  <a:pt x="238" y="406"/>
                  <a:pt x="238" y="406"/>
                  <a:pt x="239" y="406"/>
                </a:cubicBezTo>
                <a:cubicBezTo>
                  <a:pt x="201" y="251"/>
                  <a:pt x="120" y="111"/>
                  <a:pt x="4" y="0"/>
                </a:cubicBezTo>
                <a:cubicBezTo>
                  <a:pt x="4" y="1"/>
                  <a:pt x="4" y="1"/>
                  <a:pt x="3" y="1"/>
                </a:cubicBezTo>
                <a:cubicBezTo>
                  <a:pt x="2" y="3"/>
                  <a:pt x="1" y="4"/>
                  <a:pt x="0" y="5"/>
                </a:cubicBezTo>
                <a:cubicBezTo>
                  <a:pt x="115" y="115"/>
                  <a:pt x="195" y="254"/>
                  <a:pt x="233" y="407"/>
                </a:cubicBezTo>
                <a:cubicBezTo>
                  <a:pt x="234" y="407"/>
                  <a:pt x="236" y="406"/>
                  <a:pt x="237" y="406"/>
                </a:cubicBezTo>
                <a:close/>
              </a:path>
            </a:pathLst>
          </a:custGeom>
          <a:solidFill>
            <a:srgbClr val="2E97D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9" name="Oval 28"/>
          <p:cNvSpPr>
            <a:spLocks noChangeArrowheads="1"/>
          </p:cNvSpPr>
          <p:nvPr/>
        </p:nvSpPr>
        <p:spPr bwMode="auto">
          <a:xfrm>
            <a:off x="7823208" y="3385330"/>
            <a:ext cx="218204" cy="219149"/>
          </a:xfrm>
          <a:prstGeom prst="ellipse">
            <a:avLst/>
          </a:prstGeom>
          <a:solidFill>
            <a:srgbClr val="E600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Oval 30"/>
          <p:cNvSpPr>
            <a:spLocks noChangeArrowheads="1"/>
          </p:cNvSpPr>
          <p:nvPr/>
        </p:nvSpPr>
        <p:spPr bwMode="auto">
          <a:xfrm>
            <a:off x="7601231" y="4641660"/>
            <a:ext cx="219149" cy="219149"/>
          </a:xfrm>
          <a:prstGeom prst="ellipse">
            <a:avLst/>
          </a:prstGeom>
          <a:solidFill>
            <a:srgbClr val="E600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151" name="组合 83"/>
          <p:cNvGrpSpPr/>
          <p:nvPr/>
        </p:nvGrpSpPr>
        <p:grpSpPr>
          <a:xfrm>
            <a:off x="4141096" y="4440306"/>
            <a:ext cx="687809" cy="687809"/>
            <a:chOff x="4141096" y="4416775"/>
            <a:chExt cx="687809" cy="687809"/>
          </a:xfrm>
        </p:grpSpPr>
        <p:sp>
          <p:nvSpPr>
            <p:cNvPr id="152" name="Freeform 8"/>
            <p:cNvSpPr>
              <a:spLocks/>
            </p:cNvSpPr>
            <p:nvPr/>
          </p:nvSpPr>
          <p:spPr bwMode="auto">
            <a:xfrm>
              <a:off x="4340447" y="4628434"/>
              <a:ext cx="268268" cy="246543"/>
            </a:xfrm>
            <a:custGeom>
              <a:avLst/>
              <a:gdLst>
                <a:gd name="T0" fmla="*/ 63 w 120"/>
                <a:gd name="T1" fmla="*/ 110 h 110"/>
                <a:gd name="T2" fmla="*/ 16 w 120"/>
                <a:gd name="T3" fmla="*/ 82 h 110"/>
                <a:gd name="T4" fmla="*/ 36 w 120"/>
                <a:gd name="T5" fmla="*/ 8 h 110"/>
                <a:gd name="T6" fmla="*/ 63 w 120"/>
                <a:gd name="T7" fmla="*/ 0 h 110"/>
                <a:gd name="T8" fmla="*/ 110 w 120"/>
                <a:gd name="T9" fmla="*/ 28 h 110"/>
                <a:gd name="T10" fmla="*/ 116 w 120"/>
                <a:gd name="T11" fmla="*/ 69 h 110"/>
                <a:gd name="T12" fmla="*/ 90 w 120"/>
                <a:gd name="T13" fmla="*/ 102 h 110"/>
                <a:gd name="T14" fmla="*/ 63 w 120"/>
                <a:gd name="T15" fmla="*/ 110 h 1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0">
                  <a:moveTo>
                    <a:pt x="63" y="110"/>
                  </a:moveTo>
                  <a:cubicBezTo>
                    <a:pt x="44" y="110"/>
                    <a:pt x="25" y="99"/>
                    <a:pt x="16" y="82"/>
                  </a:cubicBezTo>
                  <a:cubicBezTo>
                    <a:pt x="0" y="56"/>
                    <a:pt x="9" y="23"/>
                    <a:pt x="36" y="8"/>
                  </a:cubicBezTo>
                  <a:cubicBezTo>
                    <a:pt x="44" y="3"/>
                    <a:pt x="53" y="0"/>
                    <a:pt x="63" y="0"/>
                  </a:cubicBezTo>
                  <a:cubicBezTo>
                    <a:pt x="82" y="0"/>
                    <a:pt x="101" y="11"/>
                    <a:pt x="110" y="28"/>
                  </a:cubicBezTo>
                  <a:cubicBezTo>
                    <a:pt x="118" y="40"/>
                    <a:pt x="120" y="55"/>
                    <a:pt x="116" y="69"/>
                  </a:cubicBezTo>
                  <a:cubicBezTo>
                    <a:pt x="112" y="83"/>
                    <a:pt x="103" y="95"/>
                    <a:pt x="90" y="102"/>
                  </a:cubicBezTo>
                  <a:cubicBezTo>
                    <a:pt x="82" y="107"/>
                    <a:pt x="73" y="110"/>
                    <a:pt x="63" y="110"/>
                  </a:cubicBezTo>
                </a:path>
              </a:pathLst>
            </a:custGeom>
            <a:solidFill>
              <a:srgbClr val="E600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309"/>
            <p:cNvSpPr>
              <a:spLocks/>
            </p:cNvSpPr>
            <p:nvPr/>
          </p:nvSpPr>
          <p:spPr bwMode="auto">
            <a:xfrm>
              <a:off x="4509134" y="4770333"/>
              <a:ext cx="94121" cy="77228"/>
            </a:xfrm>
            <a:custGeom>
              <a:avLst/>
              <a:gdLst>
                <a:gd name="T0" fmla="*/ 0 w 33"/>
                <a:gd name="T1" fmla="*/ 0 h 27"/>
                <a:gd name="T2" fmla="*/ 0 w 33"/>
                <a:gd name="T3" fmla="*/ 0 h 27"/>
                <a:gd name="T4" fmla="*/ 33 w 33"/>
                <a:gd name="T5" fmla="*/ 27 h 27"/>
                <a:gd name="T6" fmla="*/ 33 w 33"/>
                <a:gd name="T7" fmla="*/ 27 h 27"/>
                <a:gd name="T8" fmla="*/ 0 w 33"/>
                <a:gd name="T9" fmla="*/ 0 h 27"/>
                <a:gd name="T10" fmla="*/ 0 w 33"/>
                <a:gd name="T11" fmla="*/ 0 h 27"/>
              </a:gdLst>
              <a:ahLst/>
              <a:cxnLst>
                <a:cxn ang="0">
                  <a:pos x="T0" y="T1"/>
                </a:cxn>
                <a:cxn ang="0">
                  <a:pos x="T2" y="T3"/>
                </a:cxn>
                <a:cxn ang="0">
                  <a:pos x="T4" y="T5"/>
                </a:cxn>
                <a:cxn ang="0">
                  <a:pos x="T6" y="T7"/>
                </a:cxn>
                <a:cxn ang="0">
                  <a:pos x="T8" y="T9"/>
                </a:cxn>
                <a:cxn ang="0">
                  <a:pos x="T10" y="T11"/>
                </a:cxn>
              </a:cxnLst>
              <a:rect l="0" t="0" r="r" b="b"/>
              <a:pathLst>
                <a:path w="33" h="27">
                  <a:moveTo>
                    <a:pt x="0" y="0"/>
                  </a:moveTo>
                  <a:cubicBezTo>
                    <a:pt x="0" y="0"/>
                    <a:pt x="0" y="0"/>
                    <a:pt x="0" y="0"/>
                  </a:cubicBezTo>
                  <a:cubicBezTo>
                    <a:pt x="33" y="27"/>
                    <a:pt x="33" y="27"/>
                    <a:pt x="33" y="27"/>
                  </a:cubicBezTo>
                  <a:cubicBezTo>
                    <a:pt x="33" y="27"/>
                    <a:pt x="33" y="27"/>
                    <a:pt x="33" y="27"/>
                  </a:cubicBezTo>
                  <a:cubicBezTo>
                    <a:pt x="0" y="0"/>
                    <a:pt x="0" y="0"/>
                    <a:pt x="0" y="0"/>
                  </a:cubicBezTo>
                  <a:cubicBezTo>
                    <a:pt x="0" y="0"/>
                    <a:pt x="0" y="0"/>
                    <a:pt x="0"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312"/>
            <p:cNvSpPr>
              <a:spLocks/>
            </p:cNvSpPr>
            <p:nvPr/>
          </p:nvSpPr>
          <p:spPr bwMode="auto">
            <a:xfrm>
              <a:off x="4500688" y="4770333"/>
              <a:ext cx="111015" cy="91708"/>
            </a:xfrm>
            <a:custGeom>
              <a:avLst/>
              <a:gdLst>
                <a:gd name="T0" fmla="*/ 3 w 39"/>
                <a:gd name="T1" fmla="*/ 0 h 32"/>
                <a:gd name="T2" fmla="*/ 1 w 39"/>
                <a:gd name="T3" fmla="*/ 2 h 32"/>
                <a:gd name="T4" fmla="*/ 1 w 39"/>
                <a:gd name="T5" fmla="*/ 2 h 32"/>
                <a:gd name="T6" fmla="*/ 0 w 39"/>
                <a:gd name="T7" fmla="*/ 3 h 32"/>
                <a:gd name="T8" fmla="*/ 0 w 39"/>
                <a:gd name="T9" fmla="*/ 3 h 32"/>
                <a:gd name="T10" fmla="*/ 3 w 39"/>
                <a:gd name="T11" fmla="*/ 6 h 32"/>
                <a:gd name="T12" fmla="*/ 3 w 39"/>
                <a:gd name="T13" fmla="*/ 6 h 32"/>
                <a:gd name="T14" fmla="*/ 37 w 39"/>
                <a:gd name="T15" fmla="*/ 32 h 32"/>
                <a:gd name="T16" fmla="*/ 38 w 39"/>
                <a:gd name="T17" fmla="*/ 31 h 32"/>
                <a:gd name="T18" fmla="*/ 38 w 39"/>
                <a:gd name="T19" fmla="*/ 31 h 32"/>
                <a:gd name="T20" fmla="*/ 39 w 39"/>
                <a:gd name="T21" fmla="*/ 29 h 32"/>
                <a:gd name="T22" fmla="*/ 36 w 39"/>
                <a:gd name="T23" fmla="*/ 27 h 32"/>
                <a:gd name="T24" fmla="*/ 3 w 39"/>
                <a:gd name="T25"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32">
                  <a:moveTo>
                    <a:pt x="3" y="0"/>
                  </a:moveTo>
                  <a:cubicBezTo>
                    <a:pt x="1" y="2"/>
                    <a:pt x="1" y="2"/>
                    <a:pt x="1" y="2"/>
                  </a:cubicBezTo>
                  <a:cubicBezTo>
                    <a:pt x="1" y="2"/>
                    <a:pt x="1" y="2"/>
                    <a:pt x="1" y="2"/>
                  </a:cubicBezTo>
                  <a:cubicBezTo>
                    <a:pt x="1" y="2"/>
                    <a:pt x="1" y="3"/>
                    <a:pt x="0" y="3"/>
                  </a:cubicBezTo>
                  <a:cubicBezTo>
                    <a:pt x="0" y="3"/>
                    <a:pt x="0" y="3"/>
                    <a:pt x="0" y="3"/>
                  </a:cubicBezTo>
                  <a:cubicBezTo>
                    <a:pt x="3" y="6"/>
                    <a:pt x="3" y="6"/>
                    <a:pt x="3" y="6"/>
                  </a:cubicBezTo>
                  <a:cubicBezTo>
                    <a:pt x="3" y="6"/>
                    <a:pt x="3" y="6"/>
                    <a:pt x="3" y="6"/>
                  </a:cubicBezTo>
                  <a:cubicBezTo>
                    <a:pt x="37" y="32"/>
                    <a:pt x="37" y="32"/>
                    <a:pt x="37" y="32"/>
                  </a:cubicBezTo>
                  <a:cubicBezTo>
                    <a:pt x="37" y="32"/>
                    <a:pt x="37" y="31"/>
                    <a:pt x="38" y="31"/>
                  </a:cubicBezTo>
                  <a:cubicBezTo>
                    <a:pt x="38" y="31"/>
                    <a:pt x="38" y="31"/>
                    <a:pt x="38" y="31"/>
                  </a:cubicBezTo>
                  <a:cubicBezTo>
                    <a:pt x="39" y="29"/>
                    <a:pt x="39" y="29"/>
                    <a:pt x="39" y="29"/>
                  </a:cubicBezTo>
                  <a:cubicBezTo>
                    <a:pt x="36" y="27"/>
                    <a:pt x="36" y="27"/>
                    <a:pt x="36" y="27"/>
                  </a:cubicBezTo>
                  <a:cubicBezTo>
                    <a:pt x="3" y="0"/>
                    <a:pt x="3" y="0"/>
                    <a:pt x="3"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Oval 336"/>
            <p:cNvSpPr>
              <a:spLocks noChangeArrowheads="1"/>
            </p:cNvSpPr>
            <p:nvPr/>
          </p:nvSpPr>
          <p:spPr bwMode="auto">
            <a:xfrm>
              <a:off x="4141096" y="4416775"/>
              <a:ext cx="687809" cy="687809"/>
            </a:xfrm>
            <a:prstGeom prst="ellipse">
              <a:avLst/>
            </a:prstGeom>
            <a:solidFill>
              <a:srgbClr val="F397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Oval 337"/>
            <p:cNvSpPr>
              <a:spLocks noChangeArrowheads="1"/>
            </p:cNvSpPr>
            <p:nvPr/>
          </p:nvSpPr>
          <p:spPr bwMode="auto">
            <a:xfrm>
              <a:off x="4229184" y="4504863"/>
              <a:ext cx="511633" cy="511633"/>
            </a:xfrm>
            <a:prstGeom prst="ellipse">
              <a:avLst/>
            </a:prstGeom>
            <a:gradFill flip="none" rotWithShape="1">
              <a:gsLst>
                <a:gs pos="0">
                  <a:srgbClr val="F0F0F0"/>
                </a:gs>
                <a:gs pos="100000">
                  <a:srgbClr val="F1F1F1"/>
                </a:gs>
              </a:gsLst>
              <a:lin ang="2700000" scaled="1"/>
              <a:tileRect/>
            </a:gradFill>
            <a:ln w="28575">
              <a:gradFill flip="none" rotWithShape="1">
                <a:gsLst>
                  <a:gs pos="100000">
                    <a:srgbClr val="FFFFFF"/>
                  </a:gs>
                  <a:gs pos="0">
                    <a:srgbClr val="CECED0"/>
                  </a:gs>
                </a:gsLst>
                <a:lin ang="13500000" scaled="1"/>
                <a:tileRect/>
              </a:gra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57" name="文本框 156"/>
            <p:cNvSpPr txBox="1"/>
            <p:nvPr/>
          </p:nvSpPr>
          <p:spPr>
            <a:xfrm>
              <a:off x="4243421" y="4520896"/>
              <a:ext cx="466794" cy="461665"/>
            </a:xfrm>
            <a:prstGeom prst="rect">
              <a:avLst/>
            </a:prstGeom>
            <a:noFill/>
          </p:spPr>
          <p:txBody>
            <a:bodyPr wrap="none" rtlCol="0" anchor="ctr">
              <a:spAutoFit/>
            </a:bodyPr>
            <a:lstStyle/>
            <a:p>
              <a:r>
                <a:rPr lang="en-US" altLang="zh-CN" sz="2400" dirty="0">
                  <a:solidFill>
                    <a:srgbClr val="F0951A"/>
                  </a:solidFill>
                  <a:latin typeface="Impact" panose="020B0806030902050204" pitchFamily="34" charset="0"/>
                </a:rPr>
                <a:t>01</a:t>
              </a:r>
            </a:p>
          </p:txBody>
        </p:sp>
      </p:grpSp>
      <p:grpSp>
        <p:nvGrpSpPr>
          <p:cNvPr id="158" name="组合 4"/>
          <p:cNvGrpSpPr/>
          <p:nvPr/>
        </p:nvGrpSpPr>
        <p:grpSpPr>
          <a:xfrm>
            <a:off x="7338987" y="4441512"/>
            <a:ext cx="687809" cy="685396"/>
            <a:chOff x="4147207" y="3923064"/>
            <a:chExt cx="687809" cy="685396"/>
          </a:xfrm>
        </p:grpSpPr>
        <p:sp>
          <p:nvSpPr>
            <p:cNvPr id="159" name="Freeform 274"/>
            <p:cNvSpPr>
              <a:spLocks/>
            </p:cNvSpPr>
            <p:nvPr/>
          </p:nvSpPr>
          <p:spPr bwMode="auto">
            <a:xfrm>
              <a:off x="4526105" y="4234388"/>
              <a:ext cx="120668" cy="27754"/>
            </a:xfrm>
            <a:custGeom>
              <a:avLst/>
              <a:gdLst>
                <a:gd name="T0" fmla="*/ 42 w 42"/>
                <a:gd name="T1" fmla="*/ 0 h 10"/>
                <a:gd name="T2" fmla="*/ 0 w 42"/>
                <a:gd name="T3" fmla="*/ 10 h 10"/>
                <a:gd name="T4" fmla="*/ 0 w 42"/>
                <a:gd name="T5" fmla="*/ 10 h 10"/>
                <a:gd name="T6" fmla="*/ 38 w 42"/>
                <a:gd name="T7" fmla="*/ 1 h 10"/>
                <a:gd name="T8" fmla="*/ 42 w 42"/>
                <a:gd name="T9" fmla="*/ 0 h 10"/>
                <a:gd name="T10" fmla="*/ 42 w 42"/>
                <a:gd name="T11" fmla="*/ 0 h 10"/>
              </a:gdLst>
              <a:ahLst/>
              <a:cxnLst>
                <a:cxn ang="0">
                  <a:pos x="T0" y="T1"/>
                </a:cxn>
                <a:cxn ang="0">
                  <a:pos x="T2" y="T3"/>
                </a:cxn>
                <a:cxn ang="0">
                  <a:pos x="T4" y="T5"/>
                </a:cxn>
                <a:cxn ang="0">
                  <a:pos x="T6" y="T7"/>
                </a:cxn>
                <a:cxn ang="0">
                  <a:pos x="T8" y="T9"/>
                </a:cxn>
                <a:cxn ang="0">
                  <a:pos x="T10" y="T11"/>
                </a:cxn>
              </a:cxnLst>
              <a:rect l="0" t="0" r="r" b="b"/>
              <a:pathLst>
                <a:path w="42" h="10">
                  <a:moveTo>
                    <a:pt x="42" y="0"/>
                  </a:moveTo>
                  <a:cubicBezTo>
                    <a:pt x="0" y="10"/>
                    <a:pt x="0" y="10"/>
                    <a:pt x="0" y="10"/>
                  </a:cubicBezTo>
                  <a:cubicBezTo>
                    <a:pt x="0" y="10"/>
                    <a:pt x="0" y="10"/>
                    <a:pt x="0" y="10"/>
                  </a:cubicBezTo>
                  <a:cubicBezTo>
                    <a:pt x="38" y="1"/>
                    <a:pt x="38" y="1"/>
                    <a:pt x="38" y="1"/>
                  </a:cubicBezTo>
                  <a:cubicBezTo>
                    <a:pt x="42" y="0"/>
                    <a:pt x="42" y="0"/>
                    <a:pt x="42" y="0"/>
                  </a:cubicBezTo>
                  <a:cubicBezTo>
                    <a:pt x="42" y="0"/>
                    <a:pt x="42" y="0"/>
                    <a:pt x="42"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Rectangle 276"/>
            <p:cNvSpPr>
              <a:spLocks noChangeArrowheads="1"/>
            </p:cNvSpPr>
            <p:nvPr/>
          </p:nvSpPr>
          <p:spPr bwMode="auto">
            <a:xfrm>
              <a:off x="4646774" y="4234388"/>
              <a:ext cx="1207" cy="120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Rectangle 277"/>
            <p:cNvSpPr>
              <a:spLocks noChangeArrowheads="1"/>
            </p:cNvSpPr>
            <p:nvPr/>
          </p:nvSpPr>
          <p:spPr bwMode="auto">
            <a:xfrm>
              <a:off x="4646774" y="4234388"/>
              <a:ext cx="1207" cy="1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279"/>
            <p:cNvSpPr>
              <a:spLocks/>
            </p:cNvSpPr>
            <p:nvPr/>
          </p:nvSpPr>
          <p:spPr bwMode="auto">
            <a:xfrm>
              <a:off x="4515246" y="4234388"/>
              <a:ext cx="131529" cy="31374"/>
            </a:xfrm>
            <a:custGeom>
              <a:avLst/>
              <a:gdLst>
                <a:gd name="T0" fmla="*/ 46 w 46"/>
                <a:gd name="T1" fmla="*/ 0 h 11"/>
                <a:gd name="T2" fmla="*/ 2 w 46"/>
                <a:gd name="T3" fmla="*/ 10 h 11"/>
                <a:gd name="T4" fmla="*/ 0 w 46"/>
                <a:gd name="T5" fmla="*/ 11 h 11"/>
                <a:gd name="T6" fmla="*/ 0 w 46"/>
                <a:gd name="T7" fmla="*/ 11 h 11"/>
                <a:gd name="T8" fmla="*/ 4 w 46"/>
                <a:gd name="T9" fmla="*/ 10 h 11"/>
                <a:gd name="T10" fmla="*/ 4 w 46"/>
                <a:gd name="T11" fmla="*/ 10 h 11"/>
                <a:gd name="T12" fmla="*/ 46 w 46"/>
                <a:gd name="T13" fmla="*/ 0 h 11"/>
                <a:gd name="T14" fmla="*/ 46 w 46"/>
                <a:gd name="T15" fmla="*/ 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 h="11">
                  <a:moveTo>
                    <a:pt x="46" y="0"/>
                  </a:moveTo>
                  <a:cubicBezTo>
                    <a:pt x="2" y="10"/>
                    <a:pt x="2" y="10"/>
                    <a:pt x="2" y="10"/>
                  </a:cubicBezTo>
                  <a:cubicBezTo>
                    <a:pt x="0" y="11"/>
                    <a:pt x="0" y="11"/>
                    <a:pt x="0" y="11"/>
                  </a:cubicBezTo>
                  <a:cubicBezTo>
                    <a:pt x="0" y="11"/>
                    <a:pt x="0" y="11"/>
                    <a:pt x="0" y="11"/>
                  </a:cubicBezTo>
                  <a:cubicBezTo>
                    <a:pt x="4" y="10"/>
                    <a:pt x="4" y="10"/>
                    <a:pt x="4" y="10"/>
                  </a:cubicBezTo>
                  <a:cubicBezTo>
                    <a:pt x="4" y="10"/>
                    <a:pt x="4" y="10"/>
                    <a:pt x="4" y="10"/>
                  </a:cubicBezTo>
                  <a:cubicBezTo>
                    <a:pt x="46" y="0"/>
                    <a:pt x="46" y="0"/>
                    <a:pt x="46" y="0"/>
                  </a:cubicBezTo>
                  <a:cubicBezTo>
                    <a:pt x="46" y="0"/>
                    <a:pt x="46" y="0"/>
                    <a:pt x="46"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Oval 280"/>
            <p:cNvSpPr>
              <a:spLocks noChangeArrowheads="1"/>
            </p:cNvSpPr>
            <p:nvPr/>
          </p:nvSpPr>
          <p:spPr bwMode="auto">
            <a:xfrm>
              <a:off x="4515246" y="4253695"/>
              <a:ext cx="1207" cy="120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281"/>
            <p:cNvSpPr>
              <a:spLocks/>
            </p:cNvSpPr>
            <p:nvPr/>
          </p:nvSpPr>
          <p:spPr bwMode="auto">
            <a:xfrm>
              <a:off x="4515246" y="4253695"/>
              <a:ext cx="0" cy="6034"/>
            </a:xfrm>
            <a:custGeom>
              <a:avLst/>
              <a:gdLst>
                <a:gd name="T0" fmla="*/ 0 h 2"/>
                <a:gd name="T1" fmla="*/ 0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0"/>
                    <a:pt x="0" y="0"/>
                  </a:cubicBezTo>
                  <a:cubicBezTo>
                    <a:pt x="0" y="2"/>
                    <a:pt x="0" y="2"/>
                    <a:pt x="0" y="2"/>
                  </a:cubicBezTo>
                  <a:cubicBezTo>
                    <a:pt x="0" y="2"/>
                    <a:pt x="0" y="2"/>
                    <a:pt x="0" y="2"/>
                  </a:cubicBezTo>
                  <a:cubicBezTo>
                    <a:pt x="0" y="1"/>
                    <a:pt x="0" y="1"/>
                    <a:pt x="0"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311"/>
            <p:cNvSpPr>
              <a:spLocks/>
            </p:cNvSpPr>
            <p:nvPr/>
          </p:nvSpPr>
          <p:spPr bwMode="auto">
            <a:xfrm>
              <a:off x="4644360" y="4230768"/>
              <a:ext cx="2413" cy="3620"/>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cubicBezTo>
                    <a:pt x="1" y="1"/>
                    <a:pt x="0" y="0"/>
                    <a:pt x="0"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314"/>
            <p:cNvSpPr>
              <a:spLocks/>
            </p:cNvSpPr>
            <p:nvPr/>
          </p:nvSpPr>
          <p:spPr bwMode="auto">
            <a:xfrm>
              <a:off x="4515246" y="4222321"/>
              <a:ext cx="131529" cy="43441"/>
            </a:xfrm>
            <a:custGeom>
              <a:avLst/>
              <a:gdLst>
                <a:gd name="T0" fmla="*/ 45 w 46"/>
                <a:gd name="T1" fmla="*/ 0 h 15"/>
                <a:gd name="T2" fmla="*/ 41 w 46"/>
                <a:gd name="T3" fmla="*/ 1 h 15"/>
                <a:gd name="T4" fmla="*/ 41 w 46"/>
                <a:gd name="T5" fmla="*/ 1 h 15"/>
                <a:gd name="T6" fmla="*/ 0 w 46"/>
                <a:gd name="T7" fmla="*/ 11 h 15"/>
                <a:gd name="T8" fmla="*/ 0 w 46"/>
                <a:gd name="T9" fmla="*/ 13 h 15"/>
                <a:gd name="T10" fmla="*/ 0 w 46"/>
                <a:gd name="T11" fmla="*/ 13 h 15"/>
                <a:gd name="T12" fmla="*/ 0 w 46"/>
                <a:gd name="T13" fmla="*/ 15 h 15"/>
                <a:gd name="T14" fmla="*/ 0 w 46"/>
                <a:gd name="T15" fmla="*/ 15 h 15"/>
                <a:gd name="T16" fmla="*/ 2 w 46"/>
                <a:gd name="T17" fmla="*/ 14 h 15"/>
                <a:gd name="T18" fmla="*/ 46 w 46"/>
                <a:gd name="T19" fmla="*/ 4 h 15"/>
                <a:gd name="T20" fmla="*/ 45 w 46"/>
                <a:gd name="T21" fmla="*/ 3 h 15"/>
                <a:gd name="T22" fmla="*/ 45 w 46"/>
                <a:gd name="T23" fmla="*/ 2 h 15"/>
                <a:gd name="T24" fmla="*/ 45 w 46"/>
                <a:gd name="T2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 h="15">
                  <a:moveTo>
                    <a:pt x="45" y="0"/>
                  </a:moveTo>
                  <a:cubicBezTo>
                    <a:pt x="41" y="1"/>
                    <a:pt x="41" y="1"/>
                    <a:pt x="41" y="1"/>
                  </a:cubicBezTo>
                  <a:cubicBezTo>
                    <a:pt x="41" y="1"/>
                    <a:pt x="41" y="1"/>
                    <a:pt x="41" y="1"/>
                  </a:cubicBezTo>
                  <a:cubicBezTo>
                    <a:pt x="0" y="11"/>
                    <a:pt x="0" y="11"/>
                    <a:pt x="0" y="11"/>
                  </a:cubicBezTo>
                  <a:cubicBezTo>
                    <a:pt x="0" y="12"/>
                    <a:pt x="0" y="12"/>
                    <a:pt x="0" y="13"/>
                  </a:cubicBezTo>
                  <a:cubicBezTo>
                    <a:pt x="0" y="13"/>
                    <a:pt x="0" y="13"/>
                    <a:pt x="0" y="13"/>
                  </a:cubicBezTo>
                  <a:cubicBezTo>
                    <a:pt x="0" y="15"/>
                    <a:pt x="0" y="15"/>
                    <a:pt x="0" y="15"/>
                  </a:cubicBezTo>
                  <a:cubicBezTo>
                    <a:pt x="0" y="15"/>
                    <a:pt x="0" y="15"/>
                    <a:pt x="0" y="15"/>
                  </a:cubicBezTo>
                  <a:cubicBezTo>
                    <a:pt x="2" y="14"/>
                    <a:pt x="2" y="14"/>
                    <a:pt x="2" y="14"/>
                  </a:cubicBezTo>
                  <a:cubicBezTo>
                    <a:pt x="46" y="4"/>
                    <a:pt x="46" y="4"/>
                    <a:pt x="46" y="4"/>
                  </a:cubicBezTo>
                  <a:cubicBezTo>
                    <a:pt x="45" y="3"/>
                    <a:pt x="45" y="3"/>
                    <a:pt x="45" y="3"/>
                  </a:cubicBezTo>
                  <a:cubicBezTo>
                    <a:pt x="45" y="2"/>
                    <a:pt x="45" y="2"/>
                    <a:pt x="45" y="2"/>
                  </a:cubicBezTo>
                  <a:cubicBezTo>
                    <a:pt x="45" y="2"/>
                    <a:pt x="45" y="1"/>
                    <a:pt x="45"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Oval 334"/>
            <p:cNvSpPr>
              <a:spLocks noChangeArrowheads="1"/>
            </p:cNvSpPr>
            <p:nvPr/>
          </p:nvSpPr>
          <p:spPr bwMode="auto">
            <a:xfrm>
              <a:off x="4147207" y="3923064"/>
              <a:ext cx="687809" cy="685396"/>
            </a:xfrm>
            <a:prstGeom prst="ellipse">
              <a:avLst/>
            </a:prstGeom>
            <a:solidFill>
              <a:srgbClr val="86BF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Oval 335"/>
            <p:cNvSpPr>
              <a:spLocks noChangeArrowheads="1"/>
            </p:cNvSpPr>
            <p:nvPr/>
          </p:nvSpPr>
          <p:spPr bwMode="auto">
            <a:xfrm>
              <a:off x="4235295" y="4008738"/>
              <a:ext cx="511633" cy="510427"/>
            </a:xfrm>
            <a:prstGeom prst="ellipse">
              <a:avLst/>
            </a:prstGeom>
            <a:gradFill flip="none" rotWithShape="1">
              <a:gsLst>
                <a:gs pos="0">
                  <a:srgbClr val="F0F0F0"/>
                </a:gs>
                <a:gs pos="100000">
                  <a:srgbClr val="F1F1F1"/>
                </a:gs>
              </a:gsLst>
              <a:lin ang="2700000" scaled="1"/>
              <a:tileRect/>
            </a:gradFill>
            <a:ln w="28575">
              <a:gradFill flip="none" rotWithShape="1">
                <a:gsLst>
                  <a:gs pos="100000">
                    <a:srgbClr val="FFFFFF"/>
                  </a:gs>
                  <a:gs pos="0">
                    <a:srgbClr val="CECED0"/>
                  </a:gs>
                </a:gsLst>
                <a:lin ang="13500000" scaled="1"/>
                <a:tileRect/>
              </a:gra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69" name="文本框 168"/>
            <p:cNvSpPr txBox="1"/>
            <p:nvPr/>
          </p:nvSpPr>
          <p:spPr>
            <a:xfrm>
              <a:off x="4244273" y="4014677"/>
              <a:ext cx="470000" cy="461665"/>
            </a:xfrm>
            <a:prstGeom prst="rect">
              <a:avLst/>
            </a:prstGeom>
            <a:noFill/>
          </p:spPr>
          <p:txBody>
            <a:bodyPr wrap="none" rtlCol="0" anchor="ctr">
              <a:spAutoFit/>
            </a:bodyPr>
            <a:lstStyle/>
            <a:p>
              <a:r>
                <a:rPr lang="en-US" altLang="zh-CN" sz="2400" dirty="0">
                  <a:solidFill>
                    <a:srgbClr val="85BE44"/>
                  </a:solidFill>
                  <a:latin typeface="Impact" panose="020B0806030902050204" pitchFamily="34" charset="0"/>
                </a:rPr>
                <a:t>07</a:t>
              </a:r>
            </a:p>
          </p:txBody>
        </p:sp>
      </p:grpSp>
      <p:grpSp>
        <p:nvGrpSpPr>
          <p:cNvPr id="170" name="组合 84"/>
          <p:cNvGrpSpPr/>
          <p:nvPr/>
        </p:nvGrpSpPr>
        <p:grpSpPr>
          <a:xfrm>
            <a:off x="3961076" y="3129475"/>
            <a:ext cx="685396" cy="685396"/>
            <a:chOff x="5740028" y="1909111"/>
            <a:chExt cx="685396" cy="685396"/>
          </a:xfrm>
        </p:grpSpPr>
        <p:sp>
          <p:nvSpPr>
            <p:cNvPr id="171" name="Freeform 246"/>
            <p:cNvSpPr>
              <a:spLocks/>
            </p:cNvSpPr>
            <p:nvPr/>
          </p:nvSpPr>
          <p:spPr bwMode="auto">
            <a:xfrm>
              <a:off x="6082726" y="2277149"/>
              <a:ext cx="6034"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cubicBezTo>
                    <a:pt x="0" y="0"/>
                    <a:pt x="0" y="0"/>
                    <a:pt x="0" y="0"/>
                  </a:cubicBezTo>
                  <a:cubicBezTo>
                    <a:pt x="0" y="0"/>
                    <a:pt x="1" y="0"/>
                    <a:pt x="2" y="0"/>
                  </a:cubicBezTo>
                  <a:cubicBezTo>
                    <a:pt x="2" y="0"/>
                    <a:pt x="2" y="0"/>
                    <a:pt x="2"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256"/>
            <p:cNvSpPr>
              <a:spLocks/>
            </p:cNvSpPr>
            <p:nvPr/>
          </p:nvSpPr>
          <p:spPr bwMode="auto">
            <a:xfrm>
              <a:off x="6077899" y="2408677"/>
              <a:ext cx="4827" cy="0"/>
            </a:xfrm>
            <a:custGeom>
              <a:avLst/>
              <a:gdLst>
                <a:gd name="T0" fmla="*/ 2 w 2"/>
                <a:gd name="T1" fmla="*/ 0 w 2"/>
                <a:gd name="T2" fmla="*/ 0 w 2"/>
                <a:gd name="T3" fmla="*/ 2 w 2"/>
                <a:gd name="T4" fmla="*/ 2 w 2"/>
                <a:gd name="T5" fmla="*/ 2 w 2"/>
              </a:gdLst>
              <a:ahLst/>
              <a:cxnLst>
                <a:cxn ang="0">
                  <a:pos x="T0" y="0"/>
                </a:cxn>
                <a:cxn ang="0">
                  <a:pos x="T1" y="0"/>
                </a:cxn>
                <a:cxn ang="0">
                  <a:pos x="T2" y="0"/>
                </a:cxn>
                <a:cxn ang="0">
                  <a:pos x="T3" y="0"/>
                </a:cxn>
                <a:cxn ang="0">
                  <a:pos x="T4" y="0"/>
                </a:cxn>
                <a:cxn ang="0">
                  <a:pos x="T5" y="0"/>
                </a:cxn>
              </a:cxnLst>
              <a:rect l="0" t="0" r="r" b="b"/>
              <a:pathLst>
                <a:path w="2">
                  <a:moveTo>
                    <a:pt x="2" y="0"/>
                  </a:moveTo>
                  <a:cubicBezTo>
                    <a:pt x="0" y="0"/>
                    <a:pt x="0" y="0"/>
                    <a:pt x="0" y="0"/>
                  </a:cubicBezTo>
                  <a:cubicBezTo>
                    <a:pt x="0" y="0"/>
                    <a:pt x="0" y="0"/>
                    <a:pt x="0" y="0"/>
                  </a:cubicBezTo>
                  <a:cubicBezTo>
                    <a:pt x="0" y="0"/>
                    <a:pt x="1" y="0"/>
                    <a:pt x="2" y="0"/>
                  </a:cubicBezTo>
                  <a:cubicBezTo>
                    <a:pt x="2" y="0"/>
                    <a:pt x="2" y="0"/>
                    <a:pt x="2" y="0"/>
                  </a:cubicBezTo>
                  <a:cubicBezTo>
                    <a:pt x="2" y="0"/>
                    <a:pt x="2" y="0"/>
                    <a:pt x="2"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Oval 315"/>
            <p:cNvSpPr>
              <a:spLocks noChangeArrowheads="1"/>
            </p:cNvSpPr>
            <p:nvPr/>
          </p:nvSpPr>
          <p:spPr bwMode="auto">
            <a:xfrm>
              <a:off x="5740028" y="1909111"/>
              <a:ext cx="685396" cy="685396"/>
            </a:xfrm>
            <a:prstGeom prst="ellipse">
              <a:avLst/>
            </a:prstGeom>
            <a:solidFill>
              <a:srgbClr val="BB16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Oval 316"/>
            <p:cNvSpPr>
              <a:spLocks noChangeArrowheads="1"/>
            </p:cNvSpPr>
            <p:nvPr/>
          </p:nvSpPr>
          <p:spPr bwMode="auto">
            <a:xfrm>
              <a:off x="5825703" y="1994786"/>
              <a:ext cx="511633" cy="514047"/>
            </a:xfrm>
            <a:prstGeom prst="ellipse">
              <a:avLst/>
            </a:prstGeom>
            <a:gradFill flip="none" rotWithShape="1">
              <a:gsLst>
                <a:gs pos="0">
                  <a:srgbClr val="F0F0F0"/>
                </a:gs>
                <a:gs pos="100000">
                  <a:srgbClr val="F1F1F1"/>
                </a:gs>
              </a:gsLst>
              <a:lin ang="2700000" scaled="1"/>
              <a:tileRect/>
            </a:gradFill>
            <a:ln w="28575">
              <a:gradFill flip="none" rotWithShape="1">
                <a:gsLst>
                  <a:gs pos="100000">
                    <a:srgbClr val="FFFFFF"/>
                  </a:gs>
                  <a:gs pos="0">
                    <a:srgbClr val="CECED0"/>
                  </a:gs>
                </a:gsLst>
                <a:lin ang="13500000" scaled="1"/>
                <a:tileRect/>
              </a:gra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75" name="文本框 174"/>
            <p:cNvSpPr txBox="1"/>
            <p:nvPr/>
          </p:nvSpPr>
          <p:spPr>
            <a:xfrm>
              <a:off x="5837733" y="2012852"/>
              <a:ext cx="503664" cy="461665"/>
            </a:xfrm>
            <a:prstGeom prst="rect">
              <a:avLst/>
            </a:prstGeom>
            <a:noFill/>
          </p:spPr>
          <p:txBody>
            <a:bodyPr wrap="none" rtlCol="0" anchor="ctr">
              <a:spAutoFit/>
            </a:bodyPr>
            <a:lstStyle/>
            <a:p>
              <a:r>
                <a:rPr lang="en-US" altLang="zh-CN" sz="2400" dirty="0">
                  <a:solidFill>
                    <a:srgbClr val="BA1655"/>
                  </a:solidFill>
                  <a:latin typeface="Impact" panose="020B0806030902050204" pitchFamily="34" charset="0"/>
                </a:rPr>
                <a:t>02</a:t>
              </a:r>
            </a:p>
          </p:txBody>
        </p:sp>
      </p:grpSp>
      <p:grpSp>
        <p:nvGrpSpPr>
          <p:cNvPr id="176" name="组合 90"/>
          <p:cNvGrpSpPr/>
          <p:nvPr/>
        </p:nvGrpSpPr>
        <p:grpSpPr>
          <a:xfrm>
            <a:off x="4558789" y="2041263"/>
            <a:ext cx="685396" cy="685396"/>
            <a:chOff x="7022732" y="2542619"/>
            <a:chExt cx="685396" cy="685396"/>
          </a:xfrm>
        </p:grpSpPr>
        <p:sp>
          <p:nvSpPr>
            <p:cNvPr id="177" name="Freeform 266"/>
            <p:cNvSpPr>
              <a:spLocks/>
            </p:cNvSpPr>
            <p:nvPr/>
          </p:nvSpPr>
          <p:spPr bwMode="auto">
            <a:xfrm>
              <a:off x="7250795" y="2885317"/>
              <a:ext cx="95328" cy="77228"/>
            </a:xfrm>
            <a:custGeom>
              <a:avLst/>
              <a:gdLst>
                <a:gd name="T0" fmla="*/ 33 w 33"/>
                <a:gd name="T1" fmla="*/ 0 h 27"/>
                <a:gd name="T2" fmla="*/ 33 w 33"/>
                <a:gd name="T3" fmla="*/ 0 h 27"/>
                <a:gd name="T4" fmla="*/ 0 w 33"/>
                <a:gd name="T5" fmla="*/ 27 h 27"/>
                <a:gd name="T6" fmla="*/ 0 w 33"/>
                <a:gd name="T7" fmla="*/ 27 h 27"/>
                <a:gd name="T8" fmla="*/ 33 w 33"/>
                <a:gd name="T9" fmla="*/ 0 h 27"/>
                <a:gd name="T10" fmla="*/ 33 w 33"/>
                <a:gd name="T11" fmla="*/ 0 h 27"/>
              </a:gdLst>
              <a:ahLst/>
              <a:cxnLst>
                <a:cxn ang="0">
                  <a:pos x="T0" y="T1"/>
                </a:cxn>
                <a:cxn ang="0">
                  <a:pos x="T2" y="T3"/>
                </a:cxn>
                <a:cxn ang="0">
                  <a:pos x="T4" y="T5"/>
                </a:cxn>
                <a:cxn ang="0">
                  <a:pos x="T6" y="T7"/>
                </a:cxn>
                <a:cxn ang="0">
                  <a:pos x="T8" y="T9"/>
                </a:cxn>
                <a:cxn ang="0">
                  <a:pos x="T10" y="T11"/>
                </a:cxn>
              </a:cxnLst>
              <a:rect l="0" t="0" r="r" b="b"/>
              <a:pathLst>
                <a:path w="33" h="27">
                  <a:moveTo>
                    <a:pt x="33" y="0"/>
                  </a:moveTo>
                  <a:cubicBezTo>
                    <a:pt x="33" y="0"/>
                    <a:pt x="33" y="0"/>
                    <a:pt x="33" y="0"/>
                  </a:cubicBezTo>
                  <a:cubicBezTo>
                    <a:pt x="0" y="27"/>
                    <a:pt x="0" y="27"/>
                    <a:pt x="0" y="27"/>
                  </a:cubicBezTo>
                  <a:cubicBezTo>
                    <a:pt x="0" y="27"/>
                    <a:pt x="0" y="27"/>
                    <a:pt x="0" y="27"/>
                  </a:cubicBezTo>
                  <a:cubicBezTo>
                    <a:pt x="33" y="0"/>
                    <a:pt x="33" y="0"/>
                    <a:pt x="33" y="0"/>
                  </a:cubicBezTo>
                  <a:cubicBezTo>
                    <a:pt x="33" y="0"/>
                    <a:pt x="33" y="0"/>
                    <a:pt x="33"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267"/>
            <p:cNvSpPr>
              <a:spLocks/>
            </p:cNvSpPr>
            <p:nvPr/>
          </p:nvSpPr>
          <p:spPr bwMode="auto">
            <a:xfrm>
              <a:off x="7239935" y="2962545"/>
              <a:ext cx="10861" cy="12067"/>
            </a:xfrm>
            <a:custGeom>
              <a:avLst/>
              <a:gdLst>
                <a:gd name="T0" fmla="*/ 4 w 4"/>
                <a:gd name="T1" fmla="*/ 0 h 4"/>
                <a:gd name="T2" fmla="*/ 0 w 4"/>
                <a:gd name="T3" fmla="*/ 2 h 4"/>
                <a:gd name="T4" fmla="*/ 2 w 4"/>
                <a:gd name="T5" fmla="*/ 4 h 4"/>
                <a:gd name="T6" fmla="*/ 2 w 4"/>
                <a:gd name="T7" fmla="*/ 4 h 4"/>
                <a:gd name="T8" fmla="*/ 2 w 4"/>
                <a:gd name="T9" fmla="*/ 4 h 4"/>
                <a:gd name="T10" fmla="*/ 0 w 4"/>
                <a:gd name="T11" fmla="*/ 2 h 4"/>
                <a:gd name="T12" fmla="*/ 4 w 4"/>
                <a:gd name="T13" fmla="*/ 0 h 4"/>
                <a:gd name="T14" fmla="*/ 4 w 4"/>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4" y="0"/>
                  </a:moveTo>
                  <a:cubicBezTo>
                    <a:pt x="0" y="2"/>
                    <a:pt x="0" y="2"/>
                    <a:pt x="0" y="2"/>
                  </a:cubicBezTo>
                  <a:cubicBezTo>
                    <a:pt x="1" y="3"/>
                    <a:pt x="1" y="3"/>
                    <a:pt x="2" y="4"/>
                  </a:cubicBezTo>
                  <a:cubicBezTo>
                    <a:pt x="2" y="4"/>
                    <a:pt x="2" y="4"/>
                    <a:pt x="2" y="4"/>
                  </a:cubicBezTo>
                  <a:cubicBezTo>
                    <a:pt x="2" y="4"/>
                    <a:pt x="2" y="4"/>
                    <a:pt x="2" y="4"/>
                  </a:cubicBezTo>
                  <a:cubicBezTo>
                    <a:pt x="0" y="2"/>
                    <a:pt x="0" y="2"/>
                    <a:pt x="0" y="2"/>
                  </a:cubicBezTo>
                  <a:cubicBezTo>
                    <a:pt x="4" y="0"/>
                    <a:pt x="4" y="0"/>
                    <a:pt x="4" y="0"/>
                  </a:cubicBezTo>
                  <a:cubicBezTo>
                    <a:pt x="4" y="0"/>
                    <a:pt x="4" y="0"/>
                    <a:pt x="4"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269"/>
            <p:cNvSpPr>
              <a:spLocks/>
            </p:cNvSpPr>
            <p:nvPr/>
          </p:nvSpPr>
          <p:spPr bwMode="auto">
            <a:xfrm>
              <a:off x="7239935" y="2885317"/>
              <a:ext cx="111015" cy="91708"/>
            </a:xfrm>
            <a:custGeom>
              <a:avLst/>
              <a:gdLst>
                <a:gd name="T0" fmla="*/ 37 w 39"/>
                <a:gd name="T1" fmla="*/ 0 h 32"/>
                <a:gd name="T2" fmla="*/ 4 w 39"/>
                <a:gd name="T3" fmla="*/ 27 h 32"/>
                <a:gd name="T4" fmla="*/ 0 w 39"/>
                <a:gd name="T5" fmla="*/ 29 h 32"/>
                <a:gd name="T6" fmla="*/ 2 w 39"/>
                <a:gd name="T7" fmla="*/ 31 h 32"/>
                <a:gd name="T8" fmla="*/ 2 w 39"/>
                <a:gd name="T9" fmla="*/ 31 h 32"/>
                <a:gd name="T10" fmla="*/ 3 w 39"/>
                <a:gd name="T11" fmla="*/ 32 h 32"/>
                <a:gd name="T12" fmla="*/ 36 w 39"/>
                <a:gd name="T13" fmla="*/ 6 h 32"/>
                <a:gd name="T14" fmla="*/ 36 w 39"/>
                <a:gd name="T15" fmla="*/ 6 h 32"/>
                <a:gd name="T16" fmla="*/ 39 w 39"/>
                <a:gd name="T17" fmla="*/ 3 h 32"/>
                <a:gd name="T18" fmla="*/ 39 w 39"/>
                <a:gd name="T19" fmla="*/ 3 h 32"/>
                <a:gd name="T20" fmla="*/ 38 w 39"/>
                <a:gd name="T21" fmla="*/ 2 h 32"/>
                <a:gd name="T22" fmla="*/ 38 w 39"/>
                <a:gd name="T23" fmla="*/ 2 h 32"/>
                <a:gd name="T24" fmla="*/ 37 w 39"/>
                <a:gd name="T25"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32">
                  <a:moveTo>
                    <a:pt x="37" y="0"/>
                  </a:moveTo>
                  <a:cubicBezTo>
                    <a:pt x="4" y="27"/>
                    <a:pt x="4" y="27"/>
                    <a:pt x="4" y="27"/>
                  </a:cubicBezTo>
                  <a:cubicBezTo>
                    <a:pt x="0" y="29"/>
                    <a:pt x="0" y="29"/>
                    <a:pt x="0" y="29"/>
                  </a:cubicBezTo>
                  <a:cubicBezTo>
                    <a:pt x="2" y="31"/>
                    <a:pt x="2" y="31"/>
                    <a:pt x="2" y="31"/>
                  </a:cubicBezTo>
                  <a:cubicBezTo>
                    <a:pt x="2" y="31"/>
                    <a:pt x="2" y="31"/>
                    <a:pt x="2" y="31"/>
                  </a:cubicBezTo>
                  <a:cubicBezTo>
                    <a:pt x="2" y="31"/>
                    <a:pt x="2" y="32"/>
                    <a:pt x="3" y="32"/>
                  </a:cubicBezTo>
                  <a:cubicBezTo>
                    <a:pt x="36" y="6"/>
                    <a:pt x="36" y="6"/>
                    <a:pt x="36" y="6"/>
                  </a:cubicBezTo>
                  <a:cubicBezTo>
                    <a:pt x="36" y="6"/>
                    <a:pt x="36" y="6"/>
                    <a:pt x="36" y="6"/>
                  </a:cubicBezTo>
                  <a:cubicBezTo>
                    <a:pt x="39" y="3"/>
                    <a:pt x="39" y="3"/>
                    <a:pt x="39" y="3"/>
                  </a:cubicBezTo>
                  <a:cubicBezTo>
                    <a:pt x="39" y="3"/>
                    <a:pt x="39" y="3"/>
                    <a:pt x="39" y="3"/>
                  </a:cubicBezTo>
                  <a:cubicBezTo>
                    <a:pt x="39" y="3"/>
                    <a:pt x="39" y="2"/>
                    <a:pt x="38" y="2"/>
                  </a:cubicBezTo>
                  <a:cubicBezTo>
                    <a:pt x="38" y="2"/>
                    <a:pt x="38" y="2"/>
                    <a:pt x="38" y="2"/>
                  </a:cubicBezTo>
                  <a:cubicBezTo>
                    <a:pt x="37" y="0"/>
                    <a:pt x="37" y="0"/>
                    <a:pt x="37"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Oval 326"/>
            <p:cNvSpPr>
              <a:spLocks noChangeArrowheads="1"/>
            </p:cNvSpPr>
            <p:nvPr/>
          </p:nvSpPr>
          <p:spPr bwMode="auto">
            <a:xfrm>
              <a:off x="7022732" y="2542619"/>
              <a:ext cx="685396" cy="685396"/>
            </a:xfrm>
            <a:prstGeom prst="ellipse">
              <a:avLst/>
            </a:prstGeom>
            <a:solidFill>
              <a:srgbClr val="8238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Oval 327"/>
            <p:cNvSpPr>
              <a:spLocks noChangeArrowheads="1"/>
            </p:cNvSpPr>
            <p:nvPr/>
          </p:nvSpPr>
          <p:spPr bwMode="auto">
            <a:xfrm>
              <a:off x="7108406" y="2628293"/>
              <a:ext cx="514047" cy="514047"/>
            </a:xfrm>
            <a:prstGeom prst="ellipse">
              <a:avLst/>
            </a:prstGeom>
            <a:gradFill flip="none" rotWithShape="1">
              <a:gsLst>
                <a:gs pos="0">
                  <a:srgbClr val="F0F0F0"/>
                </a:gs>
                <a:gs pos="100000">
                  <a:srgbClr val="F1F1F1"/>
                </a:gs>
              </a:gsLst>
              <a:lin ang="2700000" scaled="1"/>
              <a:tileRect/>
            </a:gradFill>
            <a:ln w="28575">
              <a:gradFill flip="none" rotWithShape="1">
                <a:gsLst>
                  <a:gs pos="100000">
                    <a:srgbClr val="FFFFFF"/>
                  </a:gs>
                  <a:gs pos="0">
                    <a:srgbClr val="CECED0"/>
                  </a:gs>
                </a:gsLst>
                <a:lin ang="13500000" scaled="1"/>
                <a:tileRect/>
              </a:gra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82" name="文本框 181"/>
            <p:cNvSpPr txBox="1"/>
            <p:nvPr/>
          </p:nvSpPr>
          <p:spPr>
            <a:xfrm>
              <a:off x="7107447" y="2635880"/>
              <a:ext cx="513282" cy="461665"/>
            </a:xfrm>
            <a:prstGeom prst="rect">
              <a:avLst/>
            </a:prstGeom>
            <a:noFill/>
          </p:spPr>
          <p:txBody>
            <a:bodyPr wrap="none" rtlCol="0" anchor="ctr">
              <a:spAutoFit/>
            </a:bodyPr>
            <a:lstStyle/>
            <a:p>
              <a:r>
                <a:rPr lang="en-US" altLang="zh-CN" sz="2400" dirty="0">
                  <a:solidFill>
                    <a:srgbClr val="7F378D"/>
                  </a:solidFill>
                  <a:latin typeface="Impact" panose="020B0806030902050204" pitchFamily="34" charset="0"/>
                </a:rPr>
                <a:t>03</a:t>
              </a:r>
            </a:p>
          </p:txBody>
        </p:sp>
      </p:grpSp>
      <p:grpSp>
        <p:nvGrpSpPr>
          <p:cNvPr id="183" name="组合 97"/>
          <p:cNvGrpSpPr/>
          <p:nvPr/>
        </p:nvGrpSpPr>
        <p:grpSpPr>
          <a:xfrm>
            <a:off x="5753302" y="1582464"/>
            <a:ext cx="685396" cy="685396"/>
            <a:chOff x="8520750" y="3953835"/>
            <a:chExt cx="685396" cy="685396"/>
          </a:xfrm>
        </p:grpSpPr>
        <p:sp>
          <p:nvSpPr>
            <p:cNvPr id="184" name="Freeform 270"/>
            <p:cNvSpPr>
              <a:spLocks/>
            </p:cNvSpPr>
            <p:nvPr/>
          </p:nvSpPr>
          <p:spPr bwMode="auto">
            <a:xfrm>
              <a:off x="8794668" y="4290499"/>
              <a:ext cx="0" cy="6034"/>
            </a:xfrm>
            <a:custGeom>
              <a:avLst/>
              <a:gdLst>
                <a:gd name="T0" fmla="*/ 0 h 2"/>
                <a:gd name="T1" fmla="*/ 0 h 2"/>
                <a:gd name="T2" fmla="*/ 2 h 2"/>
                <a:gd name="T3" fmla="*/ 2 h 2"/>
                <a:gd name="T4" fmla="*/ 0 h 2"/>
                <a:gd name="T5" fmla="*/ 0 h 2"/>
              </a:gdLst>
              <a:ahLst/>
              <a:cxnLst>
                <a:cxn ang="0">
                  <a:pos x="0" y="T0"/>
                </a:cxn>
                <a:cxn ang="0">
                  <a:pos x="0" y="T1"/>
                </a:cxn>
                <a:cxn ang="0">
                  <a:pos x="0" y="T2"/>
                </a:cxn>
                <a:cxn ang="0">
                  <a:pos x="0" y="T3"/>
                </a:cxn>
                <a:cxn ang="0">
                  <a:pos x="0" y="T4"/>
                </a:cxn>
                <a:cxn ang="0">
                  <a:pos x="0" y="T5"/>
                </a:cxn>
              </a:cxnLst>
              <a:rect l="0" t="0" r="r" b="b"/>
              <a:pathLst>
                <a:path h="2">
                  <a:moveTo>
                    <a:pt x="0" y="0"/>
                  </a:moveTo>
                  <a:cubicBezTo>
                    <a:pt x="0" y="0"/>
                    <a:pt x="0" y="0"/>
                    <a:pt x="0" y="0"/>
                  </a:cubicBezTo>
                  <a:cubicBezTo>
                    <a:pt x="0" y="0"/>
                    <a:pt x="0" y="1"/>
                    <a:pt x="0" y="2"/>
                  </a:cubicBezTo>
                  <a:cubicBezTo>
                    <a:pt x="0" y="2"/>
                    <a:pt x="0" y="2"/>
                    <a:pt x="0" y="2"/>
                  </a:cubicBezTo>
                  <a:cubicBezTo>
                    <a:pt x="0" y="0"/>
                    <a:pt x="0" y="0"/>
                    <a:pt x="0" y="0"/>
                  </a:cubicBezTo>
                  <a:cubicBezTo>
                    <a:pt x="0" y="0"/>
                    <a:pt x="0" y="0"/>
                    <a:pt x="0"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288"/>
            <p:cNvSpPr>
              <a:spLocks/>
            </p:cNvSpPr>
            <p:nvPr/>
          </p:nvSpPr>
          <p:spPr bwMode="auto">
            <a:xfrm>
              <a:off x="8681240" y="4255506"/>
              <a:ext cx="117049" cy="28960"/>
            </a:xfrm>
            <a:custGeom>
              <a:avLst/>
              <a:gdLst>
                <a:gd name="T0" fmla="*/ 0 w 41"/>
                <a:gd name="T1" fmla="*/ 0 h 10"/>
                <a:gd name="T2" fmla="*/ 0 w 41"/>
                <a:gd name="T3" fmla="*/ 0 h 10"/>
                <a:gd name="T4" fmla="*/ 41 w 41"/>
                <a:gd name="T5" fmla="*/ 10 h 10"/>
                <a:gd name="T6" fmla="*/ 41 w 41"/>
                <a:gd name="T7" fmla="*/ 10 h 10"/>
                <a:gd name="T8" fmla="*/ 41 w 41"/>
                <a:gd name="T9" fmla="*/ 10 h 10"/>
                <a:gd name="T10" fmla="*/ 37 w 41"/>
                <a:gd name="T11" fmla="*/ 9 h 10"/>
                <a:gd name="T12" fmla="*/ 0 w 41"/>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41" h="10">
                  <a:moveTo>
                    <a:pt x="0" y="0"/>
                  </a:moveTo>
                  <a:cubicBezTo>
                    <a:pt x="0" y="0"/>
                    <a:pt x="0" y="0"/>
                    <a:pt x="0" y="0"/>
                  </a:cubicBezTo>
                  <a:cubicBezTo>
                    <a:pt x="41" y="10"/>
                    <a:pt x="41" y="10"/>
                    <a:pt x="41" y="10"/>
                  </a:cubicBezTo>
                  <a:cubicBezTo>
                    <a:pt x="41" y="10"/>
                    <a:pt x="41" y="10"/>
                    <a:pt x="41" y="10"/>
                  </a:cubicBezTo>
                  <a:cubicBezTo>
                    <a:pt x="41" y="10"/>
                    <a:pt x="41" y="10"/>
                    <a:pt x="41" y="10"/>
                  </a:cubicBezTo>
                  <a:cubicBezTo>
                    <a:pt x="37" y="9"/>
                    <a:pt x="37" y="9"/>
                    <a:pt x="37" y="9"/>
                  </a:cubicBezTo>
                  <a:cubicBezTo>
                    <a:pt x="0" y="0"/>
                    <a:pt x="0" y="0"/>
                    <a:pt x="0"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291"/>
            <p:cNvSpPr>
              <a:spLocks/>
            </p:cNvSpPr>
            <p:nvPr/>
          </p:nvSpPr>
          <p:spPr bwMode="auto">
            <a:xfrm>
              <a:off x="8666759" y="4253092"/>
              <a:ext cx="131529" cy="43441"/>
            </a:xfrm>
            <a:custGeom>
              <a:avLst/>
              <a:gdLst>
                <a:gd name="T0" fmla="*/ 1 w 46"/>
                <a:gd name="T1" fmla="*/ 0 h 15"/>
                <a:gd name="T2" fmla="*/ 0 w 46"/>
                <a:gd name="T3" fmla="*/ 2 h 15"/>
                <a:gd name="T4" fmla="*/ 0 w 46"/>
                <a:gd name="T5" fmla="*/ 4 h 15"/>
                <a:gd name="T6" fmla="*/ 41 w 46"/>
                <a:gd name="T7" fmla="*/ 14 h 15"/>
                <a:gd name="T8" fmla="*/ 41 w 46"/>
                <a:gd name="T9" fmla="*/ 14 h 15"/>
                <a:gd name="T10" fmla="*/ 45 w 46"/>
                <a:gd name="T11" fmla="*/ 15 h 15"/>
                <a:gd name="T12" fmla="*/ 45 w 46"/>
                <a:gd name="T13" fmla="*/ 15 h 15"/>
                <a:gd name="T14" fmla="*/ 45 w 46"/>
                <a:gd name="T15" fmla="*/ 13 h 15"/>
                <a:gd name="T16" fmla="*/ 45 w 46"/>
                <a:gd name="T17" fmla="*/ 13 h 15"/>
                <a:gd name="T18" fmla="*/ 46 w 46"/>
                <a:gd name="T19" fmla="*/ 11 h 15"/>
                <a:gd name="T20" fmla="*/ 5 w 46"/>
                <a:gd name="T21" fmla="*/ 1 h 15"/>
                <a:gd name="T22" fmla="*/ 1 w 46"/>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6" h="15">
                  <a:moveTo>
                    <a:pt x="1" y="0"/>
                  </a:moveTo>
                  <a:cubicBezTo>
                    <a:pt x="0" y="2"/>
                    <a:pt x="0" y="2"/>
                    <a:pt x="0" y="2"/>
                  </a:cubicBezTo>
                  <a:cubicBezTo>
                    <a:pt x="0" y="3"/>
                    <a:pt x="0" y="3"/>
                    <a:pt x="0" y="4"/>
                  </a:cubicBezTo>
                  <a:cubicBezTo>
                    <a:pt x="41" y="14"/>
                    <a:pt x="41" y="14"/>
                    <a:pt x="41" y="14"/>
                  </a:cubicBezTo>
                  <a:cubicBezTo>
                    <a:pt x="41" y="14"/>
                    <a:pt x="41" y="14"/>
                    <a:pt x="41" y="14"/>
                  </a:cubicBezTo>
                  <a:cubicBezTo>
                    <a:pt x="45" y="15"/>
                    <a:pt x="45" y="15"/>
                    <a:pt x="45" y="15"/>
                  </a:cubicBezTo>
                  <a:cubicBezTo>
                    <a:pt x="45" y="15"/>
                    <a:pt x="45" y="15"/>
                    <a:pt x="45" y="15"/>
                  </a:cubicBezTo>
                  <a:cubicBezTo>
                    <a:pt x="45" y="14"/>
                    <a:pt x="45" y="13"/>
                    <a:pt x="45" y="13"/>
                  </a:cubicBezTo>
                  <a:cubicBezTo>
                    <a:pt x="45" y="13"/>
                    <a:pt x="45" y="13"/>
                    <a:pt x="45" y="13"/>
                  </a:cubicBezTo>
                  <a:cubicBezTo>
                    <a:pt x="46" y="11"/>
                    <a:pt x="46" y="11"/>
                    <a:pt x="46" y="11"/>
                  </a:cubicBezTo>
                  <a:cubicBezTo>
                    <a:pt x="5" y="1"/>
                    <a:pt x="5" y="1"/>
                    <a:pt x="5" y="1"/>
                  </a:cubicBezTo>
                  <a:cubicBezTo>
                    <a:pt x="1" y="0"/>
                    <a:pt x="1" y="0"/>
                    <a:pt x="1"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Oval 328"/>
            <p:cNvSpPr>
              <a:spLocks noChangeArrowheads="1"/>
            </p:cNvSpPr>
            <p:nvPr/>
          </p:nvSpPr>
          <p:spPr bwMode="auto">
            <a:xfrm>
              <a:off x="8520750" y="3953835"/>
              <a:ext cx="685396" cy="685396"/>
            </a:xfrm>
            <a:prstGeom prst="ellipse">
              <a:avLst/>
            </a:prstGeom>
            <a:solidFill>
              <a:srgbClr val="374B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Oval 329"/>
            <p:cNvSpPr>
              <a:spLocks noChangeArrowheads="1"/>
            </p:cNvSpPr>
            <p:nvPr/>
          </p:nvSpPr>
          <p:spPr bwMode="auto">
            <a:xfrm>
              <a:off x="8610045" y="4039509"/>
              <a:ext cx="510427" cy="510427"/>
            </a:xfrm>
            <a:prstGeom prst="ellipse">
              <a:avLst/>
            </a:prstGeom>
            <a:gradFill flip="none" rotWithShape="1">
              <a:gsLst>
                <a:gs pos="0">
                  <a:srgbClr val="F0F0F0"/>
                </a:gs>
                <a:gs pos="100000">
                  <a:srgbClr val="F1F1F1"/>
                </a:gs>
              </a:gsLst>
              <a:lin ang="2700000" scaled="1"/>
              <a:tileRect/>
            </a:gradFill>
            <a:ln w="28575">
              <a:gradFill flip="none" rotWithShape="1">
                <a:gsLst>
                  <a:gs pos="100000">
                    <a:srgbClr val="FFFFFF"/>
                  </a:gs>
                  <a:gs pos="0">
                    <a:srgbClr val="CECED0"/>
                  </a:gs>
                </a:gsLst>
                <a:lin ang="13500000" scaled="1"/>
                <a:tileRect/>
              </a:gra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89" name="文本框 188"/>
            <p:cNvSpPr txBox="1"/>
            <p:nvPr/>
          </p:nvSpPr>
          <p:spPr>
            <a:xfrm>
              <a:off x="8598361" y="4057500"/>
              <a:ext cx="503664" cy="461665"/>
            </a:xfrm>
            <a:prstGeom prst="rect">
              <a:avLst/>
            </a:prstGeom>
            <a:noFill/>
          </p:spPr>
          <p:txBody>
            <a:bodyPr wrap="none" rtlCol="0" anchor="ctr">
              <a:spAutoFit/>
            </a:bodyPr>
            <a:lstStyle/>
            <a:p>
              <a:r>
                <a:rPr lang="en-US" altLang="zh-CN" sz="2400" dirty="0">
                  <a:solidFill>
                    <a:srgbClr val="36499A"/>
                  </a:solidFill>
                  <a:latin typeface="Impact" panose="020B0806030902050204" pitchFamily="34" charset="0"/>
                </a:rPr>
                <a:t>04</a:t>
              </a:r>
            </a:p>
          </p:txBody>
        </p:sp>
      </p:grpSp>
      <p:grpSp>
        <p:nvGrpSpPr>
          <p:cNvPr id="190" name="组合 104"/>
          <p:cNvGrpSpPr/>
          <p:nvPr/>
        </p:nvGrpSpPr>
        <p:grpSpPr>
          <a:xfrm>
            <a:off x="6950097" y="2041263"/>
            <a:ext cx="685396" cy="685396"/>
            <a:chOff x="6443524" y="5007871"/>
            <a:chExt cx="685396" cy="685396"/>
          </a:xfrm>
        </p:grpSpPr>
        <p:sp>
          <p:nvSpPr>
            <p:cNvPr id="191" name="Freeform 292"/>
            <p:cNvSpPr>
              <a:spLocks/>
            </p:cNvSpPr>
            <p:nvPr/>
          </p:nvSpPr>
          <p:spPr bwMode="auto">
            <a:xfrm>
              <a:off x="6771742" y="534212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300"/>
            <p:cNvSpPr>
              <a:spLocks/>
            </p:cNvSpPr>
            <p:nvPr/>
          </p:nvSpPr>
          <p:spPr bwMode="auto">
            <a:xfrm>
              <a:off x="6728302" y="5227488"/>
              <a:ext cx="51888" cy="112222"/>
            </a:xfrm>
            <a:custGeom>
              <a:avLst/>
              <a:gdLst>
                <a:gd name="T0" fmla="*/ 0 w 43"/>
                <a:gd name="T1" fmla="*/ 0 h 93"/>
                <a:gd name="T2" fmla="*/ 0 w 43"/>
                <a:gd name="T3" fmla="*/ 0 h 93"/>
                <a:gd name="T4" fmla="*/ 43 w 43"/>
                <a:gd name="T5" fmla="*/ 93 h 93"/>
                <a:gd name="T6" fmla="*/ 43 w 43"/>
                <a:gd name="T7" fmla="*/ 93 h 93"/>
                <a:gd name="T8" fmla="*/ 43 w 43"/>
                <a:gd name="T9" fmla="*/ 93 h 93"/>
                <a:gd name="T10" fmla="*/ 41 w 43"/>
                <a:gd name="T11" fmla="*/ 83 h 93"/>
                <a:gd name="T12" fmla="*/ 0 w 43"/>
                <a:gd name="T13" fmla="*/ 0 h 93"/>
              </a:gdLst>
              <a:ahLst/>
              <a:cxnLst>
                <a:cxn ang="0">
                  <a:pos x="T0" y="T1"/>
                </a:cxn>
                <a:cxn ang="0">
                  <a:pos x="T2" y="T3"/>
                </a:cxn>
                <a:cxn ang="0">
                  <a:pos x="T4" y="T5"/>
                </a:cxn>
                <a:cxn ang="0">
                  <a:pos x="T6" y="T7"/>
                </a:cxn>
                <a:cxn ang="0">
                  <a:pos x="T8" y="T9"/>
                </a:cxn>
                <a:cxn ang="0">
                  <a:pos x="T10" y="T11"/>
                </a:cxn>
                <a:cxn ang="0">
                  <a:pos x="T12" y="T13"/>
                </a:cxn>
              </a:cxnLst>
              <a:rect l="0" t="0" r="r" b="b"/>
              <a:pathLst>
                <a:path w="43" h="93">
                  <a:moveTo>
                    <a:pt x="0" y="0"/>
                  </a:moveTo>
                  <a:lnTo>
                    <a:pt x="0" y="0"/>
                  </a:lnTo>
                  <a:lnTo>
                    <a:pt x="43" y="93"/>
                  </a:lnTo>
                  <a:lnTo>
                    <a:pt x="43" y="93"/>
                  </a:lnTo>
                  <a:lnTo>
                    <a:pt x="43" y="93"/>
                  </a:lnTo>
                  <a:lnTo>
                    <a:pt x="41" y="83"/>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301"/>
            <p:cNvSpPr>
              <a:spLocks/>
            </p:cNvSpPr>
            <p:nvPr/>
          </p:nvSpPr>
          <p:spPr bwMode="auto">
            <a:xfrm>
              <a:off x="6728302" y="5227488"/>
              <a:ext cx="51888" cy="112222"/>
            </a:xfrm>
            <a:custGeom>
              <a:avLst/>
              <a:gdLst>
                <a:gd name="T0" fmla="*/ 0 w 43"/>
                <a:gd name="T1" fmla="*/ 0 h 93"/>
                <a:gd name="T2" fmla="*/ 0 w 43"/>
                <a:gd name="T3" fmla="*/ 0 h 93"/>
                <a:gd name="T4" fmla="*/ 43 w 43"/>
                <a:gd name="T5" fmla="*/ 93 h 93"/>
                <a:gd name="T6" fmla="*/ 43 w 43"/>
                <a:gd name="T7" fmla="*/ 93 h 93"/>
                <a:gd name="T8" fmla="*/ 43 w 43"/>
                <a:gd name="T9" fmla="*/ 93 h 93"/>
                <a:gd name="T10" fmla="*/ 41 w 43"/>
                <a:gd name="T11" fmla="*/ 83 h 93"/>
                <a:gd name="T12" fmla="*/ 0 w 43"/>
                <a:gd name="T13" fmla="*/ 0 h 93"/>
              </a:gdLst>
              <a:ahLst/>
              <a:cxnLst>
                <a:cxn ang="0">
                  <a:pos x="T0" y="T1"/>
                </a:cxn>
                <a:cxn ang="0">
                  <a:pos x="T2" y="T3"/>
                </a:cxn>
                <a:cxn ang="0">
                  <a:pos x="T4" y="T5"/>
                </a:cxn>
                <a:cxn ang="0">
                  <a:pos x="T6" y="T7"/>
                </a:cxn>
                <a:cxn ang="0">
                  <a:pos x="T8" y="T9"/>
                </a:cxn>
                <a:cxn ang="0">
                  <a:pos x="T10" y="T11"/>
                </a:cxn>
                <a:cxn ang="0">
                  <a:pos x="T12" y="T13"/>
                </a:cxn>
              </a:cxnLst>
              <a:rect l="0" t="0" r="r" b="b"/>
              <a:pathLst>
                <a:path w="43" h="93">
                  <a:moveTo>
                    <a:pt x="0" y="0"/>
                  </a:moveTo>
                  <a:lnTo>
                    <a:pt x="0" y="0"/>
                  </a:lnTo>
                  <a:lnTo>
                    <a:pt x="43" y="93"/>
                  </a:lnTo>
                  <a:lnTo>
                    <a:pt x="43" y="93"/>
                  </a:lnTo>
                  <a:lnTo>
                    <a:pt x="43" y="93"/>
                  </a:lnTo>
                  <a:lnTo>
                    <a:pt x="41" y="83"/>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302"/>
            <p:cNvSpPr>
              <a:spLocks/>
            </p:cNvSpPr>
            <p:nvPr/>
          </p:nvSpPr>
          <p:spPr bwMode="auto">
            <a:xfrm>
              <a:off x="6719854" y="5219041"/>
              <a:ext cx="8447" cy="8447"/>
            </a:xfrm>
            <a:custGeom>
              <a:avLst/>
              <a:gdLst>
                <a:gd name="T0" fmla="*/ 1 w 3"/>
                <a:gd name="T1" fmla="*/ 0 h 3"/>
                <a:gd name="T2" fmla="*/ 0 w 3"/>
                <a:gd name="T3" fmla="*/ 1 h 3"/>
                <a:gd name="T4" fmla="*/ 1 w 3"/>
                <a:gd name="T5" fmla="*/ 0 h 3"/>
                <a:gd name="T6" fmla="*/ 3 w 3"/>
                <a:gd name="T7" fmla="*/ 3 h 3"/>
                <a:gd name="T8" fmla="*/ 3 w 3"/>
                <a:gd name="T9" fmla="*/ 3 h 3"/>
                <a:gd name="T10" fmla="*/ 1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1" y="0"/>
                  </a:moveTo>
                  <a:cubicBezTo>
                    <a:pt x="1" y="0"/>
                    <a:pt x="0" y="0"/>
                    <a:pt x="0" y="1"/>
                  </a:cubicBezTo>
                  <a:cubicBezTo>
                    <a:pt x="1" y="0"/>
                    <a:pt x="1" y="0"/>
                    <a:pt x="1" y="0"/>
                  </a:cubicBezTo>
                  <a:cubicBezTo>
                    <a:pt x="3" y="3"/>
                    <a:pt x="3" y="3"/>
                    <a:pt x="3" y="3"/>
                  </a:cubicBezTo>
                  <a:cubicBezTo>
                    <a:pt x="3" y="3"/>
                    <a:pt x="3" y="3"/>
                    <a:pt x="3" y="3"/>
                  </a:cubicBezTo>
                  <a:cubicBezTo>
                    <a:pt x="1" y="0"/>
                    <a:pt x="1" y="0"/>
                    <a:pt x="1"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Oval 330"/>
            <p:cNvSpPr>
              <a:spLocks noChangeArrowheads="1"/>
            </p:cNvSpPr>
            <p:nvPr/>
          </p:nvSpPr>
          <p:spPr bwMode="auto">
            <a:xfrm>
              <a:off x="6443524" y="5007871"/>
              <a:ext cx="685396" cy="685396"/>
            </a:xfrm>
            <a:prstGeom prst="ellipse">
              <a:avLst/>
            </a:prstGeom>
            <a:solidFill>
              <a:srgbClr val="309E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Oval 331"/>
            <p:cNvSpPr>
              <a:spLocks noChangeArrowheads="1"/>
            </p:cNvSpPr>
            <p:nvPr/>
          </p:nvSpPr>
          <p:spPr bwMode="auto">
            <a:xfrm>
              <a:off x="6531612" y="5095960"/>
              <a:ext cx="511633" cy="511633"/>
            </a:xfrm>
            <a:prstGeom prst="ellipse">
              <a:avLst/>
            </a:prstGeom>
            <a:gradFill flip="none" rotWithShape="1">
              <a:gsLst>
                <a:gs pos="0">
                  <a:srgbClr val="F0F0F0"/>
                </a:gs>
                <a:gs pos="100000">
                  <a:srgbClr val="F1F1F1"/>
                </a:gs>
              </a:gsLst>
              <a:lin ang="2700000" scaled="1"/>
              <a:tileRect/>
            </a:gradFill>
            <a:ln w="28575">
              <a:gradFill flip="none" rotWithShape="1">
                <a:gsLst>
                  <a:gs pos="100000">
                    <a:srgbClr val="FFFFFF"/>
                  </a:gs>
                  <a:gs pos="0">
                    <a:srgbClr val="CECED0"/>
                  </a:gs>
                </a:gsLst>
                <a:lin ang="13500000" scaled="1"/>
                <a:tileRect/>
              </a:gra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97" name="文本框 196"/>
            <p:cNvSpPr txBox="1"/>
            <p:nvPr/>
          </p:nvSpPr>
          <p:spPr>
            <a:xfrm>
              <a:off x="6534569" y="5125180"/>
              <a:ext cx="514885" cy="461665"/>
            </a:xfrm>
            <a:prstGeom prst="rect">
              <a:avLst/>
            </a:prstGeom>
            <a:noFill/>
          </p:spPr>
          <p:txBody>
            <a:bodyPr wrap="none" rtlCol="0" anchor="ctr">
              <a:spAutoFit/>
            </a:bodyPr>
            <a:lstStyle/>
            <a:p>
              <a:r>
                <a:rPr lang="en-US" altLang="zh-CN" sz="2400" dirty="0">
                  <a:solidFill>
                    <a:srgbClr val="309DD9"/>
                  </a:solidFill>
                  <a:latin typeface="Impact" panose="020B0806030902050204" pitchFamily="34" charset="0"/>
                </a:rPr>
                <a:t>05</a:t>
              </a:r>
            </a:p>
          </p:txBody>
        </p:sp>
      </p:grpSp>
      <p:grpSp>
        <p:nvGrpSpPr>
          <p:cNvPr id="198" name="组合 112"/>
          <p:cNvGrpSpPr/>
          <p:nvPr/>
        </p:nvGrpSpPr>
        <p:grpSpPr>
          <a:xfrm>
            <a:off x="7568498" y="3129475"/>
            <a:ext cx="685396" cy="685396"/>
            <a:chOff x="5035325" y="5019938"/>
            <a:chExt cx="685396" cy="685396"/>
          </a:xfrm>
        </p:grpSpPr>
        <p:sp>
          <p:nvSpPr>
            <p:cNvPr id="199" name="Freeform 282"/>
            <p:cNvSpPr>
              <a:spLocks/>
            </p:cNvSpPr>
            <p:nvPr/>
          </p:nvSpPr>
          <p:spPr bwMode="auto">
            <a:xfrm>
              <a:off x="5392504" y="5342123"/>
              <a:ext cx="2413"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cubicBezTo>
                    <a:pt x="1" y="0"/>
                    <a:pt x="0" y="0"/>
                    <a:pt x="0"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297"/>
            <p:cNvSpPr>
              <a:spLocks/>
            </p:cNvSpPr>
            <p:nvPr/>
          </p:nvSpPr>
          <p:spPr bwMode="auto">
            <a:xfrm>
              <a:off x="5384057" y="5227488"/>
              <a:ext cx="50681" cy="112222"/>
            </a:xfrm>
            <a:custGeom>
              <a:avLst/>
              <a:gdLst>
                <a:gd name="T0" fmla="*/ 42 w 42"/>
                <a:gd name="T1" fmla="*/ 0 h 93"/>
                <a:gd name="T2" fmla="*/ 4 w 42"/>
                <a:gd name="T3" fmla="*/ 83 h 93"/>
                <a:gd name="T4" fmla="*/ 0 w 42"/>
                <a:gd name="T5" fmla="*/ 93 h 93"/>
                <a:gd name="T6" fmla="*/ 0 w 42"/>
                <a:gd name="T7" fmla="*/ 93 h 93"/>
                <a:gd name="T8" fmla="*/ 0 w 42"/>
                <a:gd name="T9" fmla="*/ 93 h 93"/>
                <a:gd name="T10" fmla="*/ 35 w 42"/>
                <a:gd name="T11" fmla="*/ 14 h 93"/>
                <a:gd name="T12" fmla="*/ 42 w 42"/>
                <a:gd name="T13" fmla="*/ 0 h 93"/>
                <a:gd name="T14" fmla="*/ 42 w 42"/>
                <a:gd name="T15" fmla="*/ 0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93">
                  <a:moveTo>
                    <a:pt x="42" y="0"/>
                  </a:moveTo>
                  <a:lnTo>
                    <a:pt x="4" y="83"/>
                  </a:lnTo>
                  <a:lnTo>
                    <a:pt x="0" y="93"/>
                  </a:lnTo>
                  <a:lnTo>
                    <a:pt x="0" y="93"/>
                  </a:lnTo>
                  <a:lnTo>
                    <a:pt x="0" y="93"/>
                  </a:lnTo>
                  <a:lnTo>
                    <a:pt x="35" y="14"/>
                  </a:lnTo>
                  <a:lnTo>
                    <a:pt x="42" y="0"/>
                  </a:lnTo>
                  <a:lnTo>
                    <a:pt x="4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298"/>
            <p:cNvSpPr>
              <a:spLocks/>
            </p:cNvSpPr>
            <p:nvPr/>
          </p:nvSpPr>
          <p:spPr bwMode="auto">
            <a:xfrm>
              <a:off x="5384057" y="5227488"/>
              <a:ext cx="50681" cy="112222"/>
            </a:xfrm>
            <a:custGeom>
              <a:avLst/>
              <a:gdLst>
                <a:gd name="T0" fmla="*/ 42 w 42"/>
                <a:gd name="T1" fmla="*/ 0 h 93"/>
                <a:gd name="T2" fmla="*/ 4 w 42"/>
                <a:gd name="T3" fmla="*/ 83 h 93"/>
                <a:gd name="T4" fmla="*/ 0 w 42"/>
                <a:gd name="T5" fmla="*/ 93 h 93"/>
                <a:gd name="T6" fmla="*/ 0 w 42"/>
                <a:gd name="T7" fmla="*/ 93 h 93"/>
                <a:gd name="T8" fmla="*/ 0 w 42"/>
                <a:gd name="T9" fmla="*/ 93 h 93"/>
                <a:gd name="T10" fmla="*/ 35 w 42"/>
                <a:gd name="T11" fmla="*/ 14 h 93"/>
                <a:gd name="T12" fmla="*/ 42 w 42"/>
                <a:gd name="T13" fmla="*/ 0 h 93"/>
                <a:gd name="T14" fmla="*/ 42 w 42"/>
                <a:gd name="T15" fmla="*/ 0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93">
                  <a:moveTo>
                    <a:pt x="42" y="0"/>
                  </a:moveTo>
                  <a:lnTo>
                    <a:pt x="4" y="83"/>
                  </a:lnTo>
                  <a:lnTo>
                    <a:pt x="0" y="93"/>
                  </a:lnTo>
                  <a:lnTo>
                    <a:pt x="0" y="93"/>
                  </a:lnTo>
                  <a:lnTo>
                    <a:pt x="0" y="93"/>
                  </a:lnTo>
                  <a:lnTo>
                    <a:pt x="35" y="14"/>
                  </a:lnTo>
                  <a:lnTo>
                    <a:pt x="42" y="0"/>
                  </a:lnTo>
                  <a:lnTo>
                    <a:pt x="4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299"/>
            <p:cNvSpPr>
              <a:spLocks/>
            </p:cNvSpPr>
            <p:nvPr/>
          </p:nvSpPr>
          <p:spPr bwMode="auto">
            <a:xfrm>
              <a:off x="5426291" y="5219041"/>
              <a:ext cx="20514" cy="25341"/>
            </a:xfrm>
            <a:custGeom>
              <a:avLst/>
              <a:gdLst>
                <a:gd name="T0" fmla="*/ 5 w 7"/>
                <a:gd name="T1" fmla="*/ 0 h 9"/>
                <a:gd name="T2" fmla="*/ 3 w 7"/>
                <a:gd name="T3" fmla="*/ 3 h 9"/>
                <a:gd name="T4" fmla="*/ 3 w 7"/>
                <a:gd name="T5" fmla="*/ 3 h 9"/>
                <a:gd name="T6" fmla="*/ 0 w 7"/>
                <a:gd name="T7" fmla="*/ 9 h 9"/>
                <a:gd name="T8" fmla="*/ 5 w 7"/>
                <a:gd name="T9" fmla="*/ 0 h 9"/>
                <a:gd name="T10" fmla="*/ 7 w 7"/>
                <a:gd name="T11" fmla="*/ 1 h 9"/>
                <a:gd name="T12" fmla="*/ 5 w 7"/>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7" h="9">
                  <a:moveTo>
                    <a:pt x="5" y="0"/>
                  </a:moveTo>
                  <a:cubicBezTo>
                    <a:pt x="3" y="3"/>
                    <a:pt x="3" y="3"/>
                    <a:pt x="3" y="3"/>
                  </a:cubicBezTo>
                  <a:cubicBezTo>
                    <a:pt x="3" y="3"/>
                    <a:pt x="3" y="3"/>
                    <a:pt x="3" y="3"/>
                  </a:cubicBezTo>
                  <a:cubicBezTo>
                    <a:pt x="0" y="9"/>
                    <a:pt x="0" y="9"/>
                    <a:pt x="0" y="9"/>
                  </a:cubicBezTo>
                  <a:cubicBezTo>
                    <a:pt x="5" y="0"/>
                    <a:pt x="5" y="0"/>
                    <a:pt x="5" y="0"/>
                  </a:cubicBezTo>
                  <a:cubicBezTo>
                    <a:pt x="7" y="1"/>
                    <a:pt x="7" y="1"/>
                    <a:pt x="7" y="1"/>
                  </a:cubicBezTo>
                  <a:cubicBezTo>
                    <a:pt x="6" y="0"/>
                    <a:pt x="6" y="0"/>
                    <a:pt x="5"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Oval 332"/>
            <p:cNvSpPr>
              <a:spLocks noChangeArrowheads="1"/>
            </p:cNvSpPr>
            <p:nvPr/>
          </p:nvSpPr>
          <p:spPr bwMode="auto">
            <a:xfrm>
              <a:off x="5035325" y="5019938"/>
              <a:ext cx="685396" cy="685396"/>
            </a:xfrm>
            <a:prstGeom prst="ellipse">
              <a:avLst/>
            </a:prstGeom>
            <a:solidFill>
              <a:srgbClr val="0F8E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Oval 333"/>
            <p:cNvSpPr>
              <a:spLocks noChangeArrowheads="1"/>
            </p:cNvSpPr>
            <p:nvPr/>
          </p:nvSpPr>
          <p:spPr bwMode="auto">
            <a:xfrm>
              <a:off x="5123414" y="5108026"/>
              <a:ext cx="511633" cy="511633"/>
            </a:xfrm>
            <a:prstGeom prst="ellipse">
              <a:avLst/>
            </a:prstGeom>
            <a:gradFill flip="none" rotWithShape="1">
              <a:gsLst>
                <a:gs pos="0">
                  <a:srgbClr val="F0F0F0"/>
                </a:gs>
                <a:gs pos="100000">
                  <a:srgbClr val="F1F1F1"/>
                </a:gs>
              </a:gsLst>
              <a:lin ang="2700000" scaled="1"/>
              <a:tileRect/>
            </a:gradFill>
            <a:ln w="28575">
              <a:gradFill flip="none" rotWithShape="1">
                <a:gsLst>
                  <a:gs pos="100000">
                    <a:srgbClr val="FFFFFF"/>
                  </a:gs>
                  <a:gs pos="0">
                    <a:srgbClr val="CECED0"/>
                  </a:gs>
                </a:gsLst>
                <a:lin ang="13500000" scaled="1"/>
                <a:tileRect/>
              </a:gra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05" name="Freeform 344"/>
            <p:cNvSpPr>
              <a:spLocks/>
            </p:cNvSpPr>
            <p:nvPr/>
          </p:nvSpPr>
          <p:spPr bwMode="auto">
            <a:xfrm>
              <a:off x="5326136" y="5348156"/>
              <a:ext cx="8447" cy="2413"/>
            </a:xfrm>
            <a:custGeom>
              <a:avLst/>
              <a:gdLst>
                <a:gd name="T0" fmla="*/ 1 w 3"/>
                <a:gd name="T1" fmla="*/ 0 h 1"/>
                <a:gd name="T2" fmla="*/ 0 w 3"/>
                <a:gd name="T3" fmla="*/ 1 h 1"/>
                <a:gd name="T4" fmla="*/ 0 w 3"/>
                <a:gd name="T5" fmla="*/ 1 h 1"/>
                <a:gd name="T6" fmla="*/ 3 w 3"/>
                <a:gd name="T7" fmla="*/ 0 h 1"/>
                <a:gd name="T8" fmla="*/ 1 w 3"/>
                <a:gd name="T9" fmla="*/ 0 h 1"/>
              </a:gdLst>
              <a:ahLst/>
              <a:cxnLst>
                <a:cxn ang="0">
                  <a:pos x="T0" y="T1"/>
                </a:cxn>
                <a:cxn ang="0">
                  <a:pos x="T2" y="T3"/>
                </a:cxn>
                <a:cxn ang="0">
                  <a:pos x="T4" y="T5"/>
                </a:cxn>
                <a:cxn ang="0">
                  <a:pos x="T6" y="T7"/>
                </a:cxn>
                <a:cxn ang="0">
                  <a:pos x="T8" y="T9"/>
                </a:cxn>
              </a:cxnLst>
              <a:rect l="0" t="0" r="r" b="b"/>
              <a:pathLst>
                <a:path w="3" h="1">
                  <a:moveTo>
                    <a:pt x="1" y="0"/>
                  </a:moveTo>
                  <a:cubicBezTo>
                    <a:pt x="1" y="1"/>
                    <a:pt x="0" y="0"/>
                    <a:pt x="0" y="1"/>
                  </a:cubicBezTo>
                  <a:cubicBezTo>
                    <a:pt x="0" y="1"/>
                    <a:pt x="0" y="1"/>
                    <a:pt x="0" y="1"/>
                  </a:cubicBezTo>
                  <a:cubicBezTo>
                    <a:pt x="1" y="1"/>
                    <a:pt x="3" y="1"/>
                    <a:pt x="3" y="0"/>
                  </a:cubicBezTo>
                  <a:cubicBezTo>
                    <a:pt x="2" y="0"/>
                    <a:pt x="1" y="0"/>
                    <a:pt x="1" y="0"/>
                  </a:cubicBezTo>
                  <a:close/>
                </a:path>
              </a:pathLst>
            </a:custGeom>
            <a:solidFill>
              <a:srgbClr val="0F8E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345"/>
            <p:cNvSpPr>
              <a:spLocks/>
            </p:cNvSpPr>
            <p:nvPr/>
          </p:nvSpPr>
          <p:spPr bwMode="auto">
            <a:xfrm>
              <a:off x="5400951" y="5279375"/>
              <a:ext cx="14480" cy="6034"/>
            </a:xfrm>
            <a:custGeom>
              <a:avLst/>
              <a:gdLst>
                <a:gd name="T0" fmla="*/ 3 w 5"/>
                <a:gd name="T1" fmla="*/ 2 h 2"/>
                <a:gd name="T2" fmla="*/ 3 w 5"/>
                <a:gd name="T3" fmla="*/ 0 h 2"/>
                <a:gd name="T4" fmla="*/ 0 w 5"/>
                <a:gd name="T5" fmla="*/ 1 h 2"/>
                <a:gd name="T6" fmla="*/ 1 w 5"/>
                <a:gd name="T7" fmla="*/ 1 h 2"/>
                <a:gd name="T8" fmla="*/ 3 w 5"/>
                <a:gd name="T9" fmla="*/ 2 h 2"/>
              </a:gdLst>
              <a:ahLst/>
              <a:cxnLst>
                <a:cxn ang="0">
                  <a:pos x="T0" y="T1"/>
                </a:cxn>
                <a:cxn ang="0">
                  <a:pos x="T2" y="T3"/>
                </a:cxn>
                <a:cxn ang="0">
                  <a:pos x="T4" y="T5"/>
                </a:cxn>
                <a:cxn ang="0">
                  <a:pos x="T6" y="T7"/>
                </a:cxn>
                <a:cxn ang="0">
                  <a:pos x="T8" y="T9"/>
                </a:cxn>
              </a:cxnLst>
              <a:rect l="0" t="0" r="r" b="b"/>
              <a:pathLst>
                <a:path w="5" h="2">
                  <a:moveTo>
                    <a:pt x="3" y="2"/>
                  </a:moveTo>
                  <a:cubicBezTo>
                    <a:pt x="3" y="2"/>
                    <a:pt x="5" y="0"/>
                    <a:pt x="3" y="0"/>
                  </a:cubicBezTo>
                  <a:cubicBezTo>
                    <a:pt x="2" y="1"/>
                    <a:pt x="1" y="0"/>
                    <a:pt x="0" y="1"/>
                  </a:cubicBezTo>
                  <a:cubicBezTo>
                    <a:pt x="1" y="1"/>
                    <a:pt x="1" y="1"/>
                    <a:pt x="1" y="1"/>
                  </a:cubicBezTo>
                  <a:cubicBezTo>
                    <a:pt x="1" y="2"/>
                    <a:pt x="2" y="2"/>
                    <a:pt x="3" y="2"/>
                  </a:cubicBezTo>
                  <a:close/>
                </a:path>
              </a:pathLst>
            </a:custGeom>
            <a:solidFill>
              <a:srgbClr val="0F8E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346"/>
            <p:cNvSpPr>
              <a:spLocks/>
            </p:cNvSpPr>
            <p:nvPr/>
          </p:nvSpPr>
          <p:spPr bwMode="auto">
            <a:xfrm>
              <a:off x="5411810" y="5293856"/>
              <a:ext cx="8447" cy="8447"/>
            </a:xfrm>
            <a:custGeom>
              <a:avLst/>
              <a:gdLst>
                <a:gd name="T0" fmla="*/ 1 w 3"/>
                <a:gd name="T1" fmla="*/ 2 h 3"/>
                <a:gd name="T2" fmla="*/ 2 w 3"/>
                <a:gd name="T3" fmla="*/ 1 h 3"/>
                <a:gd name="T4" fmla="*/ 1 w 3"/>
                <a:gd name="T5" fmla="*/ 2 h 3"/>
                <a:gd name="T6" fmla="*/ 1 w 3"/>
                <a:gd name="T7" fmla="*/ 2 h 3"/>
              </a:gdLst>
              <a:ahLst/>
              <a:cxnLst>
                <a:cxn ang="0">
                  <a:pos x="T0" y="T1"/>
                </a:cxn>
                <a:cxn ang="0">
                  <a:pos x="T2" y="T3"/>
                </a:cxn>
                <a:cxn ang="0">
                  <a:pos x="T4" y="T5"/>
                </a:cxn>
                <a:cxn ang="0">
                  <a:pos x="T6" y="T7"/>
                </a:cxn>
              </a:cxnLst>
              <a:rect l="0" t="0" r="r" b="b"/>
              <a:pathLst>
                <a:path w="3" h="3">
                  <a:moveTo>
                    <a:pt x="1" y="2"/>
                  </a:moveTo>
                  <a:cubicBezTo>
                    <a:pt x="2" y="2"/>
                    <a:pt x="3" y="1"/>
                    <a:pt x="2" y="1"/>
                  </a:cubicBezTo>
                  <a:cubicBezTo>
                    <a:pt x="1" y="0"/>
                    <a:pt x="0" y="1"/>
                    <a:pt x="1" y="2"/>
                  </a:cubicBezTo>
                  <a:cubicBezTo>
                    <a:pt x="0" y="3"/>
                    <a:pt x="1" y="3"/>
                    <a:pt x="1" y="2"/>
                  </a:cubicBezTo>
                  <a:close/>
                </a:path>
              </a:pathLst>
            </a:custGeom>
            <a:solidFill>
              <a:srgbClr val="0F8E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347"/>
            <p:cNvSpPr>
              <a:spLocks/>
            </p:cNvSpPr>
            <p:nvPr/>
          </p:nvSpPr>
          <p:spPr bwMode="auto">
            <a:xfrm>
              <a:off x="5311656" y="5342123"/>
              <a:ext cx="14480" cy="6034"/>
            </a:xfrm>
            <a:custGeom>
              <a:avLst/>
              <a:gdLst>
                <a:gd name="T0" fmla="*/ 5 w 5"/>
                <a:gd name="T1" fmla="*/ 2 h 2"/>
                <a:gd name="T2" fmla="*/ 1 w 5"/>
                <a:gd name="T3" fmla="*/ 1 h 2"/>
                <a:gd name="T4" fmla="*/ 3 w 5"/>
                <a:gd name="T5" fmla="*/ 1 h 2"/>
                <a:gd name="T6" fmla="*/ 4 w 5"/>
                <a:gd name="T7" fmla="*/ 2 h 2"/>
                <a:gd name="T8" fmla="*/ 5 w 5"/>
                <a:gd name="T9" fmla="*/ 2 h 2"/>
              </a:gdLst>
              <a:ahLst/>
              <a:cxnLst>
                <a:cxn ang="0">
                  <a:pos x="T0" y="T1"/>
                </a:cxn>
                <a:cxn ang="0">
                  <a:pos x="T2" y="T3"/>
                </a:cxn>
                <a:cxn ang="0">
                  <a:pos x="T4" y="T5"/>
                </a:cxn>
                <a:cxn ang="0">
                  <a:pos x="T6" y="T7"/>
                </a:cxn>
                <a:cxn ang="0">
                  <a:pos x="T8" y="T9"/>
                </a:cxn>
              </a:cxnLst>
              <a:rect l="0" t="0" r="r" b="b"/>
              <a:pathLst>
                <a:path w="5" h="2">
                  <a:moveTo>
                    <a:pt x="5" y="2"/>
                  </a:moveTo>
                  <a:cubicBezTo>
                    <a:pt x="5" y="1"/>
                    <a:pt x="0" y="0"/>
                    <a:pt x="1" y="1"/>
                  </a:cubicBezTo>
                  <a:cubicBezTo>
                    <a:pt x="0" y="0"/>
                    <a:pt x="3" y="1"/>
                    <a:pt x="3" y="1"/>
                  </a:cubicBezTo>
                  <a:cubicBezTo>
                    <a:pt x="3" y="1"/>
                    <a:pt x="3" y="2"/>
                    <a:pt x="4" y="2"/>
                  </a:cubicBezTo>
                  <a:lnTo>
                    <a:pt x="5" y="2"/>
                  </a:lnTo>
                  <a:close/>
                </a:path>
              </a:pathLst>
            </a:custGeom>
            <a:solidFill>
              <a:srgbClr val="0F8E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文本框 208"/>
            <p:cNvSpPr txBox="1"/>
            <p:nvPr/>
          </p:nvSpPr>
          <p:spPr>
            <a:xfrm>
              <a:off x="5137208" y="5118672"/>
              <a:ext cx="516488" cy="461665"/>
            </a:xfrm>
            <a:prstGeom prst="rect">
              <a:avLst/>
            </a:prstGeom>
            <a:noFill/>
          </p:spPr>
          <p:txBody>
            <a:bodyPr wrap="none" rtlCol="0" anchor="ctr">
              <a:spAutoFit/>
            </a:bodyPr>
            <a:lstStyle/>
            <a:p>
              <a:r>
                <a:rPr lang="en-US" altLang="zh-CN" sz="2400" dirty="0">
                  <a:solidFill>
                    <a:srgbClr val="0F8C81"/>
                  </a:solidFill>
                  <a:latin typeface="Impact" panose="020B0806030902050204" pitchFamily="34" charset="0"/>
                </a:rPr>
                <a:t>06</a:t>
              </a:r>
            </a:p>
          </p:txBody>
        </p:sp>
      </p:grpSp>
      <p:sp>
        <p:nvSpPr>
          <p:cNvPr id="210" name="文本框 209"/>
          <p:cNvSpPr txBox="1"/>
          <p:nvPr/>
        </p:nvSpPr>
        <p:spPr>
          <a:xfrm>
            <a:off x="5257901" y="3184478"/>
            <a:ext cx="1669461" cy="504241"/>
          </a:xfrm>
          <a:prstGeom prst="rect">
            <a:avLst/>
          </a:prstGeom>
          <a:noFill/>
        </p:spPr>
        <p:txBody>
          <a:bodyPr wrap="square" rtlCol="0">
            <a:spAutoFit/>
          </a:bodyPr>
          <a:lstStyle/>
          <a:p>
            <a:pPr algn="ctr">
              <a:lnSpc>
                <a:spcPct val="120000"/>
              </a:lnSpc>
            </a:pPr>
            <a:r>
              <a:rPr lang="zh-CN" altLang="en-US" sz="2400" b="1" dirty="0">
                <a:solidFill>
                  <a:srgbClr val="81B843"/>
                </a:solidFill>
              </a:rPr>
              <a:t>添加标题</a:t>
            </a:r>
            <a:endParaRPr lang="en-US" altLang="zh-CN" sz="2400" b="1" dirty="0">
              <a:solidFill>
                <a:srgbClr val="81B843"/>
              </a:solidFill>
            </a:endParaRPr>
          </a:p>
        </p:txBody>
      </p:sp>
      <p:sp>
        <p:nvSpPr>
          <p:cNvPr id="211" name="Rectangle 58"/>
          <p:cNvSpPr/>
          <p:nvPr/>
        </p:nvSpPr>
        <p:spPr>
          <a:xfrm>
            <a:off x="5370566" y="3604746"/>
            <a:ext cx="1458887"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添加内容</a:t>
            </a:r>
          </a:p>
        </p:txBody>
      </p:sp>
      <p:sp>
        <p:nvSpPr>
          <p:cNvPr id="212" name="文本框 211"/>
          <p:cNvSpPr txBox="1"/>
          <p:nvPr/>
        </p:nvSpPr>
        <p:spPr>
          <a:xfrm>
            <a:off x="4667741" y="654712"/>
            <a:ext cx="2856518" cy="830997"/>
          </a:xfrm>
          <a:prstGeom prst="rect">
            <a:avLst/>
          </a:prstGeom>
          <a:noFill/>
        </p:spPr>
        <p:txBody>
          <a:bodyPr wrap="square" rtlCol="0">
            <a:spAutoFit/>
          </a:bodyPr>
          <a:lstStyle/>
          <a:p>
            <a:pPr algn="ctr">
              <a:lnSpc>
                <a:spcPct val="120000"/>
              </a:lnSpc>
            </a:pPr>
            <a:r>
              <a:rPr lang="zh-CN" altLang="en-US" sz="2400" b="1" dirty="0">
                <a:solidFill>
                  <a:srgbClr val="36499A"/>
                </a:solidFill>
              </a:rPr>
              <a:t>添加标题</a:t>
            </a:r>
            <a:endParaRPr lang="en-US" altLang="zh-CN" sz="2400" b="1" dirty="0">
              <a:solidFill>
                <a:srgbClr val="36499A"/>
              </a:solidFill>
            </a:endParaRPr>
          </a:p>
          <a:p>
            <a:pPr algn="ctr">
              <a:lnSpc>
                <a:spcPct val="120000"/>
              </a:lnSpc>
            </a:pPr>
            <a:r>
              <a:rPr lang="zh-CN" altLang="en-US" sz="1600" dirty="0">
                <a:solidFill>
                  <a:schemeClr val="tx1">
                    <a:lumMod val="65000"/>
                    <a:lumOff val="35000"/>
                  </a:schemeClr>
                </a:solidFill>
              </a:rPr>
              <a:t>添加内容添加内容</a:t>
            </a:r>
          </a:p>
        </p:txBody>
      </p:sp>
      <p:sp>
        <p:nvSpPr>
          <p:cNvPr id="213" name="文本框 212"/>
          <p:cNvSpPr txBox="1"/>
          <p:nvPr/>
        </p:nvSpPr>
        <p:spPr>
          <a:xfrm>
            <a:off x="1086508" y="3026508"/>
            <a:ext cx="2856518" cy="830997"/>
          </a:xfrm>
          <a:prstGeom prst="rect">
            <a:avLst/>
          </a:prstGeom>
          <a:noFill/>
        </p:spPr>
        <p:txBody>
          <a:bodyPr wrap="square" rtlCol="0">
            <a:spAutoFit/>
          </a:bodyPr>
          <a:lstStyle/>
          <a:p>
            <a:pPr algn="r">
              <a:lnSpc>
                <a:spcPct val="120000"/>
              </a:lnSpc>
            </a:pPr>
            <a:r>
              <a:rPr lang="zh-CN" altLang="en-US" sz="2400" b="1" dirty="0">
                <a:solidFill>
                  <a:srgbClr val="BA1655"/>
                </a:solidFill>
              </a:rPr>
              <a:t>添加标题</a:t>
            </a:r>
            <a:endParaRPr lang="en-US" altLang="zh-CN" sz="2400" b="1" dirty="0">
              <a:solidFill>
                <a:srgbClr val="BA1655"/>
              </a:solidFill>
            </a:endParaRPr>
          </a:p>
          <a:p>
            <a:pPr algn="r">
              <a:lnSpc>
                <a:spcPct val="120000"/>
              </a:lnSpc>
            </a:pPr>
            <a:r>
              <a:rPr lang="zh-CN" altLang="en-US" sz="1600" dirty="0">
                <a:solidFill>
                  <a:schemeClr val="tx1">
                    <a:lumMod val="65000"/>
                    <a:lumOff val="35000"/>
                  </a:schemeClr>
                </a:solidFill>
              </a:rPr>
              <a:t>添加内容添加内容</a:t>
            </a:r>
          </a:p>
        </p:txBody>
      </p:sp>
      <p:sp>
        <p:nvSpPr>
          <p:cNvPr id="214" name="文本框 213"/>
          <p:cNvSpPr txBox="1"/>
          <p:nvPr/>
        </p:nvSpPr>
        <p:spPr>
          <a:xfrm>
            <a:off x="1231492" y="4397672"/>
            <a:ext cx="2856518" cy="830997"/>
          </a:xfrm>
          <a:prstGeom prst="rect">
            <a:avLst/>
          </a:prstGeom>
          <a:noFill/>
        </p:spPr>
        <p:txBody>
          <a:bodyPr wrap="square" rtlCol="0">
            <a:spAutoFit/>
          </a:bodyPr>
          <a:lstStyle/>
          <a:p>
            <a:pPr algn="r">
              <a:lnSpc>
                <a:spcPct val="120000"/>
              </a:lnSpc>
            </a:pPr>
            <a:r>
              <a:rPr lang="zh-CN" altLang="en-US" sz="2400" b="1" dirty="0">
                <a:solidFill>
                  <a:srgbClr val="F0951A"/>
                </a:solidFill>
              </a:rPr>
              <a:t>添加标题</a:t>
            </a:r>
            <a:endParaRPr lang="en-US" altLang="zh-CN" sz="2400" b="1" dirty="0">
              <a:solidFill>
                <a:srgbClr val="F0951A"/>
              </a:solidFill>
            </a:endParaRPr>
          </a:p>
          <a:p>
            <a:pPr algn="r">
              <a:lnSpc>
                <a:spcPct val="120000"/>
              </a:lnSpc>
            </a:pPr>
            <a:r>
              <a:rPr lang="zh-CN" altLang="en-US" sz="1600" dirty="0">
                <a:solidFill>
                  <a:schemeClr val="tx1">
                    <a:lumMod val="65000"/>
                    <a:lumOff val="35000"/>
                  </a:schemeClr>
                </a:solidFill>
              </a:rPr>
              <a:t>添加内容添加内容</a:t>
            </a:r>
          </a:p>
        </p:txBody>
      </p:sp>
      <p:sp>
        <p:nvSpPr>
          <p:cNvPr id="215" name="文本框 214"/>
          <p:cNvSpPr txBox="1"/>
          <p:nvPr/>
        </p:nvSpPr>
        <p:spPr>
          <a:xfrm>
            <a:off x="1618063" y="1884516"/>
            <a:ext cx="2856518" cy="830997"/>
          </a:xfrm>
          <a:prstGeom prst="rect">
            <a:avLst/>
          </a:prstGeom>
          <a:noFill/>
        </p:spPr>
        <p:txBody>
          <a:bodyPr wrap="square" rtlCol="0">
            <a:spAutoFit/>
          </a:bodyPr>
          <a:lstStyle/>
          <a:p>
            <a:pPr algn="r">
              <a:lnSpc>
                <a:spcPct val="120000"/>
              </a:lnSpc>
            </a:pPr>
            <a:r>
              <a:rPr lang="zh-CN" altLang="en-US" sz="2400" b="1" dirty="0">
                <a:solidFill>
                  <a:srgbClr val="7F378D"/>
                </a:solidFill>
              </a:rPr>
              <a:t>添加标题</a:t>
            </a:r>
            <a:endParaRPr lang="en-US" altLang="zh-CN" sz="2400" b="1" dirty="0">
              <a:solidFill>
                <a:srgbClr val="7F378D"/>
              </a:solidFill>
            </a:endParaRPr>
          </a:p>
          <a:p>
            <a:pPr algn="r">
              <a:lnSpc>
                <a:spcPct val="120000"/>
              </a:lnSpc>
            </a:pPr>
            <a:r>
              <a:rPr lang="zh-CN" altLang="en-US" sz="1600" dirty="0">
                <a:solidFill>
                  <a:schemeClr val="tx1">
                    <a:lumMod val="65000"/>
                    <a:lumOff val="35000"/>
                  </a:schemeClr>
                </a:solidFill>
              </a:rPr>
              <a:t>添加内容添加内容</a:t>
            </a:r>
          </a:p>
        </p:txBody>
      </p:sp>
      <p:sp>
        <p:nvSpPr>
          <p:cNvPr id="216" name="文本框 215"/>
          <p:cNvSpPr txBox="1"/>
          <p:nvPr/>
        </p:nvSpPr>
        <p:spPr>
          <a:xfrm>
            <a:off x="8097802" y="4397672"/>
            <a:ext cx="2856518" cy="830997"/>
          </a:xfrm>
          <a:prstGeom prst="rect">
            <a:avLst/>
          </a:prstGeom>
          <a:noFill/>
        </p:spPr>
        <p:txBody>
          <a:bodyPr wrap="square" rtlCol="0">
            <a:spAutoFit/>
          </a:bodyPr>
          <a:lstStyle/>
          <a:p>
            <a:pPr>
              <a:lnSpc>
                <a:spcPct val="120000"/>
              </a:lnSpc>
            </a:pPr>
            <a:r>
              <a:rPr lang="zh-CN" altLang="en-US" sz="2400" b="1" dirty="0">
                <a:solidFill>
                  <a:srgbClr val="85BE44"/>
                </a:solidFill>
              </a:rPr>
              <a:t>添加标题</a:t>
            </a:r>
            <a:endParaRPr lang="en-US" altLang="zh-CN" sz="2400" b="1" dirty="0">
              <a:solidFill>
                <a:srgbClr val="85BE44"/>
              </a:solidFill>
            </a:endParaRPr>
          </a:p>
          <a:p>
            <a:pPr>
              <a:lnSpc>
                <a:spcPct val="120000"/>
              </a:lnSpc>
            </a:pPr>
            <a:r>
              <a:rPr lang="zh-CN" altLang="en-US" sz="1600" dirty="0">
                <a:solidFill>
                  <a:schemeClr val="tx1">
                    <a:lumMod val="65000"/>
                    <a:lumOff val="35000"/>
                  </a:schemeClr>
                </a:solidFill>
              </a:rPr>
              <a:t>添加内容添加内容</a:t>
            </a:r>
          </a:p>
        </p:txBody>
      </p:sp>
      <p:sp>
        <p:nvSpPr>
          <p:cNvPr id="217" name="文本框 216"/>
          <p:cNvSpPr txBox="1"/>
          <p:nvPr/>
        </p:nvSpPr>
        <p:spPr>
          <a:xfrm>
            <a:off x="8356363" y="3026508"/>
            <a:ext cx="2856518" cy="830997"/>
          </a:xfrm>
          <a:prstGeom prst="rect">
            <a:avLst/>
          </a:prstGeom>
          <a:noFill/>
        </p:spPr>
        <p:txBody>
          <a:bodyPr wrap="square" rtlCol="0">
            <a:spAutoFit/>
          </a:bodyPr>
          <a:lstStyle/>
          <a:p>
            <a:pPr>
              <a:lnSpc>
                <a:spcPct val="120000"/>
              </a:lnSpc>
            </a:pPr>
            <a:r>
              <a:rPr lang="zh-CN" altLang="en-US" sz="2400" b="1" dirty="0">
                <a:solidFill>
                  <a:srgbClr val="0F8C81"/>
                </a:solidFill>
              </a:rPr>
              <a:t>添加标题</a:t>
            </a:r>
            <a:endParaRPr lang="en-US" altLang="zh-CN" sz="2400" b="1" dirty="0">
              <a:solidFill>
                <a:srgbClr val="0F8C81"/>
              </a:solidFill>
            </a:endParaRPr>
          </a:p>
          <a:p>
            <a:pPr>
              <a:lnSpc>
                <a:spcPct val="120000"/>
              </a:lnSpc>
            </a:pPr>
            <a:r>
              <a:rPr lang="zh-CN" altLang="en-US" sz="1600" dirty="0">
                <a:solidFill>
                  <a:schemeClr val="tx1">
                    <a:lumMod val="65000"/>
                    <a:lumOff val="35000"/>
                  </a:schemeClr>
                </a:solidFill>
              </a:rPr>
              <a:t>添加内容添加内容</a:t>
            </a:r>
          </a:p>
        </p:txBody>
      </p:sp>
      <p:sp>
        <p:nvSpPr>
          <p:cNvPr id="218" name="文本框 217"/>
          <p:cNvSpPr txBox="1"/>
          <p:nvPr/>
        </p:nvSpPr>
        <p:spPr>
          <a:xfrm>
            <a:off x="7664998" y="1884516"/>
            <a:ext cx="2856518" cy="830997"/>
          </a:xfrm>
          <a:prstGeom prst="rect">
            <a:avLst/>
          </a:prstGeom>
          <a:noFill/>
        </p:spPr>
        <p:txBody>
          <a:bodyPr wrap="square" rtlCol="0">
            <a:spAutoFit/>
          </a:bodyPr>
          <a:lstStyle/>
          <a:p>
            <a:pPr>
              <a:lnSpc>
                <a:spcPct val="120000"/>
              </a:lnSpc>
            </a:pPr>
            <a:r>
              <a:rPr lang="zh-CN" altLang="en-US" sz="2400" b="1" dirty="0">
                <a:solidFill>
                  <a:srgbClr val="309DD9"/>
                </a:solidFill>
              </a:rPr>
              <a:t>添加标题</a:t>
            </a:r>
            <a:endParaRPr lang="en-US" altLang="zh-CN" sz="2400" b="1" dirty="0">
              <a:solidFill>
                <a:srgbClr val="309DD9"/>
              </a:solidFill>
            </a:endParaRPr>
          </a:p>
          <a:p>
            <a:pPr>
              <a:lnSpc>
                <a:spcPct val="120000"/>
              </a:lnSpc>
            </a:pPr>
            <a:r>
              <a:rPr lang="zh-CN" altLang="en-US" sz="1600" dirty="0">
                <a:solidFill>
                  <a:schemeClr val="tx1">
                    <a:lumMod val="65000"/>
                    <a:lumOff val="35000"/>
                  </a:schemeClr>
                </a:solidFill>
              </a:rPr>
              <a:t>添加内容添加内容</a:t>
            </a:r>
          </a:p>
        </p:txBody>
      </p:sp>
    </p:spTree>
    <p:extLst>
      <p:ext uri="{BB962C8B-B14F-4D97-AF65-F5344CB8AC3E}">
        <p14:creationId xmlns:p14="http://schemas.microsoft.com/office/powerpoint/2010/main" val="758329750"/>
      </p:ext>
    </p:extLst>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 name="Freeform 19"/>
          <p:cNvSpPr>
            <a:spLocks/>
          </p:cNvSpPr>
          <p:nvPr/>
        </p:nvSpPr>
        <p:spPr bwMode="auto">
          <a:xfrm>
            <a:off x="4488656" y="1971531"/>
            <a:ext cx="3240000" cy="3240000"/>
          </a:xfrm>
          <a:prstGeom prst="ellipse">
            <a:avLst/>
          </a:prstGeom>
          <a:solidFill>
            <a:srgbClr val="FFFFFF"/>
          </a:solidFill>
          <a:ln>
            <a:noFill/>
          </a:ln>
          <a:effectLst>
            <a:outerShdw blurRad="76200" dist="76200" dir="2700000" algn="tl" rotWithShape="0">
              <a:prstClr val="black">
                <a:alpha val="32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Oval 13"/>
          <p:cNvSpPr>
            <a:spLocks noChangeArrowheads="1"/>
          </p:cNvSpPr>
          <p:nvPr/>
        </p:nvSpPr>
        <p:spPr bwMode="auto">
          <a:xfrm>
            <a:off x="7004843" y="4473431"/>
            <a:ext cx="409575" cy="407988"/>
          </a:xfrm>
          <a:prstGeom prst="ellipse">
            <a:avLst/>
          </a:prstGeom>
          <a:solidFill>
            <a:srgbClr val="309E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Oval 17"/>
          <p:cNvSpPr>
            <a:spLocks noChangeArrowheads="1"/>
          </p:cNvSpPr>
          <p:nvPr/>
        </p:nvSpPr>
        <p:spPr bwMode="auto">
          <a:xfrm>
            <a:off x="4742656" y="4425806"/>
            <a:ext cx="409575" cy="407988"/>
          </a:xfrm>
          <a:prstGeom prst="ellipse">
            <a:avLst/>
          </a:prstGeom>
          <a:solidFill>
            <a:srgbClr val="0F8E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Oval 9"/>
          <p:cNvSpPr>
            <a:spLocks noChangeArrowheads="1"/>
          </p:cNvSpPr>
          <p:nvPr/>
        </p:nvSpPr>
        <p:spPr bwMode="auto">
          <a:xfrm>
            <a:off x="7444581" y="3366944"/>
            <a:ext cx="407988" cy="411163"/>
          </a:xfrm>
          <a:prstGeom prst="ellipse">
            <a:avLst/>
          </a:prstGeom>
          <a:solidFill>
            <a:srgbClr val="374B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Oval 11"/>
          <p:cNvSpPr>
            <a:spLocks noChangeArrowheads="1"/>
          </p:cNvSpPr>
          <p:nvPr/>
        </p:nvSpPr>
        <p:spPr bwMode="auto">
          <a:xfrm>
            <a:off x="7004843" y="2296969"/>
            <a:ext cx="409575" cy="407988"/>
          </a:xfrm>
          <a:prstGeom prst="ellipse">
            <a:avLst/>
          </a:prstGeom>
          <a:solidFill>
            <a:srgbClr val="8238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Oval 5"/>
          <p:cNvSpPr>
            <a:spLocks noChangeArrowheads="1"/>
          </p:cNvSpPr>
          <p:nvPr/>
        </p:nvSpPr>
        <p:spPr bwMode="auto">
          <a:xfrm>
            <a:off x="5892006" y="1820719"/>
            <a:ext cx="407988" cy="407988"/>
          </a:xfrm>
          <a:prstGeom prst="ellipse">
            <a:avLst/>
          </a:prstGeom>
          <a:solidFill>
            <a:srgbClr val="BB16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Oval 7"/>
          <p:cNvSpPr>
            <a:spLocks noChangeArrowheads="1"/>
          </p:cNvSpPr>
          <p:nvPr/>
        </p:nvSpPr>
        <p:spPr bwMode="auto">
          <a:xfrm>
            <a:off x="4337843" y="3366944"/>
            <a:ext cx="409575" cy="411163"/>
          </a:xfrm>
          <a:prstGeom prst="ellipse">
            <a:avLst/>
          </a:prstGeom>
          <a:solidFill>
            <a:srgbClr val="86BF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Oval 15"/>
          <p:cNvSpPr>
            <a:spLocks noChangeArrowheads="1"/>
          </p:cNvSpPr>
          <p:nvPr/>
        </p:nvSpPr>
        <p:spPr bwMode="auto">
          <a:xfrm>
            <a:off x="4737893" y="2336656"/>
            <a:ext cx="411163" cy="409575"/>
          </a:xfrm>
          <a:prstGeom prst="ellipse">
            <a:avLst/>
          </a:prstGeom>
          <a:solidFill>
            <a:srgbClr val="F397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Oval 21"/>
          <p:cNvSpPr>
            <a:spLocks noChangeArrowheads="1"/>
          </p:cNvSpPr>
          <p:nvPr/>
        </p:nvSpPr>
        <p:spPr bwMode="auto">
          <a:xfrm>
            <a:off x="5995193" y="1912794"/>
            <a:ext cx="203200" cy="206375"/>
          </a:xfrm>
          <a:prstGeom prst="ellipse">
            <a:avLst/>
          </a:prstGeom>
          <a:solidFill>
            <a:srgbClr val="FFFFFF"/>
          </a:solidFill>
          <a:ln>
            <a:noFill/>
          </a:ln>
          <a:effectLst>
            <a:outerShdw blurRad="63500" dist="50800" dir="2700000" algn="tl" rotWithShape="0">
              <a:prstClr val="black">
                <a:alpha val="38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Oval 29"/>
          <p:cNvSpPr>
            <a:spLocks noChangeArrowheads="1"/>
          </p:cNvSpPr>
          <p:nvPr/>
        </p:nvSpPr>
        <p:spPr bwMode="auto">
          <a:xfrm>
            <a:off x="4845843" y="4527406"/>
            <a:ext cx="203200" cy="204788"/>
          </a:xfrm>
          <a:prstGeom prst="ellipse">
            <a:avLst/>
          </a:prstGeom>
          <a:solidFill>
            <a:srgbClr val="FFFFFF"/>
          </a:solidFill>
          <a:ln>
            <a:noFill/>
          </a:ln>
          <a:effectLst>
            <a:outerShdw blurRad="63500" dist="50800" dir="2700000" algn="tl" rotWithShape="0">
              <a:prstClr val="black">
                <a:alpha val="38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Oval 31"/>
          <p:cNvSpPr>
            <a:spLocks noChangeArrowheads="1"/>
          </p:cNvSpPr>
          <p:nvPr/>
        </p:nvSpPr>
        <p:spPr bwMode="auto">
          <a:xfrm>
            <a:off x="4439443" y="3470131"/>
            <a:ext cx="206375" cy="203200"/>
          </a:xfrm>
          <a:prstGeom prst="ellipse">
            <a:avLst/>
          </a:prstGeom>
          <a:solidFill>
            <a:srgbClr val="FFFFFF"/>
          </a:solidFill>
          <a:ln>
            <a:noFill/>
          </a:ln>
          <a:effectLst>
            <a:outerShdw blurRad="63500" dist="50800" dir="2700000" algn="tl" rotWithShape="0">
              <a:prstClr val="black">
                <a:alpha val="38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Oval 27"/>
          <p:cNvSpPr>
            <a:spLocks noChangeArrowheads="1"/>
          </p:cNvSpPr>
          <p:nvPr/>
        </p:nvSpPr>
        <p:spPr bwMode="auto">
          <a:xfrm>
            <a:off x="7108031" y="4573444"/>
            <a:ext cx="203200" cy="203200"/>
          </a:xfrm>
          <a:prstGeom prst="ellipse">
            <a:avLst/>
          </a:prstGeom>
          <a:solidFill>
            <a:srgbClr val="FFFFFF"/>
          </a:solidFill>
          <a:ln>
            <a:noFill/>
          </a:ln>
          <a:effectLst>
            <a:outerShdw blurRad="63500" dist="50800" dir="2700000" algn="tl" rotWithShape="0">
              <a:prstClr val="black">
                <a:alpha val="38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Oval 25"/>
          <p:cNvSpPr>
            <a:spLocks noChangeArrowheads="1"/>
          </p:cNvSpPr>
          <p:nvPr/>
        </p:nvSpPr>
        <p:spPr bwMode="auto">
          <a:xfrm>
            <a:off x="7547768" y="3470131"/>
            <a:ext cx="203200" cy="203200"/>
          </a:xfrm>
          <a:prstGeom prst="ellipse">
            <a:avLst/>
          </a:prstGeom>
          <a:solidFill>
            <a:srgbClr val="FFFFFF"/>
          </a:solidFill>
          <a:ln>
            <a:noFill/>
          </a:ln>
          <a:effectLst>
            <a:outerShdw blurRad="63500" dist="50800" dir="2700000" algn="tl" rotWithShape="0">
              <a:prstClr val="black">
                <a:alpha val="38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Oval 23"/>
          <p:cNvSpPr>
            <a:spLocks noChangeArrowheads="1"/>
          </p:cNvSpPr>
          <p:nvPr/>
        </p:nvSpPr>
        <p:spPr bwMode="auto">
          <a:xfrm>
            <a:off x="7108031" y="2389044"/>
            <a:ext cx="203200" cy="203200"/>
          </a:xfrm>
          <a:prstGeom prst="ellipse">
            <a:avLst/>
          </a:prstGeom>
          <a:solidFill>
            <a:srgbClr val="FFFFFF"/>
          </a:solidFill>
          <a:ln>
            <a:noFill/>
          </a:ln>
          <a:effectLst>
            <a:outerShdw blurRad="63500" dist="50800" dir="2700000" algn="tl" rotWithShape="0">
              <a:prstClr val="black">
                <a:alpha val="38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Oval 33"/>
          <p:cNvSpPr>
            <a:spLocks noChangeArrowheads="1"/>
          </p:cNvSpPr>
          <p:nvPr/>
        </p:nvSpPr>
        <p:spPr bwMode="auto">
          <a:xfrm>
            <a:off x="4833143" y="2430319"/>
            <a:ext cx="203200" cy="204788"/>
          </a:xfrm>
          <a:prstGeom prst="ellipse">
            <a:avLst/>
          </a:prstGeom>
          <a:solidFill>
            <a:srgbClr val="FFFFFF"/>
          </a:solidFill>
          <a:ln>
            <a:noFill/>
          </a:ln>
          <a:effectLst>
            <a:outerShdw blurRad="63500" dist="50800" dir="2700000" algn="tl" rotWithShape="0">
              <a:prstClr val="black">
                <a:alpha val="38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矩形 39"/>
          <p:cNvSpPr/>
          <p:nvPr/>
        </p:nvSpPr>
        <p:spPr>
          <a:xfrm>
            <a:off x="0" y="203088"/>
            <a:ext cx="2492990" cy="523220"/>
          </a:xfrm>
          <a:prstGeom prst="rect">
            <a:avLst/>
          </a:prstGeom>
          <a:noFill/>
        </p:spPr>
        <p:txBody>
          <a:bodyPr wrap="none" rtlCol="0">
            <a:spAutoFit/>
          </a:bodyPr>
          <a:lstStyle/>
          <a:p>
            <a:r>
              <a:rPr lang="zh-CN" altLang="en-US" sz="2800" b="1" dirty="0">
                <a:solidFill>
                  <a:schemeClr val="tx1">
                    <a:lumMod val="65000"/>
                    <a:lumOff val="35000"/>
                  </a:schemeClr>
                </a:solidFill>
              </a:rPr>
              <a:t>七项并列</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包含</a:t>
            </a:r>
            <a:endParaRPr lang="zh-CN" altLang="zh-CN" sz="2800" b="1" dirty="0">
              <a:solidFill>
                <a:schemeClr val="tx1">
                  <a:lumMod val="65000"/>
                  <a:lumOff val="35000"/>
                </a:schemeClr>
              </a:solidFill>
            </a:endParaRPr>
          </a:p>
        </p:txBody>
      </p:sp>
      <p:sp>
        <p:nvSpPr>
          <p:cNvPr id="143" name="文本框 142"/>
          <p:cNvSpPr txBox="1"/>
          <p:nvPr/>
        </p:nvSpPr>
        <p:spPr>
          <a:xfrm>
            <a:off x="4667741" y="926715"/>
            <a:ext cx="2856518" cy="830997"/>
          </a:xfrm>
          <a:prstGeom prst="rect">
            <a:avLst/>
          </a:prstGeom>
          <a:noFill/>
        </p:spPr>
        <p:txBody>
          <a:bodyPr wrap="square" rtlCol="0">
            <a:spAutoFit/>
          </a:bodyPr>
          <a:lstStyle/>
          <a:p>
            <a:pPr algn="ctr">
              <a:lnSpc>
                <a:spcPct val="120000"/>
              </a:lnSpc>
            </a:pPr>
            <a:r>
              <a:rPr lang="zh-CN" altLang="en-US" sz="2400" b="1" dirty="0">
                <a:solidFill>
                  <a:srgbClr val="BA1655"/>
                </a:solidFill>
              </a:rPr>
              <a:t>添加标题</a:t>
            </a:r>
            <a:endParaRPr lang="en-US" altLang="zh-CN" sz="2400" b="1" dirty="0">
              <a:solidFill>
                <a:srgbClr val="BA1655"/>
              </a:solidFill>
            </a:endParaRPr>
          </a:p>
          <a:p>
            <a:pPr algn="ctr">
              <a:lnSpc>
                <a:spcPct val="120000"/>
              </a:lnSpc>
            </a:pPr>
            <a:r>
              <a:rPr lang="zh-CN" altLang="en-US" sz="1600" dirty="0">
                <a:solidFill>
                  <a:schemeClr val="tx1">
                    <a:lumMod val="65000"/>
                    <a:lumOff val="35000"/>
                  </a:schemeClr>
                </a:solidFill>
              </a:rPr>
              <a:t>添加内容添加内容</a:t>
            </a:r>
          </a:p>
        </p:txBody>
      </p:sp>
      <p:sp>
        <p:nvSpPr>
          <p:cNvPr id="144" name="文本框 143"/>
          <p:cNvSpPr txBox="1"/>
          <p:nvPr/>
        </p:nvSpPr>
        <p:spPr>
          <a:xfrm>
            <a:off x="1856769" y="1931743"/>
            <a:ext cx="2856518" cy="830997"/>
          </a:xfrm>
          <a:prstGeom prst="rect">
            <a:avLst/>
          </a:prstGeom>
          <a:noFill/>
        </p:spPr>
        <p:txBody>
          <a:bodyPr wrap="square" rtlCol="0">
            <a:spAutoFit/>
          </a:bodyPr>
          <a:lstStyle/>
          <a:p>
            <a:pPr algn="r">
              <a:lnSpc>
                <a:spcPct val="120000"/>
              </a:lnSpc>
            </a:pPr>
            <a:r>
              <a:rPr lang="zh-CN" altLang="en-US" sz="2400" b="1" dirty="0">
                <a:solidFill>
                  <a:srgbClr val="F0951A"/>
                </a:solidFill>
              </a:rPr>
              <a:t>添加标题</a:t>
            </a:r>
            <a:endParaRPr lang="en-US" altLang="zh-CN" sz="2400" b="1" dirty="0">
              <a:solidFill>
                <a:srgbClr val="F0951A"/>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45" name="文本框 144"/>
          <p:cNvSpPr txBox="1"/>
          <p:nvPr/>
        </p:nvSpPr>
        <p:spPr>
          <a:xfrm>
            <a:off x="7524259" y="1931743"/>
            <a:ext cx="2856518" cy="830997"/>
          </a:xfrm>
          <a:prstGeom prst="rect">
            <a:avLst/>
          </a:prstGeom>
          <a:noFill/>
        </p:spPr>
        <p:txBody>
          <a:bodyPr wrap="square" rtlCol="0">
            <a:spAutoFit/>
          </a:bodyPr>
          <a:lstStyle/>
          <a:p>
            <a:pPr>
              <a:lnSpc>
                <a:spcPct val="120000"/>
              </a:lnSpc>
            </a:pPr>
            <a:r>
              <a:rPr lang="zh-CN" altLang="en-US" sz="2400" b="1" dirty="0">
                <a:solidFill>
                  <a:srgbClr val="7F378D"/>
                </a:solidFill>
              </a:rPr>
              <a:t>添加标题</a:t>
            </a:r>
            <a:endParaRPr lang="en-US" altLang="zh-CN" sz="2400" b="1" dirty="0">
              <a:solidFill>
                <a:srgbClr val="7F378D"/>
              </a:solidFill>
            </a:endParaRPr>
          </a:p>
          <a:p>
            <a:pPr>
              <a:lnSpc>
                <a:spcPct val="120000"/>
              </a:lnSpc>
            </a:pPr>
            <a:r>
              <a:rPr lang="zh-CN" altLang="en-US" sz="1600" dirty="0">
                <a:solidFill>
                  <a:schemeClr val="tx1">
                    <a:lumMod val="65000"/>
                    <a:lumOff val="35000"/>
                  </a:schemeClr>
                </a:solidFill>
              </a:rPr>
              <a:t>添加内容添加内容</a:t>
            </a:r>
          </a:p>
        </p:txBody>
      </p:sp>
      <p:sp>
        <p:nvSpPr>
          <p:cNvPr id="146" name="文本框 145"/>
          <p:cNvSpPr txBox="1"/>
          <p:nvPr/>
        </p:nvSpPr>
        <p:spPr>
          <a:xfrm>
            <a:off x="1478399" y="3152264"/>
            <a:ext cx="2856518" cy="830997"/>
          </a:xfrm>
          <a:prstGeom prst="rect">
            <a:avLst/>
          </a:prstGeom>
          <a:noFill/>
        </p:spPr>
        <p:txBody>
          <a:bodyPr wrap="square" rtlCol="0">
            <a:spAutoFit/>
          </a:bodyPr>
          <a:lstStyle/>
          <a:p>
            <a:pPr algn="r">
              <a:lnSpc>
                <a:spcPct val="120000"/>
              </a:lnSpc>
            </a:pPr>
            <a:r>
              <a:rPr lang="zh-CN" altLang="en-US" sz="2400" b="1" dirty="0">
                <a:solidFill>
                  <a:srgbClr val="85BE44"/>
                </a:solidFill>
              </a:rPr>
              <a:t>添加标题</a:t>
            </a:r>
            <a:endParaRPr lang="en-US" altLang="zh-CN" sz="2400" b="1" dirty="0">
              <a:solidFill>
                <a:srgbClr val="85BE44"/>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47" name="文本框 146"/>
          <p:cNvSpPr txBox="1"/>
          <p:nvPr/>
        </p:nvSpPr>
        <p:spPr>
          <a:xfrm>
            <a:off x="7852569" y="3152264"/>
            <a:ext cx="2856518" cy="830997"/>
          </a:xfrm>
          <a:prstGeom prst="rect">
            <a:avLst/>
          </a:prstGeom>
          <a:noFill/>
        </p:spPr>
        <p:txBody>
          <a:bodyPr wrap="square" rtlCol="0">
            <a:spAutoFit/>
          </a:bodyPr>
          <a:lstStyle/>
          <a:p>
            <a:pPr>
              <a:lnSpc>
                <a:spcPct val="120000"/>
              </a:lnSpc>
            </a:pPr>
            <a:r>
              <a:rPr lang="zh-CN" altLang="en-US" sz="2400" b="1" dirty="0">
                <a:solidFill>
                  <a:srgbClr val="36499A"/>
                </a:solidFill>
              </a:rPr>
              <a:t>添加标题</a:t>
            </a:r>
            <a:endParaRPr lang="en-US" altLang="zh-CN" sz="2400" b="1" dirty="0">
              <a:solidFill>
                <a:srgbClr val="36499A"/>
              </a:solidFill>
            </a:endParaRPr>
          </a:p>
          <a:p>
            <a:pPr>
              <a:lnSpc>
                <a:spcPct val="120000"/>
              </a:lnSpc>
            </a:pPr>
            <a:r>
              <a:rPr lang="zh-CN" altLang="en-US" sz="1600" dirty="0">
                <a:solidFill>
                  <a:schemeClr val="tx1">
                    <a:lumMod val="65000"/>
                    <a:lumOff val="35000"/>
                  </a:schemeClr>
                </a:solidFill>
              </a:rPr>
              <a:t>添加内容添加内容</a:t>
            </a:r>
          </a:p>
        </p:txBody>
      </p:sp>
      <p:sp>
        <p:nvSpPr>
          <p:cNvPr id="148" name="文本框 147"/>
          <p:cNvSpPr txBox="1"/>
          <p:nvPr/>
        </p:nvSpPr>
        <p:spPr>
          <a:xfrm>
            <a:off x="1781291" y="4288120"/>
            <a:ext cx="2856518" cy="830997"/>
          </a:xfrm>
          <a:prstGeom prst="rect">
            <a:avLst/>
          </a:prstGeom>
          <a:noFill/>
        </p:spPr>
        <p:txBody>
          <a:bodyPr wrap="square" rtlCol="0">
            <a:spAutoFit/>
          </a:bodyPr>
          <a:lstStyle/>
          <a:p>
            <a:pPr algn="r">
              <a:lnSpc>
                <a:spcPct val="120000"/>
              </a:lnSpc>
            </a:pPr>
            <a:r>
              <a:rPr lang="zh-CN" altLang="en-US" sz="2400" b="1" dirty="0">
                <a:solidFill>
                  <a:srgbClr val="0F8C81"/>
                </a:solidFill>
              </a:rPr>
              <a:t>添加标题</a:t>
            </a:r>
            <a:endParaRPr lang="en-US" altLang="zh-CN" sz="2400" b="1" dirty="0">
              <a:solidFill>
                <a:srgbClr val="0F8C81"/>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49" name="文本框 148"/>
          <p:cNvSpPr txBox="1"/>
          <p:nvPr/>
        </p:nvSpPr>
        <p:spPr>
          <a:xfrm>
            <a:off x="7613802" y="4288120"/>
            <a:ext cx="2856518" cy="830997"/>
          </a:xfrm>
          <a:prstGeom prst="rect">
            <a:avLst/>
          </a:prstGeom>
          <a:noFill/>
        </p:spPr>
        <p:txBody>
          <a:bodyPr wrap="square" rtlCol="0">
            <a:spAutoFit/>
          </a:bodyPr>
          <a:lstStyle/>
          <a:p>
            <a:pPr>
              <a:lnSpc>
                <a:spcPct val="120000"/>
              </a:lnSpc>
            </a:pPr>
            <a:r>
              <a:rPr lang="zh-CN" altLang="en-US" sz="2400" b="1" dirty="0">
                <a:solidFill>
                  <a:srgbClr val="309DD9"/>
                </a:solidFill>
              </a:rPr>
              <a:t>添加标题</a:t>
            </a:r>
            <a:endParaRPr lang="en-US" altLang="zh-CN" sz="2400" b="1" dirty="0">
              <a:solidFill>
                <a:srgbClr val="309DD9"/>
              </a:solidFill>
            </a:endParaRPr>
          </a:p>
          <a:p>
            <a:pPr>
              <a:lnSpc>
                <a:spcPct val="120000"/>
              </a:lnSpc>
            </a:pPr>
            <a:r>
              <a:rPr lang="zh-CN" altLang="en-US" sz="1600" dirty="0">
                <a:solidFill>
                  <a:schemeClr val="tx1">
                    <a:lumMod val="65000"/>
                    <a:lumOff val="35000"/>
                  </a:schemeClr>
                </a:solidFill>
              </a:rPr>
              <a:t>添加内容添加内容</a:t>
            </a:r>
          </a:p>
        </p:txBody>
      </p:sp>
      <p:sp>
        <p:nvSpPr>
          <p:cNvPr id="150" name="文本框 149"/>
          <p:cNvSpPr txBox="1"/>
          <p:nvPr/>
        </p:nvSpPr>
        <p:spPr>
          <a:xfrm>
            <a:off x="5244308" y="3194622"/>
            <a:ext cx="1669461" cy="504000"/>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p:txBody>
      </p:sp>
      <p:sp>
        <p:nvSpPr>
          <p:cNvPr id="151" name="Rectangle 58"/>
          <p:cNvSpPr/>
          <p:nvPr/>
        </p:nvSpPr>
        <p:spPr>
          <a:xfrm>
            <a:off x="5356973" y="3614890"/>
            <a:ext cx="1458887"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添加内容</a:t>
            </a:r>
          </a:p>
        </p:txBody>
      </p:sp>
    </p:spTree>
    <p:extLst>
      <p:ext uri="{BB962C8B-B14F-4D97-AF65-F5344CB8AC3E}">
        <p14:creationId xmlns:p14="http://schemas.microsoft.com/office/powerpoint/2010/main" val="2080146952"/>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7" name="组合 106"/>
          <p:cNvGrpSpPr/>
          <p:nvPr/>
        </p:nvGrpSpPr>
        <p:grpSpPr>
          <a:xfrm>
            <a:off x="3960875" y="1999962"/>
            <a:ext cx="4270250" cy="4266213"/>
            <a:chOff x="3960875" y="1999962"/>
            <a:chExt cx="4270250" cy="4266213"/>
          </a:xfrm>
        </p:grpSpPr>
        <p:sp>
          <p:nvSpPr>
            <p:cNvPr id="40" name="Freeform 5"/>
            <p:cNvSpPr>
              <a:spLocks/>
            </p:cNvSpPr>
            <p:nvPr/>
          </p:nvSpPr>
          <p:spPr bwMode="auto">
            <a:xfrm>
              <a:off x="4545749" y="1999962"/>
              <a:ext cx="1509915" cy="1317646"/>
            </a:xfrm>
            <a:custGeom>
              <a:avLst/>
              <a:gdLst>
                <a:gd name="T0" fmla="*/ 886 w 886"/>
                <a:gd name="T1" fmla="*/ 564 h 773"/>
                <a:gd name="T2" fmla="*/ 886 w 886"/>
                <a:gd name="T3" fmla="*/ 0 h 773"/>
                <a:gd name="T4" fmla="*/ 0 w 886"/>
                <a:gd name="T5" fmla="*/ 394 h 773"/>
                <a:gd name="T6" fmla="*/ 414 w 886"/>
                <a:gd name="T7" fmla="*/ 773 h 773"/>
                <a:gd name="T8" fmla="*/ 886 w 886"/>
                <a:gd name="T9" fmla="*/ 564 h 773"/>
              </a:gdLst>
              <a:ahLst/>
              <a:cxnLst>
                <a:cxn ang="0">
                  <a:pos x="T0" y="T1"/>
                </a:cxn>
                <a:cxn ang="0">
                  <a:pos x="T2" y="T3"/>
                </a:cxn>
                <a:cxn ang="0">
                  <a:pos x="T4" y="T5"/>
                </a:cxn>
                <a:cxn ang="0">
                  <a:pos x="T6" y="T7"/>
                </a:cxn>
                <a:cxn ang="0">
                  <a:pos x="T8" y="T9"/>
                </a:cxn>
              </a:cxnLst>
              <a:rect l="0" t="0" r="r" b="b"/>
              <a:pathLst>
                <a:path w="886" h="773">
                  <a:moveTo>
                    <a:pt x="886" y="564"/>
                  </a:moveTo>
                  <a:cubicBezTo>
                    <a:pt x="886" y="0"/>
                    <a:pt x="886" y="0"/>
                    <a:pt x="886" y="0"/>
                  </a:cubicBezTo>
                  <a:cubicBezTo>
                    <a:pt x="538" y="7"/>
                    <a:pt x="223" y="157"/>
                    <a:pt x="0" y="394"/>
                  </a:cubicBezTo>
                  <a:cubicBezTo>
                    <a:pt x="414" y="773"/>
                    <a:pt x="414" y="773"/>
                    <a:pt x="414" y="773"/>
                  </a:cubicBezTo>
                  <a:cubicBezTo>
                    <a:pt x="535" y="649"/>
                    <a:pt x="701" y="570"/>
                    <a:pt x="886" y="564"/>
                  </a:cubicBezTo>
                  <a:close/>
                </a:path>
              </a:pathLst>
            </a:custGeom>
            <a:solidFill>
              <a:srgbClr val="3A8F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6"/>
            <p:cNvSpPr>
              <a:spLocks/>
            </p:cNvSpPr>
            <p:nvPr/>
          </p:nvSpPr>
          <p:spPr bwMode="auto">
            <a:xfrm>
              <a:off x="3960875" y="2731389"/>
              <a:ext cx="1235630" cy="1391595"/>
            </a:xfrm>
            <a:custGeom>
              <a:avLst/>
              <a:gdLst>
                <a:gd name="T0" fmla="*/ 725 w 725"/>
                <a:gd name="T1" fmla="*/ 380 h 817"/>
                <a:gd name="T2" fmla="*/ 311 w 725"/>
                <a:gd name="T3" fmla="*/ 0 h 817"/>
                <a:gd name="T4" fmla="*/ 0 w 725"/>
                <a:gd name="T5" fmla="*/ 817 h 817"/>
                <a:gd name="T6" fmla="*/ 560 w 725"/>
                <a:gd name="T7" fmla="*/ 813 h 817"/>
                <a:gd name="T8" fmla="*/ 725 w 725"/>
                <a:gd name="T9" fmla="*/ 380 h 817"/>
              </a:gdLst>
              <a:ahLst/>
              <a:cxnLst>
                <a:cxn ang="0">
                  <a:pos x="T0" y="T1"/>
                </a:cxn>
                <a:cxn ang="0">
                  <a:pos x="T2" y="T3"/>
                </a:cxn>
                <a:cxn ang="0">
                  <a:pos x="T4" y="T5"/>
                </a:cxn>
                <a:cxn ang="0">
                  <a:pos x="T6" y="T7"/>
                </a:cxn>
                <a:cxn ang="0">
                  <a:pos x="T8" y="T9"/>
                </a:cxn>
              </a:cxnLst>
              <a:rect l="0" t="0" r="r" b="b"/>
              <a:pathLst>
                <a:path w="725" h="817">
                  <a:moveTo>
                    <a:pt x="725" y="380"/>
                  </a:moveTo>
                  <a:cubicBezTo>
                    <a:pt x="311" y="0"/>
                    <a:pt x="311" y="0"/>
                    <a:pt x="311" y="0"/>
                  </a:cubicBezTo>
                  <a:cubicBezTo>
                    <a:pt x="120" y="219"/>
                    <a:pt x="3" y="504"/>
                    <a:pt x="0" y="817"/>
                  </a:cubicBezTo>
                  <a:cubicBezTo>
                    <a:pt x="560" y="813"/>
                    <a:pt x="560" y="813"/>
                    <a:pt x="560" y="813"/>
                  </a:cubicBezTo>
                  <a:cubicBezTo>
                    <a:pt x="564" y="648"/>
                    <a:pt x="626" y="497"/>
                    <a:pt x="725" y="380"/>
                  </a:cubicBezTo>
                  <a:close/>
                </a:path>
              </a:pathLst>
            </a:custGeom>
            <a:solidFill>
              <a:srgbClr val="4BB5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7"/>
            <p:cNvSpPr>
              <a:spLocks/>
            </p:cNvSpPr>
            <p:nvPr/>
          </p:nvSpPr>
          <p:spPr bwMode="auto">
            <a:xfrm>
              <a:off x="6980705" y="2699120"/>
              <a:ext cx="1250420" cy="1399662"/>
            </a:xfrm>
            <a:custGeom>
              <a:avLst/>
              <a:gdLst>
                <a:gd name="T0" fmla="*/ 734 w 734"/>
                <a:gd name="T1" fmla="*/ 817 h 822"/>
                <a:gd name="T2" fmla="*/ 406 w 734"/>
                <a:gd name="T3" fmla="*/ 0 h 822"/>
                <a:gd name="T4" fmla="*/ 0 w 734"/>
                <a:gd name="T5" fmla="*/ 388 h 822"/>
                <a:gd name="T6" fmla="*/ 174 w 734"/>
                <a:gd name="T7" fmla="*/ 822 h 822"/>
                <a:gd name="T8" fmla="*/ 734 w 734"/>
                <a:gd name="T9" fmla="*/ 817 h 822"/>
              </a:gdLst>
              <a:ahLst/>
              <a:cxnLst>
                <a:cxn ang="0">
                  <a:pos x="T0" y="T1"/>
                </a:cxn>
                <a:cxn ang="0">
                  <a:pos x="T2" y="T3"/>
                </a:cxn>
                <a:cxn ang="0">
                  <a:pos x="T4" y="T5"/>
                </a:cxn>
                <a:cxn ang="0">
                  <a:pos x="T6" y="T7"/>
                </a:cxn>
                <a:cxn ang="0">
                  <a:pos x="T8" y="T9"/>
                </a:cxn>
              </a:cxnLst>
              <a:rect l="0" t="0" r="r" b="b"/>
              <a:pathLst>
                <a:path w="734" h="822">
                  <a:moveTo>
                    <a:pt x="734" y="817"/>
                  </a:moveTo>
                  <a:cubicBezTo>
                    <a:pt x="726" y="502"/>
                    <a:pt x="603" y="217"/>
                    <a:pt x="406" y="0"/>
                  </a:cubicBezTo>
                  <a:cubicBezTo>
                    <a:pt x="0" y="388"/>
                    <a:pt x="0" y="388"/>
                    <a:pt x="0" y="388"/>
                  </a:cubicBezTo>
                  <a:cubicBezTo>
                    <a:pt x="103" y="504"/>
                    <a:pt x="167" y="656"/>
                    <a:pt x="174" y="822"/>
                  </a:cubicBezTo>
                  <a:lnTo>
                    <a:pt x="734" y="817"/>
                  </a:lnTo>
                  <a:close/>
                </a:path>
              </a:pathLst>
            </a:custGeom>
            <a:solidFill>
              <a:srgbClr val="DA4D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8"/>
            <p:cNvSpPr>
              <a:spLocks/>
            </p:cNvSpPr>
            <p:nvPr/>
          </p:nvSpPr>
          <p:spPr bwMode="auto">
            <a:xfrm>
              <a:off x="6137681" y="1999962"/>
              <a:ext cx="1480335" cy="1300167"/>
            </a:xfrm>
            <a:custGeom>
              <a:avLst/>
              <a:gdLst>
                <a:gd name="T0" fmla="*/ 463 w 869"/>
                <a:gd name="T1" fmla="*/ 763 h 763"/>
                <a:gd name="T2" fmla="*/ 869 w 869"/>
                <a:gd name="T3" fmla="*/ 375 h 763"/>
                <a:gd name="T4" fmla="*/ 0 w 869"/>
                <a:gd name="T5" fmla="*/ 0 h 763"/>
                <a:gd name="T6" fmla="*/ 0 w 869"/>
                <a:gd name="T7" fmla="*/ 564 h 763"/>
                <a:gd name="T8" fmla="*/ 463 w 869"/>
                <a:gd name="T9" fmla="*/ 763 h 763"/>
              </a:gdLst>
              <a:ahLst/>
              <a:cxnLst>
                <a:cxn ang="0">
                  <a:pos x="T0" y="T1"/>
                </a:cxn>
                <a:cxn ang="0">
                  <a:pos x="T2" y="T3"/>
                </a:cxn>
                <a:cxn ang="0">
                  <a:pos x="T4" y="T5"/>
                </a:cxn>
                <a:cxn ang="0">
                  <a:pos x="T6" y="T7"/>
                </a:cxn>
                <a:cxn ang="0">
                  <a:pos x="T8" y="T9"/>
                </a:cxn>
              </a:cxnLst>
              <a:rect l="0" t="0" r="r" b="b"/>
              <a:pathLst>
                <a:path w="869" h="763">
                  <a:moveTo>
                    <a:pt x="463" y="763"/>
                  </a:moveTo>
                  <a:cubicBezTo>
                    <a:pt x="869" y="375"/>
                    <a:pt x="869" y="375"/>
                    <a:pt x="869" y="375"/>
                  </a:cubicBezTo>
                  <a:cubicBezTo>
                    <a:pt x="647" y="149"/>
                    <a:pt x="340" y="7"/>
                    <a:pt x="0" y="0"/>
                  </a:cubicBezTo>
                  <a:cubicBezTo>
                    <a:pt x="0" y="564"/>
                    <a:pt x="0" y="564"/>
                    <a:pt x="0" y="564"/>
                  </a:cubicBezTo>
                  <a:cubicBezTo>
                    <a:pt x="180" y="570"/>
                    <a:pt x="342" y="645"/>
                    <a:pt x="463" y="763"/>
                  </a:cubicBezTo>
                  <a:close/>
                </a:path>
              </a:pathLst>
            </a:custGeom>
            <a:solidFill>
              <a:srgbClr val="8F58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9"/>
            <p:cNvSpPr>
              <a:spLocks noEditPoints="1"/>
            </p:cNvSpPr>
            <p:nvPr/>
          </p:nvSpPr>
          <p:spPr bwMode="auto">
            <a:xfrm>
              <a:off x="7299361" y="3312229"/>
              <a:ext cx="654790" cy="645377"/>
            </a:xfrm>
            <a:custGeom>
              <a:avLst/>
              <a:gdLst>
                <a:gd name="T0" fmla="*/ 122 w 384"/>
                <a:gd name="T1" fmla="*/ 49 h 379"/>
                <a:gd name="T2" fmla="*/ 51 w 384"/>
                <a:gd name="T3" fmla="*/ 120 h 379"/>
                <a:gd name="T4" fmla="*/ 41 w 384"/>
                <a:gd name="T5" fmla="*/ 110 h 379"/>
                <a:gd name="T6" fmla="*/ 112 w 384"/>
                <a:gd name="T7" fmla="*/ 38 h 379"/>
                <a:gd name="T8" fmla="*/ 122 w 384"/>
                <a:gd name="T9" fmla="*/ 49 h 379"/>
                <a:gd name="T10" fmla="*/ 51 w 384"/>
                <a:gd name="T11" fmla="*/ 0 h 379"/>
                <a:gd name="T12" fmla="*/ 0 w 384"/>
                <a:gd name="T13" fmla="*/ 51 h 379"/>
                <a:gd name="T14" fmla="*/ 10 w 384"/>
                <a:gd name="T15" fmla="*/ 81 h 379"/>
                <a:gd name="T16" fmla="*/ 31 w 384"/>
                <a:gd name="T17" fmla="*/ 102 h 379"/>
                <a:gd name="T18" fmla="*/ 102 w 384"/>
                <a:gd name="T19" fmla="*/ 30 h 379"/>
                <a:gd name="T20" fmla="*/ 82 w 384"/>
                <a:gd name="T21" fmla="*/ 10 h 379"/>
                <a:gd name="T22" fmla="*/ 51 w 384"/>
                <a:gd name="T23" fmla="*/ 0 h 379"/>
                <a:gd name="T24" fmla="*/ 141 w 384"/>
                <a:gd name="T25" fmla="*/ 68 h 379"/>
                <a:gd name="T26" fmla="*/ 70 w 384"/>
                <a:gd name="T27" fmla="*/ 140 h 379"/>
                <a:gd name="T28" fmla="*/ 60 w 384"/>
                <a:gd name="T29" fmla="*/ 129 h 379"/>
                <a:gd name="T30" fmla="*/ 131 w 384"/>
                <a:gd name="T31" fmla="*/ 58 h 379"/>
                <a:gd name="T32" fmla="*/ 141 w 384"/>
                <a:gd name="T33" fmla="*/ 68 h 379"/>
                <a:gd name="T34" fmla="*/ 153 w 384"/>
                <a:gd name="T35" fmla="*/ 76 h 379"/>
                <a:gd name="T36" fmla="*/ 353 w 384"/>
                <a:gd name="T37" fmla="*/ 277 h 379"/>
                <a:gd name="T38" fmla="*/ 357 w 384"/>
                <a:gd name="T39" fmla="*/ 283 h 379"/>
                <a:gd name="T40" fmla="*/ 383 w 384"/>
                <a:gd name="T41" fmla="*/ 362 h 379"/>
                <a:gd name="T42" fmla="*/ 384 w 384"/>
                <a:gd name="T43" fmla="*/ 366 h 379"/>
                <a:gd name="T44" fmla="*/ 384 w 384"/>
                <a:gd name="T45" fmla="*/ 366 h 379"/>
                <a:gd name="T46" fmla="*/ 380 w 384"/>
                <a:gd name="T47" fmla="*/ 376 h 379"/>
                <a:gd name="T48" fmla="*/ 371 w 384"/>
                <a:gd name="T49" fmla="*/ 379 h 379"/>
                <a:gd name="T50" fmla="*/ 366 w 384"/>
                <a:gd name="T51" fmla="*/ 379 h 379"/>
                <a:gd name="T52" fmla="*/ 287 w 384"/>
                <a:gd name="T53" fmla="*/ 352 h 379"/>
                <a:gd name="T54" fmla="*/ 282 w 384"/>
                <a:gd name="T55" fmla="*/ 349 h 379"/>
                <a:gd name="T56" fmla="*/ 82 w 384"/>
                <a:gd name="T57" fmla="*/ 148 h 379"/>
                <a:gd name="T58" fmla="*/ 153 w 384"/>
                <a:gd name="T59" fmla="*/ 76 h 379"/>
                <a:gd name="T60" fmla="*/ 295 w 384"/>
                <a:gd name="T61" fmla="*/ 332 h 379"/>
                <a:gd name="T62" fmla="*/ 295 w 384"/>
                <a:gd name="T63" fmla="*/ 332 h 379"/>
                <a:gd name="T64" fmla="*/ 295 w 384"/>
                <a:gd name="T65" fmla="*/ 332 h 379"/>
                <a:gd name="T66" fmla="*/ 295 w 384"/>
                <a:gd name="T67" fmla="*/ 332 h 379"/>
                <a:gd name="T68" fmla="*/ 295 w 384"/>
                <a:gd name="T69" fmla="*/ 332 h 379"/>
                <a:gd name="T70" fmla="*/ 321 w 384"/>
                <a:gd name="T71" fmla="*/ 343 h 379"/>
                <a:gd name="T72" fmla="*/ 327 w 384"/>
                <a:gd name="T73" fmla="*/ 346 h 379"/>
                <a:gd name="T74" fmla="*/ 351 w 384"/>
                <a:gd name="T75" fmla="*/ 322 h 379"/>
                <a:gd name="T76" fmla="*/ 349 w 384"/>
                <a:gd name="T77" fmla="*/ 316 h 379"/>
                <a:gd name="T78" fmla="*/ 338 w 384"/>
                <a:gd name="T79" fmla="*/ 290 h 379"/>
                <a:gd name="T80" fmla="*/ 338 w 384"/>
                <a:gd name="T81" fmla="*/ 290 h 379"/>
                <a:gd name="T82" fmla="*/ 338 w 384"/>
                <a:gd name="T83" fmla="*/ 290 h 379"/>
                <a:gd name="T84" fmla="*/ 338 w 384"/>
                <a:gd name="T85" fmla="*/ 289 h 379"/>
                <a:gd name="T86" fmla="*/ 337 w 384"/>
                <a:gd name="T87" fmla="*/ 289 h 379"/>
                <a:gd name="T88" fmla="*/ 336 w 384"/>
                <a:gd name="T89" fmla="*/ 287 h 379"/>
                <a:gd name="T90" fmla="*/ 293 w 384"/>
                <a:gd name="T91" fmla="*/ 330 h 379"/>
                <a:gd name="T92" fmla="*/ 295 w 384"/>
                <a:gd name="T93" fmla="*/ 332 h 379"/>
                <a:gd name="T94" fmla="*/ 121 w 384"/>
                <a:gd name="T95" fmla="*/ 133 h 379"/>
                <a:gd name="T96" fmla="*/ 287 w 384"/>
                <a:gd name="T97" fmla="*/ 299 h 379"/>
                <a:gd name="T98" fmla="*/ 307 w 384"/>
                <a:gd name="T99" fmla="*/ 279 h 379"/>
                <a:gd name="T100" fmla="*/ 142 w 384"/>
                <a:gd name="T101" fmla="*/ 113 h 379"/>
                <a:gd name="T102" fmla="*/ 121 w 384"/>
                <a:gd name="T103" fmla="*/ 133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84" h="379">
                  <a:moveTo>
                    <a:pt x="122" y="49"/>
                  </a:moveTo>
                  <a:cubicBezTo>
                    <a:pt x="51" y="120"/>
                    <a:pt x="51" y="120"/>
                    <a:pt x="51" y="120"/>
                  </a:cubicBezTo>
                  <a:cubicBezTo>
                    <a:pt x="41" y="110"/>
                    <a:pt x="41" y="110"/>
                    <a:pt x="41" y="110"/>
                  </a:cubicBezTo>
                  <a:cubicBezTo>
                    <a:pt x="112" y="38"/>
                    <a:pt x="112" y="38"/>
                    <a:pt x="112" y="38"/>
                  </a:cubicBezTo>
                  <a:lnTo>
                    <a:pt x="122" y="49"/>
                  </a:lnTo>
                  <a:close/>
                  <a:moveTo>
                    <a:pt x="51" y="0"/>
                  </a:moveTo>
                  <a:cubicBezTo>
                    <a:pt x="23" y="0"/>
                    <a:pt x="0" y="23"/>
                    <a:pt x="0" y="51"/>
                  </a:cubicBezTo>
                  <a:cubicBezTo>
                    <a:pt x="0" y="62"/>
                    <a:pt x="4" y="73"/>
                    <a:pt x="10" y="81"/>
                  </a:cubicBezTo>
                  <a:cubicBezTo>
                    <a:pt x="31" y="102"/>
                    <a:pt x="31" y="102"/>
                    <a:pt x="31" y="102"/>
                  </a:cubicBezTo>
                  <a:cubicBezTo>
                    <a:pt x="102" y="30"/>
                    <a:pt x="102" y="30"/>
                    <a:pt x="102" y="30"/>
                  </a:cubicBezTo>
                  <a:cubicBezTo>
                    <a:pt x="82" y="10"/>
                    <a:pt x="82" y="10"/>
                    <a:pt x="82" y="10"/>
                  </a:cubicBezTo>
                  <a:cubicBezTo>
                    <a:pt x="73" y="3"/>
                    <a:pt x="62" y="0"/>
                    <a:pt x="51" y="0"/>
                  </a:cubicBezTo>
                  <a:close/>
                  <a:moveTo>
                    <a:pt x="141" y="68"/>
                  </a:moveTo>
                  <a:cubicBezTo>
                    <a:pt x="70" y="140"/>
                    <a:pt x="70" y="140"/>
                    <a:pt x="70" y="140"/>
                  </a:cubicBezTo>
                  <a:cubicBezTo>
                    <a:pt x="60" y="129"/>
                    <a:pt x="60" y="129"/>
                    <a:pt x="60" y="129"/>
                  </a:cubicBezTo>
                  <a:cubicBezTo>
                    <a:pt x="131" y="58"/>
                    <a:pt x="131" y="58"/>
                    <a:pt x="131" y="58"/>
                  </a:cubicBezTo>
                  <a:lnTo>
                    <a:pt x="141" y="68"/>
                  </a:lnTo>
                  <a:close/>
                  <a:moveTo>
                    <a:pt x="153" y="76"/>
                  </a:moveTo>
                  <a:cubicBezTo>
                    <a:pt x="353" y="277"/>
                    <a:pt x="353" y="277"/>
                    <a:pt x="353" y="277"/>
                  </a:cubicBezTo>
                  <a:cubicBezTo>
                    <a:pt x="355" y="279"/>
                    <a:pt x="356" y="281"/>
                    <a:pt x="357" y="283"/>
                  </a:cubicBezTo>
                  <a:cubicBezTo>
                    <a:pt x="383" y="362"/>
                    <a:pt x="383" y="362"/>
                    <a:pt x="383" y="362"/>
                  </a:cubicBezTo>
                  <a:cubicBezTo>
                    <a:pt x="383" y="363"/>
                    <a:pt x="384" y="365"/>
                    <a:pt x="384" y="366"/>
                  </a:cubicBezTo>
                  <a:cubicBezTo>
                    <a:pt x="384" y="366"/>
                    <a:pt x="384" y="366"/>
                    <a:pt x="384" y="366"/>
                  </a:cubicBezTo>
                  <a:cubicBezTo>
                    <a:pt x="383" y="370"/>
                    <a:pt x="382" y="373"/>
                    <a:pt x="380" y="376"/>
                  </a:cubicBezTo>
                  <a:cubicBezTo>
                    <a:pt x="377" y="378"/>
                    <a:pt x="374" y="379"/>
                    <a:pt x="371" y="379"/>
                  </a:cubicBezTo>
                  <a:cubicBezTo>
                    <a:pt x="369" y="379"/>
                    <a:pt x="368" y="379"/>
                    <a:pt x="366" y="379"/>
                  </a:cubicBezTo>
                  <a:cubicBezTo>
                    <a:pt x="287" y="352"/>
                    <a:pt x="287" y="352"/>
                    <a:pt x="287" y="352"/>
                  </a:cubicBezTo>
                  <a:cubicBezTo>
                    <a:pt x="286" y="351"/>
                    <a:pt x="284" y="350"/>
                    <a:pt x="282" y="349"/>
                  </a:cubicBezTo>
                  <a:cubicBezTo>
                    <a:pt x="82" y="148"/>
                    <a:pt x="82" y="148"/>
                    <a:pt x="82" y="148"/>
                  </a:cubicBezTo>
                  <a:lnTo>
                    <a:pt x="153" y="76"/>
                  </a:lnTo>
                  <a:close/>
                  <a:moveTo>
                    <a:pt x="295" y="332"/>
                  </a:moveTo>
                  <a:cubicBezTo>
                    <a:pt x="295" y="332"/>
                    <a:pt x="295" y="332"/>
                    <a:pt x="295" y="332"/>
                  </a:cubicBezTo>
                  <a:cubicBezTo>
                    <a:pt x="295" y="332"/>
                    <a:pt x="295" y="332"/>
                    <a:pt x="295" y="332"/>
                  </a:cubicBezTo>
                  <a:cubicBezTo>
                    <a:pt x="295" y="332"/>
                    <a:pt x="295" y="332"/>
                    <a:pt x="295" y="332"/>
                  </a:cubicBezTo>
                  <a:cubicBezTo>
                    <a:pt x="295" y="332"/>
                    <a:pt x="295" y="332"/>
                    <a:pt x="295" y="332"/>
                  </a:cubicBezTo>
                  <a:cubicBezTo>
                    <a:pt x="298" y="334"/>
                    <a:pt x="305" y="338"/>
                    <a:pt x="321" y="343"/>
                  </a:cubicBezTo>
                  <a:cubicBezTo>
                    <a:pt x="323" y="344"/>
                    <a:pt x="325" y="345"/>
                    <a:pt x="327" y="346"/>
                  </a:cubicBezTo>
                  <a:cubicBezTo>
                    <a:pt x="351" y="322"/>
                    <a:pt x="351" y="322"/>
                    <a:pt x="351" y="322"/>
                  </a:cubicBezTo>
                  <a:cubicBezTo>
                    <a:pt x="350" y="320"/>
                    <a:pt x="349" y="318"/>
                    <a:pt x="349" y="316"/>
                  </a:cubicBezTo>
                  <a:cubicBezTo>
                    <a:pt x="343" y="299"/>
                    <a:pt x="339" y="292"/>
                    <a:pt x="338" y="290"/>
                  </a:cubicBezTo>
                  <a:cubicBezTo>
                    <a:pt x="338" y="290"/>
                    <a:pt x="338" y="290"/>
                    <a:pt x="338" y="290"/>
                  </a:cubicBezTo>
                  <a:cubicBezTo>
                    <a:pt x="338" y="290"/>
                    <a:pt x="338" y="290"/>
                    <a:pt x="338" y="290"/>
                  </a:cubicBezTo>
                  <a:cubicBezTo>
                    <a:pt x="338" y="289"/>
                    <a:pt x="338" y="289"/>
                    <a:pt x="338" y="289"/>
                  </a:cubicBezTo>
                  <a:cubicBezTo>
                    <a:pt x="338" y="289"/>
                    <a:pt x="337" y="289"/>
                    <a:pt x="337" y="289"/>
                  </a:cubicBezTo>
                  <a:cubicBezTo>
                    <a:pt x="336" y="287"/>
                    <a:pt x="336" y="287"/>
                    <a:pt x="336" y="287"/>
                  </a:cubicBezTo>
                  <a:cubicBezTo>
                    <a:pt x="293" y="330"/>
                    <a:pt x="293" y="330"/>
                    <a:pt x="293" y="330"/>
                  </a:cubicBezTo>
                  <a:lnTo>
                    <a:pt x="295" y="332"/>
                  </a:lnTo>
                  <a:close/>
                  <a:moveTo>
                    <a:pt x="121" y="133"/>
                  </a:moveTo>
                  <a:cubicBezTo>
                    <a:pt x="287" y="299"/>
                    <a:pt x="287" y="299"/>
                    <a:pt x="287" y="299"/>
                  </a:cubicBezTo>
                  <a:cubicBezTo>
                    <a:pt x="307" y="279"/>
                    <a:pt x="307" y="279"/>
                    <a:pt x="307" y="279"/>
                  </a:cubicBezTo>
                  <a:cubicBezTo>
                    <a:pt x="142" y="113"/>
                    <a:pt x="142" y="113"/>
                    <a:pt x="142" y="113"/>
                  </a:cubicBezTo>
                  <a:lnTo>
                    <a:pt x="121" y="13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5" name="Freeform 10"/>
            <p:cNvSpPr>
              <a:spLocks noEditPoints="1"/>
            </p:cNvSpPr>
            <p:nvPr/>
          </p:nvSpPr>
          <p:spPr bwMode="auto">
            <a:xfrm>
              <a:off x="5152135" y="2317272"/>
              <a:ext cx="662857" cy="657478"/>
            </a:xfrm>
            <a:custGeom>
              <a:avLst/>
              <a:gdLst>
                <a:gd name="T0" fmla="*/ 385 w 389"/>
                <a:gd name="T1" fmla="*/ 99 h 386"/>
                <a:gd name="T2" fmla="*/ 320 w 389"/>
                <a:gd name="T3" fmla="*/ 165 h 386"/>
                <a:gd name="T4" fmla="*/ 323 w 389"/>
                <a:gd name="T5" fmla="*/ 168 h 386"/>
                <a:gd name="T6" fmla="*/ 323 w 389"/>
                <a:gd name="T7" fmla="*/ 185 h 386"/>
                <a:gd name="T8" fmla="*/ 137 w 389"/>
                <a:gd name="T9" fmla="*/ 373 h 386"/>
                <a:gd name="T10" fmla="*/ 105 w 389"/>
                <a:gd name="T11" fmla="*/ 386 h 386"/>
                <a:gd name="T12" fmla="*/ 73 w 389"/>
                <a:gd name="T13" fmla="*/ 373 h 386"/>
                <a:gd name="T14" fmla="*/ 18 w 389"/>
                <a:gd name="T15" fmla="*/ 318 h 386"/>
                <a:gd name="T16" fmla="*/ 18 w 389"/>
                <a:gd name="T17" fmla="*/ 254 h 386"/>
                <a:gd name="T18" fmla="*/ 60 w 389"/>
                <a:gd name="T19" fmla="*/ 212 h 386"/>
                <a:gd name="T20" fmla="*/ 60 w 389"/>
                <a:gd name="T21" fmla="*/ 212 h 386"/>
                <a:gd name="T22" fmla="*/ 205 w 389"/>
                <a:gd name="T23" fmla="*/ 66 h 386"/>
                <a:gd name="T24" fmla="*/ 221 w 389"/>
                <a:gd name="T25" fmla="*/ 66 h 386"/>
                <a:gd name="T26" fmla="*/ 226 w 389"/>
                <a:gd name="T27" fmla="*/ 70 h 386"/>
                <a:gd name="T28" fmla="*/ 291 w 389"/>
                <a:gd name="T29" fmla="*/ 5 h 386"/>
                <a:gd name="T30" fmla="*/ 307 w 389"/>
                <a:gd name="T31" fmla="*/ 5 h 386"/>
                <a:gd name="T32" fmla="*/ 385 w 389"/>
                <a:gd name="T33" fmla="*/ 82 h 386"/>
                <a:gd name="T34" fmla="*/ 385 w 389"/>
                <a:gd name="T35" fmla="*/ 99 h 386"/>
                <a:gd name="T36" fmla="*/ 328 w 389"/>
                <a:gd name="T37" fmla="*/ 74 h 386"/>
                <a:gd name="T38" fmla="*/ 347 w 389"/>
                <a:gd name="T39" fmla="*/ 93 h 386"/>
                <a:gd name="T40" fmla="*/ 333 w 389"/>
                <a:gd name="T41" fmla="*/ 107 h 386"/>
                <a:gd name="T42" fmla="*/ 314 w 389"/>
                <a:gd name="T43" fmla="*/ 89 h 386"/>
                <a:gd name="T44" fmla="*/ 328 w 389"/>
                <a:gd name="T45" fmla="*/ 74 h 386"/>
                <a:gd name="T46" fmla="*/ 297 w 389"/>
                <a:gd name="T47" fmla="*/ 43 h 386"/>
                <a:gd name="T48" fmla="*/ 316 w 389"/>
                <a:gd name="T49" fmla="*/ 62 h 386"/>
                <a:gd name="T50" fmla="*/ 301 w 389"/>
                <a:gd name="T51" fmla="*/ 76 h 386"/>
                <a:gd name="T52" fmla="*/ 283 w 389"/>
                <a:gd name="T53" fmla="*/ 58 h 386"/>
                <a:gd name="T54" fmla="*/ 297 w 389"/>
                <a:gd name="T55" fmla="*/ 43 h 386"/>
                <a:gd name="T56" fmla="*/ 360 w 389"/>
                <a:gd name="T57" fmla="*/ 91 h 386"/>
                <a:gd name="T58" fmla="*/ 299 w 389"/>
                <a:gd name="T59" fmla="*/ 30 h 386"/>
                <a:gd name="T60" fmla="*/ 242 w 389"/>
                <a:gd name="T61" fmla="*/ 87 h 386"/>
                <a:gd name="T62" fmla="*/ 303 w 389"/>
                <a:gd name="T63" fmla="*/ 148 h 386"/>
                <a:gd name="T64" fmla="*/ 360 w 389"/>
                <a:gd name="T65" fmla="*/ 91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89" h="386">
                  <a:moveTo>
                    <a:pt x="385" y="99"/>
                  </a:moveTo>
                  <a:cubicBezTo>
                    <a:pt x="320" y="165"/>
                    <a:pt x="320" y="165"/>
                    <a:pt x="320" y="165"/>
                  </a:cubicBezTo>
                  <a:cubicBezTo>
                    <a:pt x="323" y="168"/>
                    <a:pt x="323" y="168"/>
                    <a:pt x="323" y="168"/>
                  </a:cubicBezTo>
                  <a:cubicBezTo>
                    <a:pt x="328" y="173"/>
                    <a:pt x="328" y="181"/>
                    <a:pt x="323" y="185"/>
                  </a:cubicBezTo>
                  <a:cubicBezTo>
                    <a:pt x="137" y="373"/>
                    <a:pt x="137" y="373"/>
                    <a:pt x="137" y="373"/>
                  </a:cubicBezTo>
                  <a:cubicBezTo>
                    <a:pt x="128" y="382"/>
                    <a:pt x="117" y="386"/>
                    <a:pt x="105" y="386"/>
                  </a:cubicBezTo>
                  <a:cubicBezTo>
                    <a:pt x="92" y="386"/>
                    <a:pt x="81" y="382"/>
                    <a:pt x="73" y="373"/>
                  </a:cubicBezTo>
                  <a:cubicBezTo>
                    <a:pt x="18" y="318"/>
                    <a:pt x="18" y="318"/>
                    <a:pt x="18" y="318"/>
                  </a:cubicBezTo>
                  <a:cubicBezTo>
                    <a:pt x="0" y="300"/>
                    <a:pt x="0" y="271"/>
                    <a:pt x="18" y="254"/>
                  </a:cubicBezTo>
                  <a:cubicBezTo>
                    <a:pt x="60" y="212"/>
                    <a:pt x="60" y="212"/>
                    <a:pt x="60" y="212"/>
                  </a:cubicBezTo>
                  <a:cubicBezTo>
                    <a:pt x="60" y="212"/>
                    <a:pt x="60" y="212"/>
                    <a:pt x="60" y="212"/>
                  </a:cubicBezTo>
                  <a:cubicBezTo>
                    <a:pt x="205" y="66"/>
                    <a:pt x="205" y="66"/>
                    <a:pt x="205" y="66"/>
                  </a:cubicBezTo>
                  <a:cubicBezTo>
                    <a:pt x="209" y="61"/>
                    <a:pt x="217" y="61"/>
                    <a:pt x="221" y="66"/>
                  </a:cubicBezTo>
                  <a:cubicBezTo>
                    <a:pt x="226" y="70"/>
                    <a:pt x="226" y="70"/>
                    <a:pt x="226" y="70"/>
                  </a:cubicBezTo>
                  <a:cubicBezTo>
                    <a:pt x="291" y="5"/>
                    <a:pt x="291" y="5"/>
                    <a:pt x="291" y="5"/>
                  </a:cubicBezTo>
                  <a:cubicBezTo>
                    <a:pt x="295" y="0"/>
                    <a:pt x="303" y="0"/>
                    <a:pt x="307" y="5"/>
                  </a:cubicBezTo>
                  <a:cubicBezTo>
                    <a:pt x="385" y="82"/>
                    <a:pt x="385" y="82"/>
                    <a:pt x="385" y="82"/>
                  </a:cubicBezTo>
                  <a:cubicBezTo>
                    <a:pt x="389" y="87"/>
                    <a:pt x="389" y="95"/>
                    <a:pt x="385" y="99"/>
                  </a:cubicBezTo>
                  <a:close/>
                  <a:moveTo>
                    <a:pt x="328" y="74"/>
                  </a:moveTo>
                  <a:cubicBezTo>
                    <a:pt x="347" y="93"/>
                    <a:pt x="347" y="93"/>
                    <a:pt x="347" y="93"/>
                  </a:cubicBezTo>
                  <a:cubicBezTo>
                    <a:pt x="333" y="107"/>
                    <a:pt x="333" y="107"/>
                    <a:pt x="333" y="107"/>
                  </a:cubicBezTo>
                  <a:cubicBezTo>
                    <a:pt x="314" y="89"/>
                    <a:pt x="314" y="89"/>
                    <a:pt x="314" y="89"/>
                  </a:cubicBezTo>
                  <a:lnTo>
                    <a:pt x="328" y="74"/>
                  </a:lnTo>
                  <a:close/>
                  <a:moveTo>
                    <a:pt x="297" y="43"/>
                  </a:moveTo>
                  <a:cubicBezTo>
                    <a:pt x="316" y="62"/>
                    <a:pt x="316" y="62"/>
                    <a:pt x="316" y="62"/>
                  </a:cubicBezTo>
                  <a:cubicBezTo>
                    <a:pt x="301" y="76"/>
                    <a:pt x="301" y="76"/>
                    <a:pt x="301" y="76"/>
                  </a:cubicBezTo>
                  <a:cubicBezTo>
                    <a:pt x="283" y="58"/>
                    <a:pt x="283" y="58"/>
                    <a:pt x="283" y="58"/>
                  </a:cubicBezTo>
                  <a:lnTo>
                    <a:pt x="297" y="43"/>
                  </a:lnTo>
                  <a:close/>
                  <a:moveTo>
                    <a:pt x="360" y="91"/>
                  </a:moveTo>
                  <a:cubicBezTo>
                    <a:pt x="299" y="30"/>
                    <a:pt x="299" y="30"/>
                    <a:pt x="299" y="30"/>
                  </a:cubicBezTo>
                  <a:cubicBezTo>
                    <a:pt x="242" y="87"/>
                    <a:pt x="242" y="87"/>
                    <a:pt x="242" y="87"/>
                  </a:cubicBezTo>
                  <a:cubicBezTo>
                    <a:pt x="303" y="148"/>
                    <a:pt x="303" y="148"/>
                    <a:pt x="303" y="148"/>
                  </a:cubicBezTo>
                  <a:lnTo>
                    <a:pt x="360" y="9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6" name="Freeform 11"/>
            <p:cNvSpPr>
              <a:spLocks noEditPoints="1"/>
            </p:cNvSpPr>
            <p:nvPr/>
          </p:nvSpPr>
          <p:spPr bwMode="auto">
            <a:xfrm>
              <a:off x="4247261" y="3305506"/>
              <a:ext cx="527059" cy="592940"/>
            </a:xfrm>
            <a:custGeom>
              <a:avLst/>
              <a:gdLst>
                <a:gd name="T0" fmla="*/ 282 w 309"/>
                <a:gd name="T1" fmla="*/ 348 h 348"/>
                <a:gd name="T2" fmla="*/ 20 w 309"/>
                <a:gd name="T3" fmla="*/ 179 h 348"/>
                <a:gd name="T4" fmla="*/ 131 w 309"/>
                <a:gd name="T5" fmla="*/ 78 h 348"/>
                <a:gd name="T6" fmla="*/ 124 w 309"/>
                <a:gd name="T7" fmla="*/ 119 h 348"/>
                <a:gd name="T8" fmla="*/ 160 w 309"/>
                <a:gd name="T9" fmla="*/ 101 h 348"/>
                <a:gd name="T10" fmla="*/ 195 w 309"/>
                <a:gd name="T11" fmla="*/ 119 h 348"/>
                <a:gd name="T12" fmla="*/ 187 w 309"/>
                <a:gd name="T13" fmla="*/ 77 h 348"/>
                <a:gd name="T14" fmla="*/ 167 w 309"/>
                <a:gd name="T15" fmla="*/ 84 h 348"/>
                <a:gd name="T16" fmla="*/ 139 w 309"/>
                <a:gd name="T17" fmla="*/ 84 h 348"/>
                <a:gd name="T18" fmla="*/ 160 w 309"/>
                <a:gd name="T19" fmla="*/ 79 h 348"/>
                <a:gd name="T20" fmla="*/ 180 w 309"/>
                <a:gd name="T21" fmla="*/ 79 h 348"/>
                <a:gd name="T22" fmla="*/ 182 w 309"/>
                <a:gd name="T23" fmla="*/ 70 h 348"/>
                <a:gd name="T24" fmla="*/ 180 w 309"/>
                <a:gd name="T25" fmla="*/ 33 h 348"/>
                <a:gd name="T26" fmla="*/ 137 w 309"/>
                <a:gd name="T27" fmla="*/ 35 h 348"/>
                <a:gd name="T28" fmla="*/ 137 w 309"/>
                <a:gd name="T29" fmla="*/ 77 h 348"/>
                <a:gd name="T30" fmla="*/ 160 w 309"/>
                <a:gd name="T31" fmla="*/ 79 h 348"/>
                <a:gd name="T32" fmla="*/ 187 w 309"/>
                <a:gd name="T33" fmla="*/ 41 h 348"/>
                <a:gd name="T34" fmla="*/ 239 w 309"/>
                <a:gd name="T35" fmla="*/ 85 h 348"/>
                <a:gd name="T36" fmla="*/ 260 w 309"/>
                <a:gd name="T37" fmla="*/ 74 h 348"/>
                <a:gd name="T38" fmla="*/ 131 w 309"/>
                <a:gd name="T39" fmla="*/ 73 h 348"/>
                <a:gd name="T40" fmla="*/ 58 w 309"/>
                <a:gd name="T41" fmla="*/ 26 h 348"/>
                <a:gd name="T42" fmla="*/ 61 w 309"/>
                <a:gd name="T43" fmla="*/ 81 h 348"/>
                <a:gd name="T44" fmla="*/ 131 w 309"/>
                <a:gd name="T45" fmla="*/ 73 h 348"/>
                <a:gd name="T46" fmla="*/ 13 w 309"/>
                <a:gd name="T47" fmla="*/ 166 h 348"/>
                <a:gd name="T48" fmla="*/ 309 w 309"/>
                <a:gd name="T49" fmla="*/ 166 h 348"/>
                <a:gd name="T50" fmla="*/ 265 w 309"/>
                <a:gd name="T51" fmla="*/ 70 h 348"/>
                <a:gd name="T52" fmla="*/ 260 w 309"/>
                <a:gd name="T53" fmla="*/ 85 h 348"/>
                <a:gd name="T54" fmla="*/ 216 w 309"/>
                <a:gd name="T55" fmla="*/ 87 h 348"/>
                <a:gd name="T56" fmla="*/ 229 w 309"/>
                <a:gd name="T57" fmla="*/ 125 h 348"/>
                <a:gd name="T58" fmla="*/ 191 w 309"/>
                <a:gd name="T59" fmla="*/ 153 h 348"/>
                <a:gd name="T60" fmla="*/ 129 w 309"/>
                <a:gd name="T61" fmla="*/ 153 h 348"/>
                <a:gd name="T62" fmla="*/ 91 w 309"/>
                <a:gd name="T63" fmla="*/ 125 h 348"/>
                <a:gd name="T64" fmla="*/ 103 w 309"/>
                <a:gd name="T65" fmla="*/ 87 h 348"/>
                <a:gd name="T66" fmla="*/ 58 w 309"/>
                <a:gd name="T67" fmla="*/ 85 h 348"/>
                <a:gd name="T68" fmla="*/ 52 w 309"/>
                <a:gd name="T69" fmla="*/ 70 h 348"/>
                <a:gd name="T70" fmla="*/ 0 w 309"/>
                <a:gd name="T71" fmla="*/ 166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09" h="348">
                  <a:moveTo>
                    <a:pt x="20" y="348"/>
                  </a:moveTo>
                  <a:cubicBezTo>
                    <a:pt x="282" y="348"/>
                    <a:pt x="282" y="348"/>
                    <a:pt x="282" y="348"/>
                  </a:cubicBezTo>
                  <a:cubicBezTo>
                    <a:pt x="282" y="179"/>
                    <a:pt x="282" y="179"/>
                    <a:pt x="282" y="179"/>
                  </a:cubicBezTo>
                  <a:cubicBezTo>
                    <a:pt x="20" y="179"/>
                    <a:pt x="20" y="179"/>
                    <a:pt x="20" y="179"/>
                  </a:cubicBezTo>
                  <a:lnTo>
                    <a:pt x="20" y="348"/>
                  </a:lnTo>
                  <a:close/>
                  <a:moveTo>
                    <a:pt x="131" y="78"/>
                  </a:moveTo>
                  <a:cubicBezTo>
                    <a:pt x="102" y="120"/>
                    <a:pt x="102" y="120"/>
                    <a:pt x="102" y="120"/>
                  </a:cubicBezTo>
                  <a:cubicBezTo>
                    <a:pt x="124" y="119"/>
                    <a:pt x="124" y="119"/>
                    <a:pt x="124" y="119"/>
                  </a:cubicBezTo>
                  <a:cubicBezTo>
                    <a:pt x="131" y="141"/>
                    <a:pt x="131" y="141"/>
                    <a:pt x="131" y="141"/>
                  </a:cubicBezTo>
                  <a:cubicBezTo>
                    <a:pt x="160" y="101"/>
                    <a:pt x="160" y="101"/>
                    <a:pt x="160" y="101"/>
                  </a:cubicBezTo>
                  <a:cubicBezTo>
                    <a:pt x="189" y="141"/>
                    <a:pt x="189" y="141"/>
                    <a:pt x="189" y="141"/>
                  </a:cubicBezTo>
                  <a:cubicBezTo>
                    <a:pt x="195" y="119"/>
                    <a:pt x="195" y="119"/>
                    <a:pt x="195" y="119"/>
                  </a:cubicBezTo>
                  <a:cubicBezTo>
                    <a:pt x="218" y="120"/>
                    <a:pt x="218" y="120"/>
                    <a:pt x="218" y="120"/>
                  </a:cubicBezTo>
                  <a:cubicBezTo>
                    <a:pt x="187" y="77"/>
                    <a:pt x="187" y="77"/>
                    <a:pt x="187" y="77"/>
                  </a:cubicBezTo>
                  <a:cubicBezTo>
                    <a:pt x="187" y="81"/>
                    <a:pt x="184" y="84"/>
                    <a:pt x="180" y="84"/>
                  </a:cubicBezTo>
                  <a:cubicBezTo>
                    <a:pt x="167" y="84"/>
                    <a:pt x="167" y="84"/>
                    <a:pt x="167" y="84"/>
                  </a:cubicBezTo>
                  <a:cubicBezTo>
                    <a:pt x="152" y="84"/>
                    <a:pt x="152" y="84"/>
                    <a:pt x="152" y="84"/>
                  </a:cubicBezTo>
                  <a:cubicBezTo>
                    <a:pt x="139" y="84"/>
                    <a:pt x="139" y="84"/>
                    <a:pt x="139" y="84"/>
                  </a:cubicBezTo>
                  <a:cubicBezTo>
                    <a:pt x="135" y="84"/>
                    <a:pt x="132" y="81"/>
                    <a:pt x="131" y="78"/>
                  </a:cubicBezTo>
                  <a:close/>
                  <a:moveTo>
                    <a:pt x="160" y="79"/>
                  </a:moveTo>
                  <a:cubicBezTo>
                    <a:pt x="160" y="79"/>
                    <a:pt x="160" y="79"/>
                    <a:pt x="160" y="79"/>
                  </a:cubicBezTo>
                  <a:cubicBezTo>
                    <a:pt x="180" y="79"/>
                    <a:pt x="180" y="79"/>
                    <a:pt x="180" y="79"/>
                  </a:cubicBezTo>
                  <a:cubicBezTo>
                    <a:pt x="181" y="79"/>
                    <a:pt x="182" y="78"/>
                    <a:pt x="182" y="77"/>
                  </a:cubicBezTo>
                  <a:cubicBezTo>
                    <a:pt x="182" y="70"/>
                    <a:pt x="182" y="70"/>
                    <a:pt x="182" y="70"/>
                  </a:cubicBezTo>
                  <a:cubicBezTo>
                    <a:pt x="182" y="35"/>
                    <a:pt x="182" y="35"/>
                    <a:pt x="182" y="35"/>
                  </a:cubicBezTo>
                  <a:cubicBezTo>
                    <a:pt x="182" y="34"/>
                    <a:pt x="181" y="33"/>
                    <a:pt x="180" y="33"/>
                  </a:cubicBezTo>
                  <a:cubicBezTo>
                    <a:pt x="139" y="33"/>
                    <a:pt x="139" y="33"/>
                    <a:pt x="139" y="33"/>
                  </a:cubicBezTo>
                  <a:cubicBezTo>
                    <a:pt x="137" y="33"/>
                    <a:pt x="137" y="34"/>
                    <a:pt x="137" y="35"/>
                  </a:cubicBezTo>
                  <a:cubicBezTo>
                    <a:pt x="137" y="71"/>
                    <a:pt x="137" y="71"/>
                    <a:pt x="137" y="71"/>
                  </a:cubicBezTo>
                  <a:cubicBezTo>
                    <a:pt x="137" y="77"/>
                    <a:pt x="137" y="77"/>
                    <a:pt x="137" y="77"/>
                  </a:cubicBezTo>
                  <a:cubicBezTo>
                    <a:pt x="137" y="78"/>
                    <a:pt x="137" y="79"/>
                    <a:pt x="139" y="79"/>
                  </a:cubicBezTo>
                  <a:cubicBezTo>
                    <a:pt x="160" y="79"/>
                    <a:pt x="160" y="79"/>
                    <a:pt x="160" y="79"/>
                  </a:cubicBezTo>
                  <a:close/>
                  <a:moveTo>
                    <a:pt x="260" y="26"/>
                  </a:moveTo>
                  <a:cubicBezTo>
                    <a:pt x="227" y="1"/>
                    <a:pt x="195" y="33"/>
                    <a:pt x="187" y="41"/>
                  </a:cubicBezTo>
                  <a:cubicBezTo>
                    <a:pt x="187" y="73"/>
                    <a:pt x="187" y="73"/>
                    <a:pt x="187" y="73"/>
                  </a:cubicBezTo>
                  <a:cubicBezTo>
                    <a:pt x="210" y="80"/>
                    <a:pt x="227" y="85"/>
                    <a:pt x="239" y="85"/>
                  </a:cubicBezTo>
                  <a:cubicBezTo>
                    <a:pt x="247" y="85"/>
                    <a:pt x="253" y="84"/>
                    <a:pt x="257" y="81"/>
                  </a:cubicBezTo>
                  <a:cubicBezTo>
                    <a:pt x="260" y="78"/>
                    <a:pt x="260" y="74"/>
                    <a:pt x="260" y="74"/>
                  </a:cubicBezTo>
                  <a:cubicBezTo>
                    <a:pt x="260" y="26"/>
                    <a:pt x="260" y="26"/>
                    <a:pt x="260" y="26"/>
                  </a:cubicBezTo>
                  <a:close/>
                  <a:moveTo>
                    <a:pt x="131" y="73"/>
                  </a:moveTo>
                  <a:cubicBezTo>
                    <a:pt x="131" y="41"/>
                    <a:pt x="131" y="41"/>
                    <a:pt x="131" y="41"/>
                  </a:cubicBezTo>
                  <a:cubicBezTo>
                    <a:pt x="126" y="35"/>
                    <a:pt x="92" y="0"/>
                    <a:pt x="58" y="26"/>
                  </a:cubicBezTo>
                  <a:cubicBezTo>
                    <a:pt x="58" y="74"/>
                    <a:pt x="58" y="74"/>
                    <a:pt x="58" y="74"/>
                  </a:cubicBezTo>
                  <a:cubicBezTo>
                    <a:pt x="58" y="74"/>
                    <a:pt x="57" y="78"/>
                    <a:pt x="61" y="81"/>
                  </a:cubicBezTo>
                  <a:cubicBezTo>
                    <a:pt x="65" y="84"/>
                    <a:pt x="71" y="85"/>
                    <a:pt x="79" y="85"/>
                  </a:cubicBezTo>
                  <a:cubicBezTo>
                    <a:pt x="91" y="85"/>
                    <a:pt x="109" y="80"/>
                    <a:pt x="131" y="73"/>
                  </a:cubicBezTo>
                  <a:close/>
                  <a:moveTo>
                    <a:pt x="0" y="166"/>
                  </a:moveTo>
                  <a:cubicBezTo>
                    <a:pt x="13" y="166"/>
                    <a:pt x="13" y="166"/>
                    <a:pt x="13" y="166"/>
                  </a:cubicBezTo>
                  <a:cubicBezTo>
                    <a:pt x="296" y="166"/>
                    <a:pt x="296" y="166"/>
                    <a:pt x="296" y="166"/>
                  </a:cubicBezTo>
                  <a:cubicBezTo>
                    <a:pt x="309" y="166"/>
                    <a:pt x="309" y="166"/>
                    <a:pt x="309" y="166"/>
                  </a:cubicBezTo>
                  <a:cubicBezTo>
                    <a:pt x="309" y="70"/>
                    <a:pt x="309" y="70"/>
                    <a:pt x="309" y="70"/>
                  </a:cubicBezTo>
                  <a:cubicBezTo>
                    <a:pt x="265" y="70"/>
                    <a:pt x="265" y="70"/>
                    <a:pt x="265" y="70"/>
                  </a:cubicBezTo>
                  <a:cubicBezTo>
                    <a:pt x="265" y="74"/>
                    <a:pt x="265" y="74"/>
                    <a:pt x="265" y="74"/>
                  </a:cubicBezTo>
                  <a:cubicBezTo>
                    <a:pt x="266" y="78"/>
                    <a:pt x="263" y="82"/>
                    <a:pt x="260" y="85"/>
                  </a:cubicBezTo>
                  <a:cubicBezTo>
                    <a:pt x="255" y="90"/>
                    <a:pt x="246" y="91"/>
                    <a:pt x="239" y="91"/>
                  </a:cubicBezTo>
                  <a:cubicBezTo>
                    <a:pt x="231" y="91"/>
                    <a:pt x="223" y="89"/>
                    <a:pt x="216" y="87"/>
                  </a:cubicBezTo>
                  <a:cubicBezTo>
                    <a:pt x="210" y="86"/>
                    <a:pt x="204" y="84"/>
                    <a:pt x="198" y="82"/>
                  </a:cubicBezTo>
                  <a:cubicBezTo>
                    <a:pt x="229" y="125"/>
                    <a:pt x="229" y="125"/>
                    <a:pt x="229" y="125"/>
                  </a:cubicBezTo>
                  <a:cubicBezTo>
                    <a:pt x="199" y="125"/>
                    <a:pt x="199" y="125"/>
                    <a:pt x="199" y="125"/>
                  </a:cubicBezTo>
                  <a:cubicBezTo>
                    <a:pt x="191" y="153"/>
                    <a:pt x="191" y="153"/>
                    <a:pt x="191" y="153"/>
                  </a:cubicBezTo>
                  <a:cubicBezTo>
                    <a:pt x="160" y="110"/>
                    <a:pt x="160" y="110"/>
                    <a:pt x="160" y="110"/>
                  </a:cubicBezTo>
                  <a:cubicBezTo>
                    <a:pt x="129" y="153"/>
                    <a:pt x="129" y="153"/>
                    <a:pt x="129" y="153"/>
                  </a:cubicBezTo>
                  <a:cubicBezTo>
                    <a:pt x="120" y="125"/>
                    <a:pt x="120" y="125"/>
                    <a:pt x="120" y="125"/>
                  </a:cubicBezTo>
                  <a:cubicBezTo>
                    <a:pt x="91" y="125"/>
                    <a:pt x="91" y="125"/>
                    <a:pt x="91" y="125"/>
                  </a:cubicBezTo>
                  <a:cubicBezTo>
                    <a:pt x="122" y="82"/>
                    <a:pt x="122" y="82"/>
                    <a:pt x="122" y="82"/>
                  </a:cubicBezTo>
                  <a:cubicBezTo>
                    <a:pt x="116" y="84"/>
                    <a:pt x="109" y="85"/>
                    <a:pt x="103" y="87"/>
                  </a:cubicBezTo>
                  <a:cubicBezTo>
                    <a:pt x="95" y="89"/>
                    <a:pt x="87" y="91"/>
                    <a:pt x="79" y="91"/>
                  </a:cubicBezTo>
                  <a:cubicBezTo>
                    <a:pt x="72" y="91"/>
                    <a:pt x="63" y="90"/>
                    <a:pt x="58" y="85"/>
                  </a:cubicBezTo>
                  <a:cubicBezTo>
                    <a:pt x="54" y="82"/>
                    <a:pt x="52" y="78"/>
                    <a:pt x="52" y="74"/>
                  </a:cubicBezTo>
                  <a:cubicBezTo>
                    <a:pt x="52" y="70"/>
                    <a:pt x="52" y="70"/>
                    <a:pt x="52" y="70"/>
                  </a:cubicBezTo>
                  <a:cubicBezTo>
                    <a:pt x="0" y="70"/>
                    <a:pt x="0" y="70"/>
                    <a:pt x="0" y="70"/>
                  </a:cubicBezTo>
                  <a:lnTo>
                    <a:pt x="0" y="16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7" name="Freeform 12"/>
            <p:cNvSpPr>
              <a:spLocks noEditPoints="1"/>
            </p:cNvSpPr>
            <p:nvPr/>
          </p:nvSpPr>
          <p:spPr bwMode="auto">
            <a:xfrm>
              <a:off x="6725243" y="2278281"/>
              <a:ext cx="482689" cy="668235"/>
            </a:xfrm>
            <a:custGeom>
              <a:avLst/>
              <a:gdLst>
                <a:gd name="T0" fmla="*/ 197 w 283"/>
                <a:gd name="T1" fmla="*/ 36 h 392"/>
                <a:gd name="T2" fmla="*/ 174 w 283"/>
                <a:gd name="T3" fmla="*/ 75 h 392"/>
                <a:gd name="T4" fmla="*/ 105 w 283"/>
                <a:gd name="T5" fmla="*/ 70 h 392"/>
                <a:gd name="T6" fmla="*/ 89 w 283"/>
                <a:gd name="T7" fmla="*/ 6 h 392"/>
                <a:gd name="T8" fmla="*/ 149 w 283"/>
                <a:gd name="T9" fmla="*/ 24 h 392"/>
                <a:gd name="T10" fmla="*/ 143 w 283"/>
                <a:gd name="T11" fmla="*/ 392 h 392"/>
                <a:gd name="T12" fmla="*/ 6 w 283"/>
                <a:gd name="T13" fmla="*/ 337 h 392"/>
                <a:gd name="T14" fmla="*/ 106 w 283"/>
                <a:gd name="T15" fmla="*/ 117 h 392"/>
                <a:gd name="T16" fmla="*/ 170 w 283"/>
                <a:gd name="T17" fmla="*/ 112 h 392"/>
                <a:gd name="T18" fmla="*/ 218 w 283"/>
                <a:gd name="T19" fmla="*/ 164 h 392"/>
                <a:gd name="T20" fmla="*/ 244 w 283"/>
                <a:gd name="T21" fmla="*/ 379 h 392"/>
                <a:gd name="T22" fmla="*/ 146 w 283"/>
                <a:gd name="T23" fmla="*/ 227 h 392"/>
                <a:gd name="T24" fmla="*/ 166 w 283"/>
                <a:gd name="T25" fmla="*/ 184 h 392"/>
                <a:gd name="T26" fmla="*/ 175 w 283"/>
                <a:gd name="T27" fmla="*/ 215 h 392"/>
                <a:gd name="T28" fmla="*/ 189 w 283"/>
                <a:gd name="T29" fmla="*/ 178 h 392"/>
                <a:gd name="T30" fmla="*/ 146 w 283"/>
                <a:gd name="T31" fmla="*/ 161 h 392"/>
                <a:gd name="T32" fmla="*/ 134 w 283"/>
                <a:gd name="T33" fmla="*/ 148 h 392"/>
                <a:gd name="T34" fmla="*/ 134 w 283"/>
                <a:gd name="T35" fmla="*/ 161 h 392"/>
                <a:gd name="T36" fmla="*/ 87 w 283"/>
                <a:gd name="T37" fmla="*/ 207 h 392"/>
                <a:gd name="T38" fmla="*/ 134 w 283"/>
                <a:gd name="T39" fmla="*/ 266 h 392"/>
                <a:gd name="T40" fmla="*/ 102 w 283"/>
                <a:gd name="T41" fmla="*/ 283 h 392"/>
                <a:gd name="T42" fmla="*/ 93 w 283"/>
                <a:gd name="T43" fmla="*/ 280 h 392"/>
                <a:gd name="T44" fmla="*/ 87 w 283"/>
                <a:gd name="T45" fmla="*/ 318 h 392"/>
                <a:gd name="T46" fmla="*/ 134 w 283"/>
                <a:gd name="T47" fmla="*/ 356 h 392"/>
                <a:gd name="T48" fmla="*/ 146 w 283"/>
                <a:gd name="T49" fmla="*/ 338 h 392"/>
                <a:gd name="T50" fmla="*/ 199 w 283"/>
                <a:gd name="T51" fmla="*/ 292 h 392"/>
                <a:gd name="T52" fmla="*/ 146 w 283"/>
                <a:gd name="T53" fmla="*/ 227 h 392"/>
                <a:gd name="T54" fmla="*/ 114 w 283"/>
                <a:gd name="T55" fmla="*/ 193 h 392"/>
                <a:gd name="T56" fmla="*/ 134 w 283"/>
                <a:gd name="T57" fmla="*/ 175 h 392"/>
                <a:gd name="T58" fmla="*/ 163 w 283"/>
                <a:gd name="T59" fmla="*/ 318 h 392"/>
                <a:gd name="T60" fmla="*/ 146 w 283"/>
                <a:gd name="T61" fmla="*/ 274 h 392"/>
                <a:gd name="T62" fmla="*/ 170 w 283"/>
                <a:gd name="T63" fmla="*/ 303 h 392"/>
                <a:gd name="T64" fmla="*/ 143 w 283"/>
                <a:gd name="T65" fmla="*/ 84 h 392"/>
                <a:gd name="T66" fmla="*/ 186 w 283"/>
                <a:gd name="T67" fmla="*/ 93 h 392"/>
                <a:gd name="T68" fmla="*/ 108 w 283"/>
                <a:gd name="T69" fmla="*/ 101 h 392"/>
                <a:gd name="T70" fmla="*/ 108 w 283"/>
                <a:gd name="T71" fmla="*/ 84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83" h="392">
                  <a:moveTo>
                    <a:pt x="194" y="21"/>
                  </a:moveTo>
                  <a:cubicBezTo>
                    <a:pt x="201" y="25"/>
                    <a:pt x="200" y="31"/>
                    <a:pt x="197" y="36"/>
                  </a:cubicBezTo>
                  <a:cubicBezTo>
                    <a:pt x="192" y="48"/>
                    <a:pt x="187" y="59"/>
                    <a:pt x="182" y="70"/>
                  </a:cubicBezTo>
                  <a:cubicBezTo>
                    <a:pt x="180" y="73"/>
                    <a:pt x="178" y="75"/>
                    <a:pt x="174" y="75"/>
                  </a:cubicBezTo>
                  <a:cubicBezTo>
                    <a:pt x="154" y="75"/>
                    <a:pt x="133" y="75"/>
                    <a:pt x="113" y="75"/>
                  </a:cubicBezTo>
                  <a:cubicBezTo>
                    <a:pt x="110" y="75"/>
                    <a:pt x="107" y="74"/>
                    <a:pt x="105" y="70"/>
                  </a:cubicBezTo>
                  <a:cubicBezTo>
                    <a:pt x="98" y="54"/>
                    <a:pt x="90" y="38"/>
                    <a:pt x="83" y="22"/>
                  </a:cubicBezTo>
                  <a:cubicBezTo>
                    <a:pt x="79" y="14"/>
                    <a:pt x="82" y="9"/>
                    <a:pt x="89" y="6"/>
                  </a:cubicBezTo>
                  <a:cubicBezTo>
                    <a:pt x="102" y="0"/>
                    <a:pt x="113" y="1"/>
                    <a:pt x="124" y="10"/>
                  </a:cubicBezTo>
                  <a:cubicBezTo>
                    <a:pt x="131" y="16"/>
                    <a:pt x="138" y="23"/>
                    <a:pt x="149" y="24"/>
                  </a:cubicBezTo>
                  <a:cubicBezTo>
                    <a:pt x="184" y="28"/>
                    <a:pt x="184" y="16"/>
                    <a:pt x="194" y="21"/>
                  </a:cubicBezTo>
                  <a:close/>
                  <a:moveTo>
                    <a:pt x="143" y="392"/>
                  </a:moveTo>
                  <a:cubicBezTo>
                    <a:pt x="108" y="391"/>
                    <a:pt x="74" y="388"/>
                    <a:pt x="41" y="379"/>
                  </a:cubicBezTo>
                  <a:cubicBezTo>
                    <a:pt x="18" y="373"/>
                    <a:pt x="8" y="361"/>
                    <a:pt x="6" y="337"/>
                  </a:cubicBezTo>
                  <a:cubicBezTo>
                    <a:pt x="0" y="276"/>
                    <a:pt x="17" y="221"/>
                    <a:pt x="58" y="174"/>
                  </a:cubicBezTo>
                  <a:cubicBezTo>
                    <a:pt x="75" y="156"/>
                    <a:pt x="93" y="139"/>
                    <a:pt x="106" y="117"/>
                  </a:cubicBezTo>
                  <a:cubicBezTo>
                    <a:pt x="108" y="113"/>
                    <a:pt x="111" y="113"/>
                    <a:pt x="115" y="113"/>
                  </a:cubicBezTo>
                  <a:cubicBezTo>
                    <a:pt x="133" y="113"/>
                    <a:pt x="152" y="113"/>
                    <a:pt x="170" y="112"/>
                  </a:cubicBezTo>
                  <a:cubicBezTo>
                    <a:pt x="175" y="112"/>
                    <a:pt x="178" y="114"/>
                    <a:pt x="180" y="118"/>
                  </a:cubicBezTo>
                  <a:cubicBezTo>
                    <a:pt x="190" y="135"/>
                    <a:pt x="204" y="150"/>
                    <a:pt x="218" y="164"/>
                  </a:cubicBezTo>
                  <a:cubicBezTo>
                    <a:pt x="265" y="212"/>
                    <a:pt x="283" y="270"/>
                    <a:pt x="279" y="336"/>
                  </a:cubicBezTo>
                  <a:cubicBezTo>
                    <a:pt x="278" y="359"/>
                    <a:pt x="268" y="373"/>
                    <a:pt x="244" y="379"/>
                  </a:cubicBezTo>
                  <a:cubicBezTo>
                    <a:pt x="211" y="388"/>
                    <a:pt x="177" y="391"/>
                    <a:pt x="143" y="392"/>
                  </a:cubicBezTo>
                  <a:close/>
                  <a:moveTo>
                    <a:pt x="146" y="227"/>
                  </a:moveTo>
                  <a:cubicBezTo>
                    <a:pt x="146" y="174"/>
                    <a:pt x="146" y="174"/>
                    <a:pt x="146" y="174"/>
                  </a:cubicBezTo>
                  <a:cubicBezTo>
                    <a:pt x="155" y="175"/>
                    <a:pt x="161" y="178"/>
                    <a:pt x="166" y="184"/>
                  </a:cubicBezTo>
                  <a:cubicBezTo>
                    <a:pt x="171" y="191"/>
                    <a:pt x="174" y="200"/>
                    <a:pt x="175" y="213"/>
                  </a:cubicBezTo>
                  <a:cubicBezTo>
                    <a:pt x="175" y="215"/>
                    <a:pt x="175" y="215"/>
                    <a:pt x="175" y="215"/>
                  </a:cubicBezTo>
                  <a:cubicBezTo>
                    <a:pt x="185" y="215"/>
                    <a:pt x="185" y="215"/>
                    <a:pt x="185" y="215"/>
                  </a:cubicBezTo>
                  <a:cubicBezTo>
                    <a:pt x="189" y="178"/>
                    <a:pt x="189" y="178"/>
                    <a:pt x="189" y="178"/>
                  </a:cubicBezTo>
                  <a:cubicBezTo>
                    <a:pt x="188" y="177"/>
                    <a:pt x="188" y="177"/>
                    <a:pt x="188" y="177"/>
                  </a:cubicBezTo>
                  <a:cubicBezTo>
                    <a:pt x="177" y="167"/>
                    <a:pt x="163" y="162"/>
                    <a:pt x="146" y="161"/>
                  </a:cubicBezTo>
                  <a:cubicBezTo>
                    <a:pt x="146" y="148"/>
                    <a:pt x="146" y="148"/>
                    <a:pt x="146" y="148"/>
                  </a:cubicBezTo>
                  <a:cubicBezTo>
                    <a:pt x="134" y="148"/>
                    <a:pt x="134" y="148"/>
                    <a:pt x="134" y="148"/>
                  </a:cubicBezTo>
                  <a:cubicBezTo>
                    <a:pt x="134" y="151"/>
                    <a:pt x="134" y="151"/>
                    <a:pt x="134" y="151"/>
                  </a:cubicBezTo>
                  <a:cubicBezTo>
                    <a:pt x="134" y="161"/>
                    <a:pt x="134" y="161"/>
                    <a:pt x="134" y="161"/>
                  </a:cubicBezTo>
                  <a:cubicBezTo>
                    <a:pt x="121" y="162"/>
                    <a:pt x="110" y="166"/>
                    <a:pt x="101" y="175"/>
                  </a:cubicBezTo>
                  <a:cubicBezTo>
                    <a:pt x="92" y="183"/>
                    <a:pt x="87" y="194"/>
                    <a:pt x="87" y="207"/>
                  </a:cubicBezTo>
                  <a:cubicBezTo>
                    <a:pt x="87" y="217"/>
                    <a:pt x="91" y="226"/>
                    <a:pt x="97" y="235"/>
                  </a:cubicBezTo>
                  <a:cubicBezTo>
                    <a:pt x="104" y="243"/>
                    <a:pt x="116" y="253"/>
                    <a:pt x="134" y="266"/>
                  </a:cubicBezTo>
                  <a:cubicBezTo>
                    <a:pt x="134" y="324"/>
                    <a:pt x="134" y="324"/>
                    <a:pt x="134" y="324"/>
                  </a:cubicBezTo>
                  <a:cubicBezTo>
                    <a:pt x="115" y="321"/>
                    <a:pt x="105" y="308"/>
                    <a:pt x="102" y="283"/>
                  </a:cubicBezTo>
                  <a:cubicBezTo>
                    <a:pt x="102" y="280"/>
                    <a:pt x="102" y="280"/>
                    <a:pt x="102" y="280"/>
                  </a:cubicBezTo>
                  <a:cubicBezTo>
                    <a:pt x="93" y="280"/>
                    <a:pt x="93" y="280"/>
                    <a:pt x="93" y="280"/>
                  </a:cubicBezTo>
                  <a:cubicBezTo>
                    <a:pt x="86" y="317"/>
                    <a:pt x="86" y="317"/>
                    <a:pt x="86" y="317"/>
                  </a:cubicBezTo>
                  <a:cubicBezTo>
                    <a:pt x="87" y="318"/>
                    <a:pt x="87" y="318"/>
                    <a:pt x="87" y="318"/>
                  </a:cubicBezTo>
                  <a:cubicBezTo>
                    <a:pt x="98" y="331"/>
                    <a:pt x="114" y="337"/>
                    <a:pt x="134" y="338"/>
                  </a:cubicBezTo>
                  <a:cubicBezTo>
                    <a:pt x="134" y="356"/>
                    <a:pt x="134" y="356"/>
                    <a:pt x="134" y="356"/>
                  </a:cubicBezTo>
                  <a:cubicBezTo>
                    <a:pt x="146" y="356"/>
                    <a:pt x="146" y="356"/>
                    <a:pt x="146" y="356"/>
                  </a:cubicBezTo>
                  <a:cubicBezTo>
                    <a:pt x="146" y="338"/>
                    <a:pt x="146" y="338"/>
                    <a:pt x="146" y="338"/>
                  </a:cubicBezTo>
                  <a:cubicBezTo>
                    <a:pt x="161" y="338"/>
                    <a:pt x="173" y="333"/>
                    <a:pt x="183" y="325"/>
                  </a:cubicBezTo>
                  <a:cubicBezTo>
                    <a:pt x="194" y="317"/>
                    <a:pt x="199" y="306"/>
                    <a:pt x="199" y="292"/>
                  </a:cubicBezTo>
                  <a:cubicBezTo>
                    <a:pt x="199" y="281"/>
                    <a:pt x="195" y="271"/>
                    <a:pt x="188" y="262"/>
                  </a:cubicBezTo>
                  <a:cubicBezTo>
                    <a:pt x="181" y="252"/>
                    <a:pt x="167" y="241"/>
                    <a:pt x="146" y="227"/>
                  </a:cubicBezTo>
                  <a:close/>
                  <a:moveTo>
                    <a:pt x="134" y="219"/>
                  </a:moveTo>
                  <a:cubicBezTo>
                    <a:pt x="120" y="209"/>
                    <a:pt x="114" y="200"/>
                    <a:pt x="114" y="193"/>
                  </a:cubicBezTo>
                  <a:cubicBezTo>
                    <a:pt x="114" y="188"/>
                    <a:pt x="116" y="184"/>
                    <a:pt x="120" y="181"/>
                  </a:cubicBezTo>
                  <a:cubicBezTo>
                    <a:pt x="124" y="177"/>
                    <a:pt x="128" y="175"/>
                    <a:pt x="134" y="175"/>
                  </a:cubicBezTo>
                  <a:lnTo>
                    <a:pt x="134" y="219"/>
                  </a:lnTo>
                  <a:close/>
                  <a:moveTo>
                    <a:pt x="163" y="318"/>
                  </a:moveTo>
                  <a:cubicBezTo>
                    <a:pt x="159" y="321"/>
                    <a:pt x="153" y="323"/>
                    <a:pt x="146" y="324"/>
                  </a:cubicBezTo>
                  <a:cubicBezTo>
                    <a:pt x="146" y="274"/>
                    <a:pt x="146" y="274"/>
                    <a:pt x="146" y="274"/>
                  </a:cubicBezTo>
                  <a:cubicBezTo>
                    <a:pt x="155" y="280"/>
                    <a:pt x="161" y="285"/>
                    <a:pt x="164" y="289"/>
                  </a:cubicBezTo>
                  <a:cubicBezTo>
                    <a:pt x="168" y="294"/>
                    <a:pt x="170" y="298"/>
                    <a:pt x="170" y="303"/>
                  </a:cubicBezTo>
                  <a:cubicBezTo>
                    <a:pt x="170" y="309"/>
                    <a:pt x="168" y="314"/>
                    <a:pt x="163" y="318"/>
                  </a:cubicBezTo>
                  <a:close/>
                  <a:moveTo>
                    <a:pt x="143" y="84"/>
                  </a:moveTo>
                  <a:cubicBezTo>
                    <a:pt x="154" y="84"/>
                    <a:pt x="165" y="84"/>
                    <a:pt x="176" y="84"/>
                  </a:cubicBezTo>
                  <a:cubicBezTo>
                    <a:pt x="182" y="84"/>
                    <a:pt x="186" y="87"/>
                    <a:pt x="186" y="93"/>
                  </a:cubicBezTo>
                  <a:cubicBezTo>
                    <a:pt x="186" y="99"/>
                    <a:pt x="182" y="101"/>
                    <a:pt x="176" y="101"/>
                  </a:cubicBezTo>
                  <a:cubicBezTo>
                    <a:pt x="153" y="101"/>
                    <a:pt x="131" y="101"/>
                    <a:pt x="108" y="101"/>
                  </a:cubicBezTo>
                  <a:cubicBezTo>
                    <a:pt x="102" y="101"/>
                    <a:pt x="98" y="98"/>
                    <a:pt x="99" y="92"/>
                  </a:cubicBezTo>
                  <a:cubicBezTo>
                    <a:pt x="99" y="87"/>
                    <a:pt x="103" y="84"/>
                    <a:pt x="108" y="84"/>
                  </a:cubicBezTo>
                  <a:cubicBezTo>
                    <a:pt x="120" y="84"/>
                    <a:pt x="131" y="84"/>
                    <a:pt x="143" y="8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8" name="Freeform 13"/>
            <p:cNvSpPr>
              <a:spLocks noEditPoints="1"/>
            </p:cNvSpPr>
            <p:nvPr/>
          </p:nvSpPr>
          <p:spPr bwMode="auto">
            <a:xfrm>
              <a:off x="7560201" y="2981473"/>
              <a:ext cx="95462" cy="154622"/>
            </a:xfrm>
            <a:custGeom>
              <a:avLst/>
              <a:gdLst>
                <a:gd name="T0" fmla="*/ 56 w 56"/>
                <a:gd name="T1" fmla="*/ 56 h 91"/>
                <a:gd name="T2" fmla="*/ 49 w 56"/>
                <a:gd name="T3" fmla="*/ 82 h 91"/>
                <a:gd name="T4" fmla="*/ 28 w 56"/>
                <a:gd name="T5" fmla="*/ 91 h 91"/>
                <a:gd name="T6" fmla="*/ 7 w 56"/>
                <a:gd name="T7" fmla="*/ 82 h 91"/>
                <a:gd name="T8" fmla="*/ 0 w 56"/>
                <a:gd name="T9" fmla="*/ 56 h 91"/>
                <a:gd name="T10" fmla="*/ 0 w 56"/>
                <a:gd name="T11" fmla="*/ 35 h 91"/>
                <a:gd name="T12" fmla="*/ 7 w 56"/>
                <a:gd name="T13" fmla="*/ 9 h 91"/>
                <a:gd name="T14" fmla="*/ 28 w 56"/>
                <a:gd name="T15" fmla="*/ 0 h 91"/>
                <a:gd name="T16" fmla="*/ 49 w 56"/>
                <a:gd name="T17" fmla="*/ 9 h 91"/>
                <a:gd name="T18" fmla="*/ 56 w 56"/>
                <a:gd name="T19" fmla="*/ 35 h 91"/>
                <a:gd name="T20" fmla="*/ 56 w 56"/>
                <a:gd name="T21" fmla="*/ 56 h 91"/>
                <a:gd name="T22" fmla="*/ 44 w 56"/>
                <a:gd name="T23" fmla="*/ 32 h 91"/>
                <a:gd name="T24" fmla="*/ 40 w 56"/>
                <a:gd name="T25" fmla="*/ 15 h 91"/>
                <a:gd name="T26" fmla="*/ 28 w 56"/>
                <a:gd name="T27" fmla="*/ 9 h 91"/>
                <a:gd name="T28" fmla="*/ 16 w 56"/>
                <a:gd name="T29" fmla="*/ 15 h 91"/>
                <a:gd name="T30" fmla="*/ 12 w 56"/>
                <a:gd name="T31" fmla="*/ 32 h 91"/>
                <a:gd name="T32" fmla="*/ 12 w 56"/>
                <a:gd name="T33" fmla="*/ 58 h 91"/>
                <a:gd name="T34" fmla="*/ 16 w 56"/>
                <a:gd name="T35" fmla="*/ 76 h 91"/>
                <a:gd name="T36" fmla="*/ 28 w 56"/>
                <a:gd name="T37" fmla="*/ 81 h 91"/>
                <a:gd name="T38" fmla="*/ 40 w 56"/>
                <a:gd name="T39" fmla="*/ 76 h 91"/>
                <a:gd name="T40" fmla="*/ 44 w 56"/>
                <a:gd name="T41" fmla="*/ 58 h 91"/>
                <a:gd name="T42" fmla="*/ 44 w 56"/>
                <a:gd name="T43" fmla="*/ 32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6" h="91">
                  <a:moveTo>
                    <a:pt x="56" y="56"/>
                  </a:moveTo>
                  <a:cubicBezTo>
                    <a:pt x="56" y="67"/>
                    <a:pt x="54" y="76"/>
                    <a:pt x="49" y="82"/>
                  </a:cubicBezTo>
                  <a:cubicBezTo>
                    <a:pt x="44" y="88"/>
                    <a:pt x="37" y="91"/>
                    <a:pt x="28" y="91"/>
                  </a:cubicBezTo>
                  <a:cubicBezTo>
                    <a:pt x="19" y="91"/>
                    <a:pt x="13" y="88"/>
                    <a:pt x="7" y="82"/>
                  </a:cubicBezTo>
                  <a:cubicBezTo>
                    <a:pt x="2" y="76"/>
                    <a:pt x="0" y="67"/>
                    <a:pt x="0" y="56"/>
                  </a:cubicBezTo>
                  <a:cubicBezTo>
                    <a:pt x="0" y="35"/>
                    <a:pt x="0" y="35"/>
                    <a:pt x="0" y="35"/>
                  </a:cubicBezTo>
                  <a:cubicBezTo>
                    <a:pt x="0" y="23"/>
                    <a:pt x="2" y="15"/>
                    <a:pt x="7" y="9"/>
                  </a:cubicBezTo>
                  <a:cubicBezTo>
                    <a:pt x="13" y="3"/>
                    <a:pt x="19" y="0"/>
                    <a:pt x="28" y="0"/>
                  </a:cubicBezTo>
                  <a:cubicBezTo>
                    <a:pt x="37" y="0"/>
                    <a:pt x="44" y="3"/>
                    <a:pt x="49" y="9"/>
                  </a:cubicBezTo>
                  <a:cubicBezTo>
                    <a:pt x="54" y="15"/>
                    <a:pt x="56" y="23"/>
                    <a:pt x="56" y="35"/>
                  </a:cubicBezTo>
                  <a:lnTo>
                    <a:pt x="56" y="56"/>
                  </a:lnTo>
                  <a:close/>
                  <a:moveTo>
                    <a:pt x="44" y="32"/>
                  </a:moveTo>
                  <a:cubicBezTo>
                    <a:pt x="44" y="25"/>
                    <a:pt x="43" y="19"/>
                    <a:pt x="40" y="15"/>
                  </a:cubicBezTo>
                  <a:cubicBezTo>
                    <a:pt x="37" y="11"/>
                    <a:pt x="33" y="9"/>
                    <a:pt x="28" y="9"/>
                  </a:cubicBezTo>
                  <a:cubicBezTo>
                    <a:pt x="23" y="9"/>
                    <a:pt x="19" y="11"/>
                    <a:pt x="16" y="15"/>
                  </a:cubicBezTo>
                  <a:cubicBezTo>
                    <a:pt x="13" y="19"/>
                    <a:pt x="12" y="25"/>
                    <a:pt x="12" y="32"/>
                  </a:cubicBezTo>
                  <a:cubicBezTo>
                    <a:pt x="12" y="58"/>
                    <a:pt x="12" y="58"/>
                    <a:pt x="12" y="58"/>
                  </a:cubicBezTo>
                  <a:cubicBezTo>
                    <a:pt x="12" y="66"/>
                    <a:pt x="13" y="72"/>
                    <a:pt x="16" y="76"/>
                  </a:cubicBezTo>
                  <a:cubicBezTo>
                    <a:pt x="19" y="79"/>
                    <a:pt x="23" y="81"/>
                    <a:pt x="28" y="81"/>
                  </a:cubicBezTo>
                  <a:cubicBezTo>
                    <a:pt x="34" y="81"/>
                    <a:pt x="38" y="79"/>
                    <a:pt x="40" y="76"/>
                  </a:cubicBezTo>
                  <a:cubicBezTo>
                    <a:pt x="43" y="72"/>
                    <a:pt x="44" y="66"/>
                    <a:pt x="44" y="58"/>
                  </a:cubicBezTo>
                  <a:lnTo>
                    <a:pt x="44" y="32"/>
                  </a:lnTo>
                  <a:close/>
                </a:path>
              </a:pathLst>
            </a:custGeom>
            <a:solidFill>
              <a:srgbClr val="2636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14"/>
            <p:cNvSpPr>
              <a:spLocks/>
            </p:cNvSpPr>
            <p:nvPr/>
          </p:nvSpPr>
          <p:spPr bwMode="auto">
            <a:xfrm>
              <a:off x="7677176" y="2981473"/>
              <a:ext cx="100840" cy="153277"/>
            </a:xfrm>
            <a:custGeom>
              <a:avLst/>
              <a:gdLst>
                <a:gd name="T0" fmla="*/ 59 w 59"/>
                <a:gd name="T1" fmla="*/ 90 h 90"/>
                <a:gd name="T2" fmla="*/ 2 w 59"/>
                <a:gd name="T3" fmla="*/ 90 h 90"/>
                <a:gd name="T4" fmla="*/ 2 w 59"/>
                <a:gd name="T5" fmla="*/ 81 h 90"/>
                <a:gd name="T6" fmla="*/ 31 w 59"/>
                <a:gd name="T7" fmla="*/ 49 h 90"/>
                <a:gd name="T8" fmla="*/ 41 w 59"/>
                <a:gd name="T9" fmla="*/ 35 h 90"/>
                <a:gd name="T10" fmla="*/ 44 w 59"/>
                <a:gd name="T11" fmla="*/ 25 h 90"/>
                <a:gd name="T12" fmla="*/ 40 w 59"/>
                <a:gd name="T13" fmla="*/ 14 h 90"/>
                <a:gd name="T14" fmla="*/ 30 w 59"/>
                <a:gd name="T15" fmla="*/ 9 h 90"/>
                <a:gd name="T16" fmla="*/ 16 w 59"/>
                <a:gd name="T17" fmla="*/ 14 h 90"/>
                <a:gd name="T18" fmla="*/ 12 w 59"/>
                <a:gd name="T19" fmla="*/ 27 h 90"/>
                <a:gd name="T20" fmla="*/ 0 w 59"/>
                <a:gd name="T21" fmla="*/ 27 h 90"/>
                <a:gd name="T22" fmla="*/ 0 w 59"/>
                <a:gd name="T23" fmla="*/ 27 h 90"/>
                <a:gd name="T24" fmla="*/ 8 w 59"/>
                <a:gd name="T25" fmla="*/ 7 h 90"/>
                <a:gd name="T26" fmla="*/ 30 w 59"/>
                <a:gd name="T27" fmla="*/ 0 h 90"/>
                <a:gd name="T28" fmla="*/ 49 w 59"/>
                <a:gd name="T29" fmla="*/ 7 h 90"/>
                <a:gd name="T30" fmla="*/ 56 w 59"/>
                <a:gd name="T31" fmla="*/ 24 h 90"/>
                <a:gd name="T32" fmla="*/ 52 w 59"/>
                <a:gd name="T33" fmla="*/ 39 h 90"/>
                <a:gd name="T34" fmla="*/ 40 w 59"/>
                <a:gd name="T35" fmla="*/ 55 h 90"/>
                <a:gd name="T36" fmla="*/ 16 w 59"/>
                <a:gd name="T37" fmla="*/ 80 h 90"/>
                <a:gd name="T38" fmla="*/ 16 w 59"/>
                <a:gd name="T39" fmla="*/ 80 h 90"/>
                <a:gd name="T40" fmla="*/ 59 w 59"/>
                <a:gd name="T41" fmla="*/ 80 h 90"/>
                <a:gd name="T42" fmla="*/ 59 w 59"/>
                <a:gd name="T43"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9" h="90">
                  <a:moveTo>
                    <a:pt x="59" y="90"/>
                  </a:moveTo>
                  <a:cubicBezTo>
                    <a:pt x="2" y="90"/>
                    <a:pt x="2" y="90"/>
                    <a:pt x="2" y="90"/>
                  </a:cubicBezTo>
                  <a:cubicBezTo>
                    <a:pt x="2" y="81"/>
                    <a:pt x="2" y="81"/>
                    <a:pt x="2" y="81"/>
                  </a:cubicBezTo>
                  <a:cubicBezTo>
                    <a:pt x="31" y="49"/>
                    <a:pt x="31" y="49"/>
                    <a:pt x="31" y="49"/>
                  </a:cubicBezTo>
                  <a:cubicBezTo>
                    <a:pt x="36" y="43"/>
                    <a:pt x="39" y="39"/>
                    <a:pt x="41" y="35"/>
                  </a:cubicBezTo>
                  <a:cubicBezTo>
                    <a:pt x="43" y="32"/>
                    <a:pt x="44" y="28"/>
                    <a:pt x="44" y="25"/>
                  </a:cubicBezTo>
                  <a:cubicBezTo>
                    <a:pt x="44" y="20"/>
                    <a:pt x="43" y="17"/>
                    <a:pt x="40" y="14"/>
                  </a:cubicBezTo>
                  <a:cubicBezTo>
                    <a:pt x="38" y="11"/>
                    <a:pt x="34" y="9"/>
                    <a:pt x="30" y="9"/>
                  </a:cubicBezTo>
                  <a:cubicBezTo>
                    <a:pt x="24" y="9"/>
                    <a:pt x="19" y="11"/>
                    <a:pt x="16" y="14"/>
                  </a:cubicBezTo>
                  <a:cubicBezTo>
                    <a:pt x="13" y="17"/>
                    <a:pt x="12" y="21"/>
                    <a:pt x="12" y="27"/>
                  </a:cubicBezTo>
                  <a:cubicBezTo>
                    <a:pt x="0" y="27"/>
                    <a:pt x="0" y="27"/>
                    <a:pt x="0" y="27"/>
                  </a:cubicBezTo>
                  <a:cubicBezTo>
                    <a:pt x="0" y="27"/>
                    <a:pt x="0" y="27"/>
                    <a:pt x="0" y="27"/>
                  </a:cubicBezTo>
                  <a:cubicBezTo>
                    <a:pt x="0" y="19"/>
                    <a:pt x="3" y="13"/>
                    <a:pt x="8" y="7"/>
                  </a:cubicBezTo>
                  <a:cubicBezTo>
                    <a:pt x="13" y="2"/>
                    <a:pt x="21" y="0"/>
                    <a:pt x="30" y="0"/>
                  </a:cubicBezTo>
                  <a:cubicBezTo>
                    <a:pt x="38" y="0"/>
                    <a:pt x="44" y="2"/>
                    <a:pt x="49" y="7"/>
                  </a:cubicBezTo>
                  <a:cubicBezTo>
                    <a:pt x="54" y="11"/>
                    <a:pt x="56" y="17"/>
                    <a:pt x="56" y="24"/>
                  </a:cubicBezTo>
                  <a:cubicBezTo>
                    <a:pt x="56" y="29"/>
                    <a:pt x="55" y="34"/>
                    <a:pt x="52" y="39"/>
                  </a:cubicBezTo>
                  <a:cubicBezTo>
                    <a:pt x="49" y="44"/>
                    <a:pt x="45" y="49"/>
                    <a:pt x="40" y="55"/>
                  </a:cubicBezTo>
                  <a:cubicBezTo>
                    <a:pt x="16" y="80"/>
                    <a:pt x="16" y="80"/>
                    <a:pt x="16" y="80"/>
                  </a:cubicBezTo>
                  <a:cubicBezTo>
                    <a:pt x="16" y="80"/>
                    <a:pt x="16" y="80"/>
                    <a:pt x="16" y="80"/>
                  </a:cubicBezTo>
                  <a:cubicBezTo>
                    <a:pt x="59" y="80"/>
                    <a:pt x="59" y="80"/>
                    <a:pt x="59" y="80"/>
                  </a:cubicBezTo>
                  <a:lnTo>
                    <a:pt x="59" y="90"/>
                  </a:lnTo>
                  <a:close/>
                </a:path>
              </a:pathLst>
            </a:custGeom>
            <a:solidFill>
              <a:srgbClr val="2636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15"/>
            <p:cNvSpPr>
              <a:spLocks/>
            </p:cNvSpPr>
            <p:nvPr/>
          </p:nvSpPr>
          <p:spPr bwMode="auto">
            <a:xfrm>
              <a:off x="3968942" y="4192900"/>
              <a:ext cx="1242352" cy="1390250"/>
            </a:xfrm>
            <a:custGeom>
              <a:avLst/>
              <a:gdLst>
                <a:gd name="T0" fmla="*/ 729 w 729"/>
                <a:gd name="T1" fmla="*/ 431 h 816"/>
                <a:gd name="T2" fmla="*/ 556 w 729"/>
                <a:gd name="T3" fmla="*/ 0 h 816"/>
                <a:gd name="T4" fmla="*/ 0 w 729"/>
                <a:gd name="T5" fmla="*/ 5 h 816"/>
                <a:gd name="T6" fmla="*/ 325 w 729"/>
                <a:gd name="T7" fmla="*/ 816 h 816"/>
                <a:gd name="T8" fmla="*/ 729 w 729"/>
                <a:gd name="T9" fmla="*/ 431 h 816"/>
              </a:gdLst>
              <a:ahLst/>
              <a:cxnLst>
                <a:cxn ang="0">
                  <a:pos x="T0" y="T1"/>
                </a:cxn>
                <a:cxn ang="0">
                  <a:pos x="T2" y="T3"/>
                </a:cxn>
                <a:cxn ang="0">
                  <a:pos x="T4" y="T5"/>
                </a:cxn>
                <a:cxn ang="0">
                  <a:pos x="T6" y="T7"/>
                </a:cxn>
                <a:cxn ang="0">
                  <a:pos x="T8" y="T9"/>
                </a:cxn>
              </a:cxnLst>
              <a:rect l="0" t="0" r="r" b="b"/>
              <a:pathLst>
                <a:path w="729" h="816">
                  <a:moveTo>
                    <a:pt x="729" y="431"/>
                  </a:moveTo>
                  <a:cubicBezTo>
                    <a:pt x="627" y="315"/>
                    <a:pt x="563" y="165"/>
                    <a:pt x="556" y="0"/>
                  </a:cubicBezTo>
                  <a:cubicBezTo>
                    <a:pt x="0" y="5"/>
                    <a:pt x="0" y="5"/>
                    <a:pt x="0" y="5"/>
                  </a:cubicBezTo>
                  <a:cubicBezTo>
                    <a:pt x="8" y="317"/>
                    <a:pt x="130" y="601"/>
                    <a:pt x="325" y="816"/>
                  </a:cubicBezTo>
                  <a:lnTo>
                    <a:pt x="729" y="431"/>
                  </a:lnTo>
                  <a:close/>
                </a:path>
              </a:pathLst>
            </a:custGeom>
            <a:solidFill>
              <a:srgbClr val="2199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16"/>
            <p:cNvSpPr>
              <a:spLocks noEditPoints="1"/>
            </p:cNvSpPr>
            <p:nvPr/>
          </p:nvSpPr>
          <p:spPr bwMode="auto">
            <a:xfrm>
              <a:off x="4587429" y="4975420"/>
              <a:ext cx="1469579" cy="1290755"/>
            </a:xfrm>
            <a:custGeom>
              <a:avLst/>
              <a:gdLst>
                <a:gd name="T0" fmla="*/ 862 w 862"/>
                <a:gd name="T1" fmla="*/ 199 h 758"/>
                <a:gd name="T2" fmla="*/ 403 w 862"/>
                <a:gd name="T3" fmla="*/ 0 h 758"/>
                <a:gd name="T4" fmla="*/ 0 w 862"/>
                <a:gd name="T5" fmla="*/ 385 h 758"/>
                <a:gd name="T6" fmla="*/ 862 w 862"/>
                <a:gd name="T7" fmla="*/ 758 h 758"/>
                <a:gd name="T8" fmla="*/ 862 w 862"/>
                <a:gd name="T9" fmla="*/ 199 h 758"/>
                <a:gd name="T10" fmla="*/ 552 w 862"/>
                <a:gd name="T11" fmla="*/ 197 h 758"/>
                <a:gd name="T12" fmla="*/ 552 w 862"/>
                <a:gd name="T13" fmla="*/ 197 h 758"/>
              </a:gdLst>
              <a:ahLst/>
              <a:cxnLst>
                <a:cxn ang="0">
                  <a:pos x="T0" y="T1"/>
                </a:cxn>
                <a:cxn ang="0">
                  <a:pos x="T2" y="T3"/>
                </a:cxn>
                <a:cxn ang="0">
                  <a:pos x="T4" y="T5"/>
                </a:cxn>
                <a:cxn ang="0">
                  <a:pos x="T6" y="T7"/>
                </a:cxn>
                <a:cxn ang="0">
                  <a:pos x="T8" y="T9"/>
                </a:cxn>
                <a:cxn ang="0">
                  <a:pos x="T10" y="T11"/>
                </a:cxn>
                <a:cxn ang="0">
                  <a:pos x="T12" y="T13"/>
                </a:cxn>
              </a:cxnLst>
              <a:rect l="0" t="0" r="r" b="b"/>
              <a:pathLst>
                <a:path w="862" h="758">
                  <a:moveTo>
                    <a:pt x="862" y="199"/>
                  </a:moveTo>
                  <a:cubicBezTo>
                    <a:pt x="683" y="193"/>
                    <a:pt x="522" y="118"/>
                    <a:pt x="403" y="0"/>
                  </a:cubicBezTo>
                  <a:cubicBezTo>
                    <a:pt x="0" y="385"/>
                    <a:pt x="0" y="385"/>
                    <a:pt x="0" y="385"/>
                  </a:cubicBezTo>
                  <a:cubicBezTo>
                    <a:pt x="220" y="610"/>
                    <a:pt x="524" y="752"/>
                    <a:pt x="862" y="758"/>
                  </a:cubicBezTo>
                  <a:lnTo>
                    <a:pt x="862" y="199"/>
                  </a:lnTo>
                  <a:close/>
                  <a:moveTo>
                    <a:pt x="552" y="197"/>
                  </a:moveTo>
                  <a:cubicBezTo>
                    <a:pt x="552" y="197"/>
                    <a:pt x="552" y="197"/>
                    <a:pt x="552" y="197"/>
                  </a:cubicBezTo>
                  <a:close/>
                </a:path>
              </a:pathLst>
            </a:custGeom>
            <a:solidFill>
              <a:srgbClr val="E7BE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17"/>
            <p:cNvSpPr>
              <a:spLocks/>
            </p:cNvSpPr>
            <p:nvPr/>
          </p:nvSpPr>
          <p:spPr bwMode="auto">
            <a:xfrm>
              <a:off x="6137681" y="4957941"/>
              <a:ext cx="1499159" cy="1308234"/>
            </a:xfrm>
            <a:custGeom>
              <a:avLst/>
              <a:gdLst>
                <a:gd name="T0" fmla="*/ 880 w 880"/>
                <a:gd name="T1" fmla="*/ 377 h 768"/>
                <a:gd name="T2" fmla="*/ 469 w 880"/>
                <a:gd name="T3" fmla="*/ 0 h 768"/>
                <a:gd name="T4" fmla="*/ 0 w 880"/>
                <a:gd name="T5" fmla="*/ 209 h 768"/>
                <a:gd name="T6" fmla="*/ 0 w 880"/>
                <a:gd name="T7" fmla="*/ 768 h 768"/>
                <a:gd name="T8" fmla="*/ 880 w 880"/>
                <a:gd name="T9" fmla="*/ 377 h 768"/>
              </a:gdLst>
              <a:ahLst/>
              <a:cxnLst>
                <a:cxn ang="0">
                  <a:pos x="T0" y="T1"/>
                </a:cxn>
                <a:cxn ang="0">
                  <a:pos x="T2" y="T3"/>
                </a:cxn>
                <a:cxn ang="0">
                  <a:pos x="T4" y="T5"/>
                </a:cxn>
                <a:cxn ang="0">
                  <a:pos x="T6" y="T7"/>
                </a:cxn>
                <a:cxn ang="0">
                  <a:pos x="T8" y="T9"/>
                </a:cxn>
              </a:cxnLst>
              <a:rect l="0" t="0" r="r" b="b"/>
              <a:pathLst>
                <a:path w="880" h="768">
                  <a:moveTo>
                    <a:pt x="880" y="377"/>
                  </a:moveTo>
                  <a:cubicBezTo>
                    <a:pt x="469" y="0"/>
                    <a:pt x="469" y="0"/>
                    <a:pt x="469" y="0"/>
                  </a:cubicBezTo>
                  <a:cubicBezTo>
                    <a:pt x="349" y="124"/>
                    <a:pt x="184" y="202"/>
                    <a:pt x="0" y="209"/>
                  </a:cubicBezTo>
                  <a:cubicBezTo>
                    <a:pt x="0" y="768"/>
                    <a:pt x="0" y="768"/>
                    <a:pt x="0" y="768"/>
                  </a:cubicBezTo>
                  <a:cubicBezTo>
                    <a:pt x="346" y="762"/>
                    <a:pt x="658" y="613"/>
                    <a:pt x="880" y="377"/>
                  </a:cubicBezTo>
                  <a:close/>
                </a:path>
              </a:pathLst>
            </a:custGeom>
            <a:solidFill>
              <a:srgbClr val="EA98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18"/>
            <p:cNvSpPr>
              <a:spLocks/>
            </p:cNvSpPr>
            <p:nvPr/>
          </p:nvSpPr>
          <p:spPr bwMode="auto">
            <a:xfrm>
              <a:off x="6980705" y="4171388"/>
              <a:ext cx="1228907" cy="1380839"/>
            </a:xfrm>
            <a:custGeom>
              <a:avLst/>
              <a:gdLst>
                <a:gd name="T0" fmla="*/ 412 w 721"/>
                <a:gd name="T1" fmla="*/ 811 h 811"/>
                <a:gd name="T2" fmla="*/ 721 w 721"/>
                <a:gd name="T3" fmla="*/ 0 h 811"/>
                <a:gd name="T4" fmla="*/ 164 w 721"/>
                <a:gd name="T5" fmla="*/ 4 h 811"/>
                <a:gd name="T6" fmla="*/ 0 w 721"/>
                <a:gd name="T7" fmla="*/ 434 h 811"/>
                <a:gd name="T8" fmla="*/ 412 w 721"/>
                <a:gd name="T9" fmla="*/ 811 h 811"/>
              </a:gdLst>
              <a:ahLst/>
              <a:cxnLst>
                <a:cxn ang="0">
                  <a:pos x="T0" y="T1"/>
                </a:cxn>
                <a:cxn ang="0">
                  <a:pos x="T2" y="T3"/>
                </a:cxn>
                <a:cxn ang="0">
                  <a:pos x="T4" y="T5"/>
                </a:cxn>
                <a:cxn ang="0">
                  <a:pos x="T6" y="T7"/>
                </a:cxn>
                <a:cxn ang="0">
                  <a:pos x="T8" y="T9"/>
                </a:cxn>
              </a:cxnLst>
              <a:rect l="0" t="0" r="r" b="b"/>
              <a:pathLst>
                <a:path w="721" h="811">
                  <a:moveTo>
                    <a:pt x="412" y="811"/>
                  </a:moveTo>
                  <a:cubicBezTo>
                    <a:pt x="601" y="594"/>
                    <a:pt x="717" y="311"/>
                    <a:pt x="721" y="0"/>
                  </a:cubicBezTo>
                  <a:cubicBezTo>
                    <a:pt x="164" y="4"/>
                    <a:pt x="164" y="4"/>
                    <a:pt x="164" y="4"/>
                  </a:cubicBezTo>
                  <a:cubicBezTo>
                    <a:pt x="160" y="168"/>
                    <a:pt x="99" y="318"/>
                    <a:pt x="0" y="434"/>
                  </a:cubicBezTo>
                  <a:lnTo>
                    <a:pt x="412" y="811"/>
                  </a:lnTo>
                  <a:close/>
                </a:path>
              </a:pathLst>
            </a:custGeom>
            <a:solidFill>
              <a:srgbClr val="C954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19"/>
            <p:cNvSpPr>
              <a:spLocks noEditPoints="1"/>
            </p:cNvSpPr>
            <p:nvPr/>
          </p:nvSpPr>
          <p:spPr bwMode="auto">
            <a:xfrm>
              <a:off x="6561210" y="5288697"/>
              <a:ext cx="631932" cy="669579"/>
            </a:xfrm>
            <a:custGeom>
              <a:avLst/>
              <a:gdLst>
                <a:gd name="T0" fmla="*/ 281 w 371"/>
                <a:gd name="T1" fmla="*/ 151 h 393"/>
                <a:gd name="T2" fmla="*/ 280 w 371"/>
                <a:gd name="T3" fmla="*/ 84 h 393"/>
                <a:gd name="T4" fmla="*/ 196 w 371"/>
                <a:gd name="T5" fmla="*/ 0 h 393"/>
                <a:gd name="T6" fmla="*/ 115 w 371"/>
                <a:gd name="T7" fmla="*/ 0 h 393"/>
                <a:gd name="T8" fmla="*/ 31 w 371"/>
                <a:gd name="T9" fmla="*/ 84 h 393"/>
                <a:gd name="T10" fmla="*/ 33 w 371"/>
                <a:gd name="T11" fmla="*/ 150 h 393"/>
                <a:gd name="T12" fmla="*/ 0 w 371"/>
                <a:gd name="T13" fmla="*/ 187 h 393"/>
                <a:gd name="T14" fmla="*/ 0 w 371"/>
                <a:gd name="T15" fmla="*/ 356 h 393"/>
                <a:gd name="T16" fmla="*/ 39 w 371"/>
                <a:gd name="T17" fmla="*/ 393 h 393"/>
                <a:gd name="T18" fmla="*/ 272 w 371"/>
                <a:gd name="T19" fmla="*/ 393 h 393"/>
                <a:gd name="T20" fmla="*/ 260 w 371"/>
                <a:gd name="T21" fmla="*/ 344 h 393"/>
                <a:gd name="T22" fmla="*/ 260 w 371"/>
                <a:gd name="T23" fmla="*/ 324 h 393"/>
                <a:gd name="T24" fmla="*/ 260 w 371"/>
                <a:gd name="T25" fmla="*/ 296 h 393"/>
                <a:gd name="T26" fmla="*/ 260 w 371"/>
                <a:gd name="T27" fmla="*/ 276 h 393"/>
                <a:gd name="T28" fmla="*/ 260 w 371"/>
                <a:gd name="T29" fmla="*/ 245 h 393"/>
                <a:gd name="T30" fmla="*/ 260 w 371"/>
                <a:gd name="T31" fmla="*/ 225 h 393"/>
                <a:gd name="T32" fmla="*/ 281 w 371"/>
                <a:gd name="T33" fmla="*/ 151 h 393"/>
                <a:gd name="T34" fmla="*/ 182 w 371"/>
                <a:gd name="T35" fmla="*/ 229 h 393"/>
                <a:gd name="T36" fmla="*/ 166 w 371"/>
                <a:gd name="T37" fmla="*/ 225 h 393"/>
                <a:gd name="T38" fmla="*/ 141 w 371"/>
                <a:gd name="T39" fmla="*/ 237 h 393"/>
                <a:gd name="T40" fmla="*/ 116 w 371"/>
                <a:gd name="T41" fmla="*/ 225 h 393"/>
                <a:gd name="T42" fmla="*/ 100 w 371"/>
                <a:gd name="T43" fmla="*/ 229 h 393"/>
                <a:gd name="T44" fmla="*/ 83 w 371"/>
                <a:gd name="T45" fmla="*/ 258 h 393"/>
                <a:gd name="T46" fmla="*/ 85 w 371"/>
                <a:gd name="T47" fmla="*/ 268 h 393"/>
                <a:gd name="T48" fmla="*/ 141 w 371"/>
                <a:gd name="T49" fmla="*/ 326 h 393"/>
                <a:gd name="T50" fmla="*/ 198 w 371"/>
                <a:gd name="T51" fmla="*/ 268 h 393"/>
                <a:gd name="T52" fmla="*/ 199 w 371"/>
                <a:gd name="T53" fmla="*/ 258 h 393"/>
                <a:gd name="T54" fmla="*/ 182 w 371"/>
                <a:gd name="T55" fmla="*/ 229 h 393"/>
                <a:gd name="T56" fmla="*/ 238 w 371"/>
                <a:gd name="T57" fmla="*/ 150 h 393"/>
                <a:gd name="T58" fmla="*/ 76 w 371"/>
                <a:gd name="T59" fmla="*/ 150 h 393"/>
                <a:gd name="T60" fmla="*/ 74 w 371"/>
                <a:gd name="T61" fmla="*/ 98 h 393"/>
                <a:gd name="T62" fmla="*/ 136 w 371"/>
                <a:gd name="T63" fmla="*/ 36 h 393"/>
                <a:gd name="T64" fmla="*/ 175 w 371"/>
                <a:gd name="T65" fmla="*/ 36 h 393"/>
                <a:gd name="T66" fmla="*/ 236 w 371"/>
                <a:gd name="T67" fmla="*/ 98 h 393"/>
                <a:gd name="T68" fmla="*/ 238 w 371"/>
                <a:gd name="T69" fmla="*/ 150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71" h="393">
                  <a:moveTo>
                    <a:pt x="281" y="151"/>
                  </a:moveTo>
                  <a:cubicBezTo>
                    <a:pt x="280" y="84"/>
                    <a:pt x="280" y="84"/>
                    <a:pt x="280" y="84"/>
                  </a:cubicBezTo>
                  <a:cubicBezTo>
                    <a:pt x="280" y="38"/>
                    <a:pt x="242" y="0"/>
                    <a:pt x="196" y="0"/>
                  </a:cubicBezTo>
                  <a:cubicBezTo>
                    <a:pt x="115" y="0"/>
                    <a:pt x="115" y="0"/>
                    <a:pt x="115" y="0"/>
                  </a:cubicBezTo>
                  <a:cubicBezTo>
                    <a:pt x="69" y="0"/>
                    <a:pt x="31" y="38"/>
                    <a:pt x="31" y="84"/>
                  </a:cubicBezTo>
                  <a:cubicBezTo>
                    <a:pt x="33" y="150"/>
                    <a:pt x="33" y="150"/>
                    <a:pt x="33" y="150"/>
                  </a:cubicBezTo>
                  <a:cubicBezTo>
                    <a:pt x="14" y="153"/>
                    <a:pt x="0" y="168"/>
                    <a:pt x="0" y="187"/>
                  </a:cubicBezTo>
                  <a:cubicBezTo>
                    <a:pt x="0" y="356"/>
                    <a:pt x="0" y="356"/>
                    <a:pt x="0" y="356"/>
                  </a:cubicBezTo>
                  <a:cubicBezTo>
                    <a:pt x="0" y="377"/>
                    <a:pt x="17" y="393"/>
                    <a:pt x="39" y="393"/>
                  </a:cubicBezTo>
                  <a:cubicBezTo>
                    <a:pt x="272" y="393"/>
                    <a:pt x="272" y="393"/>
                    <a:pt x="272" y="393"/>
                  </a:cubicBezTo>
                  <a:cubicBezTo>
                    <a:pt x="285" y="393"/>
                    <a:pt x="371" y="344"/>
                    <a:pt x="260" y="344"/>
                  </a:cubicBezTo>
                  <a:cubicBezTo>
                    <a:pt x="260" y="324"/>
                    <a:pt x="260" y="324"/>
                    <a:pt x="260" y="324"/>
                  </a:cubicBezTo>
                  <a:cubicBezTo>
                    <a:pt x="335" y="324"/>
                    <a:pt x="335" y="296"/>
                    <a:pt x="260" y="296"/>
                  </a:cubicBezTo>
                  <a:cubicBezTo>
                    <a:pt x="260" y="276"/>
                    <a:pt x="260" y="276"/>
                    <a:pt x="260" y="276"/>
                  </a:cubicBezTo>
                  <a:cubicBezTo>
                    <a:pt x="335" y="276"/>
                    <a:pt x="335" y="245"/>
                    <a:pt x="260" y="245"/>
                  </a:cubicBezTo>
                  <a:cubicBezTo>
                    <a:pt x="260" y="225"/>
                    <a:pt x="260" y="225"/>
                    <a:pt x="260" y="225"/>
                  </a:cubicBezTo>
                  <a:cubicBezTo>
                    <a:pt x="356" y="225"/>
                    <a:pt x="302" y="155"/>
                    <a:pt x="281" y="151"/>
                  </a:cubicBezTo>
                  <a:close/>
                  <a:moveTo>
                    <a:pt x="182" y="229"/>
                  </a:moveTo>
                  <a:cubicBezTo>
                    <a:pt x="178" y="226"/>
                    <a:pt x="172" y="225"/>
                    <a:pt x="166" y="225"/>
                  </a:cubicBezTo>
                  <a:cubicBezTo>
                    <a:pt x="156" y="225"/>
                    <a:pt x="147" y="230"/>
                    <a:pt x="141" y="237"/>
                  </a:cubicBezTo>
                  <a:cubicBezTo>
                    <a:pt x="135" y="230"/>
                    <a:pt x="126" y="225"/>
                    <a:pt x="116" y="225"/>
                  </a:cubicBezTo>
                  <a:cubicBezTo>
                    <a:pt x="110" y="225"/>
                    <a:pt x="105" y="226"/>
                    <a:pt x="100" y="229"/>
                  </a:cubicBezTo>
                  <a:cubicBezTo>
                    <a:pt x="90" y="235"/>
                    <a:pt x="83" y="245"/>
                    <a:pt x="83" y="258"/>
                  </a:cubicBezTo>
                  <a:cubicBezTo>
                    <a:pt x="83" y="261"/>
                    <a:pt x="84" y="265"/>
                    <a:pt x="85" y="268"/>
                  </a:cubicBezTo>
                  <a:cubicBezTo>
                    <a:pt x="90" y="294"/>
                    <a:pt x="141" y="326"/>
                    <a:pt x="141" y="326"/>
                  </a:cubicBezTo>
                  <a:cubicBezTo>
                    <a:pt x="141" y="326"/>
                    <a:pt x="192" y="294"/>
                    <a:pt x="198" y="268"/>
                  </a:cubicBezTo>
                  <a:cubicBezTo>
                    <a:pt x="199" y="265"/>
                    <a:pt x="199" y="261"/>
                    <a:pt x="199" y="258"/>
                  </a:cubicBezTo>
                  <a:cubicBezTo>
                    <a:pt x="199" y="245"/>
                    <a:pt x="193" y="235"/>
                    <a:pt x="182" y="229"/>
                  </a:cubicBezTo>
                  <a:close/>
                  <a:moveTo>
                    <a:pt x="238" y="150"/>
                  </a:moveTo>
                  <a:cubicBezTo>
                    <a:pt x="76" y="150"/>
                    <a:pt x="76" y="150"/>
                    <a:pt x="76" y="150"/>
                  </a:cubicBezTo>
                  <a:cubicBezTo>
                    <a:pt x="74" y="98"/>
                    <a:pt x="74" y="98"/>
                    <a:pt x="74" y="98"/>
                  </a:cubicBezTo>
                  <a:cubicBezTo>
                    <a:pt x="74" y="64"/>
                    <a:pt x="102" y="36"/>
                    <a:pt x="136" y="36"/>
                  </a:cubicBezTo>
                  <a:cubicBezTo>
                    <a:pt x="175" y="36"/>
                    <a:pt x="175" y="36"/>
                    <a:pt x="175" y="36"/>
                  </a:cubicBezTo>
                  <a:cubicBezTo>
                    <a:pt x="209" y="36"/>
                    <a:pt x="236" y="64"/>
                    <a:pt x="236" y="98"/>
                  </a:cubicBezTo>
                  <a:lnTo>
                    <a:pt x="238" y="15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5" name="Freeform 20"/>
            <p:cNvSpPr>
              <a:spLocks noEditPoints="1"/>
            </p:cNvSpPr>
            <p:nvPr/>
          </p:nvSpPr>
          <p:spPr bwMode="auto">
            <a:xfrm>
              <a:off x="7276504" y="4398614"/>
              <a:ext cx="654790" cy="641344"/>
            </a:xfrm>
            <a:custGeom>
              <a:avLst/>
              <a:gdLst>
                <a:gd name="T0" fmla="*/ 238 w 384"/>
                <a:gd name="T1" fmla="*/ 221 h 376"/>
                <a:gd name="T2" fmla="*/ 227 w 384"/>
                <a:gd name="T3" fmla="*/ 269 h 376"/>
                <a:gd name="T4" fmla="*/ 158 w 384"/>
                <a:gd name="T5" fmla="*/ 268 h 376"/>
                <a:gd name="T6" fmla="*/ 146 w 384"/>
                <a:gd name="T7" fmla="*/ 221 h 376"/>
                <a:gd name="T8" fmla="*/ 146 w 384"/>
                <a:gd name="T9" fmla="*/ 187 h 376"/>
                <a:gd name="T10" fmla="*/ 0 w 384"/>
                <a:gd name="T11" fmla="*/ 187 h 376"/>
                <a:gd name="T12" fmla="*/ 0 w 384"/>
                <a:gd name="T13" fmla="*/ 338 h 376"/>
                <a:gd name="T14" fmla="*/ 38 w 384"/>
                <a:gd name="T15" fmla="*/ 376 h 376"/>
                <a:gd name="T16" fmla="*/ 347 w 384"/>
                <a:gd name="T17" fmla="*/ 376 h 376"/>
                <a:gd name="T18" fmla="*/ 384 w 384"/>
                <a:gd name="T19" fmla="*/ 338 h 376"/>
                <a:gd name="T20" fmla="*/ 384 w 384"/>
                <a:gd name="T21" fmla="*/ 187 h 376"/>
                <a:gd name="T22" fmla="*/ 238 w 384"/>
                <a:gd name="T23" fmla="*/ 187 h 376"/>
                <a:gd name="T24" fmla="*/ 238 w 384"/>
                <a:gd name="T25" fmla="*/ 221 h 376"/>
                <a:gd name="T26" fmla="*/ 347 w 384"/>
                <a:gd name="T27" fmla="*/ 96 h 376"/>
                <a:gd name="T28" fmla="*/ 257 w 384"/>
                <a:gd name="T29" fmla="*/ 96 h 376"/>
                <a:gd name="T30" fmla="*/ 127 w 384"/>
                <a:gd name="T31" fmla="*/ 96 h 376"/>
                <a:gd name="T32" fmla="*/ 38 w 384"/>
                <a:gd name="T33" fmla="*/ 96 h 376"/>
                <a:gd name="T34" fmla="*/ 0 w 384"/>
                <a:gd name="T35" fmla="*/ 134 h 376"/>
                <a:gd name="T36" fmla="*/ 0 w 384"/>
                <a:gd name="T37" fmla="*/ 176 h 376"/>
                <a:gd name="T38" fmla="*/ 384 w 384"/>
                <a:gd name="T39" fmla="*/ 176 h 376"/>
                <a:gd name="T40" fmla="*/ 384 w 384"/>
                <a:gd name="T41" fmla="*/ 134 h 376"/>
                <a:gd name="T42" fmla="*/ 347 w 384"/>
                <a:gd name="T43" fmla="*/ 96 h 376"/>
                <a:gd name="T44" fmla="*/ 231 w 384"/>
                <a:gd name="T45" fmla="*/ 96 h 376"/>
                <a:gd name="T46" fmla="*/ 153 w 384"/>
                <a:gd name="T47" fmla="*/ 96 h 376"/>
                <a:gd name="T48" fmla="*/ 231 w 384"/>
                <a:gd name="T49" fmla="*/ 96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4" h="376">
                  <a:moveTo>
                    <a:pt x="238" y="221"/>
                  </a:moveTo>
                  <a:cubicBezTo>
                    <a:pt x="238" y="227"/>
                    <a:pt x="233" y="269"/>
                    <a:pt x="227" y="269"/>
                  </a:cubicBezTo>
                  <a:cubicBezTo>
                    <a:pt x="158" y="268"/>
                    <a:pt x="158" y="268"/>
                    <a:pt x="158" y="268"/>
                  </a:cubicBezTo>
                  <a:cubicBezTo>
                    <a:pt x="151" y="268"/>
                    <a:pt x="146" y="227"/>
                    <a:pt x="146" y="221"/>
                  </a:cubicBezTo>
                  <a:cubicBezTo>
                    <a:pt x="146" y="187"/>
                    <a:pt x="146" y="187"/>
                    <a:pt x="146" y="187"/>
                  </a:cubicBezTo>
                  <a:cubicBezTo>
                    <a:pt x="0" y="187"/>
                    <a:pt x="0" y="187"/>
                    <a:pt x="0" y="187"/>
                  </a:cubicBezTo>
                  <a:cubicBezTo>
                    <a:pt x="0" y="338"/>
                    <a:pt x="0" y="338"/>
                    <a:pt x="0" y="338"/>
                  </a:cubicBezTo>
                  <a:cubicBezTo>
                    <a:pt x="0" y="359"/>
                    <a:pt x="17" y="376"/>
                    <a:pt x="38" y="376"/>
                  </a:cubicBezTo>
                  <a:cubicBezTo>
                    <a:pt x="347" y="376"/>
                    <a:pt x="347" y="376"/>
                    <a:pt x="347" y="376"/>
                  </a:cubicBezTo>
                  <a:cubicBezTo>
                    <a:pt x="367" y="376"/>
                    <a:pt x="384" y="359"/>
                    <a:pt x="384" y="338"/>
                  </a:cubicBezTo>
                  <a:cubicBezTo>
                    <a:pt x="384" y="187"/>
                    <a:pt x="384" y="187"/>
                    <a:pt x="384" y="187"/>
                  </a:cubicBezTo>
                  <a:cubicBezTo>
                    <a:pt x="238" y="187"/>
                    <a:pt x="238" y="187"/>
                    <a:pt x="238" y="187"/>
                  </a:cubicBezTo>
                  <a:lnTo>
                    <a:pt x="238" y="221"/>
                  </a:lnTo>
                  <a:close/>
                  <a:moveTo>
                    <a:pt x="347" y="96"/>
                  </a:moveTo>
                  <a:cubicBezTo>
                    <a:pt x="257" y="96"/>
                    <a:pt x="257" y="96"/>
                    <a:pt x="257" y="96"/>
                  </a:cubicBezTo>
                  <a:cubicBezTo>
                    <a:pt x="257" y="0"/>
                    <a:pt x="127" y="0"/>
                    <a:pt x="127" y="96"/>
                  </a:cubicBezTo>
                  <a:cubicBezTo>
                    <a:pt x="38" y="96"/>
                    <a:pt x="38" y="96"/>
                    <a:pt x="38" y="96"/>
                  </a:cubicBezTo>
                  <a:cubicBezTo>
                    <a:pt x="17" y="96"/>
                    <a:pt x="0" y="113"/>
                    <a:pt x="0" y="134"/>
                  </a:cubicBezTo>
                  <a:cubicBezTo>
                    <a:pt x="0" y="176"/>
                    <a:pt x="0" y="176"/>
                    <a:pt x="0" y="176"/>
                  </a:cubicBezTo>
                  <a:cubicBezTo>
                    <a:pt x="384" y="176"/>
                    <a:pt x="384" y="176"/>
                    <a:pt x="384" y="176"/>
                  </a:cubicBezTo>
                  <a:cubicBezTo>
                    <a:pt x="384" y="134"/>
                    <a:pt x="384" y="134"/>
                    <a:pt x="384" y="134"/>
                  </a:cubicBezTo>
                  <a:cubicBezTo>
                    <a:pt x="384" y="113"/>
                    <a:pt x="367" y="96"/>
                    <a:pt x="347" y="96"/>
                  </a:cubicBezTo>
                  <a:close/>
                  <a:moveTo>
                    <a:pt x="231" y="96"/>
                  </a:moveTo>
                  <a:cubicBezTo>
                    <a:pt x="153" y="96"/>
                    <a:pt x="153" y="96"/>
                    <a:pt x="153" y="96"/>
                  </a:cubicBezTo>
                  <a:cubicBezTo>
                    <a:pt x="153" y="38"/>
                    <a:pt x="231" y="38"/>
                    <a:pt x="231" y="9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6" name="Freeform 21"/>
            <p:cNvSpPr>
              <a:spLocks noEditPoints="1"/>
            </p:cNvSpPr>
            <p:nvPr/>
          </p:nvSpPr>
          <p:spPr bwMode="auto">
            <a:xfrm>
              <a:off x="4323900" y="4619118"/>
              <a:ext cx="461176" cy="637310"/>
            </a:xfrm>
            <a:custGeom>
              <a:avLst/>
              <a:gdLst>
                <a:gd name="T0" fmla="*/ 141 w 271"/>
                <a:gd name="T1" fmla="*/ 220 h 374"/>
                <a:gd name="T2" fmla="*/ 271 w 271"/>
                <a:gd name="T3" fmla="*/ 154 h 374"/>
                <a:gd name="T4" fmla="*/ 11 w 271"/>
                <a:gd name="T5" fmla="*/ 37 h 374"/>
                <a:gd name="T6" fmla="*/ 48 w 271"/>
                <a:gd name="T7" fmla="*/ 50 h 374"/>
                <a:gd name="T8" fmla="*/ 38 w 271"/>
                <a:gd name="T9" fmla="*/ 62 h 374"/>
                <a:gd name="T10" fmla="*/ 0 w 271"/>
                <a:gd name="T11" fmla="*/ 50 h 374"/>
                <a:gd name="T12" fmla="*/ 11 w 271"/>
                <a:gd name="T13" fmla="*/ 37 h 374"/>
                <a:gd name="T14" fmla="*/ 38 w 271"/>
                <a:gd name="T15" fmla="*/ 307 h 374"/>
                <a:gd name="T16" fmla="*/ 48 w 271"/>
                <a:gd name="T17" fmla="*/ 319 h 374"/>
                <a:gd name="T18" fmla="*/ 11 w 271"/>
                <a:gd name="T19" fmla="*/ 331 h 374"/>
                <a:gd name="T20" fmla="*/ 0 w 271"/>
                <a:gd name="T21" fmla="*/ 319 h 374"/>
                <a:gd name="T22" fmla="*/ 11 w 271"/>
                <a:gd name="T23" fmla="*/ 262 h 374"/>
                <a:gd name="T24" fmla="*/ 48 w 271"/>
                <a:gd name="T25" fmla="*/ 274 h 374"/>
                <a:gd name="T26" fmla="*/ 38 w 271"/>
                <a:gd name="T27" fmla="*/ 286 h 374"/>
                <a:gd name="T28" fmla="*/ 0 w 271"/>
                <a:gd name="T29" fmla="*/ 274 h 374"/>
                <a:gd name="T30" fmla="*/ 11 w 271"/>
                <a:gd name="T31" fmla="*/ 262 h 374"/>
                <a:gd name="T32" fmla="*/ 38 w 271"/>
                <a:gd name="T33" fmla="*/ 217 h 374"/>
                <a:gd name="T34" fmla="*/ 48 w 271"/>
                <a:gd name="T35" fmla="*/ 229 h 374"/>
                <a:gd name="T36" fmla="*/ 11 w 271"/>
                <a:gd name="T37" fmla="*/ 242 h 374"/>
                <a:gd name="T38" fmla="*/ 0 w 271"/>
                <a:gd name="T39" fmla="*/ 229 h 374"/>
                <a:gd name="T40" fmla="*/ 11 w 271"/>
                <a:gd name="T41" fmla="*/ 172 h 374"/>
                <a:gd name="T42" fmla="*/ 48 w 271"/>
                <a:gd name="T43" fmla="*/ 184 h 374"/>
                <a:gd name="T44" fmla="*/ 38 w 271"/>
                <a:gd name="T45" fmla="*/ 197 h 374"/>
                <a:gd name="T46" fmla="*/ 0 w 271"/>
                <a:gd name="T47" fmla="*/ 184 h 374"/>
                <a:gd name="T48" fmla="*/ 11 w 271"/>
                <a:gd name="T49" fmla="*/ 172 h 374"/>
                <a:gd name="T50" fmla="*/ 38 w 271"/>
                <a:gd name="T51" fmla="*/ 127 h 374"/>
                <a:gd name="T52" fmla="*/ 48 w 271"/>
                <a:gd name="T53" fmla="*/ 139 h 374"/>
                <a:gd name="T54" fmla="*/ 11 w 271"/>
                <a:gd name="T55" fmla="*/ 152 h 374"/>
                <a:gd name="T56" fmla="*/ 0 w 271"/>
                <a:gd name="T57" fmla="*/ 139 h 374"/>
                <a:gd name="T58" fmla="*/ 11 w 271"/>
                <a:gd name="T59" fmla="*/ 82 h 374"/>
                <a:gd name="T60" fmla="*/ 48 w 271"/>
                <a:gd name="T61" fmla="*/ 95 h 374"/>
                <a:gd name="T62" fmla="*/ 38 w 271"/>
                <a:gd name="T63" fmla="*/ 107 h 374"/>
                <a:gd name="T64" fmla="*/ 0 w 271"/>
                <a:gd name="T65" fmla="*/ 95 h 374"/>
                <a:gd name="T66" fmla="*/ 11 w 271"/>
                <a:gd name="T67" fmla="*/ 82 h 374"/>
                <a:gd name="T68" fmla="*/ 139 w 271"/>
                <a:gd name="T69" fmla="*/ 141 h 374"/>
                <a:gd name="T70" fmla="*/ 271 w 271"/>
                <a:gd name="T71" fmla="*/ 232 h 374"/>
                <a:gd name="T72" fmla="*/ 263 w 271"/>
                <a:gd name="T73" fmla="*/ 373 h 374"/>
                <a:gd name="T74" fmla="*/ 21 w 271"/>
                <a:gd name="T75" fmla="*/ 366 h 374"/>
                <a:gd name="T76" fmla="*/ 36 w 271"/>
                <a:gd name="T77" fmla="*/ 338 h 374"/>
                <a:gd name="T78" fmla="*/ 36 w 271"/>
                <a:gd name="T79" fmla="*/ 300 h 374"/>
                <a:gd name="T80" fmla="*/ 21 w 271"/>
                <a:gd name="T81" fmla="*/ 293 h 374"/>
                <a:gd name="T82" fmla="*/ 55 w 271"/>
                <a:gd name="T83" fmla="*/ 274 h 374"/>
                <a:gd name="T84" fmla="*/ 21 w 271"/>
                <a:gd name="T85" fmla="*/ 255 h 374"/>
                <a:gd name="T86" fmla="*/ 36 w 271"/>
                <a:gd name="T87" fmla="*/ 248 h 374"/>
                <a:gd name="T88" fmla="*/ 36 w 271"/>
                <a:gd name="T89" fmla="*/ 210 h 374"/>
                <a:gd name="T90" fmla="*/ 21 w 271"/>
                <a:gd name="T91" fmla="*/ 204 h 374"/>
                <a:gd name="T92" fmla="*/ 55 w 271"/>
                <a:gd name="T93" fmla="*/ 184 h 374"/>
                <a:gd name="T94" fmla="*/ 21 w 271"/>
                <a:gd name="T95" fmla="*/ 165 h 374"/>
                <a:gd name="T96" fmla="*/ 36 w 271"/>
                <a:gd name="T97" fmla="*/ 159 h 374"/>
                <a:gd name="T98" fmla="*/ 36 w 271"/>
                <a:gd name="T99" fmla="*/ 120 h 374"/>
                <a:gd name="T100" fmla="*/ 21 w 271"/>
                <a:gd name="T101" fmla="*/ 114 h 374"/>
                <a:gd name="T102" fmla="*/ 55 w 271"/>
                <a:gd name="T103" fmla="*/ 95 h 374"/>
                <a:gd name="T104" fmla="*/ 22 w 271"/>
                <a:gd name="T105" fmla="*/ 75 h 374"/>
                <a:gd name="T106" fmla="*/ 36 w 271"/>
                <a:gd name="T107" fmla="*/ 69 h 374"/>
                <a:gd name="T108" fmla="*/ 36 w 271"/>
                <a:gd name="T109" fmla="*/ 30 h 374"/>
                <a:gd name="T110" fmla="*/ 22 w 271"/>
                <a:gd name="T111" fmla="*/ 0 h 374"/>
                <a:gd name="T112" fmla="*/ 271 w 271"/>
                <a:gd name="T113" fmla="*/ 9 h 374"/>
                <a:gd name="T114" fmla="*/ 155 w 271"/>
                <a:gd name="T115" fmla="*/ 175 h 374"/>
                <a:gd name="T116" fmla="*/ 155 w 271"/>
                <a:gd name="T117" fmla="*/ 202 h 374"/>
                <a:gd name="T118" fmla="*/ 155 w 271"/>
                <a:gd name="T119" fmla="*/ 175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1" h="374">
                  <a:moveTo>
                    <a:pt x="271" y="220"/>
                  </a:moveTo>
                  <a:cubicBezTo>
                    <a:pt x="227" y="220"/>
                    <a:pt x="184" y="220"/>
                    <a:pt x="141" y="220"/>
                  </a:cubicBezTo>
                  <a:cubicBezTo>
                    <a:pt x="121" y="220"/>
                    <a:pt x="117" y="154"/>
                    <a:pt x="141" y="154"/>
                  </a:cubicBezTo>
                  <a:cubicBezTo>
                    <a:pt x="184" y="154"/>
                    <a:pt x="227" y="154"/>
                    <a:pt x="271" y="154"/>
                  </a:cubicBezTo>
                  <a:cubicBezTo>
                    <a:pt x="271" y="176"/>
                    <a:pt x="271" y="198"/>
                    <a:pt x="271" y="220"/>
                  </a:cubicBezTo>
                  <a:close/>
                  <a:moveTo>
                    <a:pt x="11" y="37"/>
                  </a:moveTo>
                  <a:cubicBezTo>
                    <a:pt x="38" y="37"/>
                    <a:pt x="38" y="37"/>
                    <a:pt x="38" y="37"/>
                  </a:cubicBezTo>
                  <a:cubicBezTo>
                    <a:pt x="44" y="37"/>
                    <a:pt x="48" y="43"/>
                    <a:pt x="48" y="50"/>
                  </a:cubicBezTo>
                  <a:cubicBezTo>
                    <a:pt x="48" y="50"/>
                    <a:pt x="48" y="50"/>
                    <a:pt x="48" y="50"/>
                  </a:cubicBezTo>
                  <a:cubicBezTo>
                    <a:pt x="48" y="57"/>
                    <a:pt x="44" y="62"/>
                    <a:pt x="38" y="62"/>
                  </a:cubicBezTo>
                  <a:cubicBezTo>
                    <a:pt x="11" y="62"/>
                    <a:pt x="11" y="62"/>
                    <a:pt x="11" y="62"/>
                  </a:cubicBezTo>
                  <a:cubicBezTo>
                    <a:pt x="5" y="62"/>
                    <a:pt x="0" y="57"/>
                    <a:pt x="0" y="50"/>
                  </a:cubicBezTo>
                  <a:cubicBezTo>
                    <a:pt x="0" y="50"/>
                    <a:pt x="0" y="50"/>
                    <a:pt x="0" y="50"/>
                  </a:cubicBezTo>
                  <a:cubicBezTo>
                    <a:pt x="0" y="43"/>
                    <a:pt x="5" y="37"/>
                    <a:pt x="11" y="37"/>
                  </a:cubicBezTo>
                  <a:close/>
                  <a:moveTo>
                    <a:pt x="11" y="307"/>
                  </a:moveTo>
                  <a:cubicBezTo>
                    <a:pt x="38" y="307"/>
                    <a:pt x="38" y="307"/>
                    <a:pt x="38" y="307"/>
                  </a:cubicBezTo>
                  <a:cubicBezTo>
                    <a:pt x="44" y="307"/>
                    <a:pt x="48" y="312"/>
                    <a:pt x="48" y="319"/>
                  </a:cubicBezTo>
                  <a:cubicBezTo>
                    <a:pt x="48" y="319"/>
                    <a:pt x="48" y="319"/>
                    <a:pt x="48" y="319"/>
                  </a:cubicBezTo>
                  <a:cubicBezTo>
                    <a:pt x="48" y="326"/>
                    <a:pt x="44" y="331"/>
                    <a:pt x="38" y="331"/>
                  </a:cubicBezTo>
                  <a:cubicBezTo>
                    <a:pt x="11" y="331"/>
                    <a:pt x="11" y="331"/>
                    <a:pt x="11" y="331"/>
                  </a:cubicBezTo>
                  <a:cubicBezTo>
                    <a:pt x="5" y="331"/>
                    <a:pt x="0" y="326"/>
                    <a:pt x="0" y="319"/>
                  </a:cubicBezTo>
                  <a:cubicBezTo>
                    <a:pt x="0" y="319"/>
                    <a:pt x="0" y="319"/>
                    <a:pt x="0" y="319"/>
                  </a:cubicBezTo>
                  <a:cubicBezTo>
                    <a:pt x="0" y="312"/>
                    <a:pt x="5" y="307"/>
                    <a:pt x="11" y="307"/>
                  </a:cubicBezTo>
                  <a:close/>
                  <a:moveTo>
                    <a:pt x="11" y="262"/>
                  </a:moveTo>
                  <a:cubicBezTo>
                    <a:pt x="38" y="262"/>
                    <a:pt x="38" y="262"/>
                    <a:pt x="38" y="262"/>
                  </a:cubicBezTo>
                  <a:cubicBezTo>
                    <a:pt x="44" y="262"/>
                    <a:pt x="48" y="267"/>
                    <a:pt x="48" y="274"/>
                  </a:cubicBezTo>
                  <a:cubicBezTo>
                    <a:pt x="48" y="274"/>
                    <a:pt x="48" y="274"/>
                    <a:pt x="48" y="274"/>
                  </a:cubicBezTo>
                  <a:cubicBezTo>
                    <a:pt x="48" y="281"/>
                    <a:pt x="44" y="286"/>
                    <a:pt x="38" y="286"/>
                  </a:cubicBezTo>
                  <a:cubicBezTo>
                    <a:pt x="11" y="286"/>
                    <a:pt x="11" y="286"/>
                    <a:pt x="11" y="286"/>
                  </a:cubicBezTo>
                  <a:cubicBezTo>
                    <a:pt x="5" y="286"/>
                    <a:pt x="0" y="281"/>
                    <a:pt x="0" y="274"/>
                  </a:cubicBezTo>
                  <a:cubicBezTo>
                    <a:pt x="0" y="274"/>
                    <a:pt x="0" y="274"/>
                    <a:pt x="0" y="274"/>
                  </a:cubicBezTo>
                  <a:cubicBezTo>
                    <a:pt x="0" y="267"/>
                    <a:pt x="5" y="262"/>
                    <a:pt x="11" y="262"/>
                  </a:cubicBezTo>
                  <a:close/>
                  <a:moveTo>
                    <a:pt x="11" y="217"/>
                  </a:moveTo>
                  <a:cubicBezTo>
                    <a:pt x="38" y="217"/>
                    <a:pt x="38" y="217"/>
                    <a:pt x="38" y="217"/>
                  </a:cubicBezTo>
                  <a:cubicBezTo>
                    <a:pt x="44" y="217"/>
                    <a:pt x="48" y="222"/>
                    <a:pt x="48" y="229"/>
                  </a:cubicBezTo>
                  <a:cubicBezTo>
                    <a:pt x="48" y="229"/>
                    <a:pt x="48" y="229"/>
                    <a:pt x="48" y="229"/>
                  </a:cubicBezTo>
                  <a:cubicBezTo>
                    <a:pt x="48" y="236"/>
                    <a:pt x="44" y="242"/>
                    <a:pt x="38" y="242"/>
                  </a:cubicBezTo>
                  <a:cubicBezTo>
                    <a:pt x="11" y="242"/>
                    <a:pt x="11" y="242"/>
                    <a:pt x="11" y="242"/>
                  </a:cubicBezTo>
                  <a:cubicBezTo>
                    <a:pt x="5" y="242"/>
                    <a:pt x="0" y="236"/>
                    <a:pt x="0" y="229"/>
                  </a:cubicBezTo>
                  <a:cubicBezTo>
                    <a:pt x="0" y="229"/>
                    <a:pt x="0" y="229"/>
                    <a:pt x="0" y="229"/>
                  </a:cubicBezTo>
                  <a:cubicBezTo>
                    <a:pt x="0" y="222"/>
                    <a:pt x="5" y="217"/>
                    <a:pt x="11" y="217"/>
                  </a:cubicBezTo>
                  <a:close/>
                  <a:moveTo>
                    <a:pt x="11" y="172"/>
                  </a:moveTo>
                  <a:cubicBezTo>
                    <a:pt x="38" y="172"/>
                    <a:pt x="38" y="172"/>
                    <a:pt x="38" y="172"/>
                  </a:cubicBezTo>
                  <a:cubicBezTo>
                    <a:pt x="44" y="172"/>
                    <a:pt x="48" y="177"/>
                    <a:pt x="48" y="184"/>
                  </a:cubicBezTo>
                  <a:cubicBezTo>
                    <a:pt x="48" y="184"/>
                    <a:pt x="48" y="184"/>
                    <a:pt x="48" y="184"/>
                  </a:cubicBezTo>
                  <a:cubicBezTo>
                    <a:pt x="48" y="191"/>
                    <a:pt x="44" y="197"/>
                    <a:pt x="38" y="197"/>
                  </a:cubicBezTo>
                  <a:cubicBezTo>
                    <a:pt x="11" y="197"/>
                    <a:pt x="11" y="197"/>
                    <a:pt x="11" y="197"/>
                  </a:cubicBezTo>
                  <a:cubicBezTo>
                    <a:pt x="5" y="197"/>
                    <a:pt x="0" y="191"/>
                    <a:pt x="0" y="184"/>
                  </a:cubicBezTo>
                  <a:cubicBezTo>
                    <a:pt x="0" y="184"/>
                    <a:pt x="0" y="184"/>
                    <a:pt x="0" y="184"/>
                  </a:cubicBezTo>
                  <a:cubicBezTo>
                    <a:pt x="0" y="177"/>
                    <a:pt x="5" y="172"/>
                    <a:pt x="11" y="172"/>
                  </a:cubicBezTo>
                  <a:close/>
                  <a:moveTo>
                    <a:pt x="11" y="127"/>
                  </a:moveTo>
                  <a:cubicBezTo>
                    <a:pt x="38" y="127"/>
                    <a:pt x="38" y="127"/>
                    <a:pt x="38" y="127"/>
                  </a:cubicBezTo>
                  <a:cubicBezTo>
                    <a:pt x="44" y="127"/>
                    <a:pt x="48" y="133"/>
                    <a:pt x="48" y="139"/>
                  </a:cubicBezTo>
                  <a:cubicBezTo>
                    <a:pt x="48" y="139"/>
                    <a:pt x="48" y="139"/>
                    <a:pt x="48" y="139"/>
                  </a:cubicBezTo>
                  <a:cubicBezTo>
                    <a:pt x="48" y="146"/>
                    <a:pt x="44" y="152"/>
                    <a:pt x="38" y="152"/>
                  </a:cubicBezTo>
                  <a:cubicBezTo>
                    <a:pt x="11" y="152"/>
                    <a:pt x="11" y="152"/>
                    <a:pt x="11" y="152"/>
                  </a:cubicBezTo>
                  <a:cubicBezTo>
                    <a:pt x="5" y="152"/>
                    <a:pt x="0" y="146"/>
                    <a:pt x="0" y="139"/>
                  </a:cubicBezTo>
                  <a:cubicBezTo>
                    <a:pt x="0" y="139"/>
                    <a:pt x="0" y="139"/>
                    <a:pt x="0" y="139"/>
                  </a:cubicBezTo>
                  <a:cubicBezTo>
                    <a:pt x="0" y="133"/>
                    <a:pt x="5" y="127"/>
                    <a:pt x="11" y="127"/>
                  </a:cubicBezTo>
                  <a:close/>
                  <a:moveTo>
                    <a:pt x="11" y="82"/>
                  </a:moveTo>
                  <a:cubicBezTo>
                    <a:pt x="38" y="82"/>
                    <a:pt x="38" y="82"/>
                    <a:pt x="38" y="82"/>
                  </a:cubicBezTo>
                  <a:cubicBezTo>
                    <a:pt x="44" y="82"/>
                    <a:pt x="48" y="88"/>
                    <a:pt x="48" y="95"/>
                  </a:cubicBezTo>
                  <a:cubicBezTo>
                    <a:pt x="48" y="95"/>
                    <a:pt x="48" y="95"/>
                    <a:pt x="48" y="95"/>
                  </a:cubicBezTo>
                  <a:cubicBezTo>
                    <a:pt x="48" y="101"/>
                    <a:pt x="44" y="107"/>
                    <a:pt x="38" y="107"/>
                  </a:cubicBezTo>
                  <a:cubicBezTo>
                    <a:pt x="11" y="107"/>
                    <a:pt x="11" y="107"/>
                    <a:pt x="11" y="107"/>
                  </a:cubicBezTo>
                  <a:cubicBezTo>
                    <a:pt x="5" y="107"/>
                    <a:pt x="0" y="101"/>
                    <a:pt x="0" y="95"/>
                  </a:cubicBezTo>
                  <a:cubicBezTo>
                    <a:pt x="0" y="95"/>
                    <a:pt x="0" y="95"/>
                    <a:pt x="0" y="95"/>
                  </a:cubicBezTo>
                  <a:cubicBezTo>
                    <a:pt x="0" y="88"/>
                    <a:pt x="5" y="82"/>
                    <a:pt x="11" y="82"/>
                  </a:cubicBezTo>
                  <a:close/>
                  <a:moveTo>
                    <a:pt x="271" y="141"/>
                  </a:moveTo>
                  <a:cubicBezTo>
                    <a:pt x="139" y="141"/>
                    <a:pt x="139" y="141"/>
                    <a:pt x="139" y="141"/>
                  </a:cubicBezTo>
                  <a:cubicBezTo>
                    <a:pt x="106" y="141"/>
                    <a:pt x="106" y="232"/>
                    <a:pt x="139" y="232"/>
                  </a:cubicBezTo>
                  <a:cubicBezTo>
                    <a:pt x="271" y="232"/>
                    <a:pt x="271" y="232"/>
                    <a:pt x="271" y="232"/>
                  </a:cubicBezTo>
                  <a:cubicBezTo>
                    <a:pt x="271" y="365"/>
                    <a:pt x="271" y="365"/>
                    <a:pt x="271" y="365"/>
                  </a:cubicBezTo>
                  <a:cubicBezTo>
                    <a:pt x="271" y="369"/>
                    <a:pt x="267" y="373"/>
                    <a:pt x="263" y="373"/>
                  </a:cubicBezTo>
                  <a:cubicBezTo>
                    <a:pt x="185" y="373"/>
                    <a:pt x="107" y="374"/>
                    <a:pt x="29" y="374"/>
                  </a:cubicBezTo>
                  <a:cubicBezTo>
                    <a:pt x="23" y="374"/>
                    <a:pt x="21" y="374"/>
                    <a:pt x="21" y="366"/>
                  </a:cubicBezTo>
                  <a:cubicBezTo>
                    <a:pt x="21" y="338"/>
                    <a:pt x="21" y="338"/>
                    <a:pt x="21" y="338"/>
                  </a:cubicBezTo>
                  <a:cubicBezTo>
                    <a:pt x="36" y="338"/>
                    <a:pt x="36" y="338"/>
                    <a:pt x="36" y="338"/>
                  </a:cubicBezTo>
                  <a:cubicBezTo>
                    <a:pt x="47" y="338"/>
                    <a:pt x="55" y="330"/>
                    <a:pt x="55" y="319"/>
                  </a:cubicBezTo>
                  <a:cubicBezTo>
                    <a:pt x="55" y="308"/>
                    <a:pt x="47" y="300"/>
                    <a:pt x="36" y="300"/>
                  </a:cubicBezTo>
                  <a:cubicBezTo>
                    <a:pt x="21" y="300"/>
                    <a:pt x="21" y="300"/>
                    <a:pt x="21" y="300"/>
                  </a:cubicBezTo>
                  <a:cubicBezTo>
                    <a:pt x="21" y="293"/>
                    <a:pt x="21" y="293"/>
                    <a:pt x="21" y="293"/>
                  </a:cubicBezTo>
                  <a:cubicBezTo>
                    <a:pt x="36" y="293"/>
                    <a:pt x="36" y="293"/>
                    <a:pt x="36" y="293"/>
                  </a:cubicBezTo>
                  <a:cubicBezTo>
                    <a:pt x="47" y="293"/>
                    <a:pt x="55" y="285"/>
                    <a:pt x="55" y="274"/>
                  </a:cubicBezTo>
                  <a:cubicBezTo>
                    <a:pt x="55" y="263"/>
                    <a:pt x="47" y="255"/>
                    <a:pt x="36" y="255"/>
                  </a:cubicBezTo>
                  <a:cubicBezTo>
                    <a:pt x="21" y="255"/>
                    <a:pt x="21" y="255"/>
                    <a:pt x="21" y="255"/>
                  </a:cubicBezTo>
                  <a:cubicBezTo>
                    <a:pt x="21" y="248"/>
                    <a:pt x="21" y="248"/>
                    <a:pt x="21" y="248"/>
                  </a:cubicBezTo>
                  <a:cubicBezTo>
                    <a:pt x="36" y="248"/>
                    <a:pt x="36" y="248"/>
                    <a:pt x="36" y="248"/>
                  </a:cubicBezTo>
                  <a:cubicBezTo>
                    <a:pt x="47" y="248"/>
                    <a:pt x="55" y="240"/>
                    <a:pt x="55" y="229"/>
                  </a:cubicBezTo>
                  <a:cubicBezTo>
                    <a:pt x="55" y="219"/>
                    <a:pt x="47" y="210"/>
                    <a:pt x="36" y="210"/>
                  </a:cubicBezTo>
                  <a:cubicBezTo>
                    <a:pt x="21" y="210"/>
                    <a:pt x="21" y="210"/>
                    <a:pt x="21" y="210"/>
                  </a:cubicBezTo>
                  <a:cubicBezTo>
                    <a:pt x="21" y="204"/>
                    <a:pt x="21" y="204"/>
                    <a:pt x="21" y="204"/>
                  </a:cubicBezTo>
                  <a:cubicBezTo>
                    <a:pt x="36" y="204"/>
                    <a:pt x="36" y="204"/>
                    <a:pt x="36" y="204"/>
                  </a:cubicBezTo>
                  <a:cubicBezTo>
                    <a:pt x="47" y="204"/>
                    <a:pt x="55" y="195"/>
                    <a:pt x="55" y="184"/>
                  </a:cubicBezTo>
                  <a:cubicBezTo>
                    <a:pt x="55" y="174"/>
                    <a:pt x="47" y="165"/>
                    <a:pt x="36" y="165"/>
                  </a:cubicBezTo>
                  <a:cubicBezTo>
                    <a:pt x="21" y="165"/>
                    <a:pt x="21" y="165"/>
                    <a:pt x="21" y="165"/>
                  </a:cubicBezTo>
                  <a:cubicBezTo>
                    <a:pt x="21" y="159"/>
                    <a:pt x="21" y="159"/>
                    <a:pt x="21" y="159"/>
                  </a:cubicBezTo>
                  <a:cubicBezTo>
                    <a:pt x="36" y="159"/>
                    <a:pt x="36" y="159"/>
                    <a:pt x="36" y="159"/>
                  </a:cubicBezTo>
                  <a:cubicBezTo>
                    <a:pt x="47" y="159"/>
                    <a:pt x="55" y="150"/>
                    <a:pt x="55" y="139"/>
                  </a:cubicBezTo>
                  <a:cubicBezTo>
                    <a:pt x="55" y="129"/>
                    <a:pt x="47" y="120"/>
                    <a:pt x="36" y="120"/>
                  </a:cubicBezTo>
                  <a:cubicBezTo>
                    <a:pt x="21" y="120"/>
                    <a:pt x="21" y="120"/>
                    <a:pt x="21" y="120"/>
                  </a:cubicBezTo>
                  <a:cubicBezTo>
                    <a:pt x="21" y="114"/>
                    <a:pt x="21" y="114"/>
                    <a:pt x="21" y="114"/>
                  </a:cubicBezTo>
                  <a:cubicBezTo>
                    <a:pt x="36" y="114"/>
                    <a:pt x="36" y="114"/>
                    <a:pt x="36" y="114"/>
                  </a:cubicBezTo>
                  <a:cubicBezTo>
                    <a:pt x="47" y="114"/>
                    <a:pt x="55" y="105"/>
                    <a:pt x="55" y="95"/>
                  </a:cubicBezTo>
                  <a:cubicBezTo>
                    <a:pt x="55" y="84"/>
                    <a:pt x="47" y="75"/>
                    <a:pt x="36" y="75"/>
                  </a:cubicBezTo>
                  <a:cubicBezTo>
                    <a:pt x="22" y="75"/>
                    <a:pt x="22" y="75"/>
                    <a:pt x="22" y="75"/>
                  </a:cubicBezTo>
                  <a:cubicBezTo>
                    <a:pt x="22" y="69"/>
                    <a:pt x="22" y="69"/>
                    <a:pt x="22" y="69"/>
                  </a:cubicBezTo>
                  <a:cubicBezTo>
                    <a:pt x="36" y="69"/>
                    <a:pt x="36" y="69"/>
                    <a:pt x="36" y="69"/>
                  </a:cubicBezTo>
                  <a:cubicBezTo>
                    <a:pt x="47" y="69"/>
                    <a:pt x="55" y="60"/>
                    <a:pt x="55" y="50"/>
                  </a:cubicBezTo>
                  <a:cubicBezTo>
                    <a:pt x="55" y="39"/>
                    <a:pt x="47" y="30"/>
                    <a:pt x="36" y="30"/>
                  </a:cubicBezTo>
                  <a:cubicBezTo>
                    <a:pt x="22" y="30"/>
                    <a:pt x="22" y="30"/>
                    <a:pt x="22" y="30"/>
                  </a:cubicBezTo>
                  <a:cubicBezTo>
                    <a:pt x="22" y="0"/>
                    <a:pt x="22" y="0"/>
                    <a:pt x="22" y="0"/>
                  </a:cubicBezTo>
                  <a:cubicBezTo>
                    <a:pt x="263" y="1"/>
                    <a:pt x="263" y="1"/>
                    <a:pt x="263" y="1"/>
                  </a:cubicBezTo>
                  <a:cubicBezTo>
                    <a:pt x="267" y="1"/>
                    <a:pt x="271" y="4"/>
                    <a:pt x="271" y="9"/>
                  </a:cubicBezTo>
                  <a:lnTo>
                    <a:pt x="271" y="141"/>
                  </a:lnTo>
                  <a:close/>
                  <a:moveTo>
                    <a:pt x="155" y="175"/>
                  </a:moveTo>
                  <a:cubicBezTo>
                    <a:pt x="162" y="175"/>
                    <a:pt x="168" y="181"/>
                    <a:pt x="168" y="188"/>
                  </a:cubicBezTo>
                  <a:cubicBezTo>
                    <a:pt x="168" y="196"/>
                    <a:pt x="162" y="202"/>
                    <a:pt x="155" y="202"/>
                  </a:cubicBezTo>
                  <a:cubicBezTo>
                    <a:pt x="147" y="202"/>
                    <a:pt x="141" y="196"/>
                    <a:pt x="141" y="188"/>
                  </a:cubicBezTo>
                  <a:cubicBezTo>
                    <a:pt x="141" y="181"/>
                    <a:pt x="147" y="175"/>
                    <a:pt x="155" y="17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7" name="Freeform 22"/>
            <p:cNvSpPr>
              <a:spLocks noEditPoints="1"/>
            </p:cNvSpPr>
            <p:nvPr/>
          </p:nvSpPr>
          <p:spPr bwMode="auto">
            <a:xfrm>
              <a:off x="5383395" y="5380126"/>
              <a:ext cx="584874" cy="703192"/>
            </a:xfrm>
            <a:custGeom>
              <a:avLst/>
              <a:gdLst>
                <a:gd name="T0" fmla="*/ 110 w 343"/>
                <a:gd name="T1" fmla="*/ 90 h 413"/>
                <a:gd name="T2" fmla="*/ 136 w 343"/>
                <a:gd name="T3" fmla="*/ 73 h 413"/>
                <a:gd name="T4" fmla="*/ 126 w 343"/>
                <a:gd name="T5" fmla="*/ 51 h 413"/>
                <a:gd name="T6" fmla="*/ 99 w 343"/>
                <a:gd name="T7" fmla="*/ 51 h 413"/>
                <a:gd name="T8" fmla="*/ 99 w 343"/>
                <a:gd name="T9" fmla="*/ 51 h 413"/>
                <a:gd name="T10" fmla="*/ 110 w 343"/>
                <a:gd name="T11" fmla="*/ 90 h 413"/>
                <a:gd name="T12" fmla="*/ 313 w 343"/>
                <a:gd name="T13" fmla="*/ 413 h 413"/>
                <a:gd name="T14" fmla="*/ 15 w 343"/>
                <a:gd name="T15" fmla="*/ 413 h 413"/>
                <a:gd name="T16" fmla="*/ 0 w 343"/>
                <a:gd name="T17" fmla="*/ 398 h 413"/>
                <a:gd name="T18" fmla="*/ 15 w 343"/>
                <a:gd name="T19" fmla="*/ 383 h 413"/>
                <a:gd name="T20" fmla="*/ 313 w 343"/>
                <a:gd name="T21" fmla="*/ 383 h 413"/>
                <a:gd name="T22" fmla="*/ 328 w 343"/>
                <a:gd name="T23" fmla="*/ 398 h 413"/>
                <a:gd name="T24" fmla="*/ 313 w 343"/>
                <a:gd name="T25" fmla="*/ 413 h 413"/>
                <a:gd name="T26" fmla="*/ 282 w 343"/>
                <a:gd name="T27" fmla="*/ 135 h 413"/>
                <a:gd name="T28" fmla="*/ 255 w 343"/>
                <a:gd name="T29" fmla="*/ 134 h 413"/>
                <a:gd name="T30" fmla="*/ 255 w 343"/>
                <a:gd name="T31" fmla="*/ 134 h 413"/>
                <a:gd name="T32" fmla="*/ 52 w 343"/>
                <a:gd name="T33" fmla="*/ 134 h 413"/>
                <a:gd name="T34" fmla="*/ 52 w 343"/>
                <a:gd name="T35" fmla="*/ 146 h 413"/>
                <a:gd name="T36" fmla="*/ 282 w 343"/>
                <a:gd name="T37" fmla="*/ 146 h 413"/>
                <a:gd name="T38" fmla="*/ 282 w 343"/>
                <a:gd name="T39" fmla="*/ 135 h 413"/>
                <a:gd name="T40" fmla="*/ 52 w 343"/>
                <a:gd name="T41" fmla="*/ 165 h 413"/>
                <a:gd name="T42" fmla="*/ 52 w 343"/>
                <a:gd name="T43" fmla="*/ 364 h 413"/>
                <a:gd name="T44" fmla="*/ 282 w 343"/>
                <a:gd name="T45" fmla="*/ 364 h 413"/>
                <a:gd name="T46" fmla="*/ 282 w 343"/>
                <a:gd name="T47" fmla="*/ 327 h 413"/>
                <a:gd name="T48" fmla="*/ 343 w 343"/>
                <a:gd name="T49" fmla="*/ 273 h 413"/>
                <a:gd name="T50" fmla="*/ 343 w 343"/>
                <a:gd name="T51" fmla="*/ 230 h 413"/>
                <a:gd name="T52" fmla="*/ 282 w 343"/>
                <a:gd name="T53" fmla="*/ 176 h 413"/>
                <a:gd name="T54" fmla="*/ 282 w 343"/>
                <a:gd name="T55" fmla="*/ 165 h 413"/>
                <a:gd name="T56" fmla="*/ 52 w 343"/>
                <a:gd name="T57" fmla="*/ 165 h 413"/>
                <a:gd name="T58" fmla="*/ 282 w 343"/>
                <a:gd name="T59" fmla="*/ 301 h 413"/>
                <a:gd name="T60" fmla="*/ 282 w 343"/>
                <a:gd name="T61" fmla="*/ 201 h 413"/>
                <a:gd name="T62" fmla="*/ 315 w 343"/>
                <a:gd name="T63" fmla="*/ 241 h 413"/>
                <a:gd name="T64" fmla="*/ 315 w 343"/>
                <a:gd name="T65" fmla="*/ 262 h 413"/>
                <a:gd name="T66" fmla="*/ 282 w 343"/>
                <a:gd name="T67" fmla="*/ 301 h 413"/>
                <a:gd name="T68" fmla="*/ 122 w 343"/>
                <a:gd name="T69" fmla="*/ 42 h 413"/>
                <a:gd name="T70" fmla="*/ 124 w 343"/>
                <a:gd name="T71" fmla="*/ 30 h 413"/>
                <a:gd name="T72" fmla="*/ 111 w 343"/>
                <a:gd name="T73" fmla="*/ 8 h 413"/>
                <a:gd name="T74" fmla="*/ 97 w 343"/>
                <a:gd name="T75" fmla="*/ 42 h 413"/>
                <a:gd name="T76" fmla="*/ 122 w 343"/>
                <a:gd name="T77" fmla="*/ 42 h 413"/>
                <a:gd name="T78" fmla="*/ 178 w 343"/>
                <a:gd name="T79" fmla="*/ 90 h 413"/>
                <a:gd name="T80" fmla="*/ 204 w 343"/>
                <a:gd name="T81" fmla="*/ 73 h 413"/>
                <a:gd name="T82" fmla="*/ 193 w 343"/>
                <a:gd name="T83" fmla="*/ 51 h 413"/>
                <a:gd name="T84" fmla="*/ 166 w 343"/>
                <a:gd name="T85" fmla="*/ 51 h 413"/>
                <a:gd name="T86" fmla="*/ 166 w 343"/>
                <a:gd name="T87" fmla="*/ 51 h 413"/>
                <a:gd name="T88" fmla="*/ 178 w 343"/>
                <a:gd name="T89" fmla="*/ 90 h 413"/>
                <a:gd name="T90" fmla="*/ 189 w 343"/>
                <a:gd name="T91" fmla="*/ 42 h 413"/>
                <a:gd name="T92" fmla="*/ 191 w 343"/>
                <a:gd name="T93" fmla="*/ 30 h 413"/>
                <a:gd name="T94" fmla="*/ 179 w 343"/>
                <a:gd name="T95" fmla="*/ 8 h 413"/>
                <a:gd name="T96" fmla="*/ 165 w 343"/>
                <a:gd name="T97" fmla="*/ 42 h 413"/>
                <a:gd name="T98" fmla="*/ 189 w 343"/>
                <a:gd name="T99" fmla="*/ 42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3" h="413">
                  <a:moveTo>
                    <a:pt x="110" y="90"/>
                  </a:moveTo>
                  <a:cubicBezTo>
                    <a:pt x="69" y="105"/>
                    <a:pt x="152" y="139"/>
                    <a:pt x="136" y="73"/>
                  </a:cubicBezTo>
                  <a:cubicBezTo>
                    <a:pt x="134" y="65"/>
                    <a:pt x="130" y="58"/>
                    <a:pt x="126" y="51"/>
                  </a:cubicBezTo>
                  <a:cubicBezTo>
                    <a:pt x="99" y="51"/>
                    <a:pt x="99" y="51"/>
                    <a:pt x="99" y="51"/>
                  </a:cubicBezTo>
                  <a:cubicBezTo>
                    <a:pt x="99" y="51"/>
                    <a:pt x="99" y="51"/>
                    <a:pt x="99" y="51"/>
                  </a:cubicBezTo>
                  <a:cubicBezTo>
                    <a:pt x="101" y="56"/>
                    <a:pt x="121" y="87"/>
                    <a:pt x="110" y="90"/>
                  </a:cubicBezTo>
                  <a:close/>
                  <a:moveTo>
                    <a:pt x="313" y="413"/>
                  </a:moveTo>
                  <a:cubicBezTo>
                    <a:pt x="15" y="413"/>
                    <a:pt x="15" y="413"/>
                    <a:pt x="15" y="413"/>
                  </a:cubicBezTo>
                  <a:cubicBezTo>
                    <a:pt x="7" y="413"/>
                    <a:pt x="0" y="406"/>
                    <a:pt x="0" y="398"/>
                  </a:cubicBezTo>
                  <a:cubicBezTo>
                    <a:pt x="0" y="390"/>
                    <a:pt x="7" y="383"/>
                    <a:pt x="15" y="383"/>
                  </a:cubicBezTo>
                  <a:cubicBezTo>
                    <a:pt x="313" y="383"/>
                    <a:pt x="313" y="383"/>
                    <a:pt x="313" y="383"/>
                  </a:cubicBezTo>
                  <a:cubicBezTo>
                    <a:pt x="321" y="383"/>
                    <a:pt x="328" y="390"/>
                    <a:pt x="328" y="398"/>
                  </a:cubicBezTo>
                  <a:cubicBezTo>
                    <a:pt x="328" y="406"/>
                    <a:pt x="321" y="413"/>
                    <a:pt x="313" y="413"/>
                  </a:cubicBezTo>
                  <a:close/>
                  <a:moveTo>
                    <a:pt x="282" y="135"/>
                  </a:moveTo>
                  <a:cubicBezTo>
                    <a:pt x="274" y="134"/>
                    <a:pt x="265" y="134"/>
                    <a:pt x="255" y="134"/>
                  </a:cubicBezTo>
                  <a:cubicBezTo>
                    <a:pt x="255" y="134"/>
                    <a:pt x="255" y="134"/>
                    <a:pt x="255" y="134"/>
                  </a:cubicBezTo>
                  <a:cubicBezTo>
                    <a:pt x="52" y="134"/>
                    <a:pt x="52" y="134"/>
                    <a:pt x="52" y="134"/>
                  </a:cubicBezTo>
                  <a:cubicBezTo>
                    <a:pt x="52" y="146"/>
                    <a:pt x="52" y="146"/>
                    <a:pt x="52" y="146"/>
                  </a:cubicBezTo>
                  <a:cubicBezTo>
                    <a:pt x="282" y="146"/>
                    <a:pt x="282" y="146"/>
                    <a:pt x="282" y="146"/>
                  </a:cubicBezTo>
                  <a:lnTo>
                    <a:pt x="282" y="135"/>
                  </a:lnTo>
                  <a:close/>
                  <a:moveTo>
                    <a:pt x="52" y="165"/>
                  </a:moveTo>
                  <a:cubicBezTo>
                    <a:pt x="52" y="364"/>
                    <a:pt x="52" y="364"/>
                    <a:pt x="52" y="364"/>
                  </a:cubicBezTo>
                  <a:cubicBezTo>
                    <a:pt x="282" y="364"/>
                    <a:pt x="282" y="364"/>
                    <a:pt x="282" y="364"/>
                  </a:cubicBezTo>
                  <a:cubicBezTo>
                    <a:pt x="282" y="327"/>
                    <a:pt x="282" y="327"/>
                    <a:pt x="282" y="327"/>
                  </a:cubicBezTo>
                  <a:cubicBezTo>
                    <a:pt x="325" y="320"/>
                    <a:pt x="343" y="298"/>
                    <a:pt x="343" y="273"/>
                  </a:cubicBezTo>
                  <a:cubicBezTo>
                    <a:pt x="343" y="230"/>
                    <a:pt x="343" y="230"/>
                    <a:pt x="343" y="230"/>
                  </a:cubicBezTo>
                  <a:cubicBezTo>
                    <a:pt x="343" y="204"/>
                    <a:pt x="325" y="182"/>
                    <a:pt x="282" y="176"/>
                  </a:cubicBezTo>
                  <a:cubicBezTo>
                    <a:pt x="282" y="165"/>
                    <a:pt x="282" y="165"/>
                    <a:pt x="282" y="165"/>
                  </a:cubicBezTo>
                  <a:lnTo>
                    <a:pt x="52" y="165"/>
                  </a:lnTo>
                  <a:close/>
                  <a:moveTo>
                    <a:pt x="282" y="301"/>
                  </a:moveTo>
                  <a:cubicBezTo>
                    <a:pt x="282" y="201"/>
                    <a:pt x="282" y="201"/>
                    <a:pt x="282" y="201"/>
                  </a:cubicBezTo>
                  <a:cubicBezTo>
                    <a:pt x="308" y="207"/>
                    <a:pt x="315" y="223"/>
                    <a:pt x="315" y="241"/>
                  </a:cubicBezTo>
                  <a:cubicBezTo>
                    <a:pt x="315" y="262"/>
                    <a:pt x="315" y="262"/>
                    <a:pt x="315" y="262"/>
                  </a:cubicBezTo>
                  <a:cubicBezTo>
                    <a:pt x="315" y="280"/>
                    <a:pt x="308" y="295"/>
                    <a:pt x="282" y="301"/>
                  </a:cubicBezTo>
                  <a:close/>
                  <a:moveTo>
                    <a:pt x="122" y="42"/>
                  </a:moveTo>
                  <a:cubicBezTo>
                    <a:pt x="120" y="37"/>
                    <a:pt x="120" y="32"/>
                    <a:pt x="124" y="30"/>
                  </a:cubicBezTo>
                  <a:cubicBezTo>
                    <a:pt x="137" y="21"/>
                    <a:pt x="125" y="0"/>
                    <a:pt x="111" y="8"/>
                  </a:cubicBezTo>
                  <a:cubicBezTo>
                    <a:pt x="99" y="16"/>
                    <a:pt x="95" y="29"/>
                    <a:pt x="97" y="42"/>
                  </a:cubicBezTo>
                  <a:lnTo>
                    <a:pt x="122" y="42"/>
                  </a:lnTo>
                  <a:close/>
                  <a:moveTo>
                    <a:pt x="178" y="90"/>
                  </a:moveTo>
                  <a:cubicBezTo>
                    <a:pt x="136" y="105"/>
                    <a:pt x="220" y="139"/>
                    <a:pt x="204" y="73"/>
                  </a:cubicBezTo>
                  <a:cubicBezTo>
                    <a:pt x="202" y="65"/>
                    <a:pt x="197" y="58"/>
                    <a:pt x="193" y="51"/>
                  </a:cubicBezTo>
                  <a:cubicBezTo>
                    <a:pt x="166" y="51"/>
                    <a:pt x="166" y="51"/>
                    <a:pt x="166" y="51"/>
                  </a:cubicBezTo>
                  <a:cubicBezTo>
                    <a:pt x="166" y="51"/>
                    <a:pt x="166" y="51"/>
                    <a:pt x="166" y="51"/>
                  </a:cubicBezTo>
                  <a:cubicBezTo>
                    <a:pt x="168" y="56"/>
                    <a:pt x="189" y="87"/>
                    <a:pt x="178" y="90"/>
                  </a:cubicBezTo>
                  <a:close/>
                  <a:moveTo>
                    <a:pt x="189" y="42"/>
                  </a:moveTo>
                  <a:cubicBezTo>
                    <a:pt x="188" y="37"/>
                    <a:pt x="188" y="32"/>
                    <a:pt x="191" y="30"/>
                  </a:cubicBezTo>
                  <a:cubicBezTo>
                    <a:pt x="205" y="21"/>
                    <a:pt x="193" y="0"/>
                    <a:pt x="179" y="8"/>
                  </a:cubicBezTo>
                  <a:cubicBezTo>
                    <a:pt x="167" y="16"/>
                    <a:pt x="163" y="29"/>
                    <a:pt x="165" y="42"/>
                  </a:cubicBezTo>
                  <a:lnTo>
                    <a:pt x="189" y="4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8" name="Freeform 23"/>
            <p:cNvSpPr>
              <a:spLocks noEditPoints="1"/>
            </p:cNvSpPr>
            <p:nvPr/>
          </p:nvSpPr>
          <p:spPr bwMode="auto">
            <a:xfrm>
              <a:off x="7853310" y="4269539"/>
              <a:ext cx="95462" cy="154622"/>
            </a:xfrm>
            <a:custGeom>
              <a:avLst/>
              <a:gdLst>
                <a:gd name="T0" fmla="*/ 56 w 56"/>
                <a:gd name="T1" fmla="*/ 56 h 91"/>
                <a:gd name="T2" fmla="*/ 49 w 56"/>
                <a:gd name="T3" fmla="*/ 82 h 91"/>
                <a:gd name="T4" fmla="*/ 28 w 56"/>
                <a:gd name="T5" fmla="*/ 91 h 91"/>
                <a:gd name="T6" fmla="*/ 7 w 56"/>
                <a:gd name="T7" fmla="*/ 82 h 91"/>
                <a:gd name="T8" fmla="*/ 0 w 56"/>
                <a:gd name="T9" fmla="*/ 56 h 91"/>
                <a:gd name="T10" fmla="*/ 0 w 56"/>
                <a:gd name="T11" fmla="*/ 35 h 91"/>
                <a:gd name="T12" fmla="*/ 7 w 56"/>
                <a:gd name="T13" fmla="*/ 9 h 91"/>
                <a:gd name="T14" fmla="*/ 28 w 56"/>
                <a:gd name="T15" fmla="*/ 0 h 91"/>
                <a:gd name="T16" fmla="*/ 49 w 56"/>
                <a:gd name="T17" fmla="*/ 9 h 91"/>
                <a:gd name="T18" fmla="*/ 56 w 56"/>
                <a:gd name="T19" fmla="*/ 35 h 91"/>
                <a:gd name="T20" fmla="*/ 56 w 56"/>
                <a:gd name="T21" fmla="*/ 56 h 91"/>
                <a:gd name="T22" fmla="*/ 44 w 56"/>
                <a:gd name="T23" fmla="*/ 32 h 91"/>
                <a:gd name="T24" fmla="*/ 40 w 56"/>
                <a:gd name="T25" fmla="*/ 15 h 91"/>
                <a:gd name="T26" fmla="*/ 28 w 56"/>
                <a:gd name="T27" fmla="*/ 9 h 91"/>
                <a:gd name="T28" fmla="*/ 16 w 56"/>
                <a:gd name="T29" fmla="*/ 15 h 91"/>
                <a:gd name="T30" fmla="*/ 12 w 56"/>
                <a:gd name="T31" fmla="*/ 32 h 91"/>
                <a:gd name="T32" fmla="*/ 12 w 56"/>
                <a:gd name="T33" fmla="*/ 58 h 91"/>
                <a:gd name="T34" fmla="*/ 16 w 56"/>
                <a:gd name="T35" fmla="*/ 76 h 91"/>
                <a:gd name="T36" fmla="*/ 28 w 56"/>
                <a:gd name="T37" fmla="*/ 82 h 91"/>
                <a:gd name="T38" fmla="*/ 40 w 56"/>
                <a:gd name="T39" fmla="*/ 76 h 91"/>
                <a:gd name="T40" fmla="*/ 44 w 56"/>
                <a:gd name="T41" fmla="*/ 58 h 91"/>
                <a:gd name="T42" fmla="*/ 44 w 56"/>
                <a:gd name="T43" fmla="*/ 32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6" h="91">
                  <a:moveTo>
                    <a:pt x="56" y="56"/>
                  </a:moveTo>
                  <a:cubicBezTo>
                    <a:pt x="56" y="67"/>
                    <a:pt x="54" y="76"/>
                    <a:pt x="49" y="82"/>
                  </a:cubicBezTo>
                  <a:cubicBezTo>
                    <a:pt x="44" y="88"/>
                    <a:pt x="37" y="91"/>
                    <a:pt x="28" y="91"/>
                  </a:cubicBezTo>
                  <a:cubicBezTo>
                    <a:pt x="19" y="91"/>
                    <a:pt x="12" y="88"/>
                    <a:pt x="7" y="82"/>
                  </a:cubicBezTo>
                  <a:cubicBezTo>
                    <a:pt x="2" y="76"/>
                    <a:pt x="0" y="67"/>
                    <a:pt x="0" y="56"/>
                  </a:cubicBezTo>
                  <a:cubicBezTo>
                    <a:pt x="0" y="35"/>
                    <a:pt x="0" y="35"/>
                    <a:pt x="0" y="35"/>
                  </a:cubicBezTo>
                  <a:cubicBezTo>
                    <a:pt x="0" y="24"/>
                    <a:pt x="2" y="15"/>
                    <a:pt x="7" y="9"/>
                  </a:cubicBezTo>
                  <a:cubicBezTo>
                    <a:pt x="12" y="3"/>
                    <a:pt x="19" y="0"/>
                    <a:pt x="28" y="0"/>
                  </a:cubicBezTo>
                  <a:cubicBezTo>
                    <a:pt x="37" y="0"/>
                    <a:pt x="43" y="3"/>
                    <a:pt x="49" y="9"/>
                  </a:cubicBezTo>
                  <a:cubicBezTo>
                    <a:pt x="54" y="15"/>
                    <a:pt x="56" y="24"/>
                    <a:pt x="56" y="35"/>
                  </a:cubicBezTo>
                  <a:lnTo>
                    <a:pt x="56" y="56"/>
                  </a:lnTo>
                  <a:close/>
                  <a:moveTo>
                    <a:pt x="44" y="32"/>
                  </a:moveTo>
                  <a:cubicBezTo>
                    <a:pt x="44" y="25"/>
                    <a:pt x="43" y="19"/>
                    <a:pt x="40" y="15"/>
                  </a:cubicBezTo>
                  <a:cubicBezTo>
                    <a:pt x="37" y="11"/>
                    <a:pt x="33" y="9"/>
                    <a:pt x="28" y="9"/>
                  </a:cubicBezTo>
                  <a:cubicBezTo>
                    <a:pt x="23" y="9"/>
                    <a:pt x="19" y="11"/>
                    <a:pt x="16" y="15"/>
                  </a:cubicBezTo>
                  <a:cubicBezTo>
                    <a:pt x="13" y="19"/>
                    <a:pt x="12" y="25"/>
                    <a:pt x="12" y="32"/>
                  </a:cubicBezTo>
                  <a:cubicBezTo>
                    <a:pt x="12" y="58"/>
                    <a:pt x="12" y="58"/>
                    <a:pt x="12" y="58"/>
                  </a:cubicBezTo>
                  <a:cubicBezTo>
                    <a:pt x="12" y="66"/>
                    <a:pt x="13" y="72"/>
                    <a:pt x="16" y="76"/>
                  </a:cubicBezTo>
                  <a:cubicBezTo>
                    <a:pt x="19" y="80"/>
                    <a:pt x="23" y="82"/>
                    <a:pt x="28" y="82"/>
                  </a:cubicBezTo>
                  <a:cubicBezTo>
                    <a:pt x="33" y="82"/>
                    <a:pt x="37" y="80"/>
                    <a:pt x="40" y="76"/>
                  </a:cubicBezTo>
                  <a:cubicBezTo>
                    <a:pt x="43" y="72"/>
                    <a:pt x="44" y="66"/>
                    <a:pt x="44" y="58"/>
                  </a:cubicBezTo>
                  <a:lnTo>
                    <a:pt x="44" y="32"/>
                  </a:lnTo>
                  <a:close/>
                </a:path>
              </a:pathLst>
            </a:custGeom>
            <a:solidFill>
              <a:srgbClr val="2636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24"/>
            <p:cNvSpPr>
              <a:spLocks/>
            </p:cNvSpPr>
            <p:nvPr/>
          </p:nvSpPr>
          <p:spPr bwMode="auto">
            <a:xfrm>
              <a:off x="7970285" y="4269539"/>
              <a:ext cx="95462" cy="154622"/>
            </a:xfrm>
            <a:custGeom>
              <a:avLst/>
              <a:gdLst>
                <a:gd name="T0" fmla="*/ 18 w 56"/>
                <a:gd name="T1" fmla="*/ 40 h 91"/>
                <a:gd name="T2" fmla="*/ 28 w 56"/>
                <a:gd name="T3" fmla="*/ 40 h 91"/>
                <a:gd name="T4" fmla="*/ 40 w 56"/>
                <a:gd name="T5" fmla="*/ 36 h 91"/>
                <a:gd name="T6" fmla="*/ 43 w 56"/>
                <a:gd name="T7" fmla="*/ 25 h 91"/>
                <a:gd name="T8" fmla="*/ 39 w 56"/>
                <a:gd name="T9" fmla="*/ 13 h 91"/>
                <a:gd name="T10" fmla="*/ 28 w 56"/>
                <a:gd name="T11" fmla="*/ 9 h 91"/>
                <a:gd name="T12" fmla="*/ 17 w 56"/>
                <a:gd name="T13" fmla="*/ 13 h 91"/>
                <a:gd name="T14" fmla="*/ 12 w 56"/>
                <a:gd name="T15" fmla="*/ 24 h 91"/>
                <a:gd name="T16" fmla="*/ 1 w 56"/>
                <a:gd name="T17" fmla="*/ 24 h 91"/>
                <a:gd name="T18" fmla="*/ 1 w 56"/>
                <a:gd name="T19" fmla="*/ 24 h 91"/>
                <a:gd name="T20" fmla="*/ 8 w 56"/>
                <a:gd name="T21" fmla="*/ 7 h 91"/>
                <a:gd name="T22" fmla="*/ 28 w 56"/>
                <a:gd name="T23" fmla="*/ 0 h 91"/>
                <a:gd name="T24" fmla="*/ 48 w 56"/>
                <a:gd name="T25" fmla="*/ 6 h 91"/>
                <a:gd name="T26" fmla="*/ 55 w 56"/>
                <a:gd name="T27" fmla="*/ 25 h 91"/>
                <a:gd name="T28" fmla="*/ 52 w 56"/>
                <a:gd name="T29" fmla="*/ 36 h 91"/>
                <a:gd name="T30" fmla="*/ 42 w 56"/>
                <a:gd name="T31" fmla="*/ 44 h 91"/>
                <a:gd name="T32" fmla="*/ 53 w 56"/>
                <a:gd name="T33" fmla="*/ 52 h 91"/>
                <a:gd name="T34" fmla="*/ 56 w 56"/>
                <a:gd name="T35" fmla="*/ 65 h 91"/>
                <a:gd name="T36" fmla="*/ 48 w 56"/>
                <a:gd name="T37" fmla="*/ 84 h 91"/>
                <a:gd name="T38" fmla="*/ 28 w 56"/>
                <a:gd name="T39" fmla="*/ 91 h 91"/>
                <a:gd name="T40" fmla="*/ 8 w 56"/>
                <a:gd name="T41" fmla="*/ 84 h 91"/>
                <a:gd name="T42" fmla="*/ 0 w 56"/>
                <a:gd name="T43" fmla="*/ 67 h 91"/>
                <a:gd name="T44" fmla="*/ 0 w 56"/>
                <a:gd name="T45" fmla="*/ 66 h 91"/>
                <a:gd name="T46" fmla="*/ 12 w 56"/>
                <a:gd name="T47" fmla="*/ 66 h 91"/>
                <a:gd name="T48" fmla="*/ 16 w 56"/>
                <a:gd name="T49" fmla="*/ 77 h 91"/>
                <a:gd name="T50" fmla="*/ 28 w 56"/>
                <a:gd name="T51" fmla="*/ 82 h 91"/>
                <a:gd name="T52" fmla="*/ 40 w 56"/>
                <a:gd name="T53" fmla="*/ 77 h 91"/>
                <a:gd name="T54" fmla="*/ 44 w 56"/>
                <a:gd name="T55" fmla="*/ 65 h 91"/>
                <a:gd name="T56" fmla="*/ 40 w 56"/>
                <a:gd name="T57" fmla="*/ 53 h 91"/>
                <a:gd name="T58" fmla="*/ 28 w 56"/>
                <a:gd name="T59" fmla="*/ 49 h 91"/>
                <a:gd name="T60" fmla="*/ 18 w 56"/>
                <a:gd name="T61" fmla="*/ 49 h 91"/>
                <a:gd name="T62" fmla="*/ 18 w 56"/>
                <a:gd name="T63" fmla="*/ 4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6" h="91">
                  <a:moveTo>
                    <a:pt x="18" y="40"/>
                  </a:moveTo>
                  <a:cubicBezTo>
                    <a:pt x="28" y="40"/>
                    <a:pt x="28" y="40"/>
                    <a:pt x="28" y="40"/>
                  </a:cubicBezTo>
                  <a:cubicBezTo>
                    <a:pt x="34" y="40"/>
                    <a:pt x="37" y="39"/>
                    <a:pt x="40" y="36"/>
                  </a:cubicBezTo>
                  <a:cubicBezTo>
                    <a:pt x="42" y="33"/>
                    <a:pt x="43" y="29"/>
                    <a:pt x="43" y="25"/>
                  </a:cubicBezTo>
                  <a:cubicBezTo>
                    <a:pt x="43" y="20"/>
                    <a:pt x="42" y="16"/>
                    <a:pt x="39" y="13"/>
                  </a:cubicBezTo>
                  <a:cubicBezTo>
                    <a:pt x="37" y="11"/>
                    <a:pt x="33" y="9"/>
                    <a:pt x="28" y="9"/>
                  </a:cubicBezTo>
                  <a:cubicBezTo>
                    <a:pt x="23" y="9"/>
                    <a:pt x="20" y="11"/>
                    <a:pt x="17" y="13"/>
                  </a:cubicBezTo>
                  <a:cubicBezTo>
                    <a:pt x="14" y="16"/>
                    <a:pt x="12" y="20"/>
                    <a:pt x="12" y="24"/>
                  </a:cubicBezTo>
                  <a:cubicBezTo>
                    <a:pt x="1" y="24"/>
                    <a:pt x="1" y="24"/>
                    <a:pt x="1" y="24"/>
                  </a:cubicBezTo>
                  <a:cubicBezTo>
                    <a:pt x="1" y="24"/>
                    <a:pt x="1" y="24"/>
                    <a:pt x="1" y="24"/>
                  </a:cubicBezTo>
                  <a:cubicBezTo>
                    <a:pt x="1" y="17"/>
                    <a:pt x="3" y="11"/>
                    <a:pt x="8" y="7"/>
                  </a:cubicBezTo>
                  <a:cubicBezTo>
                    <a:pt x="13" y="2"/>
                    <a:pt x="20" y="0"/>
                    <a:pt x="28" y="0"/>
                  </a:cubicBezTo>
                  <a:cubicBezTo>
                    <a:pt x="36" y="0"/>
                    <a:pt x="43" y="2"/>
                    <a:pt x="48" y="6"/>
                  </a:cubicBezTo>
                  <a:cubicBezTo>
                    <a:pt x="52" y="11"/>
                    <a:pt x="55" y="17"/>
                    <a:pt x="55" y="25"/>
                  </a:cubicBezTo>
                  <a:cubicBezTo>
                    <a:pt x="55" y="29"/>
                    <a:pt x="54" y="32"/>
                    <a:pt x="52" y="36"/>
                  </a:cubicBezTo>
                  <a:cubicBezTo>
                    <a:pt x="49" y="40"/>
                    <a:pt x="46" y="42"/>
                    <a:pt x="42" y="44"/>
                  </a:cubicBezTo>
                  <a:cubicBezTo>
                    <a:pt x="47" y="46"/>
                    <a:pt x="51" y="49"/>
                    <a:pt x="53" y="52"/>
                  </a:cubicBezTo>
                  <a:cubicBezTo>
                    <a:pt x="55" y="56"/>
                    <a:pt x="56" y="60"/>
                    <a:pt x="56" y="65"/>
                  </a:cubicBezTo>
                  <a:cubicBezTo>
                    <a:pt x="56" y="73"/>
                    <a:pt x="54" y="79"/>
                    <a:pt x="48" y="84"/>
                  </a:cubicBezTo>
                  <a:cubicBezTo>
                    <a:pt x="43" y="89"/>
                    <a:pt x="36" y="91"/>
                    <a:pt x="28" y="91"/>
                  </a:cubicBezTo>
                  <a:cubicBezTo>
                    <a:pt x="20" y="91"/>
                    <a:pt x="13" y="89"/>
                    <a:pt x="8" y="84"/>
                  </a:cubicBezTo>
                  <a:cubicBezTo>
                    <a:pt x="3" y="80"/>
                    <a:pt x="0" y="74"/>
                    <a:pt x="0" y="67"/>
                  </a:cubicBezTo>
                  <a:cubicBezTo>
                    <a:pt x="0" y="66"/>
                    <a:pt x="0" y="66"/>
                    <a:pt x="0" y="66"/>
                  </a:cubicBezTo>
                  <a:cubicBezTo>
                    <a:pt x="12" y="66"/>
                    <a:pt x="12" y="66"/>
                    <a:pt x="12" y="66"/>
                  </a:cubicBezTo>
                  <a:cubicBezTo>
                    <a:pt x="12" y="71"/>
                    <a:pt x="13" y="75"/>
                    <a:pt x="16" y="77"/>
                  </a:cubicBezTo>
                  <a:cubicBezTo>
                    <a:pt x="19" y="80"/>
                    <a:pt x="23" y="82"/>
                    <a:pt x="28" y="82"/>
                  </a:cubicBezTo>
                  <a:cubicBezTo>
                    <a:pt x="33" y="82"/>
                    <a:pt x="37" y="80"/>
                    <a:pt x="40" y="77"/>
                  </a:cubicBezTo>
                  <a:cubicBezTo>
                    <a:pt x="43" y="75"/>
                    <a:pt x="44" y="71"/>
                    <a:pt x="44" y="65"/>
                  </a:cubicBezTo>
                  <a:cubicBezTo>
                    <a:pt x="44" y="60"/>
                    <a:pt x="43" y="56"/>
                    <a:pt x="40" y="53"/>
                  </a:cubicBezTo>
                  <a:cubicBezTo>
                    <a:pt x="38" y="51"/>
                    <a:pt x="34" y="49"/>
                    <a:pt x="28" y="49"/>
                  </a:cubicBezTo>
                  <a:cubicBezTo>
                    <a:pt x="18" y="49"/>
                    <a:pt x="18" y="49"/>
                    <a:pt x="18" y="49"/>
                  </a:cubicBezTo>
                  <a:lnTo>
                    <a:pt x="18" y="40"/>
                  </a:lnTo>
                  <a:close/>
                </a:path>
              </a:pathLst>
            </a:custGeom>
            <a:solidFill>
              <a:srgbClr val="2636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25"/>
            <p:cNvSpPr>
              <a:spLocks noEditPoints="1"/>
            </p:cNvSpPr>
            <p:nvPr/>
          </p:nvSpPr>
          <p:spPr bwMode="auto">
            <a:xfrm>
              <a:off x="6242555" y="5411050"/>
              <a:ext cx="95462" cy="154622"/>
            </a:xfrm>
            <a:custGeom>
              <a:avLst/>
              <a:gdLst>
                <a:gd name="T0" fmla="*/ 56 w 56"/>
                <a:gd name="T1" fmla="*/ 56 h 91"/>
                <a:gd name="T2" fmla="*/ 49 w 56"/>
                <a:gd name="T3" fmla="*/ 82 h 91"/>
                <a:gd name="T4" fmla="*/ 28 w 56"/>
                <a:gd name="T5" fmla="*/ 91 h 91"/>
                <a:gd name="T6" fmla="*/ 7 w 56"/>
                <a:gd name="T7" fmla="*/ 82 h 91"/>
                <a:gd name="T8" fmla="*/ 0 w 56"/>
                <a:gd name="T9" fmla="*/ 56 h 91"/>
                <a:gd name="T10" fmla="*/ 0 w 56"/>
                <a:gd name="T11" fmla="*/ 35 h 91"/>
                <a:gd name="T12" fmla="*/ 7 w 56"/>
                <a:gd name="T13" fmla="*/ 9 h 91"/>
                <a:gd name="T14" fmla="*/ 28 w 56"/>
                <a:gd name="T15" fmla="*/ 0 h 91"/>
                <a:gd name="T16" fmla="*/ 49 w 56"/>
                <a:gd name="T17" fmla="*/ 9 h 91"/>
                <a:gd name="T18" fmla="*/ 56 w 56"/>
                <a:gd name="T19" fmla="*/ 35 h 91"/>
                <a:gd name="T20" fmla="*/ 56 w 56"/>
                <a:gd name="T21" fmla="*/ 56 h 91"/>
                <a:gd name="T22" fmla="*/ 44 w 56"/>
                <a:gd name="T23" fmla="*/ 33 h 91"/>
                <a:gd name="T24" fmla="*/ 40 w 56"/>
                <a:gd name="T25" fmla="*/ 15 h 91"/>
                <a:gd name="T26" fmla="*/ 28 w 56"/>
                <a:gd name="T27" fmla="*/ 10 h 91"/>
                <a:gd name="T28" fmla="*/ 16 w 56"/>
                <a:gd name="T29" fmla="*/ 15 h 91"/>
                <a:gd name="T30" fmla="*/ 12 w 56"/>
                <a:gd name="T31" fmla="*/ 33 h 91"/>
                <a:gd name="T32" fmla="*/ 12 w 56"/>
                <a:gd name="T33" fmla="*/ 59 h 91"/>
                <a:gd name="T34" fmla="*/ 16 w 56"/>
                <a:gd name="T35" fmla="*/ 76 h 91"/>
                <a:gd name="T36" fmla="*/ 28 w 56"/>
                <a:gd name="T37" fmla="*/ 82 h 91"/>
                <a:gd name="T38" fmla="*/ 40 w 56"/>
                <a:gd name="T39" fmla="*/ 76 h 91"/>
                <a:gd name="T40" fmla="*/ 44 w 56"/>
                <a:gd name="T41" fmla="*/ 59 h 91"/>
                <a:gd name="T42" fmla="*/ 44 w 56"/>
                <a:gd name="T43" fmla="*/ 33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6" h="91">
                  <a:moveTo>
                    <a:pt x="56" y="56"/>
                  </a:moveTo>
                  <a:cubicBezTo>
                    <a:pt x="56" y="68"/>
                    <a:pt x="54" y="76"/>
                    <a:pt x="49" y="82"/>
                  </a:cubicBezTo>
                  <a:cubicBezTo>
                    <a:pt x="44" y="88"/>
                    <a:pt x="37" y="91"/>
                    <a:pt x="28" y="91"/>
                  </a:cubicBezTo>
                  <a:cubicBezTo>
                    <a:pt x="19" y="91"/>
                    <a:pt x="13" y="88"/>
                    <a:pt x="7" y="82"/>
                  </a:cubicBezTo>
                  <a:cubicBezTo>
                    <a:pt x="2" y="76"/>
                    <a:pt x="0" y="68"/>
                    <a:pt x="0" y="56"/>
                  </a:cubicBezTo>
                  <a:cubicBezTo>
                    <a:pt x="0" y="35"/>
                    <a:pt x="0" y="35"/>
                    <a:pt x="0" y="35"/>
                  </a:cubicBezTo>
                  <a:cubicBezTo>
                    <a:pt x="0" y="24"/>
                    <a:pt x="2" y="15"/>
                    <a:pt x="7" y="9"/>
                  </a:cubicBezTo>
                  <a:cubicBezTo>
                    <a:pt x="13" y="3"/>
                    <a:pt x="19" y="0"/>
                    <a:pt x="28" y="0"/>
                  </a:cubicBezTo>
                  <a:cubicBezTo>
                    <a:pt x="37" y="0"/>
                    <a:pt x="44" y="3"/>
                    <a:pt x="49" y="9"/>
                  </a:cubicBezTo>
                  <a:cubicBezTo>
                    <a:pt x="54" y="15"/>
                    <a:pt x="56" y="24"/>
                    <a:pt x="56" y="35"/>
                  </a:cubicBezTo>
                  <a:lnTo>
                    <a:pt x="56" y="56"/>
                  </a:lnTo>
                  <a:close/>
                  <a:moveTo>
                    <a:pt x="44" y="33"/>
                  </a:moveTo>
                  <a:cubicBezTo>
                    <a:pt x="44" y="25"/>
                    <a:pt x="43" y="19"/>
                    <a:pt x="40" y="15"/>
                  </a:cubicBezTo>
                  <a:cubicBezTo>
                    <a:pt x="37" y="12"/>
                    <a:pt x="33" y="10"/>
                    <a:pt x="28" y="10"/>
                  </a:cubicBezTo>
                  <a:cubicBezTo>
                    <a:pt x="23" y="10"/>
                    <a:pt x="19" y="12"/>
                    <a:pt x="16" y="15"/>
                  </a:cubicBezTo>
                  <a:cubicBezTo>
                    <a:pt x="13" y="19"/>
                    <a:pt x="12" y="25"/>
                    <a:pt x="12" y="33"/>
                  </a:cubicBezTo>
                  <a:cubicBezTo>
                    <a:pt x="12" y="59"/>
                    <a:pt x="12" y="59"/>
                    <a:pt x="12" y="59"/>
                  </a:cubicBezTo>
                  <a:cubicBezTo>
                    <a:pt x="12" y="66"/>
                    <a:pt x="13" y="72"/>
                    <a:pt x="16" y="76"/>
                  </a:cubicBezTo>
                  <a:cubicBezTo>
                    <a:pt x="19" y="80"/>
                    <a:pt x="23" y="82"/>
                    <a:pt x="28" y="82"/>
                  </a:cubicBezTo>
                  <a:cubicBezTo>
                    <a:pt x="34" y="82"/>
                    <a:pt x="38" y="80"/>
                    <a:pt x="40" y="76"/>
                  </a:cubicBezTo>
                  <a:cubicBezTo>
                    <a:pt x="43" y="72"/>
                    <a:pt x="44" y="66"/>
                    <a:pt x="44" y="59"/>
                  </a:cubicBezTo>
                  <a:lnTo>
                    <a:pt x="44" y="33"/>
                  </a:lnTo>
                  <a:close/>
                </a:path>
              </a:pathLst>
            </a:custGeom>
            <a:solidFill>
              <a:srgbClr val="2636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26"/>
            <p:cNvSpPr>
              <a:spLocks noEditPoints="1"/>
            </p:cNvSpPr>
            <p:nvPr/>
          </p:nvSpPr>
          <p:spPr bwMode="auto">
            <a:xfrm>
              <a:off x="6356840" y="5412394"/>
              <a:ext cx="108908" cy="151933"/>
            </a:xfrm>
            <a:custGeom>
              <a:avLst/>
              <a:gdLst>
                <a:gd name="T0" fmla="*/ 66 w 81"/>
                <a:gd name="T1" fmla="*/ 75 h 113"/>
                <a:gd name="T2" fmla="*/ 81 w 81"/>
                <a:gd name="T3" fmla="*/ 75 h 113"/>
                <a:gd name="T4" fmla="*/ 81 w 81"/>
                <a:gd name="T5" fmla="*/ 88 h 113"/>
                <a:gd name="T6" fmla="*/ 66 w 81"/>
                <a:gd name="T7" fmla="*/ 88 h 113"/>
                <a:gd name="T8" fmla="*/ 66 w 81"/>
                <a:gd name="T9" fmla="*/ 113 h 113"/>
                <a:gd name="T10" fmla="*/ 51 w 81"/>
                <a:gd name="T11" fmla="*/ 113 h 113"/>
                <a:gd name="T12" fmla="*/ 51 w 81"/>
                <a:gd name="T13" fmla="*/ 88 h 113"/>
                <a:gd name="T14" fmla="*/ 0 w 81"/>
                <a:gd name="T15" fmla="*/ 88 h 113"/>
                <a:gd name="T16" fmla="*/ 0 w 81"/>
                <a:gd name="T17" fmla="*/ 79 h 113"/>
                <a:gd name="T18" fmla="*/ 50 w 81"/>
                <a:gd name="T19" fmla="*/ 0 h 113"/>
                <a:gd name="T20" fmla="*/ 66 w 81"/>
                <a:gd name="T21" fmla="*/ 0 h 113"/>
                <a:gd name="T22" fmla="*/ 66 w 81"/>
                <a:gd name="T23" fmla="*/ 75 h 113"/>
                <a:gd name="T24" fmla="*/ 17 w 81"/>
                <a:gd name="T25" fmla="*/ 75 h 113"/>
                <a:gd name="T26" fmla="*/ 51 w 81"/>
                <a:gd name="T27" fmla="*/ 75 h 113"/>
                <a:gd name="T28" fmla="*/ 51 w 81"/>
                <a:gd name="T29" fmla="*/ 23 h 113"/>
                <a:gd name="T30" fmla="*/ 50 w 81"/>
                <a:gd name="T31" fmla="*/ 23 h 113"/>
                <a:gd name="T32" fmla="*/ 48 w 81"/>
                <a:gd name="T33" fmla="*/ 27 h 113"/>
                <a:gd name="T34" fmla="*/ 17 w 81"/>
                <a:gd name="T35" fmla="*/ 75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1" h="113">
                  <a:moveTo>
                    <a:pt x="66" y="75"/>
                  </a:moveTo>
                  <a:lnTo>
                    <a:pt x="81" y="75"/>
                  </a:lnTo>
                  <a:lnTo>
                    <a:pt x="81" y="88"/>
                  </a:lnTo>
                  <a:lnTo>
                    <a:pt x="66" y="88"/>
                  </a:lnTo>
                  <a:lnTo>
                    <a:pt x="66" y="113"/>
                  </a:lnTo>
                  <a:lnTo>
                    <a:pt x="51" y="113"/>
                  </a:lnTo>
                  <a:lnTo>
                    <a:pt x="51" y="88"/>
                  </a:lnTo>
                  <a:lnTo>
                    <a:pt x="0" y="88"/>
                  </a:lnTo>
                  <a:lnTo>
                    <a:pt x="0" y="79"/>
                  </a:lnTo>
                  <a:lnTo>
                    <a:pt x="50" y="0"/>
                  </a:lnTo>
                  <a:lnTo>
                    <a:pt x="66" y="0"/>
                  </a:lnTo>
                  <a:lnTo>
                    <a:pt x="66" y="75"/>
                  </a:lnTo>
                  <a:close/>
                  <a:moveTo>
                    <a:pt x="17" y="75"/>
                  </a:moveTo>
                  <a:lnTo>
                    <a:pt x="51" y="75"/>
                  </a:lnTo>
                  <a:lnTo>
                    <a:pt x="51" y="23"/>
                  </a:lnTo>
                  <a:lnTo>
                    <a:pt x="50" y="23"/>
                  </a:lnTo>
                  <a:lnTo>
                    <a:pt x="48" y="27"/>
                  </a:lnTo>
                  <a:lnTo>
                    <a:pt x="17" y="75"/>
                  </a:lnTo>
                  <a:close/>
                </a:path>
              </a:pathLst>
            </a:custGeom>
            <a:solidFill>
              <a:srgbClr val="2636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27"/>
            <p:cNvSpPr>
              <a:spLocks noEditPoints="1"/>
            </p:cNvSpPr>
            <p:nvPr/>
          </p:nvSpPr>
          <p:spPr bwMode="auto">
            <a:xfrm>
              <a:off x="5111799" y="5252395"/>
              <a:ext cx="96807" cy="154622"/>
            </a:xfrm>
            <a:custGeom>
              <a:avLst/>
              <a:gdLst>
                <a:gd name="T0" fmla="*/ 57 w 57"/>
                <a:gd name="T1" fmla="*/ 56 h 91"/>
                <a:gd name="T2" fmla="*/ 49 w 57"/>
                <a:gd name="T3" fmla="*/ 82 h 91"/>
                <a:gd name="T4" fmla="*/ 28 w 57"/>
                <a:gd name="T5" fmla="*/ 91 h 91"/>
                <a:gd name="T6" fmla="*/ 8 w 57"/>
                <a:gd name="T7" fmla="*/ 82 h 91"/>
                <a:gd name="T8" fmla="*/ 0 w 57"/>
                <a:gd name="T9" fmla="*/ 56 h 91"/>
                <a:gd name="T10" fmla="*/ 0 w 57"/>
                <a:gd name="T11" fmla="*/ 35 h 91"/>
                <a:gd name="T12" fmla="*/ 8 w 57"/>
                <a:gd name="T13" fmla="*/ 9 h 91"/>
                <a:gd name="T14" fmla="*/ 28 w 57"/>
                <a:gd name="T15" fmla="*/ 0 h 91"/>
                <a:gd name="T16" fmla="*/ 49 w 57"/>
                <a:gd name="T17" fmla="*/ 9 h 91"/>
                <a:gd name="T18" fmla="*/ 57 w 57"/>
                <a:gd name="T19" fmla="*/ 35 h 91"/>
                <a:gd name="T20" fmla="*/ 57 w 57"/>
                <a:gd name="T21" fmla="*/ 56 h 91"/>
                <a:gd name="T22" fmla="*/ 45 w 57"/>
                <a:gd name="T23" fmla="*/ 32 h 91"/>
                <a:gd name="T24" fmla="*/ 40 w 57"/>
                <a:gd name="T25" fmla="*/ 15 h 91"/>
                <a:gd name="T26" fmla="*/ 28 w 57"/>
                <a:gd name="T27" fmla="*/ 9 h 91"/>
                <a:gd name="T28" fmla="*/ 16 w 57"/>
                <a:gd name="T29" fmla="*/ 15 h 91"/>
                <a:gd name="T30" fmla="*/ 12 w 57"/>
                <a:gd name="T31" fmla="*/ 32 h 91"/>
                <a:gd name="T32" fmla="*/ 12 w 57"/>
                <a:gd name="T33" fmla="*/ 58 h 91"/>
                <a:gd name="T34" fmla="*/ 16 w 57"/>
                <a:gd name="T35" fmla="*/ 76 h 91"/>
                <a:gd name="T36" fmla="*/ 28 w 57"/>
                <a:gd name="T37" fmla="*/ 81 h 91"/>
                <a:gd name="T38" fmla="*/ 41 w 57"/>
                <a:gd name="T39" fmla="*/ 76 h 91"/>
                <a:gd name="T40" fmla="*/ 45 w 57"/>
                <a:gd name="T41" fmla="*/ 58 h 91"/>
                <a:gd name="T42" fmla="*/ 45 w 57"/>
                <a:gd name="T43" fmla="*/ 32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 h="91">
                  <a:moveTo>
                    <a:pt x="57" y="56"/>
                  </a:moveTo>
                  <a:cubicBezTo>
                    <a:pt x="57" y="67"/>
                    <a:pt x="54" y="76"/>
                    <a:pt x="49" y="82"/>
                  </a:cubicBezTo>
                  <a:cubicBezTo>
                    <a:pt x="44" y="88"/>
                    <a:pt x="37" y="91"/>
                    <a:pt x="28" y="91"/>
                  </a:cubicBezTo>
                  <a:cubicBezTo>
                    <a:pt x="20" y="91"/>
                    <a:pt x="13" y="88"/>
                    <a:pt x="8" y="82"/>
                  </a:cubicBezTo>
                  <a:cubicBezTo>
                    <a:pt x="3" y="76"/>
                    <a:pt x="0" y="67"/>
                    <a:pt x="0" y="56"/>
                  </a:cubicBezTo>
                  <a:cubicBezTo>
                    <a:pt x="0" y="35"/>
                    <a:pt x="0" y="35"/>
                    <a:pt x="0" y="35"/>
                  </a:cubicBezTo>
                  <a:cubicBezTo>
                    <a:pt x="0" y="24"/>
                    <a:pt x="3" y="15"/>
                    <a:pt x="8" y="9"/>
                  </a:cubicBezTo>
                  <a:cubicBezTo>
                    <a:pt x="13" y="3"/>
                    <a:pt x="20" y="0"/>
                    <a:pt x="28" y="0"/>
                  </a:cubicBezTo>
                  <a:cubicBezTo>
                    <a:pt x="37" y="0"/>
                    <a:pt x="44" y="3"/>
                    <a:pt x="49" y="9"/>
                  </a:cubicBezTo>
                  <a:cubicBezTo>
                    <a:pt x="54" y="15"/>
                    <a:pt x="57" y="24"/>
                    <a:pt x="57" y="35"/>
                  </a:cubicBezTo>
                  <a:lnTo>
                    <a:pt x="57" y="56"/>
                  </a:lnTo>
                  <a:close/>
                  <a:moveTo>
                    <a:pt x="45" y="32"/>
                  </a:moveTo>
                  <a:cubicBezTo>
                    <a:pt x="45" y="25"/>
                    <a:pt x="43" y="19"/>
                    <a:pt x="40" y="15"/>
                  </a:cubicBezTo>
                  <a:cubicBezTo>
                    <a:pt x="38" y="11"/>
                    <a:pt x="34" y="9"/>
                    <a:pt x="28" y="9"/>
                  </a:cubicBezTo>
                  <a:cubicBezTo>
                    <a:pt x="23" y="9"/>
                    <a:pt x="19" y="11"/>
                    <a:pt x="16" y="15"/>
                  </a:cubicBezTo>
                  <a:cubicBezTo>
                    <a:pt x="14" y="19"/>
                    <a:pt x="12" y="25"/>
                    <a:pt x="12" y="32"/>
                  </a:cubicBezTo>
                  <a:cubicBezTo>
                    <a:pt x="12" y="58"/>
                    <a:pt x="12" y="58"/>
                    <a:pt x="12" y="58"/>
                  </a:cubicBezTo>
                  <a:cubicBezTo>
                    <a:pt x="12" y="66"/>
                    <a:pt x="14" y="72"/>
                    <a:pt x="16" y="76"/>
                  </a:cubicBezTo>
                  <a:cubicBezTo>
                    <a:pt x="19" y="79"/>
                    <a:pt x="23" y="81"/>
                    <a:pt x="28" y="81"/>
                  </a:cubicBezTo>
                  <a:cubicBezTo>
                    <a:pt x="34" y="81"/>
                    <a:pt x="38" y="79"/>
                    <a:pt x="41" y="76"/>
                  </a:cubicBezTo>
                  <a:cubicBezTo>
                    <a:pt x="43" y="72"/>
                    <a:pt x="45" y="66"/>
                    <a:pt x="45" y="58"/>
                  </a:cubicBezTo>
                  <a:lnTo>
                    <a:pt x="45" y="32"/>
                  </a:lnTo>
                  <a:close/>
                </a:path>
              </a:pathLst>
            </a:custGeom>
            <a:solidFill>
              <a:srgbClr val="2636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28"/>
            <p:cNvSpPr>
              <a:spLocks/>
            </p:cNvSpPr>
            <p:nvPr/>
          </p:nvSpPr>
          <p:spPr bwMode="auto">
            <a:xfrm>
              <a:off x="5235496" y="5253739"/>
              <a:ext cx="92773" cy="153277"/>
            </a:xfrm>
            <a:custGeom>
              <a:avLst/>
              <a:gdLst>
                <a:gd name="T0" fmla="*/ 1 w 54"/>
                <a:gd name="T1" fmla="*/ 49 h 90"/>
                <a:gd name="T2" fmla="*/ 6 w 54"/>
                <a:gd name="T3" fmla="*/ 0 h 90"/>
                <a:gd name="T4" fmla="*/ 51 w 54"/>
                <a:gd name="T5" fmla="*/ 0 h 90"/>
                <a:gd name="T6" fmla="*/ 51 w 54"/>
                <a:gd name="T7" fmla="*/ 11 h 90"/>
                <a:gd name="T8" fmla="*/ 17 w 54"/>
                <a:gd name="T9" fmla="*/ 11 h 90"/>
                <a:gd name="T10" fmla="*/ 14 w 54"/>
                <a:gd name="T11" fmla="*/ 36 h 90"/>
                <a:gd name="T12" fmla="*/ 20 w 54"/>
                <a:gd name="T13" fmla="*/ 32 h 90"/>
                <a:gd name="T14" fmla="*/ 28 w 54"/>
                <a:gd name="T15" fmla="*/ 31 h 90"/>
                <a:gd name="T16" fmla="*/ 47 w 54"/>
                <a:gd name="T17" fmla="*/ 39 h 90"/>
                <a:gd name="T18" fmla="*/ 54 w 54"/>
                <a:gd name="T19" fmla="*/ 60 h 90"/>
                <a:gd name="T20" fmla="*/ 47 w 54"/>
                <a:gd name="T21" fmla="*/ 82 h 90"/>
                <a:gd name="T22" fmla="*/ 26 w 54"/>
                <a:gd name="T23" fmla="*/ 90 h 90"/>
                <a:gd name="T24" fmla="*/ 7 w 54"/>
                <a:gd name="T25" fmla="*/ 84 h 90"/>
                <a:gd name="T26" fmla="*/ 0 w 54"/>
                <a:gd name="T27" fmla="*/ 66 h 90"/>
                <a:gd name="T28" fmla="*/ 0 w 54"/>
                <a:gd name="T29" fmla="*/ 65 h 90"/>
                <a:gd name="T30" fmla="*/ 11 w 54"/>
                <a:gd name="T31" fmla="*/ 65 h 90"/>
                <a:gd name="T32" fmla="*/ 15 w 54"/>
                <a:gd name="T33" fmla="*/ 76 h 90"/>
                <a:gd name="T34" fmla="*/ 26 w 54"/>
                <a:gd name="T35" fmla="*/ 80 h 90"/>
                <a:gd name="T36" fmla="*/ 38 w 54"/>
                <a:gd name="T37" fmla="*/ 75 h 90"/>
                <a:gd name="T38" fmla="*/ 42 w 54"/>
                <a:gd name="T39" fmla="*/ 60 h 90"/>
                <a:gd name="T40" fmla="*/ 38 w 54"/>
                <a:gd name="T41" fmla="*/ 46 h 90"/>
                <a:gd name="T42" fmla="*/ 26 w 54"/>
                <a:gd name="T43" fmla="*/ 41 h 90"/>
                <a:gd name="T44" fmla="*/ 16 w 54"/>
                <a:gd name="T45" fmla="*/ 43 h 90"/>
                <a:gd name="T46" fmla="*/ 11 w 54"/>
                <a:gd name="T47" fmla="*/ 50 h 90"/>
                <a:gd name="T48" fmla="*/ 1 w 54"/>
                <a:gd name="T49" fmla="*/ 4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4" h="90">
                  <a:moveTo>
                    <a:pt x="1" y="49"/>
                  </a:moveTo>
                  <a:cubicBezTo>
                    <a:pt x="6" y="0"/>
                    <a:pt x="6" y="0"/>
                    <a:pt x="6" y="0"/>
                  </a:cubicBezTo>
                  <a:cubicBezTo>
                    <a:pt x="51" y="0"/>
                    <a:pt x="51" y="0"/>
                    <a:pt x="51" y="0"/>
                  </a:cubicBezTo>
                  <a:cubicBezTo>
                    <a:pt x="51" y="11"/>
                    <a:pt x="51" y="11"/>
                    <a:pt x="51" y="11"/>
                  </a:cubicBezTo>
                  <a:cubicBezTo>
                    <a:pt x="17" y="11"/>
                    <a:pt x="17" y="11"/>
                    <a:pt x="17" y="11"/>
                  </a:cubicBezTo>
                  <a:cubicBezTo>
                    <a:pt x="14" y="36"/>
                    <a:pt x="14" y="36"/>
                    <a:pt x="14" y="36"/>
                  </a:cubicBezTo>
                  <a:cubicBezTo>
                    <a:pt x="16" y="34"/>
                    <a:pt x="18" y="33"/>
                    <a:pt x="20" y="32"/>
                  </a:cubicBezTo>
                  <a:cubicBezTo>
                    <a:pt x="22" y="31"/>
                    <a:pt x="25" y="31"/>
                    <a:pt x="28" y="31"/>
                  </a:cubicBezTo>
                  <a:cubicBezTo>
                    <a:pt x="36" y="30"/>
                    <a:pt x="43" y="33"/>
                    <a:pt x="47" y="39"/>
                  </a:cubicBezTo>
                  <a:cubicBezTo>
                    <a:pt x="52" y="44"/>
                    <a:pt x="54" y="51"/>
                    <a:pt x="54" y="60"/>
                  </a:cubicBezTo>
                  <a:cubicBezTo>
                    <a:pt x="54" y="69"/>
                    <a:pt x="52" y="76"/>
                    <a:pt x="47" y="82"/>
                  </a:cubicBezTo>
                  <a:cubicBezTo>
                    <a:pt x="42" y="87"/>
                    <a:pt x="35" y="90"/>
                    <a:pt x="26" y="90"/>
                  </a:cubicBezTo>
                  <a:cubicBezTo>
                    <a:pt x="19" y="90"/>
                    <a:pt x="12" y="88"/>
                    <a:pt x="7" y="84"/>
                  </a:cubicBezTo>
                  <a:cubicBezTo>
                    <a:pt x="2" y="80"/>
                    <a:pt x="0" y="74"/>
                    <a:pt x="0" y="66"/>
                  </a:cubicBezTo>
                  <a:cubicBezTo>
                    <a:pt x="0" y="65"/>
                    <a:pt x="0" y="65"/>
                    <a:pt x="0" y="65"/>
                  </a:cubicBezTo>
                  <a:cubicBezTo>
                    <a:pt x="11" y="65"/>
                    <a:pt x="11" y="65"/>
                    <a:pt x="11" y="65"/>
                  </a:cubicBezTo>
                  <a:cubicBezTo>
                    <a:pt x="11" y="70"/>
                    <a:pt x="13" y="74"/>
                    <a:pt x="15" y="76"/>
                  </a:cubicBezTo>
                  <a:cubicBezTo>
                    <a:pt x="18" y="79"/>
                    <a:pt x="22" y="80"/>
                    <a:pt x="26" y="80"/>
                  </a:cubicBezTo>
                  <a:cubicBezTo>
                    <a:pt x="31" y="80"/>
                    <a:pt x="35" y="79"/>
                    <a:pt x="38" y="75"/>
                  </a:cubicBezTo>
                  <a:cubicBezTo>
                    <a:pt x="41" y="72"/>
                    <a:pt x="42" y="67"/>
                    <a:pt x="42" y="60"/>
                  </a:cubicBezTo>
                  <a:cubicBezTo>
                    <a:pt x="42" y="55"/>
                    <a:pt x="41" y="50"/>
                    <a:pt x="38" y="46"/>
                  </a:cubicBezTo>
                  <a:cubicBezTo>
                    <a:pt x="35" y="43"/>
                    <a:pt x="31" y="41"/>
                    <a:pt x="26" y="41"/>
                  </a:cubicBezTo>
                  <a:cubicBezTo>
                    <a:pt x="21" y="41"/>
                    <a:pt x="18" y="42"/>
                    <a:pt x="16" y="43"/>
                  </a:cubicBezTo>
                  <a:cubicBezTo>
                    <a:pt x="14" y="45"/>
                    <a:pt x="12" y="47"/>
                    <a:pt x="11" y="50"/>
                  </a:cubicBezTo>
                  <a:lnTo>
                    <a:pt x="1" y="49"/>
                  </a:lnTo>
                  <a:close/>
                </a:path>
              </a:pathLst>
            </a:custGeom>
            <a:solidFill>
              <a:srgbClr val="2636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29"/>
            <p:cNvSpPr>
              <a:spLocks noEditPoints="1"/>
            </p:cNvSpPr>
            <p:nvPr/>
          </p:nvSpPr>
          <p:spPr bwMode="auto">
            <a:xfrm>
              <a:off x="4087261" y="4269539"/>
              <a:ext cx="96807" cy="154622"/>
            </a:xfrm>
            <a:custGeom>
              <a:avLst/>
              <a:gdLst>
                <a:gd name="T0" fmla="*/ 57 w 57"/>
                <a:gd name="T1" fmla="*/ 56 h 91"/>
                <a:gd name="T2" fmla="*/ 49 w 57"/>
                <a:gd name="T3" fmla="*/ 82 h 91"/>
                <a:gd name="T4" fmla="*/ 28 w 57"/>
                <a:gd name="T5" fmla="*/ 91 h 91"/>
                <a:gd name="T6" fmla="*/ 8 w 57"/>
                <a:gd name="T7" fmla="*/ 82 h 91"/>
                <a:gd name="T8" fmla="*/ 0 w 57"/>
                <a:gd name="T9" fmla="*/ 56 h 91"/>
                <a:gd name="T10" fmla="*/ 0 w 57"/>
                <a:gd name="T11" fmla="*/ 35 h 91"/>
                <a:gd name="T12" fmla="*/ 8 w 57"/>
                <a:gd name="T13" fmla="*/ 9 h 91"/>
                <a:gd name="T14" fmla="*/ 28 w 57"/>
                <a:gd name="T15" fmla="*/ 0 h 91"/>
                <a:gd name="T16" fmla="*/ 49 w 57"/>
                <a:gd name="T17" fmla="*/ 9 h 91"/>
                <a:gd name="T18" fmla="*/ 57 w 57"/>
                <a:gd name="T19" fmla="*/ 35 h 91"/>
                <a:gd name="T20" fmla="*/ 57 w 57"/>
                <a:gd name="T21" fmla="*/ 56 h 91"/>
                <a:gd name="T22" fmla="*/ 44 w 57"/>
                <a:gd name="T23" fmla="*/ 32 h 91"/>
                <a:gd name="T24" fmla="*/ 40 w 57"/>
                <a:gd name="T25" fmla="*/ 15 h 91"/>
                <a:gd name="T26" fmla="*/ 28 w 57"/>
                <a:gd name="T27" fmla="*/ 9 h 91"/>
                <a:gd name="T28" fmla="*/ 16 w 57"/>
                <a:gd name="T29" fmla="*/ 15 h 91"/>
                <a:gd name="T30" fmla="*/ 12 w 57"/>
                <a:gd name="T31" fmla="*/ 32 h 91"/>
                <a:gd name="T32" fmla="*/ 12 w 57"/>
                <a:gd name="T33" fmla="*/ 58 h 91"/>
                <a:gd name="T34" fmla="*/ 16 w 57"/>
                <a:gd name="T35" fmla="*/ 76 h 91"/>
                <a:gd name="T36" fmla="*/ 28 w 57"/>
                <a:gd name="T37" fmla="*/ 82 h 91"/>
                <a:gd name="T38" fmla="*/ 40 w 57"/>
                <a:gd name="T39" fmla="*/ 76 h 91"/>
                <a:gd name="T40" fmla="*/ 44 w 57"/>
                <a:gd name="T41" fmla="*/ 58 h 91"/>
                <a:gd name="T42" fmla="*/ 44 w 57"/>
                <a:gd name="T43" fmla="*/ 32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 h="91">
                  <a:moveTo>
                    <a:pt x="57" y="56"/>
                  </a:moveTo>
                  <a:cubicBezTo>
                    <a:pt x="57" y="67"/>
                    <a:pt x="54" y="76"/>
                    <a:pt x="49" y="82"/>
                  </a:cubicBezTo>
                  <a:cubicBezTo>
                    <a:pt x="44" y="88"/>
                    <a:pt x="37" y="91"/>
                    <a:pt x="28" y="91"/>
                  </a:cubicBezTo>
                  <a:cubicBezTo>
                    <a:pt x="20" y="91"/>
                    <a:pt x="13" y="88"/>
                    <a:pt x="8" y="82"/>
                  </a:cubicBezTo>
                  <a:cubicBezTo>
                    <a:pt x="3" y="76"/>
                    <a:pt x="0" y="67"/>
                    <a:pt x="0" y="56"/>
                  </a:cubicBezTo>
                  <a:cubicBezTo>
                    <a:pt x="0" y="35"/>
                    <a:pt x="0" y="35"/>
                    <a:pt x="0" y="35"/>
                  </a:cubicBezTo>
                  <a:cubicBezTo>
                    <a:pt x="0" y="24"/>
                    <a:pt x="3" y="15"/>
                    <a:pt x="8" y="9"/>
                  </a:cubicBezTo>
                  <a:cubicBezTo>
                    <a:pt x="13" y="3"/>
                    <a:pt x="20" y="0"/>
                    <a:pt x="28" y="0"/>
                  </a:cubicBezTo>
                  <a:cubicBezTo>
                    <a:pt x="37" y="0"/>
                    <a:pt x="44" y="3"/>
                    <a:pt x="49" y="9"/>
                  </a:cubicBezTo>
                  <a:cubicBezTo>
                    <a:pt x="54" y="15"/>
                    <a:pt x="57" y="24"/>
                    <a:pt x="57" y="35"/>
                  </a:cubicBezTo>
                  <a:lnTo>
                    <a:pt x="57" y="56"/>
                  </a:lnTo>
                  <a:close/>
                  <a:moveTo>
                    <a:pt x="44" y="32"/>
                  </a:moveTo>
                  <a:cubicBezTo>
                    <a:pt x="44" y="25"/>
                    <a:pt x="43" y="19"/>
                    <a:pt x="40" y="15"/>
                  </a:cubicBezTo>
                  <a:cubicBezTo>
                    <a:pt x="38" y="11"/>
                    <a:pt x="33" y="9"/>
                    <a:pt x="28" y="9"/>
                  </a:cubicBezTo>
                  <a:cubicBezTo>
                    <a:pt x="23" y="9"/>
                    <a:pt x="19" y="11"/>
                    <a:pt x="16" y="15"/>
                  </a:cubicBezTo>
                  <a:cubicBezTo>
                    <a:pt x="13" y="19"/>
                    <a:pt x="12" y="25"/>
                    <a:pt x="12" y="32"/>
                  </a:cubicBezTo>
                  <a:cubicBezTo>
                    <a:pt x="12" y="58"/>
                    <a:pt x="12" y="58"/>
                    <a:pt x="12" y="58"/>
                  </a:cubicBezTo>
                  <a:cubicBezTo>
                    <a:pt x="12" y="66"/>
                    <a:pt x="13" y="72"/>
                    <a:pt x="16" y="76"/>
                  </a:cubicBezTo>
                  <a:cubicBezTo>
                    <a:pt x="19" y="80"/>
                    <a:pt x="23" y="82"/>
                    <a:pt x="28" y="82"/>
                  </a:cubicBezTo>
                  <a:cubicBezTo>
                    <a:pt x="34" y="82"/>
                    <a:pt x="38" y="80"/>
                    <a:pt x="40" y="76"/>
                  </a:cubicBezTo>
                  <a:cubicBezTo>
                    <a:pt x="43" y="72"/>
                    <a:pt x="44" y="66"/>
                    <a:pt x="44" y="58"/>
                  </a:cubicBezTo>
                  <a:lnTo>
                    <a:pt x="44" y="32"/>
                  </a:lnTo>
                  <a:close/>
                </a:path>
              </a:pathLst>
            </a:custGeom>
            <a:solidFill>
              <a:srgbClr val="2636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30"/>
            <p:cNvSpPr>
              <a:spLocks noEditPoints="1"/>
            </p:cNvSpPr>
            <p:nvPr/>
          </p:nvSpPr>
          <p:spPr bwMode="auto">
            <a:xfrm>
              <a:off x="4209614" y="4269539"/>
              <a:ext cx="96807" cy="154622"/>
            </a:xfrm>
            <a:custGeom>
              <a:avLst/>
              <a:gdLst>
                <a:gd name="T0" fmla="*/ 33 w 57"/>
                <a:gd name="T1" fmla="*/ 0 h 91"/>
                <a:gd name="T2" fmla="*/ 42 w 57"/>
                <a:gd name="T3" fmla="*/ 1 h 91"/>
                <a:gd name="T4" fmla="*/ 49 w 57"/>
                <a:gd name="T5" fmla="*/ 3 h 91"/>
                <a:gd name="T6" fmla="*/ 47 w 57"/>
                <a:gd name="T7" fmla="*/ 13 h 91"/>
                <a:gd name="T8" fmla="*/ 40 w 57"/>
                <a:gd name="T9" fmla="*/ 10 h 91"/>
                <a:gd name="T10" fmla="*/ 33 w 57"/>
                <a:gd name="T11" fmla="*/ 9 h 91"/>
                <a:gd name="T12" fmla="*/ 17 w 57"/>
                <a:gd name="T13" fmla="*/ 17 h 91"/>
                <a:gd name="T14" fmla="*/ 11 w 57"/>
                <a:gd name="T15" fmla="*/ 37 h 91"/>
                <a:gd name="T16" fmla="*/ 11 w 57"/>
                <a:gd name="T17" fmla="*/ 38 h 91"/>
                <a:gd name="T18" fmla="*/ 20 w 57"/>
                <a:gd name="T19" fmla="*/ 33 h 91"/>
                <a:gd name="T20" fmla="*/ 31 w 57"/>
                <a:gd name="T21" fmla="*/ 31 h 91"/>
                <a:gd name="T22" fmla="*/ 50 w 57"/>
                <a:gd name="T23" fmla="*/ 39 h 91"/>
                <a:gd name="T24" fmla="*/ 57 w 57"/>
                <a:gd name="T25" fmla="*/ 60 h 91"/>
                <a:gd name="T26" fmla="*/ 50 w 57"/>
                <a:gd name="T27" fmla="*/ 82 h 91"/>
                <a:gd name="T28" fmla="*/ 30 w 57"/>
                <a:gd name="T29" fmla="*/ 91 h 91"/>
                <a:gd name="T30" fmla="*/ 8 w 57"/>
                <a:gd name="T31" fmla="*/ 82 h 91"/>
                <a:gd name="T32" fmla="*/ 0 w 57"/>
                <a:gd name="T33" fmla="*/ 55 h 91"/>
                <a:gd name="T34" fmla="*/ 0 w 57"/>
                <a:gd name="T35" fmla="*/ 38 h 91"/>
                <a:gd name="T36" fmla="*/ 9 w 57"/>
                <a:gd name="T37" fmla="*/ 10 h 91"/>
                <a:gd name="T38" fmla="*/ 33 w 57"/>
                <a:gd name="T39" fmla="*/ 0 h 91"/>
                <a:gd name="T40" fmla="*/ 29 w 57"/>
                <a:gd name="T41" fmla="*/ 40 h 91"/>
                <a:gd name="T42" fmla="*/ 18 w 57"/>
                <a:gd name="T43" fmla="*/ 42 h 91"/>
                <a:gd name="T44" fmla="*/ 11 w 57"/>
                <a:gd name="T45" fmla="*/ 49 h 91"/>
                <a:gd name="T46" fmla="*/ 11 w 57"/>
                <a:gd name="T47" fmla="*/ 56 h 91"/>
                <a:gd name="T48" fmla="*/ 17 w 57"/>
                <a:gd name="T49" fmla="*/ 75 h 91"/>
                <a:gd name="T50" fmla="*/ 30 w 57"/>
                <a:gd name="T51" fmla="*/ 82 h 91"/>
                <a:gd name="T52" fmla="*/ 41 w 57"/>
                <a:gd name="T53" fmla="*/ 75 h 91"/>
                <a:gd name="T54" fmla="*/ 45 w 57"/>
                <a:gd name="T55" fmla="*/ 60 h 91"/>
                <a:gd name="T56" fmla="*/ 41 w 57"/>
                <a:gd name="T57" fmla="*/ 45 h 91"/>
                <a:gd name="T58" fmla="*/ 29 w 57"/>
                <a:gd name="T59" fmla="*/ 4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7" h="91">
                  <a:moveTo>
                    <a:pt x="33" y="0"/>
                  </a:moveTo>
                  <a:cubicBezTo>
                    <a:pt x="36" y="0"/>
                    <a:pt x="39" y="0"/>
                    <a:pt x="42" y="1"/>
                  </a:cubicBezTo>
                  <a:cubicBezTo>
                    <a:pt x="45" y="1"/>
                    <a:pt x="47" y="2"/>
                    <a:pt x="49" y="3"/>
                  </a:cubicBezTo>
                  <a:cubicBezTo>
                    <a:pt x="47" y="13"/>
                    <a:pt x="47" y="13"/>
                    <a:pt x="47" y="13"/>
                  </a:cubicBezTo>
                  <a:cubicBezTo>
                    <a:pt x="45" y="12"/>
                    <a:pt x="42" y="11"/>
                    <a:pt x="40" y="10"/>
                  </a:cubicBezTo>
                  <a:cubicBezTo>
                    <a:pt x="38" y="10"/>
                    <a:pt x="36" y="9"/>
                    <a:pt x="33" y="9"/>
                  </a:cubicBezTo>
                  <a:cubicBezTo>
                    <a:pt x="26" y="9"/>
                    <a:pt x="21" y="12"/>
                    <a:pt x="17" y="17"/>
                  </a:cubicBezTo>
                  <a:cubicBezTo>
                    <a:pt x="13" y="22"/>
                    <a:pt x="11" y="29"/>
                    <a:pt x="11" y="37"/>
                  </a:cubicBezTo>
                  <a:cubicBezTo>
                    <a:pt x="11" y="38"/>
                    <a:pt x="11" y="38"/>
                    <a:pt x="11" y="38"/>
                  </a:cubicBezTo>
                  <a:cubicBezTo>
                    <a:pt x="14" y="36"/>
                    <a:pt x="17" y="34"/>
                    <a:pt x="20" y="33"/>
                  </a:cubicBezTo>
                  <a:cubicBezTo>
                    <a:pt x="24" y="31"/>
                    <a:pt x="27" y="31"/>
                    <a:pt x="31" y="31"/>
                  </a:cubicBezTo>
                  <a:cubicBezTo>
                    <a:pt x="39" y="31"/>
                    <a:pt x="45" y="34"/>
                    <a:pt x="50" y="39"/>
                  </a:cubicBezTo>
                  <a:cubicBezTo>
                    <a:pt x="55" y="45"/>
                    <a:pt x="57" y="51"/>
                    <a:pt x="57" y="60"/>
                  </a:cubicBezTo>
                  <a:cubicBezTo>
                    <a:pt x="57" y="69"/>
                    <a:pt x="55" y="77"/>
                    <a:pt x="50" y="82"/>
                  </a:cubicBezTo>
                  <a:cubicBezTo>
                    <a:pt x="45" y="88"/>
                    <a:pt x="38" y="91"/>
                    <a:pt x="30" y="91"/>
                  </a:cubicBezTo>
                  <a:cubicBezTo>
                    <a:pt x="21" y="91"/>
                    <a:pt x="14" y="88"/>
                    <a:pt x="8" y="82"/>
                  </a:cubicBezTo>
                  <a:cubicBezTo>
                    <a:pt x="2" y="75"/>
                    <a:pt x="0" y="66"/>
                    <a:pt x="0" y="55"/>
                  </a:cubicBezTo>
                  <a:cubicBezTo>
                    <a:pt x="0" y="38"/>
                    <a:pt x="0" y="38"/>
                    <a:pt x="0" y="38"/>
                  </a:cubicBezTo>
                  <a:cubicBezTo>
                    <a:pt x="0" y="27"/>
                    <a:pt x="3" y="17"/>
                    <a:pt x="9" y="10"/>
                  </a:cubicBezTo>
                  <a:cubicBezTo>
                    <a:pt x="15" y="3"/>
                    <a:pt x="23" y="0"/>
                    <a:pt x="33" y="0"/>
                  </a:cubicBezTo>
                  <a:close/>
                  <a:moveTo>
                    <a:pt x="29" y="40"/>
                  </a:moveTo>
                  <a:cubicBezTo>
                    <a:pt x="24" y="40"/>
                    <a:pt x="21" y="41"/>
                    <a:pt x="18" y="42"/>
                  </a:cubicBezTo>
                  <a:cubicBezTo>
                    <a:pt x="15" y="44"/>
                    <a:pt x="13" y="46"/>
                    <a:pt x="11" y="49"/>
                  </a:cubicBezTo>
                  <a:cubicBezTo>
                    <a:pt x="11" y="56"/>
                    <a:pt x="11" y="56"/>
                    <a:pt x="11" y="56"/>
                  </a:cubicBezTo>
                  <a:cubicBezTo>
                    <a:pt x="11" y="64"/>
                    <a:pt x="13" y="70"/>
                    <a:pt x="17" y="75"/>
                  </a:cubicBezTo>
                  <a:cubicBezTo>
                    <a:pt x="20" y="79"/>
                    <a:pt x="24" y="82"/>
                    <a:pt x="30" y="82"/>
                  </a:cubicBezTo>
                  <a:cubicBezTo>
                    <a:pt x="35" y="82"/>
                    <a:pt x="38" y="79"/>
                    <a:pt x="41" y="75"/>
                  </a:cubicBezTo>
                  <a:cubicBezTo>
                    <a:pt x="44" y="71"/>
                    <a:pt x="45" y="66"/>
                    <a:pt x="45" y="60"/>
                  </a:cubicBezTo>
                  <a:cubicBezTo>
                    <a:pt x="45" y="54"/>
                    <a:pt x="44" y="49"/>
                    <a:pt x="41" y="45"/>
                  </a:cubicBezTo>
                  <a:cubicBezTo>
                    <a:pt x="38" y="42"/>
                    <a:pt x="34" y="40"/>
                    <a:pt x="29" y="40"/>
                  </a:cubicBezTo>
                  <a:close/>
                </a:path>
              </a:pathLst>
            </a:custGeom>
            <a:solidFill>
              <a:srgbClr val="2636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31"/>
            <p:cNvSpPr>
              <a:spLocks noEditPoints="1"/>
            </p:cNvSpPr>
            <p:nvPr/>
          </p:nvSpPr>
          <p:spPr bwMode="auto">
            <a:xfrm>
              <a:off x="4380371" y="2929036"/>
              <a:ext cx="95462" cy="154622"/>
            </a:xfrm>
            <a:custGeom>
              <a:avLst/>
              <a:gdLst>
                <a:gd name="T0" fmla="*/ 56 w 56"/>
                <a:gd name="T1" fmla="*/ 56 h 91"/>
                <a:gd name="T2" fmla="*/ 49 w 56"/>
                <a:gd name="T3" fmla="*/ 82 h 91"/>
                <a:gd name="T4" fmla="*/ 28 w 56"/>
                <a:gd name="T5" fmla="*/ 91 h 91"/>
                <a:gd name="T6" fmla="*/ 7 w 56"/>
                <a:gd name="T7" fmla="*/ 82 h 91"/>
                <a:gd name="T8" fmla="*/ 0 w 56"/>
                <a:gd name="T9" fmla="*/ 56 h 91"/>
                <a:gd name="T10" fmla="*/ 0 w 56"/>
                <a:gd name="T11" fmla="*/ 35 h 91"/>
                <a:gd name="T12" fmla="*/ 7 w 56"/>
                <a:gd name="T13" fmla="*/ 9 h 91"/>
                <a:gd name="T14" fmla="*/ 28 w 56"/>
                <a:gd name="T15" fmla="*/ 0 h 91"/>
                <a:gd name="T16" fmla="*/ 49 w 56"/>
                <a:gd name="T17" fmla="*/ 9 h 91"/>
                <a:gd name="T18" fmla="*/ 56 w 56"/>
                <a:gd name="T19" fmla="*/ 35 h 91"/>
                <a:gd name="T20" fmla="*/ 56 w 56"/>
                <a:gd name="T21" fmla="*/ 56 h 91"/>
                <a:gd name="T22" fmla="*/ 44 w 56"/>
                <a:gd name="T23" fmla="*/ 32 h 91"/>
                <a:gd name="T24" fmla="*/ 40 w 56"/>
                <a:gd name="T25" fmla="*/ 15 h 91"/>
                <a:gd name="T26" fmla="*/ 28 w 56"/>
                <a:gd name="T27" fmla="*/ 9 h 91"/>
                <a:gd name="T28" fmla="*/ 16 w 56"/>
                <a:gd name="T29" fmla="*/ 15 h 91"/>
                <a:gd name="T30" fmla="*/ 12 w 56"/>
                <a:gd name="T31" fmla="*/ 32 h 91"/>
                <a:gd name="T32" fmla="*/ 12 w 56"/>
                <a:gd name="T33" fmla="*/ 58 h 91"/>
                <a:gd name="T34" fmla="*/ 16 w 56"/>
                <a:gd name="T35" fmla="*/ 75 h 91"/>
                <a:gd name="T36" fmla="*/ 28 w 56"/>
                <a:gd name="T37" fmla="*/ 81 h 91"/>
                <a:gd name="T38" fmla="*/ 40 w 56"/>
                <a:gd name="T39" fmla="*/ 76 h 91"/>
                <a:gd name="T40" fmla="*/ 44 w 56"/>
                <a:gd name="T41" fmla="*/ 58 h 91"/>
                <a:gd name="T42" fmla="*/ 44 w 56"/>
                <a:gd name="T43" fmla="*/ 32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6" h="91">
                  <a:moveTo>
                    <a:pt x="56" y="56"/>
                  </a:moveTo>
                  <a:cubicBezTo>
                    <a:pt x="56" y="67"/>
                    <a:pt x="54" y="76"/>
                    <a:pt x="49" y="82"/>
                  </a:cubicBezTo>
                  <a:cubicBezTo>
                    <a:pt x="44" y="88"/>
                    <a:pt x="37" y="91"/>
                    <a:pt x="28" y="91"/>
                  </a:cubicBezTo>
                  <a:cubicBezTo>
                    <a:pt x="19" y="91"/>
                    <a:pt x="12" y="88"/>
                    <a:pt x="7" y="82"/>
                  </a:cubicBezTo>
                  <a:cubicBezTo>
                    <a:pt x="2" y="76"/>
                    <a:pt x="0" y="67"/>
                    <a:pt x="0" y="56"/>
                  </a:cubicBezTo>
                  <a:cubicBezTo>
                    <a:pt x="0" y="35"/>
                    <a:pt x="0" y="35"/>
                    <a:pt x="0" y="35"/>
                  </a:cubicBezTo>
                  <a:cubicBezTo>
                    <a:pt x="0" y="23"/>
                    <a:pt x="2" y="15"/>
                    <a:pt x="7" y="9"/>
                  </a:cubicBezTo>
                  <a:cubicBezTo>
                    <a:pt x="12" y="3"/>
                    <a:pt x="19" y="0"/>
                    <a:pt x="28" y="0"/>
                  </a:cubicBezTo>
                  <a:cubicBezTo>
                    <a:pt x="37" y="0"/>
                    <a:pt x="44" y="3"/>
                    <a:pt x="49" y="9"/>
                  </a:cubicBezTo>
                  <a:cubicBezTo>
                    <a:pt x="54" y="15"/>
                    <a:pt x="56" y="23"/>
                    <a:pt x="56" y="35"/>
                  </a:cubicBezTo>
                  <a:lnTo>
                    <a:pt x="56" y="56"/>
                  </a:lnTo>
                  <a:close/>
                  <a:moveTo>
                    <a:pt x="44" y="32"/>
                  </a:moveTo>
                  <a:cubicBezTo>
                    <a:pt x="44" y="24"/>
                    <a:pt x="43" y="19"/>
                    <a:pt x="40" y="15"/>
                  </a:cubicBezTo>
                  <a:cubicBezTo>
                    <a:pt x="37" y="11"/>
                    <a:pt x="33" y="9"/>
                    <a:pt x="28" y="9"/>
                  </a:cubicBezTo>
                  <a:cubicBezTo>
                    <a:pt x="23" y="9"/>
                    <a:pt x="19" y="11"/>
                    <a:pt x="16" y="15"/>
                  </a:cubicBezTo>
                  <a:cubicBezTo>
                    <a:pt x="13" y="19"/>
                    <a:pt x="12" y="24"/>
                    <a:pt x="12" y="32"/>
                  </a:cubicBezTo>
                  <a:cubicBezTo>
                    <a:pt x="12" y="58"/>
                    <a:pt x="12" y="58"/>
                    <a:pt x="12" y="58"/>
                  </a:cubicBezTo>
                  <a:cubicBezTo>
                    <a:pt x="12" y="66"/>
                    <a:pt x="13" y="72"/>
                    <a:pt x="16" y="75"/>
                  </a:cubicBezTo>
                  <a:cubicBezTo>
                    <a:pt x="19" y="79"/>
                    <a:pt x="23" y="81"/>
                    <a:pt x="28" y="81"/>
                  </a:cubicBezTo>
                  <a:cubicBezTo>
                    <a:pt x="33" y="81"/>
                    <a:pt x="37" y="79"/>
                    <a:pt x="40" y="76"/>
                  </a:cubicBezTo>
                  <a:cubicBezTo>
                    <a:pt x="43" y="72"/>
                    <a:pt x="44" y="66"/>
                    <a:pt x="44" y="58"/>
                  </a:cubicBezTo>
                  <a:lnTo>
                    <a:pt x="44" y="32"/>
                  </a:lnTo>
                  <a:close/>
                </a:path>
              </a:pathLst>
            </a:custGeom>
            <a:solidFill>
              <a:srgbClr val="2636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32"/>
            <p:cNvSpPr>
              <a:spLocks/>
            </p:cNvSpPr>
            <p:nvPr/>
          </p:nvSpPr>
          <p:spPr bwMode="auto">
            <a:xfrm>
              <a:off x="4496001" y="2930381"/>
              <a:ext cx="102185" cy="151933"/>
            </a:xfrm>
            <a:custGeom>
              <a:avLst/>
              <a:gdLst>
                <a:gd name="T0" fmla="*/ 60 w 60"/>
                <a:gd name="T1" fmla="*/ 9 h 89"/>
                <a:gd name="T2" fmla="*/ 38 w 60"/>
                <a:gd name="T3" fmla="*/ 43 h 89"/>
                <a:gd name="T4" fmla="*/ 30 w 60"/>
                <a:gd name="T5" fmla="*/ 79 h 89"/>
                <a:gd name="T6" fmla="*/ 29 w 60"/>
                <a:gd name="T7" fmla="*/ 89 h 89"/>
                <a:gd name="T8" fmla="*/ 17 w 60"/>
                <a:gd name="T9" fmla="*/ 89 h 89"/>
                <a:gd name="T10" fmla="*/ 18 w 60"/>
                <a:gd name="T11" fmla="*/ 79 h 89"/>
                <a:gd name="T12" fmla="*/ 28 w 60"/>
                <a:gd name="T13" fmla="*/ 41 h 89"/>
                <a:gd name="T14" fmla="*/ 48 w 60"/>
                <a:gd name="T15" fmla="*/ 9 h 89"/>
                <a:gd name="T16" fmla="*/ 0 w 60"/>
                <a:gd name="T17" fmla="*/ 9 h 89"/>
                <a:gd name="T18" fmla="*/ 0 w 60"/>
                <a:gd name="T19" fmla="*/ 0 h 89"/>
                <a:gd name="T20" fmla="*/ 60 w 60"/>
                <a:gd name="T21" fmla="*/ 0 h 89"/>
                <a:gd name="T22" fmla="*/ 60 w 60"/>
                <a:gd name="T23" fmla="*/ 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0" h="89">
                  <a:moveTo>
                    <a:pt x="60" y="9"/>
                  </a:moveTo>
                  <a:cubicBezTo>
                    <a:pt x="49" y="22"/>
                    <a:pt x="42" y="33"/>
                    <a:pt x="38" y="43"/>
                  </a:cubicBezTo>
                  <a:cubicBezTo>
                    <a:pt x="35" y="53"/>
                    <a:pt x="32" y="65"/>
                    <a:pt x="30" y="79"/>
                  </a:cubicBezTo>
                  <a:cubicBezTo>
                    <a:pt x="29" y="89"/>
                    <a:pt x="29" y="89"/>
                    <a:pt x="29" y="89"/>
                  </a:cubicBezTo>
                  <a:cubicBezTo>
                    <a:pt x="17" y="89"/>
                    <a:pt x="17" y="89"/>
                    <a:pt x="17" y="89"/>
                  </a:cubicBezTo>
                  <a:cubicBezTo>
                    <a:pt x="18" y="79"/>
                    <a:pt x="18" y="79"/>
                    <a:pt x="18" y="79"/>
                  </a:cubicBezTo>
                  <a:cubicBezTo>
                    <a:pt x="20" y="65"/>
                    <a:pt x="23" y="52"/>
                    <a:pt x="28" y="41"/>
                  </a:cubicBezTo>
                  <a:cubicBezTo>
                    <a:pt x="33" y="30"/>
                    <a:pt x="40" y="20"/>
                    <a:pt x="48" y="9"/>
                  </a:cubicBezTo>
                  <a:cubicBezTo>
                    <a:pt x="0" y="9"/>
                    <a:pt x="0" y="9"/>
                    <a:pt x="0" y="9"/>
                  </a:cubicBezTo>
                  <a:cubicBezTo>
                    <a:pt x="0" y="0"/>
                    <a:pt x="0" y="0"/>
                    <a:pt x="0" y="0"/>
                  </a:cubicBezTo>
                  <a:cubicBezTo>
                    <a:pt x="60" y="0"/>
                    <a:pt x="60" y="0"/>
                    <a:pt x="60" y="0"/>
                  </a:cubicBezTo>
                  <a:lnTo>
                    <a:pt x="60" y="9"/>
                  </a:lnTo>
                  <a:close/>
                </a:path>
              </a:pathLst>
            </a:custGeom>
            <a:solidFill>
              <a:srgbClr val="2636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33"/>
            <p:cNvSpPr>
              <a:spLocks noEditPoints="1"/>
            </p:cNvSpPr>
            <p:nvPr/>
          </p:nvSpPr>
          <p:spPr bwMode="auto">
            <a:xfrm>
              <a:off x="5711462" y="2104835"/>
              <a:ext cx="95462" cy="154622"/>
            </a:xfrm>
            <a:custGeom>
              <a:avLst/>
              <a:gdLst>
                <a:gd name="T0" fmla="*/ 56 w 56"/>
                <a:gd name="T1" fmla="*/ 56 h 91"/>
                <a:gd name="T2" fmla="*/ 49 w 56"/>
                <a:gd name="T3" fmla="*/ 82 h 91"/>
                <a:gd name="T4" fmla="*/ 28 w 56"/>
                <a:gd name="T5" fmla="*/ 91 h 91"/>
                <a:gd name="T6" fmla="*/ 7 w 56"/>
                <a:gd name="T7" fmla="*/ 82 h 91"/>
                <a:gd name="T8" fmla="*/ 0 w 56"/>
                <a:gd name="T9" fmla="*/ 56 h 91"/>
                <a:gd name="T10" fmla="*/ 0 w 56"/>
                <a:gd name="T11" fmla="*/ 35 h 91"/>
                <a:gd name="T12" fmla="*/ 7 w 56"/>
                <a:gd name="T13" fmla="*/ 9 h 91"/>
                <a:gd name="T14" fmla="*/ 28 w 56"/>
                <a:gd name="T15" fmla="*/ 0 h 91"/>
                <a:gd name="T16" fmla="*/ 49 w 56"/>
                <a:gd name="T17" fmla="*/ 9 h 91"/>
                <a:gd name="T18" fmla="*/ 56 w 56"/>
                <a:gd name="T19" fmla="*/ 35 h 91"/>
                <a:gd name="T20" fmla="*/ 56 w 56"/>
                <a:gd name="T21" fmla="*/ 56 h 91"/>
                <a:gd name="T22" fmla="*/ 44 w 56"/>
                <a:gd name="T23" fmla="*/ 33 h 91"/>
                <a:gd name="T24" fmla="*/ 40 w 56"/>
                <a:gd name="T25" fmla="*/ 15 h 91"/>
                <a:gd name="T26" fmla="*/ 28 w 56"/>
                <a:gd name="T27" fmla="*/ 10 h 91"/>
                <a:gd name="T28" fmla="*/ 16 w 56"/>
                <a:gd name="T29" fmla="*/ 15 h 91"/>
                <a:gd name="T30" fmla="*/ 12 w 56"/>
                <a:gd name="T31" fmla="*/ 33 h 91"/>
                <a:gd name="T32" fmla="*/ 12 w 56"/>
                <a:gd name="T33" fmla="*/ 59 h 91"/>
                <a:gd name="T34" fmla="*/ 16 w 56"/>
                <a:gd name="T35" fmla="*/ 76 h 91"/>
                <a:gd name="T36" fmla="*/ 28 w 56"/>
                <a:gd name="T37" fmla="*/ 82 h 91"/>
                <a:gd name="T38" fmla="*/ 40 w 56"/>
                <a:gd name="T39" fmla="*/ 76 h 91"/>
                <a:gd name="T40" fmla="*/ 44 w 56"/>
                <a:gd name="T41" fmla="*/ 59 h 91"/>
                <a:gd name="T42" fmla="*/ 44 w 56"/>
                <a:gd name="T43" fmla="*/ 33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6" h="91">
                  <a:moveTo>
                    <a:pt x="56" y="56"/>
                  </a:moveTo>
                  <a:cubicBezTo>
                    <a:pt x="56" y="68"/>
                    <a:pt x="54" y="76"/>
                    <a:pt x="49" y="82"/>
                  </a:cubicBezTo>
                  <a:cubicBezTo>
                    <a:pt x="44" y="88"/>
                    <a:pt x="37" y="91"/>
                    <a:pt x="28" y="91"/>
                  </a:cubicBezTo>
                  <a:cubicBezTo>
                    <a:pt x="19" y="91"/>
                    <a:pt x="12" y="88"/>
                    <a:pt x="7" y="82"/>
                  </a:cubicBezTo>
                  <a:cubicBezTo>
                    <a:pt x="2" y="76"/>
                    <a:pt x="0" y="68"/>
                    <a:pt x="0" y="56"/>
                  </a:cubicBezTo>
                  <a:cubicBezTo>
                    <a:pt x="0" y="35"/>
                    <a:pt x="0" y="35"/>
                    <a:pt x="0" y="35"/>
                  </a:cubicBezTo>
                  <a:cubicBezTo>
                    <a:pt x="0" y="24"/>
                    <a:pt x="2" y="15"/>
                    <a:pt x="7" y="9"/>
                  </a:cubicBezTo>
                  <a:cubicBezTo>
                    <a:pt x="12" y="3"/>
                    <a:pt x="19" y="0"/>
                    <a:pt x="28" y="0"/>
                  </a:cubicBezTo>
                  <a:cubicBezTo>
                    <a:pt x="37" y="0"/>
                    <a:pt x="43" y="3"/>
                    <a:pt x="49" y="9"/>
                  </a:cubicBezTo>
                  <a:cubicBezTo>
                    <a:pt x="54" y="15"/>
                    <a:pt x="56" y="24"/>
                    <a:pt x="56" y="35"/>
                  </a:cubicBezTo>
                  <a:lnTo>
                    <a:pt x="56" y="56"/>
                  </a:lnTo>
                  <a:close/>
                  <a:moveTo>
                    <a:pt x="44" y="33"/>
                  </a:moveTo>
                  <a:cubicBezTo>
                    <a:pt x="44" y="25"/>
                    <a:pt x="43" y="19"/>
                    <a:pt x="40" y="15"/>
                  </a:cubicBezTo>
                  <a:cubicBezTo>
                    <a:pt x="37" y="12"/>
                    <a:pt x="33" y="10"/>
                    <a:pt x="28" y="10"/>
                  </a:cubicBezTo>
                  <a:cubicBezTo>
                    <a:pt x="23" y="10"/>
                    <a:pt x="18" y="12"/>
                    <a:pt x="16" y="15"/>
                  </a:cubicBezTo>
                  <a:cubicBezTo>
                    <a:pt x="13" y="19"/>
                    <a:pt x="12" y="25"/>
                    <a:pt x="12" y="33"/>
                  </a:cubicBezTo>
                  <a:cubicBezTo>
                    <a:pt x="12" y="59"/>
                    <a:pt x="12" y="59"/>
                    <a:pt x="12" y="59"/>
                  </a:cubicBezTo>
                  <a:cubicBezTo>
                    <a:pt x="12" y="66"/>
                    <a:pt x="13" y="72"/>
                    <a:pt x="16" y="76"/>
                  </a:cubicBezTo>
                  <a:cubicBezTo>
                    <a:pt x="19" y="80"/>
                    <a:pt x="23" y="82"/>
                    <a:pt x="28" y="82"/>
                  </a:cubicBezTo>
                  <a:cubicBezTo>
                    <a:pt x="33" y="82"/>
                    <a:pt x="37" y="80"/>
                    <a:pt x="40" y="76"/>
                  </a:cubicBezTo>
                  <a:cubicBezTo>
                    <a:pt x="43" y="72"/>
                    <a:pt x="44" y="66"/>
                    <a:pt x="44" y="59"/>
                  </a:cubicBezTo>
                  <a:lnTo>
                    <a:pt x="44" y="33"/>
                  </a:lnTo>
                  <a:close/>
                </a:path>
              </a:pathLst>
            </a:custGeom>
            <a:solidFill>
              <a:srgbClr val="2636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34"/>
            <p:cNvSpPr>
              <a:spLocks noEditPoints="1"/>
            </p:cNvSpPr>
            <p:nvPr/>
          </p:nvSpPr>
          <p:spPr bwMode="auto">
            <a:xfrm>
              <a:off x="5828437" y="2104835"/>
              <a:ext cx="99496" cy="154622"/>
            </a:xfrm>
            <a:custGeom>
              <a:avLst/>
              <a:gdLst>
                <a:gd name="T0" fmla="*/ 56 w 58"/>
                <a:gd name="T1" fmla="*/ 25 h 91"/>
                <a:gd name="T2" fmla="*/ 52 w 58"/>
                <a:gd name="T3" fmla="*/ 37 h 91"/>
                <a:gd name="T4" fmla="*/ 41 w 58"/>
                <a:gd name="T5" fmla="*/ 45 h 91"/>
                <a:gd name="T6" fmla="*/ 54 w 58"/>
                <a:gd name="T7" fmla="*/ 53 h 91"/>
                <a:gd name="T8" fmla="*/ 58 w 58"/>
                <a:gd name="T9" fmla="*/ 66 h 91"/>
                <a:gd name="T10" fmla="*/ 50 w 58"/>
                <a:gd name="T11" fmla="*/ 85 h 91"/>
                <a:gd name="T12" fmla="*/ 29 w 58"/>
                <a:gd name="T13" fmla="*/ 91 h 91"/>
                <a:gd name="T14" fmla="*/ 8 w 58"/>
                <a:gd name="T15" fmla="*/ 85 h 91"/>
                <a:gd name="T16" fmla="*/ 0 w 58"/>
                <a:gd name="T17" fmla="*/ 66 h 91"/>
                <a:gd name="T18" fmla="*/ 5 w 58"/>
                <a:gd name="T19" fmla="*/ 53 h 91"/>
                <a:gd name="T20" fmla="*/ 17 w 58"/>
                <a:gd name="T21" fmla="*/ 45 h 91"/>
                <a:gd name="T22" fmla="*/ 7 w 58"/>
                <a:gd name="T23" fmla="*/ 37 h 91"/>
                <a:gd name="T24" fmla="*/ 3 w 58"/>
                <a:gd name="T25" fmla="*/ 25 h 91"/>
                <a:gd name="T26" fmla="*/ 10 w 58"/>
                <a:gd name="T27" fmla="*/ 7 h 91"/>
                <a:gd name="T28" fmla="*/ 29 w 58"/>
                <a:gd name="T29" fmla="*/ 0 h 91"/>
                <a:gd name="T30" fmla="*/ 48 w 58"/>
                <a:gd name="T31" fmla="*/ 7 h 91"/>
                <a:gd name="T32" fmla="*/ 56 w 58"/>
                <a:gd name="T33" fmla="*/ 25 h 91"/>
                <a:gd name="T34" fmla="*/ 46 w 58"/>
                <a:gd name="T35" fmla="*/ 66 h 91"/>
                <a:gd name="T36" fmla="*/ 41 w 58"/>
                <a:gd name="T37" fmla="*/ 54 h 91"/>
                <a:gd name="T38" fmla="*/ 29 w 58"/>
                <a:gd name="T39" fmla="*/ 49 h 91"/>
                <a:gd name="T40" fmla="*/ 17 w 58"/>
                <a:gd name="T41" fmla="*/ 54 h 91"/>
                <a:gd name="T42" fmla="*/ 12 w 58"/>
                <a:gd name="T43" fmla="*/ 66 h 91"/>
                <a:gd name="T44" fmla="*/ 17 w 58"/>
                <a:gd name="T45" fmla="*/ 78 h 91"/>
                <a:gd name="T46" fmla="*/ 29 w 58"/>
                <a:gd name="T47" fmla="*/ 82 h 91"/>
                <a:gd name="T48" fmla="*/ 41 w 58"/>
                <a:gd name="T49" fmla="*/ 78 h 91"/>
                <a:gd name="T50" fmla="*/ 46 w 58"/>
                <a:gd name="T51" fmla="*/ 66 h 91"/>
                <a:gd name="T52" fmla="*/ 44 w 58"/>
                <a:gd name="T53" fmla="*/ 25 h 91"/>
                <a:gd name="T54" fmla="*/ 40 w 58"/>
                <a:gd name="T55" fmla="*/ 14 h 91"/>
                <a:gd name="T56" fmla="*/ 29 w 58"/>
                <a:gd name="T57" fmla="*/ 10 h 91"/>
                <a:gd name="T58" fmla="*/ 19 w 58"/>
                <a:gd name="T59" fmla="*/ 14 h 91"/>
                <a:gd name="T60" fmla="*/ 15 w 58"/>
                <a:gd name="T61" fmla="*/ 25 h 91"/>
                <a:gd name="T62" fmla="*/ 19 w 58"/>
                <a:gd name="T63" fmla="*/ 36 h 91"/>
                <a:gd name="T64" fmla="*/ 29 w 58"/>
                <a:gd name="T65" fmla="*/ 40 h 91"/>
                <a:gd name="T66" fmla="*/ 40 w 58"/>
                <a:gd name="T67" fmla="*/ 36 h 91"/>
                <a:gd name="T68" fmla="*/ 44 w 58"/>
                <a:gd name="T69" fmla="*/ 25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 h="91">
                  <a:moveTo>
                    <a:pt x="56" y="25"/>
                  </a:moveTo>
                  <a:cubicBezTo>
                    <a:pt x="56" y="29"/>
                    <a:pt x="54" y="33"/>
                    <a:pt x="52" y="37"/>
                  </a:cubicBezTo>
                  <a:cubicBezTo>
                    <a:pt x="49" y="40"/>
                    <a:pt x="46" y="43"/>
                    <a:pt x="41" y="45"/>
                  </a:cubicBezTo>
                  <a:cubicBezTo>
                    <a:pt x="46" y="46"/>
                    <a:pt x="50" y="49"/>
                    <a:pt x="54" y="53"/>
                  </a:cubicBezTo>
                  <a:cubicBezTo>
                    <a:pt x="57" y="57"/>
                    <a:pt x="58" y="61"/>
                    <a:pt x="58" y="66"/>
                  </a:cubicBezTo>
                  <a:cubicBezTo>
                    <a:pt x="58" y="74"/>
                    <a:pt x="55" y="81"/>
                    <a:pt x="50" y="85"/>
                  </a:cubicBezTo>
                  <a:cubicBezTo>
                    <a:pt x="45" y="89"/>
                    <a:pt x="38" y="91"/>
                    <a:pt x="29" y="91"/>
                  </a:cubicBezTo>
                  <a:cubicBezTo>
                    <a:pt x="21" y="91"/>
                    <a:pt x="14" y="89"/>
                    <a:pt x="8" y="85"/>
                  </a:cubicBezTo>
                  <a:cubicBezTo>
                    <a:pt x="3" y="81"/>
                    <a:pt x="0" y="74"/>
                    <a:pt x="0" y="66"/>
                  </a:cubicBezTo>
                  <a:cubicBezTo>
                    <a:pt x="0" y="61"/>
                    <a:pt x="2" y="57"/>
                    <a:pt x="5" y="53"/>
                  </a:cubicBezTo>
                  <a:cubicBezTo>
                    <a:pt x="8" y="49"/>
                    <a:pt x="12" y="46"/>
                    <a:pt x="17" y="45"/>
                  </a:cubicBezTo>
                  <a:cubicBezTo>
                    <a:pt x="13" y="43"/>
                    <a:pt x="9" y="40"/>
                    <a:pt x="7" y="37"/>
                  </a:cubicBezTo>
                  <a:cubicBezTo>
                    <a:pt x="4" y="33"/>
                    <a:pt x="3" y="29"/>
                    <a:pt x="3" y="25"/>
                  </a:cubicBezTo>
                  <a:cubicBezTo>
                    <a:pt x="3" y="17"/>
                    <a:pt x="5" y="11"/>
                    <a:pt x="10" y="7"/>
                  </a:cubicBezTo>
                  <a:cubicBezTo>
                    <a:pt x="15" y="2"/>
                    <a:pt x="21" y="0"/>
                    <a:pt x="29" y="0"/>
                  </a:cubicBezTo>
                  <a:cubicBezTo>
                    <a:pt x="37" y="0"/>
                    <a:pt x="43" y="2"/>
                    <a:pt x="48" y="7"/>
                  </a:cubicBezTo>
                  <a:cubicBezTo>
                    <a:pt x="53" y="11"/>
                    <a:pt x="56" y="17"/>
                    <a:pt x="56" y="25"/>
                  </a:cubicBezTo>
                  <a:close/>
                  <a:moveTo>
                    <a:pt x="46" y="66"/>
                  </a:moveTo>
                  <a:cubicBezTo>
                    <a:pt x="46" y="61"/>
                    <a:pt x="45" y="57"/>
                    <a:pt x="41" y="54"/>
                  </a:cubicBezTo>
                  <a:cubicBezTo>
                    <a:pt x="38" y="51"/>
                    <a:pt x="34" y="49"/>
                    <a:pt x="29" y="49"/>
                  </a:cubicBezTo>
                  <a:cubicBezTo>
                    <a:pt x="24" y="49"/>
                    <a:pt x="20" y="51"/>
                    <a:pt x="17" y="54"/>
                  </a:cubicBezTo>
                  <a:cubicBezTo>
                    <a:pt x="14" y="57"/>
                    <a:pt x="12" y="61"/>
                    <a:pt x="12" y="66"/>
                  </a:cubicBezTo>
                  <a:cubicBezTo>
                    <a:pt x="12" y="71"/>
                    <a:pt x="14" y="75"/>
                    <a:pt x="17" y="78"/>
                  </a:cubicBezTo>
                  <a:cubicBezTo>
                    <a:pt x="20" y="81"/>
                    <a:pt x="24" y="82"/>
                    <a:pt x="29" y="82"/>
                  </a:cubicBezTo>
                  <a:cubicBezTo>
                    <a:pt x="34" y="82"/>
                    <a:pt x="38" y="81"/>
                    <a:pt x="41" y="78"/>
                  </a:cubicBezTo>
                  <a:cubicBezTo>
                    <a:pt x="45" y="75"/>
                    <a:pt x="46" y="71"/>
                    <a:pt x="46" y="66"/>
                  </a:cubicBezTo>
                  <a:close/>
                  <a:moveTo>
                    <a:pt x="44" y="25"/>
                  </a:moveTo>
                  <a:cubicBezTo>
                    <a:pt x="44" y="20"/>
                    <a:pt x="42" y="17"/>
                    <a:pt x="40" y="14"/>
                  </a:cubicBezTo>
                  <a:cubicBezTo>
                    <a:pt x="37" y="11"/>
                    <a:pt x="33" y="10"/>
                    <a:pt x="29" y="10"/>
                  </a:cubicBezTo>
                  <a:cubicBezTo>
                    <a:pt x="25" y="10"/>
                    <a:pt x="21" y="11"/>
                    <a:pt x="19" y="14"/>
                  </a:cubicBezTo>
                  <a:cubicBezTo>
                    <a:pt x="16" y="17"/>
                    <a:pt x="15" y="20"/>
                    <a:pt x="15" y="25"/>
                  </a:cubicBezTo>
                  <a:cubicBezTo>
                    <a:pt x="15" y="29"/>
                    <a:pt x="16" y="33"/>
                    <a:pt x="19" y="36"/>
                  </a:cubicBezTo>
                  <a:cubicBezTo>
                    <a:pt x="21" y="38"/>
                    <a:pt x="25" y="40"/>
                    <a:pt x="29" y="40"/>
                  </a:cubicBezTo>
                  <a:cubicBezTo>
                    <a:pt x="33" y="40"/>
                    <a:pt x="37" y="38"/>
                    <a:pt x="40" y="36"/>
                  </a:cubicBezTo>
                  <a:cubicBezTo>
                    <a:pt x="42" y="33"/>
                    <a:pt x="44" y="29"/>
                    <a:pt x="44" y="25"/>
                  </a:cubicBezTo>
                  <a:close/>
                </a:path>
              </a:pathLst>
            </a:custGeom>
            <a:solidFill>
              <a:srgbClr val="2636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35"/>
            <p:cNvSpPr>
              <a:spLocks noEditPoints="1"/>
            </p:cNvSpPr>
            <p:nvPr/>
          </p:nvSpPr>
          <p:spPr bwMode="auto">
            <a:xfrm>
              <a:off x="6202218" y="2104835"/>
              <a:ext cx="96807" cy="154622"/>
            </a:xfrm>
            <a:custGeom>
              <a:avLst/>
              <a:gdLst>
                <a:gd name="T0" fmla="*/ 57 w 57"/>
                <a:gd name="T1" fmla="*/ 56 h 91"/>
                <a:gd name="T2" fmla="*/ 49 w 57"/>
                <a:gd name="T3" fmla="*/ 82 h 91"/>
                <a:gd name="T4" fmla="*/ 29 w 57"/>
                <a:gd name="T5" fmla="*/ 91 h 91"/>
                <a:gd name="T6" fmla="*/ 8 w 57"/>
                <a:gd name="T7" fmla="*/ 82 h 91"/>
                <a:gd name="T8" fmla="*/ 0 w 57"/>
                <a:gd name="T9" fmla="*/ 56 h 91"/>
                <a:gd name="T10" fmla="*/ 0 w 57"/>
                <a:gd name="T11" fmla="*/ 35 h 91"/>
                <a:gd name="T12" fmla="*/ 8 w 57"/>
                <a:gd name="T13" fmla="*/ 9 h 91"/>
                <a:gd name="T14" fmla="*/ 29 w 57"/>
                <a:gd name="T15" fmla="*/ 0 h 91"/>
                <a:gd name="T16" fmla="*/ 49 w 57"/>
                <a:gd name="T17" fmla="*/ 9 h 91"/>
                <a:gd name="T18" fmla="*/ 57 w 57"/>
                <a:gd name="T19" fmla="*/ 35 h 91"/>
                <a:gd name="T20" fmla="*/ 57 w 57"/>
                <a:gd name="T21" fmla="*/ 56 h 91"/>
                <a:gd name="T22" fmla="*/ 45 w 57"/>
                <a:gd name="T23" fmla="*/ 33 h 91"/>
                <a:gd name="T24" fmla="*/ 41 w 57"/>
                <a:gd name="T25" fmla="*/ 15 h 91"/>
                <a:gd name="T26" fmla="*/ 29 w 57"/>
                <a:gd name="T27" fmla="*/ 10 h 91"/>
                <a:gd name="T28" fmla="*/ 17 w 57"/>
                <a:gd name="T29" fmla="*/ 15 h 91"/>
                <a:gd name="T30" fmla="*/ 12 w 57"/>
                <a:gd name="T31" fmla="*/ 33 h 91"/>
                <a:gd name="T32" fmla="*/ 12 w 57"/>
                <a:gd name="T33" fmla="*/ 59 h 91"/>
                <a:gd name="T34" fmla="*/ 17 w 57"/>
                <a:gd name="T35" fmla="*/ 76 h 91"/>
                <a:gd name="T36" fmla="*/ 29 w 57"/>
                <a:gd name="T37" fmla="*/ 82 h 91"/>
                <a:gd name="T38" fmla="*/ 41 w 57"/>
                <a:gd name="T39" fmla="*/ 76 h 91"/>
                <a:gd name="T40" fmla="*/ 45 w 57"/>
                <a:gd name="T41" fmla="*/ 59 h 91"/>
                <a:gd name="T42" fmla="*/ 45 w 57"/>
                <a:gd name="T43" fmla="*/ 33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 h="91">
                  <a:moveTo>
                    <a:pt x="57" y="56"/>
                  </a:moveTo>
                  <a:cubicBezTo>
                    <a:pt x="57" y="68"/>
                    <a:pt x="54" y="76"/>
                    <a:pt x="49" y="82"/>
                  </a:cubicBezTo>
                  <a:cubicBezTo>
                    <a:pt x="44" y="88"/>
                    <a:pt x="38" y="91"/>
                    <a:pt x="29" y="91"/>
                  </a:cubicBezTo>
                  <a:cubicBezTo>
                    <a:pt x="20" y="91"/>
                    <a:pt x="13" y="88"/>
                    <a:pt x="8" y="82"/>
                  </a:cubicBezTo>
                  <a:cubicBezTo>
                    <a:pt x="3" y="76"/>
                    <a:pt x="0" y="68"/>
                    <a:pt x="0" y="56"/>
                  </a:cubicBezTo>
                  <a:cubicBezTo>
                    <a:pt x="0" y="35"/>
                    <a:pt x="0" y="35"/>
                    <a:pt x="0" y="35"/>
                  </a:cubicBezTo>
                  <a:cubicBezTo>
                    <a:pt x="0" y="24"/>
                    <a:pt x="3" y="15"/>
                    <a:pt x="8" y="9"/>
                  </a:cubicBezTo>
                  <a:cubicBezTo>
                    <a:pt x="13" y="3"/>
                    <a:pt x="20" y="0"/>
                    <a:pt x="29" y="0"/>
                  </a:cubicBezTo>
                  <a:cubicBezTo>
                    <a:pt x="37" y="0"/>
                    <a:pt x="44" y="3"/>
                    <a:pt x="49" y="9"/>
                  </a:cubicBezTo>
                  <a:cubicBezTo>
                    <a:pt x="54" y="15"/>
                    <a:pt x="57" y="24"/>
                    <a:pt x="57" y="35"/>
                  </a:cubicBezTo>
                  <a:lnTo>
                    <a:pt x="57" y="56"/>
                  </a:lnTo>
                  <a:close/>
                  <a:moveTo>
                    <a:pt x="45" y="33"/>
                  </a:moveTo>
                  <a:cubicBezTo>
                    <a:pt x="45" y="25"/>
                    <a:pt x="44" y="19"/>
                    <a:pt x="41" y="15"/>
                  </a:cubicBezTo>
                  <a:cubicBezTo>
                    <a:pt x="38" y="12"/>
                    <a:pt x="34" y="10"/>
                    <a:pt x="29" y="10"/>
                  </a:cubicBezTo>
                  <a:cubicBezTo>
                    <a:pt x="23" y="10"/>
                    <a:pt x="19" y="12"/>
                    <a:pt x="17" y="15"/>
                  </a:cubicBezTo>
                  <a:cubicBezTo>
                    <a:pt x="14" y="19"/>
                    <a:pt x="12" y="25"/>
                    <a:pt x="12" y="33"/>
                  </a:cubicBezTo>
                  <a:cubicBezTo>
                    <a:pt x="12" y="59"/>
                    <a:pt x="12" y="59"/>
                    <a:pt x="12" y="59"/>
                  </a:cubicBezTo>
                  <a:cubicBezTo>
                    <a:pt x="12" y="66"/>
                    <a:pt x="14" y="72"/>
                    <a:pt x="17" y="76"/>
                  </a:cubicBezTo>
                  <a:cubicBezTo>
                    <a:pt x="19" y="80"/>
                    <a:pt x="24" y="82"/>
                    <a:pt x="29" y="82"/>
                  </a:cubicBezTo>
                  <a:cubicBezTo>
                    <a:pt x="34" y="82"/>
                    <a:pt x="38" y="80"/>
                    <a:pt x="41" y="76"/>
                  </a:cubicBezTo>
                  <a:cubicBezTo>
                    <a:pt x="44" y="72"/>
                    <a:pt x="45" y="66"/>
                    <a:pt x="45" y="59"/>
                  </a:cubicBezTo>
                  <a:lnTo>
                    <a:pt x="45" y="33"/>
                  </a:lnTo>
                  <a:close/>
                </a:path>
              </a:pathLst>
            </a:custGeom>
            <a:solidFill>
              <a:srgbClr val="2636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36"/>
            <p:cNvSpPr>
              <a:spLocks/>
            </p:cNvSpPr>
            <p:nvPr/>
          </p:nvSpPr>
          <p:spPr bwMode="auto">
            <a:xfrm>
              <a:off x="6329949" y="2106180"/>
              <a:ext cx="51092" cy="151933"/>
            </a:xfrm>
            <a:custGeom>
              <a:avLst/>
              <a:gdLst>
                <a:gd name="T0" fmla="*/ 38 w 38"/>
                <a:gd name="T1" fmla="*/ 113 h 113"/>
                <a:gd name="T2" fmla="*/ 23 w 38"/>
                <a:gd name="T3" fmla="*/ 113 h 113"/>
                <a:gd name="T4" fmla="*/ 23 w 38"/>
                <a:gd name="T5" fmla="*/ 15 h 113"/>
                <a:gd name="T6" fmla="*/ 0 w 38"/>
                <a:gd name="T7" fmla="*/ 15 h 113"/>
                <a:gd name="T8" fmla="*/ 0 w 38"/>
                <a:gd name="T9" fmla="*/ 5 h 113"/>
                <a:gd name="T10" fmla="*/ 38 w 38"/>
                <a:gd name="T11" fmla="*/ 0 h 113"/>
                <a:gd name="T12" fmla="*/ 38 w 38"/>
                <a:gd name="T13" fmla="*/ 113 h 113"/>
              </a:gdLst>
              <a:ahLst/>
              <a:cxnLst>
                <a:cxn ang="0">
                  <a:pos x="T0" y="T1"/>
                </a:cxn>
                <a:cxn ang="0">
                  <a:pos x="T2" y="T3"/>
                </a:cxn>
                <a:cxn ang="0">
                  <a:pos x="T4" y="T5"/>
                </a:cxn>
                <a:cxn ang="0">
                  <a:pos x="T6" y="T7"/>
                </a:cxn>
                <a:cxn ang="0">
                  <a:pos x="T8" y="T9"/>
                </a:cxn>
                <a:cxn ang="0">
                  <a:pos x="T10" y="T11"/>
                </a:cxn>
                <a:cxn ang="0">
                  <a:pos x="T12" y="T13"/>
                </a:cxn>
              </a:cxnLst>
              <a:rect l="0" t="0" r="r" b="b"/>
              <a:pathLst>
                <a:path w="38" h="113">
                  <a:moveTo>
                    <a:pt x="38" y="113"/>
                  </a:moveTo>
                  <a:lnTo>
                    <a:pt x="23" y="113"/>
                  </a:lnTo>
                  <a:lnTo>
                    <a:pt x="23" y="15"/>
                  </a:lnTo>
                  <a:lnTo>
                    <a:pt x="0" y="15"/>
                  </a:lnTo>
                  <a:lnTo>
                    <a:pt x="0" y="5"/>
                  </a:lnTo>
                  <a:lnTo>
                    <a:pt x="38" y="0"/>
                  </a:lnTo>
                  <a:lnTo>
                    <a:pt x="38" y="113"/>
                  </a:lnTo>
                  <a:close/>
                </a:path>
              </a:pathLst>
            </a:custGeom>
            <a:solidFill>
              <a:srgbClr val="2636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38"/>
            <p:cNvSpPr>
              <a:spLocks noEditPoints="1"/>
            </p:cNvSpPr>
            <p:nvPr/>
          </p:nvSpPr>
          <p:spPr bwMode="auto">
            <a:xfrm>
              <a:off x="4978018" y="3015689"/>
              <a:ext cx="2235965" cy="2238653"/>
            </a:xfrm>
            <a:custGeom>
              <a:avLst/>
              <a:gdLst>
                <a:gd name="T0" fmla="*/ 656 w 1312"/>
                <a:gd name="T1" fmla="*/ 0 h 1314"/>
                <a:gd name="T2" fmla="*/ 656 w 1312"/>
                <a:gd name="T3" fmla="*/ 1314 h 1314"/>
                <a:gd name="T4" fmla="*/ 239 w 1312"/>
                <a:gd name="T5" fmla="*/ 631 h 1314"/>
                <a:gd name="T6" fmla="*/ 95 w 1312"/>
                <a:gd name="T7" fmla="*/ 608 h 1314"/>
                <a:gd name="T8" fmla="*/ 95 w 1312"/>
                <a:gd name="T9" fmla="*/ 653 h 1314"/>
                <a:gd name="T10" fmla="*/ 239 w 1312"/>
                <a:gd name="T11" fmla="*/ 631 h 1314"/>
                <a:gd name="T12" fmla="*/ 929 w 1312"/>
                <a:gd name="T13" fmla="*/ 1158 h 1314"/>
                <a:gd name="T14" fmla="*/ 929 w 1312"/>
                <a:gd name="T15" fmla="*/ 1105 h 1314"/>
                <a:gd name="T16" fmla="*/ 417 w 1312"/>
                <a:gd name="T17" fmla="*/ 1131 h 1314"/>
                <a:gd name="T18" fmla="*/ 364 w 1312"/>
                <a:gd name="T19" fmla="*/ 1131 h 1314"/>
                <a:gd name="T20" fmla="*/ 417 w 1312"/>
                <a:gd name="T21" fmla="*/ 1131 h 1314"/>
                <a:gd name="T22" fmla="*/ 1124 w 1312"/>
                <a:gd name="T23" fmla="*/ 950 h 1314"/>
                <a:gd name="T24" fmla="*/ 1124 w 1312"/>
                <a:gd name="T25" fmla="*/ 897 h 1314"/>
                <a:gd name="T26" fmla="*/ 245 w 1312"/>
                <a:gd name="T27" fmla="*/ 924 h 1314"/>
                <a:gd name="T28" fmla="*/ 192 w 1312"/>
                <a:gd name="T29" fmla="*/ 924 h 1314"/>
                <a:gd name="T30" fmla="*/ 245 w 1312"/>
                <a:gd name="T31" fmla="*/ 924 h 1314"/>
                <a:gd name="T32" fmla="*/ 926 w 1312"/>
                <a:gd name="T33" fmla="*/ 209 h 1314"/>
                <a:gd name="T34" fmla="*/ 926 w 1312"/>
                <a:gd name="T35" fmla="*/ 156 h 1314"/>
                <a:gd name="T36" fmla="*/ 415 w 1312"/>
                <a:gd name="T37" fmla="*/ 183 h 1314"/>
                <a:gd name="T38" fmla="*/ 362 w 1312"/>
                <a:gd name="T39" fmla="*/ 183 h 1314"/>
                <a:gd name="T40" fmla="*/ 415 w 1312"/>
                <a:gd name="T41" fmla="*/ 183 h 1314"/>
                <a:gd name="T42" fmla="*/ 1122 w 1312"/>
                <a:gd name="T43" fmla="*/ 417 h 1314"/>
                <a:gd name="T44" fmla="*/ 1122 w 1312"/>
                <a:gd name="T45" fmla="*/ 364 h 1314"/>
                <a:gd name="T46" fmla="*/ 243 w 1312"/>
                <a:gd name="T47" fmla="*/ 390 h 1314"/>
                <a:gd name="T48" fmla="*/ 190 w 1312"/>
                <a:gd name="T49" fmla="*/ 390 h 1314"/>
                <a:gd name="T50" fmla="*/ 243 w 1312"/>
                <a:gd name="T51" fmla="*/ 390 h 1314"/>
                <a:gd name="T52" fmla="*/ 635 w 1312"/>
                <a:gd name="T53" fmla="*/ 1097 h 1314"/>
                <a:gd name="T54" fmla="*/ 657 w 1312"/>
                <a:gd name="T55" fmla="*/ 1241 h 1314"/>
                <a:gd name="T56" fmla="*/ 680 w 1312"/>
                <a:gd name="T57" fmla="*/ 1097 h 1314"/>
                <a:gd name="T58" fmla="*/ 657 w 1312"/>
                <a:gd name="T59" fmla="*/ 240 h 1314"/>
                <a:gd name="T60" fmla="*/ 680 w 1312"/>
                <a:gd name="T61" fmla="*/ 96 h 1314"/>
                <a:gd name="T62" fmla="*/ 635 w 1312"/>
                <a:gd name="T63" fmla="*/ 96 h 1314"/>
                <a:gd name="T64" fmla="*/ 657 w 1312"/>
                <a:gd name="T65" fmla="*/ 240 h 1314"/>
                <a:gd name="T66" fmla="*/ 1095 w 1312"/>
                <a:gd name="T67" fmla="*/ 653 h 1314"/>
                <a:gd name="T68" fmla="*/ 1239 w 1312"/>
                <a:gd name="T69" fmla="*/ 631 h 1314"/>
                <a:gd name="T70" fmla="*/ 1095 w 1312"/>
                <a:gd name="T71" fmla="*/ 608 h 1314"/>
                <a:gd name="T72" fmla="*/ 973 w 1312"/>
                <a:gd name="T73" fmla="*/ 653 h 1314"/>
                <a:gd name="T74" fmla="*/ 640 w 1312"/>
                <a:gd name="T75" fmla="*/ 613 h 1314"/>
                <a:gd name="T76" fmla="*/ 431 w 1312"/>
                <a:gd name="T77" fmla="*/ 404 h 1314"/>
                <a:gd name="T78" fmla="*/ 392 w 1312"/>
                <a:gd name="T79" fmla="*/ 439 h 1314"/>
                <a:gd name="T80" fmla="*/ 587 w 1312"/>
                <a:gd name="T81" fmla="*/ 661 h 1314"/>
                <a:gd name="T82" fmla="*/ 449 w 1312"/>
                <a:gd name="T83" fmla="*/ 949 h 1314"/>
                <a:gd name="T84" fmla="*/ 619 w 1312"/>
                <a:gd name="T85" fmla="*/ 710 h 1314"/>
                <a:gd name="T86" fmla="*/ 679 w 1312"/>
                <a:gd name="T87" fmla="*/ 691 h 1314"/>
                <a:gd name="T88" fmla="*/ 997 w 1312"/>
                <a:gd name="T89" fmla="*/ 680 h 1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12" h="1314">
                  <a:moveTo>
                    <a:pt x="1312" y="657"/>
                  </a:moveTo>
                  <a:cubicBezTo>
                    <a:pt x="1312" y="294"/>
                    <a:pt x="1018" y="0"/>
                    <a:pt x="656" y="0"/>
                  </a:cubicBezTo>
                  <a:cubicBezTo>
                    <a:pt x="293" y="0"/>
                    <a:pt x="0" y="294"/>
                    <a:pt x="0" y="657"/>
                  </a:cubicBezTo>
                  <a:cubicBezTo>
                    <a:pt x="0" y="1020"/>
                    <a:pt x="293" y="1314"/>
                    <a:pt x="656" y="1314"/>
                  </a:cubicBezTo>
                  <a:cubicBezTo>
                    <a:pt x="1018" y="1314"/>
                    <a:pt x="1312" y="1020"/>
                    <a:pt x="1312" y="657"/>
                  </a:cubicBezTo>
                  <a:close/>
                  <a:moveTo>
                    <a:pt x="239" y="631"/>
                  </a:moveTo>
                  <a:cubicBezTo>
                    <a:pt x="239" y="618"/>
                    <a:pt x="229" y="608"/>
                    <a:pt x="216" y="608"/>
                  </a:cubicBezTo>
                  <a:cubicBezTo>
                    <a:pt x="95" y="608"/>
                    <a:pt x="95" y="608"/>
                    <a:pt x="95" y="608"/>
                  </a:cubicBezTo>
                  <a:cubicBezTo>
                    <a:pt x="83" y="608"/>
                    <a:pt x="73" y="618"/>
                    <a:pt x="73" y="631"/>
                  </a:cubicBezTo>
                  <a:cubicBezTo>
                    <a:pt x="73" y="643"/>
                    <a:pt x="83" y="653"/>
                    <a:pt x="95" y="653"/>
                  </a:cubicBezTo>
                  <a:cubicBezTo>
                    <a:pt x="216" y="653"/>
                    <a:pt x="216" y="653"/>
                    <a:pt x="216" y="653"/>
                  </a:cubicBezTo>
                  <a:cubicBezTo>
                    <a:pt x="229" y="653"/>
                    <a:pt x="239" y="643"/>
                    <a:pt x="239" y="631"/>
                  </a:cubicBezTo>
                  <a:close/>
                  <a:moveTo>
                    <a:pt x="955" y="1131"/>
                  </a:moveTo>
                  <a:cubicBezTo>
                    <a:pt x="955" y="1146"/>
                    <a:pt x="943" y="1158"/>
                    <a:pt x="929" y="1158"/>
                  </a:cubicBezTo>
                  <a:cubicBezTo>
                    <a:pt x="914" y="1158"/>
                    <a:pt x="902" y="1146"/>
                    <a:pt x="902" y="1131"/>
                  </a:cubicBezTo>
                  <a:cubicBezTo>
                    <a:pt x="902" y="1117"/>
                    <a:pt x="914" y="1105"/>
                    <a:pt x="929" y="1105"/>
                  </a:cubicBezTo>
                  <a:cubicBezTo>
                    <a:pt x="943" y="1105"/>
                    <a:pt x="955" y="1117"/>
                    <a:pt x="955" y="1131"/>
                  </a:cubicBezTo>
                  <a:close/>
                  <a:moveTo>
                    <a:pt x="417" y="1131"/>
                  </a:moveTo>
                  <a:cubicBezTo>
                    <a:pt x="417" y="1146"/>
                    <a:pt x="405" y="1158"/>
                    <a:pt x="390" y="1158"/>
                  </a:cubicBezTo>
                  <a:cubicBezTo>
                    <a:pt x="376" y="1158"/>
                    <a:pt x="364" y="1146"/>
                    <a:pt x="364" y="1131"/>
                  </a:cubicBezTo>
                  <a:cubicBezTo>
                    <a:pt x="364" y="1117"/>
                    <a:pt x="376" y="1105"/>
                    <a:pt x="390" y="1105"/>
                  </a:cubicBezTo>
                  <a:cubicBezTo>
                    <a:pt x="405" y="1105"/>
                    <a:pt x="417" y="1117"/>
                    <a:pt x="417" y="1131"/>
                  </a:cubicBezTo>
                  <a:close/>
                  <a:moveTo>
                    <a:pt x="1150" y="924"/>
                  </a:moveTo>
                  <a:cubicBezTo>
                    <a:pt x="1150" y="938"/>
                    <a:pt x="1139" y="950"/>
                    <a:pt x="1124" y="950"/>
                  </a:cubicBezTo>
                  <a:cubicBezTo>
                    <a:pt x="1109" y="950"/>
                    <a:pt x="1098" y="938"/>
                    <a:pt x="1098" y="924"/>
                  </a:cubicBezTo>
                  <a:cubicBezTo>
                    <a:pt x="1098" y="909"/>
                    <a:pt x="1109" y="897"/>
                    <a:pt x="1124" y="897"/>
                  </a:cubicBezTo>
                  <a:cubicBezTo>
                    <a:pt x="1139" y="897"/>
                    <a:pt x="1150" y="909"/>
                    <a:pt x="1150" y="924"/>
                  </a:cubicBezTo>
                  <a:close/>
                  <a:moveTo>
                    <a:pt x="245" y="924"/>
                  </a:moveTo>
                  <a:cubicBezTo>
                    <a:pt x="245" y="938"/>
                    <a:pt x="233" y="950"/>
                    <a:pt x="219" y="950"/>
                  </a:cubicBezTo>
                  <a:cubicBezTo>
                    <a:pt x="204" y="950"/>
                    <a:pt x="192" y="938"/>
                    <a:pt x="192" y="924"/>
                  </a:cubicBezTo>
                  <a:cubicBezTo>
                    <a:pt x="192" y="909"/>
                    <a:pt x="204" y="897"/>
                    <a:pt x="219" y="897"/>
                  </a:cubicBezTo>
                  <a:cubicBezTo>
                    <a:pt x="233" y="897"/>
                    <a:pt x="245" y="909"/>
                    <a:pt x="245" y="924"/>
                  </a:cubicBezTo>
                  <a:close/>
                  <a:moveTo>
                    <a:pt x="953" y="183"/>
                  </a:moveTo>
                  <a:cubicBezTo>
                    <a:pt x="953" y="197"/>
                    <a:pt x="941" y="209"/>
                    <a:pt x="926" y="209"/>
                  </a:cubicBezTo>
                  <a:cubicBezTo>
                    <a:pt x="912" y="209"/>
                    <a:pt x="900" y="197"/>
                    <a:pt x="900" y="183"/>
                  </a:cubicBezTo>
                  <a:cubicBezTo>
                    <a:pt x="900" y="168"/>
                    <a:pt x="912" y="156"/>
                    <a:pt x="926" y="156"/>
                  </a:cubicBezTo>
                  <a:cubicBezTo>
                    <a:pt x="941" y="156"/>
                    <a:pt x="953" y="168"/>
                    <a:pt x="953" y="183"/>
                  </a:cubicBezTo>
                  <a:close/>
                  <a:moveTo>
                    <a:pt x="415" y="183"/>
                  </a:moveTo>
                  <a:cubicBezTo>
                    <a:pt x="415" y="197"/>
                    <a:pt x="403" y="209"/>
                    <a:pt x="388" y="209"/>
                  </a:cubicBezTo>
                  <a:cubicBezTo>
                    <a:pt x="373" y="209"/>
                    <a:pt x="362" y="197"/>
                    <a:pt x="362" y="183"/>
                  </a:cubicBezTo>
                  <a:cubicBezTo>
                    <a:pt x="362" y="168"/>
                    <a:pt x="373" y="156"/>
                    <a:pt x="388" y="156"/>
                  </a:cubicBezTo>
                  <a:cubicBezTo>
                    <a:pt x="403" y="156"/>
                    <a:pt x="415" y="168"/>
                    <a:pt x="415" y="183"/>
                  </a:cubicBezTo>
                  <a:close/>
                  <a:moveTo>
                    <a:pt x="1148" y="390"/>
                  </a:moveTo>
                  <a:cubicBezTo>
                    <a:pt x="1148" y="405"/>
                    <a:pt x="1136" y="417"/>
                    <a:pt x="1122" y="417"/>
                  </a:cubicBezTo>
                  <a:cubicBezTo>
                    <a:pt x="1107" y="417"/>
                    <a:pt x="1095" y="405"/>
                    <a:pt x="1095" y="390"/>
                  </a:cubicBezTo>
                  <a:cubicBezTo>
                    <a:pt x="1095" y="376"/>
                    <a:pt x="1107" y="364"/>
                    <a:pt x="1122" y="364"/>
                  </a:cubicBezTo>
                  <a:cubicBezTo>
                    <a:pt x="1136" y="364"/>
                    <a:pt x="1148" y="376"/>
                    <a:pt x="1148" y="390"/>
                  </a:cubicBezTo>
                  <a:close/>
                  <a:moveTo>
                    <a:pt x="243" y="390"/>
                  </a:moveTo>
                  <a:cubicBezTo>
                    <a:pt x="243" y="405"/>
                    <a:pt x="231" y="417"/>
                    <a:pt x="216" y="417"/>
                  </a:cubicBezTo>
                  <a:cubicBezTo>
                    <a:pt x="202" y="417"/>
                    <a:pt x="190" y="405"/>
                    <a:pt x="190" y="390"/>
                  </a:cubicBezTo>
                  <a:cubicBezTo>
                    <a:pt x="190" y="376"/>
                    <a:pt x="202" y="364"/>
                    <a:pt x="216" y="364"/>
                  </a:cubicBezTo>
                  <a:cubicBezTo>
                    <a:pt x="231" y="364"/>
                    <a:pt x="243" y="376"/>
                    <a:pt x="243" y="390"/>
                  </a:cubicBezTo>
                  <a:close/>
                  <a:moveTo>
                    <a:pt x="657" y="1075"/>
                  </a:moveTo>
                  <a:cubicBezTo>
                    <a:pt x="645" y="1075"/>
                    <a:pt x="635" y="1085"/>
                    <a:pt x="635" y="1097"/>
                  </a:cubicBezTo>
                  <a:cubicBezTo>
                    <a:pt x="635" y="1218"/>
                    <a:pt x="635" y="1218"/>
                    <a:pt x="635" y="1218"/>
                  </a:cubicBezTo>
                  <a:cubicBezTo>
                    <a:pt x="635" y="1231"/>
                    <a:pt x="645" y="1241"/>
                    <a:pt x="657" y="1241"/>
                  </a:cubicBezTo>
                  <a:cubicBezTo>
                    <a:pt x="670" y="1241"/>
                    <a:pt x="680" y="1231"/>
                    <a:pt x="680" y="1218"/>
                  </a:cubicBezTo>
                  <a:cubicBezTo>
                    <a:pt x="680" y="1097"/>
                    <a:pt x="680" y="1097"/>
                    <a:pt x="680" y="1097"/>
                  </a:cubicBezTo>
                  <a:cubicBezTo>
                    <a:pt x="680" y="1085"/>
                    <a:pt x="670" y="1075"/>
                    <a:pt x="657" y="1075"/>
                  </a:cubicBezTo>
                  <a:close/>
                  <a:moveTo>
                    <a:pt x="657" y="240"/>
                  </a:moveTo>
                  <a:cubicBezTo>
                    <a:pt x="670" y="240"/>
                    <a:pt x="680" y="229"/>
                    <a:pt x="680" y="217"/>
                  </a:cubicBezTo>
                  <a:cubicBezTo>
                    <a:pt x="680" y="96"/>
                    <a:pt x="680" y="96"/>
                    <a:pt x="680" y="96"/>
                  </a:cubicBezTo>
                  <a:cubicBezTo>
                    <a:pt x="680" y="83"/>
                    <a:pt x="670" y="73"/>
                    <a:pt x="657" y="73"/>
                  </a:cubicBezTo>
                  <a:cubicBezTo>
                    <a:pt x="645" y="73"/>
                    <a:pt x="635" y="83"/>
                    <a:pt x="635" y="96"/>
                  </a:cubicBezTo>
                  <a:cubicBezTo>
                    <a:pt x="635" y="217"/>
                    <a:pt x="635" y="217"/>
                    <a:pt x="635" y="217"/>
                  </a:cubicBezTo>
                  <a:cubicBezTo>
                    <a:pt x="635" y="229"/>
                    <a:pt x="645" y="240"/>
                    <a:pt x="657" y="240"/>
                  </a:cubicBezTo>
                  <a:close/>
                  <a:moveTo>
                    <a:pt x="1073" y="631"/>
                  </a:moveTo>
                  <a:cubicBezTo>
                    <a:pt x="1073" y="643"/>
                    <a:pt x="1083" y="653"/>
                    <a:pt x="1095" y="653"/>
                  </a:cubicBezTo>
                  <a:cubicBezTo>
                    <a:pt x="1216" y="653"/>
                    <a:pt x="1216" y="653"/>
                    <a:pt x="1216" y="653"/>
                  </a:cubicBezTo>
                  <a:cubicBezTo>
                    <a:pt x="1229" y="653"/>
                    <a:pt x="1239" y="643"/>
                    <a:pt x="1239" y="631"/>
                  </a:cubicBezTo>
                  <a:cubicBezTo>
                    <a:pt x="1239" y="618"/>
                    <a:pt x="1229" y="608"/>
                    <a:pt x="1216" y="608"/>
                  </a:cubicBezTo>
                  <a:cubicBezTo>
                    <a:pt x="1095" y="608"/>
                    <a:pt x="1095" y="608"/>
                    <a:pt x="1095" y="608"/>
                  </a:cubicBezTo>
                  <a:cubicBezTo>
                    <a:pt x="1083" y="608"/>
                    <a:pt x="1073" y="618"/>
                    <a:pt x="1073" y="631"/>
                  </a:cubicBezTo>
                  <a:close/>
                  <a:moveTo>
                    <a:pt x="973" y="653"/>
                  </a:moveTo>
                  <a:cubicBezTo>
                    <a:pt x="681" y="639"/>
                    <a:pt x="681" y="639"/>
                    <a:pt x="681" y="639"/>
                  </a:cubicBezTo>
                  <a:cubicBezTo>
                    <a:pt x="673" y="624"/>
                    <a:pt x="658" y="614"/>
                    <a:pt x="640" y="613"/>
                  </a:cubicBezTo>
                  <a:cubicBezTo>
                    <a:pt x="634" y="613"/>
                    <a:pt x="629" y="614"/>
                    <a:pt x="623" y="615"/>
                  </a:cubicBezTo>
                  <a:cubicBezTo>
                    <a:pt x="431" y="404"/>
                    <a:pt x="431" y="404"/>
                    <a:pt x="431" y="404"/>
                  </a:cubicBezTo>
                  <a:cubicBezTo>
                    <a:pt x="421" y="394"/>
                    <a:pt x="405" y="393"/>
                    <a:pt x="394" y="402"/>
                  </a:cubicBezTo>
                  <a:cubicBezTo>
                    <a:pt x="384" y="412"/>
                    <a:pt x="383" y="429"/>
                    <a:pt x="392" y="439"/>
                  </a:cubicBezTo>
                  <a:cubicBezTo>
                    <a:pt x="589" y="655"/>
                    <a:pt x="589" y="655"/>
                    <a:pt x="589" y="655"/>
                  </a:cubicBezTo>
                  <a:cubicBezTo>
                    <a:pt x="588" y="657"/>
                    <a:pt x="587" y="659"/>
                    <a:pt x="587" y="661"/>
                  </a:cubicBezTo>
                  <a:cubicBezTo>
                    <a:pt x="586" y="677"/>
                    <a:pt x="593" y="691"/>
                    <a:pt x="604" y="701"/>
                  </a:cubicBezTo>
                  <a:cubicBezTo>
                    <a:pt x="449" y="949"/>
                    <a:pt x="449" y="949"/>
                    <a:pt x="449" y="949"/>
                  </a:cubicBezTo>
                  <a:cubicBezTo>
                    <a:pt x="464" y="958"/>
                    <a:pt x="464" y="958"/>
                    <a:pt x="464" y="958"/>
                  </a:cubicBezTo>
                  <a:cubicBezTo>
                    <a:pt x="619" y="710"/>
                    <a:pt x="619" y="710"/>
                    <a:pt x="619" y="710"/>
                  </a:cubicBezTo>
                  <a:cubicBezTo>
                    <a:pt x="624" y="712"/>
                    <a:pt x="629" y="714"/>
                    <a:pt x="635" y="714"/>
                  </a:cubicBezTo>
                  <a:cubicBezTo>
                    <a:pt x="654" y="715"/>
                    <a:pt x="669" y="706"/>
                    <a:pt x="679" y="691"/>
                  </a:cubicBezTo>
                  <a:cubicBezTo>
                    <a:pt x="970" y="705"/>
                    <a:pt x="970" y="705"/>
                    <a:pt x="970" y="705"/>
                  </a:cubicBezTo>
                  <a:cubicBezTo>
                    <a:pt x="985" y="706"/>
                    <a:pt x="997" y="694"/>
                    <a:pt x="997" y="680"/>
                  </a:cubicBezTo>
                  <a:cubicBezTo>
                    <a:pt x="998" y="666"/>
                    <a:pt x="987" y="654"/>
                    <a:pt x="973" y="653"/>
                  </a:cubicBezTo>
                  <a:close/>
                </a:path>
              </a:pathLst>
            </a:custGeom>
            <a:solidFill>
              <a:srgbClr val="3448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08" name="Freeform 5"/>
          <p:cNvSpPr>
            <a:spLocks noEditPoints="1"/>
          </p:cNvSpPr>
          <p:nvPr/>
        </p:nvSpPr>
        <p:spPr bwMode="auto">
          <a:xfrm>
            <a:off x="3051213" y="5641331"/>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E7BE22"/>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9" name="Freeform 9"/>
          <p:cNvSpPr>
            <a:spLocks noEditPoints="1"/>
          </p:cNvSpPr>
          <p:nvPr/>
        </p:nvSpPr>
        <p:spPr bwMode="auto">
          <a:xfrm>
            <a:off x="3051213" y="3305799"/>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4BB56D"/>
          </a:solidFill>
          <a:ln>
            <a:noFill/>
          </a:ln>
        </p:spPr>
        <p:txBody>
          <a:bodyPr vert="horz" wrap="square" lIns="91440" tIns="45720" rIns="91440" bIns="45720" numCol="1" anchor="t" anchorCtr="0" compatLnSpc="1">
            <a:prstTxWarp prst="textNoShape">
              <a:avLst/>
            </a:prstTxWarp>
          </a:bodyPr>
          <a:lstStyle/>
          <a:p>
            <a:endParaRPr lang="zh-CN" altLang="en-US">
              <a:solidFill>
                <a:srgbClr val="B5D241"/>
              </a:solidFill>
            </a:endParaRPr>
          </a:p>
        </p:txBody>
      </p:sp>
      <p:sp>
        <p:nvSpPr>
          <p:cNvPr id="110" name="Freeform 10"/>
          <p:cNvSpPr>
            <a:spLocks noEditPoints="1"/>
          </p:cNvSpPr>
          <p:nvPr/>
        </p:nvSpPr>
        <p:spPr bwMode="auto">
          <a:xfrm>
            <a:off x="3051213" y="4474359"/>
            <a:ext cx="295275" cy="293688"/>
          </a:xfrm>
          <a:custGeom>
            <a:avLst/>
            <a:gdLst>
              <a:gd name="T0" fmla="*/ 74 w 147"/>
              <a:gd name="T1" fmla="*/ 146 h 146"/>
              <a:gd name="T2" fmla="*/ 0 w 147"/>
              <a:gd name="T3" fmla="*/ 73 h 146"/>
              <a:gd name="T4" fmla="*/ 74 w 147"/>
              <a:gd name="T5" fmla="*/ 0 h 146"/>
              <a:gd name="T6" fmla="*/ 147 w 147"/>
              <a:gd name="T7" fmla="*/ 73 h 146"/>
              <a:gd name="T8" fmla="*/ 74 w 147"/>
              <a:gd name="T9" fmla="*/ 146 h 146"/>
              <a:gd name="T10" fmla="*/ 74 w 147"/>
              <a:gd name="T11" fmla="*/ 16 h 146"/>
              <a:gd name="T12" fmla="*/ 16 w 147"/>
              <a:gd name="T13" fmla="*/ 73 h 146"/>
              <a:gd name="T14" fmla="*/ 74 w 147"/>
              <a:gd name="T15" fmla="*/ 130 h 146"/>
              <a:gd name="T16" fmla="*/ 131 w 147"/>
              <a:gd name="T17" fmla="*/ 73 h 146"/>
              <a:gd name="T18" fmla="*/ 74 w 147"/>
              <a:gd name="T19" fmla="*/ 1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6">
                <a:moveTo>
                  <a:pt x="74" y="146"/>
                </a:moveTo>
                <a:cubicBezTo>
                  <a:pt x="33" y="146"/>
                  <a:pt x="0" y="114"/>
                  <a:pt x="0" y="73"/>
                </a:cubicBezTo>
                <a:cubicBezTo>
                  <a:pt x="0" y="33"/>
                  <a:pt x="33" y="0"/>
                  <a:pt x="74" y="0"/>
                </a:cubicBezTo>
                <a:cubicBezTo>
                  <a:pt x="114" y="0"/>
                  <a:pt x="147" y="33"/>
                  <a:pt x="147" y="73"/>
                </a:cubicBezTo>
                <a:cubicBezTo>
                  <a:pt x="147" y="114"/>
                  <a:pt x="114" y="146"/>
                  <a:pt x="74" y="146"/>
                </a:cubicBezTo>
                <a:close/>
                <a:moveTo>
                  <a:pt x="74" y="16"/>
                </a:moveTo>
                <a:cubicBezTo>
                  <a:pt x="42" y="16"/>
                  <a:pt x="16" y="41"/>
                  <a:pt x="16" y="73"/>
                </a:cubicBezTo>
                <a:cubicBezTo>
                  <a:pt x="16" y="105"/>
                  <a:pt x="42" y="130"/>
                  <a:pt x="74" y="130"/>
                </a:cubicBezTo>
                <a:cubicBezTo>
                  <a:pt x="106" y="130"/>
                  <a:pt x="131" y="105"/>
                  <a:pt x="131" y="73"/>
                </a:cubicBezTo>
                <a:cubicBezTo>
                  <a:pt x="131" y="41"/>
                  <a:pt x="106" y="16"/>
                  <a:pt x="74" y="16"/>
                </a:cubicBezTo>
                <a:close/>
              </a:path>
            </a:pathLst>
          </a:custGeom>
          <a:solidFill>
            <a:srgbClr val="21998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1" name="文本框 110"/>
          <p:cNvSpPr txBox="1"/>
          <p:nvPr/>
        </p:nvSpPr>
        <p:spPr>
          <a:xfrm>
            <a:off x="242908" y="3185576"/>
            <a:ext cx="2856518" cy="830997"/>
          </a:xfrm>
          <a:prstGeom prst="rect">
            <a:avLst/>
          </a:prstGeom>
          <a:noFill/>
        </p:spPr>
        <p:txBody>
          <a:bodyPr wrap="square" rtlCol="0">
            <a:spAutoFit/>
          </a:bodyPr>
          <a:lstStyle/>
          <a:p>
            <a:pPr algn="r">
              <a:lnSpc>
                <a:spcPct val="120000"/>
              </a:lnSpc>
            </a:pPr>
            <a:r>
              <a:rPr lang="zh-CN" altLang="en-US" sz="2400" b="1" dirty="0">
                <a:solidFill>
                  <a:srgbClr val="4BB56D"/>
                </a:solidFill>
              </a:rPr>
              <a:t>添加标题</a:t>
            </a:r>
            <a:endParaRPr lang="en-US" altLang="zh-CN" sz="2400" b="1" dirty="0">
              <a:solidFill>
                <a:srgbClr val="4BB56D"/>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12" name="文本框 111"/>
          <p:cNvSpPr txBox="1"/>
          <p:nvPr/>
        </p:nvSpPr>
        <p:spPr>
          <a:xfrm>
            <a:off x="242908" y="4340707"/>
            <a:ext cx="2856518" cy="830997"/>
          </a:xfrm>
          <a:prstGeom prst="rect">
            <a:avLst/>
          </a:prstGeom>
          <a:noFill/>
        </p:spPr>
        <p:txBody>
          <a:bodyPr wrap="square" rtlCol="0">
            <a:spAutoFit/>
          </a:bodyPr>
          <a:lstStyle/>
          <a:p>
            <a:pPr algn="r">
              <a:lnSpc>
                <a:spcPct val="120000"/>
              </a:lnSpc>
            </a:pPr>
            <a:r>
              <a:rPr lang="zh-CN" altLang="en-US" sz="2400" b="1" dirty="0">
                <a:solidFill>
                  <a:srgbClr val="219980"/>
                </a:solidFill>
              </a:rPr>
              <a:t>添加标题</a:t>
            </a:r>
            <a:endParaRPr lang="en-US" altLang="zh-CN" sz="2400" b="1" dirty="0">
              <a:solidFill>
                <a:srgbClr val="219980"/>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13" name="文本框 112"/>
          <p:cNvSpPr txBox="1"/>
          <p:nvPr/>
        </p:nvSpPr>
        <p:spPr>
          <a:xfrm>
            <a:off x="242908" y="5495838"/>
            <a:ext cx="2856518" cy="830997"/>
          </a:xfrm>
          <a:prstGeom prst="rect">
            <a:avLst/>
          </a:prstGeom>
          <a:noFill/>
        </p:spPr>
        <p:txBody>
          <a:bodyPr wrap="square" rtlCol="0">
            <a:spAutoFit/>
          </a:bodyPr>
          <a:lstStyle/>
          <a:p>
            <a:pPr algn="r">
              <a:lnSpc>
                <a:spcPct val="120000"/>
              </a:lnSpc>
            </a:pPr>
            <a:r>
              <a:rPr lang="zh-CN" altLang="en-US" sz="2400" b="1" dirty="0">
                <a:solidFill>
                  <a:srgbClr val="E7BE22"/>
                </a:solidFill>
              </a:rPr>
              <a:t>添加标题</a:t>
            </a:r>
            <a:endParaRPr lang="en-US" altLang="zh-CN" sz="2400" b="1" dirty="0">
              <a:solidFill>
                <a:srgbClr val="E7BE22"/>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14" name="Freeform 9"/>
          <p:cNvSpPr>
            <a:spLocks noEditPoints="1"/>
          </p:cNvSpPr>
          <p:nvPr/>
        </p:nvSpPr>
        <p:spPr bwMode="auto">
          <a:xfrm>
            <a:off x="3051213" y="2108464"/>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3A8FCB"/>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5" name="文本框 114"/>
          <p:cNvSpPr txBox="1"/>
          <p:nvPr/>
        </p:nvSpPr>
        <p:spPr>
          <a:xfrm>
            <a:off x="242908" y="1988241"/>
            <a:ext cx="2856518" cy="830997"/>
          </a:xfrm>
          <a:prstGeom prst="rect">
            <a:avLst/>
          </a:prstGeom>
          <a:noFill/>
        </p:spPr>
        <p:txBody>
          <a:bodyPr wrap="square" rtlCol="0">
            <a:spAutoFit/>
          </a:bodyPr>
          <a:lstStyle/>
          <a:p>
            <a:pPr algn="r">
              <a:lnSpc>
                <a:spcPct val="120000"/>
              </a:lnSpc>
            </a:pPr>
            <a:r>
              <a:rPr lang="zh-CN" altLang="en-US" sz="2400" b="1" dirty="0">
                <a:solidFill>
                  <a:srgbClr val="3A8FCB"/>
                </a:solidFill>
              </a:rPr>
              <a:t>添加标题</a:t>
            </a:r>
            <a:endParaRPr lang="en-US" altLang="zh-CN" sz="2400" b="1" dirty="0">
              <a:solidFill>
                <a:srgbClr val="3A8FCB"/>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16" name="文本框 115"/>
          <p:cNvSpPr txBox="1"/>
          <p:nvPr/>
        </p:nvSpPr>
        <p:spPr>
          <a:xfrm>
            <a:off x="9061417" y="4340707"/>
            <a:ext cx="2856518" cy="830997"/>
          </a:xfrm>
          <a:prstGeom prst="rect">
            <a:avLst/>
          </a:prstGeom>
          <a:noFill/>
        </p:spPr>
        <p:txBody>
          <a:bodyPr wrap="square" rtlCol="0">
            <a:spAutoFit/>
          </a:bodyPr>
          <a:lstStyle/>
          <a:p>
            <a:pPr>
              <a:lnSpc>
                <a:spcPct val="120000"/>
              </a:lnSpc>
            </a:pPr>
            <a:r>
              <a:rPr lang="zh-CN" altLang="en-US" sz="2400" b="1" dirty="0">
                <a:solidFill>
                  <a:srgbClr val="C95419"/>
                </a:solidFill>
              </a:rPr>
              <a:t>添加标题</a:t>
            </a:r>
            <a:endParaRPr lang="en-US" altLang="zh-CN" sz="2400" b="1" dirty="0">
              <a:solidFill>
                <a:srgbClr val="C95419"/>
              </a:solidFill>
            </a:endParaRPr>
          </a:p>
          <a:p>
            <a:pPr>
              <a:lnSpc>
                <a:spcPct val="120000"/>
              </a:lnSpc>
            </a:pPr>
            <a:r>
              <a:rPr lang="zh-CN" altLang="en-US" sz="1600" dirty="0">
                <a:solidFill>
                  <a:schemeClr val="tx1">
                    <a:lumMod val="65000"/>
                    <a:lumOff val="35000"/>
                  </a:schemeClr>
                </a:solidFill>
              </a:rPr>
              <a:t>添加内容添加内容</a:t>
            </a:r>
          </a:p>
        </p:txBody>
      </p:sp>
      <p:sp>
        <p:nvSpPr>
          <p:cNvPr id="117" name="文本框 116"/>
          <p:cNvSpPr txBox="1"/>
          <p:nvPr/>
        </p:nvSpPr>
        <p:spPr>
          <a:xfrm>
            <a:off x="9061417" y="3185576"/>
            <a:ext cx="2856518" cy="830997"/>
          </a:xfrm>
          <a:prstGeom prst="rect">
            <a:avLst/>
          </a:prstGeom>
          <a:noFill/>
        </p:spPr>
        <p:txBody>
          <a:bodyPr wrap="square" rtlCol="0">
            <a:spAutoFit/>
          </a:bodyPr>
          <a:lstStyle/>
          <a:p>
            <a:pPr>
              <a:lnSpc>
                <a:spcPct val="120000"/>
              </a:lnSpc>
            </a:pPr>
            <a:r>
              <a:rPr lang="zh-CN" altLang="en-US" sz="2400" b="1" dirty="0">
                <a:solidFill>
                  <a:srgbClr val="DA4D3C"/>
                </a:solidFill>
              </a:rPr>
              <a:t>添加标题</a:t>
            </a:r>
            <a:endParaRPr lang="en-US" altLang="zh-CN" sz="2400" b="1" dirty="0">
              <a:solidFill>
                <a:srgbClr val="DA4D3C"/>
              </a:solidFill>
            </a:endParaRPr>
          </a:p>
          <a:p>
            <a:pPr>
              <a:lnSpc>
                <a:spcPct val="120000"/>
              </a:lnSpc>
            </a:pPr>
            <a:r>
              <a:rPr lang="zh-CN" altLang="en-US" sz="1600" dirty="0">
                <a:solidFill>
                  <a:schemeClr val="tx1">
                    <a:lumMod val="65000"/>
                    <a:lumOff val="35000"/>
                  </a:schemeClr>
                </a:solidFill>
              </a:rPr>
              <a:t>添加内容添加内容</a:t>
            </a:r>
          </a:p>
        </p:txBody>
      </p:sp>
      <p:sp>
        <p:nvSpPr>
          <p:cNvPr id="118" name="文本框 117"/>
          <p:cNvSpPr txBox="1"/>
          <p:nvPr/>
        </p:nvSpPr>
        <p:spPr>
          <a:xfrm>
            <a:off x="9061417" y="5495838"/>
            <a:ext cx="2856518" cy="830997"/>
          </a:xfrm>
          <a:prstGeom prst="rect">
            <a:avLst/>
          </a:prstGeom>
          <a:noFill/>
        </p:spPr>
        <p:txBody>
          <a:bodyPr wrap="square" rtlCol="0">
            <a:spAutoFit/>
          </a:bodyPr>
          <a:lstStyle/>
          <a:p>
            <a:pPr>
              <a:lnSpc>
                <a:spcPct val="120000"/>
              </a:lnSpc>
            </a:pPr>
            <a:r>
              <a:rPr lang="zh-CN" altLang="en-US" sz="2400" b="1" dirty="0">
                <a:solidFill>
                  <a:srgbClr val="EA981E"/>
                </a:solidFill>
              </a:rPr>
              <a:t>添加标题</a:t>
            </a:r>
            <a:endParaRPr lang="en-US" altLang="zh-CN" sz="2400" b="1" dirty="0">
              <a:solidFill>
                <a:srgbClr val="EA981E"/>
              </a:solidFill>
            </a:endParaRPr>
          </a:p>
          <a:p>
            <a:pPr>
              <a:lnSpc>
                <a:spcPct val="120000"/>
              </a:lnSpc>
            </a:pPr>
            <a:r>
              <a:rPr lang="zh-CN" altLang="en-US" sz="1600" dirty="0">
                <a:solidFill>
                  <a:schemeClr val="tx1">
                    <a:lumMod val="65000"/>
                    <a:lumOff val="35000"/>
                  </a:schemeClr>
                </a:solidFill>
              </a:rPr>
              <a:t>添加内容添加内容</a:t>
            </a:r>
          </a:p>
        </p:txBody>
      </p:sp>
      <p:sp>
        <p:nvSpPr>
          <p:cNvPr id="119" name="Freeform 5"/>
          <p:cNvSpPr>
            <a:spLocks noEditPoints="1"/>
          </p:cNvSpPr>
          <p:nvPr/>
        </p:nvSpPr>
        <p:spPr bwMode="auto">
          <a:xfrm>
            <a:off x="8800783" y="5641331"/>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EA981E"/>
          </a:solidFill>
          <a:ln>
            <a:noFill/>
          </a:ln>
        </p:spPr>
        <p:txBody>
          <a:bodyPr vert="horz" wrap="square" lIns="91440" tIns="45720" rIns="91440" bIns="45720" numCol="1" anchor="t" anchorCtr="0" compatLnSpc="1">
            <a:prstTxWarp prst="textNoShape">
              <a:avLst/>
            </a:prstTxWarp>
          </a:bodyPr>
          <a:lstStyle/>
          <a:p>
            <a:endParaRPr lang="zh-CN" altLang="en-US">
              <a:solidFill>
                <a:srgbClr val="1F65B1"/>
              </a:solidFill>
            </a:endParaRPr>
          </a:p>
        </p:txBody>
      </p:sp>
      <p:sp>
        <p:nvSpPr>
          <p:cNvPr id="120" name="Freeform 9"/>
          <p:cNvSpPr>
            <a:spLocks noEditPoints="1"/>
          </p:cNvSpPr>
          <p:nvPr/>
        </p:nvSpPr>
        <p:spPr bwMode="auto">
          <a:xfrm>
            <a:off x="8800783" y="3305799"/>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DA4D3C"/>
          </a:solidFill>
          <a:ln>
            <a:noFill/>
          </a:ln>
        </p:spPr>
        <p:txBody>
          <a:bodyPr vert="horz" wrap="square" lIns="91440" tIns="45720" rIns="91440" bIns="45720" numCol="1" anchor="t" anchorCtr="0" compatLnSpc="1">
            <a:prstTxWarp prst="textNoShape">
              <a:avLst/>
            </a:prstTxWarp>
          </a:bodyPr>
          <a:lstStyle/>
          <a:p>
            <a:endParaRPr lang="zh-CN" altLang="en-US">
              <a:solidFill>
                <a:srgbClr val="B32887"/>
              </a:solidFill>
            </a:endParaRPr>
          </a:p>
        </p:txBody>
      </p:sp>
      <p:sp>
        <p:nvSpPr>
          <p:cNvPr id="121" name="Freeform 10"/>
          <p:cNvSpPr>
            <a:spLocks noEditPoints="1"/>
          </p:cNvSpPr>
          <p:nvPr/>
        </p:nvSpPr>
        <p:spPr bwMode="auto">
          <a:xfrm>
            <a:off x="8800783" y="4474359"/>
            <a:ext cx="295275" cy="293688"/>
          </a:xfrm>
          <a:custGeom>
            <a:avLst/>
            <a:gdLst>
              <a:gd name="T0" fmla="*/ 74 w 147"/>
              <a:gd name="T1" fmla="*/ 146 h 146"/>
              <a:gd name="T2" fmla="*/ 0 w 147"/>
              <a:gd name="T3" fmla="*/ 73 h 146"/>
              <a:gd name="T4" fmla="*/ 74 w 147"/>
              <a:gd name="T5" fmla="*/ 0 h 146"/>
              <a:gd name="T6" fmla="*/ 147 w 147"/>
              <a:gd name="T7" fmla="*/ 73 h 146"/>
              <a:gd name="T8" fmla="*/ 74 w 147"/>
              <a:gd name="T9" fmla="*/ 146 h 146"/>
              <a:gd name="T10" fmla="*/ 74 w 147"/>
              <a:gd name="T11" fmla="*/ 16 h 146"/>
              <a:gd name="T12" fmla="*/ 16 w 147"/>
              <a:gd name="T13" fmla="*/ 73 h 146"/>
              <a:gd name="T14" fmla="*/ 74 w 147"/>
              <a:gd name="T15" fmla="*/ 130 h 146"/>
              <a:gd name="T16" fmla="*/ 131 w 147"/>
              <a:gd name="T17" fmla="*/ 73 h 146"/>
              <a:gd name="T18" fmla="*/ 74 w 147"/>
              <a:gd name="T19" fmla="*/ 1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6">
                <a:moveTo>
                  <a:pt x="74" y="146"/>
                </a:moveTo>
                <a:cubicBezTo>
                  <a:pt x="33" y="146"/>
                  <a:pt x="0" y="114"/>
                  <a:pt x="0" y="73"/>
                </a:cubicBezTo>
                <a:cubicBezTo>
                  <a:pt x="0" y="33"/>
                  <a:pt x="33" y="0"/>
                  <a:pt x="74" y="0"/>
                </a:cubicBezTo>
                <a:cubicBezTo>
                  <a:pt x="114" y="0"/>
                  <a:pt x="147" y="33"/>
                  <a:pt x="147" y="73"/>
                </a:cubicBezTo>
                <a:cubicBezTo>
                  <a:pt x="147" y="114"/>
                  <a:pt x="114" y="146"/>
                  <a:pt x="74" y="146"/>
                </a:cubicBezTo>
                <a:close/>
                <a:moveTo>
                  <a:pt x="74" y="16"/>
                </a:moveTo>
                <a:cubicBezTo>
                  <a:pt x="42" y="16"/>
                  <a:pt x="16" y="41"/>
                  <a:pt x="16" y="73"/>
                </a:cubicBezTo>
                <a:cubicBezTo>
                  <a:pt x="16" y="105"/>
                  <a:pt x="42" y="130"/>
                  <a:pt x="74" y="130"/>
                </a:cubicBezTo>
                <a:cubicBezTo>
                  <a:pt x="106" y="130"/>
                  <a:pt x="131" y="105"/>
                  <a:pt x="131" y="73"/>
                </a:cubicBezTo>
                <a:cubicBezTo>
                  <a:pt x="131" y="41"/>
                  <a:pt x="106" y="16"/>
                  <a:pt x="74" y="16"/>
                </a:cubicBezTo>
                <a:close/>
              </a:path>
            </a:pathLst>
          </a:custGeom>
          <a:solidFill>
            <a:srgbClr val="C95419"/>
          </a:solidFill>
          <a:ln>
            <a:noFill/>
          </a:ln>
        </p:spPr>
        <p:txBody>
          <a:bodyPr vert="horz" wrap="square" lIns="91440" tIns="45720" rIns="91440" bIns="45720" numCol="1" anchor="t" anchorCtr="0" compatLnSpc="1">
            <a:prstTxWarp prst="textNoShape">
              <a:avLst/>
            </a:prstTxWarp>
          </a:bodyPr>
          <a:lstStyle/>
          <a:p>
            <a:endParaRPr lang="zh-CN" altLang="en-US">
              <a:solidFill>
                <a:srgbClr val="564E9C"/>
              </a:solidFill>
            </a:endParaRPr>
          </a:p>
        </p:txBody>
      </p:sp>
      <p:sp>
        <p:nvSpPr>
          <p:cNvPr id="122" name="文本框 121"/>
          <p:cNvSpPr txBox="1"/>
          <p:nvPr/>
        </p:nvSpPr>
        <p:spPr>
          <a:xfrm>
            <a:off x="9061417" y="1988241"/>
            <a:ext cx="2856518" cy="830997"/>
          </a:xfrm>
          <a:prstGeom prst="rect">
            <a:avLst/>
          </a:prstGeom>
          <a:noFill/>
        </p:spPr>
        <p:txBody>
          <a:bodyPr wrap="square" rtlCol="0">
            <a:spAutoFit/>
          </a:bodyPr>
          <a:lstStyle/>
          <a:p>
            <a:pPr>
              <a:lnSpc>
                <a:spcPct val="120000"/>
              </a:lnSpc>
            </a:pPr>
            <a:r>
              <a:rPr lang="zh-CN" altLang="en-US" sz="2400" b="1" dirty="0">
                <a:solidFill>
                  <a:srgbClr val="8F58A0"/>
                </a:solidFill>
              </a:rPr>
              <a:t>添加标题</a:t>
            </a:r>
            <a:endParaRPr lang="en-US" altLang="zh-CN" sz="2400" b="1" dirty="0">
              <a:solidFill>
                <a:srgbClr val="8F58A0"/>
              </a:solidFill>
            </a:endParaRPr>
          </a:p>
          <a:p>
            <a:pPr>
              <a:lnSpc>
                <a:spcPct val="120000"/>
              </a:lnSpc>
            </a:pPr>
            <a:r>
              <a:rPr lang="zh-CN" altLang="en-US" sz="1600" dirty="0">
                <a:solidFill>
                  <a:schemeClr val="tx1">
                    <a:lumMod val="65000"/>
                    <a:lumOff val="35000"/>
                  </a:schemeClr>
                </a:solidFill>
              </a:rPr>
              <a:t>添加内容添加内容</a:t>
            </a:r>
          </a:p>
        </p:txBody>
      </p:sp>
      <p:sp>
        <p:nvSpPr>
          <p:cNvPr id="123" name="Freeform 9"/>
          <p:cNvSpPr>
            <a:spLocks noEditPoints="1"/>
          </p:cNvSpPr>
          <p:nvPr/>
        </p:nvSpPr>
        <p:spPr bwMode="auto">
          <a:xfrm>
            <a:off x="8800783" y="2108464"/>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8F58A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4" name="文本框 123"/>
          <p:cNvSpPr txBox="1"/>
          <p:nvPr/>
        </p:nvSpPr>
        <p:spPr>
          <a:xfrm>
            <a:off x="4139317" y="1058393"/>
            <a:ext cx="3913366"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125" name="Rectangle 58"/>
          <p:cNvSpPr/>
          <p:nvPr/>
        </p:nvSpPr>
        <p:spPr>
          <a:xfrm>
            <a:off x="3614043" y="1478661"/>
            <a:ext cx="4963915"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单击此处添加副标题</a:t>
            </a:r>
          </a:p>
        </p:txBody>
      </p:sp>
      <p:sp>
        <p:nvSpPr>
          <p:cNvPr id="126"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八项并列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2059648501"/>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Freeform 9"/>
          <p:cNvSpPr>
            <a:spLocks/>
          </p:cNvSpPr>
          <p:nvPr/>
        </p:nvSpPr>
        <p:spPr bwMode="auto">
          <a:xfrm>
            <a:off x="3957524" y="2033498"/>
            <a:ext cx="2134364" cy="2094427"/>
          </a:xfrm>
          <a:custGeom>
            <a:avLst/>
            <a:gdLst>
              <a:gd name="T0" fmla="*/ 0 w 1202"/>
              <a:gd name="T1" fmla="*/ 1179 h 1179"/>
              <a:gd name="T2" fmla="*/ 1202 w 1202"/>
              <a:gd name="T3" fmla="*/ 0 h 1179"/>
              <a:gd name="T4" fmla="*/ 1202 w 1202"/>
              <a:gd name="T5" fmla="*/ 1179 h 1179"/>
              <a:gd name="T6" fmla="*/ 0 w 1202"/>
              <a:gd name="T7" fmla="*/ 1179 h 1179"/>
            </a:gdLst>
            <a:ahLst/>
            <a:cxnLst>
              <a:cxn ang="0">
                <a:pos x="T0" y="T1"/>
              </a:cxn>
              <a:cxn ang="0">
                <a:pos x="T2" y="T3"/>
              </a:cxn>
              <a:cxn ang="0">
                <a:pos x="T4" y="T5"/>
              </a:cxn>
              <a:cxn ang="0">
                <a:pos x="T6" y="T7"/>
              </a:cxn>
            </a:cxnLst>
            <a:rect l="0" t="0" r="r" b="b"/>
            <a:pathLst>
              <a:path w="1202" h="1179">
                <a:moveTo>
                  <a:pt x="0" y="1179"/>
                </a:moveTo>
                <a:cubicBezTo>
                  <a:pt x="14" y="523"/>
                  <a:pt x="546" y="0"/>
                  <a:pt x="1202" y="0"/>
                </a:cubicBezTo>
                <a:cubicBezTo>
                  <a:pt x="1202" y="1179"/>
                  <a:pt x="1202" y="1179"/>
                  <a:pt x="1202" y="1179"/>
                </a:cubicBezTo>
                <a:lnTo>
                  <a:pt x="0" y="1179"/>
                </a:lnTo>
                <a:close/>
              </a:path>
            </a:pathLst>
          </a:custGeom>
          <a:solidFill>
            <a:srgbClr val="3A8F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 name="Freeform 5"/>
          <p:cNvSpPr>
            <a:spLocks/>
          </p:cNvSpPr>
          <p:nvPr/>
        </p:nvSpPr>
        <p:spPr bwMode="auto">
          <a:xfrm>
            <a:off x="6091889" y="2033498"/>
            <a:ext cx="2142588" cy="2094427"/>
          </a:xfrm>
          <a:custGeom>
            <a:avLst/>
            <a:gdLst>
              <a:gd name="T0" fmla="*/ 1206 w 1206"/>
              <a:gd name="T1" fmla="*/ 1179 h 1179"/>
              <a:gd name="T2" fmla="*/ 0 w 1206"/>
              <a:gd name="T3" fmla="*/ 0 h 1179"/>
              <a:gd name="T4" fmla="*/ 0 w 1206"/>
              <a:gd name="T5" fmla="*/ 1179 h 1179"/>
              <a:gd name="T6" fmla="*/ 1206 w 1206"/>
              <a:gd name="T7" fmla="*/ 1179 h 1179"/>
            </a:gdLst>
            <a:ahLst/>
            <a:cxnLst>
              <a:cxn ang="0">
                <a:pos x="T0" y="T1"/>
              </a:cxn>
              <a:cxn ang="0">
                <a:pos x="T2" y="T3"/>
              </a:cxn>
              <a:cxn ang="0">
                <a:pos x="T4" y="T5"/>
              </a:cxn>
              <a:cxn ang="0">
                <a:pos x="T6" y="T7"/>
              </a:cxn>
            </a:cxnLst>
            <a:rect l="0" t="0" r="r" b="b"/>
            <a:pathLst>
              <a:path w="1206" h="1179">
                <a:moveTo>
                  <a:pt x="1206" y="1179"/>
                </a:moveTo>
                <a:cubicBezTo>
                  <a:pt x="1192" y="523"/>
                  <a:pt x="660" y="0"/>
                  <a:pt x="0" y="0"/>
                </a:cubicBezTo>
                <a:cubicBezTo>
                  <a:pt x="0" y="1179"/>
                  <a:pt x="0" y="1179"/>
                  <a:pt x="0" y="1179"/>
                </a:cubicBezTo>
                <a:lnTo>
                  <a:pt x="1206" y="1179"/>
                </a:lnTo>
                <a:close/>
              </a:path>
            </a:pathLst>
          </a:custGeom>
          <a:solidFill>
            <a:srgbClr val="8F58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Freeform 6"/>
          <p:cNvSpPr>
            <a:spLocks/>
          </p:cNvSpPr>
          <p:nvPr/>
        </p:nvSpPr>
        <p:spPr bwMode="auto">
          <a:xfrm>
            <a:off x="6091889" y="4127925"/>
            <a:ext cx="2146111" cy="2181352"/>
          </a:xfrm>
          <a:custGeom>
            <a:avLst/>
            <a:gdLst>
              <a:gd name="T0" fmla="*/ 1208 w 1208"/>
              <a:gd name="T1" fmla="*/ 16 h 1228"/>
              <a:gd name="T2" fmla="*/ 1206 w 1208"/>
              <a:gd name="T3" fmla="*/ 0 h 1228"/>
              <a:gd name="T4" fmla="*/ 0 w 1208"/>
              <a:gd name="T5" fmla="*/ 0 h 1228"/>
              <a:gd name="T6" fmla="*/ 0 w 1208"/>
              <a:gd name="T7" fmla="*/ 1228 h 1228"/>
              <a:gd name="T8" fmla="*/ 11 w 1208"/>
              <a:gd name="T9" fmla="*/ 1228 h 1228"/>
              <a:gd name="T10" fmla="*/ 1208 w 1208"/>
              <a:gd name="T11" fmla="*/ 35 h 1228"/>
              <a:gd name="T12" fmla="*/ 1208 w 1208"/>
              <a:gd name="T13" fmla="*/ 16 h 1228"/>
            </a:gdLst>
            <a:ahLst/>
            <a:cxnLst>
              <a:cxn ang="0">
                <a:pos x="T0" y="T1"/>
              </a:cxn>
              <a:cxn ang="0">
                <a:pos x="T2" y="T3"/>
              </a:cxn>
              <a:cxn ang="0">
                <a:pos x="T4" y="T5"/>
              </a:cxn>
              <a:cxn ang="0">
                <a:pos x="T6" y="T7"/>
              </a:cxn>
              <a:cxn ang="0">
                <a:pos x="T8" y="T9"/>
              </a:cxn>
              <a:cxn ang="0">
                <a:pos x="T10" y="T11"/>
              </a:cxn>
              <a:cxn ang="0">
                <a:pos x="T12" y="T13"/>
              </a:cxn>
            </a:cxnLst>
            <a:rect l="0" t="0" r="r" b="b"/>
            <a:pathLst>
              <a:path w="1208" h="1228">
                <a:moveTo>
                  <a:pt x="1208" y="16"/>
                </a:moveTo>
                <a:cubicBezTo>
                  <a:pt x="1208" y="10"/>
                  <a:pt x="1206" y="4"/>
                  <a:pt x="1206" y="0"/>
                </a:cubicBezTo>
                <a:cubicBezTo>
                  <a:pt x="0" y="0"/>
                  <a:pt x="0" y="0"/>
                  <a:pt x="0" y="0"/>
                </a:cubicBezTo>
                <a:cubicBezTo>
                  <a:pt x="0" y="1228"/>
                  <a:pt x="0" y="1228"/>
                  <a:pt x="0" y="1228"/>
                </a:cubicBezTo>
                <a:cubicBezTo>
                  <a:pt x="11" y="1228"/>
                  <a:pt x="11" y="1228"/>
                  <a:pt x="11" y="1228"/>
                </a:cubicBezTo>
                <a:cubicBezTo>
                  <a:pt x="669" y="1224"/>
                  <a:pt x="1200" y="692"/>
                  <a:pt x="1208" y="35"/>
                </a:cubicBezTo>
                <a:lnTo>
                  <a:pt x="1208" y="16"/>
                </a:lnTo>
                <a:close/>
              </a:path>
            </a:pathLst>
          </a:custGeom>
          <a:solidFill>
            <a:srgbClr val="EA98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 name="Freeform 7"/>
          <p:cNvSpPr>
            <a:spLocks/>
          </p:cNvSpPr>
          <p:nvPr/>
        </p:nvSpPr>
        <p:spPr bwMode="auto">
          <a:xfrm>
            <a:off x="6096588" y="2656070"/>
            <a:ext cx="2137889" cy="1471855"/>
          </a:xfrm>
          <a:custGeom>
            <a:avLst/>
            <a:gdLst>
              <a:gd name="T0" fmla="*/ 0 w 1204"/>
              <a:gd name="T1" fmla="*/ 829 h 829"/>
              <a:gd name="T2" fmla="*/ 1204 w 1204"/>
              <a:gd name="T3" fmla="*/ 829 h 829"/>
              <a:gd name="T4" fmla="*/ 848 w 1204"/>
              <a:gd name="T5" fmla="*/ 0 h 829"/>
              <a:gd name="T6" fmla="*/ 0 w 1204"/>
              <a:gd name="T7" fmla="*/ 829 h 829"/>
            </a:gdLst>
            <a:ahLst/>
            <a:cxnLst>
              <a:cxn ang="0">
                <a:pos x="T0" y="T1"/>
              </a:cxn>
              <a:cxn ang="0">
                <a:pos x="T2" y="T3"/>
              </a:cxn>
              <a:cxn ang="0">
                <a:pos x="T4" y="T5"/>
              </a:cxn>
              <a:cxn ang="0">
                <a:pos x="T6" y="T7"/>
              </a:cxn>
            </a:cxnLst>
            <a:rect l="0" t="0" r="r" b="b"/>
            <a:pathLst>
              <a:path w="1204" h="829">
                <a:moveTo>
                  <a:pt x="0" y="829"/>
                </a:moveTo>
                <a:cubicBezTo>
                  <a:pt x="1204" y="829"/>
                  <a:pt x="1204" y="829"/>
                  <a:pt x="1204" y="829"/>
                </a:cubicBezTo>
                <a:cubicBezTo>
                  <a:pt x="1197" y="505"/>
                  <a:pt x="1062" y="212"/>
                  <a:pt x="848" y="0"/>
                </a:cubicBezTo>
                <a:lnTo>
                  <a:pt x="0" y="829"/>
                </a:lnTo>
                <a:close/>
              </a:path>
            </a:pathLst>
          </a:custGeom>
          <a:solidFill>
            <a:srgbClr val="DA4D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Freeform 8"/>
          <p:cNvSpPr>
            <a:spLocks/>
          </p:cNvSpPr>
          <p:nvPr/>
        </p:nvSpPr>
        <p:spPr bwMode="auto">
          <a:xfrm>
            <a:off x="6096588" y="4127925"/>
            <a:ext cx="2141412" cy="1552906"/>
          </a:xfrm>
          <a:custGeom>
            <a:avLst/>
            <a:gdLst>
              <a:gd name="T0" fmla="*/ 0 w 1206"/>
              <a:gd name="T1" fmla="*/ 0 h 874"/>
              <a:gd name="T2" fmla="*/ 856 w 1206"/>
              <a:gd name="T3" fmla="*/ 874 h 874"/>
              <a:gd name="T4" fmla="*/ 1206 w 1206"/>
              <a:gd name="T5" fmla="*/ 35 h 874"/>
              <a:gd name="T6" fmla="*/ 1206 w 1206"/>
              <a:gd name="T7" fmla="*/ 16 h 874"/>
              <a:gd name="T8" fmla="*/ 1204 w 1206"/>
              <a:gd name="T9" fmla="*/ 0 h 874"/>
              <a:gd name="T10" fmla="*/ 0 w 1206"/>
              <a:gd name="T11" fmla="*/ 0 h 874"/>
            </a:gdLst>
            <a:ahLst/>
            <a:cxnLst>
              <a:cxn ang="0">
                <a:pos x="T0" y="T1"/>
              </a:cxn>
              <a:cxn ang="0">
                <a:pos x="T2" y="T3"/>
              </a:cxn>
              <a:cxn ang="0">
                <a:pos x="T4" y="T5"/>
              </a:cxn>
              <a:cxn ang="0">
                <a:pos x="T6" y="T7"/>
              </a:cxn>
              <a:cxn ang="0">
                <a:pos x="T8" y="T9"/>
              </a:cxn>
              <a:cxn ang="0">
                <a:pos x="T10" y="T11"/>
              </a:cxn>
            </a:cxnLst>
            <a:rect l="0" t="0" r="r" b="b"/>
            <a:pathLst>
              <a:path w="1206" h="874">
                <a:moveTo>
                  <a:pt x="0" y="0"/>
                </a:moveTo>
                <a:cubicBezTo>
                  <a:pt x="856" y="874"/>
                  <a:pt x="856" y="874"/>
                  <a:pt x="856" y="874"/>
                </a:cubicBezTo>
                <a:cubicBezTo>
                  <a:pt x="1070" y="658"/>
                  <a:pt x="1202" y="362"/>
                  <a:pt x="1206" y="35"/>
                </a:cubicBezTo>
                <a:cubicBezTo>
                  <a:pt x="1206" y="16"/>
                  <a:pt x="1206" y="16"/>
                  <a:pt x="1206" y="16"/>
                </a:cubicBezTo>
                <a:cubicBezTo>
                  <a:pt x="1206" y="10"/>
                  <a:pt x="1204" y="4"/>
                  <a:pt x="1204" y="0"/>
                </a:cubicBezTo>
                <a:lnTo>
                  <a:pt x="0" y="0"/>
                </a:lnTo>
                <a:close/>
              </a:path>
            </a:pathLst>
          </a:custGeom>
          <a:solidFill>
            <a:srgbClr val="C954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10"/>
          <p:cNvSpPr>
            <a:spLocks/>
          </p:cNvSpPr>
          <p:nvPr/>
        </p:nvSpPr>
        <p:spPr bwMode="auto">
          <a:xfrm>
            <a:off x="3954000" y="4127925"/>
            <a:ext cx="2137889" cy="2181352"/>
          </a:xfrm>
          <a:custGeom>
            <a:avLst/>
            <a:gdLst>
              <a:gd name="T0" fmla="*/ 0 w 1204"/>
              <a:gd name="T1" fmla="*/ 16 h 1228"/>
              <a:gd name="T2" fmla="*/ 2 w 1204"/>
              <a:gd name="T3" fmla="*/ 0 h 1228"/>
              <a:gd name="T4" fmla="*/ 1204 w 1204"/>
              <a:gd name="T5" fmla="*/ 0 h 1228"/>
              <a:gd name="T6" fmla="*/ 1204 w 1204"/>
              <a:gd name="T7" fmla="*/ 1228 h 1228"/>
              <a:gd name="T8" fmla="*/ 1196 w 1204"/>
              <a:gd name="T9" fmla="*/ 1228 h 1228"/>
              <a:gd name="T10" fmla="*/ 0 w 1204"/>
              <a:gd name="T11" fmla="*/ 35 h 1228"/>
              <a:gd name="T12" fmla="*/ 0 w 1204"/>
              <a:gd name="T13" fmla="*/ 16 h 1228"/>
            </a:gdLst>
            <a:ahLst/>
            <a:cxnLst>
              <a:cxn ang="0">
                <a:pos x="T0" y="T1"/>
              </a:cxn>
              <a:cxn ang="0">
                <a:pos x="T2" y="T3"/>
              </a:cxn>
              <a:cxn ang="0">
                <a:pos x="T4" y="T5"/>
              </a:cxn>
              <a:cxn ang="0">
                <a:pos x="T6" y="T7"/>
              </a:cxn>
              <a:cxn ang="0">
                <a:pos x="T8" y="T9"/>
              </a:cxn>
              <a:cxn ang="0">
                <a:pos x="T10" y="T11"/>
              </a:cxn>
              <a:cxn ang="0">
                <a:pos x="T12" y="T13"/>
              </a:cxn>
            </a:cxnLst>
            <a:rect l="0" t="0" r="r" b="b"/>
            <a:pathLst>
              <a:path w="1204" h="1228">
                <a:moveTo>
                  <a:pt x="0" y="16"/>
                </a:moveTo>
                <a:cubicBezTo>
                  <a:pt x="0" y="10"/>
                  <a:pt x="2" y="4"/>
                  <a:pt x="2" y="0"/>
                </a:cubicBezTo>
                <a:cubicBezTo>
                  <a:pt x="1204" y="0"/>
                  <a:pt x="1204" y="0"/>
                  <a:pt x="1204" y="0"/>
                </a:cubicBezTo>
                <a:cubicBezTo>
                  <a:pt x="1204" y="1228"/>
                  <a:pt x="1204" y="1228"/>
                  <a:pt x="1204" y="1228"/>
                </a:cubicBezTo>
                <a:cubicBezTo>
                  <a:pt x="1196" y="1228"/>
                  <a:pt x="1196" y="1228"/>
                  <a:pt x="1196" y="1228"/>
                </a:cubicBezTo>
                <a:cubicBezTo>
                  <a:pt x="539" y="1224"/>
                  <a:pt x="8" y="692"/>
                  <a:pt x="0" y="35"/>
                </a:cubicBezTo>
                <a:lnTo>
                  <a:pt x="0" y="16"/>
                </a:lnTo>
                <a:close/>
              </a:path>
            </a:pathLst>
          </a:custGeom>
          <a:solidFill>
            <a:srgbClr val="E7BE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11"/>
          <p:cNvSpPr>
            <a:spLocks/>
          </p:cNvSpPr>
          <p:nvPr/>
        </p:nvSpPr>
        <p:spPr bwMode="auto">
          <a:xfrm>
            <a:off x="3957524" y="2656070"/>
            <a:ext cx="2139063" cy="1471855"/>
          </a:xfrm>
          <a:custGeom>
            <a:avLst/>
            <a:gdLst>
              <a:gd name="T0" fmla="*/ 1204 w 1204"/>
              <a:gd name="T1" fmla="*/ 829 h 829"/>
              <a:gd name="T2" fmla="*/ 0 w 1204"/>
              <a:gd name="T3" fmla="*/ 829 h 829"/>
              <a:gd name="T4" fmla="*/ 356 w 1204"/>
              <a:gd name="T5" fmla="*/ 0 h 829"/>
              <a:gd name="T6" fmla="*/ 1204 w 1204"/>
              <a:gd name="T7" fmla="*/ 829 h 829"/>
            </a:gdLst>
            <a:ahLst/>
            <a:cxnLst>
              <a:cxn ang="0">
                <a:pos x="T0" y="T1"/>
              </a:cxn>
              <a:cxn ang="0">
                <a:pos x="T2" y="T3"/>
              </a:cxn>
              <a:cxn ang="0">
                <a:pos x="T4" y="T5"/>
              </a:cxn>
              <a:cxn ang="0">
                <a:pos x="T6" y="T7"/>
              </a:cxn>
            </a:cxnLst>
            <a:rect l="0" t="0" r="r" b="b"/>
            <a:pathLst>
              <a:path w="1204" h="829">
                <a:moveTo>
                  <a:pt x="1204" y="829"/>
                </a:moveTo>
                <a:cubicBezTo>
                  <a:pt x="0" y="829"/>
                  <a:pt x="0" y="829"/>
                  <a:pt x="0" y="829"/>
                </a:cubicBezTo>
                <a:cubicBezTo>
                  <a:pt x="7" y="505"/>
                  <a:pt x="142" y="212"/>
                  <a:pt x="356" y="0"/>
                </a:cubicBezTo>
                <a:lnTo>
                  <a:pt x="1204" y="829"/>
                </a:lnTo>
                <a:close/>
              </a:path>
            </a:pathLst>
          </a:custGeom>
          <a:solidFill>
            <a:srgbClr val="4BB5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12"/>
          <p:cNvSpPr>
            <a:spLocks/>
          </p:cNvSpPr>
          <p:nvPr/>
        </p:nvSpPr>
        <p:spPr bwMode="auto">
          <a:xfrm>
            <a:off x="3954000" y="4127925"/>
            <a:ext cx="2142588" cy="1552906"/>
          </a:xfrm>
          <a:custGeom>
            <a:avLst/>
            <a:gdLst>
              <a:gd name="T0" fmla="*/ 1206 w 1206"/>
              <a:gd name="T1" fmla="*/ 0 h 874"/>
              <a:gd name="T2" fmla="*/ 350 w 1206"/>
              <a:gd name="T3" fmla="*/ 874 h 874"/>
              <a:gd name="T4" fmla="*/ 0 w 1206"/>
              <a:gd name="T5" fmla="*/ 35 h 874"/>
              <a:gd name="T6" fmla="*/ 0 w 1206"/>
              <a:gd name="T7" fmla="*/ 16 h 874"/>
              <a:gd name="T8" fmla="*/ 2 w 1206"/>
              <a:gd name="T9" fmla="*/ 0 h 874"/>
              <a:gd name="T10" fmla="*/ 1206 w 1206"/>
              <a:gd name="T11" fmla="*/ 0 h 874"/>
            </a:gdLst>
            <a:ahLst/>
            <a:cxnLst>
              <a:cxn ang="0">
                <a:pos x="T0" y="T1"/>
              </a:cxn>
              <a:cxn ang="0">
                <a:pos x="T2" y="T3"/>
              </a:cxn>
              <a:cxn ang="0">
                <a:pos x="T4" y="T5"/>
              </a:cxn>
              <a:cxn ang="0">
                <a:pos x="T6" y="T7"/>
              </a:cxn>
              <a:cxn ang="0">
                <a:pos x="T8" y="T9"/>
              </a:cxn>
              <a:cxn ang="0">
                <a:pos x="T10" y="T11"/>
              </a:cxn>
            </a:cxnLst>
            <a:rect l="0" t="0" r="r" b="b"/>
            <a:pathLst>
              <a:path w="1206" h="874">
                <a:moveTo>
                  <a:pt x="1206" y="0"/>
                </a:moveTo>
                <a:cubicBezTo>
                  <a:pt x="350" y="874"/>
                  <a:pt x="350" y="874"/>
                  <a:pt x="350" y="874"/>
                </a:cubicBezTo>
                <a:cubicBezTo>
                  <a:pt x="136" y="658"/>
                  <a:pt x="4" y="362"/>
                  <a:pt x="0" y="35"/>
                </a:cubicBezTo>
                <a:cubicBezTo>
                  <a:pt x="0" y="16"/>
                  <a:pt x="0" y="16"/>
                  <a:pt x="0" y="16"/>
                </a:cubicBezTo>
                <a:cubicBezTo>
                  <a:pt x="0" y="10"/>
                  <a:pt x="2" y="4"/>
                  <a:pt x="2" y="0"/>
                </a:cubicBezTo>
                <a:lnTo>
                  <a:pt x="1206" y="0"/>
                </a:lnTo>
                <a:close/>
              </a:path>
            </a:pathLst>
          </a:custGeom>
          <a:solidFill>
            <a:srgbClr val="2199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Oval 13"/>
          <p:cNvSpPr>
            <a:spLocks noChangeArrowheads="1"/>
          </p:cNvSpPr>
          <p:nvPr/>
        </p:nvSpPr>
        <p:spPr bwMode="auto">
          <a:xfrm>
            <a:off x="4925447" y="3001421"/>
            <a:ext cx="2341105" cy="2341106"/>
          </a:xfrm>
          <a:prstGeom prst="ellipse">
            <a:avLst/>
          </a:prstGeom>
          <a:gradFill flip="none" rotWithShape="1">
            <a:gsLst>
              <a:gs pos="16000">
                <a:srgbClr val="FFFFFF">
                  <a:lumMod val="100000"/>
                </a:srgbClr>
              </a:gs>
              <a:gs pos="0">
                <a:srgbClr val="D9D9DA"/>
              </a:gs>
            </a:gsLst>
            <a:lin ang="2700000" scaled="1"/>
            <a:tileRect/>
          </a:gradFill>
          <a:ln w="57150" cap="flat" cmpd="sng" algn="ctr">
            <a:noFill/>
            <a:prstDash val="solid"/>
            <a:miter lim="800000"/>
          </a:ln>
          <a:effectLst>
            <a:outerShdw blurRad="279400" dist="165100" dir="2700000" algn="t" rotWithShape="0">
              <a:prstClr val="black">
                <a:alpha val="35000"/>
              </a:prstClr>
            </a:outerShdw>
          </a:effectLst>
        </p:spPr>
        <p:txBody>
          <a:bodyPr rtlCol="0" anchor="ctr"/>
          <a:lstStyle/>
          <a:p>
            <a:pPr algn="ctr"/>
            <a:endParaRPr lang="zh-CN" altLang="en-US" kern="0">
              <a:solidFill>
                <a:prstClr val="white"/>
              </a:solidFill>
              <a:latin typeface="Calibri" panose="020F0502020204030204"/>
              <a:ea typeface="宋体" panose="02010600030101010101" pitchFamily="2" charset="-122"/>
            </a:endParaRPr>
          </a:p>
        </p:txBody>
      </p:sp>
      <p:sp>
        <p:nvSpPr>
          <p:cNvPr id="12" name="Freeform 14"/>
          <p:cNvSpPr>
            <a:spLocks noEditPoints="1"/>
          </p:cNvSpPr>
          <p:nvPr/>
        </p:nvSpPr>
        <p:spPr bwMode="auto">
          <a:xfrm>
            <a:off x="4974783" y="3053107"/>
            <a:ext cx="2240084" cy="2240085"/>
          </a:xfrm>
          <a:custGeom>
            <a:avLst/>
            <a:gdLst>
              <a:gd name="T0" fmla="*/ 631 w 1261"/>
              <a:gd name="T1" fmla="*/ 0 h 1261"/>
              <a:gd name="T2" fmla="*/ 0 w 1261"/>
              <a:gd name="T3" fmla="*/ 630 h 1261"/>
              <a:gd name="T4" fmla="*/ 631 w 1261"/>
              <a:gd name="T5" fmla="*/ 1261 h 1261"/>
              <a:gd name="T6" fmla="*/ 1261 w 1261"/>
              <a:gd name="T7" fmla="*/ 630 h 1261"/>
              <a:gd name="T8" fmla="*/ 631 w 1261"/>
              <a:gd name="T9" fmla="*/ 0 h 1261"/>
              <a:gd name="T10" fmla="*/ 631 w 1261"/>
              <a:gd name="T11" fmla="*/ 1129 h 1261"/>
              <a:gd name="T12" fmla="*/ 132 w 1261"/>
              <a:gd name="T13" fmla="*/ 630 h 1261"/>
              <a:gd name="T14" fmla="*/ 631 w 1261"/>
              <a:gd name="T15" fmla="*/ 131 h 1261"/>
              <a:gd name="T16" fmla="*/ 1130 w 1261"/>
              <a:gd name="T17" fmla="*/ 630 h 1261"/>
              <a:gd name="T18" fmla="*/ 631 w 1261"/>
              <a:gd name="T19" fmla="*/ 1129 h 1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1" h="1261">
                <a:moveTo>
                  <a:pt x="631" y="0"/>
                </a:moveTo>
                <a:cubicBezTo>
                  <a:pt x="283" y="0"/>
                  <a:pt x="0" y="282"/>
                  <a:pt x="0" y="630"/>
                </a:cubicBezTo>
                <a:cubicBezTo>
                  <a:pt x="0" y="978"/>
                  <a:pt x="283" y="1261"/>
                  <a:pt x="631" y="1261"/>
                </a:cubicBezTo>
                <a:cubicBezTo>
                  <a:pt x="979" y="1261"/>
                  <a:pt x="1261" y="978"/>
                  <a:pt x="1261" y="630"/>
                </a:cubicBezTo>
                <a:cubicBezTo>
                  <a:pt x="1261" y="282"/>
                  <a:pt x="979" y="0"/>
                  <a:pt x="631" y="0"/>
                </a:cubicBezTo>
                <a:close/>
                <a:moveTo>
                  <a:pt x="631" y="1129"/>
                </a:moveTo>
                <a:cubicBezTo>
                  <a:pt x="355" y="1129"/>
                  <a:pt x="132" y="906"/>
                  <a:pt x="132" y="630"/>
                </a:cubicBezTo>
                <a:cubicBezTo>
                  <a:pt x="132" y="355"/>
                  <a:pt x="355" y="131"/>
                  <a:pt x="631" y="131"/>
                </a:cubicBezTo>
                <a:cubicBezTo>
                  <a:pt x="906" y="131"/>
                  <a:pt x="1130" y="355"/>
                  <a:pt x="1130" y="630"/>
                </a:cubicBezTo>
                <a:cubicBezTo>
                  <a:pt x="1130" y="906"/>
                  <a:pt x="906" y="1129"/>
                  <a:pt x="631" y="1129"/>
                </a:cubicBezTo>
                <a:close/>
              </a:path>
            </a:pathLst>
          </a:custGeom>
          <a:solidFill>
            <a:srgbClr val="265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Oval 15"/>
          <p:cNvSpPr>
            <a:spLocks noChangeArrowheads="1"/>
          </p:cNvSpPr>
          <p:nvPr/>
        </p:nvSpPr>
        <p:spPr bwMode="auto">
          <a:xfrm>
            <a:off x="6017885" y="4096209"/>
            <a:ext cx="156230" cy="153881"/>
          </a:xfrm>
          <a:prstGeom prst="ellipse">
            <a:avLst/>
          </a:prstGeom>
          <a:solidFill>
            <a:srgbClr val="6D6E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6"/>
          <p:cNvSpPr>
            <a:spLocks/>
          </p:cNvSpPr>
          <p:nvPr/>
        </p:nvSpPr>
        <p:spPr bwMode="auto">
          <a:xfrm>
            <a:off x="6070745" y="3742635"/>
            <a:ext cx="465167" cy="451071"/>
          </a:xfrm>
          <a:custGeom>
            <a:avLst/>
            <a:gdLst>
              <a:gd name="T0" fmla="*/ 387 w 396"/>
              <a:gd name="T1" fmla="*/ 41 h 384"/>
              <a:gd name="T2" fmla="*/ 396 w 396"/>
              <a:gd name="T3" fmla="*/ 0 h 384"/>
              <a:gd name="T4" fmla="*/ 356 w 396"/>
              <a:gd name="T5" fmla="*/ 9 h 384"/>
              <a:gd name="T6" fmla="*/ 0 w 396"/>
              <a:gd name="T7" fmla="*/ 342 h 384"/>
              <a:gd name="T8" fmla="*/ 41 w 396"/>
              <a:gd name="T9" fmla="*/ 384 h 384"/>
              <a:gd name="T10" fmla="*/ 387 w 396"/>
              <a:gd name="T11" fmla="*/ 41 h 384"/>
            </a:gdLst>
            <a:ahLst/>
            <a:cxnLst>
              <a:cxn ang="0">
                <a:pos x="T0" y="T1"/>
              </a:cxn>
              <a:cxn ang="0">
                <a:pos x="T2" y="T3"/>
              </a:cxn>
              <a:cxn ang="0">
                <a:pos x="T4" y="T5"/>
              </a:cxn>
              <a:cxn ang="0">
                <a:pos x="T6" y="T7"/>
              </a:cxn>
              <a:cxn ang="0">
                <a:pos x="T8" y="T9"/>
              </a:cxn>
              <a:cxn ang="0">
                <a:pos x="T10" y="T11"/>
              </a:cxn>
            </a:cxnLst>
            <a:rect l="0" t="0" r="r" b="b"/>
            <a:pathLst>
              <a:path w="396" h="384">
                <a:moveTo>
                  <a:pt x="387" y="41"/>
                </a:moveTo>
                <a:lnTo>
                  <a:pt x="396" y="0"/>
                </a:lnTo>
                <a:lnTo>
                  <a:pt x="356" y="9"/>
                </a:lnTo>
                <a:lnTo>
                  <a:pt x="0" y="342"/>
                </a:lnTo>
                <a:lnTo>
                  <a:pt x="41" y="384"/>
                </a:lnTo>
                <a:lnTo>
                  <a:pt x="387" y="41"/>
                </a:lnTo>
                <a:close/>
              </a:path>
            </a:pathLst>
          </a:custGeom>
          <a:solidFill>
            <a:srgbClr val="6D6E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7"/>
          <p:cNvSpPr>
            <a:spLocks/>
          </p:cNvSpPr>
          <p:nvPr/>
        </p:nvSpPr>
        <p:spPr bwMode="auto">
          <a:xfrm>
            <a:off x="5614975" y="4142021"/>
            <a:ext cx="476914" cy="68131"/>
          </a:xfrm>
          <a:custGeom>
            <a:avLst/>
            <a:gdLst>
              <a:gd name="T0" fmla="*/ 35 w 406"/>
              <a:gd name="T1" fmla="*/ 12 h 58"/>
              <a:gd name="T2" fmla="*/ 0 w 406"/>
              <a:gd name="T3" fmla="*/ 30 h 58"/>
              <a:gd name="T4" fmla="*/ 35 w 406"/>
              <a:gd name="T5" fmla="*/ 47 h 58"/>
              <a:gd name="T6" fmla="*/ 406 w 406"/>
              <a:gd name="T7" fmla="*/ 58 h 58"/>
              <a:gd name="T8" fmla="*/ 406 w 406"/>
              <a:gd name="T9" fmla="*/ 0 h 58"/>
              <a:gd name="T10" fmla="*/ 35 w 406"/>
              <a:gd name="T11" fmla="*/ 12 h 58"/>
            </a:gdLst>
            <a:ahLst/>
            <a:cxnLst>
              <a:cxn ang="0">
                <a:pos x="T0" y="T1"/>
              </a:cxn>
              <a:cxn ang="0">
                <a:pos x="T2" y="T3"/>
              </a:cxn>
              <a:cxn ang="0">
                <a:pos x="T4" y="T5"/>
              </a:cxn>
              <a:cxn ang="0">
                <a:pos x="T6" y="T7"/>
              </a:cxn>
              <a:cxn ang="0">
                <a:pos x="T8" y="T9"/>
              </a:cxn>
              <a:cxn ang="0">
                <a:pos x="T10" y="T11"/>
              </a:cxn>
            </a:cxnLst>
            <a:rect l="0" t="0" r="r" b="b"/>
            <a:pathLst>
              <a:path w="406" h="58">
                <a:moveTo>
                  <a:pt x="35" y="12"/>
                </a:moveTo>
                <a:lnTo>
                  <a:pt x="0" y="30"/>
                </a:lnTo>
                <a:lnTo>
                  <a:pt x="35" y="47"/>
                </a:lnTo>
                <a:lnTo>
                  <a:pt x="406" y="58"/>
                </a:lnTo>
                <a:lnTo>
                  <a:pt x="406" y="0"/>
                </a:lnTo>
                <a:lnTo>
                  <a:pt x="35" y="12"/>
                </a:lnTo>
                <a:close/>
              </a:path>
            </a:pathLst>
          </a:custGeom>
          <a:solidFill>
            <a:srgbClr val="6D6E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8"/>
          <p:cNvSpPr>
            <a:spLocks noEditPoints="1"/>
          </p:cNvSpPr>
          <p:nvPr/>
        </p:nvSpPr>
        <p:spPr bwMode="auto">
          <a:xfrm>
            <a:off x="5959151" y="4051571"/>
            <a:ext cx="391163" cy="343002"/>
          </a:xfrm>
          <a:custGeom>
            <a:avLst/>
            <a:gdLst>
              <a:gd name="T0" fmla="*/ 217 w 220"/>
              <a:gd name="T1" fmla="*/ 181 h 193"/>
              <a:gd name="T2" fmla="*/ 106 w 220"/>
              <a:gd name="T3" fmla="*/ 84 h 193"/>
              <a:gd name="T4" fmla="*/ 110 w 220"/>
              <a:gd name="T5" fmla="*/ 68 h 193"/>
              <a:gd name="T6" fmla="*/ 77 w 220"/>
              <a:gd name="T7" fmla="*/ 35 h 193"/>
              <a:gd name="T8" fmla="*/ 60 w 220"/>
              <a:gd name="T9" fmla="*/ 39 h 193"/>
              <a:gd name="T10" fmla="*/ 20 w 220"/>
              <a:gd name="T11" fmla="*/ 4 h 193"/>
              <a:gd name="T12" fmla="*/ 4 w 220"/>
              <a:gd name="T13" fmla="*/ 5 h 193"/>
              <a:gd name="T14" fmla="*/ 5 w 220"/>
              <a:gd name="T15" fmla="*/ 21 h 193"/>
              <a:gd name="T16" fmla="*/ 46 w 220"/>
              <a:gd name="T17" fmla="*/ 56 h 193"/>
              <a:gd name="T18" fmla="*/ 44 w 220"/>
              <a:gd name="T19" fmla="*/ 68 h 193"/>
              <a:gd name="T20" fmla="*/ 77 w 220"/>
              <a:gd name="T21" fmla="*/ 102 h 193"/>
              <a:gd name="T22" fmla="*/ 97 w 220"/>
              <a:gd name="T23" fmla="*/ 95 h 193"/>
              <a:gd name="T24" fmla="*/ 207 w 220"/>
              <a:gd name="T25" fmla="*/ 191 h 193"/>
              <a:gd name="T26" fmla="*/ 212 w 220"/>
              <a:gd name="T27" fmla="*/ 193 h 193"/>
              <a:gd name="T28" fmla="*/ 217 w 220"/>
              <a:gd name="T29" fmla="*/ 191 h 193"/>
              <a:gd name="T30" fmla="*/ 217 w 220"/>
              <a:gd name="T31" fmla="*/ 181 h 193"/>
              <a:gd name="T32" fmla="*/ 77 w 220"/>
              <a:gd name="T33" fmla="*/ 86 h 193"/>
              <a:gd name="T34" fmla="*/ 59 w 220"/>
              <a:gd name="T35" fmla="*/ 68 h 193"/>
              <a:gd name="T36" fmla="*/ 77 w 220"/>
              <a:gd name="T37" fmla="*/ 51 h 193"/>
              <a:gd name="T38" fmla="*/ 94 w 220"/>
              <a:gd name="T39" fmla="*/ 68 h 193"/>
              <a:gd name="T40" fmla="*/ 77 w 220"/>
              <a:gd name="T41" fmla="*/ 86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0" h="193">
                <a:moveTo>
                  <a:pt x="217" y="181"/>
                </a:moveTo>
                <a:cubicBezTo>
                  <a:pt x="106" y="84"/>
                  <a:pt x="106" y="84"/>
                  <a:pt x="106" y="84"/>
                </a:cubicBezTo>
                <a:cubicBezTo>
                  <a:pt x="109" y="79"/>
                  <a:pt x="110" y="74"/>
                  <a:pt x="110" y="68"/>
                </a:cubicBezTo>
                <a:cubicBezTo>
                  <a:pt x="110" y="50"/>
                  <a:pt x="95" y="35"/>
                  <a:pt x="77" y="35"/>
                </a:cubicBezTo>
                <a:cubicBezTo>
                  <a:pt x="71" y="35"/>
                  <a:pt x="65" y="37"/>
                  <a:pt x="60" y="39"/>
                </a:cubicBezTo>
                <a:cubicBezTo>
                  <a:pt x="20" y="4"/>
                  <a:pt x="20" y="4"/>
                  <a:pt x="20" y="4"/>
                </a:cubicBezTo>
                <a:cubicBezTo>
                  <a:pt x="15" y="0"/>
                  <a:pt x="8" y="0"/>
                  <a:pt x="4" y="5"/>
                </a:cubicBezTo>
                <a:cubicBezTo>
                  <a:pt x="0" y="9"/>
                  <a:pt x="0" y="16"/>
                  <a:pt x="5" y="21"/>
                </a:cubicBezTo>
                <a:cubicBezTo>
                  <a:pt x="46" y="56"/>
                  <a:pt x="46" y="56"/>
                  <a:pt x="46" y="56"/>
                </a:cubicBezTo>
                <a:cubicBezTo>
                  <a:pt x="44" y="60"/>
                  <a:pt x="44" y="64"/>
                  <a:pt x="44" y="68"/>
                </a:cubicBezTo>
                <a:cubicBezTo>
                  <a:pt x="44" y="87"/>
                  <a:pt x="58" y="102"/>
                  <a:pt x="77" y="102"/>
                </a:cubicBezTo>
                <a:cubicBezTo>
                  <a:pt x="84" y="102"/>
                  <a:pt x="91" y="99"/>
                  <a:pt x="97" y="95"/>
                </a:cubicBezTo>
                <a:cubicBezTo>
                  <a:pt x="207" y="191"/>
                  <a:pt x="207" y="191"/>
                  <a:pt x="207" y="191"/>
                </a:cubicBezTo>
                <a:cubicBezTo>
                  <a:pt x="208" y="192"/>
                  <a:pt x="210" y="193"/>
                  <a:pt x="212" y="193"/>
                </a:cubicBezTo>
                <a:cubicBezTo>
                  <a:pt x="214" y="193"/>
                  <a:pt x="216" y="192"/>
                  <a:pt x="217" y="191"/>
                </a:cubicBezTo>
                <a:cubicBezTo>
                  <a:pt x="220" y="188"/>
                  <a:pt x="219" y="183"/>
                  <a:pt x="217" y="181"/>
                </a:cubicBezTo>
                <a:close/>
                <a:moveTo>
                  <a:pt x="77" y="86"/>
                </a:moveTo>
                <a:cubicBezTo>
                  <a:pt x="67" y="86"/>
                  <a:pt x="59" y="78"/>
                  <a:pt x="59" y="68"/>
                </a:cubicBezTo>
                <a:cubicBezTo>
                  <a:pt x="59" y="59"/>
                  <a:pt x="67" y="51"/>
                  <a:pt x="77" y="51"/>
                </a:cubicBezTo>
                <a:cubicBezTo>
                  <a:pt x="86" y="51"/>
                  <a:pt x="94" y="59"/>
                  <a:pt x="94" y="68"/>
                </a:cubicBezTo>
                <a:cubicBezTo>
                  <a:pt x="94" y="78"/>
                  <a:pt x="86" y="86"/>
                  <a:pt x="77" y="86"/>
                </a:cubicBezTo>
                <a:close/>
              </a:path>
            </a:pathLst>
          </a:custGeom>
          <a:solidFill>
            <a:srgbClr val="EA4E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Line 19"/>
          <p:cNvSpPr>
            <a:spLocks noChangeShapeType="1"/>
          </p:cNvSpPr>
          <p:nvPr/>
        </p:nvSpPr>
        <p:spPr bwMode="auto">
          <a:xfrm flipH="1" flipV="1">
            <a:off x="5753586" y="3346773"/>
            <a:ext cx="31716" cy="77528"/>
          </a:xfrm>
          <a:prstGeom prst="line">
            <a:avLst/>
          </a:prstGeom>
          <a:noFill/>
          <a:ln w="38100" cap="flat">
            <a:solidFill>
              <a:srgbClr val="707070"/>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Line 20"/>
          <p:cNvSpPr>
            <a:spLocks noChangeShapeType="1"/>
          </p:cNvSpPr>
          <p:nvPr/>
        </p:nvSpPr>
        <p:spPr bwMode="auto">
          <a:xfrm flipH="1" flipV="1">
            <a:off x="6405524" y="4921998"/>
            <a:ext cx="32891" cy="78703"/>
          </a:xfrm>
          <a:prstGeom prst="line">
            <a:avLst/>
          </a:prstGeom>
          <a:noFill/>
          <a:ln w="38100" cap="flat">
            <a:solidFill>
              <a:srgbClr val="707070"/>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Line 21"/>
          <p:cNvSpPr>
            <a:spLocks noChangeShapeType="1"/>
          </p:cNvSpPr>
          <p:nvPr/>
        </p:nvSpPr>
        <p:spPr bwMode="auto">
          <a:xfrm flipH="1" flipV="1">
            <a:off x="5268449" y="3831910"/>
            <a:ext cx="77528" cy="31716"/>
          </a:xfrm>
          <a:prstGeom prst="line">
            <a:avLst/>
          </a:prstGeom>
          <a:noFill/>
          <a:ln w="38100" cap="flat">
            <a:solidFill>
              <a:srgbClr val="707070"/>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Line 22"/>
          <p:cNvSpPr>
            <a:spLocks noChangeShapeType="1"/>
          </p:cNvSpPr>
          <p:nvPr/>
        </p:nvSpPr>
        <p:spPr bwMode="auto">
          <a:xfrm flipH="1" flipV="1">
            <a:off x="6843674" y="4483848"/>
            <a:ext cx="78702" cy="31716"/>
          </a:xfrm>
          <a:prstGeom prst="line">
            <a:avLst/>
          </a:prstGeom>
          <a:noFill/>
          <a:ln w="38100" cap="flat">
            <a:solidFill>
              <a:srgbClr val="707070"/>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Line 23"/>
          <p:cNvSpPr>
            <a:spLocks noChangeShapeType="1"/>
          </p:cNvSpPr>
          <p:nvPr/>
        </p:nvSpPr>
        <p:spPr bwMode="auto">
          <a:xfrm flipV="1">
            <a:off x="6405524" y="3346773"/>
            <a:ext cx="32891" cy="77528"/>
          </a:xfrm>
          <a:prstGeom prst="line">
            <a:avLst/>
          </a:prstGeom>
          <a:noFill/>
          <a:ln w="38100" cap="flat">
            <a:solidFill>
              <a:srgbClr val="707070"/>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Line 24"/>
          <p:cNvSpPr>
            <a:spLocks noChangeShapeType="1"/>
          </p:cNvSpPr>
          <p:nvPr/>
        </p:nvSpPr>
        <p:spPr bwMode="auto">
          <a:xfrm flipV="1">
            <a:off x="5753586" y="4921998"/>
            <a:ext cx="31716" cy="78703"/>
          </a:xfrm>
          <a:prstGeom prst="line">
            <a:avLst/>
          </a:prstGeom>
          <a:noFill/>
          <a:ln w="38100" cap="flat">
            <a:solidFill>
              <a:srgbClr val="707070"/>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Line 25"/>
          <p:cNvSpPr>
            <a:spLocks noChangeShapeType="1"/>
          </p:cNvSpPr>
          <p:nvPr/>
        </p:nvSpPr>
        <p:spPr bwMode="auto">
          <a:xfrm flipV="1">
            <a:off x="6843674" y="3831910"/>
            <a:ext cx="78702" cy="31716"/>
          </a:xfrm>
          <a:prstGeom prst="line">
            <a:avLst/>
          </a:prstGeom>
          <a:noFill/>
          <a:ln w="38100" cap="flat">
            <a:solidFill>
              <a:srgbClr val="707070"/>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Line 26"/>
          <p:cNvSpPr>
            <a:spLocks noChangeShapeType="1"/>
          </p:cNvSpPr>
          <p:nvPr/>
        </p:nvSpPr>
        <p:spPr bwMode="auto">
          <a:xfrm flipV="1">
            <a:off x="5268449" y="4483848"/>
            <a:ext cx="77528" cy="31716"/>
          </a:xfrm>
          <a:prstGeom prst="line">
            <a:avLst/>
          </a:prstGeom>
          <a:noFill/>
          <a:ln w="38100" cap="flat">
            <a:solidFill>
              <a:srgbClr val="707070"/>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Line 27"/>
          <p:cNvSpPr>
            <a:spLocks noChangeShapeType="1"/>
          </p:cNvSpPr>
          <p:nvPr/>
        </p:nvSpPr>
        <p:spPr bwMode="auto">
          <a:xfrm flipV="1">
            <a:off x="6091889" y="3275119"/>
            <a:ext cx="0" cy="142135"/>
          </a:xfrm>
          <a:prstGeom prst="line">
            <a:avLst/>
          </a:prstGeom>
          <a:noFill/>
          <a:ln w="38100" cap="flat">
            <a:solidFill>
              <a:srgbClr val="707070"/>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Line 28"/>
          <p:cNvSpPr>
            <a:spLocks noChangeShapeType="1"/>
          </p:cNvSpPr>
          <p:nvPr/>
        </p:nvSpPr>
        <p:spPr bwMode="auto">
          <a:xfrm flipV="1">
            <a:off x="6091889" y="4924347"/>
            <a:ext cx="0" cy="142135"/>
          </a:xfrm>
          <a:prstGeom prst="line">
            <a:avLst/>
          </a:prstGeom>
          <a:noFill/>
          <a:ln w="38100" cap="flat">
            <a:solidFill>
              <a:srgbClr val="707070"/>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Line 29"/>
          <p:cNvSpPr>
            <a:spLocks noChangeShapeType="1"/>
          </p:cNvSpPr>
          <p:nvPr/>
        </p:nvSpPr>
        <p:spPr bwMode="auto">
          <a:xfrm flipH="1">
            <a:off x="5203843" y="4170213"/>
            <a:ext cx="135086" cy="0"/>
          </a:xfrm>
          <a:prstGeom prst="line">
            <a:avLst/>
          </a:prstGeom>
          <a:noFill/>
          <a:ln w="38100" cap="flat">
            <a:solidFill>
              <a:srgbClr val="707070"/>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Line 30"/>
          <p:cNvSpPr>
            <a:spLocks noChangeShapeType="1"/>
          </p:cNvSpPr>
          <p:nvPr/>
        </p:nvSpPr>
        <p:spPr bwMode="auto">
          <a:xfrm flipH="1">
            <a:off x="6846023" y="4170213"/>
            <a:ext cx="142134" cy="0"/>
          </a:xfrm>
          <a:prstGeom prst="line">
            <a:avLst/>
          </a:prstGeom>
          <a:noFill/>
          <a:ln w="38100" cap="flat">
            <a:solidFill>
              <a:srgbClr val="707070"/>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Line 31"/>
          <p:cNvSpPr>
            <a:spLocks noChangeShapeType="1"/>
          </p:cNvSpPr>
          <p:nvPr/>
        </p:nvSpPr>
        <p:spPr bwMode="auto">
          <a:xfrm flipH="1" flipV="1">
            <a:off x="5463443" y="3540593"/>
            <a:ext cx="99846" cy="101021"/>
          </a:xfrm>
          <a:prstGeom prst="line">
            <a:avLst/>
          </a:prstGeom>
          <a:noFill/>
          <a:ln w="38100" cap="flat">
            <a:solidFill>
              <a:srgbClr val="707070"/>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Line 32"/>
          <p:cNvSpPr>
            <a:spLocks noChangeShapeType="1"/>
          </p:cNvSpPr>
          <p:nvPr/>
        </p:nvSpPr>
        <p:spPr bwMode="auto">
          <a:xfrm flipH="1" flipV="1">
            <a:off x="6627536" y="4705860"/>
            <a:ext cx="101021" cy="98672"/>
          </a:xfrm>
          <a:prstGeom prst="line">
            <a:avLst/>
          </a:prstGeom>
          <a:noFill/>
          <a:ln w="38100" cap="flat">
            <a:solidFill>
              <a:srgbClr val="707070"/>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Line 33"/>
          <p:cNvSpPr>
            <a:spLocks noChangeShapeType="1"/>
          </p:cNvSpPr>
          <p:nvPr/>
        </p:nvSpPr>
        <p:spPr bwMode="auto">
          <a:xfrm flipH="1">
            <a:off x="5463443" y="4705860"/>
            <a:ext cx="99846" cy="98672"/>
          </a:xfrm>
          <a:prstGeom prst="line">
            <a:avLst/>
          </a:prstGeom>
          <a:noFill/>
          <a:ln w="38100" cap="flat">
            <a:solidFill>
              <a:srgbClr val="707070"/>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Line 34"/>
          <p:cNvSpPr>
            <a:spLocks noChangeShapeType="1"/>
          </p:cNvSpPr>
          <p:nvPr/>
        </p:nvSpPr>
        <p:spPr bwMode="auto">
          <a:xfrm flipH="1">
            <a:off x="6627536" y="3540593"/>
            <a:ext cx="101021" cy="101021"/>
          </a:xfrm>
          <a:prstGeom prst="line">
            <a:avLst/>
          </a:prstGeom>
          <a:noFill/>
          <a:ln w="38100" cap="flat">
            <a:solidFill>
              <a:srgbClr val="707070"/>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Oval 35"/>
          <p:cNvSpPr>
            <a:spLocks noChangeArrowheads="1"/>
          </p:cNvSpPr>
          <p:nvPr/>
        </p:nvSpPr>
        <p:spPr bwMode="auto">
          <a:xfrm>
            <a:off x="7357002" y="3195241"/>
            <a:ext cx="502756" cy="50158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39"/>
          <p:cNvSpPr>
            <a:spLocks noEditPoints="1"/>
          </p:cNvSpPr>
          <p:nvPr/>
        </p:nvSpPr>
        <p:spPr bwMode="auto">
          <a:xfrm>
            <a:off x="6426526" y="2440520"/>
            <a:ext cx="578218" cy="509804"/>
          </a:xfrm>
          <a:custGeom>
            <a:avLst/>
            <a:gdLst>
              <a:gd name="T0" fmla="*/ 152 w 173"/>
              <a:gd name="T1" fmla="*/ 0 h 153"/>
              <a:gd name="T2" fmla="*/ 20 w 173"/>
              <a:gd name="T3" fmla="*/ 0 h 153"/>
              <a:gd name="T4" fmla="*/ 0 w 173"/>
              <a:gd name="T5" fmla="*/ 20 h 153"/>
              <a:gd name="T6" fmla="*/ 0 w 173"/>
              <a:gd name="T7" fmla="*/ 91 h 153"/>
              <a:gd name="T8" fmla="*/ 20 w 173"/>
              <a:gd name="T9" fmla="*/ 112 h 153"/>
              <a:gd name="T10" fmla="*/ 30 w 173"/>
              <a:gd name="T11" fmla="*/ 112 h 153"/>
              <a:gd name="T12" fmla="*/ 30 w 173"/>
              <a:gd name="T13" fmla="*/ 147 h 153"/>
              <a:gd name="T14" fmla="*/ 32 w 173"/>
              <a:gd name="T15" fmla="*/ 151 h 153"/>
              <a:gd name="T16" fmla="*/ 39 w 173"/>
              <a:gd name="T17" fmla="*/ 151 h 153"/>
              <a:gd name="T18" fmla="*/ 81 w 173"/>
              <a:gd name="T19" fmla="*/ 112 h 153"/>
              <a:gd name="T20" fmla="*/ 152 w 173"/>
              <a:gd name="T21" fmla="*/ 112 h 153"/>
              <a:gd name="T22" fmla="*/ 173 w 173"/>
              <a:gd name="T23" fmla="*/ 91 h 153"/>
              <a:gd name="T24" fmla="*/ 173 w 173"/>
              <a:gd name="T25" fmla="*/ 20 h 153"/>
              <a:gd name="T26" fmla="*/ 152 w 173"/>
              <a:gd name="T27" fmla="*/ 0 h 153"/>
              <a:gd name="T28" fmla="*/ 35 w 173"/>
              <a:gd name="T29" fmla="*/ 30 h 153"/>
              <a:gd name="T30" fmla="*/ 117 w 173"/>
              <a:gd name="T31" fmla="*/ 30 h 153"/>
              <a:gd name="T32" fmla="*/ 122 w 173"/>
              <a:gd name="T33" fmla="*/ 35 h 153"/>
              <a:gd name="T34" fmla="*/ 117 w 173"/>
              <a:gd name="T35" fmla="*/ 40 h 153"/>
              <a:gd name="T36" fmla="*/ 35 w 173"/>
              <a:gd name="T37" fmla="*/ 40 h 153"/>
              <a:gd name="T38" fmla="*/ 30 w 173"/>
              <a:gd name="T39" fmla="*/ 35 h 153"/>
              <a:gd name="T40" fmla="*/ 35 w 173"/>
              <a:gd name="T41" fmla="*/ 30 h 153"/>
              <a:gd name="T42" fmla="*/ 76 w 173"/>
              <a:gd name="T43" fmla="*/ 81 h 153"/>
              <a:gd name="T44" fmla="*/ 35 w 173"/>
              <a:gd name="T45" fmla="*/ 81 h 153"/>
              <a:gd name="T46" fmla="*/ 30 w 173"/>
              <a:gd name="T47" fmla="*/ 76 h 153"/>
              <a:gd name="T48" fmla="*/ 35 w 173"/>
              <a:gd name="T49" fmla="*/ 71 h 153"/>
              <a:gd name="T50" fmla="*/ 76 w 173"/>
              <a:gd name="T51" fmla="*/ 71 h 153"/>
              <a:gd name="T52" fmla="*/ 81 w 173"/>
              <a:gd name="T53" fmla="*/ 76 h 153"/>
              <a:gd name="T54" fmla="*/ 76 w 173"/>
              <a:gd name="T55" fmla="*/ 81 h 153"/>
              <a:gd name="T56" fmla="*/ 137 w 173"/>
              <a:gd name="T57" fmla="*/ 61 h 153"/>
              <a:gd name="T58" fmla="*/ 35 w 173"/>
              <a:gd name="T59" fmla="*/ 61 h 153"/>
              <a:gd name="T60" fmla="*/ 30 w 173"/>
              <a:gd name="T61" fmla="*/ 56 h 153"/>
              <a:gd name="T62" fmla="*/ 35 w 173"/>
              <a:gd name="T63" fmla="*/ 51 h 153"/>
              <a:gd name="T64" fmla="*/ 137 w 173"/>
              <a:gd name="T65" fmla="*/ 51 h 153"/>
              <a:gd name="T66" fmla="*/ 142 w 173"/>
              <a:gd name="T67" fmla="*/ 56 h 153"/>
              <a:gd name="T68" fmla="*/ 137 w 173"/>
              <a:gd name="T69" fmla="*/ 6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3" h="153">
                <a:moveTo>
                  <a:pt x="152" y="0"/>
                </a:moveTo>
                <a:cubicBezTo>
                  <a:pt x="20" y="0"/>
                  <a:pt x="20" y="0"/>
                  <a:pt x="20" y="0"/>
                </a:cubicBezTo>
                <a:cubicBezTo>
                  <a:pt x="9" y="0"/>
                  <a:pt x="0" y="9"/>
                  <a:pt x="0" y="20"/>
                </a:cubicBezTo>
                <a:cubicBezTo>
                  <a:pt x="0" y="91"/>
                  <a:pt x="0" y="91"/>
                  <a:pt x="0" y="91"/>
                </a:cubicBezTo>
                <a:cubicBezTo>
                  <a:pt x="0" y="102"/>
                  <a:pt x="9" y="112"/>
                  <a:pt x="20" y="112"/>
                </a:cubicBezTo>
                <a:cubicBezTo>
                  <a:pt x="30" y="112"/>
                  <a:pt x="30" y="112"/>
                  <a:pt x="30" y="112"/>
                </a:cubicBezTo>
                <a:cubicBezTo>
                  <a:pt x="30" y="147"/>
                  <a:pt x="30" y="147"/>
                  <a:pt x="30" y="147"/>
                </a:cubicBezTo>
                <a:cubicBezTo>
                  <a:pt x="30" y="148"/>
                  <a:pt x="31" y="150"/>
                  <a:pt x="32" y="151"/>
                </a:cubicBezTo>
                <a:cubicBezTo>
                  <a:pt x="34" y="153"/>
                  <a:pt x="37" y="153"/>
                  <a:pt x="39" y="151"/>
                </a:cubicBezTo>
                <a:cubicBezTo>
                  <a:pt x="81" y="112"/>
                  <a:pt x="81" y="112"/>
                  <a:pt x="81" y="112"/>
                </a:cubicBezTo>
                <a:cubicBezTo>
                  <a:pt x="152" y="112"/>
                  <a:pt x="152" y="112"/>
                  <a:pt x="152" y="112"/>
                </a:cubicBezTo>
                <a:cubicBezTo>
                  <a:pt x="163" y="112"/>
                  <a:pt x="173" y="102"/>
                  <a:pt x="173" y="91"/>
                </a:cubicBezTo>
                <a:cubicBezTo>
                  <a:pt x="173" y="20"/>
                  <a:pt x="173" y="20"/>
                  <a:pt x="173" y="20"/>
                </a:cubicBezTo>
                <a:cubicBezTo>
                  <a:pt x="173" y="9"/>
                  <a:pt x="163" y="0"/>
                  <a:pt x="152" y="0"/>
                </a:cubicBezTo>
                <a:moveTo>
                  <a:pt x="35" y="30"/>
                </a:moveTo>
                <a:cubicBezTo>
                  <a:pt x="117" y="30"/>
                  <a:pt x="117" y="30"/>
                  <a:pt x="117" y="30"/>
                </a:cubicBezTo>
                <a:cubicBezTo>
                  <a:pt x="119" y="30"/>
                  <a:pt x="122" y="33"/>
                  <a:pt x="122" y="35"/>
                </a:cubicBezTo>
                <a:cubicBezTo>
                  <a:pt x="122" y="38"/>
                  <a:pt x="119" y="40"/>
                  <a:pt x="117" y="40"/>
                </a:cubicBezTo>
                <a:cubicBezTo>
                  <a:pt x="35" y="40"/>
                  <a:pt x="35" y="40"/>
                  <a:pt x="35" y="40"/>
                </a:cubicBezTo>
                <a:cubicBezTo>
                  <a:pt x="33" y="40"/>
                  <a:pt x="30" y="38"/>
                  <a:pt x="30" y="35"/>
                </a:cubicBezTo>
                <a:cubicBezTo>
                  <a:pt x="30" y="33"/>
                  <a:pt x="33" y="30"/>
                  <a:pt x="35" y="30"/>
                </a:cubicBezTo>
                <a:moveTo>
                  <a:pt x="76" y="81"/>
                </a:moveTo>
                <a:cubicBezTo>
                  <a:pt x="35" y="81"/>
                  <a:pt x="35" y="81"/>
                  <a:pt x="35" y="81"/>
                </a:cubicBezTo>
                <a:cubicBezTo>
                  <a:pt x="33" y="81"/>
                  <a:pt x="30" y="79"/>
                  <a:pt x="30" y="76"/>
                </a:cubicBezTo>
                <a:cubicBezTo>
                  <a:pt x="30" y="73"/>
                  <a:pt x="33" y="71"/>
                  <a:pt x="35" y="71"/>
                </a:cubicBezTo>
                <a:cubicBezTo>
                  <a:pt x="76" y="71"/>
                  <a:pt x="76" y="71"/>
                  <a:pt x="76" y="71"/>
                </a:cubicBezTo>
                <a:cubicBezTo>
                  <a:pt x="79" y="71"/>
                  <a:pt x="81" y="73"/>
                  <a:pt x="81" y="76"/>
                </a:cubicBezTo>
                <a:cubicBezTo>
                  <a:pt x="81" y="79"/>
                  <a:pt x="79" y="81"/>
                  <a:pt x="76" y="81"/>
                </a:cubicBezTo>
                <a:moveTo>
                  <a:pt x="137" y="61"/>
                </a:moveTo>
                <a:cubicBezTo>
                  <a:pt x="35" y="61"/>
                  <a:pt x="35" y="61"/>
                  <a:pt x="35" y="61"/>
                </a:cubicBezTo>
                <a:cubicBezTo>
                  <a:pt x="33" y="61"/>
                  <a:pt x="30" y="58"/>
                  <a:pt x="30" y="56"/>
                </a:cubicBezTo>
                <a:cubicBezTo>
                  <a:pt x="30" y="53"/>
                  <a:pt x="33" y="51"/>
                  <a:pt x="35" y="51"/>
                </a:cubicBezTo>
                <a:cubicBezTo>
                  <a:pt x="137" y="51"/>
                  <a:pt x="137" y="51"/>
                  <a:pt x="137" y="51"/>
                </a:cubicBezTo>
                <a:cubicBezTo>
                  <a:pt x="140" y="51"/>
                  <a:pt x="142" y="53"/>
                  <a:pt x="142" y="56"/>
                </a:cubicBezTo>
                <a:cubicBezTo>
                  <a:pt x="142" y="58"/>
                  <a:pt x="140" y="61"/>
                  <a:pt x="137" y="61"/>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40"/>
          <p:cNvSpPr>
            <a:spLocks noEditPoints="1"/>
          </p:cNvSpPr>
          <p:nvPr/>
        </p:nvSpPr>
        <p:spPr bwMode="auto">
          <a:xfrm>
            <a:off x="7357002" y="4475470"/>
            <a:ext cx="530946" cy="530948"/>
          </a:xfrm>
          <a:custGeom>
            <a:avLst/>
            <a:gdLst>
              <a:gd name="T0" fmla="*/ 165 w 165"/>
              <a:gd name="T1" fmla="*/ 92 h 165"/>
              <a:gd name="T2" fmla="*/ 165 w 165"/>
              <a:gd name="T3" fmla="*/ 74 h 165"/>
              <a:gd name="T4" fmla="*/ 151 w 165"/>
              <a:gd name="T5" fmla="*/ 74 h 165"/>
              <a:gd name="T6" fmla="*/ 146 w 165"/>
              <a:gd name="T7" fmla="*/ 57 h 165"/>
              <a:gd name="T8" fmla="*/ 159 w 165"/>
              <a:gd name="T9" fmla="*/ 50 h 165"/>
              <a:gd name="T10" fmla="*/ 149 w 165"/>
              <a:gd name="T11" fmla="*/ 34 h 165"/>
              <a:gd name="T12" fmla="*/ 137 w 165"/>
              <a:gd name="T13" fmla="*/ 41 h 165"/>
              <a:gd name="T14" fmla="*/ 125 w 165"/>
              <a:gd name="T15" fmla="*/ 29 h 165"/>
              <a:gd name="T16" fmla="*/ 132 w 165"/>
              <a:gd name="T17" fmla="*/ 16 h 165"/>
              <a:gd name="T18" fmla="*/ 116 w 165"/>
              <a:gd name="T19" fmla="*/ 7 h 165"/>
              <a:gd name="T20" fmla="*/ 109 w 165"/>
              <a:gd name="T21" fmla="*/ 19 h 165"/>
              <a:gd name="T22" fmla="*/ 92 w 165"/>
              <a:gd name="T23" fmla="*/ 15 h 165"/>
              <a:gd name="T24" fmla="*/ 92 w 165"/>
              <a:gd name="T25" fmla="*/ 0 h 165"/>
              <a:gd name="T26" fmla="*/ 73 w 165"/>
              <a:gd name="T27" fmla="*/ 0 h 165"/>
              <a:gd name="T28" fmla="*/ 73 w 165"/>
              <a:gd name="T29" fmla="*/ 15 h 165"/>
              <a:gd name="T30" fmla="*/ 56 w 165"/>
              <a:gd name="T31" fmla="*/ 19 h 165"/>
              <a:gd name="T32" fmla="*/ 49 w 165"/>
              <a:gd name="T33" fmla="*/ 7 h 165"/>
              <a:gd name="T34" fmla="*/ 33 w 165"/>
              <a:gd name="T35" fmla="*/ 16 h 165"/>
              <a:gd name="T36" fmla="*/ 41 w 165"/>
              <a:gd name="T37" fmla="*/ 29 h 165"/>
              <a:gd name="T38" fmla="*/ 28 w 165"/>
              <a:gd name="T39" fmla="*/ 41 h 165"/>
              <a:gd name="T40" fmla="*/ 16 w 165"/>
              <a:gd name="T41" fmla="*/ 34 h 165"/>
              <a:gd name="T42" fmla="*/ 7 w 165"/>
              <a:gd name="T43" fmla="*/ 50 h 165"/>
              <a:gd name="T44" fmla="*/ 19 w 165"/>
              <a:gd name="T45" fmla="*/ 57 h 165"/>
              <a:gd name="T46" fmla="*/ 15 w 165"/>
              <a:gd name="T47" fmla="*/ 74 h 165"/>
              <a:gd name="T48" fmla="*/ 0 w 165"/>
              <a:gd name="T49" fmla="*/ 74 h 165"/>
              <a:gd name="T50" fmla="*/ 0 w 165"/>
              <a:gd name="T51" fmla="*/ 92 h 165"/>
              <a:gd name="T52" fmla="*/ 15 w 165"/>
              <a:gd name="T53" fmla="*/ 92 h 165"/>
              <a:gd name="T54" fmla="*/ 19 w 165"/>
              <a:gd name="T55" fmla="*/ 109 h 165"/>
              <a:gd name="T56" fmla="*/ 7 w 165"/>
              <a:gd name="T57" fmla="*/ 116 h 165"/>
              <a:gd name="T58" fmla="*/ 16 w 165"/>
              <a:gd name="T59" fmla="*/ 132 h 165"/>
              <a:gd name="T60" fmla="*/ 28 w 165"/>
              <a:gd name="T61" fmla="*/ 125 h 165"/>
              <a:gd name="T62" fmla="*/ 41 w 165"/>
              <a:gd name="T63" fmla="*/ 137 h 165"/>
              <a:gd name="T64" fmla="*/ 33 w 165"/>
              <a:gd name="T65" fmla="*/ 150 h 165"/>
              <a:gd name="T66" fmla="*/ 49 w 165"/>
              <a:gd name="T67" fmla="*/ 159 h 165"/>
              <a:gd name="T68" fmla="*/ 57 w 165"/>
              <a:gd name="T69" fmla="*/ 146 h 165"/>
              <a:gd name="T70" fmla="*/ 73 w 165"/>
              <a:gd name="T71" fmla="*/ 151 h 165"/>
              <a:gd name="T72" fmla="*/ 73 w 165"/>
              <a:gd name="T73" fmla="*/ 165 h 165"/>
              <a:gd name="T74" fmla="*/ 92 w 165"/>
              <a:gd name="T75" fmla="*/ 165 h 165"/>
              <a:gd name="T76" fmla="*/ 92 w 165"/>
              <a:gd name="T77" fmla="*/ 151 h 165"/>
              <a:gd name="T78" fmla="*/ 109 w 165"/>
              <a:gd name="T79" fmla="*/ 146 h 165"/>
              <a:gd name="T80" fmla="*/ 116 w 165"/>
              <a:gd name="T81" fmla="*/ 159 h 165"/>
              <a:gd name="T82" fmla="*/ 132 w 165"/>
              <a:gd name="T83" fmla="*/ 150 h 165"/>
              <a:gd name="T84" fmla="*/ 125 w 165"/>
              <a:gd name="T85" fmla="*/ 137 h 165"/>
              <a:gd name="T86" fmla="*/ 137 w 165"/>
              <a:gd name="T87" fmla="*/ 125 h 165"/>
              <a:gd name="T88" fmla="*/ 149 w 165"/>
              <a:gd name="T89" fmla="*/ 132 h 165"/>
              <a:gd name="T90" fmla="*/ 159 w 165"/>
              <a:gd name="T91" fmla="*/ 116 h 165"/>
              <a:gd name="T92" fmla="*/ 146 w 165"/>
              <a:gd name="T93" fmla="*/ 109 h 165"/>
              <a:gd name="T94" fmla="*/ 151 w 165"/>
              <a:gd name="T95" fmla="*/ 92 h 165"/>
              <a:gd name="T96" fmla="*/ 165 w 165"/>
              <a:gd name="T97" fmla="*/ 92 h 165"/>
              <a:gd name="T98" fmla="*/ 41 w 165"/>
              <a:gd name="T99" fmla="*/ 83 h 165"/>
              <a:gd name="T100" fmla="*/ 83 w 165"/>
              <a:gd name="T101" fmla="*/ 41 h 165"/>
              <a:gd name="T102" fmla="*/ 124 w 165"/>
              <a:gd name="T103" fmla="*/ 83 h 165"/>
              <a:gd name="T104" fmla="*/ 83 w 165"/>
              <a:gd name="T105" fmla="*/ 124 h 165"/>
              <a:gd name="T106" fmla="*/ 41 w 165"/>
              <a:gd name="T107" fmla="*/ 8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5" h="165">
                <a:moveTo>
                  <a:pt x="165" y="92"/>
                </a:moveTo>
                <a:cubicBezTo>
                  <a:pt x="165" y="74"/>
                  <a:pt x="165" y="74"/>
                  <a:pt x="165" y="74"/>
                </a:cubicBezTo>
                <a:cubicBezTo>
                  <a:pt x="151" y="74"/>
                  <a:pt x="151" y="74"/>
                  <a:pt x="151" y="74"/>
                </a:cubicBezTo>
                <a:cubicBezTo>
                  <a:pt x="150" y="68"/>
                  <a:pt x="148" y="62"/>
                  <a:pt x="146" y="57"/>
                </a:cubicBezTo>
                <a:cubicBezTo>
                  <a:pt x="159" y="50"/>
                  <a:pt x="159" y="50"/>
                  <a:pt x="159" y="50"/>
                </a:cubicBezTo>
                <a:cubicBezTo>
                  <a:pt x="149" y="34"/>
                  <a:pt x="149" y="34"/>
                  <a:pt x="149" y="34"/>
                </a:cubicBezTo>
                <a:cubicBezTo>
                  <a:pt x="137" y="41"/>
                  <a:pt x="137" y="41"/>
                  <a:pt x="137" y="41"/>
                </a:cubicBezTo>
                <a:cubicBezTo>
                  <a:pt x="133" y="36"/>
                  <a:pt x="129" y="32"/>
                  <a:pt x="125" y="29"/>
                </a:cubicBezTo>
                <a:cubicBezTo>
                  <a:pt x="132" y="16"/>
                  <a:pt x="132" y="16"/>
                  <a:pt x="132" y="16"/>
                </a:cubicBezTo>
                <a:cubicBezTo>
                  <a:pt x="116" y="7"/>
                  <a:pt x="116" y="7"/>
                  <a:pt x="116" y="7"/>
                </a:cubicBezTo>
                <a:cubicBezTo>
                  <a:pt x="109" y="19"/>
                  <a:pt x="109" y="19"/>
                  <a:pt x="109" y="19"/>
                </a:cubicBezTo>
                <a:cubicBezTo>
                  <a:pt x="103" y="17"/>
                  <a:pt x="98" y="16"/>
                  <a:pt x="92" y="15"/>
                </a:cubicBezTo>
                <a:cubicBezTo>
                  <a:pt x="92" y="0"/>
                  <a:pt x="92" y="0"/>
                  <a:pt x="92" y="0"/>
                </a:cubicBezTo>
                <a:cubicBezTo>
                  <a:pt x="73" y="0"/>
                  <a:pt x="73" y="0"/>
                  <a:pt x="73" y="0"/>
                </a:cubicBezTo>
                <a:cubicBezTo>
                  <a:pt x="73" y="15"/>
                  <a:pt x="73" y="15"/>
                  <a:pt x="73" y="15"/>
                </a:cubicBezTo>
                <a:cubicBezTo>
                  <a:pt x="68" y="16"/>
                  <a:pt x="62" y="17"/>
                  <a:pt x="56" y="19"/>
                </a:cubicBezTo>
                <a:cubicBezTo>
                  <a:pt x="49" y="7"/>
                  <a:pt x="49" y="7"/>
                  <a:pt x="49" y="7"/>
                </a:cubicBezTo>
                <a:cubicBezTo>
                  <a:pt x="33" y="16"/>
                  <a:pt x="33" y="16"/>
                  <a:pt x="33" y="16"/>
                </a:cubicBezTo>
                <a:cubicBezTo>
                  <a:pt x="41" y="29"/>
                  <a:pt x="41" y="29"/>
                  <a:pt x="41" y="29"/>
                </a:cubicBezTo>
                <a:cubicBezTo>
                  <a:pt x="36" y="32"/>
                  <a:pt x="32" y="36"/>
                  <a:pt x="28" y="41"/>
                </a:cubicBezTo>
                <a:cubicBezTo>
                  <a:pt x="16" y="34"/>
                  <a:pt x="16" y="34"/>
                  <a:pt x="16" y="34"/>
                </a:cubicBezTo>
                <a:cubicBezTo>
                  <a:pt x="7" y="50"/>
                  <a:pt x="7" y="50"/>
                  <a:pt x="7" y="50"/>
                </a:cubicBezTo>
                <a:cubicBezTo>
                  <a:pt x="19" y="57"/>
                  <a:pt x="19" y="57"/>
                  <a:pt x="19" y="57"/>
                </a:cubicBezTo>
                <a:cubicBezTo>
                  <a:pt x="17" y="62"/>
                  <a:pt x="15" y="68"/>
                  <a:pt x="15" y="74"/>
                </a:cubicBezTo>
                <a:cubicBezTo>
                  <a:pt x="0" y="74"/>
                  <a:pt x="0" y="74"/>
                  <a:pt x="0" y="74"/>
                </a:cubicBezTo>
                <a:cubicBezTo>
                  <a:pt x="0" y="92"/>
                  <a:pt x="0" y="92"/>
                  <a:pt x="0" y="92"/>
                </a:cubicBezTo>
                <a:cubicBezTo>
                  <a:pt x="15" y="92"/>
                  <a:pt x="15" y="92"/>
                  <a:pt x="15" y="92"/>
                </a:cubicBezTo>
                <a:cubicBezTo>
                  <a:pt x="15" y="98"/>
                  <a:pt x="17" y="104"/>
                  <a:pt x="19" y="109"/>
                </a:cubicBezTo>
                <a:cubicBezTo>
                  <a:pt x="7" y="116"/>
                  <a:pt x="7" y="116"/>
                  <a:pt x="7" y="116"/>
                </a:cubicBezTo>
                <a:cubicBezTo>
                  <a:pt x="16" y="132"/>
                  <a:pt x="16" y="132"/>
                  <a:pt x="16" y="132"/>
                </a:cubicBezTo>
                <a:cubicBezTo>
                  <a:pt x="28" y="125"/>
                  <a:pt x="28" y="125"/>
                  <a:pt x="28" y="125"/>
                </a:cubicBezTo>
                <a:cubicBezTo>
                  <a:pt x="32" y="129"/>
                  <a:pt x="36" y="134"/>
                  <a:pt x="41" y="137"/>
                </a:cubicBezTo>
                <a:cubicBezTo>
                  <a:pt x="33" y="150"/>
                  <a:pt x="33" y="150"/>
                  <a:pt x="33" y="150"/>
                </a:cubicBezTo>
                <a:cubicBezTo>
                  <a:pt x="49" y="159"/>
                  <a:pt x="49" y="159"/>
                  <a:pt x="49" y="159"/>
                </a:cubicBezTo>
                <a:cubicBezTo>
                  <a:pt x="57" y="146"/>
                  <a:pt x="57" y="146"/>
                  <a:pt x="57" y="146"/>
                </a:cubicBezTo>
                <a:cubicBezTo>
                  <a:pt x="62" y="149"/>
                  <a:pt x="68" y="150"/>
                  <a:pt x="73" y="151"/>
                </a:cubicBezTo>
                <a:cubicBezTo>
                  <a:pt x="73" y="165"/>
                  <a:pt x="73" y="165"/>
                  <a:pt x="73" y="165"/>
                </a:cubicBezTo>
                <a:cubicBezTo>
                  <a:pt x="92" y="165"/>
                  <a:pt x="92" y="165"/>
                  <a:pt x="92" y="165"/>
                </a:cubicBezTo>
                <a:cubicBezTo>
                  <a:pt x="92" y="151"/>
                  <a:pt x="92" y="151"/>
                  <a:pt x="92" y="151"/>
                </a:cubicBezTo>
                <a:cubicBezTo>
                  <a:pt x="98" y="150"/>
                  <a:pt x="103" y="149"/>
                  <a:pt x="109" y="146"/>
                </a:cubicBezTo>
                <a:cubicBezTo>
                  <a:pt x="116" y="159"/>
                  <a:pt x="116" y="159"/>
                  <a:pt x="116" y="159"/>
                </a:cubicBezTo>
                <a:cubicBezTo>
                  <a:pt x="132" y="150"/>
                  <a:pt x="132" y="150"/>
                  <a:pt x="132" y="150"/>
                </a:cubicBezTo>
                <a:cubicBezTo>
                  <a:pt x="125" y="137"/>
                  <a:pt x="125" y="137"/>
                  <a:pt x="125" y="137"/>
                </a:cubicBezTo>
                <a:cubicBezTo>
                  <a:pt x="129" y="134"/>
                  <a:pt x="133" y="129"/>
                  <a:pt x="137" y="125"/>
                </a:cubicBezTo>
                <a:cubicBezTo>
                  <a:pt x="149" y="132"/>
                  <a:pt x="149" y="132"/>
                  <a:pt x="149" y="132"/>
                </a:cubicBezTo>
                <a:cubicBezTo>
                  <a:pt x="159" y="116"/>
                  <a:pt x="159" y="116"/>
                  <a:pt x="159" y="116"/>
                </a:cubicBezTo>
                <a:cubicBezTo>
                  <a:pt x="146" y="109"/>
                  <a:pt x="146" y="109"/>
                  <a:pt x="146" y="109"/>
                </a:cubicBezTo>
                <a:cubicBezTo>
                  <a:pt x="148" y="104"/>
                  <a:pt x="150" y="98"/>
                  <a:pt x="151" y="92"/>
                </a:cubicBezTo>
                <a:lnTo>
                  <a:pt x="165" y="92"/>
                </a:lnTo>
                <a:close/>
                <a:moveTo>
                  <a:pt x="41" y="83"/>
                </a:moveTo>
                <a:cubicBezTo>
                  <a:pt x="41" y="60"/>
                  <a:pt x="60" y="41"/>
                  <a:pt x="83" y="41"/>
                </a:cubicBezTo>
                <a:cubicBezTo>
                  <a:pt x="106" y="41"/>
                  <a:pt x="124" y="60"/>
                  <a:pt x="124" y="83"/>
                </a:cubicBezTo>
                <a:cubicBezTo>
                  <a:pt x="124" y="106"/>
                  <a:pt x="106" y="124"/>
                  <a:pt x="83" y="124"/>
                </a:cubicBezTo>
                <a:cubicBezTo>
                  <a:pt x="60" y="124"/>
                  <a:pt x="41" y="106"/>
                  <a:pt x="41" y="8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102" name="组合 101"/>
          <p:cNvGrpSpPr/>
          <p:nvPr/>
        </p:nvGrpSpPr>
        <p:grpSpPr>
          <a:xfrm>
            <a:off x="5150982" y="5309637"/>
            <a:ext cx="513484" cy="556274"/>
            <a:chOff x="5150982" y="5309637"/>
            <a:chExt cx="253728" cy="274872"/>
          </a:xfrm>
        </p:grpSpPr>
        <p:sp>
          <p:nvSpPr>
            <p:cNvPr id="39" name="Freeform 41"/>
            <p:cNvSpPr>
              <a:spLocks/>
            </p:cNvSpPr>
            <p:nvPr/>
          </p:nvSpPr>
          <p:spPr bwMode="auto">
            <a:xfrm>
              <a:off x="5150982" y="5309637"/>
              <a:ext cx="249029" cy="142135"/>
            </a:xfrm>
            <a:custGeom>
              <a:avLst/>
              <a:gdLst>
                <a:gd name="T0" fmla="*/ 39 w 140"/>
                <a:gd name="T1" fmla="*/ 43 h 80"/>
                <a:gd name="T2" fmla="*/ 99 w 140"/>
                <a:gd name="T3" fmla="*/ 38 h 80"/>
                <a:gd name="T4" fmla="*/ 85 w 140"/>
                <a:gd name="T5" fmla="*/ 51 h 80"/>
                <a:gd name="T6" fmla="*/ 88 w 140"/>
                <a:gd name="T7" fmla="*/ 61 h 80"/>
                <a:gd name="T8" fmla="*/ 122 w 140"/>
                <a:gd name="T9" fmla="*/ 62 h 80"/>
                <a:gd name="T10" fmla="*/ 125 w 140"/>
                <a:gd name="T11" fmla="*/ 62 h 80"/>
                <a:gd name="T12" fmla="*/ 129 w 140"/>
                <a:gd name="T13" fmla="*/ 62 h 80"/>
                <a:gd name="T14" fmla="*/ 135 w 140"/>
                <a:gd name="T15" fmla="*/ 62 h 80"/>
                <a:gd name="T16" fmla="*/ 139 w 140"/>
                <a:gd name="T17" fmla="*/ 59 h 80"/>
                <a:gd name="T18" fmla="*/ 140 w 140"/>
                <a:gd name="T19" fmla="*/ 12 h 80"/>
                <a:gd name="T20" fmla="*/ 131 w 140"/>
                <a:gd name="T21" fmla="*/ 9 h 80"/>
                <a:gd name="T22" fmla="*/ 117 w 140"/>
                <a:gd name="T23" fmla="*/ 21 h 80"/>
                <a:gd name="T24" fmla="*/ 23 w 140"/>
                <a:gd name="T25" fmla="*/ 26 h 80"/>
                <a:gd name="T26" fmla="*/ 0 w 140"/>
                <a:gd name="T27" fmla="*/ 80 h 80"/>
                <a:gd name="T28" fmla="*/ 24 w 140"/>
                <a:gd name="T29" fmla="*/ 80 h 80"/>
                <a:gd name="T30" fmla="*/ 39 w 140"/>
                <a:gd name="T31" fmla="*/ 43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0" h="80">
                  <a:moveTo>
                    <a:pt x="39" y="43"/>
                  </a:moveTo>
                  <a:cubicBezTo>
                    <a:pt x="56" y="28"/>
                    <a:pt x="80" y="26"/>
                    <a:pt x="99" y="38"/>
                  </a:cubicBezTo>
                  <a:cubicBezTo>
                    <a:pt x="92" y="44"/>
                    <a:pt x="85" y="51"/>
                    <a:pt x="85" y="51"/>
                  </a:cubicBezTo>
                  <a:cubicBezTo>
                    <a:pt x="80" y="57"/>
                    <a:pt x="85" y="61"/>
                    <a:pt x="88" y="61"/>
                  </a:cubicBezTo>
                  <a:cubicBezTo>
                    <a:pt x="122" y="62"/>
                    <a:pt x="122" y="62"/>
                    <a:pt x="122" y="62"/>
                  </a:cubicBezTo>
                  <a:cubicBezTo>
                    <a:pt x="124" y="62"/>
                    <a:pt x="125" y="62"/>
                    <a:pt x="125" y="62"/>
                  </a:cubicBezTo>
                  <a:cubicBezTo>
                    <a:pt x="129" y="62"/>
                    <a:pt x="129" y="62"/>
                    <a:pt x="129" y="62"/>
                  </a:cubicBezTo>
                  <a:cubicBezTo>
                    <a:pt x="135" y="62"/>
                    <a:pt x="135" y="62"/>
                    <a:pt x="135" y="62"/>
                  </a:cubicBezTo>
                  <a:cubicBezTo>
                    <a:pt x="137" y="62"/>
                    <a:pt x="138" y="61"/>
                    <a:pt x="139" y="59"/>
                  </a:cubicBezTo>
                  <a:cubicBezTo>
                    <a:pt x="140" y="12"/>
                    <a:pt x="140" y="12"/>
                    <a:pt x="140" y="12"/>
                  </a:cubicBezTo>
                  <a:cubicBezTo>
                    <a:pt x="140" y="8"/>
                    <a:pt x="136" y="4"/>
                    <a:pt x="131" y="9"/>
                  </a:cubicBezTo>
                  <a:cubicBezTo>
                    <a:pt x="131" y="9"/>
                    <a:pt x="122" y="16"/>
                    <a:pt x="117" y="21"/>
                  </a:cubicBezTo>
                  <a:cubicBezTo>
                    <a:pt x="89" y="0"/>
                    <a:pt x="49" y="1"/>
                    <a:pt x="23" y="26"/>
                  </a:cubicBezTo>
                  <a:cubicBezTo>
                    <a:pt x="7" y="40"/>
                    <a:pt x="0" y="60"/>
                    <a:pt x="0" y="80"/>
                  </a:cubicBezTo>
                  <a:cubicBezTo>
                    <a:pt x="24" y="80"/>
                    <a:pt x="24" y="80"/>
                    <a:pt x="24" y="80"/>
                  </a:cubicBezTo>
                  <a:cubicBezTo>
                    <a:pt x="24" y="67"/>
                    <a:pt x="29" y="53"/>
                    <a:pt x="39" y="4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42"/>
            <p:cNvSpPr>
              <a:spLocks/>
            </p:cNvSpPr>
            <p:nvPr/>
          </p:nvSpPr>
          <p:spPr bwMode="auto">
            <a:xfrm>
              <a:off x="5156856" y="5442374"/>
              <a:ext cx="247854" cy="142135"/>
            </a:xfrm>
            <a:custGeom>
              <a:avLst/>
              <a:gdLst>
                <a:gd name="T0" fmla="*/ 116 w 140"/>
                <a:gd name="T1" fmla="*/ 0 h 80"/>
                <a:gd name="T2" fmla="*/ 101 w 140"/>
                <a:gd name="T3" fmla="*/ 37 h 80"/>
                <a:gd name="T4" fmla="*/ 41 w 140"/>
                <a:gd name="T5" fmla="*/ 42 h 80"/>
                <a:gd name="T6" fmla="*/ 55 w 140"/>
                <a:gd name="T7" fmla="*/ 29 h 80"/>
                <a:gd name="T8" fmla="*/ 52 w 140"/>
                <a:gd name="T9" fmla="*/ 19 h 80"/>
                <a:gd name="T10" fmla="*/ 18 w 140"/>
                <a:gd name="T11" fmla="*/ 18 h 80"/>
                <a:gd name="T12" fmla="*/ 15 w 140"/>
                <a:gd name="T13" fmla="*/ 18 h 80"/>
                <a:gd name="T14" fmla="*/ 11 w 140"/>
                <a:gd name="T15" fmla="*/ 18 h 80"/>
                <a:gd name="T16" fmla="*/ 5 w 140"/>
                <a:gd name="T17" fmla="*/ 18 h 80"/>
                <a:gd name="T18" fmla="*/ 1 w 140"/>
                <a:gd name="T19" fmla="*/ 21 h 80"/>
                <a:gd name="T20" fmla="*/ 0 w 140"/>
                <a:gd name="T21" fmla="*/ 68 h 80"/>
                <a:gd name="T22" fmla="*/ 9 w 140"/>
                <a:gd name="T23" fmla="*/ 72 h 80"/>
                <a:gd name="T24" fmla="*/ 23 w 140"/>
                <a:gd name="T25" fmla="*/ 59 h 80"/>
                <a:gd name="T26" fmla="*/ 117 w 140"/>
                <a:gd name="T27" fmla="*/ 54 h 80"/>
                <a:gd name="T28" fmla="*/ 140 w 140"/>
                <a:gd name="T29" fmla="*/ 1 h 80"/>
                <a:gd name="T30" fmla="*/ 116 w 140"/>
                <a:gd name="T31"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0" h="80">
                  <a:moveTo>
                    <a:pt x="116" y="0"/>
                  </a:moveTo>
                  <a:cubicBezTo>
                    <a:pt x="116" y="13"/>
                    <a:pt x="111" y="27"/>
                    <a:pt x="101" y="37"/>
                  </a:cubicBezTo>
                  <a:cubicBezTo>
                    <a:pt x="84" y="52"/>
                    <a:pt x="59" y="54"/>
                    <a:pt x="41" y="42"/>
                  </a:cubicBezTo>
                  <a:cubicBezTo>
                    <a:pt x="48" y="36"/>
                    <a:pt x="55" y="29"/>
                    <a:pt x="55" y="29"/>
                  </a:cubicBezTo>
                  <a:cubicBezTo>
                    <a:pt x="60" y="23"/>
                    <a:pt x="55" y="19"/>
                    <a:pt x="52" y="19"/>
                  </a:cubicBezTo>
                  <a:cubicBezTo>
                    <a:pt x="18" y="18"/>
                    <a:pt x="18" y="18"/>
                    <a:pt x="18" y="18"/>
                  </a:cubicBezTo>
                  <a:cubicBezTo>
                    <a:pt x="16" y="18"/>
                    <a:pt x="15" y="18"/>
                    <a:pt x="15" y="18"/>
                  </a:cubicBezTo>
                  <a:cubicBezTo>
                    <a:pt x="11" y="18"/>
                    <a:pt x="11" y="18"/>
                    <a:pt x="11" y="18"/>
                  </a:cubicBezTo>
                  <a:cubicBezTo>
                    <a:pt x="5" y="18"/>
                    <a:pt x="5" y="18"/>
                    <a:pt x="5" y="18"/>
                  </a:cubicBezTo>
                  <a:cubicBezTo>
                    <a:pt x="3" y="18"/>
                    <a:pt x="1" y="19"/>
                    <a:pt x="1" y="21"/>
                  </a:cubicBezTo>
                  <a:cubicBezTo>
                    <a:pt x="0" y="68"/>
                    <a:pt x="0" y="68"/>
                    <a:pt x="0" y="68"/>
                  </a:cubicBezTo>
                  <a:cubicBezTo>
                    <a:pt x="0" y="72"/>
                    <a:pt x="4" y="76"/>
                    <a:pt x="9" y="72"/>
                  </a:cubicBezTo>
                  <a:cubicBezTo>
                    <a:pt x="9" y="72"/>
                    <a:pt x="18" y="64"/>
                    <a:pt x="23" y="59"/>
                  </a:cubicBezTo>
                  <a:cubicBezTo>
                    <a:pt x="51" y="80"/>
                    <a:pt x="91" y="79"/>
                    <a:pt x="117" y="54"/>
                  </a:cubicBezTo>
                  <a:cubicBezTo>
                    <a:pt x="133" y="40"/>
                    <a:pt x="140" y="20"/>
                    <a:pt x="140" y="1"/>
                  </a:cubicBezTo>
                  <a:cubicBezTo>
                    <a:pt x="116" y="0"/>
                    <a:pt x="116" y="0"/>
                    <a:pt x="11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41" name="Freeform 43"/>
          <p:cNvSpPr>
            <a:spLocks noEditPoints="1"/>
          </p:cNvSpPr>
          <p:nvPr/>
        </p:nvSpPr>
        <p:spPr bwMode="auto">
          <a:xfrm>
            <a:off x="4381578" y="3264546"/>
            <a:ext cx="385434" cy="556974"/>
          </a:xfrm>
          <a:custGeom>
            <a:avLst/>
            <a:gdLst>
              <a:gd name="T0" fmla="*/ 0 w 120"/>
              <a:gd name="T1" fmla="*/ 168 h 174"/>
              <a:gd name="T2" fmla="*/ 114 w 120"/>
              <a:gd name="T3" fmla="*/ 174 h 174"/>
              <a:gd name="T4" fmla="*/ 120 w 120"/>
              <a:gd name="T5" fmla="*/ 54 h 174"/>
              <a:gd name="T6" fmla="*/ 114 w 120"/>
              <a:gd name="T7" fmla="*/ 1 h 174"/>
              <a:gd name="T8" fmla="*/ 0 w 120"/>
              <a:gd name="T9" fmla="*/ 6 h 174"/>
              <a:gd name="T10" fmla="*/ 26 w 120"/>
              <a:gd name="T11" fmla="*/ 162 h 174"/>
              <a:gd name="T12" fmla="*/ 12 w 120"/>
              <a:gd name="T13" fmla="*/ 148 h 174"/>
              <a:gd name="T14" fmla="*/ 27 w 120"/>
              <a:gd name="T15" fmla="*/ 148 h 174"/>
              <a:gd name="T16" fmla="*/ 26 w 120"/>
              <a:gd name="T17" fmla="*/ 135 h 174"/>
              <a:gd name="T18" fmla="*/ 12 w 120"/>
              <a:gd name="T19" fmla="*/ 121 h 174"/>
              <a:gd name="T20" fmla="*/ 27 w 120"/>
              <a:gd name="T21" fmla="*/ 121 h 174"/>
              <a:gd name="T22" fmla="*/ 26 w 120"/>
              <a:gd name="T23" fmla="*/ 108 h 174"/>
              <a:gd name="T24" fmla="*/ 12 w 120"/>
              <a:gd name="T25" fmla="*/ 94 h 174"/>
              <a:gd name="T26" fmla="*/ 27 w 120"/>
              <a:gd name="T27" fmla="*/ 94 h 174"/>
              <a:gd name="T28" fmla="*/ 53 w 120"/>
              <a:gd name="T29" fmla="*/ 162 h 174"/>
              <a:gd name="T30" fmla="*/ 39 w 120"/>
              <a:gd name="T31" fmla="*/ 148 h 174"/>
              <a:gd name="T32" fmla="*/ 54 w 120"/>
              <a:gd name="T33" fmla="*/ 148 h 174"/>
              <a:gd name="T34" fmla="*/ 53 w 120"/>
              <a:gd name="T35" fmla="*/ 135 h 174"/>
              <a:gd name="T36" fmla="*/ 39 w 120"/>
              <a:gd name="T37" fmla="*/ 121 h 174"/>
              <a:gd name="T38" fmla="*/ 54 w 120"/>
              <a:gd name="T39" fmla="*/ 121 h 174"/>
              <a:gd name="T40" fmla="*/ 53 w 120"/>
              <a:gd name="T41" fmla="*/ 108 h 174"/>
              <a:gd name="T42" fmla="*/ 39 w 120"/>
              <a:gd name="T43" fmla="*/ 94 h 174"/>
              <a:gd name="T44" fmla="*/ 54 w 120"/>
              <a:gd name="T45" fmla="*/ 94 h 174"/>
              <a:gd name="T46" fmla="*/ 53 w 120"/>
              <a:gd name="T47" fmla="*/ 81 h 174"/>
              <a:gd name="T48" fmla="*/ 12 w 120"/>
              <a:gd name="T49" fmla="*/ 67 h 174"/>
              <a:gd name="T50" fmla="*/ 54 w 120"/>
              <a:gd name="T51" fmla="*/ 67 h 174"/>
              <a:gd name="T52" fmla="*/ 80 w 120"/>
              <a:gd name="T53" fmla="*/ 162 h 174"/>
              <a:gd name="T54" fmla="*/ 67 w 120"/>
              <a:gd name="T55" fmla="*/ 148 h 174"/>
              <a:gd name="T56" fmla="*/ 81 w 120"/>
              <a:gd name="T57" fmla="*/ 148 h 174"/>
              <a:gd name="T58" fmla="*/ 80 w 120"/>
              <a:gd name="T59" fmla="*/ 135 h 174"/>
              <a:gd name="T60" fmla="*/ 67 w 120"/>
              <a:gd name="T61" fmla="*/ 121 h 174"/>
              <a:gd name="T62" fmla="*/ 81 w 120"/>
              <a:gd name="T63" fmla="*/ 121 h 174"/>
              <a:gd name="T64" fmla="*/ 80 w 120"/>
              <a:gd name="T65" fmla="*/ 108 h 174"/>
              <a:gd name="T66" fmla="*/ 67 w 120"/>
              <a:gd name="T67" fmla="*/ 94 h 174"/>
              <a:gd name="T68" fmla="*/ 81 w 120"/>
              <a:gd name="T69" fmla="*/ 94 h 174"/>
              <a:gd name="T70" fmla="*/ 80 w 120"/>
              <a:gd name="T71" fmla="*/ 81 h 174"/>
              <a:gd name="T72" fmla="*/ 67 w 120"/>
              <a:gd name="T73" fmla="*/ 67 h 174"/>
              <a:gd name="T74" fmla="*/ 81 w 120"/>
              <a:gd name="T75" fmla="*/ 67 h 174"/>
              <a:gd name="T76" fmla="*/ 107 w 120"/>
              <a:gd name="T77" fmla="*/ 162 h 174"/>
              <a:gd name="T78" fmla="*/ 94 w 120"/>
              <a:gd name="T79" fmla="*/ 148 h 174"/>
              <a:gd name="T80" fmla="*/ 108 w 120"/>
              <a:gd name="T81" fmla="*/ 148 h 174"/>
              <a:gd name="T82" fmla="*/ 107 w 120"/>
              <a:gd name="T83" fmla="*/ 135 h 174"/>
              <a:gd name="T84" fmla="*/ 94 w 120"/>
              <a:gd name="T85" fmla="*/ 121 h 174"/>
              <a:gd name="T86" fmla="*/ 108 w 120"/>
              <a:gd name="T87" fmla="*/ 121 h 174"/>
              <a:gd name="T88" fmla="*/ 107 w 120"/>
              <a:gd name="T89" fmla="*/ 108 h 174"/>
              <a:gd name="T90" fmla="*/ 94 w 120"/>
              <a:gd name="T91" fmla="*/ 94 h 174"/>
              <a:gd name="T92" fmla="*/ 108 w 120"/>
              <a:gd name="T93" fmla="*/ 94 h 174"/>
              <a:gd name="T94" fmla="*/ 107 w 120"/>
              <a:gd name="T95" fmla="*/ 81 h 174"/>
              <a:gd name="T96" fmla="*/ 94 w 120"/>
              <a:gd name="T97" fmla="*/ 67 h 174"/>
              <a:gd name="T98" fmla="*/ 108 w 120"/>
              <a:gd name="T99" fmla="*/ 67 h 174"/>
              <a:gd name="T100" fmla="*/ 11 w 120"/>
              <a:gd name="T101" fmla="*/ 11 h 174"/>
              <a:gd name="T102" fmla="*/ 110 w 120"/>
              <a:gd name="T103" fmla="*/ 11 h 174"/>
              <a:gd name="T104" fmla="*/ 110 w 120"/>
              <a:gd name="T105" fmla="*/ 43 h 174"/>
              <a:gd name="T106" fmla="*/ 11 w 120"/>
              <a:gd name="T107" fmla="*/ 43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0" h="174">
                <a:moveTo>
                  <a:pt x="0" y="52"/>
                </a:moveTo>
                <a:cubicBezTo>
                  <a:pt x="0" y="54"/>
                  <a:pt x="0" y="54"/>
                  <a:pt x="0" y="54"/>
                </a:cubicBezTo>
                <a:cubicBezTo>
                  <a:pt x="0" y="168"/>
                  <a:pt x="0" y="168"/>
                  <a:pt x="0" y="168"/>
                </a:cubicBezTo>
                <a:cubicBezTo>
                  <a:pt x="0" y="170"/>
                  <a:pt x="1" y="171"/>
                  <a:pt x="2" y="172"/>
                </a:cubicBezTo>
                <a:cubicBezTo>
                  <a:pt x="3" y="173"/>
                  <a:pt x="4" y="174"/>
                  <a:pt x="6" y="174"/>
                </a:cubicBezTo>
                <a:cubicBezTo>
                  <a:pt x="114" y="174"/>
                  <a:pt x="114" y="174"/>
                  <a:pt x="114" y="174"/>
                </a:cubicBezTo>
                <a:cubicBezTo>
                  <a:pt x="116" y="174"/>
                  <a:pt x="117" y="173"/>
                  <a:pt x="118" y="172"/>
                </a:cubicBezTo>
                <a:cubicBezTo>
                  <a:pt x="119" y="171"/>
                  <a:pt x="120" y="170"/>
                  <a:pt x="120" y="168"/>
                </a:cubicBezTo>
                <a:cubicBezTo>
                  <a:pt x="120" y="54"/>
                  <a:pt x="120" y="54"/>
                  <a:pt x="120" y="54"/>
                </a:cubicBezTo>
                <a:cubicBezTo>
                  <a:pt x="120" y="6"/>
                  <a:pt x="120" y="6"/>
                  <a:pt x="120" y="6"/>
                </a:cubicBezTo>
                <a:cubicBezTo>
                  <a:pt x="120" y="5"/>
                  <a:pt x="119" y="3"/>
                  <a:pt x="118" y="2"/>
                </a:cubicBezTo>
                <a:cubicBezTo>
                  <a:pt x="117" y="1"/>
                  <a:pt x="116" y="1"/>
                  <a:pt x="114" y="1"/>
                </a:cubicBezTo>
                <a:cubicBezTo>
                  <a:pt x="6" y="0"/>
                  <a:pt x="6" y="0"/>
                  <a:pt x="6" y="0"/>
                </a:cubicBezTo>
                <a:cubicBezTo>
                  <a:pt x="4" y="0"/>
                  <a:pt x="3" y="1"/>
                  <a:pt x="2" y="2"/>
                </a:cubicBezTo>
                <a:cubicBezTo>
                  <a:pt x="1" y="3"/>
                  <a:pt x="0" y="5"/>
                  <a:pt x="0" y="6"/>
                </a:cubicBezTo>
                <a:cubicBezTo>
                  <a:pt x="0" y="52"/>
                  <a:pt x="0" y="52"/>
                  <a:pt x="0" y="52"/>
                </a:cubicBezTo>
                <a:close/>
                <a:moveTo>
                  <a:pt x="27" y="161"/>
                </a:moveTo>
                <a:cubicBezTo>
                  <a:pt x="27" y="161"/>
                  <a:pt x="27" y="162"/>
                  <a:pt x="26" y="162"/>
                </a:cubicBezTo>
                <a:cubicBezTo>
                  <a:pt x="13" y="162"/>
                  <a:pt x="13" y="162"/>
                  <a:pt x="13" y="162"/>
                </a:cubicBezTo>
                <a:cubicBezTo>
                  <a:pt x="13" y="162"/>
                  <a:pt x="12" y="161"/>
                  <a:pt x="12" y="161"/>
                </a:cubicBezTo>
                <a:cubicBezTo>
                  <a:pt x="12" y="148"/>
                  <a:pt x="12" y="148"/>
                  <a:pt x="12" y="148"/>
                </a:cubicBezTo>
                <a:cubicBezTo>
                  <a:pt x="12" y="147"/>
                  <a:pt x="13" y="147"/>
                  <a:pt x="13" y="147"/>
                </a:cubicBezTo>
                <a:cubicBezTo>
                  <a:pt x="26" y="147"/>
                  <a:pt x="26" y="147"/>
                  <a:pt x="26" y="147"/>
                </a:cubicBezTo>
                <a:cubicBezTo>
                  <a:pt x="27" y="147"/>
                  <a:pt x="27" y="147"/>
                  <a:pt x="27" y="148"/>
                </a:cubicBezTo>
                <a:lnTo>
                  <a:pt x="27" y="161"/>
                </a:lnTo>
                <a:close/>
                <a:moveTo>
                  <a:pt x="27" y="134"/>
                </a:moveTo>
                <a:cubicBezTo>
                  <a:pt x="27" y="134"/>
                  <a:pt x="27" y="135"/>
                  <a:pt x="26" y="135"/>
                </a:cubicBezTo>
                <a:cubicBezTo>
                  <a:pt x="13" y="135"/>
                  <a:pt x="13" y="135"/>
                  <a:pt x="13" y="135"/>
                </a:cubicBezTo>
                <a:cubicBezTo>
                  <a:pt x="13" y="135"/>
                  <a:pt x="12" y="134"/>
                  <a:pt x="12" y="134"/>
                </a:cubicBezTo>
                <a:cubicBezTo>
                  <a:pt x="12" y="121"/>
                  <a:pt x="12" y="121"/>
                  <a:pt x="12" y="121"/>
                </a:cubicBezTo>
                <a:cubicBezTo>
                  <a:pt x="12" y="120"/>
                  <a:pt x="13" y="120"/>
                  <a:pt x="13" y="120"/>
                </a:cubicBezTo>
                <a:cubicBezTo>
                  <a:pt x="26" y="120"/>
                  <a:pt x="26" y="120"/>
                  <a:pt x="26" y="120"/>
                </a:cubicBezTo>
                <a:cubicBezTo>
                  <a:pt x="27" y="120"/>
                  <a:pt x="27" y="120"/>
                  <a:pt x="27" y="121"/>
                </a:cubicBezTo>
                <a:lnTo>
                  <a:pt x="27" y="134"/>
                </a:lnTo>
                <a:close/>
                <a:moveTo>
                  <a:pt x="27" y="107"/>
                </a:moveTo>
                <a:cubicBezTo>
                  <a:pt x="27" y="107"/>
                  <a:pt x="27" y="108"/>
                  <a:pt x="26" y="108"/>
                </a:cubicBezTo>
                <a:cubicBezTo>
                  <a:pt x="13" y="108"/>
                  <a:pt x="13" y="108"/>
                  <a:pt x="13" y="108"/>
                </a:cubicBezTo>
                <a:cubicBezTo>
                  <a:pt x="13" y="108"/>
                  <a:pt x="12" y="107"/>
                  <a:pt x="12" y="107"/>
                </a:cubicBezTo>
                <a:cubicBezTo>
                  <a:pt x="12" y="94"/>
                  <a:pt x="12" y="94"/>
                  <a:pt x="12" y="94"/>
                </a:cubicBezTo>
                <a:cubicBezTo>
                  <a:pt x="12" y="93"/>
                  <a:pt x="13" y="93"/>
                  <a:pt x="13" y="93"/>
                </a:cubicBezTo>
                <a:cubicBezTo>
                  <a:pt x="26" y="93"/>
                  <a:pt x="26" y="93"/>
                  <a:pt x="26" y="93"/>
                </a:cubicBezTo>
                <a:cubicBezTo>
                  <a:pt x="27" y="93"/>
                  <a:pt x="27" y="93"/>
                  <a:pt x="27" y="94"/>
                </a:cubicBezTo>
                <a:lnTo>
                  <a:pt x="27" y="107"/>
                </a:lnTo>
                <a:close/>
                <a:moveTo>
                  <a:pt x="54" y="161"/>
                </a:moveTo>
                <a:cubicBezTo>
                  <a:pt x="54" y="161"/>
                  <a:pt x="54" y="162"/>
                  <a:pt x="53" y="162"/>
                </a:cubicBezTo>
                <a:cubicBezTo>
                  <a:pt x="40" y="162"/>
                  <a:pt x="40" y="162"/>
                  <a:pt x="40" y="162"/>
                </a:cubicBezTo>
                <a:cubicBezTo>
                  <a:pt x="40" y="162"/>
                  <a:pt x="39" y="161"/>
                  <a:pt x="39" y="161"/>
                </a:cubicBezTo>
                <a:cubicBezTo>
                  <a:pt x="39" y="148"/>
                  <a:pt x="39" y="148"/>
                  <a:pt x="39" y="148"/>
                </a:cubicBezTo>
                <a:cubicBezTo>
                  <a:pt x="39" y="147"/>
                  <a:pt x="40" y="147"/>
                  <a:pt x="40" y="147"/>
                </a:cubicBezTo>
                <a:cubicBezTo>
                  <a:pt x="53" y="147"/>
                  <a:pt x="53" y="147"/>
                  <a:pt x="53" y="147"/>
                </a:cubicBezTo>
                <a:cubicBezTo>
                  <a:pt x="54" y="147"/>
                  <a:pt x="54" y="147"/>
                  <a:pt x="54" y="148"/>
                </a:cubicBezTo>
                <a:lnTo>
                  <a:pt x="54" y="161"/>
                </a:lnTo>
                <a:close/>
                <a:moveTo>
                  <a:pt x="54" y="134"/>
                </a:moveTo>
                <a:cubicBezTo>
                  <a:pt x="54" y="134"/>
                  <a:pt x="54" y="135"/>
                  <a:pt x="53" y="135"/>
                </a:cubicBezTo>
                <a:cubicBezTo>
                  <a:pt x="40" y="135"/>
                  <a:pt x="40" y="135"/>
                  <a:pt x="40" y="135"/>
                </a:cubicBezTo>
                <a:cubicBezTo>
                  <a:pt x="40" y="135"/>
                  <a:pt x="39" y="134"/>
                  <a:pt x="39" y="134"/>
                </a:cubicBezTo>
                <a:cubicBezTo>
                  <a:pt x="39" y="121"/>
                  <a:pt x="39" y="121"/>
                  <a:pt x="39" y="121"/>
                </a:cubicBezTo>
                <a:cubicBezTo>
                  <a:pt x="39" y="120"/>
                  <a:pt x="40" y="120"/>
                  <a:pt x="40" y="120"/>
                </a:cubicBezTo>
                <a:cubicBezTo>
                  <a:pt x="53" y="120"/>
                  <a:pt x="53" y="120"/>
                  <a:pt x="53" y="120"/>
                </a:cubicBezTo>
                <a:cubicBezTo>
                  <a:pt x="54" y="120"/>
                  <a:pt x="54" y="120"/>
                  <a:pt x="54" y="121"/>
                </a:cubicBezTo>
                <a:lnTo>
                  <a:pt x="54" y="134"/>
                </a:lnTo>
                <a:close/>
                <a:moveTo>
                  <a:pt x="54" y="107"/>
                </a:moveTo>
                <a:cubicBezTo>
                  <a:pt x="54" y="107"/>
                  <a:pt x="54" y="108"/>
                  <a:pt x="53" y="108"/>
                </a:cubicBezTo>
                <a:cubicBezTo>
                  <a:pt x="40" y="108"/>
                  <a:pt x="40" y="108"/>
                  <a:pt x="40" y="108"/>
                </a:cubicBezTo>
                <a:cubicBezTo>
                  <a:pt x="40" y="108"/>
                  <a:pt x="39" y="107"/>
                  <a:pt x="39" y="107"/>
                </a:cubicBezTo>
                <a:cubicBezTo>
                  <a:pt x="39" y="94"/>
                  <a:pt x="39" y="94"/>
                  <a:pt x="39" y="94"/>
                </a:cubicBezTo>
                <a:cubicBezTo>
                  <a:pt x="39" y="93"/>
                  <a:pt x="40" y="93"/>
                  <a:pt x="40" y="93"/>
                </a:cubicBezTo>
                <a:cubicBezTo>
                  <a:pt x="53" y="93"/>
                  <a:pt x="53" y="93"/>
                  <a:pt x="53" y="93"/>
                </a:cubicBezTo>
                <a:cubicBezTo>
                  <a:pt x="54" y="93"/>
                  <a:pt x="54" y="93"/>
                  <a:pt x="54" y="94"/>
                </a:cubicBezTo>
                <a:lnTo>
                  <a:pt x="54" y="107"/>
                </a:lnTo>
                <a:close/>
                <a:moveTo>
                  <a:pt x="54" y="80"/>
                </a:moveTo>
                <a:cubicBezTo>
                  <a:pt x="54" y="80"/>
                  <a:pt x="54" y="81"/>
                  <a:pt x="53" y="81"/>
                </a:cubicBezTo>
                <a:cubicBezTo>
                  <a:pt x="13" y="81"/>
                  <a:pt x="13" y="81"/>
                  <a:pt x="13" y="81"/>
                </a:cubicBezTo>
                <a:cubicBezTo>
                  <a:pt x="13" y="81"/>
                  <a:pt x="12" y="80"/>
                  <a:pt x="12" y="80"/>
                </a:cubicBezTo>
                <a:cubicBezTo>
                  <a:pt x="12" y="67"/>
                  <a:pt x="12" y="67"/>
                  <a:pt x="12" y="67"/>
                </a:cubicBezTo>
                <a:cubicBezTo>
                  <a:pt x="12" y="66"/>
                  <a:pt x="13" y="66"/>
                  <a:pt x="13" y="66"/>
                </a:cubicBezTo>
                <a:cubicBezTo>
                  <a:pt x="53" y="66"/>
                  <a:pt x="53" y="66"/>
                  <a:pt x="53" y="66"/>
                </a:cubicBezTo>
                <a:cubicBezTo>
                  <a:pt x="54" y="66"/>
                  <a:pt x="54" y="66"/>
                  <a:pt x="54" y="67"/>
                </a:cubicBezTo>
                <a:lnTo>
                  <a:pt x="54" y="80"/>
                </a:lnTo>
                <a:close/>
                <a:moveTo>
                  <a:pt x="81" y="161"/>
                </a:moveTo>
                <a:cubicBezTo>
                  <a:pt x="81" y="161"/>
                  <a:pt x="81" y="162"/>
                  <a:pt x="80" y="162"/>
                </a:cubicBezTo>
                <a:cubicBezTo>
                  <a:pt x="68" y="162"/>
                  <a:pt x="68" y="162"/>
                  <a:pt x="68" y="162"/>
                </a:cubicBezTo>
                <a:cubicBezTo>
                  <a:pt x="67" y="162"/>
                  <a:pt x="67" y="161"/>
                  <a:pt x="67" y="161"/>
                </a:cubicBezTo>
                <a:cubicBezTo>
                  <a:pt x="67" y="148"/>
                  <a:pt x="67" y="148"/>
                  <a:pt x="67" y="148"/>
                </a:cubicBezTo>
                <a:cubicBezTo>
                  <a:pt x="67" y="147"/>
                  <a:pt x="67" y="147"/>
                  <a:pt x="68" y="147"/>
                </a:cubicBezTo>
                <a:cubicBezTo>
                  <a:pt x="80" y="147"/>
                  <a:pt x="80" y="147"/>
                  <a:pt x="80" y="147"/>
                </a:cubicBezTo>
                <a:cubicBezTo>
                  <a:pt x="81" y="147"/>
                  <a:pt x="81" y="147"/>
                  <a:pt x="81" y="148"/>
                </a:cubicBezTo>
                <a:lnTo>
                  <a:pt x="81" y="161"/>
                </a:lnTo>
                <a:close/>
                <a:moveTo>
                  <a:pt x="81" y="134"/>
                </a:moveTo>
                <a:cubicBezTo>
                  <a:pt x="81" y="134"/>
                  <a:pt x="81" y="135"/>
                  <a:pt x="80" y="135"/>
                </a:cubicBezTo>
                <a:cubicBezTo>
                  <a:pt x="68" y="135"/>
                  <a:pt x="68" y="135"/>
                  <a:pt x="68" y="135"/>
                </a:cubicBezTo>
                <a:cubicBezTo>
                  <a:pt x="67" y="135"/>
                  <a:pt x="67" y="134"/>
                  <a:pt x="67" y="134"/>
                </a:cubicBezTo>
                <a:cubicBezTo>
                  <a:pt x="67" y="121"/>
                  <a:pt x="67" y="121"/>
                  <a:pt x="67" y="121"/>
                </a:cubicBezTo>
                <a:cubicBezTo>
                  <a:pt x="67" y="120"/>
                  <a:pt x="67" y="120"/>
                  <a:pt x="68" y="120"/>
                </a:cubicBezTo>
                <a:cubicBezTo>
                  <a:pt x="80" y="120"/>
                  <a:pt x="80" y="120"/>
                  <a:pt x="80" y="120"/>
                </a:cubicBezTo>
                <a:cubicBezTo>
                  <a:pt x="81" y="120"/>
                  <a:pt x="81" y="120"/>
                  <a:pt x="81" y="121"/>
                </a:cubicBezTo>
                <a:lnTo>
                  <a:pt x="81" y="134"/>
                </a:lnTo>
                <a:close/>
                <a:moveTo>
                  <a:pt x="81" y="107"/>
                </a:moveTo>
                <a:cubicBezTo>
                  <a:pt x="81" y="107"/>
                  <a:pt x="81" y="108"/>
                  <a:pt x="80" y="108"/>
                </a:cubicBezTo>
                <a:cubicBezTo>
                  <a:pt x="68" y="108"/>
                  <a:pt x="68" y="108"/>
                  <a:pt x="68" y="108"/>
                </a:cubicBezTo>
                <a:cubicBezTo>
                  <a:pt x="67" y="108"/>
                  <a:pt x="67" y="107"/>
                  <a:pt x="67" y="107"/>
                </a:cubicBezTo>
                <a:cubicBezTo>
                  <a:pt x="67" y="94"/>
                  <a:pt x="67" y="94"/>
                  <a:pt x="67" y="94"/>
                </a:cubicBezTo>
                <a:cubicBezTo>
                  <a:pt x="67" y="93"/>
                  <a:pt x="67" y="93"/>
                  <a:pt x="68" y="93"/>
                </a:cubicBezTo>
                <a:cubicBezTo>
                  <a:pt x="80" y="93"/>
                  <a:pt x="80" y="93"/>
                  <a:pt x="80" y="93"/>
                </a:cubicBezTo>
                <a:cubicBezTo>
                  <a:pt x="81" y="93"/>
                  <a:pt x="81" y="93"/>
                  <a:pt x="81" y="94"/>
                </a:cubicBezTo>
                <a:lnTo>
                  <a:pt x="81" y="107"/>
                </a:lnTo>
                <a:close/>
                <a:moveTo>
                  <a:pt x="81" y="80"/>
                </a:moveTo>
                <a:cubicBezTo>
                  <a:pt x="81" y="80"/>
                  <a:pt x="81" y="81"/>
                  <a:pt x="80" y="81"/>
                </a:cubicBezTo>
                <a:cubicBezTo>
                  <a:pt x="68" y="81"/>
                  <a:pt x="68" y="81"/>
                  <a:pt x="68" y="81"/>
                </a:cubicBezTo>
                <a:cubicBezTo>
                  <a:pt x="67" y="81"/>
                  <a:pt x="67" y="80"/>
                  <a:pt x="67" y="80"/>
                </a:cubicBezTo>
                <a:cubicBezTo>
                  <a:pt x="67" y="67"/>
                  <a:pt x="67" y="67"/>
                  <a:pt x="67" y="67"/>
                </a:cubicBezTo>
                <a:cubicBezTo>
                  <a:pt x="67" y="66"/>
                  <a:pt x="67" y="66"/>
                  <a:pt x="68" y="66"/>
                </a:cubicBezTo>
                <a:cubicBezTo>
                  <a:pt x="80" y="66"/>
                  <a:pt x="80" y="66"/>
                  <a:pt x="80" y="66"/>
                </a:cubicBezTo>
                <a:cubicBezTo>
                  <a:pt x="81" y="66"/>
                  <a:pt x="81" y="66"/>
                  <a:pt x="81" y="67"/>
                </a:cubicBezTo>
                <a:lnTo>
                  <a:pt x="81" y="80"/>
                </a:lnTo>
                <a:close/>
                <a:moveTo>
                  <a:pt x="108" y="161"/>
                </a:moveTo>
                <a:cubicBezTo>
                  <a:pt x="108" y="161"/>
                  <a:pt x="108" y="162"/>
                  <a:pt x="107" y="162"/>
                </a:cubicBezTo>
                <a:cubicBezTo>
                  <a:pt x="95" y="162"/>
                  <a:pt x="95" y="162"/>
                  <a:pt x="95" y="162"/>
                </a:cubicBezTo>
                <a:cubicBezTo>
                  <a:pt x="94" y="162"/>
                  <a:pt x="94" y="161"/>
                  <a:pt x="94" y="161"/>
                </a:cubicBezTo>
                <a:cubicBezTo>
                  <a:pt x="94" y="148"/>
                  <a:pt x="94" y="148"/>
                  <a:pt x="94" y="148"/>
                </a:cubicBezTo>
                <a:cubicBezTo>
                  <a:pt x="94" y="147"/>
                  <a:pt x="94" y="147"/>
                  <a:pt x="95" y="147"/>
                </a:cubicBezTo>
                <a:cubicBezTo>
                  <a:pt x="107" y="147"/>
                  <a:pt x="107" y="147"/>
                  <a:pt x="107" y="147"/>
                </a:cubicBezTo>
                <a:cubicBezTo>
                  <a:pt x="108" y="147"/>
                  <a:pt x="108" y="147"/>
                  <a:pt x="108" y="148"/>
                </a:cubicBezTo>
                <a:lnTo>
                  <a:pt x="108" y="161"/>
                </a:lnTo>
                <a:close/>
                <a:moveTo>
                  <a:pt x="108" y="134"/>
                </a:moveTo>
                <a:cubicBezTo>
                  <a:pt x="108" y="134"/>
                  <a:pt x="108" y="135"/>
                  <a:pt x="107" y="135"/>
                </a:cubicBezTo>
                <a:cubicBezTo>
                  <a:pt x="95" y="135"/>
                  <a:pt x="95" y="135"/>
                  <a:pt x="95" y="135"/>
                </a:cubicBezTo>
                <a:cubicBezTo>
                  <a:pt x="94" y="135"/>
                  <a:pt x="94" y="134"/>
                  <a:pt x="94" y="134"/>
                </a:cubicBezTo>
                <a:cubicBezTo>
                  <a:pt x="94" y="121"/>
                  <a:pt x="94" y="121"/>
                  <a:pt x="94" y="121"/>
                </a:cubicBezTo>
                <a:cubicBezTo>
                  <a:pt x="94" y="120"/>
                  <a:pt x="94" y="120"/>
                  <a:pt x="95" y="120"/>
                </a:cubicBezTo>
                <a:cubicBezTo>
                  <a:pt x="107" y="120"/>
                  <a:pt x="107" y="120"/>
                  <a:pt x="107" y="120"/>
                </a:cubicBezTo>
                <a:cubicBezTo>
                  <a:pt x="108" y="120"/>
                  <a:pt x="108" y="120"/>
                  <a:pt x="108" y="121"/>
                </a:cubicBezTo>
                <a:lnTo>
                  <a:pt x="108" y="134"/>
                </a:lnTo>
                <a:close/>
                <a:moveTo>
                  <a:pt x="108" y="107"/>
                </a:moveTo>
                <a:cubicBezTo>
                  <a:pt x="108" y="107"/>
                  <a:pt x="108" y="108"/>
                  <a:pt x="107" y="108"/>
                </a:cubicBezTo>
                <a:cubicBezTo>
                  <a:pt x="95" y="108"/>
                  <a:pt x="95" y="108"/>
                  <a:pt x="95" y="108"/>
                </a:cubicBezTo>
                <a:cubicBezTo>
                  <a:pt x="94" y="108"/>
                  <a:pt x="94" y="107"/>
                  <a:pt x="94" y="107"/>
                </a:cubicBezTo>
                <a:cubicBezTo>
                  <a:pt x="94" y="94"/>
                  <a:pt x="94" y="94"/>
                  <a:pt x="94" y="94"/>
                </a:cubicBezTo>
                <a:cubicBezTo>
                  <a:pt x="94" y="93"/>
                  <a:pt x="94" y="93"/>
                  <a:pt x="95" y="93"/>
                </a:cubicBezTo>
                <a:cubicBezTo>
                  <a:pt x="107" y="93"/>
                  <a:pt x="107" y="93"/>
                  <a:pt x="107" y="93"/>
                </a:cubicBezTo>
                <a:cubicBezTo>
                  <a:pt x="108" y="93"/>
                  <a:pt x="108" y="93"/>
                  <a:pt x="108" y="94"/>
                </a:cubicBezTo>
                <a:lnTo>
                  <a:pt x="108" y="107"/>
                </a:lnTo>
                <a:close/>
                <a:moveTo>
                  <a:pt x="108" y="80"/>
                </a:moveTo>
                <a:cubicBezTo>
                  <a:pt x="108" y="80"/>
                  <a:pt x="108" y="81"/>
                  <a:pt x="107" y="81"/>
                </a:cubicBezTo>
                <a:cubicBezTo>
                  <a:pt x="95" y="81"/>
                  <a:pt x="95" y="81"/>
                  <a:pt x="95" y="81"/>
                </a:cubicBezTo>
                <a:cubicBezTo>
                  <a:pt x="94" y="81"/>
                  <a:pt x="94" y="80"/>
                  <a:pt x="94" y="80"/>
                </a:cubicBezTo>
                <a:cubicBezTo>
                  <a:pt x="94" y="67"/>
                  <a:pt x="94" y="67"/>
                  <a:pt x="94" y="67"/>
                </a:cubicBezTo>
                <a:cubicBezTo>
                  <a:pt x="94" y="66"/>
                  <a:pt x="94" y="66"/>
                  <a:pt x="95" y="66"/>
                </a:cubicBezTo>
                <a:cubicBezTo>
                  <a:pt x="107" y="66"/>
                  <a:pt x="107" y="66"/>
                  <a:pt x="107" y="66"/>
                </a:cubicBezTo>
                <a:cubicBezTo>
                  <a:pt x="108" y="66"/>
                  <a:pt x="108" y="66"/>
                  <a:pt x="108" y="67"/>
                </a:cubicBezTo>
                <a:lnTo>
                  <a:pt x="108" y="80"/>
                </a:lnTo>
                <a:close/>
                <a:moveTo>
                  <a:pt x="10" y="13"/>
                </a:moveTo>
                <a:cubicBezTo>
                  <a:pt x="10" y="12"/>
                  <a:pt x="10" y="12"/>
                  <a:pt x="11" y="11"/>
                </a:cubicBezTo>
                <a:cubicBezTo>
                  <a:pt x="12" y="10"/>
                  <a:pt x="13" y="10"/>
                  <a:pt x="13" y="10"/>
                </a:cubicBezTo>
                <a:cubicBezTo>
                  <a:pt x="107" y="10"/>
                  <a:pt x="107" y="10"/>
                  <a:pt x="107" y="10"/>
                </a:cubicBezTo>
                <a:cubicBezTo>
                  <a:pt x="108" y="10"/>
                  <a:pt x="109" y="10"/>
                  <a:pt x="110" y="11"/>
                </a:cubicBezTo>
                <a:cubicBezTo>
                  <a:pt x="110" y="12"/>
                  <a:pt x="111" y="13"/>
                  <a:pt x="111" y="13"/>
                </a:cubicBezTo>
                <a:cubicBezTo>
                  <a:pt x="111" y="41"/>
                  <a:pt x="111" y="41"/>
                  <a:pt x="111" y="41"/>
                </a:cubicBezTo>
                <a:cubicBezTo>
                  <a:pt x="111" y="42"/>
                  <a:pt x="110" y="43"/>
                  <a:pt x="110" y="43"/>
                </a:cubicBezTo>
                <a:cubicBezTo>
                  <a:pt x="109" y="44"/>
                  <a:pt x="108" y="44"/>
                  <a:pt x="107" y="44"/>
                </a:cubicBezTo>
                <a:cubicBezTo>
                  <a:pt x="13" y="44"/>
                  <a:pt x="13" y="44"/>
                  <a:pt x="13" y="44"/>
                </a:cubicBezTo>
                <a:cubicBezTo>
                  <a:pt x="13" y="44"/>
                  <a:pt x="12" y="44"/>
                  <a:pt x="11" y="43"/>
                </a:cubicBezTo>
                <a:cubicBezTo>
                  <a:pt x="10" y="43"/>
                  <a:pt x="10" y="42"/>
                  <a:pt x="10" y="41"/>
                </a:cubicBezTo>
                <a:lnTo>
                  <a:pt x="10"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98" name="组合 97"/>
          <p:cNvGrpSpPr/>
          <p:nvPr/>
        </p:nvGrpSpPr>
        <p:grpSpPr>
          <a:xfrm>
            <a:off x="7449801" y="3332677"/>
            <a:ext cx="331255" cy="226710"/>
            <a:chOff x="7449801" y="3332677"/>
            <a:chExt cx="331255" cy="226710"/>
          </a:xfrm>
          <a:solidFill>
            <a:srgbClr val="DA4D3C"/>
          </a:solidFill>
        </p:grpSpPr>
        <p:sp>
          <p:nvSpPr>
            <p:cNvPr id="42" name="Freeform 44"/>
            <p:cNvSpPr>
              <a:spLocks noEditPoints="1"/>
            </p:cNvSpPr>
            <p:nvPr/>
          </p:nvSpPr>
          <p:spPr bwMode="auto">
            <a:xfrm>
              <a:off x="7449801" y="3530020"/>
              <a:ext cx="331255" cy="29367"/>
            </a:xfrm>
            <a:custGeom>
              <a:avLst/>
              <a:gdLst>
                <a:gd name="T0" fmla="*/ 282 w 282"/>
                <a:gd name="T1" fmla="*/ 0 h 25"/>
                <a:gd name="T2" fmla="*/ 0 w 282"/>
                <a:gd name="T3" fmla="*/ 0 h 25"/>
                <a:gd name="T4" fmla="*/ 0 w 282"/>
                <a:gd name="T5" fmla="*/ 25 h 25"/>
                <a:gd name="T6" fmla="*/ 282 w 282"/>
                <a:gd name="T7" fmla="*/ 25 h 25"/>
                <a:gd name="T8" fmla="*/ 282 w 282"/>
                <a:gd name="T9" fmla="*/ 0 h 25"/>
                <a:gd name="T10" fmla="*/ 270 w 282"/>
                <a:gd name="T11" fmla="*/ 16 h 25"/>
                <a:gd name="T12" fmla="*/ 246 w 282"/>
                <a:gd name="T13" fmla="*/ 16 h 25"/>
                <a:gd name="T14" fmla="*/ 246 w 282"/>
                <a:gd name="T15" fmla="*/ 10 h 25"/>
                <a:gd name="T16" fmla="*/ 270 w 282"/>
                <a:gd name="T17" fmla="*/ 10 h 25"/>
                <a:gd name="T18" fmla="*/ 270 w 282"/>
                <a:gd name="T19" fmla="*/ 16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2" h="25">
                  <a:moveTo>
                    <a:pt x="282" y="0"/>
                  </a:moveTo>
                  <a:lnTo>
                    <a:pt x="0" y="0"/>
                  </a:lnTo>
                  <a:lnTo>
                    <a:pt x="0" y="25"/>
                  </a:lnTo>
                  <a:lnTo>
                    <a:pt x="282" y="25"/>
                  </a:lnTo>
                  <a:lnTo>
                    <a:pt x="282" y="0"/>
                  </a:lnTo>
                  <a:close/>
                  <a:moveTo>
                    <a:pt x="270" y="16"/>
                  </a:moveTo>
                  <a:lnTo>
                    <a:pt x="246" y="16"/>
                  </a:lnTo>
                  <a:lnTo>
                    <a:pt x="246" y="10"/>
                  </a:lnTo>
                  <a:lnTo>
                    <a:pt x="270" y="10"/>
                  </a:lnTo>
                  <a:lnTo>
                    <a:pt x="27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45"/>
            <p:cNvSpPr>
              <a:spLocks noEditPoints="1"/>
            </p:cNvSpPr>
            <p:nvPr/>
          </p:nvSpPr>
          <p:spPr bwMode="auto">
            <a:xfrm>
              <a:off x="7463897" y="3332677"/>
              <a:ext cx="301888" cy="187946"/>
            </a:xfrm>
            <a:custGeom>
              <a:avLst/>
              <a:gdLst>
                <a:gd name="T0" fmla="*/ 257 w 257"/>
                <a:gd name="T1" fmla="*/ 0 h 160"/>
                <a:gd name="T2" fmla="*/ 0 w 257"/>
                <a:gd name="T3" fmla="*/ 0 h 160"/>
                <a:gd name="T4" fmla="*/ 0 w 257"/>
                <a:gd name="T5" fmla="*/ 160 h 160"/>
                <a:gd name="T6" fmla="*/ 257 w 257"/>
                <a:gd name="T7" fmla="*/ 160 h 160"/>
                <a:gd name="T8" fmla="*/ 257 w 257"/>
                <a:gd name="T9" fmla="*/ 0 h 160"/>
                <a:gd name="T10" fmla="*/ 228 w 257"/>
                <a:gd name="T11" fmla="*/ 137 h 160"/>
                <a:gd name="T12" fmla="*/ 28 w 257"/>
                <a:gd name="T13" fmla="*/ 137 h 160"/>
                <a:gd name="T14" fmla="*/ 28 w 257"/>
                <a:gd name="T15" fmla="*/ 22 h 160"/>
                <a:gd name="T16" fmla="*/ 228 w 257"/>
                <a:gd name="T17" fmla="*/ 22 h 160"/>
                <a:gd name="T18" fmla="*/ 228 w 257"/>
                <a:gd name="T19" fmla="*/ 137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7" h="160">
                  <a:moveTo>
                    <a:pt x="257" y="0"/>
                  </a:moveTo>
                  <a:lnTo>
                    <a:pt x="0" y="0"/>
                  </a:lnTo>
                  <a:lnTo>
                    <a:pt x="0" y="160"/>
                  </a:lnTo>
                  <a:lnTo>
                    <a:pt x="257" y="160"/>
                  </a:lnTo>
                  <a:lnTo>
                    <a:pt x="257" y="0"/>
                  </a:lnTo>
                  <a:close/>
                  <a:moveTo>
                    <a:pt x="228" y="137"/>
                  </a:moveTo>
                  <a:lnTo>
                    <a:pt x="28" y="137"/>
                  </a:lnTo>
                  <a:lnTo>
                    <a:pt x="28" y="22"/>
                  </a:lnTo>
                  <a:lnTo>
                    <a:pt x="228" y="22"/>
                  </a:lnTo>
                  <a:lnTo>
                    <a:pt x="228" y="1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1" name="组合 100"/>
          <p:cNvGrpSpPr/>
          <p:nvPr/>
        </p:nvGrpSpPr>
        <p:grpSpPr>
          <a:xfrm>
            <a:off x="6428743" y="5381015"/>
            <a:ext cx="623745" cy="623746"/>
            <a:chOff x="6456038" y="5408365"/>
            <a:chExt cx="501581" cy="501587"/>
          </a:xfrm>
        </p:grpSpPr>
        <p:sp>
          <p:nvSpPr>
            <p:cNvPr id="34" name="Oval 36"/>
            <p:cNvSpPr>
              <a:spLocks noChangeArrowheads="1"/>
            </p:cNvSpPr>
            <p:nvPr/>
          </p:nvSpPr>
          <p:spPr bwMode="auto">
            <a:xfrm>
              <a:off x="6456038" y="5408365"/>
              <a:ext cx="501581" cy="501587"/>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46"/>
            <p:cNvSpPr>
              <a:spLocks/>
            </p:cNvSpPr>
            <p:nvPr/>
          </p:nvSpPr>
          <p:spPr bwMode="auto">
            <a:xfrm>
              <a:off x="6648683" y="5703208"/>
              <a:ext cx="66955" cy="29368"/>
            </a:xfrm>
            <a:custGeom>
              <a:avLst/>
              <a:gdLst>
                <a:gd name="T0" fmla="*/ 54 w 57"/>
                <a:gd name="T1" fmla="*/ 25 h 25"/>
                <a:gd name="T2" fmla="*/ 57 w 57"/>
                <a:gd name="T3" fmla="*/ 0 h 25"/>
                <a:gd name="T4" fmla="*/ 0 w 57"/>
                <a:gd name="T5" fmla="*/ 0 h 25"/>
                <a:gd name="T6" fmla="*/ 3 w 57"/>
                <a:gd name="T7" fmla="*/ 25 h 25"/>
                <a:gd name="T8" fmla="*/ 54 w 57"/>
                <a:gd name="T9" fmla="*/ 25 h 25"/>
              </a:gdLst>
              <a:ahLst/>
              <a:cxnLst>
                <a:cxn ang="0">
                  <a:pos x="T0" y="T1"/>
                </a:cxn>
                <a:cxn ang="0">
                  <a:pos x="T2" y="T3"/>
                </a:cxn>
                <a:cxn ang="0">
                  <a:pos x="T4" y="T5"/>
                </a:cxn>
                <a:cxn ang="0">
                  <a:pos x="T6" y="T7"/>
                </a:cxn>
                <a:cxn ang="0">
                  <a:pos x="T8" y="T9"/>
                </a:cxn>
              </a:cxnLst>
              <a:rect l="0" t="0" r="r" b="b"/>
              <a:pathLst>
                <a:path w="57" h="25">
                  <a:moveTo>
                    <a:pt x="54" y="25"/>
                  </a:moveTo>
                  <a:lnTo>
                    <a:pt x="57" y="0"/>
                  </a:lnTo>
                  <a:lnTo>
                    <a:pt x="0" y="0"/>
                  </a:lnTo>
                  <a:lnTo>
                    <a:pt x="3" y="25"/>
                  </a:lnTo>
                  <a:lnTo>
                    <a:pt x="54" y="25"/>
                  </a:lnTo>
                  <a:close/>
                </a:path>
              </a:pathLst>
            </a:custGeom>
            <a:solidFill>
              <a:srgbClr val="F9B1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47"/>
            <p:cNvSpPr>
              <a:spLocks/>
            </p:cNvSpPr>
            <p:nvPr/>
          </p:nvSpPr>
          <p:spPr bwMode="auto">
            <a:xfrm>
              <a:off x="6725035" y="5644475"/>
              <a:ext cx="74003" cy="50511"/>
            </a:xfrm>
            <a:custGeom>
              <a:avLst/>
              <a:gdLst>
                <a:gd name="T0" fmla="*/ 0 w 63"/>
                <a:gd name="T1" fmla="*/ 43 h 43"/>
                <a:gd name="T2" fmla="*/ 53 w 63"/>
                <a:gd name="T3" fmla="*/ 43 h 43"/>
                <a:gd name="T4" fmla="*/ 63 w 63"/>
                <a:gd name="T5" fmla="*/ 0 h 43"/>
                <a:gd name="T6" fmla="*/ 4 w 63"/>
                <a:gd name="T7" fmla="*/ 0 h 43"/>
                <a:gd name="T8" fmla="*/ 0 w 63"/>
                <a:gd name="T9" fmla="*/ 43 h 43"/>
              </a:gdLst>
              <a:ahLst/>
              <a:cxnLst>
                <a:cxn ang="0">
                  <a:pos x="T0" y="T1"/>
                </a:cxn>
                <a:cxn ang="0">
                  <a:pos x="T2" y="T3"/>
                </a:cxn>
                <a:cxn ang="0">
                  <a:pos x="T4" y="T5"/>
                </a:cxn>
                <a:cxn ang="0">
                  <a:pos x="T6" y="T7"/>
                </a:cxn>
                <a:cxn ang="0">
                  <a:pos x="T8" y="T9"/>
                </a:cxn>
              </a:cxnLst>
              <a:rect l="0" t="0" r="r" b="b"/>
              <a:pathLst>
                <a:path w="63" h="43">
                  <a:moveTo>
                    <a:pt x="0" y="43"/>
                  </a:moveTo>
                  <a:lnTo>
                    <a:pt x="53" y="43"/>
                  </a:lnTo>
                  <a:lnTo>
                    <a:pt x="63" y="0"/>
                  </a:lnTo>
                  <a:lnTo>
                    <a:pt x="4" y="0"/>
                  </a:lnTo>
                  <a:lnTo>
                    <a:pt x="0" y="43"/>
                  </a:lnTo>
                  <a:close/>
                </a:path>
              </a:pathLst>
            </a:custGeom>
            <a:solidFill>
              <a:srgbClr val="F9B1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48"/>
            <p:cNvSpPr>
              <a:spLocks/>
            </p:cNvSpPr>
            <p:nvPr/>
          </p:nvSpPr>
          <p:spPr bwMode="auto">
            <a:xfrm>
              <a:off x="6580552" y="5703208"/>
              <a:ext cx="61083" cy="29368"/>
            </a:xfrm>
            <a:custGeom>
              <a:avLst/>
              <a:gdLst>
                <a:gd name="T0" fmla="*/ 0 w 52"/>
                <a:gd name="T1" fmla="*/ 0 h 25"/>
                <a:gd name="T2" fmla="*/ 6 w 52"/>
                <a:gd name="T3" fmla="*/ 25 h 25"/>
                <a:gd name="T4" fmla="*/ 52 w 52"/>
                <a:gd name="T5" fmla="*/ 25 h 25"/>
                <a:gd name="T6" fmla="*/ 50 w 52"/>
                <a:gd name="T7" fmla="*/ 0 h 25"/>
                <a:gd name="T8" fmla="*/ 0 w 52"/>
                <a:gd name="T9" fmla="*/ 0 h 25"/>
              </a:gdLst>
              <a:ahLst/>
              <a:cxnLst>
                <a:cxn ang="0">
                  <a:pos x="T0" y="T1"/>
                </a:cxn>
                <a:cxn ang="0">
                  <a:pos x="T2" y="T3"/>
                </a:cxn>
                <a:cxn ang="0">
                  <a:pos x="T4" y="T5"/>
                </a:cxn>
                <a:cxn ang="0">
                  <a:pos x="T6" y="T7"/>
                </a:cxn>
                <a:cxn ang="0">
                  <a:pos x="T8" y="T9"/>
                </a:cxn>
              </a:cxnLst>
              <a:rect l="0" t="0" r="r" b="b"/>
              <a:pathLst>
                <a:path w="52" h="25">
                  <a:moveTo>
                    <a:pt x="0" y="0"/>
                  </a:moveTo>
                  <a:lnTo>
                    <a:pt x="6" y="25"/>
                  </a:lnTo>
                  <a:lnTo>
                    <a:pt x="52" y="25"/>
                  </a:lnTo>
                  <a:lnTo>
                    <a:pt x="50" y="0"/>
                  </a:lnTo>
                  <a:lnTo>
                    <a:pt x="0" y="0"/>
                  </a:lnTo>
                  <a:close/>
                </a:path>
              </a:pathLst>
            </a:custGeom>
            <a:solidFill>
              <a:srgbClr val="F9B1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49"/>
            <p:cNvSpPr>
              <a:spLocks/>
            </p:cNvSpPr>
            <p:nvPr/>
          </p:nvSpPr>
          <p:spPr bwMode="auto">
            <a:xfrm>
              <a:off x="6722686" y="5703208"/>
              <a:ext cx="61083" cy="29368"/>
            </a:xfrm>
            <a:custGeom>
              <a:avLst/>
              <a:gdLst>
                <a:gd name="T0" fmla="*/ 52 w 52"/>
                <a:gd name="T1" fmla="*/ 0 h 25"/>
                <a:gd name="T2" fmla="*/ 2 w 52"/>
                <a:gd name="T3" fmla="*/ 0 h 25"/>
                <a:gd name="T4" fmla="*/ 0 w 52"/>
                <a:gd name="T5" fmla="*/ 25 h 25"/>
                <a:gd name="T6" fmla="*/ 46 w 52"/>
                <a:gd name="T7" fmla="*/ 25 h 25"/>
                <a:gd name="T8" fmla="*/ 52 w 52"/>
                <a:gd name="T9" fmla="*/ 0 h 25"/>
              </a:gdLst>
              <a:ahLst/>
              <a:cxnLst>
                <a:cxn ang="0">
                  <a:pos x="T0" y="T1"/>
                </a:cxn>
                <a:cxn ang="0">
                  <a:pos x="T2" y="T3"/>
                </a:cxn>
                <a:cxn ang="0">
                  <a:pos x="T4" y="T5"/>
                </a:cxn>
                <a:cxn ang="0">
                  <a:pos x="T6" y="T7"/>
                </a:cxn>
                <a:cxn ang="0">
                  <a:pos x="T8" y="T9"/>
                </a:cxn>
              </a:cxnLst>
              <a:rect l="0" t="0" r="r" b="b"/>
              <a:pathLst>
                <a:path w="52" h="25">
                  <a:moveTo>
                    <a:pt x="52" y="0"/>
                  </a:moveTo>
                  <a:lnTo>
                    <a:pt x="2" y="0"/>
                  </a:lnTo>
                  <a:lnTo>
                    <a:pt x="0" y="25"/>
                  </a:lnTo>
                  <a:lnTo>
                    <a:pt x="46" y="25"/>
                  </a:lnTo>
                  <a:lnTo>
                    <a:pt x="52" y="0"/>
                  </a:lnTo>
                  <a:close/>
                </a:path>
              </a:pathLst>
            </a:custGeom>
            <a:solidFill>
              <a:srgbClr val="F9B1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50"/>
            <p:cNvSpPr>
              <a:spLocks/>
            </p:cNvSpPr>
            <p:nvPr/>
          </p:nvSpPr>
          <p:spPr bwMode="auto">
            <a:xfrm>
              <a:off x="6729739" y="5556366"/>
              <a:ext cx="149182" cy="77529"/>
            </a:xfrm>
            <a:custGeom>
              <a:avLst/>
              <a:gdLst>
                <a:gd name="T0" fmla="*/ 57 w 84"/>
                <a:gd name="T1" fmla="*/ 0 h 44"/>
                <a:gd name="T2" fmla="*/ 53 w 84"/>
                <a:gd name="T3" fmla="*/ 1 h 44"/>
                <a:gd name="T4" fmla="*/ 51 w 84"/>
                <a:gd name="T5" fmla="*/ 3 h 44"/>
                <a:gd name="T6" fmla="*/ 30 w 84"/>
                <a:gd name="T7" fmla="*/ 24 h 44"/>
                <a:gd name="T8" fmla="*/ 28 w 84"/>
                <a:gd name="T9" fmla="*/ 27 h 44"/>
                <a:gd name="T10" fmla="*/ 2 w 84"/>
                <a:gd name="T11" fmla="*/ 27 h 44"/>
                <a:gd name="T12" fmla="*/ 0 w 84"/>
                <a:gd name="T13" fmla="*/ 44 h 44"/>
                <a:gd name="T14" fmla="*/ 40 w 84"/>
                <a:gd name="T15" fmla="*/ 44 h 44"/>
                <a:gd name="T16" fmla="*/ 43 w 84"/>
                <a:gd name="T17" fmla="*/ 33 h 44"/>
                <a:gd name="T18" fmla="*/ 60 w 84"/>
                <a:gd name="T19" fmla="*/ 17 h 44"/>
                <a:gd name="T20" fmla="*/ 74 w 84"/>
                <a:gd name="T21" fmla="*/ 17 h 44"/>
                <a:gd name="T22" fmla="*/ 74 w 84"/>
                <a:gd name="T23" fmla="*/ 0 h 44"/>
                <a:gd name="T24" fmla="*/ 57 w 84"/>
                <a:gd name="T25"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4" h="44">
                  <a:moveTo>
                    <a:pt x="57" y="0"/>
                  </a:moveTo>
                  <a:cubicBezTo>
                    <a:pt x="55" y="0"/>
                    <a:pt x="54" y="1"/>
                    <a:pt x="53" y="1"/>
                  </a:cubicBezTo>
                  <a:cubicBezTo>
                    <a:pt x="52" y="2"/>
                    <a:pt x="52" y="2"/>
                    <a:pt x="51" y="3"/>
                  </a:cubicBezTo>
                  <a:cubicBezTo>
                    <a:pt x="44" y="10"/>
                    <a:pt x="37" y="17"/>
                    <a:pt x="30" y="24"/>
                  </a:cubicBezTo>
                  <a:cubicBezTo>
                    <a:pt x="29" y="25"/>
                    <a:pt x="28" y="26"/>
                    <a:pt x="28" y="27"/>
                  </a:cubicBezTo>
                  <a:cubicBezTo>
                    <a:pt x="2" y="27"/>
                    <a:pt x="2" y="27"/>
                    <a:pt x="2" y="27"/>
                  </a:cubicBezTo>
                  <a:cubicBezTo>
                    <a:pt x="0" y="44"/>
                    <a:pt x="0" y="44"/>
                    <a:pt x="0" y="44"/>
                  </a:cubicBezTo>
                  <a:cubicBezTo>
                    <a:pt x="40" y="44"/>
                    <a:pt x="40" y="44"/>
                    <a:pt x="40" y="44"/>
                  </a:cubicBezTo>
                  <a:cubicBezTo>
                    <a:pt x="43" y="33"/>
                    <a:pt x="43" y="33"/>
                    <a:pt x="43" y="33"/>
                  </a:cubicBezTo>
                  <a:cubicBezTo>
                    <a:pt x="49" y="28"/>
                    <a:pt x="54" y="22"/>
                    <a:pt x="60" y="17"/>
                  </a:cubicBezTo>
                  <a:cubicBezTo>
                    <a:pt x="74" y="17"/>
                    <a:pt x="74" y="17"/>
                    <a:pt x="74" y="17"/>
                  </a:cubicBezTo>
                  <a:cubicBezTo>
                    <a:pt x="84" y="17"/>
                    <a:pt x="84" y="0"/>
                    <a:pt x="74" y="0"/>
                  </a:cubicBezTo>
                  <a:lnTo>
                    <a:pt x="57" y="0"/>
                  </a:lnTo>
                  <a:close/>
                </a:path>
              </a:pathLst>
            </a:custGeom>
            <a:solidFill>
              <a:srgbClr val="F9B1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51"/>
            <p:cNvSpPr>
              <a:spLocks/>
            </p:cNvSpPr>
            <p:nvPr/>
          </p:nvSpPr>
          <p:spPr bwMode="auto">
            <a:xfrm>
              <a:off x="6641640" y="5604535"/>
              <a:ext cx="81051" cy="29368"/>
            </a:xfrm>
            <a:custGeom>
              <a:avLst/>
              <a:gdLst>
                <a:gd name="T0" fmla="*/ 1 w 69"/>
                <a:gd name="T1" fmla="*/ 25 h 25"/>
                <a:gd name="T2" fmla="*/ 68 w 69"/>
                <a:gd name="T3" fmla="*/ 25 h 25"/>
                <a:gd name="T4" fmla="*/ 69 w 69"/>
                <a:gd name="T5" fmla="*/ 0 h 25"/>
                <a:gd name="T6" fmla="*/ 0 w 69"/>
                <a:gd name="T7" fmla="*/ 0 h 25"/>
                <a:gd name="T8" fmla="*/ 1 w 69"/>
                <a:gd name="T9" fmla="*/ 25 h 25"/>
              </a:gdLst>
              <a:ahLst/>
              <a:cxnLst>
                <a:cxn ang="0">
                  <a:pos x="T0" y="T1"/>
                </a:cxn>
                <a:cxn ang="0">
                  <a:pos x="T2" y="T3"/>
                </a:cxn>
                <a:cxn ang="0">
                  <a:pos x="T4" y="T5"/>
                </a:cxn>
                <a:cxn ang="0">
                  <a:pos x="T6" y="T7"/>
                </a:cxn>
                <a:cxn ang="0">
                  <a:pos x="T8" y="T9"/>
                </a:cxn>
              </a:cxnLst>
              <a:rect l="0" t="0" r="r" b="b"/>
              <a:pathLst>
                <a:path w="69" h="25">
                  <a:moveTo>
                    <a:pt x="1" y="25"/>
                  </a:moveTo>
                  <a:lnTo>
                    <a:pt x="68" y="25"/>
                  </a:lnTo>
                  <a:lnTo>
                    <a:pt x="69" y="0"/>
                  </a:lnTo>
                  <a:lnTo>
                    <a:pt x="0" y="0"/>
                  </a:lnTo>
                  <a:lnTo>
                    <a:pt x="1" y="25"/>
                  </a:lnTo>
                  <a:close/>
                </a:path>
              </a:pathLst>
            </a:custGeom>
            <a:solidFill>
              <a:srgbClr val="F9B1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52"/>
            <p:cNvSpPr>
              <a:spLocks/>
            </p:cNvSpPr>
            <p:nvPr/>
          </p:nvSpPr>
          <p:spPr bwMode="auto">
            <a:xfrm>
              <a:off x="6565285" y="5644474"/>
              <a:ext cx="74003" cy="50511"/>
            </a:xfrm>
            <a:custGeom>
              <a:avLst/>
              <a:gdLst>
                <a:gd name="T0" fmla="*/ 63 w 63"/>
                <a:gd name="T1" fmla="*/ 43 h 43"/>
                <a:gd name="T2" fmla="*/ 59 w 63"/>
                <a:gd name="T3" fmla="*/ 0 h 43"/>
                <a:gd name="T4" fmla="*/ 0 w 63"/>
                <a:gd name="T5" fmla="*/ 0 h 43"/>
                <a:gd name="T6" fmla="*/ 10 w 63"/>
                <a:gd name="T7" fmla="*/ 43 h 43"/>
                <a:gd name="T8" fmla="*/ 63 w 63"/>
                <a:gd name="T9" fmla="*/ 43 h 43"/>
              </a:gdLst>
              <a:ahLst/>
              <a:cxnLst>
                <a:cxn ang="0">
                  <a:pos x="T0" y="T1"/>
                </a:cxn>
                <a:cxn ang="0">
                  <a:pos x="T2" y="T3"/>
                </a:cxn>
                <a:cxn ang="0">
                  <a:pos x="T4" y="T5"/>
                </a:cxn>
                <a:cxn ang="0">
                  <a:pos x="T6" y="T7"/>
                </a:cxn>
                <a:cxn ang="0">
                  <a:pos x="T8" y="T9"/>
                </a:cxn>
              </a:cxnLst>
              <a:rect l="0" t="0" r="r" b="b"/>
              <a:pathLst>
                <a:path w="63" h="43">
                  <a:moveTo>
                    <a:pt x="63" y="43"/>
                  </a:moveTo>
                  <a:lnTo>
                    <a:pt x="59" y="0"/>
                  </a:lnTo>
                  <a:lnTo>
                    <a:pt x="0" y="0"/>
                  </a:lnTo>
                  <a:lnTo>
                    <a:pt x="10" y="43"/>
                  </a:lnTo>
                  <a:lnTo>
                    <a:pt x="63" y="43"/>
                  </a:lnTo>
                  <a:close/>
                </a:path>
              </a:pathLst>
            </a:custGeom>
            <a:solidFill>
              <a:srgbClr val="F9B1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53"/>
            <p:cNvSpPr>
              <a:spLocks/>
            </p:cNvSpPr>
            <p:nvPr/>
          </p:nvSpPr>
          <p:spPr bwMode="auto">
            <a:xfrm>
              <a:off x="6554718" y="5604542"/>
              <a:ext cx="79877" cy="29368"/>
            </a:xfrm>
            <a:custGeom>
              <a:avLst/>
              <a:gdLst>
                <a:gd name="T0" fmla="*/ 0 w 68"/>
                <a:gd name="T1" fmla="*/ 0 h 25"/>
                <a:gd name="T2" fmla="*/ 7 w 68"/>
                <a:gd name="T3" fmla="*/ 25 h 25"/>
                <a:gd name="T4" fmla="*/ 68 w 68"/>
                <a:gd name="T5" fmla="*/ 25 h 25"/>
                <a:gd name="T6" fmla="*/ 65 w 68"/>
                <a:gd name="T7" fmla="*/ 0 h 25"/>
                <a:gd name="T8" fmla="*/ 0 w 68"/>
                <a:gd name="T9" fmla="*/ 0 h 25"/>
              </a:gdLst>
              <a:ahLst/>
              <a:cxnLst>
                <a:cxn ang="0">
                  <a:pos x="T0" y="T1"/>
                </a:cxn>
                <a:cxn ang="0">
                  <a:pos x="T2" y="T3"/>
                </a:cxn>
                <a:cxn ang="0">
                  <a:pos x="T4" y="T5"/>
                </a:cxn>
                <a:cxn ang="0">
                  <a:pos x="T6" y="T7"/>
                </a:cxn>
                <a:cxn ang="0">
                  <a:pos x="T8" y="T9"/>
                </a:cxn>
              </a:cxnLst>
              <a:rect l="0" t="0" r="r" b="b"/>
              <a:pathLst>
                <a:path w="68" h="25">
                  <a:moveTo>
                    <a:pt x="0" y="0"/>
                  </a:moveTo>
                  <a:lnTo>
                    <a:pt x="7" y="25"/>
                  </a:lnTo>
                  <a:lnTo>
                    <a:pt x="68" y="25"/>
                  </a:lnTo>
                  <a:lnTo>
                    <a:pt x="65" y="0"/>
                  </a:lnTo>
                  <a:lnTo>
                    <a:pt x="0" y="0"/>
                  </a:lnTo>
                  <a:close/>
                </a:path>
              </a:pathLst>
            </a:custGeom>
            <a:solidFill>
              <a:srgbClr val="F9B1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54"/>
            <p:cNvSpPr>
              <a:spLocks/>
            </p:cNvSpPr>
            <p:nvPr/>
          </p:nvSpPr>
          <p:spPr bwMode="auto">
            <a:xfrm>
              <a:off x="6645167" y="5644468"/>
              <a:ext cx="74003" cy="50511"/>
            </a:xfrm>
            <a:custGeom>
              <a:avLst/>
              <a:gdLst>
                <a:gd name="T0" fmla="*/ 63 w 63"/>
                <a:gd name="T1" fmla="*/ 0 h 43"/>
                <a:gd name="T2" fmla="*/ 0 w 63"/>
                <a:gd name="T3" fmla="*/ 0 h 43"/>
                <a:gd name="T4" fmla="*/ 3 w 63"/>
                <a:gd name="T5" fmla="*/ 43 h 43"/>
                <a:gd name="T6" fmla="*/ 60 w 63"/>
                <a:gd name="T7" fmla="*/ 43 h 43"/>
                <a:gd name="T8" fmla="*/ 63 w 63"/>
                <a:gd name="T9" fmla="*/ 0 h 43"/>
              </a:gdLst>
              <a:ahLst/>
              <a:cxnLst>
                <a:cxn ang="0">
                  <a:pos x="T0" y="T1"/>
                </a:cxn>
                <a:cxn ang="0">
                  <a:pos x="T2" y="T3"/>
                </a:cxn>
                <a:cxn ang="0">
                  <a:pos x="T4" y="T5"/>
                </a:cxn>
                <a:cxn ang="0">
                  <a:pos x="T6" y="T7"/>
                </a:cxn>
                <a:cxn ang="0">
                  <a:pos x="T8" y="T9"/>
                </a:cxn>
              </a:cxnLst>
              <a:rect l="0" t="0" r="r" b="b"/>
              <a:pathLst>
                <a:path w="63" h="43">
                  <a:moveTo>
                    <a:pt x="63" y="0"/>
                  </a:moveTo>
                  <a:lnTo>
                    <a:pt x="0" y="0"/>
                  </a:lnTo>
                  <a:lnTo>
                    <a:pt x="3" y="43"/>
                  </a:lnTo>
                  <a:lnTo>
                    <a:pt x="60" y="43"/>
                  </a:lnTo>
                  <a:lnTo>
                    <a:pt x="63" y="0"/>
                  </a:lnTo>
                  <a:close/>
                </a:path>
              </a:pathLst>
            </a:custGeom>
            <a:solidFill>
              <a:srgbClr val="F9B1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Oval 55"/>
            <p:cNvSpPr>
              <a:spLocks noChangeArrowheads="1"/>
            </p:cNvSpPr>
            <p:nvPr/>
          </p:nvSpPr>
          <p:spPr bwMode="auto">
            <a:xfrm>
              <a:off x="6591132" y="5740753"/>
              <a:ext cx="50510" cy="49336"/>
            </a:xfrm>
            <a:prstGeom prst="ellipse">
              <a:avLst/>
            </a:prstGeom>
            <a:solidFill>
              <a:srgbClr val="F9B1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Oval 56"/>
            <p:cNvSpPr>
              <a:spLocks noChangeArrowheads="1"/>
            </p:cNvSpPr>
            <p:nvPr/>
          </p:nvSpPr>
          <p:spPr bwMode="auto">
            <a:xfrm>
              <a:off x="6722683" y="5740739"/>
              <a:ext cx="50510" cy="49336"/>
            </a:xfrm>
            <a:prstGeom prst="ellipse">
              <a:avLst/>
            </a:prstGeom>
            <a:solidFill>
              <a:srgbClr val="F9B1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0" name="组合 99"/>
          <p:cNvGrpSpPr/>
          <p:nvPr/>
        </p:nvGrpSpPr>
        <p:grpSpPr>
          <a:xfrm>
            <a:off x="5203843" y="2331863"/>
            <a:ext cx="624922" cy="624922"/>
            <a:chOff x="5219113" y="2348308"/>
            <a:chExt cx="500407" cy="500407"/>
          </a:xfrm>
        </p:grpSpPr>
        <p:sp>
          <p:nvSpPr>
            <p:cNvPr id="96" name="Oval 38"/>
            <p:cNvSpPr>
              <a:spLocks noChangeArrowheads="1"/>
            </p:cNvSpPr>
            <p:nvPr/>
          </p:nvSpPr>
          <p:spPr bwMode="auto">
            <a:xfrm>
              <a:off x="5219113" y="2348308"/>
              <a:ext cx="500407" cy="500407"/>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95" name="组合 94"/>
            <p:cNvGrpSpPr/>
            <p:nvPr/>
          </p:nvGrpSpPr>
          <p:grpSpPr>
            <a:xfrm>
              <a:off x="5342453" y="2490443"/>
              <a:ext cx="245505" cy="236108"/>
              <a:chOff x="5342453" y="2490443"/>
              <a:chExt cx="245505" cy="236108"/>
            </a:xfrm>
            <a:solidFill>
              <a:srgbClr val="3A8FCB"/>
            </a:solidFill>
          </p:grpSpPr>
          <p:sp>
            <p:nvSpPr>
              <p:cNvPr id="55" name="Freeform 57"/>
              <p:cNvSpPr>
                <a:spLocks noEditPoints="1"/>
              </p:cNvSpPr>
              <p:nvPr/>
            </p:nvSpPr>
            <p:spPr bwMode="auto">
              <a:xfrm>
                <a:off x="5342453" y="2490443"/>
                <a:ext cx="238456" cy="236108"/>
              </a:xfrm>
              <a:custGeom>
                <a:avLst/>
                <a:gdLst>
                  <a:gd name="T0" fmla="*/ 102 w 134"/>
                  <a:gd name="T1" fmla="*/ 111 h 133"/>
                  <a:gd name="T2" fmla="*/ 90 w 134"/>
                  <a:gd name="T3" fmla="*/ 118 h 133"/>
                  <a:gd name="T4" fmla="*/ 94 w 134"/>
                  <a:gd name="T5" fmla="*/ 111 h 133"/>
                  <a:gd name="T6" fmla="*/ 87 w 134"/>
                  <a:gd name="T7" fmla="*/ 112 h 133"/>
                  <a:gd name="T8" fmla="*/ 82 w 134"/>
                  <a:gd name="T9" fmla="*/ 112 h 133"/>
                  <a:gd name="T10" fmla="*/ 67 w 134"/>
                  <a:gd name="T11" fmla="*/ 123 h 133"/>
                  <a:gd name="T12" fmla="*/ 44 w 134"/>
                  <a:gd name="T13" fmla="*/ 93 h 133"/>
                  <a:gd name="T14" fmla="*/ 55 w 134"/>
                  <a:gd name="T15" fmla="*/ 93 h 133"/>
                  <a:gd name="T16" fmla="*/ 52 w 134"/>
                  <a:gd name="T17" fmla="*/ 86 h 133"/>
                  <a:gd name="T18" fmla="*/ 51 w 134"/>
                  <a:gd name="T19" fmla="*/ 83 h 133"/>
                  <a:gd name="T20" fmla="*/ 42 w 134"/>
                  <a:gd name="T21" fmla="*/ 83 h 133"/>
                  <a:gd name="T22" fmla="*/ 40 w 134"/>
                  <a:gd name="T23" fmla="*/ 66 h 133"/>
                  <a:gd name="T24" fmla="*/ 41 w 134"/>
                  <a:gd name="T25" fmla="*/ 51 h 133"/>
                  <a:gd name="T26" fmla="*/ 58 w 134"/>
                  <a:gd name="T27" fmla="*/ 51 h 133"/>
                  <a:gd name="T28" fmla="*/ 71 w 134"/>
                  <a:gd name="T29" fmla="*/ 41 h 133"/>
                  <a:gd name="T30" fmla="*/ 43 w 134"/>
                  <a:gd name="T31" fmla="*/ 41 h 133"/>
                  <a:gd name="T32" fmla="*/ 67 w 134"/>
                  <a:gd name="T33" fmla="*/ 9 h 133"/>
                  <a:gd name="T34" fmla="*/ 90 w 134"/>
                  <a:gd name="T35" fmla="*/ 37 h 133"/>
                  <a:gd name="T36" fmla="*/ 101 w 134"/>
                  <a:gd name="T37" fmla="*/ 40 h 133"/>
                  <a:gd name="T38" fmla="*/ 90 w 134"/>
                  <a:gd name="T39" fmla="*/ 14 h 133"/>
                  <a:gd name="T40" fmla="*/ 118 w 134"/>
                  <a:gd name="T41" fmla="*/ 41 h 133"/>
                  <a:gd name="T42" fmla="*/ 104 w 134"/>
                  <a:gd name="T43" fmla="*/ 41 h 133"/>
                  <a:gd name="T44" fmla="*/ 116 w 134"/>
                  <a:gd name="T45" fmla="*/ 51 h 133"/>
                  <a:gd name="T46" fmla="*/ 122 w 134"/>
                  <a:gd name="T47" fmla="*/ 51 h 133"/>
                  <a:gd name="T48" fmla="*/ 124 w 134"/>
                  <a:gd name="T49" fmla="*/ 66 h 133"/>
                  <a:gd name="T50" fmla="*/ 124 w 134"/>
                  <a:gd name="T51" fmla="*/ 67 h 133"/>
                  <a:gd name="T52" fmla="*/ 122 w 134"/>
                  <a:gd name="T53" fmla="*/ 87 h 133"/>
                  <a:gd name="T54" fmla="*/ 128 w 134"/>
                  <a:gd name="T55" fmla="*/ 94 h 133"/>
                  <a:gd name="T56" fmla="*/ 128 w 134"/>
                  <a:gd name="T57" fmla="*/ 93 h 133"/>
                  <a:gd name="T58" fmla="*/ 129 w 134"/>
                  <a:gd name="T59" fmla="*/ 93 h 133"/>
                  <a:gd name="T60" fmla="*/ 129 w 134"/>
                  <a:gd name="T61" fmla="*/ 92 h 133"/>
                  <a:gd name="T62" fmla="*/ 134 w 134"/>
                  <a:gd name="T63" fmla="*/ 66 h 133"/>
                  <a:gd name="T64" fmla="*/ 67 w 134"/>
                  <a:gd name="T65" fmla="*/ 0 h 133"/>
                  <a:gd name="T66" fmla="*/ 0 w 134"/>
                  <a:gd name="T67" fmla="*/ 66 h 133"/>
                  <a:gd name="T68" fmla="*/ 67 w 134"/>
                  <a:gd name="T69" fmla="*/ 133 h 133"/>
                  <a:gd name="T70" fmla="*/ 109 w 134"/>
                  <a:gd name="T71" fmla="*/ 118 h 133"/>
                  <a:gd name="T72" fmla="*/ 102 w 134"/>
                  <a:gd name="T73" fmla="*/ 111 h 133"/>
                  <a:gd name="T74" fmla="*/ 44 w 134"/>
                  <a:gd name="T75" fmla="*/ 14 h 133"/>
                  <a:gd name="T76" fmla="*/ 33 w 134"/>
                  <a:gd name="T77" fmla="*/ 41 h 133"/>
                  <a:gd name="T78" fmla="*/ 16 w 134"/>
                  <a:gd name="T79" fmla="*/ 41 h 133"/>
                  <a:gd name="T80" fmla="*/ 44 w 134"/>
                  <a:gd name="T81" fmla="*/ 14 h 133"/>
                  <a:gd name="T82" fmla="*/ 10 w 134"/>
                  <a:gd name="T83" fmla="*/ 66 h 133"/>
                  <a:gd name="T84" fmla="*/ 12 w 134"/>
                  <a:gd name="T85" fmla="*/ 51 h 133"/>
                  <a:gd name="T86" fmla="*/ 31 w 134"/>
                  <a:gd name="T87" fmla="*/ 51 h 133"/>
                  <a:gd name="T88" fmla="*/ 30 w 134"/>
                  <a:gd name="T89" fmla="*/ 66 h 133"/>
                  <a:gd name="T90" fmla="*/ 31 w 134"/>
                  <a:gd name="T91" fmla="*/ 83 h 133"/>
                  <a:gd name="T92" fmla="*/ 13 w 134"/>
                  <a:gd name="T93" fmla="*/ 83 h 133"/>
                  <a:gd name="T94" fmla="*/ 10 w 134"/>
                  <a:gd name="T95" fmla="*/ 66 h 133"/>
                  <a:gd name="T96" fmla="*/ 17 w 134"/>
                  <a:gd name="T97" fmla="*/ 93 h 133"/>
                  <a:gd name="T98" fmla="*/ 33 w 134"/>
                  <a:gd name="T99" fmla="*/ 93 h 133"/>
                  <a:gd name="T100" fmla="*/ 44 w 134"/>
                  <a:gd name="T101" fmla="*/ 118 h 133"/>
                  <a:gd name="T102" fmla="*/ 17 w 134"/>
                  <a:gd name="T103" fmla="*/ 9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4" h="133">
                    <a:moveTo>
                      <a:pt x="102" y="111"/>
                    </a:moveTo>
                    <a:cubicBezTo>
                      <a:pt x="98" y="114"/>
                      <a:pt x="95" y="116"/>
                      <a:pt x="90" y="118"/>
                    </a:cubicBezTo>
                    <a:cubicBezTo>
                      <a:pt x="92" y="116"/>
                      <a:pt x="93" y="114"/>
                      <a:pt x="94" y="111"/>
                    </a:cubicBezTo>
                    <a:cubicBezTo>
                      <a:pt x="92" y="112"/>
                      <a:pt x="90" y="112"/>
                      <a:pt x="87" y="112"/>
                    </a:cubicBezTo>
                    <a:cubicBezTo>
                      <a:pt x="86" y="112"/>
                      <a:pt x="84" y="112"/>
                      <a:pt x="82" y="112"/>
                    </a:cubicBezTo>
                    <a:cubicBezTo>
                      <a:pt x="78" y="119"/>
                      <a:pt x="72" y="123"/>
                      <a:pt x="67" y="123"/>
                    </a:cubicBezTo>
                    <a:cubicBezTo>
                      <a:pt x="58" y="123"/>
                      <a:pt x="49" y="111"/>
                      <a:pt x="44" y="93"/>
                    </a:cubicBezTo>
                    <a:cubicBezTo>
                      <a:pt x="55" y="93"/>
                      <a:pt x="55" y="93"/>
                      <a:pt x="55" y="93"/>
                    </a:cubicBezTo>
                    <a:cubicBezTo>
                      <a:pt x="54" y="91"/>
                      <a:pt x="52" y="88"/>
                      <a:pt x="52" y="86"/>
                    </a:cubicBezTo>
                    <a:cubicBezTo>
                      <a:pt x="51" y="85"/>
                      <a:pt x="51" y="84"/>
                      <a:pt x="51" y="83"/>
                    </a:cubicBezTo>
                    <a:cubicBezTo>
                      <a:pt x="42" y="83"/>
                      <a:pt x="42" y="83"/>
                      <a:pt x="42" y="83"/>
                    </a:cubicBezTo>
                    <a:cubicBezTo>
                      <a:pt x="41" y="78"/>
                      <a:pt x="40" y="72"/>
                      <a:pt x="40" y="66"/>
                    </a:cubicBezTo>
                    <a:cubicBezTo>
                      <a:pt x="40" y="61"/>
                      <a:pt x="41" y="56"/>
                      <a:pt x="41" y="51"/>
                    </a:cubicBezTo>
                    <a:cubicBezTo>
                      <a:pt x="58" y="51"/>
                      <a:pt x="58" y="51"/>
                      <a:pt x="58" y="51"/>
                    </a:cubicBezTo>
                    <a:cubicBezTo>
                      <a:pt x="62" y="47"/>
                      <a:pt x="66" y="44"/>
                      <a:pt x="71" y="41"/>
                    </a:cubicBezTo>
                    <a:cubicBezTo>
                      <a:pt x="43" y="41"/>
                      <a:pt x="43" y="41"/>
                      <a:pt x="43" y="41"/>
                    </a:cubicBezTo>
                    <a:cubicBezTo>
                      <a:pt x="48" y="22"/>
                      <a:pt x="58" y="9"/>
                      <a:pt x="67" y="9"/>
                    </a:cubicBezTo>
                    <a:cubicBezTo>
                      <a:pt x="76" y="9"/>
                      <a:pt x="85" y="20"/>
                      <a:pt x="90" y="37"/>
                    </a:cubicBezTo>
                    <a:cubicBezTo>
                      <a:pt x="94" y="38"/>
                      <a:pt x="97" y="39"/>
                      <a:pt x="101" y="40"/>
                    </a:cubicBezTo>
                    <a:cubicBezTo>
                      <a:pt x="99" y="30"/>
                      <a:pt x="95" y="21"/>
                      <a:pt x="90" y="14"/>
                    </a:cubicBezTo>
                    <a:cubicBezTo>
                      <a:pt x="102" y="20"/>
                      <a:pt x="112" y="29"/>
                      <a:pt x="118" y="41"/>
                    </a:cubicBezTo>
                    <a:cubicBezTo>
                      <a:pt x="104" y="41"/>
                      <a:pt x="104" y="41"/>
                      <a:pt x="104" y="41"/>
                    </a:cubicBezTo>
                    <a:cubicBezTo>
                      <a:pt x="109" y="44"/>
                      <a:pt x="113" y="47"/>
                      <a:pt x="116" y="51"/>
                    </a:cubicBezTo>
                    <a:cubicBezTo>
                      <a:pt x="122" y="51"/>
                      <a:pt x="122" y="51"/>
                      <a:pt x="122" y="51"/>
                    </a:cubicBezTo>
                    <a:cubicBezTo>
                      <a:pt x="123" y="56"/>
                      <a:pt x="124" y="61"/>
                      <a:pt x="124" y="66"/>
                    </a:cubicBezTo>
                    <a:cubicBezTo>
                      <a:pt x="124" y="67"/>
                      <a:pt x="124" y="67"/>
                      <a:pt x="124" y="67"/>
                    </a:cubicBezTo>
                    <a:cubicBezTo>
                      <a:pt x="125" y="74"/>
                      <a:pt x="125" y="81"/>
                      <a:pt x="122" y="87"/>
                    </a:cubicBezTo>
                    <a:cubicBezTo>
                      <a:pt x="128" y="94"/>
                      <a:pt x="128" y="94"/>
                      <a:pt x="128" y="94"/>
                    </a:cubicBezTo>
                    <a:cubicBezTo>
                      <a:pt x="128" y="93"/>
                      <a:pt x="128" y="93"/>
                      <a:pt x="128" y="93"/>
                    </a:cubicBezTo>
                    <a:cubicBezTo>
                      <a:pt x="129" y="93"/>
                      <a:pt x="129" y="93"/>
                      <a:pt x="129" y="93"/>
                    </a:cubicBezTo>
                    <a:cubicBezTo>
                      <a:pt x="129" y="92"/>
                      <a:pt x="129" y="92"/>
                      <a:pt x="129" y="92"/>
                    </a:cubicBezTo>
                    <a:cubicBezTo>
                      <a:pt x="132" y="84"/>
                      <a:pt x="134" y="75"/>
                      <a:pt x="134" y="66"/>
                    </a:cubicBezTo>
                    <a:cubicBezTo>
                      <a:pt x="134" y="29"/>
                      <a:pt x="104" y="0"/>
                      <a:pt x="67" y="0"/>
                    </a:cubicBezTo>
                    <a:cubicBezTo>
                      <a:pt x="30" y="0"/>
                      <a:pt x="0" y="29"/>
                      <a:pt x="0" y="66"/>
                    </a:cubicBezTo>
                    <a:cubicBezTo>
                      <a:pt x="0" y="103"/>
                      <a:pt x="30" y="133"/>
                      <a:pt x="67" y="133"/>
                    </a:cubicBezTo>
                    <a:cubicBezTo>
                      <a:pt x="83" y="133"/>
                      <a:pt x="97" y="127"/>
                      <a:pt x="109" y="118"/>
                    </a:cubicBezTo>
                    <a:lnTo>
                      <a:pt x="102" y="111"/>
                    </a:lnTo>
                    <a:close/>
                    <a:moveTo>
                      <a:pt x="44" y="14"/>
                    </a:moveTo>
                    <a:cubicBezTo>
                      <a:pt x="39" y="22"/>
                      <a:pt x="35" y="31"/>
                      <a:pt x="33" y="41"/>
                    </a:cubicBezTo>
                    <a:cubicBezTo>
                      <a:pt x="16" y="41"/>
                      <a:pt x="16" y="41"/>
                      <a:pt x="16" y="41"/>
                    </a:cubicBezTo>
                    <a:cubicBezTo>
                      <a:pt x="22" y="29"/>
                      <a:pt x="32" y="20"/>
                      <a:pt x="44" y="14"/>
                    </a:cubicBezTo>
                    <a:close/>
                    <a:moveTo>
                      <a:pt x="10" y="66"/>
                    </a:moveTo>
                    <a:cubicBezTo>
                      <a:pt x="10" y="61"/>
                      <a:pt x="11" y="56"/>
                      <a:pt x="12" y="51"/>
                    </a:cubicBezTo>
                    <a:cubicBezTo>
                      <a:pt x="31" y="51"/>
                      <a:pt x="31" y="51"/>
                      <a:pt x="31" y="51"/>
                    </a:cubicBezTo>
                    <a:cubicBezTo>
                      <a:pt x="31" y="56"/>
                      <a:pt x="30" y="61"/>
                      <a:pt x="30" y="66"/>
                    </a:cubicBezTo>
                    <a:cubicBezTo>
                      <a:pt x="30" y="72"/>
                      <a:pt x="31" y="78"/>
                      <a:pt x="31" y="83"/>
                    </a:cubicBezTo>
                    <a:cubicBezTo>
                      <a:pt x="13" y="83"/>
                      <a:pt x="13" y="83"/>
                      <a:pt x="13" y="83"/>
                    </a:cubicBezTo>
                    <a:cubicBezTo>
                      <a:pt x="11" y="78"/>
                      <a:pt x="10" y="72"/>
                      <a:pt x="10" y="66"/>
                    </a:cubicBezTo>
                    <a:close/>
                    <a:moveTo>
                      <a:pt x="17" y="93"/>
                    </a:moveTo>
                    <a:cubicBezTo>
                      <a:pt x="33" y="93"/>
                      <a:pt x="33" y="93"/>
                      <a:pt x="33" y="93"/>
                    </a:cubicBezTo>
                    <a:cubicBezTo>
                      <a:pt x="36" y="103"/>
                      <a:pt x="39" y="111"/>
                      <a:pt x="44" y="118"/>
                    </a:cubicBezTo>
                    <a:cubicBezTo>
                      <a:pt x="32" y="113"/>
                      <a:pt x="23" y="104"/>
                      <a:pt x="17" y="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58"/>
              <p:cNvSpPr>
                <a:spLocks noEditPoints="1"/>
              </p:cNvSpPr>
              <p:nvPr/>
            </p:nvSpPr>
            <p:spPr bwMode="auto">
              <a:xfrm>
                <a:off x="5441125" y="2564446"/>
                <a:ext cx="146833" cy="151532"/>
              </a:xfrm>
              <a:custGeom>
                <a:avLst/>
                <a:gdLst>
                  <a:gd name="T0" fmla="*/ 83 w 83"/>
                  <a:gd name="T1" fmla="*/ 74 h 85"/>
                  <a:gd name="T2" fmla="*/ 58 w 83"/>
                  <a:gd name="T3" fmla="*/ 47 h 85"/>
                  <a:gd name="T4" fmla="*/ 57 w 83"/>
                  <a:gd name="T5" fmla="*/ 47 h 85"/>
                  <a:gd name="T6" fmla="*/ 60 w 83"/>
                  <a:gd name="T7" fmla="*/ 24 h 85"/>
                  <a:gd name="T8" fmla="*/ 24 w 83"/>
                  <a:gd name="T9" fmla="*/ 5 h 85"/>
                  <a:gd name="T10" fmla="*/ 5 w 83"/>
                  <a:gd name="T11" fmla="*/ 41 h 85"/>
                  <a:gd name="T12" fmla="*/ 41 w 83"/>
                  <a:gd name="T13" fmla="*/ 60 h 85"/>
                  <a:gd name="T14" fmla="*/ 48 w 83"/>
                  <a:gd name="T15" fmla="*/ 57 h 85"/>
                  <a:gd name="T16" fmla="*/ 72 w 83"/>
                  <a:gd name="T17" fmla="*/ 84 h 85"/>
                  <a:gd name="T18" fmla="*/ 76 w 83"/>
                  <a:gd name="T19" fmla="*/ 83 h 85"/>
                  <a:gd name="T20" fmla="*/ 82 w 83"/>
                  <a:gd name="T21" fmla="*/ 78 h 85"/>
                  <a:gd name="T22" fmla="*/ 83 w 83"/>
                  <a:gd name="T23" fmla="*/ 74 h 85"/>
                  <a:gd name="T24" fmla="*/ 12 w 83"/>
                  <a:gd name="T25" fmla="*/ 39 h 85"/>
                  <a:gd name="T26" fmla="*/ 26 w 83"/>
                  <a:gd name="T27" fmla="*/ 12 h 85"/>
                  <a:gd name="T28" fmla="*/ 52 w 83"/>
                  <a:gd name="T29" fmla="*/ 26 h 85"/>
                  <a:gd name="T30" fmla="*/ 39 w 83"/>
                  <a:gd name="T31" fmla="*/ 53 h 85"/>
                  <a:gd name="T32" fmla="*/ 12 w 83"/>
                  <a:gd name="T33" fmla="*/ 39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3" h="85">
                    <a:moveTo>
                      <a:pt x="83" y="74"/>
                    </a:moveTo>
                    <a:cubicBezTo>
                      <a:pt x="58" y="47"/>
                      <a:pt x="58" y="47"/>
                      <a:pt x="58" y="47"/>
                    </a:cubicBezTo>
                    <a:cubicBezTo>
                      <a:pt x="58" y="47"/>
                      <a:pt x="58" y="47"/>
                      <a:pt x="57" y="47"/>
                    </a:cubicBezTo>
                    <a:cubicBezTo>
                      <a:pt x="61" y="40"/>
                      <a:pt x="62" y="32"/>
                      <a:pt x="60" y="24"/>
                    </a:cubicBezTo>
                    <a:cubicBezTo>
                      <a:pt x="55" y="9"/>
                      <a:pt x="39" y="0"/>
                      <a:pt x="24" y="5"/>
                    </a:cubicBezTo>
                    <a:cubicBezTo>
                      <a:pt x="8" y="10"/>
                      <a:pt x="0" y="26"/>
                      <a:pt x="5" y="41"/>
                    </a:cubicBezTo>
                    <a:cubicBezTo>
                      <a:pt x="9" y="57"/>
                      <a:pt x="26" y="65"/>
                      <a:pt x="41" y="60"/>
                    </a:cubicBezTo>
                    <a:cubicBezTo>
                      <a:pt x="43" y="60"/>
                      <a:pt x="46" y="59"/>
                      <a:pt x="48" y="57"/>
                    </a:cubicBezTo>
                    <a:cubicBezTo>
                      <a:pt x="72" y="84"/>
                      <a:pt x="72" y="84"/>
                      <a:pt x="72" y="84"/>
                    </a:cubicBezTo>
                    <a:cubicBezTo>
                      <a:pt x="73" y="85"/>
                      <a:pt x="75" y="84"/>
                      <a:pt x="76" y="83"/>
                    </a:cubicBezTo>
                    <a:cubicBezTo>
                      <a:pt x="82" y="78"/>
                      <a:pt x="82" y="78"/>
                      <a:pt x="82" y="78"/>
                    </a:cubicBezTo>
                    <a:cubicBezTo>
                      <a:pt x="83" y="77"/>
                      <a:pt x="83" y="75"/>
                      <a:pt x="83" y="74"/>
                    </a:cubicBezTo>
                    <a:close/>
                    <a:moveTo>
                      <a:pt x="12" y="39"/>
                    </a:moveTo>
                    <a:cubicBezTo>
                      <a:pt x="9" y="28"/>
                      <a:pt x="15" y="16"/>
                      <a:pt x="26" y="12"/>
                    </a:cubicBezTo>
                    <a:cubicBezTo>
                      <a:pt x="37" y="9"/>
                      <a:pt x="49" y="15"/>
                      <a:pt x="52" y="26"/>
                    </a:cubicBezTo>
                    <a:cubicBezTo>
                      <a:pt x="56" y="37"/>
                      <a:pt x="50" y="49"/>
                      <a:pt x="39" y="53"/>
                    </a:cubicBezTo>
                    <a:cubicBezTo>
                      <a:pt x="27" y="56"/>
                      <a:pt x="16" y="50"/>
                      <a:pt x="12"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59"/>
              <p:cNvSpPr>
                <a:spLocks/>
              </p:cNvSpPr>
              <p:nvPr/>
            </p:nvSpPr>
            <p:spPr bwMode="auto">
              <a:xfrm>
                <a:off x="5479888" y="2602036"/>
                <a:ext cx="48161" cy="30541"/>
              </a:xfrm>
              <a:custGeom>
                <a:avLst/>
                <a:gdLst>
                  <a:gd name="T0" fmla="*/ 0 w 27"/>
                  <a:gd name="T1" fmla="*/ 3 h 17"/>
                  <a:gd name="T2" fmla="*/ 27 w 27"/>
                  <a:gd name="T3" fmla="*/ 17 h 17"/>
                </a:gdLst>
                <a:ahLst/>
                <a:cxnLst>
                  <a:cxn ang="0">
                    <a:pos x="T0" y="T1"/>
                  </a:cxn>
                  <a:cxn ang="0">
                    <a:pos x="T2" y="T3"/>
                  </a:cxn>
                </a:cxnLst>
                <a:rect l="0" t="0" r="r" b="b"/>
                <a:pathLst>
                  <a:path w="27" h="17">
                    <a:moveTo>
                      <a:pt x="0" y="3"/>
                    </a:moveTo>
                    <a:cubicBezTo>
                      <a:pt x="12" y="0"/>
                      <a:pt x="24" y="6"/>
                      <a:pt x="27"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99" name="组合 98"/>
          <p:cNvGrpSpPr/>
          <p:nvPr/>
        </p:nvGrpSpPr>
        <p:grpSpPr>
          <a:xfrm>
            <a:off x="4297587" y="4420415"/>
            <a:ext cx="624923" cy="624923"/>
            <a:chOff x="4297002" y="4460355"/>
            <a:chExt cx="500407" cy="500407"/>
          </a:xfrm>
        </p:grpSpPr>
        <p:sp>
          <p:nvSpPr>
            <p:cNvPr id="35" name="Oval 37"/>
            <p:cNvSpPr>
              <a:spLocks noChangeArrowheads="1"/>
            </p:cNvSpPr>
            <p:nvPr/>
          </p:nvSpPr>
          <p:spPr bwMode="auto">
            <a:xfrm>
              <a:off x="4297002" y="4460355"/>
              <a:ext cx="500407" cy="500407"/>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97" name="组合 96"/>
            <p:cNvGrpSpPr/>
            <p:nvPr/>
          </p:nvGrpSpPr>
          <p:grpSpPr>
            <a:xfrm>
              <a:off x="4410944" y="4627157"/>
              <a:ext cx="274871" cy="177375"/>
              <a:chOff x="4410944" y="4627157"/>
              <a:chExt cx="274871" cy="177375"/>
            </a:xfrm>
            <a:solidFill>
              <a:srgbClr val="219980"/>
            </a:solidFill>
          </p:grpSpPr>
          <p:sp>
            <p:nvSpPr>
              <p:cNvPr id="58" name="Freeform 60"/>
              <p:cNvSpPr>
                <a:spLocks/>
              </p:cNvSpPr>
              <p:nvPr/>
            </p:nvSpPr>
            <p:spPr bwMode="auto">
              <a:xfrm>
                <a:off x="4422691" y="4627157"/>
                <a:ext cx="250203" cy="113943"/>
              </a:xfrm>
              <a:custGeom>
                <a:avLst/>
                <a:gdLst>
                  <a:gd name="T0" fmla="*/ 106 w 213"/>
                  <a:gd name="T1" fmla="*/ 97 h 97"/>
                  <a:gd name="T2" fmla="*/ 0 w 213"/>
                  <a:gd name="T3" fmla="*/ 0 h 97"/>
                  <a:gd name="T4" fmla="*/ 213 w 213"/>
                  <a:gd name="T5" fmla="*/ 0 h 97"/>
                  <a:gd name="T6" fmla="*/ 106 w 213"/>
                  <a:gd name="T7" fmla="*/ 97 h 97"/>
                </a:gdLst>
                <a:ahLst/>
                <a:cxnLst>
                  <a:cxn ang="0">
                    <a:pos x="T0" y="T1"/>
                  </a:cxn>
                  <a:cxn ang="0">
                    <a:pos x="T2" y="T3"/>
                  </a:cxn>
                  <a:cxn ang="0">
                    <a:pos x="T4" y="T5"/>
                  </a:cxn>
                  <a:cxn ang="0">
                    <a:pos x="T6" y="T7"/>
                  </a:cxn>
                </a:cxnLst>
                <a:rect l="0" t="0" r="r" b="b"/>
                <a:pathLst>
                  <a:path w="213" h="97">
                    <a:moveTo>
                      <a:pt x="106" y="97"/>
                    </a:moveTo>
                    <a:lnTo>
                      <a:pt x="0" y="0"/>
                    </a:lnTo>
                    <a:lnTo>
                      <a:pt x="213" y="0"/>
                    </a:lnTo>
                    <a:lnTo>
                      <a:pt x="106" y="9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61"/>
              <p:cNvSpPr>
                <a:spLocks/>
              </p:cNvSpPr>
              <p:nvPr/>
            </p:nvSpPr>
            <p:spPr bwMode="auto">
              <a:xfrm>
                <a:off x="4410944" y="4637729"/>
                <a:ext cx="86925" cy="158580"/>
              </a:xfrm>
              <a:custGeom>
                <a:avLst/>
                <a:gdLst>
                  <a:gd name="T0" fmla="*/ 74 w 74"/>
                  <a:gd name="T1" fmla="*/ 67 h 135"/>
                  <a:gd name="T2" fmla="*/ 0 w 74"/>
                  <a:gd name="T3" fmla="*/ 135 h 135"/>
                  <a:gd name="T4" fmla="*/ 0 w 74"/>
                  <a:gd name="T5" fmla="*/ 0 h 135"/>
                  <a:gd name="T6" fmla="*/ 74 w 74"/>
                  <a:gd name="T7" fmla="*/ 67 h 135"/>
                </a:gdLst>
                <a:ahLst/>
                <a:cxnLst>
                  <a:cxn ang="0">
                    <a:pos x="T0" y="T1"/>
                  </a:cxn>
                  <a:cxn ang="0">
                    <a:pos x="T2" y="T3"/>
                  </a:cxn>
                  <a:cxn ang="0">
                    <a:pos x="T4" y="T5"/>
                  </a:cxn>
                  <a:cxn ang="0">
                    <a:pos x="T6" y="T7"/>
                  </a:cxn>
                </a:cxnLst>
                <a:rect l="0" t="0" r="r" b="b"/>
                <a:pathLst>
                  <a:path w="74" h="135">
                    <a:moveTo>
                      <a:pt x="74" y="67"/>
                    </a:moveTo>
                    <a:lnTo>
                      <a:pt x="0" y="135"/>
                    </a:lnTo>
                    <a:lnTo>
                      <a:pt x="0" y="0"/>
                    </a:lnTo>
                    <a:lnTo>
                      <a:pt x="74" y="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62"/>
              <p:cNvSpPr>
                <a:spLocks/>
              </p:cNvSpPr>
              <p:nvPr/>
            </p:nvSpPr>
            <p:spPr bwMode="auto">
              <a:xfrm>
                <a:off x="4422691" y="4727004"/>
                <a:ext cx="250203" cy="77528"/>
              </a:xfrm>
              <a:custGeom>
                <a:avLst/>
                <a:gdLst>
                  <a:gd name="T0" fmla="*/ 74 w 213"/>
                  <a:gd name="T1" fmla="*/ 0 h 66"/>
                  <a:gd name="T2" fmla="*/ 106 w 213"/>
                  <a:gd name="T3" fmla="*/ 30 h 66"/>
                  <a:gd name="T4" fmla="*/ 139 w 213"/>
                  <a:gd name="T5" fmla="*/ 0 h 66"/>
                  <a:gd name="T6" fmla="*/ 213 w 213"/>
                  <a:gd name="T7" fmla="*/ 66 h 66"/>
                  <a:gd name="T8" fmla="*/ 0 w 213"/>
                  <a:gd name="T9" fmla="*/ 66 h 66"/>
                  <a:gd name="T10" fmla="*/ 74 w 213"/>
                  <a:gd name="T11" fmla="*/ 0 h 66"/>
                </a:gdLst>
                <a:ahLst/>
                <a:cxnLst>
                  <a:cxn ang="0">
                    <a:pos x="T0" y="T1"/>
                  </a:cxn>
                  <a:cxn ang="0">
                    <a:pos x="T2" y="T3"/>
                  </a:cxn>
                  <a:cxn ang="0">
                    <a:pos x="T4" y="T5"/>
                  </a:cxn>
                  <a:cxn ang="0">
                    <a:pos x="T6" y="T7"/>
                  </a:cxn>
                  <a:cxn ang="0">
                    <a:pos x="T8" y="T9"/>
                  </a:cxn>
                  <a:cxn ang="0">
                    <a:pos x="T10" y="T11"/>
                  </a:cxn>
                </a:cxnLst>
                <a:rect l="0" t="0" r="r" b="b"/>
                <a:pathLst>
                  <a:path w="213" h="66">
                    <a:moveTo>
                      <a:pt x="74" y="0"/>
                    </a:moveTo>
                    <a:lnTo>
                      <a:pt x="106" y="30"/>
                    </a:lnTo>
                    <a:lnTo>
                      <a:pt x="139" y="0"/>
                    </a:lnTo>
                    <a:lnTo>
                      <a:pt x="213" y="66"/>
                    </a:lnTo>
                    <a:lnTo>
                      <a:pt x="0" y="66"/>
                    </a:lnTo>
                    <a:lnTo>
                      <a:pt x="7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63"/>
              <p:cNvSpPr>
                <a:spLocks/>
              </p:cNvSpPr>
              <p:nvPr/>
            </p:nvSpPr>
            <p:spPr bwMode="auto">
              <a:xfrm>
                <a:off x="4596541" y="4637729"/>
                <a:ext cx="89274" cy="158580"/>
              </a:xfrm>
              <a:custGeom>
                <a:avLst/>
                <a:gdLst>
                  <a:gd name="T0" fmla="*/ 0 w 76"/>
                  <a:gd name="T1" fmla="*/ 67 h 135"/>
                  <a:gd name="T2" fmla="*/ 76 w 76"/>
                  <a:gd name="T3" fmla="*/ 0 h 135"/>
                  <a:gd name="T4" fmla="*/ 76 w 76"/>
                  <a:gd name="T5" fmla="*/ 135 h 135"/>
                  <a:gd name="T6" fmla="*/ 0 w 76"/>
                  <a:gd name="T7" fmla="*/ 67 h 135"/>
                </a:gdLst>
                <a:ahLst/>
                <a:cxnLst>
                  <a:cxn ang="0">
                    <a:pos x="T0" y="T1"/>
                  </a:cxn>
                  <a:cxn ang="0">
                    <a:pos x="T2" y="T3"/>
                  </a:cxn>
                  <a:cxn ang="0">
                    <a:pos x="T4" y="T5"/>
                  </a:cxn>
                  <a:cxn ang="0">
                    <a:pos x="T6" y="T7"/>
                  </a:cxn>
                </a:cxnLst>
                <a:rect l="0" t="0" r="r" b="b"/>
                <a:pathLst>
                  <a:path w="76" h="135">
                    <a:moveTo>
                      <a:pt x="0" y="67"/>
                    </a:moveTo>
                    <a:lnTo>
                      <a:pt x="76" y="0"/>
                    </a:lnTo>
                    <a:lnTo>
                      <a:pt x="76" y="135"/>
                    </a:lnTo>
                    <a:lnTo>
                      <a:pt x="0" y="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sp>
        <p:nvSpPr>
          <p:cNvPr id="103" name="Freeform 5"/>
          <p:cNvSpPr>
            <a:spLocks noEditPoints="1"/>
          </p:cNvSpPr>
          <p:nvPr/>
        </p:nvSpPr>
        <p:spPr bwMode="auto">
          <a:xfrm>
            <a:off x="3051213" y="5641331"/>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E7BE22"/>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4" name="Freeform 9"/>
          <p:cNvSpPr>
            <a:spLocks noEditPoints="1"/>
          </p:cNvSpPr>
          <p:nvPr/>
        </p:nvSpPr>
        <p:spPr bwMode="auto">
          <a:xfrm>
            <a:off x="3051213" y="3305799"/>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4BB56D"/>
          </a:solidFill>
          <a:ln>
            <a:noFill/>
          </a:ln>
        </p:spPr>
        <p:txBody>
          <a:bodyPr vert="horz" wrap="square" lIns="91440" tIns="45720" rIns="91440" bIns="45720" numCol="1" anchor="t" anchorCtr="0" compatLnSpc="1">
            <a:prstTxWarp prst="textNoShape">
              <a:avLst/>
            </a:prstTxWarp>
          </a:bodyPr>
          <a:lstStyle/>
          <a:p>
            <a:endParaRPr lang="zh-CN" altLang="en-US">
              <a:solidFill>
                <a:srgbClr val="B5D241"/>
              </a:solidFill>
            </a:endParaRPr>
          </a:p>
        </p:txBody>
      </p:sp>
      <p:sp>
        <p:nvSpPr>
          <p:cNvPr id="105" name="Freeform 10"/>
          <p:cNvSpPr>
            <a:spLocks noEditPoints="1"/>
          </p:cNvSpPr>
          <p:nvPr/>
        </p:nvSpPr>
        <p:spPr bwMode="auto">
          <a:xfrm>
            <a:off x="3051213" y="4474359"/>
            <a:ext cx="295275" cy="293688"/>
          </a:xfrm>
          <a:custGeom>
            <a:avLst/>
            <a:gdLst>
              <a:gd name="T0" fmla="*/ 74 w 147"/>
              <a:gd name="T1" fmla="*/ 146 h 146"/>
              <a:gd name="T2" fmla="*/ 0 w 147"/>
              <a:gd name="T3" fmla="*/ 73 h 146"/>
              <a:gd name="T4" fmla="*/ 74 w 147"/>
              <a:gd name="T5" fmla="*/ 0 h 146"/>
              <a:gd name="T6" fmla="*/ 147 w 147"/>
              <a:gd name="T7" fmla="*/ 73 h 146"/>
              <a:gd name="T8" fmla="*/ 74 w 147"/>
              <a:gd name="T9" fmla="*/ 146 h 146"/>
              <a:gd name="T10" fmla="*/ 74 w 147"/>
              <a:gd name="T11" fmla="*/ 16 h 146"/>
              <a:gd name="T12" fmla="*/ 16 w 147"/>
              <a:gd name="T13" fmla="*/ 73 h 146"/>
              <a:gd name="T14" fmla="*/ 74 w 147"/>
              <a:gd name="T15" fmla="*/ 130 h 146"/>
              <a:gd name="T16" fmla="*/ 131 w 147"/>
              <a:gd name="T17" fmla="*/ 73 h 146"/>
              <a:gd name="T18" fmla="*/ 74 w 147"/>
              <a:gd name="T19" fmla="*/ 1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6">
                <a:moveTo>
                  <a:pt x="74" y="146"/>
                </a:moveTo>
                <a:cubicBezTo>
                  <a:pt x="33" y="146"/>
                  <a:pt x="0" y="114"/>
                  <a:pt x="0" y="73"/>
                </a:cubicBezTo>
                <a:cubicBezTo>
                  <a:pt x="0" y="33"/>
                  <a:pt x="33" y="0"/>
                  <a:pt x="74" y="0"/>
                </a:cubicBezTo>
                <a:cubicBezTo>
                  <a:pt x="114" y="0"/>
                  <a:pt x="147" y="33"/>
                  <a:pt x="147" y="73"/>
                </a:cubicBezTo>
                <a:cubicBezTo>
                  <a:pt x="147" y="114"/>
                  <a:pt x="114" y="146"/>
                  <a:pt x="74" y="146"/>
                </a:cubicBezTo>
                <a:close/>
                <a:moveTo>
                  <a:pt x="74" y="16"/>
                </a:moveTo>
                <a:cubicBezTo>
                  <a:pt x="42" y="16"/>
                  <a:pt x="16" y="41"/>
                  <a:pt x="16" y="73"/>
                </a:cubicBezTo>
                <a:cubicBezTo>
                  <a:pt x="16" y="105"/>
                  <a:pt x="42" y="130"/>
                  <a:pt x="74" y="130"/>
                </a:cubicBezTo>
                <a:cubicBezTo>
                  <a:pt x="106" y="130"/>
                  <a:pt x="131" y="105"/>
                  <a:pt x="131" y="73"/>
                </a:cubicBezTo>
                <a:cubicBezTo>
                  <a:pt x="131" y="41"/>
                  <a:pt x="106" y="16"/>
                  <a:pt x="74" y="16"/>
                </a:cubicBezTo>
                <a:close/>
              </a:path>
            </a:pathLst>
          </a:custGeom>
          <a:solidFill>
            <a:srgbClr val="21998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6" name="文本框 105"/>
          <p:cNvSpPr txBox="1"/>
          <p:nvPr/>
        </p:nvSpPr>
        <p:spPr>
          <a:xfrm>
            <a:off x="242908" y="3185576"/>
            <a:ext cx="2856518" cy="830997"/>
          </a:xfrm>
          <a:prstGeom prst="rect">
            <a:avLst/>
          </a:prstGeom>
          <a:noFill/>
        </p:spPr>
        <p:txBody>
          <a:bodyPr wrap="square" rtlCol="0">
            <a:spAutoFit/>
          </a:bodyPr>
          <a:lstStyle/>
          <a:p>
            <a:pPr algn="r">
              <a:lnSpc>
                <a:spcPct val="120000"/>
              </a:lnSpc>
            </a:pPr>
            <a:r>
              <a:rPr lang="zh-CN" altLang="en-US" sz="2400" b="1" dirty="0">
                <a:solidFill>
                  <a:srgbClr val="4BB56D"/>
                </a:solidFill>
              </a:rPr>
              <a:t>添加标题</a:t>
            </a:r>
            <a:endParaRPr lang="en-US" altLang="zh-CN" sz="2400" b="1" dirty="0">
              <a:solidFill>
                <a:srgbClr val="4BB56D"/>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07" name="文本框 106"/>
          <p:cNvSpPr txBox="1"/>
          <p:nvPr/>
        </p:nvSpPr>
        <p:spPr>
          <a:xfrm>
            <a:off x="242908" y="4340707"/>
            <a:ext cx="2856518" cy="830997"/>
          </a:xfrm>
          <a:prstGeom prst="rect">
            <a:avLst/>
          </a:prstGeom>
          <a:noFill/>
        </p:spPr>
        <p:txBody>
          <a:bodyPr wrap="square" rtlCol="0">
            <a:spAutoFit/>
          </a:bodyPr>
          <a:lstStyle/>
          <a:p>
            <a:pPr algn="r">
              <a:lnSpc>
                <a:spcPct val="120000"/>
              </a:lnSpc>
            </a:pPr>
            <a:r>
              <a:rPr lang="zh-CN" altLang="en-US" sz="2400" b="1" dirty="0">
                <a:solidFill>
                  <a:srgbClr val="219980"/>
                </a:solidFill>
              </a:rPr>
              <a:t>添加标题</a:t>
            </a:r>
            <a:endParaRPr lang="en-US" altLang="zh-CN" sz="2400" b="1" dirty="0">
              <a:solidFill>
                <a:srgbClr val="219980"/>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08" name="文本框 107"/>
          <p:cNvSpPr txBox="1"/>
          <p:nvPr/>
        </p:nvSpPr>
        <p:spPr>
          <a:xfrm>
            <a:off x="242908" y="5495838"/>
            <a:ext cx="2856518" cy="830997"/>
          </a:xfrm>
          <a:prstGeom prst="rect">
            <a:avLst/>
          </a:prstGeom>
          <a:noFill/>
        </p:spPr>
        <p:txBody>
          <a:bodyPr wrap="square" rtlCol="0">
            <a:spAutoFit/>
          </a:bodyPr>
          <a:lstStyle/>
          <a:p>
            <a:pPr algn="r">
              <a:lnSpc>
                <a:spcPct val="120000"/>
              </a:lnSpc>
            </a:pPr>
            <a:r>
              <a:rPr lang="zh-CN" altLang="en-US" sz="2400" b="1" dirty="0">
                <a:solidFill>
                  <a:srgbClr val="E7BE22"/>
                </a:solidFill>
              </a:rPr>
              <a:t>添加标题</a:t>
            </a:r>
            <a:endParaRPr lang="en-US" altLang="zh-CN" sz="2400" b="1" dirty="0">
              <a:solidFill>
                <a:srgbClr val="E7BE22"/>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09" name="Freeform 9"/>
          <p:cNvSpPr>
            <a:spLocks noEditPoints="1"/>
          </p:cNvSpPr>
          <p:nvPr/>
        </p:nvSpPr>
        <p:spPr bwMode="auto">
          <a:xfrm>
            <a:off x="3051213" y="2108464"/>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3A8FCB"/>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0" name="文本框 109"/>
          <p:cNvSpPr txBox="1"/>
          <p:nvPr/>
        </p:nvSpPr>
        <p:spPr>
          <a:xfrm>
            <a:off x="242908" y="1988241"/>
            <a:ext cx="2856518" cy="830997"/>
          </a:xfrm>
          <a:prstGeom prst="rect">
            <a:avLst/>
          </a:prstGeom>
          <a:noFill/>
        </p:spPr>
        <p:txBody>
          <a:bodyPr wrap="square" rtlCol="0">
            <a:spAutoFit/>
          </a:bodyPr>
          <a:lstStyle/>
          <a:p>
            <a:pPr algn="r">
              <a:lnSpc>
                <a:spcPct val="120000"/>
              </a:lnSpc>
            </a:pPr>
            <a:r>
              <a:rPr lang="zh-CN" altLang="en-US" sz="2400" b="1" dirty="0">
                <a:solidFill>
                  <a:srgbClr val="3A8FCB"/>
                </a:solidFill>
              </a:rPr>
              <a:t>添加标题</a:t>
            </a:r>
            <a:endParaRPr lang="en-US" altLang="zh-CN" sz="2400" b="1" dirty="0">
              <a:solidFill>
                <a:srgbClr val="3A8FCB"/>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11" name="文本框 110"/>
          <p:cNvSpPr txBox="1"/>
          <p:nvPr/>
        </p:nvSpPr>
        <p:spPr>
          <a:xfrm>
            <a:off x="9061417" y="4340707"/>
            <a:ext cx="2856518" cy="830997"/>
          </a:xfrm>
          <a:prstGeom prst="rect">
            <a:avLst/>
          </a:prstGeom>
          <a:noFill/>
        </p:spPr>
        <p:txBody>
          <a:bodyPr wrap="square" rtlCol="0">
            <a:spAutoFit/>
          </a:bodyPr>
          <a:lstStyle/>
          <a:p>
            <a:pPr>
              <a:lnSpc>
                <a:spcPct val="120000"/>
              </a:lnSpc>
            </a:pPr>
            <a:r>
              <a:rPr lang="zh-CN" altLang="en-US" sz="2400" b="1" dirty="0">
                <a:solidFill>
                  <a:srgbClr val="C95419"/>
                </a:solidFill>
              </a:rPr>
              <a:t>添加标题</a:t>
            </a:r>
            <a:endParaRPr lang="en-US" altLang="zh-CN" sz="2400" b="1" dirty="0">
              <a:solidFill>
                <a:srgbClr val="C95419"/>
              </a:solidFill>
            </a:endParaRPr>
          </a:p>
          <a:p>
            <a:pPr>
              <a:lnSpc>
                <a:spcPct val="120000"/>
              </a:lnSpc>
            </a:pPr>
            <a:r>
              <a:rPr lang="zh-CN" altLang="en-US" sz="1600" dirty="0">
                <a:solidFill>
                  <a:schemeClr val="tx1">
                    <a:lumMod val="65000"/>
                    <a:lumOff val="35000"/>
                  </a:schemeClr>
                </a:solidFill>
              </a:rPr>
              <a:t>添加内容添加内容</a:t>
            </a:r>
          </a:p>
        </p:txBody>
      </p:sp>
      <p:sp>
        <p:nvSpPr>
          <p:cNvPr id="112" name="文本框 111"/>
          <p:cNvSpPr txBox="1"/>
          <p:nvPr/>
        </p:nvSpPr>
        <p:spPr>
          <a:xfrm>
            <a:off x="9061417" y="3185576"/>
            <a:ext cx="2856518" cy="830997"/>
          </a:xfrm>
          <a:prstGeom prst="rect">
            <a:avLst/>
          </a:prstGeom>
          <a:noFill/>
        </p:spPr>
        <p:txBody>
          <a:bodyPr wrap="square" rtlCol="0">
            <a:spAutoFit/>
          </a:bodyPr>
          <a:lstStyle/>
          <a:p>
            <a:pPr>
              <a:lnSpc>
                <a:spcPct val="120000"/>
              </a:lnSpc>
            </a:pPr>
            <a:r>
              <a:rPr lang="zh-CN" altLang="en-US" sz="2400" b="1" dirty="0">
                <a:solidFill>
                  <a:srgbClr val="DA4D3C"/>
                </a:solidFill>
              </a:rPr>
              <a:t>添加标题</a:t>
            </a:r>
            <a:endParaRPr lang="en-US" altLang="zh-CN" sz="2400" b="1" dirty="0">
              <a:solidFill>
                <a:srgbClr val="DA4D3C"/>
              </a:solidFill>
            </a:endParaRPr>
          </a:p>
          <a:p>
            <a:pPr>
              <a:lnSpc>
                <a:spcPct val="120000"/>
              </a:lnSpc>
            </a:pPr>
            <a:r>
              <a:rPr lang="zh-CN" altLang="en-US" sz="1600" dirty="0">
                <a:solidFill>
                  <a:schemeClr val="tx1">
                    <a:lumMod val="65000"/>
                    <a:lumOff val="35000"/>
                  </a:schemeClr>
                </a:solidFill>
              </a:rPr>
              <a:t>添加内容添加内容</a:t>
            </a:r>
          </a:p>
        </p:txBody>
      </p:sp>
      <p:sp>
        <p:nvSpPr>
          <p:cNvPr id="113" name="文本框 112"/>
          <p:cNvSpPr txBox="1"/>
          <p:nvPr/>
        </p:nvSpPr>
        <p:spPr>
          <a:xfrm>
            <a:off x="9061417" y="5495838"/>
            <a:ext cx="2856518" cy="830997"/>
          </a:xfrm>
          <a:prstGeom prst="rect">
            <a:avLst/>
          </a:prstGeom>
          <a:noFill/>
        </p:spPr>
        <p:txBody>
          <a:bodyPr wrap="square" rtlCol="0">
            <a:spAutoFit/>
          </a:bodyPr>
          <a:lstStyle/>
          <a:p>
            <a:pPr>
              <a:lnSpc>
                <a:spcPct val="120000"/>
              </a:lnSpc>
            </a:pPr>
            <a:r>
              <a:rPr lang="zh-CN" altLang="en-US" sz="2400" b="1" dirty="0">
                <a:solidFill>
                  <a:srgbClr val="EA981E"/>
                </a:solidFill>
              </a:rPr>
              <a:t>添加标题</a:t>
            </a:r>
            <a:endParaRPr lang="en-US" altLang="zh-CN" sz="2400" b="1" dirty="0">
              <a:solidFill>
                <a:srgbClr val="EA981E"/>
              </a:solidFill>
            </a:endParaRPr>
          </a:p>
          <a:p>
            <a:pPr>
              <a:lnSpc>
                <a:spcPct val="120000"/>
              </a:lnSpc>
            </a:pPr>
            <a:r>
              <a:rPr lang="zh-CN" altLang="en-US" sz="1600" dirty="0">
                <a:solidFill>
                  <a:schemeClr val="tx1">
                    <a:lumMod val="65000"/>
                    <a:lumOff val="35000"/>
                  </a:schemeClr>
                </a:solidFill>
              </a:rPr>
              <a:t>添加内容添加内容</a:t>
            </a:r>
          </a:p>
        </p:txBody>
      </p:sp>
      <p:sp>
        <p:nvSpPr>
          <p:cNvPr id="114" name="Freeform 5"/>
          <p:cNvSpPr>
            <a:spLocks noEditPoints="1"/>
          </p:cNvSpPr>
          <p:nvPr/>
        </p:nvSpPr>
        <p:spPr bwMode="auto">
          <a:xfrm>
            <a:off x="8800783" y="5641331"/>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EA981E"/>
          </a:solidFill>
          <a:ln>
            <a:noFill/>
          </a:ln>
        </p:spPr>
        <p:txBody>
          <a:bodyPr vert="horz" wrap="square" lIns="91440" tIns="45720" rIns="91440" bIns="45720" numCol="1" anchor="t" anchorCtr="0" compatLnSpc="1">
            <a:prstTxWarp prst="textNoShape">
              <a:avLst/>
            </a:prstTxWarp>
          </a:bodyPr>
          <a:lstStyle/>
          <a:p>
            <a:endParaRPr lang="zh-CN" altLang="en-US">
              <a:solidFill>
                <a:srgbClr val="1F65B1"/>
              </a:solidFill>
            </a:endParaRPr>
          </a:p>
        </p:txBody>
      </p:sp>
      <p:sp>
        <p:nvSpPr>
          <p:cNvPr id="115" name="Freeform 9"/>
          <p:cNvSpPr>
            <a:spLocks noEditPoints="1"/>
          </p:cNvSpPr>
          <p:nvPr/>
        </p:nvSpPr>
        <p:spPr bwMode="auto">
          <a:xfrm>
            <a:off x="8800783" y="3305799"/>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DA4D3C"/>
          </a:solidFill>
          <a:ln>
            <a:noFill/>
          </a:ln>
        </p:spPr>
        <p:txBody>
          <a:bodyPr vert="horz" wrap="square" lIns="91440" tIns="45720" rIns="91440" bIns="45720" numCol="1" anchor="t" anchorCtr="0" compatLnSpc="1">
            <a:prstTxWarp prst="textNoShape">
              <a:avLst/>
            </a:prstTxWarp>
          </a:bodyPr>
          <a:lstStyle/>
          <a:p>
            <a:endParaRPr lang="zh-CN" altLang="en-US">
              <a:solidFill>
                <a:srgbClr val="B32887"/>
              </a:solidFill>
            </a:endParaRPr>
          </a:p>
        </p:txBody>
      </p:sp>
      <p:sp>
        <p:nvSpPr>
          <p:cNvPr id="116" name="Freeform 10"/>
          <p:cNvSpPr>
            <a:spLocks noEditPoints="1"/>
          </p:cNvSpPr>
          <p:nvPr/>
        </p:nvSpPr>
        <p:spPr bwMode="auto">
          <a:xfrm>
            <a:off x="8800783" y="4474359"/>
            <a:ext cx="295275" cy="293688"/>
          </a:xfrm>
          <a:custGeom>
            <a:avLst/>
            <a:gdLst>
              <a:gd name="T0" fmla="*/ 74 w 147"/>
              <a:gd name="T1" fmla="*/ 146 h 146"/>
              <a:gd name="T2" fmla="*/ 0 w 147"/>
              <a:gd name="T3" fmla="*/ 73 h 146"/>
              <a:gd name="T4" fmla="*/ 74 w 147"/>
              <a:gd name="T5" fmla="*/ 0 h 146"/>
              <a:gd name="T6" fmla="*/ 147 w 147"/>
              <a:gd name="T7" fmla="*/ 73 h 146"/>
              <a:gd name="T8" fmla="*/ 74 w 147"/>
              <a:gd name="T9" fmla="*/ 146 h 146"/>
              <a:gd name="T10" fmla="*/ 74 w 147"/>
              <a:gd name="T11" fmla="*/ 16 h 146"/>
              <a:gd name="T12" fmla="*/ 16 w 147"/>
              <a:gd name="T13" fmla="*/ 73 h 146"/>
              <a:gd name="T14" fmla="*/ 74 w 147"/>
              <a:gd name="T15" fmla="*/ 130 h 146"/>
              <a:gd name="T16" fmla="*/ 131 w 147"/>
              <a:gd name="T17" fmla="*/ 73 h 146"/>
              <a:gd name="T18" fmla="*/ 74 w 147"/>
              <a:gd name="T19" fmla="*/ 1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6">
                <a:moveTo>
                  <a:pt x="74" y="146"/>
                </a:moveTo>
                <a:cubicBezTo>
                  <a:pt x="33" y="146"/>
                  <a:pt x="0" y="114"/>
                  <a:pt x="0" y="73"/>
                </a:cubicBezTo>
                <a:cubicBezTo>
                  <a:pt x="0" y="33"/>
                  <a:pt x="33" y="0"/>
                  <a:pt x="74" y="0"/>
                </a:cubicBezTo>
                <a:cubicBezTo>
                  <a:pt x="114" y="0"/>
                  <a:pt x="147" y="33"/>
                  <a:pt x="147" y="73"/>
                </a:cubicBezTo>
                <a:cubicBezTo>
                  <a:pt x="147" y="114"/>
                  <a:pt x="114" y="146"/>
                  <a:pt x="74" y="146"/>
                </a:cubicBezTo>
                <a:close/>
                <a:moveTo>
                  <a:pt x="74" y="16"/>
                </a:moveTo>
                <a:cubicBezTo>
                  <a:pt x="42" y="16"/>
                  <a:pt x="16" y="41"/>
                  <a:pt x="16" y="73"/>
                </a:cubicBezTo>
                <a:cubicBezTo>
                  <a:pt x="16" y="105"/>
                  <a:pt x="42" y="130"/>
                  <a:pt x="74" y="130"/>
                </a:cubicBezTo>
                <a:cubicBezTo>
                  <a:pt x="106" y="130"/>
                  <a:pt x="131" y="105"/>
                  <a:pt x="131" y="73"/>
                </a:cubicBezTo>
                <a:cubicBezTo>
                  <a:pt x="131" y="41"/>
                  <a:pt x="106" y="16"/>
                  <a:pt x="74" y="16"/>
                </a:cubicBezTo>
                <a:close/>
              </a:path>
            </a:pathLst>
          </a:custGeom>
          <a:solidFill>
            <a:srgbClr val="C95419"/>
          </a:solidFill>
          <a:ln>
            <a:noFill/>
          </a:ln>
        </p:spPr>
        <p:txBody>
          <a:bodyPr vert="horz" wrap="square" lIns="91440" tIns="45720" rIns="91440" bIns="45720" numCol="1" anchor="t" anchorCtr="0" compatLnSpc="1">
            <a:prstTxWarp prst="textNoShape">
              <a:avLst/>
            </a:prstTxWarp>
          </a:bodyPr>
          <a:lstStyle/>
          <a:p>
            <a:endParaRPr lang="zh-CN" altLang="en-US">
              <a:solidFill>
                <a:srgbClr val="564E9C"/>
              </a:solidFill>
            </a:endParaRPr>
          </a:p>
        </p:txBody>
      </p:sp>
      <p:sp>
        <p:nvSpPr>
          <p:cNvPr id="117" name="文本框 116"/>
          <p:cNvSpPr txBox="1"/>
          <p:nvPr/>
        </p:nvSpPr>
        <p:spPr>
          <a:xfrm>
            <a:off x="9061417" y="1988241"/>
            <a:ext cx="2856518" cy="830997"/>
          </a:xfrm>
          <a:prstGeom prst="rect">
            <a:avLst/>
          </a:prstGeom>
          <a:noFill/>
        </p:spPr>
        <p:txBody>
          <a:bodyPr wrap="square" rtlCol="0">
            <a:spAutoFit/>
          </a:bodyPr>
          <a:lstStyle/>
          <a:p>
            <a:pPr>
              <a:lnSpc>
                <a:spcPct val="120000"/>
              </a:lnSpc>
            </a:pPr>
            <a:r>
              <a:rPr lang="zh-CN" altLang="en-US" sz="2400" b="1" dirty="0">
                <a:solidFill>
                  <a:srgbClr val="8F58A0"/>
                </a:solidFill>
              </a:rPr>
              <a:t>添加标题</a:t>
            </a:r>
            <a:endParaRPr lang="en-US" altLang="zh-CN" sz="2400" b="1" dirty="0">
              <a:solidFill>
                <a:srgbClr val="8F58A0"/>
              </a:solidFill>
            </a:endParaRPr>
          </a:p>
          <a:p>
            <a:pPr>
              <a:lnSpc>
                <a:spcPct val="120000"/>
              </a:lnSpc>
            </a:pPr>
            <a:r>
              <a:rPr lang="zh-CN" altLang="en-US" sz="1600" dirty="0">
                <a:solidFill>
                  <a:schemeClr val="tx1">
                    <a:lumMod val="65000"/>
                    <a:lumOff val="35000"/>
                  </a:schemeClr>
                </a:solidFill>
              </a:rPr>
              <a:t>添加内容添加内容</a:t>
            </a:r>
          </a:p>
        </p:txBody>
      </p:sp>
      <p:sp>
        <p:nvSpPr>
          <p:cNvPr id="118" name="Freeform 9"/>
          <p:cNvSpPr>
            <a:spLocks noEditPoints="1"/>
          </p:cNvSpPr>
          <p:nvPr/>
        </p:nvSpPr>
        <p:spPr bwMode="auto">
          <a:xfrm>
            <a:off x="8800783" y="2108464"/>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8F58A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1" name="文本框 120"/>
          <p:cNvSpPr txBox="1"/>
          <p:nvPr/>
        </p:nvSpPr>
        <p:spPr>
          <a:xfrm>
            <a:off x="4139317" y="1058393"/>
            <a:ext cx="3913366"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122" name="Rectangle 58"/>
          <p:cNvSpPr/>
          <p:nvPr/>
        </p:nvSpPr>
        <p:spPr>
          <a:xfrm>
            <a:off x="3614043" y="1478661"/>
            <a:ext cx="4963915"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单击此处添加副标题</a:t>
            </a:r>
          </a:p>
        </p:txBody>
      </p:sp>
      <p:sp>
        <p:nvSpPr>
          <p:cNvPr id="87"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八项并列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223450314"/>
      </p:ext>
    </p:extLst>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0" name="组合 99"/>
          <p:cNvGrpSpPr/>
          <p:nvPr/>
        </p:nvGrpSpPr>
        <p:grpSpPr>
          <a:xfrm>
            <a:off x="4013915" y="2048830"/>
            <a:ext cx="4164170" cy="4166144"/>
            <a:chOff x="4013915" y="1635868"/>
            <a:chExt cx="4164170" cy="4166144"/>
          </a:xfrm>
        </p:grpSpPr>
        <p:sp>
          <p:nvSpPr>
            <p:cNvPr id="4" name="Freeform 5"/>
            <p:cNvSpPr>
              <a:spLocks/>
            </p:cNvSpPr>
            <p:nvPr/>
          </p:nvSpPr>
          <p:spPr bwMode="auto">
            <a:xfrm>
              <a:off x="4707120" y="1635868"/>
              <a:ext cx="1299513" cy="1387398"/>
            </a:xfrm>
            <a:custGeom>
              <a:avLst/>
              <a:gdLst>
                <a:gd name="T0" fmla="*/ 525 w 556"/>
                <a:gd name="T1" fmla="*/ 1 h 594"/>
                <a:gd name="T2" fmla="*/ 13 w 556"/>
                <a:gd name="T3" fmla="*/ 213 h 594"/>
                <a:gd name="T4" fmla="*/ 12 w 556"/>
                <a:gd name="T5" fmla="*/ 256 h 594"/>
                <a:gd name="T6" fmla="*/ 327 w 556"/>
                <a:gd name="T7" fmla="*/ 572 h 594"/>
                <a:gd name="T8" fmla="*/ 365 w 556"/>
                <a:gd name="T9" fmla="*/ 575 h 594"/>
                <a:gd name="T10" fmla="*/ 418 w 556"/>
                <a:gd name="T11" fmla="*/ 543 h 594"/>
                <a:gd name="T12" fmla="*/ 418 w 556"/>
                <a:gd name="T13" fmla="*/ 543 h 594"/>
                <a:gd name="T14" fmla="*/ 467 w 556"/>
                <a:gd name="T15" fmla="*/ 593 h 594"/>
                <a:gd name="T16" fmla="*/ 470 w 556"/>
                <a:gd name="T17" fmla="*/ 591 h 594"/>
                <a:gd name="T18" fmla="*/ 464 w 556"/>
                <a:gd name="T19" fmla="*/ 523 h 594"/>
                <a:gd name="T20" fmla="*/ 532 w 556"/>
                <a:gd name="T21" fmla="*/ 506 h 594"/>
                <a:gd name="T22" fmla="*/ 556 w 556"/>
                <a:gd name="T23" fmla="*/ 477 h 594"/>
                <a:gd name="T24" fmla="*/ 556 w 556"/>
                <a:gd name="T25" fmla="*/ 31 h 594"/>
                <a:gd name="T26" fmla="*/ 525 w 556"/>
                <a:gd name="T27" fmla="*/ 1 h 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56" h="594">
                  <a:moveTo>
                    <a:pt x="525" y="1"/>
                  </a:moveTo>
                  <a:cubicBezTo>
                    <a:pt x="330" y="16"/>
                    <a:pt x="153" y="94"/>
                    <a:pt x="13" y="213"/>
                  </a:cubicBezTo>
                  <a:cubicBezTo>
                    <a:pt x="0" y="225"/>
                    <a:pt x="0" y="244"/>
                    <a:pt x="12" y="256"/>
                  </a:cubicBezTo>
                  <a:cubicBezTo>
                    <a:pt x="327" y="572"/>
                    <a:pt x="327" y="572"/>
                    <a:pt x="327" y="572"/>
                  </a:cubicBezTo>
                  <a:cubicBezTo>
                    <a:pt x="337" y="582"/>
                    <a:pt x="353" y="583"/>
                    <a:pt x="365" y="575"/>
                  </a:cubicBezTo>
                  <a:cubicBezTo>
                    <a:pt x="382" y="563"/>
                    <a:pt x="399" y="552"/>
                    <a:pt x="418" y="543"/>
                  </a:cubicBezTo>
                  <a:cubicBezTo>
                    <a:pt x="418" y="543"/>
                    <a:pt x="418" y="543"/>
                    <a:pt x="418" y="543"/>
                  </a:cubicBezTo>
                  <a:cubicBezTo>
                    <a:pt x="467" y="593"/>
                    <a:pt x="467" y="593"/>
                    <a:pt x="467" y="593"/>
                  </a:cubicBezTo>
                  <a:cubicBezTo>
                    <a:pt x="468" y="594"/>
                    <a:pt x="470" y="593"/>
                    <a:pt x="470" y="591"/>
                  </a:cubicBezTo>
                  <a:cubicBezTo>
                    <a:pt x="464" y="523"/>
                    <a:pt x="464" y="523"/>
                    <a:pt x="464" y="523"/>
                  </a:cubicBezTo>
                  <a:cubicBezTo>
                    <a:pt x="486" y="515"/>
                    <a:pt x="508" y="510"/>
                    <a:pt x="532" y="506"/>
                  </a:cubicBezTo>
                  <a:cubicBezTo>
                    <a:pt x="546" y="504"/>
                    <a:pt x="556" y="491"/>
                    <a:pt x="556" y="477"/>
                  </a:cubicBezTo>
                  <a:cubicBezTo>
                    <a:pt x="556" y="31"/>
                    <a:pt x="556" y="31"/>
                    <a:pt x="556" y="31"/>
                  </a:cubicBezTo>
                  <a:cubicBezTo>
                    <a:pt x="556" y="14"/>
                    <a:pt x="542" y="0"/>
                    <a:pt x="525" y="1"/>
                  </a:cubicBezTo>
                </a:path>
              </a:pathLst>
            </a:custGeom>
            <a:solidFill>
              <a:srgbClr val="3A8F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 name="Freeform 6"/>
            <p:cNvSpPr>
              <a:spLocks/>
            </p:cNvSpPr>
            <p:nvPr/>
          </p:nvSpPr>
          <p:spPr bwMode="auto">
            <a:xfrm>
              <a:off x="4013915" y="2329073"/>
              <a:ext cx="1385424" cy="1302476"/>
            </a:xfrm>
            <a:custGeom>
              <a:avLst/>
              <a:gdLst>
                <a:gd name="T0" fmla="*/ 213 w 593"/>
                <a:gd name="T1" fmla="*/ 14 h 557"/>
                <a:gd name="T2" fmla="*/ 1 w 593"/>
                <a:gd name="T3" fmla="*/ 526 h 557"/>
                <a:gd name="T4" fmla="*/ 30 w 593"/>
                <a:gd name="T5" fmla="*/ 557 h 557"/>
                <a:gd name="T6" fmla="*/ 477 w 593"/>
                <a:gd name="T7" fmla="*/ 557 h 557"/>
                <a:gd name="T8" fmla="*/ 505 w 593"/>
                <a:gd name="T9" fmla="*/ 533 h 557"/>
                <a:gd name="T10" fmla="*/ 520 w 593"/>
                <a:gd name="T11" fmla="*/ 472 h 557"/>
                <a:gd name="T12" fmla="*/ 521 w 593"/>
                <a:gd name="T13" fmla="*/ 472 h 557"/>
                <a:gd name="T14" fmla="*/ 590 w 593"/>
                <a:gd name="T15" fmla="*/ 473 h 557"/>
                <a:gd name="T16" fmla="*/ 591 w 593"/>
                <a:gd name="T17" fmla="*/ 470 h 557"/>
                <a:gd name="T18" fmla="*/ 539 w 593"/>
                <a:gd name="T19" fmla="*/ 425 h 557"/>
                <a:gd name="T20" fmla="*/ 574 w 593"/>
                <a:gd name="T21" fmla="*/ 366 h 557"/>
                <a:gd name="T22" fmla="*/ 571 w 593"/>
                <a:gd name="T23" fmla="*/ 328 h 557"/>
                <a:gd name="T24" fmla="*/ 256 w 593"/>
                <a:gd name="T25" fmla="*/ 12 h 557"/>
                <a:gd name="T26" fmla="*/ 213 w 593"/>
                <a:gd name="T27" fmla="*/ 14 h 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93" h="557">
                  <a:moveTo>
                    <a:pt x="213" y="14"/>
                  </a:moveTo>
                  <a:cubicBezTo>
                    <a:pt x="86" y="162"/>
                    <a:pt x="15" y="342"/>
                    <a:pt x="1" y="526"/>
                  </a:cubicBezTo>
                  <a:cubicBezTo>
                    <a:pt x="0" y="542"/>
                    <a:pt x="13" y="557"/>
                    <a:pt x="30" y="557"/>
                  </a:cubicBezTo>
                  <a:cubicBezTo>
                    <a:pt x="477" y="557"/>
                    <a:pt x="477" y="557"/>
                    <a:pt x="477" y="557"/>
                  </a:cubicBezTo>
                  <a:cubicBezTo>
                    <a:pt x="491" y="557"/>
                    <a:pt x="503" y="547"/>
                    <a:pt x="505" y="533"/>
                  </a:cubicBezTo>
                  <a:cubicBezTo>
                    <a:pt x="508" y="512"/>
                    <a:pt x="513" y="492"/>
                    <a:pt x="520" y="472"/>
                  </a:cubicBezTo>
                  <a:cubicBezTo>
                    <a:pt x="521" y="472"/>
                    <a:pt x="521" y="472"/>
                    <a:pt x="521" y="472"/>
                  </a:cubicBezTo>
                  <a:cubicBezTo>
                    <a:pt x="590" y="473"/>
                    <a:pt x="590" y="473"/>
                    <a:pt x="590" y="473"/>
                  </a:cubicBezTo>
                  <a:cubicBezTo>
                    <a:pt x="592" y="473"/>
                    <a:pt x="593" y="471"/>
                    <a:pt x="591" y="470"/>
                  </a:cubicBezTo>
                  <a:cubicBezTo>
                    <a:pt x="539" y="425"/>
                    <a:pt x="539" y="425"/>
                    <a:pt x="539" y="425"/>
                  </a:cubicBezTo>
                  <a:cubicBezTo>
                    <a:pt x="549" y="405"/>
                    <a:pt x="560" y="385"/>
                    <a:pt x="574" y="366"/>
                  </a:cubicBezTo>
                  <a:cubicBezTo>
                    <a:pt x="583" y="354"/>
                    <a:pt x="582" y="338"/>
                    <a:pt x="571" y="328"/>
                  </a:cubicBezTo>
                  <a:cubicBezTo>
                    <a:pt x="256" y="12"/>
                    <a:pt x="256" y="12"/>
                    <a:pt x="256" y="12"/>
                  </a:cubicBezTo>
                  <a:cubicBezTo>
                    <a:pt x="244" y="0"/>
                    <a:pt x="224" y="1"/>
                    <a:pt x="213" y="14"/>
                  </a:cubicBezTo>
                </a:path>
              </a:pathLst>
            </a:custGeom>
            <a:solidFill>
              <a:srgbClr val="4BB5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Freeform 7"/>
            <p:cNvSpPr>
              <a:spLocks/>
            </p:cNvSpPr>
            <p:nvPr/>
          </p:nvSpPr>
          <p:spPr bwMode="auto">
            <a:xfrm>
              <a:off x="4013915" y="3806331"/>
              <a:ext cx="1387399" cy="1301488"/>
            </a:xfrm>
            <a:custGeom>
              <a:avLst/>
              <a:gdLst>
                <a:gd name="T0" fmla="*/ 1 w 594"/>
                <a:gd name="T1" fmla="*/ 31 h 557"/>
                <a:gd name="T2" fmla="*/ 213 w 594"/>
                <a:gd name="T3" fmla="*/ 543 h 557"/>
                <a:gd name="T4" fmla="*/ 256 w 594"/>
                <a:gd name="T5" fmla="*/ 545 h 557"/>
                <a:gd name="T6" fmla="*/ 571 w 594"/>
                <a:gd name="T7" fmla="*/ 229 h 557"/>
                <a:gd name="T8" fmla="*/ 575 w 594"/>
                <a:gd name="T9" fmla="*/ 191 h 557"/>
                <a:gd name="T10" fmla="*/ 542 w 594"/>
                <a:gd name="T11" fmla="*/ 138 h 557"/>
                <a:gd name="T12" fmla="*/ 543 w 594"/>
                <a:gd name="T13" fmla="*/ 138 h 557"/>
                <a:gd name="T14" fmla="*/ 592 w 594"/>
                <a:gd name="T15" fmla="*/ 90 h 557"/>
                <a:gd name="T16" fmla="*/ 591 w 594"/>
                <a:gd name="T17" fmla="*/ 87 h 557"/>
                <a:gd name="T18" fmla="*/ 522 w 594"/>
                <a:gd name="T19" fmla="*/ 92 h 557"/>
                <a:gd name="T20" fmla="*/ 505 w 594"/>
                <a:gd name="T21" fmla="*/ 25 h 557"/>
                <a:gd name="T22" fmla="*/ 477 w 594"/>
                <a:gd name="T23" fmla="*/ 0 h 557"/>
                <a:gd name="T24" fmla="*/ 30 w 594"/>
                <a:gd name="T25" fmla="*/ 0 h 557"/>
                <a:gd name="T26" fmla="*/ 1 w 594"/>
                <a:gd name="T27" fmla="*/ 31 h 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94" h="557">
                  <a:moveTo>
                    <a:pt x="1" y="31"/>
                  </a:moveTo>
                  <a:cubicBezTo>
                    <a:pt x="16" y="226"/>
                    <a:pt x="93" y="403"/>
                    <a:pt x="213" y="543"/>
                  </a:cubicBezTo>
                  <a:cubicBezTo>
                    <a:pt x="224" y="556"/>
                    <a:pt x="244" y="557"/>
                    <a:pt x="256" y="545"/>
                  </a:cubicBezTo>
                  <a:cubicBezTo>
                    <a:pt x="571" y="229"/>
                    <a:pt x="571" y="229"/>
                    <a:pt x="571" y="229"/>
                  </a:cubicBezTo>
                  <a:cubicBezTo>
                    <a:pt x="581" y="219"/>
                    <a:pt x="583" y="203"/>
                    <a:pt x="575" y="191"/>
                  </a:cubicBezTo>
                  <a:cubicBezTo>
                    <a:pt x="562" y="175"/>
                    <a:pt x="552" y="157"/>
                    <a:pt x="542" y="138"/>
                  </a:cubicBezTo>
                  <a:cubicBezTo>
                    <a:pt x="543" y="138"/>
                    <a:pt x="543" y="138"/>
                    <a:pt x="543" y="138"/>
                  </a:cubicBezTo>
                  <a:cubicBezTo>
                    <a:pt x="592" y="90"/>
                    <a:pt x="592" y="90"/>
                    <a:pt x="592" y="90"/>
                  </a:cubicBezTo>
                  <a:cubicBezTo>
                    <a:pt x="594" y="88"/>
                    <a:pt x="593" y="86"/>
                    <a:pt x="591" y="87"/>
                  </a:cubicBezTo>
                  <a:cubicBezTo>
                    <a:pt x="522" y="92"/>
                    <a:pt x="522" y="92"/>
                    <a:pt x="522" y="92"/>
                  </a:cubicBezTo>
                  <a:cubicBezTo>
                    <a:pt x="515" y="70"/>
                    <a:pt x="509" y="48"/>
                    <a:pt x="505" y="25"/>
                  </a:cubicBezTo>
                  <a:cubicBezTo>
                    <a:pt x="503" y="10"/>
                    <a:pt x="491" y="0"/>
                    <a:pt x="477" y="0"/>
                  </a:cubicBezTo>
                  <a:cubicBezTo>
                    <a:pt x="30" y="0"/>
                    <a:pt x="30" y="0"/>
                    <a:pt x="30" y="0"/>
                  </a:cubicBezTo>
                  <a:cubicBezTo>
                    <a:pt x="13" y="0"/>
                    <a:pt x="0" y="14"/>
                    <a:pt x="1" y="31"/>
                  </a:cubicBezTo>
                </a:path>
              </a:pathLst>
            </a:custGeom>
            <a:solidFill>
              <a:srgbClr val="2199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8"/>
            <p:cNvSpPr>
              <a:spLocks/>
            </p:cNvSpPr>
            <p:nvPr/>
          </p:nvSpPr>
          <p:spPr bwMode="auto">
            <a:xfrm>
              <a:off x="4707120" y="4416589"/>
              <a:ext cx="1299513" cy="1385423"/>
            </a:xfrm>
            <a:custGeom>
              <a:avLst/>
              <a:gdLst>
                <a:gd name="T0" fmla="*/ 13 w 556"/>
                <a:gd name="T1" fmla="*/ 379 h 593"/>
                <a:gd name="T2" fmla="*/ 525 w 556"/>
                <a:gd name="T3" fmla="*/ 591 h 593"/>
                <a:gd name="T4" fmla="*/ 556 w 556"/>
                <a:gd name="T5" fmla="*/ 562 h 593"/>
                <a:gd name="T6" fmla="*/ 556 w 556"/>
                <a:gd name="T7" fmla="*/ 116 h 593"/>
                <a:gd name="T8" fmla="*/ 532 w 556"/>
                <a:gd name="T9" fmla="*/ 87 h 593"/>
                <a:gd name="T10" fmla="*/ 472 w 556"/>
                <a:gd name="T11" fmla="*/ 72 h 593"/>
                <a:gd name="T12" fmla="*/ 472 w 556"/>
                <a:gd name="T13" fmla="*/ 71 h 593"/>
                <a:gd name="T14" fmla="*/ 473 w 556"/>
                <a:gd name="T15" fmla="*/ 3 h 593"/>
                <a:gd name="T16" fmla="*/ 469 w 556"/>
                <a:gd name="T17" fmla="*/ 1 h 593"/>
                <a:gd name="T18" fmla="*/ 425 w 556"/>
                <a:gd name="T19" fmla="*/ 54 h 593"/>
                <a:gd name="T20" fmla="*/ 365 w 556"/>
                <a:gd name="T21" fmla="*/ 18 h 593"/>
                <a:gd name="T22" fmla="*/ 327 w 556"/>
                <a:gd name="T23" fmla="*/ 21 h 593"/>
                <a:gd name="T24" fmla="*/ 12 w 556"/>
                <a:gd name="T25" fmla="*/ 337 h 593"/>
                <a:gd name="T26" fmla="*/ 13 w 556"/>
                <a:gd name="T27" fmla="*/ 379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56" h="593">
                  <a:moveTo>
                    <a:pt x="13" y="379"/>
                  </a:moveTo>
                  <a:cubicBezTo>
                    <a:pt x="161" y="506"/>
                    <a:pt x="341" y="577"/>
                    <a:pt x="525" y="591"/>
                  </a:cubicBezTo>
                  <a:cubicBezTo>
                    <a:pt x="542" y="593"/>
                    <a:pt x="556" y="579"/>
                    <a:pt x="556" y="562"/>
                  </a:cubicBezTo>
                  <a:cubicBezTo>
                    <a:pt x="556" y="116"/>
                    <a:pt x="556" y="116"/>
                    <a:pt x="556" y="116"/>
                  </a:cubicBezTo>
                  <a:cubicBezTo>
                    <a:pt x="556" y="101"/>
                    <a:pt x="546" y="89"/>
                    <a:pt x="532" y="87"/>
                  </a:cubicBezTo>
                  <a:cubicBezTo>
                    <a:pt x="512" y="84"/>
                    <a:pt x="492" y="79"/>
                    <a:pt x="472" y="72"/>
                  </a:cubicBezTo>
                  <a:cubicBezTo>
                    <a:pt x="472" y="71"/>
                    <a:pt x="472" y="71"/>
                    <a:pt x="472" y="71"/>
                  </a:cubicBezTo>
                  <a:cubicBezTo>
                    <a:pt x="473" y="3"/>
                    <a:pt x="473" y="3"/>
                    <a:pt x="473" y="3"/>
                  </a:cubicBezTo>
                  <a:cubicBezTo>
                    <a:pt x="473" y="0"/>
                    <a:pt x="471" y="0"/>
                    <a:pt x="469" y="1"/>
                  </a:cubicBezTo>
                  <a:cubicBezTo>
                    <a:pt x="425" y="54"/>
                    <a:pt x="425" y="54"/>
                    <a:pt x="425" y="54"/>
                  </a:cubicBezTo>
                  <a:cubicBezTo>
                    <a:pt x="404" y="44"/>
                    <a:pt x="384" y="32"/>
                    <a:pt x="365" y="18"/>
                  </a:cubicBezTo>
                  <a:cubicBezTo>
                    <a:pt x="354" y="10"/>
                    <a:pt x="338" y="11"/>
                    <a:pt x="327" y="21"/>
                  </a:cubicBezTo>
                  <a:cubicBezTo>
                    <a:pt x="12" y="337"/>
                    <a:pt x="12" y="337"/>
                    <a:pt x="12" y="337"/>
                  </a:cubicBezTo>
                  <a:cubicBezTo>
                    <a:pt x="0" y="349"/>
                    <a:pt x="0" y="368"/>
                    <a:pt x="13" y="379"/>
                  </a:cubicBezTo>
                </a:path>
              </a:pathLst>
            </a:custGeom>
            <a:solidFill>
              <a:srgbClr val="E7BE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9"/>
            <p:cNvSpPr>
              <a:spLocks/>
            </p:cNvSpPr>
            <p:nvPr/>
          </p:nvSpPr>
          <p:spPr bwMode="auto">
            <a:xfrm>
              <a:off x="6182404" y="4413627"/>
              <a:ext cx="1301488" cy="1388385"/>
            </a:xfrm>
            <a:custGeom>
              <a:avLst/>
              <a:gdLst>
                <a:gd name="T0" fmla="*/ 32 w 557"/>
                <a:gd name="T1" fmla="*/ 592 h 594"/>
                <a:gd name="T2" fmla="*/ 543 w 557"/>
                <a:gd name="T3" fmla="*/ 380 h 594"/>
                <a:gd name="T4" fmla="*/ 545 w 557"/>
                <a:gd name="T5" fmla="*/ 337 h 594"/>
                <a:gd name="T6" fmla="*/ 229 w 557"/>
                <a:gd name="T7" fmla="*/ 22 h 594"/>
                <a:gd name="T8" fmla="*/ 192 w 557"/>
                <a:gd name="T9" fmla="*/ 19 h 594"/>
                <a:gd name="T10" fmla="*/ 139 w 557"/>
                <a:gd name="T11" fmla="*/ 51 h 594"/>
                <a:gd name="T12" fmla="*/ 138 w 557"/>
                <a:gd name="T13" fmla="*/ 50 h 594"/>
                <a:gd name="T14" fmla="*/ 90 w 557"/>
                <a:gd name="T15" fmla="*/ 1 h 594"/>
                <a:gd name="T16" fmla="*/ 87 w 557"/>
                <a:gd name="T17" fmla="*/ 3 h 594"/>
                <a:gd name="T18" fmla="*/ 92 w 557"/>
                <a:gd name="T19" fmla="*/ 71 h 594"/>
                <a:gd name="T20" fmla="*/ 25 w 557"/>
                <a:gd name="T21" fmla="*/ 88 h 594"/>
                <a:gd name="T22" fmla="*/ 0 w 557"/>
                <a:gd name="T23" fmla="*/ 117 h 594"/>
                <a:gd name="T24" fmla="*/ 0 w 557"/>
                <a:gd name="T25" fmla="*/ 563 h 594"/>
                <a:gd name="T26" fmla="*/ 32 w 557"/>
                <a:gd name="T27" fmla="*/ 592 h 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57" h="594">
                  <a:moveTo>
                    <a:pt x="32" y="592"/>
                  </a:moveTo>
                  <a:cubicBezTo>
                    <a:pt x="226" y="577"/>
                    <a:pt x="404" y="500"/>
                    <a:pt x="543" y="380"/>
                  </a:cubicBezTo>
                  <a:cubicBezTo>
                    <a:pt x="556" y="369"/>
                    <a:pt x="557" y="350"/>
                    <a:pt x="545" y="337"/>
                  </a:cubicBezTo>
                  <a:cubicBezTo>
                    <a:pt x="229" y="22"/>
                    <a:pt x="229" y="22"/>
                    <a:pt x="229" y="22"/>
                  </a:cubicBezTo>
                  <a:cubicBezTo>
                    <a:pt x="219" y="12"/>
                    <a:pt x="203" y="10"/>
                    <a:pt x="192" y="19"/>
                  </a:cubicBezTo>
                  <a:cubicBezTo>
                    <a:pt x="175" y="31"/>
                    <a:pt x="157" y="42"/>
                    <a:pt x="139" y="51"/>
                  </a:cubicBezTo>
                  <a:cubicBezTo>
                    <a:pt x="138" y="50"/>
                    <a:pt x="138" y="50"/>
                    <a:pt x="138" y="50"/>
                  </a:cubicBezTo>
                  <a:cubicBezTo>
                    <a:pt x="90" y="1"/>
                    <a:pt x="90" y="1"/>
                    <a:pt x="90" y="1"/>
                  </a:cubicBezTo>
                  <a:cubicBezTo>
                    <a:pt x="89" y="0"/>
                    <a:pt x="87" y="0"/>
                    <a:pt x="87" y="3"/>
                  </a:cubicBezTo>
                  <a:cubicBezTo>
                    <a:pt x="92" y="71"/>
                    <a:pt x="92" y="71"/>
                    <a:pt x="92" y="71"/>
                  </a:cubicBezTo>
                  <a:cubicBezTo>
                    <a:pt x="71" y="78"/>
                    <a:pt x="48" y="84"/>
                    <a:pt x="25" y="88"/>
                  </a:cubicBezTo>
                  <a:cubicBezTo>
                    <a:pt x="11" y="90"/>
                    <a:pt x="0" y="102"/>
                    <a:pt x="0" y="117"/>
                  </a:cubicBezTo>
                  <a:cubicBezTo>
                    <a:pt x="0" y="563"/>
                    <a:pt x="0" y="563"/>
                    <a:pt x="0" y="563"/>
                  </a:cubicBezTo>
                  <a:cubicBezTo>
                    <a:pt x="0" y="580"/>
                    <a:pt x="15" y="594"/>
                    <a:pt x="32" y="592"/>
                  </a:cubicBezTo>
                </a:path>
              </a:pathLst>
            </a:custGeom>
            <a:solidFill>
              <a:srgbClr val="EA98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10"/>
            <p:cNvSpPr>
              <a:spLocks/>
            </p:cNvSpPr>
            <p:nvPr/>
          </p:nvSpPr>
          <p:spPr bwMode="auto">
            <a:xfrm>
              <a:off x="6791674" y="3806331"/>
              <a:ext cx="1386411" cy="1301488"/>
            </a:xfrm>
            <a:custGeom>
              <a:avLst/>
              <a:gdLst>
                <a:gd name="T0" fmla="*/ 380 w 593"/>
                <a:gd name="T1" fmla="*/ 543 h 557"/>
                <a:gd name="T2" fmla="*/ 592 w 593"/>
                <a:gd name="T3" fmla="*/ 31 h 557"/>
                <a:gd name="T4" fmla="*/ 563 w 593"/>
                <a:gd name="T5" fmla="*/ 0 h 557"/>
                <a:gd name="T6" fmla="*/ 116 w 593"/>
                <a:gd name="T7" fmla="*/ 0 h 557"/>
                <a:gd name="T8" fmla="*/ 87 w 593"/>
                <a:gd name="T9" fmla="*/ 24 h 557"/>
                <a:gd name="T10" fmla="*/ 73 w 593"/>
                <a:gd name="T11" fmla="*/ 84 h 557"/>
                <a:gd name="T12" fmla="*/ 72 w 593"/>
                <a:gd name="T13" fmla="*/ 84 h 557"/>
                <a:gd name="T14" fmla="*/ 3 w 593"/>
                <a:gd name="T15" fmla="*/ 84 h 557"/>
                <a:gd name="T16" fmla="*/ 2 w 593"/>
                <a:gd name="T17" fmla="*/ 87 h 557"/>
                <a:gd name="T18" fmla="*/ 54 w 593"/>
                <a:gd name="T19" fmla="*/ 131 h 557"/>
                <a:gd name="T20" fmla="*/ 18 w 593"/>
                <a:gd name="T21" fmla="*/ 191 h 557"/>
                <a:gd name="T22" fmla="*/ 21 w 593"/>
                <a:gd name="T23" fmla="*/ 229 h 557"/>
                <a:gd name="T24" fmla="*/ 337 w 593"/>
                <a:gd name="T25" fmla="*/ 545 h 557"/>
                <a:gd name="T26" fmla="*/ 380 w 593"/>
                <a:gd name="T27" fmla="*/ 543 h 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93" h="557">
                  <a:moveTo>
                    <a:pt x="380" y="543"/>
                  </a:moveTo>
                  <a:cubicBezTo>
                    <a:pt x="507" y="395"/>
                    <a:pt x="578" y="215"/>
                    <a:pt x="592" y="31"/>
                  </a:cubicBezTo>
                  <a:cubicBezTo>
                    <a:pt x="593" y="14"/>
                    <a:pt x="580" y="0"/>
                    <a:pt x="563" y="0"/>
                  </a:cubicBezTo>
                  <a:cubicBezTo>
                    <a:pt x="116" y="0"/>
                    <a:pt x="116" y="0"/>
                    <a:pt x="116" y="0"/>
                  </a:cubicBezTo>
                  <a:cubicBezTo>
                    <a:pt x="102" y="0"/>
                    <a:pt x="90" y="10"/>
                    <a:pt x="87" y="24"/>
                  </a:cubicBezTo>
                  <a:cubicBezTo>
                    <a:pt x="84" y="44"/>
                    <a:pt x="79" y="65"/>
                    <a:pt x="73" y="84"/>
                  </a:cubicBezTo>
                  <a:cubicBezTo>
                    <a:pt x="72" y="84"/>
                    <a:pt x="72" y="84"/>
                    <a:pt x="72" y="84"/>
                  </a:cubicBezTo>
                  <a:cubicBezTo>
                    <a:pt x="3" y="84"/>
                    <a:pt x="3" y="84"/>
                    <a:pt x="3" y="84"/>
                  </a:cubicBezTo>
                  <a:cubicBezTo>
                    <a:pt x="1" y="84"/>
                    <a:pt x="0" y="85"/>
                    <a:pt x="2" y="87"/>
                  </a:cubicBezTo>
                  <a:cubicBezTo>
                    <a:pt x="54" y="131"/>
                    <a:pt x="54" y="131"/>
                    <a:pt x="54" y="131"/>
                  </a:cubicBezTo>
                  <a:cubicBezTo>
                    <a:pt x="44" y="152"/>
                    <a:pt x="32" y="172"/>
                    <a:pt x="18" y="191"/>
                  </a:cubicBezTo>
                  <a:cubicBezTo>
                    <a:pt x="10" y="203"/>
                    <a:pt x="11" y="219"/>
                    <a:pt x="21" y="229"/>
                  </a:cubicBezTo>
                  <a:cubicBezTo>
                    <a:pt x="337" y="545"/>
                    <a:pt x="337" y="545"/>
                    <a:pt x="337" y="545"/>
                  </a:cubicBezTo>
                  <a:cubicBezTo>
                    <a:pt x="349" y="557"/>
                    <a:pt x="369" y="556"/>
                    <a:pt x="380" y="543"/>
                  </a:cubicBezTo>
                </a:path>
              </a:pathLst>
            </a:custGeom>
            <a:solidFill>
              <a:srgbClr val="C954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11"/>
            <p:cNvSpPr>
              <a:spLocks/>
            </p:cNvSpPr>
            <p:nvPr/>
          </p:nvSpPr>
          <p:spPr bwMode="auto">
            <a:xfrm>
              <a:off x="6789699" y="2329073"/>
              <a:ext cx="1388386" cy="1302476"/>
            </a:xfrm>
            <a:custGeom>
              <a:avLst/>
              <a:gdLst>
                <a:gd name="T0" fmla="*/ 593 w 594"/>
                <a:gd name="T1" fmla="*/ 526 h 557"/>
                <a:gd name="T2" fmla="*/ 381 w 594"/>
                <a:gd name="T3" fmla="*/ 14 h 557"/>
                <a:gd name="T4" fmla="*/ 338 w 594"/>
                <a:gd name="T5" fmla="*/ 12 h 557"/>
                <a:gd name="T6" fmla="*/ 22 w 594"/>
                <a:gd name="T7" fmla="*/ 328 h 557"/>
                <a:gd name="T8" fmla="*/ 19 w 594"/>
                <a:gd name="T9" fmla="*/ 365 h 557"/>
                <a:gd name="T10" fmla="*/ 51 w 594"/>
                <a:gd name="T11" fmla="*/ 418 h 557"/>
                <a:gd name="T12" fmla="*/ 51 w 594"/>
                <a:gd name="T13" fmla="*/ 419 h 557"/>
                <a:gd name="T14" fmla="*/ 2 w 594"/>
                <a:gd name="T15" fmla="*/ 467 h 557"/>
                <a:gd name="T16" fmla="*/ 3 w 594"/>
                <a:gd name="T17" fmla="*/ 470 h 557"/>
                <a:gd name="T18" fmla="*/ 71 w 594"/>
                <a:gd name="T19" fmla="*/ 465 h 557"/>
                <a:gd name="T20" fmla="*/ 88 w 594"/>
                <a:gd name="T21" fmla="*/ 532 h 557"/>
                <a:gd name="T22" fmla="*/ 117 w 594"/>
                <a:gd name="T23" fmla="*/ 557 h 557"/>
                <a:gd name="T24" fmla="*/ 564 w 594"/>
                <a:gd name="T25" fmla="*/ 557 h 557"/>
                <a:gd name="T26" fmla="*/ 593 w 594"/>
                <a:gd name="T27" fmla="*/ 526 h 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94" h="557">
                  <a:moveTo>
                    <a:pt x="593" y="526"/>
                  </a:moveTo>
                  <a:cubicBezTo>
                    <a:pt x="578" y="331"/>
                    <a:pt x="501" y="154"/>
                    <a:pt x="381" y="14"/>
                  </a:cubicBezTo>
                  <a:cubicBezTo>
                    <a:pt x="370" y="1"/>
                    <a:pt x="350" y="0"/>
                    <a:pt x="338" y="12"/>
                  </a:cubicBezTo>
                  <a:cubicBezTo>
                    <a:pt x="22" y="328"/>
                    <a:pt x="22" y="328"/>
                    <a:pt x="22" y="328"/>
                  </a:cubicBezTo>
                  <a:cubicBezTo>
                    <a:pt x="12" y="338"/>
                    <a:pt x="11" y="354"/>
                    <a:pt x="19" y="365"/>
                  </a:cubicBezTo>
                  <a:cubicBezTo>
                    <a:pt x="31" y="382"/>
                    <a:pt x="42" y="400"/>
                    <a:pt x="51" y="418"/>
                  </a:cubicBezTo>
                  <a:cubicBezTo>
                    <a:pt x="51" y="419"/>
                    <a:pt x="51" y="419"/>
                    <a:pt x="51" y="419"/>
                  </a:cubicBezTo>
                  <a:cubicBezTo>
                    <a:pt x="2" y="467"/>
                    <a:pt x="2" y="467"/>
                    <a:pt x="2" y="467"/>
                  </a:cubicBezTo>
                  <a:cubicBezTo>
                    <a:pt x="0" y="469"/>
                    <a:pt x="1" y="470"/>
                    <a:pt x="3" y="470"/>
                  </a:cubicBezTo>
                  <a:cubicBezTo>
                    <a:pt x="71" y="465"/>
                    <a:pt x="71" y="465"/>
                    <a:pt x="71" y="465"/>
                  </a:cubicBezTo>
                  <a:cubicBezTo>
                    <a:pt x="79" y="486"/>
                    <a:pt x="85" y="509"/>
                    <a:pt x="88" y="532"/>
                  </a:cubicBezTo>
                  <a:cubicBezTo>
                    <a:pt x="91" y="546"/>
                    <a:pt x="103" y="557"/>
                    <a:pt x="117" y="557"/>
                  </a:cubicBezTo>
                  <a:cubicBezTo>
                    <a:pt x="564" y="557"/>
                    <a:pt x="564" y="557"/>
                    <a:pt x="564" y="557"/>
                  </a:cubicBezTo>
                  <a:cubicBezTo>
                    <a:pt x="581" y="557"/>
                    <a:pt x="594" y="543"/>
                    <a:pt x="593" y="526"/>
                  </a:cubicBezTo>
                </a:path>
              </a:pathLst>
            </a:custGeom>
            <a:solidFill>
              <a:srgbClr val="DA4D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2"/>
            <p:cNvSpPr>
              <a:spLocks/>
            </p:cNvSpPr>
            <p:nvPr/>
          </p:nvSpPr>
          <p:spPr bwMode="auto">
            <a:xfrm>
              <a:off x="6182404" y="1635868"/>
              <a:ext cx="1301488" cy="1385423"/>
            </a:xfrm>
            <a:custGeom>
              <a:avLst/>
              <a:gdLst>
                <a:gd name="T0" fmla="*/ 544 w 557"/>
                <a:gd name="T1" fmla="*/ 214 h 593"/>
                <a:gd name="T2" fmla="*/ 32 w 557"/>
                <a:gd name="T3" fmla="*/ 1 h 593"/>
                <a:gd name="T4" fmla="*/ 0 w 557"/>
                <a:gd name="T5" fmla="*/ 31 h 593"/>
                <a:gd name="T6" fmla="*/ 0 w 557"/>
                <a:gd name="T7" fmla="*/ 477 h 593"/>
                <a:gd name="T8" fmla="*/ 25 w 557"/>
                <a:gd name="T9" fmla="*/ 506 h 593"/>
                <a:gd name="T10" fmla="*/ 85 w 557"/>
                <a:gd name="T11" fmla="*/ 520 h 593"/>
                <a:gd name="T12" fmla="*/ 85 w 557"/>
                <a:gd name="T13" fmla="*/ 521 h 593"/>
                <a:gd name="T14" fmla="*/ 84 w 557"/>
                <a:gd name="T15" fmla="*/ 590 h 593"/>
                <a:gd name="T16" fmla="*/ 87 w 557"/>
                <a:gd name="T17" fmla="*/ 591 h 593"/>
                <a:gd name="T18" fmla="*/ 132 w 557"/>
                <a:gd name="T19" fmla="*/ 539 h 593"/>
                <a:gd name="T20" fmla="*/ 191 w 557"/>
                <a:gd name="T21" fmla="*/ 575 h 593"/>
                <a:gd name="T22" fmla="*/ 229 w 557"/>
                <a:gd name="T23" fmla="*/ 572 h 593"/>
                <a:gd name="T24" fmla="*/ 545 w 557"/>
                <a:gd name="T25" fmla="*/ 256 h 593"/>
                <a:gd name="T26" fmla="*/ 544 w 557"/>
                <a:gd name="T27" fmla="*/ 214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57" h="593">
                  <a:moveTo>
                    <a:pt x="544" y="214"/>
                  </a:moveTo>
                  <a:cubicBezTo>
                    <a:pt x="395" y="86"/>
                    <a:pt x="215" y="16"/>
                    <a:pt x="32" y="1"/>
                  </a:cubicBezTo>
                  <a:cubicBezTo>
                    <a:pt x="15" y="0"/>
                    <a:pt x="0" y="14"/>
                    <a:pt x="0" y="31"/>
                  </a:cubicBezTo>
                  <a:cubicBezTo>
                    <a:pt x="0" y="477"/>
                    <a:pt x="0" y="477"/>
                    <a:pt x="0" y="477"/>
                  </a:cubicBezTo>
                  <a:cubicBezTo>
                    <a:pt x="0" y="491"/>
                    <a:pt x="11" y="504"/>
                    <a:pt x="25" y="506"/>
                  </a:cubicBezTo>
                  <a:cubicBezTo>
                    <a:pt x="45" y="509"/>
                    <a:pt x="65" y="514"/>
                    <a:pt x="85" y="520"/>
                  </a:cubicBezTo>
                  <a:cubicBezTo>
                    <a:pt x="85" y="521"/>
                    <a:pt x="85" y="521"/>
                    <a:pt x="85" y="521"/>
                  </a:cubicBezTo>
                  <a:cubicBezTo>
                    <a:pt x="84" y="590"/>
                    <a:pt x="84" y="590"/>
                    <a:pt x="84" y="590"/>
                  </a:cubicBezTo>
                  <a:cubicBezTo>
                    <a:pt x="84" y="592"/>
                    <a:pt x="86" y="593"/>
                    <a:pt x="87" y="591"/>
                  </a:cubicBezTo>
                  <a:cubicBezTo>
                    <a:pt x="132" y="539"/>
                    <a:pt x="132" y="539"/>
                    <a:pt x="132" y="539"/>
                  </a:cubicBezTo>
                  <a:cubicBezTo>
                    <a:pt x="152" y="549"/>
                    <a:pt x="172" y="561"/>
                    <a:pt x="191" y="575"/>
                  </a:cubicBezTo>
                  <a:cubicBezTo>
                    <a:pt x="203" y="583"/>
                    <a:pt x="219" y="582"/>
                    <a:pt x="229" y="572"/>
                  </a:cubicBezTo>
                  <a:cubicBezTo>
                    <a:pt x="545" y="256"/>
                    <a:pt x="545" y="256"/>
                    <a:pt x="545" y="256"/>
                  </a:cubicBezTo>
                  <a:cubicBezTo>
                    <a:pt x="557" y="244"/>
                    <a:pt x="556" y="225"/>
                    <a:pt x="544" y="214"/>
                  </a:cubicBezTo>
                </a:path>
              </a:pathLst>
            </a:custGeom>
            <a:solidFill>
              <a:srgbClr val="8F58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7"/>
            <p:cNvSpPr>
              <a:spLocks/>
            </p:cNvSpPr>
            <p:nvPr/>
          </p:nvSpPr>
          <p:spPr bwMode="auto">
            <a:xfrm>
              <a:off x="4492839" y="4166759"/>
              <a:ext cx="296242" cy="172808"/>
            </a:xfrm>
            <a:custGeom>
              <a:avLst/>
              <a:gdLst>
                <a:gd name="T0" fmla="*/ 274 w 300"/>
                <a:gd name="T1" fmla="*/ 0 h 175"/>
                <a:gd name="T2" fmla="*/ 149 w 300"/>
                <a:gd name="T3" fmla="*/ 125 h 175"/>
                <a:gd name="T4" fmla="*/ 23 w 300"/>
                <a:gd name="T5" fmla="*/ 0 h 175"/>
                <a:gd name="T6" fmla="*/ 0 w 300"/>
                <a:gd name="T7" fmla="*/ 23 h 175"/>
                <a:gd name="T8" fmla="*/ 123 w 300"/>
                <a:gd name="T9" fmla="*/ 149 h 175"/>
                <a:gd name="T10" fmla="*/ 149 w 300"/>
                <a:gd name="T11" fmla="*/ 175 h 175"/>
                <a:gd name="T12" fmla="*/ 175 w 300"/>
                <a:gd name="T13" fmla="*/ 149 h 175"/>
                <a:gd name="T14" fmla="*/ 300 w 300"/>
                <a:gd name="T15" fmla="*/ 23 h 175"/>
                <a:gd name="T16" fmla="*/ 274 w 300"/>
                <a:gd name="T17"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0" h="175">
                  <a:moveTo>
                    <a:pt x="274" y="0"/>
                  </a:moveTo>
                  <a:lnTo>
                    <a:pt x="149" y="125"/>
                  </a:lnTo>
                  <a:lnTo>
                    <a:pt x="23" y="0"/>
                  </a:lnTo>
                  <a:lnTo>
                    <a:pt x="0" y="23"/>
                  </a:lnTo>
                  <a:lnTo>
                    <a:pt x="123" y="149"/>
                  </a:lnTo>
                  <a:lnTo>
                    <a:pt x="149" y="175"/>
                  </a:lnTo>
                  <a:lnTo>
                    <a:pt x="175" y="149"/>
                  </a:lnTo>
                  <a:lnTo>
                    <a:pt x="300" y="23"/>
                  </a:lnTo>
                  <a:lnTo>
                    <a:pt x="27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24"/>
            <p:cNvSpPr>
              <a:spLocks/>
            </p:cNvSpPr>
            <p:nvPr/>
          </p:nvSpPr>
          <p:spPr bwMode="auto">
            <a:xfrm>
              <a:off x="7485867" y="4381040"/>
              <a:ext cx="215269" cy="266617"/>
            </a:xfrm>
            <a:custGeom>
              <a:avLst/>
              <a:gdLst>
                <a:gd name="T0" fmla="*/ 109 w 218"/>
                <a:gd name="T1" fmla="*/ 0 h 270"/>
                <a:gd name="T2" fmla="*/ 0 w 218"/>
                <a:gd name="T3" fmla="*/ 114 h 270"/>
                <a:gd name="T4" fmla="*/ 0 w 218"/>
                <a:gd name="T5" fmla="*/ 114 h 270"/>
                <a:gd name="T6" fmla="*/ 0 w 218"/>
                <a:gd name="T7" fmla="*/ 187 h 270"/>
                <a:gd name="T8" fmla="*/ 76 w 218"/>
                <a:gd name="T9" fmla="*/ 109 h 270"/>
                <a:gd name="T10" fmla="*/ 76 w 218"/>
                <a:gd name="T11" fmla="*/ 187 h 270"/>
                <a:gd name="T12" fmla="*/ 76 w 218"/>
                <a:gd name="T13" fmla="*/ 187 h 270"/>
                <a:gd name="T14" fmla="*/ 76 w 218"/>
                <a:gd name="T15" fmla="*/ 270 h 270"/>
                <a:gd name="T16" fmla="*/ 145 w 218"/>
                <a:gd name="T17" fmla="*/ 270 h 270"/>
                <a:gd name="T18" fmla="*/ 145 w 218"/>
                <a:gd name="T19" fmla="*/ 206 h 270"/>
                <a:gd name="T20" fmla="*/ 145 w 218"/>
                <a:gd name="T21" fmla="*/ 109 h 270"/>
                <a:gd name="T22" fmla="*/ 218 w 218"/>
                <a:gd name="T23" fmla="*/ 187 h 270"/>
                <a:gd name="T24" fmla="*/ 218 w 218"/>
                <a:gd name="T25" fmla="*/ 187 h 270"/>
                <a:gd name="T26" fmla="*/ 218 w 218"/>
                <a:gd name="T27" fmla="*/ 114 h 270"/>
                <a:gd name="T28" fmla="*/ 218 w 218"/>
                <a:gd name="T29" fmla="*/ 114 h 270"/>
                <a:gd name="T30" fmla="*/ 109 w 218"/>
                <a:gd name="T31" fmla="*/ 0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8" h="270">
                  <a:moveTo>
                    <a:pt x="109" y="0"/>
                  </a:moveTo>
                  <a:lnTo>
                    <a:pt x="0" y="114"/>
                  </a:lnTo>
                  <a:lnTo>
                    <a:pt x="0" y="114"/>
                  </a:lnTo>
                  <a:lnTo>
                    <a:pt x="0" y="187"/>
                  </a:lnTo>
                  <a:lnTo>
                    <a:pt x="76" y="109"/>
                  </a:lnTo>
                  <a:lnTo>
                    <a:pt x="76" y="187"/>
                  </a:lnTo>
                  <a:lnTo>
                    <a:pt x="76" y="187"/>
                  </a:lnTo>
                  <a:lnTo>
                    <a:pt x="76" y="270"/>
                  </a:lnTo>
                  <a:lnTo>
                    <a:pt x="145" y="270"/>
                  </a:lnTo>
                  <a:lnTo>
                    <a:pt x="145" y="206"/>
                  </a:lnTo>
                  <a:lnTo>
                    <a:pt x="145" y="109"/>
                  </a:lnTo>
                  <a:lnTo>
                    <a:pt x="218" y="187"/>
                  </a:lnTo>
                  <a:lnTo>
                    <a:pt x="218" y="187"/>
                  </a:lnTo>
                  <a:lnTo>
                    <a:pt x="218" y="114"/>
                  </a:lnTo>
                  <a:lnTo>
                    <a:pt x="218" y="114"/>
                  </a:lnTo>
                  <a:lnTo>
                    <a:pt x="10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Rectangle 30"/>
            <p:cNvSpPr>
              <a:spLocks noChangeArrowheads="1"/>
            </p:cNvSpPr>
            <p:nvPr/>
          </p:nvSpPr>
          <p:spPr bwMode="auto">
            <a:xfrm>
              <a:off x="7451306" y="2896870"/>
              <a:ext cx="188607" cy="355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43"/>
            <p:cNvSpPr>
              <a:spLocks noEditPoints="1"/>
            </p:cNvSpPr>
            <p:nvPr/>
          </p:nvSpPr>
          <p:spPr bwMode="auto">
            <a:xfrm>
              <a:off x="5544497" y="3264209"/>
              <a:ext cx="1100044" cy="906499"/>
            </a:xfrm>
            <a:custGeom>
              <a:avLst/>
              <a:gdLst>
                <a:gd name="T0" fmla="*/ 427 w 471"/>
                <a:gd name="T1" fmla="*/ 128 h 388"/>
                <a:gd name="T2" fmla="*/ 401 w 471"/>
                <a:gd name="T3" fmla="*/ 155 h 388"/>
                <a:gd name="T4" fmla="*/ 427 w 471"/>
                <a:gd name="T5" fmla="*/ 181 h 388"/>
                <a:gd name="T6" fmla="*/ 454 w 471"/>
                <a:gd name="T7" fmla="*/ 155 h 388"/>
                <a:gd name="T8" fmla="*/ 427 w 471"/>
                <a:gd name="T9" fmla="*/ 128 h 388"/>
                <a:gd name="T10" fmla="*/ 44 w 471"/>
                <a:gd name="T11" fmla="*/ 128 h 388"/>
                <a:gd name="T12" fmla="*/ 18 w 471"/>
                <a:gd name="T13" fmla="*/ 155 h 388"/>
                <a:gd name="T14" fmla="*/ 44 w 471"/>
                <a:gd name="T15" fmla="*/ 181 h 388"/>
                <a:gd name="T16" fmla="*/ 71 w 471"/>
                <a:gd name="T17" fmla="*/ 155 h 388"/>
                <a:gd name="T18" fmla="*/ 44 w 471"/>
                <a:gd name="T19" fmla="*/ 128 h 388"/>
                <a:gd name="T20" fmla="*/ 348 w 471"/>
                <a:gd name="T21" fmla="*/ 80 h 388"/>
                <a:gd name="T22" fmla="*/ 309 w 471"/>
                <a:gd name="T23" fmla="*/ 119 h 388"/>
                <a:gd name="T24" fmla="*/ 348 w 471"/>
                <a:gd name="T25" fmla="*/ 159 h 388"/>
                <a:gd name="T26" fmla="*/ 388 w 471"/>
                <a:gd name="T27" fmla="*/ 119 h 388"/>
                <a:gd name="T28" fmla="*/ 348 w 471"/>
                <a:gd name="T29" fmla="*/ 80 h 388"/>
                <a:gd name="T30" fmla="*/ 471 w 471"/>
                <a:gd name="T31" fmla="*/ 321 h 388"/>
                <a:gd name="T32" fmla="*/ 426 w 471"/>
                <a:gd name="T33" fmla="*/ 321 h 388"/>
                <a:gd name="T34" fmla="*/ 426 w 471"/>
                <a:gd name="T35" fmla="*/ 238 h 388"/>
                <a:gd name="T36" fmla="*/ 415 w 471"/>
                <a:gd name="T37" fmla="*/ 198 h 388"/>
                <a:gd name="T38" fmla="*/ 427 w 471"/>
                <a:gd name="T39" fmla="*/ 197 h 388"/>
                <a:gd name="T40" fmla="*/ 471 w 471"/>
                <a:gd name="T41" fmla="*/ 240 h 388"/>
                <a:gd name="T42" fmla="*/ 471 w 471"/>
                <a:gd name="T43" fmla="*/ 321 h 388"/>
                <a:gd name="T44" fmla="*/ 124 w 471"/>
                <a:gd name="T45" fmla="*/ 80 h 388"/>
                <a:gd name="T46" fmla="*/ 84 w 471"/>
                <a:gd name="T47" fmla="*/ 119 h 388"/>
                <a:gd name="T48" fmla="*/ 124 w 471"/>
                <a:gd name="T49" fmla="*/ 159 h 388"/>
                <a:gd name="T50" fmla="*/ 163 w 471"/>
                <a:gd name="T51" fmla="*/ 119 h 388"/>
                <a:gd name="T52" fmla="*/ 124 w 471"/>
                <a:gd name="T53" fmla="*/ 80 h 388"/>
                <a:gd name="T54" fmla="*/ 44 w 471"/>
                <a:gd name="T55" fmla="*/ 197 h 388"/>
                <a:gd name="T56" fmla="*/ 57 w 471"/>
                <a:gd name="T57" fmla="*/ 198 h 388"/>
                <a:gd name="T58" fmla="*/ 46 w 471"/>
                <a:gd name="T59" fmla="*/ 238 h 388"/>
                <a:gd name="T60" fmla="*/ 46 w 471"/>
                <a:gd name="T61" fmla="*/ 321 h 388"/>
                <a:gd name="T62" fmla="*/ 0 w 471"/>
                <a:gd name="T63" fmla="*/ 321 h 388"/>
                <a:gd name="T64" fmla="*/ 0 w 471"/>
                <a:gd name="T65" fmla="*/ 240 h 388"/>
                <a:gd name="T66" fmla="*/ 44 w 471"/>
                <a:gd name="T67" fmla="*/ 197 h 388"/>
                <a:gd name="T68" fmla="*/ 236 w 471"/>
                <a:gd name="T69" fmla="*/ 0 h 388"/>
                <a:gd name="T70" fmla="*/ 177 w 471"/>
                <a:gd name="T71" fmla="*/ 59 h 388"/>
                <a:gd name="T72" fmla="*/ 236 w 471"/>
                <a:gd name="T73" fmla="*/ 118 h 388"/>
                <a:gd name="T74" fmla="*/ 294 w 471"/>
                <a:gd name="T75" fmla="*/ 59 h 388"/>
                <a:gd name="T76" fmla="*/ 236 w 471"/>
                <a:gd name="T77" fmla="*/ 0 h 388"/>
                <a:gd name="T78" fmla="*/ 412 w 471"/>
                <a:gd name="T79" fmla="*/ 352 h 388"/>
                <a:gd name="T80" fmla="*/ 342 w 471"/>
                <a:gd name="T81" fmla="*/ 352 h 388"/>
                <a:gd name="T82" fmla="*/ 342 w 471"/>
                <a:gd name="T83" fmla="*/ 225 h 388"/>
                <a:gd name="T84" fmla="*/ 330 w 471"/>
                <a:gd name="T85" fmla="*/ 177 h 388"/>
                <a:gd name="T86" fmla="*/ 348 w 471"/>
                <a:gd name="T87" fmla="*/ 174 h 388"/>
                <a:gd name="T88" fmla="*/ 412 w 471"/>
                <a:gd name="T89" fmla="*/ 238 h 388"/>
                <a:gd name="T90" fmla="*/ 412 w 471"/>
                <a:gd name="T91" fmla="*/ 352 h 388"/>
                <a:gd name="T92" fmla="*/ 129 w 471"/>
                <a:gd name="T93" fmla="*/ 225 h 388"/>
                <a:gd name="T94" fmla="*/ 129 w 471"/>
                <a:gd name="T95" fmla="*/ 352 h 388"/>
                <a:gd name="T96" fmla="*/ 60 w 471"/>
                <a:gd name="T97" fmla="*/ 352 h 388"/>
                <a:gd name="T98" fmla="*/ 60 w 471"/>
                <a:gd name="T99" fmla="*/ 238 h 388"/>
                <a:gd name="T100" fmla="*/ 124 w 471"/>
                <a:gd name="T101" fmla="*/ 174 h 388"/>
                <a:gd name="T102" fmla="*/ 141 w 471"/>
                <a:gd name="T103" fmla="*/ 177 h 388"/>
                <a:gd name="T104" fmla="*/ 129 w 471"/>
                <a:gd name="T105" fmla="*/ 225 h 388"/>
                <a:gd name="T106" fmla="*/ 144 w 471"/>
                <a:gd name="T107" fmla="*/ 388 h 388"/>
                <a:gd name="T108" fmla="*/ 328 w 471"/>
                <a:gd name="T109" fmla="*/ 388 h 388"/>
                <a:gd name="T110" fmla="*/ 328 w 471"/>
                <a:gd name="T111" fmla="*/ 225 h 388"/>
                <a:gd name="T112" fmla="*/ 236 w 471"/>
                <a:gd name="T113" fmla="*/ 133 h 388"/>
                <a:gd name="T114" fmla="*/ 144 w 471"/>
                <a:gd name="T115" fmla="*/ 225 h 388"/>
                <a:gd name="T116" fmla="*/ 144 w 471"/>
                <a:gd name="T117" fmla="*/ 388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71" h="388">
                  <a:moveTo>
                    <a:pt x="427" y="128"/>
                  </a:moveTo>
                  <a:cubicBezTo>
                    <a:pt x="413" y="128"/>
                    <a:pt x="401" y="140"/>
                    <a:pt x="401" y="155"/>
                  </a:cubicBezTo>
                  <a:cubicBezTo>
                    <a:pt x="401" y="169"/>
                    <a:pt x="413" y="181"/>
                    <a:pt x="427" y="181"/>
                  </a:cubicBezTo>
                  <a:cubicBezTo>
                    <a:pt x="442" y="181"/>
                    <a:pt x="454" y="169"/>
                    <a:pt x="454" y="155"/>
                  </a:cubicBezTo>
                  <a:cubicBezTo>
                    <a:pt x="454" y="140"/>
                    <a:pt x="442" y="128"/>
                    <a:pt x="427" y="128"/>
                  </a:cubicBezTo>
                  <a:close/>
                  <a:moveTo>
                    <a:pt x="44" y="128"/>
                  </a:moveTo>
                  <a:cubicBezTo>
                    <a:pt x="30" y="128"/>
                    <a:pt x="18" y="140"/>
                    <a:pt x="18" y="155"/>
                  </a:cubicBezTo>
                  <a:cubicBezTo>
                    <a:pt x="18" y="169"/>
                    <a:pt x="30" y="181"/>
                    <a:pt x="44" y="181"/>
                  </a:cubicBezTo>
                  <a:cubicBezTo>
                    <a:pt x="59" y="181"/>
                    <a:pt x="71" y="169"/>
                    <a:pt x="71" y="155"/>
                  </a:cubicBezTo>
                  <a:cubicBezTo>
                    <a:pt x="71" y="140"/>
                    <a:pt x="59" y="128"/>
                    <a:pt x="44" y="128"/>
                  </a:cubicBezTo>
                  <a:close/>
                  <a:moveTo>
                    <a:pt x="348" y="80"/>
                  </a:moveTo>
                  <a:cubicBezTo>
                    <a:pt x="326" y="80"/>
                    <a:pt x="309" y="97"/>
                    <a:pt x="309" y="119"/>
                  </a:cubicBezTo>
                  <a:cubicBezTo>
                    <a:pt x="309" y="141"/>
                    <a:pt x="326" y="159"/>
                    <a:pt x="348" y="159"/>
                  </a:cubicBezTo>
                  <a:cubicBezTo>
                    <a:pt x="370" y="159"/>
                    <a:pt x="388" y="141"/>
                    <a:pt x="388" y="119"/>
                  </a:cubicBezTo>
                  <a:cubicBezTo>
                    <a:pt x="388" y="97"/>
                    <a:pt x="370" y="80"/>
                    <a:pt x="348" y="80"/>
                  </a:cubicBezTo>
                  <a:close/>
                  <a:moveTo>
                    <a:pt x="471" y="321"/>
                  </a:moveTo>
                  <a:cubicBezTo>
                    <a:pt x="426" y="321"/>
                    <a:pt x="426" y="321"/>
                    <a:pt x="426" y="321"/>
                  </a:cubicBezTo>
                  <a:cubicBezTo>
                    <a:pt x="426" y="238"/>
                    <a:pt x="426" y="238"/>
                    <a:pt x="426" y="238"/>
                  </a:cubicBezTo>
                  <a:cubicBezTo>
                    <a:pt x="426" y="223"/>
                    <a:pt x="422" y="210"/>
                    <a:pt x="415" y="198"/>
                  </a:cubicBezTo>
                  <a:cubicBezTo>
                    <a:pt x="419" y="197"/>
                    <a:pt x="423" y="197"/>
                    <a:pt x="427" y="197"/>
                  </a:cubicBezTo>
                  <a:cubicBezTo>
                    <a:pt x="452" y="197"/>
                    <a:pt x="471" y="216"/>
                    <a:pt x="471" y="240"/>
                  </a:cubicBezTo>
                  <a:lnTo>
                    <a:pt x="471" y="321"/>
                  </a:lnTo>
                  <a:close/>
                  <a:moveTo>
                    <a:pt x="124" y="80"/>
                  </a:moveTo>
                  <a:cubicBezTo>
                    <a:pt x="102" y="80"/>
                    <a:pt x="84" y="97"/>
                    <a:pt x="84" y="119"/>
                  </a:cubicBezTo>
                  <a:cubicBezTo>
                    <a:pt x="84" y="141"/>
                    <a:pt x="102" y="159"/>
                    <a:pt x="124" y="159"/>
                  </a:cubicBezTo>
                  <a:cubicBezTo>
                    <a:pt x="145" y="159"/>
                    <a:pt x="163" y="141"/>
                    <a:pt x="163" y="119"/>
                  </a:cubicBezTo>
                  <a:cubicBezTo>
                    <a:pt x="163" y="97"/>
                    <a:pt x="145" y="80"/>
                    <a:pt x="124" y="80"/>
                  </a:cubicBezTo>
                  <a:close/>
                  <a:moveTo>
                    <a:pt x="44" y="197"/>
                  </a:moveTo>
                  <a:cubicBezTo>
                    <a:pt x="49" y="197"/>
                    <a:pt x="53" y="197"/>
                    <a:pt x="57" y="198"/>
                  </a:cubicBezTo>
                  <a:cubicBezTo>
                    <a:pt x="50" y="210"/>
                    <a:pt x="46" y="223"/>
                    <a:pt x="46" y="238"/>
                  </a:cubicBezTo>
                  <a:cubicBezTo>
                    <a:pt x="46" y="321"/>
                    <a:pt x="46" y="321"/>
                    <a:pt x="46" y="321"/>
                  </a:cubicBezTo>
                  <a:cubicBezTo>
                    <a:pt x="0" y="321"/>
                    <a:pt x="0" y="321"/>
                    <a:pt x="0" y="321"/>
                  </a:cubicBezTo>
                  <a:cubicBezTo>
                    <a:pt x="0" y="240"/>
                    <a:pt x="0" y="240"/>
                    <a:pt x="0" y="240"/>
                  </a:cubicBezTo>
                  <a:cubicBezTo>
                    <a:pt x="0" y="216"/>
                    <a:pt x="20" y="197"/>
                    <a:pt x="44" y="197"/>
                  </a:cubicBezTo>
                  <a:close/>
                  <a:moveTo>
                    <a:pt x="236" y="0"/>
                  </a:moveTo>
                  <a:cubicBezTo>
                    <a:pt x="204" y="0"/>
                    <a:pt x="177" y="27"/>
                    <a:pt x="177" y="59"/>
                  </a:cubicBezTo>
                  <a:cubicBezTo>
                    <a:pt x="177" y="91"/>
                    <a:pt x="203" y="118"/>
                    <a:pt x="236" y="118"/>
                  </a:cubicBezTo>
                  <a:cubicBezTo>
                    <a:pt x="268" y="118"/>
                    <a:pt x="294" y="91"/>
                    <a:pt x="294" y="59"/>
                  </a:cubicBezTo>
                  <a:cubicBezTo>
                    <a:pt x="295" y="27"/>
                    <a:pt x="268" y="0"/>
                    <a:pt x="236" y="0"/>
                  </a:cubicBezTo>
                  <a:close/>
                  <a:moveTo>
                    <a:pt x="412" y="352"/>
                  </a:moveTo>
                  <a:cubicBezTo>
                    <a:pt x="342" y="352"/>
                    <a:pt x="342" y="352"/>
                    <a:pt x="342" y="352"/>
                  </a:cubicBezTo>
                  <a:cubicBezTo>
                    <a:pt x="342" y="225"/>
                    <a:pt x="342" y="225"/>
                    <a:pt x="342" y="225"/>
                  </a:cubicBezTo>
                  <a:cubicBezTo>
                    <a:pt x="342" y="208"/>
                    <a:pt x="338" y="192"/>
                    <a:pt x="330" y="177"/>
                  </a:cubicBezTo>
                  <a:cubicBezTo>
                    <a:pt x="336" y="175"/>
                    <a:pt x="342" y="174"/>
                    <a:pt x="348" y="174"/>
                  </a:cubicBezTo>
                  <a:cubicBezTo>
                    <a:pt x="383" y="174"/>
                    <a:pt x="412" y="203"/>
                    <a:pt x="412" y="238"/>
                  </a:cubicBezTo>
                  <a:lnTo>
                    <a:pt x="412" y="352"/>
                  </a:lnTo>
                  <a:close/>
                  <a:moveTo>
                    <a:pt x="129" y="225"/>
                  </a:moveTo>
                  <a:cubicBezTo>
                    <a:pt x="129" y="352"/>
                    <a:pt x="129" y="352"/>
                    <a:pt x="129" y="352"/>
                  </a:cubicBezTo>
                  <a:cubicBezTo>
                    <a:pt x="60" y="352"/>
                    <a:pt x="60" y="352"/>
                    <a:pt x="60" y="352"/>
                  </a:cubicBezTo>
                  <a:cubicBezTo>
                    <a:pt x="60" y="238"/>
                    <a:pt x="60" y="238"/>
                    <a:pt x="60" y="238"/>
                  </a:cubicBezTo>
                  <a:cubicBezTo>
                    <a:pt x="60" y="203"/>
                    <a:pt x="89" y="174"/>
                    <a:pt x="124" y="174"/>
                  </a:cubicBezTo>
                  <a:cubicBezTo>
                    <a:pt x="130" y="174"/>
                    <a:pt x="136" y="175"/>
                    <a:pt x="141" y="177"/>
                  </a:cubicBezTo>
                  <a:cubicBezTo>
                    <a:pt x="134" y="192"/>
                    <a:pt x="129" y="208"/>
                    <a:pt x="129" y="225"/>
                  </a:cubicBezTo>
                  <a:close/>
                  <a:moveTo>
                    <a:pt x="144" y="388"/>
                  </a:moveTo>
                  <a:cubicBezTo>
                    <a:pt x="328" y="388"/>
                    <a:pt x="328" y="388"/>
                    <a:pt x="328" y="388"/>
                  </a:cubicBezTo>
                  <a:cubicBezTo>
                    <a:pt x="328" y="225"/>
                    <a:pt x="328" y="225"/>
                    <a:pt x="328" y="225"/>
                  </a:cubicBezTo>
                  <a:cubicBezTo>
                    <a:pt x="328" y="175"/>
                    <a:pt x="286" y="133"/>
                    <a:pt x="236" y="133"/>
                  </a:cubicBezTo>
                  <a:cubicBezTo>
                    <a:pt x="185" y="133"/>
                    <a:pt x="144" y="175"/>
                    <a:pt x="144" y="225"/>
                  </a:cubicBezTo>
                  <a:lnTo>
                    <a:pt x="144" y="388"/>
                  </a:lnTo>
                  <a:close/>
                </a:path>
              </a:pathLst>
            </a:custGeom>
            <a:solidFill>
              <a:srgbClr val="3448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46"/>
            <p:cNvSpPr>
              <a:spLocks noEditPoints="1"/>
            </p:cNvSpPr>
            <p:nvPr/>
          </p:nvSpPr>
          <p:spPr bwMode="auto">
            <a:xfrm>
              <a:off x="5170245" y="2004195"/>
              <a:ext cx="607296" cy="550022"/>
            </a:xfrm>
            <a:custGeom>
              <a:avLst/>
              <a:gdLst>
                <a:gd name="T0" fmla="*/ 237 w 260"/>
                <a:gd name="T1" fmla="*/ 95 h 235"/>
                <a:gd name="T2" fmla="*/ 24 w 260"/>
                <a:gd name="T3" fmla="*/ 95 h 235"/>
                <a:gd name="T4" fmla="*/ 0 w 260"/>
                <a:gd name="T5" fmla="*/ 72 h 235"/>
                <a:gd name="T6" fmla="*/ 260 w 260"/>
                <a:gd name="T7" fmla="*/ 72 h 235"/>
                <a:gd name="T8" fmla="*/ 237 w 260"/>
                <a:gd name="T9" fmla="*/ 95 h 235"/>
                <a:gd name="T10" fmla="*/ 225 w 260"/>
                <a:gd name="T11" fmla="*/ 107 h 235"/>
                <a:gd name="T12" fmla="*/ 201 w 260"/>
                <a:gd name="T13" fmla="*/ 131 h 235"/>
                <a:gd name="T14" fmla="*/ 59 w 260"/>
                <a:gd name="T15" fmla="*/ 131 h 235"/>
                <a:gd name="T16" fmla="*/ 35 w 260"/>
                <a:gd name="T17" fmla="*/ 107 h 235"/>
                <a:gd name="T18" fmla="*/ 225 w 260"/>
                <a:gd name="T19" fmla="*/ 107 h 235"/>
                <a:gd name="T20" fmla="*/ 189 w 260"/>
                <a:gd name="T21" fmla="*/ 143 h 235"/>
                <a:gd name="T22" fmla="*/ 166 w 260"/>
                <a:gd name="T23" fmla="*/ 166 h 235"/>
                <a:gd name="T24" fmla="*/ 95 w 260"/>
                <a:gd name="T25" fmla="*/ 166 h 235"/>
                <a:gd name="T26" fmla="*/ 71 w 260"/>
                <a:gd name="T27" fmla="*/ 143 h 235"/>
                <a:gd name="T28" fmla="*/ 189 w 260"/>
                <a:gd name="T29" fmla="*/ 143 h 235"/>
                <a:gd name="T30" fmla="*/ 130 w 260"/>
                <a:gd name="T31" fmla="*/ 168 h 235"/>
                <a:gd name="T32" fmla="*/ 164 w 260"/>
                <a:gd name="T33" fmla="*/ 202 h 235"/>
                <a:gd name="T34" fmla="*/ 130 w 260"/>
                <a:gd name="T35" fmla="*/ 235 h 235"/>
                <a:gd name="T36" fmla="*/ 97 w 260"/>
                <a:gd name="T37" fmla="*/ 202 h 235"/>
                <a:gd name="T38" fmla="*/ 130 w 260"/>
                <a:gd name="T39" fmla="*/ 168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0" h="235">
                  <a:moveTo>
                    <a:pt x="237" y="95"/>
                  </a:moveTo>
                  <a:cubicBezTo>
                    <a:pt x="178" y="36"/>
                    <a:pt x="82" y="36"/>
                    <a:pt x="24" y="95"/>
                  </a:cubicBezTo>
                  <a:cubicBezTo>
                    <a:pt x="0" y="72"/>
                    <a:pt x="0" y="72"/>
                    <a:pt x="0" y="72"/>
                  </a:cubicBezTo>
                  <a:cubicBezTo>
                    <a:pt x="72" y="0"/>
                    <a:pt x="188" y="0"/>
                    <a:pt x="260" y="72"/>
                  </a:cubicBezTo>
                  <a:lnTo>
                    <a:pt x="237" y="95"/>
                  </a:lnTo>
                  <a:close/>
                  <a:moveTo>
                    <a:pt x="225" y="107"/>
                  </a:moveTo>
                  <a:cubicBezTo>
                    <a:pt x="201" y="131"/>
                    <a:pt x="201" y="131"/>
                    <a:pt x="201" y="131"/>
                  </a:cubicBezTo>
                  <a:cubicBezTo>
                    <a:pt x="162" y="91"/>
                    <a:pt x="98" y="91"/>
                    <a:pt x="59" y="131"/>
                  </a:cubicBezTo>
                  <a:cubicBezTo>
                    <a:pt x="35" y="107"/>
                    <a:pt x="35" y="107"/>
                    <a:pt x="35" y="107"/>
                  </a:cubicBezTo>
                  <a:cubicBezTo>
                    <a:pt x="88" y="55"/>
                    <a:pt x="173" y="55"/>
                    <a:pt x="225" y="107"/>
                  </a:cubicBezTo>
                  <a:close/>
                  <a:moveTo>
                    <a:pt x="189" y="143"/>
                  </a:moveTo>
                  <a:cubicBezTo>
                    <a:pt x="166" y="166"/>
                    <a:pt x="166" y="166"/>
                    <a:pt x="166" y="166"/>
                  </a:cubicBezTo>
                  <a:cubicBezTo>
                    <a:pt x="146" y="147"/>
                    <a:pt x="114" y="147"/>
                    <a:pt x="95" y="166"/>
                  </a:cubicBezTo>
                  <a:cubicBezTo>
                    <a:pt x="71" y="143"/>
                    <a:pt x="71" y="143"/>
                    <a:pt x="71" y="143"/>
                  </a:cubicBezTo>
                  <a:cubicBezTo>
                    <a:pt x="104" y="110"/>
                    <a:pt x="157" y="110"/>
                    <a:pt x="189" y="143"/>
                  </a:cubicBezTo>
                  <a:close/>
                  <a:moveTo>
                    <a:pt x="130" y="168"/>
                  </a:moveTo>
                  <a:cubicBezTo>
                    <a:pt x="149" y="168"/>
                    <a:pt x="164" y="183"/>
                    <a:pt x="164" y="202"/>
                  </a:cubicBezTo>
                  <a:cubicBezTo>
                    <a:pt x="164" y="220"/>
                    <a:pt x="149" y="235"/>
                    <a:pt x="130" y="235"/>
                  </a:cubicBezTo>
                  <a:cubicBezTo>
                    <a:pt x="112" y="235"/>
                    <a:pt x="97" y="220"/>
                    <a:pt x="97" y="202"/>
                  </a:cubicBezTo>
                  <a:cubicBezTo>
                    <a:pt x="97" y="183"/>
                    <a:pt x="112" y="168"/>
                    <a:pt x="130" y="16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57" name="组合 56"/>
            <p:cNvGrpSpPr/>
            <p:nvPr/>
          </p:nvGrpSpPr>
          <p:grpSpPr>
            <a:xfrm>
              <a:off x="6389773" y="1945934"/>
              <a:ext cx="652719" cy="633958"/>
              <a:chOff x="6389773" y="1945934"/>
              <a:chExt cx="652719" cy="633958"/>
            </a:xfrm>
          </p:grpSpPr>
          <p:sp>
            <p:nvSpPr>
              <p:cNvPr id="53" name="Freeform 39"/>
              <p:cNvSpPr>
                <a:spLocks/>
              </p:cNvSpPr>
              <p:nvPr/>
            </p:nvSpPr>
            <p:spPr bwMode="auto">
              <a:xfrm>
                <a:off x="6546781" y="1945934"/>
                <a:ext cx="322904" cy="180708"/>
              </a:xfrm>
              <a:custGeom>
                <a:avLst/>
                <a:gdLst>
                  <a:gd name="T0" fmla="*/ 22 w 138"/>
                  <a:gd name="T1" fmla="*/ 25 h 77"/>
                  <a:gd name="T2" fmla="*/ 12 w 138"/>
                  <a:gd name="T3" fmla="*/ 9 h 77"/>
                  <a:gd name="T4" fmla="*/ 0 w 138"/>
                  <a:gd name="T5" fmla="*/ 65 h 77"/>
                  <a:gd name="T6" fmla="*/ 56 w 138"/>
                  <a:gd name="T7" fmla="*/ 77 h 77"/>
                  <a:gd name="T8" fmla="*/ 45 w 138"/>
                  <a:gd name="T9" fmla="*/ 61 h 77"/>
                  <a:gd name="T10" fmla="*/ 102 w 138"/>
                  <a:gd name="T11" fmla="*/ 73 h 77"/>
                  <a:gd name="T12" fmla="*/ 138 w 138"/>
                  <a:gd name="T13" fmla="*/ 50 h 77"/>
                  <a:gd name="T14" fmla="*/ 22 w 138"/>
                  <a:gd name="T15" fmla="*/ 25 h 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8" h="77">
                    <a:moveTo>
                      <a:pt x="22" y="25"/>
                    </a:moveTo>
                    <a:cubicBezTo>
                      <a:pt x="12" y="9"/>
                      <a:pt x="12" y="9"/>
                      <a:pt x="12" y="9"/>
                    </a:cubicBezTo>
                    <a:cubicBezTo>
                      <a:pt x="0" y="65"/>
                      <a:pt x="0" y="65"/>
                      <a:pt x="0" y="65"/>
                    </a:cubicBezTo>
                    <a:cubicBezTo>
                      <a:pt x="56" y="77"/>
                      <a:pt x="56" y="77"/>
                      <a:pt x="56" y="77"/>
                    </a:cubicBezTo>
                    <a:cubicBezTo>
                      <a:pt x="45" y="61"/>
                      <a:pt x="45" y="61"/>
                      <a:pt x="45" y="61"/>
                    </a:cubicBezTo>
                    <a:cubicBezTo>
                      <a:pt x="64" y="48"/>
                      <a:pt x="90" y="54"/>
                      <a:pt x="102" y="73"/>
                    </a:cubicBezTo>
                    <a:cubicBezTo>
                      <a:pt x="114" y="65"/>
                      <a:pt x="126" y="57"/>
                      <a:pt x="138" y="50"/>
                    </a:cubicBezTo>
                    <a:cubicBezTo>
                      <a:pt x="113" y="11"/>
                      <a:pt x="61" y="0"/>
                      <a:pt x="22" y="2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40"/>
              <p:cNvSpPr>
                <a:spLocks/>
              </p:cNvSpPr>
              <p:nvPr/>
            </p:nvSpPr>
            <p:spPr bwMode="auto">
              <a:xfrm>
                <a:off x="6389773" y="2116767"/>
                <a:ext cx="180708" cy="313029"/>
              </a:xfrm>
              <a:custGeom>
                <a:avLst/>
                <a:gdLst>
                  <a:gd name="T0" fmla="*/ 30 w 77"/>
                  <a:gd name="T1" fmla="*/ 118 h 134"/>
                  <a:gd name="T2" fmla="*/ 16 w 77"/>
                  <a:gd name="T3" fmla="*/ 130 h 134"/>
                  <a:gd name="T4" fmla="*/ 73 w 77"/>
                  <a:gd name="T5" fmla="*/ 134 h 134"/>
                  <a:gd name="T6" fmla="*/ 77 w 77"/>
                  <a:gd name="T7" fmla="*/ 77 h 134"/>
                  <a:gd name="T8" fmla="*/ 62 w 77"/>
                  <a:gd name="T9" fmla="*/ 90 h 134"/>
                  <a:gd name="T10" fmla="*/ 66 w 77"/>
                  <a:gd name="T11" fmla="*/ 32 h 134"/>
                  <a:gd name="T12" fmla="*/ 38 w 77"/>
                  <a:gd name="T13" fmla="*/ 0 h 134"/>
                  <a:gd name="T14" fmla="*/ 30 w 77"/>
                  <a:gd name="T15" fmla="*/ 118 h 1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134">
                    <a:moveTo>
                      <a:pt x="30" y="118"/>
                    </a:moveTo>
                    <a:cubicBezTo>
                      <a:pt x="16" y="130"/>
                      <a:pt x="16" y="130"/>
                      <a:pt x="16" y="130"/>
                    </a:cubicBezTo>
                    <a:cubicBezTo>
                      <a:pt x="73" y="134"/>
                      <a:pt x="73" y="134"/>
                      <a:pt x="73" y="134"/>
                    </a:cubicBezTo>
                    <a:cubicBezTo>
                      <a:pt x="77" y="77"/>
                      <a:pt x="77" y="77"/>
                      <a:pt x="77" y="77"/>
                    </a:cubicBezTo>
                    <a:cubicBezTo>
                      <a:pt x="62" y="90"/>
                      <a:pt x="62" y="90"/>
                      <a:pt x="62" y="90"/>
                    </a:cubicBezTo>
                    <a:cubicBezTo>
                      <a:pt x="47" y="73"/>
                      <a:pt x="49" y="47"/>
                      <a:pt x="66" y="32"/>
                    </a:cubicBezTo>
                    <a:cubicBezTo>
                      <a:pt x="56" y="21"/>
                      <a:pt x="47" y="10"/>
                      <a:pt x="38" y="0"/>
                    </a:cubicBezTo>
                    <a:cubicBezTo>
                      <a:pt x="3" y="30"/>
                      <a:pt x="0" y="83"/>
                      <a:pt x="30" y="11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41"/>
              <p:cNvSpPr>
                <a:spLocks/>
              </p:cNvSpPr>
              <p:nvPr/>
            </p:nvSpPr>
            <p:spPr bwMode="auto">
              <a:xfrm>
                <a:off x="6861784" y="2109854"/>
                <a:ext cx="180708" cy="322904"/>
              </a:xfrm>
              <a:custGeom>
                <a:avLst/>
                <a:gdLst>
                  <a:gd name="T0" fmla="*/ 52 w 77"/>
                  <a:gd name="T1" fmla="*/ 22 h 138"/>
                  <a:gd name="T2" fmla="*/ 68 w 77"/>
                  <a:gd name="T3" fmla="*/ 12 h 138"/>
                  <a:gd name="T4" fmla="*/ 12 w 77"/>
                  <a:gd name="T5" fmla="*/ 0 h 138"/>
                  <a:gd name="T6" fmla="*/ 0 w 77"/>
                  <a:gd name="T7" fmla="*/ 56 h 138"/>
                  <a:gd name="T8" fmla="*/ 16 w 77"/>
                  <a:gd name="T9" fmla="*/ 45 h 138"/>
                  <a:gd name="T10" fmla="*/ 4 w 77"/>
                  <a:gd name="T11" fmla="*/ 102 h 138"/>
                  <a:gd name="T12" fmla="*/ 27 w 77"/>
                  <a:gd name="T13" fmla="*/ 138 h 138"/>
                  <a:gd name="T14" fmla="*/ 52 w 77"/>
                  <a:gd name="T15" fmla="*/ 22 h 1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138">
                    <a:moveTo>
                      <a:pt x="52" y="22"/>
                    </a:moveTo>
                    <a:cubicBezTo>
                      <a:pt x="68" y="12"/>
                      <a:pt x="68" y="12"/>
                      <a:pt x="68" y="12"/>
                    </a:cubicBezTo>
                    <a:cubicBezTo>
                      <a:pt x="12" y="0"/>
                      <a:pt x="12" y="0"/>
                      <a:pt x="12" y="0"/>
                    </a:cubicBezTo>
                    <a:cubicBezTo>
                      <a:pt x="0" y="56"/>
                      <a:pt x="0" y="56"/>
                      <a:pt x="0" y="56"/>
                    </a:cubicBezTo>
                    <a:cubicBezTo>
                      <a:pt x="16" y="45"/>
                      <a:pt x="16" y="45"/>
                      <a:pt x="16" y="45"/>
                    </a:cubicBezTo>
                    <a:cubicBezTo>
                      <a:pt x="28" y="64"/>
                      <a:pt x="23" y="90"/>
                      <a:pt x="4" y="102"/>
                    </a:cubicBezTo>
                    <a:cubicBezTo>
                      <a:pt x="11" y="114"/>
                      <a:pt x="19" y="126"/>
                      <a:pt x="27" y="138"/>
                    </a:cubicBezTo>
                    <a:cubicBezTo>
                      <a:pt x="66" y="113"/>
                      <a:pt x="77" y="61"/>
                      <a:pt x="52" y="2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42"/>
              <p:cNvSpPr>
                <a:spLocks/>
              </p:cNvSpPr>
              <p:nvPr/>
            </p:nvSpPr>
            <p:spPr bwMode="auto">
              <a:xfrm>
                <a:off x="6551718" y="2399184"/>
                <a:ext cx="308091" cy="180708"/>
              </a:xfrm>
              <a:custGeom>
                <a:avLst/>
                <a:gdLst>
                  <a:gd name="T0" fmla="*/ 118 w 132"/>
                  <a:gd name="T1" fmla="*/ 45 h 77"/>
                  <a:gd name="T2" fmla="*/ 131 w 132"/>
                  <a:gd name="T3" fmla="*/ 58 h 77"/>
                  <a:gd name="T4" fmla="*/ 132 w 132"/>
                  <a:gd name="T5" fmla="*/ 1 h 77"/>
                  <a:gd name="T6" fmla="*/ 74 w 132"/>
                  <a:gd name="T7" fmla="*/ 0 h 77"/>
                  <a:gd name="T8" fmla="*/ 88 w 132"/>
                  <a:gd name="T9" fmla="*/ 15 h 77"/>
                  <a:gd name="T10" fmla="*/ 30 w 132"/>
                  <a:gd name="T11" fmla="*/ 14 h 77"/>
                  <a:gd name="T12" fmla="*/ 0 w 132"/>
                  <a:gd name="T13" fmla="*/ 44 h 77"/>
                  <a:gd name="T14" fmla="*/ 118 w 132"/>
                  <a:gd name="T15" fmla="*/ 45 h 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2" h="77">
                    <a:moveTo>
                      <a:pt x="118" y="45"/>
                    </a:moveTo>
                    <a:cubicBezTo>
                      <a:pt x="131" y="58"/>
                      <a:pt x="131" y="58"/>
                      <a:pt x="131" y="58"/>
                    </a:cubicBezTo>
                    <a:cubicBezTo>
                      <a:pt x="132" y="1"/>
                      <a:pt x="132" y="1"/>
                      <a:pt x="132" y="1"/>
                    </a:cubicBezTo>
                    <a:cubicBezTo>
                      <a:pt x="74" y="0"/>
                      <a:pt x="74" y="0"/>
                      <a:pt x="74" y="0"/>
                    </a:cubicBezTo>
                    <a:cubicBezTo>
                      <a:pt x="88" y="15"/>
                      <a:pt x="88" y="15"/>
                      <a:pt x="88" y="15"/>
                    </a:cubicBezTo>
                    <a:cubicBezTo>
                      <a:pt x="72" y="30"/>
                      <a:pt x="46" y="30"/>
                      <a:pt x="30" y="14"/>
                    </a:cubicBezTo>
                    <a:cubicBezTo>
                      <a:pt x="20" y="24"/>
                      <a:pt x="10" y="34"/>
                      <a:pt x="0" y="44"/>
                    </a:cubicBezTo>
                    <a:cubicBezTo>
                      <a:pt x="32" y="77"/>
                      <a:pt x="85" y="77"/>
                      <a:pt x="118" y="4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58" name="Freeform 53"/>
            <p:cNvSpPr>
              <a:spLocks/>
            </p:cNvSpPr>
            <p:nvPr/>
          </p:nvSpPr>
          <p:spPr bwMode="auto">
            <a:xfrm>
              <a:off x="4368418" y="2927481"/>
              <a:ext cx="615195" cy="476949"/>
            </a:xfrm>
            <a:custGeom>
              <a:avLst/>
              <a:gdLst>
                <a:gd name="T0" fmla="*/ 258 w 263"/>
                <a:gd name="T1" fmla="*/ 51 h 204"/>
                <a:gd name="T2" fmla="*/ 208 w 263"/>
                <a:gd name="T3" fmla="*/ 102 h 204"/>
                <a:gd name="T4" fmla="*/ 162 w 263"/>
                <a:gd name="T5" fmla="*/ 148 h 204"/>
                <a:gd name="T6" fmla="*/ 111 w 263"/>
                <a:gd name="T7" fmla="*/ 199 h 204"/>
                <a:gd name="T8" fmla="*/ 92 w 263"/>
                <a:gd name="T9" fmla="*/ 199 h 204"/>
                <a:gd name="T10" fmla="*/ 65 w 263"/>
                <a:gd name="T11" fmla="*/ 172 h 204"/>
                <a:gd name="T12" fmla="*/ 56 w 263"/>
                <a:gd name="T13" fmla="*/ 161 h 204"/>
                <a:gd name="T14" fmla="*/ 6 w 263"/>
                <a:gd name="T15" fmla="*/ 111 h 204"/>
                <a:gd name="T16" fmla="*/ 6 w 263"/>
                <a:gd name="T17" fmla="*/ 92 h 204"/>
                <a:gd name="T18" fmla="*/ 33 w 263"/>
                <a:gd name="T19" fmla="*/ 65 h 204"/>
                <a:gd name="T20" fmla="*/ 52 w 263"/>
                <a:gd name="T21" fmla="*/ 65 h 204"/>
                <a:gd name="T22" fmla="*/ 102 w 263"/>
                <a:gd name="T23" fmla="*/ 115 h 204"/>
                <a:gd name="T24" fmla="*/ 212 w 263"/>
                <a:gd name="T25" fmla="*/ 5 h 204"/>
                <a:gd name="T26" fmla="*/ 231 w 263"/>
                <a:gd name="T27" fmla="*/ 5 h 204"/>
                <a:gd name="T28" fmla="*/ 258 w 263"/>
                <a:gd name="T29" fmla="*/ 32 h 204"/>
                <a:gd name="T30" fmla="*/ 258 w 263"/>
                <a:gd name="T31" fmla="*/ 51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3" h="204">
                  <a:moveTo>
                    <a:pt x="258" y="51"/>
                  </a:moveTo>
                  <a:cubicBezTo>
                    <a:pt x="208" y="102"/>
                    <a:pt x="208" y="102"/>
                    <a:pt x="208" y="102"/>
                  </a:cubicBezTo>
                  <a:cubicBezTo>
                    <a:pt x="162" y="148"/>
                    <a:pt x="162" y="148"/>
                    <a:pt x="162" y="148"/>
                  </a:cubicBezTo>
                  <a:cubicBezTo>
                    <a:pt x="111" y="199"/>
                    <a:pt x="111" y="199"/>
                    <a:pt x="111" y="199"/>
                  </a:cubicBezTo>
                  <a:cubicBezTo>
                    <a:pt x="106" y="204"/>
                    <a:pt x="97" y="204"/>
                    <a:pt x="92" y="199"/>
                  </a:cubicBezTo>
                  <a:cubicBezTo>
                    <a:pt x="65" y="172"/>
                    <a:pt x="65" y="172"/>
                    <a:pt x="65" y="172"/>
                  </a:cubicBezTo>
                  <a:cubicBezTo>
                    <a:pt x="56" y="161"/>
                    <a:pt x="56" y="161"/>
                    <a:pt x="56" y="161"/>
                  </a:cubicBezTo>
                  <a:cubicBezTo>
                    <a:pt x="6" y="111"/>
                    <a:pt x="6" y="111"/>
                    <a:pt x="6" y="111"/>
                  </a:cubicBezTo>
                  <a:cubicBezTo>
                    <a:pt x="0" y="105"/>
                    <a:pt x="0" y="97"/>
                    <a:pt x="6" y="92"/>
                  </a:cubicBezTo>
                  <a:cubicBezTo>
                    <a:pt x="33" y="65"/>
                    <a:pt x="33" y="65"/>
                    <a:pt x="33" y="65"/>
                  </a:cubicBezTo>
                  <a:cubicBezTo>
                    <a:pt x="38" y="59"/>
                    <a:pt x="46" y="59"/>
                    <a:pt x="52" y="65"/>
                  </a:cubicBezTo>
                  <a:cubicBezTo>
                    <a:pt x="102" y="115"/>
                    <a:pt x="102" y="115"/>
                    <a:pt x="102" y="115"/>
                  </a:cubicBezTo>
                  <a:cubicBezTo>
                    <a:pt x="212" y="5"/>
                    <a:pt x="212" y="5"/>
                    <a:pt x="212" y="5"/>
                  </a:cubicBezTo>
                  <a:cubicBezTo>
                    <a:pt x="217" y="0"/>
                    <a:pt x="226" y="0"/>
                    <a:pt x="231" y="5"/>
                  </a:cubicBezTo>
                  <a:cubicBezTo>
                    <a:pt x="258" y="32"/>
                    <a:pt x="258" y="32"/>
                    <a:pt x="258" y="32"/>
                  </a:cubicBezTo>
                  <a:cubicBezTo>
                    <a:pt x="263" y="38"/>
                    <a:pt x="263" y="46"/>
                    <a:pt x="258" y="5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62" name="组合 61"/>
            <p:cNvGrpSpPr/>
            <p:nvPr/>
          </p:nvGrpSpPr>
          <p:grpSpPr>
            <a:xfrm>
              <a:off x="4335831" y="3990989"/>
              <a:ext cx="607296" cy="607295"/>
              <a:chOff x="4335831" y="3990989"/>
              <a:chExt cx="607296" cy="607295"/>
            </a:xfrm>
          </p:grpSpPr>
          <p:sp>
            <p:nvSpPr>
              <p:cNvPr id="63" name="Freeform 37"/>
              <p:cNvSpPr>
                <a:spLocks noEditPoints="1"/>
              </p:cNvSpPr>
              <p:nvPr/>
            </p:nvSpPr>
            <p:spPr bwMode="auto">
              <a:xfrm>
                <a:off x="4335831" y="3990989"/>
                <a:ext cx="607296" cy="607295"/>
              </a:xfrm>
              <a:custGeom>
                <a:avLst/>
                <a:gdLst>
                  <a:gd name="T0" fmla="*/ 130 w 260"/>
                  <a:gd name="T1" fmla="*/ 260 h 260"/>
                  <a:gd name="T2" fmla="*/ 0 w 260"/>
                  <a:gd name="T3" fmla="*/ 130 h 260"/>
                  <a:gd name="T4" fmla="*/ 130 w 260"/>
                  <a:gd name="T5" fmla="*/ 0 h 260"/>
                  <a:gd name="T6" fmla="*/ 260 w 260"/>
                  <a:gd name="T7" fmla="*/ 130 h 260"/>
                  <a:gd name="T8" fmla="*/ 130 w 260"/>
                  <a:gd name="T9" fmla="*/ 260 h 260"/>
                  <a:gd name="T10" fmla="*/ 130 w 260"/>
                  <a:gd name="T11" fmla="*/ 18 h 260"/>
                  <a:gd name="T12" fmla="*/ 17 w 260"/>
                  <a:gd name="T13" fmla="*/ 130 h 260"/>
                  <a:gd name="T14" fmla="*/ 130 w 260"/>
                  <a:gd name="T15" fmla="*/ 243 h 260"/>
                  <a:gd name="T16" fmla="*/ 243 w 260"/>
                  <a:gd name="T17" fmla="*/ 130 h 260"/>
                  <a:gd name="T18" fmla="*/ 130 w 260"/>
                  <a:gd name="T19" fmla="*/ 18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0" h="260">
                    <a:moveTo>
                      <a:pt x="130" y="260"/>
                    </a:moveTo>
                    <a:cubicBezTo>
                      <a:pt x="58" y="260"/>
                      <a:pt x="0" y="202"/>
                      <a:pt x="0" y="130"/>
                    </a:cubicBezTo>
                    <a:cubicBezTo>
                      <a:pt x="0" y="59"/>
                      <a:pt x="58" y="0"/>
                      <a:pt x="130" y="0"/>
                    </a:cubicBezTo>
                    <a:cubicBezTo>
                      <a:pt x="202" y="0"/>
                      <a:pt x="260" y="59"/>
                      <a:pt x="260" y="130"/>
                    </a:cubicBezTo>
                    <a:cubicBezTo>
                      <a:pt x="260" y="202"/>
                      <a:pt x="202" y="260"/>
                      <a:pt x="130" y="260"/>
                    </a:cubicBezTo>
                    <a:close/>
                    <a:moveTo>
                      <a:pt x="130" y="18"/>
                    </a:moveTo>
                    <a:cubicBezTo>
                      <a:pt x="68" y="18"/>
                      <a:pt x="17" y="68"/>
                      <a:pt x="17" y="130"/>
                    </a:cubicBezTo>
                    <a:cubicBezTo>
                      <a:pt x="17" y="192"/>
                      <a:pt x="68" y="243"/>
                      <a:pt x="130" y="243"/>
                    </a:cubicBezTo>
                    <a:cubicBezTo>
                      <a:pt x="192" y="243"/>
                      <a:pt x="243" y="192"/>
                      <a:pt x="243" y="130"/>
                    </a:cubicBezTo>
                    <a:cubicBezTo>
                      <a:pt x="243" y="68"/>
                      <a:pt x="192" y="18"/>
                      <a:pt x="130" y="1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38"/>
              <p:cNvSpPr>
                <a:spLocks/>
              </p:cNvSpPr>
              <p:nvPr/>
            </p:nvSpPr>
            <p:spPr bwMode="auto">
              <a:xfrm>
                <a:off x="4492839" y="4166759"/>
                <a:ext cx="296242" cy="172808"/>
              </a:xfrm>
              <a:custGeom>
                <a:avLst/>
                <a:gdLst>
                  <a:gd name="T0" fmla="*/ 300 w 300"/>
                  <a:gd name="T1" fmla="*/ 23 h 175"/>
                  <a:gd name="T2" fmla="*/ 175 w 300"/>
                  <a:gd name="T3" fmla="*/ 149 h 175"/>
                  <a:gd name="T4" fmla="*/ 149 w 300"/>
                  <a:gd name="T5" fmla="*/ 175 h 175"/>
                  <a:gd name="T6" fmla="*/ 123 w 300"/>
                  <a:gd name="T7" fmla="*/ 149 h 175"/>
                  <a:gd name="T8" fmla="*/ 0 w 300"/>
                  <a:gd name="T9" fmla="*/ 23 h 175"/>
                  <a:gd name="T10" fmla="*/ 23 w 300"/>
                  <a:gd name="T11" fmla="*/ 0 h 175"/>
                  <a:gd name="T12" fmla="*/ 149 w 300"/>
                  <a:gd name="T13" fmla="*/ 125 h 175"/>
                  <a:gd name="T14" fmla="*/ 274 w 300"/>
                  <a:gd name="T15" fmla="*/ 0 h 175"/>
                  <a:gd name="T16" fmla="*/ 300 w 300"/>
                  <a:gd name="T17" fmla="*/ 23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0" h="175">
                    <a:moveTo>
                      <a:pt x="300" y="23"/>
                    </a:moveTo>
                    <a:lnTo>
                      <a:pt x="175" y="149"/>
                    </a:lnTo>
                    <a:lnTo>
                      <a:pt x="149" y="175"/>
                    </a:lnTo>
                    <a:lnTo>
                      <a:pt x="123" y="149"/>
                    </a:lnTo>
                    <a:lnTo>
                      <a:pt x="0" y="23"/>
                    </a:lnTo>
                    <a:lnTo>
                      <a:pt x="23" y="0"/>
                    </a:lnTo>
                    <a:lnTo>
                      <a:pt x="149" y="125"/>
                    </a:lnTo>
                    <a:lnTo>
                      <a:pt x="274" y="0"/>
                    </a:lnTo>
                    <a:lnTo>
                      <a:pt x="30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65" name="Freeform 36"/>
            <p:cNvSpPr>
              <a:spLocks noEditPoints="1"/>
            </p:cNvSpPr>
            <p:nvPr/>
          </p:nvSpPr>
          <p:spPr bwMode="auto">
            <a:xfrm>
              <a:off x="5219619" y="4859964"/>
              <a:ext cx="607296" cy="608283"/>
            </a:xfrm>
            <a:custGeom>
              <a:avLst/>
              <a:gdLst>
                <a:gd name="T0" fmla="*/ 220 w 260"/>
                <a:gd name="T1" fmla="*/ 0 h 260"/>
                <a:gd name="T2" fmla="*/ 41 w 260"/>
                <a:gd name="T3" fmla="*/ 0 h 260"/>
                <a:gd name="T4" fmla="*/ 0 w 260"/>
                <a:gd name="T5" fmla="*/ 41 h 260"/>
                <a:gd name="T6" fmla="*/ 0 w 260"/>
                <a:gd name="T7" fmla="*/ 219 h 260"/>
                <a:gd name="T8" fmla="*/ 41 w 260"/>
                <a:gd name="T9" fmla="*/ 260 h 260"/>
                <a:gd name="T10" fmla="*/ 220 w 260"/>
                <a:gd name="T11" fmla="*/ 260 h 260"/>
                <a:gd name="T12" fmla="*/ 260 w 260"/>
                <a:gd name="T13" fmla="*/ 219 h 260"/>
                <a:gd name="T14" fmla="*/ 260 w 260"/>
                <a:gd name="T15" fmla="*/ 41 h 260"/>
                <a:gd name="T16" fmla="*/ 220 w 260"/>
                <a:gd name="T17" fmla="*/ 0 h 260"/>
                <a:gd name="T18" fmla="*/ 66 w 260"/>
                <a:gd name="T19" fmla="*/ 219 h 260"/>
                <a:gd name="T20" fmla="*/ 34 w 260"/>
                <a:gd name="T21" fmla="*/ 188 h 260"/>
                <a:gd name="T22" fmla="*/ 66 w 260"/>
                <a:gd name="T23" fmla="*/ 156 h 260"/>
                <a:gd name="T24" fmla="*/ 97 w 260"/>
                <a:gd name="T25" fmla="*/ 188 h 260"/>
                <a:gd name="T26" fmla="*/ 66 w 260"/>
                <a:gd name="T27" fmla="*/ 219 h 260"/>
                <a:gd name="T28" fmla="*/ 168 w 260"/>
                <a:gd name="T29" fmla="*/ 218 h 260"/>
                <a:gd name="T30" fmla="*/ 167 w 260"/>
                <a:gd name="T31" fmla="*/ 230 h 260"/>
                <a:gd name="T32" fmla="*/ 130 w 260"/>
                <a:gd name="T33" fmla="*/ 229 h 260"/>
                <a:gd name="T34" fmla="*/ 130 w 260"/>
                <a:gd name="T35" fmla="*/ 217 h 260"/>
                <a:gd name="T36" fmla="*/ 114 w 260"/>
                <a:gd name="T37" fmla="*/ 144 h 260"/>
                <a:gd name="T38" fmla="*/ 35 w 260"/>
                <a:gd name="T39" fmla="*/ 124 h 260"/>
                <a:gd name="T40" fmla="*/ 20 w 260"/>
                <a:gd name="T41" fmla="*/ 124 h 260"/>
                <a:gd name="T42" fmla="*/ 20 w 260"/>
                <a:gd name="T43" fmla="*/ 87 h 260"/>
                <a:gd name="T44" fmla="*/ 35 w 260"/>
                <a:gd name="T45" fmla="*/ 87 h 260"/>
                <a:gd name="T46" fmla="*/ 52 w 260"/>
                <a:gd name="T47" fmla="*/ 87 h 260"/>
                <a:gd name="T48" fmla="*/ 141 w 260"/>
                <a:gd name="T49" fmla="*/ 117 h 260"/>
                <a:gd name="T50" fmla="*/ 168 w 260"/>
                <a:gd name="T51" fmla="*/ 218 h 260"/>
                <a:gd name="T52" fmla="*/ 224 w 260"/>
                <a:gd name="T53" fmla="*/ 209 h 260"/>
                <a:gd name="T54" fmla="*/ 224 w 260"/>
                <a:gd name="T55" fmla="*/ 220 h 260"/>
                <a:gd name="T56" fmla="*/ 185 w 260"/>
                <a:gd name="T57" fmla="*/ 218 h 260"/>
                <a:gd name="T58" fmla="*/ 186 w 260"/>
                <a:gd name="T59" fmla="*/ 208 h 260"/>
                <a:gd name="T60" fmla="*/ 162 w 260"/>
                <a:gd name="T61" fmla="*/ 101 h 260"/>
                <a:gd name="T62" fmla="*/ 47 w 260"/>
                <a:gd name="T63" fmla="*/ 72 h 260"/>
                <a:gd name="T64" fmla="*/ 33 w 260"/>
                <a:gd name="T65" fmla="*/ 72 h 260"/>
                <a:gd name="T66" fmla="*/ 33 w 260"/>
                <a:gd name="T67" fmla="*/ 34 h 260"/>
                <a:gd name="T68" fmla="*/ 47 w 260"/>
                <a:gd name="T69" fmla="*/ 34 h 260"/>
                <a:gd name="T70" fmla="*/ 70 w 260"/>
                <a:gd name="T71" fmla="*/ 34 h 260"/>
                <a:gd name="T72" fmla="*/ 189 w 260"/>
                <a:gd name="T73" fmla="*/ 74 h 260"/>
                <a:gd name="T74" fmla="*/ 224 w 260"/>
                <a:gd name="T75" fmla="*/ 209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60" h="260">
                  <a:moveTo>
                    <a:pt x="220" y="0"/>
                  </a:moveTo>
                  <a:cubicBezTo>
                    <a:pt x="41" y="0"/>
                    <a:pt x="41" y="0"/>
                    <a:pt x="41" y="0"/>
                  </a:cubicBezTo>
                  <a:cubicBezTo>
                    <a:pt x="18" y="0"/>
                    <a:pt x="0" y="18"/>
                    <a:pt x="0" y="41"/>
                  </a:cubicBezTo>
                  <a:cubicBezTo>
                    <a:pt x="0" y="219"/>
                    <a:pt x="0" y="219"/>
                    <a:pt x="0" y="219"/>
                  </a:cubicBezTo>
                  <a:cubicBezTo>
                    <a:pt x="0" y="242"/>
                    <a:pt x="18" y="260"/>
                    <a:pt x="41" y="260"/>
                  </a:cubicBezTo>
                  <a:cubicBezTo>
                    <a:pt x="220" y="260"/>
                    <a:pt x="220" y="260"/>
                    <a:pt x="220" y="260"/>
                  </a:cubicBezTo>
                  <a:cubicBezTo>
                    <a:pt x="242" y="260"/>
                    <a:pt x="260" y="242"/>
                    <a:pt x="260" y="219"/>
                  </a:cubicBezTo>
                  <a:cubicBezTo>
                    <a:pt x="260" y="41"/>
                    <a:pt x="260" y="41"/>
                    <a:pt x="260" y="41"/>
                  </a:cubicBezTo>
                  <a:cubicBezTo>
                    <a:pt x="260" y="18"/>
                    <a:pt x="242" y="0"/>
                    <a:pt x="220" y="0"/>
                  </a:cubicBezTo>
                  <a:close/>
                  <a:moveTo>
                    <a:pt x="66" y="219"/>
                  </a:moveTo>
                  <a:cubicBezTo>
                    <a:pt x="48" y="219"/>
                    <a:pt x="34" y="205"/>
                    <a:pt x="34" y="188"/>
                  </a:cubicBezTo>
                  <a:cubicBezTo>
                    <a:pt x="34" y="170"/>
                    <a:pt x="48" y="156"/>
                    <a:pt x="66" y="156"/>
                  </a:cubicBezTo>
                  <a:cubicBezTo>
                    <a:pt x="83" y="156"/>
                    <a:pt x="97" y="170"/>
                    <a:pt x="97" y="188"/>
                  </a:cubicBezTo>
                  <a:cubicBezTo>
                    <a:pt x="97" y="205"/>
                    <a:pt x="83" y="219"/>
                    <a:pt x="66" y="219"/>
                  </a:cubicBezTo>
                  <a:close/>
                  <a:moveTo>
                    <a:pt x="168" y="218"/>
                  </a:moveTo>
                  <a:cubicBezTo>
                    <a:pt x="167" y="230"/>
                    <a:pt x="167" y="230"/>
                    <a:pt x="167" y="230"/>
                  </a:cubicBezTo>
                  <a:cubicBezTo>
                    <a:pt x="130" y="229"/>
                    <a:pt x="130" y="229"/>
                    <a:pt x="130" y="229"/>
                  </a:cubicBezTo>
                  <a:cubicBezTo>
                    <a:pt x="130" y="217"/>
                    <a:pt x="130" y="217"/>
                    <a:pt x="130" y="217"/>
                  </a:cubicBezTo>
                  <a:cubicBezTo>
                    <a:pt x="131" y="178"/>
                    <a:pt x="127" y="156"/>
                    <a:pt x="114" y="144"/>
                  </a:cubicBezTo>
                  <a:cubicBezTo>
                    <a:pt x="101" y="130"/>
                    <a:pt x="77" y="124"/>
                    <a:pt x="35" y="124"/>
                  </a:cubicBezTo>
                  <a:cubicBezTo>
                    <a:pt x="20" y="124"/>
                    <a:pt x="20" y="124"/>
                    <a:pt x="20" y="124"/>
                  </a:cubicBezTo>
                  <a:cubicBezTo>
                    <a:pt x="20" y="87"/>
                    <a:pt x="20" y="87"/>
                    <a:pt x="20" y="87"/>
                  </a:cubicBezTo>
                  <a:cubicBezTo>
                    <a:pt x="35" y="87"/>
                    <a:pt x="35" y="87"/>
                    <a:pt x="35" y="87"/>
                  </a:cubicBezTo>
                  <a:cubicBezTo>
                    <a:pt x="41" y="87"/>
                    <a:pt x="47" y="87"/>
                    <a:pt x="52" y="87"/>
                  </a:cubicBezTo>
                  <a:cubicBezTo>
                    <a:pt x="95" y="89"/>
                    <a:pt x="123" y="99"/>
                    <a:pt x="141" y="117"/>
                  </a:cubicBezTo>
                  <a:cubicBezTo>
                    <a:pt x="161" y="138"/>
                    <a:pt x="169" y="168"/>
                    <a:pt x="168" y="218"/>
                  </a:cubicBezTo>
                  <a:close/>
                  <a:moveTo>
                    <a:pt x="224" y="209"/>
                  </a:moveTo>
                  <a:cubicBezTo>
                    <a:pt x="224" y="220"/>
                    <a:pt x="224" y="220"/>
                    <a:pt x="224" y="220"/>
                  </a:cubicBezTo>
                  <a:cubicBezTo>
                    <a:pt x="185" y="218"/>
                    <a:pt x="185" y="218"/>
                    <a:pt x="185" y="218"/>
                  </a:cubicBezTo>
                  <a:cubicBezTo>
                    <a:pt x="186" y="208"/>
                    <a:pt x="186" y="208"/>
                    <a:pt x="186" y="208"/>
                  </a:cubicBezTo>
                  <a:cubicBezTo>
                    <a:pt x="187" y="152"/>
                    <a:pt x="180" y="120"/>
                    <a:pt x="162" y="101"/>
                  </a:cubicBezTo>
                  <a:cubicBezTo>
                    <a:pt x="142" y="81"/>
                    <a:pt x="106" y="72"/>
                    <a:pt x="47" y="72"/>
                  </a:cubicBezTo>
                  <a:cubicBezTo>
                    <a:pt x="33" y="72"/>
                    <a:pt x="33" y="72"/>
                    <a:pt x="33" y="72"/>
                  </a:cubicBezTo>
                  <a:cubicBezTo>
                    <a:pt x="33" y="34"/>
                    <a:pt x="33" y="34"/>
                    <a:pt x="33" y="34"/>
                  </a:cubicBezTo>
                  <a:cubicBezTo>
                    <a:pt x="47" y="34"/>
                    <a:pt x="47" y="34"/>
                    <a:pt x="47" y="34"/>
                  </a:cubicBezTo>
                  <a:cubicBezTo>
                    <a:pt x="55" y="34"/>
                    <a:pt x="63" y="34"/>
                    <a:pt x="70" y="34"/>
                  </a:cubicBezTo>
                  <a:cubicBezTo>
                    <a:pt x="127" y="37"/>
                    <a:pt x="165" y="50"/>
                    <a:pt x="189" y="74"/>
                  </a:cubicBezTo>
                  <a:cubicBezTo>
                    <a:pt x="216" y="102"/>
                    <a:pt x="226" y="142"/>
                    <a:pt x="224" y="20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35"/>
            <p:cNvSpPr>
              <a:spLocks noEditPoints="1"/>
            </p:cNvSpPr>
            <p:nvPr/>
          </p:nvSpPr>
          <p:spPr bwMode="auto">
            <a:xfrm>
              <a:off x="6375948" y="4885638"/>
              <a:ext cx="610258" cy="558909"/>
            </a:xfrm>
            <a:custGeom>
              <a:avLst/>
              <a:gdLst>
                <a:gd name="T0" fmla="*/ 218 w 261"/>
                <a:gd name="T1" fmla="*/ 0 h 239"/>
                <a:gd name="T2" fmla="*/ 43 w 261"/>
                <a:gd name="T3" fmla="*/ 0 h 239"/>
                <a:gd name="T4" fmla="*/ 0 w 261"/>
                <a:gd name="T5" fmla="*/ 45 h 239"/>
                <a:gd name="T6" fmla="*/ 0 w 261"/>
                <a:gd name="T7" fmla="*/ 145 h 239"/>
                <a:gd name="T8" fmla="*/ 43 w 261"/>
                <a:gd name="T9" fmla="*/ 190 h 239"/>
                <a:gd name="T10" fmla="*/ 76 w 261"/>
                <a:gd name="T11" fmla="*/ 190 h 239"/>
                <a:gd name="T12" fmla="*/ 76 w 261"/>
                <a:gd name="T13" fmla="*/ 239 h 239"/>
                <a:gd name="T14" fmla="*/ 175 w 261"/>
                <a:gd name="T15" fmla="*/ 191 h 239"/>
                <a:gd name="T16" fmla="*/ 173 w 261"/>
                <a:gd name="T17" fmla="*/ 190 h 239"/>
                <a:gd name="T18" fmla="*/ 218 w 261"/>
                <a:gd name="T19" fmla="*/ 190 h 239"/>
                <a:gd name="T20" fmla="*/ 261 w 261"/>
                <a:gd name="T21" fmla="*/ 145 h 239"/>
                <a:gd name="T22" fmla="*/ 261 w 261"/>
                <a:gd name="T23" fmla="*/ 45 h 239"/>
                <a:gd name="T24" fmla="*/ 218 w 261"/>
                <a:gd name="T25" fmla="*/ 0 h 239"/>
                <a:gd name="T26" fmla="*/ 73 w 261"/>
                <a:gd name="T27" fmla="*/ 121 h 239"/>
                <a:gd name="T28" fmla="*/ 47 w 261"/>
                <a:gd name="T29" fmla="*/ 95 h 239"/>
                <a:gd name="T30" fmla="*/ 73 w 261"/>
                <a:gd name="T31" fmla="*/ 69 h 239"/>
                <a:gd name="T32" fmla="*/ 99 w 261"/>
                <a:gd name="T33" fmla="*/ 95 h 239"/>
                <a:gd name="T34" fmla="*/ 73 w 261"/>
                <a:gd name="T35" fmla="*/ 121 h 239"/>
                <a:gd name="T36" fmla="*/ 132 w 261"/>
                <a:gd name="T37" fmla="*/ 121 h 239"/>
                <a:gd name="T38" fmla="*/ 106 w 261"/>
                <a:gd name="T39" fmla="*/ 95 h 239"/>
                <a:gd name="T40" fmla="*/ 132 w 261"/>
                <a:gd name="T41" fmla="*/ 69 h 239"/>
                <a:gd name="T42" fmla="*/ 157 w 261"/>
                <a:gd name="T43" fmla="*/ 95 h 239"/>
                <a:gd name="T44" fmla="*/ 132 w 261"/>
                <a:gd name="T45" fmla="*/ 121 h 239"/>
                <a:gd name="T46" fmla="*/ 190 w 261"/>
                <a:gd name="T47" fmla="*/ 121 h 239"/>
                <a:gd name="T48" fmla="*/ 165 w 261"/>
                <a:gd name="T49" fmla="*/ 95 h 239"/>
                <a:gd name="T50" fmla="*/ 190 w 261"/>
                <a:gd name="T51" fmla="*/ 69 h 239"/>
                <a:gd name="T52" fmla="*/ 216 w 261"/>
                <a:gd name="T53" fmla="*/ 95 h 239"/>
                <a:gd name="T54" fmla="*/ 190 w 261"/>
                <a:gd name="T55" fmla="*/ 121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61" h="239">
                  <a:moveTo>
                    <a:pt x="218" y="0"/>
                  </a:moveTo>
                  <a:cubicBezTo>
                    <a:pt x="43" y="0"/>
                    <a:pt x="43" y="0"/>
                    <a:pt x="43" y="0"/>
                  </a:cubicBezTo>
                  <a:cubicBezTo>
                    <a:pt x="19" y="0"/>
                    <a:pt x="0" y="20"/>
                    <a:pt x="0" y="45"/>
                  </a:cubicBezTo>
                  <a:cubicBezTo>
                    <a:pt x="0" y="145"/>
                    <a:pt x="0" y="145"/>
                    <a:pt x="0" y="145"/>
                  </a:cubicBezTo>
                  <a:cubicBezTo>
                    <a:pt x="0" y="170"/>
                    <a:pt x="19" y="190"/>
                    <a:pt x="43" y="190"/>
                  </a:cubicBezTo>
                  <a:cubicBezTo>
                    <a:pt x="76" y="190"/>
                    <a:pt x="76" y="190"/>
                    <a:pt x="76" y="190"/>
                  </a:cubicBezTo>
                  <a:cubicBezTo>
                    <a:pt x="76" y="239"/>
                    <a:pt x="76" y="239"/>
                    <a:pt x="76" y="239"/>
                  </a:cubicBezTo>
                  <a:cubicBezTo>
                    <a:pt x="175" y="191"/>
                    <a:pt x="175" y="191"/>
                    <a:pt x="175" y="191"/>
                  </a:cubicBezTo>
                  <a:cubicBezTo>
                    <a:pt x="173" y="190"/>
                    <a:pt x="173" y="190"/>
                    <a:pt x="173" y="190"/>
                  </a:cubicBezTo>
                  <a:cubicBezTo>
                    <a:pt x="218" y="190"/>
                    <a:pt x="218" y="190"/>
                    <a:pt x="218" y="190"/>
                  </a:cubicBezTo>
                  <a:cubicBezTo>
                    <a:pt x="242" y="190"/>
                    <a:pt x="261" y="170"/>
                    <a:pt x="261" y="145"/>
                  </a:cubicBezTo>
                  <a:cubicBezTo>
                    <a:pt x="261" y="45"/>
                    <a:pt x="261" y="45"/>
                    <a:pt x="261" y="45"/>
                  </a:cubicBezTo>
                  <a:cubicBezTo>
                    <a:pt x="261" y="20"/>
                    <a:pt x="242" y="0"/>
                    <a:pt x="218" y="0"/>
                  </a:cubicBezTo>
                  <a:close/>
                  <a:moveTo>
                    <a:pt x="73" y="121"/>
                  </a:moveTo>
                  <a:cubicBezTo>
                    <a:pt x="59" y="121"/>
                    <a:pt x="47" y="109"/>
                    <a:pt x="47" y="95"/>
                  </a:cubicBezTo>
                  <a:cubicBezTo>
                    <a:pt x="47" y="80"/>
                    <a:pt x="59" y="69"/>
                    <a:pt x="73" y="69"/>
                  </a:cubicBezTo>
                  <a:cubicBezTo>
                    <a:pt x="87" y="69"/>
                    <a:pt x="99" y="80"/>
                    <a:pt x="99" y="95"/>
                  </a:cubicBezTo>
                  <a:cubicBezTo>
                    <a:pt x="99" y="109"/>
                    <a:pt x="87" y="121"/>
                    <a:pt x="73" y="121"/>
                  </a:cubicBezTo>
                  <a:close/>
                  <a:moveTo>
                    <a:pt x="132" y="121"/>
                  </a:moveTo>
                  <a:cubicBezTo>
                    <a:pt x="117" y="121"/>
                    <a:pt x="106" y="109"/>
                    <a:pt x="106" y="95"/>
                  </a:cubicBezTo>
                  <a:cubicBezTo>
                    <a:pt x="106" y="80"/>
                    <a:pt x="117" y="69"/>
                    <a:pt x="132" y="69"/>
                  </a:cubicBezTo>
                  <a:cubicBezTo>
                    <a:pt x="146" y="69"/>
                    <a:pt x="157" y="80"/>
                    <a:pt x="157" y="95"/>
                  </a:cubicBezTo>
                  <a:cubicBezTo>
                    <a:pt x="157" y="109"/>
                    <a:pt x="146" y="121"/>
                    <a:pt x="132" y="121"/>
                  </a:cubicBezTo>
                  <a:close/>
                  <a:moveTo>
                    <a:pt x="190" y="121"/>
                  </a:moveTo>
                  <a:cubicBezTo>
                    <a:pt x="176" y="121"/>
                    <a:pt x="165" y="109"/>
                    <a:pt x="165" y="95"/>
                  </a:cubicBezTo>
                  <a:cubicBezTo>
                    <a:pt x="165" y="80"/>
                    <a:pt x="176" y="69"/>
                    <a:pt x="190" y="69"/>
                  </a:cubicBezTo>
                  <a:cubicBezTo>
                    <a:pt x="205" y="69"/>
                    <a:pt x="216" y="80"/>
                    <a:pt x="216" y="95"/>
                  </a:cubicBezTo>
                  <a:cubicBezTo>
                    <a:pt x="216" y="109"/>
                    <a:pt x="205" y="121"/>
                    <a:pt x="190" y="12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44"/>
            <p:cNvSpPr>
              <a:spLocks/>
            </p:cNvSpPr>
            <p:nvPr/>
          </p:nvSpPr>
          <p:spPr bwMode="auto">
            <a:xfrm>
              <a:off x="7485867" y="4381040"/>
              <a:ext cx="215269" cy="266617"/>
            </a:xfrm>
            <a:custGeom>
              <a:avLst/>
              <a:gdLst>
                <a:gd name="T0" fmla="*/ 145 w 218"/>
                <a:gd name="T1" fmla="*/ 109 h 270"/>
                <a:gd name="T2" fmla="*/ 218 w 218"/>
                <a:gd name="T3" fmla="*/ 187 h 270"/>
                <a:gd name="T4" fmla="*/ 218 w 218"/>
                <a:gd name="T5" fmla="*/ 187 h 270"/>
                <a:gd name="T6" fmla="*/ 218 w 218"/>
                <a:gd name="T7" fmla="*/ 114 h 270"/>
                <a:gd name="T8" fmla="*/ 218 w 218"/>
                <a:gd name="T9" fmla="*/ 114 h 270"/>
                <a:gd name="T10" fmla="*/ 109 w 218"/>
                <a:gd name="T11" fmla="*/ 0 h 270"/>
                <a:gd name="T12" fmla="*/ 0 w 218"/>
                <a:gd name="T13" fmla="*/ 114 h 270"/>
                <a:gd name="T14" fmla="*/ 0 w 218"/>
                <a:gd name="T15" fmla="*/ 114 h 270"/>
                <a:gd name="T16" fmla="*/ 0 w 218"/>
                <a:gd name="T17" fmla="*/ 187 h 270"/>
                <a:gd name="T18" fmla="*/ 76 w 218"/>
                <a:gd name="T19" fmla="*/ 109 h 270"/>
                <a:gd name="T20" fmla="*/ 76 w 218"/>
                <a:gd name="T21" fmla="*/ 187 h 270"/>
                <a:gd name="T22" fmla="*/ 76 w 218"/>
                <a:gd name="T23" fmla="*/ 187 h 270"/>
                <a:gd name="T24" fmla="*/ 76 w 218"/>
                <a:gd name="T25" fmla="*/ 270 h 270"/>
                <a:gd name="T26" fmla="*/ 145 w 218"/>
                <a:gd name="T27" fmla="*/ 270 h 270"/>
                <a:gd name="T28" fmla="*/ 145 w 218"/>
                <a:gd name="T29" fmla="*/ 206 h 270"/>
                <a:gd name="T30" fmla="*/ 145 w 218"/>
                <a:gd name="T31" fmla="*/ 109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8" h="270">
                  <a:moveTo>
                    <a:pt x="145" y="109"/>
                  </a:moveTo>
                  <a:lnTo>
                    <a:pt x="218" y="187"/>
                  </a:lnTo>
                  <a:lnTo>
                    <a:pt x="218" y="187"/>
                  </a:lnTo>
                  <a:lnTo>
                    <a:pt x="218" y="114"/>
                  </a:lnTo>
                  <a:lnTo>
                    <a:pt x="218" y="114"/>
                  </a:lnTo>
                  <a:lnTo>
                    <a:pt x="109" y="0"/>
                  </a:lnTo>
                  <a:lnTo>
                    <a:pt x="0" y="114"/>
                  </a:lnTo>
                  <a:lnTo>
                    <a:pt x="0" y="114"/>
                  </a:lnTo>
                  <a:lnTo>
                    <a:pt x="0" y="187"/>
                  </a:lnTo>
                  <a:lnTo>
                    <a:pt x="76" y="109"/>
                  </a:lnTo>
                  <a:lnTo>
                    <a:pt x="76" y="187"/>
                  </a:lnTo>
                  <a:lnTo>
                    <a:pt x="76" y="187"/>
                  </a:lnTo>
                  <a:lnTo>
                    <a:pt x="76" y="270"/>
                  </a:lnTo>
                  <a:lnTo>
                    <a:pt x="145" y="270"/>
                  </a:lnTo>
                  <a:lnTo>
                    <a:pt x="145" y="206"/>
                  </a:lnTo>
                  <a:lnTo>
                    <a:pt x="145" y="10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45"/>
            <p:cNvSpPr>
              <a:spLocks/>
            </p:cNvSpPr>
            <p:nvPr/>
          </p:nvSpPr>
          <p:spPr bwMode="auto">
            <a:xfrm>
              <a:off x="7198513" y="4033450"/>
              <a:ext cx="659631" cy="392027"/>
            </a:xfrm>
            <a:custGeom>
              <a:avLst/>
              <a:gdLst>
                <a:gd name="T0" fmla="*/ 246 w 282"/>
                <a:gd name="T1" fmla="*/ 99 h 168"/>
                <a:gd name="T2" fmla="*/ 247 w 282"/>
                <a:gd name="T3" fmla="*/ 72 h 168"/>
                <a:gd name="T4" fmla="*/ 174 w 282"/>
                <a:gd name="T5" fmla="*/ 3 h 168"/>
                <a:gd name="T6" fmla="*/ 94 w 282"/>
                <a:gd name="T7" fmla="*/ 50 h 168"/>
                <a:gd name="T8" fmla="*/ 73 w 282"/>
                <a:gd name="T9" fmla="*/ 44 h 168"/>
                <a:gd name="T10" fmla="*/ 31 w 282"/>
                <a:gd name="T11" fmla="*/ 84 h 168"/>
                <a:gd name="T12" fmla="*/ 0 w 282"/>
                <a:gd name="T13" fmla="*/ 131 h 168"/>
                <a:gd name="T14" fmla="*/ 16 w 282"/>
                <a:gd name="T15" fmla="*/ 168 h 168"/>
                <a:gd name="T16" fmla="*/ 107 w 282"/>
                <a:gd name="T17" fmla="*/ 168 h 168"/>
                <a:gd name="T18" fmla="*/ 118 w 282"/>
                <a:gd name="T19" fmla="*/ 163 h 168"/>
                <a:gd name="T20" fmla="*/ 156 w 282"/>
                <a:gd name="T21" fmla="*/ 124 h 168"/>
                <a:gd name="T22" fmla="*/ 179 w 282"/>
                <a:gd name="T23" fmla="*/ 124 h 168"/>
                <a:gd name="T24" fmla="*/ 217 w 282"/>
                <a:gd name="T25" fmla="*/ 163 h 168"/>
                <a:gd name="T26" fmla="*/ 228 w 282"/>
                <a:gd name="T27" fmla="*/ 168 h 168"/>
                <a:gd name="T28" fmla="*/ 271 w 282"/>
                <a:gd name="T29" fmla="*/ 168 h 168"/>
                <a:gd name="T30" fmla="*/ 282 w 282"/>
                <a:gd name="T31" fmla="*/ 140 h 168"/>
                <a:gd name="T32" fmla="*/ 246 w 282"/>
                <a:gd name="T33" fmla="*/ 99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2" h="168">
                  <a:moveTo>
                    <a:pt x="246" y="99"/>
                  </a:moveTo>
                  <a:cubicBezTo>
                    <a:pt x="248" y="90"/>
                    <a:pt x="248" y="81"/>
                    <a:pt x="247" y="72"/>
                  </a:cubicBezTo>
                  <a:cubicBezTo>
                    <a:pt x="241" y="35"/>
                    <a:pt x="211" y="7"/>
                    <a:pt x="174" y="3"/>
                  </a:cubicBezTo>
                  <a:cubicBezTo>
                    <a:pt x="139" y="0"/>
                    <a:pt x="108" y="20"/>
                    <a:pt x="94" y="50"/>
                  </a:cubicBezTo>
                  <a:cubicBezTo>
                    <a:pt x="88" y="46"/>
                    <a:pt x="81" y="44"/>
                    <a:pt x="73" y="44"/>
                  </a:cubicBezTo>
                  <a:cubicBezTo>
                    <a:pt x="50" y="44"/>
                    <a:pt x="32" y="61"/>
                    <a:pt x="31" y="84"/>
                  </a:cubicBezTo>
                  <a:cubicBezTo>
                    <a:pt x="13" y="92"/>
                    <a:pt x="0" y="110"/>
                    <a:pt x="0" y="131"/>
                  </a:cubicBezTo>
                  <a:cubicBezTo>
                    <a:pt x="0" y="145"/>
                    <a:pt x="6" y="159"/>
                    <a:pt x="16" y="168"/>
                  </a:cubicBezTo>
                  <a:cubicBezTo>
                    <a:pt x="107" y="168"/>
                    <a:pt x="107" y="168"/>
                    <a:pt x="107" y="168"/>
                  </a:cubicBezTo>
                  <a:cubicBezTo>
                    <a:pt x="111" y="168"/>
                    <a:pt x="115" y="166"/>
                    <a:pt x="118" y="163"/>
                  </a:cubicBezTo>
                  <a:cubicBezTo>
                    <a:pt x="156" y="124"/>
                    <a:pt x="156" y="124"/>
                    <a:pt x="156" y="124"/>
                  </a:cubicBezTo>
                  <a:cubicBezTo>
                    <a:pt x="162" y="117"/>
                    <a:pt x="172" y="117"/>
                    <a:pt x="179" y="124"/>
                  </a:cubicBezTo>
                  <a:cubicBezTo>
                    <a:pt x="217" y="163"/>
                    <a:pt x="217" y="163"/>
                    <a:pt x="217" y="163"/>
                  </a:cubicBezTo>
                  <a:cubicBezTo>
                    <a:pt x="220" y="166"/>
                    <a:pt x="224" y="168"/>
                    <a:pt x="228" y="168"/>
                  </a:cubicBezTo>
                  <a:cubicBezTo>
                    <a:pt x="271" y="168"/>
                    <a:pt x="271" y="168"/>
                    <a:pt x="271" y="168"/>
                  </a:cubicBezTo>
                  <a:cubicBezTo>
                    <a:pt x="278" y="161"/>
                    <a:pt x="282" y="151"/>
                    <a:pt x="282" y="140"/>
                  </a:cubicBezTo>
                  <a:cubicBezTo>
                    <a:pt x="282" y="119"/>
                    <a:pt x="266" y="102"/>
                    <a:pt x="246" y="9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47"/>
            <p:cNvSpPr>
              <a:spLocks noEditPoints="1"/>
            </p:cNvSpPr>
            <p:nvPr/>
          </p:nvSpPr>
          <p:spPr bwMode="auto">
            <a:xfrm>
              <a:off x="7552028" y="3011417"/>
              <a:ext cx="179720" cy="269580"/>
            </a:xfrm>
            <a:custGeom>
              <a:avLst/>
              <a:gdLst>
                <a:gd name="T0" fmla="*/ 0 w 77"/>
                <a:gd name="T1" fmla="*/ 60 h 115"/>
                <a:gd name="T2" fmla="*/ 12 w 77"/>
                <a:gd name="T3" fmla="*/ 102 h 115"/>
                <a:gd name="T4" fmla="*/ 40 w 77"/>
                <a:gd name="T5" fmla="*/ 115 h 115"/>
                <a:gd name="T6" fmla="*/ 41 w 77"/>
                <a:gd name="T7" fmla="*/ 115 h 115"/>
                <a:gd name="T8" fmla="*/ 59 w 77"/>
                <a:gd name="T9" fmla="*/ 110 h 115"/>
                <a:gd name="T10" fmla="*/ 72 w 77"/>
                <a:gd name="T11" fmla="*/ 96 h 115"/>
                <a:gd name="T12" fmla="*/ 77 w 77"/>
                <a:gd name="T13" fmla="*/ 76 h 115"/>
                <a:gd name="T14" fmla="*/ 67 w 77"/>
                <a:gd name="T15" fmla="*/ 49 h 115"/>
                <a:gd name="T16" fmla="*/ 42 w 77"/>
                <a:gd name="T17" fmla="*/ 38 h 115"/>
                <a:gd name="T18" fmla="*/ 27 w 77"/>
                <a:gd name="T19" fmla="*/ 42 h 115"/>
                <a:gd name="T20" fmla="*/ 20 w 77"/>
                <a:gd name="T21" fmla="*/ 46 h 115"/>
                <a:gd name="T22" fmla="*/ 23 w 77"/>
                <a:gd name="T23" fmla="*/ 32 h 115"/>
                <a:gd name="T24" fmla="*/ 32 w 77"/>
                <a:gd name="T25" fmla="*/ 20 h 115"/>
                <a:gd name="T26" fmla="*/ 41 w 77"/>
                <a:gd name="T27" fmla="*/ 17 h 115"/>
                <a:gd name="T28" fmla="*/ 52 w 77"/>
                <a:gd name="T29" fmla="*/ 22 h 115"/>
                <a:gd name="T30" fmla="*/ 56 w 77"/>
                <a:gd name="T31" fmla="*/ 32 h 115"/>
                <a:gd name="T32" fmla="*/ 59 w 77"/>
                <a:gd name="T33" fmla="*/ 34 h 115"/>
                <a:gd name="T34" fmla="*/ 72 w 77"/>
                <a:gd name="T35" fmla="*/ 33 h 115"/>
                <a:gd name="T36" fmla="*/ 74 w 77"/>
                <a:gd name="T37" fmla="*/ 32 h 115"/>
                <a:gd name="T38" fmla="*/ 75 w 77"/>
                <a:gd name="T39" fmla="*/ 29 h 115"/>
                <a:gd name="T40" fmla="*/ 64 w 77"/>
                <a:gd name="T41" fmla="*/ 8 h 115"/>
                <a:gd name="T42" fmla="*/ 42 w 77"/>
                <a:gd name="T43" fmla="*/ 0 h 115"/>
                <a:gd name="T44" fmla="*/ 13 w 77"/>
                <a:gd name="T45" fmla="*/ 14 h 115"/>
                <a:gd name="T46" fmla="*/ 0 w 77"/>
                <a:gd name="T47" fmla="*/ 60 h 115"/>
                <a:gd name="T48" fmla="*/ 27 w 77"/>
                <a:gd name="T49" fmla="*/ 61 h 115"/>
                <a:gd name="T50" fmla="*/ 40 w 77"/>
                <a:gd name="T51" fmla="*/ 56 h 115"/>
                <a:gd name="T52" fmla="*/ 52 w 77"/>
                <a:gd name="T53" fmla="*/ 61 h 115"/>
                <a:gd name="T54" fmla="*/ 57 w 77"/>
                <a:gd name="T55" fmla="*/ 76 h 115"/>
                <a:gd name="T56" fmla="*/ 52 w 77"/>
                <a:gd name="T57" fmla="*/ 92 h 115"/>
                <a:gd name="T58" fmla="*/ 40 w 77"/>
                <a:gd name="T59" fmla="*/ 98 h 115"/>
                <a:gd name="T60" fmla="*/ 31 w 77"/>
                <a:gd name="T61" fmla="*/ 95 h 115"/>
                <a:gd name="T62" fmla="*/ 24 w 77"/>
                <a:gd name="T63" fmla="*/ 87 h 115"/>
                <a:gd name="T64" fmla="*/ 22 w 77"/>
                <a:gd name="T65" fmla="*/ 76 h 115"/>
                <a:gd name="T66" fmla="*/ 27 w 77"/>
                <a:gd name="T67" fmla="*/ 61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7" h="115">
                  <a:moveTo>
                    <a:pt x="0" y="60"/>
                  </a:moveTo>
                  <a:cubicBezTo>
                    <a:pt x="0" y="79"/>
                    <a:pt x="4" y="93"/>
                    <a:pt x="12" y="102"/>
                  </a:cubicBezTo>
                  <a:cubicBezTo>
                    <a:pt x="19" y="111"/>
                    <a:pt x="29" y="115"/>
                    <a:pt x="40" y="115"/>
                  </a:cubicBezTo>
                  <a:cubicBezTo>
                    <a:pt x="41" y="115"/>
                    <a:pt x="41" y="115"/>
                    <a:pt x="41" y="115"/>
                  </a:cubicBezTo>
                  <a:cubicBezTo>
                    <a:pt x="47" y="115"/>
                    <a:pt x="54" y="113"/>
                    <a:pt x="59" y="110"/>
                  </a:cubicBezTo>
                  <a:cubicBezTo>
                    <a:pt x="65" y="107"/>
                    <a:pt x="69" y="102"/>
                    <a:pt x="72" y="96"/>
                  </a:cubicBezTo>
                  <a:cubicBezTo>
                    <a:pt x="75" y="89"/>
                    <a:pt x="77" y="83"/>
                    <a:pt x="77" y="76"/>
                  </a:cubicBezTo>
                  <a:cubicBezTo>
                    <a:pt x="77" y="65"/>
                    <a:pt x="74" y="56"/>
                    <a:pt x="67" y="49"/>
                  </a:cubicBezTo>
                  <a:cubicBezTo>
                    <a:pt x="60" y="42"/>
                    <a:pt x="52" y="38"/>
                    <a:pt x="42" y="38"/>
                  </a:cubicBezTo>
                  <a:cubicBezTo>
                    <a:pt x="37" y="38"/>
                    <a:pt x="32" y="39"/>
                    <a:pt x="27" y="42"/>
                  </a:cubicBezTo>
                  <a:cubicBezTo>
                    <a:pt x="24" y="43"/>
                    <a:pt x="22" y="44"/>
                    <a:pt x="20" y="46"/>
                  </a:cubicBezTo>
                  <a:cubicBezTo>
                    <a:pt x="21" y="40"/>
                    <a:pt x="22" y="35"/>
                    <a:pt x="23" y="32"/>
                  </a:cubicBezTo>
                  <a:cubicBezTo>
                    <a:pt x="25" y="27"/>
                    <a:pt x="28" y="23"/>
                    <a:pt x="32" y="20"/>
                  </a:cubicBezTo>
                  <a:cubicBezTo>
                    <a:pt x="35" y="18"/>
                    <a:pt x="37" y="17"/>
                    <a:pt x="41" y="17"/>
                  </a:cubicBezTo>
                  <a:cubicBezTo>
                    <a:pt x="45" y="17"/>
                    <a:pt x="49" y="19"/>
                    <a:pt x="52" y="22"/>
                  </a:cubicBezTo>
                  <a:cubicBezTo>
                    <a:pt x="53" y="24"/>
                    <a:pt x="55" y="27"/>
                    <a:pt x="56" y="32"/>
                  </a:cubicBezTo>
                  <a:cubicBezTo>
                    <a:pt x="56" y="33"/>
                    <a:pt x="58" y="34"/>
                    <a:pt x="59" y="34"/>
                  </a:cubicBezTo>
                  <a:cubicBezTo>
                    <a:pt x="72" y="33"/>
                    <a:pt x="72" y="33"/>
                    <a:pt x="72" y="33"/>
                  </a:cubicBezTo>
                  <a:cubicBezTo>
                    <a:pt x="73" y="33"/>
                    <a:pt x="74" y="33"/>
                    <a:pt x="74" y="32"/>
                  </a:cubicBezTo>
                  <a:cubicBezTo>
                    <a:pt x="75" y="31"/>
                    <a:pt x="75" y="30"/>
                    <a:pt x="75" y="29"/>
                  </a:cubicBezTo>
                  <a:cubicBezTo>
                    <a:pt x="74" y="21"/>
                    <a:pt x="70" y="13"/>
                    <a:pt x="64" y="8"/>
                  </a:cubicBezTo>
                  <a:cubicBezTo>
                    <a:pt x="58" y="3"/>
                    <a:pt x="51" y="0"/>
                    <a:pt x="42" y="0"/>
                  </a:cubicBezTo>
                  <a:cubicBezTo>
                    <a:pt x="30" y="0"/>
                    <a:pt x="20" y="5"/>
                    <a:pt x="13" y="14"/>
                  </a:cubicBezTo>
                  <a:cubicBezTo>
                    <a:pt x="4" y="24"/>
                    <a:pt x="0" y="39"/>
                    <a:pt x="0" y="60"/>
                  </a:cubicBezTo>
                  <a:close/>
                  <a:moveTo>
                    <a:pt x="27" y="61"/>
                  </a:moveTo>
                  <a:cubicBezTo>
                    <a:pt x="31" y="58"/>
                    <a:pt x="35" y="56"/>
                    <a:pt x="40" y="56"/>
                  </a:cubicBezTo>
                  <a:cubicBezTo>
                    <a:pt x="45" y="56"/>
                    <a:pt x="49" y="58"/>
                    <a:pt x="52" y="61"/>
                  </a:cubicBezTo>
                  <a:cubicBezTo>
                    <a:pt x="55" y="65"/>
                    <a:pt x="57" y="70"/>
                    <a:pt x="57" y="76"/>
                  </a:cubicBezTo>
                  <a:cubicBezTo>
                    <a:pt x="57" y="84"/>
                    <a:pt x="55" y="89"/>
                    <a:pt x="52" y="92"/>
                  </a:cubicBezTo>
                  <a:cubicBezTo>
                    <a:pt x="49" y="96"/>
                    <a:pt x="45" y="98"/>
                    <a:pt x="40" y="98"/>
                  </a:cubicBezTo>
                  <a:cubicBezTo>
                    <a:pt x="37" y="98"/>
                    <a:pt x="34" y="97"/>
                    <a:pt x="31" y="95"/>
                  </a:cubicBezTo>
                  <a:cubicBezTo>
                    <a:pt x="28" y="93"/>
                    <a:pt x="26" y="91"/>
                    <a:pt x="24" y="87"/>
                  </a:cubicBezTo>
                  <a:cubicBezTo>
                    <a:pt x="23" y="84"/>
                    <a:pt x="22" y="80"/>
                    <a:pt x="22" y="76"/>
                  </a:cubicBezTo>
                  <a:cubicBezTo>
                    <a:pt x="22" y="69"/>
                    <a:pt x="24" y="65"/>
                    <a:pt x="27" y="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48"/>
            <p:cNvSpPr>
              <a:spLocks/>
            </p:cNvSpPr>
            <p:nvPr/>
          </p:nvSpPr>
          <p:spPr bwMode="auto">
            <a:xfrm>
              <a:off x="7663612" y="2845521"/>
              <a:ext cx="51349" cy="112572"/>
            </a:xfrm>
            <a:custGeom>
              <a:avLst/>
              <a:gdLst>
                <a:gd name="T0" fmla="*/ 11 w 22"/>
                <a:gd name="T1" fmla="*/ 48 h 48"/>
                <a:gd name="T2" fmla="*/ 22 w 22"/>
                <a:gd name="T3" fmla="*/ 38 h 48"/>
                <a:gd name="T4" fmla="*/ 22 w 22"/>
                <a:gd name="T5" fmla="*/ 11 h 48"/>
                <a:gd name="T6" fmla="*/ 11 w 22"/>
                <a:gd name="T7" fmla="*/ 0 h 48"/>
                <a:gd name="T8" fmla="*/ 0 w 22"/>
                <a:gd name="T9" fmla="*/ 11 h 48"/>
                <a:gd name="T10" fmla="*/ 0 w 22"/>
                <a:gd name="T11" fmla="*/ 38 h 48"/>
                <a:gd name="T12" fmla="*/ 11 w 22"/>
                <a:gd name="T13" fmla="*/ 48 h 48"/>
              </a:gdLst>
              <a:ahLst/>
              <a:cxnLst>
                <a:cxn ang="0">
                  <a:pos x="T0" y="T1"/>
                </a:cxn>
                <a:cxn ang="0">
                  <a:pos x="T2" y="T3"/>
                </a:cxn>
                <a:cxn ang="0">
                  <a:pos x="T4" y="T5"/>
                </a:cxn>
                <a:cxn ang="0">
                  <a:pos x="T6" y="T7"/>
                </a:cxn>
                <a:cxn ang="0">
                  <a:pos x="T8" y="T9"/>
                </a:cxn>
                <a:cxn ang="0">
                  <a:pos x="T10" y="T11"/>
                </a:cxn>
                <a:cxn ang="0">
                  <a:pos x="T12" y="T13"/>
                </a:cxn>
              </a:cxnLst>
              <a:rect l="0" t="0" r="r" b="b"/>
              <a:pathLst>
                <a:path w="22" h="48">
                  <a:moveTo>
                    <a:pt x="11" y="48"/>
                  </a:moveTo>
                  <a:cubicBezTo>
                    <a:pt x="17" y="48"/>
                    <a:pt x="22" y="44"/>
                    <a:pt x="22" y="38"/>
                  </a:cubicBezTo>
                  <a:cubicBezTo>
                    <a:pt x="22" y="11"/>
                    <a:pt x="22" y="11"/>
                    <a:pt x="22" y="11"/>
                  </a:cubicBezTo>
                  <a:cubicBezTo>
                    <a:pt x="22" y="5"/>
                    <a:pt x="17" y="0"/>
                    <a:pt x="11" y="0"/>
                  </a:cubicBezTo>
                  <a:cubicBezTo>
                    <a:pt x="5" y="0"/>
                    <a:pt x="0" y="5"/>
                    <a:pt x="0" y="11"/>
                  </a:cubicBezTo>
                  <a:cubicBezTo>
                    <a:pt x="0" y="38"/>
                    <a:pt x="0" y="38"/>
                    <a:pt x="0" y="38"/>
                  </a:cubicBezTo>
                  <a:cubicBezTo>
                    <a:pt x="0" y="44"/>
                    <a:pt x="5" y="48"/>
                    <a:pt x="11" y="4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Rectangle 49"/>
            <p:cNvSpPr>
              <a:spLocks noChangeArrowheads="1"/>
            </p:cNvSpPr>
            <p:nvPr/>
          </p:nvSpPr>
          <p:spPr bwMode="auto">
            <a:xfrm>
              <a:off x="7451306" y="2896870"/>
              <a:ext cx="188607" cy="3554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50"/>
            <p:cNvSpPr>
              <a:spLocks/>
            </p:cNvSpPr>
            <p:nvPr/>
          </p:nvSpPr>
          <p:spPr bwMode="auto">
            <a:xfrm>
              <a:off x="7238012" y="2896870"/>
              <a:ext cx="608283" cy="495711"/>
            </a:xfrm>
            <a:custGeom>
              <a:avLst/>
              <a:gdLst>
                <a:gd name="T0" fmla="*/ 241 w 260"/>
                <a:gd name="T1" fmla="*/ 0 h 212"/>
                <a:gd name="T2" fmla="*/ 215 w 260"/>
                <a:gd name="T3" fmla="*/ 0 h 212"/>
                <a:gd name="T4" fmla="*/ 215 w 260"/>
                <a:gd name="T5" fmla="*/ 15 h 212"/>
                <a:gd name="T6" fmla="*/ 241 w 260"/>
                <a:gd name="T7" fmla="*/ 15 h 212"/>
                <a:gd name="T8" fmla="*/ 245 w 260"/>
                <a:gd name="T9" fmla="*/ 18 h 212"/>
                <a:gd name="T10" fmla="*/ 245 w 260"/>
                <a:gd name="T11" fmla="*/ 193 h 212"/>
                <a:gd name="T12" fmla="*/ 241 w 260"/>
                <a:gd name="T13" fmla="*/ 196 h 212"/>
                <a:gd name="T14" fmla="*/ 19 w 260"/>
                <a:gd name="T15" fmla="*/ 196 h 212"/>
                <a:gd name="T16" fmla="*/ 15 w 260"/>
                <a:gd name="T17" fmla="*/ 193 h 212"/>
                <a:gd name="T18" fmla="*/ 15 w 260"/>
                <a:gd name="T19" fmla="*/ 18 h 212"/>
                <a:gd name="T20" fmla="*/ 19 w 260"/>
                <a:gd name="T21" fmla="*/ 15 h 212"/>
                <a:gd name="T22" fmla="*/ 48 w 260"/>
                <a:gd name="T23" fmla="*/ 15 h 212"/>
                <a:gd name="T24" fmla="*/ 48 w 260"/>
                <a:gd name="T25" fmla="*/ 0 h 212"/>
                <a:gd name="T26" fmla="*/ 19 w 260"/>
                <a:gd name="T27" fmla="*/ 0 h 212"/>
                <a:gd name="T28" fmla="*/ 0 w 260"/>
                <a:gd name="T29" fmla="*/ 18 h 212"/>
                <a:gd name="T30" fmla="*/ 0 w 260"/>
                <a:gd name="T31" fmla="*/ 193 h 212"/>
                <a:gd name="T32" fmla="*/ 19 w 260"/>
                <a:gd name="T33" fmla="*/ 212 h 212"/>
                <a:gd name="T34" fmla="*/ 241 w 260"/>
                <a:gd name="T35" fmla="*/ 212 h 212"/>
                <a:gd name="T36" fmla="*/ 260 w 260"/>
                <a:gd name="T37" fmla="*/ 193 h 212"/>
                <a:gd name="T38" fmla="*/ 260 w 260"/>
                <a:gd name="T39" fmla="*/ 18 h 212"/>
                <a:gd name="T40" fmla="*/ 241 w 260"/>
                <a:gd name="T41" fmla="*/ 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0" h="212">
                  <a:moveTo>
                    <a:pt x="241" y="0"/>
                  </a:moveTo>
                  <a:cubicBezTo>
                    <a:pt x="215" y="0"/>
                    <a:pt x="215" y="0"/>
                    <a:pt x="215" y="0"/>
                  </a:cubicBezTo>
                  <a:cubicBezTo>
                    <a:pt x="215" y="15"/>
                    <a:pt x="215" y="15"/>
                    <a:pt x="215" y="15"/>
                  </a:cubicBezTo>
                  <a:cubicBezTo>
                    <a:pt x="241" y="15"/>
                    <a:pt x="241" y="15"/>
                    <a:pt x="241" y="15"/>
                  </a:cubicBezTo>
                  <a:cubicBezTo>
                    <a:pt x="243" y="15"/>
                    <a:pt x="245" y="17"/>
                    <a:pt x="245" y="18"/>
                  </a:cubicBezTo>
                  <a:cubicBezTo>
                    <a:pt x="245" y="193"/>
                    <a:pt x="245" y="193"/>
                    <a:pt x="245" y="193"/>
                  </a:cubicBezTo>
                  <a:cubicBezTo>
                    <a:pt x="245" y="195"/>
                    <a:pt x="243" y="196"/>
                    <a:pt x="241" y="196"/>
                  </a:cubicBezTo>
                  <a:cubicBezTo>
                    <a:pt x="19" y="196"/>
                    <a:pt x="19" y="196"/>
                    <a:pt x="19" y="196"/>
                  </a:cubicBezTo>
                  <a:cubicBezTo>
                    <a:pt x="17" y="196"/>
                    <a:pt x="15" y="195"/>
                    <a:pt x="15" y="193"/>
                  </a:cubicBezTo>
                  <a:cubicBezTo>
                    <a:pt x="15" y="18"/>
                    <a:pt x="15" y="18"/>
                    <a:pt x="15" y="18"/>
                  </a:cubicBezTo>
                  <a:cubicBezTo>
                    <a:pt x="15" y="17"/>
                    <a:pt x="17" y="15"/>
                    <a:pt x="19" y="15"/>
                  </a:cubicBezTo>
                  <a:cubicBezTo>
                    <a:pt x="48" y="15"/>
                    <a:pt x="48" y="15"/>
                    <a:pt x="48" y="15"/>
                  </a:cubicBezTo>
                  <a:cubicBezTo>
                    <a:pt x="48" y="0"/>
                    <a:pt x="48" y="0"/>
                    <a:pt x="48" y="0"/>
                  </a:cubicBezTo>
                  <a:cubicBezTo>
                    <a:pt x="19" y="0"/>
                    <a:pt x="19" y="0"/>
                    <a:pt x="19" y="0"/>
                  </a:cubicBezTo>
                  <a:cubicBezTo>
                    <a:pt x="8" y="0"/>
                    <a:pt x="0" y="8"/>
                    <a:pt x="0" y="18"/>
                  </a:cubicBezTo>
                  <a:cubicBezTo>
                    <a:pt x="0" y="193"/>
                    <a:pt x="0" y="193"/>
                    <a:pt x="0" y="193"/>
                  </a:cubicBezTo>
                  <a:cubicBezTo>
                    <a:pt x="0" y="203"/>
                    <a:pt x="8" y="212"/>
                    <a:pt x="19" y="212"/>
                  </a:cubicBezTo>
                  <a:cubicBezTo>
                    <a:pt x="241" y="212"/>
                    <a:pt x="241" y="212"/>
                    <a:pt x="241" y="212"/>
                  </a:cubicBezTo>
                  <a:cubicBezTo>
                    <a:pt x="252" y="212"/>
                    <a:pt x="260" y="203"/>
                    <a:pt x="260" y="193"/>
                  </a:cubicBezTo>
                  <a:cubicBezTo>
                    <a:pt x="260" y="18"/>
                    <a:pt x="260" y="18"/>
                    <a:pt x="260" y="18"/>
                  </a:cubicBezTo>
                  <a:cubicBezTo>
                    <a:pt x="260" y="8"/>
                    <a:pt x="252" y="0"/>
                    <a:pt x="24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51"/>
            <p:cNvSpPr>
              <a:spLocks/>
            </p:cNvSpPr>
            <p:nvPr/>
          </p:nvSpPr>
          <p:spPr bwMode="auto">
            <a:xfrm>
              <a:off x="7357495" y="3011417"/>
              <a:ext cx="177745" cy="264642"/>
            </a:xfrm>
            <a:custGeom>
              <a:avLst/>
              <a:gdLst>
                <a:gd name="T0" fmla="*/ 3 w 76"/>
                <a:gd name="T1" fmla="*/ 113 h 113"/>
                <a:gd name="T2" fmla="*/ 73 w 76"/>
                <a:gd name="T3" fmla="*/ 113 h 113"/>
                <a:gd name="T4" fmla="*/ 75 w 76"/>
                <a:gd name="T5" fmla="*/ 112 h 113"/>
                <a:gd name="T6" fmla="*/ 76 w 76"/>
                <a:gd name="T7" fmla="*/ 110 h 113"/>
                <a:gd name="T8" fmla="*/ 76 w 76"/>
                <a:gd name="T9" fmla="*/ 98 h 113"/>
                <a:gd name="T10" fmla="*/ 75 w 76"/>
                <a:gd name="T11" fmla="*/ 95 h 113"/>
                <a:gd name="T12" fmla="*/ 73 w 76"/>
                <a:gd name="T13" fmla="*/ 94 h 113"/>
                <a:gd name="T14" fmla="*/ 27 w 76"/>
                <a:gd name="T15" fmla="*/ 94 h 113"/>
                <a:gd name="T16" fmla="*/ 29 w 76"/>
                <a:gd name="T17" fmla="*/ 93 h 113"/>
                <a:gd name="T18" fmla="*/ 44 w 76"/>
                <a:gd name="T19" fmla="*/ 80 h 113"/>
                <a:gd name="T20" fmla="*/ 64 w 76"/>
                <a:gd name="T21" fmla="*/ 61 h 113"/>
                <a:gd name="T22" fmla="*/ 73 w 76"/>
                <a:gd name="T23" fmla="*/ 47 h 113"/>
                <a:gd name="T24" fmla="*/ 76 w 76"/>
                <a:gd name="T25" fmla="*/ 33 h 113"/>
                <a:gd name="T26" fmla="*/ 66 w 76"/>
                <a:gd name="T27" fmla="*/ 10 h 113"/>
                <a:gd name="T28" fmla="*/ 40 w 76"/>
                <a:gd name="T29" fmla="*/ 0 h 113"/>
                <a:gd name="T30" fmla="*/ 14 w 76"/>
                <a:gd name="T31" fmla="*/ 9 h 113"/>
                <a:gd name="T32" fmla="*/ 2 w 76"/>
                <a:gd name="T33" fmla="*/ 34 h 113"/>
                <a:gd name="T34" fmla="*/ 5 w 76"/>
                <a:gd name="T35" fmla="*/ 37 h 113"/>
                <a:gd name="T36" fmla="*/ 19 w 76"/>
                <a:gd name="T37" fmla="*/ 39 h 113"/>
                <a:gd name="T38" fmla="*/ 21 w 76"/>
                <a:gd name="T39" fmla="*/ 38 h 113"/>
                <a:gd name="T40" fmla="*/ 22 w 76"/>
                <a:gd name="T41" fmla="*/ 36 h 113"/>
                <a:gd name="T42" fmla="*/ 27 w 76"/>
                <a:gd name="T43" fmla="*/ 22 h 113"/>
                <a:gd name="T44" fmla="*/ 40 w 76"/>
                <a:gd name="T45" fmla="*/ 17 h 113"/>
                <a:gd name="T46" fmla="*/ 52 w 76"/>
                <a:gd name="T47" fmla="*/ 22 h 113"/>
                <a:gd name="T48" fmla="*/ 57 w 76"/>
                <a:gd name="T49" fmla="*/ 33 h 113"/>
                <a:gd name="T50" fmla="*/ 51 w 76"/>
                <a:gd name="T51" fmla="*/ 46 h 113"/>
                <a:gd name="T52" fmla="*/ 28 w 76"/>
                <a:gd name="T53" fmla="*/ 68 h 113"/>
                <a:gd name="T54" fmla="*/ 11 w 76"/>
                <a:gd name="T55" fmla="*/ 85 h 113"/>
                <a:gd name="T56" fmla="*/ 2 w 76"/>
                <a:gd name="T57" fmla="*/ 100 h 113"/>
                <a:gd name="T58" fmla="*/ 0 w 76"/>
                <a:gd name="T59" fmla="*/ 109 h 113"/>
                <a:gd name="T60" fmla="*/ 0 w 76"/>
                <a:gd name="T61" fmla="*/ 110 h 113"/>
                <a:gd name="T62" fmla="*/ 3 w 76"/>
                <a:gd name="T63"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6" h="113">
                  <a:moveTo>
                    <a:pt x="3" y="113"/>
                  </a:moveTo>
                  <a:cubicBezTo>
                    <a:pt x="73" y="113"/>
                    <a:pt x="73" y="113"/>
                    <a:pt x="73" y="113"/>
                  </a:cubicBezTo>
                  <a:cubicBezTo>
                    <a:pt x="74" y="113"/>
                    <a:pt x="75" y="113"/>
                    <a:pt x="75" y="112"/>
                  </a:cubicBezTo>
                  <a:cubicBezTo>
                    <a:pt x="76" y="112"/>
                    <a:pt x="76" y="111"/>
                    <a:pt x="76" y="110"/>
                  </a:cubicBezTo>
                  <a:cubicBezTo>
                    <a:pt x="76" y="98"/>
                    <a:pt x="76" y="98"/>
                    <a:pt x="76" y="98"/>
                  </a:cubicBezTo>
                  <a:cubicBezTo>
                    <a:pt x="76" y="97"/>
                    <a:pt x="76" y="96"/>
                    <a:pt x="75" y="95"/>
                  </a:cubicBezTo>
                  <a:cubicBezTo>
                    <a:pt x="75" y="95"/>
                    <a:pt x="74" y="94"/>
                    <a:pt x="73" y="94"/>
                  </a:cubicBezTo>
                  <a:cubicBezTo>
                    <a:pt x="27" y="94"/>
                    <a:pt x="27" y="94"/>
                    <a:pt x="27" y="94"/>
                  </a:cubicBezTo>
                  <a:cubicBezTo>
                    <a:pt x="28" y="94"/>
                    <a:pt x="28" y="93"/>
                    <a:pt x="29" y="93"/>
                  </a:cubicBezTo>
                  <a:cubicBezTo>
                    <a:pt x="31" y="91"/>
                    <a:pt x="36" y="86"/>
                    <a:pt x="44" y="80"/>
                  </a:cubicBezTo>
                  <a:cubicBezTo>
                    <a:pt x="53" y="72"/>
                    <a:pt x="60" y="65"/>
                    <a:pt x="64" y="61"/>
                  </a:cubicBezTo>
                  <a:cubicBezTo>
                    <a:pt x="68" y="56"/>
                    <a:pt x="72" y="51"/>
                    <a:pt x="73" y="47"/>
                  </a:cubicBezTo>
                  <a:cubicBezTo>
                    <a:pt x="75" y="42"/>
                    <a:pt x="76" y="38"/>
                    <a:pt x="76" y="33"/>
                  </a:cubicBezTo>
                  <a:cubicBezTo>
                    <a:pt x="76" y="24"/>
                    <a:pt x="73" y="16"/>
                    <a:pt x="66" y="10"/>
                  </a:cubicBezTo>
                  <a:cubicBezTo>
                    <a:pt x="60" y="3"/>
                    <a:pt x="51" y="0"/>
                    <a:pt x="40" y="0"/>
                  </a:cubicBezTo>
                  <a:cubicBezTo>
                    <a:pt x="29" y="0"/>
                    <a:pt x="20" y="3"/>
                    <a:pt x="14" y="9"/>
                  </a:cubicBezTo>
                  <a:cubicBezTo>
                    <a:pt x="7" y="15"/>
                    <a:pt x="3" y="23"/>
                    <a:pt x="2" y="34"/>
                  </a:cubicBezTo>
                  <a:cubicBezTo>
                    <a:pt x="2" y="36"/>
                    <a:pt x="3" y="37"/>
                    <a:pt x="5" y="37"/>
                  </a:cubicBezTo>
                  <a:cubicBezTo>
                    <a:pt x="19" y="39"/>
                    <a:pt x="19" y="39"/>
                    <a:pt x="19" y="39"/>
                  </a:cubicBezTo>
                  <a:cubicBezTo>
                    <a:pt x="19" y="39"/>
                    <a:pt x="20" y="39"/>
                    <a:pt x="21" y="38"/>
                  </a:cubicBezTo>
                  <a:cubicBezTo>
                    <a:pt x="22" y="37"/>
                    <a:pt x="22" y="36"/>
                    <a:pt x="22" y="36"/>
                  </a:cubicBezTo>
                  <a:cubicBezTo>
                    <a:pt x="22" y="29"/>
                    <a:pt x="24" y="25"/>
                    <a:pt x="27" y="22"/>
                  </a:cubicBezTo>
                  <a:cubicBezTo>
                    <a:pt x="30" y="19"/>
                    <a:pt x="34" y="17"/>
                    <a:pt x="40" y="17"/>
                  </a:cubicBezTo>
                  <a:cubicBezTo>
                    <a:pt x="45" y="17"/>
                    <a:pt x="49" y="19"/>
                    <a:pt x="52" y="22"/>
                  </a:cubicBezTo>
                  <a:cubicBezTo>
                    <a:pt x="55" y="25"/>
                    <a:pt x="56" y="28"/>
                    <a:pt x="57" y="33"/>
                  </a:cubicBezTo>
                  <a:cubicBezTo>
                    <a:pt x="57" y="37"/>
                    <a:pt x="55" y="41"/>
                    <a:pt x="51" y="46"/>
                  </a:cubicBezTo>
                  <a:cubicBezTo>
                    <a:pt x="47" y="52"/>
                    <a:pt x="40" y="59"/>
                    <a:pt x="28" y="68"/>
                  </a:cubicBezTo>
                  <a:cubicBezTo>
                    <a:pt x="21" y="75"/>
                    <a:pt x="15" y="80"/>
                    <a:pt x="11" y="85"/>
                  </a:cubicBezTo>
                  <a:cubicBezTo>
                    <a:pt x="7" y="90"/>
                    <a:pt x="3" y="95"/>
                    <a:pt x="2" y="100"/>
                  </a:cubicBezTo>
                  <a:cubicBezTo>
                    <a:pt x="0" y="103"/>
                    <a:pt x="0" y="106"/>
                    <a:pt x="0" y="109"/>
                  </a:cubicBezTo>
                  <a:cubicBezTo>
                    <a:pt x="0" y="110"/>
                    <a:pt x="0" y="110"/>
                    <a:pt x="0" y="110"/>
                  </a:cubicBezTo>
                  <a:cubicBezTo>
                    <a:pt x="0" y="112"/>
                    <a:pt x="1" y="113"/>
                    <a:pt x="3" y="11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52"/>
            <p:cNvSpPr>
              <a:spLocks/>
            </p:cNvSpPr>
            <p:nvPr/>
          </p:nvSpPr>
          <p:spPr bwMode="auto">
            <a:xfrm>
              <a:off x="7374283" y="2845521"/>
              <a:ext cx="53323" cy="112572"/>
            </a:xfrm>
            <a:custGeom>
              <a:avLst/>
              <a:gdLst>
                <a:gd name="T0" fmla="*/ 11 w 23"/>
                <a:gd name="T1" fmla="*/ 48 h 48"/>
                <a:gd name="T2" fmla="*/ 23 w 23"/>
                <a:gd name="T3" fmla="*/ 38 h 48"/>
                <a:gd name="T4" fmla="*/ 23 w 23"/>
                <a:gd name="T5" fmla="*/ 11 h 48"/>
                <a:gd name="T6" fmla="*/ 11 w 23"/>
                <a:gd name="T7" fmla="*/ 0 h 48"/>
                <a:gd name="T8" fmla="*/ 0 w 23"/>
                <a:gd name="T9" fmla="*/ 11 h 48"/>
                <a:gd name="T10" fmla="*/ 0 w 23"/>
                <a:gd name="T11" fmla="*/ 38 h 48"/>
                <a:gd name="T12" fmla="*/ 11 w 23"/>
                <a:gd name="T13" fmla="*/ 48 h 48"/>
              </a:gdLst>
              <a:ahLst/>
              <a:cxnLst>
                <a:cxn ang="0">
                  <a:pos x="T0" y="T1"/>
                </a:cxn>
                <a:cxn ang="0">
                  <a:pos x="T2" y="T3"/>
                </a:cxn>
                <a:cxn ang="0">
                  <a:pos x="T4" y="T5"/>
                </a:cxn>
                <a:cxn ang="0">
                  <a:pos x="T6" y="T7"/>
                </a:cxn>
                <a:cxn ang="0">
                  <a:pos x="T8" y="T9"/>
                </a:cxn>
                <a:cxn ang="0">
                  <a:pos x="T10" y="T11"/>
                </a:cxn>
                <a:cxn ang="0">
                  <a:pos x="T12" y="T13"/>
                </a:cxn>
              </a:cxnLst>
              <a:rect l="0" t="0" r="r" b="b"/>
              <a:pathLst>
                <a:path w="23" h="48">
                  <a:moveTo>
                    <a:pt x="11" y="48"/>
                  </a:moveTo>
                  <a:cubicBezTo>
                    <a:pt x="18" y="48"/>
                    <a:pt x="23" y="44"/>
                    <a:pt x="23" y="38"/>
                  </a:cubicBezTo>
                  <a:cubicBezTo>
                    <a:pt x="23" y="11"/>
                    <a:pt x="23" y="11"/>
                    <a:pt x="23" y="11"/>
                  </a:cubicBezTo>
                  <a:cubicBezTo>
                    <a:pt x="23" y="5"/>
                    <a:pt x="18" y="0"/>
                    <a:pt x="11" y="0"/>
                  </a:cubicBezTo>
                  <a:cubicBezTo>
                    <a:pt x="5" y="0"/>
                    <a:pt x="0" y="5"/>
                    <a:pt x="0" y="11"/>
                  </a:cubicBezTo>
                  <a:cubicBezTo>
                    <a:pt x="0" y="38"/>
                    <a:pt x="0" y="38"/>
                    <a:pt x="0" y="38"/>
                  </a:cubicBezTo>
                  <a:cubicBezTo>
                    <a:pt x="0" y="44"/>
                    <a:pt x="5" y="48"/>
                    <a:pt x="11" y="4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84" name="Freeform 5"/>
          <p:cNvSpPr>
            <a:spLocks noEditPoints="1"/>
          </p:cNvSpPr>
          <p:nvPr/>
        </p:nvSpPr>
        <p:spPr bwMode="auto">
          <a:xfrm>
            <a:off x="3051213" y="5641331"/>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E7BE22"/>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5" name="Freeform 9"/>
          <p:cNvSpPr>
            <a:spLocks noEditPoints="1"/>
          </p:cNvSpPr>
          <p:nvPr/>
        </p:nvSpPr>
        <p:spPr bwMode="auto">
          <a:xfrm>
            <a:off x="3051213" y="3305799"/>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4BB56D"/>
          </a:solidFill>
          <a:ln>
            <a:noFill/>
          </a:ln>
        </p:spPr>
        <p:txBody>
          <a:bodyPr vert="horz" wrap="square" lIns="91440" tIns="45720" rIns="91440" bIns="45720" numCol="1" anchor="t" anchorCtr="0" compatLnSpc="1">
            <a:prstTxWarp prst="textNoShape">
              <a:avLst/>
            </a:prstTxWarp>
          </a:bodyPr>
          <a:lstStyle/>
          <a:p>
            <a:endParaRPr lang="zh-CN" altLang="en-US">
              <a:solidFill>
                <a:srgbClr val="B5D241"/>
              </a:solidFill>
            </a:endParaRPr>
          </a:p>
        </p:txBody>
      </p:sp>
      <p:sp>
        <p:nvSpPr>
          <p:cNvPr id="86" name="Freeform 10"/>
          <p:cNvSpPr>
            <a:spLocks noEditPoints="1"/>
          </p:cNvSpPr>
          <p:nvPr/>
        </p:nvSpPr>
        <p:spPr bwMode="auto">
          <a:xfrm>
            <a:off x="3051213" y="4474359"/>
            <a:ext cx="295275" cy="293688"/>
          </a:xfrm>
          <a:custGeom>
            <a:avLst/>
            <a:gdLst>
              <a:gd name="T0" fmla="*/ 74 w 147"/>
              <a:gd name="T1" fmla="*/ 146 h 146"/>
              <a:gd name="T2" fmla="*/ 0 w 147"/>
              <a:gd name="T3" fmla="*/ 73 h 146"/>
              <a:gd name="T4" fmla="*/ 74 w 147"/>
              <a:gd name="T5" fmla="*/ 0 h 146"/>
              <a:gd name="T6" fmla="*/ 147 w 147"/>
              <a:gd name="T7" fmla="*/ 73 h 146"/>
              <a:gd name="T8" fmla="*/ 74 w 147"/>
              <a:gd name="T9" fmla="*/ 146 h 146"/>
              <a:gd name="T10" fmla="*/ 74 w 147"/>
              <a:gd name="T11" fmla="*/ 16 h 146"/>
              <a:gd name="T12" fmla="*/ 16 w 147"/>
              <a:gd name="T13" fmla="*/ 73 h 146"/>
              <a:gd name="T14" fmla="*/ 74 w 147"/>
              <a:gd name="T15" fmla="*/ 130 h 146"/>
              <a:gd name="T16" fmla="*/ 131 w 147"/>
              <a:gd name="T17" fmla="*/ 73 h 146"/>
              <a:gd name="T18" fmla="*/ 74 w 147"/>
              <a:gd name="T19" fmla="*/ 1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6">
                <a:moveTo>
                  <a:pt x="74" y="146"/>
                </a:moveTo>
                <a:cubicBezTo>
                  <a:pt x="33" y="146"/>
                  <a:pt x="0" y="114"/>
                  <a:pt x="0" y="73"/>
                </a:cubicBezTo>
                <a:cubicBezTo>
                  <a:pt x="0" y="33"/>
                  <a:pt x="33" y="0"/>
                  <a:pt x="74" y="0"/>
                </a:cubicBezTo>
                <a:cubicBezTo>
                  <a:pt x="114" y="0"/>
                  <a:pt x="147" y="33"/>
                  <a:pt x="147" y="73"/>
                </a:cubicBezTo>
                <a:cubicBezTo>
                  <a:pt x="147" y="114"/>
                  <a:pt x="114" y="146"/>
                  <a:pt x="74" y="146"/>
                </a:cubicBezTo>
                <a:close/>
                <a:moveTo>
                  <a:pt x="74" y="16"/>
                </a:moveTo>
                <a:cubicBezTo>
                  <a:pt x="42" y="16"/>
                  <a:pt x="16" y="41"/>
                  <a:pt x="16" y="73"/>
                </a:cubicBezTo>
                <a:cubicBezTo>
                  <a:pt x="16" y="105"/>
                  <a:pt x="42" y="130"/>
                  <a:pt x="74" y="130"/>
                </a:cubicBezTo>
                <a:cubicBezTo>
                  <a:pt x="106" y="130"/>
                  <a:pt x="131" y="105"/>
                  <a:pt x="131" y="73"/>
                </a:cubicBezTo>
                <a:cubicBezTo>
                  <a:pt x="131" y="41"/>
                  <a:pt x="106" y="16"/>
                  <a:pt x="74" y="16"/>
                </a:cubicBezTo>
                <a:close/>
              </a:path>
            </a:pathLst>
          </a:custGeom>
          <a:solidFill>
            <a:srgbClr val="21998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7" name="文本框 86"/>
          <p:cNvSpPr txBox="1"/>
          <p:nvPr/>
        </p:nvSpPr>
        <p:spPr>
          <a:xfrm>
            <a:off x="242908" y="3185576"/>
            <a:ext cx="2856518" cy="830997"/>
          </a:xfrm>
          <a:prstGeom prst="rect">
            <a:avLst/>
          </a:prstGeom>
          <a:noFill/>
        </p:spPr>
        <p:txBody>
          <a:bodyPr wrap="square" rtlCol="0">
            <a:spAutoFit/>
          </a:bodyPr>
          <a:lstStyle/>
          <a:p>
            <a:pPr algn="r">
              <a:lnSpc>
                <a:spcPct val="120000"/>
              </a:lnSpc>
            </a:pPr>
            <a:r>
              <a:rPr lang="zh-CN" altLang="en-US" sz="2400" b="1" dirty="0">
                <a:solidFill>
                  <a:srgbClr val="4BB56D"/>
                </a:solidFill>
              </a:rPr>
              <a:t>添加标题</a:t>
            </a:r>
            <a:endParaRPr lang="en-US" altLang="zh-CN" sz="2400" b="1" dirty="0">
              <a:solidFill>
                <a:srgbClr val="4BB56D"/>
              </a:solidFill>
            </a:endParaRPr>
          </a:p>
          <a:p>
            <a:pPr algn="r">
              <a:lnSpc>
                <a:spcPct val="120000"/>
              </a:lnSpc>
            </a:pPr>
            <a:r>
              <a:rPr lang="zh-CN" altLang="en-US" sz="1600" dirty="0">
                <a:solidFill>
                  <a:schemeClr val="tx1">
                    <a:lumMod val="65000"/>
                    <a:lumOff val="35000"/>
                  </a:schemeClr>
                </a:solidFill>
              </a:rPr>
              <a:t>添加内容添加内容</a:t>
            </a:r>
          </a:p>
        </p:txBody>
      </p:sp>
      <p:sp>
        <p:nvSpPr>
          <p:cNvPr id="88" name="文本框 87"/>
          <p:cNvSpPr txBox="1"/>
          <p:nvPr/>
        </p:nvSpPr>
        <p:spPr>
          <a:xfrm>
            <a:off x="242908" y="4340707"/>
            <a:ext cx="2856518" cy="830997"/>
          </a:xfrm>
          <a:prstGeom prst="rect">
            <a:avLst/>
          </a:prstGeom>
          <a:noFill/>
        </p:spPr>
        <p:txBody>
          <a:bodyPr wrap="square" rtlCol="0">
            <a:spAutoFit/>
          </a:bodyPr>
          <a:lstStyle/>
          <a:p>
            <a:pPr algn="r">
              <a:lnSpc>
                <a:spcPct val="120000"/>
              </a:lnSpc>
            </a:pPr>
            <a:r>
              <a:rPr lang="zh-CN" altLang="en-US" sz="2400" b="1" dirty="0">
                <a:solidFill>
                  <a:srgbClr val="219980"/>
                </a:solidFill>
              </a:rPr>
              <a:t>添加标题</a:t>
            </a:r>
            <a:endParaRPr lang="en-US" altLang="zh-CN" sz="2400" b="1" dirty="0">
              <a:solidFill>
                <a:srgbClr val="219980"/>
              </a:solidFill>
            </a:endParaRPr>
          </a:p>
          <a:p>
            <a:pPr algn="r">
              <a:lnSpc>
                <a:spcPct val="120000"/>
              </a:lnSpc>
            </a:pPr>
            <a:r>
              <a:rPr lang="zh-CN" altLang="en-US" sz="1600" dirty="0">
                <a:solidFill>
                  <a:schemeClr val="tx1">
                    <a:lumMod val="65000"/>
                    <a:lumOff val="35000"/>
                  </a:schemeClr>
                </a:solidFill>
              </a:rPr>
              <a:t>添加内容添加内容</a:t>
            </a:r>
          </a:p>
        </p:txBody>
      </p:sp>
      <p:sp>
        <p:nvSpPr>
          <p:cNvPr id="89" name="文本框 88"/>
          <p:cNvSpPr txBox="1"/>
          <p:nvPr/>
        </p:nvSpPr>
        <p:spPr>
          <a:xfrm>
            <a:off x="242908" y="5495838"/>
            <a:ext cx="2856518" cy="830997"/>
          </a:xfrm>
          <a:prstGeom prst="rect">
            <a:avLst/>
          </a:prstGeom>
          <a:noFill/>
        </p:spPr>
        <p:txBody>
          <a:bodyPr wrap="square" rtlCol="0">
            <a:spAutoFit/>
          </a:bodyPr>
          <a:lstStyle/>
          <a:p>
            <a:pPr algn="r">
              <a:lnSpc>
                <a:spcPct val="120000"/>
              </a:lnSpc>
            </a:pPr>
            <a:r>
              <a:rPr lang="zh-CN" altLang="en-US" sz="2400" b="1" dirty="0">
                <a:solidFill>
                  <a:srgbClr val="E7BE22"/>
                </a:solidFill>
              </a:rPr>
              <a:t>添加标题</a:t>
            </a:r>
            <a:endParaRPr lang="en-US" altLang="zh-CN" sz="2400" b="1" dirty="0">
              <a:solidFill>
                <a:srgbClr val="E7BE22"/>
              </a:solidFill>
            </a:endParaRPr>
          </a:p>
          <a:p>
            <a:pPr algn="r">
              <a:lnSpc>
                <a:spcPct val="120000"/>
              </a:lnSpc>
            </a:pPr>
            <a:r>
              <a:rPr lang="zh-CN" altLang="en-US" sz="1600" dirty="0">
                <a:solidFill>
                  <a:schemeClr val="tx1">
                    <a:lumMod val="65000"/>
                    <a:lumOff val="35000"/>
                  </a:schemeClr>
                </a:solidFill>
              </a:rPr>
              <a:t>添加内容添加内容</a:t>
            </a:r>
          </a:p>
        </p:txBody>
      </p:sp>
      <p:sp>
        <p:nvSpPr>
          <p:cNvPr id="90" name="Freeform 9"/>
          <p:cNvSpPr>
            <a:spLocks noEditPoints="1"/>
          </p:cNvSpPr>
          <p:nvPr/>
        </p:nvSpPr>
        <p:spPr bwMode="auto">
          <a:xfrm>
            <a:off x="3051213" y="2108464"/>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3A8FCB"/>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1" name="文本框 90"/>
          <p:cNvSpPr txBox="1"/>
          <p:nvPr/>
        </p:nvSpPr>
        <p:spPr>
          <a:xfrm>
            <a:off x="242908" y="1988241"/>
            <a:ext cx="2856518" cy="830997"/>
          </a:xfrm>
          <a:prstGeom prst="rect">
            <a:avLst/>
          </a:prstGeom>
          <a:noFill/>
        </p:spPr>
        <p:txBody>
          <a:bodyPr wrap="square" rtlCol="0">
            <a:spAutoFit/>
          </a:bodyPr>
          <a:lstStyle/>
          <a:p>
            <a:pPr algn="r">
              <a:lnSpc>
                <a:spcPct val="120000"/>
              </a:lnSpc>
            </a:pPr>
            <a:r>
              <a:rPr lang="zh-CN" altLang="en-US" sz="2400" b="1" dirty="0">
                <a:solidFill>
                  <a:srgbClr val="3A8FCB"/>
                </a:solidFill>
              </a:rPr>
              <a:t>添加标题</a:t>
            </a:r>
            <a:endParaRPr lang="en-US" altLang="zh-CN" sz="2400" b="1" dirty="0">
              <a:solidFill>
                <a:srgbClr val="3A8FCB"/>
              </a:solidFill>
            </a:endParaRPr>
          </a:p>
          <a:p>
            <a:pPr algn="r">
              <a:lnSpc>
                <a:spcPct val="120000"/>
              </a:lnSpc>
            </a:pPr>
            <a:r>
              <a:rPr lang="zh-CN" altLang="en-US" sz="1600" dirty="0">
                <a:solidFill>
                  <a:schemeClr val="tx1">
                    <a:lumMod val="65000"/>
                    <a:lumOff val="35000"/>
                  </a:schemeClr>
                </a:solidFill>
              </a:rPr>
              <a:t>添加内容添加内容</a:t>
            </a:r>
          </a:p>
        </p:txBody>
      </p:sp>
      <p:sp>
        <p:nvSpPr>
          <p:cNvPr id="92" name="文本框 91"/>
          <p:cNvSpPr txBox="1"/>
          <p:nvPr/>
        </p:nvSpPr>
        <p:spPr>
          <a:xfrm>
            <a:off x="9061417" y="4340707"/>
            <a:ext cx="2856518" cy="830997"/>
          </a:xfrm>
          <a:prstGeom prst="rect">
            <a:avLst/>
          </a:prstGeom>
          <a:noFill/>
        </p:spPr>
        <p:txBody>
          <a:bodyPr wrap="square" rtlCol="0">
            <a:spAutoFit/>
          </a:bodyPr>
          <a:lstStyle/>
          <a:p>
            <a:pPr>
              <a:lnSpc>
                <a:spcPct val="120000"/>
              </a:lnSpc>
            </a:pPr>
            <a:r>
              <a:rPr lang="zh-CN" altLang="en-US" sz="2400" b="1" dirty="0">
                <a:solidFill>
                  <a:srgbClr val="C95419"/>
                </a:solidFill>
              </a:rPr>
              <a:t>添加标题</a:t>
            </a:r>
            <a:endParaRPr lang="en-US" altLang="zh-CN" sz="2400" b="1" dirty="0">
              <a:solidFill>
                <a:srgbClr val="C95419"/>
              </a:solidFill>
            </a:endParaRPr>
          </a:p>
          <a:p>
            <a:pPr>
              <a:lnSpc>
                <a:spcPct val="120000"/>
              </a:lnSpc>
            </a:pPr>
            <a:r>
              <a:rPr lang="zh-CN" altLang="en-US" sz="1600" dirty="0">
                <a:solidFill>
                  <a:schemeClr val="tx1">
                    <a:lumMod val="65000"/>
                    <a:lumOff val="35000"/>
                  </a:schemeClr>
                </a:solidFill>
              </a:rPr>
              <a:t>添加内容添加内容</a:t>
            </a:r>
          </a:p>
        </p:txBody>
      </p:sp>
      <p:sp>
        <p:nvSpPr>
          <p:cNvPr id="93" name="文本框 92"/>
          <p:cNvSpPr txBox="1"/>
          <p:nvPr/>
        </p:nvSpPr>
        <p:spPr>
          <a:xfrm>
            <a:off x="9061417" y="3185576"/>
            <a:ext cx="2856518" cy="830997"/>
          </a:xfrm>
          <a:prstGeom prst="rect">
            <a:avLst/>
          </a:prstGeom>
          <a:noFill/>
        </p:spPr>
        <p:txBody>
          <a:bodyPr wrap="square" rtlCol="0">
            <a:spAutoFit/>
          </a:bodyPr>
          <a:lstStyle/>
          <a:p>
            <a:pPr>
              <a:lnSpc>
                <a:spcPct val="120000"/>
              </a:lnSpc>
            </a:pPr>
            <a:r>
              <a:rPr lang="zh-CN" altLang="en-US" sz="2400" b="1" dirty="0">
                <a:solidFill>
                  <a:srgbClr val="DA4D3C"/>
                </a:solidFill>
              </a:rPr>
              <a:t>添加标题</a:t>
            </a:r>
            <a:endParaRPr lang="en-US" altLang="zh-CN" sz="2400" b="1" dirty="0">
              <a:solidFill>
                <a:srgbClr val="DA4D3C"/>
              </a:solidFill>
            </a:endParaRPr>
          </a:p>
          <a:p>
            <a:pPr>
              <a:lnSpc>
                <a:spcPct val="120000"/>
              </a:lnSpc>
            </a:pPr>
            <a:r>
              <a:rPr lang="zh-CN" altLang="en-US" sz="1600" dirty="0">
                <a:solidFill>
                  <a:schemeClr val="tx1">
                    <a:lumMod val="65000"/>
                    <a:lumOff val="35000"/>
                  </a:schemeClr>
                </a:solidFill>
              </a:rPr>
              <a:t>添加内容添加内容</a:t>
            </a:r>
          </a:p>
        </p:txBody>
      </p:sp>
      <p:sp>
        <p:nvSpPr>
          <p:cNvPr id="94" name="文本框 93"/>
          <p:cNvSpPr txBox="1"/>
          <p:nvPr/>
        </p:nvSpPr>
        <p:spPr>
          <a:xfrm>
            <a:off x="9061417" y="5495838"/>
            <a:ext cx="2856518" cy="830997"/>
          </a:xfrm>
          <a:prstGeom prst="rect">
            <a:avLst/>
          </a:prstGeom>
          <a:noFill/>
        </p:spPr>
        <p:txBody>
          <a:bodyPr wrap="square" rtlCol="0">
            <a:spAutoFit/>
          </a:bodyPr>
          <a:lstStyle/>
          <a:p>
            <a:pPr>
              <a:lnSpc>
                <a:spcPct val="120000"/>
              </a:lnSpc>
            </a:pPr>
            <a:r>
              <a:rPr lang="zh-CN" altLang="en-US" sz="2400" b="1" dirty="0">
                <a:solidFill>
                  <a:srgbClr val="EA981E"/>
                </a:solidFill>
              </a:rPr>
              <a:t>添加标题</a:t>
            </a:r>
            <a:endParaRPr lang="en-US" altLang="zh-CN" sz="2400" b="1" dirty="0">
              <a:solidFill>
                <a:srgbClr val="EA981E"/>
              </a:solidFill>
            </a:endParaRPr>
          </a:p>
          <a:p>
            <a:pPr>
              <a:lnSpc>
                <a:spcPct val="120000"/>
              </a:lnSpc>
            </a:pPr>
            <a:r>
              <a:rPr lang="zh-CN" altLang="en-US" sz="1600" dirty="0">
                <a:solidFill>
                  <a:schemeClr val="tx1">
                    <a:lumMod val="65000"/>
                    <a:lumOff val="35000"/>
                  </a:schemeClr>
                </a:solidFill>
              </a:rPr>
              <a:t>添加内容添加内容</a:t>
            </a:r>
          </a:p>
        </p:txBody>
      </p:sp>
      <p:sp>
        <p:nvSpPr>
          <p:cNvPr id="95" name="Freeform 5"/>
          <p:cNvSpPr>
            <a:spLocks noEditPoints="1"/>
          </p:cNvSpPr>
          <p:nvPr/>
        </p:nvSpPr>
        <p:spPr bwMode="auto">
          <a:xfrm>
            <a:off x="8800783" y="5641331"/>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EA981E"/>
          </a:solidFill>
          <a:ln>
            <a:noFill/>
          </a:ln>
        </p:spPr>
        <p:txBody>
          <a:bodyPr vert="horz" wrap="square" lIns="91440" tIns="45720" rIns="91440" bIns="45720" numCol="1" anchor="t" anchorCtr="0" compatLnSpc="1">
            <a:prstTxWarp prst="textNoShape">
              <a:avLst/>
            </a:prstTxWarp>
          </a:bodyPr>
          <a:lstStyle/>
          <a:p>
            <a:endParaRPr lang="zh-CN" altLang="en-US">
              <a:solidFill>
                <a:srgbClr val="1F65B1"/>
              </a:solidFill>
            </a:endParaRPr>
          </a:p>
        </p:txBody>
      </p:sp>
      <p:sp>
        <p:nvSpPr>
          <p:cNvPr id="96" name="Freeform 9"/>
          <p:cNvSpPr>
            <a:spLocks noEditPoints="1"/>
          </p:cNvSpPr>
          <p:nvPr/>
        </p:nvSpPr>
        <p:spPr bwMode="auto">
          <a:xfrm>
            <a:off x="8800783" y="3305799"/>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DA4D3C"/>
          </a:solidFill>
          <a:ln>
            <a:noFill/>
          </a:ln>
        </p:spPr>
        <p:txBody>
          <a:bodyPr vert="horz" wrap="square" lIns="91440" tIns="45720" rIns="91440" bIns="45720" numCol="1" anchor="t" anchorCtr="0" compatLnSpc="1">
            <a:prstTxWarp prst="textNoShape">
              <a:avLst/>
            </a:prstTxWarp>
          </a:bodyPr>
          <a:lstStyle/>
          <a:p>
            <a:endParaRPr lang="zh-CN" altLang="en-US">
              <a:solidFill>
                <a:srgbClr val="B32887"/>
              </a:solidFill>
            </a:endParaRPr>
          </a:p>
        </p:txBody>
      </p:sp>
      <p:sp>
        <p:nvSpPr>
          <p:cNvPr id="97" name="Freeform 10"/>
          <p:cNvSpPr>
            <a:spLocks noEditPoints="1"/>
          </p:cNvSpPr>
          <p:nvPr/>
        </p:nvSpPr>
        <p:spPr bwMode="auto">
          <a:xfrm>
            <a:off x="8800783" y="4474359"/>
            <a:ext cx="295275" cy="293688"/>
          </a:xfrm>
          <a:custGeom>
            <a:avLst/>
            <a:gdLst>
              <a:gd name="T0" fmla="*/ 74 w 147"/>
              <a:gd name="T1" fmla="*/ 146 h 146"/>
              <a:gd name="T2" fmla="*/ 0 w 147"/>
              <a:gd name="T3" fmla="*/ 73 h 146"/>
              <a:gd name="T4" fmla="*/ 74 w 147"/>
              <a:gd name="T5" fmla="*/ 0 h 146"/>
              <a:gd name="T6" fmla="*/ 147 w 147"/>
              <a:gd name="T7" fmla="*/ 73 h 146"/>
              <a:gd name="T8" fmla="*/ 74 w 147"/>
              <a:gd name="T9" fmla="*/ 146 h 146"/>
              <a:gd name="T10" fmla="*/ 74 w 147"/>
              <a:gd name="T11" fmla="*/ 16 h 146"/>
              <a:gd name="T12" fmla="*/ 16 w 147"/>
              <a:gd name="T13" fmla="*/ 73 h 146"/>
              <a:gd name="T14" fmla="*/ 74 w 147"/>
              <a:gd name="T15" fmla="*/ 130 h 146"/>
              <a:gd name="T16" fmla="*/ 131 w 147"/>
              <a:gd name="T17" fmla="*/ 73 h 146"/>
              <a:gd name="T18" fmla="*/ 74 w 147"/>
              <a:gd name="T19" fmla="*/ 1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6">
                <a:moveTo>
                  <a:pt x="74" y="146"/>
                </a:moveTo>
                <a:cubicBezTo>
                  <a:pt x="33" y="146"/>
                  <a:pt x="0" y="114"/>
                  <a:pt x="0" y="73"/>
                </a:cubicBezTo>
                <a:cubicBezTo>
                  <a:pt x="0" y="33"/>
                  <a:pt x="33" y="0"/>
                  <a:pt x="74" y="0"/>
                </a:cubicBezTo>
                <a:cubicBezTo>
                  <a:pt x="114" y="0"/>
                  <a:pt x="147" y="33"/>
                  <a:pt x="147" y="73"/>
                </a:cubicBezTo>
                <a:cubicBezTo>
                  <a:pt x="147" y="114"/>
                  <a:pt x="114" y="146"/>
                  <a:pt x="74" y="146"/>
                </a:cubicBezTo>
                <a:close/>
                <a:moveTo>
                  <a:pt x="74" y="16"/>
                </a:moveTo>
                <a:cubicBezTo>
                  <a:pt x="42" y="16"/>
                  <a:pt x="16" y="41"/>
                  <a:pt x="16" y="73"/>
                </a:cubicBezTo>
                <a:cubicBezTo>
                  <a:pt x="16" y="105"/>
                  <a:pt x="42" y="130"/>
                  <a:pt x="74" y="130"/>
                </a:cubicBezTo>
                <a:cubicBezTo>
                  <a:pt x="106" y="130"/>
                  <a:pt x="131" y="105"/>
                  <a:pt x="131" y="73"/>
                </a:cubicBezTo>
                <a:cubicBezTo>
                  <a:pt x="131" y="41"/>
                  <a:pt x="106" y="16"/>
                  <a:pt x="74" y="16"/>
                </a:cubicBezTo>
                <a:close/>
              </a:path>
            </a:pathLst>
          </a:custGeom>
          <a:solidFill>
            <a:srgbClr val="C95419"/>
          </a:solidFill>
          <a:ln>
            <a:noFill/>
          </a:ln>
        </p:spPr>
        <p:txBody>
          <a:bodyPr vert="horz" wrap="square" lIns="91440" tIns="45720" rIns="91440" bIns="45720" numCol="1" anchor="t" anchorCtr="0" compatLnSpc="1">
            <a:prstTxWarp prst="textNoShape">
              <a:avLst/>
            </a:prstTxWarp>
          </a:bodyPr>
          <a:lstStyle/>
          <a:p>
            <a:endParaRPr lang="zh-CN" altLang="en-US">
              <a:solidFill>
                <a:srgbClr val="564E9C"/>
              </a:solidFill>
            </a:endParaRPr>
          </a:p>
        </p:txBody>
      </p:sp>
      <p:sp>
        <p:nvSpPr>
          <p:cNvPr id="98" name="文本框 97"/>
          <p:cNvSpPr txBox="1"/>
          <p:nvPr/>
        </p:nvSpPr>
        <p:spPr>
          <a:xfrm>
            <a:off x="9061417" y="1988241"/>
            <a:ext cx="2856518" cy="830997"/>
          </a:xfrm>
          <a:prstGeom prst="rect">
            <a:avLst/>
          </a:prstGeom>
          <a:noFill/>
        </p:spPr>
        <p:txBody>
          <a:bodyPr wrap="square" rtlCol="0">
            <a:spAutoFit/>
          </a:bodyPr>
          <a:lstStyle/>
          <a:p>
            <a:pPr>
              <a:lnSpc>
                <a:spcPct val="120000"/>
              </a:lnSpc>
            </a:pPr>
            <a:r>
              <a:rPr lang="zh-CN" altLang="en-US" sz="2400" b="1" dirty="0">
                <a:solidFill>
                  <a:srgbClr val="8F58A0"/>
                </a:solidFill>
              </a:rPr>
              <a:t>添加标题</a:t>
            </a:r>
            <a:endParaRPr lang="en-US" altLang="zh-CN" sz="2400" b="1" dirty="0">
              <a:solidFill>
                <a:srgbClr val="8F58A0"/>
              </a:solidFill>
            </a:endParaRPr>
          </a:p>
          <a:p>
            <a:pPr>
              <a:lnSpc>
                <a:spcPct val="120000"/>
              </a:lnSpc>
            </a:pPr>
            <a:r>
              <a:rPr lang="zh-CN" altLang="en-US" sz="1600" dirty="0">
                <a:solidFill>
                  <a:schemeClr val="tx1">
                    <a:lumMod val="65000"/>
                    <a:lumOff val="35000"/>
                  </a:schemeClr>
                </a:solidFill>
              </a:rPr>
              <a:t>添加内容添加内容</a:t>
            </a:r>
          </a:p>
        </p:txBody>
      </p:sp>
      <p:sp>
        <p:nvSpPr>
          <p:cNvPr id="99" name="Freeform 9"/>
          <p:cNvSpPr>
            <a:spLocks noEditPoints="1"/>
          </p:cNvSpPr>
          <p:nvPr/>
        </p:nvSpPr>
        <p:spPr bwMode="auto">
          <a:xfrm>
            <a:off x="8800783" y="2108464"/>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8F58A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9" name="文本框 58"/>
          <p:cNvSpPr txBox="1"/>
          <p:nvPr/>
        </p:nvSpPr>
        <p:spPr>
          <a:xfrm>
            <a:off x="4139317" y="1058393"/>
            <a:ext cx="3913366"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60" name="Rectangle 58"/>
          <p:cNvSpPr/>
          <p:nvPr/>
        </p:nvSpPr>
        <p:spPr>
          <a:xfrm>
            <a:off x="3614043" y="1478661"/>
            <a:ext cx="4963915"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单击此处添加副标题</a:t>
            </a:r>
          </a:p>
        </p:txBody>
      </p:sp>
      <p:grpSp>
        <p:nvGrpSpPr>
          <p:cNvPr id="61" name="组合 60"/>
          <p:cNvGrpSpPr/>
          <p:nvPr/>
        </p:nvGrpSpPr>
        <p:grpSpPr>
          <a:xfrm>
            <a:off x="8907237" y="386962"/>
            <a:ext cx="1342232" cy="1342862"/>
            <a:chOff x="615951" y="36513"/>
            <a:chExt cx="6721474" cy="6724649"/>
          </a:xfrm>
        </p:grpSpPr>
        <p:sp>
          <p:nvSpPr>
            <p:cNvPr id="75" name="Freeform 5"/>
            <p:cNvSpPr>
              <a:spLocks/>
            </p:cNvSpPr>
            <p:nvPr/>
          </p:nvSpPr>
          <p:spPr bwMode="auto">
            <a:xfrm>
              <a:off x="1717675" y="4930775"/>
              <a:ext cx="2152650" cy="1830387"/>
            </a:xfrm>
            <a:custGeom>
              <a:avLst/>
              <a:gdLst>
                <a:gd name="T0" fmla="*/ 733 w 918"/>
                <a:gd name="T1" fmla="*/ 172 h 781"/>
                <a:gd name="T2" fmla="*/ 695 w 918"/>
                <a:gd name="T3" fmla="*/ 13 h 781"/>
                <a:gd name="T4" fmla="*/ 571 w 918"/>
                <a:gd name="T5" fmla="*/ 109 h 781"/>
                <a:gd name="T6" fmla="*/ 409 w 918"/>
                <a:gd name="T7" fmla="*/ 0 h 781"/>
                <a:gd name="T8" fmla="*/ 0 w 918"/>
                <a:gd name="T9" fmla="*/ 410 h 781"/>
                <a:gd name="T10" fmla="*/ 918 w 918"/>
                <a:gd name="T11" fmla="*/ 781 h 781"/>
                <a:gd name="T12" fmla="*/ 918 w 918"/>
                <a:gd name="T13" fmla="*/ 202 h 781"/>
                <a:gd name="T14" fmla="*/ 733 w 918"/>
                <a:gd name="T15" fmla="*/ 172 h 7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18" h="781">
                  <a:moveTo>
                    <a:pt x="733" y="172"/>
                  </a:moveTo>
                  <a:cubicBezTo>
                    <a:pt x="695" y="13"/>
                    <a:pt x="695" y="13"/>
                    <a:pt x="695" y="13"/>
                  </a:cubicBezTo>
                  <a:cubicBezTo>
                    <a:pt x="571" y="109"/>
                    <a:pt x="571" y="109"/>
                    <a:pt x="571" y="109"/>
                  </a:cubicBezTo>
                  <a:cubicBezTo>
                    <a:pt x="513" y="79"/>
                    <a:pt x="459" y="42"/>
                    <a:pt x="409" y="0"/>
                  </a:cubicBezTo>
                  <a:cubicBezTo>
                    <a:pt x="0" y="410"/>
                    <a:pt x="0" y="410"/>
                    <a:pt x="0" y="410"/>
                  </a:cubicBezTo>
                  <a:cubicBezTo>
                    <a:pt x="244" y="632"/>
                    <a:pt x="565" y="770"/>
                    <a:pt x="918" y="781"/>
                  </a:cubicBezTo>
                  <a:cubicBezTo>
                    <a:pt x="918" y="202"/>
                    <a:pt x="918" y="202"/>
                    <a:pt x="918" y="202"/>
                  </a:cubicBezTo>
                  <a:cubicBezTo>
                    <a:pt x="854" y="199"/>
                    <a:pt x="792" y="189"/>
                    <a:pt x="733" y="172"/>
                  </a:cubicBezTo>
                  <a:close/>
                </a:path>
              </a:pathLst>
            </a:custGeom>
            <a:solidFill>
              <a:srgbClr val="E69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6"/>
            <p:cNvSpPr>
              <a:spLocks/>
            </p:cNvSpPr>
            <p:nvPr/>
          </p:nvSpPr>
          <p:spPr bwMode="auto">
            <a:xfrm>
              <a:off x="4159250" y="4894263"/>
              <a:ext cx="2117725" cy="1865312"/>
            </a:xfrm>
            <a:custGeom>
              <a:avLst/>
              <a:gdLst>
                <a:gd name="T0" fmla="*/ 330 w 903"/>
                <a:gd name="T1" fmla="*/ 115 h 795"/>
                <a:gd name="T2" fmla="*/ 194 w 903"/>
                <a:gd name="T3" fmla="*/ 26 h 795"/>
                <a:gd name="T4" fmla="*/ 171 w 903"/>
                <a:gd name="T5" fmla="*/ 182 h 795"/>
                <a:gd name="T6" fmla="*/ 0 w 903"/>
                <a:gd name="T7" fmla="*/ 215 h 795"/>
                <a:gd name="T8" fmla="*/ 0 w 903"/>
                <a:gd name="T9" fmla="*/ 795 h 795"/>
                <a:gd name="T10" fmla="*/ 903 w 903"/>
                <a:gd name="T11" fmla="*/ 409 h 795"/>
                <a:gd name="T12" fmla="*/ 493 w 903"/>
                <a:gd name="T13" fmla="*/ 0 h 795"/>
                <a:gd name="T14" fmla="*/ 330 w 903"/>
                <a:gd name="T15" fmla="*/ 115 h 7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03" h="795">
                  <a:moveTo>
                    <a:pt x="330" y="115"/>
                  </a:moveTo>
                  <a:cubicBezTo>
                    <a:pt x="194" y="26"/>
                    <a:pt x="194" y="26"/>
                    <a:pt x="194" y="26"/>
                  </a:cubicBezTo>
                  <a:cubicBezTo>
                    <a:pt x="171" y="182"/>
                    <a:pt x="171" y="182"/>
                    <a:pt x="171" y="182"/>
                  </a:cubicBezTo>
                  <a:cubicBezTo>
                    <a:pt x="116" y="198"/>
                    <a:pt x="59" y="210"/>
                    <a:pt x="0" y="215"/>
                  </a:cubicBezTo>
                  <a:cubicBezTo>
                    <a:pt x="0" y="795"/>
                    <a:pt x="0" y="795"/>
                    <a:pt x="0" y="795"/>
                  </a:cubicBezTo>
                  <a:cubicBezTo>
                    <a:pt x="349" y="776"/>
                    <a:pt x="664" y="633"/>
                    <a:pt x="903" y="409"/>
                  </a:cubicBezTo>
                  <a:cubicBezTo>
                    <a:pt x="493" y="0"/>
                    <a:pt x="493" y="0"/>
                    <a:pt x="493" y="0"/>
                  </a:cubicBezTo>
                  <a:cubicBezTo>
                    <a:pt x="444" y="44"/>
                    <a:pt x="389" y="83"/>
                    <a:pt x="330" y="115"/>
                  </a:cubicBezTo>
                  <a:close/>
                </a:path>
              </a:pathLst>
            </a:custGeom>
            <a:solidFill>
              <a:srgbClr val="550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7"/>
            <p:cNvSpPr>
              <a:spLocks/>
            </p:cNvSpPr>
            <p:nvPr/>
          </p:nvSpPr>
          <p:spPr bwMode="auto">
            <a:xfrm>
              <a:off x="615951" y="3532188"/>
              <a:ext cx="1854200" cy="2155825"/>
            </a:xfrm>
            <a:custGeom>
              <a:avLst/>
              <a:gdLst>
                <a:gd name="T0" fmla="*/ 791 w 791"/>
                <a:gd name="T1" fmla="*/ 510 h 919"/>
                <a:gd name="T2" fmla="*/ 673 w 791"/>
                <a:gd name="T3" fmla="*/ 338 h 919"/>
                <a:gd name="T4" fmla="*/ 757 w 791"/>
                <a:gd name="T5" fmla="*/ 212 h 919"/>
                <a:gd name="T6" fmla="*/ 613 w 791"/>
                <a:gd name="T7" fmla="*/ 189 h 919"/>
                <a:gd name="T8" fmla="*/ 579 w 791"/>
                <a:gd name="T9" fmla="*/ 0 h 919"/>
                <a:gd name="T10" fmla="*/ 0 w 791"/>
                <a:gd name="T11" fmla="*/ 0 h 919"/>
                <a:gd name="T12" fmla="*/ 382 w 791"/>
                <a:gd name="T13" fmla="*/ 919 h 919"/>
                <a:gd name="T14" fmla="*/ 791 w 791"/>
                <a:gd name="T15" fmla="*/ 510 h 9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1" h="919">
                  <a:moveTo>
                    <a:pt x="791" y="510"/>
                  </a:moveTo>
                  <a:cubicBezTo>
                    <a:pt x="745" y="458"/>
                    <a:pt x="706" y="400"/>
                    <a:pt x="673" y="338"/>
                  </a:cubicBezTo>
                  <a:cubicBezTo>
                    <a:pt x="757" y="212"/>
                    <a:pt x="757" y="212"/>
                    <a:pt x="757" y="212"/>
                  </a:cubicBezTo>
                  <a:cubicBezTo>
                    <a:pt x="613" y="189"/>
                    <a:pt x="613" y="189"/>
                    <a:pt x="613" y="189"/>
                  </a:cubicBezTo>
                  <a:cubicBezTo>
                    <a:pt x="595" y="128"/>
                    <a:pt x="583" y="65"/>
                    <a:pt x="579" y="0"/>
                  </a:cubicBezTo>
                  <a:cubicBezTo>
                    <a:pt x="0" y="0"/>
                    <a:pt x="0" y="0"/>
                    <a:pt x="0" y="0"/>
                  </a:cubicBezTo>
                  <a:cubicBezTo>
                    <a:pt x="14" y="355"/>
                    <a:pt x="156" y="676"/>
                    <a:pt x="382" y="919"/>
                  </a:cubicBezTo>
                  <a:lnTo>
                    <a:pt x="791" y="510"/>
                  </a:lnTo>
                  <a:close/>
                </a:path>
              </a:pathLst>
            </a:custGeom>
            <a:solidFill>
              <a:srgbClr val="FFD30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8"/>
            <p:cNvSpPr>
              <a:spLocks/>
            </p:cNvSpPr>
            <p:nvPr/>
          </p:nvSpPr>
          <p:spPr bwMode="auto">
            <a:xfrm>
              <a:off x="5505450" y="1139825"/>
              <a:ext cx="1831975" cy="2103437"/>
            </a:xfrm>
            <a:custGeom>
              <a:avLst/>
              <a:gdLst>
                <a:gd name="T0" fmla="*/ 96 w 781"/>
                <a:gd name="T1" fmla="*/ 547 h 897"/>
                <a:gd name="T2" fmla="*/ 0 w 781"/>
                <a:gd name="T3" fmla="*/ 681 h 897"/>
                <a:gd name="T4" fmla="*/ 167 w 781"/>
                <a:gd name="T5" fmla="*/ 714 h 897"/>
                <a:gd name="T6" fmla="*/ 201 w 781"/>
                <a:gd name="T7" fmla="*/ 897 h 897"/>
                <a:gd name="T8" fmla="*/ 781 w 781"/>
                <a:gd name="T9" fmla="*/ 897 h 897"/>
                <a:gd name="T10" fmla="*/ 410 w 781"/>
                <a:gd name="T11" fmla="*/ 0 h 897"/>
                <a:gd name="T12" fmla="*/ 1 w 781"/>
                <a:gd name="T13" fmla="*/ 410 h 897"/>
                <a:gd name="T14" fmla="*/ 96 w 781"/>
                <a:gd name="T15" fmla="*/ 547 h 8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1" h="897">
                  <a:moveTo>
                    <a:pt x="96" y="547"/>
                  </a:moveTo>
                  <a:cubicBezTo>
                    <a:pt x="0" y="681"/>
                    <a:pt x="0" y="681"/>
                    <a:pt x="0" y="681"/>
                  </a:cubicBezTo>
                  <a:cubicBezTo>
                    <a:pt x="167" y="714"/>
                    <a:pt x="167" y="714"/>
                    <a:pt x="167" y="714"/>
                  </a:cubicBezTo>
                  <a:cubicBezTo>
                    <a:pt x="185" y="773"/>
                    <a:pt x="196" y="834"/>
                    <a:pt x="201" y="897"/>
                  </a:cubicBezTo>
                  <a:cubicBezTo>
                    <a:pt x="781" y="897"/>
                    <a:pt x="781" y="897"/>
                    <a:pt x="781" y="897"/>
                  </a:cubicBezTo>
                  <a:cubicBezTo>
                    <a:pt x="765" y="552"/>
                    <a:pt x="627" y="239"/>
                    <a:pt x="410" y="0"/>
                  </a:cubicBezTo>
                  <a:cubicBezTo>
                    <a:pt x="1" y="410"/>
                    <a:pt x="1" y="410"/>
                    <a:pt x="1" y="410"/>
                  </a:cubicBezTo>
                  <a:cubicBezTo>
                    <a:pt x="37" y="452"/>
                    <a:pt x="68" y="498"/>
                    <a:pt x="96" y="547"/>
                  </a:cubicBezTo>
                  <a:close/>
                </a:path>
              </a:pathLst>
            </a:custGeom>
            <a:solidFill>
              <a:srgbClr val="9BBB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9"/>
            <p:cNvSpPr>
              <a:spLocks/>
            </p:cNvSpPr>
            <p:nvPr/>
          </p:nvSpPr>
          <p:spPr bwMode="auto">
            <a:xfrm>
              <a:off x="1728788" y="36513"/>
              <a:ext cx="2141537" cy="1820862"/>
            </a:xfrm>
            <a:custGeom>
              <a:avLst/>
              <a:gdLst>
                <a:gd name="T0" fmla="*/ 554 w 913"/>
                <a:gd name="T1" fmla="*/ 679 h 776"/>
                <a:gd name="T2" fmla="*/ 688 w 913"/>
                <a:gd name="T3" fmla="*/ 776 h 776"/>
                <a:gd name="T4" fmla="*/ 723 w 913"/>
                <a:gd name="T5" fmla="*/ 611 h 776"/>
                <a:gd name="T6" fmla="*/ 913 w 913"/>
                <a:gd name="T7" fmla="*/ 579 h 776"/>
                <a:gd name="T8" fmla="*/ 913 w 913"/>
                <a:gd name="T9" fmla="*/ 0 h 776"/>
                <a:gd name="T10" fmla="*/ 0 w 913"/>
                <a:gd name="T11" fmla="*/ 367 h 776"/>
                <a:gd name="T12" fmla="*/ 410 w 913"/>
                <a:gd name="T13" fmla="*/ 776 h 776"/>
                <a:gd name="T14" fmla="*/ 554 w 913"/>
                <a:gd name="T15" fmla="*/ 679 h 7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13" h="776">
                  <a:moveTo>
                    <a:pt x="554" y="679"/>
                  </a:moveTo>
                  <a:cubicBezTo>
                    <a:pt x="688" y="776"/>
                    <a:pt x="688" y="776"/>
                    <a:pt x="688" y="776"/>
                  </a:cubicBezTo>
                  <a:cubicBezTo>
                    <a:pt x="723" y="611"/>
                    <a:pt x="723" y="611"/>
                    <a:pt x="723" y="611"/>
                  </a:cubicBezTo>
                  <a:cubicBezTo>
                    <a:pt x="783" y="593"/>
                    <a:pt x="847" y="582"/>
                    <a:pt x="913" y="579"/>
                  </a:cubicBezTo>
                  <a:cubicBezTo>
                    <a:pt x="913" y="0"/>
                    <a:pt x="913" y="0"/>
                    <a:pt x="913" y="0"/>
                  </a:cubicBezTo>
                  <a:cubicBezTo>
                    <a:pt x="562" y="11"/>
                    <a:pt x="243" y="148"/>
                    <a:pt x="0" y="367"/>
                  </a:cubicBezTo>
                  <a:cubicBezTo>
                    <a:pt x="410" y="776"/>
                    <a:pt x="410" y="776"/>
                    <a:pt x="410" y="776"/>
                  </a:cubicBezTo>
                  <a:cubicBezTo>
                    <a:pt x="454" y="739"/>
                    <a:pt x="503" y="706"/>
                    <a:pt x="554" y="679"/>
                  </a:cubicBezTo>
                  <a:close/>
                </a:path>
              </a:pathLst>
            </a:custGeom>
            <a:solidFill>
              <a:srgbClr val="4084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10"/>
            <p:cNvSpPr>
              <a:spLocks/>
            </p:cNvSpPr>
            <p:nvPr/>
          </p:nvSpPr>
          <p:spPr bwMode="auto">
            <a:xfrm>
              <a:off x="4159250" y="41275"/>
              <a:ext cx="2106612" cy="1854200"/>
            </a:xfrm>
            <a:custGeom>
              <a:avLst/>
              <a:gdLst>
                <a:gd name="T0" fmla="*/ 161 w 898"/>
                <a:gd name="T1" fmla="*/ 610 h 790"/>
                <a:gd name="T2" fmla="*/ 186 w 898"/>
                <a:gd name="T3" fmla="*/ 763 h 790"/>
                <a:gd name="T4" fmla="*/ 319 w 898"/>
                <a:gd name="T5" fmla="*/ 673 h 790"/>
                <a:gd name="T6" fmla="*/ 488 w 898"/>
                <a:gd name="T7" fmla="*/ 790 h 790"/>
                <a:gd name="T8" fmla="*/ 898 w 898"/>
                <a:gd name="T9" fmla="*/ 380 h 790"/>
                <a:gd name="T10" fmla="*/ 0 w 898"/>
                <a:gd name="T11" fmla="*/ 0 h 790"/>
                <a:gd name="T12" fmla="*/ 0 w 898"/>
                <a:gd name="T13" fmla="*/ 579 h 790"/>
                <a:gd name="T14" fmla="*/ 161 w 898"/>
                <a:gd name="T15" fmla="*/ 610 h 7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8" h="790">
                  <a:moveTo>
                    <a:pt x="161" y="610"/>
                  </a:moveTo>
                  <a:cubicBezTo>
                    <a:pt x="186" y="763"/>
                    <a:pt x="186" y="763"/>
                    <a:pt x="186" y="763"/>
                  </a:cubicBezTo>
                  <a:cubicBezTo>
                    <a:pt x="319" y="673"/>
                    <a:pt x="319" y="673"/>
                    <a:pt x="319" y="673"/>
                  </a:cubicBezTo>
                  <a:cubicBezTo>
                    <a:pt x="380" y="705"/>
                    <a:pt x="437" y="745"/>
                    <a:pt x="488" y="790"/>
                  </a:cubicBezTo>
                  <a:cubicBezTo>
                    <a:pt x="898" y="380"/>
                    <a:pt x="898" y="380"/>
                    <a:pt x="898" y="380"/>
                  </a:cubicBezTo>
                  <a:cubicBezTo>
                    <a:pt x="659" y="159"/>
                    <a:pt x="346" y="18"/>
                    <a:pt x="0" y="0"/>
                  </a:cubicBezTo>
                  <a:cubicBezTo>
                    <a:pt x="0" y="579"/>
                    <a:pt x="0" y="579"/>
                    <a:pt x="0" y="579"/>
                  </a:cubicBezTo>
                  <a:cubicBezTo>
                    <a:pt x="55" y="584"/>
                    <a:pt x="109" y="595"/>
                    <a:pt x="161" y="610"/>
                  </a:cubicBezTo>
                  <a:close/>
                </a:path>
              </a:pathLst>
            </a:custGeom>
            <a:solidFill>
              <a:srgbClr val="1FAB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11"/>
            <p:cNvSpPr>
              <a:spLocks/>
            </p:cNvSpPr>
            <p:nvPr/>
          </p:nvSpPr>
          <p:spPr bwMode="auto">
            <a:xfrm>
              <a:off x="615951" y="1100138"/>
              <a:ext cx="1866900" cy="2143125"/>
            </a:xfrm>
            <a:custGeom>
              <a:avLst/>
              <a:gdLst>
                <a:gd name="T0" fmla="*/ 753 w 796"/>
                <a:gd name="T1" fmla="*/ 699 h 914"/>
                <a:gd name="T2" fmla="*/ 675 w 796"/>
                <a:gd name="T3" fmla="*/ 583 h 914"/>
                <a:gd name="T4" fmla="*/ 796 w 796"/>
                <a:gd name="T5" fmla="*/ 409 h 914"/>
                <a:gd name="T6" fmla="*/ 387 w 796"/>
                <a:gd name="T7" fmla="*/ 0 h 914"/>
                <a:gd name="T8" fmla="*/ 0 w 796"/>
                <a:gd name="T9" fmla="*/ 914 h 914"/>
                <a:gd name="T10" fmla="*/ 580 w 796"/>
                <a:gd name="T11" fmla="*/ 914 h 914"/>
                <a:gd name="T12" fmla="*/ 617 w 796"/>
                <a:gd name="T13" fmla="*/ 722 h 914"/>
                <a:gd name="T14" fmla="*/ 753 w 796"/>
                <a:gd name="T15" fmla="*/ 699 h 9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6" h="914">
                  <a:moveTo>
                    <a:pt x="753" y="699"/>
                  </a:moveTo>
                  <a:cubicBezTo>
                    <a:pt x="675" y="583"/>
                    <a:pt x="675" y="583"/>
                    <a:pt x="675" y="583"/>
                  </a:cubicBezTo>
                  <a:cubicBezTo>
                    <a:pt x="708" y="520"/>
                    <a:pt x="749" y="462"/>
                    <a:pt x="796" y="409"/>
                  </a:cubicBezTo>
                  <a:cubicBezTo>
                    <a:pt x="387" y="0"/>
                    <a:pt x="387" y="0"/>
                    <a:pt x="387" y="0"/>
                  </a:cubicBezTo>
                  <a:cubicBezTo>
                    <a:pt x="160" y="241"/>
                    <a:pt x="17" y="561"/>
                    <a:pt x="0" y="914"/>
                  </a:cubicBezTo>
                  <a:cubicBezTo>
                    <a:pt x="580" y="914"/>
                    <a:pt x="580" y="914"/>
                    <a:pt x="580" y="914"/>
                  </a:cubicBezTo>
                  <a:cubicBezTo>
                    <a:pt x="585" y="847"/>
                    <a:pt x="598" y="783"/>
                    <a:pt x="617" y="722"/>
                  </a:cubicBezTo>
                  <a:lnTo>
                    <a:pt x="753" y="699"/>
                  </a:lnTo>
                  <a:close/>
                </a:path>
              </a:pathLst>
            </a:custGeom>
            <a:solidFill>
              <a:srgbClr val="0089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12"/>
            <p:cNvSpPr>
              <a:spLocks/>
            </p:cNvSpPr>
            <p:nvPr/>
          </p:nvSpPr>
          <p:spPr bwMode="auto">
            <a:xfrm>
              <a:off x="5516563" y="3532188"/>
              <a:ext cx="1820862" cy="2116137"/>
            </a:xfrm>
            <a:custGeom>
              <a:avLst/>
              <a:gdLst>
                <a:gd name="T0" fmla="*/ 0 w 776"/>
                <a:gd name="T1" fmla="*/ 209 h 902"/>
                <a:gd name="T2" fmla="*/ 95 w 776"/>
                <a:gd name="T3" fmla="*/ 353 h 902"/>
                <a:gd name="T4" fmla="*/ 0 w 776"/>
                <a:gd name="T5" fmla="*/ 492 h 902"/>
                <a:gd name="T6" fmla="*/ 410 w 776"/>
                <a:gd name="T7" fmla="*/ 902 h 902"/>
                <a:gd name="T8" fmla="*/ 776 w 776"/>
                <a:gd name="T9" fmla="*/ 0 h 902"/>
                <a:gd name="T10" fmla="*/ 197 w 776"/>
                <a:gd name="T11" fmla="*/ 0 h 902"/>
                <a:gd name="T12" fmla="*/ 165 w 776"/>
                <a:gd name="T13" fmla="*/ 183 h 902"/>
                <a:gd name="T14" fmla="*/ 0 w 776"/>
                <a:gd name="T15" fmla="*/ 209 h 9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6" h="902">
                  <a:moveTo>
                    <a:pt x="0" y="209"/>
                  </a:moveTo>
                  <a:cubicBezTo>
                    <a:pt x="95" y="353"/>
                    <a:pt x="95" y="353"/>
                    <a:pt x="95" y="353"/>
                  </a:cubicBezTo>
                  <a:cubicBezTo>
                    <a:pt x="68" y="403"/>
                    <a:pt x="36" y="449"/>
                    <a:pt x="0" y="492"/>
                  </a:cubicBezTo>
                  <a:cubicBezTo>
                    <a:pt x="410" y="902"/>
                    <a:pt x="410" y="902"/>
                    <a:pt x="410" y="902"/>
                  </a:cubicBezTo>
                  <a:cubicBezTo>
                    <a:pt x="626" y="661"/>
                    <a:pt x="762" y="346"/>
                    <a:pt x="776" y="0"/>
                  </a:cubicBezTo>
                  <a:cubicBezTo>
                    <a:pt x="197" y="0"/>
                    <a:pt x="197" y="0"/>
                    <a:pt x="197" y="0"/>
                  </a:cubicBezTo>
                  <a:cubicBezTo>
                    <a:pt x="193" y="63"/>
                    <a:pt x="182" y="124"/>
                    <a:pt x="165" y="183"/>
                  </a:cubicBezTo>
                  <a:lnTo>
                    <a:pt x="0" y="209"/>
                  </a:lnTo>
                  <a:close/>
                </a:path>
              </a:pathLst>
            </a:custGeom>
            <a:solidFill>
              <a:srgbClr val="0085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 name="文本框 1"/>
          <p:cNvSpPr txBox="1"/>
          <p:nvPr/>
        </p:nvSpPr>
        <p:spPr>
          <a:xfrm>
            <a:off x="9280836" y="766006"/>
            <a:ext cx="595035" cy="584775"/>
          </a:xfrm>
          <a:prstGeom prst="rect">
            <a:avLst/>
          </a:prstGeom>
          <a:noFill/>
        </p:spPr>
        <p:txBody>
          <a:bodyPr wrap="none" rtlCol="0">
            <a:spAutoFit/>
          </a:bodyPr>
          <a:lstStyle/>
          <a:p>
            <a:r>
              <a:rPr lang="zh-CN" altLang="en-US" sz="1600" dirty="0">
                <a:solidFill>
                  <a:schemeClr val="tx1">
                    <a:lumMod val="65000"/>
                    <a:lumOff val="35000"/>
                  </a:schemeClr>
                </a:solidFill>
              </a:rPr>
              <a:t>备用</a:t>
            </a:r>
            <a:endParaRPr lang="en-US" altLang="zh-CN" sz="1600" dirty="0">
              <a:solidFill>
                <a:schemeClr val="tx1">
                  <a:lumMod val="65000"/>
                  <a:lumOff val="35000"/>
                </a:schemeClr>
              </a:solidFill>
            </a:endParaRPr>
          </a:p>
          <a:p>
            <a:r>
              <a:rPr lang="zh-CN" altLang="en-US" sz="1600" dirty="0">
                <a:solidFill>
                  <a:schemeClr val="tx1">
                    <a:lumMod val="65000"/>
                    <a:lumOff val="35000"/>
                  </a:schemeClr>
                </a:solidFill>
              </a:rPr>
              <a:t>图形</a:t>
            </a:r>
          </a:p>
        </p:txBody>
      </p:sp>
      <p:sp>
        <p:nvSpPr>
          <p:cNvPr id="83"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八项并列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373507373"/>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0" name="组合 179"/>
          <p:cNvGrpSpPr/>
          <p:nvPr/>
        </p:nvGrpSpPr>
        <p:grpSpPr>
          <a:xfrm>
            <a:off x="5124885" y="3015659"/>
            <a:ext cx="1007525" cy="2128770"/>
            <a:chOff x="5124885" y="3015659"/>
            <a:chExt cx="1007525" cy="2128770"/>
          </a:xfrm>
        </p:grpSpPr>
        <p:sp>
          <p:nvSpPr>
            <p:cNvPr id="100" name="Freeform 5"/>
            <p:cNvSpPr>
              <a:spLocks/>
            </p:cNvSpPr>
            <p:nvPr/>
          </p:nvSpPr>
          <p:spPr bwMode="auto">
            <a:xfrm>
              <a:off x="5845116" y="3118406"/>
              <a:ext cx="138660" cy="322209"/>
            </a:xfrm>
            <a:custGeom>
              <a:avLst/>
              <a:gdLst>
                <a:gd name="T0" fmla="*/ 37 w 74"/>
                <a:gd name="T1" fmla="*/ 48 h 171"/>
                <a:gd name="T2" fmla="*/ 44 w 74"/>
                <a:gd name="T3" fmla="*/ 47 h 171"/>
                <a:gd name="T4" fmla="*/ 52 w 74"/>
                <a:gd name="T5" fmla="*/ 77 h 171"/>
                <a:gd name="T6" fmla="*/ 45 w 74"/>
                <a:gd name="T7" fmla="*/ 105 h 171"/>
                <a:gd name="T8" fmla="*/ 42 w 74"/>
                <a:gd name="T9" fmla="*/ 118 h 171"/>
                <a:gd name="T10" fmla="*/ 43 w 74"/>
                <a:gd name="T11" fmla="*/ 166 h 171"/>
                <a:gd name="T12" fmla="*/ 50 w 74"/>
                <a:gd name="T13" fmla="*/ 171 h 171"/>
                <a:gd name="T14" fmla="*/ 53 w 74"/>
                <a:gd name="T15" fmla="*/ 170 h 171"/>
                <a:gd name="T16" fmla="*/ 57 w 74"/>
                <a:gd name="T17" fmla="*/ 160 h 171"/>
                <a:gd name="T18" fmla="*/ 57 w 74"/>
                <a:gd name="T19" fmla="*/ 122 h 171"/>
                <a:gd name="T20" fmla="*/ 61 w 74"/>
                <a:gd name="T21" fmla="*/ 110 h 171"/>
                <a:gd name="T22" fmla="*/ 68 w 74"/>
                <a:gd name="T23" fmla="*/ 78 h 171"/>
                <a:gd name="T24" fmla="*/ 58 w 74"/>
                <a:gd name="T25" fmla="*/ 40 h 171"/>
                <a:gd name="T26" fmla="*/ 64 w 74"/>
                <a:gd name="T27" fmla="*/ 33 h 171"/>
                <a:gd name="T28" fmla="*/ 74 w 74"/>
                <a:gd name="T29" fmla="*/ 10 h 171"/>
                <a:gd name="T30" fmla="*/ 67 w 74"/>
                <a:gd name="T31" fmla="*/ 1 h 171"/>
                <a:gd name="T32" fmla="*/ 58 w 74"/>
                <a:gd name="T33" fmla="*/ 7 h 171"/>
                <a:gd name="T34" fmla="*/ 51 w 74"/>
                <a:gd name="T35" fmla="*/ 24 h 171"/>
                <a:gd name="T36" fmla="*/ 45 w 74"/>
                <a:gd name="T37" fmla="*/ 30 h 171"/>
                <a:gd name="T38" fmla="*/ 41 w 74"/>
                <a:gd name="T39" fmla="*/ 32 h 171"/>
                <a:gd name="T40" fmla="*/ 37 w 74"/>
                <a:gd name="T41" fmla="*/ 32 h 171"/>
                <a:gd name="T42" fmla="*/ 15 w 74"/>
                <a:gd name="T43" fmla="*/ 26 h 171"/>
                <a:gd name="T44" fmla="*/ 3 w 74"/>
                <a:gd name="T45" fmla="*/ 26 h 171"/>
                <a:gd name="T46" fmla="*/ 3 w 74"/>
                <a:gd name="T47" fmla="*/ 38 h 171"/>
                <a:gd name="T48" fmla="*/ 36 w 74"/>
                <a:gd name="T49" fmla="*/ 48 h 171"/>
                <a:gd name="T50" fmla="*/ 37 w 74"/>
                <a:gd name="T51" fmla="*/ 48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4" h="171">
                  <a:moveTo>
                    <a:pt x="37" y="48"/>
                  </a:moveTo>
                  <a:cubicBezTo>
                    <a:pt x="39" y="48"/>
                    <a:pt x="41" y="48"/>
                    <a:pt x="44" y="47"/>
                  </a:cubicBezTo>
                  <a:cubicBezTo>
                    <a:pt x="51" y="55"/>
                    <a:pt x="53" y="67"/>
                    <a:pt x="52" y="77"/>
                  </a:cubicBezTo>
                  <a:cubicBezTo>
                    <a:pt x="51" y="86"/>
                    <a:pt x="48" y="96"/>
                    <a:pt x="45" y="105"/>
                  </a:cubicBezTo>
                  <a:cubicBezTo>
                    <a:pt x="44" y="109"/>
                    <a:pt x="43" y="114"/>
                    <a:pt x="42" y="118"/>
                  </a:cubicBezTo>
                  <a:cubicBezTo>
                    <a:pt x="37" y="138"/>
                    <a:pt x="37" y="153"/>
                    <a:pt x="43" y="166"/>
                  </a:cubicBezTo>
                  <a:cubicBezTo>
                    <a:pt x="44" y="169"/>
                    <a:pt x="47" y="171"/>
                    <a:pt x="50" y="171"/>
                  </a:cubicBezTo>
                  <a:cubicBezTo>
                    <a:pt x="51" y="171"/>
                    <a:pt x="52" y="171"/>
                    <a:pt x="53" y="170"/>
                  </a:cubicBezTo>
                  <a:cubicBezTo>
                    <a:pt x="57" y="169"/>
                    <a:pt x="59" y="164"/>
                    <a:pt x="57" y="160"/>
                  </a:cubicBezTo>
                  <a:cubicBezTo>
                    <a:pt x="53" y="150"/>
                    <a:pt x="53" y="138"/>
                    <a:pt x="57" y="122"/>
                  </a:cubicBezTo>
                  <a:cubicBezTo>
                    <a:pt x="58" y="118"/>
                    <a:pt x="60" y="114"/>
                    <a:pt x="61" y="110"/>
                  </a:cubicBezTo>
                  <a:cubicBezTo>
                    <a:pt x="64" y="100"/>
                    <a:pt x="67" y="89"/>
                    <a:pt x="68" y="78"/>
                  </a:cubicBezTo>
                  <a:cubicBezTo>
                    <a:pt x="69" y="63"/>
                    <a:pt x="66" y="50"/>
                    <a:pt x="58" y="40"/>
                  </a:cubicBezTo>
                  <a:cubicBezTo>
                    <a:pt x="61" y="38"/>
                    <a:pt x="62" y="36"/>
                    <a:pt x="64" y="33"/>
                  </a:cubicBezTo>
                  <a:cubicBezTo>
                    <a:pt x="69" y="26"/>
                    <a:pt x="72" y="18"/>
                    <a:pt x="74" y="10"/>
                  </a:cubicBezTo>
                  <a:cubicBezTo>
                    <a:pt x="74" y="6"/>
                    <a:pt x="72" y="2"/>
                    <a:pt x="67" y="1"/>
                  </a:cubicBezTo>
                  <a:cubicBezTo>
                    <a:pt x="63" y="0"/>
                    <a:pt x="59" y="3"/>
                    <a:pt x="58" y="7"/>
                  </a:cubicBezTo>
                  <a:cubicBezTo>
                    <a:pt x="57" y="13"/>
                    <a:pt x="54" y="19"/>
                    <a:pt x="51" y="24"/>
                  </a:cubicBezTo>
                  <a:cubicBezTo>
                    <a:pt x="49" y="27"/>
                    <a:pt x="47" y="29"/>
                    <a:pt x="45" y="30"/>
                  </a:cubicBezTo>
                  <a:cubicBezTo>
                    <a:pt x="44" y="30"/>
                    <a:pt x="42" y="31"/>
                    <a:pt x="41" y="32"/>
                  </a:cubicBezTo>
                  <a:cubicBezTo>
                    <a:pt x="40" y="32"/>
                    <a:pt x="38" y="32"/>
                    <a:pt x="37" y="32"/>
                  </a:cubicBezTo>
                  <a:cubicBezTo>
                    <a:pt x="28" y="32"/>
                    <a:pt x="19" y="31"/>
                    <a:pt x="15" y="26"/>
                  </a:cubicBezTo>
                  <a:cubicBezTo>
                    <a:pt x="12" y="23"/>
                    <a:pt x="6" y="23"/>
                    <a:pt x="3" y="26"/>
                  </a:cubicBezTo>
                  <a:cubicBezTo>
                    <a:pt x="0" y="29"/>
                    <a:pt x="0" y="34"/>
                    <a:pt x="3" y="38"/>
                  </a:cubicBezTo>
                  <a:cubicBezTo>
                    <a:pt x="12" y="47"/>
                    <a:pt x="25" y="48"/>
                    <a:pt x="36" y="48"/>
                  </a:cubicBezTo>
                  <a:cubicBezTo>
                    <a:pt x="37" y="48"/>
                    <a:pt x="37" y="48"/>
                    <a:pt x="37" y="48"/>
                  </a:cubicBezTo>
                  <a:close/>
                </a:path>
              </a:pathLst>
            </a:custGeom>
            <a:solidFill>
              <a:srgbClr val="65D4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6"/>
            <p:cNvSpPr>
              <a:spLocks/>
            </p:cNvSpPr>
            <p:nvPr/>
          </p:nvSpPr>
          <p:spPr bwMode="auto">
            <a:xfrm>
              <a:off x="5607699" y="3459568"/>
              <a:ext cx="73819" cy="227441"/>
            </a:xfrm>
            <a:custGeom>
              <a:avLst/>
              <a:gdLst>
                <a:gd name="T0" fmla="*/ 17 w 39"/>
                <a:gd name="T1" fmla="*/ 121 h 121"/>
                <a:gd name="T2" fmla="*/ 22 w 39"/>
                <a:gd name="T3" fmla="*/ 120 h 121"/>
                <a:gd name="T4" fmla="*/ 24 w 39"/>
                <a:gd name="T5" fmla="*/ 109 h 121"/>
                <a:gd name="T6" fmla="*/ 21 w 39"/>
                <a:gd name="T7" fmla="*/ 78 h 121"/>
                <a:gd name="T8" fmla="*/ 26 w 39"/>
                <a:gd name="T9" fmla="*/ 69 h 121"/>
                <a:gd name="T10" fmla="*/ 31 w 39"/>
                <a:gd name="T11" fmla="*/ 61 h 121"/>
                <a:gd name="T12" fmla="*/ 28 w 39"/>
                <a:gd name="T13" fmla="*/ 5 h 121"/>
                <a:gd name="T14" fmla="*/ 17 w 39"/>
                <a:gd name="T15" fmla="*/ 2 h 121"/>
                <a:gd name="T16" fmla="*/ 14 w 39"/>
                <a:gd name="T17" fmla="*/ 13 h 121"/>
                <a:gd name="T18" fmla="*/ 16 w 39"/>
                <a:gd name="T19" fmla="*/ 54 h 121"/>
                <a:gd name="T20" fmla="*/ 12 w 39"/>
                <a:gd name="T21" fmla="*/ 61 h 121"/>
                <a:gd name="T22" fmla="*/ 7 w 39"/>
                <a:gd name="T23" fmla="*/ 72 h 121"/>
                <a:gd name="T24" fmla="*/ 10 w 39"/>
                <a:gd name="T25" fmla="*/ 117 h 121"/>
                <a:gd name="T26" fmla="*/ 17 w 39"/>
                <a:gd name="T27" fmla="*/ 12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 h="121">
                  <a:moveTo>
                    <a:pt x="17" y="121"/>
                  </a:moveTo>
                  <a:cubicBezTo>
                    <a:pt x="19" y="121"/>
                    <a:pt x="20" y="121"/>
                    <a:pt x="22" y="120"/>
                  </a:cubicBezTo>
                  <a:cubicBezTo>
                    <a:pt x="25" y="117"/>
                    <a:pt x="26" y="113"/>
                    <a:pt x="24" y="109"/>
                  </a:cubicBezTo>
                  <a:cubicBezTo>
                    <a:pt x="18" y="100"/>
                    <a:pt x="17" y="88"/>
                    <a:pt x="21" y="78"/>
                  </a:cubicBezTo>
                  <a:cubicBezTo>
                    <a:pt x="23" y="75"/>
                    <a:pt x="24" y="72"/>
                    <a:pt x="26" y="69"/>
                  </a:cubicBezTo>
                  <a:cubicBezTo>
                    <a:pt x="28" y="66"/>
                    <a:pt x="29" y="64"/>
                    <a:pt x="31" y="61"/>
                  </a:cubicBezTo>
                  <a:cubicBezTo>
                    <a:pt x="39" y="43"/>
                    <a:pt x="38" y="22"/>
                    <a:pt x="28" y="5"/>
                  </a:cubicBezTo>
                  <a:cubicBezTo>
                    <a:pt x="26" y="1"/>
                    <a:pt x="21" y="0"/>
                    <a:pt x="17" y="2"/>
                  </a:cubicBezTo>
                  <a:cubicBezTo>
                    <a:pt x="13" y="4"/>
                    <a:pt x="12" y="9"/>
                    <a:pt x="14" y="13"/>
                  </a:cubicBezTo>
                  <a:cubicBezTo>
                    <a:pt x="21" y="25"/>
                    <a:pt x="22" y="41"/>
                    <a:pt x="16" y="54"/>
                  </a:cubicBezTo>
                  <a:cubicBezTo>
                    <a:pt x="15" y="56"/>
                    <a:pt x="13" y="58"/>
                    <a:pt x="12" y="61"/>
                  </a:cubicBezTo>
                  <a:cubicBezTo>
                    <a:pt x="10" y="64"/>
                    <a:pt x="8" y="68"/>
                    <a:pt x="7" y="72"/>
                  </a:cubicBezTo>
                  <a:cubicBezTo>
                    <a:pt x="0" y="86"/>
                    <a:pt x="2" y="104"/>
                    <a:pt x="10" y="117"/>
                  </a:cubicBezTo>
                  <a:cubicBezTo>
                    <a:pt x="12" y="120"/>
                    <a:pt x="15" y="121"/>
                    <a:pt x="17" y="121"/>
                  </a:cubicBezTo>
                  <a:close/>
                </a:path>
              </a:pathLst>
            </a:custGeom>
            <a:solidFill>
              <a:srgbClr val="65D4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7"/>
            <p:cNvSpPr>
              <a:spLocks/>
            </p:cNvSpPr>
            <p:nvPr/>
          </p:nvSpPr>
          <p:spPr bwMode="auto">
            <a:xfrm>
              <a:off x="5884021" y="3504458"/>
              <a:ext cx="73819" cy="238415"/>
            </a:xfrm>
            <a:custGeom>
              <a:avLst/>
              <a:gdLst>
                <a:gd name="T0" fmla="*/ 16 w 39"/>
                <a:gd name="T1" fmla="*/ 93 h 127"/>
                <a:gd name="T2" fmla="*/ 16 w 39"/>
                <a:gd name="T3" fmla="*/ 117 h 127"/>
                <a:gd name="T4" fmla="*/ 21 w 39"/>
                <a:gd name="T5" fmla="*/ 127 h 127"/>
                <a:gd name="T6" fmla="*/ 23 w 39"/>
                <a:gd name="T7" fmla="*/ 127 h 127"/>
                <a:gd name="T8" fmla="*/ 31 w 39"/>
                <a:gd name="T9" fmla="*/ 122 h 127"/>
                <a:gd name="T10" fmla="*/ 32 w 39"/>
                <a:gd name="T11" fmla="*/ 88 h 127"/>
                <a:gd name="T12" fmla="*/ 27 w 39"/>
                <a:gd name="T13" fmla="*/ 77 h 127"/>
                <a:gd name="T14" fmla="*/ 24 w 39"/>
                <a:gd name="T15" fmla="*/ 70 h 127"/>
                <a:gd name="T16" fmla="*/ 36 w 39"/>
                <a:gd name="T17" fmla="*/ 15 h 127"/>
                <a:gd name="T18" fmla="*/ 36 w 39"/>
                <a:gd name="T19" fmla="*/ 4 h 127"/>
                <a:gd name="T20" fmla="*/ 25 w 39"/>
                <a:gd name="T21" fmla="*/ 4 h 127"/>
                <a:gd name="T22" fmla="*/ 9 w 39"/>
                <a:gd name="T23" fmla="*/ 76 h 127"/>
                <a:gd name="T24" fmla="*/ 13 w 39"/>
                <a:gd name="T25" fmla="*/ 84 h 127"/>
                <a:gd name="T26" fmla="*/ 16 w 39"/>
                <a:gd name="T27" fmla="*/ 9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 h="127">
                  <a:moveTo>
                    <a:pt x="16" y="93"/>
                  </a:moveTo>
                  <a:cubicBezTo>
                    <a:pt x="19" y="101"/>
                    <a:pt x="18" y="109"/>
                    <a:pt x="16" y="117"/>
                  </a:cubicBezTo>
                  <a:cubicBezTo>
                    <a:pt x="14" y="121"/>
                    <a:pt x="16" y="125"/>
                    <a:pt x="21" y="127"/>
                  </a:cubicBezTo>
                  <a:cubicBezTo>
                    <a:pt x="21" y="127"/>
                    <a:pt x="22" y="127"/>
                    <a:pt x="23" y="127"/>
                  </a:cubicBezTo>
                  <a:cubicBezTo>
                    <a:pt x="27" y="127"/>
                    <a:pt x="30" y="125"/>
                    <a:pt x="31" y="122"/>
                  </a:cubicBezTo>
                  <a:cubicBezTo>
                    <a:pt x="35" y="111"/>
                    <a:pt x="35" y="99"/>
                    <a:pt x="32" y="88"/>
                  </a:cubicBezTo>
                  <a:cubicBezTo>
                    <a:pt x="30" y="84"/>
                    <a:pt x="29" y="81"/>
                    <a:pt x="27" y="77"/>
                  </a:cubicBezTo>
                  <a:cubicBezTo>
                    <a:pt x="26" y="75"/>
                    <a:pt x="25" y="72"/>
                    <a:pt x="24" y="70"/>
                  </a:cubicBezTo>
                  <a:cubicBezTo>
                    <a:pt x="18" y="52"/>
                    <a:pt x="22" y="29"/>
                    <a:pt x="36" y="15"/>
                  </a:cubicBezTo>
                  <a:cubicBezTo>
                    <a:pt x="39" y="12"/>
                    <a:pt x="39" y="7"/>
                    <a:pt x="36" y="4"/>
                  </a:cubicBezTo>
                  <a:cubicBezTo>
                    <a:pt x="33" y="0"/>
                    <a:pt x="28" y="1"/>
                    <a:pt x="25" y="4"/>
                  </a:cubicBezTo>
                  <a:cubicBezTo>
                    <a:pt x="6" y="22"/>
                    <a:pt x="0" y="51"/>
                    <a:pt x="9" y="76"/>
                  </a:cubicBezTo>
                  <a:cubicBezTo>
                    <a:pt x="10" y="79"/>
                    <a:pt x="11" y="81"/>
                    <a:pt x="13" y="84"/>
                  </a:cubicBezTo>
                  <a:cubicBezTo>
                    <a:pt x="14" y="87"/>
                    <a:pt x="15" y="90"/>
                    <a:pt x="16" y="93"/>
                  </a:cubicBezTo>
                  <a:close/>
                </a:path>
              </a:pathLst>
            </a:custGeom>
            <a:solidFill>
              <a:srgbClr val="65D4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8"/>
            <p:cNvSpPr>
              <a:spLocks/>
            </p:cNvSpPr>
            <p:nvPr/>
          </p:nvSpPr>
          <p:spPr bwMode="auto">
            <a:xfrm>
              <a:off x="5429138" y="3568301"/>
              <a:ext cx="271333" cy="359118"/>
            </a:xfrm>
            <a:custGeom>
              <a:avLst/>
              <a:gdLst>
                <a:gd name="T0" fmla="*/ 17 w 144"/>
                <a:gd name="T1" fmla="*/ 119 h 191"/>
                <a:gd name="T2" fmla="*/ 22 w 144"/>
                <a:gd name="T3" fmla="*/ 122 h 191"/>
                <a:gd name="T4" fmla="*/ 24 w 144"/>
                <a:gd name="T5" fmla="*/ 161 h 191"/>
                <a:gd name="T6" fmla="*/ 30 w 144"/>
                <a:gd name="T7" fmla="*/ 165 h 191"/>
                <a:gd name="T8" fmla="*/ 35 w 144"/>
                <a:gd name="T9" fmla="*/ 164 h 191"/>
                <a:gd name="T10" fmla="*/ 37 w 144"/>
                <a:gd name="T11" fmla="*/ 153 h 191"/>
                <a:gd name="T12" fmla="*/ 38 w 144"/>
                <a:gd name="T13" fmla="*/ 128 h 191"/>
                <a:gd name="T14" fmla="*/ 50 w 144"/>
                <a:gd name="T15" fmla="*/ 129 h 191"/>
                <a:gd name="T16" fmla="*/ 64 w 144"/>
                <a:gd name="T17" fmla="*/ 125 h 191"/>
                <a:gd name="T18" fmla="*/ 72 w 144"/>
                <a:gd name="T19" fmla="*/ 122 h 191"/>
                <a:gd name="T20" fmla="*/ 113 w 144"/>
                <a:gd name="T21" fmla="*/ 138 h 191"/>
                <a:gd name="T22" fmla="*/ 117 w 144"/>
                <a:gd name="T23" fmla="*/ 143 h 191"/>
                <a:gd name="T24" fmla="*/ 116 w 144"/>
                <a:gd name="T25" fmla="*/ 143 h 191"/>
                <a:gd name="T26" fmla="*/ 93 w 144"/>
                <a:gd name="T27" fmla="*/ 171 h 191"/>
                <a:gd name="T28" fmla="*/ 91 w 144"/>
                <a:gd name="T29" fmla="*/ 182 h 191"/>
                <a:gd name="T30" fmla="*/ 97 w 144"/>
                <a:gd name="T31" fmla="*/ 186 h 191"/>
                <a:gd name="T32" fmla="*/ 102 w 144"/>
                <a:gd name="T33" fmla="*/ 184 h 191"/>
                <a:gd name="T34" fmla="*/ 125 w 144"/>
                <a:gd name="T35" fmla="*/ 161 h 191"/>
                <a:gd name="T36" fmla="*/ 128 w 144"/>
                <a:gd name="T37" fmla="*/ 183 h 191"/>
                <a:gd name="T38" fmla="*/ 136 w 144"/>
                <a:gd name="T39" fmla="*/ 191 h 191"/>
                <a:gd name="T40" fmla="*/ 136 w 144"/>
                <a:gd name="T41" fmla="*/ 191 h 191"/>
                <a:gd name="T42" fmla="*/ 144 w 144"/>
                <a:gd name="T43" fmla="*/ 183 h 191"/>
                <a:gd name="T44" fmla="*/ 125 w 144"/>
                <a:gd name="T45" fmla="*/ 127 h 191"/>
                <a:gd name="T46" fmla="*/ 69 w 144"/>
                <a:gd name="T47" fmla="*/ 107 h 191"/>
                <a:gd name="T48" fmla="*/ 59 w 144"/>
                <a:gd name="T49" fmla="*/ 110 h 191"/>
                <a:gd name="T50" fmla="*/ 48 w 144"/>
                <a:gd name="T51" fmla="*/ 113 h 191"/>
                <a:gd name="T52" fmla="*/ 28 w 144"/>
                <a:gd name="T53" fmla="*/ 106 h 191"/>
                <a:gd name="T54" fmla="*/ 17 w 144"/>
                <a:gd name="T55" fmla="*/ 88 h 191"/>
                <a:gd name="T56" fmla="*/ 25 w 144"/>
                <a:gd name="T57" fmla="*/ 60 h 191"/>
                <a:gd name="T58" fmla="*/ 28 w 144"/>
                <a:gd name="T59" fmla="*/ 51 h 191"/>
                <a:gd name="T60" fmla="*/ 24 w 144"/>
                <a:gd name="T61" fmla="*/ 3 h 191"/>
                <a:gd name="T62" fmla="*/ 13 w 144"/>
                <a:gd name="T63" fmla="*/ 3 h 191"/>
                <a:gd name="T64" fmla="*/ 12 w 144"/>
                <a:gd name="T65" fmla="*/ 14 h 191"/>
                <a:gd name="T66" fmla="*/ 13 w 144"/>
                <a:gd name="T67" fmla="*/ 45 h 191"/>
                <a:gd name="T68" fmla="*/ 10 w 144"/>
                <a:gd name="T69" fmla="*/ 54 h 191"/>
                <a:gd name="T70" fmla="*/ 1 w 144"/>
                <a:gd name="T71" fmla="*/ 89 h 191"/>
                <a:gd name="T72" fmla="*/ 17 w 144"/>
                <a:gd name="T73" fmla="*/ 11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4" h="191">
                  <a:moveTo>
                    <a:pt x="17" y="119"/>
                  </a:moveTo>
                  <a:cubicBezTo>
                    <a:pt x="19" y="120"/>
                    <a:pt x="21" y="121"/>
                    <a:pt x="22" y="122"/>
                  </a:cubicBezTo>
                  <a:cubicBezTo>
                    <a:pt x="16" y="134"/>
                    <a:pt x="16" y="150"/>
                    <a:pt x="24" y="161"/>
                  </a:cubicBezTo>
                  <a:cubicBezTo>
                    <a:pt x="25" y="164"/>
                    <a:pt x="28" y="165"/>
                    <a:pt x="30" y="165"/>
                  </a:cubicBezTo>
                  <a:cubicBezTo>
                    <a:pt x="32" y="165"/>
                    <a:pt x="33" y="165"/>
                    <a:pt x="35" y="164"/>
                  </a:cubicBezTo>
                  <a:cubicBezTo>
                    <a:pt x="39" y="162"/>
                    <a:pt x="40" y="157"/>
                    <a:pt x="37" y="153"/>
                  </a:cubicBezTo>
                  <a:cubicBezTo>
                    <a:pt x="33" y="145"/>
                    <a:pt x="33" y="135"/>
                    <a:pt x="38" y="128"/>
                  </a:cubicBezTo>
                  <a:cubicBezTo>
                    <a:pt x="42" y="129"/>
                    <a:pt x="46" y="129"/>
                    <a:pt x="50" y="129"/>
                  </a:cubicBezTo>
                  <a:cubicBezTo>
                    <a:pt x="55" y="128"/>
                    <a:pt x="59" y="126"/>
                    <a:pt x="64" y="125"/>
                  </a:cubicBezTo>
                  <a:cubicBezTo>
                    <a:pt x="67" y="124"/>
                    <a:pt x="69" y="123"/>
                    <a:pt x="72" y="122"/>
                  </a:cubicBezTo>
                  <a:cubicBezTo>
                    <a:pt x="86" y="120"/>
                    <a:pt x="103" y="126"/>
                    <a:pt x="113" y="138"/>
                  </a:cubicBezTo>
                  <a:cubicBezTo>
                    <a:pt x="114" y="139"/>
                    <a:pt x="116" y="141"/>
                    <a:pt x="117" y="143"/>
                  </a:cubicBezTo>
                  <a:cubicBezTo>
                    <a:pt x="117" y="143"/>
                    <a:pt x="117" y="143"/>
                    <a:pt x="116" y="143"/>
                  </a:cubicBezTo>
                  <a:cubicBezTo>
                    <a:pt x="111" y="154"/>
                    <a:pt x="103" y="164"/>
                    <a:pt x="93" y="171"/>
                  </a:cubicBezTo>
                  <a:cubicBezTo>
                    <a:pt x="89" y="174"/>
                    <a:pt x="88" y="179"/>
                    <a:pt x="91" y="182"/>
                  </a:cubicBezTo>
                  <a:cubicBezTo>
                    <a:pt x="92" y="185"/>
                    <a:pt x="95" y="186"/>
                    <a:pt x="97" y="186"/>
                  </a:cubicBezTo>
                  <a:cubicBezTo>
                    <a:pt x="99" y="186"/>
                    <a:pt x="101" y="185"/>
                    <a:pt x="102" y="184"/>
                  </a:cubicBezTo>
                  <a:cubicBezTo>
                    <a:pt x="111" y="178"/>
                    <a:pt x="119" y="170"/>
                    <a:pt x="125" y="161"/>
                  </a:cubicBezTo>
                  <a:cubicBezTo>
                    <a:pt x="127" y="168"/>
                    <a:pt x="128" y="175"/>
                    <a:pt x="128" y="183"/>
                  </a:cubicBezTo>
                  <a:cubicBezTo>
                    <a:pt x="128" y="187"/>
                    <a:pt x="132" y="191"/>
                    <a:pt x="136" y="191"/>
                  </a:cubicBezTo>
                  <a:cubicBezTo>
                    <a:pt x="136" y="191"/>
                    <a:pt x="136" y="191"/>
                    <a:pt x="136" y="191"/>
                  </a:cubicBezTo>
                  <a:cubicBezTo>
                    <a:pt x="141" y="191"/>
                    <a:pt x="144" y="188"/>
                    <a:pt x="144" y="183"/>
                  </a:cubicBezTo>
                  <a:cubicBezTo>
                    <a:pt x="144" y="162"/>
                    <a:pt x="138" y="142"/>
                    <a:pt x="125" y="127"/>
                  </a:cubicBezTo>
                  <a:cubicBezTo>
                    <a:pt x="111" y="111"/>
                    <a:pt x="89" y="103"/>
                    <a:pt x="69" y="107"/>
                  </a:cubicBezTo>
                  <a:cubicBezTo>
                    <a:pt x="65" y="107"/>
                    <a:pt x="62" y="109"/>
                    <a:pt x="59" y="110"/>
                  </a:cubicBezTo>
                  <a:cubicBezTo>
                    <a:pt x="55" y="111"/>
                    <a:pt x="51" y="112"/>
                    <a:pt x="48" y="113"/>
                  </a:cubicBezTo>
                  <a:cubicBezTo>
                    <a:pt x="41" y="113"/>
                    <a:pt x="34" y="111"/>
                    <a:pt x="28" y="106"/>
                  </a:cubicBezTo>
                  <a:cubicBezTo>
                    <a:pt x="21" y="101"/>
                    <a:pt x="18" y="95"/>
                    <a:pt x="17" y="88"/>
                  </a:cubicBezTo>
                  <a:cubicBezTo>
                    <a:pt x="17" y="79"/>
                    <a:pt x="21" y="70"/>
                    <a:pt x="25" y="60"/>
                  </a:cubicBezTo>
                  <a:cubicBezTo>
                    <a:pt x="26" y="57"/>
                    <a:pt x="27" y="54"/>
                    <a:pt x="28" y="51"/>
                  </a:cubicBezTo>
                  <a:cubicBezTo>
                    <a:pt x="36" y="31"/>
                    <a:pt x="34" y="14"/>
                    <a:pt x="24" y="3"/>
                  </a:cubicBezTo>
                  <a:cubicBezTo>
                    <a:pt x="21" y="0"/>
                    <a:pt x="16" y="0"/>
                    <a:pt x="13" y="3"/>
                  </a:cubicBezTo>
                  <a:cubicBezTo>
                    <a:pt x="9" y="6"/>
                    <a:pt x="9" y="11"/>
                    <a:pt x="12" y="14"/>
                  </a:cubicBezTo>
                  <a:cubicBezTo>
                    <a:pt x="20" y="23"/>
                    <a:pt x="16" y="39"/>
                    <a:pt x="13" y="45"/>
                  </a:cubicBezTo>
                  <a:cubicBezTo>
                    <a:pt x="12" y="48"/>
                    <a:pt x="11" y="51"/>
                    <a:pt x="10" y="54"/>
                  </a:cubicBezTo>
                  <a:cubicBezTo>
                    <a:pt x="5" y="65"/>
                    <a:pt x="0" y="76"/>
                    <a:pt x="1" y="89"/>
                  </a:cubicBezTo>
                  <a:cubicBezTo>
                    <a:pt x="2" y="100"/>
                    <a:pt x="8" y="111"/>
                    <a:pt x="17" y="119"/>
                  </a:cubicBezTo>
                  <a:close/>
                </a:path>
              </a:pathLst>
            </a:custGeom>
            <a:solidFill>
              <a:srgbClr val="65D4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9"/>
            <p:cNvSpPr>
              <a:spLocks/>
            </p:cNvSpPr>
            <p:nvPr/>
          </p:nvSpPr>
          <p:spPr bwMode="auto">
            <a:xfrm>
              <a:off x="5852099" y="3936397"/>
              <a:ext cx="148635" cy="212478"/>
            </a:xfrm>
            <a:custGeom>
              <a:avLst/>
              <a:gdLst>
                <a:gd name="T0" fmla="*/ 6 w 79"/>
                <a:gd name="T1" fmla="*/ 75 h 113"/>
                <a:gd name="T2" fmla="*/ 9 w 79"/>
                <a:gd name="T3" fmla="*/ 76 h 113"/>
                <a:gd name="T4" fmla="*/ 16 w 79"/>
                <a:gd name="T5" fmla="*/ 72 h 113"/>
                <a:gd name="T6" fmla="*/ 31 w 79"/>
                <a:gd name="T7" fmla="*/ 55 h 113"/>
                <a:gd name="T8" fmla="*/ 39 w 79"/>
                <a:gd name="T9" fmla="*/ 52 h 113"/>
                <a:gd name="T10" fmla="*/ 63 w 79"/>
                <a:gd name="T11" fmla="*/ 110 h 113"/>
                <a:gd name="T12" fmla="*/ 69 w 79"/>
                <a:gd name="T13" fmla="*/ 113 h 113"/>
                <a:gd name="T14" fmla="*/ 74 w 79"/>
                <a:gd name="T15" fmla="*/ 111 h 113"/>
                <a:gd name="T16" fmla="*/ 75 w 79"/>
                <a:gd name="T17" fmla="*/ 100 h 113"/>
                <a:gd name="T18" fmla="*/ 55 w 79"/>
                <a:gd name="T19" fmla="*/ 46 h 113"/>
                <a:gd name="T20" fmla="*/ 58 w 79"/>
                <a:gd name="T21" fmla="*/ 44 h 113"/>
                <a:gd name="T22" fmla="*/ 78 w 79"/>
                <a:gd name="T23" fmla="*/ 12 h 113"/>
                <a:gd name="T24" fmla="*/ 72 w 79"/>
                <a:gd name="T25" fmla="*/ 2 h 113"/>
                <a:gd name="T26" fmla="*/ 62 w 79"/>
                <a:gd name="T27" fmla="*/ 7 h 113"/>
                <a:gd name="T28" fmla="*/ 49 w 79"/>
                <a:gd name="T29" fmla="*/ 30 h 113"/>
                <a:gd name="T30" fmla="*/ 37 w 79"/>
                <a:gd name="T31" fmla="*/ 36 h 113"/>
                <a:gd name="T32" fmla="*/ 23 w 79"/>
                <a:gd name="T33" fmla="*/ 41 h 113"/>
                <a:gd name="T34" fmla="*/ 2 w 79"/>
                <a:gd name="T35" fmla="*/ 65 h 113"/>
                <a:gd name="T36" fmla="*/ 6 w 79"/>
                <a:gd name="T37" fmla="*/ 75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9" h="113">
                  <a:moveTo>
                    <a:pt x="6" y="75"/>
                  </a:moveTo>
                  <a:cubicBezTo>
                    <a:pt x="7" y="76"/>
                    <a:pt x="8" y="76"/>
                    <a:pt x="9" y="76"/>
                  </a:cubicBezTo>
                  <a:cubicBezTo>
                    <a:pt x="12" y="76"/>
                    <a:pt x="15" y="75"/>
                    <a:pt x="16" y="72"/>
                  </a:cubicBezTo>
                  <a:cubicBezTo>
                    <a:pt x="20" y="64"/>
                    <a:pt x="25" y="58"/>
                    <a:pt x="31" y="55"/>
                  </a:cubicBezTo>
                  <a:cubicBezTo>
                    <a:pt x="33" y="54"/>
                    <a:pt x="36" y="53"/>
                    <a:pt x="39" y="52"/>
                  </a:cubicBezTo>
                  <a:cubicBezTo>
                    <a:pt x="40" y="75"/>
                    <a:pt x="53" y="99"/>
                    <a:pt x="63" y="110"/>
                  </a:cubicBezTo>
                  <a:cubicBezTo>
                    <a:pt x="64" y="112"/>
                    <a:pt x="66" y="113"/>
                    <a:pt x="69" y="113"/>
                  </a:cubicBezTo>
                  <a:cubicBezTo>
                    <a:pt x="71" y="113"/>
                    <a:pt x="72" y="113"/>
                    <a:pt x="74" y="111"/>
                  </a:cubicBezTo>
                  <a:cubicBezTo>
                    <a:pt x="77" y="108"/>
                    <a:pt x="78" y="103"/>
                    <a:pt x="75" y="100"/>
                  </a:cubicBezTo>
                  <a:cubicBezTo>
                    <a:pt x="66" y="89"/>
                    <a:pt x="54" y="64"/>
                    <a:pt x="55" y="46"/>
                  </a:cubicBezTo>
                  <a:cubicBezTo>
                    <a:pt x="56" y="45"/>
                    <a:pt x="57" y="44"/>
                    <a:pt x="58" y="44"/>
                  </a:cubicBezTo>
                  <a:cubicBezTo>
                    <a:pt x="70" y="36"/>
                    <a:pt x="75" y="21"/>
                    <a:pt x="78" y="12"/>
                  </a:cubicBezTo>
                  <a:cubicBezTo>
                    <a:pt x="79" y="7"/>
                    <a:pt x="76" y="3"/>
                    <a:pt x="72" y="2"/>
                  </a:cubicBezTo>
                  <a:cubicBezTo>
                    <a:pt x="68" y="0"/>
                    <a:pt x="63" y="3"/>
                    <a:pt x="62" y="7"/>
                  </a:cubicBezTo>
                  <a:cubicBezTo>
                    <a:pt x="59" y="19"/>
                    <a:pt x="55" y="27"/>
                    <a:pt x="49" y="30"/>
                  </a:cubicBezTo>
                  <a:cubicBezTo>
                    <a:pt x="45" y="33"/>
                    <a:pt x="41" y="34"/>
                    <a:pt x="37" y="36"/>
                  </a:cubicBezTo>
                  <a:cubicBezTo>
                    <a:pt x="32" y="37"/>
                    <a:pt x="27" y="39"/>
                    <a:pt x="23" y="41"/>
                  </a:cubicBezTo>
                  <a:cubicBezTo>
                    <a:pt x="14" y="46"/>
                    <a:pt x="7" y="54"/>
                    <a:pt x="2" y="65"/>
                  </a:cubicBezTo>
                  <a:cubicBezTo>
                    <a:pt x="0" y="69"/>
                    <a:pt x="2" y="73"/>
                    <a:pt x="6" y="75"/>
                  </a:cubicBezTo>
                  <a:close/>
                </a:path>
              </a:pathLst>
            </a:custGeom>
            <a:solidFill>
              <a:srgbClr val="65D4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10"/>
            <p:cNvSpPr>
              <a:spLocks/>
            </p:cNvSpPr>
            <p:nvPr/>
          </p:nvSpPr>
          <p:spPr bwMode="auto">
            <a:xfrm>
              <a:off x="5267535" y="3946372"/>
              <a:ext cx="129681" cy="195520"/>
            </a:xfrm>
            <a:custGeom>
              <a:avLst/>
              <a:gdLst>
                <a:gd name="T0" fmla="*/ 43 w 69"/>
                <a:gd name="T1" fmla="*/ 94 h 104"/>
                <a:gd name="T2" fmla="*/ 37 w 69"/>
                <a:gd name="T3" fmla="*/ 83 h 104"/>
                <a:gd name="T4" fmla="*/ 35 w 69"/>
                <a:gd name="T5" fmla="*/ 81 h 104"/>
                <a:gd name="T6" fmla="*/ 30 w 69"/>
                <a:gd name="T7" fmla="*/ 58 h 104"/>
                <a:gd name="T8" fmla="*/ 32 w 69"/>
                <a:gd name="T9" fmla="*/ 41 h 104"/>
                <a:gd name="T10" fmla="*/ 45 w 69"/>
                <a:gd name="T11" fmla="*/ 43 h 104"/>
                <a:gd name="T12" fmla="*/ 63 w 69"/>
                <a:gd name="T13" fmla="*/ 39 h 104"/>
                <a:gd name="T14" fmla="*/ 67 w 69"/>
                <a:gd name="T15" fmla="*/ 29 h 104"/>
                <a:gd name="T16" fmla="*/ 56 w 69"/>
                <a:gd name="T17" fmla="*/ 24 h 104"/>
                <a:gd name="T18" fmla="*/ 33 w 69"/>
                <a:gd name="T19" fmla="*/ 24 h 104"/>
                <a:gd name="T20" fmla="*/ 33 w 69"/>
                <a:gd name="T21" fmla="*/ 24 h 104"/>
                <a:gd name="T22" fmla="*/ 28 w 69"/>
                <a:gd name="T23" fmla="*/ 21 h 104"/>
                <a:gd name="T24" fmla="*/ 28 w 69"/>
                <a:gd name="T25" fmla="*/ 21 h 104"/>
                <a:gd name="T26" fmla="*/ 17 w 69"/>
                <a:gd name="T27" fmla="*/ 7 h 104"/>
                <a:gd name="T28" fmla="*/ 7 w 69"/>
                <a:gd name="T29" fmla="*/ 1 h 104"/>
                <a:gd name="T30" fmla="*/ 2 w 69"/>
                <a:gd name="T31" fmla="*/ 12 h 104"/>
                <a:gd name="T32" fmla="*/ 17 w 69"/>
                <a:gd name="T33" fmla="*/ 33 h 104"/>
                <a:gd name="T34" fmla="*/ 13 w 69"/>
                <a:gd name="T35" fmla="*/ 57 h 104"/>
                <a:gd name="T36" fmla="*/ 22 w 69"/>
                <a:gd name="T37" fmla="*/ 89 h 104"/>
                <a:gd name="T38" fmla="*/ 24 w 69"/>
                <a:gd name="T39" fmla="*/ 93 h 104"/>
                <a:gd name="T40" fmla="*/ 27 w 69"/>
                <a:gd name="T41" fmla="*/ 98 h 104"/>
                <a:gd name="T42" fmla="*/ 35 w 69"/>
                <a:gd name="T43" fmla="*/ 104 h 104"/>
                <a:gd name="T44" fmla="*/ 37 w 69"/>
                <a:gd name="T45" fmla="*/ 104 h 104"/>
                <a:gd name="T46" fmla="*/ 43 w 69"/>
                <a:gd name="T47" fmla="*/ 9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9" h="104">
                  <a:moveTo>
                    <a:pt x="43" y="94"/>
                  </a:moveTo>
                  <a:cubicBezTo>
                    <a:pt x="42" y="90"/>
                    <a:pt x="39" y="86"/>
                    <a:pt x="37" y="83"/>
                  </a:cubicBezTo>
                  <a:cubicBezTo>
                    <a:pt x="36" y="82"/>
                    <a:pt x="36" y="81"/>
                    <a:pt x="35" y="81"/>
                  </a:cubicBezTo>
                  <a:cubicBezTo>
                    <a:pt x="30" y="73"/>
                    <a:pt x="29" y="64"/>
                    <a:pt x="30" y="58"/>
                  </a:cubicBezTo>
                  <a:cubicBezTo>
                    <a:pt x="30" y="52"/>
                    <a:pt x="31" y="46"/>
                    <a:pt x="32" y="41"/>
                  </a:cubicBezTo>
                  <a:cubicBezTo>
                    <a:pt x="36" y="42"/>
                    <a:pt x="40" y="43"/>
                    <a:pt x="45" y="43"/>
                  </a:cubicBezTo>
                  <a:cubicBezTo>
                    <a:pt x="51" y="43"/>
                    <a:pt x="57" y="42"/>
                    <a:pt x="63" y="39"/>
                  </a:cubicBezTo>
                  <a:cubicBezTo>
                    <a:pt x="67" y="37"/>
                    <a:pt x="69" y="33"/>
                    <a:pt x="67" y="29"/>
                  </a:cubicBezTo>
                  <a:cubicBezTo>
                    <a:pt x="65" y="24"/>
                    <a:pt x="60" y="23"/>
                    <a:pt x="56" y="24"/>
                  </a:cubicBezTo>
                  <a:cubicBezTo>
                    <a:pt x="49" y="27"/>
                    <a:pt x="40" y="27"/>
                    <a:pt x="33" y="24"/>
                  </a:cubicBezTo>
                  <a:cubicBezTo>
                    <a:pt x="33" y="24"/>
                    <a:pt x="33" y="24"/>
                    <a:pt x="33" y="24"/>
                  </a:cubicBezTo>
                  <a:cubicBezTo>
                    <a:pt x="32" y="23"/>
                    <a:pt x="30" y="22"/>
                    <a:pt x="28" y="21"/>
                  </a:cubicBezTo>
                  <a:cubicBezTo>
                    <a:pt x="28" y="21"/>
                    <a:pt x="28" y="21"/>
                    <a:pt x="28" y="21"/>
                  </a:cubicBezTo>
                  <a:cubicBezTo>
                    <a:pt x="23" y="18"/>
                    <a:pt x="19" y="12"/>
                    <a:pt x="17" y="7"/>
                  </a:cubicBezTo>
                  <a:cubicBezTo>
                    <a:pt x="16" y="2"/>
                    <a:pt x="11" y="0"/>
                    <a:pt x="7" y="1"/>
                  </a:cubicBezTo>
                  <a:cubicBezTo>
                    <a:pt x="3" y="3"/>
                    <a:pt x="0" y="7"/>
                    <a:pt x="2" y="12"/>
                  </a:cubicBezTo>
                  <a:cubicBezTo>
                    <a:pt x="4" y="20"/>
                    <a:pt x="10" y="28"/>
                    <a:pt x="17" y="33"/>
                  </a:cubicBezTo>
                  <a:cubicBezTo>
                    <a:pt x="15" y="41"/>
                    <a:pt x="14" y="49"/>
                    <a:pt x="13" y="57"/>
                  </a:cubicBezTo>
                  <a:cubicBezTo>
                    <a:pt x="13" y="70"/>
                    <a:pt x="16" y="81"/>
                    <a:pt x="22" y="89"/>
                  </a:cubicBezTo>
                  <a:cubicBezTo>
                    <a:pt x="22" y="91"/>
                    <a:pt x="23" y="92"/>
                    <a:pt x="24" y="93"/>
                  </a:cubicBezTo>
                  <a:cubicBezTo>
                    <a:pt x="25" y="95"/>
                    <a:pt x="27" y="97"/>
                    <a:pt x="27" y="98"/>
                  </a:cubicBezTo>
                  <a:cubicBezTo>
                    <a:pt x="28" y="102"/>
                    <a:pt x="31" y="104"/>
                    <a:pt x="35" y="104"/>
                  </a:cubicBezTo>
                  <a:cubicBezTo>
                    <a:pt x="36" y="104"/>
                    <a:pt x="36" y="104"/>
                    <a:pt x="37" y="104"/>
                  </a:cubicBezTo>
                  <a:cubicBezTo>
                    <a:pt x="41" y="103"/>
                    <a:pt x="44" y="98"/>
                    <a:pt x="43" y="94"/>
                  </a:cubicBezTo>
                  <a:close/>
                </a:path>
              </a:pathLst>
            </a:custGeom>
            <a:solidFill>
              <a:srgbClr val="65D4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11"/>
            <p:cNvSpPr>
              <a:spLocks/>
            </p:cNvSpPr>
            <p:nvPr/>
          </p:nvSpPr>
          <p:spPr bwMode="auto">
            <a:xfrm>
              <a:off x="5335369" y="4145882"/>
              <a:ext cx="74817" cy="261358"/>
            </a:xfrm>
            <a:custGeom>
              <a:avLst/>
              <a:gdLst>
                <a:gd name="T0" fmla="*/ 18 w 40"/>
                <a:gd name="T1" fmla="*/ 139 h 139"/>
                <a:gd name="T2" fmla="*/ 23 w 40"/>
                <a:gd name="T3" fmla="*/ 137 h 139"/>
                <a:gd name="T4" fmla="*/ 24 w 40"/>
                <a:gd name="T5" fmla="*/ 126 h 139"/>
                <a:gd name="T6" fmla="*/ 16 w 40"/>
                <a:gd name="T7" fmla="*/ 87 h 139"/>
                <a:gd name="T8" fmla="*/ 18 w 40"/>
                <a:gd name="T9" fmla="*/ 71 h 139"/>
                <a:gd name="T10" fmla="*/ 23 w 40"/>
                <a:gd name="T11" fmla="*/ 63 h 139"/>
                <a:gd name="T12" fmla="*/ 26 w 40"/>
                <a:gd name="T13" fmla="*/ 59 h 139"/>
                <a:gd name="T14" fmla="*/ 37 w 40"/>
                <a:gd name="T15" fmla="*/ 7 h 139"/>
                <a:gd name="T16" fmla="*/ 28 w 40"/>
                <a:gd name="T17" fmla="*/ 1 h 139"/>
                <a:gd name="T18" fmla="*/ 21 w 40"/>
                <a:gd name="T19" fmla="*/ 10 h 139"/>
                <a:gd name="T20" fmla="*/ 13 w 40"/>
                <a:gd name="T21" fmla="*/ 50 h 139"/>
                <a:gd name="T22" fmla="*/ 10 w 40"/>
                <a:gd name="T23" fmla="*/ 53 h 139"/>
                <a:gd name="T24" fmla="*/ 3 w 40"/>
                <a:gd name="T25" fmla="*/ 65 h 139"/>
                <a:gd name="T26" fmla="*/ 0 w 40"/>
                <a:gd name="T27" fmla="*/ 87 h 139"/>
                <a:gd name="T28" fmla="*/ 11 w 40"/>
                <a:gd name="T29" fmla="*/ 136 h 139"/>
                <a:gd name="T30" fmla="*/ 18 w 40"/>
                <a:gd name="T31" fmla="*/ 13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0" h="139">
                  <a:moveTo>
                    <a:pt x="18" y="139"/>
                  </a:moveTo>
                  <a:cubicBezTo>
                    <a:pt x="19" y="139"/>
                    <a:pt x="21" y="139"/>
                    <a:pt x="23" y="137"/>
                  </a:cubicBezTo>
                  <a:cubicBezTo>
                    <a:pt x="26" y="135"/>
                    <a:pt x="27" y="129"/>
                    <a:pt x="24" y="126"/>
                  </a:cubicBezTo>
                  <a:cubicBezTo>
                    <a:pt x="16" y="116"/>
                    <a:pt x="16" y="102"/>
                    <a:pt x="16" y="87"/>
                  </a:cubicBezTo>
                  <a:cubicBezTo>
                    <a:pt x="16" y="81"/>
                    <a:pt x="16" y="75"/>
                    <a:pt x="18" y="71"/>
                  </a:cubicBezTo>
                  <a:cubicBezTo>
                    <a:pt x="19" y="68"/>
                    <a:pt x="21" y="66"/>
                    <a:pt x="23" y="63"/>
                  </a:cubicBezTo>
                  <a:cubicBezTo>
                    <a:pt x="24" y="61"/>
                    <a:pt x="25" y="60"/>
                    <a:pt x="26" y="59"/>
                  </a:cubicBezTo>
                  <a:cubicBezTo>
                    <a:pt x="36" y="44"/>
                    <a:pt x="40" y="25"/>
                    <a:pt x="37" y="7"/>
                  </a:cubicBezTo>
                  <a:cubicBezTo>
                    <a:pt x="36" y="3"/>
                    <a:pt x="32" y="0"/>
                    <a:pt x="28" y="1"/>
                  </a:cubicBezTo>
                  <a:cubicBezTo>
                    <a:pt x="23" y="2"/>
                    <a:pt x="20" y="6"/>
                    <a:pt x="21" y="10"/>
                  </a:cubicBezTo>
                  <a:cubicBezTo>
                    <a:pt x="24" y="24"/>
                    <a:pt x="21" y="38"/>
                    <a:pt x="13" y="50"/>
                  </a:cubicBezTo>
                  <a:cubicBezTo>
                    <a:pt x="12" y="51"/>
                    <a:pt x="11" y="52"/>
                    <a:pt x="10" y="53"/>
                  </a:cubicBezTo>
                  <a:cubicBezTo>
                    <a:pt x="8" y="56"/>
                    <a:pt x="5" y="60"/>
                    <a:pt x="3" y="65"/>
                  </a:cubicBezTo>
                  <a:cubicBezTo>
                    <a:pt x="0" y="72"/>
                    <a:pt x="0" y="80"/>
                    <a:pt x="0" y="87"/>
                  </a:cubicBezTo>
                  <a:cubicBezTo>
                    <a:pt x="0" y="105"/>
                    <a:pt x="0" y="122"/>
                    <a:pt x="11" y="136"/>
                  </a:cubicBezTo>
                  <a:cubicBezTo>
                    <a:pt x="13" y="138"/>
                    <a:pt x="15" y="139"/>
                    <a:pt x="18" y="139"/>
                  </a:cubicBezTo>
                  <a:close/>
                </a:path>
              </a:pathLst>
            </a:custGeom>
            <a:solidFill>
              <a:srgbClr val="65D4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12"/>
            <p:cNvSpPr>
              <a:spLocks/>
            </p:cNvSpPr>
            <p:nvPr/>
          </p:nvSpPr>
          <p:spPr bwMode="auto">
            <a:xfrm>
              <a:off x="5350332" y="4382301"/>
              <a:ext cx="367098" cy="409993"/>
            </a:xfrm>
            <a:custGeom>
              <a:avLst/>
              <a:gdLst>
                <a:gd name="T0" fmla="*/ 103 w 195"/>
                <a:gd name="T1" fmla="*/ 133 h 218"/>
                <a:gd name="T2" fmla="*/ 106 w 195"/>
                <a:gd name="T3" fmla="*/ 137 h 218"/>
                <a:gd name="T4" fmla="*/ 162 w 195"/>
                <a:gd name="T5" fmla="*/ 170 h 218"/>
                <a:gd name="T6" fmla="*/ 162 w 195"/>
                <a:gd name="T7" fmla="*/ 171 h 218"/>
                <a:gd name="T8" fmla="*/ 179 w 195"/>
                <a:gd name="T9" fmla="*/ 214 h 218"/>
                <a:gd name="T10" fmla="*/ 185 w 195"/>
                <a:gd name="T11" fmla="*/ 218 h 218"/>
                <a:gd name="T12" fmla="*/ 190 w 195"/>
                <a:gd name="T13" fmla="*/ 217 h 218"/>
                <a:gd name="T14" fmla="*/ 192 w 195"/>
                <a:gd name="T15" fmla="*/ 206 h 218"/>
                <a:gd name="T16" fmla="*/ 178 w 195"/>
                <a:gd name="T17" fmla="*/ 169 h 218"/>
                <a:gd name="T18" fmla="*/ 188 w 195"/>
                <a:gd name="T19" fmla="*/ 136 h 218"/>
                <a:gd name="T20" fmla="*/ 189 w 195"/>
                <a:gd name="T21" fmla="*/ 125 h 218"/>
                <a:gd name="T22" fmla="*/ 177 w 195"/>
                <a:gd name="T23" fmla="*/ 124 h 218"/>
                <a:gd name="T24" fmla="*/ 162 w 195"/>
                <a:gd name="T25" fmla="*/ 154 h 218"/>
                <a:gd name="T26" fmla="*/ 118 w 195"/>
                <a:gd name="T27" fmla="*/ 127 h 218"/>
                <a:gd name="T28" fmla="*/ 115 w 195"/>
                <a:gd name="T29" fmla="*/ 123 h 218"/>
                <a:gd name="T30" fmla="*/ 85 w 195"/>
                <a:gd name="T31" fmla="*/ 101 h 218"/>
                <a:gd name="T32" fmla="*/ 72 w 195"/>
                <a:gd name="T33" fmla="*/ 102 h 218"/>
                <a:gd name="T34" fmla="*/ 65 w 195"/>
                <a:gd name="T35" fmla="*/ 103 h 218"/>
                <a:gd name="T36" fmla="*/ 62 w 195"/>
                <a:gd name="T37" fmla="*/ 102 h 218"/>
                <a:gd name="T38" fmla="*/ 57 w 195"/>
                <a:gd name="T39" fmla="*/ 94 h 218"/>
                <a:gd name="T40" fmla="*/ 51 w 195"/>
                <a:gd name="T41" fmla="*/ 82 h 218"/>
                <a:gd name="T42" fmla="*/ 50 w 195"/>
                <a:gd name="T43" fmla="*/ 81 h 218"/>
                <a:gd name="T44" fmla="*/ 49 w 195"/>
                <a:gd name="T45" fmla="*/ 79 h 218"/>
                <a:gd name="T46" fmla="*/ 45 w 195"/>
                <a:gd name="T47" fmla="*/ 45 h 218"/>
                <a:gd name="T48" fmla="*/ 66 w 195"/>
                <a:gd name="T49" fmla="*/ 18 h 218"/>
                <a:gd name="T50" fmla="*/ 73 w 195"/>
                <a:gd name="T51" fmla="*/ 15 h 218"/>
                <a:gd name="T52" fmla="*/ 71 w 195"/>
                <a:gd name="T53" fmla="*/ 4 h 218"/>
                <a:gd name="T54" fmla="*/ 58 w 195"/>
                <a:gd name="T55" fmla="*/ 4 h 218"/>
                <a:gd name="T56" fmla="*/ 30 w 195"/>
                <a:gd name="T57" fmla="*/ 41 h 218"/>
                <a:gd name="T58" fmla="*/ 29 w 195"/>
                <a:gd name="T59" fmla="*/ 71 h 218"/>
                <a:gd name="T60" fmla="*/ 15 w 195"/>
                <a:gd name="T61" fmla="*/ 65 h 218"/>
                <a:gd name="T62" fmla="*/ 4 w 195"/>
                <a:gd name="T63" fmla="*/ 63 h 218"/>
                <a:gd name="T64" fmla="*/ 2 w 195"/>
                <a:gd name="T65" fmla="*/ 74 h 218"/>
                <a:gd name="T66" fmla="*/ 25 w 195"/>
                <a:gd name="T67" fmla="*/ 87 h 218"/>
                <a:gd name="T68" fmla="*/ 39 w 195"/>
                <a:gd name="T69" fmla="*/ 93 h 218"/>
                <a:gd name="T70" fmla="*/ 43 w 195"/>
                <a:gd name="T71" fmla="*/ 101 h 218"/>
                <a:gd name="T72" fmla="*/ 49 w 195"/>
                <a:gd name="T73" fmla="*/ 112 h 218"/>
                <a:gd name="T74" fmla="*/ 40 w 195"/>
                <a:gd name="T75" fmla="*/ 174 h 218"/>
                <a:gd name="T76" fmla="*/ 48 w 195"/>
                <a:gd name="T77" fmla="*/ 180 h 218"/>
                <a:gd name="T78" fmla="*/ 50 w 195"/>
                <a:gd name="T79" fmla="*/ 180 h 218"/>
                <a:gd name="T80" fmla="*/ 56 w 195"/>
                <a:gd name="T81" fmla="*/ 170 h 218"/>
                <a:gd name="T82" fmla="*/ 64 w 195"/>
                <a:gd name="T83" fmla="*/ 119 h 218"/>
                <a:gd name="T84" fmla="*/ 75 w 195"/>
                <a:gd name="T85" fmla="*/ 118 h 218"/>
                <a:gd name="T86" fmla="*/ 84 w 195"/>
                <a:gd name="T87" fmla="*/ 117 h 218"/>
                <a:gd name="T88" fmla="*/ 103 w 195"/>
                <a:gd name="T89" fmla="*/ 133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95" h="218">
                  <a:moveTo>
                    <a:pt x="103" y="133"/>
                  </a:moveTo>
                  <a:cubicBezTo>
                    <a:pt x="104" y="135"/>
                    <a:pt x="105" y="136"/>
                    <a:pt x="106" y="137"/>
                  </a:cubicBezTo>
                  <a:cubicBezTo>
                    <a:pt x="116" y="150"/>
                    <a:pt x="140" y="169"/>
                    <a:pt x="162" y="170"/>
                  </a:cubicBezTo>
                  <a:cubicBezTo>
                    <a:pt x="162" y="170"/>
                    <a:pt x="162" y="170"/>
                    <a:pt x="162" y="171"/>
                  </a:cubicBezTo>
                  <a:cubicBezTo>
                    <a:pt x="164" y="187"/>
                    <a:pt x="171" y="202"/>
                    <a:pt x="179" y="214"/>
                  </a:cubicBezTo>
                  <a:cubicBezTo>
                    <a:pt x="180" y="217"/>
                    <a:pt x="183" y="218"/>
                    <a:pt x="185" y="218"/>
                  </a:cubicBezTo>
                  <a:cubicBezTo>
                    <a:pt x="187" y="218"/>
                    <a:pt x="188" y="218"/>
                    <a:pt x="190" y="217"/>
                  </a:cubicBezTo>
                  <a:cubicBezTo>
                    <a:pt x="193" y="215"/>
                    <a:pt x="195" y="210"/>
                    <a:pt x="192" y="206"/>
                  </a:cubicBezTo>
                  <a:cubicBezTo>
                    <a:pt x="186" y="195"/>
                    <a:pt x="179" y="182"/>
                    <a:pt x="178" y="169"/>
                  </a:cubicBezTo>
                  <a:cubicBezTo>
                    <a:pt x="176" y="156"/>
                    <a:pt x="180" y="143"/>
                    <a:pt x="188" y="136"/>
                  </a:cubicBezTo>
                  <a:cubicBezTo>
                    <a:pt x="192" y="133"/>
                    <a:pt x="192" y="128"/>
                    <a:pt x="189" y="125"/>
                  </a:cubicBezTo>
                  <a:cubicBezTo>
                    <a:pt x="186" y="121"/>
                    <a:pt x="181" y="121"/>
                    <a:pt x="177" y="124"/>
                  </a:cubicBezTo>
                  <a:cubicBezTo>
                    <a:pt x="169" y="131"/>
                    <a:pt x="164" y="142"/>
                    <a:pt x="162" y="154"/>
                  </a:cubicBezTo>
                  <a:cubicBezTo>
                    <a:pt x="148" y="153"/>
                    <a:pt x="129" y="140"/>
                    <a:pt x="118" y="127"/>
                  </a:cubicBezTo>
                  <a:cubicBezTo>
                    <a:pt x="117" y="126"/>
                    <a:pt x="116" y="125"/>
                    <a:pt x="115" y="123"/>
                  </a:cubicBezTo>
                  <a:cubicBezTo>
                    <a:pt x="108" y="114"/>
                    <a:pt x="99" y="102"/>
                    <a:pt x="85" y="101"/>
                  </a:cubicBezTo>
                  <a:cubicBezTo>
                    <a:pt x="80" y="101"/>
                    <a:pt x="76" y="102"/>
                    <a:pt x="72" y="102"/>
                  </a:cubicBezTo>
                  <a:cubicBezTo>
                    <a:pt x="69" y="103"/>
                    <a:pt x="67" y="103"/>
                    <a:pt x="65" y="103"/>
                  </a:cubicBezTo>
                  <a:cubicBezTo>
                    <a:pt x="64" y="102"/>
                    <a:pt x="63" y="102"/>
                    <a:pt x="62" y="102"/>
                  </a:cubicBezTo>
                  <a:cubicBezTo>
                    <a:pt x="60" y="100"/>
                    <a:pt x="59" y="98"/>
                    <a:pt x="57" y="94"/>
                  </a:cubicBezTo>
                  <a:cubicBezTo>
                    <a:pt x="56" y="90"/>
                    <a:pt x="54" y="86"/>
                    <a:pt x="51" y="82"/>
                  </a:cubicBezTo>
                  <a:cubicBezTo>
                    <a:pt x="50" y="82"/>
                    <a:pt x="50" y="82"/>
                    <a:pt x="50" y="81"/>
                  </a:cubicBezTo>
                  <a:cubicBezTo>
                    <a:pt x="50" y="81"/>
                    <a:pt x="49" y="80"/>
                    <a:pt x="49" y="79"/>
                  </a:cubicBezTo>
                  <a:cubicBezTo>
                    <a:pt x="43" y="69"/>
                    <a:pt x="42" y="56"/>
                    <a:pt x="45" y="45"/>
                  </a:cubicBezTo>
                  <a:cubicBezTo>
                    <a:pt x="49" y="34"/>
                    <a:pt x="56" y="24"/>
                    <a:pt x="66" y="18"/>
                  </a:cubicBezTo>
                  <a:cubicBezTo>
                    <a:pt x="68" y="19"/>
                    <a:pt x="71" y="17"/>
                    <a:pt x="73" y="15"/>
                  </a:cubicBezTo>
                  <a:cubicBezTo>
                    <a:pt x="76" y="11"/>
                    <a:pt x="75" y="6"/>
                    <a:pt x="71" y="4"/>
                  </a:cubicBezTo>
                  <a:cubicBezTo>
                    <a:pt x="69" y="2"/>
                    <a:pt x="64" y="0"/>
                    <a:pt x="58" y="4"/>
                  </a:cubicBezTo>
                  <a:cubicBezTo>
                    <a:pt x="45" y="12"/>
                    <a:pt x="34" y="25"/>
                    <a:pt x="30" y="41"/>
                  </a:cubicBezTo>
                  <a:cubicBezTo>
                    <a:pt x="27" y="51"/>
                    <a:pt x="27" y="61"/>
                    <a:pt x="29" y="71"/>
                  </a:cubicBezTo>
                  <a:cubicBezTo>
                    <a:pt x="23" y="70"/>
                    <a:pt x="18" y="68"/>
                    <a:pt x="15" y="65"/>
                  </a:cubicBezTo>
                  <a:cubicBezTo>
                    <a:pt x="13" y="61"/>
                    <a:pt x="8" y="60"/>
                    <a:pt x="4" y="63"/>
                  </a:cubicBezTo>
                  <a:cubicBezTo>
                    <a:pt x="1" y="65"/>
                    <a:pt x="0" y="70"/>
                    <a:pt x="2" y="74"/>
                  </a:cubicBezTo>
                  <a:cubicBezTo>
                    <a:pt x="8" y="82"/>
                    <a:pt x="17" y="85"/>
                    <a:pt x="25" y="87"/>
                  </a:cubicBezTo>
                  <a:cubicBezTo>
                    <a:pt x="31" y="88"/>
                    <a:pt x="36" y="90"/>
                    <a:pt x="39" y="93"/>
                  </a:cubicBezTo>
                  <a:cubicBezTo>
                    <a:pt x="40" y="95"/>
                    <a:pt x="41" y="98"/>
                    <a:pt x="43" y="101"/>
                  </a:cubicBezTo>
                  <a:cubicBezTo>
                    <a:pt x="44" y="104"/>
                    <a:pt x="46" y="109"/>
                    <a:pt x="49" y="112"/>
                  </a:cubicBezTo>
                  <a:cubicBezTo>
                    <a:pt x="38" y="131"/>
                    <a:pt x="35" y="153"/>
                    <a:pt x="40" y="174"/>
                  </a:cubicBezTo>
                  <a:cubicBezTo>
                    <a:pt x="41" y="178"/>
                    <a:pt x="44" y="180"/>
                    <a:pt x="48" y="180"/>
                  </a:cubicBezTo>
                  <a:cubicBezTo>
                    <a:pt x="49" y="180"/>
                    <a:pt x="49" y="180"/>
                    <a:pt x="50" y="180"/>
                  </a:cubicBezTo>
                  <a:cubicBezTo>
                    <a:pt x="54" y="179"/>
                    <a:pt x="57" y="175"/>
                    <a:pt x="56" y="170"/>
                  </a:cubicBezTo>
                  <a:cubicBezTo>
                    <a:pt x="52" y="153"/>
                    <a:pt x="55" y="134"/>
                    <a:pt x="64" y="119"/>
                  </a:cubicBezTo>
                  <a:cubicBezTo>
                    <a:pt x="68" y="119"/>
                    <a:pt x="72" y="119"/>
                    <a:pt x="75" y="118"/>
                  </a:cubicBezTo>
                  <a:cubicBezTo>
                    <a:pt x="78" y="118"/>
                    <a:pt x="81" y="117"/>
                    <a:pt x="84" y="117"/>
                  </a:cubicBezTo>
                  <a:cubicBezTo>
                    <a:pt x="91" y="118"/>
                    <a:pt x="96" y="125"/>
                    <a:pt x="103" y="133"/>
                  </a:cubicBezTo>
                  <a:close/>
                </a:path>
              </a:pathLst>
            </a:custGeom>
            <a:solidFill>
              <a:srgbClr val="65D4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13"/>
            <p:cNvSpPr>
              <a:spLocks/>
            </p:cNvSpPr>
            <p:nvPr/>
          </p:nvSpPr>
          <p:spPr bwMode="auto">
            <a:xfrm>
              <a:off x="5779278" y="4837184"/>
              <a:ext cx="227441" cy="144645"/>
            </a:xfrm>
            <a:custGeom>
              <a:avLst/>
              <a:gdLst>
                <a:gd name="T0" fmla="*/ 64 w 121"/>
                <a:gd name="T1" fmla="*/ 27 h 77"/>
                <a:gd name="T2" fmla="*/ 56 w 121"/>
                <a:gd name="T3" fmla="*/ 22 h 77"/>
                <a:gd name="T4" fmla="*/ 45 w 121"/>
                <a:gd name="T5" fmla="*/ 15 h 77"/>
                <a:gd name="T6" fmla="*/ 17 w 121"/>
                <a:gd name="T7" fmla="*/ 17 h 77"/>
                <a:gd name="T8" fmla="*/ 12 w 121"/>
                <a:gd name="T9" fmla="*/ 20 h 77"/>
                <a:gd name="T10" fmla="*/ 7 w 121"/>
                <a:gd name="T11" fmla="*/ 24 h 77"/>
                <a:gd name="T12" fmla="*/ 2 w 121"/>
                <a:gd name="T13" fmla="*/ 34 h 77"/>
                <a:gd name="T14" fmla="*/ 12 w 121"/>
                <a:gd name="T15" fmla="*/ 39 h 77"/>
                <a:gd name="T16" fmla="*/ 22 w 121"/>
                <a:gd name="T17" fmla="*/ 33 h 77"/>
                <a:gd name="T18" fmla="*/ 26 w 121"/>
                <a:gd name="T19" fmla="*/ 30 h 77"/>
                <a:gd name="T20" fmla="*/ 39 w 121"/>
                <a:gd name="T21" fmla="*/ 29 h 77"/>
                <a:gd name="T22" fmla="*/ 46 w 121"/>
                <a:gd name="T23" fmla="*/ 34 h 77"/>
                <a:gd name="T24" fmla="*/ 59 w 121"/>
                <a:gd name="T25" fmla="*/ 42 h 77"/>
                <a:gd name="T26" fmla="*/ 61 w 121"/>
                <a:gd name="T27" fmla="*/ 43 h 77"/>
                <a:gd name="T28" fmla="*/ 81 w 121"/>
                <a:gd name="T29" fmla="*/ 76 h 77"/>
                <a:gd name="T30" fmla="*/ 85 w 121"/>
                <a:gd name="T31" fmla="*/ 77 h 77"/>
                <a:gd name="T32" fmla="*/ 92 w 121"/>
                <a:gd name="T33" fmla="*/ 73 h 77"/>
                <a:gd name="T34" fmla="*/ 90 w 121"/>
                <a:gd name="T35" fmla="*/ 62 h 77"/>
                <a:gd name="T36" fmla="*/ 77 w 121"/>
                <a:gd name="T37" fmla="*/ 42 h 77"/>
                <a:gd name="T38" fmla="*/ 94 w 121"/>
                <a:gd name="T39" fmla="*/ 34 h 77"/>
                <a:gd name="T40" fmla="*/ 103 w 121"/>
                <a:gd name="T41" fmla="*/ 26 h 77"/>
                <a:gd name="T42" fmla="*/ 116 w 121"/>
                <a:gd name="T43" fmla="*/ 16 h 77"/>
                <a:gd name="T44" fmla="*/ 119 w 121"/>
                <a:gd name="T45" fmla="*/ 5 h 77"/>
                <a:gd name="T46" fmla="*/ 107 w 121"/>
                <a:gd name="T47" fmla="*/ 2 h 77"/>
                <a:gd name="T48" fmla="*/ 92 w 121"/>
                <a:gd name="T49" fmla="*/ 14 h 77"/>
                <a:gd name="T50" fmla="*/ 84 w 121"/>
                <a:gd name="T51" fmla="*/ 21 h 77"/>
                <a:gd name="T52" fmla="*/ 64 w 121"/>
                <a:gd name="T53" fmla="*/ 2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1" h="77">
                  <a:moveTo>
                    <a:pt x="64" y="27"/>
                  </a:moveTo>
                  <a:cubicBezTo>
                    <a:pt x="61" y="26"/>
                    <a:pt x="59" y="24"/>
                    <a:pt x="56" y="22"/>
                  </a:cubicBezTo>
                  <a:cubicBezTo>
                    <a:pt x="53" y="19"/>
                    <a:pt x="49" y="16"/>
                    <a:pt x="45" y="15"/>
                  </a:cubicBezTo>
                  <a:cubicBezTo>
                    <a:pt x="36" y="11"/>
                    <a:pt x="25" y="11"/>
                    <a:pt x="17" y="17"/>
                  </a:cubicBezTo>
                  <a:cubicBezTo>
                    <a:pt x="15" y="18"/>
                    <a:pt x="14" y="19"/>
                    <a:pt x="12" y="20"/>
                  </a:cubicBezTo>
                  <a:cubicBezTo>
                    <a:pt x="10" y="22"/>
                    <a:pt x="9" y="23"/>
                    <a:pt x="7" y="24"/>
                  </a:cubicBezTo>
                  <a:cubicBezTo>
                    <a:pt x="3" y="25"/>
                    <a:pt x="0" y="29"/>
                    <a:pt x="2" y="34"/>
                  </a:cubicBezTo>
                  <a:cubicBezTo>
                    <a:pt x="3" y="38"/>
                    <a:pt x="7" y="40"/>
                    <a:pt x="12" y="39"/>
                  </a:cubicBezTo>
                  <a:cubicBezTo>
                    <a:pt x="16" y="38"/>
                    <a:pt x="20" y="35"/>
                    <a:pt x="22" y="33"/>
                  </a:cubicBezTo>
                  <a:cubicBezTo>
                    <a:pt x="24" y="32"/>
                    <a:pt x="25" y="31"/>
                    <a:pt x="26" y="30"/>
                  </a:cubicBezTo>
                  <a:cubicBezTo>
                    <a:pt x="29" y="28"/>
                    <a:pt x="34" y="27"/>
                    <a:pt x="39" y="29"/>
                  </a:cubicBezTo>
                  <a:cubicBezTo>
                    <a:pt x="41" y="30"/>
                    <a:pt x="43" y="32"/>
                    <a:pt x="46" y="34"/>
                  </a:cubicBezTo>
                  <a:cubicBezTo>
                    <a:pt x="50" y="37"/>
                    <a:pt x="54" y="40"/>
                    <a:pt x="59" y="42"/>
                  </a:cubicBezTo>
                  <a:cubicBezTo>
                    <a:pt x="59" y="42"/>
                    <a:pt x="60" y="43"/>
                    <a:pt x="61" y="43"/>
                  </a:cubicBezTo>
                  <a:cubicBezTo>
                    <a:pt x="62" y="56"/>
                    <a:pt x="73" y="71"/>
                    <a:pt x="81" y="76"/>
                  </a:cubicBezTo>
                  <a:cubicBezTo>
                    <a:pt x="82" y="77"/>
                    <a:pt x="84" y="77"/>
                    <a:pt x="85" y="77"/>
                  </a:cubicBezTo>
                  <a:cubicBezTo>
                    <a:pt x="88" y="77"/>
                    <a:pt x="90" y="76"/>
                    <a:pt x="92" y="73"/>
                  </a:cubicBezTo>
                  <a:cubicBezTo>
                    <a:pt x="94" y="70"/>
                    <a:pt x="93" y="65"/>
                    <a:pt x="90" y="62"/>
                  </a:cubicBezTo>
                  <a:cubicBezTo>
                    <a:pt x="85" y="59"/>
                    <a:pt x="78" y="48"/>
                    <a:pt x="77" y="42"/>
                  </a:cubicBezTo>
                  <a:cubicBezTo>
                    <a:pt x="83" y="41"/>
                    <a:pt x="88" y="38"/>
                    <a:pt x="94" y="34"/>
                  </a:cubicBezTo>
                  <a:cubicBezTo>
                    <a:pt x="97" y="32"/>
                    <a:pt x="100" y="29"/>
                    <a:pt x="103" y="26"/>
                  </a:cubicBezTo>
                  <a:cubicBezTo>
                    <a:pt x="107" y="22"/>
                    <a:pt x="111" y="19"/>
                    <a:pt x="116" y="16"/>
                  </a:cubicBezTo>
                  <a:cubicBezTo>
                    <a:pt x="119" y="14"/>
                    <a:pt x="121" y="9"/>
                    <a:pt x="119" y="5"/>
                  </a:cubicBezTo>
                  <a:cubicBezTo>
                    <a:pt x="116" y="1"/>
                    <a:pt x="111" y="0"/>
                    <a:pt x="107" y="2"/>
                  </a:cubicBezTo>
                  <a:cubicBezTo>
                    <a:pt x="102" y="6"/>
                    <a:pt x="97" y="10"/>
                    <a:pt x="92" y="14"/>
                  </a:cubicBezTo>
                  <a:cubicBezTo>
                    <a:pt x="89" y="17"/>
                    <a:pt x="87" y="19"/>
                    <a:pt x="84" y="21"/>
                  </a:cubicBezTo>
                  <a:cubicBezTo>
                    <a:pt x="80" y="24"/>
                    <a:pt x="72" y="30"/>
                    <a:pt x="64" y="27"/>
                  </a:cubicBezTo>
                  <a:close/>
                </a:path>
              </a:pathLst>
            </a:custGeom>
            <a:solidFill>
              <a:srgbClr val="65D4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14"/>
            <p:cNvSpPr>
              <a:spLocks/>
            </p:cNvSpPr>
            <p:nvPr/>
          </p:nvSpPr>
          <p:spPr bwMode="auto">
            <a:xfrm>
              <a:off x="5441109" y="4113960"/>
              <a:ext cx="544662" cy="605513"/>
            </a:xfrm>
            <a:custGeom>
              <a:avLst/>
              <a:gdLst>
                <a:gd name="T0" fmla="*/ 240 w 290"/>
                <a:gd name="T1" fmla="*/ 187 h 322"/>
                <a:gd name="T2" fmla="*/ 219 w 290"/>
                <a:gd name="T3" fmla="*/ 143 h 322"/>
                <a:gd name="T4" fmla="*/ 222 w 290"/>
                <a:gd name="T5" fmla="*/ 142 h 322"/>
                <a:gd name="T6" fmla="*/ 255 w 290"/>
                <a:gd name="T7" fmla="*/ 117 h 322"/>
                <a:gd name="T8" fmla="*/ 214 w 290"/>
                <a:gd name="T9" fmla="*/ 125 h 322"/>
                <a:gd name="T10" fmla="*/ 153 w 290"/>
                <a:gd name="T11" fmla="*/ 85 h 322"/>
                <a:gd name="T12" fmla="*/ 60 w 290"/>
                <a:gd name="T13" fmla="*/ 62 h 322"/>
                <a:gd name="T14" fmla="*/ 41 w 290"/>
                <a:gd name="T15" fmla="*/ 0 h 322"/>
                <a:gd name="T16" fmla="*/ 42 w 290"/>
                <a:gd name="T17" fmla="*/ 56 h 322"/>
                <a:gd name="T18" fmla="*/ 29 w 290"/>
                <a:gd name="T19" fmla="*/ 55 h 322"/>
                <a:gd name="T20" fmla="*/ 16 w 290"/>
                <a:gd name="T21" fmla="*/ 53 h 322"/>
                <a:gd name="T22" fmla="*/ 2 w 290"/>
                <a:gd name="T23" fmla="*/ 61 h 322"/>
                <a:gd name="T24" fmla="*/ 30 w 290"/>
                <a:gd name="T25" fmla="*/ 71 h 322"/>
                <a:gd name="T26" fmla="*/ 50 w 290"/>
                <a:gd name="T27" fmla="*/ 76 h 322"/>
                <a:gd name="T28" fmla="*/ 89 w 290"/>
                <a:gd name="T29" fmla="*/ 87 h 322"/>
                <a:gd name="T30" fmla="*/ 112 w 290"/>
                <a:gd name="T31" fmla="*/ 142 h 322"/>
                <a:gd name="T32" fmla="*/ 130 w 290"/>
                <a:gd name="T33" fmla="*/ 218 h 322"/>
                <a:gd name="T34" fmla="*/ 144 w 290"/>
                <a:gd name="T35" fmla="*/ 237 h 322"/>
                <a:gd name="T36" fmla="*/ 194 w 290"/>
                <a:gd name="T37" fmla="*/ 275 h 322"/>
                <a:gd name="T38" fmla="*/ 237 w 290"/>
                <a:gd name="T39" fmla="*/ 315 h 322"/>
                <a:gd name="T40" fmla="*/ 246 w 290"/>
                <a:gd name="T41" fmla="*/ 322 h 322"/>
                <a:gd name="T42" fmla="*/ 232 w 290"/>
                <a:gd name="T43" fmla="*/ 277 h 322"/>
                <a:gd name="T44" fmla="*/ 169 w 290"/>
                <a:gd name="T45" fmla="*/ 243 h 322"/>
                <a:gd name="T46" fmla="*/ 156 w 290"/>
                <a:gd name="T47" fmla="*/ 225 h 322"/>
                <a:gd name="T48" fmla="*/ 170 w 290"/>
                <a:gd name="T49" fmla="*/ 193 h 322"/>
                <a:gd name="T50" fmla="*/ 146 w 290"/>
                <a:gd name="T51" fmla="*/ 212 h 322"/>
                <a:gd name="T52" fmla="*/ 130 w 290"/>
                <a:gd name="T53" fmla="*/ 192 h 322"/>
                <a:gd name="T54" fmla="*/ 149 w 290"/>
                <a:gd name="T55" fmla="*/ 100 h 322"/>
                <a:gd name="T56" fmla="*/ 196 w 290"/>
                <a:gd name="T57" fmla="*/ 124 h 322"/>
                <a:gd name="T58" fmla="*/ 206 w 290"/>
                <a:gd name="T59" fmla="*/ 156 h 322"/>
                <a:gd name="T60" fmla="*/ 245 w 290"/>
                <a:gd name="T61" fmla="*/ 217 h 322"/>
                <a:gd name="T62" fmla="*/ 281 w 290"/>
                <a:gd name="T63" fmla="*/ 262 h 322"/>
                <a:gd name="T64" fmla="*/ 289 w 290"/>
                <a:gd name="T65" fmla="*/ 251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90" h="322">
                  <a:moveTo>
                    <a:pt x="257" y="206"/>
                  </a:moveTo>
                  <a:cubicBezTo>
                    <a:pt x="251" y="200"/>
                    <a:pt x="245" y="194"/>
                    <a:pt x="240" y="187"/>
                  </a:cubicBezTo>
                  <a:cubicBezTo>
                    <a:pt x="231" y="177"/>
                    <a:pt x="225" y="165"/>
                    <a:pt x="222" y="152"/>
                  </a:cubicBezTo>
                  <a:cubicBezTo>
                    <a:pt x="221" y="149"/>
                    <a:pt x="220" y="146"/>
                    <a:pt x="219" y="143"/>
                  </a:cubicBezTo>
                  <a:cubicBezTo>
                    <a:pt x="219" y="143"/>
                    <a:pt x="219" y="142"/>
                    <a:pt x="219" y="142"/>
                  </a:cubicBezTo>
                  <a:cubicBezTo>
                    <a:pt x="220" y="142"/>
                    <a:pt x="221" y="142"/>
                    <a:pt x="222" y="142"/>
                  </a:cubicBezTo>
                  <a:cubicBezTo>
                    <a:pt x="234" y="142"/>
                    <a:pt x="246" y="137"/>
                    <a:pt x="255" y="129"/>
                  </a:cubicBezTo>
                  <a:cubicBezTo>
                    <a:pt x="258" y="126"/>
                    <a:pt x="258" y="121"/>
                    <a:pt x="255" y="117"/>
                  </a:cubicBezTo>
                  <a:cubicBezTo>
                    <a:pt x="252" y="114"/>
                    <a:pt x="247" y="114"/>
                    <a:pt x="243" y="117"/>
                  </a:cubicBezTo>
                  <a:cubicBezTo>
                    <a:pt x="236" y="124"/>
                    <a:pt x="224" y="127"/>
                    <a:pt x="214" y="125"/>
                  </a:cubicBezTo>
                  <a:cubicBezTo>
                    <a:pt x="213" y="121"/>
                    <a:pt x="211" y="118"/>
                    <a:pt x="209" y="115"/>
                  </a:cubicBezTo>
                  <a:cubicBezTo>
                    <a:pt x="197" y="96"/>
                    <a:pt x="175" y="90"/>
                    <a:pt x="153" y="85"/>
                  </a:cubicBezTo>
                  <a:cubicBezTo>
                    <a:pt x="92" y="71"/>
                    <a:pt x="92" y="71"/>
                    <a:pt x="92" y="71"/>
                  </a:cubicBezTo>
                  <a:cubicBezTo>
                    <a:pt x="82" y="68"/>
                    <a:pt x="70" y="66"/>
                    <a:pt x="60" y="62"/>
                  </a:cubicBezTo>
                  <a:cubicBezTo>
                    <a:pt x="55" y="44"/>
                    <a:pt x="51" y="26"/>
                    <a:pt x="50" y="7"/>
                  </a:cubicBezTo>
                  <a:cubicBezTo>
                    <a:pt x="50" y="3"/>
                    <a:pt x="46" y="0"/>
                    <a:pt x="41" y="0"/>
                  </a:cubicBezTo>
                  <a:cubicBezTo>
                    <a:pt x="37" y="0"/>
                    <a:pt x="34" y="4"/>
                    <a:pt x="34" y="8"/>
                  </a:cubicBezTo>
                  <a:cubicBezTo>
                    <a:pt x="35" y="24"/>
                    <a:pt x="37" y="40"/>
                    <a:pt x="42" y="56"/>
                  </a:cubicBezTo>
                  <a:cubicBezTo>
                    <a:pt x="40" y="56"/>
                    <a:pt x="39" y="56"/>
                    <a:pt x="38" y="55"/>
                  </a:cubicBezTo>
                  <a:cubicBezTo>
                    <a:pt x="35" y="55"/>
                    <a:pt x="32" y="55"/>
                    <a:pt x="29" y="55"/>
                  </a:cubicBezTo>
                  <a:cubicBezTo>
                    <a:pt x="27" y="55"/>
                    <a:pt x="25" y="55"/>
                    <a:pt x="23" y="55"/>
                  </a:cubicBezTo>
                  <a:cubicBezTo>
                    <a:pt x="19" y="55"/>
                    <a:pt x="17" y="54"/>
                    <a:pt x="16" y="53"/>
                  </a:cubicBezTo>
                  <a:cubicBezTo>
                    <a:pt x="13" y="49"/>
                    <a:pt x="8" y="48"/>
                    <a:pt x="5" y="50"/>
                  </a:cubicBezTo>
                  <a:cubicBezTo>
                    <a:pt x="1" y="53"/>
                    <a:pt x="0" y="58"/>
                    <a:pt x="2" y="61"/>
                  </a:cubicBezTo>
                  <a:cubicBezTo>
                    <a:pt x="6" y="67"/>
                    <a:pt x="13" y="71"/>
                    <a:pt x="22" y="71"/>
                  </a:cubicBezTo>
                  <a:cubicBezTo>
                    <a:pt x="24" y="72"/>
                    <a:pt x="27" y="72"/>
                    <a:pt x="30" y="71"/>
                  </a:cubicBezTo>
                  <a:cubicBezTo>
                    <a:pt x="32" y="71"/>
                    <a:pt x="34" y="71"/>
                    <a:pt x="37" y="71"/>
                  </a:cubicBezTo>
                  <a:cubicBezTo>
                    <a:pt x="41" y="72"/>
                    <a:pt x="46" y="74"/>
                    <a:pt x="50" y="76"/>
                  </a:cubicBezTo>
                  <a:cubicBezTo>
                    <a:pt x="52" y="76"/>
                    <a:pt x="53" y="77"/>
                    <a:pt x="54" y="77"/>
                  </a:cubicBezTo>
                  <a:cubicBezTo>
                    <a:pt x="66" y="81"/>
                    <a:pt x="77" y="84"/>
                    <a:pt x="89" y="87"/>
                  </a:cubicBezTo>
                  <a:cubicBezTo>
                    <a:pt x="132" y="97"/>
                    <a:pt x="132" y="97"/>
                    <a:pt x="132" y="97"/>
                  </a:cubicBezTo>
                  <a:cubicBezTo>
                    <a:pt x="124" y="111"/>
                    <a:pt x="116" y="125"/>
                    <a:pt x="112" y="142"/>
                  </a:cubicBezTo>
                  <a:cubicBezTo>
                    <a:pt x="106" y="163"/>
                    <a:pt x="107" y="184"/>
                    <a:pt x="116" y="200"/>
                  </a:cubicBezTo>
                  <a:cubicBezTo>
                    <a:pt x="120" y="207"/>
                    <a:pt x="125" y="212"/>
                    <a:pt x="130" y="218"/>
                  </a:cubicBezTo>
                  <a:cubicBezTo>
                    <a:pt x="133" y="221"/>
                    <a:pt x="136" y="225"/>
                    <a:pt x="138" y="228"/>
                  </a:cubicBezTo>
                  <a:cubicBezTo>
                    <a:pt x="140" y="231"/>
                    <a:pt x="142" y="234"/>
                    <a:pt x="144" y="237"/>
                  </a:cubicBezTo>
                  <a:cubicBezTo>
                    <a:pt x="148" y="243"/>
                    <a:pt x="152" y="249"/>
                    <a:pt x="158" y="255"/>
                  </a:cubicBezTo>
                  <a:cubicBezTo>
                    <a:pt x="168" y="265"/>
                    <a:pt x="181" y="270"/>
                    <a:pt x="194" y="275"/>
                  </a:cubicBezTo>
                  <a:cubicBezTo>
                    <a:pt x="204" y="279"/>
                    <a:pt x="214" y="282"/>
                    <a:pt x="222" y="289"/>
                  </a:cubicBezTo>
                  <a:cubicBezTo>
                    <a:pt x="230" y="296"/>
                    <a:pt x="235" y="305"/>
                    <a:pt x="237" y="315"/>
                  </a:cubicBezTo>
                  <a:cubicBezTo>
                    <a:pt x="237" y="319"/>
                    <a:pt x="241" y="322"/>
                    <a:pt x="245" y="322"/>
                  </a:cubicBezTo>
                  <a:cubicBezTo>
                    <a:pt x="245" y="322"/>
                    <a:pt x="245" y="322"/>
                    <a:pt x="246" y="322"/>
                  </a:cubicBezTo>
                  <a:cubicBezTo>
                    <a:pt x="250" y="321"/>
                    <a:pt x="253" y="317"/>
                    <a:pt x="253" y="313"/>
                  </a:cubicBezTo>
                  <a:cubicBezTo>
                    <a:pt x="251" y="299"/>
                    <a:pt x="243" y="286"/>
                    <a:pt x="232" y="277"/>
                  </a:cubicBezTo>
                  <a:cubicBezTo>
                    <a:pt x="222" y="268"/>
                    <a:pt x="211" y="264"/>
                    <a:pt x="199" y="259"/>
                  </a:cubicBezTo>
                  <a:cubicBezTo>
                    <a:pt x="188" y="255"/>
                    <a:pt x="177" y="251"/>
                    <a:pt x="169" y="243"/>
                  </a:cubicBezTo>
                  <a:cubicBezTo>
                    <a:pt x="165" y="239"/>
                    <a:pt x="161" y="234"/>
                    <a:pt x="158" y="228"/>
                  </a:cubicBezTo>
                  <a:cubicBezTo>
                    <a:pt x="157" y="227"/>
                    <a:pt x="157" y="226"/>
                    <a:pt x="156" y="225"/>
                  </a:cubicBezTo>
                  <a:cubicBezTo>
                    <a:pt x="162" y="218"/>
                    <a:pt x="167" y="211"/>
                    <a:pt x="172" y="204"/>
                  </a:cubicBezTo>
                  <a:cubicBezTo>
                    <a:pt x="174" y="200"/>
                    <a:pt x="173" y="195"/>
                    <a:pt x="170" y="193"/>
                  </a:cubicBezTo>
                  <a:cubicBezTo>
                    <a:pt x="166" y="190"/>
                    <a:pt x="161" y="191"/>
                    <a:pt x="159" y="195"/>
                  </a:cubicBezTo>
                  <a:cubicBezTo>
                    <a:pt x="155" y="201"/>
                    <a:pt x="150" y="206"/>
                    <a:pt x="146" y="212"/>
                  </a:cubicBezTo>
                  <a:cubicBezTo>
                    <a:pt x="145" y="210"/>
                    <a:pt x="144" y="209"/>
                    <a:pt x="142" y="207"/>
                  </a:cubicBezTo>
                  <a:cubicBezTo>
                    <a:pt x="138" y="202"/>
                    <a:pt x="134" y="197"/>
                    <a:pt x="130" y="192"/>
                  </a:cubicBezTo>
                  <a:cubicBezTo>
                    <a:pt x="121" y="175"/>
                    <a:pt x="124" y="156"/>
                    <a:pt x="127" y="146"/>
                  </a:cubicBezTo>
                  <a:cubicBezTo>
                    <a:pt x="132" y="130"/>
                    <a:pt x="140" y="115"/>
                    <a:pt x="149" y="100"/>
                  </a:cubicBezTo>
                  <a:cubicBezTo>
                    <a:pt x="149" y="101"/>
                    <a:pt x="149" y="101"/>
                    <a:pt x="149" y="101"/>
                  </a:cubicBezTo>
                  <a:cubicBezTo>
                    <a:pt x="168" y="105"/>
                    <a:pt x="187" y="110"/>
                    <a:pt x="196" y="124"/>
                  </a:cubicBezTo>
                  <a:cubicBezTo>
                    <a:pt x="200" y="131"/>
                    <a:pt x="202" y="138"/>
                    <a:pt x="204" y="147"/>
                  </a:cubicBezTo>
                  <a:cubicBezTo>
                    <a:pt x="204" y="150"/>
                    <a:pt x="205" y="153"/>
                    <a:pt x="206" y="156"/>
                  </a:cubicBezTo>
                  <a:cubicBezTo>
                    <a:pt x="210" y="171"/>
                    <a:pt x="217" y="185"/>
                    <a:pt x="227" y="197"/>
                  </a:cubicBezTo>
                  <a:cubicBezTo>
                    <a:pt x="233" y="205"/>
                    <a:pt x="239" y="211"/>
                    <a:pt x="245" y="217"/>
                  </a:cubicBezTo>
                  <a:cubicBezTo>
                    <a:pt x="257" y="230"/>
                    <a:pt x="269" y="241"/>
                    <a:pt x="273" y="256"/>
                  </a:cubicBezTo>
                  <a:cubicBezTo>
                    <a:pt x="275" y="259"/>
                    <a:pt x="278" y="262"/>
                    <a:pt x="281" y="262"/>
                  </a:cubicBezTo>
                  <a:cubicBezTo>
                    <a:pt x="282" y="262"/>
                    <a:pt x="283" y="261"/>
                    <a:pt x="284" y="261"/>
                  </a:cubicBezTo>
                  <a:cubicBezTo>
                    <a:pt x="288" y="260"/>
                    <a:pt x="290" y="255"/>
                    <a:pt x="289" y="251"/>
                  </a:cubicBezTo>
                  <a:cubicBezTo>
                    <a:pt x="283" y="233"/>
                    <a:pt x="270" y="219"/>
                    <a:pt x="257" y="206"/>
                  </a:cubicBezTo>
                  <a:close/>
                </a:path>
              </a:pathLst>
            </a:custGeom>
            <a:solidFill>
              <a:srgbClr val="65D4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15"/>
            <p:cNvSpPr>
              <a:spLocks/>
            </p:cNvSpPr>
            <p:nvPr/>
          </p:nvSpPr>
          <p:spPr bwMode="auto">
            <a:xfrm>
              <a:off x="5504952" y="4752392"/>
              <a:ext cx="383059" cy="295275"/>
            </a:xfrm>
            <a:custGeom>
              <a:avLst/>
              <a:gdLst>
                <a:gd name="T0" fmla="*/ 192 w 204"/>
                <a:gd name="T1" fmla="*/ 138 h 157"/>
                <a:gd name="T2" fmla="*/ 141 w 204"/>
                <a:gd name="T3" fmla="*/ 124 h 157"/>
                <a:gd name="T4" fmla="*/ 130 w 204"/>
                <a:gd name="T5" fmla="*/ 110 h 157"/>
                <a:gd name="T6" fmla="*/ 124 w 204"/>
                <a:gd name="T7" fmla="*/ 101 h 157"/>
                <a:gd name="T8" fmla="*/ 97 w 204"/>
                <a:gd name="T9" fmla="*/ 80 h 157"/>
                <a:gd name="T10" fmla="*/ 96 w 204"/>
                <a:gd name="T11" fmla="*/ 80 h 157"/>
                <a:gd name="T12" fmla="*/ 90 w 204"/>
                <a:gd name="T13" fmla="*/ 50 h 157"/>
                <a:gd name="T14" fmla="*/ 82 w 204"/>
                <a:gd name="T15" fmla="*/ 42 h 157"/>
                <a:gd name="T16" fmla="*/ 74 w 204"/>
                <a:gd name="T17" fmla="*/ 49 h 157"/>
                <a:gd name="T18" fmla="*/ 78 w 204"/>
                <a:gd name="T19" fmla="*/ 79 h 157"/>
                <a:gd name="T20" fmla="*/ 65 w 204"/>
                <a:gd name="T21" fmla="*/ 78 h 157"/>
                <a:gd name="T22" fmla="*/ 51 w 204"/>
                <a:gd name="T23" fmla="*/ 67 h 157"/>
                <a:gd name="T24" fmla="*/ 17 w 204"/>
                <a:gd name="T25" fmla="*/ 8 h 157"/>
                <a:gd name="T26" fmla="*/ 8 w 204"/>
                <a:gd name="T27" fmla="*/ 1 h 157"/>
                <a:gd name="T28" fmla="*/ 0 w 204"/>
                <a:gd name="T29" fmla="*/ 10 h 157"/>
                <a:gd name="T30" fmla="*/ 39 w 204"/>
                <a:gd name="T31" fmla="*/ 77 h 157"/>
                <a:gd name="T32" fmla="*/ 59 w 204"/>
                <a:gd name="T33" fmla="*/ 93 h 157"/>
                <a:gd name="T34" fmla="*/ 80 w 204"/>
                <a:gd name="T35" fmla="*/ 95 h 157"/>
                <a:gd name="T36" fmla="*/ 93 w 204"/>
                <a:gd name="T37" fmla="*/ 96 h 157"/>
                <a:gd name="T38" fmla="*/ 111 w 204"/>
                <a:gd name="T39" fmla="*/ 111 h 157"/>
                <a:gd name="T40" fmla="*/ 117 w 204"/>
                <a:gd name="T41" fmla="*/ 119 h 157"/>
                <a:gd name="T42" fmla="*/ 129 w 204"/>
                <a:gd name="T43" fmla="*/ 135 h 157"/>
                <a:gd name="T44" fmla="*/ 178 w 204"/>
                <a:gd name="T45" fmla="*/ 157 h 157"/>
                <a:gd name="T46" fmla="*/ 197 w 204"/>
                <a:gd name="T47" fmla="*/ 154 h 157"/>
                <a:gd name="T48" fmla="*/ 202 w 204"/>
                <a:gd name="T49" fmla="*/ 144 h 157"/>
                <a:gd name="T50" fmla="*/ 192 w 204"/>
                <a:gd name="T51" fmla="*/ 138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4" h="157">
                  <a:moveTo>
                    <a:pt x="192" y="138"/>
                  </a:moveTo>
                  <a:cubicBezTo>
                    <a:pt x="174" y="144"/>
                    <a:pt x="153" y="138"/>
                    <a:pt x="141" y="124"/>
                  </a:cubicBezTo>
                  <a:cubicBezTo>
                    <a:pt x="137" y="120"/>
                    <a:pt x="134" y="115"/>
                    <a:pt x="130" y="110"/>
                  </a:cubicBezTo>
                  <a:cubicBezTo>
                    <a:pt x="128" y="107"/>
                    <a:pt x="126" y="104"/>
                    <a:pt x="124" y="101"/>
                  </a:cubicBezTo>
                  <a:cubicBezTo>
                    <a:pt x="116" y="90"/>
                    <a:pt x="107" y="83"/>
                    <a:pt x="97" y="80"/>
                  </a:cubicBezTo>
                  <a:cubicBezTo>
                    <a:pt x="96" y="80"/>
                    <a:pt x="96" y="80"/>
                    <a:pt x="96" y="80"/>
                  </a:cubicBezTo>
                  <a:cubicBezTo>
                    <a:pt x="92" y="71"/>
                    <a:pt x="90" y="60"/>
                    <a:pt x="90" y="50"/>
                  </a:cubicBezTo>
                  <a:cubicBezTo>
                    <a:pt x="90" y="45"/>
                    <a:pt x="87" y="42"/>
                    <a:pt x="82" y="42"/>
                  </a:cubicBezTo>
                  <a:cubicBezTo>
                    <a:pt x="78" y="41"/>
                    <a:pt x="74" y="45"/>
                    <a:pt x="74" y="49"/>
                  </a:cubicBezTo>
                  <a:cubicBezTo>
                    <a:pt x="74" y="60"/>
                    <a:pt x="75" y="70"/>
                    <a:pt x="78" y="79"/>
                  </a:cubicBezTo>
                  <a:cubicBezTo>
                    <a:pt x="73" y="80"/>
                    <a:pt x="69" y="80"/>
                    <a:pt x="65" y="78"/>
                  </a:cubicBezTo>
                  <a:cubicBezTo>
                    <a:pt x="59" y="76"/>
                    <a:pt x="55" y="71"/>
                    <a:pt x="51" y="67"/>
                  </a:cubicBezTo>
                  <a:cubicBezTo>
                    <a:pt x="33" y="47"/>
                    <a:pt x="18" y="29"/>
                    <a:pt x="17" y="8"/>
                  </a:cubicBezTo>
                  <a:cubicBezTo>
                    <a:pt x="16" y="4"/>
                    <a:pt x="12" y="0"/>
                    <a:pt x="8" y="1"/>
                  </a:cubicBezTo>
                  <a:cubicBezTo>
                    <a:pt x="3" y="1"/>
                    <a:pt x="0" y="5"/>
                    <a:pt x="0" y="10"/>
                  </a:cubicBezTo>
                  <a:cubicBezTo>
                    <a:pt x="3" y="38"/>
                    <a:pt x="24" y="61"/>
                    <a:pt x="39" y="77"/>
                  </a:cubicBezTo>
                  <a:cubicBezTo>
                    <a:pt x="44" y="83"/>
                    <a:pt x="50" y="90"/>
                    <a:pt x="59" y="93"/>
                  </a:cubicBezTo>
                  <a:cubicBezTo>
                    <a:pt x="66" y="96"/>
                    <a:pt x="73" y="96"/>
                    <a:pt x="80" y="95"/>
                  </a:cubicBezTo>
                  <a:cubicBezTo>
                    <a:pt x="84" y="95"/>
                    <a:pt x="89" y="95"/>
                    <a:pt x="93" y="96"/>
                  </a:cubicBezTo>
                  <a:cubicBezTo>
                    <a:pt x="99" y="98"/>
                    <a:pt x="105" y="102"/>
                    <a:pt x="111" y="111"/>
                  </a:cubicBezTo>
                  <a:cubicBezTo>
                    <a:pt x="113" y="113"/>
                    <a:pt x="115" y="116"/>
                    <a:pt x="117" y="119"/>
                  </a:cubicBezTo>
                  <a:cubicBezTo>
                    <a:pt x="120" y="125"/>
                    <a:pt x="124" y="130"/>
                    <a:pt x="129" y="135"/>
                  </a:cubicBezTo>
                  <a:cubicBezTo>
                    <a:pt x="141" y="149"/>
                    <a:pt x="160" y="157"/>
                    <a:pt x="178" y="157"/>
                  </a:cubicBezTo>
                  <a:cubicBezTo>
                    <a:pt x="185" y="157"/>
                    <a:pt x="191" y="156"/>
                    <a:pt x="197" y="154"/>
                  </a:cubicBezTo>
                  <a:cubicBezTo>
                    <a:pt x="201" y="153"/>
                    <a:pt x="204" y="148"/>
                    <a:pt x="202" y="144"/>
                  </a:cubicBezTo>
                  <a:cubicBezTo>
                    <a:pt x="201" y="139"/>
                    <a:pt x="197" y="137"/>
                    <a:pt x="192" y="138"/>
                  </a:cubicBezTo>
                  <a:close/>
                </a:path>
              </a:pathLst>
            </a:custGeom>
            <a:solidFill>
              <a:srgbClr val="65D4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16"/>
            <p:cNvSpPr>
              <a:spLocks/>
            </p:cNvSpPr>
            <p:nvPr/>
          </p:nvSpPr>
          <p:spPr bwMode="auto">
            <a:xfrm>
              <a:off x="5496972" y="3215169"/>
              <a:ext cx="129681" cy="157613"/>
            </a:xfrm>
            <a:custGeom>
              <a:avLst/>
              <a:gdLst>
                <a:gd name="T0" fmla="*/ 58 w 69"/>
                <a:gd name="T1" fmla="*/ 1 h 84"/>
                <a:gd name="T2" fmla="*/ 9 w 69"/>
                <a:gd name="T3" fmla="*/ 56 h 84"/>
                <a:gd name="T4" fmla="*/ 9 w 69"/>
                <a:gd name="T5" fmla="*/ 59 h 84"/>
                <a:gd name="T6" fmla="*/ 8 w 69"/>
                <a:gd name="T7" fmla="*/ 65 h 84"/>
                <a:gd name="T8" fmla="*/ 7 w 69"/>
                <a:gd name="T9" fmla="*/ 68 h 84"/>
                <a:gd name="T10" fmla="*/ 1 w 69"/>
                <a:gd name="T11" fmla="*/ 78 h 84"/>
                <a:gd name="T12" fmla="*/ 9 w 69"/>
                <a:gd name="T13" fmla="*/ 84 h 84"/>
                <a:gd name="T14" fmla="*/ 11 w 69"/>
                <a:gd name="T15" fmla="*/ 83 h 84"/>
                <a:gd name="T16" fmla="*/ 24 w 69"/>
                <a:gd name="T17" fmla="*/ 70 h 84"/>
                <a:gd name="T18" fmla="*/ 25 w 69"/>
                <a:gd name="T19" fmla="*/ 60 h 84"/>
                <a:gd name="T20" fmla="*/ 25 w 69"/>
                <a:gd name="T21" fmla="*/ 58 h 84"/>
                <a:gd name="T22" fmla="*/ 61 w 69"/>
                <a:gd name="T23" fmla="*/ 17 h 84"/>
                <a:gd name="T24" fmla="*/ 68 w 69"/>
                <a:gd name="T25" fmla="*/ 7 h 84"/>
                <a:gd name="T26" fmla="*/ 58 w 69"/>
                <a:gd name="T27" fmla="*/ 1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9" h="84">
                  <a:moveTo>
                    <a:pt x="58" y="1"/>
                  </a:moveTo>
                  <a:cubicBezTo>
                    <a:pt x="32" y="7"/>
                    <a:pt x="12" y="30"/>
                    <a:pt x="9" y="56"/>
                  </a:cubicBezTo>
                  <a:cubicBezTo>
                    <a:pt x="9" y="57"/>
                    <a:pt x="9" y="58"/>
                    <a:pt x="9" y="59"/>
                  </a:cubicBezTo>
                  <a:cubicBezTo>
                    <a:pt x="9" y="61"/>
                    <a:pt x="9" y="64"/>
                    <a:pt x="8" y="65"/>
                  </a:cubicBezTo>
                  <a:cubicBezTo>
                    <a:pt x="8" y="67"/>
                    <a:pt x="7" y="68"/>
                    <a:pt x="7" y="68"/>
                  </a:cubicBezTo>
                  <a:cubicBezTo>
                    <a:pt x="2" y="69"/>
                    <a:pt x="0" y="74"/>
                    <a:pt x="1" y="78"/>
                  </a:cubicBezTo>
                  <a:cubicBezTo>
                    <a:pt x="2" y="81"/>
                    <a:pt x="5" y="84"/>
                    <a:pt x="9" y="84"/>
                  </a:cubicBezTo>
                  <a:cubicBezTo>
                    <a:pt x="10" y="84"/>
                    <a:pt x="10" y="84"/>
                    <a:pt x="11" y="83"/>
                  </a:cubicBezTo>
                  <a:cubicBezTo>
                    <a:pt x="17" y="82"/>
                    <a:pt x="21" y="77"/>
                    <a:pt x="24" y="70"/>
                  </a:cubicBezTo>
                  <a:cubicBezTo>
                    <a:pt x="25" y="67"/>
                    <a:pt x="25" y="63"/>
                    <a:pt x="25" y="60"/>
                  </a:cubicBezTo>
                  <a:cubicBezTo>
                    <a:pt x="25" y="59"/>
                    <a:pt x="25" y="58"/>
                    <a:pt x="25" y="58"/>
                  </a:cubicBezTo>
                  <a:cubicBezTo>
                    <a:pt x="27" y="39"/>
                    <a:pt x="43" y="21"/>
                    <a:pt x="61" y="17"/>
                  </a:cubicBezTo>
                  <a:cubicBezTo>
                    <a:pt x="66" y="16"/>
                    <a:pt x="69" y="11"/>
                    <a:pt x="68" y="7"/>
                  </a:cubicBezTo>
                  <a:cubicBezTo>
                    <a:pt x="67" y="3"/>
                    <a:pt x="62" y="0"/>
                    <a:pt x="58" y="1"/>
                  </a:cubicBezTo>
                  <a:close/>
                </a:path>
              </a:pathLst>
            </a:custGeom>
            <a:solidFill>
              <a:srgbClr val="65D4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17"/>
            <p:cNvSpPr>
              <a:spLocks/>
            </p:cNvSpPr>
            <p:nvPr/>
          </p:nvSpPr>
          <p:spPr bwMode="auto">
            <a:xfrm>
              <a:off x="5688501" y="3092470"/>
              <a:ext cx="145642" cy="150630"/>
            </a:xfrm>
            <a:custGeom>
              <a:avLst/>
              <a:gdLst>
                <a:gd name="T0" fmla="*/ 69 w 77"/>
                <a:gd name="T1" fmla="*/ 1 h 80"/>
                <a:gd name="T2" fmla="*/ 36 w 77"/>
                <a:gd name="T3" fmla="*/ 15 h 80"/>
                <a:gd name="T4" fmla="*/ 24 w 77"/>
                <a:gd name="T5" fmla="*/ 39 h 80"/>
                <a:gd name="T6" fmla="*/ 22 w 77"/>
                <a:gd name="T7" fmla="*/ 47 h 80"/>
                <a:gd name="T8" fmla="*/ 7 w 77"/>
                <a:gd name="T9" fmla="*/ 64 h 80"/>
                <a:gd name="T10" fmla="*/ 0 w 77"/>
                <a:gd name="T11" fmla="*/ 73 h 80"/>
                <a:gd name="T12" fmla="*/ 8 w 77"/>
                <a:gd name="T13" fmla="*/ 80 h 80"/>
                <a:gd name="T14" fmla="*/ 10 w 77"/>
                <a:gd name="T15" fmla="*/ 80 h 80"/>
                <a:gd name="T16" fmla="*/ 37 w 77"/>
                <a:gd name="T17" fmla="*/ 52 h 80"/>
                <a:gd name="T18" fmla="*/ 40 w 77"/>
                <a:gd name="T19" fmla="*/ 44 h 80"/>
                <a:gd name="T20" fmla="*/ 48 w 77"/>
                <a:gd name="T21" fmla="*/ 25 h 80"/>
                <a:gd name="T22" fmla="*/ 68 w 77"/>
                <a:gd name="T23" fmla="*/ 17 h 80"/>
                <a:gd name="T24" fmla="*/ 76 w 77"/>
                <a:gd name="T25" fmla="*/ 10 h 80"/>
                <a:gd name="T26" fmla="*/ 69 w 77"/>
                <a:gd name="T27" fmla="*/ 1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80">
                  <a:moveTo>
                    <a:pt x="69" y="1"/>
                  </a:moveTo>
                  <a:cubicBezTo>
                    <a:pt x="57" y="0"/>
                    <a:pt x="44" y="5"/>
                    <a:pt x="36" y="15"/>
                  </a:cubicBezTo>
                  <a:cubicBezTo>
                    <a:pt x="30" y="22"/>
                    <a:pt x="27" y="31"/>
                    <a:pt x="24" y="39"/>
                  </a:cubicBezTo>
                  <a:cubicBezTo>
                    <a:pt x="24" y="42"/>
                    <a:pt x="23" y="44"/>
                    <a:pt x="22" y="47"/>
                  </a:cubicBezTo>
                  <a:cubicBezTo>
                    <a:pt x="21" y="50"/>
                    <a:pt x="16" y="62"/>
                    <a:pt x="7" y="64"/>
                  </a:cubicBezTo>
                  <a:cubicBezTo>
                    <a:pt x="3" y="64"/>
                    <a:pt x="0" y="69"/>
                    <a:pt x="0" y="73"/>
                  </a:cubicBezTo>
                  <a:cubicBezTo>
                    <a:pt x="1" y="77"/>
                    <a:pt x="4" y="80"/>
                    <a:pt x="8" y="80"/>
                  </a:cubicBezTo>
                  <a:cubicBezTo>
                    <a:pt x="9" y="80"/>
                    <a:pt x="9" y="80"/>
                    <a:pt x="10" y="80"/>
                  </a:cubicBezTo>
                  <a:cubicBezTo>
                    <a:pt x="22" y="78"/>
                    <a:pt x="32" y="68"/>
                    <a:pt x="37" y="52"/>
                  </a:cubicBezTo>
                  <a:cubicBezTo>
                    <a:pt x="38" y="49"/>
                    <a:pt x="39" y="47"/>
                    <a:pt x="40" y="44"/>
                  </a:cubicBezTo>
                  <a:cubicBezTo>
                    <a:pt x="42" y="37"/>
                    <a:pt x="44" y="30"/>
                    <a:pt x="48" y="25"/>
                  </a:cubicBezTo>
                  <a:cubicBezTo>
                    <a:pt x="53" y="19"/>
                    <a:pt x="60" y="16"/>
                    <a:pt x="68" y="17"/>
                  </a:cubicBezTo>
                  <a:cubicBezTo>
                    <a:pt x="72" y="17"/>
                    <a:pt x="76" y="14"/>
                    <a:pt x="76" y="10"/>
                  </a:cubicBezTo>
                  <a:cubicBezTo>
                    <a:pt x="77" y="5"/>
                    <a:pt x="73" y="1"/>
                    <a:pt x="69" y="1"/>
                  </a:cubicBezTo>
                  <a:close/>
                </a:path>
              </a:pathLst>
            </a:custGeom>
            <a:solidFill>
              <a:srgbClr val="65D4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18"/>
            <p:cNvSpPr>
              <a:spLocks noEditPoints="1"/>
            </p:cNvSpPr>
            <p:nvPr/>
          </p:nvSpPr>
          <p:spPr bwMode="auto">
            <a:xfrm>
              <a:off x="5124885" y="3015659"/>
              <a:ext cx="1007525" cy="2128770"/>
            </a:xfrm>
            <a:custGeom>
              <a:avLst/>
              <a:gdLst>
                <a:gd name="T0" fmla="*/ 509 w 536"/>
                <a:gd name="T1" fmla="*/ 665 h 1132"/>
                <a:gd name="T2" fmla="*/ 481 w 536"/>
                <a:gd name="T3" fmla="*/ 462 h 1132"/>
                <a:gd name="T4" fmla="*/ 514 w 536"/>
                <a:gd name="T5" fmla="*/ 335 h 1132"/>
                <a:gd name="T6" fmla="*/ 372 w 536"/>
                <a:gd name="T7" fmla="*/ 5 h 1132"/>
                <a:gd name="T8" fmla="*/ 156 w 536"/>
                <a:gd name="T9" fmla="*/ 122 h 1132"/>
                <a:gd name="T10" fmla="*/ 41 w 536"/>
                <a:gd name="T11" fmla="*/ 381 h 1132"/>
                <a:gd name="T12" fmla="*/ 44 w 536"/>
                <a:gd name="T13" fmla="*/ 639 h 1132"/>
                <a:gd name="T14" fmla="*/ 110 w 536"/>
                <a:gd name="T15" fmla="*/ 942 h 1132"/>
                <a:gd name="T16" fmla="*/ 260 w 536"/>
                <a:gd name="T17" fmla="*/ 1087 h 1132"/>
                <a:gd name="T18" fmla="*/ 481 w 536"/>
                <a:gd name="T19" fmla="*/ 1091 h 1132"/>
                <a:gd name="T20" fmla="*/ 509 w 536"/>
                <a:gd name="T21" fmla="*/ 949 h 1132"/>
                <a:gd name="T22" fmla="*/ 504 w 536"/>
                <a:gd name="T23" fmla="*/ 780 h 1132"/>
                <a:gd name="T24" fmla="*/ 221 w 536"/>
                <a:gd name="T25" fmla="*/ 246 h 1132"/>
                <a:gd name="T26" fmla="*/ 233 w 536"/>
                <a:gd name="T27" fmla="*/ 300 h 1132"/>
                <a:gd name="T28" fmla="*/ 245 w 536"/>
                <a:gd name="T29" fmla="*/ 202 h 1132"/>
                <a:gd name="T30" fmla="*/ 336 w 536"/>
                <a:gd name="T31" fmla="*/ 163 h 1132"/>
                <a:gd name="T32" fmla="*/ 340 w 536"/>
                <a:gd name="T33" fmla="*/ 272 h 1132"/>
                <a:gd name="T34" fmla="*/ 326 w 536"/>
                <a:gd name="T35" fmla="*/ 420 h 1132"/>
                <a:gd name="T36" fmla="*/ 352 w 536"/>
                <a:gd name="T37" fmla="*/ 483 h 1132"/>
                <a:gd name="T38" fmla="*/ 373 w 536"/>
                <a:gd name="T39" fmla="*/ 516 h 1132"/>
                <a:gd name="T40" fmla="*/ 415 w 536"/>
                <a:gd name="T41" fmla="*/ 466 h 1132"/>
                <a:gd name="T42" fmla="*/ 352 w 536"/>
                <a:gd name="T43" fmla="*/ 457 h 1132"/>
                <a:gd name="T44" fmla="*/ 353 w 536"/>
                <a:gd name="T45" fmla="*/ 373 h 1132"/>
                <a:gd name="T46" fmla="*/ 359 w 536"/>
                <a:gd name="T47" fmla="*/ 272 h 1132"/>
                <a:gd name="T48" fmla="*/ 350 w 536"/>
                <a:gd name="T49" fmla="*/ 207 h 1132"/>
                <a:gd name="T50" fmla="*/ 394 w 536"/>
                <a:gd name="T51" fmla="*/ 119 h 1132"/>
                <a:gd name="T52" fmla="*/ 356 w 536"/>
                <a:gd name="T53" fmla="*/ 161 h 1132"/>
                <a:gd name="T54" fmla="*/ 302 w 536"/>
                <a:gd name="T55" fmla="*/ 150 h 1132"/>
                <a:gd name="T56" fmla="*/ 154 w 536"/>
                <a:gd name="T57" fmla="*/ 220 h 1132"/>
                <a:gd name="T58" fmla="*/ 282 w 536"/>
                <a:gd name="T59" fmla="*/ 77 h 1132"/>
                <a:gd name="T60" fmla="*/ 484 w 536"/>
                <a:gd name="T61" fmla="*/ 214 h 1132"/>
                <a:gd name="T62" fmla="*/ 486 w 536"/>
                <a:gd name="T63" fmla="*/ 241 h 1132"/>
                <a:gd name="T64" fmla="*/ 494 w 536"/>
                <a:gd name="T65" fmla="*/ 385 h 1132"/>
                <a:gd name="T66" fmla="*/ 441 w 536"/>
                <a:gd name="T67" fmla="*/ 424 h 1132"/>
                <a:gd name="T68" fmla="*/ 490 w 536"/>
                <a:gd name="T69" fmla="*/ 520 h 1132"/>
                <a:gd name="T70" fmla="*/ 334 w 536"/>
                <a:gd name="T71" fmla="*/ 571 h 1132"/>
                <a:gd name="T72" fmla="*/ 229 w 536"/>
                <a:gd name="T73" fmla="*/ 520 h 1132"/>
                <a:gd name="T74" fmla="*/ 155 w 536"/>
                <a:gd name="T75" fmla="*/ 426 h 1132"/>
                <a:gd name="T76" fmla="*/ 504 w 536"/>
                <a:gd name="T77" fmla="*/ 735 h 1132"/>
                <a:gd name="T78" fmla="*/ 473 w 536"/>
                <a:gd name="T79" fmla="*/ 801 h 1132"/>
                <a:gd name="T80" fmla="*/ 478 w 536"/>
                <a:gd name="T81" fmla="*/ 900 h 1132"/>
                <a:gd name="T82" fmla="*/ 456 w 536"/>
                <a:gd name="T83" fmla="*/ 929 h 1132"/>
                <a:gd name="T84" fmla="*/ 491 w 536"/>
                <a:gd name="T85" fmla="*/ 1007 h 1132"/>
                <a:gd name="T86" fmla="*/ 474 w 536"/>
                <a:gd name="T87" fmla="*/ 1046 h 1132"/>
                <a:gd name="T88" fmla="*/ 429 w 536"/>
                <a:gd name="T89" fmla="*/ 1111 h 1132"/>
                <a:gd name="T90" fmla="*/ 227 w 536"/>
                <a:gd name="T91" fmla="*/ 1032 h 1132"/>
                <a:gd name="T92" fmla="*/ 204 w 536"/>
                <a:gd name="T93" fmla="*/ 1024 h 1132"/>
                <a:gd name="T94" fmla="*/ 149 w 536"/>
                <a:gd name="T95" fmla="*/ 935 h 1132"/>
                <a:gd name="T96" fmla="*/ 100 w 536"/>
                <a:gd name="T97" fmla="*/ 812 h 1132"/>
                <a:gd name="T98" fmla="*/ 72 w 536"/>
                <a:gd name="T99" fmla="*/ 753 h 1132"/>
                <a:gd name="T100" fmla="*/ 86 w 536"/>
                <a:gd name="T101" fmla="*/ 690 h 1132"/>
                <a:gd name="T102" fmla="*/ 70 w 536"/>
                <a:gd name="T103" fmla="*/ 640 h 1132"/>
                <a:gd name="T104" fmla="*/ 63 w 536"/>
                <a:gd name="T105" fmla="*/ 482 h 1132"/>
                <a:gd name="T106" fmla="*/ 96 w 536"/>
                <a:gd name="T107" fmla="*/ 392 h 1132"/>
                <a:gd name="T108" fmla="*/ 195 w 536"/>
                <a:gd name="T109" fmla="*/ 531 h 1132"/>
                <a:gd name="T110" fmla="*/ 318 w 536"/>
                <a:gd name="T111" fmla="*/ 578 h 1132"/>
                <a:gd name="T112" fmla="*/ 489 w 536"/>
                <a:gd name="T113" fmla="*/ 676 h 1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36" h="1132">
                  <a:moveTo>
                    <a:pt x="520" y="738"/>
                  </a:moveTo>
                  <a:cubicBezTo>
                    <a:pt x="522" y="727"/>
                    <a:pt x="524" y="713"/>
                    <a:pt x="521" y="699"/>
                  </a:cubicBezTo>
                  <a:cubicBezTo>
                    <a:pt x="519" y="687"/>
                    <a:pt x="513" y="677"/>
                    <a:pt x="505" y="669"/>
                  </a:cubicBezTo>
                  <a:cubicBezTo>
                    <a:pt x="507" y="668"/>
                    <a:pt x="508" y="667"/>
                    <a:pt x="509" y="665"/>
                  </a:cubicBezTo>
                  <a:cubicBezTo>
                    <a:pt x="515" y="659"/>
                    <a:pt x="517" y="651"/>
                    <a:pt x="519" y="642"/>
                  </a:cubicBezTo>
                  <a:cubicBezTo>
                    <a:pt x="526" y="599"/>
                    <a:pt x="521" y="555"/>
                    <a:pt x="505" y="514"/>
                  </a:cubicBezTo>
                  <a:cubicBezTo>
                    <a:pt x="501" y="506"/>
                    <a:pt x="497" y="497"/>
                    <a:pt x="493" y="488"/>
                  </a:cubicBezTo>
                  <a:cubicBezTo>
                    <a:pt x="489" y="480"/>
                    <a:pt x="484" y="471"/>
                    <a:pt x="481" y="462"/>
                  </a:cubicBezTo>
                  <a:cubicBezTo>
                    <a:pt x="490" y="459"/>
                    <a:pt x="498" y="450"/>
                    <a:pt x="503" y="438"/>
                  </a:cubicBezTo>
                  <a:cubicBezTo>
                    <a:pt x="510" y="421"/>
                    <a:pt x="510" y="402"/>
                    <a:pt x="510" y="384"/>
                  </a:cubicBezTo>
                  <a:cubicBezTo>
                    <a:pt x="510" y="378"/>
                    <a:pt x="510" y="372"/>
                    <a:pt x="511" y="366"/>
                  </a:cubicBezTo>
                  <a:cubicBezTo>
                    <a:pt x="511" y="355"/>
                    <a:pt x="513" y="345"/>
                    <a:pt x="514" y="335"/>
                  </a:cubicBezTo>
                  <a:cubicBezTo>
                    <a:pt x="517" y="316"/>
                    <a:pt x="519" y="297"/>
                    <a:pt x="517" y="277"/>
                  </a:cubicBezTo>
                  <a:cubicBezTo>
                    <a:pt x="514" y="262"/>
                    <a:pt x="509" y="247"/>
                    <a:pt x="500" y="233"/>
                  </a:cubicBezTo>
                  <a:cubicBezTo>
                    <a:pt x="536" y="156"/>
                    <a:pt x="527" y="54"/>
                    <a:pt x="449" y="13"/>
                  </a:cubicBezTo>
                  <a:cubicBezTo>
                    <a:pt x="425" y="0"/>
                    <a:pt x="398" y="2"/>
                    <a:pt x="372" y="5"/>
                  </a:cubicBezTo>
                  <a:cubicBezTo>
                    <a:pt x="303" y="12"/>
                    <a:pt x="280" y="49"/>
                    <a:pt x="268" y="68"/>
                  </a:cubicBezTo>
                  <a:cubicBezTo>
                    <a:pt x="266" y="72"/>
                    <a:pt x="263" y="76"/>
                    <a:pt x="262" y="77"/>
                  </a:cubicBezTo>
                  <a:cubicBezTo>
                    <a:pt x="261" y="77"/>
                    <a:pt x="259" y="77"/>
                    <a:pt x="258" y="77"/>
                  </a:cubicBezTo>
                  <a:cubicBezTo>
                    <a:pt x="238" y="78"/>
                    <a:pt x="186" y="81"/>
                    <a:pt x="156" y="122"/>
                  </a:cubicBezTo>
                  <a:cubicBezTo>
                    <a:pt x="140" y="145"/>
                    <a:pt x="124" y="181"/>
                    <a:pt x="138" y="224"/>
                  </a:cubicBezTo>
                  <a:cubicBezTo>
                    <a:pt x="126" y="228"/>
                    <a:pt x="115" y="233"/>
                    <a:pt x="105" y="240"/>
                  </a:cubicBezTo>
                  <a:cubicBezTo>
                    <a:pt x="64" y="268"/>
                    <a:pt x="46" y="316"/>
                    <a:pt x="55" y="373"/>
                  </a:cubicBezTo>
                  <a:cubicBezTo>
                    <a:pt x="50" y="375"/>
                    <a:pt x="45" y="377"/>
                    <a:pt x="41" y="381"/>
                  </a:cubicBezTo>
                  <a:cubicBezTo>
                    <a:pt x="27" y="392"/>
                    <a:pt x="20" y="411"/>
                    <a:pt x="20" y="438"/>
                  </a:cubicBezTo>
                  <a:cubicBezTo>
                    <a:pt x="20" y="447"/>
                    <a:pt x="21" y="459"/>
                    <a:pt x="25" y="470"/>
                  </a:cubicBezTo>
                  <a:cubicBezTo>
                    <a:pt x="0" y="518"/>
                    <a:pt x="9" y="588"/>
                    <a:pt x="46" y="636"/>
                  </a:cubicBezTo>
                  <a:cubicBezTo>
                    <a:pt x="45" y="637"/>
                    <a:pt x="45" y="638"/>
                    <a:pt x="44" y="639"/>
                  </a:cubicBezTo>
                  <a:cubicBezTo>
                    <a:pt x="38" y="680"/>
                    <a:pt x="42" y="721"/>
                    <a:pt x="57" y="759"/>
                  </a:cubicBezTo>
                  <a:cubicBezTo>
                    <a:pt x="60" y="768"/>
                    <a:pt x="64" y="775"/>
                    <a:pt x="68" y="782"/>
                  </a:cubicBezTo>
                  <a:cubicBezTo>
                    <a:pt x="63" y="824"/>
                    <a:pt x="69" y="866"/>
                    <a:pt x="85" y="905"/>
                  </a:cubicBezTo>
                  <a:cubicBezTo>
                    <a:pt x="90" y="917"/>
                    <a:pt x="97" y="932"/>
                    <a:pt x="110" y="942"/>
                  </a:cubicBezTo>
                  <a:cubicBezTo>
                    <a:pt x="120" y="950"/>
                    <a:pt x="132" y="954"/>
                    <a:pt x="144" y="953"/>
                  </a:cubicBezTo>
                  <a:cubicBezTo>
                    <a:pt x="143" y="973"/>
                    <a:pt x="149" y="993"/>
                    <a:pt x="161" y="1009"/>
                  </a:cubicBezTo>
                  <a:cubicBezTo>
                    <a:pt x="175" y="1028"/>
                    <a:pt x="195" y="1041"/>
                    <a:pt x="217" y="1045"/>
                  </a:cubicBezTo>
                  <a:cubicBezTo>
                    <a:pt x="229" y="1062"/>
                    <a:pt x="244" y="1076"/>
                    <a:pt x="260" y="1087"/>
                  </a:cubicBezTo>
                  <a:cubicBezTo>
                    <a:pt x="281" y="1100"/>
                    <a:pt x="305" y="1109"/>
                    <a:pt x="328" y="1117"/>
                  </a:cubicBezTo>
                  <a:cubicBezTo>
                    <a:pt x="350" y="1125"/>
                    <a:pt x="375" y="1132"/>
                    <a:pt x="399" y="1132"/>
                  </a:cubicBezTo>
                  <a:cubicBezTo>
                    <a:pt x="411" y="1132"/>
                    <a:pt x="423" y="1130"/>
                    <a:pt x="435" y="1126"/>
                  </a:cubicBezTo>
                  <a:cubicBezTo>
                    <a:pt x="451" y="1120"/>
                    <a:pt x="466" y="1108"/>
                    <a:pt x="481" y="1091"/>
                  </a:cubicBezTo>
                  <a:cubicBezTo>
                    <a:pt x="495" y="1076"/>
                    <a:pt x="515" y="1046"/>
                    <a:pt x="505" y="1016"/>
                  </a:cubicBezTo>
                  <a:cubicBezTo>
                    <a:pt x="505" y="1014"/>
                    <a:pt x="506" y="1013"/>
                    <a:pt x="506" y="1012"/>
                  </a:cubicBezTo>
                  <a:cubicBezTo>
                    <a:pt x="510" y="1000"/>
                    <a:pt x="510" y="987"/>
                    <a:pt x="510" y="974"/>
                  </a:cubicBezTo>
                  <a:cubicBezTo>
                    <a:pt x="510" y="967"/>
                    <a:pt x="510" y="958"/>
                    <a:pt x="509" y="949"/>
                  </a:cubicBezTo>
                  <a:cubicBezTo>
                    <a:pt x="507" y="934"/>
                    <a:pt x="502" y="921"/>
                    <a:pt x="494" y="909"/>
                  </a:cubicBezTo>
                  <a:cubicBezTo>
                    <a:pt x="494" y="907"/>
                    <a:pt x="494" y="906"/>
                    <a:pt x="494" y="905"/>
                  </a:cubicBezTo>
                  <a:cubicBezTo>
                    <a:pt x="501" y="892"/>
                    <a:pt x="504" y="878"/>
                    <a:pt x="506" y="866"/>
                  </a:cubicBezTo>
                  <a:cubicBezTo>
                    <a:pt x="511" y="836"/>
                    <a:pt x="515" y="806"/>
                    <a:pt x="504" y="780"/>
                  </a:cubicBezTo>
                  <a:cubicBezTo>
                    <a:pt x="506" y="778"/>
                    <a:pt x="507" y="777"/>
                    <a:pt x="507" y="775"/>
                  </a:cubicBezTo>
                  <a:cubicBezTo>
                    <a:pt x="515" y="763"/>
                    <a:pt x="518" y="749"/>
                    <a:pt x="520" y="738"/>
                  </a:cubicBezTo>
                  <a:close/>
                  <a:moveTo>
                    <a:pt x="114" y="253"/>
                  </a:moveTo>
                  <a:cubicBezTo>
                    <a:pt x="148" y="231"/>
                    <a:pt x="192" y="228"/>
                    <a:pt x="221" y="246"/>
                  </a:cubicBezTo>
                  <a:cubicBezTo>
                    <a:pt x="223" y="248"/>
                    <a:pt x="225" y="252"/>
                    <a:pt x="227" y="258"/>
                  </a:cubicBezTo>
                  <a:cubicBezTo>
                    <a:pt x="228" y="264"/>
                    <a:pt x="229" y="277"/>
                    <a:pt x="220" y="291"/>
                  </a:cubicBezTo>
                  <a:cubicBezTo>
                    <a:pt x="217" y="295"/>
                    <a:pt x="218" y="300"/>
                    <a:pt x="222" y="302"/>
                  </a:cubicBezTo>
                  <a:cubicBezTo>
                    <a:pt x="225" y="305"/>
                    <a:pt x="230" y="304"/>
                    <a:pt x="233" y="300"/>
                  </a:cubicBezTo>
                  <a:cubicBezTo>
                    <a:pt x="242" y="287"/>
                    <a:pt x="246" y="271"/>
                    <a:pt x="243" y="255"/>
                  </a:cubicBezTo>
                  <a:cubicBezTo>
                    <a:pt x="242" y="250"/>
                    <a:pt x="240" y="245"/>
                    <a:pt x="238" y="241"/>
                  </a:cubicBezTo>
                  <a:cubicBezTo>
                    <a:pt x="237" y="241"/>
                    <a:pt x="237" y="240"/>
                    <a:pt x="237" y="240"/>
                  </a:cubicBezTo>
                  <a:cubicBezTo>
                    <a:pt x="230" y="227"/>
                    <a:pt x="236" y="211"/>
                    <a:pt x="245" y="202"/>
                  </a:cubicBezTo>
                  <a:cubicBezTo>
                    <a:pt x="255" y="190"/>
                    <a:pt x="270" y="183"/>
                    <a:pt x="285" y="176"/>
                  </a:cubicBezTo>
                  <a:cubicBezTo>
                    <a:pt x="309" y="164"/>
                    <a:pt x="309" y="164"/>
                    <a:pt x="309" y="164"/>
                  </a:cubicBezTo>
                  <a:cubicBezTo>
                    <a:pt x="314" y="162"/>
                    <a:pt x="318" y="160"/>
                    <a:pt x="323" y="159"/>
                  </a:cubicBezTo>
                  <a:cubicBezTo>
                    <a:pt x="327" y="159"/>
                    <a:pt x="332" y="160"/>
                    <a:pt x="336" y="163"/>
                  </a:cubicBezTo>
                  <a:cubicBezTo>
                    <a:pt x="340" y="167"/>
                    <a:pt x="343" y="171"/>
                    <a:pt x="343" y="176"/>
                  </a:cubicBezTo>
                  <a:cubicBezTo>
                    <a:pt x="344" y="183"/>
                    <a:pt x="340" y="191"/>
                    <a:pt x="335" y="200"/>
                  </a:cubicBezTo>
                  <a:cubicBezTo>
                    <a:pt x="332" y="205"/>
                    <a:pt x="330" y="211"/>
                    <a:pt x="328" y="217"/>
                  </a:cubicBezTo>
                  <a:cubicBezTo>
                    <a:pt x="322" y="235"/>
                    <a:pt x="326" y="257"/>
                    <a:pt x="340" y="272"/>
                  </a:cubicBezTo>
                  <a:cubicBezTo>
                    <a:pt x="319" y="285"/>
                    <a:pt x="302" y="313"/>
                    <a:pt x="307" y="340"/>
                  </a:cubicBezTo>
                  <a:cubicBezTo>
                    <a:pt x="310" y="358"/>
                    <a:pt x="321" y="375"/>
                    <a:pt x="336" y="384"/>
                  </a:cubicBezTo>
                  <a:cubicBezTo>
                    <a:pt x="337" y="385"/>
                    <a:pt x="338" y="385"/>
                    <a:pt x="339" y="386"/>
                  </a:cubicBezTo>
                  <a:cubicBezTo>
                    <a:pt x="332" y="395"/>
                    <a:pt x="327" y="407"/>
                    <a:pt x="326" y="420"/>
                  </a:cubicBezTo>
                  <a:cubicBezTo>
                    <a:pt x="325" y="435"/>
                    <a:pt x="327" y="457"/>
                    <a:pt x="342" y="470"/>
                  </a:cubicBezTo>
                  <a:cubicBezTo>
                    <a:pt x="344" y="471"/>
                    <a:pt x="345" y="472"/>
                    <a:pt x="347" y="474"/>
                  </a:cubicBezTo>
                  <a:cubicBezTo>
                    <a:pt x="348" y="475"/>
                    <a:pt x="349" y="477"/>
                    <a:pt x="350" y="479"/>
                  </a:cubicBezTo>
                  <a:cubicBezTo>
                    <a:pt x="351" y="480"/>
                    <a:pt x="352" y="482"/>
                    <a:pt x="352" y="483"/>
                  </a:cubicBezTo>
                  <a:cubicBezTo>
                    <a:pt x="357" y="493"/>
                    <a:pt x="357" y="505"/>
                    <a:pt x="356" y="515"/>
                  </a:cubicBezTo>
                  <a:cubicBezTo>
                    <a:pt x="356" y="520"/>
                    <a:pt x="360" y="524"/>
                    <a:pt x="364" y="524"/>
                  </a:cubicBezTo>
                  <a:cubicBezTo>
                    <a:pt x="364" y="524"/>
                    <a:pt x="365" y="524"/>
                    <a:pt x="365" y="524"/>
                  </a:cubicBezTo>
                  <a:cubicBezTo>
                    <a:pt x="369" y="524"/>
                    <a:pt x="373" y="520"/>
                    <a:pt x="373" y="516"/>
                  </a:cubicBezTo>
                  <a:cubicBezTo>
                    <a:pt x="373" y="506"/>
                    <a:pt x="373" y="495"/>
                    <a:pt x="370" y="484"/>
                  </a:cubicBezTo>
                  <a:cubicBezTo>
                    <a:pt x="374" y="485"/>
                    <a:pt x="379" y="485"/>
                    <a:pt x="383" y="485"/>
                  </a:cubicBezTo>
                  <a:cubicBezTo>
                    <a:pt x="396" y="485"/>
                    <a:pt x="407" y="481"/>
                    <a:pt x="413" y="477"/>
                  </a:cubicBezTo>
                  <a:cubicBezTo>
                    <a:pt x="417" y="474"/>
                    <a:pt x="417" y="469"/>
                    <a:pt x="415" y="466"/>
                  </a:cubicBezTo>
                  <a:cubicBezTo>
                    <a:pt x="412" y="462"/>
                    <a:pt x="407" y="461"/>
                    <a:pt x="404" y="464"/>
                  </a:cubicBezTo>
                  <a:cubicBezTo>
                    <a:pt x="399" y="467"/>
                    <a:pt x="379" y="475"/>
                    <a:pt x="359" y="462"/>
                  </a:cubicBezTo>
                  <a:cubicBezTo>
                    <a:pt x="358" y="461"/>
                    <a:pt x="357" y="460"/>
                    <a:pt x="355" y="460"/>
                  </a:cubicBezTo>
                  <a:cubicBezTo>
                    <a:pt x="354" y="459"/>
                    <a:pt x="353" y="458"/>
                    <a:pt x="352" y="457"/>
                  </a:cubicBezTo>
                  <a:cubicBezTo>
                    <a:pt x="342" y="449"/>
                    <a:pt x="342" y="431"/>
                    <a:pt x="343" y="421"/>
                  </a:cubicBezTo>
                  <a:cubicBezTo>
                    <a:pt x="343" y="407"/>
                    <a:pt x="350" y="395"/>
                    <a:pt x="360" y="387"/>
                  </a:cubicBezTo>
                  <a:cubicBezTo>
                    <a:pt x="363" y="385"/>
                    <a:pt x="364" y="381"/>
                    <a:pt x="362" y="377"/>
                  </a:cubicBezTo>
                  <a:cubicBezTo>
                    <a:pt x="361" y="374"/>
                    <a:pt x="357" y="372"/>
                    <a:pt x="353" y="373"/>
                  </a:cubicBezTo>
                  <a:cubicBezTo>
                    <a:pt x="352" y="374"/>
                    <a:pt x="348" y="373"/>
                    <a:pt x="344" y="370"/>
                  </a:cubicBezTo>
                  <a:cubicBezTo>
                    <a:pt x="336" y="365"/>
                    <a:pt x="326" y="353"/>
                    <a:pt x="323" y="337"/>
                  </a:cubicBezTo>
                  <a:cubicBezTo>
                    <a:pt x="319" y="315"/>
                    <a:pt x="336" y="289"/>
                    <a:pt x="354" y="282"/>
                  </a:cubicBezTo>
                  <a:cubicBezTo>
                    <a:pt x="358" y="281"/>
                    <a:pt x="360" y="276"/>
                    <a:pt x="359" y="272"/>
                  </a:cubicBezTo>
                  <a:cubicBezTo>
                    <a:pt x="358" y="270"/>
                    <a:pt x="357" y="269"/>
                    <a:pt x="356" y="268"/>
                  </a:cubicBezTo>
                  <a:cubicBezTo>
                    <a:pt x="356" y="266"/>
                    <a:pt x="355" y="265"/>
                    <a:pt x="354" y="263"/>
                  </a:cubicBezTo>
                  <a:cubicBezTo>
                    <a:pt x="343" y="253"/>
                    <a:pt x="338" y="236"/>
                    <a:pt x="343" y="222"/>
                  </a:cubicBezTo>
                  <a:cubicBezTo>
                    <a:pt x="345" y="217"/>
                    <a:pt x="347" y="212"/>
                    <a:pt x="350" y="207"/>
                  </a:cubicBezTo>
                  <a:cubicBezTo>
                    <a:pt x="354" y="198"/>
                    <a:pt x="359" y="189"/>
                    <a:pt x="359" y="177"/>
                  </a:cubicBezTo>
                  <a:cubicBezTo>
                    <a:pt x="359" y="177"/>
                    <a:pt x="360" y="177"/>
                    <a:pt x="360" y="177"/>
                  </a:cubicBezTo>
                  <a:cubicBezTo>
                    <a:pt x="372" y="177"/>
                    <a:pt x="384" y="171"/>
                    <a:pt x="390" y="160"/>
                  </a:cubicBezTo>
                  <a:cubicBezTo>
                    <a:pt x="397" y="148"/>
                    <a:pt x="399" y="133"/>
                    <a:pt x="394" y="119"/>
                  </a:cubicBezTo>
                  <a:cubicBezTo>
                    <a:pt x="392" y="114"/>
                    <a:pt x="388" y="112"/>
                    <a:pt x="383" y="114"/>
                  </a:cubicBezTo>
                  <a:cubicBezTo>
                    <a:pt x="379" y="115"/>
                    <a:pt x="377" y="120"/>
                    <a:pt x="378" y="124"/>
                  </a:cubicBezTo>
                  <a:cubicBezTo>
                    <a:pt x="382" y="134"/>
                    <a:pt x="381" y="144"/>
                    <a:pt x="377" y="151"/>
                  </a:cubicBezTo>
                  <a:cubicBezTo>
                    <a:pt x="372" y="159"/>
                    <a:pt x="363" y="163"/>
                    <a:pt x="356" y="161"/>
                  </a:cubicBezTo>
                  <a:cubicBezTo>
                    <a:pt x="355" y="161"/>
                    <a:pt x="355" y="161"/>
                    <a:pt x="354" y="160"/>
                  </a:cubicBezTo>
                  <a:cubicBezTo>
                    <a:pt x="352" y="157"/>
                    <a:pt x="349" y="154"/>
                    <a:pt x="346" y="151"/>
                  </a:cubicBezTo>
                  <a:cubicBezTo>
                    <a:pt x="339" y="145"/>
                    <a:pt x="329" y="142"/>
                    <a:pt x="321" y="143"/>
                  </a:cubicBezTo>
                  <a:cubicBezTo>
                    <a:pt x="314" y="144"/>
                    <a:pt x="307" y="147"/>
                    <a:pt x="302" y="150"/>
                  </a:cubicBezTo>
                  <a:cubicBezTo>
                    <a:pt x="278" y="161"/>
                    <a:pt x="278" y="161"/>
                    <a:pt x="278" y="161"/>
                  </a:cubicBezTo>
                  <a:cubicBezTo>
                    <a:pt x="262" y="169"/>
                    <a:pt x="245" y="177"/>
                    <a:pt x="233" y="191"/>
                  </a:cubicBezTo>
                  <a:cubicBezTo>
                    <a:pt x="225" y="200"/>
                    <a:pt x="218" y="213"/>
                    <a:pt x="218" y="226"/>
                  </a:cubicBezTo>
                  <a:cubicBezTo>
                    <a:pt x="199" y="218"/>
                    <a:pt x="176" y="216"/>
                    <a:pt x="154" y="220"/>
                  </a:cubicBezTo>
                  <a:cubicBezTo>
                    <a:pt x="144" y="190"/>
                    <a:pt x="149" y="160"/>
                    <a:pt x="169" y="132"/>
                  </a:cubicBezTo>
                  <a:cubicBezTo>
                    <a:pt x="194" y="96"/>
                    <a:pt x="241" y="94"/>
                    <a:pt x="258" y="94"/>
                  </a:cubicBezTo>
                  <a:cubicBezTo>
                    <a:pt x="263" y="93"/>
                    <a:pt x="265" y="93"/>
                    <a:pt x="267" y="93"/>
                  </a:cubicBezTo>
                  <a:cubicBezTo>
                    <a:pt x="273" y="91"/>
                    <a:pt x="277" y="85"/>
                    <a:pt x="282" y="77"/>
                  </a:cubicBezTo>
                  <a:cubicBezTo>
                    <a:pt x="293" y="58"/>
                    <a:pt x="312" y="27"/>
                    <a:pt x="374" y="21"/>
                  </a:cubicBezTo>
                  <a:cubicBezTo>
                    <a:pt x="398" y="18"/>
                    <a:pt x="422" y="16"/>
                    <a:pt x="441" y="27"/>
                  </a:cubicBezTo>
                  <a:cubicBezTo>
                    <a:pt x="508" y="62"/>
                    <a:pt x="517" y="150"/>
                    <a:pt x="489" y="219"/>
                  </a:cubicBezTo>
                  <a:cubicBezTo>
                    <a:pt x="487" y="217"/>
                    <a:pt x="486" y="216"/>
                    <a:pt x="484" y="214"/>
                  </a:cubicBezTo>
                  <a:cubicBezTo>
                    <a:pt x="481" y="211"/>
                    <a:pt x="476" y="211"/>
                    <a:pt x="473" y="214"/>
                  </a:cubicBezTo>
                  <a:cubicBezTo>
                    <a:pt x="470" y="217"/>
                    <a:pt x="470" y="223"/>
                    <a:pt x="473" y="226"/>
                  </a:cubicBezTo>
                  <a:cubicBezTo>
                    <a:pt x="477" y="229"/>
                    <a:pt x="480" y="233"/>
                    <a:pt x="483" y="237"/>
                  </a:cubicBezTo>
                  <a:cubicBezTo>
                    <a:pt x="483" y="239"/>
                    <a:pt x="485" y="240"/>
                    <a:pt x="486" y="241"/>
                  </a:cubicBezTo>
                  <a:cubicBezTo>
                    <a:pt x="494" y="253"/>
                    <a:pt x="499" y="266"/>
                    <a:pt x="501" y="279"/>
                  </a:cubicBezTo>
                  <a:cubicBezTo>
                    <a:pt x="503" y="297"/>
                    <a:pt x="501" y="314"/>
                    <a:pt x="498" y="333"/>
                  </a:cubicBezTo>
                  <a:cubicBezTo>
                    <a:pt x="496" y="343"/>
                    <a:pt x="495" y="354"/>
                    <a:pt x="494" y="365"/>
                  </a:cubicBezTo>
                  <a:cubicBezTo>
                    <a:pt x="494" y="371"/>
                    <a:pt x="494" y="378"/>
                    <a:pt x="494" y="385"/>
                  </a:cubicBezTo>
                  <a:cubicBezTo>
                    <a:pt x="494" y="402"/>
                    <a:pt x="494" y="418"/>
                    <a:pt x="488" y="432"/>
                  </a:cubicBezTo>
                  <a:cubicBezTo>
                    <a:pt x="485" y="439"/>
                    <a:pt x="480" y="447"/>
                    <a:pt x="473" y="447"/>
                  </a:cubicBezTo>
                  <a:cubicBezTo>
                    <a:pt x="467" y="447"/>
                    <a:pt x="460" y="441"/>
                    <a:pt x="452" y="427"/>
                  </a:cubicBezTo>
                  <a:cubicBezTo>
                    <a:pt x="450" y="423"/>
                    <a:pt x="445" y="422"/>
                    <a:pt x="441" y="424"/>
                  </a:cubicBezTo>
                  <a:cubicBezTo>
                    <a:pt x="437" y="426"/>
                    <a:pt x="436" y="431"/>
                    <a:pt x="438" y="435"/>
                  </a:cubicBezTo>
                  <a:cubicBezTo>
                    <a:pt x="442" y="441"/>
                    <a:pt x="450" y="456"/>
                    <a:pt x="464" y="461"/>
                  </a:cubicBezTo>
                  <a:cubicBezTo>
                    <a:pt x="468" y="473"/>
                    <a:pt x="473" y="484"/>
                    <a:pt x="478" y="495"/>
                  </a:cubicBezTo>
                  <a:cubicBezTo>
                    <a:pt x="482" y="504"/>
                    <a:pt x="486" y="512"/>
                    <a:pt x="490" y="520"/>
                  </a:cubicBezTo>
                  <a:cubicBezTo>
                    <a:pt x="505" y="558"/>
                    <a:pt x="509" y="600"/>
                    <a:pt x="503" y="640"/>
                  </a:cubicBezTo>
                  <a:cubicBezTo>
                    <a:pt x="502" y="645"/>
                    <a:pt x="501" y="651"/>
                    <a:pt x="497" y="655"/>
                  </a:cubicBezTo>
                  <a:cubicBezTo>
                    <a:pt x="493" y="660"/>
                    <a:pt x="485" y="661"/>
                    <a:pt x="472" y="660"/>
                  </a:cubicBezTo>
                  <a:cubicBezTo>
                    <a:pt x="425" y="654"/>
                    <a:pt x="380" y="625"/>
                    <a:pt x="334" y="571"/>
                  </a:cubicBezTo>
                  <a:cubicBezTo>
                    <a:pt x="331" y="568"/>
                    <a:pt x="331" y="568"/>
                    <a:pt x="331" y="568"/>
                  </a:cubicBezTo>
                  <a:cubicBezTo>
                    <a:pt x="321" y="557"/>
                    <a:pt x="312" y="545"/>
                    <a:pt x="299" y="537"/>
                  </a:cubicBezTo>
                  <a:cubicBezTo>
                    <a:pt x="278" y="523"/>
                    <a:pt x="252" y="521"/>
                    <a:pt x="232" y="520"/>
                  </a:cubicBezTo>
                  <a:cubicBezTo>
                    <a:pt x="229" y="520"/>
                    <a:pt x="229" y="520"/>
                    <a:pt x="229" y="520"/>
                  </a:cubicBezTo>
                  <a:cubicBezTo>
                    <a:pt x="219" y="519"/>
                    <a:pt x="210" y="519"/>
                    <a:pt x="202" y="516"/>
                  </a:cubicBezTo>
                  <a:cubicBezTo>
                    <a:pt x="186" y="510"/>
                    <a:pt x="177" y="492"/>
                    <a:pt x="172" y="479"/>
                  </a:cubicBezTo>
                  <a:cubicBezTo>
                    <a:pt x="170" y="473"/>
                    <a:pt x="168" y="466"/>
                    <a:pt x="166" y="459"/>
                  </a:cubicBezTo>
                  <a:cubicBezTo>
                    <a:pt x="163" y="448"/>
                    <a:pt x="160" y="437"/>
                    <a:pt x="155" y="426"/>
                  </a:cubicBezTo>
                  <a:cubicBezTo>
                    <a:pt x="144" y="404"/>
                    <a:pt x="125" y="386"/>
                    <a:pt x="102" y="377"/>
                  </a:cubicBezTo>
                  <a:cubicBezTo>
                    <a:pt x="93" y="373"/>
                    <a:pt x="82" y="370"/>
                    <a:pt x="71" y="371"/>
                  </a:cubicBezTo>
                  <a:cubicBezTo>
                    <a:pt x="60" y="302"/>
                    <a:pt x="93" y="267"/>
                    <a:pt x="114" y="253"/>
                  </a:cubicBezTo>
                  <a:close/>
                  <a:moveTo>
                    <a:pt x="504" y="735"/>
                  </a:moveTo>
                  <a:cubicBezTo>
                    <a:pt x="502" y="744"/>
                    <a:pt x="500" y="757"/>
                    <a:pt x="494" y="767"/>
                  </a:cubicBezTo>
                  <a:cubicBezTo>
                    <a:pt x="488" y="776"/>
                    <a:pt x="480" y="783"/>
                    <a:pt x="471" y="785"/>
                  </a:cubicBezTo>
                  <a:cubicBezTo>
                    <a:pt x="466" y="786"/>
                    <a:pt x="464" y="790"/>
                    <a:pt x="465" y="795"/>
                  </a:cubicBezTo>
                  <a:cubicBezTo>
                    <a:pt x="466" y="798"/>
                    <a:pt x="469" y="801"/>
                    <a:pt x="473" y="801"/>
                  </a:cubicBezTo>
                  <a:cubicBezTo>
                    <a:pt x="473" y="801"/>
                    <a:pt x="474" y="801"/>
                    <a:pt x="474" y="801"/>
                  </a:cubicBezTo>
                  <a:cubicBezTo>
                    <a:pt x="481" y="799"/>
                    <a:pt x="486" y="796"/>
                    <a:pt x="492" y="792"/>
                  </a:cubicBezTo>
                  <a:cubicBezTo>
                    <a:pt x="498" y="814"/>
                    <a:pt x="495" y="838"/>
                    <a:pt x="490" y="863"/>
                  </a:cubicBezTo>
                  <a:cubicBezTo>
                    <a:pt x="488" y="876"/>
                    <a:pt x="485" y="890"/>
                    <a:pt x="478" y="900"/>
                  </a:cubicBezTo>
                  <a:cubicBezTo>
                    <a:pt x="472" y="909"/>
                    <a:pt x="460" y="915"/>
                    <a:pt x="450" y="912"/>
                  </a:cubicBezTo>
                  <a:cubicBezTo>
                    <a:pt x="446" y="910"/>
                    <a:pt x="441" y="912"/>
                    <a:pt x="440" y="917"/>
                  </a:cubicBezTo>
                  <a:cubicBezTo>
                    <a:pt x="438" y="921"/>
                    <a:pt x="440" y="925"/>
                    <a:pt x="444" y="927"/>
                  </a:cubicBezTo>
                  <a:cubicBezTo>
                    <a:pt x="448" y="928"/>
                    <a:pt x="452" y="929"/>
                    <a:pt x="456" y="929"/>
                  </a:cubicBezTo>
                  <a:cubicBezTo>
                    <a:pt x="465" y="929"/>
                    <a:pt x="474" y="925"/>
                    <a:pt x="481" y="919"/>
                  </a:cubicBezTo>
                  <a:cubicBezTo>
                    <a:pt x="487" y="929"/>
                    <a:pt x="491" y="940"/>
                    <a:pt x="493" y="951"/>
                  </a:cubicBezTo>
                  <a:cubicBezTo>
                    <a:pt x="494" y="959"/>
                    <a:pt x="494" y="967"/>
                    <a:pt x="494" y="974"/>
                  </a:cubicBezTo>
                  <a:cubicBezTo>
                    <a:pt x="494" y="985"/>
                    <a:pt x="494" y="997"/>
                    <a:pt x="491" y="1007"/>
                  </a:cubicBezTo>
                  <a:cubicBezTo>
                    <a:pt x="487" y="1017"/>
                    <a:pt x="482" y="1025"/>
                    <a:pt x="474" y="1029"/>
                  </a:cubicBezTo>
                  <a:cubicBezTo>
                    <a:pt x="472" y="1028"/>
                    <a:pt x="469" y="1029"/>
                    <a:pt x="467" y="1030"/>
                  </a:cubicBezTo>
                  <a:cubicBezTo>
                    <a:pt x="464" y="1033"/>
                    <a:pt x="463" y="1038"/>
                    <a:pt x="465" y="1042"/>
                  </a:cubicBezTo>
                  <a:cubicBezTo>
                    <a:pt x="467" y="1044"/>
                    <a:pt x="470" y="1046"/>
                    <a:pt x="474" y="1046"/>
                  </a:cubicBezTo>
                  <a:cubicBezTo>
                    <a:pt x="476" y="1046"/>
                    <a:pt x="478" y="1045"/>
                    <a:pt x="480" y="1044"/>
                  </a:cubicBezTo>
                  <a:cubicBezTo>
                    <a:pt x="484" y="1042"/>
                    <a:pt x="488" y="1040"/>
                    <a:pt x="491" y="1036"/>
                  </a:cubicBezTo>
                  <a:cubicBezTo>
                    <a:pt x="490" y="1054"/>
                    <a:pt x="478" y="1070"/>
                    <a:pt x="469" y="1080"/>
                  </a:cubicBezTo>
                  <a:cubicBezTo>
                    <a:pt x="456" y="1095"/>
                    <a:pt x="443" y="1105"/>
                    <a:pt x="429" y="1111"/>
                  </a:cubicBezTo>
                  <a:cubicBezTo>
                    <a:pt x="399" y="1122"/>
                    <a:pt x="364" y="1112"/>
                    <a:pt x="333" y="1102"/>
                  </a:cubicBezTo>
                  <a:cubicBezTo>
                    <a:pt x="311" y="1094"/>
                    <a:pt x="289" y="1086"/>
                    <a:pt x="269" y="1073"/>
                  </a:cubicBezTo>
                  <a:cubicBezTo>
                    <a:pt x="254" y="1063"/>
                    <a:pt x="241" y="1051"/>
                    <a:pt x="230" y="1036"/>
                  </a:cubicBezTo>
                  <a:cubicBezTo>
                    <a:pt x="230" y="1034"/>
                    <a:pt x="229" y="1033"/>
                    <a:pt x="227" y="1032"/>
                  </a:cubicBezTo>
                  <a:cubicBezTo>
                    <a:pt x="220" y="1021"/>
                    <a:pt x="214" y="1010"/>
                    <a:pt x="210" y="999"/>
                  </a:cubicBezTo>
                  <a:cubicBezTo>
                    <a:pt x="209" y="995"/>
                    <a:pt x="204" y="993"/>
                    <a:pt x="200" y="994"/>
                  </a:cubicBezTo>
                  <a:cubicBezTo>
                    <a:pt x="196" y="996"/>
                    <a:pt x="193" y="1000"/>
                    <a:pt x="195" y="1004"/>
                  </a:cubicBezTo>
                  <a:cubicBezTo>
                    <a:pt x="197" y="1011"/>
                    <a:pt x="200" y="1018"/>
                    <a:pt x="204" y="1024"/>
                  </a:cubicBezTo>
                  <a:cubicBezTo>
                    <a:pt x="192" y="1018"/>
                    <a:pt x="182" y="1010"/>
                    <a:pt x="174" y="1000"/>
                  </a:cubicBezTo>
                  <a:cubicBezTo>
                    <a:pt x="163" y="983"/>
                    <a:pt x="158" y="963"/>
                    <a:pt x="161" y="943"/>
                  </a:cubicBezTo>
                  <a:cubicBezTo>
                    <a:pt x="161" y="940"/>
                    <a:pt x="160" y="937"/>
                    <a:pt x="157" y="935"/>
                  </a:cubicBezTo>
                  <a:cubicBezTo>
                    <a:pt x="155" y="934"/>
                    <a:pt x="152" y="933"/>
                    <a:pt x="149" y="935"/>
                  </a:cubicBezTo>
                  <a:cubicBezTo>
                    <a:pt x="139" y="939"/>
                    <a:pt x="128" y="935"/>
                    <a:pt x="120" y="929"/>
                  </a:cubicBezTo>
                  <a:cubicBezTo>
                    <a:pt x="110" y="921"/>
                    <a:pt x="104" y="909"/>
                    <a:pt x="100" y="899"/>
                  </a:cubicBezTo>
                  <a:cubicBezTo>
                    <a:pt x="87" y="868"/>
                    <a:pt x="81" y="834"/>
                    <a:pt x="82" y="800"/>
                  </a:cubicBezTo>
                  <a:cubicBezTo>
                    <a:pt x="88" y="805"/>
                    <a:pt x="94" y="809"/>
                    <a:pt x="100" y="812"/>
                  </a:cubicBezTo>
                  <a:cubicBezTo>
                    <a:pt x="101" y="812"/>
                    <a:pt x="103" y="813"/>
                    <a:pt x="104" y="813"/>
                  </a:cubicBezTo>
                  <a:cubicBezTo>
                    <a:pt x="107" y="813"/>
                    <a:pt x="110" y="811"/>
                    <a:pt x="111" y="808"/>
                  </a:cubicBezTo>
                  <a:cubicBezTo>
                    <a:pt x="113" y="804"/>
                    <a:pt x="111" y="799"/>
                    <a:pt x="107" y="797"/>
                  </a:cubicBezTo>
                  <a:cubicBezTo>
                    <a:pt x="92" y="791"/>
                    <a:pt x="81" y="776"/>
                    <a:pt x="72" y="753"/>
                  </a:cubicBezTo>
                  <a:cubicBezTo>
                    <a:pt x="59" y="721"/>
                    <a:pt x="55" y="686"/>
                    <a:pt x="59" y="652"/>
                  </a:cubicBezTo>
                  <a:cubicBezTo>
                    <a:pt x="60" y="653"/>
                    <a:pt x="61" y="653"/>
                    <a:pt x="61" y="654"/>
                  </a:cubicBezTo>
                  <a:cubicBezTo>
                    <a:pt x="70" y="663"/>
                    <a:pt x="79" y="672"/>
                    <a:pt x="78" y="681"/>
                  </a:cubicBezTo>
                  <a:cubicBezTo>
                    <a:pt x="78" y="686"/>
                    <a:pt x="82" y="689"/>
                    <a:pt x="86" y="690"/>
                  </a:cubicBezTo>
                  <a:cubicBezTo>
                    <a:pt x="86" y="690"/>
                    <a:pt x="86" y="690"/>
                    <a:pt x="86" y="690"/>
                  </a:cubicBezTo>
                  <a:cubicBezTo>
                    <a:pt x="91" y="690"/>
                    <a:pt x="94" y="686"/>
                    <a:pt x="95" y="682"/>
                  </a:cubicBezTo>
                  <a:cubicBezTo>
                    <a:pt x="95" y="665"/>
                    <a:pt x="83" y="653"/>
                    <a:pt x="73" y="643"/>
                  </a:cubicBezTo>
                  <a:cubicBezTo>
                    <a:pt x="72" y="642"/>
                    <a:pt x="71" y="641"/>
                    <a:pt x="70" y="640"/>
                  </a:cubicBezTo>
                  <a:cubicBezTo>
                    <a:pt x="31" y="600"/>
                    <a:pt x="16" y="533"/>
                    <a:pt x="35" y="486"/>
                  </a:cubicBezTo>
                  <a:cubicBezTo>
                    <a:pt x="43" y="495"/>
                    <a:pt x="53" y="499"/>
                    <a:pt x="64" y="499"/>
                  </a:cubicBezTo>
                  <a:cubicBezTo>
                    <a:pt x="68" y="498"/>
                    <a:pt x="72" y="495"/>
                    <a:pt x="72" y="490"/>
                  </a:cubicBezTo>
                  <a:cubicBezTo>
                    <a:pt x="71" y="486"/>
                    <a:pt x="68" y="482"/>
                    <a:pt x="63" y="482"/>
                  </a:cubicBezTo>
                  <a:cubicBezTo>
                    <a:pt x="54" y="483"/>
                    <a:pt x="46" y="476"/>
                    <a:pt x="42" y="469"/>
                  </a:cubicBezTo>
                  <a:cubicBezTo>
                    <a:pt x="37" y="459"/>
                    <a:pt x="36" y="447"/>
                    <a:pt x="36" y="438"/>
                  </a:cubicBezTo>
                  <a:cubicBezTo>
                    <a:pt x="36" y="416"/>
                    <a:pt x="41" y="402"/>
                    <a:pt x="51" y="394"/>
                  </a:cubicBezTo>
                  <a:cubicBezTo>
                    <a:pt x="64" y="383"/>
                    <a:pt x="83" y="386"/>
                    <a:pt x="96" y="392"/>
                  </a:cubicBezTo>
                  <a:cubicBezTo>
                    <a:pt x="115" y="399"/>
                    <a:pt x="131" y="415"/>
                    <a:pt x="140" y="433"/>
                  </a:cubicBezTo>
                  <a:cubicBezTo>
                    <a:pt x="145" y="443"/>
                    <a:pt x="148" y="453"/>
                    <a:pt x="151" y="464"/>
                  </a:cubicBezTo>
                  <a:cubicBezTo>
                    <a:pt x="153" y="471"/>
                    <a:pt x="155" y="478"/>
                    <a:pt x="157" y="485"/>
                  </a:cubicBezTo>
                  <a:cubicBezTo>
                    <a:pt x="166" y="508"/>
                    <a:pt x="179" y="524"/>
                    <a:pt x="195" y="531"/>
                  </a:cubicBezTo>
                  <a:cubicBezTo>
                    <a:pt x="206" y="535"/>
                    <a:pt x="217" y="536"/>
                    <a:pt x="228" y="536"/>
                  </a:cubicBezTo>
                  <a:cubicBezTo>
                    <a:pt x="231" y="536"/>
                    <a:pt x="231" y="536"/>
                    <a:pt x="231" y="536"/>
                  </a:cubicBezTo>
                  <a:cubicBezTo>
                    <a:pt x="249" y="537"/>
                    <a:pt x="272" y="539"/>
                    <a:pt x="290" y="551"/>
                  </a:cubicBezTo>
                  <a:cubicBezTo>
                    <a:pt x="301" y="558"/>
                    <a:pt x="309" y="568"/>
                    <a:pt x="318" y="578"/>
                  </a:cubicBezTo>
                  <a:cubicBezTo>
                    <a:pt x="322" y="582"/>
                    <a:pt x="322" y="582"/>
                    <a:pt x="322" y="582"/>
                  </a:cubicBezTo>
                  <a:cubicBezTo>
                    <a:pt x="371" y="639"/>
                    <a:pt x="419" y="670"/>
                    <a:pt x="470" y="676"/>
                  </a:cubicBezTo>
                  <a:cubicBezTo>
                    <a:pt x="474" y="676"/>
                    <a:pt x="477" y="677"/>
                    <a:pt x="480" y="677"/>
                  </a:cubicBezTo>
                  <a:cubicBezTo>
                    <a:pt x="483" y="677"/>
                    <a:pt x="486" y="676"/>
                    <a:pt x="489" y="676"/>
                  </a:cubicBezTo>
                  <a:cubicBezTo>
                    <a:pt x="489" y="677"/>
                    <a:pt x="490" y="677"/>
                    <a:pt x="491" y="678"/>
                  </a:cubicBezTo>
                  <a:cubicBezTo>
                    <a:pt x="498" y="683"/>
                    <a:pt x="503" y="692"/>
                    <a:pt x="505" y="702"/>
                  </a:cubicBezTo>
                  <a:cubicBezTo>
                    <a:pt x="507" y="714"/>
                    <a:pt x="506" y="726"/>
                    <a:pt x="504" y="735"/>
                  </a:cubicBezTo>
                  <a:close/>
                </a:path>
              </a:pathLst>
            </a:custGeom>
            <a:solidFill>
              <a:srgbClr val="65D4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19"/>
            <p:cNvSpPr>
              <a:spLocks/>
            </p:cNvSpPr>
            <p:nvPr/>
          </p:nvSpPr>
          <p:spPr bwMode="auto">
            <a:xfrm>
              <a:off x="5845116" y="3118406"/>
              <a:ext cx="138660" cy="322209"/>
            </a:xfrm>
            <a:custGeom>
              <a:avLst/>
              <a:gdLst>
                <a:gd name="T0" fmla="*/ 37 w 74"/>
                <a:gd name="T1" fmla="*/ 48 h 171"/>
                <a:gd name="T2" fmla="*/ 44 w 74"/>
                <a:gd name="T3" fmla="*/ 47 h 171"/>
                <a:gd name="T4" fmla="*/ 52 w 74"/>
                <a:gd name="T5" fmla="*/ 77 h 171"/>
                <a:gd name="T6" fmla="*/ 45 w 74"/>
                <a:gd name="T7" fmla="*/ 105 h 171"/>
                <a:gd name="T8" fmla="*/ 42 w 74"/>
                <a:gd name="T9" fmla="*/ 118 h 171"/>
                <a:gd name="T10" fmla="*/ 43 w 74"/>
                <a:gd name="T11" fmla="*/ 166 h 171"/>
                <a:gd name="T12" fmla="*/ 50 w 74"/>
                <a:gd name="T13" fmla="*/ 171 h 171"/>
                <a:gd name="T14" fmla="*/ 53 w 74"/>
                <a:gd name="T15" fmla="*/ 170 h 171"/>
                <a:gd name="T16" fmla="*/ 57 w 74"/>
                <a:gd name="T17" fmla="*/ 160 h 171"/>
                <a:gd name="T18" fmla="*/ 57 w 74"/>
                <a:gd name="T19" fmla="*/ 122 h 171"/>
                <a:gd name="T20" fmla="*/ 61 w 74"/>
                <a:gd name="T21" fmla="*/ 110 h 171"/>
                <a:gd name="T22" fmla="*/ 68 w 74"/>
                <a:gd name="T23" fmla="*/ 78 h 171"/>
                <a:gd name="T24" fmla="*/ 58 w 74"/>
                <a:gd name="T25" fmla="*/ 40 h 171"/>
                <a:gd name="T26" fmla="*/ 64 w 74"/>
                <a:gd name="T27" fmla="*/ 33 h 171"/>
                <a:gd name="T28" fmla="*/ 74 w 74"/>
                <a:gd name="T29" fmla="*/ 10 h 171"/>
                <a:gd name="T30" fmla="*/ 67 w 74"/>
                <a:gd name="T31" fmla="*/ 1 h 171"/>
                <a:gd name="T32" fmla="*/ 58 w 74"/>
                <a:gd name="T33" fmla="*/ 7 h 171"/>
                <a:gd name="T34" fmla="*/ 51 w 74"/>
                <a:gd name="T35" fmla="*/ 24 h 171"/>
                <a:gd name="T36" fmla="*/ 45 w 74"/>
                <a:gd name="T37" fmla="*/ 30 h 171"/>
                <a:gd name="T38" fmla="*/ 41 w 74"/>
                <a:gd name="T39" fmla="*/ 32 h 171"/>
                <a:gd name="T40" fmla="*/ 37 w 74"/>
                <a:gd name="T41" fmla="*/ 32 h 171"/>
                <a:gd name="T42" fmla="*/ 15 w 74"/>
                <a:gd name="T43" fmla="*/ 26 h 171"/>
                <a:gd name="T44" fmla="*/ 3 w 74"/>
                <a:gd name="T45" fmla="*/ 26 h 171"/>
                <a:gd name="T46" fmla="*/ 3 w 74"/>
                <a:gd name="T47" fmla="*/ 38 h 171"/>
                <a:gd name="T48" fmla="*/ 36 w 74"/>
                <a:gd name="T49" fmla="*/ 48 h 171"/>
                <a:gd name="T50" fmla="*/ 37 w 74"/>
                <a:gd name="T51" fmla="*/ 48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4" h="171">
                  <a:moveTo>
                    <a:pt x="37" y="48"/>
                  </a:moveTo>
                  <a:cubicBezTo>
                    <a:pt x="39" y="48"/>
                    <a:pt x="41" y="48"/>
                    <a:pt x="44" y="47"/>
                  </a:cubicBezTo>
                  <a:cubicBezTo>
                    <a:pt x="51" y="55"/>
                    <a:pt x="53" y="67"/>
                    <a:pt x="52" y="77"/>
                  </a:cubicBezTo>
                  <a:cubicBezTo>
                    <a:pt x="51" y="86"/>
                    <a:pt x="48" y="96"/>
                    <a:pt x="45" y="105"/>
                  </a:cubicBezTo>
                  <a:cubicBezTo>
                    <a:pt x="44" y="109"/>
                    <a:pt x="43" y="114"/>
                    <a:pt x="42" y="118"/>
                  </a:cubicBezTo>
                  <a:cubicBezTo>
                    <a:pt x="37" y="138"/>
                    <a:pt x="37" y="153"/>
                    <a:pt x="43" y="166"/>
                  </a:cubicBezTo>
                  <a:cubicBezTo>
                    <a:pt x="44" y="169"/>
                    <a:pt x="47" y="171"/>
                    <a:pt x="50" y="171"/>
                  </a:cubicBezTo>
                  <a:cubicBezTo>
                    <a:pt x="51" y="171"/>
                    <a:pt x="52" y="171"/>
                    <a:pt x="53" y="170"/>
                  </a:cubicBezTo>
                  <a:cubicBezTo>
                    <a:pt x="57" y="169"/>
                    <a:pt x="59" y="164"/>
                    <a:pt x="57" y="160"/>
                  </a:cubicBezTo>
                  <a:cubicBezTo>
                    <a:pt x="53" y="150"/>
                    <a:pt x="53" y="138"/>
                    <a:pt x="57" y="122"/>
                  </a:cubicBezTo>
                  <a:cubicBezTo>
                    <a:pt x="58" y="118"/>
                    <a:pt x="60" y="114"/>
                    <a:pt x="61" y="110"/>
                  </a:cubicBezTo>
                  <a:cubicBezTo>
                    <a:pt x="64" y="100"/>
                    <a:pt x="67" y="89"/>
                    <a:pt x="68" y="78"/>
                  </a:cubicBezTo>
                  <a:cubicBezTo>
                    <a:pt x="69" y="63"/>
                    <a:pt x="66" y="50"/>
                    <a:pt x="58" y="40"/>
                  </a:cubicBezTo>
                  <a:cubicBezTo>
                    <a:pt x="61" y="38"/>
                    <a:pt x="62" y="36"/>
                    <a:pt x="64" y="33"/>
                  </a:cubicBezTo>
                  <a:cubicBezTo>
                    <a:pt x="69" y="26"/>
                    <a:pt x="72" y="18"/>
                    <a:pt x="74" y="10"/>
                  </a:cubicBezTo>
                  <a:cubicBezTo>
                    <a:pt x="74" y="6"/>
                    <a:pt x="72" y="2"/>
                    <a:pt x="67" y="1"/>
                  </a:cubicBezTo>
                  <a:cubicBezTo>
                    <a:pt x="63" y="0"/>
                    <a:pt x="59" y="3"/>
                    <a:pt x="58" y="7"/>
                  </a:cubicBezTo>
                  <a:cubicBezTo>
                    <a:pt x="57" y="13"/>
                    <a:pt x="54" y="19"/>
                    <a:pt x="51" y="24"/>
                  </a:cubicBezTo>
                  <a:cubicBezTo>
                    <a:pt x="49" y="27"/>
                    <a:pt x="47" y="29"/>
                    <a:pt x="45" y="30"/>
                  </a:cubicBezTo>
                  <a:cubicBezTo>
                    <a:pt x="44" y="30"/>
                    <a:pt x="42" y="31"/>
                    <a:pt x="41" y="32"/>
                  </a:cubicBezTo>
                  <a:cubicBezTo>
                    <a:pt x="40" y="32"/>
                    <a:pt x="38" y="32"/>
                    <a:pt x="37" y="32"/>
                  </a:cubicBezTo>
                  <a:cubicBezTo>
                    <a:pt x="28" y="32"/>
                    <a:pt x="19" y="31"/>
                    <a:pt x="15" y="26"/>
                  </a:cubicBezTo>
                  <a:cubicBezTo>
                    <a:pt x="12" y="23"/>
                    <a:pt x="6" y="23"/>
                    <a:pt x="3" y="26"/>
                  </a:cubicBezTo>
                  <a:cubicBezTo>
                    <a:pt x="0" y="29"/>
                    <a:pt x="0" y="34"/>
                    <a:pt x="3" y="38"/>
                  </a:cubicBezTo>
                  <a:cubicBezTo>
                    <a:pt x="12" y="47"/>
                    <a:pt x="25" y="48"/>
                    <a:pt x="36" y="48"/>
                  </a:cubicBezTo>
                  <a:cubicBezTo>
                    <a:pt x="37" y="48"/>
                    <a:pt x="37" y="48"/>
                    <a:pt x="37" y="48"/>
                  </a:cubicBezTo>
                  <a:close/>
                </a:path>
              </a:pathLst>
            </a:custGeom>
            <a:solidFill>
              <a:srgbClr val="65D4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20"/>
            <p:cNvSpPr>
              <a:spLocks/>
            </p:cNvSpPr>
            <p:nvPr/>
          </p:nvSpPr>
          <p:spPr bwMode="auto">
            <a:xfrm>
              <a:off x="5607699" y="3459568"/>
              <a:ext cx="73819" cy="227441"/>
            </a:xfrm>
            <a:custGeom>
              <a:avLst/>
              <a:gdLst>
                <a:gd name="T0" fmla="*/ 17 w 39"/>
                <a:gd name="T1" fmla="*/ 121 h 121"/>
                <a:gd name="T2" fmla="*/ 22 w 39"/>
                <a:gd name="T3" fmla="*/ 120 h 121"/>
                <a:gd name="T4" fmla="*/ 24 w 39"/>
                <a:gd name="T5" fmla="*/ 109 h 121"/>
                <a:gd name="T6" fmla="*/ 21 w 39"/>
                <a:gd name="T7" fmla="*/ 78 h 121"/>
                <a:gd name="T8" fmla="*/ 26 w 39"/>
                <a:gd name="T9" fmla="*/ 69 h 121"/>
                <a:gd name="T10" fmla="*/ 31 w 39"/>
                <a:gd name="T11" fmla="*/ 61 h 121"/>
                <a:gd name="T12" fmla="*/ 28 w 39"/>
                <a:gd name="T13" fmla="*/ 5 h 121"/>
                <a:gd name="T14" fmla="*/ 17 w 39"/>
                <a:gd name="T15" fmla="*/ 2 h 121"/>
                <a:gd name="T16" fmla="*/ 14 w 39"/>
                <a:gd name="T17" fmla="*/ 13 h 121"/>
                <a:gd name="T18" fmla="*/ 16 w 39"/>
                <a:gd name="T19" fmla="*/ 54 h 121"/>
                <a:gd name="T20" fmla="*/ 12 w 39"/>
                <a:gd name="T21" fmla="*/ 61 h 121"/>
                <a:gd name="T22" fmla="*/ 7 w 39"/>
                <a:gd name="T23" fmla="*/ 72 h 121"/>
                <a:gd name="T24" fmla="*/ 10 w 39"/>
                <a:gd name="T25" fmla="*/ 117 h 121"/>
                <a:gd name="T26" fmla="*/ 17 w 39"/>
                <a:gd name="T27" fmla="*/ 12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 h="121">
                  <a:moveTo>
                    <a:pt x="17" y="121"/>
                  </a:moveTo>
                  <a:cubicBezTo>
                    <a:pt x="19" y="121"/>
                    <a:pt x="20" y="121"/>
                    <a:pt x="22" y="120"/>
                  </a:cubicBezTo>
                  <a:cubicBezTo>
                    <a:pt x="25" y="117"/>
                    <a:pt x="26" y="113"/>
                    <a:pt x="24" y="109"/>
                  </a:cubicBezTo>
                  <a:cubicBezTo>
                    <a:pt x="18" y="100"/>
                    <a:pt x="17" y="88"/>
                    <a:pt x="21" y="78"/>
                  </a:cubicBezTo>
                  <a:cubicBezTo>
                    <a:pt x="23" y="75"/>
                    <a:pt x="24" y="72"/>
                    <a:pt x="26" y="69"/>
                  </a:cubicBezTo>
                  <a:cubicBezTo>
                    <a:pt x="28" y="66"/>
                    <a:pt x="29" y="64"/>
                    <a:pt x="31" y="61"/>
                  </a:cubicBezTo>
                  <a:cubicBezTo>
                    <a:pt x="39" y="43"/>
                    <a:pt x="38" y="22"/>
                    <a:pt x="28" y="5"/>
                  </a:cubicBezTo>
                  <a:cubicBezTo>
                    <a:pt x="26" y="1"/>
                    <a:pt x="21" y="0"/>
                    <a:pt x="17" y="2"/>
                  </a:cubicBezTo>
                  <a:cubicBezTo>
                    <a:pt x="13" y="4"/>
                    <a:pt x="12" y="9"/>
                    <a:pt x="14" y="13"/>
                  </a:cubicBezTo>
                  <a:cubicBezTo>
                    <a:pt x="21" y="25"/>
                    <a:pt x="22" y="41"/>
                    <a:pt x="16" y="54"/>
                  </a:cubicBezTo>
                  <a:cubicBezTo>
                    <a:pt x="15" y="56"/>
                    <a:pt x="13" y="58"/>
                    <a:pt x="12" y="61"/>
                  </a:cubicBezTo>
                  <a:cubicBezTo>
                    <a:pt x="10" y="64"/>
                    <a:pt x="8" y="68"/>
                    <a:pt x="7" y="72"/>
                  </a:cubicBezTo>
                  <a:cubicBezTo>
                    <a:pt x="0" y="86"/>
                    <a:pt x="2" y="104"/>
                    <a:pt x="10" y="117"/>
                  </a:cubicBezTo>
                  <a:cubicBezTo>
                    <a:pt x="12" y="120"/>
                    <a:pt x="15" y="121"/>
                    <a:pt x="17" y="121"/>
                  </a:cubicBezTo>
                  <a:close/>
                </a:path>
              </a:pathLst>
            </a:custGeom>
            <a:solidFill>
              <a:srgbClr val="65D4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21"/>
            <p:cNvSpPr>
              <a:spLocks/>
            </p:cNvSpPr>
            <p:nvPr/>
          </p:nvSpPr>
          <p:spPr bwMode="auto">
            <a:xfrm>
              <a:off x="5884021" y="3504458"/>
              <a:ext cx="73819" cy="238415"/>
            </a:xfrm>
            <a:custGeom>
              <a:avLst/>
              <a:gdLst>
                <a:gd name="T0" fmla="*/ 16 w 39"/>
                <a:gd name="T1" fmla="*/ 93 h 127"/>
                <a:gd name="T2" fmla="*/ 16 w 39"/>
                <a:gd name="T3" fmla="*/ 117 h 127"/>
                <a:gd name="T4" fmla="*/ 21 w 39"/>
                <a:gd name="T5" fmla="*/ 127 h 127"/>
                <a:gd name="T6" fmla="*/ 23 w 39"/>
                <a:gd name="T7" fmla="*/ 127 h 127"/>
                <a:gd name="T8" fmla="*/ 31 w 39"/>
                <a:gd name="T9" fmla="*/ 122 h 127"/>
                <a:gd name="T10" fmla="*/ 32 w 39"/>
                <a:gd name="T11" fmla="*/ 88 h 127"/>
                <a:gd name="T12" fmla="*/ 27 w 39"/>
                <a:gd name="T13" fmla="*/ 77 h 127"/>
                <a:gd name="T14" fmla="*/ 24 w 39"/>
                <a:gd name="T15" fmla="*/ 70 h 127"/>
                <a:gd name="T16" fmla="*/ 36 w 39"/>
                <a:gd name="T17" fmla="*/ 15 h 127"/>
                <a:gd name="T18" fmla="*/ 36 w 39"/>
                <a:gd name="T19" fmla="*/ 4 h 127"/>
                <a:gd name="T20" fmla="*/ 25 w 39"/>
                <a:gd name="T21" fmla="*/ 4 h 127"/>
                <a:gd name="T22" fmla="*/ 9 w 39"/>
                <a:gd name="T23" fmla="*/ 76 h 127"/>
                <a:gd name="T24" fmla="*/ 13 w 39"/>
                <a:gd name="T25" fmla="*/ 84 h 127"/>
                <a:gd name="T26" fmla="*/ 16 w 39"/>
                <a:gd name="T27" fmla="*/ 9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 h="127">
                  <a:moveTo>
                    <a:pt x="16" y="93"/>
                  </a:moveTo>
                  <a:cubicBezTo>
                    <a:pt x="19" y="101"/>
                    <a:pt x="18" y="109"/>
                    <a:pt x="16" y="117"/>
                  </a:cubicBezTo>
                  <a:cubicBezTo>
                    <a:pt x="14" y="121"/>
                    <a:pt x="16" y="125"/>
                    <a:pt x="21" y="127"/>
                  </a:cubicBezTo>
                  <a:cubicBezTo>
                    <a:pt x="21" y="127"/>
                    <a:pt x="22" y="127"/>
                    <a:pt x="23" y="127"/>
                  </a:cubicBezTo>
                  <a:cubicBezTo>
                    <a:pt x="27" y="127"/>
                    <a:pt x="30" y="125"/>
                    <a:pt x="31" y="122"/>
                  </a:cubicBezTo>
                  <a:cubicBezTo>
                    <a:pt x="35" y="111"/>
                    <a:pt x="35" y="99"/>
                    <a:pt x="32" y="88"/>
                  </a:cubicBezTo>
                  <a:cubicBezTo>
                    <a:pt x="30" y="84"/>
                    <a:pt x="29" y="81"/>
                    <a:pt x="27" y="77"/>
                  </a:cubicBezTo>
                  <a:cubicBezTo>
                    <a:pt x="26" y="75"/>
                    <a:pt x="25" y="72"/>
                    <a:pt x="24" y="70"/>
                  </a:cubicBezTo>
                  <a:cubicBezTo>
                    <a:pt x="18" y="52"/>
                    <a:pt x="22" y="29"/>
                    <a:pt x="36" y="15"/>
                  </a:cubicBezTo>
                  <a:cubicBezTo>
                    <a:pt x="39" y="12"/>
                    <a:pt x="39" y="7"/>
                    <a:pt x="36" y="4"/>
                  </a:cubicBezTo>
                  <a:cubicBezTo>
                    <a:pt x="33" y="0"/>
                    <a:pt x="28" y="1"/>
                    <a:pt x="25" y="4"/>
                  </a:cubicBezTo>
                  <a:cubicBezTo>
                    <a:pt x="6" y="22"/>
                    <a:pt x="0" y="51"/>
                    <a:pt x="9" y="76"/>
                  </a:cubicBezTo>
                  <a:cubicBezTo>
                    <a:pt x="10" y="79"/>
                    <a:pt x="11" y="81"/>
                    <a:pt x="13" y="84"/>
                  </a:cubicBezTo>
                  <a:cubicBezTo>
                    <a:pt x="14" y="87"/>
                    <a:pt x="15" y="90"/>
                    <a:pt x="16" y="93"/>
                  </a:cubicBezTo>
                  <a:close/>
                </a:path>
              </a:pathLst>
            </a:custGeom>
            <a:solidFill>
              <a:srgbClr val="65D4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22"/>
            <p:cNvSpPr>
              <a:spLocks/>
            </p:cNvSpPr>
            <p:nvPr/>
          </p:nvSpPr>
          <p:spPr bwMode="auto">
            <a:xfrm>
              <a:off x="5429138" y="3568301"/>
              <a:ext cx="271333" cy="359118"/>
            </a:xfrm>
            <a:custGeom>
              <a:avLst/>
              <a:gdLst>
                <a:gd name="T0" fmla="*/ 17 w 144"/>
                <a:gd name="T1" fmla="*/ 119 h 191"/>
                <a:gd name="T2" fmla="*/ 22 w 144"/>
                <a:gd name="T3" fmla="*/ 122 h 191"/>
                <a:gd name="T4" fmla="*/ 24 w 144"/>
                <a:gd name="T5" fmla="*/ 161 h 191"/>
                <a:gd name="T6" fmla="*/ 30 w 144"/>
                <a:gd name="T7" fmla="*/ 165 h 191"/>
                <a:gd name="T8" fmla="*/ 35 w 144"/>
                <a:gd name="T9" fmla="*/ 164 h 191"/>
                <a:gd name="T10" fmla="*/ 37 w 144"/>
                <a:gd name="T11" fmla="*/ 153 h 191"/>
                <a:gd name="T12" fmla="*/ 38 w 144"/>
                <a:gd name="T13" fmla="*/ 128 h 191"/>
                <a:gd name="T14" fmla="*/ 50 w 144"/>
                <a:gd name="T15" fmla="*/ 129 h 191"/>
                <a:gd name="T16" fmla="*/ 64 w 144"/>
                <a:gd name="T17" fmla="*/ 125 h 191"/>
                <a:gd name="T18" fmla="*/ 72 w 144"/>
                <a:gd name="T19" fmla="*/ 122 h 191"/>
                <a:gd name="T20" fmla="*/ 113 w 144"/>
                <a:gd name="T21" fmla="*/ 138 h 191"/>
                <a:gd name="T22" fmla="*/ 117 w 144"/>
                <a:gd name="T23" fmla="*/ 143 h 191"/>
                <a:gd name="T24" fmla="*/ 116 w 144"/>
                <a:gd name="T25" fmla="*/ 143 h 191"/>
                <a:gd name="T26" fmla="*/ 93 w 144"/>
                <a:gd name="T27" fmla="*/ 171 h 191"/>
                <a:gd name="T28" fmla="*/ 91 w 144"/>
                <a:gd name="T29" fmla="*/ 182 h 191"/>
                <a:gd name="T30" fmla="*/ 97 w 144"/>
                <a:gd name="T31" fmla="*/ 186 h 191"/>
                <a:gd name="T32" fmla="*/ 102 w 144"/>
                <a:gd name="T33" fmla="*/ 184 h 191"/>
                <a:gd name="T34" fmla="*/ 125 w 144"/>
                <a:gd name="T35" fmla="*/ 161 h 191"/>
                <a:gd name="T36" fmla="*/ 128 w 144"/>
                <a:gd name="T37" fmla="*/ 183 h 191"/>
                <a:gd name="T38" fmla="*/ 136 w 144"/>
                <a:gd name="T39" fmla="*/ 191 h 191"/>
                <a:gd name="T40" fmla="*/ 136 w 144"/>
                <a:gd name="T41" fmla="*/ 191 h 191"/>
                <a:gd name="T42" fmla="*/ 144 w 144"/>
                <a:gd name="T43" fmla="*/ 183 h 191"/>
                <a:gd name="T44" fmla="*/ 125 w 144"/>
                <a:gd name="T45" fmla="*/ 127 h 191"/>
                <a:gd name="T46" fmla="*/ 69 w 144"/>
                <a:gd name="T47" fmla="*/ 107 h 191"/>
                <a:gd name="T48" fmla="*/ 59 w 144"/>
                <a:gd name="T49" fmla="*/ 110 h 191"/>
                <a:gd name="T50" fmla="*/ 48 w 144"/>
                <a:gd name="T51" fmla="*/ 113 h 191"/>
                <a:gd name="T52" fmla="*/ 28 w 144"/>
                <a:gd name="T53" fmla="*/ 106 h 191"/>
                <a:gd name="T54" fmla="*/ 17 w 144"/>
                <a:gd name="T55" fmla="*/ 88 h 191"/>
                <a:gd name="T56" fmla="*/ 25 w 144"/>
                <a:gd name="T57" fmla="*/ 60 h 191"/>
                <a:gd name="T58" fmla="*/ 28 w 144"/>
                <a:gd name="T59" fmla="*/ 51 h 191"/>
                <a:gd name="T60" fmla="*/ 24 w 144"/>
                <a:gd name="T61" fmla="*/ 3 h 191"/>
                <a:gd name="T62" fmla="*/ 13 w 144"/>
                <a:gd name="T63" fmla="*/ 3 h 191"/>
                <a:gd name="T64" fmla="*/ 12 w 144"/>
                <a:gd name="T65" fmla="*/ 14 h 191"/>
                <a:gd name="T66" fmla="*/ 13 w 144"/>
                <a:gd name="T67" fmla="*/ 45 h 191"/>
                <a:gd name="T68" fmla="*/ 10 w 144"/>
                <a:gd name="T69" fmla="*/ 54 h 191"/>
                <a:gd name="T70" fmla="*/ 1 w 144"/>
                <a:gd name="T71" fmla="*/ 89 h 191"/>
                <a:gd name="T72" fmla="*/ 17 w 144"/>
                <a:gd name="T73" fmla="*/ 11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4" h="191">
                  <a:moveTo>
                    <a:pt x="17" y="119"/>
                  </a:moveTo>
                  <a:cubicBezTo>
                    <a:pt x="19" y="120"/>
                    <a:pt x="21" y="121"/>
                    <a:pt x="22" y="122"/>
                  </a:cubicBezTo>
                  <a:cubicBezTo>
                    <a:pt x="16" y="134"/>
                    <a:pt x="16" y="150"/>
                    <a:pt x="24" y="161"/>
                  </a:cubicBezTo>
                  <a:cubicBezTo>
                    <a:pt x="25" y="164"/>
                    <a:pt x="28" y="165"/>
                    <a:pt x="30" y="165"/>
                  </a:cubicBezTo>
                  <a:cubicBezTo>
                    <a:pt x="32" y="165"/>
                    <a:pt x="33" y="165"/>
                    <a:pt x="35" y="164"/>
                  </a:cubicBezTo>
                  <a:cubicBezTo>
                    <a:pt x="39" y="162"/>
                    <a:pt x="40" y="157"/>
                    <a:pt x="37" y="153"/>
                  </a:cubicBezTo>
                  <a:cubicBezTo>
                    <a:pt x="33" y="145"/>
                    <a:pt x="33" y="135"/>
                    <a:pt x="38" y="128"/>
                  </a:cubicBezTo>
                  <a:cubicBezTo>
                    <a:pt x="42" y="129"/>
                    <a:pt x="46" y="129"/>
                    <a:pt x="50" y="129"/>
                  </a:cubicBezTo>
                  <a:cubicBezTo>
                    <a:pt x="55" y="128"/>
                    <a:pt x="59" y="126"/>
                    <a:pt x="64" y="125"/>
                  </a:cubicBezTo>
                  <a:cubicBezTo>
                    <a:pt x="67" y="124"/>
                    <a:pt x="69" y="123"/>
                    <a:pt x="72" y="122"/>
                  </a:cubicBezTo>
                  <a:cubicBezTo>
                    <a:pt x="86" y="120"/>
                    <a:pt x="103" y="126"/>
                    <a:pt x="113" y="138"/>
                  </a:cubicBezTo>
                  <a:cubicBezTo>
                    <a:pt x="114" y="139"/>
                    <a:pt x="116" y="141"/>
                    <a:pt x="117" y="143"/>
                  </a:cubicBezTo>
                  <a:cubicBezTo>
                    <a:pt x="117" y="143"/>
                    <a:pt x="117" y="143"/>
                    <a:pt x="116" y="143"/>
                  </a:cubicBezTo>
                  <a:cubicBezTo>
                    <a:pt x="111" y="154"/>
                    <a:pt x="103" y="164"/>
                    <a:pt x="93" y="171"/>
                  </a:cubicBezTo>
                  <a:cubicBezTo>
                    <a:pt x="89" y="174"/>
                    <a:pt x="88" y="179"/>
                    <a:pt x="91" y="182"/>
                  </a:cubicBezTo>
                  <a:cubicBezTo>
                    <a:pt x="92" y="185"/>
                    <a:pt x="95" y="186"/>
                    <a:pt x="97" y="186"/>
                  </a:cubicBezTo>
                  <a:cubicBezTo>
                    <a:pt x="99" y="186"/>
                    <a:pt x="101" y="185"/>
                    <a:pt x="102" y="184"/>
                  </a:cubicBezTo>
                  <a:cubicBezTo>
                    <a:pt x="111" y="178"/>
                    <a:pt x="119" y="170"/>
                    <a:pt x="125" y="161"/>
                  </a:cubicBezTo>
                  <a:cubicBezTo>
                    <a:pt x="127" y="168"/>
                    <a:pt x="128" y="175"/>
                    <a:pt x="128" y="183"/>
                  </a:cubicBezTo>
                  <a:cubicBezTo>
                    <a:pt x="128" y="187"/>
                    <a:pt x="132" y="191"/>
                    <a:pt x="136" y="191"/>
                  </a:cubicBezTo>
                  <a:cubicBezTo>
                    <a:pt x="136" y="191"/>
                    <a:pt x="136" y="191"/>
                    <a:pt x="136" y="191"/>
                  </a:cubicBezTo>
                  <a:cubicBezTo>
                    <a:pt x="141" y="191"/>
                    <a:pt x="144" y="188"/>
                    <a:pt x="144" y="183"/>
                  </a:cubicBezTo>
                  <a:cubicBezTo>
                    <a:pt x="144" y="162"/>
                    <a:pt x="138" y="142"/>
                    <a:pt x="125" y="127"/>
                  </a:cubicBezTo>
                  <a:cubicBezTo>
                    <a:pt x="111" y="111"/>
                    <a:pt x="89" y="103"/>
                    <a:pt x="69" y="107"/>
                  </a:cubicBezTo>
                  <a:cubicBezTo>
                    <a:pt x="65" y="107"/>
                    <a:pt x="62" y="109"/>
                    <a:pt x="59" y="110"/>
                  </a:cubicBezTo>
                  <a:cubicBezTo>
                    <a:pt x="55" y="111"/>
                    <a:pt x="51" y="112"/>
                    <a:pt x="48" y="113"/>
                  </a:cubicBezTo>
                  <a:cubicBezTo>
                    <a:pt x="41" y="113"/>
                    <a:pt x="34" y="111"/>
                    <a:pt x="28" y="106"/>
                  </a:cubicBezTo>
                  <a:cubicBezTo>
                    <a:pt x="21" y="101"/>
                    <a:pt x="18" y="95"/>
                    <a:pt x="17" y="88"/>
                  </a:cubicBezTo>
                  <a:cubicBezTo>
                    <a:pt x="17" y="79"/>
                    <a:pt x="21" y="70"/>
                    <a:pt x="25" y="60"/>
                  </a:cubicBezTo>
                  <a:cubicBezTo>
                    <a:pt x="26" y="57"/>
                    <a:pt x="27" y="54"/>
                    <a:pt x="28" y="51"/>
                  </a:cubicBezTo>
                  <a:cubicBezTo>
                    <a:pt x="36" y="31"/>
                    <a:pt x="34" y="14"/>
                    <a:pt x="24" y="3"/>
                  </a:cubicBezTo>
                  <a:cubicBezTo>
                    <a:pt x="21" y="0"/>
                    <a:pt x="16" y="0"/>
                    <a:pt x="13" y="3"/>
                  </a:cubicBezTo>
                  <a:cubicBezTo>
                    <a:pt x="9" y="6"/>
                    <a:pt x="9" y="11"/>
                    <a:pt x="12" y="14"/>
                  </a:cubicBezTo>
                  <a:cubicBezTo>
                    <a:pt x="20" y="23"/>
                    <a:pt x="16" y="39"/>
                    <a:pt x="13" y="45"/>
                  </a:cubicBezTo>
                  <a:cubicBezTo>
                    <a:pt x="12" y="48"/>
                    <a:pt x="11" y="51"/>
                    <a:pt x="10" y="54"/>
                  </a:cubicBezTo>
                  <a:cubicBezTo>
                    <a:pt x="5" y="65"/>
                    <a:pt x="0" y="76"/>
                    <a:pt x="1" y="89"/>
                  </a:cubicBezTo>
                  <a:cubicBezTo>
                    <a:pt x="2" y="100"/>
                    <a:pt x="8" y="111"/>
                    <a:pt x="17" y="119"/>
                  </a:cubicBezTo>
                  <a:close/>
                </a:path>
              </a:pathLst>
            </a:custGeom>
            <a:solidFill>
              <a:srgbClr val="65D4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23"/>
            <p:cNvSpPr>
              <a:spLocks/>
            </p:cNvSpPr>
            <p:nvPr/>
          </p:nvSpPr>
          <p:spPr bwMode="auto">
            <a:xfrm>
              <a:off x="5852099" y="3936397"/>
              <a:ext cx="148635" cy="212478"/>
            </a:xfrm>
            <a:custGeom>
              <a:avLst/>
              <a:gdLst>
                <a:gd name="T0" fmla="*/ 6 w 79"/>
                <a:gd name="T1" fmla="*/ 75 h 113"/>
                <a:gd name="T2" fmla="*/ 9 w 79"/>
                <a:gd name="T3" fmla="*/ 76 h 113"/>
                <a:gd name="T4" fmla="*/ 16 w 79"/>
                <a:gd name="T5" fmla="*/ 72 h 113"/>
                <a:gd name="T6" fmla="*/ 31 w 79"/>
                <a:gd name="T7" fmla="*/ 55 h 113"/>
                <a:gd name="T8" fmla="*/ 39 w 79"/>
                <a:gd name="T9" fmla="*/ 52 h 113"/>
                <a:gd name="T10" fmla="*/ 63 w 79"/>
                <a:gd name="T11" fmla="*/ 110 h 113"/>
                <a:gd name="T12" fmla="*/ 69 w 79"/>
                <a:gd name="T13" fmla="*/ 113 h 113"/>
                <a:gd name="T14" fmla="*/ 74 w 79"/>
                <a:gd name="T15" fmla="*/ 111 h 113"/>
                <a:gd name="T16" fmla="*/ 75 w 79"/>
                <a:gd name="T17" fmla="*/ 100 h 113"/>
                <a:gd name="T18" fmla="*/ 55 w 79"/>
                <a:gd name="T19" fmla="*/ 46 h 113"/>
                <a:gd name="T20" fmla="*/ 58 w 79"/>
                <a:gd name="T21" fmla="*/ 44 h 113"/>
                <a:gd name="T22" fmla="*/ 78 w 79"/>
                <a:gd name="T23" fmla="*/ 12 h 113"/>
                <a:gd name="T24" fmla="*/ 72 w 79"/>
                <a:gd name="T25" fmla="*/ 2 h 113"/>
                <a:gd name="T26" fmla="*/ 62 w 79"/>
                <a:gd name="T27" fmla="*/ 7 h 113"/>
                <a:gd name="T28" fmla="*/ 49 w 79"/>
                <a:gd name="T29" fmla="*/ 30 h 113"/>
                <a:gd name="T30" fmla="*/ 37 w 79"/>
                <a:gd name="T31" fmla="*/ 36 h 113"/>
                <a:gd name="T32" fmla="*/ 23 w 79"/>
                <a:gd name="T33" fmla="*/ 41 h 113"/>
                <a:gd name="T34" fmla="*/ 2 w 79"/>
                <a:gd name="T35" fmla="*/ 65 h 113"/>
                <a:gd name="T36" fmla="*/ 6 w 79"/>
                <a:gd name="T37" fmla="*/ 75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9" h="113">
                  <a:moveTo>
                    <a:pt x="6" y="75"/>
                  </a:moveTo>
                  <a:cubicBezTo>
                    <a:pt x="7" y="76"/>
                    <a:pt x="8" y="76"/>
                    <a:pt x="9" y="76"/>
                  </a:cubicBezTo>
                  <a:cubicBezTo>
                    <a:pt x="12" y="76"/>
                    <a:pt x="15" y="75"/>
                    <a:pt x="16" y="72"/>
                  </a:cubicBezTo>
                  <a:cubicBezTo>
                    <a:pt x="20" y="64"/>
                    <a:pt x="25" y="58"/>
                    <a:pt x="31" y="55"/>
                  </a:cubicBezTo>
                  <a:cubicBezTo>
                    <a:pt x="33" y="54"/>
                    <a:pt x="36" y="53"/>
                    <a:pt x="39" y="52"/>
                  </a:cubicBezTo>
                  <a:cubicBezTo>
                    <a:pt x="40" y="75"/>
                    <a:pt x="53" y="99"/>
                    <a:pt x="63" y="110"/>
                  </a:cubicBezTo>
                  <a:cubicBezTo>
                    <a:pt x="64" y="112"/>
                    <a:pt x="66" y="113"/>
                    <a:pt x="69" y="113"/>
                  </a:cubicBezTo>
                  <a:cubicBezTo>
                    <a:pt x="71" y="113"/>
                    <a:pt x="72" y="113"/>
                    <a:pt x="74" y="111"/>
                  </a:cubicBezTo>
                  <a:cubicBezTo>
                    <a:pt x="77" y="108"/>
                    <a:pt x="78" y="103"/>
                    <a:pt x="75" y="100"/>
                  </a:cubicBezTo>
                  <a:cubicBezTo>
                    <a:pt x="66" y="89"/>
                    <a:pt x="54" y="64"/>
                    <a:pt x="55" y="46"/>
                  </a:cubicBezTo>
                  <a:cubicBezTo>
                    <a:pt x="56" y="45"/>
                    <a:pt x="57" y="44"/>
                    <a:pt x="58" y="44"/>
                  </a:cubicBezTo>
                  <a:cubicBezTo>
                    <a:pt x="70" y="36"/>
                    <a:pt x="75" y="21"/>
                    <a:pt x="78" y="12"/>
                  </a:cubicBezTo>
                  <a:cubicBezTo>
                    <a:pt x="79" y="7"/>
                    <a:pt x="76" y="3"/>
                    <a:pt x="72" y="2"/>
                  </a:cubicBezTo>
                  <a:cubicBezTo>
                    <a:pt x="68" y="0"/>
                    <a:pt x="63" y="3"/>
                    <a:pt x="62" y="7"/>
                  </a:cubicBezTo>
                  <a:cubicBezTo>
                    <a:pt x="59" y="19"/>
                    <a:pt x="55" y="27"/>
                    <a:pt x="49" y="30"/>
                  </a:cubicBezTo>
                  <a:cubicBezTo>
                    <a:pt x="45" y="33"/>
                    <a:pt x="41" y="34"/>
                    <a:pt x="37" y="36"/>
                  </a:cubicBezTo>
                  <a:cubicBezTo>
                    <a:pt x="32" y="37"/>
                    <a:pt x="27" y="39"/>
                    <a:pt x="23" y="41"/>
                  </a:cubicBezTo>
                  <a:cubicBezTo>
                    <a:pt x="14" y="46"/>
                    <a:pt x="7" y="54"/>
                    <a:pt x="2" y="65"/>
                  </a:cubicBezTo>
                  <a:cubicBezTo>
                    <a:pt x="0" y="69"/>
                    <a:pt x="2" y="73"/>
                    <a:pt x="6" y="75"/>
                  </a:cubicBezTo>
                  <a:close/>
                </a:path>
              </a:pathLst>
            </a:custGeom>
            <a:solidFill>
              <a:srgbClr val="65D4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24"/>
            <p:cNvSpPr>
              <a:spLocks/>
            </p:cNvSpPr>
            <p:nvPr/>
          </p:nvSpPr>
          <p:spPr bwMode="auto">
            <a:xfrm>
              <a:off x="5267535" y="3946372"/>
              <a:ext cx="129681" cy="195520"/>
            </a:xfrm>
            <a:custGeom>
              <a:avLst/>
              <a:gdLst>
                <a:gd name="T0" fmla="*/ 43 w 69"/>
                <a:gd name="T1" fmla="*/ 94 h 104"/>
                <a:gd name="T2" fmla="*/ 37 w 69"/>
                <a:gd name="T3" fmla="*/ 83 h 104"/>
                <a:gd name="T4" fmla="*/ 35 w 69"/>
                <a:gd name="T5" fmla="*/ 81 h 104"/>
                <a:gd name="T6" fmla="*/ 30 w 69"/>
                <a:gd name="T7" fmla="*/ 58 h 104"/>
                <a:gd name="T8" fmla="*/ 32 w 69"/>
                <a:gd name="T9" fmla="*/ 41 h 104"/>
                <a:gd name="T10" fmla="*/ 45 w 69"/>
                <a:gd name="T11" fmla="*/ 43 h 104"/>
                <a:gd name="T12" fmla="*/ 63 w 69"/>
                <a:gd name="T13" fmla="*/ 39 h 104"/>
                <a:gd name="T14" fmla="*/ 67 w 69"/>
                <a:gd name="T15" fmla="*/ 29 h 104"/>
                <a:gd name="T16" fmla="*/ 56 w 69"/>
                <a:gd name="T17" fmla="*/ 24 h 104"/>
                <a:gd name="T18" fmla="*/ 33 w 69"/>
                <a:gd name="T19" fmla="*/ 24 h 104"/>
                <a:gd name="T20" fmla="*/ 33 w 69"/>
                <a:gd name="T21" fmla="*/ 24 h 104"/>
                <a:gd name="T22" fmla="*/ 28 w 69"/>
                <a:gd name="T23" fmla="*/ 21 h 104"/>
                <a:gd name="T24" fmla="*/ 28 w 69"/>
                <a:gd name="T25" fmla="*/ 21 h 104"/>
                <a:gd name="T26" fmla="*/ 17 w 69"/>
                <a:gd name="T27" fmla="*/ 7 h 104"/>
                <a:gd name="T28" fmla="*/ 7 w 69"/>
                <a:gd name="T29" fmla="*/ 1 h 104"/>
                <a:gd name="T30" fmla="*/ 2 w 69"/>
                <a:gd name="T31" fmla="*/ 12 h 104"/>
                <a:gd name="T32" fmla="*/ 17 w 69"/>
                <a:gd name="T33" fmla="*/ 33 h 104"/>
                <a:gd name="T34" fmla="*/ 13 w 69"/>
                <a:gd name="T35" fmla="*/ 57 h 104"/>
                <a:gd name="T36" fmla="*/ 22 w 69"/>
                <a:gd name="T37" fmla="*/ 89 h 104"/>
                <a:gd name="T38" fmla="*/ 24 w 69"/>
                <a:gd name="T39" fmla="*/ 93 h 104"/>
                <a:gd name="T40" fmla="*/ 27 w 69"/>
                <a:gd name="T41" fmla="*/ 98 h 104"/>
                <a:gd name="T42" fmla="*/ 35 w 69"/>
                <a:gd name="T43" fmla="*/ 104 h 104"/>
                <a:gd name="T44" fmla="*/ 37 w 69"/>
                <a:gd name="T45" fmla="*/ 104 h 104"/>
                <a:gd name="T46" fmla="*/ 43 w 69"/>
                <a:gd name="T47" fmla="*/ 9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9" h="104">
                  <a:moveTo>
                    <a:pt x="43" y="94"/>
                  </a:moveTo>
                  <a:cubicBezTo>
                    <a:pt x="42" y="90"/>
                    <a:pt x="39" y="86"/>
                    <a:pt x="37" y="83"/>
                  </a:cubicBezTo>
                  <a:cubicBezTo>
                    <a:pt x="36" y="82"/>
                    <a:pt x="36" y="81"/>
                    <a:pt x="35" y="81"/>
                  </a:cubicBezTo>
                  <a:cubicBezTo>
                    <a:pt x="30" y="73"/>
                    <a:pt x="29" y="64"/>
                    <a:pt x="30" y="58"/>
                  </a:cubicBezTo>
                  <a:cubicBezTo>
                    <a:pt x="30" y="52"/>
                    <a:pt x="31" y="46"/>
                    <a:pt x="32" y="41"/>
                  </a:cubicBezTo>
                  <a:cubicBezTo>
                    <a:pt x="36" y="42"/>
                    <a:pt x="40" y="43"/>
                    <a:pt x="45" y="43"/>
                  </a:cubicBezTo>
                  <a:cubicBezTo>
                    <a:pt x="51" y="43"/>
                    <a:pt x="57" y="42"/>
                    <a:pt x="63" y="39"/>
                  </a:cubicBezTo>
                  <a:cubicBezTo>
                    <a:pt x="67" y="37"/>
                    <a:pt x="69" y="33"/>
                    <a:pt x="67" y="29"/>
                  </a:cubicBezTo>
                  <a:cubicBezTo>
                    <a:pt x="65" y="24"/>
                    <a:pt x="60" y="23"/>
                    <a:pt x="56" y="24"/>
                  </a:cubicBezTo>
                  <a:cubicBezTo>
                    <a:pt x="49" y="27"/>
                    <a:pt x="40" y="27"/>
                    <a:pt x="33" y="24"/>
                  </a:cubicBezTo>
                  <a:cubicBezTo>
                    <a:pt x="33" y="24"/>
                    <a:pt x="33" y="24"/>
                    <a:pt x="33" y="24"/>
                  </a:cubicBezTo>
                  <a:cubicBezTo>
                    <a:pt x="32" y="23"/>
                    <a:pt x="30" y="22"/>
                    <a:pt x="28" y="21"/>
                  </a:cubicBezTo>
                  <a:cubicBezTo>
                    <a:pt x="28" y="21"/>
                    <a:pt x="28" y="21"/>
                    <a:pt x="28" y="21"/>
                  </a:cubicBezTo>
                  <a:cubicBezTo>
                    <a:pt x="23" y="18"/>
                    <a:pt x="19" y="12"/>
                    <a:pt x="17" y="7"/>
                  </a:cubicBezTo>
                  <a:cubicBezTo>
                    <a:pt x="16" y="2"/>
                    <a:pt x="11" y="0"/>
                    <a:pt x="7" y="1"/>
                  </a:cubicBezTo>
                  <a:cubicBezTo>
                    <a:pt x="3" y="3"/>
                    <a:pt x="0" y="7"/>
                    <a:pt x="2" y="12"/>
                  </a:cubicBezTo>
                  <a:cubicBezTo>
                    <a:pt x="4" y="20"/>
                    <a:pt x="10" y="28"/>
                    <a:pt x="17" y="33"/>
                  </a:cubicBezTo>
                  <a:cubicBezTo>
                    <a:pt x="15" y="41"/>
                    <a:pt x="14" y="49"/>
                    <a:pt x="13" y="57"/>
                  </a:cubicBezTo>
                  <a:cubicBezTo>
                    <a:pt x="13" y="70"/>
                    <a:pt x="16" y="81"/>
                    <a:pt x="22" y="89"/>
                  </a:cubicBezTo>
                  <a:cubicBezTo>
                    <a:pt x="22" y="91"/>
                    <a:pt x="23" y="92"/>
                    <a:pt x="24" y="93"/>
                  </a:cubicBezTo>
                  <a:cubicBezTo>
                    <a:pt x="25" y="95"/>
                    <a:pt x="27" y="97"/>
                    <a:pt x="27" y="98"/>
                  </a:cubicBezTo>
                  <a:cubicBezTo>
                    <a:pt x="28" y="102"/>
                    <a:pt x="31" y="104"/>
                    <a:pt x="35" y="104"/>
                  </a:cubicBezTo>
                  <a:cubicBezTo>
                    <a:pt x="36" y="104"/>
                    <a:pt x="36" y="104"/>
                    <a:pt x="37" y="104"/>
                  </a:cubicBezTo>
                  <a:cubicBezTo>
                    <a:pt x="41" y="103"/>
                    <a:pt x="44" y="98"/>
                    <a:pt x="43" y="94"/>
                  </a:cubicBezTo>
                  <a:close/>
                </a:path>
              </a:pathLst>
            </a:custGeom>
            <a:solidFill>
              <a:srgbClr val="65D4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25"/>
            <p:cNvSpPr>
              <a:spLocks/>
            </p:cNvSpPr>
            <p:nvPr/>
          </p:nvSpPr>
          <p:spPr bwMode="auto">
            <a:xfrm>
              <a:off x="5335369" y="4145882"/>
              <a:ext cx="74817" cy="261358"/>
            </a:xfrm>
            <a:custGeom>
              <a:avLst/>
              <a:gdLst>
                <a:gd name="T0" fmla="*/ 18 w 40"/>
                <a:gd name="T1" fmla="*/ 139 h 139"/>
                <a:gd name="T2" fmla="*/ 23 w 40"/>
                <a:gd name="T3" fmla="*/ 137 h 139"/>
                <a:gd name="T4" fmla="*/ 24 w 40"/>
                <a:gd name="T5" fmla="*/ 126 h 139"/>
                <a:gd name="T6" fmla="*/ 16 w 40"/>
                <a:gd name="T7" fmla="*/ 87 h 139"/>
                <a:gd name="T8" fmla="*/ 18 w 40"/>
                <a:gd name="T9" fmla="*/ 71 h 139"/>
                <a:gd name="T10" fmla="*/ 23 w 40"/>
                <a:gd name="T11" fmla="*/ 63 h 139"/>
                <a:gd name="T12" fmla="*/ 26 w 40"/>
                <a:gd name="T13" fmla="*/ 59 h 139"/>
                <a:gd name="T14" fmla="*/ 37 w 40"/>
                <a:gd name="T15" fmla="*/ 7 h 139"/>
                <a:gd name="T16" fmla="*/ 28 w 40"/>
                <a:gd name="T17" fmla="*/ 1 h 139"/>
                <a:gd name="T18" fmla="*/ 21 w 40"/>
                <a:gd name="T19" fmla="*/ 10 h 139"/>
                <a:gd name="T20" fmla="*/ 13 w 40"/>
                <a:gd name="T21" fmla="*/ 50 h 139"/>
                <a:gd name="T22" fmla="*/ 10 w 40"/>
                <a:gd name="T23" fmla="*/ 53 h 139"/>
                <a:gd name="T24" fmla="*/ 3 w 40"/>
                <a:gd name="T25" fmla="*/ 65 h 139"/>
                <a:gd name="T26" fmla="*/ 0 w 40"/>
                <a:gd name="T27" fmla="*/ 87 h 139"/>
                <a:gd name="T28" fmla="*/ 11 w 40"/>
                <a:gd name="T29" fmla="*/ 136 h 139"/>
                <a:gd name="T30" fmla="*/ 18 w 40"/>
                <a:gd name="T31" fmla="*/ 13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0" h="139">
                  <a:moveTo>
                    <a:pt x="18" y="139"/>
                  </a:moveTo>
                  <a:cubicBezTo>
                    <a:pt x="19" y="139"/>
                    <a:pt x="21" y="139"/>
                    <a:pt x="23" y="137"/>
                  </a:cubicBezTo>
                  <a:cubicBezTo>
                    <a:pt x="26" y="135"/>
                    <a:pt x="27" y="129"/>
                    <a:pt x="24" y="126"/>
                  </a:cubicBezTo>
                  <a:cubicBezTo>
                    <a:pt x="16" y="116"/>
                    <a:pt x="16" y="102"/>
                    <a:pt x="16" y="87"/>
                  </a:cubicBezTo>
                  <a:cubicBezTo>
                    <a:pt x="16" y="81"/>
                    <a:pt x="16" y="75"/>
                    <a:pt x="18" y="71"/>
                  </a:cubicBezTo>
                  <a:cubicBezTo>
                    <a:pt x="19" y="68"/>
                    <a:pt x="21" y="66"/>
                    <a:pt x="23" y="63"/>
                  </a:cubicBezTo>
                  <a:cubicBezTo>
                    <a:pt x="24" y="61"/>
                    <a:pt x="25" y="60"/>
                    <a:pt x="26" y="59"/>
                  </a:cubicBezTo>
                  <a:cubicBezTo>
                    <a:pt x="36" y="44"/>
                    <a:pt x="40" y="25"/>
                    <a:pt x="37" y="7"/>
                  </a:cubicBezTo>
                  <a:cubicBezTo>
                    <a:pt x="36" y="3"/>
                    <a:pt x="32" y="0"/>
                    <a:pt x="28" y="1"/>
                  </a:cubicBezTo>
                  <a:cubicBezTo>
                    <a:pt x="23" y="2"/>
                    <a:pt x="20" y="6"/>
                    <a:pt x="21" y="10"/>
                  </a:cubicBezTo>
                  <a:cubicBezTo>
                    <a:pt x="24" y="24"/>
                    <a:pt x="21" y="38"/>
                    <a:pt x="13" y="50"/>
                  </a:cubicBezTo>
                  <a:cubicBezTo>
                    <a:pt x="12" y="51"/>
                    <a:pt x="11" y="52"/>
                    <a:pt x="10" y="53"/>
                  </a:cubicBezTo>
                  <a:cubicBezTo>
                    <a:pt x="8" y="56"/>
                    <a:pt x="5" y="60"/>
                    <a:pt x="3" y="65"/>
                  </a:cubicBezTo>
                  <a:cubicBezTo>
                    <a:pt x="0" y="72"/>
                    <a:pt x="0" y="80"/>
                    <a:pt x="0" y="87"/>
                  </a:cubicBezTo>
                  <a:cubicBezTo>
                    <a:pt x="0" y="105"/>
                    <a:pt x="0" y="122"/>
                    <a:pt x="11" y="136"/>
                  </a:cubicBezTo>
                  <a:cubicBezTo>
                    <a:pt x="13" y="138"/>
                    <a:pt x="15" y="139"/>
                    <a:pt x="18" y="139"/>
                  </a:cubicBezTo>
                  <a:close/>
                </a:path>
              </a:pathLst>
            </a:custGeom>
            <a:solidFill>
              <a:srgbClr val="65D4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26"/>
            <p:cNvSpPr>
              <a:spLocks/>
            </p:cNvSpPr>
            <p:nvPr/>
          </p:nvSpPr>
          <p:spPr bwMode="auto">
            <a:xfrm>
              <a:off x="5350332" y="4382301"/>
              <a:ext cx="367098" cy="409993"/>
            </a:xfrm>
            <a:custGeom>
              <a:avLst/>
              <a:gdLst>
                <a:gd name="T0" fmla="*/ 103 w 195"/>
                <a:gd name="T1" fmla="*/ 133 h 218"/>
                <a:gd name="T2" fmla="*/ 106 w 195"/>
                <a:gd name="T3" fmla="*/ 137 h 218"/>
                <a:gd name="T4" fmla="*/ 162 w 195"/>
                <a:gd name="T5" fmla="*/ 170 h 218"/>
                <a:gd name="T6" fmla="*/ 162 w 195"/>
                <a:gd name="T7" fmla="*/ 171 h 218"/>
                <a:gd name="T8" fmla="*/ 179 w 195"/>
                <a:gd name="T9" fmla="*/ 214 h 218"/>
                <a:gd name="T10" fmla="*/ 185 w 195"/>
                <a:gd name="T11" fmla="*/ 218 h 218"/>
                <a:gd name="T12" fmla="*/ 190 w 195"/>
                <a:gd name="T13" fmla="*/ 217 h 218"/>
                <a:gd name="T14" fmla="*/ 192 w 195"/>
                <a:gd name="T15" fmla="*/ 206 h 218"/>
                <a:gd name="T16" fmla="*/ 178 w 195"/>
                <a:gd name="T17" fmla="*/ 169 h 218"/>
                <a:gd name="T18" fmla="*/ 188 w 195"/>
                <a:gd name="T19" fmla="*/ 136 h 218"/>
                <a:gd name="T20" fmla="*/ 189 w 195"/>
                <a:gd name="T21" fmla="*/ 125 h 218"/>
                <a:gd name="T22" fmla="*/ 177 w 195"/>
                <a:gd name="T23" fmla="*/ 124 h 218"/>
                <a:gd name="T24" fmla="*/ 162 w 195"/>
                <a:gd name="T25" fmla="*/ 154 h 218"/>
                <a:gd name="T26" fmla="*/ 118 w 195"/>
                <a:gd name="T27" fmla="*/ 127 h 218"/>
                <a:gd name="T28" fmla="*/ 115 w 195"/>
                <a:gd name="T29" fmla="*/ 123 h 218"/>
                <a:gd name="T30" fmla="*/ 85 w 195"/>
                <a:gd name="T31" fmla="*/ 101 h 218"/>
                <a:gd name="T32" fmla="*/ 72 w 195"/>
                <a:gd name="T33" fmla="*/ 102 h 218"/>
                <a:gd name="T34" fmla="*/ 65 w 195"/>
                <a:gd name="T35" fmla="*/ 103 h 218"/>
                <a:gd name="T36" fmla="*/ 62 w 195"/>
                <a:gd name="T37" fmla="*/ 102 h 218"/>
                <a:gd name="T38" fmla="*/ 57 w 195"/>
                <a:gd name="T39" fmla="*/ 94 h 218"/>
                <a:gd name="T40" fmla="*/ 51 w 195"/>
                <a:gd name="T41" fmla="*/ 82 h 218"/>
                <a:gd name="T42" fmla="*/ 50 w 195"/>
                <a:gd name="T43" fmla="*/ 81 h 218"/>
                <a:gd name="T44" fmla="*/ 49 w 195"/>
                <a:gd name="T45" fmla="*/ 79 h 218"/>
                <a:gd name="T46" fmla="*/ 45 w 195"/>
                <a:gd name="T47" fmla="*/ 45 h 218"/>
                <a:gd name="T48" fmla="*/ 66 w 195"/>
                <a:gd name="T49" fmla="*/ 18 h 218"/>
                <a:gd name="T50" fmla="*/ 73 w 195"/>
                <a:gd name="T51" fmla="*/ 15 h 218"/>
                <a:gd name="T52" fmla="*/ 71 w 195"/>
                <a:gd name="T53" fmla="*/ 4 h 218"/>
                <a:gd name="T54" fmla="*/ 58 w 195"/>
                <a:gd name="T55" fmla="*/ 4 h 218"/>
                <a:gd name="T56" fmla="*/ 30 w 195"/>
                <a:gd name="T57" fmla="*/ 41 h 218"/>
                <a:gd name="T58" fmla="*/ 29 w 195"/>
                <a:gd name="T59" fmla="*/ 71 h 218"/>
                <a:gd name="T60" fmla="*/ 15 w 195"/>
                <a:gd name="T61" fmla="*/ 65 h 218"/>
                <a:gd name="T62" fmla="*/ 4 w 195"/>
                <a:gd name="T63" fmla="*/ 63 h 218"/>
                <a:gd name="T64" fmla="*/ 2 w 195"/>
                <a:gd name="T65" fmla="*/ 74 h 218"/>
                <a:gd name="T66" fmla="*/ 25 w 195"/>
                <a:gd name="T67" fmla="*/ 87 h 218"/>
                <a:gd name="T68" fmla="*/ 39 w 195"/>
                <a:gd name="T69" fmla="*/ 93 h 218"/>
                <a:gd name="T70" fmla="*/ 43 w 195"/>
                <a:gd name="T71" fmla="*/ 101 h 218"/>
                <a:gd name="T72" fmla="*/ 49 w 195"/>
                <a:gd name="T73" fmla="*/ 112 h 218"/>
                <a:gd name="T74" fmla="*/ 40 w 195"/>
                <a:gd name="T75" fmla="*/ 174 h 218"/>
                <a:gd name="T76" fmla="*/ 48 w 195"/>
                <a:gd name="T77" fmla="*/ 180 h 218"/>
                <a:gd name="T78" fmla="*/ 50 w 195"/>
                <a:gd name="T79" fmla="*/ 180 h 218"/>
                <a:gd name="T80" fmla="*/ 56 w 195"/>
                <a:gd name="T81" fmla="*/ 170 h 218"/>
                <a:gd name="T82" fmla="*/ 64 w 195"/>
                <a:gd name="T83" fmla="*/ 119 h 218"/>
                <a:gd name="T84" fmla="*/ 75 w 195"/>
                <a:gd name="T85" fmla="*/ 118 h 218"/>
                <a:gd name="T86" fmla="*/ 84 w 195"/>
                <a:gd name="T87" fmla="*/ 117 h 218"/>
                <a:gd name="T88" fmla="*/ 103 w 195"/>
                <a:gd name="T89" fmla="*/ 133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95" h="218">
                  <a:moveTo>
                    <a:pt x="103" y="133"/>
                  </a:moveTo>
                  <a:cubicBezTo>
                    <a:pt x="104" y="135"/>
                    <a:pt x="105" y="136"/>
                    <a:pt x="106" y="137"/>
                  </a:cubicBezTo>
                  <a:cubicBezTo>
                    <a:pt x="116" y="150"/>
                    <a:pt x="140" y="169"/>
                    <a:pt x="162" y="170"/>
                  </a:cubicBezTo>
                  <a:cubicBezTo>
                    <a:pt x="162" y="170"/>
                    <a:pt x="162" y="170"/>
                    <a:pt x="162" y="171"/>
                  </a:cubicBezTo>
                  <a:cubicBezTo>
                    <a:pt x="164" y="187"/>
                    <a:pt x="171" y="202"/>
                    <a:pt x="179" y="214"/>
                  </a:cubicBezTo>
                  <a:cubicBezTo>
                    <a:pt x="180" y="217"/>
                    <a:pt x="183" y="218"/>
                    <a:pt x="185" y="218"/>
                  </a:cubicBezTo>
                  <a:cubicBezTo>
                    <a:pt x="187" y="218"/>
                    <a:pt x="188" y="218"/>
                    <a:pt x="190" y="217"/>
                  </a:cubicBezTo>
                  <a:cubicBezTo>
                    <a:pt x="193" y="215"/>
                    <a:pt x="195" y="210"/>
                    <a:pt x="192" y="206"/>
                  </a:cubicBezTo>
                  <a:cubicBezTo>
                    <a:pt x="186" y="195"/>
                    <a:pt x="179" y="182"/>
                    <a:pt x="178" y="169"/>
                  </a:cubicBezTo>
                  <a:cubicBezTo>
                    <a:pt x="176" y="156"/>
                    <a:pt x="180" y="143"/>
                    <a:pt x="188" y="136"/>
                  </a:cubicBezTo>
                  <a:cubicBezTo>
                    <a:pt x="192" y="133"/>
                    <a:pt x="192" y="128"/>
                    <a:pt x="189" y="125"/>
                  </a:cubicBezTo>
                  <a:cubicBezTo>
                    <a:pt x="186" y="121"/>
                    <a:pt x="181" y="121"/>
                    <a:pt x="177" y="124"/>
                  </a:cubicBezTo>
                  <a:cubicBezTo>
                    <a:pt x="169" y="131"/>
                    <a:pt x="164" y="142"/>
                    <a:pt x="162" y="154"/>
                  </a:cubicBezTo>
                  <a:cubicBezTo>
                    <a:pt x="148" y="153"/>
                    <a:pt x="129" y="140"/>
                    <a:pt x="118" y="127"/>
                  </a:cubicBezTo>
                  <a:cubicBezTo>
                    <a:pt x="117" y="126"/>
                    <a:pt x="116" y="125"/>
                    <a:pt x="115" y="123"/>
                  </a:cubicBezTo>
                  <a:cubicBezTo>
                    <a:pt x="108" y="114"/>
                    <a:pt x="99" y="102"/>
                    <a:pt x="85" y="101"/>
                  </a:cubicBezTo>
                  <a:cubicBezTo>
                    <a:pt x="80" y="101"/>
                    <a:pt x="76" y="102"/>
                    <a:pt x="72" y="102"/>
                  </a:cubicBezTo>
                  <a:cubicBezTo>
                    <a:pt x="69" y="103"/>
                    <a:pt x="67" y="103"/>
                    <a:pt x="65" y="103"/>
                  </a:cubicBezTo>
                  <a:cubicBezTo>
                    <a:pt x="64" y="102"/>
                    <a:pt x="63" y="102"/>
                    <a:pt x="62" y="102"/>
                  </a:cubicBezTo>
                  <a:cubicBezTo>
                    <a:pt x="60" y="100"/>
                    <a:pt x="59" y="98"/>
                    <a:pt x="57" y="94"/>
                  </a:cubicBezTo>
                  <a:cubicBezTo>
                    <a:pt x="56" y="90"/>
                    <a:pt x="54" y="86"/>
                    <a:pt x="51" y="82"/>
                  </a:cubicBezTo>
                  <a:cubicBezTo>
                    <a:pt x="50" y="82"/>
                    <a:pt x="50" y="82"/>
                    <a:pt x="50" y="81"/>
                  </a:cubicBezTo>
                  <a:cubicBezTo>
                    <a:pt x="50" y="81"/>
                    <a:pt x="49" y="80"/>
                    <a:pt x="49" y="79"/>
                  </a:cubicBezTo>
                  <a:cubicBezTo>
                    <a:pt x="43" y="69"/>
                    <a:pt x="42" y="56"/>
                    <a:pt x="45" y="45"/>
                  </a:cubicBezTo>
                  <a:cubicBezTo>
                    <a:pt x="49" y="34"/>
                    <a:pt x="56" y="24"/>
                    <a:pt x="66" y="18"/>
                  </a:cubicBezTo>
                  <a:cubicBezTo>
                    <a:pt x="68" y="19"/>
                    <a:pt x="71" y="17"/>
                    <a:pt x="73" y="15"/>
                  </a:cubicBezTo>
                  <a:cubicBezTo>
                    <a:pt x="76" y="11"/>
                    <a:pt x="75" y="6"/>
                    <a:pt x="71" y="4"/>
                  </a:cubicBezTo>
                  <a:cubicBezTo>
                    <a:pt x="69" y="2"/>
                    <a:pt x="64" y="0"/>
                    <a:pt x="58" y="4"/>
                  </a:cubicBezTo>
                  <a:cubicBezTo>
                    <a:pt x="45" y="12"/>
                    <a:pt x="34" y="25"/>
                    <a:pt x="30" y="41"/>
                  </a:cubicBezTo>
                  <a:cubicBezTo>
                    <a:pt x="27" y="51"/>
                    <a:pt x="27" y="61"/>
                    <a:pt x="29" y="71"/>
                  </a:cubicBezTo>
                  <a:cubicBezTo>
                    <a:pt x="23" y="70"/>
                    <a:pt x="18" y="68"/>
                    <a:pt x="15" y="65"/>
                  </a:cubicBezTo>
                  <a:cubicBezTo>
                    <a:pt x="13" y="61"/>
                    <a:pt x="8" y="60"/>
                    <a:pt x="4" y="63"/>
                  </a:cubicBezTo>
                  <a:cubicBezTo>
                    <a:pt x="1" y="65"/>
                    <a:pt x="0" y="70"/>
                    <a:pt x="2" y="74"/>
                  </a:cubicBezTo>
                  <a:cubicBezTo>
                    <a:pt x="8" y="82"/>
                    <a:pt x="17" y="85"/>
                    <a:pt x="25" y="87"/>
                  </a:cubicBezTo>
                  <a:cubicBezTo>
                    <a:pt x="31" y="88"/>
                    <a:pt x="36" y="90"/>
                    <a:pt x="39" y="93"/>
                  </a:cubicBezTo>
                  <a:cubicBezTo>
                    <a:pt x="40" y="95"/>
                    <a:pt x="41" y="98"/>
                    <a:pt x="43" y="101"/>
                  </a:cubicBezTo>
                  <a:cubicBezTo>
                    <a:pt x="44" y="104"/>
                    <a:pt x="46" y="109"/>
                    <a:pt x="49" y="112"/>
                  </a:cubicBezTo>
                  <a:cubicBezTo>
                    <a:pt x="38" y="131"/>
                    <a:pt x="35" y="153"/>
                    <a:pt x="40" y="174"/>
                  </a:cubicBezTo>
                  <a:cubicBezTo>
                    <a:pt x="41" y="178"/>
                    <a:pt x="44" y="180"/>
                    <a:pt x="48" y="180"/>
                  </a:cubicBezTo>
                  <a:cubicBezTo>
                    <a:pt x="49" y="180"/>
                    <a:pt x="49" y="180"/>
                    <a:pt x="50" y="180"/>
                  </a:cubicBezTo>
                  <a:cubicBezTo>
                    <a:pt x="54" y="179"/>
                    <a:pt x="57" y="175"/>
                    <a:pt x="56" y="170"/>
                  </a:cubicBezTo>
                  <a:cubicBezTo>
                    <a:pt x="52" y="153"/>
                    <a:pt x="55" y="134"/>
                    <a:pt x="64" y="119"/>
                  </a:cubicBezTo>
                  <a:cubicBezTo>
                    <a:pt x="68" y="119"/>
                    <a:pt x="72" y="119"/>
                    <a:pt x="75" y="118"/>
                  </a:cubicBezTo>
                  <a:cubicBezTo>
                    <a:pt x="78" y="118"/>
                    <a:pt x="81" y="117"/>
                    <a:pt x="84" y="117"/>
                  </a:cubicBezTo>
                  <a:cubicBezTo>
                    <a:pt x="91" y="118"/>
                    <a:pt x="96" y="125"/>
                    <a:pt x="103" y="133"/>
                  </a:cubicBezTo>
                  <a:close/>
                </a:path>
              </a:pathLst>
            </a:custGeom>
            <a:solidFill>
              <a:srgbClr val="65D4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27"/>
            <p:cNvSpPr>
              <a:spLocks/>
            </p:cNvSpPr>
            <p:nvPr/>
          </p:nvSpPr>
          <p:spPr bwMode="auto">
            <a:xfrm>
              <a:off x="5779278" y="4837184"/>
              <a:ext cx="227441" cy="144645"/>
            </a:xfrm>
            <a:custGeom>
              <a:avLst/>
              <a:gdLst>
                <a:gd name="T0" fmla="*/ 64 w 121"/>
                <a:gd name="T1" fmla="*/ 27 h 77"/>
                <a:gd name="T2" fmla="*/ 56 w 121"/>
                <a:gd name="T3" fmla="*/ 22 h 77"/>
                <a:gd name="T4" fmla="*/ 45 w 121"/>
                <a:gd name="T5" fmla="*/ 15 h 77"/>
                <a:gd name="T6" fmla="*/ 17 w 121"/>
                <a:gd name="T7" fmla="*/ 17 h 77"/>
                <a:gd name="T8" fmla="*/ 12 w 121"/>
                <a:gd name="T9" fmla="*/ 20 h 77"/>
                <a:gd name="T10" fmla="*/ 7 w 121"/>
                <a:gd name="T11" fmla="*/ 24 h 77"/>
                <a:gd name="T12" fmla="*/ 2 w 121"/>
                <a:gd name="T13" fmla="*/ 34 h 77"/>
                <a:gd name="T14" fmla="*/ 12 w 121"/>
                <a:gd name="T15" fmla="*/ 39 h 77"/>
                <a:gd name="T16" fmla="*/ 22 w 121"/>
                <a:gd name="T17" fmla="*/ 33 h 77"/>
                <a:gd name="T18" fmla="*/ 26 w 121"/>
                <a:gd name="T19" fmla="*/ 30 h 77"/>
                <a:gd name="T20" fmla="*/ 39 w 121"/>
                <a:gd name="T21" fmla="*/ 29 h 77"/>
                <a:gd name="T22" fmla="*/ 46 w 121"/>
                <a:gd name="T23" fmla="*/ 34 h 77"/>
                <a:gd name="T24" fmla="*/ 59 w 121"/>
                <a:gd name="T25" fmla="*/ 42 h 77"/>
                <a:gd name="T26" fmla="*/ 61 w 121"/>
                <a:gd name="T27" fmla="*/ 43 h 77"/>
                <a:gd name="T28" fmla="*/ 81 w 121"/>
                <a:gd name="T29" fmla="*/ 76 h 77"/>
                <a:gd name="T30" fmla="*/ 85 w 121"/>
                <a:gd name="T31" fmla="*/ 77 h 77"/>
                <a:gd name="T32" fmla="*/ 92 w 121"/>
                <a:gd name="T33" fmla="*/ 73 h 77"/>
                <a:gd name="T34" fmla="*/ 90 w 121"/>
                <a:gd name="T35" fmla="*/ 62 h 77"/>
                <a:gd name="T36" fmla="*/ 77 w 121"/>
                <a:gd name="T37" fmla="*/ 42 h 77"/>
                <a:gd name="T38" fmla="*/ 94 w 121"/>
                <a:gd name="T39" fmla="*/ 34 h 77"/>
                <a:gd name="T40" fmla="*/ 103 w 121"/>
                <a:gd name="T41" fmla="*/ 26 h 77"/>
                <a:gd name="T42" fmla="*/ 116 w 121"/>
                <a:gd name="T43" fmla="*/ 16 h 77"/>
                <a:gd name="T44" fmla="*/ 119 w 121"/>
                <a:gd name="T45" fmla="*/ 5 h 77"/>
                <a:gd name="T46" fmla="*/ 107 w 121"/>
                <a:gd name="T47" fmla="*/ 2 h 77"/>
                <a:gd name="T48" fmla="*/ 92 w 121"/>
                <a:gd name="T49" fmla="*/ 14 h 77"/>
                <a:gd name="T50" fmla="*/ 84 w 121"/>
                <a:gd name="T51" fmla="*/ 21 h 77"/>
                <a:gd name="T52" fmla="*/ 64 w 121"/>
                <a:gd name="T53" fmla="*/ 2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1" h="77">
                  <a:moveTo>
                    <a:pt x="64" y="27"/>
                  </a:moveTo>
                  <a:cubicBezTo>
                    <a:pt x="61" y="26"/>
                    <a:pt x="59" y="24"/>
                    <a:pt x="56" y="22"/>
                  </a:cubicBezTo>
                  <a:cubicBezTo>
                    <a:pt x="53" y="19"/>
                    <a:pt x="49" y="16"/>
                    <a:pt x="45" y="15"/>
                  </a:cubicBezTo>
                  <a:cubicBezTo>
                    <a:pt x="36" y="11"/>
                    <a:pt x="25" y="11"/>
                    <a:pt x="17" y="17"/>
                  </a:cubicBezTo>
                  <a:cubicBezTo>
                    <a:pt x="15" y="18"/>
                    <a:pt x="14" y="19"/>
                    <a:pt x="12" y="20"/>
                  </a:cubicBezTo>
                  <a:cubicBezTo>
                    <a:pt x="10" y="22"/>
                    <a:pt x="9" y="23"/>
                    <a:pt x="7" y="24"/>
                  </a:cubicBezTo>
                  <a:cubicBezTo>
                    <a:pt x="3" y="25"/>
                    <a:pt x="0" y="29"/>
                    <a:pt x="2" y="34"/>
                  </a:cubicBezTo>
                  <a:cubicBezTo>
                    <a:pt x="3" y="38"/>
                    <a:pt x="7" y="40"/>
                    <a:pt x="12" y="39"/>
                  </a:cubicBezTo>
                  <a:cubicBezTo>
                    <a:pt x="16" y="38"/>
                    <a:pt x="20" y="35"/>
                    <a:pt x="22" y="33"/>
                  </a:cubicBezTo>
                  <a:cubicBezTo>
                    <a:pt x="24" y="32"/>
                    <a:pt x="25" y="31"/>
                    <a:pt x="26" y="30"/>
                  </a:cubicBezTo>
                  <a:cubicBezTo>
                    <a:pt x="29" y="28"/>
                    <a:pt x="34" y="27"/>
                    <a:pt x="39" y="29"/>
                  </a:cubicBezTo>
                  <a:cubicBezTo>
                    <a:pt x="41" y="30"/>
                    <a:pt x="43" y="32"/>
                    <a:pt x="46" y="34"/>
                  </a:cubicBezTo>
                  <a:cubicBezTo>
                    <a:pt x="50" y="37"/>
                    <a:pt x="54" y="40"/>
                    <a:pt x="59" y="42"/>
                  </a:cubicBezTo>
                  <a:cubicBezTo>
                    <a:pt x="59" y="42"/>
                    <a:pt x="60" y="43"/>
                    <a:pt x="61" y="43"/>
                  </a:cubicBezTo>
                  <a:cubicBezTo>
                    <a:pt x="62" y="56"/>
                    <a:pt x="73" y="71"/>
                    <a:pt x="81" y="76"/>
                  </a:cubicBezTo>
                  <a:cubicBezTo>
                    <a:pt x="82" y="77"/>
                    <a:pt x="84" y="77"/>
                    <a:pt x="85" y="77"/>
                  </a:cubicBezTo>
                  <a:cubicBezTo>
                    <a:pt x="88" y="77"/>
                    <a:pt x="90" y="76"/>
                    <a:pt x="92" y="73"/>
                  </a:cubicBezTo>
                  <a:cubicBezTo>
                    <a:pt x="94" y="70"/>
                    <a:pt x="93" y="65"/>
                    <a:pt x="90" y="62"/>
                  </a:cubicBezTo>
                  <a:cubicBezTo>
                    <a:pt x="85" y="59"/>
                    <a:pt x="78" y="48"/>
                    <a:pt x="77" y="42"/>
                  </a:cubicBezTo>
                  <a:cubicBezTo>
                    <a:pt x="83" y="41"/>
                    <a:pt x="88" y="38"/>
                    <a:pt x="94" y="34"/>
                  </a:cubicBezTo>
                  <a:cubicBezTo>
                    <a:pt x="97" y="32"/>
                    <a:pt x="100" y="29"/>
                    <a:pt x="103" y="26"/>
                  </a:cubicBezTo>
                  <a:cubicBezTo>
                    <a:pt x="107" y="22"/>
                    <a:pt x="111" y="19"/>
                    <a:pt x="116" y="16"/>
                  </a:cubicBezTo>
                  <a:cubicBezTo>
                    <a:pt x="119" y="14"/>
                    <a:pt x="121" y="9"/>
                    <a:pt x="119" y="5"/>
                  </a:cubicBezTo>
                  <a:cubicBezTo>
                    <a:pt x="116" y="1"/>
                    <a:pt x="111" y="0"/>
                    <a:pt x="107" y="2"/>
                  </a:cubicBezTo>
                  <a:cubicBezTo>
                    <a:pt x="102" y="6"/>
                    <a:pt x="97" y="10"/>
                    <a:pt x="92" y="14"/>
                  </a:cubicBezTo>
                  <a:cubicBezTo>
                    <a:pt x="89" y="17"/>
                    <a:pt x="87" y="19"/>
                    <a:pt x="84" y="21"/>
                  </a:cubicBezTo>
                  <a:cubicBezTo>
                    <a:pt x="80" y="24"/>
                    <a:pt x="72" y="30"/>
                    <a:pt x="64" y="27"/>
                  </a:cubicBezTo>
                  <a:close/>
                </a:path>
              </a:pathLst>
            </a:custGeom>
            <a:solidFill>
              <a:srgbClr val="65D4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28"/>
            <p:cNvSpPr>
              <a:spLocks/>
            </p:cNvSpPr>
            <p:nvPr/>
          </p:nvSpPr>
          <p:spPr bwMode="auto">
            <a:xfrm>
              <a:off x="5441109" y="4113960"/>
              <a:ext cx="544662" cy="605513"/>
            </a:xfrm>
            <a:custGeom>
              <a:avLst/>
              <a:gdLst>
                <a:gd name="T0" fmla="*/ 240 w 290"/>
                <a:gd name="T1" fmla="*/ 187 h 322"/>
                <a:gd name="T2" fmla="*/ 219 w 290"/>
                <a:gd name="T3" fmla="*/ 143 h 322"/>
                <a:gd name="T4" fmla="*/ 222 w 290"/>
                <a:gd name="T5" fmla="*/ 142 h 322"/>
                <a:gd name="T6" fmla="*/ 255 w 290"/>
                <a:gd name="T7" fmla="*/ 117 h 322"/>
                <a:gd name="T8" fmla="*/ 214 w 290"/>
                <a:gd name="T9" fmla="*/ 125 h 322"/>
                <a:gd name="T10" fmla="*/ 153 w 290"/>
                <a:gd name="T11" fmla="*/ 85 h 322"/>
                <a:gd name="T12" fmla="*/ 60 w 290"/>
                <a:gd name="T13" fmla="*/ 62 h 322"/>
                <a:gd name="T14" fmla="*/ 41 w 290"/>
                <a:gd name="T15" fmla="*/ 0 h 322"/>
                <a:gd name="T16" fmla="*/ 42 w 290"/>
                <a:gd name="T17" fmla="*/ 56 h 322"/>
                <a:gd name="T18" fmla="*/ 29 w 290"/>
                <a:gd name="T19" fmla="*/ 55 h 322"/>
                <a:gd name="T20" fmla="*/ 16 w 290"/>
                <a:gd name="T21" fmla="*/ 53 h 322"/>
                <a:gd name="T22" fmla="*/ 2 w 290"/>
                <a:gd name="T23" fmla="*/ 61 h 322"/>
                <a:gd name="T24" fmla="*/ 30 w 290"/>
                <a:gd name="T25" fmla="*/ 71 h 322"/>
                <a:gd name="T26" fmla="*/ 50 w 290"/>
                <a:gd name="T27" fmla="*/ 76 h 322"/>
                <a:gd name="T28" fmla="*/ 89 w 290"/>
                <a:gd name="T29" fmla="*/ 87 h 322"/>
                <a:gd name="T30" fmla="*/ 112 w 290"/>
                <a:gd name="T31" fmla="*/ 142 h 322"/>
                <a:gd name="T32" fmla="*/ 130 w 290"/>
                <a:gd name="T33" fmla="*/ 218 h 322"/>
                <a:gd name="T34" fmla="*/ 144 w 290"/>
                <a:gd name="T35" fmla="*/ 237 h 322"/>
                <a:gd name="T36" fmla="*/ 194 w 290"/>
                <a:gd name="T37" fmla="*/ 275 h 322"/>
                <a:gd name="T38" fmla="*/ 237 w 290"/>
                <a:gd name="T39" fmla="*/ 315 h 322"/>
                <a:gd name="T40" fmla="*/ 246 w 290"/>
                <a:gd name="T41" fmla="*/ 322 h 322"/>
                <a:gd name="T42" fmla="*/ 232 w 290"/>
                <a:gd name="T43" fmla="*/ 277 h 322"/>
                <a:gd name="T44" fmla="*/ 169 w 290"/>
                <a:gd name="T45" fmla="*/ 243 h 322"/>
                <a:gd name="T46" fmla="*/ 156 w 290"/>
                <a:gd name="T47" fmla="*/ 225 h 322"/>
                <a:gd name="T48" fmla="*/ 170 w 290"/>
                <a:gd name="T49" fmla="*/ 193 h 322"/>
                <a:gd name="T50" fmla="*/ 146 w 290"/>
                <a:gd name="T51" fmla="*/ 212 h 322"/>
                <a:gd name="T52" fmla="*/ 130 w 290"/>
                <a:gd name="T53" fmla="*/ 192 h 322"/>
                <a:gd name="T54" fmla="*/ 149 w 290"/>
                <a:gd name="T55" fmla="*/ 100 h 322"/>
                <a:gd name="T56" fmla="*/ 196 w 290"/>
                <a:gd name="T57" fmla="*/ 124 h 322"/>
                <a:gd name="T58" fmla="*/ 206 w 290"/>
                <a:gd name="T59" fmla="*/ 156 h 322"/>
                <a:gd name="T60" fmla="*/ 245 w 290"/>
                <a:gd name="T61" fmla="*/ 217 h 322"/>
                <a:gd name="T62" fmla="*/ 281 w 290"/>
                <a:gd name="T63" fmla="*/ 262 h 322"/>
                <a:gd name="T64" fmla="*/ 289 w 290"/>
                <a:gd name="T65" fmla="*/ 251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90" h="322">
                  <a:moveTo>
                    <a:pt x="257" y="206"/>
                  </a:moveTo>
                  <a:cubicBezTo>
                    <a:pt x="251" y="200"/>
                    <a:pt x="245" y="194"/>
                    <a:pt x="240" y="187"/>
                  </a:cubicBezTo>
                  <a:cubicBezTo>
                    <a:pt x="231" y="177"/>
                    <a:pt x="225" y="165"/>
                    <a:pt x="222" y="152"/>
                  </a:cubicBezTo>
                  <a:cubicBezTo>
                    <a:pt x="221" y="149"/>
                    <a:pt x="220" y="146"/>
                    <a:pt x="219" y="143"/>
                  </a:cubicBezTo>
                  <a:cubicBezTo>
                    <a:pt x="219" y="143"/>
                    <a:pt x="219" y="142"/>
                    <a:pt x="219" y="142"/>
                  </a:cubicBezTo>
                  <a:cubicBezTo>
                    <a:pt x="220" y="142"/>
                    <a:pt x="221" y="142"/>
                    <a:pt x="222" y="142"/>
                  </a:cubicBezTo>
                  <a:cubicBezTo>
                    <a:pt x="234" y="142"/>
                    <a:pt x="246" y="137"/>
                    <a:pt x="255" y="129"/>
                  </a:cubicBezTo>
                  <a:cubicBezTo>
                    <a:pt x="258" y="126"/>
                    <a:pt x="258" y="121"/>
                    <a:pt x="255" y="117"/>
                  </a:cubicBezTo>
                  <a:cubicBezTo>
                    <a:pt x="252" y="114"/>
                    <a:pt x="247" y="114"/>
                    <a:pt x="243" y="117"/>
                  </a:cubicBezTo>
                  <a:cubicBezTo>
                    <a:pt x="236" y="124"/>
                    <a:pt x="224" y="127"/>
                    <a:pt x="214" y="125"/>
                  </a:cubicBezTo>
                  <a:cubicBezTo>
                    <a:pt x="213" y="121"/>
                    <a:pt x="211" y="118"/>
                    <a:pt x="209" y="115"/>
                  </a:cubicBezTo>
                  <a:cubicBezTo>
                    <a:pt x="197" y="96"/>
                    <a:pt x="175" y="90"/>
                    <a:pt x="153" y="85"/>
                  </a:cubicBezTo>
                  <a:cubicBezTo>
                    <a:pt x="92" y="71"/>
                    <a:pt x="92" y="71"/>
                    <a:pt x="92" y="71"/>
                  </a:cubicBezTo>
                  <a:cubicBezTo>
                    <a:pt x="82" y="68"/>
                    <a:pt x="70" y="66"/>
                    <a:pt x="60" y="62"/>
                  </a:cubicBezTo>
                  <a:cubicBezTo>
                    <a:pt x="55" y="44"/>
                    <a:pt x="51" y="26"/>
                    <a:pt x="50" y="7"/>
                  </a:cubicBezTo>
                  <a:cubicBezTo>
                    <a:pt x="50" y="3"/>
                    <a:pt x="46" y="0"/>
                    <a:pt x="41" y="0"/>
                  </a:cubicBezTo>
                  <a:cubicBezTo>
                    <a:pt x="37" y="0"/>
                    <a:pt x="34" y="4"/>
                    <a:pt x="34" y="8"/>
                  </a:cubicBezTo>
                  <a:cubicBezTo>
                    <a:pt x="35" y="24"/>
                    <a:pt x="37" y="40"/>
                    <a:pt x="42" y="56"/>
                  </a:cubicBezTo>
                  <a:cubicBezTo>
                    <a:pt x="40" y="56"/>
                    <a:pt x="39" y="56"/>
                    <a:pt x="38" y="55"/>
                  </a:cubicBezTo>
                  <a:cubicBezTo>
                    <a:pt x="35" y="55"/>
                    <a:pt x="32" y="55"/>
                    <a:pt x="29" y="55"/>
                  </a:cubicBezTo>
                  <a:cubicBezTo>
                    <a:pt x="27" y="55"/>
                    <a:pt x="25" y="55"/>
                    <a:pt x="23" y="55"/>
                  </a:cubicBezTo>
                  <a:cubicBezTo>
                    <a:pt x="19" y="55"/>
                    <a:pt x="17" y="54"/>
                    <a:pt x="16" y="53"/>
                  </a:cubicBezTo>
                  <a:cubicBezTo>
                    <a:pt x="13" y="49"/>
                    <a:pt x="8" y="48"/>
                    <a:pt x="5" y="50"/>
                  </a:cubicBezTo>
                  <a:cubicBezTo>
                    <a:pt x="1" y="53"/>
                    <a:pt x="0" y="58"/>
                    <a:pt x="2" y="61"/>
                  </a:cubicBezTo>
                  <a:cubicBezTo>
                    <a:pt x="6" y="67"/>
                    <a:pt x="13" y="71"/>
                    <a:pt x="22" y="71"/>
                  </a:cubicBezTo>
                  <a:cubicBezTo>
                    <a:pt x="24" y="72"/>
                    <a:pt x="27" y="72"/>
                    <a:pt x="30" y="71"/>
                  </a:cubicBezTo>
                  <a:cubicBezTo>
                    <a:pt x="32" y="71"/>
                    <a:pt x="34" y="71"/>
                    <a:pt x="37" y="71"/>
                  </a:cubicBezTo>
                  <a:cubicBezTo>
                    <a:pt x="41" y="72"/>
                    <a:pt x="46" y="74"/>
                    <a:pt x="50" y="76"/>
                  </a:cubicBezTo>
                  <a:cubicBezTo>
                    <a:pt x="52" y="76"/>
                    <a:pt x="53" y="77"/>
                    <a:pt x="54" y="77"/>
                  </a:cubicBezTo>
                  <a:cubicBezTo>
                    <a:pt x="66" y="81"/>
                    <a:pt x="77" y="84"/>
                    <a:pt x="89" y="87"/>
                  </a:cubicBezTo>
                  <a:cubicBezTo>
                    <a:pt x="132" y="97"/>
                    <a:pt x="132" y="97"/>
                    <a:pt x="132" y="97"/>
                  </a:cubicBezTo>
                  <a:cubicBezTo>
                    <a:pt x="124" y="111"/>
                    <a:pt x="116" y="125"/>
                    <a:pt x="112" y="142"/>
                  </a:cubicBezTo>
                  <a:cubicBezTo>
                    <a:pt x="106" y="163"/>
                    <a:pt x="107" y="184"/>
                    <a:pt x="116" y="200"/>
                  </a:cubicBezTo>
                  <a:cubicBezTo>
                    <a:pt x="120" y="207"/>
                    <a:pt x="125" y="212"/>
                    <a:pt x="130" y="218"/>
                  </a:cubicBezTo>
                  <a:cubicBezTo>
                    <a:pt x="133" y="221"/>
                    <a:pt x="136" y="225"/>
                    <a:pt x="138" y="228"/>
                  </a:cubicBezTo>
                  <a:cubicBezTo>
                    <a:pt x="140" y="231"/>
                    <a:pt x="142" y="234"/>
                    <a:pt x="144" y="237"/>
                  </a:cubicBezTo>
                  <a:cubicBezTo>
                    <a:pt x="148" y="243"/>
                    <a:pt x="152" y="249"/>
                    <a:pt x="158" y="255"/>
                  </a:cubicBezTo>
                  <a:cubicBezTo>
                    <a:pt x="168" y="265"/>
                    <a:pt x="181" y="270"/>
                    <a:pt x="194" y="275"/>
                  </a:cubicBezTo>
                  <a:cubicBezTo>
                    <a:pt x="204" y="279"/>
                    <a:pt x="214" y="282"/>
                    <a:pt x="222" y="289"/>
                  </a:cubicBezTo>
                  <a:cubicBezTo>
                    <a:pt x="230" y="296"/>
                    <a:pt x="235" y="305"/>
                    <a:pt x="237" y="315"/>
                  </a:cubicBezTo>
                  <a:cubicBezTo>
                    <a:pt x="237" y="319"/>
                    <a:pt x="241" y="322"/>
                    <a:pt x="245" y="322"/>
                  </a:cubicBezTo>
                  <a:cubicBezTo>
                    <a:pt x="245" y="322"/>
                    <a:pt x="245" y="322"/>
                    <a:pt x="246" y="322"/>
                  </a:cubicBezTo>
                  <a:cubicBezTo>
                    <a:pt x="250" y="321"/>
                    <a:pt x="253" y="317"/>
                    <a:pt x="253" y="313"/>
                  </a:cubicBezTo>
                  <a:cubicBezTo>
                    <a:pt x="251" y="299"/>
                    <a:pt x="243" y="286"/>
                    <a:pt x="232" y="277"/>
                  </a:cubicBezTo>
                  <a:cubicBezTo>
                    <a:pt x="222" y="268"/>
                    <a:pt x="211" y="264"/>
                    <a:pt x="199" y="259"/>
                  </a:cubicBezTo>
                  <a:cubicBezTo>
                    <a:pt x="188" y="255"/>
                    <a:pt x="177" y="251"/>
                    <a:pt x="169" y="243"/>
                  </a:cubicBezTo>
                  <a:cubicBezTo>
                    <a:pt x="165" y="239"/>
                    <a:pt x="161" y="234"/>
                    <a:pt x="158" y="228"/>
                  </a:cubicBezTo>
                  <a:cubicBezTo>
                    <a:pt x="157" y="227"/>
                    <a:pt x="157" y="226"/>
                    <a:pt x="156" y="225"/>
                  </a:cubicBezTo>
                  <a:cubicBezTo>
                    <a:pt x="162" y="218"/>
                    <a:pt x="167" y="211"/>
                    <a:pt x="172" y="204"/>
                  </a:cubicBezTo>
                  <a:cubicBezTo>
                    <a:pt x="174" y="200"/>
                    <a:pt x="173" y="195"/>
                    <a:pt x="170" y="193"/>
                  </a:cubicBezTo>
                  <a:cubicBezTo>
                    <a:pt x="166" y="190"/>
                    <a:pt x="161" y="191"/>
                    <a:pt x="159" y="195"/>
                  </a:cubicBezTo>
                  <a:cubicBezTo>
                    <a:pt x="155" y="201"/>
                    <a:pt x="150" y="206"/>
                    <a:pt x="146" y="212"/>
                  </a:cubicBezTo>
                  <a:cubicBezTo>
                    <a:pt x="145" y="210"/>
                    <a:pt x="144" y="209"/>
                    <a:pt x="142" y="207"/>
                  </a:cubicBezTo>
                  <a:cubicBezTo>
                    <a:pt x="138" y="202"/>
                    <a:pt x="134" y="197"/>
                    <a:pt x="130" y="192"/>
                  </a:cubicBezTo>
                  <a:cubicBezTo>
                    <a:pt x="121" y="175"/>
                    <a:pt x="124" y="156"/>
                    <a:pt x="127" y="146"/>
                  </a:cubicBezTo>
                  <a:cubicBezTo>
                    <a:pt x="132" y="130"/>
                    <a:pt x="140" y="115"/>
                    <a:pt x="149" y="100"/>
                  </a:cubicBezTo>
                  <a:cubicBezTo>
                    <a:pt x="149" y="101"/>
                    <a:pt x="149" y="101"/>
                    <a:pt x="149" y="101"/>
                  </a:cubicBezTo>
                  <a:cubicBezTo>
                    <a:pt x="168" y="105"/>
                    <a:pt x="187" y="110"/>
                    <a:pt x="196" y="124"/>
                  </a:cubicBezTo>
                  <a:cubicBezTo>
                    <a:pt x="200" y="131"/>
                    <a:pt x="202" y="138"/>
                    <a:pt x="204" y="147"/>
                  </a:cubicBezTo>
                  <a:cubicBezTo>
                    <a:pt x="204" y="150"/>
                    <a:pt x="205" y="153"/>
                    <a:pt x="206" y="156"/>
                  </a:cubicBezTo>
                  <a:cubicBezTo>
                    <a:pt x="210" y="171"/>
                    <a:pt x="217" y="185"/>
                    <a:pt x="227" y="197"/>
                  </a:cubicBezTo>
                  <a:cubicBezTo>
                    <a:pt x="233" y="205"/>
                    <a:pt x="239" y="211"/>
                    <a:pt x="245" y="217"/>
                  </a:cubicBezTo>
                  <a:cubicBezTo>
                    <a:pt x="257" y="230"/>
                    <a:pt x="269" y="241"/>
                    <a:pt x="273" y="256"/>
                  </a:cubicBezTo>
                  <a:cubicBezTo>
                    <a:pt x="275" y="259"/>
                    <a:pt x="278" y="262"/>
                    <a:pt x="281" y="262"/>
                  </a:cubicBezTo>
                  <a:cubicBezTo>
                    <a:pt x="282" y="262"/>
                    <a:pt x="283" y="261"/>
                    <a:pt x="284" y="261"/>
                  </a:cubicBezTo>
                  <a:cubicBezTo>
                    <a:pt x="288" y="260"/>
                    <a:pt x="290" y="255"/>
                    <a:pt x="289" y="251"/>
                  </a:cubicBezTo>
                  <a:cubicBezTo>
                    <a:pt x="283" y="233"/>
                    <a:pt x="270" y="219"/>
                    <a:pt x="257" y="206"/>
                  </a:cubicBezTo>
                  <a:close/>
                </a:path>
              </a:pathLst>
            </a:custGeom>
            <a:solidFill>
              <a:srgbClr val="65D4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29"/>
            <p:cNvSpPr>
              <a:spLocks/>
            </p:cNvSpPr>
            <p:nvPr/>
          </p:nvSpPr>
          <p:spPr bwMode="auto">
            <a:xfrm>
              <a:off x="5504952" y="4752392"/>
              <a:ext cx="383059" cy="295275"/>
            </a:xfrm>
            <a:custGeom>
              <a:avLst/>
              <a:gdLst>
                <a:gd name="T0" fmla="*/ 192 w 204"/>
                <a:gd name="T1" fmla="*/ 138 h 157"/>
                <a:gd name="T2" fmla="*/ 141 w 204"/>
                <a:gd name="T3" fmla="*/ 124 h 157"/>
                <a:gd name="T4" fmla="*/ 130 w 204"/>
                <a:gd name="T5" fmla="*/ 110 h 157"/>
                <a:gd name="T6" fmla="*/ 124 w 204"/>
                <a:gd name="T7" fmla="*/ 101 h 157"/>
                <a:gd name="T8" fmla="*/ 97 w 204"/>
                <a:gd name="T9" fmla="*/ 80 h 157"/>
                <a:gd name="T10" fmla="*/ 96 w 204"/>
                <a:gd name="T11" fmla="*/ 80 h 157"/>
                <a:gd name="T12" fmla="*/ 90 w 204"/>
                <a:gd name="T13" fmla="*/ 50 h 157"/>
                <a:gd name="T14" fmla="*/ 82 w 204"/>
                <a:gd name="T15" fmla="*/ 42 h 157"/>
                <a:gd name="T16" fmla="*/ 74 w 204"/>
                <a:gd name="T17" fmla="*/ 49 h 157"/>
                <a:gd name="T18" fmla="*/ 78 w 204"/>
                <a:gd name="T19" fmla="*/ 79 h 157"/>
                <a:gd name="T20" fmla="*/ 65 w 204"/>
                <a:gd name="T21" fmla="*/ 78 h 157"/>
                <a:gd name="T22" fmla="*/ 51 w 204"/>
                <a:gd name="T23" fmla="*/ 67 h 157"/>
                <a:gd name="T24" fmla="*/ 17 w 204"/>
                <a:gd name="T25" fmla="*/ 8 h 157"/>
                <a:gd name="T26" fmla="*/ 8 w 204"/>
                <a:gd name="T27" fmla="*/ 1 h 157"/>
                <a:gd name="T28" fmla="*/ 0 w 204"/>
                <a:gd name="T29" fmla="*/ 10 h 157"/>
                <a:gd name="T30" fmla="*/ 39 w 204"/>
                <a:gd name="T31" fmla="*/ 77 h 157"/>
                <a:gd name="T32" fmla="*/ 59 w 204"/>
                <a:gd name="T33" fmla="*/ 93 h 157"/>
                <a:gd name="T34" fmla="*/ 80 w 204"/>
                <a:gd name="T35" fmla="*/ 95 h 157"/>
                <a:gd name="T36" fmla="*/ 93 w 204"/>
                <a:gd name="T37" fmla="*/ 96 h 157"/>
                <a:gd name="T38" fmla="*/ 111 w 204"/>
                <a:gd name="T39" fmla="*/ 111 h 157"/>
                <a:gd name="T40" fmla="*/ 117 w 204"/>
                <a:gd name="T41" fmla="*/ 119 h 157"/>
                <a:gd name="T42" fmla="*/ 129 w 204"/>
                <a:gd name="T43" fmla="*/ 135 h 157"/>
                <a:gd name="T44" fmla="*/ 178 w 204"/>
                <a:gd name="T45" fmla="*/ 157 h 157"/>
                <a:gd name="T46" fmla="*/ 197 w 204"/>
                <a:gd name="T47" fmla="*/ 154 h 157"/>
                <a:gd name="T48" fmla="*/ 202 w 204"/>
                <a:gd name="T49" fmla="*/ 144 h 157"/>
                <a:gd name="T50" fmla="*/ 192 w 204"/>
                <a:gd name="T51" fmla="*/ 138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4" h="157">
                  <a:moveTo>
                    <a:pt x="192" y="138"/>
                  </a:moveTo>
                  <a:cubicBezTo>
                    <a:pt x="174" y="144"/>
                    <a:pt x="153" y="138"/>
                    <a:pt x="141" y="124"/>
                  </a:cubicBezTo>
                  <a:cubicBezTo>
                    <a:pt x="137" y="120"/>
                    <a:pt x="134" y="115"/>
                    <a:pt x="130" y="110"/>
                  </a:cubicBezTo>
                  <a:cubicBezTo>
                    <a:pt x="128" y="107"/>
                    <a:pt x="126" y="104"/>
                    <a:pt x="124" y="101"/>
                  </a:cubicBezTo>
                  <a:cubicBezTo>
                    <a:pt x="116" y="90"/>
                    <a:pt x="107" y="83"/>
                    <a:pt x="97" y="80"/>
                  </a:cubicBezTo>
                  <a:cubicBezTo>
                    <a:pt x="96" y="80"/>
                    <a:pt x="96" y="80"/>
                    <a:pt x="96" y="80"/>
                  </a:cubicBezTo>
                  <a:cubicBezTo>
                    <a:pt x="92" y="71"/>
                    <a:pt x="90" y="60"/>
                    <a:pt x="90" y="50"/>
                  </a:cubicBezTo>
                  <a:cubicBezTo>
                    <a:pt x="90" y="45"/>
                    <a:pt x="87" y="42"/>
                    <a:pt x="82" y="42"/>
                  </a:cubicBezTo>
                  <a:cubicBezTo>
                    <a:pt x="78" y="41"/>
                    <a:pt x="74" y="45"/>
                    <a:pt x="74" y="49"/>
                  </a:cubicBezTo>
                  <a:cubicBezTo>
                    <a:pt x="74" y="60"/>
                    <a:pt x="75" y="70"/>
                    <a:pt x="78" y="79"/>
                  </a:cubicBezTo>
                  <a:cubicBezTo>
                    <a:pt x="73" y="80"/>
                    <a:pt x="69" y="80"/>
                    <a:pt x="65" y="78"/>
                  </a:cubicBezTo>
                  <a:cubicBezTo>
                    <a:pt x="59" y="76"/>
                    <a:pt x="55" y="71"/>
                    <a:pt x="51" y="67"/>
                  </a:cubicBezTo>
                  <a:cubicBezTo>
                    <a:pt x="33" y="47"/>
                    <a:pt x="18" y="29"/>
                    <a:pt x="17" y="8"/>
                  </a:cubicBezTo>
                  <a:cubicBezTo>
                    <a:pt x="16" y="4"/>
                    <a:pt x="12" y="0"/>
                    <a:pt x="8" y="1"/>
                  </a:cubicBezTo>
                  <a:cubicBezTo>
                    <a:pt x="3" y="1"/>
                    <a:pt x="0" y="5"/>
                    <a:pt x="0" y="10"/>
                  </a:cubicBezTo>
                  <a:cubicBezTo>
                    <a:pt x="3" y="38"/>
                    <a:pt x="24" y="61"/>
                    <a:pt x="39" y="77"/>
                  </a:cubicBezTo>
                  <a:cubicBezTo>
                    <a:pt x="44" y="83"/>
                    <a:pt x="50" y="90"/>
                    <a:pt x="59" y="93"/>
                  </a:cubicBezTo>
                  <a:cubicBezTo>
                    <a:pt x="66" y="96"/>
                    <a:pt x="73" y="96"/>
                    <a:pt x="80" y="95"/>
                  </a:cubicBezTo>
                  <a:cubicBezTo>
                    <a:pt x="84" y="95"/>
                    <a:pt x="89" y="95"/>
                    <a:pt x="93" y="96"/>
                  </a:cubicBezTo>
                  <a:cubicBezTo>
                    <a:pt x="99" y="98"/>
                    <a:pt x="105" y="102"/>
                    <a:pt x="111" y="111"/>
                  </a:cubicBezTo>
                  <a:cubicBezTo>
                    <a:pt x="113" y="113"/>
                    <a:pt x="115" y="116"/>
                    <a:pt x="117" y="119"/>
                  </a:cubicBezTo>
                  <a:cubicBezTo>
                    <a:pt x="120" y="125"/>
                    <a:pt x="124" y="130"/>
                    <a:pt x="129" y="135"/>
                  </a:cubicBezTo>
                  <a:cubicBezTo>
                    <a:pt x="141" y="149"/>
                    <a:pt x="160" y="157"/>
                    <a:pt x="178" y="157"/>
                  </a:cubicBezTo>
                  <a:cubicBezTo>
                    <a:pt x="185" y="157"/>
                    <a:pt x="191" y="156"/>
                    <a:pt x="197" y="154"/>
                  </a:cubicBezTo>
                  <a:cubicBezTo>
                    <a:pt x="201" y="153"/>
                    <a:pt x="204" y="148"/>
                    <a:pt x="202" y="144"/>
                  </a:cubicBezTo>
                  <a:cubicBezTo>
                    <a:pt x="201" y="139"/>
                    <a:pt x="197" y="137"/>
                    <a:pt x="192" y="138"/>
                  </a:cubicBezTo>
                  <a:close/>
                </a:path>
              </a:pathLst>
            </a:custGeom>
            <a:solidFill>
              <a:srgbClr val="65D4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30"/>
            <p:cNvSpPr>
              <a:spLocks/>
            </p:cNvSpPr>
            <p:nvPr/>
          </p:nvSpPr>
          <p:spPr bwMode="auto">
            <a:xfrm>
              <a:off x="5496972" y="3215169"/>
              <a:ext cx="129681" cy="157613"/>
            </a:xfrm>
            <a:custGeom>
              <a:avLst/>
              <a:gdLst>
                <a:gd name="T0" fmla="*/ 58 w 69"/>
                <a:gd name="T1" fmla="*/ 1 h 84"/>
                <a:gd name="T2" fmla="*/ 9 w 69"/>
                <a:gd name="T3" fmla="*/ 56 h 84"/>
                <a:gd name="T4" fmla="*/ 9 w 69"/>
                <a:gd name="T5" fmla="*/ 59 h 84"/>
                <a:gd name="T6" fmla="*/ 8 w 69"/>
                <a:gd name="T7" fmla="*/ 65 h 84"/>
                <a:gd name="T8" fmla="*/ 7 w 69"/>
                <a:gd name="T9" fmla="*/ 68 h 84"/>
                <a:gd name="T10" fmla="*/ 1 w 69"/>
                <a:gd name="T11" fmla="*/ 78 h 84"/>
                <a:gd name="T12" fmla="*/ 9 w 69"/>
                <a:gd name="T13" fmla="*/ 84 h 84"/>
                <a:gd name="T14" fmla="*/ 11 w 69"/>
                <a:gd name="T15" fmla="*/ 83 h 84"/>
                <a:gd name="T16" fmla="*/ 24 w 69"/>
                <a:gd name="T17" fmla="*/ 70 h 84"/>
                <a:gd name="T18" fmla="*/ 25 w 69"/>
                <a:gd name="T19" fmla="*/ 60 h 84"/>
                <a:gd name="T20" fmla="*/ 25 w 69"/>
                <a:gd name="T21" fmla="*/ 58 h 84"/>
                <a:gd name="T22" fmla="*/ 61 w 69"/>
                <a:gd name="T23" fmla="*/ 17 h 84"/>
                <a:gd name="T24" fmla="*/ 68 w 69"/>
                <a:gd name="T25" fmla="*/ 7 h 84"/>
                <a:gd name="T26" fmla="*/ 58 w 69"/>
                <a:gd name="T27" fmla="*/ 1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9" h="84">
                  <a:moveTo>
                    <a:pt x="58" y="1"/>
                  </a:moveTo>
                  <a:cubicBezTo>
                    <a:pt x="32" y="7"/>
                    <a:pt x="12" y="30"/>
                    <a:pt x="9" y="56"/>
                  </a:cubicBezTo>
                  <a:cubicBezTo>
                    <a:pt x="9" y="57"/>
                    <a:pt x="9" y="58"/>
                    <a:pt x="9" y="59"/>
                  </a:cubicBezTo>
                  <a:cubicBezTo>
                    <a:pt x="9" y="61"/>
                    <a:pt x="9" y="64"/>
                    <a:pt x="8" y="65"/>
                  </a:cubicBezTo>
                  <a:cubicBezTo>
                    <a:pt x="8" y="67"/>
                    <a:pt x="7" y="68"/>
                    <a:pt x="7" y="68"/>
                  </a:cubicBezTo>
                  <a:cubicBezTo>
                    <a:pt x="2" y="69"/>
                    <a:pt x="0" y="74"/>
                    <a:pt x="1" y="78"/>
                  </a:cubicBezTo>
                  <a:cubicBezTo>
                    <a:pt x="2" y="81"/>
                    <a:pt x="5" y="84"/>
                    <a:pt x="9" y="84"/>
                  </a:cubicBezTo>
                  <a:cubicBezTo>
                    <a:pt x="10" y="84"/>
                    <a:pt x="10" y="84"/>
                    <a:pt x="11" y="83"/>
                  </a:cubicBezTo>
                  <a:cubicBezTo>
                    <a:pt x="17" y="82"/>
                    <a:pt x="21" y="77"/>
                    <a:pt x="24" y="70"/>
                  </a:cubicBezTo>
                  <a:cubicBezTo>
                    <a:pt x="25" y="67"/>
                    <a:pt x="25" y="63"/>
                    <a:pt x="25" y="60"/>
                  </a:cubicBezTo>
                  <a:cubicBezTo>
                    <a:pt x="25" y="59"/>
                    <a:pt x="25" y="58"/>
                    <a:pt x="25" y="58"/>
                  </a:cubicBezTo>
                  <a:cubicBezTo>
                    <a:pt x="27" y="39"/>
                    <a:pt x="43" y="21"/>
                    <a:pt x="61" y="17"/>
                  </a:cubicBezTo>
                  <a:cubicBezTo>
                    <a:pt x="66" y="16"/>
                    <a:pt x="69" y="11"/>
                    <a:pt x="68" y="7"/>
                  </a:cubicBezTo>
                  <a:cubicBezTo>
                    <a:pt x="67" y="3"/>
                    <a:pt x="62" y="0"/>
                    <a:pt x="58" y="1"/>
                  </a:cubicBezTo>
                  <a:close/>
                </a:path>
              </a:pathLst>
            </a:custGeom>
            <a:solidFill>
              <a:srgbClr val="65D4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31"/>
            <p:cNvSpPr>
              <a:spLocks/>
            </p:cNvSpPr>
            <p:nvPr/>
          </p:nvSpPr>
          <p:spPr bwMode="auto">
            <a:xfrm>
              <a:off x="5688501" y="3092470"/>
              <a:ext cx="145642" cy="150630"/>
            </a:xfrm>
            <a:custGeom>
              <a:avLst/>
              <a:gdLst>
                <a:gd name="T0" fmla="*/ 69 w 77"/>
                <a:gd name="T1" fmla="*/ 1 h 80"/>
                <a:gd name="T2" fmla="*/ 36 w 77"/>
                <a:gd name="T3" fmla="*/ 15 h 80"/>
                <a:gd name="T4" fmla="*/ 24 w 77"/>
                <a:gd name="T5" fmla="*/ 39 h 80"/>
                <a:gd name="T6" fmla="*/ 22 w 77"/>
                <a:gd name="T7" fmla="*/ 47 h 80"/>
                <a:gd name="T8" fmla="*/ 7 w 77"/>
                <a:gd name="T9" fmla="*/ 64 h 80"/>
                <a:gd name="T10" fmla="*/ 0 w 77"/>
                <a:gd name="T11" fmla="*/ 73 h 80"/>
                <a:gd name="T12" fmla="*/ 8 w 77"/>
                <a:gd name="T13" fmla="*/ 80 h 80"/>
                <a:gd name="T14" fmla="*/ 10 w 77"/>
                <a:gd name="T15" fmla="*/ 80 h 80"/>
                <a:gd name="T16" fmla="*/ 37 w 77"/>
                <a:gd name="T17" fmla="*/ 52 h 80"/>
                <a:gd name="T18" fmla="*/ 40 w 77"/>
                <a:gd name="T19" fmla="*/ 44 h 80"/>
                <a:gd name="T20" fmla="*/ 48 w 77"/>
                <a:gd name="T21" fmla="*/ 25 h 80"/>
                <a:gd name="T22" fmla="*/ 68 w 77"/>
                <a:gd name="T23" fmla="*/ 17 h 80"/>
                <a:gd name="T24" fmla="*/ 76 w 77"/>
                <a:gd name="T25" fmla="*/ 10 h 80"/>
                <a:gd name="T26" fmla="*/ 69 w 77"/>
                <a:gd name="T27" fmla="*/ 1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80">
                  <a:moveTo>
                    <a:pt x="69" y="1"/>
                  </a:moveTo>
                  <a:cubicBezTo>
                    <a:pt x="57" y="0"/>
                    <a:pt x="44" y="5"/>
                    <a:pt x="36" y="15"/>
                  </a:cubicBezTo>
                  <a:cubicBezTo>
                    <a:pt x="30" y="22"/>
                    <a:pt x="27" y="31"/>
                    <a:pt x="24" y="39"/>
                  </a:cubicBezTo>
                  <a:cubicBezTo>
                    <a:pt x="24" y="42"/>
                    <a:pt x="23" y="44"/>
                    <a:pt x="22" y="47"/>
                  </a:cubicBezTo>
                  <a:cubicBezTo>
                    <a:pt x="21" y="50"/>
                    <a:pt x="16" y="62"/>
                    <a:pt x="7" y="64"/>
                  </a:cubicBezTo>
                  <a:cubicBezTo>
                    <a:pt x="3" y="64"/>
                    <a:pt x="0" y="69"/>
                    <a:pt x="0" y="73"/>
                  </a:cubicBezTo>
                  <a:cubicBezTo>
                    <a:pt x="1" y="77"/>
                    <a:pt x="4" y="80"/>
                    <a:pt x="8" y="80"/>
                  </a:cubicBezTo>
                  <a:cubicBezTo>
                    <a:pt x="9" y="80"/>
                    <a:pt x="9" y="80"/>
                    <a:pt x="10" y="80"/>
                  </a:cubicBezTo>
                  <a:cubicBezTo>
                    <a:pt x="22" y="78"/>
                    <a:pt x="32" y="68"/>
                    <a:pt x="37" y="52"/>
                  </a:cubicBezTo>
                  <a:cubicBezTo>
                    <a:pt x="38" y="49"/>
                    <a:pt x="39" y="47"/>
                    <a:pt x="40" y="44"/>
                  </a:cubicBezTo>
                  <a:cubicBezTo>
                    <a:pt x="42" y="37"/>
                    <a:pt x="44" y="30"/>
                    <a:pt x="48" y="25"/>
                  </a:cubicBezTo>
                  <a:cubicBezTo>
                    <a:pt x="53" y="19"/>
                    <a:pt x="60" y="16"/>
                    <a:pt x="68" y="17"/>
                  </a:cubicBezTo>
                  <a:cubicBezTo>
                    <a:pt x="72" y="17"/>
                    <a:pt x="76" y="14"/>
                    <a:pt x="76" y="10"/>
                  </a:cubicBezTo>
                  <a:cubicBezTo>
                    <a:pt x="77" y="5"/>
                    <a:pt x="73" y="1"/>
                    <a:pt x="69" y="1"/>
                  </a:cubicBezTo>
                  <a:close/>
                </a:path>
              </a:pathLst>
            </a:custGeom>
            <a:solidFill>
              <a:srgbClr val="65D4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32"/>
            <p:cNvSpPr>
              <a:spLocks noEditPoints="1"/>
            </p:cNvSpPr>
            <p:nvPr/>
          </p:nvSpPr>
          <p:spPr bwMode="auto">
            <a:xfrm>
              <a:off x="5124885" y="3015659"/>
              <a:ext cx="1007525" cy="2128770"/>
            </a:xfrm>
            <a:custGeom>
              <a:avLst/>
              <a:gdLst>
                <a:gd name="T0" fmla="*/ 509 w 536"/>
                <a:gd name="T1" fmla="*/ 665 h 1132"/>
                <a:gd name="T2" fmla="*/ 481 w 536"/>
                <a:gd name="T3" fmla="*/ 462 h 1132"/>
                <a:gd name="T4" fmla="*/ 514 w 536"/>
                <a:gd name="T5" fmla="*/ 335 h 1132"/>
                <a:gd name="T6" fmla="*/ 372 w 536"/>
                <a:gd name="T7" fmla="*/ 5 h 1132"/>
                <a:gd name="T8" fmla="*/ 156 w 536"/>
                <a:gd name="T9" fmla="*/ 122 h 1132"/>
                <a:gd name="T10" fmla="*/ 41 w 536"/>
                <a:gd name="T11" fmla="*/ 381 h 1132"/>
                <a:gd name="T12" fmla="*/ 44 w 536"/>
                <a:gd name="T13" fmla="*/ 639 h 1132"/>
                <a:gd name="T14" fmla="*/ 110 w 536"/>
                <a:gd name="T15" fmla="*/ 942 h 1132"/>
                <a:gd name="T16" fmla="*/ 260 w 536"/>
                <a:gd name="T17" fmla="*/ 1087 h 1132"/>
                <a:gd name="T18" fmla="*/ 481 w 536"/>
                <a:gd name="T19" fmla="*/ 1091 h 1132"/>
                <a:gd name="T20" fmla="*/ 509 w 536"/>
                <a:gd name="T21" fmla="*/ 949 h 1132"/>
                <a:gd name="T22" fmla="*/ 504 w 536"/>
                <a:gd name="T23" fmla="*/ 780 h 1132"/>
                <a:gd name="T24" fmla="*/ 221 w 536"/>
                <a:gd name="T25" fmla="*/ 246 h 1132"/>
                <a:gd name="T26" fmla="*/ 233 w 536"/>
                <a:gd name="T27" fmla="*/ 300 h 1132"/>
                <a:gd name="T28" fmla="*/ 245 w 536"/>
                <a:gd name="T29" fmla="*/ 202 h 1132"/>
                <a:gd name="T30" fmla="*/ 336 w 536"/>
                <a:gd name="T31" fmla="*/ 163 h 1132"/>
                <a:gd name="T32" fmla="*/ 340 w 536"/>
                <a:gd name="T33" fmla="*/ 272 h 1132"/>
                <a:gd name="T34" fmla="*/ 326 w 536"/>
                <a:gd name="T35" fmla="*/ 420 h 1132"/>
                <a:gd name="T36" fmla="*/ 352 w 536"/>
                <a:gd name="T37" fmla="*/ 483 h 1132"/>
                <a:gd name="T38" fmla="*/ 373 w 536"/>
                <a:gd name="T39" fmla="*/ 516 h 1132"/>
                <a:gd name="T40" fmla="*/ 415 w 536"/>
                <a:gd name="T41" fmla="*/ 466 h 1132"/>
                <a:gd name="T42" fmla="*/ 352 w 536"/>
                <a:gd name="T43" fmla="*/ 457 h 1132"/>
                <a:gd name="T44" fmla="*/ 353 w 536"/>
                <a:gd name="T45" fmla="*/ 373 h 1132"/>
                <a:gd name="T46" fmla="*/ 359 w 536"/>
                <a:gd name="T47" fmla="*/ 272 h 1132"/>
                <a:gd name="T48" fmla="*/ 350 w 536"/>
                <a:gd name="T49" fmla="*/ 207 h 1132"/>
                <a:gd name="T50" fmla="*/ 394 w 536"/>
                <a:gd name="T51" fmla="*/ 119 h 1132"/>
                <a:gd name="T52" fmla="*/ 356 w 536"/>
                <a:gd name="T53" fmla="*/ 161 h 1132"/>
                <a:gd name="T54" fmla="*/ 302 w 536"/>
                <a:gd name="T55" fmla="*/ 150 h 1132"/>
                <a:gd name="T56" fmla="*/ 154 w 536"/>
                <a:gd name="T57" fmla="*/ 220 h 1132"/>
                <a:gd name="T58" fmla="*/ 282 w 536"/>
                <a:gd name="T59" fmla="*/ 77 h 1132"/>
                <a:gd name="T60" fmla="*/ 484 w 536"/>
                <a:gd name="T61" fmla="*/ 214 h 1132"/>
                <a:gd name="T62" fmla="*/ 486 w 536"/>
                <a:gd name="T63" fmla="*/ 241 h 1132"/>
                <a:gd name="T64" fmla="*/ 494 w 536"/>
                <a:gd name="T65" fmla="*/ 385 h 1132"/>
                <a:gd name="T66" fmla="*/ 441 w 536"/>
                <a:gd name="T67" fmla="*/ 424 h 1132"/>
                <a:gd name="T68" fmla="*/ 490 w 536"/>
                <a:gd name="T69" fmla="*/ 520 h 1132"/>
                <a:gd name="T70" fmla="*/ 334 w 536"/>
                <a:gd name="T71" fmla="*/ 571 h 1132"/>
                <a:gd name="T72" fmla="*/ 229 w 536"/>
                <a:gd name="T73" fmla="*/ 520 h 1132"/>
                <a:gd name="T74" fmla="*/ 155 w 536"/>
                <a:gd name="T75" fmla="*/ 426 h 1132"/>
                <a:gd name="T76" fmla="*/ 504 w 536"/>
                <a:gd name="T77" fmla="*/ 735 h 1132"/>
                <a:gd name="T78" fmla="*/ 473 w 536"/>
                <a:gd name="T79" fmla="*/ 801 h 1132"/>
                <a:gd name="T80" fmla="*/ 478 w 536"/>
                <a:gd name="T81" fmla="*/ 900 h 1132"/>
                <a:gd name="T82" fmla="*/ 456 w 536"/>
                <a:gd name="T83" fmla="*/ 929 h 1132"/>
                <a:gd name="T84" fmla="*/ 491 w 536"/>
                <a:gd name="T85" fmla="*/ 1007 h 1132"/>
                <a:gd name="T86" fmla="*/ 474 w 536"/>
                <a:gd name="T87" fmla="*/ 1046 h 1132"/>
                <a:gd name="T88" fmla="*/ 429 w 536"/>
                <a:gd name="T89" fmla="*/ 1111 h 1132"/>
                <a:gd name="T90" fmla="*/ 227 w 536"/>
                <a:gd name="T91" fmla="*/ 1032 h 1132"/>
                <a:gd name="T92" fmla="*/ 204 w 536"/>
                <a:gd name="T93" fmla="*/ 1024 h 1132"/>
                <a:gd name="T94" fmla="*/ 149 w 536"/>
                <a:gd name="T95" fmla="*/ 935 h 1132"/>
                <a:gd name="T96" fmla="*/ 100 w 536"/>
                <a:gd name="T97" fmla="*/ 812 h 1132"/>
                <a:gd name="T98" fmla="*/ 72 w 536"/>
                <a:gd name="T99" fmla="*/ 753 h 1132"/>
                <a:gd name="T100" fmla="*/ 86 w 536"/>
                <a:gd name="T101" fmla="*/ 690 h 1132"/>
                <a:gd name="T102" fmla="*/ 70 w 536"/>
                <a:gd name="T103" fmla="*/ 640 h 1132"/>
                <a:gd name="T104" fmla="*/ 63 w 536"/>
                <a:gd name="T105" fmla="*/ 482 h 1132"/>
                <a:gd name="T106" fmla="*/ 96 w 536"/>
                <a:gd name="T107" fmla="*/ 392 h 1132"/>
                <a:gd name="T108" fmla="*/ 195 w 536"/>
                <a:gd name="T109" fmla="*/ 531 h 1132"/>
                <a:gd name="T110" fmla="*/ 318 w 536"/>
                <a:gd name="T111" fmla="*/ 578 h 1132"/>
                <a:gd name="T112" fmla="*/ 489 w 536"/>
                <a:gd name="T113" fmla="*/ 676 h 1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36" h="1132">
                  <a:moveTo>
                    <a:pt x="520" y="738"/>
                  </a:moveTo>
                  <a:cubicBezTo>
                    <a:pt x="522" y="727"/>
                    <a:pt x="524" y="713"/>
                    <a:pt x="521" y="699"/>
                  </a:cubicBezTo>
                  <a:cubicBezTo>
                    <a:pt x="519" y="687"/>
                    <a:pt x="513" y="677"/>
                    <a:pt x="505" y="669"/>
                  </a:cubicBezTo>
                  <a:cubicBezTo>
                    <a:pt x="507" y="668"/>
                    <a:pt x="508" y="667"/>
                    <a:pt x="509" y="665"/>
                  </a:cubicBezTo>
                  <a:cubicBezTo>
                    <a:pt x="515" y="659"/>
                    <a:pt x="517" y="651"/>
                    <a:pt x="519" y="642"/>
                  </a:cubicBezTo>
                  <a:cubicBezTo>
                    <a:pt x="526" y="599"/>
                    <a:pt x="521" y="555"/>
                    <a:pt x="505" y="514"/>
                  </a:cubicBezTo>
                  <a:cubicBezTo>
                    <a:pt x="501" y="506"/>
                    <a:pt x="497" y="497"/>
                    <a:pt x="493" y="488"/>
                  </a:cubicBezTo>
                  <a:cubicBezTo>
                    <a:pt x="489" y="480"/>
                    <a:pt x="484" y="471"/>
                    <a:pt x="481" y="462"/>
                  </a:cubicBezTo>
                  <a:cubicBezTo>
                    <a:pt x="490" y="459"/>
                    <a:pt x="498" y="450"/>
                    <a:pt x="503" y="438"/>
                  </a:cubicBezTo>
                  <a:cubicBezTo>
                    <a:pt x="510" y="421"/>
                    <a:pt x="510" y="402"/>
                    <a:pt x="510" y="384"/>
                  </a:cubicBezTo>
                  <a:cubicBezTo>
                    <a:pt x="510" y="378"/>
                    <a:pt x="510" y="372"/>
                    <a:pt x="511" y="366"/>
                  </a:cubicBezTo>
                  <a:cubicBezTo>
                    <a:pt x="511" y="355"/>
                    <a:pt x="513" y="345"/>
                    <a:pt x="514" y="335"/>
                  </a:cubicBezTo>
                  <a:cubicBezTo>
                    <a:pt x="517" y="316"/>
                    <a:pt x="519" y="297"/>
                    <a:pt x="517" y="277"/>
                  </a:cubicBezTo>
                  <a:cubicBezTo>
                    <a:pt x="514" y="262"/>
                    <a:pt x="509" y="247"/>
                    <a:pt x="500" y="233"/>
                  </a:cubicBezTo>
                  <a:cubicBezTo>
                    <a:pt x="536" y="156"/>
                    <a:pt x="527" y="54"/>
                    <a:pt x="449" y="13"/>
                  </a:cubicBezTo>
                  <a:cubicBezTo>
                    <a:pt x="425" y="0"/>
                    <a:pt x="398" y="2"/>
                    <a:pt x="372" y="5"/>
                  </a:cubicBezTo>
                  <a:cubicBezTo>
                    <a:pt x="303" y="12"/>
                    <a:pt x="280" y="49"/>
                    <a:pt x="268" y="68"/>
                  </a:cubicBezTo>
                  <a:cubicBezTo>
                    <a:pt x="266" y="72"/>
                    <a:pt x="263" y="76"/>
                    <a:pt x="262" y="77"/>
                  </a:cubicBezTo>
                  <a:cubicBezTo>
                    <a:pt x="261" y="77"/>
                    <a:pt x="259" y="77"/>
                    <a:pt x="258" y="77"/>
                  </a:cubicBezTo>
                  <a:cubicBezTo>
                    <a:pt x="238" y="78"/>
                    <a:pt x="186" y="81"/>
                    <a:pt x="156" y="122"/>
                  </a:cubicBezTo>
                  <a:cubicBezTo>
                    <a:pt x="140" y="145"/>
                    <a:pt x="124" y="181"/>
                    <a:pt x="138" y="224"/>
                  </a:cubicBezTo>
                  <a:cubicBezTo>
                    <a:pt x="126" y="228"/>
                    <a:pt x="115" y="233"/>
                    <a:pt x="105" y="240"/>
                  </a:cubicBezTo>
                  <a:cubicBezTo>
                    <a:pt x="64" y="268"/>
                    <a:pt x="46" y="316"/>
                    <a:pt x="55" y="373"/>
                  </a:cubicBezTo>
                  <a:cubicBezTo>
                    <a:pt x="50" y="375"/>
                    <a:pt x="45" y="377"/>
                    <a:pt x="41" y="381"/>
                  </a:cubicBezTo>
                  <a:cubicBezTo>
                    <a:pt x="27" y="392"/>
                    <a:pt x="20" y="411"/>
                    <a:pt x="20" y="438"/>
                  </a:cubicBezTo>
                  <a:cubicBezTo>
                    <a:pt x="20" y="447"/>
                    <a:pt x="21" y="459"/>
                    <a:pt x="25" y="470"/>
                  </a:cubicBezTo>
                  <a:cubicBezTo>
                    <a:pt x="0" y="518"/>
                    <a:pt x="9" y="588"/>
                    <a:pt x="46" y="636"/>
                  </a:cubicBezTo>
                  <a:cubicBezTo>
                    <a:pt x="45" y="637"/>
                    <a:pt x="45" y="638"/>
                    <a:pt x="44" y="639"/>
                  </a:cubicBezTo>
                  <a:cubicBezTo>
                    <a:pt x="38" y="680"/>
                    <a:pt x="42" y="721"/>
                    <a:pt x="57" y="759"/>
                  </a:cubicBezTo>
                  <a:cubicBezTo>
                    <a:pt x="60" y="768"/>
                    <a:pt x="64" y="775"/>
                    <a:pt x="68" y="782"/>
                  </a:cubicBezTo>
                  <a:cubicBezTo>
                    <a:pt x="63" y="824"/>
                    <a:pt x="69" y="866"/>
                    <a:pt x="85" y="905"/>
                  </a:cubicBezTo>
                  <a:cubicBezTo>
                    <a:pt x="90" y="917"/>
                    <a:pt x="97" y="932"/>
                    <a:pt x="110" y="942"/>
                  </a:cubicBezTo>
                  <a:cubicBezTo>
                    <a:pt x="120" y="950"/>
                    <a:pt x="132" y="954"/>
                    <a:pt x="144" y="953"/>
                  </a:cubicBezTo>
                  <a:cubicBezTo>
                    <a:pt x="143" y="973"/>
                    <a:pt x="149" y="993"/>
                    <a:pt x="161" y="1009"/>
                  </a:cubicBezTo>
                  <a:cubicBezTo>
                    <a:pt x="175" y="1028"/>
                    <a:pt x="195" y="1041"/>
                    <a:pt x="217" y="1045"/>
                  </a:cubicBezTo>
                  <a:cubicBezTo>
                    <a:pt x="229" y="1062"/>
                    <a:pt x="244" y="1076"/>
                    <a:pt x="260" y="1087"/>
                  </a:cubicBezTo>
                  <a:cubicBezTo>
                    <a:pt x="281" y="1100"/>
                    <a:pt x="305" y="1109"/>
                    <a:pt x="328" y="1117"/>
                  </a:cubicBezTo>
                  <a:cubicBezTo>
                    <a:pt x="350" y="1125"/>
                    <a:pt x="375" y="1132"/>
                    <a:pt x="399" y="1132"/>
                  </a:cubicBezTo>
                  <a:cubicBezTo>
                    <a:pt x="411" y="1132"/>
                    <a:pt x="423" y="1130"/>
                    <a:pt x="435" y="1126"/>
                  </a:cubicBezTo>
                  <a:cubicBezTo>
                    <a:pt x="451" y="1120"/>
                    <a:pt x="466" y="1108"/>
                    <a:pt x="481" y="1091"/>
                  </a:cubicBezTo>
                  <a:cubicBezTo>
                    <a:pt x="495" y="1076"/>
                    <a:pt x="515" y="1046"/>
                    <a:pt x="505" y="1016"/>
                  </a:cubicBezTo>
                  <a:cubicBezTo>
                    <a:pt x="505" y="1014"/>
                    <a:pt x="506" y="1013"/>
                    <a:pt x="506" y="1012"/>
                  </a:cubicBezTo>
                  <a:cubicBezTo>
                    <a:pt x="510" y="1000"/>
                    <a:pt x="510" y="987"/>
                    <a:pt x="510" y="974"/>
                  </a:cubicBezTo>
                  <a:cubicBezTo>
                    <a:pt x="510" y="967"/>
                    <a:pt x="510" y="958"/>
                    <a:pt x="509" y="949"/>
                  </a:cubicBezTo>
                  <a:cubicBezTo>
                    <a:pt x="507" y="934"/>
                    <a:pt x="502" y="921"/>
                    <a:pt x="494" y="909"/>
                  </a:cubicBezTo>
                  <a:cubicBezTo>
                    <a:pt x="494" y="907"/>
                    <a:pt x="494" y="906"/>
                    <a:pt x="494" y="905"/>
                  </a:cubicBezTo>
                  <a:cubicBezTo>
                    <a:pt x="501" y="892"/>
                    <a:pt x="504" y="878"/>
                    <a:pt x="506" y="866"/>
                  </a:cubicBezTo>
                  <a:cubicBezTo>
                    <a:pt x="511" y="836"/>
                    <a:pt x="515" y="806"/>
                    <a:pt x="504" y="780"/>
                  </a:cubicBezTo>
                  <a:cubicBezTo>
                    <a:pt x="506" y="778"/>
                    <a:pt x="507" y="777"/>
                    <a:pt x="507" y="775"/>
                  </a:cubicBezTo>
                  <a:cubicBezTo>
                    <a:pt x="515" y="763"/>
                    <a:pt x="518" y="749"/>
                    <a:pt x="520" y="738"/>
                  </a:cubicBezTo>
                  <a:close/>
                  <a:moveTo>
                    <a:pt x="114" y="253"/>
                  </a:moveTo>
                  <a:cubicBezTo>
                    <a:pt x="148" y="231"/>
                    <a:pt x="192" y="228"/>
                    <a:pt x="221" y="246"/>
                  </a:cubicBezTo>
                  <a:cubicBezTo>
                    <a:pt x="223" y="248"/>
                    <a:pt x="225" y="252"/>
                    <a:pt x="227" y="258"/>
                  </a:cubicBezTo>
                  <a:cubicBezTo>
                    <a:pt x="228" y="264"/>
                    <a:pt x="229" y="277"/>
                    <a:pt x="220" y="291"/>
                  </a:cubicBezTo>
                  <a:cubicBezTo>
                    <a:pt x="217" y="295"/>
                    <a:pt x="218" y="300"/>
                    <a:pt x="222" y="302"/>
                  </a:cubicBezTo>
                  <a:cubicBezTo>
                    <a:pt x="225" y="305"/>
                    <a:pt x="230" y="304"/>
                    <a:pt x="233" y="300"/>
                  </a:cubicBezTo>
                  <a:cubicBezTo>
                    <a:pt x="242" y="287"/>
                    <a:pt x="246" y="271"/>
                    <a:pt x="243" y="255"/>
                  </a:cubicBezTo>
                  <a:cubicBezTo>
                    <a:pt x="242" y="250"/>
                    <a:pt x="240" y="245"/>
                    <a:pt x="238" y="241"/>
                  </a:cubicBezTo>
                  <a:cubicBezTo>
                    <a:pt x="237" y="241"/>
                    <a:pt x="237" y="240"/>
                    <a:pt x="237" y="240"/>
                  </a:cubicBezTo>
                  <a:cubicBezTo>
                    <a:pt x="230" y="227"/>
                    <a:pt x="236" y="211"/>
                    <a:pt x="245" y="202"/>
                  </a:cubicBezTo>
                  <a:cubicBezTo>
                    <a:pt x="255" y="190"/>
                    <a:pt x="270" y="183"/>
                    <a:pt x="285" y="176"/>
                  </a:cubicBezTo>
                  <a:cubicBezTo>
                    <a:pt x="309" y="164"/>
                    <a:pt x="309" y="164"/>
                    <a:pt x="309" y="164"/>
                  </a:cubicBezTo>
                  <a:cubicBezTo>
                    <a:pt x="314" y="162"/>
                    <a:pt x="318" y="160"/>
                    <a:pt x="323" y="159"/>
                  </a:cubicBezTo>
                  <a:cubicBezTo>
                    <a:pt x="327" y="159"/>
                    <a:pt x="332" y="160"/>
                    <a:pt x="336" y="163"/>
                  </a:cubicBezTo>
                  <a:cubicBezTo>
                    <a:pt x="340" y="167"/>
                    <a:pt x="343" y="171"/>
                    <a:pt x="343" y="176"/>
                  </a:cubicBezTo>
                  <a:cubicBezTo>
                    <a:pt x="344" y="183"/>
                    <a:pt x="340" y="191"/>
                    <a:pt x="335" y="200"/>
                  </a:cubicBezTo>
                  <a:cubicBezTo>
                    <a:pt x="332" y="205"/>
                    <a:pt x="330" y="211"/>
                    <a:pt x="328" y="217"/>
                  </a:cubicBezTo>
                  <a:cubicBezTo>
                    <a:pt x="322" y="235"/>
                    <a:pt x="326" y="257"/>
                    <a:pt x="340" y="272"/>
                  </a:cubicBezTo>
                  <a:cubicBezTo>
                    <a:pt x="319" y="285"/>
                    <a:pt x="302" y="313"/>
                    <a:pt x="307" y="340"/>
                  </a:cubicBezTo>
                  <a:cubicBezTo>
                    <a:pt x="310" y="358"/>
                    <a:pt x="321" y="375"/>
                    <a:pt x="336" y="384"/>
                  </a:cubicBezTo>
                  <a:cubicBezTo>
                    <a:pt x="337" y="385"/>
                    <a:pt x="338" y="385"/>
                    <a:pt x="339" y="386"/>
                  </a:cubicBezTo>
                  <a:cubicBezTo>
                    <a:pt x="332" y="395"/>
                    <a:pt x="327" y="407"/>
                    <a:pt x="326" y="420"/>
                  </a:cubicBezTo>
                  <a:cubicBezTo>
                    <a:pt x="325" y="435"/>
                    <a:pt x="327" y="457"/>
                    <a:pt x="342" y="470"/>
                  </a:cubicBezTo>
                  <a:cubicBezTo>
                    <a:pt x="344" y="471"/>
                    <a:pt x="345" y="472"/>
                    <a:pt x="347" y="474"/>
                  </a:cubicBezTo>
                  <a:cubicBezTo>
                    <a:pt x="348" y="475"/>
                    <a:pt x="349" y="477"/>
                    <a:pt x="350" y="479"/>
                  </a:cubicBezTo>
                  <a:cubicBezTo>
                    <a:pt x="351" y="480"/>
                    <a:pt x="352" y="482"/>
                    <a:pt x="352" y="483"/>
                  </a:cubicBezTo>
                  <a:cubicBezTo>
                    <a:pt x="357" y="493"/>
                    <a:pt x="357" y="505"/>
                    <a:pt x="356" y="515"/>
                  </a:cubicBezTo>
                  <a:cubicBezTo>
                    <a:pt x="356" y="520"/>
                    <a:pt x="360" y="524"/>
                    <a:pt x="364" y="524"/>
                  </a:cubicBezTo>
                  <a:cubicBezTo>
                    <a:pt x="364" y="524"/>
                    <a:pt x="365" y="524"/>
                    <a:pt x="365" y="524"/>
                  </a:cubicBezTo>
                  <a:cubicBezTo>
                    <a:pt x="369" y="524"/>
                    <a:pt x="373" y="520"/>
                    <a:pt x="373" y="516"/>
                  </a:cubicBezTo>
                  <a:cubicBezTo>
                    <a:pt x="373" y="506"/>
                    <a:pt x="373" y="495"/>
                    <a:pt x="370" y="484"/>
                  </a:cubicBezTo>
                  <a:cubicBezTo>
                    <a:pt x="374" y="485"/>
                    <a:pt x="379" y="485"/>
                    <a:pt x="383" y="485"/>
                  </a:cubicBezTo>
                  <a:cubicBezTo>
                    <a:pt x="396" y="485"/>
                    <a:pt x="407" y="481"/>
                    <a:pt x="413" y="477"/>
                  </a:cubicBezTo>
                  <a:cubicBezTo>
                    <a:pt x="417" y="474"/>
                    <a:pt x="417" y="469"/>
                    <a:pt x="415" y="466"/>
                  </a:cubicBezTo>
                  <a:cubicBezTo>
                    <a:pt x="412" y="462"/>
                    <a:pt x="407" y="461"/>
                    <a:pt x="404" y="464"/>
                  </a:cubicBezTo>
                  <a:cubicBezTo>
                    <a:pt x="399" y="467"/>
                    <a:pt x="379" y="475"/>
                    <a:pt x="359" y="462"/>
                  </a:cubicBezTo>
                  <a:cubicBezTo>
                    <a:pt x="358" y="461"/>
                    <a:pt x="357" y="460"/>
                    <a:pt x="355" y="460"/>
                  </a:cubicBezTo>
                  <a:cubicBezTo>
                    <a:pt x="354" y="459"/>
                    <a:pt x="353" y="458"/>
                    <a:pt x="352" y="457"/>
                  </a:cubicBezTo>
                  <a:cubicBezTo>
                    <a:pt x="342" y="449"/>
                    <a:pt x="342" y="431"/>
                    <a:pt x="343" y="421"/>
                  </a:cubicBezTo>
                  <a:cubicBezTo>
                    <a:pt x="343" y="407"/>
                    <a:pt x="350" y="395"/>
                    <a:pt x="360" y="387"/>
                  </a:cubicBezTo>
                  <a:cubicBezTo>
                    <a:pt x="363" y="385"/>
                    <a:pt x="364" y="381"/>
                    <a:pt x="362" y="377"/>
                  </a:cubicBezTo>
                  <a:cubicBezTo>
                    <a:pt x="361" y="374"/>
                    <a:pt x="357" y="372"/>
                    <a:pt x="353" y="373"/>
                  </a:cubicBezTo>
                  <a:cubicBezTo>
                    <a:pt x="352" y="374"/>
                    <a:pt x="348" y="373"/>
                    <a:pt x="344" y="370"/>
                  </a:cubicBezTo>
                  <a:cubicBezTo>
                    <a:pt x="336" y="365"/>
                    <a:pt x="326" y="353"/>
                    <a:pt x="323" y="337"/>
                  </a:cubicBezTo>
                  <a:cubicBezTo>
                    <a:pt x="319" y="315"/>
                    <a:pt x="336" y="289"/>
                    <a:pt x="354" y="282"/>
                  </a:cubicBezTo>
                  <a:cubicBezTo>
                    <a:pt x="358" y="281"/>
                    <a:pt x="360" y="276"/>
                    <a:pt x="359" y="272"/>
                  </a:cubicBezTo>
                  <a:cubicBezTo>
                    <a:pt x="358" y="270"/>
                    <a:pt x="357" y="269"/>
                    <a:pt x="356" y="268"/>
                  </a:cubicBezTo>
                  <a:cubicBezTo>
                    <a:pt x="356" y="266"/>
                    <a:pt x="355" y="265"/>
                    <a:pt x="354" y="263"/>
                  </a:cubicBezTo>
                  <a:cubicBezTo>
                    <a:pt x="343" y="253"/>
                    <a:pt x="338" y="236"/>
                    <a:pt x="343" y="222"/>
                  </a:cubicBezTo>
                  <a:cubicBezTo>
                    <a:pt x="345" y="217"/>
                    <a:pt x="347" y="212"/>
                    <a:pt x="350" y="207"/>
                  </a:cubicBezTo>
                  <a:cubicBezTo>
                    <a:pt x="354" y="198"/>
                    <a:pt x="359" y="189"/>
                    <a:pt x="359" y="177"/>
                  </a:cubicBezTo>
                  <a:cubicBezTo>
                    <a:pt x="359" y="177"/>
                    <a:pt x="360" y="177"/>
                    <a:pt x="360" y="177"/>
                  </a:cubicBezTo>
                  <a:cubicBezTo>
                    <a:pt x="372" y="177"/>
                    <a:pt x="384" y="171"/>
                    <a:pt x="390" y="160"/>
                  </a:cubicBezTo>
                  <a:cubicBezTo>
                    <a:pt x="397" y="148"/>
                    <a:pt x="399" y="133"/>
                    <a:pt x="394" y="119"/>
                  </a:cubicBezTo>
                  <a:cubicBezTo>
                    <a:pt x="392" y="114"/>
                    <a:pt x="388" y="112"/>
                    <a:pt x="383" y="114"/>
                  </a:cubicBezTo>
                  <a:cubicBezTo>
                    <a:pt x="379" y="115"/>
                    <a:pt x="377" y="120"/>
                    <a:pt x="378" y="124"/>
                  </a:cubicBezTo>
                  <a:cubicBezTo>
                    <a:pt x="382" y="134"/>
                    <a:pt x="381" y="144"/>
                    <a:pt x="377" y="151"/>
                  </a:cubicBezTo>
                  <a:cubicBezTo>
                    <a:pt x="372" y="159"/>
                    <a:pt x="363" y="163"/>
                    <a:pt x="356" y="161"/>
                  </a:cubicBezTo>
                  <a:cubicBezTo>
                    <a:pt x="355" y="161"/>
                    <a:pt x="355" y="161"/>
                    <a:pt x="354" y="160"/>
                  </a:cubicBezTo>
                  <a:cubicBezTo>
                    <a:pt x="352" y="157"/>
                    <a:pt x="349" y="154"/>
                    <a:pt x="346" y="151"/>
                  </a:cubicBezTo>
                  <a:cubicBezTo>
                    <a:pt x="339" y="145"/>
                    <a:pt x="329" y="142"/>
                    <a:pt x="321" y="143"/>
                  </a:cubicBezTo>
                  <a:cubicBezTo>
                    <a:pt x="314" y="144"/>
                    <a:pt x="307" y="147"/>
                    <a:pt x="302" y="150"/>
                  </a:cubicBezTo>
                  <a:cubicBezTo>
                    <a:pt x="278" y="161"/>
                    <a:pt x="278" y="161"/>
                    <a:pt x="278" y="161"/>
                  </a:cubicBezTo>
                  <a:cubicBezTo>
                    <a:pt x="262" y="169"/>
                    <a:pt x="245" y="177"/>
                    <a:pt x="233" y="191"/>
                  </a:cubicBezTo>
                  <a:cubicBezTo>
                    <a:pt x="225" y="200"/>
                    <a:pt x="218" y="213"/>
                    <a:pt x="218" y="226"/>
                  </a:cubicBezTo>
                  <a:cubicBezTo>
                    <a:pt x="199" y="218"/>
                    <a:pt x="176" y="216"/>
                    <a:pt x="154" y="220"/>
                  </a:cubicBezTo>
                  <a:cubicBezTo>
                    <a:pt x="144" y="190"/>
                    <a:pt x="149" y="160"/>
                    <a:pt x="169" y="132"/>
                  </a:cubicBezTo>
                  <a:cubicBezTo>
                    <a:pt x="194" y="96"/>
                    <a:pt x="241" y="94"/>
                    <a:pt x="258" y="94"/>
                  </a:cubicBezTo>
                  <a:cubicBezTo>
                    <a:pt x="263" y="93"/>
                    <a:pt x="265" y="93"/>
                    <a:pt x="267" y="93"/>
                  </a:cubicBezTo>
                  <a:cubicBezTo>
                    <a:pt x="273" y="91"/>
                    <a:pt x="277" y="85"/>
                    <a:pt x="282" y="77"/>
                  </a:cubicBezTo>
                  <a:cubicBezTo>
                    <a:pt x="293" y="58"/>
                    <a:pt x="312" y="27"/>
                    <a:pt x="374" y="21"/>
                  </a:cubicBezTo>
                  <a:cubicBezTo>
                    <a:pt x="398" y="18"/>
                    <a:pt x="422" y="16"/>
                    <a:pt x="441" y="27"/>
                  </a:cubicBezTo>
                  <a:cubicBezTo>
                    <a:pt x="508" y="62"/>
                    <a:pt x="517" y="150"/>
                    <a:pt x="489" y="219"/>
                  </a:cubicBezTo>
                  <a:cubicBezTo>
                    <a:pt x="487" y="217"/>
                    <a:pt x="486" y="216"/>
                    <a:pt x="484" y="214"/>
                  </a:cubicBezTo>
                  <a:cubicBezTo>
                    <a:pt x="481" y="211"/>
                    <a:pt x="476" y="211"/>
                    <a:pt x="473" y="214"/>
                  </a:cubicBezTo>
                  <a:cubicBezTo>
                    <a:pt x="470" y="217"/>
                    <a:pt x="470" y="223"/>
                    <a:pt x="473" y="226"/>
                  </a:cubicBezTo>
                  <a:cubicBezTo>
                    <a:pt x="477" y="229"/>
                    <a:pt x="480" y="233"/>
                    <a:pt x="483" y="237"/>
                  </a:cubicBezTo>
                  <a:cubicBezTo>
                    <a:pt x="483" y="239"/>
                    <a:pt x="485" y="240"/>
                    <a:pt x="486" y="241"/>
                  </a:cubicBezTo>
                  <a:cubicBezTo>
                    <a:pt x="494" y="253"/>
                    <a:pt x="499" y="266"/>
                    <a:pt x="501" y="279"/>
                  </a:cubicBezTo>
                  <a:cubicBezTo>
                    <a:pt x="503" y="297"/>
                    <a:pt x="501" y="314"/>
                    <a:pt x="498" y="333"/>
                  </a:cubicBezTo>
                  <a:cubicBezTo>
                    <a:pt x="496" y="343"/>
                    <a:pt x="495" y="354"/>
                    <a:pt x="494" y="365"/>
                  </a:cubicBezTo>
                  <a:cubicBezTo>
                    <a:pt x="494" y="371"/>
                    <a:pt x="494" y="378"/>
                    <a:pt x="494" y="385"/>
                  </a:cubicBezTo>
                  <a:cubicBezTo>
                    <a:pt x="494" y="402"/>
                    <a:pt x="494" y="418"/>
                    <a:pt x="488" y="432"/>
                  </a:cubicBezTo>
                  <a:cubicBezTo>
                    <a:pt x="485" y="439"/>
                    <a:pt x="480" y="447"/>
                    <a:pt x="473" y="447"/>
                  </a:cubicBezTo>
                  <a:cubicBezTo>
                    <a:pt x="467" y="447"/>
                    <a:pt x="460" y="441"/>
                    <a:pt x="452" y="427"/>
                  </a:cubicBezTo>
                  <a:cubicBezTo>
                    <a:pt x="450" y="423"/>
                    <a:pt x="445" y="422"/>
                    <a:pt x="441" y="424"/>
                  </a:cubicBezTo>
                  <a:cubicBezTo>
                    <a:pt x="437" y="426"/>
                    <a:pt x="436" y="431"/>
                    <a:pt x="438" y="435"/>
                  </a:cubicBezTo>
                  <a:cubicBezTo>
                    <a:pt x="442" y="441"/>
                    <a:pt x="450" y="456"/>
                    <a:pt x="464" y="461"/>
                  </a:cubicBezTo>
                  <a:cubicBezTo>
                    <a:pt x="468" y="473"/>
                    <a:pt x="473" y="484"/>
                    <a:pt x="478" y="495"/>
                  </a:cubicBezTo>
                  <a:cubicBezTo>
                    <a:pt x="482" y="504"/>
                    <a:pt x="486" y="512"/>
                    <a:pt x="490" y="520"/>
                  </a:cubicBezTo>
                  <a:cubicBezTo>
                    <a:pt x="505" y="558"/>
                    <a:pt x="509" y="600"/>
                    <a:pt x="503" y="640"/>
                  </a:cubicBezTo>
                  <a:cubicBezTo>
                    <a:pt x="502" y="645"/>
                    <a:pt x="501" y="651"/>
                    <a:pt x="497" y="655"/>
                  </a:cubicBezTo>
                  <a:cubicBezTo>
                    <a:pt x="493" y="660"/>
                    <a:pt x="485" y="661"/>
                    <a:pt x="472" y="660"/>
                  </a:cubicBezTo>
                  <a:cubicBezTo>
                    <a:pt x="425" y="654"/>
                    <a:pt x="380" y="625"/>
                    <a:pt x="334" y="571"/>
                  </a:cubicBezTo>
                  <a:cubicBezTo>
                    <a:pt x="331" y="568"/>
                    <a:pt x="331" y="568"/>
                    <a:pt x="331" y="568"/>
                  </a:cubicBezTo>
                  <a:cubicBezTo>
                    <a:pt x="321" y="557"/>
                    <a:pt x="312" y="545"/>
                    <a:pt x="299" y="537"/>
                  </a:cubicBezTo>
                  <a:cubicBezTo>
                    <a:pt x="278" y="523"/>
                    <a:pt x="252" y="521"/>
                    <a:pt x="232" y="520"/>
                  </a:cubicBezTo>
                  <a:cubicBezTo>
                    <a:pt x="229" y="520"/>
                    <a:pt x="229" y="520"/>
                    <a:pt x="229" y="520"/>
                  </a:cubicBezTo>
                  <a:cubicBezTo>
                    <a:pt x="219" y="519"/>
                    <a:pt x="210" y="519"/>
                    <a:pt x="202" y="516"/>
                  </a:cubicBezTo>
                  <a:cubicBezTo>
                    <a:pt x="186" y="510"/>
                    <a:pt x="177" y="492"/>
                    <a:pt x="172" y="479"/>
                  </a:cubicBezTo>
                  <a:cubicBezTo>
                    <a:pt x="170" y="473"/>
                    <a:pt x="168" y="466"/>
                    <a:pt x="166" y="459"/>
                  </a:cubicBezTo>
                  <a:cubicBezTo>
                    <a:pt x="163" y="448"/>
                    <a:pt x="160" y="437"/>
                    <a:pt x="155" y="426"/>
                  </a:cubicBezTo>
                  <a:cubicBezTo>
                    <a:pt x="144" y="404"/>
                    <a:pt x="125" y="386"/>
                    <a:pt x="102" y="377"/>
                  </a:cubicBezTo>
                  <a:cubicBezTo>
                    <a:pt x="93" y="373"/>
                    <a:pt x="82" y="370"/>
                    <a:pt x="71" y="371"/>
                  </a:cubicBezTo>
                  <a:cubicBezTo>
                    <a:pt x="60" y="302"/>
                    <a:pt x="93" y="267"/>
                    <a:pt x="114" y="253"/>
                  </a:cubicBezTo>
                  <a:close/>
                  <a:moveTo>
                    <a:pt x="504" y="735"/>
                  </a:moveTo>
                  <a:cubicBezTo>
                    <a:pt x="502" y="744"/>
                    <a:pt x="500" y="757"/>
                    <a:pt x="494" y="767"/>
                  </a:cubicBezTo>
                  <a:cubicBezTo>
                    <a:pt x="488" y="776"/>
                    <a:pt x="480" y="783"/>
                    <a:pt x="471" y="785"/>
                  </a:cubicBezTo>
                  <a:cubicBezTo>
                    <a:pt x="466" y="786"/>
                    <a:pt x="464" y="790"/>
                    <a:pt x="465" y="795"/>
                  </a:cubicBezTo>
                  <a:cubicBezTo>
                    <a:pt x="466" y="798"/>
                    <a:pt x="469" y="801"/>
                    <a:pt x="473" y="801"/>
                  </a:cubicBezTo>
                  <a:cubicBezTo>
                    <a:pt x="473" y="801"/>
                    <a:pt x="474" y="801"/>
                    <a:pt x="474" y="801"/>
                  </a:cubicBezTo>
                  <a:cubicBezTo>
                    <a:pt x="481" y="799"/>
                    <a:pt x="486" y="796"/>
                    <a:pt x="492" y="792"/>
                  </a:cubicBezTo>
                  <a:cubicBezTo>
                    <a:pt x="498" y="814"/>
                    <a:pt x="495" y="838"/>
                    <a:pt x="490" y="863"/>
                  </a:cubicBezTo>
                  <a:cubicBezTo>
                    <a:pt x="488" y="876"/>
                    <a:pt x="485" y="890"/>
                    <a:pt x="478" y="900"/>
                  </a:cubicBezTo>
                  <a:cubicBezTo>
                    <a:pt x="472" y="909"/>
                    <a:pt x="460" y="915"/>
                    <a:pt x="450" y="912"/>
                  </a:cubicBezTo>
                  <a:cubicBezTo>
                    <a:pt x="446" y="910"/>
                    <a:pt x="441" y="912"/>
                    <a:pt x="440" y="917"/>
                  </a:cubicBezTo>
                  <a:cubicBezTo>
                    <a:pt x="438" y="921"/>
                    <a:pt x="440" y="925"/>
                    <a:pt x="444" y="927"/>
                  </a:cubicBezTo>
                  <a:cubicBezTo>
                    <a:pt x="448" y="928"/>
                    <a:pt x="452" y="929"/>
                    <a:pt x="456" y="929"/>
                  </a:cubicBezTo>
                  <a:cubicBezTo>
                    <a:pt x="465" y="929"/>
                    <a:pt x="474" y="925"/>
                    <a:pt x="481" y="919"/>
                  </a:cubicBezTo>
                  <a:cubicBezTo>
                    <a:pt x="487" y="929"/>
                    <a:pt x="491" y="940"/>
                    <a:pt x="493" y="951"/>
                  </a:cubicBezTo>
                  <a:cubicBezTo>
                    <a:pt x="494" y="959"/>
                    <a:pt x="494" y="967"/>
                    <a:pt x="494" y="974"/>
                  </a:cubicBezTo>
                  <a:cubicBezTo>
                    <a:pt x="494" y="985"/>
                    <a:pt x="494" y="997"/>
                    <a:pt x="491" y="1007"/>
                  </a:cubicBezTo>
                  <a:cubicBezTo>
                    <a:pt x="487" y="1017"/>
                    <a:pt x="482" y="1025"/>
                    <a:pt x="474" y="1029"/>
                  </a:cubicBezTo>
                  <a:cubicBezTo>
                    <a:pt x="472" y="1028"/>
                    <a:pt x="469" y="1029"/>
                    <a:pt x="467" y="1030"/>
                  </a:cubicBezTo>
                  <a:cubicBezTo>
                    <a:pt x="464" y="1033"/>
                    <a:pt x="463" y="1038"/>
                    <a:pt x="465" y="1042"/>
                  </a:cubicBezTo>
                  <a:cubicBezTo>
                    <a:pt x="467" y="1044"/>
                    <a:pt x="470" y="1046"/>
                    <a:pt x="474" y="1046"/>
                  </a:cubicBezTo>
                  <a:cubicBezTo>
                    <a:pt x="476" y="1046"/>
                    <a:pt x="478" y="1045"/>
                    <a:pt x="480" y="1044"/>
                  </a:cubicBezTo>
                  <a:cubicBezTo>
                    <a:pt x="484" y="1042"/>
                    <a:pt x="488" y="1040"/>
                    <a:pt x="491" y="1036"/>
                  </a:cubicBezTo>
                  <a:cubicBezTo>
                    <a:pt x="490" y="1054"/>
                    <a:pt x="478" y="1070"/>
                    <a:pt x="469" y="1080"/>
                  </a:cubicBezTo>
                  <a:cubicBezTo>
                    <a:pt x="456" y="1095"/>
                    <a:pt x="443" y="1105"/>
                    <a:pt x="429" y="1111"/>
                  </a:cubicBezTo>
                  <a:cubicBezTo>
                    <a:pt x="399" y="1122"/>
                    <a:pt x="364" y="1112"/>
                    <a:pt x="333" y="1102"/>
                  </a:cubicBezTo>
                  <a:cubicBezTo>
                    <a:pt x="311" y="1094"/>
                    <a:pt x="289" y="1086"/>
                    <a:pt x="269" y="1073"/>
                  </a:cubicBezTo>
                  <a:cubicBezTo>
                    <a:pt x="254" y="1063"/>
                    <a:pt x="241" y="1051"/>
                    <a:pt x="230" y="1036"/>
                  </a:cubicBezTo>
                  <a:cubicBezTo>
                    <a:pt x="230" y="1034"/>
                    <a:pt x="229" y="1033"/>
                    <a:pt x="227" y="1032"/>
                  </a:cubicBezTo>
                  <a:cubicBezTo>
                    <a:pt x="220" y="1021"/>
                    <a:pt x="214" y="1010"/>
                    <a:pt x="210" y="999"/>
                  </a:cubicBezTo>
                  <a:cubicBezTo>
                    <a:pt x="209" y="995"/>
                    <a:pt x="204" y="993"/>
                    <a:pt x="200" y="994"/>
                  </a:cubicBezTo>
                  <a:cubicBezTo>
                    <a:pt x="196" y="996"/>
                    <a:pt x="193" y="1000"/>
                    <a:pt x="195" y="1004"/>
                  </a:cubicBezTo>
                  <a:cubicBezTo>
                    <a:pt x="197" y="1011"/>
                    <a:pt x="200" y="1018"/>
                    <a:pt x="204" y="1024"/>
                  </a:cubicBezTo>
                  <a:cubicBezTo>
                    <a:pt x="192" y="1018"/>
                    <a:pt x="182" y="1010"/>
                    <a:pt x="174" y="1000"/>
                  </a:cubicBezTo>
                  <a:cubicBezTo>
                    <a:pt x="163" y="983"/>
                    <a:pt x="158" y="963"/>
                    <a:pt x="161" y="943"/>
                  </a:cubicBezTo>
                  <a:cubicBezTo>
                    <a:pt x="161" y="940"/>
                    <a:pt x="160" y="937"/>
                    <a:pt x="157" y="935"/>
                  </a:cubicBezTo>
                  <a:cubicBezTo>
                    <a:pt x="155" y="934"/>
                    <a:pt x="152" y="933"/>
                    <a:pt x="149" y="935"/>
                  </a:cubicBezTo>
                  <a:cubicBezTo>
                    <a:pt x="139" y="939"/>
                    <a:pt x="128" y="935"/>
                    <a:pt x="120" y="929"/>
                  </a:cubicBezTo>
                  <a:cubicBezTo>
                    <a:pt x="110" y="921"/>
                    <a:pt x="104" y="909"/>
                    <a:pt x="100" y="899"/>
                  </a:cubicBezTo>
                  <a:cubicBezTo>
                    <a:pt x="87" y="868"/>
                    <a:pt x="81" y="834"/>
                    <a:pt x="82" y="800"/>
                  </a:cubicBezTo>
                  <a:cubicBezTo>
                    <a:pt x="88" y="805"/>
                    <a:pt x="94" y="809"/>
                    <a:pt x="100" y="812"/>
                  </a:cubicBezTo>
                  <a:cubicBezTo>
                    <a:pt x="101" y="812"/>
                    <a:pt x="103" y="813"/>
                    <a:pt x="104" y="813"/>
                  </a:cubicBezTo>
                  <a:cubicBezTo>
                    <a:pt x="107" y="813"/>
                    <a:pt x="110" y="811"/>
                    <a:pt x="111" y="808"/>
                  </a:cubicBezTo>
                  <a:cubicBezTo>
                    <a:pt x="113" y="804"/>
                    <a:pt x="111" y="799"/>
                    <a:pt x="107" y="797"/>
                  </a:cubicBezTo>
                  <a:cubicBezTo>
                    <a:pt x="92" y="791"/>
                    <a:pt x="81" y="776"/>
                    <a:pt x="72" y="753"/>
                  </a:cubicBezTo>
                  <a:cubicBezTo>
                    <a:pt x="59" y="721"/>
                    <a:pt x="55" y="686"/>
                    <a:pt x="59" y="652"/>
                  </a:cubicBezTo>
                  <a:cubicBezTo>
                    <a:pt x="60" y="653"/>
                    <a:pt x="61" y="653"/>
                    <a:pt x="61" y="654"/>
                  </a:cubicBezTo>
                  <a:cubicBezTo>
                    <a:pt x="70" y="663"/>
                    <a:pt x="79" y="672"/>
                    <a:pt x="78" y="681"/>
                  </a:cubicBezTo>
                  <a:cubicBezTo>
                    <a:pt x="78" y="686"/>
                    <a:pt x="82" y="689"/>
                    <a:pt x="86" y="690"/>
                  </a:cubicBezTo>
                  <a:cubicBezTo>
                    <a:pt x="86" y="690"/>
                    <a:pt x="86" y="690"/>
                    <a:pt x="86" y="690"/>
                  </a:cubicBezTo>
                  <a:cubicBezTo>
                    <a:pt x="91" y="690"/>
                    <a:pt x="94" y="686"/>
                    <a:pt x="95" y="682"/>
                  </a:cubicBezTo>
                  <a:cubicBezTo>
                    <a:pt x="95" y="665"/>
                    <a:pt x="83" y="653"/>
                    <a:pt x="73" y="643"/>
                  </a:cubicBezTo>
                  <a:cubicBezTo>
                    <a:pt x="72" y="642"/>
                    <a:pt x="71" y="641"/>
                    <a:pt x="70" y="640"/>
                  </a:cubicBezTo>
                  <a:cubicBezTo>
                    <a:pt x="31" y="600"/>
                    <a:pt x="16" y="533"/>
                    <a:pt x="35" y="486"/>
                  </a:cubicBezTo>
                  <a:cubicBezTo>
                    <a:pt x="43" y="495"/>
                    <a:pt x="53" y="499"/>
                    <a:pt x="64" y="499"/>
                  </a:cubicBezTo>
                  <a:cubicBezTo>
                    <a:pt x="68" y="498"/>
                    <a:pt x="72" y="495"/>
                    <a:pt x="72" y="490"/>
                  </a:cubicBezTo>
                  <a:cubicBezTo>
                    <a:pt x="71" y="486"/>
                    <a:pt x="68" y="482"/>
                    <a:pt x="63" y="482"/>
                  </a:cubicBezTo>
                  <a:cubicBezTo>
                    <a:pt x="54" y="483"/>
                    <a:pt x="46" y="476"/>
                    <a:pt x="42" y="469"/>
                  </a:cubicBezTo>
                  <a:cubicBezTo>
                    <a:pt x="37" y="459"/>
                    <a:pt x="36" y="447"/>
                    <a:pt x="36" y="438"/>
                  </a:cubicBezTo>
                  <a:cubicBezTo>
                    <a:pt x="36" y="416"/>
                    <a:pt x="41" y="402"/>
                    <a:pt x="51" y="394"/>
                  </a:cubicBezTo>
                  <a:cubicBezTo>
                    <a:pt x="64" y="383"/>
                    <a:pt x="83" y="386"/>
                    <a:pt x="96" y="392"/>
                  </a:cubicBezTo>
                  <a:cubicBezTo>
                    <a:pt x="115" y="399"/>
                    <a:pt x="131" y="415"/>
                    <a:pt x="140" y="433"/>
                  </a:cubicBezTo>
                  <a:cubicBezTo>
                    <a:pt x="145" y="443"/>
                    <a:pt x="148" y="453"/>
                    <a:pt x="151" y="464"/>
                  </a:cubicBezTo>
                  <a:cubicBezTo>
                    <a:pt x="153" y="471"/>
                    <a:pt x="155" y="478"/>
                    <a:pt x="157" y="485"/>
                  </a:cubicBezTo>
                  <a:cubicBezTo>
                    <a:pt x="166" y="508"/>
                    <a:pt x="179" y="524"/>
                    <a:pt x="195" y="531"/>
                  </a:cubicBezTo>
                  <a:cubicBezTo>
                    <a:pt x="206" y="535"/>
                    <a:pt x="217" y="536"/>
                    <a:pt x="228" y="536"/>
                  </a:cubicBezTo>
                  <a:cubicBezTo>
                    <a:pt x="231" y="536"/>
                    <a:pt x="231" y="536"/>
                    <a:pt x="231" y="536"/>
                  </a:cubicBezTo>
                  <a:cubicBezTo>
                    <a:pt x="249" y="537"/>
                    <a:pt x="272" y="539"/>
                    <a:pt x="290" y="551"/>
                  </a:cubicBezTo>
                  <a:cubicBezTo>
                    <a:pt x="301" y="558"/>
                    <a:pt x="309" y="568"/>
                    <a:pt x="318" y="578"/>
                  </a:cubicBezTo>
                  <a:cubicBezTo>
                    <a:pt x="322" y="582"/>
                    <a:pt x="322" y="582"/>
                    <a:pt x="322" y="582"/>
                  </a:cubicBezTo>
                  <a:cubicBezTo>
                    <a:pt x="371" y="639"/>
                    <a:pt x="419" y="670"/>
                    <a:pt x="470" y="676"/>
                  </a:cubicBezTo>
                  <a:cubicBezTo>
                    <a:pt x="474" y="676"/>
                    <a:pt x="477" y="677"/>
                    <a:pt x="480" y="677"/>
                  </a:cubicBezTo>
                  <a:cubicBezTo>
                    <a:pt x="483" y="677"/>
                    <a:pt x="486" y="676"/>
                    <a:pt x="489" y="676"/>
                  </a:cubicBezTo>
                  <a:cubicBezTo>
                    <a:pt x="489" y="677"/>
                    <a:pt x="490" y="677"/>
                    <a:pt x="491" y="678"/>
                  </a:cubicBezTo>
                  <a:cubicBezTo>
                    <a:pt x="498" y="683"/>
                    <a:pt x="503" y="692"/>
                    <a:pt x="505" y="702"/>
                  </a:cubicBezTo>
                  <a:cubicBezTo>
                    <a:pt x="507" y="714"/>
                    <a:pt x="506" y="726"/>
                    <a:pt x="504" y="735"/>
                  </a:cubicBezTo>
                  <a:close/>
                </a:path>
              </a:pathLst>
            </a:custGeom>
            <a:solidFill>
              <a:srgbClr val="65D4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79" name="组合 178"/>
          <p:cNvGrpSpPr/>
          <p:nvPr/>
        </p:nvGrpSpPr>
        <p:grpSpPr>
          <a:xfrm>
            <a:off x="6093506" y="3024637"/>
            <a:ext cx="1007525" cy="2128770"/>
            <a:chOff x="6093506" y="3024637"/>
            <a:chExt cx="1007525" cy="2128770"/>
          </a:xfrm>
        </p:grpSpPr>
        <p:sp>
          <p:nvSpPr>
            <p:cNvPr id="128" name="Freeform 33"/>
            <p:cNvSpPr>
              <a:spLocks/>
            </p:cNvSpPr>
            <p:nvPr/>
          </p:nvSpPr>
          <p:spPr bwMode="auto">
            <a:xfrm>
              <a:off x="6240146" y="3128382"/>
              <a:ext cx="140655" cy="321211"/>
            </a:xfrm>
            <a:custGeom>
              <a:avLst/>
              <a:gdLst>
                <a:gd name="T0" fmla="*/ 38 w 75"/>
                <a:gd name="T1" fmla="*/ 48 h 171"/>
                <a:gd name="T2" fmla="*/ 31 w 75"/>
                <a:gd name="T3" fmla="*/ 48 h 171"/>
                <a:gd name="T4" fmla="*/ 23 w 75"/>
                <a:gd name="T5" fmla="*/ 77 h 171"/>
                <a:gd name="T6" fmla="*/ 29 w 75"/>
                <a:gd name="T7" fmla="*/ 105 h 171"/>
                <a:gd name="T8" fmla="*/ 33 w 75"/>
                <a:gd name="T9" fmla="*/ 118 h 171"/>
                <a:gd name="T10" fmla="*/ 32 w 75"/>
                <a:gd name="T11" fmla="*/ 166 h 171"/>
                <a:gd name="T12" fmla="*/ 25 w 75"/>
                <a:gd name="T13" fmla="*/ 171 h 171"/>
                <a:gd name="T14" fmla="*/ 22 w 75"/>
                <a:gd name="T15" fmla="*/ 170 h 171"/>
                <a:gd name="T16" fmla="*/ 17 w 75"/>
                <a:gd name="T17" fmla="*/ 160 h 171"/>
                <a:gd name="T18" fmla="*/ 17 w 75"/>
                <a:gd name="T19" fmla="*/ 122 h 171"/>
                <a:gd name="T20" fmla="*/ 14 w 75"/>
                <a:gd name="T21" fmla="*/ 110 h 171"/>
                <a:gd name="T22" fmla="*/ 7 w 75"/>
                <a:gd name="T23" fmla="*/ 78 h 171"/>
                <a:gd name="T24" fmla="*/ 16 w 75"/>
                <a:gd name="T25" fmla="*/ 40 h 171"/>
                <a:gd name="T26" fmla="*/ 10 w 75"/>
                <a:gd name="T27" fmla="*/ 33 h 171"/>
                <a:gd name="T28" fmla="*/ 1 w 75"/>
                <a:gd name="T29" fmla="*/ 10 h 171"/>
                <a:gd name="T30" fmla="*/ 8 w 75"/>
                <a:gd name="T31" fmla="*/ 1 h 171"/>
                <a:gd name="T32" fmla="*/ 17 w 75"/>
                <a:gd name="T33" fmla="*/ 7 h 171"/>
                <a:gd name="T34" fmla="*/ 24 w 75"/>
                <a:gd name="T35" fmla="*/ 24 h 171"/>
                <a:gd name="T36" fmla="*/ 30 w 75"/>
                <a:gd name="T37" fmla="*/ 30 h 171"/>
                <a:gd name="T38" fmla="*/ 34 w 75"/>
                <a:gd name="T39" fmla="*/ 32 h 171"/>
                <a:gd name="T40" fmla="*/ 38 w 75"/>
                <a:gd name="T41" fmla="*/ 32 h 171"/>
                <a:gd name="T42" fmla="*/ 60 w 75"/>
                <a:gd name="T43" fmla="*/ 27 h 171"/>
                <a:gd name="T44" fmla="*/ 72 w 75"/>
                <a:gd name="T45" fmla="*/ 26 h 171"/>
                <a:gd name="T46" fmla="*/ 72 w 75"/>
                <a:gd name="T47" fmla="*/ 38 h 171"/>
                <a:gd name="T48" fmla="*/ 38 w 75"/>
                <a:gd name="T49" fmla="*/ 48 h 171"/>
                <a:gd name="T50" fmla="*/ 38 w 75"/>
                <a:gd name="T51" fmla="*/ 48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5" h="171">
                  <a:moveTo>
                    <a:pt x="38" y="48"/>
                  </a:moveTo>
                  <a:cubicBezTo>
                    <a:pt x="36" y="48"/>
                    <a:pt x="34" y="48"/>
                    <a:pt x="31" y="48"/>
                  </a:cubicBezTo>
                  <a:cubicBezTo>
                    <a:pt x="24" y="55"/>
                    <a:pt x="22" y="67"/>
                    <a:pt x="23" y="77"/>
                  </a:cubicBezTo>
                  <a:cubicBezTo>
                    <a:pt x="24" y="86"/>
                    <a:pt x="26" y="96"/>
                    <a:pt x="29" y="105"/>
                  </a:cubicBezTo>
                  <a:cubicBezTo>
                    <a:pt x="31" y="109"/>
                    <a:pt x="32" y="114"/>
                    <a:pt x="33" y="118"/>
                  </a:cubicBezTo>
                  <a:cubicBezTo>
                    <a:pt x="38" y="138"/>
                    <a:pt x="38" y="153"/>
                    <a:pt x="32" y="166"/>
                  </a:cubicBezTo>
                  <a:cubicBezTo>
                    <a:pt x="31" y="169"/>
                    <a:pt x="28" y="171"/>
                    <a:pt x="25" y="171"/>
                  </a:cubicBezTo>
                  <a:cubicBezTo>
                    <a:pt x="24" y="171"/>
                    <a:pt x="23" y="171"/>
                    <a:pt x="22" y="170"/>
                  </a:cubicBezTo>
                  <a:cubicBezTo>
                    <a:pt x="17" y="169"/>
                    <a:pt x="16" y="164"/>
                    <a:pt x="17" y="160"/>
                  </a:cubicBezTo>
                  <a:cubicBezTo>
                    <a:pt x="22" y="150"/>
                    <a:pt x="22" y="138"/>
                    <a:pt x="17" y="122"/>
                  </a:cubicBezTo>
                  <a:cubicBezTo>
                    <a:pt x="16" y="118"/>
                    <a:pt x="15" y="114"/>
                    <a:pt x="14" y="110"/>
                  </a:cubicBezTo>
                  <a:cubicBezTo>
                    <a:pt x="11" y="100"/>
                    <a:pt x="8" y="89"/>
                    <a:pt x="7" y="78"/>
                  </a:cubicBezTo>
                  <a:cubicBezTo>
                    <a:pt x="5" y="64"/>
                    <a:pt x="9" y="50"/>
                    <a:pt x="16" y="40"/>
                  </a:cubicBezTo>
                  <a:cubicBezTo>
                    <a:pt x="14" y="38"/>
                    <a:pt x="12" y="36"/>
                    <a:pt x="10" y="33"/>
                  </a:cubicBezTo>
                  <a:cubicBezTo>
                    <a:pt x="6" y="26"/>
                    <a:pt x="3" y="19"/>
                    <a:pt x="1" y="10"/>
                  </a:cubicBezTo>
                  <a:cubicBezTo>
                    <a:pt x="0" y="6"/>
                    <a:pt x="3" y="2"/>
                    <a:pt x="8" y="1"/>
                  </a:cubicBezTo>
                  <a:cubicBezTo>
                    <a:pt x="12" y="0"/>
                    <a:pt x="16" y="3"/>
                    <a:pt x="17" y="7"/>
                  </a:cubicBezTo>
                  <a:cubicBezTo>
                    <a:pt x="18" y="13"/>
                    <a:pt x="21" y="19"/>
                    <a:pt x="24" y="24"/>
                  </a:cubicBezTo>
                  <a:cubicBezTo>
                    <a:pt x="26" y="27"/>
                    <a:pt x="28" y="29"/>
                    <a:pt x="30" y="30"/>
                  </a:cubicBezTo>
                  <a:cubicBezTo>
                    <a:pt x="31" y="31"/>
                    <a:pt x="32" y="31"/>
                    <a:pt x="34" y="32"/>
                  </a:cubicBezTo>
                  <a:cubicBezTo>
                    <a:pt x="35" y="32"/>
                    <a:pt x="36" y="32"/>
                    <a:pt x="38" y="32"/>
                  </a:cubicBezTo>
                  <a:cubicBezTo>
                    <a:pt x="47" y="32"/>
                    <a:pt x="56" y="31"/>
                    <a:pt x="60" y="27"/>
                  </a:cubicBezTo>
                  <a:cubicBezTo>
                    <a:pt x="63" y="23"/>
                    <a:pt x="68" y="23"/>
                    <a:pt x="72" y="26"/>
                  </a:cubicBezTo>
                  <a:cubicBezTo>
                    <a:pt x="75" y="29"/>
                    <a:pt x="75" y="34"/>
                    <a:pt x="72" y="38"/>
                  </a:cubicBezTo>
                  <a:cubicBezTo>
                    <a:pt x="63" y="47"/>
                    <a:pt x="50" y="48"/>
                    <a:pt x="38" y="48"/>
                  </a:cubicBezTo>
                  <a:cubicBezTo>
                    <a:pt x="38" y="48"/>
                    <a:pt x="38" y="48"/>
                    <a:pt x="38" y="48"/>
                  </a:cubicBezTo>
                  <a:close/>
                </a:path>
              </a:pathLst>
            </a:custGeom>
            <a:solidFill>
              <a:srgbClr val="FF8E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34"/>
            <p:cNvSpPr>
              <a:spLocks/>
            </p:cNvSpPr>
            <p:nvPr/>
          </p:nvSpPr>
          <p:spPr bwMode="auto">
            <a:xfrm>
              <a:off x="6544399" y="3468546"/>
              <a:ext cx="71824" cy="227441"/>
            </a:xfrm>
            <a:custGeom>
              <a:avLst/>
              <a:gdLst>
                <a:gd name="T0" fmla="*/ 22 w 38"/>
                <a:gd name="T1" fmla="*/ 121 h 121"/>
                <a:gd name="T2" fmla="*/ 17 w 38"/>
                <a:gd name="T3" fmla="*/ 120 h 121"/>
                <a:gd name="T4" fmla="*/ 15 w 38"/>
                <a:gd name="T5" fmla="*/ 109 h 121"/>
                <a:gd name="T6" fmla="*/ 17 w 38"/>
                <a:gd name="T7" fmla="*/ 78 h 121"/>
                <a:gd name="T8" fmla="*/ 13 w 38"/>
                <a:gd name="T9" fmla="*/ 69 h 121"/>
                <a:gd name="T10" fmla="*/ 8 w 38"/>
                <a:gd name="T11" fmla="*/ 61 h 121"/>
                <a:gd name="T12" fmla="*/ 10 w 38"/>
                <a:gd name="T13" fmla="*/ 5 h 121"/>
                <a:gd name="T14" fmla="*/ 21 w 38"/>
                <a:gd name="T15" fmla="*/ 2 h 121"/>
                <a:gd name="T16" fmla="*/ 24 w 38"/>
                <a:gd name="T17" fmla="*/ 13 h 121"/>
                <a:gd name="T18" fmla="*/ 23 w 38"/>
                <a:gd name="T19" fmla="*/ 54 h 121"/>
                <a:gd name="T20" fmla="*/ 27 w 38"/>
                <a:gd name="T21" fmla="*/ 61 h 121"/>
                <a:gd name="T22" fmla="*/ 32 w 38"/>
                <a:gd name="T23" fmla="*/ 72 h 121"/>
                <a:gd name="T24" fmla="*/ 28 w 38"/>
                <a:gd name="T25" fmla="*/ 117 h 121"/>
                <a:gd name="T26" fmla="*/ 22 w 38"/>
                <a:gd name="T27" fmla="*/ 12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8" h="121">
                  <a:moveTo>
                    <a:pt x="22" y="121"/>
                  </a:moveTo>
                  <a:cubicBezTo>
                    <a:pt x="20" y="121"/>
                    <a:pt x="19" y="121"/>
                    <a:pt x="17" y="120"/>
                  </a:cubicBezTo>
                  <a:cubicBezTo>
                    <a:pt x="13" y="118"/>
                    <a:pt x="12" y="113"/>
                    <a:pt x="15" y="109"/>
                  </a:cubicBezTo>
                  <a:cubicBezTo>
                    <a:pt x="20" y="100"/>
                    <a:pt x="21" y="88"/>
                    <a:pt x="17" y="78"/>
                  </a:cubicBezTo>
                  <a:cubicBezTo>
                    <a:pt x="16" y="75"/>
                    <a:pt x="14" y="72"/>
                    <a:pt x="13" y="69"/>
                  </a:cubicBezTo>
                  <a:cubicBezTo>
                    <a:pt x="11" y="66"/>
                    <a:pt x="10" y="64"/>
                    <a:pt x="8" y="61"/>
                  </a:cubicBezTo>
                  <a:cubicBezTo>
                    <a:pt x="0" y="43"/>
                    <a:pt x="1" y="22"/>
                    <a:pt x="10" y="5"/>
                  </a:cubicBezTo>
                  <a:cubicBezTo>
                    <a:pt x="13" y="1"/>
                    <a:pt x="17" y="0"/>
                    <a:pt x="21" y="2"/>
                  </a:cubicBezTo>
                  <a:cubicBezTo>
                    <a:pt x="25" y="4"/>
                    <a:pt x="27" y="9"/>
                    <a:pt x="24" y="13"/>
                  </a:cubicBezTo>
                  <a:cubicBezTo>
                    <a:pt x="17" y="25"/>
                    <a:pt x="17" y="41"/>
                    <a:pt x="23" y="54"/>
                  </a:cubicBezTo>
                  <a:cubicBezTo>
                    <a:pt x="24" y="56"/>
                    <a:pt x="25" y="59"/>
                    <a:pt x="27" y="61"/>
                  </a:cubicBezTo>
                  <a:cubicBezTo>
                    <a:pt x="29" y="64"/>
                    <a:pt x="31" y="68"/>
                    <a:pt x="32" y="72"/>
                  </a:cubicBezTo>
                  <a:cubicBezTo>
                    <a:pt x="38" y="86"/>
                    <a:pt x="37" y="104"/>
                    <a:pt x="28" y="117"/>
                  </a:cubicBezTo>
                  <a:cubicBezTo>
                    <a:pt x="27" y="120"/>
                    <a:pt x="24" y="121"/>
                    <a:pt x="22" y="121"/>
                  </a:cubicBezTo>
                  <a:close/>
                </a:path>
              </a:pathLst>
            </a:custGeom>
            <a:solidFill>
              <a:srgbClr val="FF8E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35"/>
            <p:cNvSpPr>
              <a:spLocks/>
            </p:cNvSpPr>
            <p:nvPr/>
          </p:nvSpPr>
          <p:spPr bwMode="auto">
            <a:xfrm>
              <a:off x="6266082" y="3515431"/>
              <a:ext cx="74817" cy="237417"/>
            </a:xfrm>
            <a:custGeom>
              <a:avLst/>
              <a:gdLst>
                <a:gd name="T0" fmla="*/ 23 w 40"/>
                <a:gd name="T1" fmla="*/ 92 h 126"/>
                <a:gd name="T2" fmla="*/ 24 w 40"/>
                <a:gd name="T3" fmla="*/ 116 h 126"/>
                <a:gd name="T4" fmla="*/ 19 w 40"/>
                <a:gd name="T5" fmla="*/ 126 h 126"/>
                <a:gd name="T6" fmla="*/ 16 w 40"/>
                <a:gd name="T7" fmla="*/ 126 h 126"/>
                <a:gd name="T8" fmla="*/ 9 w 40"/>
                <a:gd name="T9" fmla="*/ 121 h 126"/>
                <a:gd name="T10" fmla="*/ 8 w 40"/>
                <a:gd name="T11" fmla="*/ 88 h 126"/>
                <a:gd name="T12" fmla="*/ 12 w 40"/>
                <a:gd name="T13" fmla="*/ 76 h 126"/>
                <a:gd name="T14" fmla="*/ 15 w 40"/>
                <a:gd name="T15" fmla="*/ 69 h 126"/>
                <a:gd name="T16" fmla="*/ 4 w 40"/>
                <a:gd name="T17" fmla="*/ 14 h 126"/>
                <a:gd name="T18" fmla="*/ 4 w 40"/>
                <a:gd name="T19" fmla="*/ 3 h 126"/>
                <a:gd name="T20" fmla="*/ 15 w 40"/>
                <a:gd name="T21" fmla="*/ 3 h 126"/>
                <a:gd name="T22" fmla="*/ 31 w 40"/>
                <a:gd name="T23" fmla="*/ 75 h 126"/>
                <a:gd name="T24" fmla="*/ 27 w 40"/>
                <a:gd name="T25" fmla="*/ 83 h 126"/>
                <a:gd name="T26" fmla="*/ 23 w 40"/>
                <a:gd name="T27" fmla="*/ 92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0" h="126">
                  <a:moveTo>
                    <a:pt x="23" y="92"/>
                  </a:moveTo>
                  <a:cubicBezTo>
                    <a:pt x="21" y="100"/>
                    <a:pt x="21" y="108"/>
                    <a:pt x="24" y="116"/>
                  </a:cubicBezTo>
                  <a:cubicBezTo>
                    <a:pt x="26" y="120"/>
                    <a:pt x="23" y="124"/>
                    <a:pt x="19" y="126"/>
                  </a:cubicBezTo>
                  <a:cubicBezTo>
                    <a:pt x="18" y="126"/>
                    <a:pt x="17" y="126"/>
                    <a:pt x="16" y="126"/>
                  </a:cubicBezTo>
                  <a:cubicBezTo>
                    <a:pt x="13" y="126"/>
                    <a:pt x="10" y="124"/>
                    <a:pt x="9" y="121"/>
                  </a:cubicBezTo>
                  <a:cubicBezTo>
                    <a:pt x="5" y="110"/>
                    <a:pt x="5" y="98"/>
                    <a:pt x="8" y="88"/>
                  </a:cubicBezTo>
                  <a:cubicBezTo>
                    <a:pt x="9" y="84"/>
                    <a:pt x="11" y="80"/>
                    <a:pt x="12" y="76"/>
                  </a:cubicBezTo>
                  <a:cubicBezTo>
                    <a:pt x="14" y="74"/>
                    <a:pt x="15" y="72"/>
                    <a:pt x="15" y="69"/>
                  </a:cubicBezTo>
                  <a:cubicBezTo>
                    <a:pt x="22" y="51"/>
                    <a:pt x="17" y="28"/>
                    <a:pt x="4" y="14"/>
                  </a:cubicBezTo>
                  <a:cubicBezTo>
                    <a:pt x="0" y="11"/>
                    <a:pt x="0" y="6"/>
                    <a:pt x="4" y="3"/>
                  </a:cubicBezTo>
                  <a:cubicBezTo>
                    <a:pt x="7" y="0"/>
                    <a:pt x="12" y="0"/>
                    <a:pt x="15" y="3"/>
                  </a:cubicBezTo>
                  <a:cubicBezTo>
                    <a:pt x="33" y="21"/>
                    <a:pt x="40" y="50"/>
                    <a:pt x="31" y="75"/>
                  </a:cubicBezTo>
                  <a:cubicBezTo>
                    <a:pt x="30" y="78"/>
                    <a:pt x="28" y="80"/>
                    <a:pt x="27" y="83"/>
                  </a:cubicBezTo>
                  <a:cubicBezTo>
                    <a:pt x="26" y="86"/>
                    <a:pt x="24" y="89"/>
                    <a:pt x="23" y="92"/>
                  </a:cubicBezTo>
                  <a:close/>
                </a:path>
              </a:pathLst>
            </a:custGeom>
            <a:solidFill>
              <a:srgbClr val="FF8E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36"/>
            <p:cNvSpPr>
              <a:spLocks/>
            </p:cNvSpPr>
            <p:nvPr/>
          </p:nvSpPr>
          <p:spPr bwMode="auto">
            <a:xfrm>
              <a:off x="6523450" y="3577279"/>
              <a:ext cx="271333" cy="359118"/>
            </a:xfrm>
            <a:custGeom>
              <a:avLst/>
              <a:gdLst>
                <a:gd name="T0" fmla="*/ 127 w 144"/>
                <a:gd name="T1" fmla="*/ 119 h 191"/>
                <a:gd name="T2" fmla="*/ 122 w 144"/>
                <a:gd name="T3" fmla="*/ 122 h 191"/>
                <a:gd name="T4" fmla="*/ 121 w 144"/>
                <a:gd name="T5" fmla="*/ 161 h 191"/>
                <a:gd name="T6" fmla="*/ 114 w 144"/>
                <a:gd name="T7" fmla="*/ 165 h 191"/>
                <a:gd name="T8" fmla="*/ 110 w 144"/>
                <a:gd name="T9" fmla="*/ 164 h 191"/>
                <a:gd name="T10" fmla="*/ 107 w 144"/>
                <a:gd name="T11" fmla="*/ 153 h 191"/>
                <a:gd name="T12" fmla="*/ 107 w 144"/>
                <a:gd name="T13" fmla="*/ 128 h 191"/>
                <a:gd name="T14" fmla="*/ 95 w 144"/>
                <a:gd name="T15" fmla="*/ 129 h 191"/>
                <a:gd name="T16" fmla="*/ 81 w 144"/>
                <a:gd name="T17" fmla="*/ 125 h 191"/>
                <a:gd name="T18" fmla="*/ 72 w 144"/>
                <a:gd name="T19" fmla="*/ 123 h 191"/>
                <a:gd name="T20" fmla="*/ 32 w 144"/>
                <a:gd name="T21" fmla="*/ 138 h 191"/>
                <a:gd name="T22" fmla="*/ 28 w 144"/>
                <a:gd name="T23" fmla="*/ 143 h 191"/>
                <a:gd name="T24" fmla="*/ 28 w 144"/>
                <a:gd name="T25" fmla="*/ 143 h 191"/>
                <a:gd name="T26" fmla="*/ 52 w 144"/>
                <a:gd name="T27" fmla="*/ 171 h 191"/>
                <a:gd name="T28" fmla="*/ 54 w 144"/>
                <a:gd name="T29" fmla="*/ 182 h 191"/>
                <a:gd name="T30" fmla="*/ 47 w 144"/>
                <a:gd name="T31" fmla="*/ 186 h 191"/>
                <a:gd name="T32" fmla="*/ 43 w 144"/>
                <a:gd name="T33" fmla="*/ 185 h 191"/>
                <a:gd name="T34" fmla="*/ 20 w 144"/>
                <a:gd name="T35" fmla="*/ 161 h 191"/>
                <a:gd name="T36" fmla="*/ 17 w 144"/>
                <a:gd name="T37" fmla="*/ 183 h 191"/>
                <a:gd name="T38" fmla="*/ 9 w 144"/>
                <a:gd name="T39" fmla="*/ 191 h 191"/>
                <a:gd name="T40" fmla="*/ 9 w 144"/>
                <a:gd name="T41" fmla="*/ 191 h 191"/>
                <a:gd name="T42" fmla="*/ 0 w 144"/>
                <a:gd name="T43" fmla="*/ 183 h 191"/>
                <a:gd name="T44" fmla="*/ 19 w 144"/>
                <a:gd name="T45" fmla="*/ 127 h 191"/>
                <a:gd name="T46" fmla="*/ 76 w 144"/>
                <a:gd name="T47" fmla="*/ 107 h 191"/>
                <a:gd name="T48" fmla="*/ 86 w 144"/>
                <a:gd name="T49" fmla="*/ 110 h 191"/>
                <a:gd name="T50" fmla="*/ 97 w 144"/>
                <a:gd name="T51" fmla="*/ 113 h 191"/>
                <a:gd name="T52" fmla="*/ 117 w 144"/>
                <a:gd name="T53" fmla="*/ 106 h 191"/>
                <a:gd name="T54" fmla="*/ 127 w 144"/>
                <a:gd name="T55" fmla="*/ 88 h 191"/>
                <a:gd name="T56" fmla="*/ 120 w 144"/>
                <a:gd name="T57" fmla="*/ 60 h 191"/>
                <a:gd name="T58" fmla="*/ 117 w 144"/>
                <a:gd name="T59" fmla="*/ 51 h 191"/>
                <a:gd name="T60" fmla="*/ 121 w 144"/>
                <a:gd name="T61" fmla="*/ 3 h 191"/>
                <a:gd name="T62" fmla="*/ 132 w 144"/>
                <a:gd name="T63" fmla="*/ 3 h 191"/>
                <a:gd name="T64" fmla="*/ 132 w 144"/>
                <a:gd name="T65" fmla="*/ 14 h 191"/>
                <a:gd name="T66" fmla="*/ 132 w 144"/>
                <a:gd name="T67" fmla="*/ 45 h 191"/>
                <a:gd name="T68" fmla="*/ 135 w 144"/>
                <a:gd name="T69" fmla="*/ 54 h 191"/>
                <a:gd name="T70" fmla="*/ 144 w 144"/>
                <a:gd name="T71" fmla="*/ 89 h 191"/>
                <a:gd name="T72" fmla="*/ 127 w 144"/>
                <a:gd name="T73" fmla="*/ 11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4" h="191">
                  <a:moveTo>
                    <a:pt x="127" y="119"/>
                  </a:moveTo>
                  <a:cubicBezTo>
                    <a:pt x="126" y="120"/>
                    <a:pt x="124" y="121"/>
                    <a:pt x="122" y="122"/>
                  </a:cubicBezTo>
                  <a:cubicBezTo>
                    <a:pt x="129" y="134"/>
                    <a:pt x="128" y="150"/>
                    <a:pt x="121" y="161"/>
                  </a:cubicBezTo>
                  <a:cubicBezTo>
                    <a:pt x="120" y="164"/>
                    <a:pt x="117" y="165"/>
                    <a:pt x="114" y="165"/>
                  </a:cubicBezTo>
                  <a:cubicBezTo>
                    <a:pt x="113" y="165"/>
                    <a:pt x="111" y="165"/>
                    <a:pt x="110" y="164"/>
                  </a:cubicBezTo>
                  <a:cubicBezTo>
                    <a:pt x="106" y="162"/>
                    <a:pt x="105" y="157"/>
                    <a:pt x="107" y="153"/>
                  </a:cubicBezTo>
                  <a:cubicBezTo>
                    <a:pt x="112" y="146"/>
                    <a:pt x="112" y="135"/>
                    <a:pt x="107" y="128"/>
                  </a:cubicBezTo>
                  <a:cubicBezTo>
                    <a:pt x="103" y="129"/>
                    <a:pt x="99" y="129"/>
                    <a:pt x="95" y="129"/>
                  </a:cubicBezTo>
                  <a:cubicBezTo>
                    <a:pt x="90" y="128"/>
                    <a:pt x="86" y="126"/>
                    <a:pt x="81" y="125"/>
                  </a:cubicBezTo>
                  <a:cubicBezTo>
                    <a:pt x="78" y="124"/>
                    <a:pt x="75" y="123"/>
                    <a:pt x="72" y="123"/>
                  </a:cubicBezTo>
                  <a:cubicBezTo>
                    <a:pt x="58" y="120"/>
                    <a:pt x="42" y="126"/>
                    <a:pt x="32" y="138"/>
                  </a:cubicBezTo>
                  <a:cubicBezTo>
                    <a:pt x="30" y="139"/>
                    <a:pt x="29" y="141"/>
                    <a:pt x="28" y="143"/>
                  </a:cubicBezTo>
                  <a:cubicBezTo>
                    <a:pt x="28" y="143"/>
                    <a:pt x="28" y="143"/>
                    <a:pt x="28" y="143"/>
                  </a:cubicBezTo>
                  <a:cubicBezTo>
                    <a:pt x="33" y="154"/>
                    <a:pt x="42" y="164"/>
                    <a:pt x="52" y="171"/>
                  </a:cubicBezTo>
                  <a:cubicBezTo>
                    <a:pt x="56" y="174"/>
                    <a:pt x="56" y="179"/>
                    <a:pt x="54" y="182"/>
                  </a:cubicBezTo>
                  <a:cubicBezTo>
                    <a:pt x="52" y="185"/>
                    <a:pt x="50" y="186"/>
                    <a:pt x="47" y="186"/>
                  </a:cubicBezTo>
                  <a:cubicBezTo>
                    <a:pt x="46" y="186"/>
                    <a:pt x="44" y="186"/>
                    <a:pt x="43" y="185"/>
                  </a:cubicBezTo>
                  <a:cubicBezTo>
                    <a:pt x="33" y="178"/>
                    <a:pt x="26" y="170"/>
                    <a:pt x="20" y="161"/>
                  </a:cubicBezTo>
                  <a:cubicBezTo>
                    <a:pt x="18" y="168"/>
                    <a:pt x="17" y="175"/>
                    <a:pt x="17" y="183"/>
                  </a:cubicBezTo>
                  <a:cubicBezTo>
                    <a:pt x="17" y="188"/>
                    <a:pt x="13" y="191"/>
                    <a:pt x="9" y="191"/>
                  </a:cubicBezTo>
                  <a:cubicBezTo>
                    <a:pt x="9" y="191"/>
                    <a:pt x="9" y="191"/>
                    <a:pt x="9" y="191"/>
                  </a:cubicBezTo>
                  <a:cubicBezTo>
                    <a:pt x="4" y="191"/>
                    <a:pt x="1" y="188"/>
                    <a:pt x="0" y="183"/>
                  </a:cubicBezTo>
                  <a:cubicBezTo>
                    <a:pt x="0" y="162"/>
                    <a:pt x="7" y="142"/>
                    <a:pt x="19" y="127"/>
                  </a:cubicBezTo>
                  <a:cubicBezTo>
                    <a:pt x="34" y="111"/>
                    <a:pt x="56" y="103"/>
                    <a:pt x="76" y="107"/>
                  </a:cubicBezTo>
                  <a:cubicBezTo>
                    <a:pt x="79" y="108"/>
                    <a:pt x="83" y="109"/>
                    <a:pt x="86" y="110"/>
                  </a:cubicBezTo>
                  <a:cubicBezTo>
                    <a:pt x="90" y="111"/>
                    <a:pt x="94" y="112"/>
                    <a:pt x="97" y="113"/>
                  </a:cubicBezTo>
                  <a:cubicBezTo>
                    <a:pt x="104" y="113"/>
                    <a:pt x="111" y="111"/>
                    <a:pt x="117" y="106"/>
                  </a:cubicBezTo>
                  <a:cubicBezTo>
                    <a:pt x="123" y="101"/>
                    <a:pt x="127" y="95"/>
                    <a:pt x="127" y="88"/>
                  </a:cubicBezTo>
                  <a:cubicBezTo>
                    <a:pt x="128" y="79"/>
                    <a:pt x="124" y="70"/>
                    <a:pt x="120" y="60"/>
                  </a:cubicBezTo>
                  <a:cubicBezTo>
                    <a:pt x="119" y="57"/>
                    <a:pt x="118" y="54"/>
                    <a:pt x="117" y="51"/>
                  </a:cubicBezTo>
                  <a:cubicBezTo>
                    <a:pt x="109" y="31"/>
                    <a:pt x="111" y="14"/>
                    <a:pt x="121" y="3"/>
                  </a:cubicBezTo>
                  <a:cubicBezTo>
                    <a:pt x="124" y="0"/>
                    <a:pt x="129" y="0"/>
                    <a:pt x="132" y="3"/>
                  </a:cubicBezTo>
                  <a:cubicBezTo>
                    <a:pt x="135" y="6"/>
                    <a:pt x="135" y="11"/>
                    <a:pt x="132" y="14"/>
                  </a:cubicBezTo>
                  <a:cubicBezTo>
                    <a:pt x="124" y="23"/>
                    <a:pt x="129" y="39"/>
                    <a:pt x="132" y="45"/>
                  </a:cubicBezTo>
                  <a:cubicBezTo>
                    <a:pt x="133" y="48"/>
                    <a:pt x="134" y="51"/>
                    <a:pt x="135" y="54"/>
                  </a:cubicBezTo>
                  <a:cubicBezTo>
                    <a:pt x="140" y="65"/>
                    <a:pt x="144" y="76"/>
                    <a:pt x="144" y="89"/>
                  </a:cubicBezTo>
                  <a:cubicBezTo>
                    <a:pt x="143" y="100"/>
                    <a:pt x="137" y="111"/>
                    <a:pt x="127" y="119"/>
                  </a:cubicBezTo>
                  <a:close/>
                </a:path>
              </a:pathLst>
            </a:custGeom>
            <a:solidFill>
              <a:srgbClr val="FF8E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37"/>
            <p:cNvSpPr>
              <a:spLocks/>
            </p:cNvSpPr>
            <p:nvPr/>
          </p:nvSpPr>
          <p:spPr bwMode="auto">
            <a:xfrm>
              <a:off x="6225183" y="3948367"/>
              <a:ext cx="148635" cy="210483"/>
            </a:xfrm>
            <a:custGeom>
              <a:avLst/>
              <a:gdLst>
                <a:gd name="T0" fmla="*/ 73 w 79"/>
                <a:gd name="T1" fmla="*/ 75 h 112"/>
                <a:gd name="T2" fmla="*/ 70 w 79"/>
                <a:gd name="T3" fmla="*/ 75 h 112"/>
                <a:gd name="T4" fmla="*/ 62 w 79"/>
                <a:gd name="T5" fmla="*/ 71 h 112"/>
                <a:gd name="T6" fmla="*/ 48 w 79"/>
                <a:gd name="T7" fmla="*/ 54 h 112"/>
                <a:gd name="T8" fmla="*/ 40 w 79"/>
                <a:gd name="T9" fmla="*/ 51 h 112"/>
                <a:gd name="T10" fmla="*/ 16 w 79"/>
                <a:gd name="T11" fmla="*/ 109 h 112"/>
                <a:gd name="T12" fmla="*/ 10 w 79"/>
                <a:gd name="T13" fmla="*/ 112 h 112"/>
                <a:gd name="T14" fmla="*/ 5 w 79"/>
                <a:gd name="T15" fmla="*/ 110 h 112"/>
                <a:gd name="T16" fmla="*/ 4 w 79"/>
                <a:gd name="T17" fmla="*/ 99 h 112"/>
                <a:gd name="T18" fmla="*/ 24 w 79"/>
                <a:gd name="T19" fmla="*/ 45 h 112"/>
                <a:gd name="T20" fmla="*/ 21 w 79"/>
                <a:gd name="T21" fmla="*/ 43 h 112"/>
                <a:gd name="T22" fmla="*/ 1 w 79"/>
                <a:gd name="T23" fmla="*/ 11 h 112"/>
                <a:gd name="T24" fmla="*/ 7 w 79"/>
                <a:gd name="T25" fmla="*/ 1 h 112"/>
                <a:gd name="T26" fmla="*/ 17 w 79"/>
                <a:gd name="T27" fmla="*/ 6 h 112"/>
                <a:gd name="T28" fmla="*/ 30 w 79"/>
                <a:gd name="T29" fmla="*/ 30 h 112"/>
                <a:gd name="T30" fmla="*/ 42 w 79"/>
                <a:gd name="T31" fmla="*/ 35 h 112"/>
                <a:gd name="T32" fmla="*/ 56 w 79"/>
                <a:gd name="T33" fmla="*/ 40 h 112"/>
                <a:gd name="T34" fmla="*/ 77 w 79"/>
                <a:gd name="T35" fmla="*/ 64 h 112"/>
                <a:gd name="T36" fmla="*/ 73 w 79"/>
                <a:gd name="T37" fmla="*/ 75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9" h="112">
                  <a:moveTo>
                    <a:pt x="73" y="75"/>
                  </a:moveTo>
                  <a:cubicBezTo>
                    <a:pt x="72" y="75"/>
                    <a:pt x="71" y="75"/>
                    <a:pt x="70" y="75"/>
                  </a:cubicBezTo>
                  <a:cubicBezTo>
                    <a:pt x="67" y="75"/>
                    <a:pt x="64" y="74"/>
                    <a:pt x="62" y="71"/>
                  </a:cubicBezTo>
                  <a:cubicBezTo>
                    <a:pt x="58" y="63"/>
                    <a:pt x="54" y="58"/>
                    <a:pt x="48" y="54"/>
                  </a:cubicBezTo>
                  <a:cubicBezTo>
                    <a:pt x="46" y="53"/>
                    <a:pt x="43" y="52"/>
                    <a:pt x="40" y="51"/>
                  </a:cubicBezTo>
                  <a:cubicBezTo>
                    <a:pt x="38" y="74"/>
                    <a:pt x="26" y="99"/>
                    <a:pt x="16" y="109"/>
                  </a:cubicBezTo>
                  <a:cubicBezTo>
                    <a:pt x="15" y="111"/>
                    <a:pt x="12" y="112"/>
                    <a:pt x="10" y="112"/>
                  </a:cubicBezTo>
                  <a:cubicBezTo>
                    <a:pt x="8" y="112"/>
                    <a:pt x="6" y="112"/>
                    <a:pt x="5" y="110"/>
                  </a:cubicBezTo>
                  <a:cubicBezTo>
                    <a:pt x="1" y="107"/>
                    <a:pt x="1" y="102"/>
                    <a:pt x="4" y="99"/>
                  </a:cubicBezTo>
                  <a:cubicBezTo>
                    <a:pt x="13" y="88"/>
                    <a:pt x="25" y="63"/>
                    <a:pt x="24" y="45"/>
                  </a:cubicBezTo>
                  <a:cubicBezTo>
                    <a:pt x="23" y="44"/>
                    <a:pt x="22" y="44"/>
                    <a:pt x="21" y="43"/>
                  </a:cubicBezTo>
                  <a:cubicBezTo>
                    <a:pt x="9" y="35"/>
                    <a:pt x="4" y="21"/>
                    <a:pt x="1" y="11"/>
                  </a:cubicBezTo>
                  <a:cubicBezTo>
                    <a:pt x="0" y="6"/>
                    <a:pt x="2" y="2"/>
                    <a:pt x="7" y="1"/>
                  </a:cubicBezTo>
                  <a:cubicBezTo>
                    <a:pt x="11" y="0"/>
                    <a:pt x="16" y="2"/>
                    <a:pt x="17" y="6"/>
                  </a:cubicBezTo>
                  <a:cubicBezTo>
                    <a:pt x="20" y="18"/>
                    <a:pt x="24" y="26"/>
                    <a:pt x="30" y="30"/>
                  </a:cubicBezTo>
                  <a:cubicBezTo>
                    <a:pt x="33" y="32"/>
                    <a:pt x="38" y="33"/>
                    <a:pt x="42" y="35"/>
                  </a:cubicBezTo>
                  <a:cubicBezTo>
                    <a:pt x="47" y="36"/>
                    <a:pt x="52" y="38"/>
                    <a:pt x="56" y="40"/>
                  </a:cubicBezTo>
                  <a:cubicBezTo>
                    <a:pt x="64" y="45"/>
                    <a:pt x="71" y="53"/>
                    <a:pt x="77" y="64"/>
                  </a:cubicBezTo>
                  <a:cubicBezTo>
                    <a:pt x="79" y="68"/>
                    <a:pt x="77" y="73"/>
                    <a:pt x="73" y="75"/>
                  </a:cubicBezTo>
                  <a:close/>
                </a:path>
              </a:pathLst>
            </a:custGeom>
            <a:solidFill>
              <a:srgbClr val="FF8E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38"/>
            <p:cNvSpPr>
              <a:spLocks/>
            </p:cNvSpPr>
            <p:nvPr/>
          </p:nvSpPr>
          <p:spPr bwMode="auto">
            <a:xfrm>
              <a:off x="6828700" y="3955350"/>
              <a:ext cx="127686" cy="195520"/>
            </a:xfrm>
            <a:custGeom>
              <a:avLst/>
              <a:gdLst>
                <a:gd name="T0" fmla="*/ 26 w 68"/>
                <a:gd name="T1" fmla="*/ 94 h 104"/>
                <a:gd name="T2" fmla="*/ 32 w 68"/>
                <a:gd name="T3" fmla="*/ 83 h 104"/>
                <a:gd name="T4" fmla="*/ 34 w 68"/>
                <a:gd name="T5" fmla="*/ 81 h 104"/>
                <a:gd name="T6" fmla="*/ 39 w 68"/>
                <a:gd name="T7" fmla="*/ 58 h 104"/>
                <a:gd name="T8" fmla="*/ 37 w 68"/>
                <a:gd name="T9" fmla="*/ 41 h 104"/>
                <a:gd name="T10" fmla="*/ 24 w 68"/>
                <a:gd name="T11" fmla="*/ 43 h 104"/>
                <a:gd name="T12" fmla="*/ 6 w 68"/>
                <a:gd name="T13" fmla="*/ 39 h 104"/>
                <a:gd name="T14" fmla="*/ 2 w 68"/>
                <a:gd name="T15" fmla="*/ 29 h 104"/>
                <a:gd name="T16" fmla="*/ 13 w 68"/>
                <a:gd name="T17" fmla="*/ 24 h 104"/>
                <a:gd name="T18" fmla="*/ 36 w 68"/>
                <a:gd name="T19" fmla="*/ 24 h 104"/>
                <a:gd name="T20" fmla="*/ 36 w 68"/>
                <a:gd name="T21" fmla="*/ 24 h 104"/>
                <a:gd name="T22" fmla="*/ 41 w 68"/>
                <a:gd name="T23" fmla="*/ 21 h 104"/>
                <a:gd name="T24" fmla="*/ 41 w 68"/>
                <a:gd name="T25" fmla="*/ 21 h 104"/>
                <a:gd name="T26" fmla="*/ 52 w 68"/>
                <a:gd name="T27" fmla="*/ 7 h 104"/>
                <a:gd name="T28" fmla="*/ 62 w 68"/>
                <a:gd name="T29" fmla="*/ 2 h 104"/>
                <a:gd name="T30" fmla="*/ 67 w 68"/>
                <a:gd name="T31" fmla="*/ 12 h 104"/>
                <a:gd name="T32" fmla="*/ 52 w 68"/>
                <a:gd name="T33" fmla="*/ 33 h 104"/>
                <a:gd name="T34" fmla="*/ 55 w 68"/>
                <a:gd name="T35" fmla="*/ 57 h 104"/>
                <a:gd name="T36" fmla="*/ 47 w 68"/>
                <a:gd name="T37" fmla="*/ 90 h 104"/>
                <a:gd name="T38" fmla="*/ 45 w 68"/>
                <a:gd name="T39" fmla="*/ 93 h 104"/>
                <a:gd name="T40" fmla="*/ 42 w 68"/>
                <a:gd name="T41" fmla="*/ 98 h 104"/>
                <a:gd name="T42" fmla="*/ 34 w 68"/>
                <a:gd name="T43" fmla="*/ 104 h 104"/>
                <a:gd name="T44" fmla="*/ 32 w 68"/>
                <a:gd name="T45" fmla="*/ 104 h 104"/>
                <a:gd name="T46" fmla="*/ 26 w 68"/>
                <a:gd name="T47" fmla="*/ 9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8" h="104">
                  <a:moveTo>
                    <a:pt x="26" y="94"/>
                  </a:moveTo>
                  <a:cubicBezTo>
                    <a:pt x="27" y="90"/>
                    <a:pt x="30" y="86"/>
                    <a:pt x="32" y="83"/>
                  </a:cubicBezTo>
                  <a:cubicBezTo>
                    <a:pt x="32" y="82"/>
                    <a:pt x="33" y="82"/>
                    <a:pt x="34" y="81"/>
                  </a:cubicBezTo>
                  <a:cubicBezTo>
                    <a:pt x="38" y="73"/>
                    <a:pt x="39" y="64"/>
                    <a:pt x="39" y="58"/>
                  </a:cubicBezTo>
                  <a:cubicBezTo>
                    <a:pt x="39" y="52"/>
                    <a:pt x="38" y="46"/>
                    <a:pt x="37" y="41"/>
                  </a:cubicBezTo>
                  <a:cubicBezTo>
                    <a:pt x="33" y="42"/>
                    <a:pt x="28" y="43"/>
                    <a:pt x="24" y="43"/>
                  </a:cubicBezTo>
                  <a:cubicBezTo>
                    <a:pt x="18" y="43"/>
                    <a:pt x="12" y="42"/>
                    <a:pt x="6" y="39"/>
                  </a:cubicBezTo>
                  <a:cubicBezTo>
                    <a:pt x="2" y="37"/>
                    <a:pt x="0" y="33"/>
                    <a:pt x="2" y="29"/>
                  </a:cubicBezTo>
                  <a:cubicBezTo>
                    <a:pt x="4" y="24"/>
                    <a:pt x="9" y="23"/>
                    <a:pt x="13" y="24"/>
                  </a:cubicBezTo>
                  <a:cubicBezTo>
                    <a:pt x="20" y="28"/>
                    <a:pt x="29" y="27"/>
                    <a:pt x="36" y="24"/>
                  </a:cubicBezTo>
                  <a:cubicBezTo>
                    <a:pt x="36" y="24"/>
                    <a:pt x="36" y="24"/>
                    <a:pt x="36" y="24"/>
                  </a:cubicBezTo>
                  <a:cubicBezTo>
                    <a:pt x="37" y="23"/>
                    <a:pt x="39" y="22"/>
                    <a:pt x="41" y="21"/>
                  </a:cubicBezTo>
                  <a:cubicBezTo>
                    <a:pt x="41" y="21"/>
                    <a:pt x="41" y="21"/>
                    <a:pt x="41" y="21"/>
                  </a:cubicBezTo>
                  <a:cubicBezTo>
                    <a:pt x="46" y="18"/>
                    <a:pt x="50" y="12"/>
                    <a:pt x="52" y="7"/>
                  </a:cubicBezTo>
                  <a:cubicBezTo>
                    <a:pt x="53" y="2"/>
                    <a:pt x="58" y="0"/>
                    <a:pt x="62" y="2"/>
                  </a:cubicBezTo>
                  <a:cubicBezTo>
                    <a:pt x="66" y="3"/>
                    <a:pt x="68" y="7"/>
                    <a:pt x="67" y="12"/>
                  </a:cubicBezTo>
                  <a:cubicBezTo>
                    <a:pt x="64" y="20"/>
                    <a:pt x="59" y="28"/>
                    <a:pt x="52" y="33"/>
                  </a:cubicBezTo>
                  <a:cubicBezTo>
                    <a:pt x="53" y="41"/>
                    <a:pt x="55" y="49"/>
                    <a:pt x="55" y="57"/>
                  </a:cubicBezTo>
                  <a:cubicBezTo>
                    <a:pt x="56" y="70"/>
                    <a:pt x="53" y="81"/>
                    <a:pt x="47" y="90"/>
                  </a:cubicBezTo>
                  <a:cubicBezTo>
                    <a:pt x="46" y="91"/>
                    <a:pt x="46" y="92"/>
                    <a:pt x="45" y="93"/>
                  </a:cubicBezTo>
                  <a:cubicBezTo>
                    <a:pt x="43" y="95"/>
                    <a:pt x="42" y="97"/>
                    <a:pt x="42" y="98"/>
                  </a:cubicBezTo>
                  <a:cubicBezTo>
                    <a:pt x="41" y="102"/>
                    <a:pt x="37" y="104"/>
                    <a:pt x="34" y="104"/>
                  </a:cubicBezTo>
                  <a:cubicBezTo>
                    <a:pt x="33" y="104"/>
                    <a:pt x="32" y="104"/>
                    <a:pt x="32" y="104"/>
                  </a:cubicBezTo>
                  <a:cubicBezTo>
                    <a:pt x="27" y="103"/>
                    <a:pt x="25" y="98"/>
                    <a:pt x="26" y="94"/>
                  </a:cubicBezTo>
                  <a:close/>
                </a:path>
              </a:pathLst>
            </a:custGeom>
            <a:solidFill>
              <a:srgbClr val="FF8E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39"/>
            <p:cNvSpPr>
              <a:spLocks/>
            </p:cNvSpPr>
            <p:nvPr/>
          </p:nvSpPr>
          <p:spPr bwMode="auto">
            <a:xfrm>
              <a:off x="6813737" y="4154860"/>
              <a:ext cx="76812" cy="261358"/>
            </a:xfrm>
            <a:custGeom>
              <a:avLst/>
              <a:gdLst>
                <a:gd name="T0" fmla="*/ 23 w 41"/>
                <a:gd name="T1" fmla="*/ 139 h 139"/>
                <a:gd name="T2" fmla="*/ 18 w 41"/>
                <a:gd name="T3" fmla="*/ 137 h 139"/>
                <a:gd name="T4" fmla="*/ 17 w 41"/>
                <a:gd name="T5" fmla="*/ 126 h 139"/>
                <a:gd name="T6" fmla="*/ 25 w 41"/>
                <a:gd name="T7" fmla="*/ 87 h 139"/>
                <a:gd name="T8" fmla="*/ 23 w 41"/>
                <a:gd name="T9" fmla="*/ 71 h 139"/>
                <a:gd name="T10" fmla="*/ 17 w 41"/>
                <a:gd name="T11" fmla="*/ 63 h 139"/>
                <a:gd name="T12" fmla="*/ 15 w 41"/>
                <a:gd name="T13" fmla="*/ 59 h 139"/>
                <a:gd name="T14" fmla="*/ 4 w 41"/>
                <a:gd name="T15" fmla="*/ 7 h 139"/>
                <a:gd name="T16" fmla="*/ 13 w 41"/>
                <a:gd name="T17" fmla="*/ 1 h 139"/>
                <a:gd name="T18" fmla="*/ 20 w 41"/>
                <a:gd name="T19" fmla="*/ 10 h 139"/>
                <a:gd name="T20" fmla="*/ 28 w 41"/>
                <a:gd name="T21" fmla="*/ 50 h 139"/>
                <a:gd name="T22" fmla="*/ 30 w 41"/>
                <a:gd name="T23" fmla="*/ 53 h 139"/>
                <a:gd name="T24" fmla="*/ 37 w 41"/>
                <a:gd name="T25" fmla="*/ 65 h 139"/>
                <a:gd name="T26" fmla="*/ 41 w 41"/>
                <a:gd name="T27" fmla="*/ 87 h 139"/>
                <a:gd name="T28" fmla="*/ 30 w 41"/>
                <a:gd name="T29" fmla="*/ 136 h 139"/>
                <a:gd name="T30" fmla="*/ 23 w 41"/>
                <a:gd name="T31" fmla="*/ 13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 h="139">
                  <a:moveTo>
                    <a:pt x="23" y="139"/>
                  </a:moveTo>
                  <a:cubicBezTo>
                    <a:pt x="21" y="139"/>
                    <a:pt x="20" y="139"/>
                    <a:pt x="18" y="137"/>
                  </a:cubicBezTo>
                  <a:cubicBezTo>
                    <a:pt x="15" y="135"/>
                    <a:pt x="14" y="130"/>
                    <a:pt x="17" y="126"/>
                  </a:cubicBezTo>
                  <a:cubicBezTo>
                    <a:pt x="25" y="117"/>
                    <a:pt x="25" y="102"/>
                    <a:pt x="25" y="87"/>
                  </a:cubicBezTo>
                  <a:cubicBezTo>
                    <a:pt x="25" y="81"/>
                    <a:pt x="25" y="76"/>
                    <a:pt x="23" y="71"/>
                  </a:cubicBezTo>
                  <a:cubicBezTo>
                    <a:pt x="21" y="68"/>
                    <a:pt x="19" y="66"/>
                    <a:pt x="17" y="63"/>
                  </a:cubicBezTo>
                  <a:cubicBezTo>
                    <a:pt x="16" y="62"/>
                    <a:pt x="15" y="60"/>
                    <a:pt x="15" y="59"/>
                  </a:cubicBezTo>
                  <a:cubicBezTo>
                    <a:pt x="4" y="44"/>
                    <a:pt x="0" y="25"/>
                    <a:pt x="4" y="7"/>
                  </a:cubicBezTo>
                  <a:cubicBezTo>
                    <a:pt x="4" y="3"/>
                    <a:pt x="9" y="0"/>
                    <a:pt x="13" y="1"/>
                  </a:cubicBezTo>
                  <a:cubicBezTo>
                    <a:pt x="17" y="2"/>
                    <a:pt x="20" y="6"/>
                    <a:pt x="20" y="10"/>
                  </a:cubicBezTo>
                  <a:cubicBezTo>
                    <a:pt x="17" y="24"/>
                    <a:pt x="20" y="38"/>
                    <a:pt x="28" y="50"/>
                  </a:cubicBezTo>
                  <a:cubicBezTo>
                    <a:pt x="29" y="51"/>
                    <a:pt x="30" y="52"/>
                    <a:pt x="30" y="53"/>
                  </a:cubicBezTo>
                  <a:cubicBezTo>
                    <a:pt x="33" y="57"/>
                    <a:pt x="36" y="60"/>
                    <a:pt x="37" y="65"/>
                  </a:cubicBezTo>
                  <a:cubicBezTo>
                    <a:pt x="41" y="72"/>
                    <a:pt x="41" y="80"/>
                    <a:pt x="41" y="87"/>
                  </a:cubicBezTo>
                  <a:cubicBezTo>
                    <a:pt x="41" y="105"/>
                    <a:pt x="40" y="122"/>
                    <a:pt x="30" y="136"/>
                  </a:cubicBezTo>
                  <a:cubicBezTo>
                    <a:pt x="28" y="138"/>
                    <a:pt x="26" y="139"/>
                    <a:pt x="23" y="139"/>
                  </a:cubicBezTo>
                  <a:close/>
                </a:path>
              </a:pathLst>
            </a:custGeom>
            <a:solidFill>
              <a:srgbClr val="FF8E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40"/>
            <p:cNvSpPr>
              <a:spLocks/>
            </p:cNvSpPr>
            <p:nvPr/>
          </p:nvSpPr>
          <p:spPr bwMode="auto">
            <a:xfrm>
              <a:off x="6508487" y="4392277"/>
              <a:ext cx="367098" cy="408995"/>
            </a:xfrm>
            <a:custGeom>
              <a:avLst/>
              <a:gdLst>
                <a:gd name="T0" fmla="*/ 92 w 195"/>
                <a:gd name="T1" fmla="*/ 133 h 218"/>
                <a:gd name="T2" fmla="*/ 89 w 195"/>
                <a:gd name="T3" fmla="*/ 137 h 218"/>
                <a:gd name="T4" fmla="*/ 33 w 195"/>
                <a:gd name="T5" fmla="*/ 170 h 218"/>
                <a:gd name="T6" fmla="*/ 33 w 195"/>
                <a:gd name="T7" fmla="*/ 171 h 218"/>
                <a:gd name="T8" fmla="*/ 16 w 195"/>
                <a:gd name="T9" fmla="*/ 214 h 218"/>
                <a:gd name="T10" fmla="*/ 9 w 195"/>
                <a:gd name="T11" fmla="*/ 218 h 218"/>
                <a:gd name="T12" fmla="*/ 5 w 195"/>
                <a:gd name="T13" fmla="*/ 217 h 218"/>
                <a:gd name="T14" fmla="*/ 2 w 195"/>
                <a:gd name="T15" fmla="*/ 206 h 218"/>
                <a:gd name="T16" fmla="*/ 17 w 195"/>
                <a:gd name="T17" fmla="*/ 169 h 218"/>
                <a:gd name="T18" fmla="*/ 7 w 195"/>
                <a:gd name="T19" fmla="*/ 136 h 218"/>
                <a:gd name="T20" fmla="*/ 6 w 195"/>
                <a:gd name="T21" fmla="*/ 125 h 218"/>
                <a:gd name="T22" fmla="*/ 17 w 195"/>
                <a:gd name="T23" fmla="*/ 124 h 218"/>
                <a:gd name="T24" fmla="*/ 33 w 195"/>
                <a:gd name="T25" fmla="*/ 154 h 218"/>
                <a:gd name="T26" fmla="*/ 76 w 195"/>
                <a:gd name="T27" fmla="*/ 127 h 218"/>
                <a:gd name="T28" fmla="*/ 79 w 195"/>
                <a:gd name="T29" fmla="*/ 123 h 218"/>
                <a:gd name="T30" fmla="*/ 110 w 195"/>
                <a:gd name="T31" fmla="*/ 101 h 218"/>
                <a:gd name="T32" fmla="*/ 122 w 195"/>
                <a:gd name="T33" fmla="*/ 102 h 218"/>
                <a:gd name="T34" fmla="*/ 130 w 195"/>
                <a:gd name="T35" fmla="*/ 103 h 218"/>
                <a:gd name="T36" fmla="*/ 133 w 195"/>
                <a:gd name="T37" fmla="*/ 102 h 218"/>
                <a:gd name="T38" fmla="*/ 137 w 195"/>
                <a:gd name="T39" fmla="*/ 94 h 218"/>
                <a:gd name="T40" fmla="*/ 144 w 195"/>
                <a:gd name="T41" fmla="*/ 83 h 218"/>
                <a:gd name="T42" fmla="*/ 145 w 195"/>
                <a:gd name="T43" fmla="*/ 81 h 218"/>
                <a:gd name="T44" fmla="*/ 146 w 195"/>
                <a:gd name="T45" fmla="*/ 79 h 218"/>
                <a:gd name="T46" fmla="*/ 149 w 195"/>
                <a:gd name="T47" fmla="*/ 45 h 218"/>
                <a:gd name="T48" fmla="*/ 129 w 195"/>
                <a:gd name="T49" fmla="*/ 18 h 218"/>
                <a:gd name="T50" fmla="*/ 122 w 195"/>
                <a:gd name="T51" fmla="*/ 15 h 218"/>
                <a:gd name="T52" fmla="*/ 124 w 195"/>
                <a:gd name="T53" fmla="*/ 4 h 218"/>
                <a:gd name="T54" fmla="*/ 136 w 195"/>
                <a:gd name="T55" fmla="*/ 4 h 218"/>
                <a:gd name="T56" fmla="*/ 165 w 195"/>
                <a:gd name="T57" fmla="*/ 41 h 218"/>
                <a:gd name="T58" fmla="*/ 166 w 195"/>
                <a:gd name="T59" fmla="*/ 71 h 218"/>
                <a:gd name="T60" fmla="*/ 179 w 195"/>
                <a:gd name="T61" fmla="*/ 65 h 218"/>
                <a:gd name="T62" fmla="*/ 191 w 195"/>
                <a:gd name="T63" fmla="*/ 63 h 218"/>
                <a:gd name="T64" fmla="*/ 192 w 195"/>
                <a:gd name="T65" fmla="*/ 74 h 218"/>
                <a:gd name="T66" fmla="*/ 170 w 195"/>
                <a:gd name="T67" fmla="*/ 87 h 218"/>
                <a:gd name="T68" fmla="*/ 156 w 195"/>
                <a:gd name="T69" fmla="*/ 93 h 218"/>
                <a:gd name="T70" fmla="*/ 152 w 195"/>
                <a:gd name="T71" fmla="*/ 101 h 218"/>
                <a:gd name="T72" fmla="*/ 146 w 195"/>
                <a:gd name="T73" fmla="*/ 112 h 218"/>
                <a:gd name="T74" fmla="*/ 155 w 195"/>
                <a:gd name="T75" fmla="*/ 174 h 218"/>
                <a:gd name="T76" fmla="*/ 147 w 195"/>
                <a:gd name="T77" fmla="*/ 180 h 218"/>
                <a:gd name="T78" fmla="*/ 145 w 195"/>
                <a:gd name="T79" fmla="*/ 180 h 218"/>
                <a:gd name="T80" fmla="*/ 139 w 195"/>
                <a:gd name="T81" fmla="*/ 170 h 218"/>
                <a:gd name="T82" fmla="*/ 131 w 195"/>
                <a:gd name="T83" fmla="*/ 119 h 218"/>
                <a:gd name="T84" fmla="*/ 119 w 195"/>
                <a:gd name="T85" fmla="*/ 118 h 218"/>
                <a:gd name="T86" fmla="*/ 111 w 195"/>
                <a:gd name="T87" fmla="*/ 117 h 218"/>
                <a:gd name="T88" fmla="*/ 92 w 195"/>
                <a:gd name="T89" fmla="*/ 133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95" h="218">
                  <a:moveTo>
                    <a:pt x="92" y="133"/>
                  </a:moveTo>
                  <a:cubicBezTo>
                    <a:pt x="91" y="135"/>
                    <a:pt x="90" y="136"/>
                    <a:pt x="89" y="137"/>
                  </a:cubicBezTo>
                  <a:cubicBezTo>
                    <a:pt x="79" y="150"/>
                    <a:pt x="55" y="170"/>
                    <a:pt x="33" y="170"/>
                  </a:cubicBezTo>
                  <a:cubicBezTo>
                    <a:pt x="33" y="170"/>
                    <a:pt x="33" y="171"/>
                    <a:pt x="33" y="171"/>
                  </a:cubicBezTo>
                  <a:cubicBezTo>
                    <a:pt x="31" y="187"/>
                    <a:pt x="23" y="202"/>
                    <a:pt x="16" y="214"/>
                  </a:cubicBezTo>
                  <a:cubicBezTo>
                    <a:pt x="15" y="217"/>
                    <a:pt x="12" y="218"/>
                    <a:pt x="9" y="218"/>
                  </a:cubicBezTo>
                  <a:cubicBezTo>
                    <a:pt x="8" y="218"/>
                    <a:pt x="6" y="218"/>
                    <a:pt x="5" y="217"/>
                  </a:cubicBezTo>
                  <a:cubicBezTo>
                    <a:pt x="1" y="215"/>
                    <a:pt x="0" y="210"/>
                    <a:pt x="2" y="206"/>
                  </a:cubicBezTo>
                  <a:cubicBezTo>
                    <a:pt x="9" y="195"/>
                    <a:pt x="15" y="182"/>
                    <a:pt x="17" y="169"/>
                  </a:cubicBezTo>
                  <a:cubicBezTo>
                    <a:pt x="18" y="156"/>
                    <a:pt x="15" y="143"/>
                    <a:pt x="7" y="136"/>
                  </a:cubicBezTo>
                  <a:cubicBezTo>
                    <a:pt x="3" y="133"/>
                    <a:pt x="3" y="128"/>
                    <a:pt x="6" y="125"/>
                  </a:cubicBezTo>
                  <a:cubicBezTo>
                    <a:pt x="9" y="121"/>
                    <a:pt x="14" y="121"/>
                    <a:pt x="17" y="124"/>
                  </a:cubicBezTo>
                  <a:cubicBezTo>
                    <a:pt x="26" y="131"/>
                    <a:pt x="31" y="142"/>
                    <a:pt x="33" y="154"/>
                  </a:cubicBezTo>
                  <a:cubicBezTo>
                    <a:pt x="47" y="153"/>
                    <a:pt x="66" y="140"/>
                    <a:pt x="76" y="127"/>
                  </a:cubicBezTo>
                  <a:cubicBezTo>
                    <a:pt x="77" y="126"/>
                    <a:pt x="78" y="125"/>
                    <a:pt x="79" y="123"/>
                  </a:cubicBezTo>
                  <a:cubicBezTo>
                    <a:pt x="87" y="114"/>
                    <a:pt x="96" y="102"/>
                    <a:pt x="110" y="101"/>
                  </a:cubicBezTo>
                  <a:cubicBezTo>
                    <a:pt x="114" y="101"/>
                    <a:pt x="119" y="102"/>
                    <a:pt x="122" y="102"/>
                  </a:cubicBezTo>
                  <a:cubicBezTo>
                    <a:pt x="125" y="103"/>
                    <a:pt x="128" y="103"/>
                    <a:pt x="130" y="103"/>
                  </a:cubicBezTo>
                  <a:cubicBezTo>
                    <a:pt x="131" y="102"/>
                    <a:pt x="132" y="102"/>
                    <a:pt x="133" y="102"/>
                  </a:cubicBezTo>
                  <a:cubicBezTo>
                    <a:pt x="135" y="100"/>
                    <a:pt x="136" y="98"/>
                    <a:pt x="137" y="94"/>
                  </a:cubicBezTo>
                  <a:cubicBezTo>
                    <a:pt x="139" y="91"/>
                    <a:pt x="141" y="86"/>
                    <a:pt x="144" y="83"/>
                  </a:cubicBezTo>
                  <a:cubicBezTo>
                    <a:pt x="144" y="82"/>
                    <a:pt x="145" y="82"/>
                    <a:pt x="145" y="81"/>
                  </a:cubicBezTo>
                  <a:cubicBezTo>
                    <a:pt x="145" y="81"/>
                    <a:pt x="145" y="80"/>
                    <a:pt x="146" y="79"/>
                  </a:cubicBezTo>
                  <a:cubicBezTo>
                    <a:pt x="151" y="69"/>
                    <a:pt x="153" y="56"/>
                    <a:pt x="149" y="45"/>
                  </a:cubicBezTo>
                  <a:cubicBezTo>
                    <a:pt x="146" y="34"/>
                    <a:pt x="139" y="24"/>
                    <a:pt x="129" y="18"/>
                  </a:cubicBezTo>
                  <a:cubicBezTo>
                    <a:pt x="126" y="19"/>
                    <a:pt x="123" y="17"/>
                    <a:pt x="122" y="15"/>
                  </a:cubicBezTo>
                  <a:cubicBezTo>
                    <a:pt x="119" y="11"/>
                    <a:pt x="120" y="6"/>
                    <a:pt x="124" y="4"/>
                  </a:cubicBezTo>
                  <a:cubicBezTo>
                    <a:pt x="126" y="2"/>
                    <a:pt x="130" y="0"/>
                    <a:pt x="136" y="4"/>
                  </a:cubicBezTo>
                  <a:cubicBezTo>
                    <a:pt x="150" y="12"/>
                    <a:pt x="161" y="25"/>
                    <a:pt x="165" y="41"/>
                  </a:cubicBezTo>
                  <a:cubicBezTo>
                    <a:pt x="168" y="51"/>
                    <a:pt x="168" y="61"/>
                    <a:pt x="166" y="71"/>
                  </a:cubicBezTo>
                  <a:cubicBezTo>
                    <a:pt x="172" y="70"/>
                    <a:pt x="177" y="68"/>
                    <a:pt x="179" y="65"/>
                  </a:cubicBezTo>
                  <a:cubicBezTo>
                    <a:pt x="182" y="61"/>
                    <a:pt x="187" y="60"/>
                    <a:pt x="191" y="63"/>
                  </a:cubicBezTo>
                  <a:cubicBezTo>
                    <a:pt x="194" y="66"/>
                    <a:pt x="195" y="71"/>
                    <a:pt x="192" y="74"/>
                  </a:cubicBezTo>
                  <a:cubicBezTo>
                    <a:pt x="187" y="82"/>
                    <a:pt x="178" y="85"/>
                    <a:pt x="170" y="87"/>
                  </a:cubicBezTo>
                  <a:cubicBezTo>
                    <a:pt x="164" y="88"/>
                    <a:pt x="159" y="90"/>
                    <a:pt x="156" y="93"/>
                  </a:cubicBezTo>
                  <a:cubicBezTo>
                    <a:pt x="155" y="95"/>
                    <a:pt x="153" y="98"/>
                    <a:pt x="152" y="101"/>
                  </a:cubicBezTo>
                  <a:cubicBezTo>
                    <a:pt x="151" y="104"/>
                    <a:pt x="149" y="109"/>
                    <a:pt x="146" y="112"/>
                  </a:cubicBezTo>
                  <a:cubicBezTo>
                    <a:pt x="156" y="131"/>
                    <a:pt x="160" y="153"/>
                    <a:pt x="155" y="174"/>
                  </a:cubicBezTo>
                  <a:cubicBezTo>
                    <a:pt x="154" y="178"/>
                    <a:pt x="150" y="180"/>
                    <a:pt x="147" y="180"/>
                  </a:cubicBezTo>
                  <a:cubicBezTo>
                    <a:pt x="146" y="180"/>
                    <a:pt x="145" y="180"/>
                    <a:pt x="145" y="180"/>
                  </a:cubicBezTo>
                  <a:cubicBezTo>
                    <a:pt x="140" y="179"/>
                    <a:pt x="138" y="175"/>
                    <a:pt x="139" y="170"/>
                  </a:cubicBezTo>
                  <a:cubicBezTo>
                    <a:pt x="143" y="153"/>
                    <a:pt x="140" y="134"/>
                    <a:pt x="131" y="119"/>
                  </a:cubicBezTo>
                  <a:cubicBezTo>
                    <a:pt x="127" y="119"/>
                    <a:pt x="123" y="119"/>
                    <a:pt x="119" y="118"/>
                  </a:cubicBezTo>
                  <a:cubicBezTo>
                    <a:pt x="116" y="118"/>
                    <a:pt x="114" y="117"/>
                    <a:pt x="111" y="117"/>
                  </a:cubicBezTo>
                  <a:cubicBezTo>
                    <a:pt x="104" y="118"/>
                    <a:pt x="98" y="125"/>
                    <a:pt x="92" y="133"/>
                  </a:cubicBezTo>
                  <a:close/>
                </a:path>
              </a:pathLst>
            </a:custGeom>
            <a:solidFill>
              <a:srgbClr val="FF8E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41"/>
            <p:cNvSpPr>
              <a:spLocks/>
            </p:cNvSpPr>
            <p:nvPr/>
          </p:nvSpPr>
          <p:spPr bwMode="auto">
            <a:xfrm>
              <a:off x="6219198" y="4847159"/>
              <a:ext cx="225446" cy="144645"/>
            </a:xfrm>
            <a:custGeom>
              <a:avLst/>
              <a:gdLst>
                <a:gd name="T0" fmla="*/ 57 w 120"/>
                <a:gd name="T1" fmla="*/ 27 h 77"/>
                <a:gd name="T2" fmla="*/ 65 w 120"/>
                <a:gd name="T3" fmla="*/ 22 h 77"/>
                <a:gd name="T4" fmla="*/ 76 w 120"/>
                <a:gd name="T5" fmla="*/ 15 h 77"/>
                <a:gd name="T6" fmla="*/ 104 w 120"/>
                <a:gd name="T7" fmla="*/ 17 h 77"/>
                <a:gd name="T8" fmla="*/ 109 w 120"/>
                <a:gd name="T9" fmla="*/ 20 h 77"/>
                <a:gd name="T10" fmla="*/ 114 w 120"/>
                <a:gd name="T11" fmla="*/ 24 h 77"/>
                <a:gd name="T12" fmla="*/ 119 w 120"/>
                <a:gd name="T13" fmla="*/ 34 h 77"/>
                <a:gd name="T14" fmla="*/ 109 w 120"/>
                <a:gd name="T15" fmla="*/ 39 h 77"/>
                <a:gd name="T16" fmla="*/ 98 w 120"/>
                <a:gd name="T17" fmla="*/ 33 h 77"/>
                <a:gd name="T18" fmla="*/ 95 w 120"/>
                <a:gd name="T19" fmla="*/ 30 h 77"/>
                <a:gd name="T20" fmla="*/ 82 w 120"/>
                <a:gd name="T21" fmla="*/ 29 h 77"/>
                <a:gd name="T22" fmla="*/ 75 w 120"/>
                <a:gd name="T23" fmla="*/ 34 h 77"/>
                <a:gd name="T24" fmla="*/ 62 w 120"/>
                <a:gd name="T25" fmla="*/ 42 h 77"/>
                <a:gd name="T26" fmla="*/ 60 w 120"/>
                <a:gd name="T27" fmla="*/ 43 h 77"/>
                <a:gd name="T28" fmla="*/ 40 w 120"/>
                <a:gd name="T29" fmla="*/ 76 h 77"/>
                <a:gd name="T30" fmla="*/ 36 w 120"/>
                <a:gd name="T31" fmla="*/ 77 h 77"/>
                <a:gd name="T32" fmla="*/ 29 w 120"/>
                <a:gd name="T33" fmla="*/ 74 h 77"/>
                <a:gd name="T34" fmla="*/ 31 w 120"/>
                <a:gd name="T35" fmla="*/ 62 h 77"/>
                <a:gd name="T36" fmla="*/ 44 w 120"/>
                <a:gd name="T37" fmla="*/ 43 h 77"/>
                <a:gd name="T38" fmla="*/ 27 w 120"/>
                <a:gd name="T39" fmla="*/ 34 h 77"/>
                <a:gd name="T40" fmla="*/ 18 w 120"/>
                <a:gd name="T41" fmla="*/ 26 h 77"/>
                <a:gd name="T42" fmla="*/ 5 w 120"/>
                <a:gd name="T43" fmla="*/ 16 h 77"/>
                <a:gd name="T44" fmla="*/ 2 w 120"/>
                <a:gd name="T45" fmla="*/ 5 h 77"/>
                <a:gd name="T46" fmla="*/ 13 w 120"/>
                <a:gd name="T47" fmla="*/ 2 h 77"/>
                <a:gd name="T48" fmla="*/ 29 w 120"/>
                <a:gd name="T49" fmla="*/ 14 h 77"/>
                <a:gd name="T50" fmla="*/ 37 w 120"/>
                <a:gd name="T51" fmla="*/ 21 h 77"/>
                <a:gd name="T52" fmla="*/ 57 w 120"/>
                <a:gd name="T53" fmla="*/ 2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0" h="77">
                  <a:moveTo>
                    <a:pt x="57" y="27"/>
                  </a:moveTo>
                  <a:cubicBezTo>
                    <a:pt x="59" y="26"/>
                    <a:pt x="62" y="24"/>
                    <a:pt x="65" y="22"/>
                  </a:cubicBezTo>
                  <a:cubicBezTo>
                    <a:pt x="68" y="19"/>
                    <a:pt x="71" y="16"/>
                    <a:pt x="76" y="15"/>
                  </a:cubicBezTo>
                  <a:cubicBezTo>
                    <a:pt x="85" y="11"/>
                    <a:pt x="95" y="11"/>
                    <a:pt x="104" y="17"/>
                  </a:cubicBezTo>
                  <a:cubicBezTo>
                    <a:pt x="105" y="18"/>
                    <a:pt x="107" y="19"/>
                    <a:pt x="109" y="20"/>
                  </a:cubicBezTo>
                  <a:cubicBezTo>
                    <a:pt x="110" y="22"/>
                    <a:pt x="112" y="23"/>
                    <a:pt x="114" y="24"/>
                  </a:cubicBezTo>
                  <a:cubicBezTo>
                    <a:pt x="118" y="25"/>
                    <a:pt x="120" y="29"/>
                    <a:pt x="119" y="34"/>
                  </a:cubicBezTo>
                  <a:cubicBezTo>
                    <a:pt x="118" y="38"/>
                    <a:pt x="113" y="40"/>
                    <a:pt x="109" y="39"/>
                  </a:cubicBezTo>
                  <a:cubicBezTo>
                    <a:pt x="105" y="38"/>
                    <a:pt x="101" y="35"/>
                    <a:pt x="98" y="33"/>
                  </a:cubicBezTo>
                  <a:cubicBezTo>
                    <a:pt x="97" y="32"/>
                    <a:pt x="96" y="31"/>
                    <a:pt x="95" y="30"/>
                  </a:cubicBezTo>
                  <a:cubicBezTo>
                    <a:pt x="91" y="28"/>
                    <a:pt x="86" y="28"/>
                    <a:pt x="82" y="29"/>
                  </a:cubicBezTo>
                  <a:cubicBezTo>
                    <a:pt x="80" y="30"/>
                    <a:pt x="77" y="32"/>
                    <a:pt x="75" y="34"/>
                  </a:cubicBezTo>
                  <a:cubicBezTo>
                    <a:pt x="71" y="37"/>
                    <a:pt x="67" y="40"/>
                    <a:pt x="62" y="42"/>
                  </a:cubicBezTo>
                  <a:cubicBezTo>
                    <a:pt x="61" y="42"/>
                    <a:pt x="61" y="43"/>
                    <a:pt x="60" y="43"/>
                  </a:cubicBezTo>
                  <a:cubicBezTo>
                    <a:pt x="59" y="56"/>
                    <a:pt x="47" y="71"/>
                    <a:pt x="40" y="76"/>
                  </a:cubicBezTo>
                  <a:cubicBezTo>
                    <a:pt x="39" y="77"/>
                    <a:pt x="37" y="77"/>
                    <a:pt x="36" y="77"/>
                  </a:cubicBezTo>
                  <a:cubicBezTo>
                    <a:pt x="33" y="77"/>
                    <a:pt x="30" y="76"/>
                    <a:pt x="29" y="74"/>
                  </a:cubicBezTo>
                  <a:cubicBezTo>
                    <a:pt x="26" y="70"/>
                    <a:pt x="27" y="65"/>
                    <a:pt x="31" y="62"/>
                  </a:cubicBezTo>
                  <a:cubicBezTo>
                    <a:pt x="36" y="59"/>
                    <a:pt x="43" y="48"/>
                    <a:pt x="44" y="43"/>
                  </a:cubicBezTo>
                  <a:cubicBezTo>
                    <a:pt x="38" y="41"/>
                    <a:pt x="33" y="38"/>
                    <a:pt x="27" y="34"/>
                  </a:cubicBezTo>
                  <a:cubicBezTo>
                    <a:pt x="24" y="32"/>
                    <a:pt x="21" y="29"/>
                    <a:pt x="18" y="26"/>
                  </a:cubicBezTo>
                  <a:cubicBezTo>
                    <a:pt x="14" y="22"/>
                    <a:pt x="10" y="19"/>
                    <a:pt x="5" y="16"/>
                  </a:cubicBezTo>
                  <a:cubicBezTo>
                    <a:pt x="1" y="14"/>
                    <a:pt x="0" y="9"/>
                    <a:pt x="2" y="5"/>
                  </a:cubicBezTo>
                  <a:cubicBezTo>
                    <a:pt x="4" y="1"/>
                    <a:pt x="9" y="0"/>
                    <a:pt x="13" y="2"/>
                  </a:cubicBezTo>
                  <a:cubicBezTo>
                    <a:pt x="19" y="6"/>
                    <a:pt x="24" y="10"/>
                    <a:pt x="29" y="14"/>
                  </a:cubicBezTo>
                  <a:cubicBezTo>
                    <a:pt x="31" y="17"/>
                    <a:pt x="34" y="19"/>
                    <a:pt x="37" y="21"/>
                  </a:cubicBezTo>
                  <a:cubicBezTo>
                    <a:pt x="40" y="24"/>
                    <a:pt x="49" y="30"/>
                    <a:pt x="57" y="27"/>
                  </a:cubicBezTo>
                  <a:close/>
                </a:path>
              </a:pathLst>
            </a:custGeom>
            <a:solidFill>
              <a:srgbClr val="FF8E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42"/>
            <p:cNvSpPr>
              <a:spLocks/>
            </p:cNvSpPr>
            <p:nvPr/>
          </p:nvSpPr>
          <p:spPr bwMode="auto">
            <a:xfrm>
              <a:off x="6240146" y="4122939"/>
              <a:ext cx="544662" cy="605513"/>
            </a:xfrm>
            <a:custGeom>
              <a:avLst/>
              <a:gdLst>
                <a:gd name="T0" fmla="*/ 50 w 290"/>
                <a:gd name="T1" fmla="*/ 187 h 322"/>
                <a:gd name="T2" fmla="*/ 70 w 290"/>
                <a:gd name="T3" fmla="*/ 143 h 322"/>
                <a:gd name="T4" fmla="*/ 68 w 290"/>
                <a:gd name="T5" fmla="*/ 142 h 322"/>
                <a:gd name="T6" fmla="*/ 35 w 290"/>
                <a:gd name="T7" fmla="*/ 118 h 322"/>
                <a:gd name="T8" fmla="*/ 76 w 290"/>
                <a:gd name="T9" fmla="*/ 125 h 322"/>
                <a:gd name="T10" fmla="*/ 137 w 290"/>
                <a:gd name="T11" fmla="*/ 85 h 322"/>
                <a:gd name="T12" fmla="*/ 230 w 290"/>
                <a:gd name="T13" fmla="*/ 62 h 322"/>
                <a:gd name="T14" fmla="*/ 248 w 290"/>
                <a:gd name="T15" fmla="*/ 0 h 322"/>
                <a:gd name="T16" fmla="*/ 248 w 290"/>
                <a:gd name="T17" fmla="*/ 56 h 322"/>
                <a:gd name="T18" fmla="*/ 261 w 290"/>
                <a:gd name="T19" fmla="*/ 55 h 322"/>
                <a:gd name="T20" fmla="*/ 274 w 290"/>
                <a:gd name="T21" fmla="*/ 53 h 322"/>
                <a:gd name="T22" fmla="*/ 287 w 290"/>
                <a:gd name="T23" fmla="*/ 62 h 322"/>
                <a:gd name="T24" fmla="*/ 260 w 290"/>
                <a:gd name="T25" fmla="*/ 72 h 322"/>
                <a:gd name="T26" fmla="*/ 239 w 290"/>
                <a:gd name="T27" fmla="*/ 76 h 322"/>
                <a:gd name="T28" fmla="*/ 201 w 290"/>
                <a:gd name="T29" fmla="*/ 87 h 322"/>
                <a:gd name="T30" fmla="*/ 178 w 290"/>
                <a:gd name="T31" fmla="*/ 142 h 322"/>
                <a:gd name="T32" fmla="*/ 160 w 290"/>
                <a:gd name="T33" fmla="*/ 218 h 322"/>
                <a:gd name="T34" fmla="*/ 146 w 290"/>
                <a:gd name="T35" fmla="*/ 237 h 322"/>
                <a:gd name="T36" fmla="*/ 96 w 290"/>
                <a:gd name="T37" fmla="*/ 275 h 322"/>
                <a:gd name="T38" fmla="*/ 53 w 290"/>
                <a:gd name="T39" fmla="*/ 315 h 322"/>
                <a:gd name="T40" fmla="*/ 44 w 290"/>
                <a:gd name="T41" fmla="*/ 322 h 322"/>
                <a:gd name="T42" fmla="*/ 57 w 290"/>
                <a:gd name="T43" fmla="*/ 277 h 322"/>
                <a:gd name="T44" fmla="*/ 121 w 290"/>
                <a:gd name="T45" fmla="*/ 243 h 322"/>
                <a:gd name="T46" fmla="*/ 134 w 290"/>
                <a:gd name="T47" fmla="*/ 225 h 322"/>
                <a:gd name="T48" fmla="*/ 120 w 290"/>
                <a:gd name="T49" fmla="*/ 193 h 322"/>
                <a:gd name="T50" fmla="*/ 144 w 290"/>
                <a:gd name="T51" fmla="*/ 212 h 322"/>
                <a:gd name="T52" fmla="*/ 159 w 290"/>
                <a:gd name="T53" fmla="*/ 192 h 322"/>
                <a:gd name="T54" fmla="*/ 141 w 290"/>
                <a:gd name="T55" fmla="*/ 101 h 322"/>
                <a:gd name="T56" fmla="*/ 94 w 290"/>
                <a:gd name="T57" fmla="*/ 124 h 322"/>
                <a:gd name="T58" fmla="*/ 84 w 290"/>
                <a:gd name="T59" fmla="*/ 156 h 322"/>
                <a:gd name="T60" fmla="*/ 44 w 290"/>
                <a:gd name="T61" fmla="*/ 217 h 322"/>
                <a:gd name="T62" fmla="*/ 9 w 290"/>
                <a:gd name="T63" fmla="*/ 262 h 322"/>
                <a:gd name="T64" fmla="*/ 1 w 290"/>
                <a:gd name="T65" fmla="*/ 251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90" h="322">
                  <a:moveTo>
                    <a:pt x="33" y="206"/>
                  </a:moveTo>
                  <a:cubicBezTo>
                    <a:pt x="39" y="200"/>
                    <a:pt x="45" y="194"/>
                    <a:pt x="50" y="187"/>
                  </a:cubicBezTo>
                  <a:cubicBezTo>
                    <a:pt x="58" y="177"/>
                    <a:pt x="65" y="165"/>
                    <a:pt x="68" y="152"/>
                  </a:cubicBezTo>
                  <a:cubicBezTo>
                    <a:pt x="69" y="149"/>
                    <a:pt x="70" y="146"/>
                    <a:pt x="70" y="143"/>
                  </a:cubicBezTo>
                  <a:cubicBezTo>
                    <a:pt x="70" y="143"/>
                    <a:pt x="71" y="142"/>
                    <a:pt x="71" y="142"/>
                  </a:cubicBezTo>
                  <a:cubicBezTo>
                    <a:pt x="70" y="142"/>
                    <a:pt x="69" y="142"/>
                    <a:pt x="68" y="142"/>
                  </a:cubicBezTo>
                  <a:cubicBezTo>
                    <a:pt x="56" y="142"/>
                    <a:pt x="44" y="137"/>
                    <a:pt x="35" y="129"/>
                  </a:cubicBezTo>
                  <a:cubicBezTo>
                    <a:pt x="32" y="126"/>
                    <a:pt x="32" y="121"/>
                    <a:pt x="35" y="118"/>
                  </a:cubicBezTo>
                  <a:cubicBezTo>
                    <a:pt x="38" y="114"/>
                    <a:pt x="43" y="114"/>
                    <a:pt x="46" y="117"/>
                  </a:cubicBezTo>
                  <a:cubicBezTo>
                    <a:pt x="54" y="124"/>
                    <a:pt x="66" y="127"/>
                    <a:pt x="76" y="125"/>
                  </a:cubicBezTo>
                  <a:cubicBezTo>
                    <a:pt x="77" y="122"/>
                    <a:pt x="79" y="118"/>
                    <a:pt x="80" y="115"/>
                  </a:cubicBezTo>
                  <a:cubicBezTo>
                    <a:pt x="93" y="97"/>
                    <a:pt x="115" y="90"/>
                    <a:pt x="137" y="85"/>
                  </a:cubicBezTo>
                  <a:cubicBezTo>
                    <a:pt x="197" y="71"/>
                    <a:pt x="197" y="71"/>
                    <a:pt x="197" y="71"/>
                  </a:cubicBezTo>
                  <a:cubicBezTo>
                    <a:pt x="208" y="68"/>
                    <a:pt x="219" y="66"/>
                    <a:pt x="230" y="62"/>
                  </a:cubicBezTo>
                  <a:cubicBezTo>
                    <a:pt x="235" y="44"/>
                    <a:pt x="239" y="26"/>
                    <a:pt x="240" y="7"/>
                  </a:cubicBezTo>
                  <a:cubicBezTo>
                    <a:pt x="240" y="3"/>
                    <a:pt x="244" y="0"/>
                    <a:pt x="248" y="0"/>
                  </a:cubicBezTo>
                  <a:cubicBezTo>
                    <a:pt x="253" y="0"/>
                    <a:pt x="256" y="4"/>
                    <a:pt x="256" y="8"/>
                  </a:cubicBezTo>
                  <a:cubicBezTo>
                    <a:pt x="255" y="25"/>
                    <a:pt x="252" y="40"/>
                    <a:pt x="248" y="56"/>
                  </a:cubicBezTo>
                  <a:cubicBezTo>
                    <a:pt x="249" y="56"/>
                    <a:pt x="251" y="56"/>
                    <a:pt x="252" y="55"/>
                  </a:cubicBezTo>
                  <a:cubicBezTo>
                    <a:pt x="255" y="55"/>
                    <a:pt x="258" y="55"/>
                    <a:pt x="261" y="55"/>
                  </a:cubicBezTo>
                  <a:cubicBezTo>
                    <a:pt x="263" y="55"/>
                    <a:pt x="265" y="56"/>
                    <a:pt x="267" y="55"/>
                  </a:cubicBezTo>
                  <a:cubicBezTo>
                    <a:pt x="270" y="55"/>
                    <a:pt x="273" y="54"/>
                    <a:pt x="274" y="53"/>
                  </a:cubicBezTo>
                  <a:cubicBezTo>
                    <a:pt x="276" y="49"/>
                    <a:pt x="281" y="48"/>
                    <a:pt x="285" y="50"/>
                  </a:cubicBezTo>
                  <a:cubicBezTo>
                    <a:pt x="289" y="53"/>
                    <a:pt x="290" y="58"/>
                    <a:pt x="287" y="62"/>
                  </a:cubicBezTo>
                  <a:cubicBezTo>
                    <a:pt x="284" y="67"/>
                    <a:pt x="277" y="71"/>
                    <a:pt x="268" y="72"/>
                  </a:cubicBezTo>
                  <a:cubicBezTo>
                    <a:pt x="265" y="72"/>
                    <a:pt x="263" y="72"/>
                    <a:pt x="260" y="72"/>
                  </a:cubicBezTo>
                  <a:cubicBezTo>
                    <a:pt x="258" y="71"/>
                    <a:pt x="255" y="71"/>
                    <a:pt x="253" y="72"/>
                  </a:cubicBezTo>
                  <a:cubicBezTo>
                    <a:pt x="249" y="72"/>
                    <a:pt x="244" y="74"/>
                    <a:pt x="239" y="76"/>
                  </a:cubicBezTo>
                  <a:cubicBezTo>
                    <a:pt x="238" y="76"/>
                    <a:pt x="237" y="77"/>
                    <a:pt x="236" y="77"/>
                  </a:cubicBezTo>
                  <a:cubicBezTo>
                    <a:pt x="224" y="81"/>
                    <a:pt x="212" y="84"/>
                    <a:pt x="201" y="87"/>
                  </a:cubicBezTo>
                  <a:cubicBezTo>
                    <a:pt x="158" y="97"/>
                    <a:pt x="158" y="97"/>
                    <a:pt x="158" y="97"/>
                  </a:cubicBezTo>
                  <a:cubicBezTo>
                    <a:pt x="166" y="111"/>
                    <a:pt x="174" y="125"/>
                    <a:pt x="178" y="142"/>
                  </a:cubicBezTo>
                  <a:cubicBezTo>
                    <a:pt x="184" y="163"/>
                    <a:pt x="182" y="184"/>
                    <a:pt x="173" y="200"/>
                  </a:cubicBezTo>
                  <a:cubicBezTo>
                    <a:pt x="170" y="207"/>
                    <a:pt x="164" y="213"/>
                    <a:pt x="160" y="218"/>
                  </a:cubicBezTo>
                  <a:cubicBezTo>
                    <a:pt x="157" y="221"/>
                    <a:pt x="154" y="225"/>
                    <a:pt x="152" y="228"/>
                  </a:cubicBezTo>
                  <a:cubicBezTo>
                    <a:pt x="149" y="231"/>
                    <a:pt x="148" y="234"/>
                    <a:pt x="146" y="237"/>
                  </a:cubicBezTo>
                  <a:cubicBezTo>
                    <a:pt x="142" y="243"/>
                    <a:pt x="138" y="249"/>
                    <a:pt x="132" y="255"/>
                  </a:cubicBezTo>
                  <a:cubicBezTo>
                    <a:pt x="122" y="265"/>
                    <a:pt x="109" y="270"/>
                    <a:pt x="96" y="275"/>
                  </a:cubicBezTo>
                  <a:cubicBezTo>
                    <a:pt x="86" y="279"/>
                    <a:pt x="76" y="282"/>
                    <a:pt x="68" y="289"/>
                  </a:cubicBezTo>
                  <a:cubicBezTo>
                    <a:pt x="60" y="296"/>
                    <a:pt x="55" y="305"/>
                    <a:pt x="53" y="315"/>
                  </a:cubicBezTo>
                  <a:cubicBezTo>
                    <a:pt x="53" y="319"/>
                    <a:pt x="49" y="322"/>
                    <a:pt x="45" y="322"/>
                  </a:cubicBezTo>
                  <a:cubicBezTo>
                    <a:pt x="45" y="322"/>
                    <a:pt x="44" y="322"/>
                    <a:pt x="44" y="322"/>
                  </a:cubicBezTo>
                  <a:cubicBezTo>
                    <a:pt x="40" y="322"/>
                    <a:pt x="37" y="317"/>
                    <a:pt x="37" y="313"/>
                  </a:cubicBezTo>
                  <a:cubicBezTo>
                    <a:pt x="39" y="299"/>
                    <a:pt x="47" y="286"/>
                    <a:pt x="57" y="277"/>
                  </a:cubicBezTo>
                  <a:cubicBezTo>
                    <a:pt x="67" y="268"/>
                    <a:pt x="79" y="264"/>
                    <a:pt x="90" y="260"/>
                  </a:cubicBezTo>
                  <a:cubicBezTo>
                    <a:pt x="102" y="255"/>
                    <a:pt x="113" y="251"/>
                    <a:pt x="121" y="243"/>
                  </a:cubicBezTo>
                  <a:cubicBezTo>
                    <a:pt x="125" y="239"/>
                    <a:pt x="128" y="234"/>
                    <a:pt x="132" y="228"/>
                  </a:cubicBezTo>
                  <a:cubicBezTo>
                    <a:pt x="133" y="227"/>
                    <a:pt x="133" y="226"/>
                    <a:pt x="134" y="225"/>
                  </a:cubicBezTo>
                  <a:cubicBezTo>
                    <a:pt x="128" y="219"/>
                    <a:pt x="123" y="211"/>
                    <a:pt x="118" y="204"/>
                  </a:cubicBezTo>
                  <a:cubicBezTo>
                    <a:pt x="115" y="200"/>
                    <a:pt x="116" y="195"/>
                    <a:pt x="120" y="193"/>
                  </a:cubicBezTo>
                  <a:cubicBezTo>
                    <a:pt x="124" y="190"/>
                    <a:pt x="129" y="191"/>
                    <a:pt x="131" y="195"/>
                  </a:cubicBezTo>
                  <a:cubicBezTo>
                    <a:pt x="135" y="201"/>
                    <a:pt x="139" y="206"/>
                    <a:pt x="144" y="212"/>
                  </a:cubicBezTo>
                  <a:cubicBezTo>
                    <a:pt x="145" y="210"/>
                    <a:pt x="146" y="209"/>
                    <a:pt x="147" y="208"/>
                  </a:cubicBezTo>
                  <a:cubicBezTo>
                    <a:pt x="152" y="202"/>
                    <a:pt x="156" y="197"/>
                    <a:pt x="159" y="192"/>
                  </a:cubicBezTo>
                  <a:cubicBezTo>
                    <a:pt x="169" y="175"/>
                    <a:pt x="165" y="156"/>
                    <a:pt x="163" y="146"/>
                  </a:cubicBezTo>
                  <a:cubicBezTo>
                    <a:pt x="158" y="130"/>
                    <a:pt x="150" y="115"/>
                    <a:pt x="141" y="101"/>
                  </a:cubicBezTo>
                  <a:cubicBezTo>
                    <a:pt x="141" y="101"/>
                    <a:pt x="141" y="101"/>
                    <a:pt x="141" y="101"/>
                  </a:cubicBezTo>
                  <a:cubicBezTo>
                    <a:pt x="121" y="105"/>
                    <a:pt x="103" y="110"/>
                    <a:pt x="94" y="124"/>
                  </a:cubicBezTo>
                  <a:cubicBezTo>
                    <a:pt x="90" y="131"/>
                    <a:pt x="88" y="138"/>
                    <a:pt x="86" y="147"/>
                  </a:cubicBezTo>
                  <a:cubicBezTo>
                    <a:pt x="85" y="150"/>
                    <a:pt x="85" y="153"/>
                    <a:pt x="84" y="156"/>
                  </a:cubicBezTo>
                  <a:cubicBezTo>
                    <a:pt x="80" y="171"/>
                    <a:pt x="72" y="185"/>
                    <a:pt x="63" y="197"/>
                  </a:cubicBezTo>
                  <a:cubicBezTo>
                    <a:pt x="57" y="205"/>
                    <a:pt x="51" y="211"/>
                    <a:pt x="44" y="217"/>
                  </a:cubicBezTo>
                  <a:cubicBezTo>
                    <a:pt x="32" y="230"/>
                    <a:pt x="21" y="241"/>
                    <a:pt x="16" y="256"/>
                  </a:cubicBezTo>
                  <a:cubicBezTo>
                    <a:pt x="15" y="259"/>
                    <a:pt x="12" y="262"/>
                    <a:pt x="9" y="262"/>
                  </a:cubicBezTo>
                  <a:cubicBezTo>
                    <a:pt x="8" y="262"/>
                    <a:pt x="7" y="262"/>
                    <a:pt x="6" y="261"/>
                  </a:cubicBezTo>
                  <a:cubicBezTo>
                    <a:pt x="2" y="260"/>
                    <a:pt x="0" y="255"/>
                    <a:pt x="1" y="251"/>
                  </a:cubicBezTo>
                  <a:cubicBezTo>
                    <a:pt x="7" y="233"/>
                    <a:pt x="20" y="219"/>
                    <a:pt x="33" y="206"/>
                  </a:cubicBezTo>
                  <a:close/>
                </a:path>
              </a:pathLst>
            </a:custGeom>
            <a:solidFill>
              <a:srgbClr val="FF8E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43"/>
            <p:cNvSpPr>
              <a:spLocks/>
            </p:cNvSpPr>
            <p:nvPr/>
          </p:nvSpPr>
          <p:spPr bwMode="auto">
            <a:xfrm>
              <a:off x="6337906" y="4762367"/>
              <a:ext cx="383059" cy="295275"/>
            </a:xfrm>
            <a:custGeom>
              <a:avLst/>
              <a:gdLst>
                <a:gd name="T0" fmla="*/ 12 w 204"/>
                <a:gd name="T1" fmla="*/ 138 h 157"/>
                <a:gd name="T2" fmla="*/ 63 w 204"/>
                <a:gd name="T3" fmla="*/ 124 h 157"/>
                <a:gd name="T4" fmla="*/ 73 w 204"/>
                <a:gd name="T5" fmla="*/ 110 h 157"/>
                <a:gd name="T6" fmla="*/ 80 w 204"/>
                <a:gd name="T7" fmla="*/ 101 h 157"/>
                <a:gd name="T8" fmla="*/ 107 w 204"/>
                <a:gd name="T9" fmla="*/ 80 h 157"/>
                <a:gd name="T10" fmla="*/ 108 w 204"/>
                <a:gd name="T11" fmla="*/ 80 h 157"/>
                <a:gd name="T12" fmla="*/ 113 w 204"/>
                <a:gd name="T13" fmla="*/ 50 h 157"/>
                <a:gd name="T14" fmla="*/ 121 w 204"/>
                <a:gd name="T15" fmla="*/ 42 h 157"/>
                <a:gd name="T16" fmla="*/ 130 w 204"/>
                <a:gd name="T17" fmla="*/ 50 h 157"/>
                <a:gd name="T18" fmla="*/ 125 w 204"/>
                <a:gd name="T19" fmla="*/ 79 h 157"/>
                <a:gd name="T20" fmla="*/ 139 w 204"/>
                <a:gd name="T21" fmla="*/ 78 h 157"/>
                <a:gd name="T22" fmla="*/ 153 w 204"/>
                <a:gd name="T23" fmla="*/ 67 h 157"/>
                <a:gd name="T24" fmla="*/ 187 w 204"/>
                <a:gd name="T25" fmla="*/ 8 h 157"/>
                <a:gd name="T26" fmla="*/ 196 w 204"/>
                <a:gd name="T27" fmla="*/ 1 h 157"/>
                <a:gd name="T28" fmla="*/ 203 w 204"/>
                <a:gd name="T29" fmla="*/ 10 h 157"/>
                <a:gd name="T30" fmla="*/ 165 w 204"/>
                <a:gd name="T31" fmla="*/ 78 h 157"/>
                <a:gd name="T32" fmla="*/ 145 w 204"/>
                <a:gd name="T33" fmla="*/ 93 h 157"/>
                <a:gd name="T34" fmla="*/ 124 w 204"/>
                <a:gd name="T35" fmla="*/ 96 h 157"/>
                <a:gd name="T36" fmla="*/ 111 w 204"/>
                <a:gd name="T37" fmla="*/ 96 h 157"/>
                <a:gd name="T38" fmla="*/ 93 w 204"/>
                <a:gd name="T39" fmla="*/ 111 h 157"/>
                <a:gd name="T40" fmla="*/ 87 w 204"/>
                <a:gd name="T41" fmla="*/ 119 h 157"/>
                <a:gd name="T42" fmla="*/ 75 w 204"/>
                <a:gd name="T43" fmla="*/ 135 h 157"/>
                <a:gd name="T44" fmla="*/ 26 w 204"/>
                <a:gd name="T45" fmla="*/ 157 h 157"/>
                <a:gd name="T46" fmla="*/ 7 w 204"/>
                <a:gd name="T47" fmla="*/ 154 h 157"/>
                <a:gd name="T48" fmla="*/ 1 w 204"/>
                <a:gd name="T49" fmla="*/ 144 h 157"/>
                <a:gd name="T50" fmla="*/ 12 w 204"/>
                <a:gd name="T51" fmla="*/ 138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4" h="157">
                  <a:moveTo>
                    <a:pt x="12" y="138"/>
                  </a:moveTo>
                  <a:cubicBezTo>
                    <a:pt x="29" y="144"/>
                    <a:pt x="51" y="138"/>
                    <a:pt x="63" y="124"/>
                  </a:cubicBezTo>
                  <a:cubicBezTo>
                    <a:pt x="67" y="120"/>
                    <a:pt x="70" y="115"/>
                    <a:pt x="73" y="110"/>
                  </a:cubicBezTo>
                  <a:cubicBezTo>
                    <a:pt x="75" y="107"/>
                    <a:pt x="77" y="104"/>
                    <a:pt x="80" y="101"/>
                  </a:cubicBezTo>
                  <a:cubicBezTo>
                    <a:pt x="88" y="90"/>
                    <a:pt x="97" y="83"/>
                    <a:pt x="107" y="80"/>
                  </a:cubicBezTo>
                  <a:cubicBezTo>
                    <a:pt x="107" y="80"/>
                    <a:pt x="108" y="80"/>
                    <a:pt x="108" y="80"/>
                  </a:cubicBezTo>
                  <a:cubicBezTo>
                    <a:pt x="112" y="71"/>
                    <a:pt x="114" y="60"/>
                    <a:pt x="113" y="50"/>
                  </a:cubicBezTo>
                  <a:cubicBezTo>
                    <a:pt x="113" y="45"/>
                    <a:pt x="117" y="42"/>
                    <a:pt x="121" y="42"/>
                  </a:cubicBezTo>
                  <a:cubicBezTo>
                    <a:pt x="126" y="42"/>
                    <a:pt x="130" y="45"/>
                    <a:pt x="130" y="50"/>
                  </a:cubicBezTo>
                  <a:cubicBezTo>
                    <a:pt x="130" y="60"/>
                    <a:pt x="128" y="70"/>
                    <a:pt x="125" y="79"/>
                  </a:cubicBezTo>
                  <a:cubicBezTo>
                    <a:pt x="130" y="80"/>
                    <a:pt x="135" y="80"/>
                    <a:pt x="139" y="78"/>
                  </a:cubicBezTo>
                  <a:cubicBezTo>
                    <a:pt x="144" y="76"/>
                    <a:pt x="149" y="71"/>
                    <a:pt x="153" y="67"/>
                  </a:cubicBezTo>
                  <a:cubicBezTo>
                    <a:pt x="171" y="47"/>
                    <a:pt x="185" y="29"/>
                    <a:pt x="187" y="8"/>
                  </a:cubicBezTo>
                  <a:cubicBezTo>
                    <a:pt x="188" y="4"/>
                    <a:pt x="191" y="0"/>
                    <a:pt x="196" y="1"/>
                  </a:cubicBezTo>
                  <a:cubicBezTo>
                    <a:pt x="200" y="1"/>
                    <a:pt x="204" y="5"/>
                    <a:pt x="203" y="10"/>
                  </a:cubicBezTo>
                  <a:cubicBezTo>
                    <a:pt x="201" y="38"/>
                    <a:pt x="180" y="61"/>
                    <a:pt x="165" y="78"/>
                  </a:cubicBezTo>
                  <a:cubicBezTo>
                    <a:pt x="160" y="83"/>
                    <a:pt x="154" y="90"/>
                    <a:pt x="145" y="93"/>
                  </a:cubicBezTo>
                  <a:cubicBezTo>
                    <a:pt x="138" y="96"/>
                    <a:pt x="130" y="96"/>
                    <a:pt x="124" y="96"/>
                  </a:cubicBezTo>
                  <a:cubicBezTo>
                    <a:pt x="119" y="95"/>
                    <a:pt x="115" y="95"/>
                    <a:pt x="111" y="96"/>
                  </a:cubicBezTo>
                  <a:cubicBezTo>
                    <a:pt x="105" y="98"/>
                    <a:pt x="99" y="102"/>
                    <a:pt x="93" y="111"/>
                  </a:cubicBezTo>
                  <a:cubicBezTo>
                    <a:pt x="91" y="113"/>
                    <a:pt x="89" y="116"/>
                    <a:pt x="87" y="119"/>
                  </a:cubicBezTo>
                  <a:cubicBezTo>
                    <a:pt x="83" y="125"/>
                    <a:pt x="80" y="130"/>
                    <a:pt x="75" y="135"/>
                  </a:cubicBezTo>
                  <a:cubicBezTo>
                    <a:pt x="63" y="149"/>
                    <a:pt x="44" y="157"/>
                    <a:pt x="26" y="157"/>
                  </a:cubicBezTo>
                  <a:cubicBezTo>
                    <a:pt x="19" y="157"/>
                    <a:pt x="13" y="156"/>
                    <a:pt x="7" y="154"/>
                  </a:cubicBezTo>
                  <a:cubicBezTo>
                    <a:pt x="3" y="153"/>
                    <a:pt x="0" y="148"/>
                    <a:pt x="1" y="144"/>
                  </a:cubicBezTo>
                  <a:cubicBezTo>
                    <a:pt x="3" y="140"/>
                    <a:pt x="7" y="137"/>
                    <a:pt x="12" y="138"/>
                  </a:cubicBezTo>
                  <a:close/>
                </a:path>
              </a:pathLst>
            </a:custGeom>
            <a:solidFill>
              <a:srgbClr val="FF8E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44"/>
            <p:cNvSpPr>
              <a:spLocks/>
            </p:cNvSpPr>
            <p:nvPr/>
          </p:nvSpPr>
          <p:spPr bwMode="auto">
            <a:xfrm>
              <a:off x="6599264" y="3224146"/>
              <a:ext cx="129681" cy="157613"/>
            </a:xfrm>
            <a:custGeom>
              <a:avLst/>
              <a:gdLst>
                <a:gd name="T0" fmla="*/ 11 w 69"/>
                <a:gd name="T1" fmla="*/ 1 h 84"/>
                <a:gd name="T2" fmla="*/ 60 w 69"/>
                <a:gd name="T3" fmla="*/ 56 h 84"/>
                <a:gd name="T4" fmla="*/ 60 w 69"/>
                <a:gd name="T5" fmla="*/ 59 h 84"/>
                <a:gd name="T6" fmla="*/ 61 w 69"/>
                <a:gd name="T7" fmla="*/ 65 h 84"/>
                <a:gd name="T8" fmla="*/ 62 w 69"/>
                <a:gd name="T9" fmla="*/ 68 h 84"/>
                <a:gd name="T10" fmla="*/ 68 w 69"/>
                <a:gd name="T11" fmla="*/ 78 h 84"/>
                <a:gd name="T12" fmla="*/ 60 w 69"/>
                <a:gd name="T13" fmla="*/ 84 h 84"/>
                <a:gd name="T14" fmla="*/ 58 w 69"/>
                <a:gd name="T15" fmla="*/ 83 h 84"/>
                <a:gd name="T16" fmla="*/ 45 w 69"/>
                <a:gd name="T17" fmla="*/ 70 h 84"/>
                <a:gd name="T18" fmla="*/ 44 w 69"/>
                <a:gd name="T19" fmla="*/ 60 h 84"/>
                <a:gd name="T20" fmla="*/ 43 w 69"/>
                <a:gd name="T21" fmla="*/ 58 h 84"/>
                <a:gd name="T22" fmla="*/ 7 w 69"/>
                <a:gd name="T23" fmla="*/ 17 h 84"/>
                <a:gd name="T24" fmla="*/ 1 w 69"/>
                <a:gd name="T25" fmla="*/ 7 h 84"/>
                <a:gd name="T26" fmla="*/ 11 w 69"/>
                <a:gd name="T27" fmla="*/ 1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9" h="84">
                  <a:moveTo>
                    <a:pt x="11" y="1"/>
                  </a:moveTo>
                  <a:cubicBezTo>
                    <a:pt x="36" y="7"/>
                    <a:pt x="57" y="30"/>
                    <a:pt x="60" y="56"/>
                  </a:cubicBezTo>
                  <a:cubicBezTo>
                    <a:pt x="60" y="57"/>
                    <a:pt x="60" y="58"/>
                    <a:pt x="60" y="59"/>
                  </a:cubicBezTo>
                  <a:cubicBezTo>
                    <a:pt x="60" y="61"/>
                    <a:pt x="60" y="64"/>
                    <a:pt x="61" y="65"/>
                  </a:cubicBezTo>
                  <a:cubicBezTo>
                    <a:pt x="61" y="67"/>
                    <a:pt x="62" y="68"/>
                    <a:pt x="62" y="68"/>
                  </a:cubicBezTo>
                  <a:cubicBezTo>
                    <a:pt x="66" y="69"/>
                    <a:pt x="69" y="74"/>
                    <a:pt x="68" y="78"/>
                  </a:cubicBezTo>
                  <a:cubicBezTo>
                    <a:pt x="67" y="81"/>
                    <a:pt x="63" y="84"/>
                    <a:pt x="60" y="84"/>
                  </a:cubicBezTo>
                  <a:cubicBezTo>
                    <a:pt x="59" y="84"/>
                    <a:pt x="58" y="84"/>
                    <a:pt x="58" y="83"/>
                  </a:cubicBezTo>
                  <a:cubicBezTo>
                    <a:pt x="52" y="82"/>
                    <a:pt x="47" y="77"/>
                    <a:pt x="45" y="70"/>
                  </a:cubicBezTo>
                  <a:cubicBezTo>
                    <a:pt x="44" y="67"/>
                    <a:pt x="44" y="63"/>
                    <a:pt x="44" y="60"/>
                  </a:cubicBezTo>
                  <a:cubicBezTo>
                    <a:pt x="44" y="59"/>
                    <a:pt x="44" y="59"/>
                    <a:pt x="43" y="58"/>
                  </a:cubicBezTo>
                  <a:cubicBezTo>
                    <a:pt x="42" y="39"/>
                    <a:pt x="26" y="21"/>
                    <a:pt x="7" y="17"/>
                  </a:cubicBezTo>
                  <a:cubicBezTo>
                    <a:pt x="3" y="16"/>
                    <a:pt x="0" y="11"/>
                    <a:pt x="1" y="7"/>
                  </a:cubicBezTo>
                  <a:cubicBezTo>
                    <a:pt x="2" y="3"/>
                    <a:pt x="7" y="0"/>
                    <a:pt x="11" y="1"/>
                  </a:cubicBezTo>
                  <a:close/>
                </a:path>
              </a:pathLst>
            </a:custGeom>
            <a:solidFill>
              <a:srgbClr val="FF8E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45"/>
            <p:cNvSpPr>
              <a:spLocks/>
            </p:cNvSpPr>
            <p:nvPr/>
          </p:nvSpPr>
          <p:spPr bwMode="auto">
            <a:xfrm>
              <a:off x="6391773" y="3102445"/>
              <a:ext cx="144645" cy="149632"/>
            </a:xfrm>
            <a:custGeom>
              <a:avLst/>
              <a:gdLst>
                <a:gd name="T0" fmla="*/ 8 w 77"/>
                <a:gd name="T1" fmla="*/ 1 h 80"/>
                <a:gd name="T2" fmla="*/ 41 w 77"/>
                <a:gd name="T3" fmla="*/ 15 h 80"/>
                <a:gd name="T4" fmla="*/ 52 w 77"/>
                <a:gd name="T5" fmla="*/ 39 h 80"/>
                <a:gd name="T6" fmla="*/ 55 w 77"/>
                <a:gd name="T7" fmla="*/ 47 h 80"/>
                <a:gd name="T8" fmla="*/ 70 w 77"/>
                <a:gd name="T9" fmla="*/ 64 h 80"/>
                <a:gd name="T10" fmla="*/ 76 w 77"/>
                <a:gd name="T11" fmla="*/ 73 h 80"/>
                <a:gd name="T12" fmla="*/ 68 w 77"/>
                <a:gd name="T13" fmla="*/ 80 h 80"/>
                <a:gd name="T14" fmla="*/ 67 w 77"/>
                <a:gd name="T15" fmla="*/ 80 h 80"/>
                <a:gd name="T16" fmla="*/ 39 w 77"/>
                <a:gd name="T17" fmla="*/ 52 h 80"/>
                <a:gd name="T18" fmla="*/ 37 w 77"/>
                <a:gd name="T19" fmla="*/ 44 h 80"/>
                <a:gd name="T20" fmla="*/ 28 w 77"/>
                <a:gd name="T21" fmla="*/ 25 h 80"/>
                <a:gd name="T22" fmla="*/ 9 w 77"/>
                <a:gd name="T23" fmla="*/ 17 h 80"/>
                <a:gd name="T24" fmla="*/ 0 w 77"/>
                <a:gd name="T25" fmla="*/ 10 h 80"/>
                <a:gd name="T26" fmla="*/ 8 w 77"/>
                <a:gd name="T27" fmla="*/ 1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80">
                  <a:moveTo>
                    <a:pt x="8" y="1"/>
                  </a:moveTo>
                  <a:cubicBezTo>
                    <a:pt x="20" y="0"/>
                    <a:pt x="33" y="5"/>
                    <a:pt x="41" y="15"/>
                  </a:cubicBezTo>
                  <a:cubicBezTo>
                    <a:pt x="47" y="22"/>
                    <a:pt x="50" y="31"/>
                    <a:pt x="52" y="39"/>
                  </a:cubicBezTo>
                  <a:cubicBezTo>
                    <a:pt x="53" y="42"/>
                    <a:pt x="54" y="44"/>
                    <a:pt x="55" y="47"/>
                  </a:cubicBezTo>
                  <a:cubicBezTo>
                    <a:pt x="56" y="50"/>
                    <a:pt x="61" y="63"/>
                    <a:pt x="70" y="64"/>
                  </a:cubicBezTo>
                  <a:cubicBezTo>
                    <a:pt x="74" y="65"/>
                    <a:pt x="77" y="69"/>
                    <a:pt x="76" y="73"/>
                  </a:cubicBezTo>
                  <a:cubicBezTo>
                    <a:pt x="76" y="77"/>
                    <a:pt x="72" y="80"/>
                    <a:pt x="68" y="80"/>
                  </a:cubicBezTo>
                  <a:cubicBezTo>
                    <a:pt x="68" y="80"/>
                    <a:pt x="68" y="80"/>
                    <a:pt x="67" y="80"/>
                  </a:cubicBezTo>
                  <a:cubicBezTo>
                    <a:pt x="55" y="78"/>
                    <a:pt x="45" y="68"/>
                    <a:pt x="39" y="52"/>
                  </a:cubicBezTo>
                  <a:cubicBezTo>
                    <a:pt x="39" y="49"/>
                    <a:pt x="38" y="47"/>
                    <a:pt x="37" y="44"/>
                  </a:cubicBezTo>
                  <a:cubicBezTo>
                    <a:pt x="35" y="37"/>
                    <a:pt x="32" y="30"/>
                    <a:pt x="28" y="25"/>
                  </a:cubicBezTo>
                  <a:cubicBezTo>
                    <a:pt x="24" y="20"/>
                    <a:pt x="16" y="16"/>
                    <a:pt x="9" y="17"/>
                  </a:cubicBezTo>
                  <a:cubicBezTo>
                    <a:pt x="5" y="18"/>
                    <a:pt x="1" y="14"/>
                    <a:pt x="0" y="10"/>
                  </a:cubicBezTo>
                  <a:cubicBezTo>
                    <a:pt x="0" y="5"/>
                    <a:pt x="3" y="1"/>
                    <a:pt x="8" y="1"/>
                  </a:cubicBezTo>
                  <a:close/>
                </a:path>
              </a:pathLst>
            </a:custGeom>
            <a:solidFill>
              <a:srgbClr val="FF8E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46"/>
            <p:cNvSpPr>
              <a:spLocks noEditPoints="1"/>
            </p:cNvSpPr>
            <p:nvPr/>
          </p:nvSpPr>
          <p:spPr bwMode="auto">
            <a:xfrm>
              <a:off x="6093506" y="3024637"/>
              <a:ext cx="1007525" cy="2128770"/>
            </a:xfrm>
            <a:custGeom>
              <a:avLst/>
              <a:gdLst>
                <a:gd name="T0" fmla="*/ 42 w 536"/>
                <a:gd name="T1" fmla="*/ 905 h 1132"/>
                <a:gd name="T2" fmla="*/ 30 w 536"/>
                <a:gd name="T3" fmla="*/ 1012 h 1132"/>
                <a:gd name="T4" fmla="*/ 137 w 536"/>
                <a:gd name="T5" fmla="*/ 1132 h 1132"/>
                <a:gd name="T6" fmla="*/ 375 w 536"/>
                <a:gd name="T7" fmla="*/ 1009 h 1132"/>
                <a:gd name="T8" fmla="*/ 468 w 536"/>
                <a:gd name="T9" fmla="*/ 782 h 1132"/>
                <a:gd name="T10" fmla="*/ 511 w 536"/>
                <a:gd name="T11" fmla="*/ 470 h 1132"/>
                <a:gd name="T12" fmla="*/ 430 w 536"/>
                <a:gd name="T13" fmla="*/ 240 h 1132"/>
                <a:gd name="T14" fmla="*/ 274 w 536"/>
                <a:gd name="T15" fmla="*/ 77 h 1132"/>
                <a:gd name="T16" fmla="*/ 36 w 536"/>
                <a:gd name="T17" fmla="*/ 234 h 1132"/>
                <a:gd name="T18" fmla="*/ 25 w 536"/>
                <a:gd name="T19" fmla="*/ 385 h 1132"/>
                <a:gd name="T20" fmla="*/ 31 w 536"/>
                <a:gd name="T21" fmla="*/ 515 h 1132"/>
                <a:gd name="T22" fmla="*/ 15 w 536"/>
                <a:gd name="T23" fmla="*/ 699 h 1132"/>
                <a:gd name="T24" fmla="*/ 433 w 536"/>
                <a:gd name="T25" fmla="*/ 377 h 1132"/>
                <a:gd name="T26" fmla="*/ 334 w 536"/>
                <a:gd name="T27" fmla="*/ 516 h 1132"/>
                <a:gd name="T28" fmla="*/ 205 w 536"/>
                <a:gd name="T29" fmla="*/ 568 h 1132"/>
                <a:gd name="T30" fmla="*/ 33 w 536"/>
                <a:gd name="T31" fmla="*/ 640 h 1132"/>
                <a:gd name="T32" fmla="*/ 98 w 536"/>
                <a:gd name="T33" fmla="*/ 435 h 1132"/>
                <a:gd name="T34" fmla="*/ 48 w 536"/>
                <a:gd name="T35" fmla="*/ 432 h 1132"/>
                <a:gd name="T36" fmla="*/ 35 w 536"/>
                <a:gd name="T37" fmla="*/ 279 h 1132"/>
                <a:gd name="T38" fmla="*/ 63 w 536"/>
                <a:gd name="T39" fmla="*/ 214 h 1132"/>
                <a:gd name="T40" fmla="*/ 162 w 536"/>
                <a:gd name="T41" fmla="*/ 21 h 1132"/>
                <a:gd name="T42" fmla="*/ 367 w 536"/>
                <a:gd name="T43" fmla="*/ 132 h 1132"/>
                <a:gd name="T44" fmla="*/ 258 w 536"/>
                <a:gd name="T45" fmla="*/ 161 h 1132"/>
                <a:gd name="T46" fmla="*/ 181 w 536"/>
                <a:gd name="T47" fmla="*/ 161 h 1132"/>
                <a:gd name="T48" fmla="*/ 152 w 536"/>
                <a:gd name="T49" fmla="*/ 114 h 1132"/>
                <a:gd name="T50" fmla="*/ 177 w 536"/>
                <a:gd name="T51" fmla="*/ 178 h 1132"/>
                <a:gd name="T52" fmla="*/ 179 w 536"/>
                <a:gd name="T53" fmla="*/ 268 h 1132"/>
                <a:gd name="T54" fmla="*/ 192 w 536"/>
                <a:gd name="T55" fmla="*/ 371 h 1132"/>
                <a:gd name="T56" fmla="*/ 193 w 536"/>
                <a:gd name="T57" fmla="*/ 421 h 1132"/>
                <a:gd name="T58" fmla="*/ 132 w 536"/>
                <a:gd name="T59" fmla="*/ 464 h 1132"/>
                <a:gd name="T60" fmla="*/ 166 w 536"/>
                <a:gd name="T61" fmla="*/ 484 h 1132"/>
                <a:gd name="T62" fmla="*/ 179 w 536"/>
                <a:gd name="T63" fmla="*/ 516 h 1132"/>
                <a:gd name="T64" fmla="*/ 194 w 536"/>
                <a:gd name="T65" fmla="*/ 470 h 1132"/>
                <a:gd name="T66" fmla="*/ 229 w 536"/>
                <a:gd name="T67" fmla="*/ 340 h 1132"/>
                <a:gd name="T68" fmla="*/ 193 w 536"/>
                <a:gd name="T69" fmla="*/ 176 h 1132"/>
                <a:gd name="T70" fmla="*/ 251 w 536"/>
                <a:gd name="T71" fmla="*/ 176 h 1132"/>
                <a:gd name="T72" fmla="*/ 293 w 536"/>
                <a:gd name="T73" fmla="*/ 255 h 1132"/>
                <a:gd name="T74" fmla="*/ 309 w 536"/>
                <a:gd name="T75" fmla="*/ 258 h 1132"/>
                <a:gd name="T76" fmla="*/ 30 w 536"/>
                <a:gd name="T77" fmla="*/ 702 h 1132"/>
                <a:gd name="T78" fmla="*/ 65 w 536"/>
                <a:gd name="T79" fmla="*/ 676 h 1132"/>
                <a:gd name="T80" fmla="*/ 304 w 536"/>
                <a:gd name="T81" fmla="*/ 536 h 1132"/>
                <a:gd name="T82" fmla="*/ 385 w 536"/>
                <a:gd name="T83" fmla="*/ 464 h 1132"/>
                <a:gd name="T84" fmla="*/ 500 w 536"/>
                <a:gd name="T85" fmla="*/ 438 h 1132"/>
                <a:gd name="T86" fmla="*/ 472 w 536"/>
                <a:gd name="T87" fmla="*/ 499 h 1132"/>
                <a:gd name="T88" fmla="*/ 441 w 536"/>
                <a:gd name="T89" fmla="*/ 682 h 1132"/>
                <a:gd name="T90" fmla="*/ 474 w 536"/>
                <a:gd name="T91" fmla="*/ 654 h 1132"/>
                <a:gd name="T92" fmla="*/ 425 w 536"/>
                <a:gd name="T93" fmla="*/ 808 h 1132"/>
                <a:gd name="T94" fmla="*/ 436 w 536"/>
                <a:gd name="T95" fmla="*/ 899 h 1132"/>
                <a:gd name="T96" fmla="*/ 375 w 536"/>
                <a:gd name="T97" fmla="*/ 943 h 1132"/>
                <a:gd name="T98" fmla="*/ 336 w 536"/>
                <a:gd name="T99" fmla="*/ 994 h 1132"/>
                <a:gd name="T100" fmla="*/ 266 w 536"/>
                <a:gd name="T101" fmla="*/ 1073 h 1132"/>
                <a:gd name="T102" fmla="*/ 45 w 536"/>
                <a:gd name="T103" fmla="*/ 1037 h 1132"/>
                <a:gd name="T104" fmla="*/ 69 w 536"/>
                <a:gd name="T105" fmla="*/ 1030 h 1132"/>
                <a:gd name="T106" fmla="*/ 43 w 536"/>
                <a:gd name="T107" fmla="*/ 951 h 1132"/>
                <a:gd name="T108" fmla="*/ 96 w 536"/>
                <a:gd name="T109" fmla="*/ 917 h 1132"/>
                <a:gd name="T110" fmla="*/ 44 w 536"/>
                <a:gd name="T111" fmla="*/ 793 h 1132"/>
                <a:gd name="T112" fmla="*/ 65 w 536"/>
                <a:gd name="T113" fmla="*/ 785 h 1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36" h="1132">
                  <a:moveTo>
                    <a:pt x="28" y="775"/>
                  </a:moveTo>
                  <a:cubicBezTo>
                    <a:pt x="29" y="777"/>
                    <a:pt x="30" y="778"/>
                    <a:pt x="31" y="780"/>
                  </a:cubicBezTo>
                  <a:cubicBezTo>
                    <a:pt x="20" y="806"/>
                    <a:pt x="24" y="836"/>
                    <a:pt x="30" y="866"/>
                  </a:cubicBezTo>
                  <a:cubicBezTo>
                    <a:pt x="32" y="878"/>
                    <a:pt x="35" y="892"/>
                    <a:pt x="42" y="905"/>
                  </a:cubicBezTo>
                  <a:cubicBezTo>
                    <a:pt x="41" y="906"/>
                    <a:pt x="41" y="908"/>
                    <a:pt x="42" y="909"/>
                  </a:cubicBezTo>
                  <a:cubicBezTo>
                    <a:pt x="34" y="921"/>
                    <a:pt x="29" y="935"/>
                    <a:pt x="27" y="949"/>
                  </a:cubicBezTo>
                  <a:cubicBezTo>
                    <a:pt x="25" y="958"/>
                    <a:pt x="25" y="967"/>
                    <a:pt x="25" y="975"/>
                  </a:cubicBezTo>
                  <a:cubicBezTo>
                    <a:pt x="25" y="987"/>
                    <a:pt x="26" y="1000"/>
                    <a:pt x="30" y="1012"/>
                  </a:cubicBezTo>
                  <a:cubicBezTo>
                    <a:pt x="30" y="1013"/>
                    <a:pt x="31" y="1015"/>
                    <a:pt x="31" y="1016"/>
                  </a:cubicBezTo>
                  <a:cubicBezTo>
                    <a:pt x="21" y="1046"/>
                    <a:pt x="41" y="1076"/>
                    <a:pt x="54" y="1091"/>
                  </a:cubicBezTo>
                  <a:cubicBezTo>
                    <a:pt x="70" y="1108"/>
                    <a:pt x="85" y="1120"/>
                    <a:pt x="101" y="1126"/>
                  </a:cubicBezTo>
                  <a:cubicBezTo>
                    <a:pt x="113" y="1130"/>
                    <a:pt x="125" y="1132"/>
                    <a:pt x="137" y="1132"/>
                  </a:cubicBezTo>
                  <a:cubicBezTo>
                    <a:pt x="161" y="1132"/>
                    <a:pt x="186" y="1125"/>
                    <a:pt x="208" y="1117"/>
                  </a:cubicBezTo>
                  <a:cubicBezTo>
                    <a:pt x="231" y="1109"/>
                    <a:pt x="254" y="1101"/>
                    <a:pt x="275" y="1087"/>
                  </a:cubicBezTo>
                  <a:cubicBezTo>
                    <a:pt x="292" y="1076"/>
                    <a:pt x="307" y="1062"/>
                    <a:pt x="319" y="1046"/>
                  </a:cubicBezTo>
                  <a:cubicBezTo>
                    <a:pt x="341" y="1041"/>
                    <a:pt x="361" y="1028"/>
                    <a:pt x="375" y="1009"/>
                  </a:cubicBezTo>
                  <a:cubicBezTo>
                    <a:pt x="386" y="993"/>
                    <a:pt x="393" y="973"/>
                    <a:pt x="392" y="953"/>
                  </a:cubicBezTo>
                  <a:cubicBezTo>
                    <a:pt x="403" y="954"/>
                    <a:pt x="416" y="950"/>
                    <a:pt x="426" y="942"/>
                  </a:cubicBezTo>
                  <a:cubicBezTo>
                    <a:pt x="438" y="932"/>
                    <a:pt x="446" y="917"/>
                    <a:pt x="451" y="905"/>
                  </a:cubicBezTo>
                  <a:cubicBezTo>
                    <a:pt x="467" y="866"/>
                    <a:pt x="473" y="824"/>
                    <a:pt x="468" y="782"/>
                  </a:cubicBezTo>
                  <a:cubicBezTo>
                    <a:pt x="472" y="775"/>
                    <a:pt x="476" y="768"/>
                    <a:pt x="479" y="759"/>
                  </a:cubicBezTo>
                  <a:cubicBezTo>
                    <a:pt x="494" y="721"/>
                    <a:pt x="498" y="680"/>
                    <a:pt x="491" y="639"/>
                  </a:cubicBezTo>
                  <a:cubicBezTo>
                    <a:pt x="491" y="638"/>
                    <a:pt x="491" y="637"/>
                    <a:pt x="490" y="636"/>
                  </a:cubicBezTo>
                  <a:cubicBezTo>
                    <a:pt x="527" y="588"/>
                    <a:pt x="536" y="518"/>
                    <a:pt x="511" y="470"/>
                  </a:cubicBezTo>
                  <a:cubicBezTo>
                    <a:pt x="515" y="459"/>
                    <a:pt x="516" y="447"/>
                    <a:pt x="516" y="438"/>
                  </a:cubicBezTo>
                  <a:cubicBezTo>
                    <a:pt x="516" y="411"/>
                    <a:pt x="509" y="392"/>
                    <a:pt x="495" y="381"/>
                  </a:cubicBezTo>
                  <a:cubicBezTo>
                    <a:pt x="491" y="378"/>
                    <a:pt x="486" y="375"/>
                    <a:pt x="481" y="373"/>
                  </a:cubicBezTo>
                  <a:cubicBezTo>
                    <a:pt x="490" y="316"/>
                    <a:pt x="472" y="268"/>
                    <a:pt x="430" y="240"/>
                  </a:cubicBezTo>
                  <a:cubicBezTo>
                    <a:pt x="420" y="233"/>
                    <a:pt x="409" y="228"/>
                    <a:pt x="398" y="224"/>
                  </a:cubicBezTo>
                  <a:cubicBezTo>
                    <a:pt x="412" y="181"/>
                    <a:pt x="396" y="145"/>
                    <a:pt x="380" y="122"/>
                  </a:cubicBezTo>
                  <a:cubicBezTo>
                    <a:pt x="350" y="81"/>
                    <a:pt x="298" y="78"/>
                    <a:pt x="278" y="78"/>
                  </a:cubicBezTo>
                  <a:cubicBezTo>
                    <a:pt x="276" y="77"/>
                    <a:pt x="275" y="77"/>
                    <a:pt x="274" y="77"/>
                  </a:cubicBezTo>
                  <a:cubicBezTo>
                    <a:pt x="272" y="76"/>
                    <a:pt x="270" y="72"/>
                    <a:pt x="268" y="68"/>
                  </a:cubicBezTo>
                  <a:cubicBezTo>
                    <a:pt x="255" y="49"/>
                    <a:pt x="233" y="12"/>
                    <a:pt x="164" y="5"/>
                  </a:cubicBezTo>
                  <a:cubicBezTo>
                    <a:pt x="138" y="2"/>
                    <a:pt x="110" y="0"/>
                    <a:pt x="87" y="13"/>
                  </a:cubicBezTo>
                  <a:cubicBezTo>
                    <a:pt x="9" y="54"/>
                    <a:pt x="0" y="156"/>
                    <a:pt x="36" y="234"/>
                  </a:cubicBezTo>
                  <a:cubicBezTo>
                    <a:pt x="27" y="247"/>
                    <a:pt x="21" y="262"/>
                    <a:pt x="19" y="277"/>
                  </a:cubicBezTo>
                  <a:cubicBezTo>
                    <a:pt x="16" y="297"/>
                    <a:pt x="19" y="316"/>
                    <a:pt x="22" y="335"/>
                  </a:cubicBezTo>
                  <a:cubicBezTo>
                    <a:pt x="23" y="345"/>
                    <a:pt x="25" y="356"/>
                    <a:pt x="25" y="366"/>
                  </a:cubicBezTo>
                  <a:cubicBezTo>
                    <a:pt x="26" y="372"/>
                    <a:pt x="25" y="378"/>
                    <a:pt x="25" y="385"/>
                  </a:cubicBezTo>
                  <a:cubicBezTo>
                    <a:pt x="25" y="402"/>
                    <a:pt x="25" y="421"/>
                    <a:pt x="33" y="438"/>
                  </a:cubicBezTo>
                  <a:cubicBezTo>
                    <a:pt x="37" y="450"/>
                    <a:pt x="46" y="459"/>
                    <a:pt x="55" y="462"/>
                  </a:cubicBezTo>
                  <a:cubicBezTo>
                    <a:pt x="51" y="471"/>
                    <a:pt x="47" y="480"/>
                    <a:pt x="43" y="489"/>
                  </a:cubicBezTo>
                  <a:cubicBezTo>
                    <a:pt x="39" y="497"/>
                    <a:pt x="35" y="506"/>
                    <a:pt x="31" y="515"/>
                  </a:cubicBezTo>
                  <a:cubicBezTo>
                    <a:pt x="15" y="555"/>
                    <a:pt x="10" y="599"/>
                    <a:pt x="17" y="643"/>
                  </a:cubicBezTo>
                  <a:cubicBezTo>
                    <a:pt x="18" y="651"/>
                    <a:pt x="20" y="659"/>
                    <a:pt x="26" y="666"/>
                  </a:cubicBezTo>
                  <a:cubicBezTo>
                    <a:pt x="27" y="667"/>
                    <a:pt x="29" y="668"/>
                    <a:pt x="30" y="669"/>
                  </a:cubicBezTo>
                  <a:cubicBezTo>
                    <a:pt x="22" y="677"/>
                    <a:pt x="17" y="687"/>
                    <a:pt x="15" y="699"/>
                  </a:cubicBezTo>
                  <a:cubicBezTo>
                    <a:pt x="12" y="713"/>
                    <a:pt x="14" y="727"/>
                    <a:pt x="16" y="738"/>
                  </a:cubicBezTo>
                  <a:cubicBezTo>
                    <a:pt x="18" y="749"/>
                    <a:pt x="21" y="763"/>
                    <a:pt x="28" y="775"/>
                  </a:cubicBezTo>
                  <a:close/>
                  <a:moveTo>
                    <a:pt x="465" y="371"/>
                  </a:moveTo>
                  <a:cubicBezTo>
                    <a:pt x="454" y="370"/>
                    <a:pt x="443" y="373"/>
                    <a:pt x="433" y="377"/>
                  </a:cubicBezTo>
                  <a:cubicBezTo>
                    <a:pt x="411" y="386"/>
                    <a:pt x="392" y="404"/>
                    <a:pt x="381" y="426"/>
                  </a:cubicBezTo>
                  <a:cubicBezTo>
                    <a:pt x="376" y="437"/>
                    <a:pt x="372" y="448"/>
                    <a:pt x="369" y="460"/>
                  </a:cubicBezTo>
                  <a:cubicBezTo>
                    <a:pt x="367" y="466"/>
                    <a:pt x="366" y="473"/>
                    <a:pt x="363" y="479"/>
                  </a:cubicBezTo>
                  <a:cubicBezTo>
                    <a:pt x="359" y="492"/>
                    <a:pt x="350" y="510"/>
                    <a:pt x="334" y="516"/>
                  </a:cubicBezTo>
                  <a:cubicBezTo>
                    <a:pt x="326" y="519"/>
                    <a:pt x="317" y="520"/>
                    <a:pt x="307" y="520"/>
                  </a:cubicBezTo>
                  <a:cubicBezTo>
                    <a:pt x="304" y="520"/>
                    <a:pt x="304" y="520"/>
                    <a:pt x="304" y="520"/>
                  </a:cubicBezTo>
                  <a:cubicBezTo>
                    <a:pt x="284" y="521"/>
                    <a:pt x="258" y="523"/>
                    <a:pt x="237" y="537"/>
                  </a:cubicBezTo>
                  <a:cubicBezTo>
                    <a:pt x="224" y="545"/>
                    <a:pt x="214" y="557"/>
                    <a:pt x="205" y="568"/>
                  </a:cubicBezTo>
                  <a:cubicBezTo>
                    <a:pt x="202" y="572"/>
                    <a:pt x="202" y="572"/>
                    <a:pt x="202" y="572"/>
                  </a:cubicBezTo>
                  <a:cubicBezTo>
                    <a:pt x="156" y="625"/>
                    <a:pt x="110" y="654"/>
                    <a:pt x="63" y="660"/>
                  </a:cubicBezTo>
                  <a:cubicBezTo>
                    <a:pt x="51" y="661"/>
                    <a:pt x="43" y="660"/>
                    <a:pt x="38" y="655"/>
                  </a:cubicBezTo>
                  <a:cubicBezTo>
                    <a:pt x="35" y="651"/>
                    <a:pt x="34" y="645"/>
                    <a:pt x="33" y="640"/>
                  </a:cubicBezTo>
                  <a:cubicBezTo>
                    <a:pt x="26" y="600"/>
                    <a:pt x="31" y="558"/>
                    <a:pt x="46" y="521"/>
                  </a:cubicBezTo>
                  <a:cubicBezTo>
                    <a:pt x="50" y="512"/>
                    <a:pt x="54" y="504"/>
                    <a:pt x="58" y="495"/>
                  </a:cubicBezTo>
                  <a:cubicBezTo>
                    <a:pt x="63" y="485"/>
                    <a:pt x="68" y="473"/>
                    <a:pt x="72" y="462"/>
                  </a:cubicBezTo>
                  <a:cubicBezTo>
                    <a:pt x="86" y="457"/>
                    <a:pt x="94" y="442"/>
                    <a:pt x="98" y="435"/>
                  </a:cubicBezTo>
                  <a:cubicBezTo>
                    <a:pt x="100" y="431"/>
                    <a:pt x="99" y="426"/>
                    <a:pt x="95" y="424"/>
                  </a:cubicBezTo>
                  <a:cubicBezTo>
                    <a:pt x="91" y="422"/>
                    <a:pt x="86" y="423"/>
                    <a:pt x="84" y="427"/>
                  </a:cubicBezTo>
                  <a:cubicBezTo>
                    <a:pt x="76" y="441"/>
                    <a:pt x="69" y="447"/>
                    <a:pt x="62" y="447"/>
                  </a:cubicBezTo>
                  <a:cubicBezTo>
                    <a:pt x="56" y="447"/>
                    <a:pt x="50" y="439"/>
                    <a:pt x="48" y="432"/>
                  </a:cubicBezTo>
                  <a:cubicBezTo>
                    <a:pt x="42" y="418"/>
                    <a:pt x="42" y="402"/>
                    <a:pt x="42" y="385"/>
                  </a:cubicBezTo>
                  <a:cubicBezTo>
                    <a:pt x="42" y="378"/>
                    <a:pt x="42" y="372"/>
                    <a:pt x="41" y="365"/>
                  </a:cubicBezTo>
                  <a:cubicBezTo>
                    <a:pt x="41" y="354"/>
                    <a:pt x="39" y="343"/>
                    <a:pt x="38" y="333"/>
                  </a:cubicBezTo>
                  <a:cubicBezTo>
                    <a:pt x="35" y="314"/>
                    <a:pt x="33" y="297"/>
                    <a:pt x="35" y="279"/>
                  </a:cubicBezTo>
                  <a:cubicBezTo>
                    <a:pt x="37" y="266"/>
                    <a:pt x="42" y="253"/>
                    <a:pt x="50" y="241"/>
                  </a:cubicBezTo>
                  <a:cubicBezTo>
                    <a:pt x="51" y="240"/>
                    <a:pt x="52" y="239"/>
                    <a:pt x="53" y="237"/>
                  </a:cubicBezTo>
                  <a:cubicBezTo>
                    <a:pt x="56" y="233"/>
                    <a:pt x="59" y="229"/>
                    <a:pt x="63" y="226"/>
                  </a:cubicBezTo>
                  <a:cubicBezTo>
                    <a:pt x="66" y="223"/>
                    <a:pt x="66" y="218"/>
                    <a:pt x="63" y="214"/>
                  </a:cubicBezTo>
                  <a:cubicBezTo>
                    <a:pt x="60" y="211"/>
                    <a:pt x="55" y="211"/>
                    <a:pt x="51" y="214"/>
                  </a:cubicBezTo>
                  <a:cubicBezTo>
                    <a:pt x="50" y="216"/>
                    <a:pt x="48" y="217"/>
                    <a:pt x="47" y="219"/>
                  </a:cubicBezTo>
                  <a:cubicBezTo>
                    <a:pt x="18" y="150"/>
                    <a:pt x="28" y="62"/>
                    <a:pt x="94" y="27"/>
                  </a:cubicBezTo>
                  <a:cubicBezTo>
                    <a:pt x="114" y="16"/>
                    <a:pt x="138" y="18"/>
                    <a:pt x="162" y="21"/>
                  </a:cubicBezTo>
                  <a:cubicBezTo>
                    <a:pt x="223" y="27"/>
                    <a:pt x="242" y="58"/>
                    <a:pt x="254" y="77"/>
                  </a:cubicBezTo>
                  <a:cubicBezTo>
                    <a:pt x="259" y="85"/>
                    <a:pt x="263" y="91"/>
                    <a:pt x="269" y="93"/>
                  </a:cubicBezTo>
                  <a:cubicBezTo>
                    <a:pt x="271" y="93"/>
                    <a:pt x="273" y="94"/>
                    <a:pt x="277" y="94"/>
                  </a:cubicBezTo>
                  <a:cubicBezTo>
                    <a:pt x="295" y="94"/>
                    <a:pt x="342" y="96"/>
                    <a:pt x="367" y="132"/>
                  </a:cubicBezTo>
                  <a:cubicBezTo>
                    <a:pt x="387" y="160"/>
                    <a:pt x="392" y="190"/>
                    <a:pt x="382" y="220"/>
                  </a:cubicBezTo>
                  <a:cubicBezTo>
                    <a:pt x="360" y="216"/>
                    <a:pt x="337" y="218"/>
                    <a:pt x="318" y="227"/>
                  </a:cubicBezTo>
                  <a:cubicBezTo>
                    <a:pt x="317" y="213"/>
                    <a:pt x="311" y="200"/>
                    <a:pt x="303" y="191"/>
                  </a:cubicBezTo>
                  <a:cubicBezTo>
                    <a:pt x="291" y="177"/>
                    <a:pt x="273" y="169"/>
                    <a:pt x="258" y="161"/>
                  </a:cubicBezTo>
                  <a:cubicBezTo>
                    <a:pt x="234" y="150"/>
                    <a:pt x="234" y="150"/>
                    <a:pt x="234" y="150"/>
                  </a:cubicBezTo>
                  <a:cubicBezTo>
                    <a:pt x="228" y="147"/>
                    <a:pt x="222" y="144"/>
                    <a:pt x="215" y="143"/>
                  </a:cubicBezTo>
                  <a:cubicBezTo>
                    <a:pt x="206" y="142"/>
                    <a:pt x="197" y="145"/>
                    <a:pt x="190" y="151"/>
                  </a:cubicBezTo>
                  <a:cubicBezTo>
                    <a:pt x="186" y="154"/>
                    <a:pt x="183" y="157"/>
                    <a:pt x="181" y="161"/>
                  </a:cubicBezTo>
                  <a:cubicBezTo>
                    <a:pt x="181" y="161"/>
                    <a:pt x="180" y="161"/>
                    <a:pt x="180" y="161"/>
                  </a:cubicBezTo>
                  <a:cubicBezTo>
                    <a:pt x="173" y="163"/>
                    <a:pt x="164" y="159"/>
                    <a:pt x="159" y="151"/>
                  </a:cubicBezTo>
                  <a:cubicBezTo>
                    <a:pt x="155" y="144"/>
                    <a:pt x="154" y="134"/>
                    <a:pt x="157" y="124"/>
                  </a:cubicBezTo>
                  <a:cubicBezTo>
                    <a:pt x="159" y="120"/>
                    <a:pt x="157" y="115"/>
                    <a:pt x="152" y="114"/>
                  </a:cubicBezTo>
                  <a:cubicBezTo>
                    <a:pt x="148" y="112"/>
                    <a:pt x="144" y="115"/>
                    <a:pt x="142" y="119"/>
                  </a:cubicBezTo>
                  <a:cubicBezTo>
                    <a:pt x="137" y="133"/>
                    <a:pt x="138" y="148"/>
                    <a:pt x="145" y="160"/>
                  </a:cubicBezTo>
                  <a:cubicBezTo>
                    <a:pt x="152" y="171"/>
                    <a:pt x="164" y="178"/>
                    <a:pt x="176" y="178"/>
                  </a:cubicBezTo>
                  <a:cubicBezTo>
                    <a:pt x="176" y="178"/>
                    <a:pt x="176" y="178"/>
                    <a:pt x="177" y="178"/>
                  </a:cubicBezTo>
                  <a:cubicBezTo>
                    <a:pt x="177" y="189"/>
                    <a:pt x="182" y="198"/>
                    <a:pt x="186" y="207"/>
                  </a:cubicBezTo>
                  <a:cubicBezTo>
                    <a:pt x="189" y="212"/>
                    <a:pt x="191" y="217"/>
                    <a:pt x="193" y="222"/>
                  </a:cubicBezTo>
                  <a:cubicBezTo>
                    <a:pt x="197" y="236"/>
                    <a:pt x="193" y="253"/>
                    <a:pt x="182" y="263"/>
                  </a:cubicBezTo>
                  <a:cubicBezTo>
                    <a:pt x="180" y="265"/>
                    <a:pt x="180" y="267"/>
                    <a:pt x="179" y="268"/>
                  </a:cubicBezTo>
                  <a:cubicBezTo>
                    <a:pt x="178" y="269"/>
                    <a:pt x="177" y="270"/>
                    <a:pt x="177" y="272"/>
                  </a:cubicBezTo>
                  <a:cubicBezTo>
                    <a:pt x="175" y="276"/>
                    <a:pt x="177" y="281"/>
                    <a:pt x="181" y="282"/>
                  </a:cubicBezTo>
                  <a:cubicBezTo>
                    <a:pt x="199" y="289"/>
                    <a:pt x="217" y="315"/>
                    <a:pt x="213" y="337"/>
                  </a:cubicBezTo>
                  <a:cubicBezTo>
                    <a:pt x="210" y="353"/>
                    <a:pt x="200" y="365"/>
                    <a:pt x="192" y="371"/>
                  </a:cubicBezTo>
                  <a:cubicBezTo>
                    <a:pt x="187" y="373"/>
                    <a:pt x="184" y="374"/>
                    <a:pt x="183" y="373"/>
                  </a:cubicBezTo>
                  <a:cubicBezTo>
                    <a:pt x="179" y="372"/>
                    <a:pt x="175" y="374"/>
                    <a:pt x="173" y="378"/>
                  </a:cubicBezTo>
                  <a:cubicBezTo>
                    <a:pt x="172" y="381"/>
                    <a:pt x="173" y="385"/>
                    <a:pt x="176" y="388"/>
                  </a:cubicBezTo>
                  <a:cubicBezTo>
                    <a:pt x="186" y="395"/>
                    <a:pt x="192" y="407"/>
                    <a:pt x="193" y="421"/>
                  </a:cubicBezTo>
                  <a:cubicBezTo>
                    <a:pt x="194" y="431"/>
                    <a:pt x="193" y="449"/>
                    <a:pt x="183" y="457"/>
                  </a:cubicBezTo>
                  <a:cubicBezTo>
                    <a:pt x="182" y="458"/>
                    <a:pt x="182" y="459"/>
                    <a:pt x="181" y="460"/>
                  </a:cubicBezTo>
                  <a:cubicBezTo>
                    <a:pt x="179" y="460"/>
                    <a:pt x="177" y="461"/>
                    <a:pt x="176" y="463"/>
                  </a:cubicBezTo>
                  <a:cubicBezTo>
                    <a:pt x="156" y="475"/>
                    <a:pt x="136" y="467"/>
                    <a:pt x="132" y="464"/>
                  </a:cubicBezTo>
                  <a:cubicBezTo>
                    <a:pt x="128" y="461"/>
                    <a:pt x="123" y="462"/>
                    <a:pt x="121" y="466"/>
                  </a:cubicBezTo>
                  <a:cubicBezTo>
                    <a:pt x="118" y="469"/>
                    <a:pt x="119" y="474"/>
                    <a:pt x="123" y="477"/>
                  </a:cubicBezTo>
                  <a:cubicBezTo>
                    <a:pt x="129" y="481"/>
                    <a:pt x="140" y="485"/>
                    <a:pt x="153" y="485"/>
                  </a:cubicBezTo>
                  <a:cubicBezTo>
                    <a:pt x="157" y="485"/>
                    <a:pt x="162" y="485"/>
                    <a:pt x="166" y="484"/>
                  </a:cubicBezTo>
                  <a:cubicBezTo>
                    <a:pt x="163" y="495"/>
                    <a:pt x="163" y="506"/>
                    <a:pt x="163" y="516"/>
                  </a:cubicBezTo>
                  <a:cubicBezTo>
                    <a:pt x="163" y="520"/>
                    <a:pt x="167" y="524"/>
                    <a:pt x="171" y="524"/>
                  </a:cubicBezTo>
                  <a:cubicBezTo>
                    <a:pt x="171" y="524"/>
                    <a:pt x="171" y="524"/>
                    <a:pt x="171" y="524"/>
                  </a:cubicBezTo>
                  <a:cubicBezTo>
                    <a:pt x="176" y="524"/>
                    <a:pt x="179" y="520"/>
                    <a:pt x="179" y="516"/>
                  </a:cubicBezTo>
                  <a:cubicBezTo>
                    <a:pt x="179" y="505"/>
                    <a:pt x="179" y="493"/>
                    <a:pt x="183" y="483"/>
                  </a:cubicBezTo>
                  <a:cubicBezTo>
                    <a:pt x="184" y="482"/>
                    <a:pt x="185" y="480"/>
                    <a:pt x="186" y="479"/>
                  </a:cubicBezTo>
                  <a:cubicBezTo>
                    <a:pt x="187" y="477"/>
                    <a:pt x="188" y="475"/>
                    <a:pt x="189" y="474"/>
                  </a:cubicBezTo>
                  <a:cubicBezTo>
                    <a:pt x="190" y="472"/>
                    <a:pt x="192" y="471"/>
                    <a:pt x="194" y="470"/>
                  </a:cubicBezTo>
                  <a:cubicBezTo>
                    <a:pt x="209" y="457"/>
                    <a:pt x="210" y="436"/>
                    <a:pt x="209" y="420"/>
                  </a:cubicBezTo>
                  <a:cubicBezTo>
                    <a:pt x="208" y="407"/>
                    <a:pt x="204" y="396"/>
                    <a:pt x="197" y="386"/>
                  </a:cubicBezTo>
                  <a:cubicBezTo>
                    <a:pt x="198" y="386"/>
                    <a:pt x="199" y="385"/>
                    <a:pt x="200" y="384"/>
                  </a:cubicBezTo>
                  <a:cubicBezTo>
                    <a:pt x="214" y="375"/>
                    <a:pt x="226" y="358"/>
                    <a:pt x="229" y="340"/>
                  </a:cubicBezTo>
                  <a:cubicBezTo>
                    <a:pt x="234" y="313"/>
                    <a:pt x="217" y="285"/>
                    <a:pt x="196" y="272"/>
                  </a:cubicBezTo>
                  <a:cubicBezTo>
                    <a:pt x="209" y="257"/>
                    <a:pt x="214" y="235"/>
                    <a:pt x="208" y="217"/>
                  </a:cubicBezTo>
                  <a:cubicBezTo>
                    <a:pt x="206" y="211"/>
                    <a:pt x="203" y="205"/>
                    <a:pt x="201" y="200"/>
                  </a:cubicBezTo>
                  <a:cubicBezTo>
                    <a:pt x="196" y="191"/>
                    <a:pt x="192" y="183"/>
                    <a:pt x="193" y="176"/>
                  </a:cubicBezTo>
                  <a:cubicBezTo>
                    <a:pt x="193" y="171"/>
                    <a:pt x="196" y="167"/>
                    <a:pt x="200" y="164"/>
                  </a:cubicBezTo>
                  <a:cubicBezTo>
                    <a:pt x="204" y="160"/>
                    <a:pt x="209" y="159"/>
                    <a:pt x="213" y="159"/>
                  </a:cubicBezTo>
                  <a:cubicBezTo>
                    <a:pt x="218" y="160"/>
                    <a:pt x="222" y="162"/>
                    <a:pt x="227" y="164"/>
                  </a:cubicBezTo>
                  <a:cubicBezTo>
                    <a:pt x="251" y="176"/>
                    <a:pt x="251" y="176"/>
                    <a:pt x="251" y="176"/>
                  </a:cubicBezTo>
                  <a:cubicBezTo>
                    <a:pt x="266" y="183"/>
                    <a:pt x="281" y="190"/>
                    <a:pt x="291" y="202"/>
                  </a:cubicBezTo>
                  <a:cubicBezTo>
                    <a:pt x="299" y="211"/>
                    <a:pt x="305" y="227"/>
                    <a:pt x="299" y="240"/>
                  </a:cubicBezTo>
                  <a:cubicBezTo>
                    <a:pt x="299" y="240"/>
                    <a:pt x="298" y="241"/>
                    <a:pt x="298" y="242"/>
                  </a:cubicBezTo>
                  <a:cubicBezTo>
                    <a:pt x="296" y="245"/>
                    <a:pt x="294" y="250"/>
                    <a:pt x="293" y="255"/>
                  </a:cubicBezTo>
                  <a:cubicBezTo>
                    <a:pt x="290" y="271"/>
                    <a:pt x="294" y="287"/>
                    <a:pt x="303" y="300"/>
                  </a:cubicBezTo>
                  <a:cubicBezTo>
                    <a:pt x="305" y="304"/>
                    <a:pt x="310" y="305"/>
                    <a:pt x="314" y="302"/>
                  </a:cubicBezTo>
                  <a:cubicBezTo>
                    <a:pt x="318" y="300"/>
                    <a:pt x="319" y="295"/>
                    <a:pt x="316" y="291"/>
                  </a:cubicBezTo>
                  <a:cubicBezTo>
                    <a:pt x="307" y="277"/>
                    <a:pt x="308" y="264"/>
                    <a:pt x="309" y="258"/>
                  </a:cubicBezTo>
                  <a:cubicBezTo>
                    <a:pt x="310" y="252"/>
                    <a:pt x="313" y="248"/>
                    <a:pt x="315" y="246"/>
                  </a:cubicBezTo>
                  <a:cubicBezTo>
                    <a:pt x="343" y="228"/>
                    <a:pt x="388" y="231"/>
                    <a:pt x="421" y="253"/>
                  </a:cubicBezTo>
                  <a:cubicBezTo>
                    <a:pt x="443" y="268"/>
                    <a:pt x="476" y="302"/>
                    <a:pt x="465" y="371"/>
                  </a:cubicBezTo>
                  <a:close/>
                  <a:moveTo>
                    <a:pt x="30" y="702"/>
                  </a:moveTo>
                  <a:cubicBezTo>
                    <a:pt x="32" y="692"/>
                    <a:pt x="38" y="683"/>
                    <a:pt x="45" y="678"/>
                  </a:cubicBezTo>
                  <a:cubicBezTo>
                    <a:pt x="46" y="677"/>
                    <a:pt x="47" y="677"/>
                    <a:pt x="47" y="676"/>
                  </a:cubicBezTo>
                  <a:cubicBezTo>
                    <a:pt x="50" y="676"/>
                    <a:pt x="53" y="677"/>
                    <a:pt x="56" y="677"/>
                  </a:cubicBezTo>
                  <a:cubicBezTo>
                    <a:pt x="59" y="677"/>
                    <a:pt x="62" y="676"/>
                    <a:pt x="65" y="676"/>
                  </a:cubicBezTo>
                  <a:cubicBezTo>
                    <a:pt x="116" y="670"/>
                    <a:pt x="165" y="639"/>
                    <a:pt x="214" y="582"/>
                  </a:cubicBezTo>
                  <a:cubicBezTo>
                    <a:pt x="217" y="578"/>
                    <a:pt x="217" y="578"/>
                    <a:pt x="217" y="578"/>
                  </a:cubicBezTo>
                  <a:cubicBezTo>
                    <a:pt x="226" y="568"/>
                    <a:pt x="235" y="558"/>
                    <a:pt x="245" y="551"/>
                  </a:cubicBezTo>
                  <a:cubicBezTo>
                    <a:pt x="263" y="539"/>
                    <a:pt x="286" y="537"/>
                    <a:pt x="304" y="536"/>
                  </a:cubicBezTo>
                  <a:cubicBezTo>
                    <a:pt x="308" y="536"/>
                    <a:pt x="308" y="536"/>
                    <a:pt x="308" y="536"/>
                  </a:cubicBezTo>
                  <a:cubicBezTo>
                    <a:pt x="318" y="536"/>
                    <a:pt x="330" y="535"/>
                    <a:pt x="340" y="531"/>
                  </a:cubicBezTo>
                  <a:cubicBezTo>
                    <a:pt x="357" y="524"/>
                    <a:pt x="370" y="508"/>
                    <a:pt x="379" y="485"/>
                  </a:cubicBezTo>
                  <a:cubicBezTo>
                    <a:pt x="381" y="478"/>
                    <a:pt x="383" y="471"/>
                    <a:pt x="385" y="464"/>
                  </a:cubicBezTo>
                  <a:cubicBezTo>
                    <a:pt x="388" y="453"/>
                    <a:pt x="391" y="443"/>
                    <a:pt x="395" y="433"/>
                  </a:cubicBezTo>
                  <a:cubicBezTo>
                    <a:pt x="404" y="415"/>
                    <a:pt x="421" y="400"/>
                    <a:pt x="440" y="392"/>
                  </a:cubicBezTo>
                  <a:cubicBezTo>
                    <a:pt x="453" y="386"/>
                    <a:pt x="472" y="384"/>
                    <a:pt x="485" y="394"/>
                  </a:cubicBezTo>
                  <a:cubicBezTo>
                    <a:pt x="495" y="402"/>
                    <a:pt x="500" y="416"/>
                    <a:pt x="500" y="438"/>
                  </a:cubicBezTo>
                  <a:cubicBezTo>
                    <a:pt x="500" y="447"/>
                    <a:pt x="499" y="459"/>
                    <a:pt x="494" y="469"/>
                  </a:cubicBezTo>
                  <a:cubicBezTo>
                    <a:pt x="490" y="476"/>
                    <a:pt x="482" y="483"/>
                    <a:pt x="473" y="483"/>
                  </a:cubicBezTo>
                  <a:cubicBezTo>
                    <a:pt x="468" y="482"/>
                    <a:pt x="464" y="486"/>
                    <a:pt x="464" y="490"/>
                  </a:cubicBezTo>
                  <a:cubicBezTo>
                    <a:pt x="464" y="495"/>
                    <a:pt x="467" y="498"/>
                    <a:pt x="472" y="499"/>
                  </a:cubicBezTo>
                  <a:cubicBezTo>
                    <a:pt x="482" y="499"/>
                    <a:pt x="493" y="495"/>
                    <a:pt x="501" y="486"/>
                  </a:cubicBezTo>
                  <a:cubicBezTo>
                    <a:pt x="519" y="533"/>
                    <a:pt x="505" y="601"/>
                    <a:pt x="466" y="640"/>
                  </a:cubicBezTo>
                  <a:cubicBezTo>
                    <a:pt x="465" y="641"/>
                    <a:pt x="464" y="642"/>
                    <a:pt x="463" y="643"/>
                  </a:cubicBezTo>
                  <a:cubicBezTo>
                    <a:pt x="453" y="653"/>
                    <a:pt x="441" y="665"/>
                    <a:pt x="441" y="682"/>
                  </a:cubicBezTo>
                  <a:cubicBezTo>
                    <a:pt x="441" y="686"/>
                    <a:pt x="445" y="690"/>
                    <a:pt x="449" y="690"/>
                  </a:cubicBezTo>
                  <a:cubicBezTo>
                    <a:pt x="449" y="690"/>
                    <a:pt x="449" y="690"/>
                    <a:pt x="450" y="690"/>
                  </a:cubicBezTo>
                  <a:cubicBezTo>
                    <a:pt x="454" y="689"/>
                    <a:pt x="458" y="686"/>
                    <a:pt x="457" y="681"/>
                  </a:cubicBezTo>
                  <a:cubicBezTo>
                    <a:pt x="457" y="672"/>
                    <a:pt x="466" y="663"/>
                    <a:pt x="474" y="654"/>
                  </a:cubicBezTo>
                  <a:cubicBezTo>
                    <a:pt x="475" y="653"/>
                    <a:pt x="476" y="653"/>
                    <a:pt x="477" y="652"/>
                  </a:cubicBezTo>
                  <a:cubicBezTo>
                    <a:pt x="481" y="686"/>
                    <a:pt x="477" y="721"/>
                    <a:pt x="464" y="753"/>
                  </a:cubicBezTo>
                  <a:cubicBezTo>
                    <a:pt x="455" y="776"/>
                    <a:pt x="443" y="791"/>
                    <a:pt x="429" y="797"/>
                  </a:cubicBezTo>
                  <a:cubicBezTo>
                    <a:pt x="425" y="799"/>
                    <a:pt x="423" y="804"/>
                    <a:pt x="425" y="808"/>
                  </a:cubicBezTo>
                  <a:cubicBezTo>
                    <a:pt x="426" y="811"/>
                    <a:pt x="429" y="813"/>
                    <a:pt x="432" y="813"/>
                  </a:cubicBezTo>
                  <a:cubicBezTo>
                    <a:pt x="433" y="813"/>
                    <a:pt x="434" y="813"/>
                    <a:pt x="435" y="812"/>
                  </a:cubicBezTo>
                  <a:cubicBezTo>
                    <a:pt x="442" y="809"/>
                    <a:pt x="448" y="805"/>
                    <a:pt x="453" y="800"/>
                  </a:cubicBezTo>
                  <a:cubicBezTo>
                    <a:pt x="455" y="834"/>
                    <a:pt x="449" y="868"/>
                    <a:pt x="436" y="899"/>
                  </a:cubicBezTo>
                  <a:cubicBezTo>
                    <a:pt x="432" y="909"/>
                    <a:pt x="426" y="921"/>
                    <a:pt x="416" y="929"/>
                  </a:cubicBezTo>
                  <a:cubicBezTo>
                    <a:pt x="408" y="935"/>
                    <a:pt x="396" y="939"/>
                    <a:pt x="387" y="935"/>
                  </a:cubicBezTo>
                  <a:cubicBezTo>
                    <a:pt x="384" y="933"/>
                    <a:pt x="381" y="934"/>
                    <a:pt x="378" y="935"/>
                  </a:cubicBezTo>
                  <a:cubicBezTo>
                    <a:pt x="376" y="937"/>
                    <a:pt x="375" y="940"/>
                    <a:pt x="375" y="943"/>
                  </a:cubicBezTo>
                  <a:cubicBezTo>
                    <a:pt x="378" y="963"/>
                    <a:pt x="373" y="984"/>
                    <a:pt x="361" y="1000"/>
                  </a:cubicBezTo>
                  <a:cubicBezTo>
                    <a:pt x="354" y="1010"/>
                    <a:pt x="344" y="1019"/>
                    <a:pt x="332" y="1024"/>
                  </a:cubicBezTo>
                  <a:cubicBezTo>
                    <a:pt x="335" y="1018"/>
                    <a:pt x="338" y="1011"/>
                    <a:pt x="341" y="1005"/>
                  </a:cubicBezTo>
                  <a:cubicBezTo>
                    <a:pt x="342" y="1000"/>
                    <a:pt x="340" y="996"/>
                    <a:pt x="336" y="994"/>
                  </a:cubicBezTo>
                  <a:cubicBezTo>
                    <a:pt x="332" y="993"/>
                    <a:pt x="327" y="995"/>
                    <a:pt x="326" y="999"/>
                  </a:cubicBezTo>
                  <a:cubicBezTo>
                    <a:pt x="321" y="1011"/>
                    <a:pt x="316" y="1021"/>
                    <a:pt x="309" y="1032"/>
                  </a:cubicBezTo>
                  <a:cubicBezTo>
                    <a:pt x="307" y="1033"/>
                    <a:pt x="306" y="1034"/>
                    <a:pt x="305" y="1037"/>
                  </a:cubicBezTo>
                  <a:cubicBezTo>
                    <a:pt x="295" y="1051"/>
                    <a:pt x="282" y="1064"/>
                    <a:pt x="266" y="1073"/>
                  </a:cubicBezTo>
                  <a:cubicBezTo>
                    <a:pt x="247" y="1086"/>
                    <a:pt x="224" y="1094"/>
                    <a:pt x="203" y="1102"/>
                  </a:cubicBezTo>
                  <a:cubicBezTo>
                    <a:pt x="172" y="1112"/>
                    <a:pt x="137" y="1123"/>
                    <a:pt x="107" y="1111"/>
                  </a:cubicBezTo>
                  <a:cubicBezTo>
                    <a:pt x="93" y="1105"/>
                    <a:pt x="80" y="1095"/>
                    <a:pt x="67" y="1080"/>
                  </a:cubicBezTo>
                  <a:cubicBezTo>
                    <a:pt x="58" y="1070"/>
                    <a:pt x="46" y="1054"/>
                    <a:pt x="45" y="1037"/>
                  </a:cubicBezTo>
                  <a:cubicBezTo>
                    <a:pt x="48" y="1040"/>
                    <a:pt x="52" y="1042"/>
                    <a:pt x="56" y="1044"/>
                  </a:cubicBezTo>
                  <a:cubicBezTo>
                    <a:pt x="58" y="1045"/>
                    <a:pt x="60" y="1046"/>
                    <a:pt x="62" y="1046"/>
                  </a:cubicBezTo>
                  <a:cubicBezTo>
                    <a:pt x="65" y="1046"/>
                    <a:pt x="68" y="1044"/>
                    <a:pt x="70" y="1042"/>
                  </a:cubicBezTo>
                  <a:cubicBezTo>
                    <a:pt x="73" y="1038"/>
                    <a:pt x="72" y="1033"/>
                    <a:pt x="69" y="1030"/>
                  </a:cubicBezTo>
                  <a:cubicBezTo>
                    <a:pt x="66" y="1029"/>
                    <a:pt x="64" y="1028"/>
                    <a:pt x="61" y="1029"/>
                  </a:cubicBezTo>
                  <a:cubicBezTo>
                    <a:pt x="54" y="1025"/>
                    <a:pt x="48" y="1017"/>
                    <a:pt x="45" y="1007"/>
                  </a:cubicBezTo>
                  <a:cubicBezTo>
                    <a:pt x="42" y="997"/>
                    <a:pt x="42" y="985"/>
                    <a:pt x="42" y="974"/>
                  </a:cubicBezTo>
                  <a:cubicBezTo>
                    <a:pt x="41" y="967"/>
                    <a:pt x="42" y="959"/>
                    <a:pt x="43" y="951"/>
                  </a:cubicBezTo>
                  <a:cubicBezTo>
                    <a:pt x="44" y="940"/>
                    <a:pt x="48" y="929"/>
                    <a:pt x="54" y="919"/>
                  </a:cubicBezTo>
                  <a:cubicBezTo>
                    <a:pt x="62" y="925"/>
                    <a:pt x="71" y="929"/>
                    <a:pt x="80" y="929"/>
                  </a:cubicBezTo>
                  <a:cubicBezTo>
                    <a:pt x="84" y="929"/>
                    <a:pt x="88" y="928"/>
                    <a:pt x="91" y="927"/>
                  </a:cubicBezTo>
                  <a:cubicBezTo>
                    <a:pt x="96" y="925"/>
                    <a:pt x="98" y="921"/>
                    <a:pt x="96" y="917"/>
                  </a:cubicBezTo>
                  <a:cubicBezTo>
                    <a:pt x="95" y="912"/>
                    <a:pt x="90" y="910"/>
                    <a:pt x="86" y="912"/>
                  </a:cubicBezTo>
                  <a:cubicBezTo>
                    <a:pt x="76" y="916"/>
                    <a:pt x="64" y="909"/>
                    <a:pt x="58" y="900"/>
                  </a:cubicBezTo>
                  <a:cubicBezTo>
                    <a:pt x="51" y="890"/>
                    <a:pt x="48" y="876"/>
                    <a:pt x="46" y="863"/>
                  </a:cubicBezTo>
                  <a:cubicBezTo>
                    <a:pt x="41" y="838"/>
                    <a:pt x="38" y="814"/>
                    <a:pt x="44" y="793"/>
                  </a:cubicBezTo>
                  <a:cubicBezTo>
                    <a:pt x="49" y="797"/>
                    <a:pt x="55" y="799"/>
                    <a:pt x="61" y="801"/>
                  </a:cubicBezTo>
                  <a:cubicBezTo>
                    <a:pt x="62" y="801"/>
                    <a:pt x="63" y="801"/>
                    <a:pt x="63" y="801"/>
                  </a:cubicBezTo>
                  <a:cubicBezTo>
                    <a:pt x="67" y="801"/>
                    <a:pt x="70" y="798"/>
                    <a:pt x="71" y="795"/>
                  </a:cubicBezTo>
                  <a:cubicBezTo>
                    <a:pt x="72" y="790"/>
                    <a:pt x="69" y="786"/>
                    <a:pt x="65" y="785"/>
                  </a:cubicBezTo>
                  <a:cubicBezTo>
                    <a:pt x="56" y="783"/>
                    <a:pt x="48" y="776"/>
                    <a:pt x="42" y="767"/>
                  </a:cubicBezTo>
                  <a:cubicBezTo>
                    <a:pt x="36" y="757"/>
                    <a:pt x="33" y="745"/>
                    <a:pt x="32" y="735"/>
                  </a:cubicBezTo>
                  <a:cubicBezTo>
                    <a:pt x="30" y="726"/>
                    <a:pt x="28" y="714"/>
                    <a:pt x="30" y="702"/>
                  </a:cubicBezTo>
                  <a:close/>
                </a:path>
              </a:pathLst>
            </a:custGeom>
            <a:solidFill>
              <a:srgbClr val="FF8E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42" name="Freeform 47"/>
          <p:cNvSpPr>
            <a:spLocks/>
          </p:cNvSpPr>
          <p:nvPr/>
        </p:nvSpPr>
        <p:spPr bwMode="auto">
          <a:xfrm>
            <a:off x="4617133" y="1981200"/>
            <a:ext cx="1413528" cy="1021490"/>
          </a:xfrm>
          <a:custGeom>
            <a:avLst/>
            <a:gdLst>
              <a:gd name="T0" fmla="*/ 752 w 752"/>
              <a:gd name="T1" fmla="*/ 0 h 543"/>
              <a:gd name="T2" fmla="*/ 0 w 752"/>
              <a:gd name="T3" fmla="*/ 312 h 543"/>
              <a:gd name="T4" fmla="*/ 230 w 752"/>
              <a:gd name="T5" fmla="*/ 543 h 543"/>
              <a:gd name="T6" fmla="*/ 438 w 752"/>
              <a:gd name="T7" fmla="*/ 403 h 543"/>
              <a:gd name="T8" fmla="*/ 538 w 752"/>
              <a:gd name="T9" fmla="*/ 517 h 543"/>
              <a:gd name="T10" fmla="*/ 529 w 752"/>
              <a:gd name="T11" fmla="*/ 366 h 543"/>
              <a:gd name="T12" fmla="*/ 752 w 752"/>
              <a:gd name="T13" fmla="*/ 326 h 543"/>
              <a:gd name="T14" fmla="*/ 752 w 752"/>
              <a:gd name="T15" fmla="*/ 0 h 5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2" h="543">
                <a:moveTo>
                  <a:pt x="752" y="0"/>
                </a:moveTo>
                <a:cubicBezTo>
                  <a:pt x="461" y="8"/>
                  <a:pt x="197" y="125"/>
                  <a:pt x="0" y="312"/>
                </a:cubicBezTo>
                <a:cubicBezTo>
                  <a:pt x="230" y="543"/>
                  <a:pt x="230" y="543"/>
                  <a:pt x="230" y="543"/>
                </a:cubicBezTo>
                <a:cubicBezTo>
                  <a:pt x="292" y="486"/>
                  <a:pt x="361" y="439"/>
                  <a:pt x="438" y="403"/>
                </a:cubicBezTo>
                <a:cubicBezTo>
                  <a:pt x="538" y="517"/>
                  <a:pt x="538" y="517"/>
                  <a:pt x="538" y="517"/>
                </a:cubicBezTo>
                <a:cubicBezTo>
                  <a:pt x="529" y="366"/>
                  <a:pt x="529" y="366"/>
                  <a:pt x="529" y="366"/>
                </a:cubicBezTo>
                <a:cubicBezTo>
                  <a:pt x="599" y="343"/>
                  <a:pt x="674" y="329"/>
                  <a:pt x="752" y="326"/>
                </a:cubicBezTo>
                <a:lnTo>
                  <a:pt x="752" y="0"/>
                </a:lnTo>
                <a:close/>
              </a:path>
            </a:pathLst>
          </a:custGeom>
          <a:solidFill>
            <a:srgbClr val="64DE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48"/>
          <p:cNvSpPr>
            <a:spLocks/>
          </p:cNvSpPr>
          <p:nvPr/>
        </p:nvSpPr>
        <p:spPr bwMode="auto">
          <a:xfrm>
            <a:off x="3945782" y="2660531"/>
            <a:ext cx="1022489" cy="1413528"/>
          </a:xfrm>
          <a:custGeom>
            <a:avLst/>
            <a:gdLst>
              <a:gd name="T0" fmla="*/ 544 w 544"/>
              <a:gd name="T1" fmla="*/ 515 h 752"/>
              <a:gd name="T2" fmla="*/ 418 w 544"/>
              <a:gd name="T3" fmla="*/ 403 h 752"/>
              <a:gd name="T4" fmla="*/ 539 w 544"/>
              <a:gd name="T5" fmla="*/ 231 h 752"/>
              <a:gd name="T6" fmla="*/ 308 w 544"/>
              <a:gd name="T7" fmla="*/ 0 h 752"/>
              <a:gd name="T8" fmla="*/ 0 w 544"/>
              <a:gd name="T9" fmla="*/ 752 h 752"/>
              <a:gd name="T10" fmla="*/ 326 w 544"/>
              <a:gd name="T11" fmla="*/ 752 h 752"/>
              <a:gd name="T12" fmla="*/ 374 w 544"/>
              <a:gd name="T13" fmla="*/ 504 h 752"/>
              <a:gd name="T14" fmla="*/ 544 w 544"/>
              <a:gd name="T15" fmla="*/ 515 h 7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4" h="752">
                <a:moveTo>
                  <a:pt x="544" y="515"/>
                </a:moveTo>
                <a:cubicBezTo>
                  <a:pt x="418" y="403"/>
                  <a:pt x="418" y="403"/>
                  <a:pt x="418" y="403"/>
                </a:cubicBezTo>
                <a:cubicBezTo>
                  <a:pt x="451" y="341"/>
                  <a:pt x="491" y="283"/>
                  <a:pt x="539" y="231"/>
                </a:cubicBezTo>
                <a:cubicBezTo>
                  <a:pt x="308" y="0"/>
                  <a:pt x="308" y="0"/>
                  <a:pt x="308" y="0"/>
                </a:cubicBezTo>
                <a:cubicBezTo>
                  <a:pt x="123" y="198"/>
                  <a:pt x="7" y="461"/>
                  <a:pt x="0" y="752"/>
                </a:cubicBezTo>
                <a:cubicBezTo>
                  <a:pt x="326" y="752"/>
                  <a:pt x="326" y="752"/>
                  <a:pt x="326" y="752"/>
                </a:cubicBezTo>
                <a:cubicBezTo>
                  <a:pt x="329" y="665"/>
                  <a:pt x="346" y="582"/>
                  <a:pt x="374" y="504"/>
                </a:cubicBezTo>
                <a:lnTo>
                  <a:pt x="544" y="515"/>
                </a:lnTo>
                <a:close/>
              </a:path>
            </a:pathLst>
          </a:custGeom>
          <a:solidFill>
            <a:srgbClr val="65D4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49"/>
          <p:cNvSpPr>
            <a:spLocks/>
          </p:cNvSpPr>
          <p:nvPr/>
        </p:nvSpPr>
        <p:spPr bwMode="auto">
          <a:xfrm>
            <a:off x="3945782" y="4203740"/>
            <a:ext cx="1021491" cy="1404549"/>
          </a:xfrm>
          <a:custGeom>
            <a:avLst/>
            <a:gdLst>
              <a:gd name="T0" fmla="*/ 402 w 543"/>
              <a:gd name="T1" fmla="*/ 308 h 747"/>
              <a:gd name="T2" fmla="*/ 535 w 543"/>
              <a:gd name="T3" fmla="*/ 192 h 747"/>
              <a:gd name="T4" fmla="*/ 361 w 543"/>
              <a:gd name="T5" fmla="*/ 203 h 747"/>
              <a:gd name="T6" fmla="*/ 326 w 543"/>
              <a:gd name="T7" fmla="*/ 0 h 747"/>
              <a:gd name="T8" fmla="*/ 0 w 543"/>
              <a:gd name="T9" fmla="*/ 0 h 747"/>
              <a:gd name="T10" fmla="*/ 312 w 543"/>
              <a:gd name="T11" fmla="*/ 747 h 747"/>
              <a:gd name="T12" fmla="*/ 543 w 543"/>
              <a:gd name="T13" fmla="*/ 517 h 747"/>
              <a:gd name="T14" fmla="*/ 402 w 543"/>
              <a:gd name="T15" fmla="*/ 308 h 7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3" h="747">
                <a:moveTo>
                  <a:pt x="402" y="308"/>
                </a:moveTo>
                <a:cubicBezTo>
                  <a:pt x="535" y="192"/>
                  <a:pt x="535" y="192"/>
                  <a:pt x="535" y="192"/>
                </a:cubicBezTo>
                <a:cubicBezTo>
                  <a:pt x="361" y="203"/>
                  <a:pt x="361" y="203"/>
                  <a:pt x="361" y="203"/>
                </a:cubicBezTo>
                <a:cubicBezTo>
                  <a:pt x="342" y="138"/>
                  <a:pt x="329" y="70"/>
                  <a:pt x="326" y="0"/>
                </a:cubicBezTo>
                <a:cubicBezTo>
                  <a:pt x="0" y="0"/>
                  <a:pt x="0" y="0"/>
                  <a:pt x="0" y="0"/>
                </a:cubicBezTo>
                <a:cubicBezTo>
                  <a:pt x="10" y="289"/>
                  <a:pt x="127" y="551"/>
                  <a:pt x="312" y="747"/>
                </a:cubicBezTo>
                <a:cubicBezTo>
                  <a:pt x="543" y="517"/>
                  <a:pt x="543" y="517"/>
                  <a:pt x="543" y="517"/>
                </a:cubicBezTo>
                <a:cubicBezTo>
                  <a:pt x="486" y="455"/>
                  <a:pt x="438" y="385"/>
                  <a:pt x="402" y="308"/>
                </a:cubicBezTo>
                <a:close/>
              </a:path>
            </a:pathLst>
          </a:custGeom>
          <a:solidFill>
            <a:srgbClr val="34B2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50"/>
          <p:cNvSpPr>
            <a:spLocks/>
          </p:cNvSpPr>
          <p:nvPr/>
        </p:nvSpPr>
        <p:spPr bwMode="auto">
          <a:xfrm>
            <a:off x="4625113" y="5255157"/>
            <a:ext cx="1405547" cy="1024483"/>
          </a:xfrm>
          <a:custGeom>
            <a:avLst/>
            <a:gdLst>
              <a:gd name="T0" fmla="*/ 521 w 748"/>
              <a:gd name="T1" fmla="*/ 177 h 545"/>
              <a:gd name="T2" fmla="*/ 533 w 748"/>
              <a:gd name="T3" fmla="*/ 0 h 545"/>
              <a:gd name="T4" fmla="*/ 415 w 748"/>
              <a:gd name="T5" fmla="*/ 133 h 545"/>
              <a:gd name="T6" fmla="*/ 231 w 748"/>
              <a:gd name="T7" fmla="*/ 6 h 545"/>
              <a:gd name="T8" fmla="*/ 0 w 748"/>
              <a:gd name="T9" fmla="*/ 237 h 545"/>
              <a:gd name="T10" fmla="*/ 748 w 748"/>
              <a:gd name="T11" fmla="*/ 545 h 545"/>
              <a:gd name="T12" fmla="*/ 748 w 748"/>
              <a:gd name="T13" fmla="*/ 219 h 545"/>
              <a:gd name="T14" fmla="*/ 521 w 748"/>
              <a:gd name="T15" fmla="*/ 177 h 5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8" h="545">
                <a:moveTo>
                  <a:pt x="521" y="177"/>
                </a:moveTo>
                <a:cubicBezTo>
                  <a:pt x="533" y="0"/>
                  <a:pt x="533" y="0"/>
                  <a:pt x="533" y="0"/>
                </a:cubicBezTo>
                <a:cubicBezTo>
                  <a:pt x="415" y="133"/>
                  <a:pt x="415" y="133"/>
                  <a:pt x="415" y="133"/>
                </a:cubicBezTo>
                <a:cubicBezTo>
                  <a:pt x="348" y="99"/>
                  <a:pt x="286" y="57"/>
                  <a:pt x="231" y="6"/>
                </a:cubicBezTo>
                <a:cubicBezTo>
                  <a:pt x="0" y="237"/>
                  <a:pt x="0" y="237"/>
                  <a:pt x="0" y="237"/>
                </a:cubicBezTo>
                <a:cubicBezTo>
                  <a:pt x="197" y="421"/>
                  <a:pt x="459" y="537"/>
                  <a:pt x="748" y="545"/>
                </a:cubicBezTo>
                <a:cubicBezTo>
                  <a:pt x="748" y="219"/>
                  <a:pt x="748" y="219"/>
                  <a:pt x="748" y="219"/>
                </a:cubicBezTo>
                <a:cubicBezTo>
                  <a:pt x="669" y="216"/>
                  <a:pt x="593" y="201"/>
                  <a:pt x="521" y="177"/>
                </a:cubicBezTo>
                <a:close/>
              </a:path>
            </a:pathLst>
          </a:custGeom>
          <a:solidFill>
            <a:srgbClr val="0854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51"/>
          <p:cNvSpPr>
            <a:spLocks/>
          </p:cNvSpPr>
          <p:nvPr/>
        </p:nvSpPr>
        <p:spPr bwMode="auto">
          <a:xfrm>
            <a:off x="6161340" y="5255157"/>
            <a:ext cx="1404550" cy="1024483"/>
          </a:xfrm>
          <a:custGeom>
            <a:avLst/>
            <a:gdLst>
              <a:gd name="T0" fmla="*/ 516 w 747"/>
              <a:gd name="T1" fmla="*/ 6 h 545"/>
              <a:gd name="T2" fmla="*/ 332 w 747"/>
              <a:gd name="T3" fmla="*/ 133 h 545"/>
              <a:gd name="T4" fmla="*/ 215 w 747"/>
              <a:gd name="T5" fmla="*/ 0 h 545"/>
              <a:gd name="T6" fmla="*/ 226 w 747"/>
              <a:gd name="T7" fmla="*/ 177 h 545"/>
              <a:gd name="T8" fmla="*/ 0 w 747"/>
              <a:gd name="T9" fmla="*/ 219 h 545"/>
              <a:gd name="T10" fmla="*/ 0 w 747"/>
              <a:gd name="T11" fmla="*/ 545 h 545"/>
              <a:gd name="T12" fmla="*/ 747 w 747"/>
              <a:gd name="T13" fmla="*/ 237 h 545"/>
              <a:gd name="T14" fmla="*/ 516 w 747"/>
              <a:gd name="T15" fmla="*/ 6 h 5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7" h="545">
                <a:moveTo>
                  <a:pt x="516" y="6"/>
                </a:moveTo>
                <a:cubicBezTo>
                  <a:pt x="461" y="57"/>
                  <a:pt x="399" y="100"/>
                  <a:pt x="332" y="133"/>
                </a:cubicBezTo>
                <a:cubicBezTo>
                  <a:pt x="215" y="0"/>
                  <a:pt x="215" y="0"/>
                  <a:pt x="215" y="0"/>
                </a:cubicBezTo>
                <a:cubicBezTo>
                  <a:pt x="226" y="177"/>
                  <a:pt x="226" y="177"/>
                  <a:pt x="226" y="177"/>
                </a:cubicBezTo>
                <a:cubicBezTo>
                  <a:pt x="154" y="201"/>
                  <a:pt x="79" y="216"/>
                  <a:pt x="0" y="219"/>
                </a:cubicBezTo>
                <a:cubicBezTo>
                  <a:pt x="0" y="545"/>
                  <a:pt x="0" y="545"/>
                  <a:pt x="0" y="545"/>
                </a:cubicBezTo>
                <a:cubicBezTo>
                  <a:pt x="288" y="537"/>
                  <a:pt x="550" y="421"/>
                  <a:pt x="747" y="237"/>
                </a:cubicBezTo>
                <a:lnTo>
                  <a:pt x="516" y="6"/>
                </a:lnTo>
                <a:close/>
              </a:path>
            </a:pathLst>
          </a:custGeom>
          <a:solidFill>
            <a:srgbClr val="8D12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52"/>
          <p:cNvSpPr>
            <a:spLocks/>
          </p:cNvSpPr>
          <p:nvPr/>
        </p:nvSpPr>
        <p:spPr bwMode="auto">
          <a:xfrm>
            <a:off x="7222732" y="4203740"/>
            <a:ext cx="1021491" cy="1404549"/>
          </a:xfrm>
          <a:custGeom>
            <a:avLst/>
            <a:gdLst>
              <a:gd name="T0" fmla="*/ 217 w 543"/>
              <a:gd name="T1" fmla="*/ 0 h 747"/>
              <a:gd name="T2" fmla="*/ 180 w 543"/>
              <a:gd name="T3" fmla="*/ 210 h 747"/>
              <a:gd name="T4" fmla="*/ 6 w 543"/>
              <a:gd name="T5" fmla="*/ 199 h 747"/>
              <a:gd name="T6" fmla="*/ 138 w 543"/>
              <a:gd name="T7" fmla="*/ 315 h 747"/>
              <a:gd name="T8" fmla="*/ 0 w 543"/>
              <a:gd name="T9" fmla="*/ 517 h 747"/>
              <a:gd name="T10" fmla="*/ 231 w 543"/>
              <a:gd name="T11" fmla="*/ 747 h 747"/>
              <a:gd name="T12" fmla="*/ 543 w 543"/>
              <a:gd name="T13" fmla="*/ 0 h 747"/>
              <a:gd name="T14" fmla="*/ 217 w 543"/>
              <a:gd name="T15" fmla="*/ 0 h 7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3" h="747">
                <a:moveTo>
                  <a:pt x="217" y="0"/>
                </a:moveTo>
                <a:cubicBezTo>
                  <a:pt x="214" y="73"/>
                  <a:pt x="201" y="143"/>
                  <a:pt x="180" y="210"/>
                </a:cubicBezTo>
                <a:cubicBezTo>
                  <a:pt x="6" y="199"/>
                  <a:pt x="6" y="199"/>
                  <a:pt x="6" y="199"/>
                </a:cubicBezTo>
                <a:cubicBezTo>
                  <a:pt x="138" y="315"/>
                  <a:pt x="138" y="315"/>
                  <a:pt x="138" y="315"/>
                </a:cubicBezTo>
                <a:cubicBezTo>
                  <a:pt x="102" y="389"/>
                  <a:pt x="56" y="457"/>
                  <a:pt x="0" y="517"/>
                </a:cubicBezTo>
                <a:cubicBezTo>
                  <a:pt x="231" y="747"/>
                  <a:pt x="231" y="747"/>
                  <a:pt x="231" y="747"/>
                </a:cubicBezTo>
                <a:cubicBezTo>
                  <a:pt x="417" y="551"/>
                  <a:pt x="534" y="289"/>
                  <a:pt x="543" y="0"/>
                </a:cubicBezTo>
                <a:lnTo>
                  <a:pt x="217" y="0"/>
                </a:lnTo>
                <a:close/>
              </a:path>
            </a:pathLst>
          </a:custGeom>
          <a:solidFill>
            <a:srgbClr val="EA4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53"/>
          <p:cNvSpPr>
            <a:spLocks/>
          </p:cNvSpPr>
          <p:nvPr/>
        </p:nvSpPr>
        <p:spPr bwMode="auto">
          <a:xfrm>
            <a:off x="7222732" y="2660531"/>
            <a:ext cx="1023486" cy="1413528"/>
          </a:xfrm>
          <a:custGeom>
            <a:avLst/>
            <a:gdLst>
              <a:gd name="T0" fmla="*/ 544 w 544"/>
              <a:gd name="T1" fmla="*/ 752 h 752"/>
              <a:gd name="T2" fmla="*/ 235 w 544"/>
              <a:gd name="T3" fmla="*/ 0 h 752"/>
              <a:gd name="T4" fmla="*/ 5 w 544"/>
              <a:gd name="T5" fmla="*/ 231 h 752"/>
              <a:gd name="T6" fmla="*/ 130 w 544"/>
              <a:gd name="T7" fmla="*/ 413 h 752"/>
              <a:gd name="T8" fmla="*/ 0 w 544"/>
              <a:gd name="T9" fmla="*/ 527 h 752"/>
              <a:gd name="T10" fmla="*/ 174 w 544"/>
              <a:gd name="T11" fmla="*/ 517 h 752"/>
              <a:gd name="T12" fmla="*/ 218 w 544"/>
              <a:gd name="T13" fmla="*/ 752 h 752"/>
              <a:gd name="T14" fmla="*/ 544 w 544"/>
              <a:gd name="T15" fmla="*/ 752 h 7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4" h="752">
                <a:moveTo>
                  <a:pt x="544" y="752"/>
                </a:moveTo>
                <a:cubicBezTo>
                  <a:pt x="536" y="461"/>
                  <a:pt x="420" y="198"/>
                  <a:pt x="235" y="0"/>
                </a:cubicBezTo>
                <a:cubicBezTo>
                  <a:pt x="5" y="231"/>
                  <a:pt x="5" y="231"/>
                  <a:pt x="5" y="231"/>
                </a:cubicBezTo>
                <a:cubicBezTo>
                  <a:pt x="54" y="285"/>
                  <a:pt x="97" y="346"/>
                  <a:pt x="130" y="413"/>
                </a:cubicBezTo>
                <a:cubicBezTo>
                  <a:pt x="0" y="527"/>
                  <a:pt x="0" y="527"/>
                  <a:pt x="0" y="527"/>
                </a:cubicBezTo>
                <a:cubicBezTo>
                  <a:pt x="174" y="517"/>
                  <a:pt x="174" y="517"/>
                  <a:pt x="174" y="517"/>
                </a:cubicBezTo>
                <a:cubicBezTo>
                  <a:pt x="200" y="591"/>
                  <a:pt x="215" y="670"/>
                  <a:pt x="218" y="752"/>
                </a:cubicBezTo>
                <a:lnTo>
                  <a:pt x="544" y="752"/>
                </a:lnTo>
                <a:close/>
              </a:path>
            </a:pathLst>
          </a:custGeom>
          <a:solidFill>
            <a:srgbClr val="FF8E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54"/>
          <p:cNvSpPr>
            <a:spLocks/>
          </p:cNvSpPr>
          <p:nvPr/>
        </p:nvSpPr>
        <p:spPr bwMode="auto">
          <a:xfrm>
            <a:off x="6161340" y="1981200"/>
            <a:ext cx="1411533" cy="1021490"/>
          </a:xfrm>
          <a:custGeom>
            <a:avLst/>
            <a:gdLst>
              <a:gd name="T0" fmla="*/ 751 w 751"/>
              <a:gd name="T1" fmla="*/ 312 h 543"/>
              <a:gd name="T2" fmla="*/ 0 w 751"/>
              <a:gd name="T3" fmla="*/ 0 h 543"/>
              <a:gd name="T4" fmla="*/ 0 w 751"/>
              <a:gd name="T5" fmla="*/ 326 h 543"/>
              <a:gd name="T6" fmla="*/ 230 w 751"/>
              <a:gd name="T7" fmla="*/ 369 h 543"/>
              <a:gd name="T8" fmla="*/ 220 w 751"/>
              <a:gd name="T9" fmla="*/ 520 h 543"/>
              <a:gd name="T10" fmla="*/ 321 w 751"/>
              <a:gd name="T11" fmla="*/ 406 h 543"/>
              <a:gd name="T12" fmla="*/ 521 w 751"/>
              <a:gd name="T13" fmla="*/ 543 h 543"/>
              <a:gd name="T14" fmla="*/ 751 w 751"/>
              <a:gd name="T15" fmla="*/ 312 h 5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1" h="543">
                <a:moveTo>
                  <a:pt x="751" y="312"/>
                </a:moveTo>
                <a:cubicBezTo>
                  <a:pt x="554" y="125"/>
                  <a:pt x="291" y="8"/>
                  <a:pt x="0" y="0"/>
                </a:cubicBezTo>
                <a:cubicBezTo>
                  <a:pt x="0" y="326"/>
                  <a:pt x="0" y="326"/>
                  <a:pt x="0" y="326"/>
                </a:cubicBezTo>
                <a:cubicBezTo>
                  <a:pt x="80" y="329"/>
                  <a:pt x="157" y="344"/>
                  <a:pt x="230" y="369"/>
                </a:cubicBezTo>
                <a:cubicBezTo>
                  <a:pt x="220" y="520"/>
                  <a:pt x="220" y="520"/>
                  <a:pt x="220" y="520"/>
                </a:cubicBezTo>
                <a:cubicBezTo>
                  <a:pt x="321" y="406"/>
                  <a:pt x="321" y="406"/>
                  <a:pt x="321" y="406"/>
                </a:cubicBezTo>
                <a:cubicBezTo>
                  <a:pt x="394" y="442"/>
                  <a:pt x="462" y="488"/>
                  <a:pt x="521" y="543"/>
                </a:cubicBezTo>
                <a:lnTo>
                  <a:pt x="751" y="312"/>
                </a:lnTo>
                <a:close/>
              </a:path>
            </a:pathLst>
          </a:custGeom>
          <a:solidFill>
            <a:srgbClr val="FFC9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55"/>
          <p:cNvSpPr>
            <a:spLocks/>
          </p:cNvSpPr>
          <p:nvPr/>
        </p:nvSpPr>
        <p:spPr bwMode="auto">
          <a:xfrm>
            <a:off x="4217115" y="4786308"/>
            <a:ext cx="87784" cy="88782"/>
          </a:xfrm>
          <a:custGeom>
            <a:avLst/>
            <a:gdLst>
              <a:gd name="T0" fmla="*/ 0 w 47"/>
              <a:gd name="T1" fmla="*/ 23 h 47"/>
              <a:gd name="T2" fmla="*/ 24 w 47"/>
              <a:gd name="T3" fmla="*/ 0 h 47"/>
              <a:gd name="T4" fmla="*/ 47 w 47"/>
              <a:gd name="T5" fmla="*/ 24 h 47"/>
              <a:gd name="T6" fmla="*/ 23 w 47"/>
              <a:gd name="T7" fmla="*/ 47 h 47"/>
              <a:gd name="T8" fmla="*/ 0 w 47"/>
              <a:gd name="T9" fmla="*/ 23 h 47"/>
            </a:gdLst>
            <a:ahLst/>
            <a:cxnLst>
              <a:cxn ang="0">
                <a:pos x="T0" y="T1"/>
              </a:cxn>
              <a:cxn ang="0">
                <a:pos x="T2" y="T3"/>
              </a:cxn>
              <a:cxn ang="0">
                <a:pos x="T4" y="T5"/>
              </a:cxn>
              <a:cxn ang="0">
                <a:pos x="T6" y="T7"/>
              </a:cxn>
              <a:cxn ang="0">
                <a:pos x="T8" y="T9"/>
              </a:cxn>
            </a:cxnLst>
            <a:rect l="0" t="0" r="r" b="b"/>
            <a:pathLst>
              <a:path w="47" h="47">
                <a:moveTo>
                  <a:pt x="0" y="23"/>
                </a:moveTo>
                <a:cubicBezTo>
                  <a:pt x="0" y="10"/>
                  <a:pt x="11" y="0"/>
                  <a:pt x="24" y="0"/>
                </a:cubicBezTo>
                <a:cubicBezTo>
                  <a:pt x="37" y="0"/>
                  <a:pt x="47" y="11"/>
                  <a:pt x="47" y="24"/>
                </a:cubicBezTo>
                <a:cubicBezTo>
                  <a:pt x="47" y="37"/>
                  <a:pt x="36" y="47"/>
                  <a:pt x="23" y="47"/>
                </a:cubicBezTo>
                <a:cubicBezTo>
                  <a:pt x="10" y="47"/>
                  <a:pt x="0" y="36"/>
                  <a:pt x="0" y="23"/>
                </a:cubicBezTo>
                <a:close/>
              </a:path>
            </a:pathLst>
          </a:custGeom>
          <a:solidFill>
            <a:srgbClr val="F4F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56"/>
          <p:cNvSpPr>
            <a:spLocks/>
          </p:cNvSpPr>
          <p:nvPr/>
        </p:nvSpPr>
        <p:spPr bwMode="auto">
          <a:xfrm>
            <a:off x="4508400" y="4783316"/>
            <a:ext cx="89779" cy="89779"/>
          </a:xfrm>
          <a:custGeom>
            <a:avLst/>
            <a:gdLst>
              <a:gd name="T0" fmla="*/ 0 w 48"/>
              <a:gd name="T1" fmla="*/ 23 h 48"/>
              <a:gd name="T2" fmla="*/ 24 w 48"/>
              <a:gd name="T3" fmla="*/ 0 h 48"/>
              <a:gd name="T4" fmla="*/ 47 w 48"/>
              <a:gd name="T5" fmla="*/ 25 h 48"/>
              <a:gd name="T6" fmla="*/ 23 w 48"/>
              <a:gd name="T7" fmla="*/ 47 h 48"/>
              <a:gd name="T8" fmla="*/ 0 w 48"/>
              <a:gd name="T9" fmla="*/ 23 h 48"/>
            </a:gdLst>
            <a:ahLst/>
            <a:cxnLst>
              <a:cxn ang="0">
                <a:pos x="T0" y="T1"/>
              </a:cxn>
              <a:cxn ang="0">
                <a:pos x="T2" y="T3"/>
              </a:cxn>
              <a:cxn ang="0">
                <a:pos x="T4" y="T5"/>
              </a:cxn>
              <a:cxn ang="0">
                <a:pos x="T6" y="T7"/>
              </a:cxn>
              <a:cxn ang="0">
                <a:pos x="T8" y="T9"/>
              </a:cxn>
            </a:cxnLst>
            <a:rect l="0" t="0" r="r" b="b"/>
            <a:pathLst>
              <a:path w="48" h="48">
                <a:moveTo>
                  <a:pt x="0" y="23"/>
                </a:moveTo>
                <a:cubicBezTo>
                  <a:pt x="1" y="10"/>
                  <a:pt x="11" y="0"/>
                  <a:pt x="24" y="0"/>
                </a:cubicBezTo>
                <a:cubicBezTo>
                  <a:pt x="37" y="1"/>
                  <a:pt x="48" y="12"/>
                  <a:pt x="47" y="25"/>
                </a:cubicBezTo>
                <a:cubicBezTo>
                  <a:pt x="47" y="38"/>
                  <a:pt x="36" y="48"/>
                  <a:pt x="23" y="47"/>
                </a:cubicBezTo>
                <a:cubicBezTo>
                  <a:pt x="10" y="47"/>
                  <a:pt x="0" y="36"/>
                  <a:pt x="0" y="23"/>
                </a:cubicBezTo>
                <a:close/>
              </a:path>
            </a:pathLst>
          </a:custGeom>
          <a:solidFill>
            <a:srgbClr val="F4F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57"/>
          <p:cNvSpPr>
            <a:spLocks noEditPoints="1"/>
          </p:cNvSpPr>
          <p:nvPr/>
        </p:nvSpPr>
        <p:spPr bwMode="auto">
          <a:xfrm>
            <a:off x="4139307" y="4590789"/>
            <a:ext cx="494785" cy="246395"/>
          </a:xfrm>
          <a:custGeom>
            <a:avLst/>
            <a:gdLst>
              <a:gd name="T0" fmla="*/ 237 w 263"/>
              <a:gd name="T1" fmla="*/ 82 h 131"/>
              <a:gd name="T2" fmla="*/ 146 w 263"/>
              <a:gd name="T3" fmla="*/ 1 h 131"/>
              <a:gd name="T4" fmla="*/ 55 w 263"/>
              <a:gd name="T5" fmla="*/ 46 h 131"/>
              <a:gd name="T6" fmla="*/ 0 w 263"/>
              <a:gd name="T7" fmla="*/ 125 h 131"/>
              <a:gd name="T8" fmla="*/ 28 w 263"/>
              <a:gd name="T9" fmla="*/ 126 h 131"/>
              <a:gd name="T10" fmla="*/ 34 w 263"/>
              <a:gd name="T11" fmla="*/ 126 h 131"/>
              <a:gd name="T12" fmla="*/ 65 w 263"/>
              <a:gd name="T13" fmla="*/ 97 h 131"/>
              <a:gd name="T14" fmla="*/ 95 w 263"/>
              <a:gd name="T15" fmla="*/ 128 h 131"/>
              <a:gd name="T16" fmla="*/ 136 w 263"/>
              <a:gd name="T17" fmla="*/ 129 h 131"/>
              <a:gd name="T18" fmla="*/ 190 w 263"/>
              <a:gd name="T19" fmla="*/ 130 h 131"/>
              <a:gd name="T20" fmla="*/ 189 w 263"/>
              <a:gd name="T21" fmla="*/ 125 h 131"/>
              <a:gd name="T22" fmla="*/ 221 w 263"/>
              <a:gd name="T23" fmla="*/ 95 h 131"/>
              <a:gd name="T24" fmla="*/ 250 w 263"/>
              <a:gd name="T25" fmla="*/ 127 h 131"/>
              <a:gd name="T26" fmla="*/ 250 w 263"/>
              <a:gd name="T27" fmla="*/ 131 h 131"/>
              <a:gd name="T28" fmla="*/ 257 w 263"/>
              <a:gd name="T29" fmla="*/ 131 h 131"/>
              <a:gd name="T30" fmla="*/ 237 w 263"/>
              <a:gd name="T31" fmla="*/ 82 h 131"/>
              <a:gd name="T32" fmla="*/ 139 w 263"/>
              <a:gd name="T33" fmla="*/ 59 h 131"/>
              <a:gd name="T34" fmla="*/ 65 w 263"/>
              <a:gd name="T35" fmla="*/ 57 h 131"/>
              <a:gd name="T36" fmla="*/ 140 w 263"/>
              <a:gd name="T37" fmla="*/ 11 h 131"/>
              <a:gd name="T38" fmla="*/ 139 w 263"/>
              <a:gd name="T39" fmla="*/ 59 h 131"/>
              <a:gd name="T40" fmla="*/ 147 w 263"/>
              <a:gd name="T41" fmla="*/ 59 h 131"/>
              <a:gd name="T42" fmla="*/ 148 w 263"/>
              <a:gd name="T43" fmla="*/ 11 h 131"/>
              <a:gd name="T44" fmla="*/ 225 w 263"/>
              <a:gd name="T45" fmla="*/ 61 h 131"/>
              <a:gd name="T46" fmla="*/ 147 w 263"/>
              <a:gd name="T47" fmla="*/ 59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3" h="131">
                <a:moveTo>
                  <a:pt x="237" y="82"/>
                </a:moveTo>
                <a:cubicBezTo>
                  <a:pt x="243" y="28"/>
                  <a:pt x="190" y="2"/>
                  <a:pt x="146" y="1"/>
                </a:cubicBezTo>
                <a:cubicBezTo>
                  <a:pt x="113" y="0"/>
                  <a:pt x="75" y="16"/>
                  <a:pt x="55" y="46"/>
                </a:cubicBezTo>
                <a:cubicBezTo>
                  <a:pt x="26" y="54"/>
                  <a:pt x="3" y="86"/>
                  <a:pt x="0" y="125"/>
                </a:cubicBezTo>
                <a:cubicBezTo>
                  <a:pt x="28" y="126"/>
                  <a:pt x="28" y="126"/>
                  <a:pt x="28" y="126"/>
                </a:cubicBezTo>
                <a:cubicBezTo>
                  <a:pt x="34" y="126"/>
                  <a:pt x="34" y="126"/>
                  <a:pt x="34" y="126"/>
                </a:cubicBezTo>
                <a:cubicBezTo>
                  <a:pt x="35" y="110"/>
                  <a:pt x="49" y="96"/>
                  <a:pt x="65" y="97"/>
                </a:cubicBezTo>
                <a:cubicBezTo>
                  <a:pt x="82" y="97"/>
                  <a:pt x="95" y="111"/>
                  <a:pt x="95" y="128"/>
                </a:cubicBezTo>
                <a:cubicBezTo>
                  <a:pt x="136" y="129"/>
                  <a:pt x="136" y="129"/>
                  <a:pt x="136" y="129"/>
                </a:cubicBezTo>
                <a:cubicBezTo>
                  <a:pt x="190" y="130"/>
                  <a:pt x="190" y="130"/>
                  <a:pt x="190" y="130"/>
                </a:cubicBezTo>
                <a:cubicBezTo>
                  <a:pt x="189" y="129"/>
                  <a:pt x="189" y="127"/>
                  <a:pt x="189" y="125"/>
                </a:cubicBezTo>
                <a:cubicBezTo>
                  <a:pt x="190" y="108"/>
                  <a:pt x="204" y="95"/>
                  <a:pt x="221" y="95"/>
                </a:cubicBezTo>
                <a:cubicBezTo>
                  <a:pt x="237" y="96"/>
                  <a:pt x="251" y="110"/>
                  <a:pt x="250" y="127"/>
                </a:cubicBezTo>
                <a:cubicBezTo>
                  <a:pt x="250" y="128"/>
                  <a:pt x="250" y="130"/>
                  <a:pt x="250" y="131"/>
                </a:cubicBezTo>
                <a:cubicBezTo>
                  <a:pt x="257" y="131"/>
                  <a:pt x="257" y="131"/>
                  <a:pt x="257" y="131"/>
                </a:cubicBezTo>
                <a:cubicBezTo>
                  <a:pt x="263" y="108"/>
                  <a:pt x="249" y="87"/>
                  <a:pt x="237" y="82"/>
                </a:cubicBezTo>
                <a:close/>
                <a:moveTo>
                  <a:pt x="139" y="59"/>
                </a:moveTo>
                <a:cubicBezTo>
                  <a:pt x="65" y="57"/>
                  <a:pt x="65" y="57"/>
                  <a:pt x="65" y="57"/>
                </a:cubicBezTo>
                <a:cubicBezTo>
                  <a:pt x="74" y="31"/>
                  <a:pt x="104" y="12"/>
                  <a:pt x="140" y="11"/>
                </a:cubicBezTo>
                <a:lnTo>
                  <a:pt x="139" y="59"/>
                </a:lnTo>
                <a:close/>
                <a:moveTo>
                  <a:pt x="147" y="59"/>
                </a:moveTo>
                <a:cubicBezTo>
                  <a:pt x="148" y="11"/>
                  <a:pt x="148" y="11"/>
                  <a:pt x="148" y="11"/>
                </a:cubicBezTo>
                <a:cubicBezTo>
                  <a:pt x="186" y="12"/>
                  <a:pt x="217" y="34"/>
                  <a:pt x="225" y="61"/>
                </a:cubicBezTo>
                <a:lnTo>
                  <a:pt x="147" y="59"/>
                </a:lnTo>
                <a:close/>
              </a:path>
            </a:pathLst>
          </a:custGeom>
          <a:solidFill>
            <a:srgbClr val="F4F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58"/>
          <p:cNvSpPr>
            <a:spLocks/>
          </p:cNvSpPr>
          <p:nvPr/>
        </p:nvSpPr>
        <p:spPr bwMode="auto">
          <a:xfrm>
            <a:off x="4276968" y="3230132"/>
            <a:ext cx="212478" cy="400018"/>
          </a:xfrm>
          <a:custGeom>
            <a:avLst/>
            <a:gdLst>
              <a:gd name="T0" fmla="*/ 107 w 113"/>
              <a:gd name="T1" fmla="*/ 68 h 213"/>
              <a:gd name="T2" fmla="*/ 62 w 113"/>
              <a:gd name="T3" fmla="*/ 68 h 213"/>
              <a:gd name="T4" fmla="*/ 62 w 113"/>
              <a:gd name="T5" fmla="*/ 61 h 213"/>
              <a:gd name="T6" fmla="*/ 61 w 113"/>
              <a:gd name="T7" fmla="*/ 45 h 213"/>
              <a:gd name="T8" fmla="*/ 54 w 113"/>
              <a:gd name="T9" fmla="*/ 41 h 213"/>
              <a:gd name="T10" fmla="*/ 48 w 113"/>
              <a:gd name="T11" fmla="*/ 44 h 213"/>
              <a:gd name="T12" fmla="*/ 46 w 113"/>
              <a:gd name="T13" fmla="*/ 54 h 213"/>
              <a:gd name="T14" fmla="*/ 50 w 113"/>
              <a:gd name="T15" fmla="*/ 69 h 213"/>
              <a:gd name="T16" fmla="*/ 74 w 113"/>
              <a:gd name="T17" fmla="*/ 85 h 213"/>
              <a:gd name="T18" fmla="*/ 98 w 113"/>
              <a:gd name="T19" fmla="*/ 101 h 213"/>
              <a:gd name="T20" fmla="*/ 108 w 113"/>
              <a:gd name="T21" fmla="*/ 117 h 213"/>
              <a:gd name="T22" fmla="*/ 113 w 113"/>
              <a:gd name="T23" fmla="*/ 142 h 213"/>
              <a:gd name="T24" fmla="*/ 101 w 113"/>
              <a:gd name="T25" fmla="*/ 179 h 213"/>
              <a:gd name="T26" fmla="*/ 66 w 113"/>
              <a:gd name="T27" fmla="*/ 196 h 213"/>
              <a:gd name="T28" fmla="*/ 66 w 113"/>
              <a:gd name="T29" fmla="*/ 213 h 213"/>
              <a:gd name="T30" fmla="*/ 46 w 113"/>
              <a:gd name="T31" fmla="*/ 213 h 213"/>
              <a:gd name="T32" fmla="*/ 46 w 113"/>
              <a:gd name="T33" fmla="*/ 196 h 213"/>
              <a:gd name="T34" fmla="*/ 14 w 113"/>
              <a:gd name="T35" fmla="*/ 182 h 213"/>
              <a:gd name="T36" fmla="*/ 1 w 113"/>
              <a:gd name="T37" fmla="*/ 140 h 213"/>
              <a:gd name="T38" fmla="*/ 1 w 113"/>
              <a:gd name="T39" fmla="*/ 131 h 213"/>
              <a:gd name="T40" fmla="*/ 46 w 113"/>
              <a:gd name="T41" fmla="*/ 131 h 213"/>
              <a:gd name="T42" fmla="*/ 46 w 113"/>
              <a:gd name="T43" fmla="*/ 142 h 213"/>
              <a:gd name="T44" fmla="*/ 47 w 113"/>
              <a:gd name="T45" fmla="*/ 165 h 213"/>
              <a:gd name="T46" fmla="*/ 54 w 113"/>
              <a:gd name="T47" fmla="*/ 169 h 213"/>
              <a:gd name="T48" fmla="*/ 60 w 113"/>
              <a:gd name="T49" fmla="*/ 166 h 213"/>
              <a:gd name="T50" fmla="*/ 63 w 113"/>
              <a:gd name="T51" fmla="*/ 157 h 213"/>
              <a:gd name="T52" fmla="*/ 61 w 113"/>
              <a:gd name="T53" fmla="*/ 135 h 213"/>
              <a:gd name="T54" fmla="*/ 46 w 113"/>
              <a:gd name="T55" fmla="*/ 121 h 213"/>
              <a:gd name="T56" fmla="*/ 18 w 113"/>
              <a:gd name="T57" fmla="*/ 102 h 213"/>
              <a:gd name="T58" fmla="*/ 5 w 113"/>
              <a:gd name="T59" fmla="*/ 85 h 213"/>
              <a:gd name="T60" fmla="*/ 0 w 113"/>
              <a:gd name="T61" fmla="*/ 60 h 213"/>
              <a:gd name="T62" fmla="*/ 11 w 113"/>
              <a:gd name="T63" fmla="*/ 29 h 213"/>
              <a:gd name="T64" fmla="*/ 46 w 113"/>
              <a:gd name="T65" fmla="*/ 14 h 213"/>
              <a:gd name="T66" fmla="*/ 46 w 113"/>
              <a:gd name="T67" fmla="*/ 0 h 213"/>
              <a:gd name="T68" fmla="*/ 66 w 113"/>
              <a:gd name="T69" fmla="*/ 0 h 213"/>
              <a:gd name="T70" fmla="*/ 66 w 113"/>
              <a:gd name="T71" fmla="*/ 14 h 213"/>
              <a:gd name="T72" fmla="*/ 97 w 113"/>
              <a:gd name="T73" fmla="*/ 28 h 213"/>
              <a:gd name="T74" fmla="*/ 108 w 113"/>
              <a:gd name="T75" fmla="*/ 60 h 213"/>
              <a:gd name="T76" fmla="*/ 107 w 113"/>
              <a:gd name="T77" fmla="*/ 68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3" h="213">
                <a:moveTo>
                  <a:pt x="107" y="68"/>
                </a:moveTo>
                <a:cubicBezTo>
                  <a:pt x="62" y="68"/>
                  <a:pt x="62" y="68"/>
                  <a:pt x="62" y="68"/>
                </a:cubicBezTo>
                <a:cubicBezTo>
                  <a:pt x="62" y="61"/>
                  <a:pt x="62" y="61"/>
                  <a:pt x="62" y="61"/>
                </a:cubicBezTo>
                <a:cubicBezTo>
                  <a:pt x="62" y="53"/>
                  <a:pt x="62" y="47"/>
                  <a:pt x="61" y="45"/>
                </a:cubicBezTo>
                <a:cubicBezTo>
                  <a:pt x="60" y="43"/>
                  <a:pt x="58" y="41"/>
                  <a:pt x="54" y="41"/>
                </a:cubicBezTo>
                <a:cubicBezTo>
                  <a:pt x="51" y="41"/>
                  <a:pt x="49" y="42"/>
                  <a:pt x="48" y="44"/>
                </a:cubicBezTo>
                <a:cubicBezTo>
                  <a:pt x="47" y="47"/>
                  <a:pt x="46" y="50"/>
                  <a:pt x="46" y="54"/>
                </a:cubicBezTo>
                <a:cubicBezTo>
                  <a:pt x="46" y="61"/>
                  <a:pt x="47" y="66"/>
                  <a:pt x="50" y="69"/>
                </a:cubicBezTo>
                <a:cubicBezTo>
                  <a:pt x="53" y="72"/>
                  <a:pt x="61" y="77"/>
                  <a:pt x="74" y="85"/>
                </a:cubicBezTo>
                <a:cubicBezTo>
                  <a:pt x="86" y="92"/>
                  <a:pt x="94" y="97"/>
                  <a:pt x="98" y="101"/>
                </a:cubicBezTo>
                <a:cubicBezTo>
                  <a:pt x="102" y="105"/>
                  <a:pt x="105" y="110"/>
                  <a:pt x="108" y="117"/>
                </a:cubicBezTo>
                <a:cubicBezTo>
                  <a:pt x="111" y="123"/>
                  <a:pt x="113" y="132"/>
                  <a:pt x="113" y="142"/>
                </a:cubicBezTo>
                <a:cubicBezTo>
                  <a:pt x="113" y="158"/>
                  <a:pt x="109" y="170"/>
                  <a:pt x="101" y="179"/>
                </a:cubicBezTo>
                <a:cubicBezTo>
                  <a:pt x="93" y="189"/>
                  <a:pt x="82" y="194"/>
                  <a:pt x="66" y="196"/>
                </a:cubicBezTo>
                <a:cubicBezTo>
                  <a:pt x="66" y="213"/>
                  <a:pt x="66" y="213"/>
                  <a:pt x="66" y="213"/>
                </a:cubicBezTo>
                <a:cubicBezTo>
                  <a:pt x="46" y="213"/>
                  <a:pt x="46" y="213"/>
                  <a:pt x="46" y="213"/>
                </a:cubicBezTo>
                <a:cubicBezTo>
                  <a:pt x="46" y="196"/>
                  <a:pt x="46" y="196"/>
                  <a:pt x="46" y="196"/>
                </a:cubicBezTo>
                <a:cubicBezTo>
                  <a:pt x="34" y="195"/>
                  <a:pt x="23" y="190"/>
                  <a:pt x="14" y="182"/>
                </a:cubicBezTo>
                <a:cubicBezTo>
                  <a:pt x="5" y="174"/>
                  <a:pt x="1" y="160"/>
                  <a:pt x="1" y="140"/>
                </a:cubicBezTo>
                <a:cubicBezTo>
                  <a:pt x="1" y="131"/>
                  <a:pt x="1" y="131"/>
                  <a:pt x="1" y="131"/>
                </a:cubicBezTo>
                <a:cubicBezTo>
                  <a:pt x="46" y="131"/>
                  <a:pt x="46" y="131"/>
                  <a:pt x="46" y="131"/>
                </a:cubicBezTo>
                <a:cubicBezTo>
                  <a:pt x="46" y="142"/>
                  <a:pt x="46" y="142"/>
                  <a:pt x="46" y="142"/>
                </a:cubicBezTo>
                <a:cubicBezTo>
                  <a:pt x="46" y="154"/>
                  <a:pt x="46" y="162"/>
                  <a:pt x="47" y="165"/>
                </a:cubicBezTo>
                <a:cubicBezTo>
                  <a:pt x="48" y="168"/>
                  <a:pt x="50" y="169"/>
                  <a:pt x="54" y="169"/>
                </a:cubicBezTo>
                <a:cubicBezTo>
                  <a:pt x="57" y="169"/>
                  <a:pt x="59" y="168"/>
                  <a:pt x="60" y="166"/>
                </a:cubicBezTo>
                <a:cubicBezTo>
                  <a:pt x="62" y="164"/>
                  <a:pt x="63" y="161"/>
                  <a:pt x="63" y="157"/>
                </a:cubicBezTo>
                <a:cubicBezTo>
                  <a:pt x="63" y="147"/>
                  <a:pt x="62" y="140"/>
                  <a:pt x="61" y="135"/>
                </a:cubicBezTo>
                <a:cubicBezTo>
                  <a:pt x="59" y="131"/>
                  <a:pt x="54" y="126"/>
                  <a:pt x="46" y="121"/>
                </a:cubicBezTo>
                <a:cubicBezTo>
                  <a:pt x="32" y="112"/>
                  <a:pt x="23" y="106"/>
                  <a:pt x="18" y="102"/>
                </a:cubicBezTo>
                <a:cubicBezTo>
                  <a:pt x="13" y="98"/>
                  <a:pt x="9" y="92"/>
                  <a:pt x="5" y="85"/>
                </a:cubicBezTo>
                <a:cubicBezTo>
                  <a:pt x="2" y="78"/>
                  <a:pt x="0" y="69"/>
                  <a:pt x="0" y="60"/>
                </a:cubicBezTo>
                <a:cubicBezTo>
                  <a:pt x="0" y="47"/>
                  <a:pt x="4" y="36"/>
                  <a:pt x="11" y="29"/>
                </a:cubicBezTo>
                <a:cubicBezTo>
                  <a:pt x="19" y="21"/>
                  <a:pt x="30" y="16"/>
                  <a:pt x="46" y="14"/>
                </a:cubicBezTo>
                <a:cubicBezTo>
                  <a:pt x="46" y="0"/>
                  <a:pt x="46" y="0"/>
                  <a:pt x="46" y="0"/>
                </a:cubicBezTo>
                <a:cubicBezTo>
                  <a:pt x="66" y="0"/>
                  <a:pt x="66" y="0"/>
                  <a:pt x="66" y="0"/>
                </a:cubicBezTo>
                <a:cubicBezTo>
                  <a:pt x="66" y="14"/>
                  <a:pt x="66" y="14"/>
                  <a:pt x="66" y="14"/>
                </a:cubicBezTo>
                <a:cubicBezTo>
                  <a:pt x="80" y="16"/>
                  <a:pt x="91" y="21"/>
                  <a:pt x="97" y="28"/>
                </a:cubicBezTo>
                <a:cubicBezTo>
                  <a:pt x="104" y="36"/>
                  <a:pt x="108" y="46"/>
                  <a:pt x="108" y="60"/>
                </a:cubicBezTo>
                <a:cubicBezTo>
                  <a:pt x="108" y="61"/>
                  <a:pt x="108" y="64"/>
                  <a:pt x="107" y="68"/>
                </a:cubicBezTo>
                <a:close/>
              </a:path>
            </a:pathLst>
          </a:custGeom>
          <a:solidFill>
            <a:srgbClr val="F4F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59"/>
          <p:cNvSpPr>
            <a:spLocks noEditPoints="1"/>
          </p:cNvSpPr>
          <p:nvPr/>
        </p:nvSpPr>
        <p:spPr bwMode="auto">
          <a:xfrm>
            <a:off x="5226635" y="5657169"/>
            <a:ext cx="387049" cy="387049"/>
          </a:xfrm>
          <a:custGeom>
            <a:avLst/>
            <a:gdLst>
              <a:gd name="T0" fmla="*/ 206 w 206"/>
              <a:gd name="T1" fmla="*/ 117 h 206"/>
              <a:gd name="T2" fmla="*/ 206 w 206"/>
              <a:gd name="T3" fmla="*/ 89 h 206"/>
              <a:gd name="T4" fmla="*/ 183 w 206"/>
              <a:gd name="T5" fmla="*/ 89 h 206"/>
              <a:gd name="T6" fmla="*/ 170 w 206"/>
              <a:gd name="T7" fmla="*/ 56 h 206"/>
              <a:gd name="T8" fmla="*/ 186 w 206"/>
              <a:gd name="T9" fmla="*/ 40 h 206"/>
              <a:gd name="T10" fmla="*/ 166 w 206"/>
              <a:gd name="T11" fmla="*/ 20 h 206"/>
              <a:gd name="T12" fmla="*/ 150 w 206"/>
              <a:gd name="T13" fmla="*/ 37 h 206"/>
              <a:gd name="T14" fmla="*/ 117 w 206"/>
              <a:gd name="T15" fmla="*/ 23 h 206"/>
              <a:gd name="T16" fmla="*/ 117 w 206"/>
              <a:gd name="T17" fmla="*/ 0 h 206"/>
              <a:gd name="T18" fmla="*/ 89 w 206"/>
              <a:gd name="T19" fmla="*/ 0 h 206"/>
              <a:gd name="T20" fmla="*/ 89 w 206"/>
              <a:gd name="T21" fmla="*/ 23 h 206"/>
              <a:gd name="T22" fmla="*/ 57 w 206"/>
              <a:gd name="T23" fmla="*/ 37 h 206"/>
              <a:gd name="T24" fmla="*/ 40 w 206"/>
              <a:gd name="T25" fmla="*/ 20 h 206"/>
              <a:gd name="T26" fmla="*/ 20 w 206"/>
              <a:gd name="T27" fmla="*/ 40 h 206"/>
              <a:gd name="T28" fmla="*/ 37 w 206"/>
              <a:gd name="T29" fmla="*/ 56 h 206"/>
              <a:gd name="T30" fmla="*/ 23 w 206"/>
              <a:gd name="T31" fmla="*/ 89 h 206"/>
              <a:gd name="T32" fmla="*/ 0 w 206"/>
              <a:gd name="T33" fmla="*/ 89 h 206"/>
              <a:gd name="T34" fmla="*/ 0 w 206"/>
              <a:gd name="T35" fmla="*/ 117 h 206"/>
              <a:gd name="T36" fmla="*/ 23 w 206"/>
              <a:gd name="T37" fmla="*/ 117 h 206"/>
              <a:gd name="T38" fmla="*/ 37 w 206"/>
              <a:gd name="T39" fmla="*/ 150 h 206"/>
              <a:gd name="T40" fmla="*/ 20 w 206"/>
              <a:gd name="T41" fmla="*/ 166 h 206"/>
              <a:gd name="T42" fmla="*/ 40 w 206"/>
              <a:gd name="T43" fmla="*/ 186 h 206"/>
              <a:gd name="T44" fmla="*/ 57 w 206"/>
              <a:gd name="T45" fmla="*/ 169 h 206"/>
              <a:gd name="T46" fmla="*/ 89 w 206"/>
              <a:gd name="T47" fmla="*/ 183 h 206"/>
              <a:gd name="T48" fmla="*/ 89 w 206"/>
              <a:gd name="T49" fmla="*/ 206 h 206"/>
              <a:gd name="T50" fmla="*/ 117 w 206"/>
              <a:gd name="T51" fmla="*/ 206 h 206"/>
              <a:gd name="T52" fmla="*/ 117 w 206"/>
              <a:gd name="T53" fmla="*/ 183 h 206"/>
              <a:gd name="T54" fmla="*/ 150 w 206"/>
              <a:gd name="T55" fmla="*/ 169 h 206"/>
              <a:gd name="T56" fmla="*/ 166 w 206"/>
              <a:gd name="T57" fmla="*/ 186 h 206"/>
              <a:gd name="T58" fmla="*/ 186 w 206"/>
              <a:gd name="T59" fmla="*/ 166 h 206"/>
              <a:gd name="T60" fmla="*/ 170 w 206"/>
              <a:gd name="T61" fmla="*/ 150 h 206"/>
              <a:gd name="T62" fmla="*/ 183 w 206"/>
              <a:gd name="T63" fmla="*/ 117 h 206"/>
              <a:gd name="T64" fmla="*/ 206 w 206"/>
              <a:gd name="T65" fmla="*/ 117 h 206"/>
              <a:gd name="T66" fmla="*/ 103 w 206"/>
              <a:gd name="T67" fmla="*/ 164 h 206"/>
              <a:gd name="T68" fmla="*/ 42 w 206"/>
              <a:gd name="T69" fmla="*/ 103 h 206"/>
              <a:gd name="T70" fmla="*/ 103 w 206"/>
              <a:gd name="T71" fmla="*/ 42 h 206"/>
              <a:gd name="T72" fmla="*/ 164 w 206"/>
              <a:gd name="T73" fmla="*/ 103 h 206"/>
              <a:gd name="T74" fmla="*/ 103 w 206"/>
              <a:gd name="T75" fmla="*/ 164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6" h="206">
                <a:moveTo>
                  <a:pt x="206" y="117"/>
                </a:moveTo>
                <a:cubicBezTo>
                  <a:pt x="206" y="89"/>
                  <a:pt x="206" y="89"/>
                  <a:pt x="206" y="89"/>
                </a:cubicBezTo>
                <a:cubicBezTo>
                  <a:pt x="183" y="89"/>
                  <a:pt x="183" y="89"/>
                  <a:pt x="183" y="89"/>
                </a:cubicBezTo>
                <a:cubicBezTo>
                  <a:pt x="181" y="77"/>
                  <a:pt x="176" y="66"/>
                  <a:pt x="170" y="56"/>
                </a:cubicBezTo>
                <a:cubicBezTo>
                  <a:pt x="186" y="40"/>
                  <a:pt x="186" y="40"/>
                  <a:pt x="186" y="40"/>
                </a:cubicBezTo>
                <a:cubicBezTo>
                  <a:pt x="166" y="20"/>
                  <a:pt x="166" y="20"/>
                  <a:pt x="166" y="20"/>
                </a:cubicBezTo>
                <a:cubicBezTo>
                  <a:pt x="150" y="37"/>
                  <a:pt x="150" y="37"/>
                  <a:pt x="150" y="37"/>
                </a:cubicBezTo>
                <a:cubicBezTo>
                  <a:pt x="140" y="30"/>
                  <a:pt x="129" y="25"/>
                  <a:pt x="117" y="23"/>
                </a:cubicBezTo>
                <a:cubicBezTo>
                  <a:pt x="117" y="0"/>
                  <a:pt x="117" y="0"/>
                  <a:pt x="117" y="0"/>
                </a:cubicBezTo>
                <a:cubicBezTo>
                  <a:pt x="89" y="0"/>
                  <a:pt x="89" y="0"/>
                  <a:pt x="89" y="0"/>
                </a:cubicBezTo>
                <a:cubicBezTo>
                  <a:pt x="89" y="23"/>
                  <a:pt x="89" y="23"/>
                  <a:pt x="89" y="23"/>
                </a:cubicBezTo>
                <a:cubicBezTo>
                  <a:pt x="77" y="25"/>
                  <a:pt x="66" y="30"/>
                  <a:pt x="57" y="37"/>
                </a:cubicBezTo>
                <a:cubicBezTo>
                  <a:pt x="40" y="20"/>
                  <a:pt x="40" y="20"/>
                  <a:pt x="40" y="20"/>
                </a:cubicBezTo>
                <a:cubicBezTo>
                  <a:pt x="20" y="40"/>
                  <a:pt x="20" y="40"/>
                  <a:pt x="20" y="40"/>
                </a:cubicBezTo>
                <a:cubicBezTo>
                  <a:pt x="37" y="56"/>
                  <a:pt x="37" y="56"/>
                  <a:pt x="37" y="56"/>
                </a:cubicBezTo>
                <a:cubicBezTo>
                  <a:pt x="30" y="66"/>
                  <a:pt x="25" y="77"/>
                  <a:pt x="23" y="89"/>
                </a:cubicBezTo>
                <a:cubicBezTo>
                  <a:pt x="0" y="89"/>
                  <a:pt x="0" y="89"/>
                  <a:pt x="0" y="89"/>
                </a:cubicBezTo>
                <a:cubicBezTo>
                  <a:pt x="0" y="117"/>
                  <a:pt x="0" y="117"/>
                  <a:pt x="0" y="117"/>
                </a:cubicBezTo>
                <a:cubicBezTo>
                  <a:pt x="23" y="117"/>
                  <a:pt x="23" y="117"/>
                  <a:pt x="23" y="117"/>
                </a:cubicBezTo>
                <a:cubicBezTo>
                  <a:pt x="25" y="129"/>
                  <a:pt x="30" y="140"/>
                  <a:pt x="37" y="150"/>
                </a:cubicBezTo>
                <a:cubicBezTo>
                  <a:pt x="20" y="166"/>
                  <a:pt x="20" y="166"/>
                  <a:pt x="20" y="166"/>
                </a:cubicBezTo>
                <a:cubicBezTo>
                  <a:pt x="40" y="186"/>
                  <a:pt x="40" y="186"/>
                  <a:pt x="40" y="186"/>
                </a:cubicBezTo>
                <a:cubicBezTo>
                  <a:pt x="57" y="169"/>
                  <a:pt x="57" y="169"/>
                  <a:pt x="57" y="169"/>
                </a:cubicBezTo>
                <a:cubicBezTo>
                  <a:pt x="66" y="176"/>
                  <a:pt x="77" y="181"/>
                  <a:pt x="89" y="183"/>
                </a:cubicBezTo>
                <a:cubicBezTo>
                  <a:pt x="89" y="206"/>
                  <a:pt x="89" y="206"/>
                  <a:pt x="89" y="206"/>
                </a:cubicBezTo>
                <a:cubicBezTo>
                  <a:pt x="117" y="206"/>
                  <a:pt x="117" y="206"/>
                  <a:pt x="117" y="206"/>
                </a:cubicBezTo>
                <a:cubicBezTo>
                  <a:pt x="117" y="183"/>
                  <a:pt x="117" y="183"/>
                  <a:pt x="117" y="183"/>
                </a:cubicBezTo>
                <a:cubicBezTo>
                  <a:pt x="129" y="181"/>
                  <a:pt x="140" y="176"/>
                  <a:pt x="150" y="169"/>
                </a:cubicBezTo>
                <a:cubicBezTo>
                  <a:pt x="166" y="186"/>
                  <a:pt x="166" y="186"/>
                  <a:pt x="166" y="186"/>
                </a:cubicBezTo>
                <a:cubicBezTo>
                  <a:pt x="186" y="166"/>
                  <a:pt x="186" y="166"/>
                  <a:pt x="186" y="166"/>
                </a:cubicBezTo>
                <a:cubicBezTo>
                  <a:pt x="170" y="150"/>
                  <a:pt x="170" y="150"/>
                  <a:pt x="170" y="150"/>
                </a:cubicBezTo>
                <a:cubicBezTo>
                  <a:pt x="176" y="140"/>
                  <a:pt x="181" y="129"/>
                  <a:pt x="183" y="117"/>
                </a:cubicBezTo>
                <a:lnTo>
                  <a:pt x="206" y="117"/>
                </a:lnTo>
                <a:close/>
                <a:moveTo>
                  <a:pt x="103" y="164"/>
                </a:moveTo>
                <a:cubicBezTo>
                  <a:pt x="70" y="164"/>
                  <a:pt x="42" y="137"/>
                  <a:pt x="42" y="103"/>
                </a:cubicBezTo>
                <a:cubicBezTo>
                  <a:pt x="42" y="69"/>
                  <a:pt x="70" y="42"/>
                  <a:pt x="103" y="42"/>
                </a:cubicBezTo>
                <a:cubicBezTo>
                  <a:pt x="137" y="42"/>
                  <a:pt x="164" y="69"/>
                  <a:pt x="164" y="103"/>
                </a:cubicBezTo>
                <a:cubicBezTo>
                  <a:pt x="164" y="137"/>
                  <a:pt x="137" y="164"/>
                  <a:pt x="103" y="164"/>
                </a:cubicBezTo>
                <a:close/>
              </a:path>
            </a:pathLst>
          </a:custGeom>
          <a:solidFill>
            <a:srgbClr val="F4F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Oval 60"/>
          <p:cNvSpPr>
            <a:spLocks noChangeArrowheads="1"/>
          </p:cNvSpPr>
          <p:nvPr/>
        </p:nvSpPr>
        <p:spPr bwMode="auto">
          <a:xfrm>
            <a:off x="5352327" y="5781863"/>
            <a:ext cx="137662" cy="138660"/>
          </a:xfrm>
          <a:prstGeom prst="ellipse">
            <a:avLst/>
          </a:prstGeom>
          <a:solidFill>
            <a:srgbClr val="F4F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61"/>
          <p:cNvSpPr>
            <a:spLocks/>
          </p:cNvSpPr>
          <p:nvPr/>
        </p:nvSpPr>
        <p:spPr bwMode="auto">
          <a:xfrm>
            <a:off x="5348337" y="2361267"/>
            <a:ext cx="124694" cy="125691"/>
          </a:xfrm>
          <a:custGeom>
            <a:avLst/>
            <a:gdLst>
              <a:gd name="T0" fmla="*/ 21 w 66"/>
              <a:gd name="T1" fmla="*/ 6 h 67"/>
              <a:gd name="T2" fmla="*/ 6 w 66"/>
              <a:gd name="T3" fmla="*/ 45 h 67"/>
              <a:gd name="T4" fmla="*/ 44 w 66"/>
              <a:gd name="T5" fmla="*/ 60 h 67"/>
              <a:gd name="T6" fmla="*/ 60 w 66"/>
              <a:gd name="T7" fmla="*/ 22 h 67"/>
              <a:gd name="T8" fmla="*/ 21 w 66"/>
              <a:gd name="T9" fmla="*/ 6 h 67"/>
            </a:gdLst>
            <a:ahLst/>
            <a:cxnLst>
              <a:cxn ang="0">
                <a:pos x="T0" y="T1"/>
              </a:cxn>
              <a:cxn ang="0">
                <a:pos x="T2" y="T3"/>
              </a:cxn>
              <a:cxn ang="0">
                <a:pos x="T4" y="T5"/>
              </a:cxn>
              <a:cxn ang="0">
                <a:pos x="T6" y="T7"/>
              </a:cxn>
              <a:cxn ang="0">
                <a:pos x="T8" y="T9"/>
              </a:cxn>
            </a:cxnLst>
            <a:rect l="0" t="0" r="r" b="b"/>
            <a:pathLst>
              <a:path w="66" h="67">
                <a:moveTo>
                  <a:pt x="21" y="6"/>
                </a:moveTo>
                <a:cubicBezTo>
                  <a:pt x="7" y="13"/>
                  <a:pt x="0" y="30"/>
                  <a:pt x="6" y="45"/>
                </a:cubicBezTo>
                <a:cubicBezTo>
                  <a:pt x="12" y="60"/>
                  <a:pt x="29" y="67"/>
                  <a:pt x="44" y="60"/>
                </a:cubicBezTo>
                <a:cubicBezTo>
                  <a:pt x="59" y="54"/>
                  <a:pt x="66" y="37"/>
                  <a:pt x="60" y="22"/>
                </a:cubicBezTo>
                <a:cubicBezTo>
                  <a:pt x="54" y="7"/>
                  <a:pt x="36" y="0"/>
                  <a:pt x="21" y="6"/>
                </a:cubicBezTo>
                <a:close/>
              </a:path>
            </a:pathLst>
          </a:custGeom>
          <a:solidFill>
            <a:srgbClr val="F4F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62"/>
          <p:cNvSpPr>
            <a:spLocks noEditPoints="1"/>
          </p:cNvSpPr>
          <p:nvPr/>
        </p:nvSpPr>
        <p:spPr bwMode="auto">
          <a:xfrm>
            <a:off x="5139849" y="2159762"/>
            <a:ext cx="533689" cy="522716"/>
          </a:xfrm>
          <a:custGeom>
            <a:avLst/>
            <a:gdLst>
              <a:gd name="T0" fmla="*/ 200 w 284"/>
              <a:gd name="T1" fmla="*/ 116 h 278"/>
              <a:gd name="T2" fmla="*/ 151 w 284"/>
              <a:gd name="T3" fmla="*/ 34 h 278"/>
              <a:gd name="T4" fmla="*/ 95 w 284"/>
              <a:gd name="T5" fmla="*/ 77 h 278"/>
              <a:gd name="T6" fmla="*/ 66 w 284"/>
              <a:gd name="T7" fmla="*/ 62 h 278"/>
              <a:gd name="T8" fmla="*/ 8 w 284"/>
              <a:gd name="T9" fmla="*/ 85 h 278"/>
              <a:gd name="T10" fmla="*/ 75 w 284"/>
              <a:gd name="T11" fmla="*/ 221 h 278"/>
              <a:gd name="T12" fmla="*/ 105 w 284"/>
              <a:gd name="T13" fmla="*/ 275 h 278"/>
              <a:gd name="T14" fmla="*/ 151 w 284"/>
              <a:gd name="T15" fmla="*/ 254 h 278"/>
              <a:gd name="T16" fmla="*/ 156 w 284"/>
              <a:gd name="T17" fmla="*/ 218 h 278"/>
              <a:gd name="T18" fmla="*/ 225 w 284"/>
              <a:gd name="T19" fmla="*/ 209 h 278"/>
              <a:gd name="T20" fmla="*/ 279 w 284"/>
              <a:gd name="T21" fmla="*/ 195 h 278"/>
              <a:gd name="T22" fmla="*/ 159 w 284"/>
              <a:gd name="T23" fmla="*/ 40 h 278"/>
              <a:gd name="T24" fmla="*/ 195 w 284"/>
              <a:gd name="T25" fmla="*/ 14 h 278"/>
              <a:gd name="T26" fmla="*/ 161 w 284"/>
              <a:gd name="T27" fmla="*/ 98 h 278"/>
              <a:gd name="T28" fmla="*/ 159 w 284"/>
              <a:gd name="T29" fmla="*/ 40 h 278"/>
              <a:gd name="T30" fmla="*/ 177 w 284"/>
              <a:gd name="T31" fmla="*/ 154 h 278"/>
              <a:gd name="T32" fmla="*/ 131 w 284"/>
              <a:gd name="T33" fmla="*/ 173 h 278"/>
              <a:gd name="T34" fmla="*/ 111 w 284"/>
              <a:gd name="T35" fmla="*/ 127 h 278"/>
              <a:gd name="T36" fmla="*/ 157 w 284"/>
              <a:gd name="T37" fmla="*/ 108 h 278"/>
              <a:gd name="T38" fmla="*/ 18 w 284"/>
              <a:gd name="T39" fmla="*/ 89 h 278"/>
              <a:gd name="T40" fmla="*/ 53 w 284"/>
              <a:gd name="T41" fmla="*/ 81 h 278"/>
              <a:gd name="T42" fmla="*/ 82 w 284"/>
              <a:gd name="T43" fmla="*/ 102 h 278"/>
              <a:gd name="T44" fmla="*/ 115 w 284"/>
              <a:gd name="T45" fmla="*/ 93 h 278"/>
              <a:gd name="T46" fmla="*/ 90 w 284"/>
              <a:gd name="T47" fmla="*/ 154 h 278"/>
              <a:gd name="T48" fmla="*/ 147 w 284"/>
              <a:gd name="T49" fmla="*/ 213 h 278"/>
              <a:gd name="T50" fmla="*/ 123 w 284"/>
              <a:gd name="T51" fmla="*/ 243 h 278"/>
              <a:gd name="T52" fmla="*/ 93 w 284"/>
              <a:gd name="T53" fmla="*/ 266 h 278"/>
              <a:gd name="T54" fmla="*/ 96 w 284"/>
              <a:gd name="T55" fmla="*/ 169 h 278"/>
              <a:gd name="T56" fmla="*/ 158 w 284"/>
              <a:gd name="T57" fmla="*/ 194 h 278"/>
              <a:gd name="T58" fmla="*/ 270 w 284"/>
              <a:gd name="T59" fmla="*/ 192 h 278"/>
              <a:gd name="T60" fmla="*/ 186 w 284"/>
              <a:gd name="T61" fmla="*/ 157 h 278"/>
              <a:gd name="T62" fmla="*/ 244 w 284"/>
              <a:gd name="T63" fmla="*/ 155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4" h="278">
                <a:moveTo>
                  <a:pt x="250" y="148"/>
                </a:moveTo>
                <a:cubicBezTo>
                  <a:pt x="237" y="137"/>
                  <a:pt x="220" y="126"/>
                  <a:pt x="200" y="116"/>
                </a:cubicBezTo>
                <a:cubicBezTo>
                  <a:pt x="216" y="63"/>
                  <a:pt x="221" y="14"/>
                  <a:pt x="199" y="5"/>
                </a:cubicBezTo>
                <a:cubicBezTo>
                  <a:pt x="187" y="0"/>
                  <a:pt x="170" y="10"/>
                  <a:pt x="151" y="34"/>
                </a:cubicBezTo>
                <a:cubicBezTo>
                  <a:pt x="141" y="47"/>
                  <a:pt x="130" y="64"/>
                  <a:pt x="120" y="84"/>
                </a:cubicBezTo>
                <a:cubicBezTo>
                  <a:pt x="111" y="81"/>
                  <a:pt x="103" y="79"/>
                  <a:pt x="95" y="77"/>
                </a:cubicBezTo>
                <a:cubicBezTo>
                  <a:pt x="95" y="76"/>
                  <a:pt x="94" y="75"/>
                  <a:pt x="94" y="74"/>
                </a:cubicBezTo>
                <a:cubicBezTo>
                  <a:pt x="89" y="63"/>
                  <a:pt x="77" y="58"/>
                  <a:pt x="66" y="62"/>
                </a:cubicBezTo>
                <a:cubicBezTo>
                  <a:pt x="62" y="64"/>
                  <a:pt x="58" y="67"/>
                  <a:pt x="56" y="71"/>
                </a:cubicBezTo>
                <a:cubicBezTo>
                  <a:pt x="29" y="69"/>
                  <a:pt x="13" y="74"/>
                  <a:pt x="8" y="85"/>
                </a:cubicBezTo>
                <a:cubicBezTo>
                  <a:pt x="0" y="107"/>
                  <a:pt x="38" y="139"/>
                  <a:pt x="87" y="164"/>
                </a:cubicBezTo>
                <a:cubicBezTo>
                  <a:pt x="81" y="185"/>
                  <a:pt x="77" y="204"/>
                  <a:pt x="75" y="221"/>
                </a:cubicBezTo>
                <a:cubicBezTo>
                  <a:pt x="71" y="252"/>
                  <a:pt x="76" y="271"/>
                  <a:pt x="89" y="276"/>
                </a:cubicBezTo>
                <a:cubicBezTo>
                  <a:pt x="94" y="278"/>
                  <a:pt x="99" y="277"/>
                  <a:pt x="105" y="275"/>
                </a:cubicBezTo>
                <a:cubicBezTo>
                  <a:pt x="113" y="272"/>
                  <a:pt x="122" y="264"/>
                  <a:pt x="132" y="253"/>
                </a:cubicBezTo>
                <a:cubicBezTo>
                  <a:pt x="137" y="256"/>
                  <a:pt x="144" y="257"/>
                  <a:pt x="151" y="254"/>
                </a:cubicBezTo>
                <a:cubicBezTo>
                  <a:pt x="162" y="249"/>
                  <a:pt x="167" y="237"/>
                  <a:pt x="162" y="226"/>
                </a:cubicBezTo>
                <a:cubicBezTo>
                  <a:pt x="161" y="223"/>
                  <a:pt x="159" y="220"/>
                  <a:pt x="156" y="218"/>
                </a:cubicBezTo>
                <a:cubicBezTo>
                  <a:pt x="160" y="211"/>
                  <a:pt x="164" y="204"/>
                  <a:pt x="168" y="197"/>
                </a:cubicBezTo>
                <a:cubicBezTo>
                  <a:pt x="188" y="203"/>
                  <a:pt x="208" y="208"/>
                  <a:pt x="225" y="209"/>
                </a:cubicBezTo>
                <a:cubicBezTo>
                  <a:pt x="244" y="211"/>
                  <a:pt x="258" y="210"/>
                  <a:pt x="267" y="206"/>
                </a:cubicBezTo>
                <a:cubicBezTo>
                  <a:pt x="273" y="204"/>
                  <a:pt x="277" y="200"/>
                  <a:pt x="279" y="195"/>
                </a:cubicBezTo>
                <a:cubicBezTo>
                  <a:pt x="284" y="183"/>
                  <a:pt x="274" y="166"/>
                  <a:pt x="250" y="148"/>
                </a:cubicBezTo>
                <a:close/>
                <a:moveTo>
                  <a:pt x="159" y="40"/>
                </a:moveTo>
                <a:cubicBezTo>
                  <a:pt x="171" y="25"/>
                  <a:pt x="180" y="18"/>
                  <a:pt x="187" y="15"/>
                </a:cubicBezTo>
                <a:cubicBezTo>
                  <a:pt x="190" y="14"/>
                  <a:pt x="193" y="13"/>
                  <a:pt x="195" y="14"/>
                </a:cubicBezTo>
                <a:cubicBezTo>
                  <a:pt x="208" y="19"/>
                  <a:pt x="207" y="59"/>
                  <a:pt x="191" y="112"/>
                </a:cubicBezTo>
                <a:cubicBezTo>
                  <a:pt x="182" y="107"/>
                  <a:pt x="171" y="103"/>
                  <a:pt x="161" y="98"/>
                </a:cubicBezTo>
                <a:cubicBezTo>
                  <a:pt x="150" y="94"/>
                  <a:pt x="140" y="90"/>
                  <a:pt x="130" y="87"/>
                </a:cubicBezTo>
                <a:cubicBezTo>
                  <a:pt x="139" y="69"/>
                  <a:pt x="149" y="53"/>
                  <a:pt x="159" y="40"/>
                </a:cubicBezTo>
                <a:close/>
                <a:moveTo>
                  <a:pt x="188" y="122"/>
                </a:moveTo>
                <a:cubicBezTo>
                  <a:pt x="185" y="132"/>
                  <a:pt x="181" y="143"/>
                  <a:pt x="177" y="154"/>
                </a:cubicBezTo>
                <a:cubicBezTo>
                  <a:pt x="172" y="165"/>
                  <a:pt x="167" y="175"/>
                  <a:pt x="163" y="185"/>
                </a:cubicBezTo>
                <a:cubicBezTo>
                  <a:pt x="152" y="181"/>
                  <a:pt x="142" y="177"/>
                  <a:pt x="131" y="173"/>
                </a:cubicBezTo>
                <a:cubicBezTo>
                  <a:pt x="120" y="169"/>
                  <a:pt x="109" y="164"/>
                  <a:pt x="99" y="159"/>
                </a:cubicBezTo>
                <a:cubicBezTo>
                  <a:pt x="103" y="149"/>
                  <a:pt x="107" y="138"/>
                  <a:pt x="111" y="127"/>
                </a:cubicBezTo>
                <a:cubicBezTo>
                  <a:pt x="116" y="116"/>
                  <a:pt x="120" y="106"/>
                  <a:pt x="125" y="96"/>
                </a:cubicBezTo>
                <a:cubicBezTo>
                  <a:pt x="136" y="99"/>
                  <a:pt x="146" y="103"/>
                  <a:pt x="157" y="108"/>
                </a:cubicBezTo>
                <a:cubicBezTo>
                  <a:pt x="168" y="112"/>
                  <a:pt x="178" y="117"/>
                  <a:pt x="188" y="122"/>
                </a:cubicBezTo>
                <a:close/>
                <a:moveTo>
                  <a:pt x="18" y="89"/>
                </a:moveTo>
                <a:cubicBezTo>
                  <a:pt x="19" y="87"/>
                  <a:pt x="21" y="85"/>
                  <a:pt x="24" y="83"/>
                </a:cubicBezTo>
                <a:cubicBezTo>
                  <a:pt x="30" y="81"/>
                  <a:pt x="39" y="80"/>
                  <a:pt x="53" y="81"/>
                </a:cubicBezTo>
                <a:cubicBezTo>
                  <a:pt x="52" y="84"/>
                  <a:pt x="53" y="87"/>
                  <a:pt x="54" y="90"/>
                </a:cubicBezTo>
                <a:cubicBezTo>
                  <a:pt x="59" y="101"/>
                  <a:pt x="71" y="107"/>
                  <a:pt x="82" y="102"/>
                </a:cubicBezTo>
                <a:cubicBezTo>
                  <a:pt x="89" y="99"/>
                  <a:pt x="93" y="94"/>
                  <a:pt x="95" y="87"/>
                </a:cubicBezTo>
                <a:cubicBezTo>
                  <a:pt x="102" y="89"/>
                  <a:pt x="108" y="91"/>
                  <a:pt x="115" y="93"/>
                </a:cubicBezTo>
                <a:cubicBezTo>
                  <a:pt x="111" y="103"/>
                  <a:pt x="106" y="113"/>
                  <a:pt x="102" y="123"/>
                </a:cubicBezTo>
                <a:cubicBezTo>
                  <a:pt x="98" y="134"/>
                  <a:pt x="94" y="144"/>
                  <a:pt x="90" y="154"/>
                </a:cubicBezTo>
                <a:cubicBezTo>
                  <a:pt x="42" y="129"/>
                  <a:pt x="13" y="101"/>
                  <a:pt x="18" y="89"/>
                </a:cubicBezTo>
                <a:close/>
                <a:moveTo>
                  <a:pt x="147" y="213"/>
                </a:moveTo>
                <a:cubicBezTo>
                  <a:pt x="143" y="212"/>
                  <a:pt x="138" y="213"/>
                  <a:pt x="134" y="214"/>
                </a:cubicBezTo>
                <a:cubicBezTo>
                  <a:pt x="123" y="219"/>
                  <a:pt x="118" y="232"/>
                  <a:pt x="123" y="243"/>
                </a:cubicBezTo>
                <a:cubicBezTo>
                  <a:pt x="123" y="244"/>
                  <a:pt x="124" y="245"/>
                  <a:pt x="124" y="246"/>
                </a:cubicBezTo>
                <a:cubicBezTo>
                  <a:pt x="111" y="261"/>
                  <a:pt x="99" y="269"/>
                  <a:pt x="93" y="266"/>
                </a:cubicBezTo>
                <a:cubicBezTo>
                  <a:pt x="87" y="264"/>
                  <a:pt x="82" y="251"/>
                  <a:pt x="85" y="223"/>
                </a:cubicBezTo>
                <a:cubicBezTo>
                  <a:pt x="87" y="207"/>
                  <a:pt x="91" y="188"/>
                  <a:pt x="96" y="169"/>
                </a:cubicBezTo>
                <a:cubicBezTo>
                  <a:pt x="106" y="174"/>
                  <a:pt x="116" y="178"/>
                  <a:pt x="127" y="182"/>
                </a:cubicBezTo>
                <a:cubicBezTo>
                  <a:pt x="137" y="187"/>
                  <a:pt x="148" y="190"/>
                  <a:pt x="158" y="194"/>
                </a:cubicBezTo>
                <a:cubicBezTo>
                  <a:pt x="154" y="201"/>
                  <a:pt x="151" y="207"/>
                  <a:pt x="147" y="213"/>
                </a:cubicBezTo>
                <a:close/>
                <a:moveTo>
                  <a:pt x="270" y="192"/>
                </a:moveTo>
                <a:cubicBezTo>
                  <a:pt x="265" y="204"/>
                  <a:pt x="225" y="203"/>
                  <a:pt x="172" y="188"/>
                </a:cubicBezTo>
                <a:cubicBezTo>
                  <a:pt x="177" y="178"/>
                  <a:pt x="182" y="168"/>
                  <a:pt x="186" y="157"/>
                </a:cubicBezTo>
                <a:cubicBezTo>
                  <a:pt x="190" y="147"/>
                  <a:pt x="194" y="137"/>
                  <a:pt x="197" y="126"/>
                </a:cubicBezTo>
                <a:cubicBezTo>
                  <a:pt x="215" y="136"/>
                  <a:pt x="231" y="146"/>
                  <a:pt x="244" y="155"/>
                </a:cubicBezTo>
                <a:cubicBezTo>
                  <a:pt x="267" y="173"/>
                  <a:pt x="272" y="186"/>
                  <a:pt x="270" y="192"/>
                </a:cubicBezTo>
                <a:close/>
              </a:path>
            </a:pathLst>
          </a:custGeom>
          <a:solidFill>
            <a:srgbClr val="F4F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63"/>
          <p:cNvSpPr>
            <a:spLocks/>
          </p:cNvSpPr>
          <p:nvPr/>
        </p:nvSpPr>
        <p:spPr bwMode="auto">
          <a:xfrm>
            <a:off x="6595273" y="5725003"/>
            <a:ext cx="261358" cy="314228"/>
          </a:xfrm>
          <a:custGeom>
            <a:avLst/>
            <a:gdLst>
              <a:gd name="T0" fmla="*/ 95 w 139"/>
              <a:gd name="T1" fmla="*/ 126 h 167"/>
              <a:gd name="T2" fmla="*/ 65 w 139"/>
              <a:gd name="T3" fmla="*/ 131 h 167"/>
              <a:gd name="T4" fmla="*/ 65 w 139"/>
              <a:gd name="T5" fmla="*/ 9 h 167"/>
              <a:gd name="T6" fmla="*/ 61 w 139"/>
              <a:gd name="T7" fmla="*/ 2 h 167"/>
              <a:gd name="T8" fmla="*/ 53 w 139"/>
              <a:gd name="T9" fmla="*/ 2 h 167"/>
              <a:gd name="T10" fmla="*/ 5 w 139"/>
              <a:gd name="T11" fmla="*/ 31 h 167"/>
              <a:gd name="T12" fmla="*/ 3 w 139"/>
              <a:gd name="T13" fmla="*/ 41 h 167"/>
              <a:gd name="T14" fmla="*/ 9 w 139"/>
              <a:gd name="T15" fmla="*/ 45 h 167"/>
              <a:gd name="T16" fmla="*/ 13 w 139"/>
              <a:gd name="T17" fmla="*/ 44 h 167"/>
              <a:gd name="T18" fmla="*/ 51 w 139"/>
              <a:gd name="T19" fmla="*/ 21 h 167"/>
              <a:gd name="T20" fmla="*/ 51 w 139"/>
              <a:gd name="T21" fmla="*/ 145 h 167"/>
              <a:gd name="T22" fmla="*/ 50 w 139"/>
              <a:gd name="T23" fmla="*/ 147 h 167"/>
              <a:gd name="T24" fmla="*/ 95 w 139"/>
              <a:gd name="T25" fmla="*/ 167 h 167"/>
              <a:gd name="T26" fmla="*/ 139 w 139"/>
              <a:gd name="T27" fmla="*/ 147 h 167"/>
              <a:gd name="T28" fmla="*/ 95 w 139"/>
              <a:gd name="T29" fmla="*/ 126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9" h="167">
                <a:moveTo>
                  <a:pt x="95" y="126"/>
                </a:moveTo>
                <a:cubicBezTo>
                  <a:pt x="84" y="126"/>
                  <a:pt x="73" y="128"/>
                  <a:pt x="65" y="131"/>
                </a:cubicBezTo>
                <a:cubicBezTo>
                  <a:pt x="65" y="9"/>
                  <a:pt x="65" y="9"/>
                  <a:pt x="65" y="9"/>
                </a:cubicBezTo>
                <a:cubicBezTo>
                  <a:pt x="65" y="6"/>
                  <a:pt x="64" y="3"/>
                  <a:pt x="61" y="2"/>
                </a:cubicBezTo>
                <a:cubicBezTo>
                  <a:pt x="58" y="0"/>
                  <a:pt x="55" y="0"/>
                  <a:pt x="53" y="2"/>
                </a:cubicBezTo>
                <a:cubicBezTo>
                  <a:pt x="5" y="31"/>
                  <a:pt x="5" y="31"/>
                  <a:pt x="5" y="31"/>
                </a:cubicBezTo>
                <a:cubicBezTo>
                  <a:pt x="2" y="33"/>
                  <a:pt x="0" y="38"/>
                  <a:pt x="3" y="41"/>
                </a:cubicBezTo>
                <a:cubicBezTo>
                  <a:pt x="4" y="44"/>
                  <a:pt x="6" y="45"/>
                  <a:pt x="9" y="45"/>
                </a:cubicBezTo>
                <a:cubicBezTo>
                  <a:pt x="10" y="45"/>
                  <a:pt x="12" y="45"/>
                  <a:pt x="13" y="44"/>
                </a:cubicBezTo>
                <a:cubicBezTo>
                  <a:pt x="51" y="21"/>
                  <a:pt x="51" y="21"/>
                  <a:pt x="51" y="21"/>
                </a:cubicBezTo>
                <a:cubicBezTo>
                  <a:pt x="51" y="145"/>
                  <a:pt x="51" y="145"/>
                  <a:pt x="51" y="145"/>
                </a:cubicBezTo>
                <a:cubicBezTo>
                  <a:pt x="50" y="146"/>
                  <a:pt x="50" y="146"/>
                  <a:pt x="50" y="147"/>
                </a:cubicBezTo>
                <a:cubicBezTo>
                  <a:pt x="50" y="158"/>
                  <a:pt x="70" y="167"/>
                  <a:pt x="95" y="167"/>
                </a:cubicBezTo>
                <a:cubicBezTo>
                  <a:pt x="119" y="167"/>
                  <a:pt x="139" y="158"/>
                  <a:pt x="139" y="147"/>
                </a:cubicBezTo>
                <a:cubicBezTo>
                  <a:pt x="139" y="135"/>
                  <a:pt x="119" y="126"/>
                  <a:pt x="95" y="126"/>
                </a:cubicBezTo>
                <a:close/>
              </a:path>
            </a:pathLst>
          </a:custGeom>
          <a:solidFill>
            <a:srgbClr val="F4F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64"/>
          <p:cNvSpPr>
            <a:spLocks/>
          </p:cNvSpPr>
          <p:nvPr/>
        </p:nvSpPr>
        <p:spPr bwMode="auto">
          <a:xfrm>
            <a:off x="6743909" y="5625248"/>
            <a:ext cx="265348" cy="314228"/>
          </a:xfrm>
          <a:custGeom>
            <a:avLst/>
            <a:gdLst>
              <a:gd name="T0" fmla="*/ 97 w 141"/>
              <a:gd name="T1" fmla="*/ 126 h 167"/>
              <a:gd name="T2" fmla="*/ 67 w 141"/>
              <a:gd name="T3" fmla="*/ 131 h 167"/>
              <a:gd name="T4" fmla="*/ 67 w 141"/>
              <a:gd name="T5" fmla="*/ 9 h 167"/>
              <a:gd name="T6" fmla="*/ 62 w 141"/>
              <a:gd name="T7" fmla="*/ 2 h 167"/>
              <a:gd name="T8" fmla="*/ 55 w 141"/>
              <a:gd name="T9" fmla="*/ 2 h 167"/>
              <a:gd name="T10" fmla="*/ 7 w 141"/>
              <a:gd name="T11" fmla="*/ 31 h 167"/>
              <a:gd name="T12" fmla="*/ 4 w 141"/>
              <a:gd name="T13" fmla="*/ 41 h 167"/>
              <a:gd name="T14" fmla="*/ 11 w 141"/>
              <a:gd name="T15" fmla="*/ 45 h 167"/>
              <a:gd name="T16" fmla="*/ 14 w 141"/>
              <a:gd name="T17" fmla="*/ 44 h 167"/>
              <a:gd name="T18" fmla="*/ 52 w 141"/>
              <a:gd name="T19" fmla="*/ 21 h 167"/>
              <a:gd name="T20" fmla="*/ 52 w 141"/>
              <a:gd name="T21" fmla="*/ 44 h 167"/>
              <a:gd name="T22" fmla="*/ 5 w 141"/>
              <a:gd name="T23" fmla="*/ 72 h 167"/>
              <a:gd name="T24" fmla="*/ 2 w 141"/>
              <a:gd name="T25" fmla="*/ 83 h 167"/>
              <a:gd name="T26" fmla="*/ 9 w 141"/>
              <a:gd name="T27" fmla="*/ 86 h 167"/>
              <a:gd name="T28" fmla="*/ 13 w 141"/>
              <a:gd name="T29" fmla="*/ 85 h 167"/>
              <a:gd name="T30" fmla="*/ 52 w 141"/>
              <a:gd name="T31" fmla="*/ 61 h 167"/>
              <a:gd name="T32" fmla="*/ 52 w 141"/>
              <a:gd name="T33" fmla="*/ 145 h 167"/>
              <a:gd name="T34" fmla="*/ 52 w 141"/>
              <a:gd name="T35" fmla="*/ 147 h 167"/>
              <a:gd name="T36" fmla="*/ 97 w 141"/>
              <a:gd name="T37" fmla="*/ 167 h 167"/>
              <a:gd name="T38" fmla="*/ 141 w 141"/>
              <a:gd name="T39" fmla="*/ 147 h 167"/>
              <a:gd name="T40" fmla="*/ 97 w 141"/>
              <a:gd name="T41" fmla="*/ 126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1" h="167">
                <a:moveTo>
                  <a:pt x="97" y="126"/>
                </a:moveTo>
                <a:cubicBezTo>
                  <a:pt x="85" y="126"/>
                  <a:pt x="75" y="128"/>
                  <a:pt x="67" y="131"/>
                </a:cubicBezTo>
                <a:cubicBezTo>
                  <a:pt x="67" y="9"/>
                  <a:pt x="67" y="9"/>
                  <a:pt x="67" y="9"/>
                </a:cubicBezTo>
                <a:cubicBezTo>
                  <a:pt x="67" y="5"/>
                  <a:pt x="65" y="3"/>
                  <a:pt x="62" y="2"/>
                </a:cubicBezTo>
                <a:cubicBezTo>
                  <a:pt x="60" y="0"/>
                  <a:pt x="57" y="0"/>
                  <a:pt x="55" y="2"/>
                </a:cubicBezTo>
                <a:cubicBezTo>
                  <a:pt x="7" y="31"/>
                  <a:pt x="7" y="31"/>
                  <a:pt x="7" y="31"/>
                </a:cubicBezTo>
                <a:cubicBezTo>
                  <a:pt x="3" y="33"/>
                  <a:pt x="2" y="38"/>
                  <a:pt x="4" y="41"/>
                </a:cubicBezTo>
                <a:cubicBezTo>
                  <a:pt x="6" y="43"/>
                  <a:pt x="8" y="45"/>
                  <a:pt x="11" y="45"/>
                </a:cubicBezTo>
                <a:cubicBezTo>
                  <a:pt x="12" y="45"/>
                  <a:pt x="13" y="44"/>
                  <a:pt x="14" y="44"/>
                </a:cubicBezTo>
                <a:cubicBezTo>
                  <a:pt x="52" y="21"/>
                  <a:pt x="52" y="21"/>
                  <a:pt x="52" y="21"/>
                </a:cubicBezTo>
                <a:cubicBezTo>
                  <a:pt x="52" y="44"/>
                  <a:pt x="52" y="44"/>
                  <a:pt x="52" y="44"/>
                </a:cubicBezTo>
                <a:cubicBezTo>
                  <a:pt x="5" y="72"/>
                  <a:pt x="5" y="72"/>
                  <a:pt x="5" y="72"/>
                </a:cubicBezTo>
                <a:cubicBezTo>
                  <a:pt x="1" y="75"/>
                  <a:pt x="0" y="79"/>
                  <a:pt x="2" y="83"/>
                </a:cubicBezTo>
                <a:cubicBezTo>
                  <a:pt x="4" y="85"/>
                  <a:pt x="6" y="86"/>
                  <a:pt x="9" y="86"/>
                </a:cubicBezTo>
                <a:cubicBezTo>
                  <a:pt x="10" y="86"/>
                  <a:pt x="11" y="86"/>
                  <a:pt x="13" y="85"/>
                </a:cubicBezTo>
                <a:cubicBezTo>
                  <a:pt x="52" y="61"/>
                  <a:pt x="52" y="61"/>
                  <a:pt x="52" y="61"/>
                </a:cubicBezTo>
                <a:cubicBezTo>
                  <a:pt x="52" y="145"/>
                  <a:pt x="52" y="145"/>
                  <a:pt x="52" y="145"/>
                </a:cubicBezTo>
                <a:cubicBezTo>
                  <a:pt x="52" y="146"/>
                  <a:pt x="52" y="146"/>
                  <a:pt x="52" y="147"/>
                </a:cubicBezTo>
                <a:cubicBezTo>
                  <a:pt x="52" y="158"/>
                  <a:pt x="72" y="167"/>
                  <a:pt x="97" y="167"/>
                </a:cubicBezTo>
                <a:cubicBezTo>
                  <a:pt x="121" y="167"/>
                  <a:pt x="141" y="158"/>
                  <a:pt x="141" y="147"/>
                </a:cubicBezTo>
                <a:cubicBezTo>
                  <a:pt x="141" y="135"/>
                  <a:pt x="121" y="126"/>
                  <a:pt x="97" y="126"/>
                </a:cubicBezTo>
                <a:close/>
              </a:path>
            </a:pathLst>
          </a:custGeom>
          <a:solidFill>
            <a:srgbClr val="F4F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65"/>
          <p:cNvSpPr>
            <a:spLocks noEditPoints="1"/>
          </p:cNvSpPr>
          <p:nvPr/>
        </p:nvSpPr>
        <p:spPr bwMode="auto">
          <a:xfrm>
            <a:off x="6601259" y="2259517"/>
            <a:ext cx="420966" cy="344155"/>
          </a:xfrm>
          <a:custGeom>
            <a:avLst/>
            <a:gdLst>
              <a:gd name="T0" fmla="*/ 6 w 224"/>
              <a:gd name="T1" fmla="*/ 97 h 183"/>
              <a:gd name="T2" fmla="*/ 120 w 224"/>
              <a:gd name="T3" fmla="*/ 177 h 183"/>
              <a:gd name="T4" fmla="*/ 218 w 224"/>
              <a:gd name="T5" fmla="*/ 77 h 183"/>
              <a:gd name="T6" fmla="*/ 109 w 224"/>
              <a:gd name="T7" fmla="*/ 12 h 183"/>
              <a:gd name="T8" fmla="*/ 63 w 224"/>
              <a:gd name="T9" fmla="*/ 52 h 183"/>
              <a:gd name="T10" fmla="*/ 24 w 224"/>
              <a:gd name="T11" fmla="*/ 44 h 183"/>
              <a:gd name="T12" fmla="*/ 6 w 224"/>
              <a:gd name="T13" fmla="*/ 97 h 183"/>
              <a:gd name="T14" fmla="*/ 203 w 224"/>
              <a:gd name="T15" fmla="*/ 92 h 183"/>
              <a:gd name="T16" fmla="*/ 186 w 224"/>
              <a:gd name="T17" fmla="*/ 112 h 183"/>
              <a:gd name="T18" fmla="*/ 166 w 224"/>
              <a:gd name="T19" fmla="*/ 95 h 183"/>
              <a:gd name="T20" fmla="*/ 182 w 224"/>
              <a:gd name="T21" fmla="*/ 75 h 183"/>
              <a:gd name="T22" fmla="*/ 203 w 224"/>
              <a:gd name="T23" fmla="*/ 92 h 183"/>
              <a:gd name="T24" fmla="*/ 160 w 224"/>
              <a:gd name="T25" fmla="*/ 31 h 183"/>
              <a:gd name="T26" fmla="*/ 180 w 224"/>
              <a:gd name="T27" fmla="*/ 47 h 183"/>
              <a:gd name="T28" fmla="*/ 164 w 224"/>
              <a:gd name="T29" fmla="*/ 68 h 183"/>
              <a:gd name="T30" fmla="*/ 143 w 224"/>
              <a:gd name="T31" fmla="*/ 51 h 183"/>
              <a:gd name="T32" fmla="*/ 160 w 224"/>
              <a:gd name="T33" fmla="*/ 31 h 183"/>
              <a:gd name="T34" fmla="*/ 155 w 224"/>
              <a:gd name="T35" fmla="*/ 115 h 183"/>
              <a:gd name="T36" fmla="*/ 176 w 224"/>
              <a:gd name="T37" fmla="*/ 132 h 183"/>
              <a:gd name="T38" fmla="*/ 159 w 224"/>
              <a:gd name="T39" fmla="*/ 152 h 183"/>
              <a:gd name="T40" fmla="*/ 139 w 224"/>
              <a:gd name="T41" fmla="*/ 136 h 183"/>
              <a:gd name="T42" fmla="*/ 155 w 224"/>
              <a:gd name="T43" fmla="*/ 115 h 183"/>
              <a:gd name="T44" fmla="*/ 105 w 224"/>
              <a:gd name="T45" fmla="*/ 32 h 183"/>
              <a:gd name="T46" fmla="*/ 125 w 224"/>
              <a:gd name="T47" fmla="*/ 49 h 183"/>
              <a:gd name="T48" fmla="*/ 109 w 224"/>
              <a:gd name="T49" fmla="*/ 69 h 183"/>
              <a:gd name="T50" fmla="*/ 88 w 224"/>
              <a:gd name="T51" fmla="*/ 52 h 183"/>
              <a:gd name="T52" fmla="*/ 105 w 224"/>
              <a:gd name="T53" fmla="*/ 32 h 183"/>
              <a:gd name="T54" fmla="*/ 106 w 224"/>
              <a:gd name="T55" fmla="*/ 129 h 183"/>
              <a:gd name="T56" fmla="*/ 127 w 224"/>
              <a:gd name="T57" fmla="*/ 145 h 183"/>
              <a:gd name="T58" fmla="*/ 110 w 224"/>
              <a:gd name="T59" fmla="*/ 166 h 183"/>
              <a:gd name="T60" fmla="*/ 90 w 224"/>
              <a:gd name="T61" fmla="*/ 149 h 183"/>
              <a:gd name="T62" fmla="*/ 106 w 224"/>
              <a:gd name="T63" fmla="*/ 129 h 183"/>
              <a:gd name="T64" fmla="*/ 77 w 224"/>
              <a:gd name="T65" fmla="*/ 128 h 183"/>
              <a:gd name="T66" fmla="*/ 61 w 224"/>
              <a:gd name="T67" fmla="*/ 148 h 183"/>
              <a:gd name="T68" fmla="*/ 40 w 224"/>
              <a:gd name="T69" fmla="*/ 131 h 183"/>
              <a:gd name="T70" fmla="*/ 57 w 224"/>
              <a:gd name="T71" fmla="*/ 111 h 183"/>
              <a:gd name="T72" fmla="*/ 77 w 224"/>
              <a:gd name="T73" fmla="*/ 128 h 183"/>
              <a:gd name="T74" fmla="*/ 35 w 224"/>
              <a:gd name="T75" fmla="*/ 52 h 183"/>
              <a:gd name="T76" fmla="*/ 55 w 224"/>
              <a:gd name="T77" fmla="*/ 68 h 183"/>
              <a:gd name="T78" fmla="*/ 39 w 224"/>
              <a:gd name="T79" fmla="*/ 87 h 183"/>
              <a:gd name="T80" fmla="*/ 20 w 224"/>
              <a:gd name="T81" fmla="*/ 72 h 183"/>
              <a:gd name="T82" fmla="*/ 35 w 224"/>
              <a:gd name="T83" fmla="*/ 52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4" h="183">
                <a:moveTo>
                  <a:pt x="6" y="97"/>
                </a:moveTo>
                <a:cubicBezTo>
                  <a:pt x="17" y="145"/>
                  <a:pt x="60" y="183"/>
                  <a:pt x="120" y="177"/>
                </a:cubicBezTo>
                <a:cubicBezTo>
                  <a:pt x="179" y="171"/>
                  <a:pt x="224" y="126"/>
                  <a:pt x="218" y="77"/>
                </a:cubicBezTo>
                <a:cubicBezTo>
                  <a:pt x="213" y="28"/>
                  <a:pt x="167" y="0"/>
                  <a:pt x="109" y="12"/>
                </a:cubicBezTo>
                <a:cubicBezTo>
                  <a:pt x="84" y="17"/>
                  <a:pt x="72" y="57"/>
                  <a:pt x="63" y="52"/>
                </a:cubicBezTo>
                <a:cubicBezTo>
                  <a:pt x="53" y="45"/>
                  <a:pt x="43" y="38"/>
                  <a:pt x="24" y="44"/>
                </a:cubicBezTo>
                <a:cubicBezTo>
                  <a:pt x="10" y="49"/>
                  <a:pt x="0" y="68"/>
                  <a:pt x="6" y="97"/>
                </a:cubicBezTo>
                <a:close/>
                <a:moveTo>
                  <a:pt x="203" y="92"/>
                </a:moveTo>
                <a:cubicBezTo>
                  <a:pt x="204" y="102"/>
                  <a:pt x="197" y="111"/>
                  <a:pt x="186" y="112"/>
                </a:cubicBezTo>
                <a:cubicBezTo>
                  <a:pt x="176" y="113"/>
                  <a:pt x="167" y="106"/>
                  <a:pt x="166" y="95"/>
                </a:cubicBezTo>
                <a:cubicBezTo>
                  <a:pt x="165" y="85"/>
                  <a:pt x="172" y="76"/>
                  <a:pt x="182" y="75"/>
                </a:cubicBezTo>
                <a:cubicBezTo>
                  <a:pt x="193" y="74"/>
                  <a:pt x="202" y="81"/>
                  <a:pt x="203" y="92"/>
                </a:cubicBezTo>
                <a:close/>
                <a:moveTo>
                  <a:pt x="160" y="31"/>
                </a:moveTo>
                <a:cubicBezTo>
                  <a:pt x="170" y="29"/>
                  <a:pt x="179" y="37"/>
                  <a:pt x="180" y="47"/>
                </a:cubicBezTo>
                <a:cubicBezTo>
                  <a:pt x="181" y="57"/>
                  <a:pt x="174" y="66"/>
                  <a:pt x="164" y="68"/>
                </a:cubicBezTo>
                <a:cubicBezTo>
                  <a:pt x="154" y="69"/>
                  <a:pt x="144" y="61"/>
                  <a:pt x="143" y="51"/>
                </a:cubicBezTo>
                <a:cubicBezTo>
                  <a:pt x="142" y="41"/>
                  <a:pt x="150" y="32"/>
                  <a:pt x="160" y="31"/>
                </a:cubicBezTo>
                <a:close/>
                <a:moveTo>
                  <a:pt x="155" y="115"/>
                </a:moveTo>
                <a:cubicBezTo>
                  <a:pt x="165" y="114"/>
                  <a:pt x="175" y="122"/>
                  <a:pt x="176" y="132"/>
                </a:cubicBezTo>
                <a:cubicBezTo>
                  <a:pt x="177" y="142"/>
                  <a:pt x="169" y="151"/>
                  <a:pt x="159" y="152"/>
                </a:cubicBezTo>
                <a:cubicBezTo>
                  <a:pt x="149" y="153"/>
                  <a:pt x="140" y="146"/>
                  <a:pt x="139" y="136"/>
                </a:cubicBezTo>
                <a:cubicBezTo>
                  <a:pt x="138" y="125"/>
                  <a:pt x="145" y="116"/>
                  <a:pt x="155" y="115"/>
                </a:cubicBezTo>
                <a:close/>
                <a:moveTo>
                  <a:pt x="105" y="32"/>
                </a:moveTo>
                <a:cubicBezTo>
                  <a:pt x="115" y="31"/>
                  <a:pt x="124" y="38"/>
                  <a:pt x="125" y="49"/>
                </a:cubicBezTo>
                <a:cubicBezTo>
                  <a:pt x="126" y="59"/>
                  <a:pt x="119" y="68"/>
                  <a:pt x="109" y="69"/>
                </a:cubicBezTo>
                <a:cubicBezTo>
                  <a:pt x="98" y="70"/>
                  <a:pt x="89" y="63"/>
                  <a:pt x="88" y="52"/>
                </a:cubicBezTo>
                <a:cubicBezTo>
                  <a:pt x="87" y="42"/>
                  <a:pt x="95" y="33"/>
                  <a:pt x="105" y="32"/>
                </a:cubicBezTo>
                <a:close/>
                <a:moveTo>
                  <a:pt x="106" y="129"/>
                </a:moveTo>
                <a:cubicBezTo>
                  <a:pt x="117" y="128"/>
                  <a:pt x="126" y="135"/>
                  <a:pt x="127" y="145"/>
                </a:cubicBezTo>
                <a:cubicBezTo>
                  <a:pt x="128" y="156"/>
                  <a:pt x="120" y="165"/>
                  <a:pt x="110" y="166"/>
                </a:cubicBezTo>
                <a:cubicBezTo>
                  <a:pt x="100" y="167"/>
                  <a:pt x="91" y="159"/>
                  <a:pt x="90" y="149"/>
                </a:cubicBezTo>
                <a:cubicBezTo>
                  <a:pt x="89" y="139"/>
                  <a:pt x="96" y="130"/>
                  <a:pt x="106" y="129"/>
                </a:cubicBezTo>
                <a:close/>
                <a:moveTo>
                  <a:pt x="77" y="128"/>
                </a:moveTo>
                <a:cubicBezTo>
                  <a:pt x="78" y="138"/>
                  <a:pt x="71" y="147"/>
                  <a:pt x="61" y="148"/>
                </a:cubicBezTo>
                <a:cubicBezTo>
                  <a:pt x="51" y="149"/>
                  <a:pt x="41" y="142"/>
                  <a:pt x="40" y="131"/>
                </a:cubicBezTo>
                <a:cubicBezTo>
                  <a:pt x="39" y="121"/>
                  <a:pt x="47" y="112"/>
                  <a:pt x="57" y="111"/>
                </a:cubicBezTo>
                <a:cubicBezTo>
                  <a:pt x="67" y="110"/>
                  <a:pt x="76" y="117"/>
                  <a:pt x="77" y="128"/>
                </a:cubicBezTo>
                <a:close/>
                <a:moveTo>
                  <a:pt x="35" y="52"/>
                </a:moveTo>
                <a:cubicBezTo>
                  <a:pt x="45" y="51"/>
                  <a:pt x="54" y="58"/>
                  <a:pt x="55" y="68"/>
                </a:cubicBezTo>
                <a:cubicBezTo>
                  <a:pt x="56" y="78"/>
                  <a:pt x="49" y="86"/>
                  <a:pt x="39" y="87"/>
                </a:cubicBezTo>
                <a:cubicBezTo>
                  <a:pt x="29" y="88"/>
                  <a:pt x="21" y="81"/>
                  <a:pt x="20" y="72"/>
                </a:cubicBezTo>
                <a:cubicBezTo>
                  <a:pt x="19" y="62"/>
                  <a:pt x="26" y="53"/>
                  <a:pt x="35" y="52"/>
                </a:cubicBezTo>
                <a:close/>
              </a:path>
            </a:pathLst>
          </a:custGeom>
          <a:solidFill>
            <a:srgbClr val="F4F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66"/>
          <p:cNvSpPr>
            <a:spLocks noEditPoints="1"/>
          </p:cNvSpPr>
          <p:nvPr/>
        </p:nvSpPr>
        <p:spPr bwMode="auto">
          <a:xfrm>
            <a:off x="7610779" y="3277017"/>
            <a:ext cx="331186" cy="357123"/>
          </a:xfrm>
          <a:custGeom>
            <a:avLst/>
            <a:gdLst>
              <a:gd name="T0" fmla="*/ 169 w 176"/>
              <a:gd name="T1" fmla="*/ 0 h 190"/>
              <a:gd name="T2" fmla="*/ 7 w 176"/>
              <a:gd name="T3" fmla="*/ 0 h 190"/>
              <a:gd name="T4" fmla="*/ 0 w 176"/>
              <a:gd name="T5" fmla="*/ 52 h 190"/>
              <a:gd name="T6" fmla="*/ 88 w 176"/>
              <a:gd name="T7" fmla="*/ 190 h 190"/>
              <a:gd name="T8" fmla="*/ 176 w 176"/>
              <a:gd name="T9" fmla="*/ 52 h 190"/>
              <a:gd name="T10" fmla="*/ 169 w 176"/>
              <a:gd name="T11" fmla="*/ 0 h 190"/>
              <a:gd name="T12" fmla="*/ 34 w 176"/>
              <a:gd name="T13" fmla="*/ 52 h 190"/>
              <a:gd name="T14" fmla="*/ 54 w 176"/>
              <a:gd name="T15" fmla="*/ 32 h 190"/>
              <a:gd name="T16" fmla="*/ 74 w 176"/>
              <a:gd name="T17" fmla="*/ 52 h 190"/>
              <a:gd name="T18" fmla="*/ 54 w 176"/>
              <a:gd name="T19" fmla="*/ 72 h 190"/>
              <a:gd name="T20" fmla="*/ 34 w 176"/>
              <a:gd name="T21" fmla="*/ 52 h 190"/>
              <a:gd name="T22" fmla="*/ 88 w 176"/>
              <a:gd name="T23" fmla="*/ 154 h 190"/>
              <a:gd name="T24" fmla="*/ 46 w 176"/>
              <a:gd name="T25" fmla="*/ 120 h 190"/>
              <a:gd name="T26" fmla="*/ 88 w 176"/>
              <a:gd name="T27" fmla="*/ 140 h 190"/>
              <a:gd name="T28" fmla="*/ 130 w 176"/>
              <a:gd name="T29" fmla="*/ 120 h 190"/>
              <a:gd name="T30" fmla="*/ 88 w 176"/>
              <a:gd name="T31" fmla="*/ 154 h 190"/>
              <a:gd name="T32" fmla="*/ 124 w 176"/>
              <a:gd name="T33" fmla="*/ 72 h 190"/>
              <a:gd name="T34" fmla="*/ 104 w 176"/>
              <a:gd name="T35" fmla="*/ 52 h 190"/>
              <a:gd name="T36" fmla="*/ 124 w 176"/>
              <a:gd name="T37" fmla="*/ 32 h 190"/>
              <a:gd name="T38" fmla="*/ 144 w 176"/>
              <a:gd name="T39" fmla="*/ 52 h 190"/>
              <a:gd name="T40" fmla="*/ 124 w 176"/>
              <a:gd name="T41" fmla="*/ 72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6" h="190">
                <a:moveTo>
                  <a:pt x="169" y="0"/>
                </a:moveTo>
                <a:cubicBezTo>
                  <a:pt x="7" y="0"/>
                  <a:pt x="7" y="0"/>
                  <a:pt x="7" y="0"/>
                </a:cubicBezTo>
                <a:cubicBezTo>
                  <a:pt x="3" y="16"/>
                  <a:pt x="0" y="34"/>
                  <a:pt x="0" y="52"/>
                </a:cubicBezTo>
                <a:cubicBezTo>
                  <a:pt x="0" y="128"/>
                  <a:pt x="40" y="190"/>
                  <a:pt x="88" y="190"/>
                </a:cubicBezTo>
                <a:cubicBezTo>
                  <a:pt x="136" y="190"/>
                  <a:pt x="176" y="128"/>
                  <a:pt x="176" y="52"/>
                </a:cubicBezTo>
                <a:cubicBezTo>
                  <a:pt x="176" y="34"/>
                  <a:pt x="173" y="16"/>
                  <a:pt x="169" y="0"/>
                </a:cubicBezTo>
                <a:close/>
                <a:moveTo>
                  <a:pt x="34" y="52"/>
                </a:moveTo>
                <a:cubicBezTo>
                  <a:pt x="34" y="41"/>
                  <a:pt x="43" y="32"/>
                  <a:pt x="54" y="32"/>
                </a:cubicBezTo>
                <a:cubicBezTo>
                  <a:pt x="65" y="32"/>
                  <a:pt x="74" y="41"/>
                  <a:pt x="74" y="52"/>
                </a:cubicBezTo>
                <a:cubicBezTo>
                  <a:pt x="74" y="63"/>
                  <a:pt x="65" y="72"/>
                  <a:pt x="54" y="72"/>
                </a:cubicBezTo>
                <a:cubicBezTo>
                  <a:pt x="43" y="72"/>
                  <a:pt x="34" y="63"/>
                  <a:pt x="34" y="52"/>
                </a:cubicBezTo>
                <a:close/>
                <a:moveTo>
                  <a:pt x="88" y="154"/>
                </a:moveTo>
                <a:cubicBezTo>
                  <a:pt x="67" y="154"/>
                  <a:pt x="49" y="139"/>
                  <a:pt x="46" y="120"/>
                </a:cubicBezTo>
                <a:cubicBezTo>
                  <a:pt x="56" y="132"/>
                  <a:pt x="71" y="140"/>
                  <a:pt x="88" y="140"/>
                </a:cubicBezTo>
                <a:cubicBezTo>
                  <a:pt x="105" y="140"/>
                  <a:pt x="120" y="132"/>
                  <a:pt x="130" y="120"/>
                </a:cubicBezTo>
                <a:cubicBezTo>
                  <a:pt x="127" y="139"/>
                  <a:pt x="109" y="154"/>
                  <a:pt x="88" y="154"/>
                </a:cubicBezTo>
                <a:close/>
                <a:moveTo>
                  <a:pt x="124" y="72"/>
                </a:moveTo>
                <a:cubicBezTo>
                  <a:pt x="113" y="72"/>
                  <a:pt x="104" y="63"/>
                  <a:pt x="104" y="52"/>
                </a:cubicBezTo>
                <a:cubicBezTo>
                  <a:pt x="104" y="41"/>
                  <a:pt x="113" y="32"/>
                  <a:pt x="124" y="32"/>
                </a:cubicBezTo>
                <a:cubicBezTo>
                  <a:pt x="135" y="32"/>
                  <a:pt x="144" y="41"/>
                  <a:pt x="144" y="52"/>
                </a:cubicBezTo>
                <a:cubicBezTo>
                  <a:pt x="144" y="63"/>
                  <a:pt x="135" y="72"/>
                  <a:pt x="124" y="72"/>
                </a:cubicBezTo>
                <a:close/>
              </a:path>
            </a:pathLst>
          </a:custGeom>
          <a:solidFill>
            <a:srgbClr val="F4F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67"/>
          <p:cNvSpPr>
            <a:spLocks noEditPoints="1"/>
          </p:cNvSpPr>
          <p:nvPr/>
        </p:nvSpPr>
        <p:spPr bwMode="auto">
          <a:xfrm>
            <a:off x="7582847" y="4651640"/>
            <a:ext cx="414981" cy="395030"/>
          </a:xfrm>
          <a:custGeom>
            <a:avLst/>
            <a:gdLst>
              <a:gd name="T0" fmla="*/ 221 w 221"/>
              <a:gd name="T1" fmla="*/ 96 h 210"/>
              <a:gd name="T2" fmla="*/ 171 w 221"/>
              <a:gd name="T3" fmla="*/ 46 h 210"/>
              <a:gd name="T4" fmla="*/ 159 w 221"/>
              <a:gd name="T5" fmla="*/ 47 h 210"/>
              <a:gd name="T6" fmla="*/ 109 w 221"/>
              <a:gd name="T7" fmla="*/ 0 h 210"/>
              <a:gd name="T8" fmla="*/ 59 w 221"/>
              <a:gd name="T9" fmla="*/ 47 h 210"/>
              <a:gd name="T10" fmla="*/ 50 w 221"/>
              <a:gd name="T11" fmla="*/ 46 h 210"/>
              <a:gd name="T12" fmla="*/ 0 w 221"/>
              <a:gd name="T13" fmla="*/ 96 h 210"/>
              <a:gd name="T14" fmla="*/ 23 w 221"/>
              <a:gd name="T15" fmla="*/ 138 h 210"/>
              <a:gd name="T16" fmla="*/ 18 w 221"/>
              <a:gd name="T17" fmla="*/ 160 h 210"/>
              <a:gd name="T18" fmla="*/ 68 w 221"/>
              <a:gd name="T19" fmla="*/ 210 h 210"/>
              <a:gd name="T20" fmla="*/ 111 w 221"/>
              <a:gd name="T21" fmla="*/ 186 h 210"/>
              <a:gd name="T22" fmla="*/ 154 w 221"/>
              <a:gd name="T23" fmla="*/ 210 h 210"/>
              <a:gd name="T24" fmla="*/ 204 w 221"/>
              <a:gd name="T25" fmla="*/ 160 h 210"/>
              <a:gd name="T26" fmla="*/ 199 w 221"/>
              <a:gd name="T27" fmla="*/ 138 h 210"/>
              <a:gd name="T28" fmla="*/ 221 w 221"/>
              <a:gd name="T29" fmla="*/ 96 h 210"/>
              <a:gd name="T30" fmla="*/ 111 w 221"/>
              <a:gd name="T31" fmla="*/ 170 h 210"/>
              <a:gd name="T32" fmla="*/ 56 w 221"/>
              <a:gd name="T33" fmla="*/ 115 h 210"/>
              <a:gd name="T34" fmla="*/ 111 w 221"/>
              <a:gd name="T35" fmla="*/ 60 h 210"/>
              <a:gd name="T36" fmla="*/ 165 w 221"/>
              <a:gd name="T37" fmla="*/ 115 h 210"/>
              <a:gd name="T38" fmla="*/ 111 w 221"/>
              <a:gd name="T39" fmla="*/ 170 h 210"/>
              <a:gd name="T40" fmla="*/ 79 w 221"/>
              <a:gd name="T41" fmla="*/ 114 h 210"/>
              <a:gd name="T42" fmla="*/ 110 w 221"/>
              <a:gd name="T43" fmla="*/ 83 h 210"/>
              <a:gd name="T44" fmla="*/ 141 w 221"/>
              <a:gd name="T45" fmla="*/ 114 h 210"/>
              <a:gd name="T46" fmla="*/ 110 w 221"/>
              <a:gd name="T47" fmla="*/ 145 h 210"/>
              <a:gd name="T48" fmla="*/ 79 w 221"/>
              <a:gd name="T49" fmla="*/ 114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1" h="210">
                <a:moveTo>
                  <a:pt x="221" y="96"/>
                </a:moveTo>
                <a:cubicBezTo>
                  <a:pt x="221" y="68"/>
                  <a:pt x="199" y="46"/>
                  <a:pt x="171" y="46"/>
                </a:cubicBezTo>
                <a:cubicBezTo>
                  <a:pt x="167" y="46"/>
                  <a:pt x="163" y="46"/>
                  <a:pt x="159" y="47"/>
                </a:cubicBezTo>
                <a:cubicBezTo>
                  <a:pt x="157" y="21"/>
                  <a:pt x="135" y="0"/>
                  <a:pt x="109" y="0"/>
                </a:cubicBezTo>
                <a:cubicBezTo>
                  <a:pt x="82" y="0"/>
                  <a:pt x="60" y="21"/>
                  <a:pt x="59" y="47"/>
                </a:cubicBezTo>
                <a:cubicBezTo>
                  <a:pt x="56" y="46"/>
                  <a:pt x="53" y="46"/>
                  <a:pt x="50" y="46"/>
                </a:cubicBezTo>
                <a:cubicBezTo>
                  <a:pt x="22" y="46"/>
                  <a:pt x="0" y="68"/>
                  <a:pt x="0" y="96"/>
                </a:cubicBezTo>
                <a:cubicBezTo>
                  <a:pt x="0" y="114"/>
                  <a:pt x="9" y="129"/>
                  <a:pt x="23" y="138"/>
                </a:cubicBezTo>
                <a:cubicBezTo>
                  <a:pt x="20" y="145"/>
                  <a:pt x="18" y="152"/>
                  <a:pt x="18" y="160"/>
                </a:cubicBezTo>
                <a:cubicBezTo>
                  <a:pt x="18" y="188"/>
                  <a:pt x="40" y="210"/>
                  <a:pt x="68" y="210"/>
                </a:cubicBezTo>
                <a:cubicBezTo>
                  <a:pt x="86" y="210"/>
                  <a:pt x="102" y="201"/>
                  <a:pt x="111" y="186"/>
                </a:cubicBezTo>
                <a:cubicBezTo>
                  <a:pt x="120" y="201"/>
                  <a:pt x="136" y="210"/>
                  <a:pt x="154" y="210"/>
                </a:cubicBezTo>
                <a:cubicBezTo>
                  <a:pt x="182" y="210"/>
                  <a:pt x="204" y="188"/>
                  <a:pt x="204" y="160"/>
                </a:cubicBezTo>
                <a:cubicBezTo>
                  <a:pt x="204" y="152"/>
                  <a:pt x="202" y="145"/>
                  <a:pt x="199" y="138"/>
                </a:cubicBezTo>
                <a:cubicBezTo>
                  <a:pt x="212" y="129"/>
                  <a:pt x="221" y="113"/>
                  <a:pt x="221" y="96"/>
                </a:cubicBezTo>
                <a:close/>
                <a:moveTo>
                  <a:pt x="111" y="170"/>
                </a:moveTo>
                <a:cubicBezTo>
                  <a:pt x="80" y="170"/>
                  <a:pt x="56" y="145"/>
                  <a:pt x="56" y="115"/>
                </a:cubicBezTo>
                <a:cubicBezTo>
                  <a:pt x="56" y="85"/>
                  <a:pt x="80" y="60"/>
                  <a:pt x="111" y="60"/>
                </a:cubicBezTo>
                <a:cubicBezTo>
                  <a:pt x="141" y="60"/>
                  <a:pt x="165" y="85"/>
                  <a:pt x="165" y="115"/>
                </a:cubicBezTo>
                <a:cubicBezTo>
                  <a:pt x="165" y="145"/>
                  <a:pt x="141" y="170"/>
                  <a:pt x="111" y="170"/>
                </a:cubicBezTo>
                <a:close/>
                <a:moveTo>
                  <a:pt x="79" y="114"/>
                </a:moveTo>
                <a:cubicBezTo>
                  <a:pt x="79" y="97"/>
                  <a:pt x="93" y="83"/>
                  <a:pt x="110" y="83"/>
                </a:cubicBezTo>
                <a:cubicBezTo>
                  <a:pt x="127" y="83"/>
                  <a:pt x="141" y="97"/>
                  <a:pt x="141" y="114"/>
                </a:cubicBezTo>
                <a:cubicBezTo>
                  <a:pt x="141" y="131"/>
                  <a:pt x="127" y="145"/>
                  <a:pt x="110" y="145"/>
                </a:cubicBezTo>
                <a:cubicBezTo>
                  <a:pt x="93" y="145"/>
                  <a:pt x="79" y="131"/>
                  <a:pt x="79" y="114"/>
                </a:cubicBezTo>
                <a:close/>
              </a:path>
            </a:pathLst>
          </a:custGeom>
          <a:solidFill>
            <a:srgbClr val="F4F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文本框 165"/>
          <p:cNvSpPr txBox="1"/>
          <p:nvPr/>
        </p:nvSpPr>
        <p:spPr>
          <a:xfrm>
            <a:off x="242908" y="3185576"/>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67" name="文本框 166"/>
          <p:cNvSpPr txBox="1"/>
          <p:nvPr/>
        </p:nvSpPr>
        <p:spPr>
          <a:xfrm>
            <a:off x="242908" y="4340707"/>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68" name="文本框 167"/>
          <p:cNvSpPr txBox="1"/>
          <p:nvPr/>
        </p:nvSpPr>
        <p:spPr>
          <a:xfrm>
            <a:off x="242908" y="5495838"/>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70" name="文本框 169"/>
          <p:cNvSpPr txBox="1"/>
          <p:nvPr/>
        </p:nvSpPr>
        <p:spPr>
          <a:xfrm>
            <a:off x="242908" y="1988241"/>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71" name="文本框 170"/>
          <p:cNvSpPr txBox="1"/>
          <p:nvPr/>
        </p:nvSpPr>
        <p:spPr>
          <a:xfrm>
            <a:off x="9061417" y="4340707"/>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172" name="文本框 171"/>
          <p:cNvSpPr txBox="1"/>
          <p:nvPr/>
        </p:nvSpPr>
        <p:spPr>
          <a:xfrm>
            <a:off x="9061417" y="3185576"/>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173" name="文本框 172"/>
          <p:cNvSpPr txBox="1"/>
          <p:nvPr/>
        </p:nvSpPr>
        <p:spPr>
          <a:xfrm>
            <a:off x="9061417" y="5495838"/>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177" name="文本框 176"/>
          <p:cNvSpPr txBox="1"/>
          <p:nvPr/>
        </p:nvSpPr>
        <p:spPr>
          <a:xfrm>
            <a:off x="9061417" y="1988241"/>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181" name="文本框 180"/>
          <p:cNvSpPr txBox="1"/>
          <p:nvPr/>
        </p:nvSpPr>
        <p:spPr>
          <a:xfrm>
            <a:off x="4139317" y="1058393"/>
            <a:ext cx="3913366"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182" name="Rectangle 58"/>
          <p:cNvSpPr/>
          <p:nvPr/>
        </p:nvSpPr>
        <p:spPr>
          <a:xfrm>
            <a:off x="3614043" y="1478661"/>
            <a:ext cx="4963915"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单击此处添加副标题</a:t>
            </a:r>
          </a:p>
        </p:txBody>
      </p:sp>
      <p:sp>
        <p:nvSpPr>
          <p:cNvPr id="187" name="任意多边形 186"/>
          <p:cNvSpPr/>
          <p:nvPr/>
        </p:nvSpPr>
        <p:spPr>
          <a:xfrm>
            <a:off x="3047280" y="2107117"/>
            <a:ext cx="304800" cy="304800"/>
          </a:xfrm>
          <a:custGeom>
            <a:avLst/>
            <a:gdLst>
              <a:gd name="connsiteX0" fmla="*/ 135758 w 304800"/>
              <a:gd name="connsiteY0" fmla="*/ 54245 h 304800"/>
              <a:gd name="connsiteX1" fmla="*/ 135758 w 304800"/>
              <a:gd name="connsiteY1" fmla="*/ 135758 h 304800"/>
              <a:gd name="connsiteX2" fmla="*/ 54245 w 304800"/>
              <a:gd name="connsiteY2" fmla="*/ 135758 h 304800"/>
              <a:gd name="connsiteX3" fmla="*/ 54245 w 304800"/>
              <a:gd name="connsiteY3" fmla="*/ 169043 h 304800"/>
              <a:gd name="connsiteX4" fmla="*/ 135758 w 304800"/>
              <a:gd name="connsiteY4" fmla="*/ 169043 h 304800"/>
              <a:gd name="connsiteX5" fmla="*/ 135758 w 304800"/>
              <a:gd name="connsiteY5" fmla="*/ 250556 h 304800"/>
              <a:gd name="connsiteX6" fmla="*/ 169043 w 304800"/>
              <a:gd name="connsiteY6" fmla="*/ 250556 h 304800"/>
              <a:gd name="connsiteX7" fmla="*/ 169043 w 304800"/>
              <a:gd name="connsiteY7" fmla="*/ 169043 h 304800"/>
              <a:gd name="connsiteX8" fmla="*/ 250556 w 304800"/>
              <a:gd name="connsiteY8" fmla="*/ 169043 h 304800"/>
              <a:gd name="connsiteX9" fmla="*/ 250556 w 304800"/>
              <a:gd name="connsiteY9" fmla="*/ 135758 h 304800"/>
              <a:gd name="connsiteX10" fmla="*/ 169043 w 304800"/>
              <a:gd name="connsiteY10" fmla="*/ 135758 h 304800"/>
              <a:gd name="connsiteX11" fmla="*/ 169043 w 304800"/>
              <a:gd name="connsiteY11" fmla="*/ 54245 h 304800"/>
              <a:gd name="connsiteX12" fmla="*/ 152400 w 304800"/>
              <a:gd name="connsiteY12" fmla="*/ 0 h 304800"/>
              <a:gd name="connsiteX13" fmla="*/ 304800 w 304800"/>
              <a:gd name="connsiteY13" fmla="*/ 152400 h 304800"/>
              <a:gd name="connsiteX14" fmla="*/ 152400 w 304800"/>
              <a:gd name="connsiteY14" fmla="*/ 304800 h 304800"/>
              <a:gd name="connsiteX15" fmla="*/ 0 w 304800"/>
              <a:gd name="connsiteY15" fmla="*/ 152400 h 304800"/>
              <a:gd name="connsiteX16" fmla="*/ 152400 w 304800"/>
              <a:gd name="connsiteY16"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04800" h="304800">
                <a:moveTo>
                  <a:pt x="135758" y="54245"/>
                </a:moveTo>
                <a:lnTo>
                  <a:pt x="135758" y="135758"/>
                </a:lnTo>
                <a:lnTo>
                  <a:pt x="54245" y="135758"/>
                </a:lnTo>
                <a:lnTo>
                  <a:pt x="54245" y="169043"/>
                </a:lnTo>
                <a:lnTo>
                  <a:pt x="135758" y="169043"/>
                </a:lnTo>
                <a:lnTo>
                  <a:pt x="135758" y="250556"/>
                </a:lnTo>
                <a:lnTo>
                  <a:pt x="169043" y="250556"/>
                </a:lnTo>
                <a:lnTo>
                  <a:pt x="169043" y="169043"/>
                </a:lnTo>
                <a:lnTo>
                  <a:pt x="250556" y="169043"/>
                </a:lnTo>
                <a:lnTo>
                  <a:pt x="250556" y="135758"/>
                </a:lnTo>
                <a:lnTo>
                  <a:pt x="169043" y="135758"/>
                </a:lnTo>
                <a:lnTo>
                  <a:pt x="169043" y="54245"/>
                </a:lnTo>
                <a:close/>
                <a:moveTo>
                  <a:pt x="152400" y="0"/>
                </a:moveTo>
                <a:cubicBezTo>
                  <a:pt x="236568" y="0"/>
                  <a:pt x="304800" y="68232"/>
                  <a:pt x="304800" y="152400"/>
                </a:cubicBezTo>
                <a:cubicBezTo>
                  <a:pt x="304800" y="236568"/>
                  <a:pt x="236568" y="304800"/>
                  <a:pt x="152400" y="304800"/>
                </a:cubicBezTo>
                <a:cubicBezTo>
                  <a:pt x="68232" y="304800"/>
                  <a:pt x="0" y="236568"/>
                  <a:pt x="0" y="152400"/>
                </a:cubicBezTo>
                <a:cubicBezTo>
                  <a:pt x="0" y="68232"/>
                  <a:pt x="68232" y="0"/>
                  <a:pt x="152400" y="0"/>
                </a:cubicBezTo>
                <a:close/>
              </a:path>
            </a:pathLst>
          </a:custGeom>
          <a:solidFill>
            <a:srgbClr val="64DEAE"/>
          </a:solidFill>
          <a:ln>
            <a:noFill/>
          </a:ln>
        </p:spPr>
        <p:txBody>
          <a:bodyPr vert="horz" wrap="square" lIns="91440" tIns="45720" rIns="91440" bIns="45720" numCol="1" anchor="t" anchorCtr="0" compatLnSpc="1">
            <a:prstTxWarp prst="textNoShape">
              <a:avLst/>
            </a:prstTxWarp>
          </a:bodyPr>
          <a:lstStyle/>
          <a:p>
            <a:endParaRPr lang="zh-CN" altLang="en-US">
              <a:solidFill>
                <a:schemeClr val="tx1"/>
              </a:solidFill>
            </a:endParaRPr>
          </a:p>
        </p:txBody>
      </p:sp>
      <p:sp>
        <p:nvSpPr>
          <p:cNvPr id="188" name="任意多边形 187"/>
          <p:cNvSpPr/>
          <p:nvPr/>
        </p:nvSpPr>
        <p:spPr>
          <a:xfrm>
            <a:off x="3047280" y="3277017"/>
            <a:ext cx="304800" cy="304800"/>
          </a:xfrm>
          <a:custGeom>
            <a:avLst/>
            <a:gdLst>
              <a:gd name="connsiteX0" fmla="*/ 135758 w 304800"/>
              <a:gd name="connsiteY0" fmla="*/ 54245 h 304800"/>
              <a:gd name="connsiteX1" fmla="*/ 135758 w 304800"/>
              <a:gd name="connsiteY1" fmla="*/ 135758 h 304800"/>
              <a:gd name="connsiteX2" fmla="*/ 54245 w 304800"/>
              <a:gd name="connsiteY2" fmla="*/ 135758 h 304800"/>
              <a:gd name="connsiteX3" fmla="*/ 54245 w 304800"/>
              <a:gd name="connsiteY3" fmla="*/ 169043 h 304800"/>
              <a:gd name="connsiteX4" fmla="*/ 135758 w 304800"/>
              <a:gd name="connsiteY4" fmla="*/ 169043 h 304800"/>
              <a:gd name="connsiteX5" fmla="*/ 135758 w 304800"/>
              <a:gd name="connsiteY5" fmla="*/ 250556 h 304800"/>
              <a:gd name="connsiteX6" fmla="*/ 169043 w 304800"/>
              <a:gd name="connsiteY6" fmla="*/ 250556 h 304800"/>
              <a:gd name="connsiteX7" fmla="*/ 169043 w 304800"/>
              <a:gd name="connsiteY7" fmla="*/ 169043 h 304800"/>
              <a:gd name="connsiteX8" fmla="*/ 250556 w 304800"/>
              <a:gd name="connsiteY8" fmla="*/ 169043 h 304800"/>
              <a:gd name="connsiteX9" fmla="*/ 250556 w 304800"/>
              <a:gd name="connsiteY9" fmla="*/ 135758 h 304800"/>
              <a:gd name="connsiteX10" fmla="*/ 169043 w 304800"/>
              <a:gd name="connsiteY10" fmla="*/ 135758 h 304800"/>
              <a:gd name="connsiteX11" fmla="*/ 169043 w 304800"/>
              <a:gd name="connsiteY11" fmla="*/ 54245 h 304800"/>
              <a:gd name="connsiteX12" fmla="*/ 152400 w 304800"/>
              <a:gd name="connsiteY12" fmla="*/ 0 h 304800"/>
              <a:gd name="connsiteX13" fmla="*/ 304800 w 304800"/>
              <a:gd name="connsiteY13" fmla="*/ 152400 h 304800"/>
              <a:gd name="connsiteX14" fmla="*/ 152400 w 304800"/>
              <a:gd name="connsiteY14" fmla="*/ 304800 h 304800"/>
              <a:gd name="connsiteX15" fmla="*/ 0 w 304800"/>
              <a:gd name="connsiteY15" fmla="*/ 152400 h 304800"/>
              <a:gd name="connsiteX16" fmla="*/ 152400 w 304800"/>
              <a:gd name="connsiteY16"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04800" h="304800">
                <a:moveTo>
                  <a:pt x="135758" y="54245"/>
                </a:moveTo>
                <a:lnTo>
                  <a:pt x="135758" y="135758"/>
                </a:lnTo>
                <a:lnTo>
                  <a:pt x="54245" y="135758"/>
                </a:lnTo>
                <a:lnTo>
                  <a:pt x="54245" y="169043"/>
                </a:lnTo>
                <a:lnTo>
                  <a:pt x="135758" y="169043"/>
                </a:lnTo>
                <a:lnTo>
                  <a:pt x="135758" y="250556"/>
                </a:lnTo>
                <a:lnTo>
                  <a:pt x="169043" y="250556"/>
                </a:lnTo>
                <a:lnTo>
                  <a:pt x="169043" y="169043"/>
                </a:lnTo>
                <a:lnTo>
                  <a:pt x="250556" y="169043"/>
                </a:lnTo>
                <a:lnTo>
                  <a:pt x="250556" y="135758"/>
                </a:lnTo>
                <a:lnTo>
                  <a:pt x="169043" y="135758"/>
                </a:lnTo>
                <a:lnTo>
                  <a:pt x="169043" y="54245"/>
                </a:lnTo>
                <a:close/>
                <a:moveTo>
                  <a:pt x="152400" y="0"/>
                </a:moveTo>
                <a:cubicBezTo>
                  <a:pt x="236568" y="0"/>
                  <a:pt x="304800" y="68232"/>
                  <a:pt x="304800" y="152400"/>
                </a:cubicBezTo>
                <a:cubicBezTo>
                  <a:pt x="304800" y="236568"/>
                  <a:pt x="236568" y="304800"/>
                  <a:pt x="152400" y="304800"/>
                </a:cubicBezTo>
                <a:cubicBezTo>
                  <a:pt x="68232" y="304800"/>
                  <a:pt x="0" y="236568"/>
                  <a:pt x="0" y="152400"/>
                </a:cubicBezTo>
                <a:cubicBezTo>
                  <a:pt x="0" y="68232"/>
                  <a:pt x="68232" y="0"/>
                  <a:pt x="152400" y="0"/>
                </a:cubicBezTo>
                <a:close/>
              </a:path>
            </a:pathLst>
          </a:custGeom>
          <a:solidFill>
            <a:srgbClr val="65D4DE"/>
          </a:solidFill>
          <a:ln>
            <a:noFill/>
          </a:ln>
        </p:spPr>
        <p:txBody>
          <a:bodyPr vert="horz" wrap="square" lIns="91440" tIns="45720" rIns="91440" bIns="45720" numCol="1" anchor="t" anchorCtr="0" compatLnSpc="1">
            <a:prstTxWarp prst="textNoShape">
              <a:avLst/>
            </a:prstTxWarp>
          </a:bodyPr>
          <a:lstStyle/>
          <a:p>
            <a:endParaRPr lang="zh-CN" altLang="en-US">
              <a:solidFill>
                <a:schemeClr val="tx1"/>
              </a:solidFill>
            </a:endParaRPr>
          </a:p>
        </p:txBody>
      </p:sp>
      <p:sp>
        <p:nvSpPr>
          <p:cNvPr id="189" name="任意多边形 188"/>
          <p:cNvSpPr/>
          <p:nvPr/>
        </p:nvSpPr>
        <p:spPr>
          <a:xfrm>
            <a:off x="3047280" y="4444374"/>
            <a:ext cx="304800" cy="304800"/>
          </a:xfrm>
          <a:custGeom>
            <a:avLst/>
            <a:gdLst>
              <a:gd name="connsiteX0" fmla="*/ 135758 w 304800"/>
              <a:gd name="connsiteY0" fmla="*/ 54245 h 304800"/>
              <a:gd name="connsiteX1" fmla="*/ 135758 w 304800"/>
              <a:gd name="connsiteY1" fmla="*/ 135758 h 304800"/>
              <a:gd name="connsiteX2" fmla="*/ 54245 w 304800"/>
              <a:gd name="connsiteY2" fmla="*/ 135758 h 304800"/>
              <a:gd name="connsiteX3" fmla="*/ 54245 w 304800"/>
              <a:gd name="connsiteY3" fmla="*/ 169043 h 304800"/>
              <a:gd name="connsiteX4" fmla="*/ 135758 w 304800"/>
              <a:gd name="connsiteY4" fmla="*/ 169043 h 304800"/>
              <a:gd name="connsiteX5" fmla="*/ 135758 w 304800"/>
              <a:gd name="connsiteY5" fmla="*/ 250556 h 304800"/>
              <a:gd name="connsiteX6" fmla="*/ 169043 w 304800"/>
              <a:gd name="connsiteY6" fmla="*/ 250556 h 304800"/>
              <a:gd name="connsiteX7" fmla="*/ 169043 w 304800"/>
              <a:gd name="connsiteY7" fmla="*/ 169043 h 304800"/>
              <a:gd name="connsiteX8" fmla="*/ 250556 w 304800"/>
              <a:gd name="connsiteY8" fmla="*/ 169043 h 304800"/>
              <a:gd name="connsiteX9" fmla="*/ 250556 w 304800"/>
              <a:gd name="connsiteY9" fmla="*/ 135758 h 304800"/>
              <a:gd name="connsiteX10" fmla="*/ 169043 w 304800"/>
              <a:gd name="connsiteY10" fmla="*/ 135758 h 304800"/>
              <a:gd name="connsiteX11" fmla="*/ 169043 w 304800"/>
              <a:gd name="connsiteY11" fmla="*/ 54245 h 304800"/>
              <a:gd name="connsiteX12" fmla="*/ 152400 w 304800"/>
              <a:gd name="connsiteY12" fmla="*/ 0 h 304800"/>
              <a:gd name="connsiteX13" fmla="*/ 304800 w 304800"/>
              <a:gd name="connsiteY13" fmla="*/ 152400 h 304800"/>
              <a:gd name="connsiteX14" fmla="*/ 152400 w 304800"/>
              <a:gd name="connsiteY14" fmla="*/ 304800 h 304800"/>
              <a:gd name="connsiteX15" fmla="*/ 0 w 304800"/>
              <a:gd name="connsiteY15" fmla="*/ 152400 h 304800"/>
              <a:gd name="connsiteX16" fmla="*/ 152400 w 304800"/>
              <a:gd name="connsiteY16"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04800" h="304800">
                <a:moveTo>
                  <a:pt x="135758" y="54245"/>
                </a:moveTo>
                <a:lnTo>
                  <a:pt x="135758" y="135758"/>
                </a:lnTo>
                <a:lnTo>
                  <a:pt x="54245" y="135758"/>
                </a:lnTo>
                <a:lnTo>
                  <a:pt x="54245" y="169043"/>
                </a:lnTo>
                <a:lnTo>
                  <a:pt x="135758" y="169043"/>
                </a:lnTo>
                <a:lnTo>
                  <a:pt x="135758" y="250556"/>
                </a:lnTo>
                <a:lnTo>
                  <a:pt x="169043" y="250556"/>
                </a:lnTo>
                <a:lnTo>
                  <a:pt x="169043" y="169043"/>
                </a:lnTo>
                <a:lnTo>
                  <a:pt x="250556" y="169043"/>
                </a:lnTo>
                <a:lnTo>
                  <a:pt x="250556" y="135758"/>
                </a:lnTo>
                <a:lnTo>
                  <a:pt x="169043" y="135758"/>
                </a:lnTo>
                <a:lnTo>
                  <a:pt x="169043" y="54245"/>
                </a:lnTo>
                <a:close/>
                <a:moveTo>
                  <a:pt x="152400" y="0"/>
                </a:moveTo>
                <a:cubicBezTo>
                  <a:pt x="236568" y="0"/>
                  <a:pt x="304800" y="68232"/>
                  <a:pt x="304800" y="152400"/>
                </a:cubicBezTo>
                <a:cubicBezTo>
                  <a:pt x="304800" y="236568"/>
                  <a:pt x="236568" y="304800"/>
                  <a:pt x="152400" y="304800"/>
                </a:cubicBezTo>
                <a:cubicBezTo>
                  <a:pt x="68232" y="304800"/>
                  <a:pt x="0" y="236568"/>
                  <a:pt x="0" y="152400"/>
                </a:cubicBezTo>
                <a:cubicBezTo>
                  <a:pt x="0" y="68232"/>
                  <a:pt x="68232" y="0"/>
                  <a:pt x="152400" y="0"/>
                </a:cubicBezTo>
                <a:close/>
              </a:path>
            </a:pathLst>
          </a:custGeom>
          <a:solidFill>
            <a:srgbClr val="34B2E4"/>
          </a:solidFill>
          <a:ln>
            <a:noFill/>
          </a:ln>
        </p:spPr>
        <p:txBody>
          <a:bodyPr vert="horz" wrap="square" lIns="91440" tIns="45720" rIns="91440" bIns="45720" numCol="1" anchor="t" anchorCtr="0" compatLnSpc="1">
            <a:prstTxWarp prst="textNoShape">
              <a:avLst/>
            </a:prstTxWarp>
          </a:bodyPr>
          <a:lstStyle/>
          <a:p>
            <a:endParaRPr lang="zh-CN" altLang="en-US">
              <a:solidFill>
                <a:schemeClr val="tx1"/>
              </a:solidFill>
            </a:endParaRPr>
          </a:p>
        </p:txBody>
      </p:sp>
      <p:sp>
        <p:nvSpPr>
          <p:cNvPr id="190" name="任意多边形 189"/>
          <p:cNvSpPr/>
          <p:nvPr/>
        </p:nvSpPr>
        <p:spPr>
          <a:xfrm>
            <a:off x="3047280" y="5592614"/>
            <a:ext cx="304800" cy="304800"/>
          </a:xfrm>
          <a:custGeom>
            <a:avLst/>
            <a:gdLst>
              <a:gd name="connsiteX0" fmla="*/ 135758 w 304800"/>
              <a:gd name="connsiteY0" fmla="*/ 54245 h 304800"/>
              <a:gd name="connsiteX1" fmla="*/ 135758 w 304800"/>
              <a:gd name="connsiteY1" fmla="*/ 135758 h 304800"/>
              <a:gd name="connsiteX2" fmla="*/ 54245 w 304800"/>
              <a:gd name="connsiteY2" fmla="*/ 135758 h 304800"/>
              <a:gd name="connsiteX3" fmla="*/ 54245 w 304800"/>
              <a:gd name="connsiteY3" fmla="*/ 169043 h 304800"/>
              <a:gd name="connsiteX4" fmla="*/ 135758 w 304800"/>
              <a:gd name="connsiteY4" fmla="*/ 169043 h 304800"/>
              <a:gd name="connsiteX5" fmla="*/ 135758 w 304800"/>
              <a:gd name="connsiteY5" fmla="*/ 250556 h 304800"/>
              <a:gd name="connsiteX6" fmla="*/ 169043 w 304800"/>
              <a:gd name="connsiteY6" fmla="*/ 250556 h 304800"/>
              <a:gd name="connsiteX7" fmla="*/ 169043 w 304800"/>
              <a:gd name="connsiteY7" fmla="*/ 169043 h 304800"/>
              <a:gd name="connsiteX8" fmla="*/ 250556 w 304800"/>
              <a:gd name="connsiteY8" fmla="*/ 169043 h 304800"/>
              <a:gd name="connsiteX9" fmla="*/ 250556 w 304800"/>
              <a:gd name="connsiteY9" fmla="*/ 135758 h 304800"/>
              <a:gd name="connsiteX10" fmla="*/ 169043 w 304800"/>
              <a:gd name="connsiteY10" fmla="*/ 135758 h 304800"/>
              <a:gd name="connsiteX11" fmla="*/ 169043 w 304800"/>
              <a:gd name="connsiteY11" fmla="*/ 54245 h 304800"/>
              <a:gd name="connsiteX12" fmla="*/ 152400 w 304800"/>
              <a:gd name="connsiteY12" fmla="*/ 0 h 304800"/>
              <a:gd name="connsiteX13" fmla="*/ 304800 w 304800"/>
              <a:gd name="connsiteY13" fmla="*/ 152400 h 304800"/>
              <a:gd name="connsiteX14" fmla="*/ 152400 w 304800"/>
              <a:gd name="connsiteY14" fmla="*/ 304800 h 304800"/>
              <a:gd name="connsiteX15" fmla="*/ 0 w 304800"/>
              <a:gd name="connsiteY15" fmla="*/ 152400 h 304800"/>
              <a:gd name="connsiteX16" fmla="*/ 152400 w 304800"/>
              <a:gd name="connsiteY16"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04800" h="304800">
                <a:moveTo>
                  <a:pt x="135758" y="54245"/>
                </a:moveTo>
                <a:lnTo>
                  <a:pt x="135758" y="135758"/>
                </a:lnTo>
                <a:lnTo>
                  <a:pt x="54245" y="135758"/>
                </a:lnTo>
                <a:lnTo>
                  <a:pt x="54245" y="169043"/>
                </a:lnTo>
                <a:lnTo>
                  <a:pt x="135758" y="169043"/>
                </a:lnTo>
                <a:lnTo>
                  <a:pt x="135758" y="250556"/>
                </a:lnTo>
                <a:lnTo>
                  <a:pt x="169043" y="250556"/>
                </a:lnTo>
                <a:lnTo>
                  <a:pt x="169043" y="169043"/>
                </a:lnTo>
                <a:lnTo>
                  <a:pt x="250556" y="169043"/>
                </a:lnTo>
                <a:lnTo>
                  <a:pt x="250556" y="135758"/>
                </a:lnTo>
                <a:lnTo>
                  <a:pt x="169043" y="135758"/>
                </a:lnTo>
                <a:lnTo>
                  <a:pt x="169043" y="54245"/>
                </a:lnTo>
                <a:close/>
                <a:moveTo>
                  <a:pt x="152400" y="0"/>
                </a:moveTo>
                <a:cubicBezTo>
                  <a:pt x="236568" y="0"/>
                  <a:pt x="304800" y="68232"/>
                  <a:pt x="304800" y="152400"/>
                </a:cubicBezTo>
                <a:cubicBezTo>
                  <a:pt x="304800" y="236568"/>
                  <a:pt x="236568" y="304800"/>
                  <a:pt x="152400" y="304800"/>
                </a:cubicBezTo>
                <a:cubicBezTo>
                  <a:pt x="68232" y="304800"/>
                  <a:pt x="0" y="236568"/>
                  <a:pt x="0" y="152400"/>
                </a:cubicBezTo>
                <a:cubicBezTo>
                  <a:pt x="0" y="68232"/>
                  <a:pt x="68232" y="0"/>
                  <a:pt x="152400" y="0"/>
                </a:cubicBezTo>
                <a:close/>
              </a:path>
            </a:pathLst>
          </a:custGeom>
          <a:solidFill>
            <a:srgbClr val="085481"/>
          </a:solidFill>
          <a:ln>
            <a:noFill/>
          </a:ln>
        </p:spPr>
        <p:txBody>
          <a:bodyPr vert="horz" wrap="square" lIns="91440" tIns="45720" rIns="91440" bIns="45720" numCol="1" anchor="t" anchorCtr="0" compatLnSpc="1">
            <a:prstTxWarp prst="textNoShape">
              <a:avLst/>
            </a:prstTxWarp>
          </a:bodyPr>
          <a:lstStyle/>
          <a:p>
            <a:endParaRPr lang="zh-CN" altLang="en-US">
              <a:solidFill>
                <a:schemeClr val="tx1"/>
              </a:solidFill>
            </a:endParaRPr>
          </a:p>
        </p:txBody>
      </p:sp>
      <p:sp>
        <p:nvSpPr>
          <p:cNvPr id="191" name="任意多边形 190"/>
          <p:cNvSpPr/>
          <p:nvPr/>
        </p:nvSpPr>
        <p:spPr>
          <a:xfrm>
            <a:off x="8813027" y="2107117"/>
            <a:ext cx="304800" cy="304800"/>
          </a:xfrm>
          <a:custGeom>
            <a:avLst/>
            <a:gdLst>
              <a:gd name="connsiteX0" fmla="*/ 135758 w 304800"/>
              <a:gd name="connsiteY0" fmla="*/ 54245 h 304800"/>
              <a:gd name="connsiteX1" fmla="*/ 135758 w 304800"/>
              <a:gd name="connsiteY1" fmla="*/ 135758 h 304800"/>
              <a:gd name="connsiteX2" fmla="*/ 54245 w 304800"/>
              <a:gd name="connsiteY2" fmla="*/ 135758 h 304800"/>
              <a:gd name="connsiteX3" fmla="*/ 54245 w 304800"/>
              <a:gd name="connsiteY3" fmla="*/ 169043 h 304800"/>
              <a:gd name="connsiteX4" fmla="*/ 135758 w 304800"/>
              <a:gd name="connsiteY4" fmla="*/ 169043 h 304800"/>
              <a:gd name="connsiteX5" fmla="*/ 135758 w 304800"/>
              <a:gd name="connsiteY5" fmla="*/ 250556 h 304800"/>
              <a:gd name="connsiteX6" fmla="*/ 169043 w 304800"/>
              <a:gd name="connsiteY6" fmla="*/ 250556 h 304800"/>
              <a:gd name="connsiteX7" fmla="*/ 169043 w 304800"/>
              <a:gd name="connsiteY7" fmla="*/ 169043 h 304800"/>
              <a:gd name="connsiteX8" fmla="*/ 250556 w 304800"/>
              <a:gd name="connsiteY8" fmla="*/ 169043 h 304800"/>
              <a:gd name="connsiteX9" fmla="*/ 250556 w 304800"/>
              <a:gd name="connsiteY9" fmla="*/ 135758 h 304800"/>
              <a:gd name="connsiteX10" fmla="*/ 169043 w 304800"/>
              <a:gd name="connsiteY10" fmla="*/ 135758 h 304800"/>
              <a:gd name="connsiteX11" fmla="*/ 169043 w 304800"/>
              <a:gd name="connsiteY11" fmla="*/ 54245 h 304800"/>
              <a:gd name="connsiteX12" fmla="*/ 152400 w 304800"/>
              <a:gd name="connsiteY12" fmla="*/ 0 h 304800"/>
              <a:gd name="connsiteX13" fmla="*/ 304800 w 304800"/>
              <a:gd name="connsiteY13" fmla="*/ 152400 h 304800"/>
              <a:gd name="connsiteX14" fmla="*/ 152400 w 304800"/>
              <a:gd name="connsiteY14" fmla="*/ 304800 h 304800"/>
              <a:gd name="connsiteX15" fmla="*/ 0 w 304800"/>
              <a:gd name="connsiteY15" fmla="*/ 152400 h 304800"/>
              <a:gd name="connsiteX16" fmla="*/ 152400 w 304800"/>
              <a:gd name="connsiteY16"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04800" h="304800">
                <a:moveTo>
                  <a:pt x="135758" y="54245"/>
                </a:moveTo>
                <a:lnTo>
                  <a:pt x="135758" y="135758"/>
                </a:lnTo>
                <a:lnTo>
                  <a:pt x="54245" y="135758"/>
                </a:lnTo>
                <a:lnTo>
                  <a:pt x="54245" y="169043"/>
                </a:lnTo>
                <a:lnTo>
                  <a:pt x="135758" y="169043"/>
                </a:lnTo>
                <a:lnTo>
                  <a:pt x="135758" y="250556"/>
                </a:lnTo>
                <a:lnTo>
                  <a:pt x="169043" y="250556"/>
                </a:lnTo>
                <a:lnTo>
                  <a:pt x="169043" y="169043"/>
                </a:lnTo>
                <a:lnTo>
                  <a:pt x="250556" y="169043"/>
                </a:lnTo>
                <a:lnTo>
                  <a:pt x="250556" y="135758"/>
                </a:lnTo>
                <a:lnTo>
                  <a:pt x="169043" y="135758"/>
                </a:lnTo>
                <a:lnTo>
                  <a:pt x="169043" y="54245"/>
                </a:lnTo>
                <a:close/>
                <a:moveTo>
                  <a:pt x="152400" y="0"/>
                </a:moveTo>
                <a:cubicBezTo>
                  <a:pt x="236568" y="0"/>
                  <a:pt x="304800" y="68232"/>
                  <a:pt x="304800" y="152400"/>
                </a:cubicBezTo>
                <a:cubicBezTo>
                  <a:pt x="304800" y="236568"/>
                  <a:pt x="236568" y="304800"/>
                  <a:pt x="152400" y="304800"/>
                </a:cubicBezTo>
                <a:cubicBezTo>
                  <a:pt x="68232" y="304800"/>
                  <a:pt x="0" y="236568"/>
                  <a:pt x="0" y="152400"/>
                </a:cubicBezTo>
                <a:cubicBezTo>
                  <a:pt x="0" y="68232"/>
                  <a:pt x="68232" y="0"/>
                  <a:pt x="152400" y="0"/>
                </a:cubicBezTo>
                <a:close/>
              </a:path>
            </a:pathLst>
          </a:custGeom>
          <a:solidFill>
            <a:srgbClr val="FFC95C"/>
          </a:solidFill>
          <a:ln>
            <a:noFill/>
          </a:ln>
        </p:spPr>
        <p:txBody>
          <a:bodyPr vert="horz" wrap="square" lIns="91440" tIns="45720" rIns="91440" bIns="45720" numCol="1" anchor="t" anchorCtr="0" compatLnSpc="1">
            <a:prstTxWarp prst="textNoShape">
              <a:avLst/>
            </a:prstTxWarp>
          </a:bodyPr>
          <a:lstStyle/>
          <a:p>
            <a:endParaRPr lang="zh-CN" altLang="en-US">
              <a:solidFill>
                <a:srgbClr val="FFC95C"/>
              </a:solidFill>
            </a:endParaRPr>
          </a:p>
        </p:txBody>
      </p:sp>
      <p:sp>
        <p:nvSpPr>
          <p:cNvPr id="192" name="任意多边形 191"/>
          <p:cNvSpPr/>
          <p:nvPr/>
        </p:nvSpPr>
        <p:spPr>
          <a:xfrm>
            <a:off x="8813027" y="3277017"/>
            <a:ext cx="304800" cy="304800"/>
          </a:xfrm>
          <a:custGeom>
            <a:avLst/>
            <a:gdLst>
              <a:gd name="connsiteX0" fmla="*/ 135758 w 304800"/>
              <a:gd name="connsiteY0" fmla="*/ 54245 h 304800"/>
              <a:gd name="connsiteX1" fmla="*/ 135758 w 304800"/>
              <a:gd name="connsiteY1" fmla="*/ 135758 h 304800"/>
              <a:gd name="connsiteX2" fmla="*/ 54245 w 304800"/>
              <a:gd name="connsiteY2" fmla="*/ 135758 h 304800"/>
              <a:gd name="connsiteX3" fmla="*/ 54245 w 304800"/>
              <a:gd name="connsiteY3" fmla="*/ 169043 h 304800"/>
              <a:gd name="connsiteX4" fmla="*/ 135758 w 304800"/>
              <a:gd name="connsiteY4" fmla="*/ 169043 h 304800"/>
              <a:gd name="connsiteX5" fmla="*/ 135758 w 304800"/>
              <a:gd name="connsiteY5" fmla="*/ 250556 h 304800"/>
              <a:gd name="connsiteX6" fmla="*/ 169043 w 304800"/>
              <a:gd name="connsiteY6" fmla="*/ 250556 h 304800"/>
              <a:gd name="connsiteX7" fmla="*/ 169043 w 304800"/>
              <a:gd name="connsiteY7" fmla="*/ 169043 h 304800"/>
              <a:gd name="connsiteX8" fmla="*/ 250556 w 304800"/>
              <a:gd name="connsiteY8" fmla="*/ 169043 h 304800"/>
              <a:gd name="connsiteX9" fmla="*/ 250556 w 304800"/>
              <a:gd name="connsiteY9" fmla="*/ 135758 h 304800"/>
              <a:gd name="connsiteX10" fmla="*/ 169043 w 304800"/>
              <a:gd name="connsiteY10" fmla="*/ 135758 h 304800"/>
              <a:gd name="connsiteX11" fmla="*/ 169043 w 304800"/>
              <a:gd name="connsiteY11" fmla="*/ 54245 h 304800"/>
              <a:gd name="connsiteX12" fmla="*/ 152400 w 304800"/>
              <a:gd name="connsiteY12" fmla="*/ 0 h 304800"/>
              <a:gd name="connsiteX13" fmla="*/ 304800 w 304800"/>
              <a:gd name="connsiteY13" fmla="*/ 152400 h 304800"/>
              <a:gd name="connsiteX14" fmla="*/ 152400 w 304800"/>
              <a:gd name="connsiteY14" fmla="*/ 304800 h 304800"/>
              <a:gd name="connsiteX15" fmla="*/ 0 w 304800"/>
              <a:gd name="connsiteY15" fmla="*/ 152400 h 304800"/>
              <a:gd name="connsiteX16" fmla="*/ 152400 w 304800"/>
              <a:gd name="connsiteY16"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04800" h="304800">
                <a:moveTo>
                  <a:pt x="135758" y="54245"/>
                </a:moveTo>
                <a:lnTo>
                  <a:pt x="135758" y="135758"/>
                </a:lnTo>
                <a:lnTo>
                  <a:pt x="54245" y="135758"/>
                </a:lnTo>
                <a:lnTo>
                  <a:pt x="54245" y="169043"/>
                </a:lnTo>
                <a:lnTo>
                  <a:pt x="135758" y="169043"/>
                </a:lnTo>
                <a:lnTo>
                  <a:pt x="135758" y="250556"/>
                </a:lnTo>
                <a:lnTo>
                  <a:pt x="169043" y="250556"/>
                </a:lnTo>
                <a:lnTo>
                  <a:pt x="169043" y="169043"/>
                </a:lnTo>
                <a:lnTo>
                  <a:pt x="250556" y="169043"/>
                </a:lnTo>
                <a:lnTo>
                  <a:pt x="250556" y="135758"/>
                </a:lnTo>
                <a:lnTo>
                  <a:pt x="169043" y="135758"/>
                </a:lnTo>
                <a:lnTo>
                  <a:pt x="169043" y="54245"/>
                </a:lnTo>
                <a:close/>
                <a:moveTo>
                  <a:pt x="152400" y="0"/>
                </a:moveTo>
                <a:cubicBezTo>
                  <a:pt x="236568" y="0"/>
                  <a:pt x="304800" y="68232"/>
                  <a:pt x="304800" y="152400"/>
                </a:cubicBezTo>
                <a:cubicBezTo>
                  <a:pt x="304800" y="236568"/>
                  <a:pt x="236568" y="304800"/>
                  <a:pt x="152400" y="304800"/>
                </a:cubicBezTo>
                <a:cubicBezTo>
                  <a:pt x="68232" y="304800"/>
                  <a:pt x="0" y="236568"/>
                  <a:pt x="0" y="152400"/>
                </a:cubicBezTo>
                <a:cubicBezTo>
                  <a:pt x="0" y="68232"/>
                  <a:pt x="68232" y="0"/>
                  <a:pt x="152400" y="0"/>
                </a:cubicBezTo>
                <a:close/>
              </a:path>
            </a:pathLst>
          </a:custGeom>
          <a:solidFill>
            <a:srgbClr val="FF8E31"/>
          </a:solidFill>
          <a:ln>
            <a:noFill/>
          </a:ln>
        </p:spPr>
        <p:txBody>
          <a:bodyPr vert="horz" wrap="square" lIns="91440" tIns="45720" rIns="91440" bIns="45720" numCol="1" anchor="t" anchorCtr="0" compatLnSpc="1">
            <a:prstTxWarp prst="textNoShape">
              <a:avLst/>
            </a:prstTxWarp>
          </a:bodyPr>
          <a:lstStyle/>
          <a:p>
            <a:endParaRPr lang="zh-CN" altLang="en-US">
              <a:solidFill>
                <a:schemeClr val="tx1"/>
              </a:solidFill>
            </a:endParaRPr>
          </a:p>
        </p:txBody>
      </p:sp>
      <p:sp>
        <p:nvSpPr>
          <p:cNvPr id="193" name="任意多边形 192"/>
          <p:cNvSpPr/>
          <p:nvPr/>
        </p:nvSpPr>
        <p:spPr>
          <a:xfrm>
            <a:off x="8813027" y="4444374"/>
            <a:ext cx="304800" cy="304800"/>
          </a:xfrm>
          <a:custGeom>
            <a:avLst/>
            <a:gdLst>
              <a:gd name="connsiteX0" fmla="*/ 135758 w 304800"/>
              <a:gd name="connsiteY0" fmla="*/ 54245 h 304800"/>
              <a:gd name="connsiteX1" fmla="*/ 135758 w 304800"/>
              <a:gd name="connsiteY1" fmla="*/ 135758 h 304800"/>
              <a:gd name="connsiteX2" fmla="*/ 54245 w 304800"/>
              <a:gd name="connsiteY2" fmla="*/ 135758 h 304800"/>
              <a:gd name="connsiteX3" fmla="*/ 54245 w 304800"/>
              <a:gd name="connsiteY3" fmla="*/ 169043 h 304800"/>
              <a:gd name="connsiteX4" fmla="*/ 135758 w 304800"/>
              <a:gd name="connsiteY4" fmla="*/ 169043 h 304800"/>
              <a:gd name="connsiteX5" fmla="*/ 135758 w 304800"/>
              <a:gd name="connsiteY5" fmla="*/ 250556 h 304800"/>
              <a:gd name="connsiteX6" fmla="*/ 169043 w 304800"/>
              <a:gd name="connsiteY6" fmla="*/ 250556 h 304800"/>
              <a:gd name="connsiteX7" fmla="*/ 169043 w 304800"/>
              <a:gd name="connsiteY7" fmla="*/ 169043 h 304800"/>
              <a:gd name="connsiteX8" fmla="*/ 250556 w 304800"/>
              <a:gd name="connsiteY8" fmla="*/ 169043 h 304800"/>
              <a:gd name="connsiteX9" fmla="*/ 250556 w 304800"/>
              <a:gd name="connsiteY9" fmla="*/ 135758 h 304800"/>
              <a:gd name="connsiteX10" fmla="*/ 169043 w 304800"/>
              <a:gd name="connsiteY10" fmla="*/ 135758 h 304800"/>
              <a:gd name="connsiteX11" fmla="*/ 169043 w 304800"/>
              <a:gd name="connsiteY11" fmla="*/ 54245 h 304800"/>
              <a:gd name="connsiteX12" fmla="*/ 152400 w 304800"/>
              <a:gd name="connsiteY12" fmla="*/ 0 h 304800"/>
              <a:gd name="connsiteX13" fmla="*/ 304800 w 304800"/>
              <a:gd name="connsiteY13" fmla="*/ 152400 h 304800"/>
              <a:gd name="connsiteX14" fmla="*/ 152400 w 304800"/>
              <a:gd name="connsiteY14" fmla="*/ 304800 h 304800"/>
              <a:gd name="connsiteX15" fmla="*/ 0 w 304800"/>
              <a:gd name="connsiteY15" fmla="*/ 152400 h 304800"/>
              <a:gd name="connsiteX16" fmla="*/ 152400 w 304800"/>
              <a:gd name="connsiteY16"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04800" h="304800">
                <a:moveTo>
                  <a:pt x="135758" y="54245"/>
                </a:moveTo>
                <a:lnTo>
                  <a:pt x="135758" y="135758"/>
                </a:lnTo>
                <a:lnTo>
                  <a:pt x="54245" y="135758"/>
                </a:lnTo>
                <a:lnTo>
                  <a:pt x="54245" y="169043"/>
                </a:lnTo>
                <a:lnTo>
                  <a:pt x="135758" y="169043"/>
                </a:lnTo>
                <a:lnTo>
                  <a:pt x="135758" y="250556"/>
                </a:lnTo>
                <a:lnTo>
                  <a:pt x="169043" y="250556"/>
                </a:lnTo>
                <a:lnTo>
                  <a:pt x="169043" y="169043"/>
                </a:lnTo>
                <a:lnTo>
                  <a:pt x="250556" y="169043"/>
                </a:lnTo>
                <a:lnTo>
                  <a:pt x="250556" y="135758"/>
                </a:lnTo>
                <a:lnTo>
                  <a:pt x="169043" y="135758"/>
                </a:lnTo>
                <a:lnTo>
                  <a:pt x="169043" y="54245"/>
                </a:lnTo>
                <a:close/>
                <a:moveTo>
                  <a:pt x="152400" y="0"/>
                </a:moveTo>
                <a:cubicBezTo>
                  <a:pt x="236568" y="0"/>
                  <a:pt x="304800" y="68232"/>
                  <a:pt x="304800" y="152400"/>
                </a:cubicBezTo>
                <a:cubicBezTo>
                  <a:pt x="304800" y="236568"/>
                  <a:pt x="236568" y="304800"/>
                  <a:pt x="152400" y="304800"/>
                </a:cubicBezTo>
                <a:cubicBezTo>
                  <a:pt x="68232" y="304800"/>
                  <a:pt x="0" y="236568"/>
                  <a:pt x="0" y="152400"/>
                </a:cubicBezTo>
                <a:cubicBezTo>
                  <a:pt x="0" y="68232"/>
                  <a:pt x="68232" y="0"/>
                  <a:pt x="152400" y="0"/>
                </a:cubicBezTo>
                <a:close/>
              </a:path>
            </a:pathLst>
          </a:custGeom>
          <a:solidFill>
            <a:srgbClr val="EA4759"/>
          </a:solidFill>
          <a:ln>
            <a:noFill/>
          </a:ln>
        </p:spPr>
        <p:txBody>
          <a:bodyPr vert="horz" wrap="square" lIns="91440" tIns="45720" rIns="91440" bIns="45720" numCol="1" anchor="t" anchorCtr="0" compatLnSpc="1">
            <a:prstTxWarp prst="textNoShape">
              <a:avLst/>
            </a:prstTxWarp>
          </a:bodyPr>
          <a:lstStyle/>
          <a:p>
            <a:endParaRPr lang="zh-CN" altLang="en-US">
              <a:solidFill>
                <a:schemeClr val="tx1"/>
              </a:solidFill>
            </a:endParaRPr>
          </a:p>
        </p:txBody>
      </p:sp>
      <p:sp>
        <p:nvSpPr>
          <p:cNvPr id="194" name="任意多边形 193"/>
          <p:cNvSpPr/>
          <p:nvPr/>
        </p:nvSpPr>
        <p:spPr>
          <a:xfrm>
            <a:off x="8813027" y="5592614"/>
            <a:ext cx="304800" cy="304800"/>
          </a:xfrm>
          <a:custGeom>
            <a:avLst/>
            <a:gdLst>
              <a:gd name="connsiteX0" fmla="*/ 135758 w 304800"/>
              <a:gd name="connsiteY0" fmla="*/ 54245 h 304800"/>
              <a:gd name="connsiteX1" fmla="*/ 135758 w 304800"/>
              <a:gd name="connsiteY1" fmla="*/ 135758 h 304800"/>
              <a:gd name="connsiteX2" fmla="*/ 54245 w 304800"/>
              <a:gd name="connsiteY2" fmla="*/ 135758 h 304800"/>
              <a:gd name="connsiteX3" fmla="*/ 54245 w 304800"/>
              <a:gd name="connsiteY3" fmla="*/ 169043 h 304800"/>
              <a:gd name="connsiteX4" fmla="*/ 135758 w 304800"/>
              <a:gd name="connsiteY4" fmla="*/ 169043 h 304800"/>
              <a:gd name="connsiteX5" fmla="*/ 135758 w 304800"/>
              <a:gd name="connsiteY5" fmla="*/ 250556 h 304800"/>
              <a:gd name="connsiteX6" fmla="*/ 169043 w 304800"/>
              <a:gd name="connsiteY6" fmla="*/ 250556 h 304800"/>
              <a:gd name="connsiteX7" fmla="*/ 169043 w 304800"/>
              <a:gd name="connsiteY7" fmla="*/ 169043 h 304800"/>
              <a:gd name="connsiteX8" fmla="*/ 250556 w 304800"/>
              <a:gd name="connsiteY8" fmla="*/ 169043 h 304800"/>
              <a:gd name="connsiteX9" fmla="*/ 250556 w 304800"/>
              <a:gd name="connsiteY9" fmla="*/ 135758 h 304800"/>
              <a:gd name="connsiteX10" fmla="*/ 169043 w 304800"/>
              <a:gd name="connsiteY10" fmla="*/ 135758 h 304800"/>
              <a:gd name="connsiteX11" fmla="*/ 169043 w 304800"/>
              <a:gd name="connsiteY11" fmla="*/ 54245 h 304800"/>
              <a:gd name="connsiteX12" fmla="*/ 152400 w 304800"/>
              <a:gd name="connsiteY12" fmla="*/ 0 h 304800"/>
              <a:gd name="connsiteX13" fmla="*/ 304800 w 304800"/>
              <a:gd name="connsiteY13" fmla="*/ 152400 h 304800"/>
              <a:gd name="connsiteX14" fmla="*/ 152400 w 304800"/>
              <a:gd name="connsiteY14" fmla="*/ 304800 h 304800"/>
              <a:gd name="connsiteX15" fmla="*/ 0 w 304800"/>
              <a:gd name="connsiteY15" fmla="*/ 152400 h 304800"/>
              <a:gd name="connsiteX16" fmla="*/ 152400 w 304800"/>
              <a:gd name="connsiteY16"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04800" h="304800">
                <a:moveTo>
                  <a:pt x="135758" y="54245"/>
                </a:moveTo>
                <a:lnTo>
                  <a:pt x="135758" y="135758"/>
                </a:lnTo>
                <a:lnTo>
                  <a:pt x="54245" y="135758"/>
                </a:lnTo>
                <a:lnTo>
                  <a:pt x="54245" y="169043"/>
                </a:lnTo>
                <a:lnTo>
                  <a:pt x="135758" y="169043"/>
                </a:lnTo>
                <a:lnTo>
                  <a:pt x="135758" y="250556"/>
                </a:lnTo>
                <a:lnTo>
                  <a:pt x="169043" y="250556"/>
                </a:lnTo>
                <a:lnTo>
                  <a:pt x="169043" y="169043"/>
                </a:lnTo>
                <a:lnTo>
                  <a:pt x="250556" y="169043"/>
                </a:lnTo>
                <a:lnTo>
                  <a:pt x="250556" y="135758"/>
                </a:lnTo>
                <a:lnTo>
                  <a:pt x="169043" y="135758"/>
                </a:lnTo>
                <a:lnTo>
                  <a:pt x="169043" y="54245"/>
                </a:lnTo>
                <a:close/>
                <a:moveTo>
                  <a:pt x="152400" y="0"/>
                </a:moveTo>
                <a:cubicBezTo>
                  <a:pt x="236568" y="0"/>
                  <a:pt x="304800" y="68232"/>
                  <a:pt x="304800" y="152400"/>
                </a:cubicBezTo>
                <a:cubicBezTo>
                  <a:pt x="304800" y="236568"/>
                  <a:pt x="236568" y="304800"/>
                  <a:pt x="152400" y="304800"/>
                </a:cubicBezTo>
                <a:cubicBezTo>
                  <a:pt x="68232" y="304800"/>
                  <a:pt x="0" y="236568"/>
                  <a:pt x="0" y="152400"/>
                </a:cubicBezTo>
                <a:cubicBezTo>
                  <a:pt x="0" y="68232"/>
                  <a:pt x="68232" y="0"/>
                  <a:pt x="152400" y="0"/>
                </a:cubicBezTo>
                <a:close/>
              </a:path>
            </a:pathLst>
          </a:custGeom>
          <a:solidFill>
            <a:srgbClr val="8D1240"/>
          </a:solidFill>
          <a:ln>
            <a:noFill/>
          </a:ln>
        </p:spPr>
        <p:txBody>
          <a:bodyPr vert="horz" wrap="square" lIns="91440" tIns="45720" rIns="91440" bIns="45720" numCol="1" anchor="t" anchorCtr="0" compatLnSpc="1">
            <a:prstTxWarp prst="textNoShape">
              <a:avLst/>
            </a:prstTxWarp>
          </a:bodyPr>
          <a:lstStyle/>
          <a:p>
            <a:endParaRPr lang="zh-CN" altLang="en-US">
              <a:solidFill>
                <a:schemeClr val="tx1"/>
              </a:solidFill>
            </a:endParaRPr>
          </a:p>
        </p:txBody>
      </p:sp>
      <p:sp>
        <p:nvSpPr>
          <p:cNvPr id="86"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八项并列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443717830"/>
      </p:ext>
    </p:extLst>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5"/>
          <p:cNvSpPr>
            <a:spLocks/>
          </p:cNvSpPr>
          <p:nvPr/>
        </p:nvSpPr>
        <p:spPr bwMode="auto">
          <a:xfrm>
            <a:off x="5430838" y="301625"/>
            <a:ext cx="6411912" cy="4075113"/>
          </a:xfrm>
          <a:custGeom>
            <a:avLst/>
            <a:gdLst>
              <a:gd name="T0" fmla="*/ 1373 w 1707"/>
              <a:gd name="T1" fmla="*/ 324 h 1085"/>
              <a:gd name="T2" fmla="*/ 960 w 1707"/>
              <a:gd name="T3" fmla="*/ 0 h 1085"/>
              <a:gd name="T4" fmla="*/ 566 w 1707"/>
              <a:gd name="T5" fmla="*/ 266 h 1085"/>
              <a:gd name="T6" fmla="*/ 427 w 1707"/>
              <a:gd name="T7" fmla="*/ 213 h 1085"/>
              <a:gd name="T8" fmla="*/ 214 w 1707"/>
              <a:gd name="T9" fmla="*/ 427 h 1085"/>
              <a:gd name="T10" fmla="*/ 216 w 1707"/>
              <a:gd name="T11" fmla="*/ 446 h 1085"/>
              <a:gd name="T12" fmla="*/ 0 w 1707"/>
              <a:gd name="T13" fmla="*/ 756 h 1085"/>
              <a:gd name="T14" fmla="*/ 320 w 1707"/>
              <a:gd name="T15" fmla="*/ 1085 h 1085"/>
              <a:gd name="T16" fmla="*/ 1334 w 1707"/>
              <a:gd name="T17" fmla="*/ 1085 h 1085"/>
              <a:gd name="T18" fmla="*/ 1707 w 1707"/>
              <a:gd name="T19" fmla="*/ 702 h 1085"/>
              <a:gd name="T20" fmla="*/ 1373 w 1707"/>
              <a:gd name="T21" fmla="*/ 324 h 10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07" h="1085">
                <a:moveTo>
                  <a:pt x="1373" y="324"/>
                </a:moveTo>
                <a:cubicBezTo>
                  <a:pt x="1327" y="138"/>
                  <a:pt x="1160" y="0"/>
                  <a:pt x="960" y="0"/>
                </a:cubicBezTo>
                <a:cubicBezTo>
                  <a:pt x="782" y="0"/>
                  <a:pt x="629" y="110"/>
                  <a:pt x="566" y="266"/>
                </a:cubicBezTo>
                <a:cubicBezTo>
                  <a:pt x="528" y="233"/>
                  <a:pt x="480" y="213"/>
                  <a:pt x="427" y="213"/>
                </a:cubicBezTo>
                <a:cubicBezTo>
                  <a:pt x="309" y="213"/>
                  <a:pt x="214" y="309"/>
                  <a:pt x="214" y="427"/>
                </a:cubicBezTo>
                <a:cubicBezTo>
                  <a:pt x="214" y="433"/>
                  <a:pt x="215" y="439"/>
                  <a:pt x="216" y="446"/>
                </a:cubicBezTo>
                <a:cubicBezTo>
                  <a:pt x="91" y="489"/>
                  <a:pt x="0" y="616"/>
                  <a:pt x="0" y="756"/>
                </a:cubicBezTo>
                <a:cubicBezTo>
                  <a:pt x="0" y="932"/>
                  <a:pt x="144" y="1085"/>
                  <a:pt x="320" y="1085"/>
                </a:cubicBezTo>
                <a:cubicBezTo>
                  <a:pt x="1334" y="1085"/>
                  <a:pt x="1334" y="1085"/>
                  <a:pt x="1334" y="1085"/>
                </a:cubicBezTo>
                <a:cubicBezTo>
                  <a:pt x="1540" y="1085"/>
                  <a:pt x="1707" y="908"/>
                  <a:pt x="1707" y="702"/>
                </a:cubicBezTo>
                <a:cubicBezTo>
                  <a:pt x="1707" y="510"/>
                  <a:pt x="1561" y="344"/>
                  <a:pt x="1373" y="324"/>
                </a:cubicBezTo>
              </a:path>
            </a:pathLst>
          </a:custGeom>
          <a:solidFill>
            <a:schemeClr val="bg1"/>
          </a:solidFill>
          <a:ln>
            <a:noFill/>
          </a:ln>
          <a:effectLst>
            <a:outerShdw blurRad="152400" dist="38100" dir="2700000" algn="tl"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zh-CN" altLang="en-US"/>
          </a:p>
        </p:txBody>
      </p:sp>
      <p:sp>
        <p:nvSpPr>
          <p:cNvPr id="3" name="Freeform 6"/>
          <p:cNvSpPr>
            <a:spLocks/>
          </p:cNvSpPr>
          <p:nvPr/>
        </p:nvSpPr>
        <p:spPr bwMode="auto">
          <a:xfrm>
            <a:off x="9150350" y="2979738"/>
            <a:ext cx="2005012" cy="2843213"/>
          </a:xfrm>
          <a:custGeom>
            <a:avLst/>
            <a:gdLst>
              <a:gd name="T0" fmla="*/ 2 w 534"/>
              <a:gd name="T1" fmla="*/ 756 h 757"/>
              <a:gd name="T2" fmla="*/ 2 w 534"/>
              <a:gd name="T3" fmla="*/ 300 h 757"/>
              <a:gd name="T4" fmla="*/ 13 w 534"/>
              <a:gd name="T5" fmla="*/ 273 h 757"/>
              <a:gd name="T6" fmla="*/ 41 w 534"/>
              <a:gd name="T7" fmla="*/ 261 h 757"/>
              <a:gd name="T8" fmla="*/ 493 w 534"/>
              <a:gd name="T9" fmla="*/ 261 h 757"/>
              <a:gd name="T10" fmla="*/ 534 w 534"/>
              <a:gd name="T11" fmla="*/ 220 h 757"/>
              <a:gd name="T12" fmla="*/ 534 w 534"/>
              <a:gd name="T13" fmla="*/ 1 h 757"/>
              <a:gd name="T14" fmla="*/ 533 w 534"/>
              <a:gd name="T15" fmla="*/ 0 h 757"/>
              <a:gd name="T16" fmla="*/ 532 w 534"/>
              <a:gd name="T17" fmla="*/ 1 h 757"/>
              <a:gd name="T18" fmla="*/ 532 w 534"/>
              <a:gd name="T19" fmla="*/ 220 h 757"/>
              <a:gd name="T20" fmla="*/ 521 w 534"/>
              <a:gd name="T21" fmla="*/ 248 h 757"/>
              <a:gd name="T22" fmla="*/ 493 w 534"/>
              <a:gd name="T23" fmla="*/ 259 h 757"/>
              <a:gd name="T24" fmla="*/ 41 w 534"/>
              <a:gd name="T25" fmla="*/ 259 h 757"/>
              <a:gd name="T26" fmla="*/ 0 w 534"/>
              <a:gd name="T27" fmla="*/ 300 h 757"/>
              <a:gd name="T28" fmla="*/ 0 w 534"/>
              <a:gd name="T29" fmla="*/ 756 h 757"/>
              <a:gd name="T30" fmla="*/ 1 w 534"/>
              <a:gd name="T31" fmla="*/ 757 h 757"/>
              <a:gd name="T32" fmla="*/ 2 w 534"/>
              <a:gd name="T33" fmla="*/ 756 h 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34" h="757">
                <a:moveTo>
                  <a:pt x="2" y="756"/>
                </a:moveTo>
                <a:cubicBezTo>
                  <a:pt x="2" y="300"/>
                  <a:pt x="2" y="300"/>
                  <a:pt x="2" y="300"/>
                </a:cubicBezTo>
                <a:cubicBezTo>
                  <a:pt x="2" y="290"/>
                  <a:pt x="6" y="280"/>
                  <a:pt x="13" y="273"/>
                </a:cubicBezTo>
                <a:cubicBezTo>
                  <a:pt x="20" y="266"/>
                  <a:pt x="30" y="261"/>
                  <a:pt x="41" y="261"/>
                </a:cubicBezTo>
                <a:cubicBezTo>
                  <a:pt x="493" y="261"/>
                  <a:pt x="493" y="261"/>
                  <a:pt x="493" y="261"/>
                </a:cubicBezTo>
                <a:cubicBezTo>
                  <a:pt x="516" y="261"/>
                  <a:pt x="534" y="243"/>
                  <a:pt x="534" y="220"/>
                </a:cubicBezTo>
                <a:cubicBezTo>
                  <a:pt x="534" y="1"/>
                  <a:pt x="534" y="1"/>
                  <a:pt x="534" y="1"/>
                </a:cubicBezTo>
                <a:cubicBezTo>
                  <a:pt x="534" y="1"/>
                  <a:pt x="534" y="0"/>
                  <a:pt x="533" y="0"/>
                </a:cubicBezTo>
                <a:cubicBezTo>
                  <a:pt x="533" y="0"/>
                  <a:pt x="532" y="1"/>
                  <a:pt x="532" y="1"/>
                </a:cubicBezTo>
                <a:cubicBezTo>
                  <a:pt x="532" y="220"/>
                  <a:pt x="532" y="220"/>
                  <a:pt x="532" y="220"/>
                </a:cubicBezTo>
                <a:cubicBezTo>
                  <a:pt x="532" y="231"/>
                  <a:pt x="528" y="241"/>
                  <a:pt x="521" y="248"/>
                </a:cubicBezTo>
                <a:cubicBezTo>
                  <a:pt x="514" y="255"/>
                  <a:pt x="504" y="259"/>
                  <a:pt x="493" y="259"/>
                </a:cubicBezTo>
                <a:cubicBezTo>
                  <a:pt x="41" y="259"/>
                  <a:pt x="41" y="259"/>
                  <a:pt x="41" y="259"/>
                </a:cubicBezTo>
                <a:cubicBezTo>
                  <a:pt x="18" y="259"/>
                  <a:pt x="0" y="278"/>
                  <a:pt x="0" y="300"/>
                </a:cubicBezTo>
                <a:cubicBezTo>
                  <a:pt x="0" y="756"/>
                  <a:pt x="0" y="756"/>
                  <a:pt x="0" y="756"/>
                </a:cubicBezTo>
                <a:cubicBezTo>
                  <a:pt x="0" y="757"/>
                  <a:pt x="0" y="757"/>
                  <a:pt x="1" y="757"/>
                </a:cubicBezTo>
                <a:cubicBezTo>
                  <a:pt x="1" y="757"/>
                  <a:pt x="2" y="757"/>
                  <a:pt x="2" y="756"/>
                </a:cubicBezTo>
              </a:path>
            </a:pathLst>
          </a:custGeom>
          <a:noFill/>
          <a:ln>
            <a:solidFill>
              <a:schemeClr val="bg1">
                <a:lumMod val="50000"/>
              </a:schemeClr>
            </a:solidFill>
          </a:ln>
        </p:spPr>
        <p:txBody>
          <a:bodyPr vert="horz" wrap="square" lIns="91440" tIns="45720" rIns="91440" bIns="45720" numCol="1" anchor="t" anchorCtr="0" compatLnSpc="1">
            <a:prstTxWarp prst="textNoShape">
              <a:avLst/>
            </a:prstTxWarp>
          </a:bodyPr>
          <a:lstStyle/>
          <a:p>
            <a:endParaRPr lang="zh-CN" altLang="en-US"/>
          </a:p>
        </p:txBody>
      </p:sp>
      <p:sp>
        <p:nvSpPr>
          <p:cNvPr id="5" name="Freeform 8"/>
          <p:cNvSpPr>
            <a:spLocks/>
          </p:cNvSpPr>
          <p:nvPr/>
        </p:nvSpPr>
        <p:spPr bwMode="auto">
          <a:xfrm>
            <a:off x="8992310" y="3289233"/>
            <a:ext cx="1239837" cy="2457450"/>
          </a:xfrm>
          <a:custGeom>
            <a:avLst/>
            <a:gdLst>
              <a:gd name="T0" fmla="*/ 2 w 330"/>
              <a:gd name="T1" fmla="*/ 653 h 654"/>
              <a:gd name="T2" fmla="*/ 2 w 330"/>
              <a:gd name="T3" fmla="*/ 142 h 654"/>
              <a:gd name="T4" fmla="*/ 13 w 330"/>
              <a:gd name="T5" fmla="*/ 114 h 654"/>
              <a:gd name="T6" fmla="*/ 41 w 330"/>
              <a:gd name="T7" fmla="*/ 103 h 654"/>
              <a:gd name="T8" fmla="*/ 289 w 330"/>
              <a:gd name="T9" fmla="*/ 103 h 654"/>
              <a:gd name="T10" fmla="*/ 330 w 330"/>
              <a:gd name="T11" fmla="*/ 62 h 654"/>
              <a:gd name="T12" fmla="*/ 330 w 330"/>
              <a:gd name="T13" fmla="*/ 1 h 654"/>
              <a:gd name="T14" fmla="*/ 329 w 330"/>
              <a:gd name="T15" fmla="*/ 0 h 654"/>
              <a:gd name="T16" fmla="*/ 328 w 330"/>
              <a:gd name="T17" fmla="*/ 1 h 654"/>
              <a:gd name="T18" fmla="*/ 328 w 330"/>
              <a:gd name="T19" fmla="*/ 62 h 654"/>
              <a:gd name="T20" fmla="*/ 317 w 330"/>
              <a:gd name="T21" fmla="*/ 90 h 654"/>
              <a:gd name="T22" fmla="*/ 289 w 330"/>
              <a:gd name="T23" fmla="*/ 101 h 654"/>
              <a:gd name="T24" fmla="*/ 41 w 330"/>
              <a:gd name="T25" fmla="*/ 101 h 654"/>
              <a:gd name="T26" fmla="*/ 0 w 330"/>
              <a:gd name="T27" fmla="*/ 142 h 654"/>
              <a:gd name="T28" fmla="*/ 0 w 330"/>
              <a:gd name="T29" fmla="*/ 653 h 654"/>
              <a:gd name="T30" fmla="*/ 1 w 330"/>
              <a:gd name="T31" fmla="*/ 654 h 654"/>
              <a:gd name="T32" fmla="*/ 2 w 330"/>
              <a:gd name="T33" fmla="*/ 653 h 6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30" h="654">
                <a:moveTo>
                  <a:pt x="2" y="653"/>
                </a:moveTo>
                <a:cubicBezTo>
                  <a:pt x="2" y="142"/>
                  <a:pt x="2" y="142"/>
                  <a:pt x="2" y="142"/>
                </a:cubicBezTo>
                <a:cubicBezTo>
                  <a:pt x="2" y="131"/>
                  <a:pt x="6" y="122"/>
                  <a:pt x="13" y="114"/>
                </a:cubicBezTo>
                <a:cubicBezTo>
                  <a:pt x="20" y="107"/>
                  <a:pt x="30" y="103"/>
                  <a:pt x="41" y="103"/>
                </a:cubicBezTo>
                <a:cubicBezTo>
                  <a:pt x="289" y="103"/>
                  <a:pt x="289" y="103"/>
                  <a:pt x="289" y="103"/>
                </a:cubicBezTo>
                <a:cubicBezTo>
                  <a:pt x="312" y="103"/>
                  <a:pt x="330" y="85"/>
                  <a:pt x="330" y="62"/>
                </a:cubicBezTo>
                <a:cubicBezTo>
                  <a:pt x="330" y="1"/>
                  <a:pt x="330" y="1"/>
                  <a:pt x="330" y="1"/>
                </a:cubicBezTo>
                <a:cubicBezTo>
                  <a:pt x="330" y="1"/>
                  <a:pt x="330" y="0"/>
                  <a:pt x="329" y="0"/>
                </a:cubicBezTo>
                <a:cubicBezTo>
                  <a:pt x="329" y="0"/>
                  <a:pt x="328" y="1"/>
                  <a:pt x="328" y="1"/>
                </a:cubicBezTo>
                <a:cubicBezTo>
                  <a:pt x="328" y="62"/>
                  <a:pt x="328" y="62"/>
                  <a:pt x="328" y="62"/>
                </a:cubicBezTo>
                <a:cubicBezTo>
                  <a:pt x="328" y="73"/>
                  <a:pt x="324" y="82"/>
                  <a:pt x="317" y="90"/>
                </a:cubicBezTo>
                <a:cubicBezTo>
                  <a:pt x="310" y="97"/>
                  <a:pt x="300" y="101"/>
                  <a:pt x="289" y="101"/>
                </a:cubicBezTo>
                <a:cubicBezTo>
                  <a:pt x="41" y="101"/>
                  <a:pt x="41" y="101"/>
                  <a:pt x="41" y="101"/>
                </a:cubicBezTo>
                <a:cubicBezTo>
                  <a:pt x="18" y="101"/>
                  <a:pt x="0" y="119"/>
                  <a:pt x="0" y="142"/>
                </a:cubicBezTo>
                <a:cubicBezTo>
                  <a:pt x="0" y="653"/>
                  <a:pt x="0" y="653"/>
                  <a:pt x="0" y="653"/>
                </a:cubicBezTo>
                <a:cubicBezTo>
                  <a:pt x="0" y="653"/>
                  <a:pt x="0" y="654"/>
                  <a:pt x="1" y="654"/>
                </a:cubicBezTo>
                <a:cubicBezTo>
                  <a:pt x="1" y="654"/>
                  <a:pt x="2" y="653"/>
                  <a:pt x="2" y="653"/>
                </a:cubicBezTo>
              </a:path>
            </a:pathLst>
          </a:custGeom>
          <a:noFill/>
          <a:ln>
            <a:solidFill>
              <a:schemeClr val="bg1">
                <a:lumMod val="50000"/>
              </a:schemeClr>
            </a:solidFill>
          </a:ln>
        </p:spPr>
        <p:txBody>
          <a:bodyPr vert="horz" wrap="square" lIns="91440" tIns="45720" rIns="91440" bIns="45720" numCol="1" anchor="t" anchorCtr="0" compatLnSpc="1">
            <a:prstTxWarp prst="textNoShape">
              <a:avLst/>
            </a:prstTxWarp>
          </a:bodyPr>
          <a:lstStyle/>
          <a:p>
            <a:endParaRPr lang="zh-CN" altLang="en-US"/>
          </a:p>
        </p:txBody>
      </p:sp>
      <p:sp>
        <p:nvSpPr>
          <p:cNvPr id="6" name="Freeform 9"/>
          <p:cNvSpPr>
            <a:spLocks/>
          </p:cNvSpPr>
          <p:nvPr/>
        </p:nvSpPr>
        <p:spPr bwMode="auto">
          <a:xfrm>
            <a:off x="8820150" y="2397125"/>
            <a:ext cx="912812" cy="2844800"/>
          </a:xfrm>
          <a:custGeom>
            <a:avLst/>
            <a:gdLst>
              <a:gd name="T0" fmla="*/ 2 w 243"/>
              <a:gd name="T1" fmla="*/ 756 h 757"/>
              <a:gd name="T2" fmla="*/ 2 w 243"/>
              <a:gd name="T3" fmla="*/ 196 h 757"/>
              <a:gd name="T4" fmla="*/ 13 w 243"/>
              <a:gd name="T5" fmla="*/ 169 h 757"/>
              <a:gd name="T6" fmla="*/ 41 w 243"/>
              <a:gd name="T7" fmla="*/ 157 h 757"/>
              <a:gd name="T8" fmla="*/ 202 w 243"/>
              <a:gd name="T9" fmla="*/ 157 h 757"/>
              <a:gd name="T10" fmla="*/ 243 w 243"/>
              <a:gd name="T11" fmla="*/ 116 h 757"/>
              <a:gd name="T12" fmla="*/ 243 w 243"/>
              <a:gd name="T13" fmla="*/ 1 h 757"/>
              <a:gd name="T14" fmla="*/ 242 w 243"/>
              <a:gd name="T15" fmla="*/ 0 h 757"/>
              <a:gd name="T16" fmla="*/ 241 w 243"/>
              <a:gd name="T17" fmla="*/ 1 h 757"/>
              <a:gd name="T18" fmla="*/ 241 w 243"/>
              <a:gd name="T19" fmla="*/ 116 h 757"/>
              <a:gd name="T20" fmla="*/ 230 w 243"/>
              <a:gd name="T21" fmla="*/ 144 h 757"/>
              <a:gd name="T22" fmla="*/ 202 w 243"/>
              <a:gd name="T23" fmla="*/ 155 h 757"/>
              <a:gd name="T24" fmla="*/ 41 w 243"/>
              <a:gd name="T25" fmla="*/ 155 h 757"/>
              <a:gd name="T26" fmla="*/ 0 w 243"/>
              <a:gd name="T27" fmla="*/ 196 h 757"/>
              <a:gd name="T28" fmla="*/ 0 w 243"/>
              <a:gd name="T29" fmla="*/ 756 h 757"/>
              <a:gd name="T30" fmla="*/ 1 w 243"/>
              <a:gd name="T31" fmla="*/ 757 h 757"/>
              <a:gd name="T32" fmla="*/ 2 w 243"/>
              <a:gd name="T33" fmla="*/ 756 h 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3" h="757">
                <a:moveTo>
                  <a:pt x="2" y="756"/>
                </a:moveTo>
                <a:cubicBezTo>
                  <a:pt x="2" y="196"/>
                  <a:pt x="2" y="196"/>
                  <a:pt x="2" y="196"/>
                </a:cubicBezTo>
                <a:cubicBezTo>
                  <a:pt x="2" y="185"/>
                  <a:pt x="6" y="176"/>
                  <a:pt x="13" y="169"/>
                </a:cubicBezTo>
                <a:cubicBezTo>
                  <a:pt x="20" y="162"/>
                  <a:pt x="30" y="157"/>
                  <a:pt x="41" y="157"/>
                </a:cubicBezTo>
                <a:cubicBezTo>
                  <a:pt x="202" y="157"/>
                  <a:pt x="202" y="157"/>
                  <a:pt x="202" y="157"/>
                </a:cubicBezTo>
                <a:cubicBezTo>
                  <a:pt x="225" y="157"/>
                  <a:pt x="243" y="139"/>
                  <a:pt x="243" y="116"/>
                </a:cubicBezTo>
                <a:cubicBezTo>
                  <a:pt x="243" y="1"/>
                  <a:pt x="243" y="1"/>
                  <a:pt x="243" y="1"/>
                </a:cubicBezTo>
                <a:cubicBezTo>
                  <a:pt x="243" y="0"/>
                  <a:pt x="243" y="0"/>
                  <a:pt x="242" y="0"/>
                </a:cubicBezTo>
                <a:cubicBezTo>
                  <a:pt x="242" y="0"/>
                  <a:pt x="241" y="0"/>
                  <a:pt x="241" y="1"/>
                </a:cubicBezTo>
                <a:cubicBezTo>
                  <a:pt x="241" y="116"/>
                  <a:pt x="241" y="116"/>
                  <a:pt x="241" y="116"/>
                </a:cubicBezTo>
                <a:cubicBezTo>
                  <a:pt x="241" y="127"/>
                  <a:pt x="237" y="137"/>
                  <a:pt x="230" y="144"/>
                </a:cubicBezTo>
                <a:cubicBezTo>
                  <a:pt x="223" y="151"/>
                  <a:pt x="213" y="155"/>
                  <a:pt x="202" y="155"/>
                </a:cubicBezTo>
                <a:cubicBezTo>
                  <a:pt x="41" y="155"/>
                  <a:pt x="41" y="155"/>
                  <a:pt x="41" y="155"/>
                </a:cubicBezTo>
                <a:cubicBezTo>
                  <a:pt x="18" y="155"/>
                  <a:pt x="0" y="174"/>
                  <a:pt x="0" y="196"/>
                </a:cubicBezTo>
                <a:cubicBezTo>
                  <a:pt x="0" y="756"/>
                  <a:pt x="0" y="756"/>
                  <a:pt x="0" y="756"/>
                </a:cubicBezTo>
                <a:cubicBezTo>
                  <a:pt x="0" y="757"/>
                  <a:pt x="0" y="757"/>
                  <a:pt x="1" y="757"/>
                </a:cubicBezTo>
                <a:cubicBezTo>
                  <a:pt x="1" y="757"/>
                  <a:pt x="2" y="757"/>
                  <a:pt x="2" y="756"/>
                </a:cubicBezTo>
              </a:path>
            </a:pathLst>
          </a:custGeom>
          <a:noFill/>
          <a:ln>
            <a:solidFill>
              <a:schemeClr val="bg1">
                <a:lumMod val="50000"/>
              </a:schemeClr>
            </a:solidFill>
          </a:ln>
        </p:spPr>
        <p:txBody>
          <a:bodyPr vert="horz" wrap="square" lIns="91440" tIns="45720" rIns="91440" bIns="45720" numCol="1" anchor="t" anchorCtr="0" compatLnSpc="1">
            <a:prstTxWarp prst="textNoShape">
              <a:avLst/>
            </a:prstTxWarp>
          </a:bodyPr>
          <a:lstStyle/>
          <a:p>
            <a:endParaRPr lang="zh-CN" altLang="en-US"/>
          </a:p>
        </p:txBody>
      </p:sp>
      <p:sp>
        <p:nvSpPr>
          <p:cNvPr id="7" name="Freeform 10"/>
          <p:cNvSpPr>
            <a:spLocks/>
          </p:cNvSpPr>
          <p:nvPr/>
        </p:nvSpPr>
        <p:spPr bwMode="auto">
          <a:xfrm>
            <a:off x="8683625" y="1316038"/>
            <a:ext cx="474662" cy="3730625"/>
          </a:xfrm>
          <a:custGeom>
            <a:avLst/>
            <a:gdLst>
              <a:gd name="T0" fmla="*/ 2 w 126"/>
              <a:gd name="T1" fmla="*/ 992 h 993"/>
              <a:gd name="T2" fmla="*/ 2 w 126"/>
              <a:gd name="T3" fmla="*/ 282 h 993"/>
              <a:gd name="T4" fmla="*/ 13 w 126"/>
              <a:gd name="T5" fmla="*/ 254 h 993"/>
              <a:gd name="T6" fmla="*/ 41 w 126"/>
              <a:gd name="T7" fmla="*/ 243 h 993"/>
              <a:gd name="T8" fmla="*/ 85 w 126"/>
              <a:gd name="T9" fmla="*/ 243 h 993"/>
              <a:gd name="T10" fmla="*/ 126 w 126"/>
              <a:gd name="T11" fmla="*/ 202 h 993"/>
              <a:gd name="T12" fmla="*/ 126 w 126"/>
              <a:gd name="T13" fmla="*/ 1 h 993"/>
              <a:gd name="T14" fmla="*/ 125 w 126"/>
              <a:gd name="T15" fmla="*/ 0 h 993"/>
              <a:gd name="T16" fmla="*/ 124 w 126"/>
              <a:gd name="T17" fmla="*/ 1 h 993"/>
              <a:gd name="T18" fmla="*/ 124 w 126"/>
              <a:gd name="T19" fmla="*/ 202 h 993"/>
              <a:gd name="T20" fmla="*/ 112 w 126"/>
              <a:gd name="T21" fmla="*/ 229 h 993"/>
              <a:gd name="T22" fmla="*/ 85 w 126"/>
              <a:gd name="T23" fmla="*/ 241 h 993"/>
              <a:gd name="T24" fmla="*/ 41 w 126"/>
              <a:gd name="T25" fmla="*/ 241 h 993"/>
              <a:gd name="T26" fmla="*/ 0 w 126"/>
              <a:gd name="T27" fmla="*/ 282 h 993"/>
              <a:gd name="T28" fmla="*/ 0 w 126"/>
              <a:gd name="T29" fmla="*/ 992 h 993"/>
              <a:gd name="T30" fmla="*/ 1 w 126"/>
              <a:gd name="T31" fmla="*/ 993 h 993"/>
              <a:gd name="T32" fmla="*/ 2 w 126"/>
              <a:gd name="T33" fmla="*/ 992 h 9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6" h="993">
                <a:moveTo>
                  <a:pt x="2" y="992"/>
                </a:moveTo>
                <a:cubicBezTo>
                  <a:pt x="2" y="282"/>
                  <a:pt x="2" y="282"/>
                  <a:pt x="2" y="282"/>
                </a:cubicBezTo>
                <a:cubicBezTo>
                  <a:pt x="2" y="271"/>
                  <a:pt x="6" y="261"/>
                  <a:pt x="13" y="254"/>
                </a:cubicBezTo>
                <a:cubicBezTo>
                  <a:pt x="20" y="247"/>
                  <a:pt x="30" y="243"/>
                  <a:pt x="41" y="243"/>
                </a:cubicBezTo>
                <a:cubicBezTo>
                  <a:pt x="85" y="243"/>
                  <a:pt x="85" y="243"/>
                  <a:pt x="85" y="243"/>
                </a:cubicBezTo>
                <a:cubicBezTo>
                  <a:pt x="107" y="243"/>
                  <a:pt x="126" y="224"/>
                  <a:pt x="126" y="202"/>
                </a:cubicBezTo>
                <a:cubicBezTo>
                  <a:pt x="126" y="1"/>
                  <a:pt x="126" y="1"/>
                  <a:pt x="126" y="1"/>
                </a:cubicBezTo>
                <a:cubicBezTo>
                  <a:pt x="126" y="1"/>
                  <a:pt x="125" y="0"/>
                  <a:pt x="125" y="0"/>
                </a:cubicBezTo>
                <a:cubicBezTo>
                  <a:pt x="124" y="0"/>
                  <a:pt x="124" y="1"/>
                  <a:pt x="124" y="1"/>
                </a:cubicBezTo>
                <a:cubicBezTo>
                  <a:pt x="124" y="202"/>
                  <a:pt x="124" y="202"/>
                  <a:pt x="124" y="202"/>
                </a:cubicBezTo>
                <a:cubicBezTo>
                  <a:pt x="124" y="212"/>
                  <a:pt x="119" y="222"/>
                  <a:pt x="112" y="229"/>
                </a:cubicBezTo>
                <a:cubicBezTo>
                  <a:pt x="105" y="236"/>
                  <a:pt x="96" y="241"/>
                  <a:pt x="85" y="241"/>
                </a:cubicBezTo>
                <a:cubicBezTo>
                  <a:pt x="41" y="241"/>
                  <a:pt x="41" y="241"/>
                  <a:pt x="41" y="241"/>
                </a:cubicBezTo>
                <a:cubicBezTo>
                  <a:pt x="18" y="241"/>
                  <a:pt x="0" y="259"/>
                  <a:pt x="0" y="282"/>
                </a:cubicBezTo>
                <a:cubicBezTo>
                  <a:pt x="0" y="992"/>
                  <a:pt x="0" y="992"/>
                  <a:pt x="0" y="992"/>
                </a:cubicBezTo>
                <a:cubicBezTo>
                  <a:pt x="0" y="993"/>
                  <a:pt x="0" y="993"/>
                  <a:pt x="1" y="993"/>
                </a:cubicBezTo>
                <a:cubicBezTo>
                  <a:pt x="1" y="993"/>
                  <a:pt x="2" y="993"/>
                  <a:pt x="2" y="992"/>
                </a:cubicBezTo>
                <a:close/>
              </a:path>
            </a:pathLst>
          </a:custGeom>
          <a:noFill/>
          <a:ln>
            <a:solidFill>
              <a:schemeClr val="bg1">
                <a:lumMod val="50000"/>
              </a:schemeClr>
            </a:solidFill>
          </a:ln>
        </p:spPr>
        <p:txBody>
          <a:bodyPr vert="horz" wrap="square" lIns="91440" tIns="45720" rIns="91440" bIns="45720" numCol="1" anchor="t" anchorCtr="0" compatLnSpc="1">
            <a:prstTxWarp prst="textNoShape">
              <a:avLst/>
            </a:prstTxWarp>
          </a:bodyPr>
          <a:lstStyle/>
          <a:p>
            <a:endParaRPr lang="zh-CN" altLang="en-US"/>
          </a:p>
        </p:txBody>
      </p:sp>
      <p:sp>
        <p:nvSpPr>
          <p:cNvPr id="8" name="Freeform 11"/>
          <p:cNvSpPr>
            <a:spLocks/>
          </p:cNvSpPr>
          <p:nvPr/>
        </p:nvSpPr>
        <p:spPr bwMode="auto">
          <a:xfrm>
            <a:off x="6135958" y="3598863"/>
            <a:ext cx="2035175" cy="2224088"/>
          </a:xfrm>
          <a:custGeom>
            <a:avLst/>
            <a:gdLst>
              <a:gd name="T0" fmla="*/ 542 w 542"/>
              <a:gd name="T1" fmla="*/ 591 h 592"/>
              <a:gd name="T2" fmla="*/ 542 w 542"/>
              <a:gd name="T3" fmla="*/ 136 h 592"/>
              <a:gd name="T4" fmla="*/ 501 w 542"/>
              <a:gd name="T5" fmla="*/ 95 h 592"/>
              <a:gd name="T6" fmla="*/ 41 w 542"/>
              <a:gd name="T7" fmla="*/ 95 h 592"/>
              <a:gd name="T8" fmla="*/ 13 w 542"/>
              <a:gd name="T9" fmla="*/ 84 h 592"/>
              <a:gd name="T10" fmla="*/ 2 w 542"/>
              <a:gd name="T11" fmla="*/ 56 h 592"/>
              <a:gd name="T12" fmla="*/ 2 w 542"/>
              <a:gd name="T13" fmla="*/ 1 h 592"/>
              <a:gd name="T14" fmla="*/ 1 w 542"/>
              <a:gd name="T15" fmla="*/ 0 h 592"/>
              <a:gd name="T16" fmla="*/ 0 w 542"/>
              <a:gd name="T17" fmla="*/ 1 h 592"/>
              <a:gd name="T18" fmla="*/ 0 w 542"/>
              <a:gd name="T19" fmla="*/ 56 h 592"/>
              <a:gd name="T20" fmla="*/ 41 w 542"/>
              <a:gd name="T21" fmla="*/ 97 h 592"/>
              <a:gd name="T22" fmla="*/ 501 w 542"/>
              <a:gd name="T23" fmla="*/ 97 h 592"/>
              <a:gd name="T24" fmla="*/ 529 w 542"/>
              <a:gd name="T25" fmla="*/ 108 h 592"/>
              <a:gd name="T26" fmla="*/ 540 w 542"/>
              <a:gd name="T27" fmla="*/ 136 h 592"/>
              <a:gd name="T28" fmla="*/ 540 w 542"/>
              <a:gd name="T29" fmla="*/ 591 h 592"/>
              <a:gd name="T30" fmla="*/ 541 w 542"/>
              <a:gd name="T31" fmla="*/ 592 h 592"/>
              <a:gd name="T32" fmla="*/ 542 w 542"/>
              <a:gd name="T33" fmla="*/ 591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2" h="592">
                <a:moveTo>
                  <a:pt x="542" y="591"/>
                </a:moveTo>
                <a:cubicBezTo>
                  <a:pt x="542" y="136"/>
                  <a:pt x="542" y="136"/>
                  <a:pt x="542" y="136"/>
                </a:cubicBezTo>
                <a:cubicBezTo>
                  <a:pt x="542" y="113"/>
                  <a:pt x="524" y="95"/>
                  <a:pt x="501" y="95"/>
                </a:cubicBezTo>
                <a:cubicBezTo>
                  <a:pt x="41" y="95"/>
                  <a:pt x="41" y="95"/>
                  <a:pt x="41" y="95"/>
                </a:cubicBezTo>
                <a:cubicBezTo>
                  <a:pt x="30" y="95"/>
                  <a:pt x="20" y="91"/>
                  <a:pt x="13" y="84"/>
                </a:cubicBezTo>
                <a:cubicBezTo>
                  <a:pt x="6" y="77"/>
                  <a:pt x="2" y="67"/>
                  <a:pt x="2" y="56"/>
                </a:cubicBezTo>
                <a:cubicBezTo>
                  <a:pt x="2" y="1"/>
                  <a:pt x="2" y="1"/>
                  <a:pt x="2" y="1"/>
                </a:cubicBezTo>
                <a:cubicBezTo>
                  <a:pt x="2" y="1"/>
                  <a:pt x="1" y="0"/>
                  <a:pt x="1" y="0"/>
                </a:cubicBezTo>
                <a:cubicBezTo>
                  <a:pt x="0" y="0"/>
                  <a:pt x="0" y="1"/>
                  <a:pt x="0" y="1"/>
                </a:cubicBezTo>
                <a:cubicBezTo>
                  <a:pt x="0" y="56"/>
                  <a:pt x="0" y="56"/>
                  <a:pt x="0" y="56"/>
                </a:cubicBezTo>
                <a:cubicBezTo>
                  <a:pt x="0" y="79"/>
                  <a:pt x="18" y="97"/>
                  <a:pt x="41" y="97"/>
                </a:cubicBezTo>
                <a:cubicBezTo>
                  <a:pt x="501" y="97"/>
                  <a:pt x="501" y="97"/>
                  <a:pt x="501" y="97"/>
                </a:cubicBezTo>
                <a:cubicBezTo>
                  <a:pt x="512" y="97"/>
                  <a:pt x="522" y="101"/>
                  <a:pt x="529" y="108"/>
                </a:cubicBezTo>
                <a:cubicBezTo>
                  <a:pt x="536" y="116"/>
                  <a:pt x="540" y="125"/>
                  <a:pt x="540" y="136"/>
                </a:cubicBezTo>
                <a:cubicBezTo>
                  <a:pt x="540" y="591"/>
                  <a:pt x="540" y="591"/>
                  <a:pt x="540" y="591"/>
                </a:cubicBezTo>
                <a:cubicBezTo>
                  <a:pt x="540" y="592"/>
                  <a:pt x="541" y="592"/>
                  <a:pt x="541" y="592"/>
                </a:cubicBezTo>
                <a:cubicBezTo>
                  <a:pt x="542" y="592"/>
                  <a:pt x="542" y="592"/>
                  <a:pt x="542" y="591"/>
                </a:cubicBezTo>
              </a:path>
            </a:pathLst>
          </a:custGeom>
          <a:noFill/>
          <a:ln>
            <a:solidFill>
              <a:schemeClr val="bg1">
                <a:lumMod val="50000"/>
              </a:schemeClr>
            </a:solidFill>
          </a:ln>
        </p:spPr>
        <p:txBody>
          <a:bodyPr vert="horz" wrap="square" lIns="91440" tIns="45720" rIns="91440" bIns="45720" numCol="1" anchor="t" anchorCtr="0" compatLnSpc="1">
            <a:prstTxWarp prst="textNoShape">
              <a:avLst/>
            </a:prstTxWarp>
          </a:bodyPr>
          <a:lstStyle/>
          <a:p>
            <a:endParaRPr lang="zh-CN" altLang="en-US"/>
          </a:p>
        </p:txBody>
      </p:sp>
      <p:sp>
        <p:nvSpPr>
          <p:cNvPr id="10" name="Freeform 13"/>
          <p:cNvSpPr>
            <a:spLocks/>
          </p:cNvSpPr>
          <p:nvPr/>
        </p:nvSpPr>
        <p:spPr bwMode="auto">
          <a:xfrm>
            <a:off x="7019925" y="2100263"/>
            <a:ext cx="1281112" cy="3336925"/>
          </a:xfrm>
          <a:custGeom>
            <a:avLst/>
            <a:gdLst>
              <a:gd name="T0" fmla="*/ 341 w 341"/>
              <a:gd name="T1" fmla="*/ 887 h 888"/>
              <a:gd name="T2" fmla="*/ 341 w 341"/>
              <a:gd name="T3" fmla="*/ 420 h 888"/>
              <a:gd name="T4" fmla="*/ 300 w 341"/>
              <a:gd name="T5" fmla="*/ 379 h 888"/>
              <a:gd name="T6" fmla="*/ 41 w 341"/>
              <a:gd name="T7" fmla="*/ 379 h 888"/>
              <a:gd name="T8" fmla="*/ 14 w 341"/>
              <a:gd name="T9" fmla="*/ 367 h 888"/>
              <a:gd name="T10" fmla="*/ 2 w 341"/>
              <a:gd name="T11" fmla="*/ 340 h 888"/>
              <a:gd name="T12" fmla="*/ 2 w 341"/>
              <a:gd name="T13" fmla="*/ 1 h 888"/>
              <a:gd name="T14" fmla="*/ 1 w 341"/>
              <a:gd name="T15" fmla="*/ 0 h 888"/>
              <a:gd name="T16" fmla="*/ 0 w 341"/>
              <a:gd name="T17" fmla="*/ 1 h 888"/>
              <a:gd name="T18" fmla="*/ 0 w 341"/>
              <a:gd name="T19" fmla="*/ 340 h 888"/>
              <a:gd name="T20" fmla="*/ 41 w 341"/>
              <a:gd name="T21" fmla="*/ 381 h 888"/>
              <a:gd name="T22" fmla="*/ 300 w 341"/>
              <a:gd name="T23" fmla="*/ 381 h 888"/>
              <a:gd name="T24" fmla="*/ 328 w 341"/>
              <a:gd name="T25" fmla="*/ 392 h 888"/>
              <a:gd name="T26" fmla="*/ 339 w 341"/>
              <a:gd name="T27" fmla="*/ 420 h 888"/>
              <a:gd name="T28" fmla="*/ 339 w 341"/>
              <a:gd name="T29" fmla="*/ 887 h 888"/>
              <a:gd name="T30" fmla="*/ 340 w 341"/>
              <a:gd name="T31" fmla="*/ 888 h 888"/>
              <a:gd name="T32" fmla="*/ 341 w 341"/>
              <a:gd name="T33" fmla="*/ 887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41" h="888">
                <a:moveTo>
                  <a:pt x="341" y="887"/>
                </a:moveTo>
                <a:cubicBezTo>
                  <a:pt x="341" y="420"/>
                  <a:pt x="341" y="420"/>
                  <a:pt x="341" y="420"/>
                </a:cubicBezTo>
                <a:cubicBezTo>
                  <a:pt x="341" y="397"/>
                  <a:pt x="323" y="379"/>
                  <a:pt x="300" y="379"/>
                </a:cubicBezTo>
                <a:cubicBezTo>
                  <a:pt x="41" y="379"/>
                  <a:pt x="41" y="379"/>
                  <a:pt x="41" y="379"/>
                </a:cubicBezTo>
                <a:cubicBezTo>
                  <a:pt x="31" y="379"/>
                  <a:pt x="21" y="374"/>
                  <a:pt x="14" y="367"/>
                </a:cubicBezTo>
                <a:cubicBezTo>
                  <a:pt x="7" y="360"/>
                  <a:pt x="2" y="350"/>
                  <a:pt x="2" y="340"/>
                </a:cubicBezTo>
                <a:cubicBezTo>
                  <a:pt x="2" y="1"/>
                  <a:pt x="2" y="1"/>
                  <a:pt x="2" y="1"/>
                </a:cubicBezTo>
                <a:cubicBezTo>
                  <a:pt x="2" y="0"/>
                  <a:pt x="2" y="0"/>
                  <a:pt x="1" y="0"/>
                </a:cubicBezTo>
                <a:cubicBezTo>
                  <a:pt x="1" y="0"/>
                  <a:pt x="0" y="0"/>
                  <a:pt x="0" y="1"/>
                </a:cubicBezTo>
                <a:cubicBezTo>
                  <a:pt x="0" y="340"/>
                  <a:pt x="0" y="340"/>
                  <a:pt x="0" y="340"/>
                </a:cubicBezTo>
                <a:cubicBezTo>
                  <a:pt x="0" y="362"/>
                  <a:pt x="19" y="381"/>
                  <a:pt x="41" y="381"/>
                </a:cubicBezTo>
                <a:cubicBezTo>
                  <a:pt x="300" y="381"/>
                  <a:pt x="300" y="381"/>
                  <a:pt x="300" y="381"/>
                </a:cubicBezTo>
                <a:cubicBezTo>
                  <a:pt x="311" y="381"/>
                  <a:pt x="321" y="385"/>
                  <a:pt x="328" y="392"/>
                </a:cubicBezTo>
                <a:cubicBezTo>
                  <a:pt x="335" y="399"/>
                  <a:pt x="339" y="409"/>
                  <a:pt x="339" y="420"/>
                </a:cubicBezTo>
                <a:cubicBezTo>
                  <a:pt x="339" y="887"/>
                  <a:pt x="339" y="887"/>
                  <a:pt x="339" y="887"/>
                </a:cubicBezTo>
                <a:cubicBezTo>
                  <a:pt x="339" y="887"/>
                  <a:pt x="340" y="888"/>
                  <a:pt x="340" y="888"/>
                </a:cubicBezTo>
                <a:cubicBezTo>
                  <a:pt x="341" y="888"/>
                  <a:pt x="341" y="887"/>
                  <a:pt x="341" y="887"/>
                </a:cubicBezTo>
                <a:close/>
              </a:path>
            </a:pathLst>
          </a:custGeom>
          <a:noFill/>
          <a:ln>
            <a:solidFill>
              <a:schemeClr val="bg1">
                <a:lumMod val="50000"/>
              </a:schemeClr>
            </a:solidFill>
          </a:ln>
        </p:spPr>
        <p:txBody>
          <a:bodyPr vert="horz" wrap="square" lIns="91440" tIns="45720" rIns="91440" bIns="45720" numCol="1" anchor="t" anchorCtr="0" compatLnSpc="1">
            <a:prstTxWarp prst="textNoShape">
              <a:avLst/>
            </a:prstTxWarp>
          </a:bodyPr>
          <a:lstStyle/>
          <a:p>
            <a:endParaRPr lang="zh-CN" altLang="en-US"/>
          </a:p>
        </p:txBody>
      </p:sp>
      <p:sp>
        <p:nvSpPr>
          <p:cNvPr id="11" name="Freeform 14"/>
          <p:cNvSpPr>
            <a:spLocks/>
          </p:cNvSpPr>
          <p:nvPr/>
        </p:nvSpPr>
        <p:spPr bwMode="auto">
          <a:xfrm>
            <a:off x="7658100" y="2817813"/>
            <a:ext cx="758825" cy="2424113"/>
          </a:xfrm>
          <a:custGeom>
            <a:avLst/>
            <a:gdLst>
              <a:gd name="T0" fmla="*/ 202 w 202"/>
              <a:gd name="T1" fmla="*/ 644 h 645"/>
              <a:gd name="T2" fmla="*/ 202 w 202"/>
              <a:gd name="T3" fmla="*/ 167 h 645"/>
              <a:gd name="T4" fmla="*/ 161 w 202"/>
              <a:gd name="T5" fmla="*/ 126 h 645"/>
              <a:gd name="T6" fmla="*/ 41 w 202"/>
              <a:gd name="T7" fmla="*/ 126 h 645"/>
              <a:gd name="T8" fmla="*/ 13 w 202"/>
              <a:gd name="T9" fmla="*/ 114 h 645"/>
              <a:gd name="T10" fmla="*/ 2 w 202"/>
              <a:gd name="T11" fmla="*/ 87 h 645"/>
              <a:gd name="T12" fmla="*/ 2 w 202"/>
              <a:gd name="T13" fmla="*/ 1 h 645"/>
              <a:gd name="T14" fmla="*/ 1 w 202"/>
              <a:gd name="T15" fmla="*/ 0 h 645"/>
              <a:gd name="T16" fmla="*/ 0 w 202"/>
              <a:gd name="T17" fmla="*/ 1 h 645"/>
              <a:gd name="T18" fmla="*/ 0 w 202"/>
              <a:gd name="T19" fmla="*/ 87 h 645"/>
              <a:gd name="T20" fmla="*/ 41 w 202"/>
              <a:gd name="T21" fmla="*/ 128 h 645"/>
              <a:gd name="T22" fmla="*/ 161 w 202"/>
              <a:gd name="T23" fmla="*/ 128 h 645"/>
              <a:gd name="T24" fmla="*/ 189 w 202"/>
              <a:gd name="T25" fmla="*/ 139 h 645"/>
              <a:gd name="T26" fmla="*/ 200 w 202"/>
              <a:gd name="T27" fmla="*/ 167 h 645"/>
              <a:gd name="T28" fmla="*/ 200 w 202"/>
              <a:gd name="T29" fmla="*/ 644 h 645"/>
              <a:gd name="T30" fmla="*/ 201 w 202"/>
              <a:gd name="T31" fmla="*/ 645 h 645"/>
              <a:gd name="T32" fmla="*/ 202 w 202"/>
              <a:gd name="T33" fmla="*/ 644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2" h="645">
                <a:moveTo>
                  <a:pt x="202" y="644"/>
                </a:moveTo>
                <a:cubicBezTo>
                  <a:pt x="202" y="167"/>
                  <a:pt x="202" y="167"/>
                  <a:pt x="202" y="167"/>
                </a:cubicBezTo>
                <a:cubicBezTo>
                  <a:pt x="202" y="144"/>
                  <a:pt x="184" y="126"/>
                  <a:pt x="161" y="126"/>
                </a:cubicBezTo>
                <a:cubicBezTo>
                  <a:pt x="41" y="126"/>
                  <a:pt x="41" y="126"/>
                  <a:pt x="41" y="126"/>
                </a:cubicBezTo>
                <a:cubicBezTo>
                  <a:pt x="30" y="126"/>
                  <a:pt x="20" y="121"/>
                  <a:pt x="13" y="114"/>
                </a:cubicBezTo>
                <a:cubicBezTo>
                  <a:pt x="6" y="107"/>
                  <a:pt x="2" y="98"/>
                  <a:pt x="2" y="87"/>
                </a:cubicBezTo>
                <a:cubicBezTo>
                  <a:pt x="2" y="1"/>
                  <a:pt x="2" y="1"/>
                  <a:pt x="2" y="1"/>
                </a:cubicBezTo>
                <a:cubicBezTo>
                  <a:pt x="2" y="0"/>
                  <a:pt x="1" y="0"/>
                  <a:pt x="1" y="0"/>
                </a:cubicBezTo>
                <a:cubicBezTo>
                  <a:pt x="0" y="0"/>
                  <a:pt x="0" y="0"/>
                  <a:pt x="0" y="1"/>
                </a:cubicBezTo>
                <a:cubicBezTo>
                  <a:pt x="0" y="87"/>
                  <a:pt x="0" y="87"/>
                  <a:pt x="0" y="87"/>
                </a:cubicBezTo>
                <a:cubicBezTo>
                  <a:pt x="0" y="109"/>
                  <a:pt x="18" y="128"/>
                  <a:pt x="41" y="128"/>
                </a:cubicBezTo>
                <a:cubicBezTo>
                  <a:pt x="161" y="128"/>
                  <a:pt x="161" y="128"/>
                  <a:pt x="161" y="128"/>
                </a:cubicBezTo>
                <a:cubicBezTo>
                  <a:pt x="172" y="128"/>
                  <a:pt x="182" y="132"/>
                  <a:pt x="189" y="139"/>
                </a:cubicBezTo>
                <a:cubicBezTo>
                  <a:pt x="196" y="146"/>
                  <a:pt x="200" y="156"/>
                  <a:pt x="200" y="167"/>
                </a:cubicBezTo>
                <a:cubicBezTo>
                  <a:pt x="200" y="644"/>
                  <a:pt x="200" y="644"/>
                  <a:pt x="200" y="644"/>
                </a:cubicBezTo>
                <a:cubicBezTo>
                  <a:pt x="200" y="645"/>
                  <a:pt x="201" y="645"/>
                  <a:pt x="201" y="645"/>
                </a:cubicBezTo>
                <a:cubicBezTo>
                  <a:pt x="202" y="645"/>
                  <a:pt x="202" y="645"/>
                  <a:pt x="202" y="644"/>
                </a:cubicBezTo>
              </a:path>
            </a:pathLst>
          </a:custGeom>
          <a:noFill/>
          <a:ln>
            <a:solidFill>
              <a:schemeClr val="bg1">
                <a:lumMod val="50000"/>
              </a:schemeClr>
            </a:solidFill>
          </a:ln>
        </p:spPr>
        <p:txBody>
          <a:bodyPr vert="horz" wrap="square" lIns="91440" tIns="45720" rIns="91440" bIns="45720" numCol="1" anchor="t" anchorCtr="0" compatLnSpc="1">
            <a:prstTxWarp prst="textNoShape">
              <a:avLst/>
            </a:prstTxWarp>
          </a:bodyPr>
          <a:lstStyle/>
          <a:p>
            <a:endParaRPr lang="zh-CN" altLang="en-US"/>
          </a:p>
        </p:txBody>
      </p:sp>
      <p:sp>
        <p:nvSpPr>
          <p:cNvPr id="12" name="Freeform 15"/>
          <p:cNvSpPr>
            <a:spLocks/>
          </p:cNvSpPr>
          <p:nvPr/>
        </p:nvSpPr>
        <p:spPr bwMode="auto">
          <a:xfrm>
            <a:off x="8267700" y="1863725"/>
            <a:ext cx="288925" cy="3182938"/>
          </a:xfrm>
          <a:custGeom>
            <a:avLst/>
            <a:gdLst>
              <a:gd name="T0" fmla="*/ 77 w 77"/>
              <a:gd name="T1" fmla="*/ 846 h 847"/>
              <a:gd name="T2" fmla="*/ 77 w 77"/>
              <a:gd name="T3" fmla="*/ 208 h 847"/>
              <a:gd name="T4" fmla="*/ 65 w 77"/>
              <a:gd name="T5" fmla="*/ 179 h 847"/>
              <a:gd name="T6" fmla="*/ 38 w 77"/>
              <a:gd name="T7" fmla="*/ 167 h 847"/>
              <a:gd name="T8" fmla="*/ 12 w 77"/>
              <a:gd name="T9" fmla="*/ 156 h 847"/>
              <a:gd name="T10" fmla="*/ 2 w 77"/>
              <a:gd name="T11" fmla="*/ 128 h 847"/>
              <a:gd name="T12" fmla="*/ 2 w 77"/>
              <a:gd name="T13" fmla="*/ 1 h 847"/>
              <a:gd name="T14" fmla="*/ 1 w 77"/>
              <a:gd name="T15" fmla="*/ 0 h 847"/>
              <a:gd name="T16" fmla="*/ 0 w 77"/>
              <a:gd name="T17" fmla="*/ 1 h 847"/>
              <a:gd name="T18" fmla="*/ 0 w 77"/>
              <a:gd name="T19" fmla="*/ 128 h 847"/>
              <a:gd name="T20" fmla="*/ 11 w 77"/>
              <a:gd name="T21" fmla="*/ 157 h 847"/>
              <a:gd name="T22" fmla="*/ 38 w 77"/>
              <a:gd name="T23" fmla="*/ 169 h 847"/>
              <a:gd name="T24" fmla="*/ 64 w 77"/>
              <a:gd name="T25" fmla="*/ 180 h 847"/>
              <a:gd name="T26" fmla="*/ 75 w 77"/>
              <a:gd name="T27" fmla="*/ 208 h 847"/>
              <a:gd name="T28" fmla="*/ 75 w 77"/>
              <a:gd name="T29" fmla="*/ 846 h 847"/>
              <a:gd name="T30" fmla="*/ 76 w 77"/>
              <a:gd name="T31" fmla="*/ 847 h 847"/>
              <a:gd name="T32" fmla="*/ 77 w 77"/>
              <a:gd name="T33" fmla="*/ 846 h 8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7" h="847">
                <a:moveTo>
                  <a:pt x="77" y="846"/>
                </a:moveTo>
                <a:cubicBezTo>
                  <a:pt x="77" y="208"/>
                  <a:pt x="77" y="208"/>
                  <a:pt x="77" y="208"/>
                </a:cubicBezTo>
                <a:cubicBezTo>
                  <a:pt x="77" y="197"/>
                  <a:pt x="72" y="187"/>
                  <a:pt x="65" y="179"/>
                </a:cubicBezTo>
                <a:cubicBezTo>
                  <a:pt x="58" y="172"/>
                  <a:pt x="49" y="167"/>
                  <a:pt x="38" y="167"/>
                </a:cubicBezTo>
                <a:cubicBezTo>
                  <a:pt x="28" y="167"/>
                  <a:pt x="19" y="163"/>
                  <a:pt x="12" y="156"/>
                </a:cubicBezTo>
                <a:cubicBezTo>
                  <a:pt x="6" y="149"/>
                  <a:pt x="2" y="139"/>
                  <a:pt x="2" y="128"/>
                </a:cubicBezTo>
                <a:cubicBezTo>
                  <a:pt x="2" y="1"/>
                  <a:pt x="2" y="1"/>
                  <a:pt x="2" y="1"/>
                </a:cubicBezTo>
                <a:cubicBezTo>
                  <a:pt x="2" y="1"/>
                  <a:pt x="1" y="0"/>
                  <a:pt x="1" y="0"/>
                </a:cubicBezTo>
                <a:cubicBezTo>
                  <a:pt x="0" y="0"/>
                  <a:pt x="0" y="1"/>
                  <a:pt x="0" y="1"/>
                </a:cubicBezTo>
                <a:cubicBezTo>
                  <a:pt x="0" y="128"/>
                  <a:pt x="0" y="128"/>
                  <a:pt x="0" y="128"/>
                </a:cubicBezTo>
                <a:cubicBezTo>
                  <a:pt x="0" y="139"/>
                  <a:pt x="4" y="150"/>
                  <a:pt x="11" y="157"/>
                </a:cubicBezTo>
                <a:cubicBezTo>
                  <a:pt x="18" y="164"/>
                  <a:pt x="27" y="169"/>
                  <a:pt x="38" y="169"/>
                </a:cubicBezTo>
                <a:cubicBezTo>
                  <a:pt x="48" y="169"/>
                  <a:pt x="57" y="173"/>
                  <a:pt x="64" y="180"/>
                </a:cubicBezTo>
                <a:cubicBezTo>
                  <a:pt x="70" y="188"/>
                  <a:pt x="75" y="197"/>
                  <a:pt x="75" y="208"/>
                </a:cubicBezTo>
                <a:cubicBezTo>
                  <a:pt x="75" y="846"/>
                  <a:pt x="75" y="846"/>
                  <a:pt x="75" y="846"/>
                </a:cubicBezTo>
                <a:cubicBezTo>
                  <a:pt x="75" y="847"/>
                  <a:pt x="75" y="847"/>
                  <a:pt x="76" y="847"/>
                </a:cubicBezTo>
                <a:cubicBezTo>
                  <a:pt x="76" y="847"/>
                  <a:pt x="77" y="847"/>
                  <a:pt x="77" y="846"/>
                </a:cubicBezTo>
              </a:path>
            </a:pathLst>
          </a:custGeom>
          <a:noFill/>
          <a:ln>
            <a:solidFill>
              <a:schemeClr val="bg1">
                <a:lumMod val="50000"/>
              </a:schemeClr>
            </a:solidFill>
          </a:ln>
        </p:spPr>
        <p:txBody>
          <a:bodyPr vert="horz" wrap="square" lIns="91440" tIns="45720" rIns="91440" bIns="45720" numCol="1" anchor="t" anchorCtr="0" compatLnSpc="1">
            <a:prstTxWarp prst="textNoShape">
              <a:avLst/>
            </a:prstTxWarp>
          </a:bodyPr>
          <a:lstStyle/>
          <a:p>
            <a:endParaRPr lang="zh-CN" altLang="en-US"/>
          </a:p>
        </p:txBody>
      </p:sp>
      <p:sp>
        <p:nvSpPr>
          <p:cNvPr id="13" name="Oval 50"/>
          <p:cNvSpPr>
            <a:spLocks noChangeArrowheads="1"/>
          </p:cNvSpPr>
          <p:nvPr/>
        </p:nvSpPr>
        <p:spPr bwMode="auto">
          <a:xfrm>
            <a:off x="6645275" y="1398587"/>
            <a:ext cx="792000" cy="792000"/>
          </a:xfrm>
          <a:prstGeom prst="ellipse">
            <a:avLst/>
          </a:prstGeom>
          <a:solidFill>
            <a:srgbClr val="4BB56D"/>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 name="Oval 51"/>
          <p:cNvSpPr>
            <a:spLocks noChangeArrowheads="1"/>
          </p:cNvSpPr>
          <p:nvPr/>
        </p:nvSpPr>
        <p:spPr bwMode="auto">
          <a:xfrm>
            <a:off x="8770937" y="635000"/>
            <a:ext cx="792000" cy="792000"/>
          </a:xfrm>
          <a:prstGeom prst="ellipse">
            <a:avLst/>
          </a:prstGeom>
          <a:solidFill>
            <a:srgbClr val="DA4D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Oval 52"/>
          <p:cNvSpPr>
            <a:spLocks noChangeArrowheads="1"/>
          </p:cNvSpPr>
          <p:nvPr/>
        </p:nvSpPr>
        <p:spPr bwMode="auto">
          <a:xfrm>
            <a:off x="10772775" y="2322512"/>
            <a:ext cx="792000" cy="792000"/>
          </a:xfrm>
          <a:prstGeom prst="ellipse">
            <a:avLst/>
          </a:prstGeom>
          <a:solidFill>
            <a:srgbClr val="E7BE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20" name="组合 19"/>
          <p:cNvGrpSpPr/>
          <p:nvPr/>
        </p:nvGrpSpPr>
        <p:grpSpPr>
          <a:xfrm>
            <a:off x="7115483" y="4668044"/>
            <a:ext cx="3042622" cy="1720850"/>
            <a:chOff x="150813" y="1220788"/>
            <a:chExt cx="8823325" cy="4990308"/>
          </a:xfrm>
        </p:grpSpPr>
        <p:sp>
          <p:nvSpPr>
            <p:cNvPr id="21" name="Oval 5"/>
            <p:cNvSpPr>
              <a:spLocks noChangeArrowheads="1"/>
            </p:cNvSpPr>
            <p:nvPr/>
          </p:nvSpPr>
          <p:spPr bwMode="auto">
            <a:xfrm>
              <a:off x="4505326" y="1393826"/>
              <a:ext cx="112713" cy="117475"/>
            </a:xfrm>
            <a:prstGeom prst="ellipse">
              <a:avLst/>
            </a:prstGeom>
            <a:solidFill>
              <a:schemeClr val="bg1"/>
            </a:solidFill>
            <a:ln>
              <a:solidFill>
                <a:schemeClr val="bg1"/>
              </a:solidFill>
            </a:ln>
          </p:spPr>
          <p:txBody>
            <a:bodyPr vert="horz" wrap="square" lIns="91440" tIns="45720" rIns="91440" bIns="45720" numCol="1" anchor="t" anchorCtr="0" compatLnSpc="1">
              <a:prstTxWarp prst="textNoShape">
                <a:avLst/>
              </a:prstTxWarp>
            </a:bodyPr>
            <a:lstStyle/>
            <a:p>
              <a:endParaRPr lang="zh-CN" altLang="en-US"/>
            </a:p>
          </p:txBody>
        </p:sp>
        <p:sp>
          <p:nvSpPr>
            <p:cNvPr id="22" name="Freeform 6"/>
            <p:cNvSpPr>
              <a:spLocks/>
            </p:cNvSpPr>
            <p:nvPr/>
          </p:nvSpPr>
          <p:spPr bwMode="auto">
            <a:xfrm>
              <a:off x="150813" y="6045202"/>
              <a:ext cx="8823325" cy="165894"/>
            </a:xfrm>
            <a:custGeom>
              <a:avLst/>
              <a:gdLst>
                <a:gd name="T0" fmla="*/ 1221 w 2350"/>
                <a:gd name="T1" fmla="*/ 0 h 57"/>
                <a:gd name="T2" fmla="*/ 0 w 2350"/>
                <a:gd name="T3" fmla="*/ 0 h 57"/>
                <a:gd name="T4" fmla="*/ 119 w 2350"/>
                <a:gd name="T5" fmla="*/ 57 h 57"/>
                <a:gd name="T6" fmla="*/ 1221 w 2350"/>
                <a:gd name="T7" fmla="*/ 57 h 57"/>
                <a:gd name="T8" fmla="*/ 2231 w 2350"/>
                <a:gd name="T9" fmla="*/ 57 h 57"/>
                <a:gd name="T10" fmla="*/ 2350 w 2350"/>
                <a:gd name="T11" fmla="*/ 0 h 57"/>
                <a:gd name="T12" fmla="*/ 1221 w 2350"/>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2350" h="57">
                  <a:moveTo>
                    <a:pt x="1221" y="0"/>
                  </a:moveTo>
                  <a:cubicBezTo>
                    <a:pt x="0" y="0"/>
                    <a:pt x="0" y="0"/>
                    <a:pt x="0" y="0"/>
                  </a:cubicBezTo>
                  <a:cubicBezTo>
                    <a:pt x="0" y="0"/>
                    <a:pt x="2" y="57"/>
                    <a:pt x="119" y="57"/>
                  </a:cubicBezTo>
                  <a:cubicBezTo>
                    <a:pt x="1221" y="57"/>
                    <a:pt x="1221" y="57"/>
                    <a:pt x="1221" y="57"/>
                  </a:cubicBezTo>
                  <a:cubicBezTo>
                    <a:pt x="2231" y="57"/>
                    <a:pt x="2231" y="57"/>
                    <a:pt x="2231" y="57"/>
                  </a:cubicBezTo>
                  <a:cubicBezTo>
                    <a:pt x="2349" y="57"/>
                    <a:pt x="2350" y="0"/>
                    <a:pt x="2350" y="0"/>
                  </a:cubicBezTo>
                  <a:lnTo>
                    <a:pt x="1221" y="0"/>
                  </a:lnTo>
                  <a:close/>
                </a:path>
              </a:pathLst>
            </a:custGeom>
            <a:solidFill>
              <a:srgbClr val="BEBD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7"/>
            <p:cNvSpPr>
              <a:spLocks/>
            </p:cNvSpPr>
            <p:nvPr/>
          </p:nvSpPr>
          <p:spPr bwMode="auto">
            <a:xfrm>
              <a:off x="1144589" y="1220788"/>
              <a:ext cx="6834188" cy="4776788"/>
            </a:xfrm>
            <a:custGeom>
              <a:avLst/>
              <a:gdLst>
                <a:gd name="T0" fmla="*/ 1820 w 1820"/>
                <a:gd name="T1" fmla="*/ 1271 h 1271"/>
                <a:gd name="T2" fmla="*/ 1820 w 1820"/>
                <a:gd name="T3" fmla="*/ 62 h 1271"/>
                <a:gd name="T4" fmla="*/ 1760 w 1820"/>
                <a:gd name="T5" fmla="*/ 0 h 1271"/>
                <a:gd name="T6" fmla="*/ 61 w 1820"/>
                <a:gd name="T7" fmla="*/ 0 h 1271"/>
                <a:gd name="T8" fmla="*/ 0 w 1820"/>
                <a:gd name="T9" fmla="*/ 62 h 1271"/>
                <a:gd name="T10" fmla="*/ 0 w 1820"/>
                <a:gd name="T11" fmla="*/ 1271 h 1271"/>
                <a:gd name="T12" fmla="*/ 1820 w 1820"/>
                <a:gd name="T13" fmla="*/ 1271 h 1271"/>
              </a:gdLst>
              <a:ahLst/>
              <a:cxnLst>
                <a:cxn ang="0">
                  <a:pos x="T0" y="T1"/>
                </a:cxn>
                <a:cxn ang="0">
                  <a:pos x="T2" y="T3"/>
                </a:cxn>
                <a:cxn ang="0">
                  <a:pos x="T4" y="T5"/>
                </a:cxn>
                <a:cxn ang="0">
                  <a:pos x="T6" y="T7"/>
                </a:cxn>
                <a:cxn ang="0">
                  <a:pos x="T8" y="T9"/>
                </a:cxn>
                <a:cxn ang="0">
                  <a:pos x="T10" y="T11"/>
                </a:cxn>
                <a:cxn ang="0">
                  <a:pos x="T12" y="T13"/>
                </a:cxn>
              </a:cxnLst>
              <a:rect l="0" t="0" r="r" b="b"/>
              <a:pathLst>
                <a:path w="1820" h="1271">
                  <a:moveTo>
                    <a:pt x="1820" y="1271"/>
                  </a:moveTo>
                  <a:cubicBezTo>
                    <a:pt x="1820" y="62"/>
                    <a:pt x="1820" y="62"/>
                    <a:pt x="1820" y="62"/>
                  </a:cubicBezTo>
                  <a:cubicBezTo>
                    <a:pt x="1820" y="28"/>
                    <a:pt x="1793" y="0"/>
                    <a:pt x="1760" y="0"/>
                  </a:cubicBezTo>
                  <a:cubicBezTo>
                    <a:pt x="61" y="0"/>
                    <a:pt x="61" y="0"/>
                    <a:pt x="61" y="0"/>
                  </a:cubicBezTo>
                  <a:cubicBezTo>
                    <a:pt x="27" y="0"/>
                    <a:pt x="0" y="28"/>
                    <a:pt x="0" y="62"/>
                  </a:cubicBezTo>
                  <a:cubicBezTo>
                    <a:pt x="0" y="1271"/>
                    <a:pt x="0" y="1271"/>
                    <a:pt x="0" y="1271"/>
                  </a:cubicBezTo>
                  <a:lnTo>
                    <a:pt x="1820" y="1271"/>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8"/>
            <p:cNvSpPr>
              <a:spLocks/>
            </p:cNvSpPr>
            <p:nvPr/>
          </p:nvSpPr>
          <p:spPr bwMode="auto">
            <a:xfrm>
              <a:off x="1212850" y="1281113"/>
              <a:ext cx="6702424" cy="4716463"/>
            </a:xfrm>
            <a:custGeom>
              <a:avLst/>
              <a:gdLst>
                <a:gd name="T0" fmla="*/ 1785 w 1785"/>
                <a:gd name="T1" fmla="*/ 1255 h 1255"/>
                <a:gd name="T2" fmla="*/ 1785 w 1785"/>
                <a:gd name="T3" fmla="*/ 61 h 1255"/>
                <a:gd name="T4" fmla="*/ 1725 w 1785"/>
                <a:gd name="T5" fmla="*/ 0 h 1255"/>
                <a:gd name="T6" fmla="*/ 59 w 1785"/>
                <a:gd name="T7" fmla="*/ 0 h 1255"/>
                <a:gd name="T8" fmla="*/ 0 w 1785"/>
                <a:gd name="T9" fmla="*/ 61 h 1255"/>
                <a:gd name="T10" fmla="*/ 0 w 1785"/>
                <a:gd name="T11" fmla="*/ 1255 h 1255"/>
                <a:gd name="T12" fmla="*/ 1785 w 1785"/>
                <a:gd name="T13" fmla="*/ 1255 h 1255"/>
              </a:gdLst>
              <a:ahLst/>
              <a:cxnLst>
                <a:cxn ang="0">
                  <a:pos x="T0" y="T1"/>
                </a:cxn>
                <a:cxn ang="0">
                  <a:pos x="T2" y="T3"/>
                </a:cxn>
                <a:cxn ang="0">
                  <a:pos x="T4" y="T5"/>
                </a:cxn>
                <a:cxn ang="0">
                  <a:pos x="T6" y="T7"/>
                </a:cxn>
                <a:cxn ang="0">
                  <a:pos x="T8" y="T9"/>
                </a:cxn>
                <a:cxn ang="0">
                  <a:pos x="T10" y="T11"/>
                </a:cxn>
                <a:cxn ang="0">
                  <a:pos x="T12" y="T13"/>
                </a:cxn>
              </a:cxnLst>
              <a:rect l="0" t="0" r="r" b="b"/>
              <a:pathLst>
                <a:path w="1785" h="1255">
                  <a:moveTo>
                    <a:pt x="1785" y="1255"/>
                  </a:moveTo>
                  <a:cubicBezTo>
                    <a:pt x="1785" y="61"/>
                    <a:pt x="1785" y="61"/>
                    <a:pt x="1785" y="61"/>
                  </a:cubicBezTo>
                  <a:cubicBezTo>
                    <a:pt x="1785" y="27"/>
                    <a:pt x="1758" y="0"/>
                    <a:pt x="1725" y="0"/>
                  </a:cubicBezTo>
                  <a:cubicBezTo>
                    <a:pt x="59" y="0"/>
                    <a:pt x="59" y="0"/>
                    <a:pt x="59" y="0"/>
                  </a:cubicBezTo>
                  <a:cubicBezTo>
                    <a:pt x="26" y="0"/>
                    <a:pt x="0" y="27"/>
                    <a:pt x="0" y="61"/>
                  </a:cubicBezTo>
                  <a:cubicBezTo>
                    <a:pt x="0" y="1255"/>
                    <a:pt x="0" y="1255"/>
                    <a:pt x="0" y="1255"/>
                  </a:cubicBezTo>
                  <a:lnTo>
                    <a:pt x="1785" y="1255"/>
                  </a:lnTo>
                  <a:close/>
                </a:path>
              </a:pathLst>
            </a:custGeom>
            <a:solidFill>
              <a:srgbClr val="1414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Rectangle 9"/>
            <p:cNvSpPr>
              <a:spLocks noChangeArrowheads="1"/>
            </p:cNvSpPr>
            <p:nvPr/>
          </p:nvSpPr>
          <p:spPr bwMode="auto">
            <a:xfrm>
              <a:off x="1482276" y="1540352"/>
              <a:ext cx="6167887" cy="4066381"/>
            </a:xfrm>
            <a:prstGeom prst="rect">
              <a:avLst/>
            </a:prstGeom>
            <a:solidFill>
              <a:srgbClr val="21A7D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10"/>
            <p:cNvSpPr>
              <a:spLocks/>
            </p:cNvSpPr>
            <p:nvPr/>
          </p:nvSpPr>
          <p:spPr bwMode="auto">
            <a:xfrm>
              <a:off x="150813" y="5888038"/>
              <a:ext cx="8823325" cy="169069"/>
            </a:xfrm>
            <a:custGeom>
              <a:avLst/>
              <a:gdLst>
                <a:gd name="T0" fmla="*/ 2350 w 2350"/>
                <a:gd name="T1" fmla="*/ 62 h 78"/>
                <a:gd name="T2" fmla="*/ 2335 w 2350"/>
                <a:gd name="T3" fmla="*/ 78 h 78"/>
                <a:gd name="T4" fmla="*/ 16 w 2350"/>
                <a:gd name="T5" fmla="*/ 78 h 78"/>
                <a:gd name="T6" fmla="*/ 0 w 2350"/>
                <a:gd name="T7" fmla="*/ 62 h 78"/>
                <a:gd name="T8" fmla="*/ 0 w 2350"/>
                <a:gd name="T9" fmla="*/ 15 h 78"/>
                <a:gd name="T10" fmla="*/ 16 w 2350"/>
                <a:gd name="T11" fmla="*/ 0 h 78"/>
                <a:gd name="T12" fmla="*/ 2335 w 2350"/>
                <a:gd name="T13" fmla="*/ 0 h 78"/>
                <a:gd name="T14" fmla="*/ 2350 w 2350"/>
                <a:gd name="T15" fmla="*/ 15 h 78"/>
                <a:gd name="T16" fmla="*/ 2350 w 2350"/>
                <a:gd name="T17" fmla="*/ 62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50" h="78">
                  <a:moveTo>
                    <a:pt x="2350" y="62"/>
                  </a:moveTo>
                  <a:cubicBezTo>
                    <a:pt x="2350" y="71"/>
                    <a:pt x="2343" y="78"/>
                    <a:pt x="2335" y="78"/>
                  </a:cubicBezTo>
                  <a:cubicBezTo>
                    <a:pt x="16" y="78"/>
                    <a:pt x="16" y="78"/>
                    <a:pt x="16" y="78"/>
                  </a:cubicBezTo>
                  <a:cubicBezTo>
                    <a:pt x="7" y="78"/>
                    <a:pt x="0" y="71"/>
                    <a:pt x="0" y="62"/>
                  </a:cubicBezTo>
                  <a:cubicBezTo>
                    <a:pt x="0" y="15"/>
                    <a:pt x="0" y="15"/>
                    <a:pt x="0" y="15"/>
                  </a:cubicBezTo>
                  <a:cubicBezTo>
                    <a:pt x="0" y="7"/>
                    <a:pt x="7" y="0"/>
                    <a:pt x="16" y="0"/>
                  </a:cubicBezTo>
                  <a:cubicBezTo>
                    <a:pt x="2335" y="0"/>
                    <a:pt x="2335" y="0"/>
                    <a:pt x="2335" y="0"/>
                  </a:cubicBezTo>
                  <a:cubicBezTo>
                    <a:pt x="2343" y="0"/>
                    <a:pt x="2350" y="7"/>
                    <a:pt x="2350" y="15"/>
                  </a:cubicBezTo>
                  <a:lnTo>
                    <a:pt x="2350" y="62"/>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11"/>
            <p:cNvSpPr>
              <a:spLocks/>
            </p:cNvSpPr>
            <p:nvPr/>
          </p:nvSpPr>
          <p:spPr bwMode="auto">
            <a:xfrm>
              <a:off x="3889376" y="5888038"/>
              <a:ext cx="1344613" cy="98425"/>
            </a:xfrm>
            <a:custGeom>
              <a:avLst/>
              <a:gdLst>
                <a:gd name="T0" fmla="*/ 179 w 358"/>
                <a:gd name="T1" fmla="*/ 0 h 26"/>
                <a:gd name="T2" fmla="*/ 0 w 358"/>
                <a:gd name="T3" fmla="*/ 0 h 26"/>
                <a:gd name="T4" fmla="*/ 30 w 358"/>
                <a:gd name="T5" fmla="*/ 26 h 26"/>
                <a:gd name="T6" fmla="*/ 179 w 358"/>
                <a:gd name="T7" fmla="*/ 26 h 26"/>
                <a:gd name="T8" fmla="*/ 327 w 358"/>
                <a:gd name="T9" fmla="*/ 26 h 26"/>
                <a:gd name="T10" fmla="*/ 358 w 358"/>
                <a:gd name="T11" fmla="*/ 0 h 26"/>
                <a:gd name="T12" fmla="*/ 179 w 358"/>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358" h="26">
                  <a:moveTo>
                    <a:pt x="179" y="0"/>
                  </a:moveTo>
                  <a:cubicBezTo>
                    <a:pt x="0" y="0"/>
                    <a:pt x="0" y="0"/>
                    <a:pt x="0" y="0"/>
                  </a:cubicBezTo>
                  <a:cubicBezTo>
                    <a:pt x="0" y="0"/>
                    <a:pt x="2" y="26"/>
                    <a:pt x="30" y="26"/>
                  </a:cubicBezTo>
                  <a:cubicBezTo>
                    <a:pt x="58" y="26"/>
                    <a:pt x="179" y="26"/>
                    <a:pt x="179" y="26"/>
                  </a:cubicBezTo>
                  <a:cubicBezTo>
                    <a:pt x="179" y="26"/>
                    <a:pt x="299" y="26"/>
                    <a:pt x="327" y="26"/>
                  </a:cubicBezTo>
                  <a:cubicBezTo>
                    <a:pt x="355" y="26"/>
                    <a:pt x="358" y="0"/>
                    <a:pt x="358" y="0"/>
                  </a:cubicBezTo>
                  <a:lnTo>
                    <a:pt x="179" y="0"/>
                  </a:lnTo>
                  <a:close/>
                </a:path>
              </a:pathLst>
            </a:custGeom>
            <a:solidFill>
              <a:srgbClr val="BEBD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21"/>
            <p:cNvSpPr>
              <a:spLocks/>
            </p:cNvSpPr>
            <p:nvPr/>
          </p:nvSpPr>
          <p:spPr bwMode="auto">
            <a:xfrm>
              <a:off x="4717733" y="1280319"/>
              <a:ext cx="3198814" cy="4608514"/>
            </a:xfrm>
            <a:custGeom>
              <a:avLst/>
              <a:gdLst>
                <a:gd name="T0" fmla="*/ 850 w 850"/>
                <a:gd name="T1" fmla="*/ 61 h 1226"/>
                <a:gd name="T2" fmla="*/ 791 w 850"/>
                <a:gd name="T3" fmla="*/ 0 h 1226"/>
                <a:gd name="T4" fmla="*/ 339 w 850"/>
                <a:gd name="T5" fmla="*/ 0 h 1226"/>
                <a:gd name="T6" fmla="*/ 0 w 850"/>
                <a:gd name="T7" fmla="*/ 1226 h 1226"/>
                <a:gd name="T8" fmla="*/ 850 w 850"/>
                <a:gd name="T9" fmla="*/ 1226 h 1226"/>
                <a:gd name="T10" fmla="*/ 850 w 850"/>
                <a:gd name="T11" fmla="*/ 61 h 1226"/>
              </a:gdLst>
              <a:ahLst/>
              <a:cxnLst>
                <a:cxn ang="0">
                  <a:pos x="T0" y="T1"/>
                </a:cxn>
                <a:cxn ang="0">
                  <a:pos x="T2" y="T3"/>
                </a:cxn>
                <a:cxn ang="0">
                  <a:pos x="T4" y="T5"/>
                </a:cxn>
                <a:cxn ang="0">
                  <a:pos x="T6" y="T7"/>
                </a:cxn>
                <a:cxn ang="0">
                  <a:pos x="T8" y="T9"/>
                </a:cxn>
                <a:cxn ang="0">
                  <a:pos x="T10" y="T11"/>
                </a:cxn>
              </a:cxnLst>
              <a:rect l="0" t="0" r="r" b="b"/>
              <a:pathLst>
                <a:path w="850" h="1226">
                  <a:moveTo>
                    <a:pt x="850" y="61"/>
                  </a:moveTo>
                  <a:cubicBezTo>
                    <a:pt x="850" y="27"/>
                    <a:pt x="824" y="0"/>
                    <a:pt x="791" y="0"/>
                  </a:cubicBezTo>
                  <a:cubicBezTo>
                    <a:pt x="339" y="0"/>
                    <a:pt x="339" y="0"/>
                    <a:pt x="339" y="0"/>
                  </a:cubicBezTo>
                  <a:cubicBezTo>
                    <a:pt x="0" y="1226"/>
                    <a:pt x="0" y="1226"/>
                    <a:pt x="0" y="1226"/>
                  </a:cubicBezTo>
                  <a:cubicBezTo>
                    <a:pt x="850" y="1226"/>
                    <a:pt x="850" y="1226"/>
                    <a:pt x="850" y="1226"/>
                  </a:cubicBezTo>
                  <a:lnTo>
                    <a:pt x="850" y="61"/>
                  </a:lnTo>
                  <a:close/>
                </a:path>
              </a:pathLst>
            </a:custGeom>
            <a:gradFill>
              <a:gsLst>
                <a:gs pos="0">
                  <a:schemeClr val="bg1">
                    <a:alpha val="0"/>
                  </a:schemeClr>
                </a:gs>
                <a:gs pos="100000">
                  <a:schemeClr val="bg1">
                    <a:alpha val="70000"/>
                  </a:schemeClr>
                </a:gs>
              </a:gsLst>
              <a:lin ang="16800000" scaled="0"/>
            </a:gra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sp>
        <p:nvSpPr>
          <p:cNvPr id="29" name="椭圆 28"/>
          <p:cNvSpPr/>
          <p:nvPr/>
        </p:nvSpPr>
        <p:spPr>
          <a:xfrm>
            <a:off x="7369806" y="6466482"/>
            <a:ext cx="2620963" cy="323850"/>
          </a:xfrm>
          <a:prstGeom prst="ellipse">
            <a:avLst/>
          </a:prstGeom>
          <a:gradFill flip="none" rotWithShape="1">
            <a:gsLst>
              <a:gs pos="0">
                <a:schemeClr val="tx1">
                  <a:lumMod val="95000"/>
                  <a:lumOff val="5000"/>
                  <a:alpha val="50000"/>
                </a:schemeClr>
              </a:gs>
              <a:gs pos="90000">
                <a:schemeClr val="tx1">
                  <a:alpha val="0"/>
                  <a:lumMod val="0"/>
                  <a:lumOff val="100000"/>
                </a:schemeClr>
              </a:gs>
            </a:gsLst>
            <a:path path="shape">
              <a:fillToRect l="50000" t="50000" r="50000" b="50000"/>
            </a:path>
            <a:tileRect/>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5" name="Freeform 43"/>
          <p:cNvSpPr>
            <a:spLocks noEditPoints="1"/>
          </p:cNvSpPr>
          <p:nvPr/>
        </p:nvSpPr>
        <p:spPr bwMode="auto">
          <a:xfrm>
            <a:off x="8142772" y="5005974"/>
            <a:ext cx="1100044" cy="906499"/>
          </a:xfrm>
          <a:custGeom>
            <a:avLst/>
            <a:gdLst>
              <a:gd name="T0" fmla="*/ 427 w 471"/>
              <a:gd name="T1" fmla="*/ 128 h 388"/>
              <a:gd name="T2" fmla="*/ 401 w 471"/>
              <a:gd name="T3" fmla="*/ 155 h 388"/>
              <a:gd name="T4" fmla="*/ 427 w 471"/>
              <a:gd name="T5" fmla="*/ 181 h 388"/>
              <a:gd name="T6" fmla="*/ 454 w 471"/>
              <a:gd name="T7" fmla="*/ 155 h 388"/>
              <a:gd name="T8" fmla="*/ 427 w 471"/>
              <a:gd name="T9" fmla="*/ 128 h 388"/>
              <a:gd name="T10" fmla="*/ 44 w 471"/>
              <a:gd name="T11" fmla="*/ 128 h 388"/>
              <a:gd name="T12" fmla="*/ 18 w 471"/>
              <a:gd name="T13" fmla="*/ 155 h 388"/>
              <a:gd name="T14" fmla="*/ 44 w 471"/>
              <a:gd name="T15" fmla="*/ 181 h 388"/>
              <a:gd name="T16" fmla="*/ 71 w 471"/>
              <a:gd name="T17" fmla="*/ 155 h 388"/>
              <a:gd name="T18" fmla="*/ 44 w 471"/>
              <a:gd name="T19" fmla="*/ 128 h 388"/>
              <a:gd name="T20" fmla="*/ 348 w 471"/>
              <a:gd name="T21" fmla="*/ 80 h 388"/>
              <a:gd name="T22" fmla="*/ 309 w 471"/>
              <a:gd name="T23" fmla="*/ 119 h 388"/>
              <a:gd name="T24" fmla="*/ 348 w 471"/>
              <a:gd name="T25" fmla="*/ 159 h 388"/>
              <a:gd name="T26" fmla="*/ 388 w 471"/>
              <a:gd name="T27" fmla="*/ 119 h 388"/>
              <a:gd name="T28" fmla="*/ 348 w 471"/>
              <a:gd name="T29" fmla="*/ 80 h 388"/>
              <a:gd name="T30" fmla="*/ 471 w 471"/>
              <a:gd name="T31" fmla="*/ 321 h 388"/>
              <a:gd name="T32" fmla="*/ 426 w 471"/>
              <a:gd name="T33" fmla="*/ 321 h 388"/>
              <a:gd name="T34" fmla="*/ 426 w 471"/>
              <a:gd name="T35" fmla="*/ 238 h 388"/>
              <a:gd name="T36" fmla="*/ 415 w 471"/>
              <a:gd name="T37" fmla="*/ 198 h 388"/>
              <a:gd name="T38" fmla="*/ 427 w 471"/>
              <a:gd name="T39" fmla="*/ 197 h 388"/>
              <a:gd name="T40" fmla="*/ 471 w 471"/>
              <a:gd name="T41" fmla="*/ 240 h 388"/>
              <a:gd name="T42" fmla="*/ 471 w 471"/>
              <a:gd name="T43" fmla="*/ 321 h 388"/>
              <a:gd name="T44" fmla="*/ 124 w 471"/>
              <a:gd name="T45" fmla="*/ 80 h 388"/>
              <a:gd name="T46" fmla="*/ 84 w 471"/>
              <a:gd name="T47" fmla="*/ 119 h 388"/>
              <a:gd name="T48" fmla="*/ 124 w 471"/>
              <a:gd name="T49" fmla="*/ 159 h 388"/>
              <a:gd name="T50" fmla="*/ 163 w 471"/>
              <a:gd name="T51" fmla="*/ 119 h 388"/>
              <a:gd name="T52" fmla="*/ 124 w 471"/>
              <a:gd name="T53" fmla="*/ 80 h 388"/>
              <a:gd name="T54" fmla="*/ 44 w 471"/>
              <a:gd name="T55" fmla="*/ 197 h 388"/>
              <a:gd name="T56" fmla="*/ 57 w 471"/>
              <a:gd name="T57" fmla="*/ 198 h 388"/>
              <a:gd name="T58" fmla="*/ 46 w 471"/>
              <a:gd name="T59" fmla="*/ 238 h 388"/>
              <a:gd name="T60" fmla="*/ 46 w 471"/>
              <a:gd name="T61" fmla="*/ 321 h 388"/>
              <a:gd name="T62" fmla="*/ 0 w 471"/>
              <a:gd name="T63" fmla="*/ 321 h 388"/>
              <a:gd name="T64" fmla="*/ 0 w 471"/>
              <a:gd name="T65" fmla="*/ 240 h 388"/>
              <a:gd name="T66" fmla="*/ 44 w 471"/>
              <a:gd name="T67" fmla="*/ 197 h 388"/>
              <a:gd name="T68" fmla="*/ 236 w 471"/>
              <a:gd name="T69" fmla="*/ 0 h 388"/>
              <a:gd name="T70" fmla="*/ 177 w 471"/>
              <a:gd name="T71" fmla="*/ 59 h 388"/>
              <a:gd name="T72" fmla="*/ 236 w 471"/>
              <a:gd name="T73" fmla="*/ 118 h 388"/>
              <a:gd name="T74" fmla="*/ 294 w 471"/>
              <a:gd name="T75" fmla="*/ 59 h 388"/>
              <a:gd name="T76" fmla="*/ 236 w 471"/>
              <a:gd name="T77" fmla="*/ 0 h 388"/>
              <a:gd name="T78" fmla="*/ 412 w 471"/>
              <a:gd name="T79" fmla="*/ 352 h 388"/>
              <a:gd name="T80" fmla="*/ 342 w 471"/>
              <a:gd name="T81" fmla="*/ 352 h 388"/>
              <a:gd name="T82" fmla="*/ 342 w 471"/>
              <a:gd name="T83" fmla="*/ 225 h 388"/>
              <a:gd name="T84" fmla="*/ 330 w 471"/>
              <a:gd name="T85" fmla="*/ 177 h 388"/>
              <a:gd name="T86" fmla="*/ 348 w 471"/>
              <a:gd name="T87" fmla="*/ 174 h 388"/>
              <a:gd name="T88" fmla="*/ 412 w 471"/>
              <a:gd name="T89" fmla="*/ 238 h 388"/>
              <a:gd name="T90" fmla="*/ 412 w 471"/>
              <a:gd name="T91" fmla="*/ 352 h 388"/>
              <a:gd name="T92" fmla="*/ 129 w 471"/>
              <a:gd name="T93" fmla="*/ 225 h 388"/>
              <a:gd name="T94" fmla="*/ 129 w 471"/>
              <a:gd name="T95" fmla="*/ 352 h 388"/>
              <a:gd name="T96" fmla="*/ 60 w 471"/>
              <a:gd name="T97" fmla="*/ 352 h 388"/>
              <a:gd name="T98" fmla="*/ 60 w 471"/>
              <a:gd name="T99" fmla="*/ 238 h 388"/>
              <a:gd name="T100" fmla="*/ 124 w 471"/>
              <a:gd name="T101" fmla="*/ 174 h 388"/>
              <a:gd name="T102" fmla="*/ 141 w 471"/>
              <a:gd name="T103" fmla="*/ 177 h 388"/>
              <a:gd name="T104" fmla="*/ 129 w 471"/>
              <a:gd name="T105" fmla="*/ 225 h 388"/>
              <a:gd name="T106" fmla="*/ 144 w 471"/>
              <a:gd name="T107" fmla="*/ 388 h 388"/>
              <a:gd name="T108" fmla="*/ 328 w 471"/>
              <a:gd name="T109" fmla="*/ 388 h 388"/>
              <a:gd name="T110" fmla="*/ 328 w 471"/>
              <a:gd name="T111" fmla="*/ 225 h 388"/>
              <a:gd name="T112" fmla="*/ 236 w 471"/>
              <a:gd name="T113" fmla="*/ 133 h 388"/>
              <a:gd name="T114" fmla="*/ 144 w 471"/>
              <a:gd name="T115" fmla="*/ 225 h 388"/>
              <a:gd name="T116" fmla="*/ 144 w 471"/>
              <a:gd name="T117" fmla="*/ 388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71" h="388">
                <a:moveTo>
                  <a:pt x="427" y="128"/>
                </a:moveTo>
                <a:cubicBezTo>
                  <a:pt x="413" y="128"/>
                  <a:pt x="401" y="140"/>
                  <a:pt x="401" y="155"/>
                </a:cubicBezTo>
                <a:cubicBezTo>
                  <a:pt x="401" y="169"/>
                  <a:pt x="413" y="181"/>
                  <a:pt x="427" y="181"/>
                </a:cubicBezTo>
                <a:cubicBezTo>
                  <a:pt x="442" y="181"/>
                  <a:pt x="454" y="169"/>
                  <a:pt x="454" y="155"/>
                </a:cubicBezTo>
                <a:cubicBezTo>
                  <a:pt x="454" y="140"/>
                  <a:pt x="442" y="128"/>
                  <a:pt x="427" y="128"/>
                </a:cubicBezTo>
                <a:close/>
                <a:moveTo>
                  <a:pt x="44" y="128"/>
                </a:moveTo>
                <a:cubicBezTo>
                  <a:pt x="30" y="128"/>
                  <a:pt x="18" y="140"/>
                  <a:pt x="18" y="155"/>
                </a:cubicBezTo>
                <a:cubicBezTo>
                  <a:pt x="18" y="169"/>
                  <a:pt x="30" y="181"/>
                  <a:pt x="44" y="181"/>
                </a:cubicBezTo>
                <a:cubicBezTo>
                  <a:pt x="59" y="181"/>
                  <a:pt x="71" y="169"/>
                  <a:pt x="71" y="155"/>
                </a:cubicBezTo>
                <a:cubicBezTo>
                  <a:pt x="71" y="140"/>
                  <a:pt x="59" y="128"/>
                  <a:pt x="44" y="128"/>
                </a:cubicBezTo>
                <a:close/>
                <a:moveTo>
                  <a:pt x="348" y="80"/>
                </a:moveTo>
                <a:cubicBezTo>
                  <a:pt x="326" y="80"/>
                  <a:pt x="309" y="97"/>
                  <a:pt x="309" y="119"/>
                </a:cubicBezTo>
                <a:cubicBezTo>
                  <a:pt x="309" y="141"/>
                  <a:pt x="326" y="159"/>
                  <a:pt x="348" y="159"/>
                </a:cubicBezTo>
                <a:cubicBezTo>
                  <a:pt x="370" y="159"/>
                  <a:pt x="388" y="141"/>
                  <a:pt x="388" y="119"/>
                </a:cubicBezTo>
                <a:cubicBezTo>
                  <a:pt x="388" y="97"/>
                  <a:pt x="370" y="80"/>
                  <a:pt x="348" y="80"/>
                </a:cubicBezTo>
                <a:close/>
                <a:moveTo>
                  <a:pt x="471" y="321"/>
                </a:moveTo>
                <a:cubicBezTo>
                  <a:pt x="426" y="321"/>
                  <a:pt x="426" y="321"/>
                  <a:pt x="426" y="321"/>
                </a:cubicBezTo>
                <a:cubicBezTo>
                  <a:pt x="426" y="238"/>
                  <a:pt x="426" y="238"/>
                  <a:pt x="426" y="238"/>
                </a:cubicBezTo>
                <a:cubicBezTo>
                  <a:pt x="426" y="223"/>
                  <a:pt x="422" y="210"/>
                  <a:pt x="415" y="198"/>
                </a:cubicBezTo>
                <a:cubicBezTo>
                  <a:pt x="419" y="197"/>
                  <a:pt x="423" y="197"/>
                  <a:pt x="427" y="197"/>
                </a:cubicBezTo>
                <a:cubicBezTo>
                  <a:pt x="452" y="197"/>
                  <a:pt x="471" y="216"/>
                  <a:pt x="471" y="240"/>
                </a:cubicBezTo>
                <a:lnTo>
                  <a:pt x="471" y="321"/>
                </a:lnTo>
                <a:close/>
                <a:moveTo>
                  <a:pt x="124" y="80"/>
                </a:moveTo>
                <a:cubicBezTo>
                  <a:pt x="102" y="80"/>
                  <a:pt x="84" y="97"/>
                  <a:pt x="84" y="119"/>
                </a:cubicBezTo>
                <a:cubicBezTo>
                  <a:pt x="84" y="141"/>
                  <a:pt x="102" y="159"/>
                  <a:pt x="124" y="159"/>
                </a:cubicBezTo>
                <a:cubicBezTo>
                  <a:pt x="145" y="159"/>
                  <a:pt x="163" y="141"/>
                  <a:pt x="163" y="119"/>
                </a:cubicBezTo>
                <a:cubicBezTo>
                  <a:pt x="163" y="97"/>
                  <a:pt x="145" y="80"/>
                  <a:pt x="124" y="80"/>
                </a:cubicBezTo>
                <a:close/>
                <a:moveTo>
                  <a:pt x="44" y="197"/>
                </a:moveTo>
                <a:cubicBezTo>
                  <a:pt x="49" y="197"/>
                  <a:pt x="53" y="197"/>
                  <a:pt x="57" y="198"/>
                </a:cubicBezTo>
                <a:cubicBezTo>
                  <a:pt x="50" y="210"/>
                  <a:pt x="46" y="223"/>
                  <a:pt x="46" y="238"/>
                </a:cubicBezTo>
                <a:cubicBezTo>
                  <a:pt x="46" y="321"/>
                  <a:pt x="46" y="321"/>
                  <a:pt x="46" y="321"/>
                </a:cubicBezTo>
                <a:cubicBezTo>
                  <a:pt x="0" y="321"/>
                  <a:pt x="0" y="321"/>
                  <a:pt x="0" y="321"/>
                </a:cubicBezTo>
                <a:cubicBezTo>
                  <a:pt x="0" y="240"/>
                  <a:pt x="0" y="240"/>
                  <a:pt x="0" y="240"/>
                </a:cubicBezTo>
                <a:cubicBezTo>
                  <a:pt x="0" y="216"/>
                  <a:pt x="20" y="197"/>
                  <a:pt x="44" y="197"/>
                </a:cubicBezTo>
                <a:close/>
                <a:moveTo>
                  <a:pt x="236" y="0"/>
                </a:moveTo>
                <a:cubicBezTo>
                  <a:pt x="204" y="0"/>
                  <a:pt x="177" y="27"/>
                  <a:pt x="177" y="59"/>
                </a:cubicBezTo>
                <a:cubicBezTo>
                  <a:pt x="177" y="91"/>
                  <a:pt x="203" y="118"/>
                  <a:pt x="236" y="118"/>
                </a:cubicBezTo>
                <a:cubicBezTo>
                  <a:pt x="268" y="118"/>
                  <a:pt x="294" y="91"/>
                  <a:pt x="294" y="59"/>
                </a:cubicBezTo>
                <a:cubicBezTo>
                  <a:pt x="295" y="27"/>
                  <a:pt x="268" y="0"/>
                  <a:pt x="236" y="0"/>
                </a:cubicBezTo>
                <a:close/>
                <a:moveTo>
                  <a:pt x="412" y="352"/>
                </a:moveTo>
                <a:cubicBezTo>
                  <a:pt x="342" y="352"/>
                  <a:pt x="342" y="352"/>
                  <a:pt x="342" y="352"/>
                </a:cubicBezTo>
                <a:cubicBezTo>
                  <a:pt x="342" y="225"/>
                  <a:pt x="342" y="225"/>
                  <a:pt x="342" y="225"/>
                </a:cubicBezTo>
                <a:cubicBezTo>
                  <a:pt x="342" y="208"/>
                  <a:pt x="338" y="192"/>
                  <a:pt x="330" y="177"/>
                </a:cubicBezTo>
                <a:cubicBezTo>
                  <a:pt x="336" y="175"/>
                  <a:pt x="342" y="174"/>
                  <a:pt x="348" y="174"/>
                </a:cubicBezTo>
                <a:cubicBezTo>
                  <a:pt x="383" y="174"/>
                  <a:pt x="412" y="203"/>
                  <a:pt x="412" y="238"/>
                </a:cubicBezTo>
                <a:lnTo>
                  <a:pt x="412" y="352"/>
                </a:lnTo>
                <a:close/>
                <a:moveTo>
                  <a:pt x="129" y="225"/>
                </a:moveTo>
                <a:cubicBezTo>
                  <a:pt x="129" y="352"/>
                  <a:pt x="129" y="352"/>
                  <a:pt x="129" y="352"/>
                </a:cubicBezTo>
                <a:cubicBezTo>
                  <a:pt x="60" y="352"/>
                  <a:pt x="60" y="352"/>
                  <a:pt x="60" y="352"/>
                </a:cubicBezTo>
                <a:cubicBezTo>
                  <a:pt x="60" y="238"/>
                  <a:pt x="60" y="238"/>
                  <a:pt x="60" y="238"/>
                </a:cubicBezTo>
                <a:cubicBezTo>
                  <a:pt x="60" y="203"/>
                  <a:pt x="89" y="174"/>
                  <a:pt x="124" y="174"/>
                </a:cubicBezTo>
                <a:cubicBezTo>
                  <a:pt x="130" y="174"/>
                  <a:pt x="136" y="175"/>
                  <a:pt x="141" y="177"/>
                </a:cubicBezTo>
                <a:cubicBezTo>
                  <a:pt x="134" y="192"/>
                  <a:pt x="129" y="208"/>
                  <a:pt x="129" y="225"/>
                </a:cubicBezTo>
                <a:close/>
                <a:moveTo>
                  <a:pt x="144" y="388"/>
                </a:moveTo>
                <a:cubicBezTo>
                  <a:pt x="328" y="388"/>
                  <a:pt x="328" y="388"/>
                  <a:pt x="328" y="388"/>
                </a:cubicBezTo>
                <a:cubicBezTo>
                  <a:pt x="328" y="225"/>
                  <a:pt x="328" y="225"/>
                  <a:pt x="328" y="225"/>
                </a:cubicBezTo>
                <a:cubicBezTo>
                  <a:pt x="328" y="175"/>
                  <a:pt x="286" y="133"/>
                  <a:pt x="236" y="133"/>
                </a:cubicBezTo>
                <a:cubicBezTo>
                  <a:pt x="185" y="133"/>
                  <a:pt x="144" y="175"/>
                  <a:pt x="144" y="225"/>
                </a:cubicBezTo>
                <a:lnTo>
                  <a:pt x="144" y="38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46" name="Freeform 46"/>
          <p:cNvSpPr>
            <a:spLocks noEditPoints="1"/>
          </p:cNvSpPr>
          <p:nvPr/>
        </p:nvSpPr>
        <p:spPr bwMode="auto">
          <a:xfrm>
            <a:off x="8973702" y="826778"/>
            <a:ext cx="411677" cy="372852"/>
          </a:xfrm>
          <a:custGeom>
            <a:avLst/>
            <a:gdLst>
              <a:gd name="T0" fmla="*/ 237 w 260"/>
              <a:gd name="T1" fmla="*/ 95 h 235"/>
              <a:gd name="T2" fmla="*/ 24 w 260"/>
              <a:gd name="T3" fmla="*/ 95 h 235"/>
              <a:gd name="T4" fmla="*/ 0 w 260"/>
              <a:gd name="T5" fmla="*/ 72 h 235"/>
              <a:gd name="T6" fmla="*/ 260 w 260"/>
              <a:gd name="T7" fmla="*/ 72 h 235"/>
              <a:gd name="T8" fmla="*/ 237 w 260"/>
              <a:gd name="T9" fmla="*/ 95 h 235"/>
              <a:gd name="T10" fmla="*/ 225 w 260"/>
              <a:gd name="T11" fmla="*/ 107 h 235"/>
              <a:gd name="T12" fmla="*/ 201 w 260"/>
              <a:gd name="T13" fmla="*/ 131 h 235"/>
              <a:gd name="T14" fmla="*/ 59 w 260"/>
              <a:gd name="T15" fmla="*/ 131 h 235"/>
              <a:gd name="T16" fmla="*/ 35 w 260"/>
              <a:gd name="T17" fmla="*/ 107 h 235"/>
              <a:gd name="T18" fmla="*/ 225 w 260"/>
              <a:gd name="T19" fmla="*/ 107 h 235"/>
              <a:gd name="T20" fmla="*/ 189 w 260"/>
              <a:gd name="T21" fmla="*/ 143 h 235"/>
              <a:gd name="T22" fmla="*/ 166 w 260"/>
              <a:gd name="T23" fmla="*/ 166 h 235"/>
              <a:gd name="T24" fmla="*/ 95 w 260"/>
              <a:gd name="T25" fmla="*/ 166 h 235"/>
              <a:gd name="T26" fmla="*/ 71 w 260"/>
              <a:gd name="T27" fmla="*/ 143 h 235"/>
              <a:gd name="T28" fmla="*/ 189 w 260"/>
              <a:gd name="T29" fmla="*/ 143 h 235"/>
              <a:gd name="T30" fmla="*/ 130 w 260"/>
              <a:gd name="T31" fmla="*/ 168 h 235"/>
              <a:gd name="T32" fmla="*/ 164 w 260"/>
              <a:gd name="T33" fmla="*/ 202 h 235"/>
              <a:gd name="T34" fmla="*/ 130 w 260"/>
              <a:gd name="T35" fmla="*/ 235 h 235"/>
              <a:gd name="T36" fmla="*/ 97 w 260"/>
              <a:gd name="T37" fmla="*/ 202 h 235"/>
              <a:gd name="T38" fmla="*/ 130 w 260"/>
              <a:gd name="T39" fmla="*/ 168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0" h="235">
                <a:moveTo>
                  <a:pt x="237" y="95"/>
                </a:moveTo>
                <a:cubicBezTo>
                  <a:pt x="178" y="36"/>
                  <a:pt x="82" y="36"/>
                  <a:pt x="24" y="95"/>
                </a:cubicBezTo>
                <a:cubicBezTo>
                  <a:pt x="0" y="72"/>
                  <a:pt x="0" y="72"/>
                  <a:pt x="0" y="72"/>
                </a:cubicBezTo>
                <a:cubicBezTo>
                  <a:pt x="72" y="0"/>
                  <a:pt x="188" y="0"/>
                  <a:pt x="260" y="72"/>
                </a:cubicBezTo>
                <a:lnTo>
                  <a:pt x="237" y="95"/>
                </a:lnTo>
                <a:close/>
                <a:moveTo>
                  <a:pt x="225" y="107"/>
                </a:moveTo>
                <a:cubicBezTo>
                  <a:pt x="201" y="131"/>
                  <a:pt x="201" y="131"/>
                  <a:pt x="201" y="131"/>
                </a:cubicBezTo>
                <a:cubicBezTo>
                  <a:pt x="162" y="91"/>
                  <a:pt x="98" y="91"/>
                  <a:pt x="59" y="131"/>
                </a:cubicBezTo>
                <a:cubicBezTo>
                  <a:pt x="35" y="107"/>
                  <a:pt x="35" y="107"/>
                  <a:pt x="35" y="107"/>
                </a:cubicBezTo>
                <a:cubicBezTo>
                  <a:pt x="88" y="55"/>
                  <a:pt x="173" y="55"/>
                  <a:pt x="225" y="107"/>
                </a:cubicBezTo>
                <a:close/>
                <a:moveTo>
                  <a:pt x="189" y="143"/>
                </a:moveTo>
                <a:cubicBezTo>
                  <a:pt x="166" y="166"/>
                  <a:pt x="166" y="166"/>
                  <a:pt x="166" y="166"/>
                </a:cubicBezTo>
                <a:cubicBezTo>
                  <a:pt x="146" y="147"/>
                  <a:pt x="114" y="147"/>
                  <a:pt x="95" y="166"/>
                </a:cubicBezTo>
                <a:cubicBezTo>
                  <a:pt x="71" y="143"/>
                  <a:pt x="71" y="143"/>
                  <a:pt x="71" y="143"/>
                </a:cubicBezTo>
                <a:cubicBezTo>
                  <a:pt x="104" y="110"/>
                  <a:pt x="157" y="110"/>
                  <a:pt x="189" y="143"/>
                </a:cubicBezTo>
                <a:close/>
                <a:moveTo>
                  <a:pt x="130" y="168"/>
                </a:moveTo>
                <a:cubicBezTo>
                  <a:pt x="149" y="168"/>
                  <a:pt x="164" y="183"/>
                  <a:pt x="164" y="202"/>
                </a:cubicBezTo>
                <a:cubicBezTo>
                  <a:pt x="164" y="220"/>
                  <a:pt x="149" y="235"/>
                  <a:pt x="130" y="235"/>
                </a:cubicBezTo>
                <a:cubicBezTo>
                  <a:pt x="112" y="235"/>
                  <a:pt x="97" y="220"/>
                  <a:pt x="97" y="202"/>
                </a:cubicBezTo>
                <a:cubicBezTo>
                  <a:pt x="97" y="183"/>
                  <a:pt x="112" y="168"/>
                  <a:pt x="130" y="16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36"/>
          <p:cNvSpPr>
            <a:spLocks noEditPoints="1"/>
          </p:cNvSpPr>
          <p:nvPr/>
        </p:nvSpPr>
        <p:spPr bwMode="auto">
          <a:xfrm>
            <a:off x="6885666" y="1595727"/>
            <a:ext cx="411677" cy="412346"/>
          </a:xfrm>
          <a:custGeom>
            <a:avLst/>
            <a:gdLst>
              <a:gd name="T0" fmla="*/ 220 w 260"/>
              <a:gd name="T1" fmla="*/ 0 h 260"/>
              <a:gd name="T2" fmla="*/ 41 w 260"/>
              <a:gd name="T3" fmla="*/ 0 h 260"/>
              <a:gd name="T4" fmla="*/ 0 w 260"/>
              <a:gd name="T5" fmla="*/ 41 h 260"/>
              <a:gd name="T6" fmla="*/ 0 w 260"/>
              <a:gd name="T7" fmla="*/ 219 h 260"/>
              <a:gd name="T8" fmla="*/ 41 w 260"/>
              <a:gd name="T9" fmla="*/ 260 h 260"/>
              <a:gd name="T10" fmla="*/ 220 w 260"/>
              <a:gd name="T11" fmla="*/ 260 h 260"/>
              <a:gd name="T12" fmla="*/ 260 w 260"/>
              <a:gd name="T13" fmla="*/ 219 h 260"/>
              <a:gd name="T14" fmla="*/ 260 w 260"/>
              <a:gd name="T15" fmla="*/ 41 h 260"/>
              <a:gd name="T16" fmla="*/ 220 w 260"/>
              <a:gd name="T17" fmla="*/ 0 h 260"/>
              <a:gd name="T18" fmla="*/ 66 w 260"/>
              <a:gd name="T19" fmla="*/ 219 h 260"/>
              <a:gd name="T20" fmla="*/ 34 w 260"/>
              <a:gd name="T21" fmla="*/ 188 h 260"/>
              <a:gd name="T22" fmla="*/ 66 w 260"/>
              <a:gd name="T23" fmla="*/ 156 h 260"/>
              <a:gd name="T24" fmla="*/ 97 w 260"/>
              <a:gd name="T25" fmla="*/ 188 h 260"/>
              <a:gd name="T26" fmla="*/ 66 w 260"/>
              <a:gd name="T27" fmla="*/ 219 h 260"/>
              <a:gd name="T28" fmla="*/ 168 w 260"/>
              <a:gd name="T29" fmla="*/ 218 h 260"/>
              <a:gd name="T30" fmla="*/ 167 w 260"/>
              <a:gd name="T31" fmla="*/ 230 h 260"/>
              <a:gd name="T32" fmla="*/ 130 w 260"/>
              <a:gd name="T33" fmla="*/ 229 h 260"/>
              <a:gd name="T34" fmla="*/ 130 w 260"/>
              <a:gd name="T35" fmla="*/ 217 h 260"/>
              <a:gd name="T36" fmla="*/ 114 w 260"/>
              <a:gd name="T37" fmla="*/ 144 h 260"/>
              <a:gd name="T38" fmla="*/ 35 w 260"/>
              <a:gd name="T39" fmla="*/ 124 h 260"/>
              <a:gd name="T40" fmla="*/ 20 w 260"/>
              <a:gd name="T41" fmla="*/ 124 h 260"/>
              <a:gd name="T42" fmla="*/ 20 w 260"/>
              <a:gd name="T43" fmla="*/ 87 h 260"/>
              <a:gd name="T44" fmla="*/ 35 w 260"/>
              <a:gd name="T45" fmla="*/ 87 h 260"/>
              <a:gd name="T46" fmla="*/ 52 w 260"/>
              <a:gd name="T47" fmla="*/ 87 h 260"/>
              <a:gd name="T48" fmla="*/ 141 w 260"/>
              <a:gd name="T49" fmla="*/ 117 h 260"/>
              <a:gd name="T50" fmla="*/ 168 w 260"/>
              <a:gd name="T51" fmla="*/ 218 h 260"/>
              <a:gd name="T52" fmla="*/ 224 w 260"/>
              <a:gd name="T53" fmla="*/ 209 h 260"/>
              <a:gd name="T54" fmla="*/ 224 w 260"/>
              <a:gd name="T55" fmla="*/ 220 h 260"/>
              <a:gd name="T56" fmla="*/ 185 w 260"/>
              <a:gd name="T57" fmla="*/ 218 h 260"/>
              <a:gd name="T58" fmla="*/ 186 w 260"/>
              <a:gd name="T59" fmla="*/ 208 h 260"/>
              <a:gd name="T60" fmla="*/ 162 w 260"/>
              <a:gd name="T61" fmla="*/ 101 h 260"/>
              <a:gd name="T62" fmla="*/ 47 w 260"/>
              <a:gd name="T63" fmla="*/ 72 h 260"/>
              <a:gd name="T64" fmla="*/ 33 w 260"/>
              <a:gd name="T65" fmla="*/ 72 h 260"/>
              <a:gd name="T66" fmla="*/ 33 w 260"/>
              <a:gd name="T67" fmla="*/ 34 h 260"/>
              <a:gd name="T68" fmla="*/ 47 w 260"/>
              <a:gd name="T69" fmla="*/ 34 h 260"/>
              <a:gd name="T70" fmla="*/ 70 w 260"/>
              <a:gd name="T71" fmla="*/ 34 h 260"/>
              <a:gd name="T72" fmla="*/ 189 w 260"/>
              <a:gd name="T73" fmla="*/ 74 h 260"/>
              <a:gd name="T74" fmla="*/ 224 w 260"/>
              <a:gd name="T75" fmla="*/ 209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60" h="260">
                <a:moveTo>
                  <a:pt x="220" y="0"/>
                </a:moveTo>
                <a:cubicBezTo>
                  <a:pt x="41" y="0"/>
                  <a:pt x="41" y="0"/>
                  <a:pt x="41" y="0"/>
                </a:cubicBezTo>
                <a:cubicBezTo>
                  <a:pt x="18" y="0"/>
                  <a:pt x="0" y="18"/>
                  <a:pt x="0" y="41"/>
                </a:cubicBezTo>
                <a:cubicBezTo>
                  <a:pt x="0" y="219"/>
                  <a:pt x="0" y="219"/>
                  <a:pt x="0" y="219"/>
                </a:cubicBezTo>
                <a:cubicBezTo>
                  <a:pt x="0" y="242"/>
                  <a:pt x="18" y="260"/>
                  <a:pt x="41" y="260"/>
                </a:cubicBezTo>
                <a:cubicBezTo>
                  <a:pt x="220" y="260"/>
                  <a:pt x="220" y="260"/>
                  <a:pt x="220" y="260"/>
                </a:cubicBezTo>
                <a:cubicBezTo>
                  <a:pt x="242" y="260"/>
                  <a:pt x="260" y="242"/>
                  <a:pt x="260" y="219"/>
                </a:cubicBezTo>
                <a:cubicBezTo>
                  <a:pt x="260" y="41"/>
                  <a:pt x="260" y="41"/>
                  <a:pt x="260" y="41"/>
                </a:cubicBezTo>
                <a:cubicBezTo>
                  <a:pt x="260" y="18"/>
                  <a:pt x="242" y="0"/>
                  <a:pt x="220" y="0"/>
                </a:cubicBezTo>
                <a:close/>
                <a:moveTo>
                  <a:pt x="66" y="219"/>
                </a:moveTo>
                <a:cubicBezTo>
                  <a:pt x="48" y="219"/>
                  <a:pt x="34" y="205"/>
                  <a:pt x="34" y="188"/>
                </a:cubicBezTo>
                <a:cubicBezTo>
                  <a:pt x="34" y="170"/>
                  <a:pt x="48" y="156"/>
                  <a:pt x="66" y="156"/>
                </a:cubicBezTo>
                <a:cubicBezTo>
                  <a:pt x="83" y="156"/>
                  <a:pt x="97" y="170"/>
                  <a:pt x="97" y="188"/>
                </a:cubicBezTo>
                <a:cubicBezTo>
                  <a:pt x="97" y="205"/>
                  <a:pt x="83" y="219"/>
                  <a:pt x="66" y="219"/>
                </a:cubicBezTo>
                <a:close/>
                <a:moveTo>
                  <a:pt x="168" y="218"/>
                </a:moveTo>
                <a:cubicBezTo>
                  <a:pt x="167" y="230"/>
                  <a:pt x="167" y="230"/>
                  <a:pt x="167" y="230"/>
                </a:cubicBezTo>
                <a:cubicBezTo>
                  <a:pt x="130" y="229"/>
                  <a:pt x="130" y="229"/>
                  <a:pt x="130" y="229"/>
                </a:cubicBezTo>
                <a:cubicBezTo>
                  <a:pt x="130" y="217"/>
                  <a:pt x="130" y="217"/>
                  <a:pt x="130" y="217"/>
                </a:cubicBezTo>
                <a:cubicBezTo>
                  <a:pt x="131" y="178"/>
                  <a:pt x="127" y="156"/>
                  <a:pt x="114" y="144"/>
                </a:cubicBezTo>
                <a:cubicBezTo>
                  <a:pt x="101" y="130"/>
                  <a:pt x="77" y="124"/>
                  <a:pt x="35" y="124"/>
                </a:cubicBezTo>
                <a:cubicBezTo>
                  <a:pt x="20" y="124"/>
                  <a:pt x="20" y="124"/>
                  <a:pt x="20" y="124"/>
                </a:cubicBezTo>
                <a:cubicBezTo>
                  <a:pt x="20" y="87"/>
                  <a:pt x="20" y="87"/>
                  <a:pt x="20" y="87"/>
                </a:cubicBezTo>
                <a:cubicBezTo>
                  <a:pt x="35" y="87"/>
                  <a:pt x="35" y="87"/>
                  <a:pt x="35" y="87"/>
                </a:cubicBezTo>
                <a:cubicBezTo>
                  <a:pt x="41" y="87"/>
                  <a:pt x="47" y="87"/>
                  <a:pt x="52" y="87"/>
                </a:cubicBezTo>
                <a:cubicBezTo>
                  <a:pt x="95" y="89"/>
                  <a:pt x="123" y="99"/>
                  <a:pt x="141" y="117"/>
                </a:cubicBezTo>
                <a:cubicBezTo>
                  <a:pt x="161" y="138"/>
                  <a:pt x="169" y="168"/>
                  <a:pt x="168" y="218"/>
                </a:cubicBezTo>
                <a:close/>
                <a:moveTo>
                  <a:pt x="224" y="209"/>
                </a:moveTo>
                <a:cubicBezTo>
                  <a:pt x="224" y="220"/>
                  <a:pt x="224" y="220"/>
                  <a:pt x="224" y="220"/>
                </a:cubicBezTo>
                <a:cubicBezTo>
                  <a:pt x="185" y="218"/>
                  <a:pt x="185" y="218"/>
                  <a:pt x="185" y="218"/>
                </a:cubicBezTo>
                <a:cubicBezTo>
                  <a:pt x="186" y="208"/>
                  <a:pt x="186" y="208"/>
                  <a:pt x="186" y="208"/>
                </a:cubicBezTo>
                <a:cubicBezTo>
                  <a:pt x="187" y="152"/>
                  <a:pt x="180" y="120"/>
                  <a:pt x="162" y="101"/>
                </a:cubicBezTo>
                <a:cubicBezTo>
                  <a:pt x="142" y="81"/>
                  <a:pt x="106" y="72"/>
                  <a:pt x="47" y="72"/>
                </a:cubicBezTo>
                <a:cubicBezTo>
                  <a:pt x="33" y="72"/>
                  <a:pt x="33" y="72"/>
                  <a:pt x="33" y="72"/>
                </a:cubicBezTo>
                <a:cubicBezTo>
                  <a:pt x="33" y="34"/>
                  <a:pt x="33" y="34"/>
                  <a:pt x="33" y="34"/>
                </a:cubicBezTo>
                <a:cubicBezTo>
                  <a:pt x="47" y="34"/>
                  <a:pt x="47" y="34"/>
                  <a:pt x="47" y="34"/>
                </a:cubicBezTo>
                <a:cubicBezTo>
                  <a:pt x="55" y="34"/>
                  <a:pt x="63" y="34"/>
                  <a:pt x="70" y="34"/>
                </a:cubicBezTo>
                <a:cubicBezTo>
                  <a:pt x="127" y="37"/>
                  <a:pt x="165" y="50"/>
                  <a:pt x="189" y="74"/>
                </a:cubicBezTo>
                <a:cubicBezTo>
                  <a:pt x="216" y="102"/>
                  <a:pt x="226" y="142"/>
                  <a:pt x="224" y="20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35"/>
          <p:cNvSpPr>
            <a:spLocks noEditPoints="1"/>
          </p:cNvSpPr>
          <p:nvPr/>
        </p:nvSpPr>
        <p:spPr bwMode="auto">
          <a:xfrm>
            <a:off x="11002254" y="2512172"/>
            <a:ext cx="413685" cy="378876"/>
          </a:xfrm>
          <a:custGeom>
            <a:avLst/>
            <a:gdLst>
              <a:gd name="T0" fmla="*/ 218 w 261"/>
              <a:gd name="T1" fmla="*/ 0 h 239"/>
              <a:gd name="T2" fmla="*/ 43 w 261"/>
              <a:gd name="T3" fmla="*/ 0 h 239"/>
              <a:gd name="T4" fmla="*/ 0 w 261"/>
              <a:gd name="T5" fmla="*/ 45 h 239"/>
              <a:gd name="T6" fmla="*/ 0 w 261"/>
              <a:gd name="T7" fmla="*/ 145 h 239"/>
              <a:gd name="T8" fmla="*/ 43 w 261"/>
              <a:gd name="T9" fmla="*/ 190 h 239"/>
              <a:gd name="T10" fmla="*/ 76 w 261"/>
              <a:gd name="T11" fmla="*/ 190 h 239"/>
              <a:gd name="T12" fmla="*/ 76 w 261"/>
              <a:gd name="T13" fmla="*/ 239 h 239"/>
              <a:gd name="T14" fmla="*/ 175 w 261"/>
              <a:gd name="T15" fmla="*/ 191 h 239"/>
              <a:gd name="T16" fmla="*/ 173 w 261"/>
              <a:gd name="T17" fmla="*/ 190 h 239"/>
              <a:gd name="T18" fmla="*/ 218 w 261"/>
              <a:gd name="T19" fmla="*/ 190 h 239"/>
              <a:gd name="T20" fmla="*/ 261 w 261"/>
              <a:gd name="T21" fmla="*/ 145 h 239"/>
              <a:gd name="T22" fmla="*/ 261 w 261"/>
              <a:gd name="T23" fmla="*/ 45 h 239"/>
              <a:gd name="T24" fmla="*/ 218 w 261"/>
              <a:gd name="T25" fmla="*/ 0 h 239"/>
              <a:gd name="T26" fmla="*/ 73 w 261"/>
              <a:gd name="T27" fmla="*/ 121 h 239"/>
              <a:gd name="T28" fmla="*/ 47 w 261"/>
              <a:gd name="T29" fmla="*/ 95 h 239"/>
              <a:gd name="T30" fmla="*/ 73 w 261"/>
              <a:gd name="T31" fmla="*/ 69 h 239"/>
              <a:gd name="T32" fmla="*/ 99 w 261"/>
              <a:gd name="T33" fmla="*/ 95 h 239"/>
              <a:gd name="T34" fmla="*/ 73 w 261"/>
              <a:gd name="T35" fmla="*/ 121 h 239"/>
              <a:gd name="T36" fmla="*/ 132 w 261"/>
              <a:gd name="T37" fmla="*/ 121 h 239"/>
              <a:gd name="T38" fmla="*/ 106 w 261"/>
              <a:gd name="T39" fmla="*/ 95 h 239"/>
              <a:gd name="T40" fmla="*/ 132 w 261"/>
              <a:gd name="T41" fmla="*/ 69 h 239"/>
              <a:gd name="T42" fmla="*/ 157 w 261"/>
              <a:gd name="T43" fmla="*/ 95 h 239"/>
              <a:gd name="T44" fmla="*/ 132 w 261"/>
              <a:gd name="T45" fmla="*/ 121 h 239"/>
              <a:gd name="T46" fmla="*/ 190 w 261"/>
              <a:gd name="T47" fmla="*/ 121 h 239"/>
              <a:gd name="T48" fmla="*/ 165 w 261"/>
              <a:gd name="T49" fmla="*/ 95 h 239"/>
              <a:gd name="T50" fmla="*/ 190 w 261"/>
              <a:gd name="T51" fmla="*/ 69 h 239"/>
              <a:gd name="T52" fmla="*/ 216 w 261"/>
              <a:gd name="T53" fmla="*/ 95 h 239"/>
              <a:gd name="T54" fmla="*/ 190 w 261"/>
              <a:gd name="T55" fmla="*/ 121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61" h="239">
                <a:moveTo>
                  <a:pt x="218" y="0"/>
                </a:moveTo>
                <a:cubicBezTo>
                  <a:pt x="43" y="0"/>
                  <a:pt x="43" y="0"/>
                  <a:pt x="43" y="0"/>
                </a:cubicBezTo>
                <a:cubicBezTo>
                  <a:pt x="19" y="0"/>
                  <a:pt x="0" y="20"/>
                  <a:pt x="0" y="45"/>
                </a:cubicBezTo>
                <a:cubicBezTo>
                  <a:pt x="0" y="145"/>
                  <a:pt x="0" y="145"/>
                  <a:pt x="0" y="145"/>
                </a:cubicBezTo>
                <a:cubicBezTo>
                  <a:pt x="0" y="170"/>
                  <a:pt x="19" y="190"/>
                  <a:pt x="43" y="190"/>
                </a:cubicBezTo>
                <a:cubicBezTo>
                  <a:pt x="76" y="190"/>
                  <a:pt x="76" y="190"/>
                  <a:pt x="76" y="190"/>
                </a:cubicBezTo>
                <a:cubicBezTo>
                  <a:pt x="76" y="239"/>
                  <a:pt x="76" y="239"/>
                  <a:pt x="76" y="239"/>
                </a:cubicBezTo>
                <a:cubicBezTo>
                  <a:pt x="175" y="191"/>
                  <a:pt x="175" y="191"/>
                  <a:pt x="175" y="191"/>
                </a:cubicBezTo>
                <a:cubicBezTo>
                  <a:pt x="173" y="190"/>
                  <a:pt x="173" y="190"/>
                  <a:pt x="173" y="190"/>
                </a:cubicBezTo>
                <a:cubicBezTo>
                  <a:pt x="218" y="190"/>
                  <a:pt x="218" y="190"/>
                  <a:pt x="218" y="190"/>
                </a:cubicBezTo>
                <a:cubicBezTo>
                  <a:pt x="242" y="190"/>
                  <a:pt x="261" y="170"/>
                  <a:pt x="261" y="145"/>
                </a:cubicBezTo>
                <a:cubicBezTo>
                  <a:pt x="261" y="45"/>
                  <a:pt x="261" y="45"/>
                  <a:pt x="261" y="45"/>
                </a:cubicBezTo>
                <a:cubicBezTo>
                  <a:pt x="261" y="20"/>
                  <a:pt x="242" y="0"/>
                  <a:pt x="218" y="0"/>
                </a:cubicBezTo>
                <a:close/>
                <a:moveTo>
                  <a:pt x="73" y="121"/>
                </a:moveTo>
                <a:cubicBezTo>
                  <a:pt x="59" y="121"/>
                  <a:pt x="47" y="109"/>
                  <a:pt x="47" y="95"/>
                </a:cubicBezTo>
                <a:cubicBezTo>
                  <a:pt x="47" y="80"/>
                  <a:pt x="59" y="69"/>
                  <a:pt x="73" y="69"/>
                </a:cubicBezTo>
                <a:cubicBezTo>
                  <a:pt x="87" y="69"/>
                  <a:pt x="99" y="80"/>
                  <a:pt x="99" y="95"/>
                </a:cubicBezTo>
                <a:cubicBezTo>
                  <a:pt x="99" y="109"/>
                  <a:pt x="87" y="121"/>
                  <a:pt x="73" y="121"/>
                </a:cubicBezTo>
                <a:close/>
                <a:moveTo>
                  <a:pt x="132" y="121"/>
                </a:moveTo>
                <a:cubicBezTo>
                  <a:pt x="117" y="121"/>
                  <a:pt x="106" y="109"/>
                  <a:pt x="106" y="95"/>
                </a:cubicBezTo>
                <a:cubicBezTo>
                  <a:pt x="106" y="80"/>
                  <a:pt x="117" y="69"/>
                  <a:pt x="132" y="69"/>
                </a:cubicBezTo>
                <a:cubicBezTo>
                  <a:pt x="146" y="69"/>
                  <a:pt x="157" y="80"/>
                  <a:pt x="157" y="95"/>
                </a:cubicBezTo>
                <a:cubicBezTo>
                  <a:pt x="157" y="109"/>
                  <a:pt x="146" y="121"/>
                  <a:pt x="132" y="121"/>
                </a:cubicBezTo>
                <a:close/>
                <a:moveTo>
                  <a:pt x="190" y="121"/>
                </a:moveTo>
                <a:cubicBezTo>
                  <a:pt x="176" y="121"/>
                  <a:pt x="165" y="109"/>
                  <a:pt x="165" y="95"/>
                </a:cubicBezTo>
                <a:cubicBezTo>
                  <a:pt x="165" y="80"/>
                  <a:pt x="176" y="69"/>
                  <a:pt x="190" y="69"/>
                </a:cubicBezTo>
                <a:cubicBezTo>
                  <a:pt x="205" y="69"/>
                  <a:pt x="216" y="80"/>
                  <a:pt x="216" y="95"/>
                </a:cubicBezTo>
                <a:cubicBezTo>
                  <a:pt x="216" y="109"/>
                  <a:pt x="205" y="121"/>
                  <a:pt x="190" y="12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矩形 67"/>
          <p:cNvSpPr/>
          <p:nvPr/>
        </p:nvSpPr>
        <p:spPr>
          <a:xfrm>
            <a:off x="434078" y="5047022"/>
            <a:ext cx="3650999" cy="1052596"/>
          </a:xfrm>
          <a:prstGeom prst="rect">
            <a:avLst/>
          </a:prstGeom>
          <a:noFill/>
        </p:spPr>
        <p:txBody>
          <a:bodyPr wrap="square">
            <a:spAutoFit/>
          </a:bodyPr>
          <a:lstStyle/>
          <a:p>
            <a:pPr>
              <a:lnSpc>
                <a:spcPct val="130000"/>
              </a:lnSpc>
            </a:pPr>
            <a:r>
              <a:rPr lang="zh-CN" altLang="en-US" sz="1600" dirty="0">
                <a:solidFill>
                  <a:schemeClr val="tx1">
                    <a:lumMod val="65000"/>
                    <a:lumOff val="35000"/>
                  </a:schemeClr>
                </a:solidFill>
              </a:rPr>
              <a:t>添加内容添加内容添加内容添加内容添加内容添加内容添加内容添加内容添加内容添加内容添加内容</a:t>
            </a:r>
          </a:p>
        </p:txBody>
      </p:sp>
      <p:sp>
        <p:nvSpPr>
          <p:cNvPr id="69" name="文本框 68"/>
          <p:cNvSpPr txBox="1"/>
          <p:nvPr/>
        </p:nvSpPr>
        <p:spPr>
          <a:xfrm>
            <a:off x="434078" y="4091509"/>
            <a:ext cx="3913366" cy="535531"/>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67" name="椭圆 66"/>
          <p:cNvSpPr/>
          <p:nvPr/>
        </p:nvSpPr>
        <p:spPr>
          <a:xfrm>
            <a:off x="5787830" y="2850681"/>
            <a:ext cx="792000" cy="792000"/>
          </a:xfrm>
          <a:prstGeom prst="ellipse">
            <a:avLst/>
          </a:prstGeom>
          <a:solidFill>
            <a:srgbClr val="219980"/>
          </a:solidFill>
          <a:ln>
            <a:noFill/>
          </a:ln>
        </p:spPr>
        <p:txBody>
          <a:bodyPr vert="horz" wrap="square" lIns="91440" tIns="45720" rIns="91440" bIns="45720" numCol="1" anchor="t" anchorCtr="0" compatLnSpc="1">
            <a:prstTxWarp prst="textNoShape">
              <a:avLst/>
            </a:prstTxWarp>
          </a:bodyPr>
          <a:lstStyle/>
          <a:p>
            <a:endParaRPr lang="zh-CN" altLang="en-US">
              <a:solidFill>
                <a:schemeClr val="tx1"/>
              </a:solidFill>
            </a:endParaRPr>
          </a:p>
        </p:txBody>
      </p:sp>
      <p:sp>
        <p:nvSpPr>
          <p:cNvPr id="70" name="Rectangle 58"/>
          <p:cNvSpPr/>
          <p:nvPr/>
        </p:nvSpPr>
        <p:spPr>
          <a:xfrm>
            <a:off x="434078" y="4511777"/>
            <a:ext cx="4963915" cy="395173"/>
          </a:xfrm>
          <a:prstGeom prst="rect">
            <a:avLst/>
          </a:prstGeom>
        </p:spPr>
        <p:txBody>
          <a:bodyPr wrap="square">
            <a:spAutoFit/>
          </a:bodyPr>
          <a:lstStyle/>
          <a:p>
            <a:pPr>
              <a:lnSpc>
                <a:spcPct val="123000"/>
              </a:lnSpc>
              <a:spcBef>
                <a:spcPts val="600"/>
              </a:spcBef>
            </a:pPr>
            <a:r>
              <a:rPr lang="zh-CN" altLang="en-US" sz="1600" dirty="0">
                <a:solidFill>
                  <a:schemeClr val="tx1">
                    <a:lumMod val="65000"/>
                    <a:lumOff val="35000"/>
                  </a:schemeClr>
                </a:solidFill>
                <a:latin typeface="+mn-ea"/>
              </a:rPr>
              <a:t>添加副标题，添加内容添加内容</a:t>
            </a:r>
          </a:p>
        </p:txBody>
      </p:sp>
      <p:grpSp>
        <p:nvGrpSpPr>
          <p:cNvPr id="9" name="组合 8"/>
          <p:cNvGrpSpPr/>
          <p:nvPr/>
        </p:nvGrpSpPr>
        <p:grpSpPr>
          <a:xfrm>
            <a:off x="5962329" y="3033147"/>
            <a:ext cx="447154" cy="416362"/>
            <a:chOff x="3184598" y="4411924"/>
            <a:chExt cx="659631" cy="614207"/>
          </a:xfrm>
        </p:grpSpPr>
        <p:sp>
          <p:nvSpPr>
            <p:cNvPr id="43" name="Freeform 24"/>
            <p:cNvSpPr>
              <a:spLocks/>
            </p:cNvSpPr>
            <p:nvPr/>
          </p:nvSpPr>
          <p:spPr bwMode="auto">
            <a:xfrm>
              <a:off x="3471952" y="4759514"/>
              <a:ext cx="215269" cy="266617"/>
            </a:xfrm>
            <a:custGeom>
              <a:avLst/>
              <a:gdLst>
                <a:gd name="T0" fmla="*/ 109 w 218"/>
                <a:gd name="T1" fmla="*/ 0 h 270"/>
                <a:gd name="T2" fmla="*/ 0 w 218"/>
                <a:gd name="T3" fmla="*/ 114 h 270"/>
                <a:gd name="T4" fmla="*/ 0 w 218"/>
                <a:gd name="T5" fmla="*/ 114 h 270"/>
                <a:gd name="T6" fmla="*/ 0 w 218"/>
                <a:gd name="T7" fmla="*/ 187 h 270"/>
                <a:gd name="T8" fmla="*/ 76 w 218"/>
                <a:gd name="T9" fmla="*/ 109 h 270"/>
                <a:gd name="T10" fmla="*/ 76 w 218"/>
                <a:gd name="T11" fmla="*/ 187 h 270"/>
                <a:gd name="T12" fmla="*/ 76 w 218"/>
                <a:gd name="T13" fmla="*/ 187 h 270"/>
                <a:gd name="T14" fmla="*/ 76 w 218"/>
                <a:gd name="T15" fmla="*/ 270 h 270"/>
                <a:gd name="T16" fmla="*/ 145 w 218"/>
                <a:gd name="T17" fmla="*/ 270 h 270"/>
                <a:gd name="T18" fmla="*/ 145 w 218"/>
                <a:gd name="T19" fmla="*/ 206 h 270"/>
                <a:gd name="T20" fmla="*/ 145 w 218"/>
                <a:gd name="T21" fmla="*/ 109 h 270"/>
                <a:gd name="T22" fmla="*/ 218 w 218"/>
                <a:gd name="T23" fmla="*/ 187 h 270"/>
                <a:gd name="T24" fmla="*/ 218 w 218"/>
                <a:gd name="T25" fmla="*/ 187 h 270"/>
                <a:gd name="T26" fmla="*/ 218 w 218"/>
                <a:gd name="T27" fmla="*/ 114 h 270"/>
                <a:gd name="T28" fmla="*/ 218 w 218"/>
                <a:gd name="T29" fmla="*/ 114 h 270"/>
                <a:gd name="T30" fmla="*/ 109 w 218"/>
                <a:gd name="T31" fmla="*/ 0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8" h="270">
                  <a:moveTo>
                    <a:pt x="109" y="0"/>
                  </a:moveTo>
                  <a:lnTo>
                    <a:pt x="0" y="114"/>
                  </a:lnTo>
                  <a:lnTo>
                    <a:pt x="0" y="114"/>
                  </a:lnTo>
                  <a:lnTo>
                    <a:pt x="0" y="187"/>
                  </a:lnTo>
                  <a:lnTo>
                    <a:pt x="76" y="109"/>
                  </a:lnTo>
                  <a:lnTo>
                    <a:pt x="76" y="187"/>
                  </a:lnTo>
                  <a:lnTo>
                    <a:pt x="76" y="187"/>
                  </a:lnTo>
                  <a:lnTo>
                    <a:pt x="76" y="270"/>
                  </a:lnTo>
                  <a:lnTo>
                    <a:pt x="145" y="270"/>
                  </a:lnTo>
                  <a:lnTo>
                    <a:pt x="145" y="206"/>
                  </a:lnTo>
                  <a:lnTo>
                    <a:pt x="145" y="109"/>
                  </a:lnTo>
                  <a:lnTo>
                    <a:pt x="218" y="187"/>
                  </a:lnTo>
                  <a:lnTo>
                    <a:pt x="218" y="187"/>
                  </a:lnTo>
                  <a:lnTo>
                    <a:pt x="218" y="114"/>
                  </a:lnTo>
                  <a:lnTo>
                    <a:pt x="218" y="114"/>
                  </a:lnTo>
                  <a:lnTo>
                    <a:pt x="10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44"/>
            <p:cNvSpPr>
              <a:spLocks/>
            </p:cNvSpPr>
            <p:nvPr/>
          </p:nvSpPr>
          <p:spPr bwMode="auto">
            <a:xfrm>
              <a:off x="3471952" y="4759514"/>
              <a:ext cx="215269" cy="266617"/>
            </a:xfrm>
            <a:custGeom>
              <a:avLst/>
              <a:gdLst>
                <a:gd name="T0" fmla="*/ 145 w 218"/>
                <a:gd name="T1" fmla="*/ 109 h 270"/>
                <a:gd name="T2" fmla="*/ 218 w 218"/>
                <a:gd name="T3" fmla="*/ 187 h 270"/>
                <a:gd name="T4" fmla="*/ 218 w 218"/>
                <a:gd name="T5" fmla="*/ 187 h 270"/>
                <a:gd name="T6" fmla="*/ 218 w 218"/>
                <a:gd name="T7" fmla="*/ 114 h 270"/>
                <a:gd name="T8" fmla="*/ 218 w 218"/>
                <a:gd name="T9" fmla="*/ 114 h 270"/>
                <a:gd name="T10" fmla="*/ 109 w 218"/>
                <a:gd name="T11" fmla="*/ 0 h 270"/>
                <a:gd name="T12" fmla="*/ 0 w 218"/>
                <a:gd name="T13" fmla="*/ 114 h 270"/>
                <a:gd name="T14" fmla="*/ 0 w 218"/>
                <a:gd name="T15" fmla="*/ 114 h 270"/>
                <a:gd name="T16" fmla="*/ 0 w 218"/>
                <a:gd name="T17" fmla="*/ 187 h 270"/>
                <a:gd name="T18" fmla="*/ 76 w 218"/>
                <a:gd name="T19" fmla="*/ 109 h 270"/>
                <a:gd name="T20" fmla="*/ 76 w 218"/>
                <a:gd name="T21" fmla="*/ 187 h 270"/>
                <a:gd name="T22" fmla="*/ 76 w 218"/>
                <a:gd name="T23" fmla="*/ 187 h 270"/>
                <a:gd name="T24" fmla="*/ 76 w 218"/>
                <a:gd name="T25" fmla="*/ 270 h 270"/>
                <a:gd name="T26" fmla="*/ 145 w 218"/>
                <a:gd name="T27" fmla="*/ 270 h 270"/>
                <a:gd name="T28" fmla="*/ 145 w 218"/>
                <a:gd name="T29" fmla="*/ 206 h 270"/>
                <a:gd name="T30" fmla="*/ 145 w 218"/>
                <a:gd name="T31" fmla="*/ 109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8" h="270">
                  <a:moveTo>
                    <a:pt x="145" y="109"/>
                  </a:moveTo>
                  <a:lnTo>
                    <a:pt x="218" y="187"/>
                  </a:lnTo>
                  <a:lnTo>
                    <a:pt x="218" y="187"/>
                  </a:lnTo>
                  <a:lnTo>
                    <a:pt x="218" y="114"/>
                  </a:lnTo>
                  <a:lnTo>
                    <a:pt x="218" y="114"/>
                  </a:lnTo>
                  <a:lnTo>
                    <a:pt x="109" y="0"/>
                  </a:lnTo>
                  <a:lnTo>
                    <a:pt x="0" y="114"/>
                  </a:lnTo>
                  <a:lnTo>
                    <a:pt x="0" y="114"/>
                  </a:lnTo>
                  <a:lnTo>
                    <a:pt x="0" y="187"/>
                  </a:lnTo>
                  <a:lnTo>
                    <a:pt x="76" y="109"/>
                  </a:lnTo>
                  <a:lnTo>
                    <a:pt x="76" y="187"/>
                  </a:lnTo>
                  <a:lnTo>
                    <a:pt x="76" y="187"/>
                  </a:lnTo>
                  <a:lnTo>
                    <a:pt x="76" y="270"/>
                  </a:lnTo>
                  <a:lnTo>
                    <a:pt x="145" y="270"/>
                  </a:lnTo>
                  <a:lnTo>
                    <a:pt x="145" y="206"/>
                  </a:lnTo>
                  <a:lnTo>
                    <a:pt x="145" y="10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45"/>
            <p:cNvSpPr>
              <a:spLocks/>
            </p:cNvSpPr>
            <p:nvPr/>
          </p:nvSpPr>
          <p:spPr bwMode="auto">
            <a:xfrm>
              <a:off x="3184598" y="4411924"/>
              <a:ext cx="659631" cy="392027"/>
            </a:xfrm>
            <a:custGeom>
              <a:avLst/>
              <a:gdLst>
                <a:gd name="T0" fmla="*/ 246 w 282"/>
                <a:gd name="T1" fmla="*/ 99 h 168"/>
                <a:gd name="T2" fmla="*/ 247 w 282"/>
                <a:gd name="T3" fmla="*/ 72 h 168"/>
                <a:gd name="T4" fmla="*/ 174 w 282"/>
                <a:gd name="T5" fmla="*/ 3 h 168"/>
                <a:gd name="T6" fmla="*/ 94 w 282"/>
                <a:gd name="T7" fmla="*/ 50 h 168"/>
                <a:gd name="T8" fmla="*/ 73 w 282"/>
                <a:gd name="T9" fmla="*/ 44 h 168"/>
                <a:gd name="T10" fmla="*/ 31 w 282"/>
                <a:gd name="T11" fmla="*/ 84 h 168"/>
                <a:gd name="T12" fmla="*/ 0 w 282"/>
                <a:gd name="T13" fmla="*/ 131 h 168"/>
                <a:gd name="T14" fmla="*/ 16 w 282"/>
                <a:gd name="T15" fmla="*/ 168 h 168"/>
                <a:gd name="T16" fmla="*/ 107 w 282"/>
                <a:gd name="T17" fmla="*/ 168 h 168"/>
                <a:gd name="T18" fmla="*/ 118 w 282"/>
                <a:gd name="T19" fmla="*/ 163 h 168"/>
                <a:gd name="T20" fmla="*/ 156 w 282"/>
                <a:gd name="T21" fmla="*/ 124 h 168"/>
                <a:gd name="T22" fmla="*/ 179 w 282"/>
                <a:gd name="T23" fmla="*/ 124 h 168"/>
                <a:gd name="T24" fmla="*/ 217 w 282"/>
                <a:gd name="T25" fmla="*/ 163 h 168"/>
                <a:gd name="T26" fmla="*/ 228 w 282"/>
                <a:gd name="T27" fmla="*/ 168 h 168"/>
                <a:gd name="T28" fmla="*/ 271 w 282"/>
                <a:gd name="T29" fmla="*/ 168 h 168"/>
                <a:gd name="T30" fmla="*/ 282 w 282"/>
                <a:gd name="T31" fmla="*/ 140 h 168"/>
                <a:gd name="T32" fmla="*/ 246 w 282"/>
                <a:gd name="T33" fmla="*/ 99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2" h="168">
                  <a:moveTo>
                    <a:pt x="246" y="99"/>
                  </a:moveTo>
                  <a:cubicBezTo>
                    <a:pt x="248" y="90"/>
                    <a:pt x="248" y="81"/>
                    <a:pt x="247" y="72"/>
                  </a:cubicBezTo>
                  <a:cubicBezTo>
                    <a:pt x="241" y="35"/>
                    <a:pt x="211" y="7"/>
                    <a:pt x="174" y="3"/>
                  </a:cubicBezTo>
                  <a:cubicBezTo>
                    <a:pt x="139" y="0"/>
                    <a:pt x="108" y="20"/>
                    <a:pt x="94" y="50"/>
                  </a:cubicBezTo>
                  <a:cubicBezTo>
                    <a:pt x="88" y="46"/>
                    <a:pt x="81" y="44"/>
                    <a:pt x="73" y="44"/>
                  </a:cubicBezTo>
                  <a:cubicBezTo>
                    <a:pt x="50" y="44"/>
                    <a:pt x="32" y="61"/>
                    <a:pt x="31" y="84"/>
                  </a:cubicBezTo>
                  <a:cubicBezTo>
                    <a:pt x="13" y="92"/>
                    <a:pt x="0" y="110"/>
                    <a:pt x="0" y="131"/>
                  </a:cubicBezTo>
                  <a:cubicBezTo>
                    <a:pt x="0" y="145"/>
                    <a:pt x="6" y="159"/>
                    <a:pt x="16" y="168"/>
                  </a:cubicBezTo>
                  <a:cubicBezTo>
                    <a:pt x="107" y="168"/>
                    <a:pt x="107" y="168"/>
                    <a:pt x="107" y="168"/>
                  </a:cubicBezTo>
                  <a:cubicBezTo>
                    <a:pt x="111" y="168"/>
                    <a:pt x="115" y="166"/>
                    <a:pt x="118" y="163"/>
                  </a:cubicBezTo>
                  <a:cubicBezTo>
                    <a:pt x="156" y="124"/>
                    <a:pt x="156" y="124"/>
                    <a:pt x="156" y="124"/>
                  </a:cubicBezTo>
                  <a:cubicBezTo>
                    <a:pt x="162" y="117"/>
                    <a:pt x="172" y="117"/>
                    <a:pt x="179" y="124"/>
                  </a:cubicBezTo>
                  <a:cubicBezTo>
                    <a:pt x="217" y="163"/>
                    <a:pt x="217" y="163"/>
                    <a:pt x="217" y="163"/>
                  </a:cubicBezTo>
                  <a:cubicBezTo>
                    <a:pt x="220" y="166"/>
                    <a:pt x="224" y="168"/>
                    <a:pt x="228" y="168"/>
                  </a:cubicBezTo>
                  <a:cubicBezTo>
                    <a:pt x="271" y="168"/>
                    <a:pt x="271" y="168"/>
                    <a:pt x="271" y="168"/>
                  </a:cubicBezTo>
                  <a:cubicBezTo>
                    <a:pt x="278" y="161"/>
                    <a:pt x="282" y="151"/>
                    <a:pt x="282" y="140"/>
                  </a:cubicBezTo>
                  <a:cubicBezTo>
                    <a:pt x="282" y="119"/>
                    <a:pt x="266" y="102"/>
                    <a:pt x="246" y="9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72" name="椭圆 71"/>
          <p:cNvSpPr/>
          <p:nvPr/>
        </p:nvSpPr>
        <p:spPr>
          <a:xfrm>
            <a:off x="7278688" y="2134097"/>
            <a:ext cx="792000" cy="792000"/>
          </a:xfrm>
          <a:prstGeom prst="ellipse">
            <a:avLst/>
          </a:prstGeom>
          <a:solidFill>
            <a:srgbClr val="3A8F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4" name="组合 3"/>
          <p:cNvGrpSpPr/>
          <p:nvPr/>
        </p:nvGrpSpPr>
        <p:grpSpPr>
          <a:xfrm>
            <a:off x="7493121" y="2327941"/>
            <a:ext cx="412346" cy="370844"/>
            <a:chOff x="3224097" y="3223995"/>
            <a:chExt cx="608283" cy="547060"/>
          </a:xfrm>
        </p:grpSpPr>
        <p:sp>
          <p:nvSpPr>
            <p:cNvPr id="44" name="Rectangle 30"/>
            <p:cNvSpPr>
              <a:spLocks noChangeArrowheads="1"/>
            </p:cNvSpPr>
            <p:nvPr/>
          </p:nvSpPr>
          <p:spPr bwMode="auto">
            <a:xfrm>
              <a:off x="3437391" y="3275344"/>
              <a:ext cx="188607" cy="355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47"/>
            <p:cNvSpPr>
              <a:spLocks noEditPoints="1"/>
            </p:cNvSpPr>
            <p:nvPr/>
          </p:nvSpPr>
          <p:spPr bwMode="auto">
            <a:xfrm>
              <a:off x="3538113" y="3389891"/>
              <a:ext cx="179720" cy="269580"/>
            </a:xfrm>
            <a:custGeom>
              <a:avLst/>
              <a:gdLst>
                <a:gd name="T0" fmla="*/ 0 w 77"/>
                <a:gd name="T1" fmla="*/ 60 h 115"/>
                <a:gd name="T2" fmla="*/ 12 w 77"/>
                <a:gd name="T3" fmla="*/ 102 h 115"/>
                <a:gd name="T4" fmla="*/ 40 w 77"/>
                <a:gd name="T5" fmla="*/ 115 h 115"/>
                <a:gd name="T6" fmla="*/ 41 w 77"/>
                <a:gd name="T7" fmla="*/ 115 h 115"/>
                <a:gd name="T8" fmla="*/ 59 w 77"/>
                <a:gd name="T9" fmla="*/ 110 h 115"/>
                <a:gd name="T10" fmla="*/ 72 w 77"/>
                <a:gd name="T11" fmla="*/ 96 h 115"/>
                <a:gd name="T12" fmla="*/ 77 w 77"/>
                <a:gd name="T13" fmla="*/ 76 h 115"/>
                <a:gd name="T14" fmla="*/ 67 w 77"/>
                <a:gd name="T15" fmla="*/ 49 h 115"/>
                <a:gd name="T16" fmla="*/ 42 w 77"/>
                <a:gd name="T17" fmla="*/ 38 h 115"/>
                <a:gd name="T18" fmla="*/ 27 w 77"/>
                <a:gd name="T19" fmla="*/ 42 h 115"/>
                <a:gd name="T20" fmla="*/ 20 w 77"/>
                <a:gd name="T21" fmla="*/ 46 h 115"/>
                <a:gd name="T22" fmla="*/ 23 w 77"/>
                <a:gd name="T23" fmla="*/ 32 h 115"/>
                <a:gd name="T24" fmla="*/ 32 w 77"/>
                <a:gd name="T25" fmla="*/ 20 h 115"/>
                <a:gd name="T26" fmla="*/ 41 w 77"/>
                <a:gd name="T27" fmla="*/ 17 h 115"/>
                <a:gd name="T28" fmla="*/ 52 w 77"/>
                <a:gd name="T29" fmla="*/ 22 h 115"/>
                <a:gd name="T30" fmla="*/ 56 w 77"/>
                <a:gd name="T31" fmla="*/ 32 h 115"/>
                <a:gd name="T32" fmla="*/ 59 w 77"/>
                <a:gd name="T33" fmla="*/ 34 h 115"/>
                <a:gd name="T34" fmla="*/ 72 w 77"/>
                <a:gd name="T35" fmla="*/ 33 h 115"/>
                <a:gd name="T36" fmla="*/ 74 w 77"/>
                <a:gd name="T37" fmla="*/ 32 h 115"/>
                <a:gd name="T38" fmla="*/ 75 w 77"/>
                <a:gd name="T39" fmla="*/ 29 h 115"/>
                <a:gd name="T40" fmla="*/ 64 w 77"/>
                <a:gd name="T41" fmla="*/ 8 h 115"/>
                <a:gd name="T42" fmla="*/ 42 w 77"/>
                <a:gd name="T43" fmla="*/ 0 h 115"/>
                <a:gd name="T44" fmla="*/ 13 w 77"/>
                <a:gd name="T45" fmla="*/ 14 h 115"/>
                <a:gd name="T46" fmla="*/ 0 w 77"/>
                <a:gd name="T47" fmla="*/ 60 h 115"/>
                <a:gd name="T48" fmla="*/ 27 w 77"/>
                <a:gd name="T49" fmla="*/ 61 h 115"/>
                <a:gd name="T50" fmla="*/ 40 w 77"/>
                <a:gd name="T51" fmla="*/ 56 h 115"/>
                <a:gd name="T52" fmla="*/ 52 w 77"/>
                <a:gd name="T53" fmla="*/ 61 h 115"/>
                <a:gd name="T54" fmla="*/ 57 w 77"/>
                <a:gd name="T55" fmla="*/ 76 h 115"/>
                <a:gd name="T56" fmla="*/ 52 w 77"/>
                <a:gd name="T57" fmla="*/ 92 h 115"/>
                <a:gd name="T58" fmla="*/ 40 w 77"/>
                <a:gd name="T59" fmla="*/ 98 h 115"/>
                <a:gd name="T60" fmla="*/ 31 w 77"/>
                <a:gd name="T61" fmla="*/ 95 h 115"/>
                <a:gd name="T62" fmla="*/ 24 w 77"/>
                <a:gd name="T63" fmla="*/ 87 h 115"/>
                <a:gd name="T64" fmla="*/ 22 w 77"/>
                <a:gd name="T65" fmla="*/ 76 h 115"/>
                <a:gd name="T66" fmla="*/ 27 w 77"/>
                <a:gd name="T67" fmla="*/ 61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7" h="115">
                  <a:moveTo>
                    <a:pt x="0" y="60"/>
                  </a:moveTo>
                  <a:cubicBezTo>
                    <a:pt x="0" y="79"/>
                    <a:pt x="4" y="93"/>
                    <a:pt x="12" y="102"/>
                  </a:cubicBezTo>
                  <a:cubicBezTo>
                    <a:pt x="19" y="111"/>
                    <a:pt x="29" y="115"/>
                    <a:pt x="40" y="115"/>
                  </a:cubicBezTo>
                  <a:cubicBezTo>
                    <a:pt x="41" y="115"/>
                    <a:pt x="41" y="115"/>
                    <a:pt x="41" y="115"/>
                  </a:cubicBezTo>
                  <a:cubicBezTo>
                    <a:pt x="47" y="115"/>
                    <a:pt x="54" y="113"/>
                    <a:pt x="59" y="110"/>
                  </a:cubicBezTo>
                  <a:cubicBezTo>
                    <a:pt x="65" y="107"/>
                    <a:pt x="69" y="102"/>
                    <a:pt x="72" y="96"/>
                  </a:cubicBezTo>
                  <a:cubicBezTo>
                    <a:pt x="75" y="89"/>
                    <a:pt x="77" y="83"/>
                    <a:pt x="77" y="76"/>
                  </a:cubicBezTo>
                  <a:cubicBezTo>
                    <a:pt x="77" y="65"/>
                    <a:pt x="74" y="56"/>
                    <a:pt x="67" y="49"/>
                  </a:cubicBezTo>
                  <a:cubicBezTo>
                    <a:pt x="60" y="42"/>
                    <a:pt x="52" y="38"/>
                    <a:pt x="42" y="38"/>
                  </a:cubicBezTo>
                  <a:cubicBezTo>
                    <a:pt x="37" y="38"/>
                    <a:pt x="32" y="39"/>
                    <a:pt x="27" y="42"/>
                  </a:cubicBezTo>
                  <a:cubicBezTo>
                    <a:pt x="24" y="43"/>
                    <a:pt x="22" y="44"/>
                    <a:pt x="20" y="46"/>
                  </a:cubicBezTo>
                  <a:cubicBezTo>
                    <a:pt x="21" y="40"/>
                    <a:pt x="22" y="35"/>
                    <a:pt x="23" y="32"/>
                  </a:cubicBezTo>
                  <a:cubicBezTo>
                    <a:pt x="25" y="27"/>
                    <a:pt x="28" y="23"/>
                    <a:pt x="32" y="20"/>
                  </a:cubicBezTo>
                  <a:cubicBezTo>
                    <a:pt x="35" y="18"/>
                    <a:pt x="37" y="17"/>
                    <a:pt x="41" y="17"/>
                  </a:cubicBezTo>
                  <a:cubicBezTo>
                    <a:pt x="45" y="17"/>
                    <a:pt x="49" y="19"/>
                    <a:pt x="52" y="22"/>
                  </a:cubicBezTo>
                  <a:cubicBezTo>
                    <a:pt x="53" y="24"/>
                    <a:pt x="55" y="27"/>
                    <a:pt x="56" y="32"/>
                  </a:cubicBezTo>
                  <a:cubicBezTo>
                    <a:pt x="56" y="33"/>
                    <a:pt x="58" y="34"/>
                    <a:pt x="59" y="34"/>
                  </a:cubicBezTo>
                  <a:cubicBezTo>
                    <a:pt x="72" y="33"/>
                    <a:pt x="72" y="33"/>
                    <a:pt x="72" y="33"/>
                  </a:cubicBezTo>
                  <a:cubicBezTo>
                    <a:pt x="73" y="33"/>
                    <a:pt x="74" y="33"/>
                    <a:pt x="74" y="32"/>
                  </a:cubicBezTo>
                  <a:cubicBezTo>
                    <a:pt x="75" y="31"/>
                    <a:pt x="75" y="30"/>
                    <a:pt x="75" y="29"/>
                  </a:cubicBezTo>
                  <a:cubicBezTo>
                    <a:pt x="74" y="21"/>
                    <a:pt x="70" y="13"/>
                    <a:pt x="64" y="8"/>
                  </a:cubicBezTo>
                  <a:cubicBezTo>
                    <a:pt x="58" y="3"/>
                    <a:pt x="51" y="0"/>
                    <a:pt x="42" y="0"/>
                  </a:cubicBezTo>
                  <a:cubicBezTo>
                    <a:pt x="30" y="0"/>
                    <a:pt x="20" y="5"/>
                    <a:pt x="13" y="14"/>
                  </a:cubicBezTo>
                  <a:cubicBezTo>
                    <a:pt x="4" y="24"/>
                    <a:pt x="0" y="39"/>
                    <a:pt x="0" y="60"/>
                  </a:cubicBezTo>
                  <a:close/>
                  <a:moveTo>
                    <a:pt x="27" y="61"/>
                  </a:moveTo>
                  <a:cubicBezTo>
                    <a:pt x="31" y="58"/>
                    <a:pt x="35" y="56"/>
                    <a:pt x="40" y="56"/>
                  </a:cubicBezTo>
                  <a:cubicBezTo>
                    <a:pt x="45" y="56"/>
                    <a:pt x="49" y="58"/>
                    <a:pt x="52" y="61"/>
                  </a:cubicBezTo>
                  <a:cubicBezTo>
                    <a:pt x="55" y="65"/>
                    <a:pt x="57" y="70"/>
                    <a:pt x="57" y="76"/>
                  </a:cubicBezTo>
                  <a:cubicBezTo>
                    <a:pt x="57" y="84"/>
                    <a:pt x="55" y="89"/>
                    <a:pt x="52" y="92"/>
                  </a:cubicBezTo>
                  <a:cubicBezTo>
                    <a:pt x="49" y="96"/>
                    <a:pt x="45" y="98"/>
                    <a:pt x="40" y="98"/>
                  </a:cubicBezTo>
                  <a:cubicBezTo>
                    <a:pt x="37" y="98"/>
                    <a:pt x="34" y="97"/>
                    <a:pt x="31" y="95"/>
                  </a:cubicBezTo>
                  <a:cubicBezTo>
                    <a:pt x="28" y="93"/>
                    <a:pt x="26" y="91"/>
                    <a:pt x="24" y="87"/>
                  </a:cubicBezTo>
                  <a:cubicBezTo>
                    <a:pt x="23" y="84"/>
                    <a:pt x="22" y="80"/>
                    <a:pt x="22" y="76"/>
                  </a:cubicBezTo>
                  <a:cubicBezTo>
                    <a:pt x="22" y="69"/>
                    <a:pt x="24" y="65"/>
                    <a:pt x="27" y="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48"/>
            <p:cNvSpPr>
              <a:spLocks/>
            </p:cNvSpPr>
            <p:nvPr/>
          </p:nvSpPr>
          <p:spPr bwMode="auto">
            <a:xfrm>
              <a:off x="3649697" y="3223995"/>
              <a:ext cx="51349" cy="112572"/>
            </a:xfrm>
            <a:custGeom>
              <a:avLst/>
              <a:gdLst>
                <a:gd name="T0" fmla="*/ 11 w 22"/>
                <a:gd name="T1" fmla="*/ 48 h 48"/>
                <a:gd name="T2" fmla="*/ 22 w 22"/>
                <a:gd name="T3" fmla="*/ 38 h 48"/>
                <a:gd name="T4" fmla="*/ 22 w 22"/>
                <a:gd name="T5" fmla="*/ 11 h 48"/>
                <a:gd name="T6" fmla="*/ 11 w 22"/>
                <a:gd name="T7" fmla="*/ 0 h 48"/>
                <a:gd name="T8" fmla="*/ 0 w 22"/>
                <a:gd name="T9" fmla="*/ 11 h 48"/>
                <a:gd name="T10" fmla="*/ 0 w 22"/>
                <a:gd name="T11" fmla="*/ 38 h 48"/>
                <a:gd name="T12" fmla="*/ 11 w 22"/>
                <a:gd name="T13" fmla="*/ 48 h 48"/>
              </a:gdLst>
              <a:ahLst/>
              <a:cxnLst>
                <a:cxn ang="0">
                  <a:pos x="T0" y="T1"/>
                </a:cxn>
                <a:cxn ang="0">
                  <a:pos x="T2" y="T3"/>
                </a:cxn>
                <a:cxn ang="0">
                  <a:pos x="T4" y="T5"/>
                </a:cxn>
                <a:cxn ang="0">
                  <a:pos x="T6" y="T7"/>
                </a:cxn>
                <a:cxn ang="0">
                  <a:pos x="T8" y="T9"/>
                </a:cxn>
                <a:cxn ang="0">
                  <a:pos x="T10" y="T11"/>
                </a:cxn>
                <a:cxn ang="0">
                  <a:pos x="T12" y="T13"/>
                </a:cxn>
              </a:cxnLst>
              <a:rect l="0" t="0" r="r" b="b"/>
              <a:pathLst>
                <a:path w="22" h="48">
                  <a:moveTo>
                    <a:pt x="11" y="48"/>
                  </a:moveTo>
                  <a:cubicBezTo>
                    <a:pt x="17" y="48"/>
                    <a:pt x="22" y="44"/>
                    <a:pt x="22" y="38"/>
                  </a:cubicBezTo>
                  <a:cubicBezTo>
                    <a:pt x="22" y="11"/>
                    <a:pt x="22" y="11"/>
                    <a:pt x="22" y="11"/>
                  </a:cubicBezTo>
                  <a:cubicBezTo>
                    <a:pt x="22" y="5"/>
                    <a:pt x="17" y="0"/>
                    <a:pt x="11" y="0"/>
                  </a:cubicBezTo>
                  <a:cubicBezTo>
                    <a:pt x="5" y="0"/>
                    <a:pt x="0" y="5"/>
                    <a:pt x="0" y="11"/>
                  </a:cubicBezTo>
                  <a:cubicBezTo>
                    <a:pt x="0" y="38"/>
                    <a:pt x="0" y="38"/>
                    <a:pt x="0" y="38"/>
                  </a:cubicBezTo>
                  <a:cubicBezTo>
                    <a:pt x="0" y="44"/>
                    <a:pt x="5" y="48"/>
                    <a:pt x="11" y="4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Rectangle 49"/>
            <p:cNvSpPr>
              <a:spLocks noChangeArrowheads="1"/>
            </p:cNvSpPr>
            <p:nvPr/>
          </p:nvSpPr>
          <p:spPr bwMode="auto">
            <a:xfrm>
              <a:off x="3437391" y="3275344"/>
              <a:ext cx="188607" cy="3554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50"/>
            <p:cNvSpPr>
              <a:spLocks/>
            </p:cNvSpPr>
            <p:nvPr/>
          </p:nvSpPr>
          <p:spPr bwMode="auto">
            <a:xfrm>
              <a:off x="3224097" y="3275344"/>
              <a:ext cx="608283" cy="495711"/>
            </a:xfrm>
            <a:custGeom>
              <a:avLst/>
              <a:gdLst>
                <a:gd name="T0" fmla="*/ 241 w 260"/>
                <a:gd name="T1" fmla="*/ 0 h 212"/>
                <a:gd name="T2" fmla="*/ 215 w 260"/>
                <a:gd name="T3" fmla="*/ 0 h 212"/>
                <a:gd name="T4" fmla="*/ 215 w 260"/>
                <a:gd name="T5" fmla="*/ 15 h 212"/>
                <a:gd name="T6" fmla="*/ 241 w 260"/>
                <a:gd name="T7" fmla="*/ 15 h 212"/>
                <a:gd name="T8" fmla="*/ 245 w 260"/>
                <a:gd name="T9" fmla="*/ 18 h 212"/>
                <a:gd name="T10" fmla="*/ 245 w 260"/>
                <a:gd name="T11" fmla="*/ 193 h 212"/>
                <a:gd name="T12" fmla="*/ 241 w 260"/>
                <a:gd name="T13" fmla="*/ 196 h 212"/>
                <a:gd name="T14" fmla="*/ 19 w 260"/>
                <a:gd name="T15" fmla="*/ 196 h 212"/>
                <a:gd name="T16" fmla="*/ 15 w 260"/>
                <a:gd name="T17" fmla="*/ 193 h 212"/>
                <a:gd name="T18" fmla="*/ 15 w 260"/>
                <a:gd name="T19" fmla="*/ 18 h 212"/>
                <a:gd name="T20" fmla="*/ 19 w 260"/>
                <a:gd name="T21" fmla="*/ 15 h 212"/>
                <a:gd name="T22" fmla="*/ 48 w 260"/>
                <a:gd name="T23" fmla="*/ 15 h 212"/>
                <a:gd name="T24" fmla="*/ 48 w 260"/>
                <a:gd name="T25" fmla="*/ 0 h 212"/>
                <a:gd name="T26" fmla="*/ 19 w 260"/>
                <a:gd name="T27" fmla="*/ 0 h 212"/>
                <a:gd name="T28" fmla="*/ 0 w 260"/>
                <a:gd name="T29" fmla="*/ 18 h 212"/>
                <a:gd name="T30" fmla="*/ 0 w 260"/>
                <a:gd name="T31" fmla="*/ 193 h 212"/>
                <a:gd name="T32" fmla="*/ 19 w 260"/>
                <a:gd name="T33" fmla="*/ 212 h 212"/>
                <a:gd name="T34" fmla="*/ 241 w 260"/>
                <a:gd name="T35" fmla="*/ 212 h 212"/>
                <a:gd name="T36" fmla="*/ 260 w 260"/>
                <a:gd name="T37" fmla="*/ 193 h 212"/>
                <a:gd name="T38" fmla="*/ 260 w 260"/>
                <a:gd name="T39" fmla="*/ 18 h 212"/>
                <a:gd name="T40" fmla="*/ 241 w 260"/>
                <a:gd name="T41" fmla="*/ 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0" h="212">
                  <a:moveTo>
                    <a:pt x="241" y="0"/>
                  </a:moveTo>
                  <a:cubicBezTo>
                    <a:pt x="215" y="0"/>
                    <a:pt x="215" y="0"/>
                    <a:pt x="215" y="0"/>
                  </a:cubicBezTo>
                  <a:cubicBezTo>
                    <a:pt x="215" y="15"/>
                    <a:pt x="215" y="15"/>
                    <a:pt x="215" y="15"/>
                  </a:cubicBezTo>
                  <a:cubicBezTo>
                    <a:pt x="241" y="15"/>
                    <a:pt x="241" y="15"/>
                    <a:pt x="241" y="15"/>
                  </a:cubicBezTo>
                  <a:cubicBezTo>
                    <a:pt x="243" y="15"/>
                    <a:pt x="245" y="17"/>
                    <a:pt x="245" y="18"/>
                  </a:cubicBezTo>
                  <a:cubicBezTo>
                    <a:pt x="245" y="193"/>
                    <a:pt x="245" y="193"/>
                    <a:pt x="245" y="193"/>
                  </a:cubicBezTo>
                  <a:cubicBezTo>
                    <a:pt x="245" y="195"/>
                    <a:pt x="243" y="196"/>
                    <a:pt x="241" y="196"/>
                  </a:cubicBezTo>
                  <a:cubicBezTo>
                    <a:pt x="19" y="196"/>
                    <a:pt x="19" y="196"/>
                    <a:pt x="19" y="196"/>
                  </a:cubicBezTo>
                  <a:cubicBezTo>
                    <a:pt x="17" y="196"/>
                    <a:pt x="15" y="195"/>
                    <a:pt x="15" y="193"/>
                  </a:cubicBezTo>
                  <a:cubicBezTo>
                    <a:pt x="15" y="18"/>
                    <a:pt x="15" y="18"/>
                    <a:pt x="15" y="18"/>
                  </a:cubicBezTo>
                  <a:cubicBezTo>
                    <a:pt x="15" y="17"/>
                    <a:pt x="17" y="15"/>
                    <a:pt x="19" y="15"/>
                  </a:cubicBezTo>
                  <a:cubicBezTo>
                    <a:pt x="48" y="15"/>
                    <a:pt x="48" y="15"/>
                    <a:pt x="48" y="15"/>
                  </a:cubicBezTo>
                  <a:cubicBezTo>
                    <a:pt x="48" y="0"/>
                    <a:pt x="48" y="0"/>
                    <a:pt x="48" y="0"/>
                  </a:cubicBezTo>
                  <a:cubicBezTo>
                    <a:pt x="19" y="0"/>
                    <a:pt x="19" y="0"/>
                    <a:pt x="19" y="0"/>
                  </a:cubicBezTo>
                  <a:cubicBezTo>
                    <a:pt x="8" y="0"/>
                    <a:pt x="0" y="8"/>
                    <a:pt x="0" y="18"/>
                  </a:cubicBezTo>
                  <a:cubicBezTo>
                    <a:pt x="0" y="193"/>
                    <a:pt x="0" y="193"/>
                    <a:pt x="0" y="193"/>
                  </a:cubicBezTo>
                  <a:cubicBezTo>
                    <a:pt x="0" y="203"/>
                    <a:pt x="8" y="212"/>
                    <a:pt x="19" y="212"/>
                  </a:cubicBezTo>
                  <a:cubicBezTo>
                    <a:pt x="241" y="212"/>
                    <a:pt x="241" y="212"/>
                    <a:pt x="241" y="212"/>
                  </a:cubicBezTo>
                  <a:cubicBezTo>
                    <a:pt x="252" y="212"/>
                    <a:pt x="260" y="203"/>
                    <a:pt x="260" y="193"/>
                  </a:cubicBezTo>
                  <a:cubicBezTo>
                    <a:pt x="260" y="18"/>
                    <a:pt x="260" y="18"/>
                    <a:pt x="260" y="18"/>
                  </a:cubicBezTo>
                  <a:cubicBezTo>
                    <a:pt x="260" y="8"/>
                    <a:pt x="252" y="0"/>
                    <a:pt x="24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51"/>
            <p:cNvSpPr>
              <a:spLocks/>
            </p:cNvSpPr>
            <p:nvPr/>
          </p:nvSpPr>
          <p:spPr bwMode="auto">
            <a:xfrm>
              <a:off x="3343580" y="3389891"/>
              <a:ext cx="177745" cy="264642"/>
            </a:xfrm>
            <a:custGeom>
              <a:avLst/>
              <a:gdLst>
                <a:gd name="T0" fmla="*/ 3 w 76"/>
                <a:gd name="T1" fmla="*/ 113 h 113"/>
                <a:gd name="T2" fmla="*/ 73 w 76"/>
                <a:gd name="T3" fmla="*/ 113 h 113"/>
                <a:gd name="T4" fmla="*/ 75 w 76"/>
                <a:gd name="T5" fmla="*/ 112 h 113"/>
                <a:gd name="T6" fmla="*/ 76 w 76"/>
                <a:gd name="T7" fmla="*/ 110 h 113"/>
                <a:gd name="T8" fmla="*/ 76 w 76"/>
                <a:gd name="T9" fmla="*/ 98 h 113"/>
                <a:gd name="T10" fmla="*/ 75 w 76"/>
                <a:gd name="T11" fmla="*/ 95 h 113"/>
                <a:gd name="T12" fmla="*/ 73 w 76"/>
                <a:gd name="T13" fmla="*/ 94 h 113"/>
                <a:gd name="T14" fmla="*/ 27 w 76"/>
                <a:gd name="T15" fmla="*/ 94 h 113"/>
                <a:gd name="T16" fmla="*/ 29 w 76"/>
                <a:gd name="T17" fmla="*/ 93 h 113"/>
                <a:gd name="T18" fmla="*/ 44 w 76"/>
                <a:gd name="T19" fmla="*/ 80 h 113"/>
                <a:gd name="T20" fmla="*/ 64 w 76"/>
                <a:gd name="T21" fmla="*/ 61 h 113"/>
                <a:gd name="T22" fmla="*/ 73 w 76"/>
                <a:gd name="T23" fmla="*/ 47 h 113"/>
                <a:gd name="T24" fmla="*/ 76 w 76"/>
                <a:gd name="T25" fmla="*/ 33 h 113"/>
                <a:gd name="T26" fmla="*/ 66 w 76"/>
                <a:gd name="T27" fmla="*/ 10 h 113"/>
                <a:gd name="T28" fmla="*/ 40 w 76"/>
                <a:gd name="T29" fmla="*/ 0 h 113"/>
                <a:gd name="T30" fmla="*/ 14 w 76"/>
                <a:gd name="T31" fmla="*/ 9 h 113"/>
                <a:gd name="T32" fmla="*/ 2 w 76"/>
                <a:gd name="T33" fmla="*/ 34 h 113"/>
                <a:gd name="T34" fmla="*/ 5 w 76"/>
                <a:gd name="T35" fmla="*/ 37 h 113"/>
                <a:gd name="T36" fmla="*/ 19 w 76"/>
                <a:gd name="T37" fmla="*/ 39 h 113"/>
                <a:gd name="T38" fmla="*/ 21 w 76"/>
                <a:gd name="T39" fmla="*/ 38 h 113"/>
                <a:gd name="T40" fmla="*/ 22 w 76"/>
                <a:gd name="T41" fmla="*/ 36 h 113"/>
                <a:gd name="T42" fmla="*/ 27 w 76"/>
                <a:gd name="T43" fmla="*/ 22 h 113"/>
                <a:gd name="T44" fmla="*/ 40 w 76"/>
                <a:gd name="T45" fmla="*/ 17 h 113"/>
                <a:gd name="T46" fmla="*/ 52 w 76"/>
                <a:gd name="T47" fmla="*/ 22 h 113"/>
                <a:gd name="T48" fmla="*/ 57 w 76"/>
                <a:gd name="T49" fmla="*/ 33 h 113"/>
                <a:gd name="T50" fmla="*/ 51 w 76"/>
                <a:gd name="T51" fmla="*/ 46 h 113"/>
                <a:gd name="T52" fmla="*/ 28 w 76"/>
                <a:gd name="T53" fmla="*/ 68 h 113"/>
                <a:gd name="T54" fmla="*/ 11 w 76"/>
                <a:gd name="T55" fmla="*/ 85 h 113"/>
                <a:gd name="T56" fmla="*/ 2 w 76"/>
                <a:gd name="T57" fmla="*/ 100 h 113"/>
                <a:gd name="T58" fmla="*/ 0 w 76"/>
                <a:gd name="T59" fmla="*/ 109 h 113"/>
                <a:gd name="T60" fmla="*/ 0 w 76"/>
                <a:gd name="T61" fmla="*/ 110 h 113"/>
                <a:gd name="T62" fmla="*/ 3 w 76"/>
                <a:gd name="T63"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6" h="113">
                  <a:moveTo>
                    <a:pt x="3" y="113"/>
                  </a:moveTo>
                  <a:cubicBezTo>
                    <a:pt x="73" y="113"/>
                    <a:pt x="73" y="113"/>
                    <a:pt x="73" y="113"/>
                  </a:cubicBezTo>
                  <a:cubicBezTo>
                    <a:pt x="74" y="113"/>
                    <a:pt x="75" y="113"/>
                    <a:pt x="75" y="112"/>
                  </a:cubicBezTo>
                  <a:cubicBezTo>
                    <a:pt x="76" y="112"/>
                    <a:pt x="76" y="111"/>
                    <a:pt x="76" y="110"/>
                  </a:cubicBezTo>
                  <a:cubicBezTo>
                    <a:pt x="76" y="98"/>
                    <a:pt x="76" y="98"/>
                    <a:pt x="76" y="98"/>
                  </a:cubicBezTo>
                  <a:cubicBezTo>
                    <a:pt x="76" y="97"/>
                    <a:pt x="76" y="96"/>
                    <a:pt x="75" y="95"/>
                  </a:cubicBezTo>
                  <a:cubicBezTo>
                    <a:pt x="75" y="95"/>
                    <a:pt x="74" y="94"/>
                    <a:pt x="73" y="94"/>
                  </a:cubicBezTo>
                  <a:cubicBezTo>
                    <a:pt x="27" y="94"/>
                    <a:pt x="27" y="94"/>
                    <a:pt x="27" y="94"/>
                  </a:cubicBezTo>
                  <a:cubicBezTo>
                    <a:pt x="28" y="94"/>
                    <a:pt x="28" y="93"/>
                    <a:pt x="29" y="93"/>
                  </a:cubicBezTo>
                  <a:cubicBezTo>
                    <a:pt x="31" y="91"/>
                    <a:pt x="36" y="86"/>
                    <a:pt x="44" y="80"/>
                  </a:cubicBezTo>
                  <a:cubicBezTo>
                    <a:pt x="53" y="72"/>
                    <a:pt x="60" y="65"/>
                    <a:pt x="64" y="61"/>
                  </a:cubicBezTo>
                  <a:cubicBezTo>
                    <a:pt x="68" y="56"/>
                    <a:pt x="72" y="51"/>
                    <a:pt x="73" y="47"/>
                  </a:cubicBezTo>
                  <a:cubicBezTo>
                    <a:pt x="75" y="42"/>
                    <a:pt x="76" y="38"/>
                    <a:pt x="76" y="33"/>
                  </a:cubicBezTo>
                  <a:cubicBezTo>
                    <a:pt x="76" y="24"/>
                    <a:pt x="73" y="16"/>
                    <a:pt x="66" y="10"/>
                  </a:cubicBezTo>
                  <a:cubicBezTo>
                    <a:pt x="60" y="3"/>
                    <a:pt x="51" y="0"/>
                    <a:pt x="40" y="0"/>
                  </a:cubicBezTo>
                  <a:cubicBezTo>
                    <a:pt x="29" y="0"/>
                    <a:pt x="20" y="3"/>
                    <a:pt x="14" y="9"/>
                  </a:cubicBezTo>
                  <a:cubicBezTo>
                    <a:pt x="7" y="15"/>
                    <a:pt x="3" y="23"/>
                    <a:pt x="2" y="34"/>
                  </a:cubicBezTo>
                  <a:cubicBezTo>
                    <a:pt x="2" y="36"/>
                    <a:pt x="3" y="37"/>
                    <a:pt x="5" y="37"/>
                  </a:cubicBezTo>
                  <a:cubicBezTo>
                    <a:pt x="19" y="39"/>
                    <a:pt x="19" y="39"/>
                    <a:pt x="19" y="39"/>
                  </a:cubicBezTo>
                  <a:cubicBezTo>
                    <a:pt x="19" y="39"/>
                    <a:pt x="20" y="39"/>
                    <a:pt x="21" y="38"/>
                  </a:cubicBezTo>
                  <a:cubicBezTo>
                    <a:pt x="22" y="37"/>
                    <a:pt x="22" y="36"/>
                    <a:pt x="22" y="36"/>
                  </a:cubicBezTo>
                  <a:cubicBezTo>
                    <a:pt x="22" y="29"/>
                    <a:pt x="24" y="25"/>
                    <a:pt x="27" y="22"/>
                  </a:cubicBezTo>
                  <a:cubicBezTo>
                    <a:pt x="30" y="19"/>
                    <a:pt x="34" y="17"/>
                    <a:pt x="40" y="17"/>
                  </a:cubicBezTo>
                  <a:cubicBezTo>
                    <a:pt x="45" y="17"/>
                    <a:pt x="49" y="19"/>
                    <a:pt x="52" y="22"/>
                  </a:cubicBezTo>
                  <a:cubicBezTo>
                    <a:pt x="55" y="25"/>
                    <a:pt x="56" y="28"/>
                    <a:pt x="57" y="33"/>
                  </a:cubicBezTo>
                  <a:cubicBezTo>
                    <a:pt x="57" y="37"/>
                    <a:pt x="55" y="41"/>
                    <a:pt x="51" y="46"/>
                  </a:cubicBezTo>
                  <a:cubicBezTo>
                    <a:pt x="47" y="52"/>
                    <a:pt x="40" y="59"/>
                    <a:pt x="28" y="68"/>
                  </a:cubicBezTo>
                  <a:cubicBezTo>
                    <a:pt x="21" y="75"/>
                    <a:pt x="15" y="80"/>
                    <a:pt x="11" y="85"/>
                  </a:cubicBezTo>
                  <a:cubicBezTo>
                    <a:pt x="7" y="90"/>
                    <a:pt x="3" y="95"/>
                    <a:pt x="2" y="100"/>
                  </a:cubicBezTo>
                  <a:cubicBezTo>
                    <a:pt x="0" y="103"/>
                    <a:pt x="0" y="106"/>
                    <a:pt x="0" y="109"/>
                  </a:cubicBezTo>
                  <a:cubicBezTo>
                    <a:pt x="0" y="110"/>
                    <a:pt x="0" y="110"/>
                    <a:pt x="0" y="110"/>
                  </a:cubicBezTo>
                  <a:cubicBezTo>
                    <a:pt x="0" y="112"/>
                    <a:pt x="1" y="113"/>
                    <a:pt x="3" y="11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52"/>
            <p:cNvSpPr>
              <a:spLocks/>
            </p:cNvSpPr>
            <p:nvPr/>
          </p:nvSpPr>
          <p:spPr bwMode="auto">
            <a:xfrm>
              <a:off x="3360368" y="3223995"/>
              <a:ext cx="53323" cy="112572"/>
            </a:xfrm>
            <a:custGeom>
              <a:avLst/>
              <a:gdLst>
                <a:gd name="T0" fmla="*/ 11 w 23"/>
                <a:gd name="T1" fmla="*/ 48 h 48"/>
                <a:gd name="T2" fmla="*/ 23 w 23"/>
                <a:gd name="T3" fmla="*/ 38 h 48"/>
                <a:gd name="T4" fmla="*/ 23 w 23"/>
                <a:gd name="T5" fmla="*/ 11 h 48"/>
                <a:gd name="T6" fmla="*/ 11 w 23"/>
                <a:gd name="T7" fmla="*/ 0 h 48"/>
                <a:gd name="T8" fmla="*/ 0 w 23"/>
                <a:gd name="T9" fmla="*/ 11 h 48"/>
                <a:gd name="T10" fmla="*/ 0 w 23"/>
                <a:gd name="T11" fmla="*/ 38 h 48"/>
                <a:gd name="T12" fmla="*/ 11 w 23"/>
                <a:gd name="T13" fmla="*/ 48 h 48"/>
              </a:gdLst>
              <a:ahLst/>
              <a:cxnLst>
                <a:cxn ang="0">
                  <a:pos x="T0" y="T1"/>
                </a:cxn>
                <a:cxn ang="0">
                  <a:pos x="T2" y="T3"/>
                </a:cxn>
                <a:cxn ang="0">
                  <a:pos x="T4" y="T5"/>
                </a:cxn>
                <a:cxn ang="0">
                  <a:pos x="T6" y="T7"/>
                </a:cxn>
                <a:cxn ang="0">
                  <a:pos x="T8" y="T9"/>
                </a:cxn>
                <a:cxn ang="0">
                  <a:pos x="T10" y="T11"/>
                </a:cxn>
                <a:cxn ang="0">
                  <a:pos x="T12" y="T13"/>
                </a:cxn>
              </a:cxnLst>
              <a:rect l="0" t="0" r="r" b="b"/>
              <a:pathLst>
                <a:path w="23" h="48">
                  <a:moveTo>
                    <a:pt x="11" y="48"/>
                  </a:moveTo>
                  <a:cubicBezTo>
                    <a:pt x="18" y="48"/>
                    <a:pt x="23" y="44"/>
                    <a:pt x="23" y="38"/>
                  </a:cubicBezTo>
                  <a:cubicBezTo>
                    <a:pt x="23" y="11"/>
                    <a:pt x="23" y="11"/>
                    <a:pt x="23" y="11"/>
                  </a:cubicBezTo>
                  <a:cubicBezTo>
                    <a:pt x="23" y="5"/>
                    <a:pt x="18" y="0"/>
                    <a:pt x="11" y="0"/>
                  </a:cubicBezTo>
                  <a:cubicBezTo>
                    <a:pt x="5" y="0"/>
                    <a:pt x="0" y="5"/>
                    <a:pt x="0" y="11"/>
                  </a:cubicBezTo>
                  <a:cubicBezTo>
                    <a:pt x="0" y="38"/>
                    <a:pt x="0" y="38"/>
                    <a:pt x="0" y="38"/>
                  </a:cubicBezTo>
                  <a:cubicBezTo>
                    <a:pt x="0" y="44"/>
                    <a:pt x="5" y="48"/>
                    <a:pt x="11" y="4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75" name="椭圆 74"/>
          <p:cNvSpPr/>
          <p:nvPr/>
        </p:nvSpPr>
        <p:spPr>
          <a:xfrm>
            <a:off x="9358793" y="1674000"/>
            <a:ext cx="792000" cy="792000"/>
          </a:xfrm>
          <a:prstGeom prst="ellipse">
            <a:avLst/>
          </a:prstGeom>
          <a:solidFill>
            <a:srgbClr val="C954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53"/>
          <p:cNvSpPr>
            <a:spLocks/>
          </p:cNvSpPr>
          <p:nvPr/>
        </p:nvSpPr>
        <p:spPr bwMode="auto">
          <a:xfrm>
            <a:off x="9550936" y="1932150"/>
            <a:ext cx="417032" cy="323317"/>
          </a:xfrm>
          <a:custGeom>
            <a:avLst/>
            <a:gdLst>
              <a:gd name="T0" fmla="*/ 258 w 263"/>
              <a:gd name="T1" fmla="*/ 51 h 204"/>
              <a:gd name="T2" fmla="*/ 208 w 263"/>
              <a:gd name="T3" fmla="*/ 102 h 204"/>
              <a:gd name="T4" fmla="*/ 162 w 263"/>
              <a:gd name="T5" fmla="*/ 148 h 204"/>
              <a:gd name="T6" fmla="*/ 111 w 263"/>
              <a:gd name="T7" fmla="*/ 199 h 204"/>
              <a:gd name="T8" fmla="*/ 92 w 263"/>
              <a:gd name="T9" fmla="*/ 199 h 204"/>
              <a:gd name="T10" fmla="*/ 65 w 263"/>
              <a:gd name="T11" fmla="*/ 172 h 204"/>
              <a:gd name="T12" fmla="*/ 56 w 263"/>
              <a:gd name="T13" fmla="*/ 161 h 204"/>
              <a:gd name="T14" fmla="*/ 6 w 263"/>
              <a:gd name="T15" fmla="*/ 111 h 204"/>
              <a:gd name="T16" fmla="*/ 6 w 263"/>
              <a:gd name="T17" fmla="*/ 92 h 204"/>
              <a:gd name="T18" fmla="*/ 33 w 263"/>
              <a:gd name="T19" fmla="*/ 65 h 204"/>
              <a:gd name="T20" fmla="*/ 52 w 263"/>
              <a:gd name="T21" fmla="*/ 65 h 204"/>
              <a:gd name="T22" fmla="*/ 102 w 263"/>
              <a:gd name="T23" fmla="*/ 115 h 204"/>
              <a:gd name="T24" fmla="*/ 212 w 263"/>
              <a:gd name="T25" fmla="*/ 5 h 204"/>
              <a:gd name="T26" fmla="*/ 231 w 263"/>
              <a:gd name="T27" fmla="*/ 5 h 204"/>
              <a:gd name="T28" fmla="*/ 258 w 263"/>
              <a:gd name="T29" fmla="*/ 32 h 204"/>
              <a:gd name="T30" fmla="*/ 258 w 263"/>
              <a:gd name="T31" fmla="*/ 51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3" h="204">
                <a:moveTo>
                  <a:pt x="258" y="51"/>
                </a:moveTo>
                <a:cubicBezTo>
                  <a:pt x="208" y="102"/>
                  <a:pt x="208" y="102"/>
                  <a:pt x="208" y="102"/>
                </a:cubicBezTo>
                <a:cubicBezTo>
                  <a:pt x="162" y="148"/>
                  <a:pt x="162" y="148"/>
                  <a:pt x="162" y="148"/>
                </a:cubicBezTo>
                <a:cubicBezTo>
                  <a:pt x="111" y="199"/>
                  <a:pt x="111" y="199"/>
                  <a:pt x="111" y="199"/>
                </a:cubicBezTo>
                <a:cubicBezTo>
                  <a:pt x="106" y="204"/>
                  <a:pt x="97" y="204"/>
                  <a:pt x="92" y="199"/>
                </a:cubicBezTo>
                <a:cubicBezTo>
                  <a:pt x="65" y="172"/>
                  <a:pt x="65" y="172"/>
                  <a:pt x="65" y="172"/>
                </a:cubicBezTo>
                <a:cubicBezTo>
                  <a:pt x="56" y="161"/>
                  <a:pt x="56" y="161"/>
                  <a:pt x="56" y="161"/>
                </a:cubicBezTo>
                <a:cubicBezTo>
                  <a:pt x="6" y="111"/>
                  <a:pt x="6" y="111"/>
                  <a:pt x="6" y="111"/>
                </a:cubicBezTo>
                <a:cubicBezTo>
                  <a:pt x="0" y="105"/>
                  <a:pt x="0" y="97"/>
                  <a:pt x="6" y="92"/>
                </a:cubicBezTo>
                <a:cubicBezTo>
                  <a:pt x="33" y="65"/>
                  <a:pt x="33" y="65"/>
                  <a:pt x="33" y="65"/>
                </a:cubicBezTo>
                <a:cubicBezTo>
                  <a:pt x="38" y="59"/>
                  <a:pt x="46" y="59"/>
                  <a:pt x="52" y="65"/>
                </a:cubicBezTo>
                <a:cubicBezTo>
                  <a:pt x="102" y="115"/>
                  <a:pt x="102" y="115"/>
                  <a:pt x="102" y="115"/>
                </a:cubicBezTo>
                <a:cubicBezTo>
                  <a:pt x="212" y="5"/>
                  <a:pt x="212" y="5"/>
                  <a:pt x="212" y="5"/>
                </a:cubicBezTo>
                <a:cubicBezTo>
                  <a:pt x="217" y="0"/>
                  <a:pt x="226" y="0"/>
                  <a:pt x="231" y="5"/>
                </a:cubicBezTo>
                <a:cubicBezTo>
                  <a:pt x="258" y="32"/>
                  <a:pt x="258" y="32"/>
                  <a:pt x="258" y="32"/>
                </a:cubicBezTo>
                <a:cubicBezTo>
                  <a:pt x="263" y="38"/>
                  <a:pt x="263" y="46"/>
                  <a:pt x="258" y="5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椭圆 75"/>
          <p:cNvSpPr/>
          <p:nvPr/>
        </p:nvSpPr>
        <p:spPr>
          <a:xfrm>
            <a:off x="9867120" y="2652319"/>
            <a:ext cx="792000" cy="792000"/>
          </a:xfrm>
          <a:prstGeom prst="ellipse">
            <a:avLst/>
          </a:prstGeom>
          <a:solidFill>
            <a:srgbClr val="EA98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66" name="组合 65"/>
          <p:cNvGrpSpPr/>
          <p:nvPr/>
        </p:nvGrpSpPr>
        <p:grpSpPr>
          <a:xfrm>
            <a:off x="10064738" y="2823770"/>
            <a:ext cx="411677" cy="411676"/>
            <a:chOff x="321916" y="4369463"/>
            <a:chExt cx="607296" cy="607295"/>
          </a:xfrm>
        </p:grpSpPr>
        <p:sp>
          <p:nvSpPr>
            <p:cNvPr id="42" name="Freeform 17"/>
            <p:cNvSpPr>
              <a:spLocks/>
            </p:cNvSpPr>
            <p:nvPr/>
          </p:nvSpPr>
          <p:spPr bwMode="auto">
            <a:xfrm>
              <a:off x="478924" y="4545233"/>
              <a:ext cx="296242" cy="172808"/>
            </a:xfrm>
            <a:custGeom>
              <a:avLst/>
              <a:gdLst>
                <a:gd name="T0" fmla="*/ 274 w 300"/>
                <a:gd name="T1" fmla="*/ 0 h 175"/>
                <a:gd name="T2" fmla="*/ 149 w 300"/>
                <a:gd name="T3" fmla="*/ 125 h 175"/>
                <a:gd name="T4" fmla="*/ 23 w 300"/>
                <a:gd name="T5" fmla="*/ 0 h 175"/>
                <a:gd name="T6" fmla="*/ 0 w 300"/>
                <a:gd name="T7" fmla="*/ 23 h 175"/>
                <a:gd name="T8" fmla="*/ 123 w 300"/>
                <a:gd name="T9" fmla="*/ 149 h 175"/>
                <a:gd name="T10" fmla="*/ 149 w 300"/>
                <a:gd name="T11" fmla="*/ 175 h 175"/>
                <a:gd name="T12" fmla="*/ 175 w 300"/>
                <a:gd name="T13" fmla="*/ 149 h 175"/>
                <a:gd name="T14" fmla="*/ 300 w 300"/>
                <a:gd name="T15" fmla="*/ 23 h 175"/>
                <a:gd name="T16" fmla="*/ 274 w 300"/>
                <a:gd name="T17"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0" h="175">
                  <a:moveTo>
                    <a:pt x="274" y="0"/>
                  </a:moveTo>
                  <a:lnTo>
                    <a:pt x="149" y="125"/>
                  </a:lnTo>
                  <a:lnTo>
                    <a:pt x="23" y="0"/>
                  </a:lnTo>
                  <a:lnTo>
                    <a:pt x="0" y="23"/>
                  </a:lnTo>
                  <a:lnTo>
                    <a:pt x="123" y="149"/>
                  </a:lnTo>
                  <a:lnTo>
                    <a:pt x="149" y="175"/>
                  </a:lnTo>
                  <a:lnTo>
                    <a:pt x="175" y="149"/>
                  </a:lnTo>
                  <a:lnTo>
                    <a:pt x="300" y="23"/>
                  </a:lnTo>
                  <a:lnTo>
                    <a:pt x="27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49" name="组合 48"/>
            <p:cNvGrpSpPr/>
            <p:nvPr/>
          </p:nvGrpSpPr>
          <p:grpSpPr>
            <a:xfrm>
              <a:off x="321916" y="4369463"/>
              <a:ext cx="607296" cy="607295"/>
              <a:chOff x="4335831" y="3990989"/>
              <a:chExt cx="607296" cy="607295"/>
            </a:xfrm>
          </p:grpSpPr>
          <p:sp>
            <p:nvSpPr>
              <p:cNvPr id="60" name="Freeform 37"/>
              <p:cNvSpPr>
                <a:spLocks noEditPoints="1"/>
              </p:cNvSpPr>
              <p:nvPr/>
            </p:nvSpPr>
            <p:spPr bwMode="auto">
              <a:xfrm>
                <a:off x="4335831" y="3990989"/>
                <a:ext cx="607296" cy="607295"/>
              </a:xfrm>
              <a:custGeom>
                <a:avLst/>
                <a:gdLst>
                  <a:gd name="T0" fmla="*/ 130 w 260"/>
                  <a:gd name="T1" fmla="*/ 260 h 260"/>
                  <a:gd name="T2" fmla="*/ 0 w 260"/>
                  <a:gd name="T3" fmla="*/ 130 h 260"/>
                  <a:gd name="T4" fmla="*/ 130 w 260"/>
                  <a:gd name="T5" fmla="*/ 0 h 260"/>
                  <a:gd name="T6" fmla="*/ 260 w 260"/>
                  <a:gd name="T7" fmla="*/ 130 h 260"/>
                  <a:gd name="T8" fmla="*/ 130 w 260"/>
                  <a:gd name="T9" fmla="*/ 260 h 260"/>
                  <a:gd name="T10" fmla="*/ 130 w 260"/>
                  <a:gd name="T11" fmla="*/ 18 h 260"/>
                  <a:gd name="T12" fmla="*/ 17 w 260"/>
                  <a:gd name="T13" fmla="*/ 130 h 260"/>
                  <a:gd name="T14" fmla="*/ 130 w 260"/>
                  <a:gd name="T15" fmla="*/ 243 h 260"/>
                  <a:gd name="T16" fmla="*/ 243 w 260"/>
                  <a:gd name="T17" fmla="*/ 130 h 260"/>
                  <a:gd name="T18" fmla="*/ 130 w 260"/>
                  <a:gd name="T19" fmla="*/ 18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0" h="260">
                    <a:moveTo>
                      <a:pt x="130" y="260"/>
                    </a:moveTo>
                    <a:cubicBezTo>
                      <a:pt x="58" y="260"/>
                      <a:pt x="0" y="202"/>
                      <a:pt x="0" y="130"/>
                    </a:cubicBezTo>
                    <a:cubicBezTo>
                      <a:pt x="0" y="59"/>
                      <a:pt x="58" y="0"/>
                      <a:pt x="130" y="0"/>
                    </a:cubicBezTo>
                    <a:cubicBezTo>
                      <a:pt x="202" y="0"/>
                      <a:pt x="260" y="59"/>
                      <a:pt x="260" y="130"/>
                    </a:cubicBezTo>
                    <a:cubicBezTo>
                      <a:pt x="260" y="202"/>
                      <a:pt x="202" y="260"/>
                      <a:pt x="130" y="260"/>
                    </a:cubicBezTo>
                    <a:close/>
                    <a:moveTo>
                      <a:pt x="130" y="18"/>
                    </a:moveTo>
                    <a:cubicBezTo>
                      <a:pt x="68" y="18"/>
                      <a:pt x="17" y="68"/>
                      <a:pt x="17" y="130"/>
                    </a:cubicBezTo>
                    <a:cubicBezTo>
                      <a:pt x="17" y="192"/>
                      <a:pt x="68" y="243"/>
                      <a:pt x="130" y="243"/>
                    </a:cubicBezTo>
                    <a:cubicBezTo>
                      <a:pt x="192" y="243"/>
                      <a:pt x="243" y="192"/>
                      <a:pt x="243" y="130"/>
                    </a:cubicBezTo>
                    <a:cubicBezTo>
                      <a:pt x="243" y="68"/>
                      <a:pt x="192" y="18"/>
                      <a:pt x="130" y="1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38"/>
              <p:cNvSpPr>
                <a:spLocks/>
              </p:cNvSpPr>
              <p:nvPr/>
            </p:nvSpPr>
            <p:spPr bwMode="auto">
              <a:xfrm>
                <a:off x="4492839" y="4166759"/>
                <a:ext cx="296242" cy="172808"/>
              </a:xfrm>
              <a:custGeom>
                <a:avLst/>
                <a:gdLst>
                  <a:gd name="T0" fmla="*/ 300 w 300"/>
                  <a:gd name="T1" fmla="*/ 23 h 175"/>
                  <a:gd name="T2" fmla="*/ 175 w 300"/>
                  <a:gd name="T3" fmla="*/ 149 h 175"/>
                  <a:gd name="T4" fmla="*/ 149 w 300"/>
                  <a:gd name="T5" fmla="*/ 175 h 175"/>
                  <a:gd name="T6" fmla="*/ 123 w 300"/>
                  <a:gd name="T7" fmla="*/ 149 h 175"/>
                  <a:gd name="T8" fmla="*/ 0 w 300"/>
                  <a:gd name="T9" fmla="*/ 23 h 175"/>
                  <a:gd name="T10" fmla="*/ 23 w 300"/>
                  <a:gd name="T11" fmla="*/ 0 h 175"/>
                  <a:gd name="T12" fmla="*/ 149 w 300"/>
                  <a:gd name="T13" fmla="*/ 125 h 175"/>
                  <a:gd name="T14" fmla="*/ 274 w 300"/>
                  <a:gd name="T15" fmla="*/ 0 h 175"/>
                  <a:gd name="T16" fmla="*/ 300 w 300"/>
                  <a:gd name="T17" fmla="*/ 23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0" h="175">
                    <a:moveTo>
                      <a:pt x="300" y="23"/>
                    </a:moveTo>
                    <a:lnTo>
                      <a:pt x="175" y="149"/>
                    </a:lnTo>
                    <a:lnTo>
                      <a:pt x="149" y="175"/>
                    </a:lnTo>
                    <a:lnTo>
                      <a:pt x="123" y="149"/>
                    </a:lnTo>
                    <a:lnTo>
                      <a:pt x="0" y="23"/>
                    </a:lnTo>
                    <a:lnTo>
                      <a:pt x="23" y="0"/>
                    </a:lnTo>
                    <a:lnTo>
                      <a:pt x="149" y="125"/>
                    </a:lnTo>
                    <a:lnTo>
                      <a:pt x="274" y="0"/>
                    </a:lnTo>
                    <a:lnTo>
                      <a:pt x="30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sp>
        <p:nvSpPr>
          <p:cNvPr id="77" name="椭圆 76"/>
          <p:cNvSpPr/>
          <p:nvPr/>
        </p:nvSpPr>
        <p:spPr>
          <a:xfrm>
            <a:off x="7859712" y="1122642"/>
            <a:ext cx="792000" cy="792000"/>
          </a:xfrm>
          <a:prstGeom prst="ellipse">
            <a:avLst/>
          </a:prstGeom>
          <a:solidFill>
            <a:srgbClr val="8F58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47" name="组合 46"/>
          <p:cNvGrpSpPr/>
          <p:nvPr/>
        </p:nvGrpSpPr>
        <p:grpSpPr>
          <a:xfrm>
            <a:off x="8034478" y="1303767"/>
            <a:ext cx="442469" cy="429751"/>
            <a:chOff x="6389773" y="1945934"/>
            <a:chExt cx="652719" cy="633958"/>
          </a:xfrm>
        </p:grpSpPr>
        <p:sp>
          <p:nvSpPr>
            <p:cNvPr id="62" name="Freeform 39"/>
            <p:cNvSpPr>
              <a:spLocks/>
            </p:cNvSpPr>
            <p:nvPr/>
          </p:nvSpPr>
          <p:spPr bwMode="auto">
            <a:xfrm>
              <a:off x="6546781" y="1945934"/>
              <a:ext cx="322904" cy="180708"/>
            </a:xfrm>
            <a:custGeom>
              <a:avLst/>
              <a:gdLst>
                <a:gd name="T0" fmla="*/ 22 w 138"/>
                <a:gd name="T1" fmla="*/ 25 h 77"/>
                <a:gd name="T2" fmla="*/ 12 w 138"/>
                <a:gd name="T3" fmla="*/ 9 h 77"/>
                <a:gd name="T4" fmla="*/ 0 w 138"/>
                <a:gd name="T5" fmla="*/ 65 h 77"/>
                <a:gd name="T6" fmla="*/ 56 w 138"/>
                <a:gd name="T7" fmla="*/ 77 h 77"/>
                <a:gd name="T8" fmla="*/ 45 w 138"/>
                <a:gd name="T9" fmla="*/ 61 h 77"/>
                <a:gd name="T10" fmla="*/ 102 w 138"/>
                <a:gd name="T11" fmla="*/ 73 h 77"/>
                <a:gd name="T12" fmla="*/ 138 w 138"/>
                <a:gd name="T13" fmla="*/ 50 h 77"/>
                <a:gd name="T14" fmla="*/ 22 w 138"/>
                <a:gd name="T15" fmla="*/ 25 h 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8" h="77">
                  <a:moveTo>
                    <a:pt x="22" y="25"/>
                  </a:moveTo>
                  <a:cubicBezTo>
                    <a:pt x="12" y="9"/>
                    <a:pt x="12" y="9"/>
                    <a:pt x="12" y="9"/>
                  </a:cubicBezTo>
                  <a:cubicBezTo>
                    <a:pt x="0" y="65"/>
                    <a:pt x="0" y="65"/>
                    <a:pt x="0" y="65"/>
                  </a:cubicBezTo>
                  <a:cubicBezTo>
                    <a:pt x="56" y="77"/>
                    <a:pt x="56" y="77"/>
                    <a:pt x="56" y="77"/>
                  </a:cubicBezTo>
                  <a:cubicBezTo>
                    <a:pt x="45" y="61"/>
                    <a:pt x="45" y="61"/>
                    <a:pt x="45" y="61"/>
                  </a:cubicBezTo>
                  <a:cubicBezTo>
                    <a:pt x="64" y="48"/>
                    <a:pt x="90" y="54"/>
                    <a:pt x="102" y="73"/>
                  </a:cubicBezTo>
                  <a:cubicBezTo>
                    <a:pt x="114" y="65"/>
                    <a:pt x="126" y="57"/>
                    <a:pt x="138" y="50"/>
                  </a:cubicBezTo>
                  <a:cubicBezTo>
                    <a:pt x="113" y="11"/>
                    <a:pt x="61" y="0"/>
                    <a:pt x="22" y="2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40"/>
            <p:cNvSpPr>
              <a:spLocks/>
            </p:cNvSpPr>
            <p:nvPr/>
          </p:nvSpPr>
          <p:spPr bwMode="auto">
            <a:xfrm>
              <a:off x="6389773" y="2116767"/>
              <a:ext cx="180708" cy="313029"/>
            </a:xfrm>
            <a:custGeom>
              <a:avLst/>
              <a:gdLst>
                <a:gd name="T0" fmla="*/ 30 w 77"/>
                <a:gd name="T1" fmla="*/ 118 h 134"/>
                <a:gd name="T2" fmla="*/ 16 w 77"/>
                <a:gd name="T3" fmla="*/ 130 h 134"/>
                <a:gd name="T4" fmla="*/ 73 w 77"/>
                <a:gd name="T5" fmla="*/ 134 h 134"/>
                <a:gd name="T6" fmla="*/ 77 w 77"/>
                <a:gd name="T7" fmla="*/ 77 h 134"/>
                <a:gd name="T8" fmla="*/ 62 w 77"/>
                <a:gd name="T9" fmla="*/ 90 h 134"/>
                <a:gd name="T10" fmla="*/ 66 w 77"/>
                <a:gd name="T11" fmla="*/ 32 h 134"/>
                <a:gd name="T12" fmla="*/ 38 w 77"/>
                <a:gd name="T13" fmla="*/ 0 h 134"/>
                <a:gd name="T14" fmla="*/ 30 w 77"/>
                <a:gd name="T15" fmla="*/ 118 h 1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134">
                  <a:moveTo>
                    <a:pt x="30" y="118"/>
                  </a:moveTo>
                  <a:cubicBezTo>
                    <a:pt x="16" y="130"/>
                    <a:pt x="16" y="130"/>
                    <a:pt x="16" y="130"/>
                  </a:cubicBezTo>
                  <a:cubicBezTo>
                    <a:pt x="73" y="134"/>
                    <a:pt x="73" y="134"/>
                    <a:pt x="73" y="134"/>
                  </a:cubicBezTo>
                  <a:cubicBezTo>
                    <a:pt x="77" y="77"/>
                    <a:pt x="77" y="77"/>
                    <a:pt x="77" y="77"/>
                  </a:cubicBezTo>
                  <a:cubicBezTo>
                    <a:pt x="62" y="90"/>
                    <a:pt x="62" y="90"/>
                    <a:pt x="62" y="90"/>
                  </a:cubicBezTo>
                  <a:cubicBezTo>
                    <a:pt x="47" y="73"/>
                    <a:pt x="49" y="47"/>
                    <a:pt x="66" y="32"/>
                  </a:cubicBezTo>
                  <a:cubicBezTo>
                    <a:pt x="56" y="21"/>
                    <a:pt x="47" y="10"/>
                    <a:pt x="38" y="0"/>
                  </a:cubicBezTo>
                  <a:cubicBezTo>
                    <a:pt x="3" y="30"/>
                    <a:pt x="0" y="83"/>
                    <a:pt x="30" y="11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41"/>
            <p:cNvSpPr>
              <a:spLocks/>
            </p:cNvSpPr>
            <p:nvPr/>
          </p:nvSpPr>
          <p:spPr bwMode="auto">
            <a:xfrm>
              <a:off x="6861784" y="2109854"/>
              <a:ext cx="180708" cy="322904"/>
            </a:xfrm>
            <a:custGeom>
              <a:avLst/>
              <a:gdLst>
                <a:gd name="T0" fmla="*/ 52 w 77"/>
                <a:gd name="T1" fmla="*/ 22 h 138"/>
                <a:gd name="T2" fmla="*/ 68 w 77"/>
                <a:gd name="T3" fmla="*/ 12 h 138"/>
                <a:gd name="T4" fmla="*/ 12 w 77"/>
                <a:gd name="T5" fmla="*/ 0 h 138"/>
                <a:gd name="T6" fmla="*/ 0 w 77"/>
                <a:gd name="T7" fmla="*/ 56 h 138"/>
                <a:gd name="T8" fmla="*/ 16 w 77"/>
                <a:gd name="T9" fmla="*/ 45 h 138"/>
                <a:gd name="T10" fmla="*/ 4 w 77"/>
                <a:gd name="T11" fmla="*/ 102 h 138"/>
                <a:gd name="T12" fmla="*/ 27 w 77"/>
                <a:gd name="T13" fmla="*/ 138 h 138"/>
                <a:gd name="T14" fmla="*/ 52 w 77"/>
                <a:gd name="T15" fmla="*/ 22 h 1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138">
                  <a:moveTo>
                    <a:pt x="52" y="22"/>
                  </a:moveTo>
                  <a:cubicBezTo>
                    <a:pt x="68" y="12"/>
                    <a:pt x="68" y="12"/>
                    <a:pt x="68" y="12"/>
                  </a:cubicBezTo>
                  <a:cubicBezTo>
                    <a:pt x="12" y="0"/>
                    <a:pt x="12" y="0"/>
                    <a:pt x="12" y="0"/>
                  </a:cubicBezTo>
                  <a:cubicBezTo>
                    <a:pt x="0" y="56"/>
                    <a:pt x="0" y="56"/>
                    <a:pt x="0" y="56"/>
                  </a:cubicBezTo>
                  <a:cubicBezTo>
                    <a:pt x="16" y="45"/>
                    <a:pt x="16" y="45"/>
                    <a:pt x="16" y="45"/>
                  </a:cubicBezTo>
                  <a:cubicBezTo>
                    <a:pt x="28" y="64"/>
                    <a:pt x="23" y="90"/>
                    <a:pt x="4" y="102"/>
                  </a:cubicBezTo>
                  <a:cubicBezTo>
                    <a:pt x="11" y="114"/>
                    <a:pt x="19" y="126"/>
                    <a:pt x="27" y="138"/>
                  </a:cubicBezTo>
                  <a:cubicBezTo>
                    <a:pt x="66" y="113"/>
                    <a:pt x="77" y="61"/>
                    <a:pt x="52" y="2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42"/>
            <p:cNvSpPr>
              <a:spLocks/>
            </p:cNvSpPr>
            <p:nvPr/>
          </p:nvSpPr>
          <p:spPr bwMode="auto">
            <a:xfrm>
              <a:off x="6551718" y="2399184"/>
              <a:ext cx="308091" cy="180708"/>
            </a:xfrm>
            <a:custGeom>
              <a:avLst/>
              <a:gdLst>
                <a:gd name="T0" fmla="*/ 118 w 132"/>
                <a:gd name="T1" fmla="*/ 45 h 77"/>
                <a:gd name="T2" fmla="*/ 131 w 132"/>
                <a:gd name="T3" fmla="*/ 58 h 77"/>
                <a:gd name="T4" fmla="*/ 132 w 132"/>
                <a:gd name="T5" fmla="*/ 1 h 77"/>
                <a:gd name="T6" fmla="*/ 74 w 132"/>
                <a:gd name="T7" fmla="*/ 0 h 77"/>
                <a:gd name="T8" fmla="*/ 88 w 132"/>
                <a:gd name="T9" fmla="*/ 15 h 77"/>
                <a:gd name="T10" fmla="*/ 30 w 132"/>
                <a:gd name="T11" fmla="*/ 14 h 77"/>
                <a:gd name="T12" fmla="*/ 0 w 132"/>
                <a:gd name="T13" fmla="*/ 44 h 77"/>
                <a:gd name="T14" fmla="*/ 118 w 132"/>
                <a:gd name="T15" fmla="*/ 45 h 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2" h="77">
                  <a:moveTo>
                    <a:pt x="118" y="45"/>
                  </a:moveTo>
                  <a:cubicBezTo>
                    <a:pt x="131" y="58"/>
                    <a:pt x="131" y="58"/>
                    <a:pt x="131" y="58"/>
                  </a:cubicBezTo>
                  <a:cubicBezTo>
                    <a:pt x="132" y="1"/>
                    <a:pt x="132" y="1"/>
                    <a:pt x="132" y="1"/>
                  </a:cubicBezTo>
                  <a:cubicBezTo>
                    <a:pt x="74" y="0"/>
                    <a:pt x="74" y="0"/>
                    <a:pt x="74" y="0"/>
                  </a:cubicBezTo>
                  <a:cubicBezTo>
                    <a:pt x="88" y="15"/>
                    <a:pt x="88" y="15"/>
                    <a:pt x="88" y="15"/>
                  </a:cubicBezTo>
                  <a:cubicBezTo>
                    <a:pt x="72" y="30"/>
                    <a:pt x="46" y="30"/>
                    <a:pt x="30" y="14"/>
                  </a:cubicBezTo>
                  <a:cubicBezTo>
                    <a:pt x="20" y="24"/>
                    <a:pt x="10" y="34"/>
                    <a:pt x="0" y="44"/>
                  </a:cubicBezTo>
                  <a:cubicBezTo>
                    <a:pt x="32" y="77"/>
                    <a:pt x="85" y="77"/>
                    <a:pt x="118" y="4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71"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八项并列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502346426"/>
      </p:ext>
    </p:extLst>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5"/>
          <p:cNvSpPr>
            <a:spLocks/>
          </p:cNvSpPr>
          <p:nvPr/>
        </p:nvSpPr>
        <p:spPr bwMode="auto">
          <a:xfrm>
            <a:off x="6241392" y="2234264"/>
            <a:ext cx="2013780" cy="337046"/>
          </a:xfrm>
          <a:custGeom>
            <a:avLst/>
            <a:gdLst>
              <a:gd name="T0" fmla="*/ 339 w 902"/>
              <a:gd name="T1" fmla="*/ 147 h 151"/>
              <a:gd name="T2" fmla="*/ 342 w 902"/>
              <a:gd name="T3" fmla="*/ 151 h 151"/>
              <a:gd name="T4" fmla="*/ 480 w 902"/>
              <a:gd name="T5" fmla="*/ 13 h 151"/>
              <a:gd name="T6" fmla="*/ 902 w 902"/>
              <a:gd name="T7" fmla="*/ 13 h 151"/>
              <a:gd name="T8" fmla="*/ 902 w 902"/>
              <a:gd name="T9" fmla="*/ 3 h 151"/>
              <a:gd name="T10" fmla="*/ 475 w 902"/>
              <a:gd name="T11" fmla="*/ 3 h 151"/>
              <a:gd name="T12" fmla="*/ 475 w 902"/>
              <a:gd name="T13" fmla="*/ 5 h 151"/>
              <a:gd name="T14" fmla="*/ 475 w 902"/>
              <a:gd name="T15" fmla="*/ 4 h 151"/>
              <a:gd name="T16" fmla="*/ 340 w 902"/>
              <a:gd name="T17" fmla="*/ 139 h 151"/>
              <a:gd name="T18" fmla="*/ 0 w 902"/>
              <a:gd name="T19" fmla="*/ 0 h 151"/>
              <a:gd name="T20" fmla="*/ 0 w 902"/>
              <a:gd name="T21" fmla="*/ 7 h 151"/>
              <a:gd name="T22" fmla="*/ 339 w 902"/>
              <a:gd name="T23" fmla="*/ 148 h 151"/>
              <a:gd name="T24" fmla="*/ 339 w 902"/>
              <a:gd name="T25" fmla="*/ 147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2" h="151">
                <a:moveTo>
                  <a:pt x="339" y="147"/>
                </a:moveTo>
                <a:cubicBezTo>
                  <a:pt x="342" y="151"/>
                  <a:pt x="342" y="151"/>
                  <a:pt x="342" y="151"/>
                </a:cubicBezTo>
                <a:cubicBezTo>
                  <a:pt x="480" y="13"/>
                  <a:pt x="480" y="13"/>
                  <a:pt x="480" y="13"/>
                </a:cubicBezTo>
                <a:cubicBezTo>
                  <a:pt x="902" y="13"/>
                  <a:pt x="902" y="13"/>
                  <a:pt x="902" y="13"/>
                </a:cubicBezTo>
                <a:cubicBezTo>
                  <a:pt x="902" y="3"/>
                  <a:pt x="902" y="3"/>
                  <a:pt x="902" y="3"/>
                </a:cubicBezTo>
                <a:cubicBezTo>
                  <a:pt x="475" y="3"/>
                  <a:pt x="475" y="3"/>
                  <a:pt x="475" y="3"/>
                </a:cubicBezTo>
                <a:cubicBezTo>
                  <a:pt x="475" y="5"/>
                  <a:pt x="475" y="5"/>
                  <a:pt x="475" y="5"/>
                </a:cubicBezTo>
                <a:cubicBezTo>
                  <a:pt x="475" y="4"/>
                  <a:pt x="475" y="4"/>
                  <a:pt x="475" y="4"/>
                </a:cubicBezTo>
                <a:cubicBezTo>
                  <a:pt x="340" y="139"/>
                  <a:pt x="340" y="139"/>
                  <a:pt x="340" y="139"/>
                </a:cubicBezTo>
                <a:cubicBezTo>
                  <a:pt x="243" y="60"/>
                  <a:pt x="125" y="12"/>
                  <a:pt x="0" y="0"/>
                </a:cubicBezTo>
                <a:cubicBezTo>
                  <a:pt x="0" y="7"/>
                  <a:pt x="0" y="7"/>
                  <a:pt x="0" y="7"/>
                </a:cubicBezTo>
                <a:cubicBezTo>
                  <a:pt x="128" y="20"/>
                  <a:pt x="244" y="70"/>
                  <a:pt x="339" y="148"/>
                </a:cubicBezTo>
                <a:lnTo>
                  <a:pt x="339" y="147"/>
                </a:lnTo>
                <a:close/>
              </a:path>
            </a:pathLst>
          </a:custGeom>
          <a:solidFill>
            <a:srgbClr val="DA4D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 name="Freeform 6"/>
          <p:cNvSpPr>
            <a:spLocks/>
          </p:cNvSpPr>
          <p:nvPr/>
        </p:nvSpPr>
        <p:spPr bwMode="auto">
          <a:xfrm>
            <a:off x="3945324" y="4746533"/>
            <a:ext cx="2014724" cy="337990"/>
          </a:xfrm>
          <a:custGeom>
            <a:avLst/>
            <a:gdLst>
              <a:gd name="T0" fmla="*/ 564 w 902"/>
              <a:gd name="T1" fmla="*/ 3 h 151"/>
              <a:gd name="T2" fmla="*/ 560 w 902"/>
              <a:gd name="T3" fmla="*/ 0 h 151"/>
              <a:gd name="T4" fmla="*/ 422 w 902"/>
              <a:gd name="T5" fmla="*/ 138 h 151"/>
              <a:gd name="T6" fmla="*/ 0 w 902"/>
              <a:gd name="T7" fmla="*/ 138 h 151"/>
              <a:gd name="T8" fmla="*/ 0 w 902"/>
              <a:gd name="T9" fmla="*/ 148 h 151"/>
              <a:gd name="T10" fmla="*/ 427 w 902"/>
              <a:gd name="T11" fmla="*/ 148 h 151"/>
              <a:gd name="T12" fmla="*/ 427 w 902"/>
              <a:gd name="T13" fmla="*/ 146 h 151"/>
              <a:gd name="T14" fmla="*/ 428 w 902"/>
              <a:gd name="T15" fmla="*/ 146 h 151"/>
              <a:gd name="T16" fmla="*/ 562 w 902"/>
              <a:gd name="T17" fmla="*/ 12 h 151"/>
              <a:gd name="T18" fmla="*/ 902 w 902"/>
              <a:gd name="T19" fmla="*/ 151 h 151"/>
              <a:gd name="T20" fmla="*/ 902 w 902"/>
              <a:gd name="T21" fmla="*/ 144 h 151"/>
              <a:gd name="T22" fmla="*/ 564 w 902"/>
              <a:gd name="T23" fmla="*/ 3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2" h="151">
                <a:moveTo>
                  <a:pt x="564" y="3"/>
                </a:moveTo>
                <a:cubicBezTo>
                  <a:pt x="560" y="0"/>
                  <a:pt x="560" y="0"/>
                  <a:pt x="560" y="0"/>
                </a:cubicBezTo>
                <a:cubicBezTo>
                  <a:pt x="422" y="138"/>
                  <a:pt x="422" y="138"/>
                  <a:pt x="422" y="138"/>
                </a:cubicBezTo>
                <a:cubicBezTo>
                  <a:pt x="0" y="138"/>
                  <a:pt x="0" y="138"/>
                  <a:pt x="0" y="138"/>
                </a:cubicBezTo>
                <a:cubicBezTo>
                  <a:pt x="0" y="148"/>
                  <a:pt x="0" y="148"/>
                  <a:pt x="0" y="148"/>
                </a:cubicBezTo>
                <a:cubicBezTo>
                  <a:pt x="427" y="148"/>
                  <a:pt x="427" y="148"/>
                  <a:pt x="427" y="148"/>
                </a:cubicBezTo>
                <a:cubicBezTo>
                  <a:pt x="427" y="146"/>
                  <a:pt x="427" y="146"/>
                  <a:pt x="427" y="146"/>
                </a:cubicBezTo>
                <a:cubicBezTo>
                  <a:pt x="428" y="146"/>
                  <a:pt x="428" y="146"/>
                  <a:pt x="428" y="146"/>
                </a:cubicBezTo>
                <a:cubicBezTo>
                  <a:pt x="562" y="12"/>
                  <a:pt x="562" y="12"/>
                  <a:pt x="562" y="12"/>
                </a:cubicBezTo>
                <a:cubicBezTo>
                  <a:pt x="660" y="91"/>
                  <a:pt x="777" y="139"/>
                  <a:pt x="902" y="151"/>
                </a:cubicBezTo>
                <a:cubicBezTo>
                  <a:pt x="902" y="144"/>
                  <a:pt x="902" y="144"/>
                  <a:pt x="902" y="144"/>
                </a:cubicBezTo>
                <a:cubicBezTo>
                  <a:pt x="775" y="131"/>
                  <a:pt x="658" y="80"/>
                  <a:pt x="564" y="3"/>
                </a:cubicBezTo>
                <a:close/>
              </a:path>
            </a:pathLst>
          </a:custGeom>
          <a:solidFill>
            <a:srgbClr val="2199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Freeform 7"/>
          <p:cNvSpPr>
            <a:spLocks/>
          </p:cNvSpPr>
          <p:nvPr/>
        </p:nvSpPr>
        <p:spPr bwMode="auto">
          <a:xfrm>
            <a:off x="7194940" y="2749746"/>
            <a:ext cx="754341" cy="779832"/>
          </a:xfrm>
          <a:custGeom>
            <a:avLst/>
            <a:gdLst>
              <a:gd name="T0" fmla="*/ 338 w 338"/>
              <a:gd name="T1" fmla="*/ 349 h 349"/>
              <a:gd name="T2" fmla="*/ 338 w 338"/>
              <a:gd name="T3" fmla="*/ 339 h 349"/>
              <a:gd name="T4" fmla="*/ 148 w 338"/>
              <a:gd name="T5" fmla="*/ 339 h 349"/>
              <a:gd name="T6" fmla="*/ 6 w 338"/>
              <a:gd name="T7" fmla="*/ 0 h 349"/>
              <a:gd name="T8" fmla="*/ 0 w 338"/>
              <a:gd name="T9" fmla="*/ 5 h 349"/>
              <a:gd name="T10" fmla="*/ 141 w 338"/>
              <a:gd name="T11" fmla="*/ 344 h 349"/>
              <a:gd name="T12" fmla="*/ 141 w 338"/>
              <a:gd name="T13" fmla="*/ 344 h 349"/>
              <a:gd name="T14" fmla="*/ 141 w 338"/>
              <a:gd name="T15" fmla="*/ 349 h 349"/>
              <a:gd name="T16" fmla="*/ 338 w 338"/>
              <a:gd name="T17" fmla="*/ 349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8" h="349">
                <a:moveTo>
                  <a:pt x="338" y="349"/>
                </a:moveTo>
                <a:cubicBezTo>
                  <a:pt x="338" y="339"/>
                  <a:pt x="338" y="339"/>
                  <a:pt x="338" y="339"/>
                </a:cubicBezTo>
                <a:cubicBezTo>
                  <a:pt x="148" y="339"/>
                  <a:pt x="148" y="339"/>
                  <a:pt x="148" y="339"/>
                </a:cubicBezTo>
                <a:cubicBezTo>
                  <a:pt x="135" y="214"/>
                  <a:pt x="86" y="97"/>
                  <a:pt x="6" y="0"/>
                </a:cubicBezTo>
                <a:cubicBezTo>
                  <a:pt x="0" y="5"/>
                  <a:pt x="0" y="5"/>
                  <a:pt x="0" y="5"/>
                </a:cubicBezTo>
                <a:cubicBezTo>
                  <a:pt x="78" y="100"/>
                  <a:pt x="128" y="216"/>
                  <a:pt x="141" y="344"/>
                </a:cubicBezTo>
                <a:cubicBezTo>
                  <a:pt x="141" y="344"/>
                  <a:pt x="141" y="344"/>
                  <a:pt x="141" y="344"/>
                </a:cubicBezTo>
                <a:cubicBezTo>
                  <a:pt x="141" y="349"/>
                  <a:pt x="141" y="349"/>
                  <a:pt x="141" y="349"/>
                </a:cubicBezTo>
                <a:lnTo>
                  <a:pt x="338" y="349"/>
                </a:lnTo>
                <a:close/>
              </a:path>
            </a:pathLst>
          </a:custGeom>
          <a:solidFill>
            <a:srgbClr val="C954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8"/>
          <p:cNvSpPr>
            <a:spLocks/>
          </p:cNvSpPr>
          <p:nvPr/>
        </p:nvSpPr>
        <p:spPr bwMode="auto">
          <a:xfrm>
            <a:off x="5191546" y="1809416"/>
            <a:ext cx="778888" cy="755286"/>
          </a:xfrm>
          <a:custGeom>
            <a:avLst/>
            <a:gdLst>
              <a:gd name="T0" fmla="*/ 339 w 349"/>
              <a:gd name="T1" fmla="*/ 190 h 338"/>
              <a:gd name="T2" fmla="*/ 0 w 349"/>
              <a:gd name="T3" fmla="*/ 332 h 338"/>
              <a:gd name="T4" fmla="*/ 6 w 349"/>
              <a:gd name="T5" fmla="*/ 338 h 338"/>
              <a:gd name="T6" fmla="*/ 344 w 349"/>
              <a:gd name="T7" fmla="*/ 197 h 338"/>
              <a:gd name="T8" fmla="*/ 344 w 349"/>
              <a:gd name="T9" fmla="*/ 197 h 338"/>
              <a:gd name="T10" fmla="*/ 349 w 349"/>
              <a:gd name="T11" fmla="*/ 197 h 338"/>
              <a:gd name="T12" fmla="*/ 349 w 349"/>
              <a:gd name="T13" fmla="*/ 0 h 338"/>
              <a:gd name="T14" fmla="*/ 339 w 349"/>
              <a:gd name="T15" fmla="*/ 0 h 338"/>
              <a:gd name="T16" fmla="*/ 339 w 349"/>
              <a:gd name="T17" fmla="*/ 190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9" h="338">
                <a:moveTo>
                  <a:pt x="339" y="190"/>
                </a:moveTo>
                <a:cubicBezTo>
                  <a:pt x="214" y="203"/>
                  <a:pt x="97" y="252"/>
                  <a:pt x="0" y="332"/>
                </a:cubicBezTo>
                <a:cubicBezTo>
                  <a:pt x="6" y="338"/>
                  <a:pt x="6" y="338"/>
                  <a:pt x="6" y="338"/>
                </a:cubicBezTo>
                <a:cubicBezTo>
                  <a:pt x="100" y="260"/>
                  <a:pt x="217" y="210"/>
                  <a:pt x="344" y="197"/>
                </a:cubicBezTo>
                <a:cubicBezTo>
                  <a:pt x="344" y="197"/>
                  <a:pt x="344" y="197"/>
                  <a:pt x="344" y="197"/>
                </a:cubicBezTo>
                <a:cubicBezTo>
                  <a:pt x="349" y="197"/>
                  <a:pt x="349" y="197"/>
                  <a:pt x="349" y="197"/>
                </a:cubicBezTo>
                <a:cubicBezTo>
                  <a:pt x="349" y="0"/>
                  <a:pt x="349" y="0"/>
                  <a:pt x="349" y="0"/>
                </a:cubicBezTo>
                <a:cubicBezTo>
                  <a:pt x="339" y="0"/>
                  <a:pt x="339" y="0"/>
                  <a:pt x="339" y="0"/>
                </a:cubicBezTo>
                <a:lnTo>
                  <a:pt x="339" y="190"/>
                </a:lnTo>
                <a:close/>
              </a:path>
            </a:pathLst>
          </a:custGeom>
          <a:solidFill>
            <a:srgbClr val="8F58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9"/>
          <p:cNvSpPr>
            <a:spLocks/>
          </p:cNvSpPr>
          <p:nvPr/>
        </p:nvSpPr>
        <p:spPr bwMode="auto">
          <a:xfrm>
            <a:off x="3744230" y="2439135"/>
            <a:ext cx="1268880" cy="1079114"/>
          </a:xfrm>
          <a:custGeom>
            <a:avLst/>
            <a:gdLst>
              <a:gd name="T0" fmla="*/ 556 w 568"/>
              <a:gd name="T1" fmla="*/ 143 h 483"/>
              <a:gd name="T2" fmla="*/ 417 w 568"/>
              <a:gd name="T3" fmla="*/ 483 h 483"/>
              <a:gd name="T4" fmla="*/ 424 w 568"/>
              <a:gd name="T5" fmla="*/ 483 h 483"/>
              <a:gd name="T6" fmla="*/ 565 w 568"/>
              <a:gd name="T7" fmla="*/ 144 h 483"/>
              <a:gd name="T8" fmla="*/ 565 w 568"/>
              <a:gd name="T9" fmla="*/ 144 h 483"/>
              <a:gd name="T10" fmla="*/ 568 w 568"/>
              <a:gd name="T11" fmla="*/ 141 h 483"/>
              <a:gd name="T12" fmla="*/ 429 w 568"/>
              <a:gd name="T13" fmla="*/ 1 h 483"/>
              <a:gd name="T14" fmla="*/ 427 w 568"/>
              <a:gd name="T15" fmla="*/ 3 h 483"/>
              <a:gd name="T16" fmla="*/ 427 w 568"/>
              <a:gd name="T17" fmla="*/ 0 h 483"/>
              <a:gd name="T18" fmla="*/ 0 w 568"/>
              <a:gd name="T19" fmla="*/ 0 h 483"/>
              <a:gd name="T20" fmla="*/ 0 w 568"/>
              <a:gd name="T21" fmla="*/ 10 h 483"/>
              <a:gd name="T22" fmla="*/ 423 w 568"/>
              <a:gd name="T23" fmla="*/ 10 h 483"/>
              <a:gd name="T24" fmla="*/ 556 w 568"/>
              <a:gd name="T25" fmla="*/ 143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68" h="483">
                <a:moveTo>
                  <a:pt x="556" y="143"/>
                </a:moveTo>
                <a:cubicBezTo>
                  <a:pt x="477" y="240"/>
                  <a:pt x="429" y="358"/>
                  <a:pt x="417" y="483"/>
                </a:cubicBezTo>
                <a:cubicBezTo>
                  <a:pt x="424" y="483"/>
                  <a:pt x="424" y="483"/>
                  <a:pt x="424" y="483"/>
                </a:cubicBezTo>
                <a:cubicBezTo>
                  <a:pt x="437" y="355"/>
                  <a:pt x="488" y="239"/>
                  <a:pt x="565" y="144"/>
                </a:cubicBezTo>
                <a:cubicBezTo>
                  <a:pt x="565" y="144"/>
                  <a:pt x="565" y="144"/>
                  <a:pt x="565" y="144"/>
                </a:cubicBezTo>
                <a:cubicBezTo>
                  <a:pt x="568" y="141"/>
                  <a:pt x="568" y="141"/>
                  <a:pt x="568" y="141"/>
                </a:cubicBezTo>
                <a:cubicBezTo>
                  <a:pt x="429" y="1"/>
                  <a:pt x="429" y="1"/>
                  <a:pt x="429" y="1"/>
                </a:cubicBezTo>
                <a:cubicBezTo>
                  <a:pt x="427" y="3"/>
                  <a:pt x="427" y="3"/>
                  <a:pt x="427" y="3"/>
                </a:cubicBezTo>
                <a:cubicBezTo>
                  <a:pt x="427" y="0"/>
                  <a:pt x="427" y="0"/>
                  <a:pt x="427" y="0"/>
                </a:cubicBezTo>
                <a:cubicBezTo>
                  <a:pt x="0" y="0"/>
                  <a:pt x="0" y="0"/>
                  <a:pt x="0" y="0"/>
                </a:cubicBezTo>
                <a:cubicBezTo>
                  <a:pt x="0" y="10"/>
                  <a:pt x="0" y="10"/>
                  <a:pt x="0" y="10"/>
                </a:cubicBezTo>
                <a:cubicBezTo>
                  <a:pt x="423" y="10"/>
                  <a:pt x="423" y="10"/>
                  <a:pt x="423" y="10"/>
                </a:cubicBezTo>
                <a:lnTo>
                  <a:pt x="556" y="143"/>
                </a:lnTo>
                <a:close/>
              </a:path>
            </a:pathLst>
          </a:custGeom>
          <a:solidFill>
            <a:srgbClr val="3A8F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10"/>
          <p:cNvSpPr>
            <a:spLocks/>
          </p:cNvSpPr>
          <p:nvPr/>
        </p:nvSpPr>
        <p:spPr bwMode="auto">
          <a:xfrm>
            <a:off x="4251215" y="3788264"/>
            <a:ext cx="755286" cy="779832"/>
          </a:xfrm>
          <a:custGeom>
            <a:avLst/>
            <a:gdLst>
              <a:gd name="T0" fmla="*/ 0 w 338"/>
              <a:gd name="T1" fmla="*/ 0 h 349"/>
              <a:gd name="T2" fmla="*/ 0 w 338"/>
              <a:gd name="T3" fmla="*/ 10 h 349"/>
              <a:gd name="T4" fmla="*/ 191 w 338"/>
              <a:gd name="T5" fmla="*/ 10 h 349"/>
              <a:gd name="T6" fmla="*/ 332 w 338"/>
              <a:gd name="T7" fmla="*/ 349 h 349"/>
              <a:gd name="T8" fmla="*/ 338 w 338"/>
              <a:gd name="T9" fmla="*/ 343 h 349"/>
              <a:gd name="T10" fmla="*/ 197 w 338"/>
              <a:gd name="T11" fmla="*/ 5 h 349"/>
              <a:gd name="T12" fmla="*/ 197 w 338"/>
              <a:gd name="T13" fmla="*/ 5 h 349"/>
              <a:gd name="T14" fmla="*/ 197 w 338"/>
              <a:gd name="T15" fmla="*/ 0 h 349"/>
              <a:gd name="T16" fmla="*/ 0 w 338"/>
              <a:gd name="T17" fmla="*/ 0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8" h="349">
                <a:moveTo>
                  <a:pt x="0" y="0"/>
                </a:moveTo>
                <a:cubicBezTo>
                  <a:pt x="0" y="10"/>
                  <a:pt x="0" y="10"/>
                  <a:pt x="0" y="10"/>
                </a:cubicBezTo>
                <a:cubicBezTo>
                  <a:pt x="191" y="10"/>
                  <a:pt x="191" y="10"/>
                  <a:pt x="191" y="10"/>
                </a:cubicBezTo>
                <a:cubicBezTo>
                  <a:pt x="204" y="135"/>
                  <a:pt x="253" y="252"/>
                  <a:pt x="332" y="349"/>
                </a:cubicBezTo>
                <a:cubicBezTo>
                  <a:pt x="338" y="343"/>
                  <a:pt x="338" y="343"/>
                  <a:pt x="338" y="343"/>
                </a:cubicBezTo>
                <a:cubicBezTo>
                  <a:pt x="261" y="249"/>
                  <a:pt x="210" y="132"/>
                  <a:pt x="197" y="5"/>
                </a:cubicBezTo>
                <a:cubicBezTo>
                  <a:pt x="197" y="5"/>
                  <a:pt x="197" y="5"/>
                  <a:pt x="197" y="5"/>
                </a:cubicBezTo>
                <a:cubicBezTo>
                  <a:pt x="197" y="0"/>
                  <a:pt x="197" y="0"/>
                  <a:pt x="197" y="0"/>
                </a:cubicBezTo>
                <a:lnTo>
                  <a:pt x="0" y="0"/>
                </a:lnTo>
                <a:close/>
              </a:path>
            </a:pathLst>
          </a:custGeom>
          <a:solidFill>
            <a:srgbClr val="4BB5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11"/>
          <p:cNvSpPr>
            <a:spLocks/>
          </p:cNvSpPr>
          <p:nvPr/>
        </p:nvSpPr>
        <p:spPr bwMode="auto">
          <a:xfrm>
            <a:off x="7187388" y="3799593"/>
            <a:ext cx="1266991" cy="1079114"/>
          </a:xfrm>
          <a:custGeom>
            <a:avLst/>
            <a:gdLst>
              <a:gd name="T0" fmla="*/ 145 w 567"/>
              <a:gd name="T1" fmla="*/ 473 h 483"/>
              <a:gd name="T2" fmla="*/ 12 w 567"/>
              <a:gd name="T3" fmla="*/ 340 h 483"/>
              <a:gd name="T4" fmla="*/ 151 w 567"/>
              <a:gd name="T5" fmla="*/ 0 h 483"/>
              <a:gd name="T6" fmla="*/ 144 w 567"/>
              <a:gd name="T7" fmla="*/ 0 h 483"/>
              <a:gd name="T8" fmla="*/ 3 w 567"/>
              <a:gd name="T9" fmla="*/ 338 h 483"/>
              <a:gd name="T10" fmla="*/ 4 w 567"/>
              <a:gd name="T11" fmla="*/ 338 h 483"/>
              <a:gd name="T12" fmla="*/ 0 w 567"/>
              <a:gd name="T13" fmla="*/ 342 h 483"/>
              <a:gd name="T14" fmla="*/ 140 w 567"/>
              <a:gd name="T15" fmla="*/ 481 h 483"/>
              <a:gd name="T16" fmla="*/ 140 w 567"/>
              <a:gd name="T17" fmla="*/ 481 h 483"/>
              <a:gd name="T18" fmla="*/ 140 w 567"/>
              <a:gd name="T19" fmla="*/ 483 h 483"/>
              <a:gd name="T20" fmla="*/ 567 w 567"/>
              <a:gd name="T21" fmla="*/ 483 h 483"/>
              <a:gd name="T22" fmla="*/ 567 w 567"/>
              <a:gd name="T23" fmla="*/ 473 h 483"/>
              <a:gd name="T24" fmla="*/ 145 w 567"/>
              <a:gd name="T25" fmla="*/ 473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67" h="483">
                <a:moveTo>
                  <a:pt x="145" y="473"/>
                </a:moveTo>
                <a:cubicBezTo>
                  <a:pt x="12" y="340"/>
                  <a:pt x="12" y="340"/>
                  <a:pt x="12" y="340"/>
                </a:cubicBezTo>
                <a:cubicBezTo>
                  <a:pt x="91" y="242"/>
                  <a:pt x="139" y="125"/>
                  <a:pt x="151" y="0"/>
                </a:cubicBezTo>
                <a:cubicBezTo>
                  <a:pt x="144" y="0"/>
                  <a:pt x="144" y="0"/>
                  <a:pt x="144" y="0"/>
                </a:cubicBezTo>
                <a:cubicBezTo>
                  <a:pt x="131" y="127"/>
                  <a:pt x="81" y="244"/>
                  <a:pt x="3" y="338"/>
                </a:cubicBezTo>
                <a:cubicBezTo>
                  <a:pt x="4" y="338"/>
                  <a:pt x="4" y="338"/>
                  <a:pt x="4" y="338"/>
                </a:cubicBezTo>
                <a:cubicBezTo>
                  <a:pt x="0" y="342"/>
                  <a:pt x="0" y="342"/>
                  <a:pt x="0" y="342"/>
                </a:cubicBezTo>
                <a:cubicBezTo>
                  <a:pt x="140" y="481"/>
                  <a:pt x="140" y="481"/>
                  <a:pt x="140" y="481"/>
                </a:cubicBezTo>
                <a:cubicBezTo>
                  <a:pt x="140" y="481"/>
                  <a:pt x="140" y="481"/>
                  <a:pt x="140" y="481"/>
                </a:cubicBezTo>
                <a:cubicBezTo>
                  <a:pt x="140" y="483"/>
                  <a:pt x="140" y="483"/>
                  <a:pt x="140" y="483"/>
                </a:cubicBezTo>
                <a:cubicBezTo>
                  <a:pt x="567" y="483"/>
                  <a:pt x="567" y="483"/>
                  <a:pt x="567" y="483"/>
                </a:cubicBezTo>
                <a:cubicBezTo>
                  <a:pt x="567" y="473"/>
                  <a:pt x="567" y="473"/>
                  <a:pt x="567" y="473"/>
                </a:cubicBezTo>
                <a:lnTo>
                  <a:pt x="145" y="473"/>
                </a:lnTo>
                <a:close/>
              </a:path>
            </a:pathLst>
          </a:custGeom>
          <a:solidFill>
            <a:srgbClr val="EA98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74" name="组合 73"/>
          <p:cNvGrpSpPr/>
          <p:nvPr/>
        </p:nvGrpSpPr>
        <p:grpSpPr>
          <a:xfrm>
            <a:off x="6037465" y="5562241"/>
            <a:ext cx="384252" cy="328550"/>
            <a:chOff x="6037465" y="5562241"/>
            <a:chExt cx="384252" cy="328550"/>
          </a:xfrm>
        </p:grpSpPr>
        <p:sp>
          <p:nvSpPr>
            <p:cNvPr id="11" name="Freeform 12"/>
            <p:cNvSpPr>
              <a:spLocks noEditPoints="1"/>
            </p:cNvSpPr>
            <p:nvPr/>
          </p:nvSpPr>
          <p:spPr bwMode="auto">
            <a:xfrm>
              <a:off x="6187578" y="5562241"/>
              <a:ext cx="86858" cy="86858"/>
            </a:xfrm>
            <a:custGeom>
              <a:avLst/>
              <a:gdLst>
                <a:gd name="T0" fmla="*/ 39 w 39"/>
                <a:gd name="T1" fmla="*/ 19 h 39"/>
                <a:gd name="T2" fmla="*/ 20 w 39"/>
                <a:gd name="T3" fmla="*/ 39 h 39"/>
                <a:gd name="T4" fmla="*/ 0 w 39"/>
                <a:gd name="T5" fmla="*/ 19 h 39"/>
                <a:gd name="T6" fmla="*/ 20 w 39"/>
                <a:gd name="T7" fmla="*/ 0 h 39"/>
                <a:gd name="T8" fmla="*/ 39 w 39"/>
                <a:gd name="T9" fmla="*/ 19 h 39"/>
                <a:gd name="T10" fmla="*/ 39 w 39"/>
                <a:gd name="T11" fmla="*/ 19 h 39"/>
                <a:gd name="T12" fmla="*/ 39 w 39"/>
                <a:gd name="T13" fmla="*/ 19 h 39"/>
              </a:gdLst>
              <a:ahLst/>
              <a:cxnLst>
                <a:cxn ang="0">
                  <a:pos x="T0" y="T1"/>
                </a:cxn>
                <a:cxn ang="0">
                  <a:pos x="T2" y="T3"/>
                </a:cxn>
                <a:cxn ang="0">
                  <a:pos x="T4" y="T5"/>
                </a:cxn>
                <a:cxn ang="0">
                  <a:pos x="T6" y="T7"/>
                </a:cxn>
                <a:cxn ang="0">
                  <a:pos x="T8" y="T9"/>
                </a:cxn>
                <a:cxn ang="0">
                  <a:pos x="T10" y="T11"/>
                </a:cxn>
                <a:cxn ang="0">
                  <a:pos x="T12" y="T13"/>
                </a:cxn>
              </a:cxnLst>
              <a:rect l="0" t="0" r="r" b="b"/>
              <a:pathLst>
                <a:path w="39" h="39">
                  <a:moveTo>
                    <a:pt x="39" y="19"/>
                  </a:moveTo>
                  <a:cubicBezTo>
                    <a:pt x="39" y="30"/>
                    <a:pt x="31" y="39"/>
                    <a:pt x="20" y="39"/>
                  </a:cubicBezTo>
                  <a:cubicBezTo>
                    <a:pt x="9" y="39"/>
                    <a:pt x="0" y="30"/>
                    <a:pt x="0" y="19"/>
                  </a:cubicBezTo>
                  <a:cubicBezTo>
                    <a:pt x="0" y="8"/>
                    <a:pt x="9" y="0"/>
                    <a:pt x="20" y="0"/>
                  </a:cubicBezTo>
                  <a:cubicBezTo>
                    <a:pt x="31" y="0"/>
                    <a:pt x="39" y="8"/>
                    <a:pt x="39" y="19"/>
                  </a:cubicBezTo>
                  <a:close/>
                  <a:moveTo>
                    <a:pt x="39" y="19"/>
                  </a:moveTo>
                  <a:cubicBezTo>
                    <a:pt x="39" y="19"/>
                    <a:pt x="39" y="19"/>
                    <a:pt x="39" y="19"/>
                  </a:cubicBezTo>
                </a:path>
              </a:pathLst>
            </a:custGeom>
            <a:solidFill>
              <a:srgbClr val="E7BE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13"/>
            <p:cNvSpPr>
              <a:spLocks noEditPoints="1"/>
            </p:cNvSpPr>
            <p:nvPr/>
          </p:nvSpPr>
          <p:spPr bwMode="auto">
            <a:xfrm>
              <a:off x="6046906" y="5665149"/>
              <a:ext cx="368202" cy="225642"/>
            </a:xfrm>
            <a:custGeom>
              <a:avLst/>
              <a:gdLst>
                <a:gd name="T0" fmla="*/ 152 w 165"/>
                <a:gd name="T1" fmla="*/ 28 h 101"/>
                <a:gd name="T2" fmla="*/ 134 w 165"/>
                <a:gd name="T3" fmla="*/ 24 h 101"/>
                <a:gd name="T4" fmla="*/ 118 w 165"/>
                <a:gd name="T5" fmla="*/ 31 h 101"/>
                <a:gd name="T6" fmla="*/ 107 w 165"/>
                <a:gd name="T7" fmla="*/ 27 h 101"/>
                <a:gd name="T8" fmla="*/ 107 w 165"/>
                <a:gd name="T9" fmla="*/ 16 h 101"/>
                <a:gd name="T10" fmla="*/ 92 w 165"/>
                <a:gd name="T11" fmla="*/ 0 h 101"/>
                <a:gd name="T12" fmla="*/ 73 w 165"/>
                <a:gd name="T13" fmla="*/ 0 h 101"/>
                <a:gd name="T14" fmla="*/ 58 w 165"/>
                <a:gd name="T15" fmla="*/ 16 h 101"/>
                <a:gd name="T16" fmla="*/ 58 w 165"/>
                <a:gd name="T17" fmla="*/ 27 h 101"/>
                <a:gd name="T18" fmla="*/ 48 w 165"/>
                <a:gd name="T19" fmla="*/ 31 h 101"/>
                <a:gd name="T20" fmla="*/ 32 w 165"/>
                <a:gd name="T21" fmla="*/ 24 h 101"/>
                <a:gd name="T22" fmla="*/ 14 w 165"/>
                <a:gd name="T23" fmla="*/ 28 h 101"/>
                <a:gd name="T24" fmla="*/ 2 w 165"/>
                <a:gd name="T25" fmla="*/ 46 h 101"/>
                <a:gd name="T26" fmla="*/ 7 w 165"/>
                <a:gd name="T27" fmla="*/ 68 h 101"/>
                <a:gd name="T28" fmla="*/ 25 w 165"/>
                <a:gd name="T29" fmla="*/ 80 h 101"/>
                <a:gd name="T30" fmla="*/ 30 w 165"/>
                <a:gd name="T31" fmla="*/ 78 h 101"/>
                <a:gd name="T32" fmla="*/ 43 w 165"/>
                <a:gd name="T33" fmla="*/ 90 h 101"/>
                <a:gd name="T34" fmla="*/ 83 w 165"/>
                <a:gd name="T35" fmla="*/ 101 h 101"/>
                <a:gd name="T36" fmla="*/ 135 w 165"/>
                <a:gd name="T37" fmla="*/ 78 h 101"/>
                <a:gd name="T38" fmla="*/ 141 w 165"/>
                <a:gd name="T39" fmla="*/ 80 h 101"/>
                <a:gd name="T40" fmla="*/ 159 w 165"/>
                <a:gd name="T41" fmla="*/ 68 h 101"/>
                <a:gd name="T42" fmla="*/ 164 w 165"/>
                <a:gd name="T43" fmla="*/ 46 h 101"/>
                <a:gd name="T44" fmla="*/ 152 w 165"/>
                <a:gd name="T45" fmla="*/ 28 h 101"/>
                <a:gd name="T46" fmla="*/ 83 w 165"/>
                <a:gd name="T47" fmla="*/ 94 h 101"/>
                <a:gd name="T48" fmla="*/ 47 w 165"/>
                <a:gd name="T49" fmla="*/ 84 h 101"/>
                <a:gd name="T50" fmla="*/ 39 w 165"/>
                <a:gd name="T51" fmla="*/ 77 h 101"/>
                <a:gd name="T52" fmla="*/ 43 w 165"/>
                <a:gd name="T53" fmla="*/ 76 h 101"/>
                <a:gd name="T54" fmla="*/ 55 w 165"/>
                <a:gd name="T55" fmla="*/ 58 h 101"/>
                <a:gd name="T56" fmla="*/ 51 w 165"/>
                <a:gd name="T57" fmla="*/ 38 h 101"/>
                <a:gd name="T58" fmla="*/ 58 w 165"/>
                <a:gd name="T59" fmla="*/ 35 h 101"/>
                <a:gd name="T60" fmla="*/ 58 w 165"/>
                <a:gd name="T61" fmla="*/ 38 h 101"/>
                <a:gd name="T62" fmla="*/ 73 w 165"/>
                <a:gd name="T63" fmla="*/ 53 h 101"/>
                <a:gd name="T64" fmla="*/ 92 w 165"/>
                <a:gd name="T65" fmla="*/ 53 h 101"/>
                <a:gd name="T66" fmla="*/ 107 w 165"/>
                <a:gd name="T67" fmla="*/ 38 h 101"/>
                <a:gd name="T68" fmla="*/ 107 w 165"/>
                <a:gd name="T69" fmla="*/ 34 h 101"/>
                <a:gd name="T70" fmla="*/ 115 w 165"/>
                <a:gd name="T71" fmla="*/ 38 h 101"/>
                <a:gd name="T72" fmla="*/ 111 w 165"/>
                <a:gd name="T73" fmla="*/ 58 h 101"/>
                <a:gd name="T74" fmla="*/ 123 w 165"/>
                <a:gd name="T75" fmla="*/ 76 h 101"/>
                <a:gd name="T76" fmla="*/ 127 w 165"/>
                <a:gd name="T77" fmla="*/ 77 h 101"/>
                <a:gd name="T78" fmla="*/ 83 w 165"/>
                <a:gd name="T79" fmla="*/ 94 h 101"/>
                <a:gd name="T80" fmla="*/ 83 w 165"/>
                <a:gd name="T81" fmla="*/ 94 h 101"/>
                <a:gd name="T82" fmla="*/ 83 w 165"/>
                <a:gd name="T83" fmla="*/ 9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5" h="101">
                  <a:moveTo>
                    <a:pt x="152" y="28"/>
                  </a:moveTo>
                  <a:cubicBezTo>
                    <a:pt x="134" y="24"/>
                    <a:pt x="134" y="24"/>
                    <a:pt x="134" y="24"/>
                  </a:cubicBezTo>
                  <a:cubicBezTo>
                    <a:pt x="127" y="23"/>
                    <a:pt x="121" y="26"/>
                    <a:pt x="118" y="31"/>
                  </a:cubicBezTo>
                  <a:cubicBezTo>
                    <a:pt x="115" y="29"/>
                    <a:pt x="111" y="28"/>
                    <a:pt x="107" y="27"/>
                  </a:cubicBezTo>
                  <a:cubicBezTo>
                    <a:pt x="107" y="16"/>
                    <a:pt x="107" y="16"/>
                    <a:pt x="107" y="16"/>
                  </a:cubicBezTo>
                  <a:cubicBezTo>
                    <a:pt x="107" y="7"/>
                    <a:pt x="101" y="0"/>
                    <a:pt x="92" y="0"/>
                  </a:cubicBezTo>
                  <a:cubicBezTo>
                    <a:pt x="73" y="0"/>
                    <a:pt x="73" y="0"/>
                    <a:pt x="73" y="0"/>
                  </a:cubicBezTo>
                  <a:cubicBezTo>
                    <a:pt x="65" y="0"/>
                    <a:pt x="58" y="7"/>
                    <a:pt x="58" y="16"/>
                  </a:cubicBezTo>
                  <a:cubicBezTo>
                    <a:pt x="58" y="27"/>
                    <a:pt x="58" y="27"/>
                    <a:pt x="58" y="27"/>
                  </a:cubicBezTo>
                  <a:cubicBezTo>
                    <a:pt x="55" y="28"/>
                    <a:pt x="51" y="29"/>
                    <a:pt x="48" y="31"/>
                  </a:cubicBezTo>
                  <a:cubicBezTo>
                    <a:pt x="45" y="26"/>
                    <a:pt x="39" y="23"/>
                    <a:pt x="32" y="24"/>
                  </a:cubicBezTo>
                  <a:cubicBezTo>
                    <a:pt x="14" y="28"/>
                    <a:pt x="14" y="28"/>
                    <a:pt x="14" y="28"/>
                  </a:cubicBezTo>
                  <a:cubicBezTo>
                    <a:pt x="6" y="30"/>
                    <a:pt x="0" y="38"/>
                    <a:pt x="2" y="46"/>
                  </a:cubicBezTo>
                  <a:cubicBezTo>
                    <a:pt x="7" y="68"/>
                    <a:pt x="7" y="68"/>
                    <a:pt x="7" y="68"/>
                  </a:cubicBezTo>
                  <a:cubicBezTo>
                    <a:pt x="8" y="76"/>
                    <a:pt x="17" y="81"/>
                    <a:pt x="25" y="80"/>
                  </a:cubicBezTo>
                  <a:cubicBezTo>
                    <a:pt x="30" y="78"/>
                    <a:pt x="30" y="78"/>
                    <a:pt x="30" y="78"/>
                  </a:cubicBezTo>
                  <a:cubicBezTo>
                    <a:pt x="33" y="83"/>
                    <a:pt x="38" y="87"/>
                    <a:pt x="43" y="90"/>
                  </a:cubicBezTo>
                  <a:cubicBezTo>
                    <a:pt x="53" y="97"/>
                    <a:pt x="68" y="101"/>
                    <a:pt x="83" y="101"/>
                  </a:cubicBezTo>
                  <a:cubicBezTo>
                    <a:pt x="106" y="101"/>
                    <a:pt x="126" y="92"/>
                    <a:pt x="135" y="78"/>
                  </a:cubicBezTo>
                  <a:cubicBezTo>
                    <a:pt x="141" y="80"/>
                    <a:pt x="141" y="80"/>
                    <a:pt x="141" y="80"/>
                  </a:cubicBezTo>
                  <a:cubicBezTo>
                    <a:pt x="149" y="81"/>
                    <a:pt x="157" y="76"/>
                    <a:pt x="159" y="68"/>
                  </a:cubicBezTo>
                  <a:cubicBezTo>
                    <a:pt x="164" y="46"/>
                    <a:pt x="164" y="46"/>
                    <a:pt x="164" y="46"/>
                  </a:cubicBezTo>
                  <a:cubicBezTo>
                    <a:pt x="165" y="38"/>
                    <a:pt x="160" y="30"/>
                    <a:pt x="152" y="28"/>
                  </a:cubicBezTo>
                  <a:close/>
                  <a:moveTo>
                    <a:pt x="83" y="94"/>
                  </a:moveTo>
                  <a:cubicBezTo>
                    <a:pt x="69" y="94"/>
                    <a:pt x="56" y="90"/>
                    <a:pt x="47" y="84"/>
                  </a:cubicBezTo>
                  <a:cubicBezTo>
                    <a:pt x="44" y="82"/>
                    <a:pt x="41" y="79"/>
                    <a:pt x="39" y="77"/>
                  </a:cubicBezTo>
                  <a:cubicBezTo>
                    <a:pt x="43" y="76"/>
                    <a:pt x="43" y="76"/>
                    <a:pt x="43" y="76"/>
                  </a:cubicBezTo>
                  <a:cubicBezTo>
                    <a:pt x="51" y="74"/>
                    <a:pt x="57" y="66"/>
                    <a:pt x="55" y="58"/>
                  </a:cubicBezTo>
                  <a:cubicBezTo>
                    <a:pt x="51" y="38"/>
                    <a:pt x="51" y="38"/>
                    <a:pt x="51" y="38"/>
                  </a:cubicBezTo>
                  <a:cubicBezTo>
                    <a:pt x="53" y="37"/>
                    <a:pt x="56" y="36"/>
                    <a:pt x="58" y="35"/>
                  </a:cubicBezTo>
                  <a:cubicBezTo>
                    <a:pt x="58" y="38"/>
                    <a:pt x="58" y="38"/>
                    <a:pt x="58" y="38"/>
                  </a:cubicBezTo>
                  <a:cubicBezTo>
                    <a:pt x="58" y="47"/>
                    <a:pt x="65" y="53"/>
                    <a:pt x="73" y="53"/>
                  </a:cubicBezTo>
                  <a:cubicBezTo>
                    <a:pt x="92" y="53"/>
                    <a:pt x="92" y="53"/>
                    <a:pt x="92" y="53"/>
                  </a:cubicBezTo>
                  <a:cubicBezTo>
                    <a:pt x="101" y="53"/>
                    <a:pt x="107" y="47"/>
                    <a:pt x="107" y="38"/>
                  </a:cubicBezTo>
                  <a:cubicBezTo>
                    <a:pt x="107" y="34"/>
                    <a:pt x="107" y="34"/>
                    <a:pt x="107" y="34"/>
                  </a:cubicBezTo>
                  <a:cubicBezTo>
                    <a:pt x="110" y="35"/>
                    <a:pt x="113" y="36"/>
                    <a:pt x="115" y="38"/>
                  </a:cubicBezTo>
                  <a:cubicBezTo>
                    <a:pt x="111" y="58"/>
                    <a:pt x="111" y="58"/>
                    <a:pt x="111" y="58"/>
                  </a:cubicBezTo>
                  <a:cubicBezTo>
                    <a:pt x="109" y="66"/>
                    <a:pt x="115" y="74"/>
                    <a:pt x="123" y="76"/>
                  </a:cubicBezTo>
                  <a:cubicBezTo>
                    <a:pt x="127" y="77"/>
                    <a:pt x="127" y="77"/>
                    <a:pt x="127" y="77"/>
                  </a:cubicBezTo>
                  <a:cubicBezTo>
                    <a:pt x="119" y="87"/>
                    <a:pt x="102" y="94"/>
                    <a:pt x="83" y="94"/>
                  </a:cubicBezTo>
                  <a:close/>
                  <a:moveTo>
                    <a:pt x="83" y="94"/>
                  </a:moveTo>
                  <a:cubicBezTo>
                    <a:pt x="83" y="94"/>
                    <a:pt x="83" y="94"/>
                    <a:pt x="83" y="94"/>
                  </a:cubicBezTo>
                </a:path>
              </a:pathLst>
            </a:custGeom>
            <a:solidFill>
              <a:srgbClr val="E7BE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4"/>
            <p:cNvSpPr>
              <a:spLocks noEditPoints="1"/>
            </p:cNvSpPr>
            <p:nvPr/>
          </p:nvSpPr>
          <p:spPr bwMode="auto">
            <a:xfrm>
              <a:off x="6332971" y="5620776"/>
              <a:ext cx="88746" cy="86858"/>
            </a:xfrm>
            <a:custGeom>
              <a:avLst/>
              <a:gdLst>
                <a:gd name="T0" fmla="*/ 40 w 40"/>
                <a:gd name="T1" fmla="*/ 19 h 39"/>
                <a:gd name="T2" fmla="*/ 20 w 40"/>
                <a:gd name="T3" fmla="*/ 39 h 39"/>
                <a:gd name="T4" fmla="*/ 0 w 40"/>
                <a:gd name="T5" fmla="*/ 19 h 39"/>
                <a:gd name="T6" fmla="*/ 20 w 40"/>
                <a:gd name="T7" fmla="*/ 0 h 39"/>
                <a:gd name="T8" fmla="*/ 40 w 40"/>
                <a:gd name="T9" fmla="*/ 19 h 39"/>
                <a:gd name="T10" fmla="*/ 40 w 40"/>
                <a:gd name="T11" fmla="*/ 19 h 39"/>
                <a:gd name="T12" fmla="*/ 40 w 40"/>
                <a:gd name="T13" fmla="*/ 19 h 39"/>
              </a:gdLst>
              <a:ahLst/>
              <a:cxnLst>
                <a:cxn ang="0">
                  <a:pos x="T0" y="T1"/>
                </a:cxn>
                <a:cxn ang="0">
                  <a:pos x="T2" y="T3"/>
                </a:cxn>
                <a:cxn ang="0">
                  <a:pos x="T4" y="T5"/>
                </a:cxn>
                <a:cxn ang="0">
                  <a:pos x="T6" y="T7"/>
                </a:cxn>
                <a:cxn ang="0">
                  <a:pos x="T8" y="T9"/>
                </a:cxn>
                <a:cxn ang="0">
                  <a:pos x="T10" y="T11"/>
                </a:cxn>
                <a:cxn ang="0">
                  <a:pos x="T12" y="T13"/>
                </a:cxn>
              </a:cxnLst>
              <a:rect l="0" t="0" r="r" b="b"/>
              <a:pathLst>
                <a:path w="40" h="39">
                  <a:moveTo>
                    <a:pt x="40" y="19"/>
                  </a:moveTo>
                  <a:cubicBezTo>
                    <a:pt x="40" y="30"/>
                    <a:pt x="31" y="39"/>
                    <a:pt x="20" y="39"/>
                  </a:cubicBezTo>
                  <a:cubicBezTo>
                    <a:pt x="9" y="39"/>
                    <a:pt x="0" y="30"/>
                    <a:pt x="0" y="19"/>
                  </a:cubicBezTo>
                  <a:cubicBezTo>
                    <a:pt x="0" y="8"/>
                    <a:pt x="9" y="0"/>
                    <a:pt x="20" y="0"/>
                  </a:cubicBezTo>
                  <a:cubicBezTo>
                    <a:pt x="31" y="0"/>
                    <a:pt x="40" y="8"/>
                    <a:pt x="40" y="19"/>
                  </a:cubicBezTo>
                  <a:close/>
                  <a:moveTo>
                    <a:pt x="40" y="19"/>
                  </a:moveTo>
                  <a:cubicBezTo>
                    <a:pt x="40" y="19"/>
                    <a:pt x="40" y="19"/>
                    <a:pt x="40" y="19"/>
                  </a:cubicBezTo>
                </a:path>
              </a:pathLst>
            </a:custGeom>
            <a:solidFill>
              <a:srgbClr val="E7BE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5"/>
            <p:cNvSpPr>
              <a:spLocks noEditPoints="1"/>
            </p:cNvSpPr>
            <p:nvPr/>
          </p:nvSpPr>
          <p:spPr bwMode="auto">
            <a:xfrm>
              <a:off x="6037465" y="5616055"/>
              <a:ext cx="96299" cy="96299"/>
            </a:xfrm>
            <a:custGeom>
              <a:avLst/>
              <a:gdLst>
                <a:gd name="T0" fmla="*/ 26 w 43"/>
                <a:gd name="T1" fmla="*/ 41 h 43"/>
                <a:gd name="T2" fmla="*/ 41 w 43"/>
                <a:gd name="T3" fmla="*/ 17 h 43"/>
                <a:gd name="T4" fmla="*/ 18 w 43"/>
                <a:gd name="T5" fmla="*/ 2 h 43"/>
                <a:gd name="T6" fmla="*/ 2 w 43"/>
                <a:gd name="T7" fmla="*/ 26 h 43"/>
                <a:gd name="T8" fmla="*/ 26 w 43"/>
                <a:gd name="T9" fmla="*/ 41 h 43"/>
                <a:gd name="T10" fmla="*/ 26 w 43"/>
                <a:gd name="T11" fmla="*/ 41 h 43"/>
                <a:gd name="T12" fmla="*/ 26 w 43"/>
                <a:gd name="T13" fmla="*/ 41 h 43"/>
              </a:gdLst>
              <a:ahLst/>
              <a:cxnLst>
                <a:cxn ang="0">
                  <a:pos x="T0" y="T1"/>
                </a:cxn>
                <a:cxn ang="0">
                  <a:pos x="T2" y="T3"/>
                </a:cxn>
                <a:cxn ang="0">
                  <a:pos x="T4" y="T5"/>
                </a:cxn>
                <a:cxn ang="0">
                  <a:pos x="T6" y="T7"/>
                </a:cxn>
                <a:cxn ang="0">
                  <a:pos x="T8" y="T9"/>
                </a:cxn>
                <a:cxn ang="0">
                  <a:pos x="T10" y="T11"/>
                </a:cxn>
                <a:cxn ang="0">
                  <a:pos x="T12" y="T13"/>
                </a:cxn>
              </a:cxnLst>
              <a:rect l="0" t="0" r="r" b="b"/>
              <a:pathLst>
                <a:path w="43" h="43">
                  <a:moveTo>
                    <a:pt x="26" y="41"/>
                  </a:moveTo>
                  <a:cubicBezTo>
                    <a:pt x="37" y="39"/>
                    <a:pt x="43" y="28"/>
                    <a:pt x="41" y="17"/>
                  </a:cubicBezTo>
                  <a:cubicBezTo>
                    <a:pt x="39" y="7"/>
                    <a:pt x="29" y="0"/>
                    <a:pt x="18" y="2"/>
                  </a:cubicBezTo>
                  <a:cubicBezTo>
                    <a:pt x="7" y="4"/>
                    <a:pt x="0" y="15"/>
                    <a:pt x="2" y="26"/>
                  </a:cubicBezTo>
                  <a:cubicBezTo>
                    <a:pt x="5" y="36"/>
                    <a:pt x="15" y="43"/>
                    <a:pt x="26" y="41"/>
                  </a:cubicBezTo>
                  <a:close/>
                  <a:moveTo>
                    <a:pt x="26" y="41"/>
                  </a:moveTo>
                  <a:cubicBezTo>
                    <a:pt x="26" y="41"/>
                    <a:pt x="26" y="41"/>
                    <a:pt x="26" y="41"/>
                  </a:cubicBezTo>
                </a:path>
              </a:pathLst>
            </a:custGeom>
            <a:solidFill>
              <a:srgbClr val="E7BE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2" name="组合 71"/>
          <p:cNvGrpSpPr/>
          <p:nvPr/>
        </p:nvGrpSpPr>
        <p:grpSpPr>
          <a:xfrm>
            <a:off x="3572402" y="2517496"/>
            <a:ext cx="364426" cy="371034"/>
            <a:chOff x="3572402" y="2517496"/>
            <a:chExt cx="364426" cy="371034"/>
          </a:xfrm>
        </p:grpSpPr>
        <p:sp>
          <p:nvSpPr>
            <p:cNvPr id="15" name="Freeform 16"/>
            <p:cNvSpPr>
              <a:spLocks noEditPoints="1"/>
            </p:cNvSpPr>
            <p:nvPr/>
          </p:nvSpPr>
          <p:spPr bwMode="auto">
            <a:xfrm>
              <a:off x="3572402" y="2517496"/>
              <a:ext cx="214312" cy="241691"/>
            </a:xfrm>
            <a:custGeom>
              <a:avLst/>
              <a:gdLst>
                <a:gd name="T0" fmla="*/ 17 w 96"/>
                <a:gd name="T1" fmla="*/ 108 h 108"/>
                <a:gd name="T2" fmla="*/ 14 w 96"/>
                <a:gd name="T3" fmla="*/ 88 h 108"/>
                <a:gd name="T4" fmla="*/ 60 w 96"/>
                <a:gd name="T5" fmla="*/ 27 h 108"/>
                <a:gd name="T6" fmla="*/ 60 w 96"/>
                <a:gd name="T7" fmla="*/ 35 h 108"/>
                <a:gd name="T8" fmla="*/ 96 w 96"/>
                <a:gd name="T9" fmla="*/ 17 h 108"/>
                <a:gd name="T10" fmla="*/ 60 w 96"/>
                <a:gd name="T11" fmla="*/ 0 h 108"/>
                <a:gd name="T12" fmla="*/ 60 w 96"/>
                <a:gd name="T13" fmla="*/ 12 h 108"/>
                <a:gd name="T14" fmla="*/ 0 w 96"/>
                <a:gd name="T15" fmla="*/ 88 h 108"/>
                <a:gd name="T16" fmla="*/ 2 w 96"/>
                <a:gd name="T17" fmla="*/ 103 h 108"/>
                <a:gd name="T18" fmla="*/ 3 w 96"/>
                <a:gd name="T19" fmla="*/ 96 h 108"/>
                <a:gd name="T20" fmla="*/ 17 w 96"/>
                <a:gd name="T21" fmla="*/ 108 h 108"/>
                <a:gd name="T22" fmla="*/ 17 w 96"/>
                <a:gd name="T23" fmla="*/ 108 h 108"/>
                <a:gd name="T24" fmla="*/ 17 w 96"/>
                <a:gd name="T2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6" h="108">
                  <a:moveTo>
                    <a:pt x="17" y="108"/>
                  </a:moveTo>
                  <a:cubicBezTo>
                    <a:pt x="15" y="102"/>
                    <a:pt x="14" y="95"/>
                    <a:pt x="14" y="88"/>
                  </a:cubicBezTo>
                  <a:cubicBezTo>
                    <a:pt x="14" y="60"/>
                    <a:pt x="34" y="35"/>
                    <a:pt x="60" y="27"/>
                  </a:cubicBezTo>
                  <a:cubicBezTo>
                    <a:pt x="60" y="35"/>
                    <a:pt x="60" y="35"/>
                    <a:pt x="60" y="35"/>
                  </a:cubicBezTo>
                  <a:cubicBezTo>
                    <a:pt x="96" y="17"/>
                    <a:pt x="96" y="17"/>
                    <a:pt x="96" y="17"/>
                  </a:cubicBezTo>
                  <a:cubicBezTo>
                    <a:pt x="60" y="0"/>
                    <a:pt x="60" y="0"/>
                    <a:pt x="60" y="0"/>
                  </a:cubicBezTo>
                  <a:cubicBezTo>
                    <a:pt x="60" y="12"/>
                    <a:pt x="60" y="12"/>
                    <a:pt x="60" y="12"/>
                  </a:cubicBezTo>
                  <a:cubicBezTo>
                    <a:pt x="26" y="21"/>
                    <a:pt x="0" y="52"/>
                    <a:pt x="0" y="88"/>
                  </a:cubicBezTo>
                  <a:cubicBezTo>
                    <a:pt x="0" y="94"/>
                    <a:pt x="1" y="99"/>
                    <a:pt x="2" y="103"/>
                  </a:cubicBezTo>
                  <a:cubicBezTo>
                    <a:pt x="3" y="96"/>
                    <a:pt x="3" y="96"/>
                    <a:pt x="3" y="96"/>
                  </a:cubicBezTo>
                  <a:lnTo>
                    <a:pt x="17" y="108"/>
                  </a:lnTo>
                  <a:close/>
                  <a:moveTo>
                    <a:pt x="17" y="108"/>
                  </a:moveTo>
                  <a:cubicBezTo>
                    <a:pt x="17" y="108"/>
                    <a:pt x="17" y="108"/>
                    <a:pt x="17" y="108"/>
                  </a:cubicBezTo>
                </a:path>
              </a:pathLst>
            </a:custGeom>
            <a:solidFill>
              <a:srgbClr val="3A8F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7"/>
            <p:cNvSpPr>
              <a:spLocks noEditPoints="1"/>
            </p:cNvSpPr>
            <p:nvPr/>
          </p:nvSpPr>
          <p:spPr bwMode="auto">
            <a:xfrm>
              <a:off x="3778218" y="2551484"/>
              <a:ext cx="158610" cy="276623"/>
            </a:xfrm>
            <a:custGeom>
              <a:avLst/>
              <a:gdLst>
                <a:gd name="T0" fmla="*/ 40 w 71"/>
                <a:gd name="T1" fmla="*/ 85 h 124"/>
                <a:gd name="T2" fmla="*/ 38 w 71"/>
                <a:gd name="T3" fmla="*/ 124 h 124"/>
                <a:gd name="T4" fmla="*/ 71 w 71"/>
                <a:gd name="T5" fmla="*/ 103 h 124"/>
                <a:gd name="T6" fmla="*/ 60 w 71"/>
                <a:gd name="T7" fmla="*/ 96 h 124"/>
                <a:gd name="T8" fmla="*/ 63 w 71"/>
                <a:gd name="T9" fmla="*/ 73 h 124"/>
                <a:gd name="T10" fmla="*/ 11 w 71"/>
                <a:gd name="T11" fmla="*/ 0 h 124"/>
                <a:gd name="T12" fmla="*/ 17 w 71"/>
                <a:gd name="T13" fmla="*/ 4 h 124"/>
                <a:gd name="T14" fmla="*/ 0 w 71"/>
                <a:gd name="T15" fmla="*/ 11 h 124"/>
                <a:gd name="T16" fmla="*/ 49 w 71"/>
                <a:gd name="T17" fmla="*/ 73 h 124"/>
                <a:gd name="T18" fmla="*/ 47 w 71"/>
                <a:gd name="T19" fmla="*/ 88 h 124"/>
                <a:gd name="T20" fmla="*/ 40 w 71"/>
                <a:gd name="T21" fmla="*/ 85 h 124"/>
                <a:gd name="T22" fmla="*/ 40 w 71"/>
                <a:gd name="T23" fmla="*/ 85 h 124"/>
                <a:gd name="T24" fmla="*/ 40 w 71"/>
                <a:gd name="T25" fmla="*/ 85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124">
                  <a:moveTo>
                    <a:pt x="40" y="85"/>
                  </a:moveTo>
                  <a:cubicBezTo>
                    <a:pt x="38" y="124"/>
                    <a:pt x="38" y="124"/>
                    <a:pt x="38" y="124"/>
                  </a:cubicBezTo>
                  <a:cubicBezTo>
                    <a:pt x="71" y="103"/>
                    <a:pt x="71" y="103"/>
                    <a:pt x="71" y="103"/>
                  </a:cubicBezTo>
                  <a:cubicBezTo>
                    <a:pt x="60" y="96"/>
                    <a:pt x="60" y="96"/>
                    <a:pt x="60" y="96"/>
                  </a:cubicBezTo>
                  <a:cubicBezTo>
                    <a:pt x="62" y="89"/>
                    <a:pt x="63" y="81"/>
                    <a:pt x="63" y="73"/>
                  </a:cubicBezTo>
                  <a:cubicBezTo>
                    <a:pt x="63" y="40"/>
                    <a:pt x="41" y="11"/>
                    <a:pt x="11" y="0"/>
                  </a:cubicBezTo>
                  <a:cubicBezTo>
                    <a:pt x="17" y="4"/>
                    <a:pt x="17" y="4"/>
                    <a:pt x="17" y="4"/>
                  </a:cubicBezTo>
                  <a:cubicBezTo>
                    <a:pt x="0" y="11"/>
                    <a:pt x="0" y="11"/>
                    <a:pt x="0" y="11"/>
                  </a:cubicBezTo>
                  <a:cubicBezTo>
                    <a:pt x="28" y="18"/>
                    <a:pt x="49" y="43"/>
                    <a:pt x="49" y="73"/>
                  </a:cubicBezTo>
                  <a:cubicBezTo>
                    <a:pt x="49" y="79"/>
                    <a:pt x="48" y="84"/>
                    <a:pt x="47" y="88"/>
                  </a:cubicBezTo>
                  <a:lnTo>
                    <a:pt x="40" y="85"/>
                  </a:lnTo>
                  <a:close/>
                  <a:moveTo>
                    <a:pt x="40" y="85"/>
                  </a:moveTo>
                  <a:cubicBezTo>
                    <a:pt x="40" y="85"/>
                    <a:pt x="40" y="85"/>
                    <a:pt x="40" y="85"/>
                  </a:cubicBezTo>
                </a:path>
              </a:pathLst>
            </a:custGeom>
            <a:solidFill>
              <a:srgbClr val="3A8F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8"/>
            <p:cNvSpPr>
              <a:spLocks noEditPoints="1"/>
            </p:cNvSpPr>
            <p:nvPr/>
          </p:nvSpPr>
          <p:spPr bwMode="auto">
            <a:xfrm>
              <a:off x="3590340" y="2761076"/>
              <a:ext cx="268126" cy="127454"/>
            </a:xfrm>
            <a:custGeom>
              <a:avLst/>
              <a:gdLst>
                <a:gd name="T0" fmla="*/ 117 w 120"/>
                <a:gd name="T1" fmla="*/ 22 h 57"/>
                <a:gd name="T2" fmla="*/ 70 w 120"/>
                <a:gd name="T3" fmla="*/ 43 h 57"/>
                <a:gd name="T4" fmla="*/ 26 w 120"/>
                <a:gd name="T5" fmla="*/ 25 h 57"/>
                <a:gd name="T6" fmla="*/ 33 w 120"/>
                <a:gd name="T7" fmla="*/ 21 h 57"/>
                <a:gd name="T8" fmla="*/ 0 w 120"/>
                <a:gd name="T9" fmla="*/ 0 h 57"/>
                <a:gd name="T10" fmla="*/ 3 w 120"/>
                <a:gd name="T11" fmla="*/ 39 h 57"/>
                <a:gd name="T12" fmla="*/ 13 w 120"/>
                <a:gd name="T13" fmla="*/ 32 h 57"/>
                <a:gd name="T14" fmla="*/ 70 w 120"/>
                <a:gd name="T15" fmla="*/ 57 h 57"/>
                <a:gd name="T16" fmla="*/ 120 w 120"/>
                <a:gd name="T17" fmla="*/ 38 h 57"/>
                <a:gd name="T18" fmla="*/ 114 w 120"/>
                <a:gd name="T19" fmla="*/ 40 h 57"/>
                <a:gd name="T20" fmla="*/ 117 w 120"/>
                <a:gd name="T21" fmla="*/ 22 h 57"/>
                <a:gd name="T22" fmla="*/ 117 w 120"/>
                <a:gd name="T23" fmla="*/ 22 h 57"/>
                <a:gd name="T24" fmla="*/ 117 w 120"/>
                <a:gd name="T25" fmla="*/ 2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0" h="57">
                  <a:moveTo>
                    <a:pt x="117" y="22"/>
                  </a:moveTo>
                  <a:cubicBezTo>
                    <a:pt x="105" y="35"/>
                    <a:pt x="89" y="43"/>
                    <a:pt x="70" y="43"/>
                  </a:cubicBezTo>
                  <a:cubicBezTo>
                    <a:pt x="53" y="43"/>
                    <a:pt x="37" y="36"/>
                    <a:pt x="26" y="25"/>
                  </a:cubicBezTo>
                  <a:cubicBezTo>
                    <a:pt x="33" y="21"/>
                    <a:pt x="33" y="21"/>
                    <a:pt x="33" y="21"/>
                  </a:cubicBezTo>
                  <a:cubicBezTo>
                    <a:pt x="0" y="0"/>
                    <a:pt x="0" y="0"/>
                    <a:pt x="0" y="0"/>
                  </a:cubicBezTo>
                  <a:cubicBezTo>
                    <a:pt x="3" y="39"/>
                    <a:pt x="3" y="39"/>
                    <a:pt x="3" y="39"/>
                  </a:cubicBezTo>
                  <a:cubicBezTo>
                    <a:pt x="13" y="32"/>
                    <a:pt x="13" y="32"/>
                    <a:pt x="13" y="32"/>
                  </a:cubicBezTo>
                  <a:cubicBezTo>
                    <a:pt x="28" y="48"/>
                    <a:pt x="48" y="57"/>
                    <a:pt x="70" y="57"/>
                  </a:cubicBezTo>
                  <a:cubicBezTo>
                    <a:pt x="89" y="57"/>
                    <a:pt x="106" y="50"/>
                    <a:pt x="120" y="38"/>
                  </a:cubicBezTo>
                  <a:cubicBezTo>
                    <a:pt x="114" y="40"/>
                    <a:pt x="114" y="40"/>
                    <a:pt x="114" y="40"/>
                  </a:cubicBezTo>
                  <a:lnTo>
                    <a:pt x="117" y="22"/>
                  </a:lnTo>
                  <a:close/>
                  <a:moveTo>
                    <a:pt x="117" y="22"/>
                  </a:moveTo>
                  <a:cubicBezTo>
                    <a:pt x="117" y="22"/>
                    <a:pt x="117" y="22"/>
                    <a:pt x="117" y="22"/>
                  </a:cubicBezTo>
                </a:path>
              </a:pathLst>
            </a:custGeom>
            <a:solidFill>
              <a:srgbClr val="3A8F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9"/>
            <p:cNvSpPr>
              <a:spLocks noEditPoints="1"/>
            </p:cNvSpPr>
            <p:nvPr/>
          </p:nvSpPr>
          <p:spPr bwMode="auto">
            <a:xfrm>
              <a:off x="3691360" y="2615683"/>
              <a:ext cx="109516" cy="199207"/>
            </a:xfrm>
            <a:custGeom>
              <a:avLst/>
              <a:gdLst>
                <a:gd name="T0" fmla="*/ 20 w 49"/>
                <a:gd name="T1" fmla="*/ 0 h 89"/>
                <a:gd name="T2" fmla="*/ 20 w 49"/>
                <a:gd name="T3" fmla="*/ 11 h 89"/>
                <a:gd name="T4" fmla="*/ 1 w 49"/>
                <a:gd name="T5" fmla="*/ 30 h 89"/>
                <a:gd name="T6" fmla="*/ 21 w 49"/>
                <a:gd name="T7" fmla="*/ 50 h 89"/>
                <a:gd name="T8" fmla="*/ 32 w 49"/>
                <a:gd name="T9" fmla="*/ 59 h 89"/>
                <a:gd name="T10" fmla="*/ 22 w 49"/>
                <a:gd name="T11" fmla="*/ 66 h 89"/>
                <a:gd name="T12" fmla="*/ 4 w 49"/>
                <a:gd name="T13" fmla="*/ 61 h 89"/>
                <a:gd name="T14" fmla="*/ 0 w 49"/>
                <a:gd name="T15" fmla="*/ 74 h 89"/>
                <a:gd name="T16" fmla="*/ 19 w 49"/>
                <a:gd name="T17" fmla="*/ 78 h 89"/>
                <a:gd name="T18" fmla="*/ 19 w 49"/>
                <a:gd name="T19" fmla="*/ 89 h 89"/>
                <a:gd name="T20" fmla="*/ 30 w 49"/>
                <a:gd name="T21" fmla="*/ 89 h 89"/>
                <a:gd name="T22" fmla="*/ 30 w 49"/>
                <a:gd name="T23" fmla="*/ 77 h 89"/>
                <a:gd name="T24" fmla="*/ 49 w 49"/>
                <a:gd name="T25" fmla="*/ 58 h 89"/>
                <a:gd name="T26" fmla="*/ 31 w 49"/>
                <a:gd name="T27" fmla="*/ 37 h 89"/>
                <a:gd name="T28" fmla="*/ 18 w 49"/>
                <a:gd name="T29" fmla="*/ 28 h 89"/>
                <a:gd name="T30" fmla="*/ 27 w 49"/>
                <a:gd name="T31" fmla="*/ 22 h 89"/>
                <a:gd name="T32" fmla="*/ 43 w 49"/>
                <a:gd name="T33" fmla="*/ 26 h 89"/>
                <a:gd name="T34" fmla="*/ 46 w 49"/>
                <a:gd name="T35" fmla="*/ 13 h 89"/>
                <a:gd name="T36" fmla="*/ 30 w 49"/>
                <a:gd name="T37" fmla="*/ 10 h 89"/>
                <a:gd name="T38" fmla="*/ 30 w 49"/>
                <a:gd name="T39" fmla="*/ 0 h 89"/>
                <a:gd name="T40" fmla="*/ 20 w 49"/>
                <a:gd name="T41" fmla="*/ 0 h 89"/>
                <a:gd name="T42" fmla="*/ 20 w 49"/>
                <a:gd name="T43" fmla="*/ 0 h 89"/>
                <a:gd name="T44" fmla="*/ 20 w 49"/>
                <a:gd name="T45"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9" h="89">
                  <a:moveTo>
                    <a:pt x="20" y="0"/>
                  </a:moveTo>
                  <a:cubicBezTo>
                    <a:pt x="20" y="11"/>
                    <a:pt x="20" y="11"/>
                    <a:pt x="20" y="11"/>
                  </a:cubicBezTo>
                  <a:cubicBezTo>
                    <a:pt x="8" y="13"/>
                    <a:pt x="1" y="20"/>
                    <a:pt x="1" y="30"/>
                  </a:cubicBezTo>
                  <a:cubicBezTo>
                    <a:pt x="1" y="40"/>
                    <a:pt x="9" y="46"/>
                    <a:pt x="21" y="50"/>
                  </a:cubicBezTo>
                  <a:cubicBezTo>
                    <a:pt x="29" y="52"/>
                    <a:pt x="32" y="55"/>
                    <a:pt x="32" y="59"/>
                  </a:cubicBezTo>
                  <a:cubicBezTo>
                    <a:pt x="32" y="63"/>
                    <a:pt x="28" y="66"/>
                    <a:pt x="22" y="66"/>
                  </a:cubicBezTo>
                  <a:cubicBezTo>
                    <a:pt x="14" y="66"/>
                    <a:pt x="8" y="63"/>
                    <a:pt x="4" y="61"/>
                  </a:cubicBezTo>
                  <a:cubicBezTo>
                    <a:pt x="0" y="74"/>
                    <a:pt x="0" y="74"/>
                    <a:pt x="0" y="74"/>
                  </a:cubicBezTo>
                  <a:cubicBezTo>
                    <a:pt x="5" y="76"/>
                    <a:pt x="12" y="78"/>
                    <a:pt x="19" y="78"/>
                  </a:cubicBezTo>
                  <a:cubicBezTo>
                    <a:pt x="19" y="89"/>
                    <a:pt x="19" y="89"/>
                    <a:pt x="19" y="89"/>
                  </a:cubicBezTo>
                  <a:cubicBezTo>
                    <a:pt x="30" y="89"/>
                    <a:pt x="30" y="89"/>
                    <a:pt x="30" y="89"/>
                  </a:cubicBezTo>
                  <a:cubicBezTo>
                    <a:pt x="30" y="77"/>
                    <a:pt x="30" y="77"/>
                    <a:pt x="30" y="77"/>
                  </a:cubicBezTo>
                  <a:cubicBezTo>
                    <a:pt x="42" y="75"/>
                    <a:pt x="49" y="67"/>
                    <a:pt x="49" y="58"/>
                  </a:cubicBezTo>
                  <a:cubicBezTo>
                    <a:pt x="49" y="48"/>
                    <a:pt x="44" y="42"/>
                    <a:pt x="31" y="37"/>
                  </a:cubicBezTo>
                  <a:cubicBezTo>
                    <a:pt x="22" y="34"/>
                    <a:pt x="18" y="32"/>
                    <a:pt x="18" y="28"/>
                  </a:cubicBezTo>
                  <a:cubicBezTo>
                    <a:pt x="18" y="25"/>
                    <a:pt x="20" y="22"/>
                    <a:pt x="27" y="22"/>
                  </a:cubicBezTo>
                  <a:cubicBezTo>
                    <a:pt x="35" y="22"/>
                    <a:pt x="40" y="24"/>
                    <a:pt x="43" y="26"/>
                  </a:cubicBezTo>
                  <a:cubicBezTo>
                    <a:pt x="46" y="13"/>
                    <a:pt x="46" y="13"/>
                    <a:pt x="46" y="13"/>
                  </a:cubicBezTo>
                  <a:cubicBezTo>
                    <a:pt x="42" y="11"/>
                    <a:pt x="37" y="10"/>
                    <a:pt x="30" y="10"/>
                  </a:cubicBezTo>
                  <a:cubicBezTo>
                    <a:pt x="30" y="0"/>
                    <a:pt x="30" y="0"/>
                    <a:pt x="30" y="0"/>
                  </a:cubicBezTo>
                  <a:lnTo>
                    <a:pt x="20" y="0"/>
                  </a:lnTo>
                  <a:close/>
                  <a:moveTo>
                    <a:pt x="20" y="0"/>
                  </a:moveTo>
                  <a:cubicBezTo>
                    <a:pt x="20" y="0"/>
                    <a:pt x="20" y="0"/>
                    <a:pt x="20" y="0"/>
                  </a:cubicBezTo>
                </a:path>
              </a:pathLst>
            </a:custGeom>
            <a:solidFill>
              <a:srgbClr val="3A8F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9" name="Freeform 20"/>
          <p:cNvSpPr>
            <a:spLocks/>
          </p:cNvSpPr>
          <p:nvPr/>
        </p:nvSpPr>
        <p:spPr bwMode="auto">
          <a:xfrm>
            <a:off x="6220622" y="4746533"/>
            <a:ext cx="779832" cy="755286"/>
          </a:xfrm>
          <a:custGeom>
            <a:avLst/>
            <a:gdLst>
              <a:gd name="T0" fmla="*/ 10 w 349"/>
              <a:gd name="T1" fmla="*/ 147 h 338"/>
              <a:gd name="T2" fmla="*/ 349 w 349"/>
              <a:gd name="T3" fmla="*/ 5 h 338"/>
              <a:gd name="T4" fmla="*/ 343 w 349"/>
              <a:gd name="T5" fmla="*/ 0 h 338"/>
              <a:gd name="T6" fmla="*/ 5 w 349"/>
              <a:gd name="T7" fmla="*/ 140 h 338"/>
              <a:gd name="T8" fmla="*/ 5 w 349"/>
              <a:gd name="T9" fmla="*/ 140 h 338"/>
              <a:gd name="T10" fmla="*/ 0 w 349"/>
              <a:gd name="T11" fmla="*/ 140 h 338"/>
              <a:gd name="T12" fmla="*/ 0 w 349"/>
              <a:gd name="T13" fmla="*/ 338 h 338"/>
              <a:gd name="T14" fmla="*/ 10 w 349"/>
              <a:gd name="T15" fmla="*/ 338 h 338"/>
              <a:gd name="T16" fmla="*/ 10 w 349"/>
              <a:gd name="T17" fmla="*/ 147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9" h="338">
                <a:moveTo>
                  <a:pt x="10" y="147"/>
                </a:moveTo>
                <a:cubicBezTo>
                  <a:pt x="135" y="134"/>
                  <a:pt x="252" y="85"/>
                  <a:pt x="349" y="5"/>
                </a:cubicBezTo>
                <a:cubicBezTo>
                  <a:pt x="343" y="0"/>
                  <a:pt x="343" y="0"/>
                  <a:pt x="343" y="0"/>
                </a:cubicBezTo>
                <a:cubicBezTo>
                  <a:pt x="249" y="77"/>
                  <a:pt x="132" y="128"/>
                  <a:pt x="5" y="140"/>
                </a:cubicBezTo>
                <a:cubicBezTo>
                  <a:pt x="5" y="140"/>
                  <a:pt x="5" y="140"/>
                  <a:pt x="5" y="140"/>
                </a:cubicBezTo>
                <a:cubicBezTo>
                  <a:pt x="0" y="140"/>
                  <a:pt x="0" y="140"/>
                  <a:pt x="0" y="140"/>
                </a:cubicBezTo>
                <a:cubicBezTo>
                  <a:pt x="0" y="338"/>
                  <a:pt x="0" y="338"/>
                  <a:pt x="0" y="338"/>
                </a:cubicBezTo>
                <a:cubicBezTo>
                  <a:pt x="10" y="338"/>
                  <a:pt x="10" y="338"/>
                  <a:pt x="10" y="338"/>
                </a:cubicBezTo>
                <a:lnTo>
                  <a:pt x="10" y="147"/>
                </a:lnTo>
                <a:close/>
              </a:path>
            </a:pathLst>
          </a:custGeom>
          <a:solidFill>
            <a:srgbClr val="E7BE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75" name="组合 74"/>
          <p:cNvGrpSpPr/>
          <p:nvPr/>
        </p:nvGrpSpPr>
        <p:grpSpPr>
          <a:xfrm>
            <a:off x="8065407" y="2329619"/>
            <a:ext cx="381419" cy="398413"/>
            <a:chOff x="8065407" y="2329619"/>
            <a:chExt cx="381419" cy="398413"/>
          </a:xfrm>
        </p:grpSpPr>
        <p:sp>
          <p:nvSpPr>
            <p:cNvPr id="20" name="Freeform 21"/>
            <p:cNvSpPr>
              <a:spLocks noEditPoints="1"/>
            </p:cNvSpPr>
            <p:nvPr/>
          </p:nvSpPr>
          <p:spPr bwMode="auto">
            <a:xfrm>
              <a:off x="8065407" y="2329619"/>
              <a:ext cx="381419" cy="398413"/>
            </a:xfrm>
            <a:custGeom>
              <a:avLst/>
              <a:gdLst>
                <a:gd name="T0" fmla="*/ 162 w 171"/>
                <a:gd name="T1" fmla="*/ 15 h 178"/>
                <a:gd name="T2" fmla="*/ 94 w 171"/>
                <a:gd name="T3" fmla="*/ 15 h 178"/>
                <a:gd name="T4" fmla="*/ 95 w 171"/>
                <a:gd name="T5" fmla="*/ 10 h 178"/>
                <a:gd name="T6" fmla="*/ 85 w 171"/>
                <a:gd name="T7" fmla="*/ 0 h 178"/>
                <a:gd name="T8" fmla="*/ 75 w 171"/>
                <a:gd name="T9" fmla="*/ 10 h 178"/>
                <a:gd name="T10" fmla="*/ 77 w 171"/>
                <a:gd name="T11" fmla="*/ 15 h 178"/>
                <a:gd name="T12" fmla="*/ 9 w 171"/>
                <a:gd name="T13" fmla="*/ 15 h 178"/>
                <a:gd name="T14" fmla="*/ 0 w 171"/>
                <a:gd name="T15" fmla="*/ 24 h 178"/>
                <a:gd name="T16" fmla="*/ 0 w 171"/>
                <a:gd name="T17" fmla="*/ 124 h 178"/>
                <a:gd name="T18" fmla="*/ 9 w 171"/>
                <a:gd name="T19" fmla="*/ 134 h 178"/>
                <a:gd name="T20" fmla="*/ 64 w 171"/>
                <a:gd name="T21" fmla="*/ 134 h 178"/>
                <a:gd name="T22" fmla="*/ 54 w 171"/>
                <a:gd name="T23" fmla="*/ 171 h 178"/>
                <a:gd name="T24" fmla="*/ 57 w 171"/>
                <a:gd name="T25" fmla="*/ 177 h 178"/>
                <a:gd name="T26" fmla="*/ 61 w 171"/>
                <a:gd name="T27" fmla="*/ 178 h 178"/>
                <a:gd name="T28" fmla="*/ 68 w 171"/>
                <a:gd name="T29" fmla="*/ 174 h 178"/>
                <a:gd name="T30" fmla="*/ 79 w 171"/>
                <a:gd name="T31" fmla="*/ 134 h 178"/>
                <a:gd name="T32" fmla="*/ 92 w 171"/>
                <a:gd name="T33" fmla="*/ 134 h 178"/>
                <a:gd name="T34" fmla="*/ 103 w 171"/>
                <a:gd name="T35" fmla="*/ 174 h 178"/>
                <a:gd name="T36" fmla="*/ 109 w 171"/>
                <a:gd name="T37" fmla="*/ 178 h 178"/>
                <a:gd name="T38" fmla="*/ 114 w 171"/>
                <a:gd name="T39" fmla="*/ 177 h 178"/>
                <a:gd name="T40" fmla="*/ 117 w 171"/>
                <a:gd name="T41" fmla="*/ 171 h 178"/>
                <a:gd name="T42" fmla="*/ 106 w 171"/>
                <a:gd name="T43" fmla="*/ 134 h 178"/>
                <a:gd name="T44" fmla="*/ 162 w 171"/>
                <a:gd name="T45" fmla="*/ 134 h 178"/>
                <a:gd name="T46" fmla="*/ 171 w 171"/>
                <a:gd name="T47" fmla="*/ 124 h 178"/>
                <a:gd name="T48" fmla="*/ 171 w 171"/>
                <a:gd name="T49" fmla="*/ 24 h 178"/>
                <a:gd name="T50" fmla="*/ 162 w 171"/>
                <a:gd name="T51" fmla="*/ 15 h 178"/>
                <a:gd name="T52" fmla="*/ 153 w 171"/>
                <a:gd name="T53" fmla="*/ 116 h 178"/>
                <a:gd name="T54" fmla="*/ 17 w 171"/>
                <a:gd name="T55" fmla="*/ 116 h 178"/>
                <a:gd name="T56" fmla="*/ 17 w 171"/>
                <a:gd name="T57" fmla="*/ 31 h 178"/>
                <a:gd name="T58" fmla="*/ 153 w 171"/>
                <a:gd name="T59" fmla="*/ 31 h 178"/>
                <a:gd name="T60" fmla="*/ 153 w 171"/>
                <a:gd name="T61" fmla="*/ 116 h 178"/>
                <a:gd name="T62" fmla="*/ 153 w 171"/>
                <a:gd name="T63" fmla="*/ 116 h 178"/>
                <a:gd name="T64" fmla="*/ 153 w 171"/>
                <a:gd name="T65" fmla="*/ 116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1" h="178">
                  <a:moveTo>
                    <a:pt x="162" y="15"/>
                  </a:moveTo>
                  <a:cubicBezTo>
                    <a:pt x="94" y="15"/>
                    <a:pt x="94" y="15"/>
                    <a:pt x="94" y="15"/>
                  </a:cubicBezTo>
                  <a:cubicBezTo>
                    <a:pt x="95" y="13"/>
                    <a:pt x="95" y="12"/>
                    <a:pt x="95" y="10"/>
                  </a:cubicBezTo>
                  <a:cubicBezTo>
                    <a:pt x="95" y="5"/>
                    <a:pt x="91" y="0"/>
                    <a:pt x="85" y="0"/>
                  </a:cubicBezTo>
                  <a:cubicBezTo>
                    <a:pt x="80" y="0"/>
                    <a:pt x="75" y="5"/>
                    <a:pt x="75" y="10"/>
                  </a:cubicBezTo>
                  <a:cubicBezTo>
                    <a:pt x="75" y="12"/>
                    <a:pt x="76" y="13"/>
                    <a:pt x="77" y="15"/>
                  </a:cubicBezTo>
                  <a:cubicBezTo>
                    <a:pt x="9" y="15"/>
                    <a:pt x="9" y="15"/>
                    <a:pt x="9" y="15"/>
                  </a:cubicBezTo>
                  <a:cubicBezTo>
                    <a:pt x="4" y="15"/>
                    <a:pt x="0" y="19"/>
                    <a:pt x="0" y="24"/>
                  </a:cubicBezTo>
                  <a:cubicBezTo>
                    <a:pt x="0" y="124"/>
                    <a:pt x="0" y="124"/>
                    <a:pt x="0" y="124"/>
                  </a:cubicBezTo>
                  <a:cubicBezTo>
                    <a:pt x="0" y="129"/>
                    <a:pt x="4" y="134"/>
                    <a:pt x="9" y="134"/>
                  </a:cubicBezTo>
                  <a:cubicBezTo>
                    <a:pt x="64" y="134"/>
                    <a:pt x="64" y="134"/>
                    <a:pt x="64" y="134"/>
                  </a:cubicBezTo>
                  <a:cubicBezTo>
                    <a:pt x="54" y="171"/>
                    <a:pt x="54" y="171"/>
                    <a:pt x="54" y="171"/>
                  </a:cubicBezTo>
                  <a:cubicBezTo>
                    <a:pt x="53" y="174"/>
                    <a:pt x="55" y="177"/>
                    <a:pt x="57" y="177"/>
                  </a:cubicBezTo>
                  <a:cubicBezTo>
                    <a:pt x="61" y="178"/>
                    <a:pt x="61" y="178"/>
                    <a:pt x="61" y="178"/>
                  </a:cubicBezTo>
                  <a:cubicBezTo>
                    <a:pt x="64" y="178"/>
                    <a:pt x="67" y="177"/>
                    <a:pt x="68" y="174"/>
                  </a:cubicBezTo>
                  <a:cubicBezTo>
                    <a:pt x="79" y="134"/>
                    <a:pt x="79" y="134"/>
                    <a:pt x="79" y="134"/>
                  </a:cubicBezTo>
                  <a:cubicBezTo>
                    <a:pt x="92" y="134"/>
                    <a:pt x="92" y="134"/>
                    <a:pt x="92" y="134"/>
                  </a:cubicBezTo>
                  <a:cubicBezTo>
                    <a:pt x="103" y="174"/>
                    <a:pt x="103" y="174"/>
                    <a:pt x="103" y="174"/>
                  </a:cubicBezTo>
                  <a:cubicBezTo>
                    <a:pt x="104" y="177"/>
                    <a:pt x="107" y="178"/>
                    <a:pt x="109" y="178"/>
                  </a:cubicBezTo>
                  <a:cubicBezTo>
                    <a:pt x="114" y="177"/>
                    <a:pt x="114" y="177"/>
                    <a:pt x="114" y="177"/>
                  </a:cubicBezTo>
                  <a:cubicBezTo>
                    <a:pt x="116" y="177"/>
                    <a:pt x="118" y="174"/>
                    <a:pt x="117" y="171"/>
                  </a:cubicBezTo>
                  <a:cubicBezTo>
                    <a:pt x="106" y="134"/>
                    <a:pt x="106" y="134"/>
                    <a:pt x="106" y="134"/>
                  </a:cubicBezTo>
                  <a:cubicBezTo>
                    <a:pt x="162" y="134"/>
                    <a:pt x="162" y="134"/>
                    <a:pt x="162" y="134"/>
                  </a:cubicBezTo>
                  <a:cubicBezTo>
                    <a:pt x="167" y="134"/>
                    <a:pt x="171" y="129"/>
                    <a:pt x="171" y="124"/>
                  </a:cubicBezTo>
                  <a:cubicBezTo>
                    <a:pt x="171" y="24"/>
                    <a:pt x="171" y="24"/>
                    <a:pt x="171" y="24"/>
                  </a:cubicBezTo>
                  <a:cubicBezTo>
                    <a:pt x="171" y="19"/>
                    <a:pt x="167" y="15"/>
                    <a:pt x="162" y="15"/>
                  </a:cubicBezTo>
                  <a:close/>
                  <a:moveTo>
                    <a:pt x="153" y="116"/>
                  </a:moveTo>
                  <a:cubicBezTo>
                    <a:pt x="17" y="116"/>
                    <a:pt x="17" y="116"/>
                    <a:pt x="17" y="116"/>
                  </a:cubicBezTo>
                  <a:cubicBezTo>
                    <a:pt x="17" y="31"/>
                    <a:pt x="17" y="31"/>
                    <a:pt x="17" y="31"/>
                  </a:cubicBezTo>
                  <a:cubicBezTo>
                    <a:pt x="153" y="31"/>
                    <a:pt x="153" y="31"/>
                    <a:pt x="153" y="31"/>
                  </a:cubicBezTo>
                  <a:lnTo>
                    <a:pt x="153" y="116"/>
                  </a:lnTo>
                  <a:close/>
                  <a:moveTo>
                    <a:pt x="153" y="116"/>
                  </a:moveTo>
                  <a:cubicBezTo>
                    <a:pt x="153" y="116"/>
                    <a:pt x="153" y="116"/>
                    <a:pt x="153" y="116"/>
                  </a:cubicBezTo>
                </a:path>
              </a:pathLst>
            </a:custGeom>
            <a:solidFill>
              <a:srgbClr val="DA4D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22"/>
            <p:cNvSpPr>
              <a:spLocks noEditPoints="1"/>
            </p:cNvSpPr>
            <p:nvPr/>
          </p:nvSpPr>
          <p:spPr bwMode="auto">
            <a:xfrm>
              <a:off x="8122998" y="2445744"/>
              <a:ext cx="254909" cy="112349"/>
            </a:xfrm>
            <a:custGeom>
              <a:avLst/>
              <a:gdLst>
                <a:gd name="T0" fmla="*/ 7 w 114"/>
                <a:gd name="T1" fmla="*/ 50 h 50"/>
                <a:gd name="T2" fmla="*/ 14 w 114"/>
                <a:gd name="T3" fmla="*/ 42 h 50"/>
                <a:gd name="T4" fmla="*/ 14 w 114"/>
                <a:gd name="T5" fmla="*/ 40 h 50"/>
                <a:gd name="T6" fmla="*/ 46 w 114"/>
                <a:gd name="T7" fmla="*/ 15 h 50"/>
                <a:gd name="T8" fmla="*/ 50 w 114"/>
                <a:gd name="T9" fmla="*/ 16 h 50"/>
                <a:gd name="T10" fmla="*/ 54 w 114"/>
                <a:gd name="T11" fmla="*/ 15 h 50"/>
                <a:gd name="T12" fmla="*/ 72 w 114"/>
                <a:gd name="T13" fmla="*/ 31 h 50"/>
                <a:gd name="T14" fmla="*/ 72 w 114"/>
                <a:gd name="T15" fmla="*/ 32 h 50"/>
                <a:gd name="T16" fmla="*/ 79 w 114"/>
                <a:gd name="T17" fmla="*/ 39 h 50"/>
                <a:gd name="T18" fmla="*/ 86 w 114"/>
                <a:gd name="T19" fmla="*/ 32 h 50"/>
                <a:gd name="T20" fmla="*/ 86 w 114"/>
                <a:gd name="T21" fmla="*/ 30 h 50"/>
                <a:gd name="T22" fmla="*/ 104 w 114"/>
                <a:gd name="T23" fmla="*/ 13 h 50"/>
                <a:gd name="T24" fmla="*/ 107 w 114"/>
                <a:gd name="T25" fmla="*/ 14 h 50"/>
                <a:gd name="T26" fmla="*/ 114 w 114"/>
                <a:gd name="T27" fmla="*/ 7 h 50"/>
                <a:gd name="T28" fmla="*/ 107 w 114"/>
                <a:gd name="T29" fmla="*/ 0 h 50"/>
                <a:gd name="T30" fmla="*/ 100 w 114"/>
                <a:gd name="T31" fmla="*/ 7 h 50"/>
                <a:gd name="T32" fmla="*/ 101 w 114"/>
                <a:gd name="T33" fmla="*/ 10 h 50"/>
                <a:gd name="T34" fmla="*/ 83 w 114"/>
                <a:gd name="T35" fmla="*/ 26 h 50"/>
                <a:gd name="T36" fmla="*/ 79 w 114"/>
                <a:gd name="T37" fmla="*/ 25 h 50"/>
                <a:gd name="T38" fmla="*/ 75 w 114"/>
                <a:gd name="T39" fmla="*/ 26 h 50"/>
                <a:gd name="T40" fmla="*/ 57 w 114"/>
                <a:gd name="T41" fmla="*/ 11 h 50"/>
                <a:gd name="T42" fmla="*/ 57 w 114"/>
                <a:gd name="T43" fmla="*/ 9 h 50"/>
                <a:gd name="T44" fmla="*/ 50 w 114"/>
                <a:gd name="T45" fmla="*/ 2 h 50"/>
                <a:gd name="T46" fmla="*/ 43 w 114"/>
                <a:gd name="T47" fmla="*/ 9 h 50"/>
                <a:gd name="T48" fmla="*/ 44 w 114"/>
                <a:gd name="T49" fmla="*/ 11 h 50"/>
                <a:gd name="T50" fmla="*/ 11 w 114"/>
                <a:gd name="T51" fmla="*/ 37 h 50"/>
                <a:gd name="T52" fmla="*/ 7 w 114"/>
                <a:gd name="T53" fmla="*/ 35 h 50"/>
                <a:gd name="T54" fmla="*/ 0 w 114"/>
                <a:gd name="T55" fmla="*/ 42 h 50"/>
                <a:gd name="T56" fmla="*/ 7 w 114"/>
                <a:gd name="T57" fmla="*/ 50 h 50"/>
                <a:gd name="T58" fmla="*/ 7 w 114"/>
                <a:gd name="T59" fmla="*/ 50 h 50"/>
                <a:gd name="T60" fmla="*/ 7 w 114"/>
                <a:gd name="T61"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4" h="50">
                  <a:moveTo>
                    <a:pt x="7" y="50"/>
                  </a:moveTo>
                  <a:cubicBezTo>
                    <a:pt x="11" y="50"/>
                    <a:pt x="14" y="46"/>
                    <a:pt x="14" y="42"/>
                  </a:cubicBezTo>
                  <a:cubicBezTo>
                    <a:pt x="14" y="42"/>
                    <a:pt x="14" y="41"/>
                    <a:pt x="14" y="40"/>
                  </a:cubicBezTo>
                  <a:cubicBezTo>
                    <a:pt x="23" y="33"/>
                    <a:pt x="39" y="20"/>
                    <a:pt x="46" y="15"/>
                  </a:cubicBezTo>
                  <a:cubicBezTo>
                    <a:pt x="47" y="16"/>
                    <a:pt x="49" y="16"/>
                    <a:pt x="50" y="16"/>
                  </a:cubicBezTo>
                  <a:cubicBezTo>
                    <a:pt x="52" y="16"/>
                    <a:pt x="53" y="16"/>
                    <a:pt x="54" y="15"/>
                  </a:cubicBezTo>
                  <a:cubicBezTo>
                    <a:pt x="58" y="19"/>
                    <a:pt x="66" y="26"/>
                    <a:pt x="72" y="31"/>
                  </a:cubicBezTo>
                  <a:cubicBezTo>
                    <a:pt x="72" y="31"/>
                    <a:pt x="72" y="31"/>
                    <a:pt x="72" y="32"/>
                  </a:cubicBezTo>
                  <a:cubicBezTo>
                    <a:pt x="72" y="36"/>
                    <a:pt x="75" y="39"/>
                    <a:pt x="79" y="39"/>
                  </a:cubicBezTo>
                  <a:cubicBezTo>
                    <a:pt x="83" y="39"/>
                    <a:pt x="86" y="36"/>
                    <a:pt x="86" y="32"/>
                  </a:cubicBezTo>
                  <a:cubicBezTo>
                    <a:pt x="86" y="31"/>
                    <a:pt x="86" y="31"/>
                    <a:pt x="86" y="30"/>
                  </a:cubicBezTo>
                  <a:cubicBezTo>
                    <a:pt x="104" y="13"/>
                    <a:pt x="104" y="13"/>
                    <a:pt x="104" y="13"/>
                  </a:cubicBezTo>
                  <a:cubicBezTo>
                    <a:pt x="105" y="14"/>
                    <a:pt x="106" y="14"/>
                    <a:pt x="107" y="14"/>
                  </a:cubicBezTo>
                  <a:cubicBezTo>
                    <a:pt x="111" y="14"/>
                    <a:pt x="114" y="11"/>
                    <a:pt x="114" y="7"/>
                  </a:cubicBezTo>
                  <a:cubicBezTo>
                    <a:pt x="114" y="3"/>
                    <a:pt x="111" y="0"/>
                    <a:pt x="107" y="0"/>
                  </a:cubicBezTo>
                  <a:cubicBezTo>
                    <a:pt x="103" y="0"/>
                    <a:pt x="100" y="3"/>
                    <a:pt x="100" y="7"/>
                  </a:cubicBezTo>
                  <a:cubicBezTo>
                    <a:pt x="100" y="8"/>
                    <a:pt x="100" y="9"/>
                    <a:pt x="101" y="10"/>
                  </a:cubicBezTo>
                  <a:cubicBezTo>
                    <a:pt x="95" y="14"/>
                    <a:pt x="87" y="22"/>
                    <a:pt x="83" y="26"/>
                  </a:cubicBezTo>
                  <a:cubicBezTo>
                    <a:pt x="82" y="25"/>
                    <a:pt x="80" y="25"/>
                    <a:pt x="79" y="25"/>
                  </a:cubicBezTo>
                  <a:cubicBezTo>
                    <a:pt x="77" y="25"/>
                    <a:pt x="76" y="25"/>
                    <a:pt x="75" y="26"/>
                  </a:cubicBezTo>
                  <a:cubicBezTo>
                    <a:pt x="70" y="22"/>
                    <a:pt x="62" y="16"/>
                    <a:pt x="57" y="11"/>
                  </a:cubicBezTo>
                  <a:cubicBezTo>
                    <a:pt x="57" y="11"/>
                    <a:pt x="57" y="10"/>
                    <a:pt x="57" y="9"/>
                  </a:cubicBezTo>
                  <a:cubicBezTo>
                    <a:pt x="57" y="5"/>
                    <a:pt x="54" y="2"/>
                    <a:pt x="50" y="2"/>
                  </a:cubicBezTo>
                  <a:cubicBezTo>
                    <a:pt x="46" y="2"/>
                    <a:pt x="43" y="5"/>
                    <a:pt x="43" y="9"/>
                  </a:cubicBezTo>
                  <a:cubicBezTo>
                    <a:pt x="43" y="10"/>
                    <a:pt x="43" y="11"/>
                    <a:pt x="44" y="11"/>
                  </a:cubicBezTo>
                  <a:cubicBezTo>
                    <a:pt x="11" y="37"/>
                    <a:pt x="11" y="37"/>
                    <a:pt x="11" y="37"/>
                  </a:cubicBezTo>
                  <a:cubicBezTo>
                    <a:pt x="10" y="36"/>
                    <a:pt x="9" y="35"/>
                    <a:pt x="7" y="35"/>
                  </a:cubicBezTo>
                  <a:cubicBezTo>
                    <a:pt x="4" y="35"/>
                    <a:pt x="0" y="39"/>
                    <a:pt x="0" y="42"/>
                  </a:cubicBezTo>
                  <a:cubicBezTo>
                    <a:pt x="0" y="46"/>
                    <a:pt x="4" y="50"/>
                    <a:pt x="7" y="50"/>
                  </a:cubicBezTo>
                  <a:close/>
                  <a:moveTo>
                    <a:pt x="7" y="50"/>
                  </a:moveTo>
                  <a:cubicBezTo>
                    <a:pt x="7" y="50"/>
                    <a:pt x="7" y="50"/>
                    <a:pt x="7" y="50"/>
                  </a:cubicBezTo>
                </a:path>
              </a:pathLst>
            </a:custGeom>
            <a:solidFill>
              <a:srgbClr val="DA4D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2" name="Freeform 23"/>
          <p:cNvSpPr>
            <a:spLocks noEditPoints="1"/>
          </p:cNvSpPr>
          <p:nvPr/>
        </p:nvSpPr>
        <p:spPr bwMode="auto">
          <a:xfrm>
            <a:off x="8284440" y="4958957"/>
            <a:ext cx="335158" cy="320052"/>
          </a:xfrm>
          <a:custGeom>
            <a:avLst/>
            <a:gdLst>
              <a:gd name="T0" fmla="*/ 145 w 150"/>
              <a:gd name="T1" fmla="*/ 73 h 143"/>
              <a:gd name="T2" fmla="*/ 119 w 150"/>
              <a:gd name="T3" fmla="*/ 1 h 143"/>
              <a:gd name="T4" fmla="*/ 1 w 150"/>
              <a:gd name="T5" fmla="*/ 40 h 143"/>
              <a:gd name="T6" fmla="*/ 27 w 150"/>
              <a:gd name="T7" fmla="*/ 112 h 143"/>
              <a:gd name="T8" fmla="*/ 67 w 150"/>
              <a:gd name="T9" fmla="*/ 124 h 143"/>
              <a:gd name="T10" fmla="*/ 150 w 150"/>
              <a:gd name="T11" fmla="*/ 124 h 143"/>
              <a:gd name="T12" fmla="*/ 144 w 150"/>
              <a:gd name="T13" fmla="*/ 79 h 143"/>
              <a:gd name="T14" fmla="*/ 133 w 150"/>
              <a:gd name="T15" fmla="*/ 63 h 143"/>
              <a:gd name="T16" fmla="*/ 109 w 150"/>
              <a:gd name="T17" fmla="*/ 62 h 143"/>
              <a:gd name="T18" fmla="*/ 118 w 150"/>
              <a:gd name="T19" fmla="*/ 12 h 143"/>
              <a:gd name="T20" fmla="*/ 86 w 150"/>
              <a:gd name="T21" fmla="*/ 35 h 143"/>
              <a:gd name="T22" fmla="*/ 118 w 150"/>
              <a:gd name="T23" fmla="*/ 12 h 143"/>
              <a:gd name="T24" fmla="*/ 104 w 150"/>
              <a:gd name="T25" fmla="*/ 71 h 143"/>
              <a:gd name="T26" fmla="*/ 80 w 150"/>
              <a:gd name="T27" fmla="*/ 70 h 143"/>
              <a:gd name="T28" fmla="*/ 24 w 150"/>
              <a:gd name="T29" fmla="*/ 92 h 143"/>
              <a:gd name="T30" fmla="*/ 45 w 150"/>
              <a:gd name="T31" fmla="*/ 79 h 143"/>
              <a:gd name="T32" fmla="*/ 24 w 150"/>
              <a:gd name="T33" fmla="*/ 92 h 143"/>
              <a:gd name="T34" fmla="*/ 73 w 150"/>
              <a:gd name="T35" fmla="*/ 71 h 143"/>
              <a:gd name="T36" fmla="*/ 74 w 150"/>
              <a:gd name="T37" fmla="*/ 79 h 143"/>
              <a:gd name="T38" fmla="*/ 51 w 150"/>
              <a:gd name="T39" fmla="*/ 77 h 143"/>
              <a:gd name="T40" fmla="*/ 108 w 150"/>
              <a:gd name="T41" fmla="*/ 136 h 143"/>
              <a:gd name="T42" fmla="*/ 74 w 150"/>
              <a:gd name="T43" fmla="*/ 115 h 143"/>
              <a:gd name="T44" fmla="*/ 108 w 150"/>
              <a:gd name="T45" fmla="*/ 127 h 143"/>
              <a:gd name="T46" fmla="*/ 142 w 150"/>
              <a:gd name="T47" fmla="*/ 115 h 143"/>
              <a:gd name="T48" fmla="*/ 142 w 150"/>
              <a:gd name="T49" fmla="*/ 107 h 143"/>
              <a:gd name="T50" fmla="*/ 74 w 150"/>
              <a:gd name="T51" fmla="*/ 107 h 143"/>
              <a:gd name="T52" fmla="*/ 75 w 150"/>
              <a:gd name="T53" fmla="*/ 98 h 143"/>
              <a:gd name="T54" fmla="*/ 142 w 150"/>
              <a:gd name="T55" fmla="*/ 98 h 143"/>
              <a:gd name="T56" fmla="*/ 142 w 150"/>
              <a:gd name="T57" fmla="*/ 107 h 143"/>
              <a:gd name="T58" fmla="*/ 74 w 150"/>
              <a:gd name="T59" fmla="*/ 90 h 143"/>
              <a:gd name="T60" fmla="*/ 142 w 150"/>
              <a:gd name="T61" fmla="*/ 90 h 143"/>
              <a:gd name="T62" fmla="*/ 108 w 150"/>
              <a:gd name="T63" fmla="*/ 10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0" h="143">
                <a:moveTo>
                  <a:pt x="144" y="79"/>
                </a:moveTo>
                <a:cubicBezTo>
                  <a:pt x="145" y="78"/>
                  <a:pt x="146" y="75"/>
                  <a:pt x="145" y="73"/>
                </a:cubicBezTo>
                <a:cubicBezTo>
                  <a:pt x="128" y="6"/>
                  <a:pt x="128" y="6"/>
                  <a:pt x="128" y="6"/>
                </a:cubicBezTo>
                <a:cubicBezTo>
                  <a:pt x="126" y="2"/>
                  <a:pt x="123" y="0"/>
                  <a:pt x="119" y="1"/>
                </a:cubicBezTo>
                <a:cubicBezTo>
                  <a:pt x="6" y="31"/>
                  <a:pt x="6" y="31"/>
                  <a:pt x="6" y="31"/>
                </a:cubicBezTo>
                <a:cubicBezTo>
                  <a:pt x="2" y="32"/>
                  <a:pt x="0" y="36"/>
                  <a:pt x="1" y="40"/>
                </a:cubicBezTo>
                <a:cubicBezTo>
                  <a:pt x="18" y="107"/>
                  <a:pt x="18" y="107"/>
                  <a:pt x="18" y="107"/>
                </a:cubicBezTo>
                <a:cubicBezTo>
                  <a:pt x="19" y="111"/>
                  <a:pt x="23" y="113"/>
                  <a:pt x="27" y="112"/>
                </a:cubicBezTo>
                <a:cubicBezTo>
                  <a:pt x="67" y="101"/>
                  <a:pt x="67" y="101"/>
                  <a:pt x="67" y="101"/>
                </a:cubicBezTo>
                <a:cubicBezTo>
                  <a:pt x="67" y="124"/>
                  <a:pt x="67" y="124"/>
                  <a:pt x="67" y="124"/>
                </a:cubicBezTo>
                <a:cubicBezTo>
                  <a:pt x="67" y="136"/>
                  <a:pt x="88" y="143"/>
                  <a:pt x="108" y="143"/>
                </a:cubicBezTo>
                <a:cubicBezTo>
                  <a:pt x="129" y="143"/>
                  <a:pt x="150" y="136"/>
                  <a:pt x="150" y="124"/>
                </a:cubicBezTo>
                <a:cubicBezTo>
                  <a:pt x="150" y="90"/>
                  <a:pt x="150" y="90"/>
                  <a:pt x="150" y="90"/>
                </a:cubicBezTo>
                <a:cubicBezTo>
                  <a:pt x="150" y="86"/>
                  <a:pt x="147" y="82"/>
                  <a:pt x="144" y="79"/>
                </a:cubicBezTo>
                <a:close/>
                <a:moveTo>
                  <a:pt x="131" y="56"/>
                </a:moveTo>
                <a:cubicBezTo>
                  <a:pt x="133" y="63"/>
                  <a:pt x="133" y="63"/>
                  <a:pt x="133" y="63"/>
                </a:cubicBezTo>
                <a:cubicBezTo>
                  <a:pt x="110" y="69"/>
                  <a:pt x="110" y="69"/>
                  <a:pt x="110" y="69"/>
                </a:cubicBezTo>
                <a:cubicBezTo>
                  <a:pt x="109" y="62"/>
                  <a:pt x="109" y="62"/>
                  <a:pt x="109" y="62"/>
                </a:cubicBezTo>
                <a:lnTo>
                  <a:pt x="131" y="56"/>
                </a:lnTo>
                <a:close/>
                <a:moveTo>
                  <a:pt x="118" y="12"/>
                </a:moveTo>
                <a:cubicBezTo>
                  <a:pt x="121" y="25"/>
                  <a:pt x="121" y="25"/>
                  <a:pt x="121" y="25"/>
                </a:cubicBezTo>
                <a:cubicBezTo>
                  <a:pt x="86" y="35"/>
                  <a:pt x="86" y="35"/>
                  <a:pt x="86" y="35"/>
                </a:cubicBezTo>
                <a:cubicBezTo>
                  <a:pt x="83" y="21"/>
                  <a:pt x="83" y="21"/>
                  <a:pt x="83" y="21"/>
                </a:cubicBezTo>
                <a:lnTo>
                  <a:pt x="118" y="12"/>
                </a:lnTo>
                <a:close/>
                <a:moveTo>
                  <a:pt x="102" y="64"/>
                </a:moveTo>
                <a:cubicBezTo>
                  <a:pt x="104" y="71"/>
                  <a:pt x="104" y="71"/>
                  <a:pt x="104" y="71"/>
                </a:cubicBezTo>
                <a:cubicBezTo>
                  <a:pt x="96" y="71"/>
                  <a:pt x="88" y="73"/>
                  <a:pt x="81" y="75"/>
                </a:cubicBezTo>
                <a:cubicBezTo>
                  <a:pt x="80" y="70"/>
                  <a:pt x="80" y="70"/>
                  <a:pt x="80" y="70"/>
                </a:cubicBezTo>
                <a:lnTo>
                  <a:pt x="102" y="64"/>
                </a:lnTo>
                <a:close/>
                <a:moveTo>
                  <a:pt x="24" y="92"/>
                </a:moveTo>
                <a:cubicBezTo>
                  <a:pt x="22" y="85"/>
                  <a:pt x="22" y="85"/>
                  <a:pt x="22" y="85"/>
                </a:cubicBezTo>
                <a:cubicBezTo>
                  <a:pt x="45" y="79"/>
                  <a:pt x="45" y="79"/>
                  <a:pt x="45" y="79"/>
                </a:cubicBezTo>
                <a:cubicBezTo>
                  <a:pt x="47" y="86"/>
                  <a:pt x="47" y="86"/>
                  <a:pt x="47" y="86"/>
                </a:cubicBezTo>
                <a:lnTo>
                  <a:pt x="24" y="92"/>
                </a:lnTo>
                <a:close/>
                <a:moveTo>
                  <a:pt x="51" y="77"/>
                </a:moveTo>
                <a:cubicBezTo>
                  <a:pt x="73" y="71"/>
                  <a:pt x="73" y="71"/>
                  <a:pt x="73" y="71"/>
                </a:cubicBezTo>
                <a:cubicBezTo>
                  <a:pt x="75" y="78"/>
                  <a:pt x="75" y="78"/>
                  <a:pt x="75" y="78"/>
                </a:cubicBezTo>
                <a:cubicBezTo>
                  <a:pt x="75" y="78"/>
                  <a:pt x="74" y="79"/>
                  <a:pt x="74" y="79"/>
                </a:cubicBezTo>
                <a:cubicBezTo>
                  <a:pt x="53" y="84"/>
                  <a:pt x="53" y="84"/>
                  <a:pt x="53" y="84"/>
                </a:cubicBezTo>
                <a:lnTo>
                  <a:pt x="51" y="77"/>
                </a:lnTo>
                <a:close/>
                <a:moveTo>
                  <a:pt x="142" y="123"/>
                </a:moveTo>
                <a:cubicBezTo>
                  <a:pt x="142" y="130"/>
                  <a:pt x="127" y="136"/>
                  <a:pt x="108" y="136"/>
                </a:cubicBezTo>
                <a:cubicBezTo>
                  <a:pt x="90" y="136"/>
                  <a:pt x="74" y="130"/>
                  <a:pt x="74" y="123"/>
                </a:cubicBezTo>
                <a:cubicBezTo>
                  <a:pt x="74" y="115"/>
                  <a:pt x="74" y="115"/>
                  <a:pt x="74" y="115"/>
                </a:cubicBezTo>
                <a:cubicBezTo>
                  <a:pt x="74" y="115"/>
                  <a:pt x="75" y="114"/>
                  <a:pt x="75" y="114"/>
                </a:cubicBezTo>
                <a:cubicBezTo>
                  <a:pt x="76" y="121"/>
                  <a:pt x="90" y="127"/>
                  <a:pt x="108" y="127"/>
                </a:cubicBezTo>
                <a:cubicBezTo>
                  <a:pt x="126" y="127"/>
                  <a:pt x="141" y="121"/>
                  <a:pt x="142" y="114"/>
                </a:cubicBezTo>
                <a:cubicBezTo>
                  <a:pt x="142" y="114"/>
                  <a:pt x="142" y="115"/>
                  <a:pt x="142" y="115"/>
                </a:cubicBezTo>
                <a:lnTo>
                  <a:pt x="142" y="123"/>
                </a:lnTo>
                <a:close/>
                <a:moveTo>
                  <a:pt x="142" y="107"/>
                </a:moveTo>
                <a:cubicBezTo>
                  <a:pt x="142" y="114"/>
                  <a:pt x="127" y="120"/>
                  <a:pt x="108" y="120"/>
                </a:cubicBezTo>
                <a:cubicBezTo>
                  <a:pt x="90" y="120"/>
                  <a:pt x="74" y="114"/>
                  <a:pt x="74" y="107"/>
                </a:cubicBezTo>
                <a:cubicBezTo>
                  <a:pt x="74" y="99"/>
                  <a:pt x="74" y="99"/>
                  <a:pt x="74" y="99"/>
                </a:cubicBezTo>
                <a:cubicBezTo>
                  <a:pt x="74" y="98"/>
                  <a:pt x="75" y="98"/>
                  <a:pt x="75" y="98"/>
                </a:cubicBezTo>
                <a:cubicBezTo>
                  <a:pt x="76" y="105"/>
                  <a:pt x="90" y="110"/>
                  <a:pt x="108" y="110"/>
                </a:cubicBezTo>
                <a:cubicBezTo>
                  <a:pt x="126" y="110"/>
                  <a:pt x="141" y="105"/>
                  <a:pt x="142" y="98"/>
                </a:cubicBezTo>
                <a:cubicBezTo>
                  <a:pt x="142" y="98"/>
                  <a:pt x="142" y="98"/>
                  <a:pt x="142" y="99"/>
                </a:cubicBezTo>
                <a:lnTo>
                  <a:pt x="142" y="107"/>
                </a:lnTo>
                <a:close/>
                <a:moveTo>
                  <a:pt x="108" y="103"/>
                </a:moveTo>
                <a:cubicBezTo>
                  <a:pt x="90" y="103"/>
                  <a:pt x="74" y="97"/>
                  <a:pt x="74" y="90"/>
                </a:cubicBezTo>
                <a:cubicBezTo>
                  <a:pt x="74" y="82"/>
                  <a:pt x="90" y="76"/>
                  <a:pt x="108" y="76"/>
                </a:cubicBezTo>
                <a:cubicBezTo>
                  <a:pt x="127" y="76"/>
                  <a:pt x="142" y="82"/>
                  <a:pt x="142" y="90"/>
                </a:cubicBezTo>
                <a:cubicBezTo>
                  <a:pt x="142" y="97"/>
                  <a:pt x="127" y="103"/>
                  <a:pt x="108" y="103"/>
                </a:cubicBezTo>
                <a:close/>
                <a:moveTo>
                  <a:pt x="108" y="103"/>
                </a:moveTo>
                <a:cubicBezTo>
                  <a:pt x="108" y="103"/>
                  <a:pt x="108" y="103"/>
                  <a:pt x="108" y="103"/>
                </a:cubicBezTo>
              </a:path>
            </a:pathLst>
          </a:custGeom>
          <a:solidFill>
            <a:srgbClr val="EA98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73" name="组合 72"/>
          <p:cNvGrpSpPr/>
          <p:nvPr/>
        </p:nvGrpSpPr>
        <p:grpSpPr>
          <a:xfrm>
            <a:off x="3780106" y="5184598"/>
            <a:ext cx="330437" cy="420128"/>
            <a:chOff x="3780106" y="5184598"/>
            <a:chExt cx="330437" cy="420128"/>
          </a:xfrm>
        </p:grpSpPr>
        <p:sp>
          <p:nvSpPr>
            <p:cNvPr id="23" name="Freeform 24"/>
            <p:cNvSpPr>
              <a:spLocks noEditPoints="1"/>
            </p:cNvSpPr>
            <p:nvPr/>
          </p:nvSpPr>
          <p:spPr bwMode="auto">
            <a:xfrm>
              <a:off x="3829199" y="5285618"/>
              <a:ext cx="232250" cy="207704"/>
            </a:xfrm>
            <a:custGeom>
              <a:avLst/>
              <a:gdLst>
                <a:gd name="T0" fmla="*/ 52 w 104"/>
                <a:gd name="T1" fmla="*/ 0 h 93"/>
                <a:gd name="T2" fmla="*/ 0 w 104"/>
                <a:gd name="T3" fmla="*/ 51 h 93"/>
                <a:gd name="T4" fmla="*/ 22 w 104"/>
                <a:gd name="T5" fmla="*/ 93 h 93"/>
                <a:gd name="T6" fmla="*/ 82 w 104"/>
                <a:gd name="T7" fmla="*/ 93 h 93"/>
                <a:gd name="T8" fmla="*/ 104 w 104"/>
                <a:gd name="T9" fmla="*/ 51 h 93"/>
                <a:gd name="T10" fmla="*/ 52 w 104"/>
                <a:gd name="T11" fmla="*/ 0 h 93"/>
                <a:gd name="T12" fmla="*/ 52 w 104"/>
                <a:gd name="T13" fmla="*/ 85 h 93"/>
                <a:gd name="T14" fmla="*/ 47 w 104"/>
                <a:gd name="T15" fmla="*/ 65 h 93"/>
                <a:gd name="T16" fmla="*/ 52 w 104"/>
                <a:gd name="T17" fmla="*/ 45 h 93"/>
                <a:gd name="T18" fmla="*/ 57 w 104"/>
                <a:gd name="T19" fmla="*/ 65 h 93"/>
                <a:gd name="T20" fmla="*/ 52 w 104"/>
                <a:gd name="T21" fmla="*/ 85 h 93"/>
                <a:gd name="T22" fmla="*/ 52 w 104"/>
                <a:gd name="T23" fmla="*/ 85 h 93"/>
                <a:gd name="T24" fmla="*/ 52 w 104"/>
                <a:gd name="T25" fmla="*/ 85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 h="93">
                  <a:moveTo>
                    <a:pt x="52" y="0"/>
                  </a:moveTo>
                  <a:cubicBezTo>
                    <a:pt x="24" y="0"/>
                    <a:pt x="0" y="23"/>
                    <a:pt x="0" y="51"/>
                  </a:cubicBezTo>
                  <a:cubicBezTo>
                    <a:pt x="0" y="69"/>
                    <a:pt x="9" y="84"/>
                    <a:pt x="22" y="93"/>
                  </a:cubicBezTo>
                  <a:cubicBezTo>
                    <a:pt x="82" y="93"/>
                    <a:pt x="82" y="93"/>
                    <a:pt x="82" y="93"/>
                  </a:cubicBezTo>
                  <a:cubicBezTo>
                    <a:pt x="95" y="84"/>
                    <a:pt x="104" y="69"/>
                    <a:pt x="104" y="51"/>
                  </a:cubicBezTo>
                  <a:cubicBezTo>
                    <a:pt x="104" y="23"/>
                    <a:pt x="80" y="0"/>
                    <a:pt x="52" y="0"/>
                  </a:cubicBezTo>
                  <a:close/>
                  <a:moveTo>
                    <a:pt x="52" y="85"/>
                  </a:moveTo>
                  <a:cubicBezTo>
                    <a:pt x="49" y="85"/>
                    <a:pt x="47" y="76"/>
                    <a:pt x="47" y="65"/>
                  </a:cubicBezTo>
                  <a:cubicBezTo>
                    <a:pt x="47" y="53"/>
                    <a:pt x="49" y="45"/>
                    <a:pt x="52" y="45"/>
                  </a:cubicBezTo>
                  <a:cubicBezTo>
                    <a:pt x="55" y="45"/>
                    <a:pt x="57" y="53"/>
                    <a:pt x="57" y="65"/>
                  </a:cubicBezTo>
                  <a:cubicBezTo>
                    <a:pt x="57" y="76"/>
                    <a:pt x="55" y="85"/>
                    <a:pt x="52" y="85"/>
                  </a:cubicBezTo>
                  <a:close/>
                  <a:moveTo>
                    <a:pt x="52" y="85"/>
                  </a:moveTo>
                  <a:cubicBezTo>
                    <a:pt x="52" y="85"/>
                    <a:pt x="52" y="85"/>
                    <a:pt x="52" y="85"/>
                  </a:cubicBezTo>
                </a:path>
              </a:pathLst>
            </a:custGeom>
            <a:solidFill>
              <a:srgbClr val="2199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5"/>
            <p:cNvSpPr>
              <a:spLocks noEditPoints="1"/>
            </p:cNvSpPr>
            <p:nvPr/>
          </p:nvSpPr>
          <p:spPr bwMode="auto">
            <a:xfrm>
              <a:off x="3878293" y="5506539"/>
              <a:ext cx="134063" cy="98187"/>
            </a:xfrm>
            <a:custGeom>
              <a:avLst/>
              <a:gdLst>
                <a:gd name="T0" fmla="*/ 0 w 60"/>
                <a:gd name="T1" fmla="*/ 37 h 44"/>
                <a:gd name="T2" fmla="*/ 14 w 60"/>
                <a:gd name="T3" fmla="*/ 37 h 44"/>
                <a:gd name="T4" fmla="*/ 30 w 60"/>
                <a:gd name="T5" fmla="*/ 44 h 44"/>
                <a:gd name="T6" fmla="*/ 46 w 60"/>
                <a:gd name="T7" fmla="*/ 37 h 44"/>
                <a:gd name="T8" fmla="*/ 60 w 60"/>
                <a:gd name="T9" fmla="*/ 37 h 44"/>
                <a:gd name="T10" fmla="*/ 60 w 60"/>
                <a:gd name="T11" fmla="*/ 0 h 44"/>
                <a:gd name="T12" fmla="*/ 0 w 60"/>
                <a:gd name="T13" fmla="*/ 0 h 44"/>
                <a:gd name="T14" fmla="*/ 0 w 60"/>
                <a:gd name="T15" fmla="*/ 37 h 44"/>
                <a:gd name="T16" fmla="*/ 7 w 60"/>
                <a:gd name="T17" fmla="*/ 8 h 44"/>
                <a:gd name="T18" fmla="*/ 53 w 60"/>
                <a:gd name="T19" fmla="*/ 8 h 44"/>
                <a:gd name="T20" fmla="*/ 53 w 60"/>
                <a:gd name="T21" fmla="*/ 15 h 44"/>
                <a:gd name="T22" fmla="*/ 7 w 60"/>
                <a:gd name="T23" fmla="*/ 15 h 44"/>
                <a:gd name="T24" fmla="*/ 7 w 60"/>
                <a:gd name="T25" fmla="*/ 8 h 44"/>
                <a:gd name="T26" fmla="*/ 7 w 60"/>
                <a:gd name="T27" fmla="*/ 21 h 44"/>
                <a:gd name="T28" fmla="*/ 53 w 60"/>
                <a:gd name="T29" fmla="*/ 21 h 44"/>
                <a:gd name="T30" fmla="*/ 53 w 60"/>
                <a:gd name="T31" fmla="*/ 28 h 44"/>
                <a:gd name="T32" fmla="*/ 7 w 60"/>
                <a:gd name="T33" fmla="*/ 28 h 44"/>
                <a:gd name="T34" fmla="*/ 7 w 60"/>
                <a:gd name="T35" fmla="*/ 21 h 44"/>
                <a:gd name="T36" fmla="*/ 7 w 60"/>
                <a:gd name="T37" fmla="*/ 21 h 44"/>
                <a:gd name="T38" fmla="*/ 7 w 60"/>
                <a:gd name="T39" fmla="*/ 2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0" h="44">
                  <a:moveTo>
                    <a:pt x="0" y="37"/>
                  </a:moveTo>
                  <a:cubicBezTo>
                    <a:pt x="14" y="37"/>
                    <a:pt x="14" y="37"/>
                    <a:pt x="14" y="37"/>
                  </a:cubicBezTo>
                  <a:cubicBezTo>
                    <a:pt x="16" y="41"/>
                    <a:pt x="22" y="44"/>
                    <a:pt x="30" y="44"/>
                  </a:cubicBezTo>
                  <a:cubicBezTo>
                    <a:pt x="38" y="44"/>
                    <a:pt x="44" y="41"/>
                    <a:pt x="46" y="37"/>
                  </a:cubicBezTo>
                  <a:cubicBezTo>
                    <a:pt x="60" y="37"/>
                    <a:pt x="60" y="37"/>
                    <a:pt x="60" y="37"/>
                  </a:cubicBezTo>
                  <a:cubicBezTo>
                    <a:pt x="60" y="0"/>
                    <a:pt x="60" y="0"/>
                    <a:pt x="60" y="0"/>
                  </a:cubicBezTo>
                  <a:cubicBezTo>
                    <a:pt x="0" y="0"/>
                    <a:pt x="0" y="0"/>
                    <a:pt x="0" y="0"/>
                  </a:cubicBezTo>
                  <a:lnTo>
                    <a:pt x="0" y="37"/>
                  </a:lnTo>
                  <a:close/>
                  <a:moveTo>
                    <a:pt x="7" y="8"/>
                  </a:moveTo>
                  <a:cubicBezTo>
                    <a:pt x="53" y="8"/>
                    <a:pt x="53" y="8"/>
                    <a:pt x="53" y="8"/>
                  </a:cubicBezTo>
                  <a:cubicBezTo>
                    <a:pt x="53" y="15"/>
                    <a:pt x="53" y="15"/>
                    <a:pt x="53" y="15"/>
                  </a:cubicBezTo>
                  <a:cubicBezTo>
                    <a:pt x="7" y="15"/>
                    <a:pt x="7" y="15"/>
                    <a:pt x="7" y="15"/>
                  </a:cubicBezTo>
                  <a:lnTo>
                    <a:pt x="7" y="8"/>
                  </a:lnTo>
                  <a:close/>
                  <a:moveTo>
                    <a:pt x="7" y="21"/>
                  </a:moveTo>
                  <a:cubicBezTo>
                    <a:pt x="53" y="21"/>
                    <a:pt x="53" y="21"/>
                    <a:pt x="53" y="21"/>
                  </a:cubicBezTo>
                  <a:cubicBezTo>
                    <a:pt x="53" y="28"/>
                    <a:pt x="53" y="28"/>
                    <a:pt x="53" y="28"/>
                  </a:cubicBezTo>
                  <a:cubicBezTo>
                    <a:pt x="7" y="28"/>
                    <a:pt x="7" y="28"/>
                    <a:pt x="7" y="28"/>
                  </a:cubicBezTo>
                  <a:lnTo>
                    <a:pt x="7" y="21"/>
                  </a:lnTo>
                  <a:close/>
                  <a:moveTo>
                    <a:pt x="7" y="21"/>
                  </a:moveTo>
                  <a:cubicBezTo>
                    <a:pt x="7" y="21"/>
                    <a:pt x="7" y="21"/>
                    <a:pt x="7" y="21"/>
                  </a:cubicBezTo>
                </a:path>
              </a:pathLst>
            </a:custGeom>
            <a:solidFill>
              <a:srgbClr val="2199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26"/>
            <p:cNvSpPr>
              <a:spLocks noEditPoints="1"/>
            </p:cNvSpPr>
            <p:nvPr/>
          </p:nvSpPr>
          <p:spPr bwMode="auto">
            <a:xfrm>
              <a:off x="3780106" y="5184598"/>
              <a:ext cx="330437" cy="129343"/>
            </a:xfrm>
            <a:custGeom>
              <a:avLst/>
              <a:gdLst>
                <a:gd name="T0" fmla="*/ 159 w 350"/>
                <a:gd name="T1" fmla="*/ 0 h 137"/>
                <a:gd name="T2" fmla="*/ 192 w 350"/>
                <a:gd name="T3" fmla="*/ 0 h 137"/>
                <a:gd name="T4" fmla="*/ 192 w 350"/>
                <a:gd name="T5" fmla="*/ 74 h 137"/>
                <a:gd name="T6" fmla="*/ 159 w 350"/>
                <a:gd name="T7" fmla="*/ 74 h 137"/>
                <a:gd name="T8" fmla="*/ 159 w 350"/>
                <a:gd name="T9" fmla="*/ 0 h 137"/>
                <a:gd name="T10" fmla="*/ 0 w 350"/>
                <a:gd name="T11" fmla="*/ 85 h 137"/>
                <a:gd name="T12" fmla="*/ 22 w 350"/>
                <a:gd name="T13" fmla="*/ 64 h 137"/>
                <a:gd name="T14" fmla="*/ 74 w 350"/>
                <a:gd name="T15" fmla="*/ 116 h 137"/>
                <a:gd name="T16" fmla="*/ 52 w 350"/>
                <a:gd name="T17" fmla="*/ 137 h 137"/>
                <a:gd name="T18" fmla="*/ 0 w 350"/>
                <a:gd name="T19" fmla="*/ 85 h 137"/>
                <a:gd name="T20" fmla="*/ 277 w 350"/>
                <a:gd name="T21" fmla="*/ 116 h 137"/>
                <a:gd name="T22" fmla="*/ 329 w 350"/>
                <a:gd name="T23" fmla="*/ 64 h 137"/>
                <a:gd name="T24" fmla="*/ 350 w 350"/>
                <a:gd name="T25" fmla="*/ 85 h 137"/>
                <a:gd name="T26" fmla="*/ 298 w 350"/>
                <a:gd name="T27" fmla="*/ 137 h 137"/>
                <a:gd name="T28" fmla="*/ 277 w 350"/>
                <a:gd name="T29" fmla="*/ 116 h 137"/>
                <a:gd name="T30" fmla="*/ 277 w 350"/>
                <a:gd name="T31" fmla="*/ 116 h 137"/>
                <a:gd name="T32" fmla="*/ 277 w 350"/>
                <a:gd name="T33" fmla="*/ 116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0" h="137">
                  <a:moveTo>
                    <a:pt x="159" y="0"/>
                  </a:moveTo>
                  <a:lnTo>
                    <a:pt x="192" y="0"/>
                  </a:lnTo>
                  <a:lnTo>
                    <a:pt x="192" y="74"/>
                  </a:lnTo>
                  <a:lnTo>
                    <a:pt x="159" y="74"/>
                  </a:lnTo>
                  <a:lnTo>
                    <a:pt x="159" y="0"/>
                  </a:lnTo>
                  <a:close/>
                  <a:moveTo>
                    <a:pt x="0" y="85"/>
                  </a:moveTo>
                  <a:lnTo>
                    <a:pt x="22" y="64"/>
                  </a:lnTo>
                  <a:lnTo>
                    <a:pt x="74" y="116"/>
                  </a:lnTo>
                  <a:lnTo>
                    <a:pt x="52" y="137"/>
                  </a:lnTo>
                  <a:lnTo>
                    <a:pt x="0" y="85"/>
                  </a:lnTo>
                  <a:close/>
                  <a:moveTo>
                    <a:pt x="277" y="116"/>
                  </a:moveTo>
                  <a:lnTo>
                    <a:pt x="329" y="64"/>
                  </a:lnTo>
                  <a:lnTo>
                    <a:pt x="350" y="85"/>
                  </a:lnTo>
                  <a:lnTo>
                    <a:pt x="298" y="137"/>
                  </a:lnTo>
                  <a:lnTo>
                    <a:pt x="277" y="116"/>
                  </a:lnTo>
                  <a:close/>
                  <a:moveTo>
                    <a:pt x="277" y="116"/>
                  </a:moveTo>
                  <a:lnTo>
                    <a:pt x="277" y="116"/>
                  </a:lnTo>
                  <a:close/>
                </a:path>
              </a:pathLst>
            </a:custGeom>
            <a:solidFill>
              <a:srgbClr val="2199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27"/>
            <p:cNvSpPr>
              <a:spLocks noEditPoints="1"/>
            </p:cNvSpPr>
            <p:nvPr/>
          </p:nvSpPr>
          <p:spPr bwMode="auto">
            <a:xfrm>
              <a:off x="3780106" y="5184598"/>
              <a:ext cx="330437" cy="129343"/>
            </a:xfrm>
            <a:custGeom>
              <a:avLst/>
              <a:gdLst>
                <a:gd name="T0" fmla="*/ 159 w 350"/>
                <a:gd name="T1" fmla="*/ 0 h 137"/>
                <a:gd name="T2" fmla="*/ 192 w 350"/>
                <a:gd name="T3" fmla="*/ 0 h 137"/>
                <a:gd name="T4" fmla="*/ 192 w 350"/>
                <a:gd name="T5" fmla="*/ 74 h 137"/>
                <a:gd name="T6" fmla="*/ 159 w 350"/>
                <a:gd name="T7" fmla="*/ 74 h 137"/>
                <a:gd name="T8" fmla="*/ 159 w 350"/>
                <a:gd name="T9" fmla="*/ 0 h 137"/>
                <a:gd name="T10" fmla="*/ 0 w 350"/>
                <a:gd name="T11" fmla="*/ 85 h 137"/>
                <a:gd name="T12" fmla="*/ 22 w 350"/>
                <a:gd name="T13" fmla="*/ 64 h 137"/>
                <a:gd name="T14" fmla="*/ 74 w 350"/>
                <a:gd name="T15" fmla="*/ 116 h 137"/>
                <a:gd name="T16" fmla="*/ 52 w 350"/>
                <a:gd name="T17" fmla="*/ 137 h 137"/>
                <a:gd name="T18" fmla="*/ 0 w 350"/>
                <a:gd name="T19" fmla="*/ 85 h 137"/>
                <a:gd name="T20" fmla="*/ 277 w 350"/>
                <a:gd name="T21" fmla="*/ 116 h 137"/>
                <a:gd name="T22" fmla="*/ 329 w 350"/>
                <a:gd name="T23" fmla="*/ 64 h 137"/>
                <a:gd name="T24" fmla="*/ 350 w 350"/>
                <a:gd name="T25" fmla="*/ 85 h 137"/>
                <a:gd name="T26" fmla="*/ 298 w 350"/>
                <a:gd name="T27" fmla="*/ 137 h 137"/>
                <a:gd name="T28" fmla="*/ 277 w 350"/>
                <a:gd name="T29" fmla="*/ 116 h 137"/>
                <a:gd name="T30" fmla="*/ 277 w 350"/>
                <a:gd name="T31" fmla="*/ 116 h 137"/>
                <a:gd name="T32" fmla="*/ 277 w 350"/>
                <a:gd name="T33" fmla="*/ 116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0" h="137">
                  <a:moveTo>
                    <a:pt x="159" y="0"/>
                  </a:moveTo>
                  <a:lnTo>
                    <a:pt x="192" y="0"/>
                  </a:lnTo>
                  <a:lnTo>
                    <a:pt x="192" y="74"/>
                  </a:lnTo>
                  <a:lnTo>
                    <a:pt x="159" y="74"/>
                  </a:lnTo>
                  <a:lnTo>
                    <a:pt x="159" y="0"/>
                  </a:lnTo>
                  <a:moveTo>
                    <a:pt x="0" y="85"/>
                  </a:moveTo>
                  <a:lnTo>
                    <a:pt x="22" y="64"/>
                  </a:lnTo>
                  <a:lnTo>
                    <a:pt x="74" y="116"/>
                  </a:lnTo>
                  <a:lnTo>
                    <a:pt x="52" y="137"/>
                  </a:lnTo>
                  <a:lnTo>
                    <a:pt x="0" y="85"/>
                  </a:lnTo>
                  <a:moveTo>
                    <a:pt x="277" y="116"/>
                  </a:moveTo>
                  <a:lnTo>
                    <a:pt x="329" y="64"/>
                  </a:lnTo>
                  <a:lnTo>
                    <a:pt x="350" y="85"/>
                  </a:lnTo>
                  <a:lnTo>
                    <a:pt x="298" y="137"/>
                  </a:lnTo>
                  <a:lnTo>
                    <a:pt x="277" y="116"/>
                  </a:lnTo>
                  <a:moveTo>
                    <a:pt x="277" y="116"/>
                  </a:moveTo>
                  <a:lnTo>
                    <a:pt x="277" y="116"/>
                  </a:lnTo>
                </a:path>
              </a:pathLst>
            </a:custGeom>
            <a:solidFill>
              <a:srgbClr val="2199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7" name="Freeform 28"/>
          <p:cNvSpPr>
            <a:spLocks noEditPoints="1"/>
          </p:cNvSpPr>
          <p:nvPr/>
        </p:nvSpPr>
        <p:spPr bwMode="auto">
          <a:xfrm>
            <a:off x="5816544" y="1246728"/>
            <a:ext cx="290785" cy="475830"/>
          </a:xfrm>
          <a:custGeom>
            <a:avLst/>
            <a:gdLst>
              <a:gd name="T0" fmla="*/ 129 w 130"/>
              <a:gd name="T1" fmla="*/ 121 h 213"/>
              <a:gd name="T2" fmla="*/ 121 w 130"/>
              <a:gd name="T3" fmla="*/ 105 h 213"/>
              <a:gd name="T4" fmla="*/ 112 w 130"/>
              <a:gd name="T5" fmla="*/ 102 h 213"/>
              <a:gd name="T6" fmla="*/ 112 w 130"/>
              <a:gd name="T7" fmla="*/ 121 h 213"/>
              <a:gd name="T8" fmla="*/ 107 w 130"/>
              <a:gd name="T9" fmla="*/ 121 h 213"/>
              <a:gd name="T10" fmla="*/ 107 w 130"/>
              <a:gd name="T11" fmla="*/ 100 h 213"/>
              <a:gd name="T12" fmla="*/ 99 w 130"/>
              <a:gd name="T13" fmla="*/ 91 h 213"/>
              <a:gd name="T14" fmla="*/ 88 w 130"/>
              <a:gd name="T15" fmla="*/ 91 h 213"/>
              <a:gd name="T16" fmla="*/ 88 w 130"/>
              <a:gd name="T17" fmla="*/ 112 h 213"/>
              <a:gd name="T18" fmla="*/ 84 w 130"/>
              <a:gd name="T19" fmla="*/ 112 h 213"/>
              <a:gd name="T20" fmla="*/ 84 w 130"/>
              <a:gd name="T21" fmla="*/ 88 h 213"/>
              <a:gd name="T22" fmla="*/ 72 w 130"/>
              <a:gd name="T23" fmla="*/ 83 h 213"/>
              <a:gd name="T24" fmla="*/ 64 w 130"/>
              <a:gd name="T25" fmla="*/ 85 h 213"/>
              <a:gd name="T26" fmla="*/ 64 w 130"/>
              <a:gd name="T27" fmla="*/ 105 h 213"/>
              <a:gd name="T28" fmla="*/ 59 w 130"/>
              <a:gd name="T29" fmla="*/ 105 h 213"/>
              <a:gd name="T30" fmla="*/ 59 w 130"/>
              <a:gd name="T31" fmla="*/ 69 h 213"/>
              <a:gd name="T32" fmla="*/ 84 w 130"/>
              <a:gd name="T33" fmla="*/ 35 h 213"/>
              <a:gd name="T34" fmla="*/ 49 w 130"/>
              <a:gd name="T35" fmla="*/ 0 h 213"/>
              <a:gd name="T36" fmla="*/ 13 w 130"/>
              <a:gd name="T37" fmla="*/ 35 h 213"/>
              <a:gd name="T38" fmla="*/ 37 w 130"/>
              <a:gd name="T39" fmla="*/ 68 h 213"/>
              <a:gd name="T40" fmla="*/ 37 w 130"/>
              <a:gd name="T41" fmla="*/ 130 h 213"/>
              <a:gd name="T42" fmla="*/ 16 w 130"/>
              <a:gd name="T43" fmla="*/ 103 h 213"/>
              <a:gd name="T44" fmla="*/ 0 w 130"/>
              <a:gd name="T45" fmla="*/ 105 h 213"/>
              <a:gd name="T46" fmla="*/ 19 w 130"/>
              <a:gd name="T47" fmla="*/ 148 h 213"/>
              <a:gd name="T48" fmla="*/ 30 w 130"/>
              <a:gd name="T49" fmla="*/ 188 h 213"/>
              <a:gd name="T50" fmla="*/ 75 w 130"/>
              <a:gd name="T51" fmla="*/ 212 h 213"/>
              <a:gd name="T52" fmla="*/ 124 w 130"/>
              <a:gd name="T53" fmla="*/ 198 h 213"/>
              <a:gd name="T54" fmla="*/ 129 w 130"/>
              <a:gd name="T55" fmla="*/ 121 h 213"/>
              <a:gd name="T56" fmla="*/ 29 w 130"/>
              <a:gd name="T57" fmla="*/ 35 h 213"/>
              <a:gd name="T58" fmla="*/ 49 w 130"/>
              <a:gd name="T59" fmla="*/ 15 h 213"/>
              <a:gd name="T60" fmla="*/ 69 w 130"/>
              <a:gd name="T61" fmla="*/ 35 h 213"/>
              <a:gd name="T62" fmla="*/ 59 w 130"/>
              <a:gd name="T63" fmla="*/ 52 h 213"/>
              <a:gd name="T64" fmla="*/ 59 w 130"/>
              <a:gd name="T65" fmla="*/ 39 h 213"/>
              <a:gd name="T66" fmla="*/ 48 w 130"/>
              <a:gd name="T67" fmla="*/ 26 h 213"/>
              <a:gd name="T68" fmla="*/ 37 w 130"/>
              <a:gd name="T69" fmla="*/ 37 h 213"/>
              <a:gd name="T70" fmla="*/ 37 w 130"/>
              <a:gd name="T71" fmla="*/ 51 h 213"/>
              <a:gd name="T72" fmla="*/ 29 w 130"/>
              <a:gd name="T73" fmla="*/ 35 h 213"/>
              <a:gd name="T74" fmla="*/ 29 w 130"/>
              <a:gd name="T75" fmla="*/ 35 h 213"/>
              <a:gd name="T76" fmla="*/ 29 w 130"/>
              <a:gd name="T77" fmla="*/ 35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0" h="213">
                <a:moveTo>
                  <a:pt x="129" y="121"/>
                </a:moveTo>
                <a:cubicBezTo>
                  <a:pt x="129" y="121"/>
                  <a:pt x="128" y="111"/>
                  <a:pt x="121" y="105"/>
                </a:cubicBezTo>
                <a:cubicBezTo>
                  <a:pt x="118" y="102"/>
                  <a:pt x="114" y="102"/>
                  <a:pt x="112" y="102"/>
                </a:cubicBezTo>
                <a:cubicBezTo>
                  <a:pt x="112" y="121"/>
                  <a:pt x="112" y="121"/>
                  <a:pt x="112" y="121"/>
                </a:cubicBezTo>
                <a:cubicBezTo>
                  <a:pt x="107" y="121"/>
                  <a:pt x="107" y="121"/>
                  <a:pt x="107" y="121"/>
                </a:cubicBezTo>
                <a:cubicBezTo>
                  <a:pt x="107" y="100"/>
                  <a:pt x="107" y="100"/>
                  <a:pt x="107" y="100"/>
                </a:cubicBezTo>
                <a:cubicBezTo>
                  <a:pt x="106" y="98"/>
                  <a:pt x="103" y="93"/>
                  <a:pt x="99" y="91"/>
                </a:cubicBezTo>
                <a:cubicBezTo>
                  <a:pt x="95" y="90"/>
                  <a:pt x="91" y="90"/>
                  <a:pt x="88" y="91"/>
                </a:cubicBezTo>
                <a:cubicBezTo>
                  <a:pt x="88" y="112"/>
                  <a:pt x="88" y="112"/>
                  <a:pt x="88" y="112"/>
                </a:cubicBezTo>
                <a:cubicBezTo>
                  <a:pt x="84" y="112"/>
                  <a:pt x="84" y="112"/>
                  <a:pt x="84" y="112"/>
                </a:cubicBezTo>
                <a:cubicBezTo>
                  <a:pt x="84" y="88"/>
                  <a:pt x="84" y="88"/>
                  <a:pt x="84" y="88"/>
                </a:cubicBezTo>
                <a:cubicBezTo>
                  <a:pt x="82" y="86"/>
                  <a:pt x="78" y="83"/>
                  <a:pt x="72" y="83"/>
                </a:cubicBezTo>
                <a:cubicBezTo>
                  <a:pt x="69" y="83"/>
                  <a:pt x="66" y="84"/>
                  <a:pt x="64" y="85"/>
                </a:cubicBezTo>
                <a:cubicBezTo>
                  <a:pt x="64" y="105"/>
                  <a:pt x="64" y="105"/>
                  <a:pt x="64" y="105"/>
                </a:cubicBezTo>
                <a:cubicBezTo>
                  <a:pt x="59" y="105"/>
                  <a:pt x="59" y="105"/>
                  <a:pt x="59" y="105"/>
                </a:cubicBezTo>
                <a:cubicBezTo>
                  <a:pt x="59" y="69"/>
                  <a:pt x="59" y="69"/>
                  <a:pt x="59" y="69"/>
                </a:cubicBezTo>
                <a:cubicBezTo>
                  <a:pt x="74" y="64"/>
                  <a:pt x="84" y="51"/>
                  <a:pt x="84" y="35"/>
                </a:cubicBezTo>
                <a:cubicBezTo>
                  <a:pt x="84" y="16"/>
                  <a:pt x="68" y="0"/>
                  <a:pt x="49" y="0"/>
                </a:cubicBezTo>
                <a:cubicBezTo>
                  <a:pt x="29" y="0"/>
                  <a:pt x="13" y="16"/>
                  <a:pt x="13" y="35"/>
                </a:cubicBezTo>
                <a:cubicBezTo>
                  <a:pt x="13" y="50"/>
                  <a:pt x="23" y="63"/>
                  <a:pt x="37" y="68"/>
                </a:cubicBezTo>
                <a:cubicBezTo>
                  <a:pt x="37" y="130"/>
                  <a:pt x="37" y="130"/>
                  <a:pt x="37" y="130"/>
                </a:cubicBezTo>
                <a:cubicBezTo>
                  <a:pt x="37" y="130"/>
                  <a:pt x="25" y="106"/>
                  <a:pt x="16" y="103"/>
                </a:cubicBezTo>
                <a:cubicBezTo>
                  <a:pt x="6" y="99"/>
                  <a:pt x="0" y="105"/>
                  <a:pt x="0" y="105"/>
                </a:cubicBezTo>
                <a:cubicBezTo>
                  <a:pt x="0" y="105"/>
                  <a:pt x="11" y="126"/>
                  <a:pt x="19" y="148"/>
                </a:cubicBezTo>
                <a:cubicBezTo>
                  <a:pt x="24" y="163"/>
                  <a:pt x="26" y="180"/>
                  <a:pt x="30" y="188"/>
                </a:cubicBezTo>
                <a:cubicBezTo>
                  <a:pt x="42" y="209"/>
                  <a:pt x="57" y="212"/>
                  <a:pt x="75" y="212"/>
                </a:cubicBezTo>
                <a:cubicBezTo>
                  <a:pt x="93" y="212"/>
                  <a:pt x="117" y="213"/>
                  <a:pt x="124" y="198"/>
                </a:cubicBezTo>
                <a:cubicBezTo>
                  <a:pt x="130" y="184"/>
                  <a:pt x="129" y="121"/>
                  <a:pt x="129" y="121"/>
                </a:cubicBezTo>
                <a:close/>
                <a:moveTo>
                  <a:pt x="29" y="35"/>
                </a:moveTo>
                <a:cubicBezTo>
                  <a:pt x="29" y="24"/>
                  <a:pt x="38" y="15"/>
                  <a:pt x="49" y="15"/>
                </a:cubicBezTo>
                <a:cubicBezTo>
                  <a:pt x="60" y="15"/>
                  <a:pt x="69" y="24"/>
                  <a:pt x="69" y="35"/>
                </a:cubicBezTo>
                <a:cubicBezTo>
                  <a:pt x="69" y="42"/>
                  <a:pt x="65" y="49"/>
                  <a:pt x="59" y="52"/>
                </a:cubicBezTo>
                <a:cubicBezTo>
                  <a:pt x="59" y="39"/>
                  <a:pt x="59" y="39"/>
                  <a:pt x="59" y="39"/>
                </a:cubicBezTo>
                <a:cubicBezTo>
                  <a:pt x="59" y="39"/>
                  <a:pt x="57" y="26"/>
                  <a:pt x="48" y="26"/>
                </a:cubicBezTo>
                <a:cubicBezTo>
                  <a:pt x="40" y="26"/>
                  <a:pt x="37" y="37"/>
                  <a:pt x="37" y="37"/>
                </a:cubicBezTo>
                <a:cubicBezTo>
                  <a:pt x="37" y="51"/>
                  <a:pt x="37" y="51"/>
                  <a:pt x="37" y="51"/>
                </a:cubicBezTo>
                <a:cubicBezTo>
                  <a:pt x="32" y="48"/>
                  <a:pt x="29" y="42"/>
                  <a:pt x="29" y="35"/>
                </a:cubicBezTo>
                <a:close/>
                <a:moveTo>
                  <a:pt x="29" y="35"/>
                </a:moveTo>
                <a:cubicBezTo>
                  <a:pt x="29" y="35"/>
                  <a:pt x="29" y="35"/>
                  <a:pt x="29" y="35"/>
                </a:cubicBezTo>
              </a:path>
            </a:pathLst>
          </a:custGeom>
          <a:solidFill>
            <a:srgbClr val="8F58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29"/>
          <p:cNvSpPr>
            <a:spLocks noEditPoints="1"/>
          </p:cNvSpPr>
          <p:nvPr/>
        </p:nvSpPr>
        <p:spPr bwMode="auto">
          <a:xfrm>
            <a:off x="8130550" y="3328484"/>
            <a:ext cx="309667" cy="404078"/>
          </a:xfrm>
          <a:custGeom>
            <a:avLst/>
            <a:gdLst>
              <a:gd name="T0" fmla="*/ 130 w 139"/>
              <a:gd name="T1" fmla="*/ 65 h 181"/>
              <a:gd name="T2" fmla="*/ 69 w 139"/>
              <a:gd name="T3" fmla="*/ 0 h 181"/>
              <a:gd name="T4" fmla="*/ 8 w 139"/>
              <a:gd name="T5" fmla="*/ 64 h 181"/>
              <a:gd name="T6" fmla="*/ 0 w 139"/>
              <a:gd name="T7" fmla="*/ 75 h 181"/>
              <a:gd name="T8" fmla="*/ 0 w 139"/>
              <a:gd name="T9" fmla="*/ 103 h 181"/>
              <a:gd name="T10" fmla="*/ 11 w 139"/>
              <a:gd name="T11" fmla="*/ 114 h 181"/>
              <a:gd name="T12" fmla="*/ 22 w 139"/>
              <a:gd name="T13" fmla="*/ 103 h 181"/>
              <a:gd name="T14" fmla="*/ 22 w 139"/>
              <a:gd name="T15" fmla="*/ 101 h 181"/>
              <a:gd name="T16" fmla="*/ 69 w 139"/>
              <a:gd name="T17" fmla="*/ 158 h 181"/>
              <a:gd name="T18" fmla="*/ 116 w 139"/>
              <a:gd name="T19" fmla="*/ 101 h 181"/>
              <a:gd name="T20" fmla="*/ 116 w 139"/>
              <a:gd name="T21" fmla="*/ 103 h 181"/>
              <a:gd name="T22" fmla="*/ 124 w 139"/>
              <a:gd name="T23" fmla="*/ 114 h 181"/>
              <a:gd name="T24" fmla="*/ 91 w 139"/>
              <a:gd name="T25" fmla="*/ 162 h 181"/>
              <a:gd name="T26" fmla="*/ 85 w 139"/>
              <a:gd name="T27" fmla="*/ 161 h 181"/>
              <a:gd name="T28" fmla="*/ 72 w 139"/>
              <a:gd name="T29" fmla="*/ 166 h 181"/>
              <a:gd name="T30" fmla="*/ 68 w 139"/>
              <a:gd name="T31" fmla="*/ 175 h 181"/>
              <a:gd name="T32" fmla="*/ 77 w 139"/>
              <a:gd name="T33" fmla="*/ 179 h 181"/>
              <a:gd name="T34" fmla="*/ 90 w 139"/>
              <a:gd name="T35" fmla="*/ 175 h 181"/>
              <a:gd name="T36" fmla="*/ 95 w 139"/>
              <a:gd name="T37" fmla="*/ 168 h 181"/>
              <a:gd name="T38" fmla="*/ 131 w 139"/>
              <a:gd name="T39" fmla="*/ 114 h 181"/>
              <a:gd name="T40" fmla="*/ 139 w 139"/>
              <a:gd name="T41" fmla="*/ 103 h 181"/>
              <a:gd name="T42" fmla="*/ 139 w 139"/>
              <a:gd name="T43" fmla="*/ 75 h 181"/>
              <a:gd name="T44" fmla="*/ 130 w 139"/>
              <a:gd name="T45" fmla="*/ 65 h 181"/>
              <a:gd name="T46" fmla="*/ 69 w 139"/>
              <a:gd name="T47" fmla="*/ 21 h 181"/>
              <a:gd name="T48" fmla="*/ 19 w 139"/>
              <a:gd name="T49" fmla="*/ 68 h 181"/>
              <a:gd name="T50" fmla="*/ 16 w 139"/>
              <a:gd name="T51" fmla="*/ 65 h 181"/>
              <a:gd name="T52" fmla="*/ 69 w 139"/>
              <a:gd name="T53" fmla="*/ 9 h 181"/>
              <a:gd name="T54" fmla="*/ 122 w 139"/>
              <a:gd name="T55" fmla="*/ 65 h 181"/>
              <a:gd name="T56" fmla="*/ 119 w 139"/>
              <a:gd name="T57" fmla="*/ 68 h 181"/>
              <a:gd name="T58" fmla="*/ 69 w 139"/>
              <a:gd name="T59" fmla="*/ 21 h 181"/>
              <a:gd name="T60" fmla="*/ 69 w 139"/>
              <a:gd name="T61" fmla="*/ 21 h 181"/>
              <a:gd name="T62" fmla="*/ 69 w 139"/>
              <a:gd name="T63" fmla="*/ 21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9" h="181">
                <a:moveTo>
                  <a:pt x="130" y="65"/>
                </a:moveTo>
                <a:cubicBezTo>
                  <a:pt x="129" y="29"/>
                  <a:pt x="102" y="0"/>
                  <a:pt x="69" y="0"/>
                </a:cubicBezTo>
                <a:cubicBezTo>
                  <a:pt x="36" y="0"/>
                  <a:pt x="10" y="29"/>
                  <a:pt x="8" y="64"/>
                </a:cubicBezTo>
                <a:cubicBezTo>
                  <a:pt x="3" y="66"/>
                  <a:pt x="0" y="70"/>
                  <a:pt x="0" y="75"/>
                </a:cubicBezTo>
                <a:cubicBezTo>
                  <a:pt x="0" y="103"/>
                  <a:pt x="0" y="103"/>
                  <a:pt x="0" y="103"/>
                </a:cubicBezTo>
                <a:cubicBezTo>
                  <a:pt x="0" y="109"/>
                  <a:pt x="5" y="114"/>
                  <a:pt x="11" y="114"/>
                </a:cubicBezTo>
                <a:cubicBezTo>
                  <a:pt x="17" y="114"/>
                  <a:pt x="22" y="109"/>
                  <a:pt x="22" y="103"/>
                </a:cubicBezTo>
                <a:cubicBezTo>
                  <a:pt x="22" y="101"/>
                  <a:pt x="22" y="101"/>
                  <a:pt x="22" y="101"/>
                </a:cubicBezTo>
                <a:cubicBezTo>
                  <a:pt x="28" y="126"/>
                  <a:pt x="40" y="158"/>
                  <a:pt x="69" y="158"/>
                </a:cubicBezTo>
                <a:cubicBezTo>
                  <a:pt x="98" y="158"/>
                  <a:pt x="111" y="126"/>
                  <a:pt x="116" y="101"/>
                </a:cubicBezTo>
                <a:cubicBezTo>
                  <a:pt x="116" y="103"/>
                  <a:pt x="116" y="103"/>
                  <a:pt x="116" y="103"/>
                </a:cubicBezTo>
                <a:cubicBezTo>
                  <a:pt x="116" y="108"/>
                  <a:pt x="120" y="112"/>
                  <a:pt x="124" y="114"/>
                </a:cubicBezTo>
                <a:cubicBezTo>
                  <a:pt x="124" y="120"/>
                  <a:pt x="121" y="149"/>
                  <a:pt x="91" y="162"/>
                </a:cubicBezTo>
                <a:cubicBezTo>
                  <a:pt x="90" y="161"/>
                  <a:pt x="87" y="160"/>
                  <a:pt x="85" y="161"/>
                </a:cubicBezTo>
                <a:cubicBezTo>
                  <a:pt x="72" y="166"/>
                  <a:pt x="72" y="166"/>
                  <a:pt x="72" y="166"/>
                </a:cubicBezTo>
                <a:cubicBezTo>
                  <a:pt x="69" y="167"/>
                  <a:pt x="67" y="171"/>
                  <a:pt x="68" y="175"/>
                </a:cubicBezTo>
                <a:cubicBezTo>
                  <a:pt x="69" y="179"/>
                  <a:pt x="74" y="181"/>
                  <a:pt x="77" y="179"/>
                </a:cubicBezTo>
                <a:cubicBezTo>
                  <a:pt x="90" y="175"/>
                  <a:pt x="90" y="175"/>
                  <a:pt x="90" y="175"/>
                </a:cubicBezTo>
                <a:cubicBezTo>
                  <a:pt x="93" y="174"/>
                  <a:pt x="95" y="171"/>
                  <a:pt x="95" y="168"/>
                </a:cubicBezTo>
                <a:cubicBezTo>
                  <a:pt x="128" y="154"/>
                  <a:pt x="131" y="119"/>
                  <a:pt x="131" y="114"/>
                </a:cubicBezTo>
                <a:cubicBezTo>
                  <a:pt x="136" y="112"/>
                  <a:pt x="139" y="108"/>
                  <a:pt x="139" y="103"/>
                </a:cubicBezTo>
                <a:cubicBezTo>
                  <a:pt x="139" y="75"/>
                  <a:pt x="139" y="75"/>
                  <a:pt x="139" y="75"/>
                </a:cubicBezTo>
                <a:cubicBezTo>
                  <a:pt x="139" y="70"/>
                  <a:pt x="135" y="66"/>
                  <a:pt x="130" y="65"/>
                </a:cubicBezTo>
                <a:close/>
                <a:moveTo>
                  <a:pt x="69" y="21"/>
                </a:moveTo>
                <a:cubicBezTo>
                  <a:pt x="44" y="21"/>
                  <a:pt x="23" y="42"/>
                  <a:pt x="19" y="68"/>
                </a:cubicBezTo>
                <a:cubicBezTo>
                  <a:pt x="19" y="67"/>
                  <a:pt x="17" y="66"/>
                  <a:pt x="16" y="65"/>
                </a:cubicBezTo>
                <a:cubicBezTo>
                  <a:pt x="17" y="34"/>
                  <a:pt x="41" y="9"/>
                  <a:pt x="69" y="9"/>
                </a:cubicBezTo>
                <a:cubicBezTo>
                  <a:pt x="98" y="9"/>
                  <a:pt x="121" y="34"/>
                  <a:pt x="122" y="65"/>
                </a:cubicBezTo>
                <a:cubicBezTo>
                  <a:pt x="121" y="66"/>
                  <a:pt x="120" y="67"/>
                  <a:pt x="119" y="68"/>
                </a:cubicBezTo>
                <a:cubicBezTo>
                  <a:pt x="116" y="42"/>
                  <a:pt x="95" y="21"/>
                  <a:pt x="69" y="21"/>
                </a:cubicBezTo>
                <a:close/>
                <a:moveTo>
                  <a:pt x="69" y="21"/>
                </a:moveTo>
                <a:cubicBezTo>
                  <a:pt x="69" y="21"/>
                  <a:pt x="69" y="21"/>
                  <a:pt x="69" y="21"/>
                </a:cubicBezTo>
              </a:path>
            </a:pathLst>
          </a:custGeom>
          <a:solidFill>
            <a:srgbClr val="C954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30"/>
          <p:cNvSpPr>
            <a:spLocks noEditPoints="1"/>
          </p:cNvSpPr>
          <p:nvPr/>
        </p:nvSpPr>
        <p:spPr bwMode="auto">
          <a:xfrm>
            <a:off x="3758391" y="3554126"/>
            <a:ext cx="386140" cy="353096"/>
          </a:xfrm>
          <a:custGeom>
            <a:avLst/>
            <a:gdLst>
              <a:gd name="T0" fmla="*/ 165 w 173"/>
              <a:gd name="T1" fmla="*/ 74 h 158"/>
              <a:gd name="T2" fmla="*/ 137 w 173"/>
              <a:gd name="T3" fmla="*/ 55 h 158"/>
              <a:gd name="T4" fmla="*/ 120 w 173"/>
              <a:gd name="T5" fmla="*/ 55 h 158"/>
              <a:gd name="T6" fmla="*/ 126 w 173"/>
              <a:gd name="T7" fmla="*/ 29 h 158"/>
              <a:gd name="T8" fmla="*/ 125 w 173"/>
              <a:gd name="T9" fmla="*/ 19 h 158"/>
              <a:gd name="T10" fmla="*/ 102 w 173"/>
              <a:gd name="T11" fmla="*/ 1 h 158"/>
              <a:gd name="T12" fmla="*/ 91 w 173"/>
              <a:gd name="T13" fmla="*/ 17 h 158"/>
              <a:gd name="T14" fmla="*/ 76 w 173"/>
              <a:gd name="T15" fmla="*/ 50 h 158"/>
              <a:gd name="T16" fmla="*/ 55 w 173"/>
              <a:gd name="T17" fmla="*/ 68 h 158"/>
              <a:gd name="T18" fmla="*/ 55 w 173"/>
              <a:gd name="T19" fmla="*/ 67 h 158"/>
              <a:gd name="T20" fmla="*/ 0 w 173"/>
              <a:gd name="T21" fmla="*/ 67 h 158"/>
              <a:gd name="T22" fmla="*/ 0 w 173"/>
              <a:gd name="T23" fmla="*/ 148 h 158"/>
              <a:gd name="T24" fmla="*/ 55 w 173"/>
              <a:gd name="T25" fmla="*/ 148 h 158"/>
              <a:gd name="T26" fmla="*/ 55 w 173"/>
              <a:gd name="T27" fmla="*/ 143 h 158"/>
              <a:gd name="T28" fmla="*/ 70 w 173"/>
              <a:gd name="T29" fmla="*/ 143 h 158"/>
              <a:gd name="T30" fmla="*/ 79 w 173"/>
              <a:gd name="T31" fmla="*/ 149 h 158"/>
              <a:gd name="T32" fmla="*/ 87 w 173"/>
              <a:gd name="T33" fmla="*/ 154 h 158"/>
              <a:gd name="T34" fmla="*/ 138 w 173"/>
              <a:gd name="T35" fmla="*/ 156 h 158"/>
              <a:gd name="T36" fmla="*/ 160 w 173"/>
              <a:gd name="T37" fmla="*/ 139 h 158"/>
              <a:gd name="T38" fmla="*/ 165 w 173"/>
              <a:gd name="T39" fmla="*/ 74 h 158"/>
              <a:gd name="T40" fmla="*/ 149 w 173"/>
              <a:gd name="T41" fmla="*/ 136 h 158"/>
              <a:gd name="T42" fmla="*/ 137 w 173"/>
              <a:gd name="T43" fmla="*/ 145 h 158"/>
              <a:gd name="T44" fmla="*/ 92 w 173"/>
              <a:gd name="T45" fmla="*/ 144 h 158"/>
              <a:gd name="T46" fmla="*/ 85 w 173"/>
              <a:gd name="T47" fmla="*/ 140 h 158"/>
              <a:gd name="T48" fmla="*/ 73 w 173"/>
              <a:gd name="T49" fmla="*/ 133 h 158"/>
              <a:gd name="T50" fmla="*/ 55 w 173"/>
              <a:gd name="T51" fmla="*/ 133 h 158"/>
              <a:gd name="T52" fmla="*/ 55 w 173"/>
              <a:gd name="T53" fmla="*/ 79 h 158"/>
              <a:gd name="T54" fmla="*/ 85 w 173"/>
              <a:gd name="T55" fmla="*/ 56 h 158"/>
              <a:gd name="T56" fmla="*/ 101 w 173"/>
              <a:gd name="T57" fmla="*/ 21 h 158"/>
              <a:gd name="T58" fmla="*/ 105 w 173"/>
              <a:gd name="T59" fmla="*/ 11 h 158"/>
              <a:gd name="T60" fmla="*/ 115 w 173"/>
              <a:gd name="T61" fmla="*/ 21 h 158"/>
              <a:gd name="T62" fmla="*/ 115 w 173"/>
              <a:gd name="T63" fmla="*/ 28 h 158"/>
              <a:gd name="T64" fmla="*/ 107 w 173"/>
              <a:gd name="T65" fmla="*/ 58 h 158"/>
              <a:gd name="T66" fmla="*/ 101 w 173"/>
              <a:gd name="T67" fmla="*/ 66 h 158"/>
              <a:gd name="T68" fmla="*/ 137 w 173"/>
              <a:gd name="T69" fmla="*/ 66 h 158"/>
              <a:gd name="T70" fmla="*/ 155 w 173"/>
              <a:gd name="T71" fmla="*/ 78 h 158"/>
              <a:gd name="T72" fmla="*/ 149 w 173"/>
              <a:gd name="T73" fmla="*/ 136 h 158"/>
              <a:gd name="T74" fmla="*/ 149 w 173"/>
              <a:gd name="T75" fmla="*/ 136 h 158"/>
              <a:gd name="T76" fmla="*/ 149 w 173"/>
              <a:gd name="T77" fmla="*/ 136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3" h="158">
                <a:moveTo>
                  <a:pt x="165" y="74"/>
                </a:moveTo>
                <a:cubicBezTo>
                  <a:pt x="160" y="61"/>
                  <a:pt x="150" y="55"/>
                  <a:pt x="137" y="55"/>
                </a:cubicBezTo>
                <a:cubicBezTo>
                  <a:pt x="120" y="55"/>
                  <a:pt x="120" y="55"/>
                  <a:pt x="120" y="55"/>
                </a:cubicBezTo>
                <a:cubicBezTo>
                  <a:pt x="123" y="49"/>
                  <a:pt x="126" y="40"/>
                  <a:pt x="126" y="29"/>
                </a:cubicBezTo>
                <a:cubicBezTo>
                  <a:pt x="126" y="26"/>
                  <a:pt x="126" y="22"/>
                  <a:pt x="125" y="19"/>
                </a:cubicBezTo>
                <a:cubicBezTo>
                  <a:pt x="123" y="6"/>
                  <a:pt x="114" y="0"/>
                  <a:pt x="102" y="1"/>
                </a:cubicBezTo>
                <a:cubicBezTo>
                  <a:pt x="97" y="1"/>
                  <a:pt x="95" y="6"/>
                  <a:pt x="91" y="17"/>
                </a:cubicBezTo>
                <a:cubicBezTo>
                  <a:pt x="88" y="27"/>
                  <a:pt x="83" y="40"/>
                  <a:pt x="76" y="50"/>
                </a:cubicBezTo>
                <a:cubicBezTo>
                  <a:pt x="71" y="58"/>
                  <a:pt x="62" y="64"/>
                  <a:pt x="55" y="68"/>
                </a:cubicBezTo>
                <a:cubicBezTo>
                  <a:pt x="55" y="67"/>
                  <a:pt x="55" y="67"/>
                  <a:pt x="55" y="67"/>
                </a:cubicBezTo>
                <a:cubicBezTo>
                  <a:pt x="0" y="67"/>
                  <a:pt x="0" y="67"/>
                  <a:pt x="0" y="67"/>
                </a:cubicBezTo>
                <a:cubicBezTo>
                  <a:pt x="0" y="148"/>
                  <a:pt x="0" y="148"/>
                  <a:pt x="0" y="148"/>
                </a:cubicBezTo>
                <a:cubicBezTo>
                  <a:pt x="55" y="148"/>
                  <a:pt x="55" y="148"/>
                  <a:pt x="55" y="148"/>
                </a:cubicBezTo>
                <a:cubicBezTo>
                  <a:pt x="55" y="143"/>
                  <a:pt x="55" y="143"/>
                  <a:pt x="55" y="143"/>
                </a:cubicBezTo>
                <a:cubicBezTo>
                  <a:pt x="64" y="143"/>
                  <a:pt x="69" y="143"/>
                  <a:pt x="70" y="143"/>
                </a:cubicBezTo>
                <a:cubicBezTo>
                  <a:pt x="79" y="149"/>
                  <a:pt x="79" y="149"/>
                  <a:pt x="79" y="149"/>
                </a:cubicBezTo>
                <a:cubicBezTo>
                  <a:pt x="87" y="154"/>
                  <a:pt x="87" y="154"/>
                  <a:pt x="87" y="154"/>
                </a:cubicBezTo>
                <a:cubicBezTo>
                  <a:pt x="94" y="158"/>
                  <a:pt x="125" y="158"/>
                  <a:pt x="138" y="156"/>
                </a:cubicBezTo>
                <a:cubicBezTo>
                  <a:pt x="155" y="153"/>
                  <a:pt x="159" y="139"/>
                  <a:pt x="160" y="139"/>
                </a:cubicBezTo>
                <a:cubicBezTo>
                  <a:pt x="161" y="134"/>
                  <a:pt x="173" y="92"/>
                  <a:pt x="165" y="74"/>
                </a:cubicBezTo>
                <a:close/>
                <a:moveTo>
                  <a:pt x="149" y="136"/>
                </a:moveTo>
                <a:cubicBezTo>
                  <a:pt x="149" y="136"/>
                  <a:pt x="147" y="144"/>
                  <a:pt x="137" y="145"/>
                </a:cubicBezTo>
                <a:cubicBezTo>
                  <a:pt x="122" y="147"/>
                  <a:pt x="96" y="146"/>
                  <a:pt x="92" y="144"/>
                </a:cubicBezTo>
                <a:cubicBezTo>
                  <a:pt x="92" y="144"/>
                  <a:pt x="85" y="140"/>
                  <a:pt x="85" y="140"/>
                </a:cubicBezTo>
                <a:cubicBezTo>
                  <a:pt x="73" y="133"/>
                  <a:pt x="73" y="133"/>
                  <a:pt x="73" y="133"/>
                </a:cubicBezTo>
                <a:cubicBezTo>
                  <a:pt x="70" y="132"/>
                  <a:pt x="64" y="132"/>
                  <a:pt x="55" y="133"/>
                </a:cubicBezTo>
                <a:cubicBezTo>
                  <a:pt x="55" y="79"/>
                  <a:pt x="55" y="79"/>
                  <a:pt x="55" y="79"/>
                </a:cubicBezTo>
                <a:cubicBezTo>
                  <a:pt x="64" y="76"/>
                  <a:pt x="77" y="68"/>
                  <a:pt x="85" y="56"/>
                </a:cubicBezTo>
                <a:cubicBezTo>
                  <a:pt x="93" y="45"/>
                  <a:pt x="98" y="31"/>
                  <a:pt x="101" y="21"/>
                </a:cubicBezTo>
                <a:cubicBezTo>
                  <a:pt x="101" y="21"/>
                  <a:pt x="104" y="13"/>
                  <a:pt x="105" y="11"/>
                </a:cubicBezTo>
                <a:cubicBezTo>
                  <a:pt x="110" y="11"/>
                  <a:pt x="113" y="14"/>
                  <a:pt x="115" y="21"/>
                </a:cubicBezTo>
                <a:cubicBezTo>
                  <a:pt x="115" y="24"/>
                  <a:pt x="115" y="26"/>
                  <a:pt x="115" y="28"/>
                </a:cubicBezTo>
                <a:cubicBezTo>
                  <a:pt x="115" y="45"/>
                  <a:pt x="107" y="57"/>
                  <a:pt x="107" y="58"/>
                </a:cubicBezTo>
                <a:cubicBezTo>
                  <a:pt x="101" y="66"/>
                  <a:pt x="101" y="66"/>
                  <a:pt x="101" y="66"/>
                </a:cubicBezTo>
                <a:cubicBezTo>
                  <a:pt x="137" y="66"/>
                  <a:pt x="137" y="66"/>
                  <a:pt x="137" y="66"/>
                </a:cubicBezTo>
                <a:cubicBezTo>
                  <a:pt x="146" y="66"/>
                  <a:pt x="152" y="70"/>
                  <a:pt x="155" y="78"/>
                </a:cubicBezTo>
                <a:cubicBezTo>
                  <a:pt x="160" y="91"/>
                  <a:pt x="153" y="124"/>
                  <a:pt x="149" y="136"/>
                </a:cubicBezTo>
                <a:close/>
                <a:moveTo>
                  <a:pt x="149" y="136"/>
                </a:moveTo>
                <a:cubicBezTo>
                  <a:pt x="149" y="136"/>
                  <a:pt x="149" y="136"/>
                  <a:pt x="149" y="136"/>
                </a:cubicBezTo>
              </a:path>
            </a:pathLst>
          </a:custGeom>
          <a:solidFill>
            <a:srgbClr val="4BB5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31"/>
          <p:cNvSpPr>
            <a:spLocks/>
          </p:cNvSpPr>
          <p:nvPr/>
        </p:nvSpPr>
        <p:spPr bwMode="auto">
          <a:xfrm>
            <a:off x="4691169" y="2754467"/>
            <a:ext cx="469221" cy="781721"/>
          </a:xfrm>
          <a:custGeom>
            <a:avLst/>
            <a:gdLst>
              <a:gd name="T0" fmla="*/ 210 w 210"/>
              <a:gd name="T1" fmla="*/ 54 h 350"/>
              <a:gd name="T2" fmla="*/ 144 w 210"/>
              <a:gd name="T3" fmla="*/ 0 h 350"/>
              <a:gd name="T4" fmla="*/ 0 w 210"/>
              <a:gd name="T5" fmla="*/ 342 h 350"/>
              <a:gd name="T6" fmla="*/ 86 w 210"/>
              <a:gd name="T7" fmla="*/ 350 h 350"/>
              <a:gd name="T8" fmla="*/ 210 w 210"/>
              <a:gd name="T9" fmla="*/ 54 h 350"/>
            </a:gdLst>
            <a:ahLst/>
            <a:cxnLst>
              <a:cxn ang="0">
                <a:pos x="T0" y="T1"/>
              </a:cxn>
              <a:cxn ang="0">
                <a:pos x="T2" y="T3"/>
              </a:cxn>
              <a:cxn ang="0">
                <a:pos x="T4" y="T5"/>
              </a:cxn>
              <a:cxn ang="0">
                <a:pos x="T6" y="T7"/>
              </a:cxn>
              <a:cxn ang="0">
                <a:pos x="T8" y="T9"/>
              </a:cxn>
            </a:cxnLst>
            <a:rect l="0" t="0" r="r" b="b"/>
            <a:pathLst>
              <a:path w="210" h="350">
                <a:moveTo>
                  <a:pt x="210" y="54"/>
                </a:moveTo>
                <a:cubicBezTo>
                  <a:pt x="144" y="0"/>
                  <a:pt x="144" y="0"/>
                  <a:pt x="144" y="0"/>
                </a:cubicBezTo>
                <a:cubicBezTo>
                  <a:pt x="7" y="132"/>
                  <a:pt x="0" y="342"/>
                  <a:pt x="0" y="342"/>
                </a:cubicBezTo>
                <a:cubicBezTo>
                  <a:pt x="86" y="350"/>
                  <a:pt x="86" y="350"/>
                  <a:pt x="86" y="350"/>
                </a:cubicBezTo>
                <a:cubicBezTo>
                  <a:pt x="97" y="238"/>
                  <a:pt x="142" y="136"/>
                  <a:pt x="210" y="54"/>
                </a:cubicBezTo>
                <a:close/>
              </a:path>
            </a:pathLst>
          </a:custGeom>
          <a:solidFill>
            <a:srgbClr val="3A8F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32"/>
          <p:cNvSpPr>
            <a:spLocks/>
          </p:cNvSpPr>
          <p:nvPr/>
        </p:nvSpPr>
        <p:spPr bwMode="auto">
          <a:xfrm>
            <a:off x="4691169" y="3779767"/>
            <a:ext cx="467333" cy="775112"/>
          </a:xfrm>
          <a:custGeom>
            <a:avLst/>
            <a:gdLst>
              <a:gd name="T0" fmla="*/ 87 w 209"/>
              <a:gd name="T1" fmla="*/ 0 h 347"/>
              <a:gd name="T2" fmla="*/ 0 w 209"/>
              <a:gd name="T3" fmla="*/ 9 h 347"/>
              <a:gd name="T4" fmla="*/ 141 w 209"/>
              <a:gd name="T5" fmla="*/ 347 h 347"/>
              <a:gd name="T6" fmla="*/ 209 w 209"/>
              <a:gd name="T7" fmla="*/ 291 h 347"/>
              <a:gd name="T8" fmla="*/ 87 w 209"/>
              <a:gd name="T9" fmla="*/ 0 h 347"/>
            </a:gdLst>
            <a:ahLst/>
            <a:cxnLst>
              <a:cxn ang="0">
                <a:pos x="T0" y="T1"/>
              </a:cxn>
              <a:cxn ang="0">
                <a:pos x="T2" y="T3"/>
              </a:cxn>
              <a:cxn ang="0">
                <a:pos x="T4" y="T5"/>
              </a:cxn>
              <a:cxn ang="0">
                <a:pos x="T6" y="T7"/>
              </a:cxn>
              <a:cxn ang="0">
                <a:pos x="T8" y="T9"/>
              </a:cxn>
            </a:cxnLst>
            <a:rect l="0" t="0" r="r" b="b"/>
            <a:pathLst>
              <a:path w="209" h="347">
                <a:moveTo>
                  <a:pt x="87" y="0"/>
                </a:moveTo>
                <a:cubicBezTo>
                  <a:pt x="0" y="9"/>
                  <a:pt x="0" y="9"/>
                  <a:pt x="0" y="9"/>
                </a:cubicBezTo>
                <a:cubicBezTo>
                  <a:pt x="14" y="217"/>
                  <a:pt x="141" y="347"/>
                  <a:pt x="141" y="347"/>
                </a:cubicBezTo>
                <a:cubicBezTo>
                  <a:pt x="209" y="291"/>
                  <a:pt x="209" y="291"/>
                  <a:pt x="209" y="291"/>
                </a:cubicBezTo>
                <a:cubicBezTo>
                  <a:pt x="142" y="210"/>
                  <a:pt x="98" y="110"/>
                  <a:pt x="87" y="0"/>
                </a:cubicBezTo>
                <a:close/>
              </a:path>
            </a:pathLst>
          </a:custGeom>
          <a:solidFill>
            <a:srgbClr val="4BB5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33"/>
          <p:cNvSpPr>
            <a:spLocks/>
          </p:cNvSpPr>
          <p:nvPr/>
        </p:nvSpPr>
        <p:spPr bwMode="auto">
          <a:xfrm>
            <a:off x="5196266" y="4595476"/>
            <a:ext cx="783609" cy="479606"/>
          </a:xfrm>
          <a:custGeom>
            <a:avLst/>
            <a:gdLst>
              <a:gd name="T0" fmla="*/ 56 w 351"/>
              <a:gd name="T1" fmla="*/ 0 h 215"/>
              <a:gd name="T2" fmla="*/ 0 w 351"/>
              <a:gd name="T3" fmla="*/ 68 h 215"/>
              <a:gd name="T4" fmla="*/ 342 w 351"/>
              <a:gd name="T5" fmla="*/ 212 h 215"/>
              <a:gd name="T6" fmla="*/ 351 w 351"/>
              <a:gd name="T7" fmla="*/ 123 h 215"/>
              <a:gd name="T8" fmla="*/ 56 w 351"/>
              <a:gd name="T9" fmla="*/ 0 h 215"/>
            </a:gdLst>
            <a:ahLst/>
            <a:cxnLst>
              <a:cxn ang="0">
                <a:pos x="T0" y="T1"/>
              </a:cxn>
              <a:cxn ang="0">
                <a:pos x="T2" y="T3"/>
              </a:cxn>
              <a:cxn ang="0">
                <a:pos x="T4" y="T5"/>
              </a:cxn>
              <a:cxn ang="0">
                <a:pos x="T6" y="T7"/>
              </a:cxn>
              <a:cxn ang="0">
                <a:pos x="T8" y="T9"/>
              </a:cxn>
            </a:cxnLst>
            <a:rect l="0" t="0" r="r" b="b"/>
            <a:pathLst>
              <a:path w="351" h="215">
                <a:moveTo>
                  <a:pt x="56" y="0"/>
                </a:moveTo>
                <a:cubicBezTo>
                  <a:pt x="0" y="68"/>
                  <a:pt x="0" y="68"/>
                  <a:pt x="0" y="68"/>
                </a:cubicBezTo>
                <a:cubicBezTo>
                  <a:pt x="173" y="215"/>
                  <a:pt x="342" y="212"/>
                  <a:pt x="342" y="212"/>
                </a:cubicBezTo>
                <a:cubicBezTo>
                  <a:pt x="351" y="123"/>
                  <a:pt x="351" y="123"/>
                  <a:pt x="351" y="123"/>
                </a:cubicBezTo>
                <a:cubicBezTo>
                  <a:pt x="240" y="112"/>
                  <a:pt x="138" y="68"/>
                  <a:pt x="56" y="0"/>
                </a:cubicBezTo>
                <a:close/>
              </a:path>
            </a:pathLst>
          </a:custGeom>
          <a:solidFill>
            <a:srgbClr val="2199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34"/>
          <p:cNvSpPr>
            <a:spLocks/>
          </p:cNvSpPr>
          <p:nvPr/>
        </p:nvSpPr>
        <p:spPr bwMode="auto">
          <a:xfrm>
            <a:off x="6202684" y="4599252"/>
            <a:ext cx="784553" cy="460724"/>
          </a:xfrm>
          <a:custGeom>
            <a:avLst/>
            <a:gdLst>
              <a:gd name="T0" fmla="*/ 0 w 351"/>
              <a:gd name="T1" fmla="*/ 121 h 206"/>
              <a:gd name="T2" fmla="*/ 8 w 351"/>
              <a:gd name="T3" fmla="*/ 206 h 206"/>
              <a:gd name="T4" fmla="*/ 351 w 351"/>
              <a:gd name="T5" fmla="*/ 66 h 206"/>
              <a:gd name="T6" fmla="*/ 298 w 351"/>
              <a:gd name="T7" fmla="*/ 0 h 206"/>
              <a:gd name="T8" fmla="*/ 0 w 351"/>
              <a:gd name="T9" fmla="*/ 121 h 206"/>
            </a:gdLst>
            <a:ahLst/>
            <a:cxnLst>
              <a:cxn ang="0">
                <a:pos x="T0" y="T1"/>
              </a:cxn>
              <a:cxn ang="0">
                <a:pos x="T2" y="T3"/>
              </a:cxn>
              <a:cxn ang="0">
                <a:pos x="T4" y="T5"/>
              </a:cxn>
              <a:cxn ang="0">
                <a:pos x="T6" y="T7"/>
              </a:cxn>
              <a:cxn ang="0">
                <a:pos x="T8" y="T9"/>
              </a:cxn>
            </a:cxnLst>
            <a:rect l="0" t="0" r="r" b="b"/>
            <a:pathLst>
              <a:path w="351" h="206">
                <a:moveTo>
                  <a:pt x="0" y="121"/>
                </a:moveTo>
                <a:cubicBezTo>
                  <a:pt x="8" y="206"/>
                  <a:pt x="8" y="206"/>
                  <a:pt x="8" y="206"/>
                </a:cubicBezTo>
                <a:cubicBezTo>
                  <a:pt x="8" y="206"/>
                  <a:pt x="223" y="197"/>
                  <a:pt x="351" y="66"/>
                </a:cubicBezTo>
                <a:cubicBezTo>
                  <a:pt x="298" y="0"/>
                  <a:pt x="298" y="0"/>
                  <a:pt x="298" y="0"/>
                </a:cubicBezTo>
                <a:cubicBezTo>
                  <a:pt x="215" y="68"/>
                  <a:pt x="113" y="111"/>
                  <a:pt x="0" y="121"/>
                </a:cubicBezTo>
                <a:close/>
              </a:path>
            </a:pathLst>
          </a:custGeom>
          <a:solidFill>
            <a:srgbClr val="E7BE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35"/>
          <p:cNvSpPr>
            <a:spLocks/>
          </p:cNvSpPr>
          <p:nvPr/>
        </p:nvSpPr>
        <p:spPr bwMode="auto">
          <a:xfrm>
            <a:off x="7033498" y="3779767"/>
            <a:ext cx="475830" cy="783609"/>
          </a:xfrm>
          <a:custGeom>
            <a:avLst/>
            <a:gdLst>
              <a:gd name="T0" fmla="*/ 124 w 213"/>
              <a:gd name="T1" fmla="*/ 0 h 351"/>
              <a:gd name="T2" fmla="*/ 0 w 213"/>
              <a:gd name="T3" fmla="*/ 294 h 351"/>
              <a:gd name="T4" fmla="*/ 69 w 213"/>
              <a:gd name="T5" fmla="*/ 351 h 351"/>
              <a:gd name="T6" fmla="*/ 213 w 213"/>
              <a:gd name="T7" fmla="*/ 9 h 351"/>
              <a:gd name="T8" fmla="*/ 124 w 213"/>
              <a:gd name="T9" fmla="*/ 0 h 351"/>
            </a:gdLst>
            <a:ahLst/>
            <a:cxnLst>
              <a:cxn ang="0">
                <a:pos x="T0" y="T1"/>
              </a:cxn>
              <a:cxn ang="0">
                <a:pos x="T2" y="T3"/>
              </a:cxn>
              <a:cxn ang="0">
                <a:pos x="T4" y="T5"/>
              </a:cxn>
              <a:cxn ang="0">
                <a:pos x="T6" y="T7"/>
              </a:cxn>
              <a:cxn ang="0">
                <a:pos x="T8" y="T9"/>
              </a:cxn>
            </a:cxnLst>
            <a:rect l="0" t="0" r="r" b="b"/>
            <a:pathLst>
              <a:path w="213" h="351">
                <a:moveTo>
                  <a:pt x="124" y="0"/>
                </a:moveTo>
                <a:cubicBezTo>
                  <a:pt x="113" y="111"/>
                  <a:pt x="68" y="212"/>
                  <a:pt x="0" y="294"/>
                </a:cubicBezTo>
                <a:cubicBezTo>
                  <a:pt x="69" y="351"/>
                  <a:pt x="69" y="351"/>
                  <a:pt x="69" y="351"/>
                </a:cubicBezTo>
                <a:cubicBezTo>
                  <a:pt x="69" y="351"/>
                  <a:pt x="209" y="205"/>
                  <a:pt x="213" y="9"/>
                </a:cubicBezTo>
                <a:lnTo>
                  <a:pt x="124" y="0"/>
                </a:lnTo>
                <a:close/>
              </a:path>
            </a:pathLst>
          </a:custGeom>
          <a:solidFill>
            <a:srgbClr val="EA98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36"/>
          <p:cNvSpPr>
            <a:spLocks/>
          </p:cNvSpPr>
          <p:nvPr/>
        </p:nvSpPr>
        <p:spPr bwMode="auto">
          <a:xfrm>
            <a:off x="7044827" y="2761076"/>
            <a:ext cx="464501" cy="786441"/>
          </a:xfrm>
          <a:custGeom>
            <a:avLst/>
            <a:gdLst>
              <a:gd name="T0" fmla="*/ 120 w 208"/>
              <a:gd name="T1" fmla="*/ 352 h 352"/>
              <a:gd name="T2" fmla="*/ 208 w 208"/>
              <a:gd name="T3" fmla="*/ 344 h 352"/>
              <a:gd name="T4" fmla="*/ 67 w 208"/>
              <a:gd name="T5" fmla="*/ 0 h 352"/>
              <a:gd name="T6" fmla="*/ 0 w 208"/>
              <a:gd name="T7" fmla="*/ 56 h 352"/>
              <a:gd name="T8" fmla="*/ 120 w 208"/>
              <a:gd name="T9" fmla="*/ 352 h 352"/>
            </a:gdLst>
            <a:ahLst/>
            <a:cxnLst>
              <a:cxn ang="0">
                <a:pos x="T0" y="T1"/>
              </a:cxn>
              <a:cxn ang="0">
                <a:pos x="T2" y="T3"/>
              </a:cxn>
              <a:cxn ang="0">
                <a:pos x="T4" y="T5"/>
              </a:cxn>
              <a:cxn ang="0">
                <a:pos x="T6" y="T7"/>
              </a:cxn>
              <a:cxn ang="0">
                <a:pos x="T8" y="T9"/>
              </a:cxn>
            </a:cxnLst>
            <a:rect l="0" t="0" r="r" b="b"/>
            <a:pathLst>
              <a:path w="208" h="352">
                <a:moveTo>
                  <a:pt x="120" y="352"/>
                </a:moveTo>
                <a:cubicBezTo>
                  <a:pt x="208" y="344"/>
                  <a:pt x="208" y="344"/>
                  <a:pt x="208" y="344"/>
                </a:cubicBezTo>
                <a:cubicBezTo>
                  <a:pt x="208" y="344"/>
                  <a:pt x="207" y="153"/>
                  <a:pt x="67" y="0"/>
                </a:cubicBezTo>
                <a:cubicBezTo>
                  <a:pt x="0" y="56"/>
                  <a:pt x="0" y="56"/>
                  <a:pt x="0" y="56"/>
                </a:cubicBezTo>
                <a:cubicBezTo>
                  <a:pt x="67" y="138"/>
                  <a:pt x="110" y="240"/>
                  <a:pt x="120" y="352"/>
                </a:cubicBezTo>
                <a:close/>
              </a:path>
            </a:pathLst>
          </a:custGeom>
          <a:solidFill>
            <a:srgbClr val="C954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37"/>
          <p:cNvSpPr>
            <a:spLocks/>
          </p:cNvSpPr>
          <p:nvPr/>
        </p:nvSpPr>
        <p:spPr bwMode="auto">
          <a:xfrm>
            <a:off x="6220622" y="2249370"/>
            <a:ext cx="784553" cy="469221"/>
          </a:xfrm>
          <a:custGeom>
            <a:avLst/>
            <a:gdLst>
              <a:gd name="T0" fmla="*/ 296 w 351"/>
              <a:gd name="T1" fmla="*/ 210 h 210"/>
              <a:gd name="T2" fmla="*/ 351 w 351"/>
              <a:gd name="T3" fmla="*/ 144 h 210"/>
              <a:gd name="T4" fmla="*/ 9 w 351"/>
              <a:gd name="T5" fmla="*/ 0 h 210"/>
              <a:gd name="T6" fmla="*/ 0 w 351"/>
              <a:gd name="T7" fmla="*/ 86 h 210"/>
              <a:gd name="T8" fmla="*/ 296 w 351"/>
              <a:gd name="T9" fmla="*/ 210 h 210"/>
            </a:gdLst>
            <a:ahLst/>
            <a:cxnLst>
              <a:cxn ang="0">
                <a:pos x="T0" y="T1"/>
              </a:cxn>
              <a:cxn ang="0">
                <a:pos x="T2" y="T3"/>
              </a:cxn>
              <a:cxn ang="0">
                <a:pos x="T4" y="T5"/>
              </a:cxn>
              <a:cxn ang="0">
                <a:pos x="T6" y="T7"/>
              </a:cxn>
              <a:cxn ang="0">
                <a:pos x="T8" y="T9"/>
              </a:cxn>
            </a:cxnLst>
            <a:rect l="0" t="0" r="r" b="b"/>
            <a:pathLst>
              <a:path w="351" h="210">
                <a:moveTo>
                  <a:pt x="296" y="210"/>
                </a:moveTo>
                <a:cubicBezTo>
                  <a:pt x="351" y="144"/>
                  <a:pt x="351" y="144"/>
                  <a:pt x="351" y="144"/>
                </a:cubicBezTo>
                <a:cubicBezTo>
                  <a:pt x="351" y="144"/>
                  <a:pt x="238" y="19"/>
                  <a:pt x="9" y="0"/>
                </a:cubicBezTo>
                <a:cubicBezTo>
                  <a:pt x="0" y="86"/>
                  <a:pt x="0" y="86"/>
                  <a:pt x="0" y="86"/>
                </a:cubicBezTo>
                <a:cubicBezTo>
                  <a:pt x="112" y="97"/>
                  <a:pt x="214" y="142"/>
                  <a:pt x="296" y="210"/>
                </a:cubicBezTo>
                <a:close/>
              </a:path>
            </a:pathLst>
          </a:custGeom>
          <a:solidFill>
            <a:srgbClr val="DA4D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38"/>
          <p:cNvSpPr>
            <a:spLocks/>
          </p:cNvSpPr>
          <p:nvPr/>
        </p:nvSpPr>
        <p:spPr bwMode="auto">
          <a:xfrm>
            <a:off x="5204763" y="2249370"/>
            <a:ext cx="783609" cy="462612"/>
          </a:xfrm>
          <a:custGeom>
            <a:avLst/>
            <a:gdLst>
              <a:gd name="T0" fmla="*/ 351 w 351"/>
              <a:gd name="T1" fmla="*/ 85 h 207"/>
              <a:gd name="T2" fmla="*/ 343 w 351"/>
              <a:gd name="T3" fmla="*/ 0 h 207"/>
              <a:gd name="T4" fmla="*/ 0 w 351"/>
              <a:gd name="T5" fmla="*/ 141 h 207"/>
              <a:gd name="T6" fmla="*/ 54 w 351"/>
              <a:gd name="T7" fmla="*/ 207 h 207"/>
              <a:gd name="T8" fmla="*/ 351 w 351"/>
              <a:gd name="T9" fmla="*/ 85 h 207"/>
            </a:gdLst>
            <a:ahLst/>
            <a:cxnLst>
              <a:cxn ang="0">
                <a:pos x="T0" y="T1"/>
              </a:cxn>
              <a:cxn ang="0">
                <a:pos x="T2" y="T3"/>
              </a:cxn>
              <a:cxn ang="0">
                <a:pos x="T4" y="T5"/>
              </a:cxn>
              <a:cxn ang="0">
                <a:pos x="T6" y="T7"/>
              </a:cxn>
              <a:cxn ang="0">
                <a:pos x="T8" y="T9"/>
              </a:cxn>
            </a:cxnLst>
            <a:rect l="0" t="0" r="r" b="b"/>
            <a:pathLst>
              <a:path w="351" h="207">
                <a:moveTo>
                  <a:pt x="351" y="85"/>
                </a:moveTo>
                <a:cubicBezTo>
                  <a:pt x="343" y="0"/>
                  <a:pt x="343" y="0"/>
                  <a:pt x="343" y="0"/>
                </a:cubicBezTo>
                <a:cubicBezTo>
                  <a:pt x="343" y="0"/>
                  <a:pt x="153" y="0"/>
                  <a:pt x="0" y="141"/>
                </a:cubicBezTo>
                <a:cubicBezTo>
                  <a:pt x="54" y="207"/>
                  <a:pt x="54" y="207"/>
                  <a:pt x="54" y="207"/>
                </a:cubicBezTo>
                <a:cubicBezTo>
                  <a:pt x="136" y="139"/>
                  <a:pt x="239" y="95"/>
                  <a:pt x="351" y="85"/>
                </a:cubicBezTo>
                <a:close/>
              </a:path>
            </a:pathLst>
          </a:custGeom>
          <a:solidFill>
            <a:srgbClr val="8F58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文本框 75"/>
          <p:cNvSpPr txBox="1"/>
          <p:nvPr/>
        </p:nvSpPr>
        <p:spPr>
          <a:xfrm>
            <a:off x="634398" y="3144163"/>
            <a:ext cx="2856518" cy="830997"/>
          </a:xfrm>
          <a:prstGeom prst="rect">
            <a:avLst/>
          </a:prstGeom>
          <a:noFill/>
        </p:spPr>
        <p:txBody>
          <a:bodyPr wrap="square" rtlCol="0">
            <a:spAutoFit/>
          </a:bodyPr>
          <a:lstStyle/>
          <a:p>
            <a:pPr algn="r">
              <a:lnSpc>
                <a:spcPct val="120000"/>
              </a:lnSpc>
            </a:pPr>
            <a:r>
              <a:rPr lang="zh-CN" altLang="en-US" sz="2400" b="1" dirty="0">
                <a:solidFill>
                  <a:srgbClr val="4BB56D"/>
                </a:solidFill>
              </a:rPr>
              <a:t>添加标题</a:t>
            </a:r>
            <a:endParaRPr lang="en-US" altLang="zh-CN" sz="2400" b="1" dirty="0">
              <a:solidFill>
                <a:srgbClr val="4BB56D"/>
              </a:solidFill>
            </a:endParaRPr>
          </a:p>
          <a:p>
            <a:pPr algn="r">
              <a:lnSpc>
                <a:spcPct val="120000"/>
              </a:lnSpc>
            </a:pPr>
            <a:r>
              <a:rPr lang="zh-CN" altLang="en-US" sz="1600" dirty="0">
                <a:solidFill>
                  <a:schemeClr val="tx1">
                    <a:lumMod val="65000"/>
                    <a:lumOff val="35000"/>
                  </a:schemeClr>
                </a:solidFill>
              </a:rPr>
              <a:t>添加内容添加内容</a:t>
            </a:r>
          </a:p>
        </p:txBody>
      </p:sp>
      <p:sp>
        <p:nvSpPr>
          <p:cNvPr id="77" name="文本框 76"/>
          <p:cNvSpPr txBox="1"/>
          <p:nvPr/>
        </p:nvSpPr>
        <p:spPr>
          <a:xfrm>
            <a:off x="634398" y="4492592"/>
            <a:ext cx="2856518" cy="830997"/>
          </a:xfrm>
          <a:prstGeom prst="rect">
            <a:avLst/>
          </a:prstGeom>
          <a:noFill/>
        </p:spPr>
        <p:txBody>
          <a:bodyPr wrap="square" rtlCol="0">
            <a:spAutoFit/>
          </a:bodyPr>
          <a:lstStyle/>
          <a:p>
            <a:pPr algn="r">
              <a:lnSpc>
                <a:spcPct val="120000"/>
              </a:lnSpc>
            </a:pPr>
            <a:r>
              <a:rPr lang="zh-CN" altLang="en-US" sz="2400" b="1" dirty="0">
                <a:solidFill>
                  <a:srgbClr val="219980"/>
                </a:solidFill>
              </a:rPr>
              <a:t>添加标题</a:t>
            </a:r>
            <a:endParaRPr lang="en-US" altLang="zh-CN" sz="2400" b="1" dirty="0">
              <a:solidFill>
                <a:srgbClr val="219980"/>
              </a:solidFill>
            </a:endParaRPr>
          </a:p>
          <a:p>
            <a:pPr algn="r">
              <a:lnSpc>
                <a:spcPct val="120000"/>
              </a:lnSpc>
            </a:pPr>
            <a:r>
              <a:rPr lang="zh-CN" altLang="en-US" sz="1600" dirty="0">
                <a:solidFill>
                  <a:schemeClr val="tx1">
                    <a:lumMod val="65000"/>
                    <a:lumOff val="35000"/>
                  </a:schemeClr>
                </a:solidFill>
              </a:rPr>
              <a:t>添加内容添加内容</a:t>
            </a:r>
          </a:p>
        </p:txBody>
      </p:sp>
      <p:sp>
        <p:nvSpPr>
          <p:cNvPr id="78" name="文本框 77"/>
          <p:cNvSpPr txBox="1"/>
          <p:nvPr/>
        </p:nvSpPr>
        <p:spPr>
          <a:xfrm>
            <a:off x="3139528" y="5495838"/>
            <a:ext cx="2856518" cy="830997"/>
          </a:xfrm>
          <a:prstGeom prst="rect">
            <a:avLst/>
          </a:prstGeom>
          <a:noFill/>
        </p:spPr>
        <p:txBody>
          <a:bodyPr wrap="square" rtlCol="0">
            <a:spAutoFit/>
          </a:bodyPr>
          <a:lstStyle/>
          <a:p>
            <a:pPr algn="r">
              <a:lnSpc>
                <a:spcPct val="120000"/>
              </a:lnSpc>
            </a:pPr>
            <a:r>
              <a:rPr lang="zh-CN" altLang="en-US" sz="2400" b="1" dirty="0">
                <a:solidFill>
                  <a:srgbClr val="E7BE22"/>
                </a:solidFill>
              </a:rPr>
              <a:t>添加标题</a:t>
            </a:r>
            <a:endParaRPr lang="en-US" altLang="zh-CN" sz="2400" b="1" dirty="0">
              <a:solidFill>
                <a:srgbClr val="E7BE22"/>
              </a:solidFill>
            </a:endParaRPr>
          </a:p>
          <a:p>
            <a:pPr algn="r">
              <a:lnSpc>
                <a:spcPct val="120000"/>
              </a:lnSpc>
            </a:pPr>
            <a:r>
              <a:rPr lang="zh-CN" altLang="en-US" sz="1600" dirty="0">
                <a:solidFill>
                  <a:schemeClr val="tx1">
                    <a:lumMod val="65000"/>
                    <a:lumOff val="35000"/>
                  </a:schemeClr>
                </a:solidFill>
              </a:rPr>
              <a:t>添加内容添加内容</a:t>
            </a:r>
          </a:p>
        </p:txBody>
      </p:sp>
      <p:sp>
        <p:nvSpPr>
          <p:cNvPr id="79" name="文本框 78"/>
          <p:cNvSpPr txBox="1"/>
          <p:nvPr/>
        </p:nvSpPr>
        <p:spPr>
          <a:xfrm>
            <a:off x="634398" y="2175638"/>
            <a:ext cx="2856518" cy="830997"/>
          </a:xfrm>
          <a:prstGeom prst="rect">
            <a:avLst/>
          </a:prstGeom>
          <a:noFill/>
        </p:spPr>
        <p:txBody>
          <a:bodyPr wrap="square" rtlCol="0">
            <a:spAutoFit/>
          </a:bodyPr>
          <a:lstStyle/>
          <a:p>
            <a:pPr algn="r">
              <a:lnSpc>
                <a:spcPct val="120000"/>
              </a:lnSpc>
            </a:pPr>
            <a:r>
              <a:rPr lang="zh-CN" altLang="en-US" sz="2400" b="1" dirty="0">
                <a:solidFill>
                  <a:srgbClr val="3A8FCB"/>
                </a:solidFill>
              </a:rPr>
              <a:t>添加标题</a:t>
            </a:r>
            <a:endParaRPr lang="en-US" altLang="zh-CN" sz="2400" b="1" dirty="0">
              <a:solidFill>
                <a:srgbClr val="3A8FCB"/>
              </a:solidFill>
            </a:endParaRPr>
          </a:p>
          <a:p>
            <a:pPr algn="r">
              <a:lnSpc>
                <a:spcPct val="120000"/>
              </a:lnSpc>
            </a:pPr>
            <a:r>
              <a:rPr lang="zh-CN" altLang="en-US" sz="1600" dirty="0">
                <a:solidFill>
                  <a:schemeClr val="tx1">
                    <a:lumMod val="65000"/>
                    <a:lumOff val="35000"/>
                  </a:schemeClr>
                </a:solidFill>
              </a:rPr>
              <a:t>添加内容添加内容</a:t>
            </a:r>
          </a:p>
        </p:txBody>
      </p:sp>
      <p:sp>
        <p:nvSpPr>
          <p:cNvPr id="80" name="文本框 79"/>
          <p:cNvSpPr txBox="1"/>
          <p:nvPr/>
        </p:nvSpPr>
        <p:spPr>
          <a:xfrm>
            <a:off x="8555572" y="3144163"/>
            <a:ext cx="2856518" cy="830997"/>
          </a:xfrm>
          <a:prstGeom prst="rect">
            <a:avLst/>
          </a:prstGeom>
          <a:noFill/>
        </p:spPr>
        <p:txBody>
          <a:bodyPr wrap="square" rtlCol="0">
            <a:spAutoFit/>
          </a:bodyPr>
          <a:lstStyle/>
          <a:p>
            <a:pPr>
              <a:lnSpc>
                <a:spcPct val="120000"/>
              </a:lnSpc>
            </a:pPr>
            <a:r>
              <a:rPr lang="zh-CN" altLang="en-US" sz="2400" b="1" dirty="0">
                <a:solidFill>
                  <a:srgbClr val="C95419"/>
                </a:solidFill>
              </a:rPr>
              <a:t>添加标题</a:t>
            </a:r>
            <a:endParaRPr lang="en-US" altLang="zh-CN" sz="2400" b="1" dirty="0">
              <a:solidFill>
                <a:srgbClr val="C95419"/>
              </a:solidFill>
            </a:endParaRPr>
          </a:p>
          <a:p>
            <a:pPr>
              <a:lnSpc>
                <a:spcPct val="120000"/>
              </a:lnSpc>
            </a:pPr>
            <a:r>
              <a:rPr lang="zh-CN" altLang="en-US" sz="1600" dirty="0">
                <a:solidFill>
                  <a:schemeClr val="tx1">
                    <a:lumMod val="65000"/>
                    <a:lumOff val="35000"/>
                  </a:schemeClr>
                </a:solidFill>
              </a:rPr>
              <a:t>添加内容添加内容</a:t>
            </a:r>
          </a:p>
        </p:txBody>
      </p:sp>
      <p:sp>
        <p:nvSpPr>
          <p:cNvPr id="81" name="文本框 80"/>
          <p:cNvSpPr txBox="1"/>
          <p:nvPr/>
        </p:nvSpPr>
        <p:spPr>
          <a:xfrm>
            <a:off x="8555572" y="2175638"/>
            <a:ext cx="2856518" cy="830997"/>
          </a:xfrm>
          <a:prstGeom prst="rect">
            <a:avLst/>
          </a:prstGeom>
          <a:noFill/>
        </p:spPr>
        <p:txBody>
          <a:bodyPr wrap="square" rtlCol="0">
            <a:spAutoFit/>
          </a:bodyPr>
          <a:lstStyle/>
          <a:p>
            <a:pPr>
              <a:lnSpc>
                <a:spcPct val="120000"/>
              </a:lnSpc>
            </a:pPr>
            <a:r>
              <a:rPr lang="zh-CN" altLang="en-US" sz="2400" b="1" dirty="0">
                <a:solidFill>
                  <a:srgbClr val="DA4D3C"/>
                </a:solidFill>
              </a:rPr>
              <a:t>添加标题</a:t>
            </a:r>
            <a:endParaRPr lang="en-US" altLang="zh-CN" sz="2400" b="1" dirty="0">
              <a:solidFill>
                <a:srgbClr val="DA4D3C"/>
              </a:solidFill>
            </a:endParaRPr>
          </a:p>
          <a:p>
            <a:pPr>
              <a:lnSpc>
                <a:spcPct val="120000"/>
              </a:lnSpc>
            </a:pPr>
            <a:r>
              <a:rPr lang="zh-CN" altLang="en-US" sz="1600" dirty="0">
                <a:solidFill>
                  <a:schemeClr val="tx1">
                    <a:lumMod val="65000"/>
                    <a:lumOff val="35000"/>
                  </a:schemeClr>
                </a:solidFill>
              </a:rPr>
              <a:t>添加内容添加内容</a:t>
            </a:r>
          </a:p>
        </p:txBody>
      </p:sp>
      <p:sp>
        <p:nvSpPr>
          <p:cNvPr id="82" name="文本框 81"/>
          <p:cNvSpPr txBox="1"/>
          <p:nvPr/>
        </p:nvSpPr>
        <p:spPr>
          <a:xfrm>
            <a:off x="8555572" y="4492592"/>
            <a:ext cx="2856518" cy="830997"/>
          </a:xfrm>
          <a:prstGeom prst="rect">
            <a:avLst/>
          </a:prstGeom>
          <a:noFill/>
        </p:spPr>
        <p:txBody>
          <a:bodyPr wrap="square" rtlCol="0">
            <a:spAutoFit/>
          </a:bodyPr>
          <a:lstStyle/>
          <a:p>
            <a:pPr>
              <a:lnSpc>
                <a:spcPct val="120000"/>
              </a:lnSpc>
            </a:pPr>
            <a:r>
              <a:rPr lang="zh-CN" altLang="en-US" sz="2400" b="1" dirty="0">
                <a:solidFill>
                  <a:srgbClr val="EA981E"/>
                </a:solidFill>
              </a:rPr>
              <a:t>添加标题</a:t>
            </a:r>
            <a:endParaRPr lang="en-US" altLang="zh-CN" sz="2400" b="1" dirty="0">
              <a:solidFill>
                <a:srgbClr val="EA981E"/>
              </a:solidFill>
            </a:endParaRPr>
          </a:p>
          <a:p>
            <a:pPr>
              <a:lnSpc>
                <a:spcPct val="120000"/>
              </a:lnSpc>
            </a:pPr>
            <a:r>
              <a:rPr lang="zh-CN" altLang="en-US" sz="1600" dirty="0">
                <a:solidFill>
                  <a:schemeClr val="tx1">
                    <a:lumMod val="65000"/>
                    <a:lumOff val="35000"/>
                  </a:schemeClr>
                </a:solidFill>
              </a:rPr>
              <a:t>添加内容添加内容</a:t>
            </a:r>
          </a:p>
        </p:txBody>
      </p:sp>
      <p:sp>
        <p:nvSpPr>
          <p:cNvPr id="83" name="文本框 82"/>
          <p:cNvSpPr txBox="1"/>
          <p:nvPr/>
        </p:nvSpPr>
        <p:spPr>
          <a:xfrm>
            <a:off x="6187578" y="1165733"/>
            <a:ext cx="2856518" cy="830997"/>
          </a:xfrm>
          <a:prstGeom prst="rect">
            <a:avLst/>
          </a:prstGeom>
          <a:noFill/>
        </p:spPr>
        <p:txBody>
          <a:bodyPr wrap="square" rtlCol="0">
            <a:spAutoFit/>
          </a:bodyPr>
          <a:lstStyle/>
          <a:p>
            <a:pPr>
              <a:lnSpc>
                <a:spcPct val="120000"/>
              </a:lnSpc>
            </a:pPr>
            <a:r>
              <a:rPr lang="zh-CN" altLang="en-US" sz="2400" b="1" dirty="0">
                <a:solidFill>
                  <a:srgbClr val="8F58A0"/>
                </a:solidFill>
              </a:rPr>
              <a:t>添加标题</a:t>
            </a:r>
            <a:endParaRPr lang="en-US" altLang="zh-CN" sz="2400" b="1" dirty="0">
              <a:solidFill>
                <a:srgbClr val="8F58A0"/>
              </a:solidFill>
            </a:endParaRPr>
          </a:p>
          <a:p>
            <a:pPr>
              <a:lnSpc>
                <a:spcPct val="120000"/>
              </a:lnSpc>
            </a:pPr>
            <a:r>
              <a:rPr lang="zh-CN" altLang="en-US" sz="1600" dirty="0">
                <a:solidFill>
                  <a:schemeClr val="tx1">
                    <a:lumMod val="65000"/>
                    <a:lumOff val="35000"/>
                  </a:schemeClr>
                </a:solidFill>
              </a:rPr>
              <a:t>添加内容添加内容</a:t>
            </a:r>
          </a:p>
        </p:txBody>
      </p:sp>
      <p:sp>
        <p:nvSpPr>
          <p:cNvPr id="86" name="Freeform 43"/>
          <p:cNvSpPr>
            <a:spLocks noEditPoints="1"/>
          </p:cNvSpPr>
          <p:nvPr/>
        </p:nvSpPr>
        <p:spPr bwMode="auto">
          <a:xfrm>
            <a:off x="5544497" y="2709526"/>
            <a:ext cx="1100044" cy="906499"/>
          </a:xfrm>
          <a:custGeom>
            <a:avLst/>
            <a:gdLst>
              <a:gd name="T0" fmla="*/ 427 w 471"/>
              <a:gd name="T1" fmla="*/ 128 h 388"/>
              <a:gd name="T2" fmla="*/ 401 w 471"/>
              <a:gd name="T3" fmla="*/ 155 h 388"/>
              <a:gd name="T4" fmla="*/ 427 w 471"/>
              <a:gd name="T5" fmla="*/ 181 h 388"/>
              <a:gd name="T6" fmla="*/ 454 w 471"/>
              <a:gd name="T7" fmla="*/ 155 h 388"/>
              <a:gd name="T8" fmla="*/ 427 w 471"/>
              <a:gd name="T9" fmla="*/ 128 h 388"/>
              <a:gd name="T10" fmla="*/ 44 w 471"/>
              <a:gd name="T11" fmla="*/ 128 h 388"/>
              <a:gd name="T12" fmla="*/ 18 w 471"/>
              <a:gd name="T13" fmla="*/ 155 h 388"/>
              <a:gd name="T14" fmla="*/ 44 w 471"/>
              <a:gd name="T15" fmla="*/ 181 h 388"/>
              <a:gd name="T16" fmla="*/ 71 w 471"/>
              <a:gd name="T17" fmla="*/ 155 h 388"/>
              <a:gd name="T18" fmla="*/ 44 w 471"/>
              <a:gd name="T19" fmla="*/ 128 h 388"/>
              <a:gd name="T20" fmla="*/ 348 w 471"/>
              <a:gd name="T21" fmla="*/ 80 h 388"/>
              <a:gd name="T22" fmla="*/ 309 w 471"/>
              <a:gd name="T23" fmla="*/ 119 h 388"/>
              <a:gd name="T24" fmla="*/ 348 w 471"/>
              <a:gd name="T25" fmla="*/ 159 h 388"/>
              <a:gd name="T26" fmla="*/ 388 w 471"/>
              <a:gd name="T27" fmla="*/ 119 h 388"/>
              <a:gd name="T28" fmla="*/ 348 w 471"/>
              <a:gd name="T29" fmla="*/ 80 h 388"/>
              <a:gd name="T30" fmla="*/ 471 w 471"/>
              <a:gd name="T31" fmla="*/ 321 h 388"/>
              <a:gd name="T32" fmla="*/ 426 w 471"/>
              <a:gd name="T33" fmla="*/ 321 h 388"/>
              <a:gd name="T34" fmla="*/ 426 w 471"/>
              <a:gd name="T35" fmla="*/ 238 h 388"/>
              <a:gd name="T36" fmla="*/ 415 w 471"/>
              <a:gd name="T37" fmla="*/ 198 h 388"/>
              <a:gd name="T38" fmla="*/ 427 w 471"/>
              <a:gd name="T39" fmla="*/ 197 h 388"/>
              <a:gd name="T40" fmla="*/ 471 w 471"/>
              <a:gd name="T41" fmla="*/ 240 h 388"/>
              <a:gd name="T42" fmla="*/ 471 w 471"/>
              <a:gd name="T43" fmla="*/ 321 h 388"/>
              <a:gd name="T44" fmla="*/ 124 w 471"/>
              <a:gd name="T45" fmla="*/ 80 h 388"/>
              <a:gd name="T46" fmla="*/ 84 w 471"/>
              <a:gd name="T47" fmla="*/ 119 h 388"/>
              <a:gd name="T48" fmla="*/ 124 w 471"/>
              <a:gd name="T49" fmla="*/ 159 h 388"/>
              <a:gd name="T50" fmla="*/ 163 w 471"/>
              <a:gd name="T51" fmla="*/ 119 h 388"/>
              <a:gd name="T52" fmla="*/ 124 w 471"/>
              <a:gd name="T53" fmla="*/ 80 h 388"/>
              <a:gd name="T54" fmla="*/ 44 w 471"/>
              <a:gd name="T55" fmla="*/ 197 h 388"/>
              <a:gd name="T56" fmla="*/ 57 w 471"/>
              <a:gd name="T57" fmla="*/ 198 h 388"/>
              <a:gd name="T58" fmla="*/ 46 w 471"/>
              <a:gd name="T59" fmla="*/ 238 h 388"/>
              <a:gd name="T60" fmla="*/ 46 w 471"/>
              <a:gd name="T61" fmla="*/ 321 h 388"/>
              <a:gd name="T62" fmla="*/ 0 w 471"/>
              <a:gd name="T63" fmla="*/ 321 h 388"/>
              <a:gd name="T64" fmla="*/ 0 w 471"/>
              <a:gd name="T65" fmla="*/ 240 h 388"/>
              <a:gd name="T66" fmla="*/ 44 w 471"/>
              <a:gd name="T67" fmla="*/ 197 h 388"/>
              <a:gd name="T68" fmla="*/ 236 w 471"/>
              <a:gd name="T69" fmla="*/ 0 h 388"/>
              <a:gd name="T70" fmla="*/ 177 w 471"/>
              <a:gd name="T71" fmla="*/ 59 h 388"/>
              <a:gd name="T72" fmla="*/ 236 w 471"/>
              <a:gd name="T73" fmla="*/ 118 h 388"/>
              <a:gd name="T74" fmla="*/ 294 w 471"/>
              <a:gd name="T75" fmla="*/ 59 h 388"/>
              <a:gd name="T76" fmla="*/ 236 w 471"/>
              <a:gd name="T77" fmla="*/ 0 h 388"/>
              <a:gd name="T78" fmla="*/ 412 w 471"/>
              <a:gd name="T79" fmla="*/ 352 h 388"/>
              <a:gd name="T80" fmla="*/ 342 w 471"/>
              <a:gd name="T81" fmla="*/ 352 h 388"/>
              <a:gd name="T82" fmla="*/ 342 w 471"/>
              <a:gd name="T83" fmla="*/ 225 h 388"/>
              <a:gd name="T84" fmla="*/ 330 w 471"/>
              <a:gd name="T85" fmla="*/ 177 h 388"/>
              <a:gd name="T86" fmla="*/ 348 w 471"/>
              <a:gd name="T87" fmla="*/ 174 h 388"/>
              <a:gd name="T88" fmla="*/ 412 w 471"/>
              <a:gd name="T89" fmla="*/ 238 h 388"/>
              <a:gd name="T90" fmla="*/ 412 w 471"/>
              <a:gd name="T91" fmla="*/ 352 h 388"/>
              <a:gd name="T92" fmla="*/ 129 w 471"/>
              <a:gd name="T93" fmla="*/ 225 h 388"/>
              <a:gd name="T94" fmla="*/ 129 w 471"/>
              <a:gd name="T95" fmla="*/ 352 h 388"/>
              <a:gd name="T96" fmla="*/ 60 w 471"/>
              <a:gd name="T97" fmla="*/ 352 h 388"/>
              <a:gd name="T98" fmla="*/ 60 w 471"/>
              <a:gd name="T99" fmla="*/ 238 h 388"/>
              <a:gd name="T100" fmla="*/ 124 w 471"/>
              <a:gd name="T101" fmla="*/ 174 h 388"/>
              <a:gd name="T102" fmla="*/ 141 w 471"/>
              <a:gd name="T103" fmla="*/ 177 h 388"/>
              <a:gd name="T104" fmla="*/ 129 w 471"/>
              <a:gd name="T105" fmla="*/ 225 h 388"/>
              <a:gd name="T106" fmla="*/ 144 w 471"/>
              <a:gd name="T107" fmla="*/ 388 h 388"/>
              <a:gd name="T108" fmla="*/ 328 w 471"/>
              <a:gd name="T109" fmla="*/ 388 h 388"/>
              <a:gd name="T110" fmla="*/ 328 w 471"/>
              <a:gd name="T111" fmla="*/ 225 h 388"/>
              <a:gd name="T112" fmla="*/ 236 w 471"/>
              <a:gd name="T113" fmla="*/ 133 h 388"/>
              <a:gd name="T114" fmla="*/ 144 w 471"/>
              <a:gd name="T115" fmla="*/ 225 h 388"/>
              <a:gd name="T116" fmla="*/ 144 w 471"/>
              <a:gd name="T117" fmla="*/ 388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71" h="388">
                <a:moveTo>
                  <a:pt x="427" y="128"/>
                </a:moveTo>
                <a:cubicBezTo>
                  <a:pt x="413" y="128"/>
                  <a:pt x="401" y="140"/>
                  <a:pt x="401" y="155"/>
                </a:cubicBezTo>
                <a:cubicBezTo>
                  <a:pt x="401" y="169"/>
                  <a:pt x="413" y="181"/>
                  <a:pt x="427" y="181"/>
                </a:cubicBezTo>
                <a:cubicBezTo>
                  <a:pt x="442" y="181"/>
                  <a:pt x="454" y="169"/>
                  <a:pt x="454" y="155"/>
                </a:cubicBezTo>
                <a:cubicBezTo>
                  <a:pt x="454" y="140"/>
                  <a:pt x="442" y="128"/>
                  <a:pt x="427" y="128"/>
                </a:cubicBezTo>
                <a:close/>
                <a:moveTo>
                  <a:pt x="44" y="128"/>
                </a:moveTo>
                <a:cubicBezTo>
                  <a:pt x="30" y="128"/>
                  <a:pt x="18" y="140"/>
                  <a:pt x="18" y="155"/>
                </a:cubicBezTo>
                <a:cubicBezTo>
                  <a:pt x="18" y="169"/>
                  <a:pt x="30" y="181"/>
                  <a:pt x="44" y="181"/>
                </a:cubicBezTo>
                <a:cubicBezTo>
                  <a:pt x="59" y="181"/>
                  <a:pt x="71" y="169"/>
                  <a:pt x="71" y="155"/>
                </a:cubicBezTo>
                <a:cubicBezTo>
                  <a:pt x="71" y="140"/>
                  <a:pt x="59" y="128"/>
                  <a:pt x="44" y="128"/>
                </a:cubicBezTo>
                <a:close/>
                <a:moveTo>
                  <a:pt x="348" y="80"/>
                </a:moveTo>
                <a:cubicBezTo>
                  <a:pt x="326" y="80"/>
                  <a:pt x="309" y="97"/>
                  <a:pt x="309" y="119"/>
                </a:cubicBezTo>
                <a:cubicBezTo>
                  <a:pt x="309" y="141"/>
                  <a:pt x="326" y="159"/>
                  <a:pt x="348" y="159"/>
                </a:cubicBezTo>
                <a:cubicBezTo>
                  <a:pt x="370" y="159"/>
                  <a:pt x="388" y="141"/>
                  <a:pt x="388" y="119"/>
                </a:cubicBezTo>
                <a:cubicBezTo>
                  <a:pt x="388" y="97"/>
                  <a:pt x="370" y="80"/>
                  <a:pt x="348" y="80"/>
                </a:cubicBezTo>
                <a:close/>
                <a:moveTo>
                  <a:pt x="471" y="321"/>
                </a:moveTo>
                <a:cubicBezTo>
                  <a:pt x="426" y="321"/>
                  <a:pt x="426" y="321"/>
                  <a:pt x="426" y="321"/>
                </a:cubicBezTo>
                <a:cubicBezTo>
                  <a:pt x="426" y="238"/>
                  <a:pt x="426" y="238"/>
                  <a:pt x="426" y="238"/>
                </a:cubicBezTo>
                <a:cubicBezTo>
                  <a:pt x="426" y="223"/>
                  <a:pt x="422" y="210"/>
                  <a:pt x="415" y="198"/>
                </a:cubicBezTo>
                <a:cubicBezTo>
                  <a:pt x="419" y="197"/>
                  <a:pt x="423" y="197"/>
                  <a:pt x="427" y="197"/>
                </a:cubicBezTo>
                <a:cubicBezTo>
                  <a:pt x="452" y="197"/>
                  <a:pt x="471" y="216"/>
                  <a:pt x="471" y="240"/>
                </a:cubicBezTo>
                <a:lnTo>
                  <a:pt x="471" y="321"/>
                </a:lnTo>
                <a:close/>
                <a:moveTo>
                  <a:pt x="124" y="80"/>
                </a:moveTo>
                <a:cubicBezTo>
                  <a:pt x="102" y="80"/>
                  <a:pt x="84" y="97"/>
                  <a:pt x="84" y="119"/>
                </a:cubicBezTo>
                <a:cubicBezTo>
                  <a:pt x="84" y="141"/>
                  <a:pt x="102" y="159"/>
                  <a:pt x="124" y="159"/>
                </a:cubicBezTo>
                <a:cubicBezTo>
                  <a:pt x="145" y="159"/>
                  <a:pt x="163" y="141"/>
                  <a:pt x="163" y="119"/>
                </a:cubicBezTo>
                <a:cubicBezTo>
                  <a:pt x="163" y="97"/>
                  <a:pt x="145" y="80"/>
                  <a:pt x="124" y="80"/>
                </a:cubicBezTo>
                <a:close/>
                <a:moveTo>
                  <a:pt x="44" y="197"/>
                </a:moveTo>
                <a:cubicBezTo>
                  <a:pt x="49" y="197"/>
                  <a:pt x="53" y="197"/>
                  <a:pt x="57" y="198"/>
                </a:cubicBezTo>
                <a:cubicBezTo>
                  <a:pt x="50" y="210"/>
                  <a:pt x="46" y="223"/>
                  <a:pt x="46" y="238"/>
                </a:cubicBezTo>
                <a:cubicBezTo>
                  <a:pt x="46" y="321"/>
                  <a:pt x="46" y="321"/>
                  <a:pt x="46" y="321"/>
                </a:cubicBezTo>
                <a:cubicBezTo>
                  <a:pt x="0" y="321"/>
                  <a:pt x="0" y="321"/>
                  <a:pt x="0" y="321"/>
                </a:cubicBezTo>
                <a:cubicBezTo>
                  <a:pt x="0" y="240"/>
                  <a:pt x="0" y="240"/>
                  <a:pt x="0" y="240"/>
                </a:cubicBezTo>
                <a:cubicBezTo>
                  <a:pt x="0" y="216"/>
                  <a:pt x="20" y="197"/>
                  <a:pt x="44" y="197"/>
                </a:cubicBezTo>
                <a:close/>
                <a:moveTo>
                  <a:pt x="236" y="0"/>
                </a:moveTo>
                <a:cubicBezTo>
                  <a:pt x="204" y="0"/>
                  <a:pt x="177" y="27"/>
                  <a:pt x="177" y="59"/>
                </a:cubicBezTo>
                <a:cubicBezTo>
                  <a:pt x="177" y="91"/>
                  <a:pt x="203" y="118"/>
                  <a:pt x="236" y="118"/>
                </a:cubicBezTo>
                <a:cubicBezTo>
                  <a:pt x="268" y="118"/>
                  <a:pt x="294" y="91"/>
                  <a:pt x="294" y="59"/>
                </a:cubicBezTo>
                <a:cubicBezTo>
                  <a:pt x="295" y="27"/>
                  <a:pt x="268" y="0"/>
                  <a:pt x="236" y="0"/>
                </a:cubicBezTo>
                <a:close/>
                <a:moveTo>
                  <a:pt x="412" y="352"/>
                </a:moveTo>
                <a:cubicBezTo>
                  <a:pt x="342" y="352"/>
                  <a:pt x="342" y="352"/>
                  <a:pt x="342" y="352"/>
                </a:cubicBezTo>
                <a:cubicBezTo>
                  <a:pt x="342" y="225"/>
                  <a:pt x="342" y="225"/>
                  <a:pt x="342" y="225"/>
                </a:cubicBezTo>
                <a:cubicBezTo>
                  <a:pt x="342" y="208"/>
                  <a:pt x="338" y="192"/>
                  <a:pt x="330" y="177"/>
                </a:cubicBezTo>
                <a:cubicBezTo>
                  <a:pt x="336" y="175"/>
                  <a:pt x="342" y="174"/>
                  <a:pt x="348" y="174"/>
                </a:cubicBezTo>
                <a:cubicBezTo>
                  <a:pt x="383" y="174"/>
                  <a:pt x="412" y="203"/>
                  <a:pt x="412" y="238"/>
                </a:cubicBezTo>
                <a:lnTo>
                  <a:pt x="412" y="352"/>
                </a:lnTo>
                <a:close/>
                <a:moveTo>
                  <a:pt x="129" y="225"/>
                </a:moveTo>
                <a:cubicBezTo>
                  <a:pt x="129" y="352"/>
                  <a:pt x="129" y="352"/>
                  <a:pt x="129" y="352"/>
                </a:cubicBezTo>
                <a:cubicBezTo>
                  <a:pt x="60" y="352"/>
                  <a:pt x="60" y="352"/>
                  <a:pt x="60" y="352"/>
                </a:cubicBezTo>
                <a:cubicBezTo>
                  <a:pt x="60" y="238"/>
                  <a:pt x="60" y="238"/>
                  <a:pt x="60" y="238"/>
                </a:cubicBezTo>
                <a:cubicBezTo>
                  <a:pt x="60" y="203"/>
                  <a:pt x="89" y="174"/>
                  <a:pt x="124" y="174"/>
                </a:cubicBezTo>
                <a:cubicBezTo>
                  <a:pt x="130" y="174"/>
                  <a:pt x="136" y="175"/>
                  <a:pt x="141" y="177"/>
                </a:cubicBezTo>
                <a:cubicBezTo>
                  <a:pt x="134" y="192"/>
                  <a:pt x="129" y="208"/>
                  <a:pt x="129" y="225"/>
                </a:cubicBezTo>
                <a:close/>
                <a:moveTo>
                  <a:pt x="144" y="388"/>
                </a:moveTo>
                <a:cubicBezTo>
                  <a:pt x="328" y="388"/>
                  <a:pt x="328" y="388"/>
                  <a:pt x="328" y="388"/>
                </a:cubicBezTo>
                <a:cubicBezTo>
                  <a:pt x="328" y="225"/>
                  <a:pt x="328" y="225"/>
                  <a:pt x="328" y="225"/>
                </a:cubicBezTo>
                <a:cubicBezTo>
                  <a:pt x="328" y="175"/>
                  <a:pt x="286" y="133"/>
                  <a:pt x="236" y="133"/>
                </a:cubicBezTo>
                <a:cubicBezTo>
                  <a:pt x="185" y="133"/>
                  <a:pt x="144" y="175"/>
                  <a:pt x="144" y="225"/>
                </a:cubicBezTo>
                <a:lnTo>
                  <a:pt x="144" y="388"/>
                </a:lnTo>
                <a:close/>
              </a:path>
            </a:pathLst>
          </a:custGeom>
          <a:solidFill>
            <a:srgbClr val="3448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文本框 86"/>
          <p:cNvSpPr txBox="1"/>
          <p:nvPr/>
        </p:nvSpPr>
        <p:spPr>
          <a:xfrm>
            <a:off x="5202156" y="3661595"/>
            <a:ext cx="1836000" cy="830997"/>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ctr">
              <a:lnSpc>
                <a:spcPct val="120000"/>
              </a:lnSpc>
            </a:pPr>
            <a:r>
              <a:rPr lang="zh-CN" altLang="en-US" sz="1600" dirty="0">
                <a:solidFill>
                  <a:schemeClr val="tx1">
                    <a:lumMod val="65000"/>
                    <a:lumOff val="35000"/>
                  </a:schemeClr>
                </a:solidFill>
              </a:rPr>
              <a:t>添加内容</a:t>
            </a:r>
          </a:p>
        </p:txBody>
      </p:sp>
      <p:sp>
        <p:nvSpPr>
          <p:cNvPr id="51"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八项并列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729912266"/>
      </p:ext>
    </p:extLst>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141"/>
          <p:cNvSpPr>
            <a:spLocks/>
          </p:cNvSpPr>
          <p:nvPr/>
        </p:nvSpPr>
        <p:spPr bwMode="auto">
          <a:xfrm>
            <a:off x="8149391" y="3525386"/>
            <a:ext cx="1182178" cy="252000"/>
          </a:xfrm>
          <a:custGeom>
            <a:avLst/>
            <a:gdLst>
              <a:gd name="T0" fmla="*/ 389 w 389"/>
              <a:gd name="T1" fmla="*/ 35 h 70"/>
              <a:gd name="T2" fmla="*/ 354 w 389"/>
              <a:gd name="T3" fmla="*/ 70 h 70"/>
              <a:gd name="T4" fmla="*/ 35 w 389"/>
              <a:gd name="T5" fmla="*/ 70 h 70"/>
              <a:gd name="T6" fmla="*/ 0 w 389"/>
              <a:gd name="T7" fmla="*/ 35 h 70"/>
              <a:gd name="T8" fmla="*/ 0 w 389"/>
              <a:gd name="T9" fmla="*/ 35 h 70"/>
              <a:gd name="T10" fmla="*/ 35 w 389"/>
              <a:gd name="T11" fmla="*/ 0 h 70"/>
              <a:gd name="T12" fmla="*/ 354 w 389"/>
              <a:gd name="T13" fmla="*/ 0 h 70"/>
              <a:gd name="T14" fmla="*/ 389 w 389"/>
              <a:gd name="T15" fmla="*/ 35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9" h="70">
                <a:moveTo>
                  <a:pt x="389" y="35"/>
                </a:moveTo>
                <a:cubicBezTo>
                  <a:pt x="389" y="55"/>
                  <a:pt x="373" y="70"/>
                  <a:pt x="354" y="70"/>
                </a:cubicBezTo>
                <a:cubicBezTo>
                  <a:pt x="35" y="70"/>
                  <a:pt x="35" y="70"/>
                  <a:pt x="35" y="70"/>
                </a:cubicBezTo>
                <a:cubicBezTo>
                  <a:pt x="16" y="70"/>
                  <a:pt x="0" y="55"/>
                  <a:pt x="0" y="35"/>
                </a:cubicBezTo>
                <a:cubicBezTo>
                  <a:pt x="0" y="35"/>
                  <a:pt x="0" y="35"/>
                  <a:pt x="0" y="35"/>
                </a:cubicBezTo>
                <a:cubicBezTo>
                  <a:pt x="0" y="16"/>
                  <a:pt x="16" y="0"/>
                  <a:pt x="35" y="0"/>
                </a:cubicBezTo>
                <a:cubicBezTo>
                  <a:pt x="354" y="0"/>
                  <a:pt x="354" y="0"/>
                  <a:pt x="354" y="0"/>
                </a:cubicBezTo>
                <a:cubicBezTo>
                  <a:pt x="373" y="0"/>
                  <a:pt x="389" y="16"/>
                  <a:pt x="389" y="35"/>
                </a:cubicBezTo>
                <a:close/>
              </a:path>
            </a:pathLst>
          </a:custGeom>
          <a:solidFill>
            <a:srgbClr val="BFD6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Freeform 142"/>
          <p:cNvSpPr>
            <a:spLocks/>
          </p:cNvSpPr>
          <p:nvPr/>
        </p:nvSpPr>
        <p:spPr bwMode="auto">
          <a:xfrm>
            <a:off x="7775463" y="5022461"/>
            <a:ext cx="1182178" cy="252000"/>
          </a:xfrm>
          <a:custGeom>
            <a:avLst/>
            <a:gdLst>
              <a:gd name="T0" fmla="*/ 389 w 389"/>
              <a:gd name="T1" fmla="*/ 36 h 71"/>
              <a:gd name="T2" fmla="*/ 353 w 389"/>
              <a:gd name="T3" fmla="*/ 71 h 71"/>
              <a:gd name="T4" fmla="*/ 35 w 389"/>
              <a:gd name="T5" fmla="*/ 71 h 71"/>
              <a:gd name="T6" fmla="*/ 0 w 389"/>
              <a:gd name="T7" fmla="*/ 36 h 71"/>
              <a:gd name="T8" fmla="*/ 0 w 389"/>
              <a:gd name="T9" fmla="*/ 36 h 71"/>
              <a:gd name="T10" fmla="*/ 35 w 389"/>
              <a:gd name="T11" fmla="*/ 0 h 71"/>
              <a:gd name="T12" fmla="*/ 353 w 389"/>
              <a:gd name="T13" fmla="*/ 0 h 71"/>
              <a:gd name="T14" fmla="*/ 389 w 389"/>
              <a:gd name="T15" fmla="*/ 36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9" h="71">
                <a:moveTo>
                  <a:pt x="389" y="36"/>
                </a:moveTo>
                <a:cubicBezTo>
                  <a:pt x="389" y="55"/>
                  <a:pt x="373" y="71"/>
                  <a:pt x="353" y="71"/>
                </a:cubicBezTo>
                <a:cubicBezTo>
                  <a:pt x="35" y="71"/>
                  <a:pt x="35" y="71"/>
                  <a:pt x="35" y="71"/>
                </a:cubicBezTo>
                <a:cubicBezTo>
                  <a:pt x="16" y="71"/>
                  <a:pt x="0" y="55"/>
                  <a:pt x="0" y="36"/>
                </a:cubicBezTo>
                <a:cubicBezTo>
                  <a:pt x="0" y="36"/>
                  <a:pt x="0" y="36"/>
                  <a:pt x="0" y="36"/>
                </a:cubicBezTo>
                <a:cubicBezTo>
                  <a:pt x="0" y="16"/>
                  <a:pt x="16" y="0"/>
                  <a:pt x="35" y="0"/>
                </a:cubicBezTo>
                <a:cubicBezTo>
                  <a:pt x="353" y="0"/>
                  <a:pt x="353" y="0"/>
                  <a:pt x="353" y="0"/>
                </a:cubicBezTo>
                <a:cubicBezTo>
                  <a:pt x="373" y="0"/>
                  <a:pt x="389" y="16"/>
                  <a:pt x="389" y="36"/>
                </a:cubicBezTo>
                <a:close/>
              </a:path>
            </a:pathLst>
          </a:custGeom>
          <a:solidFill>
            <a:srgbClr val="A0B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 name="Freeform 143"/>
          <p:cNvSpPr>
            <a:spLocks/>
          </p:cNvSpPr>
          <p:nvPr/>
        </p:nvSpPr>
        <p:spPr bwMode="auto">
          <a:xfrm>
            <a:off x="7775463" y="2062235"/>
            <a:ext cx="1182178" cy="252000"/>
          </a:xfrm>
          <a:custGeom>
            <a:avLst/>
            <a:gdLst>
              <a:gd name="T0" fmla="*/ 389 w 389"/>
              <a:gd name="T1" fmla="*/ 36 h 71"/>
              <a:gd name="T2" fmla="*/ 353 w 389"/>
              <a:gd name="T3" fmla="*/ 71 h 71"/>
              <a:gd name="T4" fmla="*/ 35 w 389"/>
              <a:gd name="T5" fmla="*/ 71 h 71"/>
              <a:gd name="T6" fmla="*/ 0 w 389"/>
              <a:gd name="T7" fmla="*/ 36 h 71"/>
              <a:gd name="T8" fmla="*/ 0 w 389"/>
              <a:gd name="T9" fmla="*/ 36 h 71"/>
              <a:gd name="T10" fmla="*/ 35 w 389"/>
              <a:gd name="T11" fmla="*/ 0 h 71"/>
              <a:gd name="T12" fmla="*/ 353 w 389"/>
              <a:gd name="T13" fmla="*/ 0 h 71"/>
              <a:gd name="T14" fmla="*/ 389 w 389"/>
              <a:gd name="T15" fmla="*/ 36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9" h="71">
                <a:moveTo>
                  <a:pt x="389" y="36"/>
                </a:moveTo>
                <a:cubicBezTo>
                  <a:pt x="389" y="55"/>
                  <a:pt x="373" y="71"/>
                  <a:pt x="353" y="71"/>
                </a:cubicBezTo>
                <a:cubicBezTo>
                  <a:pt x="35" y="71"/>
                  <a:pt x="35" y="71"/>
                  <a:pt x="35" y="71"/>
                </a:cubicBezTo>
                <a:cubicBezTo>
                  <a:pt x="16" y="71"/>
                  <a:pt x="0" y="55"/>
                  <a:pt x="0" y="36"/>
                </a:cubicBezTo>
                <a:cubicBezTo>
                  <a:pt x="0" y="36"/>
                  <a:pt x="0" y="36"/>
                  <a:pt x="0" y="36"/>
                </a:cubicBezTo>
                <a:cubicBezTo>
                  <a:pt x="0" y="16"/>
                  <a:pt x="16" y="0"/>
                  <a:pt x="35" y="0"/>
                </a:cubicBezTo>
                <a:cubicBezTo>
                  <a:pt x="353" y="0"/>
                  <a:pt x="353" y="0"/>
                  <a:pt x="353" y="0"/>
                </a:cubicBezTo>
                <a:cubicBezTo>
                  <a:pt x="373" y="0"/>
                  <a:pt x="389" y="16"/>
                  <a:pt x="389" y="36"/>
                </a:cubicBezTo>
                <a:close/>
              </a:path>
            </a:pathLst>
          </a:custGeom>
          <a:solidFill>
            <a:srgbClr val="F9ED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Freeform 144"/>
          <p:cNvSpPr>
            <a:spLocks/>
          </p:cNvSpPr>
          <p:nvPr/>
        </p:nvSpPr>
        <p:spPr bwMode="auto">
          <a:xfrm>
            <a:off x="5607709" y="5891026"/>
            <a:ext cx="1183463" cy="252000"/>
          </a:xfrm>
          <a:custGeom>
            <a:avLst/>
            <a:gdLst>
              <a:gd name="T0" fmla="*/ 389 w 389"/>
              <a:gd name="T1" fmla="*/ 35 h 70"/>
              <a:gd name="T2" fmla="*/ 353 w 389"/>
              <a:gd name="T3" fmla="*/ 70 h 70"/>
              <a:gd name="T4" fmla="*/ 35 w 389"/>
              <a:gd name="T5" fmla="*/ 70 h 70"/>
              <a:gd name="T6" fmla="*/ 0 w 389"/>
              <a:gd name="T7" fmla="*/ 35 h 70"/>
              <a:gd name="T8" fmla="*/ 0 w 389"/>
              <a:gd name="T9" fmla="*/ 35 h 70"/>
              <a:gd name="T10" fmla="*/ 35 w 389"/>
              <a:gd name="T11" fmla="*/ 0 h 70"/>
              <a:gd name="T12" fmla="*/ 353 w 389"/>
              <a:gd name="T13" fmla="*/ 0 h 70"/>
              <a:gd name="T14" fmla="*/ 389 w 389"/>
              <a:gd name="T15" fmla="*/ 35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9" h="70">
                <a:moveTo>
                  <a:pt x="389" y="35"/>
                </a:moveTo>
                <a:cubicBezTo>
                  <a:pt x="389" y="54"/>
                  <a:pt x="373" y="70"/>
                  <a:pt x="353" y="70"/>
                </a:cubicBezTo>
                <a:cubicBezTo>
                  <a:pt x="35" y="70"/>
                  <a:pt x="35" y="70"/>
                  <a:pt x="35" y="70"/>
                </a:cubicBezTo>
                <a:cubicBezTo>
                  <a:pt x="15" y="70"/>
                  <a:pt x="0" y="54"/>
                  <a:pt x="0" y="35"/>
                </a:cubicBezTo>
                <a:cubicBezTo>
                  <a:pt x="0" y="35"/>
                  <a:pt x="0" y="35"/>
                  <a:pt x="0" y="35"/>
                </a:cubicBezTo>
                <a:cubicBezTo>
                  <a:pt x="0" y="16"/>
                  <a:pt x="15" y="0"/>
                  <a:pt x="35" y="0"/>
                </a:cubicBezTo>
                <a:cubicBezTo>
                  <a:pt x="353" y="0"/>
                  <a:pt x="353" y="0"/>
                  <a:pt x="353" y="0"/>
                </a:cubicBezTo>
                <a:cubicBezTo>
                  <a:pt x="373" y="0"/>
                  <a:pt x="389" y="16"/>
                  <a:pt x="389" y="35"/>
                </a:cubicBezTo>
                <a:close/>
              </a:path>
            </a:pathLst>
          </a:custGeom>
          <a:solidFill>
            <a:srgbClr val="67AC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145"/>
          <p:cNvSpPr>
            <a:spLocks/>
          </p:cNvSpPr>
          <p:nvPr/>
        </p:nvSpPr>
        <p:spPr bwMode="auto">
          <a:xfrm>
            <a:off x="5602569" y="970855"/>
            <a:ext cx="1182178" cy="252000"/>
          </a:xfrm>
          <a:custGeom>
            <a:avLst/>
            <a:gdLst>
              <a:gd name="T0" fmla="*/ 389 w 389"/>
              <a:gd name="T1" fmla="*/ 35 h 70"/>
              <a:gd name="T2" fmla="*/ 354 w 389"/>
              <a:gd name="T3" fmla="*/ 70 h 70"/>
              <a:gd name="T4" fmla="*/ 35 w 389"/>
              <a:gd name="T5" fmla="*/ 70 h 70"/>
              <a:gd name="T6" fmla="*/ 0 w 389"/>
              <a:gd name="T7" fmla="*/ 35 h 70"/>
              <a:gd name="T8" fmla="*/ 0 w 389"/>
              <a:gd name="T9" fmla="*/ 35 h 70"/>
              <a:gd name="T10" fmla="*/ 35 w 389"/>
              <a:gd name="T11" fmla="*/ 0 h 70"/>
              <a:gd name="T12" fmla="*/ 354 w 389"/>
              <a:gd name="T13" fmla="*/ 0 h 70"/>
              <a:gd name="T14" fmla="*/ 389 w 389"/>
              <a:gd name="T15" fmla="*/ 35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9" h="70">
                <a:moveTo>
                  <a:pt x="389" y="35"/>
                </a:moveTo>
                <a:cubicBezTo>
                  <a:pt x="389" y="54"/>
                  <a:pt x="373" y="70"/>
                  <a:pt x="354" y="70"/>
                </a:cubicBezTo>
                <a:cubicBezTo>
                  <a:pt x="35" y="70"/>
                  <a:pt x="35" y="70"/>
                  <a:pt x="35" y="70"/>
                </a:cubicBezTo>
                <a:cubicBezTo>
                  <a:pt x="16" y="70"/>
                  <a:pt x="0" y="54"/>
                  <a:pt x="0" y="35"/>
                </a:cubicBezTo>
                <a:cubicBezTo>
                  <a:pt x="0" y="35"/>
                  <a:pt x="0" y="35"/>
                  <a:pt x="0" y="35"/>
                </a:cubicBezTo>
                <a:cubicBezTo>
                  <a:pt x="0" y="15"/>
                  <a:pt x="16" y="0"/>
                  <a:pt x="35" y="0"/>
                </a:cubicBezTo>
                <a:cubicBezTo>
                  <a:pt x="354" y="0"/>
                  <a:pt x="354" y="0"/>
                  <a:pt x="354" y="0"/>
                </a:cubicBezTo>
                <a:cubicBezTo>
                  <a:pt x="373" y="0"/>
                  <a:pt x="389" y="15"/>
                  <a:pt x="389" y="35"/>
                </a:cubicBezTo>
                <a:close/>
              </a:path>
            </a:pathLst>
          </a:custGeom>
          <a:solidFill>
            <a:srgbClr val="E542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dirty="0"/>
          </a:p>
        </p:txBody>
      </p:sp>
      <p:sp>
        <p:nvSpPr>
          <p:cNvPr id="8" name="Freeform 146"/>
          <p:cNvSpPr>
            <a:spLocks/>
          </p:cNvSpPr>
          <p:nvPr/>
        </p:nvSpPr>
        <p:spPr bwMode="auto">
          <a:xfrm>
            <a:off x="2860431" y="3525386"/>
            <a:ext cx="1182178" cy="252000"/>
          </a:xfrm>
          <a:custGeom>
            <a:avLst/>
            <a:gdLst>
              <a:gd name="T0" fmla="*/ 389 w 389"/>
              <a:gd name="T1" fmla="*/ 35 h 70"/>
              <a:gd name="T2" fmla="*/ 354 w 389"/>
              <a:gd name="T3" fmla="*/ 70 h 70"/>
              <a:gd name="T4" fmla="*/ 35 w 389"/>
              <a:gd name="T5" fmla="*/ 70 h 70"/>
              <a:gd name="T6" fmla="*/ 0 w 389"/>
              <a:gd name="T7" fmla="*/ 35 h 70"/>
              <a:gd name="T8" fmla="*/ 0 w 389"/>
              <a:gd name="T9" fmla="*/ 35 h 70"/>
              <a:gd name="T10" fmla="*/ 35 w 389"/>
              <a:gd name="T11" fmla="*/ 0 h 70"/>
              <a:gd name="T12" fmla="*/ 354 w 389"/>
              <a:gd name="T13" fmla="*/ 0 h 70"/>
              <a:gd name="T14" fmla="*/ 389 w 389"/>
              <a:gd name="T15" fmla="*/ 35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9" h="70">
                <a:moveTo>
                  <a:pt x="389" y="35"/>
                </a:moveTo>
                <a:cubicBezTo>
                  <a:pt x="389" y="55"/>
                  <a:pt x="373" y="70"/>
                  <a:pt x="354" y="70"/>
                </a:cubicBezTo>
                <a:cubicBezTo>
                  <a:pt x="35" y="70"/>
                  <a:pt x="35" y="70"/>
                  <a:pt x="35" y="70"/>
                </a:cubicBezTo>
                <a:cubicBezTo>
                  <a:pt x="16" y="70"/>
                  <a:pt x="0" y="55"/>
                  <a:pt x="0" y="35"/>
                </a:cubicBezTo>
                <a:cubicBezTo>
                  <a:pt x="0" y="35"/>
                  <a:pt x="0" y="35"/>
                  <a:pt x="0" y="35"/>
                </a:cubicBezTo>
                <a:cubicBezTo>
                  <a:pt x="0" y="16"/>
                  <a:pt x="16" y="0"/>
                  <a:pt x="35" y="0"/>
                </a:cubicBezTo>
                <a:cubicBezTo>
                  <a:pt x="354" y="0"/>
                  <a:pt x="354" y="0"/>
                  <a:pt x="354" y="0"/>
                </a:cubicBezTo>
                <a:cubicBezTo>
                  <a:pt x="373" y="0"/>
                  <a:pt x="389" y="16"/>
                  <a:pt x="389" y="35"/>
                </a:cubicBezTo>
                <a:close/>
              </a:path>
            </a:pathLst>
          </a:custGeom>
          <a:solidFill>
            <a:srgbClr val="545A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147"/>
          <p:cNvSpPr>
            <a:spLocks/>
          </p:cNvSpPr>
          <p:nvPr/>
        </p:nvSpPr>
        <p:spPr bwMode="auto">
          <a:xfrm>
            <a:off x="3285758" y="5022461"/>
            <a:ext cx="1182178" cy="252000"/>
          </a:xfrm>
          <a:custGeom>
            <a:avLst/>
            <a:gdLst>
              <a:gd name="T0" fmla="*/ 389 w 389"/>
              <a:gd name="T1" fmla="*/ 35 h 70"/>
              <a:gd name="T2" fmla="*/ 353 w 389"/>
              <a:gd name="T3" fmla="*/ 70 h 70"/>
              <a:gd name="T4" fmla="*/ 35 w 389"/>
              <a:gd name="T5" fmla="*/ 70 h 70"/>
              <a:gd name="T6" fmla="*/ 0 w 389"/>
              <a:gd name="T7" fmla="*/ 35 h 70"/>
              <a:gd name="T8" fmla="*/ 0 w 389"/>
              <a:gd name="T9" fmla="*/ 35 h 70"/>
              <a:gd name="T10" fmla="*/ 35 w 389"/>
              <a:gd name="T11" fmla="*/ 0 h 70"/>
              <a:gd name="T12" fmla="*/ 353 w 389"/>
              <a:gd name="T13" fmla="*/ 0 h 70"/>
              <a:gd name="T14" fmla="*/ 389 w 389"/>
              <a:gd name="T15" fmla="*/ 35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9" h="70">
                <a:moveTo>
                  <a:pt x="389" y="35"/>
                </a:moveTo>
                <a:cubicBezTo>
                  <a:pt x="389" y="54"/>
                  <a:pt x="373" y="70"/>
                  <a:pt x="353" y="70"/>
                </a:cubicBezTo>
                <a:cubicBezTo>
                  <a:pt x="35" y="70"/>
                  <a:pt x="35" y="70"/>
                  <a:pt x="35" y="70"/>
                </a:cubicBezTo>
                <a:cubicBezTo>
                  <a:pt x="16" y="70"/>
                  <a:pt x="0" y="54"/>
                  <a:pt x="0" y="35"/>
                </a:cubicBezTo>
                <a:cubicBezTo>
                  <a:pt x="0" y="35"/>
                  <a:pt x="0" y="35"/>
                  <a:pt x="0" y="35"/>
                </a:cubicBezTo>
                <a:cubicBezTo>
                  <a:pt x="0" y="16"/>
                  <a:pt x="16" y="0"/>
                  <a:pt x="35" y="0"/>
                </a:cubicBezTo>
                <a:cubicBezTo>
                  <a:pt x="353" y="0"/>
                  <a:pt x="353" y="0"/>
                  <a:pt x="353" y="0"/>
                </a:cubicBezTo>
                <a:cubicBezTo>
                  <a:pt x="373" y="0"/>
                  <a:pt x="389" y="16"/>
                  <a:pt x="389" y="35"/>
                </a:cubicBezTo>
                <a:close/>
              </a:path>
            </a:pathLst>
          </a:custGeom>
          <a:solidFill>
            <a:srgbClr val="296E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148"/>
          <p:cNvSpPr>
            <a:spLocks/>
          </p:cNvSpPr>
          <p:nvPr/>
        </p:nvSpPr>
        <p:spPr bwMode="auto">
          <a:xfrm>
            <a:off x="3328162" y="2062235"/>
            <a:ext cx="1182178" cy="252000"/>
          </a:xfrm>
          <a:custGeom>
            <a:avLst/>
            <a:gdLst>
              <a:gd name="T0" fmla="*/ 389 w 389"/>
              <a:gd name="T1" fmla="*/ 35 h 70"/>
              <a:gd name="T2" fmla="*/ 353 w 389"/>
              <a:gd name="T3" fmla="*/ 70 h 70"/>
              <a:gd name="T4" fmla="*/ 35 w 389"/>
              <a:gd name="T5" fmla="*/ 70 h 70"/>
              <a:gd name="T6" fmla="*/ 0 w 389"/>
              <a:gd name="T7" fmla="*/ 35 h 70"/>
              <a:gd name="T8" fmla="*/ 0 w 389"/>
              <a:gd name="T9" fmla="*/ 35 h 70"/>
              <a:gd name="T10" fmla="*/ 35 w 389"/>
              <a:gd name="T11" fmla="*/ 0 h 70"/>
              <a:gd name="T12" fmla="*/ 353 w 389"/>
              <a:gd name="T13" fmla="*/ 0 h 70"/>
              <a:gd name="T14" fmla="*/ 389 w 389"/>
              <a:gd name="T15" fmla="*/ 35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9" h="70">
                <a:moveTo>
                  <a:pt x="389" y="35"/>
                </a:moveTo>
                <a:cubicBezTo>
                  <a:pt x="389" y="54"/>
                  <a:pt x="373" y="70"/>
                  <a:pt x="353" y="70"/>
                </a:cubicBezTo>
                <a:cubicBezTo>
                  <a:pt x="35" y="70"/>
                  <a:pt x="35" y="70"/>
                  <a:pt x="35" y="70"/>
                </a:cubicBezTo>
                <a:cubicBezTo>
                  <a:pt x="15" y="70"/>
                  <a:pt x="0" y="54"/>
                  <a:pt x="0" y="35"/>
                </a:cubicBezTo>
                <a:cubicBezTo>
                  <a:pt x="0" y="35"/>
                  <a:pt x="0" y="35"/>
                  <a:pt x="0" y="35"/>
                </a:cubicBezTo>
                <a:cubicBezTo>
                  <a:pt x="0" y="15"/>
                  <a:pt x="15" y="0"/>
                  <a:pt x="35" y="0"/>
                </a:cubicBezTo>
                <a:cubicBezTo>
                  <a:pt x="353" y="0"/>
                  <a:pt x="353" y="0"/>
                  <a:pt x="353" y="0"/>
                </a:cubicBezTo>
                <a:cubicBezTo>
                  <a:pt x="373" y="0"/>
                  <a:pt x="389" y="15"/>
                  <a:pt x="389" y="35"/>
                </a:cubicBezTo>
                <a:close/>
              </a:path>
            </a:pathLst>
          </a:custGeom>
          <a:solidFill>
            <a:srgbClr val="D658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49"/>
          <p:cNvSpPr>
            <a:spLocks/>
          </p:cNvSpPr>
          <p:nvPr/>
        </p:nvSpPr>
        <p:spPr bwMode="auto">
          <a:xfrm>
            <a:off x="6987773" y="3828640"/>
            <a:ext cx="845514" cy="0"/>
          </a:xfrm>
          <a:custGeom>
            <a:avLst/>
            <a:gdLst>
              <a:gd name="T0" fmla="*/ 0 w 658"/>
              <a:gd name="T1" fmla="*/ 658 w 658"/>
              <a:gd name="T2" fmla="*/ 0 w 658"/>
            </a:gdLst>
            <a:ahLst/>
            <a:cxnLst>
              <a:cxn ang="0">
                <a:pos x="T0" y="0"/>
              </a:cxn>
              <a:cxn ang="0">
                <a:pos x="T1" y="0"/>
              </a:cxn>
              <a:cxn ang="0">
                <a:pos x="T2" y="0"/>
              </a:cxn>
            </a:cxnLst>
            <a:rect l="0" t="0" r="r" b="b"/>
            <a:pathLst>
              <a:path w="658">
                <a:moveTo>
                  <a:pt x="0" y="0"/>
                </a:moveTo>
                <a:lnTo>
                  <a:pt x="658"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Line 150"/>
          <p:cNvSpPr>
            <a:spLocks noChangeShapeType="1"/>
          </p:cNvSpPr>
          <p:nvPr/>
        </p:nvSpPr>
        <p:spPr bwMode="auto">
          <a:xfrm>
            <a:off x="6987773" y="3828640"/>
            <a:ext cx="845514" cy="0"/>
          </a:xfrm>
          <a:prstGeom prst="line">
            <a:avLst/>
          </a:prstGeom>
          <a:noFill/>
          <a:ln w="15875" cap="flat">
            <a:solidFill>
              <a:schemeClr val="bg1">
                <a:lumMod val="50000"/>
              </a:schemeClr>
            </a:solidFill>
            <a:prstDash val="dash"/>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3" name="Freeform 151"/>
          <p:cNvSpPr>
            <a:spLocks/>
          </p:cNvSpPr>
          <p:nvPr/>
        </p:nvSpPr>
        <p:spPr bwMode="auto">
          <a:xfrm>
            <a:off x="4438381" y="3828640"/>
            <a:ext cx="817245" cy="0"/>
          </a:xfrm>
          <a:custGeom>
            <a:avLst/>
            <a:gdLst>
              <a:gd name="T0" fmla="*/ 636 w 636"/>
              <a:gd name="T1" fmla="*/ 0 w 636"/>
              <a:gd name="T2" fmla="*/ 636 w 636"/>
            </a:gdLst>
            <a:ahLst/>
            <a:cxnLst>
              <a:cxn ang="0">
                <a:pos x="T0" y="0"/>
              </a:cxn>
              <a:cxn ang="0">
                <a:pos x="T1" y="0"/>
              </a:cxn>
              <a:cxn ang="0">
                <a:pos x="T2" y="0"/>
              </a:cxn>
            </a:cxnLst>
            <a:rect l="0" t="0" r="r" b="b"/>
            <a:pathLst>
              <a:path w="636">
                <a:moveTo>
                  <a:pt x="636" y="0"/>
                </a:moveTo>
                <a:lnTo>
                  <a:pt x="0" y="0"/>
                </a:lnTo>
                <a:lnTo>
                  <a:pt x="63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Line 152"/>
          <p:cNvSpPr>
            <a:spLocks noChangeShapeType="1"/>
          </p:cNvSpPr>
          <p:nvPr/>
        </p:nvSpPr>
        <p:spPr bwMode="auto">
          <a:xfrm flipH="1">
            <a:off x="4438381" y="3828640"/>
            <a:ext cx="817245" cy="0"/>
          </a:xfrm>
          <a:prstGeom prst="line">
            <a:avLst/>
          </a:prstGeom>
          <a:noFill/>
          <a:ln w="15875" cap="flat">
            <a:solidFill>
              <a:schemeClr val="bg1">
                <a:lumMod val="50000"/>
              </a:schemeClr>
            </a:solidFill>
            <a:prstDash val="dash"/>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5" name="Freeform 153"/>
          <p:cNvSpPr>
            <a:spLocks/>
          </p:cNvSpPr>
          <p:nvPr/>
        </p:nvSpPr>
        <p:spPr bwMode="auto">
          <a:xfrm>
            <a:off x="6121700" y="2147893"/>
            <a:ext cx="0" cy="814674"/>
          </a:xfrm>
          <a:custGeom>
            <a:avLst/>
            <a:gdLst>
              <a:gd name="T0" fmla="*/ 0 h 634"/>
              <a:gd name="T1" fmla="*/ 634 h 634"/>
              <a:gd name="T2" fmla="*/ 0 h 634"/>
            </a:gdLst>
            <a:ahLst/>
            <a:cxnLst>
              <a:cxn ang="0">
                <a:pos x="0" y="T0"/>
              </a:cxn>
              <a:cxn ang="0">
                <a:pos x="0" y="T1"/>
              </a:cxn>
              <a:cxn ang="0">
                <a:pos x="0" y="T2"/>
              </a:cxn>
            </a:cxnLst>
            <a:rect l="0" t="0" r="r" b="b"/>
            <a:pathLst>
              <a:path h="634">
                <a:moveTo>
                  <a:pt x="0" y="0"/>
                </a:moveTo>
                <a:lnTo>
                  <a:pt x="0" y="634"/>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Line 154"/>
          <p:cNvSpPr>
            <a:spLocks noChangeShapeType="1"/>
          </p:cNvSpPr>
          <p:nvPr/>
        </p:nvSpPr>
        <p:spPr bwMode="auto">
          <a:xfrm>
            <a:off x="6121700" y="2147893"/>
            <a:ext cx="0" cy="814674"/>
          </a:xfrm>
          <a:prstGeom prst="line">
            <a:avLst/>
          </a:prstGeom>
          <a:noFill/>
          <a:ln w="15875" cap="flat">
            <a:solidFill>
              <a:schemeClr val="bg1">
                <a:lumMod val="50000"/>
              </a:schemeClr>
            </a:solidFill>
            <a:prstDash val="dash"/>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7" name="Freeform 155"/>
          <p:cNvSpPr>
            <a:spLocks/>
          </p:cNvSpPr>
          <p:nvPr/>
        </p:nvSpPr>
        <p:spPr bwMode="auto">
          <a:xfrm>
            <a:off x="6735918" y="2618194"/>
            <a:ext cx="580809" cy="602654"/>
          </a:xfrm>
          <a:custGeom>
            <a:avLst/>
            <a:gdLst>
              <a:gd name="T0" fmla="*/ 452 w 452"/>
              <a:gd name="T1" fmla="*/ 0 h 469"/>
              <a:gd name="T2" fmla="*/ 0 w 452"/>
              <a:gd name="T3" fmla="*/ 469 h 469"/>
              <a:gd name="T4" fmla="*/ 452 w 452"/>
              <a:gd name="T5" fmla="*/ 0 h 469"/>
            </a:gdLst>
            <a:ahLst/>
            <a:cxnLst>
              <a:cxn ang="0">
                <a:pos x="T0" y="T1"/>
              </a:cxn>
              <a:cxn ang="0">
                <a:pos x="T2" y="T3"/>
              </a:cxn>
              <a:cxn ang="0">
                <a:pos x="T4" y="T5"/>
              </a:cxn>
            </a:cxnLst>
            <a:rect l="0" t="0" r="r" b="b"/>
            <a:pathLst>
              <a:path w="452" h="469">
                <a:moveTo>
                  <a:pt x="452" y="0"/>
                </a:moveTo>
                <a:lnTo>
                  <a:pt x="0" y="469"/>
                </a:lnTo>
                <a:lnTo>
                  <a:pt x="45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Line 156"/>
          <p:cNvSpPr>
            <a:spLocks noChangeShapeType="1"/>
          </p:cNvSpPr>
          <p:nvPr/>
        </p:nvSpPr>
        <p:spPr bwMode="auto">
          <a:xfrm flipH="1">
            <a:off x="6735918" y="2618194"/>
            <a:ext cx="580809" cy="602654"/>
          </a:xfrm>
          <a:prstGeom prst="line">
            <a:avLst/>
          </a:prstGeom>
          <a:noFill/>
          <a:ln w="15875" cap="flat">
            <a:solidFill>
              <a:schemeClr val="bg1">
                <a:lumMod val="50000"/>
              </a:schemeClr>
            </a:solidFill>
            <a:prstDash val="dash"/>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9" name="Freeform 157"/>
          <p:cNvSpPr>
            <a:spLocks/>
          </p:cNvSpPr>
          <p:nvPr/>
        </p:nvSpPr>
        <p:spPr bwMode="auto">
          <a:xfrm>
            <a:off x="4926672" y="2588639"/>
            <a:ext cx="584664" cy="623214"/>
          </a:xfrm>
          <a:custGeom>
            <a:avLst/>
            <a:gdLst>
              <a:gd name="T0" fmla="*/ 0 w 455"/>
              <a:gd name="T1" fmla="*/ 0 h 485"/>
              <a:gd name="T2" fmla="*/ 455 w 455"/>
              <a:gd name="T3" fmla="*/ 485 h 485"/>
              <a:gd name="T4" fmla="*/ 0 w 455"/>
              <a:gd name="T5" fmla="*/ 0 h 485"/>
            </a:gdLst>
            <a:ahLst/>
            <a:cxnLst>
              <a:cxn ang="0">
                <a:pos x="T0" y="T1"/>
              </a:cxn>
              <a:cxn ang="0">
                <a:pos x="T2" y="T3"/>
              </a:cxn>
              <a:cxn ang="0">
                <a:pos x="T4" y="T5"/>
              </a:cxn>
            </a:cxnLst>
            <a:rect l="0" t="0" r="r" b="b"/>
            <a:pathLst>
              <a:path w="455" h="485">
                <a:moveTo>
                  <a:pt x="0" y="0"/>
                </a:moveTo>
                <a:lnTo>
                  <a:pt x="455" y="48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Line 158"/>
          <p:cNvSpPr>
            <a:spLocks noChangeShapeType="1"/>
          </p:cNvSpPr>
          <p:nvPr/>
        </p:nvSpPr>
        <p:spPr bwMode="auto">
          <a:xfrm>
            <a:off x="4926672" y="2588639"/>
            <a:ext cx="584664" cy="623214"/>
          </a:xfrm>
          <a:prstGeom prst="line">
            <a:avLst/>
          </a:prstGeom>
          <a:noFill/>
          <a:ln w="15875" cap="flat">
            <a:solidFill>
              <a:schemeClr val="bg1">
                <a:lumMod val="50000"/>
              </a:schemeClr>
            </a:solidFill>
            <a:prstDash val="dash"/>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1" name="Freeform 159"/>
          <p:cNvSpPr>
            <a:spLocks/>
          </p:cNvSpPr>
          <p:nvPr/>
        </p:nvSpPr>
        <p:spPr bwMode="auto">
          <a:xfrm>
            <a:off x="4960081" y="4451853"/>
            <a:ext cx="544830" cy="600084"/>
          </a:xfrm>
          <a:custGeom>
            <a:avLst/>
            <a:gdLst>
              <a:gd name="T0" fmla="*/ 424 w 424"/>
              <a:gd name="T1" fmla="*/ 0 h 467"/>
              <a:gd name="T2" fmla="*/ 0 w 424"/>
              <a:gd name="T3" fmla="*/ 467 h 467"/>
              <a:gd name="T4" fmla="*/ 424 w 424"/>
              <a:gd name="T5" fmla="*/ 0 h 467"/>
            </a:gdLst>
            <a:ahLst/>
            <a:cxnLst>
              <a:cxn ang="0">
                <a:pos x="T0" y="T1"/>
              </a:cxn>
              <a:cxn ang="0">
                <a:pos x="T2" y="T3"/>
              </a:cxn>
              <a:cxn ang="0">
                <a:pos x="T4" y="T5"/>
              </a:cxn>
            </a:cxnLst>
            <a:rect l="0" t="0" r="r" b="b"/>
            <a:pathLst>
              <a:path w="424" h="467">
                <a:moveTo>
                  <a:pt x="424" y="0"/>
                </a:moveTo>
                <a:lnTo>
                  <a:pt x="0" y="467"/>
                </a:lnTo>
                <a:lnTo>
                  <a:pt x="42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Line 160"/>
          <p:cNvSpPr>
            <a:spLocks noChangeShapeType="1"/>
          </p:cNvSpPr>
          <p:nvPr/>
        </p:nvSpPr>
        <p:spPr bwMode="auto">
          <a:xfrm flipH="1">
            <a:off x="4960081" y="4451853"/>
            <a:ext cx="544830" cy="600084"/>
          </a:xfrm>
          <a:prstGeom prst="line">
            <a:avLst/>
          </a:prstGeom>
          <a:noFill/>
          <a:ln w="15875" cap="flat">
            <a:solidFill>
              <a:schemeClr val="bg1">
                <a:lumMod val="50000"/>
              </a:schemeClr>
            </a:solidFill>
            <a:prstDash val="dash"/>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3" name="Freeform 161"/>
          <p:cNvSpPr>
            <a:spLocks/>
          </p:cNvSpPr>
          <p:nvPr/>
        </p:nvSpPr>
        <p:spPr bwMode="auto">
          <a:xfrm>
            <a:off x="6121700" y="4695998"/>
            <a:ext cx="0" cy="841659"/>
          </a:xfrm>
          <a:custGeom>
            <a:avLst/>
            <a:gdLst>
              <a:gd name="T0" fmla="*/ 0 h 655"/>
              <a:gd name="T1" fmla="*/ 655 h 655"/>
              <a:gd name="T2" fmla="*/ 0 h 655"/>
            </a:gdLst>
            <a:ahLst/>
            <a:cxnLst>
              <a:cxn ang="0">
                <a:pos x="0" y="T0"/>
              </a:cxn>
              <a:cxn ang="0">
                <a:pos x="0" y="T1"/>
              </a:cxn>
              <a:cxn ang="0">
                <a:pos x="0" y="T2"/>
              </a:cxn>
            </a:cxnLst>
            <a:rect l="0" t="0" r="r" b="b"/>
            <a:pathLst>
              <a:path h="655">
                <a:moveTo>
                  <a:pt x="0" y="0"/>
                </a:moveTo>
                <a:lnTo>
                  <a:pt x="0" y="65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Line 162"/>
          <p:cNvSpPr>
            <a:spLocks noChangeShapeType="1"/>
          </p:cNvSpPr>
          <p:nvPr/>
        </p:nvSpPr>
        <p:spPr bwMode="auto">
          <a:xfrm>
            <a:off x="6121700" y="4695998"/>
            <a:ext cx="0" cy="841659"/>
          </a:xfrm>
          <a:prstGeom prst="line">
            <a:avLst/>
          </a:prstGeom>
          <a:noFill/>
          <a:ln w="15875" cap="flat">
            <a:solidFill>
              <a:schemeClr val="bg1">
                <a:lumMod val="50000"/>
              </a:schemeClr>
            </a:solidFill>
            <a:prstDash val="dash"/>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5" name="Oval 163"/>
          <p:cNvSpPr>
            <a:spLocks noChangeArrowheads="1"/>
          </p:cNvSpPr>
          <p:nvPr/>
        </p:nvSpPr>
        <p:spPr bwMode="auto">
          <a:xfrm>
            <a:off x="4440951" y="2147893"/>
            <a:ext cx="3361497" cy="3362781"/>
          </a:xfrm>
          <a:prstGeom prst="ellipse">
            <a:avLst/>
          </a:prstGeom>
          <a:noFill/>
          <a:ln w="15875" cap="flat">
            <a:solidFill>
              <a:schemeClr val="bg1">
                <a:lumMod val="50000"/>
              </a:schemeClr>
            </a:solidFill>
            <a:prstDash val="dash"/>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6" name="Freeform 164"/>
          <p:cNvSpPr>
            <a:spLocks/>
          </p:cNvSpPr>
          <p:nvPr/>
        </p:nvSpPr>
        <p:spPr bwMode="auto">
          <a:xfrm>
            <a:off x="6733348" y="4433863"/>
            <a:ext cx="583379" cy="587234"/>
          </a:xfrm>
          <a:custGeom>
            <a:avLst/>
            <a:gdLst>
              <a:gd name="T0" fmla="*/ 0 w 454"/>
              <a:gd name="T1" fmla="*/ 0 h 457"/>
              <a:gd name="T2" fmla="*/ 454 w 454"/>
              <a:gd name="T3" fmla="*/ 457 h 457"/>
              <a:gd name="T4" fmla="*/ 0 w 454"/>
              <a:gd name="T5" fmla="*/ 0 h 457"/>
            </a:gdLst>
            <a:ahLst/>
            <a:cxnLst>
              <a:cxn ang="0">
                <a:pos x="T0" y="T1"/>
              </a:cxn>
              <a:cxn ang="0">
                <a:pos x="T2" y="T3"/>
              </a:cxn>
              <a:cxn ang="0">
                <a:pos x="T4" y="T5"/>
              </a:cxn>
            </a:cxnLst>
            <a:rect l="0" t="0" r="r" b="b"/>
            <a:pathLst>
              <a:path w="454" h="457">
                <a:moveTo>
                  <a:pt x="0" y="0"/>
                </a:moveTo>
                <a:lnTo>
                  <a:pt x="454" y="457"/>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Line 165"/>
          <p:cNvSpPr>
            <a:spLocks noChangeShapeType="1"/>
          </p:cNvSpPr>
          <p:nvPr/>
        </p:nvSpPr>
        <p:spPr bwMode="auto">
          <a:xfrm>
            <a:off x="6733348" y="4433863"/>
            <a:ext cx="583379" cy="587234"/>
          </a:xfrm>
          <a:prstGeom prst="line">
            <a:avLst/>
          </a:prstGeom>
          <a:noFill/>
          <a:ln w="15875" cap="flat">
            <a:solidFill>
              <a:schemeClr val="bg1">
                <a:lumMod val="50000"/>
              </a:schemeClr>
            </a:solidFill>
            <a:prstDash val="dash"/>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8" name="Freeform 166"/>
          <p:cNvSpPr>
            <a:spLocks noEditPoints="1"/>
          </p:cNvSpPr>
          <p:nvPr/>
        </p:nvSpPr>
        <p:spPr bwMode="auto">
          <a:xfrm>
            <a:off x="4926672" y="2637468"/>
            <a:ext cx="2390055" cy="2383630"/>
          </a:xfrm>
          <a:custGeom>
            <a:avLst/>
            <a:gdLst>
              <a:gd name="T0" fmla="*/ 786 w 786"/>
              <a:gd name="T1" fmla="*/ 412 h 784"/>
              <a:gd name="T2" fmla="*/ 715 w 786"/>
              <a:gd name="T3" fmla="*/ 340 h 784"/>
              <a:gd name="T4" fmla="*/ 759 w 786"/>
              <a:gd name="T5" fmla="*/ 250 h 784"/>
              <a:gd name="T6" fmla="*/ 664 w 786"/>
              <a:gd name="T7" fmla="*/ 212 h 784"/>
              <a:gd name="T8" fmla="*/ 669 w 786"/>
              <a:gd name="T9" fmla="*/ 113 h 784"/>
              <a:gd name="T10" fmla="*/ 565 w 786"/>
              <a:gd name="T11" fmla="*/ 116 h 784"/>
              <a:gd name="T12" fmla="*/ 529 w 786"/>
              <a:gd name="T13" fmla="*/ 25 h 784"/>
              <a:gd name="T14" fmla="*/ 434 w 786"/>
              <a:gd name="T15" fmla="*/ 70 h 784"/>
              <a:gd name="T16" fmla="*/ 393 w 786"/>
              <a:gd name="T17" fmla="*/ 0 h 784"/>
              <a:gd name="T18" fmla="*/ 351 w 786"/>
              <a:gd name="T19" fmla="*/ 70 h 784"/>
              <a:gd name="T20" fmla="*/ 256 w 786"/>
              <a:gd name="T21" fmla="*/ 25 h 784"/>
              <a:gd name="T22" fmla="*/ 221 w 786"/>
              <a:gd name="T23" fmla="*/ 116 h 784"/>
              <a:gd name="T24" fmla="*/ 117 w 786"/>
              <a:gd name="T25" fmla="*/ 113 h 784"/>
              <a:gd name="T26" fmla="*/ 122 w 786"/>
              <a:gd name="T27" fmla="*/ 212 h 784"/>
              <a:gd name="T28" fmla="*/ 26 w 786"/>
              <a:gd name="T29" fmla="*/ 250 h 784"/>
              <a:gd name="T30" fmla="*/ 71 w 786"/>
              <a:gd name="T31" fmla="*/ 340 h 784"/>
              <a:gd name="T32" fmla="*/ 0 w 786"/>
              <a:gd name="T33" fmla="*/ 412 h 784"/>
              <a:gd name="T34" fmla="*/ 77 w 786"/>
              <a:gd name="T35" fmla="*/ 476 h 784"/>
              <a:gd name="T36" fmla="*/ 40 w 786"/>
              <a:gd name="T37" fmla="*/ 569 h 784"/>
              <a:gd name="T38" fmla="*/ 138 w 786"/>
              <a:gd name="T39" fmla="*/ 597 h 784"/>
              <a:gd name="T40" fmla="*/ 141 w 786"/>
              <a:gd name="T41" fmla="*/ 696 h 784"/>
              <a:gd name="T42" fmla="*/ 241 w 786"/>
              <a:gd name="T43" fmla="*/ 683 h 784"/>
              <a:gd name="T44" fmla="*/ 283 w 786"/>
              <a:gd name="T45" fmla="*/ 772 h 784"/>
              <a:gd name="T46" fmla="*/ 370 w 786"/>
              <a:gd name="T47" fmla="*/ 719 h 784"/>
              <a:gd name="T48" fmla="*/ 416 w 786"/>
              <a:gd name="T49" fmla="*/ 719 h 784"/>
              <a:gd name="T50" fmla="*/ 503 w 786"/>
              <a:gd name="T51" fmla="*/ 772 h 784"/>
              <a:gd name="T52" fmla="*/ 544 w 786"/>
              <a:gd name="T53" fmla="*/ 683 h 784"/>
              <a:gd name="T54" fmla="*/ 645 w 786"/>
              <a:gd name="T55" fmla="*/ 696 h 784"/>
              <a:gd name="T56" fmla="*/ 648 w 786"/>
              <a:gd name="T57" fmla="*/ 597 h 784"/>
              <a:gd name="T58" fmla="*/ 745 w 786"/>
              <a:gd name="T59" fmla="*/ 569 h 784"/>
              <a:gd name="T60" fmla="*/ 709 w 786"/>
              <a:gd name="T61" fmla="*/ 476 h 784"/>
              <a:gd name="T62" fmla="*/ 393 w 786"/>
              <a:gd name="T63" fmla="*/ 611 h 784"/>
              <a:gd name="T64" fmla="*/ 393 w 786"/>
              <a:gd name="T65" fmla="*/ 173 h 784"/>
              <a:gd name="T66" fmla="*/ 393 w 786"/>
              <a:gd name="T67" fmla="*/ 611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86" h="784">
                <a:moveTo>
                  <a:pt x="779" y="469"/>
                </a:moveTo>
                <a:cubicBezTo>
                  <a:pt x="783" y="451"/>
                  <a:pt x="785" y="431"/>
                  <a:pt x="786" y="412"/>
                </a:cubicBezTo>
                <a:cubicBezTo>
                  <a:pt x="719" y="391"/>
                  <a:pt x="719" y="391"/>
                  <a:pt x="719" y="391"/>
                </a:cubicBezTo>
                <a:cubicBezTo>
                  <a:pt x="719" y="373"/>
                  <a:pt x="718" y="356"/>
                  <a:pt x="715" y="340"/>
                </a:cubicBezTo>
                <a:cubicBezTo>
                  <a:pt x="776" y="305"/>
                  <a:pt x="776" y="305"/>
                  <a:pt x="776" y="305"/>
                </a:cubicBezTo>
                <a:cubicBezTo>
                  <a:pt x="772" y="286"/>
                  <a:pt x="766" y="268"/>
                  <a:pt x="759" y="250"/>
                </a:cubicBezTo>
                <a:cubicBezTo>
                  <a:pt x="690" y="258"/>
                  <a:pt x="690" y="258"/>
                  <a:pt x="690" y="258"/>
                </a:cubicBezTo>
                <a:cubicBezTo>
                  <a:pt x="683" y="242"/>
                  <a:pt x="674" y="227"/>
                  <a:pt x="664" y="212"/>
                </a:cubicBezTo>
                <a:cubicBezTo>
                  <a:pt x="706" y="155"/>
                  <a:pt x="706" y="155"/>
                  <a:pt x="706" y="155"/>
                </a:cubicBezTo>
                <a:cubicBezTo>
                  <a:pt x="695" y="140"/>
                  <a:pt x="682" y="126"/>
                  <a:pt x="669" y="113"/>
                </a:cubicBezTo>
                <a:cubicBezTo>
                  <a:pt x="609" y="149"/>
                  <a:pt x="609" y="149"/>
                  <a:pt x="609" y="149"/>
                </a:cubicBezTo>
                <a:cubicBezTo>
                  <a:pt x="595" y="137"/>
                  <a:pt x="580" y="126"/>
                  <a:pt x="565" y="116"/>
                </a:cubicBezTo>
                <a:cubicBezTo>
                  <a:pt x="580" y="47"/>
                  <a:pt x="580" y="47"/>
                  <a:pt x="580" y="47"/>
                </a:cubicBezTo>
                <a:cubicBezTo>
                  <a:pt x="564" y="39"/>
                  <a:pt x="547" y="31"/>
                  <a:pt x="529" y="25"/>
                </a:cubicBezTo>
                <a:cubicBezTo>
                  <a:pt x="489" y="82"/>
                  <a:pt x="489" y="82"/>
                  <a:pt x="489" y="82"/>
                </a:cubicBezTo>
                <a:cubicBezTo>
                  <a:pt x="471" y="76"/>
                  <a:pt x="453" y="72"/>
                  <a:pt x="434" y="70"/>
                </a:cubicBezTo>
                <a:cubicBezTo>
                  <a:pt x="420" y="1"/>
                  <a:pt x="420" y="1"/>
                  <a:pt x="420" y="1"/>
                </a:cubicBezTo>
                <a:cubicBezTo>
                  <a:pt x="411" y="1"/>
                  <a:pt x="402" y="0"/>
                  <a:pt x="393" y="0"/>
                </a:cubicBezTo>
                <a:cubicBezTo>
                  <a:pt x="383" y="0"/>
                  <a:pt x="374" y="1"/>
                  <a:pt x="365" y="1"/>
                </a:cubicBezTo>
                <a:cubicBezTo>
                  <a:pt x="351" y="70"/>
                  <a:pt x="351" y="70"/>
                  <a:pt x="351" y="70"/>
                </a:cubicBezTo>
                <a:cubicBezTo>
                  <a:pt x="332" y="72"/>
                  <a:pt x="314" y="76"/>
                  <a:pt x="297" y="82"/>
                </a:cubicBezTo>
                <a:cubicBezTo>
                  <a:pt x="256" y="25"/>
                  <a:pt x="256" y="25"/>
                  <a:pt x="256" y="25"/>
                </a:cubicBezTo>
                <a:cubicBezTo>
                  <a:pt x="239" y="31"/>
                  <a:pt x="222" y="39"/>
                  <a:pt x="206" y="47"/>
                </a:cubicBezTo>
                <a:cubicBezTo>
                  <a:pt x="221" y="116"/>
                  <a:pt x="221" y="116"/>
                  <a:pt x="221" y="116"/>
                </a:cubicBezTo>
                <a:cubicBezTo>
                  <a:pt x="205" y="126"/>
                  <a:pt x="191" y="137"/>
                  <a:pt x="177" y="149"/>
                </a:cubicBezTo>
                <a:cubicBezTo>
                  <a:pt x="117" y="113"/>
                  <a:pt x="117" y="113"/>
                  <a:pt x="117" y="113"/>
                </a:cubicBezTo>
                <a:cubicBezTo>
                  <a:pt x="103" y="126"/>
                  <a:pt x="91" y="140"/>
                  <a:pt x="80" y="155"/>
                </a:cubicBezTo>
                <a:cubicBezTo>
                  <a:pt x="122" y="212"/>
                  <a:pt x="122" y="212"/>
                  <a:pt x="122" y="212"/>
                </a:cubicBezTo>
                <a:cubicBezTo>
                  <a:pt x="112" y="227"/>
                  <a:pt x="103" y="242"/>
                  <a:pt x="96" y="258"/>
                </a:cubicBezTo>
                <a:cubicBezTo>
                  <a:pt x="26" y="250"/>
                  <a:pt x="26" y="250"/>
                  <a:pt x="26" y="250"/>
                </a:cubicBezTo>
                <a:cubicBezTo>
                  <a:pt x="19" y="268"/>
                  <a:pt x="14" y="286"/>
                  <a:pt x="9" y="305"/>
                </a:cubicBezTo>
                <a:cubicBezTo>
                  <a:pt x="71" y="340"/>
                  <a:pt x="71" y="340"/>
                  <a:pt x="71" y="340"/>
                </a:cubicBezTo>
                <a:cubicBezTo>
                  <a:pt x="68" y="356"/>
                  <a:pt x="67" y="373"/>
                  <a:pt x="66" y="391"/>
                </a:cubicBezTo>
                <a:cubicBezTo>
                  <a:pt x="0" y="412"/>
                  <a:pt x="0" y="412"/>
                  <a:pt x="0" y="412"/>
                </a:cubicBezTo>
                <a:cubicBezTo>
                  <a:pt x="1" y="431"/>
                  <a:pt x="3" y="451"/>
                  <a:pt x="7" y="469"/>
                </a:cubicBezTo>
                <a:cubicBezTo>
                  <a:pt x="77" y="476"/>
                  <a:pt x="77" y="476"/>
                  <a:pt x="77" y="476"/>
                </a:cubicBezTo>
                <a:cubicBezTo>
                  <a:pt x="81" y="492"/>
                  <a:pt x="86" y="508"/>
                  <a:pt x="93" y="523"/>
                </a:cubicBezTo>
                <a:cubicBezTo>
                  <a:pt x="40" y="569"/>
                  <a:pt x="40" y="569"/>
                  <a:pt x="40" y="569"/>
                </a:cubicBezTo>
                <a:cubicBezTo>
                  <a:pt x="49" y="587"/>
                  <a:pt x="59" y="604"/>
                  <a:pt x="71" y="620"/>
                </a:cubicBezTo>
                <a:cubicBezTo>
                  <a:pt x="138" y="597"/>
                  <a:pt x="138" y="597"/>
                  <a:pt x="138" y="597"/>
                </a:cubicBezTo>
                <a:cubicBezTo>
                  <a:pt x="147" y="610"/>
                  <a:pt x="158" y="621"/>
                  <a:pt x="170" y="632"/>
                </a:cubicBezTo>
                <a:cubicBezTo>
                  <a:pt x="141" y="696"/>
                  <a:pt x="141" y="696"/>
                  <a:pt x="141" y="696"/>
                </a:cubicBezTo>
                <a:cubicBezTo>
                  <a:pt x="156" y="708"/>
                  <a:pt x="172" y="720"/>
                  <a:pt x="189" y="730"/>
                </a:cubicBezTo>
                <a:cubicBezTo>
                  <a:pt x="241" y="683"/>
                  <a:pt x="241" y="683"/>
                  <a:pt x="241" y="683"/>
                </a:cubicBezTo>
                <a:cubicBezTo>
                  <a:pt x="255" y="690"/>
                  <a:pt x="269" y="696"/>
                  <a:pt x="284" y="701"/>
                </a:cubicBezTo>
                <a:cubicBezTo>
                  <a:pt x="283" y="772"/>
                  <a:pt x="283" y="772"/>
                  <a:pt x="283" y="772"/>
                </a:cubicBezTo>
                <a:cubicBezTo>
                  <a:pt x="302" y="777"/>
                  <a:pt x="322" y="781"/>
                  <a:pt x="342" y="784"/>
                </a:cubicBezTo>
                <a:cubicBezTo>
                  <a:pt x="370" y="719"/>
                  <a:pt x="370" y="719"/>
                  <a:pt x="370" y="719"/>
                </a:cubicBezTo>
                <a:cubicBezTo>
                  <a:pt x="377" y="720"/>
                  <a:pt x="385" y="720"/>
                  <a:pt x="393" y="720"/>
                </a:cubicBezTo>
                <a:cubicBezTo>
                  <a:pt x="400" y="720"/>
                  <a:pt x="408" y="720"/>
                  <a:pt x="416" y="719"/>
                </a:cubicBezTo>
                <a:cubicBezTo>
                  <a:pt x="444" y="784"/>
                  <a:pt x="444" y="784"/>
                  <a:pt x="444" y="784"/>
                </a:cubicBezTo>
                <a:cubicBezTo>
                  <a:pt x="464" y="781"/>
                  <a:pt x="483" y="777"/>
                  <a:pt x="503" y="772"/>
                </a:cubicBezTo>
                <a:cubicBezTo>
                  <a:pt x="502" y="701"/>
                  <a:pt x="502" y="701"/>
                  <a:pt x="502" y="701"/>
                </a:cubicBezTo>
                <a:cubicBezTo>
                  <a:pt x="517" y="696"/>
                  <a:pt x="531" y="690"/>
                  <a:pt x="544" y="683"/>
                </a:cubicBezTo>
                <a:cubicBezTo>
                  <a:pt x="596" y="730"/>
                  <a:pt x="596" y="730"/>
                  <a:pt x="596" y="730"/>
                </a:cubicBezTo>
                <a:cubicBezTo>
                  <a:pt x="613" y="720"/>
                  <a:pt x="630" y="708"/>
                  <a:pt x="645" y="696"/>
                </a:cubicBezTo>
                <a:cubicBezTo>
                  <a:pt x="616" y="632"/>
                  <a:pt x="616" y="632"/>
                  <a:pt x="616" y="632"/>
                </a:cubicBezTo>
                <a:cubicBezTo>
                  <a:pt x="627" y="621"/>
                  <a:pt x="638" y="610"/>
                  <a:pt x="648" y="597"/>
                </a:cubicBezTo>
                <a:cubicBezTo>
                  <a:pt x="715" y="620"/>
                  <a:pt x="715" y="620"/>
                  <a:pt x="715" y="620"/>
                </a:cubicBezTo>
                <a:cubicBezTo>
                  <a:pt x="726" y="604"/>
                  <a:pt x="736" y="587"/>
                  <a:pt x="745" y="569"/>
                </a:cubicBezTo>
                <a:cubicBezTo>
                  <a:pt x="693" y="523"/>
                  <a:pt x="693" y="523"/>
                  <a:pt x="693" y="523"/>
                </a:cubicBezTo>
                <a:cubicBezTo>
                  <a:pt x="699" y="508"/>
                  <a:pt x="705" y="492"/>
                  <a:pt x="709" y="476"/>
                </a:cubicBezTo>
                <a:lnTo>
                  <a:pt x="779" y="469"/>
                </a:lnTo>
                <a:close/>
                <a:moveTo>
                  <a:pt x="393" y="611"/>
                </a:moveTo>
                <a:cubicBezTo>
                  <a:pt x="272" y="611"/>
                  <a:pt x="174" y="513"/>
                  <a:pt x="174" y="392"/>
                </a:cubicBezTo>
                <a:cubicBezTo>
                  <a:pt x="174" y="271"/>
                  <a:pt x="272" y="173"/>
                  <a:pt x="393" y="173"/>
                </a:cubicBezTo>
                <a:cubicBezTo>
                  <a:pt x="514" y="173"/>
                  <a:pt x="612" y="271"/>
                  <a:pt x="612" y="392"/>
                </a:cubicBezTo>
                <a:cubicBezTo>
                  <a:pt x="612" y="513"/>
                  <a:pt x="514" y="611"/>
                  <a:pt x="393" y="611"/>
                </a:cubicBezTo>
                <a:close/>
              </a:path>
            </a:pathLst>
          </a:custGeom>
          <a:solidFill>
            <a:srgbClr val="FEB101"/>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9" name="Oval 167"/>
          <p:cNvSpPr>
            <a:spLocks noChangeArrowheads="1"/>
          </p:cNvSpPr>
          <p:nvPr/>
        </p:nvSpPr>
        <p:spPr bwMode="auto">
          <a:xfrm>
            <a:off x="5255626" y="2962567"/>
            <a:ext cx="1732147" cy="1733432"/>
          </a:xfrm>
          <a:prstGeom prst="ellipse">
            <a:avLst/>
          </a:prstGeom>
          <a:noFill/>
          <a:ln w="15875" cap="flat">
            <a:solidFill>
              <a:schemeClr val="bg1"/>
            </a:solidFill>
            <a:prstDash val="dash"/>
            <a:miter lim="800000"/>
            <a:headEnd/>
            <a:tailEnd/>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30" name="Oval 168"/>
          <p:cNvSpPr>
            <a:spLocks noChangeArrowheads="1"/>
          </p:cNvSpPr>
          <p:nvPr/>
        </p:nvSpPr>
        <p:spPr bwMode="auto">
          <a:xfrm>
            <a:off x="6942799" y="3783666"/>
            <a:ext cx="91234" cy="91234"/>
          </a:xfrm>
          <a:prstGeom prst="ellipse">
            <a:avLst/>
          </a:pr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1" name="Oval 169"/>
          <p:cNvSpPr>
            <a:spLocks noChangeArrowheads="1"/>
          </p:cNvSpPr>
          <p:nvPr/>
        </p:nvSpPr>
        <p:spPr bwMode="auto">
          <a:xfrm>
            <a:off x="5206797" y="3783666"/>
            <a:ext cx="93804" cy="91234"/>
          </a:xfrm>
          <a:prstGeom prst="ellipse">
            <a:avLst/>
          </a:pr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2" name="Oval 170"/>
          <p:cNvSpPr>
            <a:spLocks noChangeArrowheads="1"/>
          </p:cNvSpPr>
          <p:nvPr/>
        </p:nvSpPr>
        <p:spPr bwMode="auto">
          <a:xfrm>
            <a:off x="6079295" y="4649739"/>
            <a:ext cx="93804" cy="91234"/>
          </a:xfrm>
          <a:prstGeom prst="ellipse">
            <a:avLst/>
          </a:pr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3" name="Oval 171"/>
          <p:cNvSpPr>
            <a:spLocks noChangeArrowheads="1"/>
          </p:cNvSpPr>
          <p:nvPr/>
        </p:nvSpPr>
        <p:spPr bwMode="auto">
          <a:xfrm>
            <a:off x="6079295" y="2916308"/>
            <a:ext cx="93804" cy="91234"/>
          </a:xfrm>
          <a:prstGeom prst="ellipse">
            <a:avLst/>
          </a:pr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4" name="Freeform 172"/>
          <p:cNvSpPr>
            <a:spLocks/>
          </p:cNvSpPr>
          <p:nvPr/>
        </p:nvSpPr>
        <p:spPr bwMode="auto">
          <a:xfrm>
            <a:off x="6684519" y="3169448"/>
            <a:ext cx="100228" cy="102798"/>
          </a:xfrm>
          <a:custGeom>
            <a:avLst/>
            <a:gdLst>
              <a:gd name="T0" fmla="*/ 27 w 33"/>
              <a:gd name="T1" fmla="*/ 6 h 34"/>
              <a:gd name="T2" fmla="*/ 6 w 33"/>
              <a:gd name="T3" fmla="*/ 6 h 34"/>
              <a:gd name="T4" fmla="*/ 6 w 33"/>
              <a:gd name="T5" fmla="*/ 28 h 34"/>
              <a:gd name="T6" fmla="*/ 27 w 33"/>
              <a:gd name="T7" fmla="*/ 28 h 34"/>
              <a:gd name="T8" fmla="*/ 27 w 33"/>
              <a:gd name="T9" fmla="*/ 6 h 34"/>
            </a:gdLst>
            <a:ahLst/>
            <a:cxnLst>
              <a:cxn ang="0">
                <a:pos x="T0" y="T1"/>
              </a:cxn>
              <a:cxn ang="0">
                <a:pos x="T2" y="T3"/>
              </a:cxn>
              <a:cxn ang="0">
                <a:pos x="T4" y="T5"/>
              </a:cxn>
              <a:cxn ang="0">
                <a:pos x="T6" y="T7"/>
              </a:cxn>
              <a:cxn ang="0">
                <a:pos x="T8" y="T9"/>
              </a:cxn>
            </a:cxnLst>
            <a:rect l="0" t="0" r="r" b="b"/>
            <a:pathLst>
              <a:path w="33" h="34">
                <a:moveTo>
                  <a:pt x="27" y="6"/>
                </a:moveTo>
                <a:cubicBezTo>
                  <a:pt x="21" y="0"/>
                  <a:pt x="12" y="0"/>
                  <a:pt x="6" y="6"/>
                </a:cubicBezTo>
                <a:cubicBezTo>
                  <a:pt x="0" y="12"/>
                  <a:pt x="0" y="22"/>
                  <a:pt x="6" y="28"/>
                </a:cubicBezTo>
                <a:cubicBezTo>
                  <a:pt x="12" y="34"/>
                  <a:pt x="21" y="34"/>
                  <a:pt x="27" y="28"/>
                </a:cubicBezTo>
                <a:cubicBezTo>
                  <a:pt x="33" y="22"/>
                  <a:pt x="33" y="12"/>
                  <a:pt x="27" y="6"/>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5" name="Freeform 173"/>
          <p:cNvSpPr>
            <a:spLocks/>
          </p:cNvSpPr>
          <p:nvPr/>
        </p:nvSpPr>
        <p:spPr bwMode="auto">
          <a:xfrm>
            <a:off x="5453512" y="4400454"/>
            <a:ext cx="100228" cy="104083"/>
          </a:xfrm>
          <a:custGeom>
            <a:avLst/>
            <a:gdLst>
              <a:gd name="T0" fmla="*/ 27 w 33"/>
              <a:gd name="T1" fmla="*/ 6 h 34"/>
              <a:gd name="T2" fmla="*/ 6 w 33"/>
              <a:gd name="T3" fmla="*/ 6 h 34"/>
              <a:gd name="T4" fmla="*/ 6 w 33"/>
              <a:gd name="T5" fmla="*/ 28 h 34"/>
              <a:gd name="T6" fmla="*/ 27 w 33"/>
              <a:gd name="T7" fmla="*/ 28 h 34"/>
              <a:gd name="T8" fmla="*/ 27 w 33"/>
              <a:gd name="T9" fmla="*/ 6 h 34"/>
            </a:gdLst>
            <a:ahLst/>
            <a:cxnLst>
              <a:cxn ang="0">
                <a:pos x="T0" y="T1"/>
              </a:cxn>
              <a:cxn ang="0">
                <a:pos x="T2" y="T3"/>
              </a:cxn>
              <a:cxn ang="0">
                <a:pos x="T4" y="T5"/>
              </a:cxn>
              <a:cxn ang="0">
                <a:pos x="T6" y="T7"/>
              </a:cxn>
              <a:cxn ang="0">
                <a:pos x="T8" y="T9"/>
              </a:cxn>
            </a:cxnLst>
            <a:rect l="0" t="0" r="r" b="b"/>
            <a:pathLst>
              <a:path w="33" h="34">
                <a:moveTo>
                  <a:pt x="27" y="6"/>
                </a:moveTo>
                <a:cubicBezTo>
                  <a:pt x="21" y="0"/>
                  <a:pt x="12" y="0"/>
                  <a:pt x="6" y="6"/>
                </a:cubicBezTo>
                <a:cubicBezTo>
                  <a:pt x="0" y="12"/>
                  <a:pt x="0" y="22"/>
                  <a:pt x="6" y="28"/>
                </a:cubicBezTo>
                <a:cubicBezTo>
                  <a:pt x="12" y="34"/>
                  <a:pt x="21" y="34"/>
                  <a:pt x="27" y="28"/>
                </a:cubicBezTo>
                <a:cubicBezTo>
                  <a:pt x="33" y="22"/>
                  <a:pt x="33" y="12"/>
                  <a:pt x="27" y="6"/>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6" name="Freeform 174"/>
          <p:cNvSpPr>
            <a:spLocks/>
          </p:cNvSpPr>
          <p:nvPr/>
        </p:nvSpPr>
        <p:spPr bwMode="auto">
          <a:xfrm>
            <a:off x="6680664" y="4385034"/>
            <a:ext cx="104083" cy="100228"/>
          </a:xfrm>
          <a:custGeom>
            <a:avLst/>
            <a:gdLst>
              <a:gd name="T0" fmla="*/ 28 w 34"/>
              <a:gd name="T1" fmla="*/ 27 h 33"/>
              <a:gd name="T2" fmla="*/ 28 w 34"/>
              <a:gd name="T3" fmla="*/ 6 h 33"/>
              <a:gd name="T4" fmla="*/ 6 w 34"/>
              <a:gd name="T5" fmla="*/ 6 h 33"/>
              <a:gd name="T6" fmla="*/ 6 w 34"/>
              <a:gd name="T7" fmla="*/ 27 h 33"/>
              <a:gd name="T8" fmla="*/ 28 w 34"/>
              <a:gd name="T9" fmla="*/ 27 h 33"/>
            </a:gdLst>
            <a:ahLst/>
            <a:cxnLst>
              <a:cxn ang="0">
                <a:pos x="T0" y="T1"/>
              </a:cxn>
              <a:cxn ang="0">
                <a:pos x="T2" y="T3"/>
              </a:cxn>
              <a:cxn ang="0">
                <a:pos x="T4" y="T5"/>
              </a:cxn>
              <a:cxn ang="0">
                <a:pos x="T6" y="T7"/>
              </a:cxn>
              <a:cxn ang="0">
                <a:pos x="T8" y="T9"/>
              </a:cxn>
            </a:cxnLst>
            <a:rect l="0" t="0" r="r" b="b"/>
            <a:pathLst>
              <a:path w="34" h="33">
                <a:moveTo>
                  <a:pt x="28" y="27"/>
                </a:moveTo>
                <a:cubicBezTo>
                  <a:pt x="34" y="21"/>
                  <a:pt x="34" y="12"/>
                  <a:pt x="28" y="6"/>
                </a:cubicBezTo>
                <a:cubicBezTo>
                  <a:pt x="22" y="0"/>
                  <a:pt x="12" y="0"/>
                  <a:pt x="6" y="6"/>
                </a:cubicBezTo>
                <a:cubicBezTo>
                  <a:pt x="0" y="12"/>
                  <a:pt x="0" y="21"/>
                  <a:pt x="6" y="27"/>
                </a:cubicBezTo>
                <a:cubicBezTo>
                  <a:pt x="12" y="33"/>
                  <a:pt x="22" y="33"/>
                  <a:pt x="28" y="27"/>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7" name="Freeform 175"/>
          <p:cNvSpPr>
            <a:spLocks/>
          </p:cNvSpPr>
          <p:nvPr/>
        </p:nvSpPr>
        <p:spPr bwMode="auto">
          <a:xfrm>
            <a:off x="5458652" y="3163023"/>
            <a:ext cx="104083" cy="100228"/>
          </a:xfrm>
          <a:custGeom>
            <a:avLst/>
            <a:gdLst>
              <a:gd name="T0" fmla="*/ 28 w 34"/>
              <a:gd name="T1" fmla="*/ 27 h 33"/>
              <a:gd name="T2" fmla="*/ 28 w 34"/>
              <a:gd name="T3" fmla="*/ 6 h 33"/>
              <a:gd name="T4" fmla="*/ 6 w 34"/>
              <a:gd name="T5" fmla="*/ 6 h 33"/>
              <a:gd name="T6" fmla="*/ 6 w 34"/>
              <a:gd name="T7" fmla="*/ 27 h 33"/>
              <a:gd name="T8" fmla="*/ 28 w 34"/>
              <a:gd name="T9" fmla="*/ 27 h 33"/>
            </a:gdLst>
            <a:ahLst/>
            <a:cxnLst>
              <a:cxn ang="0">
                <a:pos x="T0" y="T1"/>
              </a:cxn>
              <a:cxn ang="0">
                <a:pos x="T2" y="T3"/>
              </a:cxn>
              <a:cxn ang="0">
                <a:pos x="T4" y="T5"/>
              </a:cxn>
              <a:cxn ang="0">
                <a:pos x="T6" y="T7"/>
              </a:cxn>
              <a:cxn ang="0">
                <a:pos x="T8" y="T9"/>
              </a:cxn>
            </a:cxnLst>
            <a:rect l="0" t="0" r="r" b="b"/>
            <a:pathLst>
              <a:path w="34" h="33">
                <a:moveTo>
                  <a:pt x="28" y="27"/>
                </a:moveTo>
                <a:cubicBezTo>
                  <a:pt x="34" y="21"/>
                  <a:pt x="34" y="12"/>
                  <a:pt x="28" y="6"/>
                </a:cubicBezTo>
                <a:cubicBezTo>
                  <a:pt x="22" y="0"/>
                  <a:pt x="12" y="0"/>
                  <a:pt x="6" y="6"/>
                </a:cubicBezTo>
                <a:cubicBezTo>
                  <a:pt x="0" y="12"/>
                  <a:pt x="0" y="21"/>
                  <a:pt x="6" y="27"/>
                </a:cubicBezTo>
                <a:cubicBezTo>
                  <a:pt x="12" y="33"/>
                  <a:pt x="22" y="33"/>
                  <a:pt x="28" y="27"/>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43" name="Oval 5"/>
          <p:cNvSpPr>
            <a:spLocks noChangeArrowheads="1"/>
          </p:cNvSpPr>
          <p:nvPr/>
        </p:nvSpPr>
        <p:spPr bwMode="auto">
          <a:xfrm>
            <a:off x="7546976" y="3643313"/>
            <a:ext cx="531813" cy="528637"/>
          </a:xfrm>
          <a:prstGeom prst="ellipse">
            <a:avLst/>
          </a:prstGeom>
          <a:solidFill>
            <a:srgbClr val="BFD6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98" name="组合 97"/>
          <p:cNvGrpSpPr/>
          <p:nvPr/>
        </p:nvGrpSpPr>
        <p:grpSpPr>
          <a:xfrm>
            <a:off x="7640638" y="3767138"/>
            <a:ext cx="388938" cy="284162"/>
            <a:chOff x="7640638" y="3767138"/>
            <a:chExt cx="388938" cy="284162"/>
          </a:xfrm>
        </p:grpSpPr>
        <p:sp>
          <p:nvSpPr>
            <p:cNvPr id="44" name="Freeform 6"/>
            <p:cNvSpPr>
              <a:spLocks/>
            </p:cNvSpPr>
            <p:nvPr/>
          </p:nvSpPr>
          <p:spPr bwMode="auto">
            <a:xfrm>
              <a:off x="7753351" y="3944938"/>
              <a:ext cx="79375" cy="36512"/>
            </a:xfrm>
            <a:custGeom>
              <a:avLst/>
              <a:gdLst>
                <a:gd name="T0" fmla="*/ 48 w 50"/>
                <a:gd name="T1" fmla="*/ 23 h 23"/>
                <a:gd name="T2" fmla="*/ 50 w 50"/>
                <a:gd name="T3" fmla="*/ 0 h 23"/>
                <a:gd name="T4" fmla="*/ 0 w 50"/>
                <a:gd name="T5" fmla="*/ 0 h 23"/>
                <a:gd name="T6" fmla="*/ 2 w 50"/>
                <a:gd name="T7" fmla="*/ 23 h 23"/>
                <a:gd name="T8" fmla="*/ 48 w 50"/>
                <a:gd name="T9" fmla="*/ 23 h 23"/>
              </a:gdLst>
              <a:ahLst/>
              <a:cxnLst>
                <a:cxn ang="0">
                  <a:pos x="T0" y="T1"/>
                </a:cxn>
                <a:cxn ang="0">
                  <a:pos x="T2" y="T3"/>
                </a:cxn>
                <a:cxn ang="0">
                  <a:pos x="T4" y="T5"/>
                </a:cxn>
                <a:cxn ang="0">
                  <a:pos x="T6" y="T7"/>
                </a:cxn>
                <a:cxn ang="0">
                  <a:pos x="T8" y="T9"/>
                </a:cxn>
              </a:cxnLst>
              <a:rect l="0" t="0" r="r" b="b"/>
              <a:pathLst>
                <a:path w="50" h="23">
                  <a:moveTo>
                    <a:pt x="48" y="23"/>
                  </a:moveTo>
                  <a:lnTo>
                    <a:pt x="50" y="0"/>
                  </a:lnTo>
                  <a:lnTo>
                    <a:pt x="0" y="0"/>
                  </a:lnTo>
                  <a:lnTo>
                    <a:pt x="2" y="23"/>
                  </a:lnTo>
                  <a:lnTo>
                    <a:pt x="48"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7"/>
            <p:cNvSpPr>
              <a:spLocks/>
            </p:cNvSpPr>
            <p:nvPr/>
          </p:nvSpPr>
          <p:spPr bwMode="auto">
            <a:xfrm>
              <a:off x="7843838" y="3873500"/>
              <a:ext cx="88900" cy="61912"/>
            </a:xfrm>
            <a:custGeom>
              <a:avLst/>
              <a:gdLst>
                <a:gd name="T0" fmla="*/ 0 w 56"/>
                <a:gd name="T1" fmla="*/ 39 h 39"/>
                <a:gd name="T2" fmla="*/ 46 w 56"/>
                <a:gd name="T3" fmla="*/ 39 h 39"/>
                <a:gd name="T4" fmla="*/ 56 w 56"/>
                <a:gd name="T5" fmla="*/ 0 h 39"/>
                <a:gd name="T6" fmla="*/ 4 w 56"/>
                <a:gd name="T7" fmla="*/ 0 h 39"/>
                <a:gd name="T8" fmla="*/ 0 w 56"/>
                <a:gd name="T9" fmla="*/ 39 h 39"/>
              </a:gdLst>
              <a:ahLst/>
              <a:cxnLst>
                <a:cxn ang="0">
                  <a:pos x="T0" y="T1"/>
                </a:cxn>
                <a:cxn ang="0">
                  <a:pos x="T2" y="T3"/>
                </a:cxn>
                <a:cxn ang="0">
                  <a:pos x="T4" y="T5"/>
                </a:cxn>
                <a:cxn ang="0">
                  <a:pos x="T6" y="T7"/>
                </a:cxn>
                <a:cxn ang="0">
                  <a:pos x="T8" y="T9"/>
                </a:cxn>
              </a:cxnLst>
              <a:rect l="0" t="0" r="r" b="b"/>
              <a:pathLst>
                <a:path w="56" h="39">
                  <a:moveTo>
                    <a:pt x="0" y="39"/>
                  </a:moveTo>
                  <a:lnTo>
                    <a:pt x="46" y="39"/>
                  </a:lnTo>
                  <a:lnTo>
                    <a:pt x="56" y="0"/>
                  </a:lnTo>
                  <a:lnTo>
                    <a:pt x="4" y="0"/>
                  </a:lnTo>
                  <a:lnTo>
                    <a:pt x="0"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8"/>
            <p:cNvSpPr>
              <a:spLocks/>
            </p:cNvSpPr>
            <p:nvPr/>
          </p:nvSpPr>
          <p:spPr bwMode="auto">
            <a:xfrm>
              <a:off x="7670801" y="3944938"/>
              <a:ext cx="73025" cy="36512"/>
            </a:xfrm>
            <a:custGeom>
              <a:avLst/>
              <a:gdLst>
                <a:gd name="T0" fmla="*/ 0 w 46"/>
                <a:gd name="T1" fmla="*/ 0 h 23"/>
                <a:gd name="T2" fmla="*/ 6 w 46"/>
                <a:gd name="T3" fmla="*/ 23 h 23"/>
                <a:gd name="T4" fmla="*/ 46 w 46"/>
                <a:gd name="T5" fmla="*/ 23 h 23"/>
                <a:gd name="T6" fmla="*/ 44 w 46"/>
                <a:gd name="T7" fmla="*/ 0 h 23"/>
                <a:gd name="T8" fmla="*/ 0 w 46"/>
                <a:gd name="T9" fmla="*/ 0 h 23"/>
              </a:gdLst>
              <a:ahLst/>
              <a:cxnLst>
                <a:cxn ang="0">
                  <a:pos x="T0" y="T1"/>
                </a:cxn>
                <a:cxn ang="0">
                  <a:pos x="T2" y="T3"/>
                </a:cxn>
                <a:cxn ang="0">
                  <a:pos x="T4" y="T5"/>
                </a:cxn>
                <a:cxn ang="0">
                  <a:pos x="T6" y="T7"/>
                </a:cxn>
                <a:cxn ang="0">
                  <a:pos x="T8" y="T9"/>
                </a:cxn>
              </a:cxnLst>
              <a:rect l="0" t="0" r="r" b="b"/>
              <a:pathLst>
                <a:path w="46" h="23">
                  <a:moveTo>
                    <a:pt x="0" y="0"/>
                  </a:moveTo>
                  <a:lnTo>
                    <a:pt x="6" y="23"/>
                  </a:lnTo>
                  <a:lnTo>
                    <a:pt x="46" y="23"/>
                  </a:lnTo>
                  <a:lnTo>
                    <a:pt x="44"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9"/>
            <p:cNvSpPr>
              <a:spLocks/>
            </p:cNvSpPr>
            <p:nvPr/>
          </p:nvSpPr>
          <p:spPr bwMode="auto">
            <a:xfrm>
              <a:off x="7840663" y="3944938"/>
              <a:ext cx="73025" cy="36512"/>
            </a:xfrm>
            <a:custGeom>
              <a:avLst/>
              <a:gdLst>
                <a:gd name="T0" fmla="*/ 46 w 46"/>
                <a:gd name="T1" fmla="*/ 0 h 23"/>
                <a:gd name="T2" fmla="*/ 2 w 46"/>
                <a:gd name="T3" fmla="*/ 0 h 23"/>
                <a:gd name="T4" fmla="*/ 0 w 46"/>
                <a:gd name="T5" fmla="*/ 23 h 23"/>
                <a:gd name="T6" fmla="*/ 41 w 46"/>
                <a:gd name="T7" fmla="*/ 23 h 23"/>
                <a:gd name="T8" fmla="*/ 46 w 46"/>
                <a:gd name="T9" fmla="*/ 0 h 23"/>
              </a:gdLst>
              <a:ahLst/>
              <a:cxnLst>
                <a:cxn ang="0">
                  <a:pos x="T0" y="T1"/>
                </a:cxn>
                <a:cxn ang="0">
                  <a:pos x="T2" y="T3"/>
                </a:cxn>
                <a:cxn ang="0">
                  <a:pos x="T4" y="T5"/>
                </a:cxn>
                <a:cxn ang="0">
                  <a:pos x="T6" y="T7"/>
                </a:cxn>
                <a:cxn ang="0">
                  <a:pos x="T8" y="T9"/>
                </a:cxn>
              </a:cxnLst>
              <a:rect l="0" t="0" r="r" b="b"/>
              <a:pathLst>
                <a:path w="46" h="23">
                  <a:moveTo>
                    <a:pt x="46" y="0"/>
                  </a:moveTo>
                  <a:lnTo>
                    <a:pt x="2" y="0"/>
                  </a:lnTo>
                  <a:lnTo>
                    <a:pt x="0" y="23"/>
                  </a:lnTo>
                  <a:lnTo>
                    <a:pt x="41" y="23"/>
                  </a:lnTo>
                  <a:lnTo>
                    <a:pt x="4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10"/>
            <p:cNvSpPr>
              <a:spLocks/>
            </p:cNvSpPr>
            <p:nvPr/>
          </p:nvSpPr>
          <p:spPr bwMode="auto">
            <a:xfrm>
              <a:off x="7850188" y="3767138"/>
              <a:ext cx="179388" cy="98425"/>
            </a:xfrm>
            <a:custGeom>
              <a:avLst/>
              <a:gdLst>
                <a:gd name="T0" fmla="*/ 40 w 59"/>
                <a:gd name="T1" fmla="*/ 0 h 32"/>
                <a:gd name="T2" fmla="*/ 37 w 59"/>
                <a:gd name="T3" fmla="*/ 1 h 32"/>
                <a:gd name="T4" fmla="*/ 35 w 59"/>
                <a:gd name="T5" fmla="*/ 3 h 32"/>
                <a:gd name="T6" fmla="*/ 20 w 59"/>
                <a:gd name="T7" fmla="*/ 18 h 32"/>
                <a:gd name="T8" fmla="*/ 19 w 59"/>
                <a:gd name="T9" fmla="*/ 19 h 32"/>
                <a:gd name="T10" fmla="*/ 1 w 59"/>
                <a:gd name="T11" fmla="*/ 19 h 32"/>
                <a:gd name="T12" fmla="*/ 0 w 59"/>
                <a:gd name="T13" fmla="*/ 32 h 32"/>
                <a:gd name="T14" fmla="*/ 28 w 59"/>
                <a:gd name="T15" fmla="*/ 32 h 32"/>
                <a:gd name="T16" fmla="*/ 30 w 59"/>
                <a:gd name="T17" fmla="*/ 24 h 32"/>
                <a:gd name="T18" fmla="*/ 42 w 59"/>
                <a:gd name="T19" fmla="*/ 12 h 32"/>
                <a:gd name="T20" fmla="*/ 51 w 59"/>
                <a:gd name="T21" fmla="*/ 12 h 32"/>
                <a:gd name="T22" fmla="*/ 51 w 59"/>
                <a:gd name="T23" fmla="*/ 0 h 32"/>
                <a:gd name="T24" fmla="*/ 40 w 59"/>
                <a:gd name="T25"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32">
                  <a:moveTo>
                    <a:pt x="40" y="0"/>
                  </a:moveTo>
                  <a:cubicBezTo>
                    <a:pt x="38" y="0"/>
                    <a:pt x="37" y="1"/>
                    <a:pt x="37" y="1"/>
                  </a:cubicBezTo>
                  <a:cubicBezTo>
                    <a:pt x="36" y="2"/>
                    <a:pt x="36" y="2"/>
                    <a:pt x="35" y="3"/>
                  </a:cubicBezTo>
                  <a:cubicBezTo>
                    <a:pt x="30" y="8"/>
                    <a:pt x="25" y="13"/>
                    <a:pt x="20" y="18"/>
                  </a:cubicBezTo>
                  <a:cubicBezTo>
                    <a:pt x="20" y="18"/>
                    <a:pt x="19" y="19"/>
                    <a:pt x="19" y="19"/>
                  </a:cubicBezTo>
                  <a:cubicBezTo>
                    <a:pt x="1" y="19"/>
                    <a:pt x="1" y="19"/>
                    <a:pt x="1" y="19"/>
                  </a:cubicBezTo>
                  <a:cubicBezTo>
                    <a:pt x="0" y="32"/>
                    <a:pt x="0" y="32"/>
                    <a:pt x="0" y="32"/>
                  </a:cubicBezTo>
                  <a:cubicBezTo>
                    <a:pt x="28" y="32"/>
                    <a:pt x="28" y="32"/>
                    <a:pt x="28" y="32"/>
                  </a:cubicBezTo>
                  <a:cubicBezTo>
                    <a:pt x="30" y="24"/>
                    <a:pt x="30" y="24"/>
                    <a:pt x="30" y="24"/>
                  </a:cubicBezTo>
                  <a:cubicBezTo>
                    <a:pt x="34" y="20"/>
                    <a:pt x="38" y="16"/>
                    <a:pt x="42" y="12"/>
                  </a:cubicBezTo>
                  <a:cubicBezTo>
                    <a:pt x="51" y="12"/>
                    <a:pt x="51" y="12"/>
                    <a:pt x="51" y="12"/>
                  </a:cubicBezTo>
                  <a:cubicBezTo>
                    <a:pt x="59" y="12"/>
                    <a:pt x="59" y="0"/>
                    <a:pt x="51" y="0"/>
                  </a:cubicBezTo>
                  <a:lnTo>
                    <a:pt x="4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11"/>
            <p:cNvSpPr>
              <a:spLocks/>
            </p:cNvSpPr>
            <p:nvPr/>
          </p:nvSpPr>
          <p:spPr bwMode="auto">
            <a:xfrm>
              <a:off x="7743826" y="3825875"/>
              <a:ext cx="96838" cy="39687"/>
            </a:xfrm>
            <a:custGeom>
              <a:avLst/>
              <a:gdLst>
                <a:gd name="T0" fmla="*/ 2 w 61"/>
                <a:gd name="T1" fmla="*/ 25 h 25"/>
                <a:gd name="T2" fmla="*/ 60 w 61"/>
                <a:gd name="T3" fmla="*/ 25 h 25"/>
                <a:gd name="T4" fmla="*/ 61 w 61"/>
                <a:gd name="T5" fmla="*/ 0 h 25"/>
                <a:gd name="T6" fmla="*/ 0 w 61"/>
                <a:gd name="T7" fmla="*/ 0 h 25"/>
                <a:gd name="T8" fmla="*/ 2 w 61"/>
                <a:gd name="T9" fmla="*/ 25 h 25"/>
              </a:gdLst>
              <a:ahLst/>
              <a:cxnLst>
                <a:cxn ang="0">
                  <a:pos x="T0" y="T1"/>
                </a:cxn>
                <a:cxn ang="0">
                  <a:pos x="T2" y="T3"/>
                </a:cxn>
                <a:cxn ang="0">
                  <a:pos x="T4" y="T5"/>
                </a:cxn>
                <a:cxn ang="0">
                  <a:pos x="T6" y="T7"/>
                </a:cxn>
                <a:cxn ang="0">
                  <a:pos x="T8" y="T9"/>
                </a:cxn>
              </a:cxnLst>
              <a:rect l="0" t="0" r="r" b="b"/>
              <a:pathLst>
                <a:path w="61" h="25">
                  <a:moveTo>
                    <a:pt x="2" y="25"/>
                  </a:moveTo>
                  <a:lnTo>
                    <a:pt x="60" y="25"/>
                  </a:lnTo>
                  <a:lnTo>
                    <a:pt x="61" y="0"/>
                  </a:lnTo>
                  <a:lnTo>
                    <a:pt x="0" y="0"/>
                  </a:lnTo>
                  <a:lnTo>
                    <a:pt x="2" y="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12"/>
            <p:cNvSpPr>
              <a:spLocks/>
            </p:cNvSpPr>
            <p:nvPr/>
          </p:nvSpPr>
          <p:spPr bwMode="auto">
            <a:xfrm>
              <a:off x="7653338" y="3873500"/>
              <a:ext cx="87313" cy="61912"/>
            </a:xfrm>
            <a:custGeom>
              <a:avLst/>
              <a:gdLst>
                <a:gd name="T0" fmla="*/ 55 w 55"/>
                <a:gd name="T1" fmla="*/ 39 h 39"/>
                <a:gd name="T2" fmla="*/ 51 w 55"/>
                <a:gd name="T3" fmla="*/ 0 h 39"/>
                <a:gd name="T4" fmla="*/ 0 w 55"/>
                <a:gd name="T5" fmla="*/ 0 h 39"/>
                <a:gd name="T6" fmla="*/ 9 w 55"/>
                <a:gd name="T7" fmla="*/ 39 h 39"/>
                <a:gd name="T8" fmla="*/ 55 w 55"/>
                <a:gd name="T9" fmla="*/ 39 h 39"/>
              </a:gdLst>
              <a:ahLst/>
              <a:cxnLst>
                <a:cxn ang="0">
                  <a:pos x="T0" y="T1"/>
                </a:cxn>
                <a:cxn ang="0">
                  <a:pos x="T2" y="T3"/>
                </a:cxn>
                <a:cxn ang="0">
                  <a:pos x="T4" y="T5"/>
                </a:cxn>
                <a:cxn ang="0">
                  <a:pos x="T6" y="T7"/>
                </a:cxn>
                <a:cxn ang="0">
                  <a:pos x="T8" y="T9"/>
                </a:cxn>
              </a:cxnLst>
              <a:rect l="0" t="0" r="r" b="b"/>
              <a:pathLst>
                <a:path w="55" h="39">
                  <a:moveTo>
                    <a:pt x="55" y="39"/>
                  </a:moveTo>
                  <a:lnTo>
                    <a:pt x="51" y="0"/>
                  </a:lnTo>
                  <a:lnTo>
                    <a:pt x="0" y="0"/>
                  </a:lnTo>
                  <a:lnTo>
                    <a:pt x="9" y="39"/>
                  </a:lnTo>
                  <a:lnTo>
                    <a:pt x="55"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13"/>
            <p:cNvSpPr>
              <a:spLocks/>
            </p:cNvSpPr>
            <p:nvPr/>
          </p:nvSpPr>
          <p:spPr bwMode="auto">
            <a:xfrm>
              <a:off x="7640638" y="3825875"/>
              <a:ext cx="93663" cy="39687"/>
            </a:xfrm>
            <a:custGeom>
              <a:avLst/>
              <a:gdLst>
                <a:gd name="T0" fmla="*/ 0 w 59"/>
                <a:gd name="T1" fmla="*/ 0 h 25"/>
                <a:gd name="T2" fmla="*/ 6 w 59"/>
                <a:gd name="T3" fmla="*/ 25 h 25"/>
                <a:gd name="T4" fmla="*/ 59 w 59"/>
                <a:gd name="T5" fmla="*/ 25 h 25"/>
                <a:gd name="T6" fmla="*/ 57 w 59"/>
                <a:gd name="T7" fmla="*/ 0 h 25"/>
                <a:gd name="T8" fmla="*/ 0 w 59"/>
                <a:gd name="T9" fmla="*/ 0 h 25"/>
              </a:gdLst>
              <a:ahLst/>
              <a:cxnLst>
                <a:cxn ang="0">
                  <a:pos x="T0" y="T1"/>
                </a:cxn>
                <a:cxn ang="0">
                  <a:pos x="T2" y="T3"/>
                </a:cxn>
                <a:cxn ang="0">
                  <a:pos x="T4" y="T5"/>
                </a:cxn>
                <a:cxn ang="0">
                  <a:pos x="T6" y="T7"/>
                </a:cxn>
                <a:cxn ang="0">
                  <a:pos x="T8" y="T9"/>
                </a:cxn>
              </a:cxnLst>
              <a:rect l="0" t="0" r="r" b="b"/>
              <a:pathLst>
                <a:path w="59" h="25">
                  <a:moveTo>
                    <a:pt x="0" y="0"/>
                  </a:moveTo>
                  <a:lnTo>
                    <a:pt x="6" y="25"/>
                  </a:lnTo>
                  <a:lnTo>
                    <a:pt x="59" y="25"/>
                  </a:lnTo>
                  <a:lnTo>
                    <a:pt x="57"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14"/>
            <p:cNvSpPr>
              <a:spLocks/>
            </p:cNvSpPr>
            <p:nvPr/>
          </p:nvSpPr>
          <p:spPr bwMode="auto">
            <a:xfrm>
              <a:off x="7747001" y="3873500"/>
              <a:ext cx="92075" cy="61912"/>
            </a:xfrm>
            <a:custGeom>
              <a:avLst/>
              <a:gdLst>
                <a:gd name="T0" fmla="*/ 58 w 58"/>
                <a:gd name="T1" fmla="*/ 0 h 39"/>
                <a:gd name="T2" fmla="*/ 0 w 58"/>
                <a:gd name="T3" fmla="*/ 0 h 39"/>
                <a:gd name="T4" fmla="*/ 2 w 58"/>
                <a:gd name="T5" fmla="*/ 39 h 39"/>
                <a:gd name="T6" fmla="*/ 54 w 58"/>
                <a:gd name="T7" fmla="*/ 39 h 39"/>
                <a:gd name="T8" fmla="*/ 58 w 58"/>
                <a:gd name="T9" fmla="*/ 0 h 39"/>
              </a:gdLst>
              <a:ahLst/>
              <a:cxnLst>
                <a:cxn ang="0">
                  <a:pos x="T0" y="T1"/>
                </a:cxn>
                <a:cxn ang="0">
                  <a:pos x="T2" y="T3"/>
                </a:cxn>
                <a:cxn ang="0">
                  <a:pos x="T4" y="T5"/>
                </a:cxn>
                <a:cxn ang="0">
                  <a:pos x="T6" y="T7"/>
                </a:cxn>
                <a:cxn ang="0">
                  <a:pos x="T8" y="T9"/>
                </a:cxn>
              </a:cxnLst>
              <a:rect l="0" t="0" r="r" b="b"/>
              <a:pathLst>
                <a:path w="58" h="39">
                  <a:moveTo>
                    <a:pt x="58" y="0"/>
                  </a:moveTo>
                  <a:lnTo>
                    <a:pt x="0" y="0"/>
                  </a:lnTo>
                  <a:lnTo>
                    <a:pt x="2" y="39"/>
                  </a:lnTo>
                  <a:lnTo>
                    <a:pt x="54" y="39"/>
                  </a:lnTo>
                  <a:lnTo>
                    <a:pt x="5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Oval 15"/>
            <p:cNvSpPr>
              <a:spLocks noChangeArrowheads="1"/>
            </p:cNvSpPr>
            <p:nvPr/>
          </p:nvSpPr>
          <p:spPr bwMode="auto">
            <a:xfrm>
              <a:off x="7683501" y="3989388"/>
              <a:ext cx="60325" cy="6191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Oval 16"/>
            <p:cNvSpPr>
              <a:spLocks noChangeArrowheads="1"/>
            </p:cNvSpPr>
            <p:nvPr/>
          </p:nvSpPr>
          <p:spPr bwMode="auto">
            <a:xfrm>
              <a:off x="7840663" y="3989388"/>
              <a:ext cx="58738" cy="6191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55" name="Oval 17"/>
          <p:cNvSpPr>
            <a:spLocks noChangeArrowheads="1"/>
          </p:cNvSpPr>
          <p:nvPr/>
        </p:nvSpPr>
        <p:spPr bwMode="auto">
          <a:xfrm>
            <a:off x="4160838" y="3643313"/>
            <a:ext cx="530225" cy="528637"/>
          </a:xfrm>
          <a:prstGeom prst="ellipse">
            <a:avLst/>
          </a:prstGeom>
          <a:solidFill>
            <a:srgbClr val="545A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100" name="组合 99"/>
          <p:cNvGrpSpPr/>
          <p:nvPr/>
        </p:nvGrpSpPr>
        <p:grpSpPr>
          <a:xfrm>
            <a:off x="4233863" y="3743325"/>
            <a:ext cx="341313" cy="282575"/>
            <a:chOff x="4233863" y="3743325"/>
            <a:chExt cx="341313" cy="282575"/>
          </a:xfrm>
        </p:grpSpPr>
        <p:sp>
          <p:nvSpPr>
            <p:cNvPr id="56" name="Freeform 18"/>
            <p:cNvSpPr>
              <a:spLocks/>
            </p:cNvSpPr>
            <p:nvPr/>
          </p:nvSpPr>
          <p:spPr bwMode="auto">
            <a:xfrm>
              <a:off x="4233863" y="3905250"/>
              <a:ext cx="76200" cy="120650"/>
            </a:xfrm>
            <a:custGeom>
              <a:avLst/>
              <a:gdLst>
                <a:gd name="T0" fmla="*/ 48 w 48"/>
                <a:gd name="T1" fmla="*/ 76 h 76"/>
                <a:gd name="T2" fmla="*/ 48 w 48"/>
                <a:gd name="T3" fmla="*/ 0 h 76"/>
                <a:gd name="T4" fmla="*/ 4 w 48"/>
                <a:gd name="T5" fmla="*/ 40 h 76"/>
                <a:gd name="T6" fmla="*/ 0 w 48"/>
                <a:gd name="T7" fmla="*/ 36 h 76"/>
                <a:gd name="T8" fmla="*/ 0 w 48"/>
                <a:gd name="T9" fmla="*/ 76 h 76"/>
                <a:gd name="T10" fmla="*/ 48 w 48"/>
                <a:gd name="T11" fmla="*/ 76 h 76"/>
              </a:gdLst>
              <a:ahLst/>
              <a:cxnLst>
                <a:cxn ang="0">
                  <a:pos x="T0" y="T1"/>
                </a:cxn>
                <a:cxn ang="0">
                  <a:pos x="T2" y="T3"/>
                </a:cxn>
                <a:cxn ang="0">
                  <a:pos x="T4" y="T5"/>
                </a:cxn>
                <a:cxn ang="0">
                  <a:pos x="T6" y="T7"/>
                </a:cxn>
                <a:cxn ang="0">
                  <a:pos x="T8" y="T9"/>
                </a:cxn>
                <a:cxn ang="0">
                  <a:pos x="T10" y="T11"/>
                </a:cxn>
              </a:cxnLst>
              <a:rect l="0" t="0" r="r" b="b"/>
              <a:pathLst>
                <a:path w="48" h="76">
                  <a:moveTo>
                    <a:pt x="48" y="76"/>
                  </a:moveTo>
                  <a:lnTo>
                    <a:pt x="48" y="0"/>
                  </a:lnTo>
                  <a:lnTo>
                    <a:pt x="4" y="40"/>
                  </a:lnTo>
                  <a:lnTo>
                    <a:pt x="0" y="36"/>
                  </a:lnTo>
                  <a:lnTo>
                    <a:pt x="0" y="76"/>
                  </a:lnTo>
                  <a:lnTo>
                    <a:pt x="48" y="7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19"/>
            <p:cNvSpPr>
              <a:spLocks/>
            </p:cNvSpPr>
            <p:nvPr/>
          </p:nvSpPr>
          <p:spPr bwMode="auto">
            <a:xfrm>
              <a:off x="4322763" y="3868738"/>
              <a:ext cx="76200" cy="157162"/>
            </a:xfrm>
            <a:custGeom>
              <a:avLst/>
              <a:gdLst>
                <a:gd name="T0" fmla="*/ 48 w 48"/>
                <a:gd name="T1" fmla="*/ 99 h 99"/>
                <a:gd name="T2" fmla="*/ 48 w 48"/>
                <a:gd name="T3" fmla="*/ 34 h 99"/>
                <a:gd name="T4" fmla="*/ 13 w 48"/>
                <a:gd name="T5" fmla="*/ 0 h 99"/>
                <a:gd name="T6" fmla="*/ 0 w 48"/>
                <a:gd name="T7" fmla="*/ 11 h 99"/>
                <a:gd name="T8" fmla="*/ 0 w 48"/>
                <a:gd name="T9" fmla="*/ 99 h 99"/>
                <a:gd name="T10" fmla="*/ 48 w 48"/>
                <a:gd name="T11" fmla="*/ 99 h 99"/>
              </a:gdLst>
              <a:ahLst/>
              <a:cxnLst>
                <a:cxn ang="0">
                  <a:pos x="T0" y="T1"/>
                </a:cxn>
                <a:cxn ang="0">
                  <a:pos x="T2" y="T3"/>
                </a:cxn>
                <a:cxn ang="0">
                  <a:pos x="T4" y="T5"/>
                </a:cxn>
                <a:cxn ang="0">
                  <a:pos x="T6" y="T7"/>
                </a:cxn>
                <a:cxn ang="0">
                  <a:pos x="T8" y="T9"/>
                </a:cxn>
                <a:cxn ang="0">
                  <a:pos x="T10" y="T11"/>
                </a:cxn>
              </a:cxnLst>
              <a:rect l="0" t="0" r="r" b="b"/>
              <a:pathLst>
                <a:path w="48" h="99">
                  <a:moveTo>
                    <a:pt x="48" y="99"/>
                  </a:moveTo>
                  <a:lnTo>
                    <a:pt x="48" y="34"/>
                  </a:lnTo>
                  <a:lnTo>
                    <a:pt x="13" y="0"/>
                  </a:lnTo>
                  <a:lnTo>
                    <a:pt x="0" y="11"/>
                  </a:lnTo>
                  <a:lnTo>
                    <a:pt x="0" y="99"/>
                  </a:lnTo>
                  <a:lnTo>
                    <a:pt x="48" y="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20"/>
            <p:cNvSpPr>
              <a:spLocks/>
            </p:cNvSpPr>
            <p:nvPr/>
          </p:nvSpPr>
          <p:spPr bwMode="auto">
            <a:xfrm>
              <a:off x="4410076" y="3892550"/>
              <a:ext cx="76200" cy="133350"/>
            </a:xfrm>
            <a:custGeom>
              <a:avLst/>
              <a:gdLst>
                <a:gd name="T0" fmla="*/ 48 w 48"/>
                <a:gd name="T1" fmla="*/ 84 h 84"/>
                <a:gd name="T2" fmla="*/ 48 w 48"/>
                <a:gd name="T3" fmla="*/ 0 h 84"/>
                <a:gd name="T4" fmla="*/ 8 w 48"/>
                <a:gd name="T5" fmla="*/ 34 h 84"/>
                <a:gd name="T6" fmla="*/ 0 w 48"/>
                <a:gd name="T7" fmla="*/ 29 h 84"/>
                <a:gd name="T8" fmla="*/ 0 w 48"/>
                <a:gd name="T9" fmla="*/ 84 h 84"/>
                <a:gd name="T10" fmla="*/ 48 w 48"/>
                <a:gd name="T11" fmla="*/ 84 h 84"/>
              </a:gdLst>
              <a:ahLst/>
              <a:cxnLst>
                <a:cxn ang="0">
                  <a:pos x="T0" y="T1"/>
                </a:cxn>
                <a:cxn ang="0">
                  <a:pos x="T2" y="T3"/>
                </a:cxn>
                <a:cxn ang="0">
                  <a:pos x="T4" y="T5"/>
                </a:cxn>
                <a:cxn ang="0">
                  <a:pos x="T6" y="T7"/>
                </a:cxn>
                <a:cxn ang="0">
                  <a:pos x="T8" y="T9"/>
                </a:cxn>
                <a:cxn ang="0">
                  <a:pos x="T10" y="T11"/>
                </a:cxn>
              </a:cxnLst>
              <a:rect l="0" t="0" r="r" b="b"/>
              <a:pathLst>
                <a:path w="48" h="84">
                  <a:moveTo>
                    <a:pt x="48" y="84"/>
                  </a:moveTo>
                  <a:lnTo>
                    <a:pt x="48" y="0"/>
                  </a:lnTo>
                  <a:lnTo>
                    <a:pt x="8" y="34"/>
                  </a:lnTo>
                  <a:lnTo>
                    <a:pt x="0" y="29"/>
                  </a:lnTo>
                  <a:lnTo>
                    <a:pt x="0" y="84"/>
                  </a:lnTo>
                  <a:lnTo>
                    <a:pt x="48" y="8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21"/>
            <p:cNvSpPr>
              <a:spLocks/>
            </p:cNvSpPr>
            <p:nvPr/>
          </p:nvSpPr>
          <p:spPr bwMode="auto">
            <a:xfrm>
              <a:off x="4498976" y="3816350"/>
              <a:ext cx="76200" cy="209550"/>
            </a:xfrm>
            <a:custGeom>
              <a:avLst/>
              <a:gdLst>
                <a:gd name="T0" fmla="*/ 48 w 48"/>
                <a:gd name="T1" fmla="*/ 132 h 132"/>
                <a:gd name="T2" fmla="*/ 48 w 48"/>
                <a:gd name="T3" fmla="*/ 0 h 132"/>
                <a:gd name="T4" fmla="*/ 0 w 48"/>
                <a:gd name="T5" fmla="*/ 40 h 132"/>
                <a:gd name="T6" fmla="*/ 0 w 48"/>
                <a:gd name="T7" fmla="*/ 132 h 132"/>
                <a:gd name="T8" fmla="*/ 48 w 48"/>
                <a:gd name="T9" fmla="*/ 132 h 132"/>
              </a:gdLst>
              <a:ahLst/>
              <a:cxnLst>
                <a:cxn ang="0">
                  <a:pos x="T0" y="T1"/>
                </a:cxn>
                <a:cxn ang="0">
                  <a:pos x="T2" y="T3"/>
                </a:cxn>
                <a:cxn ang="0">
                  <a:pos x="T4" y="T5"/>
                </a:cxn>
                <a:cxn ang="0">
                  <a:pos x="T6" y="T7"/>
                </a:cxn>
                <a:cxn ang="0">
                  <a:pos x="T8" y="T9"/>
                </a:cxn>
              </a:cxnLst>
              <a:rect l="0" t="0" r="r" b="b"/>
              <a:pathLst>
                <a:path w="48" h="132">
                  <a:moveTo>
                    <a:pt x="48" y="132"/>
                  </a:moveTo>
                  <a:lnTo>
                    <a:pt x="48" y="0"/>
                  </a:lnTo>
                  <a:lnTo>
                    <a:pt x="0" y="40"/>
                  </a:lnTo>
                  <a:lnTo>
                    <a:pt x="0" y="132"/>
                  </a:lnTo>
                  <a:lnTo>
                    <a:pt x="48" y="13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22"/>
            <p:cNvSpPr>
              <a:spLocks/>
            </p:cNvSpPr>
            <p:nvPr/>
          </p:nvSpPr>
          <p:spPr bwMode="auto">
            <a:xfrm>
              <a:off x="4233863" y="3743325"/>
              <a:ext cx="341313" cy="195262"/>
            </a:xfrm>
            <a:custGeom>
              <a:avLst/>
              <a:gdLst>
                <a:gd name="T0" fmla="*/ 111 w 112"/>
                <a:gd name="T1" fmla="*/ 0 h 64"/>
                <a:gd name="T2" fmla="*/ 63 w 112"/>
                <a:gd name="T3" fmla="*/ 42 h 64"/>
                <a:gd name="T4" fmla="*/ 40 w 112"/>
                <a:gd name="T5" fmla="*/ 20 h 64"/>
                <a:gd name="T6" fmla="*/ 36 w 112"/>
                <a:gd name="T7" fmla="*/ 19 h 64"/>
                <a:gd name="T8" fmla="*/ 32 w 112"/>
                <a:gd name="T9" fmla="*/ 20 h 64"/>
                <a:gd name="T10" fmla="*/ 0 w 112"/>
                <a:gd name="T11" fmla="*/ 51 h 64"/>
                <a:gd name="T12" fmla="*/ 0 w 112"/>
                <a:gd name="T13" fmla="*/ 62 h 64"/>
                <a:gd name="T14" fmla="*/ 2 w 112"/>
                <a:gd name="T15" fmla="*/ 64 h 64"/>
                <a:gd name="T16" fmla="*/ 36 w 112"/>
                <a:gd name="T17" fmla="*/ 31 h 64"/>
                <a:gd name="T18" fmla="*/ 59 w 112"/>
                <a:gd name="T19" fmla="*/ 53 h 64"/>
                <a:gd name="T20" fmla="*/ 66 w 112"/>
                <a:gd name="T21" fmla="*/ 53 h 64"/>
                <a:gd name="T22" fmla="*/ 112 w 112"/>
                <a:gd name="T23" fmla="*/ 14 h 64"/>
                <a:gd name="T24" fmla="*/ 112 w 112"/>
                <a:gd name="T25" fmla="*/ 1 h 64"/>
                <a:gd name="T26" fmla="*/ 111 w 112"/>
                <a:gd name="T27"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2" h="64">
                  <a:moveTo>
                    <a:pt x="111" y="0"/>
                  </a:moveTo>
                  <a:cubicBezTo>
                    <a:pt x="63" y="42"/>
                    <a:pt x="63" y="42"/>
                    <a:pt x="63" y="42"/>
                  </a:cubicBezTo>
                  <a:cubicBezTo>
                    <a:pt x="40" y="20"/>
                    <a:pt x="40" y="20"/>
                    <a:pt x="40" y="20"/>
                  </a:cubicBezTo>
                  <a:cubicBezTo>
                    <a:pt x="39" y="19"/>
                    <a:pt x="38" y="19"/>
                    <a:pt x="36" y="19"/>
                  </a:cubicBezTo>
                  <a:cubicBezTo>
                    <a:pt x="35" y="19"/>
                    <a:pt x="33" y="19"/>
                    <a:pt x="32" y="20"/>
                  </a:cubicBezTo>
                  <a:cubicBezTo>
                    <a:pt x="0" y="51"/>
                    <a:pt x="0" y="51"/>
                    <a:pt x="0" y="51"/>
                  </a:cubicBezTo>
                  <a:cubicBezTo>
                    <a:pt x="0" y="62"/>
                    <a:pt x="0" y="62"/>
                    <a:pt x="0" y="62"/>
                  </a:cubicBezTo>
                  <a:cubicBezTo>
                    <a:pt x="2" y="64"/>
                    <a:pt x="2" y="64"/>
                    <a:pt x="2" y="64"/>
                  </a:cubicBezTo>
                  <a:cubicBezTo>
                    <a:pt x="36" y="31"/>
                    <a:pt x="36" y="31"/>
                    <a:pt x="36" y="31"/>
                  </a:cubicBezTo>
                  <a:cubicBezTo>
                    <a:pt x="59" y="53"/>
                    <a:pt x="59" y="53"/>
                    <a:pt x="59" y="53"/>
                  </a:cubicBezTo>
                  <a:cubicBezTo>
                    <a:pt x="61" y="55"/>
                    <a:pt x="64" y="55"/>
                    <a:pt x="66" y="53"/>
                  </a:cubicBezTo>
                  <a:cubicBezTo>
                    <a:pt x="112" y="14"/>
                    <a:pt x="112" y="14"/>
                    <a:pt x="112" y="14"/>
                  </a:cubicBezTo>
                  <a:cubicBezTo>
                    <a:pt x="112" y="1"/>
                    <a:pt x="112" y="1"/>
                    <a:pt x="112" y="1"/>
                  </a:cubicBezTo>
                  <a:lnTo>
                    <a:pt x="11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61" name="Oval 23"/>
          <p:cNvSpPr>
            <a:spLocks noChangeArrowheads="1"/>
          </p:cNvSpPr>
          <p:nvPr/>
        </p:nvSpPr>
        <p:spPr bwMode="auto">
          <a:xfrm>
            <a:off x="5857876" y="1954213"/>
            <a:ext cx="533400" cy="530225"/>
          </a:xfrm>
          <a:prstGeom prst="ellipse">
            <a:avLst/>
          </a:prstGeom>
          <a:solidFill>
            <a:srgbClr val="E542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96" name="组合 95"/>
          <p:cNvGrpSpPr/>
          <p:nvPr/>
        </p:nvGrpSpPr>
        <p:grpSpPr>
          <a:xfrm>
            <a:off x="5884863" y="2073275"/>
            <a:ext cx="466725" cy="266700"/>
            <a:chOff x="5884863" y="2073275"/>
            <a:chExt cx="466725" cy="266700"/>
          </a:xfrm>
        </p:grpSpPr>
        <p:sp>
          <p:nvSpPr>
            <p:cNvPr id="62" name="Freeform 24"/>
            <p:cNvSpPr>
              <a:spLocks/>
            </p:cNvSpPr>
            <p:nvPr/>
          </p:nvSpPr>
          <p:spPr bwMode="auto">
            <a:xfrm>
              <a:off x="5884863" y="2079625"/>
              <a:ext cx="161925" cy="190500"/>
            </a:xfrm>
            <a:custGeom>
              <a:avLst/>
              <a:gdLst>
                <a:gd name="T0" fmla="*/ 53 w 53"/>
                <a:gd name="T1" fmla="*/ 50 h 63"/>
                <a:gd name="T2" fmla="*/ 53 w 53"/>
                <a:gd name="T3" fmla="*/ 50 h 63"/>
                <a:gd name="T4" fmla="*/ 37 w 53"/>
                <a:gd name="T5" fmla="*/ 44 h 63"/>
                <a:gd name="T6" fmla="*/ 36 w 53"/>
                <a:gd name="T7" fmla="*/ 42 h 63"/>
                <a:gd name="T8" fmla="*/ 37 w 53"/>
                <a:gd name="T9" fmla="*/ 38 h 63"/>
                <a:gd name="T10" fmla="*/ 39 w 53"/>
                <a:gd name="T11" fmla="*/ 32 h 63"/>
                <a:gd name="T12" fmla="*/ 41 w 53"/>
                <a:gd name="T13" fmla="*/ 26 h 63"/>
                <a:gd name="T14" fmla="*/ 41 w 53"/>
                <a:gd name="T15" fmla="*/ 21 h 63"/>
                <a:gd name="T16" fmla="*/ 41 w 53"/>
                <a:gd name="T17" fmla="*/ 21 h 63"/>
                <a:gd name="T18" fmla="*/ 42 w 53"/>
                <a:gd name="T19" fmla="*/ 14 h 63"/>
                <a:gd name="T20" fmla="*/ 39 w 53"/>
                <a:gd name="T21" fmla="*/ 5 h 63"/>
                <a:gd name="T22" fmla="*/ 29 w 53"/>
                <a:gd name="T23" fmla="*/ 0 h 63"/>
                <a:gd name="T24" fmla="*/ 25 w 53"/>
                <a:gd name="T25" fmla="*/ 0 h 63"/>
                <a:gd name="T26" fmla="*/ 15 w 53"/>
                <a:gd name="T27" fmla="*/ 5 h 63"/>
                <a:gd name="T28" fmla="*/ 12 w 53"/>
                <a:gd name="T29" fmla="*/ 14 h 63"/>
                <a:gd name="T30" fmla="*/ 13 w 53"/>
                <a:gd name="T31" fmla="*/ 21 h 63"/>
                <a:gd name="T32" fmla="*/ 13 w 53"/>
                <a:gd name="T33" fmla="*/ 21 h 63"/>
                <a:gd name="T34" fmla="*/ 13 w 53"/>
                <a:gd name="T35" fmla="*/ 26 h 63"/>
                <a:gd name="T36" fmla="*/ 15 w 53"/>
                <a:gd name="T37" fmla="*/ 32 h 63"/>
                <a:gd name="T38" fmla="*/ 17 w 53"/>
                <a:gd name="T39" fmla="*/ 38 h 63"/>
                <a:gd name="T40" fmla="*/ 17 w 53"/>
                <a:gd name="T41" fmla="*/ 42 h 63"/>
                <a:gd name="T42" fmla="*/ 17 w 53"/>
                <a:gd name="T43" fmla="*/ 44 h 63"/>
                <a:gd name="T44" fmla="*/ 0 w 53"/>
                <a:gd name="T45" fmla="*/ 50 h 63"/>
                <a:gd name="T46" fmla="*/ 0 w 53"/>
                <a:gd name="T47" fmla="*/ 50 h 63"/>
                <a:gd name="T48" fmla="*/ 0 w 53"/>
                <a:gd name="T49" fmla="*/ 63 h 63"/>
                <a:gd name="T50" fmla="*/ 53 w 53"/>
                <a:gd name="T51" fmla="*/ 63 h 63"/>
                <a:gd name="T52" fmla="*/ 53 w 53"/>
                <a:gd name="T53" fmla="*/ 5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3" h="63">
                  <a:moveTo>
                    <a:pt x="53" y="50"/>
                  </a:moveTo>
                  <a:cubicBezTo>
                    <a:pt x="53" y="50"/>
                    <a:pt x="53" y="50"/>
                    <a:pt x="53" y="50"/>
                  </a:cubicBezTo>
                  <a:cubicBezTo>
                    <a:pt x="50" y="48"/>
                    <a:pt x="42" y="45"/>
                    <a:pt x="37" y="44"/>
                  </a:cubicBezTo>
                  <a:cubicBezTo>
                    <a:pt x="36" y="44"/>
                    <a:pt x="36" y="44"/>
                    <a:pt x="36" y="42"/>
                  </a:cubicBezTo>
                  <a:cubicBezTo>
                    <a:pt x="36" y="41"/>
                    <a:pt x="37" y="39"/>
                    <a:pt x="37" y="38"/>
                  </a:cubicBezTo>
                  <a:cubicBezTo>
                    <a:pt x="38" y="36"/>
                    <a:pt x="39" y="34"/>
                    <a:pt x="39" y="32"/>
                  </a:cubicBezTo>
                  <a:cubicBezTo>
                    <a:pt x="40" y="31"/>
                    <a:pt x="41" y="30"/>
                    <a:pt x="41" y="26"/>
                  </a:cubicBezTo>
                  <a:cubicBezTo>
                    <a:pt x="42" y="23"/>
                    <a:pt x="42" y="22"/>
                    <a:pt x="41" y="21"/>
                  </a:cubicBezTo>
                  <a:cubicBezTo>
                    <a:pt x="41" y="21"/>
                    <a:pt x="41" y="21"/>
                    <a:pt x="41" y="21"/>
                  </a:cubicBezTo>
                  <a:cubicBezTo>
                    <a:pt x="41" y="20"/>
                    <a:pt x="41" y="17"/>
                    <a:pt x="42" y="14"/>
                  </a:cubicBezTo>
                  <a:cubicBezTo>
                    <a:pt x="42" y="12"/>
                    <a:pt x="42" y="8"/>
                    <a:pt x="39" y="5"/>
                  </a:cubicBezTo>
                  <a:cubicBezTo>
                    <a:pt x="37" y="3"/>
                    <a:pt x="34" y="0"/>
                    <a:pt x="29" y="0"/>
                  </a:cubicBezTo>
                  <a:cubicBezTo>
                    <a:pt x="25" y="0"/>
                    <a:pt x="25" y="0"/>
                    <a:pt x="25" y="0"/>
                  </a:cubicBezTo>
                  <a:cubicBezTo>
                    <a:pt x="20" y="0"/>
                    <a:pt x="17" y="3"/>
                    <a:pt x="15" y="5"/>
                  </a:cubicBezTo>
                  <a:cubicBezTo>
                    <a:pt x="12" y="8"/>
                    <a:pt x="12" y="12"/>
                    <a:pt x="12" y="14"/>
                  </a:cubicBezTo>
                  <a:cubicBezTo>
                    <a:pt x="13" y="17"/>
                    <a:pt x="13" y="20"/>
                    <a:pt x="13" y="21"/>
                  </a:cubicBezTo>
                  <a:cubicBezTo>
                    <a:pt x="13" y="21"/>
                    <a:pt x="13" y="21"/>
                    <a:pt x="13" y="21"/>
                  </a:cubicBezTo>
                  <a:cubicBezTo>
                    <a:pt x="12" y="22"/>
                    <a:pt x="12" y="23"/>
                    <a:pt x="13" y="26"/>
                  </a:cubicBezTo>
                  <a:cubicBezTo>
                    <a:pt x="13" y="30"/>
                    <a:pt x="14" y="31"/>
                    <a:pt x="15" y="32"/>
                  </a:cubicBezTo>
                  <a:cubicBezTo>
                    <a:pt x="15" y="34"/>
                    <a:pt x="16" y="36"/>
                    <a:pt x="17" y="38"/>
                  </a:cubicBezTo>
                  <a:cubicBezTo>
                    <a:pt x="17" y="39"/>
                    <a:pt x="17" y="40"/>
                    <a:pt x="17" y="42"/>
                  </a:cubicBezTo>
                  <a:cubicBezTo>
                    <a:pt x="17" y="44"/>
                    <a:pt x="17" y="44"/>
                    <a:pt x="17" y="44"/>
                  </a:cubicBezTo>
                  <a:cubicBezTo>
                    <a:pt x="12" y="46"/>
                    <a:pt x="4" y="49"/>
                    <a:pt x="0" y="50"/>
                  </a:cubicBezTo>
                  <a:cubicBezTo>
                    <a:pt x="0" y="50"/>
                    <a:pt x="0" y="50"/>
                    <a:pt x="0" y="50"/>
                  </a:cubicBezTo>
                  <a:cubicBezTo>
                    <a:pt x="0" y="63"/>
                    <a:pt x="0" y="63"/>
                    <a:pt x="0" y="63"/>
                  </a:cubicBezTo>
                  <a:cubicBezTo>
                    <a:pt x="53" y="63"/>
                    <a:pt x="53" y="63"/>
                    <a:pt x="53" y="63"/>
                  </a:cubicBezTo>
                  <a:lnTo>
                    <a:pt x="53" y="5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25"/>
            <p:cNvSpPr>
              <a:spLocks/>
            </p:cNvSpPr>
            <p:nvPr/>
          </p:nvSpPr>
          <p:spPr bwMode="auto">
            <a:xfrm>
              <a:off x="6192838" y="2079625"/>
              <a:ext cx="158750" cy="190500"/>
            </a:xfrm>
            <a:custGeom>
              <a:avLst/>
              <a:gdLst>
                <a:gd name="T0" fmla="*/ 52 w 52"/>
                <a:gd name="T1" fmla="*/ 50 h 63"/>
                <a:gd name="T2" fmla="*/ 52 w 52"/>
                <a:gd name="T3" fmla="*/ 50 h 63"/>
                <a:gd name="T4" fmla="*/ 36 w 52"/>
                <a:gd name="T5" fmla="*/ 44 h 63"/>
                <a:gd name="T6" fmla="*/ 35 w 52"/>
                <a:gd name="T7" fmla="*/ 42 h 63"/>
                <a:gd name="T8" fmla="*/ 36 w 52"/>
                <a:gd name="T9" fmla="*/ 38 h 63"/>
                <a:gd name="T10" fmla="*/ 38 w 52"/>
                <a:gd name="T11" fmla="*/ 32 h 63"/>
                <a:gd name="T12" fmla="*/ 40 w 52"/>
                <a:gd name="T13" fmla="*/ 26 h 63"/>
                <a:gd name="T14" fmla="*/ 40 w 52"/>
                <a:gd name="T15" fmla="*/ 21 h 63"/>
                <a:gd name="T16" fmla="*/ 40 w 52"/>
                <a:gd name="T17" fmla="*/ 21 h 63"/>
                <a:gd name="T18" fmla="*/ 41 w 52"/>
                <a:gd name="T19" fmla="*/ 14 h 63"/>
                <a:gd name="T20" fmla="*/ 38 w 52"/>
                <a:gd name="T21" fmla="*/ 5 h 63"/>
                <a:gd name="T22" fmla="*/ 28 w 52"/>
                <a:gd name="T23" fmla="*/ 0 h 63"/>
                <a:gd name="T24" fmla="*/ 24 w 52"/>
                <a:gd name="T25" fmla="*/ 0 h 63"/>
                <a:gd name="T26" fmla="*/ 14 w 52"/>
                <a:gd name="T27" fmla="*/ 5 h 63"/>
                <a:gd name="T28" fmla="*/ 11 w 52"/>
                <a:gd name="T29" fmla="*/ 14 h 63"/>
                <a:gd name="T30" fmla="*/ 12 w 52"/>
                <a:gd name="T31" fmla="*/ 21 h 63"/>
                <a:gd name="T32" fmla="*/ 12 w 52"/>
                <a:gd name="T33" fmla="*/ 21 h 63"/>
                <a:gd name="T34" fmla="*/ 12 w 52"/>
                <a:gd name="T35" fmla="*/ 26 h 63"/>
                <a:gd name="T36" fmla="*/ 14 w 52"/>
                <a:gd name="T37" fmla="*/ 32 h 63"/>
                <a:gd name="T38" fmla="*/ 16 w 52"/>
                <a:gd name="T39" fmla="*/ 38 h 63"/>
                <a:gd name="T40" fmla="*/ 17 w 52"/>
                <a:gd name="T41" fmla="*/ 42 h 63"/>
                <a:gd name="T42" fmla="*/ 16 w 52"/>
                <a:gd name="T43" fmla="*/ 44 h 63"/>
                <a:gd name="T44" fmla="*/ 0 w 52"/>
                <a:gd name="T45" fmla="*/ 50 h 63"/>
                <a:gd name="T46" fmla="*/ 0 w 52"/>
                <a:gd name="T47" fmla="*/ 50 h 63"/>
                <a:gd name="T48" fmla="*/ 0 w 52"/>
                <a:gd name="T49" fmla="*/ 63 h 63"/>
                <a:gd name="T50" fmla="*/ 52 w 52"/>
                <a:gd name="T51" fmla="*/ 63 h 63"/>
                <a:gd name="T52" fmla="*/ 52 w 52"/>
                <a:gd name="T53" fmla="*/ 5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2" h="63">
                  <a:moveTo>
                    <a:pt x="52" y="50"/>
                  </a:moveTo>
                  <a:cubicBezTo>
                    <a:pt x="52" y="50"/>
                    <a:pt x="52" y="50"/>
                    <a:pt x="52" y="50"/>
                  </a:cubicBezTo>
                  <a:cubicBezTo>
                    <a:pt x="49" y="48"/>
                    <a:pt x="41" y="45"/>
                    <a:pt x="36" y="44"/>
                  </a:cubicBezTo>
                  <a:cubicBezTo>
                    <a:pt x="35" y="44"/>
                    <a:pt x="35" y="44"/>
                    <a:pt x="35" y="42"/>
                  </a:cubicBezTo>
                  <a:cubicBezTo>
                    <a:pt x="35" y="41"/>
                    <a:pt x="36" y="39"/>
                    <a:pt x="36" y="38"/>
                  </a:cubicBezTo>
                  <a:cubicBezTo>
                    <a:pt x="37" y="36"/>
                    <a:pt x="38" y="34"/>
                    <a:pt x="38" y="32"/>
                  </a:cubicBezTo>
                  <a:cubicBezTo>
                    <a:pt x="39" y="31"/>
                    <a:pt x="40" y="30"/>
                    <a:pt x="40" y="26"/>
                  </a:cubicBezTo>
                  <a:cubicBezTo>
                    <a:pt x="41" y="23"/>
                    <a:pt x="41" y="22"/>
                    <a:pt x="40" y="21"/>
                  </a:cubicBezTo>
                  <a:cubicBezTo>
                    <a:pt x="40" y="21"/>
                    <a:pt x="40" y="21"/>
                    <a:pt x="40" y="21"/>
                  </a:cubicBezTo>
                  <a:cubicBezTo>
                    <a:pt x="40" y="20"/>
                    <a:pt x="40" y="17"/>
                    <a:pt x="41" y="14"/>
                  </a:cubicBezTo>
                  <a:cubicBezTo>
                    <a:pt x="41" y="12"/>
                    <a:pt x="41" y="8"/>
                    <a:pt x="38" y="5"/>
                  </a:cubicBezTo>
                  <a:cubicBezTo>
                    <a:pt x="36" y="3"/>
                    <a:pt x="33" y="0"/>
                    <a:pt x="28" y="0"/>
                  </a:cubicBezTo>
                  <a:cubicBezTo>
                    <a:pt x="24" y="0"/>
                    <a:pt x="24" y="0"/>
                    <a:pt x="24" y="0"/>
                  </a:cubicBezTo>
                  <a:cubicBezTo>
                    <a:pt x="19" y="0"/>
                    <a:pt x="16" y="3"/>
                    <a:pt x="14" y="5"/>
                  </a:cubicBezTo>
                  <a:cubicBezTo>
                    <a:pt x="11" y="8"/>
                    <a:pt x="11" y="12"/>
                    <a:pt x="11" y="14"/>
                  </a:cubicBezTo>
                  <a:cubicBezTo>
                    <a:pt x="12" y="17"/>
                    <a:pt x="12" y="20"/>
                    <a:pt x="12" y="21"/>
                  </a:cubicBezTo>
                  <a:cubicBezTo>
                    <a:pt x="12" y="21"/>
                    <a:pt x="12" y="21"/>
                    <a:pt x="12" y="21"/>
                  </a:cubicBezTo>
                  <a:cubicBezTo>
                    <a:pt x="11" y="22"/>
                    <a:pt x="11" y="23"/>
                    <a:pt x="12" y="26"/>
                  </a:cubicBezTo>
                  <a:cubicBezTo>
                    <a:pt x="12" y="30"/>
                    <a:pt x="13" y="31"/>
                    <a:pt x="14" y="32"/>
                  </a:cubicBezTo>
                  <a:cubicBezTo>
                    <a:pt x="14" y="34"/>
                    <a:pt x="15" y="36"/>
                    <a:pt x="16" y="38"/>
                  </a:cubicBezTo>
                  <a:cubicBezTo>
                    <a:pt x="16" y="39"/>
                    <a:pt x="17" y="40"/>
                    <a:pt x="17" y="42"/>
                  </a:cubicBezTo>
                  <a:cubicBezTo>
                    <a:pt x="17" y="44"/>
                    <a:pt x="16" y="44"/>
                    <a:pt x="16" y="44"/>
                  </a:cubicBezTo>
                  <a:cubicBezTo>
                    <a:pt x="11" y="46"/>
                    <a:pt x="3" y="49"/>
                    <a:pt x="0" y="50"/>
                  </a:cubicBezTo>
                  <a:cubicBezTo>
                    <a:pt x="0" y="50"/>
                    <a:pt x="0" y="50"/>
                    <a:pt x="0" y="50"/>
                  </a:cubicBezTo>
                  <a:cubicBezTo>
                    <a:pt x="0" y="63"/>
                    <a:pt x="0" y="63"/>
                    <a:pt x="0" y="63"/>
                  </a:cubicBezTo>
                  <a:cubicBezTo>
                    <a:pt x="52" y="63"/>
                    <a:pt x="52" y="63"/>
                    <a:pt x="52" y="63"/>
                  </a:cubicBezTo>
                  <a:lnTo>
                    <a:pt x="52" y="5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26"/>
            <p:cNvSpPr>
              <a:spLocks/>
            </p:cNvSpPr>
            <p:nvPr/>
          </p:nvSpPr>
          <p:spPr bwMode="auto">
            <a:xfrm>
              <a:off x="6003926" y="2073275"/>
              <a:ext cx="225425" cy="266700"/>
            </a:xfrm>
            <a:custGeom>
              <a:avLst/>
              <a:gdLst>
                <a:gd name="T0" fmla="*/ 74 w 74"/>
                <a:gd name="T1" fmla="*/ 70 h 88"/>
                <a:gd name="T2" fmla="*/ 74 w 74"/>
                <a:gd name="T3" fmla="*/ 70 h 88"/>
                <a:gd name="T4" fmla="*/ 51 w 74"/>
                <a:gd name="T5" fmla="*/ 62 h 88"/>
                <a:gd name="T6" fmla="*/ 50 w 74"/>
                <a:gd name="T7" fmla="*/ 59 h 88"/>
                <a:gd name="T8" fmla="*/ 52 w 74"/>
                <a:gd name="T9" fmla="*/ 53 h 88"/>
                <a:gd name="T10" fmla="*/ 54 w 74"/>
                <a:gd name="T11" fmla="*/ 45 h 88"/>
                <a:gd name="T12" fmla="*/ 58 w 74"/>
                <a:gd name="T13" fmla="*/ 37 h 88"/>
                <a:gd name="T14" fmla="*/ 58 w 74"/>
                <a:gd name="T15" fmla="*/ 30 h 88"/>
                <a:gd name="T16" fmla="*/ 58 w 74"/>
                <a:gd name="T17" fmla="*/ 29 h 88"/>
                <a:gd name="T18" fmla="*/ 58 w 74"/>
                <a:gd name="T19" fmla="*/ 20 h 88"/>
                <a:gd name="T20" fmla="*/ 55 w 74"/>
                <a:gd name="T21" fmla="*/ 7 h 88"/>
                <a:gd name="T22" fmla="*/ 40 w 74"/>
                <a:gd name="T23" fmla="*/ 0 h 88"/>
                <a:gd name="T24" fmla="*/ 35 w 74"/>
                <a:gd name="T25" fmla="*/ 0 h 88"/>
                <a:gd name="T26" fmla="*/ 21 w 74"/>
                <a:gd name="T27" fmla="*/ 7 h 88"/>
                <a:gd name="T28" fmla="*/ 17 w 74"/>
                <a:gd name="T29" fmla="*/ 20 h 88"/>
                <a:gd name="T30" fmla="*/ 18 w 74"/>
                <a:gd name="T31" fmla="*/ 29 h 88"/>
                <a:gd name="T32" fmla="*/ 18 w 74"/>
                <a:gd name="T33" fmla="*/ 30 h 88"/>
                <a:gd name="T34" fmla="*/ 17 w 74"/>
                <a:gd name="T35" fmla="*/ 37 h 88"/>
                <a:gd name="T36" fmla="*/ 21 w 74"/>
                <a:gd name="T37" fmla="*/ 45 h 88"/>
                <a:gd name="T38" fmla="*/ 23 w 74"/>
                <a:gd name="T39" fmla="*/ 53 h 88"/>
                <a:gd name="T40" fmla="*/ 24 w 74"/>
                <a:gd name="T41" fmla="*/ 59 h 88"/>
                <a:gd name="T42" fmla="*/ 24 w 74"/>
                <a:gd name="T43" fmla="*/ 62 h 88"/>
                <a:gd name="T44" fmla="*/ 0 w 74"/>
                <a:gd name="T45" fmla="*/ 70 h 88"/>
                <a:gd name="T46" fmla="*/ 0 w 74"/>
                <a:gd name="T47" fmla="*/ 70 h 88"/>
                <a:gd name="T48" fmla="*/ 0 w 74"/>
                <a:gd name="T49" fmla="*/ 88 h 88"/>
                <a:gd name="T50" fmla="*/ 74 w 74"/>
                <a:gd name="T51" fmla="*/ 88 h 88"/>
                <a:gd name="T52" fmla="*/ 74 w 74"/>
                <a:gd name="T53" fmla="*/ 7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4" h="88">
                  <a:moveTo>
                    <a:pt x="74" y="70"/>
                  </a:moveTo>
                  <a:cubicBezTo>
                    <a:pt x="74" y="70"/>
                    <a:pt x="74" y="70"/>
                    <a:pt x="74" y="70"/>
                  </a:cubicBezTo>
                  <a:cubicBezTo>
                    <a:pt x="70" y="68"/>
                    <a:pt x="58" y="64"/>
                    <a:pt x="51" y="62"/>
                  </a:cubicBezTo>
                  <a:cubicBezTo>
                    <a:pt x="51" y="62"/>
                    <a:pt x="50" y="62"/>
                    <a:pt x="50" y="59"/>
                  </a:cubicBezTo>
                  <a:cubicBezTo>
                    <a:pt x="50" y="57"/>
                    <a:pt x="51" y="55"/>
                    <a:pt x="52" y="53"/>
                  </a:cubicBezTo>
                  <a:cubicBezTo>
                    <a:pt x="53" y="51"/>
                    <a:pt x="54" y="48"/>
                    <a:pt x="54" y="45"/>
                  </a:cubicBezTo>
                  <a:cubicBezTo>
                    <a:pt x="56" y="44"/>
                    <a:pt x="57" y="42"/>
                    <a:pt x="58" y="37"/>
                  </a:cubicBezTo>
                  <a:cubicBezTo>
                    <a:pt x="59" y="33"/>
                    <a:pt x="58" y="31"/>
                    <a:pt x="58" y="30"/>
                  </a:cubicBezTo>
                  <a:cubicBezTo>
                    <a:pt x="58" y="30"/>
                    <a:pt x="58" y="30"/>
                    <a:pt x="58" y="29"/>
                  </a:cubicBezTo>
                  <a:cubicBezTo>
                    <a:pt x="57" y="28"/>
                    <a:pt x="58" y="24"/>
                    <a:pt x="58" y="20"/>
                  </a:cubicBezTo>
                  <a:cubicBezTo>
                    <a:pt x="59" y="17"/>
                    <a:pt x="58" y="11"/>
                    <a:pt x="55" y="7"/>
                  </a:cubicBezTo>
                  <a:cubicBezTo>
                    <a:pt x="52" y="4"/>
                    <a:pt x="48" y="0"/>
                    <a:pt x="40" y="0"/>
                  </a:cubicBezTo>
                  <a:cubicBezTo>
                    <a:pt x="35" y="0"/>
                    <a:pt x="35" y="0"/>
                    <a:pt x="35" y="0"/>
                  </a:cubicBezTo>
                  <a:cubicBezTo>
                    <a:pt x="27" y="0"/>
                    <a:pt x="23" y="4"/>
                    <a:pt x="21" y="7"/>
                  </a:cubicBezTo>
                  <a:cubicBezTo>
                    <a:pt x="17" y="11"/>
                    <a:pt x="16" y="17"/>
                    <a:pt x="17" y="20"/>
                  </a:cubicBezTo>
                  <a:cubicBezTo>
                    <a:pt x="18" y="24"/>
                    <a:pt x="18" y="28"/>
                    <a:pt x="18" y="29"/>
                  </a:cubicBezTo>
                  <a:cubicBezTo>
                    <a:pt x="18" y="30"/>
                    <a:pt x="18" y="30"/>
                    <a:pt x="18" y="30"/>
                  </a:cubicBezTo>
                  <a:cubicBezTo>
                    <a:pt x="17" y="31"/>
                    <a:pt x="17" y="33"/>
                    <a:pt x="17" y="37"/>
                  </a:cubicBezTo>
                  <a:cubicBezTo>
                    <a:pt x="18" y="42"/>
                    <a:pt x="20" y="44"/>
                    <a:pt x="21" y="45"/>
                  </a:cubicBezTo>
                  <a:cubicBezTo>
                    <a:pt x="21" y="48"/>
                    <a:pt x="22" y="51"/>
                    <a:pt x="23" y="53"/>
                  </a:cubicBezTo>
                  <a:cubicBezTo>
                    <a:pt x="24" y="55"/>
                    <a:pt x="24" y="56"/>
                    <a:pt x="24" y="59"/>
                  </a:cubicBezTo>
                  <a:cubicBezTo>
                    <a:pt x="24" y="62"/>
                    <a:pt x="24" y="62"/>
                    <a:pt x="24" y="62"/>
                  </a:cubicBezTo>
                  <a:cubicBezTo>
                    <a:pt x="16" y="64"/>
                    <a:pt x="5" y="68"/>
                    <a:pt x="0" y="70"/>
                  </a:cubicBezTo>
                  <a:cubicBezTo>
                    <a:pt x="0" y="70"/>
                    <a:pt x="0" y="70"/>
                    <a:pt x="0" y="70"/>
                  </a:cubicBezTo>
                  <a:cubicBezTo>
                    <a:pt x="0" y="88"/>
                    <a:pt x="0" y="88"/>
                    <a:pt x="0" y="88"/>
                  </a:cubicBezTo>
                  <a:cubicBezTo>
                    <a:pt x="74" y="88"/>
                    <a:pt x="74" y="88"/>
                    <a:pt x="74" y="88"/>
                  </a:cubicBezTo>
                  <a:lnTo>
                    <a:pt x="74" y="7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65" name="Oval 27"/>
          <p:cNvSpPr>
            <a:spLocks noChangeArrowheads="1"/>
          </p:cNvSpPr>
          <p:nvPr/>
        </p:nvSpPr>
        <p:spPr bwMode="auto">
          <a:xfrm>
            <a:off x="5867401" y="5329238"/>
            <a:ext cx="531813" cy="528637"/>
          </a:xfrm>
          <a:prstGeom prst="ellipse">
            <a:avLst/>
          </a:prstGeom>
          <a:solidFill>
            <a:srgbClr val="67AC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28"/>
          <p:cNvSpPr>
            <a:spLocks noEditPoints="1"/>
          </p:cNvSpPr>
          <p:nvPr/>
        </p:nvSpPr>
        <p:spPr bwMode="auto">
          <a:xfrm>
            <a:off x="5940426" y="5422900"/>
            <a:ext cx="388938" cy="338137"/>
          </a:xfrm>
          <a:custGeom>
            <a:avLst/>
            <a:gdLst>
              <a:gd name="T0" fmla="*/ 4 w 128"/>
              <a:gd name="T1" fmla="*/ 102 h 111"/>
              <a:gd name="T2" fmla="*/ 6 w 128"/>
              <a:gd name="T3" fmla="*/ 105 h 111"/>
              <a:gd name="T4" fmla="*/ 21 w 128"/>
              <a:gd name="T5" fmla="*/ 107 h 111"/>
              <a:gd name="T6" fmla="*/ 57 w 128"/>
              <a:gd name="T7" fmla="*/ 79 h 111"/>
              <a:gd name="T8" fmla="*/ 59 w 128"/>
              <a:gd name="T9" fmla="*/ 76 h 111"/>
              <a:gd name="T10" fmla="*/ 91 w 128"/>
              <a:gd name="T11" fmla="*/ 83 h 111"/>
              <a:gd name="T12" fmla="*/ 124 w 128"/>
              <a:gd name="T13" fmla="*/ 36 h 111"/>
              <a:gd name="T14" fmla="*/ 76 w 128"/>
              <a:gd name="T15" fmla="*/ 4 h 111"/>
              <a:gd name="T16" fmla="*/ 42 w 128"/>
              <a:gd name="T17" fmla="*/ 51 h 111"/>
              <a:gd name="T18" fmla="*/ 45 w 128"/>
              <a:gd name="T19" fmla="*/ 58 h 111"/>
              <a:gd name="T20" fmla="*/ 42 w 128"/>
              <a:gd name="T21" fmla="*/ 59 h 111"/>
              <a:gd name="T22" fmla="*/ 6 w 128"/>
              <a:gd name="T23" fmla="*/ 88 h 111"/>
              <a:gd name="T24" fmla="*/ 4 w 128"/>
              <a:gd name="T25" fmla="*/ 102 h 111"/>
              <a:gd name="T26" fmla="*/ 79 w 128"/>
              <a:gd name="T27" fmla="*/ 16 h 111"/>
              <a:gd name="T28" fmla="*/ 112 w 128"/>
              <a:gd name="T29" fmla="*/ 38 h 111"/>
              <a:gd name="T30" fmla="*/ 88 w 128"/>
              <a:gd name="T31" fmla="*/ 70 h 111"/>
              <a:gd name="T32" fmla="*/ 55 w 128"/>
              <a:gd name="T33" fmla="*/ 48 h 111"/>
              <a:gd name="T34" fmla="*/ 79 w 128"/>
              <a:gd name="T35" fmla="*/ 16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8" h="111">
                <a:moveTo>
                  <a:pt x="4" y="102"/>
                </a:moveTo>
                <a:cubicBezTo>
                  <a:pt x="6" y="105"/>
                  <a:pt x="6" y="105"/>
                  <a:pt x="6" y="105"/>
                </a:cubicBezTo>
                <a:cubicBezTo>
                  <a:pt x="10" y="110"/>
                  <a:pt x="16" y="111"/>
                  <a:pt x="21" y="107"/>
                </a:cubicBezTo>
                <a:cubicBezTo>
                  <a:pt x="57" y="79"/>
                  <a:pt x="57" y="79"/>
                  <a:pt x="57" y="79"/>
                </a:cubicBezTo>
                <a:cubicBezTo>
                  <a:pt x="58" y="78"/>
                  <a:pt x="59" y="77"/>
                  <a:pt x="59" y="76"/>
                </a:cubicBezTo>
                <a:cubicBezTo>
                  <a:pt x="68" y="82"/>
                  <a:pt x="79" y="85"/>
                  <a:pt x="91" y="83"/>
                </a:cubicBezTo>
                <a:cubicBezTo>
                  <a:pt x="113" y="79"/>
                  <a:pt x="128" y="58"/>
                  <a:pt x="124" y="36"/>
                </a:cubicBezTo>
                <a:cubicBezTo>
                  <a:pt x="120" y="14"/>
                  <a:pt x="99" y="0"/>
                  <a:pt x="76" y="4"/>
                </a:cubicBezTo>
                <a:cubicBezTo>
                  <a:pt x="54" y="8"/>
                  <a:pt x="39" y="29"/>
                  <a:pt x="42" y="51"/>
                </a:cubicBezTo>
                <a:cubicBezTo>
                  <a:pt x="43" y="53"/>
                  <a:pt x="44" y="56"/>
                  <a:pt x="45" y="58"/>
                </a:cubicBezTo>
                <a:cubicBezTo>
                  <a:pt x="44" y="58"/>
                  <a:pt x="43" y="59"/>
                  <a:pt x="42" y="59"/>
                </a:cubicBezTo>
                <a:cubicBezTo>
                  <a:pt x="6" y="88"/>
                  <a:pt x="6" y="88"/>
                  <a:pt x="6" y="88"/>
                </a:cubicBezTo>
                <a:cubicBezTo>
                  <a:pt x="1" y="91"/>
                  <a:pt x="0" y="98"/>
                  <a:pt x="4" y="102"/>
                </a:cubicBezTo>
                <a:close/>
                <a:moveTo>
                  <a:pt x="79" y="16"/>
                </a:moveTo>
                <a:cubicBezTo>
                  <a:pt x="94" y="13"/>
                  <a:pt x="109" y="23"/>
                  <a:pt x="112" y="38"/>
                </a:cubicBezTo>
                <a:cubicBezTo>
                  <a:pt x="114" y="53"/>
                  <a:pt x="104" y="68"/>
                  <a:pt x="88" y="70"/>
                </a:cubicBezTo>
                <a:cubicBezTo>
                  <a:pt x="73" y="73"/>
                  <a:pt x="58" y="63"/>
                  <a:pt x="55" y="48"/>
                </a:cubicBezTo>
                <a:cubicBezTo>
                  <a:pt x="53" y="33"/>
                  <a:pt x="63" y="19"/>
                  <a:pt x="79" y="1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29"/>
          <p:cNvSpPr>
            <a:spLocks/>
          </p:cNvSpPr>
          <p:nvPr/>
        </p:nvSpPr>
        <p:spPr bwMode="auto">
          <a:xfrm>
            <a:off x="4638676" y="2422525"/>
            <a:ext cx="584200" cy="581025"/>
          </a:xfrm>
          <a:custGeom>
            <a:avLst/>
            <a:gdLst>
              <a:gd name="T0" fmla="*/ 158 w 192"/>
              <a:gd name="T1" fmla="*/ 157 h 191"/>
              <a:gd name="T2" fmla="*/ 158 w 192"/>
              <a:gd name="T3" fmla="*/ 34 h 191"/>
              <a:gd name="T4" fmla="*/ 34 w 192"/>
              <a:gd name="T5" fmla="*/ 34 h 191"/>
              <a:gd name="T6" fmla="*/ 34 w 192"/>
              <a:gd name="T7" fmla="*/ 157 h 191"/>
              <a:gd name="T8" fmla="*/ 158 w 192"/>
              <a:gd name="T9" fmla="*/ 157 h 191"/>
            </a:gdLst>
            <a:ahLst/>
            <a:cxnLst>
              <a:cxn ang="0">
                <a:pos x="T0" y="T1"/>
              </a:cxn>
              <a:cxn ang="0">
                <a:pos x="T2" y="T3"/>
              </a:cxn>
              <a:cxn ang="0">
                <a:pos x="T4" y="T5"/>
              </a:cxn>
              <a:cxn ang="0">
                <a:pos x="T6" y="T7"/>
              </a:cxn>
              <a:cxn ang="0">
                <a:pos x="T8" y="T9"/>
              </a:cxn>
            </a:cxnLst>
            <a:rect l="0" t="0" r="r" b="b"/>
            <a:pathLst>
              <a:path w="192" h="191">
                <a:moveTo>
                  <a:pt x="158" y="157"/>
                </a:moveTo>
                <a:cubicBezTo>
                  <a:pt x="192" y="123"/>
                  <a:pt x="192" y="68"/>
                  <a:pt x="158" y="34"/>
                </a:cubicBezTo>
                <a:cubicBezTo>
                  <a:pt x="124" y="0"/>
                  <a:pt x="68" y="0"/>
                  <a:pt x="34" y="34"/>
                </a:cubicBezTo>
                <a:cubicBezTo>
                  <a:pt x="0" y="68"/>
                  <a:pt x="0" y="123"/>
                  <a:pt x="34" y="157"/>
                </a:cubicBezTo>
                <a:cubicBezTo>
                  <a:pt x="68" y="191"/>
                  <a:pt x="124" y="191"/>
                  <a:pt x="158" y="157"/>
                </a:cubicBezTo>
                <a:close/>
              </a:path>
            </a:pathLst>
          </a:custGeom>
          <a:solidFill>
            <a:srgbClr val="D658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101" name="组合 100"/>
          <p:cNvGrpSpPr/>
          <p:nvPr/>
        </p:nvGrpSpPr>
        <p:grpSpPr>
          <a:xfrm>
            <a:off x="4724401" y="2486025"/>
            <a:ext cx="412750" cy="414337"/>
            <a:chOff x="4724401" y="2486025"/>
            <a:chExt cx="412750" cy="414337"/>
          </a:xfrm>
        </p:grpSpPr>
        <p:sp>
          <p:nvSpPr>
            <p:cNvPr id="68" name="Freeform 30"/>
            <p:cNvSpPr>
              <a:spLocks/>
            </p:cNvSpPr>
            <p:nvPr/>
          </p:nvSpPr>
          <p:spPr bwMode="auto">
            <a:xfrm>
              <a:off x="4924426" y="2611438"/>
              <a:ext cx="82550" cy="82550"/>
            </a:xfrm>
            <a:custGeom>
              <a:avLst/>
              <a:gdLst>
                <a:gd name="T0" fmla="*/ 25 w 27"/>
                <a:gd name="T1" fmla="*/ 27 h 27"/>
                <a:gd name="T2" fmla="*/ 23 w 27"/>
                <a:gd name="T3" fmla="*/ 25 h 27"/>
                <a:gd name="T4" fmla="*/ 2 w 27"/>
                <a:gd name="T5" fmla="*/ 3 h 27"/>
                <a:gd name="T6" fmla="*/ 0 w 27"/>
                <a:gd name="T7" fmla="*/ 1 h 27"/>
                <a:gd name="T8" fmla="*/ 2 w 27"/>
                <a:gd name="T9" fmla="*/ 0 h 27"/>
                <a:gd name="T10" fmla="*/ 27 w 27"/>
                <a:gd name="T11" fmla="*/ 25 h 27"/>
                <a:gd name="T12" fmla="*/ 25 w 27"/>
                <a:gd name="T13" fmla="*/ 27 h 27"/>
              </a:gdLst>
              <a:ahLst/>
              <a:cxnLst>
                <a:cxn ang="0">
                  <a:pos x="T0" y="T1"/>
                </a:cxn>
                <a:cxn ang="0">
                  <a:pos x="T2" y="T3"/>
                </a:cxn>
                <a:cxn ang="0">
                  <a:pos x="T4" y="T5"/>
                </a:cxn>
                <a:cxn ang="0">
                  <a:pos x="T6" y="T7"/>
                </a:cxn>
                <a:cxn ang="0">
                  <a:pos x="T8" y="T9"/>
                </a:cxn>
                <a:cxn ang="0">
                  <a:pos x="T10" y="T11"/>
                </a:cxn>
                <a:cxn ang="0">
                  <a:pos x="T12" y="T13"/>
                </a:cxn>
              </a:cxnLst>
              <a:rect l="0" t="0" r="r" b="b"/>
              <a:pathLst>
                <a:path w="27" h="27">
                  <a:moveTo>
                    <a:pt x="25" y="27"/>
                  </a:moveTo>
                  <a:cubicBezTo>
                    <a:pt x="24" y="27"/>
                    <a:pt x="23" y="26"/>
                    <a:pt x="23" y="25"/>
                  </a:cubicBezTo>
                  <a:cubicBezTo>
                    <a:pt x="23" y="13"/>
                    <a:pt x="14" y="3"/>
                    <a:pt x="2" y="3"/>
                  </a:cubicBezTo>
                  <a:cubicBezTo>
                    <a:pt x="1" y="3"/>
                    <a:pt x="0" y="3"/>
                    <a:pt x="0" y="1"/>
                  </a:cubicBezTo>
                  <a:cubicBezTo>
                    <a:pt x="0" y="0"/>
                    <a:pt x="1" y="0"/>
                    <a:pt x="2" y="0"/>
                  </a:cubicBezTo>
                  <a:cubicBezTo>
                    <a:pt x="16" y="0"/>
                    <a:pt x="27" y="11"/>
                    <a:pt x="27" y="25"/>
                  </a:cubicBezTo>
                  <a:cubicBezTo>
                    <a:pt x="27" y="26"/>
                    <a:pt x="26" y="27"/>
                    <a:pt x="25" y="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31"/>
            <p:cNvSpPr>
              <a:spLocks/>
            </p:cNvSpPr>
            <p:nvPr/>
          </p:nvSpPr>
          <p:spPr bwMode="auto">
            <a:xfrm>
              <a:off x="4943476" y="2733675"/>
              <a:ext cx="26988" cy="103187"/>
            </a:xfrm>
            <a:custGeom>
              <a:avLst/>
              <a:gdLst>
                <a:gd name="T0" fmla="*/ 5 w 17"/>
                <a:gd name="T1" fmla="*/ 65 h 65"/>
                <a:gd name="T2" fmla="*/ 0 w 17"/>
                <a:gd name="T3" fmla="*/ 65 h 65"/>
                <a:gd name="T4" fmla="*/ 11 w 17"/>
                <a:gd name="T5" fmla="*/ 0 h 65"/>
                <a:gd name="T6" fmla="*/ 17 w 17"/>
                <a:gd name="T7" fmla="*/ 0 h 65"/>
                <a:gd name="T8" fmla="*/ 5 w 17"/>
                <a:gd name="T9" fmla="*/ 65 h 65"/>
                <a:gd name="T10" fmla="*/ 5 w 17"/>
                <a:gd name="T11" fmla="*/ 65 h 65"/>
              </a:gdLst>
              <a:ahLst/>
              <a:cxnLst>
                <a:cxn ang="0">
                  <a:pos x="T0" y="T1"/>
                </a:cxn>
                <a:cxn ang="0">
                  <a:pos x="T2" y="T3"/>
                </a:cxn>
                <a:cxn ang="0">
                  <a:pos x="T4" y="T5"/>
                </a:cxn>
                <a:cxn ang="0">
                  <a:pos x="T6" y="T7"/>
                </a:cxn>
                <a:cxn ang="0">
                  <a:pos x="T8" y="T9"/>
                </a:cxn>
                <a:cxn ang="0">
                  <a:pos x="T10" y="T11"/>
                </a:cxn>
              </a:cxnLst>
              <a:rect l="0" t="0" r="r" b="b"/>
              <a:pathLst>
                <a:path w="17" h="65">
                  <a:moveTo>
                    <a:pt x="5" y="65"/>
                  </a:moveTo>
                  <a:lnTo>
                    <a:pt x="0" y="65"/>
                  </a:lnTo>
                  <a:lnTo>
                    <a:pt x="11" y="0"/>
                  </a:lnTo>
                  <a:lnTo>
                    <a:pt x="17" y="0"/>
                  </a:lnTo>
                  <a:lnTo>
                    <a:pt x="5" y="65"/>
                  </a:lnTo>
                  <a:lnTo>
                    <a:pt x="5" y="6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32"/>
            <p:cNvSpPr>
              <a:spLocks/>
            </p:cNvSpPr>
            <p:nvPr/>
          </p:nvSpPr>
          <p:spPr bwMode="auto">
            <a:xfrm>
              <a:off x="4891088" y="2733675"/>
              <a:ext cx="23813" cy="103187"/>
            </a:xfrm>
            <a:custGeom>
              <a:avLst/>
              <a:gdLst>
                <a:gd name="T0" fmla="*/ 11 w 15"/>
                <a:gd name="T1" fmla="*/ 65 h 65"/>
                <a:gd name="T2" fmla="*/ 0 w 15"/>
                <a:gd name="T3" fmla="*/ 0 h 65"/>
                <a:gd name="T4" fmla="*/ 6 w 15"/>
                <a:gd name="T5" fmla="*/ 0 h 65"/>
                <a:gd name="T6" fmla="*/ 15 w 15"/>
                <a:gd name="T7" fmla="*/ 65 h 65"/>
                <a:gd name="T8" fmla="*/ 11 w 15"/>
                <a:gd name="T9" fmla="*/ 65 h 65"/>
                <a:gd name="T10" fmla="*/ 11 w 15"/>
                <a:gd name="T11" fmla="*/ 65 h 65"/>
              </a:gdLst>
              <a:ahLst/>
              <a:cxnLst>
                <a:cxn ang="0">
                  <a:pos x="T0" y="T1"/>
                </a:cxn>
                <a:cxn ang="0">
                  <a:pos x="T2" y="T3"/>
                </a:cxn>
                <a:cxn ang="0">
                  <a:pos x="T4" y="T5"/>
                </a:cxn>
                <a:cxn ang="0">
                  <a:pos x="T6" y="T7"/>
                </a:cxn>
                <a:cxn ang="0">
                  <a:pos x="T8" y="T9"/>
                </a:cxn>
                <a:cxn ang="0">
                  <a:pos x="T10" y="T11"/>
                </a:cxn>
              </a:cxnLst>
              <a:rect l="0" t="0" r="r" b="b"/>
              <a:pathLst>
                <a:path w="15" h="65">
                  <a:moveTo>
                    <a:pt x="11" y="65"/>
                  </a:moveTo>
                  <a:lnTo>
                    <a:pt x="0" y="0"/>
                  </a:lnTo>
                  <a:lnTo>
                    <a:pt x="6" y="0"/>
                  </a:lnTo>
                  <a:lnTo>
                    <a:pt x="15" y="65"/>
                  </a:lnTo>
                  <a:lnTo>
                    <a:pt x="11" y="65"/>
                  </a:lnTo>
                  <a:lnTo>
                    <a:pt x="11" y="6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33"/>
            <p:cNvSpPr>
              <a:spLocks/>
            </p:cNvSpPr>
            <p:nvPr/>
          </p:nvSpPr>
          <p:spPr bwMode="auto">
            <a:xfrm>
              <a:off x="4897438" y="2733675"/>
              <a:ext cx="66675" cy="11112"/>
            </a:xfrm>
            <a:custGeom>
              <a:avLst/>
              <a:gdLst>
                <a:gd name="T0" fmla="*/ 22 w 22"/>
                <a:gd name="T1" fmla="*/ 4 h 4"/>
                <a:gd name="T2" fmla="*/ 20 w 22"/>
                <a:gd name="T3" fmla="*/ 2 h 4"/>
                <a:gd name="T4" fmla="*/ 19 w 22"/>
                <a:gd name="T5" fmla="*/ 1 h 4"/>
                <a:gd name="T6" fmla="*/ 19 w 22"/>
                <a:gd name="T7" fmla="*/ 2 h 4"/>
                <a:gd name="T8" fmla="*/ 17 w 22"/>
                <a:gd name="T9" fmla="*/ 4 h 4"/>
                <a:gd name="T10" fmla="*/ 15 w 22"/>
                <a:gd name="T11" fmla="*/ 2 h 4"/>
                <a:gd name="T12" fmla="*/ 14 w 22"/>
                <a:gd name="T13" fmla="*/ 1 h 4"/>
                <a:gd name="T14" fmla="*/ 13 w 22"/>
                <a:gd name="T15" fmla="*/ 2 h 4"/>
                <a:gd name="T16" fmla="*/ 11 w 22"/>
                <a:gd name="T17" fmla="*/ 4 h 4"/>
                <a:gd name="T18" fmla="*/ 9 w 22"/>
                <a:gd name="T19" fmla="*/ 2 h 4"/>
                <a:gd name="T20" fmla="*/ 8 w 22"/>
                <a:gd name="T21" fmla="*/ 1 h 4"/>
                <a:gd name="T22" fmla="*/ 8 w 22"/>
                <a:gd name="T23" fmla="*/ 2 h 4"/>
                <a:gd name="T24" fmla="*/ 6 w 22"/>
                <a:gd name="T25" fmla="*/ 4 h 4"/>
                <a:gd name="T26" fmla="*/ 4 w 22"/>
                <a:gd name="T27" fmla="*/ 2 h 4"/>
                <a:gd name="T28" fmla="*/ 3 w 22"/>
                <a:gd name="T29" fmla="*/ 1 h 4"/>
                <a:gd name="T30" fmla="*/ 2 w 22"/>
                <a:gd name="T31" fmla="*/ 2 h 4"/>
                <a:gd name="T32" fmla="*/ 0 w 22"/>
                <a:gd name="T33" fmla="*/ 4 h 4"/>
                <a:gd name="T34" fmla="*/ 0 w 22"/>
                <a:gd name="T35" fmla="*/ 3 h 4"/>
                <a:gd name="T36" fmla="*/ 1 w 22"/>
                <a:gd name="T37" fmla="*/ 2 h 4"/>
                <a:gd name="T38" fmla="*/ 3 w 22"/>
                <a:gd name="T39" fmla="*/ 0 h 4"/>
                <a:gd name="T40" fmla="*/ 5 w 22"/>
                <a:gd name="T41" fmla="*/ 2 h 4"/>
                <a:gd name="T42" fmla="*/ 6 w 22"/>
                <a:gd name="T43" fmla="*/ 3 h 4"/>
                <a:gd name="T44" fmla="*/ 6 w 22"/>
                <a:gd name="T45" fmla="*/ 2 h 4"/>
                <a:gd name="T46" fmla="*/ 8 w 22"/>
                <a:gd name="T47" fmla="*/ 0 h 4"/>
                <a:gd name="T48" fmla="*/ 10 w 22"/>
                <a:gd name="T49" fmla="*/ 2 h 4"/>
                <a:gd name="T50" fmla="*/ 11 w 22"/>
                <a:gd name="T51" fmla="*/ 3 h 4"/>
                <a:gd name="T52" fmla="*/ 12 w 22"/>
                <a:gd name="T53" fmla="*/ 2 h 4"/>
                <a:gd name="T54" fmla="*/ 14 w 22"/>
                <a:gd name="T55" fmla="*/ 0 h 4"/>
                <a:gd name="T56" fmla="*/ 16 w 22"/>
                <a:gd name="T57" fmla="*/ 2 h 4"/>
                <a:gd name="T58" fmla="*/ 17 w 22"/>
                <a:gd name="T59" fmla="*/ 3 h 4"/>
                <a:gd name="T60" fmla="*/ 17 w 22"/>
                <a:gd name="T61" fmla="*/ 2 h 4"/>
                <a:gd name="T62" fmla="*/ 19 w 22"/>
                <a:gd name="T63" fmla="*/ 0 h 4"/>
                <a:gd name="T64" fmla="*/ 21 w 22"/>
                <a:gd name="T65" fmla="*/ 2 h 4"/>
                <a:gd name="T66" fmla="*/ 22 w 22"/>
                <a:gd name="T67" fmla="*/ 3 h 4"/>
                <a:gd name="T68" fmla="*/ 22 w 22"/>
                <a:gd name="T6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 h="4">
                  <a:moveTo>
                    <a:pt x="22" y="4"/>
                  </a:moveTo>
                  <a:cubicBezTo>
                    <a:pt x="21" y="4"/>
                    <a:pt x="20" y="3"/>
                    <a:pt x="20" y="2"/>
                  </a:cubicBezTo>
                  <a:cubicBezTo>
                    <a:pt x="20" y="2"/>
                    <a:pt x="20" y="1"/>
                    <a:pt x="19" y="1"/>
                  </a:cubicBezTo>
                  <a:cubicBezTo>
                    <a:pt x="19" y="1"/>
                    <a:pt x="19" y="2"/>
                    <a:pt x="19" y="2"/>
                  </a:cubicBezTo>
                  <a:cubicBezTo>
                    <a:pt x="18" y="3"/>
                    <a:pt x="18" y="4"/>
                    <a:pt x="17" y="4"/>
                  </a:cubicBezTo>
                  <a:cubicBezTo>
                    <a:pt x="15" y="4"/>
                    <a:pt x="15" y="3"/>
                    <a:pt x="15" y="2"/>
                  </a:cubicBezTo>
                  <a:cubicBezTo>
                    <a:pt x="14" y="2"/>
                    <a:pt x="14" y="1"/>
                    <a:pt x="14" y="1"/>
                  </a:cubicBezTo>
                  <a:cubicBezTo>
                    <a:pt x="14" y="1"/>
                    <a:pt x="13" y="2"/>
                    <a:pt x="13" y="2"/>
                  </a:cubicBezTo>
                  <a:cubicBezTo>
                    <a:pt x="13" y="3"/>
                    <a:pt x="12" y="4"/>
                    <a:pt x="11" y="4"/>
                  </a:cubicBezTo>
                  <a:cubicBezTo>
                    <a:pt x="10" y="4"/>
                    <a:pt x="9" y="3"/>
                    <a:pt x="9" y="2"/>
                  </a:cubicBezTo>
                  <a:cubicBezTo>
                    <a:pt x="9" y="2"/>
                    <a:pt x="9" y="1"/>
                    <a:pt x="8" y="1"/>
                  </a:cubicBezTo>
                  <a:cubicBezTo>
                    <a:pt x="8" y="1"/>
                    <a:pt x="8" y="2"/>
                    <a:pt x="8" y="2"/>
                  </a:cubicBezTo>
                  <a:cubicBezTo>
                    <a:pt x="7" y="3"/>
                    <a:pt x="7" y="4"/>
                    <a:pt x="6" y="4"/>
                  </a:cubicBezTo>
                  <a:cubicBezTo>
                    <a:pt x="4" y="4"/>
                    <a:pt x="4" y="3"/>
                    <a:pt x="4" y="2"/>
                  </a:cubicBezTo>
                  <a:cubicBezTo>
                    <a:pt x="3" y="2"/>
                    <a:pt x="3" y="1"/>
                    <a:pt x="3" y="1"/>
                  </a:cubicBezTo>
                  <a:cubicBezTo>
                    <a:pt x="3" y="1"/>
                    <a:pt x="2" y="2"/>
                    <a:pt x="2" y="2"/>
                  </a:cubicBezTo>
                  <a:cubicBezTo>
                    <a:pt x="2" y="3"/>
                    <a:pt x="1" y="4"/>
                    <a:pt x="0" y="4"/>
                  </a:cubicBezTo>
                  <a:cubicBezTo>
                    <a:pt x="0" y="3"/>
                    <a:pt x="0" y="3"/>
                    <a:pt x="0" y="3"/>
                  </a:cubicBezTo>
                  <a:cubicBezTo>
                    <a:pt x="0" y="3"/>
                    <a:pt x="1" y="2"/>
                    <a:pt x="1" y="2"/>
                  </a:cubicBezTo>
                  <a:cubicBezTo>
                    <a:pt x="1" y="1"/>
                    <a:pt x="2" y="0"/>
                    <a:pt x="3" y="0"/>
                  </a:cubicBezTo>
                  <a:cubicBezTo>
                    <a:pt x="4" y="0"/>
                    <a:pt x="5" y="1"/>
                    <a:pt x="5" y="2"/>
                  </a:cubicBezTo>
                  <a:cubicBezTo>
                    <a:pt x="5" y="2"/>
                    <a:pt x="5" y="3"/>
                    <a:pt x="6" y="3"/>
                  </a:cubicBezTo>
                  <a:cubicBezTo>
                    <a:pt x="6" y="3"/>
                    <a:pt x="6" y="2"/>
                    <a:pt x="6" y="2"/>
                  </a:cubicBezTo>
                  <a:cubicBezTo>
                    <a:pt x="7" y="1"/>
                    <a:pt x="7" y="0"/>
                    <a:pt x="8" y="0"/>
                  </a:cubicBezTo>
                  <a:cubicBezTo>
                    <a:pt x="10" y="0"/>
                    <a:pt x="10" y="1"/>
                    <a:pt x="10" y="2"/>
                  </a:cubicBezTo>
                  <a:cubicBezTo>
                    <a:pt x="11" y="2"/>
                    <a:pt x="11" y="3"/>
                    <a:pt x="11" y="3"/>
                  </a:cubicBezTo>
                  <a:cubicBezTo>
                    <a:pt x="11" y="3"/>
                    <a:pt x="12" y="2"/>
                    <a:pt x="12" y="2"/>
                  </a:cubicBezTo>
                  <a:cubicBezTo>
                    <a:pt x="12" y="1"/>
                    <a:pt x="13" y="0"/>
                    <a:pt x="14" y="0"/>
                  </a:cubicBezTo>
                  <a:cubicBezTo>
                    <a:pt x="15" y="0"/>
                    <a:pt x="16" y="1"/>
                    <a:pt x="16" y="2"/>
                  </a:cubicBezTo>
                  <a:cubicBezTo>
                    <a:pt x="16" y="2"/>
                    <a:pt x="16" y="3"/>
                    <a:pt x="17" y="3"/>
                  </a:cubicBezTo>
                  <a:cubicBezTo>
                    <a:pt x="17" y="3"/>
                    <a:pt x="17" y="2"/>
                    <a:pt x="17" y="2"/>
                  </a:cubicBezTo>
                  <a:cubicBezTo>
                    <a:pt x="18" y="1"/>
                    <a:pt x="18" y="0"/>
                    <a:pt x="19" y="0"/>
                  </a:cubicBezTo>
                  <a:cubicBezTo>
                    <a:pt x="21" y="0"/>
                    <a:pt x="21" y="1"/>
                    <a:pt x="21" y="2"/>
                  </a:cubicBezTo>
                  <a:cubicBezTo>
                    <a:pt x="22" y="2"/>
                    <a:pt x="22" y="3"/>
                    <a:pt x="22" y="3"/>
                  </a:cubicBezTo>
                  <a:cubicBezTo>
                    <a:pt x="22" y="4"/>
                    <a:pt x="22" y="4"/>
                    <a:pt x="22" y="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34"/>
            <p:cNvSpPr>
              <a:spLocks/>
            </p:cNvSpPr>
            <p:nvPr/>
          </p:nvSpPr>
          <p:spPr bwMode="auto">
            <a:xfrm>
              <a:off x="4924426" y="2486025"/>
              <a:ext cx="12700" cy="73025"/>
            </a:xfrm>
            <a:custGeom>
              <a:avLst/>
              <a:gdLst>
                <a:gd name="T0" fmla="*/ 2 w 4"/>
                <a:gd name="T1" fmla="*/ 24 h 24"/>
                <a:gd name="T2" fmla="*/ 0 w 4"/>
                <a:gd name="T3" fmla="*/ 22 h 24"/>
                <a:gd name="T4" fmla="*/ 0 w 4"/>
                <a:gd name="T5" fmla="*/ 2 h 24"/>
                <a:gd name="T6" fmla="*/ 2 w 4"/>
                <a:gd name="T7" fmla="*/ 0 h 24"/>
                <a:gd name="T8" fmla="*/ 4 w 4"/>
                <a:gd name="T9" fmla="*/ 2 h 24"/>
                <a:gd name="T10" fmla="*/ 4 w 4"/>
                <a:gd name="T11" fmla="*/ 22 h 24"/>
                <a:gd name="T12" fmla="*/ 2 w 4"/>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4" h="24">
                  <a:moveTo>
                    <a:pt x="2" y="24"/>
                  </a:moveTo>
                  <a:cubicBezTo>
                    <a:pt x="1" y="24"/>
                    <a:pt x="0" y="23"/>
                    <a:pt x="0" y="22"/>
                  </a:cubicBezTo>
                  <a:cubicBezTo>
                    <a:pt x="0" y="2"/>
                    <a:pt x="0" y="2"/>
                    <a:pt x="0" y="2"/>
                  </a:cubicBezTo>
                  <a:cubicBezTo>
                    <a:pt x="0" y="1"/>
                    <a:pt x="1" y="0"/>
                    <a:pt x="2" y="0"/>
                  </a:cubicBezTo>
                  <a:cubicBezTo>
                    <a:pt x="3" y="0"/>
                    <a:pt x="4" y="1"/>
                    <a:pt x="4" y="2"/>
                  </a:cubicBezTo>
                  <a:cubicBezTo>
                    <a:pt x="4" y="22"/>
                    <a:pt x="4" y="22"/>
                    <a:pt x="4" y="22"/>
                  </a:cubicBezTo>
                  <a:cubicBezTo>
                    <a:pt x="4" y="23"/>
                    <a:pt x="3" y="24"/>
                    <a:pt x="2" y="2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35"/>
            <p:cNvSpPr>
              <a:spLocks/>
            </p:cNvSpPr>
            <p:nvPr/>
          </p:nvSpPr>
          <p:spPr bwMode="auto">
            <a:xfrm>
              <a:off x="4991101" y="2511425"/>
              <a:ext cx="46038" cy="66675"/>
            </a:xfrm>
            <a:custGeom>
              <a:avLst/>
              <a:gdLst>
                <a:gd name="T0" fmla="*/ 3 w 15"/>
                <a:gd name="T1" fmla="*/ 22 h 22"/>
                <a:gd name="T2" fmla="*/ 2 w 15"/>
                <a:gd name="T3" fmla="*/ 21 h 22"/>
                <a:gd name="T4" fmla="*/ 1 w 15"/>
                <a:gd name="T5" fmla="*/ 19 h 22"/>
                <a:gd name="T6" fmla="*/ 11 w 15"/>
                <a:gd name="T7" fmla="*/ 2 h 22"/>
                <a:gd name="T8" fmla="*/ 13 w 15"/>
                <a:gd name="T9" fmla="*/ 1 h 22"/>
                <a:gd name="T10" fmla="*/ 14 w 15"/>
                <a:gd name="T11" fmla="*/ 4 h 22"/>
                <a:gd name="T12" fmla="*/ 4 w 15"/>
                <a:gd name="T13" fmla="*/ 21 h 22"/>
                <a:gd name="T14" fmla="*/ 3 w 15"/>
                <a:gd name="T15" fmla="*/ 22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22">
                  <a:moveTo>
                    <a:pt x="3" y="22"/>
                  </a:moveTo>
                  <a:cubicBezTo>
                    <a:pt x="2" y="22"/>
                    <a:pt x="2" y="22"/>
                    <a:pt x="2" y="21"/>
                  </a:cubicBezTo>
                  <a:cubicBezTo>
                    <a:pt x="1" y="21"/>
                    <a:pt x="0" y="20"/>
                    <a:pt x="1" y="19"/>
                  </a:cubicBezTo>
                  <a:cubicBezTo>
                    <a:pt x="11" y="2"/>
                    <a:pt x="11" y="2"/>
                    <a:pt x="11" y="2"/>
                  </a:cubicBezTo>
                  <a:cubicBezTo>
                    <a:pt x="11" y="1"/>
                    <a:pt x="13" y="0"/>
                    <a:pt x="13" y="1"/>
                  </a:cubicBezTo>
                  <a:cubicBezTo>
                    <a:pt x="14" y="1"/>
                    <a:pt x="15" y="3"/>
                    <a:pt x="14" y="4"/>
                  </a:cubicBezTo>
                  <a:cubicBezTo>
                    <a:pt x="4" y="21"/>
                    <a:pt x="4" y="21"/>
                    <a:pt x="4" y="21"/>
                  </a:cubicBezTo>
                  <a:cubicBezTo>
                    <a:pt x="4" y="21"/>
                    <a:pt x="3" y="22"/>
                    <a:pt x="3" y="2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36"/>
            <p:cNvSpPr>
              <a:spLocks/>
            </p:cNvSpPr>
            <p:nvPr/>
          </p:nvSpPr>
          <p:spPr bwMode="auto">
            <a:xfrm>
              <a:off x="5043488" y="2584450"/>
              <a:ext cx="66675" cy="42862"/>
            </a:xfrm>
            <a:custGeom>
              <a:avLst/>
              <a:gdLst>
                <a:gd name="T0" fmla="*/ 2 w 22"/>
                <a:gd name="T1" fmla="*/ 14 h 14"/>
                <a:gd name="T2" fmla="*/ 1 w 22"/>
                <a:gd name="T3" fmla="*/ 13 h 14"/>
                <a:gd name="T4" fmla="*/ 1 w 22"/>
                <a:gd name="T5" fmla="*/ 11 h 14"/>
                <a:gd name="T6" fmla="*/ 19 w 22"/>
                <a:gd name="T7" fmla="*/ 1 h 14"/>
                <a:gd name="T8" fmla="*/ 21 w 22"/>
                <a:gd name="T9" fmla="*/ 2 h 14"/>
                <a:gd name="T10" fmla="*/ 20 w 22"/>
                <a:gd name="T11" fmla="*/ 4 h 14"/>
                <a:gd name="T12" fmla="*/ 3 w 22"/>
                <a:gd name="T13" fmla="*/ 14 h 14"/>
                <a:gd name="T14" fmla="*/ 2 w 22"/>
                <a:gd name="T15" fmla="*/ 14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4">
                  <a:moveTo>
                    <a:pt x="2" y="14"/>
                  </a:moveTo>
                  <a:cubicBezTo>
                    <a:pt x="2" y="14"/>
                    <a:pt x="1" y="14"/>
                    <a:pt x="1" y="13"/>
                  </a:cubicBezTo>
                  <a:cubicBezTo>
                    <a:pt x="0" y="13"/>
                    <a:pt x="0" y="11"/>
                    <a:pt x="1" y="11"/>
                  </a:cubicBezTo>
                  <a:cubicBezTo>
                    <a:pt x="19" y="1"/>
                    <a:pt x="19" y="1"/>
                    <a:pt x="19" y="1"/>
                  </a:cubicBezTo>
                  <a:cubicBezTo>
                    <a:pt x="19" y="0"/>
                    <a:pt x="21" y="1"/>
                    <a:pt x="21" y="2"/>
                  </a:cubicBezTo>
                  <a:cubicBezTo>
                    <a:pt x="22" y="2"/>
                    <a:pt x="21" y="4"/>
                    <a:pt x="20" y="4"/>
                  </a:cubicBezTo>
                  <a:cubicBezTo>
                    <a:pt x="3" y="14"/>
                    <a:pt x="3" y="14"/>
                    <a:pt x="3" y="14"/>
                  </a:cubicBezTo>
                  <a:cubicBezTo>
                    <a:pt x="3" y="14"/>
                    <a:pt x="3" y="14"/>
                    <a:pt x="2" y="1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37"/>
            <p:cNvSpPr>
              <a:spLocks/>
            </p:cNvSpPr>
            <p:nvPr/>
          </p:nvSpPr>
          <p:spPr bwMode="auto">
            <a:xfrm>
              <a:off x="5060951" y="2684463"/>
              <a:ext cx="76200" cy="12700"/>
            </a:xfrm>
            <a:custGeom>
              <a:avLst/>
              <a:gdLst>
                <a:gd name="T0" fmla="*/ 23 w 25"/>
                <a:gd name="T1" fmla="*/ 4 h 4"/>
                <a:gd name="T2" fmla="*/ 2 w 25"/>
                <a:gd name="T3" fmla="*/ 4 h 4"/>
                <a:gd name="T4" fmla="*/ 0 w 25"/>
                <a:gd name="T5" fmla="*/ 2 h 4"/>
                <a:gd name="T6" fmla="*/ 2 w 25"/>
                <a:gd name="T7" fmla="*/ 0 h 4"/>
                <a:gd name="T8" fmla="*/ 23 w 25"/>
                <a:gd name="T9" fmla="*/ 0 h 4"/>
                <a:gd name="T10" fmla="*/ 25 w 25"/>
                <a:gd name="T11" fmla="*/ 2 h 4"/>
                <a:gd name="T12" fmla="*/ 23 w 25"/>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5" h="4">
                  <a:moveTo>
                    <a:pt x="23" y="4"/>
                  </a:moveTo>
                  <a:cubicBezTo>
                    <a:pt x="2" y="4"/>
                    <a:pt x="2" y="4"/>
                    <a:pt x="2" y="4"/>
                  </a:cubicBezTo>
                  <a:cubicBezTo>
                    <a:pt x="1" y="4"/>
                    <a:pt x="0" y="3"/>
                    <a:pt x="0" y="2"/>
                  </a:cubicBezTo>
                  <a:cubicBezTo>
                    <a:pt x="0" y="1"/>
                    <a:pt x="1" y="0"/>
                    <a:pt x="2" y="0"/>
                  </a:cubicBezTo>
                  <a:cubicBezTo>
                    <a:pt x="23" y="0"/>
                    <a:pt x="23" y="0"/>
                    <a:pt x="23" y="0"/>
                  </a:cubicBezTo>
                  <a:cubicBezTo>
                    <a:pt x="24" y="0"/>
                    <a:pt x="25" y="1"/>
                    <a:pt x="25" y="2"/>
                  </a:cubicBezTo>
                  <a:cubicBezTo>
                    <a:pt x="25" y="3"/>
                    <a:pt x="24" y="4"/>
                    <a:pt x="23" y="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38"/>
            <p:cNvSpPr>
              <a:spLocks/>
            </p:cNvSpPr>
            <p:nvPr/>
          </p:nvSpPr>
          <p:spPr bwMode="auto">
            <a:xfrm>
              <a:off x="5043488" y="2754313"/>
              <a:ext cx="66675" cy="42862"/>
            </a:xfrm>
            <a:custGeom>
              <a:avLst/>
              <a:gdLst>
                <a:gd name="T0" fmla="*/ 20 w 22"/>
                <a:gd name="T1" fmla="*/ 14 h 14"/>
                <a:gd name="T2" fmla="*/ 19 w 22"/>
                <a:gd name="T3" fmla="*/ 14 h 14"/>
                <a:gd name="T4" fmla="*/ 1 w 22"/>
                <a:gd name="T5" fmla="*/ 4 h 14"/>
                <a:gd name="T6" fmla="*/ 1 w 22"/>
                <a:gd name="T7" fmla="*/ 1 h 14"/>
                <a:gd name="T8" fmla="*/ 3 w 22"/>
                <a:gd name="T9" fmla="*/ 0 h 14"/>
                <a:gd name="T10" fmla="*/ 20 w 22"/>
                <a:gd name="T11" fmla="*/ 10 h 14"/>
                <a:gd name="T12" fmla="*/ 21 w 22"/>
                <a:gd name="T13" fmla="*/ 13 h 14"/>
                <a:gd name="T14" fmla="*/ 20 w 22"/>
                <a:gd name="T15" fmla="*/ 14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4">
                  <a:moveTo>
                    <a:pt x="20" y="14"/>
                  </a:moveTo>
                  <a:cubicBezTo>
                    <a:pt x="19" y="14"/>
                    <a:pt x="19" y="14"/>
                    <a:pt x="19" y="14"/>
                  </a:cubicBezTo>
                  <a:cubicBezTo>
                    <a:pt x="1" y="4"/>
                    <a:pt x="1" y="4"/>
                    <a:pt x="1" y="4"/>
                  </a:cubicBezTo>
                  <a:cubicBezTo>
                    <a:pt x="0" y="3"/>
                    <a:pt x="0" y="2"/>
                    <a:pt x="1" y="1"/>
                  </a:cubicBezTo>
                  <a:cubicBezTo>
                    <a:pt x="1" y="0"/>
                    <a:pt x="2" y="0"/>
                    <a:pt x="3" y="0"/>
                  </a:cubicBezTo>
                  <a:cubicBezTo>
                    <a:pt x="20" y="10"/>
                    <a:pt x="20" y="10"/>
                    <a:pt x="20" y="10"/>
                  </a:cubicBezTo>
                  <a:cubicBezTo>
                    <a:pt x="21" y="11"/>
                    <a:pt x="22" y="12"/>
                    <a:pt x="21" y="13"/>
                  </a:cubicBezTo>
                  <a:cubicBezTo>
                    <a:pt x="21" y="14"/>
                    <a:pt x="20" y="14"/>
                    <a:pt x="20" y="1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39"/>
            <p:cNvSpPr>
              <a:spLocks/>
            </p:cNvSpPr>
            <p:nvPr/>
          </p:nvSpPr>
          <p:spPr bwMode="auto">
            <a:xfrm>
              <a:off x="4824413" y="2511425"/>
              <a:ext cx="42863" cy="66675"/>
            </a:xfrm>
            <a:custGeom>
              <a:avLst/>
              <a:gdLst>
                <a:gd name="T0" fmla="*/ 12 w 14"/>
                <a:gd name="T1" fmla="*/ 22 h 22"/>
                <a:gd name="T2" fmla="*/ 10 w 14"/>
                <a:gd name="T3" fmla="*/ 21 h 22"/>
                <a:gd name="T4" fmla="*/ 0 w 14"/>
                <a:gd name="T5" fmla="*/ 4 h 22"/>
                <a:gd name="T6" fmla="*/ 1 w 14"/>
                <a:gd name="T7" fmla="*/ 1 h 22"/>
                <a:gd name="T8" fmla="*/ 4 w 14"/>
                <a:gd name="T9" fmla="*/ 2 h 22"/>
                <a:gd name="T10" fmla="*/ 14 w 14"/>
                <a:gd name="T11" fmla="*/ 19 h 22"/>
                <a:gd name="T12" fmla="*/ 13 w 14"/>
                <a:gd name="T13" fmla="*/ 21 h 22"/>
                <a:gd name="T14" fmla="*/ 12 w 14"/>
                <a:gd name="T15" fmla="*/ 22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22">
                  <a:moveTo>
                    <a:pt x="12" y="22"/>
                  </a:moveTo>
                  <a:cubicBezTo>
                    <a:pt x="11" y="22"/>
                    <a:pt x="11" y="21"/>
                    <a:pt x="10" y="21"/>
                  </a:cubicBezTo>
                  <a:cubicBezTo>
                    <a:pt x="0" y="4"/>
                    <a:pt x="0" y="4"/>
                    <a:pt x="0" y="4"/>
                  </a:cubicBezTo>
                  <a:cubicBezTo>
                    <a:pt x="0" y="3"/>
                    <a:pt x="0" y="1"/>
                    <a:pt x="1" y="1"/>
                  </a:cubicBezTo>
                  <a:cubicBezTo>
                    <a:pt x="2" y="0"/>
                    <a:pt x="3" y="1"/>
                    <a:pt x="4" y="2"/>
                  </a:cubicBezTo>
                  <a:cubicBezTo>
                    <a:pt x="14" y="19"/>
                    <a:pt x="14" y="19"/>
                    <a:pt x="14" y="19"/>
                  </a:cubicBezTo>
                  <a:cubicBezTo>
                    <a:pt x="14" y="20"/>
                    <a:pt x="14" y="21"/>
                    <a:pt x="13" y="21"/>
                  </a:cubicBezTo>
                  <a:cubicBezTo>
                    <a:pt x="13" y="22"/>
                    <a:pt x="12" y="22"/>
                    <a:pt x="12" y="2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40"/>
            <p:cNvSpPr>
              <a:spLocks/>
            </p:cNvSpPr>
            <p:nvPr/>
          </p:nvSpPr>
          <p:spPr bwMode="auto">
            <a:xfrm>
              <a:off x="4751388" y="2584450"/>
              <a:ext cx="66675" cy="42862"/>
            </a:xfrm>
            <a:custGeom>
              <a:avLst/>
              <a:gdLst>
                <a:gd name="T0" fmla="*/ 19 w 22"/>
                <a:gd name="T1" fmla="*/ 14 h 14"/>
                <a:gd name="T2" fmla="*/ 18 w 22"/>
                <a:gd name="T3" fmla="*/ 14 h 14"/>
                <a:gd name="T4" fmla="*/ 1 w 22"/>
                <a:gd name="T5" fmla="*/ 4 h 14"/>
                <a:gd name="T6" fmla="*/ 0 w 22"/>
                <a:gd name="T7" fmla="*/ 2 h 14"/>
                <a:gd name="T8" fmla="*/ 3 w 22"/>
                <a:gd name="T9" fmla="*/ 1 h 14"/>
                <a:gd name="T10" fmla="*/ 20 w 22"/>
                <a:gd name="T11" fmla="*/ 11 h 14"/>
                <a:gd name="T12" fmla="*/ 21 w 22"/>
                <a:gd name="T13" fmla="*/ 13 h 14"/>
                <a:gd name="T14" fmla="*/ 19 w 22"/>
                <a:gd name="T15" fmla="*/ 14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4">
                  <a:moveTo>
                    <a:pt x="19" y="14"/>
                  </a:moveTo>
                  <a:cubicBezTo>
                    <a:pt x="19" y="14"/>
                    <a:pt x="19" y="14"/>
                    <a:pt x="18" y="14"/>
                  </a:cubicBezTo>
                  <a:cubicBezTo>
                    <a:pt x="1" y="4"/>
                    <a:pt x="1" y="4"/>
                    <a:pt x="1" y="4"/>
                  </a:cubicBezTo>
                  <a:cubicBezTo>
                    <a:pt x="0" y="4"/>
                    <a:pt x="0" y="3"/>
                    <a:pt x="0" y="2"/>
                  </a:cubicBezTo>
                  <a:cubicBezTo>
                    <a:pt x="1" y="1"/>
                    <a:pt x="2" y="0"/>
                    <a:pt x="3" y="1"/>
                  </a:cubicBezTo>
                  <a:cubicBezTo>
                    <a:pt x="20" y="11"/>
                    <a:pt x="20" y="11"/>
                    <a:pt x="20" y="11"/>
                  </a:cubicBezTo>
                  <a:cubicBezTo>
                    <a:pt x="21" y="11"/>
                    <a:pt x="22" y="13"/>
                    <a:pt x="21" y="13"/>
                  </a:cubicBezTo>
                  <a:cubicBezTo>
                    <a:pt x="21" y="14"/>
                    <a:pt x="20" y="14"/>
                    <a:pt x="19" y="1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41"/>
            <p:cNvSpPr>
              <a:spLocks/>
            </p:cNvSpPr>
            <p:nvPr/>
          </p:nvSpPr>
          <p:spPr bwMode="auto">
            <a:xfrm>
              <a:off x="4724401" y="2684463"/>
              <a:ext cx="73025" cy="12700"/>
            </a:xfrm>
            <a:custGeom>
              <a:avLst/>
              <a:gdLst>
                <a:gd name="T0" fmla="*/ 22 w 24"/>
                <a:gd name="T1" fmla="*/ 4 h 4"/>
                <a:gd name="T2" fmla="*/ 2 w 24"/>
                <a:gd name="T3" fmla="*/ 4 h 4"/>
                <a:gd name="T4" fmla="*/ 0 w 24"/>
                <a:gd name="T5" fmla="*/ 2 h 4"/>
                <a:gd name="T6" fmla="*/ 2 w 24"/>
                <a:gd name="T7" fmla="*/ 0 h 4"/>
                <a:gd name="T8" fmla="*/ 22 w 24"/>
                <a:gd name="T9" fmla="*/ 0 h 4"/>
                <a:gd name="T10" fmla="*/ 24 w 24"/>
                <a:gd name="T11" fmla="*/ 2 h 4"/>
                <a:gd name="T12" fmla="*/ 22 w 24"/>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4" h="4">
                  <a:moveTo>
                    <a:pt x="22" y="4"/>
                  </a:moveTo>
                  <a:cubicBezTo>
                    <a:pt x="2" y="4"/>
                    <a:pt x="2" y="4"/>
                    <a:pt x="2" y="4"/>
                  </a:cubicBezTo>
                  <a:cubicBezTo>
                    <a:pt x="1" y="4"/>
                    <a:pt x="0" y="3"/>
                    <a:pt x="0" y="2"/>
                  </a:cubicBezTo>
                  <a:cubicBezTo>
                    <a:pt x="0" y="1"/>
                    <a:pt x="1" y="0"/>
                    <a:pt x="2" y="0"/>
                  </a:cubicBezTo>
                  <a:cubicBezTo>
                    <a:pt x="22" y="0"/>
                    <a:pt x="22" y="0"/>
                    <a:pt x="22" y="0"/>
                  </a:cubicBezTo>
                  <a:cubicBezTo>
                    <a:pt x="23" y="0"/>
                    <a:pt x="24" y="1"/>
                    <a:pt x="24" y="2"/>
                  </a:cubicBezTo>
                  <a:cubicBezTo>
                    <a:pt x="24" y="3"/>
                    <a:pt x="23" y="4"/>
                    <a:pt x="22" y="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42"/>
            <p:cNvSpPr>
              <a:spLocks/>
            </p:cNvSpPr>
            <p:nvPr/>
          </p:nvSpPr>
          <p:spPr bwMode="auto">
            <a:xfrm>
              <a:off x="4751388" y="2754313"/>
              <a:ext cx="66675" cy="42862"/>
            </a:xfrm>
            <a:custGeom>
              <a:avLst/>
              <a:gdLst>
                <a:gd name="T0" fmla="*/ 2 w 22"/>
                <a:gd name="T1" fmla="*/ 14 h 14"/>
                <a:gd name="T2" fmla="*/ 0 w 22"/>
                <a:gd name="T3" fmla="*/ 13 h 14"/>
                <a:gd name="T4" fmla="*/ 1 w 22"/>
                <a:gd name="T5" fmla="*/ 10 h 14"/>
                <a:gd name="T6" fmla="*/ 18 w 22"/>
                <a:gd name="T7" fmla="*/ 0 h 14"/>
                <a:gd name="T8" fmla="*/ 21 w 22"/>
                <a:gd name="T9" fmla="*/ 1 h 14"/>
                <a:gd name="T10" fmla="*/ 20 w 22"/>
                <a:gd name="T11" fmla="*/ 4 h 14"/>
                <a:gd name="T12" fmla="*/ 3 w 22"/>
                <a:gd name="T13" fmla="*/ 14 h 14"/>
                <a:gd name="T14" fmla="*/ 2 w 22"/>
                <a:gd name="T15" fmla="*/ 14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4">
                  <a:moveTo>
                    <a:pt x="2" y="14"/>
                  </a:moveTo>
                  <a:cubicBezTo>
                    <a:pt x="1" y="14"/>
                    <a:pt x="1" y="14"/>
                    <a:pt x="0" y="13"/>
                  </a:cubicBezTo>
                  <a:cubicBezTo>
                    <a:pt x="0" y="12"/>
                    <a:pt x="0" y="11"/>
                    <a:pt x="1" y="10"/>
                  </a:cubicBezTo>
                  <a:cubicBezTo>
                    <a:pt x="18" y="0"/>
                    <a:pt x="18" y="0"/>
                    <a:pt x="18" y="0"/>
                  </a:cubicBezTo>
                  <a:cubicBezTo>
                    <a:pt x="19" y="0"/>
                    <a:pt x="20" y="0"/>
                    <a:pt x="21" y="1"/>
                  </a:cubicBezTo>
                  <a:cubicBezTo>
                    <a:pt x="22" y="2"/>
                    <a:pt x="21" y="3"/>
                    <a:pt x="20" y="4"/>
                  </a:cubicBezTo>
                  <a:cubicBezTo>
                    <a:pt x="3" y="14"/>
                    <a:pt x="3" y="14"/>
                    <a:pt x="3" y="14"/>
                  </a:cubicBezTo>
                  <a:cubicBezTo>
                    <a:pt x="3" y="14"/>
                    <a:pt x="2" y="14"/>
                    <a:pt x="2" y="1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43"/>
            <p:cNvSpPr>
              <a:spLocks noEditPoints="1"/>
            </p:cNvSpPr>
            <p:nvPr/>
          </p:nvSpPr>
          <p:spPr bwMode="auto">
            <a:xfrm>
              <a:off x="4821238" y="2574925"/>
              <a:ext cx="219075" cy="265112"/>
            </a:xfrm>
            <a:custGeom>
              <a:avLst/>
              <a:gdLst>
                <a:gd name="T0" fmla="*/ 53 w 72"/>
                <a:gd name="T1" fmla="*/ 87 h 87"/>
                <a:gd name="T2" fmla="*/ 53 w 72"/>
                <a:gd name="T3" fmla="*/ 87 h 87"/>
                <a:gd name="T4" fmla="*/ 19 w 72"/>
                <a:gd name="T5" fmla="*/ 87 h 87"/>
                <a:gd name="T6" fmla="*/ 16 w 72"/>
                <a:gd name="T7" fmla="*/ 84 h 87"/>
                <a:gd name="T8" fmla="*/ 16 w 72"/>
                <a:gd name="T9" fmla="*/ 83 h 87"/>
                <a:gd name="T10" fmla="*/ 13 w 72"/>
                <a:gd name="T11" fmla="*/ 71 h 87"/>
                <a:gd name="T12" fmla="*/ 0 w 72"/>
                <a:gd name="T13" fmla="*/ 37 h 87"/>
                <a:gd name="T14" fmla="*/ 36 w 72"/>
                <a:gd name="T15" fmla="*/ 0 h 87"/>
                <a:gd name="T16" fmla="*/ 72 w 72"/>
                <a:gd name="T17" fmla="*/ 37 h 87"/>
                <a:gd name="T18" fmla="*/ 58 w 72"/>
                <a:gd name="T19" fmla="*/ 71 h 87"/>
                <a:gd name="T20" fmla="*/ 56 w 72"/>
                <a:gd name="T21" fmla="*/ 83 h 87"/>
                <a:gd name="T22" fmla="*/ 56 w 72"/>
                <a:gd name="T23" fmla="*/ 84 h 87"/>
                <a:gd name="T24" fmla="*/ 53 w 72"/>
                <a:gd name="T25" fmla="*/ 87 h 87"/>
                <a:gd name="T26" fmla="*/ 19 w 72"/>
                <a:gd name="T27" fmla="*/ 81 h 87"/>
                <a:gd name="T28" fmla="*/ 16 w 72"/>
                <a:gd name="T29" fmla="*/ 83 h 87"/>
                <a:gd name="T30" fmla="*/ 19 w 72"/>
                <a:gd name="T31" fmla="*/ 81 h 87"/>
                <a:gd name="T32" fmla="*/ 53 w 72"/>
                <a:gd name="T33" fmla="*/ 81 h 87"/>
                <a:gd name="T34" fmla="*/ 54 w 72"/>
                <a:gd name="T35" fmla="*/ 81 h 87"/>
                <a:gd name="T36" fmla="*/ 53 w 72"/>
                <a:gd name="T37" fmla="*/ 81 h 87"/>
                <a:gd name="T38" fmla="*/ 22 w 72"/>
                <a:gd name="T39" fmla="*/ 81 h 87"/>
                <a:gd name="T40" fmla="*/ 49 w 72"/>
                <a:gd name="T41" fmla="*/ 81 h 87"/>
                <a:gd name="T42" fmla="*/ 50 w 72"/>
                <a:gd name="T43" fmla="*/ 78 h 87"/>
                <a:gd name="T44" fmla="*/ 53 w 72"/>
                <a:gd name="T45" fmla="*/ 67 h 87"/>
                <a:gd name="T46" fmla="*/ 66 w 72"/>
                <a:gd name="T47" fmla="*/ 37 h 87"/>
                <a:gd name="T48" fmla="*/ 36 w 72"/>
                <a:gd name="T49" fmla="*/ 7 h 87"/>
                <a:gd name="T50" fmla="*/ 6 w 72"/>
                <a:gd name="T51" fmla="*/ 37 h 87"/>
                <a:gd name="T52" fmla="*/ 18 w 72"/>
                <a:gd name="T53" fmla="*/ 67 h 87"/>
                <a:gd name="T54" fmla="*/ 22 w 72"/>
                <a:gd name="T55" fmla="*/ 78 h 87"/>
                <a:gd name="T56" fmla="*/ 22 w 72"/>
                <a:gd name="T57" fmla="*/ 8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2" h="87">
                  <a:moveTo>
                    <a:pt x="53" y="87"/>
                  </a:moveTo>
                  <a:cubicBezTo>
                    <a:pt x="53" y="87"/>
                    <a:pt x="53" y="87"/>
                    <a:pt x="53" y="87"/>
                  </a:cubicBezTo>
                  <a:cubicBezTo>
                    <a:pt x="19" y="87"/>
                    <a:pt x="19" y="87"/>
                    <a:pt x="19" y="87"/>
                  </a:cubicBezTo>
                  <a:cubicBezTo>
                    <a:pt x="17" y="87"/>
                    <a:pt x="16" y="86"/>
                    <a:pt x="16" y="84"/>
                  </a:cubicBezTo>
                  <a:cubicBezTo>
                    <a:pt x="16" y="84"/>
                    <a:pt x="16" y="83"/>
                    <a:pt x="16" y="83"/>
                  </a:cubicBezTo>
                  <a:cubicBezTo>
                    <a:pt x="16" y="81"/>
                    <a:pt x="16" y="74"/>
                    <a:pt x="13" y="71"/>
                  </a:cubicBezTo>
                  <a:cubicBezTo>
                    <a:pt x="0" y="54"/>
                    <a:pt x="0" y="37"/>
                    <a:pt x="0" y="37"/>
                  </a:cubicBezTo>
                  <a:cubicBezTo>
                    <a:pt x="0" y="17"/>
                    <a:pt x="16" y="0"/>
                    <a:pt x="36" y="0"/>
                  </a:cubicBezTo>
                  <a:cubicBezTo>
                    <a:pt x="56" y="0"/>
                    <a:pt x="72" y="17"/>
                    <a:pt x="72" y="37"/>
                  </a:cubicBezTo>
                  <a:cubicBezTo>
                    <a:pt x="72" y="37"/>
                    <a:pt x="72" y="54"/>
                    <a:pt x="58" y="71"/>
                  </a:cubicBezTo>
                  <a:cubicBezTo>
                    <a:pt x="56" y="74"/>
                    <a:pt x="56" y="81"/>
                    <a:pt x="56" y="83"/>
                  </a:cubicBezTo>
                  <a:cubicBezTo>
                    <a:pt x="56" y="83"/>
                    <a:pt x="56" y="84"/>
                    <a:pt x="56" y="84"/>
                  </a:cubicBezTo>
                  <a:cubicBezTo>
                    <a:pt x="56" y="86"/>
                    <a:pt x="54" y="87"/>
                    <a:pt x="53" y="87"/>
                  </a:cubicBezTo>
                  <a:close/>
                  <a:moveTo>
                    <a:pt x="19" y="81"/>
                  </a:moveTo>
                  <a:cubicBezTo>
                    <a:pt x="17" y="81"/>
                    <a:pt x="16" y="82"/>
                    <a:pt x="16" y="83"/>
                  </a:cubicBezTo>
                  <a:cubicBezTo>
                    <a:pt x="16" y="82"/>
                    <a:pt x="17" y="81"/>
                    <a:pt x="19" y="81"/>
                  </a:cubicBezTo>
                  <a:close/>
                  <a:moveTo>
                    <a:pt x="53" y="81"/>
                  </a:moveTo>
                  <a:cubicBezTo>
                    <a:pt x="54" y="81"/>
                    <a:pt x="54" y="81"/>
                    <a:pt x="54" y="81"/>
                  </a:cubicBezTo>
                  <a:cubicBezTo>
                    <a:pt x="54" y="81"/>
                    <a:pt x="54" y="81"/>
                    <a:pt x="53" y="81"/>
                  </a:cubicBezTo>
                  <a:close/>
                  <a:moveTo>
                    <a:pt x="22" y="81"/>
                  </a:moveTo>
                  <a:cubicBezTo>
                    <a:pt x="49" y="81"/>
                    <a:pt x="49" y="81"/>
                    <a:pt x="49" y="81"/>
                  </a:cubicBezTo>
                  <a:cubicBezTo>
                    <a:pt x="50" y="79"/>
                    <a:pt x="50" y="78"/>
                    <a:pt x="50" y="78"/>
                  </a:cubicBezTo>
                  <a:cubicBezTo>
                    <a:pt x="50" y="73"/>
                    <a:pt x="51" y="70"/>
                    <a:pt x="53" y="67"/>
                  </a:cubicBezTo>
                  <a:cubicBezTo>
                    <a:pt x="65" y="52"/>
                    <a:pt x="66" y="37"/>
                    <a:pt x="66" y="37"/>
                  </a:cubicBezTo>
                  <a:cubicBezTo>
                    <a:pt x="66" y="20"/>
                    <a:pt x="52" y="7"/>
                    <a:pt x="36" y="7"/>
                  </a:cubicBezTo>
                  <a:cubicBezTo>
                    <a:pt x="19" y="7"/>
                    <a:pt x="6" y="20"/>
                    <a:pt x="6" y="37"/>
                  </a:cubicBezTo>
                  <a:cubicBezTo>
                    <a:pt x="6" y="37"/>
                    <a:pt x="6" y="52"/>
                    <a:pt x="18" y="67"/>
                  </a:cubicBezTo>
                  <a:cubicBezTo>
                    <a:pt x="20" y="70"/>
                    <a:pt x="22" y="73"/>
                    <a:pt x="22" y="78"/>
                  </a:cubicBezTo>
                  <a:cubicBezTo>
                    <a:pt x="22" y="78"/>
                    <a:pt x="22" y="79"/>
                    <a:pt x="22" y="8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44"/>
            <p:cNvSpPr>
              <a:spLocks/>
            </p:cNvSpPr>
            <p:nvPr/>
          </p:nvSpPr>
          <p:spPr bwMode="auto">
            <a:xfrm>
              <a:off x="4872038" y="2840038"/>
              <a:ext cx="115888" cy="20637"/>
            </a:xfrm>
            <a:custGeom>
              <a:avLst/>
              <a:gdLst>
                <a:gd name="T0" fmla="*/ 35 w 38"/>
                <a:gd name="T1" fmla="*/ 7 h 7"/>
                <a:gd name="T2" fmla="*/ 3 w 38"/>
                <a:gd name="T3" fmla="*/ 7 h 7"/>
                <a:gd name="T4" fmla="*/ 0 w 38"/>
                <a:gd name="T5" fmla="*/ 4 h 7"/>
                <a:gd name="T6" fmla="*/ 3 w 38"/>
                <a:gd name="T7" fmla="*/ 0 h 7"/>
                <a:gd name="T8" fmla="*/ 35 w 38"/>
                <a:gd name="T9" fmla="*/ 0 h 7"/>
                <a:gd name="T10" fmla="*/ 38 w 38"/>
                <a:gd name="T11" fmla="*/ 4 h 7"/>
                <a:gd name="T12" fmla="*/ 35 w 38"/>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38" h="7">
                  <a:moveTo>
                    <a:pt x="35" y="7"/>
                  </a:moveTo>
                  <a:cubicBezTo>
                    <a:pt x="3" y="7"/>
                    <a:pt x="3" y="7"/>
                    <a:pt x="3" y="7"/>
                  </a:cubicBezTo>
                  <a:cubicBezTo>
                    <a:pt x="1" y="7"/>
                    <a:pt x="0" y="5"/>
                    <a:pt x="0" y="4"/>
                  </a:cubicBezTo>
                  <a:cubicBezTo>
                    <a:pt x="0" y="2"/>
                    <a:pt x="1" y="0"/>
                    <a:pt x="3" y="0"/>
                  </a:cubicBezTo>
                  <a:cubicBezTo>
                    <a:pt x="35" y="0"/>
                    <a:pt x="35" y="0"/>
                    <a:pt x="35" y="0"/>
                  </a:cubicBezTo>
                  <a:cubicBezTo>
                    <a:pt x="36" y="0"/>
                    <a:pt x="38" y="2"/>
                    <a:pt x="38" y="4"/>
                  </a:cubicBezTo>
                  <a:cubicBezTo>
                    <a:pt x="38" y="5"/>
                    <a:pt x="36" y="7"/>
                    <a:pt x="35" y="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45"/>
            <p:cNvSpPr>
              <a:spLocks/>
            </p:cNvSpPr>
            <p:nvPr/>
          </p:nvSpPr>
          <p:spPr bwMode="auto">
            <a:xfrm>
              <a:off x="4878388" y="2860675"/>
              <a:ext cx="101600" cy="19050"/>
            </a:xfrm>
            <a:custGeom>
              <a:avLst/>
              <a:gdLst>
                <a:gd name="T0" fmla="*/ 30 w 33"/>
                <a:gd name="T1" fmla="*/ 6 h 6"/>
                <a:gd name="T2" fmla="*/ 3 w 33"/>
                <a:gd name="T3" fmla="*/ 6 h 6"/>
                <a:gd name="T4" fmla="*/ 0 w 33"/>
                <a:gd name="T5" fmla="*/ 3 h 6"/>
                <a:gd name="T6" fmla="*/ 3 w 33"/>
                <a:gd name="T7" fmla="*/ 0 h 6"/>
                <a:gd name="T8" fmla="*/ 30 w 33"/>
                <a:gd name="T9" fmla="*/ 0 h 6"/>
                <a:gd name="T10" fmla="*/ 33 w 33"/>
                <a:gd name="T11" fmla="*/ 3 h 6"/>
                <a:gd name="T12" fmla="*/ 30 w 33"/>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33" h="6">
                  <a:moveTo>
                    <a:pt x="30" y="6"/>
                  </a:moveTo>
                  <a:cubicBezTo>
                    <a:pt x="3" y="6"/>
                    <a:pt x="3" y="6"/>
                    <a:pt x="3" y="6"/>
                  </a:cubicBezTo>
                  <a:cubicBezTo>
                    <a:pt x="2" y="6"/>
                    <a:pt x="0" y="5"/>
                    <a:pt x="0" y="3"/>
                  </a:cubicBezTo>
                  <a:cubicBezTo>
                    <a:pt x="0" y="2"/>
                    <a:pt x="2" y="0"/>
                    <a:pt x="3" y="0"/>
                  </a:cubicBezTo>
                  <a:cubicBezTo>
                    <a:pt x="30" y="0"/>
                    <a:pt x="30" y="0"/>
                    <a:pt x="30" y="0"/>
                  </a:cubicBezTo>
                  <a:cubicBezTo>
                    <a:pt x="32" y="0"/>
                    <a:pt x="33" y="2"/>
                    <a:pt x="33" y="3"/>
                  </a:cubicBezTo>
                  <a:cubicBezTo>
                    <a:pt x="33" y="5"/>
                    <a:pt x="32" y="6"/>
                    <a:pt x="30" y="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46"/>
            <p:cNvSpPr>
              <a:spLocks/>
            </p:cNvSpPr>
            <p:nvPr/>
          </p:nvSpPr>
          <p:spPr bwMode="auto">
            <a:xfrm>
              <a:off x="4891088" y="2882900"/>
              <a:ext cx="76200" cy="17462"/>
            </a:xfrm>
            <a:custGeom>
              <a:avLst/>
              <a:gdLst>
                <a:gd name="T0" fmla="*/ 22 w 25"/>
                <a:gd name="T1" fmla="*/ 6 h 6"/>
                <a:gd name="T2" fmla="*/ 3 w 25"/>
                <a:gd name="T3" fmla="*/ 6 h 6"/>
                <a:gd name="T4" fmla="*/ 0 w 25"/>
                <a:gd name="T5" fmla="*/ 3 h 6"/>
                <a:gd name="T6" fmla="*/ 3 w 25"/>
                <a:gd name="T7" fmla="*/ 0 h 6"/>
                <a:gd name="T8" fmla="*/ 22 w 25"/>
                <a:gd name="T9" fmla="*/ 0 h 6"/>
                <a:gd name="T10" fmla="*/ 25 w 25"/>
                <a:gd name="T11" fmla="*/ 3 h 6"/>
                <a:gd name="T12" fmla="*/ 22 w 25"/>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25" h="6">
                  <a:moveTo>
                    <a:pt x="22" y="6"/>
                  </a:moveTo>
                  <a:cubicBezTo>
                    <a:pt x="3" y="6"/>
                    <a:pt x="3" y="6"/>
                    <a:pt x="3" y="6"/>
                  </a:cubicBezTo>
                  <a:cubicBezTo>
                    <a:pt x="2" y="6"/>
                    <a:pt x="0" y="5"/>
                    <a:pt x="0" y="3"/>
                  </a:cubicBezTo>
                  <a:cubicBezTo>
                    <a:pt x="0" y="1"/>
                    <a:pt x="2" y="0"/>
                    <a:pt x="3" y="0"/>
                  </a:cubicBezTo>
                  <a:cubicBezTo>
                    <a:pt x="22" y="0"/>
                    <a:pt x="22" y="0"/>
                    <a:pt x="22" y="0"/>
                  </a:cubicBezTo>
                  <a:cubicBezTo>
                    <a:pt x="24" y="0"/>
                    <a:pt x="25" y="1"/>
                    <a:pt x="25" y="3"/>
                  </a:cubicBezTo>
                  <a:cubicBezTo>
                    <a:pt x="25" y="5"/>
                    <a:pt x="24" y="6"/>
                    <a:pt x="22" y="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85" name="Freeform 47"/>
          <p:cNvSpPr>
            <a:spLocks/>
          </p:cNvSpPr>
          <p:nvPr/>
        </p:nvSpPr>
        <p:spPr bwMode="auto">
          <a:xfrm>
            <a:off x="7026276" y="2413000"/>
            <a:ext cx="581025" cy="584200"/>
          </a:xfrm>
          <a:custGeom>
            <a:avLst/>
            <a:gdLst>
              <a:gd name="T0" fmla="*/ 157 w 191"/>
              <a:gd name="T1" fmla="*/ 34 h 192"/>
              <a:gd name="T2" fmla="*/ 34 w 191"/>
              <a:gd name="T3" fmla="*/ 34 h 192"/>
              <a:gd name="T4" fmla="*/ 34 w 191"/>
              <a:gd name="T5" fmla="*/ 158 h 192"/>
              <a:gd name="T6" fmla="*/ 157 w 191"/>
              <a:gd name="T7" fmla="*/ 158 h 192"/>
              <a:gd name="T8" fmla="*/ 157 w 191"/>
              <a:gd name="T9" fmla="*/ 34 h 192"/>
            </a:gdLst>
            <a:ahLst/>
            <a:cxnLst>
              <a:cxn ang="0">
                <a:pos x="T0" y="T1"/>
              </a:cxn>
              <a:cxn ang="0">
                <a:pos x="T2" y="T3"/>
              </a:cxn>
              <a:cxn ang="0">
                <a:pos x="T4" y="T5"/>
              </a:cxn>
              <a:cxn ang="0">
                <a:pos x="T6" y="T7"/>
              </a:cxn>
              <a:cxn ang="0">
                <a:pos x="T8" y="T9"/>
              </a:cxn>
            </a:cxnLst>
            <a:rect l="0" t="0" r="r" b="b"/>
            <a:pathLst>
              <a:path w="191" h="192">
                <a:moveTo>
                  <a:pt x="157" y="34"/>
                </a:moveTo>
                <a:cubicBezTo>
                  <a:pt x="123" y="0"/>
                  <a:pt x="68" y="0"/>
                  <a:pt x="34" y="34"/>
                </a:cubicBezTo>
                <a:cubicBezTo>
                  <a:pt x="0" y="68"/>
                  <a:pt x="0" y="123"/>
                  <a:pt x="34" y="158"/>
                </a:cubicBezTo>
                <a:cubicBezTo>
                  <a:pt x="68" y="192"/>
                  <a:pt x="123" y="192"/>
                  <a:pt x="157" y="158"/>
                </a:cubicBezTo>
                <a:cubicBezTo>
                  <a:pt x="191" y="123"/>
                  <a:pt x="191" y="68"/>
                  <a:pt x="157" y="34"/>
                </a:cubicBezTo>
                <a:close/>
              </a:path>
            </a:pathLst>
          </a:custGeom>
          <a:solidFill>
            <a:srgbClr val="F9ED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97" name="组合 96"/>
          <p:cNvGrpSpPr/>
          <p:nvPr/>
        </p:nvGrpSpPr>
        <p:grpSpPr>
          <a:xfrm>
            <a:off x="7116763" y="2505075"/>
            <a:ext cx="398463" cy="398462"/>
            <a:chOff x="7116763" y="2505075"/>
            <a:chExt cx="398463" cy="398462"/>
          </a:xfrm>
        </p:grpSpPr>
        <p:sp>
          <p:nvSpPr>
            <p:cNvPr id="86" name="Freeform 48"/>
            <p:cNvSpPr>
              <a:spLocks noEditPoints="1"/>
            </p:cNvSpPr>
            <p:nvPr/>
          </p:nvSpPr>
          <p:spPr bwMode="auto">
            <a:xfrm>
              <a:off x="7242176" y="2505075"/>
              <a:ext cx="149225" cy="398462"/>
            </a:xfrm>
            <a:custGeom>
              <a:avLst/>
              <a:gdLst>
                <a:gd name="T0" fmla="*/ 24 w 49"/>
                <a:gd name="T1" fmla="*/ 0 h 131"/>
                <a:gd name="T2" fmla="*/ 0 w 49"/>
                <a:gd name="T3" fmla="*/ 66 h 131"/>
                <a:gd name="T4" fmla="*/ 24 w 49"/>
                <a:gd name="T5" fmla="*/ 131 h 131"/>
                <a:gd name="T6" fmla="*/ 49 w 49"/>
                <a:gd name="T7" fmla="*/ 66 h 131"/>
                <a:gd name="T8" fmla="*/ 24 w 49"/>
                <a:gd name="T9" fmla="*/ 0 h 131"/>
                <a:gd name="T10" fmla="*/ 24 w 49"/>
                <a:gd name="T11" fmla="*/ 121 h 131"/>
                <a:gd name="T12" fmla="*/ 4 w 49"/>
                <a:gd name="T13" fmla="*/ 66 h 131"/>
                <a:gd name="T14" fmla="*/ 24 w 49"/>
                <a:gd name="T15" fmla="*/ 11 h 131"/>
                <a:gd name="T16" fmla="*/ 45 w 49"/>
                <a:gd name="T17" fmla="*/ 66 h 131"/>
                <a:gd name="T18" fmla="*/ 24 w 49"/>
                <a:gd name="T19" fmla="*/ 12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131">
                  <a:moveTo>
                    <a:pt x="24" y="0"/>
                  </a:moveTo>
                  <a:cubicBezTo>
                    <a:pt x="11" y="0"/>
                    <a:pt x="0" y="30"/>
                    <a:pt x="0" y="66"/>
                  </a:cubicBezTo>
                  <a:cubicBezTo>
                    <a:pt x="0" y="102"/>
                    <a:pt x="11" y="131"/>
                    <a:pt x="24" y="131"/>
                  </a:cubicBezTo>
                  <a:cubicBezTo>
                    <a:pt x="38" y="131"/>
                    <a:pt x="49" y="102"/>
                    <a:pt x="49" y="66"/>
                  </a:cubicBezTo>
                  <a:cubicBezTo>
                    <a:pt x="49" y="30"/>
                    <a:pt x="38" y="0"/>
                    <a:pt x="24" y="0"/>
                  </a:cubicBezTo>
                  <a:close/>
                  <a:moveTo>
                    <a:pt x="24" y="121"/>
                  </a:moveTo>
                  <a:cubicBezTo>
                    <a:pt x="13" y="121"/>
                    <a:pt x="4" y="96"/>
                    <a:pt x="4" y="66"/>
                  </a:cubicBezTo>
                  <a:cubicBezTo>
                    <a:pt x="4" y="36"/>
                    <a:pt x="13" y="11"/>
                    <a:pt x="24" y="11"/>
                  </a:cubicBezTo>
                  <a:cubicBezTo>
                    <a:pt x="36" y="11"/>
                    <a:pt x="45" y="36"/>
                    <a:pt x="45" y="66"/>
                  </a:cubicBezTo>
                  <a:cubicBezTo>
                    <a:pt x="45" y="96"/>
                    <a:pt x="36" y="121"/>
                    <a:pt x="24" y="12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49"/>
            <p:cNvSpPr>
              <a:spLocks noEditPoints="1"/>
            </p:cNvSpPr>
            <p:nvPr/>
          </p:nvSpPr>
          <p:spPr bwMode="auto">
            <a:xfrm>
              <a:off x="7116763" y="2632075"/>
              <a:ext cx="398463" cy="146050"/>
            </a:xfrm>
            <a:custGeom>
              <a:avLst/>
              <a:gdLst>
                <a:gd name="T0" fmla="*/ 131 w 131"/>
                <a:gd name="T1" fmla="*/ 24 h 48"/>
                <a:gd name="T2" fmla="*/ 65 w 131"/>
                <a:gd name="T3" fmla="*/ 0 h 48"/>
                <a:gd name="T4" fmla="*/ 0 w 131"/>
                <a:gd name="T5" fmla="*/ 24 h 48"/>
                <a:gd name="T6" fmla="*/ 65 w 131"/>
                <a:gd name="T7" fmla="*/ 48 h 48"/>
                <a:gd name="T8" fmla="*/ 131 w 131"/>
                <a:gd name="T9" fmla="*/ 24 h 48"/>
                <a:gd name="T10" fmla="*/ 11 w 131"/>
                <a:gd name="T11" fmla="*/ 24 h 48"/>
                <a:gd name="T12" fmla="*/ 65 w 131"/>
                <a:gd name="T13" fmla="*/ 4 h 48"/>
                <a:gd name="T14" fmla="*/ 120 w 131"/>
                <a:gd name="T15" fmla="*/ 24 h 48"/>
                <a:gd name="T16" fmla="*/ 65 w 131"/>
                <a:gd name="T17" fmla="*/ 44 h 48"/>
                <a:gd name="T18" fmla="*/ 11 w 131"/>
                <a:gd name="T19" fmla="*/ 2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1" h="48">
                  <a:moveTo>
                    <a:pt x="131" y="24"/>
                  </a:moveTo>
                  <a:cubicBezTo>
                    <a:pt x="131" y="11"/>
                    <a:pt x="102" y="0"/>
                    <a:pt x="65" y="0"/>
                  </a:cubicBezTo>
                  <a:cubicBezTo>
                    <a:pt x="29" y="0"/>
                    <a:pt x="0" y="11"/>
                    <a:pt x="0" y="24"/>
                  </a:cubicBezTo>
                  <a:cubicBezTo>
                    <a:pt x="0" y="37"/>
                    <a:pt x="29" y="48"/>
                    <a:pt x="65" y="48"/>
                  </a:cubicBezTo>
                  <a:cubicBezTo>
                    <a:pt x="102" y="48"/>
                    <a:pt x="131" y="37"/>
                    <a:pt x="131" y="24"/>
                  </a:cubicBezTo>
                  <a:close/>
                  <a:moveTo>
                    <a:pt x="11" y="24"/>
                  </a:moveTo>
                  <a:cubicBezTo>
                    <a:pt x="11" y="13"/>
                    <a:pt x="35" y="4"/>
                    <a:pt x="65" y="4"/>
                  </a:cubicBezTo>
                  <a:cubicBezTo>
                    <a:pt x="96" y="4"/>
                    <a:pt x="120" y="13"/>
                    <a:pt x="120" y="24"/>
                  </a:cubicBezTo>
                  <a:cubicBezTo>
                    <a:pt x="120" y="35"/>
                    <a:pt x="96" y="44"/>
                    <a:pt x="65" y="44"/>
                  </a:cubicBezTo>
                  <a:cubicBezTo>
                    <a:pt x="35" y="44"/>
                    <a:pt x="11" y="35"/>
                    <a:pt x="11" y="2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50"/>
            <p:cNvSpPr>
              <a:spLocks noEditPoints="1"/>
            </p:cNvSpPr>
            <p:nvPr/>
          </p:nvSpPr>
          <p:spPr bwMode="auto">
            <a:xfrm>
              <a:off x="7148513" y="2535238"/>
              <a:ext cx="336550" cy="341312"/>
            </a:xfrm>
            <a:custGeom>
              <a:avLst/>
              <a:gdLst>
                <a:gd name="T0" fmla="*/ 102 w 111"/>
                <a:gd name="T1" fmla="*/ 10 h 112"/>
                <a:gd name="T2" fmla="*/ 38 w 111"/>
                <a:gd name="T3" fmla="*/ 39 h 112"/>
                <a:gd name="T4" fmla="*/ 9 w 111"/>
                <a:gd name="T5" fmla="*/ 102 h 112"/>
                <a:gd name="T6" fmla="*/ 72 w 111"/>
                <a:gd name="T7" fmla="*/ 73 h 112"/>
                <a:gd name="T8" fmla="*/ 102 w 111"/>
                <a:gd name="T9" fmla="*/ 10 h 112"/>
                <a:gd name="T10" fmla="*/ 17 w 111"/>
                <a:gd name="T11" fmla="*/ 95 h 112"/>
                <a:gd name="T12" fmla="*/ 41 w 111"/>
                <a:gd name="T13" fmla="*/ 42 h 112"/>
                <a:gd name="T14" fmla="*/ 94 w 111"/>
                <a:gd name="T15" fmla="*/ 17 h 112"/>
                <a:gd name="T16" fmla="*/ 70 w 111"/>
                <a:gd name="T17" fmla="*/ 70 h 112"/>
                <a:gd name="T18" fmla="*/ 17 w 111"/>
                <a:gd name="T19" fmla="*/ 95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1" h="112">
                  <a:moveTo>
                    <a:pt x="102" y="10"/>
                  </a:moveTo>
                  <a:cubicBezTo>
                    <a:pt x="92" y="0"/>
                    <a:pt x="64" y="13"/>
                    <a:pt x="38" y="39"/>
                  </a:cubicBezTo>
                  <a:cubicBezTo>
                    <a:pt x="13" y="64"/>
                    <a:pt x="0" y="93"/>
                    <a:pt x="9" y="102"/>
                  </a:cubicBezTo>
                  <a:cubicBezTo>
                    <a:pt x="19" y="112"/>
                    <a:pt x="47" y="98"/>
                    <a:pt x="72" y="73"/>
                  </a:cubicBezTo>
                  <a:cubicBezTo>
                    <a:pt x="98" y="47"/>
                    <a:pt x="111" y="19"/>
                    <a:pt x="102" y="10"/>
                  </a:cubicBezTo>
                  <a:close/>
                  <a:moveTo>
                    <a:pt x="17" y="95"/>
                  </a:moveTo>
                  <a:cubicBezTo>
                    <a:pt x="9" y="87"/>
                    <a:pt x="20" y="63"/>
                    <a:pt x="41" y="42"/>
                  </a:cubicBezTo>
                  <a:cubicBezTo>
                    <a:pt x="63" y="20"/>
                    <a:pt x="86" y="9"/>
                    <a:pt x="94" y="17"/>
                  </a:cubicBezTo>
                  <a:cubicBezTo>
                    <a:pt x="102" y="25"/>
                    <a:pt x="91" y="49"/>
                    <a:pt x="70" y="70"/>
                  </a:cubicBezTo>
                  <a:cubicBezTo>
                    <a:pt x="48" y="92"/>
                    <a:pt x="25" y="102"/>
                    <a:pt x="17" y="9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51"/>
            <p:cNvSpPr>
              <a:spLocks noEditPoints="1"/>
            </p:cNvSpPr>
            <p:nvPr/>
          </p:nvSpPr>
          <p:spPr bwMode="auto">
            <a:xfrm>
              <a:off x="7148513" y="2535238"/>
              <a:ext cx="336550" cy="341312"/>
            </a:xfrm>
            <a:custGeom>
              <a:avLst/>
              <a:gdLst>
                <a:gd name="T0" fmla="*/ 102 w 111"/>
                <a:gd name="T1" fmla="*/ 102 h 112"/>
                <a:gd name="T2" fmla="*/ 72 w 111"/>
                <a:gd name="T3" fmla="*/ 39 h 112"/>
                <a:gd name="T4" fmla="*/ 9 w 111"/>
                <a:gd name="T5" fmla="*/ 10 h 112"/>
                <a:gd name="T6" fmla="*/ 38 w 111"/>
                <a:gd name="T7" fmla="*/ 73 h 112"/>
                <a:gd name="T8" fmla="*/ 102 w 111"/>
                <a:gd name="T9" fmla="*/ 102 h 112"/>
                <a:gd name="T10" fmla="*/ 17 w 111"/>
                <a:gd name="T11" fmla="*/ 17 h 112"/>
                <a:gd name="T12" fmla="*/ 70 w 111"/>
                <a:gd name="T13" fmla="*/ 42 h 112"/>
                <a:gd name="T14" fmla="*/ 94 w 111"/>
                <a:gd name="T15" fmla="*/ 95 h 112"/>
                <a:gd name="T16" fmla="*/ 41 w 111"/>
                <a:gd name="T17" fmla="*/ 70 h 112"/>
                <a:gd name="T18" fmla="*/ 17 w 111"/>
                <a:gd name="T19" fmla="*/ 1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1" h="112">
                  <a:moveTo>
                    <a:pt x="102" y="102"/>
                  </a:moveTo>
                  <a:cubicBezTo>
                    <a:pt x="111" y="93"/>
                    <a:pt x="98" y="64"/>
                    <a:pt x="72" y="39"/>
                  </a:cubicBezTo>
                  <a:cubicBezTo>
                    <a:pt x="47" y="13"/>
                    <a:pt x="19" y="0"/>
                    <a:pt x="9" y="10"/>
                  </a:cubicBezTo>
                  <a:cubicBezTo>
                    <a:pt x="0" y="19"/>
                    <a:pt x="13" y="47"/>
                    <a:pt x="38" y="73"/>
                  </a:cubicBezTo>
                  <a:cubicBezTo>
                    <a:pt x="64" y="98"/>
                    <a:pt x="92" y="112"/>
                    <a:pt x="102" y="102"/>
                  </a:cubicBezTo>
                  <a:close/>
                  <a:moveTo>
                    <a:pt x="17" y="17"/>
                  </a:moveTo>
                  <a:cubicBezTo>
                    <a:pt x="25" y="9"/>
                    <a:pt x="48" y="20"/>
                    <a:pt x="70" y="42"/>
                  </a:cubicBezTo>
                  <a:cubicBezTo>
                    <a:pt x="91" y="63"/>
                    <a:pt x="102" y="87"/>
                    <a:pt x="94" y="95"/>
                  </a:cubicBezTo>
                  <a:cubicBezTo>
                    <a:pt x="86" y="102"/>
                    <a:pt x="63" y="92"/>
                    <a:pt x="41" y="70"/>
                  </a:cubicBezTo>
                  <a:cubicBezTo>
                    <a:pt x="20" y="49"/>
                    <a:pt x="9" y="25"/>
                    <a:pt x="17" y="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Oval 52"/>
            <p:cNvSpPr>
              <a:spLocks noChangeArrowheads="1"/>
            </p:cNvSpPr>
            <p:nvPr/>
          </p:nvSpPr>
          <p:spPr bwMode="auto">
            <a:xfrm>
              <a:off x="7285038" y="2674938"/>
              <a:ext cx="63500" cy="6191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91" name="Freeform 53"/>
          <p:cNvSpPr>
            <a:spLocks/>
          </p:cNvSpPr>
          <p:nvPr/>
        </p:nvSpPr>
        <p:spPr bwMode="auto">
          <a:xfrm>
            <a:off x="4632326" y="4814888"/>
            <a:ext cx="584200" cy="584200"/>
          </a:xfrm>
          <a:custGeom>
            <a:avLst/>
            <a:gdLst>
              <a:gd name="T0" fmla="*/ 157 w 192"/>
              <a:gd name="T1" fmla="*/ 34 h 192"/>
              <a:gd name="T2" fmla="*/ 34 w 192"/>
              <a:gd name="T3" fmla="*/ 34 h 192"/>
              <a:gd name="T4" fmla="*/ 34 w 192"/>
              <a:gd name="T5" fmla="*/ 158 h 192"/>
              <a:gd name="T6" fmla="*/ 157 w 192"/>
              <a:gd name="T7" fmla="*/ 158 h 192"/>
              <a:gd name="T8" fmla="*/ 157 w 192"/>
              <a:gd name="T9" fmla="*/ 34 h 192"/>
            </a:gdLst>
            <a:ahLst/>
            <a:cxnLst>
              <a:cxn ang="0">
                <a:pos x="T0" y="T1"/>
              </a:cxn>
              <a:cxn ang="0">
                <a:pos x="T2" y="T3"/>
              </a:cxn>
              <a:cxn ang="0">
                <a:pos x="T4" y="T5"/>
              </a:cxn>
              <a:cxn ang="0">
                <a:pos x="T6" y="T7"/>
              </a:cxn>
              <a:cxn ang="0">
                <a:pos x="T8" y="T9"/>
              </a:cxn>
            </a:cxnLst>
            <a:rect l="0" t="0" r="r" b="b"/>
            <a:pathLst>
              <a:path w="192" h="192">
                <a:moveTo>
                  <a:pt x="157" y="34"/>
                </a:moveTo>
                <a:cubicBezTo>
                  <a:pt x="123" y="0"/>
                  <a:pt x="68" y="0"/>
                  <a:pt x="34" y="34"/>
                </a:cubicBezTo>
                <a:cubicBezTo>
                  <a:pt x="0" y="68"/>
                  <a:pt x="0" y="124"/>
                  <a:pt x="34" y="158"/>
                </a:cubicBezTo>
                <a:cubicBezTo>
                  <a:pt x="68" y="192"/>
                  <a:pt x="123" y="192"/>
                  <a:pt x="157" y="158"/>
                </a:cubicBezTo>
                <a:cubicBezTo>
                  <a:pt x="192" y="124"/>
                  <a:pt x="192" y="68"/>
                  <a:pt x="157" y="34"/>
                </a:cubicBezTo>
                <a:close/>
              </a:path>
            </a:pathLst>
          </a:custGeom>
          <a:solidFill>
            <a:srgbClr val="296E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99" name="组合 98"/>
          <p:cNvGrpSpPr/>
          <p:nvPr/>
        </p:nvGrpSpPr>
        <p:grpSpPr>
          <a:xfrm>
            <a:off x="4754563" y="4938713"/>
            <a:ext cx="336551" cy="334962"/>
            <a:chOff x="4754563" y="4938713"/>
            <a:chExt cx="336551" cy="334962"/>
          </a:xfrm>
        </p:grpSpPr>
        <p:sp>
          <p:nvSpPr>
            <p:cNvPr id="92" name="Freeform 54"/>
            <p:cNvSpPr>
              <a:spLocks/>
            </p:cNvSpPr>
            <p:nvPr/>
          </p:nvSpPr>
          <p:spPr bwMode="auto">
            <a:xfrm>
              <a:off x="4838701" y="5041900"/>
              <a:ext cx="252413" cy="231775"/>
            </a:xfrm>
            <a:custGeom>
              <a:avLst/>
              <a:gdLst>
                <a:gd name="T0" fmla="*/ 69 w 83"/>
                <a:gd name="T1" fmla="*/ 0 h 76"/>
                <a:gd name="T2" fmla="*/ 62 w 83"/>
                <a:gd name="T3" fmla="*/ 0 h 76"/>
                <a:gd name="T4" fmla="*/ 62 w 83"/>
                <a:gd name="T5" fmla="*/ 7 h 76"/>
                <a:gd name="T6" fmla="*/ 42 w 83"/>
                <a:gd name="T7" fmla="*/ 28 h 76"/>
                <a:gd name="T8" fmla="*/ 10 w 83"/>
                <a:gd name="T9" fmla="*/ 28 h 76"/>
                <a:gd name="T10" fmla="*/ 0 w 83"/>
                <a:gd name="T11" fmla="*/ 38 h 76"/>
                <a:gd name="T12" fmla="*/ 0 w 83"/>
                <a:gd name="T13" fmla="*/ 42 h 76"/>
                <a:gd name="T14" fmla="*/ 14 w 83"/>
                <a:gd name="T15" fmla="*/ 55 h 76"/>
                <a:gd name="T16" fmla="*/ 48 w 83"/>
                <a:gd name="T17" fmla="*/ 55 h 76"/>
                <a:gd name="T18" fmla="*/ 69 w 83"/>
                <a:gd name="T19" fmla="*/ 76 h 76"/>
                <a:gd name="T20" fmla="*/ 69 w 83"/>
                <a:gd name="T21" fmla="*/ 55 h 76"/>
                <a:gd name="T22" fmla="*/ 83 w 83"/>
                <a:gd name="T23" fmla="*/ 42 h 76"/>
                <a:gd name="T24" fmla="*/ 83 w 83"/>
                <a:gd name="T25" fmla="*/ 14 h 76"/>
                <a:gd name="T26" fmla="*/ 69 w 83"/>
                <a:gd name="T2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3" h="76">
                  <a:moveTo>
                    <a:pt x="69" y="0"/>
                  </a:moveTo>
                  <a:cubicBezTo>
                    <a:pt x="62" y="0"/>
                    <a:pt x="62" y="0"/>
                    <a:pt x="62" y="0"/>
                  </a:cubicBezTo>
                  <a:cubicBezTo>
                    <a:pt x="62" y="7"/>
                    <a:pt x="62" y="7"/>
                    <a:pt x="62" y="7"/>
                  </a:cubicBezTo>
                  <a:cubicBezTo>
                    <a:pt x="62" y="18"/>
                    <a:pt x="52" y="28"/>
                    <a:pt x="42" y="28"/>
                  </a:cubicBezTo>
                  <a:cubicBezTo>
                    <a:pt x="10" y="28"/>
                    <a:pt x="10" y="28"/>
                    <a:pt x="10" y="28"/>
                  </a:cubicBezTo>
                  <a:cubicBezTo>
                    <a:pt x="0" y="38"/>
                    <a:pt x="0" y="38"/>
                    <a:pt x="0" y="38"/>
                  </a:cubicBezTo>
                  <a:cubicBezTo>
                    <a:pt x="0" y="42"/>
                    <a:pt x="0" y="42"/>
                    <a:pt x="0" y="42"/>
                  </a:cubicBezTo>
                  <a:cubicBezTo>
                    <a:pt x="0" y="49"/>
                    <a:pt x="7" y="55"/>
                    <a:pt x="14" y="55"/>
                  </a:cubicBezTo>
                  <a:cubicBezTo>
                    <a:pt x="48" y="55"/>
                    <a:pt x="48" y="55"/>
                    <a:pt x="48" y="55"/>
                  </a:cubicBezTo>
                  <a:cubicBezTo>
                    <a:pt x="69" y="76"/>
                    <a:pt x="69" y="76"/>
                    <a:pt x="69" y="76"/>
                  </a:cubicBezTo>
                  <a:cubicBezTo>
                    <a:pt x="69" y="55"/>
                    <a:pt x="69" y="55"/>
                    <a:pt x="69" y="55"/>
                  </a:cubicBezTo>
                  <a:cubicBezTo>
                    <a:pt x="76" y="55"/>
                    <a:pt x="83" y="49"/>
                    <a:pt x="83" y="42"/>
                  </a:cubicBezTo>
                  <a:cubicBezTo>
                    <a:pt x="83" y="14"/>
                    <a:pt x="83" y="14"/>
                    <a:pt x="83" y="14"/>
                  </a:cubicBezTo>
                  <a:cubicBezTo>
                    <a:pt x="83" y="7"/>
                    <a:pt x="76" y="0"/>
                    <a:pt x="6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55"/>
            <p:cNvSpPr>
              <a:spLocks/>
            </p:cNvSpPr>
            <p:nvPr/>
          </p:nvSpPr>
          <p:spPr bwMode="auto">
            <a:xfrm>
              <a:off x="4754563" y="4938713"/>
              <a:ext cx="252413" cy="231775"/>
            </a:xfrm>
            <a:custGeom>
              <a:avLst/>
              <a:gdLst>
                <a:gd name="T0" fmla="*/ 35 w 83"/>
                <a:gd name="T1" fmla="*/ 55 h 76"/>
                <a:gd name="T2" fmla="*/ 70 w 83"/>
                <a:gd name="T3" fmla="*/ 55 h 76"/>
                <a:gd name="T4" fmla="*/ 83 w 83"/>
                <a:gd name="T5" fmla="*/ 41 h 76"/>
                <a:gd name="T6" fmla="*/ 83 w 83"/>
                <a:gd name="T7" fmla="*/ 13 h 76"/>
                <a:gd name="T8" fmla="*/ 70 w 83"/>
                <a:gd name="T9" fmla="*/ 0 h 76"/>
                <a:gd name="T10" fmla="*/ 14 w 83"/>
                <a:gd name="T11" fmla="*/ 0 h 76"/>
                <a:gd name="T12" fmla="*/ 0 w 83"/>
                <a:gd name="T13" fmla="*/ 13 h 76"/>
                <a:gd name="T14" fmla="*/ 0 w 83"/>
                <a:gd name="T15" fmla="*/ 41 h 76"/>
                <a:gd name="T16" fmla="*/ 14 w 83"/>
                <a:gd name="T17" fmla="*/ 55 h 76"/>
                <a:gd name="T18" fmla="*/ 14 w 83"/>
                <a:gd name="T19" fmla="*/ 76 h 76"/>
                <a:gd name="T20" fmla="*/ 35 w 83"/>
                <a:gd name="T21" fmla="*/ 55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3" h="76">
                  <a:moveTo>
                    <a:pt x="35" y="55"/>
                  </a:moveTo>
                  <a:cubicBezTo>
                    <a:pt x="70" y="55"/>
                    <a:pt x="70" y="55"/>
                    <a:pt x="70" y="55"/>
                  </a:cubicBezTo>
                  <a:cubicBezTo>
                    <a:pt x="76" y="55"/>
                    <a:pt x="83" y="48"/>
                    <a:pt x="83" y="41"/>
                  </a:cubicBezTo>
                  <a:cubicBezTo>
                    <a:pt x="83" y="13"/>
                    <a:pt x="83" y="13"/>
                    <a:pt x="83" y="13"/>
                  </a:cubicBezTo>
                  <a:cubicBezTo>
                    <a:pt x="83" y="6"/>
                    <a:pt x="76" y="0"/>
                    <a:pt x="70" y="0"/>
                  </a:cubicBezTo>
                  <a:cubicBezTo>
                    <a:pt x="14" y="0"/>
                    <a:pt x="14" y="0"/>
                    <a:pt x="14" y="0"/>
                  </a:cubicBezTo>
                  <a:cubicBezTo>
                    <a:pt x="7" y="0"/>
                    <a:pt x="0" y="6"/>
                    <a:pt x="0" y="13"/>
                  </a:cubicBezTo>
                  <a:cubicBezTo>
                    <a:pt x="0" y="41"/>
                    <a:pt x="0" y="41"/>
                    <a:pt x="0" y="41"/>
                  </a:cubicBezTo>
                  <a:cubicBezTo>
                    <a:pt x="0" y="48"/>
                    <a:pt x="7" y="55"/>
                    <a:pt x="14" y="55"/>
                  </a:cubicBezTo>
                  <a:cubicBezTo>
                    <a:pt x="14" y="76"/>
                    <a:pt x="14" y="76"/>
                    <a:pt x="14" y="76"/>
                  </a:cubicBezTo>
                  <a:lnTo>
                    <a:pt x="35" y="5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94" name="Freeform 56"/>
          <p:cNvSpPr>
            <a:spLocks/>
          </p:cNvSpPr>
          <p:nvPr/>
        </p:nvSpPr>
        <p:spPr bwMode="auto">
          <a:xfrm>
            <a:off x="7016751" y="4811713"/>
            <a:ext cx="581025" cy="581025"/>
          </a:xfrm>
          <a:custGeom>
            <a:avLst/>
            <a:gdLst>
              <a:gd name="T0" fmla="*/ 157 w 191"/>
              <a:gd name="T1" fmla="*/ 157 h 191"/>
              <a:gd name="T2" fmla="*/ 157 w 191"/>
              <a:gd name="T3" fmla="*/ 34 h 191"/>
              <a:gd name="T4" fmla="*/ 34 w 191"/>
              <a:gd name="T5" fmla="*/ 34 h 191"/>
              <a:gd name="T6" fmla="*/ 34 w 191"/>
              <a:gd name="T7" fmla="*/ 157 h 191"/>
              <a:gd name="T8" fmla="*/ 157 w 191"/>
              <a:gd name="T9" fmla="*/ 157 h 191"/>
            </a:gdLst>
            <a:ahLst/>
            <a:cxnLst>
              <a:cxn ang="0">
                <a:pos x="T0" y="T1"/>
              </a:cxn>
              <a:cxn ang="0">
                <a:pos x="T2" y="T3"/>
              </a:cxn>
              <a:cxn ang="0">
                <a:pos x="T4" y="T5"/>
              </a:cxn>
              <a:cxn ang="0">
                <a:pos x="T6" y="T7"/>
              </a:cxn>
              <a:cxn ang="0">
                <a:pos x="T8" y="T9"/>
              </a:cxn>
            </a:cxnLst>
            <a:rect l="0" t="0" r="r" b="b"/>
            <a:pathLst>
              <a:path w="191" h="191">
                <a:moveTo>
                  <a:pt x="157" y="157"/>
                </a:moveTo>
                <a:cubicBezTo>
                  <a:pt x="191" y="123"/>
                  <a:pt x="191" y="68"/>
                  <a:pt x="157" y="34"/>
                </a:cubicBezTo>
                <a:cubicBezTo>
                  <a:pt x="123" y="0"/>
                  <a:pt x="68" y="0"/>
                  <a:pt x="34" y="34"/>
                </a:cubicBezTo>
                <a:cubicBezTo>
                  <a:pt x="0" y="68"/>
                  <a:pt x="0" y="123"/>
                  <a:pt x="34" y="157"/>
                </a:cubicBezTo>
                <a:cubicBezTo>
                  <a:pt x="68" y="191"/>
                  <a:pt x="123" y="191"/>
                  <a:pt x="157" y="157"/>
                </a:cubicBezTo>
                <a:close/>
              </a:path>
            </a:pathLst>
          </a:custGeom>
          <a:solidFill>
            <a:srgbClr val="A0B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57"/>
          <p:cNvSpPr>
            <a:spLocks noEditPoints="1"/>
          </p:cNvSpPr>
          <p:nvPr/>
        </p:nvSpPr>
        <p:spPr bwMode="auto">
          <a:xfrm>
            <a:off x="7218363" y="4935538"/>
            <a:ext cx="179388" cy="331787"/>
          </a:xfrm>
          <a:custGeom>
            <a:avLst/>
            <a:gdLst>
              <a:gd name="T0" fmla="*/ 10 w 59"/>
              <a:gd name="T1" fmla="*/ 93 h 109"/>
              <a:gd name="T2" fmla="*/ 4 w 59"/>
              <a:gd name="T3" fmla="*/ 79 h 109"/>
              <a:gd name="T4" fmla="*/ 8 w 59"/>
              <a:gd name="T5" fmla="*/ 77 h 109"/>
              <a:gd name="T6" fmla="*/ 14 w 59"/>
              <a:gd name="T7" fmla="*/ 80 h 109"/>
              <a:gd name="T8" fmla="*/ 24 w 59"/>
              <a:gd name="T9" fmla="*/ 85 h 109"/>
              <a:gd name="T10" fmla="*/ 18 w 59"/>
              <a:gd name="T11" fmla="*/ 56 h 109"/>
              <a:gd name="T12" fmla="*/ 5 w 59"/>
              <a:gd name="T13" fmla="*/ 45 h 109"/>
              <a:gd name="T14" fmla="*/ 5 w 59"/>
              <a:gd name="T15" fmla="*/ 26 h 109"/>
              <a:gd name="T16" fmla="*/ 19 w 59"/>
              <a:gd name="T17" fmla="*/ 13 h 109"/>
              <a:gd name="T18" fmla="*/ 31 w 59"/>
              <a:gd name="T19" fmla="*/ 3 h 109"/>
              <a:gd name="T20" fmla="*/ 35 w 59"/>
              <a:gd name="T21" fmla="*/ 0 h 109"/>
              <a:gd name="T22" fmla="*/ 39 w 59"/>
              <a:gd name="T23" fmla="*/ 11 h 109"/>
              <a:gd name="T24" fmla="*/ 58 w 59"/>
              <a:gd name="T25" fmla="*/ 20 h 109"/>
              <a:gd name="T26" fmla="*/ 52 w 59"/>
              <a:gd name="T27" fmla="*/ 27 h 109"/>
              <a:gd name="T28" fmla="*/ 48 w 59"/>
              <a:gd name="T29" fmla="*/ 27 h 109"/>
              <a:gd name="T30" fmla="*/ 42 w 59"/>
              <a:gd name="T31" fmla="*/ 25 h 109"/>
              <a:gd name="T32" fmla="*/ 36 w 59"/>
              <a:gd name="T33" fmla="*/ 47 h 109"/>
              <a:gd name="T34" fmla="*/ 52 w 59"/>
              <a:gd name="T35" fmla="*/ 54 h 109"/>
              <a:gd name="T36" fmla="*/ 59 w 59"/>
              <a:gd name="T37" fmla="*/ 70 h 109"/>
              <a:gd name="T38" fmla="*/ 52 w 59"/>
              <a:gd name="T39" fmla="*/ 88 h 109"/>
              <a:gd name="T40" fmla="*/ 32 w 59"/>
              <a:gd name="T41" fmla="*/ 97 h 109"/>
              <a:gd name="T42" fmla="*/ 30 w 59"/>
              <a:gd name="T43" fmla="*/ 108 h 109"/>
              <a:gd name="T44" fmla="*/ 22 w 59"/>
              <a:gd name="T45" fmla="*/ 109 h 109"/>
              <a:gd name="T46" fmla="*/ 17 w 59"/>
              <a:gd name="T47" fmla="*/ 34 h 109"/>
              <a:gd name="T48" fmla="*/ 20 w 59"/>
              <a:gd name="T49" fmla="*/ 40 h 109"/>
              <a:gd name="T50" fmla="*/ 27 w 59"/>
              <a:gd name="T51" fmla="*/ 45 h 109"/>
              <a:gd name="T52" fmla="*/ 24 w 59"/>
              <a:gd name="T53" fmla="*/ 24 h 109"/>
              <a:gd name="T54" fmla="*/ 18 w 59"/>
              <a:gd name="T55" fmla="*/ 30 h 109"/>
              <a:gd name="T56" fmla="*/ 45 w 59"/>
              <a:gd name="T57" fmla="*/ 72 h 109"/>
              <a:gd name="T58" fmla="*/ 42 w 59"/>
              <a:gd name="T59" fmla="*/ 65 h 109"/>
              <a:gd name="T60" fmla="*/ 35 w 59"/>
              <a:gd name="T61" fmla="*/ 61 h 109"/>
              <a:gd name="T62" fmla="*/ 42 w 59"/>
              <a:gd name="T63" fmla="*/ 8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9" h="109">
                <a:moveTo>
                  <a:pt x="23" y="97"/>
                </a:moveTo>
                <a:cubicBezTo>
                  <a:pt x="18" y="96"/>
                  <a:pt x="14" y="95"/>
                  <a:pt x="10" y="93"/>
                </a:cubicBezTo>
                <a:cubicBezTo>
                  <a:pt x="6" y="91"/>
                  <a:pt x="3" y="89"/>
                  <a:pt x="0" y="86"/>
                </a:cubicBezTo>
                <a:cubicBezTo>
                  <a:pt x="4" y="79"/>
                  <a:pt x="4" y="79"/>
                  <a:pt x="4" y="79"/>
                </a:cubicBezTo>
                <a:cubicBezTo>
                  <a:pt x="5" y="79"/>
                  <a:pt x="5" y="78"/>
                  <a:pt x="6" y="78"/>
                </a:cubicBezTo>
                <a:cubicBezTo>
                  <a:pt x="6" y="78"/>
                  <a:pt x="7" y="77"/>
                  <a:pt x="8" y="77"/>
                </a:cubicBezTo>
                <a:cubicBezTo>
                  <a:pt x="9" y="77"/>
                  <a:pt x="10" y="78"/>
                  <a:pt x="11" y="78"/>
                </a:cubicBezTo>
                <a:cubicBezTo>
                  <a:pt x="12" y="79"/>
                  <a:pt x="13" y="80"/>
                  <a:pt x="14" y="80"/>
                </a:cubicBezTo>
                <a:cubicBezTo>
                  <a:pt x="15" y="81"/>
                  <a:pt x="17" y="82"/>
                  <a:pt x="18" y="83"/>
                </a:cubicBezTo>
                <a:cubicBezTo>
                  <a:pt x="20" y="84"/>
                  <a:pt x="22" y="84"/>
                  <a:pt x="24" y="85"/>
                </a:cubicBezTo>
                <a:cubicBezTo>
                  <a:pt x="26" y="58"/>
                  <a:pt x="26" y="58"/>
                  <a:pt x="26" y="58"/>
                </a:cubicBezTo>
                <a:cubicBezTo>
                  <a:pt x="23" y="58"/>
                  <a:pt x="21" y="57"/>
                  <a:pt x="18" y="56"/>
                </a:cubicBezTo>
                <a:cubicBezTo>
                  <a:pt x="15" y="55"/>
                  <a:pt x="13" y="53"/>
                  <a:pt x="11" y="51"/>
                </a:cubicBezTo>
                <a:cubicBezTo>
                  <a:pt x="8" y="50"/>
                  <a:pt x="7" y="48"/>
                  <a:pt x="5" y="45"/>
                </a:cubicBezTo>
                <a:cubicBezTo>
                  <a:pt x="4" y="42"/>
                  <a:pt x="3" y="39"/>
                  <a:pt x="3" y="35"/>
                </a:cubicBezTo>
                <a:cubicBezTo>
                  <a:pt x="3" y="32"/>
                  <a:pt x="4" y="29"/>
                  <a:pt x="5" y="26"/>
                </a:cubicBezTo>
                <a:cubicBezTo>
                  <a:pt x="6" y="23"/>
                  <a:pt x="8" y="21"/>
                  <a:pt x="10" y="18"/>
                </a:cubicBezTo>
                <a:cubicBezTo>
                  <a:pt x="13" y="16"/>
                  <a:pt x="15" y="14"/>
                  <a:pt x="19" y="13"/>
                </a:cubicBezTo>
                <a:cubicBezTo>
                  <a:pt x="22" y="11"/>
                  <a:pt x="26" y="11"/>
                  <a:pt x="30" y="11"/>
                </a:cubicBezTo>
                <a:cubicBezTo>
                  <a:pt x="31" y="3"/>
                  <a:pt x="31" y="3"/>
                  <a:pt x="31" y="3"/>
                </a:cubicBezTo>
                <a:cubicBezTo>
                  <a:pt x="31" y="2"/>
                  <a:pt x="31" y="1"/>
                  <a:pt x="32" y="1"/>
                </a:cubicBezTo>
                <a:cubicBezTo>
                  <a:pt x="33" y="0"/>
                  <a:pt x="34" y="0"/>
                  <a:pt x="35" y="0"/>
                </a:cubicBezTo>
                <a:cubicBezTo>
                  <a:pt x="40" y="0"/>
                  <a:pt x="40" y="0"/>
                  <a:pt x="40" y="0"/>
                </a:cubicBezTo>
                <a:cubicBezTo>
                  <a:pt x="39" y="11"/>
                  <a:pt x="39" y="11"/>
                  <a:pt x="39" y="11"/>
                </a:cubicBezTo>
                <a:cubicBezTo>
                  <a:pt x="43" y="12"/>
                  <a:pt x="47" y="13"/>
                  <a:pt x="50" y="15"/>
                </a:cubicBezTo>
                <a:cubicBezTo>
                  <a:pt x="53" y="16"/>
                  <a:pt x="55" y="18"/>
                  <a:pt x="58" y="20"/>
                </a:cubicBezTo>
                <a:cubicBezTo>
                  <a:pt x="54" y="26"/>
                  <a:pt x="54" y="26"/>
                  <a:pt x="54" y="26"/>
                </a:cubicBezTo>
                <a:cubicBezTo>
                  <a:pt x="54" y="26"/>
                  <a:pt x="53" y="27"/>
                  <a:pt x="52" y="27"/>
                </a:cubicBezTo>
                <a:cubicBezTo>
                  <a:pt x="52" y="28"/>
                  <a:pt x="51" y="28"/>
                  <a:pt x="50" y="28"/>
                </a:cubicBezTo>
                <a:cubicBezTo>
                  <a:pt x="50" y="28"/>
                  <a:pt x="49" y="28"/>
                  <a:pt x="48" y="27"/>
                </a:cubicBezTo>
                <a:cubicBezTo>
                  <a:pt x="48" y="27"/>
                  <a:pt x="47" y="27"/>
                  <a:pt x="46" y="26"/>
                </a:cubicBezTo>
                <a:cubicBezTo>
                  <a:pt x="45" y="26"/>
                  <a:pt x="43" y="25"/>
                  <a:pt x="42" y="25"/>
                </a:cubicBezTo>
                <a:cubicBezTo>
                  <a:pt x="41" y="24"/>
                  <a:pt x="40" y="24"/>
                  <a:pt x="38" y="23"/>
                </a:cubicBezTo>
                <a:cubicBezTo>
                  <a:pt x="36" y="47"/>
                  <a:pt x="36" y="47"/>
                  <a:pt x="36" y="47"/>
                </a:cubicBezTo>
                <a:cubicBezTo>
                  <a:pt x="39" y="48"/>
                  <a:pt x="42" y="49"/>
                  <a:pt x="44" y="50"/>
                </a:cubicBezTo>
                <a:cubicBezTo>
                  <a:pt x="47" y="51"/>
                  <a:pt x="50" y="53"/>
                  <a:pt x="52" y="54"/>
                </a:cubicBezTo>
                <a:cubicBezTo>
                  <a:pt x="54" y="56"/>
                  <a:pt x="56" y="58"/>
                  <a:pt x="57" y="60"/>
                </a:cubicBezTo>
                <a:cubicBezTo>
                  <a:pt x="58" y="63"/>
                  <a:pt x="59" y="66"/>
                  <a:pt x="59" y="70"/>
                </a:cubicBezTo>
                <a:cubicBezTo>
                  <a:pt x="59" y="73"/>
                  <a:pt x="59" y="77"/>
                  <a:pt x="57" y="80"/>
                </a:cubicBezTo>
                <a:cubicBezTo>
                  <a:pt x="56" y="83"/>
                  <a:pt x="54" y="86"/>
                  <a:pt x="52" y="88"/>
                </a:cubicBezTo>
                <a:cubicBezTo>
                  <a:pt x="50" y="91"/>
                  <a:pt x="47" y="93"/>
                  <a:pt x="43" y="94"/>
                </a:cubicBezTo>
                <a:cubicBezTo>
                  <a:pt x="40" y="96"/>
                  <a:pt x="36" y="97"/>
                  <a:pt x="32" y="97"/>
                </a:cubicBezTo>
                <a:cubicBezTo>
                  <a:pt x="31" y="106"/>
                  <a:pt x="31" y="106"/>
                  <a:pt x="31" y="106"/>
                </a:cubicBezTo>
                <a:cubicBezTo>
                  <a:pt x="31" y="107"/>
                  <a:pt x="31" y="107"/>
                  <a:pt x="30" y="108"/>
                </a:cubicBezTo>
                <a:cubicBezTo>
                  <a:pt x="29" y="109"/>
                  <a:pt x="28" y="109"/>
                  <a:pt x="27" y="109"/>
                </a:cubicBezTo>
                <a:cubicBezTo>
                  <a:pt x="22" y="109"/>
                  <a:pt x="22" y="109"/>
                  <a:pt x="22" y="109"/>
                </a:cubicBezTo>
                <a:lnTo>
                  <a:pt x="23" y="97"/>
                </a:lnTo>
                <a:close/>
                <a:moveTo>
                  <a:pt x="17" y="34"/>
                </a:moveTo>
                <a:cubicBezTo>
                  <a:pt x="17" y="35"/>
                  <a:pt x="17" y="36"/>
                  <a:pt x="18" y="37"/>
                </a:cubicBezTo>
                <a:cubicBezTo>
                  <a:pt x="18" y="39"/>
                  <a:pt x="19" y="40"/>
                  <a:pt x="20" y="40"/>
                </a:cubicBezTo>
                <a:cubicBezTo>
                  <a:pt x="21" y="41"/>
                  <a:pt x="22" y="42"/>
                  <a:pt x="23" y="43"/>
                </a:cubicBezTo>
                <a:cubicBezTo>
                  <a:pt x="24" y="43"/>
                  <a:pt x="26" y="44"/>
                  <a:pt x="27" y="45"/>
                </a:cubicBezTo>
                <a:cubicBezTo>
                  <a:pt x="29" y="23"/>
                  <a:pt x="29" y="23"/>
                  <a:pt x="29" y="23"/>
                </a:cubicBezTo>
                <a:cubicBezTo>
                  <a:pt x="27" y="23"/>
                  <a:pt x="25" y="24"/>
                  <a:pt x="24" y="24"/>
                </a:cubicBezTo>
                <a:cubicBezTo>
                  <a:pt x="22" y="25"/>
                  <a:pt x="21" y="26"/>
                  <a:pt x="20" y="27"/>
                </a:cubicBezTo>
                <a:cubicBezTo>
                  <a:pt x="19" y="28"/>
                  <a:pt x="18" y="29"/>
                  <a:pt x="18" y="30"/>
                </a:cubicBezTo>
                <a:cubicBezTo>
                  <a:pt x="17" y="31"/>
                  <a:pt x="17" y="32"/>
                  <a:pt x="17" y="34"/>
                </a:cubicBezTo>
                <a:close/>
                <a:moveTo>
                  <a:pt x="45" y="72"/>
                </a:moveTo>
                <a:cubicBezTo>
                  <a:pt x="45" y="70"/>
                  <a:pt x="45" y="69"/>
                  <a:pt x="45" y="68"/>
                </a:cubicBezTo>
                <a:cubicBezTo>
                  <a:pt x="44" y="67"/>
                  <a:pt x="43" y="66"/>
                  <a:pt x="42" y="65"/>
                </a:cubicBezTo>
                <a:cubicBezTo>
                  <a:pt x="41" y="64"/>
                  <a:pt x="40" y="63"/>
                  <a:pt x="39" y="63"/>
                </a:cubicBezTo>
                <a:cubicBezTo>
                  <a:pt x="38" y="62"/>
                  <a:pt x="36" y="62"/>
                  <a:pt x="35" y="61"/>
                </a:cubicBezTo>
                <a:cubicBezTo>
                  <a:pt x="33" y="85"/>
                  <a:pt x="33" y="85"/>
                  <a:pt x="33" y="85"/>
                </a:cubicBezTo>
                <a:cubicBezTo>
                  <a:pt x="37" y="84"/>
                  <a:pt x="40" y="83"/>
                  <a:pt x="42" y="81"/>
                </a:cubicBezTo>
                <a:cubicBezTo>
                  <a:pt x="44" y="78"/>
                  <a:pt x="45" y="76"/>
                  <a:pt x="45" y="7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文本框 101"/>
          <p:cNvSpPr txBox="1"/>
          <p:nvPr/>
        </p:nvSpPr>
        <p:spPr>
          <a:xfrm>
            <a:off x="5202156" y="3465926"/>
            <a:ext cx="1836000" cy="830997"/>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ctr">
              <a:lnSpc>
                <a:spcPct val="120000"/>
              </a:lnSpc>
            </a:pPr>
            <a:r>
              <a:rPr lang="zh-CN" altLang="en-US" sz="1600" dirty="0">
                <a:solidFill>
                  <a:schemeClr val="tx1">
                    <a:lumMod val="65000"/>
                    <a:lumOff val="35000"/>
                  </a:schemeClr>
                </a:solidFill>
              </a:rPr>
              <a:t>添加内容</a:t>
            </a:r>
          </a:p>
        </p:txBody>
      </p:sp>
      <p:sp>
        <p:nvSpPr>
          <p:cNvPr id="103" name="文本框 102"/>
          <p:cNvSpPr txBox="1"/>
          <p:nvPr/>
        </p:nvSpPr>
        <p:spPr>
          <a:xfrm>
            <a:off x="5696738" y="927578"/>
            <a:ext cx="1005403" cy="338554"/>
          </a:xfrm>
          <a:prstGeom prst="rect">
            <a:avLst/>
          </a:prstGeom>
          <a:noFill/>
        </p:spPr>
        <p:txBody>
          <a:bodyPr wrap="none" rtlCol="0">
            <a:spAutoFit/>
          </a:bodyPr>
          <a:lstStyle/>
          <a:p>
            <a:r>
              <a:rPr lang="zh-CN" altLang="en-US" sz="1600" dirty="0">
                <a:solidFill>
                  <a:schemeClr val="bg1"/>
                </a:solidFill>
              </a:rPr>
              <a:t>添加标题</a:t>
            </a:r>
          </a:p>
        </p:txBody>
      </p:sp>
      <p:sp>
        <p:nvSpPr>
          <p:cNvPr id="104" name="文本框 103"/>
          <p:cNvSpPr txBox="1"/>
          <p:nvPr/>
        </p:nvSpPr>
        <p:spPr>
          <a:xfrm>
            <a:off x="7877175" y="2018958"/>
            <a:ext cx="1005403" cy="338554"/>
          </a:xfrm>
          <a:prstGeom prst="rect">
            <a:avLst/>
          </a:prstGeom>
          <a:noFill/>
        </p:spPr>
        <p:txBody>
          <a:bodyPr wrap="none" rtlCol="0">
            <a:spAutoFit/>
          </a:bodyPr>
          <a:lstStyle/>
          <a:p>
            <a:r>
              <a:rPr lang="zh-CN" altLang="en-US" sz="1600" dirty="0">
                <a:solidFill>
                  <a:schemeClr val="bg1"/>
                </a:solidFill>
              </a:rPr>
              <a:t>添加标题</a:t>
            </a:r>
          </a:p>
        </p:txBody>
      </p:sp>
      <p:sp>
        <p:nvSpPr>
          <p:cNvPr id="105" name="文本框 104"/>
          <p:cNvSpPr txBox="1"/>
          <p:nvPr/>
        </p:nvSpPr>
        <p:spPr>
          <a:xfrm>
            <a:off x="3408893" y="2018958"/>
            <a:ext cx="1005403" cy="338554"/>
          </a:xfrm>
          <a:prstGeom prst="rect">
            <a:avLst/>
          </a:prstGeom>
          <a:noFill/>
        </p:spPr>
        <p:txBody>
          <a:bodyPr wrap="none" rtlCol="0">
            <a:spAutoFit/>
          </a:bodyPr>
          <a:lstStyle/>
          <a:p>
            <a:r>
              <a:rPr lang="zh-CN" altLang="en-US" sz="1600" dirty="0">
                <a:solidFill>
                  <a:schemeClr val="bg1"/>
                </a:solidFill>
              </a:rPr>
              <a:t>添加标题</a:t>
            </a:r>
          </a:p>
        </p:txBody>
      </p:sp>
      <p:sp>
        <p:nvSpPr>
          <p:cNvPr id="106" name="文本框 105"/>
          <p:cNvSpPr txBox="1"/>
          <p:nvPr/>
        </p:nvSpPr>
        <p:spPr>
          <a:xfrm>
            <a:off x="2938882" y="3482109"/>
            <a:ext cx="1005403" cy="338554"/>
          </a:xfrm>
          <a:prstGeom prst="rect">
            <a:avLst/>
          </a:prstGeom>
          <a:noFill/>
        </p:spPr>
        <p:txBody>
          <a:bodyPr wrap="none" rtlCol="0">
            <a:spAutoFit/>
          </a:bodyPr>
          <a:lstStyle/>
          <a:p>
            <a:r>
              <a:rPr lang="zh-CN" altLang="en-US" sz="1600" dirty="0">
                <a:solidFill>
                  <a:schemeClr val="bg1"/>
                </a:solidFill>
              </a:rPr>
              <a:t>添加标题</a:t>
            </a:r>
          </a:p>
        </p:txBody>
      </p:sp>
      <p:sp>
        <p:nvSpPr>
          <p:cNvPr id="107" name="文本框 106"/>
          <p:cNvSpPr txBox="1"/>
          <p:nvPr/>
        </p:nvSpPr>
        <p:spPr>
          <a:xfrm>
            <a:off x="8237778" y="3482109"/>
            <a:ext cx="1005403" cy="338554"/>
          </a:xfrm>
          <a:prstGeom prst="rect">
            <a:avLst/>
          </a:prstGeom>
          <a:noFill/>
        </p:spPr>
        <p:txBody>
          <a:bodyPr wrap="none" rtlCol="0">
            <a:spAutoFit/>
          </a:bodyPr>
          <a:lstStyle/>
          <a:p>
            <a:r>
              <a:rPr lang="zh-CN" altLang="en-US" sz="1600" dirty="0">
                <a:solidFill>
                  <a:schemeClr val="bg1"/>
                </a:solidFill>
              </a:rPr>
              <a:t>添加标题</a:t>
            </a:r>
          </a:p>
        </p:txBody>
      </p:sp>
      <p:sp>
        <p:nvSpPr>
          <p:cNvPr id="108" name="文本框 107"/>
          <p:cNvSpPr txBox="1"/>
          <p:nvPr/>
        </p:nvSpPr>
        <p:spPr>
          <a:xfrm>
            <a:off x="7877175" y="4979184"/>
            <a:ext cx="1005403" cy="338554"/>
          </a:xfrm>
          <a:prstGeom prst="rect">
            <a:avLst/>
          </a:prstGeom>
          <a:noFill/>
        </p:spPr>
        <p:txBody>
          <a:bodyPr wrap="none" rtlCol="0">
            <a:spAutoFit/>
          </a:bodyPr>
          <a:lstStyle/>
          <a:p>
            <a:r>
              <a:rPr lang="zh-CN" altLang="en-US" sz="1600" dirty="0">
                <a:solidFill>
                  <a:schemeClr val="bg1"/>
                </a:solidFill>
              </a:rPr>
              <a:t>添加标题</a:t>
            </a:r>
          </a:p>
        </p:txBody>
      </p:sp>
      <p:sp>
        <p:nvSpPr>
          <p:cNvPr id="109" name="文本框 108"/>
          <p:cNvSpPr txBox="1"/>
          <p:nvPr/>
        </p:nvSpPr>
        <p:spPr>
          <a:xfrm>
            <a:off x="3408893" y="4979184"/>
            <a:ext cx="1005403" cy="338554"/>
          </a:xfrm>
          <a:prstGeom prst="rect">
            <a:avLst/>
          </a:prstGeom>
          <a:noFill/>
        </p:spPr>
        <p:txBody>
          <a:bodyPr wrap="none" rtlCol="0">
            <a:spAutoFit/>
          </a:bodyPr>
          <a:lstStyle/>
          <a:p>
            <a:r>
              <a:rPr lang="zh-CN" altLang="en-US" sz="1600" dirty="0">
                <a:solidFill>
                  <a:schemeClr val="bg1"/>
                </a:solidFill>
              </a:rPr>
              <a:t>添加标题</a:t>
            </a:r>
          </a:p>
        </p:txBody>
      </p:sp>
      <p:sp>
        <p:nvSpPr>
          <p:cNvPr id="110" name="文本框 109"/>
          <p:cNvSpPr txBox="1"/>
          <p:nvPr/>
        </p:nvSpPr>
        <p:spPr>
          <a:xfrm>
            <a:off x="5696738" y="5841212"/>
            <a:ext cx="1005403" cy="338554"/>
          </a:xfrm>
          <a:prstGeom prst="rect">
            <a:avLst/>
          </a:prstGeom>
          <a:noFill/>
        </p:spPr>
        <p:txBody>
          <a:bodyPr wrap="none" rtlCol="0">
            <a:spAutoFit/>
          </a:bodyPr>
          <a:lstStyle/>
          <a:p>
            <a:r>
              <a:rPr lang="zh-CN" altLang="en-US" sz="1600" dirty="0">
                <a:solidFill>
                  <a:schemeClr val="bg1"/>
                </a:solidFill>
              </a:rPr>
              <a:t>添加标题</a:t>
            </a:r>
          </a:p>
        </p:txBody>
      </p:sp>
      <p:sp>
        <p:nvSpPr>
          <p:cNvPr id="111" name="文本框 110"/>
          <p:cNvSpPr txBox="1"/>
          <p:nvPr/>
        </p:nvSpPr>
        <p:spPr>
          <a:xfrm>
            <a:off x="7775462" y="2313576"/>
            <a:ext cx="3234659" cy="609398"/>
          </a:xfrm>
          <a:prstGeom prst="rect">
            <a:avLst/>
          </a:prstGeom>
          <a:noFill/>
        </p:spPr>
        <p:txBody>
          <a:bodyPr wrap="square" rtlCol="0">
            <a:spAutoFit/>
          </a:bodyPr>
          <a:lstStyle/>
          <a:p>
            <a:pPr>
              <a:lnSpc>
                <a:spcPct val="120000"/>
              </a:lnSpc>
            </a:pPr>
            <a:r>
              <a:rPr lang="zh-CN" altLang="en-US" sz="1400" dirty="0">
                <a:solidFill>
                  <a:schemeClr val="tx1">
                    <a:lumMod val="65000"/>
                    <a:lumOff val="35000"/>
                  </a:schemeClr>
                </a:solidFill>
              </a:rPr>
              <a:t>添加内容添加内容添加内容添加内容添加内容</a:t>
            </a:r>
          </a:p>
        </p:txBody>
      </p:sp>
      <p:sp>
        <p:nvSpPr>
          <p:cNvPr id="114" name="文本框 113"/>
          <p:cNvSpPr txBox="1"/>
          <p:nvPr/>
        </p:nvSpPr>
        <p:spPr>
          <a:xfrm>
            <a:off x="1280192" y="2313576"/>
            <a:ext cx="3234659" cy="609398"/>
          </a:xfrm>
          <a:prstGeom prst="rect">
            <a:avLst/>
          </a:prstGeom>
          <a:noFill/>
        </p:spPr>
        <p:txBody>
          <a:bodyPr wrap="square" rtlCol="0">
            <a:spAutoFit/>
          </a:bodyPr>
          <a:lstStyle/>
          <a:p>
            <a:pPr algn="r">
              <a:lnSpc>
                <a:spcPct val="120000"/>
              </a:lnSpc>
            </a:pPr>
            <a:r>
              <a:rPr lang="zh-CN" altLang="en-US" sz="1400" dirty="0">
                <a:solidFill>
                  <a:schemeClr val="tx1">
                    <a:lumMod val="65000"/>
                    <a:lumOff val="35000"/>
                  </a:schemeClr>
                </a:solidFill>
              </a:rPr>
              <a:t>添加内容添加内容添加内容添加内容添加内容</a:t>
            </a:r>
          </a:p>
        </p:txBody>
      </p:sp>
      <p:sp>
        <p:nvSpPr>
          <p:cNvPr id="115" name="文本框 114"/>
          <p:cNvSpPr txBox="1"/>
          <p:nvPr/>
        </p:nvSpPr>
        <p:spPr>
          <a:xfrm>
            <a:off x="7775462" y="5299212"/>
            <a:ext cx="3234659" cy="609398"/>
          </a:xfrm>
          <a:prstGeom prst="rect">
            <a:avLst/>
          </a:prstGeom>
          <a:noFill/>
        </p:spPr>
        <p:txBody>
          <a:bodyPr wrap="square" rtlCol="0">
            <a:spAutoFit/>
          </a:bodyPr>
          <a:lstStyle/>
          <a:p>
            <a:pPr>
              <a:lnSpc>
                <a:spcPct val="120000"/>
              </a:lnSpc>
            </a:pPr>
            <a:r>
              <a:rPr lang="zh-CN" altLang="en-US" sz="1400" dirty="0">
                <a:solidFill>
                  <a:schemeClr val="tx1">
                    <a:lumMod val="65000"/>
                    <a:lumOff val="35000"/>
                  </a:schemeClr>
                </a:solidFill>
              </a:rPr>
              <a:t>添加内容添加内容添加内容添加内容添加内容</a:t>
            </a:r>
          </a:p>
        </p:txBody>
      </p:sp>
      <p:sp>
        <p:nvSpPr>
          <p:cNvPr id="116" name="文本框 115"/>
          <p:cNvSpPr txBox="1"/>
          <p:nvPr/>
        </p:nvSpPr>
        <p:spPr>
          <a:xfrm>
            <a:off x="1280192" y="5299212"/>
            <a:ext cx="3234659" cy="609398"/>
          </a:xfrm>
          <a:prstGeom prst="rect">
            <a:avLst/>
          </a:prstGeom>
          <a:noFill/>
        </p:spPr>
        <p:txBody>
          <a:bodyPr wrap="square" rtlCol="0">
            <a:spAutoFit/>
          </a:bodyPr>
          <a:lstStyle/>
          <a:p>
            <a:pPr algn="r">
              <a:lnSpc>
                <a:spcPct val="120000"/>
              </a:lnSpc>
            </a:pPr>
            <a:r>
              <a:rPr lang="zh-CN" altLang="en-US" sz="1400" dirty="0">
                <a:solidFill>
                  <a:schemeClr val="tx1">
                    <a:lumMod val="65000"/>
                    <a:lumOff val="35000"/>
                  </a:schemeClr>
                </a:solidFill>
              </a:rPr>
              <a:t>添加内容添加内容添加内容添加内容添加内容</a:t>
            </a:r>
          </a:p>
        </p:txBody>
      </p:sp>
      <p:sp>
        <p:nvSpPr>
          <p:cNvPr id="117" name="文本框 116"/>
          <p:cNvSpPr txBox="1"/>
          <p:nvPr/>
        </p:nvSpPr>
        <p:spPr>
          <a:xfrm>
            <a:off x="4478671" y="1287003"/>
            <a:ext cx="3234659" cy="609398"/>
          </a:xfrm>
          <a:prstGeom prst="rect">
            <a:avLst/>
          </a:prstGeom>
          <a:noFill/>
        </p:spPr>
        <p:txBody>
          <a:bodyPr wrap="square" rtlCol="0">
            <a:spAutoFit/>
          </a:bodyPr>
          <a:lstStyle/>
          <a:p>
            <a:pPr algn="just">
              <a:lnSpc>
                <a:spcPct val="120000"/>
              </a:lnSpc>
            </a:pPr>
            <a:r>
              <a:rPr lang="zh-CN" altLang="en-US" sz="1400" dirty="0">
                <a:solidFill>
                  <a:schemeClr val="tx1">
                    <a:lumMod val="65000"/>
                    <a:lumOff val="35000"/>
                  </a:schemeClr>
                </a:solidFill>
              </a:rPr>
              <a:t>添加内容添加内容添加内容添加内容添加内容</a:t>
            </a:r>
          </a:p>
        </p:txBody>
      </p:sp>
      <p:sp>
        <p:nvSpPr>
          <p:cNvPr id="118" name="文本框 117"/>
          <p:cNvSpPr txBox="1"/>
          <p:nvPr/>
        </p:nvSpPr>
        <p:spPr>
          <a:xfrm>
            <a:off x="4478671" y="6156787"/>
            <a:ext cx="3234659" cy="609398"/>
          </a:xfrm>
          <a:prstGeom prst="rect">
            <a:avLst/>
          </a:prstGeom>
          <a:noFill/>
        </p:spPr>
        <p:txBody>
          <a:bodyPr wrap="square" rtlCol="0">
            <a:spAutoFit/>
          </a:bodyPr>
          <a:lstStyle/>
          <a:p>
            <a:pPr algn="just">
              <a:lnSpc>
                <a:spcPct val="120000"/>
              </a:lnSpc>
            </a:pPr>
            <a:r>
              <a:rPr lang="zh-CN" altLang="en-US" sz="1400" dirty="0">
                <a:solidFill>
                  <a:schemeClr val="tx1">
                    <a:lumMod val="65000"/>
                    <a:lumOff val="35000"/>
                  </a:schemeClr>
                </a:solidFill>
              </a:rPr>
              <a:t>添加内容添加内容添加内容添加内容添加内容</a:t>
            </a:r>
          </a:p>
        </p:txBody>
      </p:sp>
      <p:sp>
        <p:nvSpPr>
          <p:cNvPr id="119" name="文本框 118"/>
          <p:cNvSpPr txBox="1"/>
          <p:nvPr/>
        </p:nvSpPr>
        <p:spPr>
          <a:xfrm>
            <a:off x="8200790" y="3787307"/>
            <a:ext cx="3234659" cy="609398"/>
          </a:xfrm>
          <a:prstGeom prst="rect">
            <a:avLst/>
          </a:prstGeom>
          <a:noFill/>
        </p:spPr>
        <p:txBody>
          <a:bodyPr wrap="square" rtlCol="0">
            <a:spAutoFit/>
          </a:bodyPr>
          <a:lstStyle/>
          <a:p>
            <a:pPr>
              <a:lnSpc>
                <a:spcPct val="120000"/>
              </a:lnSpc>
            </a:pPr>
            <a:r>
              <a:rPr lang="zh-CN" altLang="en-US" sz="1400" dirty="0">
                <a:solidFill>
                  <a:schemeClr val="tx1">
                    <a:lumMod val="65000"/>
                    <a:lumOff val="35000"/>
                  </a:schemeClr>
                </a:solidFill>
              </a:rPr>
              <a:t>添加内容添加内容添加内容添加内容添加内容</a:t>
            </a:r>
          </a:p>
        </p:txBody>
      </p:sp>
      <p:sp>
        <p:nvSpPr>
          <p:cNvPr id="120" name="文本框 119"/>
          <p:cNvSpPr txBox="1"/>
          <p:nvPr/>
        </p:nvSpPr>
        <p:spPr>
          <a:xfrm>
            <a:off x="834103" y="3787307"/>
            <a:ext cx="3234659" cy="609398"/>
          </a:xfrm>
          <a:prstGeom prst="rect">
            <a:avLst/>
          </a:prstGeom>
          <a:noFill/>
        </p:spPr>
        <p:txBody>
          <a:bodyPr wrap="square" rtlCol="0">
            <a:spAutoFit/>
          </a:bodyPr>
          <a:lstStyle/>
          <a:p>
            <a:pPr algn="r">
              <a:lnSpc>
                <a:spcPct val="120000"/>
              </a:lnSpc>
            </a:pPr>
            <a:r>
              <a:rPr lang="zh-CN" altLang="en-US" sz="1400" dirty="0">
                <a:solidFill>
                  <a:schemeClr val="tx1">
                    <a:lumMod val="65000"/>
                    <a:lumOff val="35000"/>
                  </a:schemeClr>
                </a:solidFill>
              </a:rPr>
              <a:t>添加内容添加内容添加内容添加内容添加内容</a:t>
            </a:r>
          </a:p>
        </p:txBody>
      </p:sp>
      <p:sp>
        <p:nvSpPr>
          <p:cNvPr id="121"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八项并列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080785229"/>
      </p:ext>
    </p:extLst>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Freeform 6"/>
          <p:cNvSpPr>
            <a:spLocks noEditPoints="1"/>
          </p:cNvSpPr>
          <p:nvPr/>
        </p:nvSpPr>
        <p:spPr bwMode="auto">
          <a:xfrm>
            <a:off x="3952875" y="3205163"/>
            <a:ext cx="1055688" cy="1055688"/>
          </a:xfrm>
          <a:custGeom>
            <a:avLst/>
            <a:gdLst>
              <a:gd name="T0" fmla="*/ 346 w 692"/>
              <a:gd name="T1" fmla="*/ 692 h 692"/>
              <a:gd name="T2" fmla="*/ 0 w 692"/>
              <a:gd name="T3" fmla="*/ 346 h 692"/>
              <a:gd name="T4" fmla="*/ 346 w 692"/>
              <a:gd name="T5" fmla="*/ 0 h 692"/>
              <a:gd name="T6" fmla="*/ 692 w 692"/>
              <a:gd name="T7" fmla="*/ 346 h 692"/>
              <a:gd name="T8" fmla="*/ 346 w 692"/>
              <a:gd name="T9" fmla="*/ 692 h 692"/>
              <a:gd name="T10" fmla="*/ 346 w 692"/>
              <a:gd name="T11" fmla="*/ 24 h 692"/>
              <a:gd name="T12" fmla="*/ 24 w 692"/>
              <a:gd name="T13" fmla="*/ 346 h 692"/>
              <a:gd name="T14" fmla="*/ 346 w 692"/>
              <a:gd name="T15" fmla="*/ 668 h 692"/>
              <a:gd name="T16" fmla="*/ 668 w 692"/>
              <a:gd name="T17" fmla="*/ 346 h 692"/>
              <a:gd name="T18" fmla="*/ 346 w 692"/>
              <a:gd name="T19" fmla="*/ 24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2" h="692">
                <a:moveTo>
                  <a:pt x="346" y="692"/>
                </a:moveTo>
                <a:cubicBezTo>
                  <a:pt x="155" y="692"/>
                  <a:pt x="0" y="537"/>
                  <a:pt x="0" y="346"/>
                </a:cubicBezTo>
                <a:cubicBezTo>
                  <a:pt x="0" y="155"/>
                  <a:pt x="155" y="0"/>
                  <a:pt x="346" y="0"/>
                </a:cubicBezTo>
                <a:cubicBezTo>
                  <a:pt x="537" y="0"/>
                  <a:pt x="692" y="155"/>
                  <a:pt x="692" y="346"/>
                </a:cubicBezTo>
                <a:cubicBezTo>
                  <a:pt x="692" y="537"/>
                  <a:pt x="537" y="692"/>
                  <a:pt x="346" y="692"/>
                </a:cubicBezTo>
                <a:close/>
                <a:moveTo>
                  <a:pt x="346" y="24"/>
                </a:moveTo>
                <a:cubicBezTo>
                  <a:pt x="169" y="24"/>
                  <a:pt x="24" y="169"/>
                  <a:pt x="24" y="346"/>
                </a:cubicBezTo>
                <a:cubicBezTo>
                  <a:pt x="24" y="524"/>
                  <a:pt x="169" y="668"/>
                  <a:pt x="346" y="668"/>
                </a:cubicBezTo>
                <a:cubicBezTo>
                  <a:pt x="524" y="668"/>
                  <a:pt x="668" y="524"/>
                  <a:pt x="668" y="346"/>
                </a:cubicBezTo>
                <a:cubicBezTo>
                  <a:pt x="668" y="169"/>
                  <a:pt x="524" y="24"/>
                  <a:pt x="346" y="24"/>
                </a:cubicBezTo>
                <a:close/>
              </a:path>
            </a:pathLst>
          </a:custGeom>
          <a:solidFill>
            <a:srgbClr val="4BB5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7"/>
          <p:cNvSpPr>
            <a:spLocks noEditPoints="1"/>
          </p:cNvSpPr>
          <p:nvPr/>
        </p:nvSpPr>
        <p:spPr bwMode="auto">
          <a:xfrm>
            <a:off x="3951288" y="1509712"/>
            <a:ext cx="1055688" cy="1057275"/>
          </a:xfrm>
          <a:custGeom>
            <a:avLst/>
            <a:gdLst>
              <a:gd name="T0" fmla="*/ 346 w 692"/>
              <a:gd name="T1" fmla="*/ 692 h 692"/>
              <a:gd name="T2" fmla="*/ 0 w 692"/>
              <a:gd name="T3" fmla="*/ 346 h 692"/>
              <a:gd name="T4" fmla="*/ 346 w 692"/>
              <a:gd name="T5" fmla="*/ 0 h 692"/>
              <a:gd name="T6" fmla="*/ 692 w 692"/>
              <a:gd name="T7" fmla="*/ 346 h 692"/>
              <a:gd name="T8" fmla="*/ 346 w 692"/>
              <a:gd name="T9" fmla="*/ 692 h 692"/>
              <a:gd name="T10" fmla="*/ 346 w 692"/>
              <a:gd name="T11" fmla="*/ 24 h 692"/>
              <a:gd name="T12" fmla="*/ 24 w 692"/>
              <a:gd name="T13" fmla="*/ 346 h 692"/>
              <a:gd name="T14" fmla="*/ 346 w 692"/>
              <a:gd name="T15" fmla="*/ 668 h 692"/>
              <a:gd name="T16" fmla="*/ 668 w 692"/>
              <a:gd name="T17" fmla="*/ 346 h 692"/>
              <a:gd name="T18" fmla="*/ 346 w 692"/>
              <a:gd name="T19" fmla="*/ 24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2" h="692">
                <a:moveTo>
                  <a:pt x="346" y="692"/>
                </a:moveTo>
                <a:cubicBezTo>
                  <a:pt x="156" y="692"/>
                  <a:pt x="0" y="537"/>
                  <a:pt x="0" y="346"/>
                </a:cubicBezTo>
                <a:cubicBezTo>
                  <a:pt x="0" y="155"/>
                  <a:pt x="156" y="0"/>
                  <a:pt x="346" y="0"/>
                </a:cubicBezTo>
                <a:cubicBezTo>
                  <a:pt x="537" y="0"/>
                  <a:pt x="692" y="155"/>
                  <a:pt x="692" y="346"/>
                </a:cubicBezTo>
                <a:cubicBezTo>
                  <a:pt x="692" y="537"/>
                  <a:pt x="537" y="692"/>
                  <a:pt x="346" y="692"/>
                </a:cubicBezTo>
                <a:close/>
                <a:moveTo>
                  <a:pt x="346" y="24"/>
                </a:moveTo>
                <a:cubicBezTo>
                  <a:pt x="169" y="24"/>
                  <a:pt x="24" y="168"/>
                  <a:pt x="24" y="346"/>
                </a:cubicBezTo>
                <a:cubicBezTo>
                  <a:pt x="24" y="523"/>
                  <a:pt x="169" y="668"/>
                  <a:pt x="346" y="668"/>
                </a:cubicBezTo>
                <a:cubicBezTo>
                  <a:pt x="524" y="668"/>
                  <a:pt x="668" y="523"/>
                  <a:pt x="668" y="346"/>
                </a:cubicBezTo>
                <a:cubicBezTo>
                  <a:pt x="668" y="168"/>
                  <a:pt x="524" y="24"/>
                  <a:pt x="346" y="24"/>
                </a:cubicBezTo>
                <a:close/>
              </a:path>
            </a:pathLst>
          </a:custGeom>
          <a:solidFill>
            <a:srgbClr val="3A8FCB"/>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 name="Freeform 8"/>
          <p:cNvSpPr>
            <a:spLocks noEditPoints="1"/>
          </p:cNvSpPr>
          <p:nvPr/>
        </p:nvSpPr>
        <p:spPr bwMode="auto">
          <a:xfrm>
            <a:off x="7189788" y="3178175"/>
            <a:ext cx="1057275" cy="1057275"/>
          </a:xfrm>
          <a:custGeom>
            <a:avLst/>
            <a:gdLst>
              <a:gd name="T0" fmla="*/ 346 w 692"/>
              <a:gd name="T1" fmla="*/ 692 h 692"/>
              <a:gd name="T2" fmla="*/ 0 w 692"/>
              <a:gd name="T3" fmla="*/ 346 h 692"/>
              <a:gd name="T4" fmla="*/ 346 w 692"/>
              <a:gd name="T5" fmla="*/ 0 h 692"/>
              <a:gd name="T6" fmla="*/ 692 w 692"/>
              <a:gd name="T7" fmla="*/ 346 h 692"/>
              <a:gd name="T8" fmla="*/ 346 w 692"/>
              <a:gd name="T9" fmla="*/ 692 h 692"/>
              <a:gd name="T10" fmla="*/ 346 w 692"/>
              <a:gd name="T11" fmla="*/ 24 h 692"/>
              <a:gd name="T12" fmla="*/ 24 w 692"/>
              <a:gd name="T13" fmla="*/ 346 h 692"/>
              <a:gd name="T14" fmla="*/ 346 w 692"/>
              <a:gd name="T15" fmla="*/ 668 h 692"/>
              <a:gd name="T16" fmla="*/ 668 w 692"/>
              <a:gd name="T17" fmla="*/ 346 h 692"/>
              <a:gd name="T18" fmla="*/ 346 w 692"/>
              <a:gd name="T19" fmla="*/ 24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2" h="692">
                <a:moveTo>
                  <a:pt x="346" y="692"/>
                </a:moveTo>
                <a:cubicBezTo>
                  <a:pt x="155" y="692"/>
                  <a:pt x="0" y="537"/>
                  <a:pt x="0" y="346"/>
                </a:cubicBezTo>
                <a:cubicBezTo>
                  <a:pt x="0" y="156"/>
                  <a:pt x="155" y="0"/>
                  <a:pt x="346" y="0"/>
                </a:cubicBezTo>
                <a:cubicBezTo>
                  <a:pt x="537" y="0"/>
                  <a:pt x="692" y="156"/>
                  <a:pt x="692" y="346"/>
                </a:cubicBezTo>
                <a:cubicBezTo>
                  <a:pt x="692" y="537"/>
                  <a:pt x="537" y="692"/>
                  <a:pt x="346" y="692"/>
                </a:cubicBezTo>
                <a:close/>
                <a:moveTo>
                  <a:pt x="346" y="24"/>
                </a:moveTo>
                <a:cubicBezTo>
                  <a:pt x="168" y="24"/>
                  <a:pt x="24" y="169"/>
                  <a:pt x="24" y="346"/>
                </a:cubicBezTo>
                <a:cubicBezTo>
                  <a:pt x="24" y="524"/>
                  <a:pt x="168" y="668"/>
                  <a:pt x="346" y="668"/>
                </a:cubicBezTo>
                <a:cubicBezTo>
                  <a:pt x="523" y="668"/>
                  <a:pt x="668" y="524"/>
                  <a:pt x="668" y="346"/>
                </a:cubicBezTo>
                <a:cubicBezTo>
                  <a:pt x="668" y="169"/>
                  <a:pt x="523" y="24"/>
                  <a:pt x="346" y="24"/>
                </a:cubicBezTo>
                <a:close/>
              </a:path>
            </a:pathLst>
          </a:custGeom>
          <a:solidFill>
            <a:srgbClr val="C954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9"/>
          <p:cNvSpPr>
            <a:spLocks noEditPoints="1"/>
          </p:cNvSpPr>
          <p:nvPr/>
        </p:nvSpPr>
        <p:spPr bwMode="auto">
          <a:xfrm>
            <a:off x="7180263" y="1533525"/>
            <a:ext cx="1055688" cy="1057275"/>
          </a:xfrm>
          <a:custGeom>
            <a:avLst/>
            <a:gdLst>
              <a:gd name="T0" fmla="*/ 346 w 692"/>
              <a:gd name="T1" fmla="*/ 0 h 692"/>
              <a:gd name="T2" fmla="*/ 0 w 692"/>
              <a:gd name="T3" fmla="*/ 346 h 692"/>
              <a:gd name="T4" fmla="*/ 204 w 692"/>
              <a:gd name="T5" fmla="*/ 662 h 692"/>
              <a:gd name="T6" fmla="*/ 244 w 692"/>
              <a:gd name="T7" fmla="*/ 677 h 692"/>
              <a:gd name="T8" fmla="*/ 346 w 692"/>
              <a:gd name="T9" fmla="*/ 692 h 692"/>
              <a:gd name="T10" fmla="*/ 448 w 692"/>
              <a:gd name="T11" fmla="*/ 677 h 692"/>
              <a:gd name="T12" fmla="*/ 484 w 692"/>
              <a:gd name="T13" fmla="*/ 663 h 692"/>
              <a:gd name="T14" fmla="*/ 692 w 692"/>
              <a:gd name="T15" fmla="*/ 346 h 692"/>
              <a:gd name="T16" fmla="*/ 346 w 692"/>
              <a:gd name="T17" fmla="*/ 0 h 692"/>
              <a:gd name="T18" fmla="*/ 484 w 692"/>
              <a:gd name="T19" fmla="*/ 637 h 692"/>
              <a:gd name="T20" fmla="*/ 346 w 692"/>
              <a:gd name="T21" fmla="*/ 668 h 692"/>
              <a:gd name="T22" fmla="*/ 204 w 692"/>
              <a:gd name="T23" fmla="*/ 635 h 692"/>
              <a:gd name="T24" fmla="*/ 24 w 692"/>
              <a:gd name="T25" fmla="*/ 346 h 692"/>
              <a:gd name="T26" fmla="*/ 346 w 692"/>
              <a:gd name="T27" fmla="*/ 24 h 692"/>
              <a:gd name="T28" fmla="*/ 668 w 692"/>
              <a:gd name="T29" fmla="*/ 346 h 692"/>
              <a:gd name="T30" fmla="*/ 484 w 692"/>
              <a:gd name="T31" fmla="*/ 637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92" h="692">
                <a:moveTo>
                  <a:pt x="346" y="0"/>
                </a:moveTo>
                <a:cubicBezTo>
                  <a:pt x="155" y="0"/>
                  <a:pt x="0" y="155"/>
                  <a:pt x="0" y="346"/>
                </a:cubicBezTo>
                <a:cubicBezTo>
                  <a:pt x="0" y="486"/>
                  <a:pt x="84" y="607"/>
                  <a:pt x="204" y="662"/>
                </a:cubicBezTo>
                <a:cubicBezTo>
                  <a:pt x="217" y="668"/>
                  <a:pt x="230" y="673"/>
                  <a:pt x="244" y="677"/>
                </a:cubicBezTo>
                <a:cubicBezTo>
                  <a:pt x="276" y="687"/>
                  <a:pt x="310" y="692"/>
                  <a:pt x="346" y="692"/>
                </a:cubicBezTo>
                <a:cubicBezTo>
                  <a:pt x="382" y="692"/>
                  <a:pt x="416" y="687"/>
                  <a:pt x="448" y="677"/>
                </a:cubicBezTo>
                <a:cubicBezTo>
                  <a:pt x="461" y="673"/>
                  <a:pt x="473" y="668"/>
                  <a:pt x="484" y="663"/>
                </a:cubicBezTo>
                <a:cubicBezTo>
                  <a:pt x="606" y="610"/>
                  <a:pt x="692" y="488"/>
                  <a:pt x="692" y="346"/>
                </a:cubicBezTo>
                <a:cubicBezTo>
                  <a:pt x="692" y="155"/>
                  <a:pt x="537" y="0"/>
                  <a:pt x="346" y="0"/>
                </a:cubicBezTo>
                <a:close/>
                <a:moveTo>
                  <a:pt x="484" y="637"/>
                </a:moveTo>
                <a:cubicBezTo>
                  <a:pt x="442" y="657"/>
                  <a:pt x="395" y="668"/>
                  <a:pt x="346" y="668"/>
                </a:cubicBezTo>
                <a:cubicBezTo>
                  <a:pt x="295" y="668"/>
                  <a:pt x="247" y="656"/>
                  <a:pt x="204" y="635"/>
                </a:cubicBezTo>
                <a:cubicBezTo>
                  <a:pt x="97" y="583"/>
                  <a:pt x="24" y="473"/>
                  <a:pt x="24" y="346"/>
                </a:cubicBezTo>
                <a:cubicBezTo>
                  <a:pt x="24" y="169"/>
                  <a:pt x="168" y="24"/>
                  <a:pt x="346" y="24"/>
                </a:cubicBezTo>
                <a:cubicBezTo>
                  <a:pt x="523" y="24"/>
                  <a:pt x="668" y="169"/>
                  <a:pt x="668" y="346"/>
                </a:cubicBezTo>
                <a:cubicBezTo>
                  <a:pt x="668" y="474"/>
                  <a:pt x="593" y="585"/>
                  <a:pt x="484" y="637"/>
                </a:cubicBezTo>
                <a:close/>
              </a:path>
            </a:pathLst>
          </a:custGeom>
          <a:solidFill>
            <a:srgbClr val="DA4D3C"/>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190" name="组合 189"/>
          <p:cNvGrpSpPr/>
          <p:nvPr/>
        </p:nvGrpSpPr>
        <p:grpSpPr>
          <a:xfrm>
            <a:off x="7370763" y="3440113"/>
            <a:ext cx="635000" cy="488950"/>
            <a:chOff x="7370763" y="3440113"/>
            <a:chExt cx="635000" cy="488950"/>
          </a:xfrm>
          <a:solidFill>
            <a:schemeClr val="tx1">
              <a:lumMod val="65000"/>
              <a:lumOff val="35000"/>
            </a:schemeClr>
          </a:solidFill>
        </p:grpSpPr>
        <p:sp>
          <p:nvSpPr>
            <p:cNvPr id="24" name="Freeform 23"/>
            <p:cNvSpPr>
              <a:spLocks/>
            </p:cNvSpPr>
            <p:nvPr/>
          </p:nvSpPr>
          <p:spPr bwMode="auto">
            <a:xfrm>
              <a:off x="7450138" y="3590925"/>
              <a:ext cx="515938" cy="338138"/>
            </a:xfrm>
            <a:custGeom>
              <a:avLst/>
              <a:gdLst>
                <a:gd name="T0" fmla="*/ 267 w 325"/>
                <a:gd name="T1" fmla="*/ 0 h 213"/>
                <a:gd name="T2" fmla="*/ 267 w 325"/>
                <a:gd name="T3" fmla="*/ 203 h 213"/>
                <a:gd name="T4" fmla="*/ 258 w 325"/>
                <a:gd name="T5" fmla="*/ 203 h 213"/>
                <a:gd name="T6" fmla="*/ 258 w 325"/>
                <a:gd name="T7" fmla="*/ 76 h 213"/>
                <a:gd name="T8" fmla="*/ 200 w 325"/>
                <a:gd name="T9" fmla="*/ 76 h 213"/>
                <a:gd name="T10" fmla="*/ 200 w 325"/>
                <a:gd name="T11" fmla="*/ 203 h 213"/>
                <a:gd name="T12" fmla="*/ 191 w 325"/>
                <a:gd name="T13" fmla="*/ 203 h 213"/>
                <a:gd name="T14" fmla="*/ 191 w 325"/>
                <a:gd name="T15" fmla="*/ 119 h 213"/>
                <a:gd name="T16" fmla="*/ 134 w 325"/>
                <a:gd name="T17" fmla="*/ 119 h 213"/>
                <a:gd name="T18" fmla="*/ 134 w 325"/>
                <a:gd name="T19" fmla="*/ 203 h 213"/>
                <a:gd name="T20" fmla="*/ 124 w 325"/>
                <a:gd name="T21" fmla="*/ 203 h 213"/>
                <a:gd name="T22" fmla="*/ 124 w 325"/>
                <a:gd name="T23" fmla="*/ 80 h 213"/>
                <a:gd name="T24" fmla="*/ 66 w 325"/>
                <a:gd name="T25" fmla="*/ 80 h 213"/>
                <a:gd name="T26" fmla="*/ 66 w 325"/>
                <a:gd name="T27" fmla="*/ 203 h 213"/>
                <a:gd name="T28" fmla="*/ 58 w 325"/>
                <a:gd name="T29" fmla="*/ 203 h 213"/>
                <a:gd name="T30" fmla="*/ 58 w 325"/>
                <a:gd name="T31" fmla="*/ 114 h 213"/>
                <a:gd name="T32" fmla="*/ 0 w 325"/>
                <a:gd name="T33" fmla="*/ 114 h 213"/>
                <a:gd name="T34" fmla="*/ 0 w 325"/>
                <a:gd name="T35" fmla="*/ 203 h 213"/>
                <a:gd name="T36" fmla="*/ 0 w 325"/>
                <a:gd name="T37" fmla="*/ 213 h 213"/>
                <a:gd name="T38" fmla="*/ 325 w 325"/>
                <a:gd name="T39" fmla="*/ 213 h 213"/>
                <a:gd name="T40" fmla="*/ 325 w 325"/>
                <a:gd name="T41" fmla="*/ 203 h 213"/>
                <a:gd name="T42" fmla="*/ 325 w 325"/>
                <a:gd name="T43" fmla="*/ 0 h 213"/>
                <a:gd name="T44" fmla="*/ 267 w 325"/>
                <a:gd name="T45" fmla="*/ 0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25" h="213">
                  <a:moveTo>
                    <a:pt x="267" y="0"/>
                  </a:moveTo>
                  <a:lnTo>
                    <a:pt x="267" y="203"/>
                  </a:lnTo>
                  <a:lnTo>
                    <a:pt x="258" y="203"/>
                  </a:lnTo>
                  <a:lnTo>
                    <a:pt x="258" y="76"/>
                  </a:lnTo>
                  <a:lnTo>
                    <a:pt x="200" y="76"/>
                  </a:lnTo>
                  <a:lnTo>
                    <a:pt x="200" y="203"/>
                  </a:lnTo>
                  <a:lnTo>
                    <a:pt x="191" y="203"/>
                  </a:lnTo>
                  <a:lnTo>
                    <a:pt x="191" y="119"/>
                  </a:lnTo>
                  <a:lnTo>
                    <a:pt x="134" y="119"/>
                  </a:lnTo>
                  <a:lnTo>
                    <a:pt x="134" y="203"/>
                  </a:lnTo>
                  <a:lnTo>
                    <a:pt x="124" y="203"/>
                  </a:lnTo>
                  <a:lnTo>
                    <a:pt x="124" y="80"/>
                  </a:lnTo>
                  <a:lnTo>
                    <a:pt x="66" y="80"/>
                  </a:lnTo>
                  <a:lnTo>
                    <a:pt x="66" y="203"/>
                  </a:lnTo>
                  <a:lnTo>
                    <a:pt x="58" y="203"/>
                  </a:lnTo>
                  <a:lnTo>
                    <a:pt x="58" y="114"/>
                  </a:lnTo>
                  <a:lnTo>
                    <a:pt x="0" y="114"/>
                  </a:lnTo>
                  <a:lnTo>
                    <a:pt x="0" y="203"/>
                  </a:lnTo>
                  <a:lnTo>
                    <a:pt x="0" y="213"/>
                  </a:lnTo>
                  <a:lnTo>
                    <a:pt x="325" y="213"/>
                  </a:lnTo>
                  <a:lnTo>
                    <a:pt x="325" y="203"/>
                  </a:lnTo>
                  <a:lnTo>
                    <a:pt x="325" y="0"/>
                  </a:lnTo>
                  <a:lnTo>
                    <a:pt x="26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Oval 24"/>
            <p:cNvSpPr>
              <a:spLocks noChangeArrowheads="1"/>
            </p:cNvSpPr>
            <p:nvPr/>
          </p:nvSpPr>
          <p:spPr bwMode="auto">
            <a:xfrm>
              <a:off x="7370763" y="3730625"/>
              <a:ext cx="49213" cy="571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25"/>
            <p:cNvSpPr>
              <a:spLocks/>
            </p:cNvSpPr>
            <p:nvPr/>
          </p:nvSpPr>
          <p:spPr bwMode="auto">
            <a:xfrm>
              <a:off x="7940675" y="3440113"/>
              <a:ext cx="65088" cy="73025"/>
            </a:xfrm>
            <a:custGeom>
              <a:avLst/>
              <a:gdLst>
                <a:gd name="T0" fmla="*/ 0 w 41"/>
                <a:gd name="T1" fmla="*/ 1 h 46"/>
                <a:gd name="T2" fmla="*/ 14 w 41"/>
                <a:gd name="T3" fmla="*/ 23 h 46"/>
                <a:gd name="T4" fmla="*/ 29 w 41"/>
                <a:gd name="T5" fmla="*/ 46 h 46"/>
                <a:gd name="T6" fmla="*/ 41 w 41"/>
                <a:gd name="T7" fmla="*/ 0 h 46"/>
                <a:gd name="T8" fmla="*/ 0 w 41"/>
                <a:gd name="T9" fmla="*/ 1 h 46"/>
              </a:gdLst>
              <a:ahLst/>
              <a:cxnLst>
                <a:cxn ang="0">
                  <a:pos x="T0" y="T1"/>
                </a:cxn>
                <a:cxn ang="0">
                  <a:pos x="T2" y="T3"/>
                </a:cxn>
                <a:cxn ang="0">
                  <a:pos x="T4" y="T5"/>
                </a:cxn>
                <a:cxn ang="0">
                  <a:pos x="T6" y="T7"/>
                </a:cxn>
                <a:cxn ang="0">
                  <a:pos x="T8" y="T9"/>
                </a:cxn>
              </a:cxnLst>
              <a:rect l="0" t="0" r="r" b="b"/>
              <a:pathLst>
                <a:path w="41" h="46">
                  <a:moveTo>
                    <a:pt x="0" y="1"/>
                  </a:moveTo>
                  <a:lnTo>
                    <a:pt x="14" y="23"/>
                  </a:lnTo>
                  <a:lnTo>
                    <a:pt x="29" y="46"/>
                  </a:lnTo>
                  <a:lnTo>
                    <a:pt x="41"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26"/>
            <p:cNvSpPr>
              <a:spLocks/>
            </p:cNvSpPr>
            <p:nvPr/>
          </p:nvSpPr>
          <p:spPr bwMode="auto">
            <a:xfrm>
              <a:off x="7418388" y="3476625"/>
              <a:ext cx="539750" cy="266700"/>
            </a:xfrm>
            <a:custGeom>
              <a:avLst/>
              <a:gdLst>
                <a:gd name="T0" fmla="*/ 181 w 354"/>
                <a:gd name="T1" fmla="*/ 152 h 175"/>
                <a:gd name="T2" fmla="*/ 184 w 354"/>
                <a:gd name="T3" fmla="*/ 156 h 175"/>
                <a:gd name="T4" fmla="*/ 188 w 354"/>
                <a:gd name="T5" fmla="*/ 153 h 175"/>
                <a:gd name="T6" fmla="*/ 354 w 354"/>
                <a:gd name="T7" fmla="*/ 9 h 175"/>
                <a:gd name="T8" fmla="*/ 351 w 354"/>
                <a:gd name="T9" fmla="*/ 5 h 175"/>
                <a:gd name="T10" fmla="*/ 348 w 354"/>
                <a:gd name="T11" fmla="*/ 0 h 175"/>
                <a:gd name="T12" fmla="*/ 186 w 354"/>
                <a:gd name="T13" fmla="*/ 140 h 175"/>
                <a:gd name="T14" fmla="*/ 128 w 354"/>
                <a:gd name="T15" fmla="*/ 60 h 175"/>
                <a:gd name="T16" fmla="*/ 125 w 354"/>
                <a:gd name="T17" fmla="*/ 56 h 175"/>
                <a:gd name="T18" fmla="*/ 121 w 354"/>
                <a:gd name="T19" fmla="*/ 59 h 175"/>
                <a:gd name="T20" fmla="*/ 0 w 354"/>
                <a:gd name="T21" fmla="*/ 165 h 175"/>
                <a:gd name="T22" fmla="*/ 6 w 354"/>
                <a:gd name="T23" fmla="*/ 175 h 175"/>
                <a:gd name="T24" fmla="*/ 124 w 354"/>
                <a:gd name="T25" fmla="*/ 72 h 175"/>
                <a:gd name="T26" fmla="*/ 181 w 354"/>
                <a:gd name="T27" fmla="*/ 152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4" h="175">
                  <a:moveTo>
                    <a:pt x="181" y="152"/>
                  </a:moveTo>
                  <a:cubicBezTo>
                    <a:pt x="184" y="156"/>
                    <a:pt x="184" y="156"/>
                    <a:pt x="184" y="156"/>
                  </a:cubicBezTo>
                  <a:cubicBezTo>
                    <a:pt x="188" y="153"/>
                    <a:pt x="188" y="153"/>
                    <a:pt x="188" y="153"/>
                  </a:cubicBezTo>
                  <a:cubicBezTo>
                    <a:pt x="354" y="9"/>
                    <a:pt x="354" y="9"/>
                    <a:pt x="354" y="9"/>
                  </a:cubicBezTo>
                  <a:cubicBezTo>
                    <a:pt x="351" y="5"/>
                    <a:pt x="351" y="5"/>
                    <a:pt x="351" y="5"/>
                  </a:cubicBezTo>
                  <a:cubicBezTo>
                    <a:pt x="348" y="0"/>
                    <a:pt x="348" y="0"/>
                    <a:pt x="348" y="0"/>
                  </a:cubicBezTo>
                  <a:cubicBezTo>
                    <a:pt x="186" y="140"/>
                    <a:pt x="186" y="140"/>
                    <a:pt x="186" y="140"/>
                  </a:cubicBezTo>
                  <a:cubicBezTo>
                    <a:pt x="128" y="60"/>
                    <a:pt x="128" y="60"/>
                    <a:pt x="128" y="60"/>
                  </a:cubicBezTo>
                  <a:cubicBezTo>
                    <a:pt x="125" y="56"/>
                    <a:pt x="125" y="56"/>
                    <a:pt x="125" y="56"/>
                  </a:cubicBezTo>
                  <a:cubicBezTo>
                    <a:pt x="121" y="59"/>
                    <a:pt x="121" y="59"/>
                    <a:pt x="121" y="59"/>
                  </a:cubicBezTo>
                  <a:cubicBezTo>
                    <a:pt x="0" y="165"/>
                    <a:pt x="0" y="165"/>
                    <a:pt x="0" y="165"/>
                  </a:cubicBezTo>
                  <a:cubicBezTo>
                    <a:pt x="2" y="168"/>
                    <a:pt x="4" y="171"/>
                    <a:pt x="6" y="175"/>
                  </a:cubicBezTo>
                  <a:cubicBezTo>
                    <a:pt x="124" y="72"/>
                    <a:pt x="124" y="72"/>
                    <a:pt x="124" y="72"/>
                  </a:cubicBezTo>
                  <a:lnTo>
                    <a:pt x="181"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8" name="Freeform 27"/>
          <p:cNvSpPr>
            <a:spLocks noEditPoints="1"/>
          </p:cNvSpPr>
          <p:nvPr/>
        </p:nvSpPr>
        <p:spPr bwMode="auto">
          <a:xfrm>
            <a:off x="5573713" y="1533525"/>
            <a:ext cx="1057275" cy="1057275"/>
          </a:xfrm>
          <a:custGeom>
            <a:avLst/>
            <a:gdLst>
              <a:gd name="T0" fmla="*/ 346 w 692"/>
              <a:gd name="T1" fmla="*/ 692 h 692"/>
              <a:gd name="T2" fmla="*/ 0 w 692"/>
              <a:gd name="T3" fmla="*/ 346 h 692"/>
              <a:gd name="T4" fmla="*/ 346 w 692"/>
              <a:gd name="T5" fmla="*/ 0 h 692"/>
              <a:gd name="T6" fmla="*/ 692 w 692"/>
              <a:gd name="T7" fmla="*/ 346 h 692"/>
              <a:gd name="T8" fmla="*/ 346 w 692"/>
              <a:gd name="T9" fmla="*/ 692 h 692"/>
              <a:gd name="T10" fmla="*/ 346 w 692"/>
              <a:gd name="T11" fmla="*/ 24 h 692"/>
              <a:gd name="T12" fmla="*/ 24 w 692"/>
              <a:gd name="T13" fmla="*/ 346 h 692"/>
              <a:gd name="T14" fmla="*/ 346 w 692"/>
              <a:gd name="T15" fmla="*/ 668 h 692"/>
              <a:gd name="T16" fmla="*/ 668 w 692"/>
              <a:gd name="T17" fmla="*/ 346 h 692"/>
              <a:gd name="T18" fmla="*/ 346 w 692"/>
              <a:gd name="T19" fmla="*/ 24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2" h="692">
                <a:moveTo>
                  <a:pt x="346" y="692"/>
                </a:moveTo>
                <a:cubicBezTo>
                  <a:pt x="155" y="692"/>
                  <a:pt x="0" y="537"/>
                  <a:pt x="0" y="346"/>
                </a:cubicBezTo>
                <a:cubicBezTo>
                  <a:pt x="0" y="155"/>
                  <a:pt x="155" y="0"/>
                  <a:pt x="346" y="0"/>
                </a:cubicBezTo>
                <a:cubicBezTo>
                  <a:pt x="537" y="0"/>
                  <a:pt x="692" y="155"/>
                  <a:pt x="692" y="346"/>
                </a:cubicBezTo>
                <a:cubicBezTo>
                  <a:pt x="692" y="537"/>
                  <a:pt x="537" y="692"/>
                  <a:pt x="346" y="692"/>
                </a:cubicBezTo>
                <a:close/>
                <a:moveTo>
                  <a:pt x="346" y="24"/>
                </a:moveTo>
                <a:cubicBezTo>
                  <a:pt x="168" y="24"/>
                  <a:pt x="24" y="169"/>
                  <a:pt x="24" y="346"/>
                </a:cubicBezTo>
                <a:cubicBezTo>
                  <a:pt x="24" y="524"/>
                  <a:pt x="168" y="668"/>
                  <a:pt x="346" y="668"/>
                </a:cubicBezTo>
                <a:cubicBezTo>
                  <a:pt x="524" y="668"/>
                  <a:pt x="668" y="524"/>
                  <a:pt x="668" y="346"/>
                </a:cubicBezTo>
                <a:cubicBezTo>
                  <a:pt x="668" y="169"/>
                  <a:pt x="524" y="24"/>
                  <a:pt x="346" y="24"/>
                </a:cubicBezTo>
                <a:close/>
              </a:path>
            </a:pathLst>
          </a:custGeom>
          <a:solidFill>
            <a:srgbClr val="8F58A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9" name="Freeform 28"/>
          <p:cNvSpPr>
            <a:spLocks noEditPoints="1"/>
          </p:cNvSpPr>
          <p:nvPr/>
        </p:nvSpPr>
        <p:spPr bwMode="auto">
          <a:xfrm>
            <a:off x="5568950" y="4772025"/>
            <a:ext cx="1057275" cy="1057275"/>
          </a:xfrm>
          <a:custGeom>
            <a:avLst/>
            <a:gdLst>
              <a:gd name="T0" fmla="*/ 346 w 692"/>
              <a:gd name="T1" fmla="*/ 692 h 692"/>
              <a:gd name="T2" fmla="*/ 0 w 692"/>
              <a:gd name="T3" fmla="*/ 346 h 692"/>
              <a:gd name="T4" fmla="*/ 346 w 692"/>
              <a:gd name="T5" fmla="*/ 0 h 692"/>
              <a:gd name="T6" fmla="*/ 692 w 692"/>
              <a:gd name="T7" fmla="*/ 346 h 692"/>
              <a:gd name="T8" fmla="*/ 346 w 692"/>
              <a:gd name="T9" fmla="*/ 692 h 692"/>
              <a:gd name="T10" fmla="*/ 346 w 692"/>
              <a:gd name="T11" fmla="*/ 24 h 692"/>
              <a:gd name="T12" fmla="*/ 24 w 692"/>
              <a:gd name="T13" fmla="*/ 346 h 692"/>
              <a:gd name="T14" fmla="*/ 346 w 692"/>
              <a:gd name="T15" fmla="*/ 668 h 692"/>
              <a:gd name="T16" fmla="*/ 668 w 692"/>
              <a:gd name="T17" fmla="*/ 346 h 692"/>
              <a:gd name="T18" fmla="*/ 346 w 692"/>
              <a:gd name="T19" fmla="*/ 24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2" h="692">
                <a:moveTo>
                  <a:pt x="346" y="692"/>
                </a:moveTo>
                <a:cubicBezTo>
                  <a:pt x="155" y="692"/>
                  <a:pt x="0" y="537"/>
                  <a:pt x="0" y="346"/>
                </a:cubicBezTo>
                <a:cubicBezTo>
                  <a:pt x="0" y="155"/>
                  <a:pt x="155" y="0"/>
                  <a:pt x="346" y="0"/>
                </a:cubicBezTo>
                <a:cubicBezTo>
                  <a:pt x="537" y="0"/>
                  <a:pt x="692" y="155"/>
                  <a:pt x="692" y="346"/>
                </a:cubicBezTo>
                <a:cubicBezTo>
                  <a:pt x="692" y="537"/>
                  <a:pt x="537" y="692"/>
                  <a:pt x="346" y="692"/>
                </a:cubicBezTo>
                <a:close/>
                <a:moveTo>
                  <a:pt x="346" y="24"/>
                </a:moveTo>
                <a:cubicBezTo>
                  <a:pt x="169" y="24"/>
                  <a:pt x="24" y="168"/>
                  <a:pt x="24" y="346"/>
                </a:cubicBezTo>
                <a:cubicBezTo>
                  <a:pt x="24" y="524"/>
                  <a:pt x="169" y="668"/>
                  <a:pt x="346" y="668"/>
                </a:cubicBezTo>
                <a:cubicBezTo>
                  <a:pt x="524" y="668"/>
                  <a:pt x="668" y="524"/>
                  <a:pt x="668" y="346"/>
                </a:cubicBezTo>
                <a:cubicBezTo>
                  <a:pt x="668" y="168"/>
                  <a:pt x="524" y="24"/>
                  <a:pt x="346" y="24"/>
                </a:cubicBezTo>
                <a:close/>
              </a:path>
            </a:pathLst>
          </a:custGeom>
          <a:solidFill>
            <a:srgbClr val="E7BE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29"/>
          <p:cNvSpPr>
            <a:spLocks noEditPoints="1"/>
          </p:cNvSpPr>
          <p:nvPr/>
        </p:nvSpPr>
        <p:spPr bwMode="auto">
          <a:xfrm>
            <a:off x="5313363" y="2894013"/>
            <a:ext cx="1577975" cy="1579563"/>
          </a:xfrm>
          <a:custGeom>
            <a:avLst/>
            <a:gdLst>
              <a:gd name="T0" fmla="*/ 517 w 1034"/>
              <a:gd name="T1" fmla="*/ 1034 h 1034"/>
              <a:gd name="T2" fmla="*/ 0 w 1034"/>
              <a:gd name="T3" fmla="*/ 517 h 1034"/>
              <a:gd name="T4" fmla="*/ 517 w 1034"/>
              <a:gd name="T5" fmla="*/ 0 h 1034"/>
              <a:gd name="T6" fmla="*/ 1034 w 1034"/>
              <a:gd name="T7" fmla="*/ 517 h 1034"/>
              <a:gd name="T8" fmla="*/ 517 w 1034"/>
              <a:gd name="T9" fmla="*/ 1034 h 1034"/>
              <a:gd name="T10" fmla="*/ 517 w 1034"/>
              <a:gd name="T11" fmla="*/ 24 h 1034"/>
              <a:gd name="T12" fmla="*/ 24 w 1034"/>
              <a:gd name="T13" fmla="*/ 517 h 1034"/>
              <a:gd name="T14" fmla="*/ 517 w 1034"/>
              <a:gd name="T15" fmla="*/ 1010 h 1034"/>
              <a:gd name="T16" fmla="*/ 1010 w 1034"/>
              <a:gd name="T17" fmla="*/ 517 h 1034"/>
              <a:gd name="T18" fmla="*/ 517 w 1034"/>
              <a:gd name="T19" fmla="*/ 24 h 10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34" h="1034">
                <a:moveTo>
                  <a:pt x="517" y="1034"/>
                </a:moveTo>
                <a:cubicBezTo>
                  <a:pt x="232" y="1034"/>
                  <a:pt x="0" y="802"/>
                  <a:pt x="0" y="517"/>
                </a:cubicBezTo>
                <a:cubicBezTo>
                  <a:pt x="0" y="232"/>
                  <a:pt x="232" y="0"/>
                  <a:pt x="517" y="0"/>
                </a:cubicBezTo>
                <a:cubicBezTo>
                  <a:pt x="802" y="0"/>
                  <a:pt x="1034" y="232"/>
                  <a:pt x="1034" y="517"/>
                </a:cubicBezTo>
                <a:cubicBezTo>
                  <a:pt x="1034" y="802"/>
                  <a:pt x="802" y="1034"/>
                  <a:pt x="517" y="1034"/>
                </a:cubicBezTo>
                <a:close/>
                <a:moveTo>
                  <a:pt x="517" y="24"/>
                </a:moveTo>
                <a:cubicBezTo>
                  <a:pt x="245" y="24"/>
                  <a:pt x="24" y="245"/>
                  <a:pt x="24" y="517"/>
                </a:cubicBezTo>
                <a:cubicBezTo>
                  <a:pt x="24" y="789"/>
                  <a:pt x="245" y="1010"/>
                  <a:pt x="517" y="1010"/>
                </a:cubicBezTo>
                <a:cubicBezTo>
                  <a:pt x="789" y="1010"/>
                  <a:pt x="1010" y="789"/>
                  <a:pt x="1010" y="517"/>
                </a:cubicBezTo>
                <a:cubicBezTo>
                  <a:pt x="1010" y="245"/>
                  <a:pt x="789" y="24"/>
                  <a:pt x="517" y="24"/>
                </a:cubicBezTo>
                <a:close/>
              </a:path>
            </a:pathLst>
          </a:custGeom>
          <a:solidFill>
            <a:srgbClr val="34485D"/>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6" name="Freeform 65"/>
          <p:cNvSpPr>
            <a:spLocks noEditPoints="1"/>
          </p:cNvSpPr>
          <p:nvPr/>
        </p:nvSpPr>
        <p:spPr bwMode="auto">
          <a:xfrm>
            <a:off x="7178675" y="4764088"/>
            <a:ext cx="1055688" cy="1055688"/>
          </a:xfrm>
          <a:custGeom>
            <a:avLst/>
            <a:gdLst>
              <a:gd name="T0" fmla="*/ 346 w 692"/>
              <a:gd name="T1" fmla="*/ 692 h 692"/>
              <a:gd name="T2" fmla="*/ 0 w 692"/>
              <a:gd name="T3" fmla="*/ 346 h 692"/>
              <a:gd name="T4" fmla="*/ 346 w 692"/>
              <a:gd name="T5" fmla="*/ 0 h 692"/>
              <a:gd name="T6" fmla="*/ 692 w 692"/>
              <a:gd name="T7" fmla="*/ 346 h 692"/>
              <a:gd name="T8" fmla="*/ 346 w 692"/>
              <a:gd name="T9" fmla="*/ 692 h 692"/>
              <a:gd name="T10" fmla="*/ 346 w 692"/>
              <a:gd name="T11" fmla="*/ 24 h 692"/>
              <a:gd name="T12" fmla="*/ 24 w 692"/>
              <a:gd name="T13" fmla="*/ 346 h 692"/>
              <a:gd name="T14" fmla="*/ 346 w 692"/>
              <a:gd name="T15" fmla="*/ 668 h 692"/>
              <a:gd name="T16" fmla="*/ 668 w 692"/>
              <a:gd name="T17" fmla="*/ 346 h 692"/>
              <a:gd name="T18" fmla="*/ 346 w 692"/>
              <a:gd name="T19" fmla="*/ 24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2" h="692">
                <a:moveTo>
                  <a:pt x="346" y="692"/>
                </a:moveTo>
                <a:cubicBezTo>
                  <a:pt x="156" y="692"/>
                  <a:pt x="0" y="536"/>
                  <a:pt x="0" y="346"/>
                </a:cubicBezTo>
                <a:cubicBezTo>
                  <a:pt x="0" y="155"/>
                  <a:pt x="156" y="0"/>
                  <a:pt x="346" y="0"/>
                </a:cubicBezTo>
                <a:cubicBezTo>
                  <a:pt x="537" y="0"/>
                  <a:pt x="692" y="155"/>
                  <a:pt x="692" y="346"/>
                </a:cubicBezTo>
                <a:cubicBezTo>
                  <a:pt x="692" y="536"/>
                  <a:pt x="537" y="692"/>
                  <a:pt x="346" y="692"/>
                </a:cubicBezTo>
                <a:close/>
                <a:moveTo>
                  <a:pt x="346" y="24"/>
                </a:moveTo>
                <a:cubicBezTo>
                  <a:pt x="169" y="24"/>
                  <a:pt x="24" y="168"/>
                  <a:pt x="24" y="346"/>
                </a:cubicBezTo>
                <a:cubicBezTo>
                  <a:pt x="24" y="523"/>
                  <a:pt x="169" y="668"/>
                  <a:pt x="346" y="668"/>
                </a:cubicBezTo>
                <a:cubicBezTo>
                  <a:pt x="524" y="668"/>
                  <a:pt x="668" y="523"/>
                  <a:pt x="668" y="346"/>
                </a:cubicBezTo>
                <a:cubicBezTo>
                  <a:pt x="668" y="168"/>
                  <a:pt x="524" y="24"/>
                  <a:pt x="346" y="24"/>
                </a:cubicBezTo>
                <a:close/>
              </a:path>
            </a:pathLst>
          </a:custGeom>
          <a:solidFill>
            <a:srgbClr val="EA98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72"/>
          <p:cNvSpPr>
            <a:spLocks noEditPoints="1"/>
          </p:cNvSpPr>
          <p:nvPr/>
        </p:nvSpPr>
        <p:spPr bwMode="auto">
          <a:xfrm>
            <a:off x="3941763" y="4762500"/>
            <a:ext cx="1055688" cy="1055688"/>
          </a:xfrm>
          <a:custGeom>
            <a:avLst/>
            <a:gdLst>
              <a:gd name="T0" fmla="*/ 346 w 692"/>
              <a:gd name="T1" fmla="*/ 692 h 692"/>
              <a:gd name="T2" fmla="*/ 0 w 692"/>
              <a:gd name="T3" fmla="*/ 346 h 692"/>
              <a:gd name="T4" fmla="*/ 346 w 692"/>
              <a:gd name="T5" fmla="*/ 0 h 692"/>
              <a:gd name="T6" fmla="*/ 692 w 692"/>
              <a:gd name="T7" fmla="*/ 346 h 692"/>
              <a:gd name="T8" fmla="*/ 346 w 692"/>
              <a:gd name="T9" fmla="*/ 692 h 692"/>
              <a:gd name="T10" fmla="*/ 346 w 692"/>
              <a:gd name="T11" fmla="*/ 24 h 692"/>
              <a:gd name="T12" fmla="*/ 24 w 692"/>
              <a:gd name="T13" fmla="*/ 346 h 692"/>
              <a:gd name="T14" fmla="*/ 346 w 692"/>
              <a:gd name="T15" fmla="*/ 668 h 692"/>
              <a:gd name="T16" fmla="*/ 668 w 692"/>
              <a:gd name="T17" fmla="*/ 346 h 692"/>
              <a:gd name="T18" fmla="*/ 346 w 692"/>
              <a:gd name="T19" fmla="*/ 24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2" h="692">
                <a:moveTo>
                  <a:pt x="346" y="692"/>
                </a:moveTo>
                <a:cubicBezTo>
                  <a:pt x="155" y="692"/>
                  <a:pt x="0" y="536"/>
                  <a:pt x="0" y="346"/>
                </a:cubicBezTo>
                <a:cubicBezTo>
                  <a:pt x="0" y="155"/>
                  <a:pt x="155" y="0"/>
                  <a:pt x="346" y="0"/>
                </a:cubicBezTo>
                <a:cubicBezTo>
                  <a:pt x="537" y="0"/>
                  <a:pt x="692" y="155"/>
                  <a:pt x="692" y="346"/>
                </a:cubicBezTo>
                <a:cubicBezTo>
                  <a:pt x="692" y="536"/>
                  <a:pt x="537" y="692"/>
                  <a:pt x="346" y="692"/>
                </a:cubicBezTo>
                <a:close/>
                <a:moveTo>
                  <a:pt x="346" y="24"/>
                </a:moveTo>
                <a:cubicBezTo>
                  <a:pt x="168" y="24"/>
                  <a:pt x="24" y="168"/>
                  <a:pt x="24" y="346"/>
                </a:cubicBezTo>
                <a:cubicBezTo>
                  <a:pt x="24" y="523"/>
                  <a:pt x="168" y="668"/>
                  <a:pt x="346" y="668"/>
                </a:cubicBezTo>
                <a:cubicBezTo>
                  <a:pt x="523" y="668"/>
                  <a:pt x="668" y="523"/>
                  <a:pt x="668" y="346"/>
                </a:cubicBezTo>
                <a:cubicBezTo>
                  <a:pt x="668" y="168"/>
                  <a:pt x="523" y="24"/>
                  <a:pt x="346" y="24"/>
                </a:cubicBezTo>
                <a:close/>
              </a:path>
            </a:pathLst>
          </a:custGeom>
          <a:solidFill>
            <a:srgbClr val="21998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2" name="Freeform 81"/>
          <p:cNvSpPr>
            <a:spLocks/>
          </p:cNvSpPr>
          <p:nvPr/>
        </p:nvSpPr>
        <p:spPr bwMode="auto">
          <a:xfrm>
            <a:off x="6100763" y="2579688"/>
            <a:ext cx="0" cy="333375"/>
          </a:xfrm>
          <a:custGeom>
            <a:avLst/>
            <a:gdLst>
              <a:gd name="T0" fmla="*/ 210 h 210"/>
              <a:gd name="T1" fmla="*/ 0 h 210"/>
              <a:gd name="T2" fmla="*/ 210 h 210"/>
            </a:gdLst>
            <a:ahLst/>
            <a:cxnLst>
              <a:cxn ang="0">
                <a:pos x="0" y="T0"/>
              </a:cxn>
              <a:cxn ang="0">
                <a:pos x="0" y="T1"/>
              </a:cxn>
              <a:cxn ang="0">
                <a:pos x="0" y="T2"/>
              </a:cxn>
            </a:cxnLst>
            <a:rect l="0" t="0" r="r" b="b"/>
            <a:pathLst>
              <a:path h="210">
                <a:moveTo>
                  <a:pt x="0" y="210"/>
                </a:moveTo>
                <a:lnTo>
                  <a:pt x="0" y="0"/>
                </a:lnTo>
                <a:lnTo>
                  <a:pt x="0" y="210"/>
                </a:lnTo>
                <a:close/>
              </a:path>
            </a:pathLst>
          </a:custGeom>
          <a:solidFill>
            <a:srgbClr val="6CA9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Line 82"/>
          <p:cNvSpPr>
            <a:spLocks noChangeShapeType="1"/>
          </p:cNvSpPr>
          <p:nvPr/>
        </p:nvSpPr>
        <p:spPr bwMode="auto">
          <a:xfrm flipV="1">
            <a:off x="6100763" y="2579688"/>
            <a:ext cx="0" cy="333375"/>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Rectangle 83"/>
          <p:cNvSpPr>
            <a:spLocks noChangeArrowheads="1"/>
          </p:cNvSpPr>
          <p:nvPr/>
        </p:nvSpPr>
        <p:spPr bwMode="auto">
          <a:xfrm>
            <a:off x="6081713" y="2579688"/>
            <a:ext cx="36513" cy="333375"/>
          </a:xfrm>
          <a:prstGeom prst="rect">
            <a:avLst/>
          </a:prstGeom>
          <a:solidFill>
            <a:srgbClr val="8F58A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5" name="Oval 84"/>
          <p:cNvSpPr>
            <a:spLocks noChangeArrowheads="1"/>
          </p:cNvSpPr>
          <p:nvPr/>
        </p:nvSpPr>
        <p:spPr bwMode="auto">
          <a:xfrm>
            <a:off x="6051550" y="2536825"/>
            <a:ext cx="93663" cy="92075"/>
          </a:xfrm>
          <a:prstGeom prst="ellipse">
            <a:avLst/>
          </a:prstGeom>
          <a:solidFill>
            <a:srgbClr val="F7F7F7"/>
          </a:solidFill>
          <a:ln w="38100">
            <a:solidFill>
              <a:srgbClr val="8F58A0"/>
            </a:solidFill>
          </a:ln>
        </p:spPr>
        <p:txBody>
          <a:bodyPr vert="horz" wrap="square" lIns="91440" tIns="45720" rIns="91440" bIns="45720" numCol="1" anchor="t" anchorCtr="0" compatLnSpc="1">
            <a:prstTxWarp prst="textNoShape">
              <a:avLst/>
            </a:prstTxWarp>
          </a:bodyPr>
          <a:lstStyle/>
          <a:p>
            <a:endParaRPr lang="zh-CN" altLang="en-US"/>
          </a:p>
        </p:txBody>
      </p:sp>
      <p:sp>
        <p:nvSpPr>
          <p:cNvPr id="87" name="Oval 86"/>
          <p:cNvSpPr>
            <a:spLocks noChangeArrowheads="1"/>
          </p:cNvSpPr>
          <p:nvPr/>
        </p:nvSpPr>
        <p:spPr bwMode="auto">
          <a:xfrm>
            <a:off x="6056313" y="2865438"/>
            <a:ext cx="92075" cy="93663"/>
          </a:xfrm>
          <a:prstGeom prst="ellipse">
            <a:avLst/>
          </a:prstGeom>
          <a:solidFill>
            <a:srgbClr val="F7F7F7"/>
          </a:solidFill>
          <a:ln w="38100">
            <a:solidFill>
              <a:srgbClr val="8F58A0"/>
            </a:solidFill>
          </a:ln>
        </p:spPr>
        <p:txBody>
          <a:bodyPr vert="horz" wrap="square" lIns="91440" tIns="45720" rIns="91440" bIns="45720" numCol="1" anchor="t" anchorCtr="0" compatLnSpc="1">
            <a:prstTxWarp prst="textNoShape">
              <a:avLst/>
            </a:prstTxWarp>
          </a:bodyPr>
          <a:lstStyle/>
          <a:p>
            <a:endParaRPr lang="zh-CN" altLang="en-US"/>
          </a:p>
        </p:txBody>
      </p:sp>
      <p:sp>
        <p:nvSpPr>
          <p:cNvPr id="89" name="Freeform 88"/>
          <p:cNvSpPr>
            <a:spLocks/>
          </p:cNvSpPr>
          <p:nvPr/>
        </p:nvSpPr>
        <p:spPr bwMode="auto">
          <a:xfrm>
            <a:off x="6097588" y="4449763"/>
            <a:ext cx="0" cy="331788"/>
          </a:xfrm>
          <a:custGeom>
            <a:avLst/>
            <a:gdLst>
              <a:gd name="T0" fmla="*/ 209 h 209"/>
              <a:gd name="T1" fmla="*/ 0 h 209"/>
              <a:gd name="T2" fmla="*/ 209 h 209"/>
            </a:gdLst>
            <a:ahLst/>
            <a:cxnLst>
              <a:cxn ang="0">
                <a:pos x="0" y="T0"/>
              </a:cxn>
              <a:cxn ang="0">
                <a:pos x="0" y="T1"/>
              </a:cxn>
              <a:cxn ang="0">
                <a:pos x="0" y="T2"/>
              </a:cxn>
            </a:cxnLst>
            <a:rect l="0" t="0" r="r" b="b"/>
            <a:pathLst>
              <a:path h="209">
                <a:moveTo>
                  <a:pt x="0" y="209"/>
                </a:moveTo>
                <a:lnTo>
                  <a:pt x="0" y="0"/>
                </a:lnTo>
                <a:lnTo>
                  <a:pt x="0" y="209"/>
                </a:lnTo>
                <a:close/>
              </a:path>
            </a:pathLst>
          </a:custGeom>
          <a:solidFill>
            <a:srgbClr val="6CA9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Line 89"/>
          <p:cNvSpPr>
            <a:spLocks noChangeShapeType="1"/>
          </p:cNvSpPr>
          <p:nvPr/>
        </p:nvSpPr>
        <p:spPr bwMode="auto">
          <a:xfrm flipV="1">
            <a:off x="6097588" y="4449763"/>
            <a:ext cx="0" cy="331788"/>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Rectangle 90"/>
          <p:cNvSpPr>
            <a:spLocks noChangeArrowheads="1"/>
          </p:cNvSpPr>
          <p:nvPr/>
        </p:nvSpPr>
        <p:spPr bwMode="auto">
          <a:xfrm>
            <a:off x="6078538" y="4449763"/>
            <a:ext cx="36513" cy="331788"/>
          </a:xfrm>
          <a:prstGeom prst="rect">
            <a:avLst/>
          </a:prstGeom>
          <a:solidFill>
            <a:srgbClr val="E7BE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Oval 91"/>
          <p:cNvSpPr>
            <a:spLocks noChangeArrowheads="1"/>
          </p:cNvSpPr>
          <p:nvPr/>
        </p:nvSpPr>
        <p:spPr bwMode="auto">
          <a:xfrm>
            <a:off x="6049963" y="4406900"/>
            <a:ext cx="92075" cy="90488"/>
          </a:xfrm>
          <a:prstGeom prst="ellipse">
            <a:avLst/>
          </a:prstGeom>
          <a:solidFill>
            <a:srgbClr val="F7F7F7"/>
          </a:solidFill>
          <a:ln w="38100">
            <a:solidFill>
              <a:srgbClr val="E7BE22"/>
            </a:solidFill>
          </a:ln>
        </p:spPr>
        <p:txBody>
          <a:bodyPr vert="horz" wrap="square" lIns="91440" tIns="45720" rIns="91440" bIns="45720" numCol="1" anchor="t" anchorCtr="0" compatLnSpc="1">
            <a:prstTxWarp prst="textNoShape">
              <a:avLst/>
            </a:prstTxWarp>
          </a:bodyPr>
          <a:lstStyle/>
          <a:p>
            <a:endParaRPr lang="zh-CN" altLang="en-US"/>
          </a:p>
        </p:txBody>
      </p:sp>
      <p:sp>
        <p:nvSpPr>
          <p:cNvPr id="94" name="Oval 93"/>
          <p:cNvSpPr>
            <a:spLocks noChangeArrowheads="1"/>
          </p:cNvSpPr>
          <p:nvPr/>
        </p:nvSpPr>
        <p:spPr bwMode="auto">
          <a:xfrm>
            <a:off x="6051550" y="4745038"/>
            <a:ext cx="93663" cy="92075"/>
          </a:xfrm>
          <a:prstGeom prst="ellipse">
            <a:avLst/>
          </a:prstGeom>
          <a:solidFill>
            <a:srgbClr val="F7F7F7"/>
          </a:solidFill>
          <a:ln w="38100">
            <a:solidFill>
              <a:srgbClr val="E7BE22"/>
            </a:solidFill>
          </a:ln>
        </p:spPr>
        <p:txBody>
          <a:bodyPr vert="horz" wrap="square" lIns="91440" tIns="45720" rIns="91440" bIns="45720" numCol="1" anchor="t" anchorCtr="0" compatLnSpc="1">
            <a:prstTxWarp prst="textNoShape">
              <a:avLst/>
            </a:prstTxWarp>
          </a:bodyPr>
          <a:lstStyle/>
          <a:p>
            <a:endParaRPr lang="zh-CN" altLang="en-US"/>
          </a:p>
        </p:txBody>
      </p:sp>
      <p:sp>
        <p:nvSpPr>
          <p:cNvPr id="96" name="Freeform 95"/>
          <p:cNvSpPr>
            <a:spLocks/>
          </p:cNvSpPr>
          <p:nvPr/>
        </p:nvSpPr>
        <p:spPr bwMode="auto">
          <a:xfrm>
            <a:off x="4983163" y="3711575"/>
            <a:ext cx="333375" cy="0"/>
          </a:xfrm>
          <a:custGeom>
            <a:avLst/>
            <a:gdLst>
              <a:gd name="T0" fmla="*/ 210 w 210"/>
              <a:gd name="T1" fmla="*/ 0 w 210"/>
              <a:gd name="T2" fmla="*/ 210 w 210"/>
            </a:gdLst>
            <a:ahLst/>
            <a:cxnLst>
              <a:cxn ang="0">
                <a:pos x="T0" y="0"/>
              </a:cxn>
              <a:cxn ang="0">
                <a:pos x="T1" y="0"/>
              </a:cxn>
              <a:cxn ang="0">
                <a:pos x="T2" y="0"/>
              </a:cxn>
            </a:cxnLst>
            <a:rect l="0" t="0" r="r" b="b"/>
            <a:pathLst>
              <a:path w="210">
                <a:moveTo>
                  <a:pt x="210" y="0"/>
                </a:moveTo>
                <a:lnTo>
                  <a:pt x="0" y="0"/>
                </a:lnTo>
                <a:lnTo>
                  <a:pt x="210" y="0"/>
                </a:lnTo>
                <a:close/>
              </a:path>
            </a:pathLst>
          </a:custGeom>
          <a:solidFill>
            <a:srgbClr val="6CA9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Line 96"/>
          <p:cNvSpPr>
            <a:spLocks noChangeShapeType="1"/>
          </p:cNvSpPr>
          <p:nvPr/>
        </p:nvSpPr>
        <p:spPr bwMode="auto">
          <a:xfrm flipH="1">
            <a:off x="4983163" y="3711575"/>
            <a:ext cx="33337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Rectangle 97"/>
          <p:cNvSpPr>
            <a:spLocks noChangeArrowheads="1"/>
          </p:cNvSpPr>
          <p:nvPr/>
        </p:nvSpPr>
        <p:spPr bwMode="auto">
          <a:xfrm>
            <a:off x="4983163" y="3692525"/>
            <a:ext cx="333375" cy="38100"/>
          </a:xfrm>
          <a:prstGeom prst="rect">
            <a:avLst/>
          </a:prstGeom>
          <a:solidFill>
            <a:srgbClr val="4BB5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Oval 98"/>
          <p:cNvSpPr>
            <a:spLocks noChangeArrowheads="1"/>
          </p:cNvSpPr>
          <p:nvPr/>
        </p:nvSpPr>
        <p:spPr bwMode="auto">
          <a:xfrm>
            <a:off x="4940300" y="3663950"/>
            <a:ext cx="92075" cy="92075"/>
          </a:xfrm>
          <a:prstGeom prst="ellipse">
            <a:avLst/>
          </a:prstGeom>
          <a:solidFill>
            <a:srgbClr val="F7F7F7"/>
          </a:solidFill>
          <a:ln w="38100">
            <a:solidFill>
              <a:srgbClr val="4BB56D"/>
            </a:solidFill>
          </a:ln>
        </p:spPr>
        <p:txBody>
          <a:bodyPr vert="horz" wrap="square" lIns="91440" tIns="45720" rIns="91440" bIns="45720" numCol="1" anchor="t" anchorCtr="0" compatLnSpc="1">
            <a:prstTxWarp prst="textNoShape">
              <a:avLst/>
            </a:prstTxWarp>
          </a:bodyPr>
          <a:lstStyle/>
          <a:p>
            <a:endParaRPr lang="zh-CN" altLang="en-US"/>
          </a:p>
        </p:txBody>
      </p:sp>
      <p:sp>
        <p:nvSpPr>
          <p:cNvPr id="101" name="Oval 100"/>
          <p:cNvSpPr>
            <a:spLocks noChangeArrowheads="1"/>
          </p:cNvSpPr>
          <p:nvPr/>
        </p:nvSpPr>
        <p:spPr bwMode="auto">
          <a:xfrm>
            <a:off x="5270500" y="3667125"/>
            <a:ext cx="90488" cy="93663"/>
          </a:xfrm>
          <a:prstGeom prst="ellipse">
            <a:avLst/>
          </a:prstGeom>
          <a:solidFill>
            <a:srgbClr val="F7F7F7"/>
          </a:solidFill>
          <a:ln w="38100">
            <a:solidFill>
              <a:srgbClr val="4BB56D"/>
            </a:solidFill>
          </a:ln>
        </p:spPr>
        <p:txBody>
          <a:bodyPr vert="horz" wrap="square" lIns="91440" tIns="45720" rIns="91440" bIns="45720" numCol="1" anchor="t" anchorCtr="0" compatLnSpc="1">
            <a:prstTxWarp prst="textNoShape">
              <a:avLst/>
            </a:prstTxWarp>
          </a:bodyPr>
          <a:lstStyle/>
          <a:p>
            <a:endParaRPr lang="zh-CN" altLang="en-US"/>
          </a:p>
        </p:txBody>
      </p:sp>
      <p:sp>
        <p:nvSpPr>
          <p:cNvPr id="103" name="Freeform 102"/>
          <p:cNvSpPr>
            <a:spLocks/>
          </p:cNvSpPr>
          <p:nvPr/>
        </p:nvSpPr>
        <p:spPr bwMode="auto">
          <a:xfrm>
            <a:off x="6872288" y="3709988"/>
            <a:ext cx="333375" cy="0"/>
          </a:xfrm>
          <a:custGeom>
            <a:avLst/>
            <a:gdLst>
              <a:gd name="T0" fmla="*/ 210 w 210"/>
              <a:gd name="T1" fmla="*/ 0 w 210"/>
              <a:gd name="T2" fmla="*/ 210 w 210"/>
            </a:gdLst>
            <a:ahLst/>
            <a:cxnLst>
              <a:cxn ang="0">
                <a:pos x="T0" y="0"/>
              </a:cxn>
              <a:cxn ang="0">
                <a:pos x="T1" y="0"/>
              </a:cxn>
              <a:cxn ang="0">
                <a:pos x="T2" y="0"/>
              </a:cxn>
            </a:cxnLst>
            <a:rect l="0" t="0" r="r" b="b"/>
            <a:pathLst>
              <a:path w="210">
                <a:moveTo>
                  <a:pt x="210" y="0"/>
                </a:moveTo>
                <a:lnTo>
                  <a:pt x="0" y="0"/>
                </a:lnTo>
                <a:lnTo>
                  <a:pt x="210" y="0"/>
                </a:lnTo>
                <a:close/>
              </a:path>
            </a:pathLst>
          </a:custGeom>
          <a:solidFill>
            <a:srgbClr val="6CA9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Line 103"/>
          <p:cNvSpPr>
            <a:spLocks noChangeShapeType="1"/>
          </p:cNvSpPr>
          <p:nvPr/>
        </p:nvSpPr>
        <p:spPr bwMode="auto">
          <a:xfrm flipH="1">
            <a:off x="6872288" y="3709988"/>
            <a:ext cx="333375" cy="0"/>
          </a:xfrm>
          <a:prstGeom prst="line">
            <a:avLst/>
          </a:prstGeom>
          <a:solidFill>
            <a:srgbClr val="DA4D3C"/>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5" name="Rectangle 104"/>
          <p:cNvSpPr>
            <a:spLocks noChangeArrowheads="1"/>
          </p:cNvSpPr>
          <p:nvPr/>
        </p:nvSpPr>
        <p:spPr bwMode="auto">
          <a:xfrm>
            <a:off x="6872288" y="3690938"/>
            <a:ext cx="333375" cy="38100"/>
          </a:xfrm>
          <a:prstGeom prst="rect">
            <a:avLst/>
          </a:prstGeom>
          <a:solidFill>
            <a:srgbClr val="C95419"/>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6" name="Oval 105"/>
          <p:cNvSpPr>
            <a:spLocks noChangeArrowheads="1"/>
          </p:cNvSpPr>
          <p:nvPr/>
        </p:nvSpPr>
        <p:spPr bwMode="auto">
          <a:xfrm>
            <a:off x="6831013" y="3660775"/>
            <a:ext cx="90488" cy="93663"/>
          </a:xfrm>
          <a:prstGeom prst="ellipse">
            <a:avLst/>
          </a:prstGeom>
          <a:solidFill>
            <a:srgbClr val="F7F7F7"/>
          </a:solidFill>
          <a:ln w="38100">
            <a:solidFill>
              <a:srgbClr val="C95419"/>
            </a:solidFill>
          </a:ln>
        </p:spPr>
        <p:txBody>
          <a:bodyPr vert="horz" wrap="square" lIns="91440" tIns="45720" rIns="91440" bIns="45720" numCol="1" anchor="t" anchorCtr="0" compatLnSpc="1">
            <a:prstTxWarp prst="textNoShape">
              <a:avLst/>
            </a:prstTxWarp>
          </a:bodyPr>
          <a:lstStyle/>
          <a:p>
            <a:endParaRPr lang="zh-CN" altLang="en-US"/>
          </a:p>
        </p:txBody>
      </p:sp>
      <p:sp>
        <p:nvSpPr>
          <p:cNvPr id="108" name="Oval 107"/>
          <p:cNvSpPr>
            <a:spLocks noChangeArrowheads="1"/>
          </p:cNvSpPr>
          <p:nvPr/>
        </p:nvSpPr>
        <p:spPr bwMode="auto">
          <a:xfrm>
            <a:off x="7159625" y="3665538"/>
            <a:ext cx="92075" cy="92075"/>
          </a:xfrm>
          <a:prstGeom prst="ellipse">
            <a:avLst/>
          </a:prstGeom>
          <a:solidFill>
            <a:srgbClr val="F7F7F7"/>
          </a:solidFill>
          <a:ln w="38100">
            <a:solidFill>
              <a:srgbClr val="C95419"/>
            </a:solidFill>
          </a:ln>
        </p:spPr>
        <p:txBody>
          <a:bodyPr vert="horz" wrap="square" lIns="91440" tIns="45720" rIns="91440" bIns="45720" numCol="1" anchor="t" anchorCtr="0" compatLnSpc="1">
            <a:prstTxWarp prst="textNoShape">
              <a:avLst/>
            </a:prstTxWarp>
          </a:bodyPr>
          <a:lstStyle/>
          <a:p>
            <a:endParaRPr lang="zh-CN" altLang="en-US"/>
          </a:p>
        </p:txBody>
      </p:sp>
      <p:sp>
        <p:nvSpPr>
          <p:cNvPr id="110" name="Freeform 109"/>
          <p:cNvSpPr>
            <a:spLocks/>
          </p:cNvSpPr>
          <p:nvPr/>
        </p:nvSpPr>
        <p:spPr bwMode="auto">
          <a:xfrm>
            <a:off x="6635750" y="4224338"/>
            <a:ext cx="712788" cy="714375"/>
          </a:xfrm>
          <a:custGeom>
            <a:avLst/>
            <a:gdLst>
              <a:gd name="T0" fmla="*/ 0 w 449"/>
              <a:gd name="T1" fmla="*/ 0 h 450"/>
              <a:gd name="T2" fmla="*/ 449 w 449"/>
              <a:gd name="T3" fmla="*/ 450 h 450"/>
              <a:gd name="T4" fmla="*/ 0 w 449"/>
              <a:gd name="T5" fmla="*/ 0 h 450"/>
            </a:gdLst>
            <a:ahLst/>
            <a:cxnLst>
              <a:cxn ang="0">
                <a:pos x="T0" y="T1"/>
              </a:cxn>
              <a:cxn ang="0">
                <a:pos x="T2" y="T3"/>
              </a:cxn>
              <a:cxn ang="0">
                <a:pos x="T4" y="T5"/>
              </a:cxn>
            </a:cxnLst>
            <a:rect l="0" t="0" r="r" b="b"/>
            <a:pathLst>
              <a:path w="449" h="450">
                <a:moveTo>
                  <a:pt x="0" y="0"/>
                </a:moveTo>
                <a:lnTo>
                  <a:pt x="449" y="450"/>
                </a:lnTo>
                <a:lnTo>
                  <a:pt x="0" y="0"/>
                </a:lnTo>
                <a:close/>
              </a:path>
            </a:pathLst>
          </a:custGeom>
          <a:solidFill>
            <a:srgbClr val="6CA9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Line 110"/>
          <p:cNvSpPr>
            <a:spLocks noChangeShapeType="1"/>
          </p:cNvSpPr>
          <p:nvPr/>
        </p:nvSpPr>
        <p:spPr bwMode="auto">
          <a:xfrm>
            <a:off x="6635750" y="4224338"/>
            <a:ext cx="712788" cy="714375"/>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111"/>
          <p:cNvSpPr>
            <a:spLocks/>
          </p:cNvSpPr>
          <p:nvPr/>
        </p:nvSpPr>
        <p:spPr bwMode="auto">
          <a:xfrm>
            <a:off x="6623050" y="4211638"/>
            <a:ext cx="738188" cy="739775"/>
          </a:xfrm>
          <a:custGeom>
            <a:avLst/>
            <a:gdLst>
              <a:gd name="T0" fmla="*/ 449 w 465"/>
              <a:gd name="T1" fmla="*/ 466 h 466"/>
              <a:gd name="T2" fmla="*/ 0 w 465"/>
              <a:gd name="T3" fmla="*/ 17 h 466"/>
              <a:gd name="T4" fmla="*/ 16 w 465"/>
              <a:gd name="T5" fmla="*/ 0 h 466"/>
              <a:gd name="T6" fmla="*/ 465 w 465"/>
              <a:gd name="T7" fmla="*/ 450 h 466"/>
              <a:gd name="T8" fmla="*/ 449 w 465"/>
              <a:gd name="T9" fmla="*/ 466 h 466"/>
            </a:gdLst>
            <a:ahLst/>
            <a:cxnLst>
              <a:cxn ang="0">
                <a:pos x="T0" y="T1"/>
              </a:cxn>
              <a:cxn ang="0">
                <a:pos x="T2" y="T3"/>
              </a:cxn>
              <a:cxn ang="0">
                <a:pos x="T4" y="T5"/>
              </a:cxn>
              <a:cxn ang="0">
                <a:pos x="T6" y="T7"/>
              </a:cxn>
              <a:cxn ang="0">
                <a:pos x="T8" y="T9"/>
              </a:cxn>
            </a:cxnLst>
            <a:rect l="0" t="0" r="r" b="b"/>
            <a:pathLst>
              <a:path w="465" h="466">
                <a:moveTo>
                  <a:pt x="449" y="466"/>
                </a:moveTo>
                <a:lnTo>
                  <a:pt x="0" y="17"/>
                </a:lnTo>
                <a:lnTo>
                  <a:pt x="16" y="0"/>
                </a:lnTo>
                <a:lnTo>
                  <a:pt x="465" y="450"/>
                </a:lnTo>
                <a:lnTo>
                  <a:pt x="449" y="466"/>
                </a:lnTo>
                <a:close/>
              </a:path>
            </a:pathLst>
          </a:custGeom>
          <a:solidFill>
            <a:srgbClr val="EA98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Oval 112"/>
          <p:cNvSpPr>
            <a:spLocks noChangeArrowheads="1"/>
          </p:cNvSpPr>
          <p:nvPr/>
        </p:nvSpPr>
        <p:spPr bwMode="auto">
          <a:xfrm>
            <a:off x="7296150" y="4891088"/>
            <a:ext cx="92075" cy="93663"/>
          </a:xfrm>
          <a:prstGeom prst="ellipse">
            <a:avLst/>
          </a:prstGeom>
          <a:solidFill>
            <a:srgbClr val="F7F7F7"/>
          </a:solidFill>
          <a:ln w="38100">
            <a:solidFill>
              <a:srgbClr val="EA981E"/>
            </a:solidFill>
          </a:ln>
        </p:spPr>
        <p:txBody>
          <a:bodyPr vert="horz" wrap="square" lIns="91440" tIns="45720" rIns="91440" bIns="45720" numCol="1" anchor="t" anchorCtr="0" compatLnSpc="1">
            <a:prstTxWarp prst="textNoShape">
              <a:avLst/>
            </a:prstTxWarp>
          </a:bodyPr>
          <a:lstStyle/>
          <a:p>
            <a:endParaRPr lang="zh-CN" altLang="en-US"/>
          </a:p>
        </p:txBody>
      </p:sp>
      <p:sp>
        <p:nvSpPr>
          <p:cNvPr id="115" name="Oval 114"/>
          <p:cNvSpPr>
            <a:spLocks noChangeArrowheads="1"/>
          </p:cNvSpPr>
          <p:nvPr/>
        </p:nvSpPr>
        <p:spPr bwMode="auto">
          <a:xfrm>
            <a:off x="6588125" y="4178300"/>
            <a:ext cx="92075" cy="93663"/>
          </a:xfrm>
          <a:prstGeom prst="ellipse">
            <a:avLst/>
          </a:prstGeom>
          <a:solidFill>
            <a:srgbClr val="F7F7F7"/>
          </a:solidFill>
          <a:ln w="38100">
            <a:solidFill>
              <a:srgbClr val="EA981E"/>
            </a:solidFill>
          </a:ln>
        </p:spPr>
        <p:txBody>
          <a:bodyPr vert="horz" wrap="square" lIns="91440" tIns="45720" rIns="91440" bIns="45720" numCol="1" anchor="t" anchorCtr="0" compatLnSpc="1">
            <a:prstTxWarp prst="textNoShape">
              <a:avLst/>
            </a:prstTxWarp>
          </a:bodyPr>
          <a:lstStyle/>
          <a:p>
            <a:endParaRPr lang="zh-CN" altLang="en-US"/>
          </a:p>
        </p:txBody>
      </p:sp>
      <p:sp>
        <p:nvSpPr>
          <p:cNvPr id="117" name="Freeform 116"/>
          <p:cNvSpPr>
            <a:spLocks/>
          </p:cNvSpPr>
          <p:nvPr/>
        </p:nvSpPr>
        <p:spPr bwMode="auto">
          <a:xfrm>
            <a:off x="4822825" y="2446338"/>
            <a:ext cx="712788" cy="712788"/>
          </a:xfrm>
          <a:custGeom>
            <a:avLst/>
            <a:gdLst>
              <a:gd name="T0" fmla="*/ 0 w 449"/>
              <a:gd name="T1" fmla="*/ 0 h 449"/>
              <a:gd name="T2" fmla="*/ 449 w 449"/>
              <a:gd name="T3" fmla="*/ 449 h 449"/>
              <a:gd name="T4" fmla="*/ 0 w 449"/>
              <a:gd name="T5" fmla="*/ 0 h 449"/>
            </a:gdLst>
            <a:ahLst/>
            <a:cxnLst>
              <a:cxn ang="0">
                <a:pos x="T0" y="T1"/>
              </a:cxn>
              <a:cxn ang="0">
                <a:pos x="T2" y="T3"/>
              </a:cxn>
              <a:cxn ang="0">
                <a:pos x="T4" y="T5"/>
              </a:cxn>
            </a:cxnLst>
            <a:rect l="0" t="0" r="r" b="b"/>
            <a:pathLst>
              <a:path w="449" h="449">
                <a:moveTo>
                  <a:pt x="0" y="0"/>
                </a:moveTo>
                <a:lnTo>
                  <a:pt x="449" y="449"/>
                </a:lnTo>
                <a:lnTo>
                  <a:pt x="0" y="0"/>
                </a:lnTo>
                <a:close/>
              </a:path>
            </a:pathLst>
          </a:custGeom>
          <a:solidFill>
            <a:srgbClr val="6CA9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Line 117"/>
          <p:cNvSpPr>
            <a:spLocks noChangeShapeType="1"/>
          </p:cNvSpPr>
          <p:nvPr/>
        </p:nvSpPr>
        <p:spPr bwMode="auto">
          <a:xfrm>
            <a:off x="4822825" y="2446338"/>
            <a:ext cx="712788" cy="7127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118"/>
          <p:cNvSpPr>
            <a:spLocks/>
          </p:cNvSpPr>
          <p:nvPr/>
        </p:nvSpPr>
        <p:spPr bwMode="auto">
          <a:xfrm>
            <a:off x="4810125" y="2432050"/>
            <a:ext cx="739775" cy="739775"/>
          </a:xfrm>
          <a:custGeom>
            <a:avLst/>
            <a:gdLst>
              <a:gd name="T0" fmla="*/ 449 w 466"/>
              <a:gd name="T1" fmla="*/ 466 h 466"/>
              <a:gd name="T2" fmla="*/ 0 w 466"/>
              <a:gd name="T3" fmla="*/ 16 h 466"/>
              <a:gd name="T4" fmla="*/ 16 w 466"/>
              <a:gd name="T5" fmla="*/ 0 h 466"/>
              <a:gd name="T6" fmla="*/ 466 w 466"/>
              <a:gd name="T7" fmla="*/ 450 h 466"/>
              <a:gd name="T8" fmla="*/ 449 w 466"/>
              <a:gd name="T9" fmla="*/ 466 h 466"/>
            </a:gdLst>
            <a:ahLst/>
            <a:cxnLst>
              <a:cxn ang="0">
                <a:pos x="T0" y="T1"/>
              </a:cxn>
              <a:cxn ang="0">
                <a:pos x="T2" y="T3"/>
              </a:cxn>
              <a:cxn ang="0">
                <a:pos x="T4" y="T5"/>
              </a:cxn>
              <a:cxn ang="0">
                <a:pos x="T6" y="T7"/>
              </a:cxn>
              <a:cxn ang="0">
                <a:pos x="T8" y="T9"/>
              </a:cxn>
            </a:cxnLst>
            <a:rect l="0" t="0" r="r" b="b"/>
            <a:pathLst>
              <a:path w="466" h="466">
                <a:moveTo>
                  <a:pt x="449" y="466"/>
                </a:moveTo>
                <a:lnTo>
                  <a:pt x="0" y="16"/>
                </a:lnTo>
                <a:lnTo>
                  <a:pt x="16" y="0"/>
                </a:lnTo>
                <a:lnTo>
                  <a:pt x="466" y="450"/>
                </a:lnTo>
                <a:lnTo>
                  <a:pt x="449" y="466"/>
                </a:lnTo>
                <a:close/>
              </a:path>
            </a:pathLst>
          </a:custGeom>
          <a:solidFill>
            <a:srgbClr val="3A8FCB"/>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0" name="Oval 119"/>
          <p:cNvSpPr>
            <a:spLocks noChangeArrowheads="1"/>
          </p:cNvSpPr>
          <p:nvPr/>
        </p:nvSpPr>
        <p:spPr bwMode="auto">
          <a:xfrm>
            <a:off x="5481638" y="3113088"/>
            <a:ext cx="93663" cy="92075"/>
          </a:xfrm>
          <a:prstGeom prst="ellipse">
            <a:avLst/>
          </a:prstGeom>
          <a:solidFill>
            <a:srgbClr val="F7F7F7"/>
          </a:solidFill>
          <a:ln w="38100">
            <a:solidFill>
              <a:srgbClr val="3A8FCB"/>
            </a:solidFill>
          </a:ln>
        </p:spPr>
        <p:txBody>
          <a:bodyPr vert="horz" wrap="square" lIns="91440" tIns="45720" rIns="91440" bIns="45720" numCol="1" anchor="t" anchorCtr="0" compatLnSpc="1">
            <a:prstTxWarp prst="textNoShape">
              <a:avLst/>
            </a:prstTxWarp>
          </a:bodyPr>
          <a:lstStyle/>
          <a:p>
            <a:endParaRPr lang="zh-CN" altLang="en-US"/>
          </a:p>
        </p:txBody>
      </p:sp>
      <p:sp>
        <p:nvSpPr>
          <p:cNvPr id="122" name="Oval 121"/>
          <p:cNvSpPr>
            <a:spLocks noChangeArrowheads="1"/>
          </p:cNvSpPr>
          <p:nvPr/>
        </p:nvSpPr>
        <p:spPr bwMode="auto">
          <a:xfrm>
            <a:off x="4773613" y="2400300"/>
            <a:ext cx="93663" cy="90488"/>
          </a:xfrm>
          <a:prstGeom prst="ellipse">
            <a:avLst/>
          </a:prstGeom>
          <a:solidFill>
            <a:srgbClr val="F7F7F7"/>
          </a:solidFill>
          <a:ln w="38100">
            <a:solidFill>
              <a:srgbClr val="3A8FCB"/>
            </a:solidFill>
          </a:ln>
        </p:spPr>
        <p:txBody>
          <a:bodyPr vert="horz" wrap="square" lIns="91440" tIns="45720" rIns="91440" bIns="45720" numCol="1" anchor="t" anchorCtr="0" compatLnSpc="1">
            <a:prstTxWarp prst="textNoShape">
              <a:avLst/>
            </a:prstTxWarp>
          </a:bodyPr>
          <a:lstStyle/>
          <a:p>
            <a:endParaRPr lang="zh-CN" altLang="en-US"/>
          </a:p>
        </p:txBody>
      </p:sp>
      <p:sp>
        <p:nvSpPr>
          <p:cNvPr id="124" name="Freeform 123"/>
          <p:cNvSpPr>
            <a:spLocks/>
          </p:cNvSpPr>
          <p:nvPr/>
        </p:nvSpPr>
        <p:spPr bwMode="auto">
          <a:xfrm>
            <a:off x="4860925" y="4241800"/>
            <a:ext cx="714375" cy="712788"/>
          </a:xfrm>
          <a:custGeom>
            <a:avLst/>
            <a:gdLst>
              <a:gd name="T0" fmla="*/ 0 w 450"/>
              <a:gd name="T1" fmla="*/ 449 h 449"/>
              <a:gd name="T2" fmla="*/ 450 w 450"/>
              <a:gd name="T3" fmla="*/ 0 h 449"/>
              <a:gd name="T4" fmla="*/ 0 w 450"/>
              <a:gd name="T5" fmla="*/ 449 h 449"/>
            </a:gdLst>
            <a:ahLst/>
            <a:cxnLst>
              <a:cxn ang="0">
                <a:pos x="T0" y="T1"/>
              </a:cxn>
              <a:cxn ang="0">
                <a:pos x="T2" y="T3"/>
              </a:cxn>
              <a:cxn ang="0">
                <a:pos x="T4" y="T5"/>
              </a:cxn>
            </a:cxnLst>
            <a:rect l="0" t="0" r="r" b="b"/>
            <a:pathLst>
              <a:path w="450" h="449">
                <a:moveTo>
                  <a:pt x="0" y="449"/>
                </a:moveTo>
                <a:lnTo>
                  <a:pt x="450" y="0"/>
                </a:lnTo>
                <a:lnTo>
                  <a:pt x="0" y="449"/>
                </a:lnTo>
                <a:close/>
              </a:path>
            </a:pathLst>
          </a:custGeom>
          <a:solidFill>
            <a:srgbClr val="6CA9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Line 124"/>
          <p:cNvSpPr>
            <a:spLocks noChangeShapeType="1"/>
          </p:cNvSpPr>
          <p:nvPr/>
        </p:nvSpPr>
        <p:spPr bwMode="auto">
          <a:xfrm flipV="1">
            <a:off x="4860925" y="4241800"/>
            <a:ext cx="714375" cy="712788"/>
          </a:xfrm>
          <a:prstGeom prst="line">
            <a:avLst/>
          </a:prstGeom>
          <a:solidFill>
            <a:srgbClr val="2199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125"/>
          <p:cNvSpPr>
            <a:spLocks/>
          </p:cNvSpPr>
          <p:nvPr/>
        </p:nvSpPr>
        <p:spPr bwMode="auto">
          <a:xfrm>
            <a:off x="4848225" y="4227513"/>
            <a:ext cx="739775" cy="741363"/>
          </a:xfrm>
          <a:custGeom>
            <a:avLst/>
            <a:gdLst>
              <a:gd name="T0" fmla="*/ 17 w 466"/>
              <a:gd name="T1" fmla="*/ 467 h 467"/>
              <a:gd name="T2" fmla="*/ 0 w 466"/>
              <a:gd name="T3" fmla="*/ 450 h 467"/>
              <a:gd name="T4" fmla="*/ 449 w 466"/>
              <a:gd name="T5" fmla="*/ 0 h 467"/>
              <a:gd name="T6" fmla="*/ 466 w 466"/>
              <a:gd name="T7" fmla="*/ 16 h 467"/>
              <a:gd name="T8" fmla="*/ 17 w 466"/>
              <a:gd name="T9" fmla="*/ 467 h 467"/>
            </a:gdLst>
            <a:ahLst/>
            <a:cxnLst>
              <a:cxn ang="0">
                <a:pos x="T0" y="T1"/>
              </a:cxn>
              <a:cxn ang="0">
                <a:pos x="T2" y="T3"/>
              </a:cxn>
              <a:cxn ang="0">
                <a:pos x="T4" y="T5"/>
              </a:cxn>
              <a:cxn ang="0">
                <a:pos x="T6" y="T7"/>
              </a:cxn>
              <a:cxn ang="0">
                <a:pos x="T8" y="T9"/>
              </a:cxn>
            </a:cxnLst>
            <a:rect l="0" t="0" r="r" b="b"/>
            <a:pathLst>
              <a:path w="466" h="467">
                <a:moveTo>
                  <a:pt x="17" y="467"/>
                </a:moveTo>
                <a:lnTo>
                  <a:pt x="0" y="450"/>
                </a:lnTo>
                <a:lnTo>
                  <a:pt x="449" y="0"/>
                </a:lnTo>
                <a:lnTo>
                  <a:pt x="466" y="16"/>
                </a:lnTo>
                <a:lnTo>
                  <a:pt x="17" y="467"/>
                </a:lnTo>
                <a:close/>
              </a:path>
            </a:pathLst>
          </a:custGeom>
          <a:solidFill>
            <a:srgbClr val="2199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130"/>
          <p:cNvSpPr>
            <a:spLocks/>
          </p:cNvSpPr>
          <p:nvPr/>
        </p:nvSpPr>
        <p:spPr bwMode="auto">
          <a:xfrm>
            <a:off x="6680200" y="2446338"/>
            <a:ext cx="712788" cy="712788"/>
          </a:xfrm>
          <a:custGeom>
            <a:avLst/>
            <a:gdLst>
              <a:gd name="T0" fmla="*/ 0 w 449"/>
              <a:gd name="T1" fmla="*/ 449 h 449"/>
              <a:gd name="T2" fmla="*/ 449 w 449"/>
              <a:gd name="T3" fmla="*/ 0 h 449"/>
              <a:gd name="T4" fmla="*/ 0 w 449"/>
              <a:gd name="T5" fmla="*/ 449 h 449"/>
            </a:gdLst>
            <a:ahLst/>
            <a:cxnLst>
              <a:cxn ang="0">
                <a:pos x="T0" y="T1"/>
              </a:cxn>
              <a:cxn ang="0">
                <a:pos x="T2" y="T3"/>
              </a:cxn>
              <a:cxn ang="0">
                <a:pos x="T4" y="T5"/>
              </a:cxn>
            </a:cxnLst>
            <a:rect l="0" t="0" r="r" b="b"/>
            <a:pathLst>
              <a:path w="449" h="449">
                <a:moveTo>
                  <a:pt x="0" y="449"/>
                </a:moveTo>
                <a:lnTo>
                  <a:pt x="449" y="0"/>
                </a:lnTo>
                <a:lnTo>
                  <a:pt x="0" y="449"/>
                </a:lnTo>
                <a:close/>
              </a:path>
            </a:pathLst>
          </a:custGeom>
          <a:solidFill>
            <a:srgbClr val="6CA9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Line 131"/>
          <p:cNvSpPr>
            <a:spLocks noChangeShapeType="1"/>
          </p:cNvSpPr>
          <p:nvPr/>
        </p:nvSpPr>
        <p:spPr bwMode="auto">
          <a:xfrm flipV="1">
            <a:off x="6680200" y="2446338"/>
            <a:ext cx="712788" cy="712788"/>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132"/>
          <p:cNvSpPr>
            <a:spLocks/>
          </p:cNvSpPr>
          <p:nvPr/>
        </p:nvSpPr>
        <p:spPr bwMode="auto">
          <a:xfrm>
            <a:off x="6667500" y="2432050"/>
            <a:ext cx="738188" cy="739775"/>
          </a:xfrm>
          <a:custGeom>
            <a:avLst/>
            <a:gdLst>
              <a:gd name="T0" fmla="*/ 16 w 465"/>
              <a:gd name="T1" fmla="*/ 466 h 466"/>
              <a:gd name="T2" fmla="*/ 0 w 465"/>
              <a:gd name="T3" fmla="*/ 450 h 466"/>
              <a:gd name="T4" fmla="*/ 450 w 465"/>
              <a:gd name="T5" fmla="*/ 0 h 466"/>
              <a:gd name="T6" fmla="*/ 465 w 465"/>
              <a:gd name="T7" fmla="*/ 16 h 466"/>
              <a:gd name="T8" fmla="*/ 16 w 465"/>
              <a:gd name="T9" fmla="*/ 466 h 466"/>
            </a:gdLst>
            <a:ahLst/>
            <a:cxnLst>
              <a:cxn ang="0">
                <a:pos x="T0" y="T1"/>
              </a:cxn>
              <a:cxn ang="0">
                <a:pos x="T2" y="T3"/>
              </a:cxn>
              <a:cxn ang="0">
                <a:pos x="T4" y="T5"/>
              </a:cxn>
              <a:cxn ang="0">
                <a:pos x="T6" y="T7"/>
              </a:cxn>
              <a:cxn ang="0">
                <a:pos x="T8" y="T9"/>
              </a:cxn>
            </a:cxnLst>
            <a:rect l="0" t="0" r="r" b="b"/>
            <a:pathLst>
              <a:path w="465" h="466">
                <a:moveTo>
                  <a:pt x="16" y="466"/>
                </a:moveTo>
                <a:lnTo>
                  <a:pt x="0" y="450"/>
                </a:lnTo>
                <a:lnTo>
                  <a:pt x="450" y="0"/>
                </a:lnTo>
                <a:lnTo>
                  <a:pt x="465" y="16"/>
                </a:lnTo>
                <a:lnTo>
                  <a:pt x="16" y="466"/>
                </a:lnTo>
                <a:close/>
              </a:path>
            </a:pathLst>
          </a:custGeom>
          <a:solidFill>
            <a:srgbClr val="DA4D3C"/>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189" name="组合 188"/>
          <p:cNvGrpSpPr/>
          <p:nvPr/>
        </p:nvGrpSpPr>
        <p:grpSpPr>
          <a:xfrm>
            <a:off x="7288213" y="1763713"/>
            <a:ext cx="835025" cy="804863"/>
            <a:chOff x="7288213" y="1763713"/>
            <a:chExt cx="835025" cy="804863"/>
          </a:xfrm>
          <a:solidFill>
            <a:schemeClr val="tx1">
              <a:lumMod val="65000"/>
              <a:lumOff val="35000"/>
            </a:schemeClr>
          </a:solidFill>
        </p:grpSpPr>
        <p:sp>
          <p:nvSpPr>
            <p:cNvPr id="134" name="Freeform 133"/>
            <p:cNvSpPr>
              <a:spLocks/>
            </p:cNvSpPr>
            <p:nvPr/>
          </p:nvSpPr>
          <p:spPr bwMode="auto">
            <a:xfrm>
              <a:off x="7539038" y="1763713"/>
              <a:ext cx="331788" cy="444500"/>
            </a:xfrm>
            <a:custGeom>
              <a:avLst/>
              <a:gdLst>
                <a:gd name="T0" fmla="*/ 218 w 218"/>
                <a:gd name="T1" fmla="*/ 291 h 291"/>
                <a:gd name="T2" fmla="*/ 0 w 218"/>
                <a:gd name="T3" fmla="*/ 291 h 291"/>
                <a:gd name="T4" fmla="*/ 16 w 218"/>
                <a:gd name="T5" fmla="*/ 173 h 291"/>
                <a:gd name="T6" fmla="*/ 17 w 218"/>
                <a:gd name="T7" fmla="*/ 172 h 291"/>
                <a:gd name="T8" fmla="*/ 16 w 218"/>
                <a:gd name="T9" fmla="*/ 172 h 291"/>
                <a:gd name="T10" fmla="*/ 17 w 218"/>
                <a:gd name="T11" fmla="*/ 169 h 291"/>
                <a:gd name="T12" fmla="*/ 24 w 218"/>
                <a:gd name="T13" fmla="*/ 162 h 291"/>
                <a:gd name="T14" fmla="*/ 84 w 218"/>
                <a:gd name="T15" fmla="*/ 138 h 291"/>
                <a:gd name="T16" fmla="*/ 84 w 218"/>
                <a:gd name="T17" fmla="*/ 131 h 291"/>
                <a:gd name="T18" fmla="*/ 63 w 218"/>
                <a:gd name="T19" fmla="*/ 95 h 291"/>
                <a:gd name="T20" fmla="*/ 61 w 218"/>
                <a:gd name="T21" fmla="*/ 96 h 291"/>
                <a:gd name="T22" fmla="*/ 51 w 218"/>
                <a:gd name="T23" fmla="*/ 80 h 291"/>
                <a:gd name="T24" fmla="*/ 55 w 218"/>
                <a:gd name="T25" fmla="*/ 63 h 291"/>
                <a:gd name="T26" fmla="*/ 56 w 218"/>
                <a:gd name="T27" fmla="*/ 62 h 291"/>
                <a:gd name="T28" fmla="*/ 57 w 218"/>
                <a:gd name="T29" fmla="*/ 63 h 291"/>
                <a:gd name="T30" fmla="*/ 101 w 218"/>
                <a:gd name="T31" fmla="*/ 0 h 291"/>
                <a:gd name="T32" fmla="*/ 108 w 218"/>
                <a:gd name="T33" fmla="*/ 0 h 291"/>
                <a:gd name="T34" fmla="*/ 115 w 218"/>
                <a:gd name="T35" fmla="*/ 0 h 291"/>
                <a:gd name="T36" fmla="*/ 160 w 218"/>
                <a:gd name="T37" fmla="*/ 62 h 291"/>
                <a:gd name="T38" fmla="*/ 161 w 218"/>
                <a:gd name="T39" fmla="*/ 63 h 291"/>
                <a:gd name="T40" fmla="*/ 165 w 218"/>
                <a:gd name="T41" fmla="*/ 80 h 291"/>
                <a:gd name="T42" fmla="*/ 155 w 218"/>
                <a:gd name="T43" fmla="*/ 96 h 291"/>
                <a:gd name="T44" fmla="*/ 153 w 218"/>
                <a:gd name="T45" fmla="*/ 95 h 291"/>
                <a:gd name="T46" fmla="*/ 132 w 218"/>
                <a:gd name="T47" fmla="*/ 131 h 291"/>
                <a:gd name="T48" fmla="*/ 132 w 218"/>
                <a:gd name="T49" fmla="*/ 138 h 291"/>
                <a:gd name="T50" fmla="*/ 201 w 218"/>
                <a:gd name="T51" fmla="*/ 171 h 291"/>
                <a:gd name="T52" fmla="*/ 201 w 218"/>
                <a:gd name="T53" fmla="*/ 171 h 291"/>
                <a:gd name="T54" fmla="*/ 202 w 218"/>
                <a:gd name="T55" fmla="*/ 173 h 291"/>
                <a:gd name="T56" fmla="*/ 218 w 218"/>
                <a:gd name="T57" fmla="*/ 291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18" h="291">
                  <a:moveTo>
                    <a:pt x="218" y="291"/>
                  </a:moveTo>
                  <a:cubicBezTo>
                    <a:pt x="0" y="291"/>
                    <a:pt x="0" y="291"/>
                    <a:pt x="0" y="291"/>
                  </a:cubicBezTo>
                  <a:cubicBezTo>
                    <a:pt x="6" y="244"/>
                    <a:pt x="11" y="195"/>
                    <a:pt x="16" y="173"/>
                  </a:cubicBezTo>
                  <a:cubicBezTo>
                    <a:pt x="16" y="172"/>
                    <a:pt x="16" y="172"/>
                    <a:pt x="17" y="172"/>
                  </a:cubicBezTo>
                  <a:cubicBezTo>
                    <a:pt x="16" y="172"/>
                    <a:pt x="16" y="172"/>
                    <a:pt x="16" y="172"/>
                  </a:cubicBezTo>
                  <a:cubicBezTo>
                    <a:pt x="17" y="171"/>
                    <a:pt x="17" y="170"/>
                    <a:pt x="17" y="169"/>
                  </a:cubicBezTo>
                  <a:cubicBezTo>
                    <a:pt x="19" y="165"/>
                    <a:pt x="21" y="163"/>
                    <a:pt x="24" y="162"/>
                  </a:cubicBezTo>
                  <a:cubicBezTo>
                    <a:pt x="39" y="151"/>
                    <a:pt x="70" y="146"/>
                    <a:pt x="84" y="138"/>
                  </a:cubicBezTo>
                  <a:cubicBezTo>
                    <a:pt x="84" y="131"/>
                    <a:pt x="84" y="131"/>
                    <a:pt x="84" y="131"/>
                  </a:cubicBezTo>
                  <a:cubicBezTo>
                    <a:pt x="75" y="122"/>
                    <a:pt x="68" y="109"/>
                    <a:pt x="63" y="95"/>
                  </a:cubicBezTo>
                  <a:cubicBezTo>
                    <a:pt x="62" y="95"/>
                    <a:pt x="62" y="96"/>
                    <a:pt x="61" y="96"/>
                  </a:cubicBezTo>
                  <a:cubicBezTo>
                    <a:pt x="57" y="97"/>
                    <a:pt x="53" y="90"/>
                    <a:pt x="51" y="80"/>
                  </a:cubicBezTo>
                  <a:cubicBezTo>
                    <a:pt x="50" y="71"/>
                    <a:pt x="52" y="63"/>
                    <a:pt x="55" y="63"/>
                  </a:cubicBezTo>
                  <a:cubicBezTo>
                    <a:pt x="55" y="62"/>
                    <a:pt x="56" y="62"/>
                    <a:pt x="56" y="62"/>
                  </a:cubicBezTo>
                  <a:cubicBezTo>
                    <a:pt x="56" y="62"/>
                    <a:pt x="56" y="62"/>
                    <a:pt x="57" y="63"/>
                  </a:cubicBezTo>
                  <a:cubicBezTo>
                    <a:pt x="55" y="32"/>
                    <a:pt x="67" y="4"/>
                    <a:pt x="101" y="0"/>
                  </a:cubicBezTo>
                  <a:cubicBezTo>
                    <a:pt x="103" y="0"/>
                    <a:pt x="106" y="0"/>
                    <a:pt x="108" y="0"/>
                  </a:cubicBezTo>
                  <a:cubicBezTo>
                    <a:pt x="111" y="0"/>
                    <a:pt x="113" y="0"/>
                    <a:pt x="115" y="0"/>
                  </a:cubicBezTo>
                  <a:cubicBezTo>
                    <a:pt x="150" y="4"/>
                    <a:pt x="162" y="32"/>
                    <a:pt x="160" y="62"/>
                  </a:cubicBezTo>
                  <a:cubicBezTo>
                    <a:pt x="160" y="62"/>
                    <a:pt x="160" y="62"/>
                    <a:pt x="161" y="63"/>
                  </a:cubicBezTo>
                  <a:cubicBezTo>
                    <a:pt x="164" y="63"/>
                    <a:pt x="166" y="71"/>
                    <a:pt x="165" y="80"/>
                  </a:cubicBezTo>
                  <a:cubicBezTo>
                    <a:pt x="163" y="90"/>
                    <a:pt x="159" y="97"/>
                    <a:pt x="155" y="96"/>
                  </a:cubicBezTo>
                  <a:cubicBezTo>
                    <a:pt x="154" y="96"/>
                    <a:pt x="154" y="95"/>
                    <a:pt x="153" y="95"/>
                  </a:cubicBezTo>
                  <a:cubicBezTo>
                    <a:pt x="148" y="109"/>
                    <a:pt x="141" y="122"/>
                    <a:pt x="132" y="131"/>
                  </a:cubicBezTo>
                  <a:cubicBezTo>
                    <a:pt x="132" y="138"/>
                    <a:pt x="132" y="138"/>
                    <a:pt x="132" y="138"/>
                  </a:cubicBezTo>
                  <a:cubicBezTo>
                    <a:pt x="148" y="146"/>
                    <a:pt x="193" y="153"/>
                    <a:pt x="201" y="171"/>
                  </a:cubicBezTo>
                  <a:cubicBezTo>
                    <a:pt x="201" y="171"/>
                    <a:pt x="201" y="171"/>
                    <a:pt x="201" y="171"/>
                  </a:cubicBezTo>
                  <a:cubicBezTo>
                    <a:pt x="201" y="172"/>
                    <a:pt x="201" y="172"/>
                    <a:pt x="202" y="173"/>
                  </a:cubicBezTo>
                  <a:cubicBezTo>
                    <a:pt x="206" y="194"/>
                    <a:pt x="212" y="243"/>
                    <a:pt x="218" y="2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134"/>
            <p:cNvSpPr>
              <a:spLocks/>
            </p:cNvSpPr>
            <p:nvPr/>
          </p:nvSpPr>
          <p:spPr bwMode="auto">
            <a:xfrm>
              <a:off x="7491413" y="2344738"/>
              <a:ext cx="427038" cy="223838"/>
            </a:xfrm>
            <a:custGeom>
              <a:avLst/>
              <a:gdLst>
                <a:gd name="T0" fmla="*/ 280 w 280"/>
                <a:gd name="T1" fmla="*/ 0 h 146"/>
                <a:gd name="T2" fmla="*/ 280 w 280"/>
                <a:gd name="T3" fmla="*/ 132 h 146"/>
                <a:gd name="T4" fmla="*/ 244 w 280"/>
                <a:gd name="T5" fmla="*/ 146 h 146"/>
                <a:gd name="T6" fmla="*/ 40 w 280"/>
                <a:gd name="T7" fmla="*/ 146 h 146"/>
                <a:gd name="T8" fmla="*/ 0 w 280"/>
                <a:gd name="T9" fmla="*/ 131 h 146"/>
                <a:gd name="T10" fmla="*/ 0 w 280"/>
                <a:gd name="T11" fmla="*/ 0 h 146"/>
                <a:gd name="T12" fmla="*/ 280 w 280"/>
                <a:gd name="T13" fmla="*/ 0 h 146"/>
              </a:gdLst>
              <a:ahLst/>
              <a:cxnLst>
                <a:cxn ang="0">
                  <a:pos x="T0" y="T1"/>
                </a:cxn>
                <a:cxn ang="0">
                  <a:pos x="T2" y="T3"/>
                </a:cxn>
                <a:cxn ang="0">
                  <a:pos x="T4" y="T5"/>
                </a:cxn>
                <a:cxn ang="0">
                  <a:pos x="T6" y="T7"/>
                </a:cxn>
                <a:cxn ang="0">
                  <a:pos x="T8" y="T9"/>
                </a:cxn>
                <a:cxn ang="0">
                  <a:pos x="T10" y="T11"/>
                </a:cxn>
                <a:cxn ang="0">
                  <a:pos x="T12" y="T13"/>
                </a:cxn>
              </a:cxnLst>
              <a:rect l="0" t="0" r="r" b="b"/>
              <a:pathLst>
                <a:path w="280" h="146">
                  <a:moveTo>
                    <a:pt x="280" y="0"/>
                  </a:moveTo>
                  <a:cubicBezTo>
                    <a:pt x="280" y="132"/>
                    <a:pt x="280" y="132"/>
                    <a:pt x="280" y="132"/>
                  </a:cubicBezTo>
                  <a:cubicBezTo>
                    <a:pt x="269" y="137"/>
                    <a:pt x="257" y="142"/>
                    <a:pt x="244" y="146"/>
                  </a:cubicBezTo>
                  <a:cubicBezTo>
                    <a:pt x="40" y="146"/>
                    <a:pt x="40" y="146"/>
                    <a:pt x="40" y="146"/>
                  </a:cubicBezTo>
                  <a:cubicBezTo>
                    <a:pt x="26" y="142"/>
                    <a:pt x="13" y="137"/>
                    <a:pt x="0" y="131"/>
                  </a:cubicBezTo>
                  <a:cubicBezTo>
                    <a:pt x="0" y="0"/>
                    <a:pt x="0" y="0"/>
                    <a:pt x="0" y="0"/>
                  </a:cubicBezTo>
                  <a:lnTo>
                    <a:pt x="28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135"/>
            <p:cNvSpPr>
              <a:spLocks/>
            </p:cNvSpPr>
            <p:nvPr/>
          </p:nvSpPr>
          <p:spPr bwMode="auto">
            <a:xfrm>
              <a:off x="7288213" y="2219325"/>
              <a:ext cx="835025" cy="111125"/>
            </a:xfrm>
            <a:custGeom>
              <a:avLst/>
              <a:gdLst>
                <a:gd name="T0" fmla="*/ 526 w 526"/>
                <a:gd name="T1" fmla="*/ 0 h 70"/>
                <a:gd name="T2" fmla="*/ 484 w 526"/>
                <a:gd name="T3" fmla="*/ 70 h 70"/>
                <a:gd name="T4" fmla="*/ 41 w 526"/>
                <a:gd name="T5" fmla="*/ 70 h 70"/>
                <a:gd name="T6" fmla="*/ 0 w 526"/>
                <a:gd name="T7" fmla="*/ 0 h 70"/>
                <a:gd name="T8" fmla="*/ 526 w 526"/>
                <a:gd name="T9" fmla="*/ 0 h 70"/>
              </a:gdLst>
              <a:ahLst/>
              <a:cxnLst>
                <a:cxn ang="0">
                  <a:pos x="T0" y="T1"/>
                </a:cxn>
                <a:cxn ang="0">
                  <a:pos x="T2" y="T3"/>
                </a:cxn>
                <a:cxn ang="0">
                  <a:pos x="T4" y="T5"/>
                </a:cxn>
                <a:cxn ang="0">
                  <a:pos x="T6" y="T7"/>
                </a:cxn>
                <a:cxn ang="0">
                  <a:pos x="T8" y="T9"/>
                </a:cxn>
              </a:cxnLst>
              <a:rect l="0" t="0" r="r" b="b"/>
              <a:pathLst>
                <a:path w="526" h="70">
                  <a:moveTo>
                    <a:pt x="526" y="0"/>
                  </a:moveTo>
                  <a:lnTo>
                    <a:pt x="484" y="70"/>
                  </a:lnTo>
                  <a:lnTo>
                    <a:pt x="41" y="70"/>
                  </a:lnTo>
                  <a:lnTo>
                    <a:pt x="0" y="0"/>
                  </a:lnTo>
                  <a:lnTo>
                    <a:pt x="5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136"/>
            <p:cNvSpPr>
              <a:spLocks/>
            </p:cNvSpPr>
            <p:nvPr/>
          </p:nvSpPr>
          <p:spPr bwMode="auto">
            <a:xfrm>
              <a:off x="7335838" y="1943100"/>
              <a:ext cx="247650" cy="319088"/>
            </a:xfrm>
            <a:custGeom>
              <a:avLst/>
              <a:gdLst>
                <a:gd name="T0" fmla="*/ 160 w 162"/>
                <a:gd name="T1" fmla="*/ 12 h 209"/>
                <a:gd name="T2" fmla="*/ 141 w 162"/>
                <a:gd name="T3" fmla="*/ 3 h 209"/>
                <a:gd name="T4" fmla="*/ 88 w 162"/>
                <a:gd name="T5" fmla="*/ 22 h 209"/>
                <a:gd name="T6" fmla="*/ 79 w 162"/>
                <a:gd name="T7" fmla="*/ 33 h 209"/>
                <a:gd name="T8" fmla="*/ 57 w 162"/>
                <a:gd name="T9" fmla="*/ 40 h 209"/>
                <a:gd name="T10" fmla="*/ 33 w 162"/>
                <a:gd name="T11" fmla="*/ 58 h 209"/>
                <a:gd name="T12" fmla="*/ 24 w 162"/>
                <a:gd name="T13" fmla="*/ 84 h 209"/>
                <a:gd name="T14" fmla="*/ 27 w 162"/>
                <a:gd name="T15" fmla="*/ 139 h 209"/>
                <a:gd name="T16" fmla="*/ 0 w 162"/>
                <a:gd name="T17" fmla="*/ 173 h 209"/>
                <a:gd name="T18" fmla="*/ 35 w 162"/>
                <a:gd name="T19" fmla="*/ 209 h 209"/>
                <a:gd name="T20" fmla="*/ 71 w 162"/>
                <a:gd name="T21" fmla="*/ 173 h 209"/>
                <a:gd name="T22" fmla="*/ 41 w 162"/>
                <a:gd name="T23" fmla="*/ 138 h 209"/>
                <a:gd name="T24" fmla="*/ 38 w 162"/>
                <a:gd name="T25" fmla="*/ 83 h 209"/>
                <a:gd name="T26" fmla="*/ 44 w 162"/>
                <a:gd name="T27" fmla="*/ 67 h 209"/>
                <a:gd name="T28" fmla="*/ 62 w 162"/>
                <a:gd name="T29" fmla="*/ 53 h 209"/>
                <a:gd name="T30" fmla="*/ 83 w 162"/>
                <a:gd name="T31" fmla="*/ 46 h 209"/>
                <a:gd name="T32" fmla="*/ 98 w 162"/>
                <a:gd name="T33" fmla="*/ 49 h 209"/>
                <a:gd name="T34" fmla="*/ 151 w 162"/>
                <a:gd name="T35" fmla="*/ 30 h 209"/>
                <a:gd name="T36" fmla="*/ 160 w 162"/>
                <a:gd name="T37" fmla="*/ 12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2" h="209">
                  <a:moveTo>
                    <a:pt x="160" y="12"/>
                  </a:moveTo>
                  <a:cubicBezTo>
                    <a:pt x="157" y="4"/>
                    <a:pt x="149" y="0"/>
                    <a:pt x="141" y="3"/>
                  </a:cubicBezTo>
                  <a:cubicBezTo>
                    <a:pt x="88" y="22"/>
                    <a:pt x="88" y="22"/>
                    <a:pt x="88" y="22"/>
                  </a:cubicBezTo>
                  <a:cubicBezTo>
                    <a:pt x="83" y="23"/>
                    <a:pt x="80" y="28"/>
                    <a:pt x="79" y="33"/>
                  </a:cubicBezTo>
                  <a:cubicBezTo>
                    <a:pt x="57" y="40"/>
                    <a:pt x="57" y="40"/>
                    <a:pt x="57" y="40"/>
                  </a:cubicBezTo>
                  <a:cubicBezTo>
                    <a:pt x="48" y="43"/>
                    <a:pt x="39" y="50"/>
                    <a:pt x="33" y="58"/>
                  </a:cubicBezTo>
                  <a:cubicBezTo>
                    <a:pt x="27" y="66"/>
                    <a:pt x="23" y="75"/>
                    <a:pt x="24" y="84"/>
                  </a:cubicBezTo>
                  <a:cubicBezTo>
                    <a:pt x="27" y="139"/>
                    <a:pt x="27" y="139"/>
                    <a:pt x="27" y="139"/>
                  </a:cubicBezTo>
                  <a:cubicBezTo>
                    <a:pt x="11" y="143"/>
                    <a:pt x="0" y="157"/>
                    <a:pt x="0" y="173"/>
                  </a:cubicBezTo>
                  <a:cubicBezTo>
                    <a:pt x="0" y="193"/>
                    <a:pt x="16" y="209"/>
                    <a:pt x="35" y="209"/>
                  </a:cubicBezTo>
                  <a:cubicBezTo>
                    <a:pt x="55" y="209"/>
                    <a:pt x="71" y="193"/>
                    <a:pt x="71" y="173"/>
                  </a:cubicBezTo>
                  <a:cubicBezTo>
                    <a:pt x="71" y="155"/>
                    <a:pt x="58" y="141"/>
                    <a:pt x="41" y="138"/>
                  </a:cubicBezTo>
                  <a:cubicBezTo>
                    <a:pt x="38" y="83"/>
                    <a:pt x="38" y="83"/>
                    <a:pt x="38" y="83"/>
                  </a:cubicBezTo>
                  <a:cubicBezTo>
                    <a:pt x="37" y="78"/>
                    <a:pt x="40" y="72"/>
                    <a:pt x="44" y="67"/>
                  </a:cubicBezTo>
                  <a:cubicBezTo>
                    <a:pt x="49" y="61"/>
                    <a:pt x="55" y="56"/>
                    <a:pt x="62" y="53"/>
                  </a:cubicBezTo>
                  <a:cubicBezTo>
                    <a:pt x="83" y="46"/>
                    <a:pt x="83" y="46"/>
                    <a:pt x="83" y="46"/>
                  </a:cubicBezTo>
                  <a:cubicBezTo>
                    <a:pt x="87" y="49"/>
                    <a:pt x="93" y="51"/>
                    <a:pt x="98" y="49"/>
                  </a:cubicBezTo>
                  <a:cubicBezTo>
                    <a:pt x="151" y="30"/>
                    <a:pt x="151" y="30"/>
                    <a:pt x="151" y="30"/>
                  </a:cubicBezTo>
                  <a:cubicBezTo>
                    <a:pt x="158" y="27"/>
                    <a:pt x="162" y="19"/>
                    <a:pt x="16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39" name="Oval 138"/>
          <p:cNvSpPr>
            <a:spLocks noChangeArrowheads="1"/>
          </p:cNvSpPr>
          <p:nvPr/>
        </p:nvSpPr>
        <p:spPr bwMode="auto">
          <a:xfrm>
            <a:off x="7340600" y="2400300"/>
            <a:ext cx="90488" cy="90488"/>
          </a:xfrm>
          <a:prstGeom prst="ellipse">
            <a:avLst/>
          </a:prstGeom>
          <a:solidFill>
            <a:srgbClr val="F7F7F7"/>
          </a:solidFill>
          <a:ln w="38100">
            <a:solidFill>
              <a:srgbClr val="DA4D3C"/>
            </a:solidFill>
          </a:ln>
        </p:spPr>
        <p:txBody>
          <a:bodyPr vert="horz" wrap="square" lIns="91440" tIns="45720" rIns="91440" bIns="45720" numCol="1" anchor="t" anchorCtr="0" compatLnSpc="1">
            <a:prstTxWarp prst="textNoShape">
              <a:avLst/>
            </a:prstTxWarp>
          </a:bodyPr>
          <a:lstStyle/>
          <a:p>
            <a:endParaRPr lang="zh-CN" altLang="en-US"/>
          </a:p>
        </p:txBody>
      </p:sp>
      <p:sp>
        <p:nvSpPr>
          <p:cNvPr id="141" name="Oval 140"/>
          <p:cNvSpPr>
            <a:spLocks noChangeArrowheads="1"/>
          </p:cNvSpPr>
          <p:nvPr/>
        </p:nvSpPr>
        <p:spPr bwMode="auto">
          <a:xfrm>
            <a:off x="6630988" y="3113088"/>
            <a:ext cx="93663" cy="92075"/>
          </a:xfrm>
          <a:prstGeom prst="ellipse">
            <a:avLst/>
          </a:prstGeom>
          <a:solidFill>
            <a:srgbClr val="F7F7F7"/>
          </a:solidFill>
          <a:ln w="38100">
            <a:solidFill>
              <a:srgbClr val="DA4D3C"/>
            </a:solidFill>
          </a:ln>
        </p:spPr>
        <p:txBody>
          <a:bodyPr vert="horz" wrap="square" lIns="91440" tIns="45720" rIns="91440" bIns="45720" numCol="1" anchor="t" anchorCtr="0" compatLnSpc="1">
            <a:prstTxWarp prst="textNoShape">
              <a:avLst/>
            </a:prstTxWarp>
          </a:bodyPr>
          <a:lstStyle/>
          <a:p>
            <a:endParaRPr lang="zh-CN" altLang="en-US"/>
          </a:p>
        </p:txBody>
      </p:sp>
      <p:sp>
        <p:nvSpPr>
          <p:cNvPr id="168" name="Freeform 46"/>
          <p:cNvSpPr>
            <a:spLocks noEditPoints="1"/>
          </p:cNvSpPr>
          <p:nvPr/>
        </p:nvSpPr>
        <p:spPr bwMode="auto">
          <a:xfrm>
            <a:off x="4182788" y="1762112"/>
            <a:ext cx="607296" cy="550022"/>
          </a:xfrm>
          <a:custGeom>
            <a:avLst/>
            <a:gdLst>
              <a:gd name="T0" fmla="*/ 237 w 260"/>
              <a:gd name="T1" fmla="*/ 95 h 235"/>
              <a:gd name="T2" fmla="*/ 24 w 260"/>
              <a:gd name="T3" fmla="*/ 95 h 235"/>
              <a:gd name="T4" fmla="*/ 0 w 260"/>
              <a:gd name="T5" fmla="*/ 72 h 235"/>
              <a:gd name="T6" fmla="*/ 260 w 260"/>
              <a:gd name="T7" fmla="*/ 72 h 235"/>
              <a:gd name="T8" fmla="*/ 237 w 260"/>
              <a:gd name="T9" fmla="*/ 95 h 235"/>
              <a:gd name="T10" fmla="*/ 225 w 260"/>
              <a:gd name="T11" fmla="*/ 107 h 235"/>
              <a:gd name="T12" fmla="*/ 201 w 260"/>
              <a:gd name="T13" fmla="*/ 131 h 235"/>
              <a:gd name="T14" fmla="*/ 59 w 260"/>
              <a:gd name="T15" fmla="*/ 131 h 235"/>
              <a:gd name="T16" fmla="*/ 35 w 260"/>
              <a:gd name="T17" fmla="*/ 107 h 235"/>
              <a:gd name="T18" fmla="*/ 225 w 260"/>
              <a:gd name="T19" fmla="*/ 107 h 235"/>
              <a:gd name="T20" fmla="*/ 189 w 260"/>
              <a:gd name="T21" fmla="*/ 143 h 235"/>
              <a:gd name="T22" fmla="*/ 166 w 260"/>
              <a:gd name="T23" fmla="*/ 166 h 235"/>
              <a:gd name="T24" fmla="*/ 95 w 260"/>
              <a:gd name="T25" fmla="*/ 166 h 235"/>
              <a:gd name="T26" fmla="*/ 71 w 260"/>
              <a:gd name="T27" fmla="*/ 143 h 235"/>
              <a:gd name="T28" fmla="*/ 189 w 260"/>
              <a:gd name="T29" fmla="*/ 143 h 235"/>
              <a:gd name="T30" fmla="*/ 130 w 260"/>
              <a:gd name="T31" fmla="*/ 168 h 235"/>
              <a:gd name="T32" fmla="*/ 164 w 260"/>
              <a:gd name="T33" fmla="*/ 202 h 235"/>
              <a:gd name="T34" fmla="*/ 130 w 260"/>
              <a:gd name="T35" fmla="*/ 235 h 235"/>
              <a:gd name="T36" fmla="*/ 97 w 260"/>
              <a:gd name="T37" fmla="*/ 202 h 235"/>
              <a:gd name="T38" fmla="*/ 130 w 260"/>
              <a:gd name="T39" fmla="*/ 168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0" h="235">
                <a:moveTo>
                  <a:pt x="237" y="95"/>
                </a:moveTo>
                <a:cubicBezTo>
                  <a:pt x="178" y="36"/>
                  <a:pt x="82" y="36"/>
                  <a:pt x="24" y="95"/>
                </a:cubicBezTo>
                <a:cubicBezTo>
                  <a:pt x="0" y="72"/>
                  <a:pt x="0" y="72"/>
                  <a:pt x="0" y="72"/>
                </a:cubicBezTo>
                <a:cubicBezTo>
                  <a:pt x="72" y="0"/>
                  <a:pt x="188" y="0"/>
                  <a:pt x="260" y="72"/>
                </a:cubicBezTo>
                <a:lnTo>
                  <a:pt x="237" y="95"/>
                </a:lnTo>
                <a:close/>
                <a:moveTo>
                  <a:pt x="225" y="107"/>
                </a:moveTo>
                <a:cubicBezTo>
                  <a:pt x="201" y="131"/>
                  <a:pt x="201" y="131"/>
                  <a:pt x="201" y="131"/>
                </a:cubicBezTo>
                <a:cubicBezTo>
                  <a:pt x="162" y="91"/>
                  <a:pt x="98" y="91"/>
                  <a:pt x="59" y="131"/>
                </a:cubicBezTo>
                <a:cubicBezTo>
                  <a:pt x="35" y="107"/>
                  <a:pt x="35" y="107"/>
                  <a:pt x="35" y="107"/>
                </a:cubicBezTo>
                <a:cubicBezTo>
                  <a:pt x="88" y="55"/>
                  <a:pt x="173" y="55"/>
                  <a:pt x="225" y="107"/>
                </a:cubicBezTo>
                <a:close/>
                <a:moveTo>
                  <a:pt x="189" y="143"/>
                </a:moveTo>
                <a:cubicBezTo>
                  <a:pt x="166" y="166"/>
                  <a:pt x="166" y="166"/>
                  <a:pt x="166" y="166"/>
                </a:cubicBezTo>
                <a:cubicBezTo>
                  <a:pt x="146" y="147"/>
                  <a:pt x="114" y="147"/>
                  <a:pt x="95" y="166"/>
                </a:cubicBezTo>
                <a:cubicBezTo>
                  <a:pt x="71" y="143"/>
                  <a:pt x="71" y="143"/>
                  <a:pt x="71" y="143"/>
                </a:cubicBezTo>
                <a:cubicBezTo>
                  <a:pt x="104" y="110"/>
                  <a:pt x="157" y="110"/>
                  <a:pt x="189" y="143"/>
                </a:cubicBezTo>
                <a:close/>
                <a:moveTo>
                  <a:pt x="130" y="168"/>
                </a:moveTo>
                <a:cubicBezTo>
                  <a:pt x="149" y="168"/>
                  <a:pt x="164" y="183"/>
                  <a:pt x="164" y="202"/>
                </a:cubicBezTo>
                <a:cubicBezTo>
                  <a:pt x="164" y="220"/>
                  <a:pt x="149" y="235"/>
                  <a:pt x="130" y="235"/>
                </a:cubicBezTo>
                <a:cubicBezTo>
                  <a:pt x="112" y="235"/>
                  <a:pt x="97" y="220"/>
                  <a:pt x="97" y="202"/>
                </a:cubicBezTo>
                <a:cubicBezTo>
                  <a:pt x="97" y="183"/>
                  <a:pt x="112" y="168"/>
                  <a:pt x="130" y="168"/>
                </a:cubicBez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169" name="组合 168"/>
          <p:cNvGrpSpPr/>
          <p:nvPr/>
        </p:nvGrpSpPr>
        <p:grpSpPr>
          <a:xfrm>
            <a:off x="5785376" y="1714749"/>
            <a:ext cx="652719" cy="633958"/>
            <a:chOff x="6389773" y="1945934"/>
            <a:chExt cx="652719" cy="633958"/>
          </a:xfrm>
          <a:solidFill>
            <a:schemeClr val="tx1">
              <a:lumMod val="65000"/>
              <a:lumOff val="35000"/>
            </a:schemeClr>
          </a:solidFill>
        </p:grpSpPr>
        <p:sp>
          <p:nvSpPr>
            <p:cNvPr id="184" name="Freeform 39"/>
            <p:cNvSpPr>
              <a:spLocks/>
            </p:cNvSpPr>
            <p:nvPr/>
          </p:nvSpPr>
          <p:spPr bwMode="auto">
            <a:xfrm>
              <a:off x="6546781" y="1945934"/>
              <a:ext cx="322904" cy="180708"/>
            </a:xfrm>
            <a:custGeom>
              <a:avLst/>
              <a:gdLst>
                <a:gd name="T0" fmla="*/ 22 w 138"/>
                <a:gd name="T1" fmla="*/ 25 h 77"/>
                <a:gd name="T2" fmla="*/ 12 w 138"/>
                <a:gd name="T3" fmla="*/ 9 h 77"/>
                <a:gd name="T4" fmla="*/ 0 w 138"/>
                <a:gd name="T5" fmla="*/ 65 h 77"/>
                <a:gd name="T6" fmla="*/ 56 w 138"/>
                <a:gd name="T7" fmla="*/ 77 h 77"/>
                <a:gd name="T8" fmla="*/ 45 w 138"/>
                <a:gd name="T9" fmla="*/ 61 h 77"/>
                <a:gd name="T10" fmla="*/ 102 w 138"/>
                <a:gd name="T11" fmla="*/ 73 h 77"/>
                <a:gd name="T12" fmla="*/ 138 w 138"/>
                <a:gd name="T13" fmla="*/ 50 h 77"/>
                <a:gd name="T14" fmla="*/ 22 w 138"/>
                <a:gd name="T15" fmla="*/ 25 h 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8" h="77">
                  <a:moveTo>
                    <a:pt x="22" y="25"/>
                  </a:moveTo>
                  <a:cubicBezTo>
                    <a:pt x="12" y="9"/>
                    <a:pt x="12" y="9"/>
                    <a:pt x="12" y="9"/>
                  </a:cubicBezTo>
                  <a:cubicBezTo>
                    <a:pt x="0" y="65"/>
                    <a:pt x="0" y="65"/>
                    <a:pt x="0" y="65"/>
                  </a:cubicBezTo>
                  <a:cubicBezTo>
                    <a:pt x="56" y="77"/>
                    <a:pt x="56" y="77"/>
                    <a:pt x="56" y="77"/>
                  </a:cubicBezTo>
                  <a:cubicBezTo>
                    <a:pt x="45" y="61"/>
                    <a:pt x="45" y="61"/>
                    <a:pt x="45" y="61"/>
                  </a:cubicBezTo>
                  <a:cubicBezTo>
                    <a:pt x="64" y="48"/>
                    <a:pt x="90" y="54"/>
                    <a:pt x="102" y="73"/>
                  </a:cubicBezTo>
                  <a:cubicBezTo>
                    <a:pt x="114" y="65"/>
                    <a:pt x="126" y="57"/>
                    <a:pt x="138" y="50"/>
                  </a:cubicBezTo>
                  <a:cubicBezTo>
                    <a:pt x="113" y="11"/>
                    <a:pt x="61" y="0"/>
                    <a:pt x="22"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40"/>
            <p:cNvSpPr>
              <a:spLocks/>
            </p:cNvSpPr>
            <p:nvPr/>
          </p:nvSpPr>
          <p:spPr bwMode="auto">
            <a:xfrm>
              <a:off x="6389773" y="2116767"/>
              <a:ext cx="180708" cy="313029"/>
            </a:xfrm>
            <a:custGeom>
              <a:avLst/>
              <a:gdLst>
                <a:gd name="T0" fmla="*/ 30 w 77"/>
                <a:gd name="T1" fmla="*/ 118 h 134"/>
                <a:gd name="T2" fmla="*/ 16 w 77"/>
                <a:gd name="T3" fmla="*/ 130 h 134"/>
                <a:gd name="T4" fmla="*/ 73 w 77"/>
                <a:gd name="T5" fmla="*/ 134 h 134"/>
                <a:gd name="T6" fmla="*/ 77 w 77"/>
                <a:gd name="T7" fmla="*/ 77 h 134"/>
                <a:gd name="T8" fmla="*/ 62 w 77"/>
                <a:gd name="T9" fmla="*/ 90 h 134"/>
                <a:gd name="T10" fmla="*/ 66 w 77"/>
                <a:gd name="T11" fmla="*/ 32 h 134"/>
                <a:gd name="T12" fmla="*/ 38 w 77"/>
                <a:gd name="T13" fmla="*/ 0 h 134"/>
                <a:gd name="T14" fmla="*/ 30 w 77"/>
                <a:gd name="T15" fmla="*/ 118 h 1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134">
                  <a:moveTo>
                    <a:pt x="30" y="118"/>
                  </a:moveTo>
                  <a:cubicBezTo>
                    <a:pt x="16" y="130"/>
                    <a:pt x="16" y="130"/>
                    <a:pt x="16" y="130"/>
                  </a:cubicBezTo>
                  <a:cubicBezTo>
                    <a:pt x="73" y="134"/>
                    <a:pt x="73" y="134"/>
                    <a:pt x="73" y="134"/>
                  </a:cubicBezTo>
                  <a:cubicBezTo>
                    <a:pt x="77" y="77"/>
                    <a:pt x="77" y="77"/>
                    <a:pt x="77" y="77"/>
                  </a:cubicBezTo>
                  <a:cubicBezTo>
                    <a:pt x="62" y="90"/>
                    <a:pt x="62" y="90"/>
                    <a:pt x="62" y="90"/>
                  </a:cubicBezTo>
                  <a:cubicBezTo>
                    <a:pt x="47" y="73"/>
                    <a:pt x="49" y="47"/>
                    <a:pt x="66" y="32"/>
                  </a:cubicBezTo>
                  <a:cubicBezTo>
                    <a:pt x="56" y="21"/>
                    <a:pt x="47" y="10"/>
                    <a:pt x="38" y="0"/>
                  </a:cubicBezTo>
                  <a:cubicBezTo>
                    <a:pt x="3" y="30"/>
                    <a:pt x="0" y="83"/>
                    <a:pt x="30"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41"/>
            <p:cNvSpPr>
              <a:spLocks/>
            </p:cNvSpPr>
            <p:nvPr/>
          </p:nvSpPr>
          <p:spPr bwMode="auto">
            <a:xfrm>
              <a:off x="6861784" y="2109854"/>
              <a:ext cx="180708" cy="322904"/>
            </a:xfrm>
            <a:custGeom>
              <a:avLst/>
              <a:gdLst>
                <a:gd name="T0" fmla="*/ 52 w 77"/>
                <a:gd name="T1" fmla="*/ 22 h 138"/>
                <a:gd name="T2" fmla="*/ 68 w 77"/>
                <a:gd name="T3" fmla="*/ 12 h 138"/>
                <a:gd name="T4" fmla="*/ 12 w 77"/>
                <a:gd name="T5" fmla="*/ 0 h 138"/>
                <a:gd name="T6" fmla="*/ 0 w 77"/>
                <a:gd name="T7" fmla="*/ 56 h 138"/>
                <a:gd name="T8" fmla="*/ 16 w 77"/>
                <a:gd name="T9" fmla="*/ 45 h 138"/>
                <a:gd name="T10" fmla="*/ 4 w 77"/>
                <a:gd name="T11" fmla="*/ 102 h 138"/>
                <a:gd name="T12" fmla="*/ 27 w 77"/>
                <a:gd name="T13" fmla="*/ 138 h 138"/>
                <a:gd name="T14" fmla="*/ 52 w 77"/>
                <a:gd name="T15" fmla="*/ 22 h 1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138">
                  <a:moveTo>
                    <a:pt x="52" y="22"/>
                  </a:moveTo>
                  <a:cubicBezTo>
                    <a:pt x="68" y="12"/>
                    <a:pt x="68" y="12"/>
                    <a:pt x="68" y="12"/>
                  </a:cubicBezTo>
                  <a:cubicBezTo>
                    <a:pt x="12" y="0"/>
                    <a:pt x="12" y="0"/>
                    <a:pt x="12" y="0"/>
                  </a:cubicBezTo>
                  <a:cubicBezTo>
                    <a:pt x="0" y="56"/>
                    <a:pt x="0" y="56"/>
                    <a:pt x="0" y="56"/>
                  </a:cubicBezTo>
                  <a:cubicBezTo>
                    <a:pt x="16" y="45"/>
                    <a:pt x="16" y="45"/>
                    <a:pt x="16" y="45"/>
                  </a:cubicBezTo>
                  <a:cubicBezTo>
                    <a:pt x="28" y="64"/>
                    <a:pt x="23" y="90"/>
                    <a:pt x="4" y="102"/>
                  </a:cubicBezTo>
                  <a:cubicBezTo>
                    <a:pt x="11" y="114"/>
                    <a:pt x="19" y="126"/>
                    <a:pt x="27" y="138"/>
                  </a:cubicBezTo>
                  <a:cubicBezTo>
                    <a:pt x="66" y="113"/>
                    <a:pt x="77" y="61"/>
                    <a:pt x="52"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42"/>
            <p:cNvSpPr>
              <a:spLocks/>
            </p:cNvSpPr>
            <p:nvPr/>
          </p:nvSpPr>
          <p:spPr bwMode="auto">
            <a:xfrm>
              <a:off x="6551718" y="2399184"/>
              <a:ext cx="308091" cy="180708"/>
            </a:xfrm>
            <a:custGeom>
              <a:avLst/>
              <a:gdLst>
                <a:gd name="T0" fmla="*/ 118 w 132"/>
                <a:gd name="T1" fmla="*/ 45 h 77"/>
                <a:gd name="T2" fmla="*/ 131 w 132"/>
                <a:gd name="T3" fmla="*/ 58 h 77"/>
                <a:gd name="T4" fmla="*/ 132 w 132"/>
                <a:gd name="T5" fmla="*/ 1 h 77"/>
                <a:gd name="T6" fmla="*/ 74 w 132"/>
                <a:gd name="T7" fmla="*/ 0 h 77"/>
                <a:gd name="T8" fmla="*/ 88 w 132"/>
                <a:gd name="T9" fmla="*/ 15 h 77"/>
                <a:gd name="T10" fmla="*/ 30 w 132"/>
                <a:gd name="T11" fmla="*/ 14 h 77"/>
                <a:gd name="T12" fmla="*/ 0 w 132"/>
                <a:gd name="T13" fmla="*/ 44 h 77"/>
                <a:gd name="T14" fmla="*/ 118 w 132"/>
                <a:gd name="T15" fmla="*/ 45 h 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2" h="77">
                  <a:moveTo>
                    <a:pt x="118" y="45"/>
                  </a:moveTo>
                  <a:cubicBezTo>
                    <a:pt x="131" y="58"/>
                    <a:pt x="131" y="58"/>
                    <a:pt x="131" y="58"/>
                  </a:cubicBezTo>
                  <a:cubicBezTo>
                    <a:pt x="132" y="1"/>
                    <a:pt x="132" y="1"/>
                    <a:pt x="132" y="1"/>
                  </a:cubicBezTo>
                  <a:cubicBezTo>
                    <a:pt x="74" y="0"/>
                    <a:pt x="74" y="0"/>
                    <a:pt x="74" y="0"/>
                  </a:cubicBezTo>
                  <a:cubicBezTo>
                    <a:pt x="88" y="15"/>
                    <a:pt x="88" y="15"/>
                    <a:pt x="88" y="15"/>
                  </a:cubicBezTo>
                  <a:cubicBezTo>
                    <a:pt x="72" y="30"/>
                    <a:pt x="46" y="30"/>
                    <a:pt x="30" y="14"/>
                  </a:cubicBezTo>
                  <a:cubicBezTo>
                    <a:pt x="20" y="24"/>
                    <a:pt x="10" y="34"/>
                    <a:pt x="0" y="44"/>
                  </a:cubicBezTo>
                  <a:cubicBezTo>
                    <a:pt x="32" y="77"/>
                    <a:pt x="85" y="77"/>
                    <a:pt x="118"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70" name="Freeform 53"/>
          <p:cNvSpPr>
            <a:spLocks/>
          </p:cNvSpPr>
          <p:nvPr/>
        </p:nvSpPr>
        <p:spPr bwMode="auto">
          <a:xfrm>
            <a:off x="7418388" y="5090904"/>
            <a:ext cx="615195" cy="476949"/>
          </a:xfrm>
          <a:custGeom>
            <a:avLst/>
            <a:gdLst>
              <a:gd name="T0" fmla="*/ 258 w 263"/>
              <a:gd name="T1" fmla="*/ 51 h 204"/>
              <a:gd name="T2" fmla="*/ 208 w 263"/>
              <a:gd name="T3" fmla="*/ 102 h 204"/>
              <a:gd name="T4" fmla="*/ 162 w 263"/>
              <a:gd name="T5" fmla="*/ 148 h 204"/>
              <a:gd name="T6" fmla="*/ 111 w 263"/>
              <a:gd name="T7" fmla="*/ 199 h 204"/>
              <a:gd name="T8" fmla="*/ 92 w 263"/>
              <a:gd name="T9" fmla="*/ 199 h 204"/>
              <a:gd name="T10" fmla="*/ 65 w 263"/>
              <a:gd name="T11" fmla="*/ 172 h 204"/>
              <a:gd name="T12" fmla="*/ 56 w 263"/>
              <a:gd name="T13" fmla="*/ 161 h 204"/>
              <a:gd name="T14" fmla="*/ 6 w 263"/>
              <a:gd name="T15" fmla="*/ 111 h 204"/>
              <a:gd name="T16" fmla="*/ 6 w 263"/>
              <a:gd name="T17" fmla="*/ 92 h 204"/>
              <a:gd name="T18" fmla="*/ 33 w 263"/>
              <a:gd name="T19" fmla="*/ 65 h 204"/>
              <a:gd name="T20" fmla="*/ 52 w 263"/>
              <a:gd name="T21" fmla="*/ 65 h 204"/>
              <a:gd name="T22" fmla="*/ 102 w 263"/>
              <a:gd name="T23" fmla="*/ 115 h 204"/>
              <a:gd name="T24" fmla="*/ 212 w 263"/>
              <a:gd name="T25" fmla="*/ 5 h 204"/>
              <a:gd name="T26" fmla="*/ 231 w 263"/>
              <a:gd name="T27" fmla="*/ 5 h 204"/>
              <a:gd name="T28" fmla="*/ 258 w 263"/>
              <a:gd name="T29" fmla="*/ 32 h 204"/>
              <a:gd name="T30" fmla="*/ 258 w 263"/>
              <a:gd name="T31" fmla="*/ 51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3" h="204">
                <a:moveTo>
                  <a:pt x="258" y="51"/>
                </a:moveTo>
                <a:cubicBezTo>
                  <a:pt x="208" y="102"/>
                  <a:pt x="208" y="102"/>
                  <a:pt x="208" y="102"/>
                </a:cubicBezTo>
                <a:cubicBezTo>
                  <a:pt x="162" y="148"/>
                  <a:pt x="162" y="148"/>
                  <a:pt x="162" y="148"/>
                </a:cubicBezTo>
                <a:cubicBezTo>
                  <a:pt x="111" y="199"/>
                  <a:pt x="111" y="199"/>
                  <a:pt x="111" y="199"/>
                </a:cubicBezTo>
                <a:cubicBezTo>
                  <a:pt x="106" y="204"/>
                  <a:pt x="97" y="204"/>
                  <a:pt x="92" y="199"/>
                </a:cubicBezTo>
                <a:cubicBezTo>
                  <a:pt x="65" y="172"/>
                  <a:pt x="65" y="172"/>
                  <a:pt x="65" y="172"/>
                </a:cubicBezTo>
                <a:cubicBezTo>
                  <a:pt x="56" y="161"/>
                  <a:pt x="56" y="161"/>
                  <a:pt x="56" y="161"/>
                </a:cubicBezTo>
                <a:cubicBezTo>
                  <a:pt x="6" y="111"/>
                  <a:pt x="6" y="111"/>
                  <a:pt x="6" y="111"/>
                </a:cubicBezTo>
                <a:cubicBezTo>
                  <a:pt x="0" y="105"/>
                  <a:pt x="0" y="97"/>
                  <a:pt x="6" y="92"/>
                </a:cubicBezTo>
                <a:cubicBezTo>
                  <a:pt x="33" y="65"/>
                  <a:pt x="33" y="65"/>
                  <a:pt x="33" y="65"/>
                </a:cubicBezTo>
                <a:cubicBezTo>
                  <a:pt x="38" y="59"/>
                  <a:pt x="46" y="59"/>
                  <a:pt x="52" y="65"/>
                </a:cubicBezTo>
                <a:cubicBezTo>
                  <a:pt x="102" y="115"/>
                  <a:pt x="102" y="115"/>
                  <a:pt x="102" y="115"/>
                </a:cubicBezTo>
                <a:cubicBezTo>
                  <a:pt x="212" y="5"/>
                  <a:pt x="212" y="5"/>
                  <a:pt x="212" y="5"/>
                </a:cubicBezTo>
                <a:cubicBezTo>
                  <a:pt x="217" y="0"/>
                  <a:pt x="226" y="0"/>
                  <a:pt x="231" y="5"/>
                </a:cubicBezTo>
                <a:cubicBezTo>
                  <a:pt x="258" y="32"/>
                  <a:pt x="258" y="32"/>
                  <a:pt x="258" y="32"/>
                </a:cubicBezTo>
                <a:cubicBezTo>
                  <a:pt x="263" y="38"/>
                  <a:pt x="263" y="46"/>
                  <a:pt x="258" y="5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2" name="Freeform 36"/>
          <p:cNvSpPr>
            <a:spLocks noEditPoints="1"/>
          </p:cNvSpPr>
          <p:nvPr/>
        </p:nvSpPr>
        <p:spPr bwMode="auto">
          <a:xfrm>
            <a:off x="4182788" y="5060434"/>
            <a:ext cx="537020" cy="537893"/>
          </a:xfrm>
          <a:custGeom>
            <a:avLst/>
            <a:gdLst>
              <a:gd name="T0" fmla="*/ 220 w 260"/>
              <a:gd name="T1" fmla="*/ 0 h 260"/>
              <a:gd name="T2" fmla="*/ 41 w 260"/>
              <a:gd name="T3" fmla="*/ 0 h 260"/>
              <a:gd name="T4" fmla="*/ 0 w 260"/>
              <a:gd name="T5" fmla="*/ 41 h 260"/>
              <a:gd name="T6" fmla="*/ 0 w 260"/>
              <a:gd name="T7" fmla="*/ 219 h 260"/>
              <a:gd name="T8" fmla="*/ 41 w 260"/>
              <a:gd name="T9" fmla="*/ 260 h 260"/>
              <a:gd name="T10" fmla="*/ 220 w 260"/>
              <a:gd name="T11" fmla="*/ 260 h 260"/>
              <a:gd name="T12" fmla="*/ 260 w 260"/>
              <a:gd name="T13" fmla="*/ 219 h 260"/>
              <a:gd name="T14" fmla="*/ 260 w 260"/>
              <a:gd name="T15" fmla="*/ 41 h 260"/>
              <a:gd name="T16" fmla="*/ 220 w 260"/>
              <a:gd name="T17" fmla="*/ 0 h 260"/>
              <a:gd name="T18" fmla="*/ 66 w 260"/>
              <a:gd name="T19" fmla="*/ 219 h 260"/>
              <a:gd name="T20" fmla="*/ 34 w 260"/>
              <a:gd name="T21" fmla="*/ 188 h 260"/>
              <a:gd name="T22" fmla="*/ 66 w 260"/>
              <a:gd name="T23" fmla="*/ 156 h 260"/>
              <a:gd name="T24" fmla="*/ 97 w 260"/>
              <a:gd name="T25" fmla="*/ 188 h 260"/>
              <a:gd name="T26" fmla="*/ 66 w 260"/>
              <a:gd name="T27" fmla="*/ 219 h 260"/>
              <a:gd name="T28" fmla="*/ 168 w 260"/>
              <a:gd name="T29" fmla="*/ 218 h 260"/>
              <a:gd name="T30" fmla="*/ 167 w 260"/>
              <a:gd name="T31" fmla="*/ 230 h 260"/>
              <a:gd name="T32" fmla="*/ 130 w 260"/>
              <a:gd name="T33" fmla="*/ 229 h 260"/>
              <a:gd name="T34" fmla="*/ 130 w 260"/>
              <a:gd name="T35" fmla="*/ 217 h 260"/>
              <a:gd name="T36" fmla="*/ 114 w 260"/>
              <a:gd name="T37" fmla="*/ 144 h 260"/>
              <a:gd name="T38" fmla="*/ 35 w 260"/>
              <a:gd name="T39" fmla="*/ 124 h 260"/>
              <a:gd name="T40" fmla="*/ 20 w 260"/>
              <a:gd name="T41" fmla="*/ 124 h 260"/>
              <a:gd name="T42" fmla="*/ 20 w 260"/>
              <a:gd name="T43" fmla="*/ 87 h 260"/>
              <a:gd name="T44" fmla="*/ 35 w 260"/>
              <a:gd name="T45" fmla="*/ 87 h 260"/>
              <a:gd name="T46" fmla="*/ 52 w 260"/>
              <a:gd name="T47" fmla="*/ 87 h 260"/>
              <a:gd name="T48" fmla="*/ 141 w 260"/>
              <a:gd name="T49" fmla="*/ 117 h 260"/>
              <a:gd name="T50" fmla="*/ 168 w 260"/>
              <a:gd name="T51" fmla="*/ 218 h 260"/>
              <a:gd name="T52" fmla="*/ 224 w 260"/>
              <a:gd name="T53" fmla="*/ 209 h 260"/>
              <a:gd name="T54" fmla="*/ 224 w 260"/>
              <a:gd name="T55" fmla="*/ 220 h 260"/>
              <a:gd name="T56" fmla="*/ 185 w 260"/>
              <a:gd name="T57" fmla="*/ 218 h 260"/>
              <a:gd name="T58" fmla="*/ 186 w 260"/>
              <a:gd name="T59" fmla="*/ 208 h 260"/>
              <a:gd name="T60" fmla="*/ 162 w 260"/>
              <a:gd name="T61" fmla="*/ 101 h 260"/>
              <a:gd name="T62" fmla="*/ 47 w 260"/>
              <a:gd name="T63" fmla="*/ 72 h 260"/>
              <a:gd name="T64" fmla="*/ 33 w 260"/>
              <a:gd name="T65" fmla="*/ 72 h 260"/>
              <a:gd name="T66" fmla="*/ 33 w 260"/>
              <a:gd name="T67" fmla="*/ 34 h 260"/>
              <a:gd name="T68" fmla="*/ 47 w 260"/>
              <a:gd name="T69" fmla="*/ 34 h 260"/>
              <a:gd name="T70" fmla="*/ 70 w 260"/>
              <a:gd name="T71" fmla="*/ 34 h 260"/>
              <a:gd name="T72" fmla="*/ 189 w 260"/>
              <a:gd name="T73" fmla="*/ 74 h 260"/>
              <a:gd name="T74" fmla="*/ 224 w 260"/>
              <a:gd name="T75" fmla="*/ 209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60" h="260">
                <a:moveTo>
                  <a:pt x="220" y="0"/>
                </a:moveTo>
                <a:cubicBezTo>
                  <a:pt x="41" y="0"/>
                  <a:pt x="41" y="0"/>
                  <a:pt x="41" y="0"/>
                </a:cubicBezTo>
                <a:cubicBezTo>
                  <a:pt x="18" y="0"/>
                  <a:pt x="0" y="18"/>
                  <a:pt x="0" y="41"/>
                </a:cubicBezTo>
                <a:cubicBezTo>
                  <a:pt x="0" y="219"/>
                  <a:pt x="0" y="219"/>
                  <a:pt x="0" y="219"/>
                </a:cubicBezTo>
                <a:cubicBezTo>
                  <a:pt x="0" y="242"/>
                  <a:pt x="18" y="260"/>
                  <a:pt x="41" y="260"/>
                </a:cubicBezTo>
                <a:cubicBezTo>
                  <a:pt x="220" y="260"/>
                  <a:pt x="220" y="260"/>
                  <a:pt x="220" y="260"/>
                </a:cubicBezTo>
                <a:cubicBezTo>
                  <a:pt x="242" y="260"/>
                  <a:pt x="260" y="242"/>
                  <a:pt x="260" y="219"/>
                </a:cubicBezTo>
                <a:cubicBezTo>
                  <a:pt x="260" y="41"/>
                  <a:pt x="260" y="41"/>
                  <a:pt x="260" y="41"/>
                </a:cubicBezTo>
                <a:cubicBezTo>
                  <a:pt x="260" y="18"/>
                  <a:pt x="242" y="0"/>
                  <a:pt x="220" y="0"/>
                </a:cubicBezTo>
                <a:close/>
                <a:moveTo>
                  <a:pt x="66" y="219"/>
                </a:moveTo>
                <a:cubicBezTo>
                  <a:pt x="48" y="219"/>
                  <a:pt x="34" y="205"/>
                  <a:pt x="34" y="188"/>
                </a:cubicBezTo>
                <a:cubicBezTo>
                  <a:pt x="34" y="170"/>
                  <a:pt x="48" y="156"/>
                  <a:pt x="66" y="156"/>
                </a:cubicBezTo>
                <a:cubicBezTo>
                  <a:pt x="83" y="156"/>
                  <a:pt x="97" y="170"/>
                  <a:pt x="97" y="188"/>
                </a:cubicBezTo>
                <a:cubicBezTo>
                  <a:pt x="97" y="205"/>
                  <a:pt x="83" y="219"/>
                  <a:pt x="66" y="219"/>
                </a:cubicBezTo>
                <a:close/>
                <a:moveTo>
                  <a:pt x="168" y="218"/>
                </a:moveTo>
                <a:cubicBezTo>
                  <a:pt x="167" y="230"/>
                  <a:pt x="167" y="230"/>
                  <a:pt x="167" y="230"/>
                </a:cubicBezTo>
                <a:cubicBezTo>
                  <a:pt x="130" y="229"/>
                  <a:pt x="130" y="229"/>
                  <a:pt x="130" y="229"/>
                </a:cubicBezTo>
                <a:cubicBezTo>
                  <a:pt x="130" y="217"/>
                  <a:pt x="130" y="217"/>
                  <a:pt x="130" y="217"/>
                </a:cubicBezTo>
                <a:cubicBezTo>
                  <a:pt x="131" y="178"/>
                  <a:pt x="127" y="156"/>
                  <a:pt x="114" y="144"/>
                </a:cubicBezTo>
                <a:cubicBezTo>
                  <a:pt x="101" y="130"/>
                  <a:pt x="77" y="124"/>
                  <a:pt x="35" y="124"/>
                </a:cubicBezTo>
                <a:cubicBezTo>
                  <a:pt x="20" y="124"/>
                  <a:pt x="20" y="124"/>
                  <a:pt x="20" y="124"/>
                </a:cubicBezTo>
                <a:cubicBezTo>
                  <a:pt x="20" y="87"/>
                  <a:pt x="20" y="87"/>
                  <a:pt x="20" y="87"/>
                </a:cubicBezTo>
                <a:cubicBezTo>
                  <a:pt x="35" y="87"/>
                  <a:pt x="35" y="87"/>
                  <a:pt x="35" y="87"/>
                </a:cubicBezTo>
                <a:cubicBezTo>
                  <a:pt x="41" y="87"/>
                  <a:pt x="47" y="87"/>
                  <a:pt x="52" y="87"/>
                </a:cubicBezTo>
                <a:cubicBezTo>
                  <a:pt x="95" y="89"/>
                  <a:pt x="123" y="99"/>
                  <a:pt x="141" y="117"/>
                </a:cubicBezTo>
                <a:cubicBezTo>
                  <a:pt x="161" y="138"/>
                  <a:pt x="169" y="168"/>
                  <a:pt x="168" y="218"/>
                </a:cubicBezTo>
                <a:close/>
                <a:moveTo>
                  <a:pt x="224" y="209"/>
                </a:moveTo>
                <a:cubicBezTo>
                  <a:pt x="224" y="220"/>
                  <a:pt x="224" y="220"/>
                  <a:pt x="224" y="220"/>
                </a:cubicBezTo>
                <a:cubicBezTo>
                  <a:pt x="185" y="218"/>
                  <a:pt x="185" y="218"/>
                  <a:pt x="185" y="218"/>
                </a:cubicBezTo>
                <a:cubicBezTo>
                  <a:pt x="186" y="208"/>
                  <a:pt x="186" y="208"/>
                  <a:pt x="186" y="208"/>
                </a:cubicBezTo>
                <a:cubicBezTo>
                  <a:pt x="187" y="152"/>
                  <a:pt x="180" y="120"/>
                  <a:pt x="162" y="101"/>
                </a:cubicBezTo>
                <a:cubicBezTo>
                  <a:pt x="142" y="81"/>
                  <a:pt x="106" y="72"/>
                  <a:pt x="47" y="72"/>
                </a:cubicBezTo>
                <a:cubicBezTo>
                  <a:pt x="33" y="72"/>
                  <a:pt x="33" y="72"/>
                  <a:pt x="33" y="72"/>
                </a:cubicBezTo>
                <a:cubicBezTo>
                  <a:pt x="33" y="34"/>
                  <a:pt x="33" y="34"/>
                  <a:pt x="33" y="34"/>
                </a:cubicBezTo>
                <a:cubicBezTo>
                  <a:pt x="47" y="34"/>
                  <a:pt x="47" y="34"/>
                  <a:pt x="47" y="34"/>
                </a:cubicBezTo>
                <a:cubicBezTo>
                  <a:pt x="55" y="34"/>
                  <a:pt x="63" y="34"/>
                  <a:pt x="70" y="34"/>
                </a:cubicBezTo>
                <a:cubicBezTo>
                  <a:pt x="127" y="37"/>
                  <a:pt x="165" y="50"/>
                  <a:pt x="189" y="74"/>
                </a:cubicBezTo>
                <a:cubicBezTo>
                  <a:pt x="216" y="102"/>
                  <a:pt x="226" y="142"/>
                  <a:pt x="224" y="20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3" name="Freeform 35"/>
          <p:cNvSpPr>
            <a:spLocks noEditPoints="1"/>
          </p:cNvSpPr>
          <p:nvPr/>
        </p:nvSpPr>
        <p:spPr bwMode="auto">
          <a:xfrm>
            <a:off x="5773409" y="5049925"/>
            <a:ext cx="610258" cy="558909"/>
          </a:xfrm>
          <a:custGeom>
            <a:avLst/>
            <a:gdLst>
              <a:gd name="T0" fmla="*/ 218 w 261"/>
              <a:gd name="T1" fmla="*/ 0 h 239"/>
              <a:gd name="T2" fmla="*/ 43 w 261"/>
              <a:gd name="T3" fmla="*/ 0 h 239"/>
              <a:gd name="T4" fmla="*/ 0 w 261"/>
              <a:gd name="T5" fmla="*/ 45 h 239"/>
              <a:gd name="T6" fmla="*/ 0 w 261"/>
              <a:gd name="T7" fmla="*/ 145 h 239"/>
              <a:gd name="T8" fmla="*/ 43 w 261"/>
              <a:gd name="T9" fmla="*/ 190 h 239"/>
              <a:gd name="T10" fmla="*/ 76 w 261"/>
              <a:gd name="T11" fmla="*/ 190 h 239"/>
              <a:gd name="T12" fmla="*/ 76 w 261"/>
              <a:gd name="T13" fmla="*/ 239 h 239"/>
              <a:gd name="T14" fmla="*/ 175 w 261"/>
              <a:gd name="T15" fmla="*/ 191 h 239"/>
              <a:gd name="T16" fmla="*/ 173 w 261"/>
              <a:gd name="T17" fmla="*/ 190 h 239"/>
              <a:gd name="T18" fmla="*/ 218 w 261"/>
              <a:gd name="T19" fmla="*/ 190 h 239"/>
              <a:gd name="T20" fmla="*/ 261 w 261"/>
              <a:gd name="T21" fmla="*/ 145 h 239"/>
              <a:gd name="T22" fmla="*/ 261 w 261"/>
              <a:gd name="T23" fmla="*/ 45 h 239"/>
              <a:gd name="T24" fmla="*/ 218 w 261"/>
              <a:gd name="T25" fmla="*/ 0 h 239"/>
              <a:gd name="T26" fmla="*/ 73 w 261"/>
              <a:gd name="T27" fmla="*/ 121 h 239"/>
              <a:gd name="T28" fmla="*/ 47 w 261"/>
              <a:gd name="T29" fmla="*/ 95 h 239"/>
              <a:gd name="T30" fmla="*/ 73 w 261"/>
              <a:gd name="T31" fmla="*/ 69 h 239"/>
              <a:gd name="T32" fmla="*/ 99 w 261"/>
              <a:gd name="T33" fmla="*/ 95 h 239"/>
              <a:gd name="T34" fmla="*/ 73 w 261"/>
              <a:gd name="T35" fmla="*/ 121 h 239"/>
              <a:gd name="T36" fmla="*/ 132 w 261"/>
              <a:gd name="T37" fmla="*/ 121 h 239"/>
              <a:gd name="T38" fmla="*/ 106 w 261"/>
              <a:gd name="T39" fmla="*/ 95 h 239"/>
              <a:gd name="T40" fmla="*/ 132 w 261"/>
              <a:gd name="T41" fmla="*/ 69 h 239"/>
              <a:gd name="T42" fmla="*/ 157 w 261"/>
              <a:gd name="T43" fmla="*/ 95 h 239"/>
              <a:gd name="T44" fmla="*/ 132 w 261"/>
              <a:gd name="T45" fmla="*/ 121 h 239"/>
              <a:gd name="T46" fmla="*/ 190 w 261"/>
              <a:gd name="T47" fmla="*/ 121 h 239"/>
              <a:gd name="T48" fmla="*/ 165 w 261"/>
              <a:gd name="T49" fmla="*/ 95 h 239"/>
              <a:gd name="T50" fmla="*/ 190 w 261"/>
              <a:gd name="T51" fmla="*/ 69 h 239"/>
              <a:gd name="T52" fmla="*/ 216 w 261"/>
              <a:gd name="T53" fmla="*/ 95 h 239"/>
              <a:gd name="T54" fmla="*/ 190 w 261"/>
              <a:gd name="T55" fmla="*/ 121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61" h="239">
                <a:moveTo>
                  <a:pt x="218" y="0"/>
                </a:moveTo>
                <a:cubicBezTo>
                  <a:pt x="43" y="0"/>
                  <a:pt x="43" y="0"/>
                  <a:pt x="43" y="0"/>
                </a:cubicBezTo>
                <a:cubicBezTo>
                  <a:pt x="19" y="0"/>
                  <a:pt x="0" y="20"/>
                  <a:pt x="0" y="45"/>
                </a:cubicBezTo>
                <a:cubicBezTo>
                  <a:pt x="0" y="145"/>
                  <a:pt x="0" y="145"/>
                  <a:pt x="0" y="145"/>
                </a:cubicBezTo>
                <a:cubicBezTo>
                  <a:pt x="0" y="170"/>
                  <a:pt x="19" y="190"/>
                  <a:pt x="43" y="190"/>
                </a:cubicBezTo>
                <a:cubicBezTo>
                  <a:pt x="76" y="190"/>
                  <a:pt x="76" y="190"/>
                  <a:pt x="76" y="190"/>
                </a:cubicBezTo>
                <a:cubicBezTo>
                  <a:pt x="76" y="239"/>
                  <a:pt x="76" y="239"/>
                  <a:pt x="76" y="239"/>
                </a:cubicBezTo>
                <a:cubicBezTo>
                  <a:pt x="175" y="191"/>
                  <a:pt x="175" y="191"/>
                  <a:pt x="175" y="191"/>
                </a:cubicBezTo>
                <a:cubicBezTo>
                  <a:pt x="173" y="190"/>
                  <a:pt x="173" y="190"/>
                  <a:pt x="173" y="190"/>
                </a:cubicBezTo>
                <a:cubicBezTo>
                  <a:pt x="218" y="190"/>
                  <a:pt x="218" y="190"/>
                  <a:pt x="218" y="190"/>
                </a:cubicBezTo>
                <a:cubicBezTo>
                  <a:pt x="242" y="190"/>
                  <a:pt x="261" y="170"/>
                  <a:pt x="261" y="145"/>
                </a:cubicBezTo>
                <a:cubicBezTo>
                  <a:pt x="261" y="45"/>
                  <a:pt x="261" y="45"/>
                  <a:pt x="261" y="45"/>
                </a:cubicBezTo>
                <a:cubicBezTo>
                  <a:pt x="261" y="20"/>
                  <a:pt x="242" y="0"/>
                  <a:pt x="218" y="0"/>
                </a:cubicBezTo>
                <a:close/>
                <a:moveTo>
                  <a:pt x="73" y="121"/>
                </a:moveTo>
                <a:cubicBezTo>
                  <a:pt x="59" y="121"/>
                  <a:pt x="47" y="109"/>
                  <a:pt x="47" y="95"/>
                </a:cubicBezTo>
                <a:cubicBezTo>
                  <a:pt x="47" y="80"/>
                  <a:pt x="59" y="69"/>
                  <a:pt x="73" y="69"/>
                </a:cubicBezTo>
                <a:cubicBezTo>
                  <a:pt x="87" y="69"/>
                  <a:pt x="99" y="80"/>
                  <a:pt x="99" y="95"/>
                </a:cubicBezTo>
                <a:cubicBezTo>
                  <a:pt x="99" y="109"/>
                  <a:pt x="87" y="121"/>
                  <a:pt x="73" y="121"/>
                </a:cubicBezTo>
                <a:close/>
                <a:moveTo>
                  <a:pt x="132" y="121"/>
                </a:moveTo>
                <a:cubicBezTo>
                  <a:pt x="117" y="121"/>
                  <a:pt x="106" y="109"/>
                  <a:pt x="106" y="95"/>
                </a:cubicBezTo>
                <a:cubicBezTo>
                  <a:pt x="106" y="80"/>
                  <a:pt x="117" y="69"/>
                  <a:pt x="132" y="69"/>
                </a:cubicBezTo>
                <a:cubicBezTo>
                  <a:pt x="146" y="69"/>
                  <a:pt x="157" y="80"/>
                  <a:pt x="157" y="95"/>
                </a:cubicBezTo>
                <a:cubicBezTo>
                  <a:pt x="157" y="109"/>
                  <a:pt x="146" y="121"/>
                  <a:pt x="132" y="121"/>
                </a:cubicBezTo>
                <a:close/>
                <a:moveTo>
                  <a:pt x="190" y="121"/>
                </a:moveTo>
                <a:cubicBezTo>
                  <a:pt x="176" y="121"/>
                  <a:pt x="165" y="109"/>
                  <a:pt x="165" y="95"/>
                </a:cubicBezTo>
                <a:cubicBezTo>
                  <a:pt x="165" y="80"/>
                  <a:pt x="176" y="69"/>
                  <a:pt x="190" y="69"/>
                </a:cubicBezTo>
                <a:cubicBezTo>
                  <a:pt x="205" y="69"/>
                  <a:pt x="216" y="80"/>
                  <a:pt x="216" y="95"/>
                </a:cubicBezTo>
                <a:cubicBezTo>
                  <a:pt x="216" y="109"/>
                  <a:pt x="205" y="121"/>
                  <a:pt x="190" y="12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194" name="组合 193"/>
          <p:cNvGrpSpPr/>
          <p:nvPr/>
        </p:nvGrpSpPr>
        <p:grpSpPr>
          <a:xfrm>
            <a:off x="4188782" y="3455508"/>
            <a:ext cx="608283" cy="547060"/>
            <a:chOff x="2880794" y="2798136"/>
            <a:chExt cx="608283" cy="547060"/>
          </a:xfrm>
          <a:solidFill>
            <a:schemeClr val="tx1">
              <a:lumMod val="65000"/>
              <a:lumOff val="35000"/>
            </a:schemeClr>
          </a:solidFill>
        </p:grpSpPr>
        <p:sp>
          <p:nvSpPr>
            <p:cNvPr id="166" name="Rectangle 30"/>
            <p:cNvSpPr>
              <a:spLocks noChangeArrowheads="1"/>
            </p:cNvSpPr>
            <p:nvPr/>
          </p:nvSpPr>
          <p:spPr bwMode="auto">
            <a:xfrm>
              <a:off x="3094088" y="2849485"/>
              <a:ext cx="188607" cy="3554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47"/>
            <p:cNvSpPr>
              <a:spLocks noEditPoints="1"/>
            </p:cNvSpPr>
            <p:nvPr/>
          </p:nvSpPr>
          <p:spPr bwMode="auto">
            <a:xfrm>
              <a:off x="3194810" y="2964032"/>
              <a:ext cx="179720" cy="269580"/>
            </a:xfrm>
            <a:custGeom>
              <a:avLst/>
              <a:gdLst>
                <a:gd name="T0" fmla="*/ 0 w 77"/>
                <a:gd name="T1" fmla="*/ 60 h 115"/>
                <a:gd name="T2" fmla="*/ 12 w 77"/>
                <a:gd name="T3" fmla="*/ 102 h 115"/>
                <a:gd name="T4" fmla="*/ 40 w 77"/>
                <a:gd name="T5" fmla="*/ 115 h 115"/>
                <a:gd name="T6" fmla="*/ 41 w 77"/>
                <a:gd name="T7" fmla="*/ 115 h 115"/>
                <a:gd name="T8" fmla="*/ 59 w 77"/>
                <a:gd name="T9" fmla="*/ 110 h 115"/>
                <a:gd name="T10" fmla="*/ 72 w 77"/>
                <a:gd name="T11" fmla="*/ 96 h 115"/>
                <a:gd name="T12" fmla="*/ 77 w 77"/>
                <a:gd name="T13" fmla="*/ 76 h 115"/>
                <a:gd name="T14" fmla="*/ 67 w 77"/>
                <a:gd name="T15" fmla="*/ 49 h 115"/>
                <a:gd name="T16" fmla="*/ 42 w 77"/>
                <a:gd name="T17" fmla="*/ 38 h 115"/>
                <a:gd name="T18" fmla="*/ 27 w 77"/>
                <a:gd name="T19" fmla="*/ 42 h 115"/>
                <a:gd name="T20" fmla="*/ 20 w 77"/>
                <a:gd name="T21" fmla="*/ 46 h 115"/>
                <a:gd name="T22" fmla="*/ 23 w 77"/>
                <a:gd name="T23" fmla="*/ 32 h 115"/>
                <a:gd name="T24" fmla="*/ 32 w 77"/>
                <a:gd name="T25" fmla="*/ 20 h 115"/>
                <a:gd name="T26" fmla="*/ 41 w 77"/>
                <a:gd name="T27" fmla="*/ 17 h 115"/>
                <a:gd name="T28" fmla="*/ 52 w 77"/>
                <a:gd name="T29" fmla="*/ 22 h 115"/>
                <a:gd name="T30" fmla="*/ 56 w 77"/>
                <a:gd name="T31" fmla="*/ 32 h 115"/>
                <a:gd name="T32" fmla="*/ 59 w 77"/>
                <a:gd name="T33" fmla="*/ 34 h 115"/>
                <a:gd name="T34" fmla="*/ 72 w 77"/>
                <a:gd name="T35" fmla="*/ 33 h 115"/>
                <a:gd name="T36" fmla="*/ 74 w 77"/>
                <a:gd name="T37" fmla="*/ 32 h 115"/>
                <a:gd name="T38" fmla="*/ 75 w 77"/>
                <a:gd name="T39" fmla="*/ 29 h 115"/>
                <a:gd name="T40" fmla="*/ 64 w 77"/>
                <a:gd name="T41" fmla="*/ 8 h 115"/>
                <a:gd name="T42" fmla="*/ 42 w 77"/>
                <a:gd name="T43" fmla="*/ 0 h 115"/>
                <a:gd name="T44" fmla="*/ 13 w 77"/>
                <a:gd name="T45" fmla="*/ 14 h 115"/>
                <a:gd name="T46" fmla="*/ 0 w 77"/>
                <a:gd name="T47" fmla="*/ 60 h 115"/>
                <a:gd name="T48" fmla="*/ 27 w 77"/>
                <a:gd name="T49" fmla="*/ 61 h 115"/>
                <a:gd name="T50" fmla="*/ 40 w 77"/>
                <a:gd name="T51" fmla="*/ 56 h 115"/>
                <a:gd name="T52" fmla="*/ 52 w 77"/>
                <a:gd name="T53" fmla="*/ 61 h 115"/>
                <a:gd name="T54" fmla="*/ 57 w 77"/>
                <a:gd name="T55" fmla="*/ 76 h 115"/>
                <a:gd name="T56" fmla="*/ 52 w 77"/>
                <a:gd name="T57" fmla="*/ 92 h 115"/>
                <a:gd name="T58" fmla="*/ 40 w 77"/>
                <a:gd name="T59" fmla="*/ 98 h 115"/>
                <a:gd name="T60" fmla="*/ 31 w 77"/>
                <a:gd name="T61" fmla="*/ 95 h 115"/>
                <a:gd name="T62" fmla="*/ 24 w 77"/>
                <a:gd name="T63" fmla="*/ 87 h 115"/>
                <a:gd name="T64" fmla="*/ 22 w 77"/>
                <a:gd name="T65" fmla="*/ 76 h 115"/>
                <a:gd name="T66" fmla="*/ 27 w 77"/>
                <a:gd name="T67" fmla="*/ 61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7" h="115">
                  <a:moveTo>
                    <a:pt x="0" y="60"/>
                  </a:moveTo>
                  <a:cubicBezTo>
                    <a:pt x="0" y="79"/>
                    <a:pt x="4" y="93"/>
                    <a:pt x="12" y="102"/>
                  </a:cubicBezTo>
                  <a:cubicBezTo>
                    <a:pt x="19" y="111"/>
                    <a:pt x="29" y="115"/>
                    <a:pt x="40" y="115"/>
                  </a:cubicBezTo>
                  <a:cubicBezTo>
                    <a:pt x="41" y="115"/>
                    <a:pt x="41" y="115"/>
                    <a:pt x="41" y="115"/>
                  </a:cubicBezTo>
                  <a:cubicBezTo>
                    <a:pt x="47" y="115"/>
                    <a:pt x="54" y="113"/>
                    <a:pt x="59" y="110"/>
                  </a:cubicBezTo>
                  <a:cubicBezTo>
                    <a:pt x="65" y="107"/>
                    <a:pt x="69" y="102"/>
                    <a:pt x="72" y="96"/>
                  </a:cubicBezTo>
                  <a:cubicBezTo>
                    <a:pt x="75" y="89"/>
                    <a:pt x="77" y="83"/>
                    <a:pt x="77" y="76"/>
                  </a:cubicBezTo>
                  <a:cubicBezTo>
                    <a:pt x="77" y="65"/>
                    <a:pt x="74" y="56"/>
                    <a:pt x="67" y="49"/>
                  </a:cubicBezTo>
                  <a:cubicBezTo>
                    <a:pt x="60" y="42"/>
                    <a:pt x="52" y="38"/>
                    <a:pt x="42" y="38"/>
                  </a:cubicBezTo>
                  <a:cubicBezTo>
                    <a:pt x="37" y="38"/>
                    <a:pt x="32" y="39"/>
                    <a:pt x="27" y="42"/>
                  </a:cubicBezTo>
                  <a:cubicBezTo>
                    <a:pt x="24" y="43"/>
                    <a:pt x="22" y="44"/>
                    <a:pt x="20" y="46"/>
                  </a:cubicBezTo>
                  <a:cubicBezTo>
                    <a:pt x="21" y="40"/>
                    <a:pt x="22" y="35"/>
                    <a:pt x="23" y="32"/>
                  </a:cubicBezTo>
                  <a:cubicBezTo>
                    <a:pt x="25" y="27"/>
                    <a:pt x="28" y="23"/>
                    <a:pt x="32" y="20"/>
                  </a:cubicBezTo>
                  <a:cubicBezTo>
                    <a:pt x="35" y="18"/>
                    <a:pt x="37" y="17"/>
                    <a:pt x="41" y="17"/>
                  </a:cubicBezTo>
                  <a:cubicBezTo>
                    <a:pt x="45" y="17"/>
                    <a:pt x="49" y="19"/>
                    <a:pt x="52" y="22"/>
                  </a:cubicBezTo>
                  <a:cubicBezTo>
                    <a:pt x="53" y="24"/>
                    <a:pt x="55" y="27"/>
                    <a:pt x="56" y="32"/>
                  </a:cubicBezTo>
                  <a:cubicBezTo>
                    <a:pt x="56" y="33"/>
                    <a:pt x="58" y="34"/>
                    <a:pt x="59" y="34"/>
                  </a:cubicBezTo>
                  <a:cubicBezTo>
                    <a:pt x="72" y="33"/>
                    <a:pt x="72" y="33"/>
                    <a:pt x="72" y="33"/>
                  </a:cubicBezTo>
                  <a:cubicBezTo>
                    <a:pt x="73" y="33"/>
                    <a:pt x="74" y="33"/>
                    <a:pt x="74" y="32"/>
                  </a:cubicBezTo>
                  <a:cubicBezTo>
                    <a:pt x="75" y="31"/>
                    <a:pt x="75" y="30"/>
                    <a:pt x="75" y="29"/>
                  </a:cubicBezTo>
                  <a:cubicBezTo>
                    <a:pt x="74" y="21"/>
                    <a:pt x="70" y="13"/>
                    <a:pt x="64" y="8"/>
                  </a:cubicBezTo>
                  <a:cubicBezTo>
                    <a:pt x="58" y="3"/>
                    <a:pt x="51" y="0"/>
                    <a:pt x="42" y="0"/>
                  </a:cubicBezTo>
                  <a:cubicBezTo>
                    <a:pt x="30" y="0"/>
                    <a:pt x="20" y="5"/>
                    <a:pt x="13" y="14"/>
                  </a:cubicBezTo>
                  <a:cubicBezTo>
                    <a:pt x="4" y="24"/>
                    <a:pt x="0" y="39"/>
                    <a:pt x="0" y="60"/>
                  </a:cubicBezTo>
                  <a:close/>
                  <a:moveTo>
                    <a:pt x="27" y="61"/>
                  </a:moveTo>
                  <a:cubicBezTo>
                    <a:pt x="31" y="58"/>
                    <a:pt x="35" y="56"/>
                    <a:pt x="40" y="56"/>
                  </a:cubicBezTo>
                  <a:cubicBezTo>
                    <a:pt x="45" y="56"/>
                    <a:pt x="49" y="58"/>
                    <a:pt x="52" y="61"/>
                  </a:cubicBezTo>
                  <a:cubicBezTo>
                    <a:pt x="55" y="65"/>
                    <a:pt x="57" y="70"/>
                    <a:pt x="57" y="76"/>
                  </a:cubicBezTo>
                  <a:cubicBezTo>
                    <a:pt x="57" y="84"/>
                    <a:pt x="55" y="89"/>
                    <a:pt x="52" y="92"/>
                  </a:cubicBezTo>
                  <a:cubicBezTo>
                    <a:pt x="49" y="96"/>
                    <a:pt x="45" y="98"/>
                    <a:pt x="40" y="98"/>
                  </a:cubicBezTo>
                  <a:cubicBezTo>
                    <a:pt x="37" y="98"/>
                    <a:pt x="34" y="97"/>
                    <a:pt x="31" y="95"/>
                  </a:cubicBezTo>
                  <a:cubicBezTo>
                    <a:pt x="28" y="93"/>
                    <a:pt x="26" y="91"/>
                    <a:pt x="24" y="87"/>
                  </a:cubicBezTo>
                  <a:cubicBezTo>
                    <a:pt x="23" y="84"/>
                    <a:pt x="22" y="80"/>
                    <a:pt x="22" y="76"/>
                  </a:cubicBezTo>
                  <a:cubicBezTo>
                    <a:pt x="22" y="69"/>
                    <a:pt x="24" y="65"/>
                    <a:pt x="27"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48"/>
            <p:cNvSpPr>
              <a:spLocks/>
            </p:cNvSpPr>
            <p:nvPr/>
          </p:nvSpPr>
          <p:spPr bwMode="auto">
            <a:xfrm>
              <a:off x="3306394" y="2798136"/>
              <a:ext cx="51349" cy="112572"/>
            </a:xfrm>
            <a:custGeom>
              <a:avLst/>
              <a:gdLst>
                <a:gd name="T0" fmla="*/ 11 w 22"/>
                <a:gd name="T1" fmla="*/ 48 h 48"/>
                <a:gd name="T2" fmla="*/ 22 w 22"/>
                <a:gd name="T3" fmla="*/ 38 h 48"/>
                <a:gd name="T4" fmla="*/ 22 w 22"/>
                <a:gd name="T5" fmla="*/ 11 h 48"/>
                <a:gd name="T6" fmla="*/ 11 w 22"/>
                <a:gd name="T7" fmla="*/ 0 h 48"/>
                <a:gd name="T8" fmla="*/ 0 w 22"/>
                <a:gd name="T9" fmla="*/ 11 h 48"/>
                <a:gd name="T10" fmla="*/ 0 w 22"/>
                <a:gd name="T11" fmla="*/ 38 h 48"/>
                <a:gd name="T12" fmla="*/ 11 w 22"/>
                <a:gd name="T13" fmla="*/ 48 h 48"/>
              </a:gdLst>
              <a:ahLst/>
              <a:cxnLst>
                <a:cxn ang="0">
                  <a:pos x="T0" y="T1"/>
                </a:cxn>
                <a:cxn ang="0">
                  <a:pos x="T2" y="T3"/>
                </a:cxn>
                <a:cxn ang="0">
                  <a:pos x="T4" y="T5"/>
                </a:cxn>
                <a:cxn ang="0">
                  <a:pos x="T6" y="T7"/>
                </a:cxn>
                <a:cxn ang="0">
                  <a:pos x="T8" y="T9"/>
                </a:cxn>
                <a:cxn ang="0">
                  <a:pos x="T10" y="T11"/>
                </a:cxn>
                <a:cxn ang="0">
                  <a:pos x="T12" y="T13"/>
                </a:cxn>
              </a:cxnLst>
              <a:rect l="0" t="0" r="r" b="b"/>
              <a:pathLst>
                <a:path w="22" h="48">
                  <a:moveTo>
                    <a:pt x="11" y="48"/>
                  </a:moveTo>
                  <a:cubicBezTo>
                    <a:pt x="17" y="48"/>
                    <a:pt x="22" y="44"/>
                    <a:pt x="22" y="38"/>
                  </a:cubicBezTo>
                  <a:cubicBezTo>
                    <a:pt x="22" y="11"/>
                    <a:pt x="22" y="11"/>
                    <a:pt x="22" y="11"/>
                  </a:cubicBezTo>
                  <a:cubicBezTo>
                    <a:pt x="22" y="5"/>
                    <a:pt x="17" y="0"/>
                    <a:pt x="11" y="0"/>
                  </a:cubicBezTo>
                  <a:cubicBezTo>
                    <a:pt x="5" y="0"/>
                    <a:pt x="0" y="5"/>
                    <a:pt x="0" y="11"/>
                  </a:cubicBezTo>
                  <a:cubicBezTo>
                    <a:pt x="0" y="38"/>
                    <a:pt x="0" y="38"/>
                    <a:pt x="0" y="38"/>
                  </a:cubicBezTo>
                  <a:cubicBezTo>
                    <a:pt x="0" y="44"/>
                    <a:pt x="5" y="48"/>
                    <a:pt x="11"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Rectangle 49"/>
            <p:cNvSpPr>
              <a:spLocks noChangeArrowheads="1"/>
            </p:cNvSpPr>
            <p:nvPr/>
          </p:nvSpPr>
          <p:spPr bwMode="auto">
            <a:xfrm>
              <a:off x="3094088" y="2849485"/>
              <a:ext cx="188607" cy="3554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50"/>
            <p:cNvSpPr>
              <a:spLocks/>
            </p:cNvSpPr>
            <p:nvPr/>
          </p:nvSpPr>
          <p:spPr bwMode="auto">
            <a:xfrm>
              <a:off x="2880794" y="2849485"/>
              <a:ext cx="608283" cy="495711"/>
            </a:xfrm>
            <a:custGeom>
              <a:avLst/>
              <a:gdLst>
                <a:gd name="T0" fmla="*/ 241 w 260"/>
                <a:gd name="T1" fmla="*/ 0 h 212"/>
                <a:gd name="T2" fmla="*/ 215 w 260"/>
                <a:gd name="T3" fmla="*/ 0 h 212"/>
                <a:gd name="T4" fmla="*/ 215 w 260"/>
                <a:gd name="T5" fmla="*/ 15 h 212"/>
                <a:gd name="T6" fmla="*/ 241 w 260"/>
                <a:gd name="T7" fmla="*/ 15 h 212"/>
                <a:gd name="T8" fmla="*/ 245 w 260"/>
                <a:gd name="T9" fmla="*/ 18 h 212"/>
                <a:gd name="T10" fmla="*/ 245 w 260"/>
                <a:gd name="T11" fmla="*/ 193 h 212"/>
                <a:gd name="T12" fmla="*/ 241 w 260"/>
                <a:gd name="T13" fmla="*/ 196 h 212"/>
                <a:gd name="T14" fmla="*/ 19 w 260"/>
                <a:gd name="T15" fmla="*/ 196 h 212"/>
                <a:gd name="T16" fmla="*/ 15 w 260"/>
                <a:gd name="T17" fmla="*/ 193 h 212"/>
                <a:gd name="T18" fmla="*/ 15 w 260"/>
                <a:gd name="T19" fmla="*/ 18 h 212"/>
                <a:gd name="T20" fmla="*/ 19 w 260"/>
                <a:gd name="T21" fmla="*/ 15 h 212"/>
                <a:gd name="T22" fmla="*/ 48 w 260"/>
                <a:gd name="T23" fmla="*/ 15 h 212"/>
                <a:gd name="T24" fmla="*/ 48 w 260"/>
                <a:gd name="T25" fmla="*/ 0 h 212"/>
                <a:gd name="T26" fmla="*/ 19 w 260"/>
                <a:gd name="T27" fmla="*/ 0 h 212"/>
                <a:gd name="T28" fmla="*/ 0 w 260"/>
                <a:gd name="T29" fmla="*/ 18 h 212"/>
                <a:gd name="T30" fmla="*/ 0 w 260"/>
                <a:gd name="T31" fmla="*/ 193 h 212"/>
                <a:gd name="T32" fmla="*/ 19 w 260"/>
                <a:gd name="T33" fmla="*/ 212 h 212"/>
                <a:gd name="T34" fmla="*/ 241 w 260"/>
                <a:gd name="T35" fmla="*/ 212 h 212"/>
                <a:gd name="T36" fmla="*/ 260 w 260"/>
                <a:gd name="T37" fmla="*/ 193 h 212"/>
                <a:gd name="T38" fmla="*/ 260 w 260"/>
                <a:gd name="T39" fmla="*/ 18 h 212"/>
                <a:gd name="T40" fmla="*/ 241 w 260"/>
                <a:gd name="T41" fmla="*/ 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0" h="212">
                  <a:moveTo>
                    <a:pt x="241" y="0"/>
                  </a:moveTo>
                  <a:cubicBezTo>
                    <a:pt x="215" y="0"/>
                    <a:pt x="215" y="0"/>
                    <a:pt x="215" y="0"/>
                  </a:cubicBezTo>
                  <a:cubicBezTo>
                    <a:pt x="215" y="15"/>
                    <a:pt x="215" y="15"/>
                    <a:pt x="215" y="15"/>
                  </a:cubicBezTo>
                  <a:cubicBezTo>
                    <a:pt x="241" y="15"/>
                    <a:pt x="241" y="15"/>
                    <a:pt x="241" y="15"/>
                  </a:cubicBezTo>
                  <a:cubicBezTo>
                    <a:pt x="243" y="15"/>
                    <a:pt x="245" y="17"/>
                    <a:pt x="245" y="18"/>
                  </a:cubicBezTo>
                  <a:cubicBezTo>
                    <a:pt x="245" y="193"/>
                    <a:pt x="245" y="193"/>
                    <a:pt x="245" y="193"/>
                  </a:cubicBezTo>
                  <a:cubicBezTo>
                    <a:pt x="245" y="195"/>
                    <a:pt x="243" y="196"/>
                    <a:pt x="241" y="196"/>
                  </a:cubicBezTo>
                  <a:cubicBezTo>
                    <a:pt x="19" y="196"/>
                    <a:pt x="19" y="196"/>
                    <a:pt x="19" y="196"/>
                  </a:cubicBezTo>
                  <a:cubicBezTo>
                    <a:pt x="17" y="196"/>
                    <a:pt x="15" y="195"/>
                    <a:pt x="15" y="193"/>
                  </a:cubicBezTo>
                  <a:cubicBezTo>
                    <a:pt x="15" y="18"/>
                    <a:pt x="15" y="18"/>
                    <a:pt x="15" y="18"/>
                  </a:cubicBezTo>
                  <a:cubicBezTo>
                    <a:pt x="15" y="17"/>
                    <a:pt x="17" y="15"/>
                    <a:pt x="19" y="15"/>
                  </a:cubicBezTo>
                  <a:cubicBezTo>
                    <a:pt x="48" y="15"/>
                    <a:pt x="48" y="15"/>
                    <a:pt x="48" y="15"/>
                  </a:cubicBezTo>
                  <a:cubicBezTo>
                    <a:pt x="48" y="0"/>
                    <a:pt x="48" y="0"/>
                    <a:pt x="48" y="0"/>
                  </a:cubicBezTo>
                  <a:cubicBezTo>
                    <a:pt x="19" y="0"/>
                    <a:pt x="19" y="0"/>
                    <a:pt x="19" y="0"/>
                  </a:cubicBezTo>
                  <a:cubicBezTo>
                    <a:pt x="8" y="0"/>
                    <a:pt x="0" y="8"/>
                    <a:pt x="0" y="18"/>
                  </a:cubicBezTo>
                  <a:cubicBezTo>
                    <a:pt x="0" y="193"/>
                    <a:pt x="0" y="193"/>
                    <a:pt x="0" y="193"/>
                  </a:cubicBezTo>
                  <a:cubicBezTo>
                    <a:pt x="0" y="203"/>
                    <a:pt x="8" y="212"/>
                    <a:pt x="19" y="212"/>
                  </a:cubicBezTo>
                  <a:cubicBezTo>
                    <a:pt x="241" y="212"/>
                    <a:pt x="241" y="212"/>
                    <a:pt x="241" y="212"/>
                  </a:cubicBezTo>
                  <a:cubicBezTo>
                    <a:pt x="252" y="212"/>
                    <a:pt x="260" y="203"/>
                    <a:pt x="260" y="193"/>
                  </a:cubicBezTo>
                  <a:cubicBezTo>
                    <a:pt x="260" y="18"/>
                    <a:pt x="260" y="18"/>
                    <a:pt x="260" y="18"/>
                  </a:cubicBezTo>
                  <a:cubicBezTo>
                    <a:pt x="260" y="8"/>
                    <a:pt x="252" y="0"/>
                    <a:pt x="24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51"/>
            <p:cNvSpPr>
              <a:spLocks/>
            </p:cNvSpPr>
            <p:nvPr/>
          </p:nvSpPr>
          <p:spPr bwMode="auto">
            <a:xfrm>
              <a:off x="3000277" y="2964032"/>
              <a:ext cx="177745" cy="264642"/>
            </a:xfrm>
            <a:custGeom>
              <a:avLst/>
              <a:gdLst>
                <a:gd name="T0" fmla="*/ 3 w 76"/>
                <a:gd name="T1" fmla="*/ 113 h 113"/>
                <a:gd name="T2" fmla="*/ 73 w 76"/>
                <a:gd name="T3" fmla="*/ 113 h 113"/>
                <a:gd name="T4" fmla="*/ 75 w 76"/>
                <a:gd name="T5" fmla="*/ 112 h 113"/>
                <a:gd name="T6" fmla="*/ 76 w 76"/>
                <a:gd name="T7" fmla="*/ 110 h 113"/>
                <a:gd name="T8" fmla="*/ 76 w 76"/>
                <a:gd name="T9" fmla="*/ 98 h 113"/>
                <a:gd name="T10" fmla="*/ 75 w 76"/>
                <a:gd name="T11" fmla="*/ 95 h 113"/>
                <a:gd name="T12" fmla="*/ 73 w 76"/>
                <a:gd name="T13" fmla="*/ 94 h 113"/>
                <a:gd name="T14" fmla="*/ 27 w 76"/>
                <a:gd name="T15" fmla="*/ 94 h 113"/>
                <a:gd name="T16" fmla="*/ 29 w 76"/>
                <a:gd name="T17" fmla="*/ 93 h 113"/>
                <a:gd name="T18" fmla="*/ 44 w 76"/>
                <a:gd name="T19" fmla="*/ 80 h 113"/>
                <a:gd name="T20" fmla="*/ 64 w 76"/>
                <a:gd name="T21" fmla="*/ 61 h 113"/>
                <a:gd name="T22" fmla="*/ 73 w 76"/>
                <a:gd name="T23" fmla="*/ 47 h 113"/>
                <a:gd name="T24" fmla="*/ 76 w 76"/>
                <a:gd name="T25" fmla="*/ 33 h 113"/>
                <a:gd name="T26" fmla="*/ 66 w 76"/>
                <a:gd name="T27" fmla="*/ 10 h 113"/>
                <a:gd name="T28" fmla="*/ 40 w 76"/>
                <a:gd name="T29" fmla="*/ 0 h 113"/>
                <a:gd name="T30" fmla="*/ 14 w 76"/>
                <a:gd name="T31" fmla="*/ 9 h 113"/>
                <a:gd name="T32" fmla="*/ 2 w 76"/>
                <a:gd name="T33" fmla="*/ 34 h 113"/>
                <a:gd name="T34" fmla="*/ 5 w 76"/>
                <a:gd name="T35" fmla="*/ 37 h 113"/>
                <a:gd name="T36" fmla="*/ 19 w 76"/>
                <a:gd name="T37" fmla="*/ 39 h 113"/>
                <a:gd name="T38" fmla="*/ 21 w 76"/>
                <a:gd name="T39" fmla="*/ 38 h 113"/>
                <a:gd name="T40" fmla="*/ 22 w 76"/>
                <a:gd name="T41" fmla="*/ 36 h 113"/>
                <a:gd name="T42" fmla="*/ 27 w 76"/>
                <a:gd name="T43" fmla="*/ 22 h 113"/>
                <a:gd name="T44" fmla="*/ 40 w 76"/>
                <a:gd name="T45" fmla="*/ 17 h 113"/>
                <a:gd name="T46" fmla="*/ 52 w 76"/>
                <a:gd name="T47" fmla="*/ 22 h 113"/>
                <a:gd name="T48" fmla="*/ 57 w 76"/>
                <a:gd name="T49" fmla="*/ 33 h 113"/>
                <a:gd name="T50" fmla="*/ 51 w 76"/>
                <a:gd name="T51" fmla="*/ 46 h 113"/>
                <a:gd name="T52" fmla="*/ 28 w 76"/>
                <a:gd name="T53" fmla="*/ 68 h 113"/>
                <a:gd name="T54" fmla="*/ 11 w 76"/>
                <a:gd name="T55" fmla="*/ 85 h 113"/>
                <a:gd name="T56" fmla="*/ 2 w 76"/>
                <a:gd name="T57" fmla="*/ 100 h 113"/>
                <a:gd name="T58" fmla="*/ 0 w 76"/>
                <a:gd name="T59" fmla="*/ 109 h 113"/>
                <a:gd name="T60" fmla="*/ 0 w 76"/>
                <a:gd name="T61" fmla="*/ 110 h 113"/>
                <a:gd name="T62" fmla="*/ 3 w 76"/>
                <a:gd name="T63"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6" h="113">
                  <a:moveTo>
                    <a:pt x="3" y="113"/>
                  </a:moveTo>
                  <a:cubicBezTo>
                    <a:pt x="73" y="113"/>
                    <a:pt x="73" y="113"/>
                    <a:pt x="73" y="113"/>
                  </a:cubicBezTo>
                  <a:cubicBezTo>
                    <a:pt x="74" y="113"/>
                    <a:pt x="75" y="113"/>
                    <a:pt x="75" y="112"/>
                  </a:cubicBezTo>
                  <a:cubicBezTo>
                    <a:pt x="76" y="112"/>
                    <a:pt x="76" y="111"/>
                    <a:pt x="76" y="110"/>
                  </a:cubicBezTo>
                  <a:cubicBezTo>
                    <a:pt x="76" y="98"/>
                    <a:pt x="76" y="98"/>
                    <a:pt x="76" y="98"/>
                  </a:cubicBezTo>
                  <a:cubicBezTo>
                    <a:pt x="76" y="97"/>
                    <a:pt x="76" y="96"/>
                    <a:pt x="75" y="95"/>
                  </a:cubicBezTo>
                  <a:cubicBezTo>
                    <a:pt x="75" y="95"/>
                    <a:pt x="74" y="94"/>
                    <a:pt x="73" y="94"/>
                  </a:cubicBezTo>
                  <a:cubicBezTo>
                    <a:pt x="27" y="94"/>
                    <a:pt x="27" y="94"/>
                    <a:pt x="27" y="94"/>
                  </a:cubicBezTo>
                  <a:cubicBezTo>
                    <a:pt x="28" y="94"/>
                    <a:pt x="28" y="93"/>
                    <a:pt x="29" y="93"/>
                  </a:cubicBezTo>
                  <a:cubicBezTo>
                    <a:pt x="31" y="91"/>
                    <a:pt x="36" y="86"/>
                    <a:pt x="44" y="80"/>
                  </a:cubicBezTo>
                  <a:cubicBezTo>
                    <a:pt x="53" y="72"/>
                    <a:pt x="60" y="65"/>
                    <a:pt x="64" y="61"/>
                  </a:cubicBezTo>
                  <a:cubicBezTo>
                    <a:pt x="68" y="56"/>
                    <a:pt x="72" y="51"/>
                    <a:pt x="73" y="47"/>
                  </a:cubicBezTo>
                  <a:cubicBezTo>
                    <a:pt x="75" y="42"/>
                    <a:pt x="76" y="38"/>
                    <a:pt x="76" y="33"/>
                  </a:cubicBezTo>
                  <a:cubicBezTo>
                    <a:pt x="76" y="24"/>
                    <a:pt x="73" y="16"/>
                    <a:pt x="66" y="10"/>
                  </a:cubicBezTo>
                  <a:cubicBezTo>
                    <a:pt x="60" y="3"/>
                    <a:pt x="51" y="0"/>
                    <a:pt x="40" y="0"/>
                  </a:cubicBezTo>
                  <a:cubicBezTo>
                    <a:pt x="29" y="0"/>
                    <a:pt x="20" y="3"/>
                    <a:pt x="14" y="9"/>
                  </a:cubicBezTo>
                  <a:cubicBezTo>
                    <a:pt x="7" y="15"/>
                    <a:pt x="3" y="23"/>
                    <a:pt x="2" y="34"/>
                  </a:cubicBezTo>
                  <a:cubicBezTo>
                    <a:pt x="2" y="36"/>
                    <a:pt x="3" y="37"/>
                    <a:pt x="5" y="37"/>
                  </a:cubicBezTo>
                  <a:cubicBezTo>
                    <a:pt x="19" y="39"/>
                    <a:pt x="19" y="39"/>
                    <a:pt x="19" y="39"/>
                  </a:cubicBezTo>
                  <a:cubicBezTo>
                    <a:pt x="19" y="39"/>
                    <a:pt x="20" y="39"/>
                    <a:pt x="21" y="38"/>
                  </a:cubicBezTo>
                  <a:cubicBezTo>
                    <a:pt x="22" y="37"/>
                    <a:pt x="22" y="36"/>
                    <a:pt x="22" y="36"/>
                  </a:cubicBezTo>
                  <a:cubicBezTo>
                    <a:pt x="22" y="29"/>
                    <a:pt x="24" y="25"/>
                    <a:pt x="27" y="22"/>
                  </a:cubicBezTo>
                  <a:cubicBezTo>
                    <a:pt x="30" y="19"/>
                    <a:pt x="34" y="17"/>
                    <a:pt x="40" y="17"/>
                  </a:cubicBezTo>
                  <a:cubicBezTo>
                    <a:pt x="45" y="17"/>
                    <a:pt x="49" y="19"/>
                    <a:pt x="52" y="22"/>
                  </a:cubicBezTo>
                  <a:cubicBezTo>
                    <a:pt x="55" y="25"/>
                    <a:pt x="56" y="28"/>
                    <a:pt x="57" y="33"/>
                  </a:cubicBezTo>
                  <a:cubicBezTo>
                    <a:pt x="57" y="37"/>
                    <a:pt x="55" y="41"/>
                    <a:pt x="51" y="46"/>
                  </a:cubicBezTo>
                  <a:cubicBezTo>
                    <a:pt x="47" y="52"/>
                    <a:pt x="40" y="59"/>
                    <a:pt x="28" y="68"/>
                  </a:cubicBezTo>
                  <a:cubicBezTo>
                    <a:pt x="21" y="75"/>
                    <a:pt x="15" y="80"/>
                    <a:pt x="11" y="85"/>
                  </a:cubicBezTo>
                  <a:cubicBezTo>
                    <a:pt x="7" y="90"/>
                    <a:pt x="3" y="95"/>
                    <a:pt x="2" y="100"/>
                  </a:cubicBezTo>
                  <a:cubicBezTo>
                    <a:pt x="0" y="103"/>
                    <a:pt x="0" y="106"/>
                    <a:pt x="0" y="109"/>
                  </a:cubicBezTo>
                  <a:cubicBezTo>
                    <a:pt x="0" y="110"/>
                    <a:pt x="0" y="110"/>
                    <a:pt x="0" y="110"/>
                  </a:cubicBezTo>
                  <a:cubicBezTo>
                    <a:pt x="0" y="112"/>
                    <a:pt x="1" y="113"/>
                    <a:pt x="3" y="1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52"/>
            <p:cNvSpPr>
              <a:spLocks/>
            </p:cNvSpPr>
            <p:nvPr/>
          </p:nvSpPr>
          <p:spPr bwMode="auto">
            <a:xfrm>
              <a:off x="3017065" y="2798136"/>
              <a:ext cx="53323" cy="112572"/>
            </a:xfrm>
            <a:custGeom>
              <a:avLst/>
              <a:gdLst>
                <a:gd name="T0" fmla="*/ 11 w 23"/>
                <a:gd name="T1" fmla="*/ 48 h 48"/>
                <a:gd name="T2" fmla="*/ 23 w 23"/>
                <a:gd name="T3" fmla="*/ 38 h 48"/>
                <a:gd name="T4" fmla="*/ 23 w 23"/>
                <a:gd name="T5" fmla="*/ 11 h 48"/>
                <a:gd name="T6" fmla="*/ 11 w 23"/>
                <a:gd name="T7" fmla="*/ 0 h 48"/>
                <a:gd name="T8" fmla="*/ 0 w 23"/>
                <a:gd name="T9" fmla="*/ 11 h 48"/>
                <a:gd name="T10" fmla="*/ 0 w 23"/>
                <a:gd name="T11" fmla="*/ 38 h 48"/>
                <a:gd name="T12" fmla="*/ 11 w 23"/>
                <a:gd name="T13" fmla="*/ 48 h 48"/>
              </a:gdLst>
              <a:ahLst/>
              <a:cxnLst>
                <a:cxn ang="0">
                  <a:pos x="T0" y="T1"/>
                </a:cxn>
                <a:cxn ang="0">
                  <a:pos x="T2" y="T3"/>
                </a:cxn>
                <a:cxn ang="0">
                  <a:pos x="T4" y="T5"/>
                </a:cxn>
                <a:cxn ang="0">
                  <a:pos x="T6" y="T7"/>
                </a:cxn>
                <a:cxn ang="0">
                  <a:pos x="T8" y="T9"/>
                </a:cxn>
                <a:cxn ang="0">
                  <a:pos x="T10" y="T11"/>
                </a:cxn>
                <a:cxn ang="0">
                  <a:pos x="T12" y="T13"/>
                </a:cxn>
              </a:cxnLst>
              <a:rect l="0" t="0" r="r" b="b"/>
              <a:pathLst>
                <a:path w="23" h="48">
                  <a:moveTo>
                    <a:pt x="11" y="48"/>
                  </a:moveTo>
                  <a:cubicBezTo>
                    <a:pt x="18" y="48"/>
                    <a:pt x="23" y="44"/>
                    <a:pt x="23" y="38"/>
                  </a:cubicBezTo>
                  <a:cubicBezTo>
                    <a:pt x="23" y="11"/>
                    <a:pt x="23" y="11"/>
                    <a:pt x="23" y="11"/>
                  </a:cubicBezTo>
                  <a:cubicBezTo>
                    <a:pt x="23" y="5"/>
                    <a:pt x="18" y="0"/>
                    <a:pt x="11" y="0"/>
                  </a:cubicBezTo>
                  <a:cubicBezTo>
                    <a:pt x="5" y="0"/>
                    <a:pt x="0" y="5"/>
                    <a:pt x="0" y="11"/>
                  </a:cubicBezTo>
                  <a:cubicBezTo>
                    <a:pt x="0" y="38"/>
                    <a:pt x="0" y="38"/>
                    <a:pt x="0" y="38"/>
                  </a:cubicBezTo>
                  <a:cubicBezTo>
                    <a:pt x="0" y="44"/>
                    <a:pt x="5" y="48"/>
                    <a:pt x="11"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91" name="Freeform 43"/>
          <p:cNvSpPr>
            <a:spLocks noEditPoints="1"/>
          </p:cNvSpPr>
          <p:nvPr/>
        </p:nvSpPr>
        <p:spPr bwMode="auto">
          <a:xfrm>
            <a:off x="5556268" y="3202838"/>
            <a:ext cx="1100044" cy="906499"/>
          </a:xfrm>
          <a:custGeom>
            <a:avLst/>
            <a:gdLst>
              <a:gd name="T0" fmla="*/ 427 w 471"/>
              <a:gd name="T1" fmla="*/ 128 h 388"/>
              <a:gd name="T2" fmla="*/ 401 w 471"/>
              <a:gd name="T3" fmla="*/ 155 h 388"/>
              <a:gd name="T4" fmla="*/ 427 w 471"/>
              <a:gd name="T5" fmla="*/ 181 h 388"/>
              <a:gd name="T6" fmla="*/ 454 w 471"/>
              <a:gd name="T7" fmla="*/ 155 h 388"/>
              <a:gd name="T8" fmla="*/ 427 w 471"/>
              <a:gd name="T9" fmla="*/ 128 h 388"/>
              <a:gd name="T10" fmla="*/ 44 w 471"/>
              <a:gd name="T11" fmla="*/ 128 h 388"/>
              <a:gd name="T12" fmla="*/ 18 w 471"/>
              <a:gd name="T13" fmla="*/ 155 h 388"/>
              <a:gd name="T14" fmla="*/ 44 w 471"/>
              <a:gd name="T15" fmla="*/ 181 h 388"/>
              <a:gd name="T16" fmla="*/ 71 w 471"/>
              <a:gd name="T17" fmla="*/ 155 h 388"/>
              <a:gd name="T18" fmla="*/ 44 w 471"/>
              <a:gd name="T19" fmla="*/ 128 h 388"/>
              <a:gd name="T20" fmla="*/ 348 w 471"/>
              <a:gd name="T21" fmla="*/ 80 h 388"/>
              <a:gd name="T22" fmla="*/ 309 w 471"/>
              <a:gd name="T23" fmla="*/ 119 h 388"/>
              <a:gd name="T24" fmla="*/ 348 w 471"/>
              <a:gd name="T25" fmla="*/ 159 h 388"/>
              <a:gd name="T26" fmla="*/ 388 w 471"/>
              <a:gd name="T27" fmla="*/ 119 h 388"/>
              <a:gd name="T28" fmla="*/ 348 w 471"/>
              <a:gd name="T29" fmla="*/ 80 h 388"/>
              <a:gd name="T30" fmla="*/ 471 w 471"/>
              <a:gd name="T31" fmla="*/ 321 h 388"/>
              <a:gd name="T32" fmla="*/ 426 w 471"/>
              <a:gd name="T33" fmla="*/ 321 h 388"/>
              <a:gd name="T34" fmla="*/ 426 w 471"/>
              <a:gd name="T35" fmla="*/ 238 h 388"/>
              <a:gd name="T36" fmla="*/ 415 w 471"/>
              <a:gd name="T37" fmla="*/ 198 h 388"/>
              <a:gd name="T38" fmla="*/ 427 w 471"/>
              <a:gd name="T39" fmla="*/ 197 h 388"/>
              <a:gd name="T40" fmla="*/ 471 w 471"/>
              <a:gd name="T41" fmla="*/ 240 h 388"/>
              <a:gd name="T42" fmla="*/ 471 w 471"/>
              <a:gd name="T43" fmla="*/ 321 h 388"/>
              <a:gd name="T44" fmla="*/ 124 w 471"/>
              <a:gd name="T45" fmla="*/ 80 h 388"/>
              <a:gd name="T46" fmla="*/ 84 w 471"/>
              <a:gd name="T47" fmla="*/ 119 h 388"/>
              <a:gd name="T48" fmla="*/ 124 w 471"/>
              <a:gd name="T49" fmla="*/ 159 h 388"/>
              <a:gd name="T50" fmla="*/ 163 w 471"/>
              <a:gd name="T51" fmla="*/ 119 h 388"/>
              <a:gd name="T52" fmla="*/ 124 w 471"/>
              <a:gd name="T53" fmla="*/ 80 h 388"/>
              <a:gd name="T54" fmla="*/ 44 w 471"/>
              <a:gd name="T55" fmla="*/ 197 h 388"/>
              <a:gd name="T56" fmla="*/ 57 w 471"/>
              <a:gd name="T57" fmla="*/ 198 h 388"/>
              <a:gd name="T58" fmla="*/ 46 w 471"/>
              <a:gd name="T59" fmla="*/ 238 h 388"/>
              <a:gd name="T60" fmla="*/ 46 w 471"/>
              <a:gd name="T61" fmla="*/ 321 h 388"/>
              <a:gd name="T62" fmla="*/ 0 w 471"/>
              <a:gd name="T63" fmla="*/ 321 h 388"/>
              <a:gd name="T64" fmla="*/ 0 w 471"/>
              <a:gd name="T65" fmla="*/ 240 h 388"/>
              <a:gd name="T66" fmla="*/ 44 w 471"/>
              <a:gd name="T67" fmla="*/ 197 h 388"/>
              <a:gd name="T68" fmla="*/ 236 w 471"/>
              <a:gd name="T69" fmla="*/ 0 h 388"/>
              <a:gd name="T70" fmla="*/ 177 w 471"/>
              <a:gd name="T71" fmla="*/ 59 h 388"/>
              <a:gd name="T72" fmla="*/ 236 w 471"/>
              <a:gd name="T73" fmla="*/ 118 h 388"/>
              <a:gd name="T74" fmla="*/ 294 w 471"/>
              <a:gd name="T75" fmla="*/ 59 h 388"/>
              <a:gd name="T76" fmla="*/ 236 w 471"/>
              <a:gd name="T77" fmla="*/ 0 h 388"/>
              <a:gd name="T78" fmla="*/ 412 w 471"/>
              <a:gd name="T79" fmla="*/ 352 h 388"/>
              <a:gd name="T80" fmla="*/ 342 w 471"/>
              <a:gd name="T81" fmla="*/ 352 h 388"/>
              <a:gd name="T82" fmla="*/ 342 w 471"/>
              <a:gd name="T83" fmla="*/ 225 h 388"/>
              <a:gd name="T84" fmla="*/ 330 w 471"/>
              <a:gd name="T85" fmla="*/ 177 h 388"/>
              <a:gd name="T86" fmla="*/ 348 w 471"/>
              <a:gd name="T87" fmla="*/ 174 h 388"/>
              <a:gd name="T88" fmla="*/ 412 w 471"/>
              <a:gd name="T89" fmla="*/ 238 h 388"/>
              <a:gd name="T90" fmla="*/ 412 w 471"/>
              <a:gd name="T91" fmla="*/ 352 h 388"/>
              <a:gd name="T92" fmla="*/ 129 w 471"/>
              <a:gd name="T93" fmla="*/ 225 h 388"/>
              <a:gd name="T94" fmla="*/ 129 w 471"/>
              <a:gd name="T95" fmla="*/ 352 h 388"/>
              <a:gd name="T96" fmla="*/ 60 w 471"/>
              <a:gd name="T97" fmla="*/ 352 h 388"/>
              <a:gd name="T98" fmla="*/ 60 w 471"/>
              <a:gd name="T99" fmla="*/ 238 h 388"/>
              <a:gd name="T100" fmla="*/ 124 w 471"/>
              <a:gd name="T101" fmla="*/ 174 h 388"/>
              <a:gd name="T102" fmla="*/ 141 w 471"/>
              <a:gd name="T103" fmla="*/ 177 h 388"/>
              <a:gd name="T104" fmla="*/ 129 w 471"/>
              <a:gd name="T105" fmla="*/ 225 h 388"/>
              <a:gd name="T106" fmla="*/ 144 w 471"/>
              <a:gd name="T107" fmla="*/ 388 h 388"/>
              <a:gd name="T108" fmla="*/ 328 w 471"/>
              <a:gd name="T109" fmla="*/ 388 h 388"/>
              <a:gd name="T110" fmla="*/ 328 w 471"/>
              <a:gd name="T111" fmla="*/ 225 h 388"/>
              <a:gd name="T112" fmla="*/ 236 w 471"/>
              <a:gd name="T113" fmla="*/ 133 h 388"/>
              <a:gd name="T114" fmla="*/ 144 w 471"/>
              <a:gd name="T115" fmla="*/ 225 h 388"/>
              <a:gd name="T116" fmla="*/ 144 w 471"/>
              <a:gd name="T117" fmla="*/ 388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71" h="388">
                <a:moveTo>
                  <a:pt x="427" y="128"/>
                </a:moveTo>
                <a:cubicBezTo>
                  <a:pt x="413" y="128"/>
                  <a:pt x="401" y="140"/>
                  <a:pt x="401" y="155"/>
                </a:cubicBezTo>
                <a:cubicBezTo>
                  <a:pt x="401" y="169"/>
                  <a:pt x="413" y="181"/>
                  <a:pt x="427" y="181"/>
                </a:cubicBezTo>
                <a:cubicBezTo>
                  <a:pt x="442" y="181"/>
                  <a:pt x="454" y="169"/>
                  <a:pt x="454" y="155"/>
                </a:cubicBezTo>
                <a:cubicBezTo>
                  <a:pt x="454" y="140"/>
                  <a:pt x="442" y="128"/>
                  <a:pt x="427" y="128"/>
                </a:cubicBezTo>
                <a:close/>
                <a:moveTo>
                  <a:pt x="44" y="128"/>
                </a:moveTo>
                <a:cubicBezTo>
                  <a:pt x="30" y="128"/>
                  <a:pt x="18" y="140"/>
                  <a:pt x="18" y="155"/>
                </a:cubicBezTo>
                <a:cubicBezTo>
                  <a:pt x="18" y="169"/>
                  <a:pt x="30" y="181"/>
                  <a:pt x="44" y="181"/>
                </a:cubicBezTo>
                <a:cubicBezTo>
                  <a:pt x="59" y="181"/>
                  <a:pt x="71" y="169"/>
                  <a:pt x="71" y="155"/>
                </a:cubicBezTo>
                <a:cubicBezTo>
                  <a:pt x="71" y="140"/>
                  <a:pt x="59" y="128"/>
                  <a:pt x="44" y="128"/>
                </a:cubicBezTo>
                <a:close/>
                <a:moveTo>
                  <a:pt x="348" y="80"/>
                </a:moveTo>
                <a:cubicBezTo>
                  <a:pt x="326" y="80"/>
                  <a:pt x="309" y="97"/>
                  <a:pt x="309" y="119"/>
                </a:cubicBezTo>
                <a:cubicBezTo>
                  <a:pt x="309" y="141"/>
                  <a:pt x="326" y="159"/>
                  <a:pt x="348" y="159"/>
                </a:cubicBezTo>
                <a:cubicBezTo>
                  <a:pt x="370" y="159"/>
                  <a:pt x="388" y="141"/>
                  <a:pt x="388" y="119"/>
                </a:cubicBezTo>
                <a:cubicBezTo>
                  <a:pt x="388" y="97"/>
                  <a:pt x="370" y="80"/>
                  <a:pt x="348" y="80"/>
                </a:cubicBezTo>
                <a:close/>
                <a:moveTo>
                  <a:pt x="471" y="321"/>
                </a:moveTo>
                <a:cubicBezTo>
                  <a:pt x="426" y="321"/>
                  <a:pt x="426" y="321"/>
                  <a:pt x="426" y="321"/>
                </a:cubicBezTo>
                <a:cubicBezTo>
                  <a:pt x="426" y="238"/>
                  <a:pt x="426" y="238"/>
                  <a:pt x="426" y="238"/>
                </a:cubicBezTo>
                <a:cubicBezTo>
                  <a:pt x="426" y="223"/>
                  <a:pt x="422" y="210"/>
                  <a:pt x="415" y="198"/>
                </a:cubicBezTo>
                <a:cubicBezTo>
                  <a:pt x="419" y="197"/>
                  <a:pt x="423" y="197"/>
                  <a:pt x="427" y="197"/>
                </a:cubicBezTo>
                <a:cubicBezTo>
                  <a:pt x="452" y="197"/>
                  <a:pt x="471" y="216"/>
                  <a:pt x="471" y="240"/>
                </a:cubicBezTo>
                <a:lnTo>
                  <a:pt x="471" y="321"/>
                </a:lnTo>
                <a:close/>
                <a:moveTo>
                  <a:pt x="124" y="80"/>
                </a:moveTo>
                <a:cubicBezTo>
                  <a:pt x="102" y="80"/>
                  <a:pt x="84" y="97"/>
                  <a:pt x="84" y="119"/>
                </a:cubicBezTo>
                <a:cubicBezTo>
                  <a:pt x="84" y="141"/>
                  <a:pt x="102" y="159"/>
                  <a:pt x="124" y="159"/>
                </a:cubicBezTo>
                <a:cubicBezTo>
                  <a:pt x="145" y="159"/>
                  <a:pt x="163" y="141"/>
                  <a:pt x="163" y="119"/>
                </a:cubicBezTo>
                <a:cubicBezTo>
                  <a:pt x="163" y="97"/>
                  <a:pt x="145" y="80"/>
                  <a:pt x="124" y="80"/>
                </a:cubicBezTo>
                <a:close/>
                <a:moveTo>
                  <a:pt x="44" y="197"/>
                </a:moveTo>
                <a:cubicBezTo>
                  <a:pt x="49" y="197"/>
                  <a:pt x="53" y="197"/>
                  <a:pt x="57" y="198"/>
                </a:cubicBezTo>
                <a:cubicBezTo>
                  <a:pt x="50" y="210"/>
                  <a:pt x="46" y="223"/>
                  <a:pt x="46" y="238"/>
                </a:cubicBezTo>
                <a:cubicBezTo>
                  <a:pt x="46" y="321"/>
                  <a:pt x="46" y="321"/>
                  <a:pt x="46" y="321"/>
                </a:cubicBezTo>
                <a:cubicBezTo>
                  <a:pt x="0" y="321"/>
                  <a:pt x="0" y="321"/>
                  <a:pt x="0" y="321"/>
                </a:cubicBezTo>
                <a:cubicBezTo>
                  <a:pt x="0" y="240"/>
                  <a:pt x="0" y="240"/>
                  <a:pt x="0" y="240"/>
                </a:cubicBezTo>
                <a:cubicBezTo>
                  <a:pt x="0" y="216"/>
                  <a:pt x="20" y="197"/>
                  <a:pt x="44" y="197"/>
                </a:cubicBezTo>
                <a:close/>
                <a:moveTo>
                  <a:pt x="236" y="0"/>
                </a:moveTo>
                <a:cubicBezTo>
                  <a:pt x="204" y="0"/>
                  <a:pt x="177" y="27"/>
                  <a:pt x="177" y="59"/>
                </a:cubicBezTo>
                <a:cubicBezTo>
                  <a:pt x="177" y="91"/>
                  <a:pt x="203" y="118"/>
                  <a:pt x="236" y="118"/>
                </a:cubicBezTo>
                <a:cubicBezTo>
                  <a:pt x="268" y="118"/>
                  <a:pt x="294" y="91"/>
                  <a:pt x="294" y="59"/>
                </a:cubicBezTo>
                <a:cubicBezTo>
                  <a:pt x="295" y="27"/>
                  <a:pt x="268" y="0"/>
                  <a:pt x="236" y="0"/>
                </a:cubicBezTo>
                <a:close/>
                <a:moveTo>
                  <a:pt x="412" y="352"/>
                </a:moveTo>
                <a:cubicBezTo>
                  <a:pt x="342" y="352"/>
                  <a:pt x="342" y="352"/>
                  <a:pt x="342" y="352"/>
                </a:cubicBezTo>
                <a:cubicBezTo>
                  <a:pt x="342" y="225"/>
                  <a:pt x="342" y="225"/>
                  <a:pt x="342" y="225"/>
                </a:cubicBezTo>
                <a:cubicBezTo>
                  <a:pt x="342" y="208"/>
                  <a:pt x="338" y="192"/>
                  <a:pt x="330" y="177"/>
                </a:cubicBezTo>
                <a:cubicBezTo>
                  <a:pt x="336" y="175"/>
                  <a:pt x="342" y="174"/>
                  <a:pt x="348" y="174"/>
                </a:cubicBezTo>
                <a:cubicBezTo>
                  <a:pt x="383" y="174"/>
                  <a:pt x="412" y="203"/>
                  <a:pt x="412" y="238"/>
                </a:cubicBezTo>
                <a:lnTo>
                  <a:pt x="412" y="352"/>
                </a:lnTo>
                <a:close/>
                <a:moveTo>
                  <a:pt x="129" y="225"/>
                </a:moveTo>
                <a:cubicBezTo>
                  <a:pt x="129" y="352"/>
                  <a:pt x="129" y="352"/>
                  <a:pt x="129" y="352"/>
                </a:cubicBezTo>
                <a:cubicBezTo>
                  <a:pt x="60" y="352"/>
                  <a:pt x="60" y="352"/>
                  <a:pt x="60" y="352"/>
                </a:cubicBezTo>
                <a:cubicBezTo>
                  <a:pt x="60" y="238"/>
                  <a:pt x="60" y="238"/>
                  <a:pt x="60" y="238"/>
                </a:cubicBezTo>
                <a:cubicBezTo>
                  <a:pt x="60" y="203"/>
                  <a:pt x="89" y="174"/>
                  <a:pt x="124" y="174"/>
                </a:cubicBezTo>
                <a:cubicBezTo>
                  <a:pt x="130" y="174"/>
                  <a:pt x="136" y="175"/>
                  <a:pt x="141" y="177"/>
                </a:cubicBezTo>
                <a:cubicBezTo>
                  <a:pt x="134" y="192"/>
                  <a:pt x="129" y="208"/>
                  <a:pt x="129" y="225"/>
                </a:cubicBezTo>
                <a:close/>
                <a:moveTo>
                  <a:pt x="144" y="388"/>
                </a:moveTo>
                <a:cubicBezTo>
                  <a:pt x="328" y="388"/>
                  <a:pt x="328" y="388"/>
                  <a:pt x="328" y="388"/>
                </a:cubicBezTo>
                <a:cubicBezTo>
                  <a:pt x="328" y="225"/>
                  <a:pt x="328" y="225"/>
                  <a:pt x="328" y="225"/>
                </a:cubicBezTo>
                <a:cubicBezTo>
                  <a:pt x="328" y="175"/>
                  <a:pt x="286" y="133"/>
                  <a:pt x="236" y="133"/>
                </a:cubicBezTo>
                <a:cubicBezTo>
                  <a:pt x="185" y="133"/>
                  <a:pt x="144" y="175"/>
                  <a:pt x="144" y="225"/>
                </a:cubicBezTo>
                <a:lnTo>
                  <a:pt x="144" y="388"/>
                </a:lnTo>
                <a:close/>
              </a:path>
            </a:pathLst>
          </a:custGeom>
          <a:solidFill>
            <a:srgbClr val="3448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Oval 126"/>
          <p:cNvSpPr>
            <a:spLocks noChangeArrowheads="1"/>
          </p:cNvSpPr>
          <p:nvPr/>
        </p:nvSpPr>
        <p:spPr bwMode="auto">
          <a:xfrm>
            <a:off x="5519738" y="4195763"/>
            <a:ext cx="93663" cy="92075"/>
          </a:xfrm>
          <a:prstGeom prst="ellipse">
            <a:avLst/>
          </a:prstGeom>
          <a:solidFill>
            <a:srgbClr val="F7F7F7"/>
          </a:solidFill>
          <a:ln w="38100">
            <a:solidFill>
              <a:srgbClr val="219980"/>
            </a:solidFill>
          </a:ln>
        </p:spPr>
        <p:txBody>
          <a:bodyPr vert="horz" wrap="square" lIns="91440" tIns="45720" rIns="91440" bIns="45720" numCol="1" anchor="t" anchorCtr="0" compatLnSpc="1">
            <a:prstTxWarp prst="textNoShape">
              <a:avLst/>
            </a:prstTxWarp>
          </a:bodyPr>
          <a:lstStyle/>
          <a:p>
            <a:endParaRPr lang="zh-CN" altLang="en-US"/>
          </a:p>
        </p:txBody>
      </p:sp>
      <p:sp>
        <p:nvSpPr>
          <p:cNvPr id="193" name="Oval 128"/>
          <p:cNvSpPr>
            <a:spLocks noChangeArrowheads="1"/>
          </p:cNvSpPr>
          <p:nvPr/>
        </p:nvSpPr>
        <p:spPr bwMode="auto">
          <a:xfrm>
            <a:off x="4813300" y="4908550"/>
            <a:ext cx="92075" cy="92075"/>
          </a:xfrm>
          <a:prstGeom prst="ellipse">
            <a:avLst/>
          </a:prstGeom>
          <a:solidFill>
            <a:srgbClr val="F7F7F7"/>
          </a:solidFill>
          <a:ln w="38100">
            <a:solidFill>
              <a:srgbClr val="219980"/>
            </a:solidFill>
          </a:ln>
        </p:spPr>
        <p:txBody>
          <a:bodyPr vert="horz" wrap="square" lIns="91440" tIns="45720" rIns="91440" bIns="45720" numCol="1" anchor="t" anchorCtr="0" compatLnSpc="1">
            <a:prstTxWarp prst="textNoShape">
              <a:avLst/>
            </a:prstTxWarp>
          </a:bodyPr>
          <a:lstStyle/>
          <a:p>
            <a:endParaRPr lang="zh-CN" altLang="en-US"/>
          </a:p>
        </p:txBody>
      </p:sp>
      <p:sp>
        <p:nvSpPr>
          <p:cNvPr id="195" name="文本框 194"/>
          <p:cNvSpPr txBox="1"/>
          <p:nvPr/>
        </p:nvSpPr>
        <p:spPr>
          <a:xfrm>
            <a:off x="803125" y="3289316"/>
            <a:ext cx="2856518" cy="830997"/>
          </a:xfrm>
          <a:prstGeom prst="rect">
            <a:avLst/>
          </a:prstGeom>
          <a:noFill/>
        </p:spPr>
        <p:txBody>
          <a:bodyPr wrap="square" rtlCol="0">
            <a:spAutoFit/>
          </a:bodyPr>
          <a:lstStyle/>
          <a:p>
            <a:pPr algn="r">
              <a:lnSpc>
                <a:spcPct val="120000"/>
              </a:lnSpc>
            </a:pPr>
            <a:r>
              <a:rPr lang="zh-CN" altLang="en-US" sz="2400" b="1" dirty="0">
                <a:solidFill>
                  <a:srgbClr val="4BB56D"/>
                </a:solidFill>
              </a:rPr>
              <a:t>添加标题</a:t>
            </a:r>
            <a:endParaRPr lang="en-US" altLang="zh-CN" sz="2400" b="1" dirty="0">
              <a:solidFill>
                <a:srgbClr val="4BB56D"/>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96" name="文本框 195"/>
          <p:cNvSpPr txBox="1"/>
          <p:nvPr/>
        </p:nvSpPr>
        <p:spPr>
          <a:xfrm>
            <a:off x="803125" y="4868801"/>
            <a:ext cx="2856518" cy="830997"/>
          </a:xfrm>
          <a:prstGeom prst="rect">
            <a:avLst/>
          </a:prstGeom>
          <a:noFill/>
        </p:spPr>
        <p:txBody>
          <a:bodyPr wrap="square" rtlCol="0">
            <a:spAutoFit/>
          </a:bodyPr>
          <a:lstStyle/>
          <a:p>
            <a:pPr algn="r">
              <a:lnSpc>
                <a:spcPct val="120000"/>
              </a:lnSpc>
            </a:pPr>
            <a:r>
              <a:rPr lang="zh-CN" altLang="en-US" sz="2400" b="1" dirty="0">
                <a:solidFill>
                  <a:srgbClr val="219980"/>
                </a:solidFill>
              </a:rPr>
              <a:t>添加标题</a:t>
            </a:r>
            <a:endParaRPr lang="en-US" altLang="zh-CN" sz="2400" b="1" dirty="0">
              <a:solidFill>
                <a:srgbClr val="219980"/>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97" name="文本框 196"/>
          <p:cNvSpPr txBox="1"/>
          <p:nvPr/>
        </p:nvSpPr>
        <p:spPr>
          <a:xfrm>
            <a:off x="4667741" y="5861904"/>
            <a:ext cx="2856518" cy="830997"/>
          </a:xfrm>
          <a:prstGeom prst="rect">
            <a:avLst/>
          </a:prstGeom>
          <a:noFill/>
        </p:spPr>
        <p:txBody>
          <a:bodyPr wrap="square" rtlCol="0">
            <a:spAutoFit/>
          </a:bodyPr>
          <a:lstStyle/>
          <a:p>
            <a:pPr algn="ctr">
              <a:lnSpc>
                <a:spcPct val="120000"/>
              </a:lnSpc>
            </a:pPr>
            <a:r>
              <a:rPr lang="zh-CN" altLang="en-US" sz="2400" b="1" dirty="0">
                <a:solidFill>
                  <a:srgbClr val="E7BE22"/>
                </a:solidFill>
              </a:rPr>
              <a:t>添加标题</a:t>
            </a:r>
            <a:endParaRPr lang="en-US" altLang="zh-CN" sz="2400" b="1" dirty="0">
              <a:solidFill>
                <a:srgbClr val="E7BE22"/>
              </a:solidFill>
            </a:endParaRPr>
          </a:p>
          <a:p>
            <a:pPr algn="ctr">
              <a:lnSpc>
                <a:spcPct val="120000"/>
              </a:lnSpc>
            </a:pPr>
            <a:r>
              <a:rPr lang="zh-CN" altLang="en-US" sz="1600" dirty="0">
                <a:solidFill>
                  <a:schemeClr val="tx1">
                    <a:lumMod val="65000"/>
                    <a:lumOff val="35000"/>
                  </a:schemeClr>
                </a:solidFill>
              </a:rPr>
              <a:t>添加内容添加内容</a:t>
            </a:r>
          </a:p>
        </p:txBody>
      </p:sp>
      <p:sp>
        <p:nvSpPr>
          <p:cNvPr id="198" name="文本框 197"/>
          <p:cNvSpPr txBox="1"/>
          <p:nvPr/>
        </p:nvSpPr>
        <p:spPr>
          <a:xfrm>
            <a:off x="803125" y="1647245"/>
            <a:ext cx="2856518" cy="830997"/>
          </a:xfrm>
          <a:prstGeom prst="rect">
            <a:avLst/>
          </a:prstGeom>
          <a:noFill/>
        </p:spPr>
        <p:txBody>
          <a:bodyPr wrap="square" rtlCol="0">
            <a:spAutoFit/>
          </a:bodyPr>
          <a:lstStyle/>
          <a:p>
            <a:pPr algn="r">
              <a:lnSpc>
                <a:spcPct val="120000"/>
              </a:lnSpc>
            </a:pPr>
            <a:r>
              <a:rPr lang="zh-CN" altLang="en-US" sz="2400" b="1" dirty="0">
                <a:solidFill>
                  <a:srgbClr val="3A8FCB"/>
                </a:solidFill>
              </a:rPr>
              <a:t>添加标题</a:t>
            </a:r>
            <a:endParaRPr lang="en-US" altLang="zh-CN" sz="2400" b="1" dirty="0">
              <a:solidFill>
                <a:srgbClr val="3A8FCB"/>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99" name="文本框 198"/>
          <p:cNvSpPr txBox="1"/>
          <p:nvPr/>
        </p:nvSpPr>
        <p:spPr>
          <a:xfrm>
            <a:off x="8396288" y="3268295"/>
            <a:ext cx="2856518" cy="830997"/>
          </a:xfrm>
          <a:prstGeom prst="rect">
            <a:avLst/>
          </a:prstGeom>
          <a:noFill/>
        </p:spPr>
        <p:txBody>
          <a:bodyPr wrap="square" rtlCol="0">
            <a:spAutoFit/>
          </a:bodyPr>
          <a:lstStyle/>
          <a:p>
            <a:pPr>
              <a:lnSpc>
                <a:spcPct val="120000"/>
              </a:lnSpc>
            </a:pPr>
            <a:r>
              <a:rPr lang="zh-CN" altLang="en-US" sz="2400" b="1" dirty="0">
                <a:solidFill>
                  <a:srgbClr val="C95419"/>
                </a:solidFill>
              </a:rPr>
              <a:t>添加标题</a:t>
            </a:r>
            <a:endParaRPr lang="en-US" altLang="zh-CN" sz="2400" b="1" dirty="0">
              <a:solidFill>
                <a:srgbClr val="C95419"/>
              </a:solidFill>
            </a:endParaRPr>
          </a:p>
          <a:p>
            <a:pPr>
              <a:lnSpc>
                <a:spcPct val="120000"/>
              </a:lnSpc>
            </a:pPr>
            <a:r>
              <a:rPr lang="zh-CN" altLang="en-US" sz="1600" dirty="0">
                <a:solidFill>
                  <a:schemeClr val="tx1">
                    <a:lumMod val="65000"/>
                    <a:lumOff val="35000"/>
                  </a:schemeClr>
                </a:solidFill>
              </a:rPr>
              <a:t>添加内容添加内容</a:t>
            </a:r>
          </a:p>
        </p:txBody>
      </p:sp>
      <p:sp>
        <p:nvSpPr>
          <p:cNvPr id="200" name="文本框 199"/>
          <p:cNvSpPr txBox="1"/>
          <p:nvPr/>
        </p:nvSpPr>
        <p:spPr>
          <a:xfrm>
            <a:off x="8396288" y="1647245"/>
            <a:ext cx="2856518" cy="830997"/>
          </a:xfrm>
          <a:prstGeom prst="rect">
            <a:avLst/>
          </a:prstGeom>
          <a:noFill/>
        </p:spPr>
        <p:txBody>
          <a:bodyPr wrap="square" rtlCol="0">
            <a:spAutoFit/>
          </a:bodyPr>
          <a:lstStyle/>
          <a:p>
            <a:pPr>
              <a:lnSpc>
                <a:spcPct val="120000"/>
              </a:lnSpc>
            </a:pPr>
            <a:r>
              <a:rPr lang="zh-CN" altLang="en-US" sz="2400" b="1" dirty="0">
                <a:solidFill>
                  <a:srgbClr val="DA4D3C"/>
                </a:solidFill>
              </a:rPr>
              <a:t>添加标题</a:t>
            </a:r>
            <a:endParaRPr lang="en-US" altLang="zh-CN" sz="2400" b="1" dirty="0">
              <a:solidFill>
                <a:srgbClr val="DA4D3C"/>
              </a:solidFill>
            </a:endParaRPr>
          </a:p>
          <a:p>
            <a:pPr>
              <a:lnSpc>
                <a:spcPct val="120000"/>
              </a:lnSpc>
            </a:pPr>
            <a:r>
              <a:rPr lang="zh-CN" altLang="en-US" sz="1600" dirty="0">
                <a:solidFill>
                  <a:schemeClr val="tx1">
                    <a:lumMod val="65000"/>
                    <a:lumOff val="35000"/>
                  </a:schemeClr>
                </a:solidFill>
              </a:rPr>
              <a:t>添加内容添加内容</a:t>
            </a:r>
          </a:p>
        </p:txBody>
      </p:sp>
      <p:sp>
        <p:nvSpPr>
          <p:cNvPr id="201" name="文本框 200"/>
          <p:cNvSpPr txBox="1"/>
          <p:nvPr/>
        </p:nvSpPr>
        <p:spPr>
          <a:xfrm>
            <a:off x="8396288" y="4868801"/>
            <a:ext cx="2856518" cy="830997"/>
          </a:xfrm>
          <a:prstGeom prst="rect">
            <a:avLst/>
          </a:prstGeom>
          <a:noFill/>
        </p:spPr>
        <p:txBody>
          <a:bodyPr wrap="square" rtlCol="0">
            <a:spAutoFit/>
          </a:bodyPr>
          <a:lstStyle/>
          <a:p>
            <a:pPr>
              <a:lnSpc>
                <a:spcPct val="120000"/>
              </a:lnSpc>
            </a:pPr>
            <a:r>
              <a:rPr lang="zh-CN" altLang="en-US" sz="2400" b="1" dirty="0">
                <a:solidFill>
                  <a:srgbClr val="EA981E"/>
                </a:solidFill>
              </a:rPr>
              <a:t>添加标题</a:t>
            </a:r>
            <a:endParaRPr lang="en-US" altLang="zh-CN" sz="2400" b="1" dirty="0">
              <a:solidFill>
                <a:srgbClr val="EA981E"/>
              </a:solidFill>
            </a:endParaRPr>
          </a:p>
          <a:p>
            <a:pPr>
              <a:lnSpc>
                <a:spcPct val="120000"/>
              </a:lnSpc>
            </a:pPr>
            <a:r>
              <a:rPr lang="zh-CN" altLang="en-US" sz="1600" dirty="0">
                <a:solidFill>
                  <a:schemeClr val="tx1">
                    <a:lumMod val="65000"/>
                    <a:lumOff val="35000"/>
                  </a:schemeClr>
                </a:solidFill>
              </a:rPr>
              <a:t>添加内容添加内容</a:t>
            </a:r>
          </a:p>
        </p:txBody>
      </p:sp>
      <p:sp>
        <p:nvSpPr>
          <p:cNvPr id="202" name="文本框 201"/>
          <p:cNvSpPr txBox="1"/>
          <p:nvPr/>
        </p:nvSpPr>
        <p:spPr>
          <a:xfrm>
            <a:off x="4667741" y="590587"/>
            <a:ext cx="2856518" cy="830997"/>
          </a:xfrm>
          <a:prstGeom prst="rect">
            <a:avLst/>
          </a:prstGeom>
          <a:noFill/>
        </p:spPr>
        <p:txBody>
          <a:bodyPr wrap="square" rtlCol="0">
            <a:spAutoFit/>
          </a:bodyPr>
          <a:lstStyle/>
          <a:p>
            <a:pPr algn="ctr">
              <a:lnSpc>
                <a:spcPct val="120000"/>
              </a:lnSpc>
            </a:pPr>
            <a:r>
              <a:rPr lang="zh-CN" altLang="en-US" sz="2400" b="1" dirty="0">
                <a:solidFill>
                  <a:srgbClr val="8F58A0"/>
                </a:solidFill>
              </a:rPr>
              <a:t>添加标题</a:t>
            </a:r>
            <a:endParaRPr lang="en-US" altLang="zh-CN" sz="2400" b="1" dirty="0">
              <a:solidFill>
                <a:srgbClr val="8F58A0"/>
              </a:solidFill>
            </a:endParaRPr>
          </a:p>
          <a:p>
            <a:pPr algn="ctr">
              <a:lnSpc>
                <a:spcPct val="120000"/>
              </a:lnSpc>
            </a:pPr>
            <a:r>
              <a:rPr lang="zh-CN" altLang="en-US" sz="1600" dirty="0">
                <a:solidFill>
                  <a:schemeClr val="tx1">
                    <a:lumMod val="65000"/>
                    <a:lumOff val="35000"/>
                  </a:schemeClr>
                </a:solidFill>
              </a:rPr>
              <a:t>添加内容添加内容</a:t>
            </a:r>
          </a:p>
        </p:txBody>
      </p:sp>
      <p:sp>
        <p:nvSpPr>
          <p:cNvPr id="88"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八项并列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340657477"/>
      </p:ext>
    </p:extLst>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
          <p:cNvGrpSpPr/>
          <p:nvPr/>
        </p:nvGrpSpPr>
        <p:grpSpPr>
          <a:xfrm>
            <a:off x="3768407" y="1648574"/>
            <a:ext cx="4655187" cy="4586287"/>
            <a:chOff x="298450" y="1406526"/>
            <a:chExt cx="4655187" cy="4586287"/>
          </a:xfrm>
        </p:grpSpPr>
        <p:sp>
          <p:nvSpPr>
            <p:cNvPr id="8" name="Freeform 5"/>
            <p:cNvSpPr>
              <a:spLocks/>
            </p:cNvSpPr>
            <p:nvPr/>
          </p:nvSpPr>
          <p:spPr bwMode="auto">
            <a:xfrm>
              <a:off x="3065463" y="2030413"/>
              <a:ext cx="950913" cy="1123950"/>
            </a:xfrm>
            <a:custGeom>
              <a:avLst/>
              <a:gdLst>
                <a:gd name="T0" fmla="*/ 14 w 599"/>
                <a:gd name="T1" fmla="*/ 708 h 708"/>
                <a:gd name="T2" fmla="*/ 0 w 599"/>
                <a:gd name="T3" fmla="*/ 701 h 708"/>
                <a:gd name="T4" fmla="*/ 369 w 599"/>
                <a:gd name="T5" fmla="*/ 0 h 708"/>
                <a:gd name="T6" fmla="*/ 599 w 599"/>
                <a:gd name="T7" fmla="*/ 4 h 708"/>
                <a:gd name="T8" fmla="*/ 599 w 599"/>
                <a:gd name="T9" fmla="*/ 19 h 708"/>
                <a:gd name="T10" fmla="*/ 379 w 599"/>
                <a:gd name="T11" fmla="*/ 14 h 708"/>
                <a:gd name="T12" fmla="*/ 14 w 599"/>
                <a:gd name="T13" fmla="*/ 708 h 708"/>
              </a:gdLst>
              <a:ahLst/>
              <a:cxnLst>
                <a:cxn ang="0">
                  <a:pos x="T0" y="T1"/>
                </a:cxn>
                <a:cxn ang="0">
                  <a:pos x="T2" y="T3"/>
                </a:cxn>
                <a:cxn ang="0">
                  <a:pos x="T4" y="T5"/>
                </a:cxn>
                <a:cxn ang="0">
                  <a:pos x="T6" y="T7"/>
                </a:cxn>
                <a:cxn ang="0">
                  <a:pos x="T8" y="T9"/>
                </a:cxn>
                <a:cxn ang="0">
                  <a:pos x="T10" y="T11"/>
                </a:cxn>
                <a:cxn ang="0">
                  <a:pos x="T12" y="T13"/>
                </a:cxn>
              </a:cxnLst>
              <a:rect l="0" t="0" r="r" b="b"/>
              <a:pathLst>
                <a:path w="599" h="708">
                  <a:moveTo>
                    <a:pt x="14" y="708"/>
                  </a:moveTo>
                  <a:lnTo>
                    <a:pt x="0" y="701"/>
                  </a:lnTo>
                  <a:lnTo>
                    <a:pt x="369" y="0"/>
                  </a:lnTo>
                  <a:lnTo>
                    <a:pt x="599" y="4"/>
                  </a:lnTo>
                  <a:lnTo>
                    <a:pt x="599" y="19"/>
                  </a:lnTo>
                  <a:lnTo>
                    <a:pt x="379" y="14"/>
                  </a:lnTo>
                  <a:lnTo>
                    <a:pt x="14" y="708"/>
                  </a:lnTo>
                  <a:close/>
                </a:path>
              </a:pathLst>
            </a:custGeom>
            <a:solidFill>
              <a:schemeClr val="tx1">
                <a:lumMod val="65000"/>
                <a:lumOff val="35000"/>
              </a:schemeClr>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 name="Freeform 6"/>
            <p:cNvSpPr>
              <a:spLocks/>
            </p:cNvSpPr>
            <p:nvPr/>
          </p:nvSpPr>
          <p:spPr bwMode="auto">
            <a:xfrm>
              <a:off x="3068638" y="3962401"/>
              <a:ext cx="952500" cy="1127125"/>
            </a:xfrm>
            <a:custGeom>
              <a:avLst/>
              <a:gdLst>
                <a:gd name="T0" fmla="*/ 370 w 600"/>
                <a:gd name="T1" fmla="*/ 710 h 710"/>
                <a:gd name="T2" fmla="*/ 0 w 600"/>
                <a:gd name="T3" fmla="*/ 9 h 710"/>
                <a:gd name="T4" fmla="*/ 15 w 600"/>
                <a:gd name="T5" fmla="*/ 0 h 710"/>
                <a:gd name="T6" fmla="*/ 379 w 600"/>
                <a:gd name="T7" fmla="*/ 694 h 710"/>
                <a:gd name="T8" fmla="*/ 600 w 600"/>
                <a:gd name="T9" fmla="*/ 689 h 710"/>
                <a:gd name="T10" fmla="*/ 600 w 600"/>
                <a:gd name="T11" fmla="*/ 706 h 710"/>
                <a:gd name="T12" fmla="*/ 370 w 600"/>
                <a:gd name="T13" fmla="*/ 710 h 710"/>
              </a:gdLst>
              <a:ahLst/>
              <a:cxnLst>
                <a:cxn ang="0">
                  <a:pos x="T0" y="T1"/>
                </a:cxn>
                <a:cxn ang="0">
                  <a:pos x="T2" y="T3"/>
                </a:cxn>
                <a:cxn ang="0">
                  <a:pos x="T4" y="T5"/>
                </a:cxn>
                <a:cxn ang="0">
                  <a:pos x="T6" y="T7"/>
                </a:cxn>
                <a:cxn ang="0">
                  <a:pos x="T8" y="T9"/>
                </a:cxn>
                <a:cxn ang="0">
                  <a:pos x="T10" y="T11"/>
                </a:cxn>
                <a:cxn ang="0">
                  <a:pos x="T12" y="T13"/>
                </a:cxn>
              </a:cxnLst>
              <a:rect l="0" t="0" r="r" b="b"/>
              <a:pathLst>
                <a:path w="600" h="710">
                  <a:moveTo>
                    <a:pt x="370" y="710"/>
                  </a:moveTo>
                  <a:lnTo>
                    <a:pt x="0" y="9"/>
                  </a:lnTo>
                  <a:lnTo>
                    <a:pt x="15" y="0"/>
                  </a:lnTo>
                  <a:lnTo>
                    <a:pt x="379" y="694"/>
                  </a:lnTo>
                  <a:lnTo>
                    <a:pt x="600" y="689"/>
                  </a:lnTo>
                  <a:lnTo>
                    <a:pt x="600" y="706"/>
                  </a:lnTo>
                  <a:lnTo>
                    <a:pt x="370" y="710"/>
                  </a:lnTo>
                  <a:close/>
                </a:path>
              </a:pathLst>
            </a:custGeom>
            <a:solidFill>
              <a:schemeClr val="tx1">
                <a:lumMod val="65000"/>
                <a:lumOff val="35000"/>
              </a:schemeClr>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0" name="Freeform 7"/>
            <p:cNvSpPr>
              <a:spLocks/>
            </p:cNvSpPr>
            <p:nvPr/>
          </p:nvSpPr>
          <p:spPr bwMode="auto">
            <a:xfrm>
              <a:off x="1174750" y="2030413"/>
              <a:ext cx="950913" cy="1123950"/>
            </a:xfrm>
            <a:custGeom>
              <a:avLst/>
              <a:gdLst>
                <a:gd name="T0" fmla="*/ 585 w 599"/>
                <a:gd name="T1" fmla="*/ 708 h 708"/>
                <a:gd name="T2" fmla="*/ 220 w 599"/>
                <a:gd name="T3" fmla="*/ 14 h 708"/>
                <a:gd name="T4" fmla="*/ 0 w 599"/>
                <a:gd name="T5" fmla="*/ 19 h 708"/>
                <a:gd name="T6" fmla="*/ 0 w 599"/>
                <a:gd name="T7" fmla="*/ 4 h 708"/>
                <a:gd name="T8" fmla="*/ 230 w 599"/>
                <a:gd name="T9" fmla="*/ 0 h 708"/>
                <a:gd name="T10" fmla="*/ 599 w 599"/>
                <a:gd name="T11" fmla="*/ 701 h 708"/>
                <a:gd name="T12" fmla="*/ 585 w 599"/>
                <a:gd name="T13" fmla="*/ 708 h 708"/>
              </a:gdLst>
              <a:ahLst/>
              <a:cxnLst>
                <a:cxn ang="0">
                  <a:pos x="T0" y="T1"/>
                </a:cxn>
                <a:cxn ang="0">
                  <a:pos x="T2" y="T3"/>
                </a:cxn>
                <a:cxn ang="0">
                  <a:pos x="T4" y="T5"/>
                </a:cxn>
                <a:cxn ang="0">
                  <a:pos x="T6" y="T7"/>
                </a:cxn>
                <a:cxn ang="0">
                  <a:pos x="T8" y="T9"/>
                </a:cxn>
                <a:cxn ang="0">
                  <a:pos x="T10" y="T11"/>
                </a:cxn>
                <a:cxn ang="0">
                  <a:pos x="T12" y="T13"/>
                </a:cxn>
              </a:cxnLst>
              <a:rect l="0" t="0" r="r" b="b"/>
              <a:pathLst>
                <a:path w="599" h="708">
                  <a:moveTo>
                    <a:pt x="585" y="708"/>
                  </a:moveTo>
                  <a:lnTo>
                    <a:pt x="220" y="14"/>
                  </a:lnTo>
                  <a:lnTo>
                    <a:pt x="0" y="19"/>
                  </a:lnTo>
                  <a:lnTo>
                    <a:pt x="0" y="4"/>
                  </a:lnTo>
                  <a:lnTo>
                    <a:pt x="230" y="0"/>
                  </a:lnTo>
                  <a:lnTo>
                    <a:pt x="599" y="701"/>
                  </a:lnTo>
                  <a:lnTo>
                    <a:pt x="585" y="708"/>
                  </a:lnTo>
                  <a:close/>
                </a:path>
              </a:pathLst>
            </a:custGeom>
            <a:solidFill>
              <a:schemeClr val="tx1">
                <a:lumMod val="65000"/>
                <a:lumOff val="35000"/>
              </a:schemeClr>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1" name="Freeform 8"/>
            <p:cNvSpPr>
              <a:spLocks/>
            </p:cNvSpPr>
            <p:nvPr/>
          </p:nvSpPr>
          <p:spPr bwMode="auto">
            <a:xfrm>
              <a:off x="1177925" y="3962401"/>
              <a:ext cx="950913" cy="1127125"/>
            </a:xfrm>
            <a:custGeom>
              <a:avLst/>
              <a:gdLst>
                <a:gd name="T0" fmla="*/ 230 w 599"/>
                <a:gd name="T1" fmla="*/ 710 h 710"/>
                <a:gd name="T2" fmla="*/ 0 w 599"/>
                <a:gd name="T3" fmla="*/ 706 h 710"/>
                <a:gd name="T4" fmla="*/ 0 w 599"/>
                <a:gd name="T5" fmla="*/ 689 h 710"/>
                <a:gd name="T6" fmla="*/ 220 w 599"/>
                <a:gd name="T7" fmla="*/ 694 h 710"/>
                <a:gd name="T8" fmla="*/ 585 w 599"/>
                <a:gd name="T9" fmla="*/ 0 h 710"/>
                <a:gd name="T10" fmla="*/ 599 w 599"/>
                <a:gd name="T11" fmla="*/ 9 h 710"/>
                <a:gd name="T12" fmla="*/ 230 w 599"/>
                <a:gd name="T13" fmla="*/ 710 h 710"/>
              </a:gdLst>
              <a:ahLst/>
              <a:cxnLst>
                <a:cxn ang="0">
                  <a:pos x="T0" y="T1"/>
                </a:cxn>
                <a:cxn ang="0">
                  <a:pos x="T2" y="T3"/>
                </a:cxn>
                <a:cxn ang="0">
                  <a:pos x="T4" y="T5"/>
                </a:cxn>
                <a:cxn ang="0">
                  <a:pos x="T6" y="T7"/>
                </a:cxn>
                <a:cxn ang="0">
                  <a:pos x="T8" y="T9"/>
                </a:cxn>
                <a:cxn ang="0">
                  <a:pos x="T10" y="T11"/>
                </a:cxn>
                <a:cxn ang="0">
                  <a:pos x="T12" y="T13"/>
                </a:cxn>
              </a:cxnLst>
              <a:rect l="0" t="0" r="r" b="b"/>
              <a:pathLst>
                <a:path w="599" h="710">
                  <a:moveTo>
                    <a:pt x="230" y="710"/>
                  </a:moveTo>
                  <a:lnTo>
                    <a:pt x="0" y="706"/>
                  </a:lnTo>
                  <a:lnTo>
                    <a:pt x="0" y="689"/>
                  </a:lnTo>
                  <a:lnTo>
                    <a:pt x="220" y="694"/>
                  </a:lnTo>
                  <a:lnTo>
                    <a:pt x="585" y="0"/>
                  </a:lnTo>
                  <a:lnTo>
                    <a:pt x="599" y="9"/>
                  </a:lnTo>
                  <a:lnTo>
                    <a:pt x="230" y="710"/>
                  </a:lnTo>
                  <a:close/>
                </a:path>
              </a:pathLst>
            </a:custGeom>
            <a:solidFill>
              <a:schemeClr val="tx1">
                <a:lumMod val="65000"/>
                <a:lumOff val="35000"/>
              </a:schemeClr>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2" name="Rectangle 9"/>
            <p:cNvSpPr>
              <a:spLocks noChangeArrowheads="1"/>
            </p:cNvSpPr>
            <p:nvPr/>
          </p:nvSpPr>
          <p:spPr bwMode="auto">
            <a:xfrm>
              <a:off x="746125" y="3541713"/>
              <a:ext cx="1420813" cy="19050"/>
            </a:xfrm>
            <a:prstGeom prst="rect">
              <a:avLst/>
            </a:prstGeom>
            <a:solidFill>
              <a:schemeClr val="tx1">
                <a:lumMod val="65000"/>
                <a:lumOff val="35000"/>
              </a:schemeClr>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3" name="Rectangle 10"/>
            <p:cNvSpPr>
              <a:spLocks noChangeArrowheads="1"/>
            </p:cNvSpPr>
            <p:nvPr/>
          </p:nvSpPr>
          <p:spPr bwMode="auto">
            <a:xfrm>
              <a:off x="3032125" y="3541713"/>
              <a:ext cx="1423988" cy="19050"/>
            </a:xfrm>
            <a:prstGeom prst="rect">
              <a:avLst/>
            </a:prstGeom>
            <a:solidFill>
              <a:schemeClr val="tx1">
                <a:lumMod val="65000"/>
                <a:lumOff val="35000"/>
              </a:schemeClr>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4" name="Rectangle 11"/>
            <p:cNvSpPr>
              <a:spLocks noChangeArrowheads="1"/>
            </p:cNvSpPr>
            <p:nvPr/>
          </p:nvSpPr>
          <p:spPr bwMode="auto">
            <a:xfrm>
              <a:off x="2562225" y="4037013"/>
              <a:ext cx="19050" cy="1425575"/>
            </a:xfrm>
            <a:prstGeom prst="rect">
              <a:avLst/>
            </a:prstGeom>
            <a:solidFill>
              <a:schemeClr val="tx1">
                <a:lumMod val="65000"/>
                <a:lumOff val="35000"/>
              </a:schemeClr>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5" name="Rectangle 12"/>
            <p:cNvSpPr>
              <a:spLocks noChangeArrowheads="1"/>
            </p:cNvSpPr>
            <p:nvPr/>
          </p:nvSpPr>
          <p:spPr bwMode="auto">
            <a:xfrm>
              <a:off x="2562225" y="1751013"/>
              <a:ext cx="19050" cy="1422400"/>
            </a:xfrm>
            <a:prstGeom prst="rect">
              <a:avLst/>
            </a:prstGeom>
            <a:solidFill>
              <a:schemeClr val="tx1">
                <a:lumMod val="65000"/>
                <a:lumOff val="35000"/>
              </a:schemeClr>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6" name="Oval 13"/>
            <p:cNvSpPr>
              <a:spLocks noChangeArrowheads="1"/>
            </p:cNvSpPr>
            <p:nvPr/>
          </p:nvSpPr>
          <p:spPr bwMode="auto">
            <a:xfrm>
              <a:off x="3892550" y="1698626"/>
              <a:ext cx="695325" cy="695325"/>
            </a:xfrm>
            <a:prstGeom prst="ellipse">
              <a:avLst/>
            </a:prstGeom>
            <a:gradFill>
              <a:gsLst>
                <a:gs pos="100000">
                  <a:srgbClr val="E8609E"/>
                </a:gs>
                <a:gs pos="0">
                  <a:srgbClr val="A80082"/>
                </a:gs>
              </a:gsLst>
              <a:lin ang="2700000" scaled="0"/>
            </a:gradFill>
            <a:ln w="28575" cap="flat">
              <a:gradFill>
                <a:gsLst>
                  <a:gs pos="0">
                    <a:srgbClr val="E8609E"/>
                  </a:gs>
                  <a:gs pos="100000">
                    <a:srgbClr val="A80082"/>
                  </a:gs>
                </a:gsLst>
                <a:lin ang="2700000" scaled="0"/>
              </a:gradFill>
              <a:prstDash val="solid"/>
              <a:miter lim="800000"/>
              <a:headEnd/>
              <a:tailEnd/>
            </a:ln>
            <a:effectLst>
              <a:outerShdw blurRad="279400" dist="50800" dir="2700000" sx="101000" sy="101000" algn="ctr" rotWithShape="0">
                <a:srgbClr val="000000">
                  <a:alpha val="28000"/>
                </a:srgbClr>
              </a:outerShdw>
            </a:effectLst>
          </p:spPr>
          <p:txBody>
            <a:bodyPr vert="horz" wrap="square" lIns="91440" tIns="45720" rIns="91440" bIns="45720" numCol="1" anchor="t" anchorCtr="0" compatLnSpc="1">
              <a:prstTxWarp prst="textNoShape">
                <a:avLst/>
              </a:prstTxWarp>
            </a:bodyPr>
            <a:lstStyle/>
            <a:p>
              <a:endParaRPr lang="zh-CN" altLang="en-US"/>
            </a:p>
          </p:txBody>
        </p:sp>
        <p:sp>
          <p:nvSpPr>
            <p:cNvPr id="19" name="Oval 16"/>
            <p:cNvSpPr>
              <a:spLocks noChangeArrowheads="1"/>
            </p:cNvSpPr>
            <p:nvPr/>
          </p:nvSpPr>
          <p:spPr bwMode="auto">
            <a:xfrm>
              <a:off x="2235200" y="1406526"/>
              <a:ext cx="695325" cy="695325"/>
            </a:xfrm>
            <a:prstGeom prst="ellipse">
              <a:avLst/>
            </a:prstGeom>
            <a:gradFill>
              <a:gsLst>
                <a:gs pos="100000">
                  <a:srgbClr val="F5A500"/>
                </a:gs>
                <a:gs pos="0">
                  <a:srgbClr val="E60012"/>
                </a:gs>
              </a:gsLst>
              <a:lin ang="2700000" scaled="0"/>
            </a:gradFill>
            <a:ln w="28575" cap="flat">
              <a:gradFill>
                <a:gsLst>
                  <a:gs pos="0">
                    <a:srgbClr val="F5A500"/>
                  </a:gs>
                  <a:gs pos="100000">
                    <a:srgbClr val="E60012"/>
                  </a:gs>
                </a:gsLst>
                <a:lin ang="2700000" scaled="0"/>
              </a:gradFill>
              <a:prstDash val="solid"/>
              <a:miter lim="800000"/>
              <a:headEnd/>
              <a:tailEnd/>
            </a:ln>
            <a:effectLst>
              <a:outerShdw blurRad="279400" dist="50800" dir="2700000" sx="101000" sy="101000" algn="ctr" rotWithShape="0">
                <a:srgbClr val="000000">
                  <a:alpha val="28000"/>
                </a:srgbClr>
              </a:outerShdw>
            </a:effectLst>
          </p:spPr>
          <p:txBody>
            <a:bodyPr vert="horz" wrap="square" lIns="91440" tIns="45720" rIns="91440" bIns="45720" numCol="1" anchor="t" anchorCtr="0" compatLnSpc="1">
              <a:prstTxWarp prst="textNoShape">
                <a:avLst/>
              </a:prstTxWarp>
            </a:bodyPr>
            <a:lstStyle/>
            <a:p>
              <a:endParaRPr lang="zh-CN" altLang="en-US"/>
            </a:p>
          </p:txBody>
        </p:sp>
        <p:sp>
          <p:nvSpPr>
            <p:cNvPr id="22" name="Oval 19"/>
            <p:cNvSpPr>
              <a:spLocks noChangeArrowheads="1"/>
            </p:cNvSpPr>
            <p:nvPr/>
          </p:nvSpPr>
          <p:spPr bwMode="auto">
            <a:xfrm>
              <a:off x="617538" y="1698626"/>
              <a:ext cx="696913" cy="695325"/>
            </a:xfrm>
            <a:prstGeom prst="ellipse">
              <a:avLst/>
            </a:prstGeom>
            <a:gradFill>
              <a:gsLst>
                <a:gs pos="100000">
                  <a:srgbClr val="FFE141"/>
                </a:gs>
                <a:gs pos="0">
                  <a:srgbClr val="F5A400"/>
                </a:gs>
              </a:gsLst>
              <a:lin ang="2700000" scaled="0"/>
            </a:gradFill>
            <a:ln w="28575" cap="flat">
              <a:gradFill>
                <a:gsLst>
                  <a:gs pos="0">
                    <a:srgbClr val="FFE141"/>
                  </a:gs>
                  <a:gs pos="100000">
                    <a:srgbClr val="F5A400"/>
                  </a:gs>
                </a:gsLst>
                <a:lin ang="2700000" scaled="0"/>
              </a:gradFill>
              <a:prstDash val="solid"/>
              <a:miter lim="800000"/>
              <a:headEnd/>
              <a:tailEnd/>
            </a:ln>
            <a:effectLst>
              <a:outerShdw blurRad="279400" dist="50800" dir="2700000" sx="101000" sy="101000" algn="ctr" rotWithShape="0">
                <a:srgbClr val="000000">
                  <a:alpha val="28000"/>
                </a:srgbClr>
              </a:outerShdw>
            </a:effectLst>
          </p:spPr>
          <p:txBody>
            <a:bodyPr vert="horz" wrap="square" lIns="91440" tIns="45720" rIns="91440" bIns="45720" numCol="1" anchor="t" anchorCtr="0" compatLnSpc="1">
              <a:prstTxWarp prst="textNoShape">
                <a:avLst/>
              </a:prstTxWarp>
            </a:bodyPr>
            <a:lstStyle/>
            <a:p>
              <a:endParaRPr lang="zh-CN" altLang="en-US"/>
            </a:p>
          </p:txBody>
        </p:sp>
        <p:sp>
          <p:nvSpPr>
            <p:cNvPr id="25" name="Oval 22"/>
            <p:cNvSpPr>
              <a:spLocks noChangeArrowheads="1"/>
            </p:cNvSpPr>
            <p:nvPr/>
          </p:nvSpPr>
          <p:spPr bwMode="auto">
            <a:xfrm>
              <a:off x="4205288" y="3206751"/>
              <a:ext cx="695325" cy="695325"/>
            </a:xfrm>
            <a:prstGeom prst="ellipse">
              <a:avLst/>
            </a:prstGeom>
            <a:gradFill flip="none" rotWithShape="1">
              <a:gsLst>
                <a:gs pos="0">
                  <a:srgbClr val="2F3E96"/>
                </a:gs>
                <a:gs pos="100000">
                  <a:srgbClr val="B785B9"/>
                </a:gs>
              </a:gsLst>
              <a:lin ang="2700000" scaled="0"/>
              <a:tileRect/>
            </a:gradFill>
            <a:ln w="28575">
              <a:gradFill flip="none" rotWithShape="1">
                <a:gsLst>
                  <a:gs pos="0">
                    <a:srgbClr val="2F3E96"/>
                  </a:gs>
                  <a:gs pos="100000">
                    <a:srgbClr val="B785B9"/>
                  </a:gs>
                </a:gsLst>
                <a:lin ang="0" scaled="0"/>
                <a:tileRect/>
              </a:gradFill>
            </a:ln>
            <a:effectLst>
              <a:outerShdw blurRad="279400" dist="76200" dir="2700000" sx="101000" sy="101000" algn="tl"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8" name="Oval 25"/>
            <p:cNvSpPr>
              <a:spLocks noChangeArrowheads="1"/>
            </p:cNvSpPr>
            <p:nvPr/>
          </p:nvSpPr>
          <p:spPr bwMode="auto">
            <a:xfrm>
              <a:off x="3895725" y="4725988"/>
              <a:ext cx="696913" cy="695325"/>
            </a:xfrm>
            <a:prstGeom prst="ellipse">
              <a:avLst/>
            </a:prstGeom>
            <a:gradFill flip="none" rotWithShape="1">
              <a:gsLst>
                <a:gs pos="0">
                  <a:srgbClr val="005DAD"/>
                </a:gs>
                <a:gs pos="100000">
                  <a:srgbClr val="5796D0"/>
                </a:gs>
              </a:gsLst>
              <a:lin ang="2700000" scaled="0"/>
              <a:tileRect/>
            </a:gradFill>
            <a:ln w="28575">
              <a:gradFill flip="none" rotWithShape="1">
                <a:gsLst>
                  <a:gs pos="0">
                    <a:srgbClr val="005DAD"/>
                  </a:gs>
                  <a:gs pos="100000">
                    <a:srgbClr val="5796D0"/>
                  </a:gs>
                </a:gsLst>
                <a:lin ang="0" scaled="0"/>
                <a:tileRect/>
              </a:gradFill>
            </a:ln>
            <a:effectLst>
              <a:outerShdw blurRad="279400" dist="76200" dir="2700000" sx="101000" sy="101000" algn="tl"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31" name="Oval 28"/>
            <p:cNvSpPr>
              <a:spLocks noChangeArrowheads="1"/>
            </p:cNvSpPr>
            <p:nvPr/>
          </p:nvSpPr>
          <p:spPr bwMode="auto">
            <a:xfrm>
              <a:off x="2219325" y="5297488"/>
              <a:ext cx="695325" cy="695325"/>
            </a:xfrm>
            <a:prstGeom prst="ellipse">
              <a:avLst/>
            </a:prstGeom>
            <a:gradFill flip="none" rotWithShape="1">
              <a:gsLst>
                <a:gs pos="100000">
                  <a:srgbClr val="A6D39A"/>
                </a:gs>
                <a:gs pos="0">
                  <a:srgbClr val="007DC9"/>
                </a:gs>
              </a:gsLst>
              <a:lin ang="2700000" scaled="0"/>
              <a:tileRect/>
            </a:gradFill>
            <a:ln w="28575">
              <a:gradFill flip="none" rotWithShape="1">
                <a:gsLst>
                  <a:gs pos="0">
                    <a:srgbClr val="A6D39A"/>
                  </a:gs>
                  <a:gs pos="100000">
                    <a:srgbClr val="007DC9"/>
                  </a:gs>
                </a:gsLst>
                <a:lin ang="2700000" scaled="0"/>
                <a:tileRect/>
              </a:gradFill>
            </a:ln>
            <a:effectLst>
              <a:outerShdw blurRad="279400" dist="76200" dir="2700000" sx="101000" sy="101000" algn="tl"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34" name="Oval 31"/>
            <p:cNvSpPr>
              <a:spLocks noChangeArrowheads="1"/>
            </p:cNvSpPr>
            <p:nvPr/>
          </p:nvSpPr>
          <p:spPr bwMode="auto">
            <a:xfrm>
              <a:off x="617538" y="4725988"/>
              <a:ext cx="696913" cy="695325"/>
            </a:xfrm>
            <a:prstGeom prst="ellipse">
              <a:avLst/>
            </a:prstGeom>
            <a:gradFill flip="none" rotWithShape="1">
              <a:gsLst>
                <a:gs pos="100000">
                  <a:srgbClr val="A6CD47"/>
                </a:gs>
                <a:gs pos="0">
                  <a:srgbClr val="009A5C"/>
                </a:gs>
              </a:gsLst>
              <a:lin ang="2700000" scaled="0"/>
              <a:tileRect/>
            </a:gradFill>
            <a:ln w="28575">
              <a:gradFill flip="none" rotWithShape="1">
                <a:gsLst>
                  <a:gs pos="0">
                    <a:srgbClr val="A6CD47"/>
                  </a:gs>
                  <a:gs pos="100000">
                    <a:srgbClr val="009A5C"/>
                  </a:gs>
                </a:gsLst>
                <a:lin ang="2700000" scaled="0"/>
                <a:tileRect/>
              </a:gradFill>
            </a:ln>
            <a:effectLst>
              <a:outerShdw blurRad="279400" dist="76200" dir="2700000" sx="101000" sy="101000" algn="tl"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37" name="Oval 34"/>
            <p:cNvSpPr>
              <a:spLocks noChangeArrowheads="1"/>
            </p:cNvSpPr>
            <p:nvPr/>
          </p:nvSpPr>
          <p:spPr bwMode="auto">
            <a:xfrm>
              <a:off x="298450" y="3209926"/>
              <a:ext cx="695325" cy="695325"/>
            </a:xfrm>
            <a:prstGeom prst="ellipse">
              <a:avLst/>
            </a:prstGeom>
            <a:gradFill flip="none" rotWithShape="1">
              <a:gsLst>
                <a:gs pos="100000">
                  <a:srgbClr val="EFE800"/>
                </a:gs>
                <a:gs pos="0">
                  <a:srgbClr val="A6CD47"/>
                </a:gs>
              </a:gsLst>
              <a:lin ang="2700000" scaled="0"/>
              <a:tileRect/>
            </a:gradFill>
            <a:ln w="28575">
              <a:gradFill flip="none" rotWithShape="1">
                <a:gsLst>
                  <a:gs pos="0">
                    <a:srgbClr val="EFE800"/>
                  </a:gs>
                  <a:gs pos="100000">
                    <a:srgbClr val="A6CD47"/>
                  </a:gs>
                </a:gsLst>
                <a:lin ang="2700000" scaled="0"/>
                <a:tileRect/>
              </a:gradFill>
            </a:ln>
            <a:effectLst>
              <a:outerShdw blurRad="279400" dist="76200" dir="2700000" sx="101000" sy="101000" algn="tl"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40" name="Freeform 37"/>
            <p:cNvSpPr>
              <a:spLocks/>
            </p:cNvSpPr>
            <p:nvPr/>
          </p:nvSpPr>
          <p:spPr bwMode="auto">
            <a:xfrm>
              <a:off x="1652588" y="2525713"/>
              <a:ext cx="1838325" cy="2436813"/>
            </a:xfrm>
            <a:custGeom>
              <a:avLst/>
              <a:gdLst>
                <a:gd name="T0" fmla="*/ 244 w 489"/>
                <a:gd name="T1" fmla="*/ 648 h 648"/>
                <a:gd name="T2" fmla="*/ 119 w 489"/>
                <a:gd name="T3" fmla="*/ 540 h 648"/>
                <a:gd name="T4" fmla="*/ 35 w 489"/>
                <a:gd name="T5" fmla="*/ 427 h 648"/>
                <a:gd name="T6" fmla="*/ 0 w 489"/>
                <a:gd name="T7" fmla="*/ 297 h 648"/>
                <a:gd name="T8" fmla="*/ 0 w 489"/>
                <a:gd name="T9" fmla="*/ 33 h 648"/>
                <a:gd name="T10" fmla="*/ 55 w 489"/>
                <a:gd name="T11" fmla="*/ 16 h 648"/>
                <a:gd name="T12" fmla="*/ 244 w 489"/>
                <a:gd name="T13" fmla="*/ 0 h 648"/>
                <a:gd name="T14" fmla="*/ 432 w 489"/>
                <a:gd name="T15" fmla="*/ 16 h 648"/>
                <a:gd name="T16" fmla="*/ 488 w 489"/>
                <a:gd name="T17" fmla="*/ 33 h 648"/>
                <a:gd name="T18" fmla="*/ 489 w 489"/>
                <a:gd name="T19" fmla="*/ 41 h 648"/>
                <a:gd name="T20" fmla="*/ 489 w 489"/>
                <a:gd name="T21" fmla="*/ 297 h 648"/>
                <a:gd name="T22" fmla="*/ 453 w 489"/>
                <a:gd name="T23" fmla="*/ 427 h 648"/>
                <a:gd name="T24" fmla="*/ 369 w 489"/>
                <a:gd name="T25" fmla="*/ 540 h 648"/>
                <a:gd name="T26" fmla="*/ 244 w 489"/>
                <a:gd name="T27" fmla="*/ 648 h 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9" h="648">
                  <a:moveTo>
                    <a:pt x="244" y="648"/>
                  </a:moveTo>
                  <a:cubicBezTo>
                    <a:pt x="217" y="630"/>
                    <a:pt x="167" y="592"/>
                    <a:pt x="119" y="540"/>
                  </a:cubicBezTo>
                  <a:cubicBezTo>
                    <a:pt x="83" y="502"/>
                    <a:pt x="55" y="464"/>
                    <a:pt x="35" y="427"/>
                  </a:cubicBezTo>
                  <a:cubicBezTo>
                    <a:pt x="12" y="382"/>
                    <a:pt x="0" y="339"/>
                    <a:pt x="0" y="297"/>
                  </a:cubicBezTo>
                  <a:cubicBezTo>
                    <a:pt x="0" y="33"/>
                    <a:pt x="0" y="33"/>
                    <a:pt x="0" y="33"/>
                  </a:cubicBezTo>
                  <a:cubicBezTo>
                    <a:pt x="6" y="29"/>
                    <a:pt x="21" y="22"/>
                    <a:pt x="55" y="16"/>
                  </a:cubicBezTo>
                  <a:cubicBezTo>
                    <a:pt x="105" y="5"/>
                    <a:pt x="172" y="0"/>
                    <a:pt x="244" y="0"/>
                  </a:cubicBezTo>
                  <a:cubicBezTo>
                    <a:pt x="315" y="0"/>
                    <a:pt x="382" y="5"/>
                    <a:pt x="432" y="16"/>
                  </a:cubicBezTo>
                  <a:cubicBezTo>
                    <a:pt x="467" y="23"/>
                    <a:pt x="482" y="30"/>
                    <a:pt x="488" y="33"/>
                  </a:cubicBezTo>
                  <a:cubicBezTo>
                    <a:pt x="489" y="41"/>
                    <a:pt x="489" y="41"/>
                    <a:pt x="489" y="41"/>
                  </a:cubicBezTo>
                  <a:cubicBezTo>
                    <a:pt x="489" y="297"/>
                    <a:pt x="489" y="297"/>
                    <a:pt x="489" y="297"/>
                  </a:cubicBezTo>
                  <a:cubicBezTo>
                    <a:pt x="489" y="339"/>
                    <a:pt x="477" y="382"/>
                    <a:pt x="453" y="427"/>
                  </a:cubicBezTo>
                  <a:cubicBezTo>
                    <a:pt x="433" y="464"/>
                    <a:pt x="405" y="502"/>
                    <a:pt x="369" y="540"/>
                  </a:cubicBezTo>
                  <a:cubicBezTo>
                    <a:pt x="321" y="592"/>
                    <a:pt x="271" y="630"/>
                    <a:pt x="244" y="648"/>
                  </a:cubicBezTo>
                  <a:close/>
                </a:path>
              </a:pathLst>
            </a:custGeom>
            <a:gradFill>
              <a:gsLst>
                <a:gs pos="0">
                  <a:schemeClr val="bg1">
                    <a:lumMod val="65000"/>
                  </a:schemeClr>
                </a:gs>
                <a:gs pos="83000">
                  <a:schemeClr val="tx1">
                    <a:lumMod val="75000"/>
                    <a:lumOff val="25000"/>
                  </a:schemeClr>
                </a:gs>
              </a:gsLst>
              <a:lin ang="2700000" scaled="0"/>
            </a:gradFill>
            <a:ln w="12700" cap="flat">
              <a:gradFill>
                <a:gsLst>
                  <a:gs pos="10000">
                    <a:schemeClr val="bg1">
                      <a:lumMod val="65000"/>
                    </a:schemeClr>
                  </a:gs>
                  <a:gs pos="100000">
                    <a:schemeClr val="tx1">
                      <a:lumMod val="75000"/>
                      <a:lumOff val="25000"/>
                    </a:schemeClr>
                  </a:gs>
                </a:gsLst>
                <a:lin ang="2700000" scaled="0"/>
              </a:gradFill>
              <a:prstDash val="solid"/>
              <a:miter lim="800000"/>
              <a:headEnd/>
              <a:tailEnd/>
            </a:ln>
            <a:effectLst>
              <a:outerShdw blurRad="279400" dist="38100" dir="2700000" sx="101000" sy="101000" algn="tl"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zh-CN" altLang="en-US"/>
            </a:p>
          </p:txBody>
        </p:sp>
        <p:grpSp>
          <p:nvGrpSpPr>
            <p:cNvPr id="47" name="组合 46"/>
            <p:cNvGrpSpPr/>
            <p:nvPr/>
          </p:nvGrpSpPr>
          <p:grpSpPr>
            <a:xfrm>
              <a:off x="2425098" y="1543236"/>
              <a:ext cx="573573" cy="528051"/>
              <a:chOff x="5722963" y="2742165"/>
              <a:chExt cx="500063" cy="460375"/>
            </a:xfrm>
          </p:grpSpPr>
          <p:sp>
            <p:nvSpPr>
              <p:cNvPr id="76" name="Freeform 55"/>
              <p:cNvSpPr>
                <a:spLocks/>
              </p:cNvSpPr>
              <p:nvPr/>
            </p:nvSpPr>
            <p:spPr bwMode="auto">
              <a:xfrm>
                <a:off x="5742013" y="2745340"/>
                <a:ext cx="481013" cy="457200"/>
              </a:xfrm>
              <a:custGeom>
                <a:avLst/>
                <a:gdLst>
                  <a:gd name="T0" fmla="*/ 137 w 303"/>
                  <a:gd name="T1" fmla="*/ 288 h 288"/>
                  <a:gd name="T2" fmla="*/ 0 w 303"/>
                  <a:gd name="T3" fmla="*/ 174 h 288"/>
                  <a:gd name="T4" fmla="*/ 2 w 303"/>
                  <a:gd name="T5" fmla="*/ 15 h 288"/>
                  <a:gd name="T6" fmla="*/ 54 w 303"/>
                  <a:gd name="T7" fmla="*/ 10 h 288"/>
                  <a:gd name="T8" fmla="*/ 85 w 303"/>
                  <a:gd name="T9" fmla="*/ 43 h 288"/>
                  <a:gd name="T10" fmla="*/ 106 w 303"/>
                  <a:gd name="T11" fmla="*/ 22 h 288"/>
                  <a:gd name="T12" fmla="*/ 128 w 303"/>
                  <a:gd name="T13" fmla="*/ 0 h 288"/>
                  <a:gd name="T14" fmla="*/ 303 w 303"/>
                  <a:gd name="T15" fmla="*/ 150 h 288"/>
                  <a:gd name="T16" fmla="*/ 137 w 303"/>
                  <a:gd name="T17" fmla="*/ 288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3" h="288">
                    <a:moveTo>
                      <a:pt x="137" y="288"/>
                    </a:moveTo>
                    <a:lnTo>
                      <a:pt x="0" y="174"/>
                    </a:lnTo>
                    <a:lnTo>
                      <a:pt x="2" y="15"/>
                    </a:lnTo>
                    <a:lnTo>
                      <a:pt x="54" y="10"/>
                    </a:lnTo>
                    <a:lnTo>
                      <a:pt x="85" y="43"/>
                    </a:lnTo>
                    <a:lnTo>
                      <a:pt x="106" y="22"/>
                    </a:lnTo>
                    <a:lnTo>
                      <a:pt x="128" y="0"/>
                    </a:lnTo>
                    <a:lnTo>
                      <a:pt x="303" y="150"/>
                    </a:lnTo>
                    <a:lnTo>
                      <a:pt x="137" y="288"/>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7" name="Freeform 56"/>
              <p:cNvSpPr>
                <a:spLocks noEditPoints="1"/>
              </p:cNvSpPr>
              <p:nvPr/>
            </p:nvSpPr>
            <p:spPr bwMode="auto">
              <a:xfrm>
                <a:off x="5722963" y="2742165"/>
                <a:ext cx="115888" cy="290513"/>
              </a:xfrm>
              <a:custGeom>
                <a:avLst/>
                <a:gdLst>
                  <a:gd name="T0" fmla="*/ 17 w 31"/>
                  <a:gd name="T1" fmla="*/ 0 h 77"/>
                  <a:gd name="T2" fmla="*/ 28 w 31"/>
                  <a:gd name="T3" fmla="*/ 5 h 77"/>
                  <a:gd name="T4" fmla="*/ 31 w 31"/>
                  <a:gd name="T5" fmla="*/ 18 h 77"/>
                  <a:gd name="T6" fmla="*/ 31 w 31"/>
                  <a:gd name="T7" fmla="*/ 63 h 77"/>
                  <a:gd name="T8" fmla="*/ 27 w 31"/>
                  <a:gd name="T9" fmla="*/ 74 h 77"/>
                  <a:gd name="T10" fmla="*/ 16 w 31"/>
                  <a:gd name="T11" fmla="*/ 77 h 77"/>
                  <a:gd name="T12" fmla="*/ 2 w 31"/>
                  <a:gd name="T13" fmla="*/ 72 h 77"/>
                  <a:gd name="T14" fmla="*/ 0 w 31"/>
                  <a:gd name="T15" fmla="*/ 57 h 77"/>
                  <a:gd name="T16" fmla="*/ 0 w 31"/>
                  <a:gd name="T17" fmla="*/ 21 h 77"/>
                  <a:gd name="T18" fmla="*/ 3 w 31"/>
                  <a:gd name="T19" fmla="*/ 6 h 77"/>
                  <a:gd name="T20" fmla="*/ 17 w 31"/>
                  <a:gd name="T21" fmla="*/ 0 h 77"/>
                  <a:gd name="T22" fmla="*/ 16 w 31"/>
                  <a:gd name="T23" fmla="*/ 70 h 77"/>
                  <a:gd name="T24" fmla="*/ 22 w 31"/>
                  <a:gd name="T25" fmla="*/ 59 h 77"/>
                  <a:gd name="T26" fmla="*/ 22 w 31"/>
                  <a:gd name="T27" fmla="*/ 17 h 77"/>
                  <a:gd name="T28" fmla="*/ 16 w 31"/>
                  <a:gd name="T29" fmla="*/ 7 h 77"/>
                  <a:gd name="T30" fmla="*/ 9 w 31"/>
                  <a:gd name="T31" fmla="*/ 17 h 77"/>
                  <a:gd name="T32" fmla="*/ 9 w 31"/>
                  <a:gd name="T33" fmla="*/ 20 h 77"/>
                  <a:gd name="T34" fmla="*/ 9 w 31"/>
                  <a:gd name="T35" fmla="*/ 23 h 77"/>
                  <a:gd name="T36" fmla="*/ 9 w 31"/>
                  <a:gd name="T37" fmla="*/ 35 h 77"/>
                  <a:gd name="T38" fmla="*/ 9 w 31"/>
                  <a:gd name="T39" fmla="*/ 48 h 77"/>
                  <a:gd name="T40" fmla="*/ 9 w 31"/>
                  <a:gd name="T41" fmla="*/ 59 h 77"/>
                  <a:gd name="T42" fmla="*/ 16 w 31"/>
                  <a:gd name="T43" fmla="*/ 7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77">
                    <a:moveTo>
                      <a:pt x="17" y="0"/>
                    </a:moveTo>
                    <a:cubicBezTo>
                      <a:pt x="22" y="0"/>
                      <a:pt x="26" y="2"/>
                      <a:pt x="28" y="5"/>
                    </a:cubicBezTo>
                    <a:cubicBezTo>
                      <a:pt x="30" y="8"/>
                      <a:pt x="31" y="12"/>
                      <a:pt x="31" y="18"/>
                    </a:cubicBezTo>
                    <a:cubicBezTo>
                      <a:pt x="31" y="63"/>
                      <a:pt x="31" y="63"/>
                      <a:pt x="31" y="63"/>
                    </a:cubicBezTo>
                    <a:cubicBezTo>
                      <a:pt x="31" y="67"/>
                      <a:pt x="30" y="71"/>
                      <a:pt x="27" y="74"/>
                    </a:cubicBezTo>
                    <a:cubicBezTo>
                      <a:pt x="24" y="76"/>
                      <a:pt x="21" y="77"/>
                      <a:pt x="16" y="77"/>
                    </a:cubicBezTo>
                    <a:cubicBezTo>
                      <a:pt x="9" y="77"/>
                      <a:pt x="5" y="76"/>
                      <a:pt x="2" y="72"/>
                    </a:cubicBezTo>
                    <a:cubicBezTo>
                      <a:pt x="1" y="69"/>
                      <a:pt x="0" y="64"/>
                      <a:pt x="0" y="57"/>
                    </a:cubicBezTo>
                    <a:cubicBezTo>
                      <a:pt x="0" y="21"/>
                      <a:pt x="0" y="21"/>
                      <a:pt x="0" y="21"/>
                    </a:cubicBezTo>
                    <a:cubicBezTo>
                      <a:pt x="0" y="14"/>
                      <a:pt x="1" y="8"/>
                      <a:pt x="3" y="6"/>
                    </a:cubicBezTo>
                    <a:cubicBezTo>
                      <a:pt x="5" y="2"/>
                      <a:pt x="10" y="0"/>
                      <a:pt x="17" y="0"/>
                    </a:cubicBezTo>
                    <a:close/>
                    <a:moveTo>
                      <a:pt x="16" y="70"/>
                    </a:moveTo>
                    <a:cubicBezTo>
                      <a:pt x="20" y="70"/>
                      <a:pt x="22" y="66"/>
                      <a:pt x="22" y="59"/>
                    </a:cubicBezTo>
                    <a:cubicBezTo>
                      <a:pt x="22" y="17"/>
                      <a:pt x="22" y="17"/>
                      <a:pt x="22" y="17"/>
                    </a:cubicBezTo>
                    <a:cubicBezTo>
                      <a:pt x="22" y="10"/>
                      <a:pt x="20" y="7"/>
                      <a:pt x="16" y="7"/>
                    </a:cubicBezTo>
                    <a:cubicBezTo>
                      <a:pt x="11" y="7"/>
                      <a:pt x="9" y="11"/>
                      <a:pt x="9" y="17"/>
                    </a:cubicBezTo>
                    <a:cubicBezTo>
                      <a:pt x="9" y="20"/>
                      <a:pt x="9" y="20"/>
                      <a:pt x="9" y="20"/>
                    </a:cubicBezTo>
                    <a:cubicBezTo>
                      <a:pt x="9" y="23"/>
                      <a:pt x="9" y="23"/>
                      <a:pt x="9" y="23"/>
                    </a:cubicBezTo>
                    <a:cubicBezTo>
                      <a:pt x="9" y="35"/>
                      <a:pt x="9" y="35"/>
                      <a:pt x="9" y="35"/>
                    </a:cubicBezTo>
                    <a:cubicBezTo>
                      <a:pt x="9" y="48"/>
                      <a:pt x="9" y="48"/>
                      <a:pt x="9" y="48"/>
                    </a:cubicBezTo>
                    <a:cubicBezTo>
                      <a:pt x="9" y="59"/>
                      <a:pt x="9" y="59"/>
                      <a:pt x="9" y="59"/>
                    </a:cubicBezTo>
                    <a:cubicBezTo>
                      <a:pt x="9" y="66"/>
                      <a:pt x="11" y="70"/>
                      <a:pt x="16" y="70"/>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78" name="Freeform 57"/>
              <p:cNvSpPr>
                <a:spLocks/>
              </p:cNvSpPr>
              <p:nvPr/>
            </p:nvSpPr>
            <p:spPr bwMode="auto">
              <a:xfrm>
                <a:off x="5876951" y="2745340"/>
                <a:ext cx="68263" cy="287338"/>
              </a:xfrm>
              <a:custGeom>
                <a:avLst/>
                <a:gdLst>
                  <a:gd name="T0" fmla="*/ 0 w 18"/>
                  <a:gd name="T1" fmla="*/ 11 h 76"/>
                  <a:gd name="T2" fmla="*/ 11 w 18"/>
                  <a:gd name="T3" fmla="*/ 0 h 76"/>
                  <a:gd name="T4" fmla="*/ 18 w 18"/>
                  <a:gd name="T5" fmla="*/ 0 h 76"/>
                  <a:gd name="T6" fmla="*/ 18 w 18"/>
                  <a:gd name="T7" fmla="*/ 76 h 76"/>
                  <a:gd name="T8" fmla="*/ 8 w 18"/>
                  <a:gd name="T9" fmla="*/ 76 h 76"/>
                  <a:gd name="T10" fmla="*/ 8 w 18"/>
                  <a:gd name="T11" fmla="*/ 19 h 76"/>
                  <a:gd name="T12" fmla="*/ 0 w 18"/>
                  <a:gd name="T13" fmla="*/ 19 h 76"/>
                  <a:gd name="T14" fmla="*/ 0 w 18"/>
                  <a:gd name="T15" fmla="*/ 11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76">
                    <a:moveTo>
                      <a:pt x="0" y="11"/>
                    </a:moveTo>
                    <a:cubicBezTo>
                      <a:pt x="7" y="10"/>
                      <a:pt x="10" y="7"/>
                      <a:pt x="11" y="0"/>
                    </a:cubicBezTo>
                    <a:cubicBezTo>
                      <a:pt x="18" y="0"/>
                      <a:pt x="18" y="0"/>
                      <a:pt x="18" y="0"/>
                    </a:cubicBezTo>
                    <a:cubicBezTo>
                      <a:pt x="18" y="76"/>
                      <a:pt x="18" y="76"/>
                      <a:pt x="18" y="76"/>
                    </a:cubicBezTo>
                    <a:cubicBezTo>
                      <a:pt x="8" y="76"/>
                      <a:pt x="8" y="76"/>
                      <a:pt x="8" y="76"/>
                    </a:cubicBezTo>
                    <a:cubicBezTo>
                      <a:pt x="8" y="19"/>
                      <a:pt x="8" y="19"/>
                      <a:pt x="8" y="19"/>
                    </a:cubicBezTo>
                    <a:cubicBezTo>
                      <a:pt x="0" y="19"/>
                      <a:pt x="0" y="19"/>
                      <a:pt x="0" y="19"/>
                    </a:cubicBezTo>
                    <a:lnTo>
                      <a:pt x="0" y="11"/>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48" name="组合 47"/>
            <p:cNvGrpSpPr>
              <a:grpSpLocks noChangeAspect="1"/>
            </p:cNvGrpSpPr>
            <p:nvPr/>
          </p:nvGrpSpPr>
          <p:grpSpPr>
            <a:xfrm>
              <a:off x="2381047" y="5464996"/>
              <a:ext cx="597946" cy="527817"/>
              <a:chOff x="3390900" y="228600"/>
              <a:chExt cx="771525" cy="681038"/>
            </a:xfrm>
          </p:grpSpPr>
          <p:sp>
            <p:nvSpPr>
              <p:cNvPr id="73" name="Freeform 14"/>
              <p:cNvSpPr>
                <a:spLocks/>
              </p:cNvSpPr>
              <p:nvPr/>
            </p:nvSpPr>
            <p:spPr bwMode="auto">
              <a:xfrm>
                <a:off x="3421063" y="236538"/>
                <a:ext cx="741362" cy="673100"/>
              </a:xfrm>
              <a:custGeom>
                <a:avLst/>
                <a:gdLst>
                  <a:gd name="T0" fmla="*/ 204 w 467"/>
                  <a:gd name="T1" fmla="*/ 424 h 424"/>
                  <a:gd name="T2" fmla="*/ 0 w 467"/>
                  <a:gd name="T3" fmla="*/ 256 h 424"/>
                  <a:gd name="T4" fmla="*/ 3 w 467"/>
                  <a:gd name="T5" fmla="*/ 19 h 424"/>
                  <a:gd name="T6" fmla="*/ 83 w 467"/>
                  <a:gd name="T7" fmla="*/ 12 h 424"/>
                  <a:gd name="T8" fmla="*/ 123 w 467"/>
                  <a:gd name="T9" fmla="*/ 50 h 424"/>
                  <a:gd name="T10" fmla="*/ 142 w 467"/>
                  <a:gd name="T11" fmla="*/ 10 h 424"/>
                  <a:gd name="T12" fmla="*/ 214 w 467"/>
                  <a:gd name="T13" fmla="*/ 0 h 424"/>
                  <a:gd name="T14" fmla="*/ 467 w 467"/>
                  <a:gd name="T15" fmla="*/ 218 h 424"/>
                  <a:gd name="T16" fmla="*/ 204 w 467"/>
                  <a:gd name="T17" fmla="*/ 424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7" h="424">
                    <a:moveTo>
                      <a:pt x="204" y="424"/>
                    </a:moveTo>
                    <a:lnTo>
                      <a:pt x="0" y="256"/>
                    </a:lnTo>
                    <a:lnTo>
                      <a:pt x="3" y="19"/>
                    </a:lnTo>
                    <a:lnTo>
                      <a:pt x="83" y="12"/>
                    </a:lnTo>
                    <a:lnTo>
                      <a:pt x="123" y="50"/>
                    </a:lnTo>
                    <a:lnTo>
                      <a:pt x="142" y="10"/>
                    </a:lnTo>
                    <a:lnTo>
                      <a:pt x="214" y="0"/>
                    </a:lnTo>
                    <a:lnTo>
                      <a:pt x="467" y="218"/>
                    </a:lnTo>
                    <a:lnTo>
                      <a:pt x="204" y="424"/>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4" name="Freeform 15"/>
              <p:cNvSpPr>
                <a:spLocks noEditPoints="1"/>
              </p:cNvSpPr>
              <p:nvPr/>
            </p:nvSpPr>
            <p:spPr bwMode="auto">
              <a:xfrm>
                <a:off x="3390900" y="228600"/>
                <a:ext cx="177800" cy="436563"/>
              </a:xfrm>
              <a:custGeom>
                <a:avLst/>
                <a:gdLst>
                  <a:gd name="T0" fmla="*/ 25 w 47"/>
                  <a:gd name="T1" fmla="*/ 0 h 116"/>
                  <a:gd name="T2" fmla="*/ 43 w 47"/>
                  <a:gd name="T3" fmla="*/ 8 h 116"/>
                  <a:gd name="T4" fmla="*/ 47 w 47"/>
                  <a:gd name="T5" fmla="*/ 27 h 116"/>
                  <a:gd name="T6" fmla="*/ 47 w 47"/>
                  <a:gd name="T7" fmla="*/ 94 h 116"/>
                  <a:gd name="T8" fmla="*/ 41 w 47"/>
                  <a:gd name="T9" fmla="*/ 110 h 116"/>
                  <a:gd name="T10" fmla="*/ 24 w 47"/>
                  <a:gd name="T11" fmla="*/ 116 h 116"/>
                  <a:gd name="T12" fmla="*/ 4 w 47"/>
                  <a:gd name="T13" fmla="*/ 107 h 116"/>
                  <a:gd name="T14" fmla="*/ 0 w 47"/>
                  <a:gd name="T15" fmla="*/ 85 h 116"/>
                  <a:gd name="T16" fmla="*/ 0 w 47"/>
                  <a:gd name="T17" fmla="*/ 32 h 116"/>
                  <a:gd name="T18" fmla="*/ 4 w 47"/>
                  <a:gd name="T19" fmla="*/ 8 h 116"/>
                  <a:gd name="T20" fmla="*/ 25 w 47"/>
                  <a:gd name="T21" fmla="*/ 0 h 116"/>
                  <a:gd name="T22" fmla="*/ 24 w 47"/>
                  <a:gd name="T23" fmla="*/ 105 h 116"/>
                  <a:gd name="T24" fmla="*/ 34 w 47"/>
                  <a:gd name="T25" fmla="*/ 89 h 116"/>
                  <a:gd name="T26" fmla="*/ 34 w 47"/>
                  <a:gd name="T27" fmla="*/ 25 h 116"/>
                  <a:gd name="T28" fmla="*/ 24 w 47"/>
                  <a:gd name="T29" fmla="*/ 11 h 116"/>
                  <a:gd name="T30" fmla="*/ 14 w 47"/>
                  <a:gd name="T31" fmla="*/ 26 h 116"/>
                  <a:gd name="T32" fmla="*/ 14 w 47"/>
                  <a:gd name="T33" fmla="*/ 30 h 116"/>
                  <a:gd name="T34" fmla="*/ 14 w 47"/>
                  <a:gd name="T35" fmla="*/ 35 h 116"/>
                  <a:gd name="T36" fmla="*/ 14 w 47"/>
                  <a:gd name="T37" fmla="*/ 53 h 116"/>
                  <a:gd name="T38" fmla="*/ 14 w 47"/>
                  <a:gd name="T39" fmla="*/ 72 h 116"/>
                  <a:gd name="T40" fmla="*/ 14 w 47"/>
                  <a:gd name="T41" fmla="*/ 89 h 116"/>
                  <a:gd name="T42" fmla="*/ 24 w 47"/>
                  <a:gd name="T43" fmla="*/ 10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 h="116">
                    <a:moveTo>
                      <a:pt x="25" y="0"/>
                    </a:moveTo>
                    <a:cubicBezTo>
                      <a:pt x="33" y="0"/>
                      <a:pt x="39" y="2"/>
                      <a:pt x="43" y="8"/>
                    </a:cubicBezTo>
                    <a:cubicBezTo>
                      <a:pt x="45" y="12"/>
                      <a:pt x="47" y="18"/>
                      <a:pt x="47" y="27"/>
                    </a:cubicBezTo>
                    <a:cubicBezTo>
                      <a:pt x="47" y="94"/>
                      <a:pt x="47" y="94"/>
                      <a:pt x="47" y="94"/>
                    </a:cubicBezTo>
                    <a:cubicBezTo>
                      <a:pt x="47" y="101"/>
                      <a:pt x="45" y="106"/>
                      <a:pt x="41" y="110"/>
                    </a:cubicBezTo>
                    <a:cubicBezTo>
                      <a:pt x="37" y="114"/>
                      <a:pt x="31" y="116"/>
                      <a:pt x="24" y="116"/>
                    </a:cubicBezTo>
                    <a:cubicBezTo>
                      <a:pt x="14" y="116"/>
                      <a:pt x="7" y="113"/>
                      <a:pt x="4" y="107"/>
                    </a:cubicBezTo>
                    <a:cubicBezTo>
                      <a:pt x="1" y="103"/>
                      <a:pt x="0" y="96"/>
                      <a:pt x="0" y="85"/>
                    </a:cubicBezTo>
                    <a:cubicBezTo>
                      <a:pt x="0" y="32"/>
                      <a:pt x="0" y="32"/>
                      <a:pt x="0" y="32"/>
                    </a:cubicBezTo>
                    <a:cubicBezTo>
                      <a:pt x="0" y="20"/>
                      <a:pt x="1" y="13"/>
                      <a:pt x="4" y="8"/>
                    </a:cubicBezTo>
                    <a:cubicBezTo>
                      <a:pt x="8" y="3"/>
                      <a:pt x="15" y="0"/>
                      <a:pt x="25" y="0"/>
                    </a:cubicBezTo>
                    <a:close/>
                    <a:moveTo>
                      <a:pt x="24" y="105"/>
                    </a:moveTo>
                    <a:cubicBezTo>
                      <a:pt x="30" y="105"/>
                      <a:pt x="34" y="100"/>
                      <a:pt x="34" y="89"/>
                    </a:cubicBezTo>
                    <a:cubicBezTo>
                      <a:pt x="34" y="25"/>
                      <a:pt x="34" y="25"/>
                      <a:pt x="34" y="25"/>
                    </a:cubicBezTo>
                    <a:cubicBezTo>
                      <a:pt x="34" y="16"/>
                      <a:pt x="30" y="11"/>
                      <a:pt x="24" y="11"/>
                    </a:cubicBezTo>
                    <a:cubicBezTo>
                      <a:pt x="17" y="11"/>
                      <a:pt x="14" y="16"/>
                      <a:pt x="14" y="26"/>
                    </a:cubicBezTo>
                    <a:cubicBezTo>
                      <a:pt x="14" y="30"/>
                      <a:pt x="14" y="30"/>
                      <a:pt x="14" y="30"/>
                    </a:cubicBezTo>
                    <a:cubicBezTo>
                      <a:pt x="14" y="35"/>
                      <a:pt x="14" y="35"/>
                      <a:pt x="14" y="35"/>
                    </a:cubicBezTo>
                    <a:cubicBezTo>
                      <a:pt x="14" y="53"/>
                      <a:pt x="14" y="53"/>
                      <a:pt x="14" y="53"/>
                    </a:cubicBezTo>
                    <a:cubicBezTo>
                      <a:pt x="14" y="72"/>
                      <a:pt x="14" y="72"/>
                      <a:pt x="14" y="72"/>
                    </a:cubicBezTo>
                    <a:cubicBezTo>
                      <a:pt x="14" y="89"/>
                      <a:pt x="14" y="89"/>
                      <a:pt x="14" y="89"/>
                    </a:cubicBezTo>
                    <a:cubicBezTo>
                      <a:pt x="14" y="99"/>
                      <a:pt x="17" y="105"/>
                      <a:pt x="24" y="105"/>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75" name="Freeform 16"/>
              <p:cNvSpPr>
                <a:spLocks/>
              </p:cNvSpPr>
              <p:nvPr/>
            </p:nvSpPr>
            <p:spPr bwMode="auto">
              <a:xfrm>
                <a:off x="3605213" y="236538"/>
                <a:ext cx="166687" cy="428625"/>
              </a:xfrm>
              <a:custGeom>
                <a:avLst/>
                <a:gdLst>
                  <a:gd name="T0" fmla="*/ 13 w 44"/>
                  <a:gd name="T1" fmla="*/ 78 h 114"/>
                  <a:gd name="T2" fmla="*/ 13 w 44"/>
                  <a:gd name="T3" fmla="*/ 92 h 114"/>
                  <a:gd name="T4" fmla="*/ 21 w 44"/>
                  <a:gd name="T5" fmla="*/ 103 h 114"/>
                  <a:gd name="T6" fmla="*/ 29 w 44"/>
                  <a:gd name="T7" fmla="*/ 99 h 114"/>
                  <a:gd name="T8" fmla="*/ 30 w 44"/>
                  <a:gd name="T9" fmla="*/ 89 h 114"/>
                  <a:gd name="T10" fmla="*/ 30 w 44"/>
                  <a:gd name="T11" fmla="*/ 54 h 114"/>
                  <a:gd name="T12" fmla="*/ 21 w 44"/>
                  <a:gd name="T13" fmla="*/ 44 h 114"/>
                  <a:gd name="T14" fmla="*/ 13 w 44"/>
                  <a:gd name="T15" fmla="*/ 48 h 114"/>
                  <a:gd name="T16" fmla="*/ 12 w 44"/>
                  <a:gd name="T17" fmla="*/ 57 h 114"/>
                  <a:gd name="T18" fmla="*/ 0 w 44"/>
                  <a:gd name="T19" fmla="*/ 57 h 114"/>
                  <a:gd name="T20" fmla="*/ 0 w 44"/>
                  <a:gd name="T21" fmla="*/ 54 h 114"/>
                  <a:gd name="T22" fmla="*/ 0 w 44"/>
                  <a:gd name="T23" fmla="*/ 39 h 114"/>
                  <a:gd name="T24" fmla="*/ 0 w 44"/>
                  <a:gd name="T25" fmla="*/ 24 h 114"/>
                  <a:gd name="T26" fmla="*/ 1 w 44"/>
                  <a:gd name="T27" fmla="*/ 0 h 114"/>
                  <a:gd name="T28" fmla="*/ 41 w 44"/>
                  <a:gd name="T29" fmla="*/ 0 h 114"/>
                  <a:gd name="T30" fmla="*/ 41 w 44"/>
                  <a:gd name="T31" fmla="*/ 13 h 114"/>
                  <a:gd name="T32" fmla="*/ 13 w 44"/>
                  <a:gd name="T33" fmla="*/ 13 h 114"/>
                  <a:gd name="T34" fmla="*/ 13 w 44"/>
                  <a:gd name="T35" fmla="*/ 37 h 114"/>
                  <a:gd name="T36" fmla="*/ 26 w 44"/>
                  <a:gd name="T37" fmla="*/ 32 h 114"/>
                  <a:gd name="T38" fmla="*/ 41 w 44"/>
                  <a:gd name="T39" fmla="*/ 38 h 114"/>
                  <a:gd name="T40" fmla="*/ 44 w 44"/>
                  <a:gd name="T41" fmla="*/ 54 h 114"/>
                  <a:gd name="T42" fmla="*/ 44 w 44"/>
                  <a:gd name="T43" fmla="*/ 94 h 114"/>
                  <a:gd name="T44" fmla="*/ 22 w 44"/>
                  <a:gd name="T45" fmla="*/ 114 h 114"/>
                  <a:gd name="T46" fmla="*/ 5 w 44"/>
                  <a:gd name="T47" fmla="*/ 109 h 114"/>
                  <a:gd name="T48" fmla="*/ 0 w 44"/>
                  <a:gd name="T49" fmla="*/ 91 h 114"/>
                  <a:gd name="T50" fmla="*/ 0 w 44"/>
                  <a:gd name="T51" fmla="*/ 78 h 114"/>
                  <a:gd name="T52" fmla="*/ 13 w 44"/>
                  <a:gd name="T53" fmla="*/ 78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4" h="114">
                    <a:moveTo>
                      <a:pt x="13" y="78"/>
                    </a:moveTo>
                    <a:cubicBezTo>
                      <a:pt x="13" y="92"/>
                      <a:pt x="13" y="92"/>
                      <a:pt x="13" y="92"/>
                    </a:cubicBezTo>
                    <a:cubicBezTo>
                      <a:pt x="13" y="99"/>
                      <a:pt x="16" y="103"/>
                      <a:pt x="21" y="103"/>
                    </a:cubicBezTo>
                    <a:cubicBezTo>
                      <a:pt x="25" y="103"/>
                      <a:pt x="28" y="102"/>
                      <a:pt x="29" y="99"/>
                    </a:cubicBezTo>
                    <a:cubicBezTo>
                      <a:pt x="30" y="97"/>
                      <a:pt x="30" y="94"/>
                      <a:pt x="30" y="89"/>
                    </a:cubicBezTo>
                    <a:cubicBezTo>
                      <a:pt x="30" y="54"/>
                      <a:pt x="30" y="54"/>
                      <a:pt x="30" y="54"/>
                    </a:cubicBezTo>
                    <a:cubicBezTo>
                      <a:pt x="30" y="48"/>
                      <a:pt x="27" y="44"/>
                      <a:pt x="21" y="44"/>
                    </a:cubicBezTo>
                    <a:cubicBezTo>
                      <a:pt x="17" y="44"/>
                      <a:pt x="15" y="46"/>
                      <a:pt x="13" y="48"/>
                    </a:cubicBezTo>
                    <a:cubicBezTo>
                      <a:pt x="12" y="50"/>
                      <a:pt x="12" y="53"/>
                      <a:pt x="12" y="57"/>
                    </a:cubicBezTo>
                    <a:cubicBezTo>
                      <a:pt x="0" y="57"/>
                      <a:pt x="0" y="57"/>
                      <a:pt x="0" y="57"/>
                    </a:cubicBezTo>
                    <a:cubicBezTo>
                      <a:pt x="0" y="54"/>
                      <a:pt x="0" y="54"/>
                      <a:pt x="0" y="54"/>
                    </a:cubicBezTo>
                    <a:cubicBezTo>
                      <a:pt x="0" y="39"/>
                      <a:pt x="0" y="39"/>
                      <a:pt x="0" y="39"/>
                    </a:cubicBezTo>
                    <a:cubicBezTo>
                      <a:pt x="0" y="24"/>
                      <a:pt x="0" y="24"/>
                      <a:pt x="0" y="24"/>
                    </a:cubicBezTo>
                    <a:cubicBezTo>
                      <a:pt x="0" y="13"/>
                      <a:pt x="0" y="5"/>
                      <a:pt x="1" y="0"/>
                    </a:cubicBezTo>
                    <a:cubicBezTo>
                      <a:pt x="41" y="0"/>
                      <a:pt x="41" y="0"/>
                      <a:pt x="41" y="0"/>
                    </a:cubicBezTo>
                    <a:cubicBezTo>
                      <a:pt x="41" y="13"/>
                      <a:pt x="41" y="13"/>
                      <a:pt x="41" y="13"/>
                    </a:cubicBezTo>
                    <a:cubicBezTo>
                      <a:pt x="13" y="13"/>
                      <a:pt x="13" y="13"/>
                      <a:pt x="13" y="13"/>
                    </a:cubicBezTo>
                    <a:cubicBezTo>
                      <a:pt x="13" y="37"/>
                      <a:pt x="13" y="37"/>
                      <a:pt x="13" y="37"/>
                    </a:cubicBezTo>
                    <a:cubicBezTo>
                      <a:pt x="17" y="34"/>
                      <a:pt x="22" y="32"/>
                      <a:pt x="26" y="32"/>
                    </a:cubicBezTo>
                    <a:cubicBezTo>
                      <a:pt x="33" y="32"/>
                      <a:pt x="38" y="34"/>
                      <a:pt x="41" y="38"/>
                    </a:cubicBezTo>
                    <a:cubicBezTo>
                      <a:pt x="43" y="42"/>
                      <a:pt x="44" y="47"/>
                      <a:pt x="44" y="54"/>
                    </a:cubicBezTo>
                    <a:cubicBezTo>
                      <a:pt x="44" y="94"/>
                      <a:pt x="44" y="94"/>
                      <a:pt x="44" y="94"/>
                    </a:cubicBezTo>
                    <a:cubicBezTo>
                      <a:pt x="44" y="108"/>
                      <a:pt x="37" y="114"/>
                      <a:pt x="22" y="114"/>
                    </a:cubicBezTo>
                    <a:cubicBezTo>
                      <a:pt x="14" y="114"/>
                      <a:pt x="8" y="113"/>
                      <a:pt x="5" y="109"/>
                    </a:cubicBezTo>
                    <a:cubicBezTo>
                      <a:pt x="1" y="105"/>
                      <a:pt x="0" y="99"/>
                      <a:pt x="0" y="91"/>
                    </a:cubicBezTo>
                    <a:cubicBezTo>
                      <a:pt x="0" y="78"/>
                      <a:pt x="0" y="78"/>
                      <a:pt x="0" y="78"/>
                    </a:cubicBezTo>
                    <a:lnTo>
                      <a:pt x="13" y="78"/>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49" name="组合 48"/>
            <p:cNvGrpSpPr>
              <a:grpSpLocks noChangeAspect="1"/>
            </p:cNvGrpSpPr>
            <p:nvPr/>
          </p:nvGrpSpPr>
          <p:grpSpPr>
            <a:xfrm>
              <a:off x="808461" y="4914046"/>
              <a:ext cx="582925" cy="527817"/>
              <a:chOff x="5476875" y="1446213"/>
              <a:chExt cx="755650" cy="684213"/>
            </a:xfrm>
          </p:grpSpPr>
          <p:sp>
            <p:nvSpPr>
              <p:cNvPr id="70" name="Freeform 21"/>
              <p:cNvSpPr>
                <a:spLocks/>
              </p:cNvSpPr>
              <p:nvPr/>
            </p:nvSpPr>
            <p:spPr bwMode="auto">
              <a:xfrm>
                <a:off x="5507038" y="1462088"/>
                <a:ext cx="725487" cy="668338"/>
              </a:xfrm>
              <a:custGeom>
                <a:avLst/>
                <a:gdLst>
                  <a:gd name="T0" fmla="*/ 204 w 457"/>
                  <a:gd name="T1" fmla="*/ 421 h 421"/>
                  <a:gd name="T2" fmla="*/ 0 w 457"/>
                  <a:gd name="T3" fmla="*/ 253 h 421"/>
                  <a:gd name="T4" fmla="*/ 2 w 457"/>
                  <a:gd name="T5" fmla="*/ 16 h 421"/>
                  <a:gd name="T6" fmla="*/ 80 w 457"/>
                  <a:gd name="T7" fmla="*/ 9 h 421"/>
                  <a:gd name="T8" fmla="*/ 123 w 457"/>
                  <a:gd name="T9" fmla="*/ 47 h 421"/>
                  <a:gd name="T10" fmla="*/ 140 w 457"/>
                  <a:gd name="T11" fmla="*/ 7 h 421"/>
                  <a:gd name="T12" fmla="*/ 204 w 457"/>
                  <a:gd name="T13" fmla="*/ 0 h 421"/>
                  <a:gd name="T14" fmla="*/ 457 w 457"/>
                  <a:gd name="T15" fmla="*/ 218 h 421"/>
                  <a:gd name="T16" fmla="*/ 204 w 457"/>
                  <a:gd name="T17" fmla="*/ 421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7" h="421">
                    <a:moveTo>
                      <a:pt x="204" y="421"/>
                    </a:moveTo>
                    <a:lnTo>
                      <a:pt x="0" y="253"/>
                    </a:lnTo>
                    <a:lnTo>
                      <a:pt x="2" y="16"/>
                    </a:lnTo>
                    <a:lnTo>
                      <a:pt x="80" y="9"/>
                    </a:lnTo>
                    <a:lnTo>
                      <a:pt x="123" y="47"/>
                    </a:lnTo>
                    <a:lnTo>
                      <a:pt x="140" y="7"/>
                    </a:lnTo>
                    <a:lnTo>
                      <a:pt x="204" y="0"/>
                    </a:lnTo>
                    <a:lnTo>
                      <a:pt x="457" y="218"/>
                    </a:lnTo>
                    <a:lnTo>
                      <a:pt x="204" y="421"/>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1" name="Freeform 22"/>
              <p:cNvSpPr>
                <a:spLocks noEditPoints="1"/>
              </p:cNvSpPr>
              <p:nvPr/>
            </p:nvSpPr>
            <p:spPr bwMode="auto">
              <a:xfrm>
                <a:off x="5476875" y="1446213"/>
                <a:ext cx="176212" cy="439738"/>
              </a:xfrm>
              <a:custGeom>
                <a:avLst/>
                <a:gdLst>
                  <a:gd name="T0" fmla="*/ 25 w 47"/>
                  <a:gd name="T1" fmla="*/ 0 h 117"/>
                  <a:gd name="T2" fmla="*/ 42 w 47"/>
                  <a:gd name="T3" fmla="*/ 8 h 117"/>
                  <a:gd name="T4" fmla="*/ 47 w 47"/>
                  <a:gd name="T5" fmla="*/ 27 h 117"/>
                  <a:gd name="T6" fmla="*/ 47 w 47"/>
                  <a:gd name="T7" fmla="*/ 94 h 117"/>
                  <a:gd name="T8" fmla="*/ 41 w 47"/>
                  <a:gd name="T9" fmla="*/ 111 h 117"/>
                  <a:gd name="T10" fmla="*/ 24 w 47"/>
                  <a:gd name="T11" fmla="*/ 117 h 117"/>
                  <a:gd name="T12" fmla="*/ 4 w 47"/>
                  <a:gd name="T13" fmla="*/ 108 h 117"/>
                  <a:gd name="T14" fmla="*/ 0 w 47"/>
                  <a:gd name="T15" fmla="*/ 85 h 117"/>
                  <a:gd name="T16" fmla="*/ 0 w 47"/>
                  <a:gd name="T17" fmla="*/ 32 h 117"/>
                  <a:gd name="T18" fmla="*/ 4 w 47"/>
                  <a:gd name="T19" fmla="*/ 9 h 117"/>
                  <a:gd name="T20" fmla="*/ 25 w 47"/>
                  <a:gd name="T21" fmla="*/ 0 h 117"/>
                  <a:gd name="T22" fmla="*/ 24 w 47"/>
                  <a:gd name="T23" fmla="*/ 105 h 117"/>
                  <a:gd name="T24" fmla="*/ 33 w 47"/>
                  <a:gd name="T25" fmla="*/ 90 h 117"/>
                  <a:gd name="T26" fmla="*/ 33 w 47"/>
                  <a:gd name="T27" fmla="*/ 26 h 117"/>
                  <a:gd name="T28" fmla="*/ 24 w 47"/>
                  <a:gd name="T29" fmla="*/ 11 h 117"/>
                  <a:gd name="T30" fmla="*/ 13 w 47"/>
                  <a:gd name="T31" fmla="*/ 26 h 117"/>
                  <a:gd name="T32" fmla="*/ 13 w 47"/>
                  <a:gd name="T33" fmla="*/ 31 h 117"/>
                  <a:gd name="T34" fmla="*/ 13 w 47"/>
                  <a:gd name="T35" fmla="*/ 35 h 117"/>
                  <a:gd name="T36" fmla="*/ 13 w 47"/>
                  <a:gd name="T37" fmla="*/ 54 h 117"/>
                  <a:gd name="T38" fmla="*/ 13 w 47"/>
                  <a:gd name="T39" fmla="*/ 72 h 117"/>
                  <a:gd name="T40" fmla="*/ 13 w 47"/>
                  <a:gd name="T41" fmla="*/ 89 h 117"/>
                  <a:gd name="T42" fmla="*/ 24 w 47"/>
                  <a:gd name="T43" fmla="*/ 10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 h="117">
                    <a:moveTo>
                      <a:pt x="25" y="0"/>
                    </a:moveTo>
                    <a:cubicBezTo>
                      <a:pt x="33" y="0"/>
                      <a:pt x="39" y="3"/>
                      <a:pt x="42" y="8"/>
                    </a:cubicBezTo>
                    <a:cubicBezTo>
                      <a:pt x="45" y="12"/>
                      <a:pt x="47" y="19"/>
                      <a:pt x="47" y="27"/>
                    </a:cubicBezTo>
                    <a:cubicBezTo>
                      <a:pt x="47" y="94"/>
                      <a:pt x="47" y="94"/>
                      <a:pt x="47" y="94"/>
                    </a:cubicBezTo>
                    <a:cubicBezTo>
                      <a:pt x="47" y="101"/>
                      <a:pt x="45" y="107"/>
                      <a:pt x="41" y="111"/>
                    </a:cubicBezTo>
                    <a:cubicBezTo>
                      <a:pt x="37" y="115"/>
                      <a:pt x="31" y="117"/>
                      <a:pt x="24" y="117"/>
                    </a:cubicBezTo>
                    <a:cubicBezTo>
                      <a:pt x="14" y="117"/>
                      <a:pt x="7" y="114"/>
                      <a:pt x="4" y="108"/>
                    </a:cubicBezTo>
                    <a:cubicBezTo>
                      <a:pt x="1" y="104"/>
                      <a:pt x="0" y="96"/>
                      <a:pt x="0" y="85"/>
                    </a:cubicBezTo>
                    <a:cubicBezTo>
                      <a:pt x="0" y="32"/>
                      <a:pt x="0" y="32"/>
                      <a:pt x="0" y="32"/>
                    </a:cubicBezTo>
                    <a:cubicBezTo>
                      <a:pt x="0" y="21"/>
                      <a:pt x="1" y="13"/>
                      <a:pt x="4" y="9"/>
                    </a:cubicBezTo>
                    <a:cubicBezTo>
                      <a:pt x="8" y="3"/>
                      <a:pt x="15" y="0"/>
                      <a:pt x="25" y="0"/>
                    </a:cubicBezTo>
                    <a:close/>
                    <a:moveTo>
                      <a:pt x="24" y="105"/>
                    </a:moveTo>
                    <a:cubicBezTo>
                      <a:pt x="30" y="105"/>
                      <a:pt x="33" y="100"/>
                      <a:pt x="33" y="90"/>
                    </a:cubicBezTo>
                    <a:cubicBezTo>
                      <a:pt x="33" y="26"/>
                      <a:pt x="33" y="26"/>
                      <a:pt x="33" y="26"/>
                    </a:cubicBezTo>
                    <a:cubicBezTo>
                      <a:pt x="33" y="16"/>
                      <a:pt x="30" y="11"/>
                      <a:pt x="24" y="11"/>
                    </a:cubicBezTo>
                    <a:cubicBezTo>
                      <a:pt x="17" y="11"/>
                      <a:pt x="13" y="16"/>
                      <a:pt x="13" y="26"/>
                    </a:cubicBezTo>
                    <a:cubicBezTo>
                      <a:pt x="13" y="31"/>
                      <a:pt x="13" y="31"/>
                      <a:pt x="13" y="31"/>
                    </a:cubicBezTo>
                    <a:cubicBezTo>
                      <a:pt x="13" y="35"/>
                      <a:pt x="13" y="35"/>
                      <a:pt x="13" y="35"/>
                    </a:cubicBezTo>
                    <a:cubicBezTo>
                      <a:pt x="13" y="54"/>
                      <a:pt x="13" y="54"/>
                      <a:pt x="13" y="54"/>
                    </a:cubicBezTo>
                    <a:cubicBezTo>
                      <a:pt x="13" y="72"/>
                      <a:pt x="13" y="72"/>
                      <a:pt x="13" y="72"/>
                    </a:cubicBezTo>
                    <a:cubicBezTo>
                      <a:pt x="13" y="89"/>
                      <a:pt x="13" y="89"/>
                      <a:pt x="13" y="89"/>
                    </a:cubicBezTo>
                    <a:cubicBezTo>
                      <a:pt x="13" y="100"/>
                      <a:pt x="17" y="105"/>
                      <a:pt x="24" y="105"/>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72" name="Freeform 23"/>
              <p:cNvSpPr>
                <a:spLocks noEditPoints="1"/>
              </p:cNvSpPr>
              <p:nvPr/>
            </p:nvSpPr>
            <p:spPr bwMode="auto">
              <a:xfrm>
                <a:off x="5688013" y="1446213"/>
                <a:ext cx="173037" cy="439738"/>
              </a:xfrm>
              <a:custGeom>
                <a:avLst/>
                <a:gdLst>
                  <a:gd name="T0" fmla="*/ 0 w 46"/>
                  <a:gd name="T1" fmla="*/ 19 h 117"/>
                  <a:gd name="T2" fmla="*/ 7 w 46"/>
                  <a:gd name="T3" fmla="*/ 5 h 117"/>
                  <a:gd name="T4" fmla="*/ 23 w 46"/>
                  <a:gd name="T5" fmla="*/ 0 h 117"/>
                  <a:gd name="T6" fmla="*/ 43 w 46"/>
                  <a:gd name="T7" fmla="*/ 10 h 117"/>
                  <a:gd name="T8" fmla="*/ 46 w 46"/>
                  <a:gd name="T9" fmla="*/ 34 h 117"/>
                  <a:gd name="T10" fmla="*/ 33 w 46"/>
                  <a:gd name="T11" fmla="*/ 35 h 117"/>
                  <a:gd name="T12" fmla="*/ 33 w 46"/>
                  <a:gd name="T13" fmla="*/ 28 h 117"/>
                  <a:gd name="T14" fmla="*/ 24 w 46"/>
                  <a:gd name="T15" fmla="*/ 12 h 117"/>
                  <a:gd name="T16" fmla="*/ 14 w 46"/>
                  <a:gd name="T17" fmla="*/ 24 h 117"/>
                  <a:gd name="T18" fmla="*/ 14 w 46"/>
                  <a:gd name="T19" fmla="*/ 52 h 117"/>
                  <a:gd name="T20" fmla="*/ 29 w 46"/>
                  <a:gd name="T21" fmla="*/ 46 h 117"/>
                  <a:gd name="T22" fmla="*/ 46 w 46"/>
                  <a:gd name="T23" fmla="*/ 67 h 117"/>
                  <a:gd name="T24" fmla="*/ 46 w 46"/>
                  <a:gd name="T25" fmla="*/ 96 h 117"/>
                  <a:gd name="T26" fmla="*/ 22 w 46"/>
                  <a:gd name="T27" fmla="*/ 117 h 117"/>
                  <a:gd name="T28" fmla="*/ 6 w 46"/>
                  <a:gd name="T29" fmla="*/ 111 h 117"/>
                  <a:gd name="T30" fmla="*/ 0 w 46"/>
                  <a:gd name="T31" fmla="*/ 95 h 117"/>
                  <a:gd name="T32" fmla="*/ 0 w 46"/>
                  <a:gd name="T33" fmla="*/ 19 h 117"/>
                  <a:gd name="T34" fmla="*/ 14 w 46"/>
                  <a:gd name="T35" fmla="*/ 97 h 117"/>
                  <a:gd name="T36" fmla="*/ 17 w 46"/>
                  <a:gd name="T37" fmla="*/ 103 h 117"/>
                  <a:gd name="T38" fmla="*/ 24 w 46"/>
                  <a:gd name="T39" fmla="*/ 105 h 117"/>
                  <a:gd name="T40" fmla="*/ 32 w 46"/>
                  <a:gd name="T41" fmla="*/ 100 h 117"/>
                  <a:gd name="T42" fmla="*/ 33 w 46"/>
                  <a:gd name="T43" fmla="*/ 89 h 117"/>
                  <a:gd name="T44" fmla="*/ 33 w 46"/>
                  <a:gd name="T45" fmla="*/ 81 h 117"/>
                  <a:gd name="T46" fmla="*/ 33 w 46"/>
                  <a:gd name="T47" fmla="*/ 77 h 117"/>
                  <a:gd name="T48" fmla="*/ 33 w 46"/>
                  <a:gd name="T49" fmla="*/ 73 h 117"/>
                  <a:gd name="T50" fmla="*/ 25 w 46"/>
                  <a:gd name="T51" fmla="*/ 58 h 117"/>
                  <a:gd name="T52" fmla="*/ 23 w 46"/>
                  <a:gd name="T53" fmla="*/ 58 h 117"/>
                  <a:gd name="T54" fmla="*/ 14 w 46"/>
                  <a:gd name="T55" fmla="*/ 70 h 117"/>
                  <a:gd name="T56" fmla="*/ 14 w 46"/>
                  <a:gd name="T57" fmla="*/ 9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6" h="117">
                    <a:moveTo>
                      <a:pt x="0" y="19"/>
                    </a:moveTo>
                    <a:cubicBezTo>
                      <a:pt x="0" y="13"/>
                      <a:pt x="3" y="9"/>
                      <a:pt x="7" y="5"/>
                    </a:cubicBezTo>
                    <a:cubicBezTo>
                      <a:pt x="12" y="2"/>
                      <a:pt x="17" y="0"/>
                      <a:pt x="23" y="0"/>
                    </a:cubicBezTo>
                    <a:cubicBezTo>
                      <a:pt x="34" y="0"/>
                      <a:pt x="40" y="3"/>
                      <a:pt x="43" y="10"/>
                    </a:cubicBezTo>
                    <a:cubicBezTo>
                      <a:pt x="45" y="14"/>
                      <a:pt x="46" y="22"/>
                      <a:pt x="46" y="34"/>
                    </a:cubicBezTo>
                    <a:cubicBezTo>
                      <a:pt x="33" y="35"/>
                      <a:pt x="33" y="35"/>
                      <a:pt x="33" y="35"/>
                    </a:cubicBezTo>
                    <a:cubicBezTo>
                      <a:pt x="33" y="28"/>
                      <a:pt x="33" y="28"/>
                      <a:pt x="33" y="28"/>
                    </a:cubicBezTo>
                    <a:cubicBezTo>
                      <a:pt x="33" y="17"/>
                      <a:pt x="30" y="12"/>
                      <a:pt x="24" y="12"/>
                    </a:cubicBezTo>
                    <a:cubicBezTo>
                      <a:pt x="17" y="12"/>
                      <a:pt x="14" y="16"/>
                      <a:pt x="14" y="24"/>
                    </a:cubicBezTo>
                    <a:cubicBezTo>
                      <a:pt x="14" y="52"/>
                      <a:pt x="14" y="52"/>
                      <a:pt x="14" y="52"/>
                    </a:cubicBezTo>
                    <a:cubicBezTo>
                      <a:pt x="19" y="48"/>
                      <a:pt x="24" y="46"/>
                      <a:pt x="29" y="46"/>
                    </a:cubicBezTo>
                    <a:cubicBezTo>
                      <a:pt x="40" y="46"/>
                      <a:pt x="46" y="53"/>
                      <a:pt x="46" y="67"/>
                    </a:cubicBezTo>
                    <a:cubicBezTo>
                      <a:pt x="46" y="96"/>
                      <a:pt x="46" y="96"/>
                      <a:pt x="46" y="96"/>
                    </a:cubicBezTo>
                    <a:cubicBezTo>
                      <a:pt x="46" y="110"/>
                      <a:pt x="38" y="117"/>
                      <a:pt x="22" y="117"/>
                    </a:cubicBezTo>
                    <a:cubicBezTo>
                      <a:pt x="16" y="117"/>
                      <a:pt x="10" y="115"/>
                      <a:pt x="6" y="111"/>
                    </a:cubicBezTo>
                    <a:cubicBezTo>
                      <a:pt x="2" y="107"/>
                      <a:pt x="0" y="102"/>
                      <a:pt x="0" y="95"/>
                    </a:cubicBezTo>
                    <a:lnTo>
                      <a:pt x="0" y="19"/>
                    </a:lnTo>
                    <a:close/>
                    <a:moveTo>
                      <a:pt x="14" y="97"/>
                    </a:moveTo>
                    <a:cubicBezTo>
                      <a:pt x="14" y="99"/>
                      <a:pt x="15" y="101"/>
                      <a:pt x="17" y="103"/>
                    </a:cubicBezTo>
                    <a:cubicBezTo>
                      <a:pt x="19" y="105"/>
                      <a:pt x="21" y="105"/>
                      <a:pt x="24" y="105"/>
                    </a:cubicBezTo>
                    <a:cubicBezTo>
                      <a:pt x="28" y="105"/>
                      <a:pt x="31" y="104"/>
                      <a:pt x="32" y="100"/>
                    </a:cubicBezTo>
                    <a:cubicBezTo>
                      <a:pt x="33" y="98"/>
                      <a:pt x="33" y="94"/>
                      <a:pt x="33" y="89"/>
                    </a:cubicBezTo>
                    <a:cubicBezTo>
                      <a:pt x="33" y="81"/>
                      <a:pt x="33" y="81"/>
                      <a:pt x="33" y="81"/>
                    </a:cubicBezTo>
                    <a:cubicBezTo>
                      <a:pt x="33" y="77"/>
                      <a:pt x="33" y="77"/>
                      <a:pt x="33" y="77"/>
                    </a:cubicBezTo>
                    <a:cubicBezTo>
                      <a:pt x="33" y="73"/>
                      <a:pt x="33" y="73"/>
                      <a:pt x="33" y="73"/>
                    </a:cubicBezTo>
                    <a:cubicBezTo>
                      <a:pt x="33" y="63"/>
                      <a:pt x="30" y="58"/>
                      <a:pt x="25" y="58"/>
                    </a:cubicBezTo>
                    <a:cubicBezTo>
                      <a:pt x="23" y="58"/>
                      <a:pt x="23" y="58"/>
                      <a:pt x="23" y="58"/>
                    </a:cubicBezTo>
                    <a:cubicBezTo>
                      <a:pt x="17" y="58"/>
                      <a:pt x="14" y="62"/>
                      <a:pt x="14" y="70"/>
                    </a:cubicBezTo>
                    <a:lnTo>
                      <a:pt x="14" y="97"/>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50" name="组合 49"/>
            <p:cNvGrpSpPr>
              <a:grpSpLocks noChangeAspect="1"/>
            </p:cNvGrpSpPr>
            <p:nvPr/>
          </p:nvGrpSpPr>
          <p:grpSpPr>
            <a:xfrm>
              <a:off x="512840" y="3426964"/>
              <a:ext cx="609019" cy="527817"/>
              <a:chOff x="5476875" y="3892550"/>
              <a:chExt cx="785812" cy="681038"/>
            </a:xfrm>
          </p:grpSpPr>
          <p:sp>
            <p:nvSpPr>
              <p:cNvPr id="67" name="Freeform 24"/>
              <p:cNvSpPr>
                <a:spLocks/>
              </p:cNvSpPr>
              <p:nvPr/>
            </p:nvSpPr>
            <p:spPr bwMode="auto">
              <a:xfrm>
                <a:off x="5502275" y="3900488"/>
                <a:ext cx="760412" cy="673100"/>
              </a:xfrm>
              <a:custGeom>
                <a:avLst/>
                <a:gdLst>
                  <a:gd name="T0" fmla="*/ 207 w 479"/>
                  <a:gd name="T1" fmla="*/ 424 h 424"/>
                  <a:gd name="T2" fmla="*/ 0 w 479"/>
                  <a:gd name="T3" fmla="*/ 256 h 424"/>
                  <a:gd name="T4" fmla="*/ 5 w 479"/>
                  <a:gd name="T5" fmla="*/ 19 h 424"/>
                  <a:gd name="T6" fmla="*/ 83 w 479"/>
                  <a:gd name="T7" fmla="*/ 12 h 424"/>
                  <a:gd name="T8" fmla="*/ 166 w 479"/>
                  <a:gd name="T9" fmla="*/ 102 h 424"/>
                  <a:gd name="T10" fmla="*/ 178 w 479"/>
                  <a:gd name="T11" fmla="*/ 90 h 424"/>
                  <a:gd name="T12" fmla="*/ 117 w 479"/>
                  <a:gd name="T13" fmla="*/ 28 h 424"/>
                  <a:gd name="T14" fmla="*/ 219 w 479"/>
                  <a:gd name="T15" fmla="*/ 0 h 424"/>
                  <a:gd name="T16" fmla="*/ 479 w 479"/>
                  <a:gd name="T17" fmla="*/ 220 h 424"/>
                  <a:gd name="T18" fmla="*/ 207 w 479"/>
                  <a:gd name="T19" fmla="*/ 424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9" h="424">
                    <a:moveTo>
                      <a:pt x="207" y="424"/>
                    </a:moveTo>
                    <a:lnTo>
                      <a:pt x="0" y="256"/>
                    </a:lnTo>
                    <a:lnTo>
                      <a:pt x="5" y="19"/>
                    </a:lnTo>
                    <a:lnTo>
                      <a:pt x="83" y="12"/>
                    </a:lnTo>
                    <a:lnTo>
                      <a:pt x="166" y="102"/>
                    </a:lnTo>
                    <a:lnTo>
                      <a:pt x="178" y="90"/>
                    </a:lnTo>
                    <a:lnTo>
                      <a:pt x="117" y="28"/>
                    </a:lnTo>
                    <a:lnTo>
                      <a:pt x="219" y="0"/>
                    </a:lnTo>
                    <a:lnTo>
                      <a:pt x="479" y="220"/>
                    </a:lnTo>
                    <a:lnTo>
                      <a:pt x="207" y="424"/>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8" name="Freeform 25"/>
              <p:cNvSpPr>
                <a:spLocks noEditPoints="1"/>
              </p:cNvSpPr>
              <p:nvPr/>
            </p:nvSpPr>
            <p:spPr bwMode="auto">
              <a:xfrm>
                <a:off x="5476875" y="3892550"/>
                <a:ext cx="173037" cy="431800"/>
              </a:xfrm>
              <a:custGeom>
                <a:avLst/>
                <a:gdLst>
                  <a:gd name="T0" fmla="*/ 25 w 46"/>
                  <a:gd name="T1" fmla="*/ 0 h 115"/>
                  <a:gd name="T2" fmla="*/ 42 w 46"/>
                  <a:gd name="T3" fmla="*/ 7 h 115"/>
                  <a:gd name="T4" fmla="*/ 46 w 46"/>
                  <a:gd name="T5" fmla="*/ 26 h 115"/>
                  <a:gd name="T6" fmla="*/ 46 w 46"/>
                  <a:gd name="T7" fmla="*/ 93 h 115"/>
                  <a:gd name="T8" fmla="*/ 40 w 46"/>
                  <a:gd name="T9" fmla="*/ 109 h 115"/>
                  <a:gd name="T10" fmla="*/ 24 w 46"/>
                  <a:gd name="T11" fmla="*/ 115 h 115"/>
                  <a:gd name="T12" fmla="*/ 3 w 46"/>
                  <a:gd name="T13" fmla="*/ 106 h 115"/>
                  <a:gd name="T14" fmla="*/ 0 w 46"/>
                  <a:gd name="T15" fmla="*/ 84 h 115"/>
                  <a:gd name="T16" fmla="*/ 0 w 46"/>
                  <a:gd name="T17" fmla="*/ 31 h 115"/>
                  <a:gd name="T18" fmla="*/ 4 w 46"/>
                  <a:gd name="T19" fmla="*/ 8 h 115"/>
                  <a:gd name="T20" fmla="*/ 25 w 46"/>
                  <a:gd name="T21" fmla="*/ 0 h 115"/>
                  <a:gd name="T22" fmla="*/ 23 w 46"/>
                  <a:gd name="T23" fmla="*/ 104 h 115"/>
                  <a:gd name="T24" fmla="*/ 33 w 46"/>
                  <a:gd name="T25" fmla="*/ 88 h 115"/>
                  <a:gd name="T26" fmla="*/ 33 w 46"/>
                  <a:gd name="T27" fmla="*/ 25 h 115"/>
                  <a:gd name="T28" fmla="*/ 24 w 46"/>
                  <a:gd name="T29" fmla="*/ 10 h 115"/>
                  <a:gd name="T30" fmla="*/ 13 w 46"/>
                  <a:gd name="T31" fmla="*/ 25 h 115"/>
                  <a:gd name="T32" fmla="*/ 13 w 46"/>
                  <a:gd name="T33" fmla="*/ 30 h 115"/>
                  <a:gd name="T34" fmla="*/ 13 w 46"/>
                  <a:gd name="T35" fmla="*/ 34 h 115"/>
                  <a:gd name="T36" fmla="*/ 13 w 46"/>
                  <a:gd name="T37" fmla="*/ 52 h 115"/>
                  <a:gd name="T38" fmla="*/ 13 w 46"/>
                  <a:gd name="T39" fmla="*/ 71 h 115"/>
                  <a:gd name="T40" fmla="*/ 13 w 46"/>
                  <a:gd name="T41" fmla="*/ 88 h 115"/>
                  <a:gd name="T42" fmla="*/ 23 w 46"/>
                  <a:gd name="T43" fmla="*/ 10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6" h="115">
                    <a:moveTo>
                      <a:pt x="25" y="0"/>
                    </a:moveTo>
                    <a:cubicBezTo>
                      <a:pt x="33" y="0"/>
                      <a:pt x="38" y="2"/>
                      <a:pt x="42" y="7"/>
                    </a:cubicBezTo>
                    <a:cubicBezTo>
                      <a:pt x="45" y="11"/>
                      <a:pt x="46" y="18"/>
                      <a:pt x="46" y="26"/>
                    </a:cubicBezTo>
                    <a:cubicBezTo>
                      <a:pt x="46" y="93"/>
                      <a:pt x="46" y="93"/>
                      <a:pt x="46" y="93"/>
                    </a:cubicBezTo>
                    <a:cubicBezTo>
                      <a:pt x="46" y="100"/>
                      <a:pt x="44" y="105"/>
                      <a:pt x="40" y="109"/>
                    </a:cubicBezTo>
                    <a:cubicBezTo>
                      <a:pt x="36" y="113"/>
                      <a:pt x="31" y="115"/>
                      <a:pt x="24" y="115"/>
                    </a:cubicBezTo>
                    <a:cubicBezTo>
                      <a:pt x="14" y="115"/>
                      <a:pt x="7" y="112"/>
                      <a:pt x="3" y="106"/>
                    </a:cubicBezTo>
                    <a:cubicBezTo>
                      <a:pt x="1" y="102"/>
                      <a:pt x="0" y="94"/>
                      <a:pt x="0" y="84"/>
                    </a:cubicBezTo>
                    <a:cubicBezTo>
                      <a:pt x="0" y="31"/>
                      <a:pt x="0" y="31"/>
                      <a:pt x="0" y="31"/>
                    </a:cubicBezTo>
                    <a:cubicBezTo>
                      <a:pt x="0" y="20"/>
                      <a:pt x="1" y="12"/>
                      <a:pt x="4" y="8"/>
                    </a:cubicBezTo>
                    <a:cubicBezTo>
                      <a:pt x="7" y="2"/>
                      <a:pt x="14" y="0"/>
                      <a:pt x="25" y="0"/>
                    </a:cubicBezTo>
                    <a:close/>
                    <a:moveTo>
                      <a:pt x="23" y="104"/>
                    </a:moveTo>
                    <a:cubicBezTo>
                      <a:pt x="30" y="104"/>
                      <a:pt x="33" y="98"/>
                      <a:pt x="33" y="88"/>
                    </a:cubicBezTo>
                    <a:cubicBezTo>
                      <a:pt x="33" y="25"/>
                      <a:pt x="33" y="25"/>
                      <a:pt x="33" y="25"/>
                    </a:cubicBezTo>
                    <a:cubicBezTo>
                      <a:pt x="33" y="15"/>
                      <a:pt x="30" y="10"/>
                      <a:pt x="24" y="10"/>
                    </a:cubicBezTo>
                    <a:cubicBezTo>
                      <a:pt x="17" y="10"/>
                      <a:pt x="13" y="15"/>
                      <a:pt x="13" y="25"/>
                    </a:cubicBezTo>
                    <a:cubicBezTo>
                      <a:pt x="13" y="30"/>
                      <a:pt x="13" y="30"/>
                      <a:pt x="13" y="30"/>
                    </a:cubicBezTo>
                    <a:cubicBezTo>
                      <a:pt x="13" y="34"/>
                      <a:pt x="13" y="34"/>
                      <a:pt x="13" y="34"/>
                    </a:cubicBezTo>
                    <a:cubicBezTo>
                      <a:pt x="13" y="52"/>
                      <a:pt x="13" y="52"/>
                      <a:pt x="13" y="52"/>
                    </a:cubicBezTo>
                    <a:cubicBezTo>
                      <a:pt x="13" y="71"/>
                      <a:pt x="13" y="71"/>
                      <a:pt x="13" y="71"/>
                    </a:cubicBezTo>
                    <a:cubicBezTo>
                      <a:pt x="13" y="88"/>
                      <a:pt x="13" y="88"/>
                      <a:pt x="13" y="88"/>
                    </a:cubicBezTo>
                    <a:cubicBezTo>
                      <a:pt x="13" y="98"/>
                      <a:pt x="17" y="104"/>
                      <a:pt x="23" y="104"/>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69" name="Freeform 30"/>
              <p:cNvSpPr>
                <a:spLocks/>
              </p:cNvSpPr>
              <p:nvPr/>
            </p:nvSpPr>
            <p:spPr bwMode="auto">
              <a:xfrm>
                <a:off x="5688013" y="3900488"/>
                <a:ext cx="161925" cy="417513"/>
              </a:xfrm>
              <a:custGeom>
                <a:avLst/>
                <a:gdLst>
                  <a:gd name="T0" fmla="*/ 0 w 43"/>
                  <a:gd name="T1" fmla="*/ 0 h 111"/>
                  <a:gd name="T2" fmla="*/ 43 w 43"/>
                  <a:gd name="T3" fmla="*/ 0 h 111"/>
                  <a:gd name="T4" fmla="*/ 43 w 43"/>
                  <a:gd name="T5" fmla="*/ 12 h 111"/>
                  <a:gd name="T6" fmla="*/ 29 w 43"/>
                  <a:gd name="T7" fmla="*/ 59 h 111"/>
                  <a:gd name="T8" fmla="*/ 23 w 43"/>
                  <a:gd name="T9" fmla="*/ 111 h 111"/>
                  <a:gd name="T10" fmla="*/ 6 w 43"/>
                  <a:gd name="T11" fmla="*/ 111 h 111"/>
                  <a:gd name="T12" fmla="*/ 6 w 43"/>
                  <a:gd name="T13" fmla="*/ 104 h 111"/>
                  <a:gd name="T14" fmla="*/ 10 w 43"/>
                  <a:gd name="T15" fmla="*/ 78 h 111"/>
                  <a:gd name="T16" fmla="*/ 17 w 43"/>
                  <a:gd name="T17" fmla="*/ 46 h 111"/>
                  <a:gd name="T18" fmla="*/ 30 w 43"/>
                  <a:gd name="T19" fmla="*/ 12 h 111"/>
                  <a:gd name="T20" fmla="*/ 0 w 43"/>
                  <a:gd name="T21" fmla="*/ 12 h 111"/>
                  <a:gd name="T22" fmla="*/ 0 w 43"/>
                  <a:gd name="T23"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3" h="111">
                    <a:moveTo>
                      <a:pt x="0" y="0"/>
                    </a:moveTo>
                    <a:cubicBezTo>
                      <a:pt x="43" y="0"/>
                      <a:pt x="43" y="0"/>
                      <a:pt x="43" y="0"/>
                    </a:cubicBezTo>
                    <a:cubicBezTo>
                      <a:pt x="43" y="12"/>
                      <a:pt x="43" y="12"/>
                      <a:pt x="43" y="12"/>
                    </a:cubicBezTo>
                    <a:cubicBezTo>
                      <a:pt x="37" y="29"/>
                      <a:pt x="32" y="45"/>
                      <a:pt x="29" y="59"/>
                    </a:cubicBezTo>
                    <a:cubicBezTo>
                      <a:pt x="25" y="77"/>
                      <a:pt x="23" y="94"/>
                      <a:pt x="23" y="111"/>
                    </a:cubicBezTo>
                    <a:cubicBezTo>
                      <a:pt x="6" y="111"/>
                      <a:pt x="6" y="111"/>
                      <a:pt x="6" y="111"/>
                    </a:cubicBezTo>
                    <a:cubicBezTo>
                      <a:pt x="6" y="104"/>
                      <a:pt x="6" y="104"/>
                      <a:pt x="6" y="104"/>
                    </a:cubicBezTo>
                    <a:cubicBezTo>
                      <a:pt x="6" y="100"/>
                      <a:pt x="8" y="91"/>
                      <a:pt x="10" y="78"/>
                    </a:cubicBezTo>
                    <a:cubicBezTo>
                      <a:pt x="12" y="65"/>
                      <a:pt x="14" y="55"/>
                      <a:pt x="17" y="46"/>
                    </a:cubicBezTo>
                    <a:cubicBezTo>
                      <a:pt x="20" y="38"/>
                      <a:pt x="24" y="26"/>
                      <a:pt x="30" y="12"/>
                    </a:cubicBezTo>
                    <a:cubicBezTo>
                      <a:pt x="0" y="12"/>
                      <a:pt x="0" y="12"/>
                      <a:pt x="0" y="12"/>
                    </a:cubicBezTo>
                    <a:lnTo>
                      <a:pt x="0" y="0"/>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51" name="组合 50"/>
            <p:cNvGrpSpPr>
              <a:grpSpLocks noChangeAspect="1"/>
            </p:cNvGrpSpPr>
            <p:nvPr/>
          </p:nvGrpSpPr>
          <p:grpSpPr>
            <a:xfrm>
              <a:off x="794644" y="1866134"/>
              <a:ext cx="586599" cy="527817"/>
              <a:chOff x="3390900" y="5110163"/>
              <a:chExt cx="760413" cy="684213"/>
            </a:xfrm>
          </p:grpSpPr>
          <p:sp>
            <p:nvSpPr>
              <p:cNvPr id="64" name="Freeform 31"/>
              <p:cNvSpPr>
                <a:spLocks/>
              </p:cNvSpPr>
              <p:nvPr/>
            </p:nvSpPr>
            <p:spPr bwMode="auto">
              <a:xfrm>
                <a:off x="3417888" y="5129213"/>
                <a:ext cx="733425" cy="665163"/>
              </a:xfrm>
              <a:custGeom>
                <a:avLst/>
                <a:gdLst>
                  <a:gd name="T0" fmla="*/ 206 w 462"/>
                  <a:gd name="T1" fmla="*/ 419 h 419"/>
                  <a:gd name="T2" fmla="*/ 0 w 462"/>
                  <a:gd name="T3" fmla="*/ 251 h 419"/>
                  <a:gd name="T4" fmla="*/ 5 w 462"/>
                  <a:gd name="T5" fmla="*/ 14 h 419"/>
                  <a:gd name="T6" fmla="*/ 83 w 462"/>
                  <a:gd name="T7" fmla="*/ 7 h 419"/>
                  <a:gd name="T8" fmla="*/ 130 w 462"/>
                  <a:gd name="T9" fmla="*/ 57 h 419"/>
                  <a:gd name="T10" fmla="*/ 144 w 462"/>
                  <a:gd name="T11" fmla="*/ 12 h 419"/>
                  <a:gd name="T12" fmla="*/ 204 w 462"/>
                  <a:gd name="T13" fmla="*/ 0 h 419"/>
                  <a:gd name="T14" fmla="*/ 462 w 462"/>
                  <a:gd name="T15" fmla="*/ 218 h 419"/>
                  <a:gd name="T16" fmla="*/ 206 w 462"/>
                  <a:gd name="T17" fmla="*/ 419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2" h="419">
                    <a:moveTo>
                      <a:pt x="206" y="419"/>
                    </a:moveTo>
                    <a:lnTo>
                      <a:pt x="0" y="251"/>
                    </a:lnTo>
                    <a:lnTo>
                      <a:pt x="5" y="14"/>
                    </a:lnTo>
                    <a:lnTo>
                      <a:pt x="83" y="7"/>
                    </a:lnTo>
                    <a:lnTo>
                      <a:pt x="130" y="57"/>
                    </a:lnTo>
                    <a:lnTo>
                      <a:pt x="144" y="12"/>
                    </a:lnTo>
                    <a:lnTo>
                      <a:pt x="204" y="0"/>
                    </a:lnTo>
                    <a:lnTo>
                      <a:pt x="462" y="218"/>
                    </a:lnTo>
                    <a:lnTo>
                      <a:pt x="206" y="419"/>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5" name="Freeform 32"/>
              <p:cNvSpPr>
                <a:spLocks noEditPoints="1"/>
              </p:cNvSpPr>
              <p:nvPr/>
            </p:nvSpPr>
            <p:spPr bwMode="auto">
              <a:xfrm>
                <a:off x="3390900" y="5110163"/>
                <a:ext cx="173037" cy="431800"/>
              </a:xfrm>
              <a:custGeom>
                <a:avLst/>
                <a:gdLst>
                  <a:gd name="T0" fmla="*/ 25 w 46"/>
                  <a:gd name="T1" fmla="*/ 0 h 115"/>
                  <a:gd name="T2" fmla="*/ 42 w 46"/>
                  <a:gd name="T3" fmla="*/ 8 h 115"/>
                  <a:gd name="T4" fmla="*/ 46 w 46"/>
                  <a:gd name="T5" fmla="*/ 27 h 115"/>
                  <a:gd name="T6" fmla="*/ 46 w 46"/>
                  <a:gd name="T7" fmla="*/ 93 h 115"/>
                  <a:gd name="T8" fmla="*/ 40 w 46"/>
                  <a:gd name="T9" fmla="*/ 109 h 115"/>
                  <a:gd name="T10" fmla="*/ 24 w 46"/>
                  <a:gd name="T11" fmla="*/ 115 h 115"/>
                  <a:gd name="T12" fmla="*/ 4 w 46"/>
                  <a:gd name="T13" fmla="*/ 107 h 115"/>
                  <a:gd name="T14" fmla="*/ 0 w 46"/>
                  <a:gd name="T15" fmla="*/ 84 h 115"/>
                  <a:gd name="T16" fmla="*/ 0 w 46"/>
                  <a:gd name="T17" fmla="*/ 32 h 115"/>
                  <a:gd name="T18" fmla="*/ 4 w 46"/>
                  <a:gd name="T19" fmla="*/ 9 h 115"/>
                  <a:gd name="T20" fmla="*/ 25 w 46"/>
                  <a:gd name="T21" fmla="*/ 0 h 115"/>
                  <a:gd name="T22" fmla="*/ 24 w 46"/>
                  <a:gd name="T23" fmla="*/ 104 h 115"/>
                  <a:gd name="T24" fmla="*/ 33 w 46"/>
                  <a:gd name="T25" fmla="*/ 88 h 115"/>
                  <a:gd name="T26" fmla="*/ 33 w 46"/>
                  <a:gd name="T27" fmla="*/ 25 h 115"/>
                  <a:gd name="T28" fmla="*/ 24 w 46"/>
                  <a:gd name="T29" fmla="*/ 11 h 115"/>
                  <a:gd name="T30" fmla="*/ 13 w 46"/>
                  <a:gd name="T31" fmla="*/ 26 h 115"/>
                  <a:gd name="T32" fmla="*/ 13 w 46"/>
                  <a:gd name="T33" fmla="*/ 30 h 115"/>
                  <a:gd name="T34" fmla="*/ 13 w 46"/>
                  <a:gd name="T35" fmla="*/ 35 h 115"/>
                  <a:gd name="T36" fmla="*/ 13 w 46"/>
                  <a:gd name="T37" fmla="*/ 53 h 115"/>
                  <a:gd name="T38" fmla="*/ 13 w 46"/>
                  <a:gd name="T39" fmla="*/ 71 h 115"/>
                  <a:gd name="T40" fmla="*/ 13 w 46"/>
                  <a:gd name="T41" fmla="*/ 88 h 115"/>
                  <a:gd name="T42" fmla="*/ 24 w 46"/>
                  <a:gd name="T43" fmla="*/ 10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6" h="115">
                    <a:moveTo>
                      <a:pt x="25" y="0"/>
                    </a:moveTo>
                    <a:cubicBezTo>
                      <a:pt x="33" y="0"/>
                      <a:pt x="39" y="3"/>
                      <a:pt x="42" y="8"/>
                    </a:cubicBezTo>
                    <a:cubicBezTo>
                      <a:pt x="45" y="12"/>
                      <a:pt x="46" y="18"/>
                      <a:pt x="46" y="27"/>
                    </a:cubicBezTo>
                    <a:cubicBezTo>
                      <a:pt x="46" y="93"/>
                      <a:pt x="46" y="93"/>
                      <a:pt x="46" y="93"/>
                    </a:cubicBezTo>
                    <a:cubicBezTo>
                      <a:pt x="46" y="100"/>
                      <a:pt x="44" y="106"/>
                      <a:pt x="40" y="109"/>
                    </a:cubicBezTo>
                    <a:cubicBezTo>
                      <a:pt x="36" y="113"/>
                      <a:pt x="31" y="115"/>
                      <a:pt x="24" y="115"/>
                    </a:cubicBezTo>
                    <a:cubicBezTo>
                      <a:pt x="14" y="115"/>
                      <a:pt x="7" y="112"/>
                      <a:pt x="4" y="107"/>
                    </a:cubicBezTo>
                    <a:cubicBezTo>
                      <a:pt x="1" y="102"/>
                      <a:pt x="0" y="95"/>
                      <a:pt x="0" y="84"/>
                    </a:cubicBezTo>
                    <a:cubicBezTo>
                      <a:pt x="0" y="32"/>
                      <a:pt x="0" y="32"/>
                      <a:pt x="0" y="32"/>
                    </a:cubicBezTo>
                    <a:cubicBezTo>
                      <a:pt x="0" y="21"/>
                      <a:pt x="1" y="13"/>
                      <a:pt x="4" y="9"/>
                    </a:cubicBezTo>
                    <a:cubicBezTo>
                      <a:pt x="8" y="3"/>
                      <a:pt x="15" y="0"/>
                      <a:pt x="25" y="0"/>
                    </a:cubicBezTo>
                    <a:close/>
                    <a:moveTo>
                      <a:pt x="24" y="104"/>
                    </a:moveTo>
                    <a:cubicBezTo>
                      <a:pt x="30" y="104"/>
                      <a:pt x="33" y="99"/>
                      <a:pt x="33" y="88"/>
                    </a:cubicBezTo>
                    <a:cubicBezTo>
                      <a:pt x="33" y="25"/>
                      <a:pt x="33" y="25"/>
                      <a:pt x="33" y="25"/>
                    </a:cubicBezTo>
                    <a:cubicBezTo>
                      <a:pt x="33" y="16"/>
                      <a:pt x="30" y="11"/>
                      <a:pt x="24" y="11"/>
                    </a:cubicBezTo>
                    <a:cubicBezTo>
                      <a:pt x="17" y="11"/>
                      <a:pt x="13" y="16"/>
                      <a:pt x="13" y="26"/>
                    </a:cubicBezTo>
                    <a:cubicBezTo>
                      <a:pt x="13" y="30"/>
                      <a:pt x="13" y="30"/>
                      <a:pt x="13" y="30"/>
                    </a:cubicBezTo>
                    <a:cubicBezTo>
                      <a:pt x="13" y="35"/>
                      <a:pt x="13" y="35"/>
                      <a:pt x="13" y="35"/>
                    </a:cubicBezTo>
                    <a:cubicBezTo>
                      <a:pt x="13" y="53"/>
                      <a:pt x="13" y="53"/>
                      <a:pt x="13" y="53"/>
                    </a:cubicBezTo>
                    <a:cubicBezTo>
                      <a:pt x="13" y="71"/>
                      <a:pt x="13" y="71"/>
                      <a:pt x="13" y="71"/>
                    </a:cubicBezTo>
                    <a:cubicBezTo>
                      <a:pt x="13" y="88"/>
                      <a:pt x="13" y="88"/>
                      <a:pt x="13" y="88"/>
                    </a:cubicBezTo>
                    <a:cubicBezTo>
                      <a:pt x="13" y="99"/>
                      <a:pt x="17" y="104"/>
                      <a:pt x="24" y="104"/>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66" name="Freeform 33"/>
              <p:cNvSpPr>
                <a:spLocks noEditPoints="1"/>
              </p:cNvSpPr>
              <p:nvPr/>
            </p:nvSpPr>
            <p:spPr bwMode="auto">
              <a:xfrm>
                <a:off x="3598863" y="5113338"/>
                <a:ext cx="173037" cy="433388"/>
              </a:xfrm>
              <a:custGeom>
                <a:avLst/>
                <a:gdLst>
                  <a:gd name="T0" fmla="*/ 1 w 46"/>
                  <a:gd name="T1" fmla="*/ 30 h 115"/>
                  <a:gd name="T2" fmla="*/ 5 w 46"/>
                  <a:gd name="T3" fmla="*/ 9 h 115"/>
                  <a:gd name="T4" fmla="*/ 24 w 46"/>
                  <a:gd name="T5" fmla="*/ 0 h 115"/>
                  <a:gd name="T6" fmla="*/ 43 w 46"/>
                  <a:gd name="T7" fmla="*/ 9 h 115"/>
                  <a:gd name="T8" fmla="*/ 46 w 46"/>
                  <a:gd name="T9" fmla="*/ 31 h 115"/>
                  <a:gd name="T10" fmla="*/ 44 w 46"/>
                  <a:gd name="T11" fmla="*/ 45 h 115"/>
                  <a:gd name="T12" fmla="*/ 33 w 46"/>
                  <a:gd name="T13" fmla="*/ 54 h 115"/>
                  <a:gd name="T14" fmla="*/ 43 w 46"/>
                  <a:gd name="T15" fmla="*/ 62 h 115"/>
                  <a:gd name="T16" fmla="*/ 46 w 46"/>
                  <a:gd name="T17" fmla="*/ 75 h 115"/>
                  <a:gd name="T18" fmla="*/ 46 w 46"/>
                  <a:gd name="T19" fmla="*/ 79 h 115"/>
                  <a:gd name="T20" fmla="*/ 46 w 46"/>
                  <a:gd name="T21" fmla="*/ 84 h 115"/>
                  <a:gd name="T22" fmla="*/ 42 w 46"/>
                  <a:gd name="T23" fmla="*/ 106 h 115"/>
                  <a:gd name="T24" fmla="*/ 22 w 46"/>
                  <a:gd name="T25" fmla="*/ 115 h 115"/>
                  <a:gd name="T26" fmla="*/ 2 w 46"/>
                  <a:gd name="T27" fmla="*/ 103 h 115"/>
                  <a:gd name="T28" fmla="*/ 0 w 46"/>
                  <a:gd name="T29" fmla="*/ 78 h 115"/>
                  <a:gd name="T30" fmla="*/ 2 w 46"/>
                  <a:gd name="T31" fmla="*/ 63 h 115"/>
                  <a:gd name="T32" fmla="*/ 13 w 46"/>
                  <a:gd name="T33" fmla="*/ 54 h 115"/>
                  <a:gd name="T34" fmla="*/ 3 w 46"/>
                  <a:gd name="T35" fmla="*/ 45 h 115"/>
                  <a:gd name="T36" fmla="*/ 1 w 46"/>
                  <a:gd name="T37" fmla="*/ 30 h 115"/>
                  <a:gd name="T38" fmla="*/ 22 w 46"/>
                  <a:gd name="T39" fmla="*/ 104 h 115"/>
                  <a:gd name="T40" fmla="*/ 33 w 46"/>
                  <a:gd name="T41" fmla="*/ 88 h 115"/>
                  <a:gd name="T42" fmla="*/ 33 w 46"/>
                  <a:gd name="T43" fmla="*/ 81 h 115"/>
                  <a:gd name="T44" fmla="*/ 33 w 46"/>
                  <a:gd name="T45" fmla="*/ 73 h 115"/>
                  <a:gd name="T46" fmla="*/ 23 w 46"/>
                  <a:gd name="T47" fmla="*/ 60 h 115"/>
                  <a:gd name="T48" fmla="*/ 13 w 46"/>
                  <a:gd name="T49" fmla="*/ 72 h 115"/>
                  <a:gd name="T50" fmla="*/ 13 w 46"/>
                  <a:gd name="T51" fmla="*/ 91 h 115"/>
                  <a:gd name="T52" fmla="*/ 22 w 46"/>
                  <a:gd name="T53" fmla="*/ 104 h 115"/>
                  <a:gd name="T54" fmla="*/ 23 w 46"/>
                  <a:gd name="T55" fmla="*/ 48 h 115"/>
                  <a:gd name="T56" fmla="*/ 33 w 46"/>
                  <a:gd name="T57" fmla="*/ 35 h 115"/>
                  <a:gd name="T58" fmla="*/ 33 w 46"/>
                  <a:gd name="T59" fmla="*/ 31 h 115"/>
                  <a:gd name="T60" fmla="*/ 33 w 46"/>
                  <a:gd name="T61" fmla="*/ 26 h 115"/>
                  <a:gd name="T62" fmla="*/ 33 w 46"/>
                  <a:gd name="T63" fmla="*/ 25 h 115"/>
                  <a:gd name="T64" fmla="*/ 32 w 46"/>
                  <a:gd name="T65" fmla="*/ 16 h 115"/>
                  <a:gd name="T66" fmla="*/ 25 w 46"/>
                  <a:gd name="T67" fmla="*/ 11 h 115"/>
                  <a:gd name="T68" fmla="*/ 16 w 46"/>
                  <a:gd name="T69" fmla="*/ 14 h 115"/>
                  <a:gd name="T70" fmla="*/ 15 w 46"/>
                  <a:gd name="T71" fmla="*/ 23 h 115"/>
                  <a:gd name="T72" fmla="*/ 15 w 46"/>
                  <a:gd name="T73" fmla="*/ 37 h 115"/>
                  <a:gd name="T74" fmla="*/ 23 w 46"/>
                  <a:gd name="T75" fmla="*/ 48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6" h="115">
                    <a:moveTo>
                      <a:pt x="1" y="30"/>
                    </a:moveTo>
                    <a:cubicBezTo>
                      <a:pt x="1" y="21"/>
                      <a:pt x="3" y="14"/>
                      <a:pt x="5" y="9"/>
                    </a:cubicBezTo>
                    <a:cubicBezTo>
                      <a:pt x="8" y="3"/>
                      <a:pt x="14" y="0"/>
                      <a:pt x="24" y="0"/>
                    </a:cubicBezTo>
                    <a:cubicBezTo>
                      <a:pt x="33" y="0"/>
                      <a:pt x="39" y="3"/>
                      <a:pt x="43" y="9"/>
                    </a:cubicBezTo>
                    <a:cubicBezTo>
                      <a:pt x="45" y="13"/>
                      <a:pt x="46" y="20"/>
                      <a:pt x="46" y="31"/>
                    </a:cubicBezTo>
                    <a:cubicBezTo>
                      <a:pt x="46" y="37"/>
                      <a:pt x="45" y="42"/>
                      <a:pt x="44" y="45"/>
                    </a:cubicBezTo>
                    <a:cubicBezTo>
                      <a:pt x="42" y="50"/>
                      <a:pt x="39" y="53"/>
                      <a:pt x="33" y="54"/>
                    </a:cubicBezTo>
                    <a:cubicBezTo>
                      <a:pt x="38" y="56"/>
                      <a:pt x="41" y="58"/>
                      <a:pt x="43" y="62"/>
                    </a:cubicBezTo>
                    <a:cubicBezTo>
                      <a:pt x="45" y="65"/>
                      <a:pt x="46" y="69"/>
                      <a:pt x="46" y="75"/>
                    </a:cubicBezTo>
                    <a:cubicBezTo>
                      <a:pt x="46" y="79"/>
                      <a:pt x="46" y="79"/>
                      <a:pt x="46" y="79"/>
                    </a:cubicBezTo>
                    <a:cubicBezTo>
                      <a:pt x="46" y="84"/>
                      <a:pt x="46" y="84"/>
                      <a:pt x="46" y="84"/>
                    </a:cubicBezTo>
                    <a:cubicBezTo>
                      <a:pt x="46" y="95"/>
                      <a:pt x="45" y="102"/>
                      <a:pt x="42" y="106"/>
                    </a:cubicBezTo>
                    <a:cubicBezTo>
                      <a:pt x="39" y="112"/>
                      <a:pt x="32" y="115"/>
                      <a:pt x="22" y="115"/>
                    </a:cubicBezTo>
                    <a:cubicBezTo>
                      <a:pt x="12" y="115"/>
                      <a:pt x="5" y="111"/>
                      <a:pt x="2" y="103"/>
                    </a:cubicBezTo>
                    <a:cubicBezTo>
                      <a:pt x="0" y="99"/>
                      <a:pt x="0" y="91"/>
                      <a:pt x="0" y="78"/>
                    </a:cubicBezTo>
                    <a:cubicBezTo>
                      <a:pt x="0" y="71"/>
                      <a:pt x="0" y="66"/>
                      <a:pt x="2" y="63"/>
                    </a:cubicBezTo>
                    <a:cubicBezTo>
                      <a:pt x="4" y="59"/>
                      <a:pt x="7" y="56"/>
                      <a:pt x="13" y="54"/>
                    </a:cubicBezTo>
                    <a:cubicBezTo>
                      <a:pt x="8" y="53"/>
                      <a:pt x="5" y="50"/>
                      <a:pt x="3" y="45"/>
                    </a:cubicBezTo>
                    <a:cubicBezTo>
                      <a:pt x="2" y="42"/>
                      <a:pt x="1" y="38"/>
                      <a:pt x="1" y="30"/>
                    </a:cubicBezTo>
                    <a:close/>
                    <a:moveTo>
                      <a:pt x="22" y="104"/>
                    </a:moveTo>
                    <a:cubicBezTo>
                      <a:pt x="29" y="104"/>
                      <a:pt x="33" y="98"/>
                      <a:pt x="33" y="88"/>
                    </a:cubicBezTo>
                    <a:cubicBezTo>
                      <a:pt x="33" y="81"/>
                      <a:pt x="33" y="81"/>
                      <a:pt x="33" y="81"/>
                    </a:cubicBezTo>
                    <a:cubicBezTo>
                      <a:pt x="33" y="73"/>
                      <a:pt x="33" y="73"/>
                      <a:pt x="33" y="73"/>
                    </a:cubicBezTo>
                    <a:cubicBezTo>
                      <a:pt x="33" y="65"/>
                      <a:pt x="30" y="60"/>
                      <a:pt x="23" y="60"/>
                    </a:cubicBezTo>
                    <a:cubicBezTo>
                      <a:pt x="17" y="60"/>
                      <a:pt x="13" y="64"/>
                      <a:pt x="13" y="72"/>
                    </a:cubicBezTo>
                    <a:cubicBezTo>
                      <a:pt x="13" y="91"/>
                      <a:pt x="13" y="91"/>
                      <a:pt x="13" y="91"/>
                    </a:cubicBezTo>
                    <a:cubicBezTo>
                      <a:pt x="13" y="99"/>
                      <a:pt x="16" y="104"/>
                      <a:pt x="22" y="104"/>
                    </a:cubicBezTo>
                    <a:close/>
                    <a:moveTo>
                      <a:pt x="23" y="48"/>
                    </a:moveTo>
                    <a:cubicBezTo>
                      <a:pt x="29" y="48"/>
                      <a:pt x="33" y="44"/>
                      <a:pt x="33" y="35"/>
                    </a:cubicBezTo>
                    <a:cubicBezTo>
                      <a:pt x="33" y="31"/>
                      <a:pt x="33" y="31"/>
                      <a:pt x="33" y="31"/>
                    </a:cubicBezTo>
                    <a:cubicBezTo>
                      <a:pt x="33" y="26"/>
                      <a:pt x="33" y="26"/>
                      <a:pt x="33" y="26"/>
                    </a:cubicBezTo>
                    <a:cubicBezTo>
                      <a:pt x="33" y="25"/>
                      <a:pt x="33" y="25"/>
                      <a:pt x="33" y="25"/>
                    </a:cubicBezTo>
                    <a:cubicBezTo>
                      <a:pt x="33" y="20"/>
                      <a:pt x="32" y="18"/>
                      <a:pt x="32" y="16"/>
                    </a:cubicBezTo>
                    <a:cubicBezTo>
                      <a:pt x="31" y="13"/>
                      <a:pt x="28" y="11"/>
                      <a:pt x="25" y="11"/>
                    </a:cubicBezTo>
                    <a:cubicBezTo>
                      <a:pt x="21" y="11"/>
                      <a:pt x="18" y="12"/>
                      <a:pt x="16" y="14"/>
                    </a:cubicBezTo>
                    <a:cubicBezTo>
                      <a:pt x="15" y="16"/>
                      <a:pt x="15" y="19"/>
                      <a:pt x="15" y="23"/>
                    </a:cubicBezTo>
                    <a:cubicBezTo>
                      <a:pt x="15" y="37"/>
                      <a:pt x="15" y="37"/>
                      <a:pt x="15" y="37"/>
                    </a:cubicBezTo>
                    <a:cubicBezTo>
                      <a:pt x="15" y="44"/>
                      <a:pt x="18" y="48"/>
                      <a:pt x="23" y="48"/>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52" name="组合 51"/>
            <p:cNvGrpSpPr/>
            <p:nvPr/>
          </p:nvGrpSpPr>
          <p:grpSpPr>
            <a:xfrm>
              <a:off x="4048873" y="1876455"/>
              <a:ext cx="586319" cy="528051"/>
              <a:chOff x="952501" y="6013451"/>
              <a:chExt cx="511175" cy="460375"/>
            </a:xfrm>
          </p:grpSpPr>
          <p:sp>
            <p:nvSpPr>
              <p:cNvPr id="61" name="Freeform 58"/>
              <p:cNvSpPr>
                <a:spLocks/>
              </p:cNvSpPr>
              <p:nvPr/>
            </p:nvSpPr>
            <p:spPr bwMode="auto">
              <a:xfrm>
                <a:off x="971551" y="6021388"/>
                <a:ext cx="492125" cy="452438"/>
              </a:xfrm>
              <a:custGeom>
                <a:avLst/>
                <a:gdLst>
                  <a:gd name="T0" fmla="*/ 137 w 310"/>
                  <a:gd name="T1" fmla="*/ 285 h 285"/>
                  <a:gd name="T2" fmla="*/ 0 w 310"/>
                  <a:gd name="T3" fmla="*/ 171 h 285"/>
                  <a:gd name="T4" fmla="*/ 2 w 310"/>
                  <a:gd name="T5" fmla="*/ 12 h 285"/>
                  <a:gd name="T6" fmla="*/ 54 w 310"/>
                  <a:gd name="T7" fmla="*/ 7 h 285"/>
                  <a:gd name="T8" fmla="*/ 87 w 310"/>
                  <a:gd name="T9" fmla="*/ 40 h 285"/>
                  <a:gd name="T10" fmla="*/ 97 w 310"/>
                  <a:gd name="T11" fmla="*/ 7 h 285"/>
                  <a:gd name="T12" fmla="*/ 137 w 310"/>
                  <a:gd name="T13" fmla="*/ 0 h 285"/>
                  <a:gd name="T14" fmla="*/ 310 w 310"/>
                  <a:gd name="T15" fmla="*/ 150 h 285"/>
                  <a:gd name="T16" fmla="*/ 137 w 310"/>
                  <a:gd name="T17" fmla="*/ 285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0" h="285">
                    <a:moveTo>
                      <a:pt x="137" y="285"/>
                    </a:moveTo>
                    <a:lnTo>
                      <a:pt x="0" y="171"/>
                    </a:lnTo>
                    <a:lnTo>
                      <a:pt x="2" y="12"/>
                    </a:lnTo>
                    <a:lnTo>
                      <a:pt x="54" y="7"/>
                    </a:lnTo>
                    <a:lnTo>
                      <a:pt x="87" y="40"/>
                    </a:lnTo>
                    <a:lnTo>
                      <a:pt x="97" y="7"/>
                    </a:lnTo>
                    <a:lnTo>
                      <a:pt x="137" y="0"/>
                    </a:lnTo>
                    <a:lnTo>
                      <a:pt x="310" y="150"/>
                    </a:lnTo>
                    <a:lnTo>
                      <a:pt x="137" y="285"/>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2" name="Freeform 59"/>
              <p:cNvSpPr>
                <a:spLocks noEditPoints="1"/>
              </p:cNvSpPr>
              <p:nvPr/>
            </p:nvSpPr>
            <p:spPr bwMode="auto">
              <a:xfrm>
                <a:off x="952501" y="6013451"/>
                <a:ext cx="115888" cy="290513"/>
              </a:xfrm>
              <a:custGeom>
                <a:avLst/>
                <a:gdLst>
                  <a:gd name="T0" fmla="*/ 17 w 31"/>
                  <a:gd name="T1" fmla="*/ 0 h 77"/>
                  <a:gd name="T2" fmla="*/ 28 w 31"/>
                  <a:gd name="T3" fmla="*/ 5 h 77"/>
                  <a:gd name="T4" fmla="*/ 31 w 31"/>
                  <a:gd name="T5" fmla="*/ 18 h 77"/>
                  <a:gd name="T6" fmla="*/ 31 w 31"/>
                  <a:gd name="T7" fmla="*/ 62 h 77"/>
                  <a:gd name="T8" fmla="*/ 27 w 31"/>
                  <a:gd name="T9" fmla="*/ 73 h 77"/>
                  <a:gd name="T10" fmla="*/ 16 w 31"/>
                  <a:gd name="T11" fmla="*/ 77 h 77"/>
                  <a:gd name="T12" fmla="*/ 3 w 31"/>
                  <a:gd name="T13" fmla="*/ 71 h 77"/>
                  <a:gd name="T14" fmla="*/ 0 w 31"/>
                  <a:gd name="T15" fmla="*/ 56 h 77"/>
                  <a:gd name="T16" fmla="*/ 0 w 31"/>
                  <a:gd name="T17" fmla="*/ 21 h 77"/>
                  <a:gd name="T18" fmla="*/ 3 w 31"/>
                  <a:gd name="T19" fmla="*/ 5 h 77"/>
                  <a:gd name="T20" fmla="*/ 17 w 31"/>
                  <a:gd name="T21" fmla="*/ 0 h 77"/>
                  <a:gd name="T22" fmla="*/ 16 w 31"/>
                  <a:gd name="T23" fmla="*/ 70 h 77"/>
                  <a:gd name="T24" fmla="*/ 22 w 31"/>
                  <a:gd name="T25" fmla="*/ 59 h 77"/>
                  <a:gd name="T26" fmla="*/ 22 w 31"/>
                  <a:gd name="T27" fmla="*/ 17 h 77"/>
                  <a:gd name="T28" fmla="*/ 16 w 31"/>
                  <a:gd name="T29" fmla="*/ 7 h 77"/>
                  <a:gd name="T30" fmla="*/ 9 w 31"/>
                  <a:gd name="T31" fmla="*/ 17 h 77"/>
                  <a:gd name="T32" fmla="*/ 9 w 31"/>
                  <a:gd name="T33" fmla="*/ 20 h 77"/>
                  <a:gd name="T34" fmla="*/ 9 w 31"/>
                  <a:gd name="T35" fmla="*/ 23 h 77"/>
                  <a:gd name="T36" fmla="*/ 9 w 31"/>
                  <a:gd name="T37" fmla="*/ 35 h 77"/>
                  <a:gd name="T38" fmla="*/ 9 w 31"/>
                  <a:gd name="T39" fmla="*/ 48 h 77"/>
                  <a:gd name="T40" fmla="*/ 9 w 31"/>
                  <a:gd name="T41" fmla="*/ 59 h 77"/>
                  <a:gd name="T42" fmla="*/ 16 w 31"/>
                  <a:gd name="T43" fmla="*/ 7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77">
                    <a:moveTo>
                      <a:pt x="17" y="0"/>
                    </a:moveTo>
                    <a:cubicBezTo>
                      <a:pt x="22" y="0"/>
                      <a:pt x="26" y="1"/>
                      <a:pt x="28" y="5"/>
                    </a:cubicBezTo>
                    <a:cubicBezTo>
                      <a:pt x="30" y="8"/>
                      <a:pt x="31" y="12"/>
                      <a:pt x="31" y="18"/>
                    </a:cubicBezTo>
                    <a:cubicBezTo>
                      <a:pt x="31" y="62"/>
                      <a:pt x="31" y="62"/>
                      <a:pt x="31" y="62"/>
                    </a:cubicBezTo>
                    <a:cubicBezTo>
                      <a:pt x="31" y="67"/>
                      <a:pt x="30" y="71"/>
                      <a:pt x="27" y="73"/>
                    </a:cubicBezTo>
                    <a:cubicBezTo>
                      <a:pt x="25" y="76"/>
                      <a:pt x="21" y="77"/>
                      <a:pt x="16" y="77"/>
                    </a:cubicBezTo>
                    <a:cubicBezTo>
                      <a:pt x="9" y="77"/>
                      <a:pt x="5" y="75"/>
                      <a:pt x="3" y="71"/>
                    </a:cubicBezTo>
                    <a:cubicBezTo>
                      <a:pt x="1" y="69"/>
                      <a:pt x="0" y="64"/>
                      <a:pt x="0" y="56"/>
                    </a:cubicBezTo>
                    <a:cubicBezTo>
                      <a:pt x="0" y="21"/>
                      <a:pt x="0" y="21"/>
                      <a:pt x="0" y="21"/>
                    </a:cubicBezTo>
                    <a:cubicBezTo>
                      <a:pt x="0" y="13"/>
                      <a:pt x="1" y="8"/>
                      <a:pt x="3" y="5"/>
                    </a:cubicBezTo>
                    <a:cubicBezTo>
                      <a:pt x="5" y="2"/>
                      <a:pt x="10" y="0"/>
                      <a:pt x="17" y="0"/>
                    </a:cubicBezTo>
                    <a:close/>
                    <a:moveTo>
                      <a:pt x="16" y="70"/>
                    </a:moveTo>
                    <a:cubicBezTo>
                      <a:pt x="20" y="70"/>
                      <a:pt x="22" y="66"/>
                      <a:pt x="22" y="59"/>
                    </a:cubicBezTo>
                    <a:cubicBezTo>
                      <a:pt x="22" y="17"/>
                      <a:pt x="22" y="17"/>
                      <a:pt x="22" y="17"/>
                    </a:cubicBezTo>
                    <a:cubicBezTo>
                      <a:pt x="22" y="10"/>
                      <a:pt x="20" y="7"/>
                      <a:pt x="16" y="7"/>
                    </a:cubicBezTo>
                    <a:cubicBezTo>
                      <a:pt x="11" y="7"/>
                      <a:pt x="9" y="10"/>
                      <a:pt x="9" y="17"/>
                    </a:cubicBezTo>
                    <a:cubicBezTo>
                      <a:pt x="9" y="20"/>
                      <a:pt x="9" y="20"/>
                      <a:pt x="9" y="20"/>
                    </a:cubicBezTo>
                    <a:cubicBezTo>
                      <a:pt x="9" y="23"/>
                      <a:pt x="9" y="23"/>
                      <a:pt x="9" y="23"/>
                    </a:cubicBezTo>
                    <a:cubicBezTo>
                      <a:pt x="9" y="35"/>
                      <a:pt x="9" y="35"/>
                      <a:pt x="9" y="35"/>
                    </a:cubicBezTo>
                    <a:cubicBezTo>
                      <a:pt x="9" y="48"/>
                      <a:pt x="9" y="48"/>
                      <a:pt x="9" y="48"/>
                    </a:cubicBezTo>
                    <a:cubicBezTo>
                      <a:pt x="9" y="59"/>
                      <a:pt x="9" y="59"/>
                      <a:pt x="9" y="59"/>
                    </a:cubicBezTo>
                    <a:cubicBezTo>
                      <a:pt x="9" y="66"/>
                      <a:pt x="11" y="70"/>
                      <a:pt x="16" y="70"/>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63" name="Freeform 60"/>
              <p:cNvSpPr>
                <a:spLocks/>
              </p:cNvSpPr>
              <p:nvPr/>
            </p:nvSpPr>
            <p:spPr bwMode="auto">
              <a:xfrm>
                <a:off x="1090613" y="6013451"/>
                <a:ext cx="117475" cy="290513"/>
              </a:xfrm>
              <a:custGeom>
                <a:avLst/>
                <a:gdLst>
                  <a:gd name="T0" fmla="*/ 0 w 31"/>
                  <a:gd name="T1" fmla="*/ 16 h 77"/>
                  <a:gd name="T2" fmla="*/ 4 w 31"/>
                  <a:gd name="T3" fmla="*/ 4 h 77"/>
                  <a:gd name="T4" fmla="*/ 16 w 31"/>
                  <a:gd name="T5" fmla="*/ 0 h 77"/>
                  <a:gd name="T6" fmla="*/ 29 w 31"/>
                  <a:gd name="T7" fmla="*/ 6 h 77"/>
                  <a:gd name="T8" fmla="*/ 31 w 31"/>
                  <a:gd name="T9" fmla="*/ 22 h 77"/>
                  <a:gd name="T10" fmla="*/ 30 w 31"/>
                  <a:gd name="T11" fmla="*/ 30 h 77"/>
                  <a:gd name="T12" fmla="*/ 27 w 31"/>
                  <a:gd name="T13" fmla="*/ 38 h 77"/>
                  <a:gd name="T14" fmla="*/ 18 w 31"/>
                  <a:gd name="T15" fmla="*/ 52 h 77"/>
                  <a:gd name="T16" fmla="*/ 11 w 31"/>
                  <a:gd name="T17" fmla="*/ 68 h 77"/>
                  <a:gd name="T18" fmla="*/ 31 w 31"/>
                  <a:gd name="T19" fmla="*/ 68 h 77"/>
                  <a:gd name="T20" fmla="*/ 31 w 31"/>
                  <a:gd name="T21" fmla="*/ 76 h 77"/>
                  <a:gd name="T22" fmla="*/ 8 w 31"/>
                  <a:gd name="T23" fmla="*/ 77 h 77"/>
                  <a:gd name="T24" fmla="*/ 0 w 31"/>
                  <a:gd name="T25" fmla="*/ 76 h 77"/>
                  <a:gd name="T26" fmla="*/ 0 w 31"/>
                  <a:gd name="T27" fmla="*/ 76 h 77"/>
                  <a:gd name="T28" fmla="*/ 5 w 31"/>
                  <a:gd name="T29" fmla="*/ 55 h 77"/>
                  <a:gd name="T30" fmla="*/ 17 w 31"/>
                  <a:gd name="T31" fmla="*/ 37 h 77"/>
                  <a:gd name="T32" fmla="*/ 21 w 31"/>
                  <a:gd name="T33" fmla="*/ 20 h 77"/>
                  <a:gd name="T34" fmla="*/ 21 w 31"/>
                  <a:gd name="T35" fmla="*/ 19 h 77"/>
                  <a:gd name="T36" fmla="*/ 21 w 31"/>
                  <a:gd name="T37" fmla="*/ 17 h 77"/>
                  <a:gd name="T38" fmla="*/ 21 w 31"/>
                  <a:gd name="T39" fmla="*/ 12 h 77"/>
                  <a:gd name="T40" fmla="*/ 15 w 31"/>
                  <a:gd name="T41" fmla="*/ 7 h 77"/>
                  <a:gd name="T42" fmla="*/ 10 w 31"/>
                  <a:gd name="T43" fmla="*/ 16 h 77"/>
                  <a:gd name="T44" fmla="*/ 10 w 31"/>
                  <a:gd name="T45" fmla="*/ 19 h 77"/>
                  <a:gd name="T46" fmla="*/ 10 w 31"/>
                  <a:gd name="T47" fmla="*/ 21 h 77"/>
                  <a:gd name="T48" fmla="*/ 10 w 31"/>
                  <a:gd name="T49" fmla="*/ 23 h 77"/>
                  <a:gd name="T50" fmla="*/ 10 w 31"/>
                  <a:gd name="T51" fmla="*/ 26 h 77"/>
                  <a:gd name="T52" fmla="*/ 0 w 31"/>
                  <a:gd name="T53" fmla="*/ 26 h 77"/>
                  <a:gd name="T54" fmla="*/ 0 w 31"/>
                  <a:gd name="T55" fmla="*/ 1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1" h="77">
                    <a:moveTo>
                      <a:pt x="0" y="16"/>
                    </a:moveTo>
                    <a:cubicBezTo>
                      <a:pt x="0" y="10"/>
                      <a:pt x="2" y="6"/>
                      <a:pt x="4" y="4"/>
                    </a:cubicBezTo>
                    <a:cubicBezTo>
                      <a:pt x="6" y="1"/>
                      <a:pt x="10" y="0"/>
                      <a:pt x="16" y="0"/>
                    </a:cubicBezTo>
                    <a:cubicBezTo>
                      <a:pt x="23" y="0"/>
                      <a:pt x="27" y="2"/>
                      <a:pt x="29" y="6"/>
                    </a:cubicBezTo>
                    <a:cubicBezTo>
                      <a:pt x="30" y="9"/>
                      <a:pt x="31" y="14"/>
                      <a:pt x="31" y="22"/>
                    </a:cubicBezTo>
                    <a:cubicBezTo>
                      <a:pt x="31" y="25"/>
                      <a:pt x="31" y="28"/>
                      <a:pt x="30" y="30"/>
                    </a:cubicBezTo>
                    <a:cubicBezTo>
                      <a:pt x="30" y="32"/>
                      <a:pt x="29" y="35"/>
                      <a:pt x="27" y="38"/>
                    </a:cubicBezTo>
                    <a:cubicBezTo>
                      <a:pt x="18" y="52"/>
                      <a:pt x="18" y="52"/>
                      <a:pt x="18" y="52"/>
                    </a:cubicBezTo>
                    <a:cubicBezTo>
                      <a:pt x="14" y="58"/>
                      <a:pt x="12" y="63"/>
                      <a:pt x="11" y="68"/>
                    </a:cubicBezTo>
                    <a:cubicBezTo>
                      <a:pt x="31" y="68"/>
                      <a:pt x="31" y="68"/>
                      <a:pt x="31" y="68"/>
                    </a:cubicBezTo>
                    <a:cubicBezTo>
                      <a:pt x="31" y="76"/>
                      <a:pt x="31" y="76"/>
                      <a:pt x="31" y="76"/>
                    </a:cubicBezTo>
                    <a:cubicBezTo>
                      <a:pt x="8" y="77"/>
                      <a:pt x="8" y="77"/>
                      <a:pt x="8" y="77"/>
                    </a:cubicBezTo>
                    <a:cubicBezTo>
                      <a:pt x="0" y="76"/>
                      <a:pt x="0" y="76"/>
                      <a:pt x="0" y="76"/>
                    </a:cubicBezTo>
                    <a:cubicBezTo>
                      <a:pt x="0" y="76"/>
                      <a:pt x="0" y="76"/>
                      <a:pt x="0" y="76"/>
                    </a:cubicBezTo>
                    <a:cubicBezTo>
                      <a:pt x="0" y="68"/>
                      <a:pt x="2" y="61"/>
                      <a:pt x="5" y="55"/>
                    </a:cubicBezTo>
                    <a:cubicBezTo>
                      <a:pt x="7" y="51"/>
                      <a:pt x="11" y="45"/>
                      <a:pt x="17" y="37"/>
                    </a:cubicBezTo>
                    <a:cubicBezTo>
                      <a:pt x="20" y="32"/>
                      <a:pt x="21" y="27"/>
                      <a:pt x="21" y="20"/>
                    </a:cubicBezTo>
                    <a:cubicBezTo>
                      <a:pt x="21" y="19"/>
                      <a:pt x="21" y="19"/>
                      <a:pt x="21" y="19"/>
                    </a:cubicBezTo>
                    <a:cubicBezTo>
                      <a:pt x="21" y="17"/>
                      <a:pt x="21" y="17"/>
                      <a:pt x="21" y="17"/>
                    </a:cubicBezTo>
                    <a:cubicBezTo>
                      <a:pt x="21" y="15"/>
                      <a:pt x="21" y="13"/>
                      <a:pt x="21" y="12"/>
                    </a:cubicBezTo>
                    <a:cubicBezTo>
                      <a:pt x="20" y="9"/>
                      <a:pt x="18" y="7"/>
                      <a:pt x="15" y="7"/>
                    </a:cubicBezTo>
                    <a:cubicBezTo>
                      <a:pt x="11" y="7"/>
                      <a:pt x="10" y="10"/>
                      <a:pt x="10" y="16"/>
                    </a:cubicBezTo>
                    <a:cubicBezTo>
                      <a:pt x="10" y="19"/>
                      <a:pt x="10" y="19"/>
                      <a:pt x="10" y="19"/>
                    </a:cubicBezTo>
                    <a:cubicBezTo>
                      <a:pt x="10" y="21"/>
                      <a:pt x="10" y="21"/>
                      <a:pt x="10" y="21"/>
                    </a:cubicBezTo>
                    <a:cubicBezTo>
                      <a:pt x="10" y="23"/>
                      <a:pt x="10" y="23"/>
                      <a:pt x="10" y="23"/>
                    </a:cubicBezTo>
                    <a:cubicBezTo>
                      <a:pt x="10" y="26"/>
                      <a:pt x="10" y="26"/>
                      <a:pt x="10" y="26"/>
                    </a:cubicBezTo>
                    <a:cubicBezTo>
                      <a:pt x="0" y="26"/>
                      <a:pt x="0" y="26"/>
                      <a:pt x="0" y="26"/>
                    </a:cubicBezTo>
                    <a:lnTo>
                      <a:pt x="0" y="16"/>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53" name="组合 52"/>
            <p:cNvGrpSpPr/>
            <p:nvPr/>
          </p:nvGrpSpPr>
          <p:grpSpPr>
            <a:xfrm>
              <a:off x="4367318" y="3385617"/>
              <a:ext cx="586319" cy="528051"/>
              <a:chOff x="5405438" y="6815138"/>
              <a:chExt cx="511175" cy="460375"/>
            </a:xfrm>
          </p:grpSpPr>
          <p:sp>
            <p:nvSpPr>
              <p:cNvPr id="58" name="Freeform 61"/>
              <p:cNvSpPr>
                <a:spLocks/>
              </p:cNvSpPr>
              <p:nvPr/>
            </p:nvSpPr>
            <p:spPr bwMode="auto">
              <a:xfrm>
                <a:off x="5424488" y="6821488"/>
                <a:ext cx="492125" cy="454025"/>
              </a:xfrm>
              <a:custGeom>
                <a:avLst/>
                <a:gdLst>
                  <a:gd name="T0" fmla="*/ 140 w 310"/>
                  <a:gd name="T1" fmla="*/ 286 h 286"/>
                  <a:gd name="T2" fmla="*/ 0 w 310"/>
                  <a:gd name="T3" fmla="*/ 172 h 286"/>
                  <a:gd name="T4" fmla="*/ 2 w 310"/>
                  <a:gd name="T5" fmla="*/ 12 h 286"/>
                  <a:gd name="T6" fmla="*/ 57 w 310"/>
                  <a:gd name="T7" fmla="*/ 7 h 286"/>
                  <a:gd name="T8" fmla="*/ 88 w 310"/>
                  <a:gd name="T9" fmla="*/ 41 h 286"/>
                  <a:gd name="T10" fmla="*/ 97 w 310"/>
                  <a:gd name="T11" fmla="*/ 7 h 286"/>
                  <a:gd name="T12" fmla="*/ 135 w 310"/>
                  <a:gd name="T13" fmla="*/ 0 h 286"/>
                  <a:gd name="T14" fmla="*/ 310 w 310"/>
                  <a:gd name="T15" fmla="*/ 150 h 286"/>
                  <a:gd name="T16" fmla="*/ 140 w 310"/>
                  <a:gd name="T17" fmla="*/ 286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0" h="286">
                    <a:moveTo>
                      <a:pt x="140" y="286"/>
                    </a:moveTo>
                    <a:lnTo>
                      <a:pt x="0" y="172"/>
                    </a:lnTo>
                    <a:lnTo>
                      <a:pt x="2" y="12"/>
                    </a:lnTo>
                    <a:lnTo>
                      <a:pt x="57" y="7"/>
                    </a:lnTo>
                    <a:lnTo>
                      <a:pt x="88" y="41"/>
                    </a:lnTo>
                    <a:lnTo>
                      <a:pt x="97" y="7"/>
                    </a:lnTo>
                    <a:lnTo>
                      <a:pt x="135" y="0"/>
                    </a:lnTo>
                    <a:lnTo>
                      <a:pt x="310" y="150"/>
                    </a:lnTo>
                    <a:lnTo>
                      <a:pt x="140" y="286"/>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9" name="Freeform 62"/>
              <p:cNvSpPr>
                <a:spLocks noEditPoints="1"/>
              </p:cNvSpPr>
              <p:nvPr/>
            </p:nvSpPr>
            <p:spPr bwMode="auto">
              <a:xfrm>
                <a:off x="5405438" y="6815138"/>
                <a:ext cx="117475" cy="290513"/>
              </a:xfrm>
              <a:custGeom>
                <a:avLst/>
                <a:gdLst>
                  <a:gd name="T0" fmla="*/ 17 w 31"/>
                  <a:gd name="T1" fmla="*/ 0 h 77"/>
                  <a:gd name="T2" fmla="*/ 29 w 31"/>
                  <a:gd name="T3" fmla="*/ 5 h 77"/>
                  <a:gd name="T4" fmla="*/ 31 w 31"/>
                  <a:gd name="T5" fmla="*/ 18 h 77"/>
                  <a:gd name="T6" fmla="*/ 31 w 31"/>
                  <a:gd name="T7" fmla="*/ 62 h 77"/>
                  <a:gd name="T8" fmla="*/ 27 w 31"/>
                  <a:gd name="T9" fmla="*/ 73 h 77"/>
                  <a:gd name="T10" fmla="*/ 16 w 31"/>
                  <a:gd name="T11" fmla="*/ 77 h 77"/>
                  <a:gd name="T12" fmla="*/ 3 w 31"/>
                  <a:gd name="T13" fmla="*/ 72 h 77"/>
                  <a:gd name="T14" fmla="*/ 0 w 31"/>
                  <a:gd name="T15" fmla="*/ 56 h 77"/>
                  <a:gd name="T16" fmla="*/ 0 w 31"/>
                  <a:gd name="T17" fmla="*/ 21 h 77"/>
                  <a:gd name="T18" fmla="*/ 3 w 31"/>
                  <a:gd name="T19" fmla="*/ 5 h 77"/>
                  <a:gd name="T20" fmla="*/ 17 w 31"/>
                  <a:gd name="T21" fmla="*/ 0 h 77"/>
                  <a:gd name="T22" fmla="*/ 16 w 31"/>
                  <a:gd name="T23" fmla="*/ 70 h 77"/>
                  <a:gd name="T24" fmla="*/ 23 w 31"/>
                  <a:gd name="T25" fmla="*/ 59 h 77"/>
                  <a:gd name="T26" fmla="*/ 23 w 31"/>
                  <a:gd name="T27" fmla="*/ 17 h 77"/>
                  <a:gd name="T28" fmla="*/ 16 w 31"/>
                  <a:gd name="T29" fmla="*/ 7 h 77"/>
                  <a:gd name="T30" fmla="*/ 9 w 31"/>
                  <a:gd name="T31" fmla="*/ 17 h 77"/>
                  <a:gd name="T32" fmla="*/ 9 w 31"/>
                  <a:gd name="T33" fmla="*/ 20 h 77"/>
                  <a:gd name="T34" fmla="*/ 9 w 31"/>
                  <a:gd name="T35" fmla="*/ 23 h 77"/>
                  <a:gd name="T36" fmla="*/ 9 w 31"/>
                  <a:gd name="T37" fmla="*/ 35 h 77"/>
                  <a:gd name="T38" fmla="*/ 9 w 31"/>
                  <a:gd name="T39" fmla="*/ 48 h 77"/>
                  <a:gd name="T40" fmla="*/ 9 w 31"/>
                  <a:gd name="T41" fmla="*/ 59 h 77"/>
                  <a:gd name="T42" fmla="*/ 16 w 31"/>
                  <a:gd name="T43" fmla="*/ 7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77">
                    <a:moveTo>
                      <a:pt x="17" y="0"/>
                    </a:moveTo>
                    <a:cubicBezTo>
                      <a:pt x="22" y="0"/>
                      <a:pt x="26" y="2"/>
                      <a:pt x="29" y="5"/>
                    </a:cubicBezTo>
                    <a:cubicBezTo>
                      <a:pt x="30" y="8"/>
                      <a:pt x="31" y="12"/>
                      <a:pt x="31" y="18"/>
                    </a:cubicBezTo>
                    <a:cubicBezTo>
                      <a:pt x="31" y="62"/>
                      <a:pt x="31" y="62"/>
                      <a:pt x="31" y="62"/>
                    </a:cubicBezTo>
                    <a:cubicBezTo>
                      <a:pt x="31" y="67"/>
                      <a:pt x="30" y="71"/>
                      <a:pt x="27" y="73"/>
                    </a:cubicBezTo>
                    <a:cubicBezTo>
                      <a:pt x="25" y="76"/>
                      <a:pt x="21" y="77"/>
                      <a:pt x="16" y="77"/>
                    </a:cubicBezTo>
                    <a:cubicBezTo>
                      <a:pt x="10" y="77"/>
                      <a:pt x="5" y="75"/>
                      <a:pt x="3" y="72"/>
                    </a:cubicBezTo>
                    <a:cubicBezTo>
                      <a:pt x="1" y="69"/>
                      <a:pt x="0" y="64"/>
                      <a:pt x="0" y="56"/>
                    </a:cubicBezTo>
                    <a:cubicBezTo>
                      <a:pt x="0" y="21"/>
                      <a:pt x="0" y="21"/>
                      <a:pt x="0" y="21"/>
                    </a:cubicBezTo>
                    <a:cubicBezTo>
                      <a:pt x="0" y="14"/>
                      <a:pt x="1" y="8"/>
                      <a:pt x="3" y="5"/>
                    </a:cubicBezTo>
                    <a:cubicBezTo>
                      <a:pt x="5" y="2"/>
                      <a:pt x="10" y="0"/>
                      <a:pt x="17" y="0"/>
                    </a:cubicBezTo>
                    <a:close/>
                    <a:moveTo>
                      <a:pt x="16" y="70"/>
                    </a:moveTo>
                    <a:cubicBezTo>
                      <a:pt x="20" y="70"/>
                      <a:pt x="23" y="66"/>
                      <a:pt x="23" y="59"/>
                    </a:cubicBezTo>
                    <a:cubicBezTo>
                      <a:pt x="23" y="17"/>
                      <a:pt x="23" y="17"/>
                      <a:pt x="23" y="17"/>
                    </a:cubicBezTo>
                    <a:cubicBezTo>
                      <a:pt x="23" y="10"/>
                      <a:pt x="20" y="7"/>
                      <a:pt x="16" y="7"/>
                    </a:cubicBezTo>
                    <a:cubicBezTo>
                      <a:pt x="12" y="7"/>
                      <a:pt x="9" y="10"/>
                      <a:pt x="9" y="17"/>
                    </a:cubicBezTo>
                    <a:cubicBezTo>
                      <a:pt x="9" y="20"/>
                      <a:pt x="9" y="20"/>
                      <a:pt x="9" y="20"/>
                    </a:cubicBezTo>
                    <a:cubicBezTo>
                      <a:pt x="9" y="23"/>
                      <a:pt x="9" y="23"/>
                      <a:pt x="9" y="23"/>
                    </a:cubicBezTo>
                    <a:cubicBezTo>
                      <a:pt x="9" y="35"/>
                      <a:pt x="9" y="35"/>
                      <a:pt x="9" y="35"/>
                    </a:cubicBezTo>
                    <a:cubicBezTo>
                      <a:pt x="9" y="48"/>
                      <a:pt x="9" y="48"/>
                      <a:pt x="9" y="48"/>
                    </a:cubicBezTo>
                    <a:cubicBezTo>
                      <a:pt x="9" y="59"/>
                      <a:pt x="9" y="59"/>
                      <a:pt x="9" y="59"/>
                    </a:cubicBezTo>
                    <a:cubicBezTo>
                      <a:pt x="9" y="66"/>
                      <a:pt x="12" y="70"/>
                      <a:pt x="16" y="70"/>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60" name="Freeform 63"/>
              <p:cNvSpPr>
                <a:spLocks/>
              </p:cNvSpPr>
              <p:nvPr/>
            </p:nvSpPr>
            <p:spPr bwMode="auto">
              <a:xfrm>
                <a:off x="5545138" y="6815138"/>
                <a:ext cx="112713" cy="290513"/>
              </a:xfrm>
              <a:custGeom>
                <a:avLst/>
                <a:gdLst>
                  <a:gd name="T0" fmla="*/ 9 w 30"/>
                  <a:gd name="T1" fmla="*/ 54 h 77"/>
                  <a:gd name="T2" fmla="*/ 9 w 30"/>
                  <a:gd name="T3" fmla="*/ 62 h 77"/>
                  <a:gd name="T4" fmla="*/ 10 w 30"/>
                  <a:gd name="T5" fmla="*/ 68 h 77"/>
                  <a:gd name="T6" fmla="*/ 16 w 30"/>
                  <a:gd name="T7" fmla="*/ 70 h 77"/>
                  <a:gd name="T8" fmla="*/ 21 w 30"/>
                  <a:gd name="T9" fmla="*/ 65 h 77"/>
                  <a:gd name="T10" fmla="*/ 21 w 30"/>
                  <a:gd name="T11" fmla="*/ 58 h 77"/>
                  <a:gd name="T12" fmla="*/ 21 w 30"/>
                  <a:gd name="T13" fmla="*/ 52 h 77"/>
                  <a:gd name="T14" fmla="*/ 20 w 30"/>
                  <a:gd name="T15" fmla="*/ 43 h 77"/>
                  <a:gd name="T16" fmla="*/ 12 w 30"/>
                  <a:gd name="T17" fmla="*/ 39 h 77"/>
                  <a:gd name="T18" fmla="*/ 10 w 30"/>
                  <a:gd name="T19" fmla="*/ 39 h 77"/>
                  <a:gd name="T20" fmla="*/ 7 w 30"/>
                  <a:gd name="T21" fmla="*/ 40 h 77"/>
                  <a:gd name="T22" fmla="*/ 7 w 30"/>
                  <a:gd name="T23" fmla="*/ 31 h 77"/>
                  <a:gd name="T24" fmla="*/ 9 w 30"/>
                  <a:gd name="T25" fmla="*/ 31 h 77"/>
                  <a:gd name="T26" fmla="*/ 19 w 30"/>
                  <a:gd name="T27" fmla="*/ 22 h 77"/>
                  <a:gd name="T28" fmla="*/ 19 w 30"/>
                  <a:gd name="T29" fmla="*/ 14 h 77"/>
                  <a:gd name="T30" fmla="*/ 14 w 30"/>
                  <a:gd name="T31" fmla="*/ 7 h 77"/>
                  <a:gd name="T32" fmla="*/ 9 w 30"/>
                  <a:gd name="T33" fmla="*/ 15 h 77"/>
                  <a:gd name="T34" fmla="*/ 9 w 30"/>
                  <a:gd name="T35" fmla="*/ 17 h 77"/>
                  <a:gd name="T36" fmla="*/ 9 w 30"/>
                  <a:gd name="T37" fmla="*/ 19 h 77"/>
                  <a:gd name="T38" fmla="*/ 0 w 30"/>
                  <a:gd name="T39" fmla="*/ 19 h 77"/>
                  <a:gd name="T40" fmla="*/ 0 w 30"/>
                  <a:gd name="T41" fmla="*/ 12 h 77"/>
                  <a:gd name="T42" fmla="*/ 15 w 30"/>
                  <a:gd name="T43" fmla="*/ 0 h 77"/>
                  <a:gd name="T44" fmla="*/ 29 w 30"/>
                  <a:gd name="T45" fmla="*/ 13 h 77"/>
                  <a:gd name="T46" fmla="*/ 29 w 30"/>
                  <a:gd name="T47" fmla="*/ 17 h 77"/>
                  <a:gd name="T48" fmla="*/ 29 w 30"/>
                  <a:gd name="T49" fmla="*/ 20 h 77"/>
                  <a:gd name="T50" fmla="*/ 22 w 30"/>
                  <a:gd name="T51" fmla="*/ 34 h 77"/>
                  <a:gd name="T52" fmla="*/ 28 w 30"/>
                  <a:gd name="T53" fmla="*/ 39 h 77"/>
                  <a:gd name="T54" fmla="*/ 30 w 30"/>
                  <a:gd name="T55" fmla="*/ 48 h 77"/>
                  <a:gd name="T56" fmla="*/ 30 w 30"/>
                  <a:gd name="T57" fmla="*/ 64 h 77"/>
                  <a:gd name="T58" fmla="*/ 14 w 30"/>
                  <a:gd name="T59" fmla="*/ 77 h 77"/>
                  <a:gd name="T60" fmla="*/ 0 w 30"/>
                  <a:gd name="T61" fmla="*/ 64 h 77"/>
                  <a:gd name="T62" fmla="*/ 0 w 30"/>
                  <a:gd name="T63" fmla="*/ 54 h 77"/>
                  <a:gd name="T64" fmla="*/ 9 w 30"/>
                  <a:gd name="T65" fmla="*/ 5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 h="77">
                    <a:moveTo>
                      <a:pt x="9" y="54"/>
                    </a:moveTo>
                    <a:cubicBezTo>
                      <a:pt x="9" y="62"/>
                      <a:pt x="9" y="62"/>
                      <a:pt x="9" y="62"/>
                    </a:cubicBezTo>
                    <a:cubicBezTo>
                      <a:pt x="9" y="65"/>
                      <a:pt x="9" y="67"/>
                      <a:pt x="10" y="68"/>
                    </a:cubicBezTo>
                    <a:cubicBezTo>
                      <a:pt x="11" y="69"/>
                      <a:pt x="13" y="70"/>
                      <a:pt x="16" y="70"/>
                    </a:cubicBezTo>
                    <a:cubicBezTo>
                      <a:pt x="18" y="70"/>
                      <a:pt x="20" y="68"/>
                      <a:pt x="21" y="65"/>
                    </a:cubicBezTo>
                    <a:cubicBezTo>
                      <a:pt x="21" y="64"/>
                      <a:pt x="21" y="62"/>
                      <a:pt x="21" y="58"/>
                    </a:cubicBezTo>
                    <a:cubicBezTo>
                      <a:pt x="21" y="52"/>
                      <a:pt x="21" y="52"/>
                      <a:pt x="21" y="52"/>
                    </a:cubicBezTo>
                    <a:cubicBezTo>
                      <a:pt x="21" y="48"/>
                      <a:pt x="21" y="45"/>
                      <a:pt x="20" y="43"/>
                    </a:cubicBezTo>
                    <a:cubicBezTo>
                      <a:pt x="18" y="41"/>
                      <a:pt x="16" y="39"/>
                      <a:pt x="12" y="39"/>
                    </a:cubicBezTo>
                    <a:cubicBezTo>
                      <a:pt x="11" y="39"/>
                      <a:pt x="11" y="39"/>
                      <a:pt x="10" y="39"/>
                    </a:cubicBezTo>
                    <a:cubicBezTo>
                      <a:pt x="9" y="39"/>
                      <a:pt x="8" y="40"/>
                      <a:pt x="7" y="40"/>
                    </a:cubicBezTo>
                    <a:cubicBezTo>
                      <a:pt x="7" y="31"/>
                      <a:pt x="7" y="31"/>
                      <a:pt x="7" y="31"/>
                    </a:cubicBezTo>
                    <a:cubicBezTo>
                      <a:pt x="9" y="31"/>
                      <a:pt x="9" y="31"/>
                      <a:pt x="9" y="31"/>
                    </a:cubicBezTo>
                    <a:cubicBezTo>
                      <a:pt x="16" y="31"/>
                      <a:pt x="19" y="28"/>
                      <a:pt x="19" y="22"/>
                    </a:cubicBezTo>
                    <a:cubicBezTo>
                      <a:pt x="19" y="14"/>
                      <a:pt x="19" y="14"/>
                      <a:pt x="19" y="14"/>
                    </a:cubicBezTo>
                    <a:cubicBezTo>
                      <a:pt x="19" y="9"/>
                      <a:pt x="18" y="7"/>
                      <a:pt x="14" y="7"/>
                    </a:cubicBezTo>
                    <a:cubicBezTo>
                      <a:pt x="11" y="7"/>
                      <a:pt x="9" y="10"/>
                      <a:pt x="9" y="15"/>
                    </a:cubicBezTo>
                    <a:cubicBezTo>
                      <a:pt x="9" y="17"/>
                      <a:pt x="9" y="17"/>
                      <a:pt x="9" y="17"/>
                    </a:cubicBezTo>
                    <a:cubicBezTo>
                      <a:pt x="9" y="19"/>
                      <a:pt x="9" y="19"/>
                      <a:pt x="9" y="19"/>
                    </a:cubicBezTo>
                    <a:cubicBezTo>
                      <a:pt x="0" y="19"/>
                      <a:pt x="0" y="19"/>
                      <a:pt x="0" y="19"/>
                    </a:cubicBezTo>
                    <a:cubicBezTo>
                      <a:pt x="0" y="12"/>
                      <a:pt x="0" y="12"/>
                      <a:pt x="0" y="12"/>
                    </a:cubicBezTo>
                    <a:cubicBezTo>
                      <a:pt x="0" y="4"/>
                      <a:pt x="5" y="0"/>
                      <a:pt x="15" y="0"/>
                    </a:cubicBezTo>
                    <a:cubicBezTo>
                      <a:pt x="24" y="0"/>
                      <a:pt x="29" y="4"/>
                      <a:pt x="29" y="13"/>
                    </a:cubicBezTo>
                    <a:cubicBezTo>
                      <a:pt x="29" y="17"/>
                      <a:pt x="29" y="17"/>
                      <a:pt x="29" y="17"/>
                    </a:cubicBezTo>
                    <a:cubicBezTo>
                      <a:pt x="29" y="20"/>
                      <a:pt x="29" y="20"/>
                      <a:pt x="29" y="20"/>
                    </a:cubicBezTo>
                    <a:cubicBezTo>
                      <a:pt x="29" y="27"/>
                      <a:pt x="26" y="31"/>
                      <a:pt x="22" y="34"/>
                    </a:cubicBezTo>
                    <a:cubicBezTo>
                      <a:pt x="25" y="35"/>
                      <a:pt x="27" y="36"/>
                      <a:pt x="28" y="39"/>
                    </a:cubicBezTo>
                    <a:cubicBezTo>
                      <a:pt x="29" y="41"/>
                      <a:pt x="30" y="44"/>
                      <a:pt x="30" y="48"/>
                    </a:cubicBezTo>
                    <a:cubicBezTo>
                      <a:pt x="30" y="64"/>
                      <a:pt x="30" y="64"/>
                      <a:pt x="30" y="64"/>
                    </a:cubicBezTo>
                    <a:cubicBezTo>
                      <a:pt x="30" y="73"/>
                      <a:pt x="25" y="77"/>
                      <a:pt x="14" y="77"/>
                    </a:cubicBezTo>
                    <a:cubicBezTo>
                      <a:pt x="5" y="77"/>
                      <a:pt x="0" y="73"/>
                      <a:pt x="0" y="64"/>
                    </a:cubicBezTo>
                    <a:cubicBezTo>
                      <a:pt x="0" y="54"/>
                      <a:pt x="0" y="54"/>
                      <a:pt x="0" y="54"/>
                    </a:cubicBezTo>
                    <a:lnTo>
                      <a:pt x="9" y="54"/>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54" name="组合 53"/>
            <p:cNvGrpSpPr/>
            <p:nvPr/>
          </p:nvGrpSpPr>
          <p:grpSpPr>
            <a:xfrm>
              <a:off x="4075978" y="4891440"/>
              <a:ext cx="595424" cy="529873"/>
              <a:chOff x="688976" y="7240588"/>
              <a:chExt cx="519113" cy="461963"/>
            </a:xfrm>
          </p:grpSpPr>
          <p:sp>
            <p:nvSpPr>
              <p:cNvPr id="55" name="Freeform 64"/>
              <p:cNvSpPr>
                <a:spLocks/>
              </p:cNvSpPr>
              <p:nvPr/>
            </p:nvSpPr>
            <p:spPr bwMode="auto">
              <a:xfrm>
                <a:off x="708026" y="7245351"/>
                <a:ext cx="500063" cy="457200"/>
              </a:xfrm>
              <a:custGeom>
                <a:avLst/>
                <a:gdLst>
                  <a:gd name="T0" fmla="*/ 140 w 315"/>
                  <a:gd name="T1" fmla="*/ 288 h 288"/>
                  <a:gd name="T2" fmla="*/ 0 w 315"/>
                  <a:gd name="T3" fmla="*/ 176 h 288"/>
                  <a:gd name="T4" fmla="*/ 2 w 315"/>
                  <a:gd name="T5" fmla="*/ 14 h 288"/>
                  <a:gd name="T6" fmla="*/ 57 w 315"/>
                  <a:gd name="T7" fmla="*/ 9 h 288"/>
                  <a:gd name="T8" fmla="*/ 97 w 315"/>
                  <a:gd name="T9" fmla="*/ 57 h 288"/>
                  <a:gd name="T10" fmla="*/ 113 w 315"/>
                  <a:gd name="T11" fmla="*/ 9 h 288"/>
                  <a:gd name="T12" fmla="*/ 140 w 315"/>
                  <a:gd name="T13" fmla="*/ 0 h 288"/>
                  <a:gd name="T14" fmla="*/ 315 w 315"/>
                  <a:gd name="T15" fmla="*/ 150 h 288"/>
                  <a:gd name="T16" fmla="*/ 140 w 315"/>
                  <a:gd name="T17" fmla="*/ 288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5" h="288">
                    <a:moveTo>
                      <a:pt x="140" y="288"/>
                    </a:moveTo>
                    <a:lnTo>
                      <a:pt x="0" y="176"/>
                    </a:lnTo>
                    <a:lnTo>
                      <a:pt x="2" y="14"/>
                    </a:lnTo>
                    <a:lnTo>
                      <a:pt x="57" y="9"/>
                    </a:lnTo>
                    <a:lnTo>
                      <a:pt x="97" y="57"/>
                    </a:lnTo>
                    <a:lnTo>
                      <a:pt x="113" y="9"/>
                    </a:lnTo>
                    <a:lnTo>
                      <a:pt x="140" y="0"/>
                    </a:lnTo>
                    <a:lnTo>
                      <a:pt x="315" y="150"/>
                    </a:lnTo>
                    <a:lnTo>
                      <a:pt x="140" y="288"/>
                    </a:lnTo>
                    <a:close/>
                  </a:path>
                </a:pathLst>
              </a:custGeom>
              <a:gradFill flip="none" rotWithShape="1">
                <a:gsLst>
                  <a:gs pos="73000">
                    <a:srgbClr val="0D0D0D">
                      <a:alpha val="0"/>
                    </a:srgbClr>
                  </a:gs>
                  <a:gs pos="100000">
                    <a:schemeClr val="tx1">
                      <a:lumMod val="95000"/>
                      <a:lumOff val="5000"/>
                      <a:alpha val="0"/>
                    </a:schemeClr>
                  </a:gs>
                  <a:gs pos="0">
                    <a:schemeClr val="tx1">
                      <a:lumMod val="95000"/>
                      <a:lumOff val="5000"/>
                      <a:alpha val="5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6" name="Freeform 65"/>
              <p:cNvSpPr>
                <a:spLocks noEditPoints="1"/>
              </p:cNvSpPr>
              <p:nvPr/>
            </p:nvSpPr>
            <p:spPr bwMode="auto">
              <a:xfrm>
                <a:off x="688976" y="7240588"/>
                <a:ext cx="115888" cy="295275"/>
              </a:xfrm>
              <a:custGeom>
                <a:avLst/>
                <a:gdLst>
                  <a:gd name="T0" fmla="*/ 17 w 31"/>
                  <a:gd name="T1" fmla="*/ 0 h 78"/>
                  <a:gd name="T2" fmla="*/ 29 w 31"/>
                  <a:gd name="T3" fmla="*/ 5 h 78"/>
                  <a:gd name="T4" fmla="*/ 31 w 31"/>
                  <a:gd name="T5" fmla="*/ 18 h 78"/>
                  <a:gd name="T6" fmla="*/ 31 w 31"/>
                  <a:gd name="T7" fmla="*/ 63 h 78"/>
                  <a:gd name="T8" fmla="*/ 27 w 31"/>
                  <a:gd name="T9" fmla="*/ 74 h 78"/>
                  <a:gd name="T10" fmla="*/ 16 w 31"/>
                  <a:gd name="T11" fmla="*/ 78 h 78"/>
                  <a:gd name="T12" fmla="*/ 3 w 31"/>
                  <a:gd name="T13" fmla="*/ 72 h 78"/>
                  <a:gd name="T14" fmla="*/ 0 w 31"/>
                  <a:gd name="T15" fmla="*/ 57 h 78"/>
                  <a:gd name="T16" fmla="*/ 0 w 31"/>
                  <a:gd name="T17" fmla="*/ 21 h 78"/>
                  <a:gd name="T18" fmla="*/ 3 w 31"/>
                  <a:gd name="T19" fmla="*/ 6 h 78"/>
                  <a:gd name="T20" fmla="*/ 17 w 31"/>
                  <a:gd name="T21" fmla="*/ 0 h 78"/>
                  <a:gd name="T22" fmla="*/ 16 w 31"/>
                  <a:gd name="T23" fmla="*/ 70 h 78"/>
                  <a:gd name="T24" fmla="*/ 23 w 31"/>
                  <a:gd name="T25" fmla="*/ 60 h 78"/>
                  <a:gd name="T26" fmla="*/ 23 w 31"/>
                  <a:gd name="T27" fmla="*/ 17 h 78"/>
                  <a:gd name="T28" fmla="*/ 16 w 31"/>
                  <a:gd name="T29" fmla="*/ 7 h 78"/>
                  <a:gd name="T30" fmla="*/ 9 w 31"/>
                  <a:gd name="T31" fmla="*/ 17 h 78"/>
                  <a:gd name="T32" fmla="*/ 9 w 31"/>
                  <a:gd name="T33" fmla="*/ 20 h 78"/>
                  <a:gd name="T34" fmla="*/ 9 w 31"/>
                  <a:gd name="T35" fmla="*/ 23 h 78"/>
                  <a:gd name="T36" fmla="*/ 9 w 31"/>
                  <a:gd name="T37" fmla="*/ 36 h 78"/>
                  <a:gd name="T38" fmla="*/ 9 w 31"/>
                  <a:gd name="T39" fmla="*/ 48 h 78"/>
                  <a:gd name="T40" fmla="*/ 9 w 31"/>
                  <a:gd name="T41" fmla="*/ 59 h 78"/>
                  <a:gd name="T42" fmla="*/ 16 w 31"/>
                  <a:gd name="T43" fmla="*/ 7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78">
                    <a:moveTo>
                      <a:pt x="17" y="0"/>
                    </a:moveTo>
                    <a:cubicBezTo>
                      <a:pt x="22" y="0"/>
                      <a:pt x="26" y="2"/>
                      <a:pt x="29" y="5"/>
                    </a:cubicBezTo>
                    <a:cubicBezTo>
                      <a:pt x="31" y="8"/>
                      <a:pt x="31" y="12"/>
                      <a:pt x="31" y="18"/>
                    </a:cubicBezTo>
                    <a:cubicBezTo>
                      <a:pt x="31" y="63"/>
                      <a:pt x="31" y="63"/>
                      <a:pt x="31" y="63"/>
                    </a:cubicBezTo>
                    <a:cubicBezTo>
                      <a:pt x="31" y="67"/>
                      <a:pt x="30" y="71"/>
                      <a:pt x="27" y="74"/>
                    </a:cubicBezTo>
                    <a:cubicBezTo>
                      <a:pt x="25" y="76"/>
                      <a:pt x="21" y="78"/>
                      <a:pt x="16" y="78"/>
                    </a:cubicBezTo>
                    <a:cubicBezTo>
                      <a:pt x="10" y="78"/>
                      <a:pt x="5" y="76"/>
                      <a:pt x="3" y="72"/>
                    </a:cubicBezTo>
                    <a:cubicBezTo>
                      <a:pt x="1" y="69"/>
                      <a:pt x="0" y="64"/>
                      <a:pt x="0" y="57"/>
                    </a:cubicBezTo>
                    <a:cubicBezTo>
                      <a:pt x="0" y="21"/>
                      <a:pt x="0" y="21"/>
                      <a:pt x="0" y="21"/>
                    </a:cubicBezTo>
                    <a:cubicBezTo>
                      <a:pt x="0" y="14"/>
                      <a:pt x="1" y="9"/>
                      <a:pt x="3" y="6"/>
                    </a:cubicBezTo>
                    <a:cubicBezTo>
                      <a:pt x="5" y="2"/>
                      <a:pt x="10" y="0"/>
                      <a:pt x="17" y="0"/>
                    </a:cubicBezTo>
                    <a:close/>
                    <a:moveTo>
                      <a:pt x="16" y="70"/>
                    </a:moveTo>
                    <a:cubicBezTo>
                      <a:pt x="20" y="70"/>
                      <a:pt x="23" y="67"/>
                      <a:pt x="23" y="60"/>
                    </a:cubicBezTo>
                    <a:cubicBezTo>
                      <a:pt x="23" y="17"/>
                      <a:pt x="23" y="17"/>
                      <a:pt x="23" y="17"/>
                    </a:cubicBezTo>
                    <a:cubicBezTo>
                      <a:pt x="23" y="11"/>
                      <a:pt x="20" y="7"/>
                      <a:pt x="16" y="7"/>
                    </a:cubicBezTo>
                    <a:cubicBezTo>
                      <a:pt x="12" y="7"/>
                      <a:pt x="9" y="11"/>
                      <a:pt x="9" y="17"/>
                    </a:cubicBezTo>
                    <a:cubicBezTo>
                      <a:pt x="9" y="20"/>
                      <a:pt x="9" y="20"/>
                      <a:pt x="9" y="20"/>
                    </a:cubicBezTo>
                    <a:cubicBezTo>
                      <a:pt x="9" y="23"/>
                      <a:pt x="9" y="23"/>
                      <a:pt x="9" y="23"/>
                    </a:cubicBezTo>
                    <a:cubicBezTo>
                      <a:pt x="9" y="36"/>
                      <a:pt x="9" y="36"/>
                      <a:pt x="9" y="36"/>
                    </a:cubicBezTo>
                    <a:cubicBezTo>
                      <a:pt x="9" y="48"/>
                      <a:pt x="9" y="48"/>
                      <a:pt x="9" y="48"/>
                    </a:cubicBezTo>
                    <a:cubicBezTo>
                      <a:pt x="9" y="59"/>
                      <a:pt x="9" y="59"/>
                      <a:pt x="9" y="59"/>
                    </a:cubicBezTo>
                    <a:cubicBezTo>
                      <a:pt x="9" y="67"/>
                      <a:pt x="12" y="70"/>
                      <a:pt x="16" y="70"/>
                    </a:cubicBez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57" name="Freeform 66"/>
              <p:cNvSpPr>
                <a:spLocks noEditPoints="1"/>
              </p:cNvSpPr>
              <p:nvPr/>
            </p:nvSpPr>
            <p:spPr bwMode="auto">
              <a:xfrm>
                <a:off x="817563" y="7245351"/>
                <a:ext cx="134938" cy="287338"/>
              </a:xfrm>
              <a:custGeom>
                <a:avLst/>
                <a:gdLst>
                  <a:gd name="T0" fmla="*/ 17 w 36"/>
                  <a:gd name="T1" fmla="*/ 0 h 76"/>
                  <a:gd name="T2" fmla="*/ 30 w 36"/>
                  <a:gd name="T3" fmla="*/ 0 h 76"/>
                  <a:gd name="T4" fmla="*/ 30 w 36"/>
                  <a:gd name="T5" fmla="*/ 51 h 76"/>
                  <a:gd name="T6" fmla="*/ 36 w 36"/>
                  <a:gd name="T7" fmla="*/ 51 h 76"/>
                  <a:gd name="T8" fmla="*/ 36 w 36"/>
                  <a:gd name="T9" fmla="*/ 58 h 76"/>
                  <a:gd name="T10" fmla="*/ 30 w 36"/>
                  <a:gd name="T11" fmla="*/ 58 h 76"/>
                  <a:gd name="T12" fmla="*/ 30 w 36"/>
                  <a:gd name="T13" fmla="*/ 76 h 76"/>
                  <a:gd name="T14" fmla="*/ 21 w 36"/>
                  <a:gd name="T15" fmla="*/ 76 h 76"/>
                  <a:gd name="T16" fmla="*/ 21 w 36"/>
                  <a:gd name="T17" fmla="*/ 58 h 76"/>
                  <a:gd name="T18" fmla="*/ 0 w 36"/>
                  <a:gd name="T19" fmla="*/ 58 h 76"/>
                  <a:gd name="T20" fmla="*/ 0 w 36"/>
                  <a:gd name="T21" fmla="*/ 51 h 76"/>
                  <a:gd name="T22" fmla="*/ 17 w 36"/>
                  <a:gd name="T23" fmla="*/ 0 h 76"/>
                  <a:gd name="T24" fmla="*/ 21 w 36"/>
                  <a:gd name="T25" fmla="*/ 51 h 76"/>
                  <a:gd name="T26" fmla="*/ 21 w 36"/>
                  <a:gd name="T27" fmla="*/ 11 h 76"/>
                  <a:gd name="T28" fmla="*/ 15 w 36"/>
                  <a:gd name="T29" fmla="*/ 31 h 76"/>
                  <a:gd name="T30" fmla="*/ 9 w 36"/>
                  <a:gd name="T31" fmla="*/ 51 h 76"/>
                  <a:gd name="T32" fmla="*/ 21 w 36"/>
                  <a:gd name="T33" fmla="*/ 5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6" h="76">
                    <a:moveTo>
                      <a:pt x="17" y="0"/>
                    </a:moveTo>
                    <a:cubicBezTo>
                      <a:pt x="30" y="0"/>
                      <a:pt x="30" y="0"/>
                      <a:pt x="30" y="0"/>
                    </a:cubicBezTo>
                    <a:cubicBezTo>
                      <a:pt x="30" y="51"/>
                      <a:pt x="30" y="51"/>
                      <a:pt x="30" y="51"/>
                    </a:cubicBezTo>
                    <a:cubicBezTo>
                      <a:pt x="36" y="51"/>
                      <a:pt x="36" y="51"/>
                      <a:pt x="36" y="51"/>
                    </a:cubicBezTo>
                    <a:cubicBezTo>
                      <a:pt x="36" y="58"/>
                      <a:pt x="36" y="58"/>
                      <a:pt x="36" y="58"/>
                    </a:cubicBezTo>
                    <a:cubicBezTo>
                      <a:pt x="30" y="58"/>
                      <a:pt x="30" y="58"/>
                      <a:pt x="30" y="58"/>
                    </a:cubicBezTo>
                    <a:cubicBezTo>
                      <a:pt x="30" y="76"/>
                      <a:pt x="30" y="76"/>
                      <a:pt x="30" y="76"/>
                    </a:cubicBezTo>
                    <a:cubicBezTo>
                      <a:pt x="21" y="76"/>
                      <a:pt x="21" y="76"/>
                      <a:pt x="21" y="76"/>
                    </a:cubicBezTo>
                    <a:cubicBezTo>
                      <a:pt x="21" y="58"/>
                      <a:pt x="21" y="58"/>
                      <a:pt x="21" y="58"/>
                    </a:cubicBezTo>
                    <a:cubicBezTo>
                      <a:pt x="0" y="58"/>
                      <a:pt x="0" y="58"/>
                      <a:pt x="0" y="58"/>
                    </a:cubicBezTo>
                    <a:cubicBezTo>
                      <a:pt x="0" y="51"/>
                      <a:pt x="0" y="51"/>
                      <a:pt x="0" y="51"/>
                    </a:cubicBezTo>
                    <a:lnTo>
                      <a:pt x="17" y="0"/>
                    </a:lnTo>
                    <a:close/>
                    <a:moveTo>
                      <a:pt x="21" y="51"/>
                    </a:moveTo>
                    <a:cubicBezTo>
                      <a:pt x="21" y="11"/>
                      <a:pt x="21" y="11"/>
                      <a:pt x="21" y="11"/>
                    </a:cubicBezTo>
                    <a:cubicBezTo>
                      <a:pt x="20" y="15"/>
                      <a:pt x="17" y="22"/>
                      <a:pt x="15" y="31"/>
                    </a:cubicBezTo>
                    <a:cubicBezTo>
                      <a:pt x="12" y="40"/>
                      <a:pt x="10" y="47"/>
                      <a:pt x="9" y="51"/>
                    </a:cubicBezTo>
                    <a:lnTo>
                      <a:pt x="21" y="51"/>
                    </a:lnTo>
                    <a:close/>
                  </a:path>
                </a:pathLst>
              </a:custGeom>
              <a:solidFill>
                <a:srgbClr val="FFFFFF"/>
              </a:solid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sp>
        <p:nvSpPr>
          <p:cNvPr id="80" name="文本框 79"/>
          <p:cNvSpPr txBox="1"/>
          <p:nvPr/>
        </p:nvSpPr>
        <p:spPr>
          <a:xfrm>
            <a:off x="5257901" y="3279520"/>
            <a:ext cx="1669461" cy="504241"/>
          </a:xfrm>
          <a:prstGeom prst="rect">
            <a:avLst/>
          </a:prstGeom>
          <a:noFill/>
        </p:spPr>
        <p:txBody>
          <a:bodyPr wrap="square" rtlCol="0">
            <a:spAutoFit/>
          </a:bodyPr>
          <a:lstStyle/>
          <a:p>
            <a:pPr algn="ctr">
              <a:lnSpc>
                <a:spcPct val="120000"/>
              </a:lnSpc>
            </a:pPr>
            <a:r>
              <a:rPr lang="zh-CN" altLang="en-US" sz="2400" b="1" dirty="0">
                <a:solidFill>
                  <a:schemeClr val="bg1"/>
                </a:solidFill>
              </a:rPr>
              <a:t>添加标题</a:t>
            </a:r>
            <a:endParaRPr lang="en-US" altLang="zh-CN" sz="2400" b="1" dirty="0">
              <a:solidFill>
                <a:schemeClr val="bg1"/>
              </a:solidFill>
            </a:endParaRPr>
          </a:p>
        </p:txBody>
      </p:sp>
      <p:sp>
        <p:nvSpPr>
          <p:cNvPr id="81" name="Rectangle 58"/>
          <p:cNvSpPr/>
          <p:nvPr/>
        </p:nvSpPr>
        <p:spPr>
          <a:xfrm>
            <a:off x="5370566" y="3699788"/>
            <a:ext cx="1458887" cy="368371"/>
          </a:xfrm>
          <a:prstGeom prst="rect">
            <a:avLst/>
          </a:prstGeom>
        </p:spPr>
        <p:txBody>
          <a:bodyPr wrap="square">
            <a:spAutoFit/>
          </a:bodyPr>
          <a:lstStyle/>
          <a:p>
            <a:pPr algn="ctr">
              <a:lnSpc>
                <a:spcPct val="123000"/>
              </a:lnSpc>
              <a:spcBef>
                <a:spcPts val="600"/>
              </a:spcBef>
            </a:pPr>
            <a:r>
              <a:rPr lang="zh-CN" altLang="en-US" sz="1600" dirty="0">
                <a:solidFill>
                  <a:schemeClr val="bg1"/>
                </a:solidFill>
                <a:latin typeface="+mn-ea"/>
              </a:rPr>
              <a:t>添加内容</a:t>
            </a:r>
          </a:p>
        </p:txBody>
      </p:sp>
      <p:sp>
        <p:nvSpPr>
          <p:cNvPr id="82" name="Freeform 5"/>
          <p:cNvSpPr>
            <a:spLocks noEditPoints="1"/>
          </p:cNvSpPr>
          <p:nvPr/>
        </p:nvSpPr>
        <p:spPr bwMode="auto">
          <a:xfrm>
            <a:off x="3051213" y="5431781"/>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458DC3"/>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3" name="Freeform 9"/>
          <p:cNvSpPr>
            <a:spLocks noEditPoints="1"/>
          </p:cNvSpPr>
          <p:nvPr/>
        </p:nvSpPr>
        <p:spPr bwMode="auto">
          <a:xfrm>
            <a:off x="3051213" y="3096249"/>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B5D241"/>
          </a:solidFill>
          <a:ln>
            <a:noFill/>
          </a:ln>
        </p:spPr>
        <p:txBody>
          <a:bodyPr vert="horz" wrap="square" lIns="91440" tIns="45720" rIns="91440" bIns="45720" numCol="1" anchor="t" anchorCtr="0" compatLnSpc="1">
            <a:prstTxWarp prst="textNoShape">
              <a:avLst/>
            </a:prstTxWarp>
          </a:bodyPr>
          <a:lstStyle/>
          <a:p>
            <a:endParaRPr lang="zh-CN" altLang="en-US">
              <a:solidFill>
                <a:srgbClr val="B5D241"/>
              </a:solidFill>
            </a:endParaRPr>
          </a:p>
        </p:txBody>
      </p:sp>
      <p:sp>
        <p:nvSpPr>
          <p:cNvPr id="84" name="Freeform 10"/>
          <p:cNvSpPr>
            <a:spLocks noEditPoints="1"/>
          </p:cNvSpPr>
          <p:nvPr/>
        </p:nvSpPr>
        <p:spPr bwMode="auto">
          <a:xfrm>
            <a:off x="3051213" y="4264809"/>
            <a:ext cx="295275" cy="293688"/>
          </a:xfrm>
          <a:custGeom>
            <a:avLst/>
            <a:gdLst>
              <a:gd name="T0" fmla="*/ 74 w 147"/>
              <a:gd name="T1" fmla="*/ 146 h 146"/>
              <a:gd name="T2" fmla="*/ 0 w 147"/>
              <a:gd name="T3" fmla="*/ 73 h 146"/>
              <a:gd name="T4" fmla="*/ 74 w 147"/>
              <a:gd name="T5" fmla="*/ 0 h 146"/>
              <a:gd name="T6" fmla="*/ 147 w 147"/>
              <a:gd name="T7" fmla="*/ 73 h 146"/>
              <a:gd name="T8" fmla="*/ 74 w 147"/>
              <a:gd name="T9" fmla="*/ 146 h 146"/>
              <a:gd name="T10" fmla="*/ 74 w 147"/>
              <a:gd name="T11" fmla="*/ 16 h 146"/>
              <a:gd name="T12" fmla="*/ 16 w 147"/>
              <a:gd name="T13" fmla="*/ 73 h 146"/>
              <a:gd name="T14" fmla="*/ 74 w 147"/>
              <a:gd name="T15" fmla="*/ 130 h 146"/>
              <a:gd name="T16" fmla="*/ 131 w 147"/>
              <a:gd name="T17" fmla="*/ 73 h 146"/>
              <a:gd name="T18" fmla="*/ 74 w 147"/>
              <a:gd name="T19" fmla="*/ 1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6">
                <a:moveTo>
                  <a:pt x="74" y="146"/>
                </a:moveTo>
                <a:cubicBezTo>
                  <a:pt x="33" y="146"/>
                  <a:pt x="0" y="114"/>
                  <a:pt x="0" y="73"/>
                </a:cubicBezTo>
                <a:cubicBezTo>
                  <a:pt x="0" y="33"/>
                  <a:pt x="33" y="0"/>
                  <a:pt x="74" y="0"/>
                </a:cubicBezTo>
                <a:cubicBezTo>
                  <a:pt x="114" y="0"/>
                  <a:pt x="147" y="33"/>
                  <a:pt x="147" y="73"/>
                </a:cubicBezTo>
                <a:cubicBezTo>
                  <a:pt x="147" y="114"/>
                  <a:pt x="114" y="146"/>
                  <a:pt x="74" y="146"/>
                </a:cubicBezTo>
                <a:close/>
                <a:moveTo>
                  <a:pt x="74" y="16"/>
                </a:moveTo>
                <a:cubicBezTo>
                  <a:pt x="42" y="16"/>
                  <a:pt x="16" y="41"/>
                  <a:pt x="16" y="73"/>
                </a:cubicBezTo>
                <a:cubicBezTo>
                  <a:pt x="16" y="105"/>
                  <a:pt x="42" y="130"/>
                  <a:pt x="74" y="130"/>
                </a:cubicBezTo>
                <a:cubicBezTo>
                  <a:pt x="106" y="130"/>
                  <a:pt x="131" y="105"/>
                  <a:pt x="131" y="73"/>
                </a:cubicBezTo>
                <a:cubicBezTo>
                  <a:pt x="131" y="41"/>
                  <a:pt x="106" y="16"/>
                  <a:pt x="74" y="16"/>
                </a:cubicBezTo>
                <a:close/>
              </a:path>
            </a:pathLst>
          </a:custGeom>
          <a:solidFill>
            <a:srgbClr val="3CA05A"/>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5" name="文本框 84"/>
          <p:cNvSpPr txBox="1"/>
          <p:nvPr/>
        </p:nvSpPr>
        <p:spPr>
          <a:xfrm>
            <a:off x="9061417" y="4131157"/>
            <a:ext cx="2856518" cy="830997"/>
          </a:xfrm>
          <a:prstGeom prst="rect">
            <a:avLst/>
          </a:prstGeom>
          <a:noFill/>
        </p:spPr>
        <p:txBody>
          <a:bodyPr wrap="square" rtlCol="0">
            <a:spAutoFit/>
          </a:bodyPr>
          <a:lstStyle/>
          <a:p>
            <a:pPr>
              <a:lnSpc>
                <a:spcPct val="120000"/>
              </a:lnSpc>
            </a:pPr>
            <a:r>
              <a:rPr lang="zh-CN" altLang="en-US" sz="2400" b="1" dirty="0">
                <a:solidFill>
                  <a:srgbClr val="564E9C"/>
                </a:solidFill>
              </a:rPr>
              <a:t>添加标题</a:t>
            </a:r>
            <a:endParaRPr lang="en-US" altLang="zh-CN" sz="2400" b="1" dirty="0">
              <a:solidFill>
                <a:srgbClr val="564E9C"/>
              </a:solidFill>
            </a:endParaRPr>
          </a:p>
          <a:p>
            <a:pPr>
              <a:lnSpc>
                <a:spcPct val="120000"/>
              </a:lnSpc>
            </a:pPr>
            <a:r>
              <a:rPr lang="zh-CN" altLang="en-US" sz="1600" dirty="0">
                <a:solidFill>
                  <a:schemeClr val="tx1">
                    <a:lumMod val="65000"/>
                    <a:lumOff val="35000"/>
                  </a:schemeClr>
                </a:solidFill>
              </a:rPr>
              <a:t>添加内容添加内容</a:t>
            </a:r>
          </a:p>
        </p:txBody>
      </p:sp>
      <p:sp>
        <p:nvSpPr>
          <p:cNvPr id="86" name="文本框 85"/>
          <p:cNvSpPr txBox="1"/>
          <p:nvPr/>
        </p:nvSpPr>
        <p:spPr>
          <a:xfrm>
            <a:off x="9061417" y="2976026"/>
            <a:ext cx="2856518" cy="830997"/>
          </a:xfrm>
          <a:prstGeom prst="rect">
            <a:avLst/>
          </a:prstGeom>
          <a:noFill/>
        </p:spPr>
        <p:txBody>
          <a:bodyPr wrap="square" rtlCol="0">
            <a:spAutoFit/>
          </a:bodyPr>
          <a:lstStyle/>
          <a:p>
            <a:pPr>
              <a:lnSpc>
                <a:spcPct val="120000"/>
              </a:lnSpc>
            </a:pPr>
            <a:r>
              <a:rPr lang="zh-CN" altLang="en-US" sz="2400" b="1" dirty="0">
                <a:solidFill>
                  <a:srgbClr val="B32887"/>
                </a:solidFill>
              </a:rPr>
              <a:t>添加标题</a:t>
            </a:r>
            <a:endParaRPr lang="en-US" altLang="zh-CN" sz="2400" b="1" dirty="0">
              <a:solidFill>
                <a:srgbClr val="B32887"/>
              </a:solidFill>
            </a:endParaRPr>
          </a:p>
          <a:p>
            <a:pPr>
              <a:lnSpc>
                <a:spcPct val="120000"/>
              </a:lnSpc>
            </a:pPr>
            <a:r>
              <a:rPr lang="zh-CN" altLang="en-US" sz="1600" dirty="0">
                <a:solidFill>
                  <a:schemeClr val="tx1">
                    <a:lumMod val="65000"/>
                    <a:lumOff val="35000"/>
                  </a:schemeClr>
                </a:solidFill>
              </a:rPr>
              <a:t>添加内容添加内容</a:t>
            </a:r>
          </a:p>
        </p:txBody>
      </p:sp>
      <p:sp>
        <p:nvSpPr>
          <p:cNvPr id="87" name="文本框 86"/>
          <p:cNvSpPr txBox="1"/>
          <p:nvPr/>
        </p:nvSpPr>
        <p:spPr>
          <a:xfrm>
            <a:off x="9061417" y="5286288"/>
            <a:ext cx="2856518" cy="830997"/>
          </a:xfrm>
          <a:prstGeom prst="rect">
            <a:avLst/>
          </a:prstGeom>
          <a:noFill/>
        </p:spPr>
        <p:txBody>
          <a:bodyPr wrap="square" rtlCol="0">
            <a:spAutoFit/>
          </a:bodyPr>
          <a:lstStyle/>
          <a:p>
            <a:pPr>
              <a:lnSpc>
                <a:spcPct val="120000"/>
              </a:lnSpc>
            </a:pPr>
            <a:r>
              <a:rPr lang="zh-CN" altLang="en-US" sz="2400" b="1" dirty="0">
                <a:solidFill>
                  <a:srgbClr val="1F65B1"/>
                </a:solidFill>
              </a:rPr>
              <a:t>添加标题</a:t>
            </a:r>
            <a:endParaRPr lang="en-US" altLang="zh-CN" sz="2400" b="1" dirty="0">
              <a:solidFill>
                <a:srgbClr val="1F65B1"/>
              </a:solidFill>
            </a:endParaRPr>
          </a:p>
          <a:p>
            <a:pPr>
              <a:lnSpc>
                <a:spcPct val="120000"/>
              </a:lnSpc>
            </a:pPr>
            <a:r>
              <a:rPr lang="zh-CN" altLang="en-US" sz="1600" dirty="0">
                <a:solidFill>
                  <a:schemeClr val="tx1">
                    <a:lumMod val="65000"/>
                    <a:lumOff val="35000"/>
                  </a:schemeClr>
                </a:solidFill>
              </a:rPr>
              <a:t>添加内容添加内容</a:t>
            </a:r>
          </a:p>
        </p:txBody>
      </p:sp>
      <p:sp>
        <p:nvSpPr>
          <p:cNvPr id="88" name="文本框 87"/>
          <p:cNvSpPr txBox="1"/>
          <p:nvPr/>
        </p:nvSpPr>
        <p:spPr>
          <a:xfrm>
            <a:off x="242908" y="2976026"/>
            <a:ext cx="2856518" cy="830997"/>
          </a:xfrm>
          <a:prstGeom prst="rect">
            <a:avLst/>
          </a:prstGeom>
          <a:noFill/>
        </p:spPr>
        <p:txBody>
          <a:bodyPr wrap="square" rtlCol="0">
            <a:spAutoFit/>
          </a:bodyPr>
          <a:lstStyle/>
          <a:p>
            <a:pPr algn="r">
              <a:lnSpc>
                <a:spcPct val="120000"/>
              </a:lnSpc>
            </a:pPr>
            <a:r>
              <a:rPr lang="zh-CN" altLang="en-US" sz="2400" b="1" dirty="0">
                <a:solidFill>
                  <a:srgbClr val="B5D241"/>
                </a:solidFill>
              </a:rPr>
              <a:t>添加标题</a:t>
            </a:r>
            <a:endParaRPr lang="en-US" altLang="zh-CN" sz="2400" b="1" dirty="0">
              <a:solidFill>
                <a:srgbClr val="B5D241"/>
              </a:solidFill>
            </a:endParaRPr>
          </a:p>
          <a:p>
            <a:pPr algn="r">
              <a:lnSpc>
                <a:spcPct val="120000"/>
              </a:lnSpc>
            </a:pPr>
            <a:r>
              <a:rPr lang="zh-CN" altLang="en-US" sz="1600" dirty="0">
                <a:solidFill>
                  <a:schemeClr val="tx1">
                    <a:lumMod val="65000"/>
                    <a:lumOff val="35000"/>
                  </a:schemeClr>
                </a:solidFill>
              </a:rPr>
              <a:t>添加内容添加内容</a:t>
            </a:r>
          </a:p>
        </p:txBody>
      </p:sp>
      <p:sp>
        <p:nvSpPr>
          <p:cNvPr id="89" name="文本框 88"/>
          <p:cNvSpPr txBox="1"/>
          <p:nvPr/>
        </p:nvSpPr>
        <p:spPr>
          <a:xfrm>
            <a:off x="242908" y="4131157"/>
            <a:ext cx="2856518" cy="830997"/>
          </a:xfrm>
          <a:prstGeom prst="rect">
            <a:avLst/>
          </a:prstGeom>
          <a:noFill/>
        </p:spPr>
        <p:txBody>
          <a:bodyPr wrap="square" rtlCol="0">
            <a:spAutoFit/>
          </a:bodyPr>
          <a:lstStyle/>
          <a:p>
            <a:pPr algn="r">
              <a:lnSpc>
                <a:spcPct val="120000"/>
              </a:lnSpc>
            </a:pPr>
            <a:r>
              <a:rPr lang="zh-CN" altLang="en-US" sz="2400" b="1" dirty="0">
                <a:solidFill>
                  <a:srgbClr val="3CA05A"/>
                </a:solidFill>
              </a:rPr>
              <a:t>添加标题</a:t>
            </a:r>
            <a:endParaRPr lang="en-US" altLang="zh-CN" sz="2400" b="1" dirty="0">
              <a:solidFill>
                <a:srgbClr val="3CA05A"/>
              </a:solidFill>
            </a:endParaRPr>
          </a:p>
          <a:p>
            <a:pPr algn="r">
              <a:lnSpc>
                <a:spcPct val="120000"/>
              </a:lnSpc>
            </a:pPr>
            <a:r>
              <a:rPr lang="zh-CN" altLang="en-US" sz="1600" dirty="0">
                <a:solidFill>
                  <a:schemeClr val="tx1">
                    <a:lumMod val="65000"/>
                    <a:lumOff val="35000"/>
                  </a:schemeClr>
                </a:solidFill>
              </a:rPr>
              <a:t>添加内容添加内容</a:t>
            </a:r>
          </a:p>
        </p:txBody>
      </p:sp>
      <p:sp>
        <p:nvSpPr>
          <p:cNvPr id="90" name="文本框 89"/>
          <p:cNvSpPr txBox="1"/>
          <p:nvPr/>
        </p:nvSpPr>
        <p:spPr>
          <a:xfrm>
            <a:off x="242908" y="5286288"/>
            <a:ext cx="2856518" cy="830997"/>
          </a:xfrm>
          <a:prstGeom prst="rect">
            <a:avLst/>
          </a:prstGeom>
          <a:noFill/>
        </p:spPr>
        <p:txBody>
          <a:bodyPr wrap="square" rtlCol="0">
            <a:spAutoFit/>
          </a:bodyPr>
          <a:lstStyle/>
          <a:p>
            <a:pPr algn="r">
              <a:lnSpc>
                <a:spcPct val="120000"/>
              </a:lnSpc>
            </a:pPr>
            <a:r>
              <a:rPr lang="zh-CN" altLang="en-US" sz="2400" b="1" dirty="0">
                <a:solidFill>
                  <a:srgbClr val="458DC3"/>
                </a:solidFill>
              </a:rPr>
              <a:t>添加标题</a:t>
            </a:r>
            <a:endParaRPr lang="en-US" altLang="zh-CN" sz="2400" b="1" dirty="0">
              <a:solidFill>
                <a:srgbClr val="458DC3"/>
              </a:solidFill>
            </a:endParaRPr>
          </a:p>
          <a:p>
            <a:pPr algn="r">
              <a:lnSpc>
                <a:spcPct val="120000"/>
              </a:lnSpc>
            </a:pPr>
            <a:r>
              <a:rPr lang="zh-CN" altLang="en-US" sz="1600" dirty="0">
                <a:solidFill>
                  <a:schemeClr val="tx1">
                    <a:lumMod val="65000"/>
                    <a:lumOff val="35000"/>
                  </a:schemeClr>
                </a:solidFill>
              </a:rPr>
              <a:t>添加内容添加内容</a:t>
            </a:r>
          </a:p>
        </p:txBody>
      </p:sp>
      <p:sp>
        <p:nvSpPr>
          <p:cNvPr id="91" name="Freeform 5"/>
          <p:cNvSpPr>
            <a:spLocks noEditPoints="1"/>
          </p:cNvSpPr>
          <p:nvPr/>
        </p:nvSpPr>
        <p:spPr bwMode="auto">
          <a:xfrm>
            <a:off x="8800783" y="5431781"/>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1F65B1"/>
          </a:solidFill>
          <a:ln>
            <a:noFill/>
          </a:ln>
        </p:spPr>
        <p:txBody>
          <a:bodyPr vert="horz" wrap="square" lIns="91440" tIns="45720" rIns="91440" bIns="45720" numCol="1" anchor="t" anchorCtr="0" compatLnSpc="1">
            <a:prstTxWarp prst="textNoShape">
              <a:avLst/>
            </a:prstTxWarp>
          </a:bodyPr>
          <a:lstStyle/>
          <a:p>
            <a:endParaRPr lang="zh-CN" altLang="en-US">
              <a:solidFill>
                <a:srgbClr val="1F65B1"/>
              </a:solidFill>
            </a:endParaRPr>
          </a:p>
        </p:txBody>
      </p:sp>
      <p:sp>
        <p:nvSpPr>
          <p:cNvPr id="92" name="Freeform 9"/>
          <p:cNvSpPr>
            <a:spLocks noEditPoints="1"/>
          </p:cNvSpPr>
          <p:nvPr/>
        </p:nvSpPr>
        <p:spPr bwMode="auto">
          <a:xfrm>
            <a:off x="8800783" y="3096249"/>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B32887"/>
          </a:solidFill>
          <a:ln>
            <a:noFill/>
          </a:ln>
        </p:spPr>
        <p:txBody>
          <a:bodyPr vert="horz" wrap="square" lIns="91440" tIns="45720" rIns="91440" bIns="45720" numCol="1" anchor="t" anchorCtr="0" compatLnSpc="1">
            <a:prstTxWarp prst="textNoShape">
              <a:avLst/>
            </a:prstTxWarp>
          </a:bodyPr>
          <a:lstStyle/>
          <a:p>
            <a:endParaRPr lang="zh-CN" altLang="en-US">
              <a:solidFill>
                <a:srgbClr val="B32887"/>
              </a:solidFill>
            </a:endParaRPr>
          </a:p>
        </p:txBody>
      </p:sp>
      <p:sp>
        <p:nvSpPr>
          <p:cNvPr id="93" name="Freeform 10"/>
          <p:cNvSpPr>
            <a:spLocks noEditPoints="1"/>
          </p:cNvSpPr>
          <p:nvPr/>
        </p:nvSpPr>
        <p:spPr bwMode="auto">
          <a:xfrm>
            <a:off x="8800783" y="4264809"/>
            <a:ext cx="295275" cy="293688"/>
          </a:xfrm>
          <a:custGeom>
            <a:avLst/>
            <a:gdLst>
              <a:gd name="T0" fmla="*/ 74 w 147"/>
              <a:gd name="T1" fmla="*/ 146 h 146"/>
              <a:gd name="T2" fmla="*/ 0 w 147"/>
              <a:gd name="T3" fmla="*/ 73 h 146"/>
              <a:gd name="T4" fmla="*/ 74 w 147"/>
              <a:gd name="T5" fmla="*/ 0 h 146"/>
              <a:gd name="T6" fmla="*/ 147 w 147"/>
              <a:gd name="T7" fmla="*/ 73 h 146"/>
              <a:gd name="T8" fmla="*/ 74 w 147"/>
              <a:gd name="T9" fmla="*/ 146 h 146"/>
              <a:gd name="T10" fmla="*/ 74 w 147"/>
              <a:gd name="T11" fmla="*/ 16 h 146"/>
              <a:gd name="T12" fmla="*/ 16 w 147"/>
              <a:gd name="T13" fmla="*/ 73 h 146"/>
              <a:gd name="T14" fmla="*/ 74 w 147"/>
              <a:gd name="T15" fmla="*/ 130 h 146"/>
              <a:gd name="T16" fmla="*/ 131 w 147"/>
              <a:gd name="T17" fmla="*/ 73 h 146"/>
              <a:gd name="T18" fmla="*/ 74 w 147"/>
              <a:gd name="T19" fmla="*/ 1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6">
                <a:moveTo>
                  <a:pt x="74" y="146"/>
                </a:moveTo>
                <a:cubicBezTo>
                  <a:pt x="33" y="146"/>
                  <a:pt x="0" y="114"/>
                  <a:pt x="0" y="73"/>
                </a:cubicBezTo>
                <a:cubicBezTo>
                  <a:pt x="0" y="33"/>
                  <a:pt x="33" y="0"/>
                  <a:pt x="74" y="0"/>
                </a:cubicBezTo>
                <a:cubicBezTo>
                  <a:pt x="114" y="0"/>
                  <a:pt x="147" y="33"/>
                  <a:pt x="147" y="73"/>
                </a:cubicBezTo>
                <a:cubicBezTo>
                  <a:pt x="147" y="114"/>
                  <a:pt x="114" y="146"/>
                  <a:pt x="74" y="146"/>
                </a:cubicBezTo>
                <a:close/>
                <a:moveTo>
                  <a:pt x="74" y="16"/>
                </a:moveTo>
                <a:cubicBezTo>
                  <a:pt x="42" y="16"/>
                  <a:pt x="16" y="41"/>
                  <a:pt x="16" y="73"/>
                </a:cubicBezTo>
                <a:cubicBezTo>
                  <a:pt x="16" y="105"/>
                  <a:pt x="42" y="130"/>
                  <a:pt x="74" y="130"/>
                </a:cubicBezTo>
                <a:cubicBezTo>
                  <a:pt x="106" y="130"/>
                  <a:pt x="131" y="105"/>
                  <a:pt x="131" y="73"/>
                </a:cubicBezTo>
                <a:cubicBezTo>
                  <a:pt x="131" y="41"/>
                  <a:pt x="106" y="16"/>
                  <a:pt x="74" y="16"/>
                </a:cubicBezTo>
                <a:close/>
              </a:path>
            </a:pathLst>
          </a:custGeom>
          <a:solidFill>
            <a:srgbClr val="564E9C"/>
          </a:solidFill>
          <a:ln>
            <a:noFill/>
          </a:ln>
        </p:spPr>
        <p:txBody>
          <a:bodyPr vert="horz" wrap="square" lIns="91440" tIns="45720" rIns="91440" bIns="45720" numCol="1" anchor="t" anchorCtr="0" compatLnSpc="1">
            <a:prstTxWarp prst="textNoShape">
              <a:avLst/>
            </a:prstTxWarp>
          </a:bodyPr>
          <a:lstStyle/>
          <a:p>
            <a:endParaRPr lang="zh-CN" altLang="en-US">
              <a:solidFill>
                <a:srgbClr val="564E9C"/>
              </a:solidFill>
            </a:endParaRPr>
          </a:p>
        </p:txBody>
      </p:sp>
      <p:sp>
        <p:nvSpPr>
          <p:cNvPr id="94" name="Freeform 9"/>
          <p:cNvSpPr>
            <a:spLocks noEditPoints="1"/>
          </p:cNvSpPr>
          <p:nvPr/>
        </p:nvSpPr>
        <p:spPr bwMode="auto">
          <a:xfrm>
            <a:off x="3051213" y="1898914"/>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F1903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5" name="文本框 94"/>
          <p:cNvSpPr txBox="1"/>
          <p:nvPr/>
        </p:nvSpPr>
        <p:spPr>
          <a:xfrm>
            <a:off x="9061417" y="1778691"/>
            <a:ext cx="2856518" cy="830997"/>
          </a:xfrm>
          <a:prstGeom prst="rect">
            <a:avLst/>
          </a:prstGeom>
          <a:noFill/>
        </p:spPr>
        <p:txBody>
          <a:bodyPr wrap="square" rtlCol="0">
            <a:spAutoFit/>
          </a:bodyPr>
          <a:lstStyle/>
          <a:p>
            <a:pPr>
              <a:lnSpc>
                <a:spcPct val="120000"/>
              </a:lnSpc>
            </a:pPr>
            <a:r>
              <a:rPr lang="zh-CN" altLang="en-US" sz="2400" b="1" dirty="0">
                <a:solidFill>
                  <a:srgbClr val="297FB8"/>
                </a:solidFill>
              </a:rPr>
              <a:t>添加标题</a:t>
            </a:r>
            <a:endParaRPr lang="en-US" altLang="zh-CN" sz="2400" b="1" dirty="0">
              <a:solidFill>
                <a:srgbClr val="297FB8"/>
              </a:solidFill>
            </a:endParaRPr>
          </a:p>
          <a:p>
            <a:pPr>
              <a:lnSpc>
                <a:spcPct val="120000"/>
              </a:lnSpc>
            </a:pPr>
            <a:r>
              <a:rPr lang="zh-CN" altLang="en-US" sz="1600" dirty="0">
                <a:solidFill>
                  <a:schemeClr val="tx1">
                    <a:lumMod val="65000"/>
                    <a:lumOff val="35000"/>
                  </a:schemeClr>
                </a:solidFill>
              </a:rPr>
              <a:t>添加内容添加内容</a:t>
            </a:r>
          </a:p>
        </p:txBody>
      </p:sp>
      <p:sp>
        <p:nvSpPr>
          <p:cNvPr id="96" name="文本框 95"/>
          <p:cNvSpPr txBox="1"/>
          <p:nvPr/>
        </p:nvSpPr>
        <p:spPr>
          <a:xfrm>
            <a:off x="242908" y="1778691"/>
            <a:ext cx="2856518" cy="830997"/>
          </a:xfrm>
          <a:prstGeom prst="rect">
            <a:avLst/>
          </a:prstGeom>
          <a:noFill/>
        </p:spPr>
        <p:txBody>
          <a:bodyPr wrap="square" rtlCol="0">
            <a:spAutoFit/>
          </a:bodyPr>
          <a:lstStyle/>
          <a:p>
            <a:pPr algn="r">
              <a:lnSpc>
                <a:spcPct val="120000"/>
              </a:lnSpc>
            </a:pPr>
            <a:r>
              <a:rPr lang="zh-CN" altLang="en-US" sz="2400" b="1" dirty="0">
                <a:solidFill>
                  <a:srgbClr val="F19030"/>
                </a:solidFill>
              </a:rPr>
              <a:t>添加标题</a:t>
            </a:r>
            <a:endParaRPr lang="en-US" altLang="zh-CN" sz="2400" b="1" dirty="0">
              <a:solidFill>
                <a:srgbClr val="F19030"/>
              </a:solidFill>
            </a:endParaRPr>
          </a:p>
          <a:p>
            <a:pPr algn="r">
              <a:lnSpc>
                <a:spcPct val="120000"/>
              </a:lnSpc>
            </a:pPr>
            <a:r>
              <a:rPr lang="zh-CN" altLang="en-US" sz="1600" dirty="0">
                <a:solidFill>
                  <a:schemeClr val="tx1">
                    <a:lumMod val="65000"/>
                    <a:lumOff val="35000"/>
                  </a:schemeClr>
                </a:solidFill>
              </a:rPr>
              <a:t>添加内容添加内容</a:t>
            </a:r>
          </a:p>
        </p:txBody>
      </p:sp>
      <p:sp>
        <p:nvSpPr>
          <p:cNvPr id="97" name="Freeform 9"/>
          <p:cNvSpPr>
            <a:spLocks noEditPoints="1"/>
          </p:cNvSpPr>
          <p:nvPr/>
        </p:nvSpPr>
        <p:spPr bwMode="auto">
          <a:xfrm>
            <a:off x="8800783" y="1898914"/>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F1903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9"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八项并列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494675926"/>
      </p:ext>
    </p:extLst>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组合 19"/>
          <p:cNvGrpSpPr/>
          <p:nvPr/>
        </p:nvGrpSpPr>
        <p:grpSpPr>
          <a:xfrm>
            <a:off x="3559444" y="1400431"/>
            <a:ext cx="5073112" cy="4925036"/>
            <a:chOff x="1479550" y="325438"/>
            <a:chExt cx="6472238" cy="6283325"/>
          </a:xfrm>
        </p:grpSpPr>
        <p:sp>
          <p:nvSpPr>
            <p:cNvPr id="2" name="Oval 5"/>
            <p:cNvSpPr>
              <a:spLocks noChangeArrowheads="1"/>
            </p:cNvSpPr>
            <p:nvPr/>
          </p:nvSpPr>
          <p:spPr bwMode="auto">
            <a:xfrm>
              <a:off x="2860675" y="1577975"/>
              <a:ext cx="3705225" cy="3706813"/>
            </a:xfrm>
            <a:prstGeom prst="ellipse">
              <a:avLst/>
            </a:prstGeom>
            <a:solidFill>
              <a:schemeClr val="tx1">
                <a:lumMod val="50000"/>
                <a:lumOff val="50000"/>
              </a:schemeClr>
            </a:solid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 name="Oval 6"/>
            <p:cNvSpPr>
              <a:spLocks noChangeArrowheads="1"/>
            </p:cNvSpPr>
            <p:nvPr/>
          </p:nvSpPr>
          <p:spPr bwMode="auto">
            <a:xfrm>
              <a:off x="3306763" y="2025650"/>
              <a:ext cx="2811463" cy="2811463"/>
            </a:xfrm>
            <a:prstGeom prst="ellipse">
              <a:avLst/>
            </a:prstGeom>
            <a:solidFill>
              <a:srgbClr val="E6E7E9"/>
            </a:solidFill>
            <a:ln>
              <a:noFill/>
            </a:ln>
            <a:effectLst>
              <a:innerShdw blurRad="203200" dist="12700">
                <a:schemeClr val="tx1">
                  <a:lumMod val="65000"/>
                  <a:lumOff val="35000"/>
                  <a:alpha val="84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4" name="Freeform 10"/>
            <p:cNvSpPr>
              <a:spLocks/>
            </p:cNvSpPr>
            <p:nvPr/>
          </p:nvSpPr>
          <p:spPr bwMode="auto">
            <a:xfrm>
              <a:off x="2374900" y="1108075"/>
              <a:ext cx="1681163" cy="1679575"/>
            </a:xfrm>
            <a:custGeom>
              <a:avLst/>
              <a:gdLst>
                <a:gd name="T0" fmla="*/ 0 w 947"/>
                <a:gd name="T1" fmla="*/ 46 h 946"/>
                <a:gd name="T2" fmla="*/ 0 w 947"/>
                <a:gd name="T3" fmla="*/ 426 h 946"/>
                <a:gd name="T4" fmla="*/ 33 w 947"/>
                <a:gd name="T5" fmla="*/ 440 h 946"/>
                <a:gd name="T6" fmla="*/ 79 w 947"/>
                <a:gd name="T7" fmla="*/ 394 h 946"/>
                <a:gd name="T8" fmla="*/ 621 w 947"/>
                <a:gd name="T9" fmla="*/ 935 h 946"/>
                <a:gd name="T10" fmla="*/ 660 w 947"/>
                <a:gd name="T11" fmla="*/ 935 h 946"/>
                <a:gd name="T12" fmla="*/ 937 w 947"/>
                <a:gd name="T13" fmla="*/ 658 h 946"/>
                <a:gd name="T14" fmla="*/ 937 w 947"/>
                <a:gd name="T15" fmla="*/ 619 h 946"/>
                <a:gd name="T16" fmla="*/ 395 w 947"/>
                <a:gd name="T17" fmla="*/ 78 h 946"/>
                <a:gd name="T18" fmla="*/ 440 w 947"/>
                <a:gd name="T19" fmla="*/ 33 h 946"/>
                <a:gd name="T20" fmla="*/ 427 w 947"/>
                <a:gd name="T21" fmla="*/ 0 h 946"/>
                <a:gd name="T22" fmla="*/ 47 w 947"/>
                <a:gd name="T23" fmla="*/ 0 h 946"/>
                <a:gd name="T24" fmla="*/ 0 w 947"/>
                <a:gd name="T25" fmla="*/ 46 h 9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47" h="946">
                  <a:moveTo>
                    <a:pt x="0" y="46"/>
                  </a:moveTo>
                  <a:cubicBezTo>
                    <a:pt x="0" y="426"/>
                    <a:pt x="0" y="426"/>
                    <a:pt x="0" y="426"/>
                  </a:cubicBezTo>
                  <a:cubicBezTo>
                    <a:pt x="0" y="452"/>
                    <a:pt x="15" y="458"/>
                    <a:pt x="33" y="440"/>
                  </a:cubicBezTo>
                  <a:cubicBezTo>
                    <a:pt x="79" y="394"/>
                    <a:pt x="79" y="394"/>
                    <a:pt x="79" y="394"/>
                  </a:cubicBezTo>
                  <a:cubicBezTo>
                    <a:pt x="621" y="935"/>
                    <a:pt x="621" y="935"/>
                    <a:pt x="621" y="935"/>
                  </a:cubicBezTo>
                  <a:cubicBezTo>
                    <a:pt x="632" y="946"/>
                    <a:pt x="649" y="946"/>
                    <a:pt x="660" y="935"/>
                  </a:cubicBezTo>
                  <a:cubicBezTo>
                    <a:pt x="937" y="658"/>
                    <a:pt x="937" y="658"/>
                    <a:pt x="937" y="658"/>
                  </a:cubicBezTo>
                  <a:cubicBezTo>
                    <a:pt x="947" y="648"/>
                    <a:pt x="947" y="630"/>
                    <a:pt x="937" y="619"/>
                  </a:cubicBezTo>
                  <a:cubicBezTo>
                    <a:pt x="395" y="78"/>
                    <a:pt x="395" y="78"/>
                    <a:pt x="395" y="78"/>
                  </a:cubicBezTo>
                  <a:cubicBezTo>
                    <a:pt x="440" y="33"/>
                    <a:pt x="440" y="33"/>
                    <a:pt x="440" y="33"/>
                  </a:cubicBezTo>
                  <a:cubicBezTo>
                    <a:pt x="458" y="15"/>
                    <a:pt x="452" y="0"/>
                    <a:pt x="427" y="0"/>
                  </a:cubicBezTo>
                  <a:cubicBezTo>
                    <a:pt x="47" y="0"/>
                    <a:pt x="47" y="0"/>
                    <a:pt x="47" y="0"/>
                  </a:cubicBezTo>
                  <a:cubicBezTo>
                    <a:pt x="21" y="0"/>
                    <a:pt x="0" y="21"/>
                    <a:pt x="0" y="46"/>
                  </a:cubicBezTo>
                  <a:close/>
                </a:path>
              </a:pathLst>
            </a:custGeom>
            <a:solidFill>
              <a:srgbClr val="81C822"/>
            </a:solidFill>
            <a:ln w="28575" cap="flat">
              <a:solidFill>
                <a:schemeClr val="bg1"/>
              </a:solidFill>
              <a:prstDash val="solid"/>
              <a:miter lim="800000"/>
              <a:headEnd/>
              <a:tailEnd/>
            </a:ln>
            <a:effectLst>
              <a:outerShdw blurRad="12700" dist="50800" dir="3000000" algn="tl"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zh-CN" altLang="en-US"/>
            </a:p>
          </p:txBody>
        </p:sp>
        <p:sp>
          <p:nvSpPr>
            <p:cNvPr id="5" name="Freeform 12"/>
            <p:cNvSpPr>
              <a:spLocks/>
            </p:cNvSpPr>
            <p:nvPr/>
          </p:nvSpPr>
          <p:spPr bwMode="auto">
            <a:xfrm>
              <a:off x="5292725" y="1220788"/>
              <a:ext cx="1679575" cy="1681163"/>
            </a:xfrm>
            <a:custGeom>
              <a:avLst/>
              <a:gdLst>
                <a:gd name="T0" fmla="*/ 900 w 946"/>
                <a:gd name="T1" fmla="*/ 0 h 947"/>
                <a:gd name="T2" fmla="*/ 520 w 946"/>
                <a:gd name="T3" fmla="*/ 0 h 947"/>
                <a:gd name="T4" fmla="*/ 506 w 946"/>
                <a:gd name="T5" fmla="*/ 33 h 947"/>
                <a:gd name="T6" fmla="*/ 552 w 946"/>
                <a:gd name="T7" fmla="*/ 79 h 947"/>
                <a:gd name="T8" fmla="*/ 11 w 946"/>
                <a:gd name="T9" fmla="*/ 621 h 947"/>
                <a:gd name="T10" fmla="*/ 11 w 946"/>
                <a:gd name="T11" fmla="*/ 660 h 947"/>
                <a:gd name="T12" fmla="*/ 288 w 946"/>
                <a:gd name="T13" fmla="*/ 937 h 947"/>
                <a:gd name="T14" fmla="*/ 327 w 946"/>
                <a:gd name="T15" fmla="*/ 937 h 947"/>
                <a:gd name="T16" fmla="*/ 868 w 946"/>
                <a:gd name="T17" fmla="*/ 395 h 947"/>
                <a:gd name="T18" fmla="*/ 913 w 946"/>
                <a:gd name="T19" fmla="*/ 440 h 947"/>
                <a:gd name="T20" fmla="*/ 946 w 946"/>
                <a:gd name="T21" fmla="*/ 427 h 947"/>
                <a:gd name="T22" fmla="*/ 946 w 946"/>
                <a:gd name="T23" fmla="*/ 47 h 947"/>
                <a:gd name="T24" fmla="*/ 900 w 946"/>
                <a:gd name="T25" fmla="*/ 0 h 9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46" h="947">
                  <a:moveTo>
                    <a:pt x="900" y="0"/>
                  </a:moveTo>
                  <a:cubicBezTo>
                    <a:pt x="520" y="0"/>
                    <a:pt x="520" y="0"/>
                    <a:pt x="520" y="0"/>
                  </a:cubicBezTo>
                  <a:cubicBezTo>
                    <a:pt x="494" y="0"/>
                    <a:pt x="488" y="15"/>
                    <a:pt x="506" y="33"/>
                  </a:cubicBezTo>
                  <a:cubicBezTo>
                    <a:pt x="552" y="79"/>
                    <a:pt x="552" y="79"/>
                    <a:pt x="552" y="79"/>
                  </a:cubicBezTo>
                  <a:cubicBezTo>
                    <a:pt x="11" y="621"/>
                    <a:pt x="11" y="621"/>
                    <a:pt x="11" y="621"/>
                  </a:cubicBezTo>
                  <a:cubicBezTo>
                    <a:pt x="0" y="632"/>
                    <a:pt x="0" y="649"/>
                    <a:pt x="11" y="660"/>
                  </a:cubicBezTo>
                  <a:cubicBezTo>
                    <a:pt x="288" y="937"/>
                    <a:pt x="288" y="937"/>
                    <a:pt x="288" y="937"/>
                  </a:cubicBezTo>
                  <a:cubicBezTo>
                    <a:pt x="298" y="947"/>
                    <a:pt x="316" y="947"/>
                    <a:pt x="327" y="937"/>
                  </a:cubicBezTo>
                  <a:cubicBezTo>
                    <a:pt x="868" y="395"/>
                    <a:pt x="868" y="395"/>
                    <a:pt x="868" y="395"/>
                  </a:cubicBezTo>
                  <a:cubicBezTo>
                    <a:pt x="913" y="440"/>
                    <a:pt x="913" y="440"/>
                    <a:pt x="913" y="440"/>
                  </a:cubicBezTo>
                  <a:cubicBezTo>
                    <a:pt x="931" y="458"/>
                    <a:pt x="946" y="452"/>
                    <a:pt x="946" y="427"/>
                  </a:cubicBezTo>
                  <a:cubicBezTo>
                    <a:pt x="946" y="47"/>
                    <a:pt x="946" y="47"/>
                    <a:pt x="946" y="47"/>
                  </a:cubicBezTo>
                  <a:cubicBezTo>
                    <a:pt x="946" y="21"/>
                    <a:pt x="925" y="0"/>
                    <a:pt x="900" y="0"/>
                  </a:cubicBezTo>
                  <a:close/>
                </a:path>
              </a:pathLst>
            </a:custGeom>
            <a:solidFill>
              <a:srgbClr val="2A7BAB"/>
            </a:solidFill>
            <a:ln w="28575" cap="flat">
              <a:solidFill>
                <a:schemeClr val="bg1"/>
              </a:solidFill>
              <a:prstDash val="solid"/>
              <a:miter lim="800000"/>
              <a:headEnd/>
              <a:tailEnd/>
            </a:ln>
            <a:effectLst>
              <a:outerShdw blurRad="12700" dist="50800" dir="3000000" algn="tl"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zh-CN" altLang="en-US"/>
            </a:p>
          </p:txBody>
        </p:sp>
        <p:sp>
          <p:nvSpPr>
            <p:cNvPr id="6" name="Freeform 14"/>
            <p:cNvSpPr>
              <a:spLocks/>
            </p:cNvSpPr>
            <p:nvPr/>
          </p:nvSpPr>
          <p:spPr bwMode="auto">
            <a:xfrm>
              <a:off x="5976938" y="2870200"/>
              <a:ext cx="1974850" cy="1133475"/>
            </a:xfrm>
            <a:custGeom>
              <a:avLst/>
              <a:gdLst>
                <a:gd name="T0" fmla="*/ 1095 w 1113"/>
                <a:gd name="T1" fmla="*/ 286 h 638"/>
                <a:gd name="T2" fmla="*/ 826 w 1113"/>
                <a:gd name="T3" fmla="*/ 18 h 638"/>
                <a:gd name="T4" fmla="*/ 794 w 1113"/>
                <a:gd name="T5" fmla="*/ 31 h 638"/>
                <a:gd name="T6" fmla="*/ 794 w 1113"/>
                <a:gd name="T7" fmla="*/ 96 h 638"/>
                <a:gd name="T8" fmla="*/ 28 w 1113"/>
                <a:gd name="T9" fmla="*/ 96 h 638"/>
                <a:gd name="T10" fmla="*/ 0 w 1113"/>
                <a:gd name="T11" fmla="*/ 124 h 638"/>
                <a:gd name="T12" fmla="*/ 0 w 1113"/>
                <a:gd name="T13" fmla="*/ 516 h 638"/>
                <a:gd name="T14" fmla="*/ 28 w 1113"/>
                <a:gd name="T15" fmla="*/ 543 h 638"/>
                <a:gd name="T16" fmla="*/ 794 w 1113"/>
                <a:gd name="T17" fmla="*/ 543 h 638"/>
                <a:gd name="T18" fmla="*/ 794 w 1113"/>
                <a:gd name="T19" fmla="*/ 607 h 638"/>
                <a:gd name="T20" fmla="*/ 826 w 1113"/>
                <a:gd name="T21" fmla="*/ 620 h 638"/>
                <a:gd name="T22" fmla="*/ 1095 w 1113"/>
                <a:gd name="T23" fmla="*/ 352 h 638"/>
                <a:gd name="T24" fmla="*/ 1095 w 1113"/>
                <a:gd name="T25" fmla="*/ 286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13" h="638">
                  <a:moveTo>
                    <a:pt x="1095" y="286"/>
                  </a:moveTo>
                  <a:cubicBezTo>
                    <a:pt x="826" y="18"/>
                    <a:pt x="826" y="18"/>
                    <a:pt x="826" y="18"/>
                  </a:cubicBezTo>
                  <a:cubicBezTo>
                    <a:pt x="808" y="0"/>
                    <a:pt x="794" y="6"/>
                    <a:pt x="794" y="31"/>
                  </a:cubicBezTo>
                  <a:cubicBezTo>
                    <a:pt x="794" y="96"/>
                    <a:pt x="794" y="96"/>
                    <a:pt x="794" y="96"/>
                  </a:cubicBezTo>
                  <a:cubicBezTo>
                    <a:pt x="28" y="96"/>
                    <a:pt x="28" y="96"/>
                    <a:pt x="28" y="96"/>
                  </a:cubicBezTo>
                  <a:cubicBezTo>
                    <a:pt x="13" y="96"/>
                    <a:pt x="0" y="109"/>
                    <a:pt x="0" y="124"/>
                  </a:cubicBezTo>
                  <a:cubicBezTo>
                    <a:pt x="0" y="516"/>
                    <a:pt x="0" y="516"/>
                    <a:pt x="0" y="516"/>
                  </a:cubicBezTo>
                  <a:cubicBezTo>
                    <a:pt x="0" y="531"/>
                    <a:pt x="13" y="543"/>
                    <a:pt x="28" y="543"/>
                  </a:cubicBezTo>
                  <a:cubicBezTo>
                    <a:pt x="794" y="543"/>
                    <a:pt x="794" y="543"/>
                    <a:pt x="794" y="543"/>
                  </a:cubicBezTo>
                  <a:cubicBezTo>
                    <a:pt x="794" y="607"/>
                    <a:pt x="794" y="607"/>
                    <a:pt x="794" y="607"/>
                  </a:cubicBezTo>
                  <a:cubicBezTo>
                    <a:pt x="794" y="632"/>
                    <a:pt x="808" y="638"/>
                    <a:pt x="826" y="620"/>
                  </a:cubicBezTo>
                  <a:cubicBezTo>
                    <a:pt x="1095" y="352"/>
                    <a:pt x="1095" y="352"/>
                    <a:pt x="1095" y="352"/>
                  </a:cubicBezTo>
                  <a:cubicBezTo>
                    <a:pt x="1113" y="334"/>
                    <a:pt x="1113" y="304"/>
                    <a:pt x="1095" y="286"/>
                  </a:cubicBezTo>
                  <a:close/>
                </a:path>
              </a:pathLst>
            </a:custGeom>
            <a:solidFill>
              <a:srgbClr val="455562"/>
            </a:solidFill>
            <a:ln w="28575" cap="flat">
              <a:solidFill>
                <a:schemeClr val="bg1"/>
              </a:solidFill>
              <a:prstDash val="solid"/>
              <a:miter lim="800000"/>
              <a:headEnd/>
              <a:tailEnd/>
            </a:ln>
            <a:effectLst>
              <a:outerShdw blurRad="12700" dist="50800" dir="3000000" algn="tl"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zh-CN" altLang="en-US"/>
            </a:p>
          </p:txBody>
        </p:sp>
        <p:sp>
          <p:nvSpPr>
            <p:cNvPr id="7" name="Freeform 16"/>
            <p:cNvSpPr>
              <a:spLocks/>
            </p:cNvSpPr>
            <p:nvPr/>
          </p:nvSpPr>
          <p:spPr bwMode="auto">
            <a:xfrm>
              <a:off x="5305425" y="4076700"/>
              <a:ext cx="1681163" cy="1679575"/>
            </a:xfrm>
            <a:custGeom>
              <a:avLst/>
              <a:gdLst>
                <a:gd name="T0" fmla="*/ 947 w 947"/>
                <a:gd name="T1" fmla="*/ 900 h 946"/>
                <a:gd name="T2" fmla="*/ 947 w 947"/>
                <a:gd name="T3" fmla="*/ 520 h 946"/>
                <a:gd name="T4" fmla="*/ 914 w 947"/>
                <a:gd name="T5" fmla="*/ 506 h 946"/>
                <a:gd name="T6" fmla="*/ 868 w 947"/>
                <a:gd name="T7" fmla="*/ 552 h 946"/>
                <a:gd name="T8" fmla="*/ 326 w 947"/>
                <a:gd name="T9" fmla="*/ 11 h 946"/>
                <a:gd name="T10" fmla="*/ 287 w 947"/>
                <a:gd name="T11" fmla="*/ 11 h 946"/>
                <a:gd name="T12" fmla="*/ 10 w 947"/>
                <a:gd name="T13" fmla="*/ 288 h 946"/>
                <a:gd name="T14" fmla="*/ 10 w 947"/>
                <a:gd name="T15" fmla="*/ 327 h 946"/>
                <a:gd name="T16" fmla="*/ 552 w 947"/>
                <a:gd name="T17" fmla="*/ 868 h 946"/>
                <a:gd name="T18" fmla="*/ 507 w 947"/>
                <a:gd name="T19" fmla="*/ 913 h 946"/>
                <a:gd name="T20" fmla="*/ 520 w 947"/>
                <a:gd name="T21" fmla="*/ 946 h 946"/>
                <a:gd name="T22" fmla="*/ 900 w 947"/>
                <a:gd name="T23" fmla="*/ 946 h 946"/>
                <a:gd name="T24" fmla="*/ 947 w 947"/>
                <a:gd name="T25" fmla="*/ 900 h 9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47" h="946">
                  <a:moveTo>
                    <a:pt x="947" y="900"/>
                  </a:moveTo>
                  <a:cubicBezTo>
                    <a:pt x="947" y="520"/>
                    <a:pt x="947" y="520"/>
                    <a:pt x="947" y="520"/>
                  </a:cubicBezTo>
                  <a:cubicBezTo>
                    <a:pt x="947" y="494"/>
                    <a:pt x="932" y="488"/>
                    <a:pt x="914" y="506"/>
                  </a:cubicBezTo>
                  <a:cubicBezTo>
                    <a:pt x="868" y="552"/>
                    <a:pt x="868" y="552"/>
                    <a:pt x="868" y="552"/>
                  </a:cubicBezTo>
                  <a:cubicBezTo>
                    <a:pt x="326" y="11"/>
                    <a:pt x="326" y="11"/>
                    <a:pt x="326" y="11"/>
                  </a:cubicBezTo>
                  <a:cubicBezTo>
                    <a:pt x="315" y="0"/>
                    <a:pt x="298" y="0"/>
                    <a:pt x="287" y="11"/>
                  </a:cubicBezTo>
                  <a:cubicBezTo>
                    <a:pt x="10" y="288"/>
                    <a:pt x="10" y="288"/>
                    <a:pt x="10" y="288"/>
                  </a:cubicBezTo>
                  <a:cubicBezTo>
                    <a:pt x="0" y="298"/>
                    <a:pt x="0" y="316"/>
                    <a:pt x="10" y="327"/>
                  </a:cubicBezTo>
                  <a:cubicBezTo>
                    <a:pt x="552" y="868"/>
                    <a:pt x="552" y="868"/>
                    <a:pt x="552" y="868"/>
                  </a:cubicBezTo>
                  <a:cubicBezTo>
                    <a:pt x="507" y="913"/>
                    <a:pt x="507" y="913"/>
                    <a:pt x="507" y="913"/>
                  </a:cubicBezTo>
                  <a:cubicBezTo>
                    <a:pt x="489" y="931"/>
                    <a:pt x="495" y="946"/>
                    <a:pt x="520" y="946"/>
                  </a:cubicBezTo>
                  <a:cubicBezTo>
                    <a:pt x="900" y="946"/>
                    <a:pt x="900" y="946"/>
                    <a:pt x="900" y="946"/>
                  </a:cubicBezTo>
                  <a:cubicBezTo>
                    <a:pt x="926" y="946"/>
                    <a:pt x="947" y="925"/>
                    <a:pt x="947" y="900"/>
                  </a:cubicBezTo>
                  <a:close/>
                </a:path>
              </a:pathLst>
            </a:custGeom>
            <a:solidFill>
              <a:srgbClr val="ED9C27"/>
            </a:solidFill>
            <a:ln w="28575" cap="flat">
              <a:solidFill>
                <a:schemeClr val="bg1"/>
              </a:solidFill>
              <a:prstDash val="solid"/>
              <a:miter lim="800000"/>
              <a:headEnd/>
              <a:tailEnd/>
            </a:ln>
            <a:effectLst>
              <a:outerShdw blurRad="12700" dist="50800" dir="3000000" algn="tl"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zh-CN" altLang="en-US"/>
            </a:p>
          </p:txBody>
        </p:sp>
        <p:sp>
          <p:nvSpPr>
            <p:cNvPr id="8" name="Freeform 18"/>
            <p:cNvSpPr>
              <a:spLocks/>
            </p:cNvSpPr>
            <p:nvPr/>
          </p:nvSpPr>
          <p:spPr bwMode="auto">
            <a:xfrm>
              <a:off x="4141788" y="4632325"/>
              <a:ext cx="1131888" cy="1976438"/>
            </a:xfrm>
            <a:custGeom>
              <a:avLst/>
              <a:gdLst>
                <a:gd name="T0" fmla="*/ 352 w 638"/>
                <a:gd name="T1" fmla="*/ 1095 h 1113"/>
                <a:gd name="T2" fmla="*/ 620 w 638"/>
                <a:gd name="T3" fmla="*/ 826 h 1113"/>
                <a:gd name="T4" fmla="*/ 607 w 638"/>
                <a:gd name="T5" fmla="*/ 794 h 1113"/>
                <a:gd name="T6" fmla="*/ 542 w 638"/>
                <a:gd name="T7" fmla="*/ 794 h 1113"/>
                <a:gd name="T8" fmla="*/ 542 w 638"/>
                <a:gd name="T9" fmla="*/ 28 h 1113"/>
                <a:gd name="T10" fmla="*/ 514 w 638"/>
                <a:gd name="T11" fmla="*/ 0 h 1113"/>
                <a:gd name="T12" fmla="*/ 122 w 638"/>
                <a:gd name="T13" fmla="*/ 0 h 1113"/>
                <a:gd name="T14" fmla="*/ 95 w 638"/>
                <a:gd name="T15" fmla="*/ 28 h 1113"/>
                <a:gd name="T16" fmla="*/ 95 w 638"/>
                <a:gd name="T17" fmla="*/ 794 h 1113"/>
                <a:gd name="T18" fmla="*/ 31 w 638"/>
                <a:gd name="T19" fmla="*/ 794 h 1113"/>
                <a:gd name="T20" fmla="*/ 18 w 638"/>
                <a:gd name="T21" fmla="*/ 826 h 1113"/>
                <a:gd name="T22" fmla="*/ 286 w 638"/>
                <a:gd name="T23" fmla="*/ 1095 h 1113"/>
                <a:gd name="T24" fmla="*/ 352 w 638"/>
                <a:gd name="T25" fmla="*/ 1095 h 1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8" h="1113">
                  <a:moveTo>
                    <a:pt x="352" y="1095"/>
                  </a:moveTo>
                  <a:cubicBezTo>
                    <a:pt x="620" y="826"/>
                    <a:pt x="620" y="826"/>
                    <a:pt x="620" y="826"/>
                  </a:cubicBezTo>
                  <a:cubicBezTo>
                    <a:pt x="638" y="808"/>
                    <a:pt x="632" y="794"/>
                    <a:pt x="607" y="794"/>
                  </a:cubicBezTo>
                  <a:cubicBezTo>
                    <a:pt x="542" y="794"/>
                    <a:pt x="542" y="794"/>
                    <a:pt x="542" y="794"/>
                  </a:cubicBezTo>
                  <a:cubicBezTo>
                    <a:pt x="542" y="28"/>
                    <a:pt x="542" y="28"/>
                    <a:pt x="542" y="28"/>
                  </a:cubicBezTo>
                  <a:cubicBezTo>
                    <a:pt x="542" y="13"/>
                    <a:pt x="529" y="0"/>
                    <a:pt x="514" y="0"/>
                  </a:cubicBezTo>
                  <a:cubicBezTo>
                    <a:pt x="122" y="0"/>
                    <a:pt x="122" y="0"/>
                    <a:pt x="122" y="0"/>
                  </a:cubicBezTo>
                  <a:cubicBezTo>
                    <a:pt x="107" y="0"/>
                    <a:pt x="95" y="13"/>
                    <a:pt x="95" y="28"/>
                  </a:cubicBezTo>
                  <a:cubicBezTo>
                    <a:pt x="95" y="794"/>
                    <a:pt x="95" y="794"/>
                    <a:pt x="95" y="794"/>
                  </a:cubicBezTo>
                  <a:cubicBezTo>
                    <a:pt x="31" y="794"/>
                    <a:pt x="31" y="794"/>
                    <a:pt x="31" y="794"/>
                  </a:cubicBezTo>
                  <a:cubicBezTo>
                    <a:pt x="6" y="794"/>
                    <a:pt x="0" y="808"/>
                    <a:pt x="18" y="826"/>
                  </a:cubicBezTo>
                  <a:cubicBezTo>
                    <a:pt x="286" y="1095"/>
                    <a:pt x="286" y="1095"/>
                    <a:pt x="286" y="1095"/>
                  </a:cubicBezTo>
                  <a:cubicBezTo>
                    <a:pt x="304" y="1113"/>
                    <a:pt x="334" y="1113"/>
                    <a:pt x="352" y="1095"/>
                  </a:cubicBezTo>
                  <a:close/>
                </a:path>
              </a:pathLst>
            </a:custGeom>
            <a:solidFill>
              <a:srgbClr val="F3772D"/>
            </a:solidFill>
            <a:ln w="28575" cap="flat">
              <a:solidFill>
                <a:schemeClr val="bg1"/>
              </a:solidFill>
              <a:prstDash val="solid"/>
              <a:miter lim="800000"/>
              <a:headEnd/>
              <a:tailEnd/>
            </a:ln>
            <a:effectLst>
              <a:outerShdw blurRad="12700" dist="50800" dir="3000000" algn="tl"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zh-CN" altLang="en-US"/>
            </a:p>
          </p:txBody>
        </p:sp>
        <p:sp>
          <p:nvSpPr>
            <p:cNvPr id="9" name="Freeform 20"/>
            <p:cNvSpPr>
              <a:spLocks/>
            </p:cNvSpPr>
            <p:nvPr/>
          </p:nvSpPr>
          <p:spPr bwMode="auto">
            <a:xfrm>
              <a:off x="2389188" y="4068763"/>
              <a:ext cx="1679575" cy="1681163"/>
            </a:xfrm>
            <a:custGeom>
              <a:avLst/>
              <a:gdLst>
                <a:gd name="T0" fmla="*/ 46 w 946"/>
                <a:gd name="T1" fmla="*/ 947 h 947"/>
                <a:gd name="T2" fmla="*/ 426 w 946"/>
                <a:gd name="T3" fmla="*/ 947 h 947"/>
                <a:gd name="T4" fmla="*/ 440 w 946"/>
                <a:gd name="T5" fmla="*/ 914 h 947"/>
                <a:gd name="T6" fmla="*/ 394 w 946"/>
                <a:gd name="T7" fmla="*/ 868 h 947"/>
                <a:gd name="T8" fmla="*/ 935 w 946"/>
                <a:gd name="T9" fmla="*/ 326 h 947"/>
                <a:gd name="T10" fmla="*/ 935 w 946"/>
                <a:gd name="T11" fmla="*/ 287 h 947"/>
                <a:gd name="T12" fmla="*/ 658 w 946"/>
                <a:gd name="T13" fmla="*/ 10 h 947"/>
                <a:gd name="T14" fmla="*/ 619 w 946"/>
                <a:gd name="T15" fmla="*/ 10 h 947"/>
                <a:gd name="T16" fmla="*/ 78 w 946"/>
                <a:gd name="T17" fmla="*/ 552 h 947"/>
                <a:gd name="T18" fmla="*/ 33 w 946"/>
                <a:gd name="T19" fmla="*/ 507 h 947"/>
                <a:gd name="T20" fmla="*/ 0 w 946"/>
                <a:gd name="T21" fmla="*/ 521 h 947"/>
                <a:gd name="T22" fmla="*/ 0 w 946"/>
                <a:gd name="T23" fmla="*/ 900 h 947"/>
                <a:gd name="T24" fmla="*/ 46 w 946"/>
                <a:gd name="T25" fmla="*/ 947 h 9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46" h="947">
                  <a:moveTo>
                    <a:pt x="46" y="947"/>
                  </a:moveTo>
                  <a:cubicBezTo>
                    <a:pt x="426" y="947"/>
                    <a:pt x="426" y="947"/>
                    <a:pt x="426" y="947"/>
                  </a:cubicBezTo>
                  <a:cubicBezTo>
                    <a:pt x="452" y="947"/>
                    <a:pt x="458" y="932"/>
                    <a:pt x="440" y="914"/>
                  </a:cubicBezTo>
                  <a:cubicBezTo>
                    <a:pt x="394" y="868"/>
                    <a:pt x="394" y="868"/>
                    <a:pt x="394" y="868"/>
                  </a:cubicBezTo>
                  <a:cubicBezTo>
                    <a:pt x="935" y="326"/>
                    <a:pt x="935" y="326"/>
                    <a:pt x="935" y="326"/>
                  </a:cubicBezTo>
                  <a:cubicBezTo>
                    <a:pt x="946" y="316"/>
                    <a:pt x="946" y="298"/>
                    <a:pt x="935" y="287"/>
                  </a:cubicBezTo>
                  <a:cubicBezTo>
                    <a:pt x="658" y="10"/>
                    <a:pt x="658" y="10"/>
                    <a:pt x="658" y="10"/>
                  </a:cubicBezTo>
                  <a:cubicBezTo>
                    <a:pt x="648" y="0"/>
                    <a:pt x="630" y="0"/>
                    <a:pt x="619" y="10"/>
                  </a:cubicBezTo>
                  <a:cubicBezTo>
                    <a:pt x="78" y="552"/>
                    <a:pt x="78" y="552"/>
                    <a:pt x="78" y="552"/>
                  </a:cubicBezTo>
                  <a:cubicBezTo>
                    <a:pt x="33" y="507"/>
                    <a:pt x="33" y="507"/>
                    <a:pt x="33" y="507"/>
                  </a:cubicBezTo>
                  <a:cubicBezTo>
                    <a:pt x="15" y="489"/>
                    <a:pt x="0" y="495"/>
                    <a:pt x="0" y="521"/>
                  </a:cubicBezTo>
                  <a:cubicBezTo>
                    <a:pt x="0" y="900"/>
                    <a:pt x="0" y="900"/>
                    <a:pt x="0" y="900"/>
                  </a:cubicBezTo>
                  <a:cubicBezTo>
                    <a:pt x="0" y="926"/>
                    <a:pt x="21" y="947"/>
                    <a:pt x="46" y="947"/>
                  </a:cubicBezTo>
                  <a:close/>
                </a:path>
              </a:pathLst>
            </a:custGeom>
            <a:solidFill>
              <a:srgbClr val="F34C77"/>
            </a:solidFill>
            <a:ln w="28575" cap="flat">
              <a:solidFill>
                <a:schemeClr val="bg1"/>
              </a:solidFill>
              <a:prstDash val="solid"/>
              <a:miter lim="800000"/>
              <a:headEnd/>
              <a:tailEnd/>
            </a:ln>
            <a:effectLst>
              <a:outerShdw blurRad="12700" dist="50800" dir="3000000" algn="tl"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22"/>
            <p:cNvSpPr>
              <a:spLocks/>
            </p:cNvSpPr>
            <p:nvPr/>
          </p:nvSpPr>
          <p:spPr bwMode="auto">
            <a:xfrm>
              <a:off x="1479550" y="2971800"/>
              <a:ext cx="1973263" cy="1133475"/>
            </a:xfrm>
            <a:custGeom>
              <a:avLst/>
              <a:gdLst>
                <a:gd name="T0" fmla="*/ 18 w 1112"/>
                <a:gd name="T1" fmla="*/ 352 h 638"/>
                <a:gd name="T2" fmla="*/ 286 w 1112"/>
                <a:gd name="T3" fmla="*/ 620 h 638"/>
                <a:gd name="T4" fmla="*/ 319 w 1112"/>
                <a:gd name="T5" fmla="*/ 607 h 638"/>
                <a:gd name="T6" fmla="*/ 319 w 1112"/>
                <a:gd name="T7" fmla="*/ 542 h 638"/>
                <a:gd name="T8" fmla="*/ 1085 w 1112"/>
                <a:gd name="T9" fmla="*/ 542 h 638"/>
                <a:gd name="T10" fmla="*/ 1112 w 1112"/>
                <a:gd name="T11" fmla="*/ 514 h 638"/>
                <a:gd name="T12" fmla="*/ 1112 w 1112"/>
                <a:gd name="T13" fmla="*/ 123 h 638"/>
                <a:gd name="T14" fmla="*/ 1085 w 1112"/>
                <a:gd name="T15" fmla="*/ 95 h 638"/>
                <a:gd name="T16" fmla="*/ 319 w 1112"/>
                <a:gd name="T17" fmla="*/ 95 h 638"/>
                <a:gd name="T18" fmla="*/ 319 w 1112"/>
                <a:gd name="T19" fmla="*/ 31 h 638"/>
                <a:gd name="T20" fmla="*/ 286 w 1112"/>
                <a:gd name="T21" fmla="*/ 18 h 638"/>
                <a:gd name="T22" fmla="*/ 18 w 1112"/>
                <a:gd name="T23" fmla="*/ 286 h 638"/>
                <a:gd name="T24" fmla="*/ 18 w 1112"/>
                <a:gd name="T25" fmla="*/ 352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12" h="638">
                  <a:moveTo>
                    <a:pt x="18" y="352"/>
                  </a:moveTo>
                  <a:cubicBezTo>
                    <a:pt x="286" y="620"/>
                    <a:pt x="286" y="620"/>
                    <a:pt x="286" y="620"/>
                  </a:cubicBezTo>
                  <a:cubicBezTo>
                    <a:pt x="304" y="638"/>
                    <a:pt x="319" y="632"/>
                    <a:pt x="319" y="607"/>
                  </a:cubicBezTo>
                  <a:cubicBezTo>
                    <a:pt x="319" y="542"/>
                    <a:pt x="319" y="542"/>
                    <a:pt x="319" y="542"/>
                  </a:cubicBezTo>
                  <a:cubicBezTo>
                    <a:pt x="1085" y="542"/>
                    <a:pt x="1085" y="542"/>
                    <a:pt x="1085" y="542"/>
                  </a:cubicBezTo>
                  <a:cubicBezTo>
                    <a:pt x="1100" y="542"/>
                    <a:pt x="1112" y="529"/>
                    <a:pt x="1112" y="514"/>
                  </a:cubicBezTo>
                  <a:cubicBezTo>
                    <a:pt x="1112" y="123"/>
                    <a:pt x="1112" y="123"/>
                    <a:pt x="1112" y="123"/>
                  </a:cubicBezTo>
                  <a:cubicBezTo>
                    <a:pt x="1112" y="107"/>
                    <a:pt x="1100" y="95"/>
                    <a:pt x="1085" y="95"/>
                  </a:cubicBezTo>
                  <a:cubicBezTo>
                    <a:pt x="319" y="95"/>
                    <a:pt x="319" y="95"/>
                    <a:pt x="319" y="95"/>
                  </a:cubicBezTo>
                  <a:cubicBezTo>
                    <a:pt x="319" y="31"/>
                    <a:pt x="319" y="31"/>
                    <a:pt x="319" y="31"/>
                  </a:cubicBezTo>
                  <a:cubicBezTo>
                    <a:pt x="319" y="6"/>
                    <a:pt x="304" y="0"/>
                    <a:pt x="286" y="18"/>
                  </a:cubicBezTo>
                  <a:cubicBezTo>
                    <a:pt x="18" y="286"/>
                    <a:pt x="18" y="286"/>
                    <a:pt x="18" y="286"/>
                  </a:cubicBezTo>
                  <a:cubicBezTo>
                    <a:pt x="0" y="304"/>
                    <a:pt x="0" y="334"/>
                    <a:pt x="18" y="352"/>
                  </a:cubicBezTo>
                  <a:close/>
                </a:path>
              </a:pathLst>
            </a:custGeom>
            <a:solidFill>
              <a:srgbClr val="FE4855"/>
            </a:solidFill>
            <a:ln w="28575" cap="flat">
              <a:solidFill>
                <a:schemeClr val="bg1"/>
              </a:solidFill>
              <a:prstDash val="solid"/>
              <a:miter lim="800000"/>
              <a:headEnd/>
              <a:tailEnd/>
            </a:ln>
            <a:effectLst>
              <a:outerShdw blurRad="12700" dist="50800" dir="3000000" algn="tl"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24"/>
            <p:cNvSpPr>
              <a:spLocks noEditPoints="1"/>
            </p:cNvSpPr>
            <p:nvPr/>
          </p:nvSpPr>
          <p:spPr bwMode="auto">
            <a:xfrm>
              <a:off x="5634038" y="2152650"/>
              <a:ext cx="228600" cy="369888"/>
            </a:xfrm>
            <a:custGeom>
              <a:avLst/>
              <a:gdLst>
                <a:gd name="T0" fmla="*/ 0 w 129"/>
                <a:gd name="T1" fmla="*/ 5 h 208"/>
                <a:gd name="T2" fmla="*/ 48 w 129"/>
                <a:gd name="T3" fmla="*/ 0 h 208"/>
                <a:gd name="T4" fmla="*/ 104 w 129"/>
                <a:gd name="T5" fmla="*/ 15 h 208"/>
                <a:gd name="T6" fmla="*/ 121 w 129"/>
                <a:gd name="T7" fmla="*/ 51 h 208"/>
                <a:gd name="T8" fmla="*/ 87 w 129"/>
                <a:gd name="T9" fmla="*/ 96 h 208"/>
                <a:gd name="T10" fmla="*/ 87 w 129"/>
                <a:gd name="T11" fmla="*/ 97 h 208"/>
                <a:gd name="T12" fmla="*/ 129 w 129"/>
                <a:gd name="T13" fmla="*/ 148 h 208"/>
                <a:gd name="T14" fmla="*/ 111 w 129"/>
                <a:gd name="T15" fmla="*/ 188 h 208"/>
                <a:gd name="T16" fmla="*/ 41 w 129"/>
                <a:gd name="T17" fmla="*/ 208 h 208"/>
                <a:gd name="T18" fmla="*/ 0 w 129"/>
                <a:gd name="T19" fmla="*/ 205 h 208"/>
                <a:gd name="T20" fmla="*/ 0 w 129"/>
                <a:gd name="T21" fmla="*/ 5 h 208"/>
                <a:gd name="T22" fmla="*/ 27 w 129"/>
                <a:gd name="T23" fmla="*/ 88 h 208"/>
                <a:gd name="T24" fmla="*/ 51 w 129"/>
                <a:gd name="T25" fmla="*/ 88 h 208"/>
                <a:gd name="T26" fmla="*/ 94 w 129"/>
                <a:gd name="T27" fmla="*/ 54 h 208"/>
                <a:gd name="T28" fmla="*/ 50 w 129"/>
                <a:gd name="T29" fmla="*/ 20 h 208"/>
                <a:gd name="T30" fmla="*/ 27 w 129"/>
                <a:gd name="T31" fmla="*/ 22 h 208"/>
                <a:gd name="T32" fmla="*/ 27 w 129"/>
                <a:gd name="T33" fmla="*/ 88 h 208"/>
                <a:gd name="T34" fmla="*/ 27 w 129"/>
                <a:gd name="T35" fmla="*/ 186 h 208"/>
                <a:gd name="T36" fmla="*/ 49 w 129"/>
                <a:gd name="T37" fmla="*/ 187 h 208"/>
                <a:gd name="T38" fmla="*/ 101 w 129"/>
                <a:gd name="T39" fmla="*/ 147 h 208"/>
                <a:gd name="T40" fmla="*/ 48 w 129"/>
                <a:gd name="T41" fmla="*/ 108 h 208"/>
                <a:gd name="T42" fmla="*/ 27 w 129"/>
                <a:gd name="T43" fmla="*/ 108 h 208"/>
                <a:gd name="T44" fmla="*/ 27 w 129"/>
                <a:gd name="T45" fmla="*/ 186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9" h="208">
                  <a:moveTo>
                    <a:pt x="0" y="5"/>
                  </a:moveTo>
                  <a:cubicBezTo>
                    <a:pt x="12" y="2"/>
                    <a:pt x="30" y="0"/>
                    <a:pt x="48" y="0"/>
                  </a:cubicBezTo>
                  <a:cubicBezTo>
                    <a:pt x="75" y="0"/>
                    <a:pt x="92" y="5"/>
                    <a:pt x="104" y="15"/>
                  </a:cubicBezTo>
                  <a:cubicBezTo>
                    <a:pt x="115" y="23"/>
                    <a:pt x="121" y="35"/>
                    <a:pt x="121" y="51"/>
                  </a:cubicBezTo>
                  <a:cubicBezTo>
                    <a:pt x="121" y="71"/>
                    <a:pt x="108" y="88"/>
                    <a:pt x="87" y="96"/>
                  </a:cubicBezTo>
                  <a:cubicBezTo>
                    <a:pt x="87" y="97"/>
                    <a:pt x="87" y="97"/>
                    <a:pt x="87" y="97"/>
                  </a:cubicBezTo>
                  <a:cubicBezTo>
                    <a:pt x="106" y="101"/>
                    <a:pt x="129" y="117"/>
                    <a:pt x="129" y="148"/>
                  </a:cubicBezTo>
                  <a:cubicBezTo>
                    <a:pt x="129" y="165"/>
                    <a:pt x="122" y="179"/>
                    <a:pt x="111" y="188"/>
                  </a:cubicBezTo>
                  <a:cubicBezTo>
                    <a:pt x="97" y="202"/>
                    <a:pt x="74" y="208"/>
                    <a:pt x="41" y="208"/>
                  </a:cubicBezTo>
                  <a:cubicBezTo>
                    <a:pt x="23" y="208"/>
                    <a:pt x="9" y="206"/>
                    <a:pt x="0" y="205"/>
                  </a:cubicBezTo>
                  <a:lnTo>
                    <a:pt x="0" y="5"/>
                  </a:lnTo>
                  <a:close/>
                  <a:moveTo>
                    <a:pt x="27" y="88"/>
                  </a:moveTo>
                  <a:cubicBezTo>
                    <a:pt x="51" y="88"/>
                    <a:pt x="51" y="88"/>
                    <a:pt x="51" y="88"/>
                  </a:cubicBezTo>
                  <a:cubicBezTo>
                    <a:pt x="78" y="88"/>
                    <a:pt x="94" y="73"/>
                    <a:pt x="94" y="54"/>
                  </a:cubicBezTo>
                  <a:cubicBezTo>
                    <a:pt x="94" y="30"/>
                    <a:pt x="77" y="20"/>
                    <a:pt x="50" y="20"/>
                  </a:cubicBezTo>
                  <a:cubicBezTo>
                    <a:pt x="38" y="20"/>
                    <a:pt x="31" y="21"/>
                    <a:pt x="27" y="22"/>
                  </a:cubicBezTo>
                  <a:lnTo>
                    <a:pt x="27" y="88"/>
                  </a:lnTo>
                  <a:close/>
                  <a:moveTo>
                    <a:pt x="27" y="186"/>
                  </a:moveTo>
                  <a:cubicBezTo>
                    <a:pt x="32" y="187"/>
                    <a:pt x="39" y="187"/>
                    <a:pt x="49" y="187"/>
                  </a:cubicBezTo>
                  <a:cubicBezTo>
                    <a:pt x="76" y="187"/>
                    <a:pt x="101" y="177"/>
                    <a:pt x="101" y="147"/>
                  </a:cubicBezTo>
                  <a:cubicBezTo>
                    <a:pt x="101" y="120"/>
                    <a:pt x="77" y="108"/>
                    <a:pt x="48" y="108"/>
                  </a:cubicBezTo>
                  <a:cubicBezTo>
                    <a:pt x="27" y="108"/>
                    <a:pt x="27" y="108"/>
                    <a:pt x="27" y="108"/>
                  </a:cubicBezTo>
                  <a:lnTo>
                    <a:pt x="27" y="186"/>
                  </a:lnTo>
                  <a:close/>
                </a:path>
              </a:pathLst>
            </a:custGeom>
            <a:solidFill>
              <a:srgbClr val="FFFFFF"/>
            </a:solid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2" name="Freeform 25"/>
            <p:cNvSpPr>
              <a:spLocks/>
            </p:cNvSpPr>
            <p:nvPr/>
          </p:nvSpPr>
          <p:spPr bwMode="auto">
            <a:xfrm>
              <a:off x="6099175" y="3240088"/>
              <a:ext cx="274638" cy="374650"/>
            </a:xfrm>
            <a:custGeom>
              <a:avLst/>
              <a:gdLst>
                <a:gd name="T0" fmla="*/ 154 w 155"/>
                <a:gd name="T1" fmla="*/ 201 h 211"/>
                <a:gd name="T2" fmla="*/ 100 w 155"/>
                <a:gd name="T3" fmla="*/ 211 h 211"/>
                <a:gd name="T4" fmla="*/ 0 w 155"/>
                <a:gd name="T5" fmla="*/ 107 h 211"/>
                <a:gd name="T6" fmla="*/ 107 w 155"/>
                <a:gd name="T7" fmla="*/ 0 h 211"/>
                <a:gd name="T8" fmla="*/ 155 w 155"/>
                <a:gd name="T9" fmla="*/ 9 h 211"/>
                <a:gd name="T10" fmla="*/ 148 w 155"/>
                <a:gd name="T11" fmla="*/ 31 h 211"/>
                <a:gd name="T12" fmla="*/ 107 w 155"/>
                <a:gd name="T13" fmla="*/ 22 h 211"/>
                <a:gd name="T14" fmla="*/ 28 w 155"/>
                <a:gd name="T15" fmla="*/ 106 h 211"/>
                <a:gd name="T16" fmla="*/ 106 w 155"/>
                <a:gd name="T17" fmla="*/ 188 h 211"/>
                <a:gd name="T18" fmla="*/ 149 w 155"/>
                <a:gd name="T19" fmla="*/ 180 h 211"/>
                <a:gd name="T20" fmla="*/ 154 w 155"/>
                <a:gd name="T21" fmla="*/ 20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211">
                  <a:moveTo>
                    <a:pt x="154" y="201"/>
                  </a:moveTo>
                  <a:cubicBezTo>
                    <a:pt x="145" y="206"/>
                    <a:pt x="125" y="211"/>
                    <a:pt x="100" y="211"/>
                  </a:cubicBezTo>
                  <a:cubicBezTo>
                    <a:pt x="43" y="211"/>
                    <a:pt x="0" y="175"/>
                    <a:pt x="0" y="107"/>
                  </a:cubicBezTo>
                  <a:cubicBezTo>
                    <a:pt x="0" y="43"/>
                    <a:pt x="43" y="0"/>
                    <a:pt x="107" y="0"/>
                  </a:cubicBezTo>
                  <a:cubicBezTo>
                    <a:pt x="132" y="0"/>
                    <a:pt x="148" y="5"/>
                    <a:pt x="155" y="9"/>
                  </a:cubicBezTo>
                  <a:cubicBezTo>
                    <a:pt x="148" y="31"/>
                    <a:pt x="148" y="31"/>
                    <a:pt x="148" y="31"/>
                  </a:cubicBezTo>
                  <a:cubicBezTo>
                    <a:pt x="139" y="26"/>
                    <a:pt x="124" y="22"/>
                    <a:pt x="107" y="22"/>
                  </a:cubicBezTo>
                  <a:cubicBezTo>
                    <a:pt x="60" y="22"/>
                    <a:pt x="28" y="53"/>
                    <a:pt x="28" y="106"/>
                  </a:cubicBezTo>
                  <a:cubicBezTo>
                    <a:pt x="28" y="157"/>
                    <a:pt x="57" y="188"/>
                    <a:pt x="106" y="188"/>
                  </a:cubicBezTo>
                  <a:cubicBezTo>
                    <a:pt x="122" y="188"/>
                    <a:pt x="139" y="185"/>
                    <a:pt x="149" y="180"/>
                  </a:cubicBezTo>
                  <a:lnTo>
                    <a:pt x="154" y="201"/>
                  </a:lnTo>
                  <a:close/>
                </a:path>
              </a:pathLst>
            </a:custGeom>
            <a:solidFill>
              <a:srgbClr val="FFFFFF"/>
            </a:solid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3" name="Freeform 26"/>
            <p:cNvSpPr>
              <a:spLocks noEditPoints="1"/>
            </p:cNvSpPr>
            <p:nvPr/>
          </p:nvSpPr>
          <p:spPr bwMode="auto">
            <a:xfrm>
              <a:off x="5629275" y="4405313"/>
              <a:ext cx="298450" cy="368300"/>
            </a:xfrm>
            <a:custGeom>
              <a:avLst/>
              <a:gdLst>
                <a:gd name="T0" fmla="*/ 0 w 168"/>
                <a:gd name="T1" fmla="*/ 5 h 208"/>
                <a:gd name="T2" fmla="*/ 56 w 168"/>
                <a:gd name="T3" fmla="*/ 0 h 208"/>
                <a:gd name="T4" fmla="*/ 139 w 168"/>
                <a:gd name="T5" fmla="*/ 26 h 208"/>
                <a:gd name="T6" fmla="*/ 168 w 168"/>
                <a:gd name="T7" fmla="*/ 99 h 208"/>
                <a:gd name="T8" fmla="*/ 139 w 168"/>
                <a:gd name="T9" fmla="*/ 179 h 208"/>
                <a:gd name="T10" fmla="*/ 48 w 168"/>
                <a:gd name="T11" fmla="*/ 208 h 208"/>
                <a:gd name="T12" fmla="*/ 0 w 168"/>
                <a:gd name="T13" fmla="*/ 206 h 208"/>
                <a:gd name="T14" fmla="*/ 0 w 168"/>
                <a:gd name="T15" fmla="*/ 5 h 208"/>
                <a:gd name="T16" fmla="*/ 26 w 168"/>
                <a:gd name="T17" fmla="*/ 186 h 208"/>
                <a:gd name="T18" fmla="*/ 53 w 168"/>
                <a:gd name="T19" fmla="*/ 187 h 208"/>
                <a:gd name="T20" fmla="*/ 140 w 168"/>
                <a:gd name="T21" fmla="*/ 100 h 208"/>
                <a:gd name="T22" fmla="*/ 57 w 168"/>
                <a:gd name="T23" fmla="*/ 21 h 208"/>
                <a:gd name="T24" fmla="*/ 26 w 168"/>
                <a:gd name="T25" fmla="*/ 24 h 208"/>
                <a:gd name="T26" fmla="*/ 26 w 168"/>
                <a:gd name="T27" fmla="*/ 186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8" h="208">
                  <a:moveTo>
                    <a:pt x="0" y="5"/>
                  </a:moveTo>
                  <a:cubicBezTo>
                    <a:pt x="16" y="2"/>
                    <a:pt x="35" y="0"/>
                    <a:pt x="56" y="0"/>
                  </a:cubicBezTo>
                  <a:cubicBezTo>
                    <a:pt x="94" y="0"/>
                    <a:pt x="121" y="10"/>
                    <a:pt x="139" y="26"/>
                  </a:cubicBezTo>
                  <a:cubicBezTo>
                    <a:pt x="157" y="43"/>
                    <a:pt x="168" y="66"/>
                    <a:pt x="168" y="99"/>
                  </a:cubicBezTo>
                  <a:cubicBezTo>
                    <a:pt x="168" y="133"/>
                    <a:pt x="157" y="160"/>
                    <a:pt x="139" y="179"/>
                  </a:cubicBezTo>
                  <a:cubicBezTo>
                    <a:pt x="119" y="198"/>
                    <a:pt x="88" y="208"/>
                    <a:pt x="48" y="208"/>
                  </a:cubicBezTo>
                  <a:cubicBezTo>
                    <a:pt x="29" y="208"/>
                    <a:pt x="13" y="207"/>
                    <a:pt x="0" y="206"/>
                  </a:cubicBezTo>
                  <a:lnTo>
                    <a:pt x="0" y="5"/>
                  </a:lnTo>
                  <a:close/>
                  <a:moveTo>
                    <a:pt x="26" y="186"/>
                  </a:moveTo>
                  <a:cubicBezTo>
                    <a:pt x="33" y="186"/>
                    <a:pt x="43" y="187"/>
                    <a:pt x="53" y="187"/>
                  </a:cubicBezTo>
                  <a:cubicBezTo>
                    <a:pt x="110" y="187"/>
                    <a:pt x="140" y="155"/>
                    <a:pt x="140" y="100"/>
                  </a:cubicBezTo>
                  <a:cubicBezTo>
                    <a:pt x="140" y="52"/>
                    <a:pt x="113" y="21"/>
                    <a:pt x="57" y="21"/>
                  </a:cubicBezTo>
                  <a:cubicBezTo>
                    <a:pt x="44" y="21"/>
                    <a:pt x="33" y="23"/>
                    <a:pt x="26" y="24"/>
                  </a:cubicBezTo>
                  <a:lnTo>
                    <a:pt x="26" y="186"/>
                  </a:lnTo>
                  <a:close/>
                </a:path>
              </a:pathLst>
            </a:custGeom>
            <a:solidFill>
              <a:srgbClr val="FFFFFF"/>
            </a:solid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4" name="Freeform 27"/>
            <p:cNvSpPr>
              <a:spLocks/>
            </p:cNvSpPr>
            <p:nvPr/>
          </p:nvSpPr>
          <p:spPr bwMode="auto">
            <a:xfrm>
              <a:off x="4572000" y="4710113"/>
              <a:ext cx="204788" cy="361950"/>
            </a:xfrm>
            <a:custGeom>
              <a:avLst/>
              <a:gdLst>
                <a:gd name="T0" fmla="*/ 119 w 129"/>
                <a:gd name="T1" fmla="*/ 121 h 228"/>
                <a:gd name="T2" fmla="*/ 31 w 129"/>
                <a:gd name="T3" fmla="*/ 121 h 228"/>
                <a:gd name="T4" fmla="*/ 31 w 129"/>
                <a:gd name="T5" fmla="*/ 204 h 228"/>
                <a:gd name="T6" fmla="*/ 129 w 129"/>
                <a:gd name="T7" fmla="*/ 204 h 228"/>
                <a:gd name="T8" fmla="*/ 129 w 129"/>
                <a:gd name="T9" fmla="*/ 228 h 228"/>
                <a:gd name="T10" fmla="*/ 0 w 129"/>
                <a:gd name="T11" fmla="*/ 228 h 228"/>
                <a:gd name="T12" fmla="*/ 0 w 129"/>
                <a:gd name="T13" fmla="*/ 0 h 228"/>
                <a:gd name="T14" fmla="*/ 123 w 129"/>
                <a:gd name="T15" fmla="*/ 0 h 228"/>
                <a:gd name="T16" fmla="*/ 123 w 129"/>
                <a:gd name="T17" fmla="*/ 25 h 228"/>
                <a:gd name="T18" fmla="*/ 31 w 129"/>
                <a:gd name="T19" fmla="*/ 25 h 228"/>
                <a:gd name="T20" fmla="*/ 31 w 129"/>
                <a:gd name="T21" fmla="*/ 97 h 228"/>
                <a:gd name="T22" fmla="*/ 119 w 129"/>
                <a:gd name="T23" fmla="*/ 97 h 228"/>
                <a:gd name="T24" fmla="*/ 119 w 129"/>
                <a:gd name="T25" fmla="*/ 121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9" h="228">
                  <a:moveTo>
                    <a:pt x="119" y="121"/>
                  </a:moveTo>
                  <a:lnTo>
                    <a:pt x="31" y="121"/>
                  </a:lnTo>
                  <a:lnTo>
                    <a:pt x="31" y="204"/>
                  </a:lnTo>
                  <a:lnTo>
                    <a:pt x="129" y="204"/>
                  </a:lnTo>
                  <a:lnTo>
                    <a:pt x="129" y="228"/>
                  </a:lnTo>
                  <a:lnTo>
                    <a:pt x="0" y="228"/>
                  </a:lnTo>
                  <a:lnTo>
                    <a:pt x="0" y="0"/>
                  </a:lnTo>
                  <a:lnTo>
                    <a:pt x="123" y="0"/>
                  </a:lnTo>
                  <a:lnTo>
                    <a:pt x="123" y="25"/>
                  </a:lnTo>
                  <a:lnTo>
                    <a:pt x="31" y="25"/>
                  </a:lnTo>
                  <a:lnTo>
                    <a:pt x="31" y="97"/>
                  </a:lnTo>
                  <a:lnTo>
                    <a:pt x="119" y="97"/>
                  </a:lnTo>
                  <a:lnTo>
                    <a:pt x="119" y="121"/>
                  </a:lnTo>
                  <a:close/>
                </a:path>
              </a:pathLst>
            </a:custGeom>
            <a:solidFill>
              <a:srgbClr val="FFFFFF"/>
            </a:solid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5" name="Freeform 28"/>
            <p:cNvSpPr>
              <a:spLocks/>
            </p:cNvSpPr>
            <p:nvPr/>
          </p:nvSpPr>
          <p:spPr bwMode="auto">
            <a:xfrm>
              <a:off x="3495675" y="4348163"/>
              <a:ext cx="195263" cy="361950"/>
            </a:xfrm>
            <a:custGeom>
              <a:avLst/>
              <a:gdLst>
                <a:gd name="T0" fmla="*/ 0 w 123"/>
                <a:gd name="T1" fmla="*/ 0 h 228"/>
                <a:gd name="T2" fmla="*/ 123 w 123"/>
                <a:gd name="T3" fmla="*/ 0 h 228"/>
                <a:gd name="T4" fmla="*/ 123 w 123"/>
                <a:gd name="T5" fmla="*/ 24 h 228"/>
                <a:gd name="T6" fmla="*/ 30 w 123"/>
                <a:gd name="T7" fmla="*/ 24 h 228"/>
                <a:gd name="T8" fmla="*/ 30 w 123"/>
                <a:gd name="T9" fmla="*/ 100 h 228"/>
                <a:gd name="T10" fmla="*/ 116 w 123"/>
                <a:gd name="T11" fmla="*/ 100 h 228"/>
                <a:gd name="T12" fmla="*/ 116 w 123"/>
                <a:gd name="T13" fmla="*/ 125 h 228"/>
                <a:gd name="T14" fmla="*/ 30 w 123"/>
                <a:gd name="T15" fmla="*/ 125 h 228"/>
                <a:gd name="T16" fmla="*/ 30 w 123"/>
                <a:gd name="T17" fmla="*/ 228 h 228"/>
                <a:gd name="T18" fmla="*/ 0 w 123"/>
                <a:gd name="T19" fmla="*/ 228 h 228"/>
                <a:gd name="T20" fmla="*/ 0 w 123"/>
                <a:gd name="T21" fmla="*/ 0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3" h="228">
                  <a:moveTo>
                    <a:pt x="0" y="0"/>
                  </a:moveTo>
                  <a:lnTo>
                    <a:pt x="123" y="0"/>
                  </a:lnTo>
                  <a:lnTo>
                    <a:pt x="123" y="24"/>
                  </a:lnTo>
                  <a:lnTo>
                    <a:pt x="30" y="24"/>
                  </a:lnTo>
                  <a:lnTo>
                    <a:pt x="30" y="100"/>
                  </a:lnTo>
                  <a:lnTo>
                    <a:pt x="116" y="100"/>
                  </a:lnTo>
                  <a:lnTo>
                    <a:pt x="116" y="125"/>
                  </a:lnTo>
                  <a:lnTo>
                    <a:pt x="30" y="125"/>
                  </a:lnTo>
                  <a:lnTo>
                    <a:pt x="30" y="228"/>
                  </a:lnTo>
                  <a:lnTo>
                    <a:pt x="0" y="228"/>
                  </a:lnTo>
                  <a:lnTo>
                    <a:pt x="0" y="0"/>
                  </a:lnTo>
                  <a:close/>
                </a:path>
              </a:pathLst>
            </a:custGeom>
            <a:solidFill>
              <a:srgbClr val="FFFFFF"/>
            </a:solid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6" name="Freeform 29"/>
            <p:cNvSpPr>
              <a:spLocks/>
            </p:cNvSpPr>
            <p:nvPr/>
          </p:nvSpPr>
          <p:spPr bwMode="auto">
            <a:xfrm>
              <a:off x="2987675" y="3367088"/>
              <a:ext cx="298450" cy="369888"/>
            </a:xfrm>
            <a:custGeom>
              <a:avLst/>
              <a:gdLst>
                <a:gd name="T0" fmla="*/ 168 w 168"/>
                <a:gd name="T1" fmla="*/ 197 h 208"/>
                <a:gd name="T2" fmla="*/ 105 w 168"/>
                <a:gd name="T3" fmla="*/ 208 h 208"/>
                <a:gd name="T4" fmla="*/ 28 w 168"/>
                <a:gd name="T5" fmla="*/ 182 h 208"/>
                <a:gd name="T6" fmla="*/ 0 w 168"/>
                <a:gd name="T7" fmla="*/ 105 h 208"/>
                <a:gd name="T8" fmla="*/ 111 w 168"/>
                <a:gd name="T9" fmla="*/ 0 h 208"/>
                <a:gd name="T10" fmla="*/ 162 w 168"/>
                <a:gd name="T11" fmla="*/ 9 h 208"/>
                <a:gd name="T12" fmla="*/ 155 w 168"/>
                <a:gd name="T13" fmla="*/ 31 h 208"/>
                <a:gd name="T14" fmla="*/ 110 w 168"/>
                <a:gd name="T15" fmla="*/ 22 h 208"/>
                <a:gd name="T16" fmla="*/ 28 w 168"/>
                <a:gd name="T17" fmla="*/ 104 h 208"/>
                <a:gd name="T18" fmla="*/ 107 w 168"/>
                <a:gd name="T19" fmla="*/ 187 h 208"/>
                <a:gd name="T20" fmla="*/ 142 w 168"/>
                <a:gd name="T21" fmla="*/ 181 h 208"/>
                <a:gd name="T22" fmla="*/ 142 w 168"/>
                <a:gd name="T23" fmla="*/ 120 h 208"/>
                <a:gd name="T24" fmla="*/ 101 w 168"/>
                <a:gd name="T25" fmla="*/ 120 h 208"/>
                <a:gd name="T26" fmla="*/ 101 w 168"/>
                <a:gd name="T27" fmla="*/ 99 h 208"/>
                <a:gd name="T28" fmla="*/ 168 w 168"/>
                <a:gd name="T29" fmla="*/ 99 h 208"/>
                <a:gd name="T30" fmla="*/ 168 w 168"/>
                <a:gd name="T31" fmla="*/ 197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8" h="208">
                  <a:moveTo>
                    <a:pt x="168" y="197"/>
                  </a:moveTo>
                  <a:cubicBezTo>
                    <a:pt x="156" y="202"/>
                    <a:pt x="132" y="208"/>
                    <a:pt x="105" y="208"/>
                  </a:cubicBezTo>
                  <a:cubicBezTo>
                    <a:pt x="74" y="208"/>
                    <a:pt x="48" y="201"/>
                    <a:pt x="28" y="182"/>
                  </a:cubicBezTo>
                  <a:cubicBezTo>
                    <a:pt x="11" y="165"/>
                    <a:pt x="0" y="137"/>
                    <a:pt x="0" y="105"/>
                  </a:cubicBezTo>
                  <a:cubicBezTo>
                    <a:pt x="0" y="45"/>
                    <a:pt x="42" y="0"/>
                    <a:pt x="111" y="0"/>
                  </a:cubicBezTo>
                  <a:cubicBezTo>
                    <a:pt x="134" y="0"/>
                    <a:pt x="153" y="5"/>
                    <a:pt x="162" y="9"/>
                  </a:cubicBezTo>
                  <a:cubicBezTo>
                    <a:pt x="155" y="31"/>
                    <a:pt x="155" y="31"/>
                    <a:pt x="155" y="31"/>
                  </a:cubicBezTo>
                  <a:cubicBezTo>
                    <a:pt x="144" y="26"/>
                    <a:pt x="131" y="22"/>
                    <a:pt x="110" y="22"/>
                  </a:cubicBezTo>
                  <a:cubicBezTo>
                    <a:pt x="60" y="22"/>
                    <a:pt x="28" y="53"/>
                    <a:pt x="28" y="104"/>
                  </a:cubicBezTo>
                  <a:cubicBezTo>
                    <a:pt x="28" y="156"/>
                    <a:pt x="59" y="187"/>
                    <a:pt x="107" y="187"/>
                  </a:cubicBezTo>
                  <a:cubicBezTo>
                    <a:pt x="124" y="187"/>
                    <a:pt x="136" y="184"/>
                    <a:pt x="142" y="181"/>
                  </a:cubicBezTo>
                  <a:cubicBezTo>
                    <a:pt x="142" y="120"/>
                    <a:pt x="142" y="120"/>
                    <a:pt x="142" y="120"/>
                  </a:cubicBezTo>
                  <a:cubicBezTo>
                    <a:pt x="101" y="120"/>
                    <a:pt x="101" y="120"/>
                    <a:pt x="101" y="120"/>
                  </a:cubicBezTo>
                  <a:cubicBezTo>
                    <a:pt x="101" y="99"/>
                    <a:pt x="101" y="99"/>
                    <a:pt x="101" y="99"/>
                  </a:cubicBezTo>
                  <a:cubicBezTo>
                    <a:pt x="168" y="99"/>
                    <a:pt x="168" y="99"/>
                    <a:pt x="168" y="99"/>
                  </a:cubicBezTo>
                  <a:lnTo>
                    <a:pt x="168" y="197"/>
                  </a:lnTo>
                  <a:close/>
                </a:path>
              </a:pathLst>
            </a:custGeom>
            <a:solidFill>
              <a:srgbClr val="FFFFFF"/>
            </a:solid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7" name="Freeform 8"/>
            <p:cNvSpPr>
              <a:spLocks/>
            </p:cNvSpPr>
            <p:nvPr/>
          </p:nvSpPr>
          <p:spPr bwMode="auto">
            <a:xfrm>
              <a:off x="4151313" y="325438"/>
              <a:ext cx="1135063" cy="1973263"/>
            </a:xfrm>
            <a:custGeom>
              <a:avLst/>
              <a:gdLst>
                <a:gd name="T0" fmla="*/ 287 w 639"/>
                <a:gd name="T1" fmla="*/ 18 h 1112"/>
                <a:gd name="T2" fmla="*/ 18 w 639"/>
                <a:gd name="T3" fmla="*/ 286 h 1112"/>
                <a:gd name="T4" fmla="*/ 32 w 639"/>
                <a:gd name="T5" fmla="*/ 319 h 1112"/>
                <a:gd name="T6" fmla="*/ 97 w 639"/>
                <a:gd name="T7" fmla="*/ 319 h 1112"/>
                <a:gd name="T8" fmla="*/ 97 w 639"/>
                <a:gd name="T9" fmla="*/ 1085 h 1112"/>
                <a:gd name="T10" fmla="*/ 124 w 639"/>
                <a:gd name="T11" fmla="*/ 1112 h 1112"/>
                <a:gd name="T12" fmla="*/ 516 w 639"/>
                <a:gd name="T13" fmla="*/ 1112 h 1112"/>
                <a:gd name="T14" fmla="*/ 543 w 639"/>
                <a:gd name="T15" fmla="*/ 1085 h 1112"/>
                <a:gd name="T16" fmla="*/ 543 w 639"/>
                <a:gd name="T17" fmla="*/ 319 h 1112"/>
                <a:gd name="T18" fmla="*/ 607 w 639"/>
                <a:gd name="T19" fmla="*/ 319 h 1112"/>
                <a:gd name="T20" fmla="*/ 621 w 639"/>
                <a:gd name="T21" fmla="*/ 286 h 1112"/>
                <a:gd name="T22" fmla="*/ 352 w 639"/>
                <a:gd name="T23" fmla="*/ 18 h 1112"/>
                <a:gd name="T24" fmla="*/ 287 w 639"/>
                <a:gd name="T25" fmla="*/ 18 h 1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9" h="1112">
                  <a:moveTo>
                    <a:pt x="287" y="18"/>
                  </a:moveTo>
                  <a:cubicBezTo>
                    <a:pt x="18" y="286"/>
                    <a:pt x="18" y="286"/>
                    <a:pt x="18" y="286"/>
                  </a:cubicBezTo>
                  <a:cubicBezTo>
                    <a:pt x="0" y="304"/>
                    <a:pt x="6" y="319"/>
                    <a:pt x="32" y="319"/>
                  </a:cubicBezTo>
                  <a:cubicBezTo>
                    <a:pt x="97" y="319"/>
                    <a:pt x="97" y="319"/>
                    <a:pt x="97" y="319"/>
                  </a:cubicBezTo>
                  <a:cubicBezTo>
                    <a:pt x="97" y="1085"/>
                    <a:pt x="97" y="1085"/>
                    <a:pt x="97" y="1085"/>
                  </a:cubicBezTo>
                  <a:cubicBezTo>
                    <a:pt x="97" y="1100"/>
                    <a:pt x="109" y="1112"/>
                    <a:pt x="124" y="1112"/>
                  </a:cubicBezTo>
                  <a:cubicBezTo>
                    <a:pt x="516" y="1112"/>
                    <a:pt x="516" y="1112"/>
                    <a:pt x="516" y="1112"/>
                  </a:cubicBezTo>
                  <a:cubicBezTo>
                    <a:pt x="531" y="1112"/>
                    <a:pt x="543" y="1100"/>
                    <a:pt x="543" y="1085"/>
                  </a:cubicBezTo>
                  <a:cubicBezTo>
                    <a:pt x="543" y="319"/>
                    <a:pt x="543" y="319"/>
                    <a:pt x="543" y="319"/>
                  </a:cubicBezTo>
                  <a:cubicBezTo>
                    <a:pt x="607" y="319"/>
                    <a:pt x="607" y="319"/>
                    <a:pt x="607" y="319"/>
                  </a:cubicBezTo>
                  <a:cubicBezTo>
                    <a:pt x="633" y="319"/>
                    <a:pt x="639" y="304"/>
                    <a:pt x="621" y="286"/>
                  </a:cubicBezTo>
                  <a:cubicBezTo>
                    <a:pt x="352" y="18"/>
                    <a:pt x="352" y="18"/>
                    <a:pt x="352" y="18"/>
                  </a:cubicBezTo>
                  <a:cubicBezTo>
                    <a:pt x="334" y="0"/>
                    <a:pt x="305" y="0"/>
                    <a:pt x="287" y="18"/>
                  </a:cubicBezTo>
                  <a:close/>
                </a:path>
              </a:pathLst>
            </a:custGeom>
            <a:solidFill>
              <a:srgbClr val="3AAAE9"/>
            </a:solidFill>
            <a:ln w="28575" cap="flat">
              <a:solidFill>
                <a:schemeClr val="bg1"/>
              </a:solidFill>
              <a:prstDash val="solid"/>
              <a:miter lim="800000"/>
              <a:headEnd/>
              <a:tailEnd/>
            </a:ln>
            <a:effectLst>
              <a:outerShdw blurRad="12700" dist="50800" dir="3000000" algn="tl"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30"/>
            <p:cNvSpPr>
              <a:spLocks/>
            </p:cNvSpPr>
            <p:nvPr/>
          </p:nvSpPr>
          <p:spPr bwMode="auto">
            <a:xfrm>
              <a:off x="3357563" y="2089150"/>
              <a:ext cx="269875" cy="361950"/>
            </a:xfrm>
            <a:custGeom>
              <a:avLst/>
              <a:gdLst>
                <a:gd name="T0" fmla="*/ 30 w 170"/>
                <a:gd name="T1" fmla="*/ 0 h 228"/>
                <a:gd name="T2" fmla="*/ 30 w 170"/>
                <a:gd name="T3" fmla="*/ 95 h 228"/>
                <a:gd name="T4" fmla="*/ 139 w 170"/>
                <a:gd name="T5" fmla="*/ 95 h 228"/>
                <a:gd name="T6" fmla="*/ 139 w 170"/>
                <a:gd name="T7" fmla="*/ 0 h 228"/>
                <a:gd name="T8" fmla="*/ 170 w 170"/>
                <a:gd name="T9" fmla="*/ 0 h 228"/>
                <a:gd name="T10" fmla="*/ 170 w 170"/>
                <a:gd name="T11" fmla="*/ 228 h 228"/>
                <a:gd name="T12" fmla="*/ 139 w 170"/>
                <a:gd name="T13" fmla="*/ 228 h 228"/>
                <a:gd name="T14" fmla="*/ 139 w 170"/>
                <a:gd name="T15" fmla="*/ 121 h 228"/>
                <a:gd name="T16" fmla="*/ 30 w 170"/>
                <a:gd name="T17" fmla="*/ 121 h 228"/>
                <a:gd name="T18" fmla="*/ 30 w 170"/>
                <a:gd name="T19" fmla="*/ 228 h 228"/>
                <a:gd name="T20" fmla="*/ 0 w 170"/>
                <a:gd name="T21" fmla="*/ 228 h 228"/>
                <a:gd name="T22" fmla="*/ 0 w 170"/>
                <a:gd name="T23" fmla="*/ 0 h 228"/>
                <a:gd name="T24" fmla="*/ 30 w 170"/>
                <a:gd name="T25" fmla="*/ 0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0" h="228">
                  <a:moveTo>
                    <a:pt x="30" y="0"/>
                  </a:moveTo>
                  <a:lnTo>
                    <a:pt x="30" y="95"/>
                  </a:lnTo>
                  <a:lnTo>
                    <a:pt x="139" y="95"/>
                  </a:lnTo>
                  <a:lnTo>
                    <a:pt x="139" y="0"/>
                  </a:lnTo>
                  <a:lnTo>
                    <a:pt x="170" y="0"/>
                  </a:lnTo>
                  <a:lnTo>
                    <a:pt x="170" y="228"/>
                  </a:lnTo>
                  <a:lnTo>
                    <a:pt x="139" y="228"/>
                  </a:lnTo>
                  <a:lnTo>
                    <a:pt x="139" y="121"/>
                  </a:lnTo>
                  <a:lnTo>
                    <a:pt x="30" y="121"/>
                  </a:lnTo>
                  <a:lnTo>
                    <a:pt x="30" y="228"/>
                  </a:lnTo>
                  <a:lnTo>
                    <a:pt x="0" y="228"/>
                  </a:lnTo>
                  <a:lnTo>
                    <a:pt x="0" y="0"/>
                  </a:lnTo>
                  <a:lnTo>
                    <a:pt x="30" y="0"/>
                  </a:lnTo>
                  <a:close/>
                </a:path>
              </a:pathLst>
            </a:custGeom>
            <a:solidFill>
              <a:srgbClr val="FFFFFF"/>
            </a:solid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9" name="Freeform 23"/>
            <p:cNvSpPr>
              <a:spLocks noEditPoints="1"/>
            </p:cNvSpPr>
            <p:nvPr/>
          </p:nvSpPr>
          <p:spPr bwMode="auto">
            <a:xfrm>
              <a:off x="4537075" y="1790700"/>
              <a:ext cx="303213" cy="361950"/>
            </a:xfrm>
            <a:custGeom>
              <a:avLst/>
              <a:gdLst>
                <a:gd name="T0" fmla="*/ 49 w 171"/>
                <a:gd name="T1" fmla="*/ 140 h 204"/>
                <a:gd name="T2" fmla="*/ 27 w 171"/>
                <a:gd name="T3" fmla="*/ 204 h 204"/>
                <a:gd name="T4" fmla="*/ 0 w 171"/>
                <a:gd name="T5" fmla="*/ 204 h 204"/>
                <a:gd name="T6" fmla="*/ 70 w 171"/>
                <a:gd name="T7" fmla="*/ 0 h 204"/>
                <a:gd name="T8" fmla="*/ 101 w 171"/>
                <a:gd name="T9" fmla="*/ 0 h 204"/>
                <a:gd name="T10" fmla="*/ 171 w 171"/>
                <a:gd name="T11" fmla="*/ 204 h 204"/>
                <a:gd name="T12" fmla="*/ 143 w 171"/>
                <a:gd name="T13" fmla="*/ 204 h 204"/>
                <a:gd name="T14" fmla="*/ 121 w 171"/>
                <a:gd name="T15" fmla="*/ 140 h 204"/>
                <a:gd name="T16" fmla="*/ 49 w 171"/>
                <a:gd name="T17" fmla="*/ 140 h 204"/>
                <a:gd name="T18" fmla="*/ 116 w 171"/>
                <a:gd name="T19" fmla="*/ 119 h 204"/>
                <a:gd name="T20" fmla="*/ 96 w 171"/>
                <a:gd name="T21" fmla="*/ 60 h 204"/>
                <a:gd name="T22" fmla="*/ 85 w 171"/>
                <a:gd name="T23" fmla="*/ 23 h 204"/>
                <a:gd name="T24" fmla="*/ 84 w 171"/>
                <a:gd name="T25" fmla="*/ 23 h 204"/>
                <a:gd name="T26" fmla="*/ 74 w 171"/>
                <a:gd name="T27" fmla="*/ 60 h 204"/>
                <a:gd name="T28" fmla="*/ 54 w 171"/>
                <a:gd name="T29" fmla="*/ 119 h 204"/>
                <a:gd name="T30" fmla="*/ 116 w 171"/>
                <a:gd name="T31" fmla="*/ 119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1" h="204">
                  <a:moveTo>
                    <a:pt x="49" y="140"/>
                  </a:moveTo>
                  <a:cubicBezTo>
                    <a:pt x="27" y="204"/>
                    <a:pt x="27" y="204"/>
                    <a:pt x="27" y="204"/>
                  </a:cubicBezTo>
                  <a:cubicBezTo>
                    <a:pt x="0" y="204"/>
                    <a:pt x="0" y="204"/>
                    <a:pt x="0" y="204"/>
                  </a:cubicBezTo>
                  <a:cubicBezTo>
                    <a:pt x="70" y="0"/>
                    <a:pt x="70" y="0"/>
                    <a:pt x="70" y="0"/>
                  </a:cubicBezTo>
                  <a:cubicBezTo>
                    <a:pt x="101" y="0"/>
                    <a:pt x="101" y="0"/>
                    <a:pt x="101" y="0"/>
                  </a:cubicBezTo>
                  <a:cubicBezTo>
                    <a:pt x="171" y="204"/>
                    <a:pt x="171" y="204"/>
                    <a:pt x="171" y="204"/>
                  </a:cubicBezTo>
                  <a:cubicBezTo>
                    <a:pt x="143" y="204"/>
                    <a:pt x="143" y="204"/>
                    <a:pt x="143" y="204"/>
                  </a:cubicBezTo>
                  <a:cubicBezTo>
                    <a:pt x="121" y="140"/>
                    <a:pt x="121" y="140"/>
                    <a:pt x="121" y="140"/>
                  </a:cubicBezTo>
                  <a:lnTo>
                    <a:pt x="49" y="140"/>
                  </a:lnTo>
                  <a:close/>
                  <a:moveTo>
                    <a:pt x="116" y="119"/>
                  </a:moveTo>
                  <a:cubicBezTo>
                    <a:pt x="96" y="60"/>
                    <a:pt x="96" y="60"/>
                    <a:pt x="96" y="60"/>
                  </a:cubicBezTo>
                  <a:cubicBezTo>
                    <a:pt x="91" y="47"/>
                    <a:pt x="88" y="35"/>
                    <a:pt x="85" y="23"/>
                  </a:cubicBezTo>
                  <a:cubicBezTo>
                    <a:pt x="84" y="23"/>
                    <a:pt x="84" y="23"/>
                    <a:pt x="84" y="23"/>
                  </a:cubicBezTo>
                  <a:cubicBezTo>
                    <a:pt x="81" y="35"/>
                    <a:pt x="78" y="48"/>
                    <a:pt x="74" y="60"/>
                  </a:cubicBezTo>
                  <a:cubicBezTo>
                    <a:pt x="54" y="119"/>
                    <a:pt x="54" y="119"/>
                    <a:pt x="54" y="119"/>
                  </a:cubicBezTo>
                  <a:lnTo>
                    <a:pt x="116" y="119"/>
                  </a:lnTo>
                  <a:close/>
                </a:path>
              </a:pathLst>
            </a:custGeom>
            <a:solidFill>
              <a:srgbClr val="FFFFFF"/>
            </a:solid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sp>
        <p:nvSpPr>
          <p:cNvPr id="21" name="Freeform 5"/>
          <p:cNvSpPr>
            <a:spLocks noEditPoints="1"/>
          </p:cNvSpPr>
          <p:nvPr/>
        </p:nvSpPr>
        <p:spPr bwMode="auto">
          <a:xfrm>
            <a:off x="3051213" y="5431781"/>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F3772D"/>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 name="Freeform 9"/>
          <p:cNvSpPr>
            <a:spLocks noEditPoints="1"/>
          </p:cNvSpPr>
          <p:nvPr/>
        </p:nvSpPr>
        <p:spPr bwMode="auto">
          <a:xfrm>
            <a:off x="3051213" y="3096249"/>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FE4855"/>
          </a:solidFill>
          <a:ln>
            <a:noFill/>
          </a:ln>
        </p:spPr>
        <p:txBody>
          <a:bodyPr vert="horz" wrap="square" lIns="91440" tIns="45720" rIns="91440" bIns="45720" numCol="1" anchor="t" anchorCtr="0" compatLnSpc="1">
            <a:prstTxWarp prst="textNoShape">
              <a:avLst/>
            </a:prstTxWarp>
          </a:bodyPr>
          <a:lstStyle/>
          <a:p>
            <a:endParaRPr lang="zh-CN" altLang="en-US">
              <a:solidFill>
                <a:srgbClr val="B5D241"/>
              </a:solidFill>
            </a:endParaRPr>
          </a:p>
        </p:txBody>
      </p:sp>
      <p:sp>
        <p:nvSpPr>
          <p:cNvPr id="23" name="Freeform 10"/>
          <p:cNvSpPr>
            <a:spLocks noEditPoints="1"/>
          </p:cNvSpPr>
          <p:nvPr/>
        </p:nvSpPr>
        <p:spPr bwMode="auto">
          <a:xfrm>
            <a:off x="3051213" y="4264809"/>
            <a:ext cx="295275" cy="293688"/>
          </a:xfrm>
          <a:custGeom>
            <a:avLst/>
            <a:gdLst>
              <a:gd name="T0" fmla="*/ 74 w 147"/>
              <a:gd name="T1" fmla="*/ 146 h 146"/>
              <a:gd name="T2" fmla="*/ 0 w 147"/>
              <a:gd name="T3" fmla="*/ 73 h 146"/>
              <a:gd name="T4" fmla="*/ 74 w 147"/>
              <a:gd name="T5" fmla="*/ 0 h 146"/>
              <a:gd name="T6" fmla="*/ 147 w 147"/>
              <a:gd name="T7" fmla="*/ 73 h 146"/>
              <a:gd name="T8" fmla="*/ 74 w 147"/>
              <a:gd name="T9" fmla="*/ 146 h 146"/>
              <a:gd name="T10" fmla="*/ 74 w 147"/>
              <a:gd name="T11" fmla="*/ 16 h 146"/>
              <a:gd name="T12" fmla="*/ 16 w 147"/>
              <a:gd name="T13" fmla="*/ 73 h 146"/>
              <a:gd name="T14" fmla="*/ 74 w 147"/>
              <a:gd name="T15" fmla="*/ 130 h 146"/>
              <a:gd name="T16" fmla="*/ 131 w 147"/>
              <a:gd name="T17" fmla="*/ 73 h 146"/>
              <a:gd name="T18" fmla="*/ 74 w 147"/>
              <a:gd name="T19" fmla="*/ 1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6">
                <a:moveTo>
                  <a:pt x="74" y="146"/>
                </a:moveTo>
                <a:cubicBezTo>
                  <a:pt x="33" y="146"/>
                  <a:pt x="0" y="114"/>
                  <a:pt x="0" y="73"/>
                </a:cubicBezTo>
                <a:cubicBezTo>
                  <a:pt x="0" y="33"/>
                  <a:pt x="33" y="0"/>
                  <a:pt x="74" y="0"/>
                </a:cubicBezTo>
                <a:cubicBezTo>
                  <a:pt x="114" y="0"/>
                  <a:pt x="147" y="33"/>
                  <a:pt x="147" y="73"/>
                </a:cubicBezTo>
                <a:cubicBezTo>
                  <a:pt x="147" y="114"/>
                  <a:pt x="114" y="146"/>
                  <a:pt x="74" y="146"/>
                </a:cubicBezTo>
                <a:close/>
                <a:moveTo>
                  <a:pt x="74" y="16"/>
                </a:moveTo>
                <a:cubicBezTo>
                  <a:pt x="42" y="16"/>
                  <a:pt x="16" y="41"/>
                  <a:pt x="16" y="73"/>
                </a:cubicBezTo>
                <a:cubicBezTo>
                  <a:pt x="16" y="105"/>
                  <a:pt x="42" y="130"/>
                  <a:pt x="74" y="130"/>
                </a:cubicBezTo>
                <a:cubicBezTo>
                  <a:pt x="106" y="130"/>
                  <a:pt x="131" y="105"/>
                  <a:pt x="131" y="73"/>
                </a:cubicBezTo>
                <a:cubicBezTo>
                  <a:pt x="131" y="41"/>
                  <a:pt x="106" y="16"/>
                  <a:pt x="74" y="16"/>
                </a:cubicBezTo>
                <a:close/>
              </a:path>
            </a:pathLst>
          </a:custGeom>
          <a:solidFill>
            <a:srgbClr val="F34C77"/>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4" name="文本框 23"/>
          <p:cNvSpPr txBox="1"/>
          <p:nvPr/>
        </p:nvSpPr>
        <p:spPr>
          <a:xfrm>
            <a:off x="9061417" y="4131157"/>
            <a:ext cx="2856518" cy="830997"/>
          </a:xfrm>
          <a:prstGeom prst="rect">
            <a:avLst/>
          </a:prstGeom>
          <a:noFill/>
        </p:spPr>
        <p:txBody>
          <a:bodyPr wrap="square" rtlCol="0">
            <a:spAutoFit/>
          </a:bodyPr>
          <a:lstStyle/>
          <a:p>
            <a:pPr>
              <a:lnSpc>
                <a:spcPct val="120000"/>
              </a:lnSpc>
            </a:pPr>
            <a:r>
              <a:rPr lang="zh-CN" altLang="en-US" sz="2400" b="1" dirty="0">
                <a:solidFill>
                  <a:srgbClr val="455562"/>
                </a:solidFill>
              </a:rPr>
              <a:t>添加标题</a:t>
            </a:r>
            <a:endParaRPr lang="en-US" altLang="zh-CN" sz="2400" b="1" dirty="0">
              <a:solidFill>
                <a:srgbClr val="455562"/>
              </a:solidFill>
            </a:endParaRPr>
          </a:p>
          <a:p>
            <a:pPr>
              <a:lnSpc>
                <a:spcPct val="120000"/>
              </a:lnSpc>
            </a:pPr>
            <a:r>
              <a:rPr lang="zh-CN" altLang="en-US" sz="1600" dirty="0">
                <a:solidFill>
                  <a:schemeClr val="tx1">
                    <a:lumMod val="65000"/>
                    <a:lumOff val="35000"/>
                  </a:schemeClr>
                </a:solidFill>
              </a:rPr>
              <a:t>添加内容添加内容</a:t>
            </a:r>
          </a:p>
        </p:txBody>
      </p:sp>
      <p:sp>
        <p:nvSpPr>
          <p:cNvPr id="25" name="文本框 24"/>
          <p:cNvSpPr txBox="1"/>
          <p:nvPr/>
        </p:nvSpPr>
        <p:spPr>
          <a:xfrm>
            <a:off x="9061417" y="2976026"/>
            <a:ext cx="2856518" cy="830997"/>
          </a:xfrm>
          <a:prstGeom prst="rect">
            <a:avLst/>
          </a:prstGeom>
          <a:noFill/>
        </p:spPr>
        <p:txBody>
          <a:bodyPr wrap="square" rtlCol="0">
            <a:spAutoFit/>
          </a:bodyPr>
          <a:lstStyle/>
          <a:p>
            <a:pPr>
              <a:lnSpc>
                <a:spcPct val="120000"/>
              </a:lnSpc>
            </a:pPr>
            <a:r>
              <a:rPr lang="zh-CN" altLang="en-US" sz="2400" b="1" dirty="0">
                <a:solidFill>
                  <a:srgbClr val="2A7BAB"/>
                </a:solidFill>
              </a:rPr>
              <a:t>添加标题</a:t>
            </a:r>
            <a:endParaRPr lang="en-US" altLang="zh-CN" sz="2400" b="1" dirty="0">
              <a:solidFill>
                <a:srgbClr val="2A7BAB"/>
              </a:solidFill>
            </a:endParaRPr>
          </a:p>
          <a:p>
            <a:pPr>
              <a:lnSpc>
                <a:spcPct val="120000"/>
              </a:lnSpc>
            </a:pPr>
            <a:r>
              <a:rPr lang="zh-CN" altLang="en-US" sz="1600" dirty="0">
                <a:solidFill>
                  <a:schemeClr val="tx1">
                    <a:lumMod val="65000"/>
                    <a:lumOff val="35000"/>
                  </a:schemeClr>
                </a:solidFill>
              </a:rPr>
              <a:t>添加内容添加内容</a:t>
            </a:r>
          </a:p>
        </p:txBody>
      </p:sp>
      <p:sp>
        <p:nvSpPr>
          <p:cNvPr id="26" name="文本框 25"/>
          <p:cNvSpPr txBox="1"/>
          <p:nvPr/>
        </p:nvSpPr>
        <p:spPr>
          <a:xfrm>
            <a:off x="9061417" y="5286288"/>
            <a:ext cx="2856518" cy="830997"/>
          </a:xfrm>
          <a:prstGeom prst="rect">
            <a:avLst/>
          </a:prstGeom>
          <a:noFill/>
        </p:spPr>
        <p:txBody>
          <a:bodyPr wrap="square" rtlCol="0">
            <a:spAutoFit/>
          </a:bodyPr>
          <a:lstStyle/>
          <a:p>
            <a:pPr>
              <a:lnSpc>
                <a:spcPct val="120000"/>
              </a:lnSpc>
            </a:pPr>
            <a:r>
              <a:rPr lang="zh-CN" altLang="en-US" sz="2400" b="1" dirty="0">
                <a:solidFill>
                  <a:srgbClr val="ED9C27"/>
                </a:solidFill>
              </a:rPr>
              <a:t>添加标题</a:t>
            </a:r>
            <a:endParaRPr lang="en-US" altLang="zh-CN" sz="2400" b="1" dirty="0">
              <a:solidFill>
                <a:srgbClr val="ED9C27"/>
              </a:solidFill>
            </a:endParaRPr>
          </a:p>
          <a:p>
            <a:pPr>
              <a:lnSpc>
                <a:spcPct val="120000"/>
              </a:lnSpc>
            </a:pPr>
            <a:r>
              <a:rPr lang="zh-CN" altLang="en-US" sz="1600" dirty="0">
                <a:solidFill>
                  <a:schemeClr val="tx1">
                    <a:lumMod val="65000"/>
                    <a:lumOff val="35000"/>
                  </a:schemeClr>
                </a:solidFill>
              </a:rPr>
              <a:t>添加内容添加内容</a:t>
            </a:r>
          </a:p>
        </p:txBody>
      </p:sp>
      <p:sp>
        <p:nvSpPr>
          <p:cNvPr id="27" name="文本框 26"/>
          <p:cNvSpPr txBox="1"/>
          <p:nvPr/>
        </p:nvSpPr>
        <p:spPr>
          <a:xfrm>
            <a:off x="242908" y="2976026"/>
            <a:ext cx="2856518" cy="830997"/>
          </a:xfrm>
          <a:prstGeom prst="rect">
            <a:avLst/>
          </a:prstGeom>
          <a:noFill/>
        </p:spPr>
        <p:txBody>
          <a:bodyPr wrap="square" rtlCol="0">
            <a:spAutoFit/>
          </a:bodyPr>
          <a:lstStyle/>
          <a:p>
            <a:pPr algn="r">
              <a:lnSpc>
                <a:spcPct val="120000"/>
              </a:lnSpc>
            </a:pPr>
            <a:r>
              <a:rPr lang="zh-CN" altLang="en-US" sz="2400" b="1" dirty="0">
                <a:solidFill>
                  <a:srgbClr val="FE4855"/>
                </a:solidFill>
              </a:rPr>
              <a:t>添加标题</a:t>
            </a:r>
            <a:endParaRPr lang="en-US" altLang="zh-CN" sz="2400" b="1" dirty="0">
              <a:solidFill>
                <a:srgbClr val="FE4855"/>
              </a:solidFill>
            </a:endParaRPr>
          </a:p>
          <a:p>
            <a:pPr algn="r">
              <a:lnSpc>
                <a:spcPct val="120000"/>
              </a:lnSpc>
            </a:pPr>
            <a:r>
              <a:rPr lang="zh-CN" altLang="en-US" sz="1600" dirty="0">
                <a:solidFill>
                  <a:schemeClr val="tx1">
                    <a:lumMod val="65000"/>
                    <a:lumOff val="35000"/>
                  </a:schemeClr>
                </a:solidFill>
              </a:rPr>
              <a:t>添加内容添加内容</a:t>
            </a:r>
          </a:p>
        </p:txBody>
      </p:sp>
      <p:sp>
        <p:nvSpPr>
          <p:cNvPr id="28" name="文本框 27"/>
          <p:cNvSpPr txBox="1"/>
          <p:nvPr/>
        </p:nvSpPr>
        <p:spPr>
          <a:xfrm>
            <a:off x="242908" y="4131157"/>
            <a:ext cx="2856518" cy="830997"/>
          </a:xfrm>
          <a:prstGeom prst="rect">
            <a:avLst/>
          </a:prstGeom>
          <a:noFill/>
        </p:spPr>
        <p:txBody>
          <a:bodyPr wrap="square" rtlCol="0">
            <a:spAutoFit/>
          </a:bodyPr>
          <a:lstStyle/>
          <a:p>
            <a:pPr algn="r">
              <a:lnSpc>
                <a:spcPct val="120000"/>
              </a:lnSpc>
            </a:pPr>
            <a:r>
              <a:rPr lang="zh-CN" altLang="en-US" sz="2400" b="1" dirty="0">
                <a:solidFill>
                  <a:srgbClr val="F34C77"/>
                </a:solidFill>
              </a:rPr>
              <a:t>添加标题</a:t>
            </a:r>
            <a:endParaRPr lang="en-US" altLang="zh-CN" sz="2400" b="1" dirty="0">
              <a:solidFill>
                <a:srgbClr val="F34C77"/>
              </a:solidFill>
            </a:endParaRPr>
          </a:p>
          <a:p>
            <a:pPr algn="r">
              <a:lnSpc>
                <a:spcPct val="120000"/>
              </a:lnSpc>
            </a:pPr>
            <a:r>
              <a:rPr lang="zh-CN" altLang="en-US" sz="1600" dirty="0">
                <a:solidFill>
                  <a:schemeClr val="tx1">
                    <a:lumMod val="65000"/>
                    <a:lumOff val="35000"/>
                  </a:schemeClr>
                </a:solidFill>
              </a:rPr>
              <a:t>添加内容添加内容</a:t>
            </a:r>
          </a:p>
        </p:txBody>
      </p:sp>
      <p:sp>
        <p:nvSpPr>
          <p:cNvPr id="29" name="文本框 28"/>
          <p:cNvSpPr txBox="1"/>
          <p:nvPr/>
        </p:nvSpPr>
        <p:spPr>
          <a:xfrm>
            <a:off x="242908" y="5286288"/>
            <a:ext cx="2856518" cy="830997"/>
          </a:xfrm>
          <a:prstGeom prst="rect">
            <a:avLst/>
          </a:prstGeom>
          <a:noFill/>
        </p:spPr>
        <p:txBody>
          <a:bodyPr wrap="square" rtlCol="0">
            <a:spAutoFit/>
          </a:bodyPr>
          <a:lstStyle/>
          <a:p>
            <a:pPr algn="r">
              <a:lnSpc>
                <a:spcPct val="120000"/>
              </a:lnSpc>
            </a:pPr>
            <a:r>
              <a:rPr lang="zh-CN" altLang="en-US" sz="2400" b="1" dirty="0">
                <a:solidFill>
                  <a:srgbClr val="F3772D"/>
                </a:solidFill>
              </a:rPr>
              <a:t>添加标题</a:t>
            </a:r>
            <a:endParaRPr lang="en-US" altLang="zh-CN" sz="2400" b="1" dirty="0">
              <a:solidFill>
                <a:srgbClr val="F3772D"/>
              </a:solidFill>
            </a:endParaRPr>
          </a:p>
          <a:p>
            <a:pPr algn="r">
              <a:lnSpc>
                <a:spcPct val="120000"/>
              </a:lnSpc>
            </a:pPr>
            <a:r>
              <a:rPr lang="zh-CN" altLang="en-US" sz="1600" dirty="0">
                <a:solidFill>
                  <a:schemeClr val="tx1">
                    <a:lumMod val="65000"/>
                    <a:lumOff val="35000"/>
                  </a:schemeClr>
                </a:solidFill>
              </a:rPr>
              <a:t>添加内容添加内容</a:t>
            </a:r>
          </a:p>
        </p:txBody>
      </p:sp>
      <p:sp>
        <p:nvSpPr>
          <p:cNvPr id="30" name="Freeform 5"/>
          <p:cNvSpPr>
            <a:spLocks noEditPoints="1"/>
          </p:cNvSpPr>
          <p:nvPr/>
        </p:nvSpPr>
        <p:spPr bwMode="auto">
          <a:xfrm>
            <a:off x="8800783" y="5431781"/>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ED9C27"/>
          </a:solidFill>
          <a:ln>
            <a:noFill/>
          </a:ln>
        </p:spPr>
        <p:txBody>
          <a:bodyPr vert="horz" wrap="square" lIns="91440" tIns="45720" rIns="91440" bIns="45720" numCol="1" anchor="t" anchorCtr="0" compatLnSpc="1">
            <a:prstTxWarp prst="textNoShape">
              <a:avLst/>
            </a:prstTxWarp>
          </a:bodyPr>
          <a:lstStyle/>
          <a:p>
            <a:endParaRPr lang="zh-CN" altLang="en-US">
              <a:solidFill>
                <a:srgbClr val="1F65B1"/>
              </a:solidFill>
            </a:endParaRPr>
          </a:p>
        </p:txBody>
      </p:sp>
      <p:sp>
        <p:nvSpPr>
          <p:cNvPr id="31" name="Freeform 9"/>
          <p:cNvSpPr>
            <a:spLocks noEditPoints="1"/>
          </p:cNvSpPr>
          <p:nvPr/>
        </p:nvSpPr>
        <p:spPr bwMode="auto">
          <a:xfrm>
            <a:off x="8800783" y="3096249"/>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2A7BAB"/>
          </a:solidFill>
          <a:ln>
            <a:noFill/>
          </a:ln>
        </p:spPr>
        <p:txBody>
          <a:bodyPr vert="horz" wrap="square" lIns="91440" tIns="45720" rIns="91440" bIns="45720" numCol="1" anchor="t" anchorCtr="0" compatLnSpc="1">
            <a:prstTxWarp prst="textNoShape">
              <a:avLst/>
            </a:prstTxWarp>
          </a:bodyPr>
          <a:lstStyle/>
          <a:p>
            <a:endParaRPr lang="zh-CN" altLang="en-US">
              <a:solidFill>
                <a:srgbClr val="B32887"/>
              </a:solidFill>
            </a:endParaRPr>
          </a:p>
        </p:txBody>
      </p:sp>
      <p:sp>
        <p:nvSpPr>
          <p:cNvPr id="32" name="Freeform 10"/>
          <p:cNvSpPr>
            <a:spLocks noEditPoints="1"/>
          </p:cNvSpPr>
          <p:nvPr/>
        </p:nvSpPr>
        <p:spPr bwMode="auto">
          <a:xfrm>
            <a:off x="8800783" y="4264809"/>
            <a:ext cx="295275" cy="293688"/>
          </a:xfrm>
          <a:custGeom>
            <a:avLst/>
            <a:gdLst>
              <a:gd name="T0" fmla="*/ 74 w 147"/>
              <a:gd name="T1" fmla="*/ 146 h 146"/>
              <a:gd name="T2" fmla="*/ 0 w 147"/>
              <a:gd name="T3" fmla="*/ 73 h 146"/>
              <a:gd name="T4" fmla="*/ 74 w 147"/>
              <a:gd name="T5" fmla="*/ 0 h 146"/>
              <a:gd name="T6" fmla="*/ 147 w 147"/>
              <a:gd name="T7" fmla="*/ 73 h 146"/>
              <a:gd name="T8" fmla="*/ 74 w 147"/>
              <a:gd name="T9" fmla="*/ 146 h 146"/>
              <a:gd name="T10" fmla="*/ 74 w 147"/>
              <a:gd name="T11" fmla="*/ 16 h 146"/>
              <a:gd name="T12" fmla="*/ 16 w 147"/>
              <a:gd name="T13" fmla="*/ 73 h 146"/>
              <a:gd name="T14" fmla="*/ 74 w 147"/>
              <a:gd name="T15" fmla="*/ 130 h 146"/>
              <a:gd name="T16" fmla="*/ 131 w 147"/>
              <a:gd name="T17" fmla="*/ 73 h 146"/>
              <a:gd name="T18" fmla="*/ 74 w 147"/>
              <a:gd name="T19" fmla="*/ 1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6">
                <a:moveTo>
                  <a:pt x="74" y="146"/>
                </a:moveTo>
                <a:cubicBezTo>
                  <a:pt x="33" y="146"/>
                  <a:pt x="0" y="114"/>
                  <a:pt x="0" y="73"/>
                </a:cubicBezTo>
                <a:cubicBezTo>
                  <a:pt x="0" y="33"/>
                  <a:pt x="33" y="0"/>
                  <a:pt x="74" y="0"/>
                </a:cubicBezTo>
                <a:cubicBezTo>
                  <a:pt x="114" y="0"/>
                  <a:pt x="147" y="33"/>
                  <a:pt x="147" y="73"/>
                </a:cubicBezTo>
                <a:cubicBezTo>
                  <a:pt x="147" y="114"/>
                  <a:pt x="114" y="146"/>
                  <a:pt x="74" y="146"/>
                </a:cubicBezTo>
                <a:close/>
                <a:moveTo>
                  <a:pt x="74" y="16"/>
                </a:moveTo>
                <a:cubicBezTo>
                  <a:pt x="42" y="16"/>
                  <a:pt x="16" y="41"/>
                  <a:pt x="16" y="73"/>
                </a:cubicBezTo>
                <a:cubicBezTo>
                  <a:pt x="16" y="105"/>
                  <a:pt x="42" y="130"/>
                  <a:pt x="74" y="130"/>
                </a:cubicBezTo>
                <a:cubicBezTo>
                  <a:pt x="106" y="130"/>
                  <a:pt x="131" y="105"/>
                  <a:pt x="131" y="73"/>
                </a:cubicBezTo>
                <a:cubicBezTo>
                  <a:pt x="131" y="41"/>
                  <a:pt x="106" y="16"/>
                  <a:pt x="74" y="16"/>
                </a:cubicBezTo>
                <a:close/>
              </a:path>
            </a:pathLst>
          </a:custGeom>
          <a:solidFill>
            <a:srgbClr val="455562"/>
          </a:solidFill>
          <a:ln>
            <a:noFill/>
          </a:ln>
        </p:spPr>
        <p:txBody>
          <a:bodyPr vert="horz" wrap="square" lIns="91440" tIns="45720" rIns="91440" bIns="45720" numCol="1" anchor="t" anchorCtr="0" compatLnSpc="1">
            <a:prstTxWarp prst="textNoShape">
              <a:avLst/>
            </a:prstTxWarp>
          </a:bodyPr>
          <a:lstStyle/>
          <a:p>
            <a:endParaRPr lang="zh-CN" altLang="en-US">
              <a:solidFill>
                <a:srgbClr val="564E9C"/>
              </a:solidFill>
            </a:endParaRPr>
          </a:p>
        </p:txBody>
      </p:sp>
      <p:sp>
        <p:nvSpPr>
          <p:cNvPr id="33" name="Freeform 9"/>
          <p:cNvSpPr>
            <a:spLocks noEditPoints="1"/>
          </p:cNvSpPr>
          <p:nvPr/>
        </p:nvSpPr>
        <p:spPr bwMode="auto">
          <a:xfrm>
            <a:off x="3051213" y="1898914"/>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81C822"/>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4" name="文本框 33"/>
          <p:cNvSpPr txBox="1"/>
          <p:nvPr/>
        </p:nvSpPr>
        <p:spPr>
          <a:xfrm>
            <a:off x="9061417" y="1778691"/>
            <a:ext cx="2856518" cy="830997"/>
          </a:xfrm>
          <a:prstGeom prst="rect">
            <a:avLst/>
          </a:prstGeom>
          <a:noFill/>
        </p:spPr>
        <p:txBody>
          <a:bodyPr wrap="square" rtlCol="0">
            <a:spAutoFit/>
          </a:bodyPr>
          <a:lstStyle/>
          <a:p>
            <a:pPr>
              <a:lnSpc>
                <a:spcPct val="120000"/>
              </a:lnSpc>
            </a:pPr>
            <a:r>
              <a:rPr lang="zh-CN" altLang="en-US" sz="2400" b="1" dirty="0">
                <a:solidFill>
                  <a:srgbClr val="3AAAE9"/>
                </a:solidFill>
              </a:rPr>
              <a:t>添加标题</a:t>
            </a:r>
            <a:endParaRPr lang="en-US" altLang="zh-CN" sz="2400" b="1" dirty="0">
              <a:solidFill>
                <a:srgbClr val="3AAAE9"/>
              </a:solidFill>
            </a:endParaRPr>
          </a:p>
          <a:p>
            <a:pPr>
              <a:lnSpc>
                <a:spcPct val="120000"/>
              </a:lnSpc>
            </a:pPr>
            <a:r>
              <a:rPr lang="zh-CN" altLang="en-US" sz="1600" dirty="0">
                <a:solidFill>
                  <a:schemeClr val="tx1">
                    <a:lumMod val="65000"/>
                    <a:lumOff val="35000"/>
                  </a:schemeClr>
                </a:solidFill>
              </a:rPr>
              <a:t>添加内容添加内容</a:t>
            </a:r>
          </a:p>
        </p:txBody>
      </p:sp>
      <p:sp>
        <p:nvSpPr>
          <p:cNvPr id="35" name="文本框 34"/>
          <p:cNvSpPr txBox="1"/>
          <p:nvPr/>
        </p:nvSpPr>
        <p:spPr>
          <a:xfrm>
            <a:off x="242908" y="1778691"/>
            <a:ext cx="2856518" cy="830997"/>
          </a:xfrm>
          <a:prstGeom prst="rect">
            <a:avLst/>
          </a:prstGeom>
          <a:noFill/>
        </p:spPr>
        <p:txBody>
          <a:bodyPr wrap="square" rtlCol="0">
            <a:spAutoFit/>
          </a:bodyPr>
          <a:lstStyle/>
          <a:p>
            <a:pPr algn="r">
              <a:lnSpc>
                <a:spcPct val="120000"/>
              </a:lnSpc>
            </a:pPr>
            <a:r>
              <a:rPr lang="zh-CN" altLang="en-US" sz="2400" b="1" dirty="0">
                <a:solidFill>
                  <a:srgbClr val="81C822"/>
                </a:solidFill>
              </a:rPr>
              <a:t>添加标题</a:t>
            </a:r>
            <a:endParaRPr lang="en-US" altLang="zh-CN" sz="2400" b="1" dirty="0">
              <a:solidFill>
                <a:srgbClr val="81C822"/>
              </a:solidFill>
            </a:endParaRPr>
          </a:p>
          <a:p>
            <a:pPr algn="r">
              <a:lnSpc>
                <a:spcPct val="120000"/>
              </a:lnSpc>
            </a:pPr>
            <a:r>
              <a:rPr lang="zh-CN" altLang="en-US" sz="1600" dirty="0">
                <a:solidFill>
                  <a:schemeClr val="tx1">
                    <a:lumMod val="65000"/>
                    <a:lumOff val="35000"/>
                  </a:schemeClr>
                </a:solidFill>
              </a:rPr>
              <a:t>添加内容添加内容</a:t>
            </a:r>
          </a:p>
        </p:txBody>
      </p:sp>
      <p:sp>
        <p:nvSpPr>
          <p:cNvPr id="36" name="Freeform 9"/>
          <p:cNvSpPr>
            <a:spLocks noEditPoints="1"/>
          </p:cNvSpPr>
          <p:nvPr/>
        </p:nvSpPr>
        <p:spPr bwMode="auto">
          <a:xfrm>
            <a:off x="8800783" y="1898914"/>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3AAAE9"/>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9" name="文本框 38"/>
          <p:cNvSpPr txBox="1"/>
          <p:nvPr/>
        </p:nvSpPr>
        <p:spPr>
          <a:xfrm>
            <a:off x="5264593" y="3387616"/>
            <a:ext cx="1669461"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p:txBody>
      </p:sp>
      <p:sp>
        <p:nvSpPr>
          <p:cNvPr id="40" name="Rectangle 58"/>
          <p:cNvSpPr/>
          <p:nvPr/>
        </p:nvSpPr>
        <p:spPr>
          <a:xfrm>
            <a:off x="5377258" y="3807884"/>
            <a:ext cx="1458887"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添加内容</a:t>
            </a:r>
          </a:p>
        </p:txBody>
      </p:sp>
      <p:sp>
        <p:nvSpPr>
          <p:cNvPr id="41"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八项并列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109090745"/>
      </p:ext>
    </p:extLst>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 name="Freeform 25"/>
          <p:cNvSpPr>
            <a:spLocks noEditPoints="1"/>
          </p:cNvSpPr>
          <p:nvPr/>
        </p:nvSpPr>
        <p:spPr bwMode="auto">
          <a:xfrm>
            <a:off x="5037767" y="2527214"/>
            <a:ext cx="2104708" cy="2108890"/>
          </a:xfrm>
          <a:custGeom>
            <a:avLst/>
            <a:gdLst>
              <a:gd name="T0" fmla="*/ 121 w 1277"/>
              <a:gd name="T1" fmla="*/ 737 h 1278"/>
              <a:gd name="T2" fmla="*/ 141 w 1277"/>
              <a:gd name="T3" fmla="*/ 813 h 1278"/>
              <a:gd name="T4" fmla="*/ 54 w 1277"/>
              <a:gd name="T5" fmla="*/ 898 h 1278"/>
              <a:gd name="T6" fmla="*/ 122 w 1277"/>
              <a:gd name="T7" fmla="*/ 1016 h 1278"/>
              <a:gd name="T8" fmla="*/ 239 w 1277"/>
              <a:gd name="T9" fmla="*/ 982 h 1278"/>
              <a:gd name="T10" fmla="*/ 295 w 1277"/>
              <a:gd name="T11" fmla="*/ 1038 h 1278"/>
              <a:gd name="T12" fmla="*/ 262 w 1277"/>
              <a:gd name="T13" fmla="*/ 1155 h 1278"/>
              <a:gd name="T14" fmla="*/ 380 w 1277"/>
              <a:gd name="T15" fmla="*/ 1223 h 1278"/>
              <a:gd name="T16" fmla="*/ 464 w 1277"/>
              <a:gd name="T17" fmla="*/ 1136 h 1278"/>
              <a:gd name="T18" fmla="*/ 541 w 1277"/>
              <a:gd name="T19" fmla="*/ 1157 h 1278"/>
              <a:gd name="T20" fmla="*/ 570 w 1277"/>
              <a:gd name="T21" fmla="*/ 1274 h 1278"/>
              <a:gd name="T22" fmla="*/ 638 w 1277"/>
              <a:gd name="T23" fmla="*/ 1278 h 1278"/>
              <a:gd name="T24" fmla="*/ 706 w 1277"/>
              <a:gd name="T25" fmla="*/ 1274 h 1278"/>
              <a:gd name="T26" fmla="*/ 736 w 1277"/>
              <a:gd name="T27" fmla="*/ 1157 h 1278"/>
              <a:gd name="T28" fmla="*/ 813 w 1277"/>
              <a:gd name="T29" fmla="*/ 1136 h 1278"/>
              <a:gd name="T30" fmla="*/ 897 w 1277"/>
              <a:gd name="T31" fmla="*/ 1223 h 1278"/>
              <a:gd name="T32" fmla="*/ 1015 w 1277"/>
              <a:gd name="T33" fmla="*/ 1155 h 1278"/>
              <a:gd name="T34" fmla="*/ 982 w 1277"/>
              <a:gd name="T35" fmla="*/ 1038 h 1278"/>
              <a:gd name="T36" fmla="*/ 1038 w 1277"/>
              <a:gd name="T37" fmla="*/ 982 h 1278"/>
              <a:gd name="T38" fmla="*/ 1154 w 1277"/>
              <a:gd name="T39" fmla="*/ 1016 h 1278"/>
              <a:gd name="T40" fmla="*/ 1222 w 1277"/>
              <a:gd name="T41" fmla="*/ 898 h 1278"/>
              <a:gd name="T42" fmla="*/ 1135 w 1277"/>
              <a:gd name="T43" fmla="*/ 813 h 1278"/>
              <a:gd name="T44" fmla="*/ 1156 w 1277"/>
              <a:gd name="T45" fmla="*/ 737 h 1278"/>
              <a:gd name="T46" fmla="*/ 1273 w 1277"/>
              <a:gd name="T47" fmla="*/ 707 h 1278"/>
              <a:gd name="T48" fmla="*/ 1277 w 1277"/>
              <a:gd name="T49" fmla="*/ 639 h 1278"/>
              <a:gd name="T50" fmla="*/ 1273 w 1277"/>
              <a:gd name="T51" fmla="*/ 571 h 1278"/>
              <a:gd name="T52" fmla="*/ 1156 w 1277"/>
              <a:gd name="T53" fmla="*/ 542 h 1278"/>
              <a:gd name="T54" fmla="*/ 1135 w 1277"/>
              <a:gd name="T55" fmla="*/ 465 h 1278"/>
              <a:gd name="T56" fmla="*/ 1222 w 1277"/>
              <a:gd name="T57" fmla="*/ 381 h 1278"/>
              <a:gd name="T58" fmla="*/ 1154 w 1277"/>
              <a:gd name="T59" fmla="*/ 263 h 1278"/>
              <a:gd name="T60" fmla="*/ 1038 w 1277"/>
              <a:gd name="T61" fmla="*/ 296 h 1278"/>
              <a:gd name="T62" fmla="*/ 982 w 1277"/>
              <a:gd name="T63" fmla="*/ 240 h 1278"/>
              <a:gd name="T64" fmla="*/ 1015 w 1277"/>
              <a:gd name="T65" fmla="*/ 123 h 1278"/>
              <a:gd name="T66" fmla="*/ 897 w 1277"/>
              <a:gd name="T67" fmla="*/ 55 h 1278"/>
              <a:gd name="T68" fmla="*/ 813 w 1277"/>
              <a:gd name="T69" fmla="*/ 142 h 1278"/>
              <a:gd name="T70" fmla="*/ 736 w 1277"/>
              <a:gd name="T71" fmla="*/ 122 h 1278"/>
              <a:gd name="T72" fmla="*/ 706 w 1277"/>
              <a:gd name="T73" fmla="*/ 4 h 1278"/>
              <a:gd name="T74" fmla="*/ 638 w 1277"/>
              <a:gd name="T75" fmla="*/ 0 h 1278"/>
              <a:gd name="T76" fmla="*/ 570 w 1277"/>
              <a:gd name="T77" fmla="*/ 4 h 1278"/>
              <a:gd name="T78" fmla="*/ 541 w 1277"/>
              <a:gd name="T79" fmla="*/ 122 h 1278"/>
              <a:gd name="T80" fmla="*/ 464 w 1277"/>
              <a:gd name="T81" fmla="*/ 142 h 1278"/>
              <a:gd name="T82" fmla="*/ 380 w 1277"/>
              <a:gd name="T83" fmla="*/ 55 h 1278"/>
              <a:gd name="T84" fmla="*/ 262 w 1277"/>
              <a:gd name="T85" fmla="*/ 123 h 1278"/>
              <a:gd name="T86" fmla="*/ 295 w 1277"/>
              <a:gd name="T87" fmla="*/ 240 h 1278"/>
              <a:gd name="T88" fmla="*/ 239 w 1277"/>
              <a:gd name="T89" fmla="*/ 296 h 1278"/>
              <a:gd name="T90" fmla="*/ 122 w 1277"/>
              <a:gd name="T91" fmla="*/ 263 h 1278"/>
              <a:gd name="T92" fmla="*/ 54 w 1277"/>
              <a:gd name="T93" fmla="*/ 381 h 1278"/>
              <a:gd name="T94" fmla="*/ 141 w 1277"/>
              <a:gd name="T95" fmla="*/ 465 h 1278"/>
              <a:gd name="T96" fmla="*/ 121 w 1277"/>
              <a:gd name="T97" fmla="*/ 542 h 1278"/>
              <a:gd name="T98" fmla="*/ 3 w 1277"/>
              <a:gd name="T99" fmla="*/ 571 h 1278"/>
              <a:gd name="T100" fmla="*/ 0 w 1277"/>
              <a:gd name="T101" fmla="*/ 639 h 1278"/>
              <a:gd name="T102" fmla="*/ 3 w 1277"/>
              <a:gd name="T103" fmla="*/ 707 h 1278"/>
              <a:gd name="T104" fmla="*/ 121 w 1277"/>
              <a:gd name="T105" fmla="*/ 737 h 1278"/>
              <a:gd name="T106" fmla="*/ 152 w 1277"/>
              <a:gd name="T107" fmla="*/ 639 h 1278"/>
              <a:gd name="T108" fmla="*/ 638 w 1277"/>
              <a:gd name="T109" fmla="*/ 153 h 1278"/>
              <a:gd name="T110" fmla="*/ 1125 w 1277"/>
              <a:gd name="T111" fmla="*/ 639 h 1278"/>
              <a:gd name="T112" fmla="*/ 638 w 1277"/>
              <a:gd name="T113" fmla="*/ 1126 h 1278"/>
              <a:gd name="T114" fmla="*/ 152 w 1277"/>
              <a:gd name="T115" fmla="*/ 639 h 1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77" h="1278">
                <a:moveTo>
                  <a:pt x="121" y="737"/>
                </a:moveTo>
                <a:cubicBezTo>
                  <a:pt x="126" y="763"/>
                  <a:pt x="133" y="789"/>
                  <a:pt x="141" y="813"/>
                </a:cubicBezTo>
                <a:cubicBezTo>
                  <a:pt x="54" y="898"/>
                  <a:pt x="54" y="898"/>
                  <a:pt x="54" y="898"/>
                </a:cubicBezTo>
                <a:cubicBezTo>
                  <a:pt x="73" y="940"/>
                  <a:pt x="96" y="979"/>
                  <a:pt x="122" y="1016"/>
                </a:cubicBezTo>
                <a:cubicBezTo>
                  <a:pt x="239" y="982"/>
                  <a:pt x="239" y="982"/>
                  <a:pt x="239" y="982"/>
                </a:cubicBezTo>
                <a:cubicBezTo>
                  <a:pt x="256" y="1002"/>
                  <a:pt x="275" y="1021"/>
                  <a:pt x="295" y="1038"/>
                </a:cubicBezTo>
                <a:cubicBezTo>
                  <a:pt x="262" y="1155"/>
                  <a:pt x="262" y="1155"/>
                  <a:pt x="262" y="1155"/>
                </a:cubicBezTo>
                <a:cubicBezTo>
                  <a:pt x="298" y="1182"/>
                  <a:pt x="338" y="1205"/>
                  <a:pt x="380" y="1223"/>
                </a:cubicBezTo>
                <a:cubicBezTo>
                  <a:pt x="464" y="1136"/>
                  <a:pt x="464" y="1136"/>
                  <a:pt x="464" y="1136"/>
                </a:cubicBezTo>
                <a:cubicBezTo>
                  <a:pt x="489" y="1145"/>
                  <a:pt x="514" y="1152"/>
                  <a:pt x="541" y="1157"/>
                </a:cubicBezTo>
                <a:cubicBezTo>
                  <a:pt x="570" y="1274"/>
                  <a:pt x="570" y="1274"/>
                  <a:pt x="570" y="1274"/>
                </a:cubicBezTo>
                <a:cubicBezTo>
                  <a:pt x="593" y="1277"/>
                  <a:pt x="615" y="1278"/>
                  <a:pt x="638" y="1278"/>
                </a:cubicBezTo>
                <a:cubicBezTo>
                  <a:pt x="661" y="1278"/>
                  <a:pt x="684" y="1277"/>
                  <a:pt x="706" y="1274"/>
                </a:cubicBezTo>
                <a:cubicBezTo>
                  <a:pt x="736" y="1157"/>
                  <a:pt x="736" y="1157"/>
                  <a:pt x="736" y="1157"/>
                </a:cubicBezTo>
                <a:cubicBezTo>
                  <a:pt x="762" y="1152"/>
                  <a:pt x="788" y="1145"/>
                  <a:pt x="813" y="1136"/>
                </a:cubicBezTo>
                <a:cubicBezTo>
                  <a:pt x="897" y="1223"/>
                  <a:pt x="897" y="1223"/>
                  <a:pt x="897" y="1223"/>
                </a:cubicBezTo>
                <a:cubicBezTo>
                  <a:pt x="939" y="1205"/>
                  <a:pt x="978" y="1182"/>
                  <a:pt x="1015" y="1155"/>
                </a:cubicBezTo>
                <a:cubicBezTo>
                  <a:pt x="982" y="1038"/>
                  <a:pt x="982" y="1038"/>
                  <a:pt x="982" y="1038"/>
                </a:cubicBezTo>
                <a:cubicBezTo>
                  <a:pt x="1002" y="1021"/>
                  <a:pt x="1020" y="1002"/>
                  <a:pt x="1038" y="982"/>
                </a:cubicBezTo>
                <a:cubicBezTo>
                  <a:pt x="1154" y="1016"/>
                  <a:pt x="1154" y="1016"/>
                  <a:pt x="1154" y="1016"/>
                </a:cubicBezTo>
                <a:cubicBezTo>
                  <a:pt x="1181" y="979"/>
                  <a:pt x="1204" y="940"/>
                  <a:pt x="1222" y="898"/>
                </a:cubicBezTo>
                <a:cubicBezTo>
                  <a:pt x="1135" y="813"/>
                  <a:pt x="1135" y="813"/>
                  <a:pt x="1135" y="813"/>
                </a:cubicBezTo>
                <a:cubicBezTo>
                  <a:pt x="1144" y="789"/>
                  <a:pt x="1151" y="763"/>
                  <a:pt x="1156" y="737"/>
                </a:cubicBezTo>
                <a:cubicBezTo>
                  <a:pt x="1273" y="707"/>
                  <a:pt x="1273" y="707"/>
                  <a:pt x="1273" y="707"/>
                </a:cubicBezTo>
                <a:cubicBezTo>
                  <a:pt x="1276" y="685"/>
                  <a:pt x="1277" y="662"/>
                  <a:pt x="1277" y="639"/>
                </a:cubicBezTo>
                <a:cubicBezTo>
                  <a:pt x="1277" y="616"/>
                  <a:pt x="1276" y="593"/>
                  <a:pt x="1273" y="571"/>
                </a:cubicBezTo>
                <a:cubicBezTo>
                  <a:pt x="1156" y="542"/>
                  <a:pt x="1156" y="542"/>
                  <a:pt x="1156" y="542"/>
                </a:cubicBezTo>
                <a:cubicBezTo>
                  <a:pt x="1151" y="515"/>
                  <a:pt x="1144" y="490"/>
                  <a:pt x="1135" y="465"/>
                </a:cubicBezTo>
                <a:cubicBezTo>
                  <a:pt x="1222" y="381"/>
                  <a:pt x="1222" y="381"/>
                  <a:pt x="1222" y="381"/>
                </a:cubicBezTo>
                <a:cubicBezTo>
                  <a:pt x="1204" y="339"/>
                  <a:pt x="1181" y="299"/>
                  <a:pt x="1154" y="263"/>
                </a:cubicBezTo>
                <a:cubicBezTo>
                  <a:pt x="1038" y="296"/>
                  <a:pt x="1038" y="296"/>
                  <a:pt x="1038" y="296"/>
                </a:cubicBezTo>
                <a:cubicBezTo>
                  <a:pt x="1020" y="276"/>
                  <a:pt x="1002" y="257"/>
                  <a:pt x="982" y="240"/>
                </a:cubicBezTo>
                <a:cubicBezTo>
                  <a:pt x="1015" y="123"/>
                  <a:pt x="1015" y="123"/>
                  <a:pt x="1015" y="123"/>
                </a:cubicBezTo>
                <a:cubicBezTo>
                  <a:pt x="978" y="97"/>
                  <a:pt x="939" y="74"/>
                  <a:pt x="897" y="55"/>
                </a:cubicBezTo>
                <a:cubicBezTo>
                  <a:pt x="813" y="142"/>
                  <a:pt x="813" y="142"/>
                  <a:pt x="813" y="142"/>
                </a:cubicBezTo>
                <a:cubicBezTo>
                  <a:pt x="788" y="134"/>
                  <a:pt x="762" y="127"/>
                  <a:pt x="736" y="122"/>
                </a:cubicBezTo>
                <a:cubicBezTo>
                  <a:pt x="706" y="4"/>
                  <a:pt x="706" y="4"/>
                  <a:pt x="706" y="4"/>
                </a:cubicBezTo>
                <a:cubicBezTo>
                  <a:pt x="684" y="2"/>
                  <a:pt x="661" y="0"/>
                  <a:pt x="638" y="0"/>
                </a:cubicBezTo>
                <a:cubicBezTo>
                  <a:pt x="615" y="0"/>
                  <a:pt x="593" y="2"/>
                  <a:pt x="570" y="4"/>
                </a:cubicBezTo>
                <a:cubicBezTo>
                  <a:pt x="541" y="122"/>
                  <a:pt x="541" y="122"/>
                  <a:pt x="541" y="122"/>
                </a:cubicBezTo>
                <a:cubicBezTo>
                  <a:pt x="514" y="127"/>
                  <a:pt x="489" y="134"/>
                  <a:pt x="464" y="142"/>
                </a:cubicBezTo>
                <a:cubicBezTo>
                  <a:pt x="380" y="55"/>
                  <a:pt x="380" y="55"/>
                  <a:pt x="380" y="55"/>
                </a:cubicBezTo>
                <a:cubicBezTo>
                  <a:pt x="338" y="74"/>
                  <a:pt x="298" y="97"/>
                  <a:pt x="262" y="123"/>
                </a:cubicBezTo>
                <a:cubicBezTo>
                  <a:pt x="295" y="240"/>
                  <a:pt x="295" y="240"/>
                  <a:pt x="295" y="240"/>
                </a:cubicBezTo>
                <a:cubicBezTo>
                  <a:pt x="275" y="257"/>
                  <a:pt x="256" y="276"/>
                  <a:pt x="239" y="296"/>
                </a:cubicBezTo>
                <a:cubicBezTo>
                  <a:pt x="122" y="263"/>
                  <a:pt x="122" y="263"/>
                  <a:pt x="122" y="263"/>
                </a:cubicBezTo>
                <a:cubicBezTo>
                  <a:pt x="96" y="299"/>
                  <a:pt x="73" y="339"/>
                  <a:pt x="54" y="381"/>
                </a:cubicBezTo>
                <a:cubicBezTo>
                  <a:pt x="141" y="465"/>
                  <a:pt x="141" y="465"/>
                  <a:pt x="141" y="465"/>
                </a:cubicBezTo>
                <a:cubicBezTo>
                  <a:pt x="133" y="490"/>
                  <a:pt x="126" y="515"/>
                  <a:pt x="121" y="542"/>
                </a:cubicBezTo>
                <a:cubicBezTo>
                  <a:pt x="3" y="571"/>
                  <a:pt x="3" y="571"/>
                  <a:pt x="3" y="571"/>
                </a:cubicBezTo>
                <a:cubicBezTo>
                  <a:pt x="1" y="593"/>
                  <a:pt x="0" y="616"/>
                  <a:pt x="0" y="639"/>
                </a:cubicBezTo>
                <a:cubicBezTo>
                  <a:pt x="0" y="662"/>
                  <a:pt x="1" y="685"/>
                  <a:pt x="3" y="707"/>
                </a:cubicBezTo>
                <a:lnTo>
                  <a:pt x="121" y="737"/>
                </a:lnTo>
                <a:close/>
                <a:moveTo>
                  <a:pt x="152" y="639"/>
                </a:moveTo>
                <a:cubicBezTo>
                  <a:pt x="152" y="370"/>
                  <a:pt x="370" y="153"/>
                  <a:pt x="638" y="153"/>
                </a:cubicBezTo>
                <a:cubicBezTo>
                  <a:pt x="907" y="153"/>
                  <a:pt x="1125" y="370"/>
                  <a:pt x="1125" y="639"/>
                </a:cubicBezTo>
                <a:cubicBezTo>
                  <a:pt x="1125" y="908"/>
                  <a:pt x="907" y="1126"/>
                  <a:pt x="638" y="1126"/>
                </a:cubicBezTo>
                <a:cubicBezTo>
                  <a:pt x="370" y="1126"/>
                  <a:pt x="152" y="908"/>
                  <a:pt x="152" y="639"/>
                </a:cubicBezTo>
                <a:close/>
              </a:path>
            </a:pathLst>
          </a:custGeom>
          <a:gradFill flip="none" rotWithShape="1">
            <a:gsLst>
              <a:gs pos="100000">
                <a:srgbClr val="FFFFFF"/>
              </a:gs>
              <a:gs pos="0">
                <a:srgbClr val="B8BBBC"/>
              </a:gs>
            </a:gsLst>
            <a:lin ang="18900000" scaled="1"/>
            <a:tileRect/>
          </a:gradFill>
          <a:ln>
            <a:noFill/>
          </a:ln>
          <a:effectLst>
            <a:outerShdw blurRad="127000" dist="38100" dir="8100000" algn="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60" name="椭圆 59"/>
          <p:cNvSpPr/>
          <p:nvPr/>
        </p:nvSpPr>
        <p:spPr>
          <a:xfrm>
            <a:off x="6614121" y="4139368"/>
            <a:ext cx="1001604" cy="1001604"/>
          </a:xfrm>
          <a:prstGeom prst="ellipse">
            <a:avLst/>
          </a:prstGeom>
          <a:gradFill flip="none" rotWithShape="1">
            <a:gsLst>
              <a:gs pos="100000">
                <a:srgbClr val="FFFFFF"/>
              </a:gs>
              <a:gs pos="0">
                <a:srgbClr val="B8BBBC"/>
              </a:gs>
            </a:gsLst>
            <a:lin ang="18900000" scaled="1"/>
            <a:tileRect/>
          </a:gradFill>
          <a:ln>
            <a:noFill/>
          </a:ln>
          <a:effectLst>
            <a:outerShdw blurRad="152400" dist="38100" dir="2700000" algn="tl"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9" name="椭圆 58"/>
          <p:cNvSpPr/>
          <p:nvPr/>
        </p:nvSpPr>
        <p:spPr>
          <a:xfrm>
            <a:off x="5595198" y="4566468"/>
            <a:ext cx="1001604" cy="1001604"/>
          </a:xfrm>
          <a:prstGeom prst="ellipse">
            <a:avLst/>
          </a:prstGeom>
          <a:gradFill flip="none" rotWithShape="1">
            <a:gsLst>
              <a:gs pos="100000">
                <a:srgbClr val="FFFFFF"/>
              </a:gs>
              <a:gs pos="0">
                <a:srgbClr val="B8BBBC"/>
              </a:gs>
            </a:gsLst>
            <a:lin ang="18900000" scaled="1"/>
            <a:tileRect/>
          </a:gradFill>
          <a:ln>
            <a:noFill/>
          </a:ln>
          <a:effectLst>
            <a:outerShdw blurRad="152400" dist="38100" dir="2700000" algn="tl"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椭圆 57"/>
          <p:cNvSpPr/>
          <p:nvPr/>
        </p:nvSpPr>
        <p:spPr>
          <a:xfrm>
            <a:off x="4548689" y="4139368"/>
            <a:ext cx="1001604" cy="1001604"/>
          </a:xfrm>
          <a:prstGeom prst="ellipse">
            <a:avLst/>
          </a:prstGeom>
          <a:gradFill flip="none" rotWithShape="1">
            <a:gsLst>
              <a:gs pos="100000">
                <a:srgbClr val="FFFFFF"/>
              </a:gs>
              <a:gs pos="0">
                <a:srgbClr val="B8BBBC"/>
              </a:gs>
            </a:gsLst>
            <a:lin ang="18900000" scaled="1"/>
            <a:tileRect/>
          </a:gradFill>
          <a:ln>
            <a:noFill/>
          </a:ln>
          <a:effectLst>
            <a:outerShdw blurRad="152400" dist="38100" dir="2700000" algn="tl"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 name="椭圆 56"/>
          <p:cNvSpPr/>
          <p:nvPr/>
        </p:nvSpPr>
        <p:spPr>
          <a:xfrm>
            <a:off x="4119087" y="3103865"/>
            <a:ext cx="1001604" cy="1001604"/>
          </a:xfrm>
          <a:prstGeom prst="ellipse">
            <a:avLst/>
          </a:prstGeom>
          <a:gradFill flip="none" rotWithShape="1">
            <a:gsLst>
              <a:gs pos="100000">
                <a:srgbClr val="FFFFFF"/>
              </a:gs>
              <a:gs pos="0">
                <a:srgbClr val="B8BBBC"/>
              </a:gs>
            </a:gsLst>
            <a:lin ang="18900000" scaled="1"/>
            <a:tileRect/>
          </a:gradFill>
          <a:ln>
            <a:noFill/>
          </a:ln>
          <a:effectLst>
            <a:outerShdw blurRad="152400" dist="38100" dir="2700000" algn="tl"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6" name="椭圆 55"/>
          <p:cNvSpPr/>
          <p:nvPr/>
        </p:nvSpPr>
        <p:spPr>
          <a:xfrm>
            <a:off x="7059203" y="3104759"/>
            <a:ext cx="1001604" cy="1001604"/>
          </a:xfrm>
          <a:prstGeom prst="ellipse">
            <a:avLst/>
          </a:prstGeom>
          <a:gradFill flip="none" rotWithShape="1">
            <a:gsLst>
              <a:gs pos="100000">
                <a:srgbClr val="FFFFFF"/>
              </a:gs>
              <a:gs pos="0">
                <a:srgbClr val="B8BBBC"/>
              </a:gs>
            </a:gsLst>
            <a:lin ang="18900000" scaled="1"/>
            <a:tileRect/>
          </a:gradFill>
          <a:ln>
            <a:noFill/>
          </a:ln>
          <a:effectLst>
            <a:outerShdw blurRad="152400" dist="38100" dir="2700000" algn="tl"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5" name="椭圆 54"/>
          <p:cNvSpPr/>
          <p:nvPr/>
        </p:nvSpPr>
        <p:spPr>
          <a:xfrm>
            <a:off x="6631774" y="2068100"/>
            <a:ext cx="1001604" cy="1001604"/>
          </a:xfrm>
          <a:prstGeom prst="ellipse">
            <a:avLst/>
          </a:prstGeom>
          <a:gradFill flip="none" rotWithShape="1">
            <a:gsLst>
              <a:gs pos="100000">
                <a:srgbClr val="FFFFFF"/>
              </a:gs>
              <a:gs pos="0">
                <a:srgbClr val="B8BBBC"/>
              </a:gs>
            </a:gsLst>
            <a:lin ang="18900000" scaled="1"/>
            <a:tileRect/>
          </a:gradFill>
          <a:ln>
            <a:noFill/>
          </a:ln>
          <a:effectLst>
            <a:outerShdw blurRad="152400" dist="38100" dir="2700000" algn="tl"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4" name="椭圆 53"/>
          <p:cNvSpPr/>
          <p:nvPr/>
        </p:nvSpPr>
        <p:spPr>
          <a:xfrm>
            <a:off x="5595198" y="1637502"/>
            <a:ext cx="1001604" cy="1001604"/>
          </a:xfrm>
          <a:prstGeom prst="ellipse">
            <a:avLst/>
          </a:prstGeom>
          <a:gradFill flip="none" rotWithShape="1">
            <a:gsLst>
              <a:gs pos="100000">
                <a:srgbClr val="FFFFFF"/>
              </a:gs>
              <a:gs pos="0">
                <a:srgbClr val="B8BBBC"/>
              </a:gs>
            </a:gsLst>
            <a:lin ang="18900000" scaled="1"/>
            <a:tileRect/>
          </a:gradFill>
          <a:ln>
            <a:noFill/>
          </a:ln>
          <a:effectLst>
            <a:outerShdw blurRad="152400" dist="38100" dir="2700000" algn="tl"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3" name="椭圆 52"/>
          <p:cNvSpPr/>
          <p:nvPr/>
        </p:nvSpPr>
        <p:spPr>
          <a:xfrm>
            <a:off x="4548689" y="2080401"/>
            <a:ext cx="1001604" cy="1001604"/>
          </a:xfrm>
          <a:prstGeom prst="ellipse">
            <a:avLst/>
          </a:prstGeom>
          <a:gradFill flip="none" rotWithShape="1">
            <a:gsLst>
              <a:gs pos="100000">
                <a:srgbClr val="FFFFFF"/>
              </a:gs>
              <a:gs pos="0">
                <a:srgbClr val="B8BBBC"/>
              </a:gs>
            </a:gsLst>
            <a:lin ang="18900000" scaled="1"/>
            <a:tileRect/>
          </a:gradFill>
          <a:ln>
            <a:noFill/>
          </a:ln>
          <a:effectLst>
            <a:outerShdw blurRad="152400" dist="38100" dir="2700000" algn="tl"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Oval 5"/>
          <p:cNvSpPr>
            <a:spLocks noChangeArrowheads="1"/>
          </p:cNvSpPr>
          <p:nvPr/>
        </p:nvSpPr>
        <p:spPr bwMode="auto">
          <a:xfrm>
            <a:off x="5673700" y="1714569"/>
            <a:ext cx="837181" cy="835061"/>
          </a:xfrm>
          <a:prstGeom prst="ellipse">
            <a:avLst/>
          </a:prstGeom>
          <a:solidFill>
            <a:srgbClr val="19BD9B"/>
          </a:solidFill>
          <a:ln w="57150">
            <a:gradFill flip="none" rotWithShape="1">
              <a:gsLst>
                <a:gs pos="2000">
                  <a:srgbClr val="FDFDFD"/>
                </a:gs>
                <a:gs pos="100000">
                  <a:srgbClr val="CBCDCE"/>
                </a:gs>
              </a:gsLst>
              <a:lin ang="18900000" scaled="1"/>
              <a:tileRect/>
            </a:gradFill>
          </a:ln>
          <a:effectLst>
            <a:innerShdw blurRad="203200" dist="101600" dir="18900000">
              <a:prstClr val="black">
                <a:alpha val="38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Oval 7"/>
          <p:cNvSpPr>
            <a:spLocks noChangeArrowheads="1"/>
          </p:cNvSpPr>
          <p:nvPr/>
        </p:nvSpPr>
        <p:spPr bwMode="auto">
          <a:xfrm>
            <a:off x="5305873" y="2797412"/>
            <a:ext cx="1568496" cy="1568494"/>
          </a:xfrm>
          <a:prstGeom prst="ellipse">
            <a:avLst/>
          </a:prstGeom>
          <a:solidFill>
            <a:srgbClr val="E77E23"/>
          </a:solidFill>
          <a:ln w="57150">
            <a:gradFill flip="none" rotWithShape="1">
              <a:gsLst>
                <a:gs pos="2000">
                  <a:srgbClr val="FDFDFD"/>
                </a:gs>
                <a:gs pos="100000">
                  <a:srgbClr val="CBCDCE"/>
                </a:gs>
              </a:gsLst>
              <a:lin ang="18900000" scaled="1"/>
              <a:tileRect/>
            </a:gradFill>
          </a:ln>
          <a:effectLst>
            <a:innerShdw blurRad="203200" dist="101600" dir="18900000">
              <a:prstClr val="black">
                <a:alpha val="38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9" name="Oval 8"/>
          <p:cNvSpPr>
            <a:spLocks noChangeArrowheads="1"/>
          </p:cNvSpPr>
          <p:nvPr/>
        </p:nvSpPr>
        <p:spPr bwMode="auto">
          <a:xfrm>
            <a:off x="6711169" y="2145876"/>
            <a:ext cx="837181" cy="835061"/>
          </a:xfrm>
          <a:prstGeom prst="ellipse">
            <a:avLst/>
          </a:prstGeom>
          <a:solidFill>
            <a:srgbClr val="297FB8"/>
          </a:solidFill>
          <a:ln w="57150">
            <a:gradFill flip="none" rotWithShape="1">
              <a:gsLst>
                <a:gs pos="2000">
                  <a:srgbClr val="FDFDFD"/>
                </a:gs>
                <a:gs pos="100000">
                  <a:srgbClr val="CBCDCE"/>
                </a:gs>
              </a:gsLst>
              <a:lin ang="18900000" scaled="1"/>
              <a:tileRect/>
            </a:gradFill>
          </a:ln>
          <a:effectLst>
            <a:innerShdw blurRad="203200" dist="101600" dir="18900000">
              <a:prstClr val="black">
                <a:alpha val="38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Oval 9"/>
          <p:cNvSpPr>
            <a:spLocks noChangeArrowheads="1"/>
          </p:cNvSpPr>
          <p:nvPr/>
        </p:nvSpPr>
        <p:spPr bwMode="auto">
          <a:xfrm>
            <a:off x="7142475" y="3181225"/>
            <a:ext cx="835061" cy="837181"/>
          </a:xfrm>
          <a:prstGeom prst="ellipse">
            <a:avLst/>
          </a:prstGeom>
          <a:solidFill>
            <a:srgbClr val="3598DC"/>
          </a:solidFill>
          <a:ln w="57150">
            <a:gradFill flip="none" rotWithShape="1">
              <a:gsLst>
                <a:gs pos="2000">
                  <a:srgbClr val="FDFDFD"/>
                </a:gs>
                <a:gs pos="100000">
                  <a:srgbClr val="CBCDCE"/>
                </a:gs>
              </a:gsLst>
              <a:lin ang="18900000" scaled="1"/>
              <a:tileRect/>
            </a:gradFill>
          </a:ln>
          <a:effectLst>
            <a:innerShdw blurRad="203200" dist="101600" dir="18900000">
              <a:prstClr val="black">
                <a:alpha val="38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 name="Oval 10"/>
          <p:cNvSpPr>
            <a:spLocks noChangeArrowheads="1"/>
          </p:cNvSpPr>
          <p:nvPr/>
        </p:nvSpPr>
        <p:spPr bwMode="auto">
          <a:xfrm>
            <a:off x="6696333" y="4221873"/>
            <a:ext cx="837181" cy="834002"/>
          </a:xfrm>
          <a:prstGeom prst="ellipse">
            <a:avLst/>
          </a:prstGeom>
          <a:solidFill>
            <a:srgbClr val="C1392D"/>
          </a:solidFill>
          <a:ln w="57150">
            <a:gradFill flip="none" rotWithShape="1">
              <a:gsLst>
                <a:gs pos="2000">
                  <a:srgbClr val="FDFDFD"/>
                </a:gs>
                <a:gs pos="100000">
                  <a:srgbClr val="CBCDCE"/>
                </a:gs>
              </a:gsLst>
              <a:lin ang="18900000" scaled="1"/>
              <a:tileRect/>
            </a:gradFill>
          </a:ln>
          <a:effectLst>
            <a:innerShdw blurRad="203200" dist="101600" dir="18900000">
              <a:prstClr val="black">
                <a:alpha val="38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Oval 11"/>
          <p:cNvSpPr>
            <a:spLocks noChangeArrowheads="1"/>
          </p:cNvSpPr>
          <p:nvPr/>
        </p:nvSpPr>
        <p:spPr bwMode="auto">
          <a:xfrm>
            <a:off x="5673700" y="4650000"/>
            <a:ext cx="837181" cy="837181"/>
          </a:xfrm>
          <a:prstGeom prst="ellipse">
            <a:avLst/>
          </a:prstGeom>
          <a:solidFill>
            <a:srgbClr val="E84C3D"/>
          </a:solidFill>
          <a:ln w="57150">
            <a:gradFill flip="none" rotWithShape="1">
              <a:gsLst>
                <a:gs pos="2000">
                  <a:srgbClr val="FDFDFD"/>
                </a:gs>
                <a:gs pos="100000">
                  <a:srgbClr val="CBCDCE"/>
                </a:gs>
              </a:gsLst>
              <a:lin ang="18900000" scaled="1"/>
              <a:tileRect/>
            </a:gradFill>
          </a:ln>
          <a:effectLst>
            <a:innerShdw blurRad="203200" dist="101600" dir="18900000">
              <a:prstClr val="black">
                <a:alpha val="38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3" name="Oval 12"/>
          <p:cNvSpPr>
            <a:spLocks noChangeArrowheads="1"/>
          </p:cNvSpPr>
          <p:nvPr/>
        </p:nvSpPr>
        <p:spPr bwMode="auto">
          <a:xfrm>
            <a:off x="4635173" y="4221873"/>
            <a:ext cx="837181" cy="834002"/>
          </a:xfrm>
          <a:prstGeom prst="ellipse">
            <a:avLst/>
          </a:prstGeom>
          <a:solidFill>
            <a:srgbClr val="27AE61"/>
          </a:solidFill>
          <a:ln w="57150">
            <a:gradFill flip="none" rotWithShape="1">
              <a:gsLst>
                <a:gs pos="2000">
                  <a:srgbClr val="FDFDFD"/>
                </a:gs>
                <a:gs pos="100000">
                  <a:srgbClr val="CBCDCE"/>
                </a:gs>
              </a:gsLst>
              <a:lin ang="18900000" scaled="1"/>
              <a:tileRect/>
            </a:gradFill>
          </a:ln>
          <a:effectLst>
            <a:innerShdw blurRad="203200" dist="101600" dir="18900000">
              <a:prstClr val="black">
                <a:alpha val="38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4" name="Oval 13"/>
          <p:cNvSpPr>
            <a:spLocks noChangeArrowheads="1"/>
          </p:cNvSpPr>
          <p:nvPr/>
        </p:nvSpPr>
        <p:spPr bwMode="auto">
          <a:xfrm>
            <a:off x="4207044" y="3181225"/>
            <a:ext cx="834002" cy="837181"/>
          </a:xfrm>
          <a:prstGeom prst="ellipse">
            <a:avLst/>
          </a:prstGeom>
          <a:solidFill>
            <a:srgbClr val="2DCC70"/>
          </a:solidFill>
          <a:ln w="57150">
            <a:gradFill flip="none" rotWithShape="1">
              <a:gsLst>
                <a:gs pos="2000">
                  <a:srgbClr val="FDFDFD"/>
                </a:gs>
                <a:gs pos="100000">
                  <a:srgbClr val="CBCDCE"/>
                </a:gs>
              </a:gsLst>
              <a:lin ang="18900000" scaled="1"/>
              <a:tileRect/>
            </a:gradFill>
          </a:ln>
          <a:effectLst>
            <a:innerShdw blurRad="203200" dist="101600" dir="18900000">
              <a:prstClr val="black">
                <a:alpha val="38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5" name="Oval 14"/>
          <p:cNvSpPr>
            <a:spLocks noChangeArrowheads="1"/>
          </p:cNvSpPr>
          <p:nvPr/>
        </p:nvSpPr>
        <p:spPr bwMode="auto">
          <a:xfrm>
            <a:off x="4635173" y="2155414"/>
            <a:ext cx="837181" cy="837181"/>
          </a:xfrm>
          <a:prstGeom prst="ellipse">
            <a:avLst/>
          </a:prstGeom>
          <a:solidFill>
            <a:srgbClr val="17A086"/>
          </a:solidFill>
          <a:ln w="57150">
            <a:gradFill flip="none" rotWithShape="1">
              <a:gsLst>
                <a:gs pos="2000">
                  <a:srgbClr val="FDFDFD"/>
                </a:gs>
                <a:gs pos="100000">
                  <a:srgbClr val="CBCDCE"/>
                </a:gs>
              </a:gsLst>
              <a:lin ang="18900000" scaled="1"/>
              <a:tileRect/>
            </a:gradFill>
          </a:ln>
          <a:effectLst>
            <a:innerShdw blurRad="203200" dist="101600" dir="18900000">
              <a:prstClr val="black">
                <a:alpha val="38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6" name="Freeform 15"/>
          <p:cNvSpPr>
            <a:spLocks noEditPoints="1"/>
          </p:cNvSpPr>
          <p:nvPr/>
        </p:nvSpPr>
        <p:spPr bwMode="auto">
          <a:xfrm>
            <a:off x="5876108" y="1887303"/>
            <a:ext cx="396336" cy="491711"/>
          </a:xfrm>
          <a:custGeom>
            <a:avLst/>
            <a:gdLst>
              <a:gd name="T0" fmla="*/ 44 w 158"/>
              <a:gd name="T1" fmla="*/ 178 h 196"/>
              <a:gd name="T2" fmla="*/ 29 w 158"/>
              <a:gd name="T3" fmla="*/ 151 h 196"/>
              <a:gd name="T4" fmla="*/ 15 w 158"/>
              <a:gd name="T5" fmla="*/ 178 h 196"/>
              <a:gd name="T6" fmla="*/ 29 w 158"/>
              <a:gd name="T7" fmla="*/ 196 h 196"/>
              <a:gd name="T8" fmla="*/ 44 w 158"/>
              <a:gd name="T9" fmla="*/ 178 h 196"/>
              <a:gd name="T10" fmla="*/ 158 w 158"/>
              <a:gd name="T11" fmla="*/ 24 h 196"/>
              <a:gd name="T12" fmla="*/ 151 w 158"/>
              <a:gd name="T13" fmla="*/ 7 h 196"/>
              <a:gd name="T14" fmla="*/ 133 w 158"/>
              <a:gd name="T15" fmla="*/ 0 h 196"/>
              <a:gd name="T16" fmla="*/ 133 w 158"/>
              <a:gd name="T17" fmla="*/ 0 h 196"/>
              <a:gd name="T18" fmla="*/ 116 w 158"/>
              <a:gd name="T19" fmla="*/ 7 h 196"/>
              <a:gd name="T20" fmla="*/ 106 w 158"/>
              <a:gd name="T21" fmla="*/ 17 h 196"/>
              <a:gd name="T22" fmla="*/ 104 w 158"/>
              <a:gd name="T23" fmla="*/ 15 h 196"/>
              <a:gd name="T24" fmla="*/ 97 w 158"/>
              <a:gd name="T25" fmla="*/ 12 h 196"/>
              <a:gd name="T26" fmla="*/ 89 w 158"/>
              <a:gd name="T27" fmla="*/ 15 h 196"/>
              <a:gd name="T28" fmla="*/ 79 w 158"/>
              <a:gd name="T29" fmla="*/ 25 h 196"/>
              <a:gd name="T30" fmla="*/ 76 w 158"/>
              <a:gd name="T31" fmla="*/ 33 h 196"/>
              <a:gd name="T32" fmla="*/ 77 w 158"/>
              <a:gd name="T33" fmla="*/ 36 h 196"/>
              <a:gd name="T34" fmla="*/ 121 w 158"/>
              <a:gd name="T35" fmla="*/ 81 h 196"/>
              <a:gd name="T36" fmla="*/ 121 w 158"/>
              <a:gd name="T37" fmla="*/ 81 h 196"/>
              <a:gd name="T38" fmla="*/ 125 w 158"/>
              <a:gd name="T39" fmla="*/ 82 h 196"/>
              <a:gd name="T40" fmla="*/ 133 w 158"/>
              <a:gd name="T41" fmla="*/ 78 h 196"/>
              <a:gd name="T42" fmla="*/ 142 w 158"/>
              <a:gd name="T43" fmla="*/ 69 h 196"/>
              <a:gd name="T44" fmla="*/ 146 w 158"/>
              <a:gd name="T45" fmla="*/ 61 h 196"/>
              <a:gd name="T46" fmla="*/ 142 w 158"/>
              <a:gd name="T47" fmla="*/ 53 h 196"/>
              <a:gd name="T48" fmla="*/ 141 w 158"/>
              <a:gd name="T49" fmla="*/ 52 h 196"/>
              <a:gd name="T50" fmla="*/ 151 w 158"/>
              <a:gd name="T51" fmla="*/ 42 h 196"/>
              <a:gd name="T52" fmla="*/ 158 w 158"/>
              <a:gd name="T53" fmla="*/ 24 h 196"/>
              <a:gd name="T54" fmla="*/ 80 w 158"/>
              <a:gd name="T55" fmla="*/ 51 h 196"/>
              <a:gd name="T56" fmla="*/ 28 w 158"/>
              <a:gd name="T57" fmla="*/ 103 h 196"/>
              <a:gd name="T58" fmla="*/ 21 w 158"/>
              <a:gd name="T59" fmla="*/ 114 h 196"/>
              <a:gd name="T60" fmla="*/ 20 w 158"/>
              <a:gd name="T61" fmla="*/ 118 h 196"/>
              <a:gd name="T62" fmla="*/ 18 w 158"/>
              <a:gd name="T63" fmla="*/ 121 h 196"/>
              <a:gd name="T64" fmla="*/ 55 w 158"/>
              <a:gd name="T65" fmla="*/ 130 h 196"/>
              <a:gd name="T66" fmla="*/ 107 w 158"/>
              <a:gd name="T67" fmla="*/ 78 h 196"/>
              <a:gd name="T68" fmla="*/ 80 w 158"/>
              <a:gd name="T69" fmla="*/ 51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8" h="196">
                <a:moveTo>
                  <a:pt x="44" y="178"/>
                </a:moveTo>
                <a:cubicBezTo>
                  <a:pt x="29" y="151"/>
                  <a:pt x="29" y="151"/>
                  <a:pt x="29" y="151"/>
                </a:cubicBezTo>
                <a:cubicBezTo>
                  <a:pt x="15" y="178"/>
                  <a:pt x="15" y="178"/>
                  <a:pt x="15" y="178"/>
                </a:cubicBezTo>
                <a:cubicBezTo>
                  <a:pt x="12" y="188"/>
                  <a:pt x="21" y="196"/>
                  <a:pt x="29" y="196"/>
                </a:cubicBezTo>
                <a:cubicBezTo>
                  <a:pt x="37" y="196"/>
                  <a:pt x="47" y="188"/>
                  <a:pt x="44" y="178"/>
                </a:cubicBezTo>
                <a:close/>
                <a:moveTo>
                  <a:pt x="158" y="24"/>
                </a:moveTo>
                <a:cubicBezTo>
                  <a:pt x="158" y="17"/>
                  <a:pt x="156" y="12"/>
                  <a:pt x="151" y="7"/>
                </a:cubicBezTo>
                <a:cubicBezTo>
                  <a:pt x="146" y="2"/>
                  <a:pt x="140" y="0"/>
                  <a:pt x="133" y="0"/>
                </a:cubicBezTo>
                <a:cubicBezTo>
                  <a:pt x="133" y="0"/>
                  <a:pt x="133" y="0"/>
                  <a:pt x="133" y="0"/>
                </a:cubicBezTo>
                <a:cubicBezTo>
                  <a:pt x="127" y="0"/>
                  <a:pt x="121" y="2"/>
                  <a:pt x="116" y="7"/>
                </a:cubicBezTo>
                <a:cubicBezTo>
                  <a:pt x="106" y="17"/>
                  <a:pt x="106" y="17"/>
                  <a:pt x="106" y="17"/>
                </a:cubicBezTo>
                <a:cubicBezTo>
                  <a:pt x="104" y="15"/>
                  <a:pt x="104" y="15"/>
                  <a:pt x="104" y="15"/>
                </a:cubicBezTo>
                <a:cubicBezTo>
                  <a:pt x="102" y="13"/>
                  <a:pt x="100" y="12"/>
                  <a:pt x="97" y="12"/>
                </a:cubicBezTo>
                <a:cubicBezTo>
                  <a:pt x="93" y="12"/>
                  <a:pt x="91" y="13"/>
                  <a:pt x="89" y="15"/>
                </a:cubicBezTo>
                <a:cubicBezTo>
                  <a:pt x="79" y="25"/>
                  <a:pt x="79" y="25"/>
                  <a:pt x="79" y="25"/>
                </a:cubicBezTo>
                <a:cubicBezTo>
                  <a:pt x="77" y="27"/>
                  <a:pt x="76" y="30"/>
                  <a:pt x="76" y="33"/>
                </a:cubicBezTo>
                <a:cubicBezTo>
                  <a:pt x="76" y="34"/>
                  <a:pt x="76" y="35"/>
                  <a:pt x="77" y="36"/>
                </a:cubicBezTo>
                <a:cubicBezTo>
                  <a:pt x="121" y="81"/>
                  <a:pt x="121" y="81"/>
                  <a:pt x="121" y="81"/>
                </a:cubicBezTo>
                <a:cubicBezTo>
                  <a:pt x="121" y="81"/>
                  <a:pt x="121" y="81"/>
                  <a:pt x="121" y="81"/>
                </a:cubicBezTo>
                <a:cubicBezTo>
                  <a:pt x="122" y="81"/>
                  <a:pt x="123" y="82"/>
                  <a:pt x="125" y="82"/>
                </a:cubicBezTo>
                <a:cubicBezTo>
                  <a:pt x="128" y="82"/>
                  <a:pt x="130" y="81"/>
                  <a:pt x="133" y="78"/>
                </a:cubicBezTo>
                <a:cubicBezTo>
                  <a:pt x="142" y="69"/>
                  <a:pt x="142" y="69"/>
                  <a:pt x="142" y="69"/>
                </a:cubicBezTo>
                <a:cubicBezTo>
                  <a:pt x="144" y="67"/>
                  <a:pt x="146" y="64"/>
                  <a:pt x="146" y="61"/>
                </a:cubicBezTo>
                <a:cubicBezTo>
                  <a:pt x="146" y="58"/>
                  <a:pt x="144" y="55"/>
                  <a:pt x="142" y="53"/>
                </a:cubicBezTo>
                <a:cubicBezTo>
                  <a:pt x="141" y="52"/>
                  <a:pt x="141" y="52"/>
                  <a:pt x="141" y="52"/>
                </a:cubicBezTo>
                <a:cubicBezTo>
                  <a:pt x="151" y="42"/>
                  <a:pt x="151" y="42"/>
                  <a:pt x="151" y="42"/>
                </a:cubicBezTo>
                <a:cubicBezTo>
                  <a:pt x="156" y="37"/>
                  <a:pt x="158" y="31"/>
                  <a:pt x="158" y="24"/>
                </a:cubicBezTo>
                <a:close/>
                <a:moveTo>
                  <a:pt x="80" y="51"/>
                </a:moveTo>
                <a:cubicBezTo>
                  <a:pt x="28" y="103"/>
                  <a:pt x="28" y="103"/>
                  <a:pt x="28" y="103"/>
                </a:cubicBezTo>
                <a:cubicBezTo>
                  <a:pt x="26" y="104"/>
                  <a:pt x="24" y="108"/>
                  <a:pt x="21" y="114"/>
                </a:cubicBezTo>
                <a:cubicBezTo>
                  <a:pt x="21" y="115"/>
                  <a:pt x="20" y="116"/>
                  <a:pt x="20" y="118"/>
                </a:cubicBezTo>
                <a:cubicBezTo>
                  <a:pt x="18" y="121"/>
                  <a:pt x="18" y="121"/>
                  <a:pt x="18" y="121"/>
                </a:cubicBezTo>
                <a:cubicBezTo>
                  <a:pt x="0" y="157"/>
                  <a:pt x="41" y="143"/>
                  <a:pt x="55" y="130"/>
                </a:cubicBezTo>
                <a:cubicBezTo>
                  <a:pt x="107" y="78"/>
                  <a:pt x="107" y="78"/>
                  <a:pt x="107" y="78"/>
                </a:cubicBezTo>
                <a:lnTo>
                  <a:pt x="80" y="5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6"/>
          <p:cNvSpPr>
            <a:spLocks noEditPoints="1"/>
          </p:cNvSpPr>
          <p:nvPr/>
        </p:nvSpPr>
        <p:spPr bwMode="auto">
          <a:xfrm>
            <a:off x="6944308" y="2368418"/>
            <a:ext cx="394217" cy="416472"/>
          </a:xfrm>
          <a:custGeom>
            <a:avLst/>
            <a:gdLst>
              <a:gd name="T0" fmla="*/ 111 w 157"/>
              <a:gd name="T1" fmla="*/ 97 h 166"/>
              <a:gd name="T2" fmla="*/ 138 w 157"/>
              <a:gd name="T3" fmla="*/ 82 h 166"/>
              <a:gd name="T4" fmla="*/ 139 w 157"/>
              <a:gd name="T5" fmla="*/ 77 h 166"/>
              <a:gd name="T6" fmla="*/ 157 w 157"/>
              <a:gd name="T7" fmla="*/ 31 h 166"/>
              <a:gd name="T8" fmla="*/ 129 w 157"/>
              <a:gd name="T9" fmla="*/ 4 h 166"/>
              <a:gd name="T10" fmla="*/ 129 w 157"/>
              <a:gd name="T11" fmla="*/ 4 h 166"/>
              <a:gd name="T12" fmla="*/ 124 w 157"/>
              <a:gd name="T13" fmla="*/ 0 h 166"/>
              <a:gd name="T14" fmla="*/ 117 w 157"/>
              <a:gd name="T15" fmla="*/ 7 h 166"/>
              <a:gd name="T16" fmla="*/ 124 w 157"/>
              <a:gd name="T17" fmla="*/ 13 h 166"/>
              <a:gd name="T18" fmla="*/ 127 w 157"/>
              <a:gd name="T19" fmla="*/ 11 h 166"/>
              <a:gd name="T20" fmla="*/ 128 w 157"/>
              <a:gd name="T21" fmla="*/ 12 h 166"/>
              <a:gd name="T22" fmla="*/ 149 w 157"/>
              <a:gd name="T23" fmla="*/ 31 h 166"/>
              <a:gd name="T24" fmla="*/ 133 w 157"/>
              <a:gd name="T25" fmla="*/ 72 h 166"/>
              <a:gd name="T26" fmla="*/ 129 w 157"/>
              <a:gd name="T27" fmla="*/ 74 h 166"/>
              <a:gd name="T28" fmla="*/ 107 w 157"/>
              <a:gd name="T29" fmla="*/ 86 h 166"/>
              <a:gd name="T30" fmla="*/ 85 w 157"/>
              <a:gd name="T31" fmla="*/ 74 h 166"/>
              <a:gd name="T32" fmla="*/ 80 w 157"/>
              <a:gd name="T33" fmla="*/ 72 h 166"/>
              <a:gd name="T34" fmla="*/ 65 w 157"/>
              <a:gd name="T35" fmla="*/ 31 h 166"/>
              <a:gd name="T36" fmla="*/ 86 w 157"/>
              <a:gd name="T37" fmla="*/ 12 h 166"/>
              <a:gd name="T38" fmla="*/ 86 w 157"/>
              <a:gd name="T39" fmla="*/ 11 h 166"/>
              <a:gd name="T40" fmla="*/ 90 w 157"/>
              <a:gd name="T41" fmla="*/ 13 h 166"/>
              <a:gd name="T42" fmla="*/ 97 w 157"/>
              <a:gd name="T43" fmla="*/ 7 h 166"/>
              <a:gd name="T44" fmla="*/ 90 w 157"/>
              <a:gd name="T45" fmla="*/ 0 h 166"/>
              <a:gd name="T46" fmla="*/ 84 w 157"/>
              <a:gd name="T47" fmla="*/ 4 h 166"/>
              <a:gd name="T48" fmla="*/ 84 w 157"/>
              <a:gd name="T49" fmla="*/ 4 h 166"/>
              <a:gd name="T50" fmla="*/ 56 w 157"/>
              <a:gd name="T51" fmla="*/ 31 h 166"/>
              <a:gd name="T52" fmla="*/ 74 w 157"/>
              <a:gd name="T53" fmla="*/ 77 h 166"/>
              <a:gd name="T54" fmla="*/ 76 w 157"/>
              <a:gd name="T55" fmla="*/ 82 h 166"/>
              <a:gd name="T56" fmla="*/ 102 w 157"/>
              <a:gd name="T57" fmla="*/ 97 h 166"/>
              <a:gd name="T58" fmla="*/ 102 w 157"/>
              <a:gd name="T59" fmla="*/ 124 h 166"/>
              <a:gd name="T60" fmla="*/ 65 w 157"/>
              <a:gd name="T61" fmla="*/ 158 h 166"/>
              <a:gd name="T62" fmla="*/ 29 w 157"/>
              <a:gd name="T63" fmla="*/ 124 h 166"/>
              <a:gd name="T64" fmla="*/ 29 w 157"/>
              <a:gd name="T65" fmla="*/ 100 h 166"/>
              <a:gd name="T66" fmla="*/ 49 w 157"/>
              <a:gd name="T67" fmla="*/ 78 h 166"/>
              <a:gd name="T68" fmla="*/ 25 w 157"/>
              <a:gd name="T69" fmla="*/ 55 h 166"/>
              <a:gd name="T70" fmla="*/ 0 w 157"/>
              <a:gd name="T71" fmla="*/ 78 h 166"/>
              <a:gd name="T72" fmla="*/ 21 w 157"/>
              <a:gd name="T73" fmla="*/ 100 h 166"/>
              <a:gd name="T74" fmla="*/ 21 w 157"/>
              <a:gd name="T75" fmla="*/ 124 h 166"/>
              <a:gd name="T76" fmla="*/ 65 w 157"/>
              <a:gd name="T77" fmla="*/ 166 h 166"/>
              <a:gd name="T78" fmla="*/ 110 w 157"/>
              <a:gd name="T79" fmla="*/ 124 h 166"/>
              <a:gd name="T80" fmla="*/ 110 w 157"/>
              <a:gd name="T81" fmla="*/ 97 h 166"/>
              <a:gd name="T82" fmla="*/ 111 w 157"/>
              <a:gd name="T83" fmla="*/ 97 h 166"/>
              <a:gd name="T84" fmla="*/ 25 w 157"/>
              <a:gd name="T85" fmla="*/ 93 h 166"/>
              <a:gd name="T86" fmla="*/ 41 w 157"/>
              <a:gd name="T87" fmla="*/ 78 h 166"/>
              <a:gd name="T88" fmla="*/ 25 w 157"/>
              <a:gd name="T89" fmla="*/ 62 h 166"/>
              <a:gd name="T90" fmla="*/ 8 w 157"/>
              <a:gd name="T91" fmla="*/ 78 h 166"/>
              <a:gd name="T92" fmla="*/ 25 w 157"/>
              <a:gd name="T93" fmla="*/ 93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7" h="166">
                <a:moveTo>
                  <a:pt x="111" y="97"/>
                </a:moveTo>
                <a:cubicBezTo>
                  <a:pt x="120" y="96"/>
                  <a:pt x="130" y="90"/>
                  <a:pt x="138" y="82"/>
                </a:cubicBezTo>
                <a:cubicBezTo>
                  <a:pt x="139" y="80"/>
                  <a:pt x="140" y="79"/>
                  <a:pt x="139" y="77"/>
                </a:cubicBezTo>
                <a:cubicBezTo>
                  <a:pt x="150" y="64"/>
                  <a:pt x="157" y="46"/>
                  <a:pt x="157" y="31"/>
                </a:cubicBezTo>
                <a:cubicBezTo>
                  <a:pt x="157" y="10"/>
                  <a:pt x="147" y="8"/>
                  <a:pt x="129" y="4"/>
                </a:cubicBezTo>
                <a:cubicBezTo>
                  <a:pt x="129" y="4"/>
                  <a:pt x="129" y="4"/>
                  <a:pt x="129" y="4"/>
                </a:cubicBezTo>
                <a:cubicBezTo>
                  <a:pt x="128" y="2"/>
                  <a:pt x="126" y="0"/>
                  <a:pt x="124" y="0"/>
                </a:cubicBezTo>
                <a:cubicBezTo>
                  <a:pt x="120" y="0"/>
                  <a:pt x="117" y="3"/>
                  <a:pt x="117" y="7"/>
                </a:cubicBezTo>
                <a:cubicBezTo>
                  <a:pt x="117" y="10"/>
                  <a:pt x="120" y="13"/>
                  <a:pt x="124" y="13"/>
                </a:cubicBezTo>
                <a:cubicBezTo>
                  <a:pt x="125" y="13"/>
                  <a:pt x="126" y="12"/>
                  <a:pt x="127" y="11"/>
                </a:cubicBezTo>
                <a:cubicBezTo>
                  <a:pt x="128" y="12"/>
                  <a:pt x="128" y="12"/>
                  <a:pt x="128" y="12"/>
                </a:cubicBezTo>
                <a:cubicBezTo>
                  <a:pt x="144" y="15"/>
                  <a:pt x="149" y="16"/>
                  <a:pt x="149" y="31"/>
                </a:cubicBezTo>
                <a:cubicBezTo>
                  <a:pt x="149" y="44"/>
                  <a:pt x="143" y="60"/>
                  <a:pt x="133" y="72"/>
                </a:cubicBezTo>
                <a:cubicBezTo>
                  <a:pt x="131" y="72"/>
                  <a:pt x="130" y="73"/>
                  <a:pt x="129" y="74"/>
                </a:cubicBezTo>
                <a:cubicBezTo>
                  <a:pt x="124" y="79"/>
                  <a:pt x="116" y="86"/>
                  <a:pt x="107" y="86"/>
                </a:cubicBezTo>
                <a:cubicBezTo>
                  <a:pt x="97" y="86"/>
                  <a:pt x="90" y="79"/>
                  <a:pt x="85" y="74"/>
                </a:cubicBezTo>
                <a:cubicBezTo>
                  <a:pt x="84" y="73"/>
                  <a:pt x="82" y="72"/>
                  <a:pt x="80" y="72"/>
                </a:cubicBezTo>
                <a:cubicBezTo>
                  <a:pt x="71" y="60"/>
                  <a:pt x="65" y="44"/>
                  <a:pt x="65" y="31"/>
                </a:cubicBezTo>
                <a:cubicBezTo>
                  <a:pt x="65" y="16"/>
                  <a:pt x="69" y="15"/>
                  <a:pt x="86" y="12"/>
                </a:cubicBezTo>
                <a:cubicBezTo>
                  <a:pt x="86" y="11"/>
                  <a:pt x="86" y="11"/>
                  <a:pt x="86" y="11"/>
                </a:cubicBezTo>
                <a:cubicBezTo>
                  <a:pt x="87" y="12"/>
                  <a:pt x="88" y="13"/>
                  <a:pt x="90" y="13"/>
                </a:cubicBezTo>
                <a:cubicBezTo>
                  <a:pt x="93" y="13"/>
                  <a:pt x="97" y="10"/>
                  <a:pt x="97" y="7"/>
                </a:cubicBezTo>
                <a:cubicBezTo>
                  <a:pt x="97" y="3"/>
                  <a:pt x="93" y="0"/>
                  <a:pt x="90" y="0"/>
                </a:cubicBezTo>
                <a:cubicBezTo>
                  <a:pt x="87" y="0"/>
                  <a:pt x="85" y="2"/>
                  <a:pt x="84" y="4"/>
                </a:cubicBezTo>
                <a:cubicBezTo>
                  <a:pt x="84" y="4"/>
                  <a:pt x="84" y="4"/>
                  <a:pt x="84" y="4"/>
                </a:cubicBezTo>
                <a:cubicBezTo>
                  <a:pt x="67" y="8"/>
                  <a:pt x="56" y="10"/>
                  <a:pt x="56" y="31"/>
                </a:cubicBezTo>
                <a:cubicBezTo>
                  <a:pt x="56" y="46"/>
                  <a:pt x="63" y="64"/>
                  <a:pt x="74" y="77"/>
                </a:cubicBezTo>
                <a:cubicBezTo>
                  <a:pt x="74" y="79"/>
                  <a:pt x="74" y="81"/>
                  <a:pt x="76" y="82"/>
                </a:cubicBezTo>
                <a:cubicBezTo>
                  <a:pt x="84" y="90"/>
                  <a:pt x="93" y="96"/>
                  <a:pt x="102" y="97"/>
                </a:cubicBezTo>
                <a:cubicBezTo>
                  <a:pt x="102" y="124"/>
                  <a:pt x="102" y="124"/>
                  <a:pt x="102" y="124"/>
                </a:cubicBezTo>
                <a:cubicBezTo>
                  <a:pt x="102" y="143"/>
                  <a:pt x="85" y="158"/>
                  <a:pt x="65" y="158"/>
                </a:cubicBezTo>
                <a:cubicBezTo>
                  <a:pt x="45" y="158"/>
                  <a:pt x="29" y="143"/>
                  <a:pt x="29" y="124"/>
                </a:cubicBezTo>
                <a:cubicBezTo>
                  <a:pt x="29" y="100"/>
                  <a:pt x="29" y="100"/>
                  <a:pt x="29" y="100"/>
                </a:cubicBezTo>
                <a:cubicBezTo>
                  <a:pt x="40" y="98"/>
                  <a:pt x="49" y="89"/>
                  <a:pt x="49" y="78"/>
                </a:cubicBezTo>
                <a:cubicBezTo>
                  <a:pt x="49" y="65"/>
                  <a:pt x="38" y="55"/>
                  <a:pt x="25" y="55"/>
                </a:cubicBezTo>
                <a:cubicBezTo>
                  <a:pt x="11" y="55"/>
                  <a:pt x="0" y="65"/>
                  <a:pt x="0" y="78"/>
                </a:cubicBezTo>
                <a:cubicBezTo>
                  <a:pt x="0" y="89"/>
                  <a:pt x="9" y="98"/>
                  <a:pt x="21" y="100"/>
                </a:cubicBezTo>
                <a:cubicBezTo>
                  <a:pt x="21" y="124"/>
                  <a:pt x="21" y="124"/>
                  <a:pt x="21" y="124"/>
                </a:cubicBezTo>
                <a:cubicBezTo>
                  <a:pt x="21" y="147"/>
                  <a:pt x="41" y="166"/>
                  <a:pt x="65" y="166"/>
                </a:cubicBezTo>
                <a:cubicBezTo>
                  <a:pt x="90" y="166"/>
                  <a:pt x="110" y="147"/>
                  <a:pt x="110" y="124"/>
                </a:cubicBezTo>
                <a:cubicBezTo>
                  <a:pt x="110" y="97"/>
                  <a:pt x="110" y="97"/>
                  <a:pt x="110" y="97"/>
                </a:cubicBezTo>
                <a:lnTo>
                  <a:pt x="111" y="97"/>
                </a:lnTo>
                <a:close/>
                <a:moveTo>
                  <a:pt x="25" y="93"/>
                </a:moveTo>
                <a:cubicBezTo>
                  <a:pt x="34" y="93"/>
                  <a:pt x="41" y="86"/>
                  <a:pt x="41" y="78"/>
                </a:cubicBezTo>
                <a:cubicBezTo>
                  <a:pt x="41" y="69"/>
                  <a:pt x="34" y="62"/>
                  <a:pt x="25" y="62"/>
                </a:cubicBezTo>
                <a:cubicBezTo>
                  <a:pt x="16" y="62"/>
                  <a:pt x="8" y="69"/>
                  <a:pt x="8" y="78"/>
                </a:cubicBezTo>
                <a:cubicBezTo>
                  <a:pt x="8" y="86"/>
                  <a:pt x="16" y="93"/>
                  <a:pt x="25" y="9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7"/>
          <p:cNvSpPr>
            <a:spLocks/>
          </p:cNvSpPr>
          <p:nvPr/>
        </p:nvSpPr>
        <p:spPr bwMode="auto">
          <a:xfrm>
            <a:off x="4901163" y="2456375"/>
            <a:ext cx="306259" cy="401636"/>
          </a:xfrm>
          <a:custGeom>
            <a:avLst/>
            <a:gdLst>
              <a:gd name="T0" fmla="*/ 121 w 122"/>
              <a:gd name="T1" fmla="*/ 25 h 160"/>
              <a:gd name="T2" fmla="*/ 114 w 122"/>
              <a:gd name="T3" fmla="*/ 8 h 160"/>
              <a:gd name="T4" fmla="*/ 101 w 122"/>
              <a:gd name="T5" fmla="*/ 0 h 160"/>
              <a:gd name="T6" fmla="*/ 95 w 122"/>
              <a:gd name="T7" fmla="*/ 0 h 160"/>
              <a:gd name="T8" fmla="*/ 95 w 122"/>
              <a:gd name="T9" fmla="*/ 0 h 160"/>
              <a:gd name="T10" fmla="*/ 83 w 122"/>
              <a:gd name="T11" fmla="*/ 0 h 160"/>
              <a:gd name="T12" fmla="*/ 61 w 122"/>
              <a:gd name="T13" fmla="*/ 3 h 160"/>
              <a:gd name="T14" fmla="*/ 39 w 122"/>
              <a:gd name="T15" fmla="*/ 0 h 160"/>
              <a:gd name="T16" fmla="*/ 27 w 122"/>
              <a:gd name="T17" fmla="*/ 0 h 160"/>
              <a:gd name="T18" fmla="*/ 27 w 122"/>
              <a:gd name="T19" fmla="*/ 0 h 160"/>
              <a:gd name="T20" fmla="*/ 20 w 122"/>
              <a:gd name="T21" fmla="*/ 0 h 160"/>
              <a:gd name="T22" fmla="*/ 7 w 122"/>
              <a:gd name="T23" fmla="*/ 8 h 160"/>
              <a:gd name="T24" fmla="*/ 0 w 122"/>
              <a:gd name="T25" fmla="*/ 25 h 160"/>
              <a:gd name="T26" fmla="*/ 0 w 122"/>
              <a:gd name="T27" fmla="*/ 31 h 160"/>
              <a:gd name="T28" fmla="*/ 0 w 122"/>
              <a:gd name="T29" fmla="*/ 32 h 160"/>
              <a:gd name="T30" fmla="*/ 8 w 122"/>
              <a:gd name="T31" fmla="*/ 70 h 160"/>
              <a:gd name="T32" fmla="*/ 14 w 122"/>
              <a:gd name="T33" fmla="*/ 99 h 160"/>
              <a:gd name="T34" fmla="*/ 26 w 122"/>
              <a:gd name="T35" fmla="*/ 154 h 160"/>
              <a:gd name="T36" fmla="*/ 39 w 122"/>
              <a:gd name="T37" fmla="*/ 153 h 160"/>
              <a:gd name="T38" fmla="*/ 61 w 122"/>
              <a:gd name="T39" fmla="*/ 78 h 160"/>
              <a:gd name="T40" fmla="*/ 83 w 122"/>
              <a:gd name="T41" fmla="*/ 153 h 160"/>
              <a:gd name="T42" fmla="*/ 96 w 122"/>
              <a:gd name="T43" fmla="*/ 154 h 160"/>
              <a:gd name="T44" fmla="*/ 108 w 122"/>
              <a:gd name="T45" fmla="*/ 99 h 160"/>
              <a:gd name="T46" fmla="*/ 113 w 122"/>
              <a:gd name="T47" fmla="*/ 70 h 160"/>
              <a:gd name="T48" fmla="*/ 121 w 122"/>
              <a:gd name="T49" fmla="*/ 2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2" h="160">
                <a:moveTo>
                  <a:pt x="121" y="25"/>
                </a:moveTo>
                <a:cubicBezTo>
                  <a:pt x="121" y="19"/>
                  <a:pt x="118" y="11"/>
                  <a:pt x="114" y="8"/>
                </a:cubicBezTo>
                <a:cubicBezTo>
                  <a:pt x="111" y="4"/>
                  <a:pt x="106" y="0"/>
                  <a:pt x="101" y="0"/>
                </a:cubicBezTo>
                <a:cubicBezTo>
                  <a:pt x="100" y="0"/>
                  <a:pt x="98" y="0"/>
                  <a:pt x="95" y="0"/>
                </a:cubicBezTo>
                <a:cubicBezTo>
                  <a:pt x="95" y="0"/>
                  <a:pt x="95" y="0"/>
                  <a:pt x="95" y="0"/>
                </a:cubicBezTo>
                <a:cubicBezTo>
                  <a:pt x="91" y="0"/>
                  <a:pt x="87" y="0"/>
                  <a:pt x="83" y="0"/>
                </a:cubicBezTo>
                <a:cubicBezTo>
                  <a:pt x="61" y="3"/>
                  <a:pt x="61" y="3"/>
                  <a:pt x="61" y="3"/>
                </a:cubicBezTo>
                <a:cubicBezTo>
                  <a:pt x="39" y="0"/>
                  <a:pt x="39" y="0"/>
                  <a:pt x="39" y="0"/>
                </a:cubicBezTo>
                <a:cubicBezTo>
                  <a:pt x="35" y="0"/>
                  <a:pt x="31" y="0"/>
                  <a:pt x="27" y="0"/>
                </a:cubicBezTo>
                <a:cubicBezTo>
                  <a:pt x="27" y="0"/>
                  <a:pt x="27" y="0"/>
                  <a:pt x="27" y="0"/>
                </a:cubicBezTo>
                <a:cubicBezTo>
                  <a:pt x="24" y="0"/>
                  <a:pt x="22" y="0"/>
                  <a:pt x="20" y="0"/>
                </a:cubicBezTo>
                <a:cubicBezTo>
                  <a:pt x="16" y="0"/>
                  <a:pt x="10" y="4"/>
                  <a:pt x="7" y="8"/>
                </a:cubicBezTo>
                <a:cubicBezTo>
                  <a:pt x="4" y="11"/>
                  <a:pt x="1" y="19"/>
                  <a:pt x="0" y="25"/>
                </a:cubicBezTo>
                <a:cubicBezTo>
                  <a:pt x="0" y="27"/>
                  <a:pt x="0" y="29"/>
                  <a:pt x="0" y="31"/>
                </a:cubicBezTo>
                <a:cubicBezTo>
                  <a:pt x="0" y="32"/>
                  <a:pt x="0" y="32"/>
                  <a:pt x="0" y="32"/>
                </a:cubicBezTo>
                <a:cubicBezTo>
                  <a:pt x="0" y="42"/>
                  <a:pt x="2" y="57"/>
                  <a:pt x="8" y="70"/>
                </a:cubicBezTo>
                <a:cubicBezTo>
                  <a:pt x="8" y="70"/>
                  <a:pt x="14" y="81"/>
                  <a:pt x="14" y="99"/>
                </a:cubicBezTo>
                <a:cubicBezTo>
                  <a:pt x="14" y="113"/>
                  <a:pt x="19" y="141"/>
                  <a:pt x="26" y="154"/>
                </a:cubicBezTo>
                <a:cubicBezTo>
                  <a:pt x="28" y="160"/>
                  <a:pt x="37" y="159"/>
                  <a:pt x="39" y="153"/>
                </a:cubicBezTo>
                <a:cubicBezTo>
                  <a:pt x="45" y="132"/>
                  <a:pt x="49" y="78"/>
                  <a:pt x="61" y="78"/>
                </a:cubicBezTo>
                <a:cubicBezTo>
                  <a:pt x="72" y="78"/>
                  <a:pt x="77" y="132"/>
                  <a:pt x="83" y="153"/>
                </a:cubicBezTo>
                <a:cubicBezTo>
                  <a:pt x="85" y="159"/>
                  <a:pt x="93" y="160"/>
                  <a:pt x="96" y="154"/>
                </a:cubicBezTo>
                <a:cubicBezTo>
                  <a:pt x="103" y="141"/>
                  <a:pt x="108" y="113"/>
                  <a:pt x="108" y="99"/>
                </a:cubicBezTo>
                <a:cubicBezTo>
                  <a:pt x="108" y="81"/>
                  <a:pt x="113" y="70"/>
                  <a:pt x="113" y="70"/>
                </a:cubicBezTo>
                <a:cubicBezTo>
                  <a:pt x="121" y="54"/>
                  <a:pt x="122" y="36"/>
                  <a:pt x="121" y="2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8"/>
          <p:cNvSpPr>
            <a:spLocks noEditPoints="1"/>
          </p:cNvSpPr>
          <p:nvPr/>
        </p:nvSpPr>
        <p:spPr bwMode="auto">
          <a:xfrm>
            <a:off x="4903282" y="2226415"/>
            <a:ext cx="300962" cy="262811"/>
          </a:xfrm>
          <a:custGeom>
            <a:avLst/>
            <a:gdLst>
              <a:gd name="T0" fmla="*/ 120 w 120"/>
              <a:gd name="T1" fmla="*/ 105 h 105"/>
              <a:gd name="T2" fmla="*/ 120 w 120"/>
              <a:gd name="T3" fmla="*/ 50 h 105"/>
              <a:gd name="T4" fmla="*/ 0 w 120"/>
              <a:gd name="T5" fmla="*/ 50 h 105"/>
              <a:gd name="T6" fmla="*/ 0 w 120"/>
              <a:gd name="T7" fmla="*/ 105 h 105"/>
              <a:gd name="T8" fmla="*/ 5 w 120"/>
              <a:gd name="T9" fmla="*/ 96 h 105"/>
              <a:gd name="T10" fmla="*/ 11 w 120"/>
              <a:gd name="T11" fmla="*/ 90 h 105"/>
              <a:gd name="T12" fmla="*/ 19 w 120"/>
              <a:gd name="T13" fmla="*/ 87 h 105"/>
              <a:gd name="T14" fmla="*/ 19 w 120"/>
              <a:gd name="T15" fmla="*/ 87 h 105"/>
              <a:gd name="T16" fmla="*/ 22 w 120"/>
              <a:gd name="T17" fmla="*/ 87 h 105"/>
              <a:gd name="T18" fmla="*/ 26 w 120"/>
              <a:gd name="T19" fmla="*/ 87 h 105"/>
              <a:gd name="T20" fmla="*/ 26 w 120"/>
              <a:gd name="T21" fmla="*/ 87 h 105"/>
              <a:gd name="T22" fmla="*/ 26 w 120"/>
              <a:gd name="T23" fmla="*/ 87 h 105"/>
              <a:gd name="T24" fmla="*/ 26 w 120"/>
              <a:gd name="T25" fmla="*/ 87 h 105"/>
              <a:gd name="T26" fmla="*/ 32 w 120"/>
              <a:gd name="T27" fmla="*/ 87 h 105"/>
              <a:gd name="T28" fmla="*/ 38 w 120"/>
              <a:gd name="T29" fmla="*/ 88 h 105"/>
              <a:gd name="T30" fmla="*/ 60 w 120"/>
              <a:gd name="T31" fmla="*/ 91 h 105"/>
              <a:gd name="T32" fmla="*/ 82 w 120"/>
              <a:gd name="T33" fmla="*/ 88 h 105"/>
              <a:gd name="T34" fmla="*/ 82 w 120"/>
              <a:gd name="T35" fmla="*/ 88 h 105"/>
              <a:gd name="T36" fmla="*/ 88 w 120"/>
              <a:gd name="T37" fmla="*/ 87 h 105"/>
              <a:gd name="T38" fmla="*/ 94 w 120"/>
              <a:gd name="T39" fmla="*/ 87 h 105"/>
              <a:gd name="T40" fmla="*/ 94 w 120"/>
              <a:gd name="T41" fmla="*/ 87 h 105"/>
              <a:gd name="T42" fmla="*/ 94 w 120"/>
              <a:gd name="T43" fmla="*/ 87 h 105"/>
              <a:gd name="T44" fmla="*/ 94 w 120"/>
              <a:gd name="T45" fmla="*/ 87 h 105"/>
              <a:gd name="T46" fmla="*/ 98 w 120"/>
              <a:gd name="T47" fmla="*/ 87 h 105"/>
              <a:gd name="T48" fmla="*/ 101 w 120"/>
              <a:gd name="T49" fmla="*/ 87 h 105"/>
              <a:gd name="T50" fmla="*/ 101 w 120"/>
              <a:gd name="T51" fmla="*/ 87 h 105"/>
              <a:gd name="T52" fmla="*/ 108 w 120"/>
              <a:gd name="T53" fmla="*/ 90 h 105"/>
              <a:gd name="T54" fmla="*/ 115 w 120"/>
              <a:gd name="T55" fmla="*/ 96 h 105"/>
              <a:gd name="T56" fmla="*/ 120 w 120"/>
              <a:gd name="T57" fmla="*/ 105 h 105"/>
              <a:gd name="T58" fmla="*/ 55 w 120"/>
              <a:gd name="T59" fmla="*/ 81 h 105"/>
              <a:gd name="T60" fmla="*/ 65 w 120"/>
              <a:gd name="T61" fmla="*/ 81 h 105"/>
              <a:gd name="T62" fmla="*/ 65 w 120"/>
              <a:gd name="T63" fmla="*/ 68 h 105"/>
              <a:gd name="T64" fmla="*/ 77 w 120"/>
              <a:gd name="T65" fmla="*/ 68 h 105"/>
              <a:gd name="T66" fmla="*/ 77 w 120"/>
              <a:gd name="T67" fmla="*/ 58 h 105"/>
              <a:gd name="T68" fmla="*/ 65 w 120"/>
              <a:gd name="T69" fmla="*/ 58 h 105"/>
              <a:gd name="T70" fmla="*/ 65 w 120"/>
              <a:gd name="T71" fmla="*/ 45 h 105"/>
              <a:gd name="T72" fmla="*/ 55 w 120"/>
              <a:gd name="T73" fmla="*/ 45 h 105"/>
              <a:gd name="T74" fmla="*/ 55 w 120"/>
              <a:gd name="T75" fmla="*/ 58 h 105"/>
              <a:gd name="T76" fmla="*/ 42 w 120"/>
              <a:gd name="T77" fmla="*/ 58 h 105"/>
              <a:gd name="T78" fmla="*/ 42 w 120"/>
              <a:gd name="T79" fmla="*/ 68 h 105"/>
              <a:gd name="T80" fmla="*/ 55 w 120"/>
              <a:gd name="T81" fmla="*/ 68 h 105"/>
              <a:gd name="T82" fmla="*/ 55 w 120"/>
              <a:gd name="T83" fmla="*/ 81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0" h="105">
                <a:moveTo>
                  <a:pt x="120" y="105"/>
                </a:moveTo>
                <a:cubicBezTo>
                  <a:pt x="120" y="50"/>
                  <a:pt x="120" y="50"/>
                  <a:pt x="120" y="50"/>
                </a:cubicBezTo>
                <a:cubicBezTo>
                  <a:pt x="120" y="50"/>
                  <a:pt x="60" y="0"/>
                  <a:pt x="0" y="50"/>
                </a:cubicBezTo>
                <a:cubicBezTo>
                  <a:pt x="0" y="105"/>
                  <a:pt x="0" y="105"/>
                  <a:pt x="0" y="105"/>
                </a:cubicBezTo>
                <a:cubicBezTo>
                  <a:pt x="1" y="101"/>
                  <a:pt x="3" y="98"/>
                  <a:pt x="5" y="96"/>
                </a:cubicBezTo>
                <a:cubicBezTo>
                  <a:pt x="6" y="94"/>
                  <a:pt x="9" y="92"/>
                  <a:pt x="11" y="90"/>
                </a:cubicBezTo>
                <a:cubicBezTo>
                  <a:pt x="14" y="89"/>
                  <a:pt x="17" y="88"/>
                  <a:pt x="19" y="87"/>
                </a:cubicBezTo>
                <a:cubicBezTo>
                  <a:pt x="19" y="87"/>
                  <a:pt x="19" y="87"/>
                  <a:pt x="19" y="87"/>
                </a:cubicBezTo>
                <a:cubicBezTo>
                  <a:pt x="20" y="87"/>
                  <a:pt x="21" y="87"/>
                  <a:pt x="22" y="87"/>
                </a:cubicBezTo>
                <a:cubicBezTo>
                  <a:pt x="23" y="87"/>
                  <a:pt x="24" y="87"/>
                  <a:pt x="26" y="87"/>
                </a:cubicBezTo>
                <a:cubicBezTo>
                  <a:pt x="26" y="87"/>
                  <a:pt x="26" y="87"/>
                  <a:pt x="26" y="87"/>
                </a:cubicBezTo>
                <a:cubicBezTo>
                  <a:pt x="26" y="87"/>
                  <a:pt x="26" y="87"/>
                  <a:pt x="26" y="87"/>
                </a:cubicBezTo>
                <a:cubicBezTo>
                  <a:pt x="26" y="87"/>
                  <a:pt x="26" y="87"/>
                  <a:pt x="26" y="87"/>
                </a:cubicBezTo>
                <a:cubicBezTo>
                  <a:pt x="28" y="87"/>
                  <a:pt x="30" y="87"/>
                  <a:pt x="32" y="87"/>
                </a:cubicBezTo>
                <a:cubicBezTo>
                  <a:pt x="34" y="87"/>
                  <a:pt x="36" y="87"/>
                  <a:pt x="38" y="88"/>
                </a:cubicBezTo>
                <a:cubicBezTo>
                  <a:pt x="60" y="91"/>
                  <a:pt x="60" y="91"/>
                  <a:pt x="60" y="91"/>
                </a:cubicBezTo>
                <a:cubicBezTo>
                  <a:pt x="82" y="88"/>
                  <a:pt x="82" y="88"/>
                  <a:pt x="82" y="88"/>
                </a:cubicBezTo>
                <a:cubicBezTo>
                  <a:pt x="82" y="88"/>
                  <a:pt x="82" y="88"/>
                  <a:pt x="82" y="88"/>
                </a:cubicBezTo>
                <a:cubicBezTo>
                  <a:pt x="83" y="87"/>
                  <a:pt x="85" y="87"/>
                  <a:pt x="88" y="87"/>
                </a:cubicBezTo>
                <a:cubicBezTo>
                  <a:pt x="90" y="87"/>
                  <a:pt x="92" y="87"/>
                  <a:pt x="94" y="87"/>
                </a:cubicBezTo>
                <a:cubicBezTo>
                  <a:pt x="94" y="87"/>
                  <a:pt x="94" y="87"/>
                  <a:pt x="94" y="87"/>
                </a:cubicBezTo>
                <a:cubicBezTo>
                  <a:pt x="94" y="87"/>
                  <a:pt x="94" y="87"/>
                  <a:pt x="94" y="87"/>
                </a:cubicBezTo>
                <a:cubicBezTo>
                  <a:pt x="94" y="87"/>
                  <a:pt x="94" y="87"/>
                  <a:pt x="94" y="87"/>
                </a:cubicBezTo>
                <a:cubicBezTo>
                  <a:pt x="96" y="87"/>
                  <a:pt x="97" y="87"/>
                  <a:pt x="98" y="87"/>
                </a:cubicBezTo>
                <a:cubicBezTo>
                  <a:pt x="99" y="87"/>
                  <a:pt x="100" y="87"/>
                  <a:pt x="101" y="87"/>
                </a:cubicBezTo>
                <a:cubicBezTo>
                  <a:pt x="101" y="87"/>
                  <a:pt x="101" y="87"/>
                  <a:pt x="101" y="87"/>
                </a:cubicBezTo>
                <a:cubicBezTo>
                  <a:pt x="103" y="88"/>
                  <a:pt x="106" y="89"/>
                  <a:pt x="108" y="90"/>
                </a:cubicBezTo>
                <a:cubicBezTo>
                  <a:pt x="111" y="92"/>
                  <a:pt x="113" y="94"/>
                  <a:pt x="115" y="96"/>
                </a:cubicBezTo>
                <a:cubicBezTo>
                  <a:pt x="117" y="98"/>
                  <a:pt x="119" y="101"/>
                  <a:pt x="120" y="105"/>
                </a:cubicBezTo>
                <a:close/>
                <a:moveTo>
                  <a:pt x="55" y="81"/>
                </a:moveTo>
                <a:cubicBezTo>
                  <a:pt x="65" y="81"/>
                  <a:pt x="65" y="81"/>
                  <a:pt x="65" y="81"/>
                </a:cubicBezTo>
                <a:cubicBezTo>
                  <a:pt x="65" y="68"/>
                  <a:pt x="65" y="68"/>
                  <a:pt x="65" y="68"/>
                </a:cubicBezTo>
                <a:cubicBezTo>
                  <a:pt x="77" y="68"/>
                  <a:pt x="77" y="68"/>
                  <a:pt x="77" y="68"/>
                </a:cubicBezTo>
                <a:cubicBezTo>
                  <a:pt x="77" y="58"/>
                  <a:pt x="77" y="58"/>
                  <a:pt x="77" y="58"/>
                </a:cubicBezTo>
                <a:cubicBezTo>
                  <a:pt x="65" y="58"/>
                  <a:pt x="65" y="58"/>
                  <a:pt x="65" y="58"/>
                </a:cubicBezTo>
                <a:cubicBezTo>
                  <a:pt x="65" y="45"/>
                  <a:pt x="65" y="45"/>
                  <a:pt x="65" y="45"/>
                </a:cubicBezTo>
                <a:cubicBezTo>
                  <a:pt x="55" y="45"/>
                  <a:pt x="55" y="45"/>
                  <a:pt x="55" y="45"/>
                </a:cubicBezTo>
                <a:cubicBezTo>
                  <a:pt x="55" y="58"/>
                  <a:pt x="55" y="58"/>
                  <a:pt x="55" y="58"/>
                </a:cubicBezTo>
                <a:cubicBezTo>
                  <a:pt x="42" y="58"/>
                  <a:pt x="42" y="58"/>
                  <a:pt x="42" y="58"/>
                </a:cubicBezTo>
                <a:cubicBezTo>
                  <a:pt x="42" y="68"/>
                  <a:pt x="42" y="68"/>
                  <a:pt x="42" y="68"/>
                </a:cubicBezTo>
                <a:cubicBezTo>
                  <a:pt x="55" y="68"/>
                  <a:pt x="55" y="68"/>
                  <a:pt x="55" y="68"/>
                </a:cubicBezTo>
                <a:cubicBezTo>
                  <a:pt x="55" y="81"/>
                  <a:pt x="55" y="81"/>
                  <a:pt x="55" y="8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19"/>
          <p:cNvSpPr>
            <a:spLocks noEditPoints="1"/>
          </p:cNvSpPr>
          <p:nvPr/>
        </p:nvSpPr>
        <p:spPr bwMode="auto">
          <a:xfrm>
            <a:off x="4477274" y="3401648"/>
            <a:ext cx="293543" cy="231020"/>
          </a:xfrm>
          <a:custGeom>
            <a:avLst/>
            <a:gdLst>
              <a:gd name="T0" fmla="*/ 9 w 117"/>
              <a:gd name="T1" fmla="*/ 68 h 92"/>
              <a:gd name="T2" fmla="*/ 7 w 117"/>
              <a:gd name="T3" fmla="*/ 68 h 92"/>
              <a:gd name="T4" fmla="*/ 2 w 117"/>
              <a:gd name="T5" fmla="*/ 67 h 92"/>
              <a:gd name="T6" fmla="*/ 0 w 117"/>
              <a:gd name="T7" fmla="*/ 61 h 92"/>
              <a:gd name="T8" fmla="*/ 0 w 117"/>
              <a:gd name="T9" fmla="*/ 61 h 92"/>
              <a:gd name="T10" fmla="*/ 0 w 117"/>
              <a:gd name="T11" fmla="*/ 21 h 92"/>
              <a:gd name="T12" fmla="*/ 10 w 117"/>
              <a:gd name="T13" fmla="*/ 5 h 92"/>
              <a:gd name="T14" fmla="*/ 9 w 117"/>
              <a:gd name="T15" fmla="*/ 68 h 92"/>
              <a:gd name="T16" fmla="*/ 13 w 117"/>
              <a:gd name="T17" fmla="*/ 68 h 92"/>
              <a:gd name="T18" fmla="*/ 14 w 117"/>
              <a:gd name="T19" fmla="*/ 4 h 92"/>
              <a:gd name="T20" fmla="*/ 34 w 117"/>
              <a:gd name="T21" fmla="*/ 0 h 92"/>
              <a:gd name="T22" fmla="*/ 49 w 117"/>
              <a:gd name="T23" fmla="*/ 52 h 92"/>
              <a:gd name="T24" fmla="*/ 53 w 117"/>
              <a:gd name="T25" fmla="*/ 68 h 92"/>
              <a:gd name="T26" fmla="*/ 52 w 117"/>
              <a:gd name="T27" fmla="*/ 68 h 92"/>
              <a:gd name="T28" fmla="*/ 13 w 117"/>
              <a:gd name="T29" fmla="*/ 68 h 92"/>
              <a:gd name="T30" fmla="*/ 117 w 117"/>
              <a:gd name="T31" fmla="*/ 83 h 92"/>
              <a:gd name="T32" fmla="*/ 108 w 117"/>
              <a:gd name="T33" fmla="*/ 92 h 92"/>
              <a:gd name="T34" fmla="*/ 99 w 117"/>
              <a:gd name="T35" fmla="*/ 83 h 92"/>
              <a:gd name="T36" fmla="*/ 99 w 117"/>
              <a:gd name="T37" fmla="*/ 81 h 92"/>
              <a:gd name="T38" fmla="*/ 99 w 117"/>
              <a:gd name="T39" fmla="*/ 19 h 92"/>
              <a:gd name="T40" fmla="*/ 95 w 117"/>
              <a:gd name="T41" fmla="*/ 19 h 92"/>
              <a:gd name="T42" fmla="*/ 95 w 117"/>
              <a:gd name="T43" fmla="*/ 90 h 92"/>
              <a:gd name="T44" fmla="*/ 27 w 117"/>
              <a:gd name="T45" fmla="*/ 90 h 92"/>
              <a:gd name="T46" fmla="*/ 27 w 117"/>
              <a:gd name="T47" fmla="*/ 72 h 92"/>
              <a:gd name="T48" fmla="*/ 60 w 117"/>
              <a:gd name="T49" fmla="*/ 72 h 92"/>
              <a:gd name="T50" fmla="*/ 72 w 117"/>
              <a:gd name="T51" fmla="*/ 61 h 92"/>
              <a:gd name="T52" fmla="*/ 60 w 117"/>
              <a:gd name="T53" fmla="*/ 50 h 92"/>
              <a:gd name="T54" fmla="*/ 52 w 117"/>
              <a:gd name="T55" fmla="*/ 50 h 92"/>
              <a:gd name="T56" fmla="*/ 38 w 117"/>
              <a:gd name="T57" fmla="*/ 0 h 92"/>
              <a:gd name="T58" fmla="*/ 84 w 117"/>
              <a:gd name="T59" fmla="*/ 0 h 92"/>
              <a:gd name="T60" fmla="*/ 117 w 117"/>
              <a:gd name="T61" fmla="*/ 24 h 92"/>
              <a:gd name="T62" fmla="*/ 117 w 117"/>
              <a:gd name="T63" fmla="*/ 83 h 92"/>
              <a:gd name="T64" fmla="*/ 53 w 117"/>
              <a:gd name="T65" fmla="*/ 53 h 92"/>
              <a:gd name="T66" fmla="*/ 60 w 117"/>
              <a:gd name="T67" fmla="*/ 53 h 92"/>
              <a:gd name="T68" fmla="*/ 68 w 117"/>
              <a:gd name="T69" fmla="*/ 61 h 92"/>
              <a:gd name="T70" fmla="*/ 60 w 117"/>
              <a:gd name="T71" fmla="*/ 68 h 92"/>
              <a:gd name="T72" fmla="*/ 56 w 117"/>
              <a:gd name="T73" fmla="*/ 68 h 92"/>
              <a:gd name="T74" fmla="*/ 53 w 117"/>
              <a:gd name="T75" fmla="*/ 5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7" h="92">
                <a:moveTo>
                  <a:pt x="9" y="68"/>
                </a:moveTo>
                <a:cubicBezTo>
                  <a:pt x="7" y="68"/>
                  <a:pt x="7" y="68"/>
                  <a:pt x="7" y="68"/>
                </a:cubicBezTo>
                <a:cubicBezTo>
                  <a:pt x="5" y="68"/>
                  <a:pt x="3" y="68"/>
                  <a:pt x="2" y="67"/>
                </a:cubicBezTo>
                <a:cubicBezTo>
                  <a:pt x="0" y="64"/>
                  <a:pt x="0" y="61"/>
                  <a:pt x="0" y="61"/>
                </a:cubicBezTo>
                <a:cubicBezTo>
                  <a:pt x="0" y="61"/>
                  <a:pt x="0" y="61"/>
                  <a:pt x="0" y="61"/>
                </a:cubicBezTo>
                <a:cubicBezTo>
                  <a:pt x="0" y="21"/>
                  <a:pt x="0" y="21"/>
                  <a:pt x="0" y="21"/>
                </a:cubicBezTo>
                <a:cubicBezTo>
                  <a:pt x="0" y="20"/>
                  <a:pt x="1" y="11"/>
                  <a:pt x="10" y="5"/>
                </a:cubicBezTo>
                <a:lnTo>
                  <a:pt x="9" y="68"/>
                </a:lnTo>
                <a:close/>
                <a:moveTo>
                  <a:pt x="13" y="68"/>
                </a:moveTo>
                <a:cubicBezTo>
                  <a:pt x="14" y="4"/>
                  <a:pt x="14" y="4"/>
                  <a:pt x="14" y="4"/>
                </a:cubicBezTo>
                <a:cubicBezTo>
                  <a:pt x="17" y="3"/>
                  <a:pt x="24" y="1"/>
                  <a:pt x="34" y="0"/>
                </a:cubicBezTo>
                <a:cubicBezTo>
                  <a:pt x="49" y="52"/>
                  <a:pt x="49" y="52"/>
                  <a:pt x="49" y="52"/>
                </a:cubicBezTo>
                <a:cubicBezTo>
                  <a:pt x="51" y="58"/>
                  <a:pt x="54" y="66"/>
                  <a:pt x="53" y="68"/>
                </a:cubicBezTo>
                <a:cubicBezTo>
                  <a:pt x="53" y="68"/>
                  <a:pt x="52" y="68"/>
                  <a:pt x="52" y="68"/>
                </a:cubicBezTo>
                <a:lnTo>
                  <a:pt x="13" y="68"/>
                </a:lnTo>
                <a:close/>
                <a:moveTo>
                  <a:pt x="117" y="83"/>
                </a:moveTo>
                <a:cubicBezTo>
                  <a:pt x="117" y="88"/>
                  <a:pt x="113" y="92"/>
                  <a:pt x="108" y="92"/>
                </a:cubicBezTo>
                <a:cubicBezTo>
                  <a:pt x="103" y="92"/>
                  <a:pt x="99" y="88"/>
                  <a:pt x="99" y="83"/>
                </a:cubicBezTo>
                <a:cubicBezTo>
                  <a:pt x="99" y="81"/>
                  <a:pt x="99" y="81"/>
                  <a:pt x="99" y="81"/>
                </a:cubicBezTo>
                <a:cubicBezTo>
                  <a:pt x="99" y="19"/>
                  <a:pt x="99" y="19"/>
                  <a:pt x="99" y="19"/>
                </a:cubicBezTo>
                <a:cubicBezTo>
                  <a:pt x="95" y="19"/>
                  <a:pt x="95" y="19"/>
                  <a:pt x="95" y="19"/>
                </a:cubicBezTo>
                <a:cubicBezTo>
                  <a:pt x="95" y="90"/>
                  <a:pt x="95" y="90"/>
                  <a:pt x="95" y="90"/>
                </a:cubicBezTo>
                <a:cubicBezTo>
                  <a:pt x="27" y="90"/>
                  <a:pt x="27" y="90"/>
                  <a:pt x="27" y="90"/>
                </a:cubicBezTo>
                <a:cubicBezTo>
                  <a:pt x="27" y="72"/>
                  <a:pt x="27" y="72"/>
                  <a:pt x="27" y="72"/>
                </a:cubicBezTo>
                <a:cubicBezTo>
                  <a:pt x="60" y="72"/>
                  <a:pt x="60" y="72"/>
                  <a:pt x="60" y="72"/>
                </a:cubicBezTo>
                <a:cubicBezTo>
                  <a:pt x="67" y="72"/>
                  <a:pt x="72" y="67"/>
                  <a:pt x="72" y="61"/>
                </a:cubicBezTo>
                <a:cubicBezTo>
                  <a:pt x="72" y="55"/>
                  <a:pt x="67" y="50"/>
                  <a:pt x="60" y="50"/>
                </a:cubicBezTo>
                <a:cubicBezTo>
                  <a:pt x="52" y="50"/>
                  <a:pt x="52" y="50"/>
                  <a:pt x="52" y="50"/>
                </a:cubicBezTo>
                <a:cubicBezTo>
                  <a:pt x="38" y="0"/>
                  <a:pt x="38" y="0"/>
                  <a:pt x="38" y="0"/>
                </a:cubicBezTo>
                <a:cubicBezTo>
                  <a:pt x="84" y="0"/>
                  <a:pt x="84" y="0"/>
                  <a:pt x="84" y="0"/>
                </a:cubicBezTo>
                <a:cubicBezTo>
                  <a:pt x="85" y="0"/>
                  <a:pt x="115" y="0"/>
                  <a:pt x="117" y="24"/>
                </a:cubicBezTo>
                <a:lnTo>
                  <a:pt x="117" y="83"/>
                </a:lnTo>
                <a:close/>
                <a:moveTo>
                  <a:pt x="53" y="53"/>
                </a:moveTo>
                <a:cubicBezTo>
                  <a:pt x="60" y="53"/>
                  <a:pt x="60" y="53"/>
                  <a:pt x="60" y="53"/>
                </a:cubicBezTo>
                <a:cubicBezTo>
                  <a:pt x="65" y="53"/>
                  <a:pt x="68" y="57"/>
                  <a:pt x="68" y="61"/>
                </a:cubicBezTo>
                <a:cubicBezTo>
                  <a:pt x="68" y="65"/>
                  <a:pt x="65" y="68"/>
                  <a:pt x="60" y="68"/>
                </a:cubicBezTo>
                <a:cubicBezTo>
                  <a:pt x="56" y="68"/>
                  <a:pt x="56" y="68"/>
                  <a:pt x="56" y="68"/>
                </a:cubicBezTo>
                <a:cubicBezTo>
                  <a:pt x="57" y="64"/>
                  <a:pt x="55" y="57"/>
                  <a:pt x="53" y="5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20"/>
          <p:cNvSpPr>
            <a:spLocks/>
          </p:cNvSpPr>
          <p:nvPr/>
        </p:nvSpPr>
        <p:spPr bwMode="auto">
          <a:xfrm>
            <a:off x="4537678" y="3622070"/>
            <a:ext cx="185451" cy="321096"/>
          </a:xfrm>
          <a:custGeom>
            <a:avLst/>
            <a:gdLst>
              <a:gd name="T0" fmla="*/ 3 w 74"/>
              <a:gd name="T1" fmla="*/ 0 h 128"/>
              <a:gd name="T2" fmla="*/ 1 w 74"/>
              <a:gd name="T3" fmla="*/ 109 h 128"/>
              <a:gd name="T4" fmla="*/ 33 w 74"/>
              <a:gd name="T5" fmla="*/ 109 h 128"/>
              <a:gd name="T6" fmla="*/ 35 w 74"/>
              <a:gd name="T7" fmla="*/ 11 h 128"/>
              <a:gd name="T8" fmla="*/ 39 w 74"/>
              <a:gd name="T9" fmla="*/ 11 h 128"/>
              <a:gd name="T10" fmla="*/ 41 w 74"/>
              <a:gd name="T11" fmla="*/ 109 h 128"/>
              <a:gd name="T12" fmla="*/ 73 w 74"/>
              <a:gd name="T13" fmla="*/ 109 h 128"/>
              <a:gd name="T14" fmla="*/ 71 w 74"/>
              <a:gd name="T15" fmla="*/ 0 h 128"/>
              <a:gd name="T16" fmla="*/ 3 w 74"/>
              <a:gd name="T17"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 h="128">
                <a:moveTo>
                  <a:pt x="3" y="0"/>
                </a:moveTo>
                <a:cubicBezTo>
                  <a:pt x="3" y="37"/>
                  <a:pt x="3" y="73"/>
                  <a:pt x="1" y="109"/>
                </a:cubicBezTo>
                <a:cubicBezTo>
                  <a:pt x="0" y="128"/>
                  <a:pt x="32" y="128"/>
                  <a:pt x="33" y="109"/>
                </a:cubicBezTo>
                <a:cubicBezTo>
                  <a:pt x="34" y="76"/>
                  <a:pt x="35" y="44"/>
                  <a:pt x="35" y="11"/>
                </a:cubicBezTo>
                <a:cubicBezTo>
                  <a:pt x="36" y="11"/>
                  <a:pt x="38" y="11"/>
                  <a:pt x="39" y="11"/>
                </a:cubicBezTo>
                <a:cubicBezTo>
                  <a:pt x="39" y="44"/>
                  <a:pt x="40" y="76"/>
                  <a:pt x="41" y="109"/>
                </a:cubicBezTo>
                <a:cubicBezTo>
                  <a:pt x="42" y="128"/>
                  <a:pt x="74" y="128"/>
                  <a:pt x="73" y="109"/>
                </a:cubicBezTo>
                <a:cubicBezTo>
                  <a:pt x="71" y="73"/>
                  <a:pt x="71" y="37"/>
                  <a:pt x="71" y="0"/>
                </a:cubicBezTo>
                <a:lnTo>
                  <a:pt x="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Oval 21"/>
          <p:cNvSpPr>
            <a:spLocks noChangeArrowheads="1"/>
          </p:cNvSpPr>
          <p:nvPr/>
        </p:nvSpPr>
        <p:spPr bwMode="auto">
          <a:xfrm>
            <a:off x="4559932" y="3271301"/>
            <a:ext cx="140943" cy="130346"/>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22"/>
          <p:cNvSpPr>
            <a:spLocks noEditPoints="1"/>
          </p:cNvSpPr>
          <p:nvPr/>
        </p:nvSpPr>
        <p:spPr bwMode="auto">
          <a:xfrm>
            <a:off x="7395750" y="3331706"/>
            <a:ext cx="378321" cy="528802"/>
          </a:xfrm>
          <a:custGeom>
            <a:avLst/>
            <a:gdLst>
              <a:gd name="T0" fmla="*/ 54 w 151"/>
              <a:gd name="T1" fmla="*/ 72 h 211"/>
              <a:gd name="T2" fmla="*/ 36 w 151"/>
              <a:gd name="T3" fmla="*/ 110 h 211"/>
              <a:gd name="T4" fmla="*/ 95 w 151"/>
              <a:gd name="T5" fmla="*/ 139 h 211"/>
              <a:gd name="T6" fmla="*/ 112 w 151"/>
              <a:gd name="T7" fmla="*/ 100 h 211"/>
              <a:gd name="T8" fmla="*/ 37 w 151"/>
              <a:gd name="T9" fmla="*/ 141 h 211"/>
              <a:gd name="T10" fmla="*/ 32 w 151"/>
              <a:gd name="T11" fmla="*/ 149 h 211"/>
              <a:gd name="T12" fmla="*/ 28 w 151"/>
              <a:gd name="T13" fmla="*/ 156 h 211"/>
              <a:gd name="T14" fmla="*/ 23 w 151"/>
              <a:gd name="T15" fmla="*/ 164 h 211"/>
              <a:gd name="T16" fmla="*/ 28 w 151"/>
              <a:gd name="T17" fmla="*/ 156 h 211"/>
              <a:gd name="T18" fmla="*/ 32 w 151"/>
              <a:gd name="T19" fmla="*/ 149 h 211"/>
              <a:gd name="T20" fmla="*/ 37 w 151"/>
              <a:gd name="T21" fmla="*/ 141 h 211"/>
              <a:gd name="T22" fmla="*/ 57 w 151"/>
              <a:gd name="T23" fmla="*/ 179 h 211"/>
              <a:gd name="T24" fmla="*/ 50 w 151"/>
              <a:gd name="T25" fmla="*/ 175 h 211"/>
              <a:gd name="T26" fmla="*/ 62 w 151"/>
              <a:gd name="T27" fmla="*/ 172 h 211"/>
              <a:gd name="T28" fmla="*/ 59 w 151"/>
              <a:gd name="T29" fmla="*/ 160 h 211"/>
              <a:gd name="T30" fmla="*/ 66 w 151"/>
              <a:gd name="T31" fmla="*/ 164 h 211"/>
              <a:gd name="T32" fmla="*/ 54 w 151"/>
              <a:gd name="T33" fmla="*/ 167 h 211"/>
              <a:gd name="T34" fmla="*/ 46 w 151"/>
              <a:gd name="T35" fmla="*/ 167 h 211"/>
              <a:gd name="T36" fmla="*/ 42 w 151"/>
              <a:gd name="T37" fmla="*/ 175 h 211"/>
              <a:gd name="T38" fmla="*/ 46 w 151"/>
              <a:gd name="T39" fmla="*/ 167 h 211"/>
              <a:gd name="T40" fmla="*/ 51 w 151"/>
              <a:gd name="T41" fmla="*/ 160 h 211"/>
              <a:gd name="T42" fmla="*/ 56 w 151"/>
              <a:gd name="T43" fmla="*/ 152 h 211"/>
              <a:gd name="T44" fmla="*/ 51 w 151"/>
              <a:gd name="T45" fmla="*/ 160 h 211"/>
              <a:gd name="T46" fmla="*/ 46 w 151"/>
              <a:gd name="T47" fmla="*/ 167 h 211"/>
              <a:gd name="T48" fmla="*/ 39 w 151"/>
              <a:gd name="T49" fmla="*/ 168 h 211"/>
              <a:gd name="T50" fmla="*/ 31 w 151"/>
              <a:gd name="T51" fmla="*/ 163 h 211"/>
              <a:gd name="T52" fmla="*/ 43 w 151"/>
              <a:gd name="T53" fmla="*/ 160 h 211"/>
              <a:gd name="T54" fmla="*/ 40 w 151"/>
              <a:gd name="T55" fmla="*/ 148 h 211"/>
              <a:gd name="T56" fmla="*/ 48 w 151"/>
              <a:gd name="T57" fmla="*/ 153 h 211"/>
              <a:gd name="T58" fmla="*/ 35 w 151"/>
              <a:gd name="T59" fmla="*/ 156 h 211"/>
              <a:gd name="T60" fmla="*/ 131 w 151"/>
              <a:gd name="T61" fmla="*/ 38 h 211"/>
              <a:gd name="T62" fmla="*/ 127 w 151"/>
              <a:gd name="T63" fmla="*/ 46 h 211"/>
              <a:gd name="T64" fmla="*/ 123 w 151"/>
              <a:gd name="T65" fmla="*/ 54 h 211"/>
              <a:gd name="T66" fmla="*/ 118 w 151"/>
              <a:gd name="T67" fmla="*/ 61 h 211"/>
              <a:gd name="T68" fmla="*/ 123 w 151"/>
              <a:gd name="T69" fmla="*/ 54 h 211"/>
              <a:gd name="T70" fmla="*/ 127 w 151"/>
              <a:gd name="T71" fmla="*/ 46 h 211"/>
              <a:gd name="T72" fmla="*/ 131 w 151"/>
              <a:gd name="T73" fmla="*/ 38 h 211"/>
              <a:gd name="T74" fmla="*/ 124 w 151"/>
              <a:gd name="T75" fmla="*/ 39 h 211"/>
              <a:gd name="T76" fmla="*/ 112 w 151"/>
              <a:gd name="T77" fmla="*/ 42 h 211"/>
              <a:gd name="T78" fmla="*/ 115 w 151"/>
              <a:gd name="T79" fmla="*/ 54 h 211"/>
              <a:gd name="T80" fmla="*/ 107 w 151"/>
              <a:gd name="T81" fmla="*/ 50 h 211"/>
              <a:gd name="T82" fmla="*/ 119 w 151"/>
              <a:gd name="T83" fmla="*/ 47 h 211"/>
              <a:gd name="T84" fmla="*/ 116 w 151"/>
              <a:gd name="T85" fmla="*/ 35 h 211"/>
              <a:gd name="T86" fmla="*/ 113 w 151"/>
              <a:gd name="T87" fmla="*/ 28 h 211"/>
              <a:gd name="T88" fmla="*/ 108 w 151"/>
              <a:gd name="T89" fmla="*/ 35 h 211"/>
              <a:gd name="T90" fmla="*/ 104 w 151"/>
              <a:gd name="T91" fmla="*/ 43 h 211"/>
              <a:gd name="T92" fmla="*/ 99 w 151"/>
              <a:gd name="T93" fmla="*/ 51 h 211"/>
              <a:gd name="T94" fmla="*/ 104 w 151"/>
              <a:gd name="T95" fmla="*/ 43 h 211"/>
              <a:gd name="T96" fmla="*/ 108 w 151"/>
              <a:gd name="T97" fmla="*/ 35 h 211"/>
              <a:gd name="T98" fmla="*/ 113 w 151"/>
              <a:gd name="T99" fmla="*/ 28 h 211"/>
              <a:gd name="T100" fmla="*/ 105 w 151"/>
              <a:gd name="T101" fmla="*/ 28 h 211"/>
              <a:gd name="T102" fmla="*/ 93 w 151"/>
              <a:gd name="T103" fmla="*/ 31 h 211"/>
              <a:gd name="T104" fmla="*/ 96 w 151"/>
              <a:gd name="T105" fmla="*/ 43 h 211"/>
              <a:gd name="T106" fmla="*/ 88 w 151"/>
              <a:gd name="T107" fmla="*/ 39 h 211"/>
              <a:gd name="T108" fmla="*/ 100 w 151"/>
              <a:gd name="T109" fmla="*/ 36 h 211"/>
              <a:gd name="T110" fmla="*/ 97 w 151"/>
              <a:gd name="T111" fmla="*/ 24 h 211"/>
              <a:gd name="T112" fmla="*/ 146 w 151"/>
              <a:gd name="T113" fmla="*/ 40 h 211"/>
              <a:gd name="T114" fmla="*/ 114 w 151"/>
              <a:gd name="T115" fmla="*/ 4 h 211"/>
              <a:gd name="T116" fmla="*/ 61 w 151"/>
              <a:gd name="T117" fmla="*/ 69 h 211"/>
              <a:gd name="T118" fmla="*/ 146 w 151"/>
              <a:gd name="T119" fmla="*/ 40 h 211"/>
              <a:gd name="T120" fmla="*/ 10 w 151"/>
              <a:gd name="T121" fmla="*/ 193 h 211"/>
              <a:gd name="T122" fmla="*/ 58 w 151"/>
              <a:gd name="T123" fmla="*/ 201 h 211"/>
              <a:gd name="T124" fmla="*/ 35 w 151"/>
              <a:gd name="T125" fmla="*/ 113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1" h="211">
                <a:moveTo>
                  <a:pt x="58" y="71"/>
                </a:moveTo>
                <a:cubicBezTo>
                  <a:pt x="56" y="70"/>
                  <a:pt x="54" y="70"/>
                  <a:pt x="54" y="72"/>
                </a:cubicBezTo>
                <a:cubicBezTo>
                  <a:pt x="35" y="106"/>
                  <a:pt x="35" y="106"/>
                  <a:pt x="35" y="106"/>
                </a:cubicBezTo>
                <a:cubicBezTo>
                  <a:pt x="34" y="107"/>
                  <a:pt x="35" y="109"/>
                  <a:pt x="36" y="110"/>
                </a:cubicBezTo>
                <a:cubicBezTo>
                  <a:pt x="91" y="140"/>
                  <a:pt x="91" y="140"/>
                  <a:pt x="91" y="140"/>
                </a:cubicBezTo>
                <a:cubicBezTo>
                  <a:pt x="92" y="141"/>
                  <a:pt x="94" y="140"/>
                  <a:pt x="95" y="139"/>
                </a:cubicBezTo>
                <a:cubicBezTo>
                  <a:pt x="114" y="105"/>
                  <a:pt x="114" y="105"/>
                  <a:pt x="114" y="105"/>
                </a:cubicBezTo>
                <a:cubicBezTo>
                  <a:pt x="114" y="103"/>
                  <a:pt x="114" y="101"/>
                  <a:pt x="112" y="100"/>
                </a:cubicBezTo>
                <a:lnTo>
                  <a:pt x="58" y="71"/>
                </a:lnTo>
                <a:close/>
                <a:moveTo>
                  <a:pt x="37" y="141"/>
                </a:moveTo>
                <a:cubicBezTo>
                  <a:pt x="39" y="143"/>
                  <a:pt x="40" y="145"/>
                  <a:pt x="38" y="147"/>
                </a:cubicBezTo>
                <a:cubicBezTo>
                  <a:pt x="37" y="149"/>
                  <a:pt x="34" y="150"/>
                  <a:pt x="32" y="149"/>
                </a:cubicBezTo>
                <a:cubicBezTo>
                  <a:pt x="30" y="147"/>
                  <a:pt x="28" y="148"/>
                  <a:pt x="26" y="150"/>
                </a:cubicBezTo>
                <a:cubicBezTo>
                  <a:pt x="25" y="152"/>
                  <a:pt x="26" y="155"/>
                  <a:pt x="28" y="156"/>
                </a:cubicBezTo>
                <a:cubicBezTo>
                  <a:pt x="30" y="158"/>
                  <a:pt x="30" y="160"/>
                  <a:pt x="29" y="162"/>
                </a:cubicBezTo>
                <a:cubicBezTo>
                  <a:pt x="28" y="164"/>
                  <a:pt x="25" y="165"/>
                  <a:pt x="23" y="164"/>
                </a:cubicBezTo>
                <a:cubicBezTo>
                  <a:pt x="21" y="162"/>
                  <a:pt x="20" y="160"/>
                  <a:pt x="22" y="158"/>
                </a:cubicBezTo>
                <a:cubicBezTo>
                  <a:pt x="23" y="156"/>
                  <a:pt x="26" y="155"/>
                  <a:pt x="28" y="156"/>
                </a:cubicBezTo>
                <a:cubicBezTo>
                  <a:pt x="30" y="158"/>
                  <a:pt x="33" y="157"/>
                  <a:pt x="34" y="155"/>
                </a:cubicBezTo>
                <a:cubicBezTo>
                  <a:pt x="35" y="153"/>
                  <a:pt x="34" y="150"/>
                  <a:pt x="32" y="149"/>
                </a:cubicBezTo>
                <a:cubicBezTo>
                  <a:pt x="30" y="147"/>
                  <a:pt x="30" y="145"/>
                  <a:pt x="31" y="143"/>
                </a:cubicBezTo>
                <a:cubicBezTo>
                  <a:pt x="32" y="141"/>
                  <a:pt x="35" y="140"/>
                  <a:pt x="37" y="141"/>
                </a:cubicBezTo>
                <a:close/>
                <a:moveTo>
                  <a:pt x="56" y="173"/>
                </a:moveTo>
                <a:cubicBezTo>
                  <a:pt x="58" y="175"/>
                  <a:pt x="58" y="177"/>
                  <a:pt x="57" y="179"/>
                </a:cubicBezTo>
                <a:cubicBezTo>
                  <a:pt x="56" y="181"/>
                  <a:pt x="53" y="182"/>
                  <a:pt x="51" y="181"/>
                </a:cubicBezTo>
                <a:cubicBezTo>
                  <a:pt x="49" y="180"/>
                  <a:pt x="48" y="177"/>
                  <a:pt x="50" y="175"/>
                </a:cubicBezTo>
                <a:cubicBezTo>
                  <a:pt x="51" y="173"/>
                  <a:pt x="54" y="172"/>
                  <a:pt x="56" y="173"/>
                </a:cubicBezTo>
                <a:cubicBezTo>
                  <a:pt x="58" y="175"/>
                  <a:pt x="60" y="174"/>
                  <a:pt x="62" y="172"/>
                </a:cubicBezTo>
                <a:cubicBezTo>
                  <a:pt x="63" y="170"/>
                  <a:pt x="62" y="167"/>
                  <a:pt x="60" y="166"/>
                </a:cubicBezTo>
                <a:cubicBezTo>
                  <a:pt x="58" y="164"/>
                  <a:pt x="58" y="162"/>
                  <a:pt x="59" y="160"/>
                </a:cubicBezTo>
                <a:cubicBezTo>
                  <a:pt x="60" y="158"/>
                  <a:pt x="63" y="157"/>
                  <a:pt x="65" y="158"/>
                </a:cubicBezTo>
                <a:cubicBezTo>
                  <a:pt x="67" y="160"/>
                  <a:pt x="68" y="162"/>
                  <a:pt x="66" y="164"/>
                </a:cubicBezTo>
                <a:cubicBezTo>
                  <a:pt x="65" y="166"/>
                  <a:pt x="62" y="167"/>
                  <a:pt x="60" y="166"/>
                </a:cubicBezTo>
                <a:cubicBezTo>
                  <a:pt x="58" y="164"/>
                  <a:pt x="55" y="165"/>
                  <a:pt x="54" y="167"/>
                </a:cubicBezTo>
                <a:cubicBezTo>
                  <a:pt x="53" y="169"/>
                  <a:pt x="54" y="172"/>
                  <a:pt x="56" y="173"/>
                </a:cubicBezTo>
                <a:close/>
                <a:moveTo>
                  <a:pt x="46" y="167"/>
                </a:moveTo>
                <a:cubicBezTo>
                  <a:pt x="48" y="169"/>
                  <a:pt x="49" y="172"/>
                  <a:pt x="48" y="174"/>
                </a:cubicBezTo>
                <a:cubicBezTo>
                  <a:pt x="47" y="176"/>
                  <a:pt x="44" y="176"/>
                  <a:pt x="42" y="175"/>
                </a:cubicBezTo>
                <a:cubicBezTo>
                  <a:pt x="40" y="174"/>
                  <a:pt x="39" y="171"/>
                  <a:pt x="40" y="169"/>
                </a:cubicBezTo>
                <a:cubicBezTo>
                  <a:pt x="41" y="167"/>
                  <a:pt x="44" y="166"/>
                  <a:pt x="46" y="167"/>
                </a:cubicBezTo>
                <a:cubicBezTo>
                  <a:pt x="48" y="169"/>
                  <a:pt x="51" y="168"/>
                  <a:pt x="52" y="166"/>
                </a:cubicBezTo>
                <a:cubicBezTo>
                  <a:pt x="54" y="164"/>
                  <a:pt x="53" y="161"/>
                  <a:pt x="51" y="160"/>
                </a:cubicBezTo>
                <a:cubicBezTo>
                  <a:pt x="49" y="159"/>
                  <a:pt x="48" y="156"/>
                  <a:pt x="49" y="154"/>
                </a:cubicBezTo>
                <a:cubicBezTo>
                  <a:pt x="51" y="152"/>
                  <a:pt x="53" y="151"/>
                  <a:pt x="56" y="152"/>
                </a:cubicBezTo>
                <a:cubicBezTo>
                  <a:pt x="58" y="154"/>
                  <a:pt x="58" y="156"/>
                  <a:pt x="57" y="159"/>
                </a:cubicBezTo>
                <a:cubicBezTo>
                  <a:pt x="56" y="161"/>
                  <a:pt x="53" y="161"/>
                  <a:pt x="51" y="160"/>
                </a:cubicBezTo>
                <a:cubicBezTo>
                  <a:pt x="49" y="159"/>
                  <a:pt x="46" y="160"/>
                  <a:pt x="45" y="162"/>
                </a:cubicBezTo>
                <a:cubicBezTo>
                  <a:pt x="44" y="164"/>
                  <a:pt x="44" y="166"/>
                  <a:pt x="46" y="167"/>
                </a:cubicBezTo>
                <a:close/>
                <a:moveTo>
                  <a:pt x="37" y="162"/>
                </a:moveTo>
                <a:cubicBezTo>
                  <a:pt x="39" y="163"/>
                  <a:pt x="40" y="166"/>
                  <a:pt x="39" y="168"/>
                </a:cubicBezTo>
                <a:cubicBezTo>
                  <a:pt x="37" y="170"/>
                  <a:pt x="35" y="171"/>
                  <a:pt x="32" y="169"/>
                </a:cubicBezTo>
                <a:cubicBezTo>
                  <a:pt x="30" y="168"/>
                  <a:pt x="30" y="165"/>
                  <a:pt x="31" y="163"/>
                </a:cubicBezTo>
                <a:cubicBezTo>
                  <a:pt x="32" y="161"/>
                  <a:pt x="35" y="161"/>
                  <a:pt x="37" y="162"/>
                </a:cubicBezTo>
                <a:cubicBezTo>
                  <a:pt x="39" y="163"/>
                  <a:pt x="42" y="163"/>
                  <a:pt x="43" y="160"/>
                </a:cubicBezTo>
                <a:cubicBezTo>
                  <a:pt x="44" y="158"/>
                  <a:pt x="44" y="156"/>
                  <a:pt x="42" y="154"/>
                </a:cubicBezTo>
                <a:cubicBezTo>
                  <a:pt x="39" y="153"/>
                  <a:pt x="39" y="150"/>
                  <a:pt x="40" y="148"/>
                </a:cubicBezTo>
                <a:cubicBezTo>
                  <a:pt x="41" y="146"/>
                  <a:pt x="44" y="146"/>
                  <a:pt x="46" y="147"/>
                </a:cubicBezTo>
                <a:cubicBezTo>
                  <a:pt x="48" y="148"/>
                  <a:pt x="49" y="151"/>
                  <a:pt x="48" y="153"/>
                </a:cubicBezTo>
                <a:cubicBezTo>
                  <a:pt x="47" y="155"/>
                  <a:pt x="44" y="156"/>
                  <a:pt x="42" y="154"/>
                </a:cubicBezTo>
                <a:cubicBezTo>
                  <a:pt x="39" y="153"/>
                  <a:pt x="37" y="154"/>
                  <a:pt x="35" y="156"/>
                </a:cubicBezTo>
                <a:cubicBezTo>
                  <a:pt x="34" y="158"/>
                  <a:pt x="35" y="161"/>
                  <a:pt x="37" y="162"/>
                </a:cubicBezTo>
                <a:close/>
                <a:moveTo>
                  <a:pt x="131" y="38"/>
                </a:moveTo>
                <a:cubicBezTo>
                  <a:pt x="134" y="39"/>
                  <a:pt x="134" y="42"/>
                  <a:pt x="133" y="44"/>
                </a:cubicBezTo>
                <a:cubicBezTo>
                  <a:pt x="132" y="46"/>
                  <a:pt x="129" y="47"/>
                  <a:pt x="127" y="46"/>
                </a:cubicBezTo>
                <a:cubicBezTo>
                  <a:pt x="125" y="45"/>
                  <a:pt x="122" y="45"/>
                  <a:pt x="121" y="48"/>
                </a:cubicBezTo>
                <a:cubicBezTo>
                  <a:pt x="120" y="50"/>
                  <a:pt x="121" y="52"/>
                  <a:pt x="123" y="54"/>
                </a:cubicBezTo>
                <a:cubicBezTo>
                  <a:pt x="125" y="55"/>
                  <a:pt x="126" y="58"/>
                  <a:pt x="124" y="60"/>
                </a:cubicBezTo>
                <a:cubicBezTo>
                  <a:pt x="123" y="62"/>
                  <a:pt x="121" y="62"/>
                  <a:pt x="118" y="61"/>
                </a:cubicBezTo>
                <a:cubicBezTo>
                  <a:pt x="116" y="60"/>
                  <a:pt x="116" y="57"/>
                  <a:pt x="117" y="55"/>
                </a:cubicBezTo>
                <a:cubicBezTo>
                  <a:pt x="118" y="53"/>
                  <a:pt x="121" y="52"/>
                  <a:pt x="123" y="54"/>
                </a:cubicBezTo>
                <a:cubicBezTo>
                  <a:pt x="125" y="55"/>
                  <a:pt x="128" y="54"/>
                  <a:pt x="129" y="52"/>
                </a:cubicBezTo>
                <a:cubicBezTo>
                  <a:pt x="130" y="50"/>
                  <a:pt x="129" y="47"/>
                  <a:pt x="127" y="46"/>
                </a:cubicBezTo>
                <a:cubicBezTo>
                  <a:pt x="125" y="45"/>
                  <a:pt x="124" y="42"/>
                  <a:pt x="125" y="40"/>
                </a:cubicBezTo>
                <a:cubicBezTo>
                  <a:pt x="127" y="38"/>
                  <a:pt x="129" y="37"/>
                  <a:pt x="131" y="38"/>
                </a:cubicBezTo>
                <a:close/>
                <a:moveTo>
                  <a:pt x="122" y="33"/>
                </a:moveTo>
                <a:cubicBezTo>
                  <a:pt x="124" y="34"/>
                  <a:pt x="125" y="37"/>
                  <a:pt x="124" y="39"/>
                </a:cubicBezTo>
                <a:cubicBezTo>
                  <a:pt x="123" y="41"/>
                  <a:pt x="120" y="42"/>
                  <a:pt x="118" y="41"/>
                </a:cubicBezTo>
                <a:cubicBezTo>
                  <a:pt x="116" y="39"/>
                  <a:pt x="113" y="40"/>
                  <a:pt x="112" y="42"/>
                </a:cubicBezTo>
                <a:cubicBezTo>
                  <a:pt x="110" y="44"/>
                  <a:pt x="111" y="47"/>
                  <a:pt x="113" y="48"/>
                </a:cubicBezTo>
                <a:cubicBezTo>
                  <a:pt x="116" y="49"/>
                  <a:pt x="116" y="52"/>
                  <a:pt x="115" y="54"/>
                </a:cubicBezTo>
                <a:cubicBezTo>
                  <a:pt x="114" y="56"/>
                  <a:pt x="111" y="57"/>
                  <a:pt x="109" y="56"/>
                </a:cubicBezTo>
                <a:cubicBezTo>
                  <a:pt x="107" y="55"/>
                  <a:pt x="106" y="52"/>
                  <a:pt x="107" y="50"/>
                </a:cubicBezTo>
                <a:cubicBezTo>
                  <a:pt x="108" y="48"/>
                  <a:pt x="111" y="47"/>
                  <a:pt x="113" y="48"/>
                </a:cubicBezTo>
                <a:cubicBezTo>
                  <a:pt x="116" y="49"/>
                  <a:pt x="118" y="49"/>
                  <a:pt x="119" y="47"/>
                </a:cubicBezTo>
                <a:cubicBezTo>
                  <a:pt x="121" y="44"/>
                  <a:pt x="120" y="42"/>
                  <a:pt x="118" y="41"/>
                </a:cubicBezTo>
                <a:cubicBezTo>
                  <a:pt x="116" y="39"/>
                  <a:pt x="115" y="37"/>
                  <a:pt x="116" y="35"/>
                </a:cubicBezTo>
                <a:cubicBezTo>
                  <a:pt x="117" y="32"/>
                  <a:pt x="120" y="32"/>
                  <a:pt x="122" y="33"/>
                </a:cubicBezTo>
                <a:close/>
                <a:moveTo>
                  <a:pt x="113" y="28"/>
                </a:moveTo>
                <a:cubicBezTo>
                  <a:pt x="115" y="29"/>
                  <a:pt x="116" y="31"/>
                  <a:pt x="114" y="33"/>
                </a:cubicBezTo>
                <a:cubicBezTo>
                  <a:pt x="113" y="35"/>
                  <a:pt x="110" y="36"/>
                  <a:pt x="108" y="35"/>
                </a:cubicBezTo>
                <a:cubicBezTo>
                  <a:pt x="106" y="34"/>
                  <a:pt x="103" y="35"/>
                  <a:pt x="102" y="37"/>
                </a:cubicBezTo>
                <a:cubicBezTo>
                  <a:pt x="101" y="39"/>
                  <a:pt x="102" y="42"/>
                  <a:pt x="104" y="43"/>
                </a:cubicBezTo>
                <a:cubicBezTo>
                  <a:pt x="106" y="44"/>
                  <a:pt x="107" y="47"/>
                  <a:pt x="106" y="49"/>
                </a:cubicBezTo>
                <a:cubicBezTo>
                  <a:pt x="104" y="51"/>
                  <a:pt x="102" y="52"/>
                  <a:pt x="99" y="51"/>
                </a:cubicBezTo>
                <a:cubicBezTo>
                  <a:pt x="97" y="49"/>
                  <a:pt x="97" y="47"/>
                  <a:pt x="98" y="44"/>
                </a:cubicBezTo>
                <a:cubicBezTo>
                  <a:pt x="99" y="42"/>
                  <a:pt x="102" y="42"/>
                  <a:pt x="104" y="43"/>
                </a:cubicBezTo>
                <a:cubicBezTo>
                  <a:pt x="106" y="44"/>
                  <a:pt x="109" y="43"/>
                  <a:pt x="110" y="41"/>
                </a:cubicBezTo>
                <a:cubicBezTo>
                  <a:pt x="111" y="39"/>
                  <a:pt x="110" y="36"/>
                  <a:pt x="108" y="35"/>
                </a:cubicBezTo>
                <a:cubicBezTo>
                  <a:pt x="106" y="34"/>
                  <a:pt x="105" y="31"/>
                  <a:pt x="107" y="29"/>
                </a:cubicBezTo>
                <a:cubicBezTo>
                  <a:pt x="108" y="27"/>
                  <a:pt x="110" y="26"/>
                  <a:pt x="113" y="28"/>
                </a:cubicBezTo>
                <a:close/>
                <a:moveTo>
                  <a:pt x="103" y="22"/>
                </a:moveTo>
                <a:cubicBezTo>
                  <a:pt x="105" y="23"/>
                  <a:pt x="106" y="26"/>
                  <a:pt x="105" y="28"/>
                </a:cubicBezTo>
                <a:cubicBezTo>
                  <a:pt x="104" y="30"/>
                  <a:pt x="101" y="31"/>
                  <a:pt x="99" y="30"/>
                </a:cubicBezTo>
                <a:cubicBezTo>
                  <a:pt x="97" y="28"/>
                  <a:pt x="94" y="29"/>
                  <a:pt x="93" y="31"/>
                </a:cubicBezTo>
                <a:cubicBezTo>
                  <a:pt x="91" y="33"/>
                  <a:pt x="92" y="36"/>
                  <a:pt x="94" y="37"/>
                </a:cubicBezTo>
                <a:cubicBezTo>
                  <a:pt x="97" y="39"/>
                  <a:pt x="97" y="41"/>
                  <a:pt x="96" y="43"/>
                </a:cubicBezTo>
                <a:cubicBezTo>
                  <a:pt x="95" y="45"/>
                  <a:pt x="92" y="46"/>
                  <a:pt x="90" y="45"/>
                </a:cubicBezTo>
                <a:cubicBezTo>
                  <a:pt x="88" y="44"/>
                  <a:pt x="87" y="41"/>
                  <a:pt x="88" y="39"/>
                </a:cubicBezTo>
                <a:cubicBezTo>
                  <a:pt x="90" y="37"/>
                  <a:pt x="92" y="36"/>
                  <a:pt x="94" y="37"/>
                </a:cubicBezTo>
                <a:cubicBezTo>
                  <a:pt x="97" y="39"/>
                  <a:pt x="99" y="38"/>
                  <a:pt x="100" y="36"/>
                </a:cubicBezTo>
                <a:cubicBezTo>
                  <a:pt x="102" y="34"/>
                  <a:pt x="101" y="31"/>
                  <a:pt x="99" y="30"/>
                </a:cubicBezTo>
                <a:cubicBezTo>
                  <a:pt x="97" y="28"/>
                  <a:pt x="96" y="26"/>
                  <a:pt x="97" y="24"/>
                </a:cubicBezTo>
                <a:cubicBezTo>
                  <a:pt x="98" y="22"/>
                  <a:pt x="101" y="21"/>
                  <a:pt x="103" y="22"/>
                </a:cubicBezTo>
                <a:close/>
                <a:moveTo>
                  <a:pt x="146" y="40"/>
                </a:moveTo>
                <a:cubicBezTo>
                  <a:pt x="151" y="32"/>
                  <a:pt x="148" y="23"/>
                  <a:pt x="140" y="18"/>
                </a:cubicBezTo>
                <a:cubicBezTo>
                  <a:pt x="114" y="4"/>
                  <a:pt x="114" y="4"/>
                  <a:pt x="114" y="4"/>
                </a:cubicBezTo>
                <a:cubicBezTo>
                  <a:pt x="106" y="0"/>
                  <a:pt x="97" y="3"/>
                  <a:pt x="92" y="11"/>
                </a:cubicBezTo>
                <a:cubicBezTo>
                  <a:pt x="61" y="69"/>
                  <a:pt x="61" y="69"/>
                  <a:pt x="61" y="69"/>
                </a:cubicBezTo>
                <a:cubicBezTo>
                  <a:pt x="115" y="98"/>
                  <a:pt x="115" y="98"/>
                  <a:pt x="115" y="98"/>
                </a:cubicBezTo>
                <a:lnTo>
                  <a:pt x="146" y="40"/>
                </a:lnTo>
                <a:close/>
                <a:moveTo>
                  <a:pt x="4" y="171"/>
                </a:moveTo>
                <a:cubicBezTo>
                  <a:pt x="0" y="179"/>
                  <a:pt x="3" y="189"/>
                  <a:pt x="10" y="193"/>
                </a:cubicBezTo>
                <a:cubicBezTo>
                  <a:pt x="36" y="207"/>
                  <a:pt x="36" y="207"/>
                  <a:pt x="36" y="207"/>
                </a:cubicBezTo>
                <a:cubicBezTo>
                  <a:pt x="44" y="211"/>
                  <a:pt x="54" y="209"/>
                  <a:pt x="58" y="201"/>
                </a:cubicBezTo>
                <a:cubicBezTo>
                  <a:pt x="90" y="143"/>
                  <a:pt x="90" y="143"/>
                  <a:pt x="90" y="143"/>
                </a:cubicBezTo>
                <a:cubicBezTo>
                  <a:pt x="35" y="113"/>
                  <a:pt x="35" y="113"/>
                  <a:pt x="35" y="113"/>
                </a:cubicBezTo>
                <a:lnTo>
                  <a:pt x="4" y="17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3"/>
          <p:cNvSpPr>
            <a:spLocks noEditPoints="1"/>
          </p:cNvSpPr>
          <p:nvPr/>
        </p:nvSpPr>
        <p:spPr bwMode="auto">
          <a:xfrm>
            <a:off x="4758100" y="4434877"/>
            <a:ext cx="591326" cy="405874"/>
          </a:xfrm>
          <a:custGeom>
            <a:avLst/>
            <a:gdLst>
              <a:gd name="T0" fmla="*/ 227 w 236"/>
              <a:gd name="T1" fmla="*/ 30 h 162"/>
              <a:gd name="T2" fmla="*/ 179 w 236"/>
              <a:gd name="T3" fmla="*/ 9 h 162"/>
              <a:gd name="T4" fmla="*/ 66 w 236"/>
              <a:gd name="T5" fmla="*/ 0 h 162"/>
              <a:gd name="T6" fmla="*/ 57 w 236"/>
              <a:gd name="T7" fmla="*/ 30 h 162"/>
              <a:gd name="T8" fmla="*/ 0 w 236"/>
              <a:gd name="T9" fmla="*/ 38 h 162"/>
              <a:gd name="T10" fmla="*/ 62 w 236"/>
              <a:gd name="T11" fmla="*/ 91 h 162"/>
              <a:gd name="T12" fmla="*/ 66 w 236"/>
              <a:gd name="T13" fmla="*/ 84 h 162"/>
              <a:gd name="T14" fmla="*/ 101 w 236"/>
              <a:gd name="T15" fmla="*/ 81 h 162"/>
              <a:gd name="T16" fmla="*/ 105 w 236"/>
              <a:gd name="T17" fmla="*/ 48 h 162"/>
              <a:gd name="T18" fmla="*/ 135 w 236"/>
              <a:gd name="T19" fmla="*/ 51 h 162"/>
              <a:gd name="T20" fmla="*/ 138 w 236"/>
              <a:gd name="T21" fmla="*/ 84 h 162"/>
              <a:gd name="T22" fmla="*/ 174 w 236"/>
              <a:gd name="T23" fmla="*/ 87 h 162"/>
              <a:gd name="T24" fmla="*/ 236 w 236"/>
              <a:gd name="T25" fmla="*/ 91 h 162"/>
              <a:gd name="T26" fmla="*/ 236 w 236"/>
              <a:gd name="T27" fmla="*/ 154 h 162"/>
              <a:gd name="T28" fmla="*/ 236 w 236"/>
              <a:gd name="T29" fmla="*/ 100 h 162"/>
              <a:gd name="T30" fmla="*/ 174 w 236"/>
              <a:gd name="T31" fmla="*/ 101 h 162"/>
              <a:gd name="T32" fmla="*/ 170 w 236"/>
              <a:gd name="T33" fmla="*/ 116 h 162"/>
              <a:gd name="T34" fmla="*/ 135 w 236"/>
              <a:gd name="T35" fmla="*/ 119 h 162"/>
              <a:gd name="T36" fmla="*/ 131 w 236"/>
              <a:gd name="T37" fmla="*/ 152 h 162"/>
              <a:gd name="T38" fmla="*/ 101 w 236"/>
              <a:gd name="T39" fmla="*/ 148 h 162"/>
              <a:gd name="T40" fmla="*/ 97 w 236"/>
              <a:gd name="T41" fmla="*/ 116 h 162"/>
              <a:gd name="T42" fmla="*/ 62 w 236"/>
              <a:gd name="T43" fmla="*/ 112 h 162"/>
              <a:gd name="T44" fmla="*/ 0 w 236"/>
              <a:gd name="T45" fmla="*/ 101 h 162"/>
              <a:gd name="T46" fmla="*/ 9 w 236"/>
              <a:gd name="T47" fmla="*/ 162 h 162"/>
              <a:gd name="T48" fmla="*/ 236 w 236"/>
              <a:gd name="T49" fmla="*/ 154 h 162"/>
              <a:gd name="T50" fmla="*/ 62 w 236"/>
              <a:gd name="T51" fmla="*/ 91 h 162"/>
              <a:gd name="T52" fmla="*/ 0 w 236"/>
              <a:gd name="T53" fmla="*/ 98 h 162"/>
              <a:gd name="T54" fmla="*/ 236 w 236"/>
              <a:gd name="T55" fmla="*/ 100 h 162"/>
              <a:gd name="T56" fmla="*/ 174 w 236"/>
              <a:gd name="T57" fmla="*/ 91 h 162"/>
              <a:gd name="T58" fmla="*/ 236 w 236"/>
              <a:gd name="T59" fmla="*/ 98 h 162"/>
              <a:gd name="T60" fmla="*/ 162 w 236"/>
              <a:gd name="T61" fmla="*/ 30 h 162"/>
              <a:gd name="T62" fmla="*/ 74 w 236"/>
              <a:gd name="T63" fmla="*/ 17 h 162"/>
              <a:gd name="T64" fmla="*/ 162 w 236"/>
              <a:gd name="T65" fmla="*/ 3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36" h="162">
                <a:moveTo>
                  <a:pt x="236" y="38"/>
                </a:moveTo>
                <a:cubicBezTo>
                  <a:pt x="236" y="33"/>
                  <a:pt x="232" y="30"/>
                  <a:pt x="227" y="30"/>
                </a:cubicBezTo>
                <a:cubicBezTo>
                  <a:pt x="179" y="30"/>
                  <a:pt x="179" y="30"/>
                  <a:pt x="179" y="30"/>
                </a:cubicBezTo>
                <a:cubicBezTo>
                  <a:pt x="179" y="9"/>
                  <a:pt x="179" y="9"/>
                  <a:pt x="179" y="9"/>
                </a:cubicBezTo>
                <a:cubicBezTo>
                  <a:pt x="179" y="4"/>
                  <a:pt x="175" y="0"/>
                  <a:pt x="171" y="0"/>
                </a:cubicBezTo>
                <a:cubicBezTo>
                  <a:pt x="66" y="0"/>
                  <a:pt x="66" y="0"/>
                  <a:pt x="66" y="0"/>
                </a:cubicBezTo>
                <a:cubicBezTo>
                  <a:pt x="61" y="0"/>
                  <a:pt x="57" y="4"/>
                  <a:pt x="57" y="9"/>
                </a:cubicBezTo>
                <a:cubicBezTo>
                  <a:pt x="57" y="30"/>
                  <a:pt x="57" y="30"/>
                  <a:pt x="57" y="30"/>
                </a:cubicBezTo>
                <a:cubicBezTo>
                  <a:pt x="9" y="30"/>
                  <a:pt x="9" y="30"/>
                  <a:pt x="9" y="30"/>
                </a:cubicBezTo>
                <a:cubicBezTo>
                  <a:pt x="4" y="30"/>
                  <a:pt x="0" y="33"/>
                  <a:pt x="0" y="38"/>
                </a:cubicBezTo>
                <a:cubicBezTo>
                  <a:pt x="0" y="91"/>
                  <a:pt x="0" y="91"/>
                  <a:pt x="0" y="91"/>
                </a:cubicBezTo>
                <a:cubicBezTo>
                  <a:pt x="62" y="91"/>
                  <a:pt x="62" y="91"/>
                  <a:pt x="62" y="91"/>
                </a:cubicBezTo>
                <a:cubicBezTo>
                  <a:pt x="62" y="87"/>
                  <a:pt x="62" y="87"/>
                  <a:pt x="62" y="87"/>
                </a:cubicBezTo>
                <a:cubicBezTo>
                  <a:pt x="62" y="86"/>
                  <a:pt x="64" y="84"/>
                  <a:pt x="66" y="84"/>
                </a:cubicBezTo>
                <a:cubicBezTo>
                  <a:pt x="97" y="84"/>
                  <a:pt x="97" y="84"/>
                  <a:pt x="97" y="84"/>
                </a:cubicBezTo>
                <a:cubicBezTo>
                  <a:pt x="99" y="84"/>
                  <a:pt x="101" y="83"/>
                  <a:pt x="101" y="81"/>
                </a:cubicBezTo>
                <a:cubicBezTo>
                  <a:pt x="101" y="51"/>
                  <a:pt x="101" y="51"/>
                  <a:pt x="101" y="51"/>
                </a:cubicBezTo>
                <a:cubicBezTo>
                  <a:pt x="101" y="49"/>
                  <a:pt x="103" y="48"/>
                  <a:pt x="105" y="48"/>
                </a:cubicBezTo>
                <a:cubicBezTo>
                  <a:pt x="131" y="48"/>
                  <a:pt x="131" y="48"/>
                  <a:pt x="131" y="48"/>
                </a:cubicBezTo>
                <a:cubicBezTo>
                  <a:pt x="133" y="48"/>
                  <a:pt x="135" y="49"/>
                  <a:pt x="135" y="51"/>
                </a:cubicBezTo>
                <a:cubicBezTo>
                  <a:pt x="135" y="81"/>
                  <a:pt x="135" y="81"/>
                  <a:pt x="135" y="81"/>
                </a:cubicBezTo>
                <a:cubicBezTo>
                  <a:pt x="135" y="83"/>
                  <a:pt x="137" y="84"/>
                  <a:pt x="138" y="84"/>
                </a:cubicBezTo>
                <a:cubicBezTo>
                  <a:pt x="170" y="84"/>
                  <a:pt x="170" y="84"/>
                  <a:pt x="170" y="84"/>
                </a:cubicBezTo>
                <a:cubicBezTo>
                  <a:pt x="172" y="84"/>
                  <a:pt x="174" y="86"/>
                  <a:pt x="174" y="87"/>
                </a:cubicBezTo>
                <a:cubicBezTo>
                  <a:pt x="174" y="91"/>
                  <a:pt x="174" y="91"/>
                  <a:pt x="174" y="91"/>
                </a:cubicBezTo>
                <a:cubicBezTo>
                  <a:pt x="236" y="91"/>
                  <a:pt x="236" y="91"/>
                  <a:pt x="236" y="91"/>
                </a:cubicBezTo>
                <a:lnTo>
                  <a:pt x="236" y="38"/>
                </a:lnTo>
                <a:close/>
                <a:moveTo>
                  <a:pt x="236" y="154"/>
                </a:moveTo>
                <a:cubicBezTo>
                  <a:pt x="236" y="100"/>
                  <a:pt x="236" y="100"/>
                  <a:pt x="236" y="100"/>
                </a:cubicBezTo>
                <a:cubicBezTo>
                  <a:pt x="236" y="100"/>
                  <a:pt x="236" y="100"/>
                  <a:pt x="236" y="100"/>
                </a:cubicBezTo>
                <a:cubicBezTo>
                  <a:pt x="236" y="101"/>
                  <a:pt x="236" y="101"/>
                  <a:pt x="236" y="101"/>
                </a:cubicBezTo>
                <a:cubicBezTo>
                  <a:pt x="174" y="101"/>
                  <a:pt x="174" y="101"/>
                  <a:pt x="174" y="101"/>
                </a:cubicBezTo>
                <a:cubicBezTo>
                  <a:pt x="174" y="112"/>
                  <a:pt x="174" y="112"/>
                  <a:pt x="174" y="112"/>
                </a:cubicBezTo>
                <a:cubicBezTo>
                  <a:pt x="174" y="114"/>
                  <a:pt x="172" y="116"/>
                  <a:pt x="170" y="116"/>
                </a:cubicBezTo>
                <a:cubicBezTo>
                  <a:pt x="138" y="116"/>
                  <a:pt x="138" y="116"/>
                  <a:pt x="138" y="116"/>
                </a:cubicBezTo>
                <a:cubicBezTo>
                  <a:pt x="137" y="116"/>
                  <a:pt x="135" y="117"/>
                  <a:pt x="135" y="119"/>
                </a:cubicBezTo>
                <a:cubicBezTo>
                  <a:pt x="135" y="148"/>
                  <a:pt x="135" y="148"/>
                  <a:pt x="135" y="148"/>
                </a:cubicBezTo>
                <a:cubicBezTo>
                  <a:pt x="135" y="150"/>
                  <a:pt x="133" y="152"/>
                  <a:pt x="131" y="152"/>
                </a:cubicBezTo>
                <a:cubicBezTo>
                  <a:pt x="105" y="152"/>
                  <a:pt x="105" y="152"/>
                  <a:pt x="105" y="152"/>
                </a:cubicBezTo>
                <a:cubicBezTo>
                  <a:pt x="103" y="152"/>
                  <a:pt x="101" y="150"/>
                  <a:pt x="101" y="148"/>
                </a:cubicBezTo>
                <a:cubicBezTo>
                  <a:pt x="101" y="119"/>
                  <a:pt x="101" y="119"/>
                  <a:pt x="101" y="119"/>
                </a:cubicBezTo>
                <a:cubicBezTo>
                  <a:pt x="101" y="117"/>
                  <a:pt x="99" y="116"/>
                  <a:pt x="97" y="116"/>
                </a:cubicBezTo>
                <a:cubicBezTo>
                  <a:pt x="66" y="116"/>
                  <a:pt x="66" y="116"/>
                  <a:pt x="66" y="116"/>
                </a:cubicBezTo>
                <a:cubicBezTo>
                  <a:pt x="64" y="116"/>
                  <a:pt x="62" y="114"/>
                  <a:pt x="62" y="112"/>
                </a:cubicBezTo>
                <a:cubicBezTo>
                  <a:pt x="62" y="101"/>
                  <a:pt x="62" y="101"/>
                  <a:pt x="62" y="101"/>
                </a:cubicBezTo>
                <a:cubicBezTo>
                  <a:pt x="0" y="101"/>
                  <a:pt x="0" y="101"/>
                  <a:pt x="0" y="101"/>
                </a:cubicBezTo>
                <a:cubicBezTo>
                  <a:pt x="0" y="154"/>
                  <a:pt x="0" y="154"/>
                  <a:pt x="0" y="154"/>
                </a:cubicBezTo>
                <a:cubicBezTo>
                  <a:pt x="0" y="159"/>
                  <a:pt x="4" y="162"/>
                  <a:pt x="9" y="162"/>
                </a:cubicBezTo>
                <a:cubicBezTo>
                  <a:pt x="227" y="162"/>
                  <a:pt x="227" y="162"/>
                  <a:pt x="227" y="162"/>
                </a:cubicBezTo>
                <a:cubicBezTo>
                  <a:pt x="232" y="162"/>
                  <a:pt x="236" y="159"/>
                  <a:pt x="236" y="154"/>
                </a:cubicBezTo>
                <a:close/>
                <a:moveTo>
                  <a:pt x="62" y="98"/>
                </a:moveTo>
                <a:cubicBezTo>
                  <a:pt x="62" y="91"/>
                  <a:pt x="62" y="91"/>
                  <a:pt x="62" y="91"/>
                </a:cubicBezTo>
                <a:cubicBezTo>
                  <a:pt x="0" y="91"/>
                  <a:pt x="0" y="91"/>
                  <a:pt x="0" y="91"/>
                </a:cubicBezTo>
                <a:cubicBezTo>
                  <a:pt x="0" y="98"/>
                  <a:pt x="0" y="98"/>
                  <a:pt x="0" y="98"/>
                </a:cubicBezTo>
                <a:lnTo>
                  <a:pt x="62" y="98"/>
                </a:lnTo>
                <a:close/>
                <a:moveTo>
                  <a:pt x="236" y="100"/>
                </a:moveTo>
                <a:cubicBezTo>
                  <a:pt x="236" y="91"/>
                  <a:pt x="236" y="91"/>
                  <a:pt x="236" y="91"/>
                </a:cubicBezTo>
                <a:cubicBezTo>
                  <a:pt x="174" y="91"/>
                  <a:pt x="174" y="91"/>
                  <a:pt x="174" y="91"/>
                </a:cubicBezTo>
                <a:cubicBezTo>
                  <a:pt x="174" y="98"/>
                  <a:pt x="174" y="98"/>
                  <a:pt x="174" y="98"/>
                </a:cubicBezTo>
                <a:cubicBezTo>
                  <a:pt x="236" y="98"/>
                  <a:pt x="236" y="98"/>
                  <a:pt x="236" y="98"/>
                </a:cubicBezTo>
                <a:cubicBezTo>
                  <a:pt x="236" y="100"/>
                  <a:pt x="236" y="100"/>
                  <a:pt x="236" y="100"/>
                </a:cubicBezTo>
                <a:close/>
                <a:moveTo>
                  <a:pt x="162" y="30"/>
                </a:moveTo>
                <a:cubicBezTo>
                  <a:pt x="74" y="30"/>
                  <a:pt x="74" y="30"/>
                  <a:pt x="74" y="30"/>
                </a:cubicBezTo>
                <a:cubicBezTo>
                  <a:pt x="74" y="17"/>
                  <a:pt x="74" y="17"/>
                  <a:pt x="74" y="17"/>
                </a:cubicBezTo>
                <a:cubicBezTo>
                  <a:pt x="162" y="17"/>
                  <a:pt x="162" y="17"/>
                  <a:pt x="162" y="17"/>
                </a:cubicBezTo>
                <a:cubicBezTo>
                  <a:pt x="162" y="30"/>
                  <a:pt x="162" y="30"/>
                  <a:pt x="162" y="3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24"/>
          <p:cNvSpPr>
            <a:spLocks noEditPoints="1"/>
          </p:cNvSpPr>
          <p:nvPr/>
        </p:nvSpPr>
        <p:spPr bwMode="auto">
          <a:xfrm>
            <a:off x="6929472" y="4422160"/>
            <a:ext cx="343350" cy="358186"/>
          </a:xfrm>
          <a:custGeom>
            <a:avLst/>
            <a:gdLst>
              <a:gd name="T0" fmla="*/ 324 w 324"/>
              <a:gd name="T1" fmla="*/ 260 h 338"/>
              <a:gd name="T2" fmla="*/ 319 w 324"/>
              <a:gd name="T3" fmla="*/ 255 h 338"/>
              <a:gd name="T4" fmla="*/ 305 w 324"/>
              <a:gd name="T5" fmla="*/ 267 h 338"/>
              <a:gd name="T6" fmla="*/ 116 w 324"/>
              <a:gd name="T7" fmla="*/ 66 h 338"/>
              <a:gd name="T8" fmla="*/ 116 w 324"/>
              <a:gd name="T9" fmla="*/ 66 h 338"/>
              <a:gd name="T10" fmla="*/ 52 w 324"/>
              <a:gd name="T11" fmla="*/ 54 h 338"/>
              <a:gd name="T12" fmla="*/ 2 w 324"/>
              <a:gd name="T13" fmla="*/ 0 h 338"/>
              <a:gd name="T14" fmla="*/ 2 w 324"/>
              <a:gd name="T15" fmla="*/ 0 h 338"/>
              <a:gd name="T16" fmla="*/ 0 w 324"/>
              <a:gd name="T17" fmla="*/ 7 h 338"/>
              <a:gd name="T18" fmla="*/ 47 w 324"/>
              <a:gd name="T19" fmla="*/ 59 h 338"/>
              <a:gd name="T20" fmla="*/ 50 w 324"/>
              <a:gd name="T21" fmla="*/ 121 h 338"/>
              <a:gd name="T22" fmla="*/ 239 w 324"/>
              <a:gd name="T23" fmla="*/ 322 h 338"/>
              <a:gd name="T24" fmla="*/ 225 w 324"/>
              <a:gd name="T25" fmla="*/ 331 h 338"/>
              <a:gd name="T26" fmla="*/ 229 w 324"/>
              <a:gd name="T27" fmla="*/ 338 h 338"/>
              <a:gd name="T28" fmla="*/ 310 w 324"/>
              <a:gd name="T29" fmla="*/ 272 h 338"/>
              <a:gd name="T30" fmla="*/ 324 w 324"/>
              <a:gd name="T31" fmla="*/ 260 h 338"/>
              <a:gd name="T32" fmla="*/ 142 w 324"/>
              <a:gd name="T33" fmla="*/ 106 h 338"/>
              <a:gd name="T34" fmla="*/ 116 w 324"/>
              <a:gd name="T35" fmla="*/ 128 h 338"/>
              <a:gd name="T36" fmla="*/ 121 w 324"/>
              <a:gd name="T37" fmla="*/ 135 h 338"/>
              <a:gd name="T38" fmla="*/ 149 w 324"/>
              <a:gd name="T39" fmla="*/ 111 h 338"/>
              <a:gd name="T40" fmla="*/ 158 w 324"/>
              <a:gd name="T41" fmla="*/ 123 h 338"/>
              <a:gd name="T42" fmla="*/ 142 w 324"/>
              <a:gd name="T43" fmla="*/ 135 h 338"/>
              <a:gd name="T44" fmla="*/ 147 w 324"/>
              <a:gd name="T45" fmla="*/ 139 h 338"/>
              <a:gd name="T46" fmla="*/ 163 w 324"/>
              <a:gd name="T47" fmla="*/ 128 h 338"/>
              <a:gd name="T48" fmla="*/ 173 w 324"/>
              <a:gd name="T49" fmla="*/ 137 h 338"/>
              <a:gd name="T50" fmla="*/ 156 w 324"/>
              <a:gd name="T51" fmla="*/ 151 h 338"/>
              <a:gd name="T52" fmla="*/ 163 w 324"/>
              <a:gd name="T53" fmla="*/ 156 h 338"/>
              <a:gd name="T54" fmla="*/ 177 w 324"/>
              <a:gd name="T55" fmla="*/ 144 h 338"/>
              <a:gd name="T56" fmla="*/ 187 w 324"/>
              <a:gd name="T57" fmla="*/ 154 h 338"/>
              <a:gd name="T58" fmla="*/ 158 w 324"/>
              <a:gd name="T59" fmla="*/ 175 h 338"/>
              <a:gd name="T60" fmla="*/ 166 w 324"/>
              <a:gd name="T61" fmla="*/ 182 h 338"/>
              <a:gd name="T62" fmla="*/ 192 w 324"/>
              <a:gd name="T63" fmla="*/ 158 h 338"/>
              <a:gd name="T64" fmla="*/ 201 w 324"/>
              <a:gd name="T65" fmla="*/ 168 h 338"/>
              <a:gd name="T66" fmla="*/ 187 w 324"/>
              <a:gd name="T67" fmla="*/ 182 h 338"/>
              <a:gd name="T68" fmla="*/ 192 w 324"/>
              <a:gd name="T69" fmla="*/ 187 h 338"/>
              <a:gd name="T70" fmla="*/ 206 w 324"/>
              <a:gd name="T71" fmla="*/ 173 h 338"/>
              <a:gd name="T72" fmla="*/ 218 w 324"/>
              <a:gd name="T73" fmla="*/ 184 h 338"/>
              <a:gd name="T74" fmla="*/ 201 w 324"/>
              <a:gd name="T75" fmla="*/ 196 h 338"/>
              <a:gd name="T76" fmla="*/ 206 w 324"/>
              <a:gd name="T77" fmla="*/ 203 h 338"/>
              <a:gd name="T78" fmla="*/ 222 w 324"/>
              <a:gd name="T79" fmla="*/ 189 h 338"/>
              <a:gd name="T80" fmla="*/ 234 w 324"/>
              <a:gd name="T81" fmla="*/ 203 h 338"/>
              <a:gd name="T82" fmla="*/ 206 w 324"/>
              <a:gd name="T83" fmla="*/ 225 h 338"/>
              <a:gd name="T84" fmla="*/ 211 w 324"/>
              <a:gd name="T85" fmla="*/ 232 h 338"/>
              <a:gd name="T86" fmla="*/ 239 w 324"/>
              <a:gd name="T87" fmla="*/ 208 h 338"/>
              <a:gd name="T88" fmla="*/ 246 w 324"/>
              <a:gd name="T89" fmla="*/ 215 h 338"/>
              <a:gd name="T90" fmla="*/ 232 w 324"/>
              <a:gd name="T91" fmla="*/ 227 h 338"/>
              <a:gd name="T92" fmla="*/ 237 w 324"/>
              <a:gd name="T93" fmla="*/ 232 h 338"/>
              <a:gd name="T94" fmla="*/ 251 w 324"/>
              <a:gd name="T95" fmla="*/ 220 h 338"/>
              <a:gd name="T96" fmla="*/ 260 w 324"/>
              <a:gd name="T97" fmla="*/ 232 h 338"/>
              <a:gd name="T98" fmla="*/ 248 w 324"/>
              <a:gd name="T99" fmla="*/ 244 h 338"/>
              <a:gd name="T100" fmla="*/ 251 w 324"/>
              <a:gd name="T101" fmla="*/ 248 h 338"/>
              <a:gd name="T102" fmla="*/ 267 w 324"/>
              <a:gd name="T103" fmla="*/ 236 h 338"/>
              <a:gd name="T104" fmla="*/ 300 w 324"/>
              <a:gd name="T105" fmla="*/ 272 h 338"/>
              <a:gd name="T106" fmla="*/ 244 w 324"/>
              <a:gd name="T107" fmla="*/ 317 h 338"/>
              <a:gd name="T108" fmla="*/ 57 w 324"/>
              <a:gd name="T109" fmla="*/ 118 h 338"/>
              <a:gd name="T110" fmla="*/ 54 w 324"/>
              <a:gd name="T111" fmla="*/ 64 h 338"/>
              <a:gd name="T112" fmla="*/ 111 w 324"/>
              <a:gd name="T113" fmla="*/ 73 h 338"/>
              <a:gd name="T114" fmla="*/ 142 w 324"/>
              <a:gd name="T115" fmla="*/ 106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24" h="338">
                <a:moveTo>
                  <a:pt x="324" y="260"/>
                </a:moveTo>
                <a:lnTo>
                  <a:pt x="319" y="255"/>
                </a:lnTo>
                <a:lnTo>
                  <a:pt x="305" y="267"/>
                </a:lnTo>
                <a:lnTo>
                  <a:pt x="116" y="66"/>
                </a:lnTo>
                <a:lnTo>
                  <a:pt x="116" y="66"/>
                </a:lnTo>
                <a:lnTo>
                  <a:pt x="52" y="54"/>
                </a:lnTo>
                <a:lnTo>
                  <a:pt x="2" y="0"/>
                </a:lnTo>
                <a:lnTo>
                  <a:pt x="2" y="0"/>
                </a:lnTo>
                <a:lnTo>
                  <a:pt x="0" y="7"/>
                </a:lnTo>
                <a:lnTo>
                  <a:pt x="47" y="59"/>
                </a:lnTo>
                <a:lnTo>
                  <a:pt x="50" y="121"/>
                </a:lnTo>
                <a:lnTo>
                  <a:pt x="239" y="322"/>
                </a:lnTo>
                <a:lnTo>
                  <a:pt x="225" y="331"/>
                </a:lnTo>
                <a:lnTo>
                  <a:pt x="229" y="338"/>
                </a:lnTo>
                <a:lnTo>
                  <a:pt x="310" y="272"/>
                </a:lnTo>
                <a:lnTo>
                  <a:pt x="324" y="260"/>
                </a:lnTo>
                <a:close/>
                <a:moveTo>
                  <a:pt x="142" y="106"/>
                </a:moveTo>
                <a:lnTo>
                  <a:pt x="116" y="128"/>
                </a:lnTo>
                <a:lnTo>
                  <a:pt x="121" y="135"/>
                </a:lnTo>
                <a:lnTo>
                  <a:pt x="149" y="111"/>
                </a:lnTo>
                <a:lnTo>
                  <a:pt x="158" y="123"/>
                </a:lnTo>
                <a:lnTo>
                  <a:pt x="142" y="135"/>
                </a:lnTo>
                <a:lnTo>
                  <a:pt x="147" y="139"/>
                </a:lnTo>
                <a:lnTo>
                  <a:pt x="163" y="128"/>
                </a:lnTo>
                <a:lnTo>
                  <a:pt x="173" y="137"/>
                </a:lnTo>
                <a:lnTo>
                  <a:pt x="156" y="151"/>
                </a:lnTo>
                <a:lnTo>
                  <a:pt x="163" y="156"/>
                </a:lnTo>
                <a:lnTo>
                  <a:pt x="177" y="144"/>
                </a:lnTo>
                <a:lnTo>
                  <a:pt x="187" y="154"/>
                </a:lnTo>
                <a:lnTo>
                  <a:pt x="158" y="175"/>
                </a:lnTo>
                <a:lnTo>
                  <a:pt x="166" y="182"/>
                </a:lnTo>
                <a:lnTo>
                  <a:pt x="192" y="158"/>
                </a:lnTo>
                <a:lnTo>
                  <a:pt x="201" y="168"/>
                </a:lnTo>
                <a:lnTo>
                  <a:pt x="187" y="182"/>
                </a:lnTo>
                <a:lnTo>
                  <a:pt x="192" y="187"/>
                </a:lnTo>
                <a:lnTo>
                  <a:pt x="206" y="173"/>
                </a:lnTo>
                <a:lnTo>
                  <a:pt x="218" y="184"/>
                </a:lnTo>
                <a:lnTo>
                  <a:pt x="201" y="196"/>
                </a:lnTo>
                <a:lnTo>
                  <a:pt x="206" y="203"/>
                </a:lnTo>
                <a:lnTo>
                  <a:pt x="222" y="189"/>
                </a:lnTo>
                <a:lnTo>
                  <a:pt x="234" y="203"/>
                </a:lnTo>
                <a:lnTo>
                  <a:pt x="206" y="225"/>
                </a:lnTo>
                <a:lnTo>
                  <a:pt x="211" y="232"/>
                </a:lnTo>
                <a:lnTo>
                  <a:pt x="239" y="208"/>
                </a:lnTo>
                <a:lnTo>
                  <a:pt x="246" y="215"/>
                </a:lnTo>
                <a:lnTo>
                  <a:pt x="232" y="227"/>
                </a:lnTo>
                <a:lnTo>
                  <a:pt x="237" y="232"/>
                </a:lnTo>
                <a:lnTo>
                  <a:pt x="251" y="220"/>
                </a:lnTo>
                <a:lnTo>
                  <a:pt x="260" y="232"/>
                </a:lnTo>
                <a:lnTo>
                  <a:pt x="248" y="244"/>
                </a:lnTo>
                <a:lnTo>
                  <a:pt x="251" y="248"/>
                </a:lnTo>
                <a:lnTo>
                  <a:pt x="267" y="236"/>
                </a:lnTo>
                <a:lnTo>
                  <a:pt x="300" y="272"/>
                </a:lnTo>
                <a:lnTo>
                  <a:pt x="244" y="317"/>
                </a:lnTo>
                <a:lnTo>
                  <a:pt x="57" y="118"/>
                </a:lnTo>
                <a:lnTo>
                  <a:pt x="54" y="64"/>
                </a:lnTo>
                <a:lnTo>
                  <a:pt x="111" y="73"/>
                </a:lnTo>
                <a:lnTo>
                  <a:pt x="142" y="10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25"/>
          <p:cNvSpPr>
            <a:spLocks/>
          </p:cNvSpPr>
          <p:nvPr/>
        </p:nvSpPr>
        <p:spPr bwMode="auto">
          <a:xfrm>
            <a:off x="6887083" y="4447593"/>
            <a:ext cx="42389" cy="66763"/>
          </a:xfrm>
          <a:custGeom>
            <a:avLst/>
            <a:gdLst>
              <a:gd name="T0" fmla="*/ 1 w 17"/>
              <a:gd name="T1" fmla="*/ 15 h 27"/>
              <a:gd name="T2" fmla="*/ 7 w 17"/>
              <a:gd name="T3" fmla="*/ 27 h 27"/>
              <a:gd name="T4" fmla="*/ 15 w 17"/>
              <a:gd name="T5" fmla="*/ 17 h 27"/>
              <a:gd name="T6" fmla="*/ 11 w 17"/>
              <a:gd name="T7" fmla="*/ 0 h 27"/>
              <a:gd name="T8" fmla="*/ 1 w 17"/>
              <a:gd name="T9" fmla="*/ 15 h 27"/>
            </a:gdLst>
            <a:ahLst/>
            <a:cxnLst>
              <a:cxn ang="0">
                <a:pos x="T0" y="T1"/>
              </a:cxn>
              <a:cxn ang="0">
                <a:pos x="T2" y="T3"/>
              </a:cxn>
              <a:cxn ang="0">
                <a:pos x="T4" y="T5"/>
              </a:cxn>
              <a:cxn ang="0">
                <a:pos x="T6" y="T7"/>
              </a:cxn>
              <a:cxn ang="0">
                <a:pos x="T8" y="T9"/>
              </a:cxn>
            </a:cxnLst>
            <a:rect l="0" t="0" r="r" b="b"/>
            <a:pathLst>
              <a:path w="17" h="27">
                <a:moveTo>
                  <a:pt x="1" y="15"/>
                </a:moveTo>
                <a:cubicBezTo>
                  <a:pt x="0" y="22"/>
                  <a:pt x="3" y="26"/>
                  <a:pt x="7" y="27"/>
                </a:cubicBezTo>
                <a:cubicBezTo>
                  <a:pt x="11" y="27"/>
                  <a:pt x="14" y="24"/>
                  <a:pt x="15" y="17"/>
                </a:cubicBezTo>
                <a:cubicBezTo>
                  <a:pt x="17" y="9"/>
                  <a:pt x="11" y="0"/>
                  <a:pt x="11" y="0"/>
                </a:cubicBezTo>
                <a:cubicBezTo>
                  <a:pt x="11" y="0"/>
                  <a:pt x="3" y="7"/>
                  <a:pt x="1"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26"/>
          <p:cNvSpPr>
            <a:spLocks/>
          </p:cNvSpPr>
          <p:nvPr/>
        </p:nvSpPr>
        <p:spPr bwMode="auto">
          <a:xfrm>
            <a:off x="7192283" y="4719942"/>
            <a:ext cx="148361" cy="133525"/>
          </a:xfrm>
          <a:custGeom>
            <a:avLst/>
            <a:gdLst>
              <a:gd name="T0" fmla="*/ 38 w 140"/>
              <a:gd name="T1" fmla="*/ 126 h 126"/>
              <a:gd name="T2" fmla="*/ 29 w 140"/>
              <a:gd name="T3" fmla="*/ 116 h 126"/>
              <a:gd name="T4" fmla="*/ 50 w 140"/>
              <a:gd name="T5" fmla="*/ 100 h 126"/>
              <a:gd name="T6" fmla="*/ 0 w 140"/>
              <a:gd name="T7" fmla="*/ 48 h 126"/>
              <a:gd name="T8" fmla="*/ 62 w 140"/>
              <a:gd name="T9" fmla="*/ 0 h 126"/>
              <a:gd name="T10" fmla="*/ 109 w 140"/>
              <a:gd name="T11" fmla="*/ 52 h 126"/>
              <a:gd name="T12" fmla="*/ 131 w 140"/>
              <a:gd name="T13" fmla="*/ 36 h 126"/>
              <a:gd name="T14" fmla="*/ 140 w 140"/>
              <a:gd name="T15" fmla="*/ 45 h 126"/>
              <a:gd name="T16" fmla="*/ 38 w 140"/>
              <a:gd name="T17"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0" h="126">
                <a:moveTo>
                  <a:pt x="38" y="126"/>
                </a:moveTo>
                <a:lnTo>
                  <a:pt x="29" y="116"/>
                </a:lnTo>
                <a:lnTo>
                  <a:pt x="50" y="100"/>
                </a:lnTo>
                <a:lnTo>
                  <a:pt x="0" y="48"/>
                </a:lnTo>
                <a:lnTo>
                  <a:pt x="62" y="0"/>
                </a:lnTo>
                <a:lnTo>
                  <a:pt x="109" y="52"/>
                </a:lnTo>
                <a:lnTo>
                  <a:pt x="131" y="36"/>
                </a:lnTo>
                <a:lnTo>
                  <a:pt x="140" y="45"/>
                </a:lnTo>
                <a:lnTo>
                  <a:pt x="38" y="1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27"/>
          <p:cNvSpPr>
            <a:spLocks noEditPoints="1"/>
          </p:cNvSpPr>
          <p:nvPr/>
        </p:nvSpPr>
        <p:spPr bwMode="auto">
          <a:xfrm>
            <a:off x="5618595" y="3060417"/>
            <a:ext cx="947392" cy="1035349"/>
          </a:xfrm>
          <a:custGeom>
            <a:avLst/>
            <a:gdLst>
              <a:gd name="T0" fmla="*/ 239 w 378"/>
              <a:gd name="T1" fmla="*/ 234 h 413"/>
              <a:gd name="T2" fmla="*/ 239 w 378"/>
              <a:gd name="T3" fmla="*/ 259 h 413"/>
              <a:gd name="T4" fmla="*/ 257 w 378"/>
              <a:gd name="T5" fmla="*/ 270 h 413"/>
              <a:gd name="T6" fmla="*/ 257 w 378"/>
              <a:gd name="T7" fmla="*/ 313 h 413"/>
              <a:gd name="T8" fmla="*/ 257 w 378"/>
              <a:gd name="T9" fmla="*/ 313 h 413"/>
              <a:gd name="T10" fmla="*/ 241 w 378"/>
              <a:gd name="T11" fmla="*/ 334 h 413"/>
              <a:gd name="T12" fmla="*/ 261 w 378"/>
              <a:gd name="T13" fmla="*/ 355 h 413"/>
              <a:gd name="T14" fmla="*/ 281 w 378"/>
              <a:gd name="T15" fmla="*/ 334 h 413"/>
              <a:gd name="T16" fmla="*/ 268 w 378"/>
              <a:gd name="T17" fmla="*/ 314 h 413"/>
              <a:gd name="T18" fmla="*/ 268 w 378"/>
              <a:gd name="T19" fmla="*/ 313 h 413"/>
              <a:gd name="T20" fmla="*/ 268 w 378"/>
              <a:gd name="T21" fmla="*/ 275 h 413"/>
              <a:gd name="T22" fmla="*/ 378 w 378"/>
              <a:gd name="T23" fmla="*/ 413 h 413"/>
              <a:gd name="T24" fmla="*/ 192 w 378"/>
              <a:gd name="T25" fmla="*/ 413 h 413"/>
              <a:gd name="T26" fmla="*/ 190 w 378"/>
              <a:gd name="T27" fmla="*/ 413 h 413"/>
              <a:gd name="T28" fmla="*/ 0 w 378"/>
              <a:gd name="T29" fmla="*/ 413 h 413"/>
              <a:gd name="T30" fmla="*/ 115 w 378"/>
              <a:gd name="T31" fmla="*/ 272 h 413"/>
              <a:gd name="T32" fmla="*/ 115 w 378"/>
              <a:gd name="T33" fmla="*/ 290 h 413"/>
              <a:gd name="T34" fmla="*/ 70 w 378"/>
              <a:gd name="T35" fmla="*/ 343 h 413"/>
              <a:gd name="T36" fmla="*/ 70 w 378"/>
              <a:gd name="T37" fmla="*/ 392 h 413"/>
              <a:gd name="T38" fmla="*/ 76 w 378"/>
              <a:gd name="T39" fmla="*/ 398 h 413"/>
              <a:gd name="T40" fmla="*/ 93 w 378"/>
              <a:gd name="T41" fmla="*/ 398 h 413"/>
              <a:gd name="T42" fmla="*/ 99 w 378"/>
              <a:gd name="T43" fmla="*/ 392 h 413"/>
              <a:gd name="T44" fmla="*/ 93 w 378"/>
              <a:gd name="T45" fmla="*/ 386 h 413"/>
              <a:gd name="T46" fmla="*/ 81 w 378"/>
              <a:gd name="T47" fmla="*/ 386 h 413"/>
              <a:gd name="T48" fmla="*/ 81 w 378"/>
              <a:gd name="T49" fmla="*/ 343 h 413"/>
              <a:gd name="T50" fmla="*/ 122 w 378"/>
              <a:gd name="T51" fmla="*/ 301 h 413"/>
              <a:gd name="T52" fmla="*/ 162 w 378"/>
              <a:gd name="T53" fmla="*/ 343 h 413"/>
              <a:gd name="T54" fmla="*/ 162 w 378"/>
              <a:gd name="T55" fmla="*/ 386 h 413"/>
              <a:gd name="T56" fmla="*/ 151 w 378"/>
              <a:gd name="T57" fmla="*/ 386 h 413"/>
              <a:gd name="T58" fmla="*/ 145 w 378"/>
              <a:gd name="T59" fmla="*/ 392 h 413"/>
              <a:gd name="T60" fmla="*/ 151 w 378"/>
              <a:gd name="T61" fmla="*/ 398 h 413"/>
              <a:gd name="T62" fmla="*/ 167 w 378"/>
              <a:gd name="T63" fmla="*/ 398 h 413"/>
              <a:gd name="T64" fmla="*/ 173 w 378"/>
              <a:gd name="T65" fmla="*/ 392 h 413"/>
              <a:gd name="T66" fmla="*/ 173 w 378"/>
              <a:gd name="T67" fmla="*/ 343 h 413"/>
              <a:gd name="T68" fmla="*/ 126 w 378"/>
              <a:gd name="T69" fmla="*/ 290 h 413"/>
              <a:gd name="T70" fmla="*/ 126 w 378"/>
              <a:gd name="T71" fmla="*/ 267 h 413"/>
              <a:gd name="T72" fmla="*/ 139 w 378"/>
              <a:gd name="T73" fmla="*/ 259 h 413"/>
              <a:gd name="T74" fmla="*/ 139 w 378"/>
              <a:gd name="T75" fmla="*/ 237 h 413"/>
              <a:gd name="T76" fmla="*/ 113 w 378"/>
              <a:gd name="T77" fmla="*/ 181 h 413"/>
              <a:gd name="T78" fmla="*/ 113 w 378"/>
              <a:gd name="T79" fmla="*/ 181 h 413"/>
              <a:gd name="T80" fmla="*/ 109 w 378"/>
              <a:gd name="T81" fmla="*/ 172 h 413"/>
              <a:gd name="T82" fmla="*/ 109 w 378"/>
              <a:gd name="T83" fmla="*/ 170 h 413"/>
              <a:gd name="T84" fmla="*/ 104 w 378"/>
              <a:gd name="T85" fmla="*/ 159 h 413"/>
              <a:gd name="T86" fmla="*/ 102 w 378"/>
              <a:gd name="T87" fmla="*/ 132 h 413"/>
              <a:gd name="T88" fmla="*/ 110 w 378"/>
              <a:gd name="T89" fmla="*/ 132 h 413"/>
              <a:gd name="T90" fmla="*/ 143 w 378"/>
              <a:gd name="T91" fmla="*/ 32 h 413"/>
              <a:gd name="T92" fmla="*/ 271 w 378"/>
              <a:gd name="T93" fmla="*/ 65 h 413"/>
              <a:gd name="T94" fmla="*/ 269 w 378"/>
              <a:gd name="T95" fmla="*/ 131 h 413"/>
              <a:gd name="T96" fmla="*/ 276 w 378"/>
              <a:gd name="T97" fmla="*/ 129 h 413"/>
              <a:gd name="T98" fmla="*/ 273 w 378"/>
              <a:gd name="T99" fmla="*/ 159 h 413"/>
              <a:gd name="T100" fmla="*/ 269 w 378"/>
              <a:gd name="T101" fmla="*/ 171 h 413"/>
              <a:gd name="T102" fmla="*/ 269 w 378"/>
              <a:gd name="T103" fmla="*/ 172 h 413"/>
              <a:gd name="T104" fmla="*/ 264 w 378"/>
              <a:gd name="T105" fmla="*/ 181 h 413"/>
              <a:gd name="T106" fmla="*/ 239 w 378"/>
              <a:gd name="T107" fmla="*/ 234 h 413"/>
              <a:gd name="T108" fmla="*/ 261 w 378"/>
              <a:gd name="T109" fmla="*/ 343 h 413"/>
              <a:gd name="T110" fmla="*/ 252 w 378"/>
              <a:gd name="T111" fmla="*/ 334 h 413"/>
              <a:gd name="T112" fmla="*/ 261 w 378"/>
              <a:gd name="T113" fmla="*/ 324 h 413"/>
              <a:gd name="T114" fmla="*/ 270 w 378"/>
              <a:gd name="T115" fmla="*/ 334 h 413"/>
              <a:gd name="T116" fmla="*/ 261 w 378"/>
              <a:gd name="T117" fmla="*/ 343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78" h="413">
                <a:moveTo>
                  <a:pt x="239" y="234"/>
                </a:moveTo>
                <a:cubicBezTo>
                  <a:pt x="239" y="259"/>
                  <a:pt x="239" y="259"/>
                  <a:pt x="239" y="259"/>
                </a:cubicBezTo>
                <a:cubicBezTo>
                  <a:pt x="245" y="263"/>
                  <a:pt x="251" y="267"/>
                  <a:pt x="257" y="270"/>
                </a:cubicBezTo>
                <a:cubicBezTo>
                  <a:pt x="257" y="313"/>
                  <a:pt x="257" y="313"/>
                  <a:pt x="257" y="313"/>
                </a:cubicBezTo>
                <a:cubicBezTo>
                  <a:pt x="257" y="313"/>
                  <a:pt x="257" y="313"/>
                  <a:pt x="257" y="313"/>
                </a:cubicBezTo>
                <a:cubicBezTo>
                  <a:pt x="248" y="315"/>
                  <a:pt x="241" y="324"/>
                  <a:pt x="241" y="334"/>
                </a:cubicBezTo>
                <a:cubicBezTo>
                  <a:pt x="241" y="345"/>
                  <a:pt x="250" y="355"/>
                  <a:pt x="261" y="355"/>
                </a:cubicBezTo>
                <a:cubicBezTo>
                  <a:pt x="272" y="355"/>
                  <a:pt x="281" y="345"/>
                  <a:pt x="281" y="334"/>
                </a:cubicBezTo>
                <a:cubicBezTo>
                  <a:pt x="281" y="325"/>
                  <a:pt x="276" y="317"/>
                  <a:pt x="268" y="314"/>
                </a:cubicBezTo>
                <a:cubicBezTo>
                  <a:pt x="268" y="314"/>
                  <a:pt x="268" y="313"/>
                  <a:pt x="268" y="313"/>
                </a:cubicBezTo>
                <a:cubicBezTo>
                  <a:pt x="268" y="275"/>
                  <a:pt x="268" y="275"/>
                  <a:pt x="268" y="275"/>
                </a:cubicBezTo>
                <a:cubicBezTo>
                  <a:pt x="341" y="311"/>
                  <a:pt x="378" y="301"/>
                  <a:pt x="378" y="413"/>
                </a:cubicBezTo>
                <a:cubicBezTo>
                  <a:pt x="192" y="413"/>
                  <a:pt x="192" y="413"/>
                  <a:pt x="192" y="413"/>
                </a:cubicBezTo>
                <a:cubicBezTo>
                  <a:pt x="190" y="413"/>
                  <a:pt x="190" y="413"/>
                  <a:pt x="190" y="413"/>
                </a:cubicBezTo>
                <a:cubicBezTo>
                  <a:pt x="0" y="413"/>
                  <a:pt x="0" y="413"/>
                  <a:pt x="0" y="413"/>
                </a:cubicBezTo>
                <a:cubicBezTo>
                  <a:pt x="0" y="294"/>
                  <a:pt x="38" y="310"/>
                  <a:pt x="115" y="272"/>
                </a:cubicBezTo>
                <a:cubicBezTo>
                  <a:pt x="115" y="290"/>
                  <a:pt x="115" y="290"/>
                  <a:pt x="115" y="290"/>
                </a:cubicBezTo>
                <a:cubicBezTo>
                  <a:pt x="90" y="294"/>
                  <a:pt x="70" y="316"/>
                  <a:pt x="70" y="343"/>
                </a:cubicBezTo>
                <a:cubicBezTo>
                  <a:pt x="70" y="392"/>
                  <a:pt x="70" y="392"/>
                  <a:pt x="70" y="392"/>
                </a:cubicBezTo>
                <a:cubicBezTo>
                  <a:pt x="70" y="395"/>
                  <a:pt x="73" y="398"/>
                  <a:pt x="76" y="398"/>
                </a:cubicBezTo>
                <a:cubicBezTo>
                  <a:pt x="93" y="398"/>
                  <a:pt x="93" y="398"/>
                  <a:pt x="93" y="398"/>
                </a:cubicBezTo>
                <a:cubicBezTo>
                  <a:pt x="96" y="398"/>
                  <a:pt x="99" y="395"/>
                  <a:pt x="99" y="392"/>
                </a:cubicBezTo>
                <a:cubicBezTo>
                  <a:pt x="99" y="389"/>
                  <a:pt x="96" y="386"/>
                  <a:pt x="93" y="386"/>
                </a:cubicBezTo>
                <a:cubicBezTo>
                  <a:pt x="81" y="386"/>
                  <a:pt x="81" y="386"/>
                  <a:pt x="81" y="386"/>
                </a:cubicBezTo>
                <a:cubicBezTo>
                  <a:pt x="81" y="343"/>
                  <a:pt x="81" y="343"/>
                  <a:pt x="81" y="343"/>
                </a:cubicBezTo>
                <a:cubicBezTo>
                  <a:pt x="81" y="320"/>
                  <a:pt x="99" y="301"/>
                  <a:pt x="122" y="301"/>
                </a:cubicBezTo>
                <a:cubicBezTo>
                  <a:pt x="144" y="301"/>
                  <a:pt x="162" y="320"/>
                  <a:pt x="162" y="343"/>
                </a:cubicBezTo>
                <a:cubicBezTo>
                  <a:pt x="162" y="386"/>
                  <a:pt x="162" y="386"/>
                  <a:pt x="162" y="386"/>
                </a:cubicBezTo>
                <a:cubicBezTo>
                  <a:pt x="151" y="386"/>
                  <a:pt x="151" y="386"/>
                  <a:pt x="151" y="386"/>
                </a:cubicBezTo>
                <a:cubicBezTo>
                  <a:pt x="148" y="386"/>
                  <a:pt x="145" y="389"/>
                  <a:pt x="145" y="392"/>
                </a:cubicBezTo>
                <a:cubicBezTo>
                  <a:pt x="145" y="395"/>
                  <a:pt x="148" y="398"/>
                  <a:pt x="151" y="398"/>
                </a:cubicBezTo>
                <a:cubicBezTo>
                  <a:pt x="167" y="398"/>
                  <a:pt x="167" y="398"/>
                  <a:pt x="167" y="398"/>
                </a:cubicBezTo>
                <a:cubicBezTo>
                  <a:pt x="170" y="398"/>
                  <a:pt x="173" y="395"/>
                  <a:pt x="173" y="392"/>
                </a:cubicBezTo>
                <a:cubicBezTo>
                  <a:pt x="173" y="343"/>
                  <a:pt x="173" y="343"/>
                  <a:pt x="173" y="343"/>
                </a:cubicBezTo>
                <a:cubicBezTo>
                  <a:pt x="173" y="315"/>
                  <a:pt x="152" y="292"/>
                  <a:pt x="126" y="290"/>
                </a:cubicBezTo>
                <a:cubicBezTo>
                  <a:pt x="126" y="267"/>
                  <a:pt x="126" y="267"/>
                  <a:pt x="126" y="267"/>
                </a:cubicBezTo>
                <a:cubicBezTo>
                  <a:pt x="130" y="265"/>
                  <a:pt x="134" y="262"/>
                  <a:pt x="139" y="259"/>
                </a:cubicBezTo>
                <a:cubicBezTo>
                  <a:pt x="139" y="237"/>
                  <a:pt x="139" y="237"/>
                  <a:pt x="139" y="237"/>
                </a:cubicBezTo>
                <a:cubicBezTo>
                  <a:pt x="123" y="225"/>
                  <a:pt x="119" y="203"/>
                  <a:pt x="113" y="181"/>
                </a:cubicBezTo>
                <a:cubicBezTo>
                  <a:pt x="113" y="181"/>
                  <a:pt x="113" y="181"/>
                  <a:pt x="113" y="181"/>
                </a:cubicBezTo>
                <a:cubicBezTo>
                  <a:pt x="111" y="181"/>
                  <a:pt x="109" y="177"/>
                  <a:pt x="109" y="172"/>
                </a:cubicBezTo>
                <a:cubicBezTo>
                  <a:pt x="109" y="171"/>
                  <a:pt x="109" y="170"/>
                  <a:pt x="109" y="170"/>
                </a:cubicBezTo>
                <a:cubicBezTo>
                  <a:pt x="107" y="167"/>
                  <a:pt x="106" y="164"/>
                  <a:pt x="104" y="159"/>
                </a:cubicBezTo>
                <a:cubicBezTo>
                  <a:pt x="103" y="152"/>
                  <a:pt x="97" y="138"/>
                  <a:pt x="102" y="132"/>
                </a:cubicBezTo>
                <a:cubicBezTo>
                  <a:pt x="106" y="127"/>
                  <a:pt x="110" y="132"/>
                  <a:pt x="110" y="132"/>
                </a:cubicBezTo>
                <a:cubicBezTo>
                  <a:pt x="103" y="95"/>
                  <a:pt x="94" y="46"/>
                  <a:pt x="143" y="32"/>
                </a:cubicBezTo>
                <a:cubicBezTo>
                  <a:pt x="143" y="0"/>
                  <a:pt x="257" y="14"/>
                  <a:pt x="271" y="65"/>
                </a:cubicBezTo>
                <a:cubicBezTo>
                  <a:pt x="277" y="85"/>
                  <a:pt x="269" y="131"/>
                  <a:pt x="269" y="131"/>
                </a:cubicBezTo>
                <a:cubicBezTo>
                  <a:pt x="271" y="128"/>
                  <a:pt x="273" y="127"/>
                  <a:pt x="276" y="129"/>
                </a:cubicBezTo>
                <a:cubicBezTo>
                  <a:pt x="282" y="134"/>
                  <a:pt x="275" y="153"/>
                  <a:pt x="273" y="159"/>
                </a:cubicBezTo>
                <a:cubicBezTo>
                  <a:pt x="272" y="164"/>
                  <a:pt x="270" y="168"/>
                  <a:pt x="269" y="171"/>
                </a:cubicBezTo>
                <a:cubicBezTo>
                  <a:pt x="269" y="172"/>
                  <a:pt x="269" y="172"/>
                  <a:pt x="269" y="172"/>
                </a:cubicBezTo>
                <a:cubicBezTo>
                  <a:pt x="269" y="177"/>
                  <a:pt x="267" y="181"/>
                  <a:pt x="264" y="181"/>
                </a:cubicBezTo>
                <a:cubicBezTo>
                  <a:pt x="259" y="201"/>
                  <a:pt x="254" y="223"/>
                  <a:pt x="239" y="234"/>
                </a:cubicBezTo>
                <a:close/>
                <a:moveTo>
                  <a:pt x="261" y="343"/>
                </a:moveTo>
                <a:cubicBezTo>
                  <a:pt x="256" y="343"/>
                  <a:pt x="252" y="339"/>
                  <a:pt x="252" y="334"/>
                </a:cubicBezTo>
                <a:cubicBezTo>
                  <a:pt x="252" y="328"/>
                  <a:pt x="256" y="324"/>
                  <a:pt x="261" y="324"/>
                </a:cubicBezTo>
                <a:cubicBezTo>
                  <a:pt x="266" y="324"/>
                  <a:pt x="270" y="328"/>
                  <a:pt x="270" y="334"/>
                </a:cubicBezTo>
                <a:cubicBezTo>
                  <a:pt x="270" y="339"/>
                  <a:pt x="266" y="343"/>
                  <a:pt x="261" y="34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28"/>
          <p:cNvSpPr>
            <a:spLocks noEditPoints="1"/>
          </p:cNvSpPr>
          <p:nvPr/>
        </p:nvSpPr>
        <p:spPr bwMode="auto">
          <a:xfrm>
            <a:off x="5723507" y="4897976"/>
            <a:ext cx="726970" cy="464159"/>
          </a:xfrm>
          <a:custGeom>
            <a:avLst/>
            <a:gdLst>
              <a:gd name="T0" fmla="*/ 162 w 290"/>
              <a:gd name="T1" fmla="*/ 169 h 185"/>
              <a:gd name="T2" fmla="*/ 140 w 290"/>
              <a:gd name="T3" fmla="*/ 171 h 185"/>
              <a:gd name="T4" fmla="*/ 157 w 290"/>
              <a:gd name="T5" fmla="*/ 182 h 185"/>
              <a:gd name="T6" fmla="*/ 145 w 290"/>
              <a:gd name="T7" fmla="*/ 158 h 185"/>
              <a:gd name="T8" fmla="*/ 132 w 290"/>
              <a:gd name="T9" fmla="*/ 143 h 185"/>
              <a:gd name="T10" fmla="*/ 117 w 290"/>
              <a:gd name="T11" fmla="*/ 170 h 185"/>
              <a:gd name="T12" fmla="*/ 180 w 290"/>
              <a:gd name="T13" fmla="*/ 170 h 185"/>
              <a:gd name="T14" fmla="*/ 169 w 290"/>
              <a:gd name="T15" fmla="*/ 128 h 185"/>
              <a:gd name="T16" fmla="*/ 190 w 290"/>
              <a:gd name="T17" fmla="*/ 157 h 185"/>
              <a:gd name="T18" fmla="*/ 208 w 290"/>
              <a:gd name="T19" fmla="*/ 148 h 185"/>
              <a:gd name="T20" fmla="*/ 195 w 290"/>
              <a:gd name="T21" fmla="*/ 111 h 185"/>
              <a:gd name="T22" fmla="*/ 225 w 290"/>
              <a:gd name="T23" fmla="*/ 147 h 185"/>
              <a:gd name="T24" fmla="*/ 213 w 290"/>
              <a:gd name="T25" fmla="*/ 104 h 185"/>
              <a:gd name="T26" fmla="*/ 108 w 290"/>
              <a:gd name="T27" fmla="*/ 66 h 185"/>
              <a:gd name="T28" fmla="*/ 94 w 290"/>
              <a:gd name="T29" fmla="*/ 37 h 185"/>
              <a:gd name="T30" fmla="*/ 72 w 290"/>
              <a:gd name="T31" fmla="*/ 32 h 185"/>
              <a:gd name="T32" fmla="*/ 60 w 290"/>
              <a:gd name="T33" fmla="*/ 99 h 185"/>
              <a:gd name="T34" fmla="*/ 89 w 290"/>
              <a:gd name="T35" fmla="*/ 72 h 185"/>
              <a:gd name="T36" fmla="*/ 115 w 290"/>
              <a:gd name="T37" fmla="*/ 85 h 185"/>
              <a:gd name="T38" fmla="*/ 133 w 290"/>
              <a:gd name="T39" fmla="*/ 109 h 185"/>
              <a:gd name="T40" fmla="*/ 142 w 290"/>
              <a:gd name="T41" fmla="*/ 135 h 185"/>
              <a:gd name="T42" fmla="*/ 166 w 290"/>
              <a:gd name="T43" fmla="*/ 166 h 185"/>
              <a:gd name="T44" fmla="*/ 115 w 290"/>
              <a:gd name="T45" fmla="*/ 151 h 185"/>
              <a:gd name="T46" fmla="*/ 138 w 290"/>
              <a:gd name="T47" fmla="*/ 118 h 185"/>
              <a:gd name="T48" fmla="*/ 101 w 290"/>
              <a:gd name="T49" fmla="*/ 137 h 185"/>
              <a:gd name="T50" fmla="*/ 115 w 290"/>
              <a:gd name="T51" fmla="*/ 151 h 185"/>
              <a:gd name="T52" fmla="*/ 126 w 290"/>
              <a:gd name="T53" fmla="*/ 108 h 185"/>
              <a:gd name="T54" fmla="*/ 112 w 290"/>
              <a:gd name="T55" fmla="*/ 93 h 185"/>
              <a:gd name="T56" fmla="*/ 81 w 290"/>
              <a:gd name="T57" fmla="*/ 134 h 185"/>
              <a:gd name="T58" fmla="*/ 67 w 290"/>
              <a:gd name="T59" fmla="*/ 112 h 185"/>
              <a:gd name="T60" fmla="*/ 93 w 290"/>
              <a:gd name="T61" fmla="*/ 76 h 185"/>
              <a:gd name="T62" fmla="*/ 106 w 290"/>
              <a:gd name="T63" fmla="*/ 91 h 185"/>
              <a:gd name="T64" fmla="*/ 67 w 290"/>
              <a:gd name="T65" fmla="*/ 112 h 185"/>
              <a:gd name="T66" fmla="*/ 105 w 290"/>
              <a:gd name="T67" fmla="*/ 60 h 185"/>
              <a:gd name="T68" fmla="*/ 97 w 290"/>
              <a:gd name="T69" fmla="*/ 42 h 185"/>
              <a:gd name="T70" fmla="*/ 162 w 290"/>
              <a:gd name="T71" fmla="*/ 17 h 185"/>
              <a:gd name="T72" fmla="*/ 251 w 290"/>
              <a:gd name="T73" fmla="*/ 75 h 185"/>
              <a:gd name="T74" fmla="*/ 221 w 290"/>
              <a:gd name="T75" fmla="*/ 103 h 185"/>
              <a:gd name="T76" fmla="*/ 228 w 290"/>
              <a:gd name="T77" fmla="*/ 21 h 185"/>
              <a:gd name="T78" fmla="*/ 290 w 290"/>
              <a:gd name="T79" fmla="*/ 60 h 185"/>
              <a:gd name="T80" fmla="*/ 228 w 290"/>
              <a:gd name="T81" fmla="*/ 21 h 185"/>
              <a:gd name="T82" fmla="*/ 39 w 290"/>
              <a:gd name="T83" fmla="*/ 0 h 185"/>
              <a:gd name="T84" fmla="*/ 30 w 290"/>
              <a:gd name="T85" fmla="*/ 76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0" h="185">
                <a:moveTo>
                  <a:pt x="157" y="182"/>
                </a:moveTo>
                <a:cubicBezTo>
                  <a:pt x="162" y="180"/>
                  <a:pt x="164" y="174"/>
                  <a:pt x="162" y="169"/>
                </a:cubicBezTo>
                <a:cubicBezTo>
                  <a:pt x="162" y="169"/>
                  <a:pt x="157" y="159"/>
                  <a:pt x="154" y="154"/>
                </a:cubicBezTo>
                <a:cubicBezTo>
                  <a:pt x="153" y="161"/>
                  <a:pt x="149" y="163"/>
                  <a:pt x="140" y="171"/>
                </a:cubicBezTo>
                <a:cubicBezTo>
                  <a:pt x="144" y="178"/>
                  <a:pt x="144" y="178"/>
                  <a:pt x="144" y="178"/>
                </a:cubicBezTo>
                <a:cubicBezTo>
                  <a:pt x="146" y="181"/>
                  <a:pt x="152" y="185"/>
                  <a:pt x="157" y="182"/>
                </a:cubicBezTo>
                <a:close/>
                <a:moveTo>
                  <a:pt x="131" y="170"/>
                </a:moveTo>
                <a:cubicBezTo>
                  <a:pt x="145" y="158"/>
                  <a:pt x="145" y="158"/>
                  <a:pt x="145" y="158"/>
                </a:cubicBezTo>
                <a:cubicBezTo>
                  <a:pt x="150" y="155"/>
                  <a:pt x="149" y="147"/>
                  <a:pt x="146" y="144"/>
                </a:cubicBezTo>
                <a:cubicBezTo>
                  <a:pt x="142" y="140"/>
                  <a:pt x="136" y="140"/>
                  <a:pt x="132" y="143"/>
                </a:cubicBezTo>
                <a:cubicBezTo>
                  <a:pt x="118" y="155"/>
                  <a:pt x="118" y="155"/>
                  <a:pt x="118" y="155"/>
                </a:cubicBezTo>
                <a:cubicBezTo>
                  <a:pt x="114" y="159"/>
                  <a:pt x="113" y="165"/>
                  <a:pt x="117" y="170"/>
                </a:cubicBezTo>
                <a:cubicBezTo>
                  <a:pt x="120" y="173"/>
                  <a:pt x="127" y="174"/>
                  <a:pt x="131" y="170"/>
                </a:cubicBezTo>
                <a:close/>
                <a:moveTo>
                  <a:pt x="180" y="170"/>
                </a:moveTo>
                <a:cubicBezTo>
                  <a:pt x="185" y="168"/>
                  <a:pt x="187" y="161"/>
                  <a:pt x="184" y="157"/>
                </a:cubicBezTo>
                <a:cubicBezTo>
                  <a:pt x="169" y="128"/>
                  <a:pt x="169" y="128"/>
                  <a:pt x="169" y="128"/>
                </a:cubicBezTo>
                <a:cubicBezTo>
                  <a:pt x="173" y="125"/>
                  <a:pt x="173" y="125"/>
                  <a:pt x="173" y="125"/>
                </a:cubicBezTo>
                <a:cubicBezTo>
                  <a:pt x="190" y="157"/>
                  <a:pt x="190" y="157"/>
                  <a:pt x="190" y="157"/>
                </a:cubicBezTo>
                <a:cubicBezTo>
                  <a:pt x="193" y="162"/>
                  <a:pt x="199" y="164"/>
                  <a:pt x="204" y="162"/>
                </a:cubicBezTo>
                <a:cubicBezTo>
                  <a:pt x="209" y="159"/>
                  <a:pt x="211" y="153"/>
                  <a:pt x="208" y="148"/>
                </a:cubicBezTo>
                <a:cubicBezTo>
                  <a:pt x="190" y="114"/>
                  <a:pt x="190" y="114"/>
                  <a:pt x="190" y="114"/>
                </a:cubicBezTo>
                <a:cubicBezTo>
                  <a:pt x="195" y="111"/>
                  <a:pt x="195" y="111"/>
                  <a:pt x="195" y="111"/>
                </a:cubicBezTo>
                <a:cubicBezTo>
                  <a:pt x="195" y="111"/>
                  <a:pt x="207" y="134"/>
                  <a:pt x="211" y="142"/>
                </a:cubicBezTo>
                <a:cubicBezTo>
                  <a:pt x="214" y="147"/>
                  <a:pt x="220" y="149"/>
                  <a:pt x="225" y="147"/>
                </a:cubicBezTo>
                <a:cubicBezTo>
                  <a:pt x="230" y="144"/>
                  <a:pt x="232" y="138"/>
                  <a:pt x="229" y="133"/>
                </a:cubicBezTo>
                <a:cubicBezTo>
                  <a:pt x="215" y="107"/>
                  <a:pt x="218" y="113"/>
                  <a:pt x="213" y="104"/>
                </a:cubicBezTo>
                <a:cubicBezTo>
                  <a:pt x="197" y="81"/>
                  <a:pt x="173" y="65"/>
                  <a:pt x="149" y="46"/>
                </a:cubicBezTo>
                <a:cubicBezTo>
                  <a:pt x="108" y="66"/>
                  <a:pt x="108" y="66"/>
                  <a:pt x="108" y="66"/>
                </a:cubicBezTo>
                <a:cubicBezTo>
                  <a:pt x="99" y="70"/>
                  <a:pt x="90" y="65"/>
                  <a:pt x="87" y="58"/>
                </a:cubicBezTo>
                <a:cubicBezTo>
                  <a:pt x="83" y="50"/>
                  <a:pt x="86" y="40"/>
                  <a:pt x="94" y="37"/>
                </a:cubicBezTo>
                <a:cubicBezTo>
                  <a:pt x="104" y="32"/>
                  <a:pt x="104" y="32"/>
                  <a:pt x="104" y="32"/>
                </a:cubicBezTo>
                <a:cubicBezTo>
                  <a:pt x="72" y="32"/>
                  <a:pt x="72" y="32"/>
                  <a:pt x="72" y="32"/>
                </a:cubicBezTo>
                <a:cubicBezTo>
                  <a:pt x="38" y="78"/>
                  <a:pt x="38" y="78"/>
                  <a:pt x="38" y="78"/>
                </a:cubicBezTo>
                <a:cubicBezTo>
                  <a:pt x="60" y="99"/>
                  <a:pt x="60" y="99"/>
                  <a:pt x="60" y="99"/>
                </a:cubicBezTo>
                <a:cubicBezTo>
                  <a:pt x="61" y="97"/>
                  <a:pt x="63" y="95"/>
                  <a:pt x="64" y="93"/>
                </a:cubicBezTo>
                <a:cubicBezTo>
                  <a:pt x="89" y="72"/>
                  <a:pt x="89" y="72"/>
                  <a:pt x="89" y="72"/>
                </a:cubicBezTo>
                <a:cubicBezTo>
                  <a:pt x="96" y="66"/>
                  <a:pt x="106" y="67"/>
                  <a:pt x="111" y="73"/>
                </a:cubicBezTo>
                <a:cubicBezTo>
                  <a:pt x="115" y="77"/>
                  <a:pt x="116" y="81"/>
                  <a:pt x="115" y="85"/>
                </a:cubicBezTo>
                <a:cubicBezTo>
                  <a:pt x="121" y="84"/>
                  <a:pt x="127" y="86"/>
                  <a:pt x="131" y="90"/>
                </a:cubicBezTo>
                <a:cubicBezTo>
                  <a:pt x="136" y="95"/>
                  <a:pt x="136" y="103"/>
                  <a:pt x="133" y="109"/>
                </a:cubicBezTo>
                <a:cubicBezTo>
                  <a:pt x="136" y="109"/>
                  <a:pt x="140" y="111"/>
                  <a:pt x="142" y="114"/>
                </a:cubicBezTo>
                <a:cubicBezTo>
                  <a:pt x="148" y="120"/>
                  <a:pt x="147" y="130"/>
                  <a:pt x="142" y="135"/>
                </a:cubicBezTo>
                <a:cubicBezTo>
                  <a:pt x="146" y="135"/>
                  <a:pt x="150" y="137"/>
                  <a:pt x="152" y="140"/>
                </a:cubicBezTo>
                <a:cubicBezTo>
                  <a:pt x="152" y="140"/>
                  <a:pt x="163" y="159"/>
                  <a:pt x="166" y="166"/>
                </a:cubicBezTo>
                <a:cubicBezTo>
                  <a:pt x="168" y="170"/>
                  <a:pt x="175" y="173"/>
                  <a:pt x="180" y="170"/>
                </a:cubicBezTo>
                <a:close/>
                <a:moveTo>
                  <a:pt x="115" y="151"/>
                </a:moveTo>
                <a:cubicBezTo>
                  <a:pt x="137" y="132"/>
                  <a:pt x="137" y="132"/>
                  <a:pt x="137" y="132"/>
                </a:cubicBezTo>
                <a:cubicBezTo>
                  <a:pt x="141" y="129"/>
                  <a:pt x="142" y="122"/>
                  <a:pt x="138" y="118"/>
                </a:cubicBezTo>
                <a:cubicBezTo>
                  <a:pt x="134" y="114"/>
                  <a:pt x="128" y="113"/>
                  <a:pt x="123" y="117"/>
                </a:cubicBezTo>
                <a:cubicBezTo>
                  <a:pt x="123" y="117"/>
                  <a:pt x="101" y="136"/>
                  <a:pt x="101" y="137"/>
                </a:cubicBezTo>
                <a:cubicBezTo>
                  <a:pt x="97" y="141"/>
                  <a:pt x="97" y="146"/>
                  <a:pt x="101" y="150"/>
                </a:cubicBezTo>
                <a:cubicBezTo>
                  <a:pt x="104" y="154"/>
                  <a:pt x="110" y="155"/>
                  <a:pt x="115" y="151"/>
                </a:cubicBezTo>
                <a:close/>
                <a:moveTo>
                  <a:pt x="95" y="134"/>
                </a:moveTo>
                <a:cubicBezTo>
                  <a:pt x="126" y="108"/>
                  <a:pt x="126" y="108"/>
                  <a:pt x="126" y="108"/>
                </a:cubicBezTo>
                <a:cubicBezTo>
                  <a:pt x="130" y="105"/>
                  <a:pt x="130" y="98"/>
                  <a:pt x="126" y="94"/>
                </a:cubicBezTo>
                <a:cubicBezTo>
                  <a:pt x="123" y="90"/>
                  <a:pt x="117" y="89"/>
                  <a:pt x="112" y="93"/>
                </a:cubicBezTo>
                <a:cubicBezTo>
                  <a:pt x="85" y="117"/>
                  <a:pt x="85" y="117"/>
                  <a:pt x="85" y="117"/>
                </a:cubicBezTo>
                <a:cubicBezTo>
                  <a:pt x="78" y="121"/>
                  <a:pt x="77" y="129"/>
                  <a:pt x="81" y="134"/>
                </a:cubicBezTo>
                <a:cubicBezTo>
                  <a:pt x="84" y="137"/>
                  <a:pt x="91" y="138"/>
                  <a:pt x="95" y="134"/>
                </a:cubicBezTo>
                <a:close/>
                <a:moveTo>
                  <a:pt x="67" y="112"/>
                </a:moveTo>
                <a:cubicBezTo>
                  <a:pt x="63" y="108"/>
                  <a:pt x="64" y="101"/>
                  <a:pt x="68" y="98"/>
                </a:cubicBezTo>
                <a:cubicBezTo>
                  <a:pt x="93" y="76"/>
                  <a:pt x="93" y="76"/>
                  <a:pt x="93" y="76"/>
                </a:cubicBezTo>
                <a:cubicBezTo>
                  <a:pt x="97" y="72"/>
                  <a:pt x="103" y="73"/>
                  <a:pt x="107" y="77"/>
                </a:cubicBezTo>
                <a:cubicBezTo>
                  <a:pt x="111" y="82"/>
                  <a:pt x="111" y="88"/>
                  <a:pt x="106" y="91"/>
                </a:cubicBezTo>
                <a:cubicBezTo>
                  <a:pt x="81" y="113"/>
                  <a:pt x="81" y="113"/>
                  <a:pt x="81" y="113"/>
                </a:cubicBezTo>
                <a:cubicBezTo>
                  <a:pt x="78" y="116"/>
                  <a:pt x="71" y="116"/>
                  <a:pt x="67" y="112"/>
                </a:cubicBezTo>
                <a:close/>
                <a:moveTo>
                  <a:pt x="150" y="39"/>
                </a:moveTo>
                <a:cubicBezTo>
                  <a:pt x="105" y="60"/>
                  <a:pt x="105" y="60"/>
                  <a:pt x="105" y="60"/>
                </a:cubicBezTo>
                <a:cubicBezTo>
                  <a:pt x="100" y="63"/>
                  <a:pt x="94" y="60"/>
                  <a:pt x="92" y="55"/>
                </a:cubicBezTo>
                <a:cubicBezTo>
                  <a:pt x="89" y="50"/>
                  <a:pt x="92" y="44"/>
                  <a:pt x="97" y="42"/>
                </a:cubicBezTo>
                <a:cubicBezTo>
                  <a:pt x="142" y="21"/>
                  <a:pt x="142" y="21"/>
                  <a:pt x="142" y="21"/>
                </a:cubicBezTo>
                <a:cubicBezTo>
                  <a:pt x="148" y="19"/>
                  <a:pt x="154" y="17"/>
                  <a:pt x="162" y="17"/>
                </a:cubicBezTo>
                <a:cubicBezTo>
                  <a:pt x="178" y="17"/>
                  <a:pt x="210" y="26"/>
                  <a:pt x="224" y="30"/>
                </a:cubicBezTo>
                <a:cubicBezTo>
                  <a:pt x="251" y="75"/>
                  <a:pt x="251" y="75"/>
                  <a:pt x="251" y="75"/>
                </a:cubicBezTo>
                <a:cubicBezTo>
                  <a:pt x="236" y="85"/>
                  <a:pt x="236" y="85"/>
                  <a:pt x="236" y="85"/>
                </a:cubicBezTo>
                <a:cubicBezTo>
                  <a:pt x="232" y="88"/>
                  <a:pt x="229" y="98"/>
                  <a:pt x="221" y="103"/>
                </a:cubicBezTo>
                <a:cubicBezTo>
                  <a:pt x="205" y="81"/>
                  <a:pt x="176" y="58"/>
                  <a:pt x="150" y="39"/>
                </a:cubicBezTo>
                <a:close/>
                <a:moveTo>
                  <a:pt x="228" y="21"/>
                </a:moveTo>
                <a:cubicBezTo>
                  <a:pt x="256" y="4"/>
                  <a:pt x="256" y="4"/>
                  <a:pt x="256" y="4"/>
                </a:cubicBezTo>
                <a:cubicBezTo>
                  <a:pt x="290" y="60"/>
                  <a:pt x="290" y="60"/>
                  <a:pt x="290" y="60"/>
                </a:cubicBezTo>
                <a:cubicBezTo>
                  <a:pt x="261" y="76"/>
                  <a:pt x="261" y="76"/>
                  <a:pt x="261" y="76"/>
                </a:cubicBezTo>
                <a:lnTo>
                  <a:pt x="228" y="21"/>
                </a:lnTo>
                <a:close/>
                <a:moveTo>
                  <a:pt x="0" y="56"/>
                </a:moveTo>
                <a:cubicBezTo>
                  <a:pt x="39" y="0"/>
                  <a:pt x="39" y="0"/>
                  <a:pt x="39" y="0"/>
                </a:cubicBezTo>
                <a:cubicBezTo>
                  <a:pt x="68" y="23"/>
                  <a:pt x="68" y="23"/>
                  <a:pt x="68" y="23"/>
                </a:cubicBezTo>
                <a:cubicBezTo>
                  <a:pt x="30" y="76"/>
                  <a:pt x="30" y="76"/>
                  <a:pt x="30" y="76"/>
                </a:cubicBezTo>
                <a:lnTo>
                  <a:pt x="0" y="5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29"/>
          <p:cNvSpPr>
            <a:spLocks/>
          </p:cNvSpPr>
          <p:nvPr/>
        </p:nvSpPr>
        <p:spPr bwMode="auto">
          <a:xfrm>
            <a:off x="7571664" y="2368418"/>
            <a:ext cx="495950" cy="166377"/>
          </a:xfrm>
          <a:custGeom>
            <a:avLst/>
            <a:gdLst>
              <a:gd name="T0" fmla="*/ 1 w 198"/>
              <a:gd name="T1" fmla="*/ 64 h 66"/>
              <a:gd name="T2" fmla="*/ 145 w 198"/>
              <a:gd name="T3" fmla="*/ 64 h 66"/>
              <a:gd name="T4" fmla="*/ 175 w 198"/>
              <a:gd name="T5" fmla="*/ 25 h 66"/>
              <a:gd name="T6" fmla="*/ 170 w 198"/>
              <a:gd name="T7" fmla="*/ 14 h 66"/>
              <a:gd name="T8" fmla="*/ 184 w 198"/>
              <a:gd name="T9" fmla="*/ 0 h 66"/>
              <a:gd name="T10" fmla="*/ 198 w 198"/>
              <a:gd name="T11" fmla="*/ 14 h 66"/>
              <a:gd name="T12" fmla="*/ 184 w 198"/>
              <a:gd name="T13" fmla="*/ 29 h 66"/>
              <a:gd name="T14" fmla="*/ 176 w 198"/>
              <a:gd name="T15" fmla="*/ 26 h 66"/>
              <a:gd name="T16" fmla="*/ 146 w 198"/>
              <a:gd name="T17" fmla="*/ 66 h 66"/>
              <a:gd name="T18" fmla="*/ 146 w 198"/>
              <a:gd name="T19" fmla="*/ 66 h 66"/>
              <a:gd name="T20" fmla="*/ 145 w 198"/>
              <a:gd name="T21" fmla="*/ 66 h 66"/>
              <a:gd name="T22" fmla="*/ 145 w 198"/>
              <a:gd name="T23" fmla="*/ 66 h 66"/>
              <a:gd name="T24" fmla="*/ 145 w 198"/>
              <a:gd name="T25" fmla="*/ 66 h 66"/>
              <a:gd name="T26" fmla="*/ 1 w 198"/>
              <a:gd name="T27" fmla="*/ 66 h 66"/>
              <a:gd name="T28" fmla="*/ 0 w 198"/>
              <a:gd name="T29" fmla="*/ 66 h 66"/>
              <a:gd name="T30" fmla="*/ 0 w 198"/>
              <a:gd name="T31" fmla="*/ 66 h 66"/>
              <a:gd name="T32" fmla="*/ 0 w 198"/>
              <a:gd name="T33" fmla="*/ 65 h 66"/>
              <a:gd name="T34" fmla="*/ 0 w 198"/>
              <a:gd name="T35" fmla="*/ 64 h 66"/>
              <a:gd name="T36" fmla="*/ 1 w 198"/>
              <a:gd name="T37" fmla="*/ 6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8" h="66">
                <a:moveTo>
                  <a:pt x="1" y="64"/>
                </a:moveTo>
                <a:cubicBezTo>
                  <a:pt x="145" y="64"/>
                  <a:pt x="145" y="64"/>
                  <a:pt x="145" y="64"/>
                </a:cubicBezTo>
                <a:cubicBezTo>
                  <a:pt x="158" y="47"/>
                  <a:pt x="168" y="34"/>
                  <a:pt x="175" y="25"/>
                </a:cubicBezTo>
                <a:cubicBezTo>
                  <a:pt x="172" y="22"/>
                  <a:pt x="170" y="19"/>
                  <a:pt x="170" y="14"/>
                </a:cubicBezTo>
                <a:cubicBezTo>
                  <a:pt x="170" y="6"/>
                  <a:pt x="176" y="0"/>
                  <a:pt x="184" y="0"/>
                </a:cubicBezTo>
                <a:cubicBezTo>
                  <a:pt x="192" y="0"/>
                  <a:pt x="198" y="6"/>
                  <a:pt x="198" y="14"/>
                </a:cubicBezTo>
                <a:cubicBezTo>
                  <a:pt x="198" y="22"/>
                  <a:pt x="192" y="29"/>
                  <a:pt x="184" y="29"/>
                </a:cubicBezTo>
                <a:cubicBezTo>
                  <a:pt x="181" y="29"/>
                  <a:pt x="178" y="27"/>
                  <a:pt x="176" y="26"/>
                </a:cubicBezTo>
                <a:cubicBezTo>
                  <a:pt x="169" y="35"/>
                  <a:pt x="159" y="48"/>
                  <a:pt x="146" y="66"/>
                </a:cubicBezTo>
                <a:cubicBezTo>
                  <a:pt x="146" y="66"/>
                  <a:pt x="146" y="66"/>
                  <a:pt x="146" y="66"/>
                </a:cubicBezTo>
                <a:cubicBezTo>
                  <a:pt x="145" y="66"/>
                  <a:pt x="145" y="66"/>
                  <a:pt x="145" y="66"/>
                </a:cubicBezTo>
                <a:cubicBezTo>
                  <a:pt x="145" y="66"/>
                  <a:pt x="145" y="66"/>
                  <a:pt x="145" y="66"/>
                </a:cubicBezTo>
                <a:cubicBezTo>
                  <a:pt x="145" y="66"/>
                  <a:pt x="145" y="66"/>
                  <a:pt x="145" y="66"/>
                </a:cubicBezTo>
                <a:cubicBezTo>
                  <a:pt x="1" y="66"/>
                  <a:pt x="1" y="66"/>
                  <a:pt x="1" y="66"/>
                </a:cubicBezTo>
                <a:cubicBezTo>
                  <a:pt x="0" y="66"/>
                  <a:pt x="0" y="66"/>
                  <a:pt x="0" y="66"/>
                </a:cubicBezTo>
                <a:cubicBezTo>
                  <a:pt x="0" y="66"/>
                  <a:pt x="0" y="66"/>
                  <a:pt x="0" y="66"/>
                </a:cubicBezTo>
                <a:cubicBezTo>
                  <a:pt x="0" y="65"/>
                  <a:pt x="0" y="65"/>
                  <a:pt x="0" y="65"/>
                </a:cubicBezTo>
                <a:cubicBezTo>
                  <a:pt x="0" y="64"/>
                  <a:pt x="0" y="64"/>
                  <a:pt x="0" y="64"/>
                </a:cubicBezTo>
                <a:lnTo>
                  <a:pt x="1" y="64"/>
                </a:lnTo>
                <a:close/>
              </a:path>
            </a:pathLst>
          </a:custGeom>
          <a:solidFill>
            <a:srgbClr val="3F3F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30"/>
          <p:cNvSpPr>
            <a:spLocks/>
          </p:cNvSpPr>
          <p:nvPr/>
        </p:nvSpPr>
        <p:spPr bwMode="auto">
          <a:xfrm>
            <a:off x="8012508" y="3436618"/>
            <a:ext cx="497010" cy="165317"/>
          </a:xfrm>
          <a:custGeom>
            <a:avLst/>
            <a:gdLst>
              <a:gd name="T0" fmla="*/ 1 w 198"/>
              <a:gd name="T1" fmla="*/ 64 h 66"/>
              <a:gd name="T2" fmla="*/ 145 w 198"/>
              <a:gd name="T3" fmla="*/ 64 h 66"/>
              <a:gd name="T4" fmla="*/ 174 w 198"/>
              <a:gd name="T5" fmla="*/ 25 h 66"/>
              <a:gd name="T6" fmla="*/ 170 w 198"/>
              <a:gd name="T7" fmla="*/ 14 h 66"/>
              <a:gd name="T8" fmla="*/ 184 w 198"/>
              <a:gd name="T9" fmla="*/ 0 h 66"/>
              <a:gd name="T10" fmla="*/ 198 w 198"/>
              <a:gd name="T11" fmla="*/ 14 h 66"/>
              <a:gd name="T12" fmla="*/ 184 w 198"/>
              <a:gd name="T13" fmla="*/ 29 h 66"/>
              <a:gd name="T14" fmla="*/ 176 w 198"/>
              <a:gd name="T15" fmla="*/ 26 h 66"/>
              <a:gd name="T16" fmla="*/ 146 w 198"/>
              <a:gd name="T17" fmla="*/ 66 h 66"/>
              <a:gd name="T18" fmla="*/ 145 w 198"/>
              <a:gd name="T19" fmla="*/ 66 h 66"/>
              <a:gd name="T20" fmla="*/ 145 w 198"/>
              <a:gd name="T21" fmla="*/ 66 h 66"/>
              <a:gd name="T22" fmla="*/ 145 w 198"/>
              <a:gd name="T23" fmla="*/ 66 h 66"/>
              <a:gd name="T24" fmla="*/ 144 w 198"/>
              <a:gd name="T25" fmla="*/ 66 h 66"/>
              <a:gd name="T26" fmla="*/ 1 w 198"/>
              <a:gd name="T27" fmla="*/ 66 h 66"/>
              <a:gd name="T28" fmla="*/ 0 w 198"/>
              <a:gd name="T29" fmla="*/ 66 h 66"/>
              <a:gd name="T30" fmla="*/ 0 w 198"/>
              <a:gd name="T31" fmla="*/ 66 h 66"/>
              <a:gd name="T32" fmla="*/ 0 w 198"/>
              <a:gd name="T33" fmla="*/ 65 h 66"/>
              <a:gd name="T34" fmla="*/ 0 w 198"/>
              <a:gd name="T35" fmla="*/ 64 h 66"/>
              <a:gd name="T36" fmla="*/ 1 w 198"/>
              <a:gd name="T37" fmla="*/ 6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8" h="66">
                <a:moveTo>
                  <a:pt x="1" y="64"/>
                </a:moveTo>
                <a:cubicBezTo>
                  <a:pt x="145" y="64"/>
                  <a:pt x="145" y="64"/>
                  <a:pt x="145" y="64"/>
                </a:cubicBezTo>
                <a:cubicBezTo>
                  <a:pt x="158" y="47"/>
                  <a:pt x="168" y="34"/>
                  <a:pt x="174" y="25"/>
                </a:cubicBezTo>
                <a:cubicBezTo>
                  <a:pt x="171" y="22"/>
                  <a:pt x="170" y="19"/>
                  <a:pt x="170" y="14"/>
                </a:cubicBezTo>
                <a:cubicBezTo>
                  <a:pt x="170" y="7"/>
                  <a:pt x="176" y="0"/>
                  <a:pt x="184" y="0"/>
                </a:cubicBezTo>
                <a:cubicBezTo>
                  <a:pt x="191" y="0"/>
                  <a:pt x="198" y="7"/>
                  <a:pt x="198" y="14"/>
                </a:cubicBezTo>
                <a:cubicBezTo>
                  <a:pt x="198" y="22"/>
                  <a:pt x="191" y="29"/>
                  <a:pt x="184" y="29"/>
                </a:cubicBezTo>
                <a:cubicBezTo>
                  <a:pt x="181" y="29"/>
                  <a:pt x="178" y="28"/>
                  <a:pt x="176" y="26"/>
                </a:cubicBezTo>
                <a:cubicBezTo>
                  <a:pt x="169" y="35"/>
                  <a:pt x="159" y="48"/>
                  <a:pt x="146" y="66"/>
                </a:cubicBezTo>
                <a:cubicBezTo>
                  <a:pt x="145" y="66"/>
                  <a:pt x="145" y="66"/>
                  <a:pt x="145" y="66"/>
                </a:cubicBezTo>
                <a:cubicBezTo>
                  <a:pt x="145" y="66"/>
                  <a:pt x="145" y="66"/>
                  <a:pt x="145" y="66"/>
                </a:cubicBezTo>
                <a:cubicBezTo>
                  <a:pt x="145" y="66"/>
                  <a:pt x="145" y="66"/>
                  <a:pt x="145" y="66"/>
                </a:cubicBezTo>
                <a:cubicBezTo>
                  <a:pt x="144" y="66"/>
                  <a:pt x="144" y="66"/>
                  <a:pt x="144" y="66"/>
                </a:cubicBezTo>
                <a:cubicBezTo>
                  <a:pt x="1" y="66"/>
                  <a:pt x="1" y="66"/>
                  <a:pt x="1" y="66"/>
                </a:cubicBezTo>
                <a:cubicBezTo>
                  <a:pt x="0" y="66"/>
                  <a:pt x="0" y="66"/>
                  <a:pt x="0" y="66"/>
                </a:cubicBezTo>
                <a:cubicBezTo>
                  <a:pt x="0" y="66"/>
                  <a:pt x="0" y="66"/>
                  <a:pt x="0" y="66"/>
                </a:cubicBezTo>
                <a:cubicBezTo>
                  <a:pt x="0" y="65"/>
                  <a:pt x="0" y="65"/>
                  <a:pt x="0" y="65"/>
                </a:cubicBezTo>
                <a:cubicBezTo>
                  <a:pt x="0" y="64"/>
                  <a:pt x="0" y="64"/>
                  <a:pt x="0" y="64"/>
                </a:cubicBezTo>
                <a:lnTo>
                  <a:pt x="1" y="64"/>
                </a:lnTo>
                <a:close/>
              </a:path>
            </a:pathLst>
          </a:custGeom>
          <a:solidFill>
            <a:srgbClr val="3F3F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31"/>
          <p:cNvSpPr>
            <a:spLocks/>
          </p:cNvSpPr>
          <p:nvPr/>
        </p:nvSpPr>
        <p:spPr bwMode="auto">
          <a:xfrm>
            <a:off x="7593918" y="4650000"/>
            <a:ext cx="495950" cy="165317"/>
          </a:xfrm>
          <a:custGeom>
            <a:avLst/>
            <a:gdLst>
              <a:gd name="T0" fmla="*/ 1 w 198"/>
              <a:gd name="T1" fmla="*/ 2 h 66"/>
              <a:gd name="T2" fmla="*/ 145 w 198"/>
              <a:gd name="T3" fmla="*/ 2 h 66"/>
              <a:gd name="T4" fmla="*/ 174 w 198"/>
              <a:gd name="T5" fmla="*/ 41 h 66"/>
              <a:gd name="T6" fmla="*/ 170 w 198"/>
              <a:gd name="T7" fmla="*/ 52 h 66"/>
              <a:gd name="T8" fmla="*/ 184 w 198"/>
              <a:gd name="T9" fmla="*/ 66 h 66"/>
              <a:gd name="T10" fmla="*/ 198 w 198"/>
              <a:gd name="T11" fmla="*/ 52 h 66"/>
              <a:gd name="T12" fmla="*/ 184 w 198"/>
              <a:gd name="T13" fmla="*/ 38 h 66"/>
              <a:gd name="T14" fmla="*/ 176 w 198"/>
              <a:gd name="T15" fmla="*/ 41 h 66"/>
              <a:gd name="T16" fmla="*/ 146 w 198"/>
              <a:gd name="T17" fmla="*/ 1 h 66"/>
              <a:gd name="T18" fmla="*/ 146 w 198"/>
              <a:gd name="T19" fmla="*/ 0 h 66"/>
              <a:gd name="T20" fmla="*/ 145 w 198"/>
              <a:gd name="T21" fmla="*/ 0 h 66"/>
              <a:gd name="T22" fmla="*/ 145 w 198"/>
              <a:gd name="T23" fmla="*/ 0 h 66"/>
              <a:gd name="T24" fmla="*/ 144 w 198"/>
              <a:gd name="T25" fmla="*/ 0 h 66"/>
              <a:gd name="T26" fmla="*/ 1 w 198"/>
              <a:gd name="T27" fmla="*/ 0 h 66"/>
              <a:gd name="T28" fmla="*/ 0 w 198"/>
              <a:gd name="T29" fmla="*/ 0 h 66"/>
              <a:gd name="T30" fmla="*/ 0 w 198"/>
              <a:gd name="T31" fmla="*/ 1 h 66"/>
              <a:gd name="T32" fmla="*/ 0 w 198"/>
              <a:gd name="T33" fmla="*/ 1 h 66"/>
              <a:gd name="T34" fmla="*/ 0 w 198"/>
              <a:gd name="T35" fmla="*/ 2 h 66"/>
              <a:gd name="T36" fmla="*/ 1 w 198"/>
              <a:gd name="T37" fmla="*/ 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8" h="66">
                <a:moveTo>
                  <a:pt x="1" y="2"/>
                </a:moveTo>
                <a:cubicBezTo>
                  <a:pt x="145" y="2"/>
                  <a:pt x="145" y="2"/>
                  <a:pt x="145" y="2"/>
                </a:cubicBezTo>
                <a:cubicBezTo>
                  <a:pt x="158" y="20"/>
                  <a:pt x="168" y="33"/>
                  <a:pt x="174" y="41"/>
                </a:cubicBezTo>
                <a:cubicBezTo>
                  <a:pt x="172" y="44"/>
                  <a:pt x="170" y="48"/>
                  <a:pt x="170" y="52"/>
                </a:cubicBezTo>
                <a:cubicBezTo>
                  <a:pt x="170" y="60"/>
                  <a:pt x="176" y="66"/>
                  <a:pt x="184" y="66"/>
                </a:cubicBezTo>
                <a:cubicBezTo>
                  <a:pt x="192" y="66"/>
                  <a:pt x="198" y="60"/>
                  <a:pt x="198" y="52"/>
                </a:cubicBezTo>
                <a:cubicBezTo>
                  <a:pt x="198" y="44"/>
                  <a:pt x="192" y="38"/>
                  <a:pt x="184" y="38"/>
                </a:cubicBezTo>
                <a:cubicBezTo>
                  <a:pt x="181" y="38"/>
                  <a:pt x="178" y="39"/>
                  <a:pt x="176" y="41"/>
                </a:cubicBezTo>
                <a:cubicBezTo>
                  <a:pt x="169" y="32"/>
                  <a:pt x="159" y="18"/>
                  <a:pt x="146" y="1"/>
                </a:cubicBezTo>
                <a:cubicBezTo>
                  <a:pt x="146" y="0"/>
                  <a:pt x="146" y="0"/>
                  <a:pt x="146" y="0"/>
                </a:cubicBezTo>
                <a:cubicBezTo>
                  <a:pt x="145" y="0"/>
                  <a:pt x="145" y="0"/>
                  <a:pt x="145" y="0"/>
                </a:cubicBezTo>
                <a:cubicBezTo>
                  <a:pt x="145" y="0"/>
                  <a:pt x="145" y="0"/>
                  <a:pt x="145" y="0"/>
                </a:cubicBezTo>
                <a:cubicBezTo>
                  <a:pt x="144" y="0"/>
                  <a:pt x="144" y="0"/>
                  <a:pt x="144" y="0"/>
                </a:cubicBezTo>
                <a:cubicBezTo>
                  <a:pt x="1" y="0"/>
                  <a:pt x="1" y="0"/>
                  <a:pt x="1" y="0"/>
                </a:cubicBezTo>
                <a:cubicBezTo>
                  <a:pt x="0" y="0"/>
                  <a:pt x="0" y="0"/>
                  <a:pt x="0" y="0"/>
                </a:cubicBezTo>
                <a:cubicBezTo>
                  <a:pt x="0" y="1"/>
                  <a:pt x="0" y="1"/>
                  <a:pt x="0" y="1"/>
                </a:cubicBezTo>
                <a:cubicBezTo>
                  <a:pt x="0" y="1"/>
                  <a:pt x="0" y="1"/>
                  <a:pt x="0" y="1"/>
                </a:cubicBezTo>
                <a:cubicBezTo>
                  <a:pt x="0" y="2"/>
                  <a:pt x="0" y="2"/>
                  <a:pt x="0" y="2"/>
                </a:cubicBezTo>
                <a:lnTo>
                  <a:pt x="1" y="2"/>
                </a:lnTo>
                <a:close/>
              </a:path>
            </a:pathLst>
          </a:custGeom>
          <a:solidFill>
            <a:srgbClr val="3F3F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32"/>
          <p:cNvSpPr>
            <a:spLocks/>
          </p:cNvSpPr>
          <p:nvPr/>
        </p:nvSpPr>
        <p:spPr bwMode="auto">
          <a:xfrm>
            <a:off x="6044604" y="1382986"/>
            <a:ext cx="79479" cy="482174"/>
          </a:xfrm>
          <a:custGeom>
            <a:avLst/>
            <a:gdLst>
              <a:gd name="T0" fmla="*/ 18 w 32"/>
              <a:gd name="T1" fmla="*/ 32 h 192"/>
              <a:gd name="T2" fmla="*/ 32 w 32"/>
              <a:gd name="T3" fmla="*/ 16 h 192"/>
              <a:gd name="T4" fmla="*/ 16 w 32"/>
              <a:gd name="T5" fmla="*/ 0 h 192"/>
              <a:gd name="T6" fmla="*/ 0 w 32"/>
              <a:gd name="T7" fmla="*/ 16 h 192"/>
              <a:gd name="T8" fmla="*/ 15 w 32"/>
              <a:gd name="T9" fmla="*/ 32 h 192"/>
              <a:gd name="T10" fmla="*/ 15 w 32"/>
              <a:gd name="T11" fmla="*/ 192 h 192"/>
              <a:gd name="T12" fmla="*/ 18 w 32"/>
              <a:gd name="T13" fmla="*/ 192 h 192"/>
              <a:gd name="T14" fmla="*/ 18 w 32"/>
              <a:gd name="T15" fmla="*/ 32 h 1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192">
                <a:moveTo>
                  <a:pt x="18" y="32"/>
                </a:moveTo>
                <a:cubicBezTo>
                  <a:pt x="26" y="31"/>
                  <a:pt x="32" y="24"/>
                  <a:pt x="32" y="16"/>
                </a:cubicBezTo>
                <a:cubicBezTo>
                  <a:pt x="32" y="7"/>
                  <a:pt x="25" y="0"/>
                  <a:pt x="16" y="0"/>
                </a:cubicBezTo>
                <a:cubicBezTo>
                  <a:pt x="8" y="0"/>
                  <a:pt x="0" y="7"/>
                  <a:pt x="0" y="16"/>
                </a:cubicBezTo>
                <a:cubicBezTo>
                  <a:pt x="0" y="24"/>
                  <a:pt x="7" y="31"/>
                  <a:pt x="15" y="32"/>
                </a:cubicBezTo>
                <a:cubicBezTo>
                  <a:pt x="15" y="192"/>
                  <a:pt x="15" y="192"/>
                  <a:pt x="15" y="192"/>
                </a:cubicBezTo>
                <a:cubicBezTo>
                  <a:pt x="18" y="192"/>
                  <a:pt x="18" y="192"/>
                  <a:pt x="18" y="192"/>
                </a:cubicBezTo>
                <a:lnTo>
                  <a:pt x="18" y="32"/>
                </a:lnTo>
                <a:close/>
              </a:path>
            </a:pathLst>
          </a:custGeom>
          <a:solidFill>
            <a:srgbClr val="3F3F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33"/>
          <p:cNvSpPr>
            <a:spLocks/>
          </p:cNvSpPr>
          <p:nvPr/>
        </p:nvSpPr>
        <p:spPr bwMode="auto">
          <a:xfrm>
            <a:off x="6066858" y="5325754"/>
            <a:ext cx="80539" cy="481114"/>
          </a:xfrm>
          <a:custGeom>
            <a:avLst/>
            <a:gdLst>
              <a:gd name="T0" fmla="*/ 18 w 32"/>
              <a:gd name="T1" fmla="*/ 160 h 192"/>
              <a:gd name="T2" fmla="*/ 32 w 32"/>
              <a:gd name="T3" fmla="*/ 176 h 192"/>
              <a:gd name="T4" fmla="*/ 16 w 32"/>
              <a:gd name="T5" fmla="*/ 192 h 192"/>
              <a:gd name="T6" fmla="*/ 0 w 32"/>
              <a:gd name="T7" fmla="*/ 176 h 192"/>
              <a:gd name="T8" fmla="*/ 15 w 32"/>
              <a:gd name="T9" fmla="*/ 160 h 192"/>
              <a:gd name="T10" fmla="*/ 15 w 32"/>
              <a:gd name="T11" fmla="*/ 0 h 192"/>
              <a:gd name="T12" fmla="*/ 18 w 32"/>
              <a:gd name="T13" fmla="*/ 0 h 192"/>
              <a:gd name="T14" fmla="*/ 18 w 32"/>
              <a:gd name="T15" fmla="*/ 160 h 1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192">
                <a:moveTo>
                  <a:pt x="18" y="160"/>
                </a:moveTo>
                <a:cubicBezTo>
                  <a:pt x="26" y="161"/>
                  <a:pt x="32" y="168"/>
                  <a:pt x="32" y="176"/>
                </a:cubicBezTo>
                <a:cubicBezTo>
                  <a:pt x="32" y="185"/>
                  <a:pt x="25" y="192"/>
                  <a:pt x="16" y="192"/>
                </a:cubicBezTo>
                <a:cubicBezTo>
                  <a:pt x="7" y="192"/>
                  <a:pt x="0" y="185"/>
                  <a:pt x="0" y="176"/>
                </a:cubicBezTo>
                <a:cubicBezTo>
                  <a:pt x="0" y="168"/>
                  <a:pt x="7" y="161"/>
                  <a:pt x="15" y="160"/>
                </a:cubicBezTo>
                <a:cubicBezTo>
                  <a:pt x="15" y="0"/>
                  <a:pt x="15" y="0"/>
                  <a:pt x="15" y="0"/>
                </a:cubicBezTo>
                <a:cubicBezTo>
                  <a:pt x="18" y="0"/>
                  <a:pt x="18" y="0"/>
                  <a:pt x="18" y="0"/>
                </a:cubicBezTo>
                <a:lnTo>
                  <a:pt x="18" y="160"/>
                </a:lnTo>
                <a:close/>
              </a:path>
            </a:pathLst>
          </a:custGeom>
          <a:solidFill>
            <a:srgbClr val="3F3F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34"/>
          <p:cNvSpPr>
            <a:spLocks/>
          </p:cNvSpPr>
          <p:nvPr/>
        </p:nvSpPr>
        <p:spPr bwMode="auto">
          <a:xfrm>
            <a:off x="4025832" y="4633045"/>
            <a:ext cx="556354" cy="167436"/>
          </a:xfrm>
          <a:custGeom>
            <a:avLst/>
            <a:gdLst>
              <a:gd name="T0" fmla="*/ 221 w 222"/>
              <a:gd name="T1" fmla="*/ 2 h 67"/>
              <a:gd name="T2" fmla="*/ 60 w 222"/>
              <a:gd name="T3" fmla="*/ 2 h 67"/>
              <a:gd name="T4" fmla="*/ 26 w 222"/>
              <a:gd name="T5" fmla="*/ 42 h 67"/>
              <a:gd name="T6" fmla="*/ 32 w 222"/>
              <a:gd name="T7" fmla="*/ 52 h 67"/>
              <a:gd name="T8" fmla="*/ 16 w 222"/>
              <a:gd name="T9" fmla="*/ 67 h 67"/>
              <a:gd name="T10" fmla="*/ 0 w 222"/>
              <a:gd name="T11" fmla="*/ 52 h 67"/>
              <a:gd name="T12" fmla="*/ 16 w 222"/>
              <a:gd name="T13" fmla="*/ 38 h 67"/>
              <a:gd name="T14" fmla="*/ 25 w 222"/>
              <a:gd name="T15" fmla="*/ 41 h 67"/>
              <a:gd name="T16" fmla="*/ 58 w 222"/>
              <a:gd name="T17" fmla="*/ 1 h 67"/>
              <a:gd name="T18" fmla="*/ 59 w 222"/>
              <a:gd name="T19" fmla="*/ 0 h 67"/>
              <a:gd name="T20" fmla="*/ 59 w 222"/>
              <a:gd name="T21" fmla="*/ 0 h 67"/>
              <a:gd name="T22" fmla="*/ 59 w 222"/>
              <a:gd name="T23" fmla="*/ 0 h 67"/>
              <a:gd name="T24" fmla="*/ 60 w 222"/>
              <a:gd name="T25" fmla="*/ 0 h 67"/>
              <a:gd name="T26" fmla="*/ 221 w 222"/>
              <a:gd name="T27" fmla="*/ 0 h 67"/>
              <a:gd name="T28" fmla="*/ 222 w 222"/>
              <a:gd name="T29" fmla="*/ 0 h 67"/>
              <a:gd name="T30" fmla="*/ 222 w 222"/>
              <a:gd name="T31" fmla="*/ 1 h 67"/>
              <a:gd name="T32" fmla="*/ 222 w 222"/>
              <a:gd name="T33" fmla="*/ 2 h 67"/>
              <a:gd name="T34" fmla="*/ 222 w 222"/>
              <a:gd name="T35" fmla="*/ 2 h 67"/>
              <a:gd name="T36" fmla="*/ 221 w 222"/>
              <a:gd name="T37" fmla="*/ 2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2" h="67">
                <a:moveTo>
                  <a:pt x="221" y="2"/>
                </a:moveTo>
                <a:cubicBezTo>
                  <a:pt x="60" y="2"/>
                  <a:pt x="60" y="2"/>
                  <a:pt x="60" y="2"/>
                </a:cubicBezTo>
                <a:cubicBezTo>
                  <a:pt x="45" y="20"/>
                  <a:pt x="34" y="33"/>
                  <a:pt x="26" y="42"/>
                </a:cubicBezTo>
                <a:cubicBezTo>
                  <a:pt x="30" y="44"/>
                  <a:pt x="32" y="48"/>
                  <a:pt x="32" y="52"/>
                </a:cubicBezTo>
                <a:cubicBezTo>
                  <a:pt x="32" y="60"/>
                  <a:pt x="25" y="67"/>
                  <a:pt x="16" y="67"/>
                </a:cubicBezTo>
                <a:cubicBezTo>
                  <a:pt x="7" y="67"/>
                  <a:pt x="0" y="60"/>
                  <a:pt x="0" y="52"/>
                </a:cubicBezTo>
                <a:cubicBezTo>
                  <a:pt x="0" y="44"/>
                  <a:pt x="7" y="38"/>
                  <a:pt x="16" y="38"/>
                </a:cubicBezTo>
                <a:cubicBezTo>
                  <a:pt x="19" y="38"/>
                  <a:pt x="23" y="39"/>
                  <a:pt x="25" y="41"/>
                </a:cubicBezTo>
                <a:cubicBezTo>
                  <a:pt x="32" y="32"/>
                  <a:pt x="43" y="19"/>
                  <a:pt x="58" y="1"/>
                </a:cubicBezTo>
                <a:cubicBezTo>
                  <a:pt x="59" y="0"/>
                  <a:pt x="59" y="0"/>
                  <a:pt x="59" y="0"/>
                </a:cubicBezTo>
                <a:cubicBezTo>
                  <a:pt x="59" y="0"/>
                  <a:pt x="59" y="0"/>
                  <a:pt x="59" y="0"/>
                </a:cubicBezTo>
                <a:cubicBezTo>
                  <a:pt x="59" y="0"/>
                  <a:pt x="59" y="0"/>
                  <a:pt x="59" y="0"/>
                </a:cubicBezTo>
                <a:cubicBezTo>
                  <a:pt x="60" y="0"/>
                  <a:pt x="60" y="0"/>
                  <a:pt x="60" y="0"/>
                </a:cubicBezTo>
                <a:cubicBezTo>
                  <a:pt x="221" y="0"/>
                  <a:pt x="221" y="0"/>
                  <a:pt x="221" y="0"/>
                </a:cubicBezTo>
                <a:cubicBezTo>
                  <a:pt x="222" y="0"/>
                  <a:pt x="222" y="0"/>
                  <a:pt x="222" y="0"/>
                </a:cubicBezTo>
                <a:cubicBezTo>
                  <a:pt x="222" y="1"/>
                  <a:pt x="222" y="1"/>
                  <a:pt x="222" y="1"/>
                </a:cubicBezTo>
                <a:cubicBezTo>
                  <a:pt x="222" y="2"/>
                  <a:pt x="222" y="2"/>
                  <a:pt x="222" y="2"/>
                </a:cubicBezTo>
                <a:cubicBezTo>
                  <a:pt x="222" y="2"/>
                  <a:pt x="222" y="2"/>
                  <a:pt x="222" y="2"/>
                </a:cubicBezTo>
                <a:lnTo>
                  <a:pt x="221" y="2"/>
                </a:lnTo>
                <a:close/>
              </a:path>
            </a:pathLst>
          </a:custGeom>
          <a:solidFill>
            <a:srgbClr val="3F3F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35"/>
          <p:cNvSpPr>
            <a:spLocks/>
          </p:cNvSpPr>
          <p:nvPr/>
        </p:nvSpPr>
        <p:spPr bwMode="auto">
          <a:xfrm>
            <a:off x="3682482" y="3451454"/>
            <a:ext cx="495950" cy="168496"/>
          </a:xfrm>
          <a:custGeom>
            <a:avLst/>
            <a:gdLst>
              <a:gd name="T0" fmla="*/ 197 w 198"/>
              <a:gd name="T1" fmla="*/ 64 h 67"/>
              <a:gd name="T2" fmla="*/ 53 w 198"/>
              <a:gd name="T3" fmla="*/ 64 h 67"/>
              <a:gd name="T4" fmla="*/ 24 w 198"/>
              <a:gd name="T5" fmla="*/ 25 h 67"/>
              <a:gd name="T6" fmla="*/ 28 w 198"/>
              <a:gd name="T7" fmla="*/ 14 h 67"/>
              <a:gd name="T8" fmla="*/ 14 w 198"/>
              <a:gd name="T9" fmla="*/ 0 h 67"/>
              <a:gd name="T10" fmla="*/ 0 w 198"/>
              <a:gd name="T11" fmla="*/ 14 h 67"/>
              <a:gd name="T12" fmla="*/ 14 w 198"/>
              <a:gd name="T13" fmla="*/ 29 h 67"/>
              <a:gd name="T14" fmla="*/ 22 w 198"/>
              <a:gd name="T15" fmla="*/ 26 h 67"/>
              <a:gd name="T16" fmla="*/ 52 w 198"/>
              <a:gd name="T17" fmla="*/ 66 h 67"/>
              <a:gd name="T18" fmla="*/ 53 w 198"/>
              <a:gd name="T19" fmla="*/ 66 h 67"/>
              <a:gd name="T20" fmla="*/ 53 w 198"/>
              <a:gd name="T21" fmla="*/ 67 h 67"/>
              <a:gd name="T22" fmla="*/ 53 w 198"/>
              <a:gd name="T23" fmla="*/ 67 h 67"/>
              <a:gd name="T24" fmla="*/ 54 w 198"/>
              <a:gd name="T25" fmla="*/ 67 h 67"/>
              <a:gd name="T26" fmla="*/ 197 w 198"/>
              <a:gd name="T27" fmla="*/ 67 h 67"/>
              <a:gd name="T28" fmla="*/ 198 w 198"/>
              <a:gd name="T29" fmla="*/ 67 h 67"/>
              <a:gd name="T30" fmla="*/ 198 w 198"/>
              <a:gd name="T31" fmla="*/ 66 h 67"/>
              <a:gd name="T32" fmla="*/ 198 w 198"/>
              <a:gd name="T33" fmla="*/ 65 h 67"/>
              <a:gd name="T34" fmla="*/ 198 w 198"/>
              <a:gd name="T35" fmla="*/ 64 h 67"/>
              <a:gd name="T36" fmla="*/ 197 w 198"/>
              <a:gd name="T37" fmla="*/ 6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8" h="67">
                <a:moveTo>
                  <a:pt x="197" y="64"/>
                </a:moveTo>
                <a:cubicBezTo>
                  <a:pt x="53" y="64"/>
                  <a:pt x="53" y="64"/>
                  <a:pt x="53" y="64"/>
                </a:cubicBezTo>
                <a:cubicBezTo>
                  <a:pt x="40" y="47"/>
                  <a:pt x="30" y="34"/>
                  <a:pt x="24" y="25"/>
                </a:cubicBezTo>
                <a:cubicBezTo>
                  <a:pt x="26" y="23"/>
                  <a:pt x="28" y="19"/>
                  <a:pt x="28" y="14"/>
                </a:cubicBezTo>
                <a:cubicBezTo>
                  <a:pt x="28" y="7"/>
                  <a:pt x="22" y="0"/>
                  <a:pt x="14" y="0"/>
                </a:cubicBezTo>
                <a:cubicBezTo>
                  <a:pt x="6" y="0"/>
                  <a:pt x="0" y="7"/>
                  <a:pt x="0" y="14"/>
                </a:cubicBezTo>
                <a:cubicBezTo>
                  <a:pt x="0" y="22"/>
                  <a:pt x="6" y="29"/>
                  <a:pt x="14" y="29"/>
                </a:cubicBezTo>
                <a:cubicBezTo>
                  <a:pt x="17" y="29"/>
                  <a:pt x="20" y="28"/>
                  <a:pt x="22" y="26"/>
                </a:cubicBezTo>
                <a:cubicBezTo>
                  <a:pt x="29" y="35"/>
                  <a:pt x="39" y="48"/>
                  <a:pt x="52" y="66"/>
                </a:cubicBezTo>
                <a:cubicBezTo>
                  <a:pt x="53" y="66"/>
                  <a:pt x="53" y="66"/>
                  <a:pt x="53" y="66"/>
                </a:cubicBezTo>
                <a:cubicBezTo>
                  <a:pt x="53" y="67"/>
                  <a:pt x="53" y="67"/>
                  <a:pt x="53" y="67"/>
                </a:cubicBezTo>
                <a:cubicBezTo>
                  <a:pt x="53" y="67"/>
                  <a:pt x="53" y="67"/>
                  <a:pt x="53" y="67"/>
                </a:cubicBezTo>
                <a:cubicBezTo>
                  <a:pt x="54" y="67"/>
                  <a:pt x="54" y="67"/>
                  <a:pt x="54" y="67"/>
                </a:cubicBezTo>
                <a:cubicBezTo>
                  <a:pt x="197" y="67"/>
                  <a:pt x="197" y="67"/>
                  <a:pt x="197" y="67"/>
                </a:cubicBezTo>
                <a:cubicBezTo>
                  <a:pt x="198" y="67"/>
                  <a:pt x="198" y="67"/>
                  <a:pt x="198" y="67"/>
                </a:cubicBezTo>
                <a:cubicBezTo>
                  <a:pt x="198" y="66"/>
                  <a:pt x="198" y="66"/>
                  <a:pt x="198" y="66"/>
                </a:cubicBezTo>
                <a:cubicBezTo>
                  <a:pt x="198" y="65"/>
                  <a:pt x="198" y="65"/>
                  <a:pt x="198" y="65"/>
                </a:cubicBezTo>
                <a:cubicBezTo>
                  <a:pt x="198" y="64"/>
                  <a:pt x="198" y="64"/>
                  <a:pt x="198" y="64"/>
                </a:cubicBezTo>
                <a:lnTo>
                  <a:pt x="197" y="64"/>
                </a:lnTo>
                <a:close/>
              </a:path>
            </a:pathLst>
          </a:custGeom>
          <a:solidFill>
            <a:srgbClr val="3F3F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36"/>
          <p:cNvSpPr>
            <a:spLocks/>
          </p:cNvSpPr>
          <p:nvPr/>
        </p:nvSpPr>
        <p:spPr bwMode="auto">
          <a:xfrm>
            <a:off x="4119087" y="2413986"/>
            <a:ext cx="495950" cy="165317"/>
          </a:xfrm>
          <a:custGeom>
            <a:avLst/>
            <a:gdLst>
              <a:gd name="T0" fmla="*/ 197 w 198"/>
              <a:gd name="T1" fmla="*/ 64 h 66"/>
              <a:gd name="T2" fmla="*/ 53 w 198"/>
              <a:gd name="T3" fmla="*/ 64 h 66"/>
              <a:gd name="T4" fmla="*/ 23 w 198"/>
              <a:gd name="T5" fmla="*/ 25 h 66"/>
              <a:gd name="T6" fmla="*/ 28 w 198"/>
              <a:gd name="T7" fmla="*/ 14 h 66"/>
              <a:gd name="T8" fmla="*/ 14 w 198"/>
              <a:gd name="T9" fmla="*/ 0 h 66"/>
              <a:gd name="T10" fmla="*/ 0 w 198"/>
              <a:gd name="T11" fmla="*/ 14 h 66"/>
              <a:gd name="T12" fmla="*/ 14 w 198"/>
              <a:gd name="T13" fmla="*/ 28 h 66"/>
              <a:gd name="T14" fmla="*/ 22 w 198"/>
              <a:gd name="T15" fmla="*/ 25 h 66"/>
              <a:gd name="T16" fmla="*/ 52 w 198"/>
              <a:gd name="T17" fmla="*/ 65 h 66"/>
              <a:gd name="T18" fmla="*/ 52 w 198"/>
              <a:gd name="T19" fmla="*/ 66 h 66"/>
              <a:gd name="T20" fmla="*/ 52 w 198"/>
              <a:gd name="T21" fmla="*/ 66 h 66"/>
              <a:gd name="T22" fmla="*/ 53 w 198"/>
              <a:gd name="T23" fmla="*/ 66 h 66"/>
              <a:gd name="T24" fmla="*/ 53 w 198"/>
              <a:gd name="T25" fmla="*/ 66 h 66"/>
              <a:gd name="T26" fmla="*/ 197 w 198"/>
              <a:gd name="T27" fmla="*/ 66 h 66"/>
              <a:gd name="T28" fmla="*/ 198 w 198"/>
              <a:gd name="T29" fmla="*/ 66 h 66"/>
              <a:gd name="T30" fmla="*/ 198 w 198"/>
              <a:gd name="T31" fmla="*/ 65 h 66"/>
              <a:gd name="T32" fmla="*/ 198 w 198"/>
              <a:gd name="T33" fmla="*/ 65 h 66"/>
              <a:gd name="T34" fmla="*/ 198 w 198"/>
              <a:gd name="T35" fmla="*/ 64 h 66"/>
              <a:gd name="T36" fmla="*/ 197 w 198"/>
              <a:gd name="T37" fmla="*/ 6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8" h="66">
                <a:moveTo>
                  <a:pt x="197" y="64"/>
                </a:moveTo>
                <a:cubicBezTo>
                  <a:pt x="53" y="64"/>
                  <a:pt x="53" y="64"/>
                  <a:pt x="53" y="64"/>
                </a:cubicBezTo>
                <a:cubicBezTo>
                  <a:pt x="40" y="46"/>
                  <a:pt x="30" y="33"/>
                  <a:pt x="23" y="25"/>
                </a:cubicBezTo>
                <a:cubicBezTo>
                  <a:pt x="26" y="22"/>
                  <a:pt x="28" y="18"/>
                  <a:pt x="28" y="14"/>
                </a:cubicBezTo>
                <a:cubicBezTo>
                  <a:pt x="28" y="6"/>
                  <a:pt x="22" y="0"/>
                  <a:pt x="14" y="0"/>
                </a:cubicBezTo>
                <a:cubicBezTo>
                  <a:pt x="6" y="0"/>
                  <a:pt x="0" y="6"/>
                  <a:pt x="0" y="14"/>
                </a:cubicBezTo>
                <a:cubicBezTo>
                  <a:pt x="0" y="22"/>
                  <a:pt x="6" y="28"/>
                  <a:pt x="14" y="28"/>
                </a:cubicBezTo>
                <a:cubicBezTo>
                  <a:pt x="17" y="28"/>
                  <a:pt x="20" y="27"/>
                  <a:pt x="22" y="25"/>
                </a:cubicBezTo>
                <a:cubicBezTo>
                  <a:pt x="29" y="34"/>
                  <a:pt x="38" y="48"/>
                  <a:pt x="52" y="65"/>
                </a:cubicBezTo>
                <a:cubicBezTo>
                  <a:pt x="52" y="66"/>
                  <a:pt x="52" y="66"/>
                  <a:pt x="52" y="66"/>
                </a:cubicBezTo>
                <a:cubicBezTo>
                  <a:pt x="52" y="66"/>
                  <a:pt x="52" y="66"/>
                  <a:pt x="52" y="66"/>
                </a:cubicBezTo>
                <a:cubicBezTo>
                  <a:pt x="53" y="66"/>
                  <a:pt x="53" y="66"/>
                  <a:pt x="53" y="66"/>
                </a:cubicBezTo>
                <a:cubicBezTo>
                  <a:pt x="53" y="66"/>
                  <a:pt x="53" y="66"/>
                  <a:pt x="53" y="66"/>
                </a:cubicBezTo>
                <a:cubicBezTo>
                  <a:pt x="197" y="66"/>
                  <a:pt x="197" y="66"/>
                  <a:pt x="197" y="66"/>
                </a:cubicBezTo>
                <a:cubicBezTo>
                  <a:pt x="198" y="66"/>
                  <a:pt x="198" y="66"/>
                  <a:pt x="198" y="66"/>
                </a:cubicBezTo>
                <a:cubicBezTo>
                  <a:pt x="198" y="65"/>
                  <a:pt x="198" y="65"/>
                  <a:pt x="198" y="65"/>
                </a:cubicBezTo>
                <a:cubicBezTo>
                  <a:pt x="198" y="65"/>
                  <a:pt x="198" y="65"/>
                  <a:pt x="198" y="65"/>
                </a:cubicBezTo>
                <a:cubicBezTo>
                  <a:pt x="198" y="64"/>
                  <a:pt x="198" y="64"/>
                  <a:pt x="198" y="64"/>
                </a:cubicBezTo>
                <a:lnTo>
                  <a:pt x="197" y="64"/>
                </a:lnTo>
                <a:close/>
              </a:path>
            </a:pathLst>
          </a:custGeom>
          <a:solidFill>
            <a:srgbClr val="3F3F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文本框 37"/>
          <p:cNvSpPr txBox="1"/>
          <p:nvPr/>
        </p:nvSpPr>
        <p:spPr>
          <a:xfrm>
            <a:off x="8544490" y="3069704"/>
            <a:ext cx="2856518" cy="830997"/>
          </a:xfrm>
          <a:prstGeom prst="rect">
            <a:avLst/>
          </a:prstGeom>
          <a:noFill/>
        </p:spPr>
        <p:txBody>
          <a:bodyPr wrap="square" rtlCol="0">
            <a:spAutoFit/>
          </a:bodyPr>
          <a:lstStyle/>
          <a:p>
            <a:pPr>
              <a:lnSpc>
                <a:spcPct val="120000"/>
              </a:lnSpc>
            </a:pPr>
            <a:r>
              <a:rPr lang="zh-CN" altLang="en-US" sz="2400" b="1" dirty="0">
                <a:solidFill>
                  <a:srgbClr val="3598DC"/>
                </a:solidFill>
              </a:rPr>
              <a:t>添加标题</a:t>
            </a:r>
            <a:endParaRPr lang="en-US" altLang="zh-CN" sz="2400" b="1" dirty="0">
              <a:solidFill>
                <a:srgbClr val="3598DC"/>
              </a:solidFill>
            </a:endParaRPr>
          </a:p>
          <a:p>
            <a:pPr>
              <a:lnSpc>
                <a:spcPct val="120000"/>
              </a:lnSpc>
            </a:pPr>
            <a:r>
              <a:rPr lang="zh-CN" altLang="en-US" sz="1600" dirty="0">
                <a:solidFill>
                  <a:schemeClr val="tx1">
                    <a:lumMod val="65000"/>
                    <a:lumOff val="35000"/>
                  </a:schemeClr>
                </a:solidFill>
              </a:rPr>
              <a:t>添加内容添加内容</a:t>
            </a:r>
          </a:p>
        </p:txBody>
      </p:sp>
      <p:sp>
        <p:nvSpPr>
          <p:cNvPr id="39" name="文本框 38"/>
          <p:cNvSpPr txBox="1"/>
          <p:nvPr/>
        </p:nvSpPr>
        <p:spPr>
          <a:xfrm>
            <a:off x="8089868" y="1970404"/>
            <a:ext cx="2856518" cy="830997"/>
          </a:xfrm>
          <a:prstGeom prst="rect">
            <a:avLst/>
          </a:prstGeom>
          <a:noFill/>
        </p:spPr>
        <p:txBody>
          <a:bodyPr wrap="square" rtlCol="0">
            <a:spAutoFit/>
          </a:bodyPr>
          <a:lstStyle/>
          <a:p>
            <a:pPr>
              <a:lnSpc>
                <a:spcPct val="120000"/>
              </a:lnSpc>
            </a:pPr>
            <a:r>
              <a:rPr lang="zh-CN" altLang="en-US" sz="2400" b="1" dirty="0">
                <a:solidFill>
                  <a:srgbClr val="297FB8"/>
                </a:solidFill>
              </a:rPr>
              <a:t>添加标题</a:t>
            </a:r>
            <a:endParaRPr lang="en-US" altLang="zh-CN" sz="2400" b="1" dirty="0">
              <a:solidFill>
                <a:srgbClr val="297FB8"/>
              </a:solidFill>
            </a:endParaRPr>
          </a:p>
          <a:p>
            <a:pPr>
              <a:lnSpc>
                <a:spcPct val="120000"/>
              </a:lnSpc>
            </a:pPr>
            <a:r>
              <a:rPr lang="zh-CN" altLang="en-US" sz="1600" dirty="0">
                <a:solidFill>
                  <a:schemeClr val="tx1">
                    <a:lumMod val="65000"/>
                    <a:lumOff val="35000"/>
                  </a:schemeClr>
                </a:solidFill>
              </a:rPr>
              <a:t>添加内容添加内容</a:t>
            </a:r>
          </a:p>
        </p:txBody>
      </p:sp>
      <p:sp>
        <p:nvSpPr>
          <p:cNvPr id="40" name="文本框 39"/>
          <p:cNvSpPr txBox="1"/>
          <p:nvPr/>
        </p:nvSpPr>
        <p:spPr>
          <a:xfrm>
            <a:off x="8089868" y="4280666"/>
            <a:ext cx="2856518" cy="830997"/>
          </a:xfrm>
          <a:prstGeom prst="rect">
            <a:avLst/>
          </a:prstGeom>
          <a:noFill/>
        </p:spPr>
        <p:txBody>
          <a:bodyPr wrap="square" rtlCol="0">
            <a:spAutoFit/>
          </a:bodyPr>
          <a:lstStyle/>
          <a:p>
            <a:pPr>
              <a:lnSpc>
                <a:spcPct val="120000"/>
              </a:lnSpc>
            </a:pPr>
            <a:r>
              <a:rPr lang="zh-CN" altLang="en-US" sz="2400" b="1" dirty="0">
                <a:solidFill>
                  <a:srgbClr val="C1392D"/>
                </a:solidFill>
              </a:rPr>
              <a:t>添加标题</a:t>
            </a:r>
            <a:endParaRPr lang="en-US" altLang="zh-CN" sz="2400" b="1" dirty="0">
              <a:solidFill>
                <a:srgbClr val="C1392D"/>
              </a:solidFill>
            </a:endParaRPr>
          </a:p>
          <a:p>
            <a:pPr>
              <a:lnSpc>
                <a:spcPct val="120000"/>
              </a:lnSpc>
            </a:pPr>
            <a:r>
              <a:rPr lang="zh-CN" altLang="en-US" sz="1600" dirty="0">
                <a:solidFill>
                  <a:schemeClr val="tx1">
                    <a:lumMod val="65000"/>
                    <a:lumOff val="35000"/>
                  </a:schemeClr>
                </a:solidFill>
              </a:rPr>
              <a:t>添加内容添加内容</a:t>
            </a:r>
          </a:p>
        </p:txBody>
      </p:sp>
      <p:sp>
        <p:nvSpPr>
          <p:cNvPr id="41" name="文本框 40"/>
          <p:cNvSpPr txBox="1"/>
          <p:nvPr/>
        </p:nvSpPr>
        <p:spPr>
          <a:xfrm>
            <a:off x="4656084" y="546493"/>
            <a:ext cx="2856518" cy="830997"/>
          </a:xfrm>
          <a:prstGeom prst="rect">
            <a:avLst/>
          </a:prstGeom>
          <a:noFill/>
        </p:spPr>
        <p:txBody>
          <a:bodyPr wrap="square" rtlCol="0">
            <a:spAutoFit/>
          </a:bodyPr>
          <a:lstStyle/>
          <a:p>
            <a:pPr algn="ctr">
              <a:lnSpc>
                <a:spcPct val="120000"/>
              </a:lnSpc>
            </a:pPr>
            <a:r>
              <a:rPr lang="zh-CN" altLang="en-US" sz="2400" b="1" dirty="0">
                <a:solidFill>
                  <a:srgbClr val="19BD9B"/>
                </a:solidFill>
              </a:rPr>
              <a:t>添加标题</a:t>
            </a:r>
            <a:endParaRPr lang="en-US" altLang="zh-CN" sz="2400" b="1" dirty="0">
              <a:solidFill>
                <a:srgbClr val="19BD9B"/>
              </a:solidFill>
            </a:endParaRPr>
          </a:p>
          <a:p>
            <a:pPr algn="ctr">
              <a:lnSpc>
                <a:spcPct val="120000"/>
              </a:lnSpc>
            </a:pPr>
            <a:r>
              <a:rPr lang="zh-CN" altLang="en-US" sz="1600" dirty="0">
                <a:solidFill>
                  <a:schemeClr val="tx1">
                    <a:lumMod val="65000"/>
                    <a:lumOff val="35000"/>
                  </a:schemeClr>
                </a:solidFill>
              </a:rPr>
              <a:t>添加内容添加内容</a:t>
            </a:r>
          </a:p>
        </p:txBody>
      </p:sp>
      <p:sp>
        <p:nvSpPr>
          <p:cNvPr id="42" name="文本框 41"/>
          <p:cNvSpPr txBox="1"/>
          <p:nvPr/>
        </p:nvSpPr>
        <p:spPr>
          <a:xfrm>
            <a:off x="4656084" y="5735157"/>
            <a:ext cx="2856518" cy="830997"/>
          </a:xfrm>
          <a:prstGeom prst="rect">
            <a:avLst/>
          </a:prstGeom>
          <a:noFill/>
        </p:spPr>
        <p:txBody>
          <a:bodyPr wrap="square" rtlCol="0">
            <a:spAutoFit/>
          </a:bodyPr>
          <a:lstStyle/>
          <a:p>
            <a:pPr algn="ctr">
              <a:lnSpc>
                <a:spcPct val="120000"/>
              </a:lnSpc>
            </a:pPr>
            <a:r>
              <a:rPr lang="zh-CN" altLang="en-US" sz="2400" b="1" dirty="0">
                <a:solidFill>
                  <a:srgbClr val="E84C3D"/>
                </a:solidFill>
              </a:rPr>
              <a:t>添加标题</a:t>
            </a:r>
            <a:endParaRPr lang="en-US" altLang="zh-CN" sz="2400" b="1" dirty="0">
              <a:solidFill>
                <a:srgbClr val="E84C3D"/>
              </a:solidFill>
            </a:endParaRPr>
          </a:p>
          <a:p>
            <a:pPr algn="ctr">
              <a:lnSpc>
                <a:spcPct val="120000"/>
              </a:lnSpc>
            </a:pPr>
            <a:r>
              <a:rPr lang="zh-CN" altLang="en-US" sz="1600" dirty="0">
                <a:solidFill>
                  <a:schemeClr val="tx1">
                    <a:lumMod val="65000"/>
                    <a:lumOff val="35000"/>
                  </a:schemeClr>
                </a:solidFill>
              </a:rPr>
              <a:t>添加内容添加内容</a:t>
            </a:r>
          </a:p>
        </p:txBody>
      </p:sp>
      <p:sp>
        <p:nvSpPr>
          <p:cNvPr id="43" name="文本框 42"/>
          <p:cNvSpPr txBox="1"/>
          <p:nvPr/>
        </p:nvSpPr>
        <p:spPr>
          <a:xfrm>
            <a:off x="1208523" y="1970404"/>
            <a:ext cx="2856518" cy="830997"/>
          </a:xfrm>
          <a:prstGeom prst="rect">
            <a:avLst/>
          </a:prstGeom>
          <a:noFill/>
        </p:spPr>
        <p:txBody>
          <a:bodyPr wrap="square" rtlCol="0">
            <a:spAutoFit/>
          </a:bodyPr>
          <a:lstStyle/>
          <a:p>
            <a:pPr algn="r">
              <a:lnSpc>
                <a:spcPct val="120000"/>
              </a:lnSpc>
            </a:pPr>
            <a:r>
              <a:rPr lang="zh-CN" altLang="en-US" sz="2400" b="1" dirty="0">
                <a:solidFill>
                  <a:srgbClr val="17A086"/>
                </a:solidFill>
              </a:rPr>
              <a:t>添加标题</a:t>
            </a:r>
            <a:endParaRPr lang="en-US" altLang="zh-CN" sz="2400" b="1" dirty="0">
              <a:solidFill>
                <a:srgbClr val="17A086"/>
              </a:solidFill>
            </a:endParaRPr>
          </a:p>
          <a:p>
            <a:pPr algn="r">
              <a:lnSpc>
                <a:spcPct val="120000"/>
              </a:lnSpc>
            </a:pPr>
            <a:r>
              <a:rPr lang="zh-CN" altLang="en-US" sz="1600" dirty="0">
                <a:solidFill>
                  <a:schemeClr val="tx1">
                    <a:lumMod val="65000"/>
                    <a:lumOff val="35000"/>
                  </a:schemeClr>
                </a:solidFill>
              </a:rPr>
              <a:t>添加内容添加内容</a:t>
            </a:r>
          </a:p>
        </p:txBody>
      </p:sp>
      <p:sp>
        <p:nvSpPr>
          <p:cNvPr id="44" name="文本框 43"/>
          <p:cNvSpPr txBox="1"/>
          <p:nvPr/>
        </p:nvSpPr>
        <p:spPr>
          <a:xfrm>
            <a:off x="771918" y="3069704"/>
            <a:ext cx="2856518" cy="830997"/>
          </a:xfrm>
          <a:prstGeom prst="rect">
            <a:avLst/>
          </a:prstGeom>
          <a:noFill/>
        </p:spPr>
        <p:txBody>
          <a:bodyPr wrap="square" rtlCol="0">
            <a:spAutoFit/>
          </a:bodyPr>
          <a:lstStyle/>
          <a:p>
            <a:pPr algn="r">
              <a:lnSpc>
                <a:spcPct val="120000"/>
              </a:lnSpc>
            </a:pPr>
            <a:r>
              <a:rPr lang="zh-CN" altLang="en-US" sz="2400" b="1" dirty="0">
                <a:solidFill>
                  <a:srgbClr val="2DCC70"/>
                </a:solidFill>
              </a:rPr>
              <a:t>添加标题</a:t>
            </a:r>
            <a:endParaRPr lang="en-US" altLang="zh-CN" sz="2400" b="1" dirty="0">
              <a:solidFill>
                <a:srgbClr val="2DCC70"/>
              </a:solidFill>
            </a:endParaRPr>
          </a:p>
          <a:p>
            <a:pPr algn="r">
              <a:lnSpc>
                <a:spcPct val="120000"/>
              </a:lnSpc>
            </a:pPr>
            <a:r>
              <a:rPr lang="zh-CN" altLang="en-US" sz="1600" dirty="0">
                <a:solidFill>
                  <a:schemeClr val="tx1">
                    <a:lumMod val="65000"/>
                    <a:lumOff val="35000"/>
                  </a:schemeClr>
                </a:solidFill>
              </a:rPr>
              <a:t>添加内容添加内容</a:t>
            </a:r>
          </a:p>
        </p:txBody>
      </p:sp>
      <p:sp>
        <p:nvSpPr>
          <p:cNvPr id="45" name="文本框 44"/>
          <p:cNvSpPr txBox="1"/>
          <p:nvPr/>
        </p:nvSpPr>
        <p:spPr>
          <a:xfrm>
            <a:off x="1126113" y="4280666"/>
            <a:ext cx="2856518" cy="830997"/>
          </a:xfrm>
          <a:prstGeom prst="rect">
            <a:avLst/>
          </a:prstGeom>
          <a:noFill/>
        </p:spPr>
        <p:txBody>
          <a:bodyPr wrap="square" rtlCol="0">
            <a:spAutoFit/>
          </a:bodyPr>
          <a:lstStyle/>
          <a:p>
            <a:pPr algn="r">
              <a:lnSpc>
                <a:spcPct val="120000"/>
              </a:lnSpc>
            </a:pPr>
            <a:r>
              <a:rPr lang="zh-CN" altLang="en-US" sz="2400" b="1" dirty="0">
                <a:solidFill>
                  <a:srgbClr val="27AE61"/>
                </a:solidFill>
              </a:rPr>
              <a:t>添加标题</a:t>
            </a:r>
            <a:endParaRPr lang="en-US" altLang="zh-CN" sz="2400" b="1" dirty="0">
              <a:solidFill>
                <a:srgbClr val="27AE61"/>
              </a:solidFill>
            </a:endParaRPr>
          </a:p>
          <a:p>
            <a:pPr algn="r">
              <a:lnSpc>
                <a:spcPct val="120000"/>
              </a:lnSpc>
            </a:pPr>
            <a:r>
              <a:rPr lang="zh-CN" altLang="en-US" sz="1600" dirty="0">
                <a:solidFill>
                  <a:schemeClr val="tx1">
                    <a:lumMod val="65000"/>
                    <a:lumOff val="35000"/>
                  </a:schemeClr>
                </a:solidFill>
              </a:rPr>
              <a:t>添加内容添加内容</a:t>
            </a:r>
          </a:p>
        </p:txBody>
      </p:sp>
      <p:sp>
        <p:nvSpPr>
          <p:cNvPr id="51"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八项并列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330095255"/>
      </p:ext>
    </p:extLst>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Rectangle 172"/>
          <p:cNvSpPr>
            <a:spLocks noChangeArrowheads="1"/>
          </p:cNvSpPr>
          <p:nvPr/>
        </p:nvSpPr>
        <p:spPr bwMode="auto">
          <a:xfrm>
            <a:off x="3222980" y="3668713"/>
            <a:ext cx="5713413" cy="44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176"/>
          <p:cNvSpPr>
            <a:spLocks/>
          </p:cNvSpPr>
          <p:nvPr/>
        </p:nvSpPr>
        <p:spPr bwMode="auto">
          <a:xfrm>
            <a:off x="4045305" y="1655763"/>
            <a:ext cx="4073525" cy="4071938"/>
          </a:xfrm>
          <a:custGeom>
            <a:avLst/>
            <a:gdLst>
              <a:gd name="T0" fmla="*/ 19 w 2566"/>
              <a:gd name="T1" fmla="*/ 2565 h 2565"/>
              <a:gd name="T2" fmla="*/ 0 w 2566"/>
              <a:gd name="T3" fmla="*/ 2543 h 2565"/>
              <a:gd name="T4" fmla="*/ 2544 w 2566"/>
              <a:gd name="T5" fmla="*/ 0 h 2565"/>
              <a:gd name="T6" fmla="*/ 2566 w 2566"/>
              <a:gd name="T7" fmla="*/ 18 h 2565"/>
              <a:gd name="T8" fmla="*/ 19 w 2566"/>
              <a:gd name="T9" fmla="*/ 2565 h 2565"/>
            </a:gdLst>
            <a:ahLst/>
            <a:cxnLst>
              <a:cxn ang="0">
                <a:pos x="T0" y="T1"/>
              </a:cxn>
              <a:cxn ang="0">
                <a:pos x="T2" y="T3"/>
              </a:cxn>
              <a:cxn ang="0">
                <a:pos x="T4" y="T5"/>
              </a:cxn>
              <a:cxn ang="0">
                <a:pos x="T6" y="T7"/>
              </a:cxn>
              <a:cxn ang="0">
                <a:pos x="T8" y="T9"/>
              </a:cxn>
            </a:cxnLst>
            <a:rect l="0" t="0" r="r" b="b"/>
            <a:pathLst>
              <a:path w="2566" h="2565">
                <a:moveTo>
                  <a:pt x="19" y="2565"/>
                </a:moveTo>
                <a:lnTo>
                  <a:pt x="0" y="2543"/>
                </a:lnTo>
                <a:lnTo>
                  <a:pt x="2544" y="0"/>
                </a:lnTo>
                <a:lnTo>
                  <a:pt x="2566" y="18"/>
                </a:lnTo>
                <a:lnTo>
                  <a:pt x="19" y="256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257" name="组合 256"/>
          <p:cNvGrpSpPr/>
          <p:nvPr/>
        </p:nvGrpSpPr>
        <p:grpSpPr>
          <a:xfrm>
            <a:off x="4316936" y="1926109"/>
            <a:ext cx="3525502" cy="3526482"/>
            <a:chOff x="2841626" y="628650"/>
            <a:chExt cx="5713413" cy="5715000"/>
          </a:xfrm>
        </p:grpSpPr>
        <p:sp>
          <p:nvSpPr>
            <p:cNvPr id="30" name="Rectangle 171"/>
            <p:cNvSpPr>
              <a:spLocks noChangeArrowheads="1"/>
            </p:cNvSpPr>
            <p:nvPr/>
          </p:nvSpPr>
          <p:spPr bwMode="auto">
            <a:xfrm>
              <a:off x="2841626" y="3465513"/>
              <a:ext cx="5713413" cy="4445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175"/>
            <p:cNvSpPr>
              <a:spLocks/>
            </p:cNvSpPr>
            <p:nvPr/>
          </p:nvSpPr>
          <p:spPr bwMode="auto">
            <a:xfrm>
              <a:off x="3663951" y="1452563"/>
              <a:ext cx="4073525" cy="4071938"/>
            </a:xfrm>
            <a:custGeom>
              <a:avLst/>
              <a:gdLst>
                <a:gd name="T0" fmla="*/ 19 w 2566"/>
                <a:gd name="T1" fmla="*/ 2565 h 2565"/>
                <a:gd name="T2" fmla="*/ 0 w 2566"/>
                <a:gd name="T3" fmla="*/ 2543 h 2565"/>
                <a:gd name="T4" fmla="*/ 2544 w 2566"/>
                <a:gd name="T5" fmla="*/ 0 h 2565"/>
                <a:gd name="T6" fmla="*/ 2566 w 2566"/>
                <a:gd name="T7" fmla="*/ 18 h 2565"/>
                <a:gd name="T8" fmla="*/ 19 w 2566"/>
                <a:gd name="T9" fmla="*/ 2565 h 2565"/>
              </a:gdLst>
              <a:ahLst/>
              <a:cxnLst>
                <a:cxn ang="0">
                  <a:pos x="T0" y="T1"/>
                </a:cxn>
                <a:cxn ang="0">
                  <a:pos x="T2" y="T3"/>
                </a:cxn>
                <a:cxn ang="0">
                  <a:pos x="T4" y="T5"/>
                </a:cxn>
                <a:cxn ang="0">
                  <a:pos x="T6" y="T7"/>
                </a:cxn>
                <a:cxn ang="0">
                  <a:pos x="T8" y="T9"/>
                </a:cxn>
              </a:cxnLst>
              <a:rect l="0" t="0" r="r" b="b"/>
              <a:pathLst>
                <a:path w="2566" h="2565">
                  <a:moveTo>
                    <a:pt x="19" y="2565"/>
                  </a:moveTo>
                  <a:lnTo>
                    <a:pt x="0" y="2543"/>
                  </a:lnTo>
                  <a:lnTo>
                    <a:pt x="2544" y="0"/>
                  </a:lnTo>
                  <a:lnTo>
                    <a:pt x="2566" y="18"/>
                  </a:lnTo>
                  <a:lnTo>
                    <a:pt x="19" y="256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178"/>
            <p:cNvSpPr>
              <a:spLocks/>
            </p:cNvSpPr>
            <p:nvPr/>
          </p:nvSpPr>
          <p:spPr bwMode="auto">
            <a:xfrm>
              <a:off x="3652838" y="1439863"/>
              <a:ext cx="4090988" cy="4095750"/>
            </a:xfrm>
            <a:custGeom>
              <a:avLst/>
              <a:gdLst>
                <a:gd name="T0" fmla="*/ 26 w 2577"/>
                <a:gd name="T1" fmla="*/ 2573 h 2580"/>
                <a:gd name="T2" fmla="*/ 31 w 2577"/>
                <a:gd name="T3" fmla="*/ 2568 h 2580"/>
                <a:gd name="T4" fmla="*/ 14 w 2577"/>
                <a:gd name="T5" fmla="*/ 2551 h 2580"/>
                <a:gd name="T6" fmla="*/ 2551 w 2577"/>
                <a:gd name="T7" fmla="*/ 15 h 2580"/>
                <a:gd name="T8" fmla="*/ 2565 w 2577"/>
                <a:gd name="T9" fmla="*/ 26 h 2580"/>
                <a:gd name="T10" fmla="*/ 24 w 2577"/>
                <a:gd name="T11" fmla="*/ 2568 h 2580"/>
                <a:gd name="T12" fmla="*/ 26 w 2577"/>
                <a:gd name="T13" fmla="*/ 2573 h 2580"/>
                <a:gd name="T14" fmla="*/ 31 w 2577"/>
                <a:gd name="T15" fmla="*/ 2568 h 2580"/>
                <a:gd name="T16" fmla="*/ 26 w 2577"/>
                <a:gd name="T17" fmla="*/ 2573 h 2580"/>
                <a:gd name="T18" fmla="*/ 31 w 2577"/>
                <a:gd name="T19" fmla="*/ 2575 h 2580"/>
                <a:gd name="T20" fmla="*/ 2577 w 2577"/>
                <a:gd name="T21" fmla="*/ 26 h 2580"/>
                <a:gd name="T22" fmla="*/ 2551 w 2577"/>
                <a:gd name="T23" fmla="*/ 0 h 2580"/>
                <a:gd name="T24" fmla="*/ 0 w 2577"/>
                <a:gd name="T25" fmla="*/ 2551 h 2580"/>
                <a:gd name="T26" fmla="*/ 26 w 2577"/>
                <a:gd name="T27" fmla="*/ 2580 h 2580"/>
                <a:gd name="T28" fmla="*/ 31 w 2577"/>
                <a:gd name="T29" fmla="*/ 2575 h 2580"/>
                <a:gd name="T30" fmla="*/ 26 w 2577"/>
                <a:gd name="T31" fmla="*/ 2573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577" h="2580">
                  <a:moveTo>
                    <a:pt x="26" y="2573"/>
                  </a:moveTo>
                  <a:lnTo>
                    <a:pt x="31" y="2568"/>
                  </a:lnTo>
                  <a:lnTo>
                    <a:pt x="14" y="2551"/>
                  </a:lnTo>
                  <a:lnTo>
                    <a:pt x="2551" y="15"/>
                  </a:lnTo>
                  <a:lnTo>
                    <a:pt x="2565" y="26"/>
                  </a:lnTo>
                  <a:lnTo>
                    <a:pt x="24" y="2568"/>
                  </a:lnTo>
                  <a:lnTo>
                    <a:pt x="26" y="2573"/>
                  </a:lnTo>
                  <a:lnTo>
                    <a:pt x="31" y="2568"/>
                  </a:lnTo>
                  <a:lnTo>
                    <a:pt x="26" y="2573"/>
                  </a:lnTo>
                  <a:lnTo>
                    <a:pt x="31" y="2575"/>
                  </a:lnTo>
                  <a:lnTo>
                    <a:pt x="2577" y="26"/>
                  </a:lnTo>
                  <a:lnTo>
                    <a:pt x="2551" y="0"/>
                  </a:lnTo>
                  <a:lnTo>
                    <a:pt x="0" y="2551"/>
                  </a:lnTo>
                  <a:lnTo>
                    <a:pt x="26" y="2580"/>
                  </a:lnTo>
                  <a:lnTo>
                    <a:pt x="31" y="2575"/>
                  </a:lnTo>
                  <a:lnTo>
                    <a:pt x="26" y="257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Rectangle 179"/>
            <p:cNvSpPr>
              <a:spLocks noChangeArrowheads="1"/>
            </p:cNvSpPr>
            <p:nvPr/>
          </p:nvSpPr>
          <p:spPr bwMode="auto">
            <a:xfrm>
              <a:off x="5678488" y="628650"/>
              <a:ext cx="44450" cy="57150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183"/>
            <p:cNvSpPr>
              <a:spLocks/>
            </p:cNvSpPr>
            <p:nvPr/>
          </p:nvSpPr>
          <p:spPr bwMode="auto">
            <a:xfrm>
              <a:off x="3663951" y="1452563"/>
              <a:ext cx="4073525" cy="4071938"/>
            </a:xfrm>
            <a:custGeom>
              <a:avLst/>
              <a:gdLst>
                <a:gd name="T0" fmla="*/ 2544 w 2566"/>
                <a:gd name="T1" fmla="*/ 2565 h 2565"/>
                <a:gd name="T2" fmla="*/ 0 w 2566"/>
                <a:gd name="T3" fmla="*/ 18 h 2565"/>
                <a:gd name="T4" fmla="*/ 19 w 2566"/>
                <a:gd name="T5" fmla="*/ 0 h 2565"/>
                <a:gd name="T6" fmla="*/ 2566 w 2566"/>
                <a:gd name="T7" fmla="*/ 2543 h 2565"/>
                <a:gd name="T8" fmla="*/ 2544 w 2566"/>
                <a:gd name="T9" fmla="*/ 2565 h 2565"/>
              </a:gdLst>
              <a:ahLst/>
              <a:cxnLst>
                <a:cxn ang="0">
                  <a:pos x="T0" y="T1"/>
                </a:cxn>
                <a:cxn ang="0">
                  <a:pos x="T2" y="T3"/>
                </a:cxn>
                <a:cxn ang="0">
                  <a:pos x="T4" y="T5"/>
                </a:cxn>
                <a:cxn ang="0">
                  <a:pos x="T6" y="T7"/>
                </a:cxn>
                <a:cxn ang="0">
                  <a:pos x="T8" y="T9"/>
                </a:cxn>
              </a:cxnLst>
              <a:rect l="0" t="0" r="r" b="b"/>
              <a:pathLst>
                <a:path w="2566" h="2565">
                  <a:moveTo>
                    <a:pt x="2544" y="2565"/>
                  </a:moveTo>
                  <a:lnTo>
                    <a:pt x="0" y="18"/>
                  </a:lnTo>
                  <a:lnTo>
                    <a:pt x="19" y="0"/>
                  </a:lnTo>
                  <a:lnTo>
                    <a:pt x="2566" y="2543"/>
                  </a:lnTo>
                  <a:lnTo>
                    <a:pt x="2544" y="256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43" name="Freeform 184"/>
          <p:cNvSpPr>
            <a:spLocks/>
          </p:cNvSpPr>
          <p:nvPr/>
        </p:nvSpPr>
        <p:spPr bwMode="auto">
          <a:xfrm>
            <a:off x="4045305" y="1655763"/>
            <a:ext cx="4073525" cy="4071938"/>
          </a:xfrm>
          <a:custGeom>
            <a:avLst/>
            <a:gdLst>
              <a:gd name="T0" fmla="*/ 2544 w 2566"/>
              <a:gd name="T1" fmla="*/ 2565 h 2565"/>
              <a:gd name="T2" fmla="*/ 0 w 2566"/>
              <a:gd name="T3" fmla="*/ 18 h 2565"/>
              <a:gd name="T4" fmla="*/ 19 w 2566"/>
              <a:gd name="T5" fmla="*/ 0 h 2565"/>
              <a:gd name="T6" fmla="*/ 2566 w 2566"/>
              <a:gd name="T7" fmla="*/ 2543 h 2565"/>
              <a:gd name="T8" fmla="*/ 2544 w 2566"/>
              <a:gd name="T9" fmla="*/ 2565 h 2565"/>
            </a:gdLst>
            <a:ahLst/>
            <a:cxnLst>
              <a:cxn ang="0">
                <a:pos x="T0" y="T1"/>
              </a:cxn>
              <a:cxn ang="0">
                <a:pos x="T2" y="T3"/>
              </a:cxn>
              <a:cxn ang="0">
                <a:pos x="T4" y="T5"/>
              </a:cxn>
              <a:cxn ang="0">
                <a:pos x="T6" y="T7"/>
              </a:cxn>
              <a:cxn ang="0">
                <a:pos x="T8" y="T9"/>
              </a:cxn>
            </a:cxnLst>
            <a:rect l="0" t="0" r="r" b="b"/>
            <a:pathLst>
              <a:path w="2566" h="2565">
                <a:moveTo>
                  <a:pt x="2544" y="2565"/>
                </a:moveTo>
                <a:lnTo>
                  <a:pt x="0" y="18"/>
                </a:lnTo>
                <a:lnTo>
                  <a:pt x="19" y="0"/>
                </a:lnTo>
                <a:lnTo>
                  <a:pt x="2566" y="2543"/>
                </a:lnTo>
                <a:lnTo>
                  <a:pt x="2544" y="256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186"/>
          <p:cNvSpPr>
            <a:spLocks/>
          </p:cNvSpPr>
          <p:nvPr/>
        </p:nvSpPr>
        <p:spPr bwMode="auto">
          <a:xfrm>
            <a:off x="4034192" y="1643063"/>
            <a:ext cx="4090988" cy="4095750"/>
          </a:xfrm>
          <a:custGeom>
            <a:avLst/>
            <a:gdLst>
              <a:gd name="T0" fmla="*/ 2551 w 2577"/>
              <a:gd name="T1" fmla="*/ 2573 h 2580"/>
              <a:gd name="T2" fmla="*/ 2556 w 2577"/>
              <a:gd name="T3" fmla="*/ 2568 h 2580"/>
              <a:gd name="T4" fmla="*/ 14 w 2577"/>
              <a:gd name="T5" fmla="*/ 26 h 2580"/>
              <a:gd name="T6" fmla="*/ 26 w 2577"/>
              <a:gd name="T7" fmla="*/ 15 h 2580"/>
              <a:gd name="T8" fmla="*/ 2565 w 2577"/>
              <a:gd name="T9" fmla="*/ 2551 h 2580"/>
              <a:gd name="T10" fmla="*/ 2549 w 2577"/>
              <a:gd name="T11" fmla="*/ 2568 h 2580"/>
              <a:gd name="T12" fmla="*/ 2551 w 2577"/>
              <a:gd name="T13" fmla="*/ 2573 h 2580"/>
              <a:gd name="T14" fmla="*/ 2556 w 2577"/>
              <a:gd name="T15" fmla="*/ 2568 h 2580"/>
              <a:gd name="T16" fmla="*/ 2551 w 2577"/>
              <a:gd name="T17" fmla="*/ 2573 h 2580"/>
              <a:gd name="T18" fmla="*/ 2556 w 2577"/>
              <a:gd name="T19" fmla="*/ 2575 h 2580"/>
              <a:gd name="T20" fmla="*/ 2577 w 2577"/>
              <a:gd name="T21" fmla="*/ 2551 h 2580"/>
              <a:gd name="T22" fmla="*/ 26 w 2577"/>
              <a:gd name="T23" fmla="*/ 0 h 2580"/>
              <a:gd name="T24" fmla="*/ 0 w 2577"/>
              <a:gd name="T25" fmla="*/ 26 h 2580"/>
              <a:gd name="T26" fmla="*/ 2551 w 2577"/>
              <a:gd name="T27" fmla="*/ 2580 h 2580"/>
              <a:gd name="T28" fmla="*/ 2556 w 2577"/>
              <a:gd name="T29" fmla="*/ 2575 h 2580"/>
              <a:gd name="T30" fmla="*/ 2551 w 2577"/>
              <a:gd name="T31" fmla="*/ 2573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577" h="2580">
                <a:moveTo>
                  <a:pt x="2551" y="2573"/>
                </a:moveTo>
                <a:lnTo>
                  <a:pt x="2556" y="2568"/>
                </a:lnTo>
                <a:lnTo>
                  <a:pt x="14" y="26"/>
                </a:lnTo>
                <a:lnTo>
                  <a:pt x="26" y="15"/>
                </a:lnTo>
                <a:lnTo>
                  <a:pt x="2565" y="2551"/>
                </a:lnTo>
                <a:lnTo>
                  <a:pt x="2549" y="2568"/>
                </a:lnTo>
                <a:lnTo>
                  <a:pt x="2551" y="2573"/>
                </a:lnTo>
                <a:lnTo>
                  <a:pt x="2556" y="2568"/>
                </a:lnTo>
                <a:lnTo>
                  <a:pt x="2551" y="2573"/>
                </a:lnTo>
                <a:lnTo>
                  <a:pt x="2556" y="2575"/>
                </a:lnTo>
                <a:lnTo>
                  <a:pt x="2577" y="2551"/>
                </a:lnTo>
                <a:lnTo>
                  <a:pt x="26" y="0"/>
                </a:lnTo>
                <a:lnTo>
                  <a:pt x="0" y="26"/>
                </a:lnTo>
                <a:lnTo>
                  <a:pt x="2551" y="2580"/>
                </a:lnTo>
                <a:lnTo>
                  <a:pt x="2556" y="2575"/>
                </a:lnTo>
                <a:lnTo>
                  <a:pt x="2551" y="257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Rectangle 167"/>
          <p:cNvSpPr>
            <a:spLocks noChangeArrowheads="1"/>
          </p:cNvSpPr>
          <p:nvPr/>
        </p:nvSpPr>
        <p:spPr bwMode="auto">
          <a:xfrm>
            <a:off x="2660035" y="2437938"/>
            <a:ext cx="3273" cy="327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168"/>
          <p:cNvSpPr>
            <a:spLocks/>
          </p:cNvSpPr>
          <p:nvPr/>
        </p:nvSpPr>
        <p:spPr bwMode="auto">
          <a:xfrm>
            <a:off x="2660035" y="2437938"/>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239" name="组合 238"/>
          <p:cNvGrpSpPr/>
          <p:nvPr/>
        </p:nvGrpSpPr>
        <p:grpSpPr>
          <a:xfrm>
            <a:off x="5023476" y="2635521"/>
            <a:ext cx="2112422" cy="2112422"/>
            <a:chOff x="4238809" y="2113513"/>
            <a:chExt cx="2919046" cy="2919046"/>
          </a:xfrm>
          <a:effectLst>
            <a:outerShdw blurRad="228600" dist="63500" dir="2700000" algn="tl" rotWithShape="0">
              <a:prstClr val="black">
                <a:alpha val="32000"/>
              </a:prstClr>
            </a:outerShdw>
          </a:effectLst>
        </p:grpSpPr>
        <p:sp>
          <p:nvSpPr>
            <p:cNvPr id="221" name="椭圆 220"/>
            <p:cNvSpPr/>
            <p:nvPr/>
          </p:nvSpPr>
          <p:spPr>
            <a:xfrm>
              <a:off x="4473675" y="2348379"/>
              <a:ext cx="2449314" cy="2449315"/>
            </a:xfrm>
            <a:prstGeom prst="ellipse">
              <a:avLst/>
            </a:prstGeom>
            <a:solidFill>
              <a:srgbClr val="CAD7DE"/>
            </a:solidFill>
            <a:ln w="57150">
              <a:gradFill flip="none" rotWithShape="1">
                <a:gsLst>
                  <a:gs pos="2000">
                    <a:srgbClr val="FDFDFD"/>
                  </a:gs>
                  <a:gs pos="100000">
                    <a:srgbClr val="CBCDCE"/>
                  </a:gs>
                </a:gsLst>
                <a:lin ang="18900000" scaled="1"/>
                <a:tileRect/>
              </a:gradFill>
            </a:ln>
            <a:effectLst>
              <a:innerShdw blurRad="203200" dist="101600" dir="13500000">
                <a:prstClr val="black">
                  <a:alpha val="38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2" name="同心圆 221"/>
            <p:cNvSpPr/>
            <p:nvPr/>
          </p:nvSpPr>
          <p:spPr>
            <a:xfrm>
              <a:off x="4238809" y="2113513"/>
              <a:ext cx="2919046" cy="2919046"/>
            </a:xfrm>
            <a:prstGeom prst="donut">
              <a:avLst>
                <a:gd name="adj" fmla="val 7818"/>
              </a:avLst>
            </a:prstGeom>
            <a:gradFill flip="none" rotWithShape="1">
              <a:gsLst>
                <a:gs pos="100000">
                  <a:srgbClr val="FFFFFF"/>
                </a:gs>
                <a:gs pos="0">
                  <a:srgbClr val="B8BBBC"/>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3" name="Freeform 21"/>
            <p:cNvSpPr>
              <a:spLocks/>
            </p:cNvSpPr>
            <p:nvPr/>
          </p:nvSpPr>
          <p:spPr bwMode="auto">
            <a:xfrm>
              <a:off x="5214939" y="3538905"/>
              <a:ext cx="393700" cy="87313"/>
            </a:xfrm>
            <a:custGeom>
              <a:avLst/>
              <a:gdLst>
                <a:gd name="T0" fmla="*/ 156 w 162"/>
                <a:gd name="T1" fmla="*/ 15 h 36"/>
                <a:gd name="T2" fmla="*/ 160 w 162"/>
                <a:gd name="T3" fmla="*/ 0 h 36"/>
                <a:gd name="T4" fmla="*/ 20 w 162"/>
                <a:gd name="T5" fmla="*/ 0 h 36"/>
                <a:gd name="T6" fmla="*/ 0 w 162"/>
                <a:gd name="T7" fmla="*/ 13 h 36"/>
                <a:gd name="T8" fmla="*/ 0 w 162"/>
                <a:gd name="T9" fmla="*/ 16 h 36"/>
                <a:gd name="T10" fmla="*/ 20 w 162"/>
                <a:gd name="T11" fmla="*/ 36 h 36"/>
                <a:gd name="T12" fmla="*/ 162 w 162"/>
                <a:gd name="T13" fmla="*/ 36 h 36"/>
                <a:gd name="T14" fmla="*/ 156 w 162"/>
                <a:gd name="T15" fmla="*/ 15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 h="36">
                  <a:moveTo>
                    <a:pt x="156" y="15"/>
                  </a:moveTo>
                  <a:cubicBezTo>
                    <a:pt x="156" y="9"/>
                    <a:pt x="157" y="0"/>
                    <a:pt x="160" y="0"/>
                  </a:cubicBezTo>
                  <a:cubicBezTo>
                    <a:pt x="20" y="0"/>
                    <a:pt x="20" y="0"/>
                    <a:pt x="20" y="0"/>
                  </a:cubicBezTo>
                  <a:cubicBezTo>
                    <a:pt x="10" y="0"/>
                    <a:pt x="0" y="3"/>
                    <a:pt x="0" y="13"/>
                  </a:cubicBezTo>
                  <a:cubicBezTo>
                    <a:pt x="0" y="16"/>
                    <a:pt x="0" y="16"/>
                    <a:pt x="0" y="16"/>
                  </a:cubicBezTo>
                  <a:cubicBezTo>
                    <a:pt x="0" y="26"/>
                    <a:pt x="10" y="36"/>
                    <a:pt x="20" y="36"/>
                  </a:cubicBezTo>
                  <a:cubicBezTo>
                    <a:pt x="162" y="36"/>
                    <a:pt x="162" y="36"/>
                    <a:pt x="162" y="36"/>
                  </a:cubicBezTo>
                  <a:cubicBezTo>
                    <a:pt x="158" y="24"/>
                    <a:pt x="156" y="23"/>
                    <a:pt x="156" y="15"/>
                  </a:cubicBezTo>
                  <a:close/>
                </a:path>
              </a:pathLst>
            </a:custGeom>
            <a:solidFill>
              <a:srgbClr val="474F5A"/>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4" name="Freeform 22"/>
            <p:cNvSpPr>
              <a:spLocks/>
            </p:cNvSpPr>
            <p:nvPr/>
          </p:nvSpPr>
          <p:spPr bwMode="auto">
            <a:xfrm>
              <a:off x="5643564" y="2972167"/>
              <a:ext cx="87313" cy="504825"/>
            </a:xfrm>
            <a:custGeom>
              <a:avLst/>
              <a:gdLst>
                <a:gd name="T0" fmla="*/ 18 w 36"/>
                <a:gd name="T1" fmla="*/ 202 h 207"/>
                <a:gd name="T2" fmla="*/ 36 w 36"/>
                <a:gd name="T3" fmla="*/ 207 h 207"/>
                <a:gd name="T4" fmla="*/ 36 w 36"/>
                <a:gd name="T5" fmla="*/ 17 h 207"/>
                <a:gd name="T6" fmla="*/ 23 w 36"/>
                <a:gd name="T7" fmla="*/ 0 h 207"/>
                <a:gd name="T8" fmla="*/ 21 w 36"/>
                <a:gd name="T9" fmla="*/ 0 h 207"/>
                <a:gd name="T10" fmla="*/ 0 w 36"/>
                <a:gd name="T11" fmla="*/ 17 h 207"/>
                <a:gd name="T12" fmla="*/ 0 w 36"/>
                <a:gd name="T13" fmla="*/ 207 h 207"/>
                <a:gd name="T14" fmla="*/ 18 w 36"/>
                <a:gd name="T15" fmla="*/ 202 h 2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 h="207">
                  <a:moveTo>
                    <a:pt x="18" y="202"/>
                  </a:moveTo>
                  <a:cubicBezTo>
                    <a:pt x="25" y="202"/>
                    <a:pt x="32" y="204"/>
                    <a:pt x="36" y="207"/>
                  </a:cubicBezTo>
                  <a:cubicBezTo>
                    <a:pt x="36" y="17"/>
                    <a:pt x="36" y="17"/>
                    <a:pt x="36" y="17"/>
                  </a:cubicBezTo>
                  <a:cubicBezTo>
                    <a:pt x="36" y="7"/>
                    <a:pt x="33" y="0"/>
                    <a:pt x="23" y="0"/>
                  </a:cubicBezTo>
                  <a:cubicBezTo>
                    <a:pt x="21" y="0"/>
                    <a:pt x="21" y="0"/>
                    <a:pt x="21" y="0"/>
                  </a:cubicBezTo>
                  <a:cubicBezTo>
                    <a:pt x="11" y="0"/>
                    <a:pt x="0" y="7"/>
                    <a:pt x="0" y="17"/>
                  </a:cubicBezTo>
                  <a:cubicBezTo>
                    <a:pt x="0" y="207"/>
                    <a:pt x="0" y="207"/>
                    <a:pt x="0" y="207"/>
                  </a:cubicBezTo>
                  <a:cubicBezTo>
                    <a:pt x="8" y="204"/>
                    <a:pt x="11" y="202"/>
                    <a:pt x="18" y="202"/>
                  </a:cubicBezTo>
                  <a:close/>
                </a:path>
              </a:pathLst>
            </a:custGeom>
            <a:solidFill>
              <a:srgbClr val="474F5A"/>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5" name="Freeform 23"/>
            <p:cNvSpPr>
              <a:spLocks noEditPoints="1"/>
            </p:cNvSpPr>
            <p:nvPr/>
          </p:nvSpPr>
          <p:spPr bwMode="auto">
            <a:xfrm>
              <a:off x="5588001" y="3457942"/>
              <a:ext cx="219075" cy="219075"/>
            </a:xfrm>
            <a:custGeom>
              <a:avLst/>
              <a:gdLst>
                <a:gd name="T0" fmla="*/ 45 w 90"/>
                <a:gd name="T1" fmla="*/ 0 h 90"/>
                <a:gd name="T2" fmla="*/ 0 w 90"/>
                <a:gd name="T3" fmla="*/ 45 h 90"/>
                <a:gd name="T4" fmla="*/ 45 w 90"/>
                <a:gd name="T5" fmla="*/ 90 h 90"/>
                <a:gd name="T6" fmla="*/ 90 w 90"/>
                <a:gd name="T7" fmla="*/ 45 h 90"/>
                <a:gd name="T8" fmla="*/ 45 w 90"/>
                <a:gd name="T9" fmla="*/ 0 h 90"/>
                <a:gd name="T10" fmla="*/ 45 w 90"/>
                <a:gd name="T11" fmla="*/ 72 h 90"/>
                <a:gd name="T12" fmla="*/ 18 w 90"/>
                <a:gd name="T13" fmla="*/ 45 h 90"/>
                <a:gd name="T14" fmla="*/ 45 w 90"/>
                <a:gd name="T15" fmla="*/ 18 h 90"/>
                <a:gd name="T16" fmla="*/ 72 w 90"/>
                <a:gd name="T17" fmla="*/ 45 h 90"/>
                <a:gd name="T18" fmla="*/ 45 w 90"/>
                <a:gd name="T19" fmla="*/ 7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 h="90">
                  <a:moveTo>
                    <a:pt x="45" y="0"/>
                  </a:moveTo>
                  <a:cubicBezTo>
                    <a:pt x="20" y="0"/>
                    <a:pt x="0" y="20"/>
                    <a:pt x="0" y="45"/>
                  </a:cubicBezTo>
                  <a:cubicBezTo>
                    <a:pt x="0" y="70"/>
                    <a:pt x="20" y="90"/>
                    <a:pt x="45" y="90"/>
                  </a:cubicBezTo>
                  <a:cubicBezTo>
                    <a:pt x="70" y="90"/>
                    <a:pt x="90" y="70"/>
                    <a:pt x="90" y="45"/>
                  </a:cubicBezTo>
                  <a:cubicBezTo>
                    <a:pt x="90" y="20"/>
                    <a:pt x="70" y="0"/>
                    <a:pt x="45" y="0"/>
                  </a:cubicBezTo>
                  <a:close/>
                  <a:moveTo>
                    <a:pt x="45" y="72"/>
                  </a:moveTo>
                  <a:cubicBezTo>
                    <a:pt x="30" y="72"/>
                    <a:pt x="18" y="60"/>
                    <a:pt x="18" y="45"/>
                  </a:cubicBezTo>
                  <a:cubicBezTo>
                    <a:pt x="18" y="30"/>
                    <a:pt x="30" y="18"/>
                    <a:pt x="45" y="18"/>
                  </a:cubicBezTo>
                  <a:cubicBezTo>
                    <a:pt x="60" y="18"/>
                    <a:pt x="72" y="30"/>
                    <a:pt x="72" y="45"/>
                  </a:cubicBezTo>
                  <a:cubicBezTo>
                    <a:pt x="72" y="60"/>
                    <a:pt x="60" y="72"/>
                    <a:pt x="45" y="72"/>
                  </a:cubicBezTo>
                  <a:close/>
                </a:path>
              </a:pathLst>
            </a:custGeom>
            <a:solidFill>
              <a:srgbClr val="474F5A"/>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6" name="Freeform 24"/>
            <p:cNvSpPr>
              <a:spLocks noEditPoints="1"/>
            </p:cNvSpPr>
            <p:nvPr/>
          </p:nvSpPr>
          <p:spPr bwMode="auto">
            <a:xfrm>
              <a:off x="5567364" y="3443655"/>
              <a:ext cx="431800" cy="409575"/>
            </a:xfrm>
            <a:custGeom>
              <a:avLst/>
              <a:gdLst>
                <a:gd name="T0" fmla="*/ 174 w 177"/>
                <a:gd name="T1" fmla="*/ 157 h 168"/>
                <a:gd name="T2" fmla="*/ 83 w 177"/>
                <a:gd name="T3" fmla="*/ 70 h 168"/>
                <a:gd name="T4" fmla="*/ 89 w 177"/>
                <a:gd name="T5" fmla="*/ 51 h 168"/>
                <a:gd name="T6" fmla="*/ 53 w 177"/>
                <a:gd name="T7" fmla="*/ 15 h 168"/>
                <a:gd name="T8" fmla="*/ 32 w 177"/>
                <a:gd name="T9" fmla="*/ 22 h 168"/>
                <a:gd name="T10" fmla="*/ 12 w 177"/>
                <a:gd name="T11" fmla="*/ 3 h 168"/>
                <a:gd name="T12" fmla="*/ 3 w 177"/>
                <a:gd name="T13" fmla="*/ 3 h 168"/>
                <a:gd name="T14" fmla="*/ 3 w 177"/>
                <a:gd name="T15" fmla="*/ 12 h 168"/>
                <a:gd name="T16" fmla="*/ 23 w 177"/>
                <a:gd name="T17" fmla="*/ 32 h 168"/>
                <a:gd name="T18" fmla="*/ 17 w 177"/>
                <a:gd name="T19" fmla="*/ 51 h 168"/>
                <a:gd name="T20" fmla="*/ 53 w 177"/>
                <a:gd name="T21" fmla="*/ 87 h 168"/>
                <a:gd name="T22" fmla="*/ 74 w 177"/>
                <a:gd name="T23" fmla="*/ 80 h 168"/>
                <a:gd name="T24" fmla="*/ 165 w 177"/>
                <a:gd name="T25" fmla="*/ 167 h 168"/>
                <a:gd name="T26" fmla="*/ 169 w 177"/>
                <a:gd name="T27" fmla="*/ 168 h 168"/>
                <a:gd name="T28" fmla="*/ 174 w 177"/>
                <a:gd name="T29" fmla="*/ 166 h 168"/>
                <a:gd name="T30" fmla="*/ 174 w 177"/>
                <a:gd name="T31" fmla="*/ 157 h 168"/>
                <a:gd name="T32" fmla="*/ 53 w 177"/>
                <a:gd name="T33" fmla="*/ 78 h 168"/>
                <a:gd name="T34" fmla="*/ 26 w 177"/>
                <a:gd name="T35" fmla="*/ 51 h 168"/>
                <a:gd name="T36" fmla="*/ 53 w 177"/>
                <a:gd name="T37" fmla="*/ 24 h 168"/>
                <a:gd name="T38" fmla="*/ 80 w 177"/>
                <a:gd name="T39" fmla="*/ 51 h 168"/>
                <a:gd name="T40" fmla="*/ 53 w 177"/>
                <a:gd name="T41" fmla="*/ 7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7" h="168">
                  <a:moveTo>
                    <a:pt x="174" y="157"/>
                  </a:moveTo>
                  <a:cubicBezTo>
                    <a:pt x="83" y="70"/>
                    <a:pt x="83" y="70"/>
                    <a:pt x="83" y="70"/>
                  </a:cubicBezTo>
                  <a:cubicBezTo>
                    <a:pt x="86" y="65"/>
                    <a:pt x="89" y="58"/>
                    <a:pt x="89" y="51"/>
                  </a:cubicBezTo>
                  <a:cubicBezTo>
                    <a:pt x="89" y="31"/>
                    <a:pt x="73" y="15"/>
                    <a:pt x="53" y="15"/>
                  </a:cubicBezTo>
                  <a:cubicBezTo>
                    <a:pt x="45" y="15"/>
                    <a:pt x="38" y="18"/>
                    <a:pt x="32" y="22"/>
                  </a:cubicBezTo>
                  <a:cubicBezTo>
                    <a:pt x="12" y="3"/>
                    <a:pt x="12" y="3"/>
                    <a:pt x="12" y="3"/>
                  </a:cubicBezTo>
                  <a:cubicBezTo>
                    <a:pt x="9" y="0"/>
                    <a:pt x="5" y="0"/>
                    <a:pt x="3" y="3"/>
                  </a:cubicBezTo>
                  <a:cubicBezTo>
                    <a:pt x="0" y="6"/>
                    <a:pt x="0" y="10"/>
                    <a:pt x="3" y="12"/>
                  </a:cubicBezTo>
                  <a:cubicBezTo>
                    <a:pt x="23" y="32"/>
                    <a:pt x="23" y="32"/>
                    <a:pt x="23" y="32"/>
                  </a:cubicBezTo>
                  <a:cubicBezTo>
                    <a:pt x="20" y="37"/>
                    <a:pt x="17" y="44"/>
                    <a:pt x="17" y="51"/>
                  </a:cubicBezTo>
                  <a:cubicBezTo>
                    <a:pt x="17" y="71"/>
                    <a:pt x="33" y="87"/>
                    <a:pt x="53" y="87"/>
                  </a:cubicBezTo>
                  <a:cubicBezTo>
                    <a:pt x="61" y="87"/>
                    <a:pt x="68" y="84"/>
                    <a:pt x="74" y="80"/>
                  </a:cubicBezTo>
                  <a:cubicBezTo>
                    <a:pt x="165" y="167"/>
                    <a:pt x="165" y="167"/>
                    <a:pt x="165" y="167"/>
                  </a:cubicBezTo>
                  <a:cubicBezTo>
                    <a:pt x="166" y="168"/>
                    <a:pt x="168" y="168"/>
                    <a:pt x="169" y="168"/>
                  </a:cubicBezTo>
                  <a:cubicBezTo>
                    <a:pt x="171" y="168"/>
                    <a:pt x="173" y="168"/>
                    <a:pt x="174" y="166"/>
                  </a:cubicBezTo>
                  <a:cubicBezTo>
                    <a:pt x="177" y="164"/>
                    <a:pt x="177" y="160"/>
                    <a:pt x="174" y="157"/>
                  </a:cubicBezTo>
                  <a:close/>
                  <a:moveTo>
                    <a:pt x="53" y="78"/>
                  </a:moveTo>
                  <a:cubicBezTo>
                    <a:pt x="38" y="78"/>
                    <a:pt x="26" y="66"/>
                    <a:pt x="26" y="51"/>
                  </a:cubicBezTo>
                  <a:cubicBezTo>
                    <a:pt x="26" y="36"/>
                    <a:pt x="38" y="24"/>
                    <a:pt x="53" y="24"/>
                  </a:cubicBezTo>
                  <a:cubicBezTo>
                    <a:pt x="68" y="24"/>
                    <a:pt x="80" y="36"/>
                    <a:pt x="80" y="51"/>
                  </a:cubicBezTo>
                  <a:cubicBezTo>
                    <a:pt x="80" y="66"/>
                    <a:pt x="68" y="78"/>
                    <a:pt x="53" y="78"/>
                  </a:cubicBezTo>
                  <a:close/>
                </a:path>
              </a:pathLst>
            </a:custGeom>
            <a:solidFill>
              <a:srgbClr val="DD43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Rectangle 25"/>
            <p:cNvSpPr>
              <a:spLocks noChangeArrowheads="1"/>
            </p:cNvSpPr>
            <p:nvPr/>
          </p:nvSpPr>
          <p:spPr bwMode="auto">
            <a:xfrm>
              <a:off x="5491164" y="2587993"/>
              <a:ext cx="394290" cy="425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zh-CN" altLang="zh-CN" sz="2000" b="0" i="0" u="none" strike="noStrike" cap="none" normalizeH="0" baseline="0" dirty="0">
                  <a:ln>
                    <a:noFill/>
                  </a:ln>
                  <a:solidFill>
                    <a:srgbClr val="474F5A"/>
                  </a:solidFill>
                  <a:effectLst/>
                  <a:latin typeface="Myriad Roman" charset="0"/>
                </a:rPr>
                <a:t>12</a:t>
              </a:r>
              <a:endParaRPr kumimoji="0" lang="zh-CN" altLang="zh-CN" sz="1400" b="0" i="0" u="none" strike="noStrike" cap="none" normalizeH="0" baseline="0" dirty="0">
                <a:ln>
                  <a:noFill/>
                </a:ln>
                <a:solidFill>
                  <a:srgbClr val="474F5A"/>
                </a:solidFill>
                <a:effectLst/>
              </a:endParaRPr>
            </a:p>
          </p:txBody>
        </p:sp>
        <p:sp>
          <p:nvSpPr>
            <p:cNvPr id="228" name="Rectangle 26"/>
            <p:cNvSpPr>
              <a:spLocks noChangeArrowheads="1"/>
            </p:cNvSpPr>
            <p:nvPr/>
          </p:nvSpPr>
          <p:spPr bwMode="auto">
            <a:xfrm>
              <a:off x="5610225" y="4180255"/>
              <a:ext cx="197145" cy="425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zh-CN" altLang="zh-CN" sz="2000" b="0" i="0" u="none" strike="noStrike" cap="none" normalizeH="0" baseline="0">
                  <a:ln>
                    <a:noFill/>
                  </a:ln>
                  <a:solidFill>
                    <a:srgbClr val="474F5A"/>
                  </a:solidFill>
                  <a:effectLst/>
                  <a:latin typeface="Myriad Roman" charset="0"/>
                </a:rPr>
                <a:t>6</a:t>
              </a:r>
              <a:endParaRPr kumimoji="0" lang="zh-CN" altLang="zh-CN" sz="1400" b="0" i="0" u="none" strike="noStrike" cap="none" normalizeH="0" baseline="0">
                <a:ln>
                  <a:noFill/>
                </a:ln>
                <a:solidFill>
                  <a:srgbClr val="474F5A"/>
                </a:solidFill>
                <a:effectLst/>
              </a:endParaRPr>
            </a:p>
          </p:txBody>
        </p:sp>
        <p:sp>
          <p:nvSpPr>
            <p:cNvPr id="229" name="Rectangle 27"/>
            <p:cNvSpPr>
              <a:spLocks noChangeArrowheads="1"/>
            </p:cNvSpPr>
            <p:nvPr/>
          </p:nvSpPr>
          <p:spPr bwMode="auto">
            <a:xfrm>
              <a:off x="4762500" y="3383330"/>
              <a:ext cx="197145" cy="425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zh-CN" altLang="zh-CN" sz="2000" b="0" i="0" u="none" strike="noStrike" cap="none" normalizeH="0" baseline="0" dirty="0">
                  <a:ln>
                    <a:noFill/>
                  </a:ln>
                  <a:solidFill>
                    <a:srgbClr val="474F5A"/>
                  </a:solidFill>
                  <a:effectLst/>
                  <a:latin typeface="Myriad Roman" charset="0"/>
                </a:rPr>
                <a:t>9</a:t>
              </a:r>
              <a:endParaRPr kumimoji="0" lang="zh-CN" altLang="zh-CN" sz="1400" b="0" i="0" u="none" strike="noStrike" cap="none" normalizeH="0" baseline="0" dirty="0">
                <a:ln>
                  <a:noFill/>
                </a:ln>
                <a:solidFill>
                  <a:srgbClr val="474F5A"/>
                </a:solidFill>
                <a:effectLst/>
              </a:endParaRPr>
            </a:p>
          </p:txBody>
        </p:sp>
        <p:sp>
          <p:nvSpPr>
            <p:cNvPr id="230" name="Rectangle 28"/>
            <p:cNvSpPr>
              <a:spLocks noChangeArrowheads="1"/>
            </p:cNvSpPr>
            <p:nvPr/>
          </p:nvSpPr>
          <p:spPr bwMode="auto">
            <a:xfrm>
              <a:off x="6462714" y="3383330"/>
              <a:ext cx="197145" cy="425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zh-CN" altLang="zh-CN" sz="2000" b="0" i="0" u="none" strike="noStrike" cap="none" normalizeH="0" baseline="0" dirty="0">
                  <a:ln>
                    <a:noFill/>
                  </a:ln>
                  <a:solidFill>
                    <a:srgbClr val="474F5A"/>
                  </a:solidFill>
                  <a:effectLst/>
                  <a:latin typeface="Myriad Roman" charset="0"/>
                </a:rPr>
                <a:t>3</a:t>
              </a:r>
              <a:endParaRPr kumimoji="0" lang="zh-CN" altLang="zh-CN" sz="1400" b="0" i="0" u="none" strike="noStrike" cap="none" normalizeH="0" baseline="0" dirty="0">
                <a:ln>
                  <a:noFill/>
                </a:ln>
                <a:solidFill>
                  <a:srgbClr val="474F5A"/>
                </a:solidFill>
                <a:effectLst/>
              </a:endParaRPr>
            </a:p>
          </p:txBody>
        </p:sp>
        <p:sp>
          <p:nvSpPr>
            <p:cNvPr id="231" name="Freeform 29"/>
            <p:cNvSpPr>
              <a:spLocks/>
            </p:cNvSpPr>
            <p:nvPr/>
          </p:nvSpPr>
          <p:spPr bwMode="auto">
            <a:xfrm>
              <a:off x="4900614" y="2778492"/>
              <a:ext cx="115888" cy="115888"/>
            </a:xfrm>
            <a:custGeom>
              <a:avLst/>
              <a:gdLst>
                <a:gd name="T0" fmla="*/ 73 w 73"/>
                <a:gd name="T1" fmla="*/ 58 h 73"/>
                <a:gd name="T2" fmla="*/ 60 w 73"/>
                <a:gd name="T3" fmla="*/ 73 h 73"/>
                <a:gd name="T4" fmla="*/ 0 w 73"/>
                <a:gd name="T5" fmla="*/ 13 h 73"/>
                <a:gd name="T6" fmla="*/ 14 w 73"/>
                <a:gd name="T7" fmla="*/ 0 h 73"/>
                <a:gd name="T8" fmla="*/ 73 w 73"/>
                <a:gd name="T9" fmla="*/ 58 h 73"/>
              </a:gdLst>
              <a:ahLst/>
              <a:cxnLst>
                <a:cxn ang="0">
                  <a:pos x="T0" y="T1"/>
                </a:cxn>
                <a:cxn ang="0">
                  <a:pos x="T2" y="T3"/>
                </a:cxn>
                <a:cxn ang="0">
                  <a:pos x="T4" y="T5"/>
                </a:cxn>
                <a:cxn ang="0">
                  <a:pos x="T6" y="T7"/>
                </a:cxn>
                <a:cxn ang="0">
                  <a:pos x="T8" y="T9"/>
                </a:cxn>
              </a:cxnLst>
              <a:rect l="0" t="0" r="r" b="b"/>
              <a:pathLst>
                <a:path w="73" h="73">
                  <a:moveTo>
                    <a:pt x="73" y="58"/>
                  </a:moveTo>
                  <a:lnTo>
                    <a:pt x="60" y="73"/>
                  </a:lnTo>
                  <a:lnTo>
                    <a:pt x="0" y="13"/>
                  </a:lnTo>
                  <a:lnTo>
                    <a:pt x="14" y="0"/>
                  </a:lnTo>
                  <a:lnTo>
                    <a:pt x="73" y="58"/>
                  </a:lnTo>
                  <a:close/>
                </a:path>
              </a:pathLst>
            </a:custGeom>
            <a:solidFill>
              <a:srgbClr val="474F5A"/>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32" name="Freeform 30"/>
            <p:cNvSpPr>
              <a:spLocks/>
            </p:cNvSpPr>
            <p:nvPr/>
          </p:nvSpPr>
          <p:spPr bwMode="auto">
            <a:xfrm>
              <a:off x="6369051" y="4248517"/>
              <a:ext cx="117475" cy="115888"/>
            </a:xfrm>
            <a:custGeom>
              <a:avLst/>
              <a:gdLst>
                <a:gd name="T0" fmla="*/ 74 w 74"/>
                <a:gd name="T1" fmla="*/ 60 h 73"/>
                <a:gd name="T2" fmla="*/ 60 w 74"/>
                <a:gd name="T3" fmla="*/ 73 h 73"/>
                <a:gd name="T4" fmla="*/ 0 w 74"/>
                <a:gd name="T5" fmla="*/ 14 h 73"/>
                <a:gd name="T6" fmla="*/ 15 w 74"/>
                <a:gd name="T7" fmla="*/ 0 h 73"/>
                <a:gd name="T8" fmla="*/ 74 w 74"/>
                <a:gd name="T9" fmla="*/ 60 h 73"/>
              </a:gdLst>
              <a:ahLst/>
              <a:cxnLst>
                <a:cxn ang="0">
                  <a:pos x="T0" y="T1"/>
                </a:cxn>
                <a:cxn ang="0">
                  <a:pos x="T2" y="T3"/>
                </a:cxn>
                <a:cxn ang="0">
                  <a:pos x="T4" y="T5"/>
                </a:cxn>
                <a:cxn ang="0">
                  <a:pos x="T6" y="T7"/>
                </a:cxn>
                <a:cxn ang="0">
                  <a:pos x="T8" y="T9"/>
                </a:cxn>
              </a:cxnLst>
              <a:rect l="0" t="0" r="r" b="b"/>
              <a:pathLst>
                <a:path w="74" h="73">
                  <a:moveTo>
                    <a:pt x="74" y="60"/>
                  </a:moveTo>
                  <a:lnTo>
                    <a:pt x="60" y="73"/>
                  </a:lnTo>
                  <a:lnTo>
                    <a:pt x="0" y="14"/>
                  </a:lnTo>
                  <a:lnTo>
                    <a:pt x="15" y="0"/>
                  </a:lnTo>
                  <a:lnTo>
                    <a:pt x="74" y="60"/>
                  </a:lnTo>
                  <a:close/>
                </a:path>
              </a:pathLst>
            </a:custGeom>
            <a:solidFill>
              <a:srgbClr val="474F5A"/>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33" name="Freeform 31"/>
            <p:cNvSpPr>
              <a:spLocks/>
            </p:cNvSpPr>
            <p:nvPr/>
          </p:nvSpPr>
          <p:spPr bwMode="auto">
            <a:xfrm>
              <a:off x="4900614" y="4248517"/>
              <a:ext cx="115888" cy="115888"/>
            </a:xfrm>
            <a:custGeom>
              <a:avLst/>
              <a:gdLst>
                <a:gd name="T0" fmla="*/ 60 w 73"/>
                <a:gd name="T1" fmla="*/ 0 h 73"/>
                <a:gd name="T2" fmla="*/ 73 w 73"/>
                <a:gd name="T3" fmla="*/ 14 h 73"/>
                <a:gd name="T4" fmla="*/ 14 w 73"/>
                <a:gd name="T5" fmla="*/ 73 h 73"/>
                <a:gd name="T6" fmla="*/ 0 w 73"/>
                <a:gd name="T7" fmla="*/ 60 h 73"/>
                <a:gd name="T8" fmla="*/ 60 w 73"/>
                <a:gd name="T9" fmla="*/ 0 h 73"/>
              </a:gdLst>
              <a:ahLst/>
              <a:cxnLst>
                <a:cxn ang="0">
                  <a:pos x="T0" y="T1"/>
                </a:cxn>
                <a:cxn ang="0">
                  <a:pos x="T2" y="T3"/>
                </a:cxn>
                <a:cxn ang="0">
                  <a:pos x="T4" y="T5"/>
                </a:cxn>
                <a:cxn ang="0">
                  <a:pos x="T6" y="T7"/>
                </a:cxn>
                <a:cxn ang="0">
                  <a:pos x="T8" y="T9"/>
                </a:cxn>
              </a:cxnLst>
              <a:rect l="0" t="0" r="r" b="b"/>
              <a:pathLst>
                <a:path w="73" h="73">
                  <a:moveTo>
                    <a:pt x="60" y="0"/>
                  </a:moveTo>
                  <a:lnTo>
                    <a:pt x="73" y="14"/>
                  </a:lnTo>
                  <a:lnTo>
                    <a:pt x="14" y="73"/>
                  </a:lnTo>
                  <a:lnTo>
                    <a:pt x="0" y="60"/>
                  </a:lnTo>
                  <a:lnTo>
                    <a:pt x="60" y="0"/>
                  </a:lnTo>
                  <a:close/>
                </a:path>
              </a:pathLst>
            </a:custGeom>
            <a:solidFill>
              <a:srgbClr val="474F5A"/>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34" name="Freeform 32"/>
            <p:cNvSpPr>
              <a:spLocks/>
            </p:cNvSpPr>
            <p:nvPr/>
          </p:nvSpPr>
          <p:spPr bwMode="auto">
            <a:xfrm>
              <a:off x="6369051" y="2778492"/>
              <a:ext cx="117475" cy="115888"/>
            </a:xfrm>
            <a:custGeom>
              <a:avLst/>
              <a:gdLst>
                <a:gd name="T0" fmla="*/ 60 w 74"/>
                <a:gd name="T1" fmla="*/ 0 h 73"/>
                <a:gd name="T2" fmla="*/ 74 w 74"/>
                <a:gd name="T3" fmla="*/ 13 h 73"/>
                <a:gd name="T4" fmla="*/ 15 w 74"/>
                <a:gd name="T5" fmla="*/ 73 h 73"/>
                <a:gd name="T6" fmla="*/ 0 w 74"/>
                <a:gd name="T7" fmla="*/ 58 h 73"/>
                <a:gd name="T8" fmla="*/ 60 w 74"/>
                <a:gd name="T9" fmla="*/ 0 h 73"/>
              </a:gdLst>
              <a:ahLst/>
              <a:cxnLst>
                <a:cxn ang="0">
                  <a:pos x="T0" y="T1"/>
                </a:cxn>
                <a:cxn ang="0">
                  <a:pos x="T2" y="T3"/>
                </a:cxn>
                <a:cxn ang="0">
                  <a:pos x="T4" y="T5"/>
                </a:cxn>
                <a:cxn ang="0">
                  <a:pos x="T6" y="T7"/>
                </a:cxn>
                <a:cxn ang="0">
                  <a:pos x="T8" y="T9"/>
                </a:cxn>
              </a:cxnLst>
              <a:rect l="0" t="0" r="r" b="b"/>
              <a:pathLst>
                <a:path w="74" h="73">
                  <a:moveTo>
                    <a:pt x="60" y="0"/>
                  </a:moveTo>
                  <a:lnTo>
                    <a:pt x="74" y="13"/>
                  </a:lnTo>
                  <a:lnTo>
                    <a:pt x="15" y="73"/>
                  </a:lnTo>
                  <a:lnTo>
                    <a:pt x="0" y="58"/>
                  </a:lnTo>
                  <a:lnTo>
                    <a:pt x="60" y="0"/>
                  </a:lnTo>
                  <a:close/>
                </a:path>
              </a:pathLst>
            </a:custGeom>
            <a:solidFill>
              <a:srgbClr val="474F5A"/>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35" name="Rectangle 33"/>
            <p:cNvSpPr>
              <a:spLocks noChangeArrowheads="1"/>
            </p:cNvSpPr>
            <p:nvPr/>
          </p:nvSpPr>
          <p:spPr bwMode="auto">
            <a:xfrm>
              <a:off x="4591051" y="3548430"/>
              <a:ext cx="127000" cy="49213"/>
            </a:xfrm>
            <a:prstGeom prst="rect">
              <a:avLst/>
            </a:prstGeom>
            <a:solidFill>
              <a:srgbClr val="474F5A"/>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36" name="Rectangle 34"/>
            <p:cNvSpPr>
              <a:spLocks noChangeArrowheads="1"/>
            </p:cNvSpPr>
            <p:nvPr/>
          </p:nvSpPr>
          <p:spPr bwMode="auto">
            <a:xfrm>
              <a:off x="6665914" y="3548430"/>
              <a:ext cx="127000" cy="49213"/>
            </a:xfrm>
            <a:prstGeom prst="rect">
              <a:avLst/>
            </a:prstGeom>
            <a:solidFill>
              <a:srgbClr val="474F5A"/>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37" name="Rectangle 35"/>
            <p:cNvSpPr>
              <a:spLocks noChangeArrowheads="1"/>
            </p:cNvSpPr>
            <p:nvPr/>
          </p:nvSpPr>
          <p:spPr bwMode="auto">
            <a:xfrm>
              <a:off x="5672139" y="4543792"/>
              <a:ext cx="39688" cy="136525"/>
            </a:xfrm>
            <a:prstGeom prst="rect">
              <a:avLst/>
            </a:prstGeom>
            <a:solidFill>
              <a:srgbClr val="474F5A"/>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38" name="Rectangle 36"/>
            <p:cNvSpPr>
              <a:spLocks noChangeArrowheads="1"/>
            </p:cNvSpPr>
            <p:nvPr/>
          </p:nvSpPr>
          <p:spPr bwMode="auto">
            <a:xfrm>
              <a:off x="5672139" y="2465755"/>
              <a:ext cx="39688" cy="136525"/>
            </a:xfrm>
            <a:prstGeom prst="rect">
              <a:avLst/>
            </a:prstGeom>
            <a:solidFill>
              <a:srgbClr val="474F5A"/>
            </a:solidFill>
            <a:ln>
              <a:noFill/>
            </a:ln>
          </p:spPr>
          <p:txBody>
            <a:bodyPr vert="horz" wrap="square" lIns="91440" tIns="45720" rIns="91440" bIns="45720" numCol="1" anchor="t" anchorCtr="0" compatLnSpc="1">
              <a:prstTxWarp prst="textNoShape">
                <a:avLst/>
              </a:prstTxWarp>
            </a:bodyPr>
            <a:lstStyle/>
            <a:p>
              <a:endParaRPr lang="zh-CN" altLang="en-US"/>
            </a:p>
          </p:txBody>
        </p:sp>
      </p:grpSp>
      <p:sp>
        <p:nvSpPr>
          <p:cNvPr id="249" name="Freeform 342"/>
          <p:cNvSpPr>
            <a:spLocks/>
          </p:cNvSpPr>
          <p:nvPr/>
        </p:nvSpPr>
        <p:spPr bwMode="auto">
          <a:xfrm>
            <a:off x="4490877" y="2119163"/>
            <a:ext cx="720000" cy="720000"/>
          </a:xfrm>
          <a:custGeom>
            <a:avLst/>
            <a:gdLst>
              <a:gd name="T0" fmla="*/ 137 w 160"/>
              <a:gd name="T1" fmla="*/ 23 h 160"/>
              <a:gd name="T2" fmla="*/ 80 w 160"/>
              <a:gd name="T3" fmla="*/ 0 h 160"/>
              <a:gd name="T4" fmla="*/ 0 w 160"/>
              <a:gd name="T5" fmla="*/ 80 h 160"/>
              <a:gd name="T6" fmla="*/ 24 w 160"/>
              <a:gd name="T7" fmla="*/ 136 h 160"/>
              <a:gd name="T8" fmla="*/ 80 w 160"/>
              <a:gd name="T9" fmla="*/ 160 h 160"/>
              <a:gd name="T10" fmla="*/ 160 w 160"/>
              <a:gd name="T11" fmla="*/ 80 h 160"/>
              <a:gd name="T12" fmla="*/ 137 w 160"/>
              <a:gd name="T13" fmla="*/ 23 h 160"/>
            </a:gdLst>
            <a:ahLst/>
            <a:cxnLst>
              <a:cxn ang="0">
                <a:pos x="T0" y="T1"/>
              </a:cxn>
              <a:cxn ang="0">
                <a:pos x="T2" y="T3"/>
              </a:cxn>
              <a:cxn ang="0">
                <a:pos x="T4" y="T5"/>
              </a:cxn>
              <a:cxn ang="0">
                <a:pos x="T6" y="T7"/>
              </a:cxn>
              <a:cxn ang="0">
                <a:pos x="T8" y="T9"/>
              </a:cxn>
              <a:cxn ang="0">
                <a:pos x="T10" y="T11"/>
              </a:cxn>
              <a:cxn ang="0">
                <a:pos x="T12" y="T13"/>
              </a:cxn>
            </a:cxnLst>
            <a:rect l="0" t="0" r="r" b="b"/>
            <a:pathLst>
              <a:path w="160" h="160">
                <a:moveTo>
                  <a:pt x="137" y="23"/>
                </a:moveTo>
                <a:cubicBezTo>
                  <a:pt x="122" y="9"/>
                  <a:pt x="102" y="0"/>
                  <a:pt x="80" y="0"/>
                </a:cubicBezTo>
                <a:cubicBezTo>
                  <a:pt x="36" y="0"/>
                  <a:pt x="0" y="35"/>
                  <a:pt x="0" y="80"/>
                </a:cubicBezTo>
                <a:cubicBezTo>
                  <a:pt x="0" y="102"/>
                  <a:pt x="9" y="122"/>
                  <a:pt x="24" y="136"/>
                </a:cubicBezTo>
                <a:cubicBezTo>
                  <a:pt x="38" y="151"/>
                  <a:pt x="58" y="160"/>
                  <a:pt x="80" y="160"/>
                </a:cubicBezTo>
                <a:cubicBezTo>
                  <a:pt x="124" y="160"/>
                  <a:pt x="160" y="124"/>
                  <a:pt x="160" y="80"/>
                </a:cubicBezTo>
                <a:cubicBezTo>
                  <a:pt x="160" y="58"/>
                  <a:pt x="151" y="38"/>
                  <a:pt x="137" y="23"/>
                </a:cubicBezTo>
                <a:close/>
              </a:path>
            </a:pathLst>
          </a:custGeom>
          <a:solidFill>
            <a:srgbClr val="F5AC01"/>
          </a:solidFill>
          <a:ln w="28575">
            <a:solidFill>
              <a:schemeClr val="bg1"/>
            </a:soli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48" name="Oval 332"/>
          <p:cNvSpPr>
            <a:spLocks noChangeArrowheads="1"/>
          </p:cNvSpPr>
          <p:nvPr/>
        </p:nvSpPr>
        <p:spPr bwMode="auto">
          <a:xfrm>
            <a:off x="5719687" y="1600326"/>
            <a:ext cx="720000" cy="720000"/>
          </a:xfrm>
          <a:prstGeom prst="ellipse">
            <a:avLst/>
          </a:prstGeom>
          <a:solidFill>
            <a:srgbClr val="FF7510"/>
          </a:solidFill>
          <a:ln w="28575">
            <a:solidFill>
              <a:schemeClr val="bg1"/>
            </a:soli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lt1"/>
              </a:solidFill>
            </a:endParaRPr>
          </a:p>
        </p:txBody>
      </p:sp>
      <p:sp>
        <p:nvSpPr>
          <p:cNvPr id="250" name="Freeform 338"/>
          <p:cNvSpPr>
            <a:spLocks/>
          </p:cNvSpPr>
          <p:nvPr/>
        </p:nvSpPr>
        <p:spPr bwMode="auto">
          <a:xfrm>
            <a:off x="6983185" y="2119163"/>
            <a:ext cx="720000" cy="720000"/>
          </a:xfrm>
          <a:custGeom>
            <a:avLst/>
            <a:gdLst>
              <a:gd name="T0" fmla="*/ 136 w 160"/>
              <a:gd name="T1" fmla="*/ 23 h 160"/>
              <a:gd name="T2" fmla="*/ 80 w 160"/>
              <a:gd name="T3" fmla="*/ 0 h 160"/>
              <a:gd name="T4" fmla="*/ 0 w 160"/>
              <a:gd name="T5" fmla="*/ 80 h 160"/>
              <a:gd name="T6" fmla="*/ 23 w 160"/>
              <a:gd name="T7" fmla="*/ 136 h 160"/>
              <a:gd name="T8" fmla="*/ 80 w 160"/>
              <a:gd name="T9" fmla="*/ 160 h 160"/>
              <a:gd name="T10" fmla="*/ 160 w 160"/>
              <a:gd name="T11" fmla="*/ 80 h 160"/>
              <a:gd name="T12" fmla="*/ 136 w 160"/>
              <a:gd name="T13" fmla="*/ 23 h 160"/>
            </a:gdLst>
            <a:ahLst/>
            <a:cxnLst>
              <a:cxn ang="0">
                <a:pos x="T0" y="T1"/>
              </a:cxn>
              <a:cxn ang="0">
                <a:pos x="T2" y="T3"/>
              </a:cxn>
              <a:cxn ang="0">
                <a:pos x="T4" y="T5"/>
              </a:cxn>
              <a:cxn ang="0">
                <a:pos x="T6" y="T7"/>
              </a:cxn>
              <a:cxn ang="0">
                <a:pos x="T8" y="T9"/>
              </a:cxn>
              <a:cxn ang="0">
                <a:pos x="T10" y="T11"/>
              </a:cxn>
              <a:cxn ang="0">
                <a:pos x="T12" y="T13"/>
              </a:cxn>
            </a:cxnLst>
            <a:rect l="0" t="0" r="r" b="b"/>
            <a:pathLst>
              <a:path w="160" h="160">
                <a:moveTo>
                  <a:pt x="136" y="23"/>
                </a:moveTo>
                <a:cubicBezTo>
                  <a:pt x="122" y="9"/>
                  <a:pt x="102" y="0"/>
                  <a:pt x="80" y="0"/>
                </a:cubicBezTo>
                <a:cubicBezTo>
                  <a:pt x="35" y="0"/>
                  <a:pt x="0" y="36"/>
                  <a:pt x="0" y="80"/>
                </a:cubicBezTo>
                <a:cubicBezTo>
                  <a:pt x="0" y="102"/>
                  <a:pt x="9" y="122"/>
                  <a:pt x="23" y="136"/>
                </a:cubicBezTo>
                <a:cubicBezTo>
                  <a:pt x="37" y="151"/>
                  <a:pt x="57" y="160"/>
                  <a:pt x="80" y="160"/>
                </a:cubicBezTo>
                <a:cubicBezTo>
                  <a:pt x="124" y="160"/>
                  <a:pt x="160" y="124"/>
                  <a:pt x="160" y="80"/>
                </a:cubicBezTo>
                <a:cubicBezTo>
                  <a:pt x="160" y="58"/>
                  <a:pt x="151" y="38"/>
                  <a:pt x="136" y="23"/>
                </a:cubicBezTo>
                <a:close/>
              </a:path>
            </a:pathLst>
          </a:custGeom>
          <a:solidFill>
            <a:srgbClr val="C62127"/>
          </a:solidFill>
          <a:ln w="28575">
            <a:solidFill>
              <a:schemeClr val="bg1"/>
            </a:soli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1" name="Oval 344"/>
          <p:cNvSpPr>
            <a:spLocks noChangeArrowheads="1"/>
          </p:cNvSpPr>
          <p:nvPr/>
        </p:nvSpPr>
        <p:spPr bwMode="auto">
          <a:xfrm>
            <a:off x="6983185" y="4572358"/>
            <a:ext cx="720000" cy="720000"/>
          </a:xfrm>
          <a:prstGeom prst="ellipse">
            <a:avLst/>
          </a:prstGeom>
          <a:solidFill>
            <a:srgbClr val="00A6AE"/>
          </a:solidFill>
          <a:ln w="28575">
            <a:solidFill>
              <a:schemeClr val="bg1"/>
            </a:soli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53" name="Freeform 355"/>
          <p:cNvSpPr>
            <a:spLocks/>
          </p:cNvSpPr>
          <p:nvPr/>
        </p:nvSpPr>
        <p:spPr bwMode="auto">
          <a:xfrm>
            <a:off x="4490877" y="4572358"/>
            <a:ext cx="720000" cy="720000"/>
          </a:xfrm>
          <a:custGeom>
            <a:avLst/>
            <a:gdLst>
              <a:gd name="T0" fmla="*/ 137 w 160"/>
              <a:gd name="T1" fmla="*/ 23 h 160"/>
              <a:gd name="T2" fmla="*/ 80 w 160"/>
              <a:gd name="T3" fmla="*/ 0 h 160"/>
              <a:gd name="T4" fmla="*/ 0 w 160"/>
              <a:gd name="T5" fmla="*/ 80 h 160"/>
              <a:gd name="T6" fmla="*/ 24 w 160"/>
              <a:gd name="T7" fmla="*/ 137 h 160"/>
              <a:gd name="T8" fmla="*/ 80 w 160"/>
              <a:gd name="T9" fmla="*/ 160 h 160"/>
              <a:gd name="T10" fmla="*/ 160 w 160"/>
              <a:gd name="T11" fmla="*/ 80 h 160"/>
              <a:gd name="T12" fmla="*/ 137 w 160"/>
              <a:gd name="T13" fmla="*/ 23 h 160"/>
            </a:gdLst>
            <a:ahLst/>
            <a:cxnLst>
              <a:cxn ang="0">
                <a:pos x="T0" y="T1"/>
              </a:cxn>
              <a:cxn ang="0">
                <a:pos x="T2" y="T3"/>
              </a:cxn>
              <a:cxn ang="0">
                <a:pos x="T4" y="T5"/>
              </a:cxn>
              <a:cxn ang="0">
                <a:pos x="T6" y="T7"/>
              </a:cxn>
              <a:cxn ang="0">
                <a:pos x="T8" y="T9"/>
              </a:cxn>
              <a:cxn ang="0">
                <a:pos x="T10" y="T11"/>
              </a:cxn>
              <a:cxn ang="0">
                <a:pos x="T12" y="T13"/>
              </a:cxn>
            </a:cxnLst>
            <a:rect l="0" t="0" r="r" b="b"/>
            <a:pathLst>
              <a:path w="160" h="160">
                <a:moveTo>
                  <a:pt x="137" y="23"/>
                </a:moveTo>
                <a:cubicBezTo>
                  <a:pt x="123" y="9"/>
                  <a:pt x="103" y="0"/>
                  <a:pt x="80" y="0"/>
                </a:cubicBezTo>
                <a:cubicBezTo>
                  <a:pt x="36" y="0"/>
                  <a:pt x="0" y="36"/>
                  <a:pt x="0" y="80"/>
                </a:cubicBezTo>
                <a:cubicBezTo>
                  <a:pt x="0" y="102"/>
                  <a:pt x="9" y="122"/>
                  <a:pt x="24" y="137"/>
                </a:cubicBezTo>
                <a:cubicBezTo>
                  <a:pt x="38" y="151"/>
                  <a:pt x="58" y="160"/>
                  <a:pt x="80" y="160"/>
                </a:cubicBezTo>
                <a:cubicBezTo>
                  <a:pt x="125" y="160"/>
                  <a:pt x="160" y="124"/>
                  <a:pt x="160" y="80"/>
                </a:cubicBezTo>
                <a:cubicBezTo>
                  <a:pt x="160" y="58"/>
                  <a:pt x="151" y="38"/>
                  <a:pt x="137" y="23"/>
                </a:cubicBezTo>
                <a:close/>
              </a:path>
            </a:pathLst>
          </a:custGeom>
          <a:solidFill>
            <a:srgbClr val="8B3A86"/>
          </a:solidFill>
          <a:ln w="28575">
            <a:solidFill>
              <a:schemeClr val="bg1"/>
            </a:soli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52" name="Oval 348"/>
          <p:cNvSpPr>
            <a:spLocks noChangeArrowheads="1"/>
          </p:cNvSpPr>
          <p:nvPr/>
        </p:nvSpPr>
        <p:spPr bwMode="auto">
          <a:xfrm>
            <a:off x="5719687" y="5070013"/>
            <a:ext cx="720000" cy="720000"/>
          </a:xfrm>
          <a:prstGeom prst="ellipse">
            <a:avLst/>
          </a:prstGeom>
          <a:solidFill>
            <a:srgbClr val="1983B7"/>
          </a:solidFill>
          <a:ln w="28575">
            <a:solidFill>
              <a:schemeClr val="bg1"/>
            </a:soli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54" name="Freeform 326"/>
          <p:cNvSpPr>
            <a:spLocks/>
          </p:cNvSpPr>
          <p:nvPr/>
        </p:nvSpPr>
        <p:spPr bwMode="auto">
          <a:xfrm>
            <a:off x="3993909" y="3335169"/>
            <a:ext cx="720000" cy="720000"/>
          </a:xfrm>
          <a:custGeom>
            <a:avLst/>
            <a:gdLst>
              <a:gd name="T0" fmla="*/ 137 w 160"/>
              <a:gd name="T1" fmla="*/ 23 h 160"/>
              <a:gd name="T2" fmla="*/ 80 w 160"/>
              <a:gd name="T3" fmla="*/ 0 h 160"/>
              <a:gd name="T4" fmla="*/ 0 w 160"/>
              <a:gd name="T5" fmla="*/ 80 h 160"/>
              <a:gd name="T6" fmla="*/ 24 w 160"/>
              <a:gd name="T7" fmla="*/ 136 h 160"/>
              <a:gd name="T8" fmla="*/ 80 w 160"/>
              <a:gd name="T9" fmla="*/ 160 h 160"/>
              <a:gd name="T10" fmla="*/ 160 w 160"/>
              <a:gd name="T11" fmla="*/ 80 h 160"/>
              <a:gd name="T12" fmla="*/ 137 w 160"/>
              <a:gd name="T13" fmla="*/ 23 h 160"/>
            </a:gdLst>
            <a:ahLst/>
            <a:cxnLst>
              <a:cxn ang="0">
                <a:pos x="T0" y="T1"/>
              </a:cxn>
              <a:cxn ang="0">
                <a:pos x="T2" y="T3"/>
              </a:cxn>
              <a:cxn ang="0">
                <a:pos x="T4" y="T5"/>
              </a:cxn>
              <a:cxn ang="0">
                <a:pos x="T6" y="T7"/>
              </a:cxn>
              <a:cxn ang="0">
                <a:pos x="T8" y="T9"/>
              </a:cxn>
              <a:cxn ang="0">
                <a:pos x="T10" y="T11"/>
              </a:cxn>
              <a:cxn ang="0">
                <a:pos x="T12" y="T13"/>
              </a:cxn>
            </a:cxnLst>
            <a:rect l="0" t="0" r="r" b="b"/>
            <a:pathLst>
              <a:path w="160" h="160">
                <a:moveTo>
                  <a:pt x="137" y="23"/>
                </a:moveTo>
                <a:cubicBezTo>
                  <a:pt x="122" y="9"/>
                  <a:pt x="102" y="0"/>
                  <a:pt x="80" y="0"/>
                </a:cubicBezTo>
                <a:cubicBezTo>
                  <a:pt x="36" y="0"/>
                  <a:pt x="0" y="35"/>
                  <a:pt x="0" y="80"/>
                </a:cubicBezTo>
                <a:cubicBezTo>
                  <a:pt x="0" y="102"/>
                  <a:pt x="9" y="122"/>
                  <a:pt x="24" y="136"/>
                </a:cubicBezTo>
                <a:cubicBezTo>
                  <a:pt x="38" y="151"/>
                  <a:pt x="58" y="160"/>
                  <a:pt x="80" y="160"/>
                </a:cubicBezTo>
                <a:cubicBezTo>
                  <a:pt x="125" y="160"/>
                  <a:pt x="160" y="124"/>
                  <a:pt x="160" y="80"/>
                </a:cubicBezTo>
                <a:cubicBezTo>
                  <a:pt x="160" y="58"/>
                  <a:pt x="151" y="38"/>
                  <a:pt x="137" y="23"/>
                </a:cubicBezTo>
                <a:close/>
              </a:path>
            </a:pathLst>
          </a:custGeom>
          <a:solidFill>
            <a:srgbClr val="CC3D73"/>
          </a:solidFill>
          <a:ln w="28575">
            <a:solidFill>
              <a:schemeClr val="bg1"/>
            </a:soli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55" name="Freeform 330"/>
          <p:cNvSpPr>
            <a:spLocks/>
          </p:cNvSpPr>
          <p:nvPr/>
        </p:nvSpPr>
        <p:spPr bwMode="auto">
          <a:xfrm>
            <a:off x="7480776" y="3335169"/>
            <a:ext cx="720000" cy="720000"/>
          </a:xfrm>
          <a:custGeom>
            <a:avLst/>
            <a:gdLst>
              <a:gd name="T0" fmla="*/ 136 w 160"/>
              <a:gd name="T1" fmla="*/ 23 h 160"/>
              <a:gd name="T2" fmla="*/ 80 w 160"/>
              <a:gd name="T3" fmla="*/ 0 h 160"/>
              <a:gd name="T4" fmla="*/ 0 w 160"/>
              <a:gd name="T5" fmla="*/ 80 h 160"/>
              <a:gd name="T6" fmla="*/ 23 w 160"/>
              <a:gd name="T7" fmla="*/ 137 h 160"/>
              <a:gd name="T8" fmla="*/ 80 w 160"/>
              <a:gd name="T9" fmla="*/ 160 h 160"/>
              <a:gd name="T10" fmla="*/ 160 w 160"/>
              <a:gd name="T11" fmla="*/ 80 h 160"/>
              <a:gd name="T12" fmla="*/ 136 w 160"/>
              <a:gd name="T13" fmla="*/ 23 h 160"/>
            </a:gdLst>
            <a:ahLst/>
            <a:cxnLst>
              <a:cxn ang="0">
                <a:pos x="T0" y="T1"/>
              </a:cxn>
              <a:cxn ang="0">
                <a:pos x="T2" y="T3"/>
              </a:cxn>
              <a:cxn ang="0">
                <a:pos x="T4" y="T5"/>
              </a:cxn>
              <a:cxn ang="0">
                <a:pos x="T6" y="T7"/>
              </a:cxn>
              <a:cxn ang="0">
                <a:pos x="T8" y="T9"/>
              </a:cxn>
              <a:cxn ang="0">
                <a:pos x="T10" y="T11"/>
              </a:cxn>
              <a:cxn ang="0">
                <a:pos x="T12" y="T13"/>
              </a:cxn>
            </a:cxnLst>
            <a:rect l="0" t="0" r="r" b="b"/>
            <a:pathLst>
              <a:path w="160" h="160">
                <a:moveTo>
                  <a:pt x="136" y="23"/>
                </a:moveTo>
                <a:cubicBezTo>
                  <a:pt x="122" y="9"/>
                  <a:pt x="102" y="0"/>
                  <a:pt x="80" y="0"/>
                </a:cubicBezTo>
                <a:cubicBezTo>
                  <a:pt x="36" y="0"/>
                  <a:pt x="0" y="36"/>
                  <a:pt x="0" y="80"/>
                </a:cubicBezTo>
                <a:cubicBezTo>
                  <a:pt x="0" y="102"/>
                  <a:pt x="9" y="122"/>
                  <a:pt x="23" y="137"/>
                </a:cubicBezTo>
                <a:cubicBezTo>
                  <a:pt x="38" y="151"/>
                  <a:pt x="58" y="160"/>
                  <a:pt x="80" y="160"/>
                </a:cubicBezTo>
                <a:cubicBezTo>
                  <a:pt x="124" y="160"/>
                  <a:pt x="160" y="124"/>
                  <a:pt x="160" y="80"/>
                </a:cubicBezTo>
                <a:cubicBezTo>
                  <a:pt x="160" y="58"/>
                  <a:pt x="151" y="38"/>
                  <a:pt x="136" y="23"/>
                </a:cubicBezTo>
                <a:close/>
              </a:path>
            </a:pathLst>
          </a:custGeom>
          <a:solidFill>
            <a:srgbClr val="74BA0A"/>
          </a:solidFill>
          <a:ln w="28575">
            <a:solidFill>
              <a:schemeClr val="bg1"/>
            </a:solidFill>
          </a:ln>
          <a:effectLst>
            <a:outerShdw blurRad="190500" dist="889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58" name="文本框 257"/>
          <p:cNvSpPr txBox="1"/>
          <p:nvPr/>
        </p:nvSpPr>
        <p:spPr>
          <a:xfrm>
            <a:off x="1543225" y="4549961"/>
            <a:ext cx="2856518" cy="830997"/>
          </a:xfrm>
          <a:prstGeom prst="rect">
            <a:avLst/>
          </a:prstGeom>
          <a:noFill/>
        </p:spPr>
        <p:txBody>
          <a:bodyPr wrap="square" rtlCol="0">
            <a:spAutoFit/>
          </a:bodyPr>
          <a:lstStyle/>
          <a:p>
            <a:pPr algn="r">
              <a:lnSpc>
                <a:spcPct val="120000"/>
              </a:lnSpc>
            </a:pPr>
            <a:r>
              <a:rPr lang="zh-CN" altLang="en-US" sz="2400" b="1" dirty="0">
                <a:solidFill>
                  <a:srgbClr val="8B3A86"/>
                </a:solidFill>
              </a:rPr>
              <a:t>添加标题</a:t>
            </a:r>
            <a:endParaRPr lang="en-US" altLang="zh-CN" sz="2400" b="1" dirty="0">
              <a:solidFill>
                <a:srgbClr val="8B3A86"/>
              </a:solidFill>
            </a:endParaRPr>
          </a:p>
          <a:p>
            <a:pPr algn="r">
              <a:lnSpc>
                <a:spcPct val="120000"/>
              </a:lnSpc>
            </a:pPr>
            <a:r>
              <a:rPr lang="zh-CN" altLang="en-US" sz="1600" dirty="0">
                <a:solidFill>
                  <a:schemeClr val="tx1">
                    <a:lumMod val="65000"/>
                    <a:lumOff val="35000"/>
                  </a:schemeClr>
                </a:solidFill>
              </a:rPr>
              <a:t>添加内容添加内容</a:t>
            </a:r>
          </a:p>
        </p:txBody>
      </p:sp>
      <p:sp>
        <p:nvSpPr>
          <p:cNvPr id="259" name="文本框 258"/>
          <p:cNvSpPr txBox="1"/>
          <p:nvPr/>
        </p:nvSpPr>
        <p:spPr>
          <a:xfrm>
            <a:off x="7825007" y="4549961"/>
            <a:ext cx="2856518" cy="830997"/>
          </a:xfrm>
          <a:prstGeom prst="rect">
            <a:avLst/>
          </a:prstGeom>
          <a:noFill/>
        </p:spPr>
        <p:txBody>
          <a:bodyPr wrap="square" rtlCol="0">
            <a:spAutoFit/>
          </a:bodyPr>
          <a:lstStyle/>
          <a:p>
            <a:pPr>
              <a:lnSpc>
                <a:spcPct val="120000"/>
              </a:lnSpc>
            </a:pPr>
            <a:r>
              <a:rPr lang="zh-CN" altLang="en-US" sz="2400" b="1" dirty="0">
                <a:solidFill>
                  <a:srgbClr val="00A6AE"/>
                </a:solidFill>
              </a:rPr>
              <a:t>添加标题</a:t>
            </a:r>
            <a:endParaRPr lang="en-US" altLang="zh-CN" sz="2400" b="1" dirty="0">
              <a:solidFill>
                <a:srgbClr val="00A6AE"/>
              </a:solidFill>
            </a:endParaRPr>
          </a:p>
          <a:p>
            <a:pPr>
              <a:lnSpc>
                <a:spcPct val="120000"/>
              </a:lnSpc>
            </a:pPr>
            <a:r>
              <a:rPr lang="zh-CN" altLang="en-US" sz="1600" dirty="0">
                <a:solidFill>
                  <a:schemeClr val="tx1">
                    <a:lumMod val="65000"/>
                    <a:lumOff val="35000"/>
                  </a:schemeClr>
                </a:solidFill>
              </a:rPr>
              <a:t>添加内容添加内容</a:t>
            </a:r>
          </a:p>
        </p:txBody>
      </p:sp>
      <p:sp>
        <p:nvSpPr>
          <p:cNvPr id="260" name="文本框 259"/>
          <p:cNvSpPr txBox="1"/>
          <p:nvPr/>
        </p:nvSpPr>
        <p:spPr>
          <a:xfrm>
            <a:off x="1543225" y="2111428"/>
            <a:ext cx="2856518" cy="830997"/>
          </a:xfrm>
          <a:prstGeom prst="rect">
            <a:avLst/>
          </a:prstGeom>
          <a:noFill/>
        </p:spPr>
        <p:txBody>
          <a:bodyPr wrap="square" rtlCol="0">
            <a:spAutoFit/>
          </a:bodyPr>
          <a:lstStyle/>
          <a:p>
            <a:pPr algn="r">
              <a:lnSpc>
                <a:spcPct val="120000"/>
              </a:lnSpc>
            </a:pPr>
            <a:r>
              <a:rPr lang="zh-CN" altLang="en-US" sz="2400" b="1" dirty="0">
                <a:solidFill>
                  <a:srgbClr val="F5AC01"/>
                </a:solidFill>
              </a:rPr>
              <a:t>添加标题</a:t>
            </a:r>
            <a:endParaRPr lang="en-US" altLang="zh-CN" sz="2400" b="1" dirty="0">
              <a:solidFill>
                <a:srgbClr val="F5AC01"/>
              </a:solidFill>
            </a:endParaRPr>
          </a:p>
          <a:p>
            <a:pPr algn="r">
              <a:lnSpc>
                <a:spcPct val="120000"/>
              </a:lnSpc>
            </a:pPr>
            <a:r>
              <a:rPr lang="zh-CN" altLang="en-US" sz="1600" dirty="0">
                <a:solidFill>
                  <a:schemeClr val="tx1">
                    <a:lumMod val="65000"/>
                    <a:lumOff val="35000"/>
                  </a:schemeClr>
                </a:solidFill>
              </a:rPr>
              <a:t>添加内容添加内容</a:t>
            </a:r>
          </a:p>
        </p:txBody>
      </p:sp>
      <p:sp>
        <p:nvSpPr>
          <p:cNvPr id="261" name="文本框 260"/>
          <p:cNvSpPr txBox="1"/>
          <p:nvPr/>
        </p:nvSpPr>
        <p:spPr>
          <a:xfrm>
            <a:off x="7825007" y="2111428"/>
            <a:ext cx="2856518" cy="830997"/>
          </a:xfrm>
          <a:prstGeom prst="rect">
            <a:avLst/>
          </a:prstGeom>
          <a:noFill/>
        </p:spPr>
        <p:txBody>
          <a:bodyPr wrap="square" rtlCol="0">
            <a:spAutoFit/>
          </a:bodyPr>
          <a:lstStyle/>
          <a:p>
            <a:pPr>
              <a:lnSpc>
                <a:spcPct val="120000"/>
              </a:lnSpc>
            </a:pPr>
            <a:r>
              <a:rPr lang="zh-CN" altLang="en-US" sz="2400" b="1" dirty="0">
                <a:solidFill>
                  <a:srgbClr val="C62127"/>
                </a:solidFill>
              </a:rPr>
              <a:t>添加标题</a:t>
            </a:r>
            <a:endParaRPr lang="en-US" altLang="zh-CN" sz="2400" b="1" dirty="0">
              <a:solidFill>
                <a:srgbClr val="C62127"/>
              </a:solidFill>
            </a:endParaRPr>
          </a:p>
          <a:p>
            <a:pPr>
              <a:lnSpc>
                <a:spcPct val="120000"/>
              </a:lnSpc>
            </a:pPr>
            <a:r>
              <a:rPr lang="zh-CN" altLang="en-US" sz="1600" dirty="0">
                <a:solidFill>
                  <a:schemeClr val="tx1">
                    <a:lumMod val="65000"/>
                    <a:lumOff val="35000"/>
                  </a:schemeClr>
                </a:solidFill>
              </a:rPr>
              <a:t>添加内容添加内容</a:t>
            </a:r>
          </a:p>
        </p:txBody>
      </p:sp>
      <p:sp>
        <p:nvSpPr>
          <p:cNvPr id="262" name="文本框 261"/>
          <p:cNvSpPr txBox="1"/>
          <p:nvPr/>
        </p:nvSpPr>
        <p:spPr>
          <a:xfrm>
            <a:off x="1091023" y="3250342"/>
            <a:ext cx="2856518" cy="830997"/>
          </a:xfrm>
          <a:prstGeom prst="rect">
            <a:avLst/>
          </a:prstGeom>
          <a:noFill/>
        </p:spPr>
        <p:txBody>
          <a:bodyPr wrap="square" rtlCol="0">
            <a:spAutoFit/>
          </a:bodyPr>
          <a:lstStyle/>
          <a:p>
            <a:pPr algn="r">
              <a:lnSpc>
                <a:spcPct val="120000"/>
              </a:lnSpc>
            </a:pPr>
            <a:r>
              <a:rPr lang="zh-CN" altLang="en-US" sz="2400" b="1" dirty="0">
                <a:solidFill>
                  <a:srgbClr val="CC3D73"/>
                </a:solidFill>
              </a:rPr>
              <a:t>添加标题</a:t>
            </a:r>
            <a:endParaRPr lang="en-US" altLang="zh-CN" sz="2400" b="1" dirty="0">
              <a:solidFill>
                <a:srgbClr val="CC3D73"/>
              </a:solidFill>
            </a:endParaRPr>
          </a:p>
          <a:p>
            <a:pPr algn="r">
              <a:lnSpc>
                <a:spcPct val="120000"/>
              </a:lnSpc>
            </a:pPr>
            <a:r>
              <a:rPr lang="zh-CN" altLang="en-US" sz="1600" dirty="0">
                <a:solidFill>
                  <a:schemeClr val="tx1">
                    <a:lumMod val="65000"/>
                    <a:lumOff val="35000"/>
                  </a:schemeClr>
                </a:solidFill>
              </a:rPr>
              <a:t>添加内容添加内容</a:t>
            </a:r>
          </a:p>
        </p:txBody>
      </p:sp>
      <p:sp>
        <p:nvSpPr>
          <p:cNvPr id="263" name="文本框 262"/>
          <p:cNvSpPr txBox="1"/>
          <p:nvPr/>
        </p:nvSpPr>
        <p:spPr>
          <a:xfrm>
            <a:off x="8244459" y="3250342"/>
            <a:ext cx="2856518" cy="830997"/>
          </a:xfrm>
          <a:prstGeom prst="rect">
            <a:avLst/>
          </a:prstGeom>
          <a:noFill/>
        </p:spPr>
        <p:txBody>
          <a:bodyPr wrap="square" rtlCol="0">
            <a:spAutoFit/>
          </a:bodyPr>
          <a:lstStyle/>
          <a:p>
            <a:pPr>
              <a:lnSpc>
                <a:spcPct val="120000"/>
              </a:lnSpc>
            </a:pPr>
            <a:r>
              <a:rPr lang="zh-CN" altLang="en-US" sz="2400" b="1" dirty="0">
                <a:solidFill>
                  <a:srgbClr val="74BA0A"/>
                </a:solidFill>
              </a:rPr>
              <a:t>添加标题</a:t>
            </a:r>
            <a:endParaRPr lang="en-US" altLang="zh-CN" sz="2400" b="1" dirty="0">
              <a:solidFill>
                <a:srgbClr val="74BA0A"/>
              </a:solidFill>
            </a:endParaRPr>
          </a:p>
          <a:p>
            <a:pPr>
              <a:lnSpc>
                <a:spcPct val="120000"/>
              </a:lnSpc>
            </a:pPr>
            <a:r>
              <a:rPr lang="zh-CN" altLang="en-US" sz="1600" dirty="0">
                <a:solidFill>
                  <a:schemeClr val="tx1">
                    <a:lumMod val="65000"/>
                    <a:lumOff val="35000"/>
                  </a:schemeClr>
                </a:solidFill>
              </a:rPr>
              <a:t>添加内容添加内容</a:t>
            </a:r>
          </a:p>
        </p:txBody>
      </p:sp>
      <p:sp>
        <p:nvSpPr>
          <p:cNvPr id="264" name="文本框 263"/>
          <p:cNvSpPr txBox="1"/>
          <p:nvPr/>
        </p:nvSpPr>
        <p:spPr>
          <a:xfrm>
            <a:off x="4632473" y="791706"/>
            <a:ext cx="2856518" cy="830997"/>
          </a:xfrm>
          <a:prstGeom prst="rect">
            <a:avLst/>
          </a:prstGeom>
          <a:noFill/>
        </p:spPr>
        <p:txBody>
          <a:bodyPr wrap="square" rtlCol="0">
            <a:spAutoFit/>
          </a:bodyPr>
          <a:lstStyle/>
          <a:p>
            <a:pPr algn="ctr">
              <a:lnSpc>
                <a:spcPct val="120000"/>
              </a:lnSpc>
            </a:pPr>
            <a:r>
              <a:rPr lang="zh-CN" altLang="en-US" sz="2400" b="1" dirty="0">
                <a:solidFill>
                  <a:srgbClr val="FF7510"/>
                </a:solidFill>
              </a:rPr>
              <a:t>添加标题</a:t>
            </a:r>
            <a:endParaRPr lang="en-US" altLang="zh-CN" sz="2400" b="1" dirty="0">
              <a:solidFill>
                <a:srgbClr val="FF7510"/>
              </a:solidFill>
            </a:endParaRPr>
          </a:p>
          <a:p>
            <a:pPr algn="ctr">
              <a:lnSpc>
                <a:spcPct val="120000"/>
              </a:lnSpc>
            </a:pPr>
            <a:r>
              <a:rPr lang="zh-CN" altLang="en-US" sz="1600" dirty="0">
                <a:solidFill>
                  <a:schemeClr val="tx1">
                    <a:lumMod val="65000"/>
                    <a:lumOff val="35000"/>
                  </a:schemeClr>
                </a:solidFill>
              </a:rPr>
              <a:t>添加内容添加内容</a:t>
            </a:r>
          </a:p>
        </p:txBody>
      </p:sp>
      <p:sp>
        <p:nvSpPr>
          <p:cNvPr id="265" name="文本框 264"/>
          <p:cNvSpPr txBox="1"/>
          <p:nvPr/>
        </p:nvSpPr>
        <p:spPr>
          <a:xfrm>
            <a:off x="4632473" y="5840704"/>
            <a:ext cx="2856518" cy="830997"/>
          </a:xfrm>
          <a:prstGeom prst="rect">
            <a:avLst/>
          </a:prstGeom>
          <a:noFill/>
        </p:spPr>
        <p:txBody>
          <a:bodyPr wrap="square" rtlCol="0">
            <a:spAutoFit/>
          </a:bodyPr>
          <a:lstStyle/>
          <a:p>
            <a:pPr algn="ctr">
              <a:lnSpc>
                <a:spcPct val="120000"/>
              </a:lnSpc>
            </a:pPr>
            <a:r>
              <a:rPr lang="zh-CN" altLang="en-US" sz="2400" b="1" dirty="0">
                <a:solidFill>
                  <a:srgbClr val="1983B7"/>
                </a:solidFill>
              </a:rPr>
              <a:t>添加标题</a:t>
            </a:r>
            <a:endParaRPr lang="en-US" altLang="zh-CN" sz="2400" b="1" dirty="0">
              <a:solidFill>
                <a:srgbClr val="1983B7"/>
              </a:solidFill>
            </a:endParaRPr>
          </a:p>
          <a:p>
            <a:pPr algn="ctr">
              <a:lnSpc>
                <a:spcPct val="120000"/>
              </a:lnSpc>
            </a:pPr>
            <a:r>
              <a:rPr lang="zh-CN" altLang="en-US" sz="1600" dirty="0">
                <a:solidFill>
                  <a:schemeClr val="tx1">
                    <a:lumMod val="65000"/>
                    <a:lumOff val="35000"/>
                  </a:schemeClr>
                </a:solidFill>
              </a:rPr>
              <a:t>添加内容添加内容</a:t>
            </a:r>
          </a:p>
        </p:txBody>
      </p:sp>
      <p:sp>
        <p:nvSpPr>
          <p:cNvPr id="267" name="矩形 39"/>
          <p:cNvSpPr/>
          <p:nvPr/>
        </p:nvSpPr>
        <p:spPr>
          <a:xfrm>
            <a:off x="0" y="203088"/>
            <a:ext cx="2852063" cy="523220"/>
          </a:xfrm>
          <a:prstGeom prst="rect">
            <a:avLst/>
          </a:prstGeom>
          <a:noFill/>
        </p:spPr>
        <p:txBody>
          <a:bodyPr wrap="none" rtlCol="0">
            <a:spAutoFit/>
          </a:bodyPr>
          <a:lstStyle/>
          <a:p>
            <a:r>
              <a:rPr lang="zh-CN" altLang="en-US" sz="2800" b="1" dirty="0">
                <a:solidFill>
                  <a:schemeClr val="tx1">
                    <a:lumMod val="65000"/>
                    <a:lumOff val="35000"/>
                  </a:schemeClr>
                </a:solidFill>
              </a:rPr>
              <a:t>八项并列</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时间线</a:t>
            </a:r>
            <a:endParaRPr lang="zh-CN" altLang="zh-CN" sz="2800" b="1" dirty="0">
              <a:solidFill>
                <a:schemeClr val="tx1">
                  <a:lumMod val="65000"/>
                  <a:lumOff val="35000"/>
                </a:schemeClr>
              </a:solidFill>
            </a:endParaRPr>
          </a:p>
        </p:txBody>
      </p:sp>
      <p:sp>
        <p:nvSpPr>
          <p:cNvPr id="269" name="Freeform 910"/>
          <p:cNvSpPr>
            <a:spLocks/>
          </p:cNvSpPr>
          <p:nvPr/>
        </p:nvSpPr>
        <p:spPr bwMode="auto">
          <a:xfrm>
            <a:off x="4185179" y="3537758"/>
            <a:ext cx="345523" cy="348645"/>
          </a:xfrm>
          <a:custGeom>
            <a:avLst/>
            <a:gdLst>
              <a:gd name="T0" fmla="*/ 140 w 280"/>
              <a:gd name="T1" fmla="*/ 0 h 283"/>
              <a:gd name="T2" fmla="*/ 0 w 280"/>
              <a:gd name="T3" fmla="*/ 122 h 283"/>
              <a:gd name="T4" fmla="*/ 34 w 280"/>
              <a:gd name="T5" fmla="*/ 104 h 283"/>
              <a:gd name="T6" fmla="*/ 70 w 280"/>
              <a:gd name="T7" fmla="*/ 124 h 283"/>
              <a:gd name="T8" fmla="*/ 105 w 280"/>
              <a:gd name="T9" fmla="*/ 104 h 283"/>
              <a:gd name="T10" fmla="*/ 135 w 280"/>
              <a:gd name="T11" fmla="*/ 117 h 283"/>
              <a:gd name="T12" fmla="*/ 135 w 280"/>
              <a:gd name="T13" fmla="*/ 194 h 283"/>
              <a:gd name="T14" fmla="*/ 129 w 280"/>
              <a:gd name="T15" fmla="*/ 194 h 283"/>
              <a:gd name="T16" fmla="*/ 129 w 280"/>
              <a:gd name="T17" fmla="*/ 222 h 283"/>
              <a:gd name="T18" fmla="*/ 129 w 280"/>
              <a:gd name="T19" fmla="*/ 250 h 283"/>
              <a:gd name="T20" fmla="*/ 127 w 280"/>
              <a:gd name="T21" fmla="*/ 259 h 283"/>
              <a:gd name="T22" fmla="*/ 117 w 280"/>
              <a:gd name="T23" fmla="*/ 264 h 283"/>
              <a:gd name="T24" fmla="*/ 113 w 280"/>
              <a:gd name="T25" fmla="*/ 264 h 283"/>
              <a:gd name="T26" fmla="*/ 107 w 280"/>
              <a:gd name="T27" fmla="*/ 261 h 283"/>
              <a:gd name="T28" fmla="*/ 105 w 280"/>
              <a:gd name="T29" fmla="*/ 257 h 283"/>
              <a:gd name="T30" fmla="*/ 104 w 280"/>
              <a:gd name="T31" fmla="*/ 251 h 283"/>
              <a:gd name="T32" fmla="*/ 101 w 280"/>
              <a:gd name="T33" fmla="*/ 244 h 283"/>
              <a:gd name="T34" fmla="*/ 93 w 280"/>
              <a:gd name="T35" fmla="*/ 240 h 283"/>
              <a:gd name="T36" fmla="*/ 86 w 280"/>
              <a:gd name="T37" fmla="*/ 243 h 283"/>
              <a:gd name="T38" fmla="*/ 83 w 280"/>
              <a:gd name="T39" fmla="*/ 251 h 283"/>
              <a:gd name="T40" fmla="*/ 85 w 280"/>
              <a:gd name="T41" fmla="*/ 264 h 283"/>
              <a:gd name="T42" fmla="*/ 91 w 280"/>
              <a:gd name="T43" fmla="*/ 274 h 283"/>
              <a:gd name="T44" fmla="*/ 107 w 280"/>
              <a:gd name="T45" fmla="*/ 282 h 283"/>
              <a:gd name="T46" fmla="*/ 117 w 280"/>
              <a:gd name="T47" fmla="*/ 283 h 283"/>
              <a:gd name="T48" fmla="*/ 117 w 280"/>
              <a:gd name="T49" fmla="*/ 283 h 283"/>
              <a:gd name="T50" fmla="*/ 117 w 280"/>
              <a:gd name="T51" fmla="*/ 283 h 283"/>
              <a:gd name="T52" fmla="*/ 117 w 280"/>
              <a:gd name="T53" fmla="*/ 283 h 283"/>
              <a:gd name="T54" fmla="*/ 117 w 280"/>
              <a:gd name="T55" fmla="*/ 283 h 283"/>
              <a:gd name="T56" fmla="*/ 117 w 280"/>
              <a:gd name="T57" fmla="*/ 283 h 283"/>
              <a:gd name="T58" fmla="*/ 117 w 280"/>
              <a:gd name="T59" fmla="*/ 283 h 283"/>
              <a:gd name="T60" fmla="*/ 117 w 280"/>
              <a:gd name="T61" fmla="*/ 283 h 283"/>
              <a:gd name="T62" fmla="*/ 143 w 280"/>
              <a:gd name="T63" fmla="*/ 272 h 283"/>
              <a:gd name="T64" fmla="*/ 151 w 280"/>
              <a:gd name="T65" fmla="*/ 250 h 283"/>
              <a:gd name="T66" fmla="*/ 151 w 280"/>
              <a:gd name="T67" fmla="*/ 250 h 283"/>
              <a:gd name="T68" fmla="*/ 151 w 280"/>
              <a:gd name="T69" fmla="*/ 250 h 283"/>
              <a:gd name="T70" fmla="*/ 151 w 280"/>
              <a:gd name="T71" fmla="*/ 222 h 283"/>
              <a:gd name="T72" fmla="*/ 151 w 280"/>
              <a:gd name="T73" fmla="*/ 194 h 283"/>
              <a:gd name="T74" fmla="*/ 145 w 280"/>
              <a:gd name="T75" fmla="*/ 194 h 283"/>
              <a:gd name="T76" fmla="*/ 145 w 280"/>
              <a:gd name="T77" fmla="*/ 117 h 283"/>
              <a:gd name="T78" fmla="*/ 175 w 280"/>
              <a:gd name="T79" fmla="*/ 105 h 283"/>
              <a:gd name="T80" fmla="*/ 210 w 280"/>
              <a:gd name="T81" fmla="*/ 124 h 283"/>
              <a:gd name="T82" fmla="*/ 246 w 280"/>
              <a:gd name="T83" fmla="*/ 105 h 283"/>
              <a:gd name="T84" fmla="*/ 280 w 280"/>
              <a:gd name="T85" fmla="*/ 123 h 283"/>
              <a:gd name="T86" fmla="*/ 140 w 280"/>
              <a:gd name="T87" fmla="*/ 0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80" h="283">
                <a:moveTo>
                  <a:pt x="140" y="0"/>
                </a:moveTo>
                <a:cubicBezTo>
                  <a:pt x="68" y="0"/>
                  <a:pt x="9" y="54"/>
                  <a:pt x="0" y="122"/>
                </a:cubicBezTo>
                <a:cubicBezTo>
                  <a:pt x="7" y="112"/>
                  <a:pt x="20" y="104"/>
                  <a:pt x="34" y="104"/>
                </a:cubicBezTo>
                <a:cubicBezTo>
                  <a:pt x="50" y="104"/>
                  <a:pt x="63" y="112"/>
                  <a:pt x="70" y="124"/>
                </a:cubicBezTo>
                <a:cubicBezTo>
                  <a:pt x="76" y="113"/>
                  <a:pt x="89" y="104"/>
                  <a:pt x="105" y="104"/>
                </a:cubicBezTo>
                <a:cubicBezTo>
                  <a:pt x="117" y="104"/>
                  <a:pt x="128" y="110"/>
                  <a:pt x="135" y="117"/>
                </a:cubicBezTo>
                <a:cubicBezTo>
                  <a:pt x="135" y="194"/>
                  <a:pt x="135" y="194"/>
                  <a:pt x="135" y="194"/>
                </a:cubicBezTo>
                <a:cubicBezTo>
                  <a:pt x="129" y="194"/>
                  <a:pt x="129" y="194"/>
                  <a:pt x="129" y="194"/>
                </a:cubicBezTo>
                <a:cubicBezTo>
                  <a:pt x="129" y="194"/>
                  <a:pt x="129" y="208"/>
                  <a:pt x="129" y="222"/>
                </a:cubicBezTo>
                <a:cubicBezTo>
                  <a:pt x="129" y="236"/>
                  <a:pt x="129" y="250"/>
                  <a:pt x="129" y="250"/>
                </a:cubicBezTo>
                <a:cubicBezTo>
                  <a:pt x="129" y="252"/>
                  <a:pt x="129" y="256"/>
                  <a:pt x="127" y="259"/>
                </a:cubicBezTo>
                <a:cubicBezTo>
                  <a:pt x="125" y="262"/>
                  <a:pt x="122" y="264"/>
                  <a:pt x="117" y="264"/>
                </a:cubicBezTo>
                <a:cubicBezTo>
                  <a:pt x="116" y="264"/>
                  <a:pt x="115" y="264"/>
                  <a:pt x="113" y="264"/>
                </a:cubicBezTo>
                <a:cubicBezTo>
                  <a:pt x="111" y="263"/>
                  <a:pt x="109" y="262"/>
                  <a:pt x="107" y="261"/>
                </a:cubicBezTo>
                <a:cubicBezTo>
                  <a:pt x="106" y="259"/>
                  <a:pt x="106" y="258"/>
                  <a:pt x="105" y="257"/>
                </a:cubicBezTo>
                <a:cubicBezTo>
                  <a:pt x="104" y="255"/>
                  <a:pt x="104" y="253"/>
                  <a:pt x="104" y="251"/>
                </a:cubicBezTo>
                <a:cubicBezTo>
                  <a:pt x="104" y="248"/>
                  <a:pt x="103" y="245"/>
                  <a:pt x="101" y="244"/>
                </a:cubicBezTo>
                <a:cubicBezTo>
                  <a:pt x="99" y="242"/>
                  <a:pt x="96" y="240"/>
                  <a:pt x="93" y="240"/>
                </a:cubicBezTo>
                <a:cubicBezTo>
                  <a:pt x="90" y="240"/>
                  <a:pt x="88" y="242"/>
                  <a:pt x="86" y="243"/>
                </a:cubicBezTo>
                <a:cubicBezTo>
                  <a:pt x="84" y="245"/>
                  <a:pt x="83" y="248"/>
                  <a:pt x="83" y="251"/>
                </a:cubicBezTo>
                <a:cubicBezTo>
                  <a:pt x="83" y="256"/>
                  <a:pt x="83" y="260"/>
                  <a:pt x="85" y="264"/>
                </a:cubicBezTo>
                <a:cubicBezTo>
                  <a:pt x="86" y="267"/>
                  <a:pt x="88" y="271"/>
                  <a:pt x="91" y="274"/>
                </a:cubicBezTo>
                <a:cubicBezTo>
                  <a:pt x="96" y="278"/>
                  <a:pt x="102" y="281"/>
                  <a:pt x="107" y="282"/>
                </a:cubicBezTo>
                <a:cubicBezTo>
                  <a:pt x="112" y="283"/>
                  <a:pt x="116" y="283"/>
                  <a:pt x="117" y="283"/>
                </a:cubicBezTo>
                <a:cubicBezTo>
                  <a:pt x="117" y="283"/>
                  <a:pt x="117" y="283"/>
                  <a:pt x="117" y="283"/>
                </a:cubicBezTo>
                <a:cubicBezTo>
                  <a:pt x="117" y="283"/>
                  <a:pt x="117" y="283"/>
                  <a:pt x="117" y="283"/>
                </a:cubicBezTo>
                <a:cubicBezTo>
                  <a:pt x="117" y="283"/>
                  <a:pt x="117" y="283"/>
                  <a:pt x="117" y="283"/>
                </a:cubicBezTo>
                <a:cubicBezTo>
                  <a:pt x="117" y="283"/>
                  <a:pt x="117" y="283"/>
                  <a:pt x="117" y="283"/>
                </a:cubicBezTo>
                <a:cubicBezTo>
                  <a:pt x="117" y="283"/>
                  <a:pt x="117" y="283"/>
                  <a:pt x="117" y="283"/>
                </a:cubicBezTo>
                <a:cubicBezTo>
                  <a:pt x="117" y="283"/>
                  <a:pt x="117" y="283"/>
                  <a:pt x="117" y="283"/>
                </a:cubicBezTo>
                <a:cubicBezTo>
                  <a:pt x="117" y="283"/>
                  <a:pt x="117" y="283"/>
                  <a:pt x="117" y="283"/>
                </a:cubicBezTo>
                <a:cubicBezTo>
                  <a:pt x="129" y="283"/>
                  <a:pt x="137" y="278"/>
                  <a:pt x="143" y="272"/>
                </a:cubicBezTo>
                <a:cubicBezTo>
                  <a:pt x="148" y="265"/>
                  <a:pt x="150" y="257"/>
                  <a:pt x="151" y="250"/>
                </a:cubicBezTo>
                <a:cubicBezTo>
                  <a:pt x="151" y="250"/>
                  <a:pt x="151" y="250"/>
                  <a:pt x="151" y="250"/>
                </a:cubicBezTo>
                <a:cubicBezTo>
                  <a:pt x="151" y="250"/>
                  <a:pt x="151" y="250"/>
                  <a:pt x="151" y="250"/>
                </a:cubicBezTo>
                <a:cubicBezTo>
                  <a:pt x="151" y="222"/>
                  <a:pt x="151" y="222"/>
                  <a:pt x="151" y="222"/>
                </a:cubicBezTo>
                <a:cubicBezTo>
                  <a:pt x="151" y="194"/>
                  <a:pt x="151" y="194"/>
                  <a:pt x="151" y="194"/>
                </a:cubicBezTo>
                <a:cubicBezTo>
                  <a:pt x="145" y="194"/>
                  <a:pt x="145" y="194"/>
                  <a:pt x="145" y="194"/>
                </a:cubicBezTo>
                <a:cubicBezTo>
                  <a:pt x="145" y="117"/>
                  <a:pt x="145" y="117"/>
                  <a:pt x="145" y="117"/>
                </a:cubicBezTo>
                <a:cubicBezTo>
                  <a:pt x="152" y="109"/>
                  <a:pt x="163" y="104"/>
                  <a:pt x="175" y="105"/>
                </a:cubicBezTo>
                <a:cubicBezTo>
                  <a:pt x="191" y="105"/>
                  <a:pt x="204" y="113"/>
                  <a:pt x="210" y="124"/>
                </a:cubicBezTo>
                <a:cubicBezTo>
                  <a:pt x="217" y="113"/>
                  <a:pt x="230" y="105"/>
                  <a:pt x="246" y="105"/>
                </a:cubicBezTo>
                <a:cubicBezTo>
                  <a:pt x="260" y="105"/>
                  <a:pt x="273" y="112"/>
                  <a:pt x="280" y="123"/>
                </a:cubicBezTo>
                <a:cubicBezTo>
                  <a:pt x="271" y="54"/>
                  <a:pt x="212" y="0"/>
                  <a:pt x="140"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70" name="Freeform 307"/>
          <p:cNvSpPr>
            <a:spLocks noChangeAspect="1" noEditPoints="1"/>
          </p:cNvSpPr>
          <p:nvPr/>
        </p:nvSpPr>
        <p:spPr bwMode="auto">
          <a:xfrm>
            <a:off x="5955499" y="5252679"/>
            <a:ext cx="263361" cy="384744"/>
          </a:xfrm>
          <a:custGeom>
            <a:avLst/>
            <a:gdLst>
              <a:gd name="T0" fmla="*/ 151 w 243"/>
              <a:gd name="T1" fmla="*/ 4 h 354"/>
              <a:gd name="T2" fmla="*/ 236 w 243"/>
              <a:gd name="T3" fmla="*/ 91 h 354"/>
              <a:gd name="T4" fmla="*/ 212 w 243"/>
              <a:gd name="T5" fmla="*/ 202 h 354"/>
              <a:gd name="T6" fmla="*/ 201 w 243"/>
              <a:gd name="T7" fmla="*/ 243 h 354"/>
              <a:gd name="T8" fmla="*/ 199 w 243"/>
              <a:gd name="T9" fmla="*/ 276 h 354"/>
              <a:gd name="T10" fmla="*/ 183 w 243"/>
              <a:gd name="T11" fmla="*/ 322 h 354"/>
              <a:gd name="T12" fmla="*/ 143 w 243"/>
              <a:gd name="T13" fmla="*/ 354 h 354"/>
              <a:gd name="T14" fmla="*/ 63 w 243"/>
              <a:gd name="T15" fmla="*/ 328 h 354"/>
              <a:gd name="T16" fmla="*/ 43 w 243"/>
              <a:gd name="T17" fmla="*/ 281 h 354"/>
              <a:gd name="T18" fmla="*/ 43 w 243"/>
              <a:gd name="T19" fmla="*/ 253 h 354"/>
              <a:gd name="T20" fmla="*/ 39 w 243"/>
              <a:gd name="T21" fmla="*/ 231 h 354"/>
              <a:gd name="T22" fmla="*/ 10 w 243"/>
              <a:gd name="T23" fmla="*/ 163 h 354"/>
              <a:gd name="T24" fmla="*/ 74 w 243"/>
              <a:gd name="T25" fmla="*/ 10 h 354"/>
              <a:gd name="T26" fmla="*/ 114 w 243"/>
              <a:gd name="T27" fmla="*/ 0 h 354"/>
              <a:gd name="T28" fmla="*/ 121 w 243"/>
              <a:gd name="T29" fmla="*/ 245 h 354"/>
              <a:gd name="T30" fmla="*/ 180 w 243"/>
              <a:gd name="T31" fmla="*/ 233 h 354"/>
              <a:gd name="T32" fmla="*/ 205 w 243"/>
              <a:gd name="T33" fmla="*/ 168 h 354"/>
              <a:gd name="T34" fmla="*/ 182 w 243"/>
              <a:gd name="T35" fmla="*/ 44 h 354"/>
              <a:gd name="T36" fmla="*/ 26 w 243"/>
              <a:gd name="T37" fmla="*/ 138 h 354"/>
              <a:gd name="T38" fmla="*/ 62 w 243"/>
              <a:gd name="T39" fmla="*/ 235 h 354"/>
              <a:gd name="T40" fmla="*/ 121 w 243"/>
              <a:gd name="T41" fmla="*/ 245 h 354"/>
              <a:gd name="T42" fmla="*/ 74 w 243"/>
              <a:gd name="T43" fmla="*/ 254 h 354"/>
              <a:gd name="T44" fmla="*/ 74 w 243"/>
              <a:gd name="T45" fmla="*/ 274 h 354"/>
              <a:gd name="T46" fmla="*/ 169 w 243"/>
              <a:gd name="T47" fmla="*/ 274 h 354"/>
              <a:gd name="T48" fmla="*/ 169 w 243"/>
              <a:gd name="T49" fmla="*/ 254 h 354"/>
              <a:gd name="T50" fmla="*/ 121 w 243"/>
              <a:gd name="T51" fmla="*/ 283 h 354"/>
              <a:gd name="T52" fmla="*/ 64 w 243"/>
              <a:gd name="T53" fmla="*/ 289 h 354"/>
              <a:gd name="T54" fmla="*/ 140 w 243"/>
              <a:gd name="T55" fmla="*/ 303 h 354"/>
              <a:gd name="T56" fmla="*/ 178 w 243"/>
              <a:gd name="T57" fmla="*/ 297 h 354"/>
              <a:gd name="T58" fmla="*/ 121 w 243"/>
              <a:gd name="T59" fmla="*/ 283 h 354"/>
              <a:gd name="T60" fmla="*/ 100 w 243"/>
              <a:gd name="T61" fmla="*/ 332 h 354"/>
              <a:gd name="T62" fmla="*/ 159 w 243"/>
              <a:gd name="T63" fmla="*/ 31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3" h="354">
                <a:moveTo>
                  <a:pt x="128" y="0"/>
                </a:moveTo>
                <a:cubicBezTo>
                  <a:pt x="136" y="1"/>
                  <a:pt x="144" y="2"/>
                  <a:pt x="151" y="4"/>
                </a:cubicBezTo>
                <a:cubicBezTo>
                  <a:pt x="172" y="9"/>
                  <a:pt x="190" y="20"/>
                  <a:pt x="205" y="35"/>
                </a:cubicBezTo>
                <a:cubicBezTo>
                  <a:pt x="221" y="51"/>
                  <a:pt x="231" y="69"/>
                  <a:pt x="236" y="91"/>
                </a:cubicBezTo>
                <a:cubicBezTo>
                  <a:pt x="243" y="121"/>
                  <a:pt x="240" y="149"/>
                  <a:pt x="225" y="177"/>
                </a:cubicBezTo>
                <a:cubicBezTo>
                  <a:pt x="221" y="185"/>
                  <a:pt x="216" y="194"/>
                  <a:pt x="212" y="202"/>
                </a:cubicBezTo>
                <a:cubicBezTo>
                  <a:pt x="206" y="214"/>
                  <a:pt x="203" y="226"/>
                  <a:pt x="202" y="238"/>
                </a:cubicBezTo>
                <a:cubicBezTo>
                  <a:pt x="202" y="240"/>
                  <a:pt x="201" y="241"/>
                  <a:pt x="201" y="243"/>
                </a:cubicBezTo>
                <a:cubicBezTo>
                  <a:pt x="200" y="246"/>
                  <a:pt x="200" y="255"/>
                  <a:pt x="200" y="258"/>
                </a:cubicBezTo>
                <a:cubicBezTo>
                  <a:pt x="202" y="264"/>
                  <a:pt x="201" y="270"/>
                  <a:pt x="199" y="276"/>
                </a:cubicBezTo>
                <a:cubicBezTo>
                  <a:pt x="198" y="278"/>
                  <a:pt x="198" y="279"/>
                  <a:pt x="199" y="281"/>
                </a:cubicBezTo>
                <a:cubicBezTo>
                  <a:pt x="205" y="297"/>
                  <a:pt x="198" y="314"/>
                  <a:pt x="183" y="322"/>
                </a:cubicBezTo>
                <a:cubicBezTo>
                  <a:pt x="181" y="322"/>
                  <a:pt x="180" y="324"/>
                  <a:pt x="180" y="325"/>
                </a:cubicBezTo>
                <a:cubicBezTo>
                  <a:pt x="173" y="342"/>
                  <a:pt x="161" y="353"/>
                  <a:pt x="143" y="354"/>
                </a:cubicBezTo>
                <a:cubicBezTo>
                  <a:pt x="127" y="354"/>
                  <a:pt x="111" y="354"/>
                  <a:pt x="96" y="353"/>
                </a:cubicBezTo>
                <a:cubicBezTo>
                  <a:pt x="80" y="352"/>
                  <a:pt x="69" y="342"/>
                  <a:pt x="63" y="328"/>
                </a:cubicBezTo>
                <a:cubicBezTo>
                  <a:pt x="62" y="324"/>
                  <a:pt x="60" y="322"/>
                  <a:pt x="57" y="321"/>
                </a:cubicBezTo>
                <a:cubicBezTo>
                  <a:pt x="43" y="313"/>
                  <a:pt x="37" y="296"/>
                  <a:pt x="43" y="281"/>
                </a:cubicBezTo>
                <a:cubicBezTo>
                  <a:pt x="44" y="279"/>
                  <a:pt x="44" y="278"/>
                  <a:pt x="43" y="276"/>
                </a:cubicBezTo>
                <a:cubicBezTo>
                  <a:pt x="40" y="268"/>
                  <a:pt x="40" y="261"/>
                  <a:pt x="43" y="253"/>
                </a:cubicBezTo>
                <a:cubicBezTo>
                  <a:pt x="43" y="252"/>
                  <a:pt x="43" y="250"/>
                  <a:pt x="43" y="248"/>
                </a:cubicBezTo>
                <a:cubicBezTo>
                  <a:pt x="41" y="242"/>
                  <a:pt x="40" y="237"/>
                  <a:pt x="39" y="231"/>
                </a:cubicBezTo>
                <a:cubicBezTo>
                  <a:pt x="37" y="218"/>
                  <a:pt x="32" y="206"/>
                  <a:pt x="26" y="195"/>
                </a:cubicBezTo>
                <a:cubicBezTo>
                  <a:pt x="21" y="184"/>
                  <a:pt x="15" y="174"/>
                  <a:pt x="10" y="163"/>
                </a:cubicBezTo>
                <a:cubicBezTo>
                  <a:pt x="2" y="143"/>
                  <a:pt x="0" y="121"/>
                  <a:pt x="4" y="100"/>
                </a:cubicBezTo>
                <a:cubicBezTo>
                  <a:pt x="11" y="57"/>
                  <a:pt x="35" y="27"/>
                  <a:pt x="74" y="10"/>
                </a:cubicBezTo>
                <a:cubicBezTo>
                  <a:pt x="86" y="4"/>
                  <a:pt x="98" y="1"/>
                  <a:pt x="111" y="1"/>
                </a:cubicBezTo>
                <a:cubicBezTo>
                  <a:pt x="112" y="0"/>
                  <a:pt x="113" y="0"/>
                  <a:pt x="114" y="0"/>
                </a:cubicBezTo>
                <a:lnTo>
                  <a:pt x="128" y="0"/>
                </a:lnTo>
                <a:close/>
                <a:moveTo>
                  <a:pt x="121" y="245"/>
                </a:moveTo>
                <a:cubicBezTo>
                  <a:pt x="136" y="245"/>
                  <a:pt x="151" y="245"/>
                  <a:pt x="167" y="245"/>
                </a:cubicBezTo>
                <a:cubicBezTo>
                  <a:pt x="176" y="245"/>
                  <a:pt x="179" y="242"/>
                  <a:pt x="180" y="233"/>
                </a:cubicBezTo>
                <a:cubicBezTo>
                  <a:pt x="182" y="223"/>
                  <a:pt x="184" y="213"/>
                  <a:pt x="187" y="203"/>
                </a:cubicBezTo>
                <a:cubicBezTo>
                  <a:pt x="192" y="191"/>
                  <a:pt x="199" y="180"/>
                  <a:pt x="205" y="168"/>
                </a:cubicBezTo>
                <a:cubicBezTo>
                  <a:pt x="212" y="156"/>
                  <a:pt x="216" y="143"/>
                  <a:pt x="217" y="128"/>
                </a:cubicBezTo>
                <a:cubicBezTo>
                  <a:pt x="220" y="94"/>
                  <a:pt x="208" y="66"/>
                  <a:pt x="182" y="44"/>
                </a:cubicBezTo>
                <a:cubicBezTo>
                  <a:pt x="149" y="17"/>
                  <a:pt x="106" y="15"/>
                  <a:pt x="70" y="37"/>
                </a:cubicBezTo>
                <a:cubicBezTo>
                  <a:pt x="35" y="58"/>
                  <a:pt x="19" y="98"/>
                  <a:pt x="26" y="138"/>
                </a:cubicBezTo>
                <a:cubicBezTo>
                  <a:pt x="28" y="152"/>
                  <a:pt x="35" y="165"/>
                  <a:pt x="42" y="177"/>
                </a:cubicBezTo>
                <a:cubicBezTo>
                  <a:pt x="52" y="195"/>
                  <a:pt x="60" y="214"/>
                  <a:pt x="62" y="235"/>
                </a:cubicBezTo>
                <a:cubicBezTo>
                  <a:pt x="62" y="242"/>
                  <a:pt x="66" y="245"/>
                  <a:pt x="73" y="245"/>
                </a:cubicBezTo>
                <a:cubicBezTo>
                  <a:pt x="89" y="245"/>
                  <a:pt x="105" y="245"/>
                  <a:pt x="121" y="245"/>
                </a:cubicBezTo>
                <a:moveTo>
                  <a:pt x="121" y="254"/>
                </a:moveTo>
                <a:cubicBezTo>
                  <a:pt x="105" y="254"/>
                  <a:pt x="89" y="254"/>
                  <a:pt x="74" y="254"/>
                </a:cubicBezTo>
                <a:cubicBezTo>
                  <a:pt x="69" y="254"/>
                  <a:pt x="65" y="256"/>
                  <a:pt x="64" y="260"/>
                </a:cubicBezTo>
                <a:cubicBezTo>
                  <a:pt x="61" y="267"/>
                  <a:pt x="66" y="274"/>
                  <a:pt x="74" y="274"/>
                </a:cubicBezTo>
                <a:cubicBezTo>
                  <a:pt x="96" y="274"/>
                  <a:pt x="118" y="274"/>
                  <a:pt x="140" y="274"/>
                </a:cubicBezTo>
                <a:cubicBezTo>
                  <a:pt x="149" y="274"/>
                  <a:pt x="159" y="274"/>
                  <a:pt x="169" y="274"/>
                </a:cubicBezTo>
                <a:cubicBezTo>
                  <a:pt x="173" y="274"/>
                  <a:pt x="176" y="272"/>
                  <a:pt x="178" y="268"/>
                </a:cubicBezTo>
                <a:cubicBezTo>
                  <a:pt x="181" y="261"/>
                  <a:pt x="176" y="254"/>
                  <a:pt x="169" y="254"/>
                </a:cubicBezTo>
                <a:cubicBezTo>
                  <a:pt x="153" y="254"/>
                  <a:pt x="137" y="254"/>
                  <a:pt x="121" y="254"/>
                </a:cubicBezTo>
                <a:moveTo>
                  <a:pt x="121" y="283"/>
                </a:moveTo>
                <a:cubicBezTo>
                  <a:pt x="105" y="283"/>
                  <a:pt x="89" y="283"/>
                  <a:pt x="74" y="283"/>
                </a:cubicBezTo>
                <a:cubicBezTo>
                  <a:pt x="69" y="283"/>
                  <a:pt x="65" y="285"/>
                  <a:pt x="64" y="289"/>
                </a:cubicBezTo>
                <a:cubicBezTo>
                  <a:pt x="61" y="296"/>
                  <a:pt x="66" y="303"/>
                  <a:pt x="74" y="303"/>
                </a:cubicBezTo>
                <a:cubicBezTo>
                  <a:pt x="96" y="303"/>
                  <a:pt x="118" y="303"/>
                  <a:pt x="140" y="303"/>
                </a:cubicBezTo>
                <a:cubicBezTo>
                  <a:pt x="149" y="303"/>
                  <a:pt x="159" y="303"/>
                  <a:pt x="169" y="303"/>
                </a:cubicBezTo>
                <a:cubicBezTo>
                  <a:pt x="173" y="303"/>
                  <a:pt x="176" y="301"/>
                  <a:pt x="178" y="297"/>
                </a:cubicBezTo>
                <a:cubicBezTo>
                  <a:pt x="181" y="290"/>
                  <a:pt x="176" y="283"/>
                  <a:pt x="169" y="283"/>
                </a:cubicBezTo>
                <a:cubicBezTo>
                  <a:pt x="153" y="283"/>
                  <a:pt x="137" y="283"/>
                  <a:pt x="121" y="283"/>
                </a:cubicBezTo>
                <a:moveTo>
                  <a:pt x="82" y="313"/>
                </a:moveTo>
                <a:cubicBezTo>
                  <a:pt x="82" y="323"/>
                  <a:pt x="90" y="331"/>
                  <a:pt x="100" y="332"/>
                </a:cubicBezTo>
                <a:cubicBezTo>
                  <a:pt x="114" y="332"/>
                  <a:pt x="128" y="332"/>
                  <a:pt x="142" y="332"/>
                </a:cubicBezTo>
                <a:cubicBezTo>
                  <a:pt x="152" y="331"/>
                  <a:pt x="159" y="323"/>
                  <a:pt x="159" y="313"/>
                </a:cubicBezTo>
                <a:lnTo>
                  <a:pt x="82" y="31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71" name="Freeform 266"/>
          <p:cNvSpPr>
            <a:spLocks noChangeAspect="1" noEditPoints="1"/>
          </p:cNvSpPr>
          <p:nvPr/>
        </p:nvSpPr>
        <p:spPr bwMode="auto">
          <a:xfrm>
            <a:off x="4688008" y="4761856"/>
            <a:ext cx="329781" cy="361316"/>
          </a:xfrm>
          <a:custGeom>
            <a:avLst/>
            <a:gdLst>
              <a:gd name="T0" fmla="*/ 62 w 183"/>
              <a:gd name="T1" fmla="*/ 22 h 200"/>
              <a:gd name="T2" fmla="*/ 36 w 183"/>
              <a:gd name="T3" fmla="*/ 11 h 200"/>
              <a:gd name="T4" fmla="*/ 0 w 183"/>
              <a:gd name="T5" fmla="*/ 48 h 200"/>
              <a:gd name="T6" fmla="*/ 9 w 183"/>
              <a:gd name="T7" fmla="*/ 73 h 200"/>
              <a:gd name="T8" fmla="*/ 62 w 183"/>
              <a:gd name="T9" fmla="*/ 22 h 200"/>
              <a:gd name="T10" fmla="*/ 147 w 183"/>
              <a:gd name="T11" fmla="*/ 11 h 200"/>
              <a:gd name="T12" fmla="*/ 119 w 183"/>
              <a:gd name="T13" fmla="*/ 23 h 200"/>
              <a:gd name="T14" fmla="*/ 170 w 183"/>
              <a:gd name="T15" fmla="*/ 76 h 200"/>
              <a:gd name="T16" fmla="*/ 183 w 183"/>
              <a:gd name="T17" fmla="*/ 48 h 200"/>
              <a:gd name="T18" fmla="*/ 147 w 183"/>
              <a:gd name="T19" fmla="*/ 11 h 200"/>
              <a:gd name="T20" fmla="*/ 169 w 183"/>
              <a:gd name="T21" fmla="*/ 103 h 200"/>
              <a:gd name="T22" fmla="*/ 96 w 183"/>
              <a:gd name="T23" fmla="*/ 23 h 200"/>
              <a:gd name="T24" fmla="*/ 96 w 183"/>
              <a:gd name="T25" fmla="*/ 6 h 200"/>
              <a:gd name="T26" fmla="*/ 98 w 183"/>
              <a:gd name="T27" fmla="*/ 6 h 200"/>
              <a:gd name="T28" fmla="*/ 102 w 183"/>
              <a:gd name="T29" fmla="*/ 3 h 200"/>
              <a:gd name="T30" fmla="*/ 98 w 183"/>
              <a:gd name="T31" fmla="*/ 0 h 200"/>
              <a:gd name="T32" fmla="*/ 81 w 183"/>
              <a:gd name="T33" fmla="*/ 0 h 200"/>
              <a:gd name="T34" fmla="*/ 78 w 183"/>
              <a:gd name="T35" fmla="*/ 3 h 200"/>
              <a:gd name="T36" fmla="*/ 81 w 183"/>
              <a:gd name="T37" fmla="*/ 6 h 200"/>
              <a:gd name="T38" fmla="*/ 84 w 183"/>
              <a:gd name="T39" fmla="*/ 6 h 200"/>
              <a:gd name="T40" fmla="*/ 84 w 183"/>
              <a:gd name="T41" fmla="*/ 23 h 200"/>
              <a:gd name="T42" fmla="*/ 9 w 183"/>
              <a:gd name="T43" fmla="*/ 103 h 200"/>
              <a:gd name="T44" fmla="*/ 38 w 183"/>
              <a:gd name="T45" fmla="*/ 164 h 200"/>
              <a:gd name="T46" fmla="*/ 29 w 183"/>
              <a:gd name="T47" fmla="*/ 190 h 200"/>
              <a:gd name="T48" fmla="*/ 33 w 183"/>
              <a:gd name="T49" fmla="*/ 198 h 200"/>
              <a:gd name="T50" fmla="*/ 35 w 183"/>
              <a:gd name="T51" fmla="*/ 199 h 200"/>
              <a:gd name="T52" fmla="*/ 43 w 183"/>
              <a:gd name="T53" fmla="*/ 196 h 200"/>
              <a:gd name="T54" fmla="*/ 53 w 183"/>
              <a:gd name="T55" fmla="*/ 174 h 200"/>
              <a:gd name="T56" fmla="*/ 89 w 183"/>
              <a:gd name="T57" fmla="*/ 183 h 200"/>
              <a:gd name="T58" fmla="*/ 125 w 183"/>
              <a:gd name="T59" fmla="*/ 174 h 200"/>
              <a:gd name="T60" fmla="*/ 136 w 183"/>
              <a:gd name="T61" fmla="*/ 196 h 200"/>
              <a:gd name="T62" fmla="*/ 144 w 183"/>
              <a:gd name="T63" fmla="*/ 199 h 200"/>
              <a:gd name="T64" fmla="*/ 146 w 183"/>
              <a:gd name="T65" fmla="*/ 198 h 200"/>
              <a:gd name="T66" fmla="*/ 149 w 183"/>
              <a:gd name="T67" fmla="*/ 190 h 200"/>
              <a:gd name="T68" fmla="*/ 141 w 183"/>
              <a:gd name="T69" fmla="*/ 164 h 200"/>
              <a:gd name="T70" fmla="*/ 169 w 183"/>
              <a:gd name="T71" fmla="*/ 103 h 200"/>
              <a:gd name="T72" fmla="*/ 89 w 183"/>
              <a:gd name="T73" fmla="*/ 167 h 200"/>
              <a:gd name="T74" fmla="*/ 25 w 183"/>
              <a:gd name="T75" fmla="*/ 103 h 200"/>
              <a:gd name="T76" fmla="*/ 89 w 183"/>
              <a:gd name="T77" fmla="*/ 39 h 200"/>
              <a:gd name="T78" fmla="*/ 153 w 183"/>
              <a:gd name="T79" fmla="*/ 103 h 200"/>
              <a:gd name="T80" fmla="*/ 89 w 183"/>
              <a:gd name="T81" fmla="*/ 167 h 200"/>
              <a:gd name="T82" fmla="*/ 97 w 183"/>
              <a:gd name="T83" fmla="*/ 111 h 200"/>
              <a:gd name="T84" fmla="*/ 100 w 183"/>
              <a:gd name="T85" fmla="*/ 103 h 200"/>
              <a:gd name="T86" fmla="*/ 91 w 183"/>
              <a:gd name="T87" fmla="*/ 92 h 200"/>
              <a:gd name="T88" fmla="*/ 91 w 183"/>
              <a:gd name="T89" fmla="*/ 55 h 200"/>
              <a:gd name="T90" fmla="*/ 89 w 183"/>
              <a:gd name="T91" fmla="*/ 53 h 200"/>
              <a:gd name="T92" fmla="*/ 87 w 183"/>
              <a:gd name="T93" fmla="*/ 55 h 200"/>
              <a:gd name="T94" fmla="*/ 87 w 183"/>
              <a:gd name="T95" fmla="*/ 92 h 200"/>
              <a:gd name="T96" fmla="*/ 78 w 183"/>
              <a:gd name="T97" fmla="*/ 103 h 200"/>
              <a:gd name="T98" fmla="*/ 89 w 183"/>
              <a:gd name="T99" fmla="*/ 114 h 200"/>
              <a:gd name="T100" fmla="*/ 93 w 183"/>
              <a:gd name="T101" fmla="*/ 113 h 200"/>
              <a:gd name="T102" fmla="*/ 104 w 183"/>
              <a:gd name="T103" fmla="*/ 131 h 200"/>
              <a:gd name="T104" fmla="*/ 107 w 183"/>
              <a:gd name="T105" fmla="*/ 132 h 200"/>
              <a:gd name="T106" fmla="*/ 108 w 183"/>
              <a:gd name="T107" fmla="*/ 129 h 200"/>
              <a:gd name="T108" fmla="*/ 97 w 183"/>
              <a:gd name="T109" fmla="*/ 111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3" h="200">
                <a:moveTo>
                  <a:pt x="62" y="22"/>
                </a:moveTo>
                <a:cubicBezTo>
                  <a:pt x="56" y="15"/>
                  <a:pt x="46" y="11"/>
                  <a:pt x="36" y="11"/>
                </a:cubicBezTo>
                <a:cubicBezTo>
                  <a:pt x="16" y="11"/>
                  <a:pt x="0" y="28"/>
                  <a:pt x="0" y="48"/>
                </a:cubicBezTo>
                <a:cubicBezTo>
                  <a:pt x="0" y="57"/>
                  <a:pt x="3" y="66"/>
                  <a:pt x="9" y="73"/>
                </a:cubicBezTo>
                <a:cubicBezTo>
                  <a:pt x="18" y="49"/>
                  <a:pt x="38" y="30"/>
                  <a:pt x="62" y="22"/>
                </a:cubicBezTo>
                <a:close/>
                <a:moveTo>
                  <a:pt x="147" y="11"/>
                </a:moveTo>
                <a:cubicBezTo>
                  <a:pt x="136" y="11"/>
                  <a:pt x="126" y="16"/>
                  <a:pt x="119" y="23"/>
                </a:cubicBezTo>
                <a:cubicBezTo>
                  <a:pt x="143" y="32"/>
                  <a:pt x="162" y="52"/>
                  <a:pt x="170" y="76"/>
                </a:cubicBezTo>
                <a:cubicBezTo>
                  <a:pt x="178" y="69"/>
                  <a:pt x="183" y="59"/>
                  <a:pt x="183" y="48"/>
                </a:cubicBezTo>
                <a:cubicBezTo>
                  <a:pt x="183" y="28"/>
                  <a:pt x="167" y="11"/>
                  <a:pt x="147" y="11"/>
                </a:cubicBezTo>
                <a:close/>
                <a:moveTo>
                  <a:pt x="169" y="103"/>
                </a:moveTo>
                <a:cubicBezTo>
                  <a:pt x="169" y="61"/>
                  <a:pt x="137" y="26"/>
                  <a:pt x="96" y="23"/>
                </a:cubicBezTo>
                <a:cubicBezTo>
                  <a:pt x="96" y="6"/>
                  <a:pt x="96" y="6"/>
                  <a:pt x="96" y="6"/>
                </a:cubicBezTo>
                <a:cubicBezTo>
                  <a:pt x="98" y="6"/>
                  <a:pt x="98" y="6"/>
                  <a:pt x="98" y="6"/>
                </a:cubicBezTo>
                <a:cubicBezTo>
                  <a:pt x="100" y="6"/>
                  <a:pt x="102" y="5"/>
                  <a:pt x="102" y="3"/>
                </a:cubicBezTo>
                <a:cubicBezTo>
                  <a:pt x="102" y="1"/>
                  <a:pt x="100" y="0"/>
                  <a:pt x="98" y="0"/>
                </a:cubicBezTo>
                <a:cubicBezTo>
                  <a:pt x="81" y="0"/>
                  <a:pt x="81" y="0"/>
                  <a:pt x="81" y="0"/>
                </a:cubicBezTo>
                <a:cubicBezTo>
                  <a:pt x="80" y="0"/>
                  <a:pt x="78" y="1"/>
                  <a:pt x="78" y="3"/>
                </a:cubicBezTo>
                <a:cubicBezTo>
                  <a:pt x="78" y="5"/>
                  <a:pt x="80" y="6"/>
                  <a:pt x="81" y="6"/>
                </a:cubicBezTo>
                <a:cubicBezTo>
                  <a:pt x="84" y="6"/>
                  <a:pt x="84" y="6"/>
                  <a:pt x="84" y="6"/>
                </a:cubicBezTo>
                <a:cubicBezTo>
                  <a:pt x="84" y="23"/>
                  <a:pt x="84" y="23"/>
                  <a:pt x="84" y="23"/>
                </a:cubicBezTo>
                <a:cubicBezTo>
                  <a:pt x="42" y="25"/>
                  <a:pt x="9" y="60"/>
                  <a:pt x="9" y="103"/>
                </a:cubicBezTo>
                <a:cubicBezTo>
                  <a:pt x="9" y="127"/>
                  <a:pt x="20" y="150"/>
                  <a:pt x="38" y="164"/>
                </a:cubicBezTo>
                <a:cubicBezTo>
                  <a:pt x="29" y="190"/>
                  <a:pt x="29" y="190"/>
                  <a:pt x="29" y="190"/>
                </a:cubicBezTo>
                <a:cubicBezTo>
                  <a:pt x="28" y="194"/>
                  <a:pt x="30" y="197"/>
                  <a:pt x="33" y="198"/>
                </a:cubicBezTo>
                <a:cubicBezTo>
                  <a:pt x="35" y="199"/>
                  <a:pt x="35" y="199"/>
                  <a:pt x="35" y="199"/>
                </a:cubicBezTo>
                <a:cubicBezTo>
                  <a:pt x="38" y="200"/>
                  <a:pt x="41" y="199"/>
                  <a:pt x="43" y="196"/>
                </a:cubicBezTo>
                <a:cubicBezTo>
                  <a:pt x="53" y="174"/>
                  <a:pt x="53" y="174"/>
                  <a:pt x="53" y="174"/>
                </a:cubicBezTo>
                <a:cubicBezTo>
                  <a:pt x="64" y="180"/>
                  <a:pt x="76" y="183"/>
                  <a:pt x="89" y="183"/>
                </a:cubicBezTo>
                <a:cubicBezTo>
                  <a:pt x="102" y="183"/>
                  <a:pt x="114" y="180"/>
                  <a:pt x="125" y="174"/>
                </a:cubicBezTo>
                <a:cubicBezTo>
                  <a:pt x="136" y="196"/>
                  <a:pt x="136" y="196"/>
                  <a:pt x="136" y="196"/>
                </a:cubicBezTo>
                <a:cubicBezTo>
                  <a:pt x="137" y="199"/>
                  <a:pt x="141" y="200"/>
                  <a:pt x="144" y="199"/>
                </a:cubicBezTo>
                <a:cubicBezTo>
                  <a:pt x="146" y="198"/>
                  <a:pt x="146" y="198"/>
                  <a:pt x="146" y="198"/>
                </a:cubicBezTo>
                <a:cubicBezTo>
                  <a:pt x="149" y="197"/>
                  <a:pt x="150" y="194"/>
                  <a:pt x="149" y="190"/>
                </a:cubicBezTo>
                <a:cubicBezTo>
                  <a:pt x="141" y="164"/>
                  <a:pt x="141" y="164"/>
                  <a:pt x="141" y="164"/>
                </a:cubicBezTo>
                <a:cubicBezTo>
                  <a:pt x="158" y="149"/>
                  <a:pt x="169" y="127"/>
                  <a:pt x="169" y="103"/>
                </a:cubicBezTo>
                <a:close/>
                <a:moveTo>
                  <a:pt x="89" y="167"/>
                </a:moveTo>
                <a:cubicBezTo>
                  <a:pt x="54" y="167"/>
                  <a:pt x="25" y="138"/>
                  <a:pt x="25" y="103"/>
                </a:cubicBezTo>
                <a:cubicBezTo>
                  <a:pt x="25" y="67"/>
                  <a:pt x="54" y="39"/>
                  <a:pt x="89" y="39"/>
                </a:cubicBezTo>
                <a:cubicBezTo>
                  <a:pt x="124" y="39"/>
                  <a:pt x="153" y="67"/>
                  <a:pt x="153" y="103"/>
                </a:cubicBezTo>
                <a:cubicBezTo>
                  <a:pt x="153" y="138"/>
                  <a:pt x="124" y="167"/>
                  <a:pt x="89" y="167"/>
                </a:cubicBezTo>
                <a:close/>
                <a:moveTo>
                  <a:pt x="97" y="111"/>
                </a:moveTo>
                <a:cubicBezTo>
                  <a:pt x="99" y="109"/>
                  <a:pt x="100" y="106"/>
                  <a:pt x="100" y="103"/>
                </a:cubicBezTo>
                <a:cubicBezTo>
                  <a:pt x="100" y="97"/>
                  <a:pt x="96" y="93"/>
                  <a:pt x="91" y="92"/>
                </a:cubicBezTo>
                <a:cubicBezTo>
                  <a:pt x="91" y="55"/>
                  <a:pt x="91" y="55"/>
                  <a:pt x="91" y="55"/>
                </a:cubicBezTo>
                <a:cubicBezTo>
                  <a:pt x="91" y="54"/>
                  <a:pt x="90" y="53"/>
                  <a:pt x="89" y="53"/>
                </a:cubicBezTo>
                <a:cubicBezTo>
                  <a:pt x="88" y="53"/>
                  <a:pt x="87" y="54"/>
                  <a:pt x="87" y="55"/>
                </a:cubicBezTo>
                <a:cubicBezTo>
                  <a:pt x="87" y="92"/>
                  <a:pt x="87" y="92"/>
                  <a:pt x="87" y="92"/>
                </a:cubicBezTo>
                <a:cubicBezTo>
                  <a:pt x="82" y="93"/>
                  <a:pt x="78" y="97"/>
                  <a:pt x="78" y="103"/>
                </a:cubicBezTo>
                <a:cubicBezTo>
                  <a:pt x="78" y="109"/>
                  <a:pt x="83" y="114"/>
                  <a:pt x="89" y="114"/>
                </a:cubicBezTo>
                <a:cubicBezTo>
                  <a:pt x="90" y="114"/>
                  <a:pt x="92" y="114"/>
                  <a:pt x="93" y="113"/>
                </a:cubicBezTo>
                <a:cubicBezTo>
                  <a:pt x="104" y="131"/>
                  <a:pt x="104" y="131"/>
                  <a:pt x="104" y="131"/>
                </a:cubicBezTo>
                <a:cubicBezTo>
                  <a:pt x="105" y="132"/>
                  <a:pt x="106" y="133"/>
                  <a:pt x="107" y="132"/>
                </a:cubicBezTo>
                <a:cubicBezTo>
                  <a:pt x="108" y="131"/>
                  <a:pt x="109" y="130"/>
                  <a:pt x="108" y="129"/>
                </a:cubicBezTo>
                <a:lnTo>
                  <a:pt x="97" y="1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272" name="组合 271"/>
          <p:cNvGrpSpPr>
            <a:grpSpLocks noChangeAspect="1"/>
          </p:cNvGrpSpPr>
          <p:nvPr/>
        </p:nvGrpSpPr>
        <p:grpSpPr>
          <a:xfrm>
            <a:off x="5919857" y="1794668"/>
            <a:ext cx="357262" cy="305881"/>
            <a:chOff x="2162176" y="-104775"/>
            <a:chExt cx="1655763" cy="1417638"/>
          </a:xfrm>
          <a:solidFill>
            <a:schemeClr val="bg1"/>
          </a:solidFill>
        </p:grpSpPr>
        <p:sp>
          <p:nvSpPr>
            <p:cNvPr id="273" name="Freeform 3767"/>
            <p:cNvSpPr>
              <a:spLocks/>
            </p:cNvSpPr>
            <p:nvPr/>
          </p:nvSpPr>
          <p:spPr bwMode="auto">
            <a:xfrm>
              <a:off x="2311401" y="104775"/>
              <a:ext cx="1370013" cy="1208088"/>
            </a:xfrm>
            <a:custGeom>
              <a:avLst/>
              <a:gdLst>
                <a:gd name="T0" fmla="*/ 231 w 431"/>
                <a:gd name="T1" fmla="*/ 6 h 380"/>
                <a:gd name="T2" fmla="*/ 190 w 431"/>
                <a:gd name="T3" fmla="*/ 7 h 380"/>
                <a:gd name="T4" fmla="*/ 20 w 431"/>
                <a:gd name="T5" fmla="*/ 106 h 380"/>
                <a:gd name="T6" fmla="*/ 0 w 431"/>
                <a:gd name="T7" fmla="*/ 142 h 380"/>
                <a:gd name="T8" fmla="*/ 0 w 431"/>
                <a:gd name="T9" fmla="*/ 357 h 380"/>
                <a:gd name="T10" fmla="*/ 24 w 431"/>
                <a:gd name="T11" fmla="*/ 380 h 380"/>
                <a:gd name="T12" fmla="*/ 124 w 431"/>
                <a:gd name="T13" fmla="*/ 380 h 380"/>
                <a:gd name="T14" fmla="*/ 148 w 431"/>
                <a:gd name="T15" fmla="*/ 357 h 380"/>
                <a:gd name="T16" fmla="*/ 148 w 431"/>
                <a:gd name="T17" fmla="*/ 258 h 380"/>
                <a:gd name="T18" fmla="*/ 171 w 431"/>
                <a:gd name="T19" fmla="*/ 235 h 380"/>
                <a:gd name="T20" fmla="*/ 260 w 431"/>
                <a:gd name="T21" fmla="*/ 235 h 380"/>
                <a:gd name="T22" fmla="*/ 283 w 431"/>
                <a:gd name="T23" fmla="*/ 258 h 380"/>
                <a:gd name="T24" fmla="*/ 283 w 431"/>
                <a:gd name="T25" fmla="*/ 357 h 380"/>
                <a:gd name="T26" fmla="*/ 307 w 431"/>
                <a:gd name="T27" fmla="*/ 380 h 380"/>
                <a:gd name="T28" fmla="*/ 407 w 431"/>
                <a:gd name="T29" fmla="*/ 380 h 380"/>
                <a:gd name="T30" fmla="*/ 431 w 431"/>
                <a:gd name="T31" fmla="*/ 357 h 380"/>
                <a:gd name="T32" fmla="*/ 431 w 431"/>
                <a:gd name="T33" fmla="*/ 142 h 380"/>
                <a:gd name="T34" fmla="*/ 410 w 431"/>
                <a:gd name="T35" fmla="*/ 107 h 380"/>
                <a:gd name="T36" fmla="*/ 231 w 431"/>
                <a:gd name="T37" fmla="*/ 6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31" h="380">
                  <a:moveTo>
                    <a:pt x="231" y="6"/>
                  </a:moveTo>
                  <a:cubicBezTo>
                    <a:pt x="220" y="0"/>
                    <a:pt x="201" y="0"/>
                    <a:pt x="190" y="7"/>
                  </a:cubicBezTo>
                  <a:cubicBezTo>
                    <a:pt x="20" y="106"/>
                    <a:pt x="20" y="106"/>
                    <a:pt x="20" y="106"/>
                  </a:cubicBezTo>
                  <a:cubicBezTo>
                    <a:pt x="9" y="113"/>
                    <a:pt x="0" y="129"/>
                    <a:pt x="0" y="142"/>
                  </a:cubicBezTo>
                  <a:cubicBezTo>
                    <a:pt x="0" y="357"/>
                    <a:pt x="0" y="357"/>
                    <a:pt x="0" y="357"/>
                  </a:cubicBezTo>
                  <a:cubicBezTo>
                    <a:pt x="0" y="370"/>
                    <a:pt x="10" y="380"/>
                    <a:pt x="24" y="380"/>
                  </a:cubicBezTo>
                  <a:cubicBezTo>
                    <a:pt x="124" y="380"/>
                    <a:pt x="124" y="380"/>
                    <a:pt x="124" y="380"/>
                  </a:cubicBezTo>
                  <a:cubicBezTo>
                    <a:pt x="137" y="380"/>
                    <a:pt x="148" y="370"/>
                    <a:pt x="148" y="357"/>
                  </a:cubicBezTo>
                  <a:cubicBezTo>
                    <a:pt x="148" y="258"/>
                    <a:pt x="148" y="258"/>
                    <a:pt x="148" y="258"/>
                  </a:cubicBezTo>
                  <a:cubicBezTo>
                    <a:pt x="148" y="245"/>
                    <a:pt x="158" y="235"/>
                    <a:pt x="171" y="235"/>
                  </a:cubicBezTo>
                  <a:cubicBezTo>
                    <a:pt x="260" y="235"/>
                    <a:pt x="260" y="235"/>
                    <a:pt x="260" y="235"/>
                  </a:cubicBezTo>
                  <a:cubicBezTo>
                    <a:pt x="273" y="235"/>
                    <a:pt x="283" y="245"/>
                    <a:pt x="283" y="258"/>
                  </a:cubicBezTo>
                  <a:cubicBezTo>
                    <a:pt x="283" y="357"/>
                    <a:pt x="283" y="357"/>
                    <a:pt x="283" y="357"/>
                  </a:cubicBezTo>
                  <a:cubicBezTo>
                    <a:pt x="283" y="370"/>
                    <a:pt x="294" y="380"/>
                    <a:pt x="307" y="380"/>
                  </a:cubicBezTo>
                  <a:cubicBezTo>
                    <a:pt x="407" y="380"/>
                    <a:pt x="407" y="380"/>
                    <a:pt x="407" y="380"/>
                  </a:cubicBezTo>
                  <a:cubicBezTo>
                    <a:pt x="420" y="380"/>
                    <a:pt x="431" y="370"/>
                    <a:pt x="431" y="357"/>
                  </a:cubicBezTo>
                  <a:cubicBezTo>
                    <a:pt x="431" y="142"/>
                    <a:pt x="431" y="142"/>
                    <a:pt x="431" y="142"/>
                  </a:cubicBezTo>
                  <a:cubicBezTo>
                    <a:pt x="431" y="129"/>
                    <a:pt x="422" y="113"/>
                    <a:pt x="410" y="107"/>
                  </a:cubicBezTo>
                  <a:lnTo>
                    <a:pt x="231"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274" name="Freeform 3768"/>
            <p:cNvSpPr>
              <a:spLocks/>
            </p:cNvSpPr>
            <p:nvPr/>
          </p:nvSpPr>
          <p:spPr bwMode="auto">
            <a:xfrm>
              <a:off x="2162176" y="-104775"/>
              <a:ext cx="1655763" cy="552450"/>
            </a:xfrm>
            <a:custGeom>
              <a:avLst/>
              <a:gdLst>
                <a:gd name="T0" fmla="*/ 516 w 521"/>
                <a:gd name="T1" fmla="*/ 165 h 174"/>
                <a:gd name="T2" fmla="*/ 487 w 521"/>
                <a:gd name="T3" fmla="*/ 167 h 174"/>
                <a:gd name="T4" fmla="*/ 276 w 521"/>
                <a:gd name="T5" fmla="*/ 45 h 174"/>
                <a:gd name="T6" fmla="*/ 235 w 521"/>
                <a:gd name="T7" fmla="*/ 45 h 174"/>
                <a:gd name="T8" fmla="*/ 34 w 521"/>
                <a:gd name="T9" fmla="*/ 167 h 174"/>
                <a:gd name="T10" fmla="*/ 5 w 521"/>
                <a:gd name="T11" fmla="*/ 165 h 174"/>
                <a:gd name="T12" fmla="*/ 16 w 521"/>
                <a:gd name="T13" fmla="*/ 138 h 174"/>
                <a:gd name="T14" fmla="*/ 235 w 521"/>
                <a:gd name="T15" fmla="*/ 7 h 174"/>
                <a:gd name="T16" fmla="*/ 276 w 521"/>
                <a:gd name="T17" fmla="*/ 6 h 174"/>
                <a:gd name="T18" fmla="*/ 504 w 521"/>
                <a:gd name="T19" fmla="*/ 139 h 174"/>
                <a:gd name="T20" fmla="*/ 516 w 521"/>
                <a:gd name="T21" fmla="*/ 16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1" h="174">
                  <a:moveTo>
                    <a:pt x="516" y="165"/>
                  </a:moveTo>
                  <a:cubicBezTo>
                    <a:pt x="512" y="173"/>
                    <a:pt x="499" y="174"/>
                    <a:pt x="487" y="167"/>
                  </a:cubicBezTo>
                  <a:cubicBezTo>
                    <a:pt x="276" y="45"/>
                    <a:pt x="276" y="45"/>
                    <a:pt x="276" y="45"/>
                  </a:cubicBezTo>
                  <a:cubicBezTo>
                    <a:pt x="265" y="38"/>
                    <a:pt x="247" y="38"/>
                    <a:pt x="235" y="45"/>
                  </a:cubicBezTo>
                  <a:cubicBezTo>
                    <a:pt x="34" y="167"/>
                    <a:pt x="34" y="167"/>
                    <a:pt x="34" y="167"/>
                  </a:cubicBezTo>
                  <a:cubicBezTo>
                    <a:pt x="22" y="174"/>
                    <a:pt x="9" y="173"/>
                    <a:pt x="5" y="165"/>
                  </a:cubicBezTo>
                  <a:cubicBezTo>
                    <a:pt x="0" y="157"/>
                    <a:pt x="5" y="145"/>
                    <a:pt x="16" y="138"/>
                  </a:cubicBezTo>
                  <a:cubicBezTo>
                    <a:pt x="235" y="7"/>
                    <a:pt x="235" y="7"/>
                    <a:pt x="235" y="7"/>
                  </a:cubicBezTo>
                  <a:cubicBezTo>
                    <a:pt x="246" y="0"/>
                    <a:pt x="265" y="0"/>
                    <a:pt x="276" y="6"/>
                  </a:cubicBezTo>
                  <a:cubicBezTo>
                    <a:pt x="504" y="139"/>
                    <a:pt x="504" y="139"/>
                    <a:pt x="504" y="139"/>
                  </a:cubicBezTo>
                  <a:cubicBezTo>
                    <a:pt x="515" y="145"/>
                    <a:pt x="521" y="157"/>
                    <a:pt x="516" y="1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grpSp>
      <p:grpSp>
        <p:nvGrpSpPr>
          <p:cNvPr id="275" name="组合 274"/>
          <p:cNvGrpSpPr>
            <a:grpSpLocks noChangeAspect="1"/>
          </p:cNvGrpSpPr>
          <p:nvPr/>
        </p:nvGrpSpPr>
        <p:grpSpPr>
          <a:xfrm>
            <a:off x="4670383" y="2322397"/>
            <a:ext cx="384743" cy="292390"/>
            <a:chOff x="10004425" y="1971676"/>
            <a:chExt cx="1593850" cy="1211262"/>
          </a:xfrm>
          <a:solidFill>
            <a:schemeClr val="bg1"/>
          </a:solidFill>
        </p:grpSpPr>
        <p:sp>
          <p:nvSpPr>
            <p:cNvPr id="276" name="Freeform 267"/>
            <p:cNvSpPr>
              <a:spLocks/>
            </p:cNvSpPr>
            <p:nvPr/>
          </p:nvSpPr>
          <p:spPr bwMode="auto">
            <a:xfrm>
              <a:off x="10004425" y="1971676"/>
              <a:ext cx="1535113" cy="688975"/>
            </a:xfrm>
            <a:custGeom>
              <a:avLst/>
              <a:gdLst>
                <a:gd name="T0" fmla="*/ 480 w 967"/>
                <a:gd name="T1" fmla="*/ 434 h 434"/>
                <a:gd name="T2" fmla="*/ 0 w 967"/>
                <a:gd name="T3" fmla="*/ 217 h 434"/>
                <a:gd name="T4" fmla="*/ 492 w 967"/>
                <a:gd name="T5" fmla="*/ 0 h 434"/>
                <a:gd name="T6" fmla="*/ 967 w 967"/>
                <a:gd name="T7" fmla="*/ 212 h 434"/>
                <a:gd name="T8" fmla="*/ 480 w 967"/>
                <a:gd name="T9" fmla="*/ 434 h 434"/>
              </a:gdLst>
              <a:ahLst/>
              <a:cxnLst>
                <a:cxn ang="0">
                  <a:pos x="T0" y="T1"/>
                </a:cxn>
                <a:cxn ang="0">
                  <a:pos x="T2" y="T3"/>
                </a:cxn>
                <a:cxn ang="0">
                  <a:pos x="T4" y="T5"/>
                </a:cxn>
                <a:cxn ang="0">
                  <a:pos x="T6" y="T7"/>
                </a:cxn>
                <a:cxn ang="0">
                  <a:pos x="T8" y="T9"/>
                </a:cxn>
              </a:cxnLst>
              <a:rect l="0" t="0" r="r" b="b"/>
              <a:pathLst>
                <a:path w="967" h="434">
                  <a:moveTo>
                    <a:pt x="480" y="434"/>
                  </a:moveTo>
                  <a:lnTo>
                    <a:pt x="0" y="217"/>
                  </a:lnTo>
                  <a:lnTo>
                    <a:pt x="492" y="0"/>
                  </a:lnTo>
                  <a:lnTo>
                    <a:pt x="967" y="212"/>
                  </a:lnTo>
                  <a:lnTo>
                    <a:pt x="480" y="4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 name="Rectangle 268"/>
            <p:cNvSpPr>
              <a:spLocks noChangeArrowheads="1"/>
            </p:cNvSpPr>
            <p:nvPr/>
          </p:nvSpPr>
          <p:spPr bwMode="auto">
            <a:xfrm>
              <a:off x="11474450" y="2297113"/>
              <a:ext cx="46038" cy="5032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 name="Oval 269"/>
            <p:cNvSpPr>
              <a:spLocks noChangeArrowheads="1"/>
            </p:cNvSpPr>
            <p:nvPr/>
          </p:nvSpPr>
          <p:spPr bwMode="auto">
            <a:xfrm>
              <a:off x="11422063" y="2743201"/>
              <a:ext cx="150813" cy="1508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 name="Freeform 270"/>
            <p:cNvSpPr>
              <a:spLocks/>
            </p:cNvSpPr>
            <p:nvPr/>
          </p:nvSpPr>
          <p:spPr bwMode="auto">
            <a:xfrm>
              <a:off x="11404600" y="2822576"/>
              <a:ext cx="107950" cy="336550"/>
            </a:xfrm>
            <a:custGeom>
              <a:avLst/>
              <a:gdLst>
                <a:gd name="T0" fmla="*/ 16 w 29"/>
                <a:gd name="T1" fmla="*/ 5 h 90"/>
                <a:gd name="T2" fmla="*/ 6 w 29"/>
                <a:gd name="T3" fmla="*/ 90 h 90"/>
                <a:gd name="T4" fmla="*/ 29 w 29"/>
                <a:gd name="T5" fmla="*/ 90 h 90"/>
                <a:gd name="T6" fmla="*/ 29 w 29"/>
                <a:gd name="T7" fmla="*/ 0 h 90"/>
                <a:gd name="T8" fmla="*/ 16 w 29"/>
                <a:gd name="T9" fmla="*/ 5 h 90"/>
              </a:gdLst>
              <a:ahLst/>
              <a:cxnLst>
                <a:cxn ang="0">
                  <a:pos x="T0" y="T1"/>
                </a:cxn>
                <a:cxn ang="0">
                  <a:pos x="T2" y="T3"/>
                </a:cxn>
                <a:cxn ang="0">
                  <a:pos x="T4" y="T5"/>
                </a:cxn>
                <a:cxn ang="0">
                  <a:pos x="T6" y="T7"/>
                </a:cxn>
                <a:cxn ang="0">
                  <a:pos x="T8" y="T9"/>
                </a:cxn>
              </a:cxnLst>
              <a:rect l="0" t="0" r="r" b="b"/>
              <a:pathLst>
                <a:path w="29" h="90">
                  <a:moveTo>
                    <a:pt x="16" y="5"/>
                  </a:moveTo>
                  <a:cubicBezTo>
                    <a:pt x="16" y="5"/>
                    <a:pt x="0" y="39"/>
                    <a:pt x="6" y="90"/>
                  </a:cubicBezTo>
                  <a:cubicBezTo>
                    <a:pt x="29" y="90"/>
                    <a:pt x="29" y="90"/>
                    <a:pt x="29" y="90"/>
                  </a:cubicBezTo>
                  <a:cubicBezTo>
                    <a:pt x="29" y="0"/>
                    <a:pt x="29" y="0"/>
                    <a:pt x="29" y="0"/>
                  </a:cubicBezTo>
                  <a:cubicBezTo>
                    <a:pt x="29" y="0"/>
                    <a:pt x="16" y="8"/>
                    <a:pt x="16"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 name="Freeform 271"/>
            <p:cNvSpPr>
              <a:spLocks/>
            </p:cNvSpPr>
            <p:nvPr/>
          </p:nvSpPr>
          <p:spPr bwMode="auto">
            <a:xfrm>
              <a:off x="11490325" y="2822576"/>
              <a:ext cx="107950" cy="336550"/>
            </a:xfrm>
            <a:custGeom>
              <a:avLst/>
              <a:gdLst>
                <a:gd name="T0" fmla="*/ 13 w 29"/>
                <a:gd name="T1" fmla="*/ 5 h 90"/>
                <a:gd name="T2" fmla="*/ 23 w 29"/>
                <a:gd name="T3" fmla="*/ 90 h 90"/>
                <a:gd name="T4" fmla="*/ 0 w 29"/>
                <a:gd name="T5" fmla="*/ 90 h 90"/>
                <a:gd name="T6" fmla="*/ 0 w 29"/>
                <a:gd name="T7" fmla="*/ 0 h 90"/>
                <a:gd name="T8" fmla="*/ 13 w 29"/>
                <a:gd name="T9" fmla="*/ 5 h 90"/>
              </a:gdLst>
              <a:ahLst/>
              <a:cxnLst>
                <a:cxn ang="0">
                  <a:pos x="T0" y="T1"/>
                </a:cxn>
                <a:cxn ang="0">
                  <a:pos x="T2" y="T3"/>
                </a:cxn>
                <a:cxn ang="0">
                  <a:pos x="T4" y="T5"/>
                </a:cxn>
                <a:cxn ang="0">
                  <a:pos x="T6" y="T7"/>
                </a:cxn>
                <a:cxn ang="0">
                  <a:pos x="T8" y="T9"/>
                </a:cxn>
              </a:cxnLst>
              <a:rect l="0" t="0" r="r" b="b"/>
              <a:pathLst>
                <a:path w="29" h="90">
                  <a:moveTo>
                    <a:pt x="13" y="5"/>
                  </a:moveTo>
                  <a:cubicBezTo>
                    <a:pt x="13" y="5"/>
                    <a:pt x="29" y="39"/>
                    <a:pt x="23" y="90"/>
                  </a:cubicBezTo>
                  <a:cubicBezTo>
                    <a:pt x="0" y="90"/>
                    <a:pt x="0" y="90"/>
                    <a:pt x="0" y="90"/>
                  </a:cubicBezTo>
                  <a:cubicBezTo>
                    <a:pt x="0" y="0"/>
                    <a:pt x="0" y="0"/>
                    <a:pt x="0" y="0"/>
                  </a:cubicBezTo>
                  <a:cubicBezTo>
                    <a:pt x="0" y="0"/>
                    <a:pt x="13" y="8"/>
                    <a:pt x="1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 name="Freeform 272"/>
            <p:cNvSpPr>
              <a:spLocks/>
            </p:cNvSpPr>
            <p:nvPr/>
          </p:nvSpPr>
          <p:spPr bwMode="auto">
            <a:xfrm>
              <a:off x="10309225" y="2522538"/>
              <a:ext cx="889000" cy="660400"/>
            </a:xfrm>
            <a:custGeom>
              <a:avLst/>
              <a:gdLst>
                <a:gd name="T0" fmla="*/ 237 w 237"/>
                <a:gd name="T1" fmla="*/ 0 h 176"/>
                <a:gd name="T2" fmla="*/ 118 w 237"/>
                <a:gd name="T3" fmla="*/ 55 h 176"/>
                <a:gd name="T4" fmla="*/ 0 w 237"/>
                <a:gd name="T5" fmla="*/ 0 h 176"/>
                <a:gd name="T6" fmla="*/ 0 w 237"/>
                <a:gd name="T7" fmla="*/ 136 h 176"/>
                <a:gd name="T8" fmla="*/ 115 w 237"/>
                <a:gd name="T9" fmla="*/ 176 h 176"/>
                <a:gd name="T10" fmla="*/ 115 w 237"/>
                <a:gd name="T11" fmla="*/ 176 h 176"/>
                <a:gd name="T12" fmla="*/ 118 w 237"/>
                <a:gd name="T13" fmla="*/ 176 h 176"/>
                <a:gd name="T14" fmla="*/ 122 w 237"/>
                <a:gd name="T15" fmla="*/ 176 h 176"/>
                <a:gd name="T16" fmla="*/ 122 w 237"/>
                <a:gd name="T17" fmla="*/ 176 h 176"/>
                <a:gd name="T18" fmla="*/ 237 w 237"/>
                <a:gd name="T19" fmla="*/ 136 h 176"/>
                <a:gd name="T20" fmla="*/ 237 w 237"/>
                <a:gd name="T21"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7" h="176">
                  <a:moveTo>
                    <a:pt x="237" y="0"/>
                  </a:moveTo>
                  <a:cubicBezTo>
                    <a:pt x="237" y="1"/>
                    <a:pt x="138" y="47"/>
                    <a:pt x="118" y="55"/>
                  </a:cubicBezTo>
                  <a:cubicBezTo>
                    <a:pt x="99" y="47"/>
                    <a:pt x="0" y="1"/>
                    <a:pt x="0" y="0"/>
                  </a:cubicBezTo>
                  <a:cubicBezTo>
                    <a:pt x="0" y="136"/>
                    <a:pt x="0" y="136"/>
                    <a:pt x="0" y="136"/>
                  </a:cubicBezTo>
                  <a:cubicBezTo>
                    <a:pt x="32" y="170"/>
                    <a:pt x="95" y="175"/>
                    <a:pt x="115" y="176"/>
                  </a:cubicBezTo>
                  <a:cubicBezTo>
                    <a:pt x="115" y="176"/>
                    <a:pt x="115" y="176"/>
                    <a:pt x="115" y="176"/>
                  </a:cubicBezTo>
                  <a:cubicBezTo>
                    <a:pt x="115" y="176"/>
                    <a:pt x="116" y="176"/>
                    <a:pt x="118" y="176"/>
                  </a:cubicBezTo>
                  <a:cubicBezTo>
                    <a:pt x="121" y="176"/>
                    <a:pt x="122" y="176"/>
                    <a:pt x="122" y="176"/>
                  </a:cubicBezTo>
                  <a:cubicBezTo>
                    <a:pt x="122" y="176"/>
                    <a:pt x="122" y="176"/>
                    <a:pt x="122" y="176"/>
                  </a:cubicBezTo>
                  <a:cubicBezTo>
                    <a:pt x="142" y="175"/>
                    <a:pt x="205" y="170"/>
                    <a:pt x="237" y="136"/>
                  </a:cubicBezTo>
                  <a:lnTo>
                    <a:pt x="23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82" name="Freeform 63"/>
          <p:cNvSpPr>
            <a:spLocks noChangeAspect="1" noEditPoints="1"/>
          </p:cNvSpPr>
          <p:nvPr/>
        </p:nvSpPr>
        <p:spPr bwMode="auto">
          <a:xfrm>
            <a:off x="7165878" y="2291877"/>
            <a:ext cx="329781" cy="374571"/>
          </a:xfrm>
          <a:custGeom>
            <a:avLst/>
            <a:gdLst>
              <a:gd name="T0" fmla="*/ 319 w 352"/>
              <a:gd name="T1" fmla="*/ 209 h 400"/>
              <a:gd name="T2" fmla="*/ 238 w 352"/>
              <a:gd name="T3" fmla="*/ 134 h 400"/>
              <a:gd name="T4" fmla="*/ 251 w 352"/>
              <a:gd name="T5" fmla="*/ 134 h 400"/>
              <a:gd name="T6" fmla="*/ 313 w 352"/>
              <a:gd name="T7" fmla="*/ 114 h 400"/>
              <a:gd name="T8" fmla="*/ 283 w 352"/>
              <a:gd name="T9" fmla="*/ 96 h 400"/>
              <a:gd name="T10" fmla="*/ 292 w 352"/>
              <a:gd name="T11" fmla="*/ 82 h 400"/>
              <a:gd name="T12" fmla="*/ 289 w 352"/>
              <a:gd name="T13" fmla="*/ 75 h 400"/>
              <a:gd name="T14" fmla="*/ 237 w 352"/>
              <a:gd name="T15" fmla="*/ 97 h 400"/>
              <a:gd name="T16" fmla="*/ 231 w 352"/>
              <a:gd name="T17" fmla="*/ 16 h 400"/>
              <a:gd name="T18" fmla="*/ 142 w 352"/>
              <a:gd name="T19" fmla="*/ 17 h 400"/>
              <a:gd name="T20" fmla="*/ 136 w 352"/>
              <a:gd name="T21" fmla="*/ 108 h 400"/>
              <a:gd name="T22" fmla="*/ 121 w 352"/>
              <a:gd name="T23" fmla="*/ 112 h 400"/>
              <a:gd name="T24" fmla="*/ 111 w 352"/>
              <a:gd name="T25" fmla="*/ 119 h 400"/>
              <a:gd name="T26" fmla="*/ 127 w 352"/>
              <a:gd name="T27" fmla="*/ 130 h 400"/>
              <a:gd name="T28" fmla="*/ 34 w 352"/>
              <a:gd name="T29" fmla="*/ 214 h 400"/>
              <a:gd name="T30" fmla="*/ 149 w 352"/>
              <a:gd name="T31" fmla="*/ 391 h 400"/>
              <a:gd name="T32" fmla="*/ 343 w 352"/>
              <a:gd name="T33" fmla="*/ 268 h 400"/>
              <a:gd name="T34" fmla="*/ 303 w 352"/>
              <a:gd name="T35" fmla="*/ 109 h 400"/>
              <a:gd name="T36" fmla="*/ 251 w 352"/>
              <a:gd name="T37" fmla="*/ 123 h 400"/>
              <a:gd name="T38" fmla="*/ 243 w 352"/>
              <a:gd name="T39" fmla="*/ 122 h 400"/>
              <a:gd name="T40" fmla="*/ 280 w 352"/>
              <a:gd name="T41" fmla="*/ 85 h 400"/>
              <a:gd name="T42" fmla="*/ 239 w 352"/>
              <a:gd name="T43" fmla="*/ 111 h 400"/>
              <a:gd name="T44" fmla="*/ 280 w 352"/>
              <a:gd name="T45" fmla="*/ 85 h 400"/>
              <a:gd name="T46" fmla="*/ 218 w 352"/>
              <a:gd name="T47" fmla="*/ 315 h 400"/>
              <a:gd name="T48" fmla="*/ 183 w 352"/>
              <a:gd name="T49" fmla="*/ 326 h 400"/>
              <a:gd name="T50" fmla="*/ 169 w 352"/>
              <a:gd name="T51" fmla="*/ 344 h 400"/>
              <a:gd name="T52" fmla="*/ 147 w 352"/>
              <a:gd name="T53" fmla="*/ 322 h 400"/>
              <a:gd name="T54" fmla="*/ 122 w 352"/>
              <a:gd name="T55" fmla="*/ 300 h 400"/>
              <a:gd name="T56" fmla="*/ 155 w 352"/>
              <a:gd name="T57" fmla="*/ 280 h 400"/>
              <a:gd name="T58" fmla="*/ 169 w 352"/>
              <a:gd name="T59" fmla="*/ 301 h 400"/>
              <a:gd name="T60" fmla="*/ 142 w 352"/>
              <a:gd name="T61" fmla="*/ 258 h 400"/>
              <a:gd name="T62" fmla="*/ 122 w 352"/>
              <a:gd name="T63" fmla="*/ 225 h 400"/>
              <a:gd name="T64" fmla="*/ 169 w 352"/>
              <a:gd name="T65" fmla="*/ 184 h 400"/>
              <a:gd name="T66" fmla="*/ 183 w 352"/>
              <a:gd name="T67" fmla="*/ 175 h 400"/>
              <a:gd name="T68" fmla="*/ 215 w 352"/>
              <a:gd name="T69" fmla="*/ 194 h 400"/>
              <a:gd name="T70" fmla="*/ 195 w 352"/>
              <a:gd name="T71" fmla="*/ 223 h 400"/>
              <a:gd name="T72" fmla="*/ 183 w 352"/>
              <a:gd name="T73" fmla="*/ 209 h 400"/>
              <a:gd name="T74" fmla="*/ 221 w 352"/>
              <a:gd name="T75" fmla="*/ 252 h 400"/>
              <a:gd name="T76" fmla="*/ 230 w 352"/>
              <a:gd name="T77" fmla="*/ 301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52" h="400">
                <a:moveTo>
                  <a:pt x="343" y="268"/>
                </a:moveTo>
                <a:cubicBezTo>
                  <a:pt x="339" y="245"/>
                  <a:pt x="331" y="231"/>
                  <a:pt x="319" y="209"/>
                </a:cubicBezTo>
                <a:cubicBezTo>
                  <a:pt x="308" y="192"/>
                  <a:pt x="288" y="172"/>
                  <a:pt x="273" y="160"/>
                </a:cubicBezTo>
                <a:cubicBezTo>
                  <a:pt x="262" y="151"/>
                  <a:pt x="249" y="143"/>
                  <a:pt x="238" y="134"/>
                </a:cubicBezTo>
                <a:cubicBezTo>
                  <a:pt x="241" y="134"/>
                  <a:pt x="241" y="134"/>
                  <a:pt x="241" y="134"/>
                </a:cubicBezTo>
                <a:cubicBezTo>
                  <a:pt x="251" y="134"/>
                  <a:pt x="251" y="134"/>
                  <a:pt x="251" y="134"/>
                </a:cubicBezTo>
                <a:cubicBezTo>
                  <a:pt x="258" y="134"/>
                  <a:pt x="266" y="134"/>
                  <a:pt x="274" y="133"/>
                </a:cubicBezTo>
                <a:cubicBezTo>
                  <a:pt x="283" y="132"/>
                  <a:pt x="306" y="128"/>
                  <a:pt x="313" y="114"/>
                </a:cubicBezTo>
                <a:cubicBezTo>
                  <a:pt x="318" y="104"/>
                  <a:pt x="314" y="99"/>
                  <a:pt x="311" y="97"/>
                </a:cubicBezTo>
                <a:cubicBezTo>
                  <a:pt x="306" y="93"/>
                  <a:pt x="295" y="94"/>
                  <a:pt x="283" y="96"/>
                </a:cubicBezTo>
                <a:cubicBezTo>
                  <a:pt x="288" y="92"/>
                  <a:pt x="291" y="88"/>
                  <a:pt x="292" y="84"/>
                </a:cubicBezTo>
                <a:cubicBezTo>
                  <a:pt x="292" y="84"/>
                  <a:pt x="292" y="83"/>
                  <a:pt x="292" y="82"/>
                </a:cubicBezTo>
                <a:cubicBezTo>
                  <a:pt x="292" y="80"/>
                  <a:pt x="292" y="78"/>
                  <a:pt x="290" y="76"/>
                </a:cubicBezTo>
                <a:cubicBezTo>
                  <a:pt x="289" y="75"/>
                  <a:pt x="289" y="75"/>
                  <a:pt x="289" y="75"/>
                </a:cubicBezTo>
                <a:cubicBezTo>
                  <a:pt x="287" y="74"/>
                  <a:pt x="287" y="74"/>
                  <a:pt x="287" y="74"/>
                </a:cubicBezTo>
                <a:cubicBezTo>
                  <a:pt x="272" y="72"/>
                  <a:pt x="251" y="83"/>
                  <a:pt x="237" y="97"/>
                </a:cubicBezTo>
                <a:cubicBezTo>
                  <a:pt x="252" y="77"/>
                  <a:pt x="280" y="51"/>
                  <a:pt x="285" y="30"/>
                </a:cubicBezTo>
                <a:cubicBezTo>
                  <a:pt x="266" y="29"/>
                  <a:pt x="247" y="25"/>
                  <a:pt x="231" y="16"/>
                </a:cubicBezTo>
                <a:cubicBezTo>
                  <a:pt x="216" y="8"/>
                  <a:pt x="209" y="0"/>
                  <a:pt x="191" y="3"/>
                </a:cubicBezTo>
                <a:cubicBezTo>
                  <a:pt x="174" y="5"/>
                  <a:pt x="158" y="13"/>
                  <a:pt x="142" y="17"/>
                </a:cubicBezTo>
                <a:cubicBezTo>
                  <a:pt x="124" y="22"/>
                  <a:pt x="108" y="15"/>
                  <a:pt x="90" y="18"/>
                </a:cubicBezTo>
                <a:cubicBezTo>
                  <a:pt x="87" y="49"/>
                  <a:pt x="125" y="79"/>
                  <a:pt x="136" y="108"/>
                </a:cubicBezTo>
                <a:cubicBezTo>
                  <a:pt x="131" y="109"/>
                  <a:pt x="126" y="110"/>
                  <a:pt x="121" y="112"/>
                </a:cubicBezTo>
                <a:cubicBezTo>
                  <a:pt x="121" y="112"/>
                  <a:pt x="121" y="112"/>
                  <a:pt x="121" y="112"/>
                </a:cubicBezTo>
                <a:cubicBezTo>
                  <a:pt x="118" y="113"/>
                  <a:pt x="115" y="114"/>
                  <a:pt x="114" y="116"/>
                </a:cubicBezTo>
                <a:cubicBezTo>
                  <a:pt x="111" y="119"/>
                  <a:pt x="111" y="119"/>
                  <a:pt x="111" y="119"/>
                </a:cubicBezTo>
                <a:cubicBezTo>
                  <a:pt x="113" y="123"/>
                  <a:pt x="113" y="123"/>
                  <a:pt x="113" y="123"/>
                </a:cubicBezTo>
                <a:cubicBezTo>
                  <a:pt x="116" y="127"/>
                  <a:pt x="120" y="129"/>
                  <a:pt x="127" y="130"/>
                </a:cubicBezTo>
                <a:cubicBezTo>
                  <a:pt x="113" y="139"/>
                  <a:pt x="96" y="149"/>
                  <a:pt x="84" y="159"/>
                </a:cubicBezTo>
                <a:cubicBezTo>
                  <a:pt x="69" y="172"/>
                  <a:pt x="46" y="198"/>
                  <a:pt x="34" y="214"/>
                </a:cubicBezTo>
                <a:cubicBezTo>
                  <a:pt x="13" y="240"/>
                  <a:pt x="0" y="275"/>
                  <a:pt x="6" y="307"/>
                </a:cubicBezTo>
                <a:cubicBezTo>
                  <a:pt x="18" y="370"/>
                  <a:pt x="92" y="391"/>
                  <a:pt x="149" y="391"/>
                </a:cubicBezTo>
                <a:cubicBezTo>
                  <a:pt x="212" y="391"/>
                  <a:pt x="293" y="400"/>
                  <a:pt x="335" y="348"/>
                </a:cubicBezTo>
                <a:cubicBezTo>
                  <a:pt x="352" y="327"/>
                  <a:pt x="347" y="295"/>
                  <a:pt x="343" y="268"/>
                </a:cubicBezTo>
                <a:close/>
                <a:moveTo>
                  <a:pt x="305" y="105"/>
                </a:moveTo>
                <a:cubicBezTo>
                  <a:pt x="305" y="105"/>
                  <a:pt x="305" y="106"/>
                  <a:pt x="303" y="109"/>
                </a:cubicBezTo>
                <a:cubicBezTo>
                  <a:pt x="299" y="117"/>
                  <a:pt x="284" y="121"/>
                  <a:pt x="273" y="123"/>
                </a:cubicBezTo>
                <a:cubicBezTo>
                  <a:pt x="266" y="124"/>
                  <a:pt x="258" y="124"/>
                  <a:pt x="251" y="123"/>
                </a:cubicBezTo>
                <a:cubicBezTo>
                  <a:pt x="243" y="123"/>
                  <a:pt x="243" y="123"/>
                  <a:pt x="243" y="123"/>
                </a:cubicBezTo>
                <a:cubicBezTo>
                  <a:pt x="243" y="122"/>
                  <a:pt x="243" y="122"/>
                  <a:pt x="243" y="122"/>
                </a:cubicBezTo>
                <a:cubicBezTo>
                  <a:pt x="263" y="112"/>
                  <a:pt x="300" y="101"/>
                  <a:pt x="305" y="105"/>
                </a:cubicBezTo>
                <a:close/>
                <a:moveTo>
                  <a:pt x="280" y="85"/>
                </a:moveTo>
                <a:cubicBezTo>
                  <a:pt x="275" y="90"/>
                  <a:pt x="260" y="99"/>
                  <a:pt x="251" y="104"/>
                </a:cubicBezTo>
                <a:cubicBezTo>
                  <a:pt x="247" y="106"/>
                  <a:pt x="243" y="108"/>
                  <a:pt x="239" y="111"/>
                </a:cubicBezTo>
                <a:cubicBezTo>
                  <a:pt x="239" y="111"/>
                  <a:pt x="239" y="111"/>
                  <a:pt x="239" y="111"/>
                </a:cubicBezTo>
                <a:cubicBezTo>
                  <a:pt x="249" y="98"/>
                  <a:pt x="267" y="86"/>
                  <a:pt x="280" y="85"/>
                </a:cubicBezTo>
                <a:close/>
                <a:moveTo>
                  <a:pt x="230" y="301"/>
                </a:moveTo>
                <a:cubicBezTo>
                  <a:pt x="227" y="306"/>
                  <a:pt x="223" y="311"/>
                  <a:pt x="218" y="315"/>
                </a:cubicBezTo>
                <a:cubicBezTo>
                  <a:pt x="213" y="319"/>
                  <a:pt x="208" y="322"/>
                  <a:pt x="203" y="323"/>
                </a:cubicBezTo>
                <a:cubicBezTo>
                  <a:pt x="197" y="325"/>
                  <a:pt x="191" y="326"/>
                  <a:pt x="183" y="326"/>
                </a:cubicBezTo>
                <a:cubicBezTo>
                  <a:pt x="183" y="344"/>
                  <a:pt x="183" y="344"/>
                  <a:pt x="183" y="344"/>
                </a:cubicBezTo>
                <a:cubicBezTo>
                  <a:pt x="169" y="344"/>
                  <a:pt x="169" y="344"/>
                  <a:pt x="169" y="344"/>
                </a:cubicBezTo>
                <a:cubicBezTo>
                  <a:pt x="169" y="326"/>
                  <a:pt x="169" y="326"/>
                  <a:pt x="169" y="326"/>
                </a:cubicBezTo>
                <a:cubicBezTo>
                  <a:pt x="160" y="326"/>
                  <a:pt x="152" y="324"/>
                  <a:pt x="147" y="322"/>
                </a:cubicBezTo>
                <a:cubicBezTo>
                  <a:pt x="141" y="320"/>
                  <a:pt x="136" y="317"/>
                  <a:pt x="132" y="313"/>
                </a:cubicBezTo>
                <a:cubicBezTo>
                  <a:pt x="127" y="309"/>
                  <a:pt x="124" y="305"/>
                  <a:pt x="122" y="300"/>
                </a:cubicBezTo>
                <a:cubicBezTo>
                  <a:pt x="120" y="296"/>
                  <a:pt x="118" y="291"/>
                  <a:pt x="117" y="284"/>
                </a:cubicBezTo>
                <a:cubicBezTo>
                  <a:pt x="155" y="280"/>
                  <a:pt x="155" y="280"/>
                  <a:pt x="155" y="280"/>
                </a:cubicBezTo>
                <a:cubicBezTo>
                  <a:pt x="156" y="286"/>
                  <a:pt x="158" y="291"/>
                  <a:pt x="160" y="293"/>
                </a:cubicBezTo>
                <a:cubicBezTo>
                  <a:pt x="162" y="296"/>
                  <a:pt x="165" y="299"/>
                  <a:pt x="169" y="301"/>
                </a:cubicBezTo>
                <a:cubicBezTo>
                  <a:pt x="169" y="267"/>
                  <a:pt x="169" y="267"/>
                  <a:pt x="169" y="267"/>
                </a:cubicBezTo>
                <a:cubicBezTo>
                  <a:pt x="156" y="264"/>
                  <a:pt x="147" y="261"/>
                  <a:pt x="142" y="258"/>
                </a:cubicBezTo>
                <a:cubicBezTo>
                  <a:pt x="137" y="255"/>
                  <a:pt x="132" y="251"/>
                  <a:pt x="128" y="246"/>
                </a:cubicBezTo>
                <a:cubicBezTo>
                  <a:pt x="124" y="240"/>
                  <a:pt x="122" y="233"/>
                  <a:pt x="122" y="225"/>
                </a:cubicBezTo>
                <a:cubicBezTo>
                  <a:pt x="122" y="213"/>
                  <a:pt x="126" y="204"/>
                  <a:pt x="134" y="196"/>
                </a:cubicBezTo>
                <a:cubicBezTo>
                  <a:pt x="142" y="189"/>
                  <a:pt x="154" y="185"/>
                  <a:pt x="169" y="184"/>
                </a:cubicBezTo>
                <a:cubicBezTo>
                  <a:pt x="169" y="175"/>
                  <a:pt x="169" y="175"/>
                  <a:pt x="169" y="175"/>
                </a:cubicBezTo>
                <a:cubicBezTo>
                  <a:pt x="183" y="175"/>
                  <a:pt x="183" y="175"/>
                  <a:pt x="183" y="175"/>
                </a:cubicBezTo>
                <a:cubicBezTo>
                  <a:pt x="183" y="184"/>
                  <a:pt x="183" y="184"/>
                  <a:pt x="183" y="184"/>
                </a:cubicBezTo>
                <a:cubicBezTo>
                  <a:pt x="197" y="185"/>
                  <a:pt x="208" y="188"/>
                  <a:pt x="215" y="194"/>
                </a:cubicBezTo>
                <a:cubicBezTo>
                  <a:pt x="223" y="200"/>
                  <a:pt x="228" y="208"/>
                  <a:pt x="230" y="218"/>
                </a:cubicBezTo>
                <a:cubicBezTo>
                  <a:pt x="195" y="223"/>
                  <a:pt x="195" y="223"/>
                  <a:pt x="195" y="223"/>
                </a:cubicBezTo>
                <a:cubicBezTo>
                  <a:pt x="193" y="219"/>
                  <a:pt x="191" y="216"/>
                  <a:pt x="190" y="214"/>
                </a:cubicBezTo>
                <a:cubicBezTo>
                  <a:pt x="189" y="212"/>
                  <a:pt x="186" y="211"/>
                  <a:pt x="183" y="209"/>
                </a:cubicBezTo>
                <a:cubicBezTo>
                  <a:pt x="183" y="236"/>
                  <a:pt x="183" y="236"/>
                  <a:pt x="183" y="236"/>
                </a:cubicBezTo>
                <a:cubicBezTo>
                  <a:pt x="202" y="241"/>
                  <a:pt x="215" y="247"/>
                  <a:pt x="221" y="252"/>
                </a:cubicBezTo>
                <a:cubicBezTo>
                  <a:pt x="230" y="260"/>
                  <a:pt x="234" y="270"/>
                  <a:pt x="234" y="282"/>
                </a:cubicBezTo>
                <a:cubicBezTo>
                  <a:pt x="234" y="288"/>
                  <a:pt x="233" y="295"/>
                  <a:pt x="230" y="30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83" name="Freeform 285"/>
          <p:cNvSpPr>
            <a:spLocks noEditPoints="1"/>
          </p:cNvSpPr>
          <p:nvPr/>
        </p:nvSpPr>
        <p:spPr bwMode="auto">
          <a:xfrm>
            <a:off x="7188523" y="4774274"/>
            <a:ext cx="312282" cy="316167"/>
          </a:xfrm>
          <a:custGeom>
            <a:avLst/>
            <a:gdLst>
              <a:gd name="T0" fmla="*/ 101 w 201"/>
              <a:gd name="T1" fmla="*/ 60 h 203"/>
              <a:gd name="T2" fmla="*/ 58 w 201"/>
              <a:gd name="T3" fmla="*/ 103 h 203"/>
              <a:gd name="T4" fmla="*/ 101 w 201"/>
              <a:gd name="T5" fmla="*/ 147 h 203"/>
              <a:gd name="T6" fmla="*/ 144 w 201"/>
              <a:gd name="T7" fmla="*/ 103 h 203"/>
              <a:gd name="T8" fmla="*/ 101 w 201"/>
              <a:gd name="T9" fmla="*/ 60 h 203"/>
              <a:gd name="T10" fmla="*/ 180 w 201"/>
              <a:gd name="T11" fmla="*/ 101 h 203"/>
              <a:gd name="T12" fmla="*/ 180 w 201"/>
              <a:gd name="T13" fmla="*/ 95 h 203"/>
              <a:gd name="T14" fmla="*/ 201 w 201"/>
              <a:gd name="T15" fmla="*/ 90 h 203"/>
              <a:gd name="T16" fmla="*/ 193 w 201"/>
              <a:gd name="T17" fmla="*/ 61 h 203"/>
              <a:gd name="T18" fmla="*/ 172 w 201"/>
              <a:gd name="T19" fmla="*/ 67 h 203"/>
              <a:gd name="T20" fmla="*/ 162 w 201"/>
              <a:gd name="T21" fmla="*/ 51 h 203"/>
              <a:gd name="T22" fmla="*/ 176 w 201"/>
              <a:gd name="T23" fmla="*/ 34 h 203"/>
              <a:gd name="T24" fmla="*/ 153 w 201"/>
              <a:gd name="T25" fmla="*/ 15 h 203"/>
              <a:gd name="T26" fmla="*/ 139 w 201"/>
              <a:gd name="T27" fmla="*/ 32 h 203"/>
              <a:gd name="T28" fmla="*/ 115 w 201"/>
              <a:gd name="T29" fmla="*/ 23 h 203"/>
              <a:gd name="T30" fmla="*/ 115 w 201"/>
              <a:gd name="T31" fmla="*/ 1 h 203"/>
              <a:gd name="T32" fmla="*/ 101 w 201"/>
              <a:gd name="T33" fmla="*/ 0 h 203"/>
              <a:gd name="T34" fmla="*/ 86 w 201"/>
              <a:gd name="T35" fmla="*/ 1 h 203"/>
              <a:gd name="T36" fmla="*/ 86 w 201"/>
              <a:gd name="T37" fmla="*/ 23 h 203"/>
              <a:gd name="T38" fmla="*/ 68 w 201"/>
              <a:gd name="T39" fmla="*/ 29 h 203"/>
              <a:gd name="T40" fmla="*/ 55 w 201"/>
              <a:gd name="T41" fmla="*/ 11 h 203"/>
              <a:gd name="T42" fmla="*/ 31 w 201"/>
              <a:gd name="T43" fmla="*/ 28 h 203"/>
              <a:gd name="T44" fmla="*/ 43 w 201"/>
              <a:gd name="T45" fmla="*/ 46 h 203"/>
              <a:gd name="T46" fmla="*/ 32 w 201"/>
              <a:gd name="T47" fmla="*/ 60 h 203"/>
              <a:gd name="T48" fmla="*/ 12 w 201"/>
              <a:gd name="T49" fmla="*/ 53 h 203"/>
              <a:gd name="T50" fmla="*/ 1 w 201"/>
              <a:gd name="T51" fmla="*/ 81 h 203"/>
              <a:gd name="T52" fmla="*/ 22 w 201"/>
              <a:gd name="T53" fmla="*/ 88 h 203"/>
              <a:gd name="T54" fmla="*/ 21 w 201"/>
              <a:gd name="T55" fmla="*/ 101 h 203"/>
              <a:gd name="T56" fmla="*/ 21 w 201"/>
              <a:gd name="T57" fmla="*/ 107 h 203"/>
              <a:gd name="T58" fmla="*/ 0 w 201"/>
              <a:gd name="T59" fmla="*/ 113 h 203"/>
              <a:gd name="T60" fmla="*/ 7 w 201"/>
              <a:gd name="T61" fmla="*/ 142 h 203"/>
              <a:gd name="T62" fmla="*/ 28 w 201"/>
              <a:gd name="T63" fmla="*/ 136 h 203"/>
              <a:gd name="T64" fmla="*/ 39 w 201"/>
              <a:gd name="T65" fmla="*/ 152 h 203"/>
              <a:gd name="T66" fmla="*/ 25 w 201"/>
              <a:gd name="T67" fmla="*/ 169 h 203"/>
              <a:gd name="T68" fmla="*/ 47 w 201"/>
              <a:gd name="T69" fmla="*/ 188 h 203"/>
              <a:gd name="T70" fmla="*/ 61 w 201"/>
              <a:gd name="T71" fmla="*/ 171 h 203"/>
              <a:gd name="T72" fmla="*/ 86 w 201"/>
              <a:gd name="T73" fmla="*/ 180 h 203"/>
              <a:gd name="T74" fmla="*/ 86 w 201"/>
              <a:gd name="T75" fmla="*/ 202 h 203"/>
              <a:gd name="T76" fmla="*/ 101 w 201"/>
              <a:gd name="T77" fmla="*/ 203 h 203"/>
              <a:gd name="T78" fmla="*/ 115 w 201"/>
              <a:gd name="T79" fmla="*/ 202 h 203"/>
              <a:gd name="T80" fmla="*/ 115 w 201"/>
              <a:gd name="T81" fmla="*/ 180 h 203"/>
              <a:gd name="T82" fmla="*/ 134 w 201"/>
              <a:gd name="T83" fmla="*/ 174 h 203"/>
              <a:gd name="T84" fmla="*/ 146 w 201"/>
              <a:gd name="T85" fmla="*/ 192 h 203"/>
              <a:gd name="T86" fmla="*/ 170 w 201"/>
              <a:gd name="T87" fmla="*/ 175 h 203"/>
              <a:gd name="T88" fmla="*/ 158 w 201"/>
              <a:gd name="T89" fmla="*/ 157 h 203"/>
              <a:gd name="T90" fmla="*/ 169 w 201"/>
              <a:gd name="T91" fmla="*/ 142 h 203"/>
              <a:gd name="T92" fmla="*/ 190 w 201"/>
              <a:gd name="T93" fmla="*/ 150 h 203"/>
              <a:gd name="T94" fmla="*/ 200 w 201"/>
              <a:gd name="T95" fmla="*/ 121 h 203"/>
              <a:gd name="T96" fmla="*/ 179 w 201"/>
              <a:gd name="T97" fmla="*/ 114 h 203"/>
              <a:gd name="T98" fmla="*/ 180 w 201"/>
              <a:gd name="T99" fmla="*/ 101 h 203"/>
              <a:gd name="T100" fmla="*/ 101 w 201"/>
              <a:gd name="T101" fmla="*/ 158 h 203"/>
              <a:gd name="T102" fmla="*/ 47 w 201"/>
              <a:gd name="T103" fmla="*/ 103 h 203"/>
              <a:gd name="T104" fmla="*/ 101 w 201"/>
              <a:gd name="T105" fmla="*/ 49 h 203"/>
              <a:gd name="T106" fmla="*/ 155 w 201"/>
              <a:gd name="T107" fmla="*/ 103 h 203"/>
              <a:gd name="T108" fmla="*/ 101 w 201"/>
              <a:gd name="T109" fmla="*/ 158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01" h="203">
                <a:moveTo>
                  <a:pt x="101" y="60"/>
                </a:moveTo>
                <a:cubicBezTo>
                  <a:pt x="77" y="60"/>
                  <a:pt x="58" y="80"/>
                  <a:pt x="58" y="103"/>
                </a:cubicBezTo>
                <a:cubicBezTo>
                  <a:pt x="58" y="127"/>
                  <a:pt x="77" y="147"/>
                  <a:pt x="101" y="147"/>
                </a:cubicBezTo>
                <a:cubicBezTo>
                  <a:pt x="125" y="147"/>
                  <a:pt x="144" y="127"/>
                  <a:pt x="144" y="103"/>
                </a:cubicBezTo>
                <a:cubicBezTo>
                  <a:pt x="144" y="80"/>
                  <a:pt x="125" y="60"/>
                  <a:pt x="101" y="60"/>
                </a:cubicBezTo>
                <a:close/>
                <a:moveTo>
                  <a:pt x="180" y="101"/>
                </a:moveTo>
                <a:cubicBezTo>
                  <a:pt x="180" y="99"/>
                  <a:pt x="180" y="97"/>
                  <a:pt x="180" y="95"/>
                </a:cubicBezTo>
                <a:cubicBezTo>
                  <a:pt x="201" y="90"/>
                  <a:pt x="201" y="90"/>
                  <a:pt x="201" y="90"/>
                </a:cubicBezTo>
                <a:cubicBezTo>
                  <a:pt x="200" y="80"/>
                  <a:pt x="197" y="70"/>
                  <a:pt x="193" y="61"/>
                </a:cubicBezTo>
                <a:cubicBezTo>
                  <a:pt x="172" y="67"/>
                  <a:pt x="172" y="67"/>
                  <a:pt x="172" y="67"/>
                </a:cubicBezTo>
                <a:cubicBezTo>
                  <a:pt x="170" y="61"/>
                  <a:pt x="166" y="56"/>
                  <a:pt x="162" y="51"/>
                </a:cubicBezTo>
                <a:cubicBezTo>
                  <a:pt x="176" y="34"/>
                  <a:pt x="176" y="34"/>
                  <a:pt x="176" y="34"/>
                </a:cubicBezTo>
                <a:cubicBezTo>
                  <a:pt x="170" y="27"/>
                  <a:pt x="162" y="20"/>
                  <a:pt x="153" y="15"/>
                </a:cubicBezTo>
                <a:cubicBezTo>
                  <a:pt x="139" y="32"/>
                  <a:pt x="139" y="32"/>
                  <a:pt x="139" y="32"/>
                </a:cubicBezTo>
                <a:cubicBezTo>
                  <a:pt x="132" y="28"/>
                  <a:pt x="124" y="25"/>
                  <a:pt x="115" y="23"/>
                </a:cubicBezTo>
                <a:cubicBezTo>
                  <a:pt x="115" y="1"/>
                  <a:pt x="115" y="1"/>
                  <a:pt x="115" y="1"/>
                </a:cubicBezTo>
                <a:cubicBezTo>
                  <a:pt x="111" y="1"/>
                  <a:pt x="106" y="0"/>
                  <a:pt x="101" y="0"/>
                </a:cubicBezTo>
                <a:cubicBezTo>
                  <a:pt x="95" y="0"/>
                  <a:pt x="91" y="1"/>
                  <a:pt x="86" y="1"/>
                </a:cubicBezTo>
                <a:cubicBezTo>
                  <a:pt x="86" y="23"/>
                  <a:pt x="86" y="23"/>
                  <a:pt x="86" y="23"/>
                </a:cubicBezTo>
                <a:cubicBezTo>
                  <a:pt x="79" y="24"/>
                  <a:pt x="73" y="26"/>
                  <a:pt x="68" y="29"/>
                </a:cubicBezTo>
                <a:cubicBezTo>
                  <a:pt x="55" y="11"/>
                  <a:pt x="55" y="11"/>
                  <a:pt x="55" y="11"/>
                </a:cubicBezTo>
                <a:cubicBezTo>
                  <a:pt x="46" y="15"/>
                  <a:pt x="38" y="21"/>
                  <a:pt x="31" y="28"/>
                </a:cubicBezTo>
                <a:cubicBezTo>
                  <a:pt x="43" y="46"/>
                  <a:pt x="43" y="46"/>
                  <a:pt x="43" y="46"/>
                </a:cubicBezTo>
                <a:cubicBezTo>
                  <a:pt x="39" y="50"/>
                  <a:pt x="35" y="55"/>
                  <a:pt x="32" y="60"/>
                </a:cubicBezTo>
                <a:cubicBezTo>
                  <a:pt x="12" y="53"/>
                  <a:pt x="12" y="53"/>
                  <a:pt x="12" y="53"/>
                </a:cubicBezTo>
                <a:cubicBezTo>
                  <a:pt x="7" y="62"/>
                  <a:pt x="3" y="71"/>
                  <a:pt x="1" y="81"/>
                </a:cubicBezTo>
                <a:cubicBezTo>
                  <a:pt x="22" y="88"/>
                  <a:pt x="22" y="88"/>
                  <a:pt x="22" y="88"/>
                </a:cubicBezTo>
                <a:cubicBezTo>
                  <a:pt x="21" y="93"/>
                  <a:pt x="21" y="97"/>
                  <a:pt x="21" y="101"/>
                </a:cubicBezTo>
                <a:cubicBezTo>
                  <a:pt x="21" y="103"/>
                  <a:pt x="21" y="105"/>
                  <a:pt x="21" y="107"/>
                </a:cubicBezTo>
                <a:cubicBezTo>
                  <a:pt x="0" y="113"/>
                  <a:pt x="0" y="113"/>
                  <a:pt x="0" y="113"/>
                </a:cubicBezTo>
                <a:cubicBezTo>
                  <a:pt x="1" y="123"/>
                  <a:pt x="4" y="133"/>
                  <a:pt x="7" y="142"/>
                </a:cubicBezTo>
                <a:cubicBezTo>
                  <a:pt x="28" y="136"/>
                  <a:pt x="28" y="136"/>
                  <a:pt x="28" y="136"/>
                </a:cubicBezTo>
                <a:cubicBezTo>
                  <a:pt x="31" y="142"/>
                  <a:pt x="35" y="147"/>
                  <a:pt x="39" y="152"/>
                </a:cubicBezTo>
                <a:cubicBezTo>
                  <a:pt x="25" y="169"/>
                  <a:pt x="25" y="169"/>
                  <a:pt x="25" y="169"/>
                </a:cubicBezTo>
                <a:cubicBezTo>
                  <a:pt x="31" y="176"/>
                  <a:pt x="39" y="182"/>
                  <a:pt x="47" y="188"/>
                </a:cubicBezTo>
                <a:cubicBezTo>
                  <a:pt x="61" y="171"/>
                  <a:pt x="61" y="171"/>
                  <a:pt x="61" y="171"/>
                </a:cubicBezTo>
                <a:cubicBezTo>
                  <a:pt x="69" y="175"/>
                  <a:pt x="77" y="178"/>
                  <a:pt x="86" y="180"/>
                </a:cubicBezTo>
                <a:cubicBezTo>
                  <a:pt x="86" y="202"/>
                  <a:pt x="86" y="202"/>
                  <a:pt x="86" y="202"/>
                </a:cubicBezTo>
                <a:cubicBezTo>
                  <a:pt x="91" y="202"/>
                  <a:pt x="95" y="203"/>
                  <a:pt x="101" y="203"/>
                </a:cubicBezTo>
                <a:cubicBezTo>
                  <a:pt x="106" y="203"/>
                  <a:pt x="111" y="202"/>
                  <a:pt x="115" y="202"/>
                </a:cubicBezTo>
                <a:cubicBezTo>
                  <a:pt x="115" y="180"/>
                  <a:pt x="115" y="180"/>
                  <a:pt x="115" y="180"/>
                </a:cubicBezTo>
                <a:cubicBezTo>
                  <a:pt x="122" y="179"/>
                  <a:pt x="128" y="177"/>
                  <a:pt x="134" y="174"/>
                </a:cubicBezTo>
                <a:cubicBezTo>
                  <a:pt x="146" y="192"/>
                  <a:pt x="146" y="192"/>
                  <a:pt x="146" y="192"/>
                </a:cubicBezTo>
                <a:cubicBezTo>
                  <a:pt x="155" y="188"/>
                  <a:pt x="163" y="182"/>
                  <a:pt x="170" y="175"/>
                </a:cubicBezTo>
                <a:cubicBezTo>
                  <a:pt x="158" y="157"/>
                  <a:pt x="158" y="157"/>
                  <a:pt x="158" y="157"/>
                </a:cubicBezTo>
                <a:cubicBezTo>
                  <a:pt x="162" y="153"/>
                  <a:pt x="166" y="148"/>
                  <a:pt x="169" y="142"/>
                </a:cubicBezTo>
                <a:cubicBezTo>
                  <a:pt x="190" y="150"/>
                  <a:pt x="190" y="150"/>
                  <a:pt x="190" y="150"/>
                </a:cubicBezTo>
                <a:cubicBezTo>
                  <a:pt x="194" y="141"/>
                  <a:pt x="198" y="131"/>
                  <a:pt x="200" y="121"/>
                </a:cubicBezTo>
                <a:cubicBezTo>
                  <a:pt x="179" y="114"/>
                  <a:pt x="179" y="114"/>
                  <a:pt x="179" y="114"/>
                </a:cubicBezTo>
                <a:cubicBezTo>
                  <a:pt x="180" y="110"/>
                  <a:pt x="180" y="106"/>
                  <a:pt x="180" y="101"/>
                </a:cubicBezTo>
                <a:close/>
                <a:moveTo>
                  <a:pt x="101" y="158"/>
                </a:moveTo>
                <a:cubicBezTo>
                  <a:pt x="71" y="158"/>
                  <a:pt x="47" y="133"/>
                  <a:pt x="47" y="103"/>
                </a:cubicBezTo>
                <a:cubicBezTo>
                  <a:pt x="47" y="73"/>
                  <a:pt x="71" y="49"/>
                  <a:pt x="101" y="49"/>
                </a:cubicBezTo>
                <a:cubicBezTo>
                  <a:pt x="131" y="49"/>
                  <a:pt x="155" y="73"/>
                  <a:pt x="155" y="103"/>
                </a:cubicBezTo>
                <a:cubicBezTo>
                  <a:pt x="155" y="133"/>
                  <a:pt x="131" y="158"/>
                  <a:pt x="101" y="158"/>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84" name="Freeform 10"/>
          <p:cNvSpPr>
            <a:spLocks noEditPoints="1"/>
          </p:cNvSpPr>
          <p:nvPr/>
        </p:nvSpPr>
        <p:spPr bwMode="auto">
          <a:xfrm>
            <a:off x="7658491" y="3516067"/>
            <a:ext cx="385146" cy="361959"/>
          </a:xfrm>
          <a:custGeom>
            <a:avLst/>
            <a:gdLst>
              <a:gd name="T0" fmla="*/ 401 w 415"/>
              <a:gd name="T1" fmla="*/ 70 h 390"/>
              <a:gd name="T2" fmla="*/ 102 w 415"/>
              <a:gd name="T3" fmla="*/ 70 h 390"/>
              <a:gd name="T4" fmla="*/ 82 w 415"/>
              <a:gd name="T5" fmla="*/ 27 h 390"/>
              <a:gd name="T6" fmla="*/ 3 w 415"/>
              <a:gd name="T7" fmla="*/ 10 h 390"/>
              <a:gd name="T8" fmla="*/ 66 w 415"/>
              <a:gd name="T9" fmla="*/ 49 h 390"/>
              <a:gd name="T10" fmla="*/ 128 w 415"/>
              <a:gd name="T11" fmla="*/ 254 h 390"/>
              <a:gd name="T12" fmla="*/ 110 w 415"/>
              <a:gd name="T13" fmla="*/ 319 h 390"/>
              <a:gd name="T14" fmla="*/ 129 w 415"/>
              <a:gd name="T15" fmla="*/ 324 h 390"/>
              <a:gd name="T16" fmla="*/ 159 w 415"/>
              <a:gd name="T17" fmla="*/ 390 h 390"/>
              <a:gd name="T18" fmla="*/ 188 w 415"/>
              <a:gd name="T19" fmla="*/ 324 h 390"/>
              <a:gd name="T20" fmla="*/ 265 w 415"/>
              <a:gd name="T21" fmla="*/ 351 h 390"/>
              <a:gd name="T22" fmla="*/ 344 w 415"/>
              <a:gd name="T23" fmla="*/ 351 h 390"/>
              <a:gd name="T24" fmla="*/ 346 w 415"/>
              <a:gd name="T25" fmla="*/ 324 h 390"/>
              <a:gd name="T26" fmla="*/ 346 w 415"/>
              <a:gd name="T27" fmla="*/ 302 h 390"/>
              <a:gd name="T28" fmla="*/ 147 w 415"/>
              <a:gd name="T29" fmla="*/ 268 h 390"/>
              <a:gd name="T30" fmla="*/ 346 w 415"/>
              <a:gd name="T31" fmla="*/ 269 h 390"/>
              <a:gd name="T32" fmla="*/ 414 w 415"/>
              <a:gd name="T33" fmla="*/ 87 h 390"/>
              <a:gd name="T34" fmla="*/ 159 w 415"/>
              <a:gd name="T35" fmla="*/ 368 h 390"/>
              <a:gd name="T36" fmla="*/ 159 w 415"/>
              <a:gd name="T37" fmla="*/ 333 h 390"/>
              <a:gd name="T38" fmla="*/ 159 w 415"/>
              <a:gd name="T39" fmla="*/ 368 h 390"/>
              <a:gd name="T40" fmla="*/ 287 w 415"/>
              <a:gd name="T41" fmla="*/ 351 h 390"/>
              <a:gd name="T42" fmla="*/ 322 w 415"/>
              <a:gd name="T43" fmla="*/ 351 h 390"/>
              <a:gd name="T44" fmla="*/ 374 w 415"/>
              <a:gd name="T45" fmla="*/ 126 h 390"/>
              <a:gd name="T46" fmla="*/ 306 w 415"/>
              <a:gd name="T47" fmla="*/ 97 h 390"/>
              <a:gd name="T48" fmla="*/ 374 w 415"/>
              <a:gd name="T49" fmla="*/ 126 h 390"/>
              <a:gd name="T50" fmla="*/ 306 w 415"/>
              <a:gd name="T51" fmla="*/ 187 h 390"/>
              <a:gd name="T52" fmla="*/ 365 w 415"/>
              <a:gd name="T53" fmla="*/ 153 h 390"/>
              <a:gd name="T54" fmla="*/ 219 w 415"/>
              <a:gd name="T55" fmla="*/ 153 h 390"/>
              <a:gd name="T56" fmla="*/ 280 w 415"/>
              <a:gd name="T57" fmla="*/ 187 h 390"/>
              <a:gd name="T58" fmla="*/ 219 w 415"/>
              <a:gd name="T59" fmla="*/ 153 h 390"/>
              <a:gd name="T60" fmla="*/ 219 w 415"/>
              <a:gd name="T61" fmla="*/ 242 h 390"/>
              <a:gd name="T62" fmla="*/ 280 w 415"/>
              <a:gd name="T63" fmla="*/ 214 h 390"/>
              <a:gd name="T64" fmla="*/ 130 w 415"/>
              <a:gd name="T65" fmla="*/ 153 h 390"/>
              <a:gd name="T66" fmla="*/ 192 w 415"/>
              <a:gd name="T67" fmla="*/ 187 h 390"/>
              <a:gd name="T68" fmla="*/ 130 w 415"/>
              <a:gd name="T69" fmla="*/ 153 h 390"/>
              <a:gd name="T70" fmla="*/ 280 w 415"/>
              <a:gd name="T71" fmla="*/ 97 h 390"/>
              <a:gd name="T72" fmla="*/ 219 w 415"/>
              <a:gd name="T73" fmla="*/ 126 h 390"/>
              <a:gd name="T74" fmla="*/ 192 w 415"/>
              <a:gd name="T75" fmla="*/ 97 h 390"/>
              <a:gd name="T76" fmla="*/ 121 w 415"/>
              <a:gd name="T77" fmla="*/ 126 h 390"/>
              <a:gd name="T78" fmla="*/ 192 w 415"/>
              <a:gd name="T79" fmla="*/ 97 h 390"/>
              <a:gd name="T80" fmla="*/ 192 w 415"/>
              <a:gd name="T81" fmla="*/ 214 h 390"/>
              <a:gd name="T82" fmla="*/ 161 w 415"/>
              <a:gd name="T83" fmla="*/ 242 h 390"/>
              <a:gd name="T84" fmla="*/ 306 w 415"/>
              <a:gd name="T85" fmla="*/ 242 h 390"/>
              <a:gd name="T86" fmla="*/ 346 w 415"/>
              <a:gd name="T87" fmla="*/ 214 h 390"/>
              <a:gd name="T88" fmla="*/ 306 w 415"/>
              <a:gd name="T89" fmla="*/ 242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15" h="390">
                <a:moveTo>
                  <a:pt x="412" y="76"/>
                </a:moveTo>
                <a:cubicBezTo>
                  <a:pt x="410" y="72"/>
                  <a:pt x="406" y="70"/>
                  <a:pt x="401" y="70"/>
                </a:cubicBezTo>
                <a:cubicBezTo>
                  <a:pt x="103" y="70"/>
                  <a:pt x="103" y="70"/>
                  <a:pt x="103" y="70"/>
                </a:cubicBezTo>
                <a:cubicBezTo>
                  <a:pt x="103" y="70"/>
                  <a:pt x="102" y="70"/>
                  <a:pt x="102" y="70"/>
                </a:cubicBezTo>
                <a:cubicBezTo>
                  <a:pt x="89" y="35"/>
                  <a:pt x="89" y="35"/>
                  <a:pt x="89" y="35"/>
                </a:cubicBezTo>
                <a:cubicBezTo>
                  <a:pt x="88" y="31"/>
                  <a:pt x="85" y="28"/>
                  <a:pt x="82" y="27"/>
                </a:cubicBezTo>
                <a:cubicBezTo>
                  <a:pt x="20" y="3"/>
                  <a:pt x="20" y="3"/>
                  <a:pt x="20" y="3"/>
                </a:cubicBezTo>
                <a:cubicBezTo>
                  <a:pt x="13" y="0"/>
                  <a:pt x="5" y="3"/>
                  <a:pt x="3" y="10"/>
                </a:cubicBezTo>
                <a:cubicBezTo>
                  <a:pt x="0" y="17"/>
                  <a:pt x="3" y="25"/>
                  <a:pt x="10" y="27"/>
                </a:cubicBezTo>
                <a:cubicBezTo>
                  <a:pt x="66" y="49"/>
                  <a:pt x="66" y="49"/>
                  <a:pt x="66" y="49"/>
                </a:cubicBezTo>
                <a:cubicBezTo>
                  <a:pt x="135" y="247"/>
                  <a:pt x="135" y="247"/>
                  <a:pt x="135" y="247"/>
                </a:cubicBezTo>
                <a:cubicBezTo>
                  <a:pt x="132" y="248"/>
                  <a:pt x="130" y="251"/>
                  <a:pt x="128" y="254"/>
                </a:cubicBezTo>
                <a:cubicBezTo>
                  <a:pt x="109" y="309"/>
                  <a:pt x="109" y="309"/>
                  <a:pt x="109" y="309"/>
                </a:cubicBezTo>
                <a:cubicBezTo>
                  <a:pt x="107" y="313"/>
                  <a:pt x="108" y="316"/>
                  <a:pt x="110" y="319"/>
                </a:cubicBezTo>
                <a:cubicBezTo>
                  <a:pt x="112" y="322"/>
                  <a:pt x="115" y="324"/>
                  <a:pt x="119" y="324"/>
                </a:cubicBezTo>
                <a:cubicBezTo>
                  <a:pt x="129" y="324"/>
                  <a:pt x="129" y="324"/>
                  <a:pt x="129" y="324"/>
                </a:cubicBezTo>
                <a:cubicBezTo>
                  <a:pt x="123" y="331"/>
                  <a:pt x="119" y="340"/>
                  <a:pt x="119" y="351"/>
                </a:cubicBezTo>
                <a:cubicBezTo>
                  <a:pt x="119" y="372"/>
                  <a:pt x="137" y="390"/>
                  <a:pt x="159" y="390"/>
                </a:cubicBezTo>
                <a:cubicBezTo>
                  <a:pt x="181" y="390"/>
                  <a:pt x="198" y="372"/>
                  <a:pt x="198" y="351"/>
                </a:cubicBezTo>
                <a:cubicBezTo>
                  <a:pt x="198" y="340"/>
                  <a:pt x="194" y="331"/>
                  <a:pt x="188" y="324"/>
                </a:cubicBezTo>
                <a:cubicBezTo>
                  <a:pt x="275" y="324"/>
                  <a:pt x="275" y="324"/>
                  <a:pt x="275" y="324"/>
                </a:cubicBezTo>
                <a:cubicBezTo>
                  <a:pt x="268" y="331"/>
                  <a:pt x="265" y="340"/>
                  <a:pt x="265" y="351"/>
                </a:cubicBezTo>
                <a:cubicBezTo>
                  <a:pt x="265" y="372"/>
                  <a:pt x="282" y="390"/>
                  <a:pt x="304" y="390"/>
                </a:cubicBezTo>
                <a:cubicBezTo>
                  <a:pt x="326" y="390"/>
                  <a:pt x="344" y="372"/>
                  <a:pt x="344" y="351"/>
                </a:cubicBezTo>
                <a:cubicBezTo>
                  <a:pt x="344" y="340"/>
                  <a:pt x="340" y="331"/>
                  <a:pt x="334" y="324"/>
                </a:cubicBezTo>
                <a:cubicBezTo>
                  <a:pt x="346" y="324"/>
                  <a:pt x="346" y="324"/>
                  <a:pt x="346" y="324"/>
                </a:cubicBezTo>
                <a:cubicBezTo>
                  <a:pt x="352" y="324"/>
                  <a:pt x="357" y="319"/>
                  <a:pt x="357" y="313"/>
                </a:cubicBezTo>
                <a:cubicBezTo>
                  <a:pt x="357" y="307"/>
                  <a:pt x="352" y="302"/>
                  <a:pt x="346" y="302"/>
                </a:cubicBezTo>
                <a:cubicBezTo>
                  <a:pt x="135" y="302"/>
                  <a:pt x="135" y="302"/>
                  <a:pt x="135" y="302"/>
                </a:cubicBezTo>
                <a:cubicBezTo>
                  <a:pt x="147" y="268"/>
                  <a:pt x="147" y="268"/>
                  <a:pt x="147" y="268"/>
                </a:cubicBezTo>
                <a:cubicBezTo>
                  <a:pt x="148" y="268"/>
                  <a:pt x="150" y="269"/>
                  <a:pt x="152" y="269"/>
                </a:cubicBezTo>
                <a:cubicBezTo>
                  <a:pt x="346" y="269"/>
                  <a:pt x="346" y="269"/>
                  <a:pt x="346" y="269"/>
                </a:cubicBezTo>
                <a:cubicBezTo>
                  <a:pt x="352" y="269"/>
                  <a:pt x="357" y="265"/>
                  <a:pt x="359" y="260"/>
                </a:cubicBezTo>
                <a:cubicBezTo>
                  <a:pt x="414" y="87"/>
                  <a:pt x="414" y="87"/>
                  <a:pt x="414" y="87"/>
                </a:cubicBezTo>
                <a:cubicBezTo>
                  <a:pt x="415" y="83"/>
                  <a:pt x="415" y="79"/>
                  <a:pt x="412" y="76"/>
                </a:cubicBezTo>
                <a:moveTo>
                  <a:pt x="159" y="368"/>
                </a:moveTo>
                <a:cubicBezTo>
                  <a:pt x="149" y="368"/>
                  <a:pt x="141" y="360"/>
                  <a:pt x="141" y="351"/>
                </a:cubicBezTo>
                <a:cubicBezTo>
                  <a:pt x="141" y="341"/>
                  <a:pt x="149" y="333"/>
                  <a:pt x="159" y="333"/>
                </a:cubicBezTo>
                <a:cubicBezTo>
                  <a:pt x="168" y="333"/>
                  <a:pt x="176" y="341"/>
                  <a:pt x="176" y="351"/>
                </a:cubicBezTo>
                <a:cubicBezTo>
                  <a:pt x="176" y="360"/>
                  <a:pt x="168" y="368"/>
                  <a:pt x="159" y="368"/>
                </a:cubicBezTo>
                <a:moveTo>
                  <a:pt x="304" y="368"/>
                </a:moveTo>
                <a:cubicBezTo>
                  <a:pt x="295" y="368"/>
                  <a:pt x="287" y="360"/>
                  <a:pt x="287" y="351"/>
                </a:cubicBezTo>
                <a:cubicBezTo>
                  <a:pt x="287" y="341"/>
                  <a:pt x="295" y="333"/>
                  <a:pt x="304" y="333"/>
                </a:cubicBezTo>
                <a:cubicBezTo>
                  <a:pt x="314" y="333"/>
                  <a:pt x="322" y="341"/>
                  <a:pt x="322" y="351"/>
                </a:cubicBezTo>
                <a:cubicBezTo>
                  <a:pt x="322" y="360"/>
                  <a:pt x="314" y="368"/>
                  <a:pt x="304" y="368"/>
                </a:cubicBezTo>
                <a:moveTo>
                  <a:pt x="374" y="126"/>
                </a:moveTo>
                <a:cubicBezTo>
                  <a:pt x="306" y="126"/>
                  <a:pt x="306" y="126"/>
                  <a:pt x="306" y="126"/>
                </a:cubicBezTo>
                <a:cubicBezTo>
                  <a:pt x="306" y="97"/>
                  <a:pt x="306" y="97"/>
                  <a:pt x="306" y="97"/>
                </a:cubicBezTo>
                <a:cubicBezTo>
                  <a:pt x="383" y="97"/>
                  <a:pt x="383" y="97"/>
                  <a:pt x="383" y="97"/>
                </a:cubicBezTo>
                <a:lnTo>
                  <a:pt x="374" y="126"/>
                </a:lnTo>
                <a:close/>
                <a:moveTo>
                  <a:pt x="354" y="187"/>
                </a:moveTo>
                <a:cubicBezTo>
                  <a:pt x="306" y="187"/>
                  <a:pt x="306" y="187"/>
                  <a:pt x="306" y="187"/>
                </a:cubicBezTo>
                <a:cubicBezTo>
                  <a:pt x="306" y="153"/>
                  <a:pt x="306" y="153"/>
                  <a:pt x="306" y="153"/>
                </a:cubicBezTo>
                <a:cubicBezTo>
                  <a:pt x="365" y="153"/>
                  <a:pt x="365" y="153"/>
                  <a:pt x="365" y="153"/>
                </a:cubicBezTo>
                <a:lnTo>
                  <a:pt x="354" y="187"/>
                </a:lnTo>
                <a:close/>
                <a:moveTo>
                  <a:pt x="219" y="153"/>
                </a:moveTo>
                <a:cubicBezTo>
                  <a:pt x="280" y="153"/>
                  <a:pt x="280" y="153"/>
                  <a:pt x="280" y="153"/>
                </a:cubicBezTo>
                <a:cubicBezTo>
                  <a:pt x="280" y="187"/>
                  <a:pt x="280" y="187"/>
                  <a:pt x="280" y="187"/>
                </a:cubicBezTo>
                <a:cubicBezTo>
                  <a:pt x="219" y="187"/>
                  <a:pt x="219" y="187"/>
                  <a:pt x="219" y="187"/>
                </a:cubicBezTo>
                <a:lnTo>
                  <a:pt x="219" y="153"/>
                </a:lnTo>
                <a:close/>
                <a:moveTo>
                  <a:pt x="280" y="242"/>
                </a:moveTo>
                <a:cubicBezTo>
                  <a:pt x="219" y="242"/>
                  <a:pt x="219" y="242"/>
                  <a:pt x="219" y="242"/>
                </a:cubicBezTo>
                <a:cubicBezTo>
                  <a:pt x="219" y="214"/>
                  <a:pt x="219" y="214"/>
                  <a:pt x="219" y="214"/>
                </a:cubicBezTo>
                <a:cubicBezTo>
                  <a:pt x="280" y="214"/>
                  <a:pt x="280" y="214"/>
                  <a:pt x="280" y="214"/>
                </a:cubicBezTo>
                <a:lnTo>
                  <a:pt x="280" y="242"/>
                </a:lnTo>
                <a:close/>
                <a:moveTo>
                  <a:pt x="130" y="153"/>
                </a:moveTo>
                <a:cubicBezTo>
                  <a:pt x="192" y="153"/>
                  <a:pt x="192" y="153"/>
                  <a:pt x="192" y="153"/>
                </a:cubicBezTo>
                <a:cubicBezTo>
                  <a:pt x="192" y="187"/>
                  <a:pt x="192" y="187"/>
                  <a:pt x="192" y="187"/>
                </a:cubicBezTo>
                <a:cubicBezTo>
                  <a:pt x="142" y="187"/>
                  <a:pt x="142" y="187"/>
                  <a:pt x="142" y="187"/>
                </a:cubicBezTo>
                <a:lnTo>
                  <a:pt x="130" y="153"/>
                </a:lnTo>
                <a:close/>
                <a:moveTo>
                  <a:pt x="219" y="97"/>
                </a:moveTo>
                <a:cubicBezTo>
                  <a:pt x="280" y="97"/>
                  <a:pt x="280" y="97"/>
                  <a:pt x="280" y="97"/>
                </a:cubicBezTo>
                <a:cubicBezTo>
                  <a:pt x="280" y="126"/>
                  <a:pt x="280" y="126"/>
                  <a:pt x="280" y="126"/>
                </a:cubicBezTo>
                <a:cubicBezTo>
                  <a:pt x="219" y="126"/>
                  <a:pt x="219" y="126"/>
                  <a:pt x="219" y="126"/>
                </a:cubicBezTo>
                <a:lnTo>
                  <a:pt x="219" y="97"/>
                </a:lnTo>
                <a:close/>
                <a:moveTo>
                  <a:pt x="192" y="97"/>
                </a:moveTo>
                <a:cubicBezTo>
                  <a:pt x="192" y="126"/>
                  <a:pt x="192" y="126"/>
                  <a:pt x="192" y="126"/>
                </a:cubicBezTo>
                <a:cubicBezTo>
                  <a:pt x="121" y="126"/>
                  <a:pt x="121" y="126"/>
                  <a:pt x="121" y="126"/>
                </a:cubicBezTo>
                <a:cubicBezTo>
                  <a:pt x="111" y="97"/>
                  <a:pt x="111" y="97"/>
                  <a:pt x="111" y="97"/>
                </a:cubicBezTo>
                <a:lnTo>
                  <a:pt x="192" y="97"/>
                </a:lnTo>
                <a:close/>
                <a:moveTo>
                  <a:pt x="151" y="214"/>
                </a:moveTo>
                <a:cubicBezTo>
                  <a:pt x="192" y="214"/>
                  <a:pt x="192" y="214"/>
                  <a:pt x="192" y="214"/>
                </a:cubicBezTo>
                <a:cubicBezTo>
                  <a:pt x="192" y="242"/>
                  <a:pt x="192" y="242"/>
                  <a:pt x="192" y="242"/>
                </a:cubicBezTo>
                <a:cubicBezTo>
                  <a:pt x="161" y="242"/>
                  <a:pt x="161" y="242"/>
                  <a:pt x="161" y="242"/>
                </a:cubicBezTo>
                <a:lnTo>
                  <a:pt x="151" y="214"/>
                </a:lnTo>
                <a:close/>
                <a:moveTo>
                  <a:pt x="306" y="242"/>
                </a:moveTo>
                <a:cubicBezTo>
                  <a:pt x="306" y="214"/>
                  <a:pt x="306" y="214"/>
                  <a:pt x="306" y="214"/>
                </a:cubicBezTo>
                <a:cubicBezTo>
                  <a:pt x="346" y="214"/>
                  <a:pt x="346" y="214"/>
                  <a:pt x="346" y="214"/>
                </a:cubicBezTo>
                <a:cubicBezTo>
                  <a:pt x="337" y="242"/>
                  <a:pt x="337" y="242"/>
                  <a:pt x="337" y="242"/>
                </a:cubicBezTo>
                <a:lnTo>
                  <a:pt x="306" y="24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Tree>
    <p:extLst>
      <p:ext uri="{BB962C8B-B14F-4D97-AF65-F5344CB8AC3E}">
        <p14:creationId xmlns:p14="http://schemas.microsoft.com/office/powerpoint/2010/main" val="960690584"/>
      </p:ext>
    </p:extLst>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Freeform 17"/>
          <p:cNvSpPr>
            <a:spLocks noEditPoints="1"/>
          </p:cNvSpPr>
          <p:nvPr/>
        </p:nvSpPr>
        <p:spPr bwMode="auto">
          <a:xfrm>
            <a:off x="4201119" y="1728652"/>
            <a:ext cx="3789762" cy="3791966"/>
          </a:xfrm>
          <a:custGeom>
            <a:avLst/>
            <a:gdLst>
              <a:gd name="T0" fmla="*/ 878 w 1757"/>
              <a:gd name="T1" fmla="*/ 0 h 1758"/>
              <a:gd name="T2" fmla="*/ 0 w 1757"/>
              <a:gd name="T3" fmla="*/ 879 h 1758"/>
              <a:gd name="T4" fmla="*/ 878 w 1757"/>
              <a:gd name="T5" fmla="*/ 1758 h 1758"/>
              <a:gd name="T6" fmla="*/ 1757 w 1757"/>
              <a:gd name="T7" fmla="*/ 879 h 1758"/>
              <a:gd name="T8" fmla="*/ 878 w 1757"/>
              <a:gd name="T9" fmla="*/ 0 h 1758"/>
              <a:gd name="T10" fmla="*/ 878 w 1757"/>
              <a:gd name="T11" fmla="*/ 1638 h 1758"/>
              <a:gd name="T12" fmla="*/ 120 w 1757"/>
              <a:gd name="T13" fmla="*/ 879 h 1758"/>
              <a:gd name="T14" fmla="*/ 878 w 1757"/>
              <a:gd name="T15" fmla="*/ 120 h 1758"/>
              <a:gd name="T16" fmla="*/ 1637 w 1757"/>
              <a:gd name="T17" fmla="*/ 879 h 1758"/>
              <a:gd name="T18" fmla="*/ 878 w 1757"/>
              <a:gd name="T19" fmla="*/ 1638 h 1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57" h="1758">
                <a:moveTo>
                  <a:pt x="878" y="0"/>
                </a:moveTo>
                <a:cubicBezTo>
                  <a:pt x="393" y="0"/>
                  <a:pt x="0" y="393"/>
                  <a:pt x="0" y="879"/>
                </a:cubicBezTo>
                <a:cubicBezTo>
                  <a:pt x="0" y="1364"/>
                  <a:pt x="393" y="1758"/>
                  <a:pt x="878" y="1758"/>
                </a:cubicBezTo>
                <a:cubicBezTo>
                  <a:pt x="1364" y="1758"/>
                  <a:pt x="1757" y="1364"/>
                  <a:pt x="1757" y="879"/>
                </a:cubicBezTo>
                <a:cubicBezTo>
                  <a:pt x="1757" y="393"/>
                  <a:pt x="1364" y="0"/>
                  <a:pt x="878" y="0"/>
                </a:cubicBezTo>
                <a:moveTo>
                  <a:pt x="878" y="1638"/>
                </a:moveTo>
                <a:cubicBezTo>
                  <a:pt x="459" y="1638"/>
                  <a:pt x="120" y="1298"/>
                  <a:pt x="120" y="879"/>
                </a:cubicBezTo>
                <a:cubicBezTo>
                  <a:pt x="120" y="460"/>
                  <a:pt x="459" y="120"/>
                  <a:pt x="878" y="120"/>
                </a:cubicBezTo>
                <a:cubicBezTo>
                  <a:pt x="1298" y="120"/>
                  <a:pt x="1637" y="460"/>
                  <a:pt x="1637" y="879"/>
                </a:cubicBezTo>
                <a:cubicBezTo>
                  <a:pt x="1637" y="1298"/>
                  <a:pt x="1298" y="1638"/>
                  <a:pt x="878" y="1638"/>
                </a:cubicBezTo>
              </a:path>
            </a:pathLst>
          </a:custGeom>
          <a:solidFill>
            <a:srgbClr val="0096F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 name="Oval 5"/>
          <p:cNvSpPr>
            <a:spLocks noChangeArrowheads="1"/>
          </p:cNvSpPr>
          <p:nvPr/>
        </p:nvSpPr>
        <p:spPr bwMode="auto">
          <a:xfrm>
            <a:off x="5167568" y="2882440"/>
            <a:ext cx="657892" cy="657891"/>
          </a:xfrm>
          <a:prstGeom prst="ellipse">
            <a:avLst/>
          </a:prstGeom>
          <a:gradFill flip="none" rotWithShape="1">
            <a:gsLst>
              <a:gs pos="100000">
                <a:schemeClr val="bg1"/>
              </a:gs>
              <a:gs pos="0">
                <a:srgbClr val="DEDEE0"/>
              </a:gs>
            </a:gsLst>
            <a:lin ang="18900000" scaled="1"/>
            <a:tileRect/>
          </a:gradFill>
          <a:ln>
            <a:noFill/>
          </a:ln>
          <a:effectLst>
            <a:outerShdw blurRad="127000" dist="38100" dir="8100000" algn="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3" name="Oval 9"/>
          <p:cNvSpPr>
            <a:spLocks noChangeArrowheads="1"/>
          </p:cNvSpPr>
          <p:nvPr/>
        </p:nvSpPr>
        <p:spPr bwMode="auto">
          <a:xfrm>
            <a:off x="6433761" y="2708325"/>
            <a:ext cx="694257" cy="694257"/>
          </a:xfrm>
          <a:prstGeom prst="ellipse">
            <a:avLst/>
          </a:prstGeom>
          <a:gradFill flip="none" rotWithShape="1">
            <a:gsLst>
              <a:gs pos="100000">
                <a:schemeClr val="bg1"/>
              </a:gs>
              <a:gs pos="0">
                <a:srgbClr val="DEDEE0"/>
              </a:gs>
            </a:gsLst>
            <a:lin ang="18900000" scaled="1"/>
            <a:tileRect/>
          </a:gradFill>
          <a:ln>
            <a:noFill/>
          </a:ln>
          <a:effectLst>
            <a:outerShdw blurRad="127000" dist="38100" dir="8100000" algn="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4" name="Freeform 13"/>
          <p:cNvSpPr>
            <a:spLocks/>
          </p:cNvSpPr>
          <p:nvPr/>
        </p:nvSpPr>
        <p:spPr bwMode="auto">
          <a:xfrm>
            <a:off x="4906396" y="2770037"/>
            <a:ext cx="2365984" cy="1464552"/>
          </a:xfrm>
          <a:custGeom>
            <a:avLst/>
            <a:gdLst>
              <a:gd name="T0" fmla="*/ 846 w 1097"/>
              <a:gd name="T1" fmla="*/ 178 h 679"/>
              <a:gd name="T2" fmla="*/ 841 w 1097"/>
              <a:gd name="T3" fmla="*/ 178 h 679"/>
              <a:gd name="T4" fmla="*/ 596 w 1097"/>
              <a:gd name="T5" fmla="*/ 0 h 679"/>
              <a:gd name="T6" fmla="*/ 340 w 1097"/>
              <a:gd name="T7" fmla="*/ 227 h 679"/>
              <a:gd name="T8" fmla="*/ 238 w 1097"/>
              <a:gd name="T9" fmla="*/ 204 h 679"/>
              <a:gd name="T10" fmla="*/ 0 w 1097"/>
              <a:gd name="T11" fmla="*/ 442 h 679"/>
              <a:gd name="T12" fmla="*/ 238 w 1097"/>
              <a:gd name="T13" fmla="*/ 679 h 679"/>
              <a:gd name="T14" fmla="*/ 846 w 1097"/>
              <a:gd name="T15" fmla="*/ 679 h 679"/>
              <a:gd name="T16" fmla="*/ 1097 w 1097"/>
              <a:gd name="T17" fmla="*/ 429 h 679"/>
              <a:gd name="T18" fmla="*/ 846 w 1097"/>
              <a:gd name="T19" fmla="*/ 178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97" h="679">
                <a:moveTo>
                  <a:pt x="846" y="178"/>
                </a:moveTo>
                <a:cubicBezTo>
                  <a:pt x="845" y="178"/>
                  <a:pt x="843" y="178"/>
                  <a:pt x="841" y="178"/>
                </a:cubicBezTo>
                <a:cubicBezTo>
                  <a:pt x="807" y="75"/>
                  <a:pt x="710" y="0"/>
                  <a:pt x="596" y="0"/>
                </a:cubicBezTo>
                <a:cubicBezTo>
                  <a:pt x="464" y="0"/>
                  <a:pt x="355" y="99"/>
                  <a:pt x="340" y="227"/>
                </a:cubicBezTo>
                <a:cubicBezTo>
                  <a:pt x="309" y="212"/>
                  <a:pt x="274" y="204"/>
                  <a:pt x="238" y="204"/>
                </a:cubicBezTo>
                <a:cubicBezTo>
                  <a:pt x="106" y="204"/>
                  <a:pt x="0" y="310"/>
                  <a:pt x="0" y="442"/>
                </a:cubicBezTo>
                <a:cubicBezTo>
                  <a:pt x="0" y="573"/>
                  <a:pt x="106" y="679"/>
                  <a:pt x="238" y="679"/>
                </a:cubicBezTo>
                <a:cubicBezTo>
                  <a:pt x="846" y="679"/>
                  <a:pt x="846" y="679"/>
                  <a:pt x="846" y="679"/>
                </a:cubicBezTo>
                <a:cubicBezTo>
                  <a:pt x="985" y="679"/>
                  <a:pt x="1097" y="567"/>
                  <a:pt x="1097" y="429"/>
                </a:cubicBezTo>
                <a:cubicBezTo>
                  <a:pt x="1097" y="290"/>
                  <a:pt x="985" y="178"/>
                  <a:pt x="846" y="178"/>
                </a:cubicBezTo>
                <a:close/>
              </a:path>
            </a:pathLst>
          </a:custGeom>
          <a:gradFill flip="none" rotWithShape="1">
            <a:gsLst>
              <a:gs pos="100000">
                <a:schemeClr val="bg1"/>
              </a:gs>
              <a:gs pos="0">
                <a:srgbClr val="DEDEE0"/>
              </a:gs>
            </a:gsLst>
            <a:lin ang="18900000" scaled="1"/>
            <a:tileRect/>
          </a:gradFill>
          <a:ln>
            <a:noFill/>
          </a:ln>
          <a:effectLst>
            <a:outerShdw blurRad="127000" dist="38100" dir="8100000" algn="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5" name="Freeform 27"/>
          <p:cNvSpPr>
            <a:spLocks/>
          </p:cNvSpPr>
          <p:nvPr/>
        </p:nvSpPr>
        <p:spPr bwMode="auto">
          <a:xfrm>
            <a:off x="7386987" y="3210835"/>
            <a:ext cx="991796" cy="579649"/>
          </a:xfrm>
          <a:custGeom>
            <a:avLst/>
            <a:gdLst>
              <a:gd name="T0" fmla="*/ 407 w 460"/>
              <a:gd name="T1" fmla="*/ 140 h 269"/>
              <a:gd name="T2" fmla="*/ 322 w 460"/>
              <a:gd name="T3" fmla="*/ 56 h 269"/>
              <a:gd name="T4" fmla="*/ 285 w 460"/>
              <a:gd name="T5" fmla="*/ 64 h 269"/>
              <a:gd name="T6" fmla="*/ 177 w 460"/>
              <a:gd name="T7" fmla="*/ 0 h 269"/>
              <a:gd name="T8" fmla="*/ 58 w 460"/>
              <a:gd name="T9" fmla="*/ 97 h 269"/>
              <a:gd name="T10" fmla="*/ 0 w 460"/>
              <a:gd name="T11" fmla="*/ 180 h 269"/>
              <a:gd name="T12" fmla="*/ 89 w 460"/>
              <a:gd name="T13" fmla="*/ 269 h 269"/>
              <a:gd name="T14" fmla="*/ 395 w 460"/>
              <a:gd name="T15" fmla="*/ 269 h 269"/>
              <a:gd name="T16" fmla="*/ 460 w 460"/>
              <a:gd name="T17" fmla="*/ 204 h 269"/>
              <a:gd name="T18" fmla="*/ 407 w 460"/>
              <a:gd name="T19" fmla="*/ 14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0" h="269">
                <a:moveTo>
                  <a:pt x="407" y="140"/>
                </a:moveTo>
                <a:cubicBezTo>
                  <a:pt x="407" y="93"/>
                  <a:pt x="369" y="56"/>
                  <a:pt x="322" y="56"/>
                </a:cubicBezTo>
                <a:cubicBezTo>
                  <a:pt x="309" y="56"/>
                  <a:pt x="296" y="59"/>
                  <a:pt x="285" y="64"/>
                </a:cubicBezTo>
                <a:cubicBezTo>
                  <a:pt x="264" y="26"/>
                  <a:pt x="224" y="0"/>
                  <a:pt x="177" y="0"/>
                </a:cubicBezTo>
                <a:cubicBezTo>
                  <a:pt x="119" y="0"/>
                  <a:pt x="69" y="42"/>
                  <a:pt x="58" y="97"/>
                </a:cubicBezTo>
                <a:cubicBezTo>
                  <a:pt x="24" y="110"/>
                  <a:pt x="0" y="142"/>
                  <a:pt x="0" y="180"/>
                </a:cubicBezTo>
                <a:cubicBezTo>
                  <a:pt x="0" y="229"/>
                  <a:pt x="40" y="269"/>
                  <a:pt x="89" y="269"/>
                </a:cubicBezTo>
                <a:cubicBezTo>
                  <a:pt x="395" y="269"/>
                  <a:pt x="395" y="269"/>
                  <a:pt x="395" y="269"/>
                </a:cubicBezTo>
                <a:cubicBezTo>
                  <a:pt x="431" y="269"/>
                  <a:pt x="460" y="240"/>
                  <a:pt x="460" y="204"/>
                </a:cubicBezTo>
                <a:cubicBezTo>
                  <a:pt x="460" y="172"/>
                  <a:pt x="438" y="146"/>
                  <a:pt x="407" y="140"/>
                </a:cubicBezTo>
                <a:close/>
              </a:path>
            </a:pathLst>
          </a:custGeom>
          <a:gradFill flip="none" rotWithShape="1">
            <a:gsLst>
              <a:gs pos="100000">
                <a:schemeClr val="bg1"/>
              </a:gs>
              <a:gs pos="0">
                <a:srgbClr val="DEDEE0"/>
              </a:gs>
            </a:gsLst>
            <a:lin ang="18900000" scaled="1"/>
            <a:tileRect/>
          </a:gradFill>
          <a:ln>
            <a:noFill/>
          </a:ln>
          <a:effectLst>
            <a:outerShdw blurRad="127000" dist="38100" dir="8100000" algn="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6" name="Freeform 31"/>
          <p:cNvSpPr>
            <a:spLocks/>
          </p:cNvSpPr>
          <p:nvPr/>
        </p:nvSpPr>
        <p:spPr bwMode="auto">
          <a:xfrm>
            <a:off x="3845174" y="3210835"/>
            <a:ext cx="991796" cy="579649"/>
          </a:xfrm>
          <a:custGeom>
            <a:avLst/>
            <a:gdLst>
              <a:gd name="T0" fmla="*/ 407 w 460"/>
              <a:gd name="T1" fmla="*/ 140 h 269"/>
              <a:gd name="T2" fmla="*/ 322 w 460"/>
              <a:gd name="T3" fmla="*/ 56 h 269"/>
              <a:gd name="T4" fmla="*/ 285 w 460"/>
              <a:gd name="T5" fmla="*/ 64 h 269"/>
              <a:gd name="T6" fmla="*/ 177 w 460"/>
              <a:gd name="T7" fmla="*/ 0 h 269"/>
              <a:gd name="T8" fmla="*/ 57 w 460"/>
              <a:gd name="T9" fmla="*/ 97 h 269"/>
              <a:gd name="T10" fmla="*/ 0 w 460"/>
              <a:gd name="T11" fmla="*/ 180 h 269"/>
              <a:gd name="T12" fmla="*/ 89 w 460"/>
              <a:gd name="T13" fmla="*/ 269 h 269"/>
              <a:gd name="T14" fmla="*/ 395 w 460"/>
              <a:gd name="T15" fmla="*/ 269 h 269"/>
              <a:gd name="T16" fmla="*/ 460 w 460"/>
              <a:gd name="T17" fmla="*/ 204 h 269"/>
              <a:gd name="T18" fmla="*/ 407 w 460"/>
              <a:gd name="T19" fmla="*/ 14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0" h="269">
                <a:moveTo>
                  <a:pt x="407" y="140"/>
                </a:moveTo>
                <a:cubicBezTo>
                  <a:pt x="406" y="93"/>
                  <a:pt x="369" y="56"/>
                  <a:pt x="322" y="56"/>
                </a:cubicBezTo>
                <a:cubicBezTo>
                  <a:pt x="309" y="56"/>
                  <a:pt x="296" y="59"/>
                  <a:pt x="285" y="64"/>
                </a:cubicBezTo>
                <a:cubicBezTo>
                  <a:pt x="264" y="26"/>
                  <a:pt x="224" y="0"/>
                  <a:pt x="177" y="0"/>
                </a:cubicBezTo>
                <a:cubicBezTo>
                  <a:pt x="118" y="0"/>
                  <a:pt x="69" y="42"/>
                  <a:pt x="57" y="97"/>
                </a:cubicBezTo>
                <a:cubicBezTo>
                  <a:pt x="24" y="110"/>
                  <a:pt x="0" y="142"/>
                  <a:pt x="0" y="180"/>
                </a:cubicBezTo>
                <a:cubicBezTo>
                  <a:pt x="0" y="229"/>
                  <a:pt x="40" y="269"/>
                  <a:pt x="89" y="269"/>
                </a:cubicBezTo>
                <a:cubicBezTo>
                  <a:pt x="395" y="269"/>
                  <a:pt x="395" y="269"/>
                  <a:pt x="395" y="269"/>
                </a:cubicBezTo>
                <a:cubicBezTo>
                  <a:pt x="431" y="269"/>
                  <a:pt x="460" y="240"/>
                  <a:pt x="460" y="204"/>
                </a:cubicBezTo>
                <a:cubicBezTo>
                  <a:pt x="460" y="172"/>
                  <a:pt x="437" y="146"/>
                  <a:pt x="407" y="140"/>
                </a:cubicBezTo>
                <a:close/>
              </a:path>
            </a:pathLst>
          </a:custGeom>
          <a:gradFill flip="none" rotWithShape="1">
            <a:gsLst>
              <a:gs pos="100000">
                <a:schemeClr val="bg1"/>
              </a:gs>
              <a:gs pos="0">
                <a:srgbClr val="DEDEE0"/>
              </a:gs>
            </a:gsLst>
            <a:lin ang="18900000" scaled="1"/>
            <a:tileRect/>
          </a:gradFill>
          <a:ln>
            <a:noFill/>
          </a:ln>
          <a:effectLst>
            <a:outerShdw blurRad="127000" dist="38100" dir="8100000" algn="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7" name="Freeform 35"/>
          <p:cNvSpPr>
            <a:spLocks/>
          </p:cNvSpPr>
          <p:nvPr/>
        </p:nvSpPr>
        <p:spPr bwMode="auto">
          <a:xfrm>
            <a:off x="6891089" y="4362420"/>
            <a:ext cx="991796" cy="579649"/>
          </a:xfrm>
          <a:custGeom>
            <a:avLst/>
            <a:gdLst>
              <a:gd name="T0" fmla="*/ 407 w 460"/>
              <a:gd name="T1" fmla="*/ 139 h 269"/>
              <a:gd name="T2" fmla="*/ 322 w 460"/>
              <a:gd name="T3" fmla="*/ 55 h 269"/>
              <a:gd name="T4" fmla="*/ 285 w 460"/>
              <a:gd name="T5" fmla="*/ 64 h 269"/>
              <a:gd name="T6" fmla="*/ 177 w 460"/>
              <a:gd name="T7" fmla="*/ 0 h 269"/>
              <a:gd name="T8" fmla="*/ 57 w 460"/>
              <a:gd name="T9" fmla="*/ 97 h 269"/>
              <a:gd name="T10" fmla="*/ 0 w 460"/>
              <a:gd name="T11" fmla="*/ 180 h 269"/>
              <a:gd name="T12" fmla="*/ 89 w 460"/>
              <a:gd name="T13" fmla="*/ 269 h 269"/>
              <a:gd name="T14" fmla="*/ 395 w 460"/>
              <a:gd name="T15" fmla="*/ 269 h 269"/>
              <a:gd name="T16" fmla="*/ 460 w 460"/>
              <a:gd name="T17" fmla="*/ 203 h 269"/>
              <a:gd name="T18" fmla="*/ 407 w 460"/>
              <a:gd name="T19" fmla="*/ 139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0" h="269">
                <a:moveTo>
                  <a:pt x="407" y="139"/>
                </a:moveTo>
                <a:cubicBezTo>
                  <a:pt x="406" y="93"/>
                  <a:pt x="369" y="55"/>
                  <a:pt x="322" y="55"/>
                </a:cubicBezTo>
                <a:cubicBezTo>
                  <a:pt x="309" y="55"/>
                  <a:pt x="296" y="59"/>
                  <a:pt x="285" y="64"/>
                </a:cubicBezTo>
                <a:cubicBezTo>
                  <a:pt x="264" y="26"/>
                  <a:pt x="224" y="0"/>
                  <a:pt x="177" y="0"/>
                </a:cubicBezTo>
                <a:cubicBezTo>
                  <a:pt x="118" y="0"/>
                  <a:pt x="69" y="41"/>
                  <a:pt x="57" y="97"/>
                </a:cubicBezTo>
                <a:cubicBezTo>
                  <a:pt x="24" y="109"/>
                  <a:pt x="0" y="142"/>
                  <a:pt x="0" y="180"/>
                </a:cubicBezTo>
                <a:cubicBezTo>
                  <a:pt x="0" y="229"/>
                  <a:pt x="40" y="269"/>
                  <a:pt x="89" y="269"/>
                </a:cubicBezTo>
                <a:cubicBezTo>
                  <a:pt x="395" y="269"/>
                  <a:pt x="395" y="269"/>
                  <a:pt x="395" y="269"/>
                </a:cubicBezTo>
                <a:cubicBezTo>
                  <a:pt x="431" y="269"/>
                  <a:pt x="460" y="239"/>
                  <a:pt x="460" y="203"/>
                </a:cubicBezTo>
                <a:cubicBezTo>
                  <a:pt x="460" y="171"/>
                  <a:pt x="437" y="145"/>
                  <a:pt x="407" y="139"/>
                </a:cubicBezTo>
                <a:close/>
              </a:path>
            </a:pathLst>
          </a:custGeom>
          <a:gradFill flip="none" rotWithShape="1">
            <a:gsLst>
              <a:gs pos="100000">
                <a:schemeClr val="bg1"/>
              </a:gs>
              <a:gs pos="0">
                <a:srgbClr val="DEDEE0"/>
              </a:gs>
            </a:gsLst>
            <a:lin ang="18900000" scaled="1"/>
            <a:tileRect/>
          </a:gradFill>
          <a:ln>
            <a:noFill/>
          </a:ln>
          <a:effectLst>
            <a:outerShdw blurRad="127000" dist="38100" dir="8100000" algn="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8" name="Freeform 39"/>
          <p:cNvSpPr>
            <a:spLocks/>
          </p:cNvSpPr>
          <p:nvPr/>
        </p:nvSpPr>
        <p:spPr bwMode="auto">
          <a:xfrm>
            <a:off x="6891089" y="1955663"/>
            <a:ext cx="991796" cy="579649"/>
          </a:xfrm>
          <a:custGeom>
            <a:avLst/>
            <a:gdLst>
              <a:gd name="T0" fmla="*/ 407 w 460"/>
              <a:gd name="T1" fmla="*/ 139 h 269"/>
              <a:gd name="T2" fmla="*/ 322 w 460"/>
              <a:gd name="T3" fmla="*/ 56 h 269"/>
              <a:gd name="T4" fmla="*/ 285 w 460"/>
              <a:gd name="T5" fmla="*/ 64 h 269"/>
              <a:gd name="T6" fmla="*/ 177 w 460"/>
              <a:gd name="T7" fmla="*/ 0 h 269"/>
              <a:gd name="T8" fmla="*/ 57 w 460"/>
              <a:gd name="T9" fmla="*/ 97 h 269"/>
              <a:gd name="T10" fmla="*/ 0 w 460"/>
              <a:gd name="T11" fmla="*/ 180 h 269"/>
              <a:gd name="T12" fmla="*/ 89 w 460"/>
              <a:gd name="T13" fmla="*/ 269 h 269"/>
              <a:gd name="T14" fmla="*/ 395 w 460"/>
              <a:gd name="T15" fmla="*/ 269 h 269"/>
              <a:gd name="T16" fmla="*/ 460 w 460"/>
              <a:gd name="T17" fmla="*/ 203 h 269"/>
              <a:gd name="T18" fmla="*/ 407 w 460"/>
              <a:gd name="T19" fmla="*/ 139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0" h="269">
                <a:moveTo>
                  <a:pt x="407" y="139"/>
                </a:moveTo>
                <a:cubicBezTo>
                  <a:pt x="406" y="93"/>
                  <a:pt x="369" y="56"/>
                  <a:pt x="322" y="56"/>
                </a:cubicBezTo>
                <a:cubicBezTo>
                  <a:pt x="309" y="56"/>
                  <a:pt x="296" y="59"/>
                  <a:pt x="285" y="64"/>
                </a:cubicBezTo>
                <a:cubicBezTo>
                  <a:pt x="264" y="26"/>
                  <a:pt x="224" y="0"/>
                  <a:pt x="177" y="0"/>
                </a:cubicBezTo>
                <a:cubicBezTo>
                  <a:pt x="118" y="0"/>
                  <a:pt x="69" y="42"/>
                  <a:pt x="57" y="97"/>
                </a:cubicBezTo>
                <a:cubicBezTo>
                  <a:pt x="24" y="110"/>
                  <a:pt x="0" y="142"/>
                  <a:pt x="0" y="180"/>
                </a:cubicBezTo>
                <a:cubicBezTo>
                  <a:pt x="0" y="229"/>
                  <a:pt x="40" y="269"/>
                  <a:pt x="89" y="269"/>
                </a:cubicBezTo>
                <a:cubicBezTo>
                  <a:pt x="395" y="269"/>
                  <a:pt x="395" y="269"/>
                  <a:pt x="395" y="269"/>
                </a:cubicBezTo>
                <a:cubicBezTo>
                  <a:pt x="431" y="269"/>
                  <a:pt x="460" y="239"/>
                  <a:pt x="460" y="203"/>
                </a:cubicBezTo>
                <a:cubicBezTo>
                  <a:pt x="460" y="172"/>
                  <a:pt x="437" y="145"/>
                  <a:pt x="407" y="139"/>
                </a:cubicBezTo>
                <a:close/>
              </a:path>
            </a:pathLst>
          </a:custGeom>
          <a:gradFill flip="none" rotWithShape="1">
            <a:gsLst>
              <a:gs pos="100000">
                <a:schemeClr val="bg1"/>
              </a:gs>
              <a:gs pos="0">
                <a:srgbClr val="DEDEE0"/>
              </a:gs>
            </a:gsLst>
            <a:lin ang="18900000" scaled="1"/>
            <a:tileRect/>
          </a:gradFill>
          <a:ln>
            <a:noFill/>
          </a:ln>
          <a:effectLst>
            <a:outerShdw blurRad="127000" dist="38100" dir="8100000" algn="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9" name="Freeform 43"/>
          <p:cNvSpPr>
            <a:spLocks/>
          </p:cNvSpPr>
          <p:nvPr/>
        </p:nvSpPr>
        <p:spPr bwMode="auto">
          <a:xfrm>
            <a:off x="4201119" y="4362420"/>
            <a:ext cx="991796" cy="579649"/>
          </a:xfrm>
          <a:custGeom>
            <a:avLst/>
            <a:gdLst>
              <a:gd name="T0" fmla="*/ 407 w 460"/>
              <a:gd name="T1" fmla="*/ 139 h 269"/>
              <a:gd name="T2" fmla="*/ 322 w 460"/>
              <a:gd name="T3" fmla="*/ 55 h 269"/>
              <a:gd name="T4" fmla="*/ 285 w 460"/>
              <a:gd name="T5" fmla="*/ 64 h 269"/>
              <a:gd name="T6" fmla="*/ 177 w 460"/>
              <a:gd name="T7" fmla="*/ 0 h 269"/>
              <a:gd name="T8" fmla="*/ 57 w 460"/>
              <a:gd name="T9" fmla="*/ 97 h 269"/>
              <a:gd name="T10" fmla="*/ 0 w 460"/>
              <a:gd name="T11" fmla="*/ 180 h 269"/>
              <a:gd name="T12" fmla="*/ 88 w 460"/>
              <a:gd name="T13" fmla="*/ 269 h 269"/>
              <a:gd name="T14" fmla="*/ 395 w 460"/>
              <a:gd name="T15" fmla="*/ 269 h 269"/>
              <a:gd name="T16" fmla="*/ 460 w 460"/>
              <a:gd name="T17" fmla="*/ 203 h 269"/>
              <a:gd name="T18" fmla="*/ 407 w 460"/>
              <a:gd name="T19" fmla="*/ 139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0" h="269">
                <a:moveTo>
                  <a:pt x="407" y="139"/>
                </a:moveTo>
                <a:cubicBezTo>
                  <a:pt x="406" y="93"/>
                  <a:pt x="368" y="55"/>
                  <a:pt x="322" y="55"/>
                </a:cubicBezTo>
                <a:cubicBezTo>
                  <a:pt x="308" y="55"/>
                  <a:pt x="296" y="59"/>
                  <a:pt x="285" y="64"/>
                </a:cubicBezTo>
                <a:cubicBezTo>
                  <a:pt x="264" y="26"/>
                  <a:pt x="223" y="0"/>
                  <a:pt x="177" y="0"/>
                </a:cubicBezTo>
                <a:cubicBezTo>
                  <a:pt x="118" y="0"/>
                  <a:pt x="69" y="41"/>
                  <a:pt x="57" y="97"/>
                </a:cubicBezTo>
                <a:cubicBezTo>
                  <a:pt x="23" y="109"/>
                  <a:pt x="0" y="142"/>
                  <a:pt x="0" y="180"/>
                </a:cubicBezTo>
                <a:cubicBezTo>
                  <a:pt x="0" y="229"/>
                  <a:pt x="39" y="269"/>
                  <a:pt x="88" y="269"/>
                </a:cubicBezTo>
                <a:cubicBezTo>
                  <a:pt x="395" y="269"/>
                  <a:pt x="395" y="269"/>
                  <a:pt x="395" y="269"/>
                </a:cubicBezTo>
                <a:cubicBezTo>
                  <a:pt x="431" y="269"/>
                  <a:pt x="460" y="239"/>
                  <a:pt x="460" y="203"/>
                </a:cubicBezTo>
                <a:cubicBezTo>
                  <a:pt x="460" y="171"/>
                  <a:pt x="437" y="145"/>
                  <a:pt x="407" y="139"/>
                </a:cubicBezTo>
                <a:close/>
              </a:path>
            </a:pathLst>
          </a:custGeom>
          <a:gradFill flip="none" rotWithShape="1">
            <a:gsLst>
              <a:gs pos="100000">
                <a:schemeClr val="bg1"/>
              </a:gs>
              <a:gs pos="0">
                <a:srgbClr val="DEDEE0"/>
              </a:gs>
            </a:gsLst>
            <a:lin ang="18900000" scaled="1"/>
            <a:tileRect/>
          </a:gradFill>
          <a:ln>
            <a:noFill/>
          </a:ln>
          <a:effectLst>
            <a:outerShdw blurRad="127000" dist="38100" dir="8100000" algn="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0" name="Freeform 47"/>
          <p:cNvSpPr>
            <a:spLocks/>
          </p:cNvSpPr>
          <p:nvPr/>
        </p:nvSpPr>
        <p:spPr bwMode="auto">
          <a:xfrm>
            <a:off x="4341072" y="1955663"/>
            <a:ext cx="991796" cy="579649"/>
          </a:xfrm>
          <a:custGeom>
            <a:avLst/>
            <a:gdLst>
              <a:gd name="T0" fmla="*/ 407 w 460"/>
              <a:gd name="T1" fmla="*/ 139 h 269"/>
              <a:gd name="T2" fmla="*/ 322 w 460"/>
              <a:gd name="T3" fmla="*/ 56 h 269"/>
              <a:gd name="T4" fmla="*/ 285 w 460"/>
              <a:gd name="T5" fmla="*/ 64 h 269"/>
              <a:gd name="T6" fmla="*/ 177 w 460"/>
              <a:gd name="T7" fmla="*/ 0 h 269"/>
              <a:gd name="T8" fmla="*/ 57 w 460"/>
              <a:gd name="T9" fmla="*/ 97 h 269"/>
              <a:gd name="T10" fmla="*/ 0 w 460"/>
              <a:gd name="T11" fmla="*/ 180 h 269"/>
              <a:gd name="T12" fmla="*/ 89 w 460"/>
              <a:gd name="T13" fmla="*/ 269 h 269"/>
              <a:gd name="T14" fmla="*/ 395 w 460"/>
              <a:gd name="T15" fmla="*/ 269 h 269"/>
              <a:gd name="T16" fmla="*/ 460 w 460"/>
              <a:gd name="T17" fmla="*/ 203 h 269"/>
              <a:gd name="T18" fmla="*/ 407 w 460"/>
              <a:gd name="T19" fmla="*/ 139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0" h="269">
                <a:moveTo>
                  <a:pt x="407" y="139"/>
                </a:moveTo>
                <a:cubicBezTo>
                  <a:pt x="407" y="93"/>
                  <a:pt x="369" y="56"/>
                  <a:pt x="322" y="56"/>
                </a:cubicBezTo>
                <a:cubicBezTo>
                  <a:pt x="309" y="56"/>
                  <a:pt x="296" y="59"/>
                  <a:pt x="285" y="64"/>
                </a:cubicBezTo>
                <a:cubicBezTo>
                  <a:pt x="264" y="26"/>
                  <a:pt x="224" y="0"/>
                  <a:pt x="177" y="0"/>
                </a:cubicBezTo>
                <a:cubicBezTo>
                  <a:pt x="118" y="0"/>
                  <a:pt x="69" y="42"/>
                  <a:pt x="57" y="97"/>
                </a:cubicBezTo>
                <a:cubicBezTo>
                  <a:pt x="24" y="110"/>
                  <a:pt x="0" y="142"/>
                  <a:pt x="0" y="180"/>
                </a:cubicBezTo>
                <a:cubicBezTo>
                  <a:pt x="0" y="229"/>
                  <a:pt x="40" y="269"/>
                  <a:pt x="89" y="269"/>
                </a:cubicBezTo>
                <a:cubicBezTo>
                  <a:pt x="395" y="269"/>
                  <a:pt x="395" y="269"/>
                  <a:pt x="395" y="269"/>
                </a:cubicBezTo>
                <a:cubicBezTo>
                  <a:pt x="431" y="269"/>
                  <a:pt x="460" y="239"/>
                  <a:pt x="460" y="203"/>
                </a:cubicBezTo>
                <a:cubicBezTo>
                  <a:pt x="460" y="172"/>
                  <a:pt x="437" y="145"/>
                  <a:pt x="407" y="139"/>
                </a:cubicBezTo>
                <a:close/>
              </a:path>
            </a:pathLst>
          </a:custGeom>
          <a:gradFill flip="none" rotWithShape="1">
            <a:gsLst>
              <a:gs pos="100000">
                <a:schemeClr val="bg1"/>
              </a:gs>
              <a:gs pos="0">
                <a:srgbClr val="DEDEE0"/>
              </a:gs>
            </a:gsLst>
            <a:lin ang="18900000" scaled="1"/>
            <a:tileRect/>
          </a:gradFill>
          <a:ln>
            <a:noFill/>
          </a:ln>
          <a:effectLst>
            <a:outerShdw blurRad="127000" dist="38100" dir="8100000" algn="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1" name="Freeform 55"/>
          <p:cNvSpPr>
            <a:spLocks/>
          </p:cNvSpPr>
          <p:nvPr/>
        </p:nvSpPr>
        <p:spPr bwMode="auto">
          <a:xfrm>
            <a:off x="5591837" y="5035739"/>
            <a:ext cx="995102" cy="579649"/>
          </a:xfrm>
          <a:custGeom>
            <a:avLst/>
            <a:gdLst>
              <a:gd name="T0" fmla="*/ 408 w 461"/>
              <a:gd name="T1" fmla="*/ 139 h 269"/>
              <a:gd name="T2" fmla="*/ 322 w 461"/>
              <a:gd name="T3" fmla="*/ 55 h 269"/>
              <a:gd name="T4" fmla="*/ 285 w 461"/>
              <a:gd name="T5" fmla="*/ 64 h 269"/>
              <a:gd name="T6" fmla="*/ 178 w 461"/>
              <a:gd name="T7" fmla="*/ 0 h 269"/>
              <a:gd name="T8" fmla="*/ 58 w 461"/>
              <a:gd name="T9" fmla="*/ 97 h 269"/>
              <a:gd name="T10" fmla="*/ 0 w 461"/>
              <a:gd name="T11" fmla="*/ 180 h 269"/>
              <a:gd name="T12" fmla="*/ 89 w 461"/>
              <a:gd name="T13" fmla="*/ 269 h 269"/>
              <a:gd name="T14" fmla="*/ 395 w 461"/>
              <a:gd name="T15" fmla="*/ 269 h 269"/>
              <a:gd name="T16" fmla="*/ 461 w 461"/>
              <a:gd name="T17" fmla="*/ 203 h 269"/>
              <a:gd name="T18" fmla="*/ 408 w 461"/>
              <a:gd name="T19" fmla="*/ 139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1" h="269">
                <a:moveTo>
                  <a:pt x="408" y="139"/>
                </a:moveTo>
                <a:cubicBezTo>
                  <a:pt x="407" y="93"/>
                  <a:pt x="369" y="55"/>
                  <a:pt x="322" y="55"/>
                </a:cubicBezTo>
                <a:cubicBezTo>
                  <a:pt x="309" y="55"/>
                  <a:pt x="297" y="58"/>
                  <a:pt x="285" y="64"/>
                </a:cubicBezTo>
                <a:cubicBezTo>
                  <a:pt x="265" y="26"/>
                  <a:pt x="224" y="0"/>
                  <a:pt x="178" y="0"/>
                </a:cubicBezTo>
                <a:cubicBezTo>
                  <a:pt x="119" y="0"/>
                  <a:pt x="70" y="41"/>
                  <a:pt x="58" y="97"/>
                </a:cubicBezTo>
                <a:cubicBezTo>
                  <a:pt x="24" y="109"/>
                  <a:pt x="0" y="142"/>
                  <a:pt x="0" y="180"/>
                </a:cubicBezTo>
                <a:cubicBezTo>
                  <a:pt x="0" y="229"/>
                  <a:pt x="40" y="269"/>
                  <a:pt x="89" y="269"/>
                </a:cubicBezTo>
                <a:cubicBezTo>
                  <a:pt x="395" y="269"/>
                  <a:pt x="395" y="269"/>
                  <a:pt x="395" y="269"/>
                </a:cubicBezTo>
                <a:cubicBezTo>
                  <a:pt x="431" y="269"/>
                  <a:pt x="461" y="239"/>
                  <a:pt x="461" y="203"/>
                </a:cubicBezTo>
                <a:cubicBezTo>
                  <a:pt x="461" y="171"/>
                  <a:pt x="438" y="145"/>
                  <a:pt x="408" y="139"/>
                </a:cubicBezTo>
                <a:close/>
              </a:path>
            </a:pathLst>
          </a:custGeom>
          <a:gradFill flip="none" rotWithShape="1">
            <a:gsLst>
              <a:gs pos="100000">
                <a:schemeClr val="bg1"/>
              </a:gs>
              <a:gs pos="0">
                <a:srgbClr val="DEDEE0"/>
              </a:gs>
            </a:gsLst>
            <a:lin ang="18900000" scaled="1"/>
            <a:tileRect/>
          </a:gradFill>
          <a:ln>
            <a:noFill/>
          </a:ln>
          <a:effectLst>
            <a:outerShdw blurRad="127000" dist="38100" dir="8100000" algn="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2" name="Freeform 51"/>
          <p:cNvSpPr>
            <a:spLocks/>
          </p:cNvSpPr>
          <p:nvPr/>
        </p:nvSpPr>
        <p:spPr bwMode="auto">
          <a:xfrm>
            <a:off x="5591837" y="1388135"/>
            <a:ext cx="995102" cy="577445"/>
          </a:xfrm>
          <a:custGeom>
            <a:avLst/>
            <a:gdLst>
              <a:gd name="T0" fmla="*/ 408 w 461"/>
              <a:gd name="T1" fmla="*/ 139 h 268"/>
              <a:gd name="T2" fmla="*/ 322 w 461"/>
              <a:gd name="T3" fmla="*/ 55 h 268"/>
              <a:gd name="T4" fmla="*/ 285 w 461"/>
              <a:gd name="T5" fmla="*/ 64 h 268"/>
              <a:gd name="T6" fmla="*/ 178 w 461"/>
              <a:gd name="T7" fmla="*/ 0 h 268"/>
              <a:gd name="T8" fmla="*/ 58 w 461"/>
              <a:gd name="T9" fmla="*/ 96 h 268"/>
              <a:gd name="T10" fmla="*/ 0 w 461"/>
              <a:gd name="T11" fmla="*/ 179 h 268"/>
              <a:gd name="T12" fmla="*/ 89 w 461"/>
              <a:gd name="T13" fmla="*/ 268 h 268"/>
              <a:gd name="T14" fmla="*/ 395 w 461"/>
              <a:gd name="T15" fmla="*/ 268 h 268"/>
              <a:gd name="T16" fmla="*/ 461 w 461"/>
              <a:gd name="T17" fmla="*/ 203 h 268"/>
              <a:gd name="T18" fmla="*/ 408 w 461"/>
              <a:gd name="T19" fmla="*/ 139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1" h="268">
                <a:moveTo>
                  <a:pt x="408" y="139"/>
                </a:moveTo>
                <a:cubicBezTo>
                  <a:pt x="407" y="93"/>
                  <a:pt x="369" y="55"/>
                  <a:pt x="322" y="55"/>
                </a:cubicBezTo>
                <a:cubicBezTo>
                  <a:pt x="309" y="55"/>
                  <a:pt x="297" y="58"/>
                  <a:pt x="285" y="64"/>
                </a:cubicBezTo>
                <a:cubicBezTo>
                  <a:pt x="265" y="25"/>
                  <a:pt x="224" y="0"/>
                  <a:pt x="178" y="0"/>
                </a:cubicBezTo>
                <a:cubicBezTo>
                  <a:pt x="119" y="0"/>
                  <a:pt x="70" y="41"/>
                  <a:pt x="58" y="96"/>
                </a:cubicBezTo>
                <a:cubicBezTo>
                  <a:pt x="24" y="109"/>
                  <a:pt x="0" y="142"/>
                  <a:pt x="0" y="179"/>
                </a:cubicBezTo>
                <a:cubicBezTo>
                  <a:pt x="0" y="228"/>
                  <a:pt x="40" y="268"/>
                  <a:pt x="89" y="268"/>
                </a:cubicBezTo>
                <a:cubicBezTo>
                  <a:pt x="395" y="268"/>
                  <a:pt x="395" y="268"/>
                  <a:pt x="395" y="268"/>
                </a:cubicBezTo>
                <a:cubicBezTo>
                  <a:pt x="431" y="268"/>
                  <a:pt x="461" y="239"/>
                  <a:pt x="461" y="203"/>
                </a:cubicBezTo>
                <a:cubicBezTo>
                  <a:pt x="461" y="171"/>
                  <a:pt x="438" y="145"/>
                  <a:pt x="408" y="139"/>
                </a:cubicBezTo>
                <a:close/>
              </a:path>
            </a:pathLst>
          </a:custGeom>
          <a:gradFill flip="none" rotWithShape="1">
            <a:gsLst>
              <a:gs pos="100000">
                <a:schemeClr val="bg1"/>
              </a:gs>
              <a:gs pos="0">
                <a:srgbClr val="DEDEE0"/>
              </a:gs>
            </a:gsLst>
            <a:lin ang="18900000" scaled="1"/>
            <a:tileRect/>
          </a:gradFill>
          <a:ln>
            <a:noFill/>
          </a:ln>
          <a:effectLst>
            <a:outerShdw blurRad="127000" dist="38100" dir="8100000" algn="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4"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八项并列</a:t>
            </a:r>
            <a:endParaRPr lang="zh-CN" altLang="zh-CN" sz="2800" b="1" dirty="0">
              <a:solidFill>
                <a:schemeClr val="tx1">
                  <a:lumMod val="65000"/>
                  <a:lumOff val="35000"/>
                </a:schemeClr>
              </a:solidFill>
            </a:endParaRPr>
          </a:p>
        </p:txBody>
      </p:sp>
      <p:sp>
        <p:nvSpPr>
          <p:cNvPr id="26" name="文本框 25"/>
          <p:cNvSpPr txBox="1"/>
          <p:nvPr/>
        </p:nvSpPr>
        <p:spPr>
          <a:xfrm>
            <a:off x="8404129" y="3069704"/>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27" name="文本框 26"/>
          <p:cNvSpPr txBox="1"/>
          <p:nvPr/>
        </p:nvSpPr>
        <p:spPr>
          <a:xfrm>
            <a:off x="7990881" y="1846596"/>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28" name="文本框 27"/>
          <p:cNvSpPr txBox="1"/>
          <p:nvPr/>
        </p:nvSpPr>
        <p:spPr>
          <a:xfrm>
            <a:off x="7953340" y="4280666"/>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29" name="文本框 28"/>
          <p:cNvSpPr txBox="1"/>
          <p:nvPr/>
        </p:nvSpPr>
        <p:spPr>
          <a:xfrm>
            <a:off x="4656084" y="546493"/>
            <a:ext cx="2856518" cy="830997"/>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ctr">
              <a:lnSpc>
                <a:spcPct val="120000"/>
              </a:lnSpc>
            </a:pPr>
            <a:r>
              <a:rPr lang="zh-CN" altLang="en-US" sz="1600" dirty="0">
                <a:solidFill>
                  <a:schemeClr val="tx1">
                    <a:lumMod val="65000"/>
                    <a:lumOff val="35000"/>
                  </a:schemeClr>
                </a:solidFill>
              </a:rPr>
              <a:t>添加内容添加内容</a:t>
            </a:r>
          </a:p>
        </p:txBody>
      </p:sp>
      <p:sp>
        <p:nvSpPr>
          <p:cNvPr id="30" name="文本框 29"/>
          <p:cNvSpPr txBox="1"/>
          <p:nvPr/>
        </p:nvSpPr>
        <p:spPr>
          <a:xfrm>
            <a:off x="4656084" y="5735157"/>
            <a:ext cx="2856518" cy="830997"/>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ctr">
              <a:lnSpc>
                <a:spcPct val="120000"/>
              </a:lnSpc>
            </a:pPr>
            <a:r>
              <a:rPr lang="zh-CN" altLang="en-US" sz="1600" dirty="0">
                <a:solidFill>
                  <a:schemeClr val="tx1">
                    <a:lumMod val="65000"/>
                    <a:lumOff val="35000"/>
                  </a:schemeClr>
                </a:solidFill>
              </a:rPr>
              <a:t>添加内容添加内容</a:t>
            </a:r>
          </a:p>
        </p:txBody>
      </p:sp>
      <p:sp>
        <p:nvSpPr>
          <p:cNvPr id="31" name="文本框 30"/>
          <p:cNvSpPr txBox="1"/>
          <p:nvPr/>
        </p:nvSpPr>
        <p:spPr>
          <a:xfrm>
            <a:off x="1319185" y="1846596"/>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32" name="文本框 31"/>
          <p:cNvSpPr txBox="1"/>
          <p:nvPr/>
        </p:nvSpPr>
        <p:spPr>
          <a:xfrm>
            <a:off x="931353" y="3069704"/>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33" name="文本框 32"/>
          <p:cNvSpPr txBox="1"/>
          <p:nvPr/>
        </p:nvSpPr>
        <p:spPr>
          <a:xfrm>
            <a:off x="1344601" y="4280666"/>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34" name="文本框 33"/>
          <p:cNvSpPr txBox="1"/>
          <p:nvPr/>
        </p:nvSpPr>
        <p:spPr>
          <a:xfrm>
            <a:off x="5257901" y="3257882"/>
            <a:ext cx="1669461" cy="504241"/>
          </a:xfrm>
          <a:prstGeom prst="rect">
            <a:avLst/>
          </a:prstGeom>
          <a:noFill/>
        </p:spPr>
        <p:txBody>
          <a:bodyPr wrap="square" rtlCol="0">
            <a:spAutoFit/>
          </a:bodyPr>
          <a:lstStyle/>
          <a:p>
            <a:pPr algn="ctr">
              <a:lnSpc>
                <a:spcPct val="120000"/>
              </a:lnSpc>
            </a:pPr>
            <a:r>
              <a:rPr lang="zh-CN" altLang="en-US" sz="2400" b="1" dirty="0">
                <a:solidFill>
                  <a:srgbClr val="007BC6"/>
                </a:solidFill>
              </a:rPr>
              <a:t>添加标题</a:t>
            </a:r>
            <a:endParaRPr lang="en-US" altLang="zh-CN" sz="2400" b="1" dirty="0">
              <a:solidFill>
                <a:srgbClr val="007BC6"/>
              </a:solidFill>
            </a:endParaRPr>
          </a:p>
        </p:txBody>
      </p:sp>
      <p:sp>
        <p:nvSpPr>
          <p:cNvPr id="35" name="Rectangle 58"/>
          <p:cNvSpPr/>
          <p:nvPr/>
        </p:nvSpPr>
        <p:spPr>
          <a:xfrm>
            <a:off x="5370566" y="3678150"/>
            <a:ext cx="1458887"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添加内容</a:t>
            </a:r>
          </a:p>
        </p:txBody>
      </p:sp>
      <p:grpSp>
        <p:nvGrpSpPr>
          <p:cNvPr id="36" name="组合 35"/>
          <p:cNvGrpSpPr/>
          <p:nvPr/>
        </p:nvGrpSpPr>
        <p:grpSpPr>
          <a:xfrm>
            <a:off x="5918058" y="1549197"/>
            <a:ext cx="355884" cy="341770"/>
            <a:chOff x="6235701" y="4083050"/>
            <a:chExt cx="560387" cy="538163"/>
          </a:xfrm>
          <a:solidFill>
            <a:srgbClr val="0096F2"/>
          </a:solidFill>
        </p:grpSpPr>
        <p:sp>
          <p:nvSpPr>
            <p:cNvPr id="37" name="Freeform 31"/>
            <p:cNvSpPr>
              <a:spLocks/>
            </p:cNvSpPr>
            <p:nvPr/>
          </p:nvSpPr>
          <p:spPr bwMode="auto">
            <a:xfrm>
              <a:off x="6637338" y="4083050"/>
              <a:ext cx="158750" cy="161925"/>
            </a:xfrm>
            <a:custGeom>
              <a:avLst/>
              <a:gdLst>
                <a:gd name="T0" fmla="*/ 33 w 42"/>
                <a:gd name="T1" fmla="*/ 10 h 43"/>
                <a:gd name="T2" fmla="*/ 2 w 42"/>
                <a:gd name="T3" fmla="*/ 6 h 43"/>
                <a:gd name="T4" fmla="*/ 2 w 42"/>
                <a:gd name="T5" fmla="*/ 13 h 43"/>
                <a:gd name="T6" fmla="*/ 29 w 42"/>
                <a:gd name="T7" fmla="*/ 41 h 43"/>
                <a:gd name="T8" fmla="*/ 36 w 42"/>
                <a:gd name="T9" fmla="*/ 40 h 43"/>
                <a:gd name="T10" fmla="*/ 33 w 42"/>
                <a:gd name="T11" fmla="*/ 10 h 43"/>
              </a:gdLst>
              <a:ahLst/>
              <a:cxnLst>
                <a:cxn ang="0">
                  <a:pos x="T0" y="T1"/>
                </a:cxn>
                <a:cxn ang="0">
                  <a:pos x="T2" y="T3"/>
                </a:cxn>
                <a:cxn ang="0">
                  <a:pos x="T4" y="T5"/>
                </a:cxn>
                <a:cxn ang="0">
                  <a:pos x="T6" y="T7"/>
                </a:cxn>
                <a:cxn ang="0">
                  <a:pos x="T8" y="T9"/>
                </a:cxn>
                <a:cxn ang="0">
                  <a:pos x="T10" y="T11"/>
                </a:cxn>
              </a:cxnLst>
              <a:rect l="0" t="0" r="r" b="b"/>
              <a:pathLst>
                <a:path w="42" h="43">
                  <a:moveTo>
                    <a:pt x="33" y="10"/>
                  </a:moveTo>
                  <a:cubicBezTo>
                    <a:pt x="24" y="2"/>
                    <a:pt x="12" y="0"/>
                    <a:pt x="2" y="6"/>
                  </a:cubicBezTo>
                  <a:cubicBezTo>
                    <a:pt x="0" y="8"/>
                    <a:pt x="0" y="11"/>
                    <a:pt x="2" y="13"/>
                  </a:cubicBezTo>
                  <a:cubicBezTo>
                    <a:pt x="29" y="41"/>
                    <a:pt x="29" y="41"/>
                    <a:pt x="29" y="41"/>
                  </a:cubicBezTo>
                  <a:cubicBezTo>
                    <a:pt x="31" y="43"/>
                    <a:pt x="34" y="42"/>
                    <a:pt x="36" y="40"/>
                  </a:cubicBezTo>
                  <a:cubicBezTo>
                    <a:pt x="42" y="31"/>
                    <a:pt x="41" y="18"/>
                    <a:pt x="33" y="10"/>
                  </a:cubicBezTo>
                  <a:close/>
                </a:path>
              </a:pathLst>
            </a:custGeom>
            <a:grp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8" name="Freeform 32"/>
            <p:cNvSpPr>
              <a:spLocks noEditPoints="1"/>
            </p:cNvSpPr>
            <p:nvPr/>
          </p:nvSpPr>
          <p:spPr bwMode="auto">
            <a:xfrm>
              <a:off x="6269038" y="4129088"/>
              <a:ext cx="481013" cy="492125"/>
            </a:xfrm>
            <a:custGeom>
              <a:avLst/>
              <a:gdLst>
                <a:gd name="T0" fmla="*/ 116 w 128"/>
                <a:gd name="T1" fmla="*/ 99 h 131"/>
                <a:gd name="T2" fmla="*/ 128 w 128"/>
                <a:gd name="T3" fmla="*/ 63 h 131"/>
                <a:gd name="T4" fmla="*/ 65 w 128"/>
                <a:gd name="T5" fmla="*/ 0 h 131"/>
                <a:gd name="T6" fmla="*/ 64 w 128"/>
                <a:gd name="T7" fmla="*/ 0 h 131"/>
                <a:gd name="T8" fmla="*/ 2 w 128"/>
                <a:gd name="T9" fmla="*/ 63 h 131"/>
                <a:gd name="T10" fmla="*/ 13 w 128"/>
                <a:gd name="T11" fmla="*/ 97 h 131"/>
                <a:gd name="T12" fmla="*/ 2 w 128"/>
                <a:gd name="T13" fmla="*/ 119 h 131"/>
                <a:gd name="T14" fmla="*/ 6 w 128"/>
                <a:gd name="T15" fmla="*/ 130 h 131"/>
                <a:gd name="T16" fmla="*/ 10 w 128"/>
                <a:gd name="T17" fmla="*/ 131 h 131"/>
                <a:gd name="T18" fmla="*/ 17 w 128"/>
                <a:gd name="T19" fmla="*/ 126 h 131"/>
                <a:gd name="T20" fmla="*/ 25 w 128"/>
                <a:gd name="T21" fmla="*/ 111 h 131"/>
                <a:gd name="T22" fmla="*/ 64 w 128"/>
                <a:gd name="T23" fmla="*/ 125 h 131"/>
                <a:gd name="T24" fmla="*/ 65 w 128"/>
                <a:gd name="T25" fmla="*/ 125 h 131"/>
                <a:gd name="T26" fmla="*/ 103 w 128"/>
                <a:gd name="T27" fmla="*/ 112 h 131"/>
                <a:gd name="T28" fmla="*/ 110 w 128"/>
                <a:gd name="T29" fmla="*/ 126 h 131"/>
                <a:gd name="T30" fmla="*/ 118 w 128"/>
                <a:gd name="T31" fmla="*/ 131 h 131"/>
                <a:gd name="T32" fmla="*/ 122 w 128"/>
                <a:gd name="T33" fmla="*/ 130 h 131"/>
                <a:gd name="T34" fmla="*/ 126 w 128"/>
                <a:gd name="T35" fmla="*/ 119 h 131"/>
                <a:gd name="T36" fmla="*/ 116 w 128"/>
                <a:gd name="T37" fmla="*/ 99 h 131"/>
                <a:gd name="T38" fmla="*/ 65 w 128"/>
                <a:gd name="T39" fmla="*/ 109 h 131"/>
                <a:gd name="T40" fmla="*/ 64 w 128"/>
                <a:gd name="T41" fmla="*/ 109 h 131"/>
                <a:gd name="T42" fmla="*/ 19 w 128"/>
                <a:gd name="T43" fmla="*/ 63 h 131"/>
                <a:gd name="T44" fmla="*/ 64 w 128"/>
                <a:gd name="T45" fmla="*/ 17 h 131"/>
                <a:gd name="T46" fmla="*/ 65 w 128"/>
                <a:gd name="T47" fmla="*/ 17 h 131"/>
                <a:gd name="T48" fmla="*/ 111 w 128"/>
                <a:gd name="T49" fmla="*/ 63 h 131"/>
                <a:gd name="T50" fmla="*/ 65 w 128"/>
                <a:gd name="T51" fmla="*/ 109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8" h="131">
                  <a:moveTo>
                    <a:pt x="116" y="99"/>
                  </a:moveTo>
                  <a:cubicBezTo>
                    <a:pt x="123" y="89"/>
                    <a:pt x="128" y="77"/>
                    <a:pt x="128" y="63"/>
                  </a:cubicBezTo>
                  <a:cubicBezTo>
                    <a:pt x="128" y="28"/>
                    <a:pt x="100" y="0"/>
                    <a:pt x="65" y="0"/>
                  </a:cubicBezTo>
                  <a:cubicBezTo>
                    <a:pt x="65" y="0"/>
                    <a:pt x="65" y="0"/>
                    <a:pt x="64" y="0"/>
                  </a:cubicBezTo>
                  <a:cubicBezTo>
                    <a:pt x="30" y="1"/>
                    <a:pt x="2" y="29"/>
                    <a:pt x="2" y="63"/>
                  </a:cubicBezTo>
                  <a:cubicBezTo>
                    <a:pt x="2" y="76"/>
                    <a:pt x="6" y="88"/>
                    <a:pt x="13" y="97"/>
                  </a:cubicBezTo>
                  <a:cubicBezTo>
                    <a:pt x="2" y="119"/>
                    <a:pt x="2" y="119"/>
                    <a:pt x="2" y="119"/>
                  </a:cubicBezTo>
                  <a:cubicBezTo>
                    <a:pt x="0" y="123"/>
                    <a:pt x="2" y="128"/>
                    <a:pt x="6" y="130"/>
                  </a:cubicBezTo>
                  <a:cubicBezTo>
                    <a:pt x="7" y="131"/>
                    <a:pt x="8" y="131"/>
                    <a:pt x="10" y="131"/>
                  </a:cubicBezTo>
                  <a:cubicBezTo>
                    <a:pt x="13" y="131"/>
                    <a:pt x="16" y="129"/>
                    <a:pt x="17" y="126"/>
                  </a:cubicBezTo>
                  <a:cubicBezTo>
                    <a:pt x="25" y="111"/>
                    <a:pt x="25" y="111"/>
                    <a:pt x="25" y="111"/>
                  </a:cubicBezTo>
                  <a:cubicBezTo>
                    <a:pt x="36" y="120"/>
                    <a:pt x="49" y="125"/>
                    <a:pt x="64" y="125"/>
                  </a:cubicBezTo>
                  <a:cubicBezTo>
                    <a:pt x="65" y="125"/>
                    <a:pt x="65" y="125"/>
                    <a:pt x="65" y="125"/>
                  </a:cubicBezTo>
                  <a:cubicBezTo>
                    <a:pt x="79" y="125"/>
                    <a:pt x="93" y="121"/>
                    <a:pt x="103" y="112"/>
                  </a:cubicBezTo>
                  <a:cubicBezTo>
                    <a:pt x="110" y="126"/>
                    <a:pt x="110" y="126"/>
                    <a:pt x="110" y="126"/>
                  </a:cubicBezTo>
                  <a:cubicBezTo>
                    <a:pt x="112" y="129"/>
                    <a:pt x="115" y="131"/>
                    <a:pt x="118" y="131"/>
                  </a:cubicBezTo>
                  <a:cubicBezTo>
                    <a:pt x="119" y="131"/>
                    <a:pt x="121" y="131"/>
                    <a:pt x="122" y="130"/>
                  </a:cubicBezTo>
                  <a:cubicBezTo>
                    <a:pt x="126" y="128"/>
                    <a:pt x="128" y="123"/>
                    <a:pt x="126" y="119"/>
                  </a:cubicBezTo>
                  <a:lnTo>
                    <a:pt x="116" y="99"/>
                  </a:lnTo>
                  <a:close/>
                  <a:moveTo>
                    <a:pt x="65" y="109"/>
                  </a:moveTo>
                  <a:cubicBezTo>
                    <a:pt x="65" y="109"/>
                    <a:pt x="65" y="109"/>
                    <a:pt x="64" y="109"/>
                  </a:cubicBezTo>
                  <a:cubicBezTo>
                    <a:pt x="39" y="108"/>
                    <a:pt x="19" y="88"/>
                    <a:pt x="19" y="63"/>
                  </a:cubicBezTo>
                  <a:cubicBezTo>
                    <a:pt x="19" y="38"/>
                    <a:pt x="39" y="18"/>
                    <a:pt x="64" y="17"/>
                  </a:cubicBezTo>
                  <a:cubicBezTo>
                    <a:pt x="65" y="17"/>
                    <a:pt x="65" y="17"/>
                    <a:pt x="65" y="17"/>
                  </a:cubicBezTo>
                  <a:cubicBezTo>
                    <a:pt x="90" y="17"/>
                    <a:pt x="111" y="38"/>
                    <a:pt x="111" y="63"/>
                  </a:cubicBezTo>
                  <a:cubicBezTo>
                    <a:pt x="111" y="88"/>
                    <a:pt x="90" y="109"/>
                    <a:pt x="65" y="109"/>
                  </a:cubicBezTo>
                  <a:close/>
                </a:path>
              </a:pathLst>
            </a:custGeom>
            <a:grp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9" name="Freeform 33"/>
            <p:cNvSpPr>
              <a:spLocks/>
            </p:cNvSpPr>
            <p:nvPr/>
          </p:nvSpPr>
          <p:spPr bwMode="auto">
            <a:xfrm>
              <a:off x="6416676" y="4279900"/>
              <a:ext cx="115888" cy="198438"/>
            </a:xfrm>
            <a:custGeom>
              <a:avLst/>
              <a:gdLst>
                <a:gd name="T0" fmla="*/ 26 w 31"/>
                <a:gd name="T1" fmla="*/ 0 h 53"/>
                <a:gd name="T2" fmla="*/ 25 w 31"/>
                <a:gd name="T3" fmla="*/ 0 h 53"/>
                <a:gd name="T4" fmla="*/ 21 w 31"/>
                <a:gd name="T5" fmla="*/ 4 h 53"/>
                <a:gd name="T6" fmla="*/ 21 w 31"/>
                <a:gd name="T7" fmla="*/ 23 h 53"/>
                <a:gd name="T8" fmla="*/ 2 w 31"/>
                <a:gd name="T9" fmla="*/ 45 h 53"/>
                <a:gd name="T10" fmla="*/ 2 w 31"/>
                <a:gd name="T11" fmla="*/ 52 h 53"/>
                <a:gd name="T12" fmla="*/ 5 w 31"/>
                <a:gd name="T13" fmla="*/ 53 h 53"/>
                <a:gd name="T14" fmla="*/ 9 w 31"/>
                <a:gd name="T15" fmla="*/ 52 h 53"/>
                <a:gd name="T16" fmla="*/ 25 w 31"/>
                <a:gd name="T17" fmla="*/ 33 h 53"/>
                <a:gd name="T18" fmla="*/ 29 w 31"/>
                <a:gd name="T19" fmla="*/ 28 h 53"/>
                <a:gd name="T20" fmla="*/ 31 w 31"/>
                <a:gd name="T21" fmla="*/ 25 h 53"/>
                <a:gd name="T22" fmla="*/ 31 w 31"/>
                <a:gd name="T23" fmla="*/ 4 h 53"/>
                <a:gd name="T24" fmla="*/ 26 w 31"/>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53">
                  <a:moveTo>
                    <a:pt x="26" y="0"/>
                  </a:moveTo>
                  <a:cubicBezTo>
                    <a:pt x="26" y="0"/>
                    <a:pt x="26" y="0"/>
                    <a:pt x="25" y="0"/>
                  </a:cubicBezTo>
                  <a:cubicBezTo>
                    <a:pt x="23" y="0"/>
                    <a:pt x="21" y="2"/>
                    <a:pt x="21" y="4"/>
                  </a:cubicBezTo>
                  <a:cubicBezTo>
                    <a:pt x="21" y="23"/>
                    <a:pt x="21" y="23"/>
                    <a:pt x="21" y="23"/>
                  </a:cubicBezTo>
                  <a:cubicBezTo>
                    <a:pt x="2" y="45"/>
                    <a:pt x="2" y="45"/>
                    <a:pt x="2" y="45"/>
                  </a:cubicBezTo>
                  <a:cubicBezTo>
                    <a:pt x="0" y="48"/>
                    <a:pt x="0" y="51"/>
                    <a:pt x="2" y="52"/>
                  </a:cubicBezTo>
                  <a:cubicBezTo>
                    <a:pt x="3" y="53"/>
                    <a:pt x="4" y="53"/>
                    <a:pt x="5" y="53"/>
                  </a:cubicBezTo>
                  <a:cubicBezTo>
                    <a:pt x="7" y="53"/>
                    <a:pt x="8" y="53"/>
                    <a:pt x="9" y="52"/>
                  </a:cubicBezTo>
                  <a:cubicBezTo>
                    <a:pt x="25" y="33"/>
                    <a:pt x="25" y="33"/>
                    <a:pt x="25" y="33"/>
                  </a:cubicBezTo>
                  <a:cubicBezTo>
                    <a:pt x="29" y="28"/>
                    <a:pt x="29" y="28"/>
                    <a:pt x="29" y="28"/>
                  </a:cubicBezTo>
                  <a:cubicBezTo>
                    <a:pt x="30" y="27"/>
                    <a:pt x="31" y="26"/>
                    <a:pt x="31" y="25"/>
                  </a:cubicBezTo>
                  <a:cubicBezTo>
                    <a:pt x="31" y="4"/>
                    <a:pt x="31" y="4"/>
                    <a:pt x="31" y="4"/>
                  </a:cubicBezTo>
                  <a:cubicBezTo>
                    <a:pt x="31" y="2"/>
                    <a:pt x="29" y="0"/>
                    <a:pt x="26" y="0"/>
                  </a:cubicBezTo>
                  <a:close/>
                </a:path>
              </a:pathLst>
            </a:custGeom>
            <a:grp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40" name="Freeform 34"/>
            <p:cNvSpPr>
              <a:spLocks/>
            </p:cNvSpPr>
            <p:nvPr/>
          </p:nvSpPr>
          <p:spPr bwMode="auto">
            <a:xfrm>
              <a:off x="6235701" y="4083050"/>
              <a:ext cx="157163" cy="161925"/>
            </a:xfrm>
            <a:custGeom>
              <a:avLst/>
              <a:gdLst>
                <a:gd name="T0" fmla="*/ 9 w 42"/>
                <a:gd name="T1" fmla="*/ 10 h 43"/>
                <a:gd name="T2" fmla="*/ 6 w 42"/>
                <a:gd name="T3" fmla="*/ 40 h 43"/>
                <a:gd name="T4" fmla="*/ 12 w 42"/>
                <a:gd name="T5" fmla="*/ 41 h 43"/>
                <a:gd name="T6" fmla="*/ 40 w 42"/>
                <a:gd name="T7" fmla="*/ 13 h 43"/>
                <a:gd name="T8" fmla="*/ 39 w 42"/>
                <a:gd name="T9" fmla="*/ 6 h 43"/>
                <a:gd name="T10" fmla="*/ 9 w 42"/>
                <a:gd name="T11" fmla="*/ 10 h 43"/>
              </a:gdLst>
              <a:ahLst/>
              <a:cxnLst>
                <a:cxn ang="0">
                  <a:pos x="T0" y="T1"/>
                </a:cxn>
                <a:cxn ang="0">
                  <a:pos x="T2" y="T3"/>
                </a:cxn>
                <a:cxn ang="0">
                  <a:pos x="T4" y="T5"/>
                </a:cxn>
                <a:cxn ang="0">
                  <a:pos x="T6" y="T7"/>
                </a:cxn>
                <a:cxn ang="0">
                  <a:pos x="T8" y="T9"/>
                </a:cxn>
                <a:cxn ang="0">
                  <a:pos x="T10" y="T11"/>
                </a:cxn>
              </a:cxnLst>
              <a:rect l="0" t="0" r="r" b="b"/>
              <a:pathLst>
                <a:path w="42" h="43">
                  <a:moveTo>
                    <a:pt x="9" y="10"/>
                  </a:moveTo>
                  <a:cubicBezTo>
                    <a:pt x="1" y="18"/>
                    <a:pt x="0" y="31"/>
                    <a:pt x="6" y="40"/>
                  </a:cubicBezTo>
                  <a:cubicBezTo>
                    <a:pt x="7" y="42"/>
                    <a:pt x="10" y="43"/>
                    <a:pt x="12" y="41"/>
                  </a:cubicBezTo>
                  <a:cubicBezTo>
                    <a:pt x="40" y="13"/>
                    <a:pt x="40" y="13"/>
                    <a:pt x="40" y="13"/>
                  </a:cubicBezTo>
                  <a:cubicBezTo>
                    <a:pt x="42" y="11"/>
                    <a:pt x="41" y="8"/>
                    <a:pt x="39" y="6"/>
                  </a:cubicBezTo>
                  <a:cubicBezTo>
                    <a:pt x="30" y="0"/>
                    <a:pt x="17" y="2"/>
                    <a:pt x="9" y="10"/>
                  </a:cubicBezTo>
                  <a:close/>
                </a:path>
              </a:pathLst>
            </a:custGeom>
            <a:grp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41" name="组合 40"/>
          <p:cNvGrpSpPr/>
          <p:nvPr/>
        </p:nvGrpSpPr>
        <p:grpSpPr>
          <a:xfrm>
            <a:off x="7108474" y="2236532"/>
            <a:ext cx="533995" cy="232932"/>
            <a:chOff x="3163888" y="1504950"/>
            <a:chExt cx="920751" cy="401638"/>
          </a:xfrm>
          <a:solidFill>
            <a:srgbClr val="0096F2"/>
          </a:solidFill>
        </p:grpSpPr>
        <p:sp>
          <p:nvSpPr>
            <p:cNvPr id="42" name="Freeform 35"/>
            <p:cNvSpPr>
              <a:spLocks/>
            </p:cNvSpPr>
            <p:nvPr/>
          </p:nvSpPr>
          <p:spPr bwMode="auto">
            <a:xfrm>
              <a:off x="3994151" y="1576388"/>
              <a:ext cx="90488" cy="330200"/>
            </a:xfrm>
            <a:custGeom>
              <a:avLst/>
              <a:gdLst>
                <a:gd name="T0" fmla="*/ 18 w 24"/>
                <a:gd name="T1" fmla="*/ 57 h 88"/>
                <a:gd name="T2" fmla="*/ 21 w 24"/>
                <a:gd name="T3" fmla="*/ 57 h 88"/>
                <a:gd name="T4" fmla="*/ 24 w 24"/>
                <a:gd name="T5" fmla="*/ 88 h 88"/>
                <a:gd name="T6" fmla="*/ 0 w 24"/>
                <a:gd name="T7" fmla="*/ 88 h 88"/>
                <a:gd name="T8" fmla="*/ 2 w 24"/>
                <a:gd name="T9" fmla="*/ 57 h 88"/>
                <a:gd name="T10" fmla="*/ 5 w 24"/>
                <a:gd name="T11" fmla="*/ 57 h 88"/>
                <a:gd name="T12" fmla="*/ 3 w 24"/>
                <a:gd name="T13" fmla="*/ 52 h 88"/>
                <a:gd name="T14" fmla="*/ 9 w 24"/>
                <a:gd name="T15" fmla="*/ 44 h 88"/>
                <a:gd name="T16" fmla="*/ 9 w 24"/>
                <a:gd name="T17" fmla="*/ 0 h 88"/>
                <a:gd name="T18" fmla="*/ 15 w 24"/>
                <a:gd name="T19" fmla="*/ 0 h 88"/>
                <a:gd name="T20" fmla="*/ 15 w 24"/>
                <a:gd name="T21" fmla="*/ 44 h 88"/>
                <a:gd name="T22" fmla="*/ 20 w 24"/>
                <a:gd name="T23" fmla="*/ 52 h 88"/>
                <a:gd name="T24" fmla="*/ 18 w 24"/>
                <a:gd name="T25" fmla="*/ 5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88">
                  <a:moveTo>
                    <a:pt x="18" y="57"/>
                  </a:moveTo>
                  <a:cubicBezTo>
                    <a:pt x="21" y="57"/>
                    <a:pt x="21" y="57"/>
                    <a:pt x="21" y="57"/>
                  </a:cubicBezTo>
                  <a:cubicBezTo>
                    <a:pt x="24" y="88"/>
                    <a:pt x="24" y="88"/>
                    <a:pt x="24" y="88"/>
                  </a:cubicBezTo>
                  <a:cubicBezTo>
                    <a:pt x="0" y="88"/>
                    <a:pt x="0" y="88"/>
                    <a:pt x="0" y="88"/>
                  </a:cubicBezTo>
                  <a:cubicBezTo>
                    <a:pt x="2" y="57"/>
                    <a:pt x="2" y="57"/>
                    <a:pt x="2" y="57"/>
                  </a:cubicBezTo>
                  <a:cubicBezTo>
                    <a:pt x="5" y="57"/>
                    <a:pt x="5" y="57"/>
                    <a:pt x="5" y="57"/>
                  </a:cubicBezTo>
                  <a:cubicBezTo>
                    <a:pt x="3" y="55"/>
                    <a:pt x="3" y="54"/>
                    <a:pt x="3" y="52"/>
                  </a:cubicBezTo>
                  <a:cubicBezTo>
                    <a:pt x="3" y="48"/>
                    <a:pt x="5" y="45"/>
                    <a:pt x="9" y="44"/>
                  </a:cubicBezTo>
                  <a:cubicBezTo>
                    <a:pt x="9" y="0"/>
                    <a:pt x="9" y="0"/>
                    <a:pt x="9" y="0"/>
                  </a:cubicBezTo>
                  <a:cubicBezTo>
                    <a:pt x="15" y="0"/>
                    <a:pt x="15" y="0"/>
                    <a:pt x="15" y="0"/>
                  </a:cubicBezTo>
                  <a:cubicBezTo>
                    <a:pt x="15" y="44"/>
                    <a:pt x="15" y="44"/>
                    <a:pt x="15" y="44"/>
                  </a:cubicBezTo>
                  <a:cubicBezTo>
                    <a:pt x="18" y="45"/>
                    <a:pt x="20" y="48"/>
                    <a:pt x="20" y="52"/>
                  </a:cubicBezTo>
                  <a:cubicBezTo>
                    <a:pt x="20" y="54"/>
                    <a:pt x="20" y="55"/>
                    <a:pt x="18"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36"/>
            <p:cNvSpPr>
              <a:spLocks/>
            </p:cNvSpPr>
            <p:nvPr/>
          </p:nvSpPr>
          <p:spPr bwMode="auto">
            <a:xfrm>
              <a:off x="3163888" y="1504950"/>
              <a:ext cx="904875" cy="274638"/>
            </a:xfrm>
            <a:custGeom>
              <a:avLst/>
              <a:gdLst>
                <a:gd name="T0" fmla="*/ 38 w 241"/>
                <a:gd name="T1" fmla="*/ 62 h 73"/>
                <a:gd name="T2" fmla="*/ 115 w 241"/>
                <a:gd name="T3" fmla="*/ 73 h 73"/>
                <a:gd name="T4" fmla="*/ 195 w 241"/>
                <a:gd name="T5" fmla="*/ 62 h 73"/>
                <a:gd name="T6" fmla="*/ 185 w 241"/>
                <a:gd name="T7" fmla="*/ 16 h 73"/>
                <a:gd name="T8" fmla="*/ 241 w 241"/>
                <a:gd name="T9" fmla="*/ 16 h 73"/>
                <a:gd name="T10" fmla="*/ 241 w 241"/>
                <a:gd name="T11" fmla="*/ 0 h 73"/>
                <a:gd name="T12" fmla="*/ 0 w 241"/>
                <a:gd name="T13" fmla="*/ 0 h 73"/>
                <a:gd name="T14" fmla="*/ 0 w 241"/>
                <a:gd name="T15" fmla="*/ 16 h 73"/>
                <a:gd name="T16" fmla="*/ 49 w 241"/>
                <a:gd name="T17" fmla="*/ 16 h 73"/>
                <a:gd name="T18" fmla="*/ 38 w 241"/>
                <a:gd name="T19" fmla="*/ 62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1" h="73">
                  <a:moveTo>
                    <a:pt x="38" y="62"/>
                  </a:moveTo>
                  <a:cubicBezTo>
                    <a:pt x="115" y="73"/>
                    <a:pt x="115" y="73"/>
                    <a:pt x="115" y="73"/>
                  </a:cubicBezTo>
                  <a:cubicBezTo>
                    <a:pt x="195" y="62"/>
                    <a:pt x="195" y="62"/>
                    <a:pt x="195" y="62"/>
                  </a:cubicBezTo>
                  <a:cubicBezTo>
                    <a:pt x="195" y="62"/>
                    <a:pt x="194" y="48"/>
                    <a:pt x="185" y="16"/>
                  </a:cubicBezTo>
                  <a:cubicBezTo>
                    <a:pt x="241" y="16"/>
                    <a:pt x="241" y="16"/>
                    <a:pt x="241" y="16"/>
                  </a:cubicBezTo>
                  <a:cubicBezTo>
                    <a:pt x="241" y="0"/>
                    <a:pt x="241" y="0"/>
                    <a:pt x="241" y="0"/>
                  </a:cubicBezTo>
                  <a:cubicBezTo>
                    <a:pt x="0" y="0"/>
                    <a:pt x="0" y="0"/>
                    <a:pt x="0" y="0"/>
                  </a:cubicBezTo>
                  <a:cubicBezTo>
                    <a:pt x="0" y="16"/>
                    <a:pt x="0" y="16"/>
                    <a:pt x="0" y="16"/>
                  </a:cubicBezTo>
                  <a:cubicBezTo>
                    <a:pt x="49" y="16"/>
                    <a:pt x="49" y="16"/>
                    <a:pt x="49" y="16"/>
                  </a:cubicBezTo>
                  <a:lnTo>
                    <a:pt x="38"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4" name="组合 43"/>
          <p:cNvGrpSpPr/>
          <p:nvPr/>
        </p:nvGrpSpPr>
        <p:grpSpPr>
          <a:xfrm>
            <a:off x="4604307" y="2162836"/>
            <a:ext cx="361828" cy="285411"/>
            <a:chOff x="5980113" y="1358900"/>
            <a:chExt cx="623888" cy="492126"/>
          </a:xfrm>
          <a:solidFill>
            <a:srgbClr val="0096F2"/>
          </a:solidFill>
        </p:grpSpPr>
        <p:sp>
          <p:nvSpPr>
            <p:cNvPr id="45" name="Freeform 69"/>
            <p:cNvSpPr>
              <a:spLocks/>
            </p:cNvSpPr>
            <p:nvPr/>
          </p:nvSpPr>
          <p:spPr bwMode="auto">
            <a:xfrm>
              <a:off x="6108701" y="1798638"/>
              <a:ext cx="368300" cy="52388"/>
            </a:xfrm>
            <a:custGeom>
              <a:avLst/>
              <a:gdLst>
                <a:gd name="T0" fmla="*/ 98 w 98"/>
                <a:gd name="T1" fmla="*/ 14 h 14"/>
                <a:gd name="T2" fmla="*/ 0 w 98"/>
                <a:gd name="T3" fmla="*/ 14 h 14"/>
                <a:gd name="T4" fmla="*/ 5 w 98"/>
                <a:gd name="T5" fmla="*/ 10 h 14"/>
                <a:gd name="T6" fmla="*/ 30 w 98"/>
                <a:gd name="T7" fmla="*/ 10 h 14"/>
                <a:gd name="T8" fmla="*/ 30 w 98"/>
                <a:gd name="T9" fmla="*/ 5 h 14"/>
                <a:gd name="T10" fmla="*/ 34 w 98"/>
                <a:gd name="T11" fmla="*/ 0 h 14"/>
                <a:gd name="T12" fmla="*/ 64 w 98"/>
                <a:gd name="T13" fmla="*/ 0 h 14"/>
                <a:gd name="T14" fmla="*/ 69 w 98"/>
                <a:gd name="T15" fmla="*/ 5 h 14"/>
                <a:gd name="T16" fmla="*/ 69 w 98"/>
                <a:gd name="T17" fmla="*/ 10 h 14"/>
                <a:gd name="T18" fmla="*/ 93 w 98"/>
                <a:gd name="T19" fmla="*/ 10 h 14"/>
                <a:gd name="T20" fmla="*/ 98 w 98"/>
                <a:gd name="T21"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8" h="14">
                  <a:moveTo>
                    <a:pt x="98" y="14"/>
                  </a:moveTo>
                  <a:cubicBezTo>
                    <a:pt x="0" y="14"/>
                    <a:pt x="0" y="14"/>
                    <a:pt x="0" y="14"/>
                  </a:cubicBezTo>
                  <a:cubicBezTo>
                    <a:pt x="0" y="12"/>
                    <a:pt x="2" y="10"/>
                    <a:pt x="5" y="10"/>
                  </a:cubicBezTo>
                  <a:cubicBezTo>
                    <a:pt x="30" y="10"/>
                    <a:pt x="30" y="10"/>
                    <a:pt x="30" y="10"/>
                  </a:cubicBezTo>
                  <a:cubicBezTo>
                    <a:pt x="30" y="5"/>
                    <a:pt x="30" y="5"/>
                    <a:pt x="30" y="5"/>
                  </a:cubicBezTo>
                  <a:cubicBezTo>
                    <a:pt x="34" y="0"/>
                    <a:pt x="34" y="0"/>
                    <a:pt x="34" y="0"/>
                  </a:cubicBezTo>
                  <a:cubicBezTo>
                    <a:pt x="64" y="0"/>
                    <a:pt x="64" y="0"/>
                    <a:pt x="64" y="0"/>
                  </a:cubicBezTo>
                  <a:cubicBezTo>
                    <a:pt x="69" y="5"/>
                    <a:pt x="69" y="5"/>
                    <a:pt x="69" y="5"/>
                  </a:cubicBezTo>
                  <a:cubicBezTo>
                    <a:pt x="69" y="10"/>
                    <a:pt x="69" y="10"/>
                    <a:pt x="69" y="10"/>
                  </a:cubicBezTo>
                  <a:cubicBezTo>
                    <a:pt x="93" y="10"/>
                    <a:pt x="93" y="10"/>
                    <a:pt x="93" y="10"/>
                  </a:cubicBezTo>
                  <a:cubicBezTo>
                    <a:pt x="96" y="10"/>
                    <a:pt x="98" y="12"/>
                    <a:pt x="98"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70"/>
            <p:cNvSpPr>
              <a:spLocks noEditPoints="1"/>
            </p:cNvSpPr>
            <p:nvPr/>
          </p:nvSpPr>
          <p:spPr bwMode="auto">
            <a:xfrm>
              <a:off x="5980113" y="1358900"/>
              <a:ext cx="623888" cy="423863"/>
            </a:xfrm>
            <a:custGeom>
              <a:avLst/>
              <a:gdLst>
                <a:gd name="T0" fmla="*/ 166 w 166"/>
                <a:gd name="T1" fmla="*/ 106 h 113"/>
                <a:gd name="T2" fmla="*/ 166 w 166"/>
                <a:gd name="T3" fmla="*/ 7 h 113"/>
                <a:gd name="T4" fmla="*/ 160 w 166"/>
                <a:gd name="T5" fmla="*/ 0 h 113"/>
                <a:gd name="T6" fmla="*/ 6 w 166"/>
                <a:gd name="T7" fmla="*/ 0 h 113"/>
                <a:gd name="T8" fmla="*/ 0 w 166"/>
                <a:gd name="T9" fmla="*/ 7 h 113"/>
                <a:gd name="T10" fmla="*/ 0 w 166"/>
                <a:gd name="T11" fmla="*/ 106 h 113"/>
                <a:gd name="T12" fmla="*/ 6 w 166"/>
                <a:gd name="T13" fmla="*/ 113 h 113"/>
                <a:gd name="T14" fmla="*/ 160 w 166"/>
                <a:gd name="T15" fmla="*/ 113 h 113"/>
                <a:gd name="T16" fmla="*/ 166 w 166"/>
                <a:gd name="T17" fmla="*/ 106 h 113"/>
                <a:gd name="T18" fmla="*/ 153 w 166"/>
                <a:gd name="T19" fmla="*/ 94 h 113"/>
                <a:gd name="T20" fmla="*/ 13 w 166"/>
                <a:gd name="T21" fmla="*/ 94 h 113"/>
                <a:gd name="T22" fmla="*/ 13 w 166"/>
                <a:gd name="T23" fmla="*/ 13 h 113"/>
                <a:gd name="T24" fmla="*/ 153 w 166"/>
                <a:gd name="T25" fmla="*/ 13 h 113"/>
                <a:gd name="T26" fmla="*/ 153 w 166"/>
                <a:gd name="T27" fmla="*/ 94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6" h="113">
                  <a:moveTo>
                    <a:pt x="166" y="106"/>
                  </a:moveTo>
                  <a:cubicBezTo>
                    <a:pt x="166" y="7"/>
                    <a:pt x="166" y="7"/>
                    <a:pt x="166" y="7"/>
                  </a:cubicBezTo>
                  <a:cubicBezTo>
                    <a:pt x="166" y="3"/>
                    <a:pt x="163" y="0"/>
                    <a:pt x="160" y="0"/>
                  </a:cubicBezTo>
                  <a:cubicBezTo>
                    <a:pt x="6" y="0"/>
                    <a:pt x="6" y="0"/>
                    <a:pt x="6" y="0"/>
                  </a:cubicBezTo>
                  <a:cubicBezTo>
                    <a:pt x="3" y="0"/>
                    <a:pt x="0" y="3"/>
                    <a:pt x="0" y="7"/>
                  </a:cubicBezTo>
                  <a:cubicBezTo>
                    <a:pt x="0" y="106"/>
                    <a:pt x="0" y="106"/>
                    <a:pt x="0" y="106"/>
                  </a:cubicBezTo>
                  <a:cubicBezTo>
                    <a:pt x="0" y="110"/>
                    <a:pt x="3" y="113"/>
                    <a:pt x="6" y="113"/>
                  </a:cubicBezTo>
                  <a:cubicBezTo>
                    <a:pt x="160" y="113"/>
                    <a:pt x="160" y="113"/>
                    <a:pt x="160" y="113"/>
                  </a:cubicBezTo>
                  <a:cubicBezTo>
                    <a:pt x="163" y="113"/>
                    <a:pt x="166" y="110"/>
                    <a:pt x="166" y="106"/>
                  </a:cubicBezTo>
                  <a:close/>
                  <a:moveTo>
                    <a:pt x="153" y="94"/>
                  </a:moveTo>
                  <a:cubicBezTo>
                    <a:pt x="13" y="94"/>
                    <a:pt x="13" y="94"/>
                    <a:pt x="13" y="94"/>
                  </a:cubicBezTo>
                  <a:cubicBezTo>
                    <a:pt x="13" y="13"/>
                    <a:pt x="13" y="13"/>
                    <a:pt x="13" y="13"/>
                  </a:cubicBezTo>
                  <a:cubicBezTo>
                    <a:pt x="153" y="13"/>
                    <a:pt x="153" y="13"/>
                    <a:pt x="153" y="13"/>
                  </a:cubicBezTo>
                  <a:lnTo>
                    <a:pt x="153" y="9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47" name="Freeform 118"/>
          <p:cNvSpPr>
            <a:spLocks/>
          </p:cNvSpPr>
          <p:nvPr/>
        </p:nvSpPr>
        <p:spPr bwMode="auto">
          <a:xfrm>
            <a:off x="7713977" y="3334453"/>
            <a:ext cx="222805" cy="385765"/>
          </a:xfrm>
          <a:custGeom>
            <a:avLst/>
            <a:gdLst>
              <a:gd name="T0" fmla="*/ 100 w 102"/>
              <a:gd name="T1" fmla="*/ 96 h 177"/>
              <a:gd name="T2" fmla="*/ 92 w 102"/>
              <a:gd name="T3" fmla="*/ 84 h 177"/>
              <a:gd name="T4" fmla="*/ 81 w 102"/>
              <a:gd name="T5" fmla="*/ 77 h 177"/>
              <a:gd name="T6" fmla="*/ 67 w 102"/>
              <a:gd name="T7" fmla="*/ 71 h 177"/>
              <a:gd name="T8" fmla="*/ 55 w 102"/>
              <a:gd name="T9" fmla="*/ 67 h 177"/>
              <a:gd name="T10" fmla="*/ 46 w 102"/>
              <a:gd name="T11" fmla="*/ 63 h 177"/>
              <a:gd name="T12" fmla="*/ 42 w 102"/>
              <a:gd name="T13" fmla="*/ 55 h 177"/>
              <a:gd name="T14" fmla="*/ 43 w 102"/>
              <a:gd name="T15" fmla="*/ 50 h 177"/>
              <a:gd name="T16" fmla="*/ 47 w 102"/>
              <a:gd name="T17" fmla="*/ 47 h 177"/>
              <a:gd name="T18" fmla="*/ 52 w 102"/>
              <a:gd name="T19" fmla="*/ 46 h 177"/>
              <a:gd name="T20" fmla="*/ 57 w 102"/>
              <a:gd name="T21" fmla="*/ 45 h 177"/>
              <a:gd name="T22" fmla="*/ 75 w 102"/>
              <a:gd name="T23" fmla="*/ 47 h 177"/>
              <a:gd name="T24" fmla="*/ 89 w 102"/>
              <a:gd name="T25" fmla="*/ 52 h 177"/>
              <a:gd name="T26" fmla="*/ 98 w 102"/>
              <a:gd name="T27" fmla="*/ 25 h 177"/>
              <a:gd name="T28" fmla="*/ 82 w 102"/>
              <a:gd name="T29" fmla="*/ 21 h 177"/>
              <a:gd name="T30" fmla="*/ 67 w 102"/>
              <a:gd name="T31" fmla="*/ 18 h 177"/>
              <a:gd name="T32" fmla="*/ 67 w 102"/>
              <a:gd name="T33" fmla="*/ 2 h 177"/>
              <a:gd name="T34" fmla="*/ 60 w 102"/>
              <a:gd name="T35" fmla="*/ 0 h 177"/>
              <a:gd name="T36" fmla="*/ 54 w 102"/>
              <a:gd name="T37" fmla="*/ 0 h 177"/>
              <a:gd name="T38" fmla="*/ 49 w 102"/>
              <a:gd name="T39" fmla="*/ 0 h 177"/>
              <a:gd name="T40" fmla="*/ 42 w 102"/>
              <a:gd name="T41" fmla="*/ 2 h 177"/>
              <a:gd name="T42" fmla="*/ 42 w 102"/>
              <a:gd name="T43" fmla="*/ 19 h 177"/>
              <a:gd name="T44" fmla="*/ 14 w 102"/>
              <a:gd name="T45" fmla="*/ 32 h 177"/>
              <a:gd name="T46" fmla="*/ 4 w 102"/>
              <a:gd name="T47" fmla="*/ 58 h 177"/>
              <a:gd name="T48" fmla="*/ 7 w 102"/>
              <a:gd name="T49" fmla="*/ 72 h 177"/>
              <a:gd name="T50" fmla="*/ 13 w 102"/>
              <a:gd name="T51" fmla="*/ 82 h 177"/>
              <a:gd name="T52" fmla="*/ 23 w 102"/>
              <a:gd name="T53" fmla="*/ 89 h 177"/>
              <a:gd name="T54" fmla="*/ 35 w 102"/>
              <a:gd name="T55" fmla="*/ 95 h 177"/>
              <a:gd name="T56" fmla="*/ 46 w 102"/>
              <a:gd name="T57" fmla="*/ 99 h 177"/>
              <a:gd name="T58" fmla="*/ 58 w 102"/>
              <a:gd name="T59" fmla="*/ 105 h 177"/>
              <a:gd name="T60" fmla="*/ 63 w 102"/>
              <a:gd name="T61" fmla="*/ 114 h 177"/>
              <a:gd name="T62" fmla="*/ 58 w 102"/>
              <a:gd name="T63" fmla="*/ 124 h 177"/>
              <a:gd name="T64" fmla="*/ 41 w 102"/>
              <a:gd name="T65" fmla="*/ 127 h 177"/>
              <a:gd name="T66" fmla="*/ 26 w 102"/>
              <a:gd name="T67" fmla="*/ 125 h 177"/>
              <a:gd name="T68" fmla="*/ 8 w 102"/>
              <a:gd name="T69" fmla="*/ 119 h 177"/>
              <a:gd name="T70" fmla="*/ 3 w 102"/>
              <a:gd name="T71" fmla="*/ 134 h 177"/>
              <a:gd name="T72" fmla="*/ 0 w 102"/>
              <a:gd name="T73" fmla="*/ 148 h 177"/>
              <a:gd name="T74" fmla="*/ 11 w 102"/>
              <a:gd name="T75" fmla="*/ 152 h 177"/>
              <a:gd name="T76" fmla="*/ 21 w 102"/>
              <a:gd name="T77" fmla="*/ 154 h 177"/>
              <a:gd name="T78" fmla="*/ 31 w 102"/>
              <a:gd name="T79" fmla="*/ 156 h 177"/>
              <a:gd name="T80" fmla="*/ 42 w 102"/>
              <a:gd name="T81" fmla="*/ 156 h 177"/>
              <a:gd name="T82" fmla="*/ 42 w 102"/>
              <a:gd name="T83" fmla="*/ 176 h 177"/>
              <a:gd name="T84" fmla="*/ 49 w 102"/>
              <a:gd name="T85" fmla="*/ 177 h 177"/>
              <a:gd name="T86" fmla="*/ 54 w 102"/>
              <a:gd name="T87" fmla="*/ 177 h 177"/>
              <a:gd name="T88" fmla="*/ 60 w 102"/>
              <a:gd name="T89" fmla="*/ 177 h 177"/>
              <a:gd name="T90" fmla="*/ 67 w 102"/>
              <a:gd name="T91" fmla="*/ 176 h 177"/>
              <a:gd name="T92" fmla="*/ 67 w 102"/>
              <a:gd name="T93" fmla="*/ 154 h 177"/>
              <a:gd name="T94" fmla="*/ 93 w 102"/>
              <a:gd name="T95" fmla="*/ 138 h 177"/>
              <a:gd name="T96" fmla="*/ 102 w 102"/>
              <a:gd name="T97" fmla="*/ 112 h 177"/>
              <a:gd name="T98" fmla="*/ 100 w 102"/>
              <a:gd name="T99" fmla="*/ 96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2" h="177">
                <a:moveTo>
                  <a:pt x="100" y="96"/>
                </a:moveTo>
                <a:cubicBezTo>
                  <a:pt x="98" y="91"/>
                  <a:pt x="95" y="87"/>
                  <a:pt x="92" y="84"/>
                </a:cubicBezTo>
                <a:cubicBezTo>
                  <a:pt x="89" y="81"/>
                  <a:pt x="85" y="79"/>
                  <a:pt x="81" y="77"/>
                </a:cubicBezTo>
                <a:cubicBezTo>
                  <a:pt x="77" y="75"/>
                  <a:pt x="72" y="73"/>
                  <a:pt x="67" y="71"/>
                </a:cubicBezTo>
                <a:cubicBezTo>
                  <a:pt x="55" y="67"/>
                  <a:pt x="55" y="67"/>
                  <a:pt x="55" y="67"/>
                </a:cubicBezTo>
                <a:cubicBezTo>
                  <a:pt x="52" y="66"/>
                  <a:pt x="49" y="65"/>
                  <a:pt x="46" y="63"/>
                </a:cubicBezTo>
                <a:cubicBezTo>
                  <a:pt x="43" y="61"/>
                  <a:pt x="42" y="58"/>
                  <a:pt x="42" y="55"/>
                </a:cubicBezTo>
                <a:cubicBezTo>
                  <a:pt x="42" y="53"/>
                  <a:pt x="42" y="51"/>
                  <a:pt x="43" y="50"/>
                </a:cubicBezTo>
                <a:cubicBezTo>
                  <a:pt x="44" y="49"/>
                  <a:pt x="45" y="48"/>
                  <a:pt x="47" y="47"/>
                </a:cubicBezTo>
                <a:cubicBezTo>
                  <a:pt x="48" y="46"/>
                  <a:pt x="50" y="46"/>
                  <a:pt x="52" y="46"/>
                </a:cubicBezTo>
                <a:cubicBezTo>
                  <a:pt x="53" y="45"/>
                  <a:pt x="55" y="45"/>
                  <a:pt x="57" y="45"/>
                </a:cubicBezTo>
                <a:cubicBezTo>
                  <a:pt x="64" y="45"/>
                  <a:pt x="70" y="46"/>
                  <a:pt x="75" y="47"/>
                </a:cubicBezTo>
                <a:cubicBezTo>
                  <a:pt x="79" y="48"/>
                  <a:pt x="84" y="50"/>
                  <a:pt x="89" y="52"/>
                </a:cubicBezTo>
                <a:cubicBezTo>
                  <a:pt x="94" y="42"/>
                  <a:pt x="97" y="33"/>
                  <a:pt x="98" y="25"/>
                </a:cubicBezTo>
                <a:cubicBezTo>
                  <a:pt x="92" y="23"/>
                  <a:pt x="87" y="22"/>
                  <a:pt x="82" y="21"/>
                </a:cubicBezTo>
                <a:cubicBezTo>
                  <a:pt x="77" y="19"/>
                  <a:pt x="72" y="19"/>
                  <a:pt x="67" y="18"/>
                </a:cubicBezTo>
                <a:cubicBezTo>
                  <a:pt x="67" y="2"/>
                  <a:pt x="67" y="2"/>
                  <a:pt x="67" y="2"/>
                </a:cubicBezTo>
                <a:cubicBezTo>
                  <a:pt x="65" y="1"/>
                  <a:pt x="63" y="1"/>
                  <a:pt x="60" y="0"/>
                </a:cubicBezTo>
                <a:cubicBezTo>
                  <a:pt x="58" y="0"/>
                  <a:pt x="56" y="0"/>
                  <a:pt x="54" y="0"/>
                </a:cubicBezTo>
                <a:cubicBezTo>
                  <a:pt x="53" y="0"/>
                  <a:pt x="51" y="0"/>
                  <a:pt x="49" y="0"/>
                </a:cubicBezTo>
                <a:cubicBezTo>
                  <a:pt x="46" y="1"/>
                  <a:pt x="44" y="1"/>
                  <a:pt x="42" y="2"/>
                </a:cubicBezTo>
                <a:cubicBezTo>
                  <a:pt x="42" y="19"/>
                  <a:pt x="42" y="19"/>
                  <a:pt x="42" y="19"/>
                </a:cubicBezTo>
                <a:cubicBezTo>
                  <a:pt x="30" y="21"/>
                  <a:pt x="21" y="25"/>
                  <a:pt x="14" y="32"/>
                </a:cubicBezTo>
                <a:cubicBezTo>
                  <a:pt x="8" y="38"/>
                  <a:pt x="4" y="47"/>
                  <a:pt x="4" y="58"/>
                </a:cubicBezTo>
                <a:cubicBezTo>
                  <a:pt x="4" y="63"/>
                  <a:pt x="5" y="68"/>
                  <a:pt x="7" y="72"/>
                </a:cubicBezTo>
                <a:cubicBezTo>
                  <a:pt x="8" y="76"/>
                  <a:pt x="10" y="79"/>
                  <a:pt x="13" y="82"/>
                </a:cubicBezTo>
                <a:cubicBezTo>
                  <a:pt x="16" y="85"/>
                  <a:pt x="19" y="87"/>
                  <a:pt x="23" y="89"/>
                </a:cubicBezTo>
                <a:cubicBezTo>
                  <a:pt x="27" y="91"/>
                  <a:pt x="31" y="93"/>
                  <a:pt x="35" y="95"/>
                </a:cubicBezTo>
                <a:cubicBezTo>
                  <a:pt x="46" y="99"/>
                  <a:pt x="46" y="99"/>
                  <a:pt x="46" y="99"/>
                </a:cubicBezTo>
                <a:cubicBezTo>
                  <a:pt x="51" y="101"/>
                  <a:pt x="55" y="103"/>
                  <a:pt x="58" y="105"/>
                </a:cubicBezTo>
                <a:cubicBezTo>
                  <a:pt x="62" y="107"/>
                  <a:pt x="63" y="110"/>
                  <a:pt x="63" y="114"/>
                </a:cubicBezTo>
                <a:cubicBezTo>
                  <a:pt x="63" y="118"/>
                  <a:pt x="61" y="121"/>
                  <a:pt x="58" y="124"/>
                </a:cubicBezTo>
                <a:cubicBezTo>
                  <a:pt x="54" y="126"/>
                  <a:pt x="48" y="127"/>
                  <a:pt x="41" y="127"/>
                </a:cubicBezTo>
                <a:cubicBezTo>
                  <a:pt x="36" y="127"/>
                  <a:pt x="31" y="126"/>
                  <a:pt x="26" y="125"/>
                </a:cubicBezTo>
                <a:cubicBezTo>
                  <a:pt x="21" y="124"/>
                  <a:pt x="15" y="122"/>
                  <a:pt x="8" y="119"/>
                </a:cubicBezTo>
                <a:cubicBezTo>
                  <a:pt x="6" y="125"/>
                  <a:pt x="4" y="130"/>
                  <a:pt x="3" y="134"/>
                </a:cubicBezTo>
                <a:cubicBezTo>
                  <a:pt x="2" y="139"/>
                  <a:pt x="1" y="144"/>
                  <a:pt x="0" y="148"/>
                </a:cubicBezTo>
                <a:cubicBezTo>
                  <a:pt x="4" y="149"/>
                  <a:pt x="8" y="151"/>
                  <a:pt x="11" y="152"/>
                </a:cubicBezTo>
                <a:cubicBezTo>
                  <a:pt x="14" y="153"/>
                  <a:pt x="17" y="154"/>
                  <a:pt x="21" y="154"/>
                </a:cubicBezTo>
                <a:cubicBezTo>
                  <a:pt x="24" y="155"/>
                  <a:pt x="27" y="155"/>
                  <a:pt x="31" y="156"/>
                </a:cubicBezTo>
                <a:cubicBezTo>
                  <a:pt x="34" y="156"/>
                  <a:pt x="38" y="156"/>
                  <a:pt x="42" y="156"/>
                </a:cubicBezTo>
                <a:cubicBezTo>
                  <a:pt x="42" y="176"/>
                  <a:pt x="42" y="176"/>
                  <a:pt x="42" y="176"/>
                </a:cubicBezTo>
                <a:cubicBezTo>
                  <a:pt x="44" y="177"/>
                  <a:pt x="46" y="177"/>
                  <a:pt x="49" y="177"/>
                </a:cubicBezTo>
                <a:cubicBezTo>
                  <a:pt x="51" y="177"/>
                  <a:pt x="53" y="177"/>
                  <a:pt x="54" y="177"/>
                </a:cubicBezTo>
                <a:cubicBezTo>
                  <a:pt x="56" y="177"/>
                  <a:pt x="58" y="177"/>
                  <a:pt x="60" y="177"/>
                </a:cubicBezTo>
                <a:cubicBezTo>
                  <a:pt x="63" y="177"/>
                  <a:pt x="65" y="177"/>
                  <a:pt x="67" y="176"/>
                </a:cubicBezTo>
                <a:cubicBezTo>
                  <a:pt x="67" y="154"/>
                  <a:pt x="67" y="154"/>
                  <a:pt x="67" y="154"/>
                </a:cubicBezTo>
                <a:cubicBezTo>
                  <a:pt x="78" y="151"/>
                  <a:pt x="87" y="146"/>
                  <a:pt x="93" y="138"/>
                </a:cubicBezTo>
                <a:cubicBezTo>
                  <a:pt x="99" y="131"/>
                  <a:pt x="102" y="122"/>
                  <a:pt x="102" y="112"/>
                </a:cubicBezTo>
                <a:cubicBezTo>
                  <a:pt x="102" y="105"/>
                  <a:pt x="101" y="100"/>
                  <a:pt x="100" y="96"/>
                </a:cubicBezTo>
                <a:close/>
              </a:path>
            </a:pathLst>
          </a:custGeom>
          <a:solidFill>
            <a:srgbClr val="0096F2"/>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9" name="Freeform 61"/>
          <p:cNvSpPr>
            <a:spLocks noEditPoints="1"/>
          </p:cNvSpPr>
          <p:nvPr/>
        </p:nvSpPr>
        <p:spPr bwMode="auto">
          <a:xfrm>
            <a:off x="4089856" y="3436311"/>
            <a:ext cx="273050" cy="268288"/>
          </a:xfrm>
          <a:custGeom>
            <a:avLst/>
            <a:gdLst>
              <a:gd name="T0" fmla="*/ 120 w 140"/>
              <a:gd name="T1" fmla="*/ 104 h 137"/>
              <a:gd name="T2" fmla="*/ 117 w 140"/>
              <a:gd name="T3" fmla="*/ 101 h 137"/>
              <a:gd name="T4" fmla="*/ 113 w 140"/>
              <a:gd name="T5" fmla="*/ 83 h 137"/>
              <a:gd name="T6" fmla="*/ 113 w 140"/>
              <a:gd name="T7" fmla="*/ 83 h 137"/>
              <a:gd name="T8" fmla="*/ 127 w 140"/>
              <a:gd name="T9" fmla="*/ 71 h 137"/>
              <a:gd name="T10" fmla="*/ 131 w 140"/>
              <a:gd name="T11" fmla="*/ 70 h 137"/>
              <a:gd name="T12" fmla="*/ 139 w 140"/>
              <a:gd name="T13" fmla="*/ 59 h 137"/>
              <a:gd name="T14" fmla="*/ 137 w 140"/>
              <a:gd name="T15" fmla="*/ 50 h 137"/>
              <a:gd name="T16" fmla="*/ 126 w 140"/>
              <a:gd name="T17" fmla="*/ 43 h 137"/>
              <a:gd name="T18" fmla="*/ 121 w 140"/>
              <a:gd name="T19" fmla="*/ 44 h 137"/>
              <a:gd name="T20" fmla="*/ 104 w 140"/>
              <a:gd name="T21" fmla="*/ 38 h 137"/>
              <a:gd name="T22" fmla="*/ 104 w 140"/>
              <a:gd name="T23" fmla="*/ 38 h 137"/>
              <a:gd name="T24" fmla="*/ 100 w 140"/>
              <a:gd name="T25" fmla="*/ 20 h 137"/>
              <a:gd name="T26" fmla="*/ 102 w 140"/>
              <a:gd name="T27" fmla="*/ 16 h 137"/>
              <a:gd name="T28" fmla="*/ 96 w 140"/>
              <a:gd name="T29" fmla="*/ 4 h 137"/>
              <a:gd name="T30" fmla="*/ 92 w 140"/>
              <a:gd name="T31" fmla="*/ 2 h 137"/>
              <a:gd name="T32" fmla="*/ 87 w 140"/>
              <a:gd name="T33" fmla="*/ 1 h 137"/>
              <a:gd name="T34" fmla="*/ 76 w 140"/>
              <a:gd name="T35" fmla="*/ 7 h 137"/>
              <a:gd name="T36" fmla="*/ 74 w 140"/>
              <a:gd name="T37" fmla="*/ 12 h 137"/>
              <a:gd name="T38" fmla="*/ 61 w 140"/>
              <a:gd name="T39" fmla="*/ 24 h 137"/>
              <a:gd name="T40" fmla="*/ 61 w 140"/>
              <a:gd name="T41" fmla="*/ 24 h 137"/>
              <a:gd name="T42" fmla="*/ 43 w 140"/>
              <a:gd name="T43" fmla="*/ 18 h 137"/>
              <a:gd name="T44" fmla="*/ 40 w 140"/>
              <a:gd name="T45" fmla="*/ 14 h 137"/>
              <a:gd name="T46" fmla="*/ 27 w 140"/>
              <a:gd name="T47" fmla="*/ 13 h 137"/>
              <a:gd name="T48" fmla="*/ 20 w 140"/>
              <a:gd name="T49" fmla="*/ 19 h 137"/>
              <a:gd name="T50" fmla="*/ 20 w 140"/>
              <a:gd name="T51" fmla="*/ 33 h 137"/>
              <a:gd name="T52" fmla="*/ 23 w 140"/>
              <a:gd name="T53" fmla="*/ 36 h 137"/>
              <a:gd name="T54" fmla="*/ 26 w 140"/>
              <a:gd name="T55" fmla="*/ 54 h 137"/>
              <a:gd name="T56" fmla="*/ 13 w 140"/>
              <a:gd name="T57" fmla="*/ 66 h 137"/>
              <a:gd name="T58" fmla="*/ 8 w 140"/>
              <a:gd name="T59" fmla="*/ 67 h 137"/>
              <a:gd name="T60" fmla="*/ 0 w 140"/>
              <a:gd name="T61" fmla="*/ 78 h 137"/>
              <a:gd name="T62" fmla="*/ 2 w 140"/>
              <a:gd name="T63" fmla="*/ 87 h 137"/>
              <a:gd name="T64" fmla="*/ 14 w 140"/>
              <a:gd name="T65" fmla="*/ 94 h 137"/>
              <a:gd name="T66" fmla="*/ 18 w 140"/>
              <a:gd name="T67" fmla="*/ 93 h 137"/>
              <a:gd name="T68" fmla="*/ 35 w 140"/>
              <a:gd name="T69" fmla="*/ 99 h 137"/>
              <a:gd name="T70" fmla="*/ 35 w 140"/>
              <a:gd name="T71" fmla="*/ 99 h 137"/>
              <a:gd name="T72" fmla="*/ 39 w 140"/>
              <a:gd name="T73" fmla="*/ 117 h 137"/>
              <a:gd name="T74" fmla="*/ 37 w 140"/>
              <a:gd name="T75" fmla="*/ 121 h 137"/>
              <a:gd name="T76" fmla="*/ 43 w 140"/>
              <a:gd name="T77" fmla="*/ 133 h 137"/>
              <a:gd name="T78" fmla="*/ 47 w 140"/>
              <a:gd name="T79" fmla="*/ 135 h 137"/>
              <a:gd name="T80" fmla="*/ 52 w 140"/>
              <a:gd name="T81" fmla="*/ 136 h 137"/>
              <a:gd name="T82" fmla="*/ 64 w 140"/>
              <a:gd name="T83" fmla="*/ 130 h 137"/>
              <a:gd name="T84" fmla="*/ 65 w 140"/>
              <a:gd name="T85" fmla="*/ 125 h 137"/>
              <a:gd name="T86" fmla="*/ 79 w 140"/>
              <a:gd name="T87" fmla="*/ 114 h 137"/>
              <a:gd name="T88" fmla="*/ 79 w 140"/>
              <a:gd name="T89" fmla="*/ 114 h 137"/>
              <a:gd name="T90" fmla="*/ 96 w 140"/>
              <a:gd name="T91" fmla="*/ 119 h 137"/>
              <a:gd name="T92" fmla="*/ 99 w 140"/>
              <a:gd name="T93" fmla="*/ 123 h 137"/>
              <a:gd name="T94" fmla="*/ 112 w 140"/>
              <a:gd name="T95" fmla="*/ 124 h 137"/>
              <a:gd name="T96" fmla="*/ 119 w 140"/>
              <a:gd name="T97" fmla="*/ 118 h 137"/>
              <a:gd name="T98" fmla="*/ 120 w 140"/>
              <a:gd name="T99" fmla="*/ 104 h 137"/>
              <a:gd name="T100" fmla="*/ 62 w 140"/>
              <a:gd name="T101" fmla="*/ 91 h 137"/>
              <a:gd name="T102" fmla="*/ 47 w 140"/>
              <a:gd name="T103" fmla="*/ 61 h 137"/>
              <a:gd name="T104" fmla="*/ 77 w 140"/>
              <a:gd name="T105" fmla="*/ 46 h 137"/>
              <a:gd name="T106" fmla="*/ 92 w 140"/>
              <a:gd name="T107" fmla="*/ 76 h 137"/>
              <a:gd name="T108" fmla="*/ 62 w 140"/>
              <a:gd name="T109" fmla="*/ 91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0" h="137">
                <a:moveTo>
                  <a:pt x="120" y="104"/>
                </a:moveTo>
                <a:cubicBezTo>
                  <a:pt x="117" y="101"/>
                  <a:pt x="117" y="101"/>
                  <a:pt x="117" y="101"/>
                </a:cubicBezTo>
                <a:cubicBezTo>
                  <a:pt x="112" y="96"/>
                  <a:pt x="111" y="89"/>
                  <a:pt x="113" y="83"/>
                </a:cubicBezTo>
                <a:cubicBezTo>
                  <a:pt x="113" y="83"/>
                  <a:pt x="113" y="83"/>
                  <a:pt x="113" y="83"/>
                </a:cubicBezTo>
                <a:cubicBezTo>
                  <a:pt x="115" y="77"/>
                  <a:pt x="120" y="72"/>
                  <a:pt x="127" y="71"/>
                </a:cubicBezTo>
                <a:cubicBezTo>
                  <a:pt x="131" y="70"/>
                  <a:pt x="131" y="70"/>
                  <a:pt x="131" y="70"/>
                </a:cubicBezTo>
                <a:cubicBezTo>
                  <a:pt x="136" y="69"/>
                  <a:pt x="140" y="64"/>
                  <a:pt x="139" y="59"/>
                </a:cubicBezTo>
                <a:cubicBezTo>
                  <a:pt x="138" y="56"/>
                  <a:pt x="138" y="53"/>
                  <a:pt x="137" y="50"/>
                </a:cubicBezTo>
                <a:cubicBezTo>
                  <a:pt x="136" y="45"/>
                  <a:pt x="131" y="42"/>
                  <a:pt x="126" y="43"/>
                </a:cubicBezTo>
                <a:cubicBezTo>
                  <a:pt x="121" y="44"/>
                  <a:pt x="121" y="44"/>
                  <a:pt x="121" y="44"/>
                </a:cubicBezTo>
                <a:cubicBezTo>
                  <a:pt x="115" y="45"/>
                  <a:pt x="108" y="43"/>
                  <a:pt x="104" y="38"/>
                </a:cubicBezTo>
                <a:cubicBezTo>
                  <a:pt x="104" y="38"/>
                  <a:pt x="104" y="38"/>
                  <a:pt x="104" y="38"/>
                </a:cubicBezTo>
                <a:cubicBezTo>
                  <a:pt x="100" y="33"/>
                  <a:pt x="98" y="27"/>
                  <a:pt x="100" y="20"/>
                </a:cubicBezTo>
                <a:cubicBezTo>
                  <a:pt x="102" y="16"/>
                  <a:pt x="102" y="16"/>
                  <a:pt x="102" y="16"/>
                </a:cubicBezTo>
                <a:cubicBezTo>
                  <a:pt x="103" y="11"/>
                  <a:pt x="101" y="6"/>
                  <a:pt x="96" y="4"/>
                </a:cubicBezTo>
                <a:cubicBezTo>
                  <a:pt x="95" y="3"/>
                  <a:pt x="93" y="3"/>
                  <a:pt x="92" y="2"/>
                </a:cubicBezTo>
                <a:cubicBezTo>
                  <a:pt x="90" y="2"/>
                  <a:pt x="89" y="1"/>
                  <a:pt x="87" y="1"/>
                </a:cubicBezTo>
                <a:cubicBezTo>
                  <a:pt x="82" y="0"/>
                  <a:pt x="77" y="2"/>
                  <a:pt x="76" y="7"/>
                </a:cubicBezTo>
                <a:cubicBezTo>
                  <a:pt x="74" y="12"/>
                  <a:pt x="74" y="12"/>
                  <a:pt x="74" y="12"/>
                </a:cubicBezTo>
                <a:cubicBezTo>
                  <a:pt x="72" y="18"/>
                  <a:pt x="67" y="22"/>
                  <a:pt x="61" y="24"/>
                </a:cubicBezTo>
                <a:cubicBezTo>
                  <a:pt x="61" y="24"/>
                  <a:pt x="61" y="24"/>
                  <a:pt x="61" y="24"/>
                </a:cubicBezTo>
                <a:cubicBezTo>
                  <a:pt x="54" y="25"/>
                  <a:pt x="48" y="23"/>
                  <a:pt x="43" y="18"/>
                </a:cubicBezTo>
                <a:cubicBezTo>
                  <a:pt x="40" y="14"/>
                  <a:pt x="40" y="14"/>
                  <a:pt x="40" y="14"/>
                </a:cubicBezTo>
                <a:cubicBezTo>
                  <a:pt x="37" y="11"/>
                  <a:pt x="31" y="10"/>
                  <a:pt x="27" y="13"/>
                </a:cubicBezTo>
                <a:cubicBezTo>
                  <a:pt x="25" y="15"/>
                  <a:pt x="22" y="17"/>
                  <a:pt x="20" y="19"/>
                </a:cubicBezTo>
                <a:cubicBezTo>
                  <a:pt x="16" y="23"/>
                  <a:pt x="16" y="29"/>
                  <a:pt x="20" y="33"/>
                </a:cubicBezTo>
                <a:cubicBezTo>
                  <a:pt x="23" y="36"/>
                  <a:pt x="23" y="36"/>
                  <a:pt x="23" y="36"/>
                </a:cubicBezTo>
                <a:cubicBezTo>
                  <a:pt x="27" y="41"/>
                  <a:pt x="28" y="48"/>
                  <a:pt x="26" y="54"/>
                </a:cubicBezTo>
                <a:cubicBezTo>
                  <a:pt x="24" y="60"/>
                  <a:pt x="19" y="65"/>
                  <a:pt x="13" y="66"/>
                </a:cubicBezTo>
                <a:cubicBezTo>
                  <a:pt x="8" y="67"/>
                  <a:pt x="8" y="67"/>
                  <a:pt x="8" y="67"/>
                </a:cubicBezTo>
                <a:cubicBezTo>
                  <a:pt x="3" y="68"/>
                  <a:pt x="0" y="73"/>
                  <a:pt x="0" y="78"/>
                </a:cubicBezTo>
                <a:cubicBezTo>
                  <a:pt x="1" y="81"/>
                  <a:pt x="1" y="84"/>
                  <a:pt x="2" y="87"/>
                </a:cubicBezTo>
                <a:cubicBezTo>
                  <a:pt x="4" y="92"/>
                  <a:pt x="9" y="95"/>
                  <a:pt x="14" y="94"/>
                </a:cubicBezTo>
                <a:cubicBezTo>
                  <a:pt x="18" y="93"/>
                  <a:pt x="18" y="93"/>
                  <a:pt x="18" y="93"/>
                </a:cubicBezTo>
                <a:cubicBezTo>
                  <a:pt x="24" y="92"/>
                  <a:pt x="31" y="94"/>
                  <a:pt x="35" y="99"/>
                </a:cubicBezTo>
                <a:cubicBezTo>
                  <a:pt x="35" y="99"/>
                  <a:pt x="35" y="99"/>
                  <a:pt x="35" y="99"/>
                </a:cubicBezTo>
                <a:cubicBezTo>
                  <a:pt x="40" y="104"/>
                  <a:pt x="41" y="111"/>
                  <a:pt x="39" y="117"/>
                </a:cubicBezTo>
                <a:cubicBezTo>
                  <a:pt x="37" y="121"/>
                  <a:pt x="37" y="121"/>
                  <a:pt x="37" y="121"/>
                </a:cubicBezTo>
                <a:cubicBezTo>
                  <a:pt x="36" y="126"/>
                  <a:pt x="38" y="131"/>
                  <a:pt x="43" y="133"/>
                </a:cubicBezTo>
                <a:cubicBezTo>
                  <a:pt x="44" y="134"/>
                  <a:pt x="46" y="134"/>
                  <a:pt x="47" y="135"/>
                </a:cubicBezTo>
                <a:cubicBezTo>
                  <a:pt x="49" y="135"/>
                  <a:pt x="50" y="136"/>
                  <a:pt x="52" y="136"/>
                </a:cubicBezTo>
                <a:cubicBezTo>
                  <a:pt x="57" y="137"/>
                  <a:pt x="62" y="135"/>
                  <a:pt x="64" y="130"/>
                </a:cubicBezTo>
                <a:cubicBezTo>
                  <a:pt x="65" y="125"/>
                  <a:pt x="65" y="125"/>
                  <a:pt x="65" y="125"/>
                </a:cubicBezTo>
                <a:cubicBezTo>
                  <a:pt x="67" y="119"/>
                  <a:pt x="72" y="115"/>
                  <a:pt x="79" y="114"/>
                </a:cubicBezTo>
                <a:cubicBezTo>
                  <a:pt x="79" y="114"/>
                  <a:pt x="79" y="113"/>
                  <a:pt x="79" y="114"/>
                </a:cubicBezTo>
                <a:cubicBezTo>
                  <a:pt x="85" y="112"/>
                  <a:pt x="92" y="114"/>
                  <a:pt x="96" y="119"/>
                </a:cubicBezTo>
                <a:cubicBezTo>
                  <a:pt x="99" y="123"/>
                  <a:pt x="99" y="123"/>
                  <a:pt x="99" y="123"/>
                </a:cubicBezTo>
                <a:cubicBezTo>
                  <a:pt x="102" y="126"/>
                  <a:pt x="108" y="127"/>
                  <a:pt x="112" y="124"/>
                </a:cubicBezTo>
                <a:cubicBezTo>
                  <a:pt x="115" y="122"/>
                  <a:pt x="117" y="120"/>
                  <a:pt x="119" y="118"/>
                </a:cubicBezTo>
                <a:cubicBezTo>
                  <a:pt x="123" y="114"/>
                  <a:pt x="123" y="108"/>
                  <a:pt x="120" y="104"/>
                </a:cubicBezTo>
                <a:close/>
                <a:moveTo>
                  <a:pt x="62" y="91"/>
                </a:moveTo>
                <a:cubicBezTo>
                  <a:pt x="50" y="87"/>
                  <a:pt x="43" y="73"/>
                  <a:pt x="47" y="61"/>
                </a:cubicBezTo>
                <a:cubicBezTo>
                  <a:pt x="51" y="49"/>
                  <a:pt x="65" y="42"/>
                  <a:pt x="77" y="46"/>
                </a:cubicBezTo>
                <a:cubicBezTo>
                  <a:pt x="89" y="50"/>
                  <a:pt x="96" y="64"/>
                  <a:pt x="92" y="76"/>
                </a:cubicBezTo>
                <a:cubicBezTo>
                  <a:pt x="88" y="88"/>
                  <a:pt x="74" y="95"/>
                  <a:pt x="62" y="91"/>
                </a:cubicBezTo>
                <a:close/>
              </a:path>
            </a:pathLst>
          </a:custGeom>
          <a:solidFill>
            <a:srgbClr val="0096F2"/>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0" name="Freeform 62"/>
          <p:cNvSpPr>
            <a:spLocks noEditPoints="1"/>
          </p:cNvSpPr>
          <p:nvPr/>
        </p:nvSpPr>
        <p:spPr bwMode="auto">
          <a:xfrm>
            <a:off x="4310519" y="3369636"/>
            <a:ext cx="160338" cy="168275"/>
          </a:xfrm>
          <a:custGeom>
            <a:avLst/>
            <a:gdLst>
              <a:gd name="T0" fmla="*/ 77 w 82"/>
              <a:gd name="T1" fmla="*/ 56 h 86"/>
              <a:gd name="T2" fmla="*/ 74 w 82"/>
              <a:gd name="T3" fmla="*/ 54 h 86"/>
              <a:gd name="T4" fmla="*/ 69 w 82"/>
              <a:gd name="T5" fmla="*/ 44 h 86"/>
              <a:gd name="T6" fmla="*/ 69 w 82"/>
              <a:gd name="T7" fmla="*/ 44 h 86"/>
              <a:gd name="T8" fmla="*/ 75 w 82"/>
              <a:gd name="T9" fmla="*/ 35 h 86"/>
              <a:gd name="T10" fmla="*/ 78 w 82"/>
              <a:gd name="T11" fmla="*/ 33 h 86"/>
              <a:gd name="T12" fmla="*/ 80 w 82"/>
              <a:gd name="T13" fmla="*/ 25 h 86"/>
              <a:gd name="T14" fmla="*/ 78 w 82"/>
              <a:gd name="T15" fmla="*/ 20 h 86"/>
              <a:gd name="T16" fmla="*/ 69 w 82"/>
              <a:gd name="T17" fmla="*/ 18 h 86"/>
              <a:gd name="T18" fmla="*/ 67 w 82"/>
              <a:gd name="T19" fmla="*/ 19 h 86"/>
              <a:gd name="T20" fmla="*/ 56 w 82"/>
              <a:gd name="T21" fmla="*/ 19 h 86"/>
              <a:gd name="T22" fmla="*/ 56 w 82"/>
              <a:gd name="T23" fmla="*/ 19 h 86"/>
              <a:gd name="T24" fmla="*/ 51 w 82"/>
              <a:gd name="T25" fmla="*/ 9 h 86"/>
              <a:gd name="T26" fmla="*/ 51 w 82"/>
              <a:gd name="T27" fmla="*/ 6 h 86"/>
              <a:gd name="T28" fmla="*/ 45 w 82"/>
              <a:gd name="T29" fmla="*/ 0 h 86"/>
              <a:gd name="T30" fmla="*/ 42 w 82"/>
              <a:gd name="T31" fmla="*/ 0 h 86"/>
              <a:gd name="T32" fmla="*/ 39 w 82"/>
              <a:gd name="T33" fmla="*/ 0 h 86"/>
              <a:gd name="T34" fmla="*/ 34 w 82"/>
              <a:gd name="T35" fmla="*/ 6 h 86"/>
              <a:gd name="T36" fmla="*/ 33 w 82"/>
              <a:gd name="T37" fmla="*/ 9 h 86"/>
              <a:gd name="T38" fmla="*/ 28 w 82"/>
              <a:gd name="T39" fmla="*/ 18 h 86"/>
              <a:gd name="T40" fmla="*/ 28 w 82"/>
              <a:gd name="T41" fmla="*/ 18 h 86"/>
              <a:gd name="T42" fmla="*/ 16 w 82"/>
              <a:gd name="T43" fmla="*/ 18 h 86"/>
              <a:gd name="T44" fmla="*/ 14 w 82"/>
              <a:gd name="T45" fmla="*/ 16 h 86"/>
              <a:gd name="T46" fmla="*/ 6 w 82"/>
              <a:gd name="T47" fmla="*/ 18 h 86"/>
              <a:gd name="T48" fmla="*/ 3 w 82"/>
              <a:gd name="T49" fmla="*/ 23 h 86"/>
              <a:gd name="T50" fmla="*/ 5 w 82"/>
              <a:gd name="T51" fmla="*/ 31 h 86"/>
              <a:gd name="T52" fmla="*/ 7 w 82"/>
              <a:gd name="T53" fmla="*/ 32 h 86"/>
              <a:gd name="T54" fmla="*/ 12 w 82"/>
              <a:gd name="T55" fmla="*/ 42 h 86"/>
              <a:gd name="T56" fmla="*/ 6 w 82"/>
              <a:gd name="T57" fmla="*/ 52 h 86"/>
              <a:gd name="T58" fmla="*/ 4 w 82"/>
              <a:gd name="T59" fmla="*/ 53 h 86"/>
              <a:gd name="T60" fmla="*/ 1 w 82"/>
              <a:gd name="T61" fmla="*/ 61 h 86"/>
              <a:gd name="T62" fmla="*/ 4 w 82"/>
              <a:gd name="T63" fmla="*/ 66 h 86"/>
              <a:gd name="T64" fmla="*/ 12 w 82"/>
              <a:gd name="T65" fmla="*/ 68 h 86"/>
              <a:gd name="T66" fmla="*/ 15 w 82"/>
              <a:gd name="T67" fmla="*/ 67 h 86"/>
              <a:gd name="T68" fmla="*/ 26 w 82"/>
              <a:gd name="T69" fmla="*/ 67 h 86"/>
              <a:gd name="T70" fmla="*/ 26 w 82"/>
              <a:gd name="T71" fmla="*/ 67 h 86"/>
              <a:gd name="T72" fmla="*/ 31 w 82"/>
              <a:gd name="T73" fmla="*/ 77 h 86"/>
              <a:gd name="T74" fmla="*/ 31 w 82"/>
              <a:gd name="T75" fmla="*/ 80 h 86"/>
              <a:gd name="T76" fmla="*/ 36 w 82"/>
              <a:gd name="T77" fmla="*/ 86 h 86"/>
              <a:gd name="T78" fmla="*/ 39 w 82"/>
              <a:gd name="T79" fmla="*/ 86 h 86"/>
              <a:gd name="T80" fmla="*/ 42 w 82"/>
              <a:gd name="T81" fmla="*/ 86 h 86"/>
              <a:gd name="T82" fmla="*/ 48 w 82"/>
              <a:gd name="T83" fmla="*/ 80 h 86"/>
              <a:gd name="T84" fmla="*/ 48 w 82"/>
              <a:gd name="T85" fmla="*/ 78 h 86"/>
              <a:gd name="T86" fmla="*/ 54 w 82"/>
              <a:gd name="T87" fmla="*/ 68 h 86"/>
              <a:gd name="T88" fmla="*/ 54 w 82"/>
              <a:gd name="T89" fmla="*/ 68 h 86"/>
              <a:gd name="T90" fmla="*/ 65 w 82"/>
              <a:gd name="T91" fmla="*/ 69 h 86"/>
              <a:gd name="T92" fmla="*/ 68 w 82"/>
              <a:gd name="T93" fmla="*/ 70 h 86"/>
              <a:gd name="T94" fmla="*/ 76 w 82"/>
              <a:gd name="T95" fmla="*/ 68 h 86"/>
              <a:gd name="T96" fmla="*/ 79 w 82"/>
              <a:gd name="T97" fmla="*/ 64 h 86"/>
              <a:gd name="T98" fmla="*/ 77 w 82"/>
              <a:gd name="T99" fmla="*/ 56 h 86"/>
              <a:gd name="T100" fmla="*/ 40 w 82"/>
              <a:gd name="T101" fmla="*/ 55 h 86"/>
              <a:gd name="T102" fmla="*/ 29 w 82"/>
              <a:gd name="T103" fmla="*/ 43 h 86"/>
              <a:gd name="T104" fmla="*/ 41 w 82"/>
              <a:gd name="T105" fmla="*/ 31 h 86"/>
              <a:gd name="T106" fmla="*/ 53 w 82"/>
              <a:gd name="T107" fmla="*/ 44 h 86"/>
              <a:gd name="T108" fmla="*/ 40 w 82"/>
              <a:gd name="T109" fmla="*/ 5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2" h="86">
                <a:moveTo>
                  <a:pt x="77" y="56"/>
                </a:moveTo>
                <a:cubicBezTo>
                  <a:pt x="74" y="54"/>
                  <a:pt x="74" y="54"/>
                  <a:pt x="74" y="54"/>
                </a:cubicBezTo>
                <a:cubicBezTo>
                  <a:pt x="71" y="52"/>
                  <a:pt x="69" y="48"/>
                  <a:pt x="69" y="44"/>
                </a:cubicBezTo>
                <a:cubicBezTo>
                  <a:pt x="69" y="44"/>
                  <a:pt x="69" y="44"/>
                  <a:pt x="69" y="44"/>
                </a:cubicBezTo>
                <a:cubicBezTo>
                  <a:pt x="69" y="40"/>
                  <a:pt x="72" y="37"/>
                  <a:pt x="75" y="35"/>
                </a:cubicBezTo>
                <a:cubicBezTo>
                  <a:pt x="78" y="33"/>
                  <a:pt x="78" y="33"/>
                  <a:pt x="78" y="33"/>
                </a:cubicBezTo>
                <a:cubicBezTo>
                  <a:pt x="80" y="32"/>
                  <a:pt x="82" y="28"/>
                  <a:pt x="80" y="25"/>
                </a:cubicBezTo>
                <a:cubicBezTo>
                  <a:pt x="79" y="24"/>
                  <a:pt x="79" y="22"/>
                  <a:pt x="78" y="20"/>
                </a:cubicBezTo>
                <a:cubicBezTo>
                  <a:pt x="76" y="18"/>
                  <a:pt x="72" y="17"/>
                  <a:pt x="69" y="18"/>
                </a:cubicBezTo>
                <a:cubicBezTo>
                  <a:pt x="67" y="19"/>
                  <a:pt x="67" y="19"/>
                  <a:pt x="67" y="19"/>
                </a:cubicBezTo>
                <a:cubicBezTo>
                  <a:pt x="64" y="21"/>
                  <a:pt x="59" y="21"/>
                  <a:pt x="56" y="19"/>
                </a:cubicBezTo>
                <a:cubicBezTo>
                  <a:pt x="56" y="19"/>
                  <a:pt x="56" y="19"/>
                  <a:pt x="56" y="19"/>
                </a:cubicBezTo>
                <a:cubicBezTo>
                  <a:pt x="52" y="17"/>
                  <a:pt x="50" y="13"/>
                  <a:pt x="51" y="9"/>
                </a:cubicBezTo>
                <a:cubicBezTo>
                  <a:pt x="51" y="6"/>
                  <a:pt x="51" y="6"/>
                  <a:pt x="51" y="6"/>
                </a:cubicBezTo>
                <a:cubicBezTo>
                  <a:pt x="51" y="3"/>
                  <a:pt x="48" y="0"/>
                  <a:pt x="45" y="0"/>
                </a:cubicBezTo>
                <a:cubicBezTo>
                  <a:pt x="44" y="0"/>
                  <a:pt x="43" y="0"/>
                  <a:pt x="42" y="0"/>
                </a:cubicBezTo>
                <a:cubicBezTo>
                  <a:pt x="41" y="0"/>
                  <a:pt x="40" y="0"/>
                  <a:pt x="39" y="0"/>
                </a:cubicBezTo>
                <a:cubicBezTo>
                  <a:pt x="36" y="0"/>
                  <a:pt x="34" y="3"/>
                  <a:pt x="34" y="6"/>
                </a:cubicBezTo>
                <a:cubicBezTo>
                  <a:pt x="33" y="9"/>
                  <a:pt x="33" y="9"/>
                  <a:pt x="33" y="9"/>
                </a:cubicBezTo>
                <a:cubicBezTo>
                  <a:pt x="33" y="13"/>
                  <a:pt x="31" y="16"/>
                  <a:pt x="28" y="18"/>
                </a:cubicBezTo>
                <a:cubicBezTo>
                  <a:pt x="28" y="18"/>
                  <a:pt x="28" y="18"/>
                  <a:pt x="28" y="18"/>
                </a:cubicBezTo>
                <a:cubicBezTo>
                  <a:pt x="24" y="20"/>
                  <a:pt x="20" y="20"/>
                  <a:pt x="16" y="18"/>
                </a:cubicBezTo>
                <a:cubicBezTo>
                  <a:pt x="14" y="16"/>
                  <a:pt x="14" y="16"/>
                  <a:pt x="14" y="16"/>
                </a:cubicBezTo>
                <a:cubicBezTo>
                  <a:pt x="11" y="14"/>
                  <a:pt x="8" y="15"/>
                  <a:pt x="6" y="18"/>
                </a:cubicBezTo>
                <a:cubicBezTo>
                  <a:pt x="5" y="19"/>
                  <a:pt x="4" y="21"/>
                  <a:pt x="3" y="23"/>
                </a:cubicBezTo>
                <a:cubicBezTo>
                  <a:pt x="1" y="25"/>
                  <a:pt x="2" y="29"/>
                  <a:pt x="5" y="31"/>
                </a:cubicBezTo>
                <a:cubicBezTo>
                  <a:pt x="7" y="32"/>
                  <a:pt x="7" y="32"/>
                  <a:pt x="7" y="32"/>
                </a:cubicBezTo>
                <a:cubicBezTo>
                  <a:pt x="11" y="34"/>
                  <a:pt x="13" y="38"/>
                  <a:pt x="12" y="42"/>
                </a:cubicBezTo>
                <a:cubicBezTo>
                  <a:pt x="12" y="46"/>
                  <a:pt x="10" y="50"/>
                  <a:pt x="6" y="52"/>
                </a:cubicBezTo>
                <a:cubicBezTo>
                  <a:pt x="4" y="53"/>
                  <a:pt x="4" y="53"/>
                  <a:pt x="4" y="53"/>
                </a:cubicBezTo>
                <a:cubicBezTo>
                  <a:pt x="1" y="54"/>
                  <a:pt x="0" y="58"/>
                  <a:pt x="1" y="61"/>
                </a:cubicBezTo>
                <a:cubicBezTo>
                  <a:pt x="2" y="62"/>
                  <a:pt x="3" y="64"/>
                  <a:pt x="4" y="66"/>
                </a:cubicBezTo>
                <a:cubicBezTo>
                  <a:pt x="6" y="69"/>
                  <a:pt x="9" y="69"/>
                  <a:pt x="12" y="68"/>
                </a:cubicBezTo>
                <a:cubicBezTo>
                  <a:pt x="15" y="67"/>
                  <a:pt x="15" y="67"/>
                  <a:pt x="15" y="67"/>
                </a:cubicBezTo>
                <a:cubicBezTo>
                  <a:pt x="18" y="65"/>
                  <a:pt x="22" y="65"/>
                  <a:pt x="26" y="67"/>
                </a:cubicBezTo>
                <a:cubicBezTo>
                  <a:pt x="26" y="67"/>
                  <a:pt x="26" y="67"/>
                  <a:pt x="26" y="67"/>
                </a:cubicBezTo>
                <a:cubicBezTo>
                  <a:pt x="29" y="69"/>
                  <a:pt x="31" y="73"/>
                  <a:pt x="31" y="77"/>
                </a:cubicBezTo>
                <a:cubicBezTo>
                  <a:pt x="31" y="80"/>
                  <a:pt x="31" y="80"/>
                  <a:pt x="31" y="80"/>
                </a:cubicBezTo>
                <a:cubicBezTo>
                  <a:pt x="31" y="83"/>
                  <a:pt x="33" y="86"/>
                  <a:pt x="36" y="86"/>
                </a:cubicBezTo>
                <a:cubicBezTo>
                  <a:pt x="37" y="86"/>
                  <a:pt x="38" y="86"/>
                  <a:pt x="39" y="86"/>
                </a:cubicBezTo>
                <a:cubicBezTo>
                  <a:pt x="40" y="86"/>
                  <a:pt x="41" y="86"/>
                  <a:pt x="42" y="86"/>
                </a:cubicBezTo>
                <a:cubicBezTo>
                  <a:pt x="45" y="86"/>
                  <a:pt x="48" y="84"/>
                  <a:pt x="48" y="80"/>
                </a:cubicBezTo>
                <a:cubicBezTo>
                  <a:pt x="48" y="78"/>
                  <a:pt x="48" y="78"/>
                  <a:pt x="48" y="78"/>
                </a:cubicBezTo>
                <a:cubicBezTo>
                  <a:pt x="48" y="74"/>
                  <a:pt x="51" y="70"/>
                  <a:pt x="54" y="68"/>
                </a:cubicBezTo>
                <a:cubicBezTo>
                  <a:pt x="54" y="68"/>
                  <a:pt x="54" y="68"/>
                  <a:pt x="54" y="68"/>
                </a:cubicBezTo>
                <a:cubicBezTo>
                  <a:pt x="58" y="66"/>
                  <a:pt x="62" y="66"/>
                  <a:pt x="65" y="69"/>
                </a:cubicBezTo>
                <a:cubicBezTo>
                  <a:pt x="68" y="70"/>
                  <a:pt x="68" y="70"/>
                  <a:pt x="68" y="70"/>
                </a:cubicBezTo>
                <a:cubicBezTo>
                  <a:pt x="70" y="72"/>
                  <a:pt x="74" y="71"/>
                  <a:pt x="76" y="68"/>
                </a:cubicBezTo>
                <a:cubicBezTo>
                  <a:pt x="77" y="67"/>
                  <a:pt x="78" y="65"/>
                  <a:pt x="79" y="64"/>
                </a:cubicBezTo>
                <a:cubicBezTo>
                  <a:pt x="80" y="61"/>
                  <a:pt x="79" y="57"/>
                  <a:pt x="77" y="56"/>
                </a:cubicBezTo>
                <a:close/>
                <a:moveTo>
                  <a:pt x="40" y="55"/>
                </a:moveTo>
                <a:cubicBezTo>
                  <a:pt x="34" y="55"/>
                  <a:pt x="28" y="49"/>
                  <a:pt x="29" y="43"/>
                </a:cubicBezTo>
                <a:cubicBezTo>
                  <a:pt x="29" y="36"/>
                  <a:pt x="34" y="31"/>
                  <a:pt x="41" y="31"/>
                </a:cubicBezTo>
                <a:cubicBezTo>
                  <a:pt x="48" y="31"/>
                  <a:pt x="53" y="37"/>
                  <a:pt x="53" y="44"/>
                </a:cubicBezTo>
                <a:cubicBezTo>
                  <a:pt x="53" y="50"/>
                  <a:pt x="47" y="56"/>
                  <a:pt x="40" y="55"/>
                </a:cubicBezTo>
                <a:close/>
              </a:path>
            </a:pathLst>
          </a:custGeom>
          <a:solidFill>
            <a:srgbClr val="0096F2"/>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1" name="Freeform 2390"/>
          <p:cNvSpPr>
            <a:spLocks noEditPoints="1"/>
          </p:cNvSpPr>
          <p:nvPr/>
        </p:nvSpPr>
        <p:spPr bwMode="auto">
          <a:xfrm>
            <a:off x="4454651" y="4511050"/>
            <a:ext cx="379413" cy="390525"/>
          </a:xfrm>
          <a:custGeom>
            <a:avLst/>
            <a:gdLst>
              <a:gd name="T0" fmla="*/ 98 w 101"/>
              <a:gd name="T1" fmla="*/ 93 h 104"/>
              <a:gd name="T2" fmla="*/ 66 w 101"/>
              <a:gd name="T3" fmla="*/ 59 h 104"/>
              <a:gd name="T4" fmla="*/ 74 w 101"/>
              <a:gd name="T5" fmla="*/ 37 h 104"/>
              <a:gd name="T6" fmla="*/ 37 w 101"/>
              <a:gd name="T7" fmla="*/ 0 h 104"/>
              <a:gd name="T8" fmla="*/ 0 w 101"/>
              <a:gd name="T9" fmla="*/ 37 h 104"/>
              <a:gd name="T10" fmla="*/ 37 w 101"/>
              <a:gd name="T11" fmla="*/ 74 h 104"/>
              <a:gd name="T12" fmla="*/ 57 w 101"/>
              <a:gd name="T13" fmla="*/ 68 h 104"/>
              <a:gd name="T14" fmla="*/ 89 w 101"/>
              <a:gd name="T15" fmla="*/ 102 h 104"/>
              <a:gd name="T16" fmla="*/ 93 w 101"/>
              <a:gd name="T17" fmla="*/ 104 h 104"/>
              <a:gd name="T18" fmla="*/ 98 w 101"/>
              <a:gd name="T19" fmla="*/ 102 h 104"/>
              <a:gd name="T20" fmla="*/ 98 w 101"/>
              <a:gd name="T21" fmla="*/ 93 h 104"/>
              <a:gd name="T22" fmla="*/ 37 w 101"/>
              <a:gd name="T23" fmla="*/ 13 h 104"/>
              <a:gd name="T24" fmla="*/ 61 w 101"/>
              <a:gd name="T25" fmla="*/ 37 h 104"/>
              <a:gd name="T26" fmla="*/ 37 w 101"/>
              <a:gd name="T27" fmla="*/ 61 h 104"/>
              <a:gd name="T28" fmla="*/ 13 w 101"/>
              <a:gd name="T29" fmla="*/ 37 h 104"/>
              <a:gd name="T30" fmla="*/ 37 w 101"/>
              <a:gd name="T31"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104">
                <a:moveTo>
                  <a:pt x="98" y="93"/>
                </a:moveTo>
                <a:cubicBezTo>
                  <a:pt x="66" y="59"/>
                  <a:pt x="66" y="59"/>
                  <a:pt x="66" y="59"/>
                </a:cubicBezTo>
                <a:cubicBezTo>
                  <a:pt x="71" y="53"/>
                  <a:pt x="74" y="45"/>
                  <a:pt x="74" y="37"/>
                </a:cubicBezTo>
                <a:cubicBezTo>
                  <a:pt x="74" y="17"/>
                  <a:pt x="57" y="0"/>
                  <a:pt x="37" y="0"/>
                </a:cubicBezTo>
                <a:cubicBezTo>
                  <a:pt x="16" y="0"/>
                  <a:pt x="0" y="17"/>
                  <a:pt x="0" y="37"/>
                </a:cubicBezTo>
                <a:cubicBezTo>
                  <a:pt x="0" y="58"/>
                  <a:pt x="16" y="74"/>
                  <a:pt x="37" y="74"/>
                </a:cubicBezTo>
                <a:cubicBezTo>
                  <a:pt x="44" y="74"/>
                  <a:pt x="51" y="72"/>
                  <a:pt x="57" y="68"/>
                </a:cubicBezTo>
                <a:cubicBezTo>
                  <a:pt x="89" y="102"/>
                  <a:pt x="89" y="102"/>
                  <a:pt x="89" y="102"/>
                </a:cubicBezTo>
                <a:cubicBezTo>
                  <a:pt x="90" y="103"/>
                  <a:pt x="92" y="104"/>
                  <a:pt x="93" y="104"/>
                </a:cubicBezTo>
                <a:cubicBezTo>
                  <a:pt x="95" y="104"/>
                  <a:pt x="97" y="103"/>
                  <a:pt x="98" y="102"/>
                </a:cubicBezTo>
                <a:cubicBezTo>
                  <a:pt x="101" y="99"/>
                  <a:pt x="101" y="95"/>
                  <a:pt x="98" y="93"/>
                </a:cubicBezTo>
                <a:close/>
                <a:moveTo>
                  <a:pt x="37" y="13"/>
                </a:moveTo>
                <a:cubicBezTo>
                  <a:pt x="50" y="13"/>
                  <a:pt x="61" y="24"/>
                  <a:pt x="61" y="37"/>
                </a:cubicBezTo>
                <a:cubicBezTo>
                  <a:pt x="61" y="50"/>
                  <a:pt x="50" y="61"/>
                  <a:pt x="37" y="61"/>
                </a:cubicBezTo>
                <a:cubicBezTo>
                  <a:pt x="24" y="61"/>
                  <a:pt x="13" y="50"/>
                  <a:pt x="13" y="37"/>
                </a:cubicBezTo>
                <a:cubicBezTo>
                  <a:pt x="13" y="24"/>
                  <a:pt x="24" y="13"/>
                  <a:pt x="37" y="13"/>
                </a:cubicBezTo>
                <a:close/>
              </a:path>
            </a:pathLst>
          </a:custGeom>
          <a:solidFill>
            <a:srgbClr val="0096F2"/>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2" name="Freeform 2389"/>
          <p:cNvSpPr>
            <a:spLocks noEditPoints="1"/>
          </p:cNvSpPr>
          <p:nvPr/>
        </p:nvSpPr>
        <p:spPr bwMode="auto">
          <a:xfrm>
            <a:off x="5883417" y="5181214"/>
            <a:ext cx="390525" cy="385763"/>
          </a:xfrm>
          <a:custGeom>
            <a:avLst/>
            <a:gdLst>
              <a:gd name="T0" fmla="*/ 69 w 104"/>
              <a:gd name="T1" fmla="*/ 41 h 103"/>
              <a:gd name="T2" fmla="*/ 71 w 104"/>
              <a:gd name="T3" fmla="*/ 31 h 103"/>
              <a:gd name="T4" fmla="*/ 71 w 104"/>
              <a:gd name="T5" fmla="*/ 22 h 103"/>
              <a:gd name="T6" fmla="*/ 57 w 104"/>
              <a:gd name="T7" fmla="*/ 21 h 103"/>
              <a:gd name="T8" fmla="*/ 56 w 104"/>
              <a:gd name="T9" fmla="*/ 7 h 103"/>
              <a:gd name="T10" fmla="*/ 51 w 104"/>
              <a:gd name="T11" fmla="*/ 2 h 103"/>
              <a:gd name="T12" fmla="*/ 46 w 104"/>
              <a:gd name="T13" fmla="*/ 1 h 103"/>
              <a:gd name="T14" fmla="*/ 42 w 104"/>
              <a:gd name="T15" fmla="*/ 1 h 103"/>
              <a:gd name="T16" fmla="*/ 36 w 104"/>
              <a:gd name="T17" fmla="*/ 11 h 103"/>
              <a:gd name="T18" fmla="*/ 26 w 104"/>
              <a:gd name="T19" fmla="*/ 1 h 103"/>
              <a:gd name="T20" fmla="*/ 16 w 104"/>
              <a:gd name="T21" fmla="*/ 6 h 103"/>
              <a:gd name="T22" fmla="*/ 9 w 104"/>
              <a:gd name="T23" fmla="*/ 17 h 103"/>
              <a:gd name="T24" fmla="*/ 3 w 104"/>
              <a:gd name="T25" fmla="*/ 19 h 103"/>
              <a:gd name="T26" fmla="*/ 1 w 104"/>
              <a:gd name="T27" fmla="*/ 23 h 103"/>
              <a:gd name="T28" fmla="*/ 0 w 104"/>
              <a:gd name="T29" fmla="*/ 29 h 103"/>
              <a:gd name="T30" fmla="*/ 11 w 104"/>
              <a:gd name="T31" fmla="*/ 33 h 103"/>
              <a:gd name="T32" fmla="*/ 2 w 104"/>
              <a:gd name="T33" fmla="*/ 42 h 103"/>
              <a:gd name="T34" fmla="*/ 1 w 104"/>
              <a:gd name="T35" fmla="*/ 49 h 103"/>
              <a:gd name="T36" fmla="*/ 8 w 104"/>
              <a:gd name="T37" fmla="*/ 57 h 103"/>
              <a:gd name="T38" fmla="*/ 16 w 104"/>
              <a:gd name="T39" fmla="*/ 64 h 103"/>
              <a:gd name="T40" fmla="*/ 18 w 104"/>
              <a:gd name="T41" fmla="*/ 70 h 103"/>
              <a:gd name="T42" fmla="*/ 23 w 104"/>
              <a:gd name="T43" fmla="*/ 72 h 103"/>
              <a:gd name="T44" fmla="*/ 29 w 104"/>
              <a:gd name="T45" fmla="*/ 72 h 103"/>
              <a:gd name="T46" fmla="*/ 33 w 104"/>
              <a:gd name="T47" fmla="*/ 62 h 103"/>
              <a:gd name="T48" fmla="*/ 44 w 104"/>
              <a:gd name="T49" fmla="*/ 72 h 103"/>
              <a:gd name="T50" fmla="*/ 51 w 104"/>
              <a:gd name="T51" fmla="*/ 71 h 103"/>
              <a:gd name="T52" fmla="*/ 52 w 104"/>
              <a:gd name="T53" fmla="*/ 57 h 103"/>
              <a:gd name="T54" fmla="*/ 67 w 104"/>
              <a:gd name="T55" fmla="*/ 56 h 103"/>
              <a:gd name="T56" fmla="*/ 71 w 104"/>
              <a:gd name="T57" fmla="*/ 51 h 103"/>
              <a:gd name="T58" fmla="*/ 72 w 104"/>
              <a:gd name="T59" fmla="*/ 46 h 103"/>
              <a:gd name="T60" fmla="*/ 55 w 104"/>
              <a:gd name="T61" fmla="*/ 37 h 103"/>
              <a:gd name="T62" fmla="*/ 100 w 104"/>
              <a:gd name="T63" fmla="*/ 73 h 103"/>
              <a:gd name="T64" fmla="*/ 99 w 104"/>
              <a:gd name="T65" fmla="*/ 66 h 103"/>
              <a:gd name="T66" fmla="*/ 97 w 104"/>
              <a:gd name="T67" fmla="*/ 62 h 103"/>
              <a:gd name="T68" fmla="*/ 94 w 104"/>
              <a:gd name="T69" fmla="*/ 59 h 103"/>
              <a:gd name="T70" fmla="*/ 91 w 104"/>
              <a:gd name="T71" fmla="*/ 60 h 103"/>
              <a:gd name="T72" fmla="*/ 85 w 104"/>
              <a:gd name="T73" fmla="*/ 57 h 103"/>
              <a:gd name="T74" fmla="*/ 81 w 104"/>
              <a:gd name="T75" fmla="*/ 54 h 103"/>
              <a:gd name="T76" fmla="*/ 74 w 104"/>
              <a:gd name="T77" fmla="*/ 57 h 103"/>
              <a:gd name="T78" fmla="*/ 66 w 104"/>
              <a:gd name="T79" fmla="*/ 58 h 103"/>
              <a:gd name="T80" fmla="*/ 62 w 104"/>
              <a:gd name="T81" fmla="*/ 60 h 103"/>
              <a:gd name="T82" fmla="*/ 60 w 104"/>
              <a:gd name="T83" fmla="*/ 63 h 103"/>
              <a:gd name="T84" fmla="*/ 59 w 104"/>
              <a:gd name="T85" fmla="*/ 66 h 103"/>
              <a:gd name="T86" fmla="*/ 58 w 104"/>
              <a:gd name="T87" fmla="*/ 72 h 103"/>
              <a:gd name="T88" fmla="*/ 54 w 104"/>
              <a:gd name="T89" fmla="*/ 76 h 103"/>
              <a:gd name="T90" fmla="*/ 56 w 104"/>
              <a:gd name="T91" fmla="*/ 83 h 103"/>
              <a:gd name="T92" fmla="*/ 59 w 104"/>
              <a:gd name="T93" fmla="*/ 90 h 103"/>
              <a:gd name="T94" fmla="*/ 60 w 104"/>
              <a:gd name="T95" fmla="*/ 94 h 103"/>
              <a:gd name="T96" fmla="*/ 62 w 104"/>
              <a:gd name="T97" fmla="*/ 96 h 103"/>
              <a:gd name="T98" fmla="*/ 65 w 104"/>
              <a:gd name="T99" fmla="*/ 98 h 103"/>
              <a:gd name="T100" fmla="*/ 72 w 104"/>
              <a:gd name="T101" fmla="*/ 94 h 103"/>
              <a:gd name="T102" fmla="*/ 75 w 104"/>
              <a:gd name="T103" fmla="*/ 103 h 103"/>
              <a:gd name="T104" fmla="*/ 82 w 104"/>
              <a:gd name="T105" fmla="*/ 103 h 103"/>
              <a:gd name="T106" fmla="*/ 87 w 104"/>
              <a:gd name="T107" fmla="*/ 93 h 103"/>
              <a:gd name="T108" fmla="*/ 93 w 104"/>
              <a:gd name="T109" fmla="*/ 98 h 103"/>
              <a:gd name="T110" fmla="*/ 96 w 104"/>
              <a:gd name="T111" fmla="*/ 96 h 103"/>
              <a:gd name="T112" fmla="*/ 98 w 104"/>
              <a:gd name="T113" fmla="*/ 93 h 103"/>
              <a:gd name="T114" fmla="*/ 97 w 104"/>
              <a:gd name="T115" fmla="*/ 90 h 103"/>
              <a:gd name="T116" fmla="*/ 101 w 104"/>
              <a:gd name="T117" fmla="*/ 84 h 103"/>
              <a:gd name="T118" fmla="*/ 104 w 104"/>
              <a:gd name="T119" fmla="*/ 79 h 103"/>
              <a:gd name="T120" fmla="*/ 90 w 104"/>
              <a:gd name="T121" fmla="*/ 84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4" h="103">
                <a:moveTo>
                  <a:pt x="72" y="44"/>
                </a:moveTo>
                <a:cubicBezTo>
                  <a:pt x="72" y="44"/>
                  <a:pt x="72" y="44"/>
                  <a:pt x="72" y="44"/>
                </a:cubicBezTo>
                <a:cubicBezTo>
                  <a:pt x="72" y="44"/>
                  <a:pt x="72" y="44"/>
                  <a:pt x="72" y="43"/>
                </a:cubicBezTo>
                <a:cubicBezTo>
                  <a:pt x="72" y="43"/>
                  <a:pt x="71" y="42"/>
                  <a:pt x="71" y="42"/>
                </a:cubicBezTo>
                <a:cubicBezTo>
                  <a:pt x="71" y="42"/>
                  <a:pt x="70" y="41"/>
                  <a:pt x="70" y="41"/>
                </a:cubicBezTo>
                <a:cubicBezTo>
                  <a:pt x="69" y="41"/>
                  <a:pt x="69" y="41"/>
                  <a:pt x="69" y="41"/>
                </a:cubicBezTo>
                <a:cubicBezTo>
                  <a:pt x="62" y="40"/>
                  <a:pt x="62" y="40"/>
                  <a:pt x="62" y="40"/>
                </a:cubicBezTo>
                <a:cubicBezTo>
                  <a:pt x="62" y="39"/>
                  <a:pt x="62" y="38"/>
                  <a:pt x="62" y="36"/>
                </a:cubicBezTo>
                <a:cubicBezTo>
                  <a:pt x="62" y="35"/>
                  <a:pt x="62" y="34"/>
                  <a:pt x="62" y="33"/>
                </a:cubicBezTo>
                <a:cubicBezTo>
                  <a:pt x="69" y="31"/>
                  <a:pt x="69" y="31"/>
                  <a:pt x="69" y="31"/>
                </a:cubicBezTo>
                <a:cubicBezTo>
                  <a:pt x="70" y="31"/>
                  <a:pt x="70" y="31"/>
                  <a:pt x="70" y="31"/>
                </a:cubicBezTo>
                <a:cubicBezTo>
                  <a:pt x="70" y="31"/>
                  <a:pt x="70" y="31"/>
                  <a:pt x="71" y="31"/>
                </a:cubicBezTo>
                <a:cubicBezTo>
                  <a:pt x="71" y="30"/>
                  <a:pt x="71" y="30"/>
                  <a:pt x="72" y="29"/>
                </a:cubicBezTo>
                <a:cubicBezTo>
                  <a:pt x="72" y="28"/>
                  <a:pt x="72" y="27"/>
                  <a:pt x="72" y="26"/>
                </a:cubicBezTo>
                <a:cubicBezTo>
                  <a:pt x="72" y="26"/>
                  <a:pt x="72" y="26"/>
                  <a:pt x="72" y="26"/>
                </a:cubicBezTo>
                <a:cubicBezTo>
                  <a:pt x="72" y="25"/>
                  <a:pt x="72" y="25"/>
                  <a:pt x="72" y="25"/>
                </a:cubicBezTo>
                <a:cubicBezTo>
                  <a:pt x="72" y="25"/>
                  <a:pt x="72" y="24"/>
                  <a:pt x="71" y="24"/>
                </a:cubicBezTo>
                <a:cubicBezTo>
                  <a:pt x="71" y="23"/>
                  <a:pt x="71" y="23"/>
                  <a:pt x="71" y="22"/>
                </a:cubicBezTo>
                <a:cubicBezTo>
                  <a:pt x="70" y="20"/>
                  <a:pt x="69" y="18"/>
                  <a:pt x="68" y="17"/>
                </a:cubicBezTo>
                <a:cubicBezTo>
                  <a:pt x="67" y="17"/>
                  <a:pt x="67" y="16"/>
                  <a:pt x="66" y="16"/>
                </a:cubicBezTo>
                <a:cubicBezTo>
                  <a:pt x="66" y="16"/>
                  <a:pt x="65" y="16"/>
                  <a:pt x="65" y="16"/>
                </a:cubicBezTo>
                <a:cubicBezTo>
                  <a:pt x="64" y="16"/>
                  <a:pt x="64" y="16"/>
                  <a:pt x="63" y="16"/>
                </a:cubicBezTo>
                <a:cubicBezTo>
                  <a:pt x="63" y="16"/>
                  <a:pt x="63" y="17"/>
                  <a:pt x="63" y="17"/>
                </a:cubicBezTo>
                <a:cubicBezTo>
                  <a:pt x="57" y="21"/>
                  <a:pt x="57" y="21"/>
                  <a:pt x="57" y="21"/>
                </a:cubicBezTo>
                <a:cubicBezTo>
                  <a:pt x="56" y="21"/>
                  <a:pt x="56" y="20"/>
                  <a:pt x="56" y="20"/>
                </a:cubicBezTo>
                <a:cubicBezTo>
                  <a:pt x="54" y="18"/>
                  <a:pt x="53" y="17"/>
                  <a:pt x="52" y="16"/>
                </a:cubicBezTo>
                <a:cubicBezTo>
                  <a:pt x="56" y="10"/>
                  <a:pt x="56" y="10"/>
                  <a:pt x="56" y="10"/>
                </a:cubicBezTo>
                <a:cubicBezTo>
                  <a:pt x="56" y="9"/>
                  <a:pt x="56" y="9"/>
                  <a:pt x="56" y="8"/>
                </a:cubicBezTo>
                <a:cubicBezTo>
                  <a:pt x="56" y="8"/>
                  <a:pt x="56" y="7"/>
                  <a:pt x="56" y="7"/>
                </a:cubicBezTo>
                <a:cubicBezTo>
                  <a:pt x="56" y="7"/>
                  <a:pt x="56" y="7"/>
                  <a:pt x="56" y="7"/>
                </a:cubicBezTo>
                <a:cubicBezTo>
                  <a:pt x="56" y="6"/>
                  <a:pt x="56" y="6"/>
                  <a:pt x="56" y="6"/>
                </a:cubicBezTo>
                <a:cubicBezTo>
                  <a:pt x="56" y="6"/>
                  <a:pt x="55" y="5"/>
                  <a:pt x="55" y="5"/>
                </a:cubicBezTo>
                <a:cubicBezTo>
                  <a:pt x="55" y="4"/>
                  <a:pt x="54" y="4"/>
                  <a:pt x="54" y="4"/>
                </a:cubicBezTo>
                <a:cubicBezTo>
                  <a:pt x="54" y="3"/>
                  <a:pt x="53" y="3"/>
                  <a:pt x="52" y="3"/>
                </a:cubicBezTo>
                <a:cubicBezTo>
                  <a:pt x="52" y="2"/>
                  <a:pt x="52" y="2"/>
                  <a:pt x="52" y="2"/>
                </a:cubicBezTo>
                <a:cubicBezTo>
                  <a:pt x="51" y="2"/>
                  <a:pt x="51" y="2"/>
                  <a:pt x="51" y="2"/>
                </a:cubicBezTo>
                <a:cubicBezTo>
                  <a:pt x="51" y="2"/>
                  <a:pt x="50" y="2"/>
                  <a:pt x="50" y="2"/>
                </a:cubicBezTo>
                <a:cubicBezTo>
                  <a:pt x="50" y="1"/>
                  <a:pt x="50" y="1"/>
                  <a:pt x="49" y="1"/>
                </a:cubicBezTo>
                <a:cubicBezTo>
                  <a:pt x="49" y="1"/>
                  <a:pt x="49" y="1"/>
                  <a:pt x="49" y="1"/>
                </a:cubicBezTo>
                <a:cubicBezTo>
                  <a:pt x="49" y="1"/>
                  <a:pt x="49" y="1"/>
                  <a:pt x="49" y="1"/>
                </a:cubicBezTo>
                <a:cubicBezTo>
                  <a:pt x="48" y="1"/>
                  <a:pt x="48" y="1"/>
                  <a:pt x="47" y="1"/>
                </a:cubicBezTo>
                <a:cubicBezTo>
                  <a:pt x="47" y="1"/>
                  <a:pt x="46" y="1"/>
                  <a:pt x="46" y="1"/>
                </a:cubicBezTo>
                <a:cubicBezTo>
                  <a:pt x="46" y="0"/>
                  <a:pt x="45" y="0"/>
                  <a:pt x="45" y="0"/>
                </a:cubicBezTo>
                <a:cubicBezTo>
                  <a:pt x="45" y="0"/>
                  <a:pt x="45" y="0"/>
                  <a:pt x="45" y="1"/>
                </a:cubicBezTo>
                <a:cubicBezTo>
                  <a:pt x="44" y="1"/>
                  <a:pt x="44" y="1"/>
                  <a:pt x="44" y="1"/>
                </a:cubicBezTo>
                <a:cubicBezTo>
                  <a:pt x="44" y="1"/>
                  <a:pt x="43" y="1"/>
                  <a:pt x="43" y="1"/>
                </a:cubicBezTo>
                <a:cubicBezTo>
                  <a:pt x="43" y="1"/>
                  <a:pt x="43" y="1"/>
                  <a:pt x="43" y="1"/>
                </a:cubicBezTo>
                <a:cubicBezTo>
                  <a:pt x="42" y="1"/>
                  <a:pt x="42" y="1"/>
                  <a:pt x="42" y="1"/>
                </a:cubicBezTo>
                <a:cubicBezTo>
                  <a:pt x="41" y="2"/>
                  <a:pt x="41" y="2"/>
                  <a:pt x="41" y="3"/>
                </a:cubicBezTo>
                <a:cubicBezTo>
                  <a:pt x="41" y="3"/>
                  <a:pt x="41" y="3"/>
                  <a:pt x="41" y="3"/>
                </a:cubicBezTo>
                <a:cubicBezTo>
                  <a:pt x="40" y="10"/>
                  <a:pt x="40" y="10"/>
                  <a:pt x="40" y="10"/>
                </a:cubicBezTo>
                <a:cubicBezTo>
                  <a:pt x="40" y="11"/>
                  <a:pt x="40" y="11"/>
                  <a:pt x="40" y="11"/>
                </a:cubicBezTo>
                <a:cubicBezTo>
                  <a:pt x="39" y="11"/>
                  <a:pt x="37" y="11"/>
                  <a:pt x="36" y="11"/>
                </a:cubicBezTo>
                <a:cubicBezTo>
                  <a:pt x="36" y="11"/>
                  <a:pt x="36" y="11"/>
                  <a:pt x="36" y="11"/>
                </a:cubicBezTo>
                <a:cubicBezTo>
                  <a:pt x="35" y="11"/>
                  <a:pt x="33" y="11"/>
                  <a:pt x="32" y="11"/>
                </a:cubicBezTo>
                <a:cubicBezTo>
                  <a:pt x="31" y="3"/>
                  <a:pt x="31" y="3"/>
                  <a:pt x="31" y="3"/>
                </a:cubicBezTo>
                <a:cubicBezTo>
                  <a:pt x="31" y="3"/>
                  <a:pt x="31" y="3"/>
                  <a:pt x="31" y="3"/>
                </a:cubicBezTo>
                <a:cubicBezTo>
                  <a:pt x="31" y="2"/>
                  <a:pt x="31" y="2"/>
                  <a:pt x="30" y="2"/>
                </a:cubicBezTo>
                <a:cubicBezTo>
                  <a:pt x="30" y="1"/>
                  <a:pt x="29" y="1"/>
                  <a:pt x="28" y="1"/>
                </a:cubicBezTo>
                <a:cubicBezTo>
                  <a:pt x="27" y="1"/>
                  <a:pt x="27" y="1"/>
                  <a:pt x="26" y="1"/>
                </a:cubicBezTo>
                <a:cubicBezTo>
                  <a:pt x="25" y="1"/>
                  <a:pt x="25" y="1"/>
                  <a:pt x="25" y="1"/>
                </a:cubicBezTo>
                <a:cubicBezTo>
                  <a:pt x="25" y="1"/>
                  <a:pt x="25" y="1"/>
                  <a:pt x="25" y="1"/>
                </a:cubicBezTo>
                <a:cubicBezTo>
                  <a:pt x="24" y="1"/>
                  <a:pt x="24" y="1"/>
                  <a:pt x="24" y="1"/>
                </a:cubicBezTo>
                <a:cubicBezTo>
                  <a:pt x="23" y="1"/>
                  <a:pt x="22" y="1"/>
                  <a:pt x="21" y="2"/>
                </a:cubicBezTo>
                <a:cubicBezTo>
                  <a:pt x="19" y="3"/>
                  <a:pt x="18" y="4"/>
                  <a:pt x="17" y="5"/>
                </a:cubicBezTo>
                <a:cubicBezTo>
                  <a:pt x="16" y="5"/>
                  <a:pt x="16" y="6"/>
                  <a:pt x="16" y="6"/>
                </a:cubicBezTo>
                <a:cubicBezTo>
                  <a:pt x="15" y="7"/>
                  <a:pt x="15" y="7"/>
                  <a:pt x="15" y="8"/>
                </a:cubicBezTo>
                <a:cubicBezTo>
                  <a:pt x="15" y="8"/>
                  <a:pt x="15" y="9"/>
                  <a:pt x="16" y="10"/>
                </a:cubicBezTo>
                <a:cubicBezTo>
                  <a:pt x="16" y="10"/>
                  <a:pt x="16" y="10"/>
                  <a:pt x="16" y="10"/>
                </a:cubicBezTo>
                <a:cubicBezTo>
                  <a:pt x="20" y="16"/>
                  <a:pt x="20" y="16"/>
                  <a:pt x="20" y="16"/>
                </a:cubicBezTo>
                <a:cubicBezTo>
                  <a:pt x="18" y="17"/>
                  <a:pt x="17" y="19"/>
                  <a:pt x="15" y="21"/>
                </a:cubicBezTo>
                <a:cubicBezTo>
                  <a:pt x="9" y="17"/>
                  <a:pt x="9" y="17"/>
                  <a:pt x="9" y="17"/>
                </a:cubicBezTo>
                <a:cubicBezTo>
                  <a:pt x="9" y="17"/>
                  <a:pt x="8" y="16"/>
                  <a:pt x="8" y="16"/>
                </a:cubicBezTo>
                <a:cubicBezTo>
                  <a:pt x="7" y="16"/>
                  <a:pt x="7" y="16"/>
                  <a:pt x="7" y="16"/>
                </a:cubicBezTo>
                <a:cubicBezTo>
                  <a:pt x="7" y="17"/>
                  <a:pt x="6" y="17"/>
                  <a:pt x="6" y="17"/>
                </a:cubicBezTo>
                <a:cubicBezTo>
                  <a:pt x="6" y="17"/>
                  <a:pt x="6" y="17"/>
                  <a:pt x="6" y="17"/>
                </a:cubicBezTo>
                <a:cubicBezTo>
                  <a:pt x="5" y="17"/>
                  <a:pt x="5" y="17"/>
                  <a:pt x="4" y="18"/>
                </a:cubicBezTo>
                <a:cubicBezTo>
                  <a:pt x="4" y="18"/>
                  <a:pt x="4" y="18"/>
                  <a:pt x="3" y="19"/>
                </a:cubicBezTo>
                <a:cubicBezTo>
                  <a:pt x="3" y="19"/>
                  <a:pt x="3" y="20"/>
                  <a:pt x="2" y="20"/>
                </a:cubicBezTo>
                <a:cubicBezTo>
                  <a:pt x="2" y="21"/>
                  <a:pt x="2" y="21"/>
                  <a:pt x="2" y="21"/>
                </a:cubicBezTo>
                <a:cubicBezTo>
                  <a:pt x="2" y="21"/>
                  <a:pt x="2" y="22"/>
                  <a:pt x="1" y="22"/>
                </a:cubicBezTo>
                <a:cubicBezTo>
                  <a:pt x="1" y="22"/>
                  <a:pt x="1" y="22"/>
                  <a:pt x="1" y="22"/>
                </a:cubicBezTo>
                <a:cubicBezTo>
                  <a:pt x="1" y="22"/>
                  <a:pt x="1" y="23"/>
                  <a:pt x="1" y="23"/>
                </a:cubicBezTo>
                <a:cubicBezTo>
                  <a:pt x="1" y="23"/>
                  <a:pt x="1" y="23"/>
                  <a:pt x="1" y="23"/>
                </a:cubicBezTo>
                <a:cubicBezTo>
                  <a:pt x="1" y="23"/>
                  <a:pt x="1" y="24"/>
                  <a:pt x="1" y="24"/>
                </a:cubicBezTo>
                <a:cubicBezTo>
                  <a:pt x="1" y="25"/>
                  <a:pt x="0" y="25"/>
                  <a:pt x="0" y="26"/>
                </a:cubicBezTo>
                <a:cubicBezTo>
                  <a:pt x="0" y="26"/>
                  <a:pt x="0" y="26"/>
                  <a:pt x="0" y="27"/>
                </a:cubicBezTo>
                <a:cubicBezTo>
                  <a:pt x="0" y="27"/>
                  <a:pt x="0" y="27"/>
                  <a:pt x="0" y="27"/>
                </a:cubicBezTo>
                <a:cubicBezTo>
                  <a:pt x="0" y="28"/>
                  <a:pt x="0" y="28"/>
                  <a:pt x="0" y="28"/>
                </a:cubicBezTo>
                <a:cubicBezTo>
                  <a:pt x="0" y="28"/>
                  <a:pt x="0" y="29"/>
                  <a:pt x="0" y="29"/>
                </a:cubicBezTo>
                <a:cubicBezTo>
                  <a:pt x="0" y="29"/>
                  <a:pt x="0" y="29"/>
                  <a:pt x="0" y="29"/>
                </a:cubicBezTo>
                <a:cubicBezTo>
                  <a:pt x="0" y="30"/>
                  <a:pt x="0" y="30"/>
                  <a:pt x="0" y="30"/>
                </a:cubicBezTo>
                <a:cubicBezTo>
                  <a:pt x="1" y="30"/>
                  <a:pt x="1" y="30"/>
                  <a:pt x="1" y="31"/>
                </a:cubicBezTo>
                <a:cubicBezTo>
                  <a:pt x="1" y="31"/>
                  <a:pt x="2" y="32"/>
                  <a:pt x="3" y="32"/>
                </a:cubicBezTo>
                <a:cubicBezTo>
                  <a:pt x="3" y="32"/>
                  <a:pt x="3" y="32"/>
                  <a:pt x="3" y="32"/>
                </a:cubicBezTo>
                <a:cubicBezTo>
                  <a:pt x="11" y="33"/>
                  <a:pt x="11" y="33"/>
                  <a:pt x="11" y="33"/>
                </a:cubicBezTo>
                <a:cubicBezTo>
                  <a:pt x="10" y="33"/>
                  <a:pt x="10" y="34"/>
                  <a:pt x="10" y="34"/>
                </a:cubicBezTo>
                <a:cubicBezTo>
                  <a:pt x="10" y="35"/>
                  <a:pt x="10" y="36"/>
                  <a:pt x="10" y="37"/>
                </a:cubicBezTo>
                <a:cubicBezTo>
                  <a:pt x="10" y="38"/>
                  <a:pt x="10" y="39"/>
                  <a:pt x="11" y="40"/>
                </a:cubicBezTo>
                <a:cubicBezTo>
                  <a:pt x="8" y="41"/>
                  <a:pt x="8" y="41"/>
                  <a:pt x="8" y="41"/>
                </a:cubicBezTo>
                <a:cubicBezTo>
                  <a:pt x="3" y="42"/>
                  <a:pt x="3" y="42"/>
                  <a:pt x="3" y="42"/>
                </a:cubicBezTo>
                <a:cubicBezTo>
                  <a:pt x="3" y="42"/>
                  <a:pt x="3" y="42"/>
                  <a:pt x="2" y="42"/>
                </a:cubicBezTo>
                <a:cubicBezTo>
                  <a:pt x="2" y="42"/>
                  <a:pt x="2" y="42"/>
                  <a:pt x="2" y="42"/>
                </a:cubicBezTo>
                <a:cubicBezTo>
                  <a:pt x="1" y="43"/>
                  <a:pt x="1" y="44"/>
                  <a:pt x="1" y="44"/>
                </a:cubicBezTo>
                <a:cubicBezTo>
                  <a:pt x="0" y="45"/>
                  <a:pt x="0" y="46"/>
                  <a:pt x="0" y="47"/>
                </a:cubicBezTo>
                <a:cubicBezTo>
                  <a:pt x="0" y="47"/>
                  <a:pt x="0" y="47"/>
                  <a:pt x="0" y="47"/>
                </a:cubicBezTo>
                <a:cubicBezTo>
                  <a:pt x="0" y="48"/>
                  <a:pt x="0" y="48"/>
                  <a:pt x="1" y="48"/>
                </a:cubicBezTo>
                <a:cubicBezTo>
                  <a:pt x="1" y="48"/>
                  <a:pt x="1" y="49"/>
                  <a:pt x="1" y="49"/>
                </a:cubicBezTo>
                <a:cubicBezTo>
                  <a:pt x="1" y="50"/>
                  <a:pt x="1" y="50"/>
                  <a:pt x="1" y="51"/>
                </a:cubicBezTo>
                <a:cubicBezTo>
                  <a:pt x="2" y="53"/>
                  <a:pt x="3" y="55"/>
                  <a:pt x="4" y="56"/>
                </a:cubicBezTo>
                <a:cubicBezTo>
                  <a:pt x="5" y="56"/>
                  <a:pt x="5" y="56"/>
                  <a:pt x="5" y="56"/>
                </a:cubicBezTo>
                <a:cubicBezTo>
                  <a:pt x="5" y="57"/>
                  <a:pt x="6" y="57"/>
                  <a:pt x="6" y="57"/>
                </a:cubicBezTo>
                <a:cubicBezTo>
                  <a:pt x="7" y="57"/>
                  <a:pt x="7" y="57"/>
                  <a:pt x="8" y="57"/>
                </a:cubicBezTo>
                <a:cubicBezTo>
                  <a:pt x="8" y="57"/>
                  <a:pt x="8" y="57"/>
                  <a:pt x="8" y="57"/>
                </a:cubicBezTo>
                <a:cubicBezTo>
                  <a:pt x="8" y="57"/>
                  <a:pt x="9" y="57"/>
                  <a:pt x="9" y="57"/>
                </a:cubicBezTo>
                <a:cubicBezTo>
                  <a:pt x="9" y="57"/>
                  <a:pt x="9" y="57"/>
                  <a:pt x="9" y="57"/>
                </a:cubicBezTo>
                <a:cubicBezTo>
                  <a:pt x="15" y="52"/>
                  <a:pt x="15" y="52"/>
                  <a:pt x="15" y="52"/>
                </a:cubicBezTo>
                <a:cubicBezTo>
                  <a:pt x="16" y="53"/>
                  <a:pt x="17" y="54"/>
                  <a:pt x="19" y="56"/>
                </a:cubicBezTo>
                <a:cubicBezTo>
                  <a:pt x="19" y="56"/>
                  <a:pt x="20" y="57"/>
                  <a:pt x="21" y="57"/>
                </a:cubicBezTo>
                <a:cubicBezTo>
                  <a:pt x="16" y="64"/>
                  <a:pt x="16" y="64"/>
                  <a:pt x="16" y="64"/>
                </a:cubicBezTo>
                <a:cubicBezTo>
                  <a:pt x="16" y="64"/>
                  <a:pt x="16" y="65"/>
                  <a:pt x="16" y="65"/>
                </a:cubicBezTo>
                <a:cubicBezTo>
                  <a:pt x="16" y="65"/>
                  <a:pt x="16" y="66"/>
                  <a:pt x="16" y="66"/>
                </a:cubicBezTo>
                <a:cubicBezTo>
                  <a:pt x="16" y="66"/>
                  <a:pt x="16" y="66"/>
                  <a:pt x="16" y="66"/>
                </a:cubicBezTo>
                <a:cubicBezTo>
                  <a:pt x="16" y="66"/>
                  <a:pt x="16" y="67"/>
                  <a:pt x="16" y="67"/>
                </a:cubicBezTo>
                <a:cubicBezTo>
                  <a:pt x="17" y="67"/>
                  <a:pt x="17" y="68"/>
                  <a:pt x="17" y="68"/>
                </a:cubicBezTo>
                <a:cubicBezTo>
                  <a:pt x="17" y="68"/>
                  <a:pt x="18" y="69"/>
                  <a:pt x="18" y="70"/>
                </a:cubicBezTo>
                <a:cubicBezTo>
                  <a:pt x="19" y="70"/>
                  <a:pt x="19" y="70"/>
                  <a:pt x="20" y="70"/>
                </a:cubicBezTo>
                <a:cubicBezTo>
                  <a:pt x="20" y="71"/>
                  <a:pt x="20" y="71"/>
                  <a:pt x="21" y="71"/>
                </a:cubicBezTo>
                <a:cubicBezTo>
                  <a:pt x="21" y="71"/>
                  <a:pt x="21" y="71"/>
                  <a:pt x="21" y="71"/>
                </a:cubicBezTo>
                <a:cubicBezTo>
                  <a:pt x="21" y="71"/>
                  <a:pt x="22" y="71"/>
                  <a:pt x="22" y="71"/>
                </a:cubicBezTo>
                <a:cubicBezTo>
                  <a:pt x="22" y="71"/>
                  <a:pt x="22" y="71"/>
                  <a:pt x="23" y="72"/>
                </a:cubicBezTo>
                <a:cubicBezTo>
                  <a:pt x="23" y="72"/>
                  <a:pt x="23" y="72"/>
                  <a:pt x="23" y="72"/>
                </a:cubicBezTo>
                <a:cubicBezTo>
                  <a:pt x="23" y="72"/>
                  <a:pt x="23" y="72"/>
                  <a:pt x="23" y="72"/>
                </a:cubicBezTo>
                <a:cubicBezTo>
                  <a:pt x="24" y="72"/>
                  <a:pt x="25" y="72"/>
                  <a:pt x="25" y="72"/>
                </a:cubicBezTo>
                <a:cubicBezTo>
                  <a:pt x="26" y="72"/>
                  <a:pt x="26" y="72"/>
                  <a:pt x="27" y="72"/>
                </a:cubicBezTo>
                <a:cubicBezTo>
                  <a:pt x="27" y="73"/>
                  <a:pt x="27" y="73"/>
                  <a:pt x="27" y="73"/>
                </a:cubicBezTo>
                <a:cubicBezTo>
                  <a:pt x="27" y="73"/>
                  <a:pt x="27" y="73"/>
                  <a:pt x="27" y="72"/>
                </a:cubicBezTo>
                <a:cubicBezTo>
                  <a:pt x="28" y="72"/>
                  <a:pt x="28" y="72"/>
                  <a:pt x="29" y="72"/>
                </a:cubicBezTo>
                <a:cubicBezTo>
                  <a:pt x="29" y="72"/>
                  <a:pt x="29" y="72"/>
                  <a:pt x="29" y="72"/>
                </a:cubicBezTo>
                <a:cubicBezTo>
                  <a:pt x="29" y="72"/>
                  <a:pt x="29" y="72"/>
                  <a:pt x="29" y="72"/>
                </a:cubicBezTo>
                <a:cubicBezTo>
                  <a:pt x="30" y="72"/>
                  <a:pt x="30" y="72"/>
                  <a:pt x="30" y="71"/>
                </a:cubicBezTo>
                <a:cubicBezTo>
                  <a:pt x="31" y="71"/>
                  <a:pt x="31" y="71"/>
                  <a:pt x="32" y="70"/>
                </a:cubicBezTo>
                <a:cubicBezTo>
                  <a:pt x="32" y="70"/>
                  <a:pt x="32" y="70"/>
                  <a:pt x="32" y="70"/>
                </a:cubicBezTo>
                <a:cubicBezTo>
                  <a:pt x="33" y="62"/>
                  <a:pt x="33" y="62"/>
                  <a:pt x="33" y="62"/>
                </a:cubicBezTo>
                <a:cubicBezTo>
                  <a:pt x="34" y="62"/>
                  <a:pt x="35" y="62"/>
                  <a:pt x="36" y="62"/>
                </a:cubicBezTo>
                <a:cubicBezTo>
                  <a:pt x="38" y="62"/>
                  <a:pt x="39" y="62"/>
                  <a:pt x="40" y="62"/>
                </a:cubicBezTo>
                <a:cubicBezTo>
                  <a:pt x="41" y="70"/>
                  <a:pt x="41" y="70"/>
                  <a:pt x="41" y="70"/>
                </a:cubicBezTo>
                <a:cubicBezTo>
                  <a:pt x="41" y="70"/>
                  <a:pt x="41" y="70"/>
                  <a:pt x="41" y="70"/>
                </a:cubicBezTo>
                <a:cubicBezTo>
                  <a:pt x="42" y="71"/>
                  <a:pt x="42" y="71"/>
                  <a:pt x="42" y="71"/>
                </a:cubicBezTo>
                <a:cubicBezTo>
                  <a:pt x="42" y="71"/>
                  <a:pt x="43" y="72"/>
                  <a:pt x="44" y="72"/>
                </a:cubicBezTo>
                <a:cubicBezTo>
                  <a:pt x="44" y="72"/>
                  <a:pt x="45" y="72"/>
                  <a:pt x="46" y="72"/>
                </a:cubicBezTo>
                <a:cubicBezTo>
                  <a:pt x="46" y="72"/>
                  <a:pt x="47" y="72"/>
                  <a:pt x="47" y="72"/>
                </a:cubicBezTo>
                <a:cubicBezTo>
                  <a:pt x="47" y="72"/>
                  <a:pt x="47" y="72"/>
                  <a:pt x="47" y="72"/>
                </a:cubicBezTo>
                <a:cubicBezTo>
                  <a:pt x="47" y="72"/>
                  <a:pt x="47" y="72"/>
                  <a:pt x="48" y="72"/>
                </a:cubicBezTo>
                <a:cubicBezTo>
                  <a:pt x="48" y="72"/>
                  <a:pt x="48" y="72"/>
                  <a:pt x="49" y="72"/>
                </a:cubicBezTo>
                <a:cubicBezTo>
                  <a:pt x="49" y="72"/>
                  <a:pt x="50" y="71"/>
                  <a:pt x="51" y="71"/>
                </a:cubicBezTo>
                <a:cubicBezTo>
                  <a:pt x="53" y="70"/>
                  <a:pt x="54" y="70"/>
                  <a:pt x="55" y="68"/>
                </a:cubicBezTo>
                <a:cubicBezTo>
                  <a:pt x="56" y="68"/>
                  <a:pt x="56" y="67"/>
                  <a:pt x="57" y="66"/>
                </a:cubicBezTo>
                <a:cubicBezTo>
                  <a:pt x="57" y="66"/>
                  <a:pt x="57" y="66"/>
                  <a:pt x="57" y="65"/>
                </a:cubicBezTo>
                <a:cubicBezTo>
                  <a:pt x="57" y="65"/>
                  <a:pt x="57" y="64"/>
                  <a:pt x="57" y="64"/>
                </a:cubicBezTo>
                <a:cubicBezTo>
                  <a:pt x="56" y="63"/>
                  <a:pt x="56" y="63"/>
                  <a:pt x="56" y="63"/>
                </a:cubicBezTo>
                <a:cubicBezTo>
                  <a:pt x="52" y="57"/>
                  <a:pt x="52" y="57"/>
                  <a:pt x="52" y="57"/>
                </a:cubicBezTo>
                <a:cubicBezTo>
                  <a:pt x="54" y="56"/>
                  <a:pt x="55" y="54"/>
                  <a:pt x="57" y="52"/>
                </a:cubicBezTo>
                <a:cubicBezTo>
                  <a:pt x="63" y="56"/>
                  <a:pt x="63" y="56"/>
                  <a:pt x="63" y="56"/>
                </a:cubicBezTo>
                <a:cubicBezTo>
                  <a:pt x="63" y="57"/>
                  <a:pt x="64" y="57"/>
                  <a:pt x="65" y="57"/>
                </a:cubicBezTo>
                <a:cubicBezTo>
                  <a:pt x="65" y="57"/>
                  <a:pt x="65" y="57"/>
                  <a:pt x="66" y="57"/>
                </a:cubicBezTo>
                <a:cubicBezTo>
                  <a:pt x="66" y="57"/>
                  <a:pt x="66" y="57"/>
                  <a:pt x="66" y="56"/>
                </a:cubicBezTo>
                <a:cubicBezTo>
                  <a:pt x="66" y="56"/>
                  <a:pt x="66" y="56"/>
                  <a:pt x="67" y="56"/>
                </a:cubicBezTo>
                <a:cubicBezTo>
                  <a:pt x="67" y="56"/>
                  <a:pt x="67" y="56"/>
                  <a:pt x="68" y="56"/>
                </a:cubicBezTo>
                <a:cubicBezTo>
                  <a:pt x="68" y="55"/>
                  <a:pt x="69" y="55"/>
                  <a:pt x="69" y="54"/>
                </a:cubicBezTo>
                <a:cubicBezTo>
                  <a:pt x="69" y="54"/>
                  <a:pt x="70" y="54"/>
                  <a:pt x="70" y="53"/>
                </a:cubicBezTo>
                <a:cubicBezTo>
                  <a:pt x="70" y="53"/>
                  <a:pt x="70" y="52"/>
                  <a:pt x="71" y="52"/>
                </a:cubicBezTo>
                <a:cubicBezTo>
                  <a:pt x="71" y="52"/>
                  <a:pt x="71" y="52"/>
                  <a:pt x="71" y="51"/>
                </a:cubicBezTo>
                <a:cubicBezTo>
                  <a:pt x="71" y="51"/>
                  <a:pt x="71" y="51"/>
                  <a:pt x="71" y="51"/>
                </a:cubicBezTo>
                <a:cubicBezTo>
                  <a:pt x="71" y="50"/>
                  <a:pt x="71" y="50"/>
                  <a:pt x="71" y="50"/>
                </a:cubicBezTo>
                <a:cubicBezTo>
                  <a:pt x="71" y="50"/>
                  <a:pt x="71" y="50"/>
                  <a:pt x="71" y="50"/>
                </a:cubicBezTo>
                <a:cubicBezTo>
                  <a:pt x="71" y="49"/>
                  <a:pt x="71" y="49"/>
                  <a:pt x="72" y="49"/>
                </a:cubicBezTo>
                <a:cubicBezTo>
                  <a:pt x="72" y="49"/>
                  <a:pt x="72" y="48"/>
                  <a:pt x="72" y="47"/>
                </a:cubicBezTo>
                <a:cubicBezTo>
                  <a:pt x="72" y="47"/>
                  <a:pt x="72" y="47"/>
                  <a:pt x="72" y="46"/>
                </a:cubicBezTo>
                <a:cubicBezTo>
                  <a:pt x="72" y="46"/>
                  <a:pt x="72" y="46"/>
                  <a:pt x="72" y="46"/>
                </a:cubicBezTo>
                <a:cubicBezTo>
                  <a:pt x="72" y="46"/>
                  <a:pt x="72" y="45"/>
                  <a:pt x="72" y="45"/>
                </a:cubicBezTo>
                <a:cubicBezTo>
                  <a:pt x="72" y="45"/>
                  <a:pt x="72" y="44"/>
                  <a:pt x="72" y="44"/>
                </a:cubicBezTo>
                <a:close/>
                <a:moveTo>
                  <a:pt x="36" y="56"/>
                </a:moveTo>
                <a:cubicBezTo>
                  <a:pt x="26" y="56"/>
                  <a:pt x="17" y="47"/>
                  <a:pt x="17" y="37"/>
                </a:cubicBezTo>
                <a:cubicBezTo>
                  <a:pt x="17" y="26"/>
                  <a:pt x="25" y="17"/>
                  <a:pt x="36" y="17"/>
                </a:cubicBezTo>
                <a:cubicBezTo>
                  <a:pt x="47" y="17"/>
                  <a:pt x="55" y="26"/>
                  <a:pt x="55" y="37"/>
                </a:cubicBezTo>
                <a:cubicBezTo>
                  <a:pt x="55" y="47"/>
                  <a:pt x="47" y="56"/>
                  <a:pt x="36" y="56"/>
                </a:cubicBezTo>
                <a:close/>
                <a:moveTo>
                  <a:pt x="103" y="75"/>
                </a:moveTo>
                <a:cubicBezTo>
                  <a:pt x="103" y="75"/>
                  <a:pt x="103" y="75"/>
                  <a:pt x="102" y="74"/>
                </a:cubicBezTo>
                <a:cubicBezTo>
                  <a:pt x="102" y="74"/>
                  <a:pt x="102" y="74"/>
                  <a:pt x="102" y="74"/>
                </a:cubicBezTo>
                <a:cubicBezTo>
                  <a:pt x="101" y="73"/>
                  <a:pt x="101" y="73"/>
                  <a:pt x="101" y="73"/>
                </a:cubicBezTo>
                <a:cubicBezTo>
                  <a:pt x="100" y="73"/>
                  <a:pt x="100" y="73"/>
                  <a:pt x="100" y="73"/>
                </a:cubicBezTo>
                <a:cubicBezTo>
                  <a:pt x="95" y="75"/>
                  <a:pt x="95" y="75"/>
                  <a:pt x="95" y="75"/>
                </a:cubicBezTo>
                <a:cubicBezTo>
                  <a:pt x="95" y="73"/>
                  <a:pt x="94" y="71"/>
                  <a:pt x="94" y="70"/>
                </a:cubicBezTo>
                <a:cubicBezTo>
                  <a:pt x="98" y="68"/>
                  <a:pt x="98" y="68"/>
                  <a:pt x="98" y="68"/>
                </a:cubicBezTo>
                <a:cubicBezTo>
                  <a:pt x="98" y="67"/>
                  <a:pt x="99" y="67"/>
                  <a:pt x="99" y="67"/>
                </a:cubicBezTo>
                <a:cubicBezTo>
                  <a:pt x="99" y="67"/>
                  <a:pt x="99" y="66"/>
                  <a:pt x="99" y="66"/>
                </a:cubicBezTo>
                <a:cubicBezTo>
                  <a:pt x="99" y="66"/>
                  <a:pt x="99" y="66"/>
                  <a:pt x="99" y="66"/>
                </a:cubicBezTo>
                <a:cubicBezTo>
                  <a:pt x="99" y="66"/>
                  <a:pt x="99" y="66"/>
                  <a:pt x="99" y="65"/>
                </a:cubicBezTo>
                <a:cubicBezTo>
                  <a:pt x="99" y="65"/>
                  <a:pt x="99" y="65"/>
                  <a:pt x="99" y="65"/>
                </a:cubicBezTo>
                <a:cubicBezTo>
                  <a:pt x="99" y="64"/>
                  <a:pt x="99" y="64"/>
                  <a:pt x="98" y="64"/>
                </a:cubicBezTo>
                <a:cubicBezTo>
                  <a:pt x="98" y="63"/>
                  <a:pt x="98" y="63"/>
                  <a:pt x="98" y="62"/>
                </a:cubicBezTo>
                <a:cubicBezTo>
                  <a:pt x="98" y="62"/>
                  <a:pt x="97" y="62"/>
                  <a:pt x="97" y="62"/>
                </a:cubicBezTo>
                <a:cubicBezTo>
                  <a:pt x="97" y="62"/>
                  <a:pt x="97" y="62"/>
                  <a:pt x="97" y="62"/>
                </a:cubicBezTo>
                <a:cubicBezTo>
                  <a:pt x="97" y="62"/>
                  <a:pt x="97" y="61"/>
                  <a:pt x="97" y="61"/>
                </a:cubicBezTo>
                <a:cubicBezTo>
                  <a:pt x="97" y="61"/>
                  <a:pt x="97" y="61"/>
                  <a:pt x="96" y="61"/>
                </a:cubicBezTo>
                <a:cubicBezTo>
                  <a:pt x="96" y="61"/>
                  <a:pt x="96" y="61"/>
                  <a:pt x="96" y="61"/>
                </a:cubicBezTo>
                <a:cubicBezTo>
                  <a:pt x="96" y="60"/>
                  <a:pt x="95" y="60"/>
                  <a:pt x="95" y="60"/>
                </a:cubicBezTo>
                <a:cubicBezTo>
                  <a:pt x="95" y="60"/>
                  <a:pt x="95" y="60"/>
                  <a:pt x="94" y="60"/>
                </a:cubicBezTo>
                <a:cubicBezTo>
                  <a:pt x="94" y="59"/>
                  <a:pt x="94" y="59"/>
                  <a:pt x="94" y="59"/>
                </a:cubicBezTo>
                <a:cubicBezTo>
                  <a:pt x="94" y="59"/>
                  <a:pt x="94" y="59"/>
                  <a:pt x="94" y="59"/>
                </a:cubicBezTo>
                <a:cubicBezTo>
                  <a:pt x="94" y="59"/>
                  <a:pt x="93" y="59"/>
                  <a:pt x="93" y="59"/>
                </a:cubicBezTo>
                <a:cubicBezTo>
                  <a:pt x="93" y="59"/>
                  <a:pt x="93" y="59"/>
                  <a:pt x="93" y="59"/>
                </a:cubicBezTo>
                <a:cubicBezTo>
                  <a:pt x="93" y="59"/>
                  <a:pt x="93" y="59"/>
                  <a:pt x="93" y="59"/>
                </a:cubicBezTo>
                <a:cubicBezTo>
                  <a:pt x="92" y="59"/>
                  <a:pt x="92" y="59"/>
                  <a:pt x="92" y="59"/>
                </a:cubicBezTo>
                <a:cubicBezTo>
                  <a:pt x="91" y="59"/>
                  <a:pt x="91" y="59"/>
                  <a:pt x="91" y="60"/>
                </a:cubicBezTo>
                <a:cubicBezTo>
                  <a:pt x="90" y="60"/>
                  <a:pt x="90" y="60"/>
                  <a:pt x="90" y="60"/>
                </a:cubicBezTo>
                <a:cubicBezTo>
                  <a:pt x="88" y="64"/>
                  <a:pt x="88" y="64"/>
                  <a:pt x="88" y="64"/>
                </a:cubicBezTo>
                <a:cubicBezTo>
                  <a:pt x="87" y="64"/>
                  <a:pt x="87" y="63"/>
                  <a:pt x="86" y="63"/>
                </a:cubicBezTo>
                <a:cubicBezTo>
                  <a:pt x="85" y="62"/>
                  <a:pt x="84" y="62"/>
                  <a:pt x="83" y="62"/>
                </a:cubicBezTo>
                <a:cubicBezTo>
                  <a:pt x="85" y="57"/>
                  <a:pt x="85" y="57"/>
                  <a:pt x="85" y="57"/>
                </a:cubicBezTo>
                <a:cubicBezTo>
                  <a:pt x="85" y="57"/>
                  <a:pt x="85" y="57"/>
                  <a:pt x="85" y="57"/>
                </a:cubicBezTo>
                <a:cubicBezTo>
                  <a:pt x="85" y="57"/>
                  <a:pt x="85" y="56"/>
                  <a:pt x="85" y="56"/>
                </a:cubicBezTo>
                <a:cubicBezTo>
                  <a:pt x="85" y="56"/>
                  <a:pt x="84" y="56"/>
                  <a:pt x="84" y="55"/>
                </a:cubicBezTo>
                <a:cubicBezTo>
                  <a:pt x="83" y="55"/>
                  <a:pt x="83" y="54"/>
                  <a:pt x="82" y="54"/>
                </a:cubicBezTo>
                <a:cubicBezTo>
                  <a:pt x="82" y="54"/>
                  <a:pt x="82" y="54"/>
                  <a:pt x="82" y="54"/>
                </a:cubicBezTo>
                <a:cubicBezTo>
                  <a:pt x="82" y="54"/>
                  <a:pt x="82" y="54"/>
                  <a:pt x="82" y="54"/>
                </a:cubicBezTo>
                <a:cubicBezTo>
                  <a:pt x="81" y="54"/>
                  <a:pt x="81" y="54"/>
                  <a:pt x="81" y="54"/>
                </a:cubicBezTo>
                <a:cubicBezTo>
                  <a:pt x="80" y="54"/>
                  <a:pt x="80" y="54"/>
                  <a:pt x="80" y="54"/>
                </a:cubicBezTo>
                <a:cubicBezTo>
                  <a:pt x="78" y="54"/>
                  <a:pt x="77" y="54"/>
                  <a:pt x="76" y="54"/>
                </a:cubicBezTo>
                <a:cubicBezTo>
                  <a:pt x="75" y="55"/>
                  <a:pt x="75" y="55"/>
                  <a:pt x="75" y="55"/>
                </a:cubicBezTo>
                <a:cubicBezTo>
                  <a:pt x="75" y="55"/>
                  <a:pt x="74" y="55"/>
                  <a:pt x="74" y="56"/>
                </a:cubicBezTo>
                <a:cubicBezTo>
                  <a:pt x="74" y="56"/>
                  <a:pt x="74" y="56"/>
                  <a:pt x="74" y="57"/>
                </a:cubicBezTo>
                <a:cubicBezTo>
                  <a:pt x="74" y="57"/>
                  <a:pt x="74" y="57"/>
                  <a:pt x="74" y="57"/>
                </a:cubicBezTo>
                <a:cubicBezTo>
                  <a:pt x="75" y="62"/>
                  <a:pt x="75" y="62"/>
                  <a:pt x="75" y="62"/>
                </a:cubicBezTo>
                <a:cubicBezTo>
                  <a:pt x="74" y="62"/>
                  <a:pt x="72" y="63"/>
                  <a:pt x="71" y="64"/>
                </a:cubicBezTo>
                <a:cubicBezTo>
                  <a:pt x="68" y="59"/>
                  <a:pt x="68" y="59"/>
                  <a:pt x="68" y="59"/>
                </a:cubicBezTo>
                <a:cubicBezTo>
                  <a:pt x="68" y="59"/>
                  <a:pt x="68" y="59"/>
                  <a:pt x="67" y="59"/>
                </a:cubicBezTo>
                <a:cubicBezTo>
                  <a:pt x="67" y="59"/>
                  <a:pt x="67" y="58"/>
                  <a:pt x="67" y="58"/>
                </a:cubicBezTo>
                <a:cubicBezTo>
                  <a:pt x="67" y="58"/>
                  <a:pt x="66" y="58"/>
                  <a:pt x="66" y="58"/>
                </a:cubicBezTo>
                <a:cubicBezTo>
                  <a:pt x="66" y="58"/>
                  <a:pt x="66" y="58"/>
                  <a:pt x="66" y="58"/>
                </a:cubicBezTo>
                <a:cubicBezTo>
                  <a:pt x="66" y="58"/>
                  <a:pt x="65" y="58"/>
                  <a:pt x="65" y="59"/>
                </a:cubicBezTo>
                <a:cubicBezTo>
                  <a:pt x="65" y="59"/>
                  <a:pt x="64" y="59"/>
                  <a:pt x="64" y="59"/>
                </a:cubicBezTo>
                <a:cubicBezTo>
                  <a:pt x="64" y="59"/>
                  <a:pt x="63" y="59"/>
                  <a:pt x="63" y="60"/>
                </a:cubicBezTo>
                <a:cubicBezTo>
                  <a:pt x="63" y="60"/>
                  <a:pt x="63" y="60"/>
                  <a:pt x="62" y="60"/>
                </a:cubicBezTo>
                <a:cubicBezTo>
                  <a:pt x="62" y="60"/>
                  <a:pt x="62" y="60"/>
                  <a:pt x="62" y="60"/>
                </a:cubicBezTo>
                <a:cubicBezTo>
                  <a:pt x="62" y="60"/>
                  <a:pt x="62" y="61"/>
                  <a:pt x="62" y="61"/>
                </a:cubicBezTo>
                <a:cubicBezTo>
                  <a:pt x="62" y="61"/>
                  <a:pt x="62" y="61"/>
                  <a:pt x="61" y="61"/>
                </a:cubicBezTo>
                <a:cubicBezTo>
                  <a:pt x="61" y="61"/>
                  <a:pt x="61" y="61"/>
                  <a:pt x="61" y="61"/>
                </a:cubicBezTo>
                <a:cubicBezTo>
                  <a:pt x="61" y="61"/>
                  <a:pt x="61" y="61"/>
                  <a:pt x="61" y="61"/>
                </a:cubicBezTo>
                <a:cubicBezTo>
                  <a:pt x="61" y="62"/>
                  <a:pt x="61" y="62"/>
                  <a:pt x="60" y="62"/>
                </a:cubicBezTo>
                <a:cubicBezTo>
                  <a:pt x="60" y="62"/>
                  <a:pt x="60" y="63"/>
                  <a:pt x="60" y="63"/>
                </a:cubicBezTo>
                <a:cubicBezTo>
                  <a:pt x="60" y="63"/>
                  <a:pt x="60" y="63"/>
                  <a:pt x="60" y="63"/>
                </a:cubicBezTo>
                <a:cubicBezTo>
                  <a:pt x="60" y="64"/>
                  <a:pt x="60" y="64"/>
                  <a:pt x="60" y="64"/>
                </a:cubicBezTo>
                <a:cubicBezTo>
                  <a:pt x="60" y="64"/>
                  <a:pt x="59" y="64"/>
                  <a:pt x="59" y="64"/>
                </a:cubicBezTo>
                <a:cubicBezTo>
                  <a:pt x="59" y="65"/>
                  <a:pt x="59" y="65"/>
                  <a:pt x="59" y="65"/>
                </a:cubicBezTo>
                <a:cubicBezTo>
                  <a:pt x="59" y="65"/>
                  <a:pt x="59" y="65"/>
                  <a:pt x="59" y="65"/>
                </a:cubicBezTo>
                <a:cubicBezTo>
                  <a:pt x="59" y="65"/>
                  <a:pt x="59" y="65"/>
                  <a:pt x="59" y="66"/>
                </a:cubicBezTo>
                <a:cubicBezTo>
                  <a:pt x="59" y="66"/>
                  <a:pt x="60" y="66"/>
                  <a:pt x="60" y="67"/>
                </a:cubicBezTo>
                <a:cubicBezTo>
                  <a:pt x="60" y="67"/>
                  <a:pt x="60" y="67"/>
                  <a:pt x="60" y="67"/>
                </a:cubicBezTo>
                <a:cubicBezTo>
                  <a:pt x="65" y="70"/>
                  <a:pt x="65" y="70"/>
                  <a:pt x="65" y="70"/>
                </a:cubicBezTo>
                <a:cubicBezTo>
                  <a:pt x="64" y="70"/>
                  <a:pt x="64" y="71"/>
                  <a:pt x="63" y="71"/>
                </a:cubicBezTo>
                <a:cubicBezTo>
                  <a:pt x="63" y="72"/>
                  <a:pt x="63" y="73"/>
                  <a:pt x="63" y="74"/>
                </a:cubicBezTo>
                <a:cubicBezTo>
                  <a:pt x="58" y="72"/>
                  <a:pt x="58" y="72"/>
                  <a:pt x="58" y="72"/>
                </a:cubicBezTo>
                <a:cubicBezTo>
                  <a:pt x="57" y="72"/>
                  <a:pt x="57" y="72"/>
                  <a:pt x="57" y="72"/>
                </a:cubicBezTo>
                <a:cubicBezTo>
                  <a:pt x="57" y="72"/>
                  <a:pt x="57" y="73"/>
                  <a:pt x="57" y="73"/>
                </a:cubicBezTo>
                <a:cubicBezTo>
                  <a:pt x="56" y="73"/>
                  <a:pt x="56" y="73"/>
                  <a:pt x="56" y="73"/>
                </a:cubicBezTo>
                <a:cubicBezTo>
                  <a:pt x="55" y="74"/>
                  <a:pt x="55" y="75"/>
                  <a:pt x="55" y="75"/>
                </a:cubicBezTo>
                <a:cubicBezTo>
                  <a:pt x="55" y="75"/>
                  <a:pt x="54" y="75"/>
                  <a:pt x="54" y="75"/>
                </a:cubicBezTo>
                <a:cubicBezTo>
                  <a:pt x="54" y="76"/>
                  <a:pt x="54" y="76"/>
                  <a:pt x="54" y="76"/>
                </a:cubicBezTo>
                <a:cubicBezTo>
                  <a:pt x="54" y="76"/>
                  <a:pt x="54" y="76"/>
                  <a:pt x="54" y="76"/>
                </a:cubicBezTo>
                <a:cubicBezTo>
                  <a:pt x="54" y="77"/>
                  <a:pt x="54" y="77"/>
                  <a:pt x="54" y="78"/>
                </a:cubicBezTo>
                <a:cubicBezTo>
                  <a:pt x="54" y="79"/>
                  <a:pt x="54" y="80"/>
                  <a:pt x="55" y="82"/>
                </a:cubicBezTo>
                <a:cubicBezTo>
                  <a:pt x="55" y="82"/>
                  <a:pt x="55" y="82"/>
                  <a:pt x="55" y="83"/>
                </a:cubicBezTo>
                <a:cubicBezTo>
                  <a:pt x="56" y="83"/>
                  <a:pt x="56" y="83"/>
                  <a:pt x="56" y="83"/>
                </a:cubicBezTo>
                <a:cubicBezTo>
                  <a:pt x="56" y="83"/>
                  <a:pt x="56" y="83"/>
                  <a:pt x="56" y="83"/>
                </a:cubicBezTo>
                <a:cubicBezTo>
                  <a:pt x="57" y="84"/>
                  <a:pt x="57" y="84"/>
                  <a:pt x="57" y="84"/>
                </a:cubicBezTo>
                <a:cubicBezTo>
                  <a:pt x="58" y="83"/>
                  <a:pt x="58" y="83"/>
                  <a:pt x="58" y="83"/>
                </a:cubicBezTo>
                <a:cubicBezTo>
                  <a:pt x="62" y="82"/>
                  <a:pt x="62" y="82"/>
                  <a:pt x="62" y="82"/>
                </a:cubicBezTo>
                <a:cubicBezTo>
                  <a:pt x="63" y="84"/>
                  <a:pt x="63" y="85"/>
                  <a:pt x="64" y="87"/>
                </a:cubicBezTo>
                <a:cubicBezTo>
                  <a:pt x="60" y="89"/>
                  <a:pt x="60" y="89"/>
                  <a:pt x="60" y="89"/>
                </a:cubicBezTo>
                <a:cubicBezTo>
                  <a:pt x="59" y="90"/>
                  <a:pt x="59" y="90"/>
                  <a:pt x="59" y="90"/>
                </a:cubicBezTo>
                <a:cubicBezTo>
                  <a:pt x="59" y="90"/>
                  <a:pt x="59" y="90"/>
                  <a:pt x="59" y="91"/>
                </a:cubicBezTo>
                <a:cubicBezTo>
                  <a:pt x="59" y="91"/>
                  <a:pt x="59" y="91"/>
                  <a:pt x="59" y="91"/>
                </a:cubicBezTo>
                <a:cubicBezTo>
                  <a:pt x="59" y="91"/>
                  <a:pt x="59" y="91"/>
                  <a:pt x="59" y="91"/>
                </a:cubicBezTo>
                <a:cubicBezTo>
                  <a:pt x="59" y="92"/>
                  <a:pt x="59" y="92"/>
                  <a:pt x="59" y="92"/>
                </a:cubicBezTo>
                <a:cubicBezTo>
                  <a:pt x="59" y="93"/>
                  <a:pt x="59" y="93"/>
                  <a:pt x="59" y="93"/>
                </a:cubicBezTo>
                <a:cubicBezTo>
                  <a:pt x="60" y="94"/>
                  <a:pt x="60" y="94"/>
                  <a:pt x="60" y="94"/>
                </a:cubicBezTo>
                <a:cubicBezTo>
                  <a:pt x="60" y="95"/>
                  <a:pt x="60" y="95"/>
                  <a:pt x="61" y="95"/>
                </a:cubicBezTo>
                <a:cubicBezTo>
                  <a:pt x="61" y="95"/>
                  <a:pt x="61" y="95"/>
                  <a:pt x="61" y="95"/>
                </a:cubicBezTo>
                <a:cubicBezTo>
                  <a:pt x="61" y="95"/>
                  <a:pt x="61" y="95"/>
                  <a:pt x="61" y="96"/>
                </a:cubicBezTo>
                <a:cubicBezTo>
                  <a:pt x="61" y="96"/>
                  <a:pt x="61" y="96"/>
                  <a:pt x="61" y="96"/>
                </a:cubicBezTo>
                <a:cubicBezTo>
                  <a:pt x="62" y="96"/>
                  <a:pt x="62" y="96"/>
                  <a:pt x="62" y="96"/>
                </a:cubicBezTo>
                <a:cubicBezTo>
                  <a:pt x="62" y="96"/>
                  <a:pt x="62" y="96"/>
                  <a:pt x="62" y="96"/>
                </a:cubicBezTo>
                <a:cubicBezTo>
                  <a:pt x="62" y="97"/>
                  <a:pt x="62" y="97"/>
                  <a:pt x="63" y="97"/>
                </a:cubicBezTo>
                <a:cubicBezTo>
                  <a:pt x="63" y="97"/>
                  <a:pt x="63" y="97"/>
                  <a:pt x="63" y="97"/>
                </a:cubicBezTo>
                <a:cubicBezTo>
                  <a:pt x="64" y="97"/>
                  <a:pt x="64" y="97"/>
                  <a:pt x="64" y="97"/>
                </a:cubicBezTo>
                <a:cubicBezTo>
                  <a:pt x="64" y="97"/>
                  <a:pt x="64" y="98"/>
                  <a:pt x="64" y="98"/>
                </a:cubicBezTo>
                <a:cubicBezTo>
                  <a:pt x="64" y="98"/>
                  <a:pt x="65" y="98"/>
                  <a:pt x="65" y="98"/>
                </a:cubicBezTo>
                <a:cubicBezTo>
                  <a:pt x="65" y="98"/>
                  <a:pt x="65" y="98"/>
                  <a:pt x="65" y="98"/>
                </a:cubicBezTo>
                <a:cubicBezTo>
                  <a:pt x="65" y="98"/>
                  <a:pt x="65" y="98"/>
                  <a:pt x="65" y="98"/>
                </a:cubicBezTo>
                <a:cubicBezTo>
                  <a:pt x="66" y="98"/>
                  <a:pt x="66" y="98"/>
                  <a:pt x="66" y="98"/>
                </a:cubicBezTo>
                <a:cubicBezTo>
                  <a:pt x="67" y="98"/>
                  <a:pt x="67" y="97"/>
                  <a:pt x="67" y="97"/>
                </a:cubicBezTo>
                <a:cubicBezTo>
                  <a:pt x="67" y="97"/>
                  <a:pt x="68" y="97"/>
                  <a:pt x="67" y="97"/>
                </a:cubicBezTo>
                <a:cubicBezTo>
                  <a:pt x="70" y="93"/>
                  <a:pt x="70" y="93"/>
                  <a:pt x="70" y="93"/>
                </a:cubicBezTo>
                <a:cubicBezTo>
                  <a:pt x="71" y="93"/>
                  <a:pt x="71" y="94"/>
                  <a:pt x="72" y="94"/>
                </a:cubicBezTo>
                <a:cubicBezTo>
                  <a:pt x="73" y="94"/>
                  <a:pt x="74" y="95"/>
                  <a:pt x="75" y="95"/>
                </a:cubicBezTo>
                <a:cubicBezTo>
                  <a:pt x="73" y="99"/>
                  <a:pt x="73" y="99"/>
                  <a:pt x="73" y="99"/>
                </a:cubicBezTo>
                <a:cubicBezTo>
                  <a:pt x="73" y="100"/>
                  <a:pt x="73" y="100"/>
                  <a:pt x="73" y="100"/>
                </a:cubicBezTo>
                <a:cubicBezTo>
                  <a:pt x="73" y="100"/>
                  <a:pt x="73" y="101"/>
                  <a:pt x="73" y="101"/>
                </a:cubicBezTo>
                <a:cubicBezTo>
                  <a:pt x="73" y="101"/>
                  <a:pt x="74" y="101"/>
                  <a:pt x="74" y="102"/>
                </a:cubicBezTo>
                <a:cubicBezTo>
                  <a:pt x="74" y="102"/>
                  <a:pt x="75" y="102"/>
                  <a:pt x="75" y="103"/>
                </a:cubicBezTo>
                <a:cubicBezTo>
                  <a:pt x="75" y="103"/>
                  <a:pt x="76" y="103"/>
                  <a:pt x="76" y="103"/>
                </a:cubicBezTo>
                <a:cubicBezTo>
                  <a:pt x="76" y="103"/>
                  <a:pt x="76" y="103"/>
                  <a:pt x="76" y="103"/>
                </a:cubicBezTo>
                <a:cubicBezTo>
                  <a:pt x="76" y="103"/>
                  <a:pt x="76" y="103"/>
                  <a:pt x="76" y="103"/>
                </a:cubicBezTo>
                <a:cubicBezTo>
                  <a:pt x="76" y="103"/>
                  <a:pt x="77" y="103"/>
                  <a:pt x="77" y="103"/>
                </a:cubicBezTo>
                <a:cubicBezTo>
                  <a:pt x="77" y="103"/>
                  <a:pt x="78" y="103"/>
                  <a:pt x="78" y="103"/>
                </a:cubicBezTo>
                <a:cubicBezTo>
                  <a:pt x="80" y="103"/>
                  <a:pt x="81" y="103"/>
                  <a:pt x="82" y="103"/>
                </a:cubicBezTo>
                <a:cubicBezTo>
                  <a:pt x="83" y="102"/>
                  <a:pt x="83" y="102"/>
                  <a:pt x="83" y="102"/>
                </a:cubicBezTo>
                <a:cubicBezTo>
                  <a:pt x="83" y="102"/>
                  <a:pt x="84" y="101"/>
                  <a:pt x="84" y="101"/>
                </a:cubicBezTo>
                <a:cubicBezTo>
                  <a:pt x="84" y="101"/>
                  <a:pt x="84" y="101"/>
                  <a:pt x="84" y="100"/>
                </a:cubicBezTo>
                <a:cubicBezTo>
                  <a:pt x="84" y="100"/>
                  <a:pt x="84" y="100"/>
                  <a:pt x="84" y="100"/>
                </a:cubicBezTo>
                <a:cubicBezTo>
                  <a:pt x="83" y="95"/>
                  <a:pt x="83" y="95"/>
                  <a:pt x="83" y="95"/>
                </a:cubicBezTo>
                <a:cubicBezTo>
                  <a:pt x="84" y="95"/>
                  <a:pt x="86" y="94"/>
                  <a:pt x="87" y="93"/>
                </a:cubicBezTo>
                <a:cubicBezTo>
                  <a:pt x="90" y="97"/>
                  <a:pt x="90" y="97"/>
                  <a:pt x="90" y="97"/>
                </a:cubicBezTo>
                <a:cubicBezTo>
                  <a:pt x="90" y="98"/>
                  <a:pt x="90" y="98"/>
                  <a:pt x="90" y="98"/>
                </a:cubicBezTo>
                <a:cubicBezTo>
                  <a:pt x="91" y="98"/>
                  <a:pt x="91" y="98"/>
                  <a:pt x="91" y="98"/>
                </a:cubicBezTo>
                <a:cubicBezTo>
                  <a:pt x="91" y="98"/>
                  <a:pt x="91" y="98"/>
                  <a:pt x="92" y="98"/>
                </a:cubicBezTo>
                <a:cubicBezTo>
                  <a:pt x="92" y="98"/>
                  <a:pt x="92" y="98"/>
                  <a:pt x="92" y="98"/>
                </a:cubicBezTo>
                <a:cubicBezTo>
                  <a:pt x="92" y="98"/>
                  <a:pt x="93" y="98"/>
                  <a:pt x="93" y="98"/>
                </a:cubicBezTo>
                <a:cubicBezTo>
                  <a:pt x="93" y="98"/>
                  <a:pt x="94" y="98"/>
                  <a:pt x="94" y="98"/>
                </a:cubicBezTo>
                <a:cubicBezTo>
                  <a:pt x="94" y="98"/>
                  <a:pt x="94" y="97"/>
                  <a:pt x="95" y="97"/>
                </a:cubicBezTo>
                <a:cubicBezTo>
                  <a:pt x="95" y="97"/>
                  <a:pt x="95" y="97"/>
                  <a:pt x="95" y="97"/>
                </a:cubicBezTo>
                <a:cubicBezTo>
                  <a:pt x="95" y="97"/>
                  <a:pt x="96" y="97"/>
                  <a:pt x="96" y="97"/>
                </a:cubicBezTo>
                <a:cubicBezTo>
                  <a:pt x="96" y="97"/>
                  <a:pt x="96" y="97"/>
                  <a:pt x="96" y="96"/>
                </a:cubicBezTo>
                <a:cubicBezTo>
                  <a:pt x="96" y="96"/>
                  <a:pt x="96" y="96"/>
                  <a:pt x="96" y="96"/>
                </a:cubicBezTo>
                <a:cubicBezTo>
                  <a:pt x="97" y="96"/>
                  <a:pt x="97" y="96"/>
                  <a:pt x="97" y="96"/>
                </a:cubicBezTo>
                <a:cubicBezTo>
                  <a:pt x="97" y="96"/>
                  <a:pt x="97" y="96"/>
                  <a:pt x="97" y="95"/>
                </a:cubicBezTo>
                <a:cubicBezTo>
                  <a:pt x="97" y="95"/>
                  <a:pt x="97" y="95"/>
                  <a:pt x="97" y="95"/>
                </a:cubicBezTo>
                <a:cubicBezTo>
                  <a:pt x="98" y="94"/>
                  <a:pt x="98" y="94"/>
                  <a:pt x="98" y="94"/>
                </a:cubicBezTo>
                <a:cubicBezTo>
                  <a:pt x="98" y="94"/>
                  <a:pt x="98" y="94"/>
                  <a:pt x="98" y="94"/>
                </a:cubicBezTo>
                <a:cubicBezTo>
                  <a:pt x="98" y="93"/>
                  <a:pt x="98" y="93"/>
                  <a:pt x="98" y="93"/>
                </a:cubicBezTo>
                <a:cubicBezTo>
                  <a:pt x="98" y="93"/>
                  <a:pt x="98" y="93"/>
                  <a:pt x="98" y="93"/>
                </a:cubicBezTo>
                <a:cubicBezTo>
                  <a:pt x="98" y="93"/>
                  <a:pt x="98" y="92"/>
                  <a:pt x="98" y="92"/>
                </a:cubicBezTo>
                <a:cubicBezTo>
                  <a:pt x="99" y="92"/>
                  <a:pt x="99" y="92"/>
                  <a:pt x="99" y="92"/>
                </a:cubicBezTo>
                <a:cubicBezTo>
                  <a:pt x="99" y="92"/>
                  <a:pt x="98" y="92"/>
                  <a:pt x="98" y="91"/>
                </a:cubicBezTo>
                <a:cubicBezTo>
                  <a:pt x="98" y="91"/>
                  <a:pt x="98" y="90"/>
                  <a:pt x="98" y="90"/>
                </a:cubicBezTo>
                <a:cubicBezTo>
                  <a:pt x="98" y="90"/>
                  <a:pt x="97" y="90"/>
                  <a:pt x="97" y="90"/>
                </a:cubicBezTo>
                <a:cubicBezTo>
                  <a:pt x="94" y="87"/>
                  <a:pt x="94" y="87"/>
                  <a:pt x="94" y="87"/>
                </a:cubicBezTo>
                <a:cubicBezTo>
                  <a:pt x="94" y="87"/>
                  <a:pt x="94" y="86"/>
                  <a:pt x="94" y="85"/>
                </a:cubicBezTo>
                <a:cubicBezTo>
                  <a:pt x="95" y="85"/>
                  <a:pt x="95" y="84"/>
                  <a:pt x="95" y="83"/>
                </a:cubicBezTo>
                <a:cubicBezTo>
                  <a:pt x="100" y="84"/>
                  <a:pt x="100" y="84"/>
                  <a:pt x="100" y="84"/>
                </a:cubicBezTo>
                <a:cubicBezTo>
                  <a:pt x="100" y="84"/>
                  <a:pt x="100" y="84"/>
                  <a:pt x="101" y="84"/>
                </a:cubicBezTo>
                <a:cubicBezTo>
                  <a:pt x="101" y="84"/>
                  <a:pt x="101" y="84"/>
                  <a:pt x="101" y="84"/>
                </a:cubicBezTo>
                <a:cubicBezTo>
                  <a:pt x="102" y="84"/>
                  <a:pt x="102" y="84"/>
                  <a:pt x="102" y="83"/>
                </a:cubicBezTo>
                <a:cubicBezTo>
                  <a:pt x="103" y="83"/>
                  <a:pt x="103" y="82"/>
                  <a:pt x="103" y="82"/>
                </a:cubicBezTo>
                <a:cubicBezTo>
                  <a:pt x="103" y="82"/>
                  <a:pt x="103" y="82"/>
                  <a:pt x="103" y="82"/>
                </a:cubicBezTo>
                <a:cubicBezTo>
                  <a:pt x="103" y="81"/>
                  <a:pt x="103" y="81"/>
                  <a:pt x="103" y="81"/>
                </a:cubicBezTo>
                <a:cubicBezTo>
                  <a:pt x="103" y="81"/>
                  <a:pt x="103" y="81"/>
                  <a:pt x="103" y="80"/>
                </a:cubicBezTo>
                <a:cubicBezTo>
                  <a:pt x="104" y="80"/>
                  <a:pt x="104" y="80"/>
                  <a:pt x="104" y="79"/>
                </a:cubicBezTo>
                <a:cubicBezTo>
                  <a:pt x="104" y="78"/>
                  <a:pt x="103" y="76"/>
                  <a:pt x="103" y="75"/>
                </a:cubicBezTo>
                <a:close/>
                <a:moveTo>
                  <a:pt x="90" y="84"/>
                </a:moveTo>
                <a:cubicBezTo>
                  <a:pt x="88" y="90"/>
                  <a:pt x="80" y="93"/>
                  <a:pt x="74" y="90"/>
                </a:cubicBezTo>
                <a:cubicBezTo>
                  <a:pt x="68" y="87"/>
                  <a:pt x="65" y="80"/>
                  <a:pt x="67" y="73"/>
                </a:cubicBezTo>
                <a:cubicBezTo>
                  <a:pt x="70" y="67"/>
                  <a:pt x="78" y="64"/>
                  <a:pt x="84" y="67"/>
                </a:cubicBezTo>
                <a:cubicBezTo>
                  <a:pt x="90" y="70"/>
                  <a:pt x="93" y="77"/>
                  <a:pt x="90" y="84"/>
                </a:cubicBezTo>
                <a:close/>
              </a:path>
            </a:pathLst>
          </a:custGeom>
          <a:solidFill>
            <a:srgbClr val="0096F2"/>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57" name="组合 56"/>
          <p:cNvGrpSpPr/>
          <p:nvPr/>
        </p:nvGrpSpPr>
        <p:grpSpPr>
          <a:xfrm>
            <a:off x="7182451" y="4549618"/>
            <a:ext cx="324906" cy="271788"/>
            <a:chOff x="3619500" y="3101975"/>
            <a:chExt cx="582613" cy="487363"/>
          </a:xfrm>
        </p:grpSpPr>
        <p:sp>
          <p:nvSpPr>
            <p:cNvPr id="53" name="Rectangle 267"/>
            <p:cNvSpPr>
              <a:spLocks noChangeArrowheads="1"/>
            </p:cNvSpPr>
            <p:nvPr/>
          </p:nvSpPr>
          <p:spPr bwMode="auto">
            <a:xfrm>
              <a:off x="3619500" y="3270250"/>
              <a:ext cx="112713" cy="319088"/>
            </a:xfrm>
            <a:prstGeom prst="rect">
              <a:avLst/>
            </a:prstGeom>
            <a:solidFill>
              <a:srgbClr val="0096F2"/>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4" name="Rectangle 268"/>
            <p:cNvSpPr>
              <a:spLocks noChangeArrowheads="1"/>
            </p:cNvSpPr>
            <p:nvPr/>
          </p:nvSpPr>
          <p:spPr bwMode="auto">
            <a:xfrm>
              <a:off x="3778250" y="3360738"/>
              <a:ext cx="112713" cy="228600"/>
            </a:xfrm>
            <a:prstGeom prst="rect">
              <a:avLst/>
            </a:prstGeom>
            <a:solidFill>
              <a:srgbClr val="0096F2"/>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5" name="Rectangle 269"/>
            <p:cNvSpPr>
              <a:spLocks noChangeArrowheads="1"/>
            </p:cNvSpPr>
            <p:nvPr/>
          </p:nvSpPr>
          <p:spPr bwMode="auto">
            <a:xfrm>
              <a:off x="3935413" y="3217863"/>
              <a:ext cx="109538" cy="371475"/>
            </a:xfrm>
            <a:prstGeom prst="rect">
              <a:avLst/>
            </a:prstGeom>
            <a:solidFill>
              <a:srgbClr val="0096F2"/>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6" name="Rectangle 270"/>
            <p:cNvSpPr>
              <a:spLocks noChangeArrowheads="1"/>
            </p:cNvSpPr>
            <p:nvPr/>
          </p:nvSpPr>
          <p:spPr bwMode="auto">
            <a:xfrm>
              <a:off x="4089400" y="3101975"/>
              <a:ext cx="112713" cy="487363"/>
            </a:xfrm>
            <a:prstGeom prst="rect">
              <a:avLst/>
            </a:prstGeom>
            <a:solidFill>
              <a:srgbClr val="0096F2"/>
            </a:solidFill>
            <a:ln>
              <a:noFill/>
            </a:ln>
          </p:spPr>
          <p:txBody>
            <a:bodyPr vert="horz" wrap="square" lIns="91440" tIns="45720" rIns="91440" bIns="45720" numCol="1" anchor="t" anchorCtr="0" compatLnSpc="1">
              <a:prstTxWarp prst="textNoShape">
                <a:avLst/>
              </a:prstTxWarp>
            </a:bodyPr>
            <a:lstStyle/>
            <a:p>
              <a:endParaRPr lang="zh-CN" altLang="en-US"/>
            </a:p>
          </p:txBody>
        </p:sp>
      </p:grpSp>
      <p:sp>
        <p:nvSpPr>
          <p:cNvPr id="58" name="椭圆 57"/>
          <p:cNvSpPr/>
          <p:nvPr/>
        </p:nvSpPr>
        <p:spPr>
          <a:xfrm>
            <a:off x="4785519" y="4227808"/>
            <a:ext cx="2620963" cy="323850"/>
          </a:xfrm>
          <a:prstGeom prst="ellipse">
            <a:avLst/>
          </a:prstGeom>
          <a:gradFill flip="none" rotWithShape="1">
            <a:gsLst>
              <a:gs pos="0">
                <a:schemeClr val="tx1">
                  <a:lumMod val="95000"/>
                  <a:lumOff val="5000"/>
                  <a:alpha val="65000"/>
                </a:schemeClr>
              </a:gs>
              <a:gs pos="90000">
                <a:schemeClr val="tx1">
                  <a:alpha val="0"/>
                  <a:lumMod val="0"/>
                  <a:lumOff val="100000"/>
                </a:schemeClr>
              </a:gs>
            </a:gsLst>
            <a:path path="shape">
              <a:fillToRect l="50000" t="50000" r="50000" b="50000"/>
            </a:path>
            <a:tileRect/>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9" name="椭圆 58"/>
          <p:cNvSpPr/>
          <p:nvPr/>
        </p:nvSpPr>
        <p:spPr>
          <a:xfrm>
            <a:off x="4039388" y="4951839"/>
            <a:ext cx="1293480" cy="159824"/>
          </a:xfrm>
          <a:prstGeom prst="ellipse">
            <a:avLst/>
          </a:prstGeom>
          <a:gradFill flip="none" rotWithShape="1">
            <a:gsLst>
              <a:gs pos="0">
                <a:schemeClr val="tx1">
                  <a:lumMod val="95000"/>
                  <a:lumOff val="5000"/>
                  <a:alpha val="65000"/>
                </a:schemeClr>
              </a:gs>
              <a:gs pos="90000">
                <a:schemeClr val="tx1">
                  <a:alpha val="0"/>
                  <a:lumMod val="0"/>
                  <a:lumOff val="100000"/>
                </a:schemeClr>
              </a:gs>
            </a:gsLst>
            <a:path path="shape">
              <a:fillToRect l="50000" t="50000" r="50000" b="50000"/>
            </a:path>
            <a:tileRect/>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0" name="椭圆 59"/>
          <p:cNvSpPr/>
          <p:nvPr/>
        </p:nvSpPr>
        <p:spPr>
          <a:xfrm>
            <a:off x="6674086" y="4951839"/>
            <a:ext cx="1293480" cy="159824"/>
          </a:xfrm>
          <a:prstGeom prst="ellipse">
            <a:avLst/>
          </a:prstGeom>
          <a:gradFill flip="none" rotWithShape="1">
            <a:gsLst>
              <a:gs pos="0">
                <a:schemeClr val="tx1">
                  <a:lumMod val="95000"/>
                  <a:lumOff val="5000"/>
                  <a:alpha val="65000"/>
                </a:schemeClr>
              </a:gs>
              <a:gs pos="90000">
                <a:schemeClr val="tx1">
                  <a:alpha val="0"/>
                  <a:lumMod val="0"/>
                  <a:lumOff val="100000"/>
                </a:schemeClr>
              </a:gs>
            </a:gsLst>
            <a:path path="shape">
              <a:fillToRect l="50000" t="50000" r="50000" b="50000"/>
            </a:path>
            <a:tileRect/>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1" name="椭圆 60"/>
          <p:cNvSpPr/>
          <p:nvPr/>
        </p:nvSpPr>
        <p:spPr>
          <a:xfrm>
            <a:off x="4116878" y="2519333"/>
            <a:ext cx="1293480" cy="159824"/>
          </a:xfrm>
          <a:prstGeom prst="ellipse">
            <a:avLst/>
          </a:prstGeom>
          <a:gradFill flip="none" rotWithShape="1">
            <a:gsLst>
              <a:gs pos="0">
                <a:schemeClr val="tx1">
                  <a:lumMod val="95000"/>
                  <a:lumOff val="5000"/>
                  <a:alpha val="65000"/>
                </a:schemeClr>
              </a:gs>
              <a:gs pos="90000">
                <a:schemeClr val="tx1">
                  <a:alpha val="0"/>
                  <a:lumMod val="0"/>
                  <a:lumOff val="100000"/>
                </a:schemeClr>
              </a:gs>
            </a:gsLst>
            <a:path path="shape">
              <a:fillToRect l="50000" t="50000" r="50000" b="50000"/>
            </a:path>
            <a:tileRect/>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椭圆 61"/>
          <p:cNvSpPr/>
          <p:nvPr/>
        </p:nvSpPr>
        <p:spPr>
          <a:xfrm>
            <a:off x="6751576" y="2519333"/>
            <a:ext cx="1293480" cy="159824"/>
          </a:xfrm>
          <a:prstGeom prst="ellipse">
            <a:avLst/>
          </a:prstGeom>
          <a:gradFill flip="none" rotWithShape="1">
            <a:gsLst>
              <a:gs pos="0">
                <a:schemeClr val="tx1">
                  <a:lumMod val="95000"/>
                  <a:lumOff val="5000"/>
                  <a:alpha val="65000"/>
                </a:schemeClr>
              </a:gs>
              <a:gs pos="90000">
                <a:schemeClr val="tx1">
                  <a:alpha val="0"/>
                  <a:lumMod val="0"/>
                  <a:lumOff val="100000"/>
                </a:schemeClr>
              </a:gs>
            </a:gsLst>
            <a:path path="shape">
              <a:fillToRect l="50000" t="50000" r="50000" b="50000"/>
            </a:path>
            <a:tileRect/>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椭圆 62"/>
          <p:cNvSpPr/>
          <p:nvPr/>
        </p:nvSpPr>
        <p:spPr>
          <a:xfrm>
            <a:off x="3700668" y="3821200"/>
            <a:ext cx="1293480" cy="159824"/>
          </a:xfrm>
          <a:prstGeom prst="ellipse">
            <a:avLst/>
          </a:prstGeom>
          <a:gradFill flip="none" rotWithShape="1">
            <a:gsLst>
              <a:gs pos="0">
                <a:schemeClr val="tx1">
                  <a:lumMod val="95000"/>
                  <a:lumOff val="5000"/>
                  <a:alpha val="65000"/>
                </a:schemeClr>
              </a:gs>
              <a:gs pos="90000">
                <a:schemeClr val="tx1">
                  <a:alpha val="0"/>
                  <a:lumMod val="0"/>
                  <a:lumOff val="100000"/>
                </a:schemeClr>
              </a:gs>
            </a:gsLst>
            <a:path path="shape">
              <a:fillToRect l="50000" t="50000" r="50000" b="50000"/>
            </a:path>
            <a:tileRect/>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4" name="椭圆 63"/>
          <p:cNvSpPr/>
          <p:nvPr/>
        </p:nvSpPr>
        <p:spPr>
          <a:xfrm>
            <a:off x="7182451" y="3821200"/>
            <a:ext cx="1293480" cy="159824"/>
          </a:xfrm>
          <a:prstGeom prst="ellipse">
            <a:avLst/>
          </a:prstGeom>
          <a:gradFill flip="none" rotWithShape="1">
            <a:gsLst>
              <a:gs pos="0">
                <a:schemeClr val="tx1">
                  <a:lumMod val="95000"/>
                  <a:lumOff val="5000"/>
                  <a:alpha val="65000"/>
                </a:schemeClr>
              </a:gs>
              <a:gs pos="90000">
                <a:schemeClr val="tx1">
                  <a:alpha val="0"/>
                  <a:lumMod val="0"/>
                  <a:lumOff val="100000"/>
                </a:schemeClr>
              </a:gs>
            </a:gsLst>
            <a:path path="shape">
              <a:fillToRect l="50000" t="50000" r="50000" b="50000"/>
            </a:path>
            <a:tileRect/>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5" name="椭圆 64"/>
          <p:cNvSpPr/>
          <p:nvPr/>
        </p:nvSpPr>
        <p:spPr>
          <a:xfrm>
            <a:off x="5441354" y="5605144"/>
            <a:ext cx="1293480" cy="159824"/>
          </a:xfrm>
          <a:prstGeom prst="ellipse">
            <a:avLst/>
          </a:prstGeom>
          <a:gradFill flip="none" rotWithShape="1">
            <a:gsLst>
              <a:gs pos="0">
                <a:schemeClr val="tx1">
                  <a:lumMod val="95000"/>
                  <a:lumOff val="5000"/>
                  <a:alpha val="65000"/>
                </a:schemeClr>
              </a:gs>
              <a:gs pos="90000">
                <a:schemeClr val="tx1">
                  <a:alpha val="0"/>
                  <a:lumMod val="0"/>
                  <a:lumOff val="100000"/>
                </a:schemeClr>
              </a:gs>
            </a:gsLst>
            <a:path path="shape">
              <a:fillToRect l="50000" t="50000" r="50000" b="50000"/>
            </a:path>
            <a:tileRect/>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6" name="椭圆 65"/>
          <p:cNvSpPr/>
          <p:nvPr/>
        </p:nvSpPr>
        <p:spPr>
          <a:xfrm>
            <a:off x="5441354" y="1994748"/>
            <a:ext cx="1293480" cy="159824"/>
          </a:xfrm>
          <a:prstGeom prst="ellipse">
            <a:avLst/>
          </a:prstGeom>
          <a:gradFill flip="none" rotWithShape="1">
            <a:gsLst>
              <a:gs pos="0">
                <a:schemeClr val="tx1">
                  <a:lumMod val="95000"/>
                  <a:lumOff val="5000"/>
                  <a:alpha val="65000"/>
                </a:schemeClr>
              </a:gs>
              <a:gs pos="90000">
                <a:schemeClr val="tx1">
                  <a:alpha val="0"/>
                  <a:lumMod val="0"/>
                  <a:lumOff val="100000"/>
                </a:schemeClr>
              </a:gs>
            </a:gsLst>
            <a:path path="shape">
              <a:fillToRect l="50000" t="50000" r="50000" b="50000"/>
            </a:path>
            <a:tileRect/>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1544587142"/>
      </p:ext>
    </p:extLst>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 name="Freeform 60"/>
          <p:cNvSpPr>
            <a:spLocks/>
          </p:cNvSpPr>
          <p:nvPr/>
        </p:nvSpPr>
        <p:spPr bwMode="auto">
          <a:xfrm>
            <a:off x="1007063" y="4143553"/>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 name="圆角矩形 96"/>
          <p:cNvSpPr/>
          <p:nvPr/>
        </p:nvSpPr>
        <p:spPr>
          <a:xfrm>
            <a:off x="1674755" y="4302838"/>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98" name="等腰三角形 97"/>
          <p:cNvSpPr/>
          <p:nvPr/>
        </p:nvSpPr>
        <p:spPr>
          <a:xfrm rot="16200000">
            <a:off x="1600123" y="4370382"/>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92" name="文本框 91"/>
          <p:cNvSpPr txBox="1"/>
          <p:nvPr/>
        </p:nvSpPr>
        <p:spPr>
          <a:xfrm>
            <a:off x="940215" y="4943154"/>
            <a:ext cx="3555585" cy="1089529"/>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网络</a:t>
            </a:r>
            <a:r>
              <a:rPr lang="en-US" altLang="zh-CN" dirty="0">
                <a:solidFill>
                  <a:prstClr val="black">
                    <a:lumMod val="65000"/>
                    <a:lumOff val="35000"/>
                  </a:prstClr>
                </a:solidFill>
                <a:latin typeface="微软雅黑" panose="020B0503020204020204" pitchFamily="34" charset="-122"/>
              </a:rPr>
              <a:t>EPS</a:t>
            </a:r>
            <a:r>
              <a:rPr lang="zh-CN" altLang="en-US" dirty="0">
                <a:solidFill>
                  <a:prstClr val="black">
                    <a:lumMod val="65000"/>
                    <a:lumOff val="35000"/>
                  </a:prstClr>
                </a:solidFill>
                <a:latin typeface="微软雅黑" panose="020B0503020204020204" pitchFamily="34" charset="-122"/>
              </a:rPr>
              <a:t>素材改编；</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可根据实际应用修改颜色；</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可根据实际排版调整大小。</a:t>
            </a:r>
            <a:endParaRPr lang="en-US" altLang="zh-CN" dirty="0">
              <a:solidFill>
                <a:prstClr val="black">
                  <a:lumMod val="65000"/>
                  <a:lumOff val="35000"/>
                </a:prstClr>
              </a:solidFill>
              <a:latin typeface="微软雅黑" panose="020B0503020204020204" pitchFamily="34" charset="-122"/>
            </a:endParaRPr>
          </a:p>
        </p:txBody>
      </p:sp>
      <p:sp>
        <p:nvSpPr>
          <p:cNvPr id="5" name="Freeform 6"/>
          <p:cNvSpPr>
            <a:spLocks/>
          </p:cNvSpPr>
          <p:nvPr/>
        </p:nvSpPr>
        <p:spPr bwMode="auto">
          <a:xfrm>
            <a:off x="6948486" y="395288"/>
            <a:ext cx="1455737" cy="2909888"/>
          </a:xfrm>
          <a:custGeom>
            <a:avLst/>
            <a:gdLst>
              <a:gd name="T0" fmla="*/ 0 w 917"/>
              <a:gd name="T1" fmla="*/ 916 h 1833"/>
              <a:gd name="T2" fmla="*/ 917 w 917"/>
              <a:gd name="T3" fmla="*/ 1833 h 1833"/>
              <a:gd name="T4" fmla="*/ 917 w 917"/>
              <a:gd name="T5" fmla="*/ 0 h 1833"/>
              <a:gd name="T6" fmla="*/ 0 w 917"/>
              <a:gd name="T7" fmla="*/ 916 h 1833"/>
            </a:gdLst>
            <a:ahLst/>
            <a:cxnLst>
              <a:cxn ang="0">
                <a:pos x="T0" y="T1"/>
              </a:cxn>
              <a:cxn ang="0">
                <a:pos x="T2" y="T3"/>
              </a:cxn>
              <a:cxn ang="0">
                <a:pos x="T4" y="T5"/>
              </a:cxn>
              <a:cxn ang="0">
                <a:pos x="T6" y="T7"/>
              </a:cxn>
            </a:cxnLst>
            <a:rect l="0" t="0" r="r" b="b"/>
            <a:pathLst>
              <a:path w="917" h="1833">
                <a:moveTo>
                  <a:pt x="0" y="916"/>
                </a:moveTo>
                <a:lnTo>
                  <a:pt x="917" y="1833"/>
                </a:lnTo>
                <a:lnTo>
                  <a:pt x="917" y="0"/>
                </a:lnTo>
                <a:lnTo>
                  <a:pt x="0" y="916"/>
                </a:lnTo>
                <a:close/>
              </a:path>
            </a:pathLst>
          </a:custGeom>
          <a:solidFill>
            <a:srgbClr val="F4E03E"/>
          </a:solidFill>
          <a:ln>
            <a:noFill/>
          </a:ln>
          <a:effectLst>
            <a:outerShdw blurRad="50800" dist="38100" dir="2700000" algn="tl" rotWithShape="0">
              <a:prstClr val="black">
                <a:alpha val="40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 name="Freeform 7"/>
          <p:cNvSpPr>
            <a:spLocks/>
          </p:cNvSpPr>
          <p:nvPr/>
        </p:nvSpPr>
        <p:spPr bwMode="auto">
          <a:xfrm>
            <a:off x="6948486" y="1846263"/>
            <a:ext cx="1455737" cy="1458913"/>
          </a:xfrm>
          <a:custGeom>
            <a:avLst/>
            <a:gdLst>
              <a:gd name="T0" fmla="*/ 0 w 917"/>
              <a:gd name="T1" fmla="*/ 2 h 919"/>
              <a:gd name="T2" fmla="*/ 917 w 917"/>
              <a:gd name="T3" fmla="*/ 919 h 919"/>
              <a:gd name="T4" fmla="*/ 917 w 917"/>
              <a:gd name="T5" fmla="*/ 0 h 919"/>
              <a:gd name="T6" fmla="*/ 0 w 917"/>
              <a:gd name="T7" fmla="*/ 2 h 919"/>
            </a:gdLst>
            <a:ahLst/>
            <a:cxnLst>
              <a:cxn ang="0">
                <a:pos x="T0" y="T1"/>
              </a:cxn>
              <a:cxn ang="0">
                <a:pos x="T2" y="T3"/>
              </a:cxn>
              <a:cxn ang="0">
                <a:pos x="T4" y="T5"/>
              </a:cxn>
              <a:cxn ang="0">
                <a:pos x="T6" y="T7"/>
              </a:cxn>
            </a:cxnLst>
            <a:rect l="0" t="0" r="r" b="b"/>
            <a:pathLst>
              <a:path w="917" h="919">
                <a:moveTo>
                  <a:pt x="0" y="2"/>
                </a:moveTo>
                <a:lnTo>
                  <a:pt x="917" y="919"/>
                </a:lnTo>
                <a:lnTo>
                  <a:pt x="917" y="0"/>
                </a:lnTo>
                <a:lnTo>
                  <a:pt x="0" y="2"/>
                </a:lnTo>
                <a:close/>
              </a:path>
            </a:pathLst>
          </a:custGeom>
          <a:solidFill>
            <a:srgbClr val="F5C1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 name="Freeform 8"/>
          <p:cNvSpPr>
            <a:spLocks/>
          </p:cNvSpPr>
          <p:nvPr/>
        </p:nvSpPr>
        <p:spPr bwMode="auto">
          <a:xfrm>
            <a:off x="8574086" y="3479801"/>
            <a:ext cx="2057400" cy="2057400"/>
          </a:xfrm>
          <a:custGeom>
            <a:avLst/>
            <a:gdLst>
              <a:gd name="T0" fmla="*/ 1296 w 1296"/>
              <a:gd name="T1" fmla="*/ 0 h 1296"/>
              <a:gd name="T2" fmla="*/ 0 w 1296"/>
              <a:gd name="T3" fmla="*/ 0 h 1296"/>
              <a:gd name="T4" fmla="*/ 1296 w 1296"/>
              <a:gd name="T5" fmla="*/ 1296 h 1296"/>
              <a:gd name="T6" fmla="*/ 1296 w 1296"/>
              <a:gd name="T7" fmla="*/ 0 h 1296"/>
            </a:gdLst>
            <a:ahLst/>
            <a:cxnLst>
              <a:cxn ang="0">
                <a:pos x="T0" y="T1"/>
              </a:cxn>
              <a:cxn ang="0">
                <a:pos x="T2" y="T3"/>
              </a:cxn>
              <a:cxn ang="0">
                <a:pos x="T4" y="T5"/>
              </a:cxn>
              <a:cxn ang="0">
                <a:pos x="T6" y="T7"/>
              </a:cxn>
            </a:cxnLst>
            <a:rect l="0" t="0" r="r" b="b"/>
            <a:pathLst>
              <a:path w="1296" h="1296">
                <a:moveTo>
                  <a:pt x="1296" y="0"/>
                </a:moveTo>
                <a:lnTo>
                  <a:pt x="0" y="0"/>
                </a:lnTo>
                <a:lnTo>
                  <a:pt x="1296" y="1296"/>
                </a:lnTo>
                <a:lnTo>
                  <a:pt x="1296" y="0"/>
                </a:lnTo>
                <a:close/>
              </a:path>
            </a:pathLst>
          </a:custGeom>
          <a:solidFill>
            <a:srgbClr val="7C3D92"/>
          </a:solidFill>
          <a:ln>
            <a:noFill/>
          </a:ln>
          <a:effectLst>
            <a:outerShdw blurRad="50800" dist="38100" dir="2700000" algn="tl" rotWithShape="0">
              <a:prstClr val="black">
                <a:alpha val="40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 name="Freeform 9"/>
          <p:cNvSpPr>
            <a:spLocks/>
          </p:cNvSpPr>
          <p:nvPr/>
        </p:nvSpPr>
        <p:spPr bwMode="auto">
          <a:xfrm>
            <a:off x="8574086" y="3479801"/>
            <a:ext cx="2057400" cy="1028700"/>
          </a:xfrm>
          <a:custGeom>
            <a:avLst/>
            <a:gdLst>
              <a:gd name="T0" fmla="*/ 1296 w 1296"/>
              <a:gd name="T1" fmla="*/ 0 h 648"/>
              <a:gd name="T2" fmla="*/ 0 w 1296"/>
              <a:gd name="T3" fmla="*/ 0 h 648"/>
              <a:gd name="T4" fmla="*/ 648 w 1296"/>
              <a:gd name="T5" fmla="*/ 648 h 648"/>
              <a:gd name="T6" fmla="*/ 1296 w 1296"/>
              <a:gd name="T7" fmla="*/ 0 h 648"/>
            </a:gdLst>
            <a:ahLst/>
            <a:cxnLst>
              <a:cxn ang="0">
                <a:pos x="T0" y="T1"/>
              </a:cxn>
              <a:cxn ang="0">
                <a:pos x="T2" y="T3"/>
              </a:cxn>
              <a:cxn ang="0">
                <a:pos x="T4" y="T5"/>
              </a:cxn>
              <a:cxn ang="0">
                <a:pos x="T6" y="T7"/>
              </a:cxn>
            </a:cxnLst>
            <a:rect l="0" t="0" r="r" b="b"/>
            <a:pathLst>
              <a:path w="1296" h="648">
                <a:moveTo>
                  <a:pt x="1296" y="0"/>
                </a:moveTo>
                <a:lnTo>
                  <a:pt x="0" y="0"/>
                </a:lnTo>
                <a:lnTo>
                  <a:pt x="648" y="648"/>
                </a:lnTo>
                <a:lnTo>
                  <a:pt x="1296" y="0"/>
                </a:lnTo>
                <a:close/>
              </a:path>
            </a:pathLst>
          </a:custGeom>
          <a:solidFill>
            <a:srgbClr val="9274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 name="Freeform 10"/>
          <p:cNvSpPr>
            <a:spLocks/>
          </p:cNvSpPr>
          <p:nvPr/>
        </p:nvSpPr>
        <p:spPr bwMode="auto">
          <a:xfrm>
            <a:off x="8574086" y="1927226"/>
            <a:ext cx="2911475" cy="1454150"/>
          </a:xfrm>
          <a:custGeom>
            <a:avLst/>
            <a:gdLst>
              <a:gd name="T0" fmla="*/ 917 w 1834"/>
              <a:gd name="T1" fmla="*/ 0 h 916"/>
              <a:gd name="T2" fmla="*/ 1834 w 1834"/>
              <a:gd name="T3" fmla="*/ 916 h 916"/>
              <a:gd name="T4" fmla="*/ 0 w 1834"/>
              <a:gd name="T5" fmla="*/ 916 h 916"/>
              <a:gd name="T6" fmla="*/ 917 w 1834"/>
              <a:gd name="T7" fmla="*/ 0 h 916"/>
            </a:gdLst>
            <a:ahLst/>
            <a:cxnLst>
              <a:cxn ang="0">
                <a:pos x="T0" y="T1"/>
              </a:cxn>
              <a:cxn ang="0">
                <a:pos x="T2" y="T3"/>
              </a:cxn>
              <a:cxn ang="0">
                <a:pos x="T4" y="T5"/>
              </a:cxn>
              <a:cxn ang="0">
                <a:pos x="T6" y="T7"/>
              </a:cxn>
            </a:cxnLst>
            <a:rect l="0" t="0" r="r" b="b"/>
            <a:pathLst>
              <a:path w="1834" h="916">
                <a:moveTo>
                  <a:pt x="917" y="0"/>
                </a:moveTo>
                <a:lnTo>
                  <a:pt x="1834" y="916"/>
                </a:lnTo>
                <a:lnTo>
                  <a:pt x="0" y="916"/>
                </a:lnTo>
                <a:lnTo>
                  <a:pt x="917" y="0"/>
                </a:lnTo>
                <a:close/>
              </a:path>
            </a:pathLst>
          </a:custGeom>
          <a:solidFill>
            <a:srgbClr val="E54A78"/>
          </a:solidFill>
          <a:ln>
            <a:noFill/>
          </a:ln>
          <a:effectLst>
            <a:outerShdw blurRad="50800" dist="38100" dir="2700000" algn="tl" rotWithShape="0">
              <a:prstClr val="black">
                <a:alpha val="40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 name="Freeform 11"/>
          <p:cNvSpPr>
            <a:spLocks/>
          </p:cNvSpPr>
          <p:nvPr/>
        </p:nvSpPr>
        <p:spPr bwMode="auto">
          <a:xfrm>
            <a:off x="10029823" y="1927226"/>
            <a:ext cx="1455737" cy="1454150"/>
          </a:xfrm>
          <a:custGeom>
            <a:avLst/>
            <a:gdLst>
              <a:gd name="T0" fmla="*/ 0 w 917"/>
              <a:gd name="T1" fmla="*/ 0 h 916"/>
              <a:gd name="T2" fmla="*/ 917 w 917"/>
              <a:gd name="T3" fmla="*/ 916 h 916"/>
              <a:gd name="T4" fmla="*/ 0 w 917"/>
              <a:gd name="T5" fmla="*/ 916 h 916"/>
              <a:gd name="T6" fmla="*/ 0 w 917"/>
              <a:gd name="T7" fmla="*/ 0 h 916"/>
            </a:gdLst>
            <a:ahLst/>
            <a:cxnLst>
              <a:cxn ang="0">
                <a:pos x="T0" y="T1"/>
              </a:cxn>
              <a:cxn ang="0">
                <a:pos x="T2" y="T3"/>
              </a:cxn>
              <a:cxn ang="0">
                <a:pos x="T4" y="T5"/>
              </a:cxn>
              <a:cxn ang="0">
                <a:pos x="T6" y="T7"/>
              </a:cxn>
            </a:cxnLst>
            <a:rect l="0" t="0" r="r" b="b"/>
            <a:pathLst>
              <a:path w="917" h="916">
                <a:moveTo>
                  <a:pt x="0" y="0"/>
                </a:moveTo>
                <a:lnTo>
                  <a:pt x="917" y="916"/>
                </a:lnTo>
                <a:lnTo>
                  <a:pt x="0" y="916"/>
                </a:lnTo>
                <a:lnTo>
                  <a:pt x="0" y="0"/>
                </a:lnTo>
                <a:close/>
              </a:path>
            </a:pathLst>
          </a:custGeom>
          <a:solidFill>
            <a:srgbClr val="ED7F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 name="Freeform 12"/>
          <p:cNvSpPr>
            <a:spLocks/>
          </p:cNvSpPr>
          <p:nvPr/>
        </p:nvSpPr>
        <p:spPr bwMode="auto">
          <a:xfrm>
            <a:off x="8501061" y="1249363"/>
            <a:ext cx="2057400" cy="2055813"/>
          </a:xfrm>
          <a:custGeom>
            <a:avLst/>
            <a:gdLst>
              <a:gd name="T0" fmla="*/ 0 w 1296"/>
              <a:gd name="T1" fmla="*/ 0 h 1295"/>
              <a:gd name="T2" fmla="*/ 1296 w 1296"/>
              <a:gd name="T3" fmla="*/ 0 h 1295"/>
              <a:gd name="T4" fmla="*/ 0 w 1296"/>
              <a:gd name="T5" fmla="*/ 1295 h 1295"/>
              <a:gd name="T6" fmla="*/ 0 w 1296"/>
              <a:gd name="T7" fmla="*/ 0 h 1295"/>
            </a:gdLst>
            <a:ahLst/>
            <a:cxnLst>
              <a:cxn ang="0">
                <a:pos x="T0" y="T1"/>
              </a:cxn>
              <a:cxn ang="0">
                <a:pos x="T2" y="T3"/>
              </a:cxn>
              <a:cxn ang="0">
                <a:pos x="T4" y="T5"/>
              </a:cxn>
              <a:cxn ang="0">
                <a:pos x="T6" y="T7"/>
              </a:cxn>
            </a:cxnLst>
            <a:rect l="0" t="0" r="r" b="b"/>
            <a:pathLst>
              <a:path w="1296" h="1295">
                <a:moveTo>
                  <a:pt x="0" y="0"/>
                </a:moveTo>
                <a:lnTo>
                  <a:pt x="1296" y="0"/>
                </a:lnTo>
                <a:lnTo>
                  <a:pt x="0" y="1295"/>
                </a:lnTo>
                <a:lnTo>
                  <a:pt x="0" y="0"/>
                </a:lnTo>
                <a:close/>
              </a:path>
            </a:pathLst>
          </a:custGeom>
          <a:solidFill>
            <a:srgbClr val="EE771A"/>
          </a:solidFill>
          <a:ln>
            <a:noFill/>
          </a:ln>
          <a:effectLst>
            <a:outerShdw blurRad="50800" dist="38100" dir="2700000" algn="tl" rotWithShape="0">
              <a:prstClr val="black">
                <a:alpha val="40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 name="Freeform 13"/>
          <p:cNvSpPr>
            <a:spLocks/>
          </p:cNvSpPr>
          <p:nvPr/>
        </p:nvSpPr>
        <p:spPr bwMode="auto">
          <a:xfrm>
            <a:off x="8501061" y="1249363"/>
            <a:ext cx="2057400" cy="1031875"/>
          </a:xfrm>
          <a:custGeom>
            <a:avLst/>
            <a:gdLst>
              <a:gd name="T0" fmla="*/ 0 w 1296"/>
              <a:gd name="T1" fmla="*/ 0 h 650"/>
              <a:gd name="T2" fmla="*/ 1296 w 1296"/>
              <a:gd name="T3" fmla="*/ 0 h 650"/>
              <a:gd name="T4" fmla="*/ 646 w 1296"/>
              <a:gd name="T5" fmla="*/ 650 h 650"/>
              <a:gd name="T6" fmla="*/ 0 w 1296"/>
              <a:gd name="T7" fmla="*/ 0 h 650"/>
            </a:gdLst>
            <a:ahLst/>
            <a:cxnLst>
              <a:cxn ang="0">
                <a:pos x="T0" y="T1"/>
              </a:cxn>
              <a:cxn ang="0">
                <a:pos x="T2" y="T3"/>
              </a:cxn>
              <a:cxn ang="0">
                <a:pos x="T4" y="T5"/>
              </a:cxn>
              <a:cxn ang="0">
                <a:pos x="T6" y="T7"/>
              </a:cxn>
            </a:cxnLst>
            <a:rect l="0" t="0" r="r" b="b"/>
            <a:pathLst>
              <a:path w="1296" h="650">
                <a:moveTo>
                  <a:pt x="0" y="0"/>
                </a:moveTo>
                <a:lnTo>
                  <a:pt x="1296" y="0"/>
                </a:lnTo>
                <a:lnTo>
                  <a:pt x="646" y="650"/>
                </a:lnTo>
                <a:lnTo>
                  <a:pt x="0" y="0"/>
                </a:lnTo>
                <a:close/>
              </a:path>
            </a:pathLst>
          </a:custGeom>
          <a:solidFill>
            <a:srgbClr val="F5A5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 name="Freeform 14"/>
          <p:cNvSpPr>
            <a:spLocks/>
          </p:cNvSpPr>
          <p:nvPr/>
        </p:nvSpPr>
        <p:spPr bwMode="auto">
          <a:xfrm>
            <a:off x="8501061" y="3552826"/>
            <a:ext cx="1455737" cy="2909888"/>
          </a:xfrm>
          <a:custGeom>
            <a:avLst/>
            <a:gdLst>
              <a:gd name="T0" fmla="*/ 917 w 917"/>
              <a:gd name="T1" fmla="*/ 916 h 1833"/>
              <a:gd name="T2" fmla="*/ 0 w 917"/>
              <a:gd name="T3" fmla="*/ 1833 h 1833"/>
              <a:gd name="T4" fmla="*/ 0 w 917"/>
              <a:gd name="T5" fmla="*/ 0 h 1833"/>
              <a:gd name="T6" fmla="*/ 917 w 917"/>
              <a:gd name="T7" fmla="*/ 916 h 1833"/>
            </a:gdLst>
            <a:ahLst/>
            <a:cxnLst>
              <a:cxn ang="0">
                <a:pos x="T0" y="T1"/>
              </a:cxn>
              <a:cxn ang="0">
                <a:pos x="T2" y="T3"/>
              </a:cxn>
              <a:cxn ang="0">
                <a:pos x="T4" y="T5"/>
              </a:cxn>
              <a:cxn ang="0">
                <a:pos x="T6" y="T7"/>
              </a:cxn>
            </a:cxnLst>
            <a:rect l="0" t="0" r="r" b="b"/>
            <a:pathLst>
              <a:path w="917" h="1833">
                <a:moveTo>
                  <a:pt x="917" y="916"/>
                </a:moveTo>
                <a:lnTo>
                  <a:pt x="0" y="1833"/>
                </a:lnTo>
                <a:lnTo>
                  <a:pt x="0" y="0"/>
                </a:lnTo>
                <a:lnTo>
                  <a:pt x="917" y="916"/>
                </a:lnTo>
                <a:close/>
              </a:path>
            </a:pathLst>
          </a:custGeom>
          <a:solidFill>
            <a:srgbClr val="0F63A1"/>
          </a:solidFill>
          <a:ln>
            <a:noFill/>
          </a:ln>
          <a:effectLst>
            <a:outerShdw blurRad="50800" dist="38100" dir="2700000" algn="tl" rotWithShape="0">
              <a:prstClr val="black">
                <a:alpha val="40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 name="Freeform 15"/>
          <p:cNvSpPr>
            <a:spLocks/>
          </p:cNvSpPr>
          <p:nvPr/>
        </p:nvSpPr>
        <p:spPr bwMode="auto">
          <a:xfrm>
            <a:off x="8501061" y="3552826"/>
            <a:ext cx="1455737" cy="1454150"/>
          </a:xfrm>
          <a:custGeom>
            <a:avLst/>
            <a:gdLst>
              <a:gd name="T0" fmla="*/ 917 w 917"/>
              <a:gd name="T1" fmla="*/ 916 h 916"/>
              <a:gd name="T2" fmla="*/ 0 w 917"/>
              <a:gd name="T3" fmla="*/ 916 h 916"/>
              <a:gd name="T4" fmla="*/ 0 w 917"/>
              <a:gd name="T5" fmla="*/ 0 h 916"/>
              <a:gd name="T6" fmla="*/ 917 w 917"/>
              <a:gd name="T7" fmla="*/ 916 h 916"/>
            </a:gdLst>
            <a:ahLst/>
            <a:cxnLst>
              <a:cxn ang="0">
                <a:pos x="T0" y="T1"/>
              </a:cxn>
              <a:cxn ang="0">
                <a:pos x="T2" y="T3"/>
              </a:cxn>
              <a:cxn ang="0">
                <a:pos x="T4" y="T5"/>
              </a:cxn>
              <a:cxn ang="0">
                <a:pos x="T6" y="T7"/>
              </a:cxn>
            </a:cxnLst>
            <a:rect l="0" t="0" r="r" b="b"/>
            <a:pathLst>
              <a:path w="917" h="916">
                <a:moveTo>
                  <a:pt x="917" y="916"/>
                </a:moveTo>
                <a:lnTo>
                  <a:pt x="0" y="916"/>
                </a:lnTo>
                <a:lnTo>
                  <a:pt x="0" y="0"/>
                </a:lnTo>
                <a:lnTo>
                  <a:pt x="917" y="916"/>
                </a:lnTo>
                <a:close/>
              </a:path>
            </a:pathLst>
          </a:custGeom>
          <a:solidFill>
            <a:srgbClr val="248F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 name="Freeform 16"/>
          <p:cNvSpPr>
            <a:spLocks/>
          </p:cNvSpPr>
          <p:nvPr/>
        </p:nvSpPr>
        <p:spPr bwMode="auto">
          <a:xfrm>
            <a:off x="6346823" y="3552826"/>
            <a:ext cx="2057400" cy="2060575"/>
          </a:xfrm>
          <a:custGeom>
            <a:avLst/>
            <a:gdLst>
              <a:gd name="T0" fmla="*/ 1296 w 1296"/>
              <a:gd name="T1" fmla="*/ 1298 h 1298"/>
              <a:gd name="T2" fmla="*/ 0 w 1296"/>
              <a:gd name="T3" fmla="*/ 1298 h 1298"/>
              <a:gd name="T4" fmla="*/ 1296 w 1296"/>
              <a:gd name="T5" fmla="*/ 0 h 1298"/>
              <a:gd name="T6" fmla="*/ 1296 w 1296"/>
              <a:gd name="T7" fmla="*/ 1298 h 1298"/>
            </a:gdLst>
            <a:ahLst/>
            <a:cxnLst>
              <a:cxn ang="0">
                <a:pos x="T0" y="T1"/>
              </a:cxn>
              <a:cxn ang="0">
                <a:pos x="T2" y="T3"/>
              </a:cxn>
              <a:cxn ang="0">
                <a:pos x="T4" y="T5"/>
              </a:cxn>
              <a:cxn ang="0">
                <a:pos x="T6" y="T7"/>
              </a:cxn>
            </a:cxnLst>
            <a:rect l="0" t="0" r="r" b="b"/>
            <a:pathLst>
              <a:path w="1296" h="1298">
                <a:moveTo>
                  <a:pt x="1296" y="1298"/>
                </a:moveTo>
                <a:lnTo>
                  <a:pt x="0" y="1298"/>
                </a:lnTo>
                <a:lnTo>
                  <a:pt x="1296" y="0"/>
                </a:lnTo>
                <a:lnTo>
                  <a:pt x="1296" y="1298"/>
                </a:lnTo>
                <a:close/>
              </a:path>
            </a:pathLst>
          </a:custGeom>
          <a:solidFill>
            <a:srgbClr val="258FB9"/>
          </a:solidFill>
          <a:ln>
            <a:noFill/>
          </a:ln>
          <a:effectLst>
            <a:outerShdw blurRad="50800" dist="38100" dir="2700000" algn="tl" rotWithShape="0">
              <a:prstClr val="black">
                <a:alpha val="40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 name="Freeform 17"/>
          <p:cNvSpPr>
            <a:spLocks/>
          </p:cNvSpPr>
          <p:nvPr/>
        </p:nvSpPr>
        <p:spPr bwMode="auto">
          <a:xfrm>
            <a:off x="7375523" y="3552826"/>
            <a:ext cx="1028700" cy="2060575"/>
          </a:xfrm>
          <a:custGeom>
            <a:avLst/>
            <a:gdLst>
              <a:gd name="T0" fmla="*/ 648 w 648"/>
              <a:gd name="T1" fmla="*/ 1298 h 1298"/>
              <a:gd name="T2" fmla="*/ 0 w 648"/>
              <a:gd name="T3" fmla="*/ 648 h 1298"/>
              <a:gd name="T4" fmla="*/ 648 w 648"/>
              <a:gd name="T5" fmla="*/ 0 h 1298"/>
              <a:gd name="T6" fmla="*/ 648 w 648"/>
              <a:gd name="T7" fmla="*/ 1298 h 1298"/>
            </a:gdLst>
            <a:ahLst/>
            <a:cxnLst>
              <a:cxn ang="0">
                <a:pos x="T0" y="T1"/>
              </a:cxn>
              <a:cxn ang="0">
                <a:pos x="T2" y="T3"/>
              </a:cxn>
              <a:cxn ang="0">
                <a:pos x="T4" y="T5"/>
              </a:cxn>
              <a:cxn ang="0">
                <a:pos x="T6" y="T7"/>
              </a:cxn>
            </a:cxnLst>
            <a:rect l="0" t="0" r="r" b="b"/>
            <a:pathLst>
              <a:path w="648" h="1298">
                <a:moveTo>
                  <a:pt x="648" y="1298"/>
                </a:moveTo>
                <a:lnTo>
                  <a:pt x="0" y="648"/>
                </a:lnTo>
                <a:lnTo>
                  <a:pt x="648" y="0"/>
                </a:lnTo>
                <a:lnTo>
                  <a:pt x="648" y="1298"/>
                </a:lnTo>
                <a:close/>
              </a:path>
            </a:pathLst>
          </a:custGeom>
          <a:solidFill>
            <a:srgbClr val="36AC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 name="Freeform 18"/>
          <p:cNvSpPr>
            <a:spLocks/>
          </p:cNvSpPr>
          <p:nvPr/>
        </p:nvSpPr>
        <p:spPr bwMode="auto">
          <a:xfrm>
            <a:off x="5416548" y="3479801"/>
            <a:ext cx="2909887" cy="1455738"/>
          </a:xfrm>
          <a:custGeom>
            <a:avLst/>
            <a:gdLst>
              <a:gd name="T0" fmla="*/ 916 w 1833"/>
              <a:gd name="T1" fmla="*/ 917 h 917"/>
              <a:gd name="T2" fmla="*/ 0 w 1833"/>
              <a:gd name="T3" fmla="*/ 0 h 917"/>
              <a:gd name="T4" fmla="*/ 1833 w 1833"/>
              <a:gd name="T5" fmla="*/ 0 h 917"/>
              <a:gd name="T6" fmla="*/ 916 w 1833"/>
              <a:gd name="T7" fmla="*/ 917 h 917"/>
            </a:gdLst>
            <a:ahLst/>
            <a:cxnLst>
              <a:cxn ang="0">
                <a:pos x="T0" y="T1"/>
              </a:cxn>
              <a:cxn ang="0">
                <a:pos x="T2" y="T3"/>
              </a:cxn>
              <a:cxn ang="0">
                <a:pos x="T4" y="T5"/>
              </a:cxn>
              <a:cxn ang="0">
                <a:pos x="T6" y="T7"/>
              </a:cxn>
            </a:cxnLst>
            <a:rect l="0" t="0" r="r" b="b"/>
            <a:pathLst>
              <a:path w="1833" h="917">
                <a:moveTo>
                  <a:pt x="916" y="917"/>
                </a:moveTo>
                <a:lnTo>
                  <a:pt x="0" y="0"/>
                </a:lnTo>
                <a:lnTo>
                  <a:pt x="1833" y="0"/>
                </a:lnTo>
                <a:lnTo>
                  <a:pt x="916" y="917"/>
                </a:lnTo>
                <a:close/>
              </a:path>
            </a:pathLst>
          </a:custGeom>
          <a:solidFill>
            <a:srgbClr val="8EBA27"/>
          </a:solidFill>
          <a:ln>
            <a:noFill/>
          </a:ln>
          <a:effectLst>
            <a:outerShdw blurRad="50800" dist="38100" dir="2700000" algn="tl" rotWithShape="0">
              <a:prstClr val="black">
                <a:alpha val="40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 name="Freeform 19"/>
          <p:cNvSpPr>
            <a:spLocks/>
          </p:cNvSpPr>
          <p:nvPr/>
        </p:nvSpPr>
        <p:spPr bwMode="auto">
          <a:xfrm>
            <a:off x="6870698" y="3479801"/>
            <a:ext cx="1455737" cy="1455738"/>
          </a:xfrm>
          <a:custGeom>
            <a:avLst/>
            <a:gdLst>
              <a:gd name="T0" fmla="*/ 0 w 917"/>
              <a:gd name="T1" fmla="*/ 917 h 917"/>
              <a:gd name="T2" fmla="*/ 0 w 917"/>
              <a:gd name="T3" fmla="*/ 0 h 917"/>
              <a:gd name="T4" fmla="*/ 917 w 917"/>
              <a:gd name="T5" fmla="*/ 0 h 917"/>
              <a:gd name="T6" fmla="*/ 0 w 917"/>
              <a:gd name="T7" fmla="*/ 917 h 917"/>
            </a:gdLst>
            <a:ahLst/>
            <a:cxnLst>
              <a:cxn ang="0">
                <a:pos x="T0" y="T1"/>
              </a:cxn>
              <a:cxn ang="0">
                <a:pos x="T2" y="T3"/>
              </a:cxn>
              <a:cxn ang="0">
                <a:pos x="T4" y="T5"/>
              </a:cxn>
              <a:cxn ang="0">
                <a:pos x="T6" y="T7"/>
              </a:cxn>
            </a:cxnLst>
            <a:rect l="0" t="0" r="r" b="b"/>
            <a:pathLst>
              <a:path w="917" h="917">
                <a:moveTo>
                  <a:pt x="0" y="917"/>
                </a:moveTo>
                <a:lnTo>
                  <a:pt x="0" y="0"/>
                </a:lnTo>
                <a:lnTo>
                  <a:pt x="917" y="0"/>
                </a:lnTo>
                <a:lnTo>
                  <a:pt x="0" y="917"/>
                </a:lnTo>
                <a:close/>
              </a:path>
            </a:pathLst>
          </a:custGeom>
          <a:solidFill>
            <a:srgbClr val="68A1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 name="Freeform 20"/>
          <p:cNvSpPr>
            <a:spLocks/>
          </p:cNvSpPr>
          <p:nvPr/>
        </p:nvSpPr>
        <p:spPr bwMode="auto">
          <a:xfrm>
            <a:off x="6261098" y="1325563"/>
            <a:ext cx="2062162" cy="2055813"/>
          </a:xfrm>
          <a:custGeom>
            <a:avLst/>
            <a:gdLst>
              <a:gd name="T0" fmla="*/ 0 w 1299"/>
              <a:gd name="T1" fmla="*/ 1295 h 1295"/>
              <a:gd name="T2" fmla="*/ 0 w 1299"/>
              <a:gd name="T3" fmla="*/ 0 h 1295"/>
              <a:gd name="T4" fmla="*/ 1299 w 1299"/>
              <a:gd name="T5" fmla="*/ 1295 h 1295"/>
              <a:gd name="T6" fmla="*/ 0 w 1299"/>
              <a:gd name="T7" fmla="*/ 1295 h 1295"/>
            </a:gdLst>
            <a:ahLst/>
            <a:cxnLst>
              <a:cxn ang="0">
                <a:pos x="T0" y="T1"/>
              </a:cxn>
              <a:cxn ang="0">
                <a:pos x="T2" y="T3"/>
              </a:cxn>
              <a:cxn ang="0">
                <a:pos x="T4" y="T5"/>
              </a:cxn>
              <a:cxn ang="0">
                <a:pos x="T6" y="T7"/>
              </a:cxn>
            </a:cxnLst>
            <a:rect l="0" t="0" r="r" b="b"/>
            <a:pathLst>
              <a:path w="1299" h="1295">
                <a:moveTo>
                  <a:pt x="0" y="1295"/>
                </a:moveTo>
                <a:lnTo>
                  <a:pt x="0" y="0"/>
                </a:lnTo>
                <a:lnTo>
                  <a:pt x="1299" y="1295"/>
                </a:lnTo>
                <a:lnTo>
                  <a:pt x="0" y="1295"/>
                </a:lnTo>
                <a:close/>
              </a:path>
            </a:pathLst>
          </a:custGeom>
          <a:solidFill>
            <a:srgbClr val="C3D838"/>
          </a:solidFill>
          <a:ln>
            <a:noFill/>
          </a:ln>
          <a:effectLst>
            <a:outerShdw blurRad="50800" dist="38100" dir="2700000" algn="tl" rotWithShape="0">
              <a:prstClr val="black">
                <a:alpha val="40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 name="Freeform 21"/>
          <p:cNvSpPr>
            <a:spLocks/>
          </p:cNvSpPr>
          <p:nvPr/>
        </p:nvSpPr>
        <p:spPr bwMode="auto">
          <a:xfrm>
            <a:off x="6261098" y="2354263"/>
            <a:ext cx="2062162" cy="1027113"/>
          </a:xfrm>
          <a:custGeom>
            <a:avLst/>
            <a:gdLst>
              <a:gd name="T0" fmla="*/ 0 w 1299"/>
              <a:gd name="T1" fmla="*/ 647 h 647"/>
              <a:gd name="T2" fmla="*/ 651 w 1299"/>
              <a:gd name="T3" fmla="*/ 0 h 647"/>
              <a:gd name="T4" fmla="*/ 1299 w 1299"/>
              <a:gd name="T5" fmla="*/ 647 h 647"/>
              <a:gd name="T6" fmla="*/ 0 w 1299"/>
              <a:gd name="T7" fmla="*/ 647 h 647"/>
            </a:gdLst>
            <a:ahLst/>
            <a:cxnLst>
              <a:cxn ang="0">
                <a:pos x="T0" y="T1"/>
              </a:cxn>
              <a:cxn ang="0">
                <a:pos x="T2" y="T3"/>
              </a:cxn>
              <a:cxn ang="0">
                <a:pos x="T4" y="T5"/>
              </a:cxn>
              <a:cxn ang="0">
                <a:pos x="T6" y="T7"/>
              </a:cxn>
            </a:cxnLst>
            <a:rect l="0" t="0" r="r" b="b"/>
            <a:pathLst>
              <a:path w="1299" h="647">
                <a:moveTo>
                  <a:pt x="0" y="647"/>
                </a:moveTo>
                <a:lnTo>
                  <a:pt x="651" y="0"/>
                </a:lnTo>
                <a:lnTo>
                  <a:pt x="1299" y="647"/>
                </a:lnTo>
                <a:lnTo>
                  <a:pt x="0" y="647"/>
                </a:lnTo>
                <a:close/>
              </a:path>
            </a:pathLst>
          </a:custGeom>
          <a:solidFill>
            <a:srgbClr val="A7CA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 name="Freeform 910"/>
          <p:cNvSpPr>
            <a:spLocks/>
          </p:cNvSpPr>
          <p:nvPr/>
        </p:nvSpPr>
        <p:spPr bwMode="auto">
          <a:xfrm>
            <a:off x="9317732" y="2743932"/>
            <a:ext cx="452623" cy="456713"/>
          </a:xfrm>
          <a:custGeom>
            <a:avLst/>
            <a:gdLst>
              <a:gd name="T0" fmla="*/ 140 w 280"/>
              <a:gd name="T1" fmla="*/ 0 h 283"/>
              <a:gd name="T2" fmla="*/ 0 w 280"/>
              <a:gd name="T3" fmla="*/ 122 h 283"/>
              <a:gd name="T4" fmla="*/ 34 w 280"/>
              <a:gd name="T5" fmla="*/ 104 h 283"/>
              <a:gd name="T6" fmla="*/ 70 w 280"/>
              <a:gd name="T7" fmla="*/ 124 h 283"/>
              <a:gd name="T8" fmla="*/ 105 w 280"/>
              <a:gd name="T9" fmla="*/ 104 h 283"/>
              <a:gd name="T10" fmla="*/ 135 w 280"/>
              <a:gd name="T11" fmla="*/ 117 h 283"/>
              <a:gd name="T12" fmla="*/ 135 w 280"/>
              <a:gd name="T13" fmla="*/ 194 h 283"/>
              <a:gd name="T14" fmla="*/ 129 w 280"/>
              <a:gd name="T15" fmla="*/ 194 h 283"/>
              <a:gd name="T16" fmla="*/ 129 w 280"/>
              <a:gd name="T17" fmla="*/ 222 h 283"/>
              <a:gd name="T18" fmla="*/ 129 w 280"/>
              <a:gd name="T19" fmla="*/ 250 h 283"/>
              <a:gd name="T20" fmla="*/ 127 w 280"/>
              <a:gd name="T21" fmla="*/ 259 h 283"/>
              <a:gd name="T22" fmla="*/ 117 w 280"/>
              <a:gd name="T23" fmla="*/ 264 h 283"/>
              <a:gd name="T24" fmla="*/ 113 w 280"/>
              <a:gd name="T25" fmla="*/ 264 h 283"/>
              <a:gd name="T26" fmla="*/ 107 w 280"/>
              <a:gd name="T27" fmla="*/ 261 h 283"/>
              <a:gd name="T28" fmla="*/ 105 w 280"/>
              <a:gd name="T29" fmla="*/ 257 h 283"/>
              <a:gd name="T30" fmla="*/ 104 w 280"/>
              <a:gd name="T31" fmla="*/ 251 h 283"/>
              <a:gd name="T32" fmla="*/ 101 w 280"/>
              <a:gd name="T33" fmla="*/ 244 h 283"/>
              <a:gd name="T34" fmla="*/ 93 w 280"/>
              <a:gd name="T35" fmla="*/ 240 h 283"/>
              <a:gd name="T36" fmla="*/ 86 w 280"/>
              <a:gd name="T37" fmla="*/ 243 h 283"/>
              <a:gd name="T38" fmla="*/ 83 w 280"/>
              <a:gd name="T39" fmla="*/ 251 h 283"/>
              <a:gd name="T40" fmla="*/ 85 w 280"/>
              <a:gd name="T41" fmla="*/ 264 h 283"/>
              <a:gd name="T42" fmla="*/ 91 w 280"/>
              <a:gd name="T43" fmla="*/ 274 h 283"/>
              <a:gd name="T44" fmla="*/ 107 w 280"/>
              <a:gd name="T45" fmla="*/ 282 h 283"/>
              <a:gd name="T46" fmla="*/ 117 w 280"/>
              <a:gd name="T47" fmla="*/ 283 h 283"/>
              <a:gd name="T48" fmla="*/ 117 w 280"/>
              <a:gd name="T49" fmla="*/ 283 h 283"/>
              <a:gd name="T50" fmla="*/ 117 w 280"/>
              <a:gd name="T51" fmla="*/ 283 h 283"/>
              <a:gd name="T52" fmla="*/ 117 w 280"/>
              <a:gd name="T53" fmla="*/ 283 h 283"/>
              <a:gd name="T54" fmla="*/ 117 w 280"/>
              <a:gd name="T55" fmla="*/ 283 h 283"/>
              <a:gd name="T56" fmla="*/ 117 w 280"/>
              <a:gd name="T57" fmla="*/ 283 h 283"/>
              <a:gd name="T58" fmla="*/ 117 w 280"/>
              <a:gd name="T59" fmla="*/ 283 h 283"/>
              <a:gd name="T60" fmla="*/ 117 w 280"/>
              <a:gd name="T61" fmla="*/ 283 h 283"/>
              <a:gd name="T62" fmla="*/ 143 w 280"/>
              <a:gd name="T63" fmla="*/ 272 h 283"/>
              <a:gd name="T64" fmla="*/ 151 w 280"/>
              <a:gd name="T65" fmla="*/ 250 h 283"/>
              <a:gd name="T66" fmla="*/ 151 w 280"/>
              <a:gd name="T67" fmla="*/ 250 h 283"/>
              <a:gd name="T68" fmla="*/ 151 w 280"/>
              <a:gd name="T69" fmla="*/ 250 h 283"/>
              <a:gd name="T70" fmla="*/ 151 w 280"/>
              <a:gd name="T71" fmla="*/ 222 h 283"/>
              <a:gd name="T72" fmla="*/ 151 w 280"/>
              <a:gd name="T73" fmla="*/ 194 h 283"/>
              <a:gd name="T74" fmla="*/ 145 w 280"/>
              <a:gd name="T75" fmla="*/ 194 h 283"/>
              <a:gd name="T76" fmla="*/ 145 w 280"/>
              <a:gd name="T77" fmla="*/ 117 h 283"/>
              <a:gd name="T78" fmla="*/ 175 w 280"/>
              <a:gd name="T79" fmla="*/ 105 h 283"/>
              <a:gd name="T80" fmla="*/ 210 w 280"/>
              <a:gd name="T81" fmla="*/ 124 h 283"/>
              <a:gd name="T82" fmla="*/ 246 w 280"/>
              <a:gd name="T83" fmla="*/ 105 h 283"/>
              <a:gd name="T84" fmla="*/ 280 w 280"/>
              <a:gd name="T85" fmla="*/ 123 h 283"/>
              <a:gd name="T86" fmla="*/ 140 w 280"/>
              <a:gd name="T87" fmla="*/ 0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80" h="283">
                <a:moveTo>
                  <a:pt x="140" y="0"/>
                </a:moveTo>
                <a:cubicBezTo>
                  <a:pt x="68" y="0"/>
                  <a:pt x="9" y="54"/>
                  <a:pt x="0" y="122"/>
                </a:cubicBezTo>
                <a:cubicBezTo>
                  <a:pt x="7" y="112"/>
                  <a:pt x="20" y="104"/>
                  <a:pt x="34" y="104"/>
                </a:cubicBezTo>
                <a:cubicBezTo>
                  <a:pt x="50" y="104"/>
                  <a:pt x="63" y="112"/>
                  <a:pt x="70" y="124"/>
                </a:cubicBezTo>
                <a:cubicBezTo>
                  <a:pt x="76" y="113"/>
                  <a:pt x="89" y="104"/>
                  <a:pt x="105" y="104"/>
                </a:cubicBezTo>
                <a:cubicBezTo>
                  <a:pt x="117" y="104"/>
                  <a:pt x="128" y="110"/>
                  <a:pt x="135" y="117"/>
                </a:cubicBezTo>
                <a:cubicBezTo>
                  <a:pt x="135" y="194"/>
                  <a:pt x="135" y="194"/>
                  <a:pt x="135" y="194"/>
                </a:cubicBezTo>
                <a:cubicBezTo>
                  <a:pt x="129" y="194"/>
                  <a:pt x="129" y="194"/>
                  <a:pt x="129" y="194"/>
                </a:cubicBezTo>
                <a:cubicBezTo>
                  <a:pt x="129" y="194"/>
                  <a:pt x="129" y="208"/>
                  <a:pt x="129" y="222"/>
                </a:cubicBezTo>
                <a:cubicBezTo>
                  <a:pt x="129" y="236"/>
                  <a:pt x="129" y="250"/>
                  <a:pt x="129" y="250"/>
                </a:cubicBezTo>
                <a:cubicBezTo>
                  <a:pt x="129" y="252"/>
                  <a:pt x="129" y="256"/>
                  <a:pt x="127" y="259"/>
                </a:cubicBezTo>
                <a:cubicBezTo>
                  <a:pt x="125" y="262"/>
                  <a:pt x="122" y="264"/>
                  <a:pt x="117" y="264"/>
                </a:cubicBezTo>
                <a:cubicBezTo>
                  <a:pt x="116" y="264"/>
                  <a:pt x="115" y="264"/>
                  <a:pt x="113" y="264"/>
                </a:cubicBezTo>
                <a:cubicBezTo>
                  <a:pt x="111" y="263"/>
                  <a:pt x="109" y="262"/>
                  <a:pt x="107" y="261"/>
                </a:cubicBezTo>
                <a:cubicBezTo>
                  <a:pt x="106" y="259"/>
                  <a:pt x="106" y="258"/>
                  <a:pt x="105" y="257"/>
                </a:cubicBezTo>
                <a:cubicBezTo>
                  <a:pt x="104" y="255"/>
                  <a:pt x="104" y="253"/>
                  <a:pt x="104" y="251"/>
                </a:cubicBezTo>
                <a:cubicBezTo>
                  <a:pt x="104" y="248"/>
                  <a:pt x="103" y="245"/>
                  <a:pt x="101" y="244"/>
                </a:cubicBezTo>
                <a:cubicBezTo>
                  <a:pt x="99" y="242"/>
                  <a:pt x="96" y="240"/>
                  <a:pt x="93" y="240"/>
                </a:cubicBezTo>
                <a:cubicBezTo>
                  <a:pt x="90" y="240"/>
                  <a:pt x="88" y="242"/>
                  <a:pt x="86" y="243"/>
                </a:cubicBezTo>
                <a:cubicBezTo>
                  <a:pt x="84" y="245"/>
                  <a:pt x="83" y="248"/>
                  <a:pt x="83" y="251"/>
                </a:cubicBezTo>
                <a:cubicBezTo>
                  <a:pt x="83" y="256"/>
                  <a:pt x="83" y="260"/>
                  <a:pt x="85" y="264"/>
                </a:cubicBezTo>
                <a:cubicBezTo>
                  <a:pt x="86" y="267"/>
                  <a:pt x="88" y="271"/>
                  <a:pt x="91" y="274"/>
                </a:cubicBezTo>
                <a:cubicBezTo>
                  <a:pt x="96" y="278"/>
                  <a:pt x="102" y="281"/>
                  <a:pt x="107" y="282"/>
                </a:cubicBezTo>
                <a:cubicBezTo>
                  <a:pt x="112" y="283"/>
                  <a:pt x="116" y="283"/>
                  <a:pt x="117" y="283"/>
                </a:cubicBezTo>
                <a:cubicBezTo>
                  <a:pt x="117" y="283"/>
                  <a:pt x="117" y="283"/>
                  <a:pt x="117" y="283"/>
                </a:cubicBezTo>
                <a:cubicBezTo>
                  <a:pt x="117" y="283"/>
                  <a:pt x="117" y="283"/>
                  <a:pt x="117" y="283"/>
                </a:cubicBezTo>
                <a:cubicBezTo>
                  <a:pt x="117" y="283"/>
                  <a:pt x="117" y="283"/>
                  <a:pt x="117" y="283"/>
                </a:cubicBezTo>
                <a:cubicBezTo>
                  <a:pt x="117" y="283"/>
                  <a:pt x="117" y="283"/>
                  <a:pt x="117" y="283"/>
                </a:cubicBezTo>
                <a:cubicBezTo>
                  <a:pt x="117" y="283"/>
                  <a:pt x="117" y="283"/>
                  <a:pt x="117" y="283"/>
                </a:cubicBezTo>
                <a:cubicBezTo>
                  <a:pt x="117" y="283"/>
                  <a:pt x="117" y="283"/>
                  <a:pt x="117" y="283"/>
                </a:cubicBezTo>
                <a:cubicBezTo>
                  <a:pt x="117" y="283"/>
                  <a:pt x="117" y="283"/>
                  <a:pt x="117" y="283"/>
                </a:cubicBezTo>
                <a:cubicBezTo>
                  <a:pt x="129" y="283"/>
                  <a:pt x="137" y="278"/>
                  <a:pt x="143" y="272"/>
                </a:cubicBezTo>
                <a:cubicBezTo>
                  <a:pt x="148" y="265"/>
                  <a:pt x="150" y="257"/>
                  <a:pt x="151" y="250"/>
                </a:cubicBezTo>
                <a:cubicBezTo>
                  <a:pt x="151" y="250"/>
                  <a:pt x="151" y="250"/>
                  <a:pt x="151" y="250"/>
                </a:cubicBezTo>
                <a:cubicBezTo>
                  <a:pt x="151" y="250"/>
                  <a:pt x="151" y="250"/>
                  <a:pt x="151" y="250"/>
                </a:cubicBezTo>
                <a:cubicBezTo>
                  <a:pt x="151" y="222"/>
                  <a:pt x="151" y="222"/>
                  <a:pt x="151" y="222"/>
                </a:cubicBezTo>
                <a:cubicBezTo>
                  <a:pt x="151" y="194"/>
                  <a:pt x="151" y="194"/>
                  <a:pt x="151" y="194"/>
                </a:cubicBezTo>
                <a:cubicBezTo>
                  <a:pt x="145" y="194"/>
                  <a:pt x="145" y="194"/>
                  <a:pt x="145" y="194"/>
                </a:cubicBezTo>
                <a:cubicBezTo>
                  <a:pt x="145" y="117"/>
                  <a:pt x="145" y="117"/>
                  <a:pt x="145" y="117"/>
                </a:cubicBezTo>
                <a:cubicBezTo>
                  <a:pt x="152" y="109"/>
                  <a:pt x="163" y="104"/>
                  <a:pt x="175" y="105"/>
                </a:cubicBezTo>
                <a:cubicBezTo>
                  <a:pt x="191" y="105"/>
                  <a:pt x="204" y="113"/>
                  <a:pt x="210" y="124"/>
                </a:cubicBezTo>
                <a:cubicBezTo>
                  <a:pt x="217" y="113"/>
                  <a:pt x="230" y="105"/>
                  <a:pt x="246" y="105"/>
                </a:cubicBezTo>
                <a:cubicBezTo>
                  <a:pt x="260" y="105"/>
                  <a:pt x="273" y="112"/>
                  <a:pt x="280" y="123"/>
                </a:cubicBezTo>
                <a:cubicBezTo>
                  <a:pt x="271" y="54"/>
                  <a:pt x="212" y="0"/>
                  <a:pt x="140"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 name="Freeform 307"/>
          <p:cNvSpPr>
            <a:spLocks noChangeAspect="1" noEditPoints="1"/>
          </p:cNvSpPr>
          <p:nvPr/>
        </p:nvSpPr>
        <p:spPr bwMode="auto">
          <a:xfrm>
            <a:off x="7963148" y="4021952"/>
            <a:ext cx="344992" cy="504000"/>
          </a:xfrm>
          <a:custGeom>
            <a:avLst/>
            <a:gdLst>
              <a:gd name="T0" fmla="*/ 151 w 243"/>
              <a:gd name="T1" fmla="*/ 4 h 354"/>
              <a:gd name="T2" fmla="*/ 236 w 243"/>
              <a:gd name="T3" fmla="*/ 91 h 354"/>
              <a:gd name="T4" fmla="*/ 212 w 243"/>
              <a:gd name="T5" fmla="*/ 202 h 354"/>
              <a:gd name="T6" fmla="*/ 201 w 243"/>
              <a:gd name="T7" fmla="*/ 243 h 354"/>
              <a:gd name="T8" fmla="*/ 199 w 243"/>
              <a:gd name="T9" fmla="*/ 276 h 354"/>
              <a:gd name="T10" fmla="*/ 183 w 243"/>
              <a:gd name="T11" fmla="*/ 322 h 354"/>
              <a:gd name="T12" fmla="*/ 143 w 243"/>
              <a:gd name="T13" fmla="*/ 354 h 354"/>
              <a:gd name="T14" fmla="*/ 63 w 243"/>
              <a:gd name="T15" fmla="*/ 328 h 354"/>
              <a:gd name="T16" fmla="*/ 43 w 243"/>
              <a:gd name="T17" fmla="*/ 281 h 354"/>
              <a:gd name="T18" fmla="*/ 43 w 243"/>
              <a:gd name="T19" fmla="*/ 253 h 354"/>
              <a:gd name="T20" fmla="*/ 39 w 243"/>
              <a:gd name="T21" fmla="*/ 231 h 354"/>
              <a:gd name="T22" fmla="*/ 10 w 243"/>
              <a:gd name="T23" fmla="*/ 163 h 354"/>
              <a:gd name="T24" fmla="*/ 74 w 243"/>
              <a:gd name="T25" fmla="*/ 10 h 354"/>
              <a:gd name="T26" fmla="*/ 114 w 243"/>
              <a:gd name="T27" fmla="*/ 0 h 354"/>
              <a:gd name="T28" fmla="*/ 121 w 243"/>
              <a:gd name="T29" fmla="*/ 245 h 354"/>
              <a:gd name="T30" fmla="*/ 180 w 243"/>
              <a:gd name="T31" fmla="*/ 233 h 354"/>
              <a:gd name="T32" fmla="*/ 205 w 243"/>
              <a:gd name="T33" fmla="*/ 168 h 354"/>
              <a:gd name="T34" fmla="*/ 182 w 243"/>
              <a:gd name="T35" fmla="*/ 44 h 354"/>
              <a:gd name="T36" fmla="*/ 26 w 243"/>
              <a:gd name="T37" fmla="*/ 138 h 354"/>
              <a:gd name="T38" fmla="*/ 62 w 243"/>
              <a:gd name="T39" fmla="*/ 235 h 354"/>
              <a:gd name="T40" fmla="*/ 121 w 243"/>
              <a:gd name="T41" fmla="*/ 245 h 354"/>
              <a:gd name="T42" fmla="*/ 74 w 243"/>
              <a:gd name="T43" fmla="*/ 254 h 354"/>
              <a:gd name="T44" fmla="*/ 74 w 243"/>
              <a:gd name="T45" fmla="*/ 274 h 354"/>
              <a:gd name="T46" fmla="*/ 169 w 243"/>
              <a:gd name="T47" fmla="*/ 274 h 354"/>
              <a:gd name="T48" fmla="*/ 169 w 243"/>
              <a:gd name="T49" fmla="*/ 254 h 354"/>
              <a:gd name="T50" fmla="*/ 121 w 243"/>
              <a:gd name="T51" fmla="*/ 283 h 354"/>
              <a:gd name="T52" fmla="*/ 64 w 243"/>
              <a:gd name="T53" fmla="*/ 289 h 354"/>
              <a:gd name="T54" fmla="*/ 140 w 243"/>
              <a:gd name="T55" fmla="*/ 303 h 354"/>
              <a:gd name="T56" fmla="*/ 178 w 243"/>
              <a:gd name="T57" fmla="*/ 297 h 354"/>
              <a:gd name="T58" fmla="*/ 121 w 243"/>
              <a:gd name="T59" fmla="*/ 283 h 354"/>
              <a:gd name="T60" fmla="*/ 100 w 243"/>
              <a:gd name="T61" fmla="*/ 332 h 354"/>
              <a:gd name="T62" fmla="*/ 159 w 243"/>
              <a:gd name="T63" fmla="*/ 31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3" h="354">
                <a:moveTo>
                  <a:pt x="128" y="0"/>
                </a:moveTo>
                <a:cubicBezTo>
                  <a:pt x="136" y="1"/>
                  <a:pt x="144" y="2"/>
                  <a:pt x="151" y="4"/>
                </a:cubicBezTo>
                <a:cubicBezTo>
                  <a:pt x="172" y="9"/>
                  <a:pt x="190" y="20"/>
                  <a:pt x="205" y="35"/>
                </a:cubicBezTo>
                <a:cubicBezTo>
                  <a:pt x="221" y="51"/>
                  <a:pt x="231" y="69"/>
                  <a:pt x="236" y="91"/>
                </a:cubicBezTo>
                <a:cubicBezTo>
                  <a:pt x="243" y="121"/>
                  <a:pt x="240" y="149"/>
                  <a:pt x="225" y="177"/>
                </a:cubicBezTo>
                <a:cubicBezTo>
                  <a:pt x="221" y="185"/>
                  <a:pt x="216" y="194"/>
                  <a:pt x="212" y="202"/>
                </a:cubicBezTo>
                <a:cubicBezTo>
                  <a:pt x="206" y="214"/>
                  <a:pt x="203" y="226"/>
                  <a:pt x="202" y="238"/>
                </a:cubicBezTo>
                <a:cubicBezTo>
                  <a:pt x="202" y="240"/>
                  <a:pt x="201" y="241"/>
                  <a:pt x="201" y="243"/>
                </a:cubicBezTo>
                <a:cubicBezTo>
                  <a:pt x="200" y="246"/>
                  <a:pt x="200" y="255"/>
                  <a:pt x="200" y="258"/>
                </a:cubicBezTo>
                <a:cubicBezTo>
                  <a:pt x="202" y="264"/>
                  <a:pt x="201" y="270"/>
                  <a:pt x="199" y="276"/>
                </a:cubicBezTo>
                <a:cubicBezTo>
                  <a:pt x="198" y="278"/>
                  <a:pt x="198" y="279"/>
                  <a:pt x="199" y="281"/>
                </a:cubicBezTo>
                <a:cubicBezTo>
                  <a:pt x="205" y="297"/>
                  <a:pt x="198" y="314"/>
                  <a:pt x="183" y="322"/>
                </a:cubicBezTo>
                <a:cubicBezTo>
                  <a:pt x="181" y="322"/>
                  <a:pt x="180" y="324"/>
                  <a:pt x="180" y="325"/>
                </a:cubicBezTo>
                <a:cubicBezTo>
                  <a:pt x="173" y="342"/>
                  <a:pt x="161" y="353"/>
                  <a:pt x="143" y="354"/>
                </a:cubicBezTo>
                <a:cubicBezTo>
                  <a:pt x="127" y="354"/>
                  <a:pt x="111" y="354"/>
                  <a:pt x="96" y="353"/>
                </a:cubicBezTo>
                <a:cubicBezTo>
                  <a:pt x="80" y="352"/>
                  <a:pt x="69" y="342"/>
                  <a:pt x="63" y="328"/>
                </a:cubicBezTo>
                <a:cubicBezTo>
                  <a:pt x="62" y="324"/>
                  <a:pt x="60" y="322"/>
                  <a:pt x="57" y="321"/>
                </a:cubicBezTo>
                <a:cubicBezTo>
                  <a:pt x="43" y="313"/>
                  <a:pt x="37" y="296"/>
                  <a:pt x="43" y="281"/>
                </a:cubicBezTo>
                <a:cubicBezTo>
                  <a:pt x="44" y="279"/>
                  <a:pt x="44" y="278"/>
                  <a:pt x="43" y="276"/>
                </a:cubicBezTo>
                <a:cubicBezTo>
                  <a:pt x="40" y="268"/>
                  <a:pt x="40" y="261"/>
                  <a:pt x="43" y="253"/>
                </a:cubicBezTo>
                <a:cubicBezTo>
                  <a:pt x="43" y="252"/>
                  <a:pt x="43" y="250"/>
                  <a:pt x="43" y="248"/>
                </a:cubicBezTo>
                <a:cubicBezTo>
                  <a:pt x="41" y="242"/>
                  <a:pt x="40" y="237"/>
                  <a:pt x="39" y="231"/>
                </a:cubicBezTo>
                <a:cubicBezTo>
                  <a:pt x="37" y="218"/>
                  <a:pt x="32" y="206"/>
                  <a:pt x="26" y="195"/>
                </a:cubicBezTo>
                <a:cubicBezTo>
                  <a:pt x="21" y="184"/>
                  <a:pt x="15" y="174"/>
                  <a:pt x="10" y="163"/>
                </a:cubicBezTo>
                <a:cubicBezTo>
                  <a:pt x="2" y="143"/>
                  <a:pt x="0" y="121"/>
                  <a:pt x="4" y="100"/>
                </a:cubicBezTo>
                <a:cubicBezTo>
                  <a:pt x="11" y="57"/>
                  <a:pt x="35" y="27"/>
                  <a:pt x="74" y="10"/>
                </a:cubicBezTo>
                <a:cubicBezTo>
                  <a:pt x="86" y="4"/>
                  <a:pt x="98" y="1"/>
                  <a:pt x="111" y="1"/>
                </a:cubicBezTo>
                <a:cubicBezTo>
                  <a:pt x="112" y="0"/>
                  <a:pt x="113" y="0"/>
                  <a:pt x="114" y="0"/>
                </a:cubicBezTo>
                <a:lnTo>
                  <a:pt x="128" y="0"/>
                </a:lnTo>
                <a:close/>
                <a:moveTo>
                  <a:pt x="121" y="245"/>
                </a:moveTo>
                <a:cubicBezTo>
                  <a:pt x="136" y="245"/>
                  <a:pt x="151" y="245"/>
                  <a:pt x="167" y="245"/>
                </a:cubicBezTo>
                <a:cubicBezTo>
                  <a:pt x="176" y="245"/>
                  <a:pt x="179" y="242"/>
                  <a:pt x="180" y="233"/>
                </a:cubicBezTo>
                <a:cubicBezTo>
                  <a:pt x="182" y="223"/>
                  <a:pt x="184" y="213"/>
                  <a:pt x="187" y="203"/>
                </a:cubicBezTo>
                <a:cubicBezTo>
                  <a:pt x="192" y="191"/>
                  <a:pt x="199" y="180"/>
                  <a:pt x="205" y="168"/>
                </a:cubicBezTo>
                <a:cubicBezTo>
                  <a:pt x="212" y="156"/>
                  <a:pt x="216" y="143"/>
                  <a:pt x="217" y="128"/>
                </a:cubicBezTo>
                <a:cubicBezTo>
                  <a:pt x="220" y="94"/>
                  <a:pt x="208" y="66"/>
                  <a:pt x="182" y="44"/>
                </a:cubicBezTo>
                <a:cubicBezTo>
                  <a:pt x="149" y="17"/>
                  <a:pt x="106" y="15"/>
                  <a:pt x="70" y="37"/>
                </a:cubicBezTo>
                <a:cubicBezTo>
                  <a:pt x="35" y="58"/>
                  <a:pt x="19" y="98"/>
                  <a:pt x="26" y="138"/>
                </a:cubicBezTo>
                <a:cubicBezTo>
                  <a:pt x="28" y="152"/>
                  <a:pt x="35" y="165"/>
                  <a:pt x="42" y="177"/>
                </a:cubicBezTo>
                <a:cubicBezTo>
                  <a:pt x="52" y="195"/>
                  <a:pt x="60" y="214"/>
                  <a:pt x="62" y="235"/>
                </a:cubicBezTo>
                <a:cubicBezTo>
                  <a:pt x="62" y="242"/>
                  <a:pt x="66" y="245"/>
                  <a:pt x="73" y="245"/>
                </a:cubicBezTo>
                <a:cubicBezTo>
                  <a:pt x="89" y="245"/>
                  <a:pt x="105" y="245"/>
                  <a:pt x="121" y="245"/>
                </a:cubicBezTo>
                <a:moveTo>
                  <a:pt x="121" y="254"/>
                </a:moveTo>
                <a:cubicBezTo>
                  <a:pt x="105" y="254"/>
                  <a:pt x="89" y="254"/>
                  <a:pt x="74" y="254"/>
                </a:cubicBezTo>
                <a:cubicBezTo>
                  <a:pt x="69" y="254"/>
                  <a:pt x="65" y="256"/>
                  <a:pt x="64" y="260"/>
                </a:cubicBezTo>
                <a:cubicBezTo>
                  <a:pt x="61" y="267"/>
                  <a:pt x="66" y="274"/>
                  <a:pt x="74" y="274"/>
                </a:cubicBezTo>
                <a:cubicBezTo>
                  <a:pt x="96" y="274"/>
                  <a:pt x="118" y="274"/>
                  <a:pt x="140" y="274"/>
                </a:cubicBezTo>
                <a:cubicBezTo>
                  <a:pt x="149" y="274"/>
                  <a:pt x="159" y="274"/>
                  <a:pt x="169" y="274"/>
                </a:cubicBezTo>
                <a:cubicBezTo>
                  <a:pt x="173" y="274"/>
                  <a:pt x="176" y="272"/>
                  <a:pt x="178" y="268"/>
                </a:cubicBezTo>
                <a:cubicBezTo>
                  <a:pt x="181" y="261"/>
                  <a:pt x="176" y="254"/>
                  <a:pt x="169" y="254"/>
                </a:cubicBezTo>
                <a:cubicBezTo>
                  <a:pt x="153" y="254"/>
                  <a:pt x="137" y="254"/>
                  <a:pt x="121" y="254"/>
                </a:cubicBezTo>
                <a:moveTo>
                  <a:pt x="121" y="283"/>
                </a:moveTo>
                <a:cubicBezTo>
                  <a:pt x="105" y="283"/>
                  <a:pt x="89" y="283"/>
                  <a:pt x="74" y="283"/>
                </a:cubicBezTo>
                <a:cubicBezTo>
                  <a:pt x="69" y="283"/>
                  <a:pt x="65" y="285"/>
                  <a:pt x="64" y="289"/>
                </a:cubicBezTo>
                <a:cubicBezTo>
                  <a:pt x="61" y="296"/>
                  <a:pt x="66" y="303"/>
                  <a:pt x="74" y="303"/>
                </a:cubicBezTo>
                <a:cubicBezTo>
                  <a:pt x="96" y="303"/>
                  <a:pt x="118" y="303"/>
                  <a:pt x="140" y="303"/>
                </a:cubicBezTo>
                <a:cubicBezTo>
                  <a:pt x="149" y="303"/>
                  <a:pt x="159" y="303"/>
                  <a:pt x="169" y="303"/>
                </a:cubicBezTo>
                <a:cubicBezTo>
                  <a:pt x="173" y="303"/>
                  <a:pt x="176" y="301"/>
                  <a:pt x="178" y="297"/>
                </a:cubicBezTo>
                <a:cubicBezTo>
                  <a:pt x="181" y="290"/>
                  <a:pt x="176" y="283"/>
                  <a:pt x="169" y="283"/>
                </a:cubicBezTo>
                <a:cubicBezTo>
                  <a:pt x="153" y="283"/>
                  <a:pt x="137" y="283"/>
                  <a:pt x="121" y="283"/>
                </a:cubicBezTo>
                <a:moveTo>
                  <a:pt x="82" y="313"/>
                </a:moveTo>
                <a:cubicBezTo>
                  <a:pt x="82" y="323"/>
                  <a:pt x="90" y="331"/>
                  <a:pt x="100" y="332"/>
                </a:cubicBezTo>
                <a:cubicBezTo>
                  <a:pt x="114" y="332"/>
                  <a:pt x="128" y="332"/>
                  <a:pt x="142" y="332"/>
                </a:cubicBezTo>
                <a:cubicBezTo>
                  <a:pt x="152" y="331"/>
                  <a:pt x="159" y="323"/>
                  <a:pt x="159" y="313"/>
                </a:cubicBezTo>
                <a:lnTo>
                  <a:pt x="82" y="31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 name="Freeform 266"/>
          <p:cNvSpPr>
            <a:spLocks noChangeAspect="1" noEditPoints="1"/>
          </p:cNvSpPr>
          <p:nvPr/>
        </p:nvSpPr>
        <p:spPr bwMode="auto">
          <a:xfrm>
            <a:off x="7180218" y="3652720"/>
            <a:ext cx="432000" cy="473311"/>
          </a:xfrm>
          <a:custGeom>
            <a:avLst/>
            <a:gdLst>
              <a:gd name="T0" fmla="*/ 62 w 183"/>
              <a:gd name="T1" fmla="*/ 22 h 200"/>
              <a:gd name="T2" fmla="*/ 36 w 183"/>
              <a:gd name="T3" fmla="*/ 11 h 200"/>
              <a:gd name="T4" fmla="*/ 0 w 183"/>
              <a:gd name="T5" fmla="*/ 48 h 200"/>
              <a:gd name="T6" fmla="*/ 9 w 183"/>
              <a:gd name="T7" fmla="*/ 73 h 200"/>
              <a:gd name="T8" fmla="*/ 62 w 183"/>
              <a:gd name="T9" fmla="*/ 22 h 200"/>
              <a:gd name="T10" fmla="*/ 147 w 183"/>
              <a:gd name="T11" fmla="*/ 11 h 200"/>
              <a:gd name="T12" fmla="*/ 119 w 183"/>
              <a:gd name="T13" fmla="*/ 23 h 200"/>
              <a:gd name="T14" fmla="*/ 170 w 183"/>
              <a:gd name="T15" fmla="*/ 76 h 200"/>
              <a:gd name="T16" fmla="*/ 183 w 183"/>
              <a:gd name="T17" fmla="*/ 48 h 200"/>
              <a:gd name="T18" fmla="*/ 147 w 183"/>
              <a:gd name="T19" fmla="*/ 11 h 200"/>
              <a:gd name="T20" fmla="*/ 169 w 183"/>
              <a:gd name="T21" fmla="*/ 103 h 200"/>
              <a:gd name="T22" fmla="*/ 96 w 183"/>
              <a:gd name="T23" fmla="*/ 23 h 200"/>
              <a:gd name="T24" fmla="*/ 96 w 183"/>
              <a:gd name="T25" fmla="*/ 6 h 200"/>
              <a:gd name="T26" fmla="*/ 98 w 183"/>
              <a:gd name="T27" fmla="*/ 6 h 200"/>
              <a:gd name="T28" fmla="*/ 102 w 183"/>
              <a:gd name="T29" fmla="*/ 3 h 200"/>
              <a:gd name="T30" fmla="*/ 98 w 183"/>
              <a:gd name="T31" fmla="*/ 0 h 200"/>
              <a:gd name="T32" fmla="*/ 81 w 183"/>
              <a:gd name="T33" fmla="*/ 0 h 200"/>
              <a:gd name="T34" fmla="*/ 78 w 183"/>
              <a:gd name="T35" fmla="*/ 3 h 200"/>
              <a:gd name="T36" fmla="*/ 81 w 183"/>
              <a:gd name="T37" fmla="*/ 6 h 200"/>
              <a:gd name="T38" fmla="*/ 84 w 183"/>
              <a:gd name="T39" fmla="*/ 6 h 200"/>
              <a:gd name="T40" fmla="*/ 84 w 183"/>
              <a:gd name="T41" fmla="*/ 23 h 200"/>
              <a:gd name="T42" fmla="*/ 9 w 183"/>
              <a:gd name="T43" fmla="*/ 103 h 200"/>
              <a:gd name="T44" fmla="*/ 38 w 183"/>
              <a:gd name="T45" fmla="*/ 164 h 200"/>
              <a:gd name="T46" fmla="*/ 29 w 183"/>
              <a:gd name="T47" fmla="*/ 190 h 200"/>
              <a:gd name="T48" fmla="*/ 33 w 183"/>
              <a:gd name="T49" fmla="*/ 198 h 200"/>
              <a:gd name="T50" fmla="*/ 35 w 183"/>
              <a:gd name="T51" fmla="*/ 199 h 200"/>
              <a:gd name="T52" fmla="*/ 43 w 183"/>
              <a:gd name="T53" fmla="*/ 196 h 200"/>
              <a:gd name="T54" fmla="*/ 53 w 183"/>
              <a:gd name="T55" fmla="*/ 174 h 200"/>
              <a:gd name="T56" fmla="*/ 89 w 183"/>
              <a:gd name="T57" fmla="*/ 183 h 200"/>
              <a:gd name="T58" fmla="*/ 125 w 183"/>
              <a:gd name="T59" fmla="*/ 174 h 200"/>
              <a:gd name="T60" fmla="*/ 136 w 183"/>
              <a:gd name="T61" fmla="*/ 196 h 200"/>
              <a:gd name="T62" fmla="*/ 144 w 183"/>
              <a:gd name="T63" fmla="*/ 199 h 200"/>
              <a:gd name="T64" fmla="*/ 146 w 183"/>
              <a:gd name="T65" fmla="*/ 198 h 200"/>
              <a:gd name="T66" fmla="*/ 149 w 183"/>
              <a:gd name="T67" fmla="*/ 190 h 200"/>
              <a:gd name="T68" fmla="*/ 141 w 183"/>
              <a:gd name="T69" fmla="*/ 164 h 200"/>
              <a:gd name="T70" fmla="*/ 169 w 183"/>
              <a:gd name="T71" fmla="*/ 103 h 200"/>
              <a:gd name="T72" fmla="*/ 89 w 183"/>
              <a:gd name="T73" fmla="*/ 167 h 200"/>
              <a:gd name="T74" fmla="*/ 25 w 183"/>
              <a:gd name="T75" fmla="*/ 103 h 200"/>
              <a:gd name="T76" fmla="*/ 89 w 183"/>
              <a:gd name="T77" fmla="*/ 39 h 200"/>
              <a:gd name="T78" fmla="*/ 153 w 183"/>
              <a:gd name="T79" fmla="*/ 103 h 200"/>
              <a:gd name="T80" fmla="*/ 89 w 183"/>
              <a:gd name="T81" fmla="*/ 167 h 200"/>
              <a:gd name="T82" fmla="*/ 97 w 183"/>
              <a:gd name="T83" fmla="*/ 111 h 200"/>
              <a:gd name="T84" fmla="*/ 100 w 183"/>
              <a:gd name="T85" fmla="*/ 103 h 200"/>
              <a:gd name="T86" fmla="*/ 91 w 183"/>
              <a:gd name="T87" fmla="*/ 92 h 200"/>
              <a:gd name="T88" fmla="*/ 91 w 183"/>
              <a:gd name="T89" fmla="*/ 55 h 200"/>
              <a:gd name="T90" fmla="*/ 89 w 183"/>
              <a:gd name="T91" fmla="*/ 53 h 200"/>
              <a:gd name="T92" fmla="*/ 87 w 183"/>
              <a:gd name="T93" fmla="*/ 55 h 200"/>
              <a:gd name="T94" fmla="*/ 87 w 183"/>
              <a:gd name="T95" fmla="*/ 92 h 200"/>
              <a:gd name="T96" fmla="*/ 78 w 183"/>
              <a:gd name="T97" fmla="*/ 103 h 200"/>
              <a:gd name="T98" fmla="*/ 89 w 183"/>
              <a:gd name="T99" fmla="*/ 114 h 200"/>
              <a:gd name="T100" fmla="*/ 93 w 183"/>
              <a:gd name="T101" fmla="*/ 113 h 200"/>
              <a:gd name="T102" fmla="*/ 104 w 183"/>
              <a:gd name="T103" fmla="*/ 131 h 200"/>
              <a:gd name="T104" fmla="*/ 107 w 183"/>
              <a:gd name="T105" fmla="*/ 132 h 200"/>
              <a:gd name="T106" fmla="*/ 108 w 183"/>
              <a:gd name="T107" fmla="*/ 129 h 200"/>
              <a:gd name="T108" fmla="*/ 97 w 183"/>
              <a:gd name="T109" fmla="*/ 111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3" h="200">
                <a:moveTo>
                  <a:pt x="62" y="22"/>
                </a:moveTo>
                <a:cubicBezTo>
                  <a:pt x="56" y="15"/>
                  <a:pt x="46" y="11"/>
                  <a:pt x="36" y="11"/>
                </a:cubicBezTo>
                <a:cubicBezTo>
                  <a:pt x="16" y="11"/>
                  <a:pt x="0" y="28"/>
                  <a:pt x="0" y="48"/>
                </a:cubicBezTo>
                <a:cubicBezTo>
                  <a:pt x="0" y="57"/>
                  <a:pt x="3" y="66"/>
                  <a:pt x="9" y="73"/>
                </a:cubicBezTo>
                <a:cubicBezTo>
                  <a:pt x="18" y="49"/>
                  <a:pt x="38" y="30"/>
                  <a:pt x="62" y="22"/>
                </a:cubicBezTo>
                <a:close/>
                <a:moveTo>
                  <a:pt x="147" y="11"/>
                </a:moveTo>
                <a:cubicBezTo>
                  <a:pt x="136" y="11"/>
                  <a:pt x="126" y="16"/>
                  <a:pt x="119" y="23"/>
                </a:cubicBezTo>
                <a:cubicBezTo>
                  <a:pt x="143" y="32"/>
                  <a:pt x="162" y="52"/>
                  <a:pt x="170" y="76"/>
                </a:cubicBezTo>
                <a:cubicBezTo>
                  <a:pt x="178" y="69"/>
                  <a:pt x="183" y="59"/>
                  <a:pt x="183" y="48"/>
                </a:cubicBezTo>
                <a:cubicBezTo>
                  <a:pt x="183" y="28"/>
                  <a:pt x="167" y="11"/>
                  <a:pt x="147" y="11"/>
                </a:cubicBezTo>
                <a:close/>
                <a:moveTo>
                  <a:pt x="169" y="103"/>
                </a:moveTo>
                <a:cubicBezTo>
                  <a:pt x="169" y="61"/>
                  <a:pt x="137" y="26"/>
                  <a:pt x="96" y="23"/>
                </a:cubicBezTo>
                <a:cubicBezTo>
                  <a:pt x="96" y="6"/>
                  <a:pt x="96" y="6"/>
                  <a:pt x="96" y="6"/>
                </a:cubicBezTo>
                <a:cubicBezTo>
                  <a:pt x="98" y="6"/>
                  <a:pt x="98" y="6"/>
                  <a:pt x="98" y="6"/>
                </a:cubicBezTo>
                <a:cubicBezTo>
                  <a:pt x="100" y="6"/>
                  <a:pt x="102" y="5"/>
                  <a:pt x="102" y="3"/>
                </a:cubicBezTo>
                <a:cubicBezTo>
                  <a:pt x="102" y="1"/>
                  <a:pt x="100" y="0"/>
                  <a:pt x="98" y="0"/>
                </a:cubicBezTo>
                <a:cubicBezTo>
                  <a:pt x="81" y="0"/>
                  <a:pt x="81" y="0"/>
                  <a:pt x="81" y="0"/>
                </a:cubicBezTo>
                <a:cubicBezTo>
                  <a:pt x="80" y="0"/>
                  <a:pt x="78" y="1"/>
                  <a:pt x="78" y="3"/>
                </a:cubicBezTo>
                <a:cubicBezTo>
                  <a:pt x="78" y="5"/>
                  <a:pt x="80" y="6"/>
                  <a:pt x="81" y="6"/>
                </a:cubicBezTo>
                <a:cubicBezTo>
                  <a:pt x="84" y="6"/>
                  <a:pt x="84" y="6"/>
                  <a:pt x="84" y="6"/>
                </a:cubicBezTo>
                <a:cubicBezTo>
                  <a:pt x="84" y="23"/>
                  <a:pt x="84" y="23"/>
                  <a:pt x="84" y="23"/>
                </a:cubicBezTo>
                <a:cubicBezTo>
                  <a:pt x="42" y="25"/>
                  <a:pt x="9" y="60"/>
                  <a:pt x="9" y="103"/>
                </a:cubicBezTo>
                <a:cubicBezTo>
                  <a:pt x="9" y="127"/>
                  <a:pt x="20" y="150"/>
                  <a:pt x="38" y="164"/>
                </a:cubicBezTo>
                <a:cubicBezTo>
                  <a:pt x="29" y="190"/>
                  <a:pt x="29" y="190"/>
                  <a:pt x="29" y="190"/>
                </a:cubicBezTo>
                <a:cubicBezTo>
                  <a:pt x="28" y="194"/>
                  <a:pt x="30" y="197"/>
                  <a:pt x="33" y="198"/>
                </a:cubicBezTo>
                <a:cubicBezTo>
                  <a:pt x="35" y="199"/>
                  <a:pt x="35" y="199"/>
                  <a:pt x="35" y="199"/>
                </a:cubicBezTo>
                <a:cubicBezTo>
                  <a:pt x="38" y="200"/>
                  <a:pt x="41" y="199"/>
                  <a:pt x="43" y="196"/>
                </a:cubicBezTo>
                <a:cubicBezTo>
                  <a:pt x="53" y="174"/>
                  <a:pt x="53" y="174"/>
                  <a:pt x="53" y="174"/>
                </a:cubicBezTo>
                <a:cubicBezTo>
                  <a:pt x="64" y="180"/>
                  <a:pt x="76" y="183"/>
                  <a:pt x="89" y="183"/>
                </a:cubicBezTo>
                <a:cubicBezTo>
                  <a:pt x="102" y="183"/>
                  <a:pt x="114" y="180"/>
                  <a:pt x="125" y="174"/>
                </a:cubicBezTo>
                <a:cubicBezTo>
                  <a:pt x="136" y="196"/>
                  <a:pt x="136" y="196"/>
                  <a:pt x="136" y="196"/>
                </a:cubicBezTo>
                <a:cubicBezTo>
                  <a:pt x="137" y="199"/>
                  <a:pt x="141" y="200"/>
                  <a:pt x="144" y="199"/>
                </a:cubicBezTo>
                <a:cubicBezTo>
                  <a:pt x="146" y="198"/>
                  <a:pt x="146" y="198"/>
                  <a:pt x="146" y="198"/>
                </a:cubicBezTo>
                <a:cubicBezTo>
                  <a:pt x="149" y="197"/>
                  <a:pt x="150" y="194"/>
                  <a:pt x="149" y="190"/>
                </a:cubicBezTo>
                <a:cubicBezTo>
                  <a:pt x="141" y="164"/>
                  <a:pt x="141" y="164"/>
                  <a:pt x="141" y="164"/>
                </a:cubicBezTo>
                <a:cubicBezTo>
                  <a:pt x="158" y="149"/>
                  <a:pt x="169" y="127"/>
                  <a:pt x="169" y="103"/>
                </a:cubicBezTo>
                <a:close/>
                <a:moveTo>
                  <a:pt x="89" y="167"/>
                </a:moveTo>
                <a:cubicBezTo>
                  <a:pt x="54" y="167"/>
                  <a:pt x="25" y="138"/>
                  <a:pt x="25" y="103"/>
                </a:cubicBezTo>
                <a:cubicBezTo>
                  <a:pt x="25" y="67"/>
                  <a:pt x="54" y="39"/>
                  <a:pt x="89" y="39"/>
                </a:cubicBezTo>
                <a:cubicBezTo>
                  <a:pt x="124" y="39"/>
                  <a:pt x="153" y="67"/>
                  <a:pt x="153" y="103"/>
                </a:cubicBezTo>
                <a:cubicBezTo>
                  <a:pt x="153" y="138"/>
                  <a:pt x="124" y="167"/>
                  <a:pt x="89" y="167"/>
                </a:cubicBezTo>
                <a:close/>
                <a:moveTo>
                  <a:pt x="97" y="111"/>
                </a:moveTo>
                <a:cubicBezTo>
                  <a:pt x="99" y="109"/>
                  <a:pt x="100" y="106"/>
                  <a:pt x="100" y="103"/>
                </a:cubicBezTo>
                <a:cubicBezTo>
                  <a:pt x="100" y="97"/>
                  <a:pt x="96" y="93"/>
                  <a:pt x="91" y="92"/>
                </a:cubicBezTo>
                <a:cubicBezTo>
                  <a:pt x="91" y="55"/>
                  <a:pt x="91" y="55"/>
                  <a:pt x="91" y="55"/>
                </a:cubicBezTo>
                <a:cubicBezTo>
                  <a:pt x="91" y="54"/>
                  <a:pt x="90" y="53"/>
                  <a:pt x="89" y="53"/>
                </a:cubicBezTo>
                <a:cubicBezTo>
                  <a:pt x="88" y="53"/>
                  <a:pt x="87" y="54"/>
                  <a:pt x="87" y="55"/>
                </a:cubicBezTo>
                <a:cubicBezTo>
                  <a:pt x="87" y="92"/>
                  <a:pt x="87" y="92"/>
                  <a:pt x="87" y="92"/>
                </a:cubicBezTo>
                <a:cubicBezTo>
                  <a:pt x="82" y="93"/>
                  <a:pt x="78" y="97"/>
                  <a:pt x="78" y="103"/>
                </a:cubicBezTo>
                <a:cubicBezTo>
                  <a:pt x="78" y="109"/>
                  <a:pt x="83" y="114"/>
                  <a:pt x="89" y="114"/>
                </a:cubicBezTo>
                <a:cubicBezTo>
                  <a:pt x="90" y="114"/>
                  <a:pt x="92" y="114"/>
                  <a:pt x="93" y="113"/>
                </a:cubicBezTo>
                <a:cubicBezTo>
                  <a:pt x="104" y="131"/>
                  <a:pt x="104" y="131"/>
                  <a:pt x="104" y="131"/>
                </a:cubicBezTo>
                <a:cubicBezTo>
                  <a:pt x="105" y="132"/>
                  <a:pt x="106" y="133"/>
                  <a:pt x="107" y="132"/>
                </a:cubicBezTo>
                <a:cubicBezTo>
                  <a:pt x="108" y="131"/>
                  <a:pt x="109" y="130"/>
                  <a:pt x="108" y="129"/>
                </a:cubicBezTo>
                <a:lnTo>
                  <a:pt x="97" y="1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56" name="组合 55"/>
          <p:cNvGrpSpPr>
            <a:grpSpLocks noChangeAspect="1"/>
          </p:cNvGrpSpPr>
          <p:nvPr/>
        </p:nvGrpSpPr>
        <p:grpSpPr>
          <a:xfrm>
            <a:off x="7144218" y="2791449"/>
            <a:ext cx="468000" cy="400693"/>
            <a:chOff x="2162176" y="-104775"/>
            <a:chExt cx="1655763" cy="1417638"/>
          </a:xfrm>
          <a:solidFill>
            <a:schemeClr val="bg1"/>
          </a:solidFill>
        </p:grpSpPr>
        <p:sp>
          <p:nvSpPr>
            <p:cNvPr id="57" name="Freeform 3767"/>
            <p:cNvSpPr>
              <a:spLocks/>
            </p:cNvSpPr>
            <p:nvPr/>
          </p:nvSpPr>
          <p:spPr bwMode="auto">
            <a:xfrm>
              <a:off x="2311401" y="104775"/>
              <a:ext cx="1370013" cy="1208088"/>
            </a:xfrm>
            <a:custGeom>
              <a:avLst/>
              <a:gdLst>
                <a:gd name="T0" fmla="*/ 231 w 431"/>
                <a:gd name="T1" fmla="*/ 6 h 380"/>
                <a:gd name="T2" fmla="*/ 190 w 431"/>
                <a:gd name="T3" fmla="*/ 7 h 380"/>
                <a:gd name="T4" fmla="*/ 20 w 431"/>
                <a:gd name="T5" fmla="*/ 106 h 380"/>
                <a:gd name="T6" fmla="*/ 0 w 431"/>
                <a:gd name="T7" fmla="*/ 142 h 380"/>
                <a:gd name="T8" fmla="*/ 0 w 431"/>
                <a:gd name="T9" fmla="*/ 357 h 380"/>
                <a:gd name="T10" fmla="*/ 24 w 431"/>
                <a:gd name="T11" fmla="*/ 380 h 380"/>
                <a:gd name="T12" fmla="*/ 124 w 431"/>
                <a:gd name="T13" fmla="*/ 380 h 380"/>
                <a:gd name="T14" fmla="*/ 148 w 431"/>
                <a:gd name="T15" fmla="*/ 357 h 380"/>
                <a:gd name="T16" fmla="*/ 148 w 431"/>
                <a:gd name="T17" fmla="*/ 258 h 380"/>
                <a:gd name="T18" fmla="*/ 171 w 431"/>
                <a:gd name="T19" fmla="*/ 235 h 380"/>
                <a:gd name="T20" fmla="*/ 260 w 431"/>
                <a:gd name="T21" fmla="*/ 235 h 380"/>
                <a:gd name="T22" fmla="*/ 283 w 431"/>
                <a:gd name="T23" fmla="*/ 258 h 380"/>
                <a:gd name="T24" fmla="*/ 283 w 431"/>
                <a:gd name="T25" fmla="*/ 357 h 380"/>
                <a:gd name="T26" fmla="*/ 307 w 431"/>
                <a:gd name="T27" fmla="*/ 380 h 380"/>
                <a:gd name="T28" fmla="*/ 407 w 431"/>
                <a:gd name="T29" fmla="*/ 380 h 380"/>
                <a:gd name="T30" fmla="*/ 431 w 431"/>
                <a:gd name="T31" fmla="*/ 357 h 380"/>
                <a:gd name="T32" fmla="*/ 431 w 431"/>
                <a:gd name="T33" fmla="*/ 142 h 380"/>
                <a:gd name="T34" fmla="*/ 410 w 431"/>
                <a:gd name="T35" fmla="*/ 107 h 380"/>
                <a:gd name="T36" fmla="*/ 231 w 431"/>
                <a:gd name="T37" fmla="*/ 6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31" h="380">
                  <a:moveTo>
                    <a:pt x="231" y="6"/>
                  </a:moveTo>
                  <a:cubicBezTo>
                    <a:pt x="220" y="0"/>
                    <a:pt x="201" y="0"/>
                    <a:pt x="190" y="7"/>
                  </a:cubicBezTo>
                  <a:cubicBezTo>
                    <a:pt x="20" y="106"/>
                    <a:pt x="20" y="106"/>
                    <a:pt x="20" y="106"/>
                  </a:cubicBezTo>
                  <a:cubicBezTo>
                    <a:pt x="9" y="113"/>
                    <a:pt x="0" y="129"/>
                    <a:pt x="0" y="142"/>
                  </a:cubicBezTo>
                  <a:cubicBezTo>
                    <a:pt x="0" y="357"/>
                    <a:pt x="0" y="357"/>
                    <a:pt x="0" y="357"/>
                  </a:cubicBezTo>
                  <a:cubicBezTo>
                    <a:pt x="0" y="370"/>
                    <a:pt x="10" y="380"/>
                    <a:pt x="24" y="380"/>
                  </a:cubicBezTo>
                  <a:cubicBezTo>
                    <a:pt x="124" y="380"/>
                    <a:pt x="124" y="380"/>
                    <a:pt x="124" y="380"/>
                  </a:cubicBezTo>
                  <a:cubicBezTo>
                    <a:pt x="137" y="380"/>
                    <a:pt x="148" y="370"/>
                    <a:pt x="148" y="357"/>
                  </a:cubicBezTo>
                  <a:cubicBezTo>
                    <a:pt x="148" y="258"/>
                    <a:pt x="148" y="258"/>
                    <a:pt x="148" y="258"/>
                  </a:cubicBezTo>
                  <a:cubicBezTo>
                    <a:pt x="148" y="245"/>
                    <a:pt x="158" y="235"/>
                    <a:pt x="171" y="235"/>
                  </a:cubicBezTo>
                  <a:cubicBezTo>
                    <a:pt x="260" y="235"/>
                    <a:pt x="260" y="235"/>
                    <a:pt x="260" y="235"/>
                  </a:cubicBezTo>
                  <a:cubicBezTo>
                    <a:pt x="273" y="235"/>
                    <a:pt x="283" y="245"/>
                    <a:pt x="283" y="258"/>
                  </a:cubicBezTo>
                  <a:cubicBezTo>
                    <a:pt x="283" y="357"/>
                    <a:pt x="283" y="357"/>
                    <a:pt x="283" y="357"/>
                  </a:cubicBezTo>
                  <a:cubicBezTo>
                    <a:pt x="283" y="370"/>
                    <a:pt x="294" y="380"/>
                    <a:pt x="307" y="380"/>
                  </a:cubicBezTo>
                  <a:cubicBezTo>
                    <a:pt x="407" y="380"/>
                    <a:pt x="407" y="380"/>
                    <a:pt x="407" y="380"/>
                  </a:cubicBezTo>
                  <a:cubicBezTo>
                    <a:pt x="420" y="380"/>
                    <a:pt x="431" y="370"/>
                    <a:pt x="431" y="357"/>
                  </a:cubicBezTo>
                  <a:cubicBezTo>
                    <a:pt x="431" y="142"/>
                    <a:pt x="431" y="142"/>
                    <a:pt x="431" y="142"/>
                  </a:cubicBezTo>
                  <a:cubicBezTo>
                    <a:pt x="431" y="129"/>
                    <a:pt x="422" y="113"/>
                    <a:pt x="410" y="107"/>
                  </a:cubicBezTo>
                  <a:lnTo>
                    <a:pt x="231"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white"/>
                </a:solidFill>
              </a:endParaRPr>
            </a:p>
          </p:txBody>
        </p:sp>
        <p:sp>
          <p:nvSpPr>
            <p:cNvPr id="58" name="Freeform 3768"/>
            <p:cNvSpPr>
              <a:spLocks/>
            </p:cNvSpPr>
            <p:nvPr/>
          </p:nvSpPr>
          <p:spPr bwMode="auto">
            <a:xfrm>
              <a:off x="2162176" y="-104775"/>
              <a:ext cx="1655763" cy="552450"/>
            </a:xfrm>
            <a:custGeom>
              <a:avLst/>
              <a:gdLst>
                <a:gd name="T0" fmla="*/ 516 w 521"/>
                <a:gd name="T1" fmla="*/ 165 h 174"/>
                <a:gd name="T2" fmla="*/ 487 w 521"/>
                <a:gd name="T3" fmla="*/ 167 h 174"/>
                <a:gd name="T4" fmla="*/ 276 w 521"/>
                <a:gd name="T5" fmla="*/ 45 h 174"/>
                <a:gd name="T6" fmla="*/ 235 w 521"/>
                <a:gd name="T7" fmla="*/ 45 h 174"/>
                <a:gd name="T8" fmla="*/ 34 w 521"/>
                <a:gd name="T9" fmla="*/ 167 h 174"/>
                <a:gd name="T10" fmla="*/ 5 w 521"/>
                <a:gd name="T11" fmla="*/ 165 h 174"/>
                <a:gd name="T12" fmla="*/ 16 w 521"/>
                <a:gd name="T13" fmla="*/ 138 h 174"/>
                <a:gd name="T14" fmla="*/ 235 w 521"/>
                <a:gd name="T15" fmla="*/ 7 h 174"/>
                <a:gd name="T16" fmla="*/ 276 w 521"/>
                <a:gd name="T17" fmla="*/ 6 h 174"/>
                <a:gd name="T18" fmla="*/ 504 w 521"/>
                <a:gd name="T19" fmla="*/ 139 h 174"/>
                <a:gd name="T20" fmla="*/ 516 w 521"/>
                <a:gd name="T21" fmla="*/ 16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1" h="174">
                  <a:moveTo>
                    <a:pt x="516" y="165"/>
                  </a:moveTo>
                  <a:cubicBezTo>
                    <a:pt x="512" y="173"/>
                    <a:pt x="499" y="174"/>
                    <a:pt x="487" y="167"/>
                  </a:cubicBezTo>
                  <a:cubicBezTo>
                    <a:pt x="276" y="45"/>
                    <a:pt x="276" y="45"/>
                    <a:pt x="276" y="45"/>
                  </a:cubicBezTo>
                  <a:cubicBezTo>
                    <a:pt x="265" y="38"/>
                    <a:pt x="247" y="38"/>
                    <a:pt x="235" y="45"/>
                  </a:cubicBezTo>
                  <a:cubicBezTo>
                    <a:pt x="34" y="167"/>
                    <a:pt x="34" y="167"/>
                    <a:pt x="34" y="167"/>
                  </a:cubicBezTo>
                  <a:cubicBezTo>
                    <a:pt x="22" y="174"/>
                    <a:pt x="9" y="173"/>
                    <a:pt x="5" y="165"/>
                  </a:cubicBezTo>
                  <a:cubicBezTo>
                    <a:pt x="0" y="157"/>
                    <a:pt x="5" y="145"/>
                    <a:pt x="16" y="138"/>
                  </a:cubicBezTo>
                  <a:cubicBezTo>
                    <a:pt x="235" y="7"/>
                    <a:pt x="235" y="7"/>
                    <a:pt x="235" y="7"/>
                  </a:cubicBezTo>
                  <a:cubicBezTo>
                    <a:pt x="246" y="0"/>
                    <a:pt x="265" y="0"/>
                    <a:pt x="276" y="6"/>
                  </a:cubicBezTo>
                  <a:cubicBezTo>
                    <a:pt x="504" y="139"/>
                    <a:pt x="504" y="139"/>
                    <a:pt x="504" y="139"/>
                  </a:cubicBezTo>
                  <a:cubicBezTo>
                    <a:pt x="515" y="145"/>
                    <a:pt x="521" y="157"/>
                    <a:pt x="516" y="1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white"/>
                </a:solidFill>
              </a:endParaRPr>
            </a:p>
          </p:txBody>
        </p:sp>
      </p:grpSp>
      <p:grpSp>
        <p:nvGrpSpPr>
          <p:cNvPr id="59" name="组合 58"/>
          <p:cNvGrpSpPr>
            <a:grpSpLocks noChangeAspect="1"/>
          </p:cNvGrpSpPr>
          <p:nvPr/>
        </p:nvGrpSpPr>
        <p:grpSpPr>
          <a:xfrm>
            <a:off x="8615772" y="2097088"/>
            <a:ext cx="504000" cy="383020"/>
            <a:chOff x="10004425" y="1971676"/>
            <a:chExt cx="1593850" cy="1211262"/>
          </a:xfrm>
          <a:solidFill>
            <a:schemeClr val="bg1"/>
          </a:solidFill>
        </p:grpSpPr>
        <p:sp>
          <p:nvSpPr>
            <p:cNvPr id="68" name="Freeform 267"/>
            <p:cNvSpPr>
              <a:spLocks/>
            </p:cNvSpPr>
            <p:nvPr/>
          </p:nvSpPr>
          <p:spPr bwMode="auto">
            <a:xfrm>
              <a:off x="10004425" y="1971676"/>
              <a:ext cx="1535113" cy="688975"/>
            </a:xfrm>
            <a:custGeom>
              <a:avLst/>
              <a:gdLst>
                <a:gd name="T0" fmla="*/ 480 w 967"/>
                <a:gd name="T1" fmla="*/ 434 h 434"/>
                <a:gd name="T2" fmla="*/ 0 w 967"/>
                <a:gd name="T3" fmla="*/ 217 h 434"/>
                <a:gd name="T4" fmla="*/ 492 w 967"/>
                <a:gd name="T5" fmla="*/ 0 h 434"/>
                <a:gd name="T6" fmla="*/ 967 w 967"/>
                <a:gd name="T7" fmla="*/ 212 h 434"/>
                <a:gd name="T8" fmla="*/ 480 w 967"/>
                <a:gd name="T9" fmla="*/ 434 h 434"/>
              </a:gdLst>
              <a:ahLst/>
              <a:cxnLst>
                <a:cxn ang="0">
                  <a:pos x="T0" y="T1"/>
                </a:cxn>
                <a:cxn ang="0">
                  <a:pos x="T2" y="T3"/>
                </a:cxn>
                <a:cxn ang="0">
                  <a:pos x="T4" y="T5"/>
                </a:cxn>
                <a:cxn ang="0">
                  <a:pos x="T6" y="T7"/>
                </a:cxn>
                <a:cxn ang="0">
                  <a:pos x="T8" y="T9"/>
                </a:cxn>
              </a:cxnLst>
              <a:rect l="0" t="0" r="r" b="b"/>
              <a:pathLst>
                <a:path w="967" h="434">
                  <a:moveTo>
                    <a:pt x="480" y="434"/>
                  </a:moveTo>
                  <a:lnTo>
                    <a:pt x="0" y="217"/>
                  </a:lnTo>
                  <a:lnTo>
                    <a:pt x="492" y="0"/>
                  </a:lnTo>
                  <a:lnTo>
                    <a:pt x="967" y="212"/>
                  </a:lnTo>
                  <a:lnTo>
                    <a:pt x="480" y="4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 name="Rectangle 268"/>
            <p:cNvSpPr>
              <a:spLocks noChangeArrowheads="1"/>
            </p:cNvSpPr>
            <p:nvPr/>
          </p:nvSpPr>
          <p:spPr bwMode="auto">
            <a:xfrm>
              <a:off x="11474450" y="2297113"/>
              <a:ext cx="46038" cy="5032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 name="Oval 269"/>
            <p:cNvSpPr>
              <a:spLocks noChangeArrowheads="1"/>
            </p:cNvSpPr>
            <p:nvPr/>
          </p:nvSpPr>
          <p:spPr bwMode="auto">
            <a:xfrm>
              <a:off x="11422063" y="2743201"/>
              <a:ext cx="150813" cy="1508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 name="Freeform 270"/>
            <p:cNvSpPr>
              <a:spLocks/>
            </p:cNvSpPr>
            <p:nvPr/>
          </p:nvSpPr>
          <p:spPr bwMode="auto">
            <a:xfrm>
              <a:off x="11404600" y="2822576"/>
              <a:ext cx="107950" cy="336550"/>
            </a:xfrm>
            <a:custGeom>
              <a:avLst/>
              <a:gdLst>
                <a:gd name="T0" fmla="*/ 16 w 29"/>
                <a:gd name="T1" fmla="*/ 5 h 90"/>
                <a:gd name="T2" fmla="*/ 6 w 29"/>
                <a:gd name="T3" fmla="*/ 90 h 90"/>
                <a:gd name="T4" fmla="*/ 29 w 29"/>
                <a:gd name="T5" fmla="*/ 90 h 90"/>
                <a:gd name="T6" fmla="*/ 29 w 29"/>
                <a:gd name="T7" fmla="*/ 0 h 90"/>
                <a:gd name="T8" fmla="*/ 16 w 29"/>
                <a:gd name="T9" fmla="*/ 5 h 90"/>
              </a:gdLst>
              <a:ahLst/>
              <a:cxnLst>
                <a:cxn ang="0">
                  <a:pos x="T0" y="T1"/>
                </a:cxn>
                <a:cxn ang="0">
                  <a:pos x="T2" y="T3"/>
                </a:cxn>
                <a:cxn ang="0">
                  <a:pos x="T4" y="T5"/>
                </a:cxn>
                <a:cxn ang="0">
                  <a:pos x="T6" y="T7"/>
                </a:cxn>
                <a:cxn ang="0">
                  <a:pos x="T8" y="T9"/>
                </a:cxn>
              </a:cxnLst>
              <a:rect l="0" t="0" r="r" b="b"/>
              <a:pathLst>
                <a:path w="29" h="90">
                  <a:moveTo>
                    <a:pt x="16" y="5"/>
                  </a:moveTo>
                  <a:cubicBezTo>
                    <a:pt x="16" y="5"/>
                    <a:pt x="0" y="39"/>
                    <a:pt x="6" y="90"/>
                  </a:cubicBezTo>
                  <a:cubicBezTo>
                    <a:pt x="29" y="90"/>
                    <a:pt x="29" y="90"/>
                    <a:pt x="29" y="90"/>
                  </a:cubicBezTo>
                  <a:cubicBezTo>
                    <a:pt x="29" y="0"/>
                    <a:pt x="29" y="0"/>
                    <a:pt x="29" y="0"/>
                  </a:cubicBezTo>
                  <a:cubicBezTo>
                    <a:pt x="29" y="0"/>
                    <a:pt x="16" y="8"/>
                    <a:pt x="16"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 name="Freeform 271"/>
            <p:cNvSpPr>
              <a:spLocks/>
            </p:cNvSpPr>
            <p:nvPr/>
          </p:nvSpPr>
          <p:spPr bwMode="auto">
            <a:xfrm>
              <a:off x="11490325" y="2822576"/>
              <a:ext cx="107950" cy="336550"/>
            </a:xfrm>
            <a:custGeom>
              <a:avLst/>
              <a:gdLst>
                <a:gd name="T0" fmla="*/ 13 w 29"/>
                <a:gd name="T1" fmla="*/ 5 h 90"/>
                <a:gd name="T2" fmla="*/ 23 w 29"/>
                <a:gd name="T3" fmla="*/ 90 h 90"/>
                <a:gd name="T4" fmla="*/ 0 w 29"/>
                <a:gd name="T5" fmla="*/ 90 h 90"/>
                <a:gd name="T6" fmla="*/ 0 w 29"/>
                <a:gd name="T7" fmla="*/ 0 h 90"/>
                <a:gd name="T8" fmla="*/ 13 w 29"/>
                <a:gd name="T9" fmla="*/ 5 h 90"/>
              </a:gdLst>
              <a:ahLst/>
              <a:cxnLst>
                <a:cxn ang="0">
                  <a:pos x="T0" y="T1"/>
                </a:cxn>
                <a:cxn ang="0">
                  <a:pos x="T2" y="T3"/>
                </a:cxn>
                <a:cxn ang="0">
                  <a:pos x="T4" y="T5"/>
                </a:cxn>
                <a:cxn ang="0">
                  <a:pos x="T6" y="T7"/>
                </a:cxn>
                <a:cxn ang="0">
                  <a:pos x="T8" y="T9"/>
                </a:cxn>
              </a:cxnLst>
              <a:rect l="0" t="0" r="r" b="b"/>
              <a:pathLst>
                <a:path w="29" h="90">
                  <a:moveTo>
                    <a:pt x="13" y="5"/>
                  </a:moveTo>
                  <a:cubicBezTo>
                    <a:pt x="13" y="5"/>
                    <a:pt x="29" y="39"/>
                    <a:pt x="23" y="90"/>
                  </a:cubicBezTo>
                  <a:cubicBezTo>
                    <a:pt x="0" y="90"/>
                    <a:pt x="0" y="90"/>
                    <a:pt x="0" y="90"/>
                  </a:cubicBezTo>
                  <a:cubicBezTo>
                    <a:pt x="0" y="0"/>
                    <a:pt x="0" y="0"/>
                    <a:pt x="0" y="0"/>
                  </a:cubicBezTo>
                  <a:cubicBezTo>
                    <a:pt x="0" y="0"/>
                    <a:pt x="13" y="8"/>
                    <a:pt x="1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 name="Freeform 272"/>
            <p:cNvSpPr>
              <a:spLocks/>
            </p:cNvSpPr>
            <p:nvPr/>
          </p:nvSpPr>
          <p:spPr bwMode="auto">
            <a:xfrm>
              <a:off x="10309225" y="2522538"/>
              <a:ext cx="889000" cy="660400"/>
            </a:xfrm>
            <a:custGeom>
              <a:avLst/>
              <a:gdLst>
                <a:gd name="T0" fmla="*/ 237 w 237"/>
                <a:gd name="T1" fmla="*/ 0 h 176"/>
                <a:gd name="T2" fmla="*/ 118 w 237"/>
                <a:gd name="T3" fmla="*/ 55 h 176"/>
                <a:gd name="T4" fmla="*/ 0 w 237"/>
                <a:gd name="T5" fmla="*/ 0 h 176"/>
                <a:gd name="T6" fmla="*/ 0 w 237"/>
                <a:gd name="T7" fmla="*/ 136 h 176"/>
                <a:gd name="T8" fmla="*/ 115 w 237"/>
                <a:gd name="T9" fmla="*/ 176 h 176"/>
                <a:gd name="T10" fmla="*/ 115 w 237"/>
                <a:gd name="T11" fmla="*/ 176 h 176"/>
                <a:gd name="T12" fmla="*/ 118 w 237"/>
                <a:gd name="T13" fmla="*/ 176 h 176"/>
                <a:gd name="T14" fmla="*/ 122 w 237"/>
                <a:gd name="T15" fmla="*/ 176 h 176"/>
                <a:gd name="T16" fmla="*/ 122 w 237"/>
                <a:gd name="T17" fmla="*/ 176 h 176"/>
                <a:gd name="T18" fmla="*/ 237 w 237"/>
                <a:gd name="T19" fmla="*/ 136 h 176"/>
                <a:gd name="T20" fmla="*/ 237 w 237"/>
                <a:gd name="T21"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7" h="176">
                  <a:moveTo>
                    <a:pt x="237" y="0"/>
                  </a:moveTo>
                  <a:cubicBezTo>
                    <a:pt x="237" y="1"/>
                    <a:pt x="138" y="47"/>
                    <a:pt x="118" y="55"/>
                  </a:cubicBezTo>
                  <a:cubicBezTo>
                    <a:pt x="99" y="47"/>
                    <a:pt x="0" y="1"/>
                    <a:pt x="0" y="0"/>
                  </a:cubicBezTo>
                  <a:cubicBezTo>
                    <a:pt x="0" y="136"/>
                    <a:pt x="0" y="136"/>
                    <a:pt x="0" y="136"/>
                  </a:cubicBezTo>
                  <a:cubicBezTo>
                    <a:pt x="32" y="170"/>
                    <a:pt x="95" y="175"/>
                    <a:pt x="115" y="176"/>
                  </a:cubicBezTo>
                  <a:cubicBezTo>
                    <a:pt x="115" y="176"/>
                    <a:pt x="115" y="176"/>
                    <a:pt x="115" y="176"/>
                  </a:cubicBezTo>
                  <a:cubicBezTo>
                    <a:pt x="115" y="176"/>
                    <a:pt x="116" y="176"/>
                    <a:pt x="118" y="176"/>
                  </a:cubicBezTo>
                  <a:cubicBezTo>
                    <a:pt x="121" y="176"/>
                    <a:pt x="122" y="176"/>
                    <a:pt x="122" y="176"/>
                  </a:cubicBezTo>
                  <a:cubicBezTo>
                    <a:pt x="122" y="176"/>
                    <a:pt x="122" y="176"/>
                    <a:pt x="122" y="176"/>
                  </a:cubicBezTo>
                  <a:cubicBezTo>
                    <a:pt x="142" y="175"/>
                    <a:pt x="205" y="170"/>
                    <a:pt x="237" y="136"/>
                  </a:cubicBezTo>
                  <a:lnTo>
                    <a:pt x="23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74" name="Freeform 63"/>
          <p:cNvSpPr>
            <a:spLocks noChangeAspect="1" noEditPoints="1"/>
          </p:cNvSpPr>
          <p:nvPr/>
        </p:nvSpPr>
        <p:spPr bwMode="auto">
          <a:xfrm>
            <a:off x="7827760" y="2031932"/>
            <a:ext cx="432000" cy="490674"/>
          </a:xfrm>
          <a:custGeom>
            <a:avLst/>
            <a:gdLst>
              <a:gd name="T0" fmla="*/ 319 w 352"/>
              <a:gd name="T1" fmla="*/ 209 h 400"/>
              <a:gd name="T2" fmla="*/ 238 w 352"/>
              <a:gd name="T3" fmla="*/ 134 h 400"/>
              <a:gd name="T4" fmla="*/ 251 w 352"/>
              <a:gd name="T5" fmla="*/ 134 h 400"/>
              <a:gd name="T6" fmla="*/ 313 w 352"/>
              <a:gd name="T7" fmla="*/ 114 h 400"/>
              <a:gd name="T8" fmla="*/ 283 w 352"/>
              <a:gd name="T9" fmla="*/ 96 h 400"/>
              <a:gd name="T10" fmla="*/ 292 w 352"/>
              <a:gd name="T11" fmla="*/ 82 h 400"/>
              <a:gd name="T12" fmla="*/ 289 w 352"/>
              <a:gd name="T13" fmla="*/ 75 h 400"/>
              <a:gd name="T14" fmla="*/ 237 w 352"/>
              <a:gd name="T15" fmla="*/ 97 h 400"/>
              <a:gd name="T16" fmla="*/ 231 w 352"/>
              <a:gd name="T17" fmla="*/ 16 h 400"/>
              <a:gd name="T18" fmla="*/ 142 w 352"/>
              <a:gd name="T19" fmla="*/ 17 h 400"/>
              <a:gd name="T20" fmla="*/ 136 w 352"/>
              <a:gd name="T21" fmla="*/ 108 h 400"/>
              <a:gd name="T22" fmla="*/ 121 w 352"/>
              <a:gd name="T23" fmla="*/ 112 h 400"/>
              <a:gd name="T24" fmla="*/ 111 w 352"/>
              <a:gd name="T25" fmla="*/ 119 h 400"/>
              <a:gd name="T26" fmla="*/ 127 w 352"/>
              <a:gd name="T27" fmla="*/ 130 h 400"/>
              <a:gd name="T28" fmla="*/ 34 w 352"/>
              <a:gd name="T29" fmla="*/ 214 h 400"/>
              <a:gd name="T30" fmla="*/ 149 w 352"/>
              <a:gd name="T31" fmla="*/ 391 h 400"/>
              <a:gd name="T32" fmla="*/ 343 w 352"/>
              <a:gd name="T33" fmla="*/ 268 h 400"/>
              <a:gd name="T34" fmla="*/ 303 w 352"/>
              <a:gd name="T35" fmla="*/ 109 h 400"/>
              <a:gd name="T36" fmla="*/ 251 w 352"/>
              <a:gd name="T37" fmla="*/ 123 h 400"/>
              <a:gd name="T38" fmla="*/ 243 w 352"/>
              <a:gd name="T39" fmla="*/ 122 h 400"/>
              <a:gd name="T40" fmla="*/ 280 w 352"/>
              <a:gd name="T41" fmla="*/ 85 h 400"/>
              <a:gd name="T42" fmla="*/ 239 w 352"/>
              <a:gd name="T43" fmla="*/ 111 h 400"/>
              <a:gd name="T44" fmla="*/ 280 w 352"/>
              <a:gd name="T45" fmla="*/ 85 h 400"/>
              <a:gd name="T46" fmla="*/ 218 w 352"/>
              <a:gd name="T47" fmla="*/ 315 h 400"/>
              <a:gd name="T48" fmla="*/ 183 w 352"/>
              <a:gd name="T49" fmla="*/ 326 h 400"/>
              <a:gd name="T50" fmla="*/ 169 w 352"/>
              <a:gd name="T51" fmla="*/ 344 h 400"/>
              <a:gd name="T52" fmla="*/ 147 w 352"/>
              <a:gd name="T53" fmla="*/ 322 h 400"/>
              <a:gd name="T54" fmla="*/ 122 w 352"/>
              <a:gd name="T55" fmla="*/ 300 h 400"/>
              <a:gd name="T56" fmla="*/ 155 w 352"/>
              <a:gd name="T57" fmla="*/ 280 h 400"/>
              <a:gd name="T58" fmla="*/ 169 w 352"/>
              <a:gd name="T59" fmla="*/ 301 h 400"/>
              <a:gd name="T60" fmla="*/ 142 w 352"/>
              <a:gd name="T61" fmla="*/ 258 h 400"/>
              <a:gd name="T62" fmla="*/ 122 w 352"/>
              <a:gd name="T63" fmla="*/ 225 h 400"/>
              <a:gd name="T64" fmla="*/ 169 w 352"/>
              <a:gd name="T65" fmla="*/ 184 h 400"/>
              <a:gd name="T66" fmla="*/ 183 w 352"/>
              <a:gd name="T67" fmla="*/ 175 h 400"/>
              <a:gd name="T68" fmla="*/ 215 w 352"/>
              <a:gd name="T69" fmla="*/ 194 h 400"/>
              <a:gd name="T70" fmla="*/ 195 w 352"/>
              <a:gd name="T71" fmla="*/ 223 h 400"/>
              <a:gd name="T72" fmla="*/ 183 w 352"/>
              <a:gd name="T73" fmla="*/ 209 h 400"/>
              <a:gd name="T74" fmla="*/ 221 w 352"/>
              <a:gd name="T75" fmla="*/ 252 h 400"/>
              <a:gd name="T76" fmla="*/ 230 w 352"/>
              <a:gd name="T77" fmla="*/ 301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52" h="400">
                <a:moveTo>
                  <a:pt x="343" y="268"/>
                </a:moveTo>
                <a:cubicBezTo>
                  <a:pt x="339" y="245"/>
                  <a:pt x="331" y="231"/>
                  <a:pt x="319" y="209"/>
                </a:cubicBezTo>
                <a:cubicBezTo>
                  <a:pt x="308" y="192"/>
                  <a:pt x="288" y="172"/>
                  <a:pt x="273" y="160"/>
                </a:cubicBezTo>
                <a:cubicBezTo>
                  <a:pt x="262" y="151"/>
                  <a:pt x="249" y="143"/>
                  <a:pt x="238" y="134"/>
                </a:cubicBezTo>
                <a:cubicBezTo>
                  <a:pt x="241" y="134"/>
                  <a:pt x="241" y="134"/>
                  <a:pt x="241" y="134"/>
                </a:cubicBezTo>
                <a:cubicBezTo>
                  <a:pt x="251" y="134"/>
                  <a:pt x="251" y="134"/>
                  <a:pt x="251" y="134"/>
                </a:cubicBezTo>
                <a:cubicBezTo>
                  <a:pt x="258" y="134"/>
                  <a:pt x="266" y="134"/>
                  <a:pt x="274" y="133"/>
                </a:cubicBezTo>
                <a:cubicBezTo>
                  <a:pt x="283" y="132"/>
                  <a:pt x="306" y="128"/>
                  <a:pt x="313" y="114"/>
                </a:cubicBezTo>
                <a:cubicBezTo>
                  <a:pt x="318" y="104"/>
                  <a:pt x="314" y="99"/>
                  <a:pt x="311" y="97"/>
                </a:cubicBezTo>
                <a:cubicBezTo>
                  <a:pt x="306" y="93"/>
                  <a:pt x="295" y="94"/>
                  <a:pt x="283" y="96"/>
                </a:cubicBezTo>
                <a:cubicBezTo>
                  <a:pt x="288" y="92"/>
                  <a:pt x="291" y="88"/>
                  <a:pt x="292" y="84"/>
                </a:cubicBezTo>
                <a:cubicBezTo>
                  <a:pt x="292" y="84"/>
                  <a:pt x="292" y="83"/>
                  <a:pt x="292" y="82"/>
                </a:cubicBezTo>
                <a:cubicBezTo>
                  <a:pt x="292" y="80"/>
                  <a:pt x="292" y="78"/>
                  <a:pt x="290" y="76"/>
                </a:cubicBezTo>
                <a:cubicBezTo>
                  <a:pt x="289" y="75"/>
                  <a:pt x="289" y="75"/>
                  <a:pt x="289" y="75"/>
                </a:cubicBezTo>
                <a:cubicBezTo>
                  <a:pt x="287" y="74"/>
                  <a:pt x="287" y="74"/>
                  <a:pt x="287" y="74"/>
                </a:cubicBezTo>
                <a:cubicBezTo>
                  <a:pt x="272" y="72"/>
                  <a:pt x="251" y="83"/>
                  <a:pt x="237" y="97"/>
                </a:cubicBezTo>
                <a:cubicBezTo>
                  <a:pt x="252" y="77"/>
                  <a:pt x="280" y="51"/>
                  <a:pt x="285" y="30"/>
                </a:cubicBezTo>
                <a:cubicBezTo>
                  <a:pt x="266" y="29"/>
                  <a:pt x="247" y="25"/>
                  <a:pt x="231" y="16"/>
                </a:cubicBezTo>
                <a:cubicBezTo>
                  <a:pt x="216" y="8"/>
                  <a:pt x="209" y="0"/>
                  <a:pt x="191" y="3"/>
                </a:cubicBezTo>
                <a:cubicBezTo>
                  <a:pt x="174" y="5"/>
                  <a:pt x="158" y="13"/>
                  <a:pt x="142" y="17"/>
                </a:cubicBezTo>
                <a:cubicBezTo>
                  <a:pt x="124" y="22"/>
                  <a:pt x="108" y="15"/>
                  <a:pt x="90" y="18"/>
                </a:cubicBezTo>
                <a:cubicBezTo>
                  <a:pt x="87" y="49"/>
                  <a:pt x="125" y="79"/>
                  <a:pt x="136" y="108"/>
                </a:cubicBezTo>
                <a:cubicBezTo>
                  <a:pt x="131" y="109"/>
                  <a:pt x="126" y="110"/>
                  <a:pt x="121" y="112"/>
                </a:cubicBezTo>
                <a:cubicBezTo>
                  <a:pt x="121" y="112"/>
                  <a:pt x="121" y="112"/>
                  <a:pt x="121" y="112"/>
                </a:cubicBezTo>
                <a:cubicBezTo>
                  <a:pt x="118" y="113"/>
                  <a:pt x="115" y="114"/>
                  <a:pt x="114" y="116"/>
                </a:cubicBezTo>
                <a:cubicBezTo>
                  <a:pt x="111" y="119"/>
                  <a:pt x="111" y="119"/>
                  <a:pt x="111" y="119"/>
                </a:cubicBezTo>
                <a:cubicBezTo>
                  <a:pt x="113" y="123"/>
                  <a:pt x="113" y="123"/>
                  <a:pt x="113" y="123"/>
                </a:cubicBezTo>
                <a:cubicBezTo>
                  <a:pt x="116" y="127"/>
                  <a:pt x="120" y="129"/>
                  <a:pt x="127" y="130"/>
                </a:cubicBezTo>
                <a:cubicBezTo>
                  <a:pt x="113" y="139"/>
                  <a:pt x="96" y="149"/>
                  <a:pt x="84" y="159"/>
                </a:cubicBezTo>
                <a:cubicBezTo>
                  <a:pt x="69" y="172"/>
                  <a:pt x="46" y="198"/>
                  <a:pt x="34" y="214"/>
                </a:cubicBezTo>
                <a:cubicBezTo>
                  <a:pt x="13" y="240"/>
                  <a:pt x="0" y="275"/>
                  <a:pt x="6" y="307"/>
                </a:cubicBezTo>
                <a:cubicBezTo>
                  <a:pt x="18" y="370"/>
                  <a:pt x="92" y="391"/>
                  <a:pt x="149" y="391"/>
                </a:cubicBezTo>
                <a:cubicBezTo>
                  <a:pt x="212" y="391"/>
                  <a:pt x="293" y="400"/>
                  <a:pt x="335" y="348"/>
                </a:cubicBezTo>
                <a:cubicBezTo>
                  <a:pt x="352" y="327"/>
                  <a:pt x="347" y="295"/>
                  <a:pt x="343" y="268"/>
                </a:cubicBezTo>
                <a:close/>
                <a:moveTo>
                  <a:pt x="305" y="105"/>
                </a:moveTo>
                <a:cubicBezTo>
                  <a:pt x="305" y="105"/>
                  <a:pt x="305" y="106"/>
                  <a:pt x="303" y="109"/>
                </a:cubicBezTo>
                <a:cubicBezTo>
                  <a:pt x="299" y="117"/>
                  <a:pt x="284" y="121"/>
                  <a:pt x="273" y="123"/>
                </a:cubicBezTo>
                <a:cubicBezTo>
                  <a:pt x="266" y="124"/>
                  <a:pt x="258" y="124"/>
                  <a:pt x="251" y="123"/>
                </a:cubicBezTo>
                <a:cubicBezTo>
                  <a:pt x="243" y="123"/>
                  <a:pt x="243" y="123"/>
                  <a:pt x="243" y="123"/>
                </a:cubicBezTo>
                <a:cubicBezTo>
                  <a:pt x="243" y="122"/>
                  <a:pt x="243" y="122"/>
                  <a:pt x="243" y="122"/>
                </a:cubicBezTo>
                <a:cubicBezTo>
                  <a:pt x="263" y="112"/>
                  <a:pt x="300" y="101"/>
                  <a:pt x="305" y="105"/>
                </a:cubicBezTo>
                <a:close/>
                <a:moveTo>
                  <a:pt x="280" y="85"/>
                </a:moveTo>
                <a:cubicBezTo>
                  <a:pt x="275" y="90"/>
                  <a:pt x="260" y="99"/>
                  <a:pt x="251" y="104"/>
                </a:cubicBezTo>
                <a:cubicBezTo>
                  <a:pt x="247" y="106"/>
                  <a:pt x="243" y="108"/>
                  <a:pt x="239" y="111"/>
                </a:cubicBezTo>
                <a:cubicBezTo>
                  <a:pt x="239" y="111"/>
                  <a:pt x="239" y="111"/>
                  <a:pt x="239" y="111"/>
                </a:cubicBezTo>
                <a:cubicBezTo>
                  <a:pt x="249" y="98"/>
                  <a:pt x="267" y="86"/>
                  <a:pt x="280" y="85"/>
                </a:cubicBezTo>
                <a:close/>
                <a:moveTo>
                  <a:pt x="230" y="301"/>
                </a:moveTo>
                <a:cubicBezTo>
                  <a:pt x="227" y="306"/>
                  <a:pt x="223" y="311"/>
                  <a:pt x="218" y="315"/>
                </a:cubicBezTo>
                <a:cubicBezTo>
                  <a:pt x="213" y="319"/>
                  <a:pt x="208" y="322"/>
                  <a:pt x="203" y="323"/>
                </a:cubicBezTo>
                <a:cubicBezTo>
                  <a:pt x="197" y="325"/>
                  <a:pt x="191" y="326"/>
                  <a:pt x="183" y="326"/>
                </a:cubicBezTo>
                <a:cubicBezTo>
                  <a:pt x="183" y="344"/>
                  <a:pt x="183" y="344"/>
                  <a:pt x="183" y="344"/>
                </a:cubicBezTo>
                <a:cubicBezTo>
                  <a:pt x="169" y="344"/>
                  <a:pt x="169" y="344"/>
                  <a:pt x="169" y="344"/>
                </a:cubicBezTo>
                <a:cubicBezTo>
                  <a:pt x="169" y="326"/>
                  <a:pt x="169" y="326"/>
                  <a:pt x="169" y="326"/>
                </a:cubicBezTo>
                <a:cubicBezTo>
                  <a:pt x="160" y="326"/>
                  <a:pt x="152" y="324"/>
                  <a:pt x="147" y="322"/>
                </a:cubicBezTo>
                <a:cubicBezTo>
                  <a:pt x="141" y="320"/>
                  <a:pt x="136" y="317"/>
                  <a:pt x="132" y="313"/>
                </a:cubicBezTo>
                <a:cubicBezTo>
                  <a:pt x="127" y="309"/>
                  <a:pt x="124" y="305"/>
                  <a:pt x="122" y="300"/>
                </a:cubicBezTo>
                <a:cubicBezTo>
                  <a:pt x="120" y="296"/>
                  <a:pt x="118" y="291"/>
                  <a:pt x="117" y="284"/>
                </a:cubicBezTo>
                <a:cubicBezTo>
                  <a:pt x="155" y="280"/>
                  <a:pt x="155" y="280"/>
                  <a:pt x="155" y="280"/>
                </a:cubicBezTo>
                <a:cubicBezTo>
                  <a:pt x="156" y="286"/>
                  <a:pt x="158" y="291"/>
                  <a:pt x="160" y="293"/>
                </a:cubicBezTo>
                <a:cubicBezTo>
                  <a:pt x="162" y="296"/>
                  <a:pt x="165" y="299"/>
                  <a:pt x="169" y="301"/>
                </a:cubicBezTo>
                <a:cubicBezTo>
                  <a:pt x="169" y="267"/>
                  <a:pt x="169" y="267"/>
                  <a:pt x="169" y="267"/>
                </a:cubicBezTo>
                <a:cubicBezTo>
                  <a:pt x="156" y="264"/>
                  <a:pt x="147" y="261"/>
                  <a:pt x="142" y="258"/>
                </a:cubicBezTo>
                <a:cubicBezTo>
                  <a:pt x="137" y="255"/>
                  <a:pt x="132" y="251"/>
                  <a:pt x="128" y="246"/>
                </a:cubicBezTo>
                <a:cubicBezTo>
                  <a:pt x="124" y="240"/>
                  <a:pt x="122" y="233"/>
                  <a:pt x="122" y="225"/>
                </a:cubicBezTo>
                <a:cubicBezTo>
                  <a:pt x="122" y="213"/>
                  <a:pt x="126" y="204"/>
                  <a:pt x="134" y="196"/>
                </a:cubicBezTo>
                <a:cubicBezTo>
                  <a:pt x="142" y="189"/>
                  <a:pt x="154" y="185"/>
                  <a:pt x="169" y="184"/>
                </a:cubicBezTo>
                <a:cubicBezTo>
                  <a:pt x="169" y="175"/>
                  <a:pt x="169" y="175"/>
                  <a:pt x="169" y="175"/>
                </a:cubicBezTo>
                <a:cubicBezTo>
                  <a:pt x="183" y="175"/>
                  <a:pt x="183" y="175"/>
                  <a:pt x="183" y="175"/>
                </a:cubicBezTo>
                <a:cubicBezTo>
                  <a:pt x="183" y="184"/>
                  <a:pt x="183" y="184"/>
                  <a:pt x="183" y="184"/>
                </a:cubicBezTo>
                <a:cubicBezTo>
                  <a:pt x="197" y="185"/>
                  <a:pt x="208" y="188"/>
                  <a:pt x="215" y="194"/>
                </a:cubicBezTo>
                <a:cubicBezTo>
                  <a:pt x="223" y="200"/>
                  <a:pt x="228" y="208"/>
                  <a:pt x="230" y="218"/>
                </a:cubicBezTo>
                <a:cubicBezTo>
                  <a:pt x="195" y="223"/>
                  <a:pt x="195" y="223"/>
                  <a:pt x="195" y="223"/>
                </a:cubicBezTo>
                <a:cubicBezTo>
                  <a:pt x="193" y="219"/>
                  <a:pt x="191" y="216"/>
                  <a:pt x="190" y="214"/>
                </a:cubicBezTo>
                <a:cubicBezTo>
                  <a:pt x="189" y="212"/>
                  <a:pt x="186" y="211"/>
                  <a:pt x="183" y="209"/>
                </a:cubicBezTo>
                <a:cubicBezTo>
                  <a:pt x="183" y="236"/>
                  <a:pt x="183" y="236"/>
                  <a:pt x="183" y="236"/>
                </a:cubicBezTo>
                <a:cubicBezTo>
                  <a:pt x="202" y="241"/>
                  <a:pt x="215" y="247"/>
                  <a:pt x="221" y="252"/>
                </a:cubicBezTo>
                <a:cubicBezTo>
                  <a:pt x="230" y="260"/>
                  <a:pt x="234" y="270"/>
                  <a:pt x="234" y="282"/>
                </a:cubicBezTo>
                <a:cubicBezTo>
                  <a:pt x="234" y="288"/>
                  <a:pt x="233" y="295"/>
                  <a:pt x="230" y="30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 name="Freeform 285"/>
          <p:cNvSpPr>
            <a:spLocks noEditPoints="1"/>
          </p:cNvSpPr>
          <p:nvPr/>
        </p:nvSpPr>
        <p:spPr bwMode="auto">
          <a:xfrm>
            <a:off x="8572442" y="3994331"/>
            <a:ext cx="409078" cy="414167"/>
          </a:xfrm>
          <a:custGeom>
            <a:avLst/>
            <a:gdLst>
              <a:gd name="T0" fmla="*/ 101 w 201"/>
              <a:gd name="T1" fmla="*/ 60 h 203"/>
              <a:gd name="T2" fmla="*/ 58 w 201"/>
              <a:gd name="T3" fmla="*/ 103 h 203"/>
              <a:gd name="T4" fmla="*/ 101 w 201"/>
              <a:gd name="T5" fmla="*/ 147 h 203"/>
              <a:gd name="T6" fmla="*/ 144 w 201"/>
              <a:gd name="T7" fmla="*/ 103 h 203"/>
              <a:gd name="T8" fmla="*/ 101 w 201"/>
              <a:gd name="T9" fmla="*/ 60 h 203"/>
              <a:gd name="T10" fmla="*/ 180 w 201"/>
              <a:gd name="T11" fmla="*/ 101 h 203"/>
              <a:gd name="T12" fmla="*/ 180 w 201"/>
              <a:gd name="T13" fmla="*/ 95 h 203"/>
              <a:gd name="T14" fmla="*/ 201 w 201"/>
              <a:gd name="T15" fmla="*/ 90 h 203"/>
              <a:gd name="T16" fmla="*/ 193 w 201"/>
              <a:gd name="T17" fmla="*/ 61 h 203"/>
              <a:gd name="T18" fmla="*/ 172 w 201"/>
              <a:gd name="T19" fmla="*/ 67 h 203"/>
              <a:gd name="T20" fmla="*/ 162 w 201"/>
              <a:gd name="T21" fmla="*/ 51 h 203"/>
              <a:gd name="T22" fmla="*/ 176 w 201"/>
              <a:gd name="T23" fmla="*/ 34 h 203"/>
              <a:gd name="T24" fmla="*/ 153 w 201"/>
              <a:gd name="T25" fmla="*/ 15 h 203"/>
              <a:gd name="T26" fmla="*/ 139 w 201"/>
              <a:gd name="T27" fmla="*/ 32 h 203"/>
              <a:gd name="T28" fmla="*/ 115 w 201"/>
              <a:gd name="T29" fmla="*/ 23 h 203"/>
              <a:gd name="T30" fmla="*/ 115 w 201"/>
              <a:gd name="T31" fmla="*/ 1 h 203"/>
              <a:gd name="T32" fmla="*/ 101 w 201"/>
              <a:gd name="T33" fmla="*/ 0 h 203"/>
              <a:gd name="T34" fmla="*/ 86 w 201"/>
              <a:gd name="T35" fmla="*/ 1 h 203"/>
              <a:gd name="T36" fmla="*/ 86 w 201"/>
              <a:gd name="T37" fmla="*/ 23 h 203"/>
              <a:gd name="T38" fmla="*/ 68 w 201"/>
              <a:gd name="T39" fmla="*/ 29 h 203"/>
              <a:gd name="T40" fmla="*/ 55 w 201"/>
              <a:gd name="T41" fmla="*/ 11 h 203"/>
              <a:gd name="T42" fmla="*/ 31 w 201"/>
              <a:gd name="T43" fmla="*/ 28 h 203"/>
              <a:gd name="T44" fmla="*/ 43 w 201"/>
              <a:gd name="T45" fmla="*/ 46 h 203"/>
              <a:gd name="T46" fmla="*/ 32 w 201"/>
              <a:gd name="T47" fmla="*/ 60 h 203"/>
              <a:gd name="T48" fmla="*/ 12 w 201"/>
              <a:gd name="T49" fmla="*/ 53 h 203"/>
              <a:gd name="T50" fmla="*/ 1 w 201"/>
              <a:gd name="T51" fmla="*/ 81 h 203"/>
              <a:gd name="T52" fmla="*/ 22 w 201"/>
              <a:gd name="T53" fmla="*/ 88 h 203"/>
              <a:gd name="T54" fmla="*/ 21 w 201"/>
              <a:gd name="T55" fmla="*/ 101 h 203"/>
              <a:gd name="T56" fmla="*/ 21 w 201"/>
              <a:gd name="T57" fmla="*/ 107 h 203"/>
              <a:gd name="T58" fmla="*/ 0 w 201"/>
              <a:gd name="T59" fmla="*/ 113 h 203"/>
              <a:gd name="T60" fmla="*/ 7 w 201"/>
              <a:gd name="T61" fmla="*/ 142 h 203"/>
              <a:gd name="T62" fmla="*/ 28 w 201"/>
              <a:gd name="T63" fmla="*/ 136 h 203"/>
              <a:gd name="T64" fmla="*/ 39 w 201"/>
              <a:gd name="T65" fmla="*/ 152 h 203"/>
              <a:gd name="T66" fmla="*/ 25 w 201"/>
              <a:gd name="T67" fmla="*/ 169 h 203"/>
              <a:gd name="T68" fmla="*/ 47 w 201"/>
              <a:gd name="T69" fmla="*/ 188 h 203"/>
              <a:gd name="T70" fmla="*/ 61 w 201"/>
              <a:gd name="T71" fmla="*/ 171 h 203"/>
              <a:gd name="T72" fmla="*/ 86 w 201"/>
              <a:gd name="T73" fmla="*/ 180 h 203"/>
              <a:gd name="T74" fmla="*/ 86 w 201"/>
              <a:gd name="T75" fmla="*/ 202 h 203"/>
              <a:gd name="T76" fmla="*/ 101 w 201"/>
              <a:gd name="T77" fmla="*/ 203 h 203"/>
              <a:gd name="T78" fmla="*/ 115 w 201"/>
              <a:gd name="T79" fmla="*/ 202 h 203"/>
              <a:gd name="T80" fmla="*/ 115 w 201"/>
              <a:gd name="T81" fmla="*/ 180 h 203"/>
              <a:gd name="T82" fmla="*/ 134 w 201"/>
              <a:gd name="T83" fmla="*/ 174 h 203"/>
              <a:gd name="T84" fmla="*/ 146 w 201"/>
              <a:gd name="T85" fmla="*/ 192 h 203"/>
              <a:gd name="T86" fmla="*/ 170 w 201"/>
              <a:gd name="T87" fmla="*/ 175 h 203"/>
              <a:gd name="T88" fmla="*/ 158 w 201"/>
              <a:gd name="T89" fmla="*/ 157 h 203"/>
              <a:gd name="T90" fmla="*/ 169 w 201"/>
              <a:gd name="T91" fmla="*/ 142 h 203"/>
              <a:gd name="T92" fmla="*/ 190 w 201"/>
              <a:gd name="T93" fmla="*/ 150 h 203"/>
              <a:gd name="T94" fmla="*/ 200 w 201"/>
              <a:gd name="T95" fmla="*/ 121 h 203"/>
              <a:gd name="T96" fmla="*/ 179 w 201"/>
              <a:gd name="T97" fmla="*/ 114 h 203"/>
              <a:gd name="T98" fmla="*/ 180 w 201"/>
              <a:gd name="T99" fmla="*/ 101 h 203"/>
              <a:gd name="T100" fmla="*/ 101 w 201"/>
              <a:gd name="T101" fmla="*/ 158 h 203"/>
              <a:gd name="T102" fmla="*/ 47 w 201"/>
              <a:gd name="T103" fmla="*/ 103 h 203"/>
              <a:gd name="T104" fmla="*/ 101 w 201"/>
              <a:gd name="T105" fmla="*/ 49 h 203"/>
              <a:gd name="T106" fmla="*/ 155 w 201"/>
              <a:gd name="T107" fmla="*/ 103 h 203"/>
              <a:gd name="T108" fmla="*/ 101 w 201"/>
              <a:gd name="T109" fmla="*/ 158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01" h="203">
                <a:moveTo>
                  <a:pt x="101" y="60"/>
                </a:moveTo>
                <a:cubicBezTo>
                  <a:pt x="77" y="60"/>
                  <a:pt x="58" y="80"/>
                  <a:pt x="58" y="103"/>
                </a:cubicBezTo>
                <a:cubicBezTo>
                  <a:pt x="58" y="127"/>
                  <a:pt x="77" y="147"/>
                  <a:pt x="101" y="147"/>
                </a:cubicBezTo>
                <a:cubicBezTo>
                  <a:pt x="125" y="147"/>
                  <a:pt x="144" y="127"/>
                  <a:pt x="144" y="103"/>
                </a:cubicBezTo>
                <a:cubicBezTo>
                  <a:pt x="144" y="80"/>
                  <a:pt x="125" y="60"/>
                  <a:pt x="101" y="60"/>
                </a:cubicBezTo>
                <a:close/>
                <a:moveTo>
                  <a:pt x="180" y="101"/>
                </a:moveTo>
                <a:cubicBezTo>
                  <a:pt x="180" y="99"/>
                  <a:pt x="180" y="97"/>
                  <a:pt x="180" y="95"/>
                </a:cubicBezTo>
                <a:cubicBezTo>
                  <a:pt x="201" y="90"/>
                  <a:pt x="201" y="90"/>
                  <a:pt x="201" y="90"/>
                </a:cubicBezTo>
                <a:cubicBezTo>
                  <a:pt x="200" y="80"/>
                  <a:pt x="197" y="70"/>
                  <a:pt x="193" y="61"/>
                </a:cubicBezTo>
                <a:cubicBezTo>
                  <a:pt x="172" y="67"/>
                  <a:pt x="172" y="67"/>
                  <a:pt x="172" y="67"/>
                </a:cubicBezTo>
                <a:cubicBezTo>
                  <a:pt x="170" y="61"/>
                  <a:pt x="166" y="56"/>
                  <a:pt x="162" y="51"/>
                </a:cubicBezTo>
                <a:cubicBezTo>
                  <a:pt x="176" y="34"/>
                  <a:pt x="176" y="34"/>
                  <a:pt x="176" y="34"/>
                </a:cubicBezTo>
                <a:cubicBezTo>
                  <a:pt x="170" y="27"/>
                  <a:pt x="162" y="20"/>
                  <a:pt x="153" y="15"/>
                </a:cubicBezTo>
                <a:cubicBezTo>
                  <a:pt x="139" y="32"/>
                  <a:pt x="139" y="32"/>
                  <a:pt x="139" y="32"/>
                </a:cubicBezTo>
                <a:cubicBezTo>
                  <a:pt x="132" y="28"/>
                  <a:pt x="124" y="25"/>
                  <a:pt x="115" y="23"/>
                </a:cubicBezTo>
                <a:cubicBezTo>
                  <a:pt x="115" y="1"/>
                  <a:pt x="115" y="1"/>
                  <a:pt x="115" y="1"/>
                </a:cubicBezTo>
                <a:cubicBezTo>
                  <a:pt x="111" y="1"/>
                  <a:pt x="106" y="0"/>
                  <a:pt x="101" y="0"/>
                </a:cubicBezTo>
                <a:cubicBezTo>
                  <a:pt x="95" y="0"/>
                  <a:pt x="91" y="1"/>
                  <a:pt x="86" y="1"/>
                </a:cubicBezTo>
                <a:cubicBezTo>
                  <a:pt x="86" y="23"/>
                  <a:pt x="86" y="23"/>
                  <a:pt x="86" y="23"/>
                </a:cubicBezTo>
                <a:cubicBezTo>
                  <a:pt x="79" y="24"/>
                  <a:pt x="73" y="26"/>
                  <a:pt x="68" y="29"/>
                </a:cubicBezTo>
                <a:cubicBezTo>
                  <a:pt x="55" y="11"/>
                  <a:pt x="55" y="11"/>
                  <a:pt x="55" y="11"/>
                </a:cubicBezTo>
                <a:cubicBezTo>
                  <a:pt x="46" y="15"/>
                  <a:pt x="38" y="21"/>
                  <a:pt x="31" y="28"/>
                </a:cubicBezTo>
                <a:cubicBezTo>
                  <a:pt x="43" y="46"/>
                  <a:pt x="43" y="46"/>
                  <a:pt x="43" y="46"/>
                </a:cubicBezTo>
                <a:cubicBezTo>
                  <a:pt x="39" y="50"/>
                  <a:pt x="35" y="55"/>
                  <a:pt x="32" y="60"/>
                </a:cubicBezTo>
                <a:cubicBezTo>
                  <a:pt x="12" y="53"/>
                  <a:pt x="12" y="53"/>
                  <a:pt x="12" y="53"/>
                </a:cubicBezTo>
                <a:cubicBezTo>
                  <a:pt x="7" y="62"/>
                  <a:pt x="3" y="71"/>
                  <a:pt x="1" y="81"/>
                </a:cubicBezTo>
                <a:cubicBezTo>
                  <a:pt x="22" y="88"/>
                  <a:pt x="22" y="88"/>
                  <a:pt x="22" y="88"/>
                </a:cubicBezTo>
                <a:cubicBezTo>
                  <a:pt x="21" y="93"/>
                  <a:pt x="21" y="97"/>
                  <a:pt x="21" y="101"/>
                </a:cubicBezTo>
                <a:cubicBezTo>
                  <a:pt x="21" y="103"/>
                  <a:pt x="21" y="105"/>
                  <a:pt x="21" y="107"/>
                </a:cubicBezTo>
                <a:cubicBezTo>
                  <a:pt x="0" y="113"/>
                  <a:pt x="0" y="113"/>
                  <a:pt x="0" y="113"/>
                </a:cubicBezTo>
                <a:cubicBezTo>
                  <a:pt x="1" y="123"/>
                  <a:pt x="4" y="133"/>
                  <a:pt x="7" y="142"/>
                </a:cubicBezTo>
                <a:cubicBezTo>
                  <a:pt x="28" y="136"/>
                  <a:pt x="28" y="136"/>
                  <a:pt x="28" y="136"/>
                </a:cubicBezTo>
                <a:cubicBezTo>
                  <a:pt x="31" y="142"/>
                  <a:pt x="35" y="147"/>
                  <a:pt x="39" y="152"/>
                </a:cubicBezTo>
                <a:cubicBezTo>
                  <a:pt x="25" y="169"/>
                  <a:pt x="25" y="169"/>
                  <a:pt x="25" y="169"/>
                </a:cubicBezTo>
                <a:cubicBezTo>
                  <a:pt x="31" y="176"/>
                  <a:pt x="39" y="182"/>
                  <a:pt x="47" y="188"/>
                </a:cubicBezTo>
                <a:cubicBezTo>
                  <a:pt x="61" y="171"/>
                  <a:pt x="61" y="171"/>
                  <a:pt x="61" y="171"/>
                </a:cubicBezTo>
                <a:cubicBezTo>
                  <a:pt x="69" y="175"/>
                  <a:pt x="77" y="178"/>
                  <a:pt x="86" y="180"/>
                </a:cubicBezTo>
                <a:cubicBezTo>
                  <a:pt x="86" y="202"/>
                  <a:pt x="86" y="202"/>
                  <a:pt x="86" y="202"/>
                </a:cubicBezTo>
                <a:cubicBezTo>
                  <a:pt x="91" y="202"/>
                  <a:pt x="95" y="203"/>
                  <a:pt x="101" y="203"/>
                </a:cubicBezTo>
                <a:cubicBezTo>
                  <a:pt x="106" y="203"/>
                  <a:pt x="111" y="202"/>
                  <a:pt x="115" y="202"/>
                </a:cubicBezTo>
                <a:cubicBezTo>
                  <a:pt x="115" y="180"/>
                  <a:pt x="115" y="180"/>
                  <a:pt x="115" y="180"/>
                </a:cubicBezTo>
                <a:cubicBezTo>
                  <a:pt x="122" y="179"/>
                  <a:pt x="128" y="177"/>
                  <a:pt x="134" y="174"/>
                </a:cubicBezTo>
                <a:cubicBezTo>
                  <a:pt x="146" y="192"/>
                  <a:pt x="146" y="192"/>
                  <a:pt x="146" y="192"/>
                </a:cubicBezTo>
                <a:cubicBezTo>
                  <a:pt x="155" y="188"/>
                  <a:pt x="163" y="182"/>
                  <a:pt x="170" y="175"/>
                </a:cubicBezTo>
                <a:cubicBezTo>
                  <a:pt x="158" y="157"/>
                  <a:pt x="158" y="157"/>
                  <a:pt x="158" y="157"/>
                </a:cubicBezTo>
                <a:cubicBezTo>
                  <a:pt x="162" y="153"/>
                  <a:pt x="166" y="148"/>
                  <a:pt x="169" y="142"/>
                </a:cubicBezTo>
                <a:cubicBezTo>
                  <a:pt x="190" y="150"/>
                  <a:pt x="190" y="150"/>
                  <a:pt x="190" y="150"/>
                </a:cubicBezTo>
                <a:cubicBezTo>
                  <a:pt x="194" y="141"/>
                  <a:pt x="198" y="131"/>
                  <a:pt x="200" y="121"/>
                </a:cubicBezTo>
                <a:cubicBezTo>
                  <a:pt x="179" y="114"/>
                  <a:pt x="179" y="114"/>
                  <a:pt x="179" y="114"/>
                </a:cubicBezTo>
                <a:cubicBezTo>
                  <a:pt x="180" y="110"/>
                  <a:pt x="180" y="106"/>
                  <a:pt x="180" y="101"/>
                </a:cubicBezTo>
                <a:close/>
                <a:moveTo>
                  <a:pt x="101" y="158"/>
                </a:moveTo>
                <a:cubicBezTo>
                  <a:pt x="71" y="158"/>
                  <a:pt x="47" y="133"/>
                  <a:pt x="47" y="103"/>
                </a:cubicBezTo>
                <a:cubicBezTo>
                  <a:pt x="47" y="73"/>
                  <a:pt x="71" y="49"/>
                  <a:pt x="101" y="49"/>
                </a:cubicBezTo>
                <a:cubicBezTo>
                  <a:pt x="131" y="49"/>
                  <a:pt x="155" y="73"/>
                  <a:pt x="155" y="103"/>
                </a:cubicBezTo>
                <a:cubicBezTo>
                  <a:pt x="155" y="133"/>
                  <a:pt x="131" y="158"/>
                  <a:pt x="101" y="158"/>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 name="Freeform 10"/>
          <p:cNvSpPr>
            <a:spLocks noEditPoints="1"/>
          </p:cNvSpPr>
          <p:nvPr/>
        </p:nvSpPr>
        <p:spPr bwMode="auto">
          <a:xfrm>
            <a:off x="9180659" y="3558891"/>
            <a:ext cx="504527" cy="474153"/>
          </a:xfrm>
          <a:custGeom>
            <a:avLst/>
            <a:gdLst>
              <a:gd name="T0" fmla="*/ 401 w 415"/>
              <a:gd name="T1" fmla="*/ 70 h 390"/>
              <a:gd name="T2" fmla="*/ 102 w 415"/>
              <a:gd name="T3" fmla="*/ 70 h 390"/>
              <a:gd name="T4" fmla="*/ 82 w 415"/>
              <a:gd name="T5" fmla="*/ 27 h 390"/>
              <a:gd name="T6" fmla="*/ 3 w 415"/>
              <a:gd name="T7" fmla="*/ 10 h 390"/>
              <a:gd name="T8" fmla="*/ 66 w 415"/>
              <a:gd name="T9" fmla="*/ 49 h 390"/>
              <a:gd name="T10" fmla="*/ 128 w 415"/>
              <a:gd name="T11" fmla="*/ 254 h 390"/>
              <a:gd name="T12" fmla="*/ 110 w 415"/>
              <a:gd name="T13" fmla="*/ 319 h 390"/>
              <a:gd name="T14" fmla="*/ 129 w 415"/>
              <a:gd name="T15" fmla="*/ 324 h 390"/>
              <a:gd name="T16" fmla="*/ 159 w 415"/>
              <a:gd name="T17" fmla="*/ 390 h 390"/>
              <a:gd name="T18" fmla="*/ 188 w 415"/>
              <a:gd name="T19" fmla="*/ 324 h 390"/>
              <a:gd name="T20" fmla="*/ 265 w 415"/>
              <a:gd name="T21" fmla="*/ 351 h 390"/>
              <a:gd name="T22" fmla="*/ 344 w 415"/>
              <a:gd name="T23" fmla="*/ 351 h 390"/>
              <a:gd name="T24" fmla="*/ 346 w 415"/>
              <a:gd name="T25" fmla="*/ 324 h 390"/>
              <a:gd name="T26" fmla="*/ 346 w 415"/>
              <a:gd name="T27" fmla="*/ 302 h 390"/>
              <a:gd name="T28" fmla="*/ 147 w 415"/>
              <a:gd name="T29" fmla="*/ 268 h 390"/>
              <a:gd name="T30" fmla="*/ 346 w 415"/>
              <a:gd name="T31" fmla="*/ 269 h 390"/>
              <a:gd name="T32" fmla="*/ 414 w 415"/>
              <a:gd name="T33" fmla="*/ 87 h 390"/>
              <a:gd name="T34" fmla="*/ 159 w 415"/>
              <a:gd name="T35" fmla="*/ 368 h 390"/>
              <a:gd name="T36" fmla="*/ 159 w 415"/>
              <a:gd name="T37" fmla="*/ 333 h 390"/>
              <a:gd name="T38" fmla="*/ 159 w 415"/>
              <a:gd name="T39" fmla="*/ 368 h 390"/>
              <a:gd name="T40" fmla="*/ 287 w 415"/>
              <a:gd name="T41" fmla="*/ 351 h 390"/>
              <a:gd name="T42" fmla="*/ 322 w 415"/>
              <a:gd name="T43" fmla="*/ 351 h 390"/>
              <a:gd name="T44" fmla="*/ 374 w 415"/>
              <a:gd name="T45" fmla="*/ 126 h 390"/>
              <a:gd name="T46" fmla="*/ 306 w 415"/>
              <a:gd name="T47" fmla="*/ 97 h 390"/>
              <a:gd name="T48" fmla="*/ 374 w 415"/>
              <a:gd name="T49" fmla="*/ 126 h 390"/>
              <a:gd name="T50" fmla="*/ 306 w 415"/>
              <a:gd name="T51" fmla="*/ 187 h 390"/>
              <a:gd name="T52" fmla="*/ 365 w 415"/>
              <a:gd name="T53" fmla="*/ 153 h 390"/>
              <a:gd name="T54" fmla="*/ 219 w 415"/>
              <a:gd name="T55" fmla="*/ 153 h 390"/>
              <a:gd name="T56" fmla="*/ 280 w 415"/>
              <a:gd name="T57" fmla="*/ 187 h 390"/>
              <a:gd name="T58" fmla="*/ 219 w 415"/>
              <a:gd name="T59" fmla="*/ 153 h 390"/>
              <a:gd name="T60" fmla="*/ 219 w 415"/>
              <a:gd name="T61" fmla="*/ 242 h 390"/>
              <a:gd name="T62" fmla="*/ 280 w 415"/>
              <a:gd name="T63" fmla="*/ 214 h 390"/>
              <a:gd name="T64" fmla="*/ 130 w 415"/>
              <a:gd name="T65" fmla="*/ 153 h 390"/>
              <a:gd name="T66" fmla="*/ 192 w 415"/>
              <a:gd name="T67" fmla="*/ 187 h 390"/>
              <a:gd name="T68" fmla="*/ 130 w 415"/>
              <a:gd name="T69" fmla="*/ 153 h 390"/>
              <a:gd name="T70" fmla="*/ 280 w 415"/>
              <a:gd name="T71" fmla="*/ 97 h 390"/>
              <a:gd name="T72" fmla="*/ 219 w 415"/>
              <a:gd name="T73" fmla="*/ 126 h 390"/>
              <a:gd name="T74" fmla="*/ 192 w 415"/>
              <a:gd name="T75" fmla="*/ 97 h 390"/>
              <a:gd name="T76" fmla="*/ 121 w 415"/>
              <a:gd name="T77" fmla="*/ 126 h 390"/>
              <a:gd name="T78" fmla="*/ 192 w 415"/>
              <a:gd name="T79" fmla="*/ 97 h 390"/>
              <a:gd name="T80" fmla="*/ 192 w 415"/>
              <a:gd name="T81" fmla="*/ 214 h 390"/>
              <a:gd name="T82" fmla="*/ 161 w 415"/>
              <a:gd name="T83" fmla="*/ 242 h 390"/>
              <a:gd name="T84" fmla="*/ 306 w 415"/>
              <a:gd name="T85" fmla="*/ 242 h 390"/>
              <a:gd name="T86" fmla="*/ 346 w 415"/>
              <a:gd name="T87" fmla="*/ 214 h 390"/>
              <a:gd name="T88" fmla="*/ 306 w 415"/>
              <a:gd name="T89" fmla="*/ 242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15" h="390">
                <a:moveTo>
                  <a:pt x="412" y="76"/>
                </a:moveTo>
                <a:cubicBezTo>
                  <a:pt x="410" y="72"/>
                  <a:pt x="406" y="70"/>
                  <a:pt x="401" y="70"/>
                </a:cubicBezTo>
                <a:cubicBezTo>
                  <a:pt x="103" y="70"/>
                  <a:pt x="103" y="70"/>
                  <a:pt x="103" y="70"/>
                </a:cubicBezTo>
                <a:cubicBezTo>
                  <a:pt x="103" y="70"/>
                  <a:pt x="102" y="70"/>
                  <a:pt x="102" y="70"/>
                </a:cubicBezTo>
                <a:cubicBezTo>
                  <a:pt x="89" y="35"/>
                  <a:pt x="89" y="35"/>
                  <a:pt x="89" y="35"/>
                </a:cubicBezTo>
                <a:cubicBezTo>
                  <a:pt x="88" y="31"/>
                  <a:pt x="85" y="28"/>
                  <a:pt x="82" y="27"/>
                </a:cubicBezTo>
                <a:cubicBezTo>
                  <a:pt x="20" y="3"/>
                  <a:pt x="20" y="3"/>
                  <a:pt x="20" y="3"/>
                </a:cubicBezTo>
                <a:cubicBezTo>
                  <a:pt x="13" y="0"/>
                  <a:pt x="5" y="3"/>
                  <a:pt x="3" y="10"/>
                </a:cubicBezTo>
                <a:cubicBezTo>
                  <a:pt x="0" y="17"/>
                  <a:pt x="3" y="25"/>
                  <a:pt x="10" y="27"/>
                </a:cubicBezTo>
                <a:cubicBezTo>
                  <a:pt x="66" y="49"/>
                  <a:pt x="66" y="49"/>
                  <a:pt x="66" y="49"/>
                </a:cubicBezTo>
                <a:cubicBezTo>
                  <a:pt x="135" y="247"/>
                  <a:pt x="135" y="247"/>
                  <a:pt x="135" y="247"/>
                </a:cubicBezTo>
                <a:cubicBezTo>
                  <a:pt x="132" y="248"/>
                  <a:pt x="130" y="251"/>
                  <a:pt x="128" y="254"/>
                </a:cubicBezTo>
                <a:cubicBezTo>
                  <a:pt x="109" y="309"/>
                  <a:pt x="109" y="309"/>
                  <a:pt x="109" y="309"/>
                </a:cubicBezTo>
                <a:cubicBezTo>
                  <a:pt x="107" y="313"/>
                  <a:pt x="108" y="316"/>
                  <a:pt x="110" y="319"/>
                </a:cubicBezTo>
                <a:cubicBezTo>
                  <a:pt x="112" y="322"/>
                  <a:pt x="115" y="324"/>
                  <a:pt x="119" y="324"/>
                </a:cubicBezTo>
                <a:cubicBezTo>
                  <a:pt x="129" y="324"/>
                  <a:pt x="129" y="324"/>
                  <a:pt x="129" y="324"/>
                </a:cubicBezTo>
                <a:cubicBezTo>
                  <a:pt x="123" y="331"/>
                  <a:pt x="119" y="340"/>
                  <a:pt x="119" y="351"/>
                </a:cubicBezTo>
                <a:cubicBezTo>
                  <a:pt x="119" y="372"/>
                  <a:pt x="137" y="390"/>
                  <a:pt x="159" y="390"/>
                </a:cubicBezTo>
                <a:cubicBezTo>
                  <a:pt x="181" y="390"/>
                  <a:pt x="198" y="372"/>
                  <a:pt x="198" y="351"/>
                </a:cubicBezTo>
                <a:cubicBezTo>
                  <a:pt x="198" y="340"/>
                  <a:pt x="194" y="331"/>
                  <a:pt x="188" y="324"/>
                </a:cubicBezTo>
                <a:cubicBezTo>
                  <a:pt x="275" y="324"/>
                  <a:pt x="275" y="324"/>
                  <a:pt x="275" y="324"/>
                </a:cubicBezTo>
                <a:cubicBezTo>
                  <a:pt x="268" y="331"/>
                  <a:pt x="265" y="340"/>
                  <a:pt x="265" y="351"/>
                </a:cubicBezTo>
                <a:cubicBezTo>
                  <a:pt x="265" y="372"/>
                  <a:pt x="282" y="390"/>
                  <a:pt x="304" y="390"/>
                </a:cubicBezTo>
                <a:cubicBezTo>
                  <a:pt x="326" y="390"/>
                  <a:pt x="344" y="372"/>
                  <a:pt x="344" y="351"/>
                </a:cubicBezTo>
                <a:cubicBezTo>
                  <a:pt x="344" y="340"/>
                  <a:pt x="340" y="331"/>
                  <a:pt x="334" y="324"/>
                </a:cubicBezTo>
                <a:cubicBezTo>
                  <a:pt x="346" y="324"/>
                  <a:pt x="346" y="324"/>
                  <a:pt x="346" y="324"/>
                </a:cubicBezTo>
                <a:cubicBezTo>
                  <a:pt x="352" y="324"/>
                  <a:pt x="357" y="319"/>
                  <a:pt x="357" y="313"/>
                </a:cubicBezTo>
                <a:cubicBezTo>
                  <a:pt x="357" y="307"/>
                  <a:pt x="352" y="302"/>
                  <a:pt x="346" y="302"/>
                </a:cubicBezTo>
                <a:cubicBezTo>
                  <a:pt x="135" y="302"/>
                  <a:pt x="135" y="302"/>
                  <a:pt x="135" y="302"/>
                </a:cubicBezTo>
                <a:cubicBezTo>
                  <a:pt x="147" y="268"/>
                  <a:pt x="147" y="268"/>
                  <a:pt x="147" y="268"/>
                </a:cubicBezTo>
                <a:cubicBezTo>
                  <a:pt x="148" y="268"/>
                  <a:pt x="150" y="269"/>
                  <a:pt x="152" y="269"/>
                </a:cubicBezTo>
                <a:cubicBezTo>
                  <a:pt x="346" y="269"/>
                  <a:pt x="346" y="269"/>
                  <a:pt x="346" y="269"/>
                </a:cubicBezTo>
                <a:cubicBezTo>
                  <a:pt x="352" y="269"/>
                  <a:pt x="357" y="265"/>
                  <a:pt x="359" y="260"/>
                </a:cubicBezTo>
                <a:cubicBezTo>
                  <a:pt x="414" y="87"/>
                  <a:pt x="414" y="87"/>
                  <a:pt x="414" y="87"/>
                </a:cubicBezTo>
                <a:cubicBezTo>
                  <a:pt x="415" y="83"/>
                  <a:pt x="415" y="79"/>
                  <a:pt x="412" y="76"/>
                </a:cubicBezTo>
                <a:moveTo>
                  <a:pt x="159" y="368"/>
                </a:moveTo>
                <a:cubicBezTo>
                  <a:pt x="149" y="368"/>
                  <a:pt x="141" y="360"/>
                  <a:pt x="141" y="351"/>
                </a:cubicBezTo>
                <a:cubicBezTo>
                  <a:pt x="141" y="341"/>
                  <a:pt x="149" y="333"/>
                  <a:pt x="159" y="333"/>
                </a:cubicBezTo>
                <a:cubicBezTo>
                  <a:pt x="168" y="333"/>
                  <a:pt x="176" y="341"/>
                  <a:pt x="176" y="351"/>
                </a:cubicBezTo>
                <a:cubicBezTo>
                  <a:pt x="176" y="360"/>
                  <a:pt x="168" y="368"/>
                  <a:pt x="159" y="368"/>
                </a:cubicBezTo>
                <a:moveTo>
                  <a:pt x="304" y="368"/>
                </a:moveTo>
                <a:cubicBezTo>
                  <a:pt x="295" y="368"/>
                  <a:pt x="287" y="360"/>
                  <a:pt x="287" y="351"/>
                </a:cubicBezTo>
                <a:cubicBezTo>
                  <a:pt x="287" y="341"/>
                  <a:pt x="295" y="333"/>
                  <a:pt x="304" y="333"/>
                </a:cubicBezTo>
                <a:cubicBezTo>
                  <a:pt x="314" y="333"/>
                  <a:pt x="322" y="341"/>
                  <a:pt x="322" y="351"/>
                </a:cubicBezTo>
                <a:cubicBezTo>
                  <a:pt x="322" y="360"/>
                  <a:pt x="314" y="368"/>
                  <a:pt x="304" y="368"/>
                </a:cubicBezTo>
                <a:moveTo>
                  <a:pt x="374" y="126"/>
                </a:moveTo>
                <a:cubicBezTo>
                  <a:pt x="306" y="126"/>
                  <a:pt x="306" y="126"/>
                  <a:pt x="306" y="126"/>
                </a:cubicBezTo>
                <a:cubicBezTo>
                  <a:pt x="306" y="97"/>
                  <a:pt x="306" y="97"/>
                  <a:pt x="306" y="97"/>
                </a:cubicBezTo>
                <a:cubicBezTo>
                  <a:pt x="383" y="97"/>
                  <a:pt x="383" y="97"/>
                  <a:pt x="383" y="97"/>
                </a:cubicBezTo>
                <a:lnTo>
                  <a:pt x="374" y="126"/>
                </a:lnTo>
                <a:close/>
                <a:moveTo>
                  <a:pt x="354" y="187"/>
                </a:moveTo>
                <a:cubicBezTo>
                  <a:pt x="306" y="187"/>
                  <a:pt x="306" y="187"/>
                  <a:pt x="306" y="187"/>
                </a:cubicBezTo>
                <a:cubicBezTo>
                  <a:pt x="306" y="153"/>
                  <a:pt x="306" y="153"/>
                  <a:pt x="306" y="153"/>
                </a:cubicBezTo>
                <a:cubicBezTo>
                  <a:pt x="365" y="153"/>
                  <a:pt x="365" y="153"/>
                  <a:pt x="365" y="153"/>
                </a:cubicBezTo>
                <a:lnTo>
                  <a:pt x="354" y="187"/>
                </a:lnTo>
                <a:close/>
                <a:moveTo>
                  <a:pt x="219" y="153"/>
                </a:moveTo>
                <a:cubicBezTo>
                  <a:pt x="280" y="153"/>
                  <a:pt x="280" y="153"/>
                  <a:pt x="280" y="153"/>
                </a:cubicBezTo>
                <a:cubicBezTo>
                  <a:pt x="280" y="187"/>
                  <a:pt x="280" y="187"/>
                  <a:pt x="280" y="187"/>
                </a:cubicBezTo>
                <a:cubicBezTo>
                  <a:pt x="219" y="187"/>
                  <a:pt x="219" y="187"/>
                  <a:pt x="219" y="187"/>
                </a:cubicBezTo>
                <a:lnTo>
                  <a:pt x="219" y="153"/>
                </a:lnTo>
                <a:close/>
                <a:moveTo>
                  <a:pt x="280" y="242"/>
                </a:moveTo>
                <a:cubicBezTo>
                  <a:pt x="219" y="242"/>
                  <a:pt x="219" y="242"/>
                  <a:pt x="219" y="242"/>
                </a:cubicBezTo>
                <a:cubicBezTo>
                  <a:pt x="219" y="214"/>
                  <a:pt x="219" y="214"/>
                  <a:pt x="219" y="214"/>
                </a:cubicBezTo>
                <a:cubicBezTo>
                  <a:pt x="280" y="214"/>
                  <a:pt x="280" y="214"/>
                  <a:pt x="280" y="214"/>
                </a:cubicBezTo>
                <a:lnTo>
                  <a:pt x="280" y="242"/>
                </a:lnTo>
                <a:close/>
                <a:moveTo>
                  <a:pt x="130" y="153"/>
                </a:moveTo>
                <a:cubicBezTo>
                  <a:pt x="192" y="153"/>
                  <a:pt x="192" y="153"/>
                  <a:pt x="192" y="153"/>
                </a:cubicBezTo>
                <a:cubicBezTo>
                  <a:pt x="192" y="187"/>
                  <a:pt x="192" y="187"/>
                  <a:pt x="192" y="187"/>
                </a:cubicBezTo>
                <a:cubicBezTo>
                  <a:pt x="142" y="187"/>
                  <a:pt x="142" y="187"/>
                  <a:pt x="142" y="187"/>
                </a:cubicBezTo>
                <a:lnTo>
                  <a:pt x="130" y="153"/>
                </a:lnTo>
                <a:close/>
                <a:moveTo>
                  <a:pt x="219" y="97"/>
                </a:moveTo>
                <a:cubicBezTo>
                  <a:pt x="280" y="97"/>
                  <a:pt x="280" y="97"/>
                  <a:pt x="280" y="97"/>
                </a:cubicBezTo>
                <a:cubicBezTo>
                  <a:pt x="280" y="126"/>
                  <a:pt x="280" y="126"/>
                  <a:pt x="280" y="126"/>
                </a:cubicBezTo>
                <a:cubicBezTo>
                  <a:pt x="219" y="126"/>
                  <a:pt x="219" y="126"/>
                  <a:pt x="219" y="126"/>
                </a:cubicBezTo>
                <a:lnTo>
                  <a:pt x="219" y="97"/>
                </a:lnTo>
                <a:close/>
                <a:moveTo>
                  <a:pt x="192" y="97"/>
                </a:moveTo>
                <a:cubicBezTo>
                  <a:pt x="192" y="126"/>
                  <a:pt x="192" y="126"/>
                  <a:pt x="192" y="126"/>
                </a:cubicBezTo>
                <a:cubicBezTo>
                  <a:pt x="121" y="126"/>
                  <a:pt x="121" y="126"/>
                  <a:pt x="121" y="126"/>
                </a:cubicBezTo>
                <a:cubicBezTo>
                  <a:pt x="111" y="97"/>
                  <a:pt x="111" y="97"/>
                  <a:pt x="111" y="97"/>
                </a:cubicBezTo>
                <a:lnTo>
                  <a:pt x="192" y="97"/>
                </a:lnTo>
                <a:close/>
                <a:moveTo>
                  <a:pt x="151" y="214"/>
                </a:moveTo>
                <a:cubicBezTo>
                  <a:pt x="192" y="214"/>
                  <a:pt x="192" y="214"/>
                  <a:pt x="192" y="214"/>
                </a:cubicBezTo>
                <a:cubicBezTo>
                  <a:pt x="192" y="242"/>
                  <a:pt x="192" y="242"/>
                  <a:pt x="192" y="242"/>
                </a:cubicBezTo>
                <a:cubicBezTo>
                  <a:pt x="161" y="242"/>
                  <a:pt x="161" y="242"/>
                  <a:pt x="161" y="242"/>
                </a:cubicBezTo>
                <a:lnTo>
                  <a:pt x="151" y="214"/>
                </a:lnTo>
                <a:close/>
                <a:moveTo>
                  <a:pt x="306" y="242"/>
                </a:moveTo>
                <a:cubicBezTo>
                  <a:pt x="306" y="214"/>
                  <a:pt x="306" y="214"/>
                  <a:pt x="306" y="214"/>
                </a:cubicBezTo>
                <a:cubicBezTo>
                  <a:pt x="346" y="214"/>
                  <a:pt x="346" y="214"/>
                  <a:pt x="346" y="214"/>
                </a:cubicBezTo>
                <a:cubicBezTo>
                  <a:pt x="337" y="242"/>
                  <a:pt x="337" y="242"/>
                  <a:pt x="337" y="242"/>
                </a:cubicBezTo>
                <a:lnTo>
                  <a:pt x="306" y="24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 name="文本框 78"/>
          <p:cNvSpPr txBox="1"/>
          <p:nvPr/>
        </p:nvSpPr>
        <p:spPr>
          <a:xfrm>
            <a:off x="5524186" y="1562618"/>
            <a:ext cx="660758" cy="707886"/>
          </a:xfrm>
          <a:prstGeom prst="rect">
            <a:avLst/>
          </a:prstGeom>
          <a:noFill/>
        </p:spPr>
        <p:txBody>
          <a:bodyPr wrap="none" rtlCol="0">
            <a:spAutoFit/>
          </a:bodyPr>
          <a:lstStyle/>
          <a:p>
            <a:r>
              <a:rPr lang="en-US" altLang="zh-CN" sz="4000" dirty="0">
                <a:solidFill>
                  <a:srgbClr val="605E5E"/>
                </a:solidFill>
                <a:latin typeface="Impact" panose="020B0806030902050204" pitchFamily="34" charset="0"/>
                <a:cs typeface="Aharoni" panose="02010803020104030203" pitchFamily="2" charset="-79"/>
              </a:rPr>
              <a:t>07</a:t>
            </a:r>
            <a:endParaRPr lang="zh-CN" altLang="en-US" sz="4000" dirty="0">
              <a:solidFill>
                <a:srgbClr val="605E5E"/>
              </a:solidFill>
              <a:latin typeface="Impact" panose="020B0806030902050204" pitchFamily="34" charset="0"/>
              <a:cs typeface="Aharoni" panose="02010803020104030203" pitchFamily="2" charset="-79"/>
            </a:endParaRPr>
          </a:p>
        </p:txBody>
      </p:sp>
      <p:sp>
        <p:nvSpPr>
          <p:cNvPr id="80" name="文本框 79"/>
          <p:cNvSpPr txBox="1"/>
          <p:nvPr/>
        </p:nvSpPr>
        <p:spPr>
          <a:xfrm>
            <a:off x="4792576" y="2139598"/>
            <a:ext cx="1498039" cy="369332"/>
          </a:xfrm>
          <a:prstGeom prst="rect">
            <a:avLst/>
          </a:prstGeom>
          <a:noFill/>
        </p:spPr>
        <p:txBody>
          <a:bodyPr wrap="none" rtlCol="0">
            <a:spAutoFit/>
          </a:bodyPr>
          <a:lstStyle/>
          <a:p>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Sample Text</a:t>
            </a:r>
            <a:r>
              <a:rPr lang="en-US" altLang="zh-CN" dirty="0">
                <a:solidFill>
                  <a:srgbClr val="859291"/>
                </a:solidFill>
                <a:latin typeface="Tahoma" panose="020B0604030504040204" pitchFamily="34" charset="0"/>
                <a:ea typeface="Tahoma" panose="020B0604030504040204" pitchFamily="34" charset="0"/>
                <a:cs typeface="Tahoma" panose="020B0604030504040204" pitchFamily="34" charset="0"/>
              </a:rPr>
              <a:t>.</a:t>
            </a:r>
            <a:endParaRPr lang="zh-CN" altLang="en-US" dirty="0">
              <a:solidFill>
                <a:srgbClr val="859291"/>
              </a:solidFill>
              <a:latin typeface="Tahoma" panose="020B0604030504040204" pitchFamily="34" charset="0"/>
              <a:cs typeface="Tahoma" panose="020B0604030504040204" pitchFamily="34" charset="0"/>
            </a:endParaRPr>
          </a:p>
        </p:txBody>
      </p:sp>
      <p:sp>
        <p:nvSpPr>
          <p:cNvPr id="81" name="文本框 80"/>
          <p:cNvSpPr txBox="1"/>
          <p:nvPr/>
        </p:nvSpPr>
        <p:spPr>
          <a:xfrm>
            <a:off x="5524186" y="5112415"/>
            <a:ext cx="736099" cy="707886"/>
          </a:xfrm>
          <a:prstGeom prst="rect">
            <a:avLst/>
          </a:prstGeom>
          <a:noFill/>
        </p:spPr>
        <p:txBody>
          <a:bodyPr wrap="none" rtlCol="0">
            <a:spAutoFit/>
          </a:bodyPr>
          <a:lstStyle/>
          <a:p>
            <a:r>
              <a:rPr lang="en-US" altLang="zh-CN" sz="4000" dirty="0">
                <a:solidFill>
                  <a:srgbClr val="605E5E"/>
                </a:solidFill>
                <a:latin typeface="Impact" panose="020B0806030902050204" pitchFamily="34" charset="0"/>
                <a:cs typeface="Aharoni" panose="02010803020104030203" pitchFamily="2" charset="-79"/>
              </a:rPr>
              <a:t>05</a:t>
            </a:r>
            <a:endParaRPr lang="zh-CN" altLang="en-US" sz="4000" dirty="0">
              <a:solidFill>
                <a:srgbClr val="605E5E"/>
              </a:solidFill>
              <a:latin typeface="Impact" panose="020B0806030902050204" pitchFamily="34" charset="0"/>
              <a:cs typeface="Aharoni" panose="02010803020104030203" pitchFamily="2" charset="-79"/>
            </a:endParaRPr>
          </a:p>
        </p:txBody>
      </p:sp>
      <p:sp>
        <p:nvSpPr>
          <p:cNvPr id="82" name="文本框 81"/>
          <p:cNvSpPr txBox="1"/>
          <p:nvPr/>
        </p:nvSpPr>
        <p:spPr>
          <a:xfrm>
            <a:off x="4792576" y="5689395"/>
            <a:ext cx="1498039" cy="369332"/>
          </a:xfrm>
          <a:prstGeom prst="rect">
            <a:avLst/>
          </a:prstGeom>
          <a:noFill/>
        </p:spPr>
        <p:txBody>
          <a:bodyPr wrap="none" rtlCol="0">
            <a:spAutoFit/>
          </a:bodyPr>
          <a:lstStyle/>
          <a:p>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Sample Text</a:t>
            </a:r>
            <a:r>
              <a:rPr lang="en-US" altLang="zh-CN" dirty="0">
                <a:solidFill>
                  <a:srgbClr val="859291"/>
                </a:solidFill>
                <a:latin typeface="Tahoma" panose="020B0604030504040204" pitchFamily="34" charset="0"/>
                <a:ea typeface="Tahoma" panose="020B0604030504040204" pitchFamily="34" charset="0"/>
                <a:cs typeface="Tahoma" panose="020B0604030504040204" pitchFamily="34" charset="0"/>
              </a:rPr>
              <a:t>.</a:t>
            </a:r>
            <a:endParaRPr lang="zh-CN" altLang="en-US" dirty="0">
              <a:solidFill>
                <a:srgbClr val="859291"/>
              </a:solidFill>
              <a:latin typeface="Tahoma" panose="020B0604030504040204" pitchFamily="34" charset="0"/>
              <a:cs typeface="Tahoma" panose="020B0604030504040204" pitchFamily="34" charset="0"/>
            </a:endParaRPr>
          </a:p>
        </p:txBody>
      </p:sp>
      <p:sp>
        <p:nvSpPr>
          <p:cNvPr id="83" name="文本框 82"/>
          <p:cNvSpPr txBox="1"/>
          <p:nvPr/>
        </p:nvSpPr>
        <p:spPr>
          <a:xfrm>
            <a:off x="4685681" y="2938281"/>
            <a:ext cx="737702" cy="707886"/>
          </a:xfrm>
          <a:prstGeom prst="rect">
            <a:avLst/>
          </a:prstGeom>
          <a:noFill/>
        </p:spPr>
        <p:txBody>
          <a:bodyPr wrap="none" rtlCol="0">
            <a:spAutoFit/>
          </a:bodyPr>
          <a:lstStyle/>
          <a:p>
            <a:r>
              <a:rPr lang="en-US" altLang="zh-CN" sz="4000" dirty="0">
                <a:solidFill>
                  <a:srgbClr val="605E5E"/>
                </a:solidFill>
                <a:latin typeface="Impact" panose="020B0806030902050204" pitchFamily="34" charset="0"/>
                <a:cs typeface="Aharoni" panose="02010803020104030203" pitchFamily="2" charset="-79"/>
              </a:rPr>
              <a:t>06</a:t>
            </a:r>
            <a:endParaRPr lang="zh-CN" altLang="en-US" sz="4000" dirty="0">
              <a:solidFill>
                <a:srgbClr val="605E5E"/>
              </a:solidFill>
              <a:latin typeface="Impact" panose="020B0806030902050204" pitchFamily="34" charset="0"/>
              <a:cs typeface="Aharoni" panose="02010803020104030203" pitchFamily="2" charset="-79"/>
            </a:endParaRPr>
          </a:p>
        </p:txBody>
      </p:sp>
      <p:sp>
        <p:nvSpPr>
          <p:cNvPr id="84" name="文本框 83"/>
          <p:cNvSpPr txBox="1"/>
          <p:nvPr/>
        </p:nvSpPr>
        <p:spPr>
          <a:xfrm>
            <a:off x="3954071" y="3515261"/>
            <a:ext cx="1498039" cy="369332"/>
          </a:xfrm>
          <a:prstGeom prst="rect">
            <a:avLst/>
          </a:prstGeom>
          <a:noFill/>
        </p:spPr>
        <p:txBody>
          <a:bodyPr wrap="none" rtlCol="0">
            <a:spAutoFit/>
          </a:bodyPr>
          <a:lstStyle/>
          <a:p>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Sample Text</a:t>
            </a:r>
            <a:r>
              <a:rPr lang="en-US" altLang="zh-CN" dirty="0">
                <a:solidFill>
                  <a:srgbClr val="859291"/>
                </a:solidFill>
                <a:latin typeface="Tahoma" panose="020B0604030504040204" pitchFamily="34" charset="0"/>
                <a:ea typeface="Tahoma" panose="020B0604030504040204" pitchFamily="34" charset="0"/>
                <a:cs typeface="Tahoma" panose="020B0604030504040204" pitchFamily="34" charset="0"/>
              </a:rPr>
              <a:t>.</a:t>
            </a:r>
            <a:endParaRPr lang="zh-CN" altLang="en-US" dirty="0">
              <a:solidFill>
                <a:srgbClr val="859291"/>
              </a:solidFill>
              <a:latin typeface="Tahoma" panose="020B0604030504040204" pitchFamily="34" charset="0"/>
              <a:cs typeface="Tahoma" panose="020B0604030504040204" pitchFamily="34" charset="0"/>
            </a:endParaRPr>
          </a:p>
        </p:txBody>
      </p:sp>
      <p:sp>
        <p:nvSpPr>
          <p:cNvPr id="85" name="文本框 84"/>
          <p:cNvSpPr txBox="1"/>
          <p:nvPr/>
        </p:nvSpPr>
        <p:spPr>
          <a:xfrm>
            <a:off x="7080170" y="126071"/>
            <a:ext cx="734496" cy="707886"/>
          </a:xfrm>
          <a:prstGeom prst="rect">
            <a:avLst/>
          </a:prstGeom>
          <a:noFill/>
        </p:spPr>
        <p:txBody>
          <a:bodyPr wrap="none" rtlCol="0">
            <a:spAutoFit/>
          </a:bodyPr>
          <a:lstStyle/>
          <a:p>
            <a:r>
              <a:rPr lang="en-US" altLang="zh-CN" sz="4000" dirty="0">
                <a:solidFill>
                  <a:srgbClr val="605E5E"/>
                </a:solidFill>
                <a:latin typeface="Impact" panose="020B0806030902050204" pitchFamily="34" charset="0"/>
                <a:cs typeface="Aharoni" panose="02010803020104030203" pitchFamily="2" charset="-79"/>
              </a:rPr>
              <a:t>08</a:t>
            </a:r>
            <a:endParaRPr lang="zh-CN" altLang="en-US" sz="4000" dirty="0">
              <a:solidFill>
                <a:srgbClr val="605E5E"/>
              </a:solidFill>
              <a:latin typeface="Impact" panose="020B0806030902050204" pitchFamily="34" charset="0"/>
              <a:cs typeface="Aharoni" panose="02010803020104030203" pitchFamily="2" charset="-79"/>
            </a:endParaRPr>
          </a:p>
        </p:txBody>
      </p:sp>
      <p:sp>
        <p:nvSpPr>
          <p:cNvPr id="86" name="文本框 85"/>
          <p:cNvSpPr txBox="1"/>
          <p:nvPr/>
        </p:nvSpPr>
        <p:spPr>
          <a:xfrm>
            <a:off x="6348560" y="703051"/>
            <a:ext cx="1498039" cy="369332"/>
          </a:xfrm>
          <a:prstGeom prst="rect">
            <a:avLst/>
          </a:prstGeom>
          <a:noFill/>
        </p:spPr>
        <p:txBody>
          <a:bodyPr wrap="none" rtlCol="0">
            <a:spAutoFit/>
          </a:bodyPr>
          <a:lstStyle/>
          <a:p>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Sample Text</a:t>
            </a:r>
            <a:r>
              <a:rPr lang="en-US" altLang="zh-CN" dirty="0">
                <a:solidFill>
                  <a:srgbClr val="859291"/>
                </a:solidFill>
                <a:latin typeface="Tahoma" panose="020B0604030504040204" pitchFamily="34" charset="0"/>
                <a:ea typeface="Tahoma" panose="020B0604030504040204" pitchFamily="34" charset="0"/>
                <a:cs typeface="Tahoma" panose="020B0604030504040204" pitchFamily="34" charset="0"/>
              </a:rPr>
              <a:t>.</a:t>
            </a:r>
            <a:endParaRPr lang="zh-CN" altLang="en-US" dirty="0">
              <a:solidFill>
                <a:srgbClr val="859291"/>
              </a:solidFill>
              <a:latin typeface="Tahoma" panose="020B0604030504040204" pitchFamily="34" charset="0"/>
              <a:cs typeface="Tahoma" panose="020B0604030504040204" pitchFamily="34" charset="0"/>
            </a:endParaRPr>
          </a:p>
        </p:txBody>
      </p:sp>
      <p:sp>
        <p:nvSpPr>
          <p:cNvPr id="87" name="文本框 86"/>
          <p:cNvSpPr txBox="1"/>
          <p:nvPr/>
        </p:nvSpPr>
        <p:spPr>
          <a:xfrm>
            <a:off x="7628512" y="5686426"/>
            <a:ext cx="716863" cy="707886"/>
          </a:xfrm>
          <a:prstGeom prst="rect">
            <a:avLst/>
          </a:prstGeom>
          <a:noFill/>
        </p:spPr>
        <p:txBody>
          <a:bodyPr wrap="none" rtlCol="0">
            <a:spAutoFit/>
          </a:bodyPr>
          <a:lstStyle/>
          <a:p>
            <a:r>
              <a:rPr lang="en-US" altLang="zh-CN" sz="4000" dirty="0">
                <a:solidFill>
                  <a:srgbClr val="605E5E"/>
                </a:solidFill>
                <a:latin typeface="Impact" panose="020B0806030902050204" pitchFamily="34" charset="0"/>
                <a:cs typeface="Aharoni" panose="02010803020104030203" pitchFamily="2" charset="-79"/>
              </a:rPr>
              <a:t>04</a:t>
            </a:r>
            <a:endParaRPr lang="zh-CN" altLang="en-US" sz="4000" dirty="0">
              <a:solidFill>
                <a:srgbClr val="605E5E"/>
              </a:solidFill>
              <a:latin typeface="Impact" panose="020B0806030902050204" pitchFamily="34" charset="0"/>
              <a:cs typeface="Aharoni" panose="02010803020104030203" pitchFamily="2" charset="-79"/>
            </a:endParaRPr>
          </a:p>
        </p:txBody>
      </p:sp>
      <p:sp>
        <p:nvSpPr>
          <p:cNvPr id="88" name="文本框 87"/>
          <p:cNvSpPr txBox="1"/>
          <p:nvPr/>
        </p:nvSpPr>
        <p:spPr>
          <a:xfrm>
            <a:off x="6896902" y="6263406"/>
            <a:ext cx="1498039" cy="369332"/>
          </a:xfrm>
          <a:prstGeom prst="rect">
            <a:avLst/>
          </a:prstGeom>
          <a:noFill/>
        </p:spPr>
        <p:txBody>
          <a:bodyPr wrap="none" rtlCol="0">
            <a:spAutoFit/>
          </a:bodyPr>
          <a:lstStyle/>
          <a:p>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Sample Text</a:t>
            </a:r>
            <a:r>
              <a:rPr lang="en-US" altLang="zh-CN" dirty="0">
                <a:solidFill>
                  <a:srgbClr val="859291"/>
                </a:solidFill>
                <a:latin typeface="Tahoma" panose="020B0604030504040204" pitchFamily="34" charset="0"/>
                <a:ea typeface="Tahoma" panose="020B0604030504040204" pitchFamily="34" charset="0"/>
                <a:cs typeface="Tahoma" panose="020B0604030504040204" pitchFamily="34" charset="0"/>
              </a:rPr>
              <a:t>.</a:t>
            </a:r>
            <a:endParaRPr lang="zh-CN" altLang="en-US" dirty="0">
              <a:solidFill>
                <a:srgbClr val="859291"/>
              </a:solidFill>
              <a:latin typeface="Tahoma" panose="020B0604030504040204" pitchFamily="34" charset="0"/>
              <a:cs typeface="Tahoma" panose="020B0604030504040204" pitchFamily="34" charset="0"/>
            </a:endParaRPr>
          </a:p>
        </p:txBody>
      </p:sp>
      <p:sp>
        <p:nvSpPr>
          <p:cNvPr id="89" name="文本框 88"/>
          <p:cNvSpPr txBox="1"/>
          <p:nvPr/>
        </p:nvSpPr>
        <p:spPr>
          <a:xfrm>
            <a:off x="8625601" y="244390"/>
            <a:ext cx="655949" cy="707886"/>
          </a:xfrm>
          <a:prstGeom prst="rect">
            <a:avLst/>
          </a:prstGeom>
          <a:noFill/>
        </p:spPr>
        <p:txBody>
          <a:bodyPr wrap="none" rtlCol="0">
            <a:spAutoFit/>
          </a:bodyPr>
          <a:lstStyle/>
          <a:p>
            <a:r>
              <a:rPr lang="en-US" altLang="zh-CN" sz="4000" dirty="0">
                <a:solidFill>
                  <a:srgbClr val="605E5E"/>
                </a:solidFill>
                <a:latin typeface="Impact" panose="020B0806030902050204" pitchFamily="34" charset="0"/>
                <a:cs typeface="Aharoni" panose="02010803020104030203" pitchFamily="2" charset="-79"/>
              </a:rPr>
              <a:t>01</a:t>
            </a:r>
            <a:endParaRPr lang="zh-CN" altLang="en-US" sz="4000" dirty="0">
              <a:solidFill>
                <a:srgbClr val="605E5E"/>
              </a:solidFill>
              <a:latin typeface="Impact" panose="020B0806030902050204" pitchFamily="34" charset="0"/>
              <a:cs typeface="Aharoni" panose="02010803020104030203" pitchFamily="2" charset="-79"/>
            </a:endParaRPr>
          </a:p>
        </p:txBody>
      </p:sp>
      <p:sp>
        <p:nvSpPr>
          <p:cNvPr id="90" name="文本框 89"/>
          <p:cNvSpPr txBox="1"/>
          <p:nvPr/>
        </p:nvSpPr>
        <p:spPr>
          <a:xfrm>
            <a:off x="8625601" y="821370"/>
            <a:ext cx="1498039" cy="369332"/>
          </a:xfrm>
          <a:prstGeom prst="rect">
            <a:avLst/>
          </a:prstGeom>
          <a:noFill/>
        </p:spPr>
        <p:txBody>
          <a:bodyPr wrap="none" rtlCol="0">
            <a:spAutoFit/>
          </a:bodyPr>
          <a:lstStyle/>
          <a:p>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Sample Text</a:t>
            </a:r>
            <a:r>
              <a:rPr lang="en-US" altLang="zh-CN" dirty="0">
                <a:solidFill>
                  <a:srgbClr val="859291"/>
                </a:solidFill>
                <a:latin typeface="Tahoma" panose="020B0604030504040204" pitchFamily="34" charset="0"/>
                <a:ea typeface="Tahoma" panose="020B0604030504040204" pitchFamily="34" charset="0"/>
                <a:cs typeface="Tahoma" panose="020B0604030504040204" pitchFamily="34" charset="0"/>
              </a:rPr>
              <a:t>.</a:t>
            </a:r>
            <a:endParaRPr lang="zh-CN" altLang="en-US" dirty="0">
              <a:solidFill>
                <a:srgbClr val="859291"/>
              </a:solidFill>
              <a:latin typeface="Tahoma" panose="020B0604030504040204" pitchFamily="34" charset="0"/>
              <a:cs typeface="Tahoma" panose="020B0604030504040204" pitchFamily="34" charset="0"/>
            </a:endParaRPr>
          </a:p>
        </p:txBody>
      </p:sp>
      <p:sp>
        <p:nvSpPr>
          <p:cNvPr id="93" name="文本框 92"/>
          <p:cNvSpPr txBox="1"/>
          <p:nvPr/>
        </p:nvSpPr>
        <p:spPr>
          <a:xfrm>
            <a:off x="10655788" y="1607067"/>
            <a:ext cx="718466" cy="707886"/>
          </a:xfrm>
          <a:prstGeom prst="rect">
            <a:avLst/>
          </a:prstGeom>
          <a:noFill/>
        </p:spPr>
        <p:txBody>
          <a:bodyPr wrap="none" rtlCol="0">
            <a:spAutoFit/>
          </a:bodyPr>
          <a:lstStyle/>
          <a:p>
            <a:r>
              <a:rPr lang="en-US" altLang="zh-CN" sz="4000" dirty="0">
                <a:solidFill>
                  <a:srgbClr val="605E5E"/>
                </a:solidFill>
                <a:latin typeface="Impact" panose="020B0806030902050204" pitchFamily="34" charset="0"/>
                <a:cs typeface="Aharoni" panose="02010803020104030203" pitchFamily="2" charset="-79"/>
              </a:rPr>
              <a:t>02</a:t>
            </a:r>
            <a:endParaRPr lang="zh-CN" altLang="en-US" sz="4000" dirty="0">
              <a:solidFill>
                <a:srgbClr val="605E5E"/>
              </a:solidFill>
              <a:latin typeface="Impact" panose="020B0806030902050204" pitchFamily="34" charset="0"/>
              <a:cs typeface="Aharoni" panose="02010803020104030203" pitchFamily="2" charset="-79"/>
            </a:endParaRPr>
          </a:p>
        </p:txBody>
      </p:sp>
      <p:sp>
        <p:nvSpPr>
          <p:cNvPr id="94" name="文本框 93"/>
          <p:cNvSpPr txBox="1"/>
          <p:nvPr/>
        </p:nvSpPr>
        <p:spPr>
          <a:xfrm>
            <a:off x="10655788" y="2184047"/>
            <a:ext cx="1498039" cy="369332"/>
          </a:xfrm>
          <a:prstGeom prst="rect">
            <a:avLst/>
          </a:prstGeom>
          <a:noFill/>
        </p:spPr>
        <p:txBody>
          <a:bodyPr wrap="none" rtlCol="0">
            <a:spAutoFit/>
          </a:bodyPr>
          <a:lstStyle/>
          <a:p>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Sample Text</a:t>
            </a:r>
            <a:r>
              <a:rPr lang="en-US" altLang="zh-CN" dirty="0">
                <a:solidFill>
                  <a:srgbClr val="859291"/>
                </a:solidFill>
                <a:latin typeface="Tahoma" panose="020B0604030504040204" pitchFamily="34" charset="0"/>
                <a:ea typeface="Tahoma" panose="020B0604030504040204" pitchFamily="34" charset="0"/>
                <a:cs typeface="Tahoma" panose="020B0604030504040204" pitchFamily="34" charset="0"/>
              </a:rPr>
              <a:t>.</a:t>
            </a:r>
            <a:endParaRPr lang="zh-CN" altLang="en-US" dirty="0">
              <a:solidFill>
                <a:srgbClr val="859291"/>
              </a:solidFill>
              <a:latin typeface="Tahoma" panose="020B0604030504040204" pitchFamily="34" charset="0"/>
              <a:cs typeface="Tahoma" panose="020B0604030504040204" pitchFamily="34" charset="0"/>
            </a:endParaRPr>
          </a:p>
        </p:txBody>
      </p:sp>
      <p:sp>
        <p:nvSpPr>
          <p:cNvPr id="102" name="文本框 101"/>
          <p:cNvSpPr txBox="1"/>
          <p:nvPr/>
        </p:nvSpPr>
        <p:spPr>
          <a:xfrm>
            <a:off x="10655788" y="3511242"/>
            <a:ext cx="732893" cy="707886"/>
          </a:xfrm>
          <a:prstGeom prst="rect">
            <a:avLst/>
          </a:prstGeom>
          <a:noFill/>
        </p:spPr>
        <p:txBody>
          <a:bodyPr wrap="none" rtlCol="0">
            <a:spAutoFit/>
          </a:bodyPr>
          <a:lstStyle/>
          <a:p>
            <a:r>
              <a:rPr lang="en-US" altLang="zh-CN" sz="4000" dirty="0">
                <a:solidFill>
                  <a:srgbClr val="605E5E"/>
                </a:solidFill>
                <a:latin typeface="Impact" panose="020B0806030902050204" pitchFamily="34" charset="0"/>
                <a:cs typeface="Aharoni" panose="02010803020104030203" pitchFamily="2" charset="-79"/>
              </a:rPr>
              <a:t>03</a:t>
            </a:r>
            <a:endParaRPr lang="zh-CN" altLang="en-US" sz="4000" dirty="0">
              <a:solidFill>
                <a:srgbClr val="605E5E"/>
              </a:solidFill>
              <a:latin typeface="Impact" panose="020B0806030902050204" pitchFamily="34" charset="0"/>
              <a:cs typeface="Aharoni" panose="02010803020104030203" pitchFamily="2" charset="-79"/>
            </a:endParaRPr>
          </a:p>
        </p:txBody>
      </p:sp>
      <p:sp>
        <p:nvSpPr>
          <p:cNvPr id="103" name="文本框 102"/>
          <p:cNvSpPr txBox="1"/>
          <p:nvPr/>
        </p:nvSpPr>
        <p:spPr>
          <a:xfrm>
            <a:off x="10655788" y="4088222"/>
            <a:ext cx="1498039" cy="369332"/>
          </a:xfrm>
          <a:prstGeom prst="rect">
            <a:avLst/>
          </a:prstGeom>
          <a:noFill/>
        </p:spPr>
        <p:txBody>
          <a:bodyPr wrap="none" rtlCol="0">
            <a:spAutoFit/>
          </a:bodyPr>
          <a:lstStyle/>
          <a:p>
            <a:r>
              <a:rPr lang="en-US" altLang="zh-CN" dirty="0">
                <a:solidFill>
                  <a:srgbClr val="605E5E"/>
                </a:solidFill>
                <a:latin typeface="Tahoma" panose="020B0604030504040204" pitchFamily="34" charset="0"/>
                <a:ea typeface="Tahoma" panose="020B0604030504040204" pitchFamily="34" charset="0"/>
                <a:cs typeface="Tahoma" panose="020B0604030504040204" pitchFamily="34" charset="0"/>
              </a:rPr>
              <a:t>Sample Text</a:t>
            </a:r>
            <a:r>
              <a:rPr lang="en-US" altLang="zh-CN" dirty="0">
                <a:solidFill>
                  <a:srgbClr val="859291"/>
                </a:solidFill>
                <a:latin typeface="Tahoma" panose="020B0604030504040204" pitchFamily="34" charset="0"/>
                <a:ea typeface="Tahoma" panose="020B0604030504040204" pitchFamily="34" charset="0"/>
                <a:cs typeface="Tahoma" panose="020B0604030504040204" pitchFamily="34" charset="0"/>
              </a:rPr>
              <a:t>.</a:t>
            </a:r>
            <a:endParaRPr lang="zh-CN" altLang="en-US" dirty="0">
              <a:solidFill>
                <a:srgbClr val="859291"/>
              </a:solidFill>
              <a:latin typeface="Tahoma" panose="020B0604030504040204" pitchFamily="34" charset="0"/>
              <a:cs typeface="Tahoma" panose="020B0604030504040204" pitchFamily="34" charset="0"/>
            </a:endParaRPr>
          </a:p>
        </p:txBody>
      </p:sp>
      <p:sp>
        <p:nvSpPr>
          <p:cNvPr id="60"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八项并列</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2042559270"/>
      </p:ext>
    </p:extLst>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 name="组合 33"/>
          <p:cNvGrpSpPr/>
          <p:nvPr/>
        </p:nvGrpSpPr>
        <p:grpSpPr>
          <a:xfrm>
            <a:off x="3130583" y="2605176"/>
            <a:ext cx="5930834" cy="4252824"/>
            <a:chOff x="1819364" y="3003549"/>
            <a:chExt cx="5375276" cy="3854451"/>
          </a:xfrm>
        </p:grpSpPr>
        <p:sp>
          <p:nvSpPr>
            <p:cNvPr id="10" name="Freeform 13"/>
            <p:cNvSpPr>
              <a:spLocks/>
            </p:cNvSpPr>
            <p:nvPr/>
          </p:nvSpPr>
          <p:spPr bwMode="auto">
            <a:xfrm>
              <a:off x="3706902" y="3003549"/>
              <a:ext cx="800100" cy="781050"/>
            </a:xfrm>
            <a:custGeom>
              <a:avLst/>
              <a:gdLst>
                <a:gd name="T0" fmla="*/ 0 w 504"/>
                <a:gd name="T1" fmla="*/ 204 h 492"/>
                <a:gd name="T2" fmla="*/ 504 w 504"/>
                <a:gd name="T3" fmla="*/ 0 h 492"/>
                <a:gd name="T4" fmla="*/ 504 w 504"/>
                <a:gd name="T5" fmla="*/ 492 h 492"/>
                <a:gd name="T6" fmla="*/ 0 w 504"/>
                <a:gd name="T7" fmla="*/ 492 h 492"/>
                <a:gd name="T8" fmla="*/ 0 w 504"/>
                <a:gd name="T9" fmla="*/ 204 h 492"/>
                <a:gd name="T10" fmla="*/ 0 w 504"/>
                <a:gd name="T11" fmla="*/ 204 h 492"/>
              </a:gdLst>
              <a:ahLst/>
              <a:cxnLst>
                <a:cxn ang="0">
                  <a:pos x="T0" y="T1"/>
                </a:cxn>
                <a:cxn ang="0">
                  <a:pos x="T2" y="T3"/>
                </a:cxn>
                <a:cxn ang="0">
                  <a:pos x="T4" y="T5"/>
                </a:cxn>
                <a:cxn ang="0">
                  <a:pos x="T6" y="T7"/>
                </a:cxn>
                <a:cxn ang="0">
                  <a:pos x="T8" y="T9"/>
                </a:cxn>
                <a:cxn ang="0">
                  <a:pos x="T10" y="T11"/>
                </a:cxn>
              </a:cxnLst>
              <a:rect l="0" t="0" r="r" b="b"/>
              <a:pathLst>
                <a:path w="504" h="492">
                  <a:moveTo>
                    <a:pt x="0" y="204"/>
                  </a:moveTo>
                  <a:lnTo>
                    <a:pt x="504" y="0"/>
                  </a:lnTo>
                  <a:lnTo>
                    <a:pt x="504" y="492"/>
                  </a:lnTo>
                  <a:lnTo>
                    <a:pt x="0" y="492"/>
                  </a:lnTo>
                  <a:lnTo>
                    <a:pt x="0" y="204"/>
                  </a:lnTo>
                  <a:lnTo>
                    <a:pt x="0" y="204"/>
                  </a:lnTo>
                  <a:close/>
                </a:path>
              </a:pathLst>
            </a:custGeom>
            <a:solidFill>
              <a:srgbClr val="429AD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 name="Freeform 14"/>
            <p:cNvSpPr>
              <a:spLocks/>
            </p:cNvSpPr>
            <p:nvPr/>
          </p:nvSpPr>
          <p:spPr bwMode="auto">
            <a:xfrm>
              <a:off x="4507002" y="3003549"/>
              <a:ext cx="800100" cy="781050"/>
            </a:xfrm>
            <a:custGeom>
              <a:avLst/>
              <a:gdLst>
                <a:gd name="T0" fmla="*/ 504 w 504"/>
                <a:gd name="T1" fmla="*/ 204 h 492"/>
                <a:gd name="T2" fmla="*/ 0 w 504"/>
                <a:gd name="T3" fmla="*/ 0 h 492"/>
                <a:gd name="T4" fmla="*/ 0 w 504"/>
                <a:gd name="T5" fmla="*/ 492 h 492"/>
                <a:gd name="T6" fmla="*/ 504 w 504"/>
                <a:gd name="T7" fmla="*/ 492 h 492"/>
                <a:gd name="T8" fmla="*/ 504 w 504"/>
                <a:gd name="T9" fmla="*/ 204 h 492"/>
                <a:gd name="T10" fmla="*/ 504 w 504"/>
                <a:gd name="T11" fmla="*/ 204 h 492"/>
              </a:gdLst>
              <a:ahLst/>
              <a:cxnLst>
                <a:cxn ang="0">
                  <a:pos x="T0" y="T1"/>
                </a:cxn>
                <a:cxn ang="0">
                  <a:pos x="T2" y="T3"/>
                </a:cxn>
                <a:cxn ang="0">
                  <a:pos x="T4" y="T5"/>
                </a:cxn>
                <a:cxn ang="0">
                  <a:pos x="T6" y="T7"/>
                </a:cxn>
                <a:cxn ang="0">
                  <a:pos x="T8" y="T9"/>
                </a:cxn>
                <a:cxn ang="0">
                  <a:pos x="T10" y="T11"/>
                </a:cxn>
              </a:cxnLst>
              <a:rect l="0" t="0" r="r" b="b"/>
              <a:pathLst>
                <a:path w="504" h="492">
                  <a:moveTo>
                    <a:pt x="504" y="204"/>
                  </a:moveTo>
                  <a:lnTo>
                    <a:pt x="0" y="0"/>
                  </a:lnTo>
                  <a:lnTo>
                    <a:pt x="0" y="492"/>
                  </a:lnTo>
                  <a:lnTo>
                    <a:pt x="504" y="492"/>
                  </a:lnTo>
                  <a:lnTo>
                    <a:pt x="504" y="204"/>
                  </a:lnTo>
                  <a:lnTo>
                    <a:pt x="504" y="204"/>
                  </a:lnTo>
                  <a:close/>
                </a:path>
              </a:pathLst>
            </a:custGeom>
            <a:solidFill>
              <a:srgbClr val="2A7BAB"/>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 name="Freeform 15"/>
            <p:cNvSpPr>
              <a:spLocks/>
            </p:cNvSpPr>
            <p:nvPr/>
          </p:nvSpPr>
          <p:spPr bwMode="auto">
            <a:xfrm>
              <a:off x="3438614" y="3435349"/>
              <a:ext cx="1068388" cy="785813"/>
            </a:xfrm>
            <a:custGeom>
              <a:avLst/>
              <a:gdLst>
                <a:gd name="T0" fmla="*/ 0 w 318"/>
                <a:gd name="T1" fmla="*/ 97 h 234"/>
                <a:gd name="T2" fmla="*/ 318 w 318"/>
                <a:gd name="T3" fmla="*/ 0 h 234"/>
                <a:gd name="T4" fmla="*/ 318 w 318"/>
                <a:gd name="T5" fmla="*/ 234 h 234"/>
                <a:gd name="T6" fmla="*/ 0 w 318"/>
                <a:gd name="T7" fmla="*/ 234 h 234"/>
                <a:gd name="T8" fmla="*/ 0 w 318"/>
                <a:gd name="T9" fmla="*/ 97 h 234"/>
              </a:gdLst>
              <a:ahLst/>
              <a:cxnLst>
                <a:cxn ang="0">
                  <a:pos x="T0" y="T1"/>
                </a:cxn>
                <a:cxn ang="0">
                  <a:pos x="T2" y="T3"/>
                </a:cxn>
                <a:cxn ang="0">
                  <a:pos x="T4" y="T5"/>
                </a:cxn>
                <a:cxn ang="0">
                  <a:pos x="T6" y="T7"/>
                </a:cxn>
                <a:cxn ang="0">
                  <a:pos x="T8" y="T9"/>
                </a:cxn>
              </a:cxnLst>
              <a:rect l="0" t="0" r="r" b="b"/>
              <a:pathLst>
                <a:path w="318" h="234">
                  <a:moveTo>
                    <a:pt x="0" y="97"/>
                  </a:moveTo>
                  <a:cubicBezTo>
                    <a:pt x="106" y="65"/>
                    <a:pt x="212" y="32"/>
                    <a:pt x="318" y="0"/>
                  </a:cubicBezTo>
                  <a:cubicBezTo>
                    <a:pt x="318" y="78"/>
                    <a:pt x="318" y="156"/>
                    <a:pt x="318" y="234"/>
                  </a:cubicBezTo>
                  <a:cubicBezTo>
                    <a:pt x="212" y="234"/>
                    <a:pt x="106" y="234"/>
                    <a:pt x="0" y="234"/>
                  </a:cubicBezTo>
                  <a:cubicBezTo>
                    <a:pt x="0" y="189"/>
                    <a:pt x="0" y="143"/>
                    <a:pt x="0" y="97"/>
                  </a:cubicBezTo>
                  <a:close/>
                </a:path>
              </a:pathLst>
            </a:custGeom>
            <a:solidFill>
              <a:srgbClr val="71C2EF"/>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 name="Freeform 16"/>
            <p:cNvSpPr>
              <a:spLocks/>
            </p:cNvSpPr>
            <p:nvPr/>
          </p:nvSpPr>
          <p:spPr bwMode="auto">
            <a:xfrm>
              <a:off x="4507002" y="3435349"/>
              <a:ext cx="1068388" cy="785813"/>
            </a:xfrm>
            <a:custGeom>
              <a:avLst/>
              <a:gdLst>
                <a:gd name="T0" fmla="*/ 318 w 318"/>
                <a:gd name="T1" fmla="*/ 97 h 234"/>
                <a:gd name="T2" fmla="*/ 0 w 318"/>
                <a:gd name="T3" fmla="*/ 0 h 234"/>
                <a:gd name="T4" fmla="*/ 0 w 318"/>
                <a:gd name="T5" fmla="*/ 234 h 234"/>
                <a:gd name="T6" fmla="*/ 318 w 318"/>
                <a:gd name="T7" fmla="*/ 234 h 234"/>
                <a:gd name="T8" fmla="*/ 318 w 318"/>
                <a:gd name="T9" fmla="*/ 97 h 234"/>
              </a:gdLst>
              <a:ahLst/>
              <a:cxnLst>
                <a:cxn ang="0">
                  <a:pos x="T0" y="T1"/>
                </a:cxn>
                <a:cxn ang="0">
                  <a:pos x="T2" y="T3"/>
                </a:cxn>
                <a:cxn ang="0">
                  <a:pos x="T4" y="T5"/>
                </a:cxn>
                <a:cxn ang="0">
                  <a:pos x="T6" y="T7"/>
                </a:cxn>
                <a:cxn ang="0">
                  <a:pos x="T8" y="T9"/>
                </a:cxn>
              </a:cxnLst>
              <a:rect l="0" t="0" r="r" b="b"/>
              <a:pathLst>
                <a:path w="318" h="234">
                  <a:moveTo>
                    <a:pt x="318" y="97"/>
                  </a:moveTo>
                  <a:cubicBezTo>
                    <a:pt x="212" y="65"/>
                    <a:pt x="106" y="32"/>
                    <a:pt x="0" y="0"/>
                  </a:cubicBezTo>
                  <a:cubicBezTo>
                    <a:pt x="0" y="78"/>
                    <a:pt x="0" y="156"/>
                    <a:pt x="0" y="234"/>
                  </a:cubicBezTo>
                  <a:cubicBezTo>
                    <a:pt x="106" y="234"/>
                    <a:pt x="212" y="234"/>
                    <a:pt x="318" y="234"/>
                  </a:cubicBezTo>
                  <a:cubicBezTo>
                    <a:pt x="318" y="189"/>
                    <a:pt x="318" y="143"/>
                    <a:pt x="318" y="97"/>
                  </a:cubicBezTo>
                  <a:close/>
                </a:path>
              </a:pathLst>
            </a:custGeom>
            <a:solidFill>
              <a:srgbClr val="3AAAE9"/>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 name="Freeform 17"/>
            <p:cNvSpPr>
              <a:spLocks/>
            </p:cNvSpPr>
            <p:nvPr/>
          </p:nvSpPr>
          <p:spPr bwMode="auto">
            <a:xfrm>
              <a:off x="3167152" y="3865562"/>
              <a:ext cx="1339850" cy="796925"/>
            </a:xfrm>
            <a:custGeom>
              <a:avLst/>
              <a:gdLst>
                <a:gd name="T0" fmla="*/ 0 w 399"/>
                <a:gd name="T1" fmla="*/ 98 h 237"/>
                <a:gd name="T2" fmla="*/ 399 w 399"/>
                <a:gd name="T3" fmla="*/ 0 h 237"/>
                <a:gd name="T4" fmla="*/ 399 w 399"/>
                <a:gd name="T5" fmla="*/ 237 h 237"/>
                <a:gd name="T6" fmla="*/ 0 w 399"/>
                <a:gd name="T7" fmla="*/ 237 h 237"/>
                <a:gd name="T8" fmla="*/ 0 w 399"/>
                <a:gd name="T9" fmla="*/ 98 h 237"/>
              </a:gdLst>
              <a:ahLst/>
              <a:cxnLst>
                <a:cxn ang="0">
                  <a:pos x="T0" y="T1"/>
                </a:cxn>
                <a:cxn ang="0">
                  <a:pos x="T2" y="T3"/>
                </a:cxn>
                <a:cxn ang="0">
                  <a:pos x="T4" y="T5"/>
                </a:cxn>
                <a:cxn ang="0">
                  <a:pos x="T6" y="T7"/>
                </a:cxn>
                <a:cxn ang="0">
                  <a:pos x="T8" y="T9"/>
                </a:cxn>
              </a:cxnLst>
              <a:rect l="0" t="0" r="r" b="b"/>
              <a:pathLst>
                <a:path w="399" h="237">
                  <a:moveTo>
                    <a:pt x="0" y="98"/>
                  </a:moveTo>
                  <a:cubicBezTo>
                    <a:pt x="133" y="65"/>
                    <a:pt x="266" y="33"/>
                    <a:pt x="399" y="0"/>
                  </a:cubicBezTo>
                  <a:cubicBezTo>
                    <a:pt x="399" y="79"/>
                    <a:pt x="399" y="158"/>
                    <a:pt x="399" y="237"/>
                  </a:cubicBezTo>
                  <a:cubicBezTo>
                    <a:pt x="266" y="237"/>
                    <a:pt x="133" y="237"/>
                    <a:pt x="0" y="237"/>
                  </a:cubicBezTo>
                  <a:cubicBezTo>
                    <a:pt x="0" y="191"/>
                    <a:pt x="0" y="144"/>
                    <a:pt x="0" y="98"/>
                  </a:cubicBezTo>
                  <a:close/>
                </a:path>
              </a:pathLst>
            </a:custGeom>
            <a:solidFill>
              <a:srgbClr val="9EE046"/>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 name="Freeform 18"/>
            <p:cNvSpPr>
              <a:spLocks/>
            </p:cNvSpPr>
            <p:nvPr/>
          </p:nvSpPr>
          <p:spPr bwMode="auto">
            <a:xfrm>
              <a:off x="4507002" y="3865562"/>
              <a:ext cx="1339850" cy="796925"/>
            </a:xfrm>
            <a:custGeom>
              <a:avLst/>
              <a:gdLst>
                <a:gd name="T0" fmla="*/ 399 w 399"/>
                <a:gd name="T1" fmla="*/ 98 h 237"/>
                <a:gd name="T2" fmla="*/ 0 w 399"/>
                <a:gd name="T3" fmla="*/ 0 h 237"/>
                <a:gd name="T4" fmla="*/ 0 w 399"/>
                <a:gd name="T5" fmla="*/ 237 h 237"/>
                <a:gd name="T6" fmla="*/ 399 w 399"/>
                <a:gd name="T7" fmla="*/ 237 h 237"/>
                <a:gd name="T8" fmla="*/ 399 w 399"/>
                <a:gd name="T9" fmla="*/ 98 h 237"/>
              </a:gdLst>
              <a:ahLst/>
              <a:cxnLst>
                <a:cxn ang="0">
                  <a:pos x="T0" y="T1"/>
                </a:cxn>
                <a:cxn ang="0">
                  <a:pos x="T2" y="T3"/>
                </a:cxn>
                <a:cxn ang="0">
                  <a:pos x="T4" y="T5"/>
                </a:cxn>
                <a:cxn ang="0">
                  <a:pos x="T6" y="T7"/>
                </a:cxn>
                <a:cxn ang="0">
                  <a:pos x="T8" y="T9"/>
                </a:cxn>
              </a:cxnLst>
              <a:rect l="0" t="0" r="r" b="b"/>
              <a:pathLst>
                <a:path w="399" h="237">
                  <a:moveTo>
                    <a:pt x="399" y="98"/>
                  </a:moveTo>
                  <a:cubicBezTo>
                    <a:pt x="266" y="65"/>
                    <a:pt x="133" y="33"/>
                    <a:pt x="0" y="0"/>
                  </a:cubicBezTo>
                  <a:cubicBezTo>
                    <a:pt x="0" y="79"/>
                    <a:pt x="0" y="158"/>
                    <a:pt x="0" y="237"/>
                  </a:cubicBezTo>
                  <a:cubicBezTo>
                    <a:pt x="133" y="237"/>
                    <a:pt x="266" y="237"/>
                    <a:pt x="399" y="237"/>
                  </a:cubicBezTo>
                  <a:cubicBezTo>
                    <a:pt x="399" y="191"/>
                    <a:pt x="399" y="144"/>
                    <a:pt x="399" y="98"/>
                  </a:cubicBezTo>
                  <a:close/>
                </a:path>
              </a:pathLst>
            </a:custGeom>
            <a:solidFill>
              <a:srgbClr val="81C822"/>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 name="Freeform 19"/>
            <p:cNvSpPr>
              <a:spLocks/>
            </p:cNvSpPr>
            <p:nvPr/>
          </p:nvSpPr>
          <p:spPr bwMode="auto">
            <a:xfrm>
              <a:off x="2897277" y="4298949"/>
              <a:ext cx="1609725" cy="803275"/>
            </a:xfrm>
            <a:custGeom>
              <a:avLst/>
              <a:gdLst>
                <a:gd name="T0" fmla="*/ 0 w 479"/>
                <a:gd name="T1" fmla="*/ 98 h 239"/>
                <a:gd name="T2" fmla="*/ 479 w 479"/>
                <a:gd name="T3" fmla="*/ 0 h 239"/>
                <a:gd name="T4" fmla="*/ 479 w 479"/>
                <a:gd name="T5" fmla="*/ 239 h 239"/>
                <a:gd name="T6" fmla="*/ 0 w 479"/>
                <a:gd name="T7" fmla="*/ 239 h 239"/>
                <a:gd name="T8" fmla="*/ 0 w 479"/>
                <a:gd name="T9" fmla="*/ 98 h 239"/>
              </a:gdLst>
              <a:ahLst/>
              <a:cxnLst>
                <a:cxn ang="0">
                  <a:pos x="T0" y="T1"/>
                </a:cxn>
                <a:cxn ang="0">
                  <a:pos x="T2" y="T3"/>
                </a:cxn>
                <a:cxn ang="0">
                  <a:pos x="T4" y="T5"/>
                </a:cxn>
                <a:cxn ang="0">
                  <a:pos x="T6" y="T7"/>
                </a:cxn>
                <a:cxn ang="0">
                  <a:pos x="T8" y="T9"/>
                </a:cxn>
              </a:cxnLst>
              <a:rect l="0" t="0" r="r" b="b"/>
              <a:pathLst>
                <a:path w="479" h="239">
                  <a:moveTo>
                    <a:pt x="0" y="98"/>
                  </a:moveTo>
                  <a:cubicBezTo>
                    <a:pt x="160" y="65"/>
                    <a:pt x="319" y="32"/>
                    <a:pt x="479" y="0"/>
                  </a:cubicBezTo>
                  <a:cubicBezTo>
                    <a:pt x="479" y="79"/>
                    <a:pt x="479" y="159"/>
                    <a:pt x="479" y="239"/>
                  </a:cubicBezTo>
                  <a:cubicBezTo>
                    <a:pt x="319" y="239"/>
                    <a:pt x="160" y="239"/>
                    <a:pt x="0" y="239"/>
                  </a:cubicBezTo>
                  <a:cubicBezTo>
                    <a:pt x="0" y="192"/>
                    <a:pt x="0" y="145"/>
                    <a:pt x="0" y="98"/>
                  </a:cubicBezTo>
                  <a:close/>
                </a:path>
              </a:pathLst>
            </a:custGeom>
            <a:solidFill>
              <a:srgbClr val="F785A3"/>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 name="Freeform 20"/>
            <p:cNvSpPr>
              <a:spLocks/>
            </p:cNvSpPr>
            <p:nvPr/>
          </p:nvSpPr>
          <p:spPr bwMode="auto">
            <a:xfrm>
              <a:off x="4507002" y="4298949"/>
              <a:ext cx="1609725" cy="803275"/>
            </a:xfrm>
            <a:custGeom>
              <a:avLst/>
              <a:gdLst>
                <a:gd name="T0" fmla="*/ 479 w 479"/>
                <a:gd name="T1" fmla="*/ 98 h 239"/>
                <a:gd name="T2" fmla="*/ 0 w 479"/>
                <a:gd name="T3" fmla="*/ 0 h 239"/>
                <a:gd name="T4" fmla="*/ 0 w 479"/>
                <a:gd name="T5" fmla="*/ 239 h 239"/>
                <a:gd name="T6" fmla="*/ 479 w 479"/>
                <a:gd name="T7" fmla="*/ 239 h 239"/>
                <a:gd name="T8" fmla="*/ 479 w 479"/>
                <a:gd name="T9" fmla="*/ 98 h 239"/>
              </a:gdLst>
              <a:ahLst/>
              <a:cxnLst>
                <a:cxn ang="0">
                  <a:pos x="T0" y="T1"/>
                </a:cxn>
                <a:cxn ang="0">
                  <a:pos x="T2" y="T3"/>
                </a:cxn>
                <a:cxn ang="0">
                  <a:pos x="T4" y="T5"/>
                </a:cxn>
                <a:cxn ang="0">
                  <a:pos x="T6" y="T7"/>
                </a:cxn>
                <a:cxn ang="0">
                  <a:pos x="T8" y="T9"/>
                </a:cxn>
              </a:cxnLst>
              <a:rect l="0" t="0" r="r" b="b"/>
              <a:pathLst>
                <a:path w="479" h="239">
                  <a:moveTo>
                    <a:pt x="479" y="98"/>
                  </a:moveTo>
                  <a:cubicBezTo>
                    <a:pt x="319" y="65"/>
                    <a:pt x="160" y="32"/>
                    <a:pt x="0" y="0"/>
                  </a:cubicBezTo>
                  <a:cubicBezTo>
                    <a:pt x="0" y="79"/>
                    <a:pt x="0" y="159"/>
                    <a:pt x="0" y="239"/>
                  </a:cubicBezTo>
                  <a:cubicBezTo>
                    <a:pt x="160" y="239"/>
                    <a:pt x="319" y="239"/>
                    <a:pt x="479" y="239"/>
                  </a:cubicBezTo>
                  <a:cubicBezTo>
                    <a:pt x="479" y="192"/>
                    <a:pt x="479" y="145"/>
                    <a:pt x="479" y="98"/>
                  </a:cubicBezTo>
                  <a:close/>
                </a:path>
              </a:pathLst>
            </a:custGeom>
            <a:solidFill>
              <a:srgbClr val="F34C77"/>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 name="Freeform 21"/>
            <p:cNvSpPr>
              <a:spLocks/>
            </p:cNvSpPr>
            <p:nvPr/>
          </p:nvSpPr>
          <p:spPr bwMode="auto">
            <a:xfrm>
              <a:off x="2628989" y="4729162"/>
              <a:ext cx="1878013" cy="811213"/>
            </a:xfrm>
            <a:custGeom>
              <a:avLst/>
              <a:gdLst>
                <a:gd name="T0" fmla="*/ 0 w 559"/>
                <a:gd name="T1" fmla="*/ 99 h 241"/>
                <a:gd name="T2" fmla="*/ 559 w 559"/>
                <a:gd name="T3" fmla="*/ 0 h 241"/>
                <a:gd name="T4" fmla="*/ 559 w 559"/>
                <a:gd name="T5" fmla="*/ 241 h 241"/>
                <a:gd name="T6" fmla="*/ 0 w 559"/>
                <a:gd name="T7" fmla="*/ 241 h 241"/>
                <a:gd name="T8" fmla="*/ 0 w 559"/>
                <a:gd name="T9" fmla="*/ 99 h 241"/>
              </a:gdLst>
              <a:ahLst/>
              <a:cxnLst>
                <a:cxn ang="0">
                  <a:pos x="T0" y="T1"/>
                </a:cxn>
                <a:cxn ang="0">
                  <a:pos x="T2" y="T3"/>
                </a:cxn>
                <a:cxn ang="0">
                  <a:pos x="T4" y="T5"/>
                </a:cxn>
                <a:cxn ang="0">
                  <a:pos x="T6" y="T7"/>
                </a:cxn>
                <a:cxn ang="0">
                  <a:pos x="T8" y="T9"/>
                </a:cxn>
              </a:cxnLst>
              <a:rect l="0" t="0" r="r" b="b"/>
              <a:pathLst>
                <a:path w="559" h="241">
                  <a:moveTo>
                    <a:pt x="0" y="99"/>
                  </a:moveTo>
                  <a:cubicBezTo>
                    <a:pt x="186" y="66"/>
                    <a:pt x="373" y="33"/>
                    <a:pt x="559" y="0"/>
                  </a:cubicBezTo>
                  <a:cubicBezTo>
                    <a:pt x="559" y="80"/>
                    <a:pt x="559" y="161"/>
                    <a:pt x="559" y="241"/>
                  </a:cubicBezTo>
                  <a:cubicBezTo>
                    <a:pt x="373" y="241"/>
                    <a:pt x="186" y="241"/>
                    <a:pt x="0" y="241"/>
                  </a:cubicBezTo>
                  <a:cubicBezTo>
                    <a:pt x="0" y="194"/>
                    <a:pt x="0" y="146"/>
                    <a:pt x="0" y="99"/>
                  </a:cubicBezTo>
                  <a:close/>
                </a:path>
              </a:pathLst>
            </a:custGeom>
            <a:solidFill>
              <a:srgbClr val="FDD8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22"/>
            <p:cNvSpPr>
              <a:spLocks/>
            </p:cNvSpPr>
            <p:nvPr/>
          </p:nvSpPr>
          <p:spPr bwMode="auto">
            <a:xfrm>
              <a:off x="4507002" y="4729162"/>
              <a:ext cx="1878013" cy="811213"/>
            </a:xfrm>
            <a:custGeom>
              <a:avLst/>
              <a:gdLst>
                <a:gd name="T0" fmla="*/ 559 w 559"/>
                <a:gd name="T1" fmla="*/ 99 h 241"/>
                <a:gd name="T2" fmla="*/ 0 w 559"/>
                <a:gd name="T3" fmla="*/ 0 h 241"/>
                <a:gd name="T4" fmla="*/ 0 w 559"/>
                <a:gd name="T5" fmla="*/ 241 h 241"/>
                <a:gd name="T6" fmla="*/ 559 w 559"/>
                <a:gd name="T7" fmla="*/ 241 h 241"/>
                <a:gd name="T8" fmla="*/ 559 w 559"/>
                <a:gd name="T9" fmla="*/ 99 h 241"/>
              </a:gdLst>
              <a:ahLst/>
              <a:cxnLst>
                <a:cxn ang="0">
                  <a:pos x="T0" y="T1"/>
                </a:cxn>
                <a:cxn ang="0">
                  <a:pos x="T2" y="T3"/>
                </a:cxn>
                <a:cxn ang="0">
                  <a:pos x="T4" y="T5"/>
                </a:cxn>
                <a:cxn ang="0">
                  <a:pos x="T6" y="T7"/>
                </a:cxn>
                <a:cxn ang="0">
                  <a:pos x="T8" y="T9"/>
                </a:cxn>
              </a:cxnLst>
              <a:rect l="0" t="0" r="r" b="b"/>
              <a:pathLst>
                <a:path w="559" h="241">
                  <a:moveTo>
                    <a:pt x="559" y="99"/>
                  </a:moveTo>
                  <a:cubicBezTo>
                    <a:pt x="373" y="66"/>
                    <a:pt x="186" y="33"/>
                    <a:pt x="0" y="0"/>
                  </a:cubicBezTo>
                  <a:cubicBezTo>
                    <a:pt x="0" y="80"/>
                    <a:pt x="0" y="161"/>
                    <a:pt x="0" y="241"/>
                  </a:cubicBezTo>
                  <a:cubicBezTo>
                    <a:pt x="186" y="241"/>
                    <a:pt x="373" y="241"/>
                    <a:pt x="559" y="241"/>
                  </a:cubicBezTo>
                  <a:cubicBezTo>
                    <a:pt x="559" y="194"/>
                    <a:pt x="559" y="146"/>
                    <a:pt x="559" y="99"/>
                  </a:cubicBezTo>
                  <a:close/>
                </a:path>
              </a:pathLst>
            </a:custGeom>
            <a:solidFill>
              <a:srgbClr val="F4B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23"/>
            <p:cNvSpPr>
              <a:spLocks/>
            </p:cNvSpPr>
            <p:nvPr/>
          </p:nvSpPr>
          <p:spPr bwMode="auto">
            <a:xfrm>
              <a:off x="2357527" y="5159374"/>
              <a:ext cx="2149475" cy="820738"/>
            </a:xfrm>
            <a:custGeom>
              <a:avLst/>
              <a:gdLst>
                <a:gd name="T0" fmla="*/ 0 w 640"/>
                <a:gd name="T1" fmla="*/ 100 h 244"/>
                <a:gd name="T2" fmla="*/ 640 w 640"/>
                <a:gd name="T3" fmla="*/ 0 h 244"/>
                <a:gd name="T4" fmla="*/ 640 w 640"/>
                <a:gd name="T5" fmla="*/ 244 h 244"/>
                <a:gd name="T6" fmla="*/ 0 w 640"/>
                <a:gd name="T7" fmla="*/ 244 h 244"/>
                <a:gd name="T8" fmla="*/ 0 w 640"/>
                <a:gd name="T9" fmla="*/ 100 h 244"/>
              </a:gdLst>
              <a:ahLst/>
              <a:cxnLst>
                <a:cxn ang="0">
                  <a:pos x="T0" y="T1"/>
                </a:cxn>
                <a:cxn ang="0">
                  <a:pos x="T2" y="T3"/>
                </a:cxn>
                <a:cxn ang="0">
                  <a:pos x="T4" y="T5"/>
                </a:cxn>
                <a:cxn ang="0">
                  <a:pos x="T6" y="T7"/>
                </a:cxn>
                <a:cxn ang="0">
                  <a:pos x="T8" y="T9"/>
                </a:cxn>
              </a:cxnLst>
              <a:rect l="0" t="0" r="r" b="b"/>
              <a:pathLst>
                <a:path w="640" h="244">
                  <a:moveTo>
                    <a:pt x="0" y="100"/>
                  </a:moveTo>
                  <a:cubicBezTo>
                    <a:pt x="214" y="67"/>
                    <a:pt x="427" y="33"/>
                    <a:pt x="640" y="0"/>
                  </a:cubicBezTo>
                  <a:cubicBezTo>
                    <a:pt x="640" y="81"/>
                    <a:pt x="640" y="162"/>
                    <a:pt x="640" y="244"/>
                  </a:cubicBezTo>
                  <a:cubicBezTo>
                    <a:pt x="427" y="244"/>
                    <a:pt x="214" y="244"/>
                    <a:pt x="0" y="244"/>
                  </a:cubicBezTo>
                  <a:cubicBezTo>
                    <a:pt x="0" y="196"/>
                    <a:pt x="0" y="148"/>
                    <a:pt x="0" y="100"/>
                  </a:cubicBezTo>
                  <a:close/>
                </a:path>
              </a:pathLst>
            </a:custGeom>
            <a:solidFill>
              <a:srgbClr val="F2B65E"/>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1" name="Freeform 24"/>
            <p:cNvSpPr>
              <a:spLocks/>
            </p:cNvSpPr>
            <p:nvPr/>
          </p:nvSpPr>
          <p:spPr bwMode="auto">
            <a:xfrm>
              <a:off x="4507002" y="5159374"/>
              <a:ext cx="2149475" cy="820738"/>
            </a:xfrm>
            <a:custGeom>
              <a:avLst/>
              <a:gdLst>
                <a:gd name="T0" fmla="*/ 640 w 640"/>
                <a:gd name="T1" fmla="*/ 100 h 244"/>
                <a:gd name="T2" fmla="*/ 0 w 640"/>
                <a:gd name="T3" fmla="*/ 0 h 244"/>
                <a:gd name="T4" fmla="*/ 0 w 640"/>
                <a:gd name="T5" fmla="*/ 244 h 244"/>
                <a:gd name="T6" fmla="*/ 640 w 640"/>
                <a:gd name="T7" fmla="*/ 244 h 244"/>
                <a:gd name="T8" fmla="*/ 640 w 640"/>
                <a:gd name="T9" fmla="*/ 100 h 244"/>
              </a:gdLst>
              <a:ahLst/>
              <a:cxnLst>
                <a:cxn ang="0">
                  <a:pos x="T0" y="T1"/>
                </a:cxn>
                <a:cxn ang="0">
                  <a:pos x="T2" y="T3"/>
                </a:cxn>
                <a:cxn ang="0">
                  <a:pos x="T4" y="T5"/>
                </a:cxn>
                <a:cxn ang="0">
                  <a:pos x="T6" y="T7"/>
                </a:cxn>
                <a:cxn ang="0">
                  <a:pos x="T8" y="T9"/>
                </a:cxn>
              </a:cxnLst>
              <a:rect l="0" t="0" r="r" b="b"/>
              <a:pathLst>
                <a:path w="640" h="244">
                  <a:moveTo>
                    <a:pt x="640" y="100"/>
                  </a:moveTo>
                  <a:cubicBezTo>
                    <a:pt x="426" y="67"/>
                    <a:pt x="213" y="33"/>
                    <a:pt x="0" y="0"/>
                  </a:cubicBezTo>
                  <a:cubicBezTo>
                    <a:pt x="0" y="81"/>
                    <a:pt x="0" y="162"/>
                    <a:pt x="0" y="244"/>
                  </a:cubicBezTo>
                  <a:cubicBezTo>
                    <a:pt x="213" y="244"/>
                    <a:pt x="426" y="244"/>
                    <a:pt x="640" y="244"/>
                  </a:cubicBezTo>
                  <a:cubicBezTo>
                    <a:pt x="640" y="196"/>
                    <a:pt x="640" y="148"/>
                    <a:pt x="640" y="100"/>
                  </a:cubicBezTo>
                  <a:close/>
                </a:path>
              </a:pathLst>
            </a:custGeom>
            <a:solidFill>
              <a:srgbClr val="ED9C27"/>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 name="Freeform 25"/>
            <p:cNvSpPr>
              <a:spLocks/>
            </p:cNvSpPr>
            <p:nvPr/>
          </p:nvSpPr>
          <p:spPr bwMode="auto">
            <a:xfrm>
              <a:off x="2087652" y="5589587"/>
              <a:ext cx="2419350" cy="828675"/>
            </a:xfrm>
            <a:custGeom>
              <a:avLst/>
              <a:gdLst>
                <a:gd name="T0" fmla="*/ 0 w 720"/>
                <a:gd name="T1" fmla="*/ 101 h 246"/>
                <a:gd name="T2" fmla="*/ 720 w 720"/>
                <a:gd name="T3" fmla="*/ 0 h 246"/>
                <a:gd name="T4" fmla="*/ 720 w 720"/>
                <a:gd name="T5" fmla="*/ 246 h 246"/>
                <a:gd name="T6" fmla="*/ 0 w 720"/>
                <a:gd name="T7" fmla="*/ 246 h 246"/>
                <a:gd name="T8" fmla="*/ 0 w 720"/>
                <a:gd name="T9" fmla="*/ 101 h 246"/>
              </a:gdLst>
              <a:ahLst/>
              <a:cxnLst>
                <a:cxn ang="0">
                  <a:pos x="T0" y="T1"/>
                </a:cxn>
                <a:cxn ang="0">
                  <a:pos x="T2" y="T3"/>
                </a:cxn>
                <a:cxn ang="0">
                  <a:pos x="T4" y="T5"/>
                </a:cxn>
                <a:cxn ang="0">
                  <a:pos x="T6" y="T7"/>
                </a:cxn>
                <a:cxn ang="0">
                  <a:pos x="T8" y="T9"/>
                </a:cxn>
              </a:cxnLst>
              <a:rect l="0" t="0" r="r" b="b"/>
              <a:pathLst>
                <a:path w="720" h="246">
                  <a:moveTo>
                    <a:pt x="0" y="101"/>
                  </a:moveTo>
                  <a:cubicBezTo>
                    <a:pt x="240" y="67"/>
                    <a:pt x="480" y="34"/>
                    <a:pt x="720" y="0"/>
                  </a:cubicBezTo>
                  <a:cubicBezTo>
                    <a:pt x="720" y="82"/>
                    <a:pt x="720" y="164"/>
                    <a:pt x="720" y="246"/>
                  </a:cubicBezTo>
                  <a:cubicBezTo>
                    <a:pt x="480" y="246"/>
                    <a:pt x="240" y="246"/>
                    <a:pt x="0" y="246"/>
                  </a:cubicBezTo>
                  <a:cubicBezTo>
                    <a:pt x="0" y="198"/>
                    <a:pt x="0" y="150"/>
                    <a:pt x="0" y="101"/>
                  </a:cubicBezTo>
                  <a:close/>
                </a:path>
              </a:pathLst>
            </a:custGeom>
            <a:solidFill>
              <a:srgbClr val="B8B8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26"/>
            <p:cNvSpPr>
              <a:spLocks/>
            </p:cNvSpPr>
            <p:nvPr/>
          </p:nvSpPr>
          <p:spPr bwMode="auto">
            <a:xfrm>
              <a:off x="4507002" y="5589587"/>
              <a:ext cx="2419350" cy="828675"/>
            </a:xfrm>
            <a:custGeom>
              <a:avLst/>
              <a:gdLst>
                <a:gd name="T0" fmla="*/ 720 w 720"/>
                <a:gd name="T1" fmla="*/ 101 h 246"/>
                <a:gd name="T2" fmla="*/ 0 w 720"/>
                <a:gd name="T3" fmla="*/ 0 h 246"/>
                <a:gd name="T4" fmla="*/ 0 w 720"/>
                <a:gd name="T5" fmla="*/ 246 h 246"/>
                <a:gd name="T6" fmla="*/ 720 w 720"/>
                <a:gd name="T7" fmla="*/ 246 h 246"/>
                <a:gd name="T8" fmla="*/ 720 w 720"/>
                <a:gd name="T9" fmla="*/ 101 h 246"/>
              </a:gdLst>
              <a:ahLst/>
              <a:cxnLst>
                <a:cxn ang="0">
                  <a:pos x="T0" y="T1"/>
                </a:cxn>
                <a:cxn ang="0">
                  <a:pos x="T2" y="T3"/>
                </a:cxn>
                <a:cxn ang="0">
                  <a:pos x="T4" y="T5"/>
                </a:cxn>
                <a:cxn ang="0">
                  <a:pos x="T6" y="T7"/>
                </a:cxn>
                <a:cxn ang="0">
                  <a:pos x="T8" y="T9"/>
                </a:cxn>
              </a:cxnLst>
              <a:rect l="0" t="0" r="r" b="b"/>
              <a:pathLst>
                <a:path w="720" h="246">
                  <a:moveTo>
                    <a:pt x="720" y="101"/>
                  </a:moveTo>
                  <a:cubicBezTo>
                    <a:pt x="480" y="67"/>
                    <a:pt x="240" y="34"/>
                    <a:pt x="0" y="0"/>
                  </a:cubicBezTo>
                  <a:cubicBezTo>
                    <a:pt x="0" y="82"/>
                    <a:pt x="0" y="164"/>
                    <a:pt x="0" y="246"/>
                  </a:cubicBezTo>
                  <a:cubicBezTo>
                    <a:pt x="240" y="246"/>
                    <a:pt x="480" y="246"/>
                    <a:pt x="720" y="246"/>
                  </a:cubicBezTo>
                  <a:cubicBezTo>
                    <a:pt x="720" y="198"/>
                    <a:pt x="720" y="150"/>
                    <a:pt x="720" y="101"/>
                  </a:cubicBezTo>
                  <a:close/>
                </a:path>
              </a:pathLst>
            </a:custGeom>
            <a:solidFill>
              <a:srgbClr val="7579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7"/>
            <p:cNvSpPr>
              <a:spLocks/>
            </p:cNvSpPr>
            <p:nvPr/>
          </p:nvSpPr>
          <p:spPr bwMode="auto">
            <a:xfrm>
              <a:off x="1819364" y="6021387"/>
              <a:ext cx="2687638" cy="836613"/>
            </a:xfrm>
            <a:custGeom>
              <a:avLst/>
              <a:gdLst>
                <a:gd name="T0" fmla="*/ 0 w 1693"/>
                <a:gd name="T1" fmla="*/ 216 h 527"/>
                <a:gd name="T2" fmla="*/ 1693 w 1693"/>
                <a:gd name="T3" fmla="*/ 0 h 527"/>
                <a:gd name="T4" fmla="*/ 1693 w 1693"/>
                <a:gd name="T5" fmla="*/ 527 h 527"/>
                <a:gd name="T6" fmla="*/ 0 w 1693"/>
                <a:gd name="T7" fmla="*/ 527 h 527"/>
                <a:gd name="T8" fmla="*/ 0 w 1693"/>
                <a:gd name="T9" fmla="*/ 216 h 527"/>
                <a:gd name="T10" fmla="*/ 0 w 1693"/>
                <a:gd name="T11" fmla="*/ 216 h 527"/>
              </a:gdLst>
              <a:ahLst/>
              <a:cxnLst>
                <a:cxn ang="0">
                  <a:pos x="T0" y="T1"/>
                </a:cxn>
                <a:cxn ang="0">
                  <a:pos x="T2" y="T3"/>
                </a:cxn>
                <a:cxn ang="0">
                  <a:pos x="T4" y="T5"/>
                </a:cxn>
                <a:cxn ang="0">
                  <a:pos x="T6" y="T7"/>
                </a:cxn>
                <a:cxn ang="0">
                  <a:pos x="T8" y="T9"/>
                </a:cxn>
                <a:cxn ang="0">
                  <a:pos x="T10" y="T11"/>
                </a:cxn>
              </a:cxnLst>
              <a:rect l="0" t="0" r="r" b="b"/>
              <a:pathLst>
                <a:path w="1693" h="527">
                  <a:moveTo>
                    <a:pt x="0" y="216"/>
                  </a:moveTo>
                  <a:lnTo>
                    <a:pt x="1693" y="0"/>
                  </a:lnTo>
                  <a:lnTo>
                    <a:pt x="1693" y="527"/>
                  </a:lnTo>
                  <a:lnTo>
                    <a:pt x="0" y="527"/>
                  </a:lnTo>
                  <a:lnTo>
                    <a:pt x="0" y="216"/>
                  </a:lnTo>
                  <a:lnTo>
                    <a:pt x="0" y="216"/>
                  </a:lnTo>
                  <a:close/>
                </a:path>
              </a:pathLst>
            </a:custGeom>
            <a:solidFill>
              <a:srgbClr val="7579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28"/>
            <p:cNvSpPr>
              <a:spLocks/>
            </p:cNvSpPr>
            <p:nvPr/>
          </p:nvSpPr>
          <p:spPr bwMode="auto">
            <a:xfrm>
              <a:off x="4507002" y="6021387"/>
              <a:ext cx="2687638" cy="836613"/>
            </a:xfrm>
            <a:custGeom>
              <a:avLst/>
              <a:gdLst>
                <a:gd name="T0" fmla="*/ 1693 w 1693"/>
                <a:gd name="T1" fmla="*/ 216 h 527"/>
                <a:gd name="T2" fmla="*/ 0 w 1693"/>
                <a:gd name="T3" fmla="*/ 0 h 527"/>
                <a:gd name="T4" fmla="*/ 0 w 1693"/>
                <a:gd name="T5" fmla="*/ 527 h 527"/>
                <a:gd name="T6" fmla="*/ 1693 w 1693"/>
                <a:gd name="T7" fmla="*/ 527 h 527"/>
                <a:gd name="T8" fmla="*/ 1693 w 1693"/>
                <a:gd name="T9" fmla="*/ 216 h 527"/>
                <a:gd name="T10" fmla="*/ 1693 w 1693"/>
                <a:gd name="T11" fmla="*/ 216 h 527"/>
              </a:gdLst>
              <a:ahLst/>
              <a:cxnLst>
                <a:cxn ang="0">
                  <a:pos x="T0" y="T1"/>
                </a:cxn>
                <a:cxn ang="0">
                  <a:pos x="T2" y="T3"/>
                </a:cxn>
                <a:cxn ang="0">
                  <a:pos x="T4" y="T5"/>
                </a:cxn>
                <a:cxn ang="0">
                  <a:pos x="T6" y="T7"/>
                </a:cxn>
                <a:cxn ang="0">
                  <a:pos x="T8" y="T9"/>
                </a:cxn>
                <a:cxn ang="0">
                  <a:pos x="T10" y="T11"/>
                </a:cxn>
              </a:cxnLst>
              <a:rect l="0" t="0" r="r" b="b"/>
              <a:pathLst>
                <a:path w="1693" h="527">
                  <a:moveTo>
                    <a:pt x="1693" y="216"/>
                  </a:moveTo>
                  <a:lnTo>
                    <a:pt x="0" y="0"/>
                  </a:lnTo>
                  <a:lnTo>
                    <a:pt x="0" y="527"/>
                  </a:lnTo>
                  <a:lnTo>
                    <a:pt x="1693" y="527"/>
                  </a:lnTo>
                  <a:lnTo>
                    <a:pt x="1693" y="216"/>
                  </a:lnTo>
                  <a:lnTo>
                    <a:pt x="1693" y="216"/>
                  </a:lnTo>
                  <a:close/>
                </a:path>
              </a:pathLst>
            </a:custGeom>
            <a:solidFill>
              <a:srgbClr val="4B57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35" name="Freeform 5"/>
          <p:cNvSpPr>
            <a:spLocks noEditPoints="1"/>
          </p:cNvSpPr>
          <p:nvPr/>
        </p:nvSpPr>
        <p:spPr bwMode="auto">
          <a:xfrm>
            <a:off x="3051213" y="5431781"/>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4B575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6" name="Freeform 9"/>
          <p:cNvSpPr>
            <a:spLocks noEditPoints="1"/>
          </p:cNvSpPr>
          <p:nvPr/>
        </p:nvSpPr>
        <p:spPr bwMode="auto">
          <a:xfrm>
            <a:off x="3051213" y="3687369"/>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ED9C27"/>
          </a:solidFill>
          <a:ln>
            <a:noFill/>
          </a:ln>
        </p:spPr>
        <p:txBody>
          <a:bodyPr vert="horz" wrap="square" lIns="91440" tIns="45720" rIns="91440" bIns="45720" numCol="1" anchor="t" anchorCtr="0" compatLnSpc="1">
            <a:prstTxWarp prst="textNoShape">
              <a:avLst/>
            </a:prstTxWarp>
          </a:bodyPr>
          <a:lstStyle/>
          <a:p>
            <a:endParaRPr lang="zh-CN" altLang="en-US">
              <a:solidFill>
                <a:srgbClr val="B5D241"/>
              </a:solidFill>
            </a:endParaRPr>
          </a:p>
        </p:txBody>
      </p:sp>
      <p:sp>
        <p:nvSpPr>
          <p:cNvPr id="37" name="Freeform 10"/>
          <p:cNvSpPr>
            <a:spLocks noEditPoints="1"/>
          </p:cNvSpPr>
          <p:nvPr/>
        </p:nvSpPr>
        <p:spPr bwMode="auto">
          <a:xfrm>
            <a:off x="3051213" y="4560368"/>
            <a:ext cx="295275" cy="293688"/>
          </a:xfrm>
          <a:custGeom>
            <a:avLst/>
            <a:gdLst>
              <a:gd name="T0" fmla="*/ 74 w 147"/>
              <a:gd name="T1" fmla="*/ 146 h 146"/>
              <a:gd name="T2" fmla="*/ 0 w 147"/>
              <a:gd name="T3" fmla="*/ 73 h 146"/>
              <a:gd name="T4" fmla="*/ 74 w 147"/>
              <a:gd name="T5" fmla="*/ 0 h 146"/>
              <a:gd name="T6" fmla="*/ 147 w 147"/>
              <a:gd name="T7" fmla="*/ 73 h 146"/>
              <a:gd name="T8" fmla="*/ 74 w 147"/>
              <a:gd name="T9" fmla="*/ 146 h 146"/>
              <a:gd name="T10" fmla="*/ 74 w 147"/>
              <a:gd name="T11" fmla="*/ 16 h 146"/>
              <a:gd name="T12" fmla="*/ 16 w 147"/>
              <a:gd name="T13" fmla="*/ 73 h 146"/>
              <a:gd name="T14" fmla="*/ 74 w 147"/>
              <a:gd name="T15" fmla="*/ 130 h 146"/>
              <a:gd name="T16" fmla="*/ 131 w 147"/>
              <a:gd name="T17" fmla="*/ 73 h 146"/>
              <a:gd name="T18" fmla="*/ 74 w 147"/>
              <a:gd name="T19" fmla="*/ 1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6">
                <a:moveTo>
                  <a:pt x="74" y="146"/>
                </a:moveTo>
                <a:cubicBezTo>
                  <a:pt x="33" y="146"/>
                  <a:pt x="0" y="114"/>
                  <a:pt x="0" y="73"/>
                </a:cubicBezTo>
                <a:cubicBezTo>
                  <a:pt x="0" y="33"/>
                  <a:pt x="33" y="0"/>
                  <a:pt x="74" y="0"/>
                </a:cubicBezTo>
                <a:cubicBezTo>
                  <a:pt x="114" y="0"/>
                  <a:pt x="147" y="33"/>
                  <a:pt x="147" y="73"/>
                </a:cubicBezTo>
                <a:cubicBezTo>
                  <a:pt x="147" y="114"/>
                  <a:pt x="114" y="146"/>
                  <a:pt x="74" y="146"/>
                </a:cubicBezTo>
                <a:close/>
                <a:moveTo>
                  <a:pt x="74" y="16"/>
                </a:moveTo>
                <a:cubicBezTo>
                  <a:pt x="42" y="16"/>
                  <a:pt x="16" y="41"/>
                  <a:pt x="16" y="73"/>
                </a:cubicBezTo>
                <a:cubicBezTo>
                  <a:pt x="16" y="105"/>
                  <a:pt x="42" y="130"/>
                  <a:pt x="74" y="130"/>
                </a:cubicBezTo>
                <a:cubicBezTo>
                  <a:pt x="106" y="130"/>
                  <a:pt x="131" y="105"/>
                  <a:pt x="131" y="73"/>
                </a:cubicBezTo>
                <a:cubicBezTo>
                  <a:pt x="131" y="41"/>
                  <a:pt x="106" y="16"/>
                  <a:pt x="74" y="16"/>
                </a:cubicBezTo>
                <a:close/>
              </a:path>
            </a:pathLst>
          </a:custGeom>
          <a:solidFill>
            <a:srgbClr val="757975"/>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8" name="文本框 37"/>
          <p:cNvSpPr txBox="1"/>
          <p:nvPr/>
        </p:nvSpPr>
        <p:spPr>
          <a:xfrm>
            <a:off x="242908" y="3558194"/>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39" name="文本框 38"/>
          <p:cNvSpPr txBox="1"/>
          <p:nvPr/>
        </p:nvSpPr>
        <p:spPr>
          <a:xfrm>
            <a:off x="242908" y="4422241"/>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40" name="文本框 39"/>
          <p:cNvSpPr txBox="1"/>
          <p:nvPr/>
        </p:nvSpPr>
        <p:spPr>
          <a:xfrm>
            <a:off x="242908" y="5286288"/>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41" name="Freeform 9"/>
          <p:cNvSpPr>
            <a:spLocks noEditPoints="1"/>
          </p:cNvSpPr>
          <p:nvPr/>
        </p:nvSpPr>
        <p:spPr bwMode="auto">
          <a:xfrm>
            <a:off x="3051213" y="2814370"/>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F4B40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2" name="文本框 41"/>
          <p:cNvSpPr txBox="1"/>
          <p:nvPr/>
        </p:nvSpPr>
        <p:spPr>
          <a:xfrm>
            <a:off x="242908" y="2694147"/>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43" name="文本框 42"/>
          <p:cNvSpPr txBox="1"/>
          <p:nvPr/>
        </p:nvSpPr>
        <p:spPr>
          <a:xfrm>
            <a:off x="9061417" y="4422241"/>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44" name="文本框 43"/>
          <p:cNvSpPr txBox="1"/>
          <p:nvPr/>
        </p:nvSpPr>
        <p:spPr>
          <a:xfrm>
            <a:off x="9061417" y="3558194"/>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45" name="文本框 44"/>
          <p:cNvSpPr txBox="1"/>
          <p:nvPr/>
        </p:nvSpPr>
        <p:spPr>
          <a:xfrm>
            <a:off x="9061417" y="5286288"/>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46" name="Freeform 5"/>
          <p:cNvSpPr>
            <a:spLocks noEditPoints="1"/>
          </p:cNvSpPr>
          <p:nvPr/>
        </p:nvSpPr>
        <p:spPr bwMode="auto">
          <a:xfrm>
            <a:off x="8800783" y="5431781"/>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F34C77"/>
          </a:solidFill>
          <a:ln>
            <a:noFill/>
          </a:ln>
        </p:spPr>
        <p:txBody>
          <a:bodyPr vert="horz" wrap="square" lIns="91440" tIns="45720" rIns="91440" bIns="45720" numCol="1" anchor="t" anchorCtr="0" compatLnSpc="1">
            <a:prstTxWarp prst="textNoShape">
              <a:avLst/>
            </a:prstTxWarp>
          </a:bodyPr>
          <a:lstStyle/>
          <a:p>
            <a:endParaRPr lang="zh-CN" altLang="en-US">
              <a:solidFill>
                <a:srgbClr val="1F65B1"/>
              </a:solidFill>
            </a:endParaRPr>
          </a:p>
        </p:txBody>
      </p:sp>
      <p:sp>
        <p:nvSpPr>
          <p:cNvPr id="47" name="Freeform 9"/>
          <p:cNvSpPr>
            <a:spLocks noEditPoints="1"/>
          </p:cNvSpPr>
          <p:nvPr/>
        </p:nvSpPr>
        <p:spPr bwMode="auto">
          <a:xfrm>
            <a:off x="8800783" y="3687369"/>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3AAAE9"/>
          </a:solidFill>
          <a:ln>
            <a:noFill/>
          </a:ln>
        </p:spPr>
        <p:txBody>
          <a:bodyPr vert="horz" wrap="square" lIns="91440" tIns="45720" rIns="91440" bIns="45720" numCol="1" anchor="t" anchorCtr="0" compatLnSpc="1">
            <a:prstTxWarp prst="textNoShape">
              <a:avLst/>
            </a:prstTxWarp>
          </a:bodyPr>
          <a:lstStyle/>
          <a:p>
            <a:endParaRPr lang="zh-CN" altLang="en-US">
              <a:solidFill>
                <a:srgbClr val="B32887"/>
              </a:solidFill>
            </a:endParaRPr>
          </a:p>
        </p:txBody>
      </p:sp>
      <p:sp>
        <p:nvSpPr>
          <p:cNvPr id="48" name="Freeform 10"/>
          <p:cNvSpPr>
            <a:spLocks noEditPoints="1"/>
          </p:cNvSpPr>
          <p:nvPr/>
        </p:nvSpPr>
        <p:spPr bwMode="auto">
          <a:xfrm>
            <a:off x="8800783" y="4560368"/>
            <a:ext cx="295275" cy="293688"/>
          </a:xfrm>
          <a:custGeom>
            <a:avLst/>
            <a:gdLst>
              <a:gd name="T0" fmla="*/ 74 w 147"/>
              <a:gd name="T1" fmla="*/ 146 h 146"/>
              <a:gd name="T2" fmla="*/ 0 w 147"/>
              <a:gd name="T3" fmla="*/ 73 h 146"/>
              <a:gd name="T4" fmla="*/ 74 w 147"/>
              <a:gd name="T5" fmla="*/ 0 h 146"/>
              <a:gd name="T6" fmla="*/ 147 w 147"/>
              <a:gd name="T7" fmla="*/ 73 h 146"/>
              <a:gd name="T8" fmla="*/ 74 w 147"/>
              <a:gd name="T9" fmla="*/ 146 h 146"/>
              <a:gd name="T10" fmla="*/ 74 w 147"/>
              <a:gd name="T11" fmla="*/ 16 h 146"/>
              <a:gd name="T12" fmla="*/ 16 w 147"/>
              <a:gd name="T13" fmla="*/ 73 h 146"/>
              <a:gd name="T14" fmla="*/ 74 w 147"/>
              <a:gd name="T15" fmla="*/ 130 h 146"/>
              <a:gd name="T16" fmla="*/ 131 w 147"/>
              <a:gd name="T17" fmla="*/ 73 h 146"/>
              <a:gd name="T18" fmla="*/ 74 w 147"/>
              <a:gd name="T19" fmla="*/ 1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6">
                <a:moveTo>
                  <a:pt x="74" y="146"/>
                </a:moveTo>
                <a:cubicBezTo>
                  <a:pt x="33" y="146"/>
                  <a:pt x="0" y="114"/>
                  <a:pt x="0" y="73"/>
                </a:cubicBezTo>
                <a:cubicBezTo>
                  <a:pt x="0" y="33"/>
                  <a:pt x="33" y="0"/>
                  <a:pt x="74" y="0"/>
                </a:cubicBezTo>
                <a:cubicBezTo>
                  <a:pt x="114" y="0"/>
                  <a:pt x="147" y="33"/>
                  <a:pt x="147" y="73"/>
                </a:cubicBezTo>
                <a:cubicBezTo>
                  <a:pt x="147" y="114"/>
                  <a:pt x="114" y="146"/>
                  <a:pt x="74" y="146"/>
                </a:cubicBezTo>
                <a:close/>
                <a:moveTo>
                  <a:pt x="74" y="16"/>
                </a:moveTo>
                <a:cubicBezTo>
                  <a:pt x="42" y="16"/>
                  <a:pt x="16" y="41"/>
                  <a:pt x="16" y="73"/>
                </a:cubicBezTo>
                <a:cubicBezTo>
                  <a:pt x="16" y="105"/>
                  <a:pt x="42" y="130"/>
                  <a:pt x="74" y="130"/>
                </a:cubicBezTo>
                <a:cubicBezTo>
                  <a:pt x="106" y="130"/>
                  <a:pt x="131" y="105"/>
                  <a:pt x="131" y="73"/>
                </a:cubicBezTo>
                <a:cubicBezTo>
                  <a:pt x="131" y="41"/>
                  <a:pt x="106" y="16"/>
                  <a:pt x="74" y="16"/>
                </a:cubicBezTo>
                <a:close/>
              </a:path>
            </a:pathLst>
          </a:custGeom>
          <a:solidFill>
            <a:srgbClr val="81C822"/>
          </a:solidFill>
          <a:ln>
            <a:noFill/>
          </a:ln>
        </p:spPr>
        <p:txBody>
          <a:bodyPr vert="horz" wrap="square" lIns="91440" tIns="45720" rIns="91440" bIns="45720" numCol="1" anchor="t" anchorCtr="0" compatLnSpc="1">
            <a:prstTxWarp prst="textNoShape">
              <a:avLst/>
            </a:prstTxWarp>
          </a:bodyPr>
          <a:lstStyle/>
          <a:p>
            <a:endParaRPr lang="zh-CN" altLang="en-US">
              <a:solidFill>
                <a:srgbClr val="564E9C"/>
              </a:solidFill>
            </a:endParaRPr>
          </a:p>
        </p:txBody>
      </p:sp>
      <p:sp>
        <p:nvSpPr>
          <p:cNvPr id="49" name="文本框 48"/>
          <p:cNvSpPr txBox="1"/>
          <p:nvPr/>
        </p:nvSpPr>
        <p:spPr>
          <a:xfrm>
            <a:off x="9061417" y="2694147"/>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50" name="Freeform 9"/>
          <p:cNvSpPr>
            <a:spLocks noEditPoints="1"/>
          </p:cNvSpPr>
          <p:nvPr/>
        </p:nvSpPr>
        <p:spPr bwMode="auto">
          <a:xfrm>
            <a:off x="8800783" y="2814370"/>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2A7BAB"/>
          </a:solidFill>
          <a:ln>
            <a:noFill/>
          </a:ln>
        </p:spPr>
        <p:txBody>
          <a:bodyPr vert="horz" wrap="square" lIns="91440" tIns="45720" rIns="91440" bIns="45720" numCol="1" anchor="t" anchorCtr="0" compatLnSpc="1">
            <a:prstTxWarp prst="textNoShape">
              <a:avLst/>
            </a:prstTxWarp>
          </a:bodyPr>
          <a:lstStyle/>
          <a:p>
            <a:endParaRPr lang="zh-CN" altLang="en-US">
              <a:solidFill>
                <a:srgbClr val="2A7BAB"/>
              </a:solidFill>
            </a:endParaRPr>
          </a:p>
        </p:txBody>
      </p:sp>
      <p:sp>
        <p:nvSpPr>
          <p:cNvPr id="51" name="文本框 50"/>
          <p:cNvSpPr txBox="1"/>
          <p:nvPr/>
        </p:nvSpPr>
        <p:spPr>
          <a:xfrm>
            <a:off x="4139317" y="1252376"/>
            <a:ext cx="3913366"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52" name="Rectangle 58"/>
          <p:cNvSpPr/>
          <p:nvPr/>
        </p:nvSpPr>
        <p:spPr>
          <a:xfrm>
            <a:off x="3614043" y="1672644"/>
            <a:ext cx="4963915"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单击此处添加副标题</a:t>
            </a:r>
          </a:p>
        </p:txBody>
      </p:sp>
      <p:sp>
        <p:nvSpPr>
          <p:cNvPr id="55"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八项阶梯</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246907616"/>
      </p:ext>
    </p:extLst>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164"/>
          <p:cNvSpPr>
            <a:spLocks/>
          </p:cNvSpPr>
          <p:nvPr/>
        </p:nvSpPr>
        <p:spPr bwMode="auto">
          <a:xfrm>
            <a:off x="6945313" y="4786919"/>
            <a:ext cx="936625" cy="928688"/>
          </a:xfrm>
          <a:custGeom>
            <a:avLst/>
            <a:gdLst>
              <a:gd name="T0" fmla="*/ 135 w 249"/>
              <a:gd name="T1" fmla="*/ 111 h 247"/>
              <a:gd name="T2" fmla="*/ 42 w 249"/>
              <a:gd name="T3" fmla="*/ 0 h 247"/>
              <a:gd name="T4" fmla="*/ 13 w 249"/>
              <a:gd name="T5" fmla="*/ 29 h 247"/>
              <a:gd name="T6" fmla="*/ 91 w 249"/>
              <a:gd name="T7" fmla="*/ 155 h 247"/>
              <a:gd name="T8" fmla="*/ 217 w 249"/>
              <a:gd name="T9" fmla="*/ 234 h 247"/>
              <a:gd name="T10" fmla="*/ 249 w 249"/>
              <a:gd name="T11" fmla="*/ 201 h 247"/>
              <a:gd name="T12" fmla="*/ 135 w 249"/>
              <a:gd name="T13" fmla="*/ 111 h 247"/>
            </a:gdLst>
            <a:ahLst/>
            <a:cxnLst>
              <a:cxn ang="0">
                <a:pos x="T0" y="T1"/>
              </a:cxn>
              <a:cxn ang="0">
                <a:pos x="T2" y="T3"/>
              </a:cxn>
              <a:cxn ang="0">
                <a:pos x="T4" y="T5"/>
              </a:cxn>
              <a:cxn ang="0">
                <a:pos x="T6" y="T7"/>
              </a:cxn>
              <a:cxn ang="0">
                <a:pos x="T8" y="T9"/>
              </a:cxn>
              <a:cxn ang="0">
                <a:pos x="T10" y="T11"/>
              </a:cxn>
              <a:cxn ang="0">
                <a:pos x="T12" y="T13"/>
              </a:cxn>
            </a:cxnLst>
            <a:rect l="0" t="0" r="r" b="b"/>
            <a:pathLst>
              <a:path w="249" h="247">
                <a:moveTo>
                  <a:pt x="135" y="111"/>
                </a:moveTo>
                <a:cubicBezTo>
                  <a:pt x="79" y="55"/>
                  <a:pt x="29" y="13"/>
                  <a:pt x="42" y="0"/>
                </a:cubicBezTo>
                <a:cubicBezTo>
                  <a:pt x="13" y="29"/>
                  <a:pt x="13" y="29"/>
                  <a:pt x="13" y="29"/>
                </a:cubicBezTo>
                <a:cubicBezTo>
                  <a:pt x="0" y="42"/>
                  <a:pt x="35" y="99"/>
                  <a:pt x="91" y="155"/>
                </a:cubicBezTo>
                <a:cubicBezTo>
                  <a:pt x="147" y="212"/>
                  <a:pt x="204" y="247"/>
                  <a:pt x="217" y="234"/>
                </a:cubicBezTo>
                <a:cubicBezTo>
                  <a:pt x="249" y="201"/>
                  <a:pt x="249" y="201"/>
                  <a:pt x="249" y="201"/>
                </a:cubicBezTo>
                <a:cubicBezTo>
                  <a:pt x="236" y="214"/>
                  <a:pt x="192" y="167"/>
                  <a:pt x="135" y="111"/>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 name="Freeform 165"/>
          <p:cNvSpPr>
            <a:spLocks/>
          </p:cNvSpPr>
          <p:nvPr/>
        </p:nvSpPr>
        <p:spPr bwMode="auto">
          <a:xfrm>
            <a:off x="6934200" y="4910744"/>
            <a:ext cx="811213" cy="812800"/>
          </a:xfrm>
          <a:custGeom>
            <a:avLst/>
            <a:gdLst>
              <a:gd name="T0" fmla="*/ 97 w 216"/>
              <a:gd name="T1" fmla="*/ 119 h 216"/>
              <a:gd name="T2" fmla="*/ 26 w 216"/>
              <a:gd name="T3" fmla="*/ 14 h 216"/>
              <a:gd name="T4" fmla="*/ 12 w 216"/>
              <a:gd name="T5" fmla="*/ 0 h 216"/>
              <a:gd name="T6" fmla="*/ 91 w 216"/>
              <a:gd name="T7" fmla="*/ 125 h 216"/>
              <a:gd name="T8" fmla="*/ 216 w 216"/>
              <a:gd name="T9" fmla="*/ 204 h 216"/>
              <a:gd name="T10" fmla="*/ 202 w 216"/>
              <a:gd name="T11" fmla="*/ 190 h 216"/>
              <a:gd name="T12" fmla="*/ 97 w 216"/>
              <a:gd name="T13" fmla="*/ 119 h 216"/>
            </a:gdLst>
            <a:ahLst/>
            <a:cxnLst>
              <a:cxn ang="0">
                <a:pos x="T0" y="T1"/>
              </a:cxn>
              <a:cxn ang="0">
                <a:pos x="T2" y="T3"/>
              </a:cxn>
              <a:cxn ang="0">
                <a:pos x="T4" y="T5"/>
              </a:cxn>
              <a:cxn ang="0">
                <a:pos x="T6" y="T7"/>
              </a:cxn>
              <a:cxn ang="0">
                <a:pos x="T8" y="T9"/>
              </a:cxn>
              <a:cxn ang="0">
                <a:pos x="T10" y="T11"/>
              </a:cxn>
              <a:cxn ang="0">
                <a:pos x="T12" y="T13"/>
              </a:cxn>
            </a:cxnLst>
            <a:rect l="0" t="0" r="r" b="b"/>
            <a:pathLst>
              <a:path w="216" h="216">
                <a:moveTo>
                  <a:pt x="97" y="119"/>
                </a:moveTo>
                <a:cubicBezTo>
                  <a:pt x="49" y="71"/>
                  <a:pt x="18" y="24"/>
                  <a:pt x="26" y="14"/>
                </a:cubicBezTo>
                <a:cubicBezTo>
                  <a:pt x="12" y="0"/>
                  <a:pt x="12" y="0"/>
                  <a:pt x="12" y="0"/>
                </a:cubicBezTo>
                <a:cubicBezTo>
                  <a:pt x="0" y="14"/>
                  <a:pt x="35" y="69"/>
                  <a:pt x="91" y="125"/>
                </a:cubicBezTo>
                <a:cubicBezTo>
                  <a:pt x="147" y="181"/>
                  <a:pt x="202" y="216"/>
                  <a:pt x="216" y="204"/>
                </a:cubicBezTo>
                <a:cubicBezTo>
                  <a:pt x="202" y="190"/>
                  <a:pt x="202" y="190"/>
                  <a:pt x="202" y="190"/>
                </a:cubicBezTo>
                <a:cubicBezTo>
                  <a:pt x="192" y="199"/>
                  <a:pt x="145" y="167"/>
                  <a:pt x="97" y="119"/>
                </a:cubicBezTo>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 name="Freeform 166"/>
          <p:cNvSpPr>
            <a:spLocks/>
          </p:cNvSpPr>
          <p:nvPr/>
        </p:nvSpPr>
        <p:spPr bwMode="auto">
          <a:xfrm>
            <a:off x="6167438" y="5034569"/>
            <a:ext cx="1458913" cy="1016000"/>
          </a:xfrm>
          <a:custGeom>
            <a:avLst/>
            <a:gdLst>
              <a:gd name="T0" fmla="*/ 388 w 388"/>
              <a:gd name="T1" fmla="*/ 78 h 270"/>
              <a:gd name="T2" fmla="*/ 309 w 388"/>
              <a:gd name="T3" fmla="*/ 0 h 270"/>
              <a:gd name="T4" fmla="*/ 82 w 388"/>
              <a:gd name="T5" fmla="*/ 125 h 270"/>
              <a:gd name="T6" fmla="*/ 82 w 388"/>
              <a:gd name="T7" fmla="*/ 107 h 270"/>
              <a:gd name="T8" fmla="*/ 61 w 388"/>
              <a:gd name="T9" fmla="*/ 98 h 270"/>
              <a:gd name="T10" fmla="*/ 12 w 388"/>
              <a:gd name="T11" fmla="*/ 153 h 270"/>
              <a:gd name="T12" fmla="*/ 12 w 388"/>
              <a:gd name="T13" fmla="*/ 202 h 270"/>
              <a:gd name="T14" fmla="*/ 61 w 388"/>
              <a:gd name="T15" fmla="*/ 257 h 270"/>
              <a:gd name="T16" fmla="*/ 82 w 388"/>
              <a:gd name="T17" fmla="*/ 248 h 270"/>
              <a:gd name="T18" fmla="*/ 82 w 388"/>
              <a:gd name="T19" fmla="*/ 238 h 270"/>
              <a:gd name="T20" fmla="*/ 388 w 388"/>
              <a:gd name="T21" fmla="*/ 78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8" h="270">
                <a:moveTo>
                  <a:pt x="388" y="78"/>
                </a:moveTo>
                <a:cubicBezTo>
                  <a:pt x="309" y="0"/>
                  <a:pt x="309" y="0"/>
                  <a:pt x="309" y="0"/>
                </a:cubicBezTo>
                <a:cubicBezTo>
                  <a:pt x="248" y="61"/>
                  <a:pt x="170" y="105"/>
                  <a:pt x="82" y="125"/>
                </a:cubicBezTo>
                <a:cubicBezTo>
                  <a:pt x="82" y="107"/>
                  <a:pt x="82" y="107"/>
                  <a:pt x="82" y="107"/>
                </a:cubicBezTo>
                <a:cubicBezTo>
                  <a:pt x="82" y="89"/>
                  <a:pt x="73" y="85"/>
                  <a:pt x="61" y="98"/>
                </a:cubicBezTo>
                <a:cubicBezTo>
                  <a:pt x="12" y="153"/>
                  <a:pt x="12" y="153"/>
                  <a:pt x="12" y="153"/>
                </a:cubicBezTo>
                <a:cubicBezTo>
                  <a:pt x="0" y="167"/>
                  <a:pt x="0" y="189"/>
                  <a:pt x="12" y="202"/>
                </a:cubicBezTo>
                <a:cubicBezTo>
                  <a:pt x="61" y="257"/>
                  <a:pt x="61" y="257"/>
                  <a:pt x="61" y="257"/>
                </a:cubicBezTo>
                <a:cubicBezTo>
                  <a:pt x="73" y="270"/>
                  <a:pt x="82" y="266"/>
                  <a:pt x="82" y="248"/>
                </a:cubicBezTo>
                <a:cubicBezTo>
                  <a:pt x="82" y="238"/>
                  <a:pt x="82" y="238"/>
                  <a:pt x="82" y="238"/>
                </a:cubicBezTo>
                <a:cubicBezTo>
                  <a:pt x="201" y="217"/>
                  <a:pt x="306" y="160"/>
                  <a:pt x="388" y="78"/>
                </a:cubicBezTo>
              </a:path>
            </a:pathLst>
          </a:custGeom>
          <a:solidFill>
            <a:srgbClr val="ED9C27"/>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Freeform 168"/>
          <p:cNvSpPr>
            <a:spLocks/>
          </p:cNvSpPr>
          <p:nvPr/>
        </p:nvSpPr>
        <p:spPr bwMode="auto">
          <a:xfrm>
            <a:off x="6434138" y="5374294"/>
            <a:ext cx="173038" cy="130175"/>
          </a:xfrm>
          <a:custGeom>
            <a:avLst/>
            <a:gdLst>
              <a:gd name="T0" fmla="*/ 4 w 46"/>
              <a:gd name="T1" fmla="*/ 0 h 35"/>
              <a:gd name="T2" fmla="*/ 0 w 46"/>
              <a:gd name="T3" fmla="*/ 1 h 35"/>
              <a:gd name="T4" fmla="*/ 3 w 46"/>
              <a:gd name="T5" fmla="*/ 0 h 35"/>
              <a:gd name="T6" fmla="*/ 11 w 46"/>
              <a:gd name="T7" fmla="*/ 17 h 35"/>
              <a:gd name="T8" fmla="*/ 11 w 46"/>
              <a:gd name="T9" fmla="*/ 35 h 35"/>
              <a:gd name="T10" fmla="*/ 46 w 46"/>
              <a:gd name="T11" fmla="*/ 26 h 35"/>
              <a:gd name="T12" fmla="*/ 12 w 46"/>
              <a:gd name="T13" fmla="*/ 34 h 35"/>
              <a:gd name="T14" fmla="*/ 12 w 46"/>
              <a:gd name="T15" fmla="*/ 16 h 35"/>
              <a:gd name="T16" fmla="*/ 4 w 46"/>
              <a:gd name="T1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35">
                <a:moveTo>
                  <a:pt x="4" y="0"/>
                </a:moveTo>
                <a:cubicBezTo>
                  <a:pt x="3" y="0"/>
                  <a:pt x="2" y="0"/>
                  <a:pt x="0" y="1"/>
                </a:cubicBezTo>
                <a:cubicBezTo>
                  <a:pt x="1" y="0"/>
                  <a:pt x="2" y="0"/>
                  <a:pt x="3" y="0"/>
                </a:cubicBezTo>
                <a:cubicBezTo>
                  <a:pt x="8" y="0"/>
                  <a:pt x="11" y="6"/>
                  <a:pt x="11" y="17"/>
                </a:cubicBezTo>
                <a:cubicBezTo>
                  <a:pt x="11" y="35"/>
                  <a:pt x="11" y="35"/>
                  <a:pt x="11" y="35"/>
                </a:cubicBezTo>
                <a:cubicBezTo>
                  <a:pt x="23" y="32"/>
                  <a:pt x="35" y="29"/>
                  <a:pt x="46" y="26"/>
                </a:cubicBezTo>
                <a:cubicBezTo>
                  <a:pt x="35" y="29"/>
                  <a:pt x="24" y="32"/>
                  <a:pt x="12" y="34"/>
                </a:cubicBezTo>
                <a:cubicBezTo>
                  <a:pt x="12" y="16"/>
                  <a:pt x="12" y="16"/>
                  <a:pt x="12" y="16"/>
                </a:cubicBezTo>
                <a:cubicBezTo>
                  <a:pt x="12" y="6"/>
                  <a:pt x="9" y="0"/>
                  <a:pt x="4" y="0"/>
                </a:cubicBezTo>
              </a:path>
            </a:pathLst>
          </a:custGeom>
          <a:solidFill>
            <a:srgbClr val="ACAD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 name="Freeform 169"/>
          <p:cNvSpPr>
            <a:spLocks/>
          </p:cNvSpPr>
          <p:nvPr/>
        </p:nvSpPr>
        <p:spPr bwMode="auto">
          <a:xfrm>
            <a:off x="6175375" y="5034569"/>
            <a:ext cx="1296988" cy="722313"/>
          </a:xfrm>
          <a:custGeom>
            <a:avLst/>
            <a:gdLst>
              <a:gd name="T0" fmla="*/ 308 w 345"/>
              <a:gd name="T1" fmla="*/ 0 h 192"/>
              <a:gd name="T2" fmla="*/ 115 w 345"/>
              <a:gd name="T3" fmla="*/ 116 h 192"/>
              <a:gd name="T4" fmla="*/ 80 w 345"/>
              <a:gd name="T5" fmla="*/ 125 h 192"/>
              <a:gd name="T6" fmla="*/ 80 w 345"/>
              <a:gd name="T7" fmla="*/ 107 h 192"/>
              <a:gd name="T8" fmla="*/ 72 w 345"/>
              <a:gd name="T9" fmla="*/ 90 h 192"/>
              <a:gd name="T10" fmla="*/ 69 w 345"/>
              <a:gd name="T11" fmla="*/ 91 h 192"/>
              <a:gd name="T12" fmla="*/ 60 w 345"/>
              <a:gd name="T13" fmla="*/ 98 h 192"/>
              <a:gd name="T14" fmla="*/ 11 w 345"/>
              <a:gd name="T15" fmla="*/ 153 h 192"/>
              <a:gd name="T16" fmla="*/ 5 w 345"/>
              <a:gd name="T17" fmla="*/ 192 h 192"/>
              <a:gd name="T18" fmla="*/ 345 w 345"/>
              <a:gd name="T19" fmla="*/ 37 h 192"/>
              <a:gd name="T20" fmla="*/ 308 w 345"/>
              <a:gd name="T21"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5" h="192">
                <a:moveTo>
                  <a:pt x="308" y="0"/>
                </a:moveTo>
                <a:cubicBezTo>
                  <a:pt x="255" y="53"/>
                  <a:pt x="189" y="93"/>
                  <a:pt x="115" y="116"/>
                </a:cubicBezTo>
                <a:cubicBezTo>
                  <a:pt x="104" y="119"/>
                  <a:pt x="92" y="122"/>
                  <a:pt x="80" y="125"/>
                </a:cubicBezTo>
                <a:cubicBezTo>
                  <a:pt x="80" y="107"/>
                  <a:pt x="80" y="107"/>
                  <a:pt x="80" y="107"/>
                </a:cubicBezTo>
                <a:cubicBezTo>
                  <a:pt x="80" y="96"/>
                  <a:pt x="77" y="90"/>
                  <a:pt x="72" y="90"/>
                </a:cubicBezTo>
                <a:cubicBezTo>
                  <a:pt x="71" y="90"/>
                  <a:pt x="70" y="90"/>
                  <a:pt x="69" y="91"/>
                </a:cubicBezTo>
                <a:cubicBezTo>
                  <a:pt x="66" y="92"/>
                  <a:pt x="63" y="94"/>
                  <a:pt x="60" y="98"/>
                </a:cubicBezTo>
                <a:cubicBezTo>
                  <a:pt x="11" y="153"/>
                  <a:pt x="11" y="153"/>
                  <a:pt x="11" y="153"/>
                </a:cubicBezTo>
                <a:cubicBezTo>
                  <a:pt x="2" y="163"/>
                  <a:pt x="0" y="179"/>
                  <a:pt x="5" y="192"/>
                </a:cubicBezTo>
                <a:cubicBezTo>
                  <a:pt x="138" y="185"/>
                  <a:pt x="257" y="127"/>
                  <a:pt x="345" y="37"/>
                </a:cubicBezTo>
                <a:cubicBezTo>
                  <a:pt x="308" y="0"/>
                  <a:pt x="308" y="0"/>
                  <a:pt x="308" y="0"/>
                </a:cubicBezTo>
              </a:path>
            </a:pathLst>
          </a:custGeom>
          <a:solidFill>
            <a:srgbClr val="FFFFFF">
              <a:alpha val="30196"/>
            </a:srgbClr>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70"/>
          <p:cNvSpPr>
            <a:spLocks/>
          </p:cNvSpPr>
          <p:nvPr/>
        </p:nvSpPr>
        <p:spPr bwMode="auto">
          <a:xfrm>
            <a:off x="3603625" y="3539144"/>
            <a:ext cx="1085850" cy="300038"/>
          </a:xfrm>
          <a:custGeom>
            <a:avLst/>
            <a:gdLst>
              <a:gd name="T0" fmla="*/ 144 w 289"/>
              <a:gd name="T1" fmla="*/ 63 h 80"/>
              <a:gd name="T2" fmla="*/ 289 w 289"/>
              <a:gd name="T3" fmla="*/ 75 h 80"/>
              <a:gd name="T4" fmla="*/ 289 w 289"/>
              <a:gd name="T5" fmla="*/ 34 h 80"/>
              <a:gd name="T6" fmla="*/ 144 w 289"/>
              <a:gd name="T7" fmla="*/ 0 h 80"/>
              <a:gd name="T8" fmla="*/ 0 w 289"/>
              <a:gd name="T9" fmla="*/ 34 h 80"/>
              <a:gd name="T10" fmla="*/ 0 w 289"/>
              <a:gd name="T11" fmla="*/ 80 h 80"/>
              <a:gd name="T12" fmla="*/ 144 w 289"/>
              <a:gd name="T13" fmla="*/ 63 h 80"/>
            </a:gdLst>
            <a:ahLst/>
            <a:cxnLst>
              <a:cxn ang="0">
                <a:pos x="T0" y="T1"/>
              </a:cxn>
              <a:cxn ang="0">
                <a:pos x="T2" y="T3"/>
              </a:cxn>
              <a:cxn ang="0">
                <a:pos x="T4" y="T5"/>
              </a:cxn>
              <a:cxn ang="0">
                <a:pos x="T6" y="T7"/>
              </a:cxn>
              <a:cxn ang="0">
                <a:pos x="T8" y="T9"/>
              </a:cxn>
              <a:cxn ang="0">
                <a:pos x="T10" y="T11"/>
              </a:cxn>
              <a:cxn ang="0">
                <a:pos x="T12" y="T13"/>
              </a:cxn>
            </a:cxnLst>
            <a:rect l="0" t="0" r="r" b="b"/>
            <a:pathLst>
              <a:path w="289" h="80">
                <a:moveTo>
                  <a:pt x="144" y="63"/>
                </a:moveTo>
                <a:cubicBezTo>
                  <a:pt x="224" y="63"/>
                  <a:pt x="289" y="56"/>
                  <a:pt x="289" y="75"/>
                </a:cubicBezTo>
                <a:cubicBezTo>
                  <a:pt x="289" y="34"/>
                  <a:pt x="289" y="34"/>
                  <a:pt x="289" y="34"/>
                </a:cubicBezTo>
                <a:cubicBezTo>
                  <a:pt x="289" y="15"/>
                  <a:pt x="224" y="0"/>
                  <a:pt x="144" y="0"/>
                </a:cubicBezTo>
                <a:cubicBezTo>
                  <a:pt x="65" y="0"/>
                  <a:pt x="0" y="15"/>
                  <a:pt x="0" y="34"/>
                </a:cubicBezTo>
                <a:cubicBezTo>
                  <a:pt x="0" y="80"/>
                  <a:pt x="0" y="80"/>
                  <a:pt x="0" y="80"/>
                </a:cubicBezTo>
                <a:cubicBezTo>
                  <a:pt x="0" y="61"/>
                  <a:pt x="65" y="63"/>
                  <a:pt x="144" y="63"/>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71"/>
          <p:cNvSpPr>
            <a:spLocks/>
          </p:cNvSpPr>
          <p:nvPr/>
        </p:nvSpPr>
        <p:spPr bwMode="auto">
          <a:xfrm>
            <a:off x="3603625" y="3520094"/>
            <a:ext cx="1085850" cy="128588"/>
          </a:xfrm>
          <a:custGeom>
            <a:avLst/>
            <a:gdLst>
              <a:gd name="T0" fmla="*/ 145 w 289"/>
              <a:gd name="T1" fmla="*/ 10 h 34"/>
              <a:gd name="T2" fmla="*/ 269 w 289"/>
              <a:gd name="T3" fmla="*/ 34 h 34"/>
              <a:gd name="T4" fmla="*/ 289 w 289"/>
              <a:gd name="T5" fmla="*/ 34 h 34"/>
              <a:gd name="T6" fmla="*/ 145 w 289"/>
              <a:gd name="T7" fmla="*/ 0 h 34"/>
              <a:gd name="T8" fmla="*/ 0 w 289"/>
              <a:gd name="T9" fmla="*/ 34 h 34"/>
              <a:gd name="T10" fmla="*/ 20 w 289"/>
              <a:gd name="T11" fmla="*/ 34 h 34"/>
              <a:gd name="T12" fmla="*/ 145 w 289"/>
              <a:gd name="T13" fmla="*/ 10 h 34"/>
            </a:gdLst>
            <a:ahLst/>
            <a:cxnLst>
              <a:cxn ang="0">
                <a:pos x="T0" y="T1"/>
              </a:cxn>
              <a:cxn ang="0">
                <a:pos x="T2" y="T3"/>
              </a:cxn>
              <a:cxn ang="0">
                <a:pos x="T4" y="T5"/>
              </a:cxn>
              <a:cxn ang="0">
                <a:pos x="T6" y="T7"/>
              </a:cxn>
              <a:cxn ang="0">
                <a:pos x="T8" y="T9"/>
              </a:cxn>
              <a:cxn ang="0">
                <a:pos x="T10" y="T11"/>
              </a:cxn>
              <a:cxn ang="0">
                <a:pos x="T12" y="T13"/>
              </a:cxn>
            </a:cxnLst>
            <a:rect l="0" t="0" r="r" b="b"/>
            <a:pathLst>
              <a:path w="289" h="34">
                <a:moveTo>
                  <a:pt x="145" y="10"/>
                </a:moveTo>
                <a:cubicBezTo>
                  <a:pt x="213" y="10"/>
                  <a:pt x="268" y="20"/>
                  <a:pt x="269" y="34"/>
                </a:cubicBezTo>
                <a:cubicBezTo>
                  <a:pt x="289" y="34"/>
                  <a:pt x="289" y="34"/>
                  <a:pt x="289" y="34"/>
                </a:cubicBezTo>
                <a:cubicBezTo>
                  <a:pt x="288" y="15"/>
                  <a:pt x="224" y="0"/>
                  <a:pt x="145" y="0"/>
                </a:cubicBezTo>
                <a:cubicBezTo>
                  <a:pt x="66" y="0"/>
                  <a:pt x="1" y="15"/>
                  <a:pt x="0" y="34"/>
                </a:cubicBezTo>
                <a:cubicBezTo>
                  <a:pt x="20" y="34"/>
                  <a:pt x="20" y="34"/>
                  <a:pt x="20" y="34"/>
                </a:cubicBezTo>
                <a:cubicBezTo>
                  <a:pt x="21" y="20"/>
                  <a:pt x="77" y="10"/>
                  <a:pt x="145" y="10"/>
                </a:cubicBezTo>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172"/>
          <p:cNvSpPr>
            <a:spLocks/>
          </p:cNvSpPr>
          <p:nvPr/>
        </p:nvSpPr>
        <p:spPr bwMode="auto">
          <a:xfrm>
            <a:off x="3938588" y="2453294"/>
            <a:ext cx="800100" cy="1349375"/>
          </a:xfrm>
          <a:custGeom>
            <a:avLst/>
            <a:gdLst>
              <a:gd name="T0" fmla="*/ 212 w 213"/>
              <a:gd name="T1" fmla="*/ 113 h 359"/>
              <a:gd name="T2" fmla="*/ 208 w 213"/>
              <a:gd name="T3" fmla="*/ 39 h 359"/>
              <a:gd name="T4" fmla="*/ 173 w 213"/>
              <a:gd name="T5" fmla="*/ 5 h 359"/>
              <a:gd name="T6" fmla="*/ 100 w 213"/>
              <a:gd name="T7" fmla="*/ 1 h 359"/>
              <a:gd name="T8" fmla="*/ 91 w 213"/>
              <a:gd name="T9" fmla="*/ 22 h 359"/>
              <a:gd name="T10" fmla="*/ 102 w 213"/>
              <a:gd name="T11" fmla="*/ 33 h 359"/>
              <a:gd name="T12" fmla="*/ 0 w 213"/>
              <a:gd name="T13" fmla="*/ 359 h 359"/>
              <a:gd name="T14" fmla="*/ 111 w 213"/>
              <a:gd name="T15" fmla="*/ 359 h 359"/>
              <a:gd name="T16" fmla="*/ 182 w 213"/>
              <a:gd name="T17" fmla="*/ 113 h 359"/>
              <a:gd name="T18" fmla="*/ 191 w 213"/>
              <a:gd name="T19" fmla="*/ 122 h 359"/>
              <a:gd name="T20" fmla="*/ 212 w 213"/>
              <a:gd name="T21" fmla="*/ 113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3" h="359">
                <a:moveTo>
                  <a:pt x="212" y="113"/>
                </a:moveTo>
                <a:cubicBezTo>
                  <a:pt x="208" y="39"/>
                  <a:pt x="208" y="39"/>
                  <a:pt x="208" y="39"/>
                </a:cubicBezTo>
                <a:cubicBezTo>
                  <a:pt x="207" y="21"/>
                  <a:pt x="191" y="6"/>
                  <a:pt x="173" y="5"/>
                </a:cubicBezTo>
                <a:cubicBezTo>
                  <a:pt x="100" y="1"/>
                  <a:pt x="100" y="1"/>
                  <a:pt x="100" y="1"/>
                </a:cubicBezTo>
                <a:cubicBezTo>
                  <a:pt x="82" y="0"/>
                  <a:pt x="78" y="9"/>
                  <a:pt x="91" y="22"/>
                </a:cubicBezTo>
                <a:cubicBezTo>
                  <a:pt x="102" y="33"/>
                  <a:pt x="102" y="33"/>
                  <a:pt x="102" y="33"/>
                </a:cubicBezTo>
                <a:cubicBezTo>
                  <a:pt x="38" y="126"/>
                  <a:pt x="0" y="238"/>
                  <a:pt x="0" y="359"/>
                </a:cubicBezTo>
                <a:cubicBezTo>
                  <a:pt x="111" y="359"/>
                  <a:pt x="111" y="359"/>
                  <a:pt x="111" y="359"/>
                </a:cubicBezTo>
                <a:cubicBezTo>
                  <a:pt x="111" y="269"/>
                  <a:pt x="137" y="184"/>
                  <a:pt x="182" y="113"/>
                </a:cubicBezTo>
                <a:cubicBezTo>
                  <a:pt x="191" y="122"/>
                  <a:pt x="191" y="122"/>
                  <a:pt x="191" y="122"/>
                </a:cubicBezTo>
                <a:cubicBezTo>
                  <a:pt x="203" y="135"/>
                  <a:pt x="213" y="130"/>
                  <a:pt x="212" y="113"/>
                </a:cubicBezTo>
              </a:path>
            </a:pathLst>
          </a:custGeom>
          <a:solidFill>
            <a:srgbClr val="FE4855"/>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173"/>
          <p:cNvSpPr>
            <a:spLocks/>
          </p:cNvSpPr>
          <p:nvPr/>
        </p:nvSpPr>
        <p:spPr bwMode="auto">
          <a:xfrm>
            <a:off x="4672013" y="2505682"/>
            <a:ext cx="66675" cy="431800"/>
          </a:xfrm>
          <a:custGeom>
            <a:avLst/>
            <a:gdLst>
              <a:gd name="T0" fmla="*/ 1 w 18"/>
              <a:gd name="T1" fmla="*/ 0 h 115"/>
              <a:gd name="T2" fmla="*/ 0 w 18"/>
              <a:gd name="T3" fmla="*/ 0 h 115"/>
              <a:gd name="T4" fmla="*/ 13 w 18"/>
              <a:gd name="T5" fmla="*/ 25 h 115"/>
              <a:gd name="T6" fmla="*/ 17 w 18"/>
              <a:gd name="T7" fmla="*/ 99 h 115"/>
              <a:gd name="T8" fmla="*/ 11 w 18"/>
              <a:gd name="T9" fmla="*/ 115 h 115"/>
              <a:gd name="T10" fmla="*/ 18 w 18"/>
              <a:gd name="T11" fmla="*/ 98 h 115"/>
              <a:gd name="T12" fmla="*/ 14 w 18"/>
              <a:gd name="T13" fmla="*/ 25 h 115"/>
              <a:gd name="T14" fmla="*/ 1 w 18"/>
              <a:gd name="T15" fmla="*/ 0 h 1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15">
                <a:moveTo>
                  <a:pt x="1" y="0"/>
                </a:moveTo>
                <a:cubicBezTo>
                  <a:pt x="0" y="0"/>
                  <a:pt x="0" y="0"/>
                  <a:pt x="0" y="0"/>
                </a:cubicBezTo>
                <a:cubicBezTo>
                  <a:pt x="7" y="6"/>
                  <a:pt x="12" y="15"/>
                  <a:pt x="13" y="25"/>
                </a:cubicBezTo>
                <a:cubicBezTo>
                  <a:pt x="17" y="99"/>
                  <a:pt x="17" y="99"/>
                  <a:pt x="17" y="99"/>
                </a:cubicBezTo>
                <a:cubicBezTo>
                  <a:pt x="17" y="108"/>
                  <a:pt x="15" y="113"/>
                  <a:pt x="11" y="115"/>
                </a:cubicBezTo>
                <a:cubicBezTo>
                  <a:pt x="16" y="114"/>
                  <a:pt x="18" y="108"/>
                  <a:pt x="18" y="98"/>
                </a:cubicBezTo>
                <a:cubicBezTo>
                  <a:pt x="14" y="25"/>
                  <a:pt x="14" y="25"/>
                  <a:pt x="14" y="25"/>
                </a:cubicBezTo>
                <a:cubicBezTo>
                  <a:pt x="13" y="15"/>
                  <a:pt x="8" y="6"/>
                  <a:pt x="1" y="0"/>
                </a:cubicBezTo>
              </a:path>
            </a:pathLst>
          </a:custGeom>
          <a:solidFill>
            <a:srgbClr val="ACAD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Freeform 174"/>
          <p:cNvSpPr>
            <a:spLocks/>
          </p:cNvSpPr>
          <p:nvPr/>
        </p:nvSpPr>
        <p:spPr bwMode="auto">
          <a:xfrm>
            <a:off x="4373563" y="3297844"/>
            <a:ext cx="57150" cy="238125"/>
          </a:xfrm>
          <a:custGeom>
            <a:avLst/>
            <a:gdLst>
              <a:gd name="T0" fmla="*/ 15 w 15"/>
              <a:gd name="T1" fmla="*/ 0 h 63"/>
              <a:gd name="T2" fmla="*/ 0 w 15"/>
              <a:gd name="T3" fmla="*/ 63 h 63"/>
              <a:gd name="T4" fmla="*/ 1 w 15"/>
              <a:gd name="T5" fmla="*/ 63 h 63"/>
              <a:gd name="T6" fmla="*/ 15 w 15"/>
              <a:gd name="T7" fmla="*/ 1 h 63"/>
              <a:gd name="T8" fmla="*/ 15 w 15"/>
              <a:gd name="T9" fmla="*/ 0 h 63"/>
            </a:gdLst>
            <a:ahLst/>
            <a:cxnLst>
              <a:cxn ang="0">
                <a:pos x="T0" y="T1"/>
              </a:cxn>
              <a:cxn ang="0">
                <a:pos x="T2" y="T3"/>
              </a:cxn>
              <a:cxn ang="0">
                <a:pos x="T4" y="T5"/>
              </a:cxn>
              <a:cxn ang="0">
                <a:pos x="T6" y="T7"/>
              </a:cxn>
              <a:cxn ang="0">
                <a:pos x="T8" y="T9"/>
              </a:cxn>
            </a:cxnLst>
            <a:rect l="0" t="0" r="r" b="b"/>
            <a:pathLst>
              <a:path w="15" h="63">
                <a:moveTo>
                  <a:pt x="15" y="0"/>
                </a:moveTo>
                <a:cubicBezTo>
                  <a:pt x="9" y="21"/>
                  <a:pt x="4" y="41"/>
                  <a:pt x="0" y="63"/>
                </a:cubicBezTo>
                <a:cubicBezTo>
                  <a:pt x="1" y="63"/>
                  <a:pt x="1" y="63"/>
                  <a:pt x="1" y="63"/>
                </a:cubicBezTo>
                <a:cubicBezTo>
                  <a:pt x="5" y="42"/>
                  <a:pt x="9" y="21"/>
                  <a:pt x="15" y="1"/>
                </a:cubicBezTo>
                <a:cubicBezTo>
                  <a:pt x="15" y="0"/>
                  <a:pt x="15" y="0"/>
                  <a:pt x="15" y="0"/>
                </a:cubicBezTo>
              </a:path>
            </a:pathLst>
          </a:custGeom>
          <a:solidFill>
            <a:srgbClr val="B3B4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175"/>
          <p:cNvSpPr>
            <a:spLocks/>
          </p:cNvSpPr>
          <p:nvPr/>
        </p:nvSpPr>
        <p:spPr bwMode="auto">
          <a:xfrm>
            <a:off x="4430713" y="2877157"/>
            <a:ext cx="192088" cy="425450"/>
          </a:xfrm>
          <a:custGeom>
            <a:avLst/>
            <a:gdLst>
              <a:gd name="T0" fmla="*/ 51 w 51"/>
              <a:gd name="T1" fmla="*/ 0 h 113"/>
              <a:gd name="T2" fmla="*/ 0 w 51"/>
              <a:gd name="T3" fmla="*/ 112 h 113"/>
              <a:gd name="T4" fmla="*/ 0 w 51"/>
              <a:gd name="T5" fmla="*/ 113 h 113"/>
              <a:gd name="T6" fmla="*/ 51 w 51"/>
              <a:gd name="T7" fmla="*/ 0 h 113"/>
              <a:gd name="T8" fmla="*/ 51 w 51"/>
              <a:gd name="T9" fmla="*/ 0 h 113"/>
            </a:gdLst>
            <a:ahLst/>
            <a:cxnLst>
              <a:cxn ang="0">
                <a:pos x="T0" y="T1"/>
              </a:cxn>
              <a:cxn ang="0">
                <a:pos x="T2" y="T3"/>
              </a:cxn>
              <a:cxn ang="0">
                <a:pos x="T4" y="T5"/>
              </a:cxn>
              <a:cxn ang="0">
                <a:pos x="T6" y="T7"/>
              </a:cxn>
              <a:cxn ang="0">
                <a:pos x="T8" y="T9"/>
              </a:cxn>
            </a:cxnLst>
            <a:rect l="0" t="0" r="r" b="b"/>
            <a:pathLst>
              <a:path w="51" h="113">
                <a:moveTo>
                  <a:pt x="51" y="0"/>
                </a:moveTo>
                <a:cubicBezTo>
                  <a:pt x="29" y="35"/>
                  <a:pt x="12" y="72"/>
                  <a:pt x="0" y="112"/>
                </a:cubicBezTo>
                <a:cubicBezTo>
                  <a:pt x="0" y="113"/>
                  <a:pt x="0" y="113"/>
                  <a:pt x="0" y="113"/>
                </a:cubicBezTo>
                <a:cubicBezTo>
                  <a:pt x="12" y="73"/>
                  <a:pt x="29" y="35"/>
                  <a:pt x="51" y="0"/>
                </a:cubicBezTo>
                <a:cubicBezTo>
                  <a:pt x="51" y="0"/>
                  <a:pt x="51" y="0"/>
                  <a:pt x="51" y="0"/>
                </a:cubicBezTo>
              </a:path>
            </a:pathLst>
          </a:custGeom>
          <a:solidFill>
            <a:srgbClr val="ACAD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76"/>
          <p:cNvSpPr>
            <a:spLocks/>
          </p:cNvSpPr>
          <p:nvPr/>
        </p:nvSpPr>
        <p:spPr bwMode="auto">
          <a:xfrm>
            <a:off x="4356100" y="3772507"/>
            <a:ext cx="3175" cy="30163"/>
          </a:xfrm>
          <a:custGeom>
            <a:avLst/>
            <a:gdLst>
              <a:gd name="T0" fmla="*/ 1 w 1"/>
              <a:gd name="T1" fmla="*/ 0 h 8"/>
              <a:gd name="T2" fmla="*/ 0 w 1"/>
              <a:gd name="T3" fmla="*/ 0 h 8"/>
              <a:gd name="T4" fmla="*/ 0 w 1"/>
              <a:gd name="T5" fmla="*/ 8 h 8"/>
              <a:gd name="T6" fmla="*/ 1 w 1"/>
              <a:gd name="T7" fmla="*/ 8 h 8"/>
              <a:gd name="T8" fmla="*/ 1 w 1"/>
              <a:gd name="T9" fmla="*/ 0 h 8"/>
            </a:gdLst>
            <a:ahLst/>
            <a:cxnLst>
              <a:cxn ang="0">
                <a:pos x="T0" y="T1"/>
              </a:cxn>
              <a:cxn ang="0">
                <a:pos x="T2" y="T3"/>
              </a:cxn>
              <a:cxn ang="0">
                <a:pos x="T4" y="T5"/>
              </a:cxn>
              <a:cxn ang="0">
                <a:pos x="T6" y="T7"/>
              </a:cxn>
              <a:cxn ang="0">
                <a:pos x="T8" y="T9"/>
              </a:cxn>
            </a:cxnLst>
            <a:rect l="0" t="0" r="r" b="b"/>
            <a:pathLst>
              <a:path w="1" h="8">
                <a:moveTo>
                  <a:pt x="1" y="0"/>
                </a:moveTo>
                <a:cubicBezTo>
                  <a:pt x="0" y="0"/>
                  <a:pt x="0" y="0"/>
                  <a:pt x="0" y="0"/>
                </a:cubicBezTo>
                <a:cubicBezTo>
                  <a:pt x="0" y="3"/>
                  <a:pt x="0" y="5"/>
                  <a:pt x="0" y="8"/>
                </a:cubicBezTo>
                <a:cubicBezTo>
                  <a:pt x="1" y="8"/>
                  <a:pt x="1" y="8"/>
                  <a:pt x="1" y="8"/>
                </a:cubicBezTo>
                <a:cubicBezTo>
                  <a:pt x="1" y="5"/>
                  <a:pt x="1" y="3"/>
                  <a:pt x="1" y="0"/>
                </a:cubicBezTo>
              </a:path>
            </a:pathLst>
          </a:custGeom>
          <a:solidFill>
            <a:srgbClr val="ACAD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77"/>
          <p:cNvSpPr>
            <a:spLocks/>
          </p:cNvSpPr>
          <p:nvPr/>
        </p:nvSpPr>
        <p:spPr bwMode="auto">
          <a:xfrm>
            <a:off x="4356100" y="3569307"/>
            <a:ext cx="17463" cy="203200"/>
          </a:xfrm>
          <a:custGeom>
            <a:avLst/>
            <a:gdLst>
              <a:gd name="T0" fmla="*/ 4 w 5"/>
              <a:gd name="T1" fmla="*/ 0 h 54"/>
              <a:gd name="T2" fmla="*/ 0 w 5"/>
              <a:gd name="T3" fmla="*/ 54 h 54"/>
              <a:gd name="T4" fmla="*/ 1 w 5"/>
              <a:gd name="T5" fmla="*/ 54 h 54"/>
              <a:gd name="T6" fmla="*/ 5 w 5"/>
              <a:gd name="T7" fmla="*/ 0 h 54"/>
              <a:gd name="T8" fmla="*/ 4 w 5"/>
              <a:gd name="T9" fmla="*/ 0 h 54"/>
            </a:gdLst>
            <a:ahLst/>
            <a:cxnLst>
              <a:cxn ang="0">
                <a:pos x="T0" y="T1"/>
              </a:cxn>
              <a:cxn ang="0">
                <a:pos x="T2" y="T3"/>
              </a:cxn>
              <a:cxn ang="0">
                <a:pos x="T4" y="T5"/>
              </a:cxn>
              <a:cxn ang="0">
                <a:pos x="T6" y="T7"/>
              </a:cxn>
              <a:cxn ang="0">
                <a:pos x="T8" y="T9"/>
              </a:cxn>
            </a:cxnLst>
            <a:rect l="0" t="0" r="r" b="b"/>
            <a:pathLst>
              <a:path w="5" h="54">
                <a:moveTo>
                  <a:pt x="4" y="0"/>
                </a:moveTo>
                <a:cubicBezTo>
                  <a:pt x="2" y="17"/>
                  <a:pt x="0" y="35"/>
                  <a:pt x="0" y="54"/>
                </a:cubicBezTo>
                <a:cubicBezTo>
                  <a:pt x="1" y="54"/>
                  <a:pt x="1" y="54"/>
                  <a:pt x="1" y="54"/>
                </a:cubicBezTo>
                <a:cubicBezTo>
                  <a:pt x="1" y="35"/>
                  <a:pt x="3" y="17"/>
                  <a:pt x="5" y="0"/>
                </a:cubicBezTo>
                <a:cubicBezTo>
                  <a:pt x="4" y="0"/>
                  <a:pt x="4" y="0"/>
                  <a:pt x="4" y="0"/>
                </a:cubicBezTo>
              </a:path>
            </a:pathLst>
          </a:custGeom>
          <a:solidFill>
            <a:srgbClr val="4822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78"/>
          <p:cNvSpPr>
            <a:spLocks/>
          </p:cNvSpPr>
          <p:nvPr/>
        </p:nvSpPr>
        <p:spPr bwMode="auto">
          <a:xfrm>
            <a:off x="4370388" y="3535969"/>
            <a:ext cx="7938" cy="33338"/>
          </a:xfrm>
          <a:custGeom>
            <a:avLst/>
            <a:gdLst>
              <a:gd name="T0" fmla="*/ 1 w 2"/>
              <a:gd name="T1" fmla="*/ 0 h 9"/>
              <a:gd name="T2" fmla="*/ 0 w 2"/>
              <a:gd name="T3" fmla="*/ 9 h 9"/>
              <a:gd name="T4" fmla="*/ 1 w 2"/>
              <a:gd name="T5" fmla="*/ 9 h 9"/>
              <a:gd name="T6" fmla="*/ 2 w 2"/>
              <a:gd name="T7" fmla="*/ 0 h 9"/>
              <a:gd name="T8" fmla="*/ 1 w 2"/>
              <a:gd name="T9" fmla="*/ 0 h 9"/>
            </a:gdLst>
            <a:ahLst/>
            <a:cxnLst>
              <a:cxn ang="0">
                <a:pos x="T0" y="T1"/>
              </a:cxn>
              <a:cxn ang="0">
                <a:pos x="T2" y="T3"/>
              </a:cxn>
              <a:cxn ang="0">
                <a:pos x="T4" y="T5"/>
              </a:cxn>
              <a:cxn ang="0">
                <a:pos x="T6" y="T7"/>
              </a:cxn>
              <a:cxn ang="0">
                <a:pos x="T8" y="T9"/>
              </a:cxn>
            </a:cxnLst>
            <a:rect l="0" t="0" r="r" b="b"/>
            <a:pathLst>
              <a:path w="2" h="9">
                <a:moveTo>
                  <a:pt x="1" y="0"/>
                </a:moveTo>
                <a:cubicBezTo>
                  <a:pt x="1" y="3"/>
                  <a:pt x="1" y="6"/>
                  <a:pt x="0" y="9"/>
                </a:cubicBezTo>
                <a:cubicBezTo>
                  <a:pt x="1" y="9"/>
                  <a:pt x="1" y="9"/>
                  <a:pt x="1" y="9"/>
                </a:cubicBezTo>
                <a:cubicBezTo>
                  <a:pt x="1" y="6"/>
                  <a:pt x="2" y="3"/>
                  <a:pt x="2" y="0"/>
                </a:cubicBezTo>
                <a:cubicBezTo>
                  <a:pt x="2" y="0"/>
                  <a:pt x="2" y="0"/>
                  <a:pt x="1" y="0"/>
                </a:cubicBezTo>
              </a:path>
            </a:pathLst>
          </a:custGeom>
          <a:solidFill>
            <a:srgbClr val="7941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179"/>
          <p:cNvSpPr>
            <a:spLocks/>
          </p:cNvSpPr>
          <p:nvPr/>
        </p:nvSpPr>
        <p:spPr bwMode="auto">
          <a:xfrm>
            <a:off x="4156075" y="2505682"/>
            <a:ext cx="579438" cy="1296988"/>
          </a:xfrm>
          <a:custGeom>
            <a:avLst/>
            <a:gdLst>
              <a:gd name="T0" fmla="*/ 137 w 154"/>
              <a:gd name="T1" fmla="*/ 0 h 345"/>
              <a:gd name="T2" fmla="*/ 0 w 154"/>
              <a:gd name="T3" fmla="*/ 345 h 345"/>
              <a:gd name="T4" fmla="*/ 53 w 154"/>
              <a:gd name="T5" fmla="*/ 345 h 345"/>
              <a:gd name="T6" fmla="*/ 53 w 154"/>
              <a:gd name="T7" fmla="*/ 337 h 345"/>
              <a:gd name="T8" fmla="*/ 57 w 154"/>
              <a:gd name="T9" fmla="*/ 283 h 345"/>
              <a:gd name="T10" fmla="*/ 58 w 154"/>
              <a:gd name="T11" fmla="*/ 274 h 345"/>
              <a:gd name="T12" fmla="*/ 73 w 154"/>
              <a:gd name="T13" fmla="*/ 211 h 345"/>
              <a:gd name="T14" fmla="*/ 124 w 154"/>
              <a:gd name="T15" fmla="*/ 99 h 345"/>
              <a:gd name="T16" fmla="*/ 124 w 154"/>
              <a:gd name="T17" fmla="*/ 99 h 345"/>
              <a:gd name="T18" fmla="*/ 125 w 154"/>
              <a:gd name="T19" fmla="*/ 99 h 345"/>
              <a:gd name="T20" fmla="*/ 134 w 154"/>
              <a:gd name="T21" fmla="*/ 108 h 345"/>
              <a:gd name="T22" fmla="*/ 146 w 154"/>
              <a:gd name="T23" fmla="*/ 115 h 345"/>
              <a:gd name="T24" fmla="*/ 148 w 154"/>
              <a:gd name="T25" fmla="*/ 115 h 345"/>
              <a:gd name="T26" fmla="*/ 154 w 154"/>
              <a:gd name="T27" fmla="*/ 99 h 345"/>
              <a:gd name="T28" fmla="*/ 150 w 154"/>
              <a:gd name="T29" fmla="*/ 25 h 345"/>
              <a:gd name="T30" fmla="*/ 137 w 154"/>
              <a:gd name="T31" fmla="*/ 0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345">
                <a:moveTo>
                  <a:pt x="137" y="0"/>
                </a:moveTo>
                <a:cubicBezTo>
                  <a:pt x="53" y="91"/>
                  <a:pt x="2" y="212"/>
                  <a:pt x="0" y="345"/>
                </a:cubicBezTo>
                <a:cubicBezTo>
                  <a:pt x="53" y="345"/>
                  <a:pt x="53" y="345"/>
                  <a:pt x="53" y="345"/>
                </a:cubicBezTo>
                <a:cubicBezTo>
                  <a:pt x="53" y="342"/>
                  <a:pt x="53" y="340"/>
                  <a:pt x="53" y="337"/>
                </a:cubicBezTo>
                <a:cubicBezTo>
                  <a:pt x="53" y="318"/>
                  <a:pt x="55" y="300"/>
                  <a:pt x="57" y="283"/>
                </a:cubicBezTo>
                <a:cubicBezTo>
                  <a:pt x="58" y="280"/>
                  <a:pt x="58" y="277"/>
                  <a:pt x="58" y="274"/>
                </a:cubicBezTo>
                <a:cubicBezTo>
                  <a:pt x="62" y="252"/>
                  <a:pt x="67" y="232"/>
                  <a:pt x="73" y="211"/>
                </a:cubicBezTo>
                <a:cubicBezTo>
                  <a:pt x="85" y="171"/>
                  <a:pt x="102" y="134"/>
                  <a:pt x="124" y="99"/>
                </a:cubicBezTo>
                <a:cubicBezTo>
                  <a:pt x="124" y="99"/>
                  <a:pt x="124" y="99"/>
                  <a:pt x="124" y="99"/>
                </a:cubicBezTo>
                <a:cubicBezTo>
                  <a:pt x="124" y="99"/>
                  <a:pt x="124" y="99"/>
                  <a:pt x="125" y="99"/>
                </a:cubicBezTo>
                <a:cubicBezTo>
                  <a:pt x="134" y="108"/>
                  <a:pt x="134" y="108"/>
                  <a:pt x="134" y="108"/>
                </a:cubicBezTo>
                <a:cubicBezTo>
                  <a:pt x="138" y="113"/>
                  <a:pt x="143" y="115"/>
                  <a:pt x="146" y="115"/>
                </a:cubicBezTo>
                <a:cubicBezTo>
                  <a:pt x="147" y="115"/>
                  <a:pt x="148" y="115"/>
                  <a:pt x="148" y="115"/>
                </a:cubicBezTo>
                <a:cubicBezTo>
                  <a:pt x="152" y="113"/>
                  <a:pt x="154" y="108"/>
                  <a:pt x="154" y="99"/>
                </a:cubicBezTo>
                <a:cubicBezTo>
                  <a:pt x="150" y="25"/>
                  <a:pt x="150" y="25"/>
                  <a:pt x="150" y="25"/>
                </a:cubicBezTo>
                <a:cubicBezTo>
                  <a:pt x="149" y="15"/>
                  <a:pt x="144" y="6"/>
                  <a:pt x="137" y="0"/>
                </a:cubicBezTo>
              </a:path>
            </a:pathLst>
          </a:custGeom>
          <a:solidFill>
            <a:srgbClr val="FFFFFF">
              <a:alpha val="30196"/>
            </a:srgbClr>
          </a:solidFill>
          <a:ln>
            <a:noFill/>
          </a:ln>
        </p:spPr>
        <p:txBody>
          <a:bodyPr vert="horz" wrap="square" lIns="91440" tIns="45720" rIns="91440" bIns="45720" numCol="1" anchor="t" anchorCtr="0" compatLnSpc="1">
            <a:prstTxWarp prst="textNoShape">
              <a:avLst/>
            </a:prstTxWarp>
          </a:bodyPr>
          <a:lstStyle/>
          <a:p>
            <a:endParaRPr lang="en-US"/>
          </a:p>
        </p:txBody>
      </p:sp>
      <p:sp>
        <p:nvSpPr>
          <p:cNvPr id="19" name="Freeform 180"/>
          <p:cNvSpPr>
            <a:spLocks/>
          </p:cNvSpPr>
          <p:nvPr/>
        </p:nvSpPr>
        <p:spPr bwMode="auto">
          <a:xfrm>
            <a:off x="4186238" y="4651982"/>
            <a:ext cx="928688" cy="939800"/>
          </a:xfrm>
          <a:custGeom>
            <a:avLst/>
            <a:gdLst>
              <a:gd name="T0" fmla="*/ 136 w 247"/>
              <a:gd name="T1" fmla="*/ 136 h 250"/>
              <a:gd name="T2" fmla="*/ 247 w 247"/>
              <a:gd name="T3" fmla="*/ 43 h 250"/>
              <a:gd name="T4" fmla="*/ 217 w 247"/>
              <a:gd name="T5" fmla="*/ 13 h 250"/>
              <a:gd name="T6" fmla="*/ 92 w 247"/>
              <a:gd name="T7" fmla="*/ 92 h 250"/>
              <a:gd name="T8" fmla="*/ 14 w 247"/>
              <a:gd name="T9" fmla="*/ 218 h 250"/>
              <a:gd name="T10" fmla="*/ 46 w 247"/>
              <a:gd name="T11" fmla="*/ 250 h 250"/>
              <a:gd name="T12" fmla="*/ 136 w 247"/>
              <a:gd name="T13" fmla="*/ 136 h 250"/>
            </a:gdLst>
            <a:ahLst/>
            <a:cxnLst>
              <a:cxn ang="0">
                <a:pos x="T0" y="T1"/>
              </a:cxn>
              <a:cxn ang="0">
                <a:pos x="T2" y="T3"/>
              </a:cxn>
              <a:cxn ang="0">
                <a:pos x="T4" y="T5"/>
              </a:cxn>
              <a:cxn ang="0">
                <a:pos x="T6" y="T7"/>
              </a:cxn>
              <a:cxn ang="0">
                <a:pos x="T8" y="T9"/>
              </a:cxn>
              <a:cxn ang="0">
                <a:pos x="T10" y="T11"/>
              </a:cxn>
              <a:cxn ang="0">
                <a:pos x="T12" y="T13"/>
              </a:cxn>
            </a:cxnLst>
            <a:rect l="0" t="0" r="r" b="b"/>
            <a:pathLst>
              <a:path w="247" h="250">
                <a:moveTo>
                  <a:pt x="136" y="136"/>
                </a:moveTo>
                <a:cubicBezTo>
                  <a:pt x="192" y="80"/>
                  <a:pt x="233" y="30"/>
                  <a:pt x="247" y="43"/>
                </a:cubicBezTo>
                <a:cubicBezTo>
                  <a:pt x="217" y="13"/>
                  <a:pt x="217" y="13"/>
                  <a:pt x="217" y="13"/>
                </a:cubicBezTo>
                <a:cubicBezTo>
                  <a:pt x="204" y="0"/>
                  <a:pt x="148" y="35"/>
                  <a:pt x="92" y="92"/>
                </a:cubicBezTo>
                <a:cubicBezTo>
                  <a:pt x="35" y="148"/>
                  <a:pt x="0" y="204"/>
                  <a:pt x="14" y="218"/>
                </a:cubicBezTo>
                <a:cubicBezTo>
                  <a:pt x="46" y="250"/>
                  <a:pt x="46" y="250"/>
                  <a:pt x="46" y="250"/>
                </a:cubicBezTo>
                <a:cubicBezTo>
                  <a:pt x="33" y="237"/>
                  <a:pt x="80" y="192"/>
                  <a:pt x="136" y="136"/>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Freeform 181"/>
          <p:cNvSpPr>
            <a:spLocks/>
          </p:cNvSpPr>
          <p:nvPr/>
        </p:nvSpPr>
        <p:spPr bwMode="auto">
          <a:xfrm>
            <a:off x="4178300" y="4644044"/>
            <a:ext cx="812800" cy="812800"/>
          </a:xfrm>
          <a:custGeom>
            <a:avLst/>
            <a:gdLst>
              <a:gd name="T0" fmla="*/ 97 w 216"/>
              <a:gd name="T1" fmla="*/ 97 h 216"/>
              <a:gd name="T2" fmla="*/ 202 w 216"/>
              <a:gd name="T3" fmla="*/ 26 h 216"/>
              <a:gd name="T4" fmla="*/ 216 w 216"/>
              <a:gd name="T5" fmla="*/ 12 h 216"/>
              <a:gd name="T6" fmla="*/ 91 w 216"/>
              <a:gd name="T7" fmla="*/ 91 h 216"/>
              <a:gd name="T8" fmla="*/ 12 w 216"/>
              <a:gd name="T9" fmla="*/ 216 h 216"/>
              <a:gd name="T10" fmla="*/ 26 w 216"/>
              <a:gd name="T11" fmla="*/ 202 h 216"/>
              <a:gd name="T12" fmla="*/ 97 w 216"/>
              <a:gd name="T13" fmla="*/ 97 h 216"/>
            </a:gdLst>
            <a:ahLst/>
            <a:cxnLst>
              <a:cxn ang="0">
                <a:pos x="T0" y="T1"/>
              </a:cxn>
              <a:cxn ang="0">
                <a:pos x="T2" y="T3"/>
              </a:cxn>
              <a:cxn ang="0">
                <a:pos x="T4" y="T5"/>
              </a:cxn>
              <a:cxn ang="0">
                <a:pos x="T6" y="T7"/>
              </a:cxn>
              <a:cxn ang="0">
                <a:pos x="T8" y="T9"/>
              </a:cxn>
              <a:cxn ang="0">
                <a:pos x="T10" y="T11"/>
              </a:cxn>
              <a:cxn ang="0">
                <a:pos x="T12" y="T13"/>
              </a:cxn>
            </a:cxnLst>
            <a:rect l="0" t="0" r="r" b="b"/>
            <a:pathLst>
              <a:path w="216" h="216">
                <a:moveTo>
                  <a:pt x="97" y="97"/>
                </a:moveTo>
                <a:cubicBezTo>
                  <a:pt x="145" y="49"/>
                  <a:pt x="192" y="17"/>
                  <a:pt x="202" y="26"/>
                </a:cubicBezTo>
                <a:cubicBezTo>
                  <a:pt x="216" y="12"/>
                  <a:pt x="216" y="12"/>
                  <a:pt x="216" y="12"/>
                </a:cubicBezTo>
                <a:cubicBezTo>
                  <a:pt x="202" y="0"/>
                  <a:pt x="146" y="35"/>
                  <a:pt x="91" y="91"/>
                </a:cubicBezTo>
                <a:cubicBezTo>
                  <a:pt x="35" y="146"/>
                  <a:pt x="0" y="202"/>
                  <a:pt x="12" y="216"/>
                </a:cubicBezTo>
                <a:cubicBezTo>
                  <a:pt x="26" y="202"/>
                  <a:pt x="26" y="202"/>
                  <a:pt x="26" y="202"/>
                </a:cubicBezTo>
                <a:cubicBezTo>
                  <a:pt x="17" y="192"/>
                  <a:pt x="49" y="145"/>
                  <a:pt x="97" y="97"/>
                </a:cubicBezTo>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182"/>
          <p:cNvSpPr>
            <a:spLocks/>
          </p:cNvSpPr>
          <p:nvPr/>
        </p:nvSpPr>
        <p:spPr bwMode="auto">
          <a:xfrm>
            <a:off x="3848100" y="3855057"/>
            <a:ext cx="1022350" cy="1473200"/>
          </a:xfrm>
          <a:custGeom>
            <a:avLst/>
            <a:gdLst>
              <a:gd name="T0" fmla="*/ 272 w 272"/>
              <a:gd name="T1" fmla="*/ 314 h 392"/>
              <a:gd name="T2" fmla="*/ 146 w 272"/>
              <a:gd name="T3" fmla="*/ 83 h 392"/>
              <a:gd name="T4" fmla="*/ 163 w 272"/>
              <a:gd name="T5" fmla="*/ 83 h 392"/>
              <a:gd name="T6" fmla="*/ 171 w 272"/>
              <a:gd name="T7" fmla="*/ 61 h 392"/>
              <a:gd name="T8" fmla="*/ 116 w 272"/>
              <a:gd name="T9" fmla="*/ 12 h 392"/>
              <a:gd name="T10" fmla="*/ 68 w 272"/>
              <a:gd name="T11" fmla="*/ 12 h 392"/>
              <a:gd name="T12" fmla="*/ 13 w 272"/>
              <a:gd name="T13" fmla="*/ 61 h 392"/>
              <a:gd name="T14" fmla="*/ 21 w 272"/>
              <a:gd name="T15" fmla="*/ 83 h 392"/>
              <a:gd name="T16" fmla="*/ 34 w 272"/>
              <a:gd name="T17" fmla="*/ 83 h 392"/>
              <a:gd name="T18" fmla="*/ 193 w 272"/>
              <a:gd name="T19" fmla="*/ 392 h 392"/>
              <a:gd name="T20" fmla="*/ 272 w 272"/>
              <a:gd name="T21" fmla="*/ 314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2" h="392">
                <a:moveTo>
                  <a:pt x="272" y="314"/>
                </a:moveTo>
                <a:cubicBezTo>
                  <a:pt x="210" y="252"/>
                  <a:pt x="165" y="172"/>
                  <a:pt x="146" y="83"/>
                </a:cubicBezTo>
                <a:cubicBezTo>
                  <a:pt x="163" y="83"/>
                  <a:pt x="163" y="83"/>
                  <a:pt x="163" y="83"/>
                </a:cubicBezTo>
                <a:cubicBezTo>
                  <a:pt x="181" y="83"/>
                  <a:pt x="184" y="73"/>
                  <a:pt x="171" y="61"/>
                </a:cubicBezTo>
                <a:cubicBezTo>
                  <a:pt x="116" y="12"/>
                  <a:pt x="116" y="12"/>
                  <a:pt x="116" y="12"/>
                </a:cubicBezTo>
                <a:cubicBezTo>
                  <a:pt x="103" y="0"/>
                  <a:pt x="81" y="0"/>
                  <a:pt x="68" y="12"/>
                </a:cubicBezTo>
                <a:cubicBezTo>
                  <a:pt x="13" y="61"/>
                  <a:pt x="13" y="61"/>
                  <a:pt x="13" y="61"/>
                </a:cubicBezTo>
                <a:cubicBezTo>
                  <a:pt x="0" y="73"/>
                  <a:pt x="3" y="83"/>
                  <a:pt x="21" y="83"/>
                </a:cubicBezTo>
                <a:cubicBezTo>
                  <a:pt x="34" y="83"/>
                  <a:pt x="34" y="83"/>
                  <a:pt x="34" y="83"/>
                </a:cubicBezTo>
                <a:cubicBezTo>
                  <a:pt x="54" y="203"/>
                  <a:pt x="111" y="310"/>
                  <a:pt x="193" y="392"/>
                </a:cubicBezTo>
                <a:cubicBezTo>
                  <a:pt x="272" y="314"/>
                  <a:pt x="272" y="314"/>
                  <a:pt x="272" y="314"/>
                </a:cubicBezTo>
              </a:path>
            </a:pathLst>
          </a:custGeom>
          <a:solidFill>
            <a:srgbClr val="F34C77"/>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183"/>
          <p:cNvSpPr>
            <a:spLocks/>
          </p:cNvSpPr>
          <p:nvPr/>
        </p:nvSpPr>
        <p:spPr bwMode="auto">
          <a:xfrm>
            <a:off x="4152900" y="3866169"/>
            <a:ext cx="101600" cy="14288"/>
          </a:xfrm>
          <a:custGeom>
            <a:avLst/>
            <a:gdLst>
              <a:gd name="T0" fmla="*/ 11 w 27"/>
              <a:gd name="T1" fmla="*/ 0 h 4"/>
              <a:gd name="T2" fmla="*/ 0 w 27"/>
              <a:gd name="T3" fmla="*/ 2 h 4"/>
              <a:gd name="T4" fmla="*/ 0 w 27"/>
              <a:gd name="T5" fmla="*/ 2 h 4"/>
              <a:gd name="T6" fmla="*/ 11 w 27"/>
              <a:gd name="T7" fmla="*/ 0 h 4"/>
              <a:gd name="T8" fmla="*/ 27 w 27"/>
              <a:gd name="T9" fmla="*/ 4 h 4"/>
              <a:gd name="T10" fmla="*/ 11 w 27"/>
              <a:gd name="T11" fmla="*/ 0 h 4"/>
            </a:gdLst>
            <a:ahLst/>
            <a:cxnLst>
              <a:cxn ang="0">
                <a:pos x="T0" y="T1"/>
              </a:cxn>
              <a:cxn ang="0">
                <a:pos x="T2" y="T3"/>
              </a:cxn>
              <a:cxn ang="0">
                <a:pos x="T4" y="T5"/>
              </a:cxn>
              <a:cxn ang="0">
                <a:pos x="T6" y="T7"/>
              </a:cxn>
              <a:cxn ang="0">
                <a:pos x="T8" y="T9"/>
              </a:cxn>
              <a:cxn ang="0">
                <a:pos x="T10" y="T11"/>
              </a:cxn>
            </a:cxnLst>
            <a:rect l="0" t="0" r="r" b="b"/>
            <a:pathLst>
              <a:path w="27" h="4">
                <a:moveTo>
                  <a:pt x="11" y="0"/>
                </a:moveTo>
                <a:cubicBezTo>
                  <a:pt x="7" y="0"/>
                  <a:pt x="3" y="1"/>
                  <a:pt x="0" y="2"/>
                </a:cubicBezTo>
                <a:cubicBezTo>
                  <a:pt x="0" y="2"/>
                  <a:pt x="0" y="2"/>
                  <a:pt x="0" y="2"/>
                </a:cubicBezTo>
                <a:cubicBezTo>
                  <a:pt x="4" y="1"/>
                  <a:pt x="7" y="0"/>
                  <a:pt x="11" y="0"/>
                </a:cubicBezTo>
                <a:cubicBezTo>
                  <a:pt x="17" y="0"/>
                  <a:pt x="22" y="1"/>
                  <a:pt x="27" y="4"/>
                </a:cubicBezTo>
                <a:cubicBezTo>
                  <a:pt x="22" y="1"/>
                  <a:pt x="16" y="0"/>
                  <a:pt x="11" y="0"/>
                </a:cubicBezTo>
              </a:path>
            </a:pathLst>
          </a:custGeom>
          <a:solidFill>
            <a:srgbClr val="ACAD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184"/>
          <p:cNvSpPr>
            <a:spLocks/>
          </p:cNvSpPr>
          <p:nvPr/>
        </p:nvSpPr>
        <p:spPr bwMode="auto">
          <a:xfrm>
            <a:off x="4152900" y="3866169"/>
            <a:ext cx="714375" cy="1319213"/>
          </a:xfrm>
          <a:custGeom>
            <a:avLst/>
            <a:gdLst>
              <a:gd name="T0" fmla="*/ 11 w 190"/>
              <a:gd name="T1" fmla="*/ 0 h 351"/>
              <a:gd name="T2" fmla="*/ 0 w 190"/>
              <a:gd name="T3" fmla="*/ 2 h 351"/>
              <a:gd name="T4" fmla="*/ 149 w 190"/>
              <a:gd name="T5" fmla="*/ 351 h 351"/>
              <a:gd name="T6" fmla="*/ 190 w 190"/>
              <a:gd name="T7" fmla="*/ 311 h 351"/>
              <a:gd name="T8" fmla="*/ 190 w 190"/>
              <a:gd name="T9" fmla="*/ 311 h 351"/>
              <a:gd name="T10" fmla="*/ 65 w 190"/>
              <a:gd name="T11" fmla="*/ 80 h 351"/>
              <a:gd name="T12" fmla="*/ 81 w 190"/>
              <a:gd name="T13" fmla="*/ 80 h 351"/>
              <a:gd name="T14" fmla="*/ 90 w 190"/>
              <a:gd name="T15" fmla="*/ 58 h 351"/>
              <a:gd name="T16" fmla="*/ 35 w 190"/>
              <a:gd name="T17" fmla="*/ 9 h 351"/>
              <a:gd name="T18" fmla="*/ 27 w 190"/>
              <a:gd name="T19" fmla="*/ 4 h 351"/>
              <a:gd name="T20" fmla="*/ 11 w 190"/>
              <a:gd name="T21" fmla="*/ 0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0" h="351">
                <a:moveTo>
                  <a:pt x="11" y="0"/>
                </a:moveTo>
                <a:cubicBezTo>
                  <a:pt x="7" y="0"/>
                  <a:pt x="4" y="1"/>
                  <a:pt x="0" y="2"/>
                </a:cubicBezTo>
                <a:cubicBezTo>
                  <a:pt x="3" y="138"/>
                  <a:pt x="60" y="261"/>
                  <a:pt x="149" y="351"/>
                </a:cubicBezTo>
                <a:cubicBezTo>
                  <a:pt x="190" y="311"/>
                  <a:pt x="190" y="311"/>
                  <a:pt x="190" y="311"/>
                </a:cubicBezTo>
                <a:cubicBezTo>
                  <a:pt x="190" y="311"/>
                  <a:pt x="190" y="311"/>
                  <a:pt x="190" y="311"/>
                </a:cubicBezTo>
                <a:cubicBezTo>
                  <a:pt x="128" y="248"/>
                  <a:pt x="84" y="169"/>
                  <a:pt x="65" y="80"/>
                </a:cubicBezTo>
                <a:cubicBezTo>
                  <a:pt x="81" y="80"/>
                  <a:pt x="81" y="80"/>
                  <a:pt x="81" y="80"/>
                </a:cubicBezTo>
                <a:cubicBezTo>
                  <a:pt x="99" y="80"/>
                  <a:pt x="103" y="70"/>
                  <a:pt x="90" y="58"/>
                </a:cubicBezTo>
                <a:cubicBezTo>
                  <a:pt x="35" y="9"/>
                  <a:pt x="35" y="9"/>
                  <a:pt x="35" y="9"/>
                </a:cubicBezTo>
                <a:cubicBezTo>
                  <a:pt x="32" y="7"/>
                  <a:pt x="30" y="5"/>
                  <a:pt x="27" y="4"/>
                </a:cubicBezTo>
                <a:cubicBezTo>
                  <a:pt x="22" y="1"/>
                  <a:pt x="17" y="0"/>
                  <a:pt x="11" y="0"/>
                </a:cubicBezTo>
              </a:path>
            </a:pathLst>
          </a:custGeom>
          <a:solidFill>
            <a:srgbClr val="FFFFFF">
              <a:alpha val="30196"/>
            </a:srgbClr>
          </a:solidFill>
          <a:ln>
            <a:noFill/>
          </a:ln>
        </p:spPr>
        <p:txBody>
          <a:bodyPr vert="horz" wrap="square" lIns="91440" tIns="45720" rIns="91440" bIns="45720" numCol="1" anchor="t" anchorCtr="0" compatLnSpc="1">
            <a:prstTxWarp prst="textNoShape">
              <a:avLst/>
            </a:prstTxWarp>
          </a:bodyPr>
          <a:lstStyle/>
          <a:p>
            <a:endParaRPr lang="en-US"/>
          </a:p>
        </p:txBody>
      </p:sp>
      <p:sp>
        <p:nvSpPr>
          <p:cNvPr id="24" name="Freeform 185"/>
          <p:cNvSpPr>
            <a:spLocks/>
          </p:cNvSpPr>
          <p:nvPr/>
        </p:nvSpPr>
        <p:spPr bwMode="auto">
          <a:xfrm>
            <a:off x="5832475" y="5212369"/>
            <a:ext cx="296863" cy="1085850"/>
          </a:xfrm>
          <a:custGeom>
            <a:avLst/>
            <a:gdLst>
              <a:gd name="T0" fmla="*/ 62 w 79"/>
              <a:gd name="T1" fmla="*/ 145 h 289"/>
              <a:gd name="T2" fmla="*/ 75 w 79"/>
              <a:gd name="T3" fmla="*/ 0 h 289"/>
              <a:gd name="T4" fmla="*/ 33 w 79"/>
              <a:gd name="T5" fmla="*/ 0 h 289"/>
              <a:gd name="T6" fmla="*/ 0 w 79"/>
              <a:gd name="T7" fmla="*/ 145 h 289"/>
              <a:gd name="T8" fmla="*/ 33 w 79"/>
              <a:gd name="T9" fmla="*/ 289 h 289"/>
              <a:gd name="T10" fmla="*/ 79 w 79"/>
              <a:gd name="T11" fmla="*/ 289 h 289"/>
              <a:gd name="T12" fmla="*/ 62 w 79"/>
              <a:gd name="T13" fmla="*/ 145 h 289"/>
            </a:gdLst>
            <a:ahLst/>
            <a:cxnLst>
              <a:cxn ang="0">
                <a:pos x="T0" y="T1"/>
              </a:cxn>
              <a:cxn ang="0">
                <a:pos x="T2" y="T3"/>
              </a:cxn>
              <a:cxn ang="0">
                <a:pos x="T4" y="T5"/>
              </a:cxn>
              <a:cxn ang="0">
                <a:pos x="T6" y="T7"/>
              </a:cxn>
              <a:cxn ang="0">
                <a:pos x="T8" y="T9"/>
              </a:cxn>
              <a:cxn ang="0">
                <a:pos x="T10" y="T11"/>
              </a:cxn>
              <a:cxn ang="0">
                <a:pos x="T12" y="T13"/>
              </a:cxn>
            </a:cxnLst>
            <a:rect l="0" t="0" r="r" b="b"/>
            <a:pathLst>
              <a:path w="79" h="289">
                <a:moveTo>
                  <a:pt x="62" y="145"/>
                </a:moveTo>
                <a:cubicBezTo>
                  <a:pt x="62" y="65"/>
                  <a:pt x="56" y="0"/>
                  <a:pt x="75" y="0"/>
                </a:cubicBezTo>
                <a:cubicBezTo>
                  <a:pt x="33" y="0"/>
                  <a:pt x="33" y="0"/>
                  <a:pt x="33" y="0"/>
                </a:cubicBezTo>
                <a:cubicBezTo>
                  <a:pt x="15" y="0"/>
                  <a:pt x="0" y="65"/>
                  <a:pt x="0" y="145"/>
                </a:cubicBezTo>
                <a:cubicBezTo>
                  <a:pt x="0" y="224"/>
                  <a:pt x="15" y="289"/>
                  <a:pt x="33" y="289"/>
                </a:cubicBezTo>
                <a:cubicBezTo>
                  <a:pt x="79" y="289"/>
                  <a:pt x="79" y="289"/>
                  <a:pt x="79" y="289"/>
                </a:cubicBezTo>
                <a:cubicBezTo>
                  <a:pt x="61" y="289"/>
                  <a:pt x="62" y="224"/>
                  <a:pt x="62" y="145"/>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186"/>
          <p:cNvSpPr>
            <a:spLocks/>
          </p:cNvSpPr>
          <p:nvPr/>
        </p:nvSpPr>
        <p:spPr bwMode="auto">
          <a:xfrm>
            <a:off x="5813425" y="5212369"/>
            <a:ext cx="125413" cy="1085850"/>
          </a:xfrm>
          <a:custGeom>
            <a:avLst/>
            <a:gdLst>
              <a:gd name="T0" fmla="*/ 9 w 33"/>
              <a:gd name="T1" fmla="*/ 144 h 289"/>
              <a:gd name="T2" fmla="*/ 33 w 33"/>
              <a:gd name="T3" fmla="*/ 20 h 289"/>
              <a:gd name="T4" fmla="*/ 33 w 33"/>
              <a:gd name="T5" fmla="*/ 0 h 289"/>
              <a:gd name="T6" fmla="*/ 0 w 33"/>
              <a:gd name="T7" fmla="*/ 144 h 289"/>
              <a:gd name="T8" fmla="*/ 33 w 33"/>
              <a:gd name="T9" fmla="*/ 289 h 289"/>
              <a:gd name="T10" fmla="*/ 33 w 33"/>
              <a:gd name="T11" fmla="*/ 269 h 289"/>
              <a:gd name="T12" fmla="*/ 9 w 33"/>
              <a:gd name="T13" fmla="*/ 144 h 289"/>
            </a:gdLst>
            <a:ahLst/>
            <a:cxnLst>
              <a:cxn ang="0">
                <a:pos x="T0" y="T1"/>
              </a:cxn>
              <a:cxn ang="0">
                <a:pos x="T2" y="T3"/>
              </a:cxn>
              <a:cxn ang="0">
                <a:pos x="T4" y="T5"/>
              </a:cxn>
              <a:cxn ang="0">
                <a:pos x="T6" y="T7"/>
              </a:cxn>
              <a:cxn ang="0">
                <a:pos x="T8" y="T9"/>
              </a:cxn>
              <a:cxn ang="0">
                <a:pos x="T10" y="T11"/>
              </a:cxn>
              <a:cxn ang="0">
                <a:pos x="T12" y="T13"/>
              </a:cxn>
            </a:cxnLst>
            <a:rect l="0" t="0" r="r" b="b"/>
            <a:pathLst>
              <a:path w="33" h="289">
                <a:moveTo>
                  <a:pt x="9" y="144"/>
                </a:moveTo>
                <a:cubicBezTo>
                  <a:pt x="9" y="76"/>
                  <a:pt x="20" y="21"/>
                  <a:pt x="33" y="20"/>
                </a:cubicBezTo>
                <a:cubicBezTo>
                  <a:pt x="33" y="0"/>
                  <a:pt x="33" y="0"/>
                  <a:pt x="33" y="0"/>
                </a:cubicBezTo>
                <a:cubicBezTo>
                  <a:pt x="15" y="1"/>
                  <a:pt x="0" y="65"/>
                  <a:pt x="0" y="144"/>
                </a:cubicBezTo>
                <a:cubicBezTo>
                  <a:pt x="0" y="224"/>
                  <a:pt x="15" y="288"/>
                  <a:pt x="33" y="289"/>
                </a:cubicBezTo>
                <a:cubicBezTo>
                  <a:pt x="33" y="269"/>
                  <a:pt x="33" y="269"/>
                  <a:pt x="33" y="269"/>
                </a:cubicBezTo>
                <a:cubicBezTo>
                  <a:pt x="20" y="268"/>
                  <a:pt x="9" y="213"/>
                  <a:pt x="9" y="144"/>
                </a:cubicBezTo>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6" name="Freeform 187"/>
          <p:cNvSpPr>
            <a:spLocks/>
          </p:cNvSpPr>
          <p:nvPr/>
        </p:nvSpPr>
        <p:spPr bwMode="auto">
          <a:xfrm>
            <a:off x="6065838" y="5542569"/>
            <a:ext cx="38100" cy="214313"/>
          </a:xfrm>
          <a:custGeom>
            <a:avLst/>
            <a:gdLst>
              <a:gd name="T0" fmla="*/ 0 w 10"/>
              <a:gd name="T1" fmla="*/ 0 h 57"/>
              <a:gd name="T2" fmla="*/ 0 w 10"/>
              <a:gd name="T3" fmla="*/ 1 h 57"/>
              <a:gd name="T4" fmla="*/ 9 w 10"/>
              <a:gd name="T5" fmla="*/ 1 h 57"/>
              <a:gd name="T6" fmla="*/ 9 w 10"/>
              <a:gd name="T7" fmla="*/ 57 h 57"/>
              <a:gd name="T8" fmla="*/ 10 w 10"/>
              <a:gd name="T9" fmla="*/ 57 h 57"/>
              <a:gd name="T10" fmla="*/ 10 w 10"/>
              <a:gd name="T11" fmla="*/ 0 h 57"/>
              <a:gd name="T12" fmla="*/ 0 w 10"/>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10" h="57">
                <a:moveTo>
                  <a:pt x="0" y="0"/>
                </a:moveTo>
                <a:cubicBezTo>
                  <a:pt x="0" y="1"/>
                  <a:pt x="0" y="1"/>
                  <a:pt x="0" y="1"/>
                </a:cubicBezTo>
                <a:cubicBezTo>
                  <a:pt x="3" y="1"/>
                  <a:pt x="6" y="1"/>
                  <a:pt x="9" y="1"/>
                </a:cubicBezTo>
                <a:cubicBezTo>
                  <a:pt x="9" y="57"/>
                  <a:pt x="9" y="57"/>
                  <a:pt x="9" y="57"/>
                </a:cubicBezTo>
                <a:cubicBezTo>
                  <a:pt x="10" y="57"/>
                  <a:pt x="10" y="57"/>
                  <a:pt x="10" y="57"/>
                </a:cubicBezTo>
                <a:cubicBezTo>
                  <a:pt x="10" y="0"/>
                  <a:pt x="10" y="0"/>
                  <a:pt x="10" y="0"/>
                </a:cubicBezTo>
                <a:cubicBezTo>
                  <a:pt x="6" y="0"/>
                  <a:pt x="3" y="0"/>
                  <a:pt x="0" y="0"/>
                </a:cubicBezTo>
              </a:path>
            </a:pathLst>
          </a:custGeom>
          <a:solidFill>
            <a:srgbClr val="ACAD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188"/>
          <p:cNvSpPr>
            <a:spLocks/>
          </p:cNvSpPr>
          <p:nvPr/>
        </p:nvSpPr>
        <p:spPr bwMode="auto">
          <a:xfrm>
            <a:off x="7502525" y="3767744"/>
            <a:ext cx="1085850" cy="301625"/>
          </a:xfrm>
          <a:custGeom>
            <a:avLst/>
            <a:gdLst>
              <a:gd name="T0" fmla="*/ 145 w 289"/>
              <a:gd name="T1" fmla="*/ 17 h 80"/>
              <a:gd name="T2" fmla="*/ 0 w 289"/>
              <a:gd name="T3" fmla="*/ 5 h 80"/>
              <a:gd name="T4" fmla="*/ 0 w 289"/>
              <a:gd name="T5" fmla="*/ 46 h 80"/>
              <a:gd name="T6" fmla="*/ 145 w 289"/>
              <a:gd name="T7" fmla="*/ 80 h 80"/>
              <a:gd name="T8" fmla="*/ 289 w 289"/>
              <a:gd name="T9" fmla="*/ 46 h 80"/>
              <a:gd name="T10" fmla="*/ 289 w 289"/>
              <a:gd name="T11" fmla="*/ 0 h 80"/>
              <a:gd name="T12" fmla="*/ 145 w 289"/>
              <a:gd name="T13" fmla="*/ 17 h 80"/>
            </a:gdLst>
            <a:ahLst/>
            <a:cxnLst>
              <a:cxn ang="0">
                <a:pos x="T0" y="T1"/>
              </a:cxn>
              <a:cxn ang="0">
                <a:pos x="T2" y="T3"/>
              </a:cxn>
              <a:cxn ang="0">
                <a:pos x="T4" y="T5"/>
              </a:cxn>
              <a:cxn ang="0">
                <a:pos x="T6" y="T7"/>
              </a:cxn>
              <a:cxn ang="0">
                <a:pos x="T8" y="T9"/>
              </a:cxn>
              <a:cxn ang="0">
                <a:pos x="T10" y="T11"/>
              </a:cxn>
              <a:cxn ang="0">
                <a:pos x="T12" y="T13"/>
              </a:cxn>
            </a:cxnLst>
            <a:rect l="0" t="0" r="r" b="b"/>
            <a:pathLst>
              <a:path w="289" h="80">
                <a:moveTo>
                  <a:pt x="145" y="17"/>
                </a:moveTo>
                <a:cubicBezTo>
                  <a:pt x="65" y="17"/>
                  <a:pt x="0" y="23"/>
                  <a:pt x="0" y="5"/>
                </a:cubicBezTo>
                <a:cubicBezTo>
                  <a:pt x="0" y="46"/>
                  <a:pt x="0" y="46"/>
                  <a:pt x="0" y="46"/>
                </a:cubicBezTo>
                <a:cubicBezTo>
                  <a:pt x="0" y="65"/>
                  <a:pt x="65" y="80"/>
                  <a:pt x="145" y="80"/>
                </a:cubicBezTo>
                <a:cubicBezTo>
                  <a:pt x="224" y="80"/>
                  <a:pt x="289" y="65"/>
                  <a:pt x="289" y="46"/>
                </a:cubicBezTo>
                <a:cubicBezTo>
                  <a:pt x="289" y="0"/>
                  <a:pt x="289" y="0"/>
                  <a:pt x="289" y="0"/>
                </a:cubicBezTo>
                <a:cubicBezTo>
                  <a:pt x="289" y="18"/>
                  <a:pt x="224" y="17"/>
                  <a:pt x="145" y="17"/>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8" name="Freeform 189"/>
          <p:cNvSpPr>
            <a:spLocks/>
          </p:cNvSpPr>
          <p:nvPr/>
        </p:nvSpPr>
        <p:spPr bwMode="auto">
          <a:xfrm>
            <a:off x="7502525" y="3959832"/>
            <a:ext cx="1085850" cy="123825"/>
          </a:xfrm>
          <a:custGeom>
            <a:avLst/>
            <a:gdLst>
              <a:gd name="T0" fmla="*/ 144 w 289"/>
              <a:gd name="T1" fmla="*/ 24 h 33"/>
              <a:gd name="T2" fmla="*/ 20 w 289"/>
              <a:gd name="T3" fmla="*/ 0 h 33"/>
              <a:gd name="T4" fmla="*/ 0 w 289"/>
              <a:gd name="T5" fmla="*/ 0 h 33"/>
              <a:gd name="T6" fmla="*/ 144 w 289"/>
              <a:gd name="T7" fmla="*/ 33 h 33"/>
              <a:gd name="T8" fmla="*/ 289 w 289"/>
              <a:gd name="T9" fmla="*/ 0 h 33"/>
              <a:gd name="T10" fmla="*/ 269 w 289"/>
              <a:gd name="T11" fmla="*/ 0 h 33"/>
              <a:gd name="T12" fmla="*/ 144 w 289"/>
              <a:gd name="T13" fmla="*/ 24 h 33"/>
            </a:gdLst>
            <a:ahLst/>
            <a:cxnLst>
              <a:cxn ang="0">
                <a:pos x="T0" y="T1"/>
              </a:cxn>
              <a:cxn ang="0">
                <a:pos x="T2" y="T3"/>
              </a:cxn>
              <a:cxn ang="0">
                <a:pos x="T4" y="T5"/>
              </a:cxn>
              <a:cxn ang="0">
                <a:pos x="T6" y="T7"/>
              </a:cxn>
              <a:cxn ang="0">
                <a:pos x="T8" y="T9"/>
              </a:cxn>
              <a:cxn ang="0">
                <a:pos x="T10" y="T11"/>
              </a:cxn>
              <a:cxn ang="0">
                <a:pos x="T12" y="T13"/>
              </a:cxn>
            </a:cxnLst>
            <a:rect l="0" t="0" r="r" b="b"/>
            <a:pathLst>
              <a:path w="289" h="33">
                <a:moveTo>
                  <a:pt x="144" y="24"/>
                </a:moveTo>
                <a:cubicBezTo>
                  <a:pt x="76" y="24"/>
                  <a:pt x="21" y="13"/>
                  <a:pt x="20" y="0"/>
                </a:cubicBezTo>
                <a:cubicBezTo>
                  <a:pt x="0" y="0"/>
                  <a:pt x="0" y="0"/>
                  <a:pt x="0" y="0"/>
                </a:cubicBezTo>
                <a:cubicBezTo>
                  <a:pt x="1" y="18"/>
                  <a:pt x="65" y="33"/>
                  <a:pt x="144" y="33"/>
                </a:cubicBezTo>
                <a:cubicBezTo>
                  <a:pt x="223" y="33"/>
                  <a:pt x="288" y="18"/>
                  <a:pt x="289" y="0"/>
                </a:cubicBezTo>
                <a:cubicBezTo>
                  <a:pt x="269" y="0"/>
                  <a:pt x="269" y="0"/>
                  <a:pt x="269" y="0"/>
                </a:cubicBezTo>
                <a:cubicBezTo>
                  <a:pt x="268" y="13"/>
                  <a:pt x="212" y="24"/>
                  <a:pt x="144" y="24"/>
                </a:cubicBezTo>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190"/>
          <p:cNvSpPr>
            <a:spLocks/>
          </p:cNvSpPr>
          <p:nvPr/>
        </p:nvSpPr>
        <p:spPr bwMode="auto">
          <a:xfrm>
            <a:off x="7456488" y="3802669"/>
            <a:ext cx="801688" cy="1352550"/>
          </a:xfrm>
          <a:custGeom>
            <a:avLst/>
            <a:gdLst>
              <a:gd name="T0" fmla="*/ 111 w 213"/>
              <a:gd name="T1" fmla="*/ 326 h 360"/>
              <a:gd name="T2" fmla="*/ 213 w 213"/>
              <a:gd name="T3" fmla="*/ 0 h 360"/>
              <a:gd name="T4" fmla="*/ 102 w 213"/>
              <a:gd name="T5" fmla="*/ 0 h 360"/>
              <a:gd name="T6" fmla="*/ 31 w 213"/>
              <a:gd name="T7" fmla="*/ 246 h 360"/>
              <a:gd name="T8" fmla="*/ 22 w 213"/>
              <a:gd name="T9" fmla="*/ 237 h 360"/>
              <a:gd name="T10" fmla="*/ 1 w 213"/>
              <a:gd name="T11" fmla="*/ 247 h 360"/>
              <a:gd name="T12" fmla="*/ 5 w 213"/>
              <a:gd name="T13" fmla="*/ 320 h 360"/>
              <a:gd name="T14" fmla="*/ 40 w 213"/>
              <a:gd name="T15" fmla="*/ 354 h 360"/>
              <a:gd name="T16" fmla="*/ 113 w 213"/>
              <a:gd name="T17" fmla="*/ 359 h 360"/>
              <a:gd name="T18" fmla="*/ 122 w 213"/>
              <a:gd name="T19" fmla="*/ 337 h 360"/>
              <a:gd name="T20" fmla="*/ 111 w 213"/>
              <a:gd name="T21" fmla="*/ 326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3" h="360">
                <a:moveTo>
                  <a:pt x="111" y="326"/>
                </a:moveTo>
                <a:cubicBezTo>
                  <a:pt x="175" y="233"/>
                  <a:pt x="213" y="121"/>
                  <a:pt x="213" y="0"/>
                </a:cubicBezTo>
                <a:cubicBezTo>
                  <a:pt x="102" y="0"/>
                  <a:pt x="102" y="0"/>
                  <a:pt x="102" y="0"/>
                </a:cubicBezTo>
                <a:cubicBezTo>
                  <a:pt x="102" y="91"/>
                  <a:pt x="76" y="175"/>
                  <a:pt x="31" y="246"/>
                </a:cubicBezTo>
                <a:cubicBezTo>
                  <a:pt x="22" y="237"/>
                  <a:pt x="22" y="237"/>
                  <a:pt x="22" y="237"/>
                </a:cubicBezTo>
                <a:cubicBezTo>
                  <a:pt x="10" y="225"/>
                  <a:pt x="0" y="229"/>
                  <a:pt x="1" y="247"/>
                </a:cubicBezTo>
                <a:cubicBezTo>
                  <a:pt x="5" y="320"/>
                  <a:pt x="5" y="320"/>
                  <a:pt x="5" y="320"/>
                </a:cubicBezTo>
                <a:cubicBezTo>
                  <a:pt x="6" y="338"/>
                  <a:pt x="22" y="353"/>
                  <a:pt x="40" y="354"/>
                </a:cubicBezTo>
                <a:cubicBezTo>
                  <a:pt x="113" y="359"/>
                  <a:pt x="113" y="359"/>
                  <a:pt x="113" y="359"/>
                </a:cubicBezTo>
                <a:cubicBezTo>
                  <a:pt x="131" y="360"/>
                  <a:pt x="135" y="350"/>
                  <a:pt x="122" y="337"/>
                </a:cubicBezTo>
                <a:cubicBezTo>
                  <a:pt x="111" y="326"/>
                  <a:pt x="111" y="326"/>
                  <a:pt x="111" y="326"/>
                </a:cubicBezTo>
              </a:path>
            </a:pathLst>
          </a:custGeom>
          <a:solidFill>
            <a:srgbClr val="455562"/>
          </a:solidFill>
          <a:ln>
            <a:noFill/>
          </a:ln>
        </p:spPr>
        <p:txBody>
          <a:bodyPr vert="horz" wrap="square" lIns="91440" tIns="45720" rIns="91440" bIns="45720" numCol="1" anchor="t" anchorCtr="0" compatLnSpc="1">
            <a:prstTxWarp prst="textNoShape">
              <a:avLst/>
            </a:prstTxWarp>
          </a:bodyPr>
          <a:lstStyle/>
          <a:p>
            <a:endParaRPr lang="en-US"/>
          </a:p>
        </p:txBody>
      </p:sp>
      <p:sp>
        <p:nvSpPr>
          <p:cNvPr id="30" name="Freeform 191"/>
          <p:cNvSpPr>
            <a:spLocks/>
          </p:cNvSpPr>
          <p:nvPr/>
        </p:nvSpPr>
        <p:spPr bwMode="auto">
          <a:xfrm>
            <a:off x="7843838" y="3802669"/>
            <a:ext cx="176213" cy="0"/>
          </a:xfrm>
          <a:custGeom>
            <a:avLst/>
            <a:gdLst>
              <a:gd name="T0" fmla="*/ 47 w 47"/>
              <a:gd name="T1" fmla="*/ 0 w 47"/>
              <a:gd name="T2" fmla="*/ 0 w 47"/>
              <a:gd name="T3" fmla="*/ 47 w 47"/>
              <a:gd name="T4" fmla="*/ 47 w 47"/>
            </a:gdLst>
            <a:ahLst/>
            <a:cxnLst>
              <a:cxn ang="0">
                <a:pos x="T0" y="0"/>
              </a:cxn>
              <a:cxn ang="0">
                <a:pos x="T1" y="0"/>
              </a:cxn>
              <a:cxn ang="0">
                <a:pos x="T2" y="0"/>
              </a:cxn>
              <a:cxn ang="0">
                <a:pos x="T3" y="0"/>
              </a:cxn>
              <a:cxn ang="0">
                <a:pos x="T4" y="0"/>
              </a:cxn>
            </a:cxnLst>
            <a:rect l="0" t="0" r="r" b="b"/>
            <a:pathLst>
              <a:path w="47">
                <a:moveTo>
                  <a:pt x="47" y="0"/>
                </a:moveTo>
                <a:cubicBezTo>
                  <a:pt x="0" y="0"/>
                  <a:pt x="0" y="0"/>
                  <a:pt x="0" y="0"/>
                </a:cubicBezTo>
                <a:cubicBezTo>
                  <a:pt x="0" y="0"/>
                  <a:pt x="0" y="0"/>
                  <a:pt x="0" y="0"/>
                </a:cubicBezTo>
                <a:cubicBezTo>
                  <a:pt x="47" y="0"/>
                  <a:pt x="47" y="0"/>
                  <a:pt x="47" y="0"/>
                </a:cubicBezTo>
                <a:cubicBezTo>
                  <a:pt x="47" y="0"/>
                  <a:pt x="47" y="0"/>
                  <a:pt x="47" y="0"/>
                </a:cubicBezTo>
              </a:path>
            </a:pathLst>
          </a:custGeom>
          <a:solidFill>
            <a:srgbClr val="DCDB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193"/>
          <p:cNvSpPr>
            <a:spLocks/>
          </p:cNvSpPr>
          <p:nvPr/>
        </p:nvSpPr>
        <p:spPr bwMode="auto">
          <a:xfrm>
            <a:off x="7464425" y="3802669"/>
            <a:ext cx="555625" cy="1303338"/>
          </a:xfrm>
          <a:custGeom>
            <a:avLst/>
            <a:gdLst>
              <a:gd name="T0" fmla="*/ 148 w 148"/>
              <a:gd name="T1" fmla="*/ 0 h 347"/>
              <a:gd name="T2" fmla="*/ 101 w 148"/>
              <a:gd name="T3" fmla="*/ 0 h 347"/>
              <a:gd name="T4" fmla="*/ 30 w 148"/>
              <a:gd name="T5" fmla="*/ 246 h 347"/>
              <a:gd name="T6" fmla="*/ 30 w 148"/>
              <a:gd name="T7" fmla="*/ 246 h 347"/>
              <a:gd name="T8" fmla="*/ 29 w 148"/>
              <a:gd name="T9" fmla="*/ 246 h 347"/>
              <a:gd name="T10" fmla="*/ 20 w 148"/>
              <a:gd name="T11" fmla="*/ 237 h 347"/>
              <a:gd name="T12" fmla="*/ 7 w 148"/>
              <a:gd name="T13" fmla="*/ 230 h 347"/>
              <a:gd name="T14" fmla="*/ 6 w 148"/>
              <a:gd name="T15" fmla="*/ 230 h 347"/>
              <a:gd name="T16" fmla="*/ 0 w 148"/>
              <a:gd name="T17" fmla="*/ 246 h 347"/>
              <a:gd name="T18" fmla="*/ 4 w 148"/>
              <a:gd name="T19" fmla="*/ 320 h 347"/>
              <a:gd name="T20" fmla="*/ 19 w 148"/>
              <a:gd name="T21" fmla="*/ 347 h 347"/>
              <a:gd name="T22" fmla="*/ 148 w 148"/>
              <a:gd name="T23" fmla="*/ 5 h 347"/>
              <a:gd name="T24" fmla="*/ 148 w 148"/>
              <a:gd name="T25" fmla="*/ 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8" h="347">
                <a:moveTo>
                  <a:pt x="148" y="0"/>
                </a:moveTo>
                <a:cubicBezTo>
                  <a:pt x="101" y="0"/>
                  <a:pt x="101" y="0"/>
                  <a:pt x="101" y="0"/>
                </a:cubicBezTo>
                <a:cubicBezTo>
                  <a:pt x="101" y="90"/>
                  <a:pt x="75" y="175"/>
                  <a:pt x="30" y="246"/>
                </a:cubicBezTo>
                <a:cubicBezTo>
                  <a:pt x="30" y="246"/>
                  <a:pt x="30" y="246"/>
                  <a:pt x="30" y="246"/>
                </a:cubicBezTo>
                <a:cubicBezTo>
                  <a:pt x="30" y="246"/>
                  <a:pt x="30" y="246"/>
                  <a:pt x="29" y="246"/>
                </a:cubicBezTo>
                <a:cubicBezTo>
                  <a:pt x="20" y="237"/>
                  <a:pt x="20" y="237"/>
                  <a:pt x="20" y="237"/>
                </a:cubicBezTo>
                <a:cubicBezTo>
                  <a:pt x="15" y="232"/>
                  <a:pt x="11" y="230"/>
                  <a:pt x="7" y="230"/>
                </a:cubicBezTo>
                <a:cubicBezTo>
                  <a:pt x="6" y="230"/>
                  <a:pt x="6" y="230"/>
                  <a:pt x="6" y="230"/>
                </a:cubicBezTo>
                <a:cubicBezTo>
                  <a:pt x="2" y="232"/>
                  <a:pt x="0" y="237"/>
                  <a:pt x="0" y="246"/>
                </a:cubicBezTo>
                <a:cubicBezTo>
                  <a:pt x="4" y="320"/>
                  <a:pt x="4" y="320"/>
                  <a:pt x="4" y="320"/>
                </a:cubicBezTo>
                <a:cubicBezTo>
                  <a:pt x="5" y="331"/>
                  <a:pt x="11" y="340"/>
                  <a:pt x="19" y="347"/>
                </a:cubicBezTo>
                <a:cubicBezTo>
                  <a:pt x="100" y="256"/>
                  <a:pt x="148" y="136"/>
                  <a:pt x="148" y="5"/>
                </a:cubicBezTo>
                <a:cubicBezTo>
                  <a:pt x="148" y="3"/>
                  <a:pt x="148" y="2"/>
                  <a:pt x="148" y="0"/>
                </a:cubicBezTo>
              </a:path>
            </a:pathLst>
          </a:custGeom>
          <a:solidFill>
            <a:srgbClr val="FFFFFF">
              <a:alpha val="30196"/>
            </a:srgbClr>
          </a:solidFill>
          <a:ln>
            <a:noFill/>
          </a:ln>
        </p:spPr>
        <p:txBody>
          <a:bodyPr vert="horz" wrap="square" lIns="91440" tIns="45720" rIns="91440" bIns="45720" numCol="1" anchor="t" anchorCtr="0" compatLnSpc="1">
            <a:prstTxWarp prst="textNoShape">
              <a:avLst/>
            </a:prstTxWarp>
          </a:bodyPr>
          <a:lstStyle/>
          <a:p>
            <a:endParaRPr lang="en-US"/>
          </a:p>
        </p:txBody>
      </p:sp>
      <p:sp>
        <p:nvSpPr>
          <p:cNvPr id="33" name="Freeform 194"/>
          <p:cNvSpPr>
            <a:spLocks/>
          </p:cNvSpPr>
          <p:nvPr/>
        </p:nvSpPr>
        <p:spPr bwMode="auto">
          <a:xfrm>
            <a:off x="7077075" y="2011969"/>
            <a:ext cx="928688" cy="939800"/>
          </a:xfrm>
          <a:custGeom>
            <a:avLst/>
            <a:gdLst>
              <a:gd name="T0" fmla="*/ 111 w 247"/>
              <a:gd name="T1" fmla="*/ 114 h 250"/>
              <a:gd name="T2" fmla="*/ 0 w 247"/>
              <a:gd name="T3" fmla="*/ 208 h 250"/>
              <a:gd name="T4" fmla="*/ 30 w 247"/>
              <a:gd name="T5" fmla="*/ 237 h 250"/>
              <a:gd name="T6" fmla="*/ 155 w 247"/>
              <a:gd name="T7" fmla="*/ 159 h 250"/>
              <a:gd name="T8" fmla="*/ 234 w 247"/>
              <a:gd name="T9" fmla="*/ 33 h 250"/>
              <a:gd name="T10" fmla="*/ 201 w 247"/>
              <a:gd name="T11" fmla="*/ 0 h 250"/>
              <a:gd name="T12" fmla="*/ 111 w 247"/>
              <a:gd name="T13" fmla="*/ 114 h 250"/>
            </a:gdLst>
            <a:ahLst/>
            <a:cxnLst>
              <a:cxn ang="0">
                <a:pos x="T0" y="T1"/>
              </a:cxn>
              <a:cxn ang="0">
                <a:pos x="T2" y="T3"/>
              </a:cxn>
              <a:cxn ang="0">
                <a:pos x="T4" y="T5"/>
              </a:cxn>
              <a:cxn ang="0">
                <a:pos x="T6" y="T7"/>
              </a:cxn>
              <a:cxn ang="0">
                <a:pos x="T8" y="T9"/>
              </a:cxn>
              <a:cxn ang="0">
                <a:pos x="T10" y="T11"/>
              </a:cxn>
              <a:cxn ang="0">
                <a:pos x="T12" y="T13"/>
              </a:cxn>
            </a:cxnLst>
            <a:rect l="0" t="0" r="r" b="b"/>
            <a:pathLst>
              <a:path w="247" h="250">
                <a:moveTo>
                  <a:pt x="111" y="114"/>
                </a:moveTo>
                <a:cubicBezTo>
                  <a:pt x="55" y="171"/>
                  <a:pt x="14" y="221"/>
                  <a:pt x="0" y="208"/>
                </a:cubicBezTo>
                <a:cubicBezTo>
                  <a:pt x="30" y="237"/>
                  <a:pt x="30" y="237"/>
                  <a:pt x="30" y="237"/>
                </a:cubicBezTo>
                <a:cubicBezTo>
                  <a:pt x="43" y="250"/>
                  <a:pt x="99" y="215"/>
                  <a:pt x="155" y="159"/>
                </a:cubicBezTo>
                <a:cubicBezTo>
                  <a:pt x="212" y="102"/>
                  <a:pt x="247" y="46"/>
                  <a:pt x="234" y="33"/>
                </a:cubicBezTo>
                <a:cubicBezTo>
                  <a:pt x="201" y="0"/>
                  <a:pt x="201" y="0"/>
                  <a:pt x="201" y="0"/>
                </a:cubicBezTo>
                <a:cubicBezTo>
                  <a:pt x="214" y="13"/>
                  <a:pt x="167" y="58"/>
                  <a:pt x="111" y="114"/>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4" name="Freeform 195"/>
          <p:cNvSpPr>
            <a:spLocks/>
          </p:cNvSpPr>
          <p:nvPr/>
        </p:nvSpPr>
        <p:spPr bwMode="auto">
          <a:xfrm>
            <a:off x="7200900" y="2148494"/>
            <a:ext cx="812800" cy="815975"/>
          </a:xfrm>
          <a:custGeom>
            <a:avLst/>
            <a:gdLst>
              <a:gd name="T0" fmla="*/ 119 w 216"/>
              <a:gd name="T1" fmla="*/ 119 h 217"/>
              <a:gd name="T2" fmla="*/ 14 w 216"/>
              <a:gd name="T3" fmla="*/ 191 h 217"/>
              <a:gd name="T4" fmla="*/ 0 w 216"/>
              <a:gd name="T5" fmla="*/ 205 h 217"/>
              <a:gd name="T6" fmla="*/ 125 w 216"/>
              <a:gd name="T7" fmla="*/ 126 h 217"/>
              <a:gd name="T8" fmla="*/ 204 w 216"/>
              <a:gd name="T9" fmla="*/ 0 h 217"/>
              <a:gd name="T10" fmla="*/ 190 w 216"/>
              <a:gd name="T11" fmla="*/ 14 h 217"/>
              <a:gd name="T12" fmla="*/ 119 w 216"/>
              <a:gd name="T13" fmla="*/ 119 h 217"/>
            </a:gdLst>
            <a:ahLst/>
            <a:cxnLst>
              <a:cxn ang="0">
                <a:pos x="T0" y="T1"/>
              </a:cxn>
              <a:cxn ang="0">
                <a:pos x="T2" y="T3"/>
              </a:cxn>
              <a:cxn ang="0">
                <a:pos x="T4" y="T5"/>
              </a:cxn>
              <a:cxn ang="0">
                <a:pos x="T6" y="T7"/>
              </a:cxn>
              <a:cxn ang="0">
                <a:pos x="T8" y="T9"/>
              </a:cxn>
              <a:cxn ang="0">
                <a:pos x="T10" y="T11"/>
              </a:cxn>
              <a:cxn ang="0">
                <a:pos x="T12" y="T13"/>
              </a:cxn>
            </a:cxnLst>
            <a:rect l="0" t="0" r="r" b="b"/>
            <a:pathLst>
              <a:path w="216" h="217">
                <a:moveTo>
                  <a:pt x="119" y="119"/>
                </a:moveTo>
                <a:cubicBezTo>
                  <a:pt x="71" y="168"/>
                  <a:pt x="24" y="199"/>
                  <a:pt x="14" y="191"/>
                </a:cubicBezTo>
                <a:cubicBezTo>
                  <a:pt x="0" y="205"/>
                  <a:pt x="0" y="205"/>
                  <a:pt x="0" y="205"/>
                </a:cubicBezTo>
                <a:cubicBezTo>
                  <a:pt x="14" y="217"/>
                  <a:pt x="70" y="182"/>
                  <a:pt x="125" y="126"/>
                </a:cubicBezTo>
                <a:cubicBezTo>
                  <a:pt x="181" y="70"/>
                  <a:pt x="216" y="14"/>
                  <a:pt x="204" y="0"/>
                </a:cubicBezTo>
                <a:cubicBezTo>
                  <a:pt x="190" y="14"/>
                  <a:pt x="190" y="14"/>
                  <a:pt x="190" y="14"/>
                </a:cubicBezTo>
                <a:cubicBezTo>
                  <a:pt x="199" y="25"/>
                  <a:pt x="167" y="71"/>
                  <a:pt x="119" y="119"/>
                </a:cubicBezTo>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196"/>
          <p:cNvSpPr>
            <a:spLocks/>
          </p:cNvSpPr>
          <p:nvPr/>
        </p:nvSpPr>
        <p:spPr bwMode="auto">
          <a:xfrm>
            <a:off x="7324725" y="2275494"/>
            <a:ext cx="1022350" cy="1474788"/>
          </a:xfrm>
          <a:custGeom>
            <a:avLst/>
            <a:gdLst>
              <a:gd name="T0" fmla="*/ 251 w 272"/>
              <a:gd name="T1" fmla="*/ 309 h 392"/>
              <a:gd name="T2" fmla="*/ 238 w 272"/>
              <a:gd name="T3" fmla="*/ 309 h 392"/>
              <a:gd name="T4" fmla="*/ 79 w 272"/>
              <a:gd name="T5" fmla="*/ 0 h 392"/>
              <a:gd name="T6" fmla="*/ 0 w 272"/>
              <a:gd name="T7" fmla="*/ 78 h 392"/>
              <a:gd name="T8" fmla="*/ 126 w 272"/>
              <a:gd name="T9" fmla="*/ 309 h 392"/>
              <a:gd name="T10" fmla="*/ 109 w 272"/>
              <a:gd name="T11" fmla="*/ 309 h 392"/>
              <a:gd name="T12" fmla="*/ 101 w 272"/>
              <a:gd name="T13" fmla="*/ 331 h 392"/>
              <a:gd name="T14" fmla="*/ 156 w 272"/>
              <a:gd name="T15" fmla="*/ 380 h 392"/>
              <a:gd name="T16" fmla="*/ 204 w 272"/>
              <a:gd name="T17" fmla="*/ 380 h 392"/>
              <a:gd name="T18" fmla="*/ 259 w 272"/>
              <a:gd name="T19" fmla="*/ 331 h 392"/>
              <a:gd name="T20" fmla="*/ 251 w 272"/>
              <a:gd name="T21" fmla="*/ 309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2" h="392">
                <a:moveTo>
                  <a:pt x="251" y="309"/>
                </a:moveTo>
                <a:cubicBezTo>
                  <a:pt x="238" y="309"/>
                  <a:pt x="238" y="309"/>
                  <a:pt x="238" y="309"/>
                </a:cubicBezTo>
                <a:cubicBezTo>
                  <a:pt x="218" y="190"/>
                  <a:pt x="161" y="82"/>
                  <a:pt x="79" y="0"/>
                </a:cubicBezTo>
                <a:cubicBezTo>
                  <a:pt x="0" y="78"/>
                  <a:pt x="0" y="78"/>
                  <a:pt x="0" y="78"/>
                </a:cubicBezTo>
                <a:cubicBezTo>
                  <a:pt x="63" y="141"/>
                  <a:pt x="107" y="220"/>
                  <a:pt x="126" y="309"/>
                </a:cubicBezTo>
                <a:cubicBezTo>
                  <a:pt x="109" y="309"/>
                  <a:pt x="109" y="309"/>
                  <a:pt x="109" y="309"/>
                </a:cubicBezTo>
                <a:cubicBezTo>
                  <a:pt x="91" y="309"/>
                  <a:pt x="88" y="319"/>
                  <a:pt x="101" y="331"/>
                </a:cubicBezTo>
                <a:cubicBezTo>
                  <a:pt x="156" y="380"/>
                  <a:pt x="156" y="380"/>
                  <a:pt x="156" y="380"/>
                </a:cubicBezTo>
                <a:cubicBezTo>
                  <a:pt x="169" y="392"/>
                  <a:pt x="191" y="392"/>
                  <a:pt x="204" y="380"/>
                </a:cubicBezTo>
                <a:cubicBezTo>
                  <a:pt x="259" y="331"/>
                  <a:pt x="259" y="331"/>
                  <a:pt x="259" y="331"/>
                </a:cubicBezTo>
                <a:cubicBezTo>
                  <a:pt x="272" y="319"/>
                  <a:pt x="269" y="309"/>
                  <a:pt x="251" y="309"/>
                </a:cubicBezTo>
              </a:path>
            </a:pathLst>
          </a:custGeom>
          <a:solidFill>
            <a:srgbClr val="2A7BAB"/>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197"/>
          <p:cNvSpPr>
            <a:spLocks/>
          </p:cNvSpPr>
          <p:nvPr/>
        </p:nvSpPr>
        <p:spPr bwMode="auto">
          <a:xfrm>
            <a:off x="7704138" y="3437544"/>
            <a:ext cx="95250" cy="3175"/>
          </a:xfrm>
          <a:custGeom>
            <a:avLst/>
            <a:gdLst>
              <a:gd name="T0" fmla="*/ 25 w 25"/>
              <a:gd name="T1" fmla="*/ 0 h 1"/>
              <a:gd name="T2" fmla="*/ 9 w 25"/>
              <a:gd name="T3" fmla="*/ 0 h 1"/>
              <a:gd name="T4" fmla="*/ 0 w 25"/>
              <a:gd name="T5" fmla="*/ 1 h 1"/>
              <a:gd name="T6" fmla="*/ 8 w 25"/>
              <a:gd name="T7" fmla="*/ 0 h 1"/>
              <a:gd name="T8" fmla="*/ 25 w 25"/>
              <a:gd name="T9" fmla="*/ 0 h 1"/>
              <a:gd name="T10" fmla="*/ 25 w 25"/>
              <a:gd name="T11" fmla="*/ 0 h 1"/>
            </a:gdLst>
            <a:ahLst/>
            <a:cxnLst>
              <a:cxn ang="0">
                <a:pos x="T0" y="T1"/>
              </a:cxn>
              <a:cxn ang="0">
                <a:pos x="T2" y="T3"/>
              </a:cxn>
              <a:cxn ang="0">
                <a:pos x="T4" y="T5"/>
              </a:cxn>
              <a:cxn ang="0">
                <a:pos x="T6" y="T7"/>
              </a:cxn>
              <a:cxn ang="0">
                <a:pos x="T8" y="T9"/>
              </a:cxn>
              <a:cxn ang="0">
                <a:pos x="T10" y="T11"/>
              </a:cxn>
            </a:cxnLst>
            <a:rect l="0" t="0" r="r" b="b"/>
            <a:pathLst>
              <a:path w="25" h="1">
                <a:moveTo>
                  <a:pt x="25" y="0"/>
                </a:moveTo>
                <a:cubicBezTo>
                  <a:pt x="9" y="0"/>
                  <a:pt x="9" y="0"/>
                  <a:pt x="9" y="0"/>
                </a:cubicBezTo>
                <a:cubicBezTo>
                  <a:pt x="5" y="0"/>
                  <a:pt x="2" y="1"/>
                  <a:pt x="0" y="1"/>
                </a:cubicBezTo>
                <a:cubicBezTo>
                  <a:pt x="2" y="1"/>
                  <a:pt x="5" y="0"/>
                  <a:pt x="8" y="0"/>
                </a:cubicBezTo>
                <a:cubicBezTo>
                  <a:pt x="25" y="0"/>
                  <a:pt x="25" y="0"/>
                  <a:pt x="25" y="0"/>
                </a:cubicBezTo>
                <a:cubicBezTo>
                  <a:pt x="25" y="0"/>
                  <a:pt x="25" y="0"/>
                  <a:pt x="25" y="0"/>
                </a:cubicBezTo>
              </a:path>
            </a:pathLst>
          </a:custGeom>
          <a:solidFill>
            <a:srgbClr val="ACAD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198"/>
          <p:cNvSpPr>
            <a:spLocks/>
          </p:cNvSpPr>
          <p:nvPr/>
        </p:nvSpPr>
        <p:spPr bwMode="auto">
          <a:xfrm>
            <a:off x="7329488" y="2448532"/>
            <a:ext cx="690563" cy="1289050"/>
          </a:xfrm>
          <a:custGeom>
            <a:avLst/>
            <a:gdLst>
              <a:gd name="T0" fmla="*/ 32 w 184"/>
              <a:gd name="T1" fmla="*/ 0 h 343"/>
              <a:gd name="T2" fmla="*/ 0 w 184"/>
              <a:gd name="T3" fmla="*/ 32 h 343"/>
              <a:gd name="T4" fmla="*/ 126 w 184"/>
              <a:gd name="T5" fmla="*/ 263 h 343"/>
              <a:gd name="T6" fmla="*/ 125 w 184"/>
              <a:gd name="T7" fmla="*/ 263 h 343"/>
              <a:gd name="T8" fmla="*/ 125 w 184"/>
              <a:gd name="T9" fmla="*/ 263 h 343"/>
              <a:gd name="T10" fmla="*/ 108 w 184"/>
              <a:gd name="T11" fmla="*/ 263 h 343"/>
              <a:gd name="T12" fmla="*/ 100 w 184"/>
              <a:gd name="T13" fmla="*/ 264 h 343"/>
              <a:gd name="T14" fmla="*/ 101 w 184"/>
              <a:gd name="T15" fmla="*/ 285 h 343"/>
              <a:gd name="T16" fmla="*/ 156 w 184"/>
              <a:gd name="T17" fmla="*/ 334 h 343"/>
              <a:gd name="T18" fmla="*/ 180 w 184"/>
              <a:gd name="T19" fmla="*/ 343 h 343"/>
              <a:gd name="T20" fmla="*/ 184 w 184"/>
              <a:gd name="T21" fmla="*/ 342 h 343"/>
              <a:gd name="T22" fmla="*/ 32 w 184"/>
              <a:gd name="T23" fmla="*/ 0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4" h="343">
                <a:moveTo>
                  <a:pt x="32" y="0"/>
                </a:moveTo>
                <a:cubicBezTo>
                  <a:pt x="0" y="32"/>
                  <a:pt x="0" y="32"/>
                  <a:pt x="0" y="32"/>
                </a:cubicBezTo>
                <a:cubicBezTo>
                  <a:pt x="62" y="94"/>
                  <a:pt x="107" y="174"/>
                  <a:pt x="126" y="263"/>
                </a:cubicBezTo>
                <a:cubicBezTo>
                  <a:pt x="125" y="263"/>
                  <a:pt x="125" y="263"/>
                  <a:pt x="125" y="263"/>
                </a:cubicBezTo>
                <a:cubicBezTo>
                  <a:pt x="125" y="263"/>
                  <a:pt x="125" y="263"/>
                  <a:pt x="125" y="263"/>
                </a:cubicBezTo>
                <a:cubicBezTo>
                  <a:pt x="108" y="263"/>
                  <a:pt x="108" y="263"/>
                  <a:pt x="108" y="263"/>
                </a:cubicBezTo>
                <a:cubicBezTo>
                  <a:pt x="105" y="263"/>
                  <a:pt x="102" y="264"/>
                  <a:pt x="100" y="264"/>
                </a:cubicBezTo>
                <a:cubicBezTo>
                  <a:pt x="90" y="267"/>
                  <a:pt x="90" y="275"/>
                  <a:pt x="101" y="285"/>
                </a:cubicBezTo>
                <a:cubicBezTo>
                  <a:pt x="156" y="334"/>
                  <a:pt x="156" y="334"/>
                  <a:pt x="156" y="334"/>
                </a:cubicBezTo>
                <a:cubicBezTo>
                  <a:pt x="162" y="340"/>
                  <a:pt x="171" y="343"/>
                  <a:pt x="180" y="343"/>
                </a:cubicBezTo>
                <a:cubicBezTo>
                  <a:pt x="181" y="343"/>
                  <a:pt x="183" y="343"/>
                  <a:pt x="184" y="342"/>
                </a:cubicBezTo>
                <a:cubicBezTo>
                  <a:pt x="178" y="209"/>
                  <a:pt x="121" y="88"/>
                  <a:pt x="32" y="0"/>
                </a:cubicBezTo>
              </a:path>
            </a:pathLst>
          </a:custGeom>
          <a:solidFill>
            <a:srgbClr val="FFFFFF">
              <a:alpha val="30196"/>
            </a:srgb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199"/>
          <p:cNvSpPr>
            <a:spLocks/>
          </p:cNvSpPr>
          <p:nvPr/>
        </p:nvSpPr>
        <p:spPr bwMode="auto">
          <a:xfrm>
            <a:off x="4310063" y="1892907"/>
            <a:ext cx="936625" cy="923925"/>
          </a:xfrm>
          <a:custGeom>
            <a:avLst/>
            <a:gdLst>
              <a:gd name="T0" fmla="*/ 114 w 249"/>
              <a:gd name="T1" fmla="*/ 135 h 246"/>
              <a:gd name="T2" fmla="*/ 207 w 249"/>
              <a:gd name="T3" fmla="*/ 246 h 246"/>
              <a:gd name="T4" fmla="*/ 236 w 249"/>
              <a:gd name="T5" fmla="*/ 217 h 246"/>
              <a:gd name="T6" fmla="*/ 158 w 249"/>
              <a:gd name="T7" fmla="*/ 91 h 246"/>
              <a:gd name="T8" fmla="*/ 32 w 249"/>
              <a:gd name="T9" fmla="*/ 13 h 246"/>
              <a:gd name="T10" fmla="*/ 0 w 249"/>
              <a:gd name="T11" fmla="*/ 46 h 246"/>
              <a:gd name="T12" fmla="*/ 114 w 249"/>
              <a:gd name="T13" fmla="*/ 135 h 246"/>
            </a:gdLst>
            <a:ahLst/>
            <a:cxnLst>
              <a:cxn ang="0">
                <a:pos x="T0" y="T1"/>
              </a:cxn>
              <a:cxn ang="0">
                <a:pos x="T2" y="T3"/>
              </a:cxn>
              <a:cxn ang="0">
                <a:pos x="T4" y="T5"/>
              </a:cxn>
              <a:cxn ang="0">
                <a:pos x="T6" y="T7"/>
              </a:cxn>
              <a:cxn ang="0">
                <a:pos x="T8" y="T9"/>
              </a:cxn>
              <a:cxn ang="0">
                <a:pos x="T10" y="T11"/>
              </a:cxn>
              <a:cxn ang="0">
                <a:pos x="T12" y="T13"/>
              </a:cxn>
            </a:cxnLst>
            <a:rect l="0" t="0" r="r" b="b"/>
            <a:pathLst>
              <a:path w="249" h="246">
                <a:moveTo>
                  <a:pt x="114" y="135"/>
                </a:moveTo>
                <a:cubicBezTo>
                  <a:pt x="170" y="192"/>
                  <a:pt x="220" y="233"/>
                  <a:pt x="207" y="246"/>
                </a:cubicBezTo>
                <a:cubicBezTo>
                  <a:pt x="236" y="217"/>
                  <a:pt x="236" y="217"/>
                  <a:pt x="236" y="217"/>
                </a:cubicBezTo>
                <a:cubicBezTo>
                  <a:pt x="249" y="204"/>
                  <a:pt x="214" y="148"/>
                  <a:pt x="158" y="91"/>
                </a:cubicBezTo>
                <a:cubicBezTo>
                  <a:pt x="102" y="35"/>
                  <a:pt x="45" y="0"/>
                  <a:pt x="32" y="13"/>
                </a:cubicBezTo>
                <a:cubicBezTo>
                  <a:pt x="0" y="46"/>
                  <a:pt x="0" y="46"/>
                  <a:pt x="0" y="46"/>
                </a:cubicBezTo>
                <a:cubicBezTo>
                  <a:pt x="13" y="32"/>
                  <a:pt x="57" y="79"/>
                  <a:pt x="114" y="135"/>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200"/>
          <p:cNvSpPr>
            <a:spLocks/>
          </p:cNvSpPr>
          <p:nvPr/>
        </p:nvSpPr>
        <p:spPr bwMode="auto">
          <a:xfrm>
            <a:off x="4445000" y="1881794"/>
            <a:ext cx="812800" cy="814388"/>
          </a:xfrm>
          <a:custGeom>
            <a:avLst/>
            <a:gdLst>
              <a:gd name="T0" fmla="*/ 119 w 216"/>
              <a:gd name="T1" fmla="*/ 98 h 217"/>
              <a:gd name="T2" fmla="*/ 190 w 216"/>
              <a:gd name="T3" fmla="*/ 203 h 217"/>
              <a:gd name="T4" fmla="*/ 204 w 216"/>
              <a:gd name="T5" fmla="*/ 217 h 217"/>
              <a:gd name="T6" fmla="*/ 125 w 216"/>
              <a:gd name="T7" fmla="*/ 91 h 217"/>
              <a:gd name="T8" fmla="*/ 0 w 216"/>
              <a:gd name="T9" fmla="*/ 12 h 217"/>
              <a:gd name="T10" fmla="*/ 14 w 216"/>
              <a:gd name="T11" fmla="*/ 26 h 217"/>
              <a:gd name="T12" fmla="*/ 119 w 216"/>
              <a:gd name="T13" fmla="*/ 98 h 217"/>
            </a:gdLst>
            <a:ahLst/>
            <a:cxnLst>
              <a:cxn ang="0">
                <a:pos x="T0" y="T1"/>
              </a:cxn>
              <a:cxn ang="0">
                <a:pos x="T2" y="T3"/>
              </a:cxn>
              <a:cxn ang="0">
                <a:pos x="T4" y="T5"/>
              </a:cxn>
              <a:cxn ang="0">
                <a:pos x="T6" y="T7"/>
              </a:cxn>
              <a:cxn ang="0">
                <a:pos x="T8" y="T9"/>
              </a:cxn>
              <a:cxn ang="0">
                <a:pos x="T10" y="T11"/>
              </a:cxn>
              <a:cxn ang="0">
                <a:pos x="T12" y="T13"/>
              </a:cxn>
            </a:cxnLst>
            <a:rect l="0" t="0" r="r" b="b"/>
            <a:pathLst>
              <a:path w="216" h="217">
                <a:moveTo>
                  <a:pt x="119" y="98"/>
                </a:moveTo>
                <a:cubicBezTo>
                  <a:pt x="167" y="146"/>
                  <a:pt x="198" y="193"/>
                  <a:pt x="190" y="203"/>
                </a:cubicBezTo>
                <a:cubicBezTo>
                  <a:pt x="204" y="217"/>
                  <a:pt x="204" y="217"/>
                  <a:pt x="204" y="217"/>
                </a:cubicBezTo>
                <a:cubicBezTo>
                  <a:pt x="216" y="203"/>
                  <a:pt x="181" y="147"/>
                  <a:pt x="125" y="91"/>
                </a:cubicBezTo>
                <a:cubicBezTo>
                  <a:pt x="69" y="35"/>
                  <a:pt x="14" y="0"/>
                  <a:pt x="0" y="12"/>
                </a:cubicBezTo>
                <a:cubicBezTo>
                  <a:pt x="14" y="26"/>
                  <a:pt x="14" y="26"/>
                  <a:pt x="14" y="26"/>
                </a:cubicBezTo>
                <a:cubicBezTo>
                  <a:pt x="24" y="18"/>
                  <a:pt x="71" y="49"/>
                  <a:pt x="119" y="98"/>
                </a:cubicBezTo>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201"/>
          <p:cNvSpPr>
            <a:spLocks/>
          </p:cNvSpPr>
          <p:nvPr/>
        </p:nvSpPr>
        <p:spPr bwMode="auto">
          <a:xfrm>
            <a:off x="4570413" y="1554769"/>
            <a:ext cx="1457325" cy="1014413"/>
          </a:xfrm>
          <a:custGeom>
            <a:avLst/>
            <a:gdLst>
              <a:gd name="T0" fmla="*/ 376 w 388"/>
              <a:gd name="T1" fmla="*/ 68 h 270"/>
              <a:gd name="T2" fmla="*/ 327 w 388"/>
              <a:gd name="T3" fmla="*/ 13 h 270"/>
              <a:gd name="T4" fmla="*/ 306 w 388"/>
              <a:gd name="T5" fmla="*/ 22 h 270"/>
              <a:gd name="T6" fmla="*/ 306 w 388"/>
              <a:gd name="T7" fmla="*/ 33 h 270"/>
              <a:gd name="T8" fmla="*/ 0 w 388"/>
              <a:gd name="T9" fmla="*/ 192 h 270"/>
              <a:gd name="T10" fmla="*/ 79 w 388"/>
              <a:gd name="T11" fmla="*/ 270 h 270"/>
              <a:gd name="T12" fmla="*/ 306 w 388"/>
              <a:gd name="T13" fmla="*/ 145 h 270"/>
              <a:gd name="T14" fmla="*/ 306 w 388"/>
              <a:gd name="T15" fmla="*/ 163 h 270"/>
              <a:gd name="T16" fmla="*/ 327 w 388"/>
              <a:gd name="T17" fmla="*/ 172 h 270"/>
              <a:gd name="T18" fmla="*/ 376 w 388"/>
              <a:gd name="T19" fmla="*/ 117 h 270"/>
              <a:gd name="T20" fmla="*/ 376 w 388"/>
              <a:gd name="T21" fmla="*/ 68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8" h="270">
                <a:moveTo>
                  <a:pt x="376" y="68"/>
                </a:moveTo>
                <a:cubicBezTo>
                  <a:pt x="327" y="13"/>
                  <a:pt x="327" y="13"/>
                  <a:pt x="327" y="13"/>
                </a:cubicBezTo>
                <a:cubicBezTo>
                  <a:pt x="315" y="0"/>
                  <a:pt x="306" y="4"/>
                  <a:pt x="306" y="22"/>
                </a:cubicBezTo>
                <a:cubicBezTo>
                  <a:pt x="306" y="33"/>
                  <a:pt x="306" y="33"/>
                  <a:pt x="306" y="33"/>
                </a:cubicBezTo>
                <a:cubicBezTo>
                  <a:pt x="187" y="53"/>
                  <a:pt x="82" y="111"/>
                  <a:pt x="0" y="192"/>
                </a:cubicBezTo>
                <a:cubicBezTo>
                  <a:pt x="79" y="270"/>
                  <a:pt x="79" y="270"/>
                  <a:pt x="79" y="270"/>
                </a:cubicBezTo>
                <a:cubicBezTo>
                  <a:pt x="140" y="209"/>
                  <a:pt x="218" y="165"/>
                  <a:pt x="306" y="145"/>
                </a:cubicBezTo>
                <a:cubicBezTo>
                  <a:pt x="306" y="163"/>
                  <a:pt x="306" y="163"/>
                  <a:pt x="306" y="163"/>
                </a:cubicBezTo>
                <a:cubicBezTo>
                  <a:pt x="306" y="181"/>
                  <a:pt x="315" y="185"/>
                  <a:pt x="327" y="172"/>
                </a:cubicBezTo>
                <a:cubicBezTo>
                  <a:pt x="376" y="117"/>
                  <a:pt x="376" y="117"/>
                  <a:pt x="376" y="117"/>
                </a:cubicBezTo>
                <a:cubicBezTo>
                  <a:pt x="388" y="104"/>
                  <a:pt x="388" y="82"/>
                  <a:pt x="376" y="68"/>
                </a:cubicBezTo>
              </a:path>
            </a:pathLst>
          </a:custGeom>
          <a:solidFill>
            <a:srgbClr val="81C822"/>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202"/>
          <p:cNvSpPr>
            <a:spLocks/>
          </p:cNvSpPr>
          <p:nvPr/>
        </p:nvSpPr>
        <p:spPr bwMode="auto">
          <a:xfrm>
            <a:off x="5761038" y="1888144"/>
            <a:ext cx="263525" cy="338138"/>
          </a:xfrm>
          <a:custGeom>
            <a:avLst/>
            <a:gdLst>
              <a:gd name="T0" fmla="*/ 69 w 70"/>
              <a:gd name="T1" fmla="*/ 0 h 90"/>
              <a:gd name="T2" fmla="*/ 68 w 70"/>
              <a:gd name="T3" fmla="*/ 0 h 90"/>
              <a:gd name="T4" fmla="*/ 59 w 70"/>
              <a:gd name="T5" fmla="*/ 28 h 90"/>
              <a:gd name="T6" fmla="*/ 10 w 70"/>
              <a:gd name="T7" fmla="*/ 83 h 90"/>
              <a:gd name="T8" fmla="*/ 0 w 70"/>
              <a:gd name="T9" fmla="*/ 90 h 90"/>
              <a:gd name="T10" fmla="*/ 11 w 70"/>
              <a:gd name="T11" fmla="*/ 82 h 90"/>
              <a:gd name="T12" fmla="*/ 60 w 70"/>
              <a:gd name="T13" fmla="*/ 28 h 90"/>
              <a:gd name="T14" fmla="*/ 69 w 70"/>
              <a:gd name="T15" fmla="*/ 0 h 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90">
                <a:moveTo>
                  <a:pt x="69" y="0"/>
                </a:moveTo>
                <a:cubicBezTo>
                  <a:pt x="68" y="0"/>
                  <a:pt x="68" y="0"/>
                  <a:pt x="68" y="0"/>
                </a:cubicBezTo>
                <a:cubicBezTo>
                  <a:pt x="69" y="10"/>
                  <a:pt x="66" y="20"/>
                  <a:pt x="59" y="28"/>
                </a:cubicBezTo>
                <a:cubicBezTo>
                  <a:pt x="10" y="83"/>
                  <a:pt x="10" y="83"/>
                  <a:pt x="10" y="83"/>
                </a:cubicBezTo>
                <a:cubicBezTo>
                  <a:pt x="7" y="87"/>
                  <a:pt x="3" y="89"/>
                  <a:pt x="0" y="90"/>
                </a:cubicBezTo>
                <a:cubicBezTo>
                  <a:pt x="4" y="89"/>
                  <a:pt x="7" y="87"/>
                  <a:pt x="11" y="82"/>
                </a:cubicBezTo>
                <a:cubicBezTo>
                  <a:pt x="60" y="28"/>
                  <a:pt x="60" y="28"/>
                  <a:pt x="60" y="28"/>
                </a:cubicBezTo>
                <a:cubicBezTo>
                  <a:pt x="67" y="20"/>
                  <a:pt x="70" y="10"/>
                  <a:pt x="69" y="0"/>
                </a:cubicBezTo>
              </a:path>
            </a:pathLst>
          </a:custGeom>
          <a:solidFill>
            <a:srgbClr val="B2B4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203"/>
          <p:cNvSpPr>
            <a:spLocks/>
          </p:cNvSpPr>
          <p:nvPr/>
        </p:nvSpPr>
        <p:spPr bwMode="auto">
          <a:xfrm>
            <a:off x="5070475" y="2264382"/>
            <a:ext cx="201613" cy="131763"/>
          </a:xfrm>
          <a:custGeom>
            <a:avLst/>
            <a:gdLst>
              <a:gd name="T0" fmla="*/ 54 w 54"/>
              <a:gd name="T1" fmla="*/ 0 h 35"/>
              <a:gd name="T2" fmla="*/ 0 w 54"/>
              <a:gd name="T3" fmla="*/ 35 h 35"/>
              <a:gd name="T4" fmla="*/ 0 w 54"/>
              <a:gd name="T5" fmla="*/ 35 h 35"/>
              <a:gd name="T6" fmla="*/ 54 w 54"/>
              <a:gd name="T7" fmla="*/ 1 h 35"/>
              <a:gd name="T8" fmla="*/ 54 w 54"/>
              <a:gd name="T9" fmla="*/ 0 h 35"/>
            </a:gdLst>
            <a:ahLst/>
            <a:cxnLst>
              <a:cxn ang="0">
                <a:pos x="T0" y="T1"/>
              </a:cxn>
              <a:cxn ang="0">
                <a:pos x="T2" y="T3"/>
              </a:cxn>
              <a:cxn ang="0">
                <a:pos x="T4" y="T5"/>
              </a:cxn>
              <a:cxn ang="0">
                <a:pos x="T6" y="T7"/>
              </a:cxn>
              <a:cxn ang="0">
                <a:pos x="T8" y="T9"/>
              </a:cxn>
            </a:cxnLst>
            <a:rect l="0" t="0" r="r" b="b"/>
            <a:pathLst>
              <a:path w="54" h="35">
                <a:moveTo>
                  <a:pt x="54" y="0"/>
                </a:moveTo>
                <a:cubicBezTo>
                  <a:pt x="35" y="11"/>
                  <a:pt x="17" y="22"/>
                  <a:pt x="0" y="35"/>
                </a:cubicBezTo>
                <a:cubicBezTo>
                  <a:pt x="0" y="35"/>
                  <a:pt x="0" y="35"/>
                  <a:pt x="0" y="35"/>
                </a:cubicBezTo>
                <a:cubicBezTo>
                  <a:pt x="17" y="22"/>
                  <a:pt x="35" y="11"/>
                  <a:pt x="54" y="1"/>
                </a:cubicBezTo>
                <a:cubicBezTo>
                  <a:pt x="54" y="0"/>
                  <a:pt x="54" y="0"/>
                  <a:pt x="54" y="0"/>
                </a:cubicBezTo>
              </a:path>
            </a:pathLst>
          </a:custGeom>
          <a:solidFill>
            <a:srgbClr val="B3B4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Freeform 204"/>
          <p:cNvSpPr>
            <a:spLocks/>
          </p:cNvSpPr>
          <p:nvPr/>
        </p:nvSpPr>
        <p:spPr bwMode="auto">
          <a:xfrm>
            <a:off x="5272088" y="2137382"/>
            <a:ext cx="315913" cy="130175"/>
          </a:xfrm>
          <a:custGeom>
            <a:avLst/>
            <a:gdLst>
              <a:gd name="T0" fmla="*/ 84 w 84"/>
              <a:gd name="T1" fmla="*/ 0 h 35"/>
              <a:gd name="T2" fmla="*/ 0 w 84"/>
              <a:gd name="T3" fmla="*/ 34 h 35"/>
              <a:gd name="T4" fmla="*/ 0 w 84"/>
              <a:gd name="T5" fmla="*/ 35 h 35"/>
              <a:gd name="T6" fmla="*/ 84 w 84"/>
              <a:gd name="T7" fmla="*/ 0 h 35"/>
            </a:gdLst>
            <a:ahLst/>
            <a:cxnLst>
              <a:cxn ang="0">
                <a:pos x="T0" y="T1"/>
              </a:cxn>
              <a:cxn ang="0">
                <a:pos x="T2" y="T3"/>
              </a:cxn>
              <a:cxn ang="0">
                <a:pos x="T4" y="T5"/>
              </a:cxn>
              <a:cxn ang="0">
                <a:pos x="T6" y="T7"/>
              </a:cxn>
            </a:cxnLst>
            <a:rect l="0" t="0" r="r" b="b"/>
            <a:pathLst>
              <a:path w="84" h="35">
                <a:moveTo>
                  <a:pt x="84" y="0"/>
                </a:moveTo>
                <a:cubicBezTo>
                  <a:pt x="55" y="8"/>
                  <a:pt x="27" y="20"/>
                  <a:pt x="0" y="34"/>
                </a:cubicBezTo>
                <a:cubicBezTo>
                  <a:pt x="0" y="35"/>
                  <a:pt x="0" y="35"/>
                  <a:pt x="0" y="35"/>
                </a:cubicBezTo>
                <a:cubicBezTo>
                  <a:pt x="27" y="20"/>
                  <a:pt x="55" y="9"/>
                  <a:pt x="84" y="0"/>
                </a:cubicBezTo>
              </a:path>
            </a:pathLst>
          </a:custGeom>
          <a:solidFill>
            <a:srgbClr val="B2B4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205"/>
          <p:cNvSpPr>
            <a:spLocks/>
          </p:cNvSpPr>
          <p:nvPr/>
        </p:nvSpPr>
        <p:spPr bwMode="auto">
          <a:xfrm>
            <a:off x="4867275" y="2546957"/>
            <a:ext cx="22225" cy="22225"/>
          </a:xfrm>
          <a:custGeom>
            <a:avLst/>
            <a:gdLst>
              <a:gd name="T0" fmla="*/ 6 w 6"/>
              <a:gd name="T1" fmla="*/ 0 h 6"/>
              <a:gd name="T2" fmla="*/ 0 w 6"/>
              <a:gd name="T3" fmla="*/ 6 h 6"/>
              <a:gd name="T4" fmla="*/ 0 w 6"/>
              <a:gd name="T5" fmla="*/ 6 h 6"/>
              <a:gd name="T6" fmla="*/ 6 w 6"/>
              <a:gd name="T7" fmla="*/ 1 h 6"/>
              <a:gd name="T8" fmla="*/ 6 w 6"/>
              <a:gd name="T9" fmla="*/ 0 h 6"/>
            </a:gdLst>
            <a:ahLst/>
            <a:cxnLst>
              <a:cxn ang="0">
                <a:pos x="T0" y="T1"/>
              </a:cxn>
              <a:cxn ang="0">
                <a:pos x="T2" y="T3"/>
              </a:cxn>
              <a:cxn ang="0">
                <a:pos x="T4" y="T5"/>
              </a:cxn>
              <a:cxn ang="0">
                <a:pos x="T6" y="T7"/>
              </a:cxn>
              <a:cxn ang="0">
                <a:pos x="T8" y="T9"/>
              </a:cxn>
            </a:cxnLst>
            <a:rect l="0" t="0" r="r" b="b"/>
            <a:pathLst>
              <a:path w="6" h="6">
                <a:moveTo>
                  <a:pt x="6" y="0"/>
                </a:moveTo>
                <a:cubicBezTo>
                  <a:pt x="4" y="2"/>
                  <a:pt x="2" y="4"/>
                  <a:pt x="0" y="6"/>
                </a:cubicBezTo>
                <a:cubicBezTo>
                  <a:pt x="0" y="6"/>
                  <a:pt x="0" y="6"/>
                  <a:pt x="0" y="6"/>
                </a:cubicBezTo>
                <a:cubicBezTo>
                  <a:pt x="2" y="4"/>
                  <a:pt x="4" y="2"/>
                  <a:pt x="6" y="1"/>
                </a:cubicBezTo>
                <a:cubicBezTo>
                  <a:pt x="6" y="1"/>
                  <a:pt x="6" y="1"/>
                  <a:pt x="6" y="0"/>
                </a:cubicBezTo>
              </a:path>
            </a:pathLst>
          </a:custGeom>
          <a:solidFill>
            <a:srgbClr val="ACAD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 name="Freeform 206"/>
          <p:cNvSpPr>
            <a:spLocks/>
          </p:cNvSpPr>
          <p:nvPr/>
        </p:nvSpPr>
        <p:spPr bwMode="auto">
          <a:xfrm>
            <a:off x="4889500" y="2415194"/>
            <a:ext cx="153988" cy="134938"/>
          </a:xfrm>
          <a:custGeom>
            <a:avLst/>
            <a:gdLst>
              <a:gd name="T0" fmla="*/ 41 w 41"/>
              <a:gd name="T1" fmla="*/ 0 h 36"/>
              <a:gd name="T2" fmla="*/ 0 w 41"/>
              <a:gd name="T3" fmla="*/ 35 h 36"/>
              <a:gd name="T4" fmla="*/ 0 w 41"/>
              <a:gd name="T5" fmla="*/ 36 h 36"/>
              <a:gd name="T6" fmla="*/ 41 w 41"/>
              <a:gd name="T7" fmla="*/ 0 h 36"/>
              <a:gd name="T8" fmla="*/ 41 w 41"/>
              <a:gd name="T9" fmla="*/ 0 h 36"/>
            </a:gdLst>
            <a:ahLst/>
            <a:cxnLst>
              <a:cxn ang="0">
                <a:pos x="T0" y="T1"/>
              </a:cxn>
              <a:cxn ang="0">
                <a:pos x="T2" y="T3"/>
              </a:cxn>
              <a:cxn ang="0">
                <a:pos x="T4" y="T5"/>
              </a:cxn>
              <a:cxn ang="0">
                <a:pos x="T6" y="T7"/>
              </a:cxn>
              <a:cxn ang="0">
                <a:pos x="T8" y="T9"/>
              </a:cxn>
            </a:cxnLst>
            <a:rect l="0" t="0" r="r" b="b"/>
            <a:pathLst>
              <a:path w="41" h="36">
                <a:moveTo>
                  <a:pt x="41" y="0"/>
                </a:moveTo>
                <a:cubicBezTo>
                  <a:pt x="26" y="11"/>
                  <a:pt x="13" y="23"/>
                  <a:pt x="0" y="35"/>
                </a:cubicBezTo>
                <a:cubicBezTo>
                  <a:pt x="0" y="36"/>
                  <a:pt x="0" y="36"/>
                  <a:pt x="0" y="36"/>
                </a:cubicBezTo>
                <a:cubicBezTo>
                  <a:pt x="13" y="23"/>
                  <a:pt x="27" y="11"/>
                  <a:pt x="41" y="0"/>
                </a:cubicBezTo>
                <a:cubicBezTo>
                  <a:pt x="41" y="0"/>
                  <a:pt x="41" y="0"/>
                  <a:pt x="41" y="0"/>
                </a:cubicBezTo>
              </a:path>
            </a:pathLst>
          </a:custGeom>
          <a:solidFill>
            <a:srgbClr val="432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Freeform 207"/>
          <p:cNvSpPr>
            <a:spLocks/>
          </p:cNvSpPr>
          <p:nvPr/>
        </p:nvSpPr>
        <p:spPr bwMode="auto">
          <a:xfrm>
            <a:off x="5043488" y="2396144"/>
            <a:ext cx="26988" cy="19050"/>
          </a:xfrm>
          <a:custGeom>
            <a:avLst/>
            <a:gdLst>
              <a:gd name="T0" fmla="*/ 7 w 7"/>
              <a:gd name="T1" fmla="*/ 0 h 5"/>
              <a:gd name="T2" fmla="*/ 0 w 7"/>
              <a:gd name="T3" fmla="*/ 5 h 5"/>
              <a:gd name="T4" fmla="*/ 0 w 7"/>
              <a:gd name="T5" fmla="*/ 5 h 5"/>
              <a:gd name="T6" fmla="*/ 7 w 7"/>
              <a:gd name="T7" fmla="*/ 0 h 5"/>
              <a:gd name="T8" fmla="*/ 7 w 7"/>
              <a:gd name="T9" fmla="*/ 0 h 5"/>
            </a:gdLst>
            <a:ahLst/>
            <a:cxnLst>
              <a:cxn ang="0">
                <a:pos x="T0" y="T1"/>
              </a:cxn>
              <a:cxn ang="0">
                <a:pos x="T2" y="T3"/>
              </a:cxn>
              <a:cxn ang="0">
                <a:pos x="T4" y="T5"/>
              </a:cxn>
              <a:cxn ang="0">
                <a:pos x="T6" y="T7"/>
              </a:cxn>
              <a:cxn ang="0">
                <a:pos x="T8" y="T9"/>
              </a:cxn>
            </a:cxnLst>
            <a:rect l="0" t="0" r="r" b="b"/>
            <a:pathLst>
              <a:path w="7" h="5">
                <a:moveTo>
                  <a:pt x="7" y="0"/>
                </a:moveTo>
                <a:cubicBezTo>
                  <a:pt x="5" y="1"/>
                  <a:pt x="2" y="3"/>
                  <a:pt x="0" y="5"/>
                </a:cubicBezTo>
                <a:cubicBezTo>
                  <a:pt x="0" y="5"/>
                  <a:pt x="0" y="5"/>
                  <a:pt x="0" y="5"/>
                </a:cubicBezTo>
                <a:cubicBezTo>
                  <a:pt x="2" y="3"/>
                  <a:pt x="5" y="2"/>
                  <a:pt x="7" y="0"/>
                </a:cubicBezTo>
                <a:cubicBezTo>
                  <a:pt x="7" y="0"/>
                  <a:pt x="7" y="0"/>
                  <a:pt x="7" y="0"/>
                </a:cubicBezTo>
              </a:path>
            </a:pathLst>
          </a:custGeom>
          <a:solidFill>
            <a:srgbClr val="BA75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Freeform 208"/>
          <p:cNvSpPr>
            <a:spLocks/>
          </p:cNvSpPr>
          <p:nvPr/>
        </p:nvSpPr>
        <p:spPr bwMode="auto">
          <a:xfrm>
            <a:off x="4738688" y="1888144"/>
            <a:ext cx="1282700" cy="681038"/>
          </a:xfrm>
          <a:custGeom>
            <a:avLst/>
            <a:gdLst>
              <a:gd name="T0" fmla="*/ 340 w 341"/>
              <a:gd name="T1" fmla="*/ 0 h 181"/>
              <a:gd name="T2" fmla="*/ 0 w 341"/>
              <a:gd name="T3" fmla="*/ 146 h 181"/>
              <a:gd name="T4" fmla="*/ 34 w 341"/>
              <a:gd name="T5" fmla="*/ 181 h 181"/>
              <a:gd name="T6" fmla="*/ 40 w 341"/>
              <a:gd name="T7" fmla="*/ 175 h 181"/>
              <a:gd name="T8" fmla="*/ 81 w 341"/>
              <a:gd name="T9" fmla="*/ 140 h 181"/>
              <a:gd name="T10" fmla="*/ 88 w 341"/>
              <a:gd name="T11" fmla="*/ 135 h 181"/>
              <a:gd name="T12" fmla="*/ 142 w 341"/>
              <a:gd name="T13" fmla="*/ 100 h 181"/>
              <a:gd name="T14" fmla="*/ 226 w 341"/>
              <a:gd name="T15" fmla="*/ 66 h 181"/>
              <a:gd name="T16" fmla="*/ 262 w 341"/>
              <a:gd name="T17" fmla="*/ 56 h 181"/>
              <a:gd name="T18" fmla="*/ 262 w 341"/>
              <a:gd name="T19" fmla="*/ 74 h 181"/>
              <a:gd name="T20" fmla="*/ 270 w 341"/>
              <a:gd name="T21" fmla="*/ 91 h 181"/>
              <a:gd name="T22" fmla="*/ 272 w 341"/>
              <a:gd name="T23" fmla="*/ 90 h 181"/>
              <a:gd name="T24" fmla="*/ 282 w 341"/>
              <a:gd name="T25" fmla="*/ 83 h 181"/>
              <a:gd name="T26" fmla="*/ 331 w 341"/>
              <a:gd name="T27" fmla="*/ 28 h 181"/>
              <a:gd name="T28" fmla="*/ 340 w 341"/>
              <a:gd name="T29"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1" h="181">
                <a:moveTo>
                  <a:pt x="340" y="0"/>
                </a:moveTo>
                <a:cubicBezTo>
                  <a:pt x="208" y="5"/>
                  <a:pt x="88" y="60"/>
                  <a:pt x="0" y="146"/>
                </a:cubicBezTo>
                <a:cubicBezTo>
                  <a:pt x="34" y="181"/>
                  <a:pt x="34" y="181"/>
                  <a:pt x="34" y="181"/>
                </a:cubicBezTo>
                <a:cubicBezTo>
                  <a:pt x="36" y="179"/>
                  <a:pt x="38" y="177"/>
                  <a:pt x="40" y="175"/>
                </a:cubicBezTo>
                <a:cubicBezTo>
                  <a:pt x="53" y="163"/>
                  <a:pt x="66" y="151"/>
                  <a:pt x="81" y="140"/>
                </a:cubicBezTo>
                <a:cubicBezTo>
                  <a:pt x="83" y="138"/>
                  <a:pt x="86" y="136"/>
                  <a:pt x="88" y="135"/>
                </a:cubicBezTo>
                <a:cubicBezTo>
                  <a:pt x="105" y="122"/>
                  <a:pt x="123" y="111"/>
                  <a:pt x="142" y="100"/>
                </a:cubicBezTo>
                <a:cubicBezTo>
                  <a:pt x="169" y="86"/>
                  <a:pt x="197" y="74"/>
                  <a:pt x="226" y="66"/>
                </a:cubicBezTo>
                <a:cubicBezTo>
                  <a:pt x="238" y="62"/>
                  <a:pt x="249" y="59"/>
                  <a:pt x="262" y="56"/>
                </a:cubicBezTo>
                <a:cubicBezTo>
                  <a:pt x="262" y="74"/>
                  <a:pt x="262" y="74"/>
                  <a:pt x="262" y="74"/>
                </a:cubicBezTo>
                <a:cubicBezTo>
                  <a:pt x="262" y="85"/>
                  <a:pt x="265" y="91"/>
                  <a:pt x="270" y="91"/>
                </a:cubicBezTo>
                <a:cubicBezTo>
                  <a:pt x="271" y="91"/>
                  <a:pt x="272" y="90"/>
                  <a:pt x="272" y="90"/>
                </a:cubicBezTo>
                <a:cubicBezTo>
                  <a:pt x="275" y="89"/>
                  <a:pt x="279" y="87"/>
                  <a:pt x="282" y="83"/>
                </a:cubicBezTo>
                <a:cubicBezTo>
                  <a:pt x="331" y="28"/>
                  <a:pt x="331" y="28"/>
                  <a:pt x="331" y="28"/>
                </a:cubicBezTo>
                <a:cubicBezTo>
                  <a:pt x="338" y="20"/>
                  <a:pt x="341" y="10"/>
                  <a:pt x="340" y="0"/>
                </a:cubicBezTo>
              </a:path>
            </a:pathLst>
          </a:custGeom>
          <a:solidFill>
            <a:srgbClr val="FFFFFF">
              <a:alpha val="30196"/>
            </a:srgb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209"/>
          <p:cNvSpPr>
            <a:spLocks/>
          </p:cNvSpPr>
          <p:nvPr/>
        </p:nvSpPr>
        <p:spPr bwMode="auto">
          <a:xfrm>
            <a:off x="6062663" y="1310294"/>
            <a:ext cx="296863" cy="1082675"/>
          </a:xfrm>
          <a:custGeom>
            <a:avLst/>
            <a:gdLst>
              <a:gd name="T0" fmla="*/ 17 w 79"/>
              <a:gd name="T1" fmla="*/ 144 h 288"/>
              <a:gd name="T2" fmla="*/ 4 w 79"/>
              <a:gd name="T3" fmla="*/ 288 h 288"/>
              <a:gd name="T4" fmla="*/ 46 w 79"/>
              <a:gd name="T5" fmla="*/ 288 h 288"/>
              <a:gd name="T6" fmla="*/ 79 w 79"/>
              <a:gd name="T7" fmla="*/ 144 h 288"/>
              <a:gd name="T8" fmla="*/ 46 w 79"/>
              <a:gd name="T9" fmla="*/ 0 h 288"/>
              <a:gd name="T10" fmla="*/ 0 w 79"/>
              <a:gd name="T11" fmla="*/ 0 h 288"/>
              <a:gd name="T12" fmla="*/ 17 w 79"/>
              <a:gd name="T13" fmla="*/ 144 h 288"/>
            </a:gdLst>
            <a:ahLst/>
            <a:cxnLst>
              <a:cxn ang="0">
                <a:pos x="T0" y="T1"/>
              </a:cxn>
              <a:cxn ang="0">
                <a:pos x="T2" y="T3"/>
              </a:cxn>
              <a:cxn ang="0">
                <a:pos x="T4" y="T5"/>
              </a:cxn>
              <a:cxn ang="0">
                <a:pos x="T6" y="T7"/>
              </a:cxn>
              <a:cxn ang="0">
                <a:pos x="T8" y="T9"/>
              </a:cxn>
              <a:cxn ang="0">
                <a:pos x="T10" y="T11"/>
              </a:cxn>
              <a:cxn ang="0">
                <a:pos x="T12" y="T13"/>
              </a:cxn>
            </a:cxnLst>
            <a:rect l="0" t="0" r="r" b="b"/>
            <a:pathLst>
              <a:path w="79" h="288">
                <a:moveTo>
                  <a:pt x="17" y="144"/>
                </a:moveTo>
                <a:cubicBezTo>
                  <a:pt x="17" y="224"/>
                  <a:pt x="23" y="288"/>
                  <a:pt x="4" y="288"/>
                </a:cubicBezTo>
                <a:cubicBezTo>
                  <a:pt x="46" y="288"/>
                  <a:pt x="46" y="288"/>
                  <a:pt x="46" y="288"/>
                </a:cubicBezTo>
                <a:cubicBezTo>
                  <a:pt x="64" y="288"/>
                  <a:pt x="79" y="224"/>
                  <a:pt x="79" y="144"/>
                </a:cubicBezTo>
                <a:cubicBezTo>
                  <a:pt x="79" y="64"/>
                  <a:pt x="64" y="0"/>
                  <a:pt x="46" y="0"/>
                </a:cubicBezTo>
                <a:cubicBezTo>
                  <a:pt x="0" y="0"/>
                  <a:pt x="0" y="0"/>
                  <a:pt x="0" y="0"/>
                </a:cubicBezTo>
                <a:cubicBezTo>
                  <a:pt x="18" y="0"/>
                  <a:pt x="17" y="64"/>
                  <a:pt x="17" y="144"/>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210"/>
          <p:cNvSpPr>
            <a:spLocks/>
          </p:cNvSpPr>
          <p:nvPr/>
        </p:nvSpPr>
        <p:spPr bwMode="auto">
          <a:xfrm>
            <a:off x="6253163" y="1310294"/>
            <a:ext cx="125413" cy="1082675"/>
          </a:xfrm>
          <a:custGeom>
            <a:avLst/>
            <a:gdLst>
              <a:gd name="T0" fmla="*/ 24 w 33"/>
              <a:gd name="T1" fmla="*/ 144 h 288"/>
              <a:gd name="T2" fmla="*/ 0 w 33"/>
              <a:gd name="T3" fmla="*/ 269 h 288"/>
              <a:gd name="T4" fmla="*/ 0 w 33"/>
              <a:gd name="T5" fmla="*/ 288 h 288"/>
              <a:gd name="T6" fmla="*/ 33 w 33"/>
              <a:gd name="T7" fmla="*/ 144 h 288"/>
              <a:gd name="T8" fmla="*/ 0 w 33"/>
              <a:gd name="T9" fmla="*/ 0 h 288"/>
              <a:gd name="T10" fmla="*/ 0 w 33"/>
              <a:gd name="T11" fmla="*/ 19 h 288"/>
              <a:gd name="T12" fmla="*/ 24 w 33"/>
              <a:gd name="T13" fmla="*/ 144 h 288"/>
            </a:gdLst>
            <a:ahLst/>
            <a:cxnLst>
              <a:cxn ang="0">
                <a:pos x="T0" y="T1"/>
              </a:cxn>
              <a:cxn ang="0">
                <a:pos x="T2" y="T3"/>
              </a:cxn>
              <a:cxn ang="0">
                <a:pos x="T4" y="T5"/>
              </a:cxn>
              <a:cxn ang="0">
                <a:pos x="T6" y="T7"/>
              </a:cxn>
              <a:cxn ang="0">
                <a:pos x="T8" y="T9"/>
              </a:cxn>
              <a:cxn ang="0">
                <a:pos x="T10" y="T11"/>
              </a:cxn>
              <a:cxn ang="0">
                <a:pos x="T12" y="T13"/>
              </a:cxn>
            </a:cxnLst>
            <a:rect l="0" t="0" r="r" b="b"/>
            <a:pathLst>
              <a:path w="33" h="288">
                <a:moveTo>
                  <a:pt x="24" y="144"/>
                </a:moveTo>
                <a:cubicBezTo>
                  <a:pt x="24" y="212"/>
                  <a:pt x="13" y="267"/>
                  <a:pt x="0" y="269"/>
                </a:cubicBezTo>
                <a:cubicBezTo>
                  <a:pt x="0" y="288"/>
                  <a:pt x="0" y="288"/>
                  <a:pt x="0" y="288"/>
                </a:cubicBezTo>
                <a:cubicBezTo>
                  <a:pt x="18" y="287"/>
                  <a:pt x="33" y="223"/>
                  <a:pt x="33" y="144"/>
                </a:cubicBezTo>
                <a:cubicBezTo>
                  <a:pt x="33" y="65"/>
                  <a:pt x="18" y="1"/>
                  <a:pt x="0" y="0"/>
                </a:cubicBezTo>
                <a:cubicBezTo>
                  <a:pt x="0" y="19"/>
                  <a:pt x="0" y="19"/>
                  <a:pt x="0" y="19"/>
                </a:cubicBezTo>
                <a:cubicBezTo>
                  <a:pt x="13" y="20"/>
                  <a:pt x="24" y="76"/>
                  <a:pt x="24" y="144"/>
                </a:cubicBezTo>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211"/>
          <p:cNvSpPr>
            <a:spLocks/>
          </p:cNvSpPr>
          <p:nvPr/>
        </p:nvSpPr>
        <p:spPr bwMode="auto">
          <a:xfrm>
            <a:off x="6096000" y="1643669"/>
            <a:ext cx="1387475" cy="820738"/>
          </a:xfrm>
          <a:custGeom>
            <a:avLst/>
            <a:gdLst>
              <a:gd name="T0" fmla="*/ 346 w 369"/>
              <a:gd name="T1" fmla="*/ 96 h 218"/>
              <a:gd name="T2" fmla="*/ 335 w 369"/>
              <a:gd name="T3" fmla="*/ 108 h 218"/>
              <a:gd name="T4" fmla="*/ 0 w 369"/>
              <a:gd name="T5" fmla="*/ 0 h 218"/>
              <a:gd name="T6" fmla="*/ 0 w 369"/>
              <a:gd name="T7" fmla="*/ 110 h 218"/>
              <a:gd name="T8" fmla="*/ 255 w 369"/>
              <a:gd name="T9" fmla="*/ 187 h 218"/>
              <a:gd name="T10" fmla="*/ 246 w 369"/>
              <a:gd name="T11" fmla="*/ 196 h 218"/>
              <a:gd name="T12" fmla="*/ 256 w 369"/>
              <a:gd name="T13" fmla="*/ 217 h 218"/>
              <a:gd name="T14" fmla="*/ 329 w 369"/>
              <a:gd name="T15" fmla="*/ 213 h 218"/>
              <a:gd name="T16" fmla="*/ 363 w 369"/>
              <a:gd name="T17" fmla="*/ 178 h 218"/>
              <a:gd name="T18" fmla="*/ 368 w 369"/>
              <a:gd name="T19" fmla="*/ 105 h 218"/>
              <a:gd name="T20" fmla="*/ 346 w 369"/>
              <a:gd name="T21" fmla="*/ 96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9" h="218">
                <a:moveTo>
                  <a:pt x="346" y="96"/>
                </a:moveTo>
                <a:cubicBezTo>
                  <a:pt x="335" y="108"/>
                  <a:pt x="335" y="108"/>
                  <a:pt x="335" y="108"/>
                </a:cubicBezTo>
                <a:cubicBezTo>
                  <a:pt x="240" y="40"/>
                  <a:pt x="125" y="0"/>
                  <a:pt x="0" y="0"/>
                </a:cubicBezTo>
                <a:cubicBezTo>
                  <a:pt x="0" y="110"/>
                  <a:pt x="0" y="110"/>
                  <a:pt x="0" y="110"/>
                </a:cubicBezTo>
                <a:cubicBezTo>
                  <a:pt x="94" y="111"/>
                  <a:pt x="182" y="139"/>
                  <a:pt x="255" y="187"/>
                </a:cubicBezTo>
                <a:cubicBezTo>
                  <a:pt x="246" y="196"/>
                  <a:pt x="246" y="196"/>
                  <a:pt x="246" y="196"/>
                </a:cubicBezTo>
                <a:cubicBezTo>
                  <a:pt x="234" y="208"/>
                  <a:pt x="238" y="218"/>
                  <a:pt x="256" y="217"/>
                </a:cubicBezTo>
                <a:cubicBezTo>
                  <a:pt x="329" y="213"/>
                  <a:pt x="329" y="213"/>
                  <a:pt x="329" y="213"/>
                </a:cubicBezTo>
                <a:cubicBezTo>
                  <a:pt x="347" y="212"/>
                  <a:pt x="362" y="196"/>
                  <a:pt x="363" y="178"/>
                </a:cubicBezTo>
                <a:cubicBezTo>
                  <a:pt x="368" y="105"/>
                  <a:pt x="368" y="105"/>
                  <a:pt x="368" y="105"/>
                </a:cubicBezTo>
                <a:cubicBezTo>
                  <a:pt x="369" y="87"/>
                  <a:pt x="359" y="83"/>
                  <a:pt x="346" y="96"/>
                </a:cubicBezTo>
              </a:path>
            </a:pathLst>
          </a:custGeom>
          <a:solidFill>
            <a:srgbClr val="3AAAE9"/>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212"/>
          <p:cNvSpPr>
            <a:spLocks/>
          </p:cNvSpPr>
          <p:nvPr/>
        </p:nvSpPr>
        <p:spPr bwMode="auto">
          <a:xfrm>
            <a:off x="7366000" y="2410432"/>
            <a:ext cx="49213" cy="26988"/>
          </a:xfrm>
          <a:custGeom>
            <a:avLst/>
            <a:gdLst>
              <a:gd name="T0" fmla="*/ 12 w 13"/>
              <a:gd name="T1" fmla="*/ 0 h 7"/>
              <a:gd name="T2" fmla="*/ 0 w 13"/>
              <a:gd name="T3" fmla="*/ 7 h 7"/>
              <a:gd name="T4" fmla="*/ 13 w 13"/>
              <a:gd name="T5" fmla="*/ 0 h 7"/>
              <a:gd name="T6" fmla="*/ 12 w 13"/>
              <a:gd name="T7" fmla="*/ 0 h 7"/>
            </a:gdLst>
            <a:ahLst/>
            <a:cxnLst>
              <a:cxn ang="0">
                <a:pos x="T0" y="T1"/>
              </a:cxn>
              <a:cxn ang="0">
                <a:pos x="T2" y="T3"/>
              </a:cxn>
              <a:cxn ang="0">
                <a:pos x="T4" y="T5"/>
              </a:cxn>
              <a:cxn ang="0">
                <a:pos x="T6" y="T7"/>
              </a:cxn>
            </a:cxnLst>
            <a:rect l="0" t="0" r="r" b="b"/>
            <a:pathLst>
              <a:path w="13" h="7">
                <a:moveTo>
                  <a:pt x="12" y="0"/>
                </a:moveTo>
                <a:cubicBezTo>
                  <a:pt x="9" y="3"/>
                  <a:pt x="4" y="6"/>
                  <a:pt x="0" y="7"/>
                </a:cubicBezTo>
                <a:cubicBezTo>
                  <a:pt x="4" y="6"/>
                  <a:pt x="9" y="3"/>
                  <a:pt x="13" y="0"/>
                </a:cubicBezTo>
                <a:cubicBezTo>
                  <a:pt x="12" y="0"/>
                  <a:pt x="12" y="0"/>
                  <a:pt x="12" y="0"/>
                </a:cubicBezTo>
              </a:path>
            </a:pathLst>
          </a:custGeom>
          <a:solidFill>
            <a:srgbClr val="A4A6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 name="Freeform 213"/>
          <p:cNvSpPr>
            <a:spLocks/>
          </p:cNvSpPr>
          <p:nvPr/>
        </p:nvSpPr>
        <p:spPr bwMode="auto">
          <a:xfrm>
            <a:off x="6099175" y="1884969"/>
            <a:ext cx="1312863" cy="574675"/>
          </a:xfrm>
          <a:custGeom>
            <a:avLst/>
            <a:gdLst>
              <a:gd name="T0" fmla="*/ 0 w 349"/>
              <a:gd name="T1" fmla="*/ 0 h 153"/>
              <a:gd name="T2" fmla="*/ 0 w 349"/>
              <a:gd name="T3" fmla="*/ 46 h 153"/>
              <a:gd name="T4" fmla="*/ 255 w 349"/>
              <a:gd name="T5" fmla="*/ 123 h 153"/>
              <a:gd name="T6" fmla="*/ 246 w 349"/>
              <a:gd name="T7" fmla="*/ 132 h 153"/>
              <a:gd name="T8" fmla="*/ 253 w 349"/>
              <a:gd name="T9" fmla="*/ 153 h 153"/>
              <a:gd name="T10" fmla="*/ 256 w 349"/>
              <a:gd name="T11" fmla="*/ 153 h 153"/>
              <a:gd name="T12" fmla="*/ 329 w 349"/>
              <a:gd name="T13" fmla="*/ 149 h 153"/>
              <a:gd name="T14" fmla="*/ 337 w 349"/>
              <a:gd name="T15" fmla="*/ 147 h 153"/>
              <a:gd name="T16" fmla="*/ 349 w 349"/>
              <a:gd name="T17" fmla="*/ 140 h 153"/>
              <a:gd name="T18" fmla="*/ 0 w 349"/>
              <a:gd name="T19"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9" h="153">
                <a:moveTo>
                  <a:pt x="0" y="0"/>
                </a:moveTo>
                <a:cubicBezTo>
                  <a:pt x="0" y="46"/>
                  <a:pt x="0" y="46"/>
                  <a:pt x="0" y="46"/>
                </a:cubicBezTo>
                <a:cubicBezTo>
                  <a:pt x="94" y="46"/>
                  <a:pt x="182" y="74"/>
                  <a:pt x="255" y="123"/>
                </a:cubicBezTo>
                <a:cubicBezTo>
                  <a:pt x="246" y="132"/>
                  <a:pt x="246" y="132"/>
                  <a:pt x="246" y="132"/>
                </a:cubicBezTo>
                <a:cubicBezTo>
                  <a:pt x="234" y="144"/>
                  <a:pt x="237" y="153"/>
                  <a:pt x="253" y="153"/>
                </a:cubicBezTo>
                <a:cubicBezTo>
                  <a:pt x="254" y="153"/>
                  <a:pt x="255" y="153"/>
                  <a:pt x="256" y="153"/>
                </a:cubicBezTo>
                <a:cubicBezTo>
                  <a:pt x="329" y="149"/>
                  <a:pt x="329" y="149"/>
                  <a:pt x="329" y="149"/>
                </a:cubicBezTo>
                <a:cubicBezTo>
                  <a:pt x="332" y="148"/>
                  <a:pt x="334" y="148"/>
                  <a:pt x="337" y="147"/>
                </a:cubicBezTo>
                <a:cubicBezTo>
                  <a:pt x="341" y="146"/>
                  <a:pt x="346" y="143"/>
                  <a:pt x="349" y="140"/>
                </a:cubicBezTo>
                <a:cubicBezTo>
                  <a:pt x="258" y="54"/>
                  <a:pt x="135" y="1"/>
                  <a:pt x="0" y="0"/>
                </a:cubicBezTo>
              </a:path>
            </a:pathLst>
          </a:custGeom>
          <a:solidFill>
            <a:srgbClr val="FFFFFF">
              <a:alpha val="30196"/>
            </a:srgb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214"/>
          <p:cNvSpPr>
            <a:spLocks/>
          </p:cNvSpPr>
          <p:nvPr/>
        </p:nvSpPr>
        <p:spPr bwMode="auto">
          <a:xfrm>
            <a:off x="5889625" y="1310294"/>
            <a:ext cx="363538" cy="1082675"/>
          </a:xfrm>
          <a:custGeom>
            <a:avLst/>
            <a:gdLst>
              <a:gd name="T0" fmla="*/ 63 w 97"/>
              <a:gd name="T1" fmla="*/ 144 h 288"/>
              <a:gd name="T2" fmla="*/ 97 w 97"/>
              <a:gd name="T3" fmla="*/ 0 h 288"/>
              <a:gd name="T4" fmla="*/ 34 w 97"/>
              <a:gd name="T5" fmla="*/ 0 h 288"/>
              <a:gd name="T6" fmla="*/ 0 w 97"/>
              <a:gd name="T7" fmla="*/ 144 h 288"/>
              <a:gd name="T8" fmla="*/ 34 w 97"/>
              <a:gd name="T9" fmla="*/ 288 h 288"/>
              <a:gd name="T10" fmla="*/ 97 w 97"/>
              <a:gd name="T11" fmla="*/ 288 h 288"/>
              <a:gd name="T12" fmla="*/ 63 w 97"/>
              <a:gd name="T13" fmla="*/ 144 h 288"/>
            </a:gdLst>
            <a:ahLst/>
            <a:cxnLst>
              <a:cxn ang="0">
                <a:pos x="T0" y="T1"/>
              </a:cxn>
              <a:cxn ang="0">
                <a:pos x="T2" y="T3"/>
              </a:cxn>
              <a:cxn ang="0">
                <a:pos x="T4" y="T5"/>
              </a:cxn>
              <a:cxn ang="0">
                <a:pos x="T6" y="T7"/>
              </a:cxn>
              <a:cxn ang="0">
                <a:pos x="T8" y="T9"/>
              </a:cxn>
              <a:cxn ang="0">
                <a:pos x="T10" y="T11"/>
              </a:cxn>
              <a:cxn ang="0">
                <a:pos x="T12" y="T13"/>
              </a:cxn>
            </a:cxnLst>
            <a:rect l="0" t="0" r="r" b="b"/>
            <a:pathLst>
              <a:path w="97" h="288">
                <a:moveTo>
                  <a:pt x="63" y="144"/>
                </a:moveTo>
                <a:cubicBezTo>
                  <a:pt x="63" y="64"/>
                  <a:pt x="78" y="0"/>
                  <a:pt x="97" y="0"/>
                </a:cubicBezTo>
                <a:cubicBezTo>
                  <a:pt x="34" y="0"/>
                  <a:pt x="34" y="0"/>
                  <a:pt x="34" y="0"/>
                </a:cubicBezTo>
                <a:cubicBezTo>
                  <a:pt x="15" y="0"/>
                  <a:pt x="0" y="64"/>
                  <a:pt x="0" y="144"/>
                </a:cubicBezTo>
                <a:cubicBezTo>
                  <a:pt x="0" y="224"/>
                  <a:pt x="15" y="288"/>
                  <a:pt x="34" y="288"/>
                </a:cubicBezTo>
                <a:cubicBezTo>
                  <a:pt x="97" y="288"/>
                  <a:pt x="97" y="288"/>
                  <a:pt x="97" y="288"/>
                </a:cubicBezTo>
                <a:cubicBezTo>
                  <a:pt x="78" y="288"/>
                  <a:pt x="63" y="224"/>
                  <a:pt x="63" y="144"/>
                </a:cubicBezTo>
                <a:close/>
              </a:path>
            </a:pathLst>
          </a:custGeom>
          <a:solidFill>
            <a:srgbClr val="3AAAE9"/>
          </a:solidFill>
          <a:ln>
            <a:noFill/>
          </a:ln>
        </p:spPr>
        <p:txBody>
          <a:bodyPr vert="horz" wrap="square" lIns="91440" tIns="45720" rIns="91440" bIns="45720" numCol="1" anchor="t" anchorCtr="0" compatLnSpc="1">
            <a:prstTxWarp prst="textNoShape">
              <a:avLst/>
            </a:prstTxWarp>
          </a:bodyPr>
          <a:lstStyle/>
          <a:p>
            <a:endParaRPr lang="en-US"/>
          </a:p>
        </p:txBody>
      </p:sp>
      <p:sp>
        <p:nvSpPr>
          <p:cNvPr id="54" name="Freeform 215"/>
          <p:cNvSpPr>
            <a:spLocks/>
          </p:cNvSpPr>
          <p:nvPr/>
        </p:nvSpPr>
        <p:spPr bwMode="auto">
          <a:xfrm>
            <a:off x="6122988" y="1310294"/>
            <a:ext cx="130175" cy="1082675"/>
          </a:xfrm>
          <a:custGeom>
            <a:avLst/>
            <a:gdLst>
              <a:gd name="T0" fmla="*/ 35 w 35"/>
              <a:gd name="T1" fmla="*/ 269 h 288"/>
              <a:gd name="T2" fmla="*/ 34 w 35"/>
              <a:gd name="T3" fmla="*/ 269 h 288"/>
              <a:gd name="T4" fmla="*/ 10 w 35"/>
              <a:gd name="T5" fmla="*/ 144 h 288"/>
              <a:gd name="T6" fmla="*/ 34 w 35"/>
              <a:gd name="T7" fmla="*/ 19 h 288"/>
              <a:gd name="T8" fmla="*/ 35 w 35"/>
              <a:gd name="T9" fmla="*/ 19 h 288"/>
              <a:gd name="T10" fmla="*/ 35 w 35"/>
              <a:gd name="T11" fmla="*/ 0 h 288"/>
              <a:gd name="T12" fmla="*/ 34 w 35"/>
              <a:gd name="T13" fmla="*/ 0 h 288"/>
              <a:gd name="T14" fmla="*/ 0 w 35"/>
              <a:gd name="T15" fmla="*/ 144 h 288"/>
              <a:gd name="T16" fmla="*/ 34 w 35"/>
              <a:gd name="T17" fmla="*/ 288 h 288"/>
              <a:gd name="T18" fmla="*/ 35 w 35"/>
              <a:gd name="T19" fmla="*/ 288 h 288"/>
              <a:gd name="T20" fmla="*/ 35 w 35"/>
              <a:gd name="T21" fmla="*/ 269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 h="288">
                <a:moveTo>
                  <a:pt x="35" y="269"/>
                </a:moveTo>
                <a:cubicBezTo>
                  <a:pt x="34" y="269"/>
                  <a:pt x="34" y="269"/>
                  <a:pt x="34" y="269"/>
                </a:cubicBezTo>
                <a:cubicBezTo>
                  <a:pt x="21" y="269"/>
                  <a:pt x="10" y="213"/>
                  <a:pt x="10" y="144"/>
                </a:cubicBezTo>
                <a:cubicBezTo>
                  <a:pt x="10" y="75"/>
                  <a:pt x="21" y="19"/>
                  <a:pt x="34" y="19"/>
                </a:cubicBezTo>
                <a:cubicBezTo>
                  <a:pt x="35" y="19"/>
                  <a:pt x="35" y="19"/>
                  <a:pt x="35" y="19"/>
                </a:cubicBezTo>
                <a:cubicBezTo>
                  <a:pt x="35" y="0"/>
                  <a:pt x="35" y="0"/>
                  <a:pt x="35" y="0"/>
                </a:cubicBezTo>
                <a:cubicBezTo>
                  <a:pt x="34" y="0"/>
                  <a:pt x="34" y="0"/>
                  <a:pt x="34" y="0"/>
                </a:cubicBezTo>
                <a:cubicBezTo>
                  <a:pt x="16" y="0"/>
                  <a:pt x="0" y="64"/>
                  <a:pt x="0" y="144"/>
                </a:cubicBezTo>
                <a:cubicBezTo>
                  <a:pt x="0" y="224"/>
                  <a:pt x="16" y="288"/>
                  <a:pt x="34" y="288"/>
                </a:cubicBezTo>
                <a:cubicBezTo>
                  <a:pt x="35" y="288"/>
                  <a:pt x="35" y="288"/>
                  <a:pt x="35" y="288"/>
                </a:cubicBezTo>
                <a:lnTo>
                  <a:pt x="35" y="269"/>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216"/>
          <p:cNvSpPr>
            <a:spLocks/>
          </p:cNvSpPr>
          <p:nvPr/>
        </p:nvSpPr>
        <p:spPr bwMode="auto">
          <a:xfrm>
            <a:off x="4227513" y="1926244"/>
            <a:ext cx="984250" cy="984250"/>
          </a:xfrm>
          <a:custGeom>
            <a:avLst/>
            <a:gdLst>
              <a:gd name="T0" fmla="*/ 136 w 262"/>
              <a:gd name="T1" fmla="*/ 126 h 262"/>
              <a:gd name="T2" fmla="*/ 58 w 262"/>
              <a:gd name="T3" fmla="*/ 0 h 262"/>
              <a:gd name="T4" fmla="*/ 14 w 262"/>
              <a:gd name="T5" fmla="*/ 45 h 262"/>
              <a:gd name="T6" fmla="*/ 92 w 262"/>
              <a:gd name="T7" fmla="*/ 171 h 262"/>
              <a:gd name="T8" fmla="*/ 217 w 262"/>
              <a:gd name="T9" fmla="*/ 249 h 262"/>
              <a:gd name="T10" fmla="*/ 262 w 262"/>
              <a:gd name="T11" fmla="*/ 205 h 262"/>
              <a:gd name="T12" fmla="*/ 136 w 262"/>
              <a:gd name="T13" fmla="*/ 126 h 262"/>
            </a:gdLst>
            <a:ahLst/>
            <a:cxnLst>
              <a:cxn ang="0">
                <a:pos x="T0" y="T1"/>
              </a:cxn>
              <a:cxn ang="0">
                <a:pos x="T2" y="T3"/>
              </a:cxn>
              <a:cxn ang="0">
                <a:pos x="T4" y="T5"/>
              </a:cxn>
              <a:cxn ang="0">
                <a:pos x="T6" y="T7"/>
              </a:cxn>
              <a:cxn ang="0">
                <a:pos x="T8" y="T9"/>
              </a:cxn>
              <a:cxn ang="0">
                <a:pos x="T10" y="T11"/>
              </a:cxn>
              <a:cxn ang="0">
                <a:pos x="T12" y="T13"/>
              </a:cxn>
            </a:cxnLst>
            <a:rect l="0" t="0" r="r" b="b"/>
            <a:pathLst>
              <a:path w="262" h="262">
                <a:moveTo>
                  <a:pt x="136" y="126"/>
                </a:moveTo>
                <a:cubicBezTo>
                  <a:pt x="80" y="70"/>
                  <a:pt x="45" y="14"/>
                  <a:pt x="58" y="0"/>
                </a:cubicBezTo>
                <a:cubicBezTo>
                  <a:pt x="14" y="45"/>
                  <a:pt x="14" y="45"/>
                  <a:pt x="14" y="45"/>
                </a:cubicBezTo>
                <a:cubicBezTo>
                  <a:pt x="0" y="58"/>
                  <a:pt x="35" y="114"/>
                  <a:pt x="92" y="171"/>
                </a:cubicBezTo>
                <a:cubicBezTo>
                  <a:pt x="148" y="227"/>
                  <a:pt x="204" y="262"/>
                  <a:pt x="217" y="249"/>
                </a:cubicBezTo>
                <a:cubicBezTo>
                  <a:pt x="262" y="205"/>
                  <a:pt x="262" y="205"/>
                  <a:pt x="262" y="205"/>
                </a:cubicBezTo>
                <a:cubicBezTo>
                  <a:pt x="249" y="218"/>
                  <a:pt x="192" y="183"/>
                  <a:pt x="136" y="126"/>
                </a:cubicBezTo>
                <a:close/>
              </a:path>
            </a:pathLst>
          </a:custGeom>
          <a:solidFill>
            <a:srgbClr val="81C822"/>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217"/>
          <p:cNvSpPr>
            <a:spLocks/>
          </p:cNvSpPr>
          <p:nvPr/>
        </p:nvSpPr>
        <p:spPr bwMode="auto">
          <a:xfrm>
            <a:off x="4392613" y="1926244"/>
            <a:ext cx="819150" cy="819150"/>
          </a:xfrm>
          <a:custGeom>
            <a:avLst/>
            <a:gdLst>
              <a:gd name="T0" fmla="*/ 204 w 218"/>
              <a:gd name="T1" fmla="*/ 191 h 218"/>
              <a:gd name="T2" fmla="*/ 204 w 218"/>
              <a:gd name="T3" fmla="*/ 191 h 218"/>
              <a:gd name="T4" fmla="*/ 98 w 218"/>
              <a:gd name="T5" fmla="*/ 120 h 218"/>
              <a:gd name="T6" fmla="*/ 27 w 218"/>
              <a:gd name="T7" fmla="*/ 15 h 218"/>
              <a:gd name="T8" fmla="*/ 28 w 218"/>
              <a:gd name="T9" fmla="*/ 14 h 218"/>
              <a:gd name="T10" fmla="*/ 14 w 218"/>
              <a:gd name="T11" fmla="*/ 0 h 218"/>
              <a:gd name="T12" fmla="*/ 13 w 218"/>
              <a:gd name="T13" fmla="*/ 1 h 218"/>
              <a:gd name="T14" fmla="*/ 92 w 218"/>
              <a:gd name="T15" fmla="*/ 127 h 218"/>
              <a:gd name="T16" fmla="*/ 217 w 218"/>
              <a:gd name="T17" fmla="*/ 205 h 218"/>
              <a:gd name="T18" fmla="*/ 218 w 218"/>
              <a:gd name="T19" fmla="*/ 205 h 218"/>
              <a:gd name="T20" fmla="*/ 204 w 218"/>
              <a:gd name="T21" fmla="*/ 191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8" h="218">
                <a:moveTo>
                  <a:pt x="204" y="191"/>
                </a:moveTo>
                <a:cubicBezTo>
                  <a:pt x="204" y="191"/>
                  <a:pt x="204" y="191"/>
                  <a:pt x="204" y="191"/>
                </a:cubicBezTo>
                <a:cubicBezTo>
                  <a:pt x="194" y="201"/>
                  <a:pt x="147" y="169"/>
                  <a:pt x="98" y="120"/>
                </a:cubicBezTo>
                <a:cubicBezTo>
                  <a:pt x="49" y="72"/>
                  <a:pt x="18" y="24"/>
                  <a:pt x="27" y="15"/>
                </a:cubicBezTo>
                <a:cubicBezTo>
                  <a:pt x="28" y="14"/>
                  <a:pt x="28" y="14"/>
                  <a:pt x="28" y="14"/>
                </a:cubicBezTo>
                <a:cubicBezTo>
                  <a:pt x="14" y="0"/>
                  <a:pt x="14" y="0"/>
                  <a:pt x="14" y="0"/>
                </a:cubicBezTo>
                <a:cubicBezTo>
                  <a:pt x="13" y="1"/>
                  <a:pt x="13" y="1"/>
                  <a:pt x="13" y="1"/>
                </a:cubicBezTo>
                <a:cubicBezTo>
                  <a:pt x="0" y="14"/>
                  <a:pt x="35" y="70"/>
                  <a:pt x="92" y="127"/>
                </a:cubicBezTo>
                <a:cubicBezTo>
                  <a:pt x="148" y="183"/>
                  <a:pt x="204" y="218"/>
                  <a:pt x="217" y="205"/>
                </a:cubicBezTo>
                <a:cubicBezTo>
                  <a:pt x="218" y="205"/>
                  <a:pt x="218" y="205"/>
                  <a:pt x="218" y="205"/>
                </a:cubicBezTo>
                <a:lnTo>
                  <a:pt x="204" y="191"/>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218"/>
          <p:cNvSpPr>
            <a:spLocks/>
          </p:cNvSpPr>
          <p:nvPr/>
        </p:nvSpPr>
        <p:spPr bwMode="auto">
          <a:xfrm>
            <a:off x="3603625" y="3648682"/>
            <a:ext cx="1085850" cy="360363"/>
          </a:xfrm>
          <a:custGeom>
            <a:avLst/>
            <a:gdLst>
              <a:gd name="T0" fmla="*/ 145 w 289"/>
              <a:gd name="T1" fmla="*/ 33 h 96"/>
              <a:gd name="T2" fmla="*/ 0 w 289"/>
              <a:gd name="T3" fmla="*/ 0 h 96"/>
              <a:gd name="T4" fmla="*/ 0 w 289"/>
              <a:gd name="T5" fmla="*/ 62 h 96"/>
              <a:gd name="T6" fmla="*/ 145 w 289"/>
              <a:gd name="T7" fmla="*/ 96 h 96"/>
              <a:gd name="T8" fmla="*/ 289 w 289"/>
              <a:gd name="T9" fmla="*/ 62 h 96"/>
              <a:gd name="T10" fmla="*/ 289 w 289"/>
              <a:gd name="T11" fmla="*/ 0 h 96"/>
              <a:gd name="T12" fmla="*/ 145 w 289"/>
              <a:gd name="T13" fmla="*/ 33 h 96"/>
            </a:gdLst>
            <a:ahLst/>
            <a:cxnLst>
              <a:cxn ang="0">
                <a:pos x="T0" y="T1"/>
              </a:cxn>
              <a:cxn ang="0">
                <a:pos x="T2" y="T3"/>
              </a:cxn>
              <a:cxn ang="0">
                <a:pos x="T4" y="T5"/>
              </a:cxn>
              <a:cxn ang="0">
                <a:pos x="T6" y="T7"/>
              </a:cxn>
              <a:cxn ang="0">
                <a:pos x="T8" y="T9"/>
              </a:cxn>
              <a:cxn ang="0">
                <a:pos x="T10" y="T11"/>
              </a:cxn>
              <a:cxn ang="0">
                <a:pos x="T12" y="T13"/>
              </a:cxn>
            </a:cxnLst>
            <a:rect l="0" t="0" r="r" b="b"/>
            <a:pathLst>
              <a:path w="289" h="96">
                <a:moveTo>
                  <a:pt x="145" y="33"/>
                </a:moveTo>
                <a:cubicBezTo>
                  <a:pt x="65" y="33"/>
                  <a:pt x="0" y="18"/>
                  <a:pt x="0" y="0"/>
                </a:cubicBezTo>
                <a:cubicBezTo>
                  <a:pt x="0" y="62"/>
                  <a:pt x="0" y="62"/>
                  <a:pt x="0" y="62"/>
                </a:cubicBezTo>
                <a:cubicBezTo>
                  <a:pt x="0" y="81"/>
                  <a:pt x="65" y="96"/>
                  <a:pt x="145" y="96"/>
                </a:cubicBezTo>
                <a:cubicBezTo>
                  <a:pt x="224" y="96"/>
                  <a:pt x="289" y="81"/>
                  <a:pt x="289" y="62"/>
                </a:cubicBezTo>
                <a:cubicBezTo>
                  <a:pt x="289" y="0"/>
                  <a:pt x="289" y="0"/>
                  <a:pt x="289" y="0"/>
                </a:cubicBezTo>
                <a:cubicBezTo>
                  <a:pt x="289" y="18"/>
                  <a:pt x="224" y="33"/>
                  <a:pt x="145" y="33"/>
                </a:cubicBezTo>
                <a:close/>
              </a:path>
            </a:pathLst>
          </a:custGeom>
          <a:solidFill>
            <a:srgbClr val="FE485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219"/>
          <p:cNvSpPr>
            <a:spLocks/>
          </p:cNvSpPr>
          <p:nvPr/>
        </p:nvSpPr>
        <p:spPr bwMode="auto">
          <a:xfrm>
            <a:off x="3603625" y="3648682"/>
            <a:ext cx="1085850" cy="127000"/>
          </a:xfrm>
          <a:custGeom>
            <a:avLst/>
            <a:gdLst>
              <a:gd name="T0" fmla="*/ 269 w 289"/>
              <a:gd name="T1" fmla="*/ 0 h 34"/>
              <a:gd name="T2" fmla="*/ 269 w 289"/>
              <a:gd name="T3" fmla="*/ 0 h 34"/>
              <a:gd name="T4" fmla="*/ 145 w 289"/>
              <a:gd name="T5" fmla="*/ 25 h 34"/>
              <a:gd name="T6" fmla="*/ 20 w 289"/>
              <a:gd name="T7" fmla="*/ 0 h 34"/>
              <a:gd name="T8" fmla="*/ 20 w 289"/>
              <a:gd name="T9" fmla="*/ 0 h 34"/>
              <a:gd name="T10" fmla="*/ 0 w 289"/>
              <a:gd name="T11" fmla="*/ 0 h 34"/>
              <a:gd name="T12" fmla="*/ 0 w 289"/>
              <a:gd name="T13" fmla="*/ 0 h 34"/>
              <a:gd name="T14" fmla="*/ 145 w 289"/>
              <a:gd name="T15" fmla="*/ 34 h 34"/>
              <a:gd name="T16" fmla="*/ 289 w 289"/>
              <a:gd name="T17" fmla="*/ 0 h 34"/>
              <a:gd name="T18" fmla="*/ 289 w 289"/>
              <a:gd name="T19" fmla="*/ 0 h 34"/>
              <a:gd name="T20" fmla="*/ 269 w 289"/>
              <a:gd name="T21"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9" h="34">
                <a:moveTo>
                  <a:pt x="269" y="0"/>
                </a:moveTo>
                <a:cubicBezTo>
                  <a:pt x="269" y="0"/>
                  <a:pt x="269" y="0"/>
                  <a:pt x="269" y="0"/>
                </a:cubicBezTo>
                <a:cubicBezTo>
                  <a:pt x="269" y="14"/>
                  <a:pt x="213" y="25"/>
                  <a:pt x="145" y="25"/>
                </a:cubicBezTo>
                <a:cubicBezTo>
                  <a:pt x="76" y="25"/>
                  <a:pt x="20" y="14"/>
                  <a:pt x="20" y="0"/>
                </a:cubicBezTo>
                <a:cubicBezTo>
                  <a:pt x="20" y="0"/>
                  <a:pt x="20" y="0"/>
                  <a:pt x="20" y="0"/>
                </a:cubicBezTo>
                <a:cubicBezTo>
                  <a:pt x="0" y="0"/>
                  <a:pt x="0" y="0"/>
                  <a:pt x="0" y="0"/>
                </a:cubicBezTo>
                <a:cubicBezTo>
                  <a:pt x="0" y="0"/>
                  <a:pt x="0" y="0"/>
                  <a:pt x="0" y="0"/>
                </a:cubicBezTo>
                <a:cubicBezTo>
                  <a:pt x="0" y="19"/>
                  <a:pt x="65" y="34"/>
                  <a:pt x="145" y="34"/>
                </a:cubicBezTo>
                <a:cubicBezTo>
                  <a:pt x="224" y="34"/>
                  <a:pt x="289" y="19"/>
                  <a:pt x="289" y="0"/>
                </a:cubicBezTo>
                <a:cubicBezTo>
                  <a:pt x="289" y="0"/>
                  <a:pt x="289" y="0"/>
                  <a:pt x="289" y="0"/>
                </a:cubicBezTo>
                <a:lnTo>
                  <a:pt x="269"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220"/>
          <p:cNvSpPr>
            <a:spLocks/>
          </p:cNvSpPr>
          <p:nvPr/>
        </p:nvSpPr>
        <p:spPr bwMode="auto">
          <a:xfrm>
            <a:off x="4224338" y="4690082"/>
            <a:ext cx="815975" cy="819150"/>
          </a:xfrm>
          <a:custGeom>
            <a:avLst/>
            <a:gdLst>
              <a:gd name="T0" fmla="*/ 190 w 217"/>
              <a:gd name="T1" fmla="*/ 14 h 218"/>
              <a:gd name="T2" fmla="*/ 190 w 217"/>
              <a:gd name="T3" fmla="*/ 14 h 218"/>
              <a:gd name="T4" fmla="*/ 120 w 217"/>
              <a:gd name="T5" fmla="*/ 120 h 218"/>
              <a:gd name="T6" fmla="*/ 14 w 217"/>
              <a:gd name="T7" fmla="*/ 191 h 218"/>
              <a:gd name="T8" fmla="*/ 14 w 217"/>
              <a:gd name="T9" fmla="*/ 190 h 218"/>
              <a:gd name="T10" fmla="*/ 0 w 217"/>
              <a:gd name="T11" fmla="*/ 204 h 218"/>
              <a:gd name="T12" fmla="*/ 0 w 217"/>
              <a:gd name="T13" fmla="*/ 204 h 218"/>
              <a:gd name="T14" fmla="*/ 126 w 217"/>
              <a:gd name="T15" fmla="*/ 126 h 218"/>
              <a:gd name="T16" fmla="*/ 204 w 217"/>
              <a:gd name="T17" fmla="*/ 0 h 218"/>
              <a:gd name="T18" fmla="*/ 204 w 217"/>
              <a:gd name="T19" fmla="*/ 0 h 218"/>
              <a:gd name="T20" fmla="*/ 190 w 217"/>
              <a:gd name="T21" fmla="*/ 14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7" h="218">
                <a:moveTo>
                  <a:pt x="190" y="14"/>
                </a:moveTo>
                <a:cubicBezTo>
                  <a:pt x="190" y="14"/>
                  <a:pt x="190" y="14"/>
                  <a:pt x="190" y="14"/>
                </a:cubicBezTo>
                <a:cubicBezTo>
                  <a:pt x="200" y="24"/>
                  <a:pt x="168" y="71"/>
                  <a:pt x="120" y="120"/>
                </a:cubicBezTo>
                <a:cubicBezTo>
                  <a:pt x="71" y="168"/>
                  <a:pt x="24" y="200"/>
                  <a:pt x="14" y="191"/>
                </a:cubicBezTo>
                <a:cubicBezTo>
                  <a:pt x="14" y="190"/>
                  <a:pt x="14" y="190"/>
                  <a:pt x="14" y="190"/>
                </a:cubicBezTo>
                <a:cubicBezTo>
                  <a:pt x="0" y="204"/>
                  <a:pt x="0" y="204"/>
                  <a:pt x="0" y="204"/>
                </a:cubicBezTo>
                <a:cubicBezTo>
                  <a:pt x="0" y="204"/>
                  <a:pt x="0" y="204"/>
                  <a:pt x="0" y="204"/>
                </a:cubicBezTo>
                <a:cubicBezTo>
                  <a:pt x="13" y="218"/>
                  <a:pt x="70" y="183"/>
                  <a:pt x="126" y="126"/>
                </a:cubicBezTo>
                <a:cubicBezTo>
                  <a:pt x="182" y="70"/>
                  <a:pt x="217" y="13"/>
                  <a:pt x="204" y="0"/>
                </a:cubicBezTo>
                <a:cubicBezTo>
                  <a:pt x="204" y="0"/>
                  <a:pt x="204" y="0"/>
                  <a:pt x="204" y="0"/>
                </a:cubicBezTo>
                <a:lnTo>
                  <a:pt x="190" y="14"/>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0" name="Freeform 221"/>
          <p:cNvSpPr>
            <a:spLocks/>
          </p:cNvSpPr>
          <p:nvPr/>
        </p:nvSpPr>
        <p:spPr bwMode="auto">
          <a:xfrm>
            <a:off x="5938838" y="5212369"/>
            <a:ext cx="363538" cy="1085850"/>
          </a:xfrm>
          <a:custGeom>
            <a:avLst/>
            <a:gdLst>
              <a:gd name="T0" fmla="*/ 34 w 97"/>
              <a:gd name="T1" fmla="*/ 144 h 289"/>
              <a:gd name="T2" fmla="*/ 0 w 97"/>
              <a:gd name="T3" fmla="*/ 289 h 289"/>
              <a:gd name="T4" fmla="*/ 63 w 97"/>
              <a:gd name="T5" fmla="*/ 289 h 289"/>
              <a:gd name="T6" fmla="*/ 97 w 97"/>
              <a:gd name="T7" fmla="*/ 144 h 289"/>
              <a:gd name="T8" fmla="*/ 63 w 97"/>
              <a:gd name="T9" fmla="*/ 0 h 289"/>
              <a:gd name="T10" fmla="*/ 0 w 97"/>
              <a:gd name="T11" fmla="*/ 0 h 289"/>
              <a:gd name="T12" fmla="*/ 34 w 97"/>
              <a:gd name="T13" fmla="*/ 144 h 289"/>
            </a:gdLst>
            <a:ahLst/>
            <a:cxnLst>
              <a:cxn ang="0">
                <a:pos x="T0" y="T1"/>
              </a:cxn>
              <a:cxn ang="0">
                <a:pos x="T2" y="T3"/>
              </a:cxn>
              <a:cxn ang="0">
                <a:pos x="T4" y="T5"/>
              </a:cxn>
              <a:cxn ang="0">
                <a:pos x="T6" y="T7"/>
              </a:cxn>
              <a:cxn ang="0">
                <a:pos x="T8" y="T9"/>
              </a:cxn>
              <a:cxn ang="0">
                <a:pos x="T10" y="T11"/>
              </a:cxn>
              <a:cxn ang="0">
                <a:pos x="T12" y="T13"/>
              </a:cxn>
            </a:cxnLst>
            <a:rect l="0" t="0" r="r" b="b"/>
            <a:pathLst>
              <a:path w="97" h="289">
                <a:moveTo>
                  <a:pt x="34" y="144"/>
                </a:moveTo>
                <a:cubicBezTo>
                  <a:pt x="34" y="224"/>
                  <a:pt x="19" y="289"/>
                  <a:pt x="0" y="289"/>
                </a:cubicBezTo>
                <a:cubicBezTo>
                  <a:pt x="63" y="289"/>
                  <a:pt x="63" y="289"/>
                  <a:pt x="63" y="289"/>
                </a:cubicBezTo>
                <a:cubicBezTo>
                  <a:pt x="82" y="289"/>
                  <a:pt x="97" y="224"/>
                  <a:pt x="97" y="144"/>
                </a:cubicBezTo>
                <a:cubicBezTo>
                  <a:pt x="97" y="65"/>
                  <a:pt x="82" y="0"/>
                  <a:pt x="63" y="0"/>
                </a:cubicBezTo>
                <a:cubicBezTo>
                  <a:pt x="0" y="0"/>
                  <a:pt x="0" y="0"/>
                  <a:pt x="0" y="0"/>
                </a:cubicBezTo>
                <a:cubicBezTo>
                  <a:pt x="19" y="0"/>
                  <a:pt x="34" y="65"/>
                  <a:pt x="34" y="144"/>
                </a:cubicBezTo>
                <a:close/>
              </a:path>
            </a:pathLst>
          </a:custGeom>
          <a:solidFill>
            <a:srgbClr val="F3772D"/>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222"/>
          <p:cNvSpPr>
            <a:spLocks/>
          </p:cNvSpPr>
          <p:nvPr/>
        </p:nvSpPr>
        <p:spPr bwMode="auto">
          <a:xfrm>
            <a:off x="6978650" y="4693257"/>
            <a:ext cx="985838" cy="984250"/>
          </a:xfrm>
          <a:custGeom>
            <a:avLst/>
            <a:gdLst>
              <a:gd name="T0" fmla="*/ 126 w 262"/>
              <a:gd name="T1" fmla="*/ 136 h 262"/>
              <a:gd name="T2" fmla="*/ 204 w 262"/>
              <a:gd name="T3" fmla="*/ 262 h 262"/>
              <a:gd name="T4" fmla="*/ 248 w 262"/>
              <a:gd name="T5" fmla="*/ 218 h 262"/>
              <a:gd name="T6" fmla="*/ 170 w 262"/>
              <a:gd name="T7" fmla="*/ 92 h 262"/>
              <a:gd name="T8" fmla="*/ 45 w 262"/>
              <a:gd name="T9" fmla="*/ 13 h 262"/>
              <a:gd name="T10" fmla="*/ 0 w 262"/>
              <a:gd name="T11" fmla="*/ 58 h 262"/>
              <a:gd name="T12" fmla="*/ 126 w 262"/>
              <a:gd name="T13" fmla="*/ 136 h 262"/>
            </a:gdLst>
            <a:ahLst/>
            <a:cxnLst>
              <a:cxn ang="0">
                <a:pos x="T0" y="T1"/>
              </a:cxn>
              <a:cxn ang="0">
                <a:pos x="T2" y="T3"/>
              </a:cxn>
              <a:cxn ang="0">
                <a:pos x="T4" y="T5"/>
              </a:cxn>
              <a:cxn ang="0">
                <a:pos x="T6" y="T7"/>
              </a:cxn>
              <a:cxn ang="0">
                <a:pos x="T8" y="T9"/>
              </a:cxn>
              <a:cxn ang="0">
                <a:pos x="T10" y="T11"/>
              </a:cxn>
              <a:cxn ang="0">
                <a:pos x="T12" y="T13"/>
              </a:cxn>
            </a:cxnLst>
            <a:rect l="0" t="0" r="r" b="b"/>
            <a:pathLst>
              <a:path w="262" h="262">
                <a:moveTo>
                  <a:pt x="126" y="136"/>
                </a:moveTo>
                <a:cubicBezTo>
                  <a:pt x="182" y="192"/>
                  <a:pt x="217" y="249"/>
                  <a:pt x="204" y="262"/>
                </a:cubicBezTo>
                <a:cubicBezTo>
                  <a:pt x="248" y="218"/>
                  <a:pt x="248" y="218"/>
                  <a:pt x="248" y="218"/>
                </a:cubicBezTo>
                <a:cubicBezTo>
                  <a:pt x="262" y="205"/>
                  <a:pt x="227" y="148"/>
                  <a:pt x="170" y="92"/>
                </a:cubicBezTo>
                <a:cubicBezTo>
                  <a:pt x="114" y="35"/>
                  <a:pt x="58" y="0"/>
                  <a:pt x="45" y="13"/>
                </a:cubicBezTo>
                <a:cubicBezTo>
                  <a:pt x="0" y="58"/>
                  <a:pt x="0" y="58"/>
                  <a:pt x="0" y="58"/>
                </a:cubicBezTo>
                <a:cubicBezTo>
                  <a:pt x="13" y="45"/>
                  <a:pt x="70" y="80"/>
                  <a:pt x="126" y="136"/>
                </a:cubicBezTo>
                <a:close/>
              </a:path>
            </a:pathLst>
          </a:custGeom>
          <a:solidFill>
            <a:srgbClr val="ED9C27"/>
          </a:solidFill>
          <a:ln>
            <a:noFill/>
          </a:ln>
        </p:spPr>
        <p:txBody>
          <a:bodyPr vert="horz" wrap="square" lIns="91440" tIns="45720" rIns="91440" bIns="45720" numCol="1" anchor="t" anchorCtr="0" compatLnSpc="1">
            <a:prstTxWarp prst="textNoShape">
              <a:avLst/>
            </a:prstTxWarp>
          </a:bodyPr>
          <a:lstStyle/>
          <a:p>
            <a:endParaRPr lang="en-US"/>
          </a:p>
        </p:txBody>
      </p:sp>
      <p:sp>
        <p:nvSpPr>
          <p:cNvPr id="62" name="Freeform 223"/>
          <p:cNvSpPr>
            <a:spLocks/>
          </p:cNvSpPr>
          <p:nvPr/>
        </p:nvSpPr>
        <p:spPr bwMode="auto">
          <a:xfrm>
            <a:off x="6978650" y="4858357"/>
            <a:ext cx="820738" cy="819150"/>
          </a:xfrm>
          <a:custGeom>
            <a:avLst/>
            <a:gdLst>
              <a:gd name="T0" fmla="*/ 14 w 218"/>
              <a:gd name="T1" fmla="*/ 28 h 218"/>
              <a:gd name="T2" fmla="*/ 14 w 218"/>
              <a:gd name="T3" fmla="*/ 27 h 218"/>
              <a:gd name="T4" fmla="*/ 120 w 218"/>
              <a:gd name="T5" fmla="*/ 98 h 218"/>
              <a:gd name="T6" fmla="*/ 191 w 218"/>
              <a:gd name="T7" fmla="*/ 204 h 218"/>
              <a:gd name="T8" fmla="*/ 190 w 218"/>
              <a:gd name="T9" fmla="*/ 204 h 218"/>
              <a:gd name="T10" fmla="*/ 204 w 218"/>
              <a:gd name="T11" fmla="*/ 218 h 218"/>
              <a:gd name="T12" fmla="*/ 205 w 218"/>
              <a:gd name="T13" fmla="*/ 218 h 218"/>
              <a:gd name="T14" fmla="*/ 126 w 218"/>
              <a:gd name="T15" fmla="*/ 92 h 218"/>
              <a:gd name="T16" fmla="*/ 1 w 218"/>
              <a:gd name="T17" fmla="*/ 13 h 218"/>
              <a:gd name="T18" fmla="*/ 0 w 218"/>
              <a:gd name="T19" fmla="*/ 14 h 218"/>
              <a:gd name="T20" fmla="*/ 14 w 218"/>
              <a:gd name="T21" fmla="*/ 28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8" h="218">
                <a:moveTo>
                  <a:pt x="14" y="28"/>
                </a:moveTo>
                <a:cubicBezTo>
                  <a:pt x="14" y="27"/>
                  <a:pt x="14" y="27"/>
                  <a:pt x="14" y="27"/>
                </a:cubicBezTo>
                <a:cubicBezTo>
                  <a:pt x="24" y="18"/>
                  <a:pt x="71" y="49"/>
                  <a:pt x="120" y="98"/>
                </a:cubicBezTo>
                <a:cubicBezTo>
                  <a:pt x="168" y="147"/>
                  <a:pt x="200" y="194"/>
                  <a:pt x="191" y="204"/>
                </a:cubicBezTo>
                <a:cubicBezTo>
                  <a:pt x="190" y="204"/>
                  <a:pt x="190" y="204"/>
                  <a:pt x="190" y="204"/>
                </a:cubicBezTo>
                <a:cubicBezTo>
                  <a:pt x="204" y="218"/>
                  <a:pt x="204" y="218"/>
                  <a:pt x="204" y="218"/>
                </a:cubicBezTo>
                <a:cubicBezTo>
                  <a:pt x="205" y="218"/>
                  <a:pt x="205" y="218"/>
                  <a:pt x="205" y="218"/>
                </a:cubicBezTo>
                <a:cubicBezTo>
                  <a:pt x="218" y="205"/>
                  <a:pt x="183" y="148"/>
                  <a:pt x="126" y="92"/>
                </a:cubicBezTo>
                <a:cubicBezTo>
                  <a:pt x="70" y="35"/>
                  <a:pt x="14" y="0"/>
                  <a:pt x="1" y="13"/>
                </a:cubicBezTo>
                <a:cubicBezTo>
                  <a:pt x="0" y="14"/>
                  <a:pt x="0" y="14"/>
                  <a:pt x="0" y="14"/>
                </a:cubicBezTo>
                <a:lnTo>
                  <a:pt x="14" y="28"/>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3" name="Freeform 224"/>
          <p:cNvSpPr>
            <a:spLocks/>
          </p:cNvSpPr>
          <p:nvPr/>
        </p:nvSpPr>
        <p:spPr bwMode="auto">
          <a:xfrm>
            <a:off x="7502525" y="3612169"/>
            <a:ext cx="1085850" cy="360363"/>
          </a:xfrm>
          <a:custGeom>
            <a:avLst/>
            <a:gdLst>
              <a:gd name="T0" fmla="*/ 144 w 289"/>
              <a:gd name="T1" fmla="*/ 62 h 96"/>
              <a:gd name="T2" fmla="*/ 289 w 289"/>
              <a:gd name="T3" fmla="*/ 96 h 96"/>
              <a:gd name="T4" fmla="*/ 289 w 289"/>
              <a:gd name="T5" fmla="*/ 33 h 96"/>
              <a:gd name="T6" fmla="*/ 144 w 289"/>
              <a:gd name="T7" fmla="*/ 0 h 96"/>
              <a:gd name="T8" fmla="*/ 0 w 289"/>
              <a:gd name="T9" fmla="*/ 33 h 96"/>
              <a:gd name="T10" fmla="*/ 0 w 289"/>
              <a:gd name="T11" fmla="*/ 96 h 96"/>
              <a:gd name="T12" fmla="*/ 144 w 289"/>
              <a:gd name="T13" fmla="*/ 62 h 96"/>
            </a:gdLst>
            <a:ahLst/>
            <a:cxnLst>
              <a:cxn ang="0">
                <a:pos x="T0" y="T1"/>
              </a:cxn>
              <a:cxn ang="0">
                <a:pos x="T2" y="T3"/>
              </a:cxn>
              <a:cxn ang="0">
                <a:pos x="T4" y="T5"/>
              </a:cxn>
              <a:cxn ang="0">
                <a:pos x="T6" y="T7"/>
              </a:cxn>
              <a:cxn ang="0">
                <a:pos x="T8" y="T9"/>
              </a:cxn>
              <a:cxn ang="0">
                <a:pos x="T10" y="T11"/>
              </a:cxn>
              <a:cxn ang="0">
                <a:pos x="T12" y="T13"/>
              </a:cxn>
            </a:cxnLst>
            <a:rect l="0" t="0" r="r" b="b"/>
            <a:pathLst>
              <a:path w="289" h="96">
                <a:moveTo>
                  <a:pt x="144" y="62"/>
                </a:moveTo>
                <a:cubicBezTo>
                  <a:pt x="224" y="62"/>
                  <a:pt x="289" y="77"/>
                  <a:pt x="289" y="96"/>
                </a:cubicBezTo>
                <a:cubicBezTo>
                  <a:pt x="289" y="33"/>
                  <a:pt x="289" y="33"/>
                  <a:pt x="289" y="33"/>
                </a:cubicBezTo>
                <a:cubicBezTo>
                  <a:pt x="289" y="15"/>
                  <a:pt x="224" y="0"/>
                  <a:pt x="144" y="0"/>
                </a:cubicBezTo>
                <a:cubicBezTo>
                  <a:pt x="65" y="0"/>
                  <a:pt x="0" y="15"/>
                  <a:pt x="0" y="33"/>
                </a:cubicBezTo>
                <a:cubicBezTo>
                  <a:pt x="0" y="96"/>
                  <a:pt x="0" y="96"/>
                  <a:pt x="0" y="96"/>
                </a:cubicBezTo>
                <a:cubicBezTo>
                  <a:pt x="0" y="77"/>
                  <a:pt x="65" y="62"/>
                  <a:pt x="144" y="62"/>
                </a:cubicBezTo>
                <a:close/>
              </a:path>
            </a:pathLst>
          </a:custGeom>
          <a:solidFill>
            <a:srgbClr val="455562"/>
          </a:solidFill>
          <a:ln>
            <a:noFill/>
          </a:ln>
        </p:spPr>
        <p:txBody>
          <a:bodyPr vert="horz" wrap="square" lIns="91440" tIns="45720" rIns="91440" bIns="45720" numCol="1" anchor="t" anchorCtr="0" compatLnSpc="1">
            <a:prstTxWarp prst="textNoShape">
              <a:avLst/>
            </a:prstTxWarp>
          </a:bodyPr>
          <a:lstStyle/>
          <a:p>
            <a:endParaRPr lang="en-US"/>
          </a:p>
        </p:txBody>
      </p:sp>
      <p:sp>
        <p:nvSpPr>
          <p:cNvPr id="64" name="Freeform 225"/>
          <p:cNvSpPr>
            <a:spLocks/>
          </p:cNvSpPr>
          <p:nvPr/>
        </p:nvSpPr>
        <p:spPr bwMode="auto">
          <a:xfrm>
            <a:off x="7502525" y="3832832"/>
            <a:ext cx="1085850" cy="127000"/>
          </a:xfrm>
          <a:custGeom>
            <a:avLst/>
            <a:gdLst>
              <a:gd name="T0" fmla="*/ 20 w 289"/>
              <a:gd name="T1" fmla="*/ 34 h 34"/>
              <a:gd name="T2" fmla="*/ 20 w 289"/>
              <a:gd name="T3" fmla="*/ 33 h 34"/>
              <a:gd name="T4" fmla="*/ 144 w 289"/>
              <a:gd name="T5" fmla="*/ 9 h 34"/>
              <a:gd name="T6" fmla="*/ 269 w 289"/>
              <a:gd name="T7" fmla="*/ 33 h 34"/>
              <a:gd name="T8" fmla="*/ 269 w 289"/>
              <a:gd name="T9" fmla="*/ 34 h 34"/>
              <a:gd name="T10" fmla="*/ 289 w 289"/>
              <a:gd name="T11" fmla="*/ 34 h 34"/>
              <a:gd name="T12" fmla="*/ 289 w 289"/>
              <a:gd name="T13" fmla="*/ 33 h 34"/>
              <a:gd name="T14" fmla="*/ 144 w 289"/>
              <a:gd name="T15" fmla="*/ 0 h 34"/>
              <a:gd name="T16" fmla="*/ 0 w 289"/>
              <a:gd name="T17" fmla="*/ 33 h 34"/>
              <a:gd name="T18" fmla="*/ 0 w 289"/>
              <a:gd name="T19" fmla="*/ 34 h 34"/>
              <a:gd name="T20" fmla="*/ 20 w 289"/>
              <a:gd name="T21"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9" h="34">
                <a:moveTo>
                  <a:pt x="20" y="34"/>
                </a:moveTo>
                <a:cubicBezTo>
                  <a:pt x="20" y="33"/>
                  <a:pt x="20" y="33"/>
                  <a:pt x="20" y="33"/>
                </a:cubicBezTo>
                <a:cubicBezTo>
                  <a:pt x="20" y="20"/>
                  <a:pt x="76" y="9"/>
                  <a:pt x="144" y="9"/>
                </a:cubicBezTo>
                <a:cubicBezTo>
                  <a:pt x="213" y="9"/>
                  <a:pt x="269" y="20"/>
                  <a:pt x="269" y="33"/>
                </a:cubicBezTo>
                <a:cubicBezTo>
                  <a:pt x="269" y="34"/>
                  <a:pt x="269" y="34"/>
                  <a:pt x="269" y="34"/>
                </a:cubicBezTo>
                <a:cubicBezTo>
                  <a:pt x="289" y="34"/>
                  <a:pt x="289" y="34"/>
                  <a:pt x="289" y="34"/>
                </a:cubicBezTo>
                <a:cubicBezTo>
                  <a:pt x="289" y="33"/>
                  <a:pt x="289" y="33"/>
                  <a:pt x="289" y="33"/>
                </a:cubicBezTo>
                <a:cubicBezTo>
                  <a:pt x="289" y="15"/>
                  <a:pt x="224" y="0"/>
                  <a:pt x="144" y="0"/>
                </a:cubicBezTo>
                <a:cubicBezTo>
                  <a:pt x="65" y="0"/>
                  <a:pt x="0" y="15"/>
                  <a:pt x="0" y="33"/>
                </a:cubicBezTo>
                <a:cubicBezTo>
                  <a:pt x="0" y="34"/>
                  <a:pt x="0" y="34"/>
                  <a:pt x="0" y="34"/>
                </a:cubicBezTo>
                <a:lnTo>
                  <a:pt x="20" y="34"/>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5" name="Freeform 226"/>
          <p:cNvSpPr>
            <a:spLocks/>
          </p:cNvSpPr>
          <p:nvPr/>
        </p:nvSpPr>
        <p:spPr bwMode="auto">
          <a:xfrm>
            <a:off x="6986588" y="1934182"/>
            <a:ext cx="981075" cy="984250"/>
          </a:xfrm>
          <a:custGeom>
            <a:avLst/>
            <a:gdLst>
              <a:gd name="T0" fmla="*/ 135 w 261"/>
              <a:gd name="T1" fmla="*/ 136 h 262"/>
              <a:gd name="T2" fmla="*/ 261 w 261"/>
              <a:gd name="T3" fmla="*/ 57 h 262"/>
              <a:gd name="T4" fmla="*/ 217 w 261"/>
              <a:gd name="T5" fmla="*/ 13 h 262"/>
              <a:gd name="T6" fmla="*/ 91 w 261"/>
              <a:gd name="T7" fmla="*/ 91 h 262"/>
              <a:gd name="T8" fmla="*/ 13 w 261"/>
              <a:gd name="T9" fmla="*/ 217 h 262"/>
              <a:gd name="T10" fmla="*/ 57 w 261"/>
              <a:gd name="T11" fmla="*/ 262 h 262"/>
              <a:gd name="T12" fmla="*/ 135 w 261"/>
              <a:gd name="T13" fmla="*/ 136 h 262"/>
            </a:gdLst>
            <a:ahLst/>
            <a:cxnLst>
              <a:cxn ang="0">
                <a:pos x="T0" y="T1"/>
              </a:cxn>
              <a:cxn ang="0">
                <a:pos x="T2" y="T3"/>
              </a:cxn>
              <a:cxn ang="0">
                <a:pos x="T4" y="T5"/>
              </a:cxn>
              <a:cxn ang="0">
                <a:pos x="T6" y="T7"/>
              </a:cxn>
              <a:cxn ang="0">
                <a:pos x="T8" y="T9"/>
              </a:cxn>
              <a:cxn ang="0">
                <a:pos x="T10" y="T11"/>
              </a:cxn>
              <a:cxn ang="0">
                <a:pos x="T12" y="T13"/>
              </a:cxn>
            </a:cxnLst>
            <a:rect l="0" t="0" r="r" b="b"/>
            <a:pathLst>
              <a:path w="261" h="262">
                <a:moveTo>
                  <a:pt x="135" y="136"/>
                </a:moveTo>
                <a:cubicBezTo>
                  <a:pt x="192" y="79"/>
                  <a:pt x="248" y="44"/>
                  <a:pt x="261" y="57"/>
                </a:cubicBezTo>
                <a:cubicBezTo>
                  <a:pt x="217" y="13"/>
                  <a:pt x="217" y="13"/>
                  <a:pt x="217" y="13"/>
                </a:cubicBezTo>
                <a:cubicBezTo>
                  <a:pt x="204" y="0"/>
                  <a:pt x="147" y="35"/>
                  <a:pt x="91" y="91"/>
                </a:cubicBezTo>
                <a:cubicBezTo>
                  <a:pt x="35" y="148"/>
                  <a:pt x="0" y="204"/>
                  <a:pt x="13" y="217"/>
                </a:cubicBezTo>
                <a:cubicBezTo>
                  <a:pt x="57" y="262"/>
                  <a:pt x="57" y="262"/>
                  <a:pt x="57" y="262"/>
                </a:cubicBezTo>
                <a:cubicBezTo>
                  <a:pt x="44" y="248"/>
                  <a:pt x="79" y="192"/>
                  <a:pt x="135" y="136"/>
                </a:cubicBezTo>
                <a:close/>
              </a:path>
            </a:pathLst>
          </a:custGeom>
          <a:solidFill>
            <a:srgbClr val="2A7BAB"/>
          </a:solidFill>
          <a:ln>
            <a:noFill/>
          </a:ln>
        </p:spPr>
        <p:txBody>
          <a:bodyPr vert="horz" wrap="square" lIns="91440" tIns="45720" rIns="91440" bIns="45720" numCol="1" anchor="t" anchorCtr="0" compatLnSpc="1">
            <a:prstTxWarp prst="textNoShape">
              <a:avLst/>
            </a:prstTxWarp>
          </a:bodyPr>
          <a:lstStyle/>
          <a:p>
            <a:endParaRPr lang="en-US"/>
          </a:p>
        </p:txBody>
      </p:sp>
      <p:sp>
        <p:nvSpPr>
          <p:cNvPr id="66" name="Freeform 227"/>
          <p:cNvSpPr>
            <a:spLocks/>
          </p:cNvSpPr>
          <p:nvPr/>
        </p:nvSpPr>
        <p:spPr bwMode="auto">
          <a:xfrm>
            <a:off x="7151688" y="2099282"/>
            <a:ext cx="815975" cy="819150"/>
          </a:xfrm>
          <a:custGeom>
            <a:avLst/>
            <a:gdLst>
              <a:gd name="T0" fmla="*/ 27 w 217"/>
              <a:gd name="T1" fmla="*/ 204 h 218"/>
              <a:gd name="T2" fmla="*/ 27 w 217"/>
              <a:gd name="T3" fmla="*/ 203 h 218"/>
              <a:gd name="T4" fmla="*/ 97 w 217"/>
              <a:gd name="T5" fmla="*/ 98 h 218"/>
              <a:gd name="T6" fmla="*/ 203 w 217"/>
              <a:gd name="T7" fmla="*/ 27 h 218"/>
              <a:gd name="T8" fmla="*/ 203 w 217"/>
              <a:gd name="T9" fmla="*/ 27 h 218"/>
              <a:gd name="T10" fmla="*/ 217 w 217"/>
              <a:gd name="T11" fmla="*/ 13 h 218"/>
              <a:gd name="T12" fmla="*/ 217 w 217"/>
              <a:gd name="T13" fmla="*/ 13 h 218"/>
              <a:gd name="T14" fmla="*/ 91 w 217"/>
              <a:gd name="T15" fmla="*/ 91 h 218"/>
              <a:gd name="T16" fmla="*/ 13 w 217"/>
              <a:gd name="T17" fmla="*/ 217 h 218"/>
              <a:gd name="T18" fmla="*/ 13 w 217"/>
              <a:gd name="T19" fmla="*/ 218 h 218"/>
              <a:gd name="T20" fmla="*/ 27 w 217"/>
              <a:gd name="T21" fmla="*/ 204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7" h="218">
                <a:moveTo>
                  <a:pt x="27" y="204"/>
                </a:moveTo>
                <a:cubicBezTo>
                  <a:pt x="27" y="203"/>
                  <a:pt x="27" y="203"/>
                  <a:pt x="27" y="203"/>
                </a:cubicBezTo>
                <a:cubicBezTo>
                  <a:pt x="17" y="194"/>
                  <a:pt x="49" y="147"/>
                  <a:pt x="97" y="98"/>
                </a:cubicBezTo>
                <a:cubicBezTo>
                  <a:pt x="146" y="49"/>
                  <a:pt x="193" y="17"/>
                  <a:pt x="203" y="27"/>
                </a:cubicBezTo>
                <a:cubicBezTo>
                  <a:pt x="203" y="27"/>
                  <a:pt x="203" y="27"/>
                  <a:pt x="203" y="27"/>
                </a:cubicBezTo>
                <a:cubicBezTo>
                  <a:pt x="217" y="13"/>
                  <a:pt x="217" y="13"/>
                  <a:pt x="217" y="13"/>
                </a:cubicBezTo>
                <a:cubicBezTo>
                  <a:pt x="217" y="13"/>
                  <a:pt x="217" y="13"/>
                  <a:pt x="217" y="13"/>
                </a:cubicBezTo>
                <a:cubicBezTo>
                  <a:pt x="203" y="0"/>
                  <a:pt x="147" y="35"/>
                  <a:pt x="91" y="91"/>
                </a:cubicBezTo>
                <a:cubicBezTo>
                  <a:pt x="35" y="148"/>
                  <a:pt x="0" y="204"/>
                  <a:pt x="13" y="217"/>
                </a:cubicBezTo>
                <a:cubicBezTo>
                  <a:pt x="13" y="218"/>
                  <a:pt x="13" y="218"/>
                  <a:pt x="13" y="218"/>
                </a:cubicBezTo>
                <a:lnTo>
                  <a:pt x="27" y="204"/>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7" name="Freeform 228"/>
          <p:cNvSpPr>
            <a:spLocks/>
          </p:cNvSpPr>
          <p:nvPr/>
        </p:nvSpPr>
        <p:spPr bwMode="auto">
          <a:xfrm>
            <a:off x="4713288" y="5125057"/>
            <a:ext cx="1349375" cy="849313"/>
          </a:xfrm>
          <a:custGeom>
            <a:avLst/>
            <a:gdLst>
              <a:gd name="T0" fmla="*/ 355 w 359"/>
              <a:gd name="T1" fmla="*/ 226 h 226"/>
              <a:gd name="T2" fmla="*/ 359 w 359"/>
              <a:gd name="T3" fmla="*/ 115 h 226"/>
              <a:gd name="T4" fmla="*/ 113 w 359"/>
              <a:gd name="T5" fmla="*/ 34 h 226"/>
              <a:gd name="T6" fmla="*/ 126 w 359"/>
              <a:gd name="T7" fmla="*/ 21 h 226"/>
              <a:gd name="T8" fmla="*/ 118 w 359"/>
              <a:gd name="T9" fmla="*/ 0 h 226"/>
              <a:gd name="T10" fmla="*/ 44 w 359"/>
              <a:gd name="T11" fmla="*/ 1 h 226"/>
              <a:gd name="T12" fmla="*/ 9 w 359"/>
              <a:gd name="T13" fmla="*/ 35 h 226"/>
              <a:gd name="T14" fmla="*/ 2 w 359"/>
              <a:gd name="T15" fmla="*/ 108 h 226"/>
              <a:gd name="T16" fmla="*/ 22 w 359"/>
              <a:gd name="T17" fmla="*/ 117 h 226"/>
              <a:gd name="T18" fmla="*/ 30 w 359"/>
              <a:gd name="T19" fmla="*/ 110 h 226"/>
              <a:gd name="T20" fmla="*/ 355 w 359"/>
              <a:gd name="T21" fmla="*/ 226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9" h="226">
                <a:moveTo>
                  <a:pt x="355" y="226"/>
                </a:moveTo>
                <a:cubicBezTo>
                  <a:pt x="359" y="115"/>
                  <a:pt x="359" y="115"/>
                  <a:pt x="359" y="115"/>
                </a:cubicBezTo>
                <a:cubicBezTo>
                  <a:pt x="272" y="112"/>
                  <a:pt x="187" y="85"/>
                  <a:pt x="113" y="34"/>
                </a:cubicBezTo>
                <a:cubicBezTo>
                  <a:pt x="126" y="21"/>
                  <a:pt x="126" y="21"/>
                  <a:pt x="126" y="21"/>
                </a:cubicBezTo>
                <a:cubicBezTo>
                  <a:pt x="139" y="9"/>
                  <a:pt x="136" y="0"/>
                  <a:pt x="118" y="0"/>
                </a:cubicBezTo>
                <a:cubicBezTo>
                  <a:pt x="44" y="1"/>
                  <a:pt x="44" y="1"/>
                  <a:pt x="44" y="1"/>
                </a:cubicBezTo>
                <a:cubicBezTo>
                  <a:pt x="26" y="2"/>
                  <a:pt x="10" y="17"/>
                  <a:pt x="9" y="35"/>
                </a:cubicBezTo>
                <a:cubicBezTo>
                  <a:pt x="2" y="108"/>
                  <a:pt x="2" y="108"/>
                  <a:pt x="2" y="108"/>
                </a:cubicBezTo>
                <a:cubicBezTo>
                  <a:pt x="0" y="126"/>
                  <a:pt x="9" y="129"/>
                  <a:pt x="22" y="117"/>
                </a:cubicBezTo>
                <a:cubicBezTo>
                  <a:pt x="30" y="110"/>
                  <a:pt x="30" y="110"/>
                  <a:pt x="30" y="110"/>
                </a:cubicBezTo>
                <a:cubicBezTo>
                  <a:pt x="126" y="183"/>
                  <a:pt x="239" y="222"/>
                  <a:pt x="355" y="226"/>
                </a:cubicBezTo>
              </a:path>
            </a:pathLst>
          </a:custGeom>
          <a:solidFill>
            <a:srgbClr val="F3772D"/>
          </a:solidFill>
          <a:ln>
            <a:noFill/>
          </a:ln>
        </p:spPr>
        <p:txBody>
          <a:bodyPr vert="horz" wrap="square" lIns="91440" tIns="45720" rIns="91440" bIns="45720" numCol="1" anchor="t" anchorCtr="0" compatLnSpc="1">
            <a:prstTxWarp prst="textNoShape">
              <a:avLst/>
            </a:prstTxWarp>
          </a:bodyPr>
          <a:lstStyle/>
          <a:p>
            <a:endParaRPr lang="en-US"/>
          </a:p>
        </p:txBody>
      </p:sp>
      <p:sp>
        <p:nvSpPr>
          <p:cNvPr id="68" name="Freeform 229"/>
          <p:cNvSpPr>
            <a:spLocks/>
          </p:cNvSpPr>
          <p:nvPr/>
        </p:nvSpPr>
        <p:spPr bwMode="auto">
          <a:xfrm>
            <a:off x="4757738" y="5125057"/>
            <a:ext cx="1304925" cy="631825"/>
          </a:xfrm>
          <a:custGeom>
            <a:avLst/>
            <a:gdLst>
              <a:gd name="T0" fmla="*/ 347 w 347"/>
              <a:gd name="T1" fmla="*/ 116 h 168"/>
              <a:gd name="T2" fmla="*/ 131 w 347"/>
              <a:gd name="T3" fmla="*/ 53 h 168"/>
              <a:gd name="T4" fmla="*/ 101 w 347"/>
              <a:gd name="T5" fmla="*/ 34 h 168"/>
              <a:gd name="T6" fmla="*/ 114 w 347"/>
              <a:gd name="T7" fmla="*/ 21 h 168"/>
              <a:gd name="T8" fmla="*/ 121 w 347"/>
              <a:gd name="T9" fmla="*/ 4 h 168"/>
              <a:gd name="T10" fmla="*/ 118 w 347"/>
              <a:gd name="T11" fmla="*/ 2 h 168"/>
              <a:gd name="T12" fmla="*/ 107 w 347"/>
              <a:gd name="T13" fmla="*/ 1 h 168"/>
              <a:gd name="T14" fmla="*/ 33 w 347"/>
              <a:gd name="T15" fmla="*/ 2 h 168"/>
              <a:gd name="T16" fmla="*/ 0 w 347"/>
              <a:gd name="T17" fmla="*/ 24 h 168"/>
              <a:gd name="T18" fmla="*/ 345 w 347"/>
              <a:gd name="T19" fmla="*/ 168 h 168"/>
              <a:gd name="T20" fmla="*/ 347 w 347"/>
              <a:gd name="T21" fmla="*/ 116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7" h="168">
                <a:moveTo>
                  <a:pt x="347" y="116"/>
                </a:moveTo>
                <a:cubicBezTo>
                  <a:pt x="272" y="113"/>
                  <a:pt x="198" y="92"/>
                  <a:pt x="131" y="53"/>
                </a:cubicBezTo>
                <a:cubicBezTo>
                  <a:pt x="121" y="47"/>
                  <a:pt x="111" y="40"/>
                  <a:pt x="101" y="34"/>
                </a:cubicBezTo>
                <a:cubicBezTo>
                  <a:pt x="114" y="21"/>
                  <a:pt x="114" y="21"/>
                  <a:pt x="114" y="21"/>
                </a:cubicBezTo>
                <a:cubicBezTo>
                  <a:pt x="122" y="14"/>
                  <a:pt x="124" y="8"/>
                  <a:pt x="121" y="4"/>
                </a:cubicBezTo>
                <a:cubicBezTo>
                  <a:pt x="120" y="3"/>
                  <a:pt x="119" y="2"/>
                  <a:pt x="118" y="2"/>
                </a:cubicBezTo>
                <a:cubicBezTo>
                  <a:pt x="115" y="1"/>
                  <a:pt x="112" y="0"/>
                  <a:pt x="107" y="1"/>
                </a:cubicBezTo>
                <a:cubicBezTo>
                  <a:pt x="33" y="2"/>
                  <a:pt x="33" y="2"/>
                  <a:pt x="33" y="2"/>
                </a:cubicBezTo>
                <a:cubicBezTo>
                  <a:pt x="20" y="2"/>
                  <a:pt x="7" y="12"/>
                  <a:pt x="0" y="24"/>
                </a:cubicBezTo>
                <a:cubicBezTo>
                  <a:pt x="96" y="117"/>
                  <a:pt x="219" y="165"/>
                  <a:pt x="345" y="168"/>
                </a:cubicBezTo>
                <a:cubicBezTo>
                  <a:pt x="347" y="116"/>
                  <a:pt x="347" y="116"/>
                  <a:pt x="347" y="116"/>
                </a:cubicBezTo>
              </a:path>
            </a:pathLst>
          </a:custGeom>
          <a:solidFill>
            <a:srgbClr val="FFFFFF">
              <a:alpha val="30196"/>
            </a:srgbClr>
          </a:solidFill>
          <a:ln>
            <a:noFill/>
          </a:ln>
        </p:spPr>
        <p:txBody>
          <a:bodyPr vert="horz" wrap="square" lIns="91440" tIns="45720" rIns="91440" bIns="45720" numCol="1" anchor="t" anchorCtr="0" compatLnSpc="1">
            <a:prstTxWarp prst="textNoShape">
              <a:avLst/>
            </a:prstTxWarp>
          </a:bodyPr>
          <a:lstStyle/>
          <a:p>
            <a:endParaRPr lang="en-US"/>
          </a:p>
        </p:txBody>
      </p:sp>
      <p:sp>
        <p:nvSpPr>
          <p:cNvPr id="69" name="Freeform 230"/>
          <p:cNvSpPr>
            <a:spLocks/>
          </p:cNvSpPr>
          <p:nvPr/>
        </p:nvSpPr>
        <p:spPr bwMode="auto">
          <a:xfrm>
            <a:off x="5938838" y="5212369"/>
            <a:ext cx="130175" cy="1085850"/>
          </a:xfrm>
          <a:custGeom>
            <a:avLst/>
            <a:gdLst>
              <a:gd name="T0" fmla="*/ 0 w 35"/>
              <a:gd name="T1" fmla="*/ 20 h 289"/>
              <a:gd name="T2" fmla="*/ 1 w 35"/>
              <a:gd name="T3" fmla="*/ 20 h 289"/>
              <a:gd name="T4" fmla="*/ 25 w 35"/>
              <a:gd name="T5" fmla="*/ 144 h 289"/>
              <a:gd name="T6" fmla="*/ 1 w 35"/>
              <a:gd name="T7" fmla="*/ 269 h 289"/>
              <a:gd name="T8" fmla="*/ 0 w 35"/>
              <a:gd name="T9" fmla="*/ 269 h 289"/>
              <a:gd name="T10" fmla="*/ 0 w 35"/>
              <a:gd name="T11" fmla="*/ 289 h 289"/>
              <a:gd name="T12" fmla="*/ 1 w 35"/>
              <a:gd name="T13" fmla="*/ 289 h 289"/>
              <a:gd name="T14" fmla="*/ 35 w 35"/>
              <a:gd name="T15" fmla="*/ 144 h 289"/>
              <a:gd name="T16" fmla="*/ 1 w 35"/>
              <a:gd name="T17" fmla="*/ 0 h 289"/>
              <a:gd name="T18" fmla="*/ 0 w 35"/>
              <a:gd name="T19" fmla="*/ 0 h 289"/>
              <a:gd name="T20" fmla="*/ 0 w 35"/>
              <a:gd name="T21" fmla="*/ 20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 h="289">
                <a:moveTo>
                  <a:pt x="0" y="20"/>
                </a:moveTo>
                <a:cubicBezTo>
                  <a:pt x="1" y="20"/>
                  <a:pt x="1" y="20"/>
                  <a:pt x="1" y="20"/>
                </a:cubicBezTo>
                <a:cubicBezTo>
                  <a:pt x="14" y="20"/>
                  <a:pt x="25" y="76"/>
                  <a:pt x="25" y="144"/>
                </a:cubicBezTo>
                <a:cubicBezTo>
                  <a:pt x="25" y="213"/>
                  <a:pt x="14" y="269"/>
                  <a:pt x="1" y="269"/>
                </a:cubicBezTo>
                <a:cubicBezTo>
                  <a:pt x="0" y="269"/>
                  <a:pt x="0" y="269"/>
                  <a:pt x="0" y="269"/>
                </a:cubicBezTo>
                <a:cubicBezTo>
                  <a:pt x="0" y="289"/>
                  <a:pt x="0" y="289"/>
                  <a:pt x="0" y="289"/>
                </a:cubicBezTo>
                <a:cubicBezTo>
                  <a:pt x="1" y="289"/>
                  <a:pt x="1" y="289"/>
                  <a:pt x="1" y="289"/>
                </a:cubicBezTo>
                <a:cubicBezTo>
                  <a:pt x="19" y="289"/>
                  <a:pt x="35" y="224"/>
                  <a:pt x="35" y="144"/>
                </a:cubicBezTo>
                <a:cubicBezTo>
                  <a:pt x="35" y="65"/>
                  <a:pt x="19" y="0"/>
                  <a:pt x="1" y="0"/>
                </a:cubicBezTo>
                <a:cubicBezTo>
                  <a:pt x="0" y="0"/>
                  <a:pt x="0" y="0"/>
                  <a:pt x="0" y="0"/>
                </a:cubicBezTo>
                <a:lnTo>
                  <a:pt x="0" y="2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0" name="Freeform 231"/>
          <p:cNvSpPr>
            <a:spLocks/>
          </p:cNvSpPr>
          <p:nvPr/>
        </p:nvSpPr>
        <p:spPr bwMode="auto">
          <a:xfrm>
            <a:off x="4224338" y="4690082"/>
            <a:ext cx="981075" cy="984250"/>
          </a:xfrm>
          <a:custGeom>
            <a:avLst/>
            <a:gdLst>
              <a:gd name="T0" fmla="*/ 126 w 261"/>
              <a:gd name="T1" fmla="*/ 126 h 262"/>
              <a:gd name="T2" fmla="*/ 0 w 261"/>
              <a:gd name="T3" fmla="*/ 204 h 262"/>
              <a:gd name="T4" fmla="*/ 44 w 261"/>
              <a:gd name="T5" fmla="*/ 248 h 262"/>
              <a:gd name="T6" fmla="*/ 170 w 261"/>
              <a:gd name="T7" fmla="*/ 170 h 262"/>
              <a:gd name="T8" fmla="*/ 248 w 261"/>
              <a:gd name="T9" fmla="*/ 44 h 262"/>
              <a:gd name="T10" fmla="*/ 204 w 261"/>
              <a:gd name="T11" fmla="*/ 0 h 262"/>
              <a:gd name="T12" fmla="*/ 126 w 261"/>
              <a:gd name="T13" fmla="*/ 126 h 262"/>
            </a:gdLst>
            <a:ahLst/>
            <a:cxnLst>
              <a:cxn ang="0">
                <a:pos x="T0" y="T1"/>
              </a:cxn>
              <a:cxn ang="0">
                <a:pos x="T2" y="T3"/>
              </a:cxn>
              <a:cxn ang="0">
                <a:pos x="T4" y="T5"/>
              </a:cxn>
              <a:cxn ang="0">
                <a:pos x="T6" y="T7"/>
              </a:cxn>
              <a:cxn ang="0">
                <a:pos x="T8" y="T9"/>
              </a:cxn>
              <a:cxn ang="0">
                <a:pos x="T10" y="T11"/>
              </a:cxn>
              <a:cxn ang="0">
                <a:pos x="T12" y="T13"/>
              </a:cxn>
            </a:cxnLst>
            <a:rect l="0" t="0" r="r" b="b"/>
            <a:pathLst>
              <a:path w="261" h="262">
                <a:moveTo>
                  <a:pt x="126" y="126"/>
                </a:moveTo>
                <a:cubicBezTo>
                  <a:pt x="69" y="182"/>
                  <a:pt x="13" y="217"/>
                  <a:pt x="0" y="204"/>
                </a:cubicBezTo>
                <a:cubicBezTo>
                  <a:pt x="44" y="248"/>
                  <a:pt x="44" y="248"/>
                  <a:pt x="44" y="248"/>
                </a:cubicBezTo>
                <a:cubicBezTo>
                  <a:pt x="57" y="262"/>
                  <a:pt x="114" y="226"/>
                  <a:pt x="170" y="170"/>
                </a:cubicBezTo>
                <a:cubicBezTo>
                  <a:pt x="226" y="114"/>
                  <a:pt x="261" y="57"/>
                  <a:pt x="248" y="44"/>
                </a:cubicBezTo>
                <a:cubicBezTo>
                  <a:pt x="204" y="0"/>
                  <a:pt x="204" y="0"/>
                  <a:pt x="204" y="0"/>
                </a:cubicBezTo>
                <a:cubicBezTo>
                  <a:pt x="217" y="13"/>
                  <a:pt x="182" y="69"/>
                  <a:pt x="126" y="126"/>
                </a:cubicBezTo>
                <a:close/>
              </a:path>
            </a:pathLst>
          </a:custGeom>
          <a:solidFill>
            <a:srgbClr val="F34C77"/>
          </a:solidFill>
          <a:ln>
            <a:noFill/>
          </a:ln>
        </p:spPr>
        <p:txBody>
          <a:bodyPr vert="horz" wrap="square" lIns="91440" tIns="45720" rIns="91440" bIns="45720" numCol="1" anchor="t" anchorCtr="0" compatLnSpc="1">
            <a:prstTxWarp prst="textNoShape">
              <a:avLst/>
            </a:prstTxWarp>
          </a:bodyPr>
          <a:lstStyle/>
          <a:p>
            <a:endParaRPr lang="en-US"/>
          </a:p>
        </p:txBody>
      </p:sp>
      <p:sp>
        <p:nvSpPr>
          <p:cNvPr id="88" name="Freeform 24"/>
          <p:cNvSpPr>
            <a:spLocks noEditPoints="1"/>
          </p:cNvSpPr>
          <p:nvPr/>
        </p:nvSpPr>
        <p:spPr bwMode="auto">
          <a:xfrm>
            <a:off x="6836044" y="2887079"/>
            <a:ext cx="166529" cy="269453"/>
          </a:xfrm>
          <a:custGeom>
            <a:avLst/>
            <a:gdLst>
              <a:gd name="T0" fmla="*/ 0 w 129"/>
              <a:gd name="T1" fmla="*/ 5 h 208"/>
              <a:gd name="T2" fmla="*/ 48 w 129"/>
              <a:gd name="T3" fmla="*/ 0 h 208"/>
              <a:gd name="T4" fmla="*/ 104 w 129"/>
              <a:gd name="T5" fmla="*/ 15 h 208"/>
              <a:gd name="T6" fmla="*/ 121 w 129"/>
              <a:gd name="T7" fmla="*/ 51 h 208"/>
              <a:gd name="T8" fmla="*/ 87 w 129"/>
              <a:gd name="T9" fmla="*/ 96 h 208"/>
              <a:gd name="T10" fmla="*/ 87 w 129"/>
              <a:gd name="T11" fmla="*/ 97 h 208"/>
              <a:gd name="T12" fmla="*/ 129 w 129"/>
              <a:gd name="T13" fmla="*/ 148 h 208"/>
              <a:gd name="T14" fmla="*/ 111 w 129"/>
              <a:gd name="T15" fmla="*/ 188 h 208"/>
              <a:gd name="T16" fmla="*/ 41 w 129"/>
              <a:gd name="T17" fmla="*/ 208 h 208"/>
              <a:gd name="T18" fmla="*/ 0 w 129"/>
              <a:gd name="T19" fmla="*/ 205 h 208"/>
              <a:gd name="T20" fmla="*/ 0 w 129"/>
              <a:gd name="T21" fmla="*/ 5 h 208"/>
              <a:gd name="T22" fmla="*/ 27 w 129"/>
              <a:gd name="T23" fmla="*/ 88 h 208"/>
              <a:gd name="T24" fmla="*/ 51 w 129"/>
              <a:gd name="T25" fmla="*/ 88 h 208"/>
              <a:gd name="T26" fmla="*/ 94 w 129"/>
              <a:gd name="T27" fmla="*/ 54 h 208"/>
              <a:gd name="T28" fmla="*/ 50 w 129"/>
              <a:gd name="T29" fmla="*/ 20 h 208"/>
              <a:gd name="T30" fmla="*/ 27 w 129"/>
              <a:gd name="T31" fmla="*/ 22 h 208"/>
              <a:gd name="T32" fmla="*/ 27 w 129"/>
              <a:gd name="T33" fmla="*/ 88 h 208"/>
              <a:gd name="T34" fmla="*/ 27 w 129"/>
              <a:gd name="T35" fmla="*/ 186 h 208"/>
              <a:gd name="T36" fmla="*/ 49 w 129"/>
              <a:gd name="T37" fmla="*/ 187 h 208"/>
              <a:gd name="T38" fmla="*/ 101 w 129"/>
              <a:gd name="T39" fmla="*/ 147 h 208"/>
              <a:gd name="T40" fmla="*/ 48 w 129"/>
              <a:gd name="T41" fmla="*/ 108 h 208"/>
              <a:gd name="T42" fmla="*/ 27 w 129"/>
              <a:gd name="T43" fmla="*/ 108 h 208"/>
              <a:gd name="T44" fmla="*/ 27 w 129"/>
              <a:gd name="T45" fmla="*/ 186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9" h="208">
                <a:moveTo>
                  <a:pt x="0" y="5"/>
                </a:moveTo>
                <a:cubicBezTo>
                  <a:pt x="12" y="2"/>
                  <a:pt x="30" y="0"/>
                  <a:pt x="48" y="0"/>
                </a:cubicBezTo>
                <a:cubicBezTo>
                  <a:pt x="75" y="0"/>
                  <a:pt x="92" y="5"/>
                  <a:pt x="104" y="15"/>
                </a:cubicBezTo>
                <a:cubicBezTo>
                  <a:pt x="115" y="23"/>
                  <a:pt x="121" y="35"/>
                  <a:pt x="121" y="51"/>
                </a:cubicBezTo>
                <a:cubicBezTo>
                  <a:pt x="121" y="71"/>
                  <a:pt x="108" y="88"/>
                  <a:pt x="87" y="96"/>
                </a:cubicBezTo>
                <a:cubicBezTo>
                  <a:pt x="87" y="97"/>
                  <a:pt x="87" y="97"/>
                  <a:pt x="87" y="97"/>
                </a:cubicBezTo>
                <a:cubicBezTo>
                  <a:pt x="106" y="101"/>
                  <a:pt x="129" y="117"/>
                  <a:pt x="129" y="148"/>
                </a:cubicBezTo>
                <a:cubicBezTo>
                  <a:pt x="129" y="165"/>
                  <a:pt x="122" y="179"/>
                  <a:pt x="111" y="188"/>
                </a:cubicBezTo>
                <a:cubicBezTo>
                  <a:pt x="97" y="202"/>
                  <a:pt x="74" y="208"/>
                  <a:pt x="41" y="208"/>
                </a:cubicBezTo>
                <a:cubicBezTo>
                  <a:pt x="23" y="208"/>
                  <a:pt x="9" y="206"/>
                  <a:pt x="0" y="205"/>
                </a:cubicBezTo>
                <a:lnTo>
                  <a:pt x="0" y="5"/>
                </a:lnTo>
                <a:close/>
                <a:moveTo>
                  <a:pt x="27" y="88"/>
                </a:moveTo>
                <a:cubicBezTo>
                  <a:pt x="51" y="88"/>
                  <a:pt x="51" y="88"/>
                  <a:pt x="51" y="88"/>
                </a:cubicBezTo>
                <a:cubicBezTo>
                  <a:pt x="78" y="88"/>
                  <a:pt x="94" y="73"/>
                  <a:pt x="94" y="54"/>
                </a:cubicBezTo>
                <a:cubicBezTo>
                  <a:pt x="94" y="30"/>
                  <a:pt x="77" y="20"/>
                  <a:pt x="50" y="20"/>
                </a:cubicBezTo>
                <a:cubicBezTo>
                  <a:pt x="38" y="20"/>
                  <a:pt x="31" y="21"/>
                  <a:pt x="27" y="22"/>
                </a:cubicBezTo>
                <a:lnTo>
                  <a:pt x="27" y="88"/>
                </a:lnTo>
                <a:close/>
                <a:moveTo>
                  <a:pt x="27" y="186"/>
                </a:moveTo>
                <a:cubicBezTo>
                  <a:pt x="32" y="187"/>
                  <a:pt x="39" y="187"/>
                  <a:pt x="49" y="187"/>
                </a:cubicBezTo>
                <a:cubicBezTo>
                  <a:pt x="76" y="187"/>
                  <a:pt x="101" y="177"/>
                  <a:pt x="101" y="147"/>
                </a:cubicBezTo>
                <a:cubicBezTo>
                  <a:pt x="101" y="120"/>
                  <a:pt x="77" y="108"/>
                  <a:pt x="48" y="108"/>
                </a:cubicBezTo>
                <a:cubicBezTo>
                  <a:pt x="27" y="108"/>
                  <a:pt x="27" y="108"/>
                  <a:pt x="27" y="108"/>
                </a:cubicBezTo>
                <a:lnTo>
                  <a:pt x="27" y="186"/>
                </a:lnTo>
                <a:close/>
              </a:path>
            </a:pathLst>
          </a:custGeom>
          <a:solidFill>
            <a:schemeClr val="tx1">
              <a:lumMod val="65000"/>
              <a:lumOff val="35000"/>
            </a:schemeClr>
          </a:solid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9" name="Freeform 25"/>
          <p:cNvSpPr>
            <a:spLocks/>
          </p:cNvSpPr>
          <p:nvPr/>
        </p:nvSpPr>
        <p:spPr bwMode="auto">
          <a:xfrm>
            <a:off x="7174883" y="3679247"/>
            <a:ext cx="200067" cy="272923"/>
          </a:xfrm>
          <a:custGeom>
            <a:avLst/>
            <a:gdLst>
              <a:gd name="T0" fmla="*/ 154 w 155"/>
              <a:gd name="T1" fmla="*/ 201 h 211"/>
              <a:gd name="T2" fmla="*/ 100 w 155"/>
              <a:gd name="T3" fmla="*/ 211 h 211"/>
              <a:gd name="T4" fmla="*/ 0 w 155"/>
              <a:gd name="T5" fmla="*/ 107 h 211"/>
              <a:gd name="T6" fmla="*/ 107 w 155"/>
              <a:gd name="T7" fmla="*/ 0 h 211"/>
              <a:gd name="T8" fmla="*/ 155 w 155"/>
              <a:gd name="T9" fmla="*/ 9 h 211"/>
              <a:gd name="T10" fmla="*/ 148 w 155"/>
              <a:gd name="T11" fmla="*/ 31 h 211"/>
              <a:gd name="T12" fmla="*/ 107 w 155"/>
              <a:gd name="T13" fmla="*/ 22 h 211"/>
              <a:gd name="T14" fmla="*/ 28 w 155"/>
              <a:gd name="T15" fmla="*/ 106 h 211"/>
              <a:gd name="T16" fmla="*/ 106 w 155"/>
              <a:gd name="T17" fmla="*/ 188 h 211"/>
              <a:gd name="T18" fmla="*/ 149 w 155"/>
              <a:gd name="T19" fmla="*/ 180 h 211"/>
              <a:gd name="T20" fmla="*/ 154 w 155"/>
              <a:gd name="T21" fmla="*/ 20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211">
                <a:moveTo>
                  <a:pt x="154" y="201"/>
                </a:moveTo>
                <a:cubicBezTo>
                  <a:pt x="145" y="206"/>
                  <a:pt x="125" y="211"/>
                  <a:pt x="100" y="211"/>
                </a:cubicBezTo>
                <a:cubicBezTo>
                  <a:pt x="43" y="211"/>
                  <a:pt x="0" y="175"/>
                  <a:pt x="0" y="107"/>
                </a:cubicBezTo>
                <a:cubicBezTo>
                  <a:pt x="0" y="43"/>
                  <a:pt x="43" y="0"/>
                  <a:pt x="107" y="0"/>
                </a:cubicBezTo>
                <a:cubicBezTo>
                  <a:pt x="132" y="0"/>
                  <a:pt x="148" y="5"/>
                  <a:pt x="155" y="9"/>
                </a:cubicBezTo>
                <a:cubicBezTo>
                  <a:pt x="148" y="31"/>
                  <a:pt x="148" y="31"/>
                  <a:pt x="148" y="31"/>
                </a:cubicBezTo>
                <a:cubicBezTo>
                  <a:pt x="139" y="26"/>
                  <a:pt x="124" y="22"/>
                  <a:pt x="107" y="22"/>
                </a:cubicBezTo>
                <a:cubicBezTo>
                  <a:pt x="60" y="22"/>
                  <a:pt x="28" y="53"/>
                  <a:pt x="28" y="106"/>
                </a:cubicBezTo>
                <a:cubicBezTo>
                  <a:pt x="28" y="157"/>
                  <a:pt x="57" y="188"/>
                  <a:pt x="106" y="188"/>
                </a:cubicBezTo>
                <a:cubicBezTo>
                  <a:pt x="122" y="188"/>
                  <a:pt x="139" y="185"/>
                  <a:pt x="149" y="180"/>
                </a:cubicBezTo>
                <a:lnTo>
                  <a:pt x="154" y="201"/>
                </a:lnTo>
                <a:close/>
              </a:path>
            </a:pathLst>
          </a:custGeom>
          <a:solidFill>
            <a:schemeClr val="tx1">
              <a:lumMod val="65000"/>
              <a:lumOff val="35000"/>
            </a:schemeClr>
          </a:solid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0" name="Freeform 26"/>
          <p:cNvSpPr>
            <a:spLocks noEditPoints="1"/>
          </p:cNvSpPr>
          <p:nvPr/>
        </p:nvSpPr>
        <p:spPr bwMode="auto">
          <a:xfrm>
            <a:off x="6832575" y="4528081"/>
            <a:ext cx="217412" cy="268296"/>
          </a:xfrm>
          <a:custGeom>
            <a:avLst/>
            <a:gdLst>
              <a:gd name="T0" fmla="*/ 0 w 168"/>
              <a:gd name="T1" fmla="*/ 5 h 208"/>
              <a:gd name="T2" fmla="*/ 56 w 168"/>
              <a:gd name="T3" fmla="*/ 0 h 208"/>
              <a:gd name="T4" fmla="*/ 139 w 168"/>
              <a:gd name="T5" fmla="*/ 26 h 208"/>
              <a:gd name="T6" fmla="*/ 168 w 168"/>
              <a:gd name="T7" fmla="*/ 99 h 208"/>
              <a:gd name="T8" fmla="*/ 139 w 168"/>
              <a:gd name="T9" fmla="*/ 179 h 208"/>
              <a:gd name="T10" fmla="*/ 48 w 168"/>
              <a:gd name="T11" fmla="*/ 208 h 208"/>
              <a:gd name="T12" fmla="*/ 0 w 168"/>
              <a:gd name="T13" fmla="*/ 206 h 208"/>
              <a:gd name="T14" fmla="*/ 0 w 168"/>
              <a:gd name="T15" fmla="*/ 5 h 208"/>
              <a:gd name="T16" fmla="*/ 26 w 168"/>
              <a:gd name="T17" fmla="*/ 186 h 208"/>
              <a:gd name="T18" fmla="*/ 53 w 168"/>
              <a:gd name="T19" fmla="*/ 187 h 208"/>
              <a:gd name="T20" fmla="*/ 140 w 168"/>
              <a:gd name="T21" fmla="*/ 100 h 208"/>
              <a:gd name="T22" fmla="*/ 57 w 168"/>
              <a:gd name="T23" fmla="*/ 21 h 208"/>
              <a:gd name="T24" fmla="*/ 26 w 168"/>
              <a:gd name="T25" fmla="*/ 24 h 208"/>
              <a:gd name="T26" fmla="*/ 26 w 168"/>
              <a:gd name="T27" fmla="*/ 186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8" h="208">
                <a:moveTo>
                  <a:pt x="0" y="5"/>
                </a:moveTo>
                <a:cubicBezTo>
                  <a:pt x="16" y="2"/>
                  <a:pt x="35" y="0"/>
                  <a:pt x="56" y="0"/>
                </a:cubicBezTo>
                <a:cubicBezTo>
                  <a:pt x="94" y="0"/>
                  <a:pt x="121" y="10"/>
                  <a:pt x="139" y="26"/>
                </a:cubicBezTo>
                <a:cubicBezTo>
                  <a:pt x="157" y="43"/>
                  <a:pt x="168" y="66"/>
                  <a:pt x="168" y="99"/>
                </a:cubicBezTo>
                <a:cubicBezTo>
                  <a:pt x="168" y="133"/>
                  <a:pt x="157" y="160"/>
                  <a:pt x="139" y="179"/>
                </a:cubicBezTo>
                <a:cubicBezTo>
                  <a:pt x="119" y="198"/>
                  <a:pt x="88" y="208"/>
                  <a:pt x="48" y="208"/>
                </a:cubicBezTo>
                <a:cubicBezTo>
                  <a:pt x="29" y="208"/>
                  <a:pt x="13" y="207"/>
                  <a:pt x="0" y="206"/>
                </a:cubicBezTo>
                <a:lnTo>
                  <a:pt x="0" y="5"/>
                </a:lnTo>
                <a:close/>
                <a:moveTo>
                  <a:pt x="26" y="186"/>
                </a:moveTo>
                <a:cubicBezTo>
                  <a:pt x="33" y="186"/>
                  <a:pt x="43" y="187"/>
                  <a:pt x="53" y="187"/>
                </a:cubicBezTo>
                <a:cubicBezTo>
                  <a:pt x="110" y="187"/>
                  <a:pt x="140" y="155"/>
                  <a:pt x="140" y="100"/>
                </a:cubicBezTo>
                <a:cubicBezTo>
                  <a:pt x="140" y="52"/>
                  <a:pt x="113" y="21"/>
                  <a:pt x="57" y="21"/>
                </a:cubicBezTo>
                <a:cubicBezTo>
                  <a:pt x="44" y="21"/>
                  <a:pt x="33" y="23"/>
                  <a:pt x="26" y="24"/>
                </a:cubicBezTo>
                <a:lnTo>
                  <a:pt x="26" y="186"/>
                </a:lnTo>
                <a:close/>
              </a:path>
            </a:pathLst>
          </a:custGeom>
          <a:solidFill>
            <a:schemeClr val="tx1">
              <a:lumMod val="65000"/>
              <a:lumOff val="35000"/>
            </a:schemeClr>
          </a:solid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1" name="Freeform 27"/>
          <p:cNvSpPr>
            <a:spLocks/>
          </p:cNvSpPr>
          <p:nvPr/>
        </p:nvSpPr>
        <p:spPr bwMode="auto">
          <a:xfrm>
            <a:off x="6021387" y="4805753"/>
            <a:ext cx="149182" cy="263671"/>
          </a:xfrm>
          <a:custGeom>
            <a:avLst/>
            <a:gdLst>
              <a:gd name="T0" fmla="*/ 119 w 129"/>
              <a:gd name="T1" fmla="*/ 121 h 228"/>
              <a:gd name="T2" fmla="*/ 31 w 129"/>
              <a:gd name="T3" fmla="*/ 121 h 228"/>
              <a:gd name="T4" fmla="*/ 31 w 129"/>
              <a:gd name="T5" fmla="*/ 204 h 228"/>
              <a:gd name="T6" fmla="*/ 129 w 129"/>
              <a:gd name="T7" fmla="*/ 204 h 228"/>
              <a:gd name="T8" fmla="*/ 129 w 129"/>
              <a:gd name="T9" fmla="*/ 228 h 228"/>
              <a:gd name="T10" fmla="*/ 0 w 129"/>
              <a:gd name="T11" fmla="*/ 228 h 228"/>
              <a:gd name="T12" fmla="*/ 0 w 129"/>
              <a:gd name="T13" fmla="*/ 0 h 228"/>
              <a:gd name="T14" fmla="*/ 123 w 129"/>
              <a:gd name="T15" fmla="*/ 0 h 228"/>
              <a:gd name="T16" fmla="*/ 123 w 129"/>
              <a:gd name="T17" fmla="*/ 25 h 228"/>
              <a:gd name="T18" fmla="*/ 31 w 129"/>
              <a:gd name="T19" fmla="*/ 25 h 228"/>
              <a:gd name="T20" fmla="*/ 31 w 129"/>
              <a:gd name="T21" fmla="*/ 97 h 228"/>
              <a:gd name="T22" fmla="*/ 119 w 129"/>
              <a:gd name="T23" fmla="*/ 97 h 228"/>
              <a:gd name="T24" fmla="*/ 119 w 129"/>
              <a:gd name="T25" fmla="*/ 121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9" h="228">
                <a:moveTo>
                  <a:pt x="119" y="121"/>
                </a:moveTo>
                <a:lnTo>
                  <a:pt x="31" y="121"/>
                </a:lnTo>
                <a:lnTo>
                  <a:pt x="31" y="204"/>
                </a:lnTo>
                <a:lnTo>
                  <a:pt x="129" y="204"/>
                </a:lnTo>
                <a:lnTo>
                  <a:pt x="129" y="228"/>
                </a:lnTo>
                <a:lnTo>
                  <a:pt x="0" y="228"/>
                </a:lnTo>
                <a:lnTo>
                  <a:pt x="0" y="0"/>
                </a:lnTo>
                <a:lnTo>
                  <a:pt x="123" y="0"/>
                </a:lnTo>
                <a:lnTo>
                  <a:pt x="123" y="25"/>
                </a:lnTo>
                <a:lnTo>
                  <a:pt x="31" y="25"/>
                </a:lnTo>
                <a:lnTo>
                  <a:pt x="31" y="97"/>
                </a:lnTo>
                <a:lnTo>
                  <a:pt x="119" y="97"/>
                </a:lnTo>
                <a:lnTo>
                  <a:pt x="119" y="121"/>
                </a:lnTo>
                <a:close/>
              </a:path>
            </a:pathLst>
          </a:custGeom>
          <a:solidFill>
            <a:schemeClr val="tx1">
              <a:lumMod val="65000"/>
              <a:lumOff val="35000"/>
            </a:schemeClr>
          </a:solid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2" name="Freeform 28"/>
          <p:cNvSpPr>
            <a:spLocks/>
          </p:cNvSpPr>
          <p:nvPr/>
        </p:nvSpPr>
        <p:spPr bwMode="auto">
          <a:xfrm>
            <a:off x="5278306" y="4486449"/>
            <a:ext cx="142243" cy="263671"/>
          </a:xfrm>
          <a:custGeom>
            <a:avLst/>
            <a:gdLst>
              <a:gd name="T0" fmla="*/ 0 w 123"/>
              <a:gd name="T1" fmla="*/ 0 h 228"/>
              <a:gd name="T2" fmla="*/ 123 w 123"/>
              <a:gd name="T3" fmla="*/ 0 h 228"/>
              <a:gd name="T4" fmla="*/ 123 w 123"/>
              <a:gd name="T5" fmla="*/ 24 h 228"/>
              <a:gd name="T6" fmla="*/ 30 w 123"/>
              <a:gd name="T7" fmla="*/ 24 h 228"/>
              <a:gd name="T8" fmla="*/ 30 w 123"/>
              <a:gd name="T9" fmla="*/ 100 h 228"/>
              <a:gd name="T10" fmla="*/ 116 w 123"/>
              <a:gd name="T11" fmla="*/ 100 h 228"/>
              <a:gd name="T12" fmla="*/ 116 w 123"/>
              <a:gd name="T13" fmla="*/ 125 h 228"/>
              <a:gd name="T14" fmla="*/ 30 w 123"/>
              <a:gd name="T15" fmla="*/ 125 h 228"/>
              <a:gd name="T16" fmla="*/ 30 w 123"/>
              <a:gd name="T17" fmla="*/ 228 h 228"/>
              <a:gd name="T18" fmla="*/ 0 w 123"/>
              <a:gd name="T19" fmla="*/ 228 h 228"/>
              <a:gd name="T20" fmla="*/ 0 w 123"/>
              <a:gd name="T21" fmla="*/ 0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3" h="228">
                <a:moveTo>
                  <a:pt x="0" y="0"/>
                </a:moveTo>
                <a:lnTo>
                  <a:pt x="123" y="0"/>
                </a:lnTo>
                <a:lnTo>
                  <a:pt x="123" y="24"/>
                </a:lnTo>
                <a:lnTo>
                  <a:pt x="30" y="24"/>
                </a:lnTo>
                <a:lnTo>
                  <a:pt x="30" y="100"/>
                </a:lnTo>
                <a:lnTo>
                  <a:pt x="116" y="100"/>
                </a:lnTo>
                <a:lnTo>
                  <a:pt x="116" y="125"/>
                </a:lnTo>
                <a:lnTo>
                  <a:pt x="30" y="125"/>
                </a:lnTo>
                <a:lnTo>
                  <a:pt x="30" y="228"/>
                </a:lnTo>
                <a:lnTo>
                  <a:pt x="0" y="228"/>
                </a:lnTo>
                <a:lnTo>
                  <a:pt x="0" y="0"/>
                </a:lnTo>
                <a:close/>
              </a:path>
            </a:pathLst>
          </a:custGeom>
          <a:solidFill>
            <a:schemeClr val="tx1">
              <a:lumMod val="65000"/>
              <a:lumOff val="35000"/>
            </a:schemeClr>
          </a:solid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3" name="Freeform 29"/>
          <p:cNvSpPr>
            <a:spLocks/>
          </p:cNvSpPr>
          <p:nvPr/>
        </p:nvSpPr>
        <p:spPr bwMode="auto">
          <a:xfrm>
            <a:off x="4839497" y="3646511"/>
            <a:ext cx="217412" cy="269453"/>
          </a:xfrm>
          <a:custGeom>
            <a:avLst/>
            <a:gdLst>
              <a:gd name="T0" fmla="*/ 168 w 168"/>
              <a:gd name="T1" fmla="*/ 197 h 208"/>
              <a:gd name="T2" fmla="*/ 105 w 168"/>
              <a:gd name="T3" fmla="*/ 208 h 208"/>
              <a:gd name="T4" fmla="*/ 28 w 168"/>
              <a:gd name="T5" fmla="*/ 182 h 208"/>
              <a:gd name="T6" fmla="*/ 0 w 168"/>
              <a:gd name="T7" fmla="*/ 105 h 208"/>
              <a:gd name="T8" fmla="*/ 111 w 168"/>
              <a:gd name="T9" fmla="*/ 0 h 208"/>
              <a:gd name="T10" fmla="*/ 162 w 168"/>
              <a:gd name="T11" fmla="*/ 9 h 208"/>
              <a:gd name="T12" fmla="*/ 155 w 168"/>
              <a:gd name="T13" fmla="*/ 31 h 208"/>
              <a:gd name="T14" fmla="*/ 110 w 168"/>
              <a:gd name="T15" fmla="*/ 22 h 208"/>
              <a:gd name="T16" fmla="*/ 28 w 168"/>
              <a:gd name="T17" fmla="*/ 104 h 208"/>
              <a:gd name="T18" fmla="*/ 107 w 168"/>
              <a:gd name="T19" fmla="*/ 187 h 208"/>
              <a:gd name="T20" fmla="*/ 142 w 168"/>
              <a:gd name="T21" fmla="*/ 181 h 208"/>
              <a:gd name="T22" fmla="*/ 142 w 168"/>
              <a:gd name="T23" fmla="*/ 120 h 208"/>
              <a:gd name="T24" fmla="*/ 101 w 168"/>
              <a:gd name="T25" fmla="*/ 120 h 208"/>
              <a:gd name="T26" fmla="*/ 101 w 168"/>
              <a:gd name="T27" fmla="*/ 99 h 208"/>
              <a:gd name="T28" fmla="*/ 168 w 168"/>
              <a:gd name="T29" fmla="*/ 99 h 208"/>
              <a:gd name="T30" fmla="*/ 168 w 168"/>
              <a:gd name="T31" fmla="*/ 197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8" h="208">
                <a:moveTo>
                  <a:pt x="168" y="197"/>
                </a:moveTo>
                <a:cubicBezTo>
                  <a:pt x="156" y="202"/>
                  <a:pt x="132" y="208"/>
                  <a:pt x="105" y="208"/>
                </a:cubicBezTo>
                <a:cubicBezTo>
                  <a:pt x="74" y="208"/>
                  <a:pt x="48" y="201"/>
                  <a:pt x="28" y="182"/>
                </a:cubicBezTo>
                <a:cubicBezTo>
                  <a:pt x="11" y="165"/>
                  <a:pt x="0" y="137"/>
                  <a:pt x="0" y="105"/>
                </a:cubicBezTo>
                <a:cubicBezTo>
                  <a:pt x="0" y="45"/>
                  <a:pt x="42" y="0"/>
                  <a:pt x="111" y="0"/>
                </a:cubicBezTo>
                <a:cubicBezTo>
                  <a:pt x="134" y="0"/>
                  <a:pt x="153" y="5"/>
                  <a:pt x="162" y="9"/>
                </a:cubicBezTo>
                <a:cubicBezTo>
                  <a:pt x="155" y="31"/>
                  <a:pt x="155" y="31"/>
                  <a:pt x="155" y="31"/>
                </a:cubicBezTo>
                <a:cubicBezTo>
                  <a:pt x="144" y="26"/>
                  <a:pt x="131" y="22"/>
                  <a:pt x="110" y="22"/>
                </a:cubicBezTo>
                <a:cubicBezTo>
                  <a:pt x="60" y="22"/>
                  <a:pt x="28" y="53"/>
                  <a:pt x="28" y="104"/>
                </a:cubicBezTo>
                <a:cubicBezTo>
                  <a:pt x="28" y="156"/>
                  <a:pt x="59" y="187"/>
                  <a:pt x="107" y="187"/>
                </a:cubicBezTo>
                <a:cubicBezTo>
                  <a:pt x="124" y="187"/>
                  <a:pt x="136" y="184"/>
                  <a:pt x="142" y="181"/>
                </a:cubicBezTo>
                <a:cubicBezTo>
                  <a:pt x="142" y="120"/>
                  <a:pt x="142" y="120"/>
                  <a:pt x="142" y="120"/>
                </a:cubicBezTo>
                <a:cubicBezTo>
                  <a:pt x="101" y="120"/>
                  <a:pt x="101" y="120"/>
                  <a:pt x="101" y="120"/>
                </a:cubicBezTo>
                <a:cubicBezTo>
                  <a:pt x="101" y="99"/>
                  <a:pt x="101" y="99"/>
                  <a:pt x="101" y="99"/>
                </a:cubicBezTo>
                <a:cubicBezTo>
                  <a:pt x="168" y="99"/>
                  <a:pt x="168" y="99"/>
                  <a:pt x="168" y="99"/>
                </a:cubicBezTo>
                <a:lnTo>
                  <a:pt x="168" y="197"/>
                </a:lnTo>
                <a:close/>
              </a:path>
            </a:pathLst>
          </a:custGeom>
          <a:solidFill>
            <a:schemeClr val="tx1">
              <a:lumMod val="65000"/>
              <a:lumOff val="35000"/>
            </a:schemeClr>
          </a:solid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5" name="Freeform 30"/>
          <p:cNvSpPr>
            <a:spLocks/>
          </p:cNvSpPr>
          <p:nvPr/>
        </p:nvSpPr>
        <p:spPr bwMode="auto">
          <a:xfrm>
            <a:off x="5205405" y="2854676"/>
            <a:ext cx="196596" cy="263671"/>
          </a:xfrm>
          <a:custGeom>
            <a:avLst/>
            <a:gdLst>
              <a:gd name="T0" fmla="*/ 30 w 170"/>
              <a:gd name="T1" fmla="*/ 0 h 228"/>
              <a:gd name="T2" fmla="*/ 30 w 170"/>
              <a:gd name="T3" fmla="*/ 95 h 228"/>
              <a:gd name="T4" fmla="*/ 139 w 170"/>
              <a:gd name="T5" fmla="*/ 95 h 228"/>
              <a:gd name="T6" fmla="*/ 139 w 170"/>
              <a:gd name="T7" fmla="*/ 0 h 228"/>
              <a:gd name="T8" fmla="*/ 170 w 170"/>
              <a:gd name="T9" fmla="*/ 0 h 228"/>
              <a:gd name="T10" fmla="*/ 170 w 170"/>
              <a:gd name="T11" fmla="*/ 228 h 228"/>
              <a:gd name="T12" fmla="*/ 139 w 170"/>
              <a:gd name="T13" fmla="*/ 228 h 228"/>
              <a:gd name="T14" fmla="*/ 139 w 170"/>
              <a:gd name="T15" fmla="*/ 121 h 228"/>
              <a:gd name="T16" fmla="*/ 30 w 170"/>
              <a:gd name="T17" fmla="*/ 121 h 228"/>
              <a:gd name="T18" fmla="*/ 30 w 170"/>
              <a:gd name="T19" fmla="*/ 228 h 228"/>
              <a:gd name="T20" fmla="*/ 0 w 170"/>
              <a:gd name="T21" fmla="*/ 228 h 228"/>
              <a:gd name="T22" fmla="*/ 0 w 170"/>
              <a:gd name="T23" fmla="*/ 0 h 228"/>
              <a:gd name="T24" fmla="*/ 30 w 170"/>
              <a:gd name="T25" fmla="*/ 0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0" h="228">
                <a:moveTo>
                  <a:pt x="30" y="0"/>
                </a:moveTo>
                <a:lnTo>
                  <a:pt x="30" y="95"/>
                </a:lnTo>
                <a:lnTo>
                  <a:pt x="139" y="95"/>
                </a:lnTo>
                <a:lnTo>
                  <a:pt x="139" y="0"/>
                </a:lnTo>
                <a:lnTo>
                  <a:pt x="170" y="0"/>
                </a:lnTo>
                <a:lnTo>
                  <a:pt x="170" y="228"/>
                </a:lnTo>
                <a:lnTo>
                  <a:pt x="139" y="228"/>
                </a:lnTo>
                <a:lnTo>
                  <a:pt x="139" y="121"/>
                </a:lnTo>
                <a:lnTo>
                  <a:pt x="30" y="121"/>
                </a:lnTo>
                <a:lnTo>
                  <a:pt x="30" y="228"/>
                </a:lnTo>
                <a:lnTo>
                  <a:pt x="0" y="228"/>
                </a:lnTo>
                <a:lnTo>
                  <a:pt x="0" y="0"/>
                </a:lnTo>
                <a:lnTo>
                  <a:pt x="30" y="0"/>
                </a:lnTo>
                <a:close/>
              </a:path>
            </a:pathLst>
          </a:custGeom>
          <a:solidFill>
            <a:schemeClr val="tx1">
              <a:lumMod val="65000"/>
              <a:lumOff val="35000"/>
            </a:schemeClr>
          </a:solid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6" name="Freeform 23"/>
          <p:cNvSpPr>
            <a:spLocks noEditPoints="1"/>
          </p:cNvSpPr>
          <p:nvPr/>
        </p:nvSpPr>
        <p:spPr bwMode="auto">
          <a:xfrm>
            <a:off x="5998731" y="2583469"/>
            <a:ext cx="220882" cy="263671"/>
          </a:xfrm>
          <a:custGeom>
            <a:avLst/>
            <a:gdLst>
              <a:gd name="T0" fmla="*/ 49 w 171"/>
              <a:gd name="T1" fmla="*/ 140 h 204"/>
              <a:gd name="T2" fmla="*/ 27 w 171"/>
              <a:gd name="T3" fmla="*/ 204 h 204"/>
              <a:gd name="T4" fmla="*/ 0 w 171"/>
              <a:gd name="T5" fmla="*/ 204 h 204"/>
              <a:gd name="T6" fmla="*/ 70 w 171"/>
              <a:gd name="T7" fmla="*/ 0 h 204"/>
              <a:gd name="T8" fmla="*/ 101 w 171"/>
              <a:gd name="T9" fmla="*/ 0 h 204"/>
              <a:gd name="T10" fmla="*/ 171 w 171"/>
              <a:gd name="T11" fmla="*/ 204 h 204"/>
              <a:gd name="T12" fmla="*/ 143 w 171"/>
              <a:gd name="T13" fmla="*/ 204 h 204"/>
              <a:gd name="T14" fmla="*/ 121 w 171"/>
              <a:gd name="T15" fmla="*/ 140 h 204"/>
              <a:gd name="T16" fmla="*/ 49 w 171"/>
              <a:gd name="T17" fmla="*/ 140 h 204"/>
              <a:gd name="T18" fmla="*/ 116 w 171"/>
              <a:gd name="T19" fmla="*/ 119 h 204"/>
              <a:gd name="T20" fmla="*/ 96 w 171"/>
              <a:gd name="T21" fmla="*/ 60 h 204"/>
              <a:gd name="T22" fmla="*/ 85 w 171"/>
              <a:gd name="T23" fmla="*/ 23 h 204"/>
              <a:gd name="T24" fmla="*/ 84 w 171"/>
              <a:gd name="T25" fmla="*/ 23 h 204"/>
              <a:gd name="T26" fmla="*/ 74 w 171"/>
              <a:gd name="T27" fmla="*/ 60 h 204"/>
              <a:gd name="T28" fmla="*/ 54 w 171"/>
              <a:gd name="T29" fmla="*/ 119 h 204"/>
              <a:gd name="T30" fmla="*/ 116 w 171"/>
              <a:gd name="T31" fmla="*/ 119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1" h="204">
                <a:moveTo>
                  <a:pt x="49" y="140"/>
                </a:moveTo>
                <a:cubicBezTo>
                  <a:pt x="27" y="204"/>
                  <a:pt x="27" y="204"/>
                  <a:pt x="27" y="204"/>
                </a:cubicBezTo>
                <a:cubicBezTo>
                  <a:pt x="0" y="204"/>
                  <a:pt x="0" y="204"/>
                  <a:pt x="0" y="204"/>
                </a:cubicBezTo>
                <a:cubicBezTo>
                  <a:pt x="70" y="0"/>
                  <a:pt x="70" y="0"/>
                  <a:pt x="70" y="0"/>
                </a:cubicBezTo>
                <a:cubicBezTo>
                  <a:pt x="101" y="0"/>
                  <a:pt x="101" y="0"/>
                  <a:pt x="101" y="0"/>
                </a:cubicBezTo>
                <a:cubicBezTo>
                  <a:pt x="171" y="204"/>
                  <a:pt x="171" y="204"/>
                  <a:pt x="171" y="204"/>
                </a:cubicBezTo>
                <a:cubicBezTo>
                  <a:pt x="143" y="204"/>
                  <a:pt x="143" y="204"/>
                  <a:pt x="143" y="204"/>
                </a:cubicBezTo>
                <a:cubicBezTo>
                  <a:pt x="121" y="140"/>
                  <a:pt x="121" y="140"/>
                  <a:pt x="121" y="140"/>
                </a:cubicBezTo>
                <a:lnTo>
                  <a:pt x="49" y="140"/>
                </a:lnTo>
                <a:close/>
                <a:moveTo>
                  <a:pt x="116" y="119"/>
                </a:moveTo>
                <a:cubicBezTo>
                  <a:pt x="96" y="60"/>
                  <a:pt x="96" y="60"/>
                  <a:pt x="96" y="60"/>
                </a:cubicBezTo>
                <a:cubicBezTo>
                  <a:pt x="91" y="47"/>
                  <a:pt x="88" y="35"/>
                  <a:pt x="85" y="23"/>
                </a:cubicBezTo>
                <a:cubicBezTo>
                  <a:pt x="84" y="23"/>
                  <a:pt x="84" y="23"/>
                  <a:pt x="84" y="23"/>
                </a:cubicBezTo>
                <a:cubicBezTo>
                  <a:pt x="81" y="35"/>
                  <a:pt x="78" y="48"/>
                  <a:pt x="74" y="60"/>
                </a:cubicBezTo>
                <a:cubicBezTo>
                  <a:pt x="54" y="119"/>
                  <a:pt x="54" y="119"/>
                  <a:pt x="54" y="119"/>
                </a:cubicBezTo>
                <a:lnTo>
                  <a:pt x="116" y="119"/>
                </a:lnTo>
                <a:close/>
              </a:path>
            </a:pathLst>
          </a:custGeom>
          <a:solidFill>
            <a:schemeClr val="tx1">
              <a:lumMod val="65000"/>
              <a:lumOff val="35000"/>
            </a:schemeClr>
          </a:solid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8" name="Freeform 5"/>
          <p:cNvSpPr>
            <a:spLocks noEditPoints="1"/>
          </p:cNvSpPr>
          <p:nvPr/>
        </p:nvSpPr>
        <p:spPr bwMode="auto">
          <a:xfrm>
            <a:off x="3051213" y="5431781"/>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F3772D"/>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9" name="Freeform 9"/>
          <p:cNvSpPr>
            <a:spLocks noEditPoints="1"/>
          </p:cNvSpPr>
          <p:nvPr/>
        </p:nvSpPr>
        <p:spPr bwMode="auto">
          <a:xfrm>
            <a:off x="3051213" y="3096249"/>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FE4855"/>
          </a:solidFill>
          <a:ln>
            <a:noFill/>
          </a:ln>
        </p:spPr>
        <p:txBody>
          <a:bodyPr vert="horz" wrap="square" lIns="91440" tIns="45720" rIns="91440" bIns="45720" numCol="1" anchor="t" anchorCtr="0" compatLnSpc="1">
            <a:prstTxWarp prst="textNoShape">
              <a:avLst/>
            </a:prstTxWarp>
          </a:bodyPr>
          <a:lstStyle/>
          <a:p>
            <a:endParaRPr lang="zh-CN" altLang="en-US">
              <a:solidFill>
                <a:srgbClr val="B5D241"/>
              </a:solidFill>
            </a:endParaRPr>
          </a:p>
        </p:txBody>
      </p:sp>
      <p:sp>
        <p:nvSpPr>
          <p:cNvPr id="100" name="Freeform 10"/>
          <p:cNvSpPr>
            <a:spLocks noEditPoints="1"/>
          </p:cNvSpPr>
          <p:nvPr/>
        </p:nvSpPr>
        <p:spPr bwMode="auto">
          <a:xfrm>
            <a:off x="3051213" y="4264809"/>
            <a:ext cx="295275" cy="293688"/>
          </a:xfrm>
          <a:custGeom>
            <a:avLst/>
            <a:gdLst>
              <a:gd name="T0" fmla="*/ 74 w 147"/>
              <a:gd name="T1" fmla="*/ 146 h 146"/>
              <a:gd name="T2" fmla="*/ 0 w 147"/>
              <a:gd name="T3" fmla="*/ 73 h 146"/>
              <a:gd name="T4" fmla="*/ 74 w 147"/>
              <a:gd name="T5" fmla="*/ 0 h 146"/>
              <a:gd name="T6" fmla="*/ 147 w 147"/>
              <a:gd name="T7" fmla="*/ 73 h 146"/>
              <a:gd name="T8" fmla="*/ 74 w 147"/>
              <a:gd name="T9" fmla="*/ 146 h 146"/>
              <a:gd name="T10" fmla="*/ 74 w 147"/>
              <a:gd name="T11" fmla="*/ 16 h 146"/>
              <a:gd name="T12" fmla="*/ 16 w 147"/>
              <a:gd name="T13" fmla="*/ 73 h 146"/>
              <a:gd name="T14" fmla="*/ 74 w 147"/>
              <a:gd name="T15" fmla="*/ 130 h 146"/>
              <a:gd name="T16" fmla="*/ 131 w 147"/>
              <a:gd name="T17" fmla="*/ 73 h 146"/>
              <a:gd name="T18" fmla="*/ 74 w 147"/>
              <a:gd name="T19" fmla="*/ 1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6">
                <a:moveTo>
                  <a:pt x="74" y="146"/>
                </a:moveTo>
                <a:cubicBezTo>
                  <a:pt x="33" y="146"/>
                  <a:pt x="0" y="114"/>
                  <a:pt x="0" y="73"/>
                </a:cubicBezTo>
                <a:cubicBezTo>
                  <a:pt x="0" y="33"/>
                  <a:pt x="33" y="0"/>
                  <a:pt x="74" y="0"/>
                </a:cubicBezTo>
                <a:cubicBezTo>
                  <a:pt x="114" y="0"/>
                  <a:pt x="147" y="33"/>
                  <a:pt x="147" y="73"/>
                </a:cubicBezTo>
                <a:cubicBezTo>
                  <a:pt x="147" y="114"/>
                  <a:pt x="114" y="146"/>
                  <a:pt x="74" y="146"/>
                </a:cubicBezTo>
                <a:close/>
                <a:moveTo>
                  <a:pt x="74" y="16"/>
                </a:moveTo>
                <a:cubicBezTo>
                  <a:pt x="42" y="16"/>
                  <a:pt x="16" y="41"/>
                  <a:pt x="16" y="73"/>
                </a:cubicBezTo>
                <a:cubicBezTo>
                  <a:pt x="16" y="105"/>
                  <a:pt x="42" y="130"/>
                  <a:pt x="74" y="130"/>
                </a:cubicBezTo>
                <a:cubicBezTo>
                  <a:pt x="106" y="130"/>
                  <a:pt x="131" y="105"/>
                  <a:pt x="131" y="73"/>
                </a:cubicBezTo>
                <a:cubicBezTo>
                  <a:pt x="131" y="41"/>
                  <a:pt x="106" y="16"/>
                  <a:pt x="74" y="16"/>
                </a:cubicBezTo>
                <a:close/>
              </a:path>
            </a:pathLst>
          </a:custGeom>
          <a:solidFill>
            <a:srgbClr val="F34C77"/>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1" name="文本框 100"/>
          <p:cNvSpPr txBox="1"/>
          <p:nvPr/>
        </p:nvSpPr>
        <p:spPr>
          <a:xfrm>
            <a:off x="242908" y="2976026"/>
            <a:ext cx="2856518" cy="830997"/>
          </a:xfrm>
          <a:prstGeom prst="rect">
            <a:avLst/>
          </a:prstGeom>
          <a:noFill/>
        </p:spPr>
        <p:txBody>
          <a:bodyPr wrap="square" rtlCol="0">
            <a:spAutoFit/>
          </a:bodyPr>
          <a:lstStyle/>
          <a:p>
            <a:pPr algn="r">
              <a:lnSpc>
                <a:spcPct val="120000"/>
              </a:lnSpc>
            </a:pPr>
            <a:r>
              <a:rPr lang="zh-CN" altLang="en-US" sz="2400" b="1" dirty="0">
                <a:solidFill>
                  <a:srgbClr val="FE4855"/>
                </a:solidFill>
              </a:rPr>
              <a:t>添加标题</a:t>
            </a:r>
            <a:endParaRPr lang="en-US" altLang="zh-CN" sz="2400" b="1" dirty="0">
              <a:solidFill>
                <a:srgbClr val="FE4855"/>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02" name="文本框 101"/>
          <p:cNvSpPr txBox="1"/>
          <p:nvPr/>
        </p:nvSpPr>
        <p:spPr>
          <a:xfrm>
            <a:off x="242908" y="4131157"/>
            <a:ext cx="2856518" cy="830997"/>
          </a:xfrm>
          <a:prstGeom prst="rect">
            <a:avLst/>
          </a:prstGeom>
          <a:noFill/>
        </p:spPr>
        <p:txBody>
          <a:bodyPr wrap="square" rtlCol="0">
            <a:spAutoFit/>
          </a:bodyPr>
          <a:lstStyle/>
          <a:p>
            <a:pPr algn="r">
              <a:lnSpc>
                <a:spcPct val="120000"/>
              </a:lnSpc>
            </a:pPr>
            <a:r>
              <a:rPr lang="zh-CN" altLang="en-US" sz="2400" b="1" dirty="0">
                <a:solidFill>
                  <a:srgbClr val="F34C77"/>
                </a:solidFill>
              </a:rPr>
              <a:t>添加标题</a:t>
            </a:r>
            <a:endParaRPr lang="en-US" altLang="zh-CN" sz="2400" b="1" dirty="0">
              <a:solidFill>
                <a:srgbClr val="F34C77"/>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03" name="文本框 102"/>
          <p:cNvSpPr txBox="1"/>
          <p:nvPr/>
        </p:nvSpPr>
        <p:spPr>
          <a:xfrm>
            <a:off x="242908" y="5286288"/>
            <a:ext cx="2856518" cy="830997"/>
          </a:xfrm>
          <a:prstGeom prst="rect">
            <a:avLst/>
          </a:prstGeom>
          <a:noFill/>
        </p:spPr>
        <p:txBody>
          <a:bodyPr wrap="square" rtlCol="0">
            <a:spAutoFit/>
          </a:bodyPr>
          <a:lstStyle/>
          <a:p>
            <a:pPr algn="r">
              <a:lnSpc>
                <a:spcPct val="120000"/>
              </a:lnSpc>
            </a:pPr>
            <a:r>
              <a:rPr lang="zh-CN" altLang="en-US" sz="2400" b="1" dirty="0">
                <a:solidFill>
                  <a:srgbClr val="F3772D"/>
                </a:solidFill>
              </a:rPr>
              <a:t>添加标题</a:t>
            </a:r>
            <a:endParaRPr lang="en-US" altLang="zh-CN" sz="2400" b="1" dirty="0">
              <a:solidFill>
                <a:srgbClr val="F3772D"/>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04" name="Freeform 9"/>
          <p:cNvSpPr>
            <a:spLocks noEditPoints="1"/>
          </p:cNvSpPr>
          <p:nvPr/>
        </p:nvSpPr>
        <p:spPr bwMode="auto">
          <a:xfrm>
            <a:off x="3051213" y="1898914"/>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81C822"/>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5" name="文本框 104"/>
          <p:cNvSpPr txBox="1"/>
          <p:nvPr/>
        </p:nvSpPr>
        <p:spPr>
          <a:xfrm>
            <a:off x="242908" y="1778691"/>
            <a:ext cx="2856518" cy="830997"/>
          </a:xfrm>
          <a:prstGeom prst="rect">
            <a:avLst/>
          </a:prstGeom>
          <a:noFill/>
        </p:spPr>
        <p:txBody>
          <a:bodyPr wrap="square" rtlCol="0">
            <a:spAutoFit/>
          </a:bodyPr>
          <a:lstStyle/>
          <a:p>
            <a:pPr algn="r">
              <a:lnSpc>
                <a:spcPct val="120000"/>
              </a:lnSpc>
            </a:pPr>
            <a:r>
              <a:rPr lang="zh-CN" altLang="en-US" sz="2400" b="1" dirty="0">
                <a:solidFill>
                  <a:srgbClr val="81C822"/>
                </a:solidFill>
              </a:rPr>
              <a:t>添加标题</a:t>
            </a:r>
            <a:endParaRPr lang="en-US" altLang="zh-CN" sz="2400" b="1" dirty="0">
              <a:solidFill>
                <a:srgbClr val="81C822"/>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06" name="文本框 105"/>
          <p:cNvSpPr txBox="1"/>
          <p:nvPr/>
        </p:nvSpPr>
        <p:spPr>
          <a:xfrm>
            <a:off x="9061417" y="4131157"/>
            <a:ext cx="2856518" cy="830997"/>
          </a:xfrm>
          <a:prstGeom prst="rect">
            <a:avLst/>
          </a:prstGeom>
          <a:noFill/>
        </p:spPr>
        <p:txBody>
          <a:bodyPr wrap="square" rtlCol="0">
            <a:spAutoFit/>
          </a:bodyPr>
          <a:lstStyle/>
          <a:p>
            <a:pPr>
              <a:lnSpc>
                <a:spcPct val="120000"/>
              </a:lnSpc>
            </a:pPr>
            <a:r>
              <a:rPr lang="zh-CN" altLang="en-US" sz="2400" b="1" dirty="0">
                <a:solidFill>
                  <a:srgbClr val="455562"/>
                </a:solidFill>
              </a:rPr>
              <a:t>添加标题</a:t>
            </a:r>
            <a:endParaRPr lang="en-US" altLang="zh-CN" sz="2400" b="1" dirty="0">
              <a:solidFill>
                <a:srgbClr val="455562"/>
              </a:solidFill>
            </a:endParaRPr>
          </a:p>
          <a:p>
            <a:pPr>
              <a:lnSpc>
                <a:spcPct val="120000"/>
              </a:lnSpc>
            </a:pPr>
            <a:r>
              <a:rPr lang="zh-CN" altLang="en-US" sz="1600" dirty="0">
                <a:solidFill>
                  <a:schemeClr val="tx1">
                    <a:lumMod val="65000"/>
                    <a:lumOff val="35000"/>
                  </a:schemeClr>
                </a:solidFill>
              </a:rPr>
              <a:t>添加内容添加内容</a:t>
            </a:r>
          </a:p>
        </p:txBody>
      </p:sp>
      <p:sp>
        <p:nvSpPr>
          <p:cNvPr id="107" name="文本框 106"/>
          <p:cNvSpPr txBox="1"/>
          <p:nvPr/>
        </p:nvSpPr>
        <p:spPr>
          <a:xfrm>
            <a:off x="9061417" y="2976026"/>
            <a:ext cx="2856518" cy="830997"/>
          </a:xfrm>
          <a:prstGeom prst="rect">
            <a:avLst/>
          </a:prstGeom>
          <a:noFill/>
        </p:spPr>
        <p:txBody>
          <a:bodyPr wrap="square" rtlCol="0">
            <a:spAutoFit/>
          </a:bodyPr>
          <a:lstStyle/>
          <a:p>
            <a:pPr>
              <a:lnSpc>
                <a:spcPct val="120000"/>
              </a:lnSpc>
            </a:pPr>
            <a:r>
              <a:rPr lang="zh-CN" altLang="en-US" sz="2400" b="1" dirty="0">
                <a:solidFill>
                  <a:srgbClr val="2A7BAB"/>
                </a:solidFill>
              </a:rPr>
              <a:t>添加标题</a:t>
            </a:r>
            <a:endParaRPr lang="en-US" altLang="zh-CN" sz="2400" b="1" dirty="0">
              <a:solidFill>
                <a:srgbClr val="2A7BAB"/>
              </a:solidFill>
            </a:endParaRPr>
          </a:p>
          <a:p>
            <a:pPr>
              <a:lnSpc>
                <a:spcPct val="120000"/>
              </a:lnSpc>
            </a:pPr>
            <a:r>
              <a:rPr lang="zh-CN" altLang="en-US" sz="1600" dirty="0">
                <a:solidFill>
                  <a:schemeClr val="tx1">
                    <a:lumMod val="65000"/>
                    <a:lumOff val="35000"/>
                  </a:schemeClr>
                </a:solidFill>
              </a:rPr>
              <a:t>添加内容添加内容</a:t>
            </a:r>
          </a:p>
        </p:txBody>
      </p:sp>
      <p:sp>
        <p:nvSpPr>
          <p:cNvPr id="108" name="文本框 107"/>
          <p:cNvSpPr txBox="1"/>
          <p:nvPr/>
        </p:nvSpPr>
        <p:spPr>
          <a:xfrm>
            <a:off x="9061417" y="5286288"/>
            <a:ext cx="2856518" cy="830997"/>
          </a:xfrm>
          <a:prstGeom prst="rect">
            <a:avLst/>
          </a:prstGeom>
          <a:noFill/>
        </p:spPr>
        <p:txBody>
          <a:bodyPr wrap="square" rtlCol="0">
            <a:spAutoFit/>
          </a:bodyPr>
          <a:lstStyle/>
          <a:p>
            <a:pPr>
              <a:lnSpc>
                <a:spcPct val="120000"/>
              </a:lnSpc>
            </a:pPr>
            <a:r>
              <a:rPr lang="zh-CN" altLang="en-US" sz="2400" b="1" dirty="0">
                <a:solidFill>
                  <a:srgbClr val="ED9C27"/>
                </a:solidFill>
              </a:rPr>
              <a:t>添加标题</a:t>
            </a:r>
            <a:endParaRPr lang="en-US" altLang="zh-CN" sz="2400" b="1" dirty="0">
              <a:solidFill>
                <a:srgbClr val="ED9C27"/>
              </a:solidFill>
            </a:endParaRPr>
          </a:p>
          <a:p>
            <a:pPr>
              <a:lnSpc>
                <a:spcPct val="120000"/>
              </a:lnSpc>
            </a:pPr>
            <a:r>
              <a:rPr lang="zh-CN" altLang="en-US" sz="1600" dirty="0">
                <a:solidFill>
                  <a:schemeClr val="tx1">
                    <a:lumMod val="65000"/>
                    <a:lumOff val="35000"/>
                  </a:schemeClr>
                </a:solidFill>
              </a:rPr>
              <a:t>添加内容添加内容</a:t>
            </a:r>
          </a:p>
        </p:txBody>
      </p:sp>
      <p:sp>
        <p:nvSpPr>
          <p:cNvPr id="109" name="Freeform 5"/>
          <p:cNvSpPr>
            <a:spLocks noEditPoints="1"/>
          </p:cNvSpPr>
          <p:nvPr/>
        </p:nvSpPr>
        <p:spPr bwMode="auto">
          <a:xfrm>
            <a:off x="8800783" y="5431781"/>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ED9C27"/>
          </a:solidFill>
          <a:ln>
            <a:noFill/>
          </a:ln>
        </p:spPr>
        <p:txBody>
          <a:bodyPr vert="horz" wrap="square" lIns="91440" tIns="45720" rIns="91440" bIns="45720" numCol="1" anchor="t" anchorCtr="0" compatLnSpc="1">
            <a:prstTxWarp prst="textNoShape">
              <a:avLst/>
            </a:prstTxWarp>
          </a:bodyPr>
          <a:lstStyle/>
          <a:p>
            <a:endParaRPr lang="zh-CN" altLang="en-US">
              <a:solidFill>
                <a:srgbClr val="1F65B1"/>
              </a:solidFill>
            </a:endParaRPr>
          </a:p>
        </p:txBody>
      </p:sp>
      <p:sp>
        <p:nvSpPr>
          <p:cNvPr id="110" name="Freeform 9"/>
          <p:cNvSpPr>
            <a:spLocks noEditPoints="1"/>
          </p:cNvSpPr>
          <p:nvPr/>
        </p:nvSpPr>
        <p:spPr bwMode="auto">
          <a:xfrm>
            <a:off x="8800783" y="3096249"/>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2A7BAB"/>
          </a:solidFill>
          <a:ln>
            <a:noFill/>
          </a:ln>
        </p:spPr>
        <p:txBody>
          <a:bodyPr vert="horz" wrap="square" lIns="91440" tIns="45720" rIns="91440" bIns="45720" numCol="1" anchor="t" anchorCtr="0" compatLnSpc="1">
            <a:prstTxWarp prst="textNoShape">
              <a:avLst/>
            </a:prstTxWarp>
          </a:bodyPr>
          <a:lstStyle/>
          <a:p>
            <a:endParaRPr lang="zh-CN" altLang="en-US">
              <a:solidFill>
                <a:srgbClr val="B32887"/>
              </a:solidFill>
            </a:endParaRPr>
          </a:p>
        </p:txBody>
      </p:sp>
      <p:sp>
        <p:nvSpPr>
          <p:cNvPr id="111" name="Freeform 10"/>
          <p:cNvSpPr>
            <a:spLocks noEditPoints="1"/>
          </p:cNvSpPr>
          <p:nvPr/>
        </p:nvSpPr>
        <p:spPr bwMode="auto">
          <a:xfrm>
            <a:off x="8800783" y="4264809"/>
            <a:ext cx="295275" cy="293688"/>
          </a:xfrm>
          <a:custGeom>
            <a:avLst/>
            <a:gdLst>
              <a:gd name="T0" fmla="*/ 74 w 147"/>
              <a:gd name="T1" fmla="*/ 146 h 146"/>
              <a:gd name="T2" fmla="*/ 0 w 147"/>
              <a:gd name="T3" fmla="*/ 73 h 146"/>
              <a:gd name="T4" fmla="*/ 74 w 147"/>
              <a:gd name="T5" fmla="*/ 0 h 146"/>
              <a:gd name="T6" fmla="*/ 147 w 147"/>
              <a:gd name="T7" fmla="*/ 73 h 146"/>
              <a:gd name="T8" fmla="*/ 74 w 147"/>
              <a:gd name="T9" fmla="*/ 146 h 146"/>
              <a:gd name="T10" fmla="*/ 74 w 147"/>
              <a:gd name="T11" fmla="*/ 16 h 146"/>
              <a:gd name="T12" fmla="*/ 16 w 147"/>
              <a:gd name="T13" fmla="*/ 73 h 146"/>
              <a:gd name="T14" fmla="*/ 74 w 147"/>
              <a:gd name="T15" fmla="*/ 130 h 146"/>
              <a:gd name="T16" fmla="*/ 131 w 147"/>
              <a:gd name="T17" fmla="*/ 73 h 146"/>
              <a:gd name="T18" fmla="*/ 74 w 147"/>
              <a:gd name="T19" fmla="*/ 1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6">
                <a:moveTo>
                  <a:pt x="74" y="146"/>
                </a:moveTo>
                <a:cubicBezTo>
                  <a:pt x="33" y="146"/>
                  <a:pt x="0" y="114"/>
                  <a:pt x="0" y="73"/>
                </a:cubicBezTo>
                <a:cubicBezTo>
                  <a:pt x="0" y="33"/>
                  <a:pt x="33" y="0"/>
                  <a:pt x="74" y="0"/>
                </a:cubicBezTo>
                <a:cubicBezTo>
                  <a:pt x="114" y="0"/>
                  <a:pt x="147" y="33"/>
                  <a:pt x="147" y="73"/>
                </a:cubicBezTo>
                <a:cubicBezTo>
                  <a:pt x="147" y="114"/>
                  <a:pt x="114" y="146"/>
                  <a:pt x="74" y="146"/>
                </a:cubicBezTo>
                <a:close/>
                <a:moveTo>
                  <a:pt x="74" y="16"/>
                </a:moveTo>
                <a:cubicBezTo>
                  <a:pt x="42" y="16"/>
                  <a:pt x="16" y="41"/>
                  <a:pt x="16" y="73"/>
                </a:cubicBezTo>
                <a:cubicBezTo>
                  <a:pt x="16" y="105"/>
                  <a:pt x="42" y="130"/>
                  <a:pt x="74" y="130"/>
                </a:cubicBezTo>
                <a:cubicBezTo>
                  <a:pt x="106" y="130"/>
                  <a:pt x="131" y="105"/>
                  <a:pt x="131" y="73"/>
                </a:cubicBezTo>
                <a:cubicBezTo>
                  <a:pt x="131" y="41"/>
                  <a:pt x="106" y="16"/>
                  <a:pt x="74" y="16"/>
                </a:cubicBezTo>
                <a:close/>
              </a:path>
            </a:pathLst>
          </a:custGeom>
          <a:solidFill>
            <a:srgbClr val="455562"/>
          </a:solidFill>
          <a:ln>
            <a:noFill/>
          </a:ln>
        </p:spPr>
        <p:txBody>
          <a:bodyPr vert="horz" wrap="square" lIns="91440" tIns="45720" rIns="91440" bIns="45720" numCol="1" anchor="t" anchorCtr="0" compatLnSpc="1">
            <a:prstTxWarp prst="textNoShape">
              <a:avLst/>
            </a:prstTxWarp>
          </a:bodyPr>
          <a:lstStyle/>
          <a:p>
            <a:endParaRPr lang="zh-CN" altLang="en-US">
              <a:solidFill>
                <a:srgbClr val="564E9C"/>
              </a:solidFill>
            </a:endParaRPr>
          </a:p>
        </p:txBody>
      </p:sp>
      <p:sp>
        <p:nvSpPr>
          <p:cNvPr id="112" name="文本框 111"/>
          <p:cNvSpPr txBox="1"/>
          <p:nvPr/>
        </p:nvSpPr>
        <p:spPr>
          <a:xfrm>
            <a:off x="9061417" y="1778691"/>
            <a:ext cx="2856518" cy="830997"/>
          </a:xfrm>
          <a:prstGeom prst="rect">
            <a:avLst/>
          </a:prstGeom>
          <a:noFill/>
        </p:spPr>
        <p:txBody>
          <a:bodyPr wrap="square" rtlCol="0">
            <a:spAutoFit/>
          </a:bodyPr>
          <a:lstStyle/>
          <a:p>
            <a:pPr>
              <a:lnSpc>
                <a:spcPct val="120000"/>
              </a:lnSpc>
            </a:pPr>
            <a:r>
              <a:rPr lang="zh-CN" altLang="en-US" sz="2400" b="1" dirty="0">
                <a:solidFill>
                  <a:srgbClr val="3AAAE9"/>
                </a:solidFill>
              </a:rPr>
              <a:t>添加标题</a:t>
            </a:r>
            <a:endParaRPr lang="en-US" altLang="zh-CN" sz="2400" b="1" dirty="0">
              <a:solidFill>
                <a:srgbClr val="3AAAE9"/>
              </a:solidFill>
            </a:endParaRPr>
          </a:p>
          <a:p>
            <a:pPr>
              <a:lnSpc>
                <a:spcPct val="120000"/>
              </a:lnSpc>
            </a:pPr>
            <a:r>
              <a:rPr lang="zh-CN" altLang="en-US" sz="1600" dirty="0">
                <a:solidFill>
                  <a:schemeClr val="tx1">
                    <a:lumMod val="65000"/>
                    <a:lumOff val="35000"/>
                  </a:schemeClr>
                </a:solidFill>
              </a:rPr>
              <a:t>添加内容添加内容</a:t>
            </a:r>
          </a:p>
        </p:txBody>
      </p:sp>
      <p:sp>
        <p:nvSpPr>
          <p:cNvPr id="113" name="Freeform 9"/>
          <p:cNvSpPr>
            <a:spLocks noEditPoints="1"/>
          </p:cNvSpPr>
          <p:nvPr/>
        </p:nvSpPr>
        <p:spPr bwMode="auto">
          <a:xfrm>
            <a:off x="8800783" y="1898914"/>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3AAAE9"/>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4"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八项循环</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010376635"/>
      </p:ext>
    </p:extLst>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3" name="组合 42"/>
          <p:cNvGrpSpPr/>
          <p:nvPr/>
        </p:nvGrpSpPr>
        <p:grpSpPr>
          <a:xfrm>
            <a:off x="3754582" y="1483022"/>
            <a:ext cx="4682836" cy="4917194"/>
            <a:chOff x="3754582" y="1483022"/>
            <a:chExt cx="4682836" cy="4917194"/>
          </a:xfrm>
        </p:grpSpPr>
        <p:sp>
          <p:nvSpPr>
            <p:cNvPr id="7" name="Freeform 6"/>
            <p:cNvSpPr>
              <a:spLocks/>
            </p:cNvSpPr>
            <p:nvPr/>
          </p:nvSpPr>
          <p:spPr bwMode="auto">
            <a:xfrm>
              <a:off x="3754582" y="1483022"/>
              <a:ext cx="4682836" cy="4917194"/>
            </a:xfrm>
            <a:custGeom>
              <a:avLst/>
              <a:gdLst>
                <a:gd name="T0" fmla="*/ 1609 w 3217"/>
                <a:gd name="T1" fmla="*/ 0 h 3378"/>
                <a:gd name="T2" fmla="*/ 2106 w 3217"/>
                <a:gd name="T3" fmla="*/ 159 h 3378"/>
                <a:gd name="T4" fmla="*/ 2604 w 3217"/>
                <a:gd name="T5" fmla="*/ 321 h 3378"/>
                <a:gd name="T6" fmla="*/ 2909 w 3217"/>
                <a:gd name="T7" fmla="*/ 744 h 3378"/>
                <a:gd name="T8" fmla="*/ 3217 w 3217"/>
                <a:gd name="T9" fmla="*/ 1168 h 3378"/>
                <a:gd name="T10" fmla="*/ 3217 w 3217"/>
                <a:gd name="T11" fmla="*/ 1689 h 3378"/>
                <a:gd name="T12" fmla="*/ 3217 w 3217"/>
                <a:gd name="T13" fmla="*/ 2210 h 3378"/>
                <a:gd name="T14" fmla="*/ 2909 w 3217"/>
                <a:gd name="T15" fmla="*/ 2634 h 3378"/>
                <a:gd name="T16" fmla="*/ 2604 w 3217"/>
                <a:gd name="T17" fmla="*/ 3057 h 3378"/>
                <a:gd name="T18" fmla="*/ 2106 w 3217"/>
                <a:gd name="T19" fmla="*/ 3219 h 3378"/>
                <a:gd name="T20" fmla="*/ 1609 w 3217"/>
                <a:gd name="T21" fmla="*/ 3378 h 3378"/>
                <a:gd name="T22" fmla="*/ 1111 w 3217"/>
                <a:gd name="T23" fmla="*/ 3219 h 3378"/>
                <a:gd name="T24" fmla="*/ 613 w 3217"/>
                <a:gd name="T25" fmla="*/ 3057 h 3378"/>
                <a:gd name="T26" fmla="*/ 308 w 3217"/>
                <a:gd name="T27" fmla="*/ 2634 h 3378"/>
                <a:gd name="T28" fmla="*/ 0 w 3217"/>
                <a:gd name="T29" fmla="*/ 2210 h 3378"/>
                <a:gd name="T30" fmla="*/ 0 w 3217"/>
                <a:gd name="T31" fmla="*/ 1689 h 3378"/>
                <a:gd name="T32" fmla="*/ 0 w 3217"/>
                <a:gd name="T33" fmla="*/ 1168 h 3378"/>
                <a:gd name="T34" fmla="*/ 308 w 3217"/>
                <a:gd name="T35" fmla="*/ 744 h 3378"/>
                <a:gd name="T36" fmla="*/ 613 w 3217"/>
                <a:gd name="T37" fmla="*/ 321 h 3378"/>
                <a:gd name="T38" fmla="*/ 1111 w 3217"/>
                <a:gd name="T39" fmla="*/ 159 h 3378"/>
                <a:gd name="T40" fmla="*/ 1609 w 3217"/>
                <a:gd name="T41" fmla="*/ 0 h 3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17" h="3378">
                  <a:moveTo>
                    <a:pt x="1609" y="0"/>
                  </a:moveTo>
                  <a:lnTo>
                    <a:pt x="2106" y="159"/>
                  </a:lnTo>
                  <a:lnTo>
                    <a:pt x="2604" y="321"/>
                  </a:lnTo>
                  <a:lnTo>
                    <a:pt x="2909" y="744"/>
                  </a:lnTo>
                  <a:lnTo>
                    <a:pt x="3217" y="1168"/>
                  </a:lnTo>
                  <a:lnTo>
                    <a:pt x="3217" y="1689"/>
                  </a:lnTo>
                  <a:lnTo>
                    <a:pt x="3217" y="2210"/>
                  </a:lnTo>
                  <a:lnTo>
                    <a:pt x="2909" y="2634"/>
                  </a:lnTo>
                  <a:lnTo>
                    <a:pt x="2604" y="3057"/>
                  </a:lnTo>
                  <a:lnTo>
                    <a:pt x="2106" y="3219"/>
                  </a:lnTo>
                  <a:lnTo>
                    <a:pt x="1609" y="3378"/>
                  </a:lnTo>
                  <a:lnTo>
                    <a:pt x="1111" y="3219"/>
                  </a:lnTo>
                  <a:lnTo>
                    <a:pt x="613" y="3057"/>
                  </a:lnTo>
                  <a:lnTo>
                    <a:pt x="308" y="2634"/>
                  </a:lnTo>
                  <a:lnTo>
                    <a:pt x="0" y="2210"/>
                  </a:lnTo>
                  <a:lnTo>
                    <a:pt x="0" y="1689"/>
                  </a:lnTo>
                  <a:lnTo>
                    <a:pt x="0" y="1168"/>
                  </a:lnTo>
                  <a:lnTo>
                    <a:pt x="308" y="744"/>
                  </a:lnTo>
                  <a:lnTo>
                    <a:pt x="613" y="321"/>
                  </a:lnTo>
                  <a:lnTo>
                    <a:pt x="1111" y="159"/>
                  </a:lnTo>
                  <a:lnTo>
                    <a:pt x="1609" y="0"/>
                  </a:lnTo>
                  <a:close/>
                </a:path>
              </a:pathLst>
            </a:custGeom>
            <a:noFill/>
            <a:ln w="9525">
              <a:solidFill>
                <a:schemeClr val="bg1">
                  <a:lumMod val="75000"/>
                </a:schemeClr>
              </a:solidFill>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 name="Freeform 7"/>
            <p:cNvSpPr>
              <a:spLocks/>
            </p:cNvSpPr>
            <p:nvPr/>
          </p:nvSpPr>
          <p:spPr bwMode="auto">
            <a:xfrm>
              <a:off x="5229159" y="3030380"/>
              <a:ext cx="1733683" cy="1822477"/>
            </a:xfrm>
            <a:custGeom>
              <a:avLst/>
              <a:gdLst>
                <a:gd name="T0" fmla="*/ 596 w 1191"/>
                <a:gd name="T1" fmla="*/ 0 h 1252"/>
                <a:gd name="T2" fmla="*/ 778 w 1191"/>
                <a:gd name="T3" fmla="*/ 61 h 1252"/>
                <a:gd name="T4" fmla="*/ 965 w 1191"/>
                <a:gd name="T5" fmla="*/ 118 h 1252"/>
                <a:gd name="T6" fmla="*/ 1076 w 1191"/>
                <a:gd name="T7" fmla="*/ 274 h 1252"/>
                <a:gd name="T8" fmla="*/ 1191 w 1191"/>
                <a:gd name="T9" fmla="*/ 433 h 1252"/>
                <a:gd name="T10" fmla="*/ 1191 w 1191"/>
                <a:gd name="T11" fmla="*/ 626 h 1252"/>
                <a:gd name="T12" fmla="*/ 1191 w 1191"/>
                <a:gd name="T13" fmla="*/ 819 h 1252"/>
                <a:gd name="T14" fmla="*/ 1076 w 1191"/>
                <a:gd name="T15" fmla="*/ 978 h 1252"/>
                <a:gd name="T16" fmla="*/ 965 w 1191"/>
                <a:gd name="T17" fmla="*/ 1134 h 1252"/>
                <a:gd name="T18" fmla="*/ 778 w 1191"/>
                <a:gd name="T19" fmla="*/ 1191 h 1252"/>
                <a:gd name="T20" fmla="*/ 596 w 1191"/>
                <a:gd name="T21" fmla="*/ 1252 h 1252"/>
                <a:gd name="T22" fmla="*/ 413 w 1191"/>
                <a:gd name="T23" fmla="*/ 1191 h 1252"/>
                <a:gd name="T24" fmla="*/ 226 w 1191"/>
                <a:gd name="T25" fmla="*/ 1134 h 1252"/>
                <a:gd name="T26" fmla="*/ 115 w 1191"/>
                <a:gd name="T27" fmla="*/ 978 h 1252"/>
                <a:gd name="T28" fmla="*/ 0 w 1191"/>
                <a:gd name="T29" fmla="*/ 819 h 1252"/>
                <a:gd name="T30" fmla="*/ 0 w 1191"/>
                <a:gd name="T31" fmla="*/ 626 h 1252"/>
                <a:gd name="T32" fmla="*/ 0 w 1191"/>
                <a:gd name="T33" fmla="*/ 433 h 1252"/>
                <a:gd name="T34" fmla="*/ 115 w 1191"/>
                <a:gd name="T35" fmla="*/ 274 h 1252"/>
                <a:gd name="T36" fmla="*/ 226 w 1191"/>
                <a:gd name="T37" fmla="*/ 118 h 1252"/>
                <a:gd name="T38" fmla="*/ 413 w 1191"/>
                <a:gd name="T39" fmla="*/ 61 h 1252"/>
                <a:gd name="T40" fmla="*/ 596 w 1191"/>
                <a:gd name="T41" fmla="*/ 0 h 1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91" h="1252">
                  <a:moveTo>
                    <a:pt x="596" y="0"/>
                  </a:moveTo>
                  <a:lnTo>
                    <a:pt x="778" y="61"/>
                  </a:lnTo>
                  <a:lnTo>
                    <a:pt x="965" y="118"/>
                  </a:lnTo>
                  <a:lnTo>
                    <a:pt x="1076" y="274"/>
                  </a:lnTo>
                  <a:lnTo>
                    <a:pt x="1191" y="433"/>
                  </a:lnTo>
                  <a:lnTo>
                    <a:pt x="1191" y="626"/>
                  </a:lnTo>
                  <a:lnTo>
                    <a:pt x="1191" y="819"/>
                  </a:lnTo>
                  <a:lnTo>
                    <a:pt x="1076" y="978"/>
                  </a:lnTo>
                  <a:lnTo>
                    <a:pt x="965" y="1134"/>
                  </a:lnTo>
                  <a:lnTo>
                    <a:pt x="778" y="1191"/>
                  </a:lnTo>
                  <a:lnTo>
                    <a:pt x="596" y="1252"/>
                  </a:lnTo>
                  <a:lnTo>
                    <a:pt x="413" y="1191"/>
                  </a:lnTo>
                  <a:lnTo>
                    <a:pt x="226" y="1134"/>
                  </a:lnTo>
                  <a:lnTo>
                    <a:pt x="115" y="978"/>
                  </a:lnTo>
                  <a:lnTo>
                    <a:pt x="0" y="819"/>
                  </a:lnTo>
                  <a:lnTo>
                    <a:pt x="0" y="626"/>
                  </a:lnTo>
                  <a:lnTo>
                    <a:pt x="0" y="433"/>
                  </a:lnTo>
                  <a:lnTo>
                    <a:pt x="115" y="274"/>
                  </a:lnTo>
                  <a:lnTo>
                    <a:pt x="226" y="118"/>
                  </a:lnTo>
                  <a:lnTo>
                    <a:pt x="413" y="61"/>
                  </a:lnTo>
                  <a:lnTo>
                    <a:pt x="596" y="0"/>
                  </a:lnTo>
                  <a:close/>
                </a:path>
              </a:pathLst>
            </a:custGeom>
            <a:noFill/>
            <a:ln w="11113" cap="flat">
              <a:solidFill>
                <a:srgbClr val="AED58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9"/>
            <p:cNvSpPr>
              <a:spLocks/>
            </p:cNvSpPr>
            <p:nvPr/>
          </p:nvSpPr>
          <p:spPr bwMode="auto">
            <a:xfrm>
              <a:off x="5351434" y="1956109"/>
              <a:ext cx="561882" cy="196514"/>
            </a:xfrm>
            <a:custGeom>
              <a:avLst/>
              <a:gdLst>
                <a:gd name="T0" fmla="*/ 129 w 386"/>
                <a:gd name="T1" fmla="*/ 0 h 135"/>
                <a:gd name="T2" fmla="*/ 386 w 386"/>
                <a:gd name="T3" fmla="*/ 0 h 135"/>
                <a:gd name="T4" fmla="*/ 261 w 386"/>
                <a:gd name="T5" fmla="*/ 135 h 135"/>
                <a:gd name="T6" fmla="*/ 0 w 386"/>
                <a:gd name="T7" fmla="*/ 122 h 135"/>
                <a:gd name="T8" fmla="*/ 129 w 386"/>
                <a:gd name="T9" fmla="*/ 0 h 135"/>
              </a:gdLst>
              <a:ahLst/>
              <a:cxnLst>
                <a:cxn ang="0">
                  <a:pos x="T0" y="T1"/>
                </a:cxn>
                <a:cxn ang="0">
                  <a:pos x="T2" y="T3"/>
                </a:cxn>
                <a:cxn ang="0">
                  <a:pos x="T4" y="T5"/>
                </a:cxn>
                <a:cxn ang="0">
                  <a:pos x="T6" y="T7"/>
                </a:cxn>
                <a:cxn ang="0">
                  <a:pos x="T8" y="T9"/>
                </a:cxn>
              </a:cxnLst>
              <a:rect l="0" t="0" r="r" b="b"/>
              <a:pathLst>
                <a:path w="386" h="135">
                  <a:moveTo>
                    <a:pt x="129" y="0"/>
                  </a:moveTo>
                  <a:lnTo>
                    <a:pt x="386" y="0"/>
                  </a:lnTo>
                  <a:lnTo>
                    <a:pt x="261" y="135"/>
                  </a:lnTo>
                  <a:lnTo>
                    <a:pt x="0" y="122"/>
                  </a:lnTo>
                  <a:lnTo>
                    <a:pt x="129" y="0"/>
                  </a:lnTo>
                  <a:close/>
                </a:path>
              </a:pathLst>
            </a:custGeom>
            <a:solidFill>
              <a:srgbClr val="1565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0"/>
            <p:cNvSpPr>
              <a:spLocks/>
            </p:cNvSpPr>
            <p:nvPr/>
          </p:nvSpPr>
          <p:spPr bwMode="auto">
            <a:xfrm>
              <a:off x="6293241" y="2276352"/>
              <a:ext cx="625931" cy="615741"/>
            </a:xfrm>
            <a:custGeom>
              <a:avLst/>
              <a:gdLst>
                <a:gd name="T0" fmla="*/ 430 w 430"/>
                <a:gd name="T1" fmla="*/ 57 h 423"/>
                <a:gd name="T2" fmla="*/ 423 w 430"/>
                <a:gd name="T3" fmla="*/ 396 h 423"/>
                <a:gd name="T4" fmla="*/ 423 w 430"/>
                <a:gd name="T5" fmla="*/ 423 h 423"/>
                <a:gd name="T6" fmla="*/ 393 w 430"/>
                <a:gd name="T7" fmla="*/ 423 h 423"/>
                <a:gd name="T8" fmla="*/ 58 w 430"/>
                <a:gd name="T9" fmla="*/ 416 h 423"/>
                <a:gd name="T10" fmla="*/ 0 w 430"/>
                <a:gd name="T11" fmla="*/ 359 h 423"/>
                <a:gd name="T12" fmla="*/ 366 w 430"/>
                <a:gd name="T13" fmla="*/ 365 h 423"/>
                <a:gd name="T14" fmla="*/ 372 w 430"/>
                <a:gd name="T15" fmla="*/ 0 h 423"/>
                <a:gd name="T16" fmla="*/ 430 w 430"/>
                <a:gd name="T17" fmla="*/ 57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0" h="423">
                  <a:moveTo>
                    <a:pt x="430" y="57"/>
                  </a:moveTo>
                  <a:lnTo>
                    <a:pt x="423" y="396"/>
                  </a:lnTo>
                  <a:lnTo>
                    <a:pt x="423" y="423"/>
                  </a:lnTo>
                  <a:lnTo>
                    <a:pt x="393" y="423"/>
                  </a:lnTo>
                  <a:lnTo>
                    <a:pt x="58" y="416"/>
                  </a:lnTo>
                  <a:lnTo>
                    <a:pt x="0" y="359"/>
                  </a:lnTo>
                  <a:lnTo>
                    <a:pt x="366" y="365"/>
                  </a:lnTo>
                  <a:lnTo>
                    <a:pt x="372" y="0"/>
                  </a:lnTo>
                  <a:lnTo>
                    <a:pt x="430" y="57"/>
                  </a:lnTo>
                  <a:close/>
                </a:path>
              </a:pathLst>
            </a:custGeom>
            <a:solidFill>
              <a:srgbClr val="1565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Line 11"/>
            <p:cNvSpPr>
              <a:spLocks noChangeShapeType="1"/>
            </p:cNvSpPr>
            <p:nvPr/>
          </p:nvSpPr>
          <p:spPr bwMode="auto">
            <a:xfrm flipH="1" flipV="1">
              <a:off x="5272828" y="2133698"/>
              <a:ext cx="458531" cy="18924"/>
            </a:xfrm>
            <a:prstGeom prst="line">
              <a:avLst/>
            </a:prstGeom>
            <a:noFill/>
            <a:ln w="11113" cap="rnd">
              <a:solidFill>
                <a:srgbClr val="4B4B4D"/>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2"/>
            <p:cNvSpPr>
              <a:spLocks/>
            </p:cNvSpPr>
            <p:nvPr/>
          </p:nvSpPr>
          <p:spPr bwMode="auto">
            <a:xfrm>
              <a:off x="5539213" y="1956109"/>
              <a:ext cx="1256229" cy="812254"/>
            </a:xfrm>
            <a:custGeom>
              <a:avLst/>
              <a:gdLst>
                <a:gd name="T0" fmla="*/ 633 w 863"/>
                <a:gd name="T1" fmla="*/ 0 h 558"/>
                <a:gd name="T2" fmla="*/ 863 w 863"/>
                <a:gd name="T3" fmla="*/ 233 h 558"/>
                <a:gd name="T4" fmla="*/ 857 w 863"/>
                <a:gd name="T5" fmla="*/ 558 h 558"/>
                <a:gd name="T6" fmla="*/ 535 w 863"/>
                <a:gd name="T7" fmla="*/ 551 h 558"/>
                <a:gd name="T8" fmla="*/ 0 w 863"/>
                <a:gd name="T9" fmla="*/ 0 h 558"/>
                <a:gd name="T10" fmla="*/ 633 w 863"/>
                <a:gd name="T11" fmla="*/ 0 h 558"/>
              </a:gdLst>
              <a:ahLst/>
              <a:cxnLst>
                <a:cxn ang="0">
                  <a:pos x="T0" y="T1"/>
                </a:cxn>
                <a:cxn ang="0">
                  <a:pos x="T2" y="T3"/>
                </a:cxn>
                <a:cxn ang="0">
                  <a:pos x="T4" y="T5"/>
                </a:cxn>
                <a:cxn ang="0">
                  <a:pos x="T6" y="T7"/>
                </a:cxn>
                <a:cxn ang="0">
                  <a:pos x="T8" y="T9"/>
                </a:cxn>
                <a:cxn ang="0">
                  <a:pos x="T10" y="T11"/>
                </a:cxn>
              </a:cxnLst>
              <a:rect l="0" t="0" r="r" b="b"/>
              <a:pathLst>
                <a:path w="863" h="558">
                  <a:moveTo>
                    <a:pt x="633" y="0"/>
                  </a:moveTo>
                  <a:lnTo>
                    <a:pt x="863" y="233"/>
                  </a:lnTo>
                  <a:lnTo>
                    <a:pt x="857" y="558"/>
                  </a:lnTo>
                  <a:lnTo>
                    <a:pt x="535" y="551"/>
                  </a:lnTo>
                  <a:lnTo>
                    <a:pt x="0" y="0"/>
                  </a:lnTo>
                  <a:lnTo>
                    <a:pt x="633" y="0"/>
                  </a:lnTo>
                  <a:close/>
                </a:path>
              </a:pathLst>
            </a:custGeom>
            <a:solidFill>
              <a:srgbClr val="2196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3"/>
            <p:cNvSpPr>
              <a:spLocks/>
            </p:cNvSpPr>
            <p:nvPr/>
          </p:nvSpPr>
          <p:spPr bwMode="auto">
            <a:xfrm>
              <a:off x="6278684" y="5730616"/>
              <a:ext cx="561882" cy="196514"/>
            </a:xfrm>
            <a:custGeom>
              <a:avLst/>
              <a:gdLst>
                <a:gd name="T0" fmla="*/ 257 w 386"/>
                <a:gd name="T1" fmla="*/ 135 h 135"/>
                <a:gd name="T2" fmla="*/ 0 w 386"/>
                <a:gd name="T3" fmla="*/ 135 h 135"/>
                <a:gd name="T4" fmla="*/ 125 w 386"/>
                <a:gd name="T5" fmla="*/ 0 h 135"/>
                <a:gd name="T6" fmla="*/ 386 w 386"/>
                <a:gd name="T7" fmla="*/ 13 h 135"/>
                <a:gd name="T8" fmla="*/ 257 w 386"/>
                <a:gd name="T9" fmla="*/ 135 h 135"/>
              </a:gdLst>
              <a:ahLst/>
              <a:cxnLst>
                <a:cxn ang="0">
                  <a:pos x="T0" y="T1"/>
                </a:cxn>
                <a:cxn ang="0">
                  <a:pos x="T2" y="T3"/>
                </a:cxn>
                <a:cxn ang="0">
                  <a:pos x="T4" y="T5"/>
                </a:cxn>
                <a:cxn ang="0">
                  <a:pos x="T6" y="T7"/>
                </a:cxn>
                <a:cxn ang="0">
                  <a:pos x="T8" y="T9"/>
                </a:cxn>
              </a:cxnLst>
              <a:rect l="0" t="0" r="r" b="b"/>
              <a:pathLst>
                <a:path w="386" h="135">
                  <a:moveTo>
                    <a:pt x="257" y="135"/>
                  </a:moveTo>
                  <a:lnTo>
                    <a:pt x="0" y="135"/>
                  </a:lnTo>
                  <a:lnTo>
                    <a:pt x="125" y="0"/>
                  </a:lnTo>
                  <a:lnTo>
                    <a:pt x="386" y="13"/>
                  </a:lnTo>
                  <a:lnTo>
                    <a:pt x="257" y="135"/>
                  </a:lnTo>
                  <a:close/>
                </a:path>
              </a:pathLst>
            </a:custGeom>
            <a:solidFill>
              <a:srgbClr val="D81B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4"/>
            <p:cNvSpPr>
              <a:spLocks/>
            </p:cNvSpPr>
            <p:nvPr/>
          </p:nvSpPr>
          <p:spPr bwMode="auto">
            <a:xfrm>
              <a:off x="5272828" y="4991144"/>
              <a:ext cx="625931" cy="615741"/>
            </a:xfrm>
            <a:custGeom>
              <a:avLst/>
              <a:gdLst>
                <a:gd name="T0" fmla="*/ 0 w 430"/>
                <a:gd name="T1" fmla="*/ 366 h 423"/>
                <a:gd name="T2" fmla="*/ 7 w 430"/>
                <a:gd name="T3" fmla="*/ 27 h 423"/>
                <a:gd name="T4" fmla="*/ 7 w 430"/>
                <a:gd name="T5" fmla="*/ 0 h 423"/>
                <a:gd name="T6" fmla="*/ 37 w 430"/>
                <a:gd name="T7" fmla="*/ 0 h 423"/>
                <a:gd name="T8" fmla="*/ 372 w 430"/>
                <a:gd name="T9" fmla="*/ 7 h 423"/>
                <a:gd name="T10" fmla="*/ 430 w 430"/>
                <a:gd name="T11" fmla="*/ 64 h 423"/>
                <a:gd name="T12" fmla="*/ 64 w 430"/>
                <a:gd name="T13" fmla="*/ 58 h 423"/>
                <a:gd name="T14" fmla="*/ 58 w 430"/>
                <a:gd name="T15" fmla="*/ 423 h 423"/>
                <a:gd name="T16" fmla="*/ 0 w 430"/>
                <a:gd name="T17" fmla="*/ 366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0" h="423">
                  <a:moveTo>
                    <a:pt x="0" y="366"/>
                  </a:moveTo>
                  <a:lnTo>
                    <a:pt x="7" y="27"/>
                  </a:lnTo>
                  <a:lnTo>
                    <a:pt x="7" y="0"/>
                  </a:lnTo>
                  <a:lnTo>
                    <a:pt x="37" y="0"/>
                  </a:lnTo>
                  <a:lnTo>
                    <a:pt x="372" y="7"/>
                  </a:lnTo>
                  <a:lnTo>
                    <a:pt x="430" y="64"/>
                  </a:lnTo>
                  <a:lnTo>
                    <a:pt x="64" y="58"/>
                  </a:lnTo>
                  <a:lnTo>
                    <a:pt x="58" y="423"/>
                  </a:lnTo>
                  <a:lnTo>
                    <a:pt x="0" y="366"/>
                  </a:lnTo>
                  <a:close/>
                </a:path>
              </a:pathLst>
            </a:custGeom>
            <a:solidFill>
              <a:srgbClr val="D81B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Line 15"/>
            <p:cNvSpPr>
              <a:spLocks noChangeShapeType="1"/>
            </p:cNvSpPr>
            <p:nvPr/>
          </p:nvSpPr>
          <p:spPr bwMode="auto">
            <a:xfrm>
              <a:off x="6460641" y="5730616"/>
              <a:ext cx="458531" cy="18924"/>
            </a:xfrm>
            <a:prstGeom prst="line">
              <a:avLst/>
            </a:prstGeom>
            <a:noFill/>
            <a:ln w="11113" cap="rnd">
              <a:solidFill>
                <a:srgbClr val="4B4B4D"/>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6"/>
            <p:cNvSpPr>
              <a:spLocks/>
            </p:cNvSpPr>
            <p:nvPr/>
          </p:nvSpPr>
          <p:spPr bwMode="auto">
            <a:xfrm>
              <a:off x="5396559" y="5114874"/>
              <a:ext cx="1256229" cy="812254"/>
            </a:xfrm>
            <a:custGeom>
              <a:avLst/>
              <a:gdLst>
                <a:gd name="T0" fmla="*/ 230 w 863"/>
                <a:gd name="T1" fmla="*/ 558 h 558"/>
                <a:gd name="T2" fmla="*/ 0 w 863"/>
                <a:gd name="T3" fmla="*/ 325 h 558"/>
                <a:gd name="T4" fmla="*/ 6 w 863"/>
                <a:gd name="T5" fmla="*/ 0 h 558"/>
                <a:gd name="T6" fmla="*/ 328 w 863"/>
                <a:gd name="T7" fmla="*/ 6 h 558"/>
                <a:gd name="T8" fmla="*/ 863 w 863"/>
                <a:gd name="T9" fmla="*/ 558 h 558"/>
                <a:gd name="T10" fmla="*/ 230 w 863"/>
                <a:gd name="T11" fmla="*/ 558 h 558"/>
              </a:gdLst>
              <a:ahLst/>
              <a:cxnLst>
                <a:cxn ang="0">
                  <a:pos x="T0" y="T1"/>
                </a:cxn>
                <a:cxn ang="0">
                  <a:pos x="T2" y="T3"/>
                </a:cxn>
                <a:cxn ang="0">
                  <a:pos x="T4" y="T5"/>
                </a:cxn>
                <a:cxn ang="0">
                  <a:pos x="T6" y="T7"/>
                </a:cxn>
                <a:cxn ang="0">
                  <a:pos x="T8" y="T9"/>
                </a:cxn>
                <a:cxn ang="0">
                  <a:pos x="T10" y="T11"/>
                </a:cxn>
              </a:cxnLst>
              <a:rect l="0" t="0" r="r" b="b"/>
              <a:pathLst>
                <a:path w="863" h="558">
                  <a:moveTo>
                    <a:pt x="230" y="558"/>
                  </a:moveTo>
                  <a:lnTo>
                    <a:pt x="0" y="325"/>
                  </a:lnTo>
                  <a:lnTo>
                    <a:pt x="6" y="0"/>
                  </a:lnTo>
                  <a:lnTo>
                    <a:pt x="328" y="6"/>
                  </a:lnTo>
                  <a:lnTo>
                    <a:pt x="863" y="558"/>
                  </a:lnTo>
                  <a:lnTo>
                    <a:pt x="230" y="558"/>
                  </a:lnTo>
                  <a:close/>
                </a:path>
              </a:pathLst>
            </a:custGeom>
            <a:solidFill>
              <a:srgbClr val="EC40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7"/>
            <p:cNvSpPr>
              <a:spLocks/>
            </p:cNvSpPr>
            <p:nvPr/>
          </p:nvSpPr>
          <p:spPr bwMode="auto">
            <a:xfrm>
              <a:off x="4109761" y="4123576"/>
              <a:ext cx="196514" cy="561882"/>
            </a:xfrm>
            <a:custGeom>
              <a:avLst/>
              <a:gdLst>
                <a:gd name="T0" fmla="*/ 0 w 135"/>
                <a:gd name="T1" fmla="*/ 258 h 386"/>
                <a:gd name="T2" fmla="*/ 0 w 135"/>
                <a:gd name="T3" fmla="*/ 0 h 386"/>
                <a:gd name="T4" fmla="*/ 135 w 135"/>
                <a:gd name="T5" fmla="*/ 126 h 386"/>
                <a:gd name="T6" fmla="*/ 122 w 135"/>
                <a:gd name="T7" fmla="*/ 386 h 386"/>
                <a:gd name="T8" fmla="*/ 0 w 135"/>
                <a:gd name="T9" fmla="*/ 258 h 386"/>
              </a:gdLst>
              <a:ahLst/>
              <a:cxnLst>
                <a:cxn ang="0">
                  <a:pos x="T0" y="T1"/>
                </a:cxn>
                <a:cxn ang="0">
                  <a:pos x="T2" y="T3"/>
                </a:cxn>
                <a:cxn ang="0">
                  <a:pos x="T4" y="T5"/>
                </a:cxn>
                <a:cxn ang="0">
                  <a:pos x="T6" y="T7"/>
                </a:cxn>
                <a:cxn ang="0">
                  <a:pos x="T8" y="T9"/>
                </a:cxn>
              </a:cxnLst>
              <a:rect l="0" t="0" r="r" b="b"/>
              <a:pathLst>
                <a:path w="135" h="386">
                  <a:moveTo>
                    <a:pt x="0" y="258"/>
                  </a:moveTo>
                  <a:lnTo>
                    <a:pt x="0" y="0"/>
                  </a:lnTo>
                  <a:lnTo>
                    <a:pt x="135" y="126"/>
                  </a:lnTo>
                  <a:lnTo>
                    <a:pt x="122" y="386"/>
                  </a:lnTo>
                  <a:lnTo>
                    <a:pt x="0" y="258"/>
                  </a:lnTo>
                  <a:close/>
                </a:path>
              </a:pathLst>
            </a:custGeom>
            <a:solidFill>
              <a:srgbClr val="558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8"/>
            <p:cNvSpPr>
              <a:spLocks/>
            </p:cNvSpPr>
            <p:nvPr/>
          </p:nvSpPr>
          <p:spPr bwMode="auto">
            <a:xfrm>
              <a:off x="4430005" y="3119175"/>
              <a:ext cx="615742" cy="625931"/>
            </a:xfrm>
            <a:custGeom>
              <a:avLst/>
              <a:gdLst>
                <a:gd name="T0" fmla="*/ 58 w 423"/>
                <a:gd name="T1" fmla="*/ 0 h 430"/>
                <a:gd name="T2" fmla="*/ 396 w 423"/>
                <a:gd name="T3" fmla="*/ 6 h 430"/>
                <a:gd name="T4" fmla="*/ 423 w 423"/>
                <a:gd name="T5" fmla="*/ 6 h 430"/>
                <a:gd name="T6" fmla="*/ 423 w 423"/>
                <a:gd name="T7" fmla="*/ 37 h 430"/>
                <a:gd name="T8" fmla="*/ 416 w 423"/>
                <a:gd name="T9" fmla="*/ 372 h 430"/>
                <a:gd name="T10" fmla="*/ 359 w 423"/>
                <a:gd name="T11" fmla="*/ 430 h 430"/>
                <a:gd name="T12" fmla="*/ 366 w 423"/>
                <a:gd name="T13" fmla="*/ 64 h 430"/>
                <a:gd name="T14" fmla="*/ 0 w 423"/>
                <a:gd name="T15" fmla="*/ 57 h 430"/>
                <a:gd name="T16" fmla="*/ 58 w 423"/>
                <a:gd name="T17" fmla="*/ 0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3" h="430">
                  <a:moveTo>
                    <a:pt x="58" y="0"/>
                  </a:moveTo>
                  <a:lnTo>
                    <a:pt x="396" y="6"/>
                  </a:lnTo>
                  <a:lnTo>
                    <a:pt x="423" y="6"/>
                  </a:lnTo>
                  <a:lnTo>
                    <a:pt x="423" y="37"/>
                  </a:lnTo>
                  <a:lnTo>
                    <a:pt x="416" y="372"/>
                  </a:lnTo>
                  <a:lnTo>
                    <a:pt x="359" y="430"/>
                  </a:lnTo>
                  <a:lnTo>
                    <a:pt x="366" y="64"/>
                  </a:lnTo>
                  <a:lnTo>
                    <a:pt x="0" y="57"/>
                  </a:lnTo>
                  <a:lnTo>
                    <a:pt x="58" y="0"/>
                  </a:lnTo>
                  <a:close/>
                </a:path>
              </a:pathLst>
            </a:custGeom>
            <a:solidFill>
              <a:srgbClr val="558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Line 19"/>
            <p:cNvSpPr>
              <a:spLocks noChangeShapeType="1"/>
            </p:cNvSpPr>
            <p:nvPr/>
          </p:nvSpPr>
          <p:spPr bwMode="auto">
            <a:xfrm flipH="1">
              <a:off x="4287351" y="4306988"/>
              <a:ext cx="18924" cy="457075"/>
            </a:xfrm>
            <a:prstGeom prst="line">
              <a:avLst/>
            </a:prstGeom>
            <a:noFill/>
            <a:ln w="11113" cap="rnd">
              <a:solidFill>
                <a:srgbClr val="4B4B4D"/>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20"/>
            <p:cNvSpPr>
              <a:spLocks/>
            </p:cNvSpPr>
            <p:nvPr/>
          </p:nvSpPr>
          <p:spPr bwMode="auto">
            <a:xfrm>
              <a:off x="4109761" y="3241450"/>
              <a:ext cx="813710" cy="1257684"/>
            </a:xfrm>
            <a:custGeom>
              <a:avLst/>
              <a:gdLst>
                <a:gd name="T0" fmla="*/ 0 w 559"/>
                <a:gd name="T1" fmla="*/ 230 h 864"/>
                <a:gd name="T2" fmla="*/ 233 w 559"/>
                <a:gd name="T3" fmla="*/ 0 h 864"/>
                <a:gd name="T4" fmla="*/ 559 w 559"/>
                <a:gd name="T5" fmla="*/ 7 h 864"/>
                <a:gd name="T6" fmla="*/ 552 w 559"/>
                <a:gd name="T7" fmla="*/ 329 h 864"/>
                <a:gd name="T8" fmla="*/ 0 w 559"/>
                <a:gd name="T9" fmla="*/ 864 h 864"/>
                <a:gd name="T10" fmla="*/ 0 w 559"/>
                <a:gd name="T11" fmla="*/ 230 h 864"/>
              </a:gdLst>
              <a:ahLst/>
              <a:cxnLst>
                <a:cxn ang="0">
                  <a:pos x="T0" y="T1"/>
                </a:cxn>
                <a:cxn ang="0">
                  <a:pos x="T2" y="T3"/>
                </a:cxn>
                <a:cxn ang="0">
                  <a:pos x="T4" y="T5"/>
                </a:cxn>
                <a:cxn ang="0">
                  <a:pos x="T6" y="T7"/>
                </a:cxn>
                <a:cxn ang="0">
                  <a:pos x="T8" y="T9"/>
                </a:cxn>
                <a:cxn ang="0">
                  <a:pos x="T10" y="T11"/>
                </a:cxn>
              </a:cxnLst>
              <a:rect l="0" t="0" r="r" b="b"/>
              <a:pathLst>
                <a:path w="559" h="864">
                  <a:moveTo>
                    <a:pt x="0" y="230"/>
                  </a:moveTo>
                  <a:lnTo>
                    <a:pt x="233" y="0"/>
                  </a:lnTo>
                  <a:lnTo>
                    <a:pt x="559" y="7"/>
                  </a:lnTo>
                  <a:lnTo>
                    <a:pt x="552" y="329"/>
                  </a:lnTo>
                  <a:lnTo>
                    <a:pt x="0" y="864"/>
                  </a:lnTo>
                  <a:lnTo>
                    <a:pt x="0" y="230"/>
                  </a:lnTo>
                  <a:close/>
                </a:path>
              </a:pathLst>
            </a:custGeom>
            <a:solidFill>
              <a:srgbClr val="8BC3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21"/>
            <p:cNvSpPr>
              <a:spLocks/>
            </p:cNvSpPr>
            <p:nvPr/>
          </p:nvSpPr>
          <p:spPr bwMode="auto">
            <a:xfrm>
              <a:off x="7885725" y="3197781"/>
              <a:ext cx="196514" cy="561882"/>
            </a:xfrm>
            <a:custGeom>
              <a:avLst/>
              <a:gdLst>
                <a:gd name="T0" fmla="*/ 135 w 135"/>
                <a:gd name="T1" fmla="*/ 128 h 386"/>
                <a:gd name="T2" fmla="*/ 135 w 135"/>
                <a:gd name="T3" fmla="*/ 386 h 386"/>
                <a:gd name="T4" fmla="*/ 0 w 135"/>
                <a:gd name="T5" fmla="*/ 260 h 386"/>
                <a:gd name="T6" fmla="*/ 13 w 135"/>
                <a:gd name="T7" fmla="*/ 0 h 386"/>
                <a:gd name="T8" fmla="*/ 135 w 135"/>
                <a:gd name="T9" fmla="*/ 128 h 386"/>
              </a:gdLst>
              <a:ahLst/>
              <a:cxnLst>
                <a:cxn ang="0">
                  <a:pos x="T0" y="T1"/>
                </a:cxn>
                <a:cxn ang="0">
                  <a:pos x="T2" y="T3"/>
                </a:cxn>
                <a:cxn ang="0">
                  <a:pos x="T4" y="T5"/>
                </a:cxn>
                <a:cxn ang="0">
                  <a:pos x="T6" y="T7"/>
                </a:cxn>
                <a:cxn ang="0">
                  <a:pos x="T8" y="T9"/>
                </a:cxn>
              </a:cxnLst>
              <a:rect l="0" t="0" r="r" b="b"/>
              <a:pathLst>
                <a:path w="135" h="386">
                  <a:moveTo>
                    <a:pt x="135" y="128"/>
                  </a:moveTo>
                  <a:lnTo>
                    <a:pt x="135" y="386"/>
                  </a:lnTo>
                  <a:lnTo>
                    <a:pt x="0" y="260"/>
                  </a:lnTo>
                  <a:lnTo>
                    <a:pt x="13" y="0"/>
                  </a:lnTo>
                  <a:lnTo>
                    <a:pt x="135" y="128"/>
                  </a:lnTo>
                  <a:close/>
                </a:path>
              </a:pathLst>
            </a:custGeom>
            <a:solidFill>
              <a:srgbClr val="0079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22"/>
            <p:cNvSpPr>
              <a:spLocks/>
            </p:cNvSpPr>
            <p:nvPr/>
          </p:nvSpPr>
          <p:spPr bwMode="auto">
            <a:xfrm>
              <a:off x="7146253" y="4138132"/>
              <a:ext cx="615742" cy="625931"/>
            </a:xfrm>
            <a:custGeom>
              <a:avLst/>
              <a:gdLst>
                <a:gd name="T0" fmla="*/ 365 w 423"/>
                <a:gd name="T1" fmla="*/ 430 h 430"/>
                <a:gd name="T2" fmla="*/ 27 w 423"/>
                <a:gd name="T3" fmla="*/ 424 h 430"/>
                <a:gd name="T4" fmla="*/ 0 w 423"/>
                <a:gd name="T5" fmla="*/ 424 h 430"/>
                <a:gd name="T6" fmla="*/ 0 w 423"/>
                <a:gd name="T7" fmla="*/ 393 h 430"/>
                <a:gd name="T8" fmla="*/ 7 w 423"/>
                <a:gd name="T9" fmla="*/ 58 h 430"/>
                <a:gd name="T10" fmla="*/ 64 w 423"/>
                <a:gd name="T11" fmla="*/ 0 h 430"/>
                <a:gd name="T12" fmla="*/ 57 w 423"/>
                <a:gd name="T13" fmla="*/ 366 h 430"/>
                <a:gd name="T14" fmla="*/ 423 w 423"/>
                <a:gd name="T15" fmla="*/ 373 h 430"/>
                <a:gd name="T16" fmla="*/ 365 w 423"/>
                <a:gd name="T17" fmla="*/ 430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3" h="430">
                  <a:moveTo>
                    <a:pt x="365" y="430"/>
                  </a:moveTo>
                  <a:lnTo>
                    <a:pt x="27" y="424"/>
                  </a:lnTo>
                  <a:lnTo>
                    <a:pt x="0" y="424"/>
                  </a:lnTo>
                  <a:lnTo>
                    <a:pt x="0" y="393"/>
                  </a:lnTo>
                  <a:lnTo>
                    <a:pt x="7" y="58"/>
                  </a:lnTo>
                  <a:lnTo>
                    <a:pt x="64" y="0"/>
                  </a:lnTo>
                  <a:lnTo>
                    <a:pt x="57" y="366"/>
                  </a:lnTo>
                  <a:lnTo>
                    <a:pt x="423" y="373"/>
                  </a:lnTo>
                  <a:lnTo>
                    <a:pt x="365" y="430"/>
                  </a:lnTo>
                  <a:close/>
                </a:path>
              </a:pathLst>
            </a:custGeom>
            <a:solidFill>
              <a:srgbClr val="0079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Line 23"/>
            <p:cNvSpPr>
              <a:spLocks noChangeShapeType="1"/>
            </p:cNvSpPr>
            <p:nvPr/>
          </p:nvSpPr>
          <p:spPr bwMode="auto">
            <a:xfrm flipV="1">
              <a:off x="7885725" y="3119175"/>
              <a:ext cx="18924" cy="457075"/>
            </a:xfrm>
            <a:prstGeom prst="line">
              <a:avLst/>
            </a:prstGeom>
            <a:noFill/>
            <a:ln w="11113" cap="rnd">
              <a:solidFill>
                <a:srgbClr val="4B4B4D"/>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24"/>
            <p:cNvSpPr>
              <a:spLocks/>
            </p:cNvSpPr>
            <p:nvPr/>
          </p:nvSpPr>
          <p:spPr bwMode="auto">
            <a:xfrm>
              <a:off x="7268528" y="3384104"/>
              <a:ext cx="813710" cy="1257684"/>
            </a:xfrm>
            <a:custGeom>
              <a:avLst/>
              <a:gdLst>
                <a:gd name="T0" fmla="*/ 559 w 559"/>
                <a:gd name="T1" fmla="*/ 634 h 864"/>
                <a:gd name="T2" fmla="*/ 326 w 559"/>
                <a:gd name="T3" fmla="*/ 864 h 864"/>
                <a:gd name="T4" fmla="*/ 0 w 559"/>
                <a:gd name="T5" fmla="*/ 857 h 864"/>
                <a:gd name="T6" fmla="*/ 7 w 559"/>
                <a:gd name="T7" fmla="*/ 535 h 864"/>
                <a:gd name="T8" fmla="*/ 559 w 559"/>
                <a:gd name="T9" fmla="*/ 0 h 864"/>
                <a:gd name="T10" fmla="*/ 559 w 559"/>
                <a:gd name="T11" fmla="*/ 634 h 864"/>
              </a:gdLst>
              <a:ahLst/>
              <a:cxnLst>
                <a:cxn ang="0">
                  <a:pos x="T0" y="T1"/>
                </a:cxn>
                <a:cxn ang="0">
                  <a:pos x="T2" y="T3"/>
                </a:cxn>
                <a:cxn ang="0">
                  <a:pos x="T4" y="T5"/>
                </a:cxn>
                <a:cxn ang="0">
                  <a:pos x="T6" y="T7"/>
                </a:cxn>
                <a:cxn ang="0">
                  <a:pos x="T8" y="T9"/>
                </a:cxn>
                <a:cxn ang="0">
                  <a:pos x="T10" y="T11"/>
                </a:cxn>
              </a:cxnLst>
              <a:rect l="0" t="0" r="r" b="b"/>
              <a:pathLst>
                <a:path w="559" h="864">
                  <a:moveTo>
                    <a:pt x="559" y="634"/>
                  </a:moveTo>
                  <a:lnTo>
                    <a:pt x="326" y="864"/>
                  </a:lnTo>
                  <a:lnTo>
                    <a:pt x="0" y="857"/>
                  </a:lnTo>
                  <a:lnTo>
                    <a:pt x="7" y="535"/>
                  </a:lnTo>
                  <a:lnTo>
                    <a:pt x="559" y="0"/>
                  </a:lnTo>
                  <a:lnTo>
                    <a:pt x="559" y="634"/>
                  </a:lnTo>
                  <a:close/>
                </a:path>
              </a:pathLst>
            </a:custGeom>
            <a:solidFill>
              <a:srgbClr val="26A6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25"/>
            <p:cNvSpPr>
              <a:spLocks/>
            </p:cNvSpPr>
            <p:nvPr/>
          </p:nvSpPr>
          <p:spPr bwMode="auto">
            <a:xfrm>
              <a:off x="4291718" y="2665012"/>
              <a:ext cx="280941" cy="522580"/>
            </a:xfrm>
            <a:custGeom>
              <a:avLst/>
              <a:gdLst>
                <a:gd name="T0" fmla="*/ 4 w 193"/>
                <a:gd name="T1" fmla="*/ 183 h 359"/>
                <a:gd name="T2" fmla="*/ 186 w 193"/>
                <a:gd name="T3" fmla="*/ 0 h 359"/>
                <a:gd name="T4" fmla="*/ 193 w 193"/>
                <a:gd name="T5" fmla="*/ 186 h 359"/>
                <a:gd name="T6" fmla="*/ 0 w 193"/>
                <a:gd name="T7" fmla="*/ 359 h 359"/>
                <a:gd name="T8" fmla="*/ 4 w 193"/>
                <a:gd name="T9" fmla="*/ 183 h 359"/>
              </a:gdLst>
              <a:ahLst/>
              <a:cxnLst>
                <a:cxn ang="0">
                  <a:pos x="T0" y="T1"/>
                </a:cxn>
                <a:cxn ang="0">
                  <a:pos x="T2" y="T3"/>
                </a:cxn>
                <a:cxn ang="0">
                  <a:pos x="T4" y="T5"/>
                </a:cxn>
                <a:cxn ang="0">
                  <a:pos x="T6" y="T7"/>
                </a:cxn>
                <a:cxn ang="0">
                  <a:pos x="T8" y="T9"/>
                </a:cxn>
              </a:cxnLst>
              <a:rect l="0" t="0" r="r" b="b"/>
              <a:pathLst>
                <a:path w="193" h="359">
                  <a:moveTo>
                    <a:pt x="4" y="183"/>
                  </a:moveTo>
                  <a:lnTo>
                    <a:pt x="186" y="0"/>
                  </a:lnTo>
                  <a:lnTo>
                    <a:pt x="193" y="186"/>
                  </a:lnTo>
                  <a:lnTo>
                    <a:pt x="0" y="359"/>
                  </a:lnTo>
                  <a:lnTo>
                    <a:pt x="4" y="183"/>
                  </a:lnTo>
                  <a:close/>
                </a:path>
              </a:pathLst>
            </a:custGeom>
            <a:solidFill>
              <a:srgbClr val="0083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26"/>
            <p:cNvSpPr>
              <a:spLocks/>
            </p:cNvSpPr>
            <p:nvPr/>
          </p:nvSpPr>
          <p:spPr bwMode="auto">
            <a:xfrm>
              <a:off x="5430039" y="2241416"/>
              <a:ext cx="497833" cy="754028"/>
            </a:xfrm>
            <a:custGeom>
              <a:avLst/>
              <a:gdLst>
                <a:gd name="T0" fmla="*/ 88 w 342"/>
                <a:gd name="T1" fmla="*/ 0 h 518"/>
                <a:gd name="T2" fmla="*/ 322 w 342"/>
                <a:gd name="T3" fmla="*/ 244 h 518"/>
                <a:gd name="T4" fmla="*/ 342 w 342"/>
                <a:gd name="T5" fmla="*/ 264 h 518"/>
                <a:gd name="T6" fmla="*/ 322 w 342"/>
                <a:gd name="T7" fmla="*/ 284 h 518"/>
                <a:gd name="T8" fmla="*/ 78 w 342"/>
                <a:gd name="T9" fmla="*/ 518 h 518"/>
                <a:gd name="T10" fmla="*/ 0 w 342"/>
                <a:gd name="T11" fmla="*/ 518 h 518"/>
                <a:gd name="T12" fmla="*/ 261 w 342"/>
                <a:gd name="T13" fmla="*/ 261 h 518"/>
                <a:gd name="T14" fmla="*/ 7 w 342"/>
                <a:gd name="T15" fmla="*/ 0 h 518"/>
                <a:gd name="T16" fmla="*/ 88 w 342"/>
                <a:gd name="T17" fmla="*/ 0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2" h="518">
                  <a:moveTo>
                    <a:pt x="88" y="0"/>
                  </a:moveTo>
                  <a:lnTo>
                    <a:pt x="322" y="244"/>
                  </a:lnTo>
                  <a:lnTo>
                    <a:pt x="342" y="264"/>
                  </a:lnTo>
                  <a:lnTo>
                    <a:pt x="322" y="284"/>
                  </a:lnTo>
                  <a:lnTo>
                    <a:pt x="78" y="518"/>
                  </a:lnTo>
                  <a:lnTo>
                    <a:pt x="0" y="518"/>
                  </a:lnTo>
                  <a:lnTo>
                    <a:pt x="261" y="261"/>
                  </a:lnTo>
                  <a:lnTo>
                    <a:pt x="7" y="0"/>
                  </a:lnTo>
                  <a:lnTo>
                    <a:pt x="88" y="0"/>
                  </a:lnTo>
                  <a:close/>
                </a:path>
              </a:pathLst>
            </a:custGeom>
            <a:solidFill>
              <a:srgbClr val="0083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Line 27"/>
            <p:cNvSpPr>
              <a:spLocks noChangeShapeType="1"/>
            </p:cNvSpPr>
            <p:nvPr/>
          </p:nvSpPr>
          <p:spPr bwMode="auto">
            <a:xfrm flipH="1">
              <a:off x="4232036" y="2935763"/>
              <a:ext cx="340623" cy="305687"/>
            </a:xfrm>
            <a:prstGeom prst="line">
              <a:avLst/>
            </a:prstGeom>
            <a:noFill/>
            <a:ln w="11113" cap="rnd">
              <a:solidFill>
                <a:srgbClr val="4B4B4D"/>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28"/>
            <p:cNvSpPr>
              <a:spLocks/>
            </p:cNvSpPr>
            <p:nvPr/>
          </p:nvSpPr>
          <p:spPr bwMode="auto">
            <a:xfrm>
              <a:off x="4297541" y="2276352"/>
              <a:ext cx="1458564" cy="675423"/>
            </a:xfrm>
            <a:custGeom>
              <a:avLst/>
              <a:gdLst>
                <a:gd name="T0" fmla="*/ 450 w 1002"/>
                <a:gd name="T1" fmla="*/ 0 h 464"/>
                <a:gd name="T2" fmla="*/ 775 w 1002"/>
                <a:gd name="T3" fmla="*/ 6 h 464"/>
                <a:gd name="T4" fmla="*/ 1002 w 1002"/>
                <a:gd name="T5" fmla="*/ 237 h 464"/>
                <a:gd name="T6" fmla="*/ 768 w 1002"/>
                <a:gd name="T7" fmla="*/ 464 h 464"/>
                <a:gd name="T8" fmla="*/ 0 w 1002"/>
                <a:gd name="T9" fmla="*/ 450 h 464"/>
                <a:gd name="T10" fmla="*/ 450 w 1002"/>
                <a:gd name="T11" fmla="*/ 0 h 464"/>
              </a:gdLst>
              <a:ahLst/>
              <a:cxnLst>
                <a:cxn ang="0">
                  <a:pos x="T0" y="T1"/>
                </a:cxn>
                <a:cxn ang="0">
                  <a:pos x="T2" y="T3"/>
                </a:cxn>
                <a:cxn ang="0">
                  <a:pos x="T4" y="T5"/>
                </a:cxn>
                <a:cxn ang="0">
                  <a:pos x="T6" y="T7"/>
                </a:cxn>
                <a:cxn ang="0">
                  <a:pos x="T8" y="T9"/>
                </a:cxn>
                <a:cxn ang="0">
                  <a:pos x="T10" y="T11"/>
                </a:cxn>
              </a:cxnLst>
              <a:rect l="0" t="0" r="r" b="b"/>
              <a:pathLst>
                <a:path w="1002" h="464">
                  <a:moveTo>
                    <a:pt x="450" y="0"/>
                  </a:moveTo>
                  <a:lnTo>
                    <a:pt x="775" y="6"/>
                  </a:lnTo>
                  <a:lnTo>
                    <a:pt x="1002" y="237"/>
                  </a:lnTo>
                  <a:lnTo>
                    <a:pt x="768" y="464"/>
                  </a:lnTo>
                  <a:lnTo>
                    <a:pt x="0" y="450"/>
                  </a:lnTo>
                  <a:lnTo>
                    <a:pt x="450" y="0"/>
                  </a:lnTo>
                  <a:close/>
                </a:path>
              </a:pathLst>
            </a:custGeom>
            <a:solidFill>
              <a:srgbClr val="00AC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29"/>
            <p:cNvSpPr>
              <a:spLocks/>
            </p:cNvSpPr>
            <p:nvPr/>
          </p:nvSpPr>
          <p:spPr bwMode="auto">
            <a:xfrm>
              <a:off x="7619341" y="4695647"/>
              <a:ext cx="280941" cy="522580"/>
            </a:xfrm>
            <a:custGeom>
              <a:avLst/>
              <a:gdLst>
                <a:gd name="T0" fmla="*/ 189 w 193"/>
                <a:gd name="T1" fmla="*/ 176 h 359"/>
                <a:gd name="T2" fmla="*/ 7 w 193"/>
                <a:gd name="T3" fmla="*/ 359 h 359"/>
                <a:gd name="T4" fmla="*/ 0 w 193"/>
                <a:gd name="T5" fmla="*/ 173 h 359"/>
                <a:gd name="T6" fmla="*/ 193 w 193"/>
                <a:gd name="T7" fmla="*/ 0 h 359"/>
                <a:gd name="T8" fmla="*/ 189 w 193"/>
                <a:gd name="T9" fmla="*/ 176 h 359"/>
              </a:gdLst>
              <a:ahLst/>
              <a:cxnLst>
                <a:cxn ang="0">
                  <a:pos x="T0" y="T1"/>
                </a:cxn>
                <a:cxn ang="0">
                  <a:pos x="T2" y="T3"/>
                </a:cxn>
                <a:cxn ang="0">
                  <a:pos x="T4" y="T5"/>
                </a:cxn>
                <a:cxn ang="0">
                  <a:pos x="T6" y="T7"/>
                </a:cxn>
                <a:cxn ang="0">
                  <a:pos x="T8" y="T9"/>
                </a:cxn>
              </a:cxnLst>
              <a:rect l="0" t="0" r="r" b="b"/>
              <a:pathLst>
                <a:path w="193" h="359">
                  <a:moveTo>
                    <a:pt x="189" y="176"/>
                  </a:moveTo>
                  <a:lnTo>
                    <a:pt x="7" y="359"/>
                  </a:lnTo>
                  <a:lnTo>
                    <a:pt x="0" y="173"/>
                  </a:lnTo>
                  <a:lnTo>
                    <a:pt x="193" y="0"/>
                  </a:lnTo>
                  <a:lnTo>
                    <a:pt x="189" y="176"/>
                  </a:lnTo>
                  <a:close/>
                </a:path>
              </a:pathLst>
            </a:custGeom>
            <a:solidFill>
              <a:srgbClr val="B71C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30"/>
            <p:cNvSpPr>
              <a:spLocks/>
            </p:cNvSpPr>
            <p:nvPr/>
          </p:nvSpPr>
          <p:spPr bwMode="auto">
            <a:xfrm>
              <a:off x="6264128" y="4887793"/>
              <a:ext cx="497833" cy="754028"/>
            </a:xfrm>
            <a:custGeom>
              <a:avLst/>
              <a:gdLst>
                <a:gd name="T0" fmla="*/ 254 w 342"/>
                <a:gd name="T1" fmla="*/ 518 h 518"/>
                <a:gd name="T2" fmla="*/ 20 w 342"/>
                <a:gd name="T3" fmla="*/ 274 h 518"/>
                <a:gd name="T4" fmla="*/ 0 w 342"/>
                <a:gd name="T5" fmla="*/ 254 h 518"/>
                <a:gd name="T6" fmla="*/ 20 w 342"/>
                <a:gd name="T7" fmla="*/ 234 h 518"/>
                <a:gd name="T8" fmla="*/ 264 w 342"/>
                <a:gd name="T9" fmla="*/ 0 h 518"/>
                <a:gd name="T10" fmla="*/ 342 w 342"/>
                <a:gd name="T11" fmla="*/ 0 h 518"/>
                <a:gd name="T12" fmla="*/ 81 w 342"/>
                <a:gd name="T13" fmla="*/ 257 h 518"/>
                <a:gd name="T14" fmla="*/ 335 w 342"/>
                <a:gd name="T15" fmla="*/ 518 h 518"/>
                <a:gd name="T16" fmla="*/ 254 w 342"/>
                <a:gd name="T17" fmla="*/ 518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2" h="518">
                  <a:moveTo>
                    <a:pt x="254" y="518"/>
                  </a:moveTo>
                  <a:lnTo>
                    <a:pt x="20" y="274"/>
                  </a:lnTo>
                  <a:lnTo>
                    <a:pt x="0" y="254"/>
                  </a:lnTo>
                  <a:lnTo>
                    <a:pt x="20" y="234"/>
                  </a:lnTo>
                  <a:lnTo>
                    <a:pt x="264" y="0"/>
                  </a:lnTo>
                  <a:lnTo>
                    <a:pt x="342" y="0"/>
                  </a:lnTo>
                  <a:lnTo>
                    <a:pt x="81" y="257"/>
                  </a:lnTo>
                  <a:lnTo>
                    <a:pt x="335" y="518"/>
                  </a:lnTo>
                  <a:lnTo>
                    <a:pt x="254" y="518"/>
                  </a:lnTo>
                  <a:close/>
                </a:path>
              </a:pathLst>
            </a:custGeom>
            <a:solidFill>
              <a:srgbClr val="B71C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Line 31"/>
            <p:cNvSpPr>
              <a:spLocks noChangeShapeType="1"/>
            </p:cNvSpPr>
            <p:nvPr/>
          </p:nvSpPr>
          <p:spPr bwMode="auto">
            <a:xfrm flipV="1">
              <a:off x="7619341" y="4641788"/>
              <a:ext cx="340623" cy="305687"/>
            </a:xfrm>
            <a:prstGeom prst="line">
              <a:avLst/>
            </a:prstGeom>
            <a:noFill/>
            <a:ln w="11113" cap="rnd">
              <a:solidFill>
                <a:srgbClr val="4B4B4D"/>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32"/>
            <p:cNvSpPr>
              <a:spLocks/>
            </p:cNvSpPr>
            <p:nvPr/>
          </p:nvSpPr>
          <p:spPr bwMode="auto">
            <a:xfrm>
              <a:off x="6441717" y="4931462"/>
              <a:ext cx="1452742" cy="675423"/>
            </a:xfrm>
            <a:custGeom>
              <a:avLst/>
              <a:gdLst>
                <a:gd name="T0" fmla="*/ 548 w 998"/>
                <a:gd name="T1" fmla="*/ 464 h 464"/>
                <a:gd name="T2" fmla="*/ 223 w 998"/>
                <a:gd name="T3" fmla="*/ 457 h 464"/>
                <a:gd name="T4" fmla="*/ 0 w 998"/>
                <a:gd name="T5" fmla="*/ 227 h 464"/>
                <a:gd name="T6" fmla="*/ 230 w 998"/>
                <a:gd name="T7" fmla="*/ 0 h 464"/>
                <a:gd name="T8" fmla="*/ 998 w 998"/>
                <a:gd name="T9" fmla="*/ 14 h 464"/>
                <a:gd name="T10" fmla="*/ 548 w 998"/>
                <a:gd name="T11" fmla="*/ 464 h 464"/>
              </a:gdLst>
              <a:ahLst/>
              <a:cxnLst>
                <a:cxn ang="0">
                  <a:pos x="T0" y="T1"/>
                </a:cxn>
                <a:cxn ang="0">
                  <a:pos x="T2" y="T3"/>
                </a:cxn>
                <a:cxn ang="0">
                  <a:pos x="T4" y="T5"/>
                </a:cxn>
                <a:cxn ang="0">
                  <a:pos x="T6" y="T7"/>
                </a:cxn>
                <a:cxn ang="0">
                  <a:pos x="T8" y="T9"/>
                </a:cxn>
                <a:cxn ang="0">
                  <a:pos x="T10" y="T11"/>
                </a:cxn>
              </a:cxnLst>
              <a:rect l="0" t="0" r="r" b="b"/>
              <a:pathLst>
                <a:path w="998" h="464">
                  <a:moveTo>
                    <a:pt x="548" y="464"/>
                  </a:moveTo>
                  <a:lnTo>
                    <a:pt x="223" y="457"/>
                  </a:lnTo>
                  <a:lnTo>
                    <a:pt x="0" y="227"/>
                  </a:lnTo>
                  <a:lnTo>
                    <a:pt x="230" y="0"/>
                  </a:lnTo>
                  <a:lnTo>
                    <a:pt x="998" y="14"/>
                  </a:lnTo>
                  <a:lnTo>
                    <a:pt x="548" y="464"/>
                  </a:lnTo>
                  <a:close/>
                </a:path>
              </a:pathLst>
            </a:custGeom>
            <a:solidFill>
              <a:srgbClr val="FF17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33"/>
            <p:cNvSpPr>
              <a:spLocks/>
            </p:cNvSpPr>
            <p:nvPr/>
          </p:nvSpPr>
          <p:spPr bwMode="auto">
            <a:xfrm>
              <a:off x="6850756" y="2138066"/>
              <a:ext cx="522580" cy="280941"/>
            </a:xfrm>
            <a:custGeom>
              <a:avLst/>
              <a:gdLst>
                <a:gd name="T0" fmla="*/ 176 w 359"/>
                <a:gd name="T1" fmla="*/ 3 h 193"/>
                <a:gd name="T2" fmla="*/ 359 w 359"/>
                <a:gd name="T3" fmla="*/ 186 h 193"/>
                <a:gd name="T4" fmla="*/ 172 w 359"/>
                <a:gd name="T5" fmla="*/ 193 h 193"/>
                <a:gd name="T6" fmla="*/ 0 w 359"/>
                <a:gd name="T7" fmla="*/ 0 h 193"/>
                <a:gd name="T8" fmla="*/ 176 w 359"/>
                <a:gd name="T9" fmla="*/ 3 h 193"/>
              </a:gdLst>
              <a:ahLst/>
              <a:cxnLst>
                <a:cxn ang="0">
                  <a:pos x="T0" y="T1"/>
                </a:cxn>
                <a:cxn ang="0">
                  <a:pos x="T2" y="T3"/>
                </a:cxn>
                <a:cxn ang="0">
                  <a:pos x="T4" y="T5"/>
                </a:cxn>
                <a:cxn ang="0">
                  <a:pos x="T6" y="T7"/>
                </a:cxn>
                <a:cxn ang="0">
                  <a:pos x="T8" y="T9"/>
                </a:cxn>
              </a:cxnLst>
              <a:rect l="0" t="0" r="r" b="b"/>
              <a:pathLst>
                <a:path w="359" h="193">
                  <a:moveTo>
                    <a:pt x="176" y="3"/>
                  </a:moveTo>
                  <a:lnTo>
                    <a:pt x="359" y="186"/>
                  </a:lnTo>
                  <a:lnTo>
                    <a:pt x="172" y="193"/>
                  </a:lnTo>
                  <a:lnTo>
                    <a:pt x="0" y="0"/>
                  </a:lnTo>
                  <a:lnTo>
                    <a:pt x="176" y="3"/>
                  </a:lnTo>
                  <a:close/>
                </a:path>
              </a:pathLst>
            </a:custGeom>
            <a:solidFill>
              <a:srgbClr val="2835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34"/>
            <p:cNvSpPr>
              <a:spLocks/>
            </p:cNvSpPr>
            <p:nvPr/>
          </p:nvSpPr>
          <p:spPr bwMode="auto">
            <a:xfrm>
              <a:off x="7042902" y="3276386"/>
              <a:ext cx="754028" cy="497833"/>
            </a:xfrm>
            <a:custGeom>
              <a:avLst/>
              <a:gdLst>
                <a:gd name="T0" fmla="*/ 518 w 518"/>
                <a:gd name="T1" fmla="*/ 88 h 342"/>
                <a:gd name="T2" fmla="*/ 274 w 518"/>
                <a:gd name="T3" fmla="*/ 322 h 342"/>
                <a:gd name="T4" fmla="*/ 254 w 518"/>
                <a:gd name="T5" fmla="*/ 342 h 342"/>
                <a:gd name="T6" fmla="*/ 233 w 518"/>
                <a:gd name="T7" fmla="*/ 322 h 342"/>
                <a:gd name="T8" fmla="*/ 0 w 518"/>
                <a:gd name="T9" fmla="*/ 78 h 342"/>
                <a:gd name="T10" fmla="*/ 0 w 518"/>
                <a:gd name="T11" fmla="*/ 0 h 342"/>
                <a:gd name="T12" fmla="*/ 257 w 518"/>
                <a:gd name="T13" fmla="*/ 261 h 342"/>
                <a:gd name="T14" fmla="*/ 518 w 518"/>
                <a:gd name="T15" fmla="*/ 7 h 342"/>
                <a:gd name="T16" fmla="*/ 518 w 518"/>
                <a:gd name="T17" fmla="*/ 88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8" h="342">
                  <a:moveTo>
                    <a:pt x="518" y="88"/>
                  </a:moveTo>
                  <a:lnTo>
                    <a:pt x="274" y="322"/>
                  </a:lnTo>
                  <a:lnTo>
                    <a:pt x="254" y="342"/>
                  </a:lnTo>
                  <a:lnTo>
                    <a:pt x="233" y="322"/>
                  </a:lnTo>
                  <a:lnTo>
                    <a:pt x="0" y="78"/>
                  </a:lnTo>
                  <a:lnTo>
                    <a:pt x="0" y="0"/>
                  </a:lnTo>
                  <a:lnTo>
                    <a:pt x="257" y="261"/>
                  </a:lnTo>
                  <a:lnTo>
                    <a:pt x="518" y="7"/>
                  </a:lnTo>
                  <a:lnTo>
                    <a:pt x="518" y="88"/>
                  </a:lnTo>
                  <a:close/>
                </a:path>
              </a:pathLst>
            </a:custGeom>
            <a:solidFill>
              <a:srgbClr val="2835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Line 35"/>
            <p:cNvSpPr>
              <a:spLocks noChangeShapeType="1"/>
            </p:cNvSpPr>
            <p:nvPr/>
          </p:nvSpPr>
          <p:spPr bwMode="auto">
            <a:xfrm flipH="1" flipV="1">
              <a:off x="6795441" y="2078383"/>
              <a:ext cx="305687" cy="340623"/>
            </a:xfrm>
            <a:prstGeom prst="line">
              <a:avLst/>
            </a:prstGeom>
            <a:noFill/>
            <a:ln w="11113" cap="rnd">
              <a:solidFill>
                <a:srgbClr val="4B4B4D"/>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36"/>
            <p:cNvSpPr>
              <a:spLocks/>
            </p:cNvSpPr>
            <p:nvPr/>
          </p:nvSpPr>
          <p:spPr bwMode="auto">
            <a:xfrm>
              <a:off x="7086572" y="2142432"/>
              <a:ext cx="675423" cy="1458564"/>
            </a:xfrm>
            <a:custGeom>
              <a:avLst/>
              <a:gdLst>
                <a:gd name="T0" fmla="*/ 464 w 464"/>
                <a:gd name="T1" fmla="*/ 451 h 1002"/>
                <a:gd name="T2" fmla="*/ 457 w 464"/>
                <a:gd name="T3" fmla="*/ 776 h 1002"/>
                <a:gd name="T4" fmla="*/ 227 w 464"/>
                <a:gd name="T5" fmla="*/ 1002 h 1002"/>
                <a:gd name="T6" fmla="*/ 0 w 464"/>
                <a:gd name="T7" fmla="*/ 769 h 1002"/>
                <a:gd name="T8" fmla="*/ 14 w 464"/>
                <a:gd name="T9" fmla="*/ 0 h 1002"/>
                <a:gd name="T10" fmla="*/ 464 w 464"/>
                <a:gd name="T11" fmla="*/ 451 h 1002"/>
              </a:gdLst>
              <a:ahLst/>
              <a:cxnLst>
                <a:cxn ang="0">
                  <a:pos x="T0" y="T1"/>
                </a:cxn>
                <a:cxn ang="0">
                  <a:pos x="T2" y="T3"/>
                </a:cxn>
                <a:cxn ang="0">
                  <a:pos x="T4" y="T5"/>
                </a:cxn>
                <a:cxn ang="0">
                  <a:pos x="T6" y="T7"/>
                </a:cxn>
                <a:cxn ang="0">
                  <a:pos x="T8" y="T9"/>
                </a:cxn>
                <a:cxn ang="0">
                  <a:pos x="T10" y="T11"/>
                </a:cxn>
              </a:cxnLst>
              <a:rect l="0" t="0" r="r" b="b"/>
              <a:pathLst>
                <a:path w="464" h="1002">
                  <a:moveTo>
                    <a:pt x="464" y="451"/>
                  </a:moveTo>
                  <a:lnTo>
                    <a:pt x="457" y="776"/>
                  </a:lnTo>
                  <a:lnTo>
                    <a:pt x="227" y="1002"/>
                  </a:lnTo>
                  <a:lnTo>
                    <a:pt x="0" y="769"/>
                  </a:lnTo>
                  <a:lnTo>
                    <a:pt x="14" y="0"/>
                  </a:lnTo>
                  <a:lnTo>
                    <a:pt x="464" y="451"/>
                  </a:lnTo>
                  <a:close/>
                </a:path>
              </a:pathLst>
            </a:custGeom>
            <a:solidFill>
              <a:srgbClr val="3949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37"/>
            <p:cNvSpPr>
              <a:spLocks/>
            </p:cNvSpPr>
            <p:nvPr/>
          </p:nvSpPr>
          <p:spPr bwMode="auto">
            <a:xfrm>
              <a:off x="4818665" y="5464231"/>
              <a:ext cx="522580" cy="280941"/>
            </a:xfrm>
            <a:custGeom>
              <a:avLst/>
              <a:gdLst>
                <a:gd name="T0" fmla="*/ 183 w 359"/>
                <a:gd name="T1" fmla="*/ 190 h 193"/>
                <a:gd name="T2" fmla="*/ 0 w 359"/>
                <a:gd name="T3" fmla="*/ 7 h 193"/>
                <a:gd name="T4" fmla="*/ 187 w 359"/>
                <a:gd name="T5" fmla="*/ 0 h 193"/>
                <a:gd name="T6" fmla="*/ 359 w 359"/>
                <a:gd name="T7" fmla="*/ 193 h 193"/>
                <a:gd name="T8" fmla="*/ 183 w 359"/>
                <a:gd name="T9" fmla="*/ 190 h 193"/>
              </a:gdLst>
              <a:ahLst/>
              <a:cxnLst>
                <a:cxn ang="0">
                  <a:pos x="T0" y="T1"/>
                </a:cxn>
                <a:cxn ang="0">
                  <a:pos x="T2" y="T3"/>
                </a:cxn>
                <a:cxn ang="0">
                  <a:pos x="T4" y="T5"/>
                </a:cxn>
                <a:cxn ang="0">
                  <a:pos x="T6" y="T7"/>
                </a:cxn>
                <a:cxn ang="0">
                  <a:pos x="T8" y="T9"/>
                </a:cxn>
              </a:cxnLst>
              <a:rect l="0" t="0" r="r" b="b"/>
              <a:pathLst>
                <a:path w="359" h="193">
                  <a:moveTo>
                    <a:pt x="183" y="190"/>
                  </a:moveTo>
                  <a:lnTo>
                    <a:pt x="0" y="7"/>
                  </a:lnTo>
                  <a:lnTo>
                    <a:pt x="187" y="0"/>
                  </a:lnTo>
                  <a:lnTo>
                    <a:pt x="359" y="193"/>
                  </a:lnTo>
                  <a:lnTo>
                    <a:pt x="183" y="190"/>
                  </a:lnTo>
                  <a:close/>
                </a:path>
              </a:pathLst>
            </a:custGeom>
            <a:solidFill>
              <a:srgbClr val="E651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38"/>
            <p:cNvSpPr>
              <a:spLocks/>
            </p:cNvSpPr>
            <p:nvPr/>
          </p:nvSpPr>
          <p:spPr bwMode="auto">
            <a:xfrm>
              <a:off x="4395069" y="4109019"/>
              <a:ext cx="754028" cy="497833"/>
            </a:xfrm>
            <a:custGeom>
              <a:avLst/>
              <a:gdLst>
                <a:gd name="T0" fmla="*/ 0 w 518"/>
                <a:gd name="T1" fmla="*/ 254 h 342"/>
                <a:gd name="T2" fmla="*/ 244 w 518"/>
                <a:gd name="T3" fmla="*/ 20 h 342"/>
                <a:gd name="T4" fmla="*/ 264 w 518"/>
                <a:gd name="T5" fmla="*/ 0 h 342"/>
                <a:gd name="T6" fmla="*/ 285 w 518"/>
                <a:gd name="T7" fmla="*/ 20 h 342"/>
                <a:gd name="T8" fmla="*/ 518 w 518"/>
                <a:gd name="T9" fmla="*/ 264 h 342"/>
                <a:gd name="T10" fmla="*/ 518 w 518"/>
                <a:gd name="T11" fmla="*/ 342 h 342"/>
                <a:gd name="T12" fmla="*/ 261 w 518"/>
                <a:gd name="T13" fmla="*/ 81 h 342"/>
                <a:gd name="T14" fmla="*/ 0 w 518"/>
                <a:gd name="T15" fmla="*/ 335 h 342"/>
                <a:gd name="T16" fmla="*/ 0 w 518"/>
                <a:gd name="T17" fmla="*/ 254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8" h="342">
                  <a:moveTo>
                    <a:pt x="0" y="254"/>
                  </a:moveTo>
                  <a:lnTo>
                    <a:pt x="244" y="20"/>
                  </a:lnTo>
                  <a:lnTo>
                    <a:pt x="264" y="0"/>
                  </a:lnTo>
                  <a:lnTo>
                    <a:pt x="285" y="20"/>
                  </a:lnTo>
                  <a:lnTo>
                    <a:pt x="518" y="264"/>
                  </a:lnTo>
                  <a:lnTo>
                    <a:pt x="518" y="342"/>
                  </a:lnTo>
                  <a:lnTo>
                    <a:pt x="261" y="81"/>
                  </a:lnTo>
                  <a:lnTo>
                    <a:pt x="0" y="335"/>
                  </a:lnTo>
                  <a:lnTo>
                    <a:pt x="0" y="254"/>
                  </a:lnTo>
                  <a:close/>
                </a:path>
              </a:pathLst>
            </a:custGeom>
            <a:solidFill>
              <a:srgbClr val="E651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Line 39"/>
            <p:cNvSpPr>
              <a:spLocks noChangeShapeType="1"/>
            </p:cNvSpPr>
            <p:nvPr/>
          </p:nvSpPr>
          <p:spPr bwMode="auto">
            <a:xfrm>
              <a:off x="5090871" y="5464231"/>
              <a:ext cx="305687" cy="340623"/>
            </a:xfrm>
            <a:prstGeom prst="line">
              <a:avLst/>
            </a:prstGeom>
            <a:noFill/>
            <a:ln w="11113" cap="rnd">
              <a:solidFill>
                <a:srgbClr val="4B4B4D"/>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40"/>
            <p:cNvSpPr>
              <a:spLocks/>
            </p:cNvSpPr>
            <p:nvPr/>
          </p:nvSpPr>
          <p:spPr bwMode="auto">
            <a:xfrm>
              <a:off x="4430005" y="4282241"/>
              <a:ext cx="675423" cy="1458564"/>
            </a:xfrm>
            <a:custGeom>
              <a:avLst/>
              <a:gdLst>
                <a:gd name="T0" fmla="*/ 0 w 464"/>
                <a:gd name="T1" fmla="*/ 551 h 1002"/>
                <a:gd name="T2" fmla="*/ 7 w 464"/>
                <a:gd name="T3" fmla="*/ 226 h 1002"/>
                <a:gd name="T4" fmla="*/ 237 w 464"/>
                <a:gd name="T5" fmla="*/ 0 h 1002"/>
                <a:gd name="T6" fmla="*/ 464 w 464"/>
                <a:gd name="T7" fmla="*/ 233 h 1002"/>
                <a:gd name="T8" fmla="*/ 450 w 464"/>
                <a:gd name="T9" fmla="*/ 1002 h 1002"/>
                <a:gd name="T10" fmla="*/ 0 w 464"/>
                <a:gd name="T11" fmla="*/ 551 h 1002"/>
              </a:gdLst>
              <a:ahLst/>
              <a:cxnLst>
                <a:cxn ang="0">
                  <a:pos x="T0" y="T1"/>
                </a:cxn>
                <a:cxn ang="0">
                  <a:pos x="T2" y="T3"/>
                </a:cxn>
                <a:cxn ang="0">
                  <a:pos x="T4" y="T5"/>
                </a:cxn>
                <a:cxn ang="0">
                  <a:pos x="T6" y="T7"/>
                </a:cxn>
                <a:cxn ang="0">
                  <a:pos x="T8" y="T9"/>
                </a:cxn>
                <a:cxn ang="0">
                  <a:pos x="T10" y="T11"/>
                </a:cxn>
              </a:cxnLst>
              <a:rect l="0" t="0" r="r" b="b"/>
              <a:pathLst>
                <a:path w="464" h="1002">
                  <a:moveTo>
                    <a:pt x="0" y="551"/>
                  </a:moveTo>
                  <a:lnTo>
                    <a:pt x="7" y="226"/>
                  </a:lnTo>
                  <a:lnTo>
                    <a:pt x="237" y="0"/>
                  </a:lnTo>
                  <a:lnTo>
                    <a:pt x="464" y="233"/>
                  </a:lnTo>
                  <a:lnTo>
                    <a:pt x="450" y="1002"/>
                  </a:lnTo>
                  <a:lnTo>
                    <a:pt x="0" y="551"/>
                  </a:lnTo>
                  <a:close/>
                </a:path>
              </a:pathLst>
            </a:custGeom>
            <a:solidFill>
              <a:srgbClr val="F57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44" name="Freeform 5"/>
          <p:cNvSpPr>
            <a:spLocks noEditPoints="1"/>
          </p:cNvSpPr>
          <p:nvPr/>
        </p:nvSpPr>
        <p:spPr bwMode="auto">
          <a:xfrm>
            <a:off x="3051213" y="5641331"/>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F57C0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5" name="Freeform 9"/>
          <p:cNvSpPr>
            <a:spLocks noEditPoints="1"/>
          </p:cNvSpPr>
          <p:nvPr/>
        </p:nvSpPr>
        <p:spPr bwMode="auto">
          <a:xfrm>
            <a:off x="3051213" y="3305799"/>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00ACC1"/>
          </a:solidFill>
          <a:ln>
            <a:noFill/>
          </a:ln>
        </p:spPr>
        <p:txBody>
          <a:bodyPr vert="horz" wrap="square" lIns="91440" tIns="45720" rIns="91440" bIns="45720" numCol="1" anchor="t" anchorCtr="0" compatLnSpc="1">
            <a:prstTxWarp prst="textNoShape">
              <a:avLst/>
            </a:prstTxWarp>
          </a:bodyPr>
          <a:lstStyle/>
          <a:p>
            <a:endParaRPr lang="zh-CN" altLang="en-US">
              <a:solidFill>
                <a:srgbClr val="B5D241"/>
              </a:solidFill>
            </a:endParaRPr>
          </a:p>
        </p:txBody>
      </p:sp>
      <p:sp>
        <p:nvSpPr>
          <p:cNvPr id="46" name="Freeform 10"/>
          <p:cNvSpPr>
            <a:spLocks noEditPoints="1"/>
          </p:cNvSpPr>
          <p:nvPr/>
        </p:nvSpPr>
        <p:spPr bwMode="auto">
          <a:xfrm>
            <a:off x="3051213" y="4474359"/>
            <a:ext cx="295275" cy="293688"/>
          </a:xfrm>
          <a:custGeom>
            <a:avLst/>
            <a:gdLst>
              <a:gd name="T0" fmla="*/ 74 w 147"/>
              <a:gd name="T1" fmla="*/ 146 h 146"/>
              <a:gd name="T2" fmla="*/ 0 w 147"/>
              <a:gd name="T3" fmla="*/ 73 h 146"/>
              <a:gd name="T4" fmla="*/ 74 w 147"/>
              <a:gd name="T5" fmla="*/ 0 h 146"/>
              <a:gd name="T6" fmla="*/ 147 w 147"/>
              <a:gd name="T7" fmla="*/ 73 h 146"/>
              <a:gd name="T8" fmla="*/ 74 w 147"/>
              <a:gd name="T9" fmla="*/ 146 h 146"/>
              <a:gd name="T10" fmla="*/ 74 w 147"/>
              <a:gd name="T11" fmla="*/ 16 h 146"/>
              <a:gd name="T12" fmla="*/ 16 w 147"/>
              <a:gd name="T13" fmla="*/ 73 h 146"/>
              <a:gd name="T14" fmla="*/ 74 w 147"/>
              <a:gd name="T15" fmla="*/ 130 h 146"/>
              <a:gd name="T16" fmla="*/ 131 w 147"/>
              <a:gd name="T17" fmla="*/ 73 h 146"/>
              <a:gd name="T18" fmla="*/ 74 w 147"/>
              <a:gd name="T19" fmla="*/ 1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6">
                <a:moveTo>
                  <a:pt x="74" y="146"/>
                </a:moveTo>
                <a:cubicBezTo>
                  <a:pt x="33" y="146"/>
                  <a:pt x="0" y="114"/>
                  <a:pt x="0" y="73"/>
                </a:cubicBezTo>
                <a:cubicBezTo>
                  <a:pt x="0" y="33"/>
                  <a:pt x="33" y="0"/>
                  <a:pt x="74" y="0"/>
                </a:cubicBezTo>
                <a:cubicBezTo>
                  <a:pt x="114" y="0"/>
                  <a:pt x="147" y="33"/>
                  <a:pt x="147" y="73"/>
                </a:cubicBezTo>
                <a:cubicBezTo>
                  <a:pt x="147" y="114"/>
                  <a:pt x="114" y="146"/>
                  <a:pt x="74" y="146"/>
                </a:cubicBezTo>
                <a:close/>
                <a:moveTo>
                  <a:pt x="74" y="16"/>
                </a:moveTo>
                <a:cubicBezTo>
                  <a:pt x="42" y="16"/>
                  <a:pt x="16" y="41"/>
                  <a:pt x="16" y="73"/>
                </a:cubicBezTo>
                <a:cubicBezTo>
                  <a:pt x="16" y="105"/>
                  <a:pt x="42" y="130"/>
                  <a:pt x="74" y="130"/>
                </a:cubicBezTo>
                <a:cubicBezTo>
                  <a:pt x="106" y="130"/>
                  <a:pt x="131" y="105"/>
                  <a:pt x="131" y="73"/>
                </a:cubicBezTo>
                <a:cubicBezTo>
                  <a:pt x="131" y="41"/>
                  <a:pt x="106" y="16"/>
                  <a:pt x="74" y="16"/>
                </a:cubicBezTo>
                <a:close/>
              </a:path>
            </a:pathLst>
          </a:custGeom>
          <a:solidFill>
            <a:srgbClr val="8BC34A"/>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7" name="文本框 46"/>
          <p:cNvSpPr txBox="1"/>
          <p:nvPr/>
        </p:nvSpPr>
        <p:spPr>
          <a:xfrm>
            <a:off x="242908" y="3185576"/>
            <a:ext cx="2856518" cy="830997"/>
          </a:xfrm>
          <a:prstGeom prst="rect">
            <a:avLst/>
          </a:prstGeom>
          <a:noFill/>
        </p:spPr>
        <p:txBody>
          <a:bodyPr wrap="square" rtlCol="0">
            <a:spAutoFit/>
          </a:bodyPr>
          <a:lstStyle/>
          <a:p>
            <a:pPr algn="r">
              <a:lnSpc>
                <a:spcPct val="120000"/>
              </a:lnSpc>
            </a:pPr>
            <a:r>
              <a:rPr lang="zh-CN" altLang="en-US" sz="2400" b="1" dirty="0">
                <a:solidFill>
                  <a:srgbClr val="00ACC1"/>
                </a:solidFill>
              </a:rPr>
              <a:t>添加标题</a:t>
            </a:r>
            <a:endParaRPr lang="en-US" altLang="zh-CN" sz="2400" b="1" dirty="0">
              <a:solidFill>
                <a:srgbClr val="00ACC1"/>
              </a:solidFill>
            </a:endParaRPr>
          </a:p>
          <a:p>
            <a:pPr algn="r">
              <a:lnSpc>
                <a:spcPct val="120000"/>
              </a:lnSpc>
            </a:pPr>
            <a:r>
              <a:rPr lang="zh-CN" altLang="en-US" sz="1600" dirty="0">
                <a:solidFill>
                  <a:schemeClr val="tx1">
                    <a:lumMod val="65000"/>
                    <a:lumOff val="35000"/>
                  </a:schemeClr>
                </a:solidFill>
              </a:rPr>
              <a:t>添加内容添加内容</a:t>
            </a:r>
          </a:p>
        </p:txBody>
      </p:sp>
      <p:sp>
        <p:nvSpPr>
          <p:cNvPr id="48" name="文本框 47"/>
          <p:cNvSpPr txBox="1"/>
          <p:nvPr/>
        </p:nvSpPr>
        <p:spPr>
          <a:xfrm>
            <a:off x="242908" y="4340707"/>
            <a:ext cx="2856518" cy="830997"/>
          </a:xfrm>
          <a:prstGeom prst="rect">
            <a:avLst/>
          </a:prstGeom>
          <a:noFill/>
        </p:spPr>
        <p:txBody>
          <a:bodyPr wrap="square" rtlCol="0">
            <a:spAutoFit/>
          </a:bodyPr>
          <a:lstStyle/>
          <a:p>
            <a:pPr algn="r">
              <a:lnSpc>
                <a:spcPct val="120000"/>
              </a:lnSpc>
            </a:pPr>
            <a:r>
              <a:rPr lang="zh-CN" altLang="en-US" sz="2400" b="1" dirty="0">
                <a:solidFill>
                  <a:srgbClr val="8BC34A"/>
                </a:solidFill>
              </a:rPr>
              <a:t>添加标题</a:t>
            </a:r>
            <a:endParaRPr lang="en-US" altLang="zh-CN" sz="2400" b="1" dirty="0">
              <a:solidFill>
                <a:srgbClr val="8BC34A"/>
              </a:solidFill>
            </a:endParaRPr>
          </a:p>
          <a:p>
            <a:pPr algn="r">
              <a:lnSpc>
                <a:spcPct val="120000"/>
              </a:lnSpc>
            </a:pPr>
            <a:r>
              <a:rPr lang="zh-CN" altLang="en-US" sz="1600" dirty="0">
                <a:solidFill>
                  <a:schemeClr val="tx1">
                    <a:lumMod val="65000"/>
                    <a:lumOff val="35000"/>
                  </a:schemeClr>
                </a:solidFill>
              </a:rPr>
              <a:t>添加内容添加内容</a:t>
            </a:r>
          </a:p>
        </p:txBody>
      </p:sp>
      <p:sp>
        <p:nvSpPr>
          <p:cNvPr id="49" name="文本框 48"/>
          <p:cNvSpPr txBox="1"/>
          <p:nvPr/>
        </p:nvSpPr>
        <p:spPr>
          <a:xfrm>
            <a:off x="242908" y="5495838"/>
            <a:ext cx="2856518" cy="830997"/>
          </a:xfrm>
          <a:prstGeom prst="rect">
            <a:avLst/>
          </a:prstGeom>
          <a:noFill/>
        </p:spPr>
        <p:txBody>
          <a:bodyPr wrap="square" rtlCol="0">
            <a:spAutoFit/>
          </a:bodyPr>
          <a:lstStyle/>
          <a:p>
            <a:pPr algn="r">
              <a:lnSpc>
                <a:spcPct val="120000"/>
              </a:lnSpc>
            </a:pPr>
            <a:r>
              <a:rPr lang="zh-CN" altLang="en-US" sz="2400" b="1" dirty="0">
                <a:solidFill>
                  <a:srgbClr val="F57C00"/>
                </a:solidFill>
              </a:rPr>
              <a:t>添加标题</a:t>
            </a:r>
            <a:endParaRPr lang="en-US" altLang="zh-CN" sz="2400" b="1" dirty="0">
              <a:solidFill>
                <a:srgbClr val="F57C00"/>
              </a:solidFill>
            </a:endParaRPr>
          </a:p>
          <a:p>
            <a:pPr algn="r">
              <a:lnSpc>
                <a:spcPct val="120000"/>
              </a:lnSpc>
            </a:pPr>
            <a:r>
              <a:rPr lang="zh-CN" altLang="en-US" sz="1600" dirty="0">
                <a:solidFill>
                  <a:schemeClr val="tx1">
                    <a:lumMod val="65000"/>
                    <a:lumOff val="35000"/>
                  </a:schemeClr>
                </a:solidFill>
              </a:rPr>
              <a:t>添加内容添加内容</a:t>
            </a:r>
          </a:p>
        </p:txBody>
      </p:sp>
      <p:sp>
        <p:nvSpPr>
          <p:cNvPr id="50" name="Freeform 9"/>
          <p:cNvSpPr>
            <a:spLocks noEditPoints="1"/>
          </p:cNvSpPr>
          <p:nvPr/>
        </p:nvSpPr>
        <p:spPr bwMode="auto">
          <a:xfrm>
            <a:off x="3051213" y="2108464"/>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2196F3"/>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1" name="文本框 50"/>
          <p:cNvSpPr txBox="1"/>
          <p:nvPr/>
        </p:nvSpPr>
        <p:spPr>
          <a:xfrm>
            <a:off x="242908" y="1988241"/>
            <a:ext cx="2856518" cy="830997"/>
          </a:xfrm>
          <a:prstGeom prst="rect">
            <a:avLst/>
          </a:prstGeom>
          <a:noFill/>
        </p:spPr>
        <p:txBody>
          <a:bodyPr wrap="square" rtlCol="0">
            <a:spAutoFit/>
          </a:bodyPr>
          <a:lstStyle/>
          <a:p>
            <a:pPr algn="r">
              <a:lnSpc>
                <a:spcPct val="120000"/>
              </a:lnSpc>
            </a:pPr>
            <a:r>
              <a:rPr lang="zh-CN" altLang="en-US" sz="2400" b="1" dirty="0">
                <a:solidFill>
                  <a:srgbClr val="2196F3"/>
                </a:solidFill>
              </a:rPr>
              <a:t>添加标题</a:t>
            </a:r>
            <a:endParaRPr lang="en-US" altLang="zh-CN" sz="2400" b="1" dirty="0">
              <a:solidFill>
                <a:srgbClr val="2196F3"/>
              </a:solidFill>
            </a:endParaRPr>
          </a:p>
          <a:p>
            <a:pPr algn="r">
              <a:lnSpc>
                <a:spcPct val="120000"/>
              </a:lnSpc>
            </a:pPr>
            <a:r>
              <a:rPr lang="zh-CN" altLang="en-US" sz="1600" dirty="0">
                <a:solidFill>
                  <a:schemeClr val="tx1">
                    <a:lumMod val="65000"/>
                    <a:lumOff val="35000"/>
                  </a:schemeClr>
                </a:solidFill>
              </a:rPr>
              <a:t>添加内容添加内容</a:t>
            </a:r>
          </a:p>
        </p:txBody>
      </p:sp>
      <p:sp>
        <p:nvSpPr>
          <p:cNvPr id="52" name="文本框 51"/>
          <p:cNvSpPr txBox="1"/>
          <p:nvPr/>
        </p:nvSpPr>
        <p:spPr>
          <a:xfrm>
            <a:off x="9061417" y="4340707"/>
            <a:ext cx="2856518" cy="830997"/>
          </a:xfrm>
          <a:prstGeom prst="rect">
            <a:avLst/>
          </a:prstGeom>
          <a:noFill/>
        </p:spPr>
        <p:txBody>
          <a:bodyPr wrap="square" rtlCol="0">
            <a:spAutoFit/>
          </a:bodyPr>
          <a:lstStyle/>
          <a:p>
            <a:pPr>
              <a:lnSpc>
                <a:spcPct val="120000"/>
              </a:lnSpc>
            </a:pPr>
            <a:r>
              <a:rPr lang="zh-CN" altLang="en-US" sz="2400" b="1" dirty="0">
                <a:solidFill>
                  <a:srgbClr val="FF1744"/>
                </a:solidFill>
              </a:rPr>
              <a:t>添加标题</a:t>
            </a:r>
            <a:endParaRPr lang="en-US" altLang="zh-CN" sz="2400" b="1" dirty="0">
              <a:solidFill>
                <a:srgbClr val="FF1744"/>
              </a:solidFill>
            </a:endParaRPr>
          </a:p>
          <a:p>
            <a:pPr>
              <a:lnSpc>
                <a:spcPct val="120000"/>
              </a:lnSpc>
            </a:pPr>
            <a:r>
              <a:rPr lang="zh-CN" altLang="en-US" sz="1600" dirty="0">
                <a:solidFill>
                  <a:schemeClr val="tx1">
                    <a:lumMod val="65000"/>
                    <a:lumOff val="35000"/>
                  </a:schemeClr>
                </a:solidFill>
              </a:rPr>
              <a:t>添加内容添加内容</a:t>
            </a:r>
          </a:p>
        </p:txBody>
      </p:sp>
      <p:sp>
        <p:nvSpPr>
          <p:cNvPr id="53" name="文本框 52"/>
          <p:cNvSpPr txBox="1"/>
          <p:nvPr/>
        </p:nvSpPr>
        <p:spPr>
          <a:xfrm>
            <a:off x="9061417" y="3185576"/>
            <a:ext cx="2856518" cy="830997"/>
          </a:xfrm>
          <a:prstGeom prst="rect">
            <a:avLst/>
          </a:prstGeom>
          <a:noFill/>
        </p:spPr>
        <p:txBody>
          <a:bodyPr wrap="square" rtlCol="0">
            <a:spAutoFit/>
          </a:bodyPr>
          <a:lstStyle/>
          <a:p>
            <a:pPr>
              <a:lnSpc>
                <a:spcPct val="120000"/>
              </a:lnSpc>
            </a:pPr>
            <a:r>
              <a:rPr lang="zh-CN" altLang="en-US" sz="2400" b="1" dirty="0">
                <a:solidFill>
                  <a:srgbClr val="26A69A"/>
                </a:solidFill>
              </a:rPr>
              <a:t>添加标题</a:t>
            </a:r>
            <a:endParaRPr lang="en-US" altLang="zh-CN" sz="2400" b="1" dirty="0">
              <a:solidFill>
                <a:srgbClr val="26A69A"/>
              </a:solidFill>
            </a:endParaRPr>
          </a:p>
          <a:p>
            <a:pPr>
              <a:lnSpc>
                <a:spcPct val="120000"/>
              </a:lnSpc>
            </a:pPr>
            <a:r>
              <a:rPr lang="zh-CN" altLang="en-US" sz="1600" dirty="0">
                <a:solidFill>
                  <a:schemeClr val="tx1">
                    <a:lumMod val="65000"/>
                    <a:lumOff val="35000"/>
                  </a:schemeClr>
                </a:solidFill>
              </a:rPr>
              <a:t>添加内容添加内容</a:t>
            </a:r>
          </a:p>
        </p:txBody>
      </p:sp>
      <p:sp>
        <p:nvSpPr>
          <p:cNvPr id="54" name="文本框 53"/>
          <p:cNvSpPr txBox="1"/>
          <p:nvPr/>
        </p:nvSpPr>
        <p:spPr>
          <a:xfrm>
            <a:off x="9061417" y="5495838"/>
            <a:ext cx="2856518" cy="830997"/>
          </a:xfrm>
          <a:prstGeom prst="rect">
            <a:avLst/>
          </a:prstGeom>
          <a:noFill/>
        </p:spPr>
        <p:txBody>
          <a:bodyPr wrap="square" rtlCol="0">
            <a:spAutoFit/>
          </a:bodyPr>
          <a:lstStyle/>
          <a:p>
            <a:pPr>
              <a:lnSpc>
                <a:spcPct val="120000"/>
              </a:lnSpc>
            </a:pPr>
            <a:r>
              <a:rPr lang="zh-CN" altLang="en-US" sz="2400" b="1" dirty="0">
                <a:solidFill>
                  <a:srgbClr val="EC407A"/>
                </a:solidFill>
              </a:rPr>
              <a:t>添加标题</a:t>
            </a:r>
            <a:endParaRPr lang="en-US" altLang="zh-CN" sz="2400" b="1" dirty="0">
              <a:solidFill>
                <a:srgbClr val="EC407A"/>
              </a:solidFill>
            </a:endParaRPr>
          </a:p>
          <a:p>
            <a:pPr>
              <a:lnSpc>
                <a:spcPct val="120000"/>
              </a:lnSpc>
            </a:pPr>
            <a:r>
              <a:rPr lang="zh-CN" altLang="en-US" sz="1600" dirty="0">
                <a:solidFill>
                  <a:schemeClr val="tx1">
                    <a:lumMod val="65000"/>
                    <a:lumOff val="35000"/>
                  </a:schemeClr>
                </a:solidFill>
              </a:rPr>
              <a:t>添加内容添加内容</a:t>
            </a:r>
          </a:p>
        </p:txBody>
      </p:sp>
      <p:sp>
        <p:nvSpPr>
          <p:cNvPr id="55" name="Freeform 5"/>
          <p:cNvSpPr>
            <a:spLocks noEditPoints="1"/>
          </p:cNvSpPr>
          <p:nvPr/>
        </p:nvSpPr>
        <p:spPr bwMode="auto">
          <a:xfrm>
            <a:off x="8800783" y="5641331"/>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EA981E"/>
          </a:solidFill>
          <a:ln>
            <a:noFill/>
          </a:ln>
        </p:spPr>
        <p:txBody>
          <a:bodyPr vert="horz" wrap="square" lIns="91440" tIns="45720" rIns="91440" bIns="45720" numCol="1" anchor="t" anchorCtr="0" compatLnSpc="1">
            <a:prstTxWarp prst="textNoShape">
              <a:avLst/>
            </a:prstTxWarp>
          </a:bodyPr>
          <a:lstStyle/>
          <a:p>
            <a:endParaRPr lang="zh-CN" altLang="en-US">
              <a:solidFill>
                <a:srgbClr val="EC407A"/>
              </a:solidFill>
            </a:endParaRPr>
          </a:p>
        </p:txBody>
      </p:sp>
      <p:sp>
        <p:nvSpPr>
          <p:cNvPr id="56" name="Freeform 9"/>
          <p:cNvSpPr>
            <a:spLocks noEditPoints="1"/>
          </p:cNvSpPr>
          <p:nvPr/>
        </p:nvSpPr>
        <p:spPr bwMode="auto">
          <a:xfrm>
            <a:off x="8800783" y="3305799"/>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26A69A"/>
          </a:solidFill>
          <a:ln>
            <a:noFill/>
          </a:ln>
        </p:spPr>
        <p:txBody>
          <a:bodyPr vert="horz" wrap="square" lIns="91440" tIns="45720" rIns="91440" bIns="45720" numCol="1" anchor="t" anchorCtr="0" compatLnSpc="1">
            <a:prstTxWarp prst="textNoShape">
              <a:avLst/>
            </a:prstTxWarp>
          </a:bodyPr>
          <a:lstStyle/>
          <a:p>
            <a:endParaRPr lang="zh-CN" altLang="en-US">
              <a:solidFill>
                <a:srgbClr val="B32887"/>
              </a:solidFill>
            </a:endParaRPr>
          </a:p>
        </p:txBody>
      </p:sp>
      <p:sp>
        <p:nvSpPr>
          <p:cNvPr id="57" name="Freeform 10"/>
          <p:cNvSpPr>
            <a:spLocks noEditPoints="1"/>
          </p:cNvSpPr>
          <p:nvPr/>
        </p:nvSpPr>
        <p:spPr bwMode="auto">
          <a:xfrm>
            <a:off x="8800783" y="4474359"/>
            <a:ext cx="295275" cy="293688"/>
          </a:xfrm>
          <a:custGeom>
            <a:avLst/>
            <a:gdLst>
              <a:gd name="T0" fmla="*/ 74 w 147"/>
              <a:gd name="T1" fmla="*/ 146 h 146"/>
              <a:gd name="T2" fmla="*/ 0 w 147"/>
              <a:gd name="T3" fmla="*/ 73 h 146"/>
              <a:gd name="T4" fmla="*/ 74 w 147"/>
              <a:gd name="T5" fmla="*/ 0 h 146"/>
              <a:gd name="T6" fmla="*/ 147 w 147"/>
              <a:gd name="T7" fmla="*/ 73 h 146"/>
              <a:gd name="T8" fmla="*/ 74 w 147"/>
              <a:gd name="T9" fmla="*/ 146 h 146"/>
              <a:gd name="T10" fmla="*/ 74 w 147"/>
              <a:gd name="T11" fmla="*/ 16 h 146"/>
              <a:gd name="T12" fmla="*/ 16 w 147"/>
              <a:gd name="T13" fmla="*/ 73 h 146"/>
              <a:gd name="T14" fmla="*/ 74 w 147"/>
              <a:gd name="T15" fmla="*/ 130 h 146"/>
              <a:gd name="T16" fmla="*/ 131 w 147"/>
              <a:gd name="T17" fmla="*/ 73 h 146"/>
              <a:gd name="T18" fmla="*/ 74 w 147"/>
              <a:gd name="T19" fmla="*/ 1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6">
                <a:moveTo>
                  <a:pt x="74" y="146"/>
                </a:moveTo>
                <a:cubicBezTo>
                  <a:pt x="33" y="146"/>
                  <a:pt x="0" y="114"/>
                  <a:pt x="0" y="73"/>
                </a:cubicBezTo>
                <a:cubicBezTo>
                  <a:pt x="0" y="33"/>
                  <a:pt x="33" y="0"/>
                  <a:pt x="74" y="0"/>
                </a:cubicBezTo>
                <a:cubicBezTo>
                  <a:pt x="114" y="0"/>
                  <a:pt x="147" y="33"/>
                  <a:pt x="147" y="73"/>
                </a:cubicBezTo>
                <a:cubicBezTo>
                  <a:pt x="147" y="114"/>
                  <a:pt x="114" y="146"/>
                  <a:pt x="74" y="146"/>
                </a:cubicBezTo>
                <a:close/>
                <a:moveTo>
                  <a:pt x="74" y="16"/>
                </a:moveTo>
                <a:cubicBezTo>
                  <a:pt x="42" y="16"/>
                  <a:pt x="16" y="41"/>
                  <a:pt x="16" y="73"/>
                </a:cubicBezTo>
                <a:cubicBezTo>
                  <a:pt x="16" y="105"/>
                  <a:pt x="42" y="130"/>
                  <a:pt x="74" y="130"/>
                </a:cubicBezTo>
                <a:cubicBezTo>
                  <a:pt x="106" y="130"/>
                  <a:pt x="131" y="105"/>
                  <a:pt x="131" y="73"/>
                </a:cubicBezTo>
                <a:cubicBezTo>
                  <a:pt x="131" y="41"/>
                  <a:pt x="106" y="16"/>
                  <a:pt x="74" y="16"/>
                </a:cubicBezTo>
                <a:close/>
              </a:path>
            </a:pathLst>
          </a:custGeom>
          <a:solidFill>
            <a:srgbClr val="FF1744"/>
          </a:solidFill>
          <a:ln>
            <a:noFill/>
          </a:ln>
        </p:spPr>
        <p:txBody>
          <a:bodyPr vert="horz" wrap="square" lIns="91440" tIns="45720" rIns="91440" bIns="45720" numCol="1" anchor="t" anchorCtr="0" compatLnSpc="1">
            <a:prstTxWarp prst="textNoShape">
              <a:avLst/>
            </a:prstTxWarp>
          </a:bodyPr>
          <a:lstStyle/>
          <a:p>
            <a:endParaRPr lang="zh-CN" altLang="en-US">
              <a:solidFill>
                <a:srgbClr val="564E9C"/>
              </a:solidFill>
            </a:endParaRPr>
          </a:p>
        </p:txBody>
      </p:sp>
      <p:sp>
        <p:nvSpPr>
          <p:cNvPr id="58" name="文本框 57"/>
          <p:cNvSpPr txBox="1"/>
          <p:nvPr/>
        </p:nvSpPr>
        <p:spPr>
          <a:xfrm>
            <a:off x="9061417" y="1988241"/>
            <a:ext cx="2856518" cy="830997"/>
          </a:xfrm>
          <a:prstGeom prst="rect">
            <a:avLst/>
          </a:prstGeom>
          <a:noFill/>
        </p:spPr>
        <p:txBody>
          <a:bodyPr wrap="square" rtlCol="0">
            <a:spAutoFit/>
          </a:bodyPr>
          <a:lstStyle/>
          <a:p>
            <a:pPr>
              <a:lnSpc>
                <a:spcPct val="120000"/>
              </a:lnSpc>
            </a:pPr>
            <a:r>
              <a:rPr lang="zh-CN" altLang="en-US" sz="2400" b="1" dirty="0">
                <a:solidFill>
                  <a:srgbClr val="3949AB"/>
                </a:solidFill>
              </a:rPr>
              <a:t>添加标题</a:t>
            </a:r>
            <a:endParaRPr lang="en-US" altLang="zh-CN" sz="2400" b="1" dirty="0">
              <a:solidFill>
                <a:srgbClr val="3949AB"/>
              </a:solidFill>
            </a:endParaRPr>
          </a:p>
          <a:p>
            <a:pPr>
              <a:lnSpc>
                <a:spcPct val="120000"/>
              </a:lnSpc>
            </a:pPr>
            <a:r>
              <a:rPr lang="zh-CN" altLang="en-US" sz="1600" dirty="0">
                <a:solidFill>
                  <a:schemeClr val="tx1">
                    <a:lumMod val="65000"/>
                    <a:lumOff val="35000"/>
                  </a:schemeClr>
                </a:solidFill>
              </a:rPr>
              <a:t>添加内容添加内容</a:t>
            </a:r>
          </a:p>
        </p:txBody>
      </p:sp>
      <p:sp>
        <p:nvSpPr>
          <p:cNvPr id="59" name="Freeform 9"/>
          <p:cNvSpPr>
            <a:spLocks noEditPoints="1"/>
          </p:cNvSpPr>
          <p:nvPr/>
        </p:nvSpPr>
        <p:spPr bwMode="auto">
          <a:xfrm>
            <a:off x="8800783" y="2108464"/>
            <a:ext cx="295275" cy="295275"/>
          </a:xfrm>
          <a:custGeom>
            <a:avLst/>
            <a:gdLst>
              <a:gd name="T0" fmla="*/ 74 w 147"/>
              <a:gd name="T1" fmla="*/ 147 h 147"/>
              <a:gd name="T2" fmla="*/ 0 w 147"/>
              <a:gd name="T3" fmla="*/ 74 h 147"/>
              <a:gd name="T4" fmla="*/ 74 w 147"/>
              <a:gd name="T5" fmla="*/ 0 h 147"/>
              <a:gd name="T6" fmla="*/ 147 w 147"/>
              <a:gd name="T7" fmla="*/ 74 h 147"/>
              <a:gd name="T8" fmla="*/ 74 w 147"/>
              <a:gd name="T9" fmla="*/ 147 h 147"/>
              <a:gd name="T10" fmla="*/ 74 w 147"/>
              <a:gd name="T11" fmla="*/ 16 h 147"/>
              <a:gd name="T12" fmla="*/ 16 w 147"/>
              <a:gd name="T13" fmla="*/ 74 h 147"/>
              <a:gd name="T14" fmla="*/ 74 w 147"/>
              <a:gd name="T15" fmla="*/ 131 h 147"/>
              <a:gd name="T16" fmla="*/ 131 w 147"/>
              <a:gd name="T17" fmla="*/ 74 h 147"/>
              <a:gd name="T18" fmla="*/ 74 w 147"/>
              <a:gd name="T19"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4" y="147"/>
                </a:moveTo>
                <a:cubicBezTo>
                  <a:pt x="33" y="147"/>
                  <a:pt x="0" y="114"/>
                  <a:pt x="0" y="74"/>
                </a:cubicBezTo>
                <a:cubicBezTo>
                  <a:pt x="0" y="33"/>
                  <a:pt x="33" y="0"/>
                  <a:pt x="74" y="0"/>
                </a:cubicBezTo>
                <a:cubicBezTo>
                  <a:pt x="114" y="0"/>
                  <a:pt x="147" y="33"/>
                  <a:pt x="147" y="74"/>
                </a:cubicBezTo>
                <a:cubicBezTo>
                  <a:pt x="147" y="114"/>
                  <a:pt x="114" y="147"/>
                  <a:pt x="74" y="147"/>
                </a:cubicBezTo>
                <a:close/>
                <a:moveTo>
                  <a:pt x="74" y="16"/>
                </a:moveTo>
                <a:cubicBezTo>
                  <a:pt x="42" y="16"/>
                  <a:pt x="16" y="42"/>
                  <a:pt x="16" y="74"/>
                </a:cubicBezTo>
                <a:cubicBezTo>
                  <a:pt x="16" y="105"/>
                  <a:pt x="42" y="131"/>
                  <a:pt x="74" y="131"/>
                </a:cubicBezTo>
                <a:cubicBezTo>
                  <a:pt x="106" y="131"/>
                  <a:pt x="131" y="105"/>
                  <a:pt x="131" y="74"/>
                </a:cubicBezTo>
                <a:cubicBezTo>
                  <a:pt x="131" y="42"/>
                  <a:pt x="106" y="16"/>
                  <a:pt x="74" y="16"/>
                </a:cubicBezTo>
                <a:close/>
              </a:path>
            </a:pathLst>
          </a:custGeom>
          <a:solidFill>
            <a:srgbClr val="3949AB"/>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0"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八项循环</a:t>
            </a:r>
            <a:endParaRPr lang="zh-CN" altLang="zh-CN" sz="2800" b="1" dirty="0">
              <a:solidFill>
                <a:schemeClr val="tx1">
                  <a:lumMod val="65000"/>
                  <a:lumOff val="35000"/>
                </a:schemeClr>
              </a:solidFill>
            </a:endParaRPr>
          </a:p>
        </p:txBody>
      </p:sp>
      <p:sp>
        <p:nvSpPr>
          <p:cNvPr id="62" name="Freeform 43"/>
          <p:cNvSpPr>
            <a:spLocks noEditPoints="1"/>
          </p:cNvSpPr>
          <p:nvPr/>
        </p:nvSpPr>
        <p:spPr bwMode="auto">
          <a:xfrm>
            <a:off x="5544497" y="3440705"/>
            <a:ext cx="1100044" cy="906499"/>
          </a:xfrm>
          <a:custGeom>
            <a:avLst/>
            <a:gdLst>
              <a:gd name="T0" fmla="*/ 427 w 471"/>
              <a:gd name="T1" fmla="*/ 128 h 388"/>
              <a:gd name="T2" fmla="*/ 401 w 471"/>
              <a:gd name="T3" fmla="*/ 155 h 388"/>
              <a:gd name="T4" fmla="*/ 427 w 471"/>
              <a:gd name="T5" fmla="*/ 181 h 388"/>
              <a:gd name="T6" fmla="*/ 454 w 471"/>
              <a:gd name="T7" fmla="*/ 155 h 388"/>
              <a:gd name="T8" fmla="*/ 427 w 471"/>
              <a:gd name="T9" fmla="*/ 128 h 388"/>
              <a:gd name="T10" fmla="*/ 44 w 471"/>
              <a:gd name="T11" fmla="*/ 128 h 388"/>
              <a:gd name="T12" fmla="*/ 18 w 471"/>
              <a:gd name="T13" fmla="*/ 155 h 388"/>
              <a:gd name="T14" fmla="*/ 44 w 471"/>
              <a:gd name="T15" fmla="*/ 181 h 388"/>
              <a:gd name="T16" fmla="*/ 71 w 471"/>
              <a:gd name="T17" fmla="*/ 155 h 388"/>
              <a:gd name="T18" fmla="*/ 44 w 471"/>
              <a:gd name="T19" fmla="*/ 128 h 388"/>
              <a:gd name="T20" fmla="*/ 348 w 471"/>
              <a:gd name="T21" fmla="*/ 80 h 388"/>
              <a:gd name="T22" fmla="*/ 309 w 471"/>
              <a:gd name="T23" fmla="*/ 119 h 388"/>
              <a:gd name="T24" fmla="*/ 348 w 471"/>
              <a:gd name="T25" fmla="*/ 159 h 388"/>
              <a:gd name="T26" fmla="*/ 388 w 471"/>
              <a:gd name="T27" fmla="*/ 119 h 388"/>
              <a:gd name="T28" fmla="*/ 348 w 471"/>
              <a:gd name="T29" fmla="*/ 80 h 388"/>
              <a:gd name="T30" fmla="*/ 471 w 471"/>
              <a:gd name="T31" fmla="*/ 321 h 388"/>
              <a:gd name="T32" fmla="*/ 426 w 471"/>
              <a:gd name="T33" fmla="*/ 321 h 388"/>
              <a:gd name="T34" fmla="*/ 426 w 471"/>
              <a:gd name="T35" fmla="*/ 238 h 388"/>
              <a:gd name="T36" fmla="*/ 415 w 471"/>
              <a:gd name="T37" fmla="*/ 198 h 388"/>
              <a:gd name="T38" fmla="*/ 427 w 471"/>
              <a:gd name="T39" fmla="*/ 197 h 388"/>
              <a:gd name="T40" fmla="*/ 471 w 471"/>
              <a:gd name="T41" fmla="*/ 240 h 388"/>
              <a:gd name="T42" fmla="*/ 471 w 471"/>
              <a:gd name="T43" fmla="*/ 321 h 388"/>
              <a:gd name="T44" fmla="*/ 124 w 471"/>
              <a:gd name="T45" fmla="*/ 80 h 388"/>
              <a:gd name="T46" fmla="*/ 84 w 471"/>
              <a:gd name="T47" fmla="*/ 119 h 388"/>
              <a:gd name="T48" fmla="*/ 124 w 471"/>
              <a:gd name="T49" fmla="*/ 159 h 388"/>
              <a:gd name="T50" fmla="*/ 163 w 471"/>
              <a:gd name="T51" fmla="*/ 119 h 388"/>
              <a:gd name="T52" fmla="*/ 124 w 471"/>
              <a:gd name="T53" fmla="*/ 80 h 388"/>
              <a:gd name="T54" fmla="*/ 44 w 471"/>
              <a:gd name="T55" fmla="*/ 197 h 388"/>
              <a:gd name="T56" fmla="*/ 57 w 471"/>
              <a:gd name="T57" fmla="*/ 198 h 388"/>
              <a:gd name="T58" fmla="*/ 46 w 471"/>
              <a:gd name="T59" fmla="*/ 238 h 388"/>
              <a:gd name="T60" fmla="*/ 46 w 471"/>
              <a:gd name="T61" fmla="*/ 321 h 388"/>
              <a:gd name="T62" fmla="*/ 0 w 471"/>
              <a:gd name="T63" fmla="*/ 321 h 388"/>
              <a:gd name="T64" fmla="*/ 0 w 471"/>
              <a:gd name="T65" fmla="*/ 240 h 388"/>
              <a:gd name="T66" fmla="*/ 44 w 471"/>
              <a:gd name="T67" fmla="*/ 197 h 388"/>
              <a:gd name="T68" fmla="*/ 236 w 471"/>
              <a:gd name="T69" fmla="*/ 0 h 388"/>
              <a:gd name="T70" fmla="*/ 177 w 471"/>
              <a:gd name="T71" fmla="*/ 59 h 388"/>
              <a:gd name="T72" fmla="*/ 236 w 471"/>
              <a:gd name="T73" fmla="*/ 118 h 388"/>
              <a:gd name="T74" fmla="*/ 294 w 471"/>
              <a:gd name="T75" fmla="*/ 59 h 388"/>
              <a:gd name="T76" fmla="*/ 236 w 471"/>
              <a:gd name="T77" fmla="*/ 0 h 388"/>
              <a:gd name="T78" fmla="*/ 412 w 471"/>
              <a:gd name="T79" fmla="*/ 352 h 388"/>
              <a:gd name="T80" fmla="*/ 342 w 471"/>
              <a:gd name="T81" fmla="*/ 352 h 388"/>
              <a:gd name="T82" fmla="*/ 342 w 471"/>
              <a:gd name="T83" fmla="*/ 225 h 388"/>
              <a:gd name="T84" fmla="*/ 330 w 471"/>
              <a:gd name="T85" fmla="*/ 177 h 388"/>
              <a:gd name="T86" fmla="*/ 348 w 471"/>
              <a:gd name="T87" fmla="*/ 174 h 388"/>
              <a:gd name="T88" fmla="*/ 412 w 471"/>
              <a:gd name="T89" fmla="*/ 238 h 388"/>
              <a:gd name="T90" fmla="*/ 412 w 471"/>
              <a:gd name="T91" fmla="*/ 352 h 388"/>
              <a:gd name="T92" fmla="*/ 129 w 471"/>
              <a:gd name="T93" fmla="*/ 225 h 388"/>
              <a:gd name="T94" fmla="*/ 129 w 471"/>
              <a:gd name="T95" fmla="*/ 352 h 388"/>
              <a:gd name="T96" fmla="*/ 60 w 471"/>
              <a:gd name="T97" fmla="*/ 352 h 388"/>
              <a:gd name="T98" fmla="*/ 60 w 471"/>
              <a:gd name="T99" fmla="*/ 238 h 388"/>
              <a:gd name="T100" fmla="*/ 124 w 471"/>
              <a:gd name="T101" fmla="*/ 174 h 388"/>
              <a:gd name="T102" fmla="*/ 141 w 471"/>
              <a:gd name="T103" fmla="*/ 177 h 388"/>
              <a:gd name="T104" fmla="*/ 129 w 471"/>
              <a:gd name="T105" fmla="*/ 225 h 388"/>
              <a:gd name="T106" fmla="*/ 144 w 471"/>
              <a:gd name="T107" fmla="*/ 388 h 388"/>
              <a:gd name="T108" fmla="*/ 328 w 471"/>
              <a:gd name="T109" fmla="*/ 388 h 388"/>
              <a:gd name="T110" fmla="*/ 328 w 471"/>
              <a:gd name="T111" fmla="*/ 225 h 388"/>
              <a:gd name="T112" fmla="*/ 236 w 471"/>
              <a:gd name="T113" fmla="*/ 133 h 388"/>
              <a:gd name="T114" fmla="*/ 144 w 471"/>
              <a:gd name="T115" fmla="*/ 225 h 388"/>
              <a:gd name="T116" fmla="*/ 144 w 471"/>
              <a:gd name="T117" fmla="*/ 388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71" h="388">
                <a:moveTo>
                  <a:pt x="427" y="128"/>
                </a:moveTo>
                <a:cubicBezTo>
                  <a:pt x="413" y="128"/>
                  <a:pt x="401" y="140"/>
                  <a:pt x="401" y="155"/>
                </a:cubicBezTo>
                <a:cubicBezTo>
                  <a:pt x="401" y="169"/>
                  <a:pt x="413" y="181"/>
                  <a:pt x="427" y="181"/>
                </a:cubicBezTo>
                <a:cubicBezTo>
                  <a:pt x="442" y="181"/>
                  <a:pt x="454" y="169"/>
                  <a:pt x="454" y="155"/>
                </a:cubicBezTo>
                <a:cubicBezTo>
                  <a:pt x="454" y="140"/>
                  <a:pt x="442" y="128"/>
                  <a:pt x="427" y="128"/>
                </a:cubicBezTo>
                <a:close/>
                <a:moveTo>
                  <a:pt x="44" y="128"/>
                </a:moveTo>
                <a:cubicBezTo>
                  <a:pt x="30" y="128"/>
                  <a:pt x="18" y="140"/>
                  <a:pt x="18" y="155"/>
                </a:cubicBezTo>
                <a:cubicBezTo>
                  <a:pt x="18" y="169"/>
                  <a:pt x="30" y="181"/>
                  <a:pt x="44" y="181"/>
                </a:cubicBezTo>
                <a:cubicBezTo>
                  <a:pt x="59" y="181"/>
                  <a:pt x="71" y="169"/>
                  <a:pt x="71" y="155"/>
                </a:cubicBezTo>
                <a:cubicBezTo>
                  <a:pt x="71" y="140"/>
                  <a:pt x="59" y="128"/>
                  <a:pt x="44" y="128"/>
                </a:cubicBezTo>
                <a:close/>
                <a:moveTo>
                  <a:pt x="348" y="80"/>
                </a:moveTo>
                <a:cubicBezTo>
                  <a:pt x="326" y="80"/>
                  <a:pt x="309" y="97"/>
                  <a:pt x="309" y="119"/>
                </a:cubicBezTo>
                <a:cubicBezTo>
                  <a:pt x="309" y="141"/>
                  <a:pt x="326" y="159"/>
                  <a:pt x="348" y="159"/>
                </a:cubicBezTo>
                <a:cubicBezTo>
                  <a:pt x="370" y="159"/>
                  <a:pt x="388" y="141"/>
                  <a:pt x="388" y="119"/>
                </a:cubicBezTo>
                <a:cubicBezTo>
                  <a:pt x="388" y="97"/>
                  <a:pt x="370" y="80"/>
                  <a:pt x="348" y="80"/>
                </a:cubicBezTo>
                <a:close/>
                <a:moveTo>
                  <a:pt x="471" y="321"/>
                </a:moveTo>
                <a:cubicBezTo>
                  <a:pt x="426" y="321"/>
                  <a:pt x="426" y="321"/>
                  <a:pt x="426" y="321"/>
                </a:cubicBezTo>
                <a:cubicBezTo>
                  <a:pt x="426" y="238"/>
                  <a:pt x="426" y="238"/>
                  <a:pt x="426" y="238"/>
                </a:cubicBezTo>
                <a:cubicBezTo>
                  <a:pt x="426" y="223"/>
                  <a:pt x="422" y="210"/>
                  <a:pt x="415" y="198"/>
                </a:cubicBezTo>
                <a:cubicBezTo>
                  <a:pt x="419" y="197"/>
                  <a:pt x="423" y="197"/>
                  <a:pt x="427" y="197"/>
                </a:cubicBezTo>
                <a:cubicBezTo>
                  <a:pt x="452" y="197"/>
                  <a:pt x="471" y="216"/>
                  <a:pt x="471" y="240"/>
                </a:cubicBezTo>
                <a:lnTo>
                  <a:pt x="471" y="321"/>
                </a:lnTo>
                <a:close/>
                <a:moveTo>
                  <a:pt x="124" y="80"/>
                </a:moveTo>
                <a:cubicBezTo>
                  <a:pt x="102" y="80"/>
                  <a:pt x="84" y="97"/>
                  <a:pt x="84" y="119"/>
                </a:cubicBezTo>
                <a:cubicBezTo>
                  <a:pt x="84" y="141"/>
                  <a:pt x="102" y="159"/>
                  <a:pt x="124" y="159"/>
                </a:cubicBezTo>
                <a:cubicBezTo>
                  <a:pt x="145" y="159"/>
                  <a:pt x="163" y="141"/>
                  <a:pt x="163" y="119"/>
                </a:cubicBezTo>
                <a:cubicBezTo>
                  <a:pt x="163" y="97"/>
                  <a:pt x="145" y="80"/>
                  <a:pt x="124" y="80"/>
                </a:cubicBezTo>
                <a:close/>
                <a:moveTo>
                  <a:pt x="44" y="197"/>
                </a:moveTo>
                <a:cubicBezTo>
                  <a:pt x="49" y="197"/>
                  <a:pt x="53" y="197"/>
                  <a:pt x="57" y="198"/>
                </a:cubicBezTo>
                <a:cubicBezTo>
                  <a:pt x="50" y="210"/>
                  <a:pt x="46" y="223"/>
                  <a:pt x="46" y="238"/>
                </a:cubicBezTo>
                <a:cubicBezTo>
                  <a:pt x="46" y="321"/>
                  <a:pt x="46" y="321"/>
                  <a:pt x="46" y="321"/>
                </a:cubicBezTo>
                <a:cubicBezTo>
                  <a:pt x="0" y="321"/>
                  <a:pt x="0" y="321"/>
                  <a:pt x="0" y="321"/>
                </a:cubicBezTo>
                <a:cubicBezTo>
                  <a:pt x="0" y="240"/>
                  <a:pt x="0" y="240"/>
                  <a:pt x="0" y="240"/>
                </a:cubicBezTo>
                <a:cubicBezTo>
                  <a:pt x="0" y="216"/>
                  <a:pt x="20" y="197"/>
                  <a:pt x="44" y="197"/>
                </a:cubicBezTo>
                <a:close/>
                <a:moveTo>
                  <a:pt x="236" y="0"/>
                </a:moveTo>
                <a:cubicBezTo>
                  <a:pt x="204" y="0"/>
                  <a:pt x="177" y="27"/>
                  <a:pt x="177" y="59"/>
                </a:cubicBezTo>
                <a:cubicBezTo>
                  <a:pt x="177" y="91"/>
                  <a:pt x="203" y="118"/>
                  <a:pt x="236" y="118"/>
                </a:cubicBezTo>
                <a:cubicBezTo>
                  <a:pt x="268" y="118"/>
                  <a:pt x="294" y="91"/>
                  <a:pt x="294" y="59"/>
                </a:cubicBezTo>
                <a:cubicBezTo>
                  <a:pt x="295" y="27"/>
                  <a:pt x="268" y="0"/>
                  <a:pt x="236" y="0"/>
                </a:cubicBezTo>
                <a:close/>
                <a:moveTo>
                  <a:pt x="412" y="352"/>
                </a:moveTo>
                <a:cubicBezTo>
                  <a:pt x="342" y="352"/>
                  <a:pt x="342" y="352"/>
                  <a:pt x="342" y="352"/>
                </a:cubicBezTo>
                <a:cubicBezTo>
                  <a:pt x="342" y="225"/>
                  <a:pt x="342" y="225"/>
                  <a:pt x="342" y="225"/>
                </a:cubicBezTo>
                <a:cubicBezTo>
                  <a:pt x="342" y="208"/>
                  <a:pt x="338" y="192"/>
                  <a:pt x="330" y="177"/>
                </a:cubicBezTo>
                <a:cubicBezTo>
                  <a:pt x="336" y="175"/>
                  <a:pt x="342" y="174"/>
                  <a:pt x="348" y="174"/>
                </a:cubicBezTo>
                <a:cubicBezTo>
                  <a:pt x="383" y="174"/>
                  <a:pt x="412" y="203"/>
                  <a:pt x="412" y="238"/>
                </a:cubicBezTo>
                <a:lnTo>
                  <a:pt x="412" y="352"/>
                </a:lnTo>
                <a:close/>
                <a:moveTo>
                  <a:pt x="129" y="225"/>
                </a:moveTo>
                <a:cubicBezTo>
                  <a:pt x="129" y="352"/>
                  <a:pt x="129" y="352"/>
                  <a:pt x="129" y="352"/>
                </a:cubicBezTo>
                <a:cubicBezTo>
                  <a:pt x="60" y="352"/>
                  <a:pt x="60" y="352"/>
                  <a:pt x="60" y="352"/>
                </a:cubicBezTo>
                <a:cubicBezTo>
                  <a:pt x="60" y="238"/>
                  <a:pt x="60" y="238"/>
                  <a:pt x="60" y="238"/>
                </a:cubicBezTo>
                <a:cubicBezTo>
                  <a:pt x="60" y="203"/>
                  <a:pt x="89" y="174"/>
                  <a:pt x="124" y="174"/>
                </a:cubicBezTo>
                <a:cubicBezTo>
                  <a:pt x="130" y="174"/>
                  <a:pt x="136" y="175"/>
                  <a:pt x="141" y="177"/>
                </a:cubicBezTo>
                <a:cubicBezTo>
                  <a:pt x="134" y="192"/>
                  <a:pt x="129" y="208"/>
                  <a:pt x="129" y="225"/>
                </a:cubicBezTo>
                <a:close/>
                <a:moveTo>
                  <a:pt x="144" y="388"/>
                </a:moveTo>
                <a:cubicBezTo>
                  <a:pt x="328" y="388"/>
                  <a:pt x="328" y="388"/>
                  <a:pt x="328" y="388"/>
                </a:cubicBezTo>
                <a:cubicBezTo>
                  <a:pt x="328" y="225"/>
                  <a:pt x="328" y="225"/>
                  <a:pt x="328" y="225"/>
                </a:cubicBezTo>
                <a:cubicBezTo>
                  <a:pt x="328" y="175"/>
                  <a:pt x="286" y="133"/>
                  <a:pt x="236" y="133"/>
                </a:cubicBezTo>
                <a:cubicBezTo>
                  <a:pt x="185" y="133"/>
                  <a:pt x="144" y="175"/>
                  <a:pt x="144" y="225"/>
                </a:cubicBezTo>
                <a:lnTo>
                  <a:pt x="144" y="388"/>
                </a:lnTo>
                <a:close/>
              </a:path>
            </a:pathLst>
          </a:custGeom>
          <a:solidFill>
            <a:srgbClr val="3448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Tree>
    <p:extLst>
      <p:ext uri="{BB962C8B-B14F-4D97-AF65-F5344CB8AC3E}">
        <p14:creationId xmlns:p14="http://schemas.microsoft.com/office/powerpoint/2010/main" val="4186086148"/>
      </p:ext>
    </p:extLst>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 name="Freeform 60"/>
          <p:cNvSpPr>
            <a:spLocks/>
          </p:cNvSpPr>
          <p:nvPr/>
        </p:nvSpPr>
        <p:spPr bwMode="auto">
          <a:xfrm>
            <a:off x="1007063" y="3889553"/>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 name="文本框 86"/>
          <p:cNvSpPr txBox="1"/>
          <p:nvPr/>
        </p:nvSpPr>
        <p:spPr>
          <a:xfrm>
            <a:off x="940214" y="4689154"/>
            <a:ext cx="4628737" cy="1421928"/>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网络</a:t>
            </a:r>
            <a:r>
              <a:rPr lang="en-US" altLang="zh-CN" dirty="0">
                <a:solidFill>
                  <a:prstClr val="black">
                    <a:lumMod val="65000"/>
                    <a:lumOff val="35000"/>
                  </a:prstClr>
                </a:solidFill>
                <a:latin typeface="微软雅黑" panose="020B0503020204020204" pitchFamily="34" charset="-122"/>
              </a:rPr>
              <a:t>EPS</a:t>
            </a:r>
            <a:r>
              <a:rPr lang="zh-CN" altLang="en-US" dirty="0">
                <a:solidFill>
                  <a:prstClr val="black">
                    <a:lumMod val="65000"/>
                    <a:lumOff val="35000"/>
                  </a:prstClr>
                </a:solidFill>
                <a:latin typeface="微软雅黑" panose="020B0503020204020204" pitchFamily="34" charset="-122"/>
              </a:rPr>
              <a:t>素材改编，颜色可更改；</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矢量图标可替换；</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可根据需要添加文字；</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去掉箭头，可作为并列关系使用。</a:t>
            </a:r>
            <a:endParaRPr lang="en-US" altLang="zh-CN" dirty="0">
              <a:solidFill>
                <a:prstClr val="black">
                  <a:lumMod val="65000"/>
                  <a:lumOff val="35000"/>
                </a:prstClr>
              </a:solidFill>
              <a:latin typeface="微软雅黑" panose="020B0503020204020204" pitchFamily="34" charset="-122"/>
            </a:endParaRPr>
          </a:p>
        </p:txBody>
      </p:sp>
      <p:sp>
        <p:nvSpPr>
          <p:cNvPr id="88" name="圆角矩形 87"/>
          <p:cNvSpPr/>
          <p:nvPr/>
        </p:nvSpPr>
        <p:spPr>
          <a:xfrm>
            <a:off x="1674755" y="4048838"/>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89" name="等腰三角形 88"/>
          <p:cNvSpPr/>
          <p:nvPr/>
        </p:nvSpPr>
        <p:spPr>
          <a:xfrm rot="16200000">
            <a:off x="1600123" y="4116382"/>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grpSp>
        <p:nvGrpSpPr>
          <p:cNvPr id="2" name="组合 1"/>
          <p:cNvGrpSpPr/>
          <p:nvPr/>
        </p:nvGrpSpPr>
        <p:grpSpPr>
          <a:xfrm>
            <a:off x="6443663" y="788988"/>
            <a:ext cx="5461000" cy="5457826"/>
            <a:chOff x="6443663" y="788988"/>
            <a:chExt cx="5461000" cy="5457826"/>
          </a:xfrm>
        </p:grpSpPr>
        <p:sp>
          <p:nvSpPr>
            <p:cNvPr id="6" name="Freeform 5"/>
            <p:cNvSpPr>
              <a:spLocks/>
            </p:cNvSpPr>
            <p:nvPr/>
          </p:nvSpPr>
          <p:spPr bwMode="auto">
            <a:xfrm>
              <a:off x="9174163" y="4371976"/>
              <a:ext cx="1931988" cy="1874838"/>
            </a:xfrm>
            <a:custGeom>
              <a:avLst/>
              <a:gdLst>
                <a:gd name="T0" fmla="*/ 0 w 336"/>
                <a:gd name="T1" fmla="*/ 61 h 326"/>
                <a:gd name="T2" fmla="*/ 0 w 336"/>
                <a:gd name="T3" fmla="*/ 326 h 326"/>
                <a:gd name="T4" fmla="*/ 336 w 336"/>
                <a:gd name="T5" fmla="*/ 187 h 326"/>
                <a:gd name="T6" fmla="*/ 148 w 336"/>
                <a:gd name="T7" fmla="*/ 0 h 326"/>
                <a:gd name="T8" fmla="*/ 0 w 336"/>
                <a:gd name="T9" fmla="*/ 61 h 326"/>
              </a:gdLst>
              <a:ahLst/>
              <a:cxnLst>
                <a:cxn ang="0">
                  <a:pos x="T0" y="T1"/>
                </a:cxn>
                <a:cxn ang="0">
                  <a:pos x="T2" y="T3"/>
                </a:cxn>
                <a:cxn ang="0">
                  <a:pos x="T4" y="T5"/>
                </a:cxn>
                <a:cxn ang="0">
                  <a:pos x="T6" y="T7"/>
                </a:cxn>
                <a:cxn ang="0">
                  <a:pos x="T8" y="T9"/>
                </a:cxn>
              </a:cxnLst>
              <a:rect l="0" t="0" r="r" b="b"/>
              <a:pathLst>
                <a:path w="336" h="326">
                  <a:moveTo>
                    <a:pt x="0" y="61"/>
                  </a:moveTo>
                  <a:cubicBezTo>
                    <a:pt x="0" y="326"/>
                    <a:pt x="0" y="326"/>
                    <a:pt x="0" y="326"/>
                  </a:cubicBezTo>
                  <a:cubicBezTo>
                    <a:pt x="131" y="326"/>
                    <a:pt x="250" y="273"/>
                    <a:pt x="336" y="187"/>
                  </a:cubicBezTo>
                  <a:cubicBezTo>
                    <a:pt x="148" y="0"/>
                    <a:pt x="148" y="0"/>
                    <a:pt x="148" y="0"/>
                  </a:cubicBezTo>
                  <a:cubicBezTo>
                    <a:pt x="110" y="38"/>
                    <a:pt x="58" y="61"/>
                    <a:pt x="0" y="61"/>
                  </a:cubicBezTo>
                  <a:close/>
                </a:path>
              </a:pathLst>
            </a:custGeom>
            <a:solidFill>
              <a:srgbClr val="FAE2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 name="Freeform 6"/>
            <p:cNvSpPr>
              <a:spLocks/>
            </p:cNvSpPr>
            <p:nvPr/>
          </p:nvSpPr>
          <p:spPr bwMode="auto">
            <a:xfrm>
              <a:off x="10025063" y="3521076"/>
              <a:ext cx="1879600" cy="1925638"/>
            </a:xfrm>
            <a:custGeom>
              <a:avLst/>
              <a:gdLst>
                <a:gd name="T0" fmla="*/ 62 w 327"/>
                <a:gd name="T1" fmla="*/ 0 h 335"/>
                <a:gd name="T2" fmla="*/ 0 w 327"/>
                <a:gd name="T3" fmla="*/ 148 h 335"/>
                <a:gd name="T4" fmla="*/ 188 w 327"/>
                <a:gd name="T5" fmla="*/ 335 h 335"/>
                <a:gd name="T6" fmla="*/ 327 w 327"/>
                <a:gd name="T7" fmla="*/ 0 h 335"/>
                <a:gd name="T8" fmla="*/ 62 w 327"/>
                <a:gd name="T9" fmla="*/ 0 h 335"/>
              </a:gdLst>
              <a:ahLst/>
              <a:cxnLst>
                <a:cxn ang="0">
                  <a:pos x="T0" y="T1"/>
                </a:cxn>
                <a:cxn ang="0">
                  <a:pos x="T2" y="T3"/>
                </a:cxn>
                <a:cxn ang="0">
                  <a:pos x="T4" y="T5"/>
                </a:cxn>
                <a:cxn ang="0">
                  <a:pos x="T6" y="T7"/>
                </a:cxn>
                <a:cxn ang="0">
                  <a:pos x="T8" y="T9"/>
                </a:cxn>
              </a:cxnLst>
              <a:rect l="0" t="0" r="r" b="b"/>
              <a:pathLst>
                <a:path w="327" h="335">
                  <a:moveTo>
                    <a:pt x="62" y="0"/>
                  </a:moveTo>
                  <a:cubicBezTo>
                    <a:pt x="62" y="58"/>
                    <a:pt x="38" y="110"/>
                    <a:pt x="0" y="148"/>
                  </a:cubicBezTo>
                  <a:cubicBezTo>
                    <a:pt x="188" y="335"/>
                    <a:pt x="188" y="335"/>
                    <a:pt x="188" y="335"/>
                  </a:cubicBezTo>
                  <a:cubicBezTo>
                    <a:pt x="274" y="250"/>
                    <a:pt x="327" y="131"/>
                    <a:pt x="327" y="0"/>
                  </a:cubicBezTo>
                  <a:lnTo>
                    <a:pt x="62" y="0"/>
                  </a:lnTo>
                  <a:close/>
                </a:path>
              </a:pathLst>
            </a:cu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 name="Freeform 7"/>
            <p:cNvSpPr>
              <a:spLocks/>
            </p:cNvSpPr>
            <p:nvPr/>
          </p:nvSpPr>
          <p:spPr bwMode="auto">
            <a:xfrm>
              <a:off x="7242176" y="4371976"/>
              <a:ext cx="1931988" cy="1874838"/>
            </a:xfrm>
            <a:custGeom>
              <a:avLst/>
              <a:gdLst>
                <a:gd name="T0" fmla="*/ 188 w 336"/>
                <a:gd name="T1" fmla="*/ 0 h 326"/>
                <a:gd name="T2" fmla="*/ 0 w 336"/>
                <a:gd name="T3" fmla="*/ 187 h 326"/>
                <a:gd name="T4" fmla="*/ 336 w 336"/>
                <a:gd name="T5" fmla="*/ 326 h 326"/>
                <a:gd name="T6" fmla="*/ 336 w 336"/>
                <a:gd name="T7" fmla="*/ 61 h 326"/>
                <a:gd name="T8" fmla="*/ 188 w 336"/>
                <a:gd name="T9" fmla="*/ 0 h 326"/>
              </a:gdLst>
              <a:ahLst/>
              <a:cxnLst>
                <a:cxn ang="0">
                  <a:pos x="T0" y="T1"/>
                </a:cxn>
                <a:cxn ang="0">
                  <a:pos x="T2" y="T3"/>
                </a:cxn>
                <a:cxn ang="0">
                  <a:pos x="T4" y="T5"/>
                </a:cxn>
                <a:cxn ang="0">
                  <a:pos x="T6" y="T7"/>
                </a:cxn>
                <a:cxn ang="0">
                  <a:pos x="T8" y="T9"/>
                </a:cxn>
              </a:cxnLst>
              <a:rect l="0" t="0" r="r" b="b"/>
              <a:pathLst>
                <a:path w="336" h="326">
                  <a:moveTo>
                    <a:pt x="188" y="0"/>
                  </a:moveTo>
                  <a:cubicBezTo>
                    <a:pt x="0" y="187"/>
                    <a:pt x="0" y="187"/>
                    <a:pt x="0" y="187"/>
                  </a:cubicBezTo>
                  <a:cubicBezTo>
                    <a:pt x="86" y="273"/>
                    <a:pt x="205" y="326"/>
                    <a:pt x="336" y="326"/>
                  </a:cubicBezTo>
                  <a:cubicBezTo>
                    <a:pt x="336" y="61"/>
                    <a:pt x="336" y="61"/>
                    <a:pt x="336" y="61"/>
                  </a:cubicBezTo>
                  <a:cubicBezTo>
                    <a:pt x="278" y="61"/>
                    <a:pt x="226" y="38"/>
                    <a:pt x="188" y="0"/>
                  </a:cubicBezTo>
                  <a:close/>
                </a:path>
              </a:pathLst>
            </a:custGeom>
            <a:solidFill>
              <a:srgbClr val="F583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 name="Freeform 8"/>
            <p:cNvSpPr>
              <a:spLocks/>
            </p:cNvSpPr>
            <p:nvPr/>
          </p:nvSpPr>
          <p:spPr bwMode="auto">
            <a:xfrm>
              <a:off x="7242176" y="788988"/>
              <a:ext cx="1931988" cy="1881188"/>
            </a:xfrm>
            <a:custGeom>
              <a:avLst/>
              <a:gdLst>
                <a:gd name="T0" fmla="*/ 336 w 336"/>
                <a:gd name="T1" fmla="*/ 265 h 327"/>
                <a:gd name="T2" fmla="*/ 336 w 336"/>
                <a:gd name="T3" fmla="*/ 0 h 327"/>
                <a:gd name="T4" fmla="*/ 0 w 336"/>
                <a:gd name="T5" fmla="*/ 139 h 327"/>
                <a:gd name="T6" fmla="*/ 188 w 336"/>
                <a:gd name="T7" fmla="*/ 327 h 327"/>
                <a:gd name="T8" fmla="*/ 336 w 336"/>
                <a:gd name="T9" fmla="*/ 265 h 327"/>
              </a:gdLst>
              <a:ahLst/>
              <a:cxnLst>
                <a:cxn ang="0">
                  <a:pos x="T0" y="T1"/>
                </a:cxn>
                <a:cxn ang="0">
                  <a:pos x="T2" y="T3"/>
                </a:cxn>
                <a:cxn ang="0">
                  <a:pos x="T4" y="T5"/>
                </a:cxn>
                <a:cxn ang="0">
                  <a:pos x="T6" y="T7"/>
                </a:cxn>
                <a:cxn ang="0">
                  <a:pos x="T8" y="T9"/>
                </a:cxn>
              </a:cxnLst>
              <a:rect l="0" t="0" r="r" b="b"/>
              <a:pathLst>
                <a:path w="336" h="327">
                  <a:moveTo>
                    <a:pt x="336" y="265"/>
                  </a:moveTo>
                  <a:cubicBezTo>
                    <a:pt x="336" y="0"/>
                    <a:pt x="336" y="0"/>
                    <a:pt x="336" y="0"/>
                  </a:cubicBezTo>
                  <a:cubicBezTo>
                    <a:pt x="205" y="0"/>
                    <a:pt x="86" y="53"/>
                    <a:pt x="0" y="139"/>
                  </a:cubicBezTo>
                  <a:cubicBezTo>
                    <a:pt x="188" y="327"/>
                    <a:pt x="188" y="327"/>
                    <a:pt x="188" y="327"/>
                  </a:cubicBezTo>
                  <a:cubicBezTo>
                    <a:pt x="226" y="289"/>
                    <a:pt x="278" y="265"/>
                    <a:pt x="336" y="265"/>
                  </a:cubicBezTo>
                  <a:close/>
                </a:path>
              </a:pathLst>
            </a:custGeom>
            <a:solidFill>
              <a:srgbClr val="29AB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 name="Freeform 9"/>
            <p:cNvSpPr>
              <a:spLocks/>
            </p:cNvSpPr>
            <p:nvPr/>
          </p:nvSpPr>
          <p:spPr bwMode="auto">
            <a:xfrm>
              <a:off x="10025063" y="1589088"/>
              <a:ext cx="1879600" cy="1931988"/>
            </a:xfrm>
            <a:custGeom>
              <a:avLst/>
              <a:gdLst>
                <a:gd name="T0" fmla="*/ 62 w 327"/>
                <a:gd name="T1" fmla="*/ 336 h 336"/>
                <a:gd name="T2" fmla="*/ 327 w 327"/>
                <a:gd name="T3" fmla="*/ 336 h 336"/>
                <a:gd name="T4" fmla="*/ 188 w 327"/>
                <a:gd name="T5" fmla="*/ 0 h 336"/>
                <a:gd name="T6" fmla="*/ 0 w 327"/>
                <a:gd name="T7" fmla="*/ 188 h 336"/>
                <a:gd name="T8" fmla="*/ 62 w 327"/>
                <a:gd name="T9" fmla="*/ 336 h 336"/>
              </a:gdLst>
              <a:ahLst/>
              <a:cxnLst>
                <a:cxn ang="0">
                  <a:pos x="T0" y="T1"/>
                </a:cxn>
                <a:cxn ang="0">
                  <a:pos x="T2" y="T3"/>
                </a:cxn>
                <a:cxn ang="0">
                  <a:pos x="T4" y="T5"/>
                </a:cxn>
                <a:cxn ang="0">
                  <a:pos x="T6" y="T7"/>
                </a:cxn>
                <a:cxn ang="0">
                  <a:pos x="T8" y="T9"/>
                </a:cxn>
              </a:cxnLst>
              <a:rect l="0" t="0" r="r" b="b"/>
              <a:pathLst>
                <a:path w="327" h="336">
                  <a:moveTo>
                    <a:pt x="62" y="336"/>
                  </a:moveTo>
                  <a:cubicBezTo>
                    <a:pt x="327" y="336"/>
                    <a:pt x="327" y="336"/>
                    <a:pt x="327" y="336"/>
                  </a:cubicBezTo>
                  <a:cubicBezTo>
                    <a:pt x="327" y="205"/>
                    <a:pt x="274" y="86"/>
                    <a:pt x="188" y="0"/>
                  </a:cubicBezTo>
                  <a:cubicBezTo>
                    <a:pt x="0" y="188"/>
                    <a:pt x="0" y="188"/>
                    <a:pt x="0" y="188"/>
                  </a:cubicBezTo>
                  <a:cubicBezTo>
                    <a:pt x="38" y="226"/>
                    <a:pt x="62" y="278"/>
                    <a:pt x="62" y="336"/>
                  </a:cubicBezTo>
                  <a:close/>
                </a:path>
              </a:pathLst>
            </a:custGeom>
            <a:solidFill>
              <a:srgbClr val="AAD8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 name="Freeform 10"/>
            <p:cNvSpPr>
              <a:spLocks/>
            </p:cNvSpPr>
            <p:nvPr/>
          </p:nvSpPr>
          <p:spPr bwMode="auto">
            <a:xfrm>
              <a:off x="9174163" y="788988"/>
              <a:ext cx="1931988" cy="1881188"/>
            </a:xfrm>
            <a:custGeom>
              <a:avLst/>
              <a:gdLst>
                <a:gd name="T0" fmla="*/ 148 w 336"/>
                <a:gd name="T1" fmla="*/ 327 h 327"/>
                <a:gd name="T2" fmla="*/ 336 w 336"/>
                <a:gd name="T3" fmla="*/ 139 h 327"/>
                <a:gd name="T4" fmla="*/ 0 w 336"/>
                <a:gd name="T5" fmla="*/ 0 h 327"/>
                <a:gd name="T6" fmla="*/ 0 w 336"/>
                <a:gd name="T7" fmla="*/ 265 h 327"/>
                <a:gd name="T8" fmla="*/ 148 w 336"/>
                <a:gd name="T9" fmla="*/ 327 h 327"/>
              </a:gdLst>
              <a:ahLst/>
              <a:cxnLst>
                <a:cxn ang="0">
                  <a:pos x="T0" y="T1"/>
                </a:cxn>
                <a:cxn ang="0">
                  <a:pos x="T2" y="T3"/>
                </a:cxn>
                <a:cxn ang="0">
                  <a:pos x="T4" y="T5"/>
                </a:cxn>
                <a:cxn ang="0">
                  <a:pos x="T6" y="T7"/>
                </a:cxn>
                <a:cxn ang="0">
                  <a:pos x="T8" y="T9"/>
                </a:cxn>
              </a:cxnLst>
              <a:rect l="0" t="0" r="r" b="b"/>
              <a:pathLst>
                <a:path w="336" h="327">
                  <a:moveTo>
                    <a:pt x="148" y="327"/>
                  </a:moveTo>
                  <a:cubicBezTo>
                    <a:pt x="336" y="139"/>
                    <a:pt x="336" y="139"/>
                    <a:pt x="336" y="139"/>
                  </a:cubicBezTo>
                  <a:cubicBezTo>
                    <a:pt x="250" y="53"/>
                    <a:pt x="131" y="0"/>
                    <a:pt x="0" y="0"/>
                  </a:cubicBezTo>
                  <a:cubicBezTo>
                    <a:pt x="0" y="265"/>
                    <a:pt x="0" y="265"/>
                    <a:pt x="0" y="265"/>
                  </a:cubicBezTo>
                  <a:cubicBezTo>
                    <a:pt x="58" y="265"/>
                    <a:pt x="110" y="289"/>
                    <a:pt x="148" y="327"/>
                  </a:cubicBezTo>
                  <a:close/>
                </a:path>
              </a:pathLst>
            </a:custGeom>
            <a:solidFill>
              <a:srgbClr val="0AA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 name="Freeform 11"/>
            <p:cNvSpPr>
              <a:spLocks/>
            </p:cNvSpPr>
            <p:nvPr/>
          </p:nvSpPr>
          <p:spPr bwMode="auto">
            <a:xfrm>
              <a:off x="6443663" y="1589088"/>
              <a:ext cx="1879600" cy="1931988"/>
            </a:xfrm>
            <a:custGeom>
              <a:avLst/>
              <a:gdLst>
                <a:gd name="T0" fmla="*/ 327 w 327"/>
                <a:gd name="T1" fmla="*/ 188 h 336"/>
                <a:gd name="T2" fmla="*/ 139 w 327"/>
                <a:gd name="T3" fmla="*/ 0 h 336"/>
                <a:gd name="T4" fmla="*/ 0 w 327"/>
                <a:gd name="T5" fmla="*/ 336 h 336"/>
                <a:gd name="T6" fmla="*/ 266 w 327"/>
                <a:gd name="T7" fmla="*/ 336 h 336"/>
                <a:gd name="T8" fmla="*/ 327 w 327"/>
                <a:gd name="T9" fmla="*/ 188 h 336"/>
              </a:gdLst>
              <a:ahLst/>
              <a:cxnLst>
                <a:cxn ang="0">
                  <a:pos x="T0" y="T1"/>
                </a:cxn>
                <a:cxn ang="0">
                  <a:pos x="T2" y="T3"/>
                </a:cxn>
                <a:cxn ang="0">
                  <a:pos x="T4" y="T5"/>
                </a:cxn>
                <a:cxn ang="0">
                  <a:pos x="T6" y="T7"/>
                </a:cxn>
                <a:cxn ang="0">
                  <a:pos x="T8" y="T9"/>
                </a:cxn>
              </a:cxnLst>
              <a:rect l="0" t="0" r="r" b="b"/>
              <a:pathLst>
                <a:path w="327" h="336">
                  <a:moveTo>
                    <a:pt x="327" y="188"/>
                  </a:moveTo>
                  <a:cubicBezTo>
                    <a:pt x="139" y="0"/>
                    <a:pt x="139" y="0"/>
                    <a:pt x="139" y="0"/>
                  </a:cubicBezTo>
                  <a:cubicBezTo>
                    <a:pt x="54" y="86"/>
                    <a:pt x="0" y="205"/>
                    <a:pt x="0" y="336"/>
                  </a:cubicBezTo>
                  <a:cubicBezTo>
                    <a:pt x="266" y="336"/>
                    <a:pt x="266" y="336"/>
                    <a:pt x="266" y="336"/>
                  </a:cubicBezTo>
                  <a:cubicBezTo>
                    <a:pt x="266" y="278"/>
                    <a:pt x="289" y="226"/>
                    <a:pt x="327" y="188"/>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 name="Freeform 12"/>
            <p:cNvSpPr>
              <a:spLocks/>
            </p:cNvSpPr>
            <p:nvPr/>
          </p:nvSpPr>
          <p:spPr bwMode="auto">
            <a:xfrm>
              <a:off x="6443663" y="3521076"/>
              <a:ext cx="1879600" cy="1925638"/>
            </a:xfrm>
            <a:custGeom>
              <a:avLst/>
              <a:gdLst>
                <a:gd name="T0" fmla="*/ 266 w 327"/>
                <a:gd name="T1" fmla="*/ 0 h 335"/>
                <a:gd name="T2" fmla="*/ 0 w 327"/>
                <a:gd name="T3" fmla="*/ 0 h 335"/>
                <a:gd name="T4" fmla="*/ 139 w 327"/>
                <a:gd name="T5" fmla="*/ 335 h 335"/>
                <a:gd name="T6" fmla="*/ 327 w 327"/>
                <a:gd name="T7" fmla="*/ 148 h 335"/>
                <a:gd name="T8" fmla="*/ 266 w 327"/>
                <a:gd name="T9" fmla="*/ 0 h 335"/>
              </a:gdLst>
              <a:ahLst/>
              <a:cxnLst>
                <a:cxn ang="0">
                  <a:pos x="T0" y="T1"/>
                </a:cxn>
                <a:cxn ang="0">
                  <a:pos x="T2" y="T3"/>
                </a:cxn>
                <a:cxn ang="0">
                  <a:pos x="T4" y="T5"/>
                </a:cxn>
                <a:cxn ang="0">
                  <a:pos x="T6" y="T7"/>
                </a:cxn>
                <a:cxn ang="0">
                  <a:pos x="T8" y="T9"/>
                </a:cxn>
              </a:cxnLst>
              <a:rect l="0" t="0" r="r" b="b"/>
              <a:pathLst>
                <a:path w="327" h="335">
                  <a:moveTo>
                    <a:pt x="266" y="0"/>
                  </a:moveTo>
                  <a:cubicBezTo>
                    <a:pt x="0" y="0"/>
                    <a:pt x="0" y="0"/>
                    <a:pt x="0" y="0"/>
                  </a:cubicBezTo>
                  <a:cubicBezTo>
                    <a:pt x="0" y="131"/>
                    <a:pt x="54" y="250"/>
                    <a:pt x="139" y="335"/>
                  </a:cubicBezTo>
                  <a:cubicBezTo>
                    <a:pt x="327" y="148"/>
                    <a:pt x="327" y="148"/>
                    <a:pt x="327" y="148"/>
                  </a:cubicBezTo>
                  <a:cubicBezTo>
                    <a:pt x="289" y="110"/>
                    <a:pt x="266" y="58"/>
                    <a:pt x="266" y="0"/>
                  </a:cubicBezTo>
                  <a:close/>
                </a:path>
              </a:pathLst>
            </a:custGeom>
            <a:solidFill>
              <a:srgbClr val="DD36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 name="Freeform 13"/>
            <p:cNvSpPr>
              <a:spLocks/>
            </p:cNvSpPr>
            <p:nvPr/>
          </p:nvSpPr>
          <p:spPr bwMode="auto">
            <a:xfrm>
              <a:off x="8478838" y="2778126"/>
              <a:ext cx="425450" cy="1466850"/>
            </a:xfrm>
            <a:custGeom>
              <a:avLst/>
              <a:gdLst>
                <a:gd name="T0" fmla="*/ 71 w 74"/>
                <a:gd name="T1" fmla="*/ 56 h 255"/>
                <a:gd name="T2" fmla="*/ 68 w 74"/>
                <a:gd name="T3" fmla="*/ 54 h 255"/>
                <a:gd name="T4" fmla="*/ 46 w 74"/>
                <a:gd name="T5" fmla="*/ 46 h 255"/>
                <a:gd name="T6" fmla="*/ 46 w 74"/>
                <a:gd name="T7" fmla="*/ 46 h 255"/>
                <a:gd name="T8" fmla="*/ 46 w 74"/>
                <a:gd name="T9" fmla="*/ 43 h 255"/>
                <a:gd name="T10" fmla="*/ 54 w 74"/>
                <a:gd name="T11" fmla="*/ 29 h 255"/>
                <a:gd name="T12" fmla="*/ 55 w 74"/>
                <a:gd name="T13" fmla="*/ 16 h 255"/>
                <a:gd name="T14" fmla="*/ 38 w 74"/>
                <a:gd name="T15" fmla="*/ 0 h 255"/>
                <a:gd name="T16" fmla="*/ 20 w 74"/>
                <a:gd name="T17" fmla="*/ 16 h 255"/>
                <a:gd name="T18" fmla="*/ 22 w 74"/>
                <a:gd name="T19" fmla="*/ 29 h 255"/>
                <a:gd name="T20" fmla="*/ 30 w 74"/>
                <a:gd name="T21" fmla="*/ 43 h 255"/>
                <a:gd name="T22" fmla="*/ 30 w 74"/>
                <a:gd name="T23" fmla="*/ 46 h 255"/>
                <a:gd name="T24" fmla="*/ 29 w 74"/>
                <a:gd name="T25" fmla="*/ 46 h 255"/>
                <a:gd name="T26" fmla="*/ 8 w 74"/>
                <a:gd name="T27" fmla="*/ 54 h 255"/>
                <a:gd name="T28" fmla="*/ 5 w 74"/>
                <a:gd name="T29" fmla="*/ 55 h 255"/>
                <a:gd name="T30" fmla="*/ 0 w 74"/>
                <a:gd name="T31" fmla="*/ 63 h 255"/>
                <a:gd name="T32" fmla="*/ 0 w 74"/>
                <a:gd name="T33" fmla="*/ 133 h 255"/>
                <a:gd name="T34" fmla="*/ 9 w 74"/>
                <a:gd name="T35" fmla="*/ 142 h 255"/>
                <a:gd name="T36" fmla="*/ 12 w 74"/>
                <a:gd name="T37" fmla="*/ 141 h 255"/>
                <a:gd name="T38" fmla="*/ 11 w 74"/>
                <a:gd name="T39" fmla="*/ 142 h 255"/>
                <a:gd name="T40" fmla="*/ 11 w 74"/>
                <a:gd name="T41" fmla="*/ 243 h 255"/>
                <a:gd name="T42" fmla="*/ 23 w 74"/>
                <a:gd name="T43" fmla="*/ 255 h 255"/>
                <a:gd name="T44" fmla="*/ 35 w 74"/>
                <a:gd name="T45" fmla="*/ 243 h 255"/>
                <a:gd name="T46" fmla="*/ 35 w 74"/>
                <a:gd name="T47" fmla="*/ 162 h 255"/>
                <a:gd name="T48" fmla="*/ 37 w 74"/>
                <a:gd name="T49" fmla="*/ 162 h 255"/>
                <a:gd name="T50" fmla="*/ 40 w 74"/>
                <a:gd name="T51" fmla="*/ 162 h 255"/>
                <a:gd name="T52" fmla="*/ 40 w 74"/>
                <a:gd name="T53" fmla="*/ 243 h 255"/>
                <a:gd name="T54" fmla="*/ 52 w 74"/>
                <a:gd name="T55" fmla="*/ 255 h 255"/>
                <a:gd name="T56" fmla="*/ 63 w 74"/>
                <a:gd name="T57" fmla="*/ 243 h 255"/>
                <a:gd name="T58" fmla="*/ 63 w 74"/>
                <a:gd name="T59" fmla="*/ 142 h 255"/>
                <a:gd name="T60" fmla="*/ 64 w 74"/>
                <a:gd name="T61" fmla="*/ 142 h 255"/>
                <a:gd name="T62" fmla="*/ 66 w 74"/>
                <a:gd name="T63" fmla="*/ 142 h 255"/>
                <a:gd name="T64" fmla="*/ 74 w 74"/>
                <a:gd name="T65" fmla="*/ 133 h 255"/>
                <a:gd name="T66" fmla="*/ 74 w 74"/>
                <a:gd name="T67" fmla="*/ 63 h 255"/>
                <a:gd name="T68" fmla="*/ 71 w 74"/>
                <a:gd name="T69" fmla="*/ 56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4" h="255">
                  <a:moveTo>
                    <a:pt x="71" y="56"/>
                  </a:moveTo>
                  <a:cubicBezTo>
                    <a:pt x="70" y="54"/>
                    <a:pt x="68" y="54"/>
                    <a:pt x="68" y="54"/>
                  </a:cubicBezTo>
                  <a:cubicBezTo>
                    <a:pt x="46" y="46"/>
                    <a:pt x="46" y="46"/>
                    <a:pt x="46" y="46"/>
                  </a:cubicBezTo>
                  <a:cubicBezTo>
                    <a:pt x="46" y="46"/>
                    <a:pt x="46" y="46"/>
                    <a:pt x="46" y="46"/>
                  </a:cubicBezTo>
                  <a:cubicBezTo>
                    <a:pt x="46" y="43"/>
                    <a:pt x="46" y="43"/>
                    <a:pt x="46" y="43"/>
                  </a:cubicBezTo>
                  <a:cubicBezTo>
                    <a:pt x="50" y="41"/>
                    <a:pt x="52" y="36"/>
                    <a:pt x="54" y="29"/>
                  </a:cubicBezTo>
                  <a:cubicBezTo>
                    <a:pt x="55" y="16"/>
                    <a:pt x="55" y="16"/>
                    <a:pt x="55" y="16"/>
                  </a:cubicBezTo>
                  <a:cubicBezTo>
                    <a:pt x="55" y="7"/>
                    <a:pt x="47" y="0"/>
                    <a:pt x="38" y="0"/>
                  </a:cubicBezTo>
                  <a:cubicBezTo>
                    <a:pt x="28" y="0"/>
                    <a:pt x="20" y="7"/>
                    <a:pt x="20" y="16"/>
                  </a:cubicBezTo>
                  <a:cubicBezTo>
                    <a:pt x="22" y="29"/>
                    <a:pt x="22" y="29"/>
                    <a:pt x="22" y="29"/>
                  </a:cubicBezTo>
                  <a:cubicBezTo>
                    <a:pt x="23" y="36"/>
                    <a:pt x="26" y="40"/>
                    <a:pt x="30" y="43"/>
                  </a:cubicBezTo>
                  <a:cubicBezTo>
                    <a:pt x="30" y="46"/>
                    <a:pt x="30" y="46"/>
                    <a:pt x="30" y="46"/>
                  </a:cubicBezTo>
                  <a:cubicBezTo>
                    <a:pt x="29" y="46"/>
                    <a:pt x="29" y="46"/>
                    <a:pt x="29" y="46"/>
                  </a:cubicBezTo>
                  <a:cubicBezTo>
                    <a:pt x="8" y="54"/>
                    <a:pt x="8" y="54"/>
                    <a:pt x="8" y="54"/>
                  </a:cubicBezTo>
                  <a:cubicBezTo>
                    <a:pt x="8" y="54"/>
                    <a:pt x="6" y="54"/>
                    <a:pt x="5" y="55"/>
                  </a:cubicBezTo>
                  <a:cubicBezTo>
                    <a:pt x="2" y="56"/>
                    <a:pt x="0" y="59"/>
                    <a:pt x="0" y="63"/>
                  </a:cubicBezTo>
                  <a:cubicBezTo>
                    <a:pt x="0" y="133"/>
                    <a:pt x="0" y="133"/>
                    <a:pt x="0" y="133"/>
                  </a:cubicBezTo>
                  <a:cubicBezTo>
                    <a:pt x="0" y="138"/>
                    <a:pt x="4" y="142"/>
                    <a:pt x="9" y="142"/>
                  </a:cubicBezTo>
                  <a:cubicBezTo>
                    <a:pt x="10" y="142"/>
                    <a:pt x="11" y="142"/>
                    <a:pt x="12" y="141"/>
                  </a:cubicBezTo>
                  <a:cubicBezTo>
                    <a:pt x="12" y="141"/>
                    <a:pt x="11" y="142"/>
                    <a:pt x="11" y="142"/>
                  </a:cubicBezTo>
                  <a:cubicBezTo>
                    <a:pt x="11" y="243"/>
                    <a:pt x="11" y="243"/>
                    <a:pt x="11" y="243"/>
                  </a:cubicBezTo>
                  <a:cubicBezTo>
                    <a:pt x="11" y="250"/>
                    <a:pt x="17" y="255"/>
                    <a:pt x="23" y="255"/>
                  </a:cubicBezTo>
                  <a:cubicBezTo>
                    <a:pt x="30" y="255"/>
                    <a:pt x="35" y="250"/>
                    <a:pt x="35" y="243"/>
                  </a:cubicBezTo>
                  <a:cubicBezTo>
                    <a:pt x="35" y="162"/>
                    <a:pt x="35" y="162"/>
                    <a:pt x="35" y="162"/>
                  </a:cubicBezTo>
                  <a:cubicBezTo>
                    <a:pt x="36" y="162"/>
                    <a:pt x="36" y="162"/>
                    <a:pt x="37" y="162"/>
                  </a:cubicBezTo>
                  <a:cubicBezTo>
                    <a:pt x="38" y="162"/>
                    <a:pt x="39" y="162"/>
                    <a:pt x="40" y="162"/>
                  </a:cubicBezTo>
                  <a:cubicBezTo>
                    <a:pt x="40" y="243"/>
                    <a:pt x="40" y="243"/>
                    <a:pt x="40" y="243"/>
                  </a:cubicBezTo>
                  <a:cubicBezTo>
                    <a:pt x="40" y="250"/>
                    <a:pt x="45" y="255"/>
                    <a:pt x="52" y="255"/>
                  </a:cubicBezTo>
                  <a:cubicBezTo>
                    <a:pt x="58" y="255"/>
                    <a:pt x="63" y="250"/>
                    <a:pt x="63" y="243"/>
                  </a:cubicBezTo>
                  <a:cubicBezTo>
                    <a:pt x="63" y="142"/>
                    <a:pt x="63" y="142"/>
                    <a:pt x="63" y="142"/>
                  </a:cubicBezTo>
                  <a:cubicBezTo>
                    <a:pt x="64" y="142"/>
                    <a:pt x="64" y="142"/>
                    <a:pt x="64" y="142"/>
                  </a:cubicBezTo>
                  <a:cubicBezTo>
                    <a:pt x="65" y="142"/>
                    <a:pt x="65" y="142"/>
                    <a:pt x="66" y="142"/>
                  </a:cubicBezTo>
                  <a:cubicBezTo>
                    <a:pt x="70" y="142"/>
                    <a:pt x="74" y="138"/>
                    <a:pt x="74" y="133"/>
                  </a:cubicBezTo>
                  <a:cubicBezTo>
                    <a:pt x="74" y="63"/>
                    <a:pt x="74" y="63"/>
                    <a:pt x="74" y="63"/>
                  </a:cubicBezTo>
                  <a:cubicBezTo>
                    <a:pt x="74" y="60"/>
                    <a:pt x="73" y="57"/>
                    <a:pt x="71" y="56"/>
                  </a:cubicBez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 name="Freeform 14"/>
            <p:cNvSpPr>
              <a:spLocks/>
            </p:cNvSpPr>
            <p:nvPr/>
          </p:nvSpPr>
          <p:spPr bwMode="auto">
            <a:xfrm>
              <a:off x="8312151" y="3514726"/>
              <a:ext cx="379413" cy="442913"/>
            </a:xfrm>
            <a:custGeom>
              <a:avLst/>
              <a:gdLst>
                <a:gd name="T0" fmla="*/ 65 w 66"/>
                <a:gd name="T1" fmla="*/ 30 h 77"/>
                <a:gd name="T2" fmla="*/ 62 w 66"/>
                <a:gd name="T3" fmla="*/ 25 h 77"/>
                <a:gd name="T4" fmla="*/ 45 w 66"/>
                <a:gd name="T5" fmla="*/ 19 h 77"/>
                <a:gd name="T6" fmla="*/ 45 w 66"/>
                <a:gd name="T7" fmla="*/ 11 h 77"/>
                <a:gd name="T8" fmla="*/ 44 w 66"/>
                <a:gd name="T9" fmla="*/ 8 h 77"/>
                <a:gd name="T10" fmla="*/ 39 w 66"/>
                <a:gd name="T11" fmla="*/ 6 h 77"/>
                <a:gd name="T12" fmla="*/ 39 w 66"/>
                <a:gd name="T13" fmla="*/ 10 h 77"/>
                <a:gd name="T14" fmla="*/ 39 w 66"/>
                <a:gd name="T15" fmla="*/ 10 h 77"/>
                <a:gd name="T16" fmla="*/ 42 w 66"/>
                <a:gd name="T17" fmla="*/ 11 h 77"/>
                <a:gd name="T18" fmla="*/ 42 w 66"/>
                <a:gd name="T19" fmla="*/ 17 h 77"/>
                <a:gd name="T20" fmla="*/ 27 w 66"/>
                <a:gd name="T21" fmla="*/ 11 h 77"/>
                <a:gd name="T22" fmla="*/ 27 w 66"/>
                <a:gd name="T23" fmla="*/ 5 h 77"/>
                <a:gd name="T24" fmla="*/ 29 w 66"/>
                <a:gd name="T25" fmla="*/ 6 h 77"/>
                <a:gd name="T26" fmla="*/ 29 w 66"/>
                <a:gd name="T27" fmla="*/ 2 h 77"/>
                <a:gd name="T28" fmla="*/ 28 w 66"/>
                <a:gd name="T29" fmla="*/ 1 h 77"/>
                <a:gd name="T30" fmla="*/ 23 w 66"/>
                <a:gd name="T31" fmla="*/ 3 h 77"/>
                <a:gd name="T32" fmla="*/ 23 w 66"/>
                <a:gd name="T33" fmla="*/ 10 h 77"/>
                <a:gd name="T34" fmla="*/ 14 w 66"/>
                <a:gd name="T35" fmla="*/ 6 h 77"/>
                <a:gd name="T36" fmla="*/ 7 w 66"/>
                <a:gd name="T37" fmla="*/ 6 h 77"/>
                <a:gd name="T38" fmla="*/ 5 w 66"/>
                <a:gd name="T39" fmla="*/ 7 h 77"/>
                <a:gd name="T40" fmla="*/ 2 w 66"/>
                <a:gd name="T41" fmla="*/ 12 h 77"/>
                <a:gd name="T42" fmla="*/ 0 w 66"/>
                <a:gd name="T43" fmla="*/ 52 h 77"/>
                <a:gd name="T44" fmla="*/ 3 w 66"/>
                <a:gd name="T45" fmla="*/ 57 h 77"/>
                <a:gd name="T46" fmla="*/ 51 w 66"/>
                <a:gd name="T47" fmla="*/ 76 h 77"/>
                <a:gd name="T48" fmla="*/ 58 w 66"/>
                <a:gd name="T49" fmla="*/ 76 h 77"/>
                <a:gd name="T50" fmla="*/ 63 w 66"/>
                <a:gd name="T51" fmla="*/ 73 h 77"/>
                <a:gd name="T52" fmla="*/ 66 w 66"/>
                <a:gd name="T53" fmla="*/ 68 h 77"/>
                <a:gd name="T54" fmla="*/ 65 w 66"/>
                <a:gd name="T55" fmla="*/ 3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6" h="77">
                  <a:moveTo>
                    <a:pt x="65" y="30"/>
                  </a:moveTo>
                  <a:cubicBezTo>
                    <a:pt x="65" y="28"/>
                    <a:pt x="64" y="26"/>
                    <a:pt x="62" y="25"/>
                  </a:cubicBezTo>
                  <a:cubicBezTo>
                    <a:pt x="45" y="19"/>
                    <a:pt x="45" y="19"/>
                    <a:pt x="45" y="19"/>
                  </a:cubicBezTo>
                  <a:cubicBezTo>
                    <a:pt x="45" y="17"/>
                    <a:pt x="45" y="12"/>
                    <a:pt x="45" y="11"/>
                  </a:cubicBezTo>
                  <a:cubicBezTo>
                    <a:pt x="45" y="9"/>
                    <a:pt x="44" y="8"/>
                    <a:pt x="44" y="8"/>
                  </a:cubicBezTo>
                  <a:cubicBezTo>
                    <a:pt x="44" y="8"/>
                    <a:pt x="42" y="7"/>
                    <a:pt x="39" y="6"/>
                  </a:cubicBezTo>
                  <a:cubicBezTo>
                    <a:pt x="39" y="6"/>
                    <a:pt x="36" y="8"/>
                    <a:pt x="39" y="10"/>
                  </a:cubicBezTo>
                  <a:cubicBezTo>
                    <a:pt x="39" y="10"/>
                    <a:pt x="39" y="10"/>
                    <a:pt x="39" y="10"/>
                  </a:cubicBezTo>
                  <a:cubicBezTo>
                    <a:pt x="40" y="11"/>
                    <a:pt x="41" y="11"/>
                    <a:pt x="42" y="11"/>
                  </a:cubicBezTo>
                  <a:cubicBezTo>
                    <a:pt x="42" y="17"/>
                    <a:pt x="42" y="17"/>
                    <a:pt x="42" y="17"/>
                  </a:cubicBezTo>
                  <a:cubicBezTo>
                    <a:pt x="27" y="11"/>
                    <a:pt x="27" y="11"/>
                    <a:pt x="27" y="11"/>
                  </a:cubicBezTo>
                  <a:cubicBezTo>
                    <a:pt x="27" y="5"/>
                    <a:pt x="27" y="5"/>
                    <a:pt x="27" y="5"/>
                  </a:cubicBezTo>
                  <a:cubicBezTo>
                    <a:pt x="28" y="5"/>
                    <a:pt x="28" y="6"/>
                    <a:pt x="29" y="6"/>
                  </a:cubicBezTo>
                  <a:cubicBezTo>
                    <a:pt x="29" y="5"/>
                    <a:pt x="29" y="3"/>
                    <a:pt x="29" y="2"/>
                  </a:cubicBezTo>
                  <a:cubicBezTo>
                    <a:pt x="29" y="1"/>
                    <a:pt x="28" y="1"/>
                    <a:pt x="28" y="1"/>
                  </a:cubicBezTo>
                  <a:cubicBezTo>
                    <a:pt x="24" y="0"/>
                    <a:pt x="23" y="3"/>
                    <a:pt x="23" y="3"/>
                  </a:cubicBezTo>
                  <a:cubicBezTo>
                    <a:pt x="23" y="10"/>
                    <a:pt x="23" y="10"/>
                    <a:pt x="23" y="10"/>
                  </a:cubicBezTo>
                  <a:cubicBezTo>
                    <a:pt x="14" y="6"/>
                    <a:pt x="14" y="6"/>
                    <a:pt x="14" y="6"/>
                  </a:cubicBezTo>
                  <a:cubicBezTo>
                    <a:pt x="12" y="5"/>
                    <a:pt x="9" y="5"/>
                    <a:pt x="7" y="6"/>
                  </a:cubicBezTo>
                  <a:cubicBezTo>
                    <a:pt x="5" y="7"/>
                    <a:pt x="5" y="7"/>
                    <a:pt x="5" y="7"/>
                  </a:cubicBezTo>
                  <a:cubicBezTo>
                    <a:pt x="3" y="8"/>
                    <a:pt x="2" y="10"/>
                    <a:pt x="2" y="12"/>
                  </a:cubicBezTo>
                  <a:cubicBezTo>
                    <a:pt x="0" y="52"/>
                    <a:pt x="0" y="52"/>
                    <a:pt x="0" y="52"/>
                  </a:cubicBezTo>
                  <a:cubicBezTo>
                    <a:pt x="0" y="54"/>
                    <a:pt x="1" y="56"/>
                    <a:pt x="3" y="57"/>
                  </a:cubicBezTo>
                  <a:cubicBezTo>
                    <a:pt x="51" y="76"/>
                    <a:pt x="51" y="76"/>
                    <a:pt x="51" y="76"/>
                  </a:cubicBezTo>
                  <a:cubicBezTo>
                    <a:pt x="53" y="77"/>
                    <a:pt x="56" y="77"/>
                    <a:pt x="58" y="76"/>
                  </a:cubicBezTo>
                  <a:cubicBezTo>
                    <a:pt x="63" y="73"/>
                    <a:pt x="63" y="73"/>
                    <a:pt x="63" y="73"/>
                  </a:cubicBezTo>
                  <a:cubicBezTo>
                    <a:pt x="64" y="72"/>
                    <a:pt x="66" y="70"/>
                    <a:pt x="66" y="68"/>
                  </a:cubicBezTo>
                  <a:lnTo>
                    <a:pt x="65" y="30"/>
                  </a:lnTo>
                  <a:close/>
                </a:path>
              </a:pathLst>
            </a:cu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 name="Freeform 15"/>
            <p:cNvSpPr>
              <a:spLocks/>
            </p:cNvSpPr>
            <p:nvPr/>
          </p:nvSpPr>
          <p:spPr bwMode="auto">
            <a:xfrm>
              <a:off x="8678863" y="3065463"/>
              <a:ext cx="28575" cy="12700"/>
            </a:xfrm>
            <a:custGeom>
              <a:avLst/>
              <a:gdLst>
                <a:gd name="T0" fmla="*/ 15 w 18"/>
                <a:gd name="T1" fmla="*/ 8 h 8"/>
                <a:gd name="T2" fmla="*/ 18 w 18"/>
                <a:gd name="T3" fmla="*/ 0 h 8"/>
                <a:gd name="T4" fmla="*/ 0 w 18"/>
                <a:gd name="T5" fmla="*/ 0 h 8"/>
                <a:gd name="T6" fmla="*/ 4 w 18"/>
                <a:gd name="T7" fmla="*/ 8 h 8"/>
                <a:gd name="T8" fmla="*/ 15 w 18"/>
                <a:gd name="T9" fmla="*/ 8 h 8"/>
              </a:gdLst>
              <a:ahLst/>
              <a:cxnLst>
                <a:cxn ang="0">
                  <a:pos x="T0" y="T1"/>
                </a:cxn>
                <a:cxn ang="0">
                  <a:pos x="T2" y="T3"/>
                </a:cxn>
                <a:cxn ang="0">
                  <a:pos x="T4" y="T5"/>
                </a:cxn>
                <a:cxn ang="0">
                  <a:pos x="T6" y="T7"/>
                </a:cxn>
                <a:cxn ang="0">
                  <a:pos x="T8" y="T9"/>
                </a:cxn>
              </a:cxnLst>
              <a:rect l="0" t="0" r="r" b="b"/>
              <a:pathLst>
                <a:path w="18" h="8">
                  <a:moveTo>
                    <a:pt x="15" y="8"/>
                  </a:moveTo>
                  <a:lnTo>
                    <a:pt x="18" y="0"/>
                  </a:lnTo>
                  <a:lnTo>
                    <a:pt x="0" y="0"/>
                  </a:lnTo>
                  <a:lnTo>
                    <a:pt x="4" y="8"/>
                  </a:lnTo>
                  <a:lnTo>
                    <a:pt x="15"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 name="Freeform 16"/>
            <p:cNvSpPr>
              <a:spLocks/>
            </p:cNvSpPr>
            <p:nvPr/>
          </p:nvSpPr>
          <p:spPr bwMode="auto">
            <a:xfrm>
              <a:off x="8661401" y="3089276"/>
              <a:ext cx="69850" cy="293688"/>
            </a:xfrm>
            <a:custGeom>
              <a:avLst/>
              <a:gdLst>
                <a:gd name="T0" fmla="*/ 15 w 44"/>
                <a:gd name="T1" fmla="*/ 0 h 185"/>
                <a:gd name="T2" fmla="*/ 0 w 44"/>
                <a:gd name="T3" fmla="*/ 163 h 185"/>
                <a:gd name="T4" fmla="*/ 22 w 44"/>
                <a:gd name="T5" fmla="*/ 185 h 185"/>
                <a:gd name="T6" fmla="*/ 44 w 44"/>
                <a:gd name="T7" fmla="*/ 163 h 185"/>
                <a:gd name="T8" fmla="*/ 26 w 44"/>
                <a:gd name="T9" fmla="*/ 0 h 185"/>
                <a:gd name="T10" fmla="*/ 15 w 44"/>
                <a:gd name="T11" fmla="*/ 0 h 185"/>
              </a:gdLst>
              <a:ahLst/>
              <a:cxnLst>
                <a:cxn ang="0">
                  <a:pos x="T0" y="T1"/>
                </a:cxn>
                <a:cxn ang="0">
                  <a:pos x="T2" y="T3"/>
                </a:cxn>
                <a:cxn ang="0">
                  <a:pos x="T4" y="T5"/>
                </a:cxn>
                <a:cxn ang="0">
                  <a:pos x="T6" y="T7"/>
                </a:cxn>
                <a:cxn ang="0">
                  <a:pos x="T8" y="T9"/>
                </a:cxn>
                <a:cxn ang="0">
                  <a:pos x="T10" y="T11"/>
                </a:cxn>
              </a:cxnLst>
              <a:rect l="0" t="0" r="r" b="b"/>
              <a:pathLst>
                <a:path w="44" h="185">
                  <a:moveTo>
                    <a:pt x="15" y="0"/>
                  </a:moveTo>
                  <a:lnTo>
                    <a:pt x="0" y="163"/>
                  </a:lnTo>
                  <a:lnTo>
                    <a:pt x="22" y="185"/>
                  </a:lnTo>
                  <a:lnTo>
                    <a:pt x="44" y="163"/>
                  </a:lnTo>
                  <a:lnTo>
                    <a:pt x="26" y="0"/>
                  </a:lnTo>
                  <a:lnTo>
                    <a:pt x="1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 name="Freeform 17"/>
            <p:cNvSpPr>
              <a:spLocks noEditPoints="1"/>
            </p:cNvSpPr>
            <p:nvPr/>
          </p:nvSpPr>
          <p:spPr bwMode="auto">
            <a:xfrm>
              <a:off x="9099551" y="2813051"/>
              <a:ext cx="476250" cy="482600"/>
            </a:xfrm>
            <a:custGeom>
              <a:avLst/>
              <a:gdLst>
                <a:gd name="T0" fmla="*/ 78 w 83"/>
                <a:gd name="T1" fmla="*/ 39 h 84"/>
                <a:gd name="T2" fmla="*/ 72 w 83"/>
                <a:gd name="T3" fmla="*/ 38 h 84"/>
                <a:gd name="T4" fmla="*/ 71 w 83"/>
                <a:gd name="T5" fmla="*/ 32 h 84"/>
                <a:gd name="T6" fmla="*/ 76 w 83"/>
                <a:gd name="T7" fmla="*/ 29 h 84"/>
                <a:gd name="T8" fmla="*/ 77 w 83"/>
                <a:gd name="T9" fmla="*/ 20 h 84"/>
                <a:gd name="T10" fmla="*/ 73 w 83"/>
                <a:gd name="T11" fmla="*/ 15 h 84"/>
                <a:gd name="T12" fmla="*/ 65 w 83"/>
                <a:gd name="T13" fmla="*/ 14 h 84"/>
                <a:gd name="T14" fmla="*/ 60 w 83"/>
                <a:gd name="T15" fmla="*/ 18 h 84"/>
                <a:gd name="T16" fmla="*/ 55 w 83"/>
                <a:gd name="T17" fmla="*/ 15 h 84"/>
                <a:gd name="T18" fmla="*/ 56 w 83"/>
                <a:gd name="T19" fmla="*/ 9 h 84"/>
                <a:gd name="T20" fmla="*/ 51 w 83"/>
                <a:gd name="T21" fmla="*/ 2 h 84"/>
                <a:gd name="T22" fmla="*/ 45 w 83"/>
                <a:gd name="T23" fmla="*/ 1 h 84"/>
                <a:gd name="T24" fmla="*/ 38 w 83"/>
                <a:gd name="T25" fmla="*/ 6 h 84"/>
                <a:gd name="T26" fmla="*/ 37 w 83"/>
                <a:gd name="T27" fmla="*/ 12 h 84"/>
                <a:gd name="T28" fmla="*/ 31 w 83"/>
                <a:gd name="T29" fmla="*/ 13 h 84"/>
                <a:gd name="T30" fmla="*/ 28 w 83"/>
                <a:gd name="T31" fmla="*/ 8 h 84"/>
                <a:gd name="T32" fmla="*/ 20 w 83"/>
                <a:gd name="T33" fmla="*/ 7 h 84"/>
                <a:gd name="T34" fmla="*/ 14 w 83"/>
                <a:gd name="T35" fmla="*/ 11 h 84"/>
                <a:gd name="T36" fmla="*/ 13 w 83"/>
                <a:gd name="T37" fmla="*/ 19 h 84"/>
                <a:gd name="T38" fmla="*/ 16 w 83"/>
                <a:gd name="T39" fmla="*/ 23 h 84"/>
                <a:gd name="T40" fmla="*/ 13 w 83"/>
                <a:gd name="T41" fmla="*/ 29 h 84"/>
                <a:gd name="T42" fmla="*/ 8 w 83"/>
                <a:gd name="T43" fmla="*/ 28 h 84"/>
                <a:gd name="T44" fmla="*/ 1 w 83"/>
                <a:gd name="T45" fmla="*/ 33 h 84"/>
                <a:gd name="T46" fmla="*/ 0 w 83"/>
                <a:gd name="T47" fmla="*/ 39 h 84"/>
                <a:gd name="T48" fmla="*/ 5 w 83"/>
                <a:gd name="T49" fmla="*/ 46 h 84"/>
                <a:gd name="T50" fmla="*/ 10 w 83"/>
                <a:gd name="T51" fmla="*/ 47 h 84"/>
                <a:gd name="T52" fmla="*/ 11 w 83"/>
                <a:gd name="T53" fmla="*/ 53 h 84"/>
                <a:gd name="T54" fmla="*/ 7 w 83"/>
                <a:gd name="T55" fmla="*/ 56 h 84"/>
                <a:gd name="T56" fmla="*/ 6 w 83"/>
                <a:gd name="T57" fmla="*/ 64 h 84"/>
                <a:gd name="T58" fmla="*/ 10 w 83"/>
                <a:gd name="T59" fmla="*/ 70 h 84"/>
                <a:gd name="T60" fmla="*/ 18 w 83"/>
                <a:gd name="T61" fmla="*/ 71 h 84"/>
                <a:gd name="T62" fmla="*/ 22 w 83"/>
                <a:gd name="T63" fmla="*/ 68 h 84"/>
                <a:gd name="T64" fmla="*/ 28 w 83"/>
                <a:gd name="T65" fmla="*/ 71 h 84"/>
                <a:gd name="T66" fmla="*/ 27 w 83"/>
                <a:gd name="T67" fmla="*/ 76 h 84"/>
                <a:gd name="T68" fmla="*/ 32 w 83"/>
                <a:gd name="T69" fmla="*/ 83 h 84"/>
                <a:gd name="T70" fmla="*/ 39 w 83"/>
                <a:gd name="T71" fmla="*/ 84 h 84"/>
                <a:gd name="T72" fmla="*/ 45 w 83"/>
                <a:gd name="T73" fmla="*/ 79 h 84"/>
                <a:gd name="T74" fmla="*/ 46 w 83"/>
                <a:gd name="T75" fmla="*/ 74 h 84"/>
                <a:gd name="T76" fmla="*/ 52 w 83"/>
                <a:gd name="T77" fmla="*/ 72 h 84"/>
                <a:gd name="T78" fmla="*/ 55 w 83"/>
                <a:gd name="T79" fmla="*/ 77 h 84"/>
                <a:gd name="T80" fmla="*/ 63 w 83"/>
                <a:gd name="T81" fmla="*/ 78 h 84"/>
                <a:gd name="T82" fmla="*/ 69 w 83"/>
                <a:gd name="T83" fmla="*/ 74 h 84"/>
                <a:gd name="T84" fmla="*/ 70 w 83"/>
                <a:gd name="T85" fmla="*/ 66 h 84"/>
                <a:gd name="T86" fmla="*/ 67 w 83"/>
                <a:gd name="T87" fmla="*/ 61 h 84"/>
                <a:gd name="T88" fmla="*/ 70 w 83"/>
                <a:gd name="T89" fmla="*/ 56 h 84"/>
                <a:gd name="T90" fmla="*/ 75 w 83"/>
                <a:gd name="T91" fmla="*/ 57 h 84"/>
                <a:gd name="T92" fmla="*/ 82 w 83"/>
                <a:gd name="T93" fmla="*/ 52 h 84"/>
                <a:gd name="T94" fmla="*/ 83 w 83"/>
                <a:gd name="T95" fmla="*/ 45 h 84"/>
                <a:gd name="T96" fmla="*/ 78 w 83"/>
                <a:gd name="T97" fmla="*/ 39 h 84"/>
                <a:gd name="T98" fmla="*/ 50 w 83"/>
                <a:gd name="T99" fmla="*/ 55 h 84"/>
                <a:gd name="T100" fmla="*/ 28 w 83"/>
                <a:gd name="T101" fmla="*/ 52 h 84"/>
                <a:gd name="T102" fmla="*/ 32 w 83"/>
                <a:gd name="T103" fmla="*/ 30 h 84"/>
                <a:gd name="T104" fmla="*/ 54 w 83"/>
                <a:gd name="T105" fmla="*/ 34 h 84"/>
                <a:gd name="T106" fmla="*/ 50 w 83"/>
                <a:gd name="T107" fmla="*/ 5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3" h="84">
                  <a:moveTo>
                    <a:pt x="78" y="39"/>
                  </a:moveTo>
                  <a:cubicBezTo>
                    <a:pt x="72" y="38"/>
                    <a:pt x="72" y="38"/>
                    <a:pt x="72" y="38"/>
                  </a:cubicBezTo>
                  <a:cubicBezTo>
                    <a:pt x="72" y="36"/>
                    <a:pt x="71" y="34"/>
                    <a:pt x="71" y="32"/>
                  </a:cubicBezTo>
                  <a:cubicBezTo>
                    <a:pt x="76" y="29"/>
                    <a:pt x="76" y="29"/>
                    <a:pt x="76" y="29"/>
                  </a:cubicBezTo>
                  <a:cubicBezTo>
                    <a:pt x="78" y="27"/>
                    <a:pt x="79" y="23"/>
                    <a:pt x="77" y="20"/>
                  </a:cubicBezTo>
                  <a:cubicBezTo>
                    <a:pt x="73" y="15"/>
                    <a:pt x="73" y="15"/>
                    <a:pt x="73" y="15"/>
                  </a:cubicBezTo>
                  <a:cubicBezTo>
                    <a:pt x="71" y="13"/>
                    <a:pt x="67" y="12"/>
                    <a:pt x="65" y="14"/>
                  </a:cubicBezTo>
                  <a:cubicBezTo>
                    <a:pt x="60" y="18"/>
                    <a:pt x="60" y="18"/>
                    <a:pt x="60" y="18"/>
                  </a:cubicBezTo>
                  <a:cubicBezTo>
                    <a:pt x="58" y="16"/>
                    <a:pt x="57" y="15"/>
                    <a:pt x="55" y="15"/>
                  </a:cubicBezTo>
                  <a:cubicBezTo>
                    <a:pt x="56" y="9"/>
                    <a:pt x="56" y="9"/>
                    <a:pt x="56" y="9"/>
                  </a:cubicBezTo>
                  <a:cubicBezTo>
                    <a:pt x="56" y="5"/>
                    <a:pt x="54" y="2"/>
                    <a:pt x="51" y="2"/>
                  </a:cubicBezTo>
                  <a:cubicBezTo>
                    <a:pt x="45" y="1"/>
                    <a:pt x="45" y="1"/>
                    <a:pt x="45" y="1"/>
                  </a:cubicBezTo>
                  <a:cubicBezTo>
                    <a:pt x="41" y="0"/>
                    <a:pt x="38" y="3"/>
                    <a:pt x="38" y="6"/>
                  </a:cubicBezTo>
                  <a:cubicBezTo>
                    <a:pt x="37" y="12"/>
                    <a:pt x="37" y="12"/>
                    <a:pt x="37" y="12"/>
                  </a:cubicBezTo>
                  <a:cubicBezTo>
                    <a:pt x="35" y="12"/>
                    <a:pt x="33" y="12"/>
                    <a:pt x="31" y="13"/>
                  </a:cubicBezTo>
                  <a:cubicBezTo>
                    <a:pt x="28" y="8"/>
                    <a:pt x="28" y="8"/>
                    <a:pt x="28" y="8"/>
                  </a:cubicBezTo>
                  <a:cubicBezTo>
                    <a:pt x="26" y="6"/>
                    <a:pt x="22" y="5"/>
                    <a:pt x="20" y="7"/>
                  </a:cubicBezTo>
                  <a:cubicBezTo>
                    <a:pt x="14" y="11"/>
                    <a:pt x="14" y="11"/>
                    <a:pt x="14" y="11"/>
                  </a:cubicBezTo>
                  <a:cubicBezTo>
                    <a:pt x="12" y="13"/>
                    <a:pt x="11" y="16"/>
                    <a:pt x="13" y="19"/>
                  </a:cubicBezTo>
                  <a:cubicBezTo>
                    <a:pt x="16" y="23"/>
                    <a:pt x="16" y="23"/>
                    <a:pt x="16" y="23"/>
                  </a:cubicBezTo>
                  <a:cubicBezTo>
                    <a:pt x="15" y="25"/>
                    <a:pt x="14" y="27"/>
                    <a:pt x="13" y="29"/>
                  </a:cubicBezTo>
                  <a:cubicBezTo>
                    <a:pt x="8" y="28"/>
                    <a:pt x="8" y="28"/>
                    <a:pt x="8" y="28"/>
                  </a:cubicBezTo>
                  <a:cubicBezTo>
                    <a:pt x="4" y="28"/>
                    <a:pt x="2" y="30"/>
                    <a:pt x="1" y="33"/>
                  </a:cubicBezTo>
                  <a:cubicBezTo>
                    <a:pt x="0" y="39"/>
                    <a:pt x="0" y="39"/>
                    <a:pt x="0" y="39"/>
                  </a:cubicBezTo>
                  <a:cubicBezTo>
                    <a:pt x="0" y="43"/>
                    <a:pt x="2" y="46"/>
                    <a:pt x="5" y="46"/>
                  </a:cubicBezTo>
                  <a:cubicBezTo>
                    <a:pt x="10" y="47"/>
                    <a:pt x="10" y="47"/>
                    <a:pt x="10" y="47"/>
                  </a:cubicBezTo>
                  <a:cubicBezTo>
                    <a:pt x="10" y="49"/>
                    <a:pt x="11" y="51"/>
                    <a:pt x="11" y="53"/>
                  </a:cubicBezTo>
                  <a:cubicBezTo>
                    <a:pt x="7" y="56"/>
                    <a:pt x="7" y="56"/>
                    <a:pt x="7" y="56"/>
                  </a:cubicBezTo>
                  <a:cubicBezTo>
                    <a:pt x="5" y="58"/>
                    <a:pt x="4" y="62"/>
                    <a:pt x="6" y="64"/>
                  </a:cubicBezTo>
                  <a:cubicBezTo>
                    <a:pt x="10" y="70"/>
                    <a:pt x="10" y="70"/>
                    <a:pt x="10" y="70"/>
                  </a:cubicBezTo>
                  <a:cubicBezTo>
                    <a:pt x="12" y="72"/>
                    <a:pt x="16" y="73"/>
                    <a:pt x="18" y="71"/>
                  </a:cubicBezTo>
                  <a:cubicBezTo>
                    <a:pt x="22" y="68"/>
                    <a:pt x="22" y="68"/>
                    <a:pt x="22" y="68"/>
                  </a:cubicBezTo>
                  <a:cubicBezTo>
                    <a:pt x="24" y="69"/>
                    <a:pt x="26" y="70"/>
                    <a:pt x="28" y="71"/>
                  </a:cubicBezTo>
                  <a:cubicBezTo>
                    <a:pt x="27" y="76"/>
                    <a:pt x="27" y="76"/>
                    <a:pt x="27" y="76"/>
                  </a:cubicBezTo>
                  <a:cubicBezTo>
                    <a:pt x="27" y="79"/>
                    <a:pt x="29" y="82"/>
                    <a:pt x="32" y="83"/>
                  </a:cubicBezTo>
                  <a:cubicBezTo>
                    <a:pt x="39" y="84"/>
                    <a:pt x="39" y="84"/>
                    <a:pt x="39" y="84"/>
                  </a:cubicBezTo>
                  <a:cubicBezTo>
                    <a:pt x="42" y="84"/>
                    <a:pt x="45" y="82"/>
                    <a:pt x="45" y="79"/>
                  </a:cubicBezTo>
                  <a:cubicBezTo>
                    <a:pt x="46" y="74"/>
                    <a:pt x="46" y="74"/>
                    <a:pt x="46" y="74"/>
                  </a:cubicBezTo>
                  <a:cubicBezTo>
                    <a:pt x="48" y="74"/>
                    <a:pt x="50" y="73"/>
                    <a:pt x="52" y="72"/>
                  </a:cubicBezTo>
                  <a:cubicBezTo>
                    <a:pt x="55" y="77"/>
                    <a:pt x="55" y="77"/>
                    <a:pt x="55" y="77"/>
                  </a:cubicBezTo>
                  <a:cubicBezTo>
                    <a:pt x="57" y="79"/>
                    <a:pt x="61" y="80"/>
                    <a:pt x="63" y="78"/>
                  </a:cubicBezTo>
                  <a:cubicBezTo>
                    <a:pt x="69" y="74"/>
                    <a:pt x="69" y="74"/>
                    <a:pt x="69" y="74"/>
                  </a:cubicBezTo>
                  <a:cubicBezTo>
                    <a:pt x="71" y="72"/>
                    <a:pt x="72" y="68"/>
                    <a:pt x="70" y="66"/>
                  </a:cubicBezTo>
                  <a:cubicBezTo>
                    <a:pt x="67" y="61"/>
                    <a:pt x="67" y="61"/>
                    <a:pt x="67" y="61"/>
                  </a:cubicBezTo>
                  <a:cubicBezTo>
                    <a:pt x="68" y="59"/>
                    <a:pt x="69" y="58"/>
                    <a:pt x="70" y="56"/>
                  </a:cubicBezTo>
                  <a:cubicBezTo>
                    <a:pt x="75" y="57"/>
                    <a:pt x="75" y="57"/>
                    <a:pt x="75" y="57"/>
                  </a:cubicBezTo>
                  <a:cubicBezTo>
                    <a:pt x="79" y="57"/>
                    <a:pt x="82" y="55"/>
                    <a:pt x="82" y="52"/>
                  </a:cubicBezTo>
                  <a:cubicBezTo>
                    <a:pt x="83" y="45"/>
                    <a:pt x="83" y="45"/>
                    <a:pt x="83" y="45"/>
                  </a:cubicBezTo>
                  <a:cubicBezTo>
                    <a:pt x="83" y="42"/>
                    <a:pt x="81" y="39"/>
                    <a:pt x="78" y="39"/>
                  </a:cubicBezTo>
                  <a:close/>
                  <a:moveTo>
                    <a:pt x="50" y="55"/>
                  </a:moveTo>
                  <a:cubicBezTo>
                    <a:pt x="43" y="61"/>
                    <a:pt x="33" y="59"/>
                    <a:pt x="28" y="52"/>
                  </a:cubicBezTo>
                  <a:cubicBezTo>
                    <a:pt x="23" y="45"/>
                    <a:pt x="25" y="35"/>
                    <a:pt x="32" y="30"/>
                  </a:cubicBezTo>
                  <a:cubicBezTo>
                    <a:pt x="39" y="25"/>
                    <a:pt x="49" y="27"/>
                    <a:pt x="54" y="34"/>
                  </a:cubicBezTo>
                  <a:cubicBezTo>
                    <a:pt x="59" y="40"/>
                    <a:pt x="57" y="50"/>
                    <a:pt x="50" y="55"/>
                  </a:cubicBezTo>
                  <a:close/>
                </a:path>
              </a:pathLst>
            </a:custGeom>
            <a:solidFill>
              <a:srgbClr val="3936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 name="Freeform 18"/>
            <p:cNvSpPr>
              <a:spLocks noEditPoints="1"/>
            </p:cNvSpPr>
            <p:nvPr/>
          </p:nvSpPr>
          <p:spPr bwMode="auto">
            <a:xfrm>
              <a:off x="9558338" y="3082926"/>
              <a:ext cx="276225" cy="276225"/>
            </a:xfrm>
            <a:custGeom>
              <a:avLst/>
              <a:gdLst>
                <a:gd name="T0" fmla="*/ 45 w 48"/>
                <a:gd name="T1" fmla="*/ 22 h 48"/>
                <a:gd name="T2" fmla="*/ 41 w 48"/>
                <a:gd name="T3" fmla="*/ 21 h 48"/>
                <a:gd name="T4" fmla="*/ 41 w 48"/>
                <a:gd name="T5" fmla="*/ 18 h 48"/>
                <a:gd name="T6" fmla="*/ 44 w 48"/>
                <a:gd name="T7" fmla="*/ 16 h 48"/>
                <a:gd name="T8" fmla="*/ 44 w 48"/>
                <a:gd name="T9" fmla="*/ 11 h 48"/>
                <a:gd name="T10" fmla="*/ 42 w 48"/>
                <a:gd name="T11" fmla="*/ 8 h 48"/>
                <a:gd name="T12" fmla="*/ 37 w 48"/>
                <a:gd name="T13" fmla="*/ 8 h 48"/>
                <a:gd name="T14" fmla="*/ 34 w 48"/>
                <a:gd name="T15" fmla="*/ 10 h 48"/>
                <a:gd name="T16" fmla="*/ 32 w 48"/>
                <a:gd name="T17" fmla="*/ 8 h 48"/>
                <a:gd name="T18" fmla="*/ 32 w 48"/>
                <a:gd name="T19" fmla="*/ 4 h 48"/>
                <a:gd name="T20" fmla="*/ 29 w 48"/>
                <a:gd name="T21" fmla="*/ 1 h 48"/>
                <a:gd name="T22" fmla="*/ 26 w 48"/>
                <a:gd name="T23" fmla="*/ 0 h 48"/>
                <a:gd name="T24" fmla="*/ 22 w 48"/>
                <a:gd name="T25" fmla="*/ 3 h 48"/>
                <a:gd name="T26" fmla="*/ 21 w 48"/>
                <a:gd name="T27" fmla="*/ 6 h 48"/>
                <a:gd name="T28" fmla="*/ 18 w 48"/>
                <a:gd name="T29" fmla="*/ 7 h 48"/>
                <a:gd name="T30" fmla="*/ 16 w 48"/>
                <a:gd name="T31" fmla="*/ 4 h 48"/>
                <a:gd name="T32" fmla="*/ 11 w 48"/>
                <a:gd name="T33" fmla="*/ 4 h 48"/>
                <a:gd name="T34" fmla="*/ 8 w 48"/>
                <a:gd name="T35" fmla="*/ 6 h 48"/>
                <a:gd name="T36" fmla="*/ 8 w 48"/>
                <a:gd name="T37" fmla="*/ 10 h 48"/>
                <a:gd name="T38" fmla="*/ 9 w 48"/>
                <a:gd name="T39" fmla="*/ 13 h 48"/>
                <a:gd name="T40" fmla="*/ 7 w 48"/>
                <a:gd name="T41" fmla="*/ 16 h 48"/>
                <a:gd name="T42" fmla="*/ 4 w 48"/>
                <a:gd name="T43" fmla="*/ 16 h 48"/>
                <a:gd name="T44" fmla="*/ 1 w 48"/>
                <a:gd name="T45" fmla="*/ 18 h 48"/>
                <a:gd name="T46" fmla="*/ 0 w 48"/>
                <a:gd name="T47" fmla="*/ 22 h 48"/>
                <a:gd name="T48" fmla="*/ 3 w 48"/>
                <a:gd name="T49" fmla="*/ 26 h 48"/>
                <a:gd name="T50" fmla="*/ 6 w 48"/>
                <a:gd name="T51" fmla="*/ 26 h 48"/>
                <a:gd name="T52" fmla="*/ 7 w 48"/>
                <a:gd name="T53" fmla="*/ 30 h 48"/>
                <a:gd name="T54" fmla="*/ 4 w 48"/>
                <a:gd name="T55" fmla="*/ 32 h 48"/>
                <a:gd name="T56" fmla="*/ 4 w 48"/>
                <a:gd name="T57" fmla="*/ 36 h 48"/>
                <a:gd name="T58" fmla="*/ 6 w 48"/>
                <a:gd name="T59" fmla="*/ 39 h 48"/>
                <a:gd name="T60" fmla="*/ 11 w 48"/>
                <a:gd name="T61" fmla="*/ 40 h 48"/>
                <a:gd name="T62" fmla="*/ 13 w 48"/>
                <a:gd name="T63" fmla="*/ 39 h 48"/>
                <a:gd name="T64" fmla="*/ 16 w 48"/>
                <a:gd name="T65" fmla="*/ 41 h 48"/>
                <a:gd name="T66" fmla="*/ 16 w 48"/>
                <a:gd name="T67" fmla="*/ 43 h 48"/>
                <a:gd name="T68" fmla="*/ 18 w 48"/>
                <a:gd name="T69" fmla="*/ 47 h 48"/>
                <a:gd name="T70" fmla="*/ 22 w 48"/>
                <a:gd name="T71" fmla="*/ 48 h 48"/>
                <a:gd name="T72" fmla="*/ 26 w 48"/>
                <a:gd name="T73" fmla="*/ 45 h 48"/>
                <a:gd name="T74" fmla="*/ 26 w 48"/>
                <a:gd name="T75" fmla="*/ 42 h 48"/>
                <a:gd name="T76" fmla="*/ 30 w 48"/>
                <a:gd name="T77" fmla="*/ 41 h 48"/>
                <a:gd name="T78" fmla="*/ 32 w 48"/>
                <a:gd name="T79" fmla="*/ 43 h 48"/>
                <a:gd name="T80" fmla="*/ 36 w 48"/>
                <a:gd name="T81" fmla="*/ 44 h 48"/>
                <a:gd name="T82" fmla="*/ 40 w 48"/>
                <a:gd name="T83" fmla="*/ 42 h 48"/>
                <a:gd name="T84" fmla="*/ 40 w 48"/>
                <a:gd name="T85" fmla="*/ 37 h 48"/>
                <a:gd name="T86" fmla="*/ 38 w 48"/>
                <a:gd name="T87" fmla="*/ 35 h 48"/>
                <a:gd name="T88" fmla="*/ 40 w 48"/>
                <a:gd name="T89" fmla="*/ 32 h 48"/>
                <a:gd name="T90" fmla="*/ 43 w 48"/>
                <a:gd name="T91" fmla="*/ 32 h 48"/>
                <a:gd name="T92" fmla="*/ 47 w 48"/>
                <a:gd name="T93" fmla="*/ 29 h 48"/>
                <a:gd name="T94" fmla="*/ 48 w 48"/>
                <a:gd name="T95" fmla="*/ 26 h 48"/>
                <a:gd name="T96" fmla="*/ 45 w 48"/>
                <a:gd name="T97" fmla="*/ 22 h 48"/>
                <a:gd name="T98" fmla="*/ 29 w 48"/>
                <a:gd name="T99" fmla="*/ 31 h 48"/>
                <a:gd name="T100" fmla="*/ 16 w 48"/>
                <a:gd name="T101" fmla="*/ 29 h 48"/>
                <a:gd name="T102" fmla="*/ 18 w 48"/>
                <a:gd name="T103" fmla="*/ 17 h 48"/>
                <a:gd name="T104" fmla="*/ 31 w 48"/>
                <a:gd name="T105" fmla="*/ 19 h 48"/>
                <a:gd name="T106" fmla="*/ 29 w 48"/>
                <a:gd name="T107" fmla="*/ 3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8" h="48">
                  <a:moveTo>
                    <a:pt x="45" y="22"/>
                  </a:moveTo>
                  <a:cubicBezTo>
                    <a:pt x="41" y="21"/>
                    <a:pt x="41" y="21"/>
                    <a:pt x="41" y="21"/>
                  </a:cubicBezTo>
                  <a:cubicBezTo>
                    <a:pt x="41" y="20"/>
                    <a:pt x="41" y="19"/>
                    <a:pt x="41" y="18"/>
                  </a:cubicBezTo>
                  <a:cubicBezTo>
                    <a:pt x="44" y="16"/>
                    <a:pt x="44" y="16"/>
                    <a:pt x="44" y="16"/>
                  </a:cubicBezTo>
                  <a:cubicBezTo>
                    <a:pt x="45" y="15"/>
                    <a:pt x="45" y="13"/>
                    <a:pt x="44" y="11"/>
                  </a:cubicBezTo>
                  <a:cubicBezTo>
                    <a:pt x="42" y="8"/>
                    <a:pt x="42" y="8"/>
                    <a:pt x="42" y="8"/>
                  </a:cubicBezTo>
                  <a:cubicBezTo>
                    <a:pt x="41" y="7"/>
                    <a:pt x="39" y="6"/>
                    <a:pt x="37" y="8"/>
                  </a:cubicBezTo>
                  <a:cubicBezTo>
                    <a:pt x="34" y="10"/>
                    <a:pt x="34" y="10"/>
                    <a:pt x="34" y="10"/>
                  </a:cubicBezTo>
                  <a:cubicBezTo>
                    <a:pt x="34" y="9"/>
                    <a:pt x="33" y="8"/>
                    <a:pt x="32" y="8"/>
                  </a:cubicBezTo>
                  <a:cubicBezTo>
                    <a:pt x="32" y="4"/>
                    <a:pt x="32" y="4"/>
                    <a:pt x="32" y="4"/>
                  </a:cubicBezTo>
                  <a:cubicBezTo>
                    <a:pt x="32" y="3"/>
                    <a:pt x="31" y="1"/>
                    <a:pt x="29" y="1"/>
                  </a:cubicBezTo>
                  <a:cubicBezTo>
                    <a:pt x="26" y="0"/>
                    <a:pt x="26" y="0"/>
                    <a:pt x="26" y="0"/>
                  </a:cubicBezTo>
                  <a:cubicBezTo>
                    <a:pt x="24" y="0"/>
                    <a:pt x="22" y="1"/>
                    <a:pt x="22" y="3"/>
                  </a:cubicBezTo>
                  <a:cubicBezTo>
                    <a:pt x="21" y="6"/>
                    <a:pt x="21" y="6"/>
                    <a:pt x="21" y="6"/>
                  </a:cubicBezTo>
                  <a:cubicBezTo>
                    <a:pt x="20" y="6"/>
                    <a:pt x="19" y="7"/>
                    <a:pt x="18" y="7"/>
                  </a:cubicBezTo>
                  <a:cubicBezTo>
                    <a:pt x="16" y="4"/>
                    <a:pt x="16" y="4"/>
                    <a:pt x="16" y="4"/>
                  </a:cubicBezTo>
                  <a:cubicBezTo>
                    <a:pt x="15" y="3"/>
                    <a:pt x="13" y="3"/>
                    <a:pt x="11" y="4"/>
                  </a:cubicBezTo>
                  <a:cubicBezTo>
                    <a:pt x="8" y="6"/>
                    <a:pt x="8" y="6"/>
                    <a:pt x="8" y="6"/>
                  </a:cubicBezTo>
                  <a:cubicBezTo>
                    <a:pt x="7" y="7"/>
                    <a:pt x="7" y="9"/>
                    <a:pt x="8" y="10"/>
                  </a:cubicBezTo>
                  <a:cubicBezTo>
                    <a:pt x="9" y="13"/>
                    <a:pt x="9" y="13"/>
                    <a:pt x="9" y="13"/>
                  </a:cubicBezTo>
                  <a:cubicBezTo>
                    <a:pt x="9" y="14"/>
                    <a:pt x="8" y="15"/>
                    <a:pt x="7" y="16"/>
                  </a:cubicBezTo>
                  <a:cubicBezTo>
                    <a:pt x="4" y="16"/>
                    <a:pt x="4" y="16"/>
                    <a:pt x="4" y="16"/>
                  </a:cubicBezTo>
                  <a:cubicBezTo>
                    <a:pt x="3" y="15"/>
                    <a:pt x="1" y="17"/>
                    <a:pt x="1" y="18"/>
                  </a:cubicBezTo>
                  <a:cubicBezTo>
                    <a:pt x="0" y="22"/>
                    <a:pt x="0" y="22"/>
                    <a:pt x="0" y="22"/>
                  </a:cubicBezTo>
                  <a:cubicBezTo>
                    <a:pt x="0" y="24"/>
                    <a:pt x="1" y="26"/>
                    <a:pt x="3" y="26"/>
                  </a:cubicBezTo>
                  <a:cubicBezTo>
                    <a:pt x="6" y="26"/>
                    <a:pt x="6" y="26"/>
                    <a:pt x="6" y="26"/>
                  </a:cubicBezTo>
                  <a:cubicBezTo>
                    <a:pt x="6" y="28"/>
                    <a:pt x="6" y="29"/>
                    <a:pt x="7" y="30"/>
                  </a:cubicBezTo>
                  <a:cubicBezTo>
                    <a:pt x="4" y="32"/>
                    <a:pt x="4" y="32"/>
                    <a:pt x="4" y="32"/>
                  </a:cubicBezTo>
                  <a:cubicBezTo>
                    <a:pt x="3" y="33"/>
                    <a:pt x="3" y="35"/>
                    <a:pt x="4" y="36"/>
                  </a:cubicBezTo>
                  <a:cubicBezTo>
                    <a:pt x="6" y="39"/>
                    <a:pt x="6" y="39"/>
                    <a:pt x="6" y="39"/>
                  </a:cubicBezTo>
                  <a:cubicBezTo>
                    <a:pt x="7" y="41"/>
                    <a:pt x="9" y="41"/>
                    <a:pt x="11" y="40"/>
                  </a:cubicBezTo>
                  <a:cubicBezTo>
                    <a:pt x="13" y="39"/>
                    <a:pt x="13" y="39"/>
                    <a:pt x="13" y="39"/>
                  </a:cubicBezTo>
                  <a:cubicBezTo>
                    <a:pt x="14" y="39"/>
                    <a:pt x="15" y="40"/>
                    <a:pt x="16" y="41"/>
                  </a:cubicBezTo>
                  <a:cubicBezTo>
                    <a:pt x="16" y="43"/>
                    <a:pt x="16" y="43"/>
                    <a:pt x="16" y="43"/>
                  </a:cubicBezTo>
                  <a:cubicBezTo>
                    <a:pt x="15" y="45"/>
                    <a:pt x="17" y="47"/>
                    <a:pt x="18" y="47"/>
                  </a:cubicBezTo>
                  <a:cubicBezTo>
                    <a:pt x="22" y="48"/>
                    <a:pt x="22" y="48"/>
                    <a:pt x="22" y="48"/>
                  </a:cubicBezTo>
                  <a:cubicBezTo>
                    <a:pt x="24" y="48"/>
                    <a:pt x="26" y="47"/>
                    <a:pt x="26" y="45"/>
                  </a:cubicBezTo>
                  <a:cubicBezTo>
                    <a:pt x="26" y="42"/>
                    <a:pt x="26" y="42"/>
                    <a:pt x="26" y="42"/>
                  </a:cubicBezTo>
                  <a:cubicBezTo>
                    <a:pt x="28" y="42"/>
                    <a:pt x="29" y="41"/>
                    <a:pt x="30" y="41"/>
                  </a:cubicBezTo>
                  <a:cubicBezTo>
                    <a:pt x="32" y="43"/>
                    <a:pt x="32" y="43"/>
                    <a:pt x="32" y="43"/>
                  </a:cubicBezTo>
                  <a:cubicBezTo>
                    <a:pt x="33" y="45"/>
                    <a:pt x="35" y="45"/>
                    <a:pt x="36" y="44"/>
                  </a:cubicBezTo>
                  <a:cubicBezTo>
                    <a:pt x="40" y="42"/>
                    <a:pt x="40" y="42"/>
                    <a:pt x="40" y="42"/>
                  </a:cubicBezTo>
                  <a:cubicBezTo>
                    <a:pt x="41" y="41"/>
                    <a:pt x="41" y="39"/>
                    <a:pt x="40" y="37"/>
                  </a:cubicBezTo>
                  <a:cubicBezTo>
                    <a:pt x="38" y="35"/>
                    <a:pt x="38" y="35"/>
                    <a:pt x="38" y="35"/>
                  </a:cubicBezTo>
                  <a:cubicBezTo>
                    <a:pt x="39" y="34"/>
                    <a:pt x="40" y="33"/>
                    <a:pt x="40" y="32"/>
                  </a:cubicBezTo>
                  <a:cubicBezTo>
                    <a:pt x="43" y="32"/>
                    <a:pt x="43" y="32"/>
                    <a:pt x="43" y="32"/>
                  </a:cubicBezTo>
                  <a:cubicBezTo>
                    <a:pt x="45" y="32"/>
                    <a:pt x="47" y="31"/>
                    <a:pt x="47" y="29"/>
                  </a:cubicBezTo>
                  <a:cubicBezTo>
                    <a:pt x="48" y="26"/>
                    <a:pt x="48" y="26"/>
                    <a:pt x="48" y="26"/>
                  </a:cubicBezTo>
                  <a:cubicBezTo>
                    <a:pt x="48" y="24"/>
                    <a:pt x="47" y="22"/>
                    <a:pt x="45" y="22"/>
                  </a:cubicBezTo>
                  <a:close/>
                  <a:moveTo>
                    <a:pt x="29" y="31"/>
                  </a:moveTo>
                  <a:cubicBezTo>
                    <a:pt x="25" y="34"/>
                    <a:pt x="19" y="33"/>
                    <a:pt x="16" y="29"/>
                  </a:cubicBezTo>
                  <a:cubicBezTo>
                    <a:pt x="13" y="25"/>
                    <a:pt x="14" y="20"/>
                    <a:pt x="18" y="17"/>
                  </a:cubicBezTo>
                  <a:cubicBezTo>
                    <a:pt x="22" y="14"/>
                    <a:pt x="28" y="15"/>
                    <a:pt x="31" y="19"/>
                  </a:cubicBezTo>
                  <a:cubicBezTo>
                    <a:pt x="34" y="23"/>
                    <a:pt x="33" y="28"/>
                    <a:pt x="29" y="31"/>
                  </a:cubicBezTo>
                  <a:close/>
                </a:path>
              </a:pathLst>
            </a:custGeom>
            <a:solidFill>
              <a:srgbClr val="3936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 name="Freeform 19"/>
            <p:cNvSpPr>
              <a:spLocks/>
            </p:cNvSpPr>
            <p:nvPr/>
          </p:nvSpPr>
          <p:spPr bwMode="auto">
            <a:xfrm>
              <a:off x="11514138" y="3514726"/>
              <a:ext cx="263525" cy="230188"/>
            </a:xfrm>
            <a:custGeom>
              <a:avLst/>
              <a:gdLst>
                <a:gd name="T0" fmla="*/ 166 w 166"/>
                <a:gd name="T1" fmla="*/ 0 h 145"/>
                <a:gd name="T2" fmla="*/ 83 w 166"/>
                <a:gd name="T3" fmla="*/ 145 h 145"/>
                <a:gd name="T4" fmla="*/ 0 w 166"/>
                <a:gd name="T5" fmla="*/ 0 h 145"/>
                <a:gd name="T6" fmla="*/ 166 w 166"/>
                <a:gd name="T7" fmla="*/ 0 h 145"/>
              </a:gdLst>
              <a:ahLst/>
              <a:cxnLst>
                <a:cxn ang="0">
                  <a:pos x="T0" y="T1"/>
                </a:cxn>
                <a:cxn ang="0">
                  <a:pos x="T2" y="T3"/>
                </a:cxn>
                <a:cxn ang="0">
                  <a:pos x="T4" y="T5"/>
                </a:cxn>
                <a:cxn ang="0">
                  <a:pos x="T6" y="T7"/>
                </a:cxn>
              </a:cxnLst>
              <a:rect l="0" t="0" r="r" b="b"/>
              <a:pathLst>
                <a:path w="166" h="145">
                  <a:moveTo>
                    <a:pt x="166" y="0"/>
                  </a:moveTo>
                  <a:lnTo>
                    <a:pt x="83" y="145"/>
                  </a:lnTo>
                  <a:lnTo>
                    <a:pt x="0" y="0"/>
                  </a:lnTo>
                  <a:lnTo>
                    <a:pt x="166" y="0"/>
                  </a:lnTo>
                  <a:close/>
                </a:path>
              </a:pathLst>
            </a:custGeom>
            <a:solidFill>
              <a:srgbClr val="B7D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 name="Freeform 20"/>
            <p:cNvSpPr>
              <a:spLocks/>
            </p:cNvSpPr>
            <p:nvPr/>
          </p:nvSpPr>
          <p:spPr bwMode="auto">
            <a:xfrm>
              <a:off x="10829926" y="1668463"/>
              <a:ext cx="252413" cy="258763"/>
            </a:xfrm>
            <a:custGeom>
              <a:avLst/>
              <a:gdLst>
                <a:gd name="T0" fmla="*/ 116 w 159"/>
                <a:gd name="T1" fmla="*/ 0 h 163"/>
                <a:gd name="T2" fmla="*/ 159 w 159"/>
                <a:gd name="T3" fmla="*/ 163 h 163"/>
                <a:gd name="T4" fmla="*/ 0 w 159"/>
                <a:gd name="T5" fmla="*/ 120 h 163"/>
                <a:gd name="T6" fmla="*/ 116 w 159"/>
                <a:gd name="T7" fmla="*/ 0 h 163"/>
              </a:gdLst>
              <a:ahLst/>
              <a:cxnLst>
                <a:cxn ang="0">
                  <a:pos x="T0" y="T1"/>
                </a:cxn>
                <a:cxn ang="0">
                  <a:pos x="T2" y="T3"/>
                </a:cxn>
                <a:cxn ang="0">
                  <a:pos x="T4" y="T5"/>
                </a:cxn>
                <a:cxn ang="0">
                  <a:pos x="T6" y="T7"/>
                </a:cxn>
              </a:cxnLst>
              <a:rect l="0" t="0" r="r" b="b"/>
              <a:pathLst>
                <a:path w="159" h="163">
                  <a:moveTo>
                    <a:pt x="116" y="0"/>
                  </a:moveTo>
                  <a:lnTo>
                    <a:pt x="159" y="163"/>
                  </a:lnTo>
                  <a:lnTo>
                    <a:pt x="0" y="120"/>
                  </a:lnTo>
                  <a:lnTo>
                    <a:pt x="116" y="0"/>
                  </a:lnTo>
                  <a:close/>
                </a:path>
              </a:pathLst>
            </a:custGeom>
            <a:solidFill>
              <a:srgbClr val="09A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 name="Freeform 21"/>
            <p:cNvSpPr>
              <a:spLocks/>
            </p:cNvSpPr>
            <p:nvPr/>
          </p:nvSpPr>
          <p:spPr bwMode="auto">
            <a:xfrm>
              <a:off x="9167813" y="920751"/>
              <a:ext cx="230188" cy="271463"/>
            </a:xfrm>
            <a:custGeom>
              <a:avLst/>
              <a:gdLst>
                <a:gd name="T0" fmla="*/ 0 w 145"/>
                <a:gd name="T1" fmla="*/ 0 h 171"/>
                <a:gd name="T2" fmla="*/ 145 w 145"/>
                <a:gd name="T3" fmla="*/ 84 h 171"/>
                <a:gd name="T4" fmla="*/ 0 w 145"/>
                <a:gd name="T5" fmla="*/ 171 h 171"/>
                <a:gd name="T6" fmla="*/ 0 w 145"/>
                <a:gd name="T7" fmla="*/ 0 h 171"/>
              </a:gdLst>
              <a:ahLst/>
              <a:cxnLst>
                <a:cxn ang="0">
                  <a:pos x="T0" y="T1"/>
                </a:cxn>
                <a:cxn ang="0">
                  <a:pos x="T2" y="T3"/>
                </a:cxn>
                <a:cxn ang="0">
                  <a:pos x="T4" y="T5"/>
                </a:cxn>
                <a:cxn ang="0">
                  <a:pos x="T6" y="T7"/>
                </a:cxn>
              </a:cxnLst>
              <a:rect l="0" t="0" r="r" b="b"/>
              <a:pathLst>
                <a:path w="145" h="171">
                  <a:moveTo>
                    <a:pt x="0" y="0"/>
                  </a:moveTo>
                  <a:lnTo>
                    <a:pt x="145" y="84"/>
                  </a:lnTo>
                  <a:lnTo>
                    <a:pt x="0" y="171"/>
                  </a:lnTo>
                  <a:lnTo>
                    <a:pt x="0" y="0"/>
                  </a:lnTo>
                  <a:close/>
                </a:path>
              </a:pathLst>
            </a:custGeom>
            <a:solidFill>
              <a:srgbClr val="28AB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 name="Freeform 22"/>
            <p:cNvSpPr>
              <a:spLocks/>
            </p:cNvSpPr>
            <p:nvPr/>
          </p:nvSpPr>
          <p:spPr bwMode="auto">
            <a:xfrm>
              <a:off x="7345363" y="1633538"/>
              <a:ext cx="258763" cy="254000"/>
            </a:xfrm>
            <a:custGeom>
              <a:avLst/>
              <a:gdLst>
                <a:gd name="T0" fmla="*/ 0 w 163"/>
                <a:gd name="T1" fmla="*/ 40 h 160"/>
                <a:gd name="T2" fmla="*/ 163 w 163"/>
                <a:gd name="T3" fmla="*/ 0 h 160"/>
                <a:gd name="T4" fmla="*/ 120 w 163"/>
                <a:gd name="T5" fmla="*/ 160 h 160"/>
                <a:gd name="T6" fmla="*/ 0 w 163"/>
                <a:gd name="T7" fmla="*/ 40 h 160"/>
              </a:gdLst>
              <a:ahLst/>
              <a:cxnLst>
                <a:cxn ang="0">
                  <a:pos x="T0" y="T1"/>
                </a:cxn>
                <a:cxn ang="0">
                  <a:pos x="T2" y="T3"/>
                </a:cxn>
                <a:cxn ang="0">
                  <a:pos x="T4" y="T5"/>
                </a:cxn>
                <a:cxn ang="0">
                  <a:pos x="T6" y="T7"/>
                </a:cxn>
              </a:cxnLst>
              <a:rect l="0" t="0" r="r" b="b"/>
              <a:pathLst>
                <a:path w="163" h="160">
                  <a:moveTo>
                    <a:pt x="0" y="40"/>
                  </a:moveTo>
                  <a:lnTo>
                    <a:pt x="163" y="0"/>
                  </a:lnTo>
                  <a:lnTo>
                    <a:pt x="120" y="160"/>
                  </a:lnTo>
                  <a:lnTo>
                    <a:pt x="0" y="40"/>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 name="Freeform 23"/>
            <p:cNvSpPr>
              <a:spLocks/>
            </p:cNvSpPr>
            <p:nvPr/>
          </p:nvSpPr>
          <p:spPr bwMode="auto">
            <a:xfrm>
              <a:off x="6610351" y="3295651"/>
              <a:ext cx="263525" cy="230188"/>
            </a:xfrm>
            <a:custGeom>
              <a:avLst/>
              <a:gdLst>
                <a:gd name="T0" fmla="*/ 0 w 166"/>
                <a:gd name="T1" fmla="*/ 145 h 145"/>
                <a:gd name="T2" fmla="*/ 83 w 166"/>
                <a:gd name="T3" fmla="*/ 0 h 145"/>
                <a:gd name="T4" fmla="*/ 166 w 166"/>
                <a:gd name="T5" fmla="*/ 145 h 145"/>
                <a:gd name="T6" fmla="*/ 0 w 166"/>
                <a:gd name="T7" fmla="*/ 145 h 145"/>
              </a:gdLst>
              <a:ahLst/>
              <a:cxnLst>
                <a:cxn ang="0">
                  <a:pos x="T0" y="T1"/>
                </a:cxn>
                <a:cxn ang="0">
                  <a:pos x="T2" y="T3"/>
                </a:cxn>
                <a:cxn ang="0">
                  <a:pos x="T4" y="T5"/>
                </a:cxn>
                <a:cxn ang="0">
                  <a:pos x="T6" y="T7"/>
                </a:cxn>
              </a:cxnLst>
              <a:rect l="0" t="0" r="r" b="b"/>
              <a:pathLst>
                <a:path w="166" h="145">
                  <a:moveTo>
                    <a:pt x="0" y="145"/>
                  </a:moveTo>
                  <a:lnTo>
                    <a:pt x="83" y="0"/>
                  </a:lnTo>
                  <a:lnTo>
                    <a:pt x="166" y="145"/>
                  </a:lnTo>
                  <a:lnTo>
                    <a:pt x="0" y="145"/>
                  </a:lnTo>
                  <a:close/>
                </a:path>
              </a:pathLst>
            </a:custGeom>
            <a:solidFill>
              <a:srgbClr val="DD36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 name="Freeform 24"/>
            <p:cNvSpPr>
              <a:spLocks/>
            </p:cNvSpPr>
            <p:nvPr/>
          </p:nvSpPr>
          <p:spPr bwMode="auto">
            <a:xfrm>
              <a:off x="7299326" y="5078413"/>
              <a:ext cx="252413" cy="258763"/>
            </a:xfrm>
            <a:custGeom>
              <a:avLst/>
              <a:gdLst>
                <a:gd name="T0" fmla="*/ 44 w 159"/>
                <a:gd name="T1" fmla="*/ 163 h 163"/>
                <a:gd name="T2" fmla="*/ 0 w 159"/>
                <a:gd name="T3" fmla="*/ 0 h 163"/>
                <a:gd name="T4" fmla="*/ 159 w 159"/>
                <a:gd name="T5" fmla="*/ 44 h 163"/>
                <a:gd name="T6" fmla="*/ 44 w 159"/>
                <a:gd name="T7" fmla="*/ 163 h 163"/>
              </a:gdLst>
              <a:ahLst/>
              <a:cxnLst>
                <a:cxn ang="0">
                  <a:pos x="T0" y="T1"/>
                </a:cxn>
                <a:cxn ang="0">
                  <a:pos x="T2" y="T3"/>
                </a:cxn>
                <a:cxn ang="0">
                  <a:pos x="T4" y="T5"/>
                </a:cxn>
                <a:cxn ang="0">
                  <a:pos x="T6" y="T7"/>
                </a:cxn>
              </a:cxnLst>
              <a:rect l="0" t="0" r="r" b="b"/>
              <a:pathLst>
                <a:path w="159" h="163">
                  <a:moveTo>
                    <a:pt x="44" y="163"/>
                  </a:moveTo>
                  <a:lnTo>
                    <a:pt x="0" y="0"/>
                  </a:lnTo>
                  <a:lnTo>
                    <a:pt x="159" y="44"/>
                  </a:lnTo>
                  <a:lnTo>
                    <a:pt x="44" y="163"/>
                  </a:lnTo>
                  <a:close/>
                </a:path>
              </a:pathLst>
            </a:custGeom>
            <a:solidFill>
              <a:srgbClr val="F583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 name="Freeform 25"/>
            <p:cNvSpPr>
              <a:spLocks/>
            </p:cNvSpPr>
            <p:nvPr/>
          </p:nvSpPr>
          <p:spPr bwMode="auto">
            <a:xfrm>
              <a:off x="8950326" y="5826126"/>
              <a:ext cx="228600" cy="265113"/>
            </a:xfrm>
            <a:custGeom>
              <a:avLst/>
              <a:gdLst>
                <a:gd name="T0" fmla="*/ 144 w 144"/>
                <a:gd name="T1" fmla="*/ 167 h 167"/>
                <a:gd name="T2" fmla="*/ 0 w 144"/>
                <a:gd name="T3" fmla="*/ 83 h 167"/>
                <a:gd name="T4" fmla="*/ 144 w 144"/>
                <a:gd name="T5" fmla="*/ 0 h 167"/>
                <a:gd name="T6" fmla="*/ 144 w 144"/>
                <a:gd name="T7" fmla="*/ 167 h 167"/>
              </a:gdLst>
              <a:ahLst/>
              <a:cxnLst>
                <a:cxn ang="0">
                  <a:pos x="T0" y="T1"/>
                </a:cxn>
                <a:cxn ang="0">
                  <a:pos x="T2" y="T3"/>
                </a:cxn>
                <a:cxn ang="0">
                  <a:pos x="T4" y="T5"/>
                </a:cxn>
                <a:cxn ang="0">
                  <a:pos x="T6" y="T7"/>
                </a:cxn>
              </a:cxnLst>
              <a:rect l="0" t="0" r="r" b="b"/>
              <a:pathLst>
                <a:path w="144" h="167">
                  <a:moveTo>
                    <a:pt x="144" y="167"/>
                  </a:moveTo>
                  <a:lnTo>
                    <a:pt x="0" y="83"/>
                  </a:lnTo>
                  <a:lnTo>
                    <a:pt x="144" y="0"/>
                  </a:lnTo>
                  <a:lnTo>
                    <a:pt x="144" y="167"/>
                  </a:lnTo>
                  <a:close/>
                </a:path>
              </a:pathLst>
            </a:custGeom>
            <a:solidFill>
              <a:srgbClr val="FAE2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 name="Freeform 26"/>
            <p:cNvSpPr>
              <a:spLocks/>
            </p:cNvSpPr>
            <p:nvPr/>
          </p:nvSpPr>
          <p:spPr bwMode="auto">
            <a:xfrm>
              <a:off x="10755313" y="5159376"/>
              <a:ext cx="258763" cy="258763"/>
            </a:xfrm>
            <a:custGeom>
              <a:avLst/>
              <a:gdLst>
                <a:gd name="T0" fmla="*/ 163 w 163"/>
                <a:gd name="T1" fmla="*/ 120 h 163"/>
                <a:gd name="T2" fmla="*/ 0 w 163"/>
                <a:gd name="T3" fmla="*/ 163 h 163"/>
                <a:gd name="T4" fmla="*/ 43 w 163"/>
                <a:gd name="T5" fmla="*/ 0 h 163"/>
                <a:gd name="T6" fmla="*/ 163 w 163"/>
                <a:gd name="T7" fmla="*/ 120 h 163"/>
              </a:gdLst>
              <a:ahLst/>
              <a:cxnLst>
                <a:cxn ang="0">
                  <a:pos x="T0" y="T1"/>
                </a:cxn>
                <a:cxn ang="0">
                  <a:pos x="T2" y="T3"/>
                </a:cxn>
                <a:cxn ang="0">
                  <a:pos x="T4" y="T5"/>
                </a:cxn>
                <a:cxn ang="0">
                  <a:pos x="T6" y="T7"/>
                </a:cxn>
              </a:cxnLst>
              <a:rect l="0" t="0" r="r" b="b"/>
              <a:pathLst>
                <a:path w="163" h="163">
                  <a:moveTo>
                    <a:pt x="163" y="120"/>
                  </a:moveTo>
                  <a:lnTo>
                    <a:pt x="0" y="163"/>
                  </a:lnTo>
                  <a:lnTo>
                    <a:pt x="43" y="0"/>
                  </a:lnTo>
                  <a:lnTo>
                    <a:pt x="163" y="120"/>
                  </a:lnTo>
                  <a:close/>
                </a:path>
              </a:pathLst>
            </a:cu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122" name="组合 121"/>
            <p:cNvGrpSpPr/>
            <p:nvPr/>
          </p:nvGrpSpPr>
          <p:grpSpPr>
            <a:xfrm>
              <a:off x="6900863" y="3876014"/>
              <a:ext cx="874713" cy="544513"/>
              <a:chOff x="11048155" y="4957718"/>
              <a:chExt cx="874713" cy="544513"/>
            </a:xfrm>
            <a:solidFill>
              <a:schemeClr val="bg1"/>
            </a:solidFill>
          </p:grpSpPr>
          <p:sp>
            <p:nvSpPr>
              <p:cNvPr id="123" name="Freeform 29"/>
              <p:cNvSpPr>
                <a:spLocks noEditPoints="1"/>
              </p:cNvSpPr>
              <p:nvPr/>
            </p:nvSpPr>
            <p:spPr bwMode="auto">
              <a:xfrm>
                <a:off x="11048155" y="5160918"/>
                <a:ext cx="427038" cy="341313"/>
              </a:xfrm>
              <a:custGeom>
                <a:avLst/>
                <a:gdLst>
                  <a:gd name="T0" fmla="*/ 62 w 114"/>
                  <a:gd name="T1" fmla="*/ 91 h 91"/>
                  <a:gd name="T2" fmla="*/ 40 w 114"/>
                  <a:gd name="T3" fmla="*/ 88 h 91"/>
                  <a:gd name="T4" fmla="*/ 10 w 114"/>
                  <a:gd name="T5" fmla="*/ 14 h 91"/>
                  <a:gd name="T6" fmla="*/ 10 w 114"/>
                  <a:gd name="T7" fmla="*/ 13 h 91"/>
                  <a:gd name="T8" fmla="*/ 11 w 114"/>
                  <a:gd name="T9" fmla="*/ 12 h 91"/>
                  <a:gd name="T10" fmla="*/ 45 w 114"/>
                  <a:gd name="T11" fmla="*/ 0 h 91"/>
                  <a:gd name="T12" fmla="*/ 113 w 114"/>
                  <a:gd name="T13" fmla="*/ 57 h 91"/>
                  <a:gd name="T14" fmla="*/ 114 w 114"/>
                  <a:gd name="T15" fmla="*/ 58 h 91"/>
                  <a:gd name="T16" fmla="*/ 113 w 114"/>
                  <a:gd name="T17" fmla="*/ 60 h 91"/>
                  <a:gd name="T18" fmla="*/ 62 w 114"/>
                  <a:gd name="T19" fmla="*/ 91 h 91"/>
                  <a:gd name="T20" fmla="*/ 17 w 114"/>
                  <a:gd name="T21" fmla="*/ 17 h 91"/>
                  <a:gd name="T22" fmla="*/ 42 w 114"/>
                  <a:gd name="T23" fmla="*/ 80 h 91"/>
                  <a:gd name="T24" fmla="*/ 62 w 114"/>
                  <a:gd name="T25" fmla="*/ 83 h 91"/>
                  <a:gd name="T26" fmla="*/ 105 w 114"/>
                  <a:gd name="T27" fmla="*/ 58 h 91"/>
                  <a:gd name="T28" fmla="*/ 45 w 114"/>
                  <a:gd name="T29" fmla="*/ 8 h 91"/>
                  <a:gd name="T30" fmla="*/ 17 w 114"/>
                  <a:gd name="T31" fmla="*/ 1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4" h="91">
                    <a:moveTo>
                      <a:pt x="62" y="91"/>
                    </a:moveTo>
                    <a:cubicBezTo>
                      <a:pt x="56" y="91"/>
                      <a:pt x="48" y="90"/>
                      <a:pt x="40" y="88"/>
                    </a:cubicBezTo>
                    <a:cubicBezTo>
                      <a:pt x="0" y="79"/>
                      <a:pt x="7" y="32"/>
                      <a:pt x="10" y="14"/>
                    </a:cubicBezTo>
                    <a:cubicBezTo>
                      <a:pt x="10" y="13"/>
                      <a:pt x="10" y="13"/>
                      <a:pt x="10" y="13"/>
                    </a:cubicBezTo>
                    <a:cubicBezTo>
                      <a:pt x="11" y="12"/>
                      <a:pt x="11" y="12"/>
                      <a:pt x="11" y="12"/>
                    </a:cubicBezTo>
                    <a:cubicBezTo>
                      <a:pt x="11" y="11"/>
                      <a:pt x="21" y="0"/>
                      <a:pt x="45" y="0"/>
                    </a:cubicBezTo>
                    <a:cubicBezTo>
                      <a:pt x="89" y="0"/>
                      <a:pt x="112" y="54"/>
                      <a:pt x="113" y="57"/>
                    </a:cubicBezTo>
                    <a:cubicBezTo>
                      <a:pt x="114" y="58"/>
                      <a:pt x="114" y="58"/>
                      <a:pt x="114" y="58"/>
                    </a:cubicBezTo>
                    <a:cubicBezTo>
                      <a:pt x="113" y="60"/>
                      <a:pt x="113" y="60"/>
                      <a:pt x="113" y="60"/>
                    </a:cubicBezTo>
                    <a:cubicBezTo>
                      <a:pt x="103" y="80"/>
                      <a:pt x="86" y="91"/>
                      <a:pt x="62" y="91"/>
                    </a:cubicBezTo>
                    <a:moveTo>
                      <a:pt x="17" y="17"/>
                    </a:moveTo>
                    <a:cubicBezTo>
                      <a:pt x="12" y="56"/>
                      <a:pt x="19" y="75"/>
                      <a:pt x="42" y="80"/>
                    </a:cubicBezTo>
                    <a:cubicBezTo>
                      <a:pt x="49" y="82"/>
                      <a:pt x="56" y="83"/>
                      <a:pt x="62" y="83"/>
                    </a:cubicBezTo>
                    <a:cubicBezTo>
                      <a:pt x="82" y="83"/>
                      <a:pt x="96" y="75"/>
                      <a:pt x="105" y="58"/>
                    </a:cubicBezTo>
                    <a:cubicBezTo>
                      <a:pt x="101" y="49"/>
                      <a:pt x="79" y="8"/>
                      <a:pt x="45" y="8"/>
                    </a:cubicBezTo>
                    <a:cubicBezTo>
                      <a:pt x="28" y="8"/>
                      <a:pt x="20" y="14"/>
                      <a:pt x="17"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4" name="Freeform 30"/>
              <p:cNvSpPr>
                <a:spLocks/>
              </p:cNvSpPr>
              <p:nvPr/>
            </p:nvSpPr>
            <p:spPr bwMode="auto">
              <a:xfrm>
                <a:off x="11070380" y="4957718"/>
                <a:ext cx="44450" cy="274638"/>
              </a:xfrm>
              <a:custGeom>
                <a:avLst/>
                <a:gdLst>
                  <a:gd name="T0" fmla="*/ 8 w 12"/>
                  <a:gd name="T1" fmla="*/ 73 h 73"/>
                  <a:gd name="T2" fmla="*/ 4 w 12"/>
                  <a:gd name="T3" fmla="*/ 69 h 73"/>
                  <a:gd name="T4" fmla="*/ 0 w 12"/>
                  <a:gd name="T5" fmla="*/ 4 h 73"/>
                  <a:gd name="T6" fmla="*/ 3 w 12"/>
                  <a:gd name="T7" fmla="*/ 0 h 73"/>
                  <a:gd name="T8" fmla="*/ 8 w 12"/>
                  <a:gd name="T9" fmla="*/ 3 h 73"/>
                  <a:gd name="T10" fmla="*/ 12 w 12"/>
                  <a:gd name="T11" fmla="*/ 68 h 73"/>
                  <a:gd name="T12" fmla="*/ 8 w 12"/>
                  <a:gd name="T13" fmla="*/ 72 h 73"/>
                  <a:gd name="T14" fmla="*/ 8 w 12"/>
                  <a:gd name="T15" fmla="*/ 73 h 7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73">
                    <a:moveTo>
                      <a:pt x="8" y="73"/>
                    </a:moveTo>
                    <a:cubicBezTo>
                      <a:pt x="5" y="73"/>
                      <a:pt x="4" y="71"/>
                      <a:pt x="4" y="69"/>
                    </a:cubicBezTo>
                    <a:cubicBezTo>
                      <a:pt x="0" y="4"/>
                      <a:pt x="0" y="4"/>
                      <a:pt x="0" y="4"/>
                    </a:cubicBezTo>
                    <a:cubicBezTo>
                      <a:pt x="0" y="2"/>
                      <a:pt x="1" y="0"/>
                      <a:pt x="3" y="0"/>
                    </a:cubicBezTo>
                    <a:cubicBezTo>
                      <a:pt x="6" y="0"/>
                      <a:pt x="8" y="1"/>
                      <a:pt x="8" y="3"/>
                    </a:cubicBezTo>
                    <a:cubicBezTo>
                      <a:pt x="12" y="68"/>
                      <a:pt x="12" y="68"/>
                      <a:pt x="12" y="68"/>
                    </a:cubicBezTo>
                    <a:cubicBezTo>
                      <a:pt x="12" y="70"/>
                      <a:pt x="10" y="72"/>
                      <a:pt x="8" y="72"/>
                    </a:cubicBezTo>
                    <a:cubicBezTo>
                      <a:pt x="8" y="73"/>
                      <a:pt x="8" y="73"/>
                      <a:pt x="8" y="7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5" name="Freeform 31"/>
              <p:cNvSpPr>
                <a:spLocks noEditPoints="1"/>
              </p:cNvSpPr>
              <p:nvPr/>
            </p:nvSpPr>
            <p:spPr bwMode="auto">
              <a:xfrm>
                <a:off x="11494243" y="5160918"/>
                <a:ext cx="428625" cy="341313"/>
              </a:xfrm>
              <a:custGeom>
                <a:avLst/>
                <a:gdLst>
                  <a:gd name="T0" fmla="*/ 51 w 114"/>
                  <a:gd name="T1" fmla="*/ 91 h 91"/>
                  <a:gd name="T2" fmla="*/ 51 w 114"/>
                  <a:gd name="T3" fmla="*/ 91 h 91"/>
                  <a:gd name="T4" fmla="*/ 1 w 114"/>
                  <a:gd name="T5" fmla="*/ 60 h 91"/>
                  <a:gd name="T6" fmla="*/ 0 w 114"/>
                  <a:gd name="T7" fmla="*/ 58 h 91"/>
                  <a:gd name="T8" fmla="*/ 1 w 114"/>
                  <a:gd name="T9" fmla="*/ 57 h 91"/>
                  <a:gd name="T10" fmla="*/ 69 w 114"/>
                  <a:gd name="T11" fmla="*/ 0 h 91"/>
                  <a:gd name="T12" fmla="*/ 103 w 114"/>
                  <a:gd name="T13" fmla="*/ 12 h 91"/>
                  <a:gd name="T14" fmla="*/ 104 w 114"/>
                  <a:gd name="T15" fmla="*/ 13 h 91"/>
                  <a:gd name="T16" fmla="*/ 104 w 114"/>
                  <a:gd name="T17" fmla="*/ 14 h 91"/>
                  <a:gd name="T18" fmla="*/ 74 w 114"/>
                  <a:gd name="T19" fmla="*/ 88 h 91"/>
                  <a:gd name="T20" fmla="*/ 51 w 114"/>
                  <a:gd name="T21" fmla="*/ 91 h 91"/>
                  <a:gd name="T22" fmla="*/ 9 w 114"/>
                  <a:gd name="T23" fmla="*/ 58 h 91"/>
                  <a:gd name="T24" fmla="*/ 51 w 114"/>
                  <a:gd name="T25" fmla="*/ 83 h 91"/>
                  <a:gd name="T26" fmla="*/ 72 w 114"/>
                  <a:gd name="T27" fmla="*/ 80 h 91"/>
                  <a:gd name="T28" fmla="*/ 96 w 114"/>
                  <a:gd name="T29" fmla="*/ 17 h 91"/>
                  <a:gd name="T30" fmla="*/ 69 w 114"/>
                  <a:gd name="T31" fmla="*/ 8 h 91"/>
                  <a:gd name="T32" fmla="*/ 9 w 114"/>
                  <a:gd name="T33" fmla="*/ 58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4" h="91">
                    <a:moveTo>
                      <a:pt x="51" y="91"/>
                    </a:moveTo>
                    <a:cubicBezTo>
                      <a:pt x="51" y="91"/>
                      <a:pt x="51" y="91"/>
                      <a:pt x="51" y="91"/>
                    </a:cubicBezTo>
                    <a:cubicBezTo>
                      <a:pt x="28" y="91"/>
                      <a:pt x="11" y="80"/>
                      <a:pt x="1" y="60"/>
                    </a:cubicBezTo>
                    <a:cubicBezTo>
                      <a:pt x="0" y="58"/>
                      <a:pt x="0" y="58"/>
                      <a:pt x="0" y="58"/>
                    </a:cubicBezTo>
                    <a:cubicBezTo>
                      <a:pt x="1" y="57"/>
                      <a:pt x="1" y="57"/>
                      <a:pt x="1" y="57"/>
                    </a:cubicBezTo>
                    <a:cubicBezTo>
                      <a:pt x="2" y="54"/>
                      <a:pt x="25" y="0"/>
                      <a:pt x="69" y="0"/>
                    </a:cubicBezTo>
                    <a:cubicBezTo>
                      <a:pt x="92" y="0"/>
                      <a:pt x="103" y="11"/>
                      <a:pt x="103" y="12"/>
                    </a:cubicBezTo>
                    <a:cubicBezTo>
                      <a:pt x="104" y="13"/>
                      <a:pt x="104" y="13"/>
                      <a:pt x="104" y="13"/>
                    </a:cubicBezTo>
                    <a:cubicBezTo>
                      <a:pt x="104" y="14"/>
                      <a:pt x="104" y="14"/>
                      <a:pt x="104" y="14"/>
                    </a:cubicBezTo>
                    <a:cubicBezTo>
                      <a:pt x="107" y="32"/>
                      <a:pt x="114" y="79"/>
                      <a:pt x="74" y="88"/>
                    </a:cubicBezTo>
                    <a:cubicBezTo>
                      <a:pt x="66" y="90"/>
                      <a:pt x="58" y="91"/>
                      <a:pt x="51" y="91"/>
                    </a:cubicBezTo>
                    <a:moveTo>
                      <a:pt x="9" y="58"/>
                    </a:moveTo>
                    <a:cubicBezTo>
                      <a:pt x="17" y="75"/>
                      <a:pt x="31" y="83"/>
                      <a:pt x="51" y="83"/>
                    </a:cubicBezTo>
                    <a:cubicBezTo>
                      <a:pt x="58" y="83"/>
                      <a:pt x="65" y="82"/>
                      <a:pt x="72" y="80"/>
                    </a:cubicBezTo>
                    <a:cubicBezTo>
                      <a:pt x="95" y="75"/>
                      <a:pt x="102" y="56"/>
                      <a:pt x="96" y="17"/>
                    </a:cubicBezTo>
                    <a:cubicBezTo>
                      <a:pt x="94" y="14"/>
                      <a:pt x="85" y="8"/>
                      <a:pt x="69" y="8"/>
                    </a:cubicBezTo>
                    <a:cubicBezTo>
                      <a:pt x="34" y="8"/>
                      <a:pt x="13" y="49"/>
                      <a:pt x="9" y="5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6" name="Freeform 32"/>
              <p:cNvSpPr>
                <a:spLocks/>
              </p:cNvSpPr>
              <p:nvPr/>
            </p:nvSpPr>
            <p:spPr bwMode="auto">
              <a:xfrm>
                <a:off x="11856193" y="4957718"/>
                <a:ext cx="44450" cy="274638"/>
              </a:xfrm>
              <a:custGeom>
                <a:avLst/>
                <a:gdLst>
                  <a:gd name="T0" fmla="*/ 4 w 12"/>
                  <a:gd name="T1" fmla="*/ 73 h 73"/>
                  <a:gd name="T2" fmla="*/ 4 w 12"/>
                  <a:gd name="T3" fmla="*/ 72 h 73"/>
                  <a:gd name="T4" fmla="*/ 0 w 12"/>
                  <a:gd name="T5" fmla="*/ 68 h 73"/>
                  <a:gd name="T6" fmla="*/ 4 w 12"/>
                  <a:gd name="T7" fmla="*/ 3 h 73"/>
                  <a:gd name="T8" fmla="*/ 8 w 12"/>
                  <a:gd name="T9" fmla="*/ 0 h 73"/>
                  <a:gd name="T10" fmla="*/ 12 w 12"/>
                  <a:gd name="T11" fmla="*/ 4 h 73"/>
                  <a:gd name="T12" fmla="*/ 8 w 12"/>
                  <a:gd name="T13" fmla="*/ 69 h 73"/>
                  <a:gd name="T14" fmla="*/ 4 w 12"/>
                  <a:gd name="T15" fmla="*/ 73 h 7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73">
                    <a:moveTo>
                      <a:pt x="4" y="73"/>
                    </a:moveTo>
                    <a:cubicBezTo>
                      <a:pt x="4" y="73"/>
                      <a:pt x="4" y="73"/>
                      <a:pt x="4" y="72"/>
                    </a:cubicBezTo>
                    <a:cubicBezTo>
                      <a:pt x="2" y="72"/>
                      <a:pt x="0" y="70"/>
                      <a:pt x="0" y="68"/>
                    </a:cubicBezTo>
                    <a:cubicBezTo>
                      <a:pt x="4" y="3"/>
                      <a:pt x="4" y="3"/>
                      <a:pt x="4" y="3"/>
                    </a:cubicBezTo>
                    <a:cubicBezTo>
                      <a:pt x="4" y="1"/>
                      <a:pt x="6" y="0"/>
                      <a:pt x="8" y="0"/>
                    </a:cubicBezTo>
                    <a:cubicBezTo>
                      <a:pt x="10" y="0"/>
                      <a:pt x="12" y="2"/>
                      <a:pt x="12" y="4"/>
                    </a:cubicBezTo>
                    <a:cubicBezTo>
                      <a:pt x="8" y="69"/>
                      <a:pt x="8" y="69"/>
                      <a:pt x="8" y="69"/>
                    </a:cubicBezTo>
                    <a:cubicBezTo>
                      <a:pt x="8" y="71"/>
                      <a:pt x="6" y="73"/>
                      <a:pt x="4" y="7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7" name="Rectangle 33"/>
              <p:cNvSpPr>
                <a:spLocks noChangeArrowheads="1"/>
              </p:cNvSpPr>
              <p:nvPr/>
            </p:nvSpPr>
            <p:spPr bwMode="auto">
              <a:xfrm>
                <a:off x="11457730" y="5378405"/>
                <a:ext cx="52388"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8" name="Freeform 34"/>
              <p:cNvSpPr>
                <a:spLocks/>
              </p:cNvSpPr>
              <p:nvPr/>
            </p:nvSpPr>
            <p:spPr bwMode="auto">
              <a:xfrm>
                <a:off x="11389468" y="5419680"/>
                <a:ext cx="187325" cy="44450"/>
              </a:xfrm>
              <a:custGeom>
                <a:avLst/>
                <a:gdLst>
                  <a:gd name="T0" fmla="*/ 49 w 50"/>
                  <a:gd name="T1" fmla="*/ 12 h 12"/>
                  <a:gd name="T2" fmla="*/ 2 w 50"/>
                  <a:gd name="T3" fmla="*/ 12 h 12"/>
                  <a:gd name="T4" fmla="*/ 0 w 50"/>
                  <a:gd name="T5" fmla="*/ 8 h 12"/>
                  <a:gd name="T6" fmla="*/ 50 w 50"/>
                  <a:gd name="T7" fmla="*/ 8 h 12"/>
                  <a:gd name="T8" fmla="*/ 49 w 50"/>
                  <a:gd name="T9" fmla="*/ 12 h 12"/>
                </a:gdLst>
                <a:ahLst/>
                <a:cxnLst>
                  <a:cxn ang="0">
                    <a:pos x="T0" y="T1"/>
                  </a:cxn>
                  <a:cxn ang="0">
                    <a:pos x="T2" y="T3"/>
                  </a:cxn>
                  <a:cxn ang="0">
                    <a:pos x="T4" y="T5"/>
                  </a:cxn>
                  <a:cxn ang="0">
                    <a:pos x="T6" y="T7"/>
                  </a:cxn>
                  <a:cxn ang="0">
                    <a:pos x="T8" y="T9"/>
                  </a:cxn>
                </a:cxnLst>
                <a:rect l="0" t="0" r="r" b="b"/>
                <a:pathLst>
                  <a:path w="50" h="12">
                    <a:moveTo>
                      <a:pt x="49" y="12"/>
                    </a:moveTo>
                    <a:cubicBezTo>
                      <a:pt x="24" y="4"/>
                      <a:pt x="2" y="12"/>
                      <a:pt x="2" y="12"/>
                    </a:cubicBezTo>
                    <a:cubicBezTo>
                      <a:pt x="0" y="8"/>
                      <a:pt x="0" y="8"/>
                      <a:pt x="0" y="8"/>
                    </a:cubicBezTo>
                    <a:cubicBezTo>
                      <a:pt x="1" y="7"/>
                      <a:pt x="23" y="0"/>
                      <a:pt x="50" y="8"/>
                    </a:cubicBezTo>
                    <a:lnTo>
                      <a:pt x="49"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29" name="组合 128"/>
            <p:cNvGrpSpPr/>
            <p:nvPr/>
          </p:nvGrpSpPr>
          <p:grpSpPr>
            <a:xfrm>
              <a:off x="8029575" y="5048250"/>
              <a:ext cx="793751" cy="481013"/>
              <a:chOff x="9917945" y="4987880"/>
              <a:chExt cx="793751" cy="481013"/>
            </a:xfrm>
            <a:solidFill>
              <a:schemeClr val="bg1"/>
            </a:solidFill>
          </p:grpSpPr>
          <p:sp>
            <p:nvSpPr>
              <p:cNvPr id="144" name="Freeform 16"/>
              <p:cNvSpPr>
                <a:spLocks/>
              </p:cNvSpPr>
              <p:nvPr/>
            </p:nvSpPr>
            <p:spPr bwMode="auto">
              <a:xfrm>
                <a:off x="9917945" y="4987880"/>
                <a:ext cx="398463" cy="481013"/>
              </a:xfrm>
              <a:custGeom>
                <a:avLst/>
                <a:gdLst>
                  <a:gd name="T0" fmla="*/ 106 w 106"/>
                  <a:gd name="T1" fmla="*/ 128 h 128"/>
                  <a:gd name="T2" fmla="*/ 63 w 106"/>
                  <a:gd name="T3" fmla="*/ 96 h 128"/>
                  <a:gd name="T4" fmla="*/ 13 w 106"/>
                  <a:gd name="T5" fmla="*/ 68 h 128"/>
                  <a:gd name="T6" fmla="*/ 1 w 106"/>
                  <a:gd name="T7" fmla="*/ 53 h 128"/>
                  <a:gd name="T8" fmla="*/ 1 w 106"/>
                  <a:gd name="T9" fmla="*/ 8 h 128"/>
                  <a:gd name="T10" fmla="*/ 9 w 106"/>
                  <a:gd name="T11" fmla="*/ 0 h 128"/>
                  <a:gd name="T12" fmla="*/ 106 w 106"/>
                  <a:gd name="T13" fmla="*/ 0 h 128"/>
                  <a:gd name="T14" fmla="*/ 106 w 106"/>
                  <a:gd name="T15" fmla="*/ 8 h 128"/>
                  <a:gd name="T16" fmla="*/ 9 w 106"/>
                  <a:gd name="T17" fmla="*/ 8 h 128"/>
                  <a:gd name="T18" fmla="*/ 9 w 106"/>
                  <a:gd name="T19" fmla="*/ 54 h 128"/>
                  <a:gd name="T20" fmla="*/ 16 w 106"/>
                  <a:gd name="T21" fmla="*/ 60 h 128"/>
                  <a:gd name="T22" fmla="*/ 70 w 106"/>
                  <a:gd name="T23" fmla="*/ 93 h 128"/>
                  <a:gd name="T24" fmla="*/ 106 w 106"/>
                  <a:gd name="T25" fmla="*/ 120 h 128"/>
                  <a:gd name="T26" fmla="*/ 106 w 106"/>
                  <a:gd name="T27"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6" h="128">
                    <a:moveTo>
                      <a:pt x="106" y="128"/>
                    </a:moveTo>
                    <a:cubicBezTo>
                      <a:pt x="86" y="128"/>
                      <a:pt x="71" y="117"/>
                      <a:pt x="63" y="96"/>
                    </a:cubicBezTo>
                    <a:cubicBezTo>
                      <a:pt x="58" y="85"/>
                      <a:pt x="28" y="72"/>
                      <a:pt x="13" y="68"/>
                    </a:cubicBezTo>
                    <a:cubicBezTo>
                      <a:pt x="2" y="64"/>
                      <a:pt x="0" y="57"/>
                      <a:pt x="1" y="53"/>
                    </a:cubicBezTo>
                    <a:cubicBezTo>
                      <a:pt x="1" y="8"/>
                      <a:pt x="1" y="8"/>
                      <a:pt x="1" y="8"/>
                    </a:cubicBezTo>
                    <a:cubicBezTo>
                      <a:pt x="1" y="4"/>
                      <a:pt x="5" y="0"/>
                      <a:pt x="9" y="0"/>
                    </a:cubicBezTo>
                    <a:cubicBezTo>
                      <a:pt x="106" y="0"/>
                      <a:pt x="106" y="0"/>
                      <a:pt x="106" y="0"/>
                    </a:cubicBezTo>
                    <a:cubicBezTo>
                      <a:pt x="106" y="8"/>
                      <a:pt x="106" y="8"/>
                      <a:pt x="106" y="8"/>
                    </a:cubicBezTo>
                    <a:cubicBezTo>
                      <a:pt x="9" y="8"/>
                      <a:pt x="9" y="8"/>
                      <a:pt x="9" y="8"/>
                    </a:cubicBezTo>
                    <a:cubicBezTo>
                      <a:pt x="9" y="54"/>
                      <a:pt x="9" y="54"/>
                      <a:pt x="9" y="54"/>
                    </a:cubicBezTo>
                    <a:cubicBezTo>
                      <a:pt x="9" y="54"/>
                      <a:pt x="8" y="58"/>
                      <a:pt x="16" y="60"/>
                    </a:cubicBezTo>
                    <a:cubicBezTo>
                      <a:pt x="16" y="60"/>
                      <a:pt x="63" y="75"/>
                      <a:pt x="70" y="93"/>
                    </a:cubicBezTo>
                    <a:cubicBezTo>
                      <a:pt x="75" y="105"/>
                      <a:pt x="85" y="120"/>
                      <a:pt x="106" y="120"/>
                    </a:cubicBezTo>
                    <a:lnTo>
                      <a:pt x="106" y="1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5" name="Freeform 17"/>
              <p:cNvSpPr>
                <a:spLocks/>
              </p:cNvSpPr>
              <p:nvPr/>
            </p:nvSpPr>
            <p:spPr bwMode="auto">
              <a:xfrm>
                <a:off x="10316408" y="4987880"/>
                <a:ext cx="395288" cy="481013"/>
              </a:xfrm>
              <a:custGeom>
                <a:avLst/>
                <a:gdLst>
                  <a:gd name="T0" fmla="*/ 0 w 105"/>
                  <a:gd name="T1" fmla="*/ 128 h 128"/>
                  <a:gd name="T2" fmla="*/ 0 w 105"/>
                  <a:gd name="T3" fmla="*/ 120 h 128"/>
                  <a:gd name="T4" fmla="*/ 35 w 105"/>
                  <a:gd name="T5" fmla="*/ 93 h 128"/>
                  <a:gd name="T6" fmla="*/ 90 w 105"/>
                  <a:gd name="T7" fmla="*/ 60 h 128"/>
                  <a:gd name="T8" fmla="*/ 97 w 105"/>
                  <a:gd name="T9" fmla="*/ 54 h 128"/>
                  <a:gd name="T10" fmla="*/ 96 w 105"/>
                  <a:gd name="T11" fmla="*/ 53 h 128"/>
                  <a:gd name="T12" fmla="*/ 96 w 105"/>
                  <a:gd name="T13" fmla="*/ 8 h 128"/>
                  <a:gd name="T14" fmla="*/ 0 w 105"/>
                  <a:gd name="T15" fmla="*/ 8 h 128"/>
                  <a:gd name="T16" fmla="*/ 0 w 105"/>
                  <a:gd name="T17" fmla="*/ 0 h 128"/>
                  <a:gd name="T18" fmla="*/ 96 w 105"/>
                  <a:gd name="T19" fmla="*/ 0 h 128"/>
                  <a:gd name="T20" fmla="*/ 104 w 105"/>
                  <a:gd name="T21" fmla="*/ 8 h 128"/>
                  <a:gd name="T22" fmla="*/ 104 w 105"/>
                  <a:gd name="T23" fmla="*/ 53 h 128"/>
                  <a:gd name="T24" fmla="*/ 92 w 105"/>
                  <a:gd name="T25" fmla="*/ 68 h 128"/>
                  <a:gd name="T26" fmla="*/ 43 w 105"/>
                  <a:gd name="T27" fmla="*/ 96 h 128"/>
                  <a:gd name="T28" fmla="*/ 0 w 105"/>
                  <a:gd name="T2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5" h="128">
                    <a:moveTo>
                      <a:pt x="0" y="128"/>
                    </a:moveTo>
                    <a:cubicBezTo>
                      <a:pt x="0" y="120"/>
                      <a:pt x="0" y="120"/>
                      <a:pt x="0" y="120"/>
                    </a:cubicBezTo>
                    <a:cubicBezTo>
                      <a:pt x="21" y="120"/>
                      <a:pt x="31" y="105"/>
                      <a:pt x="35" y="93"/>
                    </a:cubicBezTo>
                    <a:cubicBezTo>
                      <a:pt x="42" y="75"/>
                      <a:pt x="89" y="60"/>
                      <a:pt x="90" y="60"/>
                    </a:cubicBezTo>
                    <a:cubicBezTo>
                      <a:pt x="97" y="58"/>
                      <a:pt x="97" y="54"/>
                      <a:pt x="97" y="54"/>
                    </a:cubicBezTo>
                    <a:cubicBezTo>
                      <a:pt x="96" y="53"/>
                      <a:pt x="96" y="53"/>
                      <a:pt x="96" y="53"/>
                    </a:cubicBezTo>
                    <a:cubicBezTo>
                      <a:pt x="96" y="8"/>
                      <a:pt x="96" y="8"/>
                      <a:pt x="96" y="8"/>
                    </a:cubicBezTo>
                    <a:cubicBezTo>
                      <a:pt x="0" y="8"/>
                      <a:pt x="0" y="8"/>
                      <a:pt x="0" y="8"/>
                    </a:cubicBezTo>
                    <a:cubicBezTo>
                      <a:pt x="0" y="0"/>
                      <a:pt x="0" y="0"/>
                      <a:pt x="0" y="0"/>
                    </a:cubicBezTo>
                    <a:cubicBezTo>
                      <a:pt x="96" y="0"/>
                      <a:pt x="96" y="0"/>
                      <a:pt x="96" y="0"/>
                    </a:cubicBezTo>
                    <a:cubicBezTo>
                      <a:pt x="101" y="0"/>
                      <a:pt x="104" y="4"/>
                      <a:pt x="104" y="8"/>
                    </a:cubicBezTo>
                    <a:cubicBezTo>
                      <a:pt x="104" y="53"/>
                      <a:pt x="104" y="53"/>
                      <a:pt x="104" y="53"/>
                    </a:cubicBezTo>
                    <a:cubicBezTo>
                      <a:pt x="105" y="57"/>
                      <a:pt x="104" y="64"/>
                      <a:pt x="92" y="68"/>
                    </a:cubicBezTo>
                    <a:cubicBezTo>
                      <a:pt x="78" y="72"/>
                      <a:pt x="47" y="85"/>
                      <a:pt x="43" y="96"/>
                    </a:cubicBezTo>
                    <a:cubicBezTo>
                      <a:pt x="35" y="117"/>
                      <a:pt x="20" y="128"/>
                      <a:pt x="0" y="1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6" name="Rectangle 18"/>
              <p:cNvSpPr>
                <a:spLocks noChangeArrowheads="1"/>
              </p:cNvSpPr>
              <p:nvPr/>
            </p:nvSpPr>
            <p:spPr bwMode="auto">
              <a:xfrm>
                <a:off x="9936995" y="5054555"/>
                <a:ext cx="755650"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 name="Freeform 19"/>
              <p:cNvSpPr>
                <a:spLocks/>
              </p:cNvSpPr>
              <p:nvPr/>
            </p:nvSpPr>
            <p:spPr bwMode="auto">
              <a:xfrm>
                <a:off x="10087808" y="5062493"/>
                <a:ext cx="123825" cy="222250"/>
              </a:xfrm>
              <a:custGeom>
                <a:avLst/>
                <a:gdLst>
                  <a:gd name="T0" fmla="*/ 1 w 33"/>
                  <a:gd name="T1" fmla="*/ 59 h 59"/>
                  <a:gd name="T2" fmla="*/ 0 w 33"/>
                  <a:gd name="T3" fmla="*/ 55 h 59"/>
                  <a:gd name="T4" fmla="*/ 29 w 33"/>
                  <a:gd name="T5" fmla="*/ 0 h 59"/>
                  <a:gd name="T6" fmla="*/ 33 w 33"/>
                  <a:gd name="T7" fmla="*/ 0 h 59"/>
                  <a:gd name="T8" fmla="*/ 1 w 33"/>
                  <a:gd name="T9" fmla="*/ 59 h 59"/>
                </a:gdLst>
                <a:ahLst/>
                <a:cxnLst>
                  <a:cxn ang="0">
                    <a:pos x="T0" y="T1"/>
                  </a:cxn>
                  <a:cxn ang="0">
                    <a:pos x="T2" y="T3"/>
                  </a:cxn>
                  <a:cxn ang="0">
                    <a:pos x="T4" y="T5"/>
                  </a:cxn>
                  <a:cxn ang="0">
                    <a:pos x="T6" y="T7"/>
                  </a:cxn>
                  <a:cxn ang="0">
                    <a:pos x="T8" y="T9"/>
                  </a:cxn>
                </a:cxnLst>
                <a:rect l="0" t="0" r="r" b="b"/>
                <a:pathLst>
                  <a:path w="33" h="59">
                    <a:moveTo>
                      <a:pt x="1" y="59"/>
                    </a:moveTo>
                    <a:cubicBezTo>
                      <a:pt x="0" y="55"/>
                      <a:pt x="0" y="55"/>
                      <a:pt x="0" y="55"/>
                    </a:cubicBezTo>
                    <a:cubicBezTo>
                      <a:pt x="1" y="54"/>
                      <a:pt x="29" y="45"/>
                      <a:pt x="29" y="0"/>
                    </a:cubicBezTo>
                    <a:cubicBezTo>
                      <a:pt x="33" y="0"/>
                      <a:pt x="33" y="0"/>
                      <a:pt x="33" y="0"/>
                    </a:cubicBezTo>
                    <a:cubicBezTo>
                      <a:pt x="33" y="48"/>
                      <a:pt x="2" y="58"/>
                      <a:pt x="1" y="5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 name="Freeform 20"/>
              <p:cNvSpPr>
                <a:spLocks/>
              </p:cNvSpPr>
              <p:nvPr/>
            </p:nvSpPr>
            <p:spPr bwMode="auto">
              <a:xfrm>
                <a:off x="10414833" y="5062493"/>
                <a:ext cx="123825" cy="222250"/>
              </a:xfrm>
              <a:custGeom>
                <a:avLst/>
                <a:gdLst>
                  <a:gd name="T0" fmla="*/ 32 w 33"/>
                  <a:gd name="T1" fmla="*/ 59 h 59"/>
                  <a:gd name="T2" fmla="*/ 0 w 33"/>
                  <a:gd name="T3" fmla="*/ 0 h 59"/>
                  <a:gd name="T4" fmla="*/ 4 w 33"/>
                  <a:gd name="T5" fmla="*/ 0 h 59"/>
                  <a:gd name="T6" fmla="*/ 33 w 33"/>
                  <a:gd name="T7" fmla="*/ 55 h 59"/>
                  <a:gd name="T8" fmla="*/ 32 w 33"/>
                  <a:gd name="T9" fmla="*/ 59 h 59"/>
                </a:gdLst>
                <a:ahLst/>
                <a:cxnLst>
                  <a:cxn ang="0">
                    <a:pos x="T0" y="T1"/>
                  </a:cxn>
                  <a:cxn ang="0">
                    <a:pos x="T2" y="T3"/>
                  </a:cxn>
                  <a:cxn ang="0">
                    <a:pos x="T4" y="T5"/>
                  </a:cxn>
                  <a:cxn ang="0">
                    <a:pos x="T6" y="T7"/>
                  </a:cxn>
                  <a:cxn ang="0">
                    <a:pos x="T8" y="T9"/>
                  </a:cxn>
                </a:cxnLst>
                <a:rect l="0" t="0" r="r" b="b"/>
                <a:pathLst>
                  <a:path w="33" h="59">
                    <a:moveTo>
                      <a:pt x="32" y="59"/>
                    </a:moveTo>
                    <a:cubicBezTo>
                      <a:pt x="30" y="58"/>
                      <a:pt x="0" y="48"/>
                      <a:pt x="0" y="0"/>
                    </a:cubicBezTo>
                    <a:cubicBezTo>
                      <a:pt x="4" y="0"/>
                      <a:pt x="4" y="0"/>
                      <a:pt x="4" y="0"/>
                    </a:cubicBezTo>
                    <a:cubicBezTo>
                      <a:pt x="4" y="46"/>
                      <a:pt x="32" y="55"/>
                      <a:pt x="33" y="55"/>
                    </a:cubicBezTo>
                    <a:lnTo>
                      <a:pt x="32"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49" name="组合 148"/>
            <p:cNvGrpSpPr/>
            <p:nvPr/>
          </p:nvGrpSpPr>
          <p:grpSpPr>
            <a:xfrm>
              <a:off x="9417050" y="4930776"/>
              <a:ext cx="835025" cy="522288"/>
              <a:chOff x="11108480" y="4075068"/>
              <a:chExt cx="835025" cy="522288"/>
            </a:xfrm>
            <a:solidFill>
              <a:schemeClr val="tx1">
                <a:lumMod val="65000"/>
                <a:lumOff val="35000"/>
              </a:schemeClr>
            </a:solidFill>
          </p:grpSpPr>
          <p:sp>
            <p:nvSpPr>
              <p:cNvPr id="150" name="Freeform 27"/>
              <p:cNvSpPr>
                <a:spLocks noEditPoints="1"/>
              </p:cNvSpPr>
              <p:nvPr/>
            </p:nvSpPr>
            <p:spPr bwMode="auto">
              <a:xfrm>
                <a:off x="11108480" y="4075068"/>
                <a:ext cx="835025" cy="522288"/>
              </a:xfrm>
              <a:custGeom>
                <a:avLst/>
                <a:gdLst>
                  <a:gd name="T0" fmla="*/ 4 w 222"/>
                  <a:gd name="T1" fmla="*/ 139 h 139"/>
                  <a:gd name="T2" fmla="*/ 0 w 222"/>
                  <a:gd name="T3" fmla="*/ 135 h 139"/>
                  <a:gd name="T4" fmla="*/ 47 w 222"/>
                  <a:gd name="T5" fmla="*/ 85 h 139"/>
                  <a:gd name="T6" fmla="*/ 50 w 222"/>
                  <a:gd name="T7" fmla="*/ 85 h 139"/>
                  <a:gd name="T8" fmla="*/ 85 w 222"/>
                  <a:gd name="T9" fmla="*/ 93 h 139"/>
                  <a:gd name="T10" fmla="*/ 85 w 222"/>
                  <a:gd name="T11" fmla="*/ 93 h 139"/>
                  <a:gd name="T12" fmla="*/ 103 w 222"/>
                  <a:gd name="T13" fmla="*/ 87 h 139"/>
                  <a:gd name="T14" fmla="*/ 200 w 222"/>
                  <a:gd name="T15" fmla="*/ 1 h 139"/>
                  <a:gd name="T16" fmla="*/ 205 w 222"/>
                  <a:gd name="T17" fmla="*/ 1 h 139"/>
                  <a:gd name="T18" fmla="*/ 221 w 222"/>
                  <a:gd name="T19" fmla="*/ 59 h 139"/>
                  <a:gd name="T20" fmla="*/ 204 w 222"/>
                  <a:gd name="T21" fmla="*/ 72 h 139"/>
                  <a:gd name="T22" fmla="*/ 160 w 222"/>
                  <a:gd name="T23" fmla="*/ 92 h 139"/>
                  <a:gd name="T24" fmla="*/ 143 w 222"/>
                  <a:gd name="T25" fmla="*/ 104 h 139"/>
                  <a:gd name="T26" fmla="*/ 80 w 222"/>
                  <a:gd name="T27" fmla="*/ 139 h 139"/>
                  <a:gd name="T28" fmla="*/ 4 w 222"/>
                  <a:gd name="T29" fmla="*/ 139 h 139"/>
                  <a:gd name="T30" fmla="*/ 49 w 222"/>
                  <a:gd name="T31" fmla="*/ 93 h 139"/>
                  <a:gd name="T32" fmla="*/ 9 w 222"/>
                  <a:gd name="T33" fmla="*/ 131 h 139"/>
                  <a:gd name="T34" fmla="*/ 80 w 222"/>
                  <a:gd name="T35" fmla="*/ 131 h 139"/>
                  <a:gd name="T36" fmla="*/ 139 w 222"/>
                  <a:gd name="T37" fmla="*/ 97 h 139"/>
                  <a:gd name="T38" fmla="*/ 155 w 222"/>
                  <a:gd name="T39" fmla="*/ 86 h 139"/>
                  <a:gd name="T40" fmla="*/ 202 w 222"/>
                  <a:gd name="T41" fmla="*/ 65 h 139"/>
                  <a:gd name="T42" fmla="*/ 213 w 222"/>
                  <a:gd name="T43" fmla="*/ 59 h 139"/>
                  <a:gd name="T44" fmla="*/ 202 w 222"/>
                  <a:gd name="T45" fmla="*/ 10 h 139"/>
                  <a:gd name="T46" fmla="*/ 108 w 222"/>
                  <a:gd name="T47" fmla="*/ 93 h 139"/>
                  <a:gd name="T48" fmla="*/ 85 w 222"/>
                  <a:gd name="T49" fmla="*/ 101 h 139"/>
                  <a:gd name="T50" fmla="*/ 85 w 222"/>
                  <a:gd name="T51" fmla="*/ 101 h 139"/>
                  <a:gd name="T52" fmla="*/ 49 w 222"/>
                  <a:gd name="T53" fmla="*/ 9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2" h="139">
                    <a:moveTo>
                      <a:pt x="4" y="139"/>
                    </a:moveTo>
                    <a:cubicBezTo>
                      <a:pt x="2" y="139"/>
                      <a:pt x="0" y="137"/>
                      <a:pt x="0" y="135"/>
                    </a:cubicBezTo>
                    <a:cubicBezTo>
                      <a:pt x="0" y="111"/>
                      <a:pt x="42" y="88"/>
                      <a:pt x="47" y="85"/>
                    </a:cubicBezTo>
                    <a:cubicBezTo>
                      <a:pt x="48" y="84"/>
                      <a:pt x="49" y="84"/>
                      <a:pt x="50" y="85"/>
                    </a:cubicBezTo>
                    <a:cubicBezTo>
                      <a:pt x="50" y="85"/>
                      <a:pt x="69" y="93"/>
                      <a:pt x="85" y="93"/>
                    </a:cubicBezTo>
                    <a:cubicBezTo>
                      <a:pt x="85" y="93"/>
                      <a:pt x="85" y="93"/>
                      <a:pt x="85" y="93"/>
                    </a:cubicBezTo>
                    <a:cubicBezTo>
                      <a:pt x="93" y="93"/>
                      <a:pt x="99" y="91"/>
                      <a:pt x="103" y="87"/>
                    </a:cubicBezTo>
                    <a:cubicBezTo>
                      <a:pt x="131" y="62"/>
                      <a:pt x="199" y="2"/>
                      <a:pt x="200" y="1"/>
                    </a:cubicBezTo>
                    <a:cubicBezTo>
                      <a:pt x="201" y="0"/>
                      <a:pt x="204" y="0"/>
                      <a:pt x="205" y="1"/>
                    </a:cubicBezTo>
                    <a:cubicBezTo>
                      <a:pt x="222" y="18"/>
                      <a:pt x="221" y="57"/>
                      <a:pt x="221" y="59"/>
                    </a:cubicBezTo>
                    <a:cubicBezTo>
                      <a:pt x="221" y="68"/>
                      <a:pt x="213" y="70"/>
                      <a:pt x="204" y="72"/>
                    </a:cubicBezTo>
                    <a:cubicBezTo>
                      <a:pt x="194" y="75"/>
                      <a:pt x="179" y="78"/>
                      <a:pt x="160" y="92"/>
                    </a:cubicBezTo>
                    <a:cubicBezTo>
                      <a:pt x="154" y="96"/>
                      <a:pt x="148" y="100"/>
                      <a:pt x="143" y="104"/>
                    </a:cubicBezTo>
                    <a:cubicBezTo>
                      <a:pt x="114" y="125"/>
                      <a:pt x="95" y="139"/>
                      <a:pt x="80" y="139"/>
                    </a:cubicBezTo>
                    <a:cubicBezTo>
                      <a:pt x="7" y="139"/>
                      <a:pt x="4" y="139"/>
                      <a:pt x="4" y="139"/>
                    </a:cubicBezTo>
                    <a:moveTo>
                      <a:pt x="49" y="93"/>
                    </a:moveTo>
                    <a:cubicBezTo>
                      <a:pt x="37" y="100"/>
                      <a:pt x="13" y="116"/>
                      <a:pt x="9" y="131"/>
                    </a:cubicBezTo>
                    <a:cubicBezTo>
                      <a:pt x="16" y="131"/>
                      <a:pt x="34" y="131"/>
                      <a:pt x="80" y="131"/>
                    </a:cubicBezTo>
                    <a:cubicBezTo>
                      <a:pt x="92" y="131"/>
                      <a:pt x="112" y="117"/>
                      <a:pt x="139" y="97"/>
                    </a:cubicBezTo>
                    <a:cubicBezTo>
                      <a:pt x="144" y="94"/>
                      <a:pt x="149" y="90"/>
                      <a:pt x="155" y="86"/>
                    </a:cubicBezTo>
                    <a:cubicBezTo>
                      <a:pt x="176" y="71"/>
                      <a:pt x="192" y="67"/>
                      <a:pt x="202" y="65"/>
                    </a:cubicBezTo>
                    <a:cubicBezTo>
                      <a:pt x="212" y="62"/>
                      <a:pt x="213" y="62"/>
                      <a:pt x="213" y="59"/>
                    </a:cubicBezTo>
                    <a:cubicBezTo>
                      <a:pt x="213" y="58"/>
                      <a:pt x="214" y="26"/>
                      <a:pt x="202" y="10"/>
                    </a:cubicBezTo>
                    <a:cubicBezTo>
                      <a:pt x="188" y="22"/>
                      <a:pt x="133" y="71"/>
                      <a:pt x="108" y="93"/>
                    </a:cubicBezTo>
                    <a:cubicBezTo>
                      <a:pt x="103" y="98"/>
                      <a:pt x="95" y="101"/>
                      <a:pt x="85" y="101"/>
                    </a:cubicBezTo>
                    <a:cubicBezTo>
                      <a:pt x="85" y="101"/>
                      <a:pt x="85" y="101"/>
                      <a:pt x="85" y="101"/>
                    </a:cubicBezTo>
                    <a:cubicBezTo>
                      <a:pt x="70" y="101"/>
                      <a:pt x="54" y="95"/>
                      <a:pt x="49" y="9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1" name="Freeform 28"/>
              <p:cNvSpPr>
                <a:spLocks noEditPoints="1"/>
              </p:cNvSpPr>
              <p:nvPr/>
            </p:nvSpPr>
            <p:spPr bwMode="auto">
              <a:xfrm>
                <a:off x="11740305" y="4311605"/>
                <a:ext cx="157163" cy="285750"/>
              </a:xfrm>
              <a:custGeom>
                <a:avLst/>
                <a:gdLst>
                  <a:gd name="T0" fmla="*/ 11 w 42"/>
                  <a:gd name="T1" fmla="*/ 76 h 76"/>
                  <a:gd name="T2" fmla="*/ 7 w 42"/>
                  <a:gd name="T3" fmla="*/ 72 h 76"/>
                  <a:gd name="T4" fmla="*/ 7 w 42"/>
                  <a:gd name="T5" fmla="*/ 28 h 76"/>
                  <a:gd name="T6" fmla="*/ 4 w 42"/>
                  <a:gd name="T7" fmla="*/ 21 h 76"/>
                  <a:gd name="T8" fmla="*/ 0 w 42"/>
                  <a:gd name="T9" fmla="*/ 17 h 76"/>
                  <a:gd name="T10" fmla="*/ 4 w 42"/>
                  <a:gd name="T11" fmla="*/ 13 h 76"/>
                  <a:gd name="T12" fmla="*/ 4 w 42"/>
                  <a:gd name="T13" fmla="*/ 13 h 76"/>
                  <a:gd name="T14" fmla="*/ 4 w 42"/>
                  <a:gd name="T15" fmla="*/ 13 h 76"/>
                  <a:gd name="T16" fmla="*/ 36 w 42"/>
                  <a:gd name="T17" fmla="*/ 1 h 76"/>
                  <a:gd name="T18" fmla="*/ 41 w 42"/>
                  <a:gd name="T19" fmla="*/ 2 h 76"/>
                  <a:gd name="T20" fmla="*/ 41 w 42"/>
                  <a:gd name="T21" fmla="*/ 7 h 76"/>
                  <a:gd name="T22" fmla="*/ 31 w 42"/>
                  <a:gd name="T23" fmla="*/ 44 h 76"/>
                  <a:gd name="T24" fmla="*/ 31 w 42"/>
                  <a:gd name="T25" fmla="*/ 72 h 76"/>
                  <a:gd name="T26" fmla="*/ 30 w 42"/>
                  <a:gd name="T27" fmla="*/ 75 h 76"/>
                  <a:gd name="T28" fmla="*/ 27 w 42"/>
                  <a:gd name="T29" fmla="*/ 76 h 76"/>
                  <a:gd name="T30" fmla="*/ 11 w 42"/>
                  <a:gd name="T31" fmla="*/ 76 h 76"/>
                  <a:gd name="T32" fmla="*/ 13 w 42"/>
                  <a:gd name="T33" fmla="*/ 19 h 76"/>
                  <a:gd name="T34" fmla="*/ 15 w 42"/>
                  <a:gd name="T35" fmla="*/ 28 h 76"/>
                  <a:gd name="T36" fmla="*/ 15 w 42"/>
                  <a:gd name="T37" fmla="*/ 68 h 76"/>
                  <a:gd name="T38" fmla="*/ 23 w 42"/>
                  <a:gd name="T39" fmla="*/ 68 h 76"/>
                  <a:gd name="T40" fmla="*/ 23 w 42"/>
                  <a:gd name="T41" fmla="*/ 44 h 76"/>
                  <a:gd name="T42" fmla="*/ 29 w 42"/>
                  <a:gd name="T43" fmla="*/ 13 h 76"/>
                  <a:gd name="T44" fmla="*/ 13 w 42"/>
                  <a:gd name="T45" fmla="*/ 19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2" h="76">
                    <a:moveTo>
                      <a:pt x="11" y="76"/>
                    </a:moveTo>
                    <a:cubicBezTo>
                      <a:pt x="9" y="76"/>
                      <a:pt x="7" y="74"/>
                      <a:pt x="7" y="72"/>
                    </a:cubicBezTo>
                    <a:cubicBezTo>
                      <a:pt x="7" y="70"/>
                      <a:pt x="7" y="32"/>
                      <a:pt x="7" y="28"/>
                    </a:cubicBezTo>
                    <a:cubicBezTo>
                      <a:pt x="7" y="24"/>
                      <a:pt x="5" y="22"/>
                      <a:pt x="4" y="21"/>
                    </a:cubicBezTo>
                    <a:cubicBezTo>
                      <a:pt x="1" y="21"/>
                      <a:pt x="0" y="19"/>
                      <a:pt x="0" y="17"/>
                    </a:cubicBezTo>
                    <a:cubicBezTo>
                      <a:pt x="0" y="15"/>
                      <a:pt x="2" y="13"/>
                      <a:pt x="4" y="13"/>
                    </a:cubicBezTo>
                    <a:cubicBezTo>
                      <a:pt x="4" y="13"/>
                      <a:pt x="4" y="13"/>
                      <a:pt x="4" y="13"/>
                    </a:cubicBezTo>
                    <a:cubicBezTo>
                      <a:pt x="4" y="13"/>
                      <a:pt x="4" y="13"/>
                      <a:pt x="4" y="13"/>
                    </a:cubicBezTo>
                    <a:cubicBezTo>
                      <a:pt x="7" y="13"/>
                      <a:pt x="23" y="7"/>
                      <a:pt x="36" y="1"/>
                    </a:cubicBezTo>
                    <a:cubicBezTo>
                      <a:pt x="38" y="0"/>
                      <a:pt x="40" y="1"/>
                      <a:pt x="41" y="2"/>
                    </a:cubicBezTo>
                    <a:cubicBezTo>
                      <a:pt x="42" y="4"/>
                      <a:pt x="42" y="6"/>
                      <a:pt x="41" y="7"/>
                    </a:cubicBezTo>
                    <a:cubicBezTo>
                      <a:pt x="41" y="8"/>
                      <a:pt x="31" y="20"/>
                      <a:pt x="31" y="44"/>
                    </a:cubicBezTo>
                    <a:cubicBezTo>
                      <a:pt x="31" y="72"/>
                      <a:pt x="31" y="72"/>
                      <a:pt x="31" y="72"/>
                    </a:cubicBezTo>
                    <a:cubicBezTo>
                      <a:pt x="31" y="73"/>
                      <a:pt x="30" y="74"/>
                      <a:pt x="30" y="75"/>
                    </a:cubicBezTo>
                    <a:cubicBezTo>
                      <a:pt x="29" y="75"/>
                      <a:pt x="28" y="76"/>
                      <a:pt x="27" y="76"/>
                    </a:cubicBezTo>
                    <a:cubicBezTo>
                      <a:pt x="11" y="76"/>
                      <a:pt x="11" y="76"/>
                      <a:pt x="11" y="76"/>
                    </a:cubicBezTo>
                    <a:close/>
                    <a:moveTo>
                      <a:pt x="13" y="19"/>
                    </a:moveTo>
                    <a:cubicBezTo>
                      <a:pt x="14" y="21"/>
                      <a:pt x="15" y="24"/>
                      <a:pt x="15" y="28"/>
                    </a:cubicBezTo>
                    <a:cubicBezTo>
                      <a:pt x="15" y="31"/>
                      <a:pt x="15" y="58"/>
                      <a:pt x="15" y="68"/>
                    </a:cubicBezTo>
                    <a:cubicBezTo>
                      <a:pt x="23" y="68"/>
                      <a:pt x="23" y="68"/>
                      <a:pt x="23" y="68"/>
                    </a:cubicBezTo>
                    <a:cubicBezTo>
                      <a:pt x="23" y="44"/>
                      <a:pt x="23" y="44"/>
                      <a:pt x="23" y="44"/>
                    </a:cubicBezTo>
                    <a:cubicBezTo>
                      <a:pt x="23" y="30"/>
                      <a:pt x="26" y="20"/>
                      <a:pt x="29" y="13"/>
                    </a:cubicBezTo>
                    <a:cubicBezTo>
                      <a:pt x="23" y="15"/>
                      <a:pt x="17" y="17"/>
                      <a:pt x="13"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52" name="组合 151"/>
            <p:cNvGrpSpPr/>
            <p:nvPr/>
          </p:nvGrpSpPr>
          <p:grpSpPr>
            <a:xfrm>
              <a:off x="10490200" y="4043392"/>
              <a:ext cx="949325" cy="371475"/>
              <a:chOff x="9916358" y="4146505"/>
              <a:chExt cx="949325" cy="371475"/>
            </a:xfrm>
            <a:solidFill>
              <a:schemeClr val="bg1"/>
            </a:solidFill>
          </p:grpSpPr>
          <p:sp>
            <p:nvSpPr>
              <p:cNvPr id="153" name="Freeform 21"/>
              <p:cNvSpPr>
                <a:spLocks noEditPoints="1"/>
              </p:cNvSpPr>
              <p:nvPr/>
            </p:nvSpPr>
            <p:spPr bwMode="auto">
              <a:xfrm>
                <a:off x="9916358" y="4146505"/>
                <a:ext cx="949325" cy="371475"/>
              </a:xfrm>
              <a:custGeom>
                <a:avLst/>
                <a:gdLst>
                  <a:gd name="T0" fmla="*/ 54 w 253"/>
                  <a:gd name="T1" fmla="*/ 99 h 99"/>
                  <a:gd name="T2" fmla="*/ 0 w 253"/>
                  <a:gd name="T3" fmla="*/ 77 h 99"/>
                  <a:gd name="T4" fmla="*/ 0 w 253"/>
                  <a:gd name="T5" fmla="*/ 75 h 99"/>
                  <a:gd name="T6" fmla="*/ 64 w 253"/>
                  <a:gd name="T7" fmla="*/ 49 h 99"/>
                  <a:gd name="T8" fmla="*/ 121 w 253"/>
                  <a:gd name="T9" fmla="*/ 17 h 99"/>
                  <a:gd name="T10" fmla="*/ 154 w 253"/>
                  <a:gd name="T11" fmla="*/ 0 h 99"/>
                  <a:gd name="T12" fmla="*/ 161 w 253"/>
                  <a:gd name="T13" fmla="*/ 3 h 99"/>
                  <a:gd name="T14" fmla="*/ 163 w 253"/>
                  <a:gd name="T15" fmla="*/ 14 h 99"/>
                  <a:gd name="T16" fmla="*/ 164 w 253"/>
                  <a:gd name="T17" fmla="*/ 19 h 99"/>
                  <a:gd name="T18" fmla="*/ 175 w 253"/>
                  <a:gd name="T19" fmla="*/ 22 h 99"/>
                  <a:gd name="T20" fmla="*/ 229 w 253"/>
                  <a:gd name="T21" fmla="*/ 8 h 99"/>
                  <a:gd name="T22" fmla="*/ 234 w 253"/>
                  <a:gd name="T23" fmla="*/ 10 h 99"/>
                  <a:gd name="T24" fmla="*/ 247 w 253"/>
                  <a:gd name="T25" fmla="*/ 73 h 99"/>
                  <a:gd name="T26" fmla="*/ 243 w 253"/>
                  <a:gd name="T27" fmla="*/ 76 h 99"/>
                  <a:gd name="T28" fmla="*/ 140 w 253"/>
                  <a:gd name="T29" fmla="*/ 89 h 99"/>
                  <a:gd name="T30" fmla="*/ 54 w 253"/>
                  <a:gd name="T31" fmla="*/ 99 h 99"/>
                  <a:gd name="T32" fmla="*/ 8 w 253"/>
                  <a:gd name="T33" fmla="*/ 78 h 99"/>
                  <a:gd name="T34" fmla="*/ 54 w 253"/>
                  <a:gd name="T35" fmla="*/ 91 h 99"/>
                  <a:gd name="T36" fmla="*/ 138 w 253"/>
                  <a:gd name="T37" fmla="*/ 81 h 99"/>
                  <a:gd name="T38" fmla="*/ 239 w 253"/>
                  <a:gd name="T39" fmla="*/ 68 h 99"/>
                  <a:gd name="T40" fmla="*/ 229 w 253"/>
                  <a:gd name="T41" fmla="*/ 17 h 99"/>
                  <a:gd name="T42" fmla="*/ 175 w 253"/>
                  <a:gd name="T43" fmla="*/ 30 h 99"/>
                  <a:gd name="T44" fmla="*/ 158 w 253"/>
                  <a:gd name="T45" fmla="*/ 24 h 99"/>
                  <a:gd name="T46" fmla="*/ 155 w 253"/>
                  <a:gd name="T47" fmla="*/ 13 h 99"/>
                  <a:gd name="T48" fmla="*/ 155 w 253"/>
                  <a:gd name="T49" fmla="*/ 8 h 99"/>
                  <a:gd name="T50" fmla="*/ 154 w 253"/>
                  <a:gd name="T51" fmla="*/ 8 h 99"/>
                  <a:gd name="T52" fmla="*/ 126 w 253"/>
                  <a:gd name="T53" fmla="*/ 23 h 99"/>
                  <a:gd name="T54" fmla="*/ 65 w 253"/>
                  <a:gd name="T55" fmla="*/ 57 h 99"/>
                  <a:gd name="T56" fmla="*/ 8 w 253"/>
                  <a:gd name="T57" fmla="*/ 7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53" h="99">
                    <a:moveTo>
                      <a:pt x="54" y="99"/>
                    </a:moveTo>
                    <a:cubicBezTo>
                      <a:pt x="19" y="99"/>
                      <a:pt x="1" y="92"/>
                      <a:pt x="0" y="77"/>
                    </a:cubicBezTo>
                    <a:cubicBezTo>
                      <a:pt x="0" y="76"/>
                      <a:pt x="0" y="76"/>
                      <a:pt x="0" y="75"/>
                    </a:cubicBezTo>
                    <a:cubicBezTo>
                      <a:pt x="1" y="73"/>
                      <a:pt x="10" y="58"/>
                      <a:pt x="64" y="49"/>
                    </a:cubicBezTo>
                    <a:cubicBezTo>
                      <a:pt x="86" y="45"/>
                      <a:pt x="121" y="17"/>
                      <a:pt x="121" y="17"/>
                    </a:cubicBezTo>
                    <a:cubicBezTo>
                      <a:pt x="124" y="15"/>
                      <a:pt x="143" y="0"/>
                      <a:pt x="154" y="0"/>
                    </a:cubicBezTo>
                    <a:cubicBezTo>
                      <a:pt x="158" y="0"/>
                      <a:pt x="160" y="2"/>
                      <a:pt x="161" y="3"/>
                    </a:cubicBezTo>
                    <a:cubicBezTo>
                      <a:pt x="163" y="5"/>
                      <a:pt x="164" y="9"/>
                      <a:pt x="163" y="14"/>
                    </a:cubicBezTo>
                    <a:cubicBezTo>
                      <a:pt x="163" y="17"/>
                      <a:pt x="164" y="19"/>
                      <a:pt x="164" y="19"/>
                    </a:cubicBezTo>
                    <a:cubicBezTo>
                      <a:pt x="165" y="21"/>
                      <a:pt x="169" y="22"/>
                      <a:pt x="175" y="22"/>
                    </a:cubicBezTo>
                    <a:cubicBezTo>
                      <a:pt x="195" y="22"/>
                      <a:pt x="229" y="9"/>
                      <a:pt x="229" y="8"/>
                    </a:cubicBezTo>
                    <a:cubicBezTo>
                      <a:pt x="231" y="8"/>
                      <a:pt x="233" y="8"/>
                      <a:pt x="234" y="10"/>
                    </a:cubicBezTo>
                    <a:cubicBezTo>
                      <a:pt x="235" y="11"/>
                      <a:pt x="253" y="40"/>
                      <a:pt x="247" y="73"/>
                    </a:cubicBezTo>
                    <a:cubicBezTo>
                      <a:pt x="246" y="75"/>
                      <a:pt x="245" y="76"/>
                      <a:pt x="243" y="76"/>
                    </a:cubicBezTo>
                    <a:cubicBezTo>
                      <a:pt x="242" y="76"/>
                      <a:pt x="177" y="77"/>
                      <a:pt x="140" y="89"/>
                    </a:cubicBezTo>
                    <a:cubicBezTo>
                      <a:pt x="132" y="91"/>
                      <a:pt x="91" y="99"/>
                      <a:pt x="54" y="99"/>
                    </a:cubicBezTo>
                    <a:moveTo>
                      <a:pt x="8" y="78"/>
                    </a:moveTo>
                    <a:cubicBezTo>
                      <a:pt x="10" y="86"/>
                      <a:pt x="27" y="91"/>
                      <a:pt x="54" y="91"/>
                    </a:cubicBezTo>
                    <a:cubicBezTo>
                      <a:pt x="89" y="91"/>
                      <a:pt x="130" y="83"/>
                      <a:pt x="138" y="81"/>
                    </a:cubicBezTo>
                    <a:cubicBezTo>
                      <a:pt x="171" y="71"/>
                      <a:pt x="225" y="69"/>
                      <a:pt x="239" y="68"/>
                    </a:cubicBezTo>
                    <a:cubicBezTo>
                      <a:pt x="243" y="45"/>
                      <a:pt x="233" y="24"/>
                      <a:pt x="229" y="17"/>
                    </a:cubicBezTo>
                    <a:cubicBezTo>
                      <a:pt x="220" y="20"/>
                      <a:pt x="193" y="30"/>
                      <a:pt x="175" y="30"/>
                    </a:cubicBezTo>
                    <a:cubicBezTo>
                      <a:pt x="166" y="30"/>
                      <a:pt x="161" y="28"/>
                      <a:pt x="158" y="24"/>
                    </a:cubicBezTo>
                    <a:cubicBezTo>
                      <a:pt x="155" y="21"/>
                      <a:pt x="155" y="18"/>
                      <a:pt x="155" y="13"/>
                    </a:cubicBezTo>
                    <a:cubicBezTo>
                      <a:pt x="156" y="9"/>
                      <a:pt x="155" y="8"/>
                      <a:pt x="155" y="8"/>
                    </a:cubicBezTo>
                    <a:cubicBezTo>
                      <a:pt x="155" y="8"/>
                      <a:pt x="155" y="8"/>
                      <a:pt x="154" y="8"/>
                    </a:cubicBezTo>
                    <a:cubicBezTo>
                      <a:pt x="148" y="8"/>
                      <a:pt x="134" y="17"/>
                      <a:pt x="126" y="23"/>
                    </a:cubicBezTo>
                    <a:cubicBezTo>
                      <a:pt x="125" y="24"/>
                      <a:pt x="90" y="53"/>
                      <a:pt x="65" y="57"/>
                    </a:cubicBezTo>
                    <a:cubicBezTo>
                      <a:pt x="23" y="64"/>
                      <a:pt x="11" y="75"/>
                      <a:pt x="8" y="7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4" name="Freeform 22"/>
              <p:cNvSpPr>
                <a:spLocks noEditPoints="1"/>
              </p:cNvSpPr>
              <p:nvPr/>
            </p:nvSpPr>
            <p:spPr bwMode="auto">
              <a:xfrm>
                <a:off x="10524370" y="4394155"/>
                <a:ext cx="315913" cy="120650"/>
              </a:xfrm>
              <a:custGeom>
                <a:avLst/>
                <a:gdLst>
                  <a:gd name="T0" fmla="*/ 4 w 84"/>
                  <a:gd name="T1" fmla="*/ 32 h 32"/>
                  <a:gd name="T2" fmla="*/ 0 w 84"/>
                  <a:gd name="T3" fmla="*/ 28 h 32"/>
                  <a:gd name="T4" fmla="*/ 0 w 84"/>
                  <a:gd name="T5" fmla="*/ 13 h 32"/>
                  <a:gd name="T6" fmla="*/ 3 w 84"/>
                  <a:gd name="T7" fmla="*/ 9 h 32"/>
                  <a:gd name="T8" fmla="*/ 80 w 84"/>
                  <a:gd name="T9" fmla="*/ 0 h 32"/>
                  <a:gd name="T10" fmla="*/ 83 w 84"/>
                  <a:gd name="T11" fmla="*/ 1 h 32"/>
                  <a:gd name="T12" fmla="*/ 84 w 84"/>
                  <a:gd name="T13" fmla="*/ 4 h 32"/>
                  <a:gd name="T14" fmla="*/ 84 w 84"/>
                  <a:gd name="T15" fmla="*/ 28 h 32"/>
                  <a:gd name="T16" fmla="*/ 83 w 84"/>
                  <a:gd name="T17" fmla="*/ 31 h 32"/>
                  <a:gd name="T18" fmla="*/ 80 w 84"/>
                  <a:gd name="T19" fmla="*/ 32 h 32"/>
                  <a:gd name="T20" fmla="*/ 4 w 84"/>
                  <a:gd name="T21" fmla="*/ 32 h 32"/>
                  <a:gd name="T22" fmla="*/ 8 w 84"/>
                  <a:gd name="T23" fmla="*/ 17 h 32"/>
                  <a:gd name="T24" fmla="*/ 8 w 84"/>
                  <a:gd name="T25" fmla="*/ 24 h 32"/>
                  <a:gd name="T26" fmla="*/ 76 w 84"/>
                  <a:gd name="T27" fmla="*/ 24 h 32"/>
                  <a:gd name="T28" fmla="*/ 76 w 84"/>
                  <a:gd name="T29" fmla="*/ 9 h 32"/>
                  <a:gd name="T30" fmla="*/ 8 w 84"/>
                  <a:gd name="T31" fmla="*/ 17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4" h="32">
                    <a:moveTo>
                      <a:pt x="4" y="32"/>
                    </a:moveTo>
                    <a:cubicBezTo>
                      <a:pt x="2" y="32"/>
                      <a:pt x="0" y="30"/>
                      <a:pt x="0" y="28"/>
                    </a:cubicBezTo>
                    <a:cubicBezTo>
                      <a:pt x="0" y="13"/>
                      <a:pt x="0" y="13"/>
                      <a:pt x="0" y="13"/>
                    </a:cubicBezTo>
                    <a:cubicBezTo>
                      <a:pt x="0" y="11"/>
                      <a:pt x="1" y="9"/>
                      <a:pt x="3" y="9"/>
                    </a:cubicBezTo>
                    <a:cubicBezTo>
                      <a:pt x="80" y="0"/>
                      <a:pt x="80" y="0"/>
                      <a:pt x="80" y="0"/>
                    </a:cubicBezTo>
                    <a:cubicBezTo>
                      <a:pt x="81" y="0"/>
                      <a:pt x="82" y="1"/>
                      <a:pt x="83" y="1"/>
                    </a:cubicBezTo>
                    <a:cubicBezTo>
                      <a:pt x="84" y="2"/>
                      <a:pt x="84" y="3"/>
                      <a:pt x="84" y="4"/>
                    </a:cubicBezTo>
                    <a:cubicBezTo>
                      <a:pt x="84" y="28"/>
                      <a:pt x="84" y="28"/>
                      <a:pt x="84" y="28"/>
                    </a:cubicBezTo>
                    <a:cubicBezTo>
                      <a:pt x="84" y="29"/>
                      <a:pt x="84" y="30"/>
                      <a:pt x="83" y="31"/>
                    </a:cubicBezTo>
                    <a:cubicBezTo>
                      <a:pt x="82" y="32"/>
                      <a:pt x="81" y="32"/>
                      <a:pt x="80" y="32"/>
                    </a:cubicBezTo>
                    <a:cubicBezTo>
                      <a:pt x="4" y="32"/>
                      <a:pt x="4" y="32"/>
                      <a:pt x="4" y="32"/>
                    </a:cubicBezTo>
                    <a:close/>
                    <a:moveTo>
                      <a:pt x="8" y="17"/>
                    </a:moveTo>
                    <a:cubicBezTo>
                      <a:pt x="8" y="24"/>
                      <a:pt x="8" y="24"/>
                      <a:pt x="8" y="24"/>
                    </a:cubicBezTo>
                    <a:cubicBezTo>
                      <a:pt x="76" y="24"/>
                      <a:pt x="76" y="24"/>
                      <a:pt x="76" y="24"/>
                    </a:cubicBezTo>
                    <a:cubicBezTo>
                      <a:pt x="76" y="9"/>
                      <a:pt x="76" y="9"/>
                      <a:pt x="76" y="9"/>
                    </a:cubicBez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5" name="Freeform 23"/>
              <p:cNvSpPr>
                <a:spLocks/>
              </p:cNvSpPr>
              <p:nvPr/>
            </p:nvSpPr>
            <p:spPr bwMode="auto">
              <a:xfrm>
                <a:off x="10129083" y="4317955"/>
                <a:ext cx="87313" cy="184150"/>
              </a:xfrm>
              <a:custGeom>
                <a:avLst/>
                <a:gdLst>
                  <a:gd name="T0" fmla="*/ 19 w 23"/>
                  <a:gd name="T1" fmla="*/ 49 h 49"/>
                  <a:gd name="T2" fmla="*/ 19 w 23"/>
                  <a:gd name="T3" fmla="*/ 0 h 49"/>
                  <a:gd name="T4" fmla="*/ 23 w 23"/>
                  <a:gd name="T5" fmla="*/ 2 h 49"/>
                  <a:gd name="T6" fmla="*/ 22 w 23"/>
                  <a:gd name="T7" fmla="*/ 46 h 49"/>
                  <a:gd name="T8" fmla="*/ 19 w 23"/>
                  <a:gd name="T9" fmla="*/ 49 h 49"/>
                </a:gdLst>
                <a:ahLst/>
                <a:cxnLst>
                  <a:cxn ang="0">
                    <a:pos x="T0" y="T1"/>
                  </a:cxn>
                  <a:cxn ang="0">
                    <a:pos x="T2" y="T3"/>
                  </a:cxn>
                  <a:cxn ang="0">
                    <a:pos x="T4" y="T5"/>
                  </a:cxn>
                  <a:cxn ang="0">
                    <a:pos x="T6" y="T7"/>
                  </a:cxn>
                  <a:cxn ang="0">
                    <a:pos x="T8" y="T9"/>
                  </a:cxn>
                </a:cxnLst>
                <a:rect l="0" t="0" r="r" b="b"/>
                <a:pathLst>
                  <a:path w="23" h="49">
                    <a:moveTo>
                      <a:pt x="19" y="49"/>
                    </a:moveTo>
                    <a:cubicBezTo>
                      <a:pt x="0" y="30"/>
                      <a:pt x="19" y="0"/>
                      <a:pt x="19" y="0"/>
                    </a:cubicBezTo>
                    <a:cubicBezTo>
                      <a:pt x="23" y="2"/>
                      <a:pt x="23" y="2"/>
                      <a:pt x="23" y="2"/>
                    </a:cubicBezTo>
                    <a:cubicBezTo>
                      <a:pt x="22" y="2"/>
                      <a:pt x="5" y="29"/>
                      <a:pt x="22" y="46"/>
                    </a:cubicBezTo>
                    <a:lnTo>
                      <a:pt x="19"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6" name="Freeform 24"/>
              <p:cNvSpPr>
                <a:spLocks/>
              </p:cNvSpPr>
              <p:nvPr/>
            </p:nvSpPr>
            <p:spPr bwMode="auto">
              <a:xfrm>
                <a:off x="10321170" y="4254455"/>
                <a:ext cx="52388" cy="52388"/>
              </a:xfrm>
              <a:custGeom>
                <a:avLst/>
                <a:gdLst>
                  <a:gd name="T0" fmla="*/ 12 w 14"/>
                  <a:gd name="T1" fmla="*/ 14 h 14"/>
                  <a:gd name="T2" fmla="*/ 11 w 14"/>
                  <a:gd name="T3" fmla="*/ 14 h 14"/>
                  <a:gd name="T4" fmla="*/ 1 w 14"/>
                  <a:gd name="T5" fmla="*/ 3 h 14"/>
                  <a:gd name="T6" fmla="*/ 1 w 14"/>
                  <a:gd name="T7" fmla="*/ 1 h 14"/>
                  <a:gd name="T8" fmla="*/ 3 w 14"/>
                  <a:gd name="T9" fmla="*/ 1 h 14"/>
                  <a:gd name="T10" fmla="*/ 14 w 14"/>
                  <a:gd name="T11" fmla="*/ 11 h 14"/>
                  <a:gd name="T12" fmla="*/ 14 w 14"/>
                  <a:gd name="T13" fmla="*/ 14 h 14"/>
                  <a:gd name="T14" fmla="*/ 12 w 14"/>
                  <a:gd name="T15" fmla="*/ 14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4">
                    <a:moveTo>
                      <a:pt x="12" y="14"/>
                    </a:moveTo>
                    <a:cubicBezTo>
                      <a:pt x="12" y="14"/>
                      <a:pt x="11" y="14"/>
                      <a:pt x="11" y="14"/>
                    </a:cubicBezTo>
                    <a:cubicBezTo>
                      <a:pt x="1" y="3"/>
                      <a:pt x="1" y="3"/>
                      <a:pt x="1" y="3"/>
                    </a:cubicBezTo>
                    <a:cubicBezTo>
                      <a:pt x="0" y="3"/>
                      <a:pt x="0" y="1"/>
                      <a:pt x="1" y="1"/>
                    </a:cubicBezTo>
                    <a:cubicBezTo>
                      <a:pt x="1" y="0"/>
                      <a:pt x="3" y="0"/>
                      <a:pt x="3" y="1"/>
                    </a:cubicBezTo>
                    <a:cubicBezTo>
                      <a:pt x="14" y="11"/>
                      <a:pt x="14" y="11"/>
                      <a:pt x="14" y="11"/>
                    </a:cubicBezTo>
                    <a:cubicBezTo>
                      <a:pt x="14" y="12"/>
                      <a:pt x="14" y="13"/>
                      <a:pt x="14" y="14"/>
                    </a:cubicBezTo>
                    <a:cubicBezTo>
                      <a:pt x="13" y="14"/>
                      <a:pt x="13" y="14"/>
                      <a:pt x="12"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 name="Freeform 25"/>
              <p:cNvSpPr>
                <a:spLocks/>
              </p:cNvSpPr>
              <p:nvPr/>
            </p:nvSpPr>
            <p:spPr bwMode="auto">
              <a:xfrm>
                <a:off x="10359270" y="4232230"/>
                <a:ext cx="52388" cy="52388"/>
              </a:xfrm>
              <a:custGeom>
                <a:avLst/>
                <a:gdLst>
                  <a:gd name="T0" fmla="*/ 12 w 14"/>
                  <a:gd name="T1" fmla="*/ 14 h 14"/>
                  <a:gd name="T2" fmla="*/ 11 w 14"/>
                  <a:gd name="T3" fmla="*/ 14 h 14"/>
                  <a:gd name="T4" fmla="*/ 0 w 14"/>
                  <a:gd name="T5" fmla="*/ 3 h 14"/>
                  <a:gd name="T6" fmla="*/ 0 w 14"/>
                  <a:gd name="T7" fmla="*/ 0 h 14"/>
                  <a:gd name="T8" fmla="*/ 3 w 14"/>
                  <a:gd name="T9" fmla="*/ 0 h 14"/>
                  <a:gd name="T10" fmla="*/ 14 w 14"/>
                  <a:gd name="T11" fmla="*/ 11 h 14"/>
                  <a:gd name="T12" fmla="*/ 14 w 14"/>
                  <a:gd name="T13" fmla="*/ 14 h 14"/>
                  <a:gd name="T14" fmla="*/ 12 w 14"/>
                  <a:gd name="T15" fmla="*/ 14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4">
                    <a:moveTo>
                      <a:pt x="12" y="14"/>
                    </a:moveTo>
                    <a:cubicBezTo>
                      <a:pt x="12" y="14"/>
                      <a:pt x="11" y="14"/>
                      <a:pt x="11" y="14"/>
                    </a:cubicBezTo>
                    <a:cubicBezTo>
                      <a:pt x="0" y="3"/>
                      <a:pt x="0" y="3"/>
                      <a:pt x="0" y="3"/>
                    </a:cubicBezTo>
                    <a:cubicBezTo>
                      <a:pt x="0" y="2"/>
                      <a:pt x="0" y="1"/>
                      <a:pt x="0" y="0"/>
                    </a:cubicBezTo>
                    <a:cubicBezTo>
                      <a:pt x="1" y="0"/>
                      <a:pt x="2" y="0"/>
                      <a:pt x="3" y="0"/>
                    </a:cubicBezTo>
                    <a:cubicBezTo>
                      <a:pt x="14" y="11"/>
                      <a:pt x="14" y="11"/>
                      <a:pt x="14" y="11"/>
                    </a:cubicBezTo>
                    <a:cubicBezTo>
                      <a:pt x="14" y="11"/>
                      <a:pt x="14" y="13"/>
                      <a:pt x="14" y="14"/>
                    </a:cubicBezTo>
                    <a:cubicBezTo>
                      <a:pt x="13" y="14"/>
                      <a:pt x="13" y="14"/>
                      <a:pt x="12"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8" name="Freeform 26"/>
              <p:cNvSpPr>
                <a:spLocks/>
              </p:cNvSpPr>
              <p:nvPr/>
            </p:nvSpPr>
            <p:spPr bwMode="auto">
              <a:xfrm>
                <a:off x="10392608" y="4205243"/>
                <a:ext cx="57150" cy="57150"/>
              </a:xfrm>
              <a:custGeom>
                <a:avLst/>
                <a:gdLst>
                  <a:gd name="T0" fmla="*/ 13 w 15"/>
                  <a:gd name="T1" fmla="*/ 15 h 15"/>
                  <a:gd name="T2" fmla="*/ 11 w 15"/>
                  <a:gd name="T3" fmla="*/ 14 h 15"/>
                  <a:gd name="T4" fmla="*/ 1 w 15"/>
                  <a:gd name="T5" fmla="*/ 4 h 15"/>
                  <a:gd name="T6" fmla="*/ 1 w 15"/>
                  <a:gd name="T7" fmla="*/ 1 h 15"/>
                  <a:gd name="T8" fmla="*/ 4 w 15"/>
                  <a:gd name="T9" fmla="*/ 1 h 15"/>
                  <a:gd name="T10" fmla="*/ 14 w 15"/>
                  <a:gd name="T11" fmla="*/ 11 h 15"/>
                  <a:gd name="T12" fmla="*/ 14 w 15"/>
                  <a:gd name="T13" fmla="*/ 14 h 15"/>
                  <a:gd name="T14" fmla="*/ 13 w 15"/>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5">
                    <a:moveTo>
                      <a:pt x="13" y="15"/>
                    </a:moveTo>
                    <a:cubicBezTo>
                      <a:pt x="12" y="15"/>
                      <a:pt x="12" y="14"/>
                      <a:pt x="11" y="14"/>
                    </a:cubicBezTo>
                    <a:cubicBezTo>
                      <a:pt x="1" y="4"/>
                      <a:pt x="1" y="4"/>
                      <a:pt x="1" y="4"/>
                    </a:cubicBezTo>
                    <a:cubicBezTo>
                      <a:pt x="0" y="3"/>
                      <a:pt x="0" y="2"/>
                      <a:pt x="1" y="1"/>
                    </a:cubicBezTo>
                    <a:cubicBezTo>
                      <a:pt x="2" y="0"/>
                      <a:pt x="3" y="0"/>
                      <a:pt x="4" y="1"/>
                    </a:cubicBezTo>
                    <a:cubicBezTo>
                      <a:pt x="14" y="11"/>
                      <a:pt x="14" y="11"/>
                      <a:pt x="14" y="11"/>
                    </a:cubicBezTo>
                    <a:cubicBezTo>
                      <a:pt x="15" y="12"/>
                      <a:pt x="15" y="13"/>
                      <a:pt x="14" y="14"/>
                    </a:cubicBezTo>
                    <a:cubicBezTo>
                      <a:pt x="14" y="14"/>
                      <a:pt x="13" y="15"/>
                      <a:pt x="13" y="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59" name="组合 158"/>
            <p:cNvGrpSpPr/>
            <p:nvPr/>
          </p:nvGrpSpPr>
          <p:grpSpPr>
            <a:xfrm>
              <a:off x="10598151" y="2517775"/>
              <a:ext cx="831850" cy="703263"/>
              <a:chOff x="8840839" y="3968705"/>
              <a:chExt cx="831850" cy="703263"/>
            </a:xfrm>
          </p:grpSpPr>
          <p:sp>
            <p:nvSpPr>
              <p:cNvPr id="160" name="Freeform 12"/>
              <p:cNvSpPr>
                <a:spLocks noEditPoints="1"/>
              </p:cNvSpPr>
              <p:nvPr/>
            </p:nvSpPr>
            <p:spPr bwMode="auto">
              <a:xfrm>
                <a:off x="9315501" y="3976643"/>
                <a:ext cx="357188" cy="695325"/>
              </a:xfrm>
              <a:custGeom>
                <a:avLst/>
                <a:gdLst>
                  <a:gd name="T0" fmla="*/ 42 w 95"/>
                  <a:gd name="T1" fmla="*/ 185 h 185"/>
                  <a:gd name="T2" fmla="*/ 37 w 95"/>
                  <a:gd name="T3" fmla="*/ 185 h 185"/>
                  <a:gd name="T4" fmla="*/ 10 w 95"/>
                  <a:gd name="T5" fmla="*/ 137 h 185"/>
                  <a:gd name="T6" fmla="*/ 11 w 95"/>
                  <a:gd name="T7" fmla="*/ 132 h 185"/>
                  <a:gd name="T8" fmla="*/ 4 w 95"/>
                  <a:gd name="T9" fmla="*/ 65 h 185"/>
                  <a:gd name="T10" fmla="*/ 11 w 95"/>
                  <a:gd name="T11" fmla="*/ 19 h 185"/>
                  <a:gd name="T12" fmla="*/ 50 w 95"/>
                  <a:gd name="T13" fmla="*/ 0 h 185"/>
                  <a:gd name="T14" fmla="*/ 94 w 95"/>
                  <a:gd name="T15" fmla="*/ 68 h 185"/>
                  <a:gd name="T16" fmla="*/ 94 w 95"/>
                  <a:gd name="T17" fmla="*/ 69 h 185"/>
                  <a:gd name="T18" fmla="*/ 87 w 95"/>
                  <a:gd name="T19" fmla="*/ 146 h 185"/>
                  <a:gd name="T20" fmla="*/ 86 w 95"/>
                  <a:gd name="T21" fmla="*/ 146 h 185"/>
                  <a:gd name="T22" fmla="*/ 42 w 95"/>
                  <a:gd name="T23" fmla="*/ 185 h 185"/>
                  <a:gd name="T24" fmla="*/ 50 w 95"/>
                  <a:gd name="T25" fmla="*/ 8 h 185"/>
                  <a:gd name="T26" fmla="*/ 18 w 95"/>
                  <a:gd name="T27" fmla="*/ 23 h 185"/>
                  <a:gd name="T28" fmla="*/ 11 w 95"/>
                  <a:gd name="T29" fmla="*/ 63 h 185"/>
                  <a:gd name="T30" fmla="*/ 19 w 95"/>
                  <a:gd name="T31" fmla="*/ 132 h 185"/>
                  <a:gd name="T32" fmla="*/ 18 w 95"/>
                  <a:gd name="T33" fmla="*/ 138 h 185"/>
                  <a:gd name="T34" fmla="*/ 38 w 95"/>
                  <a:gd name="T35" fmla="*/ 177 h 185"/>
                  <a:gd name="T36" fmla="*/ 42 w 95"/>
                  <a:gd name="T37" fmla="*/ 177 h 185"/>
                  <a:gd name="T38" fmla="*/ 79 w 95"/>
                  <a:gd name="T39" fmla="*/ 144 h 185"/>
                  <a:gd name="T40" fmla="*/ 79 w 95"/>
                  <a:gd name="T41" fmla="*/ 143 h 185"/>
                  <a:gd name="T42" fmla="*/ 86 w 95"/>
                  <a:gd name="T43" fmla="*/ 69 h 185"/>
                  <a:gd name="T44" fmla="*/ 86 w 95"/>
                  <a:gd name="T45" fmla="*/ 68 h 185"/>
                  <a:gd name="T46" fmla="*/ 50 w 95"/>
                  <a:gd name="T47" fmla="*/ 8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5" h="185">
                    <a:moveTo>
                      <a:pt x="42" y="185"/>
                    </a:moveTo>
                    <a:cubicBezTo>
                      <a:pt x="40" y="185"/>
                      <a:pt x="39" y="185"/>
                      <a:pt x="37" y="185"/>
                    </a:cubicBezTo>
                    <a:cubicBezTo>
                      <a:pt x="15" y="183"/>
                      <a:pt x="9" y="159"/>
                      <a:pt x="10" y="137"/>
                    </a:cubicBezTo>
                    <a:cubicBezTo>
                      <a:pt x="11" y="135"/>
                      <a:pt x="11" y="134"/>
                      <a:pt x="11" y="132"/>
                    </a:cubicBezTo>
                    <a:cubicBezTo>
                      <a:pt x="12" y="115"/>
                      <a:pt x="14" y="95"/>
                      <a:pt x="4" y="65"/>
                    </a:cubicBezTo>
                    <a:cubicBezTo>
                      <a:pt x="0" y="54"/>
                      <a:pt x="1" y="33"/>
                      <a:pt x="11" y="19"/>
                    </a:cubicBezTo>
                    <a:cubicBezTo>
                      <a:pt x="18" y="10"/>
                      <a:pt x="29" y="0"/>
                      <a:pt x="50" y="0"/>
                    </a:cubicBezTo>
                    <a:cubicBezTo>
                      <a:pt x="69" y="0"/>
                      <a:pt x="93" y="12"/>
                      <a:pt x="94" y="68"/>
                    </a:cubicBezTo>
                    <a:cubicBezTo>
                      <a:pt x="94" y="69"/>
                      <a:pt x="94" y="69"/>
                      <a:pt x="94" y="69"/>
                    </a:cubicBezTo>
                    <a:cubicBezTo>
                      <a:pt x="94" y="77"/>
                      <a:pt x="95" y="119"/>
                      <a:pt x="87" y="146"/>
                    </a:cubicBezTo>
                    <a:cubicBezTo>
                      <a:pt x="86" y="146"/>
                      <a:pt x="86" y="146"/>
                      <a:pt x="86" y="146"/>
                    </a:cubicBezTo>
                    <a:cubicBezTo>
                      <a:pt x="77" y="178"/>
                      <a:pt x="57" y="185"/>
                      <a:pt x="42" y="185"/>
                    </a:cubicBezTo>
                    <a:moveTo>
                      <a:pt x="50" y="8"/>
                    </a:moveTo>
                    <a:cubicBezTo>
                      <a:pt x="36" y="8"/>
                      <a:pt x="25" y="13"/>
                      <a:pt x="18" y="23"/>
                    </a:cubicBezTo>
                    <a:cubicBezTo>
                      <a:pt x="9" y="35"/>
                      <a:pt x="8" y="53"/>
                      <a:pt x="11" y="63"/>
                    </a:cubicBezTo>
                    <a:cubicBezTo>
                      <a:pt x="22" y="94"/>
                      <a:pt x="20" y="116"/>
                      <a:pt x="19" y="132"/>
                    </a:cubicBezTo>
                    <a:cubicBezTo>
                      <a:pt x="19" y="134"/>
                      <a:pt x="19" y="136"/>
                      <a:pt x="18" y="138"/>
                    </a:cubicBezTo>
                    <a:cubicBezTo>
                      <a:pt x="18" y="144"/>
                      <a:pt x="16" y="175"/>
                      <a:pt x="38" y="177"/>
                    </a:cubicBezTo>
                    <a:cubicBezTo>
                      <a:pt x="39" y="177"/>
                      <a:pt x="41" y="177"/>
                      <a:pt x="42" y="177"/>
                    </a:cubicBezTo>
                    <a:cubicBezTo>
                      <a:pt x="60" y="177"/>
                      <a:pt x="72" y="166"/>
                      <a:pt x="79" y="144"/>
                    </a:cubicBezTo>
                    <a:cubicBezTo>
                      <a:pt x="79" y="143"/>
                      <a:pt x="79" y="143"/>
                      <a:pt x="79" y="143"/>
                    </a:cubicBezTo>
                    <a:cubicBezTo>
                      <a:pt x="87" y="118"/>
                      <a:pt x="86" y="77"/>
                      <a:pt x="86" y="69"/>
                    </a:cubicBezTo>
                    <a:cubicBezTo>
                      <a:pt x="86" y="68"/>
                      <a:pt x="86" y="68"/>
                      <a:pt x="86" y="68"/>
                    </a:cubicBezTo>
                    <a:cubicBezTo>
                      <a:pt x="85" y="28"/>
                      <a:pt x="73" y="8"/>
                      <a:pt x="50" y="8"/>
                    </a:cubicBezTo>
                  </a:path>
                </a:pathLst>
              </a:custGeom>
              <a:solidFill>
                <a:srgbClr val="22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1" name="Freeform 13"/>
              <p:cNvSpPr>
                <a:spLocks noEditPoints="1"/>
              </p:cNvSpPr>
              <p:nvPr/>
            </p:nvSpPr>
            <p:spPr bwMode="auto">
              <a:xfrm>
                <a:off x="9352014" y="4133805"/>
                <a:ext cx="307975" cy="196850"/>
              </a:xfrm>
              <a:custGeom>
                <a:avLst/>
                <a:gdLst>
                  <a:gd name="T0" fmla="*/ 6 w 82"/>
                  <a:gd name="T1" fmla="*/ 52 h 52"/>
                  <a:gd name="T2" fmla="*/ 5 w 82"/>
                  <a:gd name="T3" fmla="*/ 52 h 52"/>
                  <a:gd name="T4" fmla="*/ 4 w 82"/>
                  <a:gd name="T5" fmla="*/ 51 h 52"/>
                  <a:gd name="T6" fmla="*/ 2 w 82"/>
                  <a:gd name="T7" fmla="*/ 34 h 52"/>
                  <a:gd name="T8" fmla="*/ 6 w 82"/>
                  <a:gd name="T9" fmla="*/ 32 h 52"/>
                  <a:gd name="T10" fmla="*/ 31 w 82"/>
                  <a:gd name="T11" fmla="*/ 1 h 52"/>
                  <a:gd name="T12" fmla="*/ 33 w 82"/>
                  <a:gd name="T13" fmla="*/ 0 h 52"/>
                  <a:gd name="T14" fmla="*/ 38 w 82"/>
                  <a:gd name="T15" fmla="*/ 0 h 52"/>
                  <a:gd name="T16" fmla="*/ 39 w 82"/>
                  <a:gd name="T17" fmla="*/ 1 h 52"/>
                  <a:gd name="T18" fmla="*/ 49 w 82"/>
                  <a:gd name="T19" fmla="*/ 22 h 52"/>
                  <a:gd name="T20" fmla="*/ 80 w 82"/>
                  <a:gd name="T21" fmla="*/ 36 h 52"/>
                  <a:gd name="T22" fmla="*/ 82 w 82"/>
                  <a:gd name="T23" fmla="*/ 38 h 52"/>
                  <a:gd name="T24" fmla="*/ 82 w 82"/>
                  <a:gd name="T25" fmla="*/ 44 h 52"/>
                  <a:gd name="T26" fmla="*/ 78 w 82"/>
                  <a:gd name="T27" fmla="*/ 52 h 52"/>
                  <a:gd name="T28" fmla="*/ 36 w 82"/>
                  <a:gd name="T29" fmla="*/ 32 h 52"/>
                  <a:gd name="T30" fmla="*/ 7 w 82"/>
                  <a:gd name="T31" fmla="*/ 52 h 52"/>
                  <a:gd name="T32" fmla="*/ 6 w 82"/>
                  <a:gd name="T33" fmla="*/ 52 h 52"/>
                  <a:gd name="T34" fmla="*/ 36 w 82"/>
                  <a:gd name="T35" fmla="*/ 27 h 52"/>
                  <a:gd name="T36" fmla="*/ 38 w 82"/>
                  <a:gd name="T37" fmla="*/ 28 h 52"/>
                  <a:gd name="T38" fmla="*/ 77 w 82"/>
                  <a:gd name="T39" fmla="*/ 48 h 52"/>
                  <a:gd name="T40" fmla="*/ 78 w 82"/>
                  <a:gd name="T41" fmla="*/ 39 h 52"/>
                  <a:gd name="T42" fmla="*/ 46 w 82"/>
                  <a:gd name="T43" fmla="*/ 24 h 52"/>
                  <a:gd name="T44" fmla="*/ 36 w 82"/>
                  <a:gd name="T45" fmla="*/ 4 h 52"/>
                  <a:gd name="T46" fmla="*/ 35 w 82"/>
                  <a:gd name="T47" fmla="*/ 4 h 52"/>
                  <a:gd name="T48" fmla="*/ 6 w 82"/>
                  <a:gd name="T49" fmla="*/ 36 h 52"/>
                  <a:gd name="T50" fmla="*/ 6 w 82"/>
                  <a:gd name="T51" fmla="*/ 36 h 52"/>
                  <a:gd name="T52" fmla="*/ 7 w 82"/>
                  <a:gd name="T53" fmla="*/ 48 h 52"/>
                  <a:gd name="T54" fmla="*/ 34 w 82"/>
                  <a:gd name="T55" fmla="*/ 28 h 52"/>
                  <a:gd name="T56" fmla="*/ 36 w 82"/>
                  <a:gd name="T57" fmla="*/ 27 h 52"/>
                  <a:gd name="T58" fmla="*/ 36 w 82"/>
                  <a:gd name="T59" fmla="*/ 2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2" h="52">
                    <a:moveTo>
                      <a:pt x="6" y="52"/>
                    </a:moveTo>
                    <a:cubicBezTo>
                      <a:pt x="6" y="52"/>
                      <a:pt x="6" y="52"/>
                      <a:pt x="5" y="52"/>
                    </a:cubicBezTo>
                    <a:cubicBezTo>
                      <a:pt x="5" y="52"/>
                      <a:pt x="4" y="51"/>
                      <a:pt x="4" y="51"/>
                    </a:cubicBezTo>
                    <a:cubicBezTo>
                      <a:pt x="3" y="49"/>
                      <a:pt x="0" y="39"/>
                      <a:pt x="2" y="34"/>
                    </a:cubicBezTo>
                    <a:cubicBezTo>
                      <a:pt x="3" y="33"/>
                      <a:pt x="4" y="32"/>
                      <a:pt x="6" y="32"/>
                    </a:cubicBezTo>
                    <a:cubicBezTo>
                      <a:pt x="25" y="27"/>
                      <a:pt x="31" y="1"/>
                      <a:pt x="31" y="1"/>
                    </a:cubicBezTo>
                    <a:cubicBezTo>
                      <a:pt x="32" y="0"/>
                      <a:pt x="33" y="0"/>
                      <a:pt x="33" y="0"/>
                    </a:cubicBezTo>
                    <a:cubicBezTo>
                      <a:pt x="38" y="0"/>
                      <a:pt x="38" y="0"/>
                      <a:pt x="38" y="0"/>
                    </a:cubicBezTo>
                    <a:cubicBezTo>
                      <a:pt x="38" y="0"/>
                      <a:pt x="39" y="0"/>
                      <a:pt x="39" y="1"/>
                    </a:cubicBezTo>
                    <a:cubicBezTo>
                      <a:pt x="40" y="1"/>
                      <a:pt x="43" y="15"/>
                      <a:pt x="49" y="22"/>
                    </a:cubicBezTo>
                    <a:cubicBezTo>
                      <a:pt x="60" y="35"/>
                      <a:pt x="80" y="35"/>
                      <a:pt x="80" y="36"/>
                    </a:cubicBezTo>
                    <a:cubicBezTo>
                      <a:pt x="81" y="36"/>
                      <a:pt x="82" y="36"/>
                      <a:pt x="82" y="38"/>
                    </a:cubicBezTo>
                    <a:cubicBezTo>
                      <a:pt x="82" y="38"/>
                      <a:pt x="82" y="41"/>
                      <a:pt x="82" y="44"/>
                    </a:cubicBezTo>
                    <a:cubicBezTo>
                      <a:pt x="82" y="48"/>
                      <a:pt x="81" y="52"/>
                      <a:pt x="78" y="52"/>
                    </a:cubicBezTo>
                    <a:cubicBezTo>
                      <a:pt x="55" y="52"/>
                      <a:pt x="41" y="38"/>
                      <a:pt x="36" y="32"/>
                    </a:cubicBezTo>
                    <a:cubicBezTo>
                      <a:pt x="28" y="44"/>
                      <a:pt x="8" y="52"/>
                      <a:pt x="7" y="52"/>
                    </a:cubicBezTo>
                    <a:cubicBezTo>
                      <a:pt x="7" y="52"/>
                      <a:pt x="6" y="52"/>
                      <a:pt x="6" y="52"/>
                    </a:cubicBezTo>
                    <a:moveTo>
                      <a:pt x="36" y="27"/>
                    </a:moveTo>
                    <a:cubicBezTo>
                      <a:pt x="37" y="27"/>
                      <a:pt x="37" y="27"/>
                      <a:pt x="38" y="28"/>
                    </a:cubicBezTo>
                    <a:cubicBezTo>
                      <a:pt x="38" y="28"/>
                      <a:pt x="51" y="48"/>
                      <a:pt x="77" y="48"/>
                    </a:cubicBezTo>
                    <a:cubicBezTo>
                      <a:pt x="78" y="47"/>
                      <a:pt x="78" y="43"/>
                      <a:pt x="78" y="39"/>
                    </a:cubicBezTo>
                    <a:cubicBezTo>
                      <a:pt x="72" y="39"/>
                      <a:pt x="56" y="37"/>
                      <a:pt x="46" y="24"/>
                    </a:cubicBezTo>
                    <a:cubicBezTo>
                      <a:pt x="41" y="18"/>
                      <a:pt x="37" y="8"/>
                      <a:pt x="36" y="4"/>
                    </a:cubicBezTo>
                    <a:cubicBezTo>
                      <a:pt x="35" y="4"/>
                      <a:pt x="35" y="4"/>
                      <a:pt x="35" y="4"/>
                    </a:cubicBezTo>
                    <a:cubicBezTo>
                      <a:pt x="33" y="10"/>
                      <a:pt x="26" y="31"/>
                      <a:pt x="6" y="36"/>
                    </a:cubicBezTo>
                    <a:cubicBezTo>
                      <a:pt x="6" y="36"/>
                      <a:pt x="6" y="36"/>
                      <a:pt x="6" y="36"/>
                    </a:cubicBezTo>
                    <a:cubicBezTo>
                      <a:pt x="5" y="38"/>
                      <a:pt x="6" y="44"/>
                      <a:pt x="7" y="48"/>
                    </a:cubicBezTo>
                    <a:cubicBezTo>
                      <a:pt x="13" y="45"/>
                      <a:pt x="29" y="37"/>
                      <a:pt x="34" y="28"/>
                    </a:cubicBezTo>
                    <a:cubicBezTo>
                      <a:pt x="35" y="27"/>
                      <a:pt x="35" y="27"/>
                      <a:pt x="36" y="27"/>
                    </a:cubicBezTo>
                    <a:cubicBezTo>
                      <a:pt x="36" y="27"/>
                      <a:pt x="36" y="27"/>
                      <a:pt x="36" y="27"/>
                    </a:cubicBezTo>
                  </a:path>
                </a:pathLst>
              </a:custGeom>
              <a:solidFill>
                <a:srgbClr val="22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2" name="Freeform 14"/>
              <p:cNvSpPr>
                <a:spLocks noEditPoints="1"/>
              </p:cNvSpPr>
              <p:nvPr/>
            </p:nvSpPr>
            <p:spPr bwMode="auto">
              <a:xfrm>
                <a:off x="8840839" y="3968705"/>
                <a:ext cx="354013" cy="695325"/>
              </a:xfrm>
              <a:custGeom>
                <a:avLst/>
                <a:gdLst>
                  <a:gd name="T0" fmla="*/ 52 w 94"/>
                  <a:gd name="T1" fmla="*/ 185 h 185"/>
                  <a:gd name="T2" fmla="*/ 8 w 94"/>
                  <a:gd name="T3" fmla="*/ 147 h 185"/>
                  <a:gd name="T4" fmla="*/ 8 w 94"/>
                  <a:gd name="T5" fmla="*/ 146 h 185"/>
                  <a:gd name="T6" fmla="*/ 0 w 94"/>
                  <a:gd name="T7" fmla="*/ 69 h 185"/>
                  <a:gd name="T8" fmla="*/ 0 w 94"/>
                  <a:gd name="T9" fmla="*/ 69 h 185"/>
                  <a:gd name="T10" fmla="*/ 44 w 94"/>
                  <a:gd name="T11" fmla="*/ 0 h 185"/>
                  <a:gd name="T12" fmla="*/ 83 w 94"/>
                  <a:gd name="T13" fmla="*/ 19 h 185"/>
                  <a:gd name="T14" fmla="*/ 90 w 94"/>
                  <a:gd name="T15" fmla="*/ 66 h 185"/>
                  <a:gd name="T16" fmla="*/ 83 w 94"/>
                  <a:gd name="T17" fmla="*/ 132 h 185"/>
                  <a:gd name="T18" fmla="*/ 84 w 94"/>
                  <a:gd name="T19" fmla="*/ 137 h 185"/>
                  <a:gd name="T20" fmla="*/ 57 w 94"/>
                  <a:gd name="T21" fmla="*/ 185 h 185"/>
                  <a:gd name="T22" fmla="*/ 52 w 94"/>
                  <a:gd name="T23" fmla="*/ 185 h 185"/>
                  <a:gd name="T24" fmla="*/ 44 w 94"/>
                  <a:gd name="T25" fmla="*/ 8 h 185"/>
                  <a:gd name="T26" fmla="*/ 8 w 94"/>
                  <a:gd name="T27" fmla="*/ 69 h 185"/>
                  <a:gd name="T28" fmla="*/ 8 w 94"/>
                  <a:gd name="T29" fmla="*/ 69 h 185"/>
                  <a:gd name="T30" fmla="*/ 15 w 94"/>
                  <a:gd name="T31" fmla="*/ 144 h 185"/>
                  <a:gd name="T32" fmla="*/ 16 w 94"/>
                  <a:gd name="T33" fmla="*/ 145 h 185"/>
                  <a:gd name="T34" fmla="*/ 52 w 94"/>
                  <a:gd name="T35" fmla="*/ 177 h 185"/>
                  <a:gd name="T36" fmla="*/ 57 w 94"/>
                  <a:gd name="T37" fmla="*/ 177 h 185"/>
                  <a:gd name="T38" fmla="*/ 76 w 94"/>
                  <a:gd name="T39" fmla="*/ 138 h 185"/>
                  <a:gd name="T40" fmla="*/ 75 w 94"/>
                  <a:gd name="T41" fmla="*/ 133 h 185"/>
                  <a:gd name="T42" fmla="*/ 83 w 94"/>
                  <a:gd name="T43" fmla="*/ 63 h 185"/>
                  <a:gd name="T44" fmla="*/ 76 w 94"/>
                  <a:gd name="T45" fmla="*/ 24 h 185"/>
                  <a:gd name="T46" fmla="*/ 44 w 94"/>
                  <a:gd name="T47" fmla="*/ 8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4" h="185">
                    <a:moveTo>
                      <a:pt x="52" y="185"/>
                    </a:moveTo>
                    <a:cubicBezTo>
                      <a:pt x="37" y="185"/>
                      <a:pt x="18" y="179"/>
                      <a:pt x="8" y="147"/>
                    </a:cubicBezTo>
                    <a:cubicBezTo>
                      <a:pt x="8" y="146"/>
                      <a:pt x="8" y="146"/>
                      <a:pt x="8" y="146"/>
                    </a:cubicBezTo>
                    <a:cubicBezTo>
                      <a:pt x="0" y="120"/>
                      <a:pt x="0" y="78"/>
                      <a:pt x="0" y="69"/>
                    </a:cubicBezTo>
                    <a:cubicBezTo>
                      <a:pt x="0" y="69"/>
                      <a:pt x="0" y="69"/>
                      <a:pt x="0" y="69"/>
                    </a:cubicBezTo>
                    <a:cubicBezTo>
                      <a:pt x="1" y="12"/>
                      <a:pt x="25" y="0"/>
                      <a:pt x="44" y="0"/>
                    </a:cubicBezTo>
                    <a:cubicBezTo>
                      <a:pt x="65" y="0"/>
                      <a:pt x="77" y="11"/>
                      <a:pt x="83" y="19"/>
                    </a:cubicBezTo>
                    <a:cubicBezTo>
                      <a:pt x="93" y="34"/>
                      <a:pt x="94" y="54"/>
                      <a:pt x="90" y="66"/>
                    </a:cubicBezTo>
                    <a:cubicBezTo>
                      <a:pt x="80" y="96"/>
                      <a:pt x="82" y="116"/>
                      <a:pt x="83" y="132"/>
                    </a:cubicBezTo>
                    <a:cubicBezTo>
                      <a:pt x="83" y="134"/>
                      <a:pt x="84" y="136"/>
                      <a:pt x="84" y="137"/>
                    </a:cubicBezTo>
                    <a:cubicBezTo>
                      <a:pt x="86" y="159"/>
                      <a:pt x="80" y="183"/>
                      <a:pt x="57" y="185"/>
                    </a:cubicBezTo>
                    <a:cubicBezTo>
                      <a:pt x="56" y="185"/>
                      <a:pt x="54" y="185"/>
                      <a:pt x="52" y="185"/>
                    </a:cubicBezTo>
                    <a:moveTo>
                      <a:pt x="44" y="8"/>
                    </a:moveTo>
                    <a:cubicBezTo>
                      <a:pt x="21" y="8"/>
                      <a:pt x="9" y="29"/>
                      <a:pt x="8" y="69"/>
                    </a:cubicBezTo>
                    <a:cubicBezTo>
                      <a:pt x="8" y="69"/>
                      <a:pt x="8" y="69"/>
                      <a:pt x="8" y="69"/>
                    </a:cubicBezTo>
                    <a:cubicBezTo>
                      <a:pt x="8" y="78"/>
                      <a:pt x="8" y="119"/>
                      <a:pt x="15" y="144"/>
                    </a:cubicBezTo>
                    <a:cubicBezTo>
                      <a:pt x="16" y="145"/>
                      <a:pt x="16" y="145"/>
                      <a:pt x="16" y="145"/>
                    </a:cubicBezTo>
                    <a:cubicBezTo>
                      <a:pt x="22" y="166"/>
                      <a:pt x="35" y="177"/>
                      <a:pt x="52" y="177"/>
                    </a:cubicBezTo>
                    <a:cubicBezTo>
                      <a:pt x="54" y="177"/>
                      <a:pt x="55" y="177"/>
                      <a:pt x="57" y="177"/>
                    </a:cubicBezTo>
                    <a:cubicBezTo>
                      <a:pt x="78" y="175"/>
                      <a:pt x="76" y="144"/>
                      <a:pt x="76" y="138"/>
                    </a:cubicBezTo>
                    <a:cubicBezTo>
                      <a:pt x="76" y="136"/>
                      <a:pt x="76" y="135"/>
                      <a:pt x="75" y="133"/>
                    </a:cubicBezTo>
                    <a:cubicBezTo>
                      <a:pt x="74" y="117"/>
                      <a:pt x="72" y="95"/>
                      <a:pt x="83" y="63"/>
                    </a:cubicBezTo>
                    <a:cubicBezTo>
                      <a:pt x="86" y="53"/>
                      <a:pt x="85" y="36"/>
                      <a:pt x="76" y="24"/>
                    </a:cubicBezTo>
                    <a:cubicBezTo>
                      <a:pt x="69" y="14"/>
                      <a:pt x="58" y="8"/>
                      <a:pt x="44" y="8"/>
                    </a:cubicBezTo>
                  </a:path>
                </a:pathLst>
              </a:custGeom>
              <a:solidFill>
                <a:srgbClr val="22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3" name="Freeform 15"/>
              <p:cNvSpPr>
                <a:spLocks noEditPoints="1"/>
              </p:cNvSpPr>
              <p:nvPr/>
            </p:nvSpPr>
            <p:spPr bwMode="auto">
              <a:xfrm>
                <a:off x="8848776" y="4127455"/>
                <a:ext cx="307975" cy="198438"/>
              </a:xfrm>
              <a:custGeom>
                <a:avLst/>
                <a:gdLst>
                  <a:gd name="T0" fmla="*/ 4 w 82"/>
                  <a:gd name="T1" fmla="*/ 53 h 53"/>
                  <a:gd name="T2" fmla="*/ 4 w 82"/>
                  <a:gd name="T3" fmla="*/ 53 h 53"/>
                  <a:gd name="T4" fmla="*/ 0 w 82"/>
                  <a:gd name="T5" fmla="*/ 38 h 53"/>
                  <a:gd name="T6" fmla="*/ 2 w 82"/>
                  <a:gd name="T7" fmla="*/ 36 h 53"/>
                  <a:gd name="T8" fmla="*/ 33 w 82"/>
                  <a:gd name="T9" fmla="*/ 22 h 53"/>
                  <a:gd name="T10" fmla="*/ 43 w 82"/>
                  <a:gd name="T11" fmla="*/ 2 h 53"/>
                  <a:gd name="T12" fmla="*/ 45 w 82"/>
                  <a:gd name="T13" fmla="*/ 0 h 53"/>
                  <a:gd name="T14" fmla="*/ 49 w 82"/>
                  <a:gd name="T15" fmla="*/ 0 h 53"/>
                  <a:gd name="T16" fmla="*/ 49 w 82"/>
                  <a:gd name="T17" fmla="*/ 0 h 53"/>
                  <a:gd name="T18" fmla="*/ 51 w 82"/>
                  <a:gd name="T19" fmla="*/ 2 h 53"/>
                  <a:gd name="T20" fmla="*/ 77 w 82"/>
                  <a:gd name="T21" fmla="*/ 32 h 53"/>
                  <a:gd name="T22" fmla="*/ 80 w 82"/>
                  <a:gd name="T23" fmla="*/ 35 h 53"/>
                  <a:gd name="T24" fmla="*/ 78 w 82"/>
                  <a:gd name="T25" fmla="*/ 51 h 53"/>
                  <a:gd name="T26" fmla="*/ 77 w 82"/>
                  <a:gd name="T27" fmla="*/ 53 h 53"/>
                  <a:gd name="T28" fmla="*/ 75 w 82"/>
                  <a:gd name="T29" fmla="*/ 53 h 53"/>
                  <a:gd name="T30" fmla="*/ 46 w 82"/>
                  <a:gd name="T31" fmla="*/ 33 h 53"/>
                  <a:gd name="T32" fmla="*/ 4 w 82"/>
                  <a:gd name="T33" fmla="*/ 53 h 53"/>
                  <a:gd name="T34" fmla="*/ 4 w 82"/>
                  <a:gd name="T35" fmla="*/ 40 h 53"/>
                  <a:gd name="T36" fmla="*/ 5 w 82"/>
                  <a:gd name="T37" fmla="*/ 49 h 53"/>
                  <a:gd name="T38" fmla="*/ 45 w 82"/>
                  <a:gd name="T39" fmla="*/ 28 h 53"/>
                  <a:gd name="T40" fmla="*/ 46 w 82"/>
                  <a:gd name="T41" fmla="*/ 27 h 53"/>
                  <a:gd name="T42" fmla="*/ 48 w 82"/>
                  <a:gd name="T43" fmla="*/ 28 h 53"/>
                  <a:gd name="T44" fmla="*/ 75 w 82"/>
                  <a:gd name="T45" fmla="*/ 48 h 53"/>
                  <a:gd name="T46" fmla="*/ 76 w 82"/>
                  <a:gd name="T47" fmla="*/ 37 h 53"/>
                  <a:gd name="T48" fmla="*/ 76 w 82"/>
                  <a:gd name="T49" fmla="*/ 36 h 53"/>
                  <a:gd name="T50" fmla="*/ 47 w 82"/>
                  <a:gd name="T51" fmla="*/ 4 h 53"/>
                  <a:gd name="T52" fmla="*/ 46 w 82"/>
                  <a:gd name="T53" fmla="*/ 4 h 53"/>
                  <a:gd name="T54" fmla="*/ 36 w 82"/>
                  <a:gd name="T55" fmla="*/ 25 h 53"/>
                  <a:gd name="T56" fmla="*/ 4 w 82"/>
                  <a:gd name="T57"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2" h="53">
                    <a:moveTo>
                      <a:pt x="4" y="53"/>
                    </a:moveTo>
                    <a:cubicBezTo>
                      <a:pt x="4" y="53"/>
                      <a:pt x="4" y="53"/>
                      <a:pt x="4" y="53"/>
                    </a:cubicBezTo>
                    <a:cubicBezTo>
                      <a:pt x="3" y="53"/>
                      <a:pt x="0" y="53"/>
                      <a:pt x="0" y="38"/>
                    </a:cubicBezTo>
                    <a:cubicBezTo>
                      <a:pt x="0" y="37"/>
                      <a:pt x="1" y="36"/>
                      <a:pt x="2" y="36"/>
                    </a:cubicBezTo>
                    <a:cubicBezTo>
                      <a:pt x="2" y="36"/>
                      <a:pt x="22" y="36"/>
                      <a:pt x="33" y="22"/>
                    </a:cubicBezTo>
                    <a:cubicBezTo>
                      <a:pt x="39" y="15"/>
                      <a:pt x="43" y="2"/>
                      <a:pt x="43" y="2"/>
                    </a:cubicBezTo>
                    <a:cubicBezTo>
                      <a:pt x="43" y="1"/>
                      <a:pt x="44" y="0"/>
                      <a:pt x="45" y="0"/>
                    </a:cubicBezTo>
                    <a:cubicBezTo>
                      <a:pt x="49" y="0"/>
                      <a:pt x="49" y="0"/>
                      <a:pt x="49" y="0"/>
                    </a:cubicBezTo>
                    <a:cubicBezTo>
                      <a:pt x="49" y="0"/>
                      <a:pt x="49" y="0"/>
                      <a:pt x="49" y="0"/>
                    </a:cubicBezTo>
                    <a:cubicBezTo>
                      <a:pt x="50" y="0"/>
                      <a:pt x="50" y="1"/>
                      <a:pt x="51" y="2"/>
                    </a:cubicBezTo>
                    <a:cubicBezTo>
                      <a:pt x="51" y="2"/>
                      <a:pt x="57" y="28"/>
                      <a:pt x="77" y="32"/>
                    </a:cubicBezTo>
                    <a:cubicBezTo>
                      <a:pt x="78" y="33"/>
                      <a:pt x="79" y="34"/>
                      <a:pt x="80" y="35"/>
                    </a:cubicBezTo>
                    <a:cubicBezTo>
                      <a:pt x="82" y="40"/>
                      <a:pt x="79" y="49"/>
                      <a:pt x="78" y="51"/>
                    </a:cubicBezTo>
                    <a:cubicBezTo>
                      <a:pt x="78" y="52"/>
                      <a:pt x="77" y="52"/>
                      <a:pt x="77" y="53"/>
                    </a:cubicBezTo>
                    <a:cubicBezTo>
                      <a:pt x="76" y="53"/>
                      <a:pt x="76" y="53"/>
                      <a:pt x="75" y="53"/>
                    </a:cubicBezTo>
                    <a:cubicBezTo>
                      <a:pt x="75" y="52"/>
                      <a:pt x="55" y="44"/>
                      <a:pt x="46" y="33"/>
                    </a:cubicBezTo>
                    <a:cubicBezTo>
                      <a:pt x="41" y="39"/>
                      <a:pt x="27" y="53"/>
                      <a:pt x="4" y="53"/>
                    </a:cubicBezTo>
                    <a:moveTo>
                      <a:pt x="4" y="40"/>
                    </a:moveTo>
                    <a:cubicBezTo>
                      <a:pt x="4" y="44"/>
                      <a:pt x="5" y="47"/>
                      <a:pt x="5" y="49"/>
                    </a:cubicBezTo>
                    <a:cubicBezTo>
                      <a:pt x="31" y="48"/>
                      <a:pt x="44" y="28"/>
                      <a:pt x="45" y="28"/>
                    </a:cubicBezTo>
                    <a:cubicBezTo>
                      <a:pt x="45" y="28"/>
                      <a:pt x="46" y="27"/>
                      <a:pt x="46" y="27"/>
                    </a:cubicBezTo>
                    <a:cubicBezTo>
                      <a:pt x="47" y="27"/>
                      <a:pt x="48" y="28"/>
                      <a:pt x="48" y="28"/>
                    </a:cubicBezTo>
                    <a:cubicBezTo>
                      <a:pt x="53" y="38"/>
                      <a:pt x="69" y="46"/>
                      <a:pt x="75" y="48"/>
                    </a:cubicBezTo>
                    <a:cubicBezTo>
                      <a:pt x="76" y="44"/>
                      <a:pt x="77" y="39"/>
                      <a:pt x="76" y="37"/>
                    </a:cubicBezTo>
                    <a:cubicBezTo>
                      <a:pt x="76" y="36"/>
                      <a:pt x="76" y="36"/>
                      <a:pt x="76" y="36"/>
                    </a:cubicBezTo>
                    <a:cubicBezTo>
                      <a:pt x="56" y="32"/>
                      <a:pt x="49" y="10"/>
                      <a:pt x="47" y="4"/>
                    </a:cubicBezTo>
                    <a:cubicBezTo>
                      <a:pt x="46" y="4"/>
                      <a:pt x="46" y="4"/>
                      <a:pt x="46" y="4"/>
                    </a:cubicBezTo>
                    <a:cubicBezTo>
                      <a:pt x="45" y="8"/>
                      <a:pt x="42" y="19"/>
                      <a:pt x="36" y="25"/>
                    </a:cubicBezTo>
                    <a:cubicBezTo>
                      <a:pt x="26" y="37"/>
                      <a:pt x="10" y="39"/>
                      <a:pt x="4" y="40"/>
                    </a:cubicBezTo>
                  </a:path>
                </a:pathLst>
              </a:custGeom>
              <a:solidFill>
                <a:srgbClr val="22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164" name="Freeform 817"/>
            <p:cNvSpPr>
              <a:spLocks noEditPoints="1"/>
            </p:cNvSpPr>
            <p:nvPr/>
          </p:nvSpPr>
          <p:spPr bwMode="auto">
            <a:xfrm>
              <a:off x="7144837" y="2269393"/>
              <a:ext cx="463492" cy="826699"/>
            </a:xfrm>
            <a:custGeom>
              <a:avLst/>
              <a:gdLst>
                <a:gd name="T0" fmla="*/ 83 w 144"/>
                <a:gd name="T1" fmla="*/ 26 h 257"/>
                <a:gd name="T2" fmla="*/ 67 w 144"/>
                <a:gd name="T3" fmla="*/ 1 h 257"/>
                <a:gd name="T4" fmla="*/ 2 w 144"/>
                <a:gd name="T5" fmla="*/ 36 h 257"/>
                <a:gd name="T6" fmla="*/ 2 w 144"/>
                <a:gd name="T7" fmla="*/ 38 h 257"/>
                <a:gd name="T8" fmla="*/ 19 w 144"/>
                <a:gd name="T9" fmla="*/ 67 h 257"/>
                <a:gd name="T10" fmla="*/ 34 w 144"/>
                <a:gd name="T11" fmla="*/ 94 h 257"/>
                <a:gd name="T12" fmla="*/ 47 w 144"/>
                <a:gd name="T13" fmla="*/ 133 h 257"/>
                <a:gd name="T14" fmla="*/ 22 w 144"/>
                <a:gd name="T15" fmla="*/ 180 h 257"/>
                <a:gd name="T16" fmla="*/ 0 w 144"/>
                <a:gd name="T17" fmla="*/ 219 h 257"/>
                <a:gd name="T18" fmla="*/ 10 w 144"/>
                <a:gd name="T19" fmla="*/ 245 h 257"/>
                <a:gd name="T20" fmla="*/ 79 w 144"/>
                <a:gd name="T21" fmla="*/ 221 h 257"/>
                <a:gd name="T22" fmla="*/ 117 w 144"/>
                <a:gd name="T23" fmla="*/ 178 h 257"/>
                <a:gd name="T24" fmla="*/ 128 w 144"/>
                <a:gd name="T25" fmla="*/ 108 h 257"/>
                <a:gd name="T26" fmla="*/ 0 w 144"/>
                <a:gd name="T27" fmla="*/ 219 h 257"/>
                <a:gd name="T28" fmla="*/ 0 w 144"/>
                <a:gd name="T29" fmla="*/ 219 h 257"/>
                <a:gd name="T30" fmla="*/ 78 w 144"/>
                <a:gd name="T31" fmla="*/ 28 h 257"/>
                <a:gd name="T32" fmla="*/ 74 w 144"/>
                <a:gd name="T33" fmla="*/ 34 h 257"/>
                <a:gd name="T34" fmla="*/ 67 w 144"/>
                <a:gd name="T35" fmla="*/ 7 h 257"/>
                <a:gd name="T36" fmla="*/ 69 w 144"/>
                <a:gd name="T37" fmla="*/ 37 h 257"/>
                <a:gd name="T38" fmla="*/ 51 w 144"/>
                <a:gd name="T39" fmla="*/ 16 h 257"/>
                <a:gd name="T40" fmla="*/ 46 w 144"/>
                <a:gd name="T41" fmla="*/ 18 h 257"/>
                <a:gd name="T42" fmla="*/ 53 w 144"/>
                <a:gd name="T43" fmla="*/ 45 h 257"/>
                <a:gd name="T44" fmla="*/ 46 w 144"/>
                <a:gd name="T45" fmla="*/ 18 h 257"/>
                <a:gd name="T46" fmla="*/ 48 w 144"/>
                <a:gd name="T47" fmla="*/ 48 h 257"/>
                <a:gd name="T48" fmla="*/ 30 w 144"/>
                <a:gd name="T49" fmla="*/ 27 h 257"/>
                <a:gd name="T50" fmla="*/ 25 w 144"/>
                <a:gd name="T51" fmla="*/ 29 h 257"/>
                <a:gd name="T52" fmla="*/ 33 w 144"/>
                <a:gd name="T53" fmla="*/ 56 h 257"/>
                <a:gd name="T54" fmla="*/ 25 w 144"/>
                <a:gd name="T55" fmla="*/ 29 h 257"/>
                <a:gd name="T56" fmla="*/ 28 w 144"/>
                <a:gd name="T57" fmla="*/ 59 h 257"/>
                <a:gd name="T58" fmla="*/ 9 w 144"/>
                <a:gd name="T59" fmla="*/ 38 h 257"/>
                <a:gd name="T60" fmla="*/ 132 w 144"/>
                <a:gd name="T61" fmla="*/ 151 h 257"/>
                <a:gd name="T62" fmla="*/ 96 w 144"/>
                <a:gd name="T63" fmla="*/ 192 h 257"/>
                <a:gd name="T64" fmla="*/ 56 w 144"/>
                <a:gd name="T65" fmla="*/ 238 h 257"/>
                <a:gd name="T66" fmla="*/ 6 w 144"/>
                <a:gd name="T67" fmla="*/ 223 h 257"/>
                <a:gd name="T68" fmla="*/ 6 w 144"/>
                <a:gd name="T69" fmla="*/ 219 h 257"/>
                <a:gd name="T70" fmla="*/ 27 w 144"/>
                <a:gd name="T71" fmla="*/ 183 h 257"/>
                <a:gd name="T72" fmla="*/ 53 w 144"/>
                <a:gd name="T73" fmla="*/ 133 h 257"/>
                <a:gd name="T74" fmla="*/ 39 w 144"/>
                <a:gd name="T75" fmla="*/ 91 h 257"/>
                <a:gd name="T76" fmla="*/ 82 w 144"/>
                <a:gd name="T77" fmla="*/ 36 h 257"/>
                <a:gd name="T78" fmla="*/ 134 w 144"/>
                <a:gd name="T79" fmla="*/ 141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4" h="257">
                  <a:moveTo>
                    <a:pt x="128" y="108"/>
                  </a:moveTo>
                  <a:cubicBezTo>
                    <a:pt x="109" y="75"/>
                    <a:pt x="100" y="59"/>
                    <a:pt x="83" y="26"/>
                  </a:cubicBezTo>
                  <a:cubicBezTo>
                    <a:pt x="71" y="2"/>
                    <a:pt x="71" y="2"/>
                    <a:pt x="71" y="2"/>
                  </a:cubicBezTo>
                  <a:cubicBezTo>
                    <a:pt x="70" y="1"/>
                    <a:pt x="68" y="0"/>
                    <a:pt x="67" y="1"/>
                  </a:cubicBezTo>
                  <a:cubicBezTo>
                    <a:pt x="3" y="34"/>
                    <a:pt x="3" y="34"/>
                    <a:pt x="3" y="34"/>
                  </a:cubicBezTo>
                  <a:cubicBezTo>
                    <a:pt x="3" y="35"/>
                    <a:pt x="2" y="35"/>
                    <a:pt x="2" y="36"/>
                  </a:cubicBezTo>
                  <a:cubicBezTo>
                    <a:pt x="2" y="36"/>
                    <a:pt x="2" y="37"/>
                    <a:pt x="2" y="37"/>
                  </a:cubicBezTo>
                  <a:cubicBezTo>
                    <a:pt x="2" y="37"/>
                    <a:pt x="2" y="38"/>
                    <a:pt x="2" y="38"/>
                  </a:cubicBezTo>
                  <a:cubicBezTo>
                    <a:pt x="2" y="39"/>
                    <a:pt x="10" y="51"/>
                    <a:pt x="19" y="66"/>
                  </a:cubicBezTo>
                  <a:cubicBezTo>
                    <a:pt x="19" y="67"/>
                    <a:pt x="19" y="67"/>
                    <a:pt x="19" y="67"/>
                  </a:cubicBezTo>
                  <a:cubicBezTo>
                    <a:pt x="19" y="67"/>
                    <a:pt x="19" y="67"/>
                    <a:pt x="19" y="67"/>
                  </a:cubicBezTo>
                  <a:cubicBezTo>
                    <a:pt x="24" y="76"/>
                    <a:pt x="29" y="85"/>
                    <a:pt x="34" y="94"/>
                  </a:cubicBezTo>
                  <a:cubicBezTo>
                    <a:pt x="39" y="104"/>
                    <a:pt x="46" y="119"/>
                    <a:pt x="47" y="128"/>
                  </a:cubicBezTo>
                  <a:cubicBezTo>
                    <a:pt x="47" y="129"/>
                    <a:pt x="47" y="131"/>
                    <a:pt x="47" y="133"/>
                  </a:cubicBezTo>
                  <a:cubicBezTo>
                    <a:pt x="47" y="147"/>
                    <a:pt x="42" y="156"/>
                    <a:pt x="31" y="170"/>
                  </a:cubicBezTo>
                  <a:cubicBezTo>
                    <a:pt x="28" y="173"/>
                    <a:pt x="25" y="177"/>
                    <a:pt x="22" y="180"/>
                  </a:cubicBezTo>
                  <a:cubicBezTo>
                    <a:pt x="19" y="183"/>
                    <a:pt x="17" y="186"/>
                    <a:pt x="14" y="190"/>
                  </a:cubicBezTo>
                  <a:cubicBezTo>
                    <a:pt x="1" y="206"/>
                    <a:pt x="0" y="217"/>
                    <a:pt x="0" y="219"/>
                  </a:cubicBezTo>
                  <a:cubicBezTo>
                    <a:pt x="0" y="219"/>
                    <a:pt x="0" y="221"/>
                    <a:pt x="0" y="223"/>
                  </a:cubicBezTo>
                  <a:cubicBezTo>
                    <a:pt x="0" y="228"/>
                    <a:pt x="1" y="238"/>
                    <a:pt x="10" y="245"/>
                  </a:cubicBezTo>
                  <a:cubicBezTo>
                    <a:pt x="24" y="257"/>
                    <a:pt x="46" y="256"/>
                    <a:pt x="60" y="242"/>
                  </a:cubicBezTo>
                  <a:cubicBezTo>
                    <a:pt x="67" y="236"/>
                    <a:pt x="72" y="229"/>
                    <a:pt x="79" y="221"/>
                  </a:cubicBezTo>
                  <a:cubicBezTo>
                    <a:pt x="84" y="214"/>
                    <a:pt x="91" y="206"/>
                    <a:pt x="100" y="196"/>
                  </a:cubicBezTo>
                  <a:cubicBezTo>
                    <a:pt x="107" y="189"/>
                    <a:pt x="112" y="183"/>
                    <a:pt x="117" y="178"/>
                  </a:cubicBezTo>
                  <a:cubicBezTo>
                    <a:pt x="127" y="169"/>
                    <a:pt x="134" y="163"/>
                    <a:pt x="137" y="153"/>
                  </a:cubicBezTo>
                  <a:cubicBezTo>
                    <a:pt x="144" y="138"/>
                    <a:pt x="136" y="121"/>
                    <a:pt x="128" y="108"/>
                  </a:cubicBezTo>
                  <a:close/>
                  <a:moveTo>
                    <a:pt x="0" y="219"/>
                  </a:moveTo>
                  <a:cubicBezTo>
                    <a:pt x="0" y="219"/>
                    <a:pt x="0" y="219"/>
                    <a:pt x="0" y="219"/>
                  </a:cubicBezTo>
                  <a:cubicBezTo>
                    <a:pt x="0" y="219"/>
                    <a:pt x="0" y="219"/>
                    <a:pt x="0" y="219"/>
                  </a:cubicBezTo>
                  <a:cubicBezTo>
                    <a:pt x="0" y="219"/>
                    <a:pt x="0" y="219"/>
                    <a:pt x="0" y="219"/>
                  </a:cubicBezTo>
                  <a:close/>
                  <a:moveTo>
                    <a:pt x="67" y="7"/>
                  </a:moveTo>
                  <a:cubicBezTo>
                    <a:pt x="69" y="11"/>
                    <a:pt x="78" y="28"/>
                    <a:pt x="78" y="28"/>
                  </a:cubicBezTo>
                  <a:cubicBezTo>
                    <a:pt x="79" y="29"/>
                    <a:pt x="79" y="30"/>
                    <a:pt x="80" y="31"/>
                  </a:cubicBezTo>
                  <a:cubicBezTo>
                    <a:pt x="74" y="34"/>
                    <a:pt x="74" y="34"/>
                    <a:pt x="74" y="34"/>
                  </a:cubicBezTo>
                  <a:cubicBezTo>
                    <a:pt x="62" y="10"/>
                    <a:pt x="62" y="10"/>
                    <a:pt x="62" y="10"/>
                  </a:cubicBezTo>
                  <a:cubicBezTo>
                    <a:pt x="65" y="9"/>
                    <a:pt x="66" y="8"/>
                    <a:pt x="67" y="7"/>
                  </a:cubicBezTo>
                  <a:close/>
                  <a:moveTo>
                    <a:pt x="57" y="13"/>
                  </a:moveTo>
                  <a:cubicBezTo>
                    <a:pt x="69" y="37"/>
                    <a:pt x="69" y="37"/>
                    <a:pt x="69" y="37"/>
                  </a:cubicBezTo>
                  <a:cubicBezTo>
                    <a:pt x="64" y="39"/>
                    <a:pt x="64" y="39"/>
                    <a:pt x="64" y="39"/>
                  </a:cubicBezTo>
                  <a:cubicBezTo>
                    <a:pt x="51" y="16"/>
                    <a:pt x="51" y="16"/>
                    <a:pt x="51" y="16"/>
                  </a:cubicBezTo>
                  <a:cubicBezTo>
                    <a:pt x="53" y="15"/>
                    <a:pt x="55" y="14"/>
                    <a:pt x="57" y="13"/>
                  </a:cubicBezTo>
                  <a:close/>
                  <a:moveTo>
                    <a:pt x="46" y="18"/>
                  </a:moveTo>
                  <a:cubicBezTo>
                    <a:pt x="59" y="42"/>
                    <a:pt x="59" y="42"/>
                    <a:pt x="59" y="42"/>
                  </a:cubicBezTo>
                  <a:cubicBezTo>
                    <a:pt x="53" y="45"/>
                    <a:pt x="53" y="45"/>
                    <a:pt x="53" y="45"/>
                  </a:cubicBezTo>
                  <a:cubicBezTo>
                    <a:pt x="41" y="21"/>
                    <a:pt x="41" y="21"/>
                    <a:pt x="41" y="21"/>
                  </a:cubicBezTo>
                  <a:cubicBezTo>
                    <a:pt x="42" y="20"/>
                    <a:pt x="44" y="19"/>
                    <a:pt x="46" y="18"/>
                  </a:cubicBezTo>
                  <a:close/>
                  <a:moveTo>
                    <a:pt x="36" y="24"/>
                  </a:moveTo>
                  <a:cubicBezTo>
                    <a:pt x="48" y="48"/>
                    <a:pt x="48" y="48"/>
                    <a:pt x="48" y="48"/>
                  </a:cubicBezTo>
                  <a:cubicBezTo>
                    <a:pt x="43" y="50"/>
                    <a:pt x="43" y="50"/>
                    <a:pt x="43" y="50"/>
                  </a:cubicBezTo>
                  <a:cubicBezTo>
                    <a:pt x="30" y="27"/>
                    <a:pt x="30" y="27"/>
                    <a:pt x="30" y="27"/>
                  </a:cubicBezTo>
                  <a:cubicBezTo>
                    <a:pt x="32" y="26"/>
                    <a:pt x="34" y="25"/>
                    <a:pt x="36" y="24"/>
                  </a:cubicBezTo>
                  <a:close/>
                  <a:moveTo>
                    <a:pt x="25" y="29"/>
                  </a:moveTo>
                  <a:cubicBezTo>
                    <a:pt x="38" y="53"/>
                    <a:pt x="38" y="53"/>
                    <a:pt x="38" y="53"/>
                  </a:cubicBezTo>
                  <a:cubicBezTo>
                    <a:pt x="33" y="56"/>
                    <a:pt x="33" y="56"/>
                    <a:pt x="33" y="56"/>
                  </a:cubicBezTo>
                  <a:cubicBezTo>
                    <a:pt x="19" y="32"/>
                    <a:pt x="19" y="32"/>
                    <a:pt x="19" y="32"/>
                  </a:cubicBezTo>
                  <a:cubicBezTo>
                    <a:pt x="21" y="31"/>
                    <a:pt x="23" y="30"/>
                    <a:pt x="25" y="29"/>
                  </a:cubicBezTo>
                  <a:close/>
                  <a:moveTo>
                    <a:pt x="14" y="35"/>
                  </a:moveTo>
                  <a:cubicBezTo>
                    <a:pt x="28" y="59"/>
                    <a:pt x="28" y="59"/>
                    <a:pt x="28" y="59"/>
                  </a:cubicBezTo>
                  <a:cubicBezTo>
                    <a:pt x="22" y="62"/>
                    <a:pt x="22" y="62"/>
                    <a:pt x="22" y="62"/>
                  </a:cubicBezTo>
                  <a:cubicBezTo>
                    <a:pt x="16" y="51"/>
                    <a:pt x="11" y="42"/>
                    <a:pt x="9" y="38"/>
                  </a:cubicBezTo>
                  <a:cubicBezTo>
                    <a:pt x="9" y="38"/>
                    <a:pt x="11" y="37"/>
                    <a:pt x="14" y="35"/>
                  </a:cubicBezTo>
                  <a:close/>
                  <a:moveTo>
                    <a:pt x="132" y="151"/>
                  </a:moveTo>
                  <a:cubicBezTo>
                    <a:pt x="129" y="159"/>
                    <a:pt x="123" y="165"/>
                    <a:pt x="113" y="174"/>
                  </a:cubicBezTo>
                  <a:cubicBezTo>
                    <a:pt x="109" y="179"/>
                    <a:pt x="103" y="185"/>
                    <a:pt x="96" y="192"/>
                  </a:cubicBezTo>
                  <a:cubicBezTo>
                    <a:pt x="87" y="202"/>
                    <a:pt x="80" y="210"/>
                    <a:pt x="74" y="217"/>
                  </a:cubicBezTo>
                  <a:cubicBezTo>
                    <a:pt x="68" y="225"/>
                    <a:pt x="63" y="232"/>
                    <a:pt x="56" y="238"/>
                  </a:cubicBezTo>
                  <a:cubicBezTo>
                    <a:pt x="44" y="250"/>
                    <a:pt x="26" y="251"/>
                    <a:pt x="14" y="241"/>
                  </a:cubicBezTo>
                  <a:cubicBezTo>
                    <a:pt x="7" y="235"/>
                    <a:pt x="6" y="227"/>
                    <a:pt x="6" y="223"/>
                  </a:cubicBezTo>
                  <a:cubicBezTo>
                    <a:pt x="6" y="221"/>
                    <a:pt x="6" y="220"/>
                    <a:pt x="6" y="219"/>
                  </a:cubicBezTo>
                  <a:cubicBezTo>
                    <a:pt x="6" y="219"/>
                    <a:pt x="6" y="219"/>
                    <a:pt x="6" y="219"/>
                  </a:cubicBezTo>
                  <a:cubicBezTo>
                    <a:pt x="6" y="219"/>
                    <a:pt x="6" y="209"/>
                    <a:pt x="18" y="193"/>
                  </a:cubicBezTo>
                  <a:cubicBezTo>
                    <a:pt x="21" y="190"/>
                    <a:pt x="24" y="187"/>
                    <a:pt x="27" y="183"/>
                  </a:cubicBezTo>
                  <a:cubicBezTo>
                    <a:pt x="29" y="180"/>
                    <a:pt x="32" y="177"/>
                    <a:pt x="35" y="173"/>
                  </a:cubicBezTo>
                  <a:cubicBezTo>
                    <a:pt x="47" y="159"/>
                    <a:pt x="53" y="149"/>
                    <a:pt x="53" y="133"/>
                  </a:cubicBezTo>
                  <a:cubicBezTo>
                    <a:pt x="53" y="131"/>
                    <a:pt x="53" y="129"/>
                    <a:pt x="53" y="127"/>
                  </a:cubicBezTo>
                  <a:cubicBezTo>
                    <a:pt x="52" y="117"/>
                    <a:pt x="44" y="102"/>
                    <a:pt x="39" y="91"/>
                  </a:cubicBezTo>
                  <a:cubicBezTo>
                    <a:pt x="34" y="83"/>
                    <a:pt x="30" y="74"/>
                    <a:pt x="25" y="67"/>
                  </a:cubicBezTo>
                  <a:cubicBezTo>
                    <a:pt x="82" y="36"/>
                    <a:pt x="82" y="36"/>
                    <a:pt x="82" y="36"/>
                  </a:cubicBezTo>
                  <a:cubicBezTo>
                    <a:pt x="97" y="64"/>
                    <a:pt x="106" y="81"/>
                    <a:pt x="123" y="111"/>
                  </a:cubicBezTo>
                  <a:cubicBezTo>
                    <a:pt x="129" y="120"/>
                    <a:pt x="134" y="131"/>
                    <a:pt x="134" y="141"/>
                  </a:cubicBezTo>
                  <a:cubicBezTo>
                    <a:pt x="134" y="144"/>
                    <a:pt x="133" y="148"/>
                    <a:pt x="132" y="15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5" name="Freeform 825"/>
            <p:cNvSpPr>
              <a:spLocks noEditPoints="1"/>
            </p:cNvSpPr>
            <p:nvPr/>
          </p:nvSpPr>
          <p:spPr bwMode="auto">
            <a:xfrm>
              <a:off x="8455025" y="1386030"/>
              <a:ext cx="376757" cy="737252"/>
            </a:xfrm>
            <a:custGeom>
              <a:avLst/>
              <a:gdLst>
                <a:gd name="T0" fmla="*/ 117 w 118"/>
                <a:gd name="T1" fmla="*/ 122 h 230"/>
                <a:gd name="T2" fmla="*/ 103 w 118"/>
                <a:gd name="T3" fmla="*/ 43 h 230"/>
                <a:gd name="T4" fmla="*/ 59 w 118"/>
                <a:gd name="T5" fmla="*/ 0 h 230"/>
                <a:gd name="T6" fmla="*/ 15 w 118"/>
                <a:gd name="T7" fmla="*/ 43 h 230"/>
                <a:gd name="T8" fmla="*/ 1 w 118"/>
                <a:gd name="T9" fmla="*/ 122 h 230"/>
                <a:gd name="T10" fmla="*/ 17 w 118"/>
                <a:gd name="T11" fmla="*/ 148 h 230"/>
                <a:gd name="T12" fmla="*/ 19 w 118"/>
                <a:gd name="T13" fmla="*/ 175 h 230"/>
                <a:gd name="T14" fmla="*/ 59 w 118"/>
                <a:gd name="T15" fmla="*/ 230 h 230"/>
                <a:gd name="T16" fmla="*/ 99 w 118"/>
                <a:gd name="T17" fmla="*/ 175 h 230"/>
                <a:gd name="T18" fmla="*/ 101 w 118"/>
                <a:gd name="T19" fmla="*/ 148 h 230"/>
                <a:gd name="T20" fmla="*/ 117 w 118"/>
                <a:gd name="T21" fmla="*/ 122 h 230"/>
                <a:gd name="T22" fmla="*/ 21 w 118"/>
                <a:gd name="T23" fmla="*/ 45 h 230"/>
                <a:gd name="T24" fmla="*/ 59 w 118"/>
                <a:gd name="T25" fmla="*/ 6 h 230"/>
                <a:gd name="T26" fmla="*/ 59 w 118"/>
                <a:gd name="T27" fmla="*/ 6 h 230"/>
                <a:gd name="T28" fmla="*/ 98 w 118"/>
                <a:gd name="T29" fmla="*/ 45 h 230"/>
                <a:gd name="T30" fmla="*/ 111 w 118"/>
                <a:gd name="T31" fmla="*/ 112 h 230"/>
                <a:gd name="T32" fmla="*/ 110 w 118"/>
                <a:gd name="T33" fmla="*/ 111 h 230"/>
                <a:gd name="T34" fmla="*/ 59 w 118"/>
                <a:gd name="T35" fmla="*/ 95 h 230"/>
                <a:gd name="T36" fmla="*/ 9 w 118"/>
                <a:gd name="T37" fmla="*/ 111 h 230"/>
                <a:gd name="T38" fmla="*/ 7 w 118"/>
                <a:gd name="T39" fmla="*/ 112 h 230"/>
                <a:gd name="T40" fmla="*/ 21 w 118"/>
                <a:gd name="T41" fmla="*/ 45 h 230"/>
                <a:gd name="T42" fmla="*/ 7 w 118"/>
                <a:gd name="T43" fmla="*/ 130 h 230"/>
                <a:gd name="T44" fmla="*/ 7 w 118"/>
                <a:gd name="T45" fmla="*/ 129 h 230"/>
                <a:gd name="T46" fmla="*/ 13 w 118"/>
                <a:gd name="T47" fmla="*/ 114 h 230"/>
                <a:gd name="T48" fmla="*/ 16 w 118"/>
                <a:gd name="T49" fmla="*/ 112 h 230"/>
                <a:gd name="T50" fmla="*/ 16 w 118"/>
                <a:gd name="T51" fmla="*/ 123 h 230"/>
                <a:gd name="T52" fmla="*/ 17 w 118"/>
                <a:gd name="T53" fmla="*/ 142 h 230"/>
                <a:gd name="T54" fmla="*/ 7 w 118"/>
                <a:gd name="T55" fmla="*/ 130 h 230"/>
                <a:gd name="T56" fmla="*/ 97 w 118"/>
                <a:gd name="T57" fmla="*/ 122 h 230"/>
                <a:gd name="T58" fmla="*/ 93 w 118"/>
                <a:gd name="T59" fmla="*/ 174 h 230"/>
                <a:gd name="T60" fmla="*/ 59 w 118"/>
                <a:gd name="T61" fmla="*/ 224 h 230"/>
                <a:gd name="T62" fmla="*/ 25 w 118"/>
                <a:gd name="T63" fmla="*/ 174 h 230"/>
                <a:gd name="T64" fmla="*/ 22 w 118"/>
                <a:gd name="T65" fmla="*/ 122 h 230"/>
                <a:gd name="T66" fmla="*/ 21 w 118"/>
                <a:gd name="T67" fmla="*/ 108 h 230"/>
                <a:gd name="T68" fmla="*/ 21 w 118"/>
                <a:gd name="T69" fmla="*/ 108 h 230"/>
                <a:gd name="T70" fmla="*/ 59 w 118"/>
                <a:gd name="T71" fmla="*/ 101 h 230"/>
                <a:gd name="T72" fmla="*/ 97 w 118"/>
                <a:gd name="T73" fmla="*/ 108 h 230"/>
                <a:gd name="T74" fmla="*/ 97 w 118"/>
                <a:gd name="T75" fmla="*/ 108 h 230"/>
                <a:gd name="T76" fmla="*/ 97 w 118"/>
                <a:gd name="T77" fmla="*/ 122 h 230"/>
                <a:gd name="T78" fmla="*/ 102 w 118"/>
                <a:gd name="T79" fmla="*/ 142 h 230"/>
                <a:gd name="T80" fmla="*/ 102 w 118"/>
                <a:gd name="T81" fmla="*/ 122 h 230"/>
                <a:gd name="T82" fmla="*/ 103 w 118"/>
                <a:gd name="T83" fmla="*/ 112 h 230"/>
                <a:gd name="T84" fmla="*/ 105 w 118"/>
                <a:gd name="T85" fmla="*/ 114 h 230"/>
                <a:gd name="T86" fmla="*/ 111 w 118"/>
                <a:gd name="T87" fmla="*/ 129 h 230"/>
                <a:gd name="T88" fmla="*/ 111 w 118"/>
                <a:gd name="T89" fmla="*/ 130 h 230"/>
                <a:gd name="T90" fmla="*/ 102 w 118"/>
                <a:gd name="T91" fmla="*/ 14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8" h="230">
                  <a:moveTo>
                    <a:pt x="117" y="122"/>
                  </a:moveTo>
                  <a:cubicBezTo>
                    <a:pt x="116" y="96"/>
                    <a:pt x="115" y="74"/>
                    <a:pt x="103" y="43"/>
                  </a:cubicBezTo>
                  <a:cubicBezTo>
                    <a:pt x="87" y="0"/>
                    <a:pt x="62" y="0"/>
                    <a:pt x="59" y="0"/>
                  </a:cubicBezTo>
                  <a:cubicBezTo>
                    <a:pt x="56" y="0"/>
                    <a:pt x="31" y="0"/>
                    <a:pt x="15" y="43"/>
                  </a:cubicBezTo>
                  <a:cubicBezTo>
                    <a:pt x="3" y="74"/>
                    <a:pt x="2" y="96"/>
                    <a:pt x="1" y="122"/>
                  </a:cubicBezTo>
                  <a:cubicBezTo>
                    <a:pt x="0" y="130"/>
                    <a:pt x="2" y="145"/>
                    <a:pt x="17" y="148"/>
                  </a:cubicBezTo>
                  <a:cubicBezTo>
                    <a:pt x="17" y="157"/>
                    <a:pt x="18" y="167"/>
                    <a:pt x="19" y="175"/>
                  </a:cubicBezTo>
                  <a:cubicBezTo>
                    <a:pt x="24" y="212"/>
                    <a:pt x="38" y="230"/>
                    <a:pt x="59" y="230"/>
                  </a:cubicBezTo>
                  <a:cubicBezTo>
                    <a:pt x="81" y="230"/>
                    <a:pt x="94" y="212"/>
                    <a:pt x="99" y="175"/>
                  </a:cubicBezTo>
                  <a:cubicBezTo>
                    <a:pt x="100" y="167"/>
                    <a:pt x="101" y="157"/>
                    <a:pt x="101" y="148"/>
                  </a:cubicBezTo>
                  <a:cubicBezTo>
                    <a:pt x="116" y="145"/>
                    <a:pt x="118" y="130"/>
                    <a:pt x="117" y="122"/>
                  </a:cubicBezTo>
                  <a:close/>
                  <a:moveTo>
                    <a:pt x="21" y="45"/>
                  </a:moveTo>
                  <a:cubicBezTo>
                    <a:pt x="36" y="4"/>
                    <a:pt x="58" y="6"/>
                    <a:pt x="59" y="6"/>
                  </a:cubicBezTo>
                  <a:cubicBezTo>
                    <a:pt x="59" y="6"/>
                    <a:pt x="59" y="6"/>
                    <a:pt x="59" y="6"/>
                  </a:cubicBezTo>
                  <a:cubicBezTo>
                    <a:pt x="60" y="6"/>
                    <a:pt x="83" y="4"/>
                    <a:pt x="98" y="45"/>
                  </a:cubicBezTo>
                  <a:cubicBezTo>
                    <a:pt x="108" y="72"/>
                    <a:pt x="110" y="91"/>
                    <a:pt x="111" y="112"/>
                  </a:cubicBezTo>
                  <a:cubicBezTo>
                    <a:pt x="111" y="112"/>
                    <a:pt x="110" y="111"/>
                    <a:pt x="110" y="111"/>
                  </a:cubicBezTo>
                  <a:cubicBezTo>
                    <a:pt x="100" y="100"/>
                    <a:pt x="83" y="95"/>
                    <a:pt x="59" y="95"/>
                  </a:cubicBezTo>
                  <a:cubicBezTo>
                    <a:pt x="35" y="95"/>
                    <a:pt x="18" y="100"/>
                    <a:pt x="9" y="111"/>
                  </a:cubicBezTo>
                  <a:cubicBezTo>
                    <a:pt x="8" y="111"/>
                    <a:pt x="8" y="112"/>
                    <a:pt x="7" y="112"/>
                  </a:cubicBezTo>
                  <a:cubicBezTo>
                    <a:pt x="8" y="91"/>
                    <a:pt x="10" y="72"/>
                    <a:pt x="21" y="45"/>
                  </a:cubicBezTo>
                  <a:close/>
                  <a:moveTo>
                    <a:pt x="7" y="130"/>
                  </a:moveTo>
                  <a:cubicBezTo>
                    <a:pt x="7" y="130"/>
                    <a:pt x="7" y="129"/>
                    <a:pt x="7" y="129"/>
                  </a:cubicBezTo>
                  <a:cubicBezTo>
                    <a:pt x="7" y="128"/>
                    <a:pt x="7" y="121"/>
                    <a:pt x="13" y="114"/>
                  </a:cubicBezTo>
                  <a:cubicBezTo>
                    <a:pt x="14" y="114"/>
                    <a:pt x="15" y="113"/>
                    <a:pt x="16" y="112"/>
                  </a:cubicBezTo>
                  <a:cubicBezTo>
                    <a:pt x="16" y="123"/>
                    <a:pt x="16" y="123"/>
                    <a:pt x="16" y="123"/>
                  </a:cubicBezTo>
                  <a:cubicBezTo>
                    <a:pt x="16" y="123"/>
                    <a:pt x="16" y="131"/>
                    <a:pt x="17" y="142"/>
                  </a:cubicBezTo>
                  <a:cubicBezTo>
                    <a:pt x="10" y="140"/>
                    <a:pt x="8" y="135"/>
                    <a:pt x="7" y="130"/>
                  </a:cubicBezTo>
                  <a:close/>
                  <a:moveTo>
                    <a:pt x="97" y="122"/>
                  </a:moveTo>
                  <a:cubicBezTo>
                    <a:pt x="97" y="123"/>
                    <a:pt x="96" y="153"/>
                    <a:pt x="93" y="174"/>
                  </a:cubicBezTo>
                  <a:cubicBezTo>
                    <a:pt x="89" y="208"/>
                    <a:pt x="77" y="224"/>
                    <a:pt x="59" y="224"/>
                  </a:cubicBezTo>
                  <a:cubicBezTo>
                    <a:pt x="41" y="224"/>
                    <a:pt x="29" y="208"/>
                    <a:pt x="25" y="174"/>
                  </a:cubicBezTo>
                  <a:cubicBezTo>
                    <a:pt x="22" y="153"/>
                    <a:pt x="22" y="123"/>
                    <a:pt x="22" y="122"/>
                  </a:cubicBezTo>
                  <a:cubicBezTo>
                    <a:pt x="22" y="122"/>
                    <a:pt x="21" y="108"/>
                    <a:pt x="21" y="108"/>
                  </a:cubicBezTo>
                  <a:cubicBezTo>
                    <a:pt x="21" y="108"/>
                    <a:pt x="21" y="108"/>
                    <a:pt x="21" y="108"/>
                  </a:cubicBezTo>
                  <a:cubicBezTo>
                    <a:pt x="30" y="103"/>
                    <a:pt x="43" y="101"/>
                    <a:pt x="59" y="101"/>
                  </a:cubicBezTo>
                  <a:cubicBezTo>
                    <a:pt x="75" y="101"/>
                    <a:pt x="88" y="103"/>
                    <a:pt x="97" y="108"/>
                  </a:cubicBezTo>
                  <a:cubicBezTo>
                    <a:pt x="97" y="108"/>
                    <a:pt x="97" y="108"/>
                    <a:pt x="97" y="108"/>
                  </a:cubicBezTo>
                  <a:lnTo>
                    <a:pt x="97" y="122"/>
                  </a:lnTo>
                  <a:close/>
                  <a:moveTo>
                    <a:pt x="102" y="142"/>
                  </a:moveTo>
                  <a:cubicBezTo>
                    <a:pt x="102" y="131"/>
                    <a:pt x="102" y="123"/>
                    <a:pt x="102" y="122"/>
                  </a:cubicBezTo>
                  <a:cubicBezTo>
                    <a:pt x="102" y="122"/>
                    <a:pt x="102" y="116"/>
                    <a:pt x="103" y="112"/>
                  </a:cubicBezTo>
                  <a:cubicBezTo>
                    <a:pt x="104" y="113"/>
                    <a:pt x="104" y="114"/>
                    <a:pt x="105" y="114"/>
                  </a:cubicBezTo>
                  <a:cubicBezTo>
                    <a:pt x="112" y="121"/>
                    <a:pt x="111" y="128"/>
                    <a:pt x="111" y="129"/>
                  </a:cubicBezTo>
                  <a:cubicBezTo>
                    <a:pt x="111" y="129"/>
                    <a:pt x="111" y="130"/>
                    <a:pt x="111" y="130"/>
                  </a:cubicBezTo>
                  <a:cubicBezTo>
                    <a:pt x="110" y="135"/>
                    <a:pt x="108" y="140"/>
                    <a:pt x="102" y="14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6" name="Freeform 826"/>
            <p:cNvSpPr>
              <a:spLocks noEditPoints="1"/>
            </p:cNvSpPr>
            <p:nvPr/>
          </p:nvSpPr>
          <p:spPr bwMode="auto">
            <a:xfrm>
              <a:off x="8029480" y="1386030"/>
              <a:ext cx="379468" cy="737252"/>
            </a:xfrm>
            <a:custGeom>
              <a:avLst/>
              <a:gdLst>
                <a:gd name="T0" fmla="*/ 103 w 118"/>
                <a:gd name="T1" fmla="*/ 43 h 230"/>
                <a:gd name="T2" fmla="*/ 59 w 118"/>
                <a:gd name="T3" fmla="*/ 0 h 230"/>
                <a:gd name="T4" fmla="*/ 15 w 118"/>
                <a:gd name="T5" fmla="*/ 43 h 230"/>
                <a:gd name="T6" fmla="*/ 1 w 118"/>
                <a:gd name="T7" fmla="*/ 122 h 230"/>
                <a:gd name="T8" fmla="*/ 17 w 118"/>
                <a:gd name="T9" fmla="*/ 148 h 230"/>
                <a:gd name="T10" fmla="*/ 19 w 118"/>
                <a:gd name="T11" fmla="*/ 175 h 230"/>
                <a:gd name="T12" fmla="*/ 59 w 118"/>
                <a:gd name="T13" fmla="*/ 230 h 230"/>
                <a:gd name="T14" fmla="*/ 99 w 118"/>
                <a:gd name="T15" fmla="*/ 175 h 230"/>
                <a:gd name="T16" fmla="*/ 101 w 118"/>
                <a:gd name="T17" fmla="*/ 148 h 230"/>
                <a:gd name="T18" fmla="*/ 117 w 118"/>
                <a:gd name="T19" fmla="*/ 122 h 230"/>
                <a:gd name="T20" fmla="*/ 103 w 118"/>
                <a:gd name="T21" fmla="*/ 43 h 230"/>
                <a:gd name="T22" fmla="*/ 21 w 118"/>
                <a:gd name="T23" fmla="*/ 45 h 230"/>
                <a:gd name="T24" fmla="*/ 59 w 118"/>
                <a:gd name="T25" fmla="*/ 6 h 230"/>
                <a:gd name="T26" fmla="*/ 59 w 118"/>
                <a:gd name="T27" fmla="*/ 6 h 230"/>
                <a:gd name="T28" fmla="*/ 98 w 118"/>
                <a:gd name="T29" fmla="*/ 45 h 230"/>
                <a:gd name="T30" fmla="*/ 111 w 118"/>
                <a:gd name="T31" fmla="*/ 112 h 230"/>
                <a:gd name="T32" fmla="*/ 110 w 118"/>
                <a:gd name="T33" fmla="*/ 111 h 230"/>
                <a:gd name="T34" fmla="*/ 59 w 118"/>
                <a:gd name="T35" fmla="*/ 95 h 230"/>
                <a:gd name="T36" fmla="*/ 9 w 118"/>
                <a:gd name="T37" fmla="*/ 111 h 230"/>
                <a:gd name="T38" fmla="*/ 7 w 118"/>
                <a:gd name="T39" fmla="*/ 112 h 230"/>
                <a:gd name="T40" fmla="*/ 21 w 118"/>
                <a:gd name="T41" fmla="*/ 45 h 230"/>
                <a:gd name="T42" fmla="*/ 7 w 118"/>
                <a:gd name="T43" fmla="*/ 130 h 230"/>
                <a:gd name="T44" fmla="*/ 7 w 118"/>
                <a:gd name="T45" fmla="*/ 129 h 230"/>
                <a:gd name="T46" fmla="*/ 13 w 118"/>
                <a:gd name="T47" fmla="*/ 114 h 230"/>
                <a:gd name="T48" fmla="*/ 16 w 118"/>
                <a:gd name="T49" fmla="*/ 112 h 230"/>
                <a:gd name="T50" fmla="*/ 16 w 118"/>
                <a:gd name="T51" fmla="*/ 123 h 230"/>
                <a:gd name="T52" fmla="*/ 17 w 118"/>
                <a:gd name="T53" fmla="*/ 142 h 230"/>
                <a:gd name="T54" fmla="*/ 7 w 118"/>
                <a:gd name="T55" fmla="*/ 130 h 230"/>
                <a:gd name="T56" fmla="*/ 97 w 118"/>
                <a:gd name="T57" fmla="*/ 122 h 230"/>
                <a:gd name="T58" fmla="*/ 93 w 118"/>
                <a:gd name="T59" fmla="*/ 174 h 230"/>
                <a:gd name="T60" fmla="*/ 59 w 118"/>
                <a:gd name="T61" fmla="*/ 224 h 230"/>
                <a:gd name="T62" fmla="*/ 25 w 118"/>
                <a:gd name="T63" fmla="*/ 174 h 230"/>
                <a:gd name="T64" fmla="*/ 22 w 118"/>
                <a:gd name="T65" fmla="*/ 122 h 230"/>
                <a:gd name="T66" fmla="*/ 21 w 118"/>
                <a:gd name="T67" fmla="*/ 108 h 230"/>
                <a:gd name="T68" fmla="*/ 21 w 118"/>
                <a:gd name="T69" fmla="*/ 108 h 230"/>
                <a:gd name="T70" fmla="*/ 59 w 118"/>
                <a:gd name="T71" fmla="*/ 101 h 230"/>
                <a:gd name="T72" fmla="*/ 97 w 118"/>
                <a:gd name="T73" fmla="*/ 108 h 230"/>
                <a:gd name="T74" fmla="*/ 97 w 118"/>
                <a:gd name="T75" fmla="*/ 108 h 230"/>
                <a:gd name="T76" fmla="*/ 97 w 118"/>
                <a:gd name="T77" fmla="*/ 122 h 230"/>
                <a:gd name="T78" fmla="*/ 102 w 118"/>
                <a:gd name="T79" fmla="*/ 142 h 230"/>
                <a:gd name="T80" fmla="*/ 102 w 118"/>
                <a:gd name="T81" fmla="*/ 122 h 230"/>
                <a:gd name="T82" fmla="*/ 103 w 118"/>
                <a:gd name="T83" fmla="*/ 112 h 230"/>
                <a:gd name="T84" fmla="*/ 105 w 118"/>
                <a:gd name="T85" fmla="*/ 114 h 230"/>
                <a:gd name="T86" fmla="*/ 111 w 118"/>
                <a:gd name="T87" fmla="*/ 129 h 230"/>
                <a:gd name="T88" fmla="*/ 111 w 118"/>
                <a:gd name="T89" fmla="*/ 130 h 230"/>
                <a:gd name="T90" fmla="*/ 102 w 118"/>
                <a:gd name="T91" fmla="*/ 14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8" h="230">
                  <a:moveTo>
                    <a:pt x="103" y="43"/>
                  </a:moveTo>
                  <a:cubicBezTo>
                    <a:pt x="87" y="0"/>
                    <a:pt x="62" y="0"/>
                    <a:pt x="59" y="0"/>
                  </a:cubicBezTo>
                  <a:cubicBezTo>
                    <a:pt x="56" y="0"/>
                    <a:pt x="31" y="0"/>
                    <a:pt x="15" y="43"/>
                  </a:cubicBezTo>
                  <a:cubicBezTo>
                    <a:pt x="3" y="74"/>
                    <a:pt x="2" y="96"/>
                    <a:pt x="1" y="122"/>
                  </a:cubicBezTo>
                  <a:cubicBezTo>
                    <a:pt x="0" y="130"/>
                    <a:pt x="2" y="145"/>
                    <a:pt x="17" y="148"/>
                  </a:cubicBezTo>
                  <a:cubicBezTo>
                    <a:pt x="17" y="157"/>
                    <a:pt x="18" y="167"/>
                    <a:pt x="19" y="175"/>
                  </a:cubicBezTo>
                  <a:cubicBezTo>
                    <a:pt x="24" y="212"/>
                    <a:pt x="38" y="230"/>
                    <a:pt x="59" y="230"/>
                  </a:cubicBezTo>
                  <a:cubicBezTo>
                    <a:pt x="81" y="230"/>
                    <a:pt x="94" y="212"/>
                    <a:pt x="99" y="175"/>
                  </a:cubicBezTo>
                  <a:cubicBezTo>
                    <a:pt x="100" y="167"/>
                    <a:pt x="101" y="157"/>
                    <a:pt x="101" y="148"/>
                  </a:cubicBezTo>
                  <a:cubicBezTo>
                    <a:pt x="116" y="145"/>
                    <a:pt x="118" y="130"/>
                    <a:pt x="117" y="122"/>
                  </a:cubicBezTo>
                  <a:cubicBezTo>
                    <a:pt x="116" y="96"/>
                    <a:pt x="115" y="74"/>
                    <a:pt x="103" y="43"/>
                  </a:cubicBezTo>
                  <a:close/>
                  <a:moveTo>
                    <a:pt x="21" y="45"/>
                  </a:moveTo>
                  <a:cubicBezTo>
                    <a:pt x="36" y="4"/>
                    <a:pt x="58" y="6"/>
                    <a:pt x="59" y="6"/>
                  </a:cubicBezTo>
                  <a:cubicBezTo>
                    <a:pt x="59" y="6"/>
                    <a:pt x="59" y="6"/>
                    <a:pt x="59" y="6"/>
                  </a:cubicBezTo>
                  <a:cubicBezTo>
                    <a:pt x="60" y="6"/>
                    <a:pt x="83" y="4"/>
                    <a:pt x="98" y="45"/>
                  </a:cubicBezTo>
                  <a:cubicBezTo>
                    <a:pt x="108" y="72"/>
                    <a:pt x="110" y="91"/>
                    <a:pt x="111" y="112"/>
                  </a:cubicBezTo>
                  <a:cubicBezTo>
                    <a:pt x="111" y="112"/>
                    <a:pt x="110" y="111"/>
                    <a:pt x="110" y="111"/>
                  </a:cubicBezTo>
                  <a:cubicBezTo>
                    <a:pt x="100" y="100"/>
                    <a:pt x="83" y="95"/>
                    <a:pt x="59" y="95"/>
                  </a:cubicBezTo>
                  <a:cubicBezTo>
                    <a:pt x="35" y="95"/>
                    <a:pt x="18" y="100"/>
                    <a:pt x="9" y="111"/>
                  </a:cubicBezTo>
                  <a:cubicBezTo>
                    <a:pt x="8" y="111"/>
                    <a:pt x="8" y="112"/>
                    <a:pt x="7" y="112"/>
                  </a:cubicBezTo>
                  <a:cubicBezTo>
                    <a:pt x="8" y="91"/>
                    <a:pt x="10" y="72"/>
                    <a:pt x="21" y="45"/>
                  </a:cubicBezTo>
                  <a:close/>
                  <a:moveTo>
                    <a:pt x="7" y="130"/>
                  </a:moveTo>
                  <a:cubicBezTo>
                    <a:pt x="7" y="130"/>
                    <a:pt x="7" y="129"/>
                    <a:pt x="7" y="129"/>
                  </a:cubicBezTo>
                  <a:cubicBezTo>
                    <a:pt x="7" y="128"/>
                    <a:pt x="7" y="121"/>
                    <a:pt x="13" y="114"/>
                  </a:cubicBezTo>
                  <a:cubicBezTo>
                    <a:pt x="14" y="114"/>
                    <a:pt x="15" y="113"/>
                    <a:pt x="16" y="112"/>
                  </a:cubicBezTo>
                  <a:cubicBezTo>
                    <a:pt x="16" y="123"/>
                    <a:pt x="16" y="123"/>
                    <a:pt x="16" y="123"/>
                  </a:cubicBezTo>
                  <a:cubicBezTo>
                    <a:pt x="16" y="123"/>
                    <a:pt x="16" y="131"/>
                    <a:pt x="17" y="142"/>
                  </a:cubicBezTo>
                  <a:cubicBezTo>
                    <a:pt x="10" y="140"/>
                    <a:pt x="8" y="135"/>
                    <a:pt x="7" y="130"/>
                  </a:cubicBezTo>
                  <a:close/>
                  <a:moveTo>
                    <a:pt x="97" y="122"/>
                  </a:moveTo>
                  <a:cubicBezTo>
                    <a:pt x="97" y="123"/>
                    <a:pt x="96" y="153"/>
                    <a:pt x="93" y="174"/>
                  </a:cubicBezTo>
                  <a:cubicBezTo>
                    <a:pt x="89" y="208"/>
                    <a:pt x="77" y="224"/>
                    <a:pt x="59" y="224"/>
                  </a:cubicBezTo>
                  <a:cubicBezTo>
                    <a:pt x="41" y="224"/>
                    <a:pt x="29" y="208"/>
                    <a:pt x="25" y="174"/>
                  </a:cubicBezTo>
                  <a:cubicBezTo>
                    <a:pt x="22" y="153"/>
                    <a:pt x="22" y="123"/>
                    <a:pt x="22" y="122"/>
                  </a:cubicBezTo>
                  <a:cubicBezTo>
                    <a:pt x="22" y="122"/>
                    <a:pt x="21" y="108"/>
                    <a:pt x="21" y="108"/>
                  </a:cubicBezTo>
                  <a:cubicBezTo>
                    <a:pt x="21" y="108"/>
                    <a:pt x="21" y="108"/>
                    <a:pt x="21" y="108"/>
                  </a:cubicBezTo>
                  <a:cubicBezTo>
                    <a:pt x="30" y="103"/>
                    <a:pt x="43" y="101"/>
                    <a:pt x="59" y="101"/>
                  </a:cubicBezTo>
                  <a:cubicBezTo>
                    <a:pt x="75" y="101"/>
                    <a:pt x="88" y="103"/>
                    <a:pt x="97" y="108"/>
                  </a:cubicBezTo>
                  <a:cubicBezTo>
                    <a:pt x="97" y="108"/>
                    <a:pt x="97" y="108"/>
                    <a:pt x="97" y="108"/>
                  </a:cubicBezTo>
                  <a:lnTo>
                    <a:pt x="97" y="122"/>
                  </a:lnTo>
                  <a:close/>
                  <a:moveTo>
                    <a:pt x="102" y="142"/>
                  </a:moveTo>
                  <a:cubicBezTo>
                    <a:pt x="102" y="131"/>
                    <a:pt x="102" y="123"/>
                    <a:pt x="102" y="122"/>
                  </a:cubicBezTo>
                  <a:cubicBezTo>
                    <a:pt x="102" y="122"/>
                    <a:pt x="102" y="116"/>
                    <a:pt x="103" y="112"/>
                  </a:cubicBezTo>
                  <a:cubicBezTo>
                    <a:pt x="104" y="113"/>
                    <a:pt x="104" y="114"/>
                    <a:pt x="105" y="114"/>
                  </a:cubicBezTo>
                  <a:cubicBezTo>
                    <a:pt x="112" y="121"/>
                    <a:pt x="111" y="128"/>
                    <a:pt x="111" y="129"/>
                  </a:cubicBezTo>
                  <a:cubicBezTo>
                    <a:pt x="111" y="129"/>
                    <a:pt x="111" y="130"/>
                    <a:pt x="111" y="130"/>
                  </a:cubicBezTo>
                  <a:cubicBezTo>
                    <a:pt x="110" y="135"/>
                    <a:pt x="108" y="140"/>
                    <a:pt x="102" y="14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167" name="组合 166"/>
            <p:cNvGrpSpPr/>
            <p:nvPr/>
          </p:nvGrpSpPr>
          <p:grpSpPr>
            <a:xfrm>
              <a:off x="9636645" y="1343821"/>
              <a:ext cx="558800" cy="931862"/>
              <a:chOff x="1457567" y="5087915"/>
              <a:chExt cx="558800" cy="931862"/>
            </a:xfrm>
            <a:solidFill>
              <a:schemeClr val="bg1"/>
            </a:solidFill>
          </p:grpSpPr>
          <p:sp>
            <p:nvSpPr>
              <p:cNvPr id="168" name="Freeform 142"/>
              <p:cNvSpPr>
                <a:spLocks/>
              </p:cNvSpPr>
              <p:nvPr/>
            </p:nvSpPr>
            <p:spPr bwMode="auto">
              <a:xfrm>
                <a:off x="1457567" y="5087915"/>
                <a:ext cx="296863" cy="879475"/>
              </a:xfrm>
              <a:custGeom>
                <a:avLst/>
                <a:gdLst>
                  <a:gd name="T0" fmla="*/ 4 w 79"/>
                  <a:gd name="T1" fmla="*/ 234 h 234"/>
                  <a:gd name="T2" fmla="*/ 0 w 79"/>
                  <a:gd name="T3" fmla="*/ 230 h 234"/>
                  <a:gd name="T4" fmla="*/ 0 w 79"/>
                  <a:gd name="T5" fmla="*/ 207 h 234"/>
                  <a:gd name="T6" fmla="*/ 11 w 79"/>
                  <a:gd name="T7" fmla="*/ 155 h 234"/>
                  <a:gd name="T8" fmla="*/ 24 w 79"/>
                  <a:gd name="T9" fmla="*/ 88 h 234"/>
                  <a:gd name="T10" fmla="*/ 4 w 79"/>
                  <a:gd name="T11" fmla="*/ 8 h 234"/>
                  <a:gd name="T12" fmla="*/ 5 w 79"/>
                  <a:gd name="T13" fmla="*/ 4 h 234"/>
                  <a:gd name="T14" fmla="*/ 9 w 79"/>
                  <a:gd name="T15" fmla="*/ 3 h 234"/>
                  <a:gd name="T16" fmla="*/ 33 w 79"/>
                  <a:gd name="T17" fmla="*/ 1 h 234"/>
                  <a:gd name="T18" fmla="*/ 38 w 79"/>
                  <a:gd name="T19" fmla="*/ 2 h 234"/>
                  <a:gd name="T20" fmla="*/ 75 w 79"/>
                  <a:gd name="T21" fmla="*/ 27 h 234"/>
                  <a:gd name="T22" fmla="*/ 79 w 79"/>
                  <a:gd name="T23" fmla="*/ 31 h 234"/>
                  <a:gd name="T24" fmla="*/ 75 w 79"/>
                  <a:gd name="T25" fmla="*/ 35 h 234"/>
                  <a:gd name="T26" fmla="*/ 34 w 79"/>
                  <a:gd name="T27" fmla="*/ 10 h 234"/>
                  <a:gd name="T28" fmla="*/ 14 w 79"/>
                  <a:gd name="T29" fmla="*/ 11 h 234"/>
                  <a:gd name="T30" fmla="*/ 32 w 79"/>
                  <a:gd name="T31" fmla="*/ 88 h 234"/>
                  <a:gd name="T32" fmla="*/ 18 w 79"/>
                  <a:gd name="T33" fmla="*/ 157 h 234"/>
                  <a:gd name="T34" fmla="*/ 8 w 79"/>
                  <a:gd name="T35" fmla="*/ 207 h 234"/>
                  <a:gd name="T36" fmla="*/ 8 w 79"/>
                  <a:gd name="T37" fmla="*/ 230 h 234"/>
                  <a:gd name="T38" fmla="*/ 4 w 79"/>
                  <a:gd name="T39" fmla="*/ 2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9" h="234">
                    <a:moveTo>
                      <a:pt x="4" y="234"/>
                    </a:moveTo>
                    <a:cubicBezTo>
                      <a:pt x="1" y="234"/>
                      <a:pt x="0" y="232"/>
                      <a:pt x="0" y="230"/>
                    </a:cubicBezTo>
                    <a:cubicBezTo>
                      <a:pt x="0" y="207"/>
                      <a:pt x="0" y="207"/>
                      <a:pt x="0" y="207"/>
                    </a:cubicBezTo>
                    <a:cubicBezTo>
                      <a:pt x="0" y="196"/>
                      <a:pt x="5" y="177"/>
                      <a:pt x="11" y="155"/>
                    </a:cubicBezTo>
                    <a:cubicBezTo>
                      <a:pt x="17" y="131"/>
                      <a:pt x="24" y="104"/>
                      <a:pt x="24" y="88"/>
                    </a:cubicBezTo>
                    <a:cubicBezTo>
                      <a:pt x="24" y="57"/>
                      <a:pt x="4" y="8"/>
                      <a:pt x="4" y="8"/>
                    </a:cubicBezTo>
                    <a:cubicBezTo>
                      <a:pt x="4" y="7"/>
                      <a:pt x="4" y="5"/>
                      <a:pt x="5" y="4"/>
                    </a:cubicBezTo>
                    <a:cubicBezTo>
                      <a:pt x="6" y="3"/>
                      <a:pt x="7" y="2"/>
                      <a:pt x="9" y="3"/>
                    </a:cubicBezTo>
                    <a:cubicBezTo>
                      <a:pt x="9" y="3"/>
                      <a:pt x="23" y="5"/>
                      <a:pt x="33" y="1"/>
                    </a:cubicBezTo>
                    <a:cubicBezTo>
                      <a:pt x="35" y="0"/>
                      <a:pt x="37" y="1"/>
                      <a:pt x="38" y="2"/>
                    </a:cubicBezTo>
                    <a:cubicBezTo>
                      <a:pt x="38" y="3"/>
                      <a:pt x="58" y="27"/>
                      <a:pt x="75" y="27"/>
                    </a:cubicBezTo>
                    <a:cubicBezTo>
                      <a:pt x="77" y="27"/>
                      <a:pt x="79" y="29"/>
                      <a:pt x="79" y="31"/>
                    </a:cubicBezTo>
                    <a:cubicBezTo>
                      <a:pt x="79" y="33"/>
                      <a:pt x="77" y="35"/>
                      <a:pt x="75" y="35"/>
                    </a:cubicBezTo>
                    <a:cubicBezTo>
                      <a:pt x="57" y="35"/>
                      <a:pt x="39" y="16"/>
                      <a:pt x="34" y="10"/>
                    </a:cubicBezTo>
                    <a:cubicBezTo>
                      <a:pt x="27" y="12"/>
                      <a:pt x="19" y="12"/>
                      <a:pt x="14" y="11"/>
                    </a:cubicBezTo>
                    <a:cubicBezTo>
                      <a:pt x="20" y="26"/>
                      <a:pt x="32" y="62"/>
                      <a:pt x="32" y="88"/>
                    </a:cubicBezTo>
                    <a:cubicBezTo>
                      <a:pt x="32" y="105"/>
                      <a:pt x="25" y="132"/>
                      <a:pt x="18" y="157"/>
                    </a:cubicBezTo>
                    <a:cubicBezTo>
                      <a:pt x="13" y="178"/>
                      <a:pt x="8" y="197"/>
                      <a:pt x="8" y="207"/>
                    </a:cubicBezTo>
                    <a:cubicBezTo>
                      <a:pt x="8" y="230"/>
                      <a:pt x="8" y="230"/>
                      <a:pt x="8" y="230"/>
                    </a:cubicBezTo>
                    <a:cubicBezTo>
                      <a:pt x="8" y="232"/>
                      <a:pt x="6" y="234"/>
                      <a:pt x="4" y="2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 name="Freeform 143"/>
              <p:cNvSpPr>
                <a:spLocks/>
              </p:cNvSpPr>
              <p:nvPr/>
            </p:nvSpPr>
            <p:spPr bwMode="auto">
              <a:xfrm>
                <a:off x="1724267" y="5087915"/>
                <a:ext cx="292100" cy="879475"/>
              </a:xfrm>
              <a:custGeom>
                <a:avLst/>
                <a:gdLst>
                  <a:gd name="T0" fmla="*/ 74 w 78"/>
                  <a:gd name="T1" fmla="*/ 234 h 234"/>
                  <a:gd name="T2" fmla="*/ 70 w 78"/>
                  <a:gd name="T3" fmla="*/ 230 h 234"/>
                  <a:gd name="T4" fmla="*/ 70 w 78"/>
                  <a:gd name="T5" fmla="*/ 207 h 234"/>
                  <a:gd name="T6" fmla="*/ 59 w 78"/>
                  <a:gd name="T7" fmla="*/ 157 h 234"/>
                  <a:gd name="T8" fmla="*/ 45 w 78"/>
                  <a:gd name="T9" fmla="*/ 88 h 234"/>
                  <a:gd name="T10" fmla="*/ 63 w 78"/>
                  <a:gd name="T11" fmla="*/ 11 h 234"/>
                  <a:gd name="T12" fmla="*/ 44 w 78"/>
                  <a:gd name="T13" fmla="*/ 10 h 234"/>
                  <a:gd name="T14" fmla="*/ 4 w 78"/>
                  <a:gd name="T15" fmla="*/ 35 h 234"/>
                  <a:gd name="T16" fmla="*/ 0 w 78"/>
                  <a:gd name="T17" fmla="*/ 31 h 234"/>
                  <a:gd name="T18" fmla="*/ 4 w 78"/>
                  <a:gd name="T19" fmla="*/ 27 h 234"/>
                  <a:gd name="T20" fmla="*/ 39 w 78"/>
                  <a:gd name="T21" fmla="*/ 2 h 234"/>
                  <a:gd name="T22" fmla="*/ 44 w 78"/>
                  <a:gd name="T23" fmla="*/ 1 h 234"/>
                  <a:gd name="T24" fmla="*/ 69 w 78"/>
                  <a:gd name="T25" fmla="*/ 3 h 234"/>
                  <a:gd name="T26" fmla="*/ 73 w 78"/>
                  <a:gd name="T27" fmla="*/ 4 h 234"/>
                  <a:gd name="T28" fmla="*/ 73 w 78"/>
                  <a:gd name="T29" fmla="*/ 8 h 234"/>
                  <a:gd name="T30" fmla="*/ 53 w 78"/>
                  <a:gd name="T31" fmla="*/ 88 h 234"/>
                  <a:gd name="T32" fmla="*/ 67 w 78"/>
                  <a:gd name="T33" fmla="*/ 155 h 234"/>
                  <a:gd name="T34" fmla="*/ 78 w 78"/>
                  <a:gd name="T35" fmla="*/ 207 h 234"/>
                  <a:gd name="T36" fmla="*/ 78 w 78"/>
                  <a:gd name="T37" fmla="*/ 230 h 234"/>
                  <a:gd name="T38" fmla="*/ 74 w 78"/>
                  <a:gd name="T39" fmla="*/ 2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8" h="234">
                    <a:moveTo>
                      <a:pt x="74" y="234"/>
                    </a:moveTo>
                    <a:cubicBezTo>
                      <a:pt x="72" y="234"/>
                      <a:pt x="70" y="232"/>
                      <a:pt x="70" y="230"/>
                    </a:cubicBezTo>
                    <a:cubicBezTo>
                      <a:pt x="70" y="207"/>
                      <a:pt x="70" y="207"/>
                      <a:pt x="70" y="207"/>
                    </a:cubicBezTo>
                    <a:cubicBezTo>
                      <a:pt x="70" y="197"/>
                      <a:pt x="65" y="178"/>
                      <a:pt x="59" y="157"/>
                    </a:cubicBezTo>
                    <a:cubicBezTo>
                      <a:pt x="52" y="132"/>
                      <a:pt x="45" y="105"/>
                      <a:pt x="45" y="88"/>
                    </a:cubicBezTo>
                    <a:cubicBezTo>
                      <a:pt x="45" y="62"/>
                      <a:pt x="58" y="26"/>
                      <a:pt x="63" y="11"/>
                    </a:cubicBezTo>
                    <a:cubicBezTo>
                      <a:pt x="58" y="12"/>
                      <a:pt x="51" y="12"/>
                      <a:pt x="44" y="10"/>
                    </a:cubicBezTo>
                    <a:cubicBezTo>
                      <a:pt x="38" y="16"/>
                      <a:pt x="21" y="35"/>
                      <a:pt x="4" y="35"/>
                    </a:cubicBezTo>
                    <a:cubicBezTo>
                      <a:pt x="2" y="35"/>
                      <a:pt x="0" y="33"/>
                      <a:pt x="0" y="31"/>
                    </a:cubicBezTo>
                    <a:cubicBezTo>
                      <a:pt x="0" y="29"/>
                      <a:pt x="2" y="27"/>
                      <a:pt x="4" y="27"/>
                    </a:cubicBezTo>
                    <a:cubicBezTo>
                      <a:pt x="18" y="27"/>
                      <a:pt x="34" y="9"/>
                      <a:pt x="39" y="2"/>
                    </a:cubicBezTo>
                    <a:cubicBezTo>
                      <a:pt x="40" y="1"/>
                      <a:pt x="42" y="0"/>
                      <a:pt x="44" y="1"/>
                    </a:cubicBezTo>
                    <a:cubicBezTo>
                      <a:pt x="54" y="5"/>
                      <a:pt x="69" y="3"/>
                      <a:pt x="69" y="3"/>
                    </a:cubicBezTo>
                    <a:cubicBezTo>
                      <a:pt x="70" y="2"/>
                      <a:pt x="72" y="3"/>
                      <a:pt x="73" y="4"/>
                    </a:cubicBezTo>
                    <a:cubicBezTo>
                      <a:pt x="74" y="5"/>
                      <a:pt x="74" y="7"/>
                      <a:pt x="73" y="8"/>
                    </a:cubicBezTo>
                    <a:cubicBezTo>
                      <a:pt x="73" y="8"/>
                      <a:pt x="53" y="57"/>
                      <a:pt x="53" y="88"/>
                    </a:cubicBezTo>
                    <a:cubicBezTo>
                      <a:pt x="53" y="104"/>
                      <a:pt x="61" y="131"/>
                      <a:pt x="67" y="155"/>
                    </a:cubicBezTo>
                    <a:cubicBezTo>
                      <a:pt x="73" y="177"/>
                      <a:pt x="78" y="196"/>
                      <a:pt x="78" y="207"/>
                    </a:cubicBezTo>
                    <a:cubicBezTo>
                      <a:pt x="78" y="230"/>
                      <a:pt x="78" y="230"/>
                      <a:pt x="78" y="230"/>
                    </a:cubicBezTo>
                    <a:cubicBezTo>
                      <a:pt x="78" y="232"/>
                      <a:pt x="76" y="234"/>
                      <a:pt x="74" y="2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 name="Freeform 144"/>
              <p:cNvSpPr>
                <a:spLocks/>
              </p:cNvSpPr>
              <p:nvPr/>
            </p:nvSpPr>
            <p:spPr bwMode="auto">
              <a:xfrm>
                <a:off x="1554404" y="5478440"/>
                <a:ext cx="360363" cy="98425"/>
              </a:xfrm>
              <a:custGeom>
                <a:avLst/>
                <a:gdLst>
                  <a:gd name="T0" fmla="*/ 48 w 96"/>
                  <a:gd name="T1" fmla="*/ 24 h 26"/>
                  <a:gd name="T2" fmla="*/ 1 w 96"/>
                  <a:gd name="T3" fmla="*/ 4 h 26"/>
                  <a:gd name="T4" fmla="*/ 1 w 96"/>
                  <a:gd name="T5" fmla="*/ 1 h 26"/>
                  <a:gd name="T6" fmla="*/ 4 w 96"/>
                  <a:gd name="T7" fmla="*/ 1 h 26"/>
                  <a:gd name="T8" fmla="*/ 92 w 96"/>
                  <a:gd name="T9" fmla="*/ 1 h 26"/>
                  <a:gd name="T10" fmla="*/ 95 w 96"/>
                  <a:gd name="T11" fmla="*/ 1 h 26"/>
                  <a:gd name="T12" fmla="*/ 95 w 96"/>
                  <a:gd name="T13" fmla="*/ 4 h 26"/>
                  <a:gd name="T14" fmla="*/ 48 w 96"/>
                  <a:gd name="T15" fmla="*/ 24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 h="26">
                    <a:moveTo>
                      <a:pt x="48" y="24"/>
                    </a:moveTo>
                    <a:cubicBezTo>
                      <a:pt x="31" y="24"/>
                      <a:pt x="14" y="17"/>
                      <a:pt x="1" y="4"/>
                    </a:cubicBezTo>
                    <a:cubicBezTo>
                      <a:pt x="0" y="3"/>
                      <a:pt x="0" y="2"/>
                      <a:pt x="1" y="1"/>
                    </a:cubicBezTo>
                    <a:cubicBezTo>
                      <a:pt x="2" y="0"/>
                      <a:pt x="3" y="0"/>
                      <a:pt x="4" y="1"/>
                    </a:cubicBezTo>
                    <a:cubicBezTo>
                      <a:pt x="28" y="26"/>
                      <a:pt x="68" y="26"/>
                      <a:pt x="92" y="1"/>
                    </a:cubicBezTo>
                    <a:cubicBezTo>
                      <a:pt x="93" y="0"/>
                      <a:pt x="95" y="0"/>
                      <a:pt x="95" y="1"/>
                    </a:cubicBezTo>
                    <a:cubicBezTo>
                      <a:pt x="96" y="2"/>
                      <a:pt x="96" y="3"/>
                      <a:pt x="95" y="4"/>
                    </a:cubicBezTo>
                    <a:cubicBezTo>
                      <a:pt x="82" y="17"/>
                      <a:pt x="65" y="24"/>
                      <a:pt x="48" y="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1" name="Freeform 145"/>
              <p:cNvSpPr>
                <a:spLocks/>
              </p:cNvSpPr>
              <p:nvPr/>
            </p:nvSpPr>
            <p:spPr bwMode="auto">
              <a:xfrm>
                <a:off x="1457567" y="5937227"/>
                <a:ext cx="134938" cy="82550"/>
              </a:xfrm>
              <a:custGeom>
                <a:avLst/>
                <a:gdLst>
                  <a:gd name="T0" fmla="*/ 18 w 36"/>
                  <a:gd name="T1" fmla="*/ 22 h 22"/>
                  <a:gd name="T2" fmla="*/ 0 w 36"/>
                  <a:gd name="T3" fmla="*/ 4 h 22"/>
                  <a:gd name="T4" fmla="*/ 4 w 36"/>
                  <a:gd name="T5" fmla="*/ 0 h 22"/>
                  <a:gd name="T6" fmla="*/ 8 w 36"/>
                  <a:gd name="T7" fmla="*/ 4 h 22"/>
                  <a:gd name="T8" fmla="*/ 18 w 36"/>
                  <a:gd name="T9" fmla="*/ 14 h 22"/>
                  <a:gd name="T10" fmla="*/ 28 w 36"/>
                  <a:gd name="T11" fmla="*/ 4 h 22"/>
                  <a:gd name="T12" fmla="*/ 32 w 36"/>
                  <a:gd name="T13" fmla="*/ 0 h 22"/>
                  <a:gd name="T14" fmla="*/ 36 w 36"/>
                  <a:gd name="T15" fmla="*/ 4 h 22"/>
                  <a:gd name="T16" fmla="*/ 18 w 36"/>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22">
                    <a:moveTo>
                      <a:pt x="18" y="22"/>
                    </a:moveTo>
                    <a:cubicBezTo>
                      <a:pt x="8" y="22"/>
                      <a:pt x="0" y="14"/>
                      <a:pt x="0" y="4"/>
                    </a:cubicBezTo>
                    <a:cubicBezTo>
                      <a:pt x="0" y="2"/>
                      <a:pt x="1" y="0"/>
                      <a:pt x="4" y="0"/>
                    </a:cubicBezTo>
                    <a:cubicBezTo>
                      <a:pt x="6" y="0"/>
                      <a:pt x="8" y="2"/>
                      <a:pt x="8" y="4"/>
                    </a:cubicBezTo>
                    <a:cubicBezTo>
                      <a:pt x="8" y="10"/>
                      <a:pt x="12" y="14"/>
                      <a:pt x="18" y="14"/>
                    </a:cubicBezTo>
                    <a:cubicBezTo>
                      <a:pt x="23" y="14"/>
                      <a:pt x="28" y="10"/>
                      <a:pt x="28" y="4"/>
                    </a:cubicBezTo>
                    <a:cubicBezTo>
                      <a:pt x="28" y="2"/>
                      <a:pt x="29" y="0"/>
                      <a:pt x="32" y="0"/>
                    </a:cubicBezTo>
                    <a:cubicBezTo>
                      <a:pt x="34" y="0"/>
                      <a:pt x="36" y="2"/>
                      <a:pt x="36" y="4"/>
                    </a:cubicBezTo>
                    <a:cubicBezTo>
                      <a:pt x="36" y="14"/>
                      <a:pt x="28" y="22"/>
                      <a:pt x="18" y="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2" name="Freeform 146"/>
              <p:cNvSpPr>
                <a:spLocks/>
              </p:cNvSpPr>
              <p:nvPr/>
            </p:nvSpPr>
            <p:spPr bwMode="auto">
              <a:xfrm>
                <a:off x="1562342" y="5937227"/>
                <a:ext cx="134938" cy="82550"/>
              </a:xfrm>
              <a:custGeom>
                <a:avLst/>
                <a:gdLst>
                  <a:gd name="T0" fmla="*/ 18 w 36"/>
                  <a:gd name="T1" fmla="*/ 22 h 22"/>
                  <a:gd name="T2" fmla="*/ 0 w 36"/>
                  <a:gd name="T3" fmla="*/ 4 h 22"/>
                  <a:gd name="T4" fmla="*/ 4 w 36"/>
                  <a:gd name="T5" fmla="*/ 0 h 22"/>
                  <a:gd name="T6" fmla="*/ 8 w 36"/>
                  <a:gd name="T7" fmla="*/ 4 h 22"/>
                  <a:gd name="T8" fmla="*/ 18 w 36"/>
                  <a:gd name="T9" fmla="*/ 14 h 22"/>
                  <a:gd name="T10" fmla="*/ 28 w 36"/>
                  <a:gd name="T11" fmla="*/ 4 h 22"/>
                  <a:gd name="T12" fmla="*/ 32 w 36"/>
                  <a:gd name="T13" fmla="*/ 0 h 22"/>
                  <a:gd name="T14" fmla="*/ 36 w 36"/>
                  <a:gd name="T15" fmla="*/ 4 h 22"/>
                  <a:gd name="T16" fmla="*/ 18 w 36"/>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22">
                    <a:moveTo>
                      <a:pt x="18" y="22"/>
                    </a:moveTo>
                    <a:cubicBezTo>
                      <a:pt x="8" y="22"/>
                      <a:pt x="0" y="14"/>
                      <a:pt x="0" y="4"/>
                    </a:cubicBezTo>
                    <a:cubicBezTo>
                      <a:pt x="0" y="2"/>
                      <a:pt x="1" y="0"/>
                      <a:pt x="4" y="0"/>
                    </a:cubicBezTo>
                    <a:cubicBezTo>
                      <a:pt x="6" y="0"/>
                      <a:pt x="8" y="2"/>
                      <a:pt x="8" y="4"/>
                    </a:cubicBezTo>
                    <a:cubicBezTo>
                      <a:pt x="8" y="10"/>
                      <a:pt x="12" y="14"/>
                      <a:pt x="18" y="14"/>
                    </a:cubicBezTo>
                    <a:cubicBezTo>
                      <a:pt x="23" y="14"/>
                      <a:pt x="28" y="10"/>
                      <a:pt x="28" y="4"/>
                    </a:cubicBezTo>
                    <a:cubicBezTo>
                      <a:pt x="28" y="2"/>
                      <a:pt x="29" y="0"/>
                      <a:pt x="32" y="0"/>
                    </a:cubicBezTo>
                    <a:cubicBezTo>
                      <a:pt x="34" y="0"/>
                      <a:pt x="36" y="2"/>
                      <a:pt x="36" y="4"/>
                    </a:cubicBezTo>
                    <a:cubicBezTo>
                      <a:pt x="36" y="14"/>
                      <a:pt x="28" y="22"/>
                      <a:pt x="18" y="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3" name="Freeform 147"/>
              <p:cNvSpPr>
                <a:spLocks/>
              </p:cNvSpPr>
              <p:nvPr/>
            </p:nvSpPr>
            <p:spPr bwMode="auto">
              <a:xfrm>
                <a:off x="1671879" y="5937227"/>
                <a:ext cx="134938" cy="82550"/>
              </a:xfrm>
              <a:custGeom>
                <a:avLst/>
                <a:gdLst>
                  <a:gd name="T0" fmla="*/ 18 w 36"/>
                  <a:gd name="T1" fmla="*/ 22 h 22"/>
                  <a:gd name="T2" fmla="*/ 0 w 36"/>
                  <a:gd name="T3" fmla="*/ 4 h 22"/>
                  <a:gd name="T4" fmla="*/ 4 w 36"/>
                  <a:gd name="T5" fmla="*/ 0 h 22"/>
                  <a:gd name="T6" fmla="*/ 8 w 36"/>
                  <a:gd name="T7" fmla="*/ 4 h 22"/>
                  <a:gd name="T8" fmla="*/ 18 w 36"/>
                  <a:gd name="T9" fmla="*/ 14 h 22"/>
                  <a:gd name="T10" fmla="*/ 28 w 36"/>
                  <a:gd name="T11" fmla="*/ 4 h 22"/>
                  <a:gd name="T12" fmla="*/ 32 w 36"/>
                  <a:gd name="T13" fmla="*/ 0 h 22"/>
                  <a:gd name="T14" fmla="*/ 36 w 36"/>
                  <a:gd name="T15" fmla="*/ 4 h 22"/>
                  <a:gd name="T16" fmla="*/ 18 w 36"/>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22">
                    <a:moveTo>
                      <a:pt x="18" y="22"/>
                    </a:moveTo>
                    <a:cubicBezTo>
                      <a:pt x="8" y="22"/>
                      <a:pt x="0" y="14"/>
                      <a:pt x="0" y="4"/>
                    </a:cubicBezTo>
                    <a:cubicBezTo>
                      <a:pt x="0" y="2"/>
                      <a:pt x="2" y="0"/>
                      <a:pt x="4" y="0"/>
                    </a:cubicBezTo>
                    <a:cubicBezTo>
                      <a:pt x="6" y="0"/>
                      <a:pt x="8" y="2"/>
                      <a:pt x="8" y="4"/>
                    </a:cubicBezTo>
                    <a:cubicBezTo>
                      <a:pt x="8" y="10"/>
                      <a:pt x="12" y="14"/>
                      <a:pt x="18" y="14"/>
                    </a:cubicBezTo>
                    <a:cubicBezTo>
                      <a:pt x="23" y="14"/>
                      <a:pt x="28" y="10"/>
                      <a:pt x="28" y="4"/>
                    </a:cubicBezTo>
                    <a:cubicBezTo>
                      <a:pt x="28" y="2"/>
                      <a:pt x="30" y="0"/>
                      <a:pt x="32" y="0"/>
                    </a:cubicBezTo>
                    <a:cubicBezTo>
                      <a:pt x="34" y="0"/>
                      <a:pt x="36" y="2"/>
                      <a:pt x="36" y="4"/>
                    </a:cubicBezTo>
                    <a:cubicBezTo>
                      <a:pt x="36" y="14"/>
                      <a:pt x="28" y="22"/>
                      <a:pt x="18" y="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4" name="Freeform 148"/>
              <p:cNvSpPr>
                <a:spLocks/>
              </p:cNvSpPr>
              <p:nvPr/>
            </p:nvSpPr>
            <p:spPr bwMode="auto">
              <a:xfrm>
                <a:off x="1776654" y="5937227"/>
                <a:ext cx="134938" cy="82550"/>
              </a:xfrm>
              <a:custGeom>
                <a:avLst/>
                <a:gdLst>
                  <a:gd name="T0" fmla="*/ 18 w 36"/>
                  <a:gd name="T1" fmla="*/ 22 h 22"/>
                  <a:gd name="T2" fmla="*/ 0 w 36"/>
                  <a:gd name="T3" fmla="*/ 4 h 22"/>
                  <a:gd name="T4" fmla="*/ 4 w 36"/>
                  <a:gd name="T5" fmla="*/ 0 h 22"/>
                  <a:gd name="T6" fmla="*/ 8 w 36"/>
                  <a:gd name="T7" fmla="*/ 4 h 22"/>
                  <a:gd name="T8" fmla="*/ 18 w 36"/>
                  <a:gd name="T9" fmla="*/ 14 h 22"/>
                  <a:gd name="T10" fmla="*/ 28 w 36"/>
                  <a:gd name="T11" fmla="*/ 4 h 22"/>
                  <a:gd name="T12" fmla="*/ 32 w 36"/>
                  <a:gd name="T13" fmla="*/ 0 h 22"/>
                  <a:gd name="T14" fmla="*/ 36 w 36"/>
                  <a:gd name="T15" fmla="*/ 4 h 22"/>
                  <a:gd name="T16" fmla="*/ 18 w 36"/>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22">
                    <a:moveTo>
                      <a:pt x="18" y="22"/>
                    </a:moveTo>
                    <a:cubicBezTo>
                      <a:pt x="8" y="22"/>
                      <a:pt x="0" y="14"/>
                      <a:pt x="0" y="4"/>
                    </a:cubicBezTo>
                    <a:cubicBezTo>
                      <a:pt x="0" y="2"/>
                      <a:pt x="2" y="0"/>
                      <a:pt x="4" y="0"/>
                    </a:cubicBezTo>
                    <a:cubicBezTo>
                      <a:pt x="6" y="0"/>
                      <a:pt x="8" y="2"/>
                      <a:pt x="8" y="4"/>
                    </a:cubicBezTo>
                    <a:cubicBezTo>
                      <a:pt x="8" y="10"/>
                      <a:pt x="12" y="14"/>
                      <a:pt x="18" y="14"/>
                    </a:cubicBezTo>
                    <a:cubicBezTo>
                      <a:pt x="23" y="14"/>
                      <a:pt x="28" y="10"/>
                      <a:pt x="28" y="4"/>
                    </a:cubicBezTo>
                    <a:cubicBezTo>
                      <a:pt x="28" y="2"/>
                      <a:pt x="30" y="0"/>
                      <a:pt x="32" y="0"/>
                    </a:cubicBezTo>
                    <a:cubicBezTo>
                      <a:pt x="34" y="0"/>
                      <a:pt x="36" y="2"/>
                      <a:pt x="36" y="4"/>
                    </a:cubicBezTo>
                    <a:cubicBezTo>
                      <a:pt x="36" y="14"/>
                      <a:pt x="28" y="22"/>
                      <a:pt x="18" y="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5" name="Freeform 149"/>
              <p:cNvSpPr>
                <a:spLocks/>
              </p:cNvSpPr>
              <p:nvPr/>
            </p:nvSpPr>
            <p:spPr bwMode="auto">
              <a:xfrm>
                <a:off x="1881429" y="5937227"/>
                <a:ext cx="134938" cy="82550"/>
              </a:xfrm>
              <a:custGeom>
                <a:avLst/>
                <a:gdLst>
                  <a:gd name="T0" fmla="*/ 18 w 36"/>
                  <a:gd name="T1" fmla="*/ 22 h 22"/>
                  <a:gd name="T2" fmla="*/ 0 w 36"/>
                  <a:gd name="T3" fmla="*/ 4 h 22"/>
                  <a:gd name="T4" fmla="*/ 4 w 36"/>
                  <a:gd name="T5" fmla="*/ 0 h 22"/>
                  <a:gd name="T6" fmla="*/ 8 w 36"/>
                  <a:gd name="T7" fmla="*/ 4 h 22"/>
                  <a:gd name="T8" fmla="*/ 18 w 36"/>
                  <a:gd name="T9" fmla="*/ 14 h 22"/>
                  <a:gd name="T10" fmla="*/ 28 w 36"/>
                  <a:gd name="T11" fmla="*/ 4 h 22"/>
                  <a:gd name="T12" fmla="*/ 32 w 36"/>
                  <a:gd name="T13" fmla="*/ 0 h 22"/>
                  <a:gd name="T14" fmla="*/ 36 w 36"/>
                  <a:gd name="T15" fmla="*/ 4 h 22"/>
                  <a:gd name="T16" fmla="*/ 18 w 36"/>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22">
                    <a:moveTo>
                      <a:pt x="18" y="22"/>
                    </a:moveTo>
                    <a:cubicBezTo>
                      <a:pt x="8" y="22"/>
                      <a:pt x="0" y="14"/>
                      <a:pt x="0" y="4"/>
                    </a:cubicBezTo>
                    <a:cubicBezTo>
                      <a:pt x="0" y="2"/>
                      <a:pt x="2" y="0"/>
                      <a:pt x="4" y="0"/>
                    </a:cubicBezTo>
                    <a:cubicBezTo>
                      <a:pt x="6" y="0"/>
                      <a:pt x="8" y="2"/>
                      <a:pt x="8" y="4"/>
                    </a:cubicBezTo>
                    <a:cubicBezTo>
                      <a:pt x="8" y="10"/>
                      <a:pt x="12" y="14"/>
                      <a:pt x="18" y="14"/>
                    </a:cubicBezTo>
                    <a:cubicBezTo>
                      <a:pt x="23" y="14"/>
                      <a:pt x="28" y="10"/>
                      <a:pt x="28" y="4"/>
                    </a:cubicBezTo>
                    <a:cubicBezTo>
                      <a:pt x="28" y="2"/>
                      <a:pt x="30" y="0"/>
                      <a:pt x="32" y="0"/>
                    </a:cubicBezTo>
                    <a:cubicBezTo>
                      <a:pt x="34" y="0"/>
                      <a:pt x="36" y="2"/>
                      <a:pt x="36" y="4"/>
                    </a:cubicBezTo>
                    <a:cubicBezTo>
                      <a:pt x="36" y="14"/>
                      <a:pt x="28" y="22"/>
                      <a:pt x="18" y="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176" name="文本框 175"/>
            <p:cNvSpPr txBox="1"/>
            <p:nvPr/>
          </p:nvSpPr>
          <p:spPr>
            <a:xfrm>
              <a:off x="9037606" y="3569356"/>
              <a:ext cx="933269" cy="584775"/>
            </a:xfrm>
            <a:prstGeom prst="rect">
              <a:avLst/>
            </a:prstGeom>
            <a:noFill/>
          </p:spPr>
          <p:txBody>
            <a:bodyPr wrap="none" rtlCol="0">
              <a:spAutoFit/>
            </a:bodyPr>
            <a:lstStyle/>
            <a:p>
              <a:r>
                <a:rPr lang="en-US" altLang="zh-CN" sz="3200" dirty="0">
                  <a:solidFill>
                    <a:srgbClr val="605E5E"/>
                  </a:solidFill>
                  <a:latin typeface="Impact" panose="020B0806030902050204" pitchFamily="34" charset="0"/>
                  <a:ea typeface="Arial Unicode MS" panose="020B0604020202020204" pitchFamily="34" charset="-122"/>
                  <a:cs typeface="Arial Unicode MS" panose="020B0604020202020204" pitchFamily="34" charset="-122"/>
                </a:rPr>
                <a:t>Title</a:t>
              </a:r>
              <a:endParaRPr lang="zh-CN" altLang="en-US" sz="3200" dirty="0">
                <a:solidFill>
                  <a:srgbClr val="605E5E"/>
                </a:solidFill>
                <a:latin typeface="Impact" panose="020B0806030902050204" pitchFamily="34" charset="0"/>
                <a:ea typeface="Arial Unicode MS" panose="020B0604020202020204" pitchFamily="34" charset="-122"/>
                <a:cs typeface="Arial Unicode MS" panose="020B0604020202020204" pitchFamily="34" charset="-122"/>
              </a:endParaRPr>
            </a:p>
          </p:txBody>
        </p:sp>
      </p:grpSp>
      <p:sp>
        <p:nvSpPr>
          <p:cNvPr id="71"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八项循环</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03351675"/>
      </p:ext>
    </p:extLst>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 name="Freeform 60"/>
          <p:cNvSpPr>
            <a:spLocks/>
          </p:cNvSpPr>
          <p:nvPr/>
        </p:nvSpPr>
        <p:spPr bwMode="auto">
          <a:xfrm>
            <a:off x="1007063" y="3889553"/>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 name="文本框 86"/>
          <p:cNvSpPr txBox="1"/>
          <p:nvPr/>
        </p:nvSpPr>
        <p:spPr>
          <a:xfrm>
            <a:off x="940214" y="4689154"/>
            <a:ext cx="4628737" cy="1421928"/>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网络</a:t>
            </a:r>
            <a:r>
              <a:rPr lang="en-US" altLang="zh-CN" dirty="0">
                <a:solidFill>
                  <a:prstClr val="black">
                    <a:lumMod val="65000"/>
                    <a:lumOff val="35000"/>
                  </a:prstClr>
                </a:solidFill>
                <a:latin typeface="微软雅黑" panose="020B0503020204020204" pitchFamily="34" charset="-122"/>
              </a:rPr>
              <a:t>EPS</a:t>
            </a:r>
            <a:r>
              <a:rPr lang="zh-CN" altLang="en-US" dirty="0">
                <a:solidFill>
                  <a:prstClr val="black">
                    <a:lumMod val="65000"/>
                    <a:lumOff val="35000"/>
                  </a:prstClr>
                </a:solidFill>
                <a:latin typeface="微软雅黑" panose="020B0503020204020204" pitchFamily="34" charset="-122"/>
              </a:rPr>
              <a:t>素材改编，颜色可更改；</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矢量图标可替换；</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可根据需要添加文字；</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可根据具体排版调整其大小。</a:t>
            </a:r>
            <a:endParaRPr lang="en-US" altLang="zh-CN" dirty="0">
              <a:solidFill>
                <a:prstClr val="black">
                  <a:lumMod val="65000"/>
                  <a:lumOff val="35000"/>
                </a:prstClr>
              </a:solidFill>
              <a:latin typeface="微软雅黑" panose="020B0503020204020204" pitchFamily="34" charset="-122"/>
            </a:endParaRPr>
          </a:p>
        </p:txBody>
      </p:sp>
      <p:sp>
        <p:nvSpPr>
          <p:cNvPr id="88" name="圆角矩形 87"/>
          <p:cNvSpPr/>
          <p:nvPr/>
        </p:nvSpPr>
        <p:spPr>
          <a:xfrm>
            <a:off x="1674755" y="4048838"/>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89" name="等腰三角形 88"/>
          <p:cNvSpPr/>
          <p:nvPr/>
        </p:nvSpPr>
        <p:spPr>
          <a:xfrm rot="16200000">
            <a:off x="1600123" y="4116382"/>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5" name="Freeform 5"/>
          <p:cNvSpPr>
            <a:spLocks/>
          </p:cNvSpPr>
          <p:nvPr/>
        </p:nvSpPr>
        <p:spPr bwMode="auto">
          <a:xfrm>
            <a:off x="6205659" y="107950"/>
            <a:ext cx="2357438" cy="1982788"/>
          </a:xfrm>
          <a:custGeom>
            <a:avLst/>
            <a:gdLst>
              <a:gd name="T0" fmla="*/ 1027 w 1027"/>
              <a:gd name="T1" fmla="*/ 612 h 864"/>
              <a:gd name="T2" fmla="*/ 1027 w 1027"/>
              <a:gd name="T3" fmla="*/ 0 h 864"/>
              <a:gd name="T4" fmla="*/ 0 w 1027"/>
              <a:gd name="T5" fmla="*/ 431 h 864"/>
              <a:gd name="T6" fmla="*/ 433 w 1027"/>
              <a:gd name="T7" fmla="*/ 864 h 864"/>
              <a:gd name="T8" fmla="*/ 1027 w 1027"/>
              <a:gd name="T9" fmla="*/ 612 h 864"/>
            </a:gdLst>
            <a:ahLst/>
            <a:cxnLst>
              <a:cxn ang="0">
                <a:pos x="T0" y="T1"/>
              </a:cxn>
              <a:cxn ang="0">
                <a:pos x="T2" y="T3"/>
              </a:cxn>
              <a:cxn ang="0">
                <a:pos x="T4" y="T5"/>
              </a:cxn>
              <a:cxn ang="0">
                <a:pos x="T6" y="T7"/>
              </a:cxn>
              <a:cxn ang="0">
                <a:pos x="T8" y="T9"/>
              </a:cxn>
            </a:cxnLst>
            <a:rect l="0" t="0" r="r" b="b"/>
            <a:pathLst>
              <a:path w="1027" h="864">
                <a:moveTo>
                  <a:pt x="1027" y="612"/>
                </a:moveTo>
                <a:cubicBezTo>
                  <a:pt x="1027" y="0"/>
                  <a:pt x="1027" y="0"/>
                  <a:pt x="1027" y="0"/>
                </a:cubicBezTo>
                <a:cubicBezTo>
                  <a:pt x="625" y="0"/>
                  <a:pt x="261" y="165"/>
                  <a:pt x="0" y="431"/>
                </a:cubicBezTo>
                <a:cubicBezTo>
                  <a:pt x="433" y="864"/>
                  <a:pt x="433" y="864"/>
                  <a:pt x="433" y="864"/>
                </a:cubicBezTo>
                <a:cubicBezTo>
                  <a:pt x="583" y="709"/>
                  <a:pt x="794" y="612"/>
                  <a:pt x="1027" y="612"/>
                </a:cubicBezTo>
                <a:close/>
              </a:path>
            </a:pathLst>
          </a:custGeom>
          <a:solidFill>
            <a:srgbClr val="A8BF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 name="Freeform 6"/>
          <p:cNvSpPr>
            <a:spLocks/>
          </p:cNvSpPr>
          <p:nvPr/>
        </p:nvSpPr>
        <p:spPr bwMode="auto">
          <a:xfrm>
            <a:off x="5257921" y="1096962"/>
            <a:ext cx="1941513" cy="2316163"/>
          </a:xfrm>
          <a:custGeom>
            <a:avLst/>
            <a:gdLst>
              <a:gd name="T0" fmla="*/ 735 w 846"/>
              <a:gd name="T1" fmla="*/ 322 h 1009"/>
              <a:gd name="T2" fmla="*/ 792 w 846"/>
              <a:gd name="T3" fmla="*/ 199 h 1009"/>
              <a:gd name="T4" fmla="*/ 630 w 846"/>
              <a:gd name="T5" fmla="*/ 37 h 1009"/>
              <a:gd name="T6" fmla="*/ 507 w 846"/>
              <a:gd name="T7" fmla="*/ 94 h 1009"/>
              <a:gd name="T8" fmla="*/ 413 w 846"/>
              <a:gd name="T9" fmla="*/ 0 h 1009"/>
              <a:gd name="T10" fmla="*/ 0 w 846"/>
              <a:gd name="T11" fmla="*/ 1009 h 1009"/>
              <a:gd name="T12" fmla="*/ 612 w 846"/>
              <a:gd name="T13" fmla="*/ 1009 h 1009"/>
              <a:gd name="T14" fmla="*/ 846 w 846"/>
              <a:gd name="T15" fmla="*/ 433 h 1009"/>
              <a:gd name="T16" fmla="*/ 735 w 846"/>
              <a:gd name="T17" fmla="*/ 322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46" h="1009">
                <a:moveTo>
                  <a:pt x="735" y="322"/>
                </a:moveTo>
                <a:cubicBezTo>
                  <a:pt x="770" y="293"/>
                  <a:pt x="792" y="249"/>
                  <a:pt x="792" y="199"/>
                </a:cubicBezTo>
                <a:cubicBezTo>
                  <a:pt x="792" y="110"/>
                  <a:pt x="720" y="37"/>
                  <a:pt x="630" y="37"/>
                </a:cubicBezTo>
                <a:cubicBezTo>
                  <a:pt x="581" y="37"/>
                  <a:pt x="537" y="59"/>
                  <a:pt x="507" y="94"/>
                </a:cubicBezTo>
                <a:cubicBezTo>
                  <a:pt x="413" y="0"/>
                  <a:pt x="413" y="0"/>
                  <a:pt x="413" y="0"/>
                </a:cubicBezTo>
                <a:cubicBezTo>
                  <a:pt x="158" y="260"/>
                  <a:pt x="0" y="616"/>
                  <a:pt x="0" y="1009"/>
                </a:cubicBezTo>
                <a:cubicBezTo>
                  <a:pt x="612" y="1009"/>
                  <a:pt x="612" y="1009"/>
                  <a:pt x="612" y="1009"/>
                </a:cubicBezTo>
                <a:cubicBezTo>
                  <a:pt x="612" y="785"/>
                  <a:pt x="701" y="582"/>
                  <a:pt x="846" y="433"/>
                </a:cubicBezTo>
                <a:lnTo>
                  <a:pt x="735" y="322"/>
                </a:lnTo>
                <a:close/>
              </a:path>
            </a:pathLst>
          </a:custGeom>
          <a:solidFill>
            <a:srgbClr val="F21D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 name="Freeform 7"/>
          <p:cNvSpPr>
            <a:spLocks/>
          </p:cNvSpPr>
          <p:nvPr/>
        </p:nvSpPr>
        <p:spPr bwMode="auto">
          <a:xfrm>
            <a:off x="5257921" y="3081337"/>
            <a:ext cx="1962150" cy="2670175"/>
          </a:xfrm>
          <a:custGeom>
            <a:avLst/>
            <a:gdLst>
              <a:gd name="T0" fmla="*/ 612 w 855"/>
              <a:gd name="T1" fmla="*/ 144 h 1163"/>
              <a:gd name="T2" fmla="*/ 467 w 855"/>
              <a:gd name="T3" fmla="*/ 144 h 1163"/>
              <a:gd name="T4" fmla="*/ 306 w 855"/>
              <a:gd name="T5" fmla="*/ 0 h 1163"/>
              <a:gd name="T6" fmla="*/ 145 w 855"/>
              <a:gd name="T7" fmla="*/ 144 h 1163"/>
              <a:gd name="T8" fmla="*/ 0 w 855"/>
              <a:gd name="T9" fmla="*/ 144 h 1163"/>
              <a:gd name="T10" fmla="*/ 422 w 855"/>
              <a:gd name="T11" fmla="*/ 1163 h 1163"/>
              <a:gd name="T12" fmla="*/ 855 w 855"/>
              <a:gd name="T13" fmla="*/ 730 h 1163"/>
              <a:gd name="T14" fmla="*/ 612 w 855"/>
              <a:gd name="T15" fmla="*/ 144 h 11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55" h="1163">
                <a:moveTo>
                  <a:pt x="612" y="144"/>
                </a:moveTo>
                <a:cubicBezTo>
                  <a:pt x="467" y="144"/>
                  <a:pt x="467" y="144"/>
                  <a:pt x="467" y="144"/>
                </a:cubicBezTo>
                <a:cubicBezTo>
                  <a:pt x="458" y="63"/>
                  <a:pt x="389" y="0"/>
                  <a:pt x="306" y="0"/>
                </a:cubicBezTo>
                <a:cubicBezTo>
                  <a:pt x="223" y="0"/>
                  <a:pt x="154" y="63"/>
                  <a:pt x="145" y="144"/>
                </a:cubicBezTo>
                <a:cubicBezTo>
                  <a:pt x="0" y="144"/>
                  <a:pt x="0" y="144"/>
                  <a:pt x="0" y="144"/>
                </a:cubicBezTo>
                <a:cubicBezTo>
                  <a:pt x="0" y="542"/>
                  <a:pt x="161" y="902"/>
                  <a:pt x="422" y="1163"/>
                </a:cubicBezTo>
                <a:cubicBezTo>
                  <a:pt x="855" y="730"/>
                  <a:pt x="855" y="730"/>
                  <a:pt x="855" y="730"/>
                </a:cubicBezTo>
                <a:cubicBezTo>
                  <a:pt x="705" y="580"/>
                  <a:pt x="612" y="373"/>
                  <a:pt x="612" y="144"/>
                </a:cubicBezTo>
                <a:close/>
              </a:path>
            </a:pathLst>
          </a:custGeom>
          <a:solidFill>
            <a:srgbClr val="0088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 name="Freeform 8"/>
          <p:cNvSpPr>
            <a:spLocks/>
          </p:cNvSpPr>
          <p:nvPr/>
        </p:nvSpPr>
        <p:spPr bwMode="auto">
          <a:xfrm>
            <a:off x="6226296" y="4757737"/>
            <a:ext cx="2336800" cy="1960563"/>
          </a:xfrm>
          <a:custGeom>
            <a:avLst/>
            <a:gdLst>
              <a:gd name="T0" fmla="*/ 433 w 1018"/>
              <a:gd name="T1" fmla="*/ 0 h 854"/>
              <a:gd name="T2" fmla="*/ 323 w 1018"/>
              <a:gd name="T3" fmla="*/ 110 h 854"/>
              <a:gd name="T4" fmla="*/ 208 w 1018"/>
              <a:gd name="T5" fmla="*/ 62 h 854"/>
              <a:gd name="T6" fmla="*/ 46 w 1018"/>
              <a:gd name="T7" fmla="*/ 224 h 854"/>
              <a:gd name="T8" fmla="*/ 94 w 1018"/>
              <a:gd name="T9" fmla="*/ 339 h 854"/>
              <a:gd name="T10" fmla="*/ 0 w 1018"/>
              <a:gd name="T11" fmla="*/ 433 h 854"/>
              <a:gd name="T12" fmla="*/ 1018 w 1018"/>
              <a:gd name="T13" fmla="*/ 854 h 854"/>
              <a:gd name="T14" fmla="*/ 1018 w 1018"/>
              <a:gd name="T15" fmla="*/ 242 h 854"/>
              <a:gd name="T16" fmla="*/ 433 w 1018"/>
              <a:gd name="T17" fmla="*/ 0 h 8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8" h="854">
                <a:moveTo>
                  <a:pt x="433" y="0"/>
                </a:moveTo>
                <a:cubicBezTo>
                  <a:pt x="323" y="110"/>
                  <a:pt x="323" y="110"/>
                  <a:pt x="323" y="110"/>
                </a:cubicBezTo>
                <a:cubicBezTo>
                  <a:pt x="293" y="80"/>
                  <a:pt x="253" y="62"/>
                  <a:pt x="208" y="62"/>
                </a:cubicBezTo>
                <a:cubicBezTo>
                  <a:pt x="119" y="62"/>
                  <a:pt x="46" y="135"/>
                  <a:pt x="46" y="224"/>
                </a:cubicBezTo>
                <a:cubicBezTo>
                  <a:pt x="46" y="269"/>
                  <a:pt x="64" y="310"/>
                  <a:pt x="94" y="339"/>
                </a:cubicBezTo>
                <a:cubicBezTo>
                  <a:pt x="0" y="433"/>
                  <a:pt x="0" y="433"/>
                  <a:pt x="0" y="433"/>
                </a:cubicBezTo>
                <a:cubicBezTo>
                  <a:pt x="260" y="693"/>
                  <a:pt x="620" y="854"/>
                  <a:pt x="1018" y="854"/>
                </a:cubicBezTo>
                <a:cubicBezTo>
                  <a:pt x="1018" y="242"/>
                  <a:pt x="1018" y="242"/>
                  <a:pt x="1018" y="242"/>
                </a:cubicBezTo>
                <a:cubicBezTo>
                  <a:pt x="789" y="242"/>
                  <a:pt x="582" y="150"/>
                  <a:pt x="433" y="0"/>
                </a:cubicBezTo>
                <a:close/>
              </a:path>
            </a:pathLst>
          </a:cu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 name="Freeform 9"/>
          <p:cNvSpPr>
            <a:spLocks/>
          </p:cNvSpPr>
          <p:nvPr/>
        </p:nvSpPr>
        <p:spPr bwMode="auto">
          <a:xfrm>
            <a:off x="8150346" y="4778375"/>
            <a:ext cx="2728913" cy="1939925"/>
          </a:xfrm>
          <a:custGeom>
            <a:avLst/>
            <a:gdLst>
              <a:gd name="T0" fmla="*/ 1189 w 1189"/>
              <a:gd name="T1" fmla="*/ 433 h 845"/>
              <a:gd name="T2" fmla="*/ 756 w 1189"/>
              <a:gd name="T3" fmla="*/ 0 h 845"/>
              <a:gd name="T4" fmla="*/ 180 w 1189"/>
              <a:gd name="T5" fmla="*/ 233 h 845"/>
              <a:gd name="T6" fmla="*/ 180 w 1189"/>
              <a:gd name="T7" fmla="*/ 378 h 845"/>
              <a:gd name="T8" fmla="*/ 162 w 1189"/>
              <a:gd name="T9" fmla="*/ 377 h 845"/>
              <a:gd name="T10" fmla="*/ 0 w 1189"/>
              <a:gd name="T11" fmla="*/ 539 h 845"/>
              <a:gd name="T12" fmla="*/ 162 w 1189"/>
              <a:gd name="T13" fmla="*/ 701 h 845"/>
              <a:gd name="T14" fmla="*/ 180 w 1189"/>
              <a:gd name="T15" fmla="*/ 700 h 845"/>
              <a:gd name="T16" fmla="*/ 180 w 1189"/>
              <a:gd name="T17" fmla="*/ 845 h 845"/>
              <a:gd name="T18" fmla="*/ 1189 w 1189"/>
              <a:gd name="T19" fmla="*/ 433 h 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89" h="845">
                <a:moveTo>
                  <a:pt x="1189" y="433"/>
                </a:moveTo>
                <a:cubicBezTo>
                  <a:pt x="756" y="0"/>
                  <a:pt x="756" y="0"/>
                  <a:pt x="756" y="0"/>
                </a:cubicBezTo>
                <a:cubicBezTo>
                  <a:pt x="607" y="144"/>
                  <a:pt x="404" y="233"/>
                  <a:pt x="180" y="233"/>
                </a:cubicBezTo>
                <a:cubicBezTo>
                  <a:pt x="180" y="378"/>
                  <a:pt x="180" y="378"/>
                  <a:pt x="180" y="378"/>
                </a:cubicBezTo>
                <a:cubicBezTo>
                  <a:pt x="174" y="378"/>
                  <a:pt x="168" y="377"/>
                  <a:pt x="162" y="377"/>
                </a:cubicBezTo>
                <a:cubicBezTo>
                  <a:pt x="73" y="377"/>
                  <a:pt x="0" y="450"/>
                  <a:pt x="0" y="539"/>
                </a:cubicBezTo>
                <a:cubicBezTo>
                  <a:pt x="0" y="629"/>
                  <a:pt x="73" y="701"/>
                  <a:pt x="162" y="701"/>
                </a:cubicBezTo>
                <a:cubicBezTo>
                  <a:pt x="168" y="701"/>
                  <a:pt x="174" y="701"/>
                  <a:pt x="180" y="700"/>
                </a:cubicBezTo>
                <a:cubicBezTo>
                  <a:pt x="180" y="845"/>
                  <a:pt x="180" y="845"/>
                  <a:pt x="180" y="845"/>
                </a:cubicBezTo>
                <a:cubicBezTo>
                  <a:pt x="573" y="845"/>
                  <a:pt x="929" y="688"/>
                  <a:pt x="1189" y="433"/>
                </a:cubicBezTo>
                <a:close/>
              </a:path>
            </a:pathLst>
          </a:custGeom>
          <a:solidFill>
            <a:srgbClr val="FBD50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 name="Freeform 10"/>
          <p:cNvSpPr>
            <a:spLocks/>
          </p:cNvSpPr>
          <p:nvPr/>
        </p:nvSpPr>
        <p:spPr bwMode="auto">
          <a:xfrm>
            <a:off x="9885484" y="3413125"/>
            <a:ext cx="1982788" cy="2359025"/>
          </a:xfrm>
          <a:custGeom>
            <a:avLst/>
            <a:gdLst>
              <a:gd name="T0" fmla="*/ 252 w 864"/>
              <a:gd name="T1" fmla="*/ 0 h 1028"/>
              <a:gd name="T2" fmla="*/ 0 w 864"/>
              <a:gd name="T3" fmla="*/ 595 h 1028"/>
              <a:gd name="T4" fmla="*/ 114 w 864"/>
              <a:gd name="T5" fmla="*/ 708 h 1028"/>
              <a:gd name="T6" fmla="*/ 36 w 864"/>
              <a:gd name="T7" fmla="*/ 846 h 1028"/>
              <a:gd name="T8" fmla="*/ 198 w 864"/>
              <a:gd name="T9" fmla="*/ 1008 h 1028"/>
              <a:gd name="T10" fmla="*/ 336 w 864"/>
              <a:gd name="T11" fmla="*/ 931 h 1028"/>
              <a:gd name="T12" fmla="*/ 433 w 864"/>
              <a:gd name="T13" fmla="*/ 1028 h 1028"/>
              <a:gd name="T14" fmla="*/ 864 w 864"/>
              <a:gd name="T15" fmla="*/ 0 h 1028"/>
              <a:gd name="T16" fmla="*/ 252 w 864"/>
              <a:gd name="T17" fmla="*/ 0 h 10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4" h="1028">
                <a:moveTo>
                  <a:pt x="252" y="0"/>
                </a:moveTo>
                <a:cubicBezTo>
                  <a:pt x="252" y="234"/>
                  <a:pt x="156" y="444"/>
                  <a:pt x="0" y="595"/>
                </a:cubicBezTo>
                <a:cubicBezTo>
                  <a:pt x="114" y="708"/>
                  <a:pt x="114" y="708"/>
                  <a:pt x="114" y="708"/>
                </a:cubicBezTo>
                <a:cubicBezTo>
                  <a:pt x="67" y="736"/>
                  <a:pt x="36" y="788"/>
                  <a:pt x="36" y="846"/>
                </a:cubicBezTo>
                <a:cubicBezTo>
                  <a:pt x="36" y="936"/>
                  <a:pt x="109" y="1008"/>
                  <a:pt x="198" y="1008"/>
                </a:cubicBezTo>
                <a:cubicBezTo>
                  <a:pt x="257" y="1008"/>
                  <a:pt x="308" y="977"/>
                  <a:pt x="336" y="931"/>
                </a:cubicBezTo>
                <a:cubicBezTo>
                  <a:pt x="433" y="1028"/>
                  <a:pt x="433" y="1028"/>
                  <a:pt x="433" y="1028"/>
                </a:cubicBezTo>
                <a:cubicBezTo>
                  <a:pt x="699" y="766"/>
                  <a:pt x="864" y="403"/>
                  <a:pt x="864" y="0"/>
                </a:cubicBezTo>
                <a:lnTo>
                  <a:pt x="252" y="0"/>
                </a:lnTo>
                <a:close/>
              </a:path>
            </a:pathLst>
          </a:custGeom>
          <a:solidFill>
            <a:srgbClr val="FF9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 name="Freeform 11"/>
          <p:cNvSpPr>
            <a:spLocks/>
          </p:cNvSpPr>
          <p:nvPr/>
        </p:nvSpPr>
        <p:spPr bwMode="auto">
          <a:xfrm>
            <a:off x="9907709" y="1076325"/>
            <a:ext cx="1960563" cy="2749550"/>
          </a:xfrm>
          <a:custGeom>
            <a:avLst/>
            <a:gdLst>
              <a:gd name="T0" fmla="*/ 854 w 854"/>
              <a:gd name="T1" fmla="*/ 1018 h 1198"/>
              <a:gd name="T2" fmla="*/ 432 w 854"/>
              <a:gd name="T3" fmla="*/ 0 h 1198"/>
              <a:gd name="T4" fmla="*/ 0 w 854"/>
              <a:gd name="T5" fmla="*/ 433 h 1198"/>
              <a:gd name="T6" fmla="*/ 242 w 854"/>
              <a:gd name="T7" fmla="*/ 1018 h 1198"/>
              <a:gd name="T8" fmla="*/ 387 w 854"/>
              <a:gd name="T9" fmla="*/ 1018 h 1198"/>
              <a:gd name="T10" fmla="*/ 386 w 854"/>
              <a:gd name="T11" fmla="*/ 1036 h 1198"/>
              <a:gd name="T12" fmla="*/ 548 w 854"/>
              <a:gd name="T13" fmla="*/ 1198 h 1198"/>
              <a:gd name="T14" fmla="*/ 710 w 854"/>
              <a:gd name="T15" fmla="*/ 1036 h 1198"/>
              <a:gd name="T16" fmla="*/ 709 w 854"/>
              <a:gd name="T17" fmla="*/ 1018 h 1198"/>
              <a:gd name="T18" fmla="*/ 854 w 854"/>
              <a:gd name="T19" fmla="*/ 1018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4" h="1198">
                <a:moveTo>
                  <a:pt x="854" y="1018"/>
                </a:moveTo>
                <a:cubicBezTo>
                  <a:pt x="854" y="621"/>
                  <a:pt x="693" y="261"/>
                  <a:pt x="432" y="0"/>
                </a:cubicBezTo>
                <a:cubicBezTo>
                  <a:pt x="0" y="433"/>
                  <a:pt x="0" y="433"/>
                  <a:pt x="0" y="433"/>
                </a:cubicBezTo>
                <a:cubicBezTo>
                  <a:pt x="149" y="583"/>
                  <a:pt x="242" y="790"/>
                  <a:pt x="242" y="1018"/>
                </a:cubicBezTo>
                <a:cubicBezTo>
                  <a:pt x="387" y="1018"/>
                  <a:pt x="387" y="1018"/>
                  <a:pt x="387" y="1018"/>
                </a:cubicBezTo>
                <a:cubicBezTo>
                  <a:pt x="386" y="1024"/>
                  <a:pt x="386" y="1030"/>
                  <a:pt x="386" y="1036"/>
                </a:cubicBezTo>
                <a:cubicBezTo>
                  <a:pt x="386" y="1126"/>
                  <a:pt x="459" y="1198"/>
                  <a:pt x="548" y="1198"/>
                </a:cubicBezTo>
                <a:cubicBezTo>
                  <a:pt x="638" y="1198"/>
                  <a:pt x="710" y="1126"/>
                  <a:pt x="710" y="1036"/>
                </a:cubicBezTo>
                <a:cubicBezTo>
                  <a:pt x="710" y="1030"/>
                  <a:pt x="710" y="1024"/>
                  <a:pt x="709" y="1018"/>
                </a:cubicBezTo>
                <a:lnTo>
                  <a:pt x="854" y="1018"/>
                </a:lnTo>
                <a:close/>
              </a:path>
            </a:pathLst>
          </a:custGeom>
          <a:solidFill>
            <a:srgbClr val="00AA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 name="Freeform 12"/>
          <p:cNvSpPr>
            <a:spLocks/>
          </p:cNvSpPr>
          <p:nvPr/>
        </p:nvSpPr>
        <p:spPr bwMode="auto">
          <a:xfrm>
            <a:off x="8563096" y="107950"/>
            <a:ext cx="2336800" cy="1962150"/>
          </a:xfrm>
          <a:custGeom>
            <a:avLst/>
            <a:gdLst>
              <a:gd name="T0" fmla="*/ 905 w 1018"/>
              <a:gd name="T1" fmla="*/ 535 h 855"/>
              <a:gd name="T2" fmla="*/ 1018 w 1018"/>
              <a:gd name="T3" fmla="*/ 422 h 855"/>
              <a:gd name="T4" fmla="*/ 0 w 1018"/>
              <a:gd name="T5" fmla="*/ 0 h 855"/>
              <a:gd name="T6" fmla="*/ 0 w 1018"/>
              <a:gd name="T7" fmla="*/ 612 h 855"/>
              <a:gd name="T8" fmla="*/ 586 w 1018"/>
              <a:gd name="T9" fmla="*/ 855 h 855"/>
              <a:gd name="T10" fmla="*/ 679 w 1018"/>
              <a:gd name="T11" fmla="*/ 761 h 855"/>
              <a:gd name="T12" fmla="*/ 810 w 1018"/>
              <a:gd name="T13" fmla="*/ 828 h 855"/>
              <a:gd name="T14" fmla="*/ 972 w 1018"/>
              <a:gd name="T15" fmla="*/ 666 h 855"/>
              <a:gd name="T16" fmla="*/ 905 w 1018"/>
              <a:gd name="T17" fmla="*/ 535 h 8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8" h="855">
                <a:moveTo>
                  <a:pt x="905" y="535"/>
                </a:moveTo>
                <a:cubicBezTo>
                  <a:pt x="1018" y="422"/>
                  <a:pt x="1018" y="422"/>
                  <a:pt x="1018" y="422"/>
                </a:cubicBezTo>
                <a:cubicBezTo>
                  <a:pt x="758" y="162"/>
                  <a:pt x="398" y="0"/>
                  <a:pt x="0" y="0"/>
                </a:cubicBezTo>
                <a:cubicBezTo>
                  <a:pt x="0" y="612"/>
                  <a:pt x="0" y="612"/>
                  <a:pt x="0" y="612"/>
                </a:cubicBezTo>
                <a:cubicBezTo>
                  <a:pt x="229" y="612"/>
                  <a:pt x="436" y="705"/>
                  <a:pt x="586" y="855"/>
                </a:cubicBezTo>
                <a:cubicBezTo>
                  <a:pt x="679" y="761"/>
                  <a:pt x="679" y="761"/>
                  <a:pt x="679" y="761"/>
                </a:cubicBezTo>
                <a:cubicBezTo>
                  <a:pt x="708" y="802"/>
                  <a:pt x="756" y="828"/>
                  <a:pt x="810" y="828"/>
                </a:cubicBezTo>
                <a:cubicBezTo>
                  <a:pt x="900" y="828"/>
                  <a:pt x="972" y="756"/>
                  <a:pt x="972" y="666"/>
                </a:cubicBezTo>
                <a:cubicBezTo>
                  <a:pt x="972" y="612"/>
                  <a:pt x="946" y="565"/>
                  <a:pt x="905" y="535"/>
                </a:cubicBezTo>
                <a:close/>
              </a:path>
            </a:pathLst>
          </a:custGeom>
          <a:solidFill>
            <a:srgbClr val="F41C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 name="Oval 13"/>
          <p:cNvSpPr>
            <a:spLocks noChangeArrowheads="1"/>
          </p:cNvSpPr>
          <p:nvPr/>
        </p:nvSpPr>
        <p:spPr bwMode="auto">
          <a:xfrm>
            <a:off x="8232896" y="411162"/>
            <a:ext cx="742950" cy="742950"/>
          </a:xfrm>
          <a:prstGeom prst="ellipse">
            <a:avLst/>
          </a:prstGeom>
          <a:solidFill>
            <a:srgbClr val="A8BF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 name="Freeform 565"/>
          <p:cNvSpPr>
            <a:spLocks noEditPoints="1"/>
          </p:cNvSpPr>
          <p:nvPr/>
        </p:nvSpPr>
        <p:spPr bwMode="auto">
          <a:xfrm>
            <a:off x="10564354" y="4187603"/>
            <a:ext cx="703263" cy="733425"/>
          </a:xfrm>
          <a:custGeom>
            <a:avLst/>
            <a:gdLst>
              <a:gd name="T0" fmla="*/ 461 w 515"/>
              <a:gd name="T1" fmla="*/ 120 h 537"/>
              <a:gd name="T2" fmla="*/ 461 w 515"/>
              <a:gd name="T3" fmla="*/ 114 h 537"/>
              <a:gd name="T4" fmla="*/ 464 w 515"/>
              <a:gd name="T5" fmla="*/ 103 h 537"/>
              <a:gd name="T6" fmla="*/ 469 w 515"/>
              <a:gd name="T7" fmla="*/ 119 h 537"/>
              <a:gd name="T8" fmla="*/ 514 w 515"/>
              <a:gd name="T9" fmla="*/ 153 h 537"/>
              <a:gd name="T10" fmla="*/ 514 w 515"/>
              <a:gd name="T11" fmla="*/ 154 h 537"/>
              <a:gd name="T12" fmla="*/ 477 w 515"/>
              <a:gd name="T13" fmla="*/ 167 h 537"/>
              <a:gd name="T14" fmla="*/ 464 w 515"/>
              <a:gd name="T15" fmla="*/ 204 h 537"/>
              <a:gd name="T16" fmla="*/ 452 w 515"/>
              <a:gd name="T17" fmla="*/ 166 h 537"/>
              <a:gd name="T18" fmla="*/ 414 w 515"/>
              <a:gd name="T19" fmla="*/ 154 h 537"/>
              <a:gd name="T20" fmla="*/ 414 w 515"/>
              <a:gd name="T21" fmla="*/ 153 h 537"/>
              <a:gd name="T22" fmla="*/ 457 w 515"/>
              <a:gd name="T23" fmla="*/ 127 h 537"/>
              <a:gd name="T24" fmla="*/ 460 w 515"/>
              <a:gd name="T25" fmla="*/ 119 h 537"/>
              <a:gd name="T26" fmla="*/ 453 w 515"/>
              <a:gd name="T27" fmla="*/ 141 h 537"/>
              <a:gd name="T28" fmla="*/ 417 w 515"/>
              <a:gd name="T29" fmla="*/ 88 h 537"/>
              <a:gd name="T30" fmla="*/ 353 w 515"/>
              <a:gd name="T31" fmla="*/ 110 h 537"/>
              <a:gd name="T32" fmla="*/ 333 w 515"/>
              <a:gd name="T33" fmla="*/ 173 h 537"/>
              <a:gd name="T34" fmla="*/ 330 w 515"/>
              <a:gd name="T35" fmla="*/ 173 h 537"/>
              <a:gd name="T36" fmla="*/ 310 w 515"/>
              <a:gd name="T37" fmla="*/ 109 h 537"/>
              <a:gd name="T38" fmla="*/ 246 w 515"/>
              <a:gd name="T39" fmla="*/ 88 h 537"/>
              <a:gd name="T40" fmla="*/ 246 w 515"/>
              <a:gd name="T41" fmla="*/ 85 h 537"/>
              <a:gd name="T42" fmla="*/ 311 w 515"/>
              <a:gd name="T43" fmla="*/ 65 h 537"/>
              <a:gd name="T44" fmla="*/ 330 w 515"/>
              <a:gd name="T45" fmla="*/ 1 h 537"/>
              <a:gd name="T46" fmla="*/ 333 w 515"/>
              <a:gd name="T47" fmla="*/ 1 h 537"/>
              <a:gd name="T48" fmla="*/ 353 w 515"/>
              <a:gd name="T49" fmla="*/ 64 h 537"/>
              <a:gd name="T50" fmla="*/ 417 w 515"/>
              <a:gd name="T51" fmla="*/ 85 h 537"/>
              <a:gd name="T52" fmla="*/ 417 w 515"/>
              <a:gd name="T53" fmla="*/ 88 h 537"/>
              <a:gd name="T54" fmla="*/ 155 w 515"/>
              <a:gd name="T55" fmla="*/ 99 h 537"/>
              <a:gd name="T56" fmla="*/ 215 w 515"/>
              <a:gd name="T57" fmla="*/ 371 h 537"/>
              <a:gd name="T58" fmla="*/ 463 w 515"/>
              <a:gd name="T59" fmla="*/ 438 h 537"/>
              <a:gd name="T60" fmla="*/ 467 w 515"/>
              <a:gd name="T61" fmla="*/ 444 h 537"/>
              <a:gd name="T62" fmla="*/ 265 w 515"/>
              <a:gd name="T63" fmla="*/ 537 h 537"/>
              <a:gd name="T64" fmla="*/ 0 w 515"/>
              <a:gd name="T65" fmla="*/ 272 h 537"/>
              <a:gd name="T66" fmla="*/ 197 w 515"/>
              <a:gd name="T67" fmla="*/ 15 h 537"/>
              <a:gd name="T68" fmla="*/ 201 w 515"/>
              <a:gd name="T69" fmla="*/ 21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5" h="537">
                <a:moveTo>
                  <a:pt x="453" y="141"/>
                </a:moveTo>
                <a:cubicBezTo>
                  <a:pt x="456" y="138"/>
                  <a:pt x="458" y="131"/>
                  <a:pt x="461" y="120"/>
                </a:cubicBezTo>
                <a:cubicBezTo>
                  <a:pt x="464" y="104"/>
                  <a:pt x="464" y="104"/>
                  <a:pt x="464" y="104"/>
                </a:cubicBezTo>
                <a:cubicBezTo>
                  <a:pt x="464" y="107"/>
                  <a:pt x="463" y="111"/>
                  <a:pt x="461" y="114"/>
                </a:cubicBezTo>
                <a:cubicBezTo>
                  <a:pt x="463" y="103"/>
                  <a:pt x="463" y="103"/>
                  <a:pt x="463" y="103"/>
                </a:cubicBezTo>
                <a:cubicBezTo>
                  <a:pt x="463" y="103"/>
                  <a:pt x="464" y="103"/>
                  <a:pt x="464" y="103"/>
                </a:cubicBezTo>
                <a:cubicBezTo>
                  <a:pt x="465" y="103"/>
                  <a:pt x="465" y="103"/>
                  <a:pt x="465" y="103"/>
                </a:cubicBezTo>
                <a:cubicBezTo>
                  <a:pt x="469" y="119"/>
                  <a:pt x="469" y="119"/>
                  <a:pt x="469" y="119"/>
                </a:cubicBezTo>
                <a:cubicBezTo>
                  <a:pt x="471" y="130"/>
                  <a:pt x="474" y="137"/>
                  <a:pt x="477" y="140"/>
                </a:cubicBezTo>
                <a:cubicBezTo>
                  <a:pt x="482" y="145"/>
                  <a:pt x="494" y="149"/>
                  <a:pt x="514" y="153"/>
                </a:cubicBezTo>
                <a:cubicBezTo>
                  <a:pt x="515" y="154"/>
                  <a:pt x="515" y="154"/>
                  <a:pt x="515" y="154"/>
                </a:cubicBezTo>
                <a:cubicBezTo>
                  <a:pt x="514" y="154"/>
                  <a:pt x="514" y="154"/>
                  <a:pt x="514" y="154"/>
                </a:cubicBezTo>
                <a:cubicBezTo>
                  <a:pt x="498" y="158"/>
                  <a:pt x="498" y="158"/>
                  <a:pt x="498" y="158"/>
                </a:cubicBezTo>
                <a:cubicBezTo>
                  <a:pt x="487" y="161"/>
                  <a:pt x="480" y="164"/>
                  <a:pt x="477" y="167"/>
                </a:cubicBezTo>
                <a:cubicBezTo>
                  <a:pt x="472" y="171"/>
                  <a:pt x="468" y="184"/>
                  <a:pt x="465" y="203"/>
                </a:cubicBezTo>
                <a:cubicBezTo>
                  <a:pt x="464" y="204"/>
                  <a:pt x="464" y="204"/>
                  <a:pt x="464" y="204"/>
                </a:cubicBezTo>
                <a:cubicBezTo>
                  <a:pt x="463" y="203"/>
                  <a:pt x="463" y="203"/>
                  <a:pt x="463" y="203"/>
                </a:cubicBezTo>
                <a:cubicBezTo>
                  <a:pt x="460" y="183"/>
                  <a:pt x="456" y="171"/>
                  <a:pt x="452" y="166"/>
                </a:cubicBezTo>
                <a:cubicBezTo>
                  <a:pt x="449" y="164"/>
                  <a:pt x="442" y="161"/>
                  <a:pt x="430" y="158"/>
                </a:cubicBezTo>
                <a:cubicBezTo>
                  <a:pt x="414" y="154"/>
                  <a:pt x="414" y="154"/>
                  <a:pt x="414" y="154"/>
                </a:cubicBezTo>
                <a:cubicBezTo>
                  <a:pt x="413" y="154"/>
                  <a:pt x="413" y="154"/>
                  <a:pt x="414" y="154"/>
                </a:cubicBezTo>
                <a:cubicBezTo>
                  <a:pt x="414" y="153"/>
                  <a:pt x="414" y="153"/>
                  <a:pt x="414" y="153"/>
                </a:cubicBezTo>
                <a:cubicBezTo>
                  <a:pt x="435" y="150"/>
                  <a:pt x="448" y="146"/>
                  <a:pt x="452" y="141"/>
                </a:cubicBezTo>
                <a:cubicBezTo>
                  <a:pt x="454" y="139"/>
                  <a:pt x="456" y="134"/>
                  <a:pt x="457" y="127"/>
                </a:cubicBezTo>
                <a:moveTo>
                  <a:pt x="461" y="114"/>
                </a:moveTo>
                <a:cubicBezTo>
                  <a:pt x="460" y="119"/>
                  <a:pt x="460" y="119"/>
                  <a:pt x="460" y="119"/>
                </a:cubicBezTo>
                <a:cubicBezTo>
                  <a:pt x="460" y="122"/>
                  <a:pt x="459" y="125"/>
                  <a:pt x="457" y="127"/>
                </a:cubicBezTo>
                <a:cubicBezTo>
                  <a:pt x="457" y="134"/>
                  <a:pt x="455" y="139"/>
                  <a:pt x="453" y="141"/>
                </a:cubicBezTo>
                <a:cubicBezTo>
                  <a:pt x="458" y="128"/>
                  <a:pt x="461" y="119"/>
                  <a:pt x="461" y="114"/>
                </a:cubicBezTo>
                <a:moveTo>
                  <a:pt x="417" y="88"/>
                </a:moveTo>
                <a:cubicBezTo>
                  <a:pt x="389" y="94"/>
                  <a:pt x="389" y="94"/>
                  <a:pt x="389" y="94"/>
                </a:cubicBezTo>
                <a:cubicBezTo>
                  <a:pt x="370" y="99"/>
                  <a:pt x="358" y="105"/>
                  <a:pt x="353" y="110"/>
                </a:cubicBezTo>
                <a:cubicBezTo>
                  <a:pt x="348" y="114"/>
                  <a:pt x="343" y="126"/>
                  <a:pt x="338" y="145"/>
                </a:cubicBezTo>
                <a:cubicBezTo>
                  <a:pt x="333" y="173"/>
                  <a:pt x="333" y="173"/>
                  <a:pt x="333" y="173"/>
                </a:cubicBezTo>
                <a:cubicBezTo>
                  <a:pt x="331" y="174"/>
                  <a:pt x="331" y="174"/>
                  <a:pt x="331" y="174"/>
                </a:cubicBezTo>
                <a:cubicBezTo>
                  <a:pt x="330" y="174"/>
                  <a:pt x="330" y="173"/>
                  <a:pt x="330" y="173"/>
                </a:cubicBezTo>
                <a:cubicBezTo>
                  <a:pt x="329" y="164"/>
                  <a:pt x="327" y="154"/>
                  <a:pt x="325" y="145"/>
                </a:cubicBezTo>
                <a:cubicBezTo>
                  <a:pt x="320" y="126"/>
                  <a:pt x="315" y="114"/>
                  <a:pt x="310" y="109"/>
                </a:cubicBezTo>
                <a:cubicBezTo>
                  <a:pt x="305" y="104"/>
                  <a:pt x="293" y="99"/>
                  <a:pt x="274" y="94"/>
                </a:cubicBezTo>
                <a:cubicBezTo>
                  <a:pt x="246" y="88"/>
                  <a:pt x="246" y="88"/>
                  <a:pt x="246" y="88"/>
                </a:cubicBezTo>
                <a:cubicBezTo>
                  <a:pt x="245" y="87"/>
                  <a:pt x="245" y="87"/>
                  <a:pt x="245" y="87"/>
                </a:cubicBezTo>
                <a:cubicBezTo>
                  <a:pt x="245" y="86"/>
                  <a:pt x="245" y="85"/>
                  <a:pt x="246" y="85"/>
                </a:cubicBezTo>
                <a:cubicBezTo>
                  <a:pt x="274" y="80"/>
                  <a:pt x="274" y="80"/>
                  <a:pt x="274" y="80"/>
                </a:cubicBezTo>
                <a:cubicBezTo>
                  <a:pt x="294" y="75"/>
                  <a:pt x="306" y="70"/>
                  <a:pt x="311" y="65"/>
                </a:cubicBezTo>
                <a:cubicBezTo>
                  <a:pt x="316" y="60"/>
                  <a:pt x="320" y="48"/>
                  <a:pt x="325" y="29"/>
                </a:cubicBezTo>
                <a:cubicBezTo>
                  <a:pt x="330" y="1"/>
                  <a:pt x="330" y="1"/>
                  <a:pt x="330" y="1"/>
                </a:cubicBezTo>
                <a:cubicBezTo>
                  <a:pt x="330" y="0"/>
                  <a:pt x="330" y="0"/>
                  <a:pt x="331" y="0"/>
                </a:cubicBezTo>
                <a:cubicBezTo>
                  <a:pt x="332" y="0"/>
                  <a:pt x="333" y="0"/>
                  <a:pt x="333" y="1"/>
                </a:cubicBezTo>
                <a:cubicBezTo>
                  <a:pt x="339" y="28"/>
                  <a:pt x="339" y="28"/>
                  <a:pt x="339" y="28"/>
                </a:cubicBezTo>
                <a:cubicBezTo>
                  <a:pt x="343" y="47"/>
                  <a:pt x="348" y="59"/>
                  <a:pt x="353" y="64"/>
                </a:cubicBezTo>
                <a:cubicBezTo>
                  <a:pt x="358" y="69"/>
                  <a:pt x="370" y="74"/>
                  <a:pt x="389" y="79"/>
                </a:cubicBezTo>
                <a:cubicBezTo>
                  <a:pt x="417" y="85"/>
                  <a:pt x="417" y="85"/>
                  <a:pt x="417" y="85"/>
                </a:cubicBezTo>
                <a:cubicBezTo>
                  <a:pt x="418" y="85"/>
                  <a:pt x="418" y="86"/>
                  <a:pt x="418" y="87"/>
                </a:cubicBezTo>
                <a:cubicBezTo>
                  <a:pt x="417" y="88"/>
                  <a:pt x="417" y="88"/>
                  <a:pt x="417" y="88"/>
                </a:cubicBezTo>
                <a:moveTo>
                  <a:pt x="201" y="21"/>
                </a:moveTo>
                <a:cubicBezTo>
                  <a:pt x="181" y="44"/>
                  <a:pt x="166" y="70"/>
                  <a:pt x="155" y="99"/>
                </a:cubicBezTo>
                <a:cubicBezTo>
                  <a:pt x="144" y="128"/>
                  <a:pt x="139" y="158"/>
                  <a:pt x="139" y="188"/>
                </a:cubicBezTo>
                <a:cubicBezTo>
                  <a:pt x="139" y="260"/>
                  <a:pt x="164" y="321"/>
                  <a:pt x="215" y="371"/>
                </a:cubicBezTo>
                <a:cubicBezTo>
                  <a:pt x="265" y="422"/>
                  <a:pt x="326" y="447"/>
                  <a:pt x="397" y="447"/>
                </a:cubicBezTo>
                <a:cubicBezTo>
                  <a:pt x="420" y="447"/>
                  <a:pt x="442" y="444"/>
                  <a:pt x="463" y="438"/>
                </a:cubicBezTo>
                <a:cubicBezTo>
                  <a:pt x="475" y="435"/>
                  <a:pt x="475" y="435"/>
                  <a:pt x="475" y="435"/>
                </a:cubicBezTo>
                <a:cubicBezTo>
                  <a:pt x="467" y="444"/>
                  <a:pt x="467" y="444"/>
                  <a:pt x="467" y="444"/>
                </a:cubicBezTo>
                <a:cubicBezTo>
                  <a:pt x="442" y="474"/>
                  <a:pt x="412" y="497"/>
                  <a:pt x="376" y="513"/>
                </a:cubicBezTo>
                <a:cubicBezTo>
                  <a:pt x="341" y="529"/>
                  <a:pt x="304" y="537"/>
                  <a:pt x="265" y="537"/>
                </a:cubicBezTo>
                <a:cubicBezTo>
                  <a:pt x="192" y="537"/>
                  <a:pt x="130" y="511"/>
                  <a:pt x="77" y="459"/>
                </a:cubicBezTo>
                <a:cubicBezTo>
                  <a:pt x="26" y="407"/>
                  <a:pt x="0" y="345"/>
                  <a:pt x="0" y="272"/>
                </a:cubicBezTo>
                <a:cubicBezTo>
                  <a:pt x="0" y="211"/>
                  <a:pt x="18" y="157"/>
                  <a:pt x="55" y="110"/>
                </a:cubicBezTo>
                <a:cubicBezTo>
                  <a:pt x="92" y="62"/>
                  <a:pt x="139" y="30"/>
                  <a:pt x="197" y="15"/>
                </a:cubicBezTo>
                <a:cubicBezTo>
                  <a:pt x="209" y="12"/>
                  <a:pt x="209" y="12"/>
                  <a:pt x="209" y="12"/>
                </a:cubicBezTo>
                <a:cubicBezTo>
                  <a:pt x="201" y="21"/>
                  <a:pt x="201" y="21"/>
                  <a:pt x="201" y="21"/>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 name="Freeform 566"/>
          <p:cNvSpPr>
            <a:spLocks noEditPoints="1"/>
          </p:cNvSpPr>
          <p:nvPr/>
        </p:nvSpPr>
        <p:spPr bwMode="auto">
          <a:xfrm>
            <a:off x="8975846" y="5585644"/>
            <a:ext cx="728663" cy="534988"/>
          </a:xfrm>
          <a:custGeom>
            <a:avLst/>
            <a:gdLst>
              <a:gd name="T0" fmla="*/ 450 w 534"/>
              <a:gd name="T1" fmla="*/ 79 h 392"/>
              <a:gd name="T2" fmla="*/ 439 w 534"/>
              <a:gd name="T3" fmla="*/ 106 h 392"/>
              <a:gd name="T4" fmla="*/ 435 w 534"/>
              <a:gd name="T5" fmla="*/ 126 h 392"/>
              <a:gd name="T6" fmla="*/ 431 w 534"/>
              <a:gd name="T7" fmla="*/ 106 h 392"/>
              <a:gd name="T8" fmla="*/ 420 w 534"/>
              <a:gd name="T9" fmla="*/ 78 h 392"/>
              <a:gd name="T10" fmla="*/ 393 w 534"/>
              <a:gd name="T11" fmla="*/ 67 h 392"/>
              <a:gd name="T12" fmla="*/ 372 w 534"/>
              <a:gd name="T13" fmla="*/ 63 h 392"/>
              <a:gd name="T14" fmla="*/ 393 w 534"/>
              <a:gd name="T15" fmla="*/ 59 h 392"/>
              <a:gd name="T16" fmla="*/ 421 w 534"/>
              <a:gd name="T17" fmla="*/ 47 h 392"/>
              <a:gd name="T18" fmla="*/ 431 w 534"/>
              <a:gd name="T19" fmla="*/ 20 h 392"/>
              <a:gd name="T20" fmla="*/ 435 w 534"/>
              <a:gd name="T21" fmla="*/ 0 h 392"/>
              <a:gd name="T22" fmla="*/ 440 w 534"/>
              <a:gd name="T23" fmla="*/ 20 h 392"/>
              <a:gd name="T24" fmla="*/ 450 w 534"/>
              <a:gd name="T25" fmla="*/ 47 h 392"/>
              <a:gd name="T26" fmla="*/ 478 w 534"/>
              <a:gd name="T27" fmla="*/ 59 h 392"/>
              <a:gd name="T28" fmla="*/ 498 w 534"/>
              <a:gd name="T29" fmla="*/ 63 h 392"/>
              <a:gd name="T30" fmla="*/ 478 w 534"/>
              <a:gd name="T31" fmla="*/ 67 h 392"/>
              <a:gd name="T32" fmla="*/ 450 w 534"/>
              <a:gd name="T33" fmla="*/ 79 h 392"/>
              <a:gd name="T34" fmla="*/ 303 w 534"/>
              <a:gd name="T35" fmla="*/ 70 h 392"/>
              <a:gd name="T36" fmla="*/ 291 w 534"/>
              <a:gd name="T37" fmla="*/ 127 h 392"/>
              <a:gd name="T38" fmla="*/ 347 w 534"/>
              <a:gd name="T39" fmla="*/ 155 h 392"/>
              <a:gd name="T40" fmla="*/ 384 w 534"/>
              <a:gd name="T41" fmla="*/ 226 h 392"/>
              <a:gd name="T42" fmla="*/ 415 w 534"/>
              <a:gd name="T43" fmla="*/ 247 h 392"/>
              <a:gd name="T44" fmla="*/ 428 w 534"/>
              <a:gd name="T45" fmla="*/ 284 h 392"/>
              <a:gd name="T46" fmla="*/ 416 w 534"/>
              <a:gd name="T47" fmla="*/ 320 h 392"/>
              <a:gd name="T48" fmla="*/ 484 w 534"/>
              <a:gd name="T49" fmla="*/ 331 h 392"/>
              <a:gd name="T50" fmla="*/ 534 w 534"/>
              <a:gd name="T51" fmla="*/ 325 h 392"/>
              <a:gd name="T52" fmla="*/ 469 w 534"/>
              <a:gd name="T53" fmla="*/ 375 h 392"/>
              <a:gd name="T54" fmla="*/ 354 w 534"/>
              <a:gd name="T55" fmla="*/ 391 h 392"/>
              <a:gd name="T56" fmla="*/ 251 w 534"/>
              <a:gd name="T57" fmla="*/ 356 h 392"/>
              <a:gd name="T58" fmla="*/ 209 w 534"/>
              <a:gd name="T59" fmla="*/ 357 h 392"/>
              <a:gd name="T60" fmla="*/ 108 w 534"/>
              <a:gd name="T61" fmla="*/ 353 h 392"/>
              <a:gd name="T62" fmla="*/ 40 w 534"/>
              <a:gd name="T63" fmla="*/ 343 h 392"/>
              <a:gd name="T64" fmla="*/ 11 w 534"/>
              <a:gd name="T65" fmla="*/ 327 h 392"/>
              <a:gd name="T66" fmla="*/ 0 w 534"/>
              <a:gd name="T67" fmla="*/ 297 h 392"/>
              <a:gd name="T68" fmla="*/ 13 w 534"/>
              <a:gd name="T69" fmla="*/ 264 h 392"/>
              <a:gd name="T70" fmla="*/ 46 w 534"/>
              <a:gd name="T71" fmla="*/ 250 h 392"/>
              <a:gd name="T72" fmla="*/ 62 w 534"/>
              <a:gd name="T73" fmla="*/ 253 h 392"/>
              <a:gd name="T74" fmla="*/ 91 w 534"/>
              <a:gd name="T75" fmla="*/ 199 h 392"/>
              <a:gd name="T76" fmla="*/ 148 w 534"/>
              <a:gd name="T77" fmla="*/ 178 h 392"/>
              <a:gd name="T78" fmla="*/ 174 w 534"/>
              <a:gd name="T79" fmla="*/ 182 h 392"/>
              <a:gd name="T80" fmla="*/ 191 w 534"/>
              <a:gd name="T81" fmla="*/ 160 h 392"/>
              <a:gd name="T82" fmla="*/ 234 w 534"/>
              <a:gd name="T83" fmla="*/ 81 h 392"/>
              <a:gd name="T84" fmla="*/ 337 w 534"/>
              <a:gd name="T85" fmla="*/ 12 h 392"/>
              <a:gd name="T86" fmla="*/ 303 w 534"/>
              <a:gd name="T87" fmla="*/ 70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4" h="392">
                <a:moveTo>
                  <a:pt x="450" y="79"/>
                </a:moveTo>
                <a:cubicBezTo>
                  <a:pt x="447" y="83"/>
                  <a:pt x="443" y="92"/>
                  <a:pt x="439" y="106"/>
                </a:cubicBezTo>
                <a:cubicBezTo>
                  <a:pt x="435" y="126"/>
                  <a:pt x="435" y="126"/>
                  <a:pt x="435" y="126"/>
                </a:cubicBezTo>
                <a:cubicBezTo>
                  <a:pt x="434" y="120"/>
                  <a:pt x="433" y="113"/>
                  <a:pt x="431" y="106"/>
                </a:cubicBezTo>
                <a:cubicBezTo>
                  <a:pt x="428" y="91"/>
                  <a:pt x="424" y="82"/>
                  <a:pt x="420" y="78"/>
                </a:cubicBezTo>
                <a:cubicBezTo>
                  <a:pt x="416" y="75"/>
                  <a:pt x="407" y="71"/>
                  <a:pt x="393" y="67"/>
                </a:cubicBezTo>
                <a:cubicBezTo>
                  <a:pt x="372" y="63"/>
                  <a:pt x="372" y="63"/>
                  <a:pt x="372" y="63"/>
                </a:cubicBezTo>
                <a:cubicBezTo>
                  <a:pt x="393" y="59"/>
                  <a:pt x="393" y="59"/>
                  <a:pt x="393" y="59"/>
                </a:cubicBezTo>
                <a:cubicBezTo>
                  <a:pt x="408" y="56"/>
                  <a:pt x="417" y="52"/>
                  <a:pt x="421" y="47"/>
                </a:cubicBezTo>
                <a:cubicBezTo>
                  <a:pt x="425" y="44"/>
                  <a:pt x="428" y="35"/>
                  <a:pt x="431" y="20"/>
                </a:cubicBezTo>
                <a:cubicBezTo>
                  <a:pt x="435" y="0"/>
                  <a:pt x="435" y="0"/>
                  <a:pt x="435" y="0"/>
                </a:cubicBezTo>
                <a:cubicBezTo>
                  <a:pt x="436" y="6"/>
                  <a:pt x="438" y="13"/>
                  <a:pt x="440" y="20"/>
                </a:cubicBezTo>
                <a:cubicBezTo>
                  <a:pt x="443" y="34"/>
                  <a:pt x="447" y="43"/>
                  <a:pt x="450" y="47"/>
                </a:cubicBezTo>
                <a:cubicBezTo>
                  <a:pt x="454" y="51"/>
                  <a:pt x="463" y="55"/>
                  <a:pt x="478" y="59"/>
                </a:cubicBezTo>
                <a:cubicBezTo>
                  <a:pt x="498" y="63"/>
                  <a:pt x="498" y="63"/>
                  <a:pt x="498" y="63"/>
                </a:cubicBezTo>
                <a:cubicBezTo>
                  <a:pt x="478" y="67"/>
                  <a:pt x="478" y="67"/>
                  <a:pt x="478" y="67"/>
                </a:cubicBezTo>
                <a:cubicBezTo>
                  <a:pt x="463" y="71"/>
                  <a:pt x="454" y="75"/>
                  <a:pt x="450" y="79"/>
                </a:cubicBezTo>
                <a:moveTo>
                  <a:pt x="303" y="70"/>
                </a:moveTo>
                <a:cubicBezTo>
                  <a:pt x="296" y="88"/>
                  <a:pt x="292" y="108"/>
                  <a:pt x="291" y="127"/>
                </a:cubicBezTo>
                <a:cubicBezTo>
                  <a:pt x="312" y="131"/>
                  <a:pt x="331" y="140"/>
                  <a:pt x="347" y="155"/>
                </a:cubicBezTo>
                <a:cubicBezTo>
                  <a:pt x="369" y="174"/>
                  <a:pt x="381" y="197"/>
                  <a:pt x="384" y="226"/>
                </a:cubicBezTo>
                <a:cubicBezTo>
                  <a:pt x="397" y="229"/>
                  <a:pt x="407" y="237"/>
                  <a:pt x="415" y="247"/>
                </a:cubicBezTo>
                <a:cubicBezTo>
                  <a:pt x="424" y="258"/>
                  <a:pt x="428" y="270"/>
                  <a:pt x="428" y="284"/>
                </a:cubicBezTo>
                <a:cubicBezTo>
                  <a:pt x="428" y="297"/>
                  <a:pt x="424" y="309"/>
                  <a:pt x="416" y="320"/>
                </a:cubicBezTo>
                <a:cubicBezTo>
                  <a:pt x="437" y="328"/>
                  <a:pt x="460" y="331"/>
                  <a:pt x="484" y="331"/>
                </a:cubicBezTo>
                <a:cubicBezTo>
                  <a:pt x="501" y="331"/>
                  <a:pt x="517" y="329"/>
                  <a:pt x="534" y="325"/>
                </a:cubicBezTo>
                <a:cubicBezTo>
                  <a:pt x="516" y="346"/>
                  <a:pt x="494" y="363"/>
                  <a:pt x="469" y="375"/>
                </a:cubicBezTo>
                <a:cubicBezTo>
                  <a:pt x="443" y="387"/>
                  <a:pt x="405" y="392"/>
                  <a:pt x="354" y="391"/>
                </a:cubicBezTo>
                <a:cubicBezTo>
                  <a:pt x="316" y="390"/>
                  <a:pt x="282" y="378"/>
                  <a:pt x="251" y="356"/>
                </a:cubicBezTo>
                <a:cubicBezTo>
                  <a:pt x="209" y="357"/>
                  <a:pt x="209" y="357"/>
                  <a:pt x="209" y="357"/>
                </a:cubicBezTo>
                <a:cubicBezTo>
                  <a:pt x="108" y="353"/>
                  <a:pt x="108" y="353"/>
                  <a:pt x="108" y="353"/>
                </a:cubicBezTo>
                <a:cubicBezTo>
                  <a:pt x="78" y="350"/>
                  <a:pt x="56" y="347"/>
                  <a:pt x="40" y="343"/>
                </a:cubicBezTo>
                <a:cubicBezTo>
                  <a:pt x="29" y="341"/>
                  <a:pt x="19" y="336"/>
                  <a:pt x="11" y="327"/>
                </a:cubicBezTo>
                <a:cubicBezTo>
                  <a:pt x="4" y="319"/>
                  <a:pt x="0" y="308"/>
                  <a:pt x="0" y="297"/>
                </a:cubicBezTo>
                <a:cubicBezTo>
                  <a:pt x="0" y="284"/>
                  <a:pt x="4" y="273"/>
                  <a:pt x="13" y="264"/>
                </a:cubicBezTo>
                <a:cubicBezTo>
                  <a:pt x="22" y="255"/>
                  <a:pt x="33" y="250"/>
                  <a:pt x="46" y="250"/>
                </a:cubicBezTo>
                <a:cubicBezTo>
                  <a:pt x="52" y="250"/>
                  <a:pt x="57" y="251"/>
                  <a:pt x="62" y="253"/>
                </a:cubicBezTo>
                <a:cubicBezTo>
                  <a:pt x="65" y="232"/>
                  <a:pt x="74" y="214"/>
                  <a:pt x="91" y="199"/>
                </a:cubicBezTo>
                <a:cubicBezTo>
                  <a:pt x="107" y="185"/>
                  <a:pt x="126" y="178"/>
                  <a:pt x="148" y="178"/>
                </a:cubicBezTo>
                <a:cubicBezTo>
                  <a:pt x="157" y="178"/>
                  <a:pt x="166" y="179"/>
                  <a:pt x="174" y="182"/>
                </a:cubicBezTo>
                <a:cubicBezTo>
                  <a:pt x="179" y="174"/>
                  <a:pt x="185" y="166"/>
                  <a:pt x="191" y="160"/>
                </a:cubicBezTo>
                <a:cubicBezTo>
                  <a:pt x="201" y="130"/>
                  <a:pt x="215" y="104"/>
                  <a:pt x="234" y="81"/>
                </a:cubicBezTo>
                <a:cubicBezTo>
                  <a:pt x="261" y="46"/>
                  <a:pt x="295" y="23"/>
                  <a:pt x="337" y="12"/>
                </a:cubicBezTo>
                <a:cubicBezTo>
                  <a:pt x="322" y="30"/>
                  <a:pt x="311" y="49"/>
                  <a:pt x="303" y="7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 name="Freeform 567"/>
          <p:cNvSpPr>
            <a:spLocks/>
          </p:cNvSpPr>
          <p:nvPr/>
        </p:nvSpPr>
        <p:spPr bwMode="auto">
          <a:xfrm>
            <a:off x="7643679" y="1804420"/>
            <a:ext cx="1818197" cy="3183557"/>
          </a:xfrm>
          <a:custGeom>
            <a:avLst/>
            <a:gdLst>
              <a:gd name="T0" fmla="*/ 99 w 265"/>
              <a:gd name="T1" fmla="*/ 204 h 464"/>
              <a:gd name="T2" fmla="*/ 265 w 265"/>
              <a:gd name="T3" fmla="*/ 178 h 464"/>
              <a:gd name="T4" fmla="*/ 23 w 265"/>
              <a:gd name="T5" fmla="*/ 464 h 464"/>
              <a:gd name="T6" fmla="*/ 149 w 265"/>
              <a:gd name="T7" fmla="*/ 253 h 464"/>
              <a:gd name="T8" fmla="*/ 0 w 265"/>
              <a:gd name="T9" fmla="*/ 273 h 464"/>
              <a:gd name="T10" fmla="*/ 127 w 265"/>
              <a:gd name="T11" fmla="*/ 58 h 464"/>
              <a:gd name="T12" fmla="*/ 241 w 265"/>
              <a:gd name="T13" fmla="*/ 0 h 464"/>
              <a:gd name="T14" fmla="*/ 99 w 265"/>
              <a:gd name="T15" fmla="*/ 204 h 4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5" h="464">
                <a:moveTo>
                  <a:pt x="99" y="204"/>
                </a:moveTo>
                <a:lnTo>
                  <a:pt x="265" y="178"/>
                </a:lnTo>
                <a:lnTo>
                  <a:pt x="23" y="464"/>
                </a:lnTo>
                <a:lnTo>
                  <a:pt x="149" y="253"/>
                </a:lnTo>
                <a:lnTo>
                  <a:pt x="0" y="273"/>
                </a:lnTo>
                <a:lnTo>
                  <a:pt x="127" y="58"/>
                </a:lnTo>
                <a:lnTo>
                  <a:pt x="241" y="0"/>
                </a:lnTo>
                <a:lnTo>
                  <a:pt x="99" y="204"/>
                </a:lnTo>
                <a:close/>
              </a:path>
            </a:pathLst>
          </a:custGeom>
          <a:solidFill>
            <a:srgbClr val="3A3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 name="Freeform 570"/>
          <p:cNvSpPr>
            <a:spLocks noEditPoints="1"/>
          </p:cNvSpPr>
          <p:nvPr/>
        </p:nvSpPr>
        <p:spPr bwMode="auto">
          <a:xfrm>
            <a:off x="10876878" y="2414305"/>
            <a:ext cx="727075" cy="512763"/>
          </a:xfrm>
          <a:custGeom>
            <a:avLst/>
            <a:gdLst>
              <a:gd name="T0" fmla="*/ 533 w 533"/>
              <a:gd name="T1" fmla="*/ 194 h 375"/>
              <a:gd name="T2" fmla="*/ 50 w 533"/>
              <a:gd name="T3" fmla="*/ 152 h 375"/>
              <a:gd name="T4" fmla="*/ 144 w 533"/>
              <a:gd name="T5" fmla="*/ 69 h 375"/>
              <a:gd name="T6" fmla="*/ 234 w 533"/>
              <a:gd name="T7" fmla="*/ 0 h 375"/>
              <a:gd name="T8" fmla="*/ 359 w 533"/>
              <a:gd name="T9" fmla="*/ 24 h 375"/>
              <a:gd name="T10" fmla="*/ 446 w 533"/>
              <a:gd name="T11" fmla="*/ 92 h 375"/>
              <a:gd name="T12" fmla="*/ 502 w 533"/>
              <a:gd name="T13" fmla="*/ 145 h 375"/>
              <a:gd name="T14" fmla="*/ 325 w 533"/>
              <a:gd name="T15" fmla="*/ 239 h 375"/>
              <a:gd name="T16" fmla="*/ 325 w 533"/>
              <a:gd name="T17" fmla="*/ 266 h 375"/>
              <a:gd name="T18" fmla="*/ 344 w 533"/>
              <a:gd name="T19" fmla="*/ 281 h 375"/>
              <a:gd name="T20" fmla="*/ 325 w 533"/>
              <a:gd name="T21" fmla="*/ 304 h 375"/>
              <a:gd name="T22" fmla="*/ 310 w 533"/>
              <a:gd name="T23" fmla="*/ 281 h 375"/>
              <a:gd name="T24" fmla="*/ 284 w 533"/>
              <a:gd name="T25" fmla="*/ 277 h 375"/>
              <a:gd name="T26" fmla="*/ 287 w 533"/>
              <a:gd name="T27" fmla="*/ 250 h 375"/>
              <a:gd name="T28" fmla="*/ 314 w 533"/>
              <a:gd name="T29" fmla="*/ 258 h 375"/>
              <a:gd name="T30" fmla="*/ 133 w 533"/>
              <a:gd name="T31" fmla="*/ 315 h 375"/>
              <a:gd name="T32" fmla="*/ 144 w 533"/>
              <a:gd name="T33" fmla="*/ 341 h 375"/>
              <a:gd name="T34" fmla="*/ 118 w 533"/>
              <a:gd name="T35" fmla="*/ 349 h 375"/>
              <a:gd name="T36" fmla="*/ 106 w 533"/>
              <a:gd name="T37" fmla="*/ 375 h 375"/>
              <a:gd name="T38" fmla="*/ 83 w 533"/>
              <a:gd name="T39" fmla="*/ 360 h 375"/>
              <a:gd name="T40" fmla="*/ 99 w 533"/>
              <a:gd name="T41" fmla="*/ 337 h 375"/>
              <a:gd name="T42" fmla="*/ 91 w 533"/>
              <a:gd name="T43" fmla="*/ 311 h 375"/>
              <a:gd name="T44" fmla="*/ 122 w 533"/>
              <a:gd name="T45" fmla="*/ 307 h 375"/>
              <a:gd name="T46" fmla="*/ 212 w 533"/>
              <a:gd name="T47" fmla="*/ 269 h 375"/>
              <a:gd name="T48" fmla="*/ 189 w 533"/>
              <a:gd name="T49" fmla="*/ 277 h 375"/>
              <a:gd name="T50" fmla="*/ 178 w 533"/>
              <a:gd name="T51" fmla="*/ 304 h 375"/>
              <a:gd name="T52" fmla="*/ 155 w 533"/>
              <a:gd name="T53" fmla="*/ 288 h 375"/>
              <a:gd name="T54" fmla="*/ 171 w 533"/>
              <a:gd name="T55" fmla="*/ 269 h 375"/>
              <a:gd name="T56" fmla="*/ 163 w 533"/>
              <a:gd name="T57" fmla="*/ 242 h 375"/>
              <a:gd name="T58" fmla="*/ 189 w 533"/>
              <a:gd name="T59" fmla="*/ 239 h 375"/>
              <a:gd name="T60" fmla="*/ 189 w 533"/>
              <a:gd name="T61" fmla="*/ 266 h 375"/>
              <a:gd name="T62" fmla="*/ 253 w 533"/>
              <a:gd name="T63" fmla="*/ 337 h 375"/>
              <a:gd name="T64" fmla="*/ 276 w 533"/>
              <a:gd name="T65" fmla="*/ 352 h 375"/>
              <a:gd name="T66" fmla="*/ 253 w 533"/>
              <a:gd name="T67" fmla="*/ 372 h 375"/>
              <a:gd name="T68" fmla="*/ 238 w 533"/>
              <a:gd name="T69" fmla="*/ 349 h 375"/>
              <a:gd name="T70" fmla="*/ 212 w 533"/>
              <a:gd name="T71" fmla="*/ 349 h 375"/>
              <a:gd name="T72" fmla="*/ 216 w 533"/>
              <a:gd name="T73" fmla="*/ 318 h 375"/>
              <a:gd name="T74" fmla="*/ 242 w 533"/>
              <a:gd name="T75" fmla="*/ 330 h 375"/>
              <a:gd name="T76" fmla="*/ 265 w 533"/>
              <a:gd name="T77" fmla="*/ 31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33" h="375">
                <a:moveTo>
                  <a:pt x="498" y="160"/>
                </a:moveTo>
                <a:cubicBezTo>
                  <a:pt x="519" y="165"/>
                  <a:pt x="530" y="176"/>
                  <a:pt x="533" y="194"/>
                </a:cubicBezTo>
                <a:cubicBezTo>
                  <a:pt x="0" y="194"/>
                  <a:pt x="0" y="194"/>
                  <a:pt x="0" y="194"/>
                </a:cubicBezTo>
                <a:cubicBezTo>
                  <a:pt x="13" y="168"/>
                  <a:pt x="30" y="154"/>
                  <a:pt x="50" y="152"/>
                </a:cubicBezTo>
                <a:cubicBezTo>
                  <a:pt x="50" y="94"/>
                  <a:pt x="75" y="65"/>
                  <a:pt x="125" y="65"/>
                </a:cubicBezTo>
                <a:cubicBezTo>
                  <a:pt x="144" y="69"/>
                  <a:pt x="144" y="69"/>
                  <a:pt x="144" y="69"/>
                </a:cubicBezTo>
                <a:cubicBezTo>
                  <a:pt x="149" y="46"/>
                  <a:pt x="160" y="30"/>
                  <a:pt x="178" y="20"/>
                </a:cubicBezTo>
                <a:cubicBezTo>
                  <a:pt x="196" y="7"/>
                  <a:pt x="214" y="0"/>
                  <a:pt x="234" y="0"/>
                </a:cubicBezTo>
                <a:cubicBezTo>
                  <a:pt x="262" y="0"/>
                  <a:pt x="289" y="12"/>
                  <a:pt x="314" y="35"/>
                </a:cubicBezTo>
                <a:cubicBezTo>
                  <a:pt x="359" y="24"/>
                  <a:pt x="359" y="24"/>
                  <a:pt x="359" y="24"/>
                </a:cubicBezTo>
                <a:cubicBezTo>
                  <a:pt x="405" y="24"/>
                  <a:pt x="429" y="47"/>
                  <a:pt x="431" y="95"/>
                </a:cubicBezTo>
                <a:cubicBezTo>
                  <a:pt x="446" y="92"/>
                  <a:pt x="446" y="92"/>
                  <a:pt x="446" y="92"/>
                </a:cubicBezTo>
                <a:cubicBezTo>
                  <a:pt x="487" y="107"/>
                  <a:pt x="487" y="107"/>
                  <a:pt x="487" y="107"/>
                </a:cubicBezTo>
                <a:cubicBezTo>
                  <a:pt x="497" y="122"/>
                  <a:pt x="502" y="135"/>
                  <a:pt x="502" y="145"/>
                </a:cubicBezTo>
                <a:cubicBezTo>
                  <a:pt x="502" y="152"/>
                  <a:pt x="501" y="157"/>
                  <a:pt x="498" y="160"/>
                </a:cubicBezTo>
                <a:moveTo>
                  <a:pt x="325" y="239"/>
                </a:moveTo>
                <a:cubicBezTo>
                  <a:pt x="337" y="246"/>
                  <a:pt x="337" y="246"/>
                  <a:pt x="337" y="246"/>
                </a:cubicBezTo>
                <a:cubicBezTo>
                  <a:pt x="325" y="266"/>
                  <a:pt x="325" y="266"/>
                  <a:pt x="325" y="266"/>
                </a:cubicBezTo>
                <a:cubicBezTo>
                  <a:pt x="348" y="269"/>
                  <a:pt x="348" y="269"/>
                  <a:pt x="348" y="269"/>
                </a:cubicBezTo>
                <a:cubicBezTo>
                  <a:pt x="344" y="281"/>
                  <a:pt x="344" y="281"/>
                  <a:pt x="344" y="281"/>
                </a:cubicBezTo>
                <a:cubicBezTo>
                  <a:pt x="321" y="277"/>
                  <a:pt x="321" y="277"/>
                  <a:pt x="321" y="277"/>
                </a:cubicBezTo>
                <a:cubicBezTo>
                  <a:pt x="325" y="304"/>
                  <a:pt x="325" y="304"/>
                  <a:pt x="325" y="304"/>
                </a:cubicBezTo>
                <a:cubicBezTo>
                  <a:pt x="310" y="304"/>
                  <a:pt x="310" y="304"/>
                  <a:pt x="310" y="304"/>
                </a:cubicBezTo>
                <a:cubicBezTo>
                  <a:pt x="310" y="281"/>
                  <a:pt x="310" y="281"/>
                  <a:pt x="310" y="281"/>
                </a:cubicBezTo>
                <a:cubicBezTo>
                  <a:pt x="287" y="288"/>
                  <a:pt x="287" y="288"/>
                  <a:pt x="287" y="288"/>
                </a:cubicBezTo>
                <a:cubicBezTo>
                  <a:pt x="284" y="277"/>
                  <a:pt x="284" y="277"/>
                  <a:pt x="284" y="277"/>
                </a:cubicBezTo>
                <a:cubicBezTo>
                  <a:pt x="307" y="269"/>
                  <a:pt x="307" y="269"/>
                  <a:pt x="307" y="269"/>
                </a:cubicBezTo>
                <a:cubicBezTo>
                  <a:pt x="287" y="250"/>
                  <a:pt x="287" y="250"/>
                  <a:pt x="287" y="250"/>
                </a:cubicBezTo>
                <a:cubicBezTo>
                  <a:pt x="299" y="242"/>
                  <a:pt x="299" y="242"/>
                  <a:pt x="299" y="242"/>
                </a:cubicBezTo>
                <a:cubicBezTo>
                  <a:pt x="314" y="258"/>
                  <a:pt x="314" y="258"/>
                  <a:pt x="314" y="258"/>
                </a:cubicBezTo>
                <a:cubicBezTo>
                  <a:pt x="325" y="239"/>
                  <a:pt x="325" y="239"/>
                  <a:pt x="325" y="239"/>
                </a:cubicBezTo>
                <a:moveTo>
                  <a:pt x="133" y="315"/>
                </a:moveTo>
                <a:cubicBezTo>
                  <a:pt x="122" y="337"/>
                  <a:pt x="122" y="337"/>
                  <a:pt x="122" y="337"/>
                </a:cubicBezTo>
                <a:cubicBezTo>
                  <a:pt x="144" y="341"/>
                  <a:pt x="144" y="341"/>
                  <a:pt x="144" y="341"/>
                </a:cubicBezTo>
                <a:cubicBezTo>
                  <a:pt x="140" y="352"/>
                  <a:pt x="140" y="352"/>
                  <a:pt x="140" y="352"/>
                </a:cubicBezTo>
                <a:cubicBezTo>
                  <a:pt x="118" y="349"/>
                  <a:pt x="118" y="349"/>
                  <a:pt x="118" y="349"/>
                </a:cubicBezTo>
                <a:cubicBezTo>
                  <a:pt x="122" y="372"/>
                  <a:pt x="122" y="372"/>
                  <a:pt x="122" y="372"/>
                </a:cubicBezTo>
                <a:cubicBezTo>
                  <a:pt x="106" y="375"/>
                  <a:pt x="106" y="375"/>
                  <a:pt x="106" y="375"/>
                </a:cubicBezTo>
                <a:cubicBezTo>
                  <a:pt x="106" y="349"/>
                  <a:pt x="106" y="349"/>
                  <a:pt x="106" y="349"/>
                </a:cubicBezTo>
                <a:cubicBezTo>
                  <a:pt x="83" y="360"/>
                  <a:pt x="83" y="360"/>
                  <a:pt x="83" y="360"/>
                </a:cubicBezTo>
                <a:cubicBezTo>
                  <a:pt x="80" y="349"/>
                  <a:pt x="80" y="349"/>
                  <a:pt x="80" y="349"/>
                </a:cubicBezTo>
                <a:cubicBezTo>
                  <a:pt x="99" y="337"/>
                  <a:pt x="99" y="337"/>
                  <a:pt x="99" y="337"/>
                </a:cubicBezTo>
                <a:cubicBezTo>
                  <a:pt x="83" y="318"/>
                  <a:pt x="83" y="318"/>
                  <a:pt x="83" y="318"/>
                </a:cubicBezTo>
                <a:cubicBezTo>
                  <a:pt x="91" y="311"/>
                  <a:pt x="91" y="311"/>
                  <a:pt x="91" y="311"/>
                </a:cubicBezTo>
                <a:cubicBezTo>
                  <a:pt x="110" y="330"/>
                  <a:pt x="110" y="330"/>
                  <a:pt x="110" y="330"/>
                </a:cubicBezTo>
                <a:cubicBezTo>
                  <a:pt x="122" y="307"/>
                  <a:pt x="122" y="307"/>
                  <a:pt x="122" y="307"/>
                </a:cubicBezTo>
                <a:cubicBezTo>
                  <a:pt x="133" y="315"/>
                  <a:pt x="133" y="315"/>
                  <a:pt x="133" y="315"/>
                </a:cubicBezTo>
                <a:moveTo>
                  <a:pt x="212" y="269"/>
                </a:moveTo>
                <a:cubicBezTo>
                  <a:pt x="212" y="281"/>
                  <a:pt x="212" y="281"/>
                  <a:pt x="212" y="281"/>
                </a:cubicBezTo>
                <a:cubicBezTo>
                  <a:pt x="189" y="277"/>
                  <a:pt x="189" y="277"/>
                  <a:pt x="189" y="277"/>
                </a:cubicBezTo>
                <a:cubicBezTo>
                  <a:pt x="189" y="304"/>
                  <a:pt x="189" y="304"/>
                  <a:pt x="189" y="304"/>
                </a:cubicBezTo>
                <a:cubicBezTo>
                  <a:pt x="178" y="304"/>
                  <a:pt x="178" y="304"/>
                  <a:pt x="178" y="304"/>
                </a:cubicBezTo>
                <a:cubicBezTo>
                  <a:pt x="175" y="281"/>
                  <a:pt x="175" y="281"/>
                  <a:pt x="175" y="281"/>
                </a:cubicBezTo>
                <a:cubicBezTo>
                  <a:pt x="155" y="288"/>
                  <a:pt x="155" y="288"/>
                  <a:pt x="155" y="288"/>
                </a:cubicBezTo>
                <a:cubicBezTo>
                  <a:pt x="148" y="277"/>
                  <a:pt x="148" y="277"/>
                  <a:pt x="148" y="277"/>
                </a:cubicBezTo>
                <a:cubicBezTo>
                  <a:pt x="171" y="269"/>
                  <a:pt x="171" y="269"/>
                  <a:pt x="171" y="269"/>
                </a:cubicBezTo>
                <a:cubicBezTo>
                  <a:pt x="155" y="250"/>
                  <a:pt x="155" y="250"/>
                  <a:pt x="155" y="250"/>
                </a:cubicBezTo>
                <a:cubicBezTo>
                  <a:pt x="163" y="242"/>
                  <a:pt x="163" y="242"/>
                  <a:pt x="163" y="242"/>
                </a:cubicBezTo>
                <a:cubicBezTo>
                  <a:pt x="178" y="258"/>
                  <a:pt x="178" y="258"/>
                  <a:pt x="178" y="258"/>
                </a:cubicBezTo>
                <a:cubicBezTo>
                  <a:pt x="189" y="239"/>
                  <a:pt x="189" y="239"/>
                  <a:pt x="189" y="239"/>
                </a:cubicBezTo>
                <a:cubicBezTo>
                  <a:pt x="201" y="246"/>
                  <a:pt x="201" y="246"/>
                  <a:pt x="201" y="246"/>
                </a:cubicBezTo>
                <a:cubicBezTo>
                  <a:pt x="189" y="266"/>
                  <a:pt x="189" y="266"/>
                  <a:pt x="189" y="266"/>
                </a:cubicBezTo>
                <a:cubicBezTo>
                  <a:pt x="212" y="269"/>
                  <a:pt x="212" y="269"/>
                  <a:pt x="212" y="269"/>
                </a:cubicBezTo>
                <a:moveTo>
                  <a:pt x="253" y="337"/>
                </a:moveTo>
                <a:cubicBezTo>
                  <a:pt x="276" y="341"/>
                  <a:pt x="276" y="341"/>
                  <a:pt x="276" y="341"/>
                </a:cubicBezTo>
                <a:cubicBezTo>
                  <a:pt x="276" y="352"/>
                  <a:pt x="276" y="352"/>
                  <a:pt x="276" y="352"/>
                </a:cubicBezTo>
                <a:cubicBezTo>
                  <a:pt x="253" y="349"/>
                  <a:pt x="253" y="349"/>
                  <a:pt x="253" y="349"/>
                </a:cubicBezTo>
                <a:cubicBezTo>
                  <a:pt x="253" y="372"/>
                  <a:pt x="253" y="372"/>
                  <a:pt x="253" y="372"/>
                </a:cubicBezTo>
                <a:cubicBezTo>
                  <a:pt x="242" y="375"/>
                  <a:pt x="242" y="375"/>
                  <a:pt x="242" y="375"/>
                </a:cubicBezTo>
                <a:cubicBezTo>
                  <a:pt x="238" y="349"/>
                  <a:pt x="238" y="349"/>
                  <a:pt x="238" y="349"/>
                </a:cubicBezTo>
                <a:cubicBezTo>
                  <a:pt x="216" y="360"/>
                  <a:pt x="216" y="360"/>
                  <a:pt x="216" y="360"/>
                </a:cubicBezTo>
                <a:cubicBezTo>
                  <a:pt x="212" y="349"/>
                  <a:pt x="212" y="349"/>
                  <a:pt x="212" y="349"/>
                </a:cubicBezTo>
                <a:cubicBezTo>
                  <a:pt x="234" y="337"/>
                  <a:pt x="234" y="337"/>
                  <a:pt x="234" y="337"/>
                </a:cubicBezTo>
                <a:cubicBezTo>
                  <a:pt x="216" y="318"/>
                  <a:pt x="216" y="318"/>
                  <a:pt x="216" y="318"/>
                </a:cubicBezTo>
                <a:cubicBezTo>
                  <a:pt x="227" y="311"/>
                  <a:pt x="227" y="311"/>
                  <a:pt x="227" y="311"/>
                </a:cubicBezTo>
                <a:cubicBezTo>
                  <a:pt x="242" y="330"/>
                  <a:pt x="242" y="330"/>
                  <a:pt x="242" y="330"/>
                </a:cubicBezTo>
                <a:cubicBezTo>
                  <a:pt x="253" y="307"/>
                  <a:pt x="253" y="307"/>
                  <a:pt x="253" y="307"/>
                </a:cubicBezTo>
                <a:cubicBezTo>
                  <a:pt x="265" y="315"/>
                  <a:pt x="265" y="315"/>
                  <a:pt x="265" y="315"/>
                </a:cubicBezTo>
                <a:cubicBezTo>
                  <a:pt x="253" y="337"/>
                  <a:pt x="253" y="337"/>
                  <a:pt x="253" y="337"/>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 name="Freeform 571"/>
          <p:cNvSpPr>
            <a:spLocks noEditPoints="1"/>
          </p:cNvSpPr>
          <p:nvPr/>
        </p:nvSpPr>
        <p:spPr bwMode="auto">
          <a:xfrm>
            <a:off x="5767643" y="1993601"/>
            <a:ext cx="902094" cy="672682"/>
          </a:xfrm>
          <a:custGeom>
            <a:avLst/>
            <a:gdLst>
              <a:gd name="T0" fmla="*/ 505 w 540"/>
              <a:gd name="T1" fmla="*/ 161 h 402"/>
              <a:gd name="T2" fmla="*/ 540 w 540"/>
              <a:gd name="T3" fmla="*/ 196 h 402"/>
              <a:gd name="T4" fmla="*/ 0 w 540"/>
              <a:gd name="T5" fmla="*/ 196 h 402"/>
              <a:gd name="T6" fmla="*/ 51 w 540"/>
              <a:gd name="T7" fmla="*/ 154 h 402"/>
              <a:gd name="T8" fmla="*/ 127 w 540"/>
              <a:gd name="T9" fmla="*/ 65 h 402"/>
              <a:gd name="T10" fmla="*/ 146 w 540"/>
              <a:gd name="T11" fmla="*/ 69 h 402"/>
              <a:gd name="T12" fmla="*/ 181 w 540"/>
              <a:gd name="T13" fmla="*/ 19 h 402"/>
              <a:gd name="T14" fmla="*/ 238 w 540"/>
              <a:gd name="T15" fmla="*/ 0 h 402"/>
              <a:gd name="T16" fmla="*/ 318 w 540"/>
              <a:gd name="T17" fmla="*/ 34 h 402"/>
              <a:gd name="T18" fmla="*/ 364 w 540"/>
              <a:gd name="T19" fmla="*/ 23 h 402"/>
              <a:gd name="T20" fmla="*/ 437 w 540"/>
              <a:gd name="T21" fmla="*/ 96 h 402"/>
              <a:gd name="T22" fmla="*/ 452 w 540"/>
              <a:gd name="T23" fmla="*/ 92 h 402"/>
              <a:gd name="T24" fmla="*/ 494 w 540"/>
              <a:gd name="T25" fmla="*/ 107 h 402"/>
              <a:gd name="T26" fmla="*/ 509 w 540"/>
              <a:gd name="T27" fmla="*/ 146 h 402"/>
              <a:gd name="T28" fmla="*/ 505 w 540"/>
              <a:gd name="T29" fmla="*/ 161 h 402"/>
              <a:gd name="T30" fmla="*/ 284 w 540"/>
              <a:gd name="T31" fmla="*/ 226 h 402"/>
              <a:gd name="T32" fmla="*/ 253 w 540"/>
              <a:gd name="T33" fmla="*/ 276 h 402"/>
              <a:gd name="T34" fmla="*/ 311 w 540"/>
              <a:gd name="T35" fmla="*/ 287 h 402"/>
              <a:gd name="T36" fmla="*/ 215 w 540"/>
              <a:gd name="T37" fmla="*/ 402 h 402"/>
              <a:gd name="T38" fmla="*/ 245 w 540"/>
              <a:gd name="T39" fmla="*/ 314 h 402"/>
              <a:gd name="T40" fmla="*/ 188 w 540"/>
              <a:gd name="T41" fmla="*/ 299 h 402"/>
              <a:gd name="T42" fmla="*/ 234 w 540"/>
              <a:gd name="T43" fmla="*/ 226 h 402"/>
              <a:gd name="T44" fmla="*/ 284 w 540"/>
              <a:gd name="T45" fmla="*/ 226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40" h="402">
                <a:moveTo>
                  <a:pt x="505" y="161"/>
                </a:moveTo>
                <a:cubicBezTo>
                  <a:pt x="526" y="168"/>
                  <a:pt x="537" y="180"/>
                  <a:pt x="540" y="196"/>
                </a:cubicBezTo>
                <a:cubicBezTo>
                  <a:pt x="0" y="196"/>
                  <a:pt x="0" y="196"/>
                  <a:pt x="0" y="196"/>
                </a:cubicBezTo>
                <a:cubicBezTo>
                  <a:pt x="13" y="170"/>
                  <a:pt x="30" y="156"/>
                  <a:pt x="51" y="154"/>
                </a:cubicBezTo>
                <a:cubicBezTo>
                  <a:pt x="51" y="95"/>
                  <a:pt x="76" y="65"/>
                  <a:pt x="127" y="65"/>
                </a:cubicBezTo>
                <a:cubicBezTo>
                  <a:pt x="146" y="69"/>
                  <a:pt x="146" y="69"/>
                  <a:pt x="146" y="69"/>
                </a:cubicBezTo>
                <a:cubicBezTo>
                  <a:pt x="148" y="51"/>
                  <a:pt x="160" y="34"/>
                  <a:pt x="181" y="19"/>
                </a:cubicBezTo>
                <a:cubicBezTo>
                  <a:pt x="198" y="6"/>
                  <a:pt x="217" y="0"/>
                  <a:pt x="238" y="0"/>
                </a:cubicBezTo>
                <a:cubicBezTo>
                  <a:pt x="266" y="0"/>
                  <a:pt x="292" y="11"/>
                  <a:pt x="318" y="34"/>
                </a:cubicBezTo>
                <a:cubicBezTo>
                  <a:pt x="364" y="23"/>
                  <a:pt x="364" y="23"/>
                  <a:pt x="364" y="23"/>
                </a:cubicBezTo>
                <a:cubicBezTo>
                  <a:pt x="410" y="23"/>
                  <a:pt x="434" y="47"/>
                  <a:pt x="437" y="96"/>
                </a:cubicBezTo>
                <a:cubicBezTo>
                  <a:pt x="452" y="92"/>
                  <a:pt x="452" y="92"/>
                  <a:pt x="452" y="92"/>
                </a:cubicBezTo>
                <a:cubicBezTo>
                  <a:pt x="494" y="107"/>
                  <a:pt x="494" y="107"/>
                  <a:pt x="494" y="107"/>
                </a:cubicBezTo>
                <a:cubicBezTo>
                  <a:pt x="509" y="146"/>
                  <a:pt x="509" y="146"/>
                  <a:pt x="509" y="146"/>
                </a:cubicBezTo>
                <a:cubicBezTo>
                  <a:pt x="509" y="153"/>
                  <a:pt x="507" y="158"/>
                  <a:pt x="505" y="161"/>
                </a:cubicBezTo>
                <a:moveTo>
                  <a:pt x="284" y="226"/>
                </a:moveTo>
                <a:cubicBezTo>
                  <a:pt x="253" y="276"/>
                  <a:pt x="253" y="276"/>
                  <a:pt x="253" y="276"/>
                </a:cubicBezTo>
                <a:cubicBezTo>
                  <a:pt x="311" y="287"/>
                  <a:pt x="311" y="287"/>
                  <a:pt x="311" y="287"/>
                </a:cubicBezTo>
                <a:cubicBezTo>
                  <a:pt x="215" y="402"/>
                  <a:pt x="215" y="402"/>
                  <a:pt x="215" y="402"/>
                </a:cubicBezTo>
                <a:cubicBezTo>
                  <a:pt x="245" y="314"/>
                  <a:pt x="245" y="314"/>
                  <a:pt x="245" y="314"/>
                </a:cubicBezTo>
                <a:cubicBezTo>
                  <a:pt x="188" y="299"/>
                  <a:pt x="188" y="299"/>
                  <a:pt x="188" y="299"/>
                </a:cubicBezTo>
                <a:cubicBezTo>
                  <a:pt x="234" y="226"/>
                  <a:pt x="234" y="226"/>
                  <a:pt x="234" y="226"/>
                </a:cubicBezTo>
                <a:cubicBezTo>
                  <a:pt x="284" y="226"/>
                  <a:pt x="284" y="226"/>
                  <a:pt x="284" y="226"/>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 name="Freeform 572"/>
          <p:cNvSpPr>
            <a:spLocks noEditPoints="1"/>
          </p:cNvSpPr>
          <p:nvPr/>
        </p:nvSpPr>
        <p:spPr bwMode="auto">
          <a:xfrm>
            <a:off x="9297600" y="782637"/>
            <a:ext cx="752475" cy="673100"/>
          </a:xfrm>
          <a:custGeom>
            <a:avLst/>
            <a:gdLst>
              <a:gd name="T0" fmla="*/ 491 w 551"/>
              <a:gd name="T1" fmla="*/ 174 h 492"/>
              <a:gd name="T2" fmla="*/ 549 w 551"/>
              <a:gd name="T3" fmla="*/ 236 h 492"/>
              <a:gd name="T4" fmla="*/ 478 w 551"/>
              <a:gd name="T5" fmla="*/ 279 h 492"/>
              <a:gd name="T6" fmla="*/ 425 w 551"/>
              <a:gd name="T7" fmla="*/ 267 h 492"/>
              <a:gd name="T8" fmla="*/ 383 w 551"/>
              <a:gd name="T9" fmla="*/ 279 h 492"/>
              <a:gd name="T10" fmla="*/ 327 w 551"/>
              <a:gd name="T11" fmla="*/ 295 h 492"/>
              <a:gd name="T12" fmla="*/ 280 w 551"/>
              <a:gd name="T13" fmla="*/ 311 h 492"/>
              <a:gd name="T14" fmla="*/ 267 w 551"/>
              <a:gd name="T15" fmla="*/ 374 h 492"/>
              <a:gd name="T16" fmla="*/ 182 w 551"/>
              <a:gd name="T17" fmla="*/ 492 h 492"/>
              <a:gd name="T18" fmla="*/ 234 w 551"/>
              <a:gd name="T19" fmla="*/ 398 h 492"/>
              <a:gd name="T20" fmla="*/ 205 w 551"/>
              <a:gd name="T21" fmla="*/ 398 h 492"/>
              <a:gd name="T22" fmla="*/ 267 w 551"/>
              <a:gd name="T23" fmla="*/ 312 h 492"/>
              <a:gd name="T24" fmla="*/ 195 w 551"/>
              <a:gd name="T25" fmla="*/ 281 h 492"/>
              <a:gd name="T26" fmla="*/ 152 w 551"/>
              <a:gd name="T27" fmla="*/ 295 h 492"/>
              <a:gd name="T28" fmla="*/ 79 w 551"/>
              <a:gd name="T29" fmla="*/ 281 h 492"/>
              <a:gd name="T30" fmla="*/ 0 w 551"/>
              <a:gd name="T31" fmla="*/ 207 h 492"/>
              <a:gd name="T32" fmla="*/ 67 w 551"/>
              <a:gd name="T33" fmla="*/ 133 h 492"/>
              <a:gd name="T34" fmla="*/ 116 w 551"/>
              <a:gd name="T35" fmla="*/ 88 h 492"/>
              <a:gd name="T36" fmla="*/ 152 w 551"/>
              <a:gd name="T37" fmla="*/ 33 h 492"/>
              <a:gd name="T38" fmla="*/ 237 w 551"/>
              <a:gd name="T39" fmla="*/ 0 h 492"/>
              <a:gd name="T40" fmla="*/ 318 w 551"/>
              <a:gd name="T41" fmla="*/ 19 h 492"/>
              <a:gd name="T42" fmla="*/ 405 w 551"/>
              <a:gd name="T43" fmla="*/ 66 h 492"/>
              <a:gd name="T44" fmla="*/ 421 w 551"/>
              <a:gd name="T45" fmla="*/ 102 h 492"/>
              <a:gd name="T46" fmla="*/ 493 w 551"/>
              <a:gd name="T47" fmla="*/ 167 h 492"/>
              <a:gd name="T48" fmla="*/ 367 w 551"/>
              <a:gd name="T49" fmla="*/ 330 h 492"/>
              <a:gd name="T50" fmla="*/ 389 w 551"/>
              <a:gd name="T51" fmla="*/ 312 h 492"/>
              <a:gd name="T52" fmla="*/ 404 w 551"/>
              <a:gd name="T53" fmla="*/ 318 h 492"/>
              <a:gd name="T54" fmla="*/ 396 w 551"/>
              <a:gd name="T55" fmla="*/ 368 h 492"/>
              <a:gd name="T56" fmla="*/ 375 w 551"/>
              <a:gd name="T57" fmla="*/ 369 h 492"/>
              <a:gd name="T58" fmla="*/ 362 w 551"/>
              <a:gd name="T59" fmla="*/ 341 h 492"/>
              <a:gd name="T60" fmla="*/ 189 w 551"/>
              <a:gd name="T61" fmla="*/ 317 h 492"/>
              <a:gd name="T62" fmla="*/ 203 w 551"/>
              <a:gd name="T63" fmla="*/ 323 h 492"/>
              <a:gd name="T64" fmla="*/ 196 w 551"/>
              <a:gd name="T65" fmla="*/ 372 h 492"/>
              <a:gd name="T66" fmla="*/ 175 w 551"/>
              <a:gd name="T67" fmla="*/ 374 h 492"/>
              <a:gd name="T68" fmla="*/ 162 w 551"/>
              <a:gd name="T69" fmla="*/ 346 h 492"/>
              <a:gd name="T70" fmla="*/ 287 w 551"/>
              <a:gd name="T71" fmla="*/ 418 h 492"/>
              <a:gd name="T72" fmla="*/ 309 w 551"/>
              <a:gd name="T73" fmla="*/ 392 h 492"/>
              <a:gd name="T74" fmla="*/ 340 w 551"/>
              <a:gd name="T75" fmla="*/ 363 h 492"/>
              <a:gd name="T76" fmla="*/ 342 w 551"/>
              <a:gd name="T77" fmla="*/ 423 h 492"/>
              <a:gd name="T78" fmla="*/ 316 w 551"/>
              <a:gd name="T79" fmla="*/ 455 h 492"/>
              <a:gd name="T80" fmla="*/ 287 w 551"/>
              <a:gd name="T81" fmla="*/ 434 h 492"/>
              <a:gd name="T82" fmla="*/ 91 w 551"/>
              <a:gd name="T83" fmla="*/ 424 h 492"/>
              <a:gd name="T84" fmla="*/ 113 w 551"/>
              <a:gd name="T85" fmla="*/ 398 h 492"/>
              <a:gd name="T86" fmla="*/ 144 w 551"/>
              <a:gd name="T87" fmla="*/ 368 h 492"/>
              <a:gd name="T88" fmla="*/ 146 w 551"/>
              <a:gd name="T89" fmla="*/ 428 h 492"/>
              <a:gd name="T90" fmla="*/ 120 w 551"/>
              <a:gd name="T91" fmla="*/ 461 h 492"/>
              <a:gd name="T92" fmla="*/ 92 w 551"/>
              <a:gd name="T93" fmla="*/ 440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51" h="492">
                <a:moveTo>
                  <a:pt x="493" y="167"/>
                </a:moveTo>
                <a:cubicBezTo>
                  <a:pt x="491" y="174"/>
                  <a:pt x="491" y="174"/>
                  <a:pt x="491" y="174"/>
                </a:cubicBezTo>
                <a:cubicBezTo>
                  <a:pt x="510" y="179"/>
                  <a:pt x="525" y="187"/>
                  <a:pt x="535" y="199"/>
                </a:cubicBezTo>
                <a:cubicBezTo>
                  <a:pt x="546" y="211"/>
                  <a:pt x="551" y="223"/>
                  <a:pt x="549" y="236"/>
                </a:cubicBezTo>
                <a:cubicBezTo>
                  <a:pt x="547" y="249"/>
                  <a:pt x="539" y="259"/>
                  <a:pt x="526" y="267"/>
                </a:cubicBezTo>
                <a:cubicBezTo>
                  <a:pt x="513" y="275"/>
                  <a:pt x="497" y="279"/>
                  <a:pt x="478" y="279"/>
                </a:cubicBezTo>
                <a:cubicBezTo>
                  <a:pt x="461" y="278"/>
                  <a:pt x="461" y="278"/>
                  <a:pt x="461" y="278"/>
                </a:cubicBezTo>
                <a:cubicBezTo>
                  <a:pt x="449" y="276"/>
                  <a:pt x="437" y="272"/>
                  <a:pt x="425" y="267"/>
                </a:cubicBezTo>
                <a:cubicBezTo>
                  <a:pt x="416" y="275"/>
                  <a:pt x="405" y="280"/>
                  <a:pt x="392" y="280"/>
                </a:cubicBezTo>
                <a:cubicBezTo>
                  <a:pt x="383" y="279"/>
                  <a:pt x="383" y="279"/>
                  <a:pt x="383" y="279"/>
                </a:cubicBezTo>
                <a:cubicBezTo>
                  <a:pt x="373" y="277"/>
                  <a:pt x="363" y="272"/>
                  <a:pt x="356" y="264"/>
                </a:cubicBezTo>
                <a:cubicBezTo>
                  <a:pt x="349" y="276"/>
                  <a:pt x="339" y="287"/>
                  <a:pt x="327" y="295"/>
                </a:cubicBezTo>
                <a:cubicBezTo>
                  <a:pt x="314" y="303"/>
                  <a:pt x="300" y="308"/>
                  <a:pt x="285" y="311"/>
                </a:cubicBezTo>
                <a:cubicBezTo>
                  <a:pt x="280" y="311"/>
                  <a:pt x="280" y="311"/>
                  <a:pt x="280" y="311"/>
                </a:cubicBezTo>
                <a:cubicBezTo>
                  <a:pt x="246" y="376"/>
                  <a:pt x="246" y="376"/>
                  <a:pt x="246" y="376"/>
                </a:cubicBezTo>
                <a:cubicBezTo>
                  <a:pt x="267" y="374"/>
                  <a:pt x="267" y="374"/>
                  <a:pt x="267" y="374"/>
                </a:cubicBezTo>
                <a:cubicBezTo>
                  <a:pt x="269" y="375"/>
                  <a:pt x="269" y="375"/>
                  <a:pt x="269" y="375"/>
                </a:cubicBezTo>
                <a:cubicBezTo>
                  <a:pt x="182" y="492"/>
                  <a:pt x="182" y="492"/>
                  <a:pt x="182" y="492"/>
                </a:cubicBezTo>
                <a:cubicBezTo>
                  <a:pt x="180" y="490"/>
                  <a:pt x="180" y="490"/>
                  <a:pt x="180" y="490"/>
                </a:cubicBezTo>
                <a:cubicBezTo>
                  <a:pt x="234" y="398"/>
                  <a:pt x="234" y="398"/>
                  <a:pt x="234" y="398"/>
                </a:cubicBezTo>
                <a:cubicBezTo>
                  <a:pt x="207" y="400"/>
                  <a:pt x="207" y="400"/>
                  <a:pt x="207" y="400"/>
                </a:cubicBezTo>
                <a:cubicBezTo>
                  <a:pt x="205" y="398"/>
                  <a:pt x="205" y="398"/>
                  <a:pt x="205" y="398"/>
                </a:cubicBezTo>
                <a:cubicBezTo>
                  <a:pt x="273" y="312"/>
                  <a:pt x="273" y="312"/>
                  <a:pt x="273" y="312"/>
                </a:cubicBezTo>
                <a:cubicBezTo>
                  <a:pt x="267" y="312"/>
                  <a:pt x="267" y="312"/>
                  <a:pt x="267" y="312"/>
                </a:cubicBezTo>
                <a:cubicBezTo>
                  <a:pt x="253" y="312"/>
                  <a:pt x="239" y="309"/>
                  <a:pt x="226" y="304"/>
                </a:cubicBezTo>
                <a:cubicBezTo>
                  <a:pt x="214" y="298"/>
                  <a:pt x="204" y="291"/>
                  <a:pt x="195" y="281"/>
                </a:cubicBezTo>
                <a:cubicBezTo>
                  <a:pt x="186" y="291"/>
                  <a:pt x="174" y="296"/>
                  <a:pt x="160" y="296"/>
                </a:cubicBezTo>
                <a:cubicBezTo>
                  <a:pt x="152" y="295"/>
                  <a:pt x="152" y="295"/>
                  <a:pt x="152" y="295"/>
                </a:cubicBezTo>
                <a:cubicBezTo>
                  <a:pt x="136" y="292"/>
                  <a:pt x="125" y="284"/>
                  <a:pt x="118" y="271"/>
                </a:cubicBezTo>
                <a:cubicBezTo>
                  <a:pt x="106" y="277"/>
                  <a:pt x="93" y="281"/>
                  <a:pt x="79" y="281"/>
                </a:cubicBezTo>
                <a:cubicBezTo>
                  <a:pt x="57" y="281"/>
                  <a:pt x="38" y="273"/>
                  <a:pt x="23" y="259"/>
                </a:cubicBezTo>
                <a:cubicBezTo>
                  <a:pt x="7" y="244"/>
                  <a:pt x="0" y="227"/>
                  <a:pt x="0" y="207"/>
                </a:cubicBezTo>
                <a:cubicBezTo>
                  <a:pt x="0" y="188"/>
                  <a:pt x="6" y="172"/>
                  <a:pt x="19" y="158"/>
                </a:cubicBezTo>
                <a:cubicBezTo>
                  <a:pt x="32" y="144"/>
                  <a:pt x="48" y="136"/>
                  <a:pt x="67" y="133"/>
                </a:cubicBezTo>
                <a:cubicBezTo>
                  <a:pt x="68" y="121"/>
                  <a:pt x="73" y="110"/>
                  <a:pt x="83" y="101"/>
                </a:cubicBezTo>
                <a:cubicBezTo>
                  <a:pt x="92" y="93"/>
                  <a:pt x="104" y="88"/>
                  <a:pt x="116" y="88"/>
                </a:cubicBezTo>
                <a:cubicBezTo>
                  <a:pt x="121" y="88"/>
                  <a:pt x="126" y="89"/>
                  <a:pt x="129" y="90"/>
                </a:cubicBezTo>
                <a:cubicBezTo>
                  <a:pt x="128" y="69"/>
                  <a:pt x="135" y="50"/>
                  <a:pt x="152" y="33"/>
                </a:cubicBezTo>
                <a:cubicBezTo>
                  <a:pt x="169" y="16"/>
                  <a:pt x="191" y="6"/>
                  <a:pt x="217" y="2"/>
                </a:cubicBezTo>
                <a:cubicBezTo>
                  <a:pt x="237" y="0"/>
                  <a:pt x="237" y="0"/>
                  <a:pt x="237" y="0"/>
                </a:cubicBezTo>
                <a:cubicBezTo>
                  <a:pt x="263" y="0"/>
                  <a:pt x="285" y="7"/>
                  <a:pt x="303" y="21"/>
                </a:cubicBezTo>
                <a:cubicBezTo>
                  <a:pt x="318" y="19"/>
                  <a:pt x="318" y="19"/>
                  <a:pt x="318" y="19"/>
                </a:cubicBezTo>
                <a:cubicBezTo>
                  <a:pt x="336" y="19"/>
                  <a:pt x="354" y="24"/>
                  <a:pt x="372" y="36"/>
                </a:cubicBezTo>
                <a:cubicBezTo>
                  <a:pt x="386" y="44"/>
                  <a:pt x="397" y="54"/>
                  <a:pt x="405" y="66"/>
                </a:cubicBezTo>
                <a:cubicBezTo>
                  <a:pt x="414" y="78"/>
                  <a:pt x="418" y="90"/>
                  <a:pt x="418" y="102"/>
                </a:cubicBezTo>
                <a:cubicBezTo>
                  <a:pt x="421" y="102"/>
                  <a:pt x="421" y="102"/>
                  <a:pt x="421" y="102"/>
                </a:cubicBezTo>
                <a:cubicBezTo>
                  <a:pt x="442" y="105"/>
                  <a:pt x="460" y="113"/>
                  <a:pt x="474" y="126"/>
                </a:cubicBezTo>
                <a:cubicBezTo>
                  <a:pt x="489" y="138"/>
                  <a:pt x="495" y="152"/>
                  <a:pt x="493" y="167"/>
                </a:cubicBezTo>
                <a:moveTo>
                  <a:pt x="362" y="341"/>
                </a:moveTo>
                <a:cubicBezTo>
                  <a:pt x="362" y="337"/>
                  <a:pt x="364" y="333"/>
                  <a:pt x="367" y="330"/>
                </a:cubicBezTo>
                <a:cubicBezTo>
                  <a:pt x="380" y="320"/>
                  <a:pt x="380" y="320"/>
                  <a:pt x="380" y="320"/>
                </a:cubicBezTo>
                <a:cubicBezTo>
                  <a:pt x="389" y="312"/>
                  <a:pt x="389" y="312"/>
                  <a:pt x="389" y="312"/>
                </a:cubicBezTo>
                <a:cubicBezTo>
                  <a:pt x="404" y="296"/>
                  <a:pt x="404" y="296"/>
                  <a:pt x="404" y="296"/>
                </a:cubicBezTo>
                <a:cubicBezTo>
                  <a:pt x="404" y="318"/>
                  <a:pt x="404" y="318"/>
                  <a:pt x="404" y="318"/>
                </a:cubicBezTo>
                <a:cubicBezTo>
                  <a:pt x="404" y="323"/>
                  <a:pt x="404" y="331"/>
                  <a:pt x="405" y="345"/>
                </a:cubicBezTo>
                <a:cubicBezTo>
                  <a:pt x="405" y="355"/>
                  <a:pt x="402" y="363"/>
                  <a:pt x="396" y="368"/>
                </a:cubicBezTo>
                <a:cubicBezTo>
                  <a:pt x="393" y="370"/>
                  <a:pt x="389" y="371"/>
                  <a:pt x="385" y="371"/>
                </a:cubicBezTo>
                <a:cubicBezTo>
                  <a:pt x="375" y="369"/>
                  <a:pt x="375" y="369"/>
                  <a:pt x="375" y="369"/>
                </a:cubicBezTo>
                <a:cubicBezTo>
                  <a:pt x="368" y="366"/>
                  <a:pt x="364" y="361"/>
                  <a:pt x="362" y="354"/>
                </a:cubicBezTo>
                <a:cubicBezTo>
                  <a:pt x="360" y="350"/>
                  <a:pt x="360" y="345"/>
                  <a:pt x="362" y="341"/>
                </a:cubicBezTo>
                <a:moveTo>
                  <a:pt x="167" y="335"/>
                </a:moveTo>
                <a:cubicBezTo>
                  <a:pt x="189" y="317"/>
                  <a:pt x="189" y="317"/>
                  <a:pt x="189" y="317"/>
                </a:cubicBezTo>
                <a:cubicBezTo>
                  <a:pt x="204" y="301"/>
                  <a:pt x="204" y="301"/>
                  <a:pt x="204" y="301"/>
                </a:cubicBezTo>
                <a:cubicBezTo>
                  <a:pt x="203" y="323"/>
                  <a:pt x="203" y="323"/>
                  <a:pt x="203" y="323"/>
                </a:cubicBezTo>
                <a:cubicBezTo>
                  <a:pt x="205" y="349"/>
                  <a:pt x="205" y="349"/>
                  <a:pt x="205" y="349"/>
                </a:cubicBezTo>
                <a:cubicBezTo>
                  <a:pt x="205" y="360"/>
                  <a:pt x="202" y="367"/>
                  <a:pt x="196" y="372"/>
                </a:cubicBezTo>
                <a:cubicBezTo>
                  <a:pt x="193" y="374"/>
                  <a:pt x="190" y="376"/>
                  <a:pt x="185" y="376"/>
                </a:cubicBezTo>
                <a:cubicBezTo>
                  <a:pt x="175" y="374"/>
                  <a:pt x="175" y="374"/>
                  <a:pt x="175" y="374"/>
                </a:cubicBezTo>
                <a:cubicBezTo>
                  <a:pt x="168" y="371"/>
                  <a:pt x="164" y="366"/>
                  <a:pt x="162" y="358"/>
                </a:cubicBezTo>
                <a:cubicBezTo>
                  <a:pt x="160" y="355"/>
                  <a:pt x="160" y="351"/>
                  <a:pt x="162" y="346"/>
                </a:cubicBezTo>
                <a:cubicBezTo>
                  <a:pt x="162" y="341"/>
                  <a:pt x="164" y="338"/>
                  <a:pt x="167" y="335"/>
                </a:cubicBezTo>
                <a:moveTo>
                  <a:pt x="287" y="418"/>
                </a:moveTo>
                <a:cubicBezTo>
                  <a:pt x="288" y="413"/>
                  <a:pt x="291" y="408"/>
                  <a:pt x="294" y="405"/>
                </a:cubicBezTo>
                <a:cubicBezTo>
                  <a:pt x="309" y="392"/>
                  <a:pt x="309" y="392"/>
                  <a:pt x="309" y="392"/>
                </a:cubicBezTo>
                <a:cubicBezTo>
                  <a:pt x="322" y="382"/>
                  <a:pt x="322" y="382"/>
                  <a:pt x="322" y="382"/>
                </a:cubicBezTo>
                <a:cubicBezTo>
                  <a:pt x="340" y="363"/>
                  <a:pt x="340" y="363"/>
                  <a:pt x="340" y="363"/>
                </a:cubicBezTo>
                <a:cubicBezTo>
                  <a:pt x="340" y="390"/>
                  <a:pt x="340" y="390"/>
                  <a:pt x="340" y="390"/>
                </a:cubicBezTo>
                <a:cubicBezTo>
                  <a:pt x="340" y="395"/>
                  <a:pt x="340" y="406"/>
                  <a:pt x="342" y="423"/>
                </a:cubicBezTo>
                <a:cubicBezTo>
                  <a:pt x="342" y="436"/>
                  <a:pt x="338" y="446"/>
                  <a:pt x="330" y="451"/>
                </a:cubicBezTo>
                <a:cubicBezTo>
                  <a:pt x="326" y="454"/>
                  <a:pt x="322" y="455"/>
                  <a:pt x="316" y="455"/>
                </a:cubicBezTo>
                <a:cubicBezTo>
                  <a:pt x="304" y="453"/>
                  <a:pt x="304" y="453"/>
                  <a:pt x="304" y="453"/>
                </a:cubicBezTo>
                <a:cubicBezTo>
                  <a:pt x="296" y="449"/>
                  <a:pt x="290" y="443"/>
                  <a:pt x="287" y="434"/>
                </a:cubicBezTo>
                <a:cubicBezTo>
                  <a:pt x="286" y="429"/>
                  <a:pt x="286" y="424"/>
                  <a:pt x="287" y="418"/>
                </a:cubicBezTo>
                <a:moveTo>
                  <a:pt x="91" y="424"/>
                </a:moveTo>
                <a:cubicBezTo>
                  <a:pt x="92" y="418"/>
                  <a:pt x="95" y="414"/>
                  <a:pt x="99" y="410"/>
                </a:cubicBezTo>
                <a:cubicBezTo>
                  <a:pt x="102" y="407"/>
                  <a:pt x="107" y="403"/>
                  <a:pt x="113" y="398"/>
                </a:cubicBezTo>
                <a:cubicBezTo>
                  <a:pt x="125" y="388"/>
                  <a:pt x="125" y="388"/>
                  <a:pt x="125" y="388"/>
                </a:cubicBezTo>
                <a:cubicBezTo>
                  <a:pt x="144" y="368"/>
                  <a:pt x="144" y="368"/>
                  <a:pt x="144" y="368"/>
                </a:cubicBezTo>
                <a:cubicBezTo>
                  <a:pt x="144" y="396"/>
                  <a:pt x="144" y="396"/>
                  <a:pt x="144" y="396"/>
                </a:cubicBezTo>
                <a:cubicBezTo>
                  <a:pt x="146" y="428"/>
                  <a:pt x="146" y="428"/>
                  <a:pt x="146" y="428"/>
                </a:cubicBezTo>
                <a:cubicBezTo>
                  <a:pt x="146" y="442"/>
                  <a:pt x="142" y="451"/>
                  <a:pt x="134" y="457"/>
                </a:cubicBezTo>
                <a:cubicBezTo>
                  <a:pt x="131" y="460"/>
                  <a:pt x="126" y="461"/>
                  <a:pt x="120" y="461"/>
                </a:cubicBezTo>
                <a:cubicBezTo>
                  <a:pt x="116" y="461"/>
                  <a:pt x="112" y="460"/>
                  <a:pt x="108" y="459"/>
                </a:cubicBezTo>
                <a:cubicBezTo>
                  <a:pt x="100" y="455"/>
                  <a:pt x="94" y="449"/>
                  <a:pt x="92" y="440"/>
                </a:cubicBezTo>
                <a:cubicBezTo>
                  <a:pt x="90" y="435"/>
                  <a:pt x="90" y="430"/>
                  <a:pt x="91" y="424"/>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 name="Freeform 573"/>
          <p:cNvSpPr>
            <a:spLocks noEditPoints="1"/>
          </p:cNvSpPr>
          <p:nvPr/>
        </p:nvSpPr>
        <p:spPr bwMode="auto">
          <a:xfrm>
            <a:off x="7070786" y="5396705"/>
            <a:ext cx="750888" cy="682625"/>
          </a:xfrm>
          <a:custGeom>
            <a:avLst/>
            <a:gdLst>
              <a:gd name="T0" fmla="*/ 537 w 550"/>
              <a:gd name="T1" fmla="*/ 173 h 499"/>
              <a:gd name="T2" fmla="*/ 541 w 550"/>
              <a:gd name="T3" fmla="*/ 234 h 499"/>
              <a:gd name="T4" fmla="*/ 421 w 550"/>
              <a:gd name="T5" fmla="*/ 271 h 499"/>
              <a:gd name="T6" fmla="*/ 142 w 550"/>
              <a:gd name="T7" fmla="*/ 271 h 499"/>
              <a:gd name="T8" fmla="*/ 14 w 550"/>
              <a:gd name="T9" fmla="*/ 231 h 499"/>
              <a:gd name="T10" fmla="*/ 19 w 550"/>
              <a:gd name="T11" fmla="*/ 147 h 499"/>
              <a:gd name="T12" fmla="*/ 94 w 550"/>
              <a:gd name="T13" fmla="*/ 137 h 499"/>
              <a:gd name="T14" fmla="*/ 126 w 550"/>
              <a:gd name="T15" fmla="*/ 34 h 499"/>
              <a:gd name="T16" fmla="*/ 281 w 550"/>
              <a:gd name="T17" fmla="*/ 26 h 499"/>
              <a:gd name="T18" fmla="*/ 351 w 550"/>
              <a:gd name="T19" fmla="*/ 67 h 499"/>
              <a:gd name="T20" fmla="*/ 451 w 550"/>
              <a:gd name="T21" fmla="*/ 85 h 499"/>
              <a:gd name="T22" fmla="*/ 474 w 550"/>
              <a:gd name="T23" fmla="*/ 172 h 499"/>
              <a:gd name="T24" fmla="*/ 410 w 550"/>
              <a:gd name="T25" fmla="*/ 328 h 499"/>
              <a:gd name="T26" fmla="*/ 452 w 550"/>
              <a:gd name="T27" fmla="*/ 308 h 499"/>
              <a:gd name="T28" fmla="*/ 455 w 550"/>
              <a:gd name="T29" fmla="*/ 381 h 499"/>
              <a:gd name="T30" fmla="*/ 450 w 550"/>
              <a:gd name="T31" fmla="*/ 467 h 499"/>
              <a:gd name="T32" fmla="*/ 397 w 550"/>
              <a:gd name="T33" fmla="*/ 499 h 499"/>
              <a:gd name="T34" fmla="*/ 331 w 550"/>
              <a:gd name="T35" fmla="*/ 450 h 499"/>
              <a:gd name="T36" fmla="*/ 347 w 550"/>
              <a:gd name="T37" fmla="*/ 381 h 499"/>
              <a:gd name="T38" fmla="*/ 410 w 550"/>
              <a:gd name="T39" fmla="*/ 328 h 499"/>
              <a:gd name="T40" fmla="*/ 153 w 550"/>
              <a:gd name="T41" fmla="*/ 288 h 499"/>
              <a:gd name="T42" fmla="*/ 155 w 550"/>
              <a:gd name="T43" fmla="*/ 377 h 499"/>
              <a:gd name="T44" fmla="*/ 150 w 550"/>
              <a:gd name="T45" fmla="*/ 456 h 499"/>
              <a:gd name="T46" fmla="*/ 102 w 550"/>
              <a:gd name="T47" fmla="*/ 486 h 499"/>
              <a:gd name="T48" fmla="*/ 41 w 550"/>
              <a:gd name="T49" fmla="*/ 440 h 499"/>
              <a:gd name="T50" fmla="*/ 56 w 550"/>
              <a:gd name="T51" fmla="*/ 378 h 499"/>
              <a:gd name="T52" fmla="*/ 114 w 550"/>
              <a:gd name="T53" fmla="*/ 329 h 499"/>
              <a:gd name="T54" fmla="*/ 283 w 550"/>
              <a:gd name="T55" fmla="*/ 367 h 499"/>
              <a:gd name="T56" fmla="*/ 280 w 550"/>
              <a:gd name="T57" fmla="*/ 419 h 499"/>
              <a:gd name="T58" fmla="*/ 248 w 550"/>
              <a:gd name="T59" fmla="*/ 439 h 499"/>
              <a:gd name="T60" fmla="*/ 208 w 550"/>
              <a:gd name="T61" fmla="*/ 409 h 499"/>
              <a:gd name="T62" fmla="*/ 218 w 550"/>
              <a:gd name="T63" fmla="*/ 367 h 499"/>
              <a:gd name="T64" fmla="*/ 256 w 550"/>
              <a:gd name="T65" fmla="*/ 335 h 499"/>
              <a:gd name="T66" fmla="*/ 282 w 550"/>
              <a:gd name="T67" fmla="*/ 346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50" h="499">
                <a:moveTo>
                  <a:pt x="505" y="159"/>
                </a:moveTo>
                <a:cubicBezTo>
                  <a:pt x="517" y="159"/>
                  <a:pt x="528" y="164"/>
                  <a:pt x="537" y="173"/>
                </a:cubicBezTo>
                <a:cubicBezTo>
                  <a:pt x="546" y="182"/>
                  <a:pt x="550" y="193"/>
                  <a:pt x="550" y="205"/>
                </a:cubicBezTo>
                <a:cubicBezTo>
                  <a:pt x="550" y="216"/>
                  <a:pt x="547" y="226"/>
                  <a:pt x="541" y="234"/>
                </a:cubicBezTo>
                <a:cubicBezTo>
                  <a:pt x="534" y="242"/>
                  <a:pt x="526" y="247"/>
                  <a:pt x="515" y="250"/>
                </a:cubicBezTo>
                <a:cubicBezTo>
                  <a:pt x="494" y="259"/>
                  <a:pt x="463" y="266"/>
                  <a:pt x="421" y="271"/>
                </a:cubicBezTo>
                <a:cubicBezTo>
                  <a:pt x="378" y="276"/>
                  <a:pt x="330" y="279"/>
                  <a:pt x="278" y="279"/>
                </a:cubicBezTo>
                <a:cubicBezTo>
                  <a:pt x="229" y="279"/>
                  <a:pt x="184" y="276"/>
                  <a:pt x="142" y="271"/>
                </a:cubicBezTo>
                <a:cubicBezTo>
                  <a:pt x="101" y="267"/>
                  <a:pt x="70" y="260"/>
                  <a:pt x="48" y="253"/>
                </a:cubicBezTo>
                <a:cubicBezTo>
                  <a:pt x="34" y="249"/>
                  <a:pt x="23" y="242"/>
                  <a:pt x="14" y="231"/>
                </a:cubicBezTo>
                <a:cubicBezTo>
                  <a:pt x="5" y="219"/>
                  <a:pt x="0" y="206"/>
                  <a:pt x="0" y="192"/>
                </a:cubicBezTo>
                <a:cubicBezTo>
                  <a:pt x="0" y="174"/>
                  <a:pt x="6" y="160"/>
                  <a:pt x="19" y="147"/>
                </a:cubicBezTo>
                <a:cubicBezTo>
                  <a:pt x="31" y="135"/>
                  <a:pt x="45" y="129"/>
                  <a:pt x="63" y="129"/>
                </a:cubicBezTo>
                <a:cubicBezTo>
                  <a:pt x="74" y="129"/>
                  <a:pt x="84" y="132"/>
                  <a:pt x="94" y="137"/>
                </a:cubicBezTo>
                <a:cubicBezTo>
                  <a:pt x="92" y="129"/>
                  <a:pt x="92" y="122"/>
                  <a:pt x="92" y="117"/>
                </a:cubicBezTo>
                <a:cubicBezTo>
                  <a:pt x="92" y="85"/>
                  <a:pt x="103" y="57"/>
                  <a:pt x="126" y="34"/>
                </a:cubicBezTo>
                <a:cubicBezTo>
                  <a:pt x="148" y="12"/>
                  <a:pt x="176" y="0"/>
                  <a:pt x="208" y="0"/>
                </a:cubicBezTo>
                <a:cubicBezTo>
                  <a:pt x="235" y="0"/>
                  <a:pt x="259" y="9"/>
                  <a:pt x="281" y="26"/>
                </a:cubicBezTo>
                <a:cubicBezTo>
                  <a:pt x="301" y="43"/>
                  <a:pt x="315" y="64"/>
                  <a:pt x="321" y="90"/>
                </a:cubicBezTo>
                <a:cubicBezTo>
                  <a:pt x="329" y="80"/>
                  <a:pt x="339" y="73"/>
                  <a:pt x="351" y="67"/>
                </a:cubicBezTo>
                <a:cubicBezTo>
                  <a:pt x="363" y="61"/>
                  <a:pt x="375" y="59"/>
                  <a:pt x="389" y="59"/>
                </a:cubicBezTo>
                <a:cubicBezTo>
                  <a:pt x="413" y="59"/>
                  <a:pt x="434" y="67"/>
                  <a:pt x="451" y="85"/>
                </a:cubicBezTo>
                <a:cubicBezTo>
                  <a:pt x="468" y="102"/>
                  <a:pt x="477" y="123"/>
                  <a:pt x="477" y="147"/>
                </a:cubicBezTo>
                <a:cubicBezTo>
                  <a:pt x="477" y="156"/>
                  <a:pt x="476" y="164"/>
                  <a:pt x="474" y="172"/>
                </a:cubicBezTo>
                <a:cubicBezTo>
                  <a:pt x="482" y="163"/>
                  <a:pt x="493" y="159"/>
                  <a:pt x="505" y="159"/>
                </a:cubicBezTo>
                <a:moveTo>
                  <a:pt x="410" y="328"/>
                </a:moveTo>
                <a:cubicBezTo>
                  <a:pt x="453" y="284"/>
                  <a:pt x="453" y="284"/>
                  <a:pt x="453" y="284"/>
                </a:cubicBezTo>
                <a:cubicBezTo>
                  <a:pt x="452" y="308"/>
                  <a:pt x="452" y="308"/>
                  <a:pt x="452" y="308"/>
                </a:cubicBezTo>
                <a:cubicBezTo>
                  <a:pt x="452" y="347"/>
                  <a:pt x="452" y="347"/>
                  <a:pt x="452" y="347"/>
                </a:cubicBezTo>
                <a:cubicBezTo>
                  <a:pt x="455" y="381"/>
                  <a:pt x="455" y="381"/>
                  <a:pt x="455" y="381"/>
                </a:cubicBezTo>
                <a:cubicBezTo>
                  <a:pt x="457" y="398"/>
                  <a:pt x="457" y="412"/>
                  <a:pt x="457" y="423"/>
                </a:cubicBezTo>
                <a:cubicBezTo>
                  <a:pt x="457" y="442"/>
                  <a:pt x="455" y="456"/>
                  <a:pt x="450" y="467"/>
                </a:cubicBezTo>
                <a:cubicBezTo>
                  <a:pt x="446" y="475"/>
                  <a:pt x="440" y="483"/>
                  <a:pt x="431" y="489"/>
                </a:cubicBezTo>
                <a:cubicBezTo>
                  <a:pt x="421" y="496"/>
                  <a:pt x="410" y="499"/>
                  <a:pt x="397" y="499"/>
                </a:cubicBezTo>
                <a:cubicBezTo>
                  <a:pt x="388" y="499"/>
                  <a:pt x="379" y="498"/>
                  <a:pt x="370" y="494"/>
                </a:cubicBezTo>
                <a:cubicBezTo>
                  <a:pt x="351" y="486"/>
                  <a:pt x="338" y="471"/>
                  <a:pt x="331" y="450"/>
                </a:cubicBezTo>
                <a:cubicBezTo>
                  <a:pt x="327" y="439"/>
                  <a:pt x="327" y="426"/>
                  <a:pt x="330" y="413"/>
                </a:cubicBezTo>
                <a:cubicBezTo>
                  <a:pt x="333" y="400"/>
                  <a:pt x="339" y="389"/>
                  <a:pt x="347" y="381"/>
                </a:cubicBezTo>
                <a:cubicBezTo>
                  <a:pt x="356" y="373"/>
                  <a:pt x="367" y="363"/>
                  <a:pt x="382" y="352"/>
                </a:cubicBezTo>
                <a:cubicBezTo>
                  <a:pt x="410" y="328"/>
                  <a:pt x="410" y="328"/>
                  <a:pt x="410" y="328"/>
                </a:cubicBezTo>
                <a:moveTo>
                  <a:pt x="114" y="329"/>
                </a:moveTo>
                <a:cubicBezTo>
                  <a:pt x="153" y="288"/>
                  <a:pt x="153" y="288"/>
                  <a:pt x="153" y="288"/>
                </a:cubicBezTo>
                <a:cubicBezTo>
                  <a:pt x="152" y="346"/>
                  <a:pt x="152" y="346"/>
                  <a:pt x="152" y="346"/>
                </a:cubicBezTo>
                <a:cubicBezTo>
                  <a:pt x="155" y="377"/>
                  <a:pt x="155" y="377"/>
                  <a:pt x="155" y="377"/>
                </a:cubicBezTo>
                <a:cubicBezTo>
                  <a:pt x="156" y="393"/>
                  <a:pt x="157" y="406"/>
                  <a:pt x="157" y="416"/>
                </a:cubicBezTo>
                <a:cubicBezTo>
                  <a:pt x="157" y="433"/>
                  <a:pt x="155" y="446"/>
                  <a:pt x="150" y="456"/>
                </a:cubicBezTo>
                <a:cubicBezTo>
                  <a:pt x="146" y="464"/>
                  <a:pt x="141" y="471"/>
                  <a:pt x="132" y="477"/>
                </a:cubicBezTo>
                <a:cubicBezTo>
                  <a:pt x="124" y="483"/>
                  <a:pt x="114" y="486"/>
                  <a:pt x="102" y="486"/>
                </a:cubicBezTo>
                <a:cubicBezTo>
                  <a:pt x="93" y="486"/>
                  <a:pt x="85" y="484"/>
                  <a:pt x="77" y="481"/>
                </a:cubicBezTo>
                <a:cubicBezTo>
                  <a:pt x="59" y="473"/>
                  <a:pt x="47" y="459"/>
                  <a:pt x="41" y="440"/>
                </a:cubicBezTo>
                <a:cubicBezTo>
                  <a:pt x="38" y="430"/>
                  <a:pt x="38" y="419"/>
                  <a:pt x="41" y="407"/>
                </a:cubicBezTo>
                <a:cubicBezTo>
                  <a:pt x="43" y="395"/>
                  <a:pt x="49" y="385"/>
                  <a:pt x="56" y="378"/>
                </a:cubicBezTo>
                <a:cubicBezTo>
                  <a:pt x="64" y="370"/>
                  <a:pt x="75" y="361"/>
                  <a:pt x="88" y="350"/>
                </a:cubicBezTo>
                <a:cubicBezTo>
                  <a:pt x="114" y="329"/>
                  <a:pt x="114" y="329"/>
                  <a:pt x="114" y="329"/>
                </a:cubicBezTo>
                <a:moveTo>
                  <a:pt x="282" y="346"/>
                </a:moveTo>
                <a:cubicBezTo>
                  <a:pt x="283" y="367"/>
                  <a:pt x="283" y="367"/>
                  <a:pt x="283" y="367"/>
                </a:cubicBezTo>
                <a:cubicBezTo>
                  <a:pt x="284" y="377"/>
                  <a:pt x="285" y="386"/>
                  <a:pt x="285" y="393"/>
                </a:cubicBezTo>
                <a:cubicBezTo>
                  <a:pt x="285" y="404"/>
                  <a:pt x="283" y="413"/>
                  <a:pt x="280" y="419"/>
                </a:cubicBezTo>
                <a:cubicBezTo>
                  <a:pt x="278" y="425"/>
                  <a:pt x="274" y="429"/>
                  <a:pt x="269" y="433"/>
                </a:cubicBezTo>
                <a:cubicBezTo>
                  <a:pt x="263" y="437"/>
                  <a:pt x="256" y="439"/>
                  <a:pt x="248" y="439"/>
                </a:cubicBezTo>
                <a:cubicBezTo>
                  <a:pt x="243" y="439"/>
                  <a:pt x="237" y="438"/>
                  <a:pt x="231" y="436"/>
                </a:cubicBezTo>
                <a:cubicBezTo>
                  <a:pt x="220" y="430"/>
                  <a:pt x="212" y="422"/>
                  <a:pt x="208" y="409"/>
                </a:cubicBezTo>
                <a:cubicBezTo>
                  <a:pt x="206" y="402"/>
                  <a:pt x="205" y="395"/>
                  <a:pt x="207" y="387"/>
                </a:cubicBezTo>
                <a:cubicBezTo>
                  <a:pt x="209" y="378"/>
                  <a:pt x="213" y="372"/>
                  <a:pt x="218" y="367"/>
                </a:cubicBezTo>
                <a:cubicBezTo>
                  <a:pt x="223" y="362"/>
                  <a:pt x="230" y="356"/>
                  <a:pt x="239" y="349"/>
                </a:cubicBezTo>
                <a:cubicBezTo>
                  <a:pt x="256" y="335"/>
                  <a:pt x="256" y="335"/>
                  <a:pt x="256" y="335"/>
                </a:cubicBezTo>
                <a:cubicBezTo>
                  <a:pt x="282" y="308"/>
                  <a:pt x="282" y="308"/>
                  <a:pt x="282" y="308"/>
                </a:cubicBezTo>
                <a:cubicBezTo>
                  <a:pt x="282" y="346"/>
                  <a:pt x="282" y="346"/>
                  <a:pt x="282" y="346"/>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 name="Freeform 575"/>
          <p:cNvSpPr>
            <a:spLocks noEditPoints="1"/>
          </p:cNvSpPr>
          <p:nvPr/>
        </p:nvSpPr>
        <p:spPr bwMode="auto">
          <a:xfrm>
            <a:off x="5767643" y="3941441"/>
            <a:ext cx="712788" cy="747713"/>
          </a:xfrm>
          <a:custGeom>
            <a:avLst/>
            <a:gdLst>
              <a:gd name="T0" fmla="*/ 301 w 522"/>
              <a:gd name="T1" fmla="*/ 335 h 547"/>
              <a:gd name="T2" fmla="*/ 39 w 522"/>
              <a:gd name="T3" fmla="*/ 204 h 547"/>
              <a:gd name="T4" fmla="*/ 170 w 522"/>
              <a:gd name="T5" fmla="*/ 0 h 547"/>
              <a:gd name="T6" fmla="*/ 210 w 522"/>
              <a:gd name="T7" fmla="*/ 358 h 547"/>
              <a:gd name="T8" fmla="*/ 210 w 522"/>
              <a:gd name="T9" fmla="*/ 390 h 547"/>
              <a:gd name="T10" fmla="*/ 223 w 522"/>
              <a:gd name="T11" fmla="*/ 405 h 547"/>
              <a:gd name="T12" fmla="*/ 256 w 522"/>
              <a:gd name="T13" fmla="*/ 400 h 547"/>
              <a:gd name="T14" fmla="*/ 223 w 522"/>
              <a:gd name="T15" fmla="*/ 417 h 547"/>
              <a:gd name="T16" fmla="*/ 226 w 522"/>
              <a:gd name="T17" fmla="*/ 435 h 547"/>
              <a:gd name="T18" fmla="*/ 230 w 522"/>
              <a:gd name="T19" fmla="*/ 453 h 547"/>
              <a:gd name="T20" fmla="*/ 219 w 522"/>
              <a:gd name="T21" fmla="*/ 481 h 547"/>
              <a:gd name="T22" fmla="*/ 198 w 522"/>
              <a:gd name="T23" fmla="*/ 455 h 547"/>
              <a:gd name="T24" fmla="*/ 197 w 522"/>
              <a:gd name="T25" fmla="*/ 489 h 547"/>
              <a:gd name="T26" fmla="*/ 154 w 522"/>
              <a:gd name="T27" fmla="*/ 477 h 547"/>
              <a:gd name="T28" fmla="*/ 174 w 522"/>
              <a:gd name="T29" fmla="*/ 432 h 547"/>
              <a:gd name="T30" fmla="*/ 137 w 522"/>
              <a:gd name="T31" fmla="*/ 463 h 547"/>
              <a:gd name="T32" fmla="*/ 124 w 522"/>
              <a:gd name="T33" fmla="*/ 419 h 547"/>
              <a:gd name="T34" fmla="*/ 172 w 522"/>
              <a:gd name="T35" fmla="*/ 426 h 547"/>
              <a:gd name="T36" fmla="*/ 133 w 522"/>
              <a:gd name="T37" fmla="*/ 402 h 547"/>
              <a:gd name="T38" fmla="*/ 158 w 522"/>
              <a:gd name="T39" fmla="*/ 366 h 547"/>
              <a:gd name="T40" fmla="*/ 180 w 522"/>
              <a:gd name="T41" fmla="*/ 407 h 547"/>
              <a:gd name="T42" fmla="*/ 181 w 522"/>
              <a:gd name="T43" fmla="*/ 361 h 547"/>
              <a:gd name="T44" fmla="*/ 303 w 522"/>
              <a:gd name="T45" fmla="*/ 480 h 547"/>
              <a:gd name="T46" fmla="*/ 316 w 522"/>
              <a:gd name="T47" fmla="*/ 492 h 547"/>
              <a:gd name="T48" fmla="*/ 317 w 522"/>
              <a:gd name="T49" fmla="*/ 463 h 547"/>
              <a:gd name="T50" fmla="*/ 333 w 522"/>
              <a:gd name="T51" fmla="*/ 473 h 547"/>
              <a:gd name="T52" fmla="*/ 337 w 522"/>
              <a:gd name="T53" fmla="*/ 483 h 547"/>
              <a:gd name="T54" fmla="*/ 342 w 522"/>
              <a:gd name="T55" fmla="*/ 495 h 547"/>
              <a:gd name="T56" fmla="*/ 366 w 522"/>
              <a:gd name="T57" fmla="*/ 492 h 547"/>
              <a:gd name="T58" fmla="*/ 348 w 522"/>
              <a:gd name="T59" fmla="*/ 502 h 547"/>
              <a:gd name="T60" fmla="*/ 346 w 522"/>
              <a:gd name="T61" fmla="*/ 512 h 547"/>
              <a:gd name="T62" fmla="*/ 357 w 522"/>
              <a:gd name="T63" fmla="*/ 533 h 547"/>
              <a:gd name="T64" fmla="*/ 337 w 522"/>
              <a:gd name="T65" fmla="*/ 522 h 547"/>
              <a:gd name="T66" fmla="*/ 324 w 522"/>
              <a:gd name="T67" fmla="*/ 526 h 547"/>
              <a:gd name="T68" fmla="*/ 315 w 522"/>
              <a:gd name="T69" fmla="*/ 547 h 547"/>
              <a:gd name="T70" fmla="*/ 317 w 522"/>
              <a:gd name="T71" fmla="*/ 522 h 547"/>
              <a:gd name="T72" fmla="*/ 305 w 522"/>
              <a:gd name="T73" fmla="*/ 518 h 547"/>
              <a:gd name="T74" fmla="*/ 283 w 522"/>
              <a:gd name="T75" fmla="*/ 518 h 547"/>
              <a:gd name="T76" fmla="*/ 304 w 522"/>
              <a:gd name="T77" fmla="*/ 507 h 547"/>
              <a:gd name="T78" fmla="*/ 303 w 522"/>
              <a:gd name="T79" fmla="*/ 495 h 547"/>
              <a:gd name="T80" fmla="*/ 300 w 522"/>
              <a:gd name="T81" fmla="*/ 484 h 547"/>
              <a:gd name="T82" fmla="*/ 357 w 522"/>
              <a:gd name="T83" fmla="*/ 400 h 547"/>
              <a:gd name="T84" fmla="*/ 355 w 522"/>
              <a:gd name="T85" fmla="*/ 409 h 547"/>
              <a:gd name="T86" fmla="*/ 362 w 522"/>
              <a:gd name="T87" fmla="*/ 424 h 547"/>
              <a:gd name="T88" fmla="*/ 348 w 522"/>
              <a:gd name="T89" fmla="*/ 415 h 547"/>
              <a:gd name="T90" fmla="*/ 338 w 522"/>
              <a:gd name="T91" fmla="*/ 418 h 547"/>
              <a:gd name="T92" fmla="*/ 331 w 522"/>
              <a:gd name="T93" fmla="*/ 434 h 547"/>
              <a:gd name="T94" fmla="*/ 333 w 522"/>
              <a:gd name="T95" fmla="*/ 415 h 547"/>
              <a:gd name="T96" fmla="*/ 323 w 522"/>
              <a:gd name="T97" fmla="*/ 411 h 547"/>
              <a:gd name="T98" fmla="*/ 307 w 522"/>
              <a:gd name="T99" fmla="*/ 412 h 547"/>
              <a:gd name="T100" fmla="*/ 320 w 522"/>
              <a:gd name="T101" fmla="*/ 404 h 547"/>
              <a:gd name="T102" fmla="*/ 322 w 522"/>
              <a:gd name="T103" fmla="*/ 395 h 547"/>
              <a:gd name="T104" fmla="*/ 313 w 522"/>
              <a:gd name="T105" fmla="*/ 379 h 547"/>
              <a:gd name="T106" fmla="*/ 328 w 522"/>
              <a:gd name="T107" fmla="*/ 389 h 547"/>
              <a:gd name="T108" fmla="*/ 336 w 522"/>
              <a:gd name="T109" fmla="*/ 382 h 547"/>
              <a:gd name="T110" fmla="*/ 342 w 522"/>
              <a:gd name="T111" fmla="*/ 377 h 547"/>
              <a:gd name="T112" fmla="*/ 356 w 522"/>
              <a:gd name="T113" fmla="*/ 375 h 547"/>
              <a:gd name="T114" fmla="*/ 350 w 522"/>
              <a:gd name="T115" fmla="*/ 390 h 547"/>
              <a:gd name="T116" fmla="*/ 365 w 522"/>
              <a:gd name="T117" fmla="*/ 381 h 547"/>
              <a:gd name="T118" fmla="*/ 372 w 522"/>
              <a:gd name="T119" fmla="*/ 402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2" h="547">
                <a:moveTo>
                  <a:pt x="368" y="68"/>
                </a:moveTo>
                <a:cubicBezTo>
                  <a:pt x="378" y="78"/>
                  <a:pt x="384" y="90"/>
                  <a:pt x="387" y="103"/>
                </a:cubicBezTo>
                <a:cubicBezTo>
                  <a:pt x="407" y="106"/>
                  <a:pt x="425" y="115"/>
                  <a:pt x="441" y="130"/>
                </a:cubicBezTo>
                <a:cubicBezTo>
                  <a:pt x="462" y="149"/>
                  <a:pt x="475" y="173"/>
                  <a:pt x="478" y="202"/>
                </a:cubicBezTo>
                <a:cubicBezTo>
                  <a:pt x="491" y="205"/>
                  <a:pt x="502" y="213"/>
                  <a:pt x="510" y="223"/>
                </a:cubicBezTo>
                <a:cubicBezTo>
                  <a:pt x="518" y="234"/>
                  <a:pt x="522" y="246"/>
                  <a:pt x="522" y="260"/>
                </a:cubicBezTo>
                <a:cubicBezTo>
                  <a:pt x="522" y="275"/>
                  <a:pt x="517" y="288"/>
                  <a:pt x="508" y="299"/>
                </a:cubicBezTo>
                <a:cubicBezTo>
                  <a:pt x="499" y="311"/>
                  <a:pt x="487" y="318"/>
                  <a:pt x="472" y="320"/>
                </a:cubicBezTo>
                <a:cubicBezTo>
                  <a:pt x="456" y="324"/>
                  <a:pt x="433" y="328"/>
                  <a:pt x="403" y="331"/>
                </a:cubicBezTo>
                <a:cubicBezTo>
                  <a:pt x="301" y="335"/>
                  <a:pt x="301" y="335"/>
                  <a:pt x="301" y="335"/>
                </a:cubicBezTo>
                <a:cubicBezTo>
                  <a:pt x="199" y="331"/>
                  <a:pt x="199" y="331"/>
                  <a:pt x="199" y="331"/>
                </a:cubicBezTo>
                <a:cubicBezTo>
                  <a:pt x="168" y="328"/>
                  <a:pt x="145" y="325"/>
                  <a:pt x="129" y="320"/>
                </a:cubicBezTo>
                <a:cubicBezTo>
                  <a:pt x="118" y="319"/>
                  <a:pt x="108" y="313"/>
                  <a:pt x="100" y="305"/>
                </a:cubicBezTo>
                <a:cubicBezTo>
                  <a:pt x="92" y="296"/>
                  <a:pt x="88" y="286"/>
                  <a:pt x="88" y="274"/>
                </a:cubicBezTo>
                <a:cubicBezTo>
                  <a:pt x="88" y="261"/>
                  <a:pt x="93" y="249"/>
                  <a:pt x="102" y="240"/>
                </a:cubicBezTo>
                <a:cubicBezTo>
                  <a:pt x="111" y="231"/>
                  <a:pt x="123" y="226"/>
                  <a:pt x="136" y="226"/>
                </a:cubicBezTo>
                <a:cubicBezTo>
                  <a:pt x="142" y="226"/>
                  <a:pt x="147" y="227"/>
                  <a:pt x="152" y="229"/>
                </a:cubicBezTo>
                <a:cubicBezTo>
                  <a:pt x="153" y="223"/>
                  <a:pt x="153" y="223"/>
                  <a:pt x="153" y="223"/>
                </a:cubicBezTo>
                <a:cubicBezTo>
                  <a:pt x="115" y="220"/>
                  <a:pt x="115" y="220"/>
                  <a:pt x="115" y="220"/>
                </a:cubicBezTo>
                <a:cubicBezTo>
                  <a:pt x="82" y="216"/>
                  <a:pt x="57" y="211"/>
                  <a:pt x="39" y="204"/>
                </a:cubicBezTo>
                <a:cubicBezTo>
                  <a:pt x="28" y="201"/>
                  <a:pt x="18" y="196"/>
                  <a:pt x="11" y="186"/>
                </a:cubicBezTo>
                <a:cubicBezTo>
                  <a:pt x="4" y="177"/>
                  <a:pt x="0" y="167"/>
                  <a:pt x="0" y="155"/>
                </a:cubicBezTo>
                <a:cubicBezTo>
                  <a:pt x="0" y="141"/>
                  <a:pt x="5" y="129"/>
                  <a:pt x="15" y="120"/>
                </a:cubicBezTo>
                <a:cubicBezTo>
                  <a:pt x="25" y="110"/>
                  <a:pt x="37" y="105"/>
                  <a:pt x="51" y="105"/>
                </a:cubicBezTo>
                <a:cubicBezTo>
                  <a:pt x="60" y="105"/>
                  <a:pt x="68" y="107"/>
                  <a:pt x="75" y="111"/>
                </a:cubicBezTo>
                <a:cubicBezTo>
                  <a:pt x="77" y="112"/>
                  <a:pt x="77" y="112"/>
                  <a:pt x="77" y="112"/>
                </a:cubicBezTo>
                <a:cubicBezTo>
                  <a:pt x="77" y="110"/>
                  <a:pt x="77" y="110"/>
                  <a:pt x="77" y="110"/>
                </a:cubicBezTo>
                <a:cubicBezTo>
                  <a:pt x="76" y="104"/>
                  <a:pt x="75" y="99"/>
                  <a:pt x="75" y="94"/>
                </a:cubicBezTo>
                <a:cubicBezTo>
                  <a:pt x="75" y="68"/>
                  <a:pt x="85" y="46"/>
                  <a:pt x="103" y="27"/>
                </a:cubicBezTo>
                <a:cubicBezTo>
                  <a:pt x="121" y="9"/>
                  <a:pt x="144" y="0"/>
                  <a:pt x="170" y="0"/>
                </a:cubicBezTo>
                <a:cubicBezTo>
                  <a:pt x="192" y="0"/>
                  <a:pt x="211" y="7"/>
                  <a:pt x="228" y="20"/>
                </a:cubicBezTo>
                <a:cubicBezTo>
                  <a:pt x="245" y="34"/>
                  <a:pt x="256" y="51"/>
                  <a:pt x="261" y="72"/>
                </a:cubicBezTo>
                <a:cubicBezTo>
                  <a:pt x="261" y="74"/>
                  <a:pt x="261" y="74"/>
                  <a:pt x="261" y="74"/>
                </a:cubicBezTo>
                <a:cubicBezTo>
                  <a:pt x="263" y="72"/>
                  <a:pt x="263" y="72"/>
                  <a:pt x="263" y="72"/>
                </a:cubicBezTo>
                <a:cubicBezTo>
                  <a:pt x="269" y="65"/>
                  <a:pt x="277" y="58"/>
                  <a:pt x="287" y="54"/>
                </a:cubicBezTo>
                <a:cubicBezTo>
                  <a:pt x="296" y="49"/>
                  <a:pt x="306" y="47"/>
                  <a:pt x="317" y="47"/>
                </a:cubicBezTo>
                <a:cubicBezTo>
                  <a:pt x="337" y="47"/>
                  <a:pt x="354" y="54"/>
                  <a:pt x="368" y="68"/>
                </a:cubicBezTo>
                <a:moveTo>
                  <a:pt x="207" y="354"/>
                </a:moveTo>
                <a:cubicBezTo>
                  <a:pt x="208" y="354"/>
                  <a:pt x="208" y="354"/>
                  <a:pt x="208" y="354"/>
                </a:cubicBezTo>
                <a:cubicBezTo>
                  <a:pt x="210" y="355"/>
                  <a:pt x="211" y="356"/>
                  <a:pt x="210" y="358"/>
                </a:cubicBezTo>
                <a:cubicBezTo>
                  <a:pt x="206" y="377"/>
                  <a:pt x="206" y="377"/>
                  <a:pt x="206" y="377"/>
                </a:cubicBezTo>
                <a:cubicBezTo>
                  <a:pt x="225" y="365"/>
                  <a:pt x="225" y="365"/>
                  <a:pt x="225" y="365"/>
                </a:cubicBezTo>
                <a:cubicBezTo>
                  <a:pt x="227" y="364"/>
                  <a:pt x="227" y="364"/>
                  <a:pt x="227" y="364"/>
                </a:cubicBezTo>
                <a:cubicBezTo>
                  <a:pt x="228" y="364"/>
                  <a:pt x="230" y="365"/>
                  <a:pt x="230" y="366"/>
                </a:cubicBezTo>
                <a:cubicBezTo>
                  <a:pt x="231" y="367"/>
                  <a:pt x="231" y="368"/>
                  <a:pt x="231" y="369"/>
                </a:cubicBezTo>
                <a:cubicBezTo>
                  <a:pt x="229" y="371"/>
                  <a:pt x="229" y="371"/>
                  <a:pt x="229" y="371"/>
                </a:cubicBezTo>
                <a:cubicBezTo>
                  <a:pt x="204" y="388"/>
                  <a:pt x="204" y="388"/>
                  <a:pt x="204" y="388"/>
                </a:cubicBezTo>
                <a:cubicBezTo>
                  <a:pt x="202" y="394"/>
                  <a:pt x="202" y="394"/>
                  <a:pt x="202" y="394"/>
                </a:cubicBezTo>
                <a:cubicBezTo>
                  <a:pt x="208" y="390"/>
                  <a:pt x="208" y="390"/>
                  <a:pt x="208" y="390"/>
                </a:cubicBezTo>
                <a:cubicBezTo>
                  <a:pt x="210" y="390"/>
                  <a:pt x="210" y="390"/>
                  <a:pt x="210" y="390"/>
                </a:cubicBezTo>
                <a:cubicBezTo>
                  <a:pt x="213" y="392"/>
                  <a:pt x="213" y="392"/>
                  <a:pt x="213" y="392"/>
                </a:cubicBezTo>
                <a:cubicBezTo>
                  <a:pt x="214" y="394"/>
                  <a:pt x="214" y="395"/>
                  <a:pt x="212" y="397"/>
                </a:cubicBezTo>
                <a:cubicBezTo>
                  <a:pt x="200" y="404"/>
                  <a:pt x="200" y="404"/>
                  <a:pt x="200" y="404"/>
                </a:cubicBezTo>
                <a:cubicBezTo>
                  <a:pt x="197" y="418"/>
                  <a:pt x="197" y="418"/>
                  <a:pt x="197" y="418"/>
                </a:cubicBezTo>
                <a:cubicBezTo>
                  <a:pt x="211" y="414"/>
                  <a:pt x="211" y="414"/>
                  <a:pt x="211" y="414"/>
                </a:cubicBezTo>
                <a:cubicBezTo>
                  <a:pt x="217" y="402"/>
                  <a:pt x="217" y="402"/>
                  <a:pt x="217" y="402"/>
                </a:cubicBezTo>
                <a:cubicBezTo>
                  <a:pt x="218" y="401"/>
                  <a:pt x="219" y="400"/>
                  <a:pt x="220" y="400"/>
                </a:cubicBezTo>
                <a:cubicBezTo>
                  <a:pt x="222" y="400"/>
                  <a:pt x="222" y="400"/>
                  <a:pt x="222" y="400"/>
                </a:cubicBezTo>
                <a:cubicBezTo>
                  <a:pt x="224" y="402"/>
                  <a:pt x="224" y="402"/>
                  <a:pt x="224" y="402"/>
                </a:cubicBezTo>
                <a:cubicBezTo>
                  <a:pt x="223" y="405"/>
                  <a:pt x="223" y="405"/>
                  <a:pt x="223" y="405"/>
                </a:cubicBezTo>
                <a:cubicBezTo>
                  <a:pt x="221" y="411"/>
                  <a:pt x="221" y="411"/>
                  <a:pt x="221" y="411"/>
                </a:cubicBezTo>
                <a:cubicBezTo>
                  <a:pt x="227" y="409"/>
                  <a:pt x="227" y="409"/>
                  <a:pt x="227" y="409"/>
                </a:cubicBezTo>
                <a:cubicBezTo>
                  <a:pt x="241" y="382"/>
                  <a:pt x="241" y="382"/>
                  <a:pt x="241" y="382"/>
                </a:cubicBezTo>
                <a:cubicBezTo>
                  <a:pt x="241" y="381"/>
                  <a:pt x="243" y="380"/>
                  <a:pt x="244" y="380"/>
                </a:cubicBezTo>
                <a:cubicBezTo>
                  <a:pt x="246" y="381"/>
                  <a:pt x="246" y="381"/>
                  <a:pt x="246" y="381"/>
                </a:cubicBezTo>
                <a:cubicBezTo>
                  <a:pt x="247" y="381"/>
                  <a:pt x="247" y="382"/>
                  <a:pt x="248" y="383"/>
                </a:cubicBezTo>
                <a:cubicBezTo>
                  <a:pt x="247" y="386"/>
                  <a:pt x="247" y="386"/>
                  <a:pt x="247" y="386"/>
                </a:cubicBezTo>
                <a:cubicBezTo>
                  <a:pt x="237" y="406"/>
                  <a:pt x="237" y="406"/>
                  <a:pt x="237" y="406"/>
                </a:cubicBezTo>
                <a:cubicBezTo>
                  <a:pt x="255" y="400"/>
                  <a:pt x="255" y="400"/>
                  <a:pt x="255" y="400"/>
                </a:cubicBezTo>
                <a:cubicBezTo>
                  <a:pt x="256" y="400"/>
                  <a:pt x="256" y="400"/>
                  <a:pt x="256" y="400"/>
                </a:cubicBezTo>
                <a:cubicBezTo>
                  <a:pt x="258" y="400"/>
                  <a:pt x="259" y="400"/>
                  <a:pt x="259" y="402"/>
                </a:cubicBezTo>
                <a:cubicBezTo>
                  <a:pt x="260" y="404"/>
                  <a:pt x="259" y="406"/>
                  <a:pt x="257" y="406"/>
                </a:cubicBezTo>
                <a:cubicBezTo>
                  <a:pt x="239" y="412"/>
                  <a:pt x="239" y="412"/>
                  <a:pt x="239" y="412"/>
                </a:cubicBezTo>
                <a:cubicBezTo>
                  <a:pt x="259" y="422"/>
                  <a:pt x="259" y="422"/>
                  <a:pt x="259" y="422"/>
                </a:cubicBezTo>
                <a:cubicBezTo>
                  <a:pt x="261" y="425"/>
                  <a:pt x="261" y="425"/>
                  <a:pt x="261" y="425"/>
                </a:cubicBezTo>
                <a:cubicBezTo>
                  <a:pt x="260" y="427"/>
                  <a:pt x="260" y="427"/>
                  <a:pt x="260" y="427"/>
                </a:cubicBezTo>
                <a:cubicBezTo>
                  <a:pt x="260" y="429"/>
                  <a:pt x="259" y="429"/>
                  <a:pt x="257" y="429"/>
                </a:cubicBezTo>
                <a:cubicBezTo>
                  <a:pt x="255" y="429"/>
                  <a:pt x="255" y="429"/>
                  <a:pt x="255" y="429"/>
                </a:cubicBezTo>
                <a:cubicBezTo>
                  <a:pt x="229" y="415"/>
                  <a:pt x="229" y="415"/>
                  <a:pt x="229" y="415"/>
                </a:cubicBezTo>
                <a:cubicBezTo>
                  <a:pt x="223" y="417"/>
                  <a:pt x="223" y="417"/>
                  <a:pt x="223" y="417"/>
                </a:cubicBezTo>
                <a:cubicBezTo>
                  <a:pt x="228" y="420"/>
                  <a:pt x="228" y="420"/>
                  <a:pt x="228" y="420"/>
                </a:cubicBezTo>
                <a:cubicBezTo>
                  <a:pt x="230" y="422"/>
                  <a:pt x="230" y="422"/>
                  <a:pt x="230" y="422"/>
                </a:cubicBezTo>
                <a:cubicBezTo>
                  <a:pt x="230" y="425"/>
                  <a:pt x="230" y="425"/>
                  <a:pt x="230" y="425"/>
                </a:cubicBezTo>
                <a:cubicBezTo>
                  <a:pt x="229" y="426"/>
                  <a:pt x="228" y="427"/>
                  <a:pt x="227" y="427"/>
                </a:cubicBezTo>
                <a:cubicBezTo>
                  <a:pt x="225" y="427"/>
                  <a:pt x="225" y="427"/>
                  <a:pt x="225" y="427"/>
                </a:cubicBezTo>
                <a:cubicBezTo>
                  <a:pt x="213" y="420"/>
                  <a:pt x="213" y="420"/>
                  <a:pt x="213" y="420"/>
                </a:cubicBezTo>
                <a:cubicBezTo>
                  <a:pt x="199" y="425"/>
                  <a:pt x="199" y="425"/>
                  <a:pt x="199" y="425"/>
                </a:cubicBezTo>
                <a:cubicBezTo>
                  <a:pt x="209" y="435"/>
                  <a:pt x="209" y="435"/>
                  <a:pt x="209" y="435"/>
                </a:cubicBezTo>
                <a:cubicBezTo>
                  <a:pt x="223" y="434"/>
                  <a:pt x="223" y="434"/>
                  <a:pt x="223" y="434"/>
                </a:cubicBezTo>
                <a:cubicBezTo>
                  <a:pt x="224" y="434"/>
                  <a:pt x="225" y="434"/>
                  <a:pt x="226" y="435"/>
                </a:cubicBezTo>
                <a:cubicBezTo>
                  <a:pt x="227" y="438"/>
                  <a:pt x="227" y="438"/>
                  <a:pt x="227" y="438"/>
                </a:cubicBezTo>
                <a:cubicBezTo>
                  <a:pt x="226" y="440"/>
                  <a:pt x="226" y="440"/>
                  <a:pt x="226" y="440"/>
                </a:cubicBezTo>
                <a:cubicBezTo>
                  <a:pt x="225" y="441"/>
                  <a:pt x="224" y="441"/>
                  <a:pt x="223" y="441"/>
                </a:cubicBezTo>
                <a:cubicBezTo>
                  <a:pt x="217" y="442"/>
                  <a:pt x="217" y="442"/>
                  <a:pt x="217" y="442"/>
                </a:cubicBezTo>
                <a:cubicBezTo>
                  <a:pt x="222" y="446"/>
                  <a:pt x="222" y="446"/>
                  <a:pt x="222" y="446"/>
                </a:cubicBezTo>
                <a:cubicBezTo>
                  <a:pt x="252" y="445"/>
                  <a:pt x="252" y="445"/>
                  <a:pt x="252" y="445"/>
                </a:cubicBezTo>
                <a:cubicBezTo>
                  <a:pt x="252" y="445"/>
                  <a:pt x="252" y="445"/>
                  <a:pt x="252" y="445"/>
                </a:cubicBezTo>
                <a:cubicBezTo>
                  <a:pt x="254" y="445"/>
                  <a:pt x="256" y="446"/>
                  <a:pt x="256" y="448"/>
                </a:cubicBezTo>
                <a:cubicBezTo>
                  <a:pt x="256" y="451"/>
                  <a:pt x="254" y="452"/>
                  <a:pt x="252" y="452"/>
                </a:cubicBezTo>
                <a:cubicBezTo>
                  <a:pt x="230" y="453"/>
                  <a:pt x="230" y="453"/>
                  <a:pt x="230" y="453"/>
                </a:cubicBezTo>
                <a:cubicBezTo>
                  <a:pt x="244" y="466"/>
                  <a:pt x="244" y="466"/>
                  <a:pt x="244" y="466"/>
                </a:cubicBezTo>
                <a:cubicBezTo>
                  <a:pt x="245" y="467"/>
                  <a:pt x="245" y="469"/>
                  <a:pt x="244" y="471"/>
                </a:cubicBezTo>
                <a:cubicBezTo>
                  <a:pt x="243" y="472"/>
                  <a:pt x="242" y="472"/>
                  <a:pt x="242" y="472"/>
                </a:cubicBezTo>
                <a:cubicBezTo>
                  <a:pt x="239" y="471"/>
                  <a:pt x="239" y="471"/>
                  <a:pt x="239" y="471"/>
                </a:cubicBezTo>
                <a:cubicBezTo>
                  <a:pt x="225" y="458"/>
                  <a:pt x="225" y="458"/>
                  <a:pt x="225" y="458"/>
                </a:cubicBezTo>
                <a:cubicBezTo>
                  <a:pt x="226" y="480"/>
                  <a:pt x="226" y="480"/>
                  <a:pt x="226" y="480"/>
                </a:cubicBezTo>
                <a:cubicBezTo>
                  <a:pt x="225" y="483"/>
                  <a:pt x="225" y="483"/>
                  <a:pt x="225" y="483"/>
                </a:cubicBezTo>
                <a:cubicBezTo>
                  <a:pt x="223" y="484"/>
                  <a:pt x="223" y="484"/>
                  <a:pt x="223" y="484"/>
                </a:cubicBezTo>
                <a:cubicBezTo>
                  <a:pt x="222" y="484"/>
                  <a:pt x="222" y="484"/>
                  <a:pt x="222" y="484"/>
                </a:cubicBezTo>
                <a:cubicBezTo>
                  <a:pt x="220" y="484"/>
                  <a:pt x="219" y="483"/>
                  <a:pt x="219" y="481"/>
                </a:cubicBezTo>
                <a:cubicBezTo>
                  <a:pt x="217" y="451"/>
                  <a:pt x="217" y="451"/>
                  <a:pt x="217" y="451"/>
                </a:cubicBezTo>
                <a:cubicBezTo>
                  <a:pt x="213" y="447"/>
                  <a:pt x="213" y="447"/>
                  <a:pt x="213" y="447"/>
                </a:cubicBezTo>
                <a:cubicBezTo>
                  <a:pt x="213" y="453"/>
                  <a:pt x="213" y="453"/>
                  <a:pt x="213" y="453"/>
                </a:cubicBezTo>
                <a:cubicBezTo>
                  <a:pt x="213" y="455"/>
                  <a:pt x="212" y="457"/>
                  <a:pt x="209" y="457"/>
                </a:cubicBezTo>
                <a:cubicBezTo>
                  <a:pt x="209" y="457"/>
                  <a:pt x="209" y="457"/>
                  <a:pt x="209" y="457"/>
                </a:cubicBezTo>
                <a:cubicBezTo>
                  <a:pt x="207" y="457"/>
                  <a:pt x="206" y="455"/>
                  <a:pt x="205" y="453"/>
                </a:cubicBezTo>
                <a:cubicBezTo>
                  <a:pt x="205" y="440"/>
                  <a:pt x="205" y="440"/>
                  <a:pt x="205" y="440"/>
                </a:cubicBezTo>
                <a:cubicBezTo>
                  <a:pt x="194" y="429"/>
                  <a:pt x="194" y="429"/>
                  <a:pt x="194" y="429"/>
                </a:cubicBezTo>
                <a:cubicBezTo>
                  <a:pt x="191" y="444"/>
                  <a:pt x="191" y="444"/>
                  <a:pt x="191" y="444"/>
                </a:cubicBezTo>
                <a:cubicBezTo>
                  <a:pt x="198" y="455"/>
                  <a:pt x="198" y="455"/>
                  <a:pt x="198" y="455"/>
                </a:cubicBezTo>
                <a:cubicBezTo>
                  <a:pt x="200" y="457"/>
                  <a:pt x="199" y="459"/>
                  <a:pt x="197" y="460"/>
                </a:cubicBezTo>
                <a:cubicBezTo>
                  <a:pt x="195" y="461"/>
                  <a:pt x="195" y="461"/>
                  <a:pt x="195" y="461"/>
                </a:cubicBezTo>
                <a:cubicBezTo>
                  <a:pt x="194" y="461"/>
                  <a:pt x="193" y="460"/>
                  <a:pt x="192" y="459"/>
                </a:cubicBezTo>
                <a:cubicBezTo>
                  <a:pt x="189" y="454"/>
                  <a:pt x="189" y="454"/>
                  <a:pt x="189" y="454"/>
                </a:cubicBezTo>
                <a:cubicBezTo>
                  <a:pt x="187" y="460"/>
                  <a:pt x="187" y="460"/>
                  <a:pt x="187" y="460"/>
                </a:cubicBezTo>
                <a:cubicBezTo>
                  <a:pt x="203" y="486"/>
                  <a:pt x="203" y="486"/>
                  <a:pt x="203" y="486"/>
                </a:cubicBezTo>
                <a:cubicBezTo>
                  <a:pt x="204" y="486"/>
                  <a:pt x="204" y="487"/>
                  <a:pt x="204" y="488"/>
                </a:cubicBezTo>
                <a:cubicBezTo>
                  <a:pt x="202" y="491"/>
                  <a:pt x="202" y="491"/>
                  <a:pt x="202" y="491"/>
                </a:cubicBezTo>
                <a:cubicBezTo>
                  <a:pt x="200" y="491"/>
                  <a:pt x="200" y="491"/>
                  <a:pt x="200" y="491"/>
                </a:cubicBezTo>
                <a:cubicBezTo>
                  <a:pt x="199" y="491"/>
                  <a:pt x="198" y="490"/>
                  <a:pt x="197" y="489"/>
                </a:cubicBezTo>
                <a:cubicBezTo>
                  <a:pt x="185" y="470"/>
                  <a:pt x="185" y="470"/>
                  <a:pt x="185" y="470"/>
                </a:cubicBezTo>
                <a:cubicBezTo>
                  <a:pt x="181" y="489"/>
                  <a:pt x="181" y="489"/>
                  <a:pt x="181" y="489"/>
                </a:cubicBezTo>
                <a:cubicBezTo>
                  <a:pt x="180" y="491"/>
                  <a:pt x="179" y="492"/>
                  <a:pt x="178" y="492"/>
                </a:cubicBezTo>
                <a:cubicBezTo>
                  <a:pt x="177" y="492"/>
                  <a:pt x="177" y="492"/>
                  <a:pt x="177" y="492"/>
                </a:cubicBezTo>
                <a:cubicBezTo>
                  <a:pt x="175" y="491"/>
                  <a:pt x="174" y="490"/>
                  <a:pt x="174" y="488"/>
                </a:cubicBezTo>
                <a:cubicBezTo>
                  <a:pt x="178" y="469"/>
                  <a:pt x="178" y="469"/>
                  <a:pt x="178" y="469"/>
                </a:cubicBezTo>
                <a:cubicBezTo>
                  <a:pt x="159" y="481"/>
                  <a:pt x="159" y="481"/>
                  <a:pt x="159" y="481"/>
                </a:cubicBezTo>
                <a:cubicBezTo>
                  <a:pt x="159" y="482"/>
                  <a:pt x="158" y="482"/>
                  <a:pt x="158" y="482"/>
                </a:cubicBezTo>
                <a:cubicBezTo>
                  <a:pt x="156" y="482"/>
                  <a:pt x="155" y="481"/>
                  <a:pt x="154" y="480"/>
                </a:cubicBezTo>
                <a:cubicBezTo>
                  <a:pt x="154" y="479"/>
                  <a:pt x="154" y="478"/>
                  <a:pt x="154" y="477"/>
                </a:cubicBezTo>
                <a:cubicBezTo>
                  <a:pt x="154" y="476"/>
                  <a:pt x="155" y="475"/>
                  <a:pt x="156" y="475"/>
                </a:cubicBezTo>
                <a:cubicBezTo>
                  <a:pt x="181" y="459"/>
                  <a:pt x="181" y="459"/>
                  <a:pt x="181" y="459"/>
                </a:cubicBezTo>
                <a:cubicBezTo>
                  <a:pt x="182" y="453"/>
                  <a:pt x="182" y="453"/>
                  <a:pt x="182" y="453"/>
                </a:cubicBezTo>
                <a:cubicBezTo>
                  <a:pt x="177" y="456"/>
                  <a:pt x="177" y="456"/>
                  <a:pt x="177" y="456"/>
                </a:cubicBezTo>
                <a:cubicBezTo>
                  <a:pt x="175" y="456"/>
                  <a:pt x="175" y="456"/>
                  <a:pt x="175" y="456"/>
                </a:cubicBezTo>
                <a:cubicBezTo>
                  <a:pt x="174" y="456"/>
                  <a:pt x="173" y="456"/>
                  <a:pt x="172" y="455"/>
                </a:cubicBezTo>
                <a:cubicBezTo>
                  <a:pt x="171" y="453"/>
                  <a:pt x="171" y="451"/>
                  <a:pt x="173" y="450"/>
                </a:cubicBezTo>
                <a:cubicBezTo>
                  <a:pt x="184" y="442"/>
                  <a:pt x="184" y="442"/>
                  <a:pt x="184" y="442"/>
                </a:cubicBezTo>
                <a:cubicBezTo>
                  <a:pt x="187" y="428"/>
                  <a:pt x="187" y="428"/>
                  <a:pt x="187" y="428"/>
                </a:cubicBezTo>
                <a:cubicBezTo>
                  <a:pt x="174" y="432"/>
                  <a:pt x="174" y="432"/>
                  <a:pt x="174" y="432"/>
                </a:cubicBezTo>
                <a:cubicBezTo>
                  <a:pt x="168" y="444"/>
                  <a:pt x="168" y="444"/>
                  <a:pt x="168" y="444"/>
                </a:cubicBezTo>
                <a:cubicBezTo>
                  <a:pt x="164" y="446"/>
                  <a:pt x="164" y="446"/>
                  <a:pt x="164" y="446"/>
                </a:cubicBezTo>
                <a:cubicBezTo>
                  <a:pt x="162" y="446"/>
                  <a:pt x="162" y="446"/>
                  <a:pt x="162" y="446"/>
                </a:cubicBezTo>
                <a:cubicBezTo>
                  <a:pt x="160" y="445"/>
                  <a:pt x="160" y="443"/>
                  <a:pt x="161" y="441"/>
                </a:cubicBezTo>
                <a:cubicBezTo>
                  <a:pt x="164" y="435"/>
                  <a:pt x="164" y="435"/>
                  <a:pt x="164" y="435"/>
                </a:cubicBezTo>
                <a:cubicBezTo>
                  <a:pt x="158" y="437"/>
                  <a:pt x="158" y="437"/>
                  <a:pt x="158" y="437"/>
                </a:cubicBezTo>
                <a:cubicBezTo>
                  <a:pt x="144" y="464"/>
                  <a:pt x="144" y="464"/>
                  <a:pt x="144" y="464"/>
                </a:cubicBezTo>
                <a:cubicBezTo>
                  <a:pt x="143" y="465"/>
                  <a:pt x="142" y="466"/>
                  <a:pt x="140" y="466"/>
                </a:cubicBezTo>
                <a:cubicBezTo>
                  <a:pt x="139" y="465"/>
                  <a:pt x="139" y="465"/>
                  <a:pt x="139" y="465"/>
                </a:cubicBezTo>
                <a:cubicBezTo>
                  <a:pt x="138" y="465"/>
                  <a:pt x="137" y="464"/>
                  <a:pt x="137" y="463"/>
                </a:cubicBezTo>
                <a:cubicBezTo>
                  <a:pt x="137" y="462"/>
                  <a:pt x="137" y="461"/>
                  <a:pt x="137" y="461"/>
                </a:cubicBezTo>
                <a:cubicBezTo>
                  <a:pt x="148" y="440"/>
                  <a:pt x="148" y="440"/>
                  <a:pt x="148" y="440"/>
                </a:cubicBezTo>
                <a:cubicBezTo>
                  <a:pt x="129" y="446"/>
                  <a:pt x="129" y="446"/>
                  <a:pt x="129" y="446"/>
                </a:cubicBezTo>
                <a:cubicBezTo>
                  <a:pt x="128" y="446"/>
                  <a:pt x="128" y="446"/>
                  <a:pt x="128" y="446"/>
                </a:cubicBezTo>
                <a:cubicBezTo>
                  <a:pt x="127" y="446"/>
                  <a:pt x="126" y="446"/>
                  <a:pt x="125" y="444"/>
                </a:cubicBezTo>
                <a:cubicBezTo>
                  <a:pt x="124" y="442"/>
                  <a:pt x="125" y="441"/>
                  <a:pt x="127" y="440"/>
                </a:cubicBezTo>
                <a:cubicBezTo>
                  <a:pt x="146" y="434"/>
                  <a:pt x="146" y="434"/>
                  <a:pt x="146" y="434"/>
                </a:cubicBezTo>
                <a:cubicBezTo>
                  <a:pt x="126" y="424"/>
                  <a:pt x="126" y="424"/>
                  <a:pt x="126" y="424"/>
                </a:cubicBezTo>
                <a:cubicBezTo>
                  <a:pt x="124" y="422"/>
                  <a:pt x="124" y="422"/>
                  <a:pt x="124" y="422"/>
                </a:cubicBezTo>
                <a:cubicBezTo>
                  <a:pt x="124" y="421"/>
                  <a:pt x="124" y="420"/>
                  <a:pt x="124" y="419"/>
                </a:cubicBezTo>
                <a:cubicBezTo>
                  <a:pt x="125" y="417"/>
                  <a:pt x="126" y="417"/>
                  <a:pt x="127" y="417"/>
                </a:cubicBezTo>
                <a:cubicBezTo>
                  <a:pt x="129" y="417"/>
                  <a:pt x="129" y="417"/>
                  <a:pt x="129" y="417"/>
                </a:cubicBezTo>
                <a:cubicBezTo>
                  <a:pt x="156" y="431"/>
                  <a:pt x="156" y="431"/>
                  <a:pt x="156" y="431"/>
                </a:cubicBezTo>
                <a:cubicBezTo>
                  <a:pt x="162" y="429"/>
                  <a:pt x="162" y="429"/>
                  <a:pt x="162" y="429"/>
                </a:cubicBezTo>
                <a:cubicBezTo>
                  <a:pt x="156" y="426"/>
                  <a:pt x="156" y="426"/>
                  <a:pt x="156" y="426"/>
                </a:cubicBezTo>
                <a:cubicBezTo>
                  <a:pt x="155" y="424"/>
                  <a:pt x="155" y="424"/>
                  <a:pt x="155" y="424"/>
                </a:cubicBezTo>
                <a:cubicBezTo>
                  <a:pt x="154" y="423"/>
                  <a:pt x="154" y="422"/>
                  <a:pt x="155" y="421"/>
                </a:cubicBezTo>
                <a:cubicBezTo>
                  <a:pt x="155" y="420"/>
                  <a:pt x="156" y="419"/>
                  <a:pt x="158" y="419"/>
                </a:cubicBezTo>
                <a:cubicBezTo>
                  <a:pt x="160" y="420"/>
                  <a:pt x="160" y="420"/>
                  <a:pt x="160" y="420"/>
                </a:cubicBezTo>
                <a:cubicBezTo>
                  <a:pt x="172" y="426"/>
                  <a:pt x="172" y="426"/>
                  <a:pt x="172" y="426"/>
                </a:cubicBezTo>
                <a:cubicBezTo>
                  <a:pt x="186" y="421"/>
                  <a:pt x="186" y="421"/>
                  <a:pt x="186" y="421"/>
                </a:cubicBezTo>
                <a:cubicBezTo>
                  <a:pt x="175" y="411"/>
                  <a:pt x="175" y="411"/>
                  <a:pt x="175" y="411"/>
                </a:cubicBezTo>
                <a:cubicBezTo>
                  <a:pt x="162" y="412"/>
                  <a:pt x="162" y="412"/>
                  <a:pt x="162" y="412"/>
                </a:cubicBezTo>
                <a:cubicBezTo>
                  <a:pt x="161" y="412"/>
                  <a:pt x="161" y="412"/>
                  <a:pt x="161" y="412"/>
                </a:cubicBezTo>
                <a:cubicBezTo>
                  <a:pt x="159" y="411"/>
                  <a:pt x="159" y="411"/>
                  <a:pt x="159" y="411"/>
                </a:cubicBezTo>
                <a:cubicBezTo>
                  <a:pt x="158" y="410"/>
                  <a:pt x="158" y="410"/>
                  <a:pt x="158" y="409"/>
                </a:cubicBezTo>
                <a:cubicBezTo>
                  <a:pt x="157" y="406"/>
                  <a:pt x="159" y="405"/>
                  <a:pt x="161" y="405"/>
                </a:cubicBezTo>
                <a:cubicBezTo>
                  <a:pt x="168" y="405"/>
                  <a:pt x="168" y="405"/>
                  <a:pt x="168" y="405"/>
                </a:cubicBezTo>
                <a:cubicBezTo>
                  <a:pt x="163" y="400"/>
                  <a:pt x="163" y="400"/>
                  <a:pt x="163" y="400"/>
                </a:cubicBezTo>
                <a:cubicBezTo>
                  <a:pt x="133" y="402"/>
                  <a:pt x="133" y="402"/>
                  <a:pt x="133" y="402"/>
                </a:cubicBezTo>
                <a:cubicBezTo>
                  <a:pt x="130" y="401"/>
                  <a:pt x="130" y="401"/>
                  <a:pt x="130" y="401"/>
                </a:cubicBezTo>
                <a:cubicBezTo>
                  <a:pt x="129" y="400"/>
                  <a:pt x="129" y="399"/>
                  <a:pt x="129" y="398"/>
                </a:cubicBezTo>
                <a:cubicBezTo>
                  <a:pt x="129" y="395"/>
                  <a:pt x="130" y="394"/>
                  <a:pt x="132" y="394"/>
                </a:cubicBezTo>
                <a:cubicBezTo>
                  <a:pt x="155" y="393"/>
                  <a:pt x="155" y="393"/>
                  <a:pt x="155" y="393"/>
                </a:cubicBezTo>
                <a:cubicBezTo>
                  <a:pt x="141" y="380"/>
                  <a:pt x="141" y="380"/>
                  <a:pt x="141" y="380"/>
                </a:cubicBezTo>
                <a:cubicBezTo>
                  <a:pt x="139" y="379"/>
                  <a:pt x="139" y="377"/>
                  <a:pt x="140" y="375"/>
                </a:cubicBezTo>
                <a:cubicBezTo>
                  <a:pt x="141" y="375"/>
                  <a:pt x="142" y="374"/>
                  <a:pt x="143" y="374"/>
                </a:cubicBezTo>
                <a:cubicBezTo>
                  <a:pt x="145" y="375"/>
                  <a:pt x="145" y="375"/>
                  <a:pt x="145" y="375"/>
                </a:cubicBezTo>
                <a:cubicBezTo>
                  <a:pt x="159" y="388"/>
                  <a:pt x="159" y="388"/>
                  <a:pt x="159" y="388"/>
                </a:cubicBezTo>
                <a:cubicBezTo>
                  <a:pt x="158" y="366"/>
                  <a:pt x="158" y="366"/>
                  <a:pt x="158" y="366"/>
                </a:cubicBezTo>
                <a:cubicBezTo>
                  <a:pt x="158" y="363"/>
                  <a:pt x="159" y="362"/>
                  <a:pt x="162" y="362"/>
                </a:cubicBezTo>
                <a:cubicBezTo>
                  <a:pt x="162" y="362"/>
                  <a:pt x="162" y="362"/>
                  <a:pt x="162" y="362"/>
                </a:cubicBezTo>
                <a:cubicBezTo>
                  <a:pt x="164" y="362"/>
                  <a:pt x="166" y="363"/>
                  <a:pt x="166" y="366"/>
                </a:cubicBezTo>
                <a:cubicBezTo>
                  <a:pt x="167" y="395"/>
                  <a:pt x="167" y="395"/>
                  <a:pt x="167" y="395"/>
                </a:cubicBezTo>
                <a:cubicBezTo>
                  <a:pt x="172" y="400"/>
                  <a:pt x="172" y="400"/>
                  <a:pt x="172" y="400"/>
                </a:cubicBezTo>
                <a:cubicBezTo>
                  <a:pt x="172" y="394"/>
                  <a:pt x="172" y="394"/>
                  <a:pt x="172" y="394"/>
                </a:cubicBezTo>
                <a:cubicBezTo>
                  <a:pt x="172" y="391"/>
                  <a:pt x="173" y="390"/>
                  <a:pt x="175" y="390"/>
                </a:cubicBezTo>
                <a:cubicBezTo>
                  <a:pt x="175" y="390"/>
                  <a:pt x="175" y="390"/>
                  <a:pt x="175" y="390"/>
                </a:cubicBezTo>
                <a:cubicBezTo>
                  <a:pt x="178" y="390"/>
                  <a:pt x="179" y="391"/>
                  <a:pt x="179" y="393"/>
                </a:cubicBezTo>
                <a:cubicBezTo>
                  <a:pt x="180" y="407"/>
                  <a:pt x="180" y="407"/>
                  <a:pt x="180" y="407"/>
                </a:cubicBezTo>
                <a:cubicBezTo>
                  <a:pt x="191" y="417"/>
                  <a:pt x="191" y="417"/>
                  <a:pt x="191" y="417"/>
                </a:cubicBezTo>
                <a:cubicBezTo>
                  <a:pt x="194" y="402"/>
                  <a:pt x="194" y="402"/>
                  <a:pt x="194" y="402"/>
                </a:cubicBezTo>
                <a:cubicBezTo>
                  <a:pt x="186" y="391"/>
                  <a:pt x="186" y="391"/>
                  <a:pt x="186" y="391"/>
                </a:cubicBezTo>
                <a:cubicBezTo>
                  <a:pt x="186" y="390"/>
                  <a:pt x="186" y="389"/>
                  <a:pt x="186" y="388"/>
                </a:cubicBezTo>
                <a:cubicBezTo>
                  <a:pt x="186" y="387"/>
                  <a:pt x="187" y="387"/>
                  <a:pt x="187" y="386"/>
                </a:cubicBezTo>
                <a:cubicBezTo>
                  <a:pt x="189" y="385"/>
                  <a:pt x="189" y="385"/>
                  <a:pt x="189" y="385"/>
                </a:cubicBezTo>
                <a:cubicBezTo>
                  <a:pt x="191" y="385"/>
                  <a:pt x="192" y="386"/>
                  <a:pt x="193" y="387"/>
                </a:cubicBezTo>
                <a:cubicBezTo>
                  <a:pt x="196" y="392"/>
                  <a:pt x="196" y="392"/>
                  <a:pt x="196" y="392"/>
                </a:cubicBezTo>
                <a:cubicBezTo>
                  <a:pt x="197" y="386"/>
                  <a:pt x="197" y="386"/>
                  <a:pt x="197" y="386"/>
                </a:cubicBezTo>
                <a:cubicBezTo>
                  <a:pt x="181" y="361"/>
                  <a:pt x="181" y="361"/>
                  <a:pt x="181" y="361"/>
                </a:cubicBezTo>
                <a:cubicBezTo>
                  <a:pt x="181" y="360"/>
                  <a:pt x="180" y="359"/>
                  <a:pt x="181" y="358"/>
                </a:cubicBezTo>
                <a:cubicBezTo>
                  <a:pt x="181" y="357"/>
                  <a:pt x="181" y="356"/>
                  <a:pt x="182" y="356"/>
                </a:cubicBezTo>
                <a:cubicBezTo>
                  <a:pt x="184" y="355"/>
                  <a:pt x="184" y="355"/>
                  <a:pt x="184" y="355"/>
                </a:cubicBezTo>
                <a:cubicBezTo>
                  <a:pt x="186" y="355"/>
                  <a:pt x="187" y="356"/>
                  <a:pt x="187" y="357"/>
                </a:cubicBezTo>
                <a:cubicBezTo>
                  <a:pt x="200" y="376"/>
                  <a:pt x="200" y="376"/>
                  <a:pt x="200" y="376"/>
                </a:cubicBezTo>
                <a:cubicBezTo>
                  <a:pt x="204" y="357"/>
                  <a:pt x="204" y="357"/>
                  <a:pt x="204" y="357"/>
                </a:cubicBezTo>
                <a:cubicBezTo>
                  <a:pt x="204" y="355"/>
                  <a:pt x="205" y="354"/>
                  <a:pt x="207" y="354"/>
                </a:cubicBezTo>
                <a:moveTo>
                  <a:pt x="292" y="472"/>
                </a:moveTo>
                <a:cubicBezTo>
                  <a:pt x="294" y="472"/>
                  <a:pt x="294" y="472"/>
                  <a:pt x="294" y="472"/>
                </a:cubicBezTo>
                <a:cubicBezTo>
                  <a:pt x="303" y="480"/>
                  <a:pt x="303" y="480"/>
                  <a:pt x="303" y="480"/>
                </a:cubicBezTo>
                <a:cubicBezTo>
                  <a:pt x="302" y="466"/>
                  <a:pt x="302" y="466"/>
                  <a:pt x="302" y="466"/>
                </a:cubicBezTo>
                <a:cubicBezTo>
                  <a:pt x="302" y="465"/>
                  <a:pt x="303" y="464"/>
                  <a:pt x="305" y="464"/>
                </a:cubicBezTo>
                <a:cubicBezTo>
                  <a:pt x="306" y="464"/>
                  <a:pt x="307" y="464"/>
                  <a:pt x="307" y="466"/>
                </a:cubicBezTo>
                <a:cubicBezTo>
                  <a:pt x="308" y="485"/>
                  <a:pt x="308" y="485"/>
                  <a:pt x="308" y="485"/>
                </a:cubicBezTo>
                <a:cubicBezTo>
                  <a:pt x="311" y="488"/>
                  <a:pt x="311" y="488"/>
                  <a:pt x="311" y="488"/>
                </a:cubicBezTo>
                <a:cubicBezTo>
                  <a:pt x="311" y="484"/>
                  <a:pt x="311" y="484"/>
                  <a:pt x="311" y="484"/>
                </a:cubicBezTo>
                <a:cubicBezTo>
                  <a:pt x="311" y="482"/>
                  <a:pt x="311" y="482"/>
                  <a:pt x="313" y="481"/>
                </a:cubicBezTo>
                <a:cubicBezTo>
                  <a:pt x="313" y="481"/>
                  <a:pt x="313" y="481"/>
                  <a:pt x="313" y="481"/>
                </a:cubicBezTo>
                <a:cubicBezTo>
                  <a:pt x="315" y="481"/>
                  <a:pt x="315" y="482"/>
                  <a:pt x="315" y="484"/>
                </a:cubicBezTo>
                <a:cubicBezTo>
                  <a:pt x="316" y="492"/>
                  <a:pt x="316" y="492"/>
                  <a:pt x="316" y="492"/>
                </a:cubicBezTo>
                <a:cubicBezTo>
                  <a:pt x="323" y="499"/>
                  <a:pt x="323" y="499"/>
                  <a:pt x="323" y="499"/>
                </a:cubicBezTo>
                <a:cubicBezTo>
                  <a:pt x="325" y="490"/>
                  <a:pt x="325" y="490"/>
                  <a:pt x="325" y="490"/>
                </a:cubicBezTo>
                <a:cubicBezTo>
                  <a:pt x="320" y="482"/>
                  <a:pt x="320" y="482"/>
                  <a:pt x="320" y="482"/>
                </a:cubicBezTo>
                <a:cubicBezTo>
                  <a:pt x="320" y="481"/>
                  <a:pt x="320" y="481"/>
                  <a:pt x="320" y="481"/>
                </a:cubicBezTo>
                <a:cubicBezTo>
                  <a:pt x="320" y="480"/>
                  <a:pt x="320" y="480"/>
                  <a:pt x="321" y="479"/>
                </a:cubicBezTo>
                <a:cubicBezTo>
                  <a:pt x="322" y="479"/>
                  <a:pt x="322" y="479"/>
                  <a:pt x="322" y="479"/>
                </a:cubicBezTo>
                <a:cubicBezTo>
                  <a:pt x="323" y="479"/>
                  <a:pt x="324" y="479"/>
                  <a:pt x="324" y="480"/>
                </a:cubicBezTo>
                <a:cubicBezTo>
                  <a:pt x="326" y="483"/>
                  <a:pt x="326" y="483"/>
                  <a:pt x="326" y="483"/>
                </a:cubicBezTo>
                <a:cubicBezTo>
                  <a:pt x="327" y="479"/>
                  <a:pt x="327" y="479"/>
                  <a:pt x="327" y="479"/>
                </a:cubicBezTo>
                <a:cubicBezTo>
                  <a:pt x="317" y="463"/>
                  <a:pt x="317" y="463"/>
                  <a:pt x="317" y="463"/>
                </a:cubicBezTo>
                <a:cubicBezTo>
                  <a:pt x="316" y="461"/>
                  <a:pt x="316" y="461"/>
                  <a:pt x="316" y="461"/>
                </a:cubicBezTo>
                <a:cubicBezTo>
                  <a:pt x="318" y="460"/>
                  <a:pt x="318" y="460"/>
                  <a:pt x="318" y="460"/>
                </a:cubicBezTo>
                <a:cubicBezTo>
                  <a:pt x="319" y="459"/>
                  <a:pt x="319" y="459"/>
                  <a:pt x="319" y="459"/>
                </a:cubicBezTo>
                <a:cubicBezTo>
                  <a:pt x="320" y="459"/>
                  <a:pt x="320" y="460"/>
                  <a:pt x="321" y="460"/>
                </a:cubicBezTo>
                <a:cubicBezTo>
                  <a:pt x="329" y="472"/>
                  <a:pt x="329" y="472"/>
                  <a:pt x="329" y="472"/>
                </a:cubicBezTo>
                <a:cubicBezTo>
                  <a:pt x="331" y="461"/>
                  <a:pt x="331" y="461"/>
                  <a:pt x="331" y="461"/>
                </a:cubicBezTo>
                <a:cubicBezTo>
                  <a:pt x="332" y="459"/>
                  <a:pt x="332" y="459"/>
                  <a:pt x="333" y="459"/>
                </a:cubicBezTo>
                <a:cubicBezTo>
                  <a:pt x="334" y="459"/>
                  <a:pt x="334" y="459"/>
                  <a:pt x="334" y="459"/>
                </a:cubicBezTo>
                <a:cubicBezTo>
                  <a:pt x="335" y="459"/>
                  <a:pt x="336" y="460"/>
                  <a:pt x="335" y="462"/>
                </a:cubicBezTo>
                <a:cubicBezTo>
                  <a:pt x="333" y="473"/>
                  <a:pt x="333" y="473"/>
                  <a:pt x="333" y="473"/>
                </a:cubicBezTo>
                <a:cubicBezTo>
                  <a:pt x="345" y="466"/>
                  <a:pt x="345" y="466"/>
                  <a:pt x="345" y="466"/>
                </a:cubicBezTo>
                <a:cubicBezTo>
                  <a:pt x="346" y="465"/>
                  <a:pt x="346" y="465"/>
                  <a:pt x="346" y="465"/>
                </a:cubicBezTo>
                <a:cubicBezTo>
                  <a:pt x="347" y="465"/>
                  <a:pt x="348" y="466"/>
                  <a:pt x="348" y="466"/>
                </a:cubicBezTo>
                <a:cubicBezTo>
                  <a:pt x="349" y="468"/>
                  <a:pt x="349" y="468"/>
                  <a:pt x="349" y="468"/>
                </a:cubicBezTo>
                <a:cubicBezTo>
                  <a:pt x="347" y="470"/>
                  <a:pt x="347" y="470"/>
                  <a:pt x="347" y="470"/>
                </a:cubicBezTo>
                <a:cubicBezTo>
                  <a:pt x="331" y="480"/>
                  <a:pt x="331" y="480"/>
                  <a:pt x="331" y="480"/>
                </a:cubicBezTo>
                <a:cubicBezTo>
                  <a:pt x="331" y="484"/>
                  <a:pt x="331" y="484"/>
                  <a:pt x="331" y="484"/>
                </a:cubicBezTo>
                <a:cubicBezTo>
                  <a:pt x="334" y="482"/>
                  <a:pt x="334" y="482"/>
                  <a:pt x="334" y="482"/>
                </a:cubicBezTo>
                <a:cubicBezTo>
                  <a:pt x="335" y="482"/>
                  <a:pt x="335" y="482"/>
                  <a:pt x="335" y="482"/>
                </a:cubicBezTo>
                <a:cubicBezTo>
                  <a:pt x="336" y="482"/>
                  <a:pt x="337" y="482"/>
                  <a:pt x="337" y="483"/>
                </a:cubicBezTo>
                <a:cubicBezTo>
                  <a:pt x="338" y="484"/>
                  <a:pt x="338" y="485"/>
                  <a:pt x="336" y="486"/>
                </a:cubicBezTo>
                <a:cubicBezTo>
                  <a:pt x="329" y="491"/>
                  <a:pt x="329" y="491"/>
                  <a:pt x="329" y="491"/>
                </a:cubicBezTo>
                <a:cubicBezTo>
                  <a:pt x="327" y="500"/>
                  <a:pt x="327" y="500"/>
                  <a:pt x="327" y="500"/>
                </a:cubicBezTo>
                <a:cubicBezTo>
                  <a:pt x="336" y="497"/>
                  <a:pt x="336" y="497"/>
                  <a:pt x="336" y="497"/>
                </a:cubicBezTo>
                <a:cubicBezTo>
                  <a:pt x="340" y="489"/>
                  <a:pt x="340" y="489"/>
                  <a:pt x="340" y="489"/>
                </a:cubicBezTo>
                <a:cubicBezTo>
                  <a:pt x="340" y="489"/>
                  <a:pt x="341" y="488"/>
                  <a:pt x="342" y="488"/>
                </a:cubicBezTo>
                <a:cubicBezTo>
                  <a:pt x="343" y="488"/>
                  <a:pt x="343" y="488"/>
                  <a:pt x="343" y="488"/>
                </a:cubicBezTo>
                <a:cubicBezTo>
                  <a:pt x="344" y="490"/>
                  <a:pt x="344" y="490"/>
                  <a:pt x="344" y="490"/>
                </a:cubicBezTo>
                <a:cubicBezTo>
                  <a:pt x="344" y="492"/>
                  <a:pt x="344" y="492"/>
                  <a:pt x="344" y="492"/>
                </a:cubicBezTo>
                <a:cubicBezTo>
                  <a:pt x="342" y="495"/>
                  <a:pt x="342" y="495"/>
                  <a:pt x="342" y="495"/>
                </a:cubicBezTo>
                <a:cubicBezTo>
                  <a:pt x="346" y="494"/>
                  <a:pt x="346" y="494"/>
                  <a:pt x="346" y="494"/>
                </a:cubicBezTo>
                <a:cubicBezTo>
                  <a:pt x="355" y="477"/>
                  <a:pt x="355" y="477"/>
                  <a:pt x="355" y="477"/>
                </a:cubicBezTo>
                <a:cubicBezTo>
                  <a:pt x="355" y="476"/>
                  <a:pt x="356" y="476"/>
                  <a:pt x="357" y="476"/>
                </a:cubicBezTo>
                <a:cubicBezTo>
                  <a:pt x="358" y="476"/>
                  <a:pt x="358" y="476"/>
                  <a:pt x="358" y="476"/>
                </a:cubicBezTo>
                <a:cubicBezTo>
                  <a:pt x="359" y="477"/>
                  <a:pt x="359" y="477"/>
                  <a:pt x="359" y="477"/>
                </a:cubicBezTo>
                <a:cubicBezTo>
                  <a:pt x="359" y="479"/>
                  <a:pt x="359" y="479"/>
                  <a:pt x="359" y="479"/>
                </a:cubicBezTo>
                <a:cubicBezTo>
                  <a:pt x="353" y="492"/>
                  <a:pt x="353" y="492"/>
                  <a:pt x="353" y="492"/>
                </a:cubicBezTo>
                <a:cubicBezTo>
                  <a:pt x="365" y="488"/>
                  <a:pt x="365" y="488"/>
                  <a:pt x="365" y="488"/>
                </a:cubicBezTo>
                <a:cubicBezTo>
                  <a:pt x="366" y="488"/>
                  <a:pt x="367" y="488"/>
                  <a:pt x="367" y="489"/>
                </a:cubicBezTo>
                <a:cubicBezTo>
                  <a:pt x="367" y="491"/>
                  <a:pt x="367" y="492"/>
                  <a:pt x="366" y="492"/>
                </a:cubicBezTo>
                <a:cubicBezTo>
                  <a:pt x="354" y="496"/>
                  <a:pt x="354" y="496"/>
                  <a:pt x="354" y="496"/>
                </a:cubicBezTo>
                <a:cubicBezTo>
                  <a:pt x="367" y="502"/>
                  <a:pt x="367" y="502"/>
                  <a:pt x="367" y="502"/>
                </a:cubicBezTo>
                <a:cubicBezTo>
                  <a:pt x="368" y="504"/>
                  <a:pt x="368" y="504"/>
                  <a:pt x="368" y="504"/>
                </a:cubicBezTo>
                <a:cubicBezTo>
                  <a:pt x="368" y="506"/>
                  <a:pt x="368" y="506"/>
                  <a:pt x="368" y="506"/>
                </a:cubicBezTo>
                <a:cubicBezTo>
                  <a:pt x="366" y="507"/>
                  <a:pt x="366" y="507"/>
                  <a:pt x="366" y="507"/>
                </a:cubicBezTo>
                <a:cubicBezTo>
                  <a:pt x="364" y="507"/>
                  <a:pt x="364" y="507"/>
                  <a:pt x="364" y="507"/>
                </a:cubicBezTo>
                <a:cubicBezTo>
                  <a:pt x="347" y="498"/>
                  <a:pt x="347" y="498"/>
                  <a:pt x="347" y="498"/>
                </a:cubicBezTo>
                <a:cubicBezTo>
                  <a:pt x="343" y="499"/>
                  <a:pt x="343" y="499"/>
                  <a:pt x="343" y="499"/>
                </a:cubicBezTo>
                <a:cubicBezTo>
                  <a:pt x="347" y="501"/>
                  <a:pt x="347" y="501"/>
                  <a:pt x="347" y="501"/>
                </a:cubicBezTo>
                <a:cubicBezTo>
                  <a:pt x="348" y="502"/>
                  <a:pt x="348" y="502"/>
                  <a:pt x="348" y="502"/>
                </a:cubicBezTo>
                <a:cubicBezTo>
                  <a:pt x="348" y="504"/>
                  <a:pt x="348" y="504"/>
                  <a:pt x="348" y="504"/>
                </a:cubicBezTo>
                <a:cubicBezTo>
                  <a:pt x="348" y="505"/>
                  <a:pt x="347" y="505"/>
                  <a:pt x="346" y="505"/>
                </a:cubicBezTo>
                <a:cubicBezTo>
                  <a:pt x="345" y="505"/>
                  <a:pt x="345" y="505"/>
                  <a:pt x="345" y="505"/>
                </a:cubicBezTo>
                <a:cubicBezTo>
                  <a:pt x="337" y="501"/>
                  <a:pt x="337" y="501"/>
                  <a:pt x="337" y="501"/>
                </a:cubicBezTo>
                <a:cubicBezTo>
                  <a:pt x="328" y="504"/>
                  <a:pt x="328" y="504"/>
                  <a:pt x="328" y="504"/>
                </a:cubicBezTo>
                <a:cubicBezTo>
                  <a:pt x="335" y="510"/>
                  <a:pt x="335" y="510"/>
                  <a:pt x="335" y="510"/>
                </a:cubicBezTo>
                <a:cubicBezTo>
                  <a:pt x="343" y="510"/>
                  <a:pt x="343" y="510"/>
                  <a:pt x="343" y="510"/>
                </a:cubicBezTo>
                <a:cubicBezTo>
                  <a:pt x="344" y="510"/>
                  <a:pt x="344" y="510"/>
                  <a:pt x="344" y="510"/>
                </a:cubicBezTo>
                <a:cubicBezTo>
                  <a:pt x="345" y="510"/>
                  <a:pt x="345" y="510"/>
                  <a:pt x="345" y="510"/>
                </a:cubicBezTo>
                <a:cubicBezTo>
                  <a:pt x="346" y="512"/>
                  <a:pt x="346" y="512"/>
                  <a:pt x="346" y="512"/>
                </a:cubicBezTo>
                <a:cubicBezTo>
                  <a:pt x="345" y="514"/>
                  <a:pt x="345" y="514"/>
                  <a:pt x="345" y="514"/>
                </a:cubicBezTo>
                <a:cubicBezTo>
                  <a:pt x="344" y="515"/>
                  <a:pt x="344" y="515"/>
                  <a:pt x="344" y="515"/>
                </a:cubicBezTo>
                <a:cubicBezTo>
                  <a:pt x="340" y="515"/>
                  <a:pt x="340" y="515"/>
                  <a:pt x="340" y="515"/>
                </a:cubicBezTo>
                <a:cubicBezTo>
                  <a:pt x="343" y="518"/>
                  <a:pt x="343" y="518"/>
                  <a:pt x="343" y="518"/>
                </a:cubicBezTo>
                <a:cubicBezTo>
                  <a:pt x="362" y="517"/>
                  <a:pt x="362" y="517"/>
                  <a:pt x="362" y="517"/>
                </a:cubicBezTo>
                <a:cubicBezTo>
                  <a:pt x="364" y="517"/>
                  <a:pt x="364" y="518"/>
                  <a:pt x="364" y="519"/>
                </a:cubicBezTo>
                <a:cubicBezTo>
                  <a:pt x="364" y="520"/>
                  <a:pt x="364" y="521"/>
                  <a:pt x="362" y="522"/>
                </a:cubicBezTo>
                <a:cubicBezTo>
                  <a:pt x="348" y="522"/>
                  <a:pt x="348" y="522"/>
                  <a:pt x="348" y="522"/>
                </a:cubicBezTo>
                <a:cubicBezTo>
                  <a:pt x="357" y="530"/>
                  <a:pt x="357" y="530"/>
                  <a:pt x="357" y="530"/>
                </a:cubicBezTo>
                <a:cubicBezTo>
                  <a:pt x="358" y="531"/>
                  <a:pt x="358" y="532"/>
                  <a:pt x="357" y="533"/>
                </a:cubicBezTo>
                <a:cubicBezTo>
                  <a:pt x="356" y="534"/>
                  <a:pt x="356" y="534"/>
                  <a:pt x="356" y="534"/>
                </a:cubicBezTo>
                <a:cubicBezTo>
                  <a:pt x="354" y="534"/>
                  <a:pt x="354" y="534"/>
                  <a:pt x="354" y="534"/>
                </a:cubicBezTo>
                <a:cubicBezTo>
                  <a:pt x="345" y="525"/>
                  <a:pt x="345" y="525"/>
                  <a:pt x="345" y="525"/>
                </a:cubicBezTo>
                <a:cubicBezTo>
                  <a:pt x="346" y="540"/>
                  <a:pt x="346" y="540"/>
                  <a:pt x="346" y="540"/>
                </a:cubicBezTo>
                <a:cubicBezTo>
                  <a:pt x="345" y="541"/>
                  <a:pt x="345" y="541"/>
                  <a:pt x="345" y="541"/>
                </a:cubicBezTo>
                <a:cubicBezTo>
                  <a:pt x="345" y="542"/>
                  <a:pt x="344" y="542"/>
                  <a:pt x="343" y="542"/>
                </a:cubicBezTo>
                <a:cubicBezTo>
                  <a:pt x="342" y="542"/>
                  <a:pt x="341" y="541"/>
                  <a:pt x="341" y="540"/>
                </a:cubicBezTo>
                <a:cubicBezTo>
                  <a:pt x="340" y="521"/>
                  <a:pt x="340" y="521"/>
                  <a:pt x="340" y="521"/>
                </a:cubicBezTo>
                <a:cubicBezTo>
                  <a:pt x="337" y="518"/>
                  <a:pt x="337" y="518"/>
                  <a:pt x="337" y="518"/>
                </a:cubicBezTo>
                <a:cubicBezTo>
                  <a:pt x="337" y="522"/>
                  <a:pt x="337" y="522"/>
                  <a:pt x="337" y="522"/>
                </a:cubicBezTo>
                <a:cubicBezTo>
                  <a:pt x="337" y="524"/>
                  <a:pt x="336" y="524"/>
                  <a:pt x="335" y="524"/>
                </a:cubicBezTo>
                <a:cubicBezTo>
                  <a:pt x="335" y="524"/>
                  <a:pt x="335" y="524"/>
                  <a:pt x="335" y="524"/>
                </a:cubicBezTo>
                <a:cubicBezTo>
                  <a:pt x="333" y="524"/>
                  <a:pt x="333" y="524"/>
                  <a:pt x="332" y="522"/>
                </a:cubicBezTo>
                <a:cubicBezTo>
                  <a:pt x="332" y="514"/>
                  <a:pt x="332" y="514"/>
                  <a:pt x="332" y="514"/>
                </a:cubicBezTo>
                <a:cubicBezTo>
                  <a:pt x="325" y="507"/>
                  <a:pt x="325" y="507"/>
                  <a:pt x="325" y="507"/>
                </a:cubicBezTo>
                <a:cubicBezTo>
                  <a:pt x="323" y="516"/>
                  <a:pt x="323" y="516"/>
                  <a:pt x="323" y="516"/>
                </a:cubicBezTo>
                <a:cubicBezTo>
                  <a:pt x="328" y="523"/>
                  <a:pt x="328" y="523"/>
                  <a:pt x="328" y="523"/>
                </a:cubicBezTo>
                <a:cubicBezTo>
                  <a:pt x="329" y="525"/>
                  <a:pt x="328" y="526"/>
                  <a:pt x="327" y="527"/>
                </a:cubicBezTo>
                <a:cubicBezTo>
                  <a:pt x="326" y="527"/>
                  <a:pt x="326" y="527"/>
                  <a:pt x="326" y="527"/>
                </a:cubicBezTo>
                <a:cubicBezTo>
                  <a:pt x="324" y="526"/>
                  <a:pt x="324" y="526"/>
                  <a:pt x="324" y="526"/>
                </a:cubicBezTo>
                <a:cubicBezTo>
                  <a:pt x="321" y="523"/>
                  <a:pt x="321" y="523"/>
                  <a:pt x="321" y="523"/>
                </a:cubicBezTo>
                <a:cubicBezTo>
                  <a:pt x="321" y="527"/>
                  <a:pt x="321" y="527"/>
                  <a:pt x="321" y="527"/>
                </a:cubicBezTo>
                <a:cubicBezTo>
                  <a:pt x="331" y="543"/>
                  <a:pt x="331" y="543"/>
                  <a:pt x="331" y="543"/>
                </a:cubicBezTo>
                <a:cubicBezTo>
                  <a:pt x="332" y="543"/>
                  <a:pt x="332" y="544"/>
                  <a:pt x="331" y="545"/>
                </a:cubicBezTo>
                <a:cubicBezTo>
                  <a:pt x="330" y="546"/>
                  <a:pt x="330" y="546"/>
                  <a:pt x="330" y="546"/>
                </a:cubicBezTo>
                <a:cubicBezTo>
                  <a:pt x="329" y="546"/>
                  <a:pt x="329" y="546"/>
                  <a:pt x="329" y="546"/>
                </a:cubicBezTo>
                <a:cubicBezTo>
                  <a:pt x="327" y="545"/>
                  <a:pt x="327" y="545"/>
                  <a:pt x="327" y="545"/>
                </a:cubicBezTo>
                <a:cubicBezTo>
                  <a:pt x="319" y="533"/>
                  <a:pt x="319" y="533"/>
                  <a:pt x="319" y="533"/>
                </a:cubicBezTo>
                <a:cubicBezTo>
                  <a:pt x="317" y="545"/>
                  <a:pt x="317" y="545"/>
                  <a:pt x="317" y="545"/>
                </a:cubicBezTo>
                <a:cubicBezTo>
                  <a:pt x="315" y="547"/>
                  <a:pt x="315" y="547"/>
                  <a:pt x="315" y="547"/>
                </a:cubicBezTo>
                <a:cubicBezTo>
                  <a:pt x="314" y="547"/>
                  <a:pt x="314" y="547"/>
                  <a:pt x="314" y="547"/>
                </a:cubicBezTo>
                <a:cubicBezTo>
                  <a:pt x="313" y="546"/>
                  <a:pt x="312" y="546"/>
                  <a:pt x="312" y="544"/>
                </a:cubicBezTo>
                <a:cubicBezTo>
                  <a:pt x="315" y="532"/>
                  <a:pt x="315" y="532"/>
                  <a:pt x="315" y="532"/>
                </a:cubicBezTo>
                <a:cubicBezTo>
                  <a:pt x="303" y="540"/>
                  <a:pt x="303" y="540"/>
                  <a:pt x="303" y="540"/>
                </a:cubicBezTo>
                <a:cubicBezTo>
                  <a:pt x="302" y="541"/>
                  <a:pt x="302" y="541"/>
                  <a:pt x="302" y="541"/>
                </a:cubicBezTo>
                <a:cubicBezTo>
                  <a:pt x="300" y="539"/>
                  <a:pt x="300" y="539"/>
                  <a:pt x="300" y="539"/>
                </a:cubicBezTo>
                <a:cubicBezTo>
                  <a:pt x="299" y="537"/>
                  <a:pt x="299" y="537"/>
                  <a:pt x="299" y="537"/>
                </a:cubicBezTo>
                <a:cubicBezTo>
                  <a:pt x="299" y="537"/>
                  <a:pt x="300" y="536"/>
                  <a:pt x="301" y="536"/>
                </a:cubicBezTo>
                <a:cubicBezTo>
                  <a:pt x="316" y="526"/>
                  <a:pt x="316" y="526"/>
                  <a:pt x="316" y="526"/>
                </a:cubicBezTo>
                <a:cubicBezTo>
                  <a:pt x="317" y="522"/>
                  <a:pt x="317" y="522"/>
                  <a:pt x="317" y="522"/>
                </a:cubicBezTo>
                <a:cubicBezTo>
                  <a:pt x="314" y="524"/>
                  <a:pt x="314" y="524"/>
                  <a:pt x="314" y="524"/>
                </a:cubicBezTo>
                <a:cubicBezTo>
                  <a:pt x="313" y="524"/>
                  <a:pt x="313" y="524"/>
                  <a:pt x="313" y="524"/>
                </a:cubicBezTo>
                <a:cubicBezTo>
                  <a:pt x="312" y="524"/>
                  <a:pt x="311" y="524"/>
                  <a:pt x="311" y="523"/>
                </a:cubicBezTo>
                <a:cubicBezTo>
                  <a:pt x="310" y="522"/>
                  <a:pt x="310" y="521"/>
                  <a:pt x="312" y="520"/>
                </a:cubicBezTo>
                <a:cubicBezTo>
                  <a:pt x="319" y="515"/>
                  <a:pt x="319" y="515"/>
                  <a:pt x="319" y="515"/>
                </a:cubicBezTo>
                <a:cubicBezTo>
                  <a:pt x="321" y="506"/>
                  <a:pt x="321" y="506"/>
                  <a:pt x="321" y="506"/>
                </a:cubicBezTo>
                <a:cubicBezTo>
                  <a:pt x="312" y="509"/>
                  <a:pt x="312" y="509"/>
                  <a:pt x="312" y="509"/>
                </a:cubicBezTo>
                <a:cubicBezTo>
                  <a:pt x="308" y="516"/>
                  <a:pt x="308" y="516"/>
                  <a:pt x="308" y="516"/>
                </a:cubicBezTo>
                <a:cubicBezTo>
                  <a:pt x="308" y="517"/>
                  <a:pt x="307" y="518"/>
                  <a:pt x="306" y="518"/>
                </a:cubicBezTo>
                <a:cubicBezTo>
                  <a:pt x="305" y="518"/>
                  <a:pt x="305" y="518"/>
                  <a:pt x="305" y="518"/>
                </a:cubicBezTo>
                <a:cubicBezTo>
                  <a:pt x="304" y="517"/>
                  <a:pt x="303" y="516"/>
                  <a:pt x="304" y="514"/>
                </a:cubicBezTo>
                <a:cubicBezTo>
                  <a:pt x="306" y="511"/>
                  <a:pt x="306" y="511"/>
                  <a:pt x="306" y="511"/>
                </a:cubicBezTo>
                <a:cubicBezTo>
                  <a:pt x="302" y="512"/>
                  <a:pt x="302" y="512"/>
                  <a:pt x="302" y="512"/>
                </a:cubicBezTo>
                <a:cubicBezTo>
                  <a:pt x="293" y="529"/>
                  <a:pt x="293" y="529"/>
                  <a:pt x="293" y="529"/>
                </a:cubicBezTo>
                <a:cubicBezTo>
                  <a:pt x="291" y="530"/>
                  <a:pt x="291" y="530"/>
                  <a:pt x="291" y="530"/>
                </a:cubicBezTo>
                <a:cubicBezTo>
                  <a:pt x="290" y="530"/>
                  <a:pt x="290" y="530"/>
                  <a:pt x="290" y="530"/>
                </a:cubicBezTo>
                <a:cubicBezTo>
                  <a:pt x="288" y="529"/>
                  <a:pt x="288" y="529"/>
                  <a:pt x="288" y="529"/>
                </a:cubicBezTo>
                <a:cubicBezTo>
                  <a:pt x="289" y="527"/>
                  <a:pt x="289" y="527"/>
                  <a:pt x="289" y="527"/>
                </a:cubicBezTo>
                <a:cubicBezTo>
                  <a:pt x="296" y="514"/>
                  <a:pt x="296" y="514"/>
                  <a:pt x="296" y="514"/>
                </a:cubicBezTo>
                <a:cubicBezTo>
                  <a:pt x="283" y="518"/>
                  <a:pt x="283" y="518"/>
                  <a:pt x="283" y="518"/>
                </a:cubicBezTo>
                <a:cubicBezTo>
                  <a:pt x="281" y="516"/>
                  <a:pt x="281" y="516"/>
                  <a:pt x="281" y="516"/>
                </a:cubicBezTo>
                <a:cubicBezTo>
                  <a:pt x="281" y="515"/>
                  <a:pt x="281" y="514"/>
                  <a:pt x="282" y="514"/>
                </a:cubicBezTo>
                <a:cubicBezTo>
                  <a:pt x="294" y="510"/>
                  <a:pt x="294" y="510"/>
                  <a:pt x="294" y="510"/>
                </a:cubicBezTo>
                <a:cubicBezTo>
                  <a:pt x="281" y="503"/>
                  <a:pt x="281" y="503"/>
                  <a:pt x="281" y="503"/>
                </a:cubicBezTo>
                <a:cubicBezTo>
                  <a:pt x="280" y="502"/>
                  <a:pt x="280" y="502"/>
                  <a:pt x="280" y="502"/>
                </a:cubicBezTo>
                <a:cubicBezTo>
                  <a:pt x="280" y="500"/>
                  <a:pt x="280" y="500"/>
                  <a:pt x="280" y="500"/>
                </a:cubicBezTo>
                <a:cubicBezTo>
                  <a:pt x="281" y="499"/>
                  <a:pt x="282" y="499"/>
                  <a:pt x="282" y="499"/>
                </a:cubicBezTo>
                <a:cubicBezTo>
                  <a:pt x="284" y="499"/>
                  <a:pt x="284" y="499"/>
                  <a:pt x="284" y="499"/>
                </a:cubicBezTo>
                <a:cubicBezTo>
                  <a:pt x="301" y="508"/>
                  <a:pt x="301" y="508"/>
                  <a:pt x="301" y="508"/>
                </a:cubicBezTo>
                <a:cubicBezTo>
                  <a:pt x="304" y="507"/>
                  <a:pt x="304" y="507"/>
                  <a:pt x="304" y="507"/>
                </a:cubicBezTo>
                <a:cubicBezTo>
                  <a:pt x="301" y="505"/>
                  <a:pt x="301" y="505"/>
                  <a:pt x="301" y="505"/>
                </a:cubicBezTo>
                <a:cubicBezTo>
                  <a:pt x="300" y="504"/>
                  <a:pt x="300" y="504"/>
                  <a:pt x="300" y="504"/>
                </a:cubicBezTo>
                <a:cubicBezTo>
                  <a:pt x="300" y="503"/>
                  <a:pt x="300" y="502"/>
                  <a:pt x="300" y="502"/>
                </a:cubicBezTo>
                <a:cubicBezTo>
                  <a:pt x="300" y="501"/>
                  <a:pt x="301" y="500"/>
                  <a:pt x="302" y="500"/>
                </a:cubicBezTo>
                <a:cubicBezTo>
                  <a:pt x="303" y="501"/>
                  <a:pt x="303" y="501"/>
                  <a:pt x="303" y="501"/>
                </a:cubicBezTo>
                <a:cubicBezTo>
                  <a:pt x="311" y="505"/>
                  <a:pt x="311" y="505"/>
                  <a:pt x="311" y="505"/>
                </a:cubicBezTo>
                <a:cubicBezTo>
                  <a:pt x="320" y="502"/>
                  <a:pt x="320" y="502"/>
                  <a:pt x="320" y="502"/>
                </a:cubicBezTo>
                <a:cubicBezTo>
                  <a:pt x="313" y="495"/>
                  <a:pt x="313" y="495"/>
                  <a:pt x="313" y="495"/>
                </a:cubicBezTo>
                <a:cubicBezTo>
                  <a:pt x="304" y="496"/>
                  <a:pt x="304" y="496"/>
                  <a:pt x="304" y="496"/>
                </a:cubicBezTo>
                <a:cubicBezTo>
                  <a:pt x="303" y="495"/>
                  <a:pt x="303" y="495"/>
                  <a:pt x="303" y="495"/>
                </a:cubicBezTo>
                <a:cubicBezTo>
                  <a:pt x="302" y="494"/>
                  <a:pt x="302" y="494"/>
                  <a:pt x="302" y="494"/>
                </a:cubicBezTo>
                <a:cubicBezTo>
                  <a:pt x="302" y="492"/>
                  <a:pt x="303" y="491"/>
                  <a:pt x="304" y="491"/>
                </a:cubicBezTo>
                <a:cubicBezTo>
                  <a:pt x="308" y="491"/>
                  <a:pt x="308" y="491"/>
                  <a:pt x="308" y="491"/>
                </a:cubicBezTo>
                <a:cubicBezTo>
                  <a:pt x="305" y="488"/>
                  <a:pt x="305" y="488"/>
                  <a:pt x="305" y="488"/>
                </a:cubicBezTo>
                <a:cubicBezTo>
                  <a:pt x="286" y="489"/>
                  <a:pt x="286" y="489"/>
                  <a:pt x="286" y="489"/>
                </a:cubicBezTo>
                <a:cubicBezTo>
                  <a:pt x="286" y="489"/>
                  <a:pt x="286" y="489"/>
                  <a:pt x="286" y="489"/>
                </a:cubicBezTo>
                <a:cubicBezTo>
                  <a:pt x="285" y="489"/>
                  <a:pt x="285" y="489"/>
                  <a:pt x="284" y="488"/>
                </a:cubicBezTo>
                <a:cubicBezTo>
                  <a:pt x="283" y="487"/>
                  <a:pt x="283" y="487"/>
                  <a:pt x="283" y="487"/>
                </a:cubicBezTo>
                <a:cubicBezTo>
                  <a:pt x="283" y="485"/>
                  <a:pt x="284" y="484"/>
                  <a:pt x="286" y="484"/>
                </a:cubicBezTo>
                <a:cubicBezTo>
                  <a:pt x="300" y="484"/>
                  <a:pt x="300" y="484"/>
                  <a:pt x="300" y="484"/>
                </a:cubicBezTo>
                <a:cubicBezTo>
                  <a:pt x="291" y="476"/>
                  <a:pt x="291" y="476"/>
                  <a:pt x="291" y="476"/>
                </a:cubicBezTo>
                <a:cubicBezTo>
                  <a:pt x="290" y="474"/>
                  <a:pt x="290" y="473"/>
                  <a:pt x="291" y="472"/>
                </a:cubicBezTo>
                <a:cubicBezTo>
                  <a:pt x="292" y="472"/>
                  <a:pt x="292" y="472"/>
                  <a:pt x="292" y="472"/>
                </a:cubicBezTo>
                <a:moveTo>
                  <a:pt x="372" y="402"/>
                </a:moveTo>
                <a:cubicBezTo>
                  <a:pt x="370" y="403"/>
                  <a:pt x="370" y="403"/>
                  <a:pt x="370" y="403"/>
                </a:cubicBezTo>
                <a:cubicBezTo>
                  <a:pt x="369" y="403"/>
                  <a:pt x="369" y="403"/>
                  <a:pt x="369" y="403"/>
                </a:cubicBezTo>
                <a:cubicBezTo>
                  <a:pt x="356" y="396"/>
                  <a:pt x="356" y="396"/>
                  <a:pt x="356" y="396"/>
                </a:cubicBezTo>
                <a:cubicBezTo>
                  <a:pt x="353" y="397"/>
                  <a:pt x="353" y="397"/>
                  <a:pt x="353" y="397"/>
                </a:cubicBezTo>
                <a:cubicBezTo>
                  <a:pt x="356" y="399"/>
                  <a:pt x="356" y="399"/>
                  <a:pt x="356" y="399"/>
                </a:cubicBezTo>
                <a:cubicBezTo>
                  <a:pt x="357" y="400"/>
                  <a:pt x="357" y="400"/>
                  <a:pt x="357" y="400"/>
                </a:cubicBezTo>
                <a:cubicBezTo>
                  <a:pt x="357" y="401"/>
                  <a:pt x="357" y="401"/>
                  <a:pt x="357" y="401"/>
                </a:cubicBezTo>
                <a:cubicBezTo>
                  <a:pt x="355" y="402"/>
                  <a:pt x="355" y="402"/>
                  <a:pt x="355" y="402"/>
                </a:cubicBezTo>
                <a:cubicBezTo>
                  <a:pt x="354" y="402"/>
                  <a:pt x="354" y="402"/>
                  <a:pt x="354" y="402"/>
                </a:cubicBezTo>
                <a:cubicBezTo>
                  <a:pt x="348" y="399"/>
                  <a:pt x="348" y="399"/>
                  <a:pt x="348" y="399"/>
                </a:cubicBezTo>
                <a:cubicBezTo>
                  <a:pt x="341" y="401"/>
                  <a:pt x="341" y="401"/>
                  <a:pt x="341" y="401"/>
                </a:cubicBezTo>
                <a:cubicBezTo>
                  <a:pt x="347" y="406"/>
                  <a:pt x="347" y="406"/>
                  <a:pt x="347" y="406"/>
                </a:cubicBezTo>
                <a:cubicBezTo>
                  <a:pt x="353" y="406"/>
                  <a:pt x="353" y="406"/>
                  <a:pt x="353" y="406"/>
                </a:cubicBezTo>
                <a:cubicBezTo>
                  <a:pt x="355" y="406"/>
                  <a:pt x="355" y="406"/>
                  <a:pt x="355" y="406"/>
                </a:cubicBezTo>
                <a:cubicBezTo>
                  <a:pt x="355" y="407"/>
                  <a:pt x="355" y="407"/>
                  <a:pt x="355" y="407"/>
                </a:cubicBezTo>
                <a:cubicBezTo>
                  <a:pt x="355" y="409"/>
                  <a:pt x="355" y="409"/>
                  <a:pt x="355" y="409"/>
                </a:cubicBezTo>
                <a:cubicBezTo>
                  <a:pt x="353" y="409"/>
                  <a:pt x="353" y="409"/>
                  <a:pt x="353" y="409"/>
                </a:cubicBezTo>
                <a:cubicBezTo>
                  <a:pt x="350" y="409"/>
                  <a:pt x="350" y="409"/>
                  <a:pt x="350" y="409"/>
                </a:cubicBezTo>
                <a:cubicBezTo>
                  <a:pt x="353" y="411"/>
                  <a:pt x="353" y="411"/>
                  <a:pt x="353" y="411"/>
                </a:cubicBezTo>
                <a:cubicBezTo>
                  <a:pt x="367" y="411"/>
                  <a:pt x="367" y="411"/>
                  <a:pt x="367" y="411"/>
                </a:cubicBezTo>
                <a:cubicBezTo>
                  <a:pt x="369" y="411"/>
                  <a:pt x="369" y="411"/>
                  <a:pt x="369" y="413"/>
                </a:cubicBezTo>
                <a:cubicBezTo>
                  <a:pt x="369" y="414"/>
                  <a:pt x="369" y="414"/>
                  <a:pt x="367" y="415"/>
                </a:cubicBezTo>
                <a:cubicBezTo>
                  <a:pt x="357" y="415"/>
                  <a:pt x="357" y="415"/>
                  <a:pt x="357" y="415"/>
                </a:cubicBezTo>
                <a:cubicBezTo>
                  <a:pt x="363" y="421"/>
                  <a:pt x="363" y="421"/>
                  <a:pt x="363" y="421"/>
                </a:cubicBezTo>
                <a:cubicBezTo>
                  <a:pt x="364" y="422"/>
                  <a:pt x="364" y="423"/>
                  <a:pt x="363" y="423"/>
                </a:cubicBezTo>
                <a:cubicBezTo>
                  <a:pt x="362" y="424"/>
                  <a:pt x="362" y="424"/>
                  <a:pt x="362" y="424"/>
                </a:cubicBezTo>
                <a:cubicBezTo>
                  <a:pt x="361" y="424"/>
                  <a:pt x="361" y="424"/>
                  <a:pt x="361" y="424"/>
                </a:cubicBezTo>
                <a:cubicBezTo>
                  <a:pt x="354" y="417"/>
                  <a:pt x="354" y="417"/>
                  <a:pt x="354" y="417"/>
                </a:cubicBezTo>
                <a:cubicBezTo>
                  <a:pt x="355" y="428"/>
                  <a:pt x="355" y="428"/>
                  <a:pt x="355" y="428"/>
                </a:cubicBezTo>
                <a:cubicBezTo>
                  <a:pt x="354" y="430"/>
                  <a:pt x="354" y="430"/>
                  <a:pt x="354" y="430"/>
                </a:cubicBezTo>
                <a:cubicBezTo>
                  <a:pt x="353" y="430"/>
                  <a:pt x="353" y="430"/>
                  <a:pt x="353" y="430"/>
                </a:cubicBezTo>
                <a:cubicBezTo>
                  <a:pt x="353" y="430"/>
                  <a:pt x="353" y="430"/>
                  <a:pt x="353" y="430"/>
                </a:cubicBezTo>
                <a:cubicBezTo>
                  <a:pt x="352" y="430"/>
                  <a:pt x="351" y="430"/>
                  <a:pt x="351" y="429"/>
                </a:cubicBezTo>
                <a:cubicBezTo>
                  <a:pt x="351" y="414"/>
                  <a:pt x="351" y="414"/>
                  <a:pt x="351" y="414"/>
                </a:cubicBezTo>
                <a:cubicBezTo>
                  <a:pt x="348" y="412"/>
                  <a:pt x="348" y="412"/>
                  <a:pt x="348" y="412"/>
                </a:cubicBezTo>
                <a:cubicBezTo>
                  <a:pt x="348" y="415"/>
                  <a:pt x="348" y="415"/>
                  <a:pt x="348" y="415"/>
                </a:cubicBezTo>
                <a:cubicBezTo>
                  <a:pt x="348" y="416"/>
                  <a:pt x="348" y="417"/>
                  <a:pt x="347" y="417"/>
                </a:cubicBezTo>
                <a:cubicBezTo>
                  <a:pt x="346" y="417"/>
                  <a:pt x="346" y="417"/>
                  <a:pt x="346" y="417"/>
                </a:cubicBezTo>
                <a:cubicBezTo>
                  <a:pt x="345" y="417"/>
                  <a:pt x="345" y="416"/>
                  <a:pt x="345" y="415"/>
                </a:cubicBezTo>
                <a:cubicBezTo>
                  <a:pt x="344" y="408"/>
                  <a:pt x="344" y="408"/>
                  <a:pt x="344" y="408"/>
                </a:cubicBezTo>
                <a:cubicBezTo>
                  <a:pt x="339" y="403"/>
                  <a:pt x="339" y="403"/>
                  <a:pt x="339" y="403"/>
                </a:cubicBezTo>
                <a:cubicBezTo>
                  <a:pt x="337" y="411"/>
                  <a:pt x="337" y="411"/>
                  <a:pt x="337" y="411"/>
                </a:cubicBezTo>
                <a:cubicBezTo>
                  <a:pt x="341" y="416"/>
                  <a:pt x="341" y="416"/>
                  <a:pt x="341" y="416"/>
                </a:cubicBezTo>
                <a:cubicBezTo>
                  <a:pt x="342" y="417"/>
                  <a:pt x="342" y="418"/>
                  <a:pt x="341" y="418"/>
                </a:cubicBezTo>
                <a:cubicBezTo>
                  <a:pt x="339" y="419"/>
                  <a:pt x="339" y="419"/>
                  <a:pt x="339" y="419"/>
                </a:cubicBezTo>
                <a:cubicBezTo>
                  <a:pt x="339" y="419"/>
                  <a:pt x="338" y="419"/>
                  <a:pt x="338" y="418"/>
                </a:cubicBezTo>
                <a:cubicBezTo>
                  <a:pt x="336" y="415"/>
                  <a:pt x="336" y="415"/>
                  <a:pt x="336" y="415"/>
                </a:cubicBezTo>
                <a:cubicBezTo>
                  <a:pt x="336" y="418"/>
                  <a:pt x="336" y="418"/>
                  <a:pt x="336" y="418"/>
                </a:cubicBezTo>
                <a:cubicBezTo>
                  <a:pt x="343" y="431"/>
                  <a:pt x="343" y="431"/>
                  <a:pt x="343" y="431"/>
                </a:cubicBezTo>
                <a:cubicBezTo>
                  <a:pt x="344" y="432"/>
                  <a:pt x="344" y="432"/>
                  <a:pt x="344" y="432"/>
                </a:cubicBezTo>
                <a:cubicBezTo>
                  <a:pt x="343" y="433"/>
                  <a:pt x="343" y="433"/>
                  <a:pt x="343" y="433"/>
                </a:cubicBezTo>
                <a:cubicBezTo>
                  <a:pt x="342" y="434"/>
                  <a:pt x="342" y="434"/>
                  <a:pt x="342" y="434"/>
                </a:cubicBezTo>
                <a:cubicBezTo>
                  <a:pt x="341" y="433"/>
                  <a:pt x="341" y="433"/>
                  <a:pt x="341" y="433"/>
                </a:cubicBezTo>
                <a:cubicBezTo>
                  <a:pt x="335" y="423"/>
                  <a:pt x="335" y="423"/>
                  <a:pt x="335" y="423"/>
                </a:cubicBezTo>
                <a:cubicBezTo>
                  <a:pt x="332" y="433"/>
                  <a:pt x="332" y="433"/>
                  <a:pt x="332" y="433"/>
                </a:cubicBezTo>
                <a:cubicBezTo>
                  <a:pt x="331" y="434"/>
                  <a:pt x="331" y="434"/>
                  <a:pt x="331" y="434"/>
                </a:cubicBezTo>
                <a:cubicBezTo>
                  <a:pt x="331" y="434"/>
                  <a:pt x="331" y="434"/>
                  <a:pt x="331" y="434"/>
                </a:cubicBezTo>
                <a:cubicBezTo>
                  <a:pt x="329" y="434"/>
                  <a:pt x="329" y="433"/>
                  <a:pt x="329" y="432"/>
                </a:cubicBezTo>
                <a:cubicBezTo>
                  <a:pt x="331" y="423"/>
                  <a:pt x="331" y="423"/>
                  <a:pt x="331" y="423"/>
                </a:cubicBezTo>
                <a:cubicBezTo>
                  <a:pt x="322" y="429"/>
                  <a:pt x="322" y="429"/>
                  <a:pt x="322" y="429"/>
                </a:cubicBezTo>
                <a:cubicBezTo>
                  <a:pt x="321" y="429"/>
                  <a:pt x="321" y="429"/>
                  <a:pt x="321" y="429"/>
                </a:cubicBezTo>
                <a:cubicBezTo>
                  <a:pt x="319" y="428"/>
                  <a:pt x="319" y="428"/>
                  <a:pt x="319" y="428"/>
                </a:cubicBezTo>
                <a:cubicBezTo>
                  <a:pt x="319" y="428"/>
                  <a:pt x="319" y="427"/>
                  <a:pt x="319" y="427"/>
                </a:cubicBezTo>
                <a:cubicBezTo>
                  <a:pt x="320" y="426"/>
                  <a:pt x="320" y="426"/>
                  <a:pt x="320" y="426"/>
                </a:cubicBezTo>
                <a:cubicBezTo>
                  <a:pt x="332" y="418"/>
                  <a:pt x="332" y="418"/>
                  <a:pt x="332" y="418"/>
                </a:cubicBezTo>
                <a:cubicBezTo>
                  <a:pt x="333" y="415"/>
                  <a:pt x="333" y="415"/>
                  <a:pt x="333" y="415"/>
                </a:cubicBezTo>
                <a:cubicBezTo>
                  <a:pt x="331" y="416"/>
                  <a:pt x="331" y="416"/>
                  <a:pt x="331" y="416"/>
                </a:cubicBezTo>
                <a:cubicBezTo>
                  <a:pt x="330" y="417"/>
                  <a:pt x="330" y="417"/>
                  <a:pt x="330" y="417"/>
                </a:cubicBezTo>
                <a:cubicBezTo>
                  <a:pt x="328" y="416"/>
                  <a:pt x="328" y="416"/>
                  <a:pt x="328" y="416"/>
                </a:cubicBezTo>
                <a:cubicBezTo>
                  <a:pt x="327" y="415"/>
                  <a:pt x="328" y="414"/>
                  <a:pt x="329" y="413"/>
                </a:cubicBezTo>
                <a:cubicBezTo>
                  <a:pt x="334" y="410"/>
                  <a:pt x="334" y="410"/>
                  <a:pt x="334" y="410"/>
                </a:cubicBezTo>
                <a:cubicBezTo>
                  <a:pt x="336" y="403"/>
                  <a:pt x="336" y="403"/>
                  <a:pt x="336" y="403"/>
                </a:cubicBezTo>
                <a:cubicBezTo>
                  <a:pt x="329" y="405"/>
                  <a:pt x="329" y="405"/>
                  <a:pt x="329" y="405"/>
                </a:cubicBezTo>
                <a:cubicBezTo>
                  <a:pt x="326" y="411"/>
                  <a:pt x="326" y="411"/>
                  <a:pt x="326" y="411"/>
                </a:cubicBezTo>
                <a:cubicBezTo>
                  <a:pt x="324" y="412"/>
                  <a:pt x="324" y="412"/>
                  <a:pt x="324" y="412"/>
                </a:cubicBezTo>
                <a:cubicBezTo>
                  <a:pt x="323" y="411"/>
                  <a:pt x="323" y="411"/>
                  <a:pt x="323" y="411"/>
                </a:cubicBezTo>
                <a:cubicBezTo>
                  <a:pt x="322" y="411"/>
                  <a:pt x="322" y="410"/>
                  <a:pt x="323" y="409"/>
                </a:cubicBezTo>
                <a:cubicBezTo>
                  <a:pt x="324" y="406"/>
                  <a:pt x="324" y="406"/>
                  <a:pt x="324" y="406"/>
                </a:cubicBezTo>
                <a:cubicBezTo>
                  <a:pt x="321" y="407"/>
                  <a:pt x="321" y="407"/>
                  <a:pt x="321" y="407"/>
                </a:cubicBezTo>
                <a:cubicBezTo>
                  <a:pt x="314" y="420"/>
                  <a:pt x="314" y="420"/>
                  <a:pt x="314" y="420"/>
                </a:cubicBezTo>
                <a:cubicBezTo>
                  <a:pt x="313" y="421"/>
                  <a:pt x="313" y="421"/>
                  <a:pt x="313" y="421"/>
                </a:cubicBezTo>
                <a:cubicBezTo>
                  <a:pt x="312" y="421"/>
                  <a:pt x="312" y="421"/>
                  <a:pt x="312" y="421"/>
                </a:cubicBezTo>
                <a:cubicBezTo>
                  <a:pt x="311" y="420"/>
                  <a:pt x="311" y="420"/>
                  <a:pt x="311" y="420"/>
                </a:cubicBezTo>
                <a:cubicBezTo>
                  <a:pt x="311" y="419"/>
                  <a:pt x="311" y="419"/>
                  <a:pt x="311" y="419"/>
                </a:cubicBezTo>
                <a:cubicBezTo>
                  <a:pt x="316" y="409"/>
                  <a:pt x="316" y="409"/>
                  <a:pt x="316" y="409"/>
                </a:cubicBezTo>
                <a:cubicBezTo>
                  <a:pt x="307" y="412"/>
                  <a:pt x="307" y="412"/>
                  <a:pt x="307" y="412"/>
                </a:cubicBezTo>
                <a:cubicBezTo>
                  <a:pt x="307" y="412"/>
                  <a:pt x="307" y="412"/>
                  <a:pt x="307" y="412"/>
                </a:cubicBezTo>
                <a:cubicBezTo>
                  <a:pt x="305" y="411"/>
                  <a:pt x="305" y="411"/>
                  <a:pt x="305" y="411"/>
                </a:cubicBezTo>
                <a:cubicBezTo>
                  <a:pt x="305" y="409"/>
                  <a:pt x="305" y="409"/>
                  <a:pt x="306" y="408"/>
                </a:cubicBezTo>
                <a:cubicBezTo>
                  <a:pt x="315" y="406"/>
                  <a:pt x="315" y="406"/>
                  <a:pt x="315" y="406"/>
                </a:cubicBezTo>
                <a:cubicBezTo>
                  <a:pt x="305" y="401"/>
                  <a:pt x="305" y="401"/>
                  <a:pt x="305" y="401"/>
                </a:cubicBezTo>
                <a:cubicBezTo>
                  <a:pt x="304" y="400"/>
                  <a:pt x="304" y="400"/>
                  <a:pt x="304" y="400"/>
                </a:cubicBezTo>
                <a:cubicBezTo>
                  <a:pt x="304" y="399"/>
                  <a:pt x="304" y="399"/>
                  <a:pt x="305" y="398"/>
                </a:cubicBezTo>
                <a:cubicBezTo>
                  <a:pt x="305" y="397"/>
                  <a:pt x="305" y="397"/>
                  <a:pt x="306" y="397"/>
                </a:cubicBezTo>
                <a:cubicBezTo>
                  <a:pt x="307" y="397"/>
                  <a:pt x="307" y="397"/>
                  <a:pt x="307" y="397"/>
                </a:cubicBezTo>
                <a:cubicBezTo>
                  <a:pt x="320" y="404"/>
                  <a:pt x="320" y="404"/>
                  <a:pt x="320" y="404"/>
                </a:cubicBezTo>
                <a:cubicBezTo>
                  <a:pt x="323" y="403"/>
                  <a:pt x="323" y="403"/>
                  <a:pt x="323" y="403"/>
                </a:cubicBezTo>
                <a:cubicBezTo>
                  <a:pt x="320" y="402"/>
                  <a:pt x="320" y="402"/>
                  <a:pt x="320" y="402"/>
                </a:cubicBezTo>
                <a:cubicBezTo>
                  <a:pt x="320" y="401"/>
                  <a:pt x="320" y="401"/>
                  <a:pt x="320" y="401"/>
                </a:cubicBezTo>
                <a:cubicBezTo>
                  <a:pt x="320" y="400"/>
                  <a:pt x="320" y="400"/>
                  <a:pt x="320" y="400"/>
                </a:cubicBezTo>
                <a:cubicBezTo>
                  <a:pt x="320" y="399"/>
                  <a:pt x="321" y="398"/>
                  <a:pt x="321" y="398"/>
                </a:cubicBezTo>
                <a:cubicBezTo>
                  <a:pt x="328" y="402"/>
                  <a:pt x="328" y="402"/>
                  <a:pt x="328" y="402"/>
                </a:cubicBezTo>
                <a:cubicBezTo>
                  <a:pt x="335" y="400"/>
                  <a:pt x="335" y="400"/>
                  <a:pt x="335" y="400"/>
                </a:cubicBezTo>
                <a:cubicBezTo>
                  <a:pt x="330" y="395"/>
                  <a:pt x="330" y="395"/>
                  <a:pt x="330" y="395"/>
                </a:cubicBezTo>
                <a:cubicBezTo>
                  <a:pt x="323" y="395"/>
                  <a:pt x="323" y="395"/>
                  <a:pt x="323" y="395"/>
                </a:cubicBezTo>
                <a:cubicBezTo>
                  <a:pt x="322" y="395"/>
                  <a:pt x="322" y="395"/>
                  <a:pt x="322" y="395"/>
                </a:cubicBezTo>
                <a:cubicBezTo>
                  <a:pt x="321" y="393"/>
                  <a:pt x="321" y="393"/>
                  <a:pt x="321" y="393"/>
                </a:cubicBezTo>
                <a:cubicBezTo>
                  <a:pt x="321" y="392"/>
                  <a:pt x="322" y="391"/>
                  <a:pt x="323" y="391"/>
                </a:cubicBezTo>
                <a:cubicBezTo>
                  <a:pt x="326" y="391"/>
                  <a:pt x="326" y="391"/>
                  <a:pt x="326" y="391"/>
                </a:cubicBezTo>
                <a:cubicBezTo>
                  <a:pt x="324" y="389"/>
                  <a:pt x="324" y="389"/>
                  <a:pt x="324" y="389"/>
                </a:cubicBezTo>
                <a:cubicBezTo>
                  <a:pt x="309" y="390"/>
                  <a:pt x="309" y="390"/>
                  <a:pt x="309" y="390"/>
                </a:cubicBezTo>
                <a:cubicBezTo>
                  <a:pt x="308" y="389"/>
                  <a:pt x="308" y="389"/>
                  <a:pt x="308" y="389"/>
                </a:cubicBezTo>
                <a:cubicBezTo>
                  <a:pt x="307" y="388"/>
                  <a:pt x="307" y="388"/>
                  <a:pt x="307" y="388"/>
                </a:cubicBezTo>
                <a:cubicBezTo>
                  <a:pt x="307" y="387"/>
                  <a:pt x="308" y="386"/>
                  <a:pt x="309" y="386"/>
                </a:cubicBezTo>
                <a:cubicBezTo>
                  <a:pt x="320" y="386"/>
                  <a:pt x="320" y="386"/>
                  <a:pt x="320" y="386"/>
                </a:cubicBezTo>
                <a:cubicBezTo>
                  <a:pt x="313" y="379"/>
                  <a:pt x="313" y="379"/>
                  <a:pt x="313" y="379"/>
                </a:cubicBezTo>
                <a:cubicBezTo>
                  <a:pt x="312" y="379"/>
                  <a:pt x="312" y="378"/>
                  <a:pt x="313" y="377"/>
                </a:cubicBezTo>
                <a:cubicBezTo>
                  <a:pt x="314" y="376"/>
                  <a:pt x="314" y="376"/>
                  <a:pt x="314" y="376"/>
                </a:cubicBezTo>
                <a:cubicBezTo>
                  <a:pt x="315" y="377"/>
                  <a:pt x="315" y="377"/>
                  <a:pt x="315" y="377"/>
                </a:cubicBezTo>
                <a:cubicBezTo>
                  <a:pt x="322" y="383"/>
                  <a:pt x="322" y="383"/>
                  <a:pt x="322" y="383"/>
                </a:cubicBezTo>
                <a:cubicBezTo>
                  <a:pt x="321" y="372"/>
                  <a:pt x="321" y="372"/>
                  <a:pt x="321" y="372"/>
                </a:cubicBezTo>
                <a:cubicBezTo>
                  <a:pt x="321" y="371"/>
                  <a:pt x="322" y="371"/>
                  <a:pt x="323" y="370"/>
                </a:cubicBezTo>
                <a:cubicBezTo>
                  <a:pt x="323" y="370"/>
                  <a:pt x="323" y="370"/>
                  <a:pt x="323" y="370"/>
                </a:cubicBezTo>
                <a:cubicBezTo>
                  <a:pt x="325" y="370"/>
                  <a:pt x="325" y="371"/>
                  <a:pt x="325" y="372"/>
                </a:cubicBezTo>
                <a:cubicBezTo>
                  <a:pt x="326" y="387"/>
                  <a:pt x="326" y="387"/>
                  <a:pt x="326" y="387"/>
                </a:cubicBezTo>
                <a:cubicBezTo>
                  <a:pt x="328" y="389"/>
                  <a:pt x="328" y="389"/>
                  <a:pt x="328" y="389"/>
                </a:cubicBezTo>
                <a:cubicBezTo>
                  <a:pt x="328" y="386"/>
                  <a:pt x="328" y="386"/>
                  <a:pt x="328" y="386"/>
                </a:cubicBezTo>
                <a:cubicBezTo>
                  <a:pt x="328" y="385"/>
                  <a:pt x="329" y="384"/>
                  <a:pt x="330" y="384"/>
                </a:cubicBezTo>
                <a:cubicBezTo>
                  <a:pt x="330" y="384"/>
                  <a:pt x="330" y="384"/>
                  <a:pt x="330" y="384"/>
                </a:cubicBezTo>
                <a:cubicBezTo>
                  <a:pt x="331" y="384"/>
                  <a:pt x="332" y="384"/>
                  <a:pt x="332" y="386"/>
                </a:cubicBezTo>
                <a:cubicBezTo>
                  <a:pt x="332" y="392"/>
                  <a:pt x="332" y="392"/>
                  <a:pt x="332" y="392"/>
                </a:cubicBezTo>
                <a:cubicBezTo>
                  <a:pt x="337" y="397"/>
                  <a:pt x="337" y="397"/>
                  <a:pt x="337" y="397"/>
                </a:cubicBezTo>
                <a:cubicBezTo>
                  <a:pt x="339" y="390"/>
                  <a:pt x="339" y="390"/>
                  <a:pt x="339" y="390"/>
                </a:cubicBezTo>
                <a:cubicBezTo>
                  <a:pt x="335" y="385"/>
                  <a:pt x="335" y="385"/>
                  <a:pt x="335" y="385"/>
                </a:cubicBezTo>
                <a:cubicBezTo>
                  <a:pt x="335" y="383"/>
                  <a:pt x="335" y="383"/>
                  <a:pt x="335" y="383"/>
                </a:cubicBezTo>
                <a:cubicBezTo>
                  <a:pt x="336" y="382"/>
                  <a:pt x="336" y="382"/>
                  <a:pt x="336" y="382"/>
                </a:cubicBezTo>
                <a:cubicBezTo>
                  <a:pt x="337" y="382"/>
                  <a:pt x="337" y="382"/>
                  <a:pt x="337" y="382"/>
                </a:cubicBezTo>
                <a:cubicBezTo>
                  <a:pt x="338" y="383"/>
                  <a:pt x="338" y="383"/>
                  <a:pt x="338" y="383"/>
                </a:cubicBezTo>
                <a:cubicBezTo>
                  <a:pt x="340" y="385"/>
                  <a:pt x="340" y="385"/>
                  <a:pt x="340" y="385"/>
                </a:cubicBezTo>
                <a:cubicBezTo>
                  <a:pt x="341" y="382"/>
                  <a:pt x="341" y="382"/>
                  <a:pt x="341" y="382"/>
                </a:cubicBezTo>
                <a:cubicBezTo>
                  <a:pt x="333" y="370"/>
                  <a:pt x="333" y="370"/>
                  <a:pt x="333" y="370"/>
                </a:cubicBezTo>
                <a:cubicBezTo>
                  <a:pt x="332" y="368"/>
                  <a:pt x="332" y="368"/>
                  <a:pt x="332" y="368"/>
                </a:cubicBezTo>
                <a:cubicBezTo>
                  <a:pt x="333" y="367"/>
                  <a:pt x="333" y="367"/>
                  <a:pt x="333" y="367"/>
                </a:cubicBezTo>
                <a:cubicBezTo>
                  <a:pt x="334" y="367"/>
                  <a:pt x="334" y="367"/>
                  <a:pt x="334" y="367"/>
                </a:cubicBezTo>
                <a:cubicBezTo>
                  <a:pt x="335" y="367"/>
                  <a:pt x="335" y="367"/>
                  <a:pt x="336" y="368"/>
                </a:cubicBezTo>
                <a:cubicBezTo>
                  <a:pt x="342" y="377"/>
                  <a:pt x="342" y="377"/>
                  <a:pt x="342" y="377"/>
                </a:cubicBezTo>
                <a:cubicBezTo>
                  <a:pt x="344" y="368"/>
                  <a:pt x="344" y="368"/>
                  <a:pt x="344" y="368"/>
                </a:cubicBezTo>
                <a:cubicBezTo>
                  <a:pt x="344" y="367"/>
                  <a:pt x="344" y="367"/>
                  <a:pt x="345" y="367"/>
                </a:cubicBezTo>
                <a:cubicBezTo>
                  <a:pt x="346" y="367"/>
                  <a:pt x="346" y="367"/>
                  <a:pt x="346" y="367"/>
                </a:cubicBezTo>
                <a:cubicBezTo>
                  <a:pt x="347" y="367"/>
                  <a:pt x="347" y="368"/>
                  <a:pt x="347" y="369"/>
                </a:cubicBezTo>
                <a:cubicBezTo>
                  <a:pt x="345" y="378"/>
                  <a:pt x="345" y="378"/>
                  <a:pt x="345" y="378"/>
                </a:cubicBezTo>
                <a:cubicBezTo>
                  <a:pt x="354" y="372"/>
                  <a:pt x="354" y="372"/>
                  <a:pt x="354" y="372"/>
                </a:cubicBezTo>
                <a:cubicBezTo>
                  <a:pt x="355" y="372"/>
                  <a:pt x="355" y="372"/>
                  <a:pt x="355" y="372"/>
                </a:cubicBezTo>
                <a:cubicBezTo>
                  <a:pt x="356" y="372"/>
                  <a:pt x="356" y="372"/>
                  <a:pt x="357" y="372"/>
                </a:cubicBezTo>
                <a:cubicBezTo>
                  <a:pt x="357" y="374"/>
                  <a:pt x="357" y="374"/>
                  <a:pt x="357" y="374"/>
                </a:cubicBezTo>
                <a:cubicBezTo>
                  <a:pt x="356" y="375"/>
                  <a:pt x="356" y="375"/>
                  <a:pt x="356" y="375"/>
                </a:cubicBezTo>
                <a:cubicBezTo>
                  <a:pt x="344" y="383"/>
                  <a:pt x="344" y="383"/>
                  <a:pt x="344" y="383"/>
                </a:cubicBezTo>
                <a:cubicBezTo>
                  <a:pt x="343" y="386"/>
                  <a:pt x="343" y="386"/>
                  <a:pt x="343" y="386"/>
                </a:cubicBezTo>
                <a:cubicBezTo>
                  <a:pt x="346" y="384"/>
                  <a:pt x="346" y="384"/>
                  <a:pt x="346" y="384"/>
                </a:cubicBezTo>
                <a:cubicBezTo>
                  <a:pt x="347" y="384"/>
                  <a:pt x="347" y="384"/>
                  <a:pt x="347" y="384"/>
                </a:cubicBezTo>
                <a:cubicBezTo>
                  <a:pt x="347" y="384"/>
                  <a:pt x="348" y="384"/>
                  <a:pt x="348" y="385"/>
                </a:cubicBezTo>
                <a:cubicBezTo>
                  <a:pt x="349" y="386"/>
                  <a:pt x="349" y="387"/>
                  <a:pt x="348" y="388"/>
                </a:cubicBezTo>
                <a:cubicBezTo>
                  <a:pt x="342" y="391"/>
                  <a:pt x="342" y="391"/>
                  <a:pt x="342" y="391"/>
                </a:cubicBezTo>
                <a:cubicBezTo>
                  <a:pt x="341" y="398"/>
                  <a:pt x="341" y="398"/>
                  <a:pt x="341" y="398"/>
                </a:cubicBezTo>
                <a:cubicBezTo>
                  <a:pt x="347" y="396"/>
                  <a:pt x="347" y="396"/>
                  <a:pt x="347" y="396"/>
                </a:cubicBezTo>
                <a:cubicBezTo>
                  <a:pt x="350" y="390"/>
                  <a:pt x="350" y="390"/>
                  <a:pt x="350" y="390"/>
                </a:cubicBezTo>
                <a:cubicBezTo>
                  <a:pt x="351" y="389"/>
                  <a:pt x="351" y="389"/>
                  <a:pt x="352" y="389"/>
                </a:cubicBezTo>
                <a:cubicBezTo>
                  <a:pt x="353" y="389"/>
                  <a:pt x="353" y="389"/>
                  <a:pt x="353" y="389"/>
                </a:cubicBezTo>
                <a:cubicBezTo>
                  <a:pt x="353" y="390"/>
                  <a:pt x="353" y="390"/>
                  <a:pt x="353" y="390"/>
                </a:cubicBezTo>
                <a:cubicBezTo>
                  <a:pt x="353" y="392"/>
                  <a:pt x="353" y="392"/>
                  <a:pt x="353" y="392"/>
                </a:cubicBezTo>
                <a:cubicBezTo>
                  <a:pt x="352" y="394"/>
                  <a:pt x="352" y="394"/>
                  <a:pt x="352" y="394"/>
                </a:cubicBezTo>
                <a:cubicBezTo>
                  <a:pt x="355" y="394"/>
                  <a:pt x="355" y="394"/>
                  <a:pt x="355" y="394"/>
                </a:cubicBezTo>
                <a:cubicBezTo>
                  <a:pt x="362" y="380"/>
                  <a:pt x="362" y="380"/>
                  <a:pt x="362" y="380"/>
                </a:cubicBezTo>
                <a:cubicBezTo>
                  <a:pt x="362" y="380"/>
                  <a:pt x="363" y="379"/>
                  <a:pt x="363" y="379"/>
                </a:cubicBezTo>
                <a:cubicBezTo>
                  <a:pt x="364" y="380"/>
                  <a:pt x="364" y="380"/>
                  <a:pt x="364" y="380"/>
                </a:cubicBezTo>
                <a:cubicBezTo>
                  <a:pt x="365" y="381"/>
                  <a:pt x="365" y="381"/>
                  <a:pt x="365" y="381"/>
                </a:cubicBezTo>
                <a:cubicBezTo>
                  <a:pt x="365" y="382"/>
                  <a:pt x="365" y="382"/>
                  <a:pt x="365" y="382"/>
                </a:cubicBezTo>
                <a:cubicBezTo>
                  <a:pt x="360" y="392"/>
                  <a:pt x="360" y="392"/>
                  <a:pt x="360" y="392"/>
                </a:cubicBezTo>
                <a:cubicBezTo>
                  <a:pt x="369" y="389"/>
                  <a:pt x="369" y="389"/>
                  <a:pt x="369" y="389"/>
                </a:cubicBezTo>
                <a:cubicBezTo>
                  <a:pt x="369" y="389"/>
                  <a:pt x="369" y="389"/>
                  <a:pt x="369" y="389"/>
                </a:cubicBezTo>
                <a:cubicBezTo>
                  <a:pt x="370" y="389"/>
                  <a:pt x="371" y="389"/>
                  <a:pt x="371" y="390"/>
                </a:cubicBezTo>
                <a:cubicBezTo>
                  <a:pt x="371" y="391"/>
                  <a:pt x="371" y="392"/>
                  <a:pt x="370" y="392"/>
                </a:cubicBezTo>
                <a:cubicBezTo>
                  <a:pt x="361" y="395"/>
                  <a:pt x="361" y="395"/>
                  <a:pt x="361" y="395"/>
                </a:cubicBezTo>
                <a:cubicBezTo>
                  <a:pt x="371" y="400"/>
                  <a:pt x="371" y="400"/>
                  <a:pt x="371" y="400"/>
                </a:cubicBezTo>
                <a:cubicBezTo>
                  <a:pt x="372" y="401"/>
                  <a:pt x="372" y="401"/>
                  <a:pt x="372" y="401"/>
                </a:cubicBezTo>
                <a:cubicBezTo>
                  <a:pt x="372" y="402"/>
                  <a:pt x="372" y="402"/>
                  <a:pt x="372" y="402"/>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 name="Freeform 576"/>
          <p:cNvSpPr>
            <a:spLocks noEditPoints="1"/>
          </p:cNvSpPr>
          <p:nvPr/>
        </p:nvSpPr>
        <p:spPr bwMode="auto">
          <a:xfrm>
            <a:off x="7428059" y="610694"/>
            <a:ext cx="712788" cy="725488"/>
          </a:xfrm>
          <a:custGeom>
            <a:avLst/>
            <a:gdLst>
              <a:gd name="T0" fmla="*/ 519 w 522"/>
              <a:gd name="T1" fmla="*/ 179 h 531"/>
              <a:gd name="T2" fmla="*/ 414 w 522"/>
              <a:gd name="T3" fmla="*/ 248 h 531"/>
              <a:gd name="T4" fmla="*/ 326 w 522"/>
              <a:gd name="T5" fmla="*/ 240 h 531"/>
              <a:gd name="T6" fmla="*/ 239 w 522"/>
              <a:gd name="T7" fmla="*/ 244 h 531"/>
              <a:gd name="T8" fmla="*/ 73 w 522"/>
              <a:gd name="T9" fmla="*/ 207 h 531"/>
              <a:gd name="T10" fmla="*/ 91 w 522"/>
              <a:gd name="T11" fmla="*/ 81 h 531"/>
              <a:gd name="T12" fmla="*/ 190 w 522"/>
              <a:gd name="T13" fmla="*/ 28 h 531"/>
              <a:gd name="T14" fmla="*/ 239 w 522"/>
              <a:gd name="T15" fmla="*/ 16 h 531"/>
              <a:gd name="T16" fmla="*/ 350 w 522"/>
              <a:gd name="T17" fmla="*/ 4 h 531"/>
              <a:gd name="T18" fmla="*/ 450 w 522"/>
              <a:gd name="T19" fmla="*/ 96 h 531"/>
              <a:gd name="T20" fmla="*/ 505 w 522"/>
              <a:gd name="T21" fmla="*/ 124 h 531"/>
              <a:gd name="T22" fmla="*/ 442 w 522"/>
              <a:gd name="T23" fmla="*/ 118 h 531"/>
              <a:gd name="T24" fmla="*/ 430 w 522"/>
              <a:gd name="T25" fmla="*/ 108 h 531"/>
              <a:gd name="T26" fmla="*/ 347 w 522"/>
              <a:gd name="T27" fmla="*/ 26 h 531"/>
              <a:gd name="T28" fmla="*/ 271 w 522"/>
              <a:gd name="T29" fmla="*/ 49 h 531"/>
              <a:gd name="T30" fmla="*/ 256 w 522"/>
              <a:gd name="T31" fmla="*/ 49 h 531"/>
              <a:gd name="T32" fmla="*/ 233 w 522"/>
              <a:gd name="T33" fmla="*/ 38 h 531"/>
              <a:gd name="T34" fmla="*/ 189 w 522"/>
              <a:gd name="T35" fmla="*/ 71 h 531"/>
              <a:gd name="T36" fmla="*/ 176 w 522"/>
              <a:gd name="T37" fmla="*/ 86 h 531"/>
              <a:gd name="T38" fmla="*/ 108 w 522"/>
              <a:gd name="T39" fmla="*/ 97 h 531"/>
              <a:gd name="T40" fmla="*/ 89 w 522"/>
              <a:gd name="T41" fmla="*/ 191 h 531"/>
              <a:gd name="T42" fmla="*/ 239 w 522"/>
              <a:gd name="T43" fmla="*/ 222 h 531"/>
              <a:gd name="T44" fmla="*/ 326 w 522"/>
              <a:gd name="T45" fmla="*/ 218 h 531"/>
              <a:gd name="T46" fmla="*/ 457 w 522"/>
              <a:gd name="T47" fmla="*/ 222 h 531"/>
              <a:gd name="T48" fmla="*/ 487 w 522"/>
              <a:gd name="T49" fmla="*/ 138 h 531"/>
              <a:gd name="T50" fmla="*/ 400 w 522"/>
              <a:gd name="T51" fmla="*/ 262 h 531"/>
              <a:gd name="T52" fmla="*/ 415 w 522"/>
              <a:gd name="T53" fmla="*/ 268 h 531"/>
              <a:gd name="T54" fmla="*/ 302 w 522"/>
              <a:gd name="T55" fmla="*/ 525 h 531"/>
              <a:gd name="T56" fmla="*/ 288 w 522"/>
              <a:gd name="T57" fmla="*/ 530 h 531"/>
              <a:gd name="T58" fmla="*/ 282 w 522"/>
              <a:gd name="T59" fmla="*/ 516 h 531"/>
              <a:gd name="T60" fmla="*/ 400 w 522"/>
              <a:gd name="T61" fmla="*/ 262 h 531"/>
              <a:gd name="T62" fmla="*/ 344 w 522"/>
              <a:gd name="T63" fmla="*/ 277 h 531"/>
              <a:gd name="T64" fmla="*/ 226 w 522"/>
              <a:gd name="T65" fmla="*/ 531 h 531"/>
              <a:gd name="T66" fmla="*/ 212 w 522"/>
              <a:gd name="T67" fmla="*/ 524 h 531"/>
              <a:gd name="T68" fmla="*/ 324 w 522"/>
              <a:gd name="T69" fmla="*/ 268 h 531"/>
              <a:gd name="T70" fmla="*/ 338 w 522"/>
              <a:gd name="T71" fmla="*/ 262 h 531"/>
              <a:gd name="T72" fmla="*/ 134 w 522"/>
              <a:gd name="T73" fmla="*/ 268 h 531"/>
              <a:gd name="T74" fmla="*/ 22 w 522"/>
              <a:gd name="T75" fmla="*/ 525 h 531"/>
              <a:gd name="T76" fmla="*/ 7 w 522"/>
              <a:gd name="T77" fmla="*/ 530 h 531"/>
              <a:gd name="T78" fmla="*/ 1 w 522"/>
              <a:gd name="T79" fmla="*/ 516 h 531"/>
              <a:gd name="T80" fmla="*/ 119 w 522"/>
              <a:gd name="T81" fmla="*/ 262 h 531"/>
              <a:gd name="T82" fmla="*/ 134 w 522"/>
              <a:gd name="T83" fmla="*/ 268 h 531"/>
              <a:gd name="T84" fmla="*/ 274 w 522"/>
              <a:gd name="T85" fmla="*/ 277 h 531"/>
              <a:gd name="T86" fmla="*/ 156 w 522"/>
              <a:gd name="T87" fmla="*/ 531 h 531"/>
              <a:gd name="T88" fmla="*/ 142 w 522"/>
              <a:gd name="T89" fmla="*/ 524 h 531"/>
              <a:gd name="T90" fmla="*/ 254 w 522"/>
              <a:gd name="T91" fmla="*/ 268 h 531"/>
              <a:gd name="T92" fmla="*/ 268 w 522"/>
              <a:gd name="T93" fmla="*/ 262 h 531"/>
              <a:gd name="T94" fmla="*/ 198 w 522"/>
              <a:gd name="T95" fmla="*/ 262 h 531"/>
              <a:gd name="T96" fmla="*/ 204 w 522"/>
              <a:gd name="T97" fmla="*/ 277 h 531"/>
              <a:gd name="T98" fmla="*/ 86 w 522"/>
              <a:gd name="T99" fmla="*/ 531 h 531"/>
              <a:gd name="T100" fmla="*/ 72 w 522"/>
              <a:gd name="T101" fmla="*/ 524 h 531"/>
              <a:gd name="T102" fmla="*/ 184 w 522"/>
              <a:gd name="T103" fmla="*/ 268 h 531"/>
              <a:gd name="T104" fmla="*/ 198 w 522"/>
              <a:gd name="T105" fmla="*/ 262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2" h="531">
                <a:moveTo>
                  <a:pt x="505" y="124"/>
                </a:moveTo>
                <a:cubicBezTo>
                  <a:pt x="517" y="141"/>
                  <a:pt x="522" y="159"/>
                  <a:pt x="519" y="179"/>
                </a:cubicBezTo>
                <a:cubicBezTo>
                  <a:pt x="515" y="215"/>
                  <a:pt x="495" y="236"/>
                  <a:pt x="460" y="244"/>
                </a:cubicBezTo>
                <a:cubicBezTo>
                  <a:pt x="414" y="248"/>
                  <a:pt x="414" y="248"/>
                  <a:pt x="414" y="248"/>
                </a:cubicBezTo>
                <a:cubicBezTo>
                  <a:pt x="368" y="243"/>
                  <a:pt x="368" y="243"/>
                  <a:pt x="368" y="243"/>
                </a:cubicBezTo>
                <a:cubicBezTo>
                  <a:pt x="326" y="240"/>
                  <a:pt x="326" y="240"/>
                  <a:pt x="326" y="240"/>
                </a:cubicBezTo>
                <a:cubicBezTo>
                  <a:pt x="286" y="242"/>
                  <a:pt x="286" y="242"/>
                  <a:pt x="286" y="242"/>
                </a:cubicBezTo>
                <a:cubicBezTo>
                  <a:pt x="239" y="244"/>
                  <a:pt x="239" y="244"/>
                  <a:pt x="239" y="244"/>
                </a:cubicBezTo>
                <a:cubicBezTo>
                  <a:pt x="211" y="245"/>
                  <a:pt x="188" y="245"/>
                  <a:pt x="170" y="243"/>
                </a:cubicBezTo>
                <a:cubicBezTo>
                  <a:pt x="124" y="239"/>
                  <a:pt x="92" y="227"/>
                  <a:pt x="73" y="207"/>
                </a:cubicBezTo>
                <a:cubicBezTo>
                  <a:pt x="56" y="189"/>
                  <a:pt x="49" y="166"/>
                  <a:pt x="53" y="136"/>
                </a:cubicBezTo>
                <a:cubicBezTo>
                  <a:pt x="56" y="114"/>
                  <a:pt x="69" y="95"/>
                  <a:pt x="91" y="81"/>
                </a:cubicBezTo>
                <a:cubicBezTo>
                  <a:pt x="113" y="67"/>
                  <a:pt x="138" y="61"/>
                  <a:pt x="168" y="63"/>
                </a:cubicBezTo>
                <a:cubicBezTo>
                  <a:pt x="171" y="48"/>
                  <a:pt x="178" y="37"/>
                  <a:pt x="190" y="28"/>
                </a:cubicBezTo>
                <a:cubicBezTo>
                  <a:pt x="203" y="17"/>
                  <a:pt x="218" y="13"/>
                  <a:pt x="236" y="16"/>
                </a:cubicBezTo>
                <a:cubicBezTo>
                  <a:pt x="239" y="16"/>
                  <a:pt x="239" y="16"/>
                  <a:pt x="239" y="16"/>
                </a:cubicBezTo>
                <a:cubicBezTo>
                  <a:pt x="248" y="18"/>
                  <a:pt x="256" y="21"/>
                  <a:pt x="264" y="27"/>
                </a:cubicBezTo>
                <a:cubicBezTo>
                  <a:pt x="289" y="8"/>
                  <a:pt x="318" y="0"/>
                  <a:pt x="350" y="4"/>
                </a:cubicBezTo>
                <a:cubicBezTo>
                  <a:pt x="374" y="7"/>
                  <a:pt x="396" y="17"/>
                  <a:pt x="415" y="34"/>
                </a:cubicBezTo>
                <a:cubicBezTo>
                  <a:pt x="433" y="51"/>
                  <a:pt x="445" y="71"/>
                  <a:pt x="450" y="96"/>
                </a:cubicBezTo>
                <a:cubicBezTo>
                  <a:pt x="456" y="96"/>
                  <a:pt x="456" y="96"/>
                  <a:pt x="456" y="96"/>
                </a:cubicBezTo>
                <a:cubicBezTo>
                  <a:pt x="476" y="99"/>
                  <a:pt x="492" y="108"/>
                  <a:pt x="505" y="124"/>
                </a:cubicBezTo>
                <a:moveTo>
                  <a:pt x="453" y="118"/>
                </a:moveTo>
                <a:cubicBezTo>
                  <a:pt x="442" y="118"/>
                  <a:pt x="442" y="118"/>
                  <a:pt x="442" y="118"/>
                </a:cubicBezTo>
                <a:cubicBezTo>
                  <a:pt x="432" y="119"/>
                  <a:pt x="432" y="119"/>
                  <a:pt x="432" y="119"/>
                </a:cubicBezTo>
                <a:cubicBezTo>
                  <a:pt x="430" y="108"/>
                  <a:pt x="430" y="108"/>
                  <a:pt x="430" y="108"/>
                </a:cubicBezTo>
                <a:cubicBezTo>
                  <a:pt x="427" y="87"/>
                  <a:pt x="418" y="69"/>
                  <a:pt x="402" y="53"/>
                </a:cubicBezTo>
                <a:cubicBezTo>
                  <a:pt x="387" y="38"/>
                  <a:pt x="368" y="29"/>
                  <a:pt x="347" y="26"/>
                </a:cubicBezTo>
                <a:cubicBezTo>
                  <a:pt x="333" y="24"/>
                  <a:pt x="320" y="25"/>
                  <a:pt x="306" y="29"/>
                </a:cubicBezTo>
                <a:cubicBezTo>
                  <a:pt x="293" y="33"/>
                  <a:pt x="282" y="40"/>
                  <a:pt x="271" y="49"/>
                </a:cubicBezTo>
                <a:cubicBezTo>
                  <a:pt x="264" y="56"/>
                  <a:pt x="264" y="56"/>
                  <a:pt x="264" y="56"/>
                </a:cubicBezTo>
                <a:cubicBezTo>
                  <a:pt x="256" y="49"/>
                  <a:pt x="256" y="49"/>
                  <a:pt x="256" y="49"/>
                </a:cubicBezTo>
                <a:cubicBezTo>
                  <a:pt x="251" y="44"/>
                  <a:pt x="246" y="41"/>
                  <a:pt x="239" y="39"/>
                </a:cubicBezTo>
                <a:cubicBezTo>
                  <a:pt x="233" y="38"/>
                  <a:pt x="233" y="38"/>
                  <a:pt x="233" y="38"/>
                </a:cubicBezTo>
                <a:cubicBezTo>
                  <a:pt x="222" y="36"/>
                  <a:pt x="212" y="39"/>
                  <a:pt x="203" y="46"/>
                </a:cubicBezTo>
                <a:cubicBezTo>
                  <a:pt x="195" y="52"/>
                  <a:pt x="190" y="60"/>
                  <a:pt x="189" y="71"/>
                </a:cubicBezTo>
                <a:cubicBezTo>
                  <a:pt x="189" y="87"/>
                  <a:pt x="189" y="87"/>
                  <a:pt x="189" y="87"/>
                </a:cubicBezTo>
                <a:cubicBezTo>
                  <a:pt x="176" y="86"/>
                  <a:pt x="176" y="86"/>
                  <a:pt x="176" y="86"/>
                </a:cubicBezTo>
                <a:cubicBezTo>
                  <a:pt x="176" y="86"/>
                  <a:pt x="176" y="86"/>
                  <a:pt x="176" y="86"/>
                </a:cubicBezTo>
                <a:cubicBezTo>
                  <a:pt x="150" y="83"/>
                  <a:pt x="128" y="86"/>
                  <a:pt x="108" y="97"/>
                </a:cubicBezTo>
                <a:cubicBezTo>
                  <a:pt x="89" y="107"/>
                  <a:pt x="78" y="121"/>
                  <a:pt x="75" y="139"/>
                </a:cubicBezTo>
                <a:cubicBezTo>
                  <a:pt x="72" y="161"/>
                  <a:pt x="77" y="179"/>
                  <a:pt x="89" y="191"/>
                </a:cubicBezTo>
                <a:cubicBezTo>
                  <a:pt x="105" y="208"/>
                  <a:pt x="134" y="218"/>
                  <a:pt x="176" y="222"/>
                </a:cubicBezTo>
                <a:cubicBezTo>
                  <a:pt x="192" y="223"/>
                  <a:pt x="213" y="223"/>
                  <a:pt x="239" y="222"/>
                </a:cubicBezTo>
                <a:cubicBezTo>
                  <a:pt x="285" y="220"/>
                  <a:pt x="285" y="220"/>
                  <a:pt x="285" y="220"/>
                </a:cubicBezTo>
                <a:cubicBezTo>
                  <a:pt x="326" y="218"/>
                  <a:pt x="326" y="218"/>
                  <a:pt x="326" y="218"/>
                </a:cubicBezTo>
                <a:cubicBezTo>
                  <a:pt x="371" y="221"/>
                  <a:pt x="371" y="221"/>
                  <a:pt x="371" y="221"/>
                </a:cubicBezTo>
                <a:cubicBezTo>
                  <a:pt x="412" y="226"/>
                  <a:pt x="441" y="226"/>
                  <a:pt x="457" y="222"/>
                </a:cubicBezTo>
                <a:cubicBezTo>
                  <a:pt x="481" y="216"/>
                  <a:pt x="494" y="201"/>
                  <a:pt x="497" y="177"/>
                </a:cubicBezTo>
                <a:cubicBezTo>
                  <a:pt x="499" y="162"/>
                  <a:pt x="496" y="150"/>
                  <a:pt x="487" y="138"/>
                </a:cubicBezTo>
                <a:cubicBezTo>
                  <a:pt x="479" y="127"/>
                  <a:pt x="467" y="120"/>
                  <a:pt x="453" y="118"/>
                </a:cubicBezTo>
                <a:moveTo>
                  <a:pt x="400" y="262"/>
                </a:moveTo>
                <a:cubicBezTo>
                  <a:pt x="403" y="261"/>
                  <a:pt x="406" y="261"/>
                  <a:pt x="409" y="262"/>
                </a:cubicBezTo>
                <a:cubicBezTo>
                  <a:pt x="412" y="263"/>
                  <a:pt x="414" y="265"/>
                  <a:pt x="415" y="268"/>
                </a:cubicBezTo>
                <a:cubicBezTo>
                  <a:pt x="416" y="271"/>
                  <a:pt x="416" y="274"/>
                  <a:pt x="414" y="277"/>
                </a:cubicBezTo>
                <a:cubicBezTo>
                  <a:pt x="302" y="525"/>
                  <a:pt x="302" y="525"/>
                  <a:pt x="302" y="525"/>
                </a:cubicBezTo>
                <a:cubicBezTo>
                  <a:pt x="301" y="527"/>
                  <a:pt x="299" y="529"/>
                  <a:pt x="296" y="531"/>
                </a:cubicBezTo>
                <a:cubicBezTo>
                  <a:pt x="288" y="530"/>
                  <a:pt x="288" y="530"/>
                  <a:pt x="288" y="530"/>
                </a:cubicBezTo>
                <a:cubicBezTo>
                  <a:pt x="285" y="529"/>
                  <a:pt x="283" y="527"/>
                  <a:pt x="282" y="524"/>
                </a:cubicBezTo>
                <a:cubicBezTo>
                  <a:pt x="281" y="521"/>
                  <a:pt x="281" y="518"/>
                  <a:pt x="282" y="516"/>
                </a:cubicBezTo>
                <a:cubicBezTo>
                  <a:pt x="394" y="268"/>
                  <a:pt x="394" y="268"/>
                  <a:pt x="394" y="268"/>
                </a:cubicBezTo>
                <a:cubicBezTo>
                  <a:pt x="395" y="265"/>
                  <a:pt x="397" y="263"/>
                  <a:pt x="400" y="262"/>
                </a:cubicBezTo>
                <a:moveTo>
                  <a:pt x="345" y="268"/>
                </a:moveTo>
                <a:cubicBezTo>
                  <a:pt x="346" y="271"/>
                  <a:pt x="345" y="274"/>
                  <a:pt x="344" y="277"/>
                </a:cubicBezTo>
                <a:cubicBezTo>
                  <a:pt x="232" y="525"/>
                  <a:pt x="232" y="525"/>
                  <a:pt x="232" y="525"/>
                </a:cubicBezTo>
                <a:cubicBezTo>
                  <a:pt x="231" y="527"/>
                  <a:pt x="229" y="529"/>
                  <a:pt x="226" y="531"/>
                </a:cubicBezTo>
                <a:cubicBezTo>
                  <a:pt x="218" y="530"/>
                  <a:pt x="218" y="530"/>
                  <a:pt x="218" y="530"/>
                </a:cubicBezTo>
                <a:cubicBezTo>
                  <a:pt x="215" y="529"/>
                  <a:pt x="213" y="527"/>
                  <a:pt x="212" y="524"/>
                </a:cubicBezTo>
                <a:cubicBezTo>
                  <a:pt x="211" y="521"/>
                  <a:pt x="211" y="518"/>
                  <a:pt x="212" y="516"/>
                </a:cubicBezTo>
                <a:cubicBezTo>
                  <a:pt x="324" y="268"/>
                  <a:pt x="324" y="268"/>
                  <a:pt x="324" y="268"/>
                </a:cubicBezTo>
                <a:cubicBezTo>
                  <a:pt x="325" y="265"/>
                  <a:pt x="327" y="263"/>
                  <a:pt x="330" y="262"/>
                </a:cubicBezTo>
                <a:cubicBezTo>
                  <a:pt x="333" y="261"/>
                  <a:pt x="336" y="261"/>
                  <a:pt x="338" y="262"/>
                </a:cubicBezTo>
                <a:cubicBezTo>
                  <a:pt x="341" y="263"/>
                  <a:pt x="343" y="265"/>
                  <a:pt x="345" y="268"/>
                </a:cubicBezTo>
                <a:moveTo>
                  <a:pt x="134" y="268"/>
                </a:moveTo>
                <a:cubicBezTo>
                  <a:pt x="135" y="271"/>
                  <a:pt x="135" y="274"/>
                  <a:pt x="133" y="277"/>
                </a:cubicBezTo>
                <a:cubicBezTo>
                  <a:pt x="22" y="525"/>
                  <a:pt x="22" y="525"/>
                  <a:pt x="22" y="525"/>
                </a:cubicBezTo>
                <a:cubicBezTo>
                  <a:pt x="20" y="527"/>
                  <a:pt x="18" y="529"/>
                  <a:pt x="15" y="531"/>
                </a:cubicBezTo>
                <a:cubicBezTo>
                  <a:pt x="7" y="530"/>
                  <a:pt x="7" y="530"/>
                  <a:pt x="7" y="530"/>
                </a:cubicBezTo>
                <a:cubicBezTo>
                  <a:pt x="4" y="529"/>
                  <a:pt x="2" y="527"/>
                  <a:pt x="1" y="524"/>
                </a:cubicBezTo>
                <a:cubicBezTo>
                  <a:pt x="0" y="521"/>
                  <a:pt x="0" y="518"/>
                  <a:pt x="1" y="516"/>
                </a:cubicBezTo>
                <a:cubicBezTo>
                  <a:pt x="113" y="268"/>
                  <a:pt x="113" y="268"/>
                  <a:pt x="113" y="268"/>
                </a:cubicBezTo>
                <a:cubicBezTo>
                  <a:pt x="115" y="265"/>
                  <a:pt x="117" y="263"/>
                  <a:pt x="119" y="262"/>
                </a:cubicBezTo>
                <a:cubicBezTo>
                  <a:pt x="122" y="261"/>
                  <a:pt x="125" y="261"/>
                  <a:pt x="128" y="262"/>
                </a:cubicBezTo>
                <a:cubicBezTo>
                  <a:pt x="131" y="263"/>
                  <a:pt x="133" y="265"/>
                  <a:pt x="134" y="268"/>
                </a:cubicBezTo>
                <a:moveTo>
                  <a:pt x="274" y="268"/>
                </a:moveTo>
                <a:cubicBezTo>
                  <a:pt x="275" y="271"/>
                  <a:pt x="275" y="274"/>
                  <a:pt x="274" y="277"/>
                </a:cubicBezTo>
                <a:cubicBezTo>
                  <a:pt x="162" y="525"/>
                  <a:pt x="162" y="525"/>
                  <a:pt x="162" y="525"/>
                </a:cubicBezTo>
                <a:cubicBezTo>
                  <a:pt x="161" y="527"/>
                  <a:pt x="159" y="529"/>
                  <a:pt x="156" y="531"/>
                </a:cubicBezTo>
                <a:cubicBezTo>
                  <a:pt x="147" y="530"/>
                  <a:pt x="147" y="530"/>
                  <a:pt x="147" y="530"/>
                </a:cubicBezTo>
                <a:cubicBezTo>
                  <a:pt x="145" y="529"/>
                  <a:pt x="143" y="527"/>
                  <a:pt x="142" y="524"/>
                </a:cubicBezTo>
                <a:cubicBezTo>
                  <a:pt x="141" y="521"/>
                  <a:pt x="141" y="518"/>
                  <a:pt x="142" y="516"/>
                </a:cubicBezTo>
                <a:cubicBezTo>
                  <a:pt x="254" y="268"/>
                  <a:pt x="254" y="268"/>
                  <a:pt x="254" y="268"/>
                </a:cubicBezTo>
                <a:cubicBezTo>
                  <a:pt x="255" y="265"/>
                  <a:pt x="257" y="263"/>
                  <a:pt x="260" y="262"/>
                </a:cubicBezTo>
                <a:cubicBezTo>
                  <a:pt x="263" y="261"/>
                  <a:pt x="266" y="261"/>
                  <a:pt x="268" y="262"/>
                </a:cubicBezTo>
                <a:cubicBezTo>
                  <a:pt x="271" y="263"/>
                  <a:pt x="273" y="265"/>
                  <a:pt x="274" y="268"/>
                </a:cubicBezTo>
                <a:moveTo>
                  <a:pt x="198" y="262"/>
                </a:moveTo>
                <a:cubicBezTo>
                  <a:pt x="201" y="263"/>
                  <a:pt x="203" y="265"/>
                  <a:pt x="204" y="268"/>
                </a:cubicBezTo>
                <a:cubicBezTo>
                  <a:pt x="205" y="271"/>
                  <a:pt x="205" y="274"/>
                  <a:pt x="204" y="277"/>
                </a:cubicBezTo>
                <a:cubicBezTo>
                  <a:pt x="92" y="525"/>
                  <a:pt x="92" y="525"/>
                  <a:pt x="92" y="525"/>
                </a:cubicBezTo>
                <a:cubicBezTo>
                  <a:pt x="91" y="527"/>
                  <a:pt x="89" y="529"/>
                  <a:pt x="86" y="531"/>
                </a:cubicBezTo>
                <a:cubicBezTo>
                  <a:pt x="77" y="530"/>
                  <a:pt x="77" y="530"/>
                  <a:pt x="77" y="530"/>
                </a:cubicBezTo>
                <a:cubicBezTo>
                  <a:pt x="74" y="529"/>
                  <a:pt x="72" y="527"/>
                  <a:pt x="72" y="524"/>
                </a:cubicBezTo>
                <a:cubicBezTo>
                  <a:pt x="70" y="521"/>
                  <a:pt x="70" y="518"/>
                  <a:pt x="72" y="516"/>
                </a:cubicBezTo>
                <a:cubicBezTo>
                  <a:pt x="184" y="268"/>
                  <a:pt x="184" y="268"/>
                  <a:pt x="184" y="268"/>
                </a:cubicBezTo>
                <a:cubicBezTo>
                  <a:pt x="185" y="265"/>
                  <a:pt x="187" y="263"/>
                  <a:pt x="190" y="262"/>
                </a:cubicBezTo>
                <a:cubicBezTo>
                  <a:pt x="193" y="261"/>
                  <a:pt x="195" y="261"/>
                  <a:pt x="198" y="262"/>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八项循环</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864814949"/>
      </p:ext>
    </p:extLst>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Oval 5"/>
          <p:cNvSpPr>
            <a:spLocks noChangeArrowheads="1"/>
          </p:cNvSpPr>
          <p:nvPr/>
        </p:nvSpPr>
        <p:spPr bwMode="auto">
          <a:xfrm>
            <a:off x="4019412" y="4599068"/>
            <a:ext cx="515178" cy="516475"/>
          </a:xfrm>
          <a:prstGeom prst="ellipse">
            <a:avLst/>
          </a:prstGeom>
          <a:solidFill>
            <a:srgbClr val="5EC6D3"/>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1" name="Oval 6"/>
          <p:cNvSpPr>
            <a:spLocks noChangeArrowheads="1"/>
          </p:cNvSpPr>
          <p:nvPr/>
        </p:nvSpPr>
        <p:spPr bwMode="auto">
          <a:xfrm>
            <a:off x="4189408" y="3736113"/>
            <a:ext cx="515178" cy="515178"/>
          </a:xfrm>
          <a:prstGeom prst="ellipse">
            <a:avLst/>
          </a:prstGeom>
          <a:solidFill>
            <a:srgbClr val="5EC6D3"/>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 name="Oval 7"/>
          <p:cNvSpPr>
            <a:spLocks noChangeArrowheads="1"/>
          </p:cNvSpPr>
          <p:nvPr/>
        </p:nvSpPr>
        <p:spPr bwMode="auto">
          <a:xfrm>
            <a:off x="4834353" y="4805399"/>
            <a:ext cx="795476" cy="795476"/>
          </a:xfrm>
          <a:prstGeom prst="ellipse">
            <a:avLst/>
          </a:prstGeom>
          <a:solidFill>
            <a:srgbClr val="5EC6D3"/>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3" name="Rectangle 8"/>
          <p:cNvSpPr>
            <a:spLocks noChangeArrowheads="1"/>
          </p:cNvSpPr>
          <p:nvPr/>
        </p:nvSpPr>
        <p:spPr bwMode="auto">
          <a:xfrm>
            <a:off x="5196405" y="4535482"/>
            <a:ext cx="57098" cy="352968"/>
          </a:xfrm>
          <a:prstGeom prst="rect">
            <a:avLst/>
          </a:prstGeom>
          <a:solidFill>
            <a:srgbClr val="5EC6D3"/>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4" name="Freeform 9"/>
          <p:cNvSpPr>
            <a:spLocks/>
          </p:cNvSpPr>
          <p:nvPr/>
        </p:nvSpPr>
        <p:spPr bwMode="auto">
          <a:xfrm>
            <a:off x="4442455" y="4431668"/>
            <a:ext cx="526857" cy="336098"/>
          </a:xfrm>
          <a:custGeom>
            <a:avLst/>
            <a:gdLst>
              <a:gd name="T0" fmla="*/ 22 w 406"/>
              <a:gd name="T1" fmla="*/ 259 h 259"/>
              <a:gd name="T2" fmla="*/ 0 w 406"/>
              <a:gd name="T3" fmla="*/ 221 h 259"/>
              <a:gd name="T4" fmla="*/ 384 w 406"/>
              <a:gd name="T5" fmla="*/ 0 h 259"/>
              <a:gd name="T6" fmla="*/ 406 w 406"/>
              <a:gd name="T7" fmla="*/ 37 h 259"/>
              <a:gd name="T8" fmla="*/ 22 w 406"/>
              <a:gd name="T9" fmla="*/ 259 h 259"/>
            </a:gdLst>
            <a:ahLst/>
            <a:cxnLst>
              <a:cxn ang="0">
                <a:pos x="T0" y="T1"/>
              </a:cxn>
              <a:cxn ang="0">
                <a:pos x="T2" y="T3"/>
              </a:cxn>
              <a:cxn ang="0">
                <a:pos x="T4" y="T5"/>
              </a:cxn>
              <a:cxn ang="0">
                <a:pos x="T6" y="T7"/>
              </a:cxn>
              <a:cxn ang="0">
                <a:pos x="T8" y="T9"/>
              </a:cxn>
            </a:cxnLst>
            <a:rect l="0" t="0" r="r" b="b"/>
            <a:pathLst>
              <a:path w="406" h="259">
                <a:moveTo>
                  <a:pt x="22" y="259"/>
                </a:moveTo>
                <a:lnTo>
                  <a:pt x="0" y="221"/>
                </a:lnTo>
                <a:lnTo>
                  <a:pt x="384" y="0"/>
                </a:lnTo>
                <a:lnTo>
                  <a:pt x="406" y="37"/>
                </a:lnTo>
                <a:lnTo>
                  <a:pt x="22" y="259"/>
                </a:lnTo>
                <a:close/>
              </a:path>
            </a:pathLst>
          </a:custGeom>
          <a:solidFill>
            <a:srgbClr val="5EC6D3"/>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5" name="Freeform 10"/>
          <p:cNvSpPr>
            <a:spLocks/>
          </p:cNvSpPr>
          <p:nvPr/>
        </p:nvSpPr>
        <p:spPr bwMode="auto">
          <a:xfrm>
            <a:off x="4517720" y="3977481"/>
            <a:ext cx="556703" cy="266024"/>
          </a:xfrm>
          <a:custGeom>
            <a:avLst/>
            <a:gdLst>
              <a:gd name="T0" fmla="*/ 0 w 429"/>
              <a:gd name="T1" fmla="*/ 40 h 205"/>
              <a:gd name="T2" fmla="*/ 17 w 429"/>
              <a:gd name="T3" fmla="*/ 0 h 205"/>
              <a:gd name="T4" fmla="*/ 429 w 429"/>
              <a:gd name="T5" fmla="*/ 166 h 205"/>
              <a:gd name="T6" fmla="*/ 412 w 429"/>
              <a:gd name="T7" fmla="*/ 205 h 205"/>
              <a:gd name="T8" fmla="*/ 0 w 429"/>
              <a:gd name="T9" fmla="*/ 40 h 205"/>
            </a:gdLst>
            <a:ahLst/>
            <a:cxnLst>
              <a:cxn ang="0">
                <a:pos x="T0" y="T1"/>
              </a:cxn>
              <a:cxn ang="0">
                <a:pos x="T2" y="T3"/>
              </a:cxn>
              <a:cxn ang="0">
                <a:pos x="T4" y="T5"/>
              </a:cxn>
              <a:cxn ang="0">
                <a:pos x="T6" y="T7"/>
              </a:cxn>
              <a:cxn ang="0">
                <a:pos x="T8" y="T9"/>
              </a:cxn>
            </a:cxnLst>
            <a:rect l="0" t="0" r="r" b="b"/>
            <a:pathLst>
              <a:path w="429" h="205">
                <a:moveTo>
                  <a:pt x="0" y="40"/>
                </a:moveTo>
                <a:lnTo>
                  <a:pt x="17" y="0"/>
                </a:lnTo>
                <a:lnTo>
                  <a:pt x="429" y="166"/>
                </a:lnTo>
                <a:lnTo>
                  <a:pt x="412" y="205"/>
                </a:lnTo>
                <a:lnTo>
                  <a:pt x="0" y="40"/>
                </a:lnTo>
                <a:close/>
              </a:path>
            </a:pathLst>
          </a:custGeom>
          <a:solidFill>
            <a:srgbClr val="5EC6D3"/>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6" name="Freeform 11"/>
          <p:cNvSpPr>
            <a:spLocks/>
          </p:cNvSpPr>
          <p:nvPr/>
        </p:nvSpPr>
        <p:spPr bwMode="auto">
          <a:xfrm>
            <a:off x="5074423" y="4152667"/>
            <a:ext cx="1027760" cy="157019"/>
          </a:xfrm>
          <a:custGeom>
            <a:avLst/>
            <a:gdLst>
              <a:gd name="T0" fmla="*/ 19 w 792"/>
              <a:gd name="T1" fmla="*/ 121 h 121"/>
              <a:gd name="T2" fmla="*/ 0 w 792"/>
              <a:gd name="T3" fmla="*/ 0 h 121"/>
              <a:gd name="T4" fmla="*/ 792 w 792"/>
              <a:gd name="T5" fmla="*/ 0 h 121"/>
              <a:gd name="T6" fmla="*/ 792 w 792"/>
              <a:gd name="T7" fmla="*/ 121 h 121"/>
              <a:gd name="T8" fmla="*/ 19 w 792"/>
              <a:gd name="T9" fmla="*/ 121 h 121"/>
            </a:gdLst>
            <a:ahLst/>
            <a:cxnLst>
              <a:cxn ang="0">
                <a:pos x="T0" y="T1"/>
              </a:cxn>
              <a:cxn ang="0">
                <a:pos x="T2" y="T3"/>
              </a:cxn>
              <a:cxn ang="0">
                <a:pos x="T4" y="T5"/>
              </a:cxn>
              <a:cxn ang="0">
                <a:pos x="T6" y="T7"/>
              </a:cxn>
              <a:cxn ang="0">
                <a:pos x="T8" y="T9"/>
              </a:cxn>
            </a:cxnLst>
            <a:rect l="0" t="0" r="r" b="b"/>
            <a:pathLst>
              <a:path w="792" h="121">
                <a:moveTo>
                  <a:pt x="19" y="121"/>
                </a:moveTo>
                <a:lnTo>
                  <a:pt x="0" y="0"/>
                </a:lnTo>
                <a:lnTo>
                  <a:pt x="792" y="0"/>
                </a:lnTo>
                <a:lnTo>
                  <a:pt x="792" y="121"/>
                </a:lnTo>
                <a:lnTo>
                  <a:pt x="19" y="121"/>
                </a:lnTo>
                <a:close/>
              </a:path>
            </a:pathLst>
          </a:custGeom>
          <a:solidFill>
            <a:srgbClr val="5EC6D3"/>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7" name="Freeform 12"/>
          <p:cNvSpPr>
            <a:spLocks/>
          </p:cNvSpPr>
          <p:nvPr/>
        </p:nvSpPr>
        <p:spPr bwMode="auto">
          <a:xfrm>
            <a:off x="5136712" y="5063636"/>
            <a:ext cx="77861" cy="332205"/>
          </a:xfrm>
          <a:custGeom>
            <a:avLst/>
            <a:gdLst>
              <a:gd name="T0" fmla="*/ 60 w 60"/>
              <a:gd name="T1" fmla="*/ 206 h 256"/>
              <a:gd name="T2" fmla="*/ 41 w 60"/>
              <a:gd name="T3" fmla="*/ 256 h 256"/>
              <a:gd name="T4" fmla="*/ 19 w 60"/>
              <a:gd name="T5" fmla="*/ 256 h 256"/>
              <a:gd name="T6" fmla="*/ 0 w 60"/>
              <a:gd name="T7" fmla="*/ 206 h 256"/>
              <a:gd name="T8" fmla="*/ 0 w 60"/>
              <a:gd name="T9" fmla="*/ 0 h 256"/>
              <a:gd name="T10" fmla="*/ 60 w 60"/>
              <a:gd name="T11" fmla="*/ 0 h 256"/>
              <a:gd name="T12" fmla="*/ 60 w 60"/>
              <a:gd name="T13" fmla="*/ 206 h 256"/>
            </a:gdLst>
            <a:ahLst/>
            <a:cxnLst>
              <a:cxn ang="0">
                <a:pos x="T0" y="T1"/>
              </a:cxn>
              <a:cxn ang="0">
                <a:pos x="T2" y="T3"/>
              </a:cxn>
              <a:cxn ang="0">
                <a:pos x="T4" y="T5"/>
              </a:cxn>
              <a:cxn ang="0">
                <a:pos x="T6" y="T7"/>
              </a:cxn>
              <a:cxn ang="0">
                <a:pos x="T8" y="T9"/>
              </a:cxn>
              <a:cxn ang="0">
                <a:pos x="T10" y="T11"/>
              </a:cxn>
              <a:cxn ang="0">
                <a:pos x="T12" y="T13"/>
              </a:cxn>
            </a:cxnLst>
            <a:rect l="0" t="0" r="r" b="b"/>
            <a:pathLst>
              <a:path w="60" h="256">
                <a:moveTo>
                  <a:pt x="60" y="206"/>
                </a:moveTo>
                <a:lnTo>
                  <a:pt x="41" y="256"/>
                </a:lnTo>
                <a:lnTo>
                  <a:pt x="19" y="256"/>
                </a:lnTo>
                <a:lnTo>
                  <a:pt x="0" y="206"/>
                </a:lnTo>
                <a:lnTo>
                  <a:pt x="0" y="0"/>
                </a:lnTo>
                <a:lnTo>
                  <a:pt x="60" y="0"/>
                </a:lnTo>
                <a:lnTo>
                  <a:pt x="60" y="206"/>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13"/>
          <p:cNvSpPr>
            <a:spLocks/>
          </p:cNvSpPr>
          <p:nvPr/>
        </p:nvSpPr>
        <p:spPr bwMode="auto">
          <a:xfrm>
            <a:off x="5136712" y="5003943"/>
            <a:ext cx="77861" cy="96028"/>
          </a:xfrm>
          <a:custGeom>
            <a:avLst/>
            <a:gdLst>
              <a:gd name="T0" fmla="*/ 44 w 44"/>
              <a:gd name="T1" fmla="*/ 32 h 54"/>
              <a:gd name="T2" fmla="*/ 22 w 44"/>
              <a:gd name="T3" fmla="*/ 54 h 54"/>
              <a:gd name="T4" fmla="*/ 22 w 44"/>
              <a:gd name="T5" fmla="*/ 54 h 54"/>
              <a:gd name="T6" fmla="*/ 0 w 44"/>
              <a:gd name="T7" fmla="*/ 32 h 54"/>
              <a:gd name="T8" fmla="*/ 0 w 44"/>
              <a:gd name="T9" fmla="*/ 12 h 54"/>
              <a:gd name="T10" fmla="*/ 22 w 44"/>
              <a:gd name="T11" fmla="*/ 3 h 54"/>
              <a:gd name="T12" fmla="*/ 22 w 44"/>
              <a:gd name="T13" fmla="*/ 3 h 54"/>
              <a:gd name="T14" fmla="*/ 44 w 44"/>
              <a:gd name="T15" fmla="*/ 12 h 54"/>
              <a:gd name="T16" fmla="*/ 44 w 44"/>
              <a:gd name="T17" fmla="*/ 3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54">
                <a:moveTo>
                  <a:pt x="44" y="32"/>
                </a:moveTo>
                <a:cubicBezTo>
                  <a:pt x="44" y="44"/>
                  <a:pt x="34" y="54"/>
                  <a:pt x="22" y="54"/>
                </a:cubicBezTo>
                <a:cubicBezTo>
                  <a:pt x="22" y="54"/>
                  <a:pt x="22" y="54"/>
                  <a:pt x="22" y="54"/>
                </a:cubicBezTo>
                <a:cubicBezTo>
                  <a:pt x="10" y="54"/>
                  <a:pt x="0" y="44"/>
                  <a:pt x="0" y="32"/>
                </a:cubicBezTo>
                <a:cubicBezTo>
                  <a:pt x="0" y="12"/>
                  <a:pt x="0" y="12"/>
                  <a:pt x="0" y="12"/>
                </a:cubicBezTo>
                <a:cubicBezTo>
                  <a:pt x="0" y="0"/>
                  <a:pt x="10" y="3"/>
                  <a:pt x="22" y="3"/>
                </a:cubicBezTo>
                <a:cubicBezTo>
                  <a:pt x="22" y="3"/>
                  <a:pt x="22" y="3"/>
                  <a:pt x="22" y="3"/>
                </a:cubicBezTo>
                <a:cubicBezTo>
                  <a:pt x="34" y="3"/>
                  <a:pt x="44" y="0"/>
                  <a:pt x="44" y="12"/>
                </a:cubicBezTo>
                <a:lnTo>
                  <a:pt x="44" y="32"/>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Rectangle 14"/>
          <p:cNvSpPr>
            <a:spLocks noChangeArrowheads="1"/>
          </p:cNvSpPr>
          <p:nvPr/>
        </p:nvSpPr>
        <p:spPr bwMode="auto">
          <a:xfrm>
            <a:off x="5131521" y="5042874"/>
            <a:ext cx="86944" cy="83051"/>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15"/>
          <p:cNvSpPr>
            <a:spLocks/>
          </p:cNvSpPr>
          <p:nvPr/>
        </p:nvSpPr>
        <p:spPr bwMode="auto">
          <a:xfrm>
            <a:off x="5160070" y="5384163"/>
            <a:ext cx="29847" cy="49312"/>
          </a:xfrm>
          <a:custGeom>
            <a:avLst/>
            <a:gdLst>
              <a:gd name="T0" fmla="*/ 0 w 17"/>
              <a:gd name="T1" fmla="*/ 6 h 28"/>
              <a:gd name="T2" fmla="*/ 6 w 17"/>
              <a:gd name="T3" fmla="*/ 21 h 28"/>
              <a:gd name="T4" fmla="*/ 17 w 17"/>
              <a:gd name="T5" fmla="*/ 7 h 28"/>
              <a:gd name="T6" fmla="*/ 0 w 17"/>
              <a:gd name="T7" fmla="*/ 6 h 28"/>
            </a:gdLst>
            <a:ahLst/>
            <a:cxnLst>
              <a:cxn ang="0">
                <a:pos x="T0" y="T1"/>
              </a:cxn>
              <a:cxn ang="0">
                <a:pos x="T2" y="T3"/>
              </a:cxn>
              <a:cxn ang="0">
                <a:pos x="T4" y="T5"/>
              </a:cxn>
              <a:cxn ang="0">
                <a:pos x="T6" y="T7"/>
              </a:cxn>
            </a:cxnLst>
            <a:rect l="0" t="0" r="r" b="b"/>
            <a:pathLst>
              <a:path w="17" h="28">
                <a:moveTo>
                  <a:pt x="0" y="6"/>
                </a:moveTo>
                <a:cubicBezTo>
                  <a:pt x="0" y="6"/>
                  <a:pt x="5" y="18"/>
                  <a:pt x="6" y="21"/>
                </a:cubicBezTo>
                <a:cubicBezTo>
                  <a:pt x="8" y="25"/>
                  <a:pt x="11" y="28"/>
                  <a:pt x="17" y="7"/>
                </a:cubicBezTo>
                <a:cubicBezTo>
                  <a:pt x="17" y="7"/>
                  <a:pt x="10" y="0"/>
                  <a:pt x="0" y="6"/>
                </a:cubicBez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16"/>
          <p:cNvSpPr>
            <a:spLocks/>
          </p:cNvSpPr>
          <p:nvPr/>
        </p:nvSpPr>
        <p:spPr bwMode="auto">
          <a:xfrm>
            <a:off x="5253503" y="5063636"/>
            <a:ext cx="77861" cy="332205"/>
          </a:xfrm>
          <a:custGeom>
            <a:avLst/>
            <a:gdLst>
              <a:gd name="T0" fmla="*/ 60 w 60"/>
              <a:gd name="T1" fmla="*/ 206 h 256"/>
              <a:gd name="T2" fmla="*/ 41 w 60"/>
              <a:gd name="T3" fmla="*/ 256 h 256"/>
              <a:gd name="T4" fmla="*/ 19 w 60"/>
              <a:gd name="T5" fmla="*/ 256 h 256"/>
              <a:gd name="T6" fmla="*/ 0 w 60"/>
              <a:gd name="T7" fmla="*/ 206 h 256"/>
              <a:gd name="T8" fmla="*/ 0 w 60"/>
              <a:gd name="T9" fmla="*/ 0 h 256"/>
              <a:gd name="T10" fmla="*/ 60 w 60"/>
              <a:gd name="T11" fmla="*/ 0 h 256"/>
              <a:gd name="T12" fmla="*/ 60 w 60"/>
              <a:gd name="T13" fmla="*/ 206 h 256"/>
            </a:gdLst>
            <a:ahLst/>
            <a:cxnLst>
              <a:cxn ang="0">
                <a:pos x="T0" y="T1"/>
              </a:cxn>
              <a:cxn ang="0">
                <a:pos x="T2" y="T3"/>
              </a:cxn>
              <a:cxn ang="0">
                <a:pos x="T4" y="T5"/>
              </a:cxn>
              <a:cxn ang="0">
                <a:pos x="T6" y="T7"/>
              </a:cxn>
              <a:cxn ang="0">
                <a:pos x="T8" y="T9"/>
              </a:cxn>
              <a:cxn ang="0">
                <a:pos x="T10" y="T11"/>
              </a:cxn>
              <a:cxn ang="0">
                <a:pos x="T12" y="T13"/>
              </a:cxn>
            </a:cxnLst>
            <a:rect l="0" t="0" r="r" b="b"/>
            <a:pathLst>
              <a:path w="60" h="256">
                <a:moveTo>
                  <a:pt x="60" y="206"/>
                </a:moveTo>
                <a:lnTo>
                  <a:pt x="41" y="256"/>
                </a:lnTo>
                <a:lnTo>
                  <a:pt x="19" y="256"/>
                </a:lnTo>
                <a:lnTo>
                  <a:pt x="0" y="206"/>
                </a:lnTo>
                <a:lnTo>
                  <a:pt x="0" y="0"/>
                </a:lnTo>
                <a:lnTo>
                  <a:pt x="60" y="0"/>
                </a:lnTo>
                <a:lnTo>
                  <a:pt x="60" y="206"/>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17"/>
          <p:cNvSpPr>
            <a:spLocks/>
          </p:cNvSpPr>
          <p:nvPr/>
        </p:nvSpPr>
        <p:spPr bwMode="auto">
          <a:xfrm>
            <a:off x="5253503" y="5003943"/>
            <a:ext cx="77861" cy="96028"/>
          </a:xfrm>
          <a:custGeom>
            <a:avLst/>
            <a:gdLst>
              <a:gd name="T0" fmla="*/ 44 w 44"/>
              <a:gd name="T1" fmla="*/ 32 h 54"/>
              <a:gd name="T2" fmla="*/ 22 w 44"/>
              <a:gd name="T3" fmla="*/ 54 h 54"/>
              <a:gd name="T4" fmla="*/ 22 w 44"/>
              <a:gd name="T5" fmla="*/ 54 h 54"/>
              <a:gd name="T6" fmla="*/ 0 w 44"/>
              <a:gd name="T7" fmla="*/ 32 h 54"/>
              <a:gd name="T8" fmla="*/ 0 w 44"/>
              <a:gd name="T9" fmla="*/ 12 h 54"/>
              <a:gd name="T10" fmla="*/ 22 w 44"/>
              <a:gd name="T11" fmla="*/ 3 h 54"/>
              <a:gd name="T12" fmla="*/ 22 w 44"/>
              <a:gd name="T13" fmla="*/ 3 h 54"/>
              <a:gd name="T14" fmla="*/ 44 w 44"/>
              <a:gd name="T15" fmla="*/ 12 h 54"/>
              <a:gd name="T16" fmla="*/ 44 w 44"/>
              <a:gd name="T17" fmla="*/ 3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54">
                <a:moveTo>
                  <a:pt x="44" y="32"/>
                </a:moveTo>
                <a:cubicBezTo>
                  <a:pt x="44" y="44"/>
                  <a:pt x="34" y="54"/>
                  <a:pt x="22" y="54"/>
                </a:cubicBezTo>
                <a:cubicBezTo>
                  <a:pt x="22" y="54"/>
                  <a:pt x="22" y="54"/>
                  <a:pt x="22" y="54"/>
                </a:cubicBezTo>
                <a:cubicBezTo>
                  <a:pt x="10" y="54"/>
                  <a:pt x="0" y="44"/>
                  <a:pt x="0" y="32"/>
                </a:cubicBezTo>
                <a:cubicBezTo>
                  <a:pt x="0" y="12"/>
                  <a:pt x="0" y="12"/>
                  <a:pt x="0" y="12"/>
                </a:cubicBezTo>
                <a:cubicBezTo>
                  <a:pt x="0" y="0"/>
                  <a:pt x="10" y="3"/>
                  <a:pt x="22" y="3"/>
                </a:cubicBezTo>
                <a:cubicBezTo>
                  <a:pt x="22" y="3"/>
                  <a:pt x="22" y="3"/>
                  <a:pt x="22" y="3"/>
                </a:cubicBezTo>
                <a:cubicBezTo>
                  <a:pt x="34" y="3"/>
                  <a:pt x="44" y="0"/>
                  <a:pt x="44" y="12"/>
                </a:cubicBezTo>
                <a:lnTo>
                  <a:pt x="44" y="32"/>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Rectangle 18"/>
          <p:cNvSpPr>
            <a:spLocks noChangeArrowheads="1"/>
          </p:cNvSpPr>
          <p:nvPr/>
        </p:nvSpPr>
        <p:spPr bwMode="auto">
          <a:xfrm>
            <a:off x="5249610" y="5042874"/>
            <a:ext cx="86944" cy="83051"/>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19"/>
          <p:cNvSpPr>
            <a:spLocks/>
          </p:cNvSpPr>
          <p:nvPr/>
        </p:nvSpPr>
        <p:spPr bwMode="auto">
          <a:xfrm>
            <a:off x="5278159" y="5384163"/>
            <a:ext cx="28549" cy="49312"/>
          </a:xfrm>
          <a:custGeom>
            <a:avLst/>
            <a:gdLst>
              <a:gd name="T0" fmla="*/ 0 w 16"/>
              <a:gd name="T1" fmla="*/ 6 h 28"/>
              <a:gd name="T2" fmla="*/ 5 w 16"/>
              <a:gd name="T3" fmla="*/ 21 h 28"/>
              <a:gd name="T4" fmla="*/ 16 w 16"/>
              <a:gd name="T5" fmla="*/ 7 h 28"/>
              <a:gd name="T6" fmla="*/ 0 w 16"/>
              <a:gd name="T7" fmla="*/ 6 h 28"/>
            </a:gdLst>
            <a:ahLst/>
            <a:cxnLst>
              <a:cxn ang="0">
                <a:pos x="T0" y="T1"/>
              </a:cxn>
              <a:cxn ang="0">
                <a:pos x="T2" y="T3"/>
              </a:cxn>
              <a:cxn ang="0">
                <a:pos x="T4" y="T5"/>
              </a:cxn>
              <a:cxn ang="0">
                <a:pos x="T6" y="T7"/>
              </a:cxn>
            </a:cxnLst>
            <a:rect l="0" t="0" r="r" b="b"/>
            <a:pathLst>
              <a:path w="16" h="28">
                <a:moveTo>
                  <a:pt x="0" y="6"/>
                </a:moveTo>
                <a:cubicBezTo>
                  <a:pt x="0" y="6"/>
                  <a:pt x="4" y="18"/>
                  <a:pt x="5" y="21"/>
                </a:cubicBezTo>
                <a:cubicBezTo>
                  <a:pt x="7" y="25"/>
                  <a:pt x="10" y="28"/>
                  <a:pt x="16" y="7"/>
                </a:cubicBezTo>
                <a:cubicBezTo>
                  <a:pt x="16" y="7"/>
                  <a:pt x="9" y="0"/>
                  <a:pt x="0" y="6"/>
                </a:cubicBez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20"/>
          <p:cNvSpPr>
            <a:spLocks/>
          </p:cNvSpPr>
          <p:nvPr/>
        </p:nvSpPr>
        <p:spPr bwMode="auto">
          <a:xfrm>
            <a:off x="5328768" y="5058446"/>
            <a:ext cx="25954" cy="167400"/>
          </a:xfrm>
          <a:custGeom>
            <a:avLst/>
            <a:gdLst>
              <a:gd name="T0" fmla="*/ 0 w 15"/>
              <a:gd name="T1" fmla="*/ 0 h 94"/>
              <a:gd name="T2" fmla="*/ 13 w 15"/>
              <a:gd name="T3" fmla="*/ 10 h 94"/>
              <a:gd name="T4" fmla="*/ 14 w 15"/>
              <a:gd name="T5" fmla="*/ 88 h 94"/>
              <a:gd name="T6" fmla="*/ 9 w 15"/>
              <a:gd name="T7" fmla="*/ 94 h 94"/>
              <a:gd name="T8" fmla="*/ 9 w 15"/>
              <a:gd name="T9" fmla="*/ 33 h 94"/>
              <a:gd name="T10" fmla="*/ 4 w 15"/>
              <a:gd name="T11" fmla="*/ 26 h 94"/>
              <a:gd name="T12" fmla="*/ 0 w 15"/>
              <a:gd name="T13" fmla="*/ 0 h 94"/>
            </a:gdLst>
            <a:ahLst/>
            <a:cxnLst>
              <a:cxn ang="0">
                <a:pos x="T0" y="T1"/>
              </a:cxn>
              <a:cxn ang="0">
                <a:pos x="T2" y="T3"/>
              </a:cxn>
              <a:cxn ang="0">
                <a:pos x="T4" y="T5"/>
              </a:cxn>
              <a:cxn ang="0">
                <a:pos x="T6" y="T7"/>
              </a:cxn>
              <a:cxn ang="0">
                <a:pos x="T8" y="T9"/>
              </a:cxn>
              <a:cxn ang="0">
                <a:pos x="T10" y="T11"/>
              </a:cxn>
              <a:cxn ang="0">
                <a:pos x="T12" y="T13"/>
              </a:cxn>
            </a:cxnLst>
            <a:rect l="0" t="0" r="r" b="b"/>
            <a:pathLst>
              <a:path w="15" h="94">
                <a:moveTo>
                  <a:pt x="0" y="0"/>
                </a:moveTo>
                <a:cubicBezTo>
                  <a:pt x="0" y="0"/>
                  <a:pt x="12" y="6"/>
                  <a:pt x="13" y="10"/>
                </a:cubicBezTo>
                <a:cubicBezTo>
                  <a:pt x="14" y="15"/>
                  <a:pt x="14" y="88"/>
                  <a:pt x="14" y="88"/>
                </a:cubicBezTo>
                <a:cubicBezTo>
                  <a:pt x="14" y="88"/>
                  <a:pt x="15" y="94"/>
                  <a:pt x="9" y="94"/>
                </a:cubicBezTo>
                <a:cubicBezTo>
                  <a:pt x="9" y="33"/>
                  <a:pt x="9" y="33"/>
                  <a:pt x="9" y="33"/>
                </a:cubicBezTo>
                <a:cubicBezTo>
                  <a:pt x="4" y="26"/>
                  <a:pt x="4" y="26"/>
                  <a:pt x="4" y="26"/>
                </a:cubicBezTo>
                <a:cubicBezTo>
                  <a:pt x="0" y="0"/>
                  <a:pt x="0" y="0"/>
                  <a:pt x="0" y="0"/>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21"/>
          <p:cNvSpPr>
            <a:spLocks noEditPoints="1"/>
          </p:cNvSpPr>
          <p:nvPr/>
        </p:nvSpPr>
        <p:spPr bwMode="auto">
          <a:xfrm>
            <a:off x="4434669" y="3843820"/>
            <a:ext cx="140149" cy="269917"/>
          </a:xfrm>
          <a:custGeom>
            <a:avLst/>
            <a:gdLst>
              <a:gd name="T0" fmla="*/ 0 w 108"/>
              <a:gd name="T1" fmla="*/ 0 h 208"/>
              <a:gd name="T2" fmla="*/ 0 w 108"/>
              <a:gd name="T3" fmla="*/ 208 h 208"/>
              <a:gd name="T4" fmla="*/ 108 w 108"/>
              <a:gd name="T5" fmla="*/ 208 h 208"/>
              <a:gd name="T6" fmla="*/ 0 w 108"/>
              <a:gd name="T7" fmla="*/ 0 h 208"/>
              <a:gd name="T8" fmla="*/ 18 w 108"/>
              <a:gd name="T9" fmla="*/ 81 h 208"/>
              <a:gd name="T10" fmla="*/ 71 w 108"/>
              <a:gd name="T11" fmla="*/ 182 h 208"/>
              <a:gd name="T12" fmla="*/ 18 w 108"/>
              <a:gd name="T13" fmla="*/ 182 h 208"/>
              <a:gd name="T14" fmla="*/ 18 w 108"/>
              <a:gd name="T15" fmla="*/ 81 h 2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 h="208">
                <a:moveTo>
                  <a:pt x="0" y="0"/>
                </a:moveTo>
                <a:lnTo>
                  <a:pt x="0" y="208"/>
                </a:lnTo>
                <a:lnTo>
                  <a:pt x="108" y="208"/>
                </a:lnTo>
                <a:lnTo>
                  <a:pt x="0" y="0"/>
                </a:lnTo>
                <a:close/>
                <a:moveTo>
                  <a:pt x="18" y="81"/>
                </a:moveTo>
                <a:lnTo>
                  <a:pt x="71" y="182"/>
                </a:lnTo>
                <a:lnTo>
                  <a:pt x="18" y="182"/>
                </a:lnTo>
                <a:lnTo>
                  <a:pt x="18" y="81"/>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Rectangle 22"/>
          <p:cNvSpPr>
            <a:spLocks noChangeArrowheads="1"/>
          </p:cNvSpPr>
          <p:nvPr/>
        </p:nvSpPr>
        <p:spPr bwMode="auto">
          <a:xfrm>
            <a:off x="4367189" y="3842523"/>
            <a:ext cx="33740" cy="260833"/>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23"/>
          <p:cNvSpPr>
            <a:spLocks/>
          </p:cNvSpPr>
          <p:nvPr/>
        </p:nvSpPr>
        <p:spPr bwMode="auto">
          <a:xfrm>
            <a:off x="4245208" y="4968906"/>
            <a:ext cx="76563" cy="19465"/>
          </a:xfrm>
          <a:custGeom>
            <a:avLst/>
            <a:gdLst>
              <a:gd name="T0" fmla="*/ 43 w 43"/>
              <a:gd name="T1" fmla="*/ 6 h 11"/>
              <a:gd name="T2" fmla="*/ 36 w 43"/>
              <a:gd name="T3" fmla="*/ 11 h 11"/>
              <a:gd name="T4" fmla="*/ 7 w 43"/>
              <a:gd name="T5" fmla="*/ 11 h 11"/>
              <a:gd name="T6" fmla="*/ 0 w 43"/>
              <a:gd name="T7" fmla="*/ 6 h 11"/>
              <a:gd name="T8" fmla="*/ 0 w 43"/>
              <a:gd name="T9" fmla="*/ 6 h 11"/>
              <a:gd name="T10" fmla="*/ 7 w 43"/>
              <a:gd name="T11" fmla="*/ 0 h 11"/>
              <a:gd name="T12" fmla="*/ 36 w 43"/>
              <a:gd name="T13" fmla="*/ 0 h 11"/>
              <a:gd name="T14" fmla="*/ 43 w 43"/>
              <a:gd name="T15" fmla="*/ 6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 h="11">
                <a:moveTo>
                  <a:pt x="43" y="6"/>
                </a:moveTo>
                <a:cubicBezTo>
                  <a:pt x="43" y="8"/>
                  <a:pt x="40" y="11"/>
                  <a:pt x="36" y="11"/>
                </a:cubicBezTo>
                <a:cubicBezTo>
                  <a:pt x="7" y="11"/>
                  <a:pt x="7" y="11"/>
                  <a:pt x="7" y="11"/>
                </a:cubicBezTo>
                <a:cubicBezTo>
                  <a:pt x="3" y="11"/>
                  <a:pt x="0" y="8"/>
                  <a:pt x="0" y="6"/>
                </a:cubicBezTo>
                <a:cubicBezTo>
                  <a:pt x="0" y="6"/>
                  <a:pt x="0" y="6"/>
                  <a:pt x="0" y="6"/>
                </a:cubicBezTo>
                <a:cubicBezTo>
                  <a:pt x="0" y="3"/>
                  <a:pt x="3" y="0"/>
                  <a:pt x="7" y="0"/>
                </a:cubicBezTo>
                <a:cubicBezTo>
                  <a:pt x="36" y="0"/>
                  <a:pt x="36" y="0"/>
                  <a:pt x="36" y="0"/>
                </a:cubicBezTo>
                <a:cubicBezTo>
                  <a:pt x="40" y="0"/>
                  <a:pt x="43" y="3"/>
                  <a:pt x="43" y="6"/>
                </a:cubicBez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24"/>
          <p:cNvSpPr>
            <a:spLocks/>
          </p:cNvSpPr>
          <p:nvPr/>
        </p:nvSpPr>
        <p:spPr bwMode="auto">
          <a:xfrm>
            <a:off x="4245208" y="4988371"/>
            <a:ext cx="76563" cy="19465"/>
          </a:xfrm>
          <a:custGeom>
            <a:avLst/>
            <a:gdLst>
              <a:gd name="T0" fmla="*/ 43 w 43"/>
              <a:gd name="T1" fmla="*/ 6 h 11"/>
              <a:gd name="T2" fmla="*/ 36 w 43"/>
              <a:gd name="T3" fmla="*/ 11 h 11"/>
              <a:gd name="T4" fmla="*/ 7 w 43"/>
              <a:gd name="T5" fmla="*/ 11 h 11"/>
              <a:gd name="T6" fmla="*/ 0 w 43"/>
              <a:gd name="T7" fmla="*/ 6 h 11"/>
              <a:gd name="T8" fmla="*/ 0 w 43"/>
              <a:gd name="T9" fmla="*/ 6 h 11"/>
              <a:gd name="T10" fmla="*/ 7 w 43"/>
              <a:gd name="T11" fmla="*/ 0 h 11"/>
              <a:gd name="T12" fmla="*/ 36 w 43"/>
              <a:gd name="T13" fmla="*/ 0 h 11"/>
              <a:gd name="T14" fmla="*/ 43 w 43"/>
              <a:gd name="T15" fmla="*/ 6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 h="11">
                <a:moveTo>
                  <a:pt x="43" y="6"/>
                </a:moveTo>
                <a:cubicBezTo>
                  <a:pt x="43" y="8"/>
                  <a:pt x="40" y="11"/>
                  <a:pt x="36" y="11"/>
                </a:cubicBezTo>
                <a:cubicBezTo>
                  <a:pt x="7" y="11"/>
                  <a:pt x="7" y="11"/>
                  <a:pt x="7" y="11"/>
                </a:cubicBezTo>
                <a:cubicBezTo>
                  <a:pt x="3" y="11"/>
                  <a:pt x="0" y="8"/>
                  <a:pt x="0" y="6"/>
                </a:cubicBezTo>
                <a:cubicBezTo>
                  <a:pt x="0" y="6"/>
                  <a:pt x="0" y="6"/>
                  <a:pt x="0" y="6"/>
                </a:cubicBezTo>
                <a:cubicBezTo>
                  <a:pt x="0" y="3"/>
                  <a:pt x="3" y="0"/>
                  <a:pt x="7" y="0"/>
                </a:cubicBezTo>
                <a:cubicBezTo>
                  <a:pt x="36" y="0"/>
                  <a:pt x="36" y="0"/>
                  <a:pt x="36" y="0"/>
                </a:cubicBezTo>
                <a:cubicBezTo>
                  <a:pt x="40" y="0"/>
                  <a:pt x="43" y="3"/>
                  <a:pt x="43" y="6"/>
                </a:cubicBez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25"/>
          <p:cNvSpPr>
            <a:spLocks/>
          </p:cNvSpPr>
          <p:nvPr/>
        </p:nvSpPr>
        <p:spPr bwMode="auto">
          <a:xfrm>
            <a:off x="4259482" y="5007836"/>
            <a:ext cx="45419" cy="19465"/>
          </a:xfrm>
          <a:custGeom>
            <a:avLst/>
            <a:gdLst>
              <a:gd name="T0" fmla="*/ 26 w 26"/>
              <a:gd name="T1" fmla="*/ 6 h 11"/>
              <a:gd name="T2" fmla="*/ 22 w 26"/>
              <a:gd name="T3" fmla="*/ 11 h 11"/>
              <a:gd name="T4" fmla="*/ 5 w 26"/>
              <a:gd name="T5" fmla="*/ 11 h 11"/>
              <a:gd name="T6" fmla="*/ 0 w 26"/>
              <a:gd name="T7" fmla="*/ 6 h 11"/>
              <a:gd name="T8" fmla="*/ 0 w 26"/>
              <a:gd name="T9" fmla="*/ 6 h 11"/>
              <a:gd name="T10" fmla="*/ 5 w 26"/>
              <a:gd name="T11" fmla="*/ 0 h 11"/>
              <a:gd name="T12" fmla="*/ 22 w 26"/>
              <a:gd name="T13" fmla="*/ 0 h 11"/>
              <a:gd name="T14" fmla="*/ 26 w 26"/>
              <a:gd name="T15" fmla="*/ 6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
                <a:moveTo>
                  <a:pt x="26" y="6"/>
                </a:moveTo>
                <a:cubicBezTo>
                  <a:pt x="26" y="8"/>
                  <a:pt x="24" y="11"/>
                  <a:pt x="22" y="11"/>
                </a:cubicBezTo>
                <a:cubicBezTo>
                  <a:pt x="5" y="11"/>
                  <a:pt x="5" y="11"/>
                  <a:pt x="5" y="11"/>
                </a:cubicBezTo>
                <a:cubicBezTo>
                  <a:pt x="2" y="11"/>
                  <a:pt x="0" y="8"/>
                  <a:pt x="0" y="6"/>
                </a:cubicBezTo>
                <a:cubicBezTo>
                  <a:pt x="0" y="6"/>
                  <a:pt x="0" y="6"/>
                  <a:pt x="0" y="6"/>
                </a:cubicBezTo>
                <a:cubicBezTo>
                  <a:pt x="0" y="3"/>
                  <a:pt x="2" y="0"/>
                  <a:pt x="5" y="0"/>
                </a:cubicBezTo>
                <a:cubicBezTo>
                  <a:pt x="22" y="0"/>
                  <a:pt x="22" y="0"/>
                  <a:pt x="22" y="0"/>
                </a:cubicBezTo>
                <a:cubicBezTo>
                  <a:pt x="24" y="0"/>
                  <a:pt x="26" y="3"/>
                  <a:pt x="26" y="6"/>
                </a:cubicBez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26"/>
          <p:cNvSpPr>
            <a:spLocks noEditPoints="1"/>
          </p:cNvSpPr>
          <p:nvPr/>
        </p:nvSpPr>
        <p:spPr bwMode="auto">
          <a:xfrm>
            <a:off x="4119333" y="4675631"/>
            <a:ext cx="324419" cy="289382"/>
          </a:xfrm>
          <a:custGeom>
            <a:avLst/>
            <a:gdLst>
              <a:gd name="T0" fmla="*/ 93 w 183"/>
              <a:gd name="T1" fmla="*/ 0 h 163"/>
              <a:gd name="T2" fmla="*/ 93 w 183"/>
              <a:gd name="T3" fmla="*/ 0 h 163"/>
              <a:gd name="T4" fmla="*/ 91 w 183"/>
              <a:gd name="T5" fmla="*/ 0 h 163"/>
              <a:gd name="T6" fmla="*/ 90 w 183"/>
              <a:gd name="T7" fmla="*/ 0 h 163"/>
              <a:gd name="T8" fmla="*/ 90 w 183"/>
              <a:gd name="T9" fmla="*/ 0 h 163"/>
              <a:gd name="T10" fmla="*/ 46 w 183"/>
              <a:gd name="T11" fmla="*/ 113 h 163"/>
              <a:gd name="T12" fmla="*/ 70 w 183"/>
              <a:gd name="T13" fmla="*/ 163 h 163"/>
              <a:gd name="T14" fmla="*/ 91 w 183"/>
              <a:gd name="T15" fmla="*/ 163 h 163"/>
              <a:gd name="T16" fmla="*/ 95 w 183"/>
              <a:gd name="T17" fmla="*/ 163 h 163"/>
              <a:gd name="T18" fmla="*/ 115 w 183"/>
              <a:gd name="T19" fmla="*/ 163 h 163"/>
              <a:gd name="T20" fmla="*/ 137 w 183"/>
              <a:gd name="T21" fmla="*/ 113 h 163"/>
              <a:gd name="T22" fmla="*/ 93 w 183"/>
              <a:gd name="T23" fmla="*/ 0 h 163"/>
              <a:gd name="T24" fmla="*/ 136 w 183"/>
              <a:gd name="T25" fmla="*/ 83 h 163"/>
              <a:gd name="T26" fmla="*/ 110 w 183"/>
              <a:gd name="T27" fmla="*/ 18 h 163"/>
              <a:gd name="T28" fmla="*/ 136 w 183"/>
              <a:gd name="T29" fmla="*/ 8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3" h="163">
                <a:moveTo>
                  <a:pt x="93" y="0"/>
                </a:moveTo>
                <a:cubicBezTo>
                  <a:pt x="93" y="0"/>
                  <a:pt x="93" y="0"/>
                  <a:pt x="93" y="0"/>
                </a:cubicBezTo>
                <a:cubicBezTo>
                  <a:pt x="93" y="0"/>
                  <a:pt x="92" y="0"/>
                  <a:pt x="91" y="0"/>
                </a:cubicBezTo>
                <a:cubicBezTo>
                  <a:pt x="91" y="0"/>
                  <a:pt x="93" y="0"/>
                  <a:pt x="90" y="0"/>
                </a:cubicBezTo>
                <a:cubicBezTo>
                  <a:pt x="90" y="0"/>
                  <a:pt x="90" y="0"/>
                  <a:pt x="90" y="0"/>
                </a:cubicBezTo>
                <a:cubicBezTo>
                  <a:pt x="0" y="3"/>
                  <a:pt x="22" y="92"/>
                  <a:pt x="46" y="113"/>
                </a:cubicBezTo>
                <a:cubicBezTo>
                  <a:pt x="71" y="136"/>
                  <a:pt x="70" y="163"/>
                  <a:pt x="70" y="163"/>
                </a:cubicBezTo>
                <a:cubicBezTo>
                  <a:pt x="91" y="163"/>
                  <a:pt x="91" y="163"/>
                  <a:pt x="91" y="163"/>
                </a:cubicBezTo>
                <a:cubicBezTo>
                  <a:pt x="95" y="163"/>
                  <a:pt x="95" y="163"/>
                  <a:pt x="95" y="163"/>
                </a:cubicBezTo>
                <a:cubicBezTo>
                  <a:pt x="115" y="163"/>
                  <a:pt x="115" y="163"/>
                  <a:pt x="115" y="163"/>
                </a:cubicBezTo>
                <a:cubicBezTo>
                  <a:pt x="115" y="163"/>
                  <a:pt x="113" y="136"/>
                  <a:pt x="137" y="113"/>
                </a:cubicBezTo>
                <a:cubicBezTo>
                  <a:pt x="162" y="92"/>
                  <a:pt x="183" y="3"/>
                  <a:pt x="93" y="0"/>
                </a:cubicBezTo>
                <a:close/>
                <a:moveTo>
                  <a:pt x="136" y="83"/>
                </a:moveTo>
                <a:cubicBezTo>
                  <a:pt x="152" y="41"/>
                  <a:pt x="110" y="18"/>
                  <a:pt x="110" y="18"/>
                </a:cubicBezTo>
                <a:cubicBezTo>
                  <a:pt x="172" y="28"/>
                  <a:pt x="136" y="83"/>
                  <a:pt x="136" y="83"/>
                </a:cubicBez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27"/>
          <p:cNvSpPr>
            <a:spLocks/>
          </p:cNvSpPr>
          <p:nvPr/>
        </p:nvSpPr>
        <p:spPr bwMode="auto">
          <a:xfrm>
            <a:off x="6377291" y="4608152"/>
            <a:ext cx="1330119" cy="158317"/>
          </a:xfrm>
          <a:custGeom>
            <a:avLst/>
            <a:gdLst>
              <a:gd name="T0" fmla="*/ 1001 w 1025"/>
              <a:gd name="T1" fmla="*/ 0 h 122"/>
              <a:gd name="T2" fmla="*/ 1025 w 1025"/>
              <a:gd name="T3" fmla="*/ 122 h 122"/>
              <a:gd name="T4" fmla="*/ 0 w 1025"/>
              <a:gd name="T5" fmla="*/ 122 h 122"/>
              <a:gd name="T6" fmla="*/ 0 w 1025"/>
              <a:gd name="T7" fmla="*/ 0 h 122"/>
              <a:gd name="T8" fmla="*/ 1001 w 1025"/>
              <a:gd name="T9" fmla="*/ 0 h 122"/>
            </a:gdLst>
            <a:ahLst/>
            <a:cxnLst>
              <a:cxn ang="0">
                <a:pos x="T0" y="T1"/>
              </a:cxn>
              <a:cxn ang="0">
                <a:pos x="T2" y="T3"/>
              </a:cxn>
              <a:cxn ang="0">
                <a:pos x="T4" y="T5"/>
              </a:cxn>
              <a:cxn ang="0">
                <a:pos x="T6" y="T7"/>
              </a:cxn>
              <a:cxn ang="0">
                <a:pos x="T8" y="T9"/>
              </a:cxn>
            </a:cxnLst>
            <a:rect l="0" t="0" r="r" b="b"/>
            <a:pathLst>
              <a:path w="1025" h="122">
                <a:moveTo>
                  <a:pt x="1001" y="0"/>
                </a:moveTo>
                <a:lnTo>
                  <a:pt x="1025" y="122"/>
                </a:lnTo>
                <a:lnTo>
                  <a:pt x="0" y="122"/>
                </a:lnTo>
                <a:lnTo>
                  <a:pt x="0" y="0"/>
                </a:lnTo>
                <a:lnTo>
                  <a:pt x="1001" y="0"/>
                </a:lnTo>
                <a:close/>
              </a:path>
            </a:pathLst>
          </a:custGeom>
          <a:solidFill>
            <a:srgbClr val="F478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28"/>
          <p:cNvSpPr>
            <a:spLocks/>
          </p:cNvSpPr>
          <p:nvPr/>
        </p:nvSpPr>
        <p:spPr bwMode="auto">
          <a:xfrm>
            <a:off x="7533521" y="3967100"/>
            <a:ext cx="471057" cy="638457"/>
          </a:xfrm>
          <a:custGeom>
            <a:avLst/>
            <a:gdLst>
              <a:gd name="T0" fmla="*/ 310 w 363"/>
              <a:gd name="T1" fmla="*/ 0 h 492"/>
              <a:gd name="T2" fmla="*/ 363 w 363"/>
              <a:gd name="T3" fmla="*/ 19 h 492"/>
              <a:gd name="T4" fmla="*/ 45 w 363"/>
              <a:gd name="T5" fmla="*/ 492 h 492"/>
              <a:gd name="T6" fmla="*/ 0 w 363"/>
              <a:gd name="T7" fmla="*/ 462 h 492"/>
              <a:gd name="T8" fmla="*/ 310 w 363"/>
              <a:gd name="T9" fmla="*/ 0 h 492"/>
            </a:gdLst>
            <a:ahLst/>
            <a:cxnLst>
              <a:cxn ang="0">
                <a:pos x="T0" y="T1"/>
              </a:cxn>
              <a:cxn ang="0">
                <a:pos x="T2" y="T3"/>
              </a:cxn>
              <a:cxn ang="0">
                <a:pos x="T4" y="T5"/>
              </a:cxn>
              <a:cxn ang="0">
                <a:pos x="T6" y="T7"/>
              </a:cxn>
              <a:cxn ang="0">
                <a:pos x="T8" y="T9"/>
              </a:cxn>
            </a:cxnLst>
            <a:rect l="0" t="0" r="r" b="b"/>
            <a:pathLst>
              <a:path w="363" h="492">
                <a:moveTo>
                  <a:pt x="310" y="0"/>
                </a:moveTo>
                <a:lnTo>
                  <a:pt x="363" y="19"/>
                </a:lnTo>
                <a:lnTo>
                  <a:pt x="45" y="492"/>
                </a:lnTo>
                <a:lnTo>
                  <a:pt x="0" y="462"/>
                </a:lnTo>
                <a:lnTo>
                  <a:pt x="310" y="0"/>
                </a:lnTo>
                <a:close/>
              </a:path>
            </a:pathLst>
          </a:custGeom>
          <a:solidFill>
            <a:srgbClr val="F478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29"/>
          <p:cNvSpPr>
            <a:spLocks/>
          </p:cNvSpPr>
          <p:nvPr/>
        </p:nvSpPr>
        <p:spPr bwMode="auto">
          <a:xfrm>
            <a:off x="6673161" y="2247678"/>
            <a:ext cx="624183" cy="504796"/>
          </a:xfrm>
          <a:custGeom>
            <a:avLst/>
            <a:gdLst>
              <a:gd name="T0" fmla="*/ 437 w 481"/>
              <a:gd name="T1" fmla="*/ 0 h 389"/>
              <a:gd name="T2" fmla="*/ 481 w 481"/>
              <a:gd name="T3" fmla="*/ 36 h 389"/>
              <a:gd name="T4" fmla="*/ 32 w 481"/>
              <a:gd name="T5" fmla="*/ 389 h 389"/>
              <a:gd name="T6" fmla="*/ 0 w 481"/>
              <a:gd name="T7" fmla="*/ 346 h 389"/>
              <a:gd name="T8" fmla="*/ 437 w 481"/>
              <a:gd name="T9" fmla="*/ 0 h 389"/>
            </a:gdLst>
            <a:ahLst/>
            <a:cxnLst>
              <a:cxn ang="0">
                <a:pos x="T0" y="T1"/>
              </a:cxn>
              <a:cxn ang="0">
                <a:pos x="T2" y="T3"/>
              </a:cxn>
              <a:cxn ang="0">
                <a:pos x="T4" y="T5"/>
              </a:cxn>
              <a:cxn ang="0">
                <a:pos x="T6" y="T7"/>
              </a:cxn>
              <a:cxn ang="0">
                <a:pos x="T8" y="T9"/>
              </a:cxn>
            </a:cxnLst>
            <a:rect l="0" t="0" r="r" b="b"/>
            <a:pathLst>
              <a:path w="481" h="389">
                <a:moveTo>
                  <a:pt x="437" y="0"/>
                </a:moveTo>
                <a:lnTo>
                  <a:pt x="481" y="36"/>
                </a:lnTo>
                <a:lnTo>
                  <a:pt x="32" y="389"/>
                </a:lnTo>
                <a:lnTo>
                  <a:pt x="0" y="346"/>
                </a:lnTo>
                <a:lnTo>
                  <a:pt x="437" y="0"/>
                </a:lnTo>
                <a:close/>
              </a:path>
            </a:pathLst>
          </a:custGeom>
          <a:solidFill>
            <a:srgbClr val="546E7A"/>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5" name="Freeform 30"/>
          <p:cNvSpPr>
            <a:spLocks/>
          </p:cNvSpPr>
          <p:nvPr/>
        </p:nvSpPr>
        <p:spPr bwMode="auto">
          <a:xfrm>
            <a:off x="6684840" y="3210554"/>
            <a:ext cx="740973" cy="103814"/>
          </a:xfrm>
          <a:custGeom>
            <a:avLst/>
            <a:gdLst>
              <a:gd name="T0" fmla="*/ 560 w 571"/>
              <a:gd name="T1" fmla="*/ 24 h 80"/>
              <a:gd name="T2" fmla="*/ 571 w 571"/>
              <a:gd name="T3" fmla="*/ 80 h 80"/>
              <a:gd name="T4" fmla="*/ 0 w 571"/>
              <a:gd name="T5" fmla="*/ 54 h 80"/>
              <a:gd name="T6" fmla="*/ 3 w 571"/>
              <a:gd name="T7" fmla="*/ 0 h 80"/>
              <a:gd name="T8" fmla="*/ 560 w 571"/>
              <a:gd name="T9" fmla="*/ 24 h 80"/>
            </a:gdLst>
            <a:ahLst/>
            <a:cxnLst>
              <a:cxn ang="0">
                <a:pos x="T0" y="T1"/>
              </a:cxn>
              <a:cxn ang="0">
                <a:pos x="T2" y="T3"/>
              </a:cxn>
              <a:cxn ang="0">
                <a:pos x="T4" y="T5"/>
              </a:cxn>
              <a:cxn ang="0">
                <a:pos x="T6" y="T7"/>
              </a:cxn>
              <a:cxn ang="0">
                <a:pos x="T8" y="T9"/>
              </a:cxn>
            </a:cxnLst>
            <a:rect l="0" t="0" r="r" b="b"/>
            <a:pathLst>
              <a:path w="571" h="80">
                <a:moveTo>
                  <a:pt x="560" y="24"/>
                </a:moveTo>
                <a:lnTo>
                  <a:pt x="571" y="80"/>
                </a:lnTo>
                <a:lnTo>
                  <a:pt x="0" y="54"/>
                </a:lnTo>
                <a:lnTo>
                  <a:pt x="3" y="0"/>
                </a:lnTo>
                <a:lnTo>
                  <a:pt x="560" y="24"/>
                </a:lnTo>
                <a:close/>
              </a:path>
            </a:pathLst>
          </a:custGeom>
          <a:solidFill>
            <a:srgbClr val="546E7A"/>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6" name="Freeform 31"/>
          <p:cNvSpPr>
            <a:spLocks/>
          </p:cNvSpPr>
          <p:nvPr/>
        </p:nvSpPr>
        <p:spPr bwMode="auto">
          <a:xfrm>
            <a:off x="4875879" y="3114526"/>
            <a:ext cx="742271" cy="101219"/>
          </a:xfrm>
          <a:custGeom>
            <a:avLst/>
            <a:gdLst>
              <a:gd name="T0" fmla="*/ 557 w 572"/>
              <a:gd name="T1" fmla="*/ 0 h 78"/>
              <a:gd name="T2" fmla="*/ 572 w 572"/>
              <a:gd name="T3" fmla="*/ 53 h 78"/>
              <a:gd name="T4" fmla="*/ 1 w 572"/>
              <a:gd name="T5" fmla="*/ 78 h 78"/>
              <a:gd name="T6" fmla="*/ 0 w 572"/>
              <a:gd name="T7" fmla="*/ 23 h 78"/>
              <a:gd name="T8" fmla="*/ 557 w 572"/>
              <a:gd name="T9" fmla="*/ 0 h 78"/>
            </a:gdLst>
            <a:ahLst/>
            <a:cxnLst>
              <a:cxn ang="0">
                <a:pos x="T0" y="T1"/>
              </a:cxn>
              <a:cxn ang="0">
                <a:pos x="T2" y="T3"/>
              </a:cxn>
              <a:cxn ang="0">
                <a:pos x="T4" y="T5"/>
              </a:cxn>
              <a:cxn ang="0">
                <a:pos x="T6" y="T7"/>
              </a:cxn>
              <a:cxn ang="0">
                <a:pos x="T8" y="T9"/>
              </a:cxn>
            </a:cxnLst>
            <a:rect l="0" t="0" r="r" b="b"/>
            <a:pathLst>
              <a:path w="572" h="78">
                <a:moveTo>
                  <a:pt x="557" y="0"/>
                </a:moveTo>
                <a:lnTo>
                  <a:pt x="572" y="53"/>
                </a:lnTo>
                <a:lnTo>
                  <a:pt x="1" y="78"/>
                </a:lnTo>
                <a:lnTo>
                  <a:pt x="0" y="23"/>
                </a:lnTo>
                <a:lnTo>
                  <a:pt x="557" y="0"/>
                </a:lnTo>
                <a:close/>
              </a:path>
            </a:pathLst>
          </a:custGeom>
          <a:solidFill>
            <a:srgbClr val="546E7A"/>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7" name="Freeform 32"/>
          <p:cNvSpPr>
            <a:spLocks/>
          </p:cNvSpPr>
          <p:nvPr/>
        </p:nvSpPr>
        <p:spPr bwMode="auto">
          <a:xfrm>
            <a:off x="5330066" y="2078980"/>
            <a:ext cx="594336" cy="535940"/>
          </a:xfrm>
          <a:custGeom>
            <a:avLst/>
            <a:gdLst>
              <a:gd name="T0" fmla="*/ 0 w 458"/>
              <a:gd name="T1" fmla="*/ 49 h 413"/>
              <a:gd name="T2" fmla="*/ 26 w 458"/>
              <a:gd name="T3" fmla="*/ 0 h 413"/>
              <a:gd name="T4" fmla="*/ 458 w 458"/>
              <a:gd name="T5" fmla="*/ 372 h 413"/>
              <a:gd name="T6" fmla="*/ 423 w 458"/>
              <a:gd name="T7" fmla="*/ 413 h 413"/>
              <a:gd name="T8" fmla="*/ 0 w 458"/>
              <a:gd name="T9" fmla="*/ 49 h 413"/>
            </a:gdLst>
            <a:ahLst/>
            <a:cxnLst>
              <a:cxn ang="0">
                <a:pos x="T0" y="T1"/>
              </a:cxn>
              <a:cxn ang="0">
                <a:pos x="T2" y="T3"/>
              </a:cxn>
              <a:cxn ang="0">
                <a:pos x="T4" y="T5"/>
              </a:cxn>
              <a:cxn ang="0">
                <a:pos x="T6" y="T7"/>
              </a:cxn>
              <a:cxn ang="0">
                <a:pos x="T8" y="T9"/>
              </a:cxn>
            </a:cxnLst>
            <a:rect l="0" t="0" r="r" b="b"/>
            <a:pathLst>
              <a:path w="458" h="413">
                <a:moveTo>
                  <a:pt x="0" y="49"/>
                </a:moveTo>
                <a:lnTo>
                  <a:pt x="26" y="0"/>
                </a:lnTo>
                <a:lnTo>
                  <a:pt x="458" y="372"/>
                </a:lnTo>
                <a:lnTo>
                  <a:pt x="423" y="413"/>
                </a:lnTo>
                <a:lnTo>
                  <a:pt x="0" y="49"/>
                </a:lnTo>
                <a:close/>
              </a:path>
            </a:pathLst>
          </a:custGeom>
          <a:solidFill>
            <a:srgbClr val="546E7A"/>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8" name="Freeform 33"/>
          <p:cNvSpPr>
            <a:spLocks/>
          </p:cNvSpPr>
          <p:nvPr/>
        </p:nvSpPr>
        <p:spPr bwMode="auto">
          <a:xfrm>
            <a:off x="6849645" y="4811887"/>
            <a:ext cx="472354" cy="641052"/>
          </a:xfrm>
          <a:custGeom>
            <a:avLst/>
            <a:gdLst>
              <a:gd name="T0" fmla="*/ 311 w 364"/>
              <a:gd name="T1" fmla="*/ 0 h 494"/>
              <a:gd name="T2" fmla="*/ 364 w 364"/>
              <a:gd name="T3" fmla="*/ 19 h 494"/>
              <a:gd name="T4" fmla="*/ 46 w 364"/>
              <a:gd name="T5" fmla="*/ 494 h 494"/>
              <a:gd name="T6" fmla="*/ 0 w 364"/>
              <a:gd name="T7" fmla="*/ 463 h 494"/>
              <a:gd name="T8" fmla="*/ 311 w 364"/>
              <a:gd name="T9" fmla="*/ 0 h 494"/>
            </a:gdLst>
            <a:ahLst/>
            <a:cxnLst>
              <a:cxn ang="0">
                <a:pos x="T0" y="T1"/>
              </a:cxn>
              <a:cxn ang="0">
                <a:pos x="T2" y="T3"/>
              </a:cxn>
              <a:cxn ang="0">
                <a:pos x="T4" y="T5"/>
              </a:cxn>
              <a:cxn ang="0">
                <a:pos x="T6" y="T7"/>
              </a:cxn>
              <a:cxn ang="0">
                <a:pos x="T8" y="T9"/>
              </a:cxn>
            </a:cxnLst>
            <a:rect l="0" t="0" r="r" b="b"/>
            <a:pathLst>
              <a:path w="364" h="494">
                <a:moveTo>
                  <a:pt x="311" y="0"/>
                </a:moveTo>
                <a:lnTo>
                  <a:pt x="364" y="19"/>
                </a:lnTo>
                <a:lnTo>
                  <a:pt x="46" y="494"/>
                </a:lnTo>
                <a:lnTo>
                  <a:pt x="0" y="463"/>
                </a:lnTo>
                <a:lnTo>
                  <a:pt x="311" y="0"/>
                </a:lnTo>
                <a:close/>
              </a:path>
            </a:pathLst>
          </a:custGeom>
          <a:solidFill>
            <a:srgbClr val="F478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34"/>
          <p:cNvSpPr>
            <a:spLocks/>
          </p:cNvSpPr>
          <p:nvPr/>
        </p:nvSpPr>
        <p:spPr bwMode="auto">
          <a:xfrm>
            <a:off x="7656800" y="4802803"/>
            <a:ext cx="670899" cy="416554"/>
          </a:xfrm>
          <a:custGeom>
            <a:avLst/>
            <a:gdLst>
              <a:gd name="T0" fmla="*/ 0 w 517"/>
              <a:gd name="T1" fmla="*/ 55 h 321"/>
              <a:gd name="T2" fmla="*/ 13 w 517"/>
              <a:gd name="T3" fmla="*/ 0 h 321"/>
              <a:gd name="T4" fmla="*/ 517 w 517"/>
              <a:gd name="T5" fmla="*/ 273 h 321"/>
              <a:gd name="T6" fmla="*/ 491 w 517"/>
              <a:gd name="T7" fmla="*/ 321 h 321"/>
              <a:gd name="T8" fmla="*/ 0 w 517"/>
              <a:gd name="T9" fmla="*/ 55 h 321"/>
            </a:gdLst>
            <a:ahLst/>
            <a:cxnLst>
              <a:cxn ang="0">
                <a:pos x="T0" y="T1"/>
              </a:cxn>
              <a:cxn ang="0">
                <a:pos x="T2" y="T3"/>
              </a:cxn>
              <a:cxn ang="0">
                <a:pos x="T4" y="T5"/>
              </a:cxn>
              <a:cxn ang="0">
                <a:pos x="T6" y="T7"/>
              </a:cxn>
              <a:cxn ang="0">
                <a:pos x="T8" y="T9"/>
              </a:cxn>
            </a:cxnLst>
            <a:rect l="0" t="0" r="r" b="b"/>
            <a:pathLst>
              <a:path w="517" h="321">
                <a:moveTo>
                  <a:pt x="0" y="55"/>
                </a:moveTo>
                <a:lnTo>
                  <a:pt x="13" y="0"/>
                </a:lnTo>
                <a:lnTo>
                  <a:pt x="517" y="273"/>
                </a:lnTo>
                <a:lnTo>
                  <a:pt x="491" y="321"/>
                </a:lnTo>
                <a:lnTo>
                  <a:pt x="0" y="55"/>
                </a:lnTo>
                <a:close/>
              </a:path>
            </a:pathLst>
          </a:custGeom>
          <a:solidFill>
            <a:srgbClr val="F478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35"/>
          <p:cNvSpPr>
            <a:spLocks/>
          </p:cNvSpPr>
          <p:nvPr/>
        </p:nvSpPr>
        <p:spPr bwMode="auto">
          <a:xfrm>
            <a:off x="5943867" y="4152667"/>
            <a:ext cx="158317" cy="1666217"/>
          </a:xfrm>
          <a:custGeom>
            <a:avLst/>
            <a:gdLst>
              <a:gd name="T0" fmla="*/ 122 w 122"/>
              <a:gd name="T1" fmla="*/ 1284 h 1284"/>
              <a:gd name="T2" fmla="*/ 0 w 122"/>
              <a:gd name="T3" fmla="*/ 1254 h 1284"/>
              <a:gd name="T4" fmla="*/ 0 w 122"/>
              <a:gd name="T5" fmla="*/ 0 h 1284"/>
              <a:gd name="T6" fmla="*/ 122 w 122"/>
              <a:gd name="T7" fmla="*/ 0 h 1284"/>
              <a:gd name="T8" fmla="*/ 122 w 122"/>
              <a:gd name="T9" fmla="*/ 1284 h 1284"/>
            </a:gdLst>
            <a:ahLst/>
            <a:cxnLst>
              <a:cxn ang="0">
                <a:pos x="T0" y="T1"/>
              </a:cxn>
              <a:cxn ang="0">
                <a:pos x="T2" y="T3"/>
              </a:cxn>
              <a:cxn ang="0">
                <a:pos x="T4" y="T5"/>
              </a:cxn>
              <a:cxn ang="0">
                <a:pos x="T6" y="T7"/>
              </a:cxn>
              <a:cxn ang="0">
                <a:pos x="T8" y="T9"/>
              </a:cxn>
            </a:cxnLst>
            <a:rect l="0" t="0" r="r" b="b"/>
            <a:pathLst>
              <a:path w="122" h="1284">
                <a:moveTo>
                  <a:pt x="122" y="1284"/>
                </a:moveTo>
                <a:lnTo>
                  <a:pt x="0" y="1254"/>
                </a:lnTo>
                <a:lnTo>
                  <a:pt x="0" y="0"/>
                </a:lnTo>
                <a:lnTo>
                  <a:pt x="122" y="0"/>
                </a:lnTo>
                <a:lnTo>
                  <a:pt x="122" y="1284"/>
                </a:lnTo>
                <a:close/>
              </a:path>
            </a:pathLst>
          </a:custGeom>
          <a:solidFill>
            <a:srgbClr val="5EC6D3"/>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1" name="Freeform 36"/>
          <p:cNvSpPr>
            <a:spLocks/>
          </p:cNvSpPr>
          <p:nvPr/>
        </p:nvSpPr>
        <p:spPr bwMode="auto">
          <a:xfrm>
            <a:off x="6377291" y="4653571"/>
            <a:ext cx="157019" cy="1165314"/>
          </a:xfrm>
          <a:custGeom>
            <a:avLst/>
            <a:gdLst>
              <a:gd name="T0" fmla="*/ 121 w 121"/>
              <a:gd name="T1" fmla="*/ 876 h 898"/>
              <a:gd name="T2" fmla="*/ 0 w 121"/>
              <a:gd name="T3" fmla="*/ 898 h 898"/>
              <a:gd name="T4" fmla="*/ 0 w 121"/>
              <a:gd name="T5" fmla="*/ 0 h 898"/>
              <a:gd name="T6" fmla="*/ 121 w 121"/>
              <a:gd name="T7" fmla="*/ 0 h 898"/>
              <a:gd name="T8" fmla="*/ 121 w 121"/>
              <a:gd name="T9" fmla="*/ 876 h 898"/>
            </a:gdLst>
            <a:ahLst/>
            <a:cxnLst>
              <a:cxn ang="0">
                <a:pos x="T0" y="T1"/>
              </a:cxn>
              <a:cxn ang="0">
                <a:pos x="T2" y="T3"/>
              </a:cxn>
              <a:cxn ang="0">
                <a:pos x="T4" y="T5"/>
              </a:cxn>
              <a:cxn ang="0">
                <a:pos x="T6" y="T7"/>
              </a:cxn>
              <a:cxn ang="0">
                <a:pos x="T8" y="T9"/>
              </a:cxn>
            </a:cxnLst>
            <a:rect l="0" t="0" r="r" b="b"/>
            <a:pathLst>
              <a:path w="121" h="898">
                <a:moveTo>
                  <a:pt x="121" y="876"/>
                </a:moveTo>
                <a:lnTo>
                  <a:pt x="0" y="898"/>
                </a:lnTo>
                <a:lnTo>
                  <a:pt x="0" y="0"/>
                </a:lnTo>
                <a:lnTo>
                  <a:pt x="121" y="0"/>
                </a:lnTo>
                <a:lnTo>
                  <a:pt x="121" y="876"/>
                </a:lnTo>
                <a:close/>
              </a:path>
            </a:pathLst>
          </a:custGeom>
          <a:solidFill>
            <a:srgbClr val="F478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Rectangle 37"/>
          <p:cNvSpPr>
            <a:spLocks noChangeArrowheads="1"/>
          </p:cNvSpPr>
          <p:nvPr/>
        </p:nvSpPr>
        <p:spPr bwMode="auto">
          <a:xfrm>
            <a:off x="6093100" y="3039261"/>
            <a:ext cx="291977" cy="2779623"/>
          </a:xfrm>
          <a:prstGeom prst="rect">
            <a:avLst/>
          </a:prstGeom>
          <a:solidFill>
            <a:srgbClr val="546E7A"/>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3" name="Freeform 38"/>
          <p:cNvSpPr>
            <a:spLocks/>
          </p:cNvSpPr>
          <p:nvPr/>
        </p:nvSpPr>
        <p:spPr bwMode="auto">
          <a:xfrm>
            <a:off x="5943867" y="5708582"/>
            <a:ext cx="590443" cy="644945"/>
          </a:xfrm>
          <a:custGeom>
            <a:avLst/>
            <a:gdLst>
              <a:gd name="T0" fmla="*/ 84 w 332"/>
              <a:gd name="T1" fmla="*/ 62 h 363"/>
              <a:gd name="T2" fmla="*/ 157 w 332"/>
              <a:gd name="T3" fmla="*/ 20 h 363"/>
              <a:gd name="T4" fmla="*/ 248 w 332"/>
              <a:gd name="T5" fmla="*/ 62 h 363"/>
              <a:gd name="T6" fmla="*/ 299 w 332"/>
              <a:gd name="T7" fmla="*/ 22 h 363"/>
              <a:gd name="T8" fmla="*/ 332 w 332"/>
              <a:gd name="T9" fmla="*/ 40 h 363"/>
              <a:gd name="T10" fmla="*/ 176 w 332"/>
              <a:gd name="T11" fmla="*/ 363 h 363"/>
              <a:gd name="T12" fmla="*/ 0 w 332"/>
              <a:gd name="T13" fmla="*/ 40 h 363"/>
              <a:gd name="T14" fmla="*/ 84 w 332"/>
              <a:gd name="T15" fmla="*/ 62 h 3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2" h="363">
                <a:moveTo>
                  <a:pt x="84" y="62"/>
                </a:moveTo>
                <a:cubicBezTo>
                  <a:pt x="84" y="62"/>
                  <a:pt x="127" y="16"/>
                  <a:pt x="157" y="20"/>
                </a:cubicBezTo>
                <a:cubicBezTo>
                  <a:pt x="188" y="25"/>
                  <a:pt x="238" y="65"/>
                  <a:pt x="248" y="62"/>
                </a:cubicBezTo>
                <a:cubicBezTo>
                  <a:pt x="259" y="58"/>
                  <a:pt x="274" y="22"/>
                  <a:pt x="299" y="22"/>
                </a:cubicBezTo>
                <a:cubicBezTo>
                  <a:pt x="324" y="21"/>
                  <a:pt x="332" y="40"/>
                  <a:pt x="332" y="40"/>
                </a:cubicBezTo>
                <a:cubicBezTo>
                  <a:pt x="176" y="363"/>
                  <a:pt x="176" y="363"/>
                  <a:pt x="176" y="363"/>
                </a:cubicBezTo>
                <a:cubicBezTo>
                  <a:pt x="0" y="40"/>
                  <a:pt x="0" y="40"/>
                  <a:pt x="0" y="40"/>
                </a:cubicBezTo>
                <a:cubicBezTo>
                  <a:pt x="0" y="40"/>
                  <a:pt x="52" y="0"/>
                  <a:pt x="84" y="62"/>
                </a:cubicBezTo>
                <a:close/>
              </a:path>
            </a:pathLst>
          </a:custGeom>
          <a:solidFill>
            <a:srgbClr val="F3E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39"/>
          <p:cNvSpPr>
            <a:spLocks/>
          </p:cNvSpPr>
          <p:nvPr/>
        </p:nvSpPr>
        <p:spPr bwMode="auto">
          <a:xfrm>
            <a:off x="6145007" y="6097885"/>
            <a:ext cx="212819" cy="255642"/>
          </a:xfrm>
          <a:custGeom>
            <a:avLst/>
            <a:gdLst>
              <a:gd name="T0" fmla="*/ 0 w 120"/>
              <a:gd name="T1" fmla="*/ 27 h 144"/>
              <a:gd name="T2" fmla="*/ 63 w 120"/>
              <a:gd name="T3" fmla="*/ 144 h 144"/>
              <a:gd name="T4" fmla="*/ 120 w 120"/>
              <a:gd name="T5" fmla="*/ 27 h 144"/>
              <a:gd name="T6" fmla="*/ 0 w 120"/>
              <a:gd name="T7" fmla="*/ 27 h 144"/>
            </a:gdLst>
            <a:ahLst/>
            <a:cxnLst>
              <a:cxn ang="0">
                <a:pos x="T0" y="T1"/>
              </a:cxn>
              <a:cxn ang="0">
                <a:pos x="T2" y="T3"/>
              </a:cxn>
              <a:cxn ang="0">
                <a:pos x="T4" y="T5"/>
              </a:cxn>
              <a:cxn ang="0">
                <a:pos x="T6" y="T7"/>
              </a:cxn>
            </a:cxnLst>
            <a:rect l="0" t="0" r="r" b="b"/>
            <a:pathLst>
              <a:path w="120" h="144">
                <a:moveTo>
                  <a:pt x="0" y="27"/>
                </a:moveTo>
                <a:cubicBezTo>
                  <a:pt x="63" y="144"/>
                  <a:pt x="63" y="144"/>
                  <a:pt x="63" y="144"/>
                </a:cubicBezTo>
                <a:cubicBezTo>
                  <a:pt x="120" y="27"/>
                  <a:pt x="120" y="27"/>
                  <a:pt x="120" y="27"/>
                </a:cubicBezTo>
                <a:cubicBezTo>
                  <a:pt x="120" y="27"/>
                  <a:pt x="59" y="0"/>
                  <a:pt x="0" y="27"/>
                </a:cubicBezTo>
                <a:close/>
              </a:path>
            </a:pathLst>
          </a:custGeom>
          <a:solidFill>
            <a:srgbClr val="F478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Oval 40"/>
          <p:cNvSpPr>
            <a:spLocks noChangeArrowheads="1"/>
          </p:cNvSpPr>
          <p:nvPr/>
        </p:nvSpPr>
        <p:spPr bwMode="auto">
          <a:xfrm>
            <a:off x="6883385" y="4200682"/>
            <a:ext cx="1014783" cy="1016081"/>
          </a:xfrm>
          <a:prstGeom prst="ellipse">
            <a:avLst/>
          </a:prstGeom>
          <a:solidFill>
            <a:srgbClr val="F478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Oval 41"/>
          <p:cNvSpPr>
            <a:spLocks noChangeArrowheads="1"/>
          </p:cNvSpPr>
          <p:nvPr/>
        </p:nvSpPr>
        <p:spPr bwMode="auto">
          <a:xfrm>
            <a:off x="7690540" y="3736113"/>
            <a:ext cx="515178" cy="515178"/>
          </a:xfrm>
          <a:prstGeom prst="ellipse">
            <a:avLst/>
          </a:prstGeom>
          <a:solidFill>
            <a:srgbClr val="F478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Oval 42"/>
          <p:cNvSpPr>
            <a:spLocks noChangeArrowheads="1"/>
          </p:cNvSpPr>
          <p:nvPr/>
        </p:nvSpPr>
        <p:spPr bwMode="auto">
          <a:xfrm>
            <a:off x="7145516" y="3019796"/>
            <a:ext cx="513880" cy="515178"/>
          </a:xfrm>
          <a:prstGeom prst="ellipse">
            <a:avLst/>
          </a:prstGeom>
          <a:solidFill>
            <a:srgbClr val="546E7A"/>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8" name="Oval 43"/>
          <p:cNvSpPr>
            <a:spLocks noChangeArrowheads="1"/>
          </p:cNvSpPr>
          <p:nvPr/>
        </p:nvSpPr>
        <p:spPr bwMode="auto">
          <a:xfrm>
            <a:off x="4240017" y="2762856"/>
            <a:ext cx="734485" cy="734485"/>
          </a:xfrm>
          <a:prstGeom prst="ellipse">
            <a:avLst/>
          </a:prstGeom>
          <a:solidFill>
            <a:srgbClr val="546E7A"/>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9" name="Oval 44"/>
          <p:cNvSpPr>
            <a:spLocks noChangeArrowheads="1"/>
          </p:cNvSpPr>
          <p:nvPr/>
        </p:nvSpPr>
        <p:spPr bwMode="auto">
          <a:xfrm>
            <a:off x="6656291" y="5167451"/>
            <a:ext cx="515178" cy="516475"/>
          </a:xfrm>
          <a:prstGeom prst="ellipse">
            <a:avLst/>
          </a:prstGeom>
          <a:solidFill>
            <a:srgbClr val="F478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Oval 45"/>
          <p:cNvSpPr>
            <a:spLocks noChangeArrowheads="1"/>
          </p:cNvSpPr>
          <p:nvPr/>
        </p:nvSpPr>
        <p:spPr bwMode="auto">
          <a:xfrm>
            <a:off x="7970838" y="4769064"/>
            <a:ext cx="795476" cy="795476"/>
          </a:xfrm>
          <a:prstGeom prst="ellipse">
            <a:avLst/>
          </a:prstGeom>
          <a:solidFill>
            <a:srgbClr val="F478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Oval 46"/>
          <p:cNvSpPr>
            <a:spLocks noChangeArrowheads="1"/>
          </p:cNvSpPr>
          <p:nvPr/>
        </p:nvSpPr>
        <p:spPr bwMode="auto">
          <a:xfrm>
            <a:off x="6936590" y="1610519"/>
            <a:ext cx="1067988" cy="1069286"/>
          </a:xfrm>
          <a:prstGeom prst="ellipse">
            <a:avLst/>
          </a:prstGeom>
          <a:solidFill>
            <a:srgbClr val="546E7A"/>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2" name="Oval 47"/>
          <p:cNvSpPr>
            <a:spLocks noChangeArrowheads="1"/>
          </p:cNvSpPr>
          <p:nvPr/>
        </p:nvSpPr>
        <p:spPr bwMode="auto">
          <a:xfrm>
            <a:off x="5049767" y="1757156"/>
            <a:ext cx="624183" cy="625480"/>
          </a:xfrm>
          <a:prstGeom prst="ellipse">
            <a:avLst/>
          </a:prstGeom>
          <a:solidFill>
            <a:srgbClr val="546E7A"/>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3" name="Oval 48"/>
          <p:cNvSpPr>
            <a:spLocks noChangeArrowheads="1"/>
          </p:cNvSpPr>
          <p:nvPr/>
        </p:nvSpPr>
        <p:spPr bwMode="auto">
          <a:xfrm>
            <a:off x="4852521" y="3916490"/>
            <a:ext cx="699448" cy="698150"/>
          </a:xfrm>
          <a:prstGeom prst="ellipse">
            <a:avLst/>
          </a:prstGeom>
          <a:solidFill>
            <a:srgbClr val="5EC6D3"/>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4" name="Oval 49"/>
          <p:cNvSpPr>
            <a:spLocks noChangeArrowheads="1"/>
          </p:cNvSpPr>
          <p:nvPr/>
        </p:nvSpPr>
        <p:spPr bwMode="auto">
          <a:xfrm>
            <a:off x="5444261" y="2261953"/>
            <a:ext cx="1576677" cy="1576677"/>
          </a:xfrm>
          <a:prstGeom prst="ellipse">
            <a:avLst/>
          </a:prstGeom>
          <a:solidFill>
            <a:srgbClr val="546E7A"/>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5" name="Freeform 50"/>
          <p:cNvSpPr>
            <a:spLocks noEditPoints="1"/>
          </p:cNvSpPr>
          <p:nvPr/>
        </p:nvSpPr>
        <p:spPr bwMode="auto">
          <a:xfrm>
            <a:off x="7280474" y="4417394"/>
            <a:ext cx="224498" cy="615099"/>
          </a:xfrm>
          <a:custGeom>
            <a:avLst/>
            <a:gdLst>
              <a:gd name="T0" fmla="*/ 63 w 127"/>
              <a:gd name="T1" fmla="*/ 0 h 346"/>
              <a:gd name="T2" fmla="*/ 0 w 127"/>
              <a:gd name="T3" fmla="*/ 173 h 346"/>
              <a:gd name="T4" fmla="*/ 63 w 127"/>
              <a:gd name="T5" fmla="*/ 346 h 346"/>
              <a:gd name="T6" fmla="*/ 127 w 127"/>
              <a:gd name="T7" fmla="*/ 173 h 346"/>
              <a:gd name="T8" fmla="*/ 63 w 127"/>
              <a:gd name="T9" fmla="*/ 0 h 346"/>
              <a:gd name="T10" fmla="*/ 63 w 127"/>
              <a:gd name="T11" fmla="*/ 317 h 346"/>
              <a:gd name="T12" fmla="*/ 10 w 127"/>
              <a:gd name="T13" fmla="*/ 173 h 346"/>
              <a:gd name="T14" fmla="*/ 63 w 127"/>
              <a:gd name="T15" fmla="*/ 28 h 346"/>
              <a:gd name="T16" fmla="*/ 116 w 127"/>
              <a:gd name="T17" fmla="*/ 173 h 346"/>
              <a:gd name="T18" fmla="*/ 63 w 127"/>
              <a:gd name="T19" fmla="*/ 317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7" h="346">
                <a:moveTo>
                  <a:pt x="63" y="0"/>
                </a:moveTo>
                <a:cubicBezTo>
                  <a:pt x="28" y="0"/>
                  <a:pt x="0" y="77"/>
                  <a:pt x="0" y="173"/>
                </a:cubicBezTo>
                <a:cubicBezTo>
                  <a:pt x="0" y="268"/>
                  <a:pt x="28" y="346"/>
                  <a:pt x="63" y="346"/>
                </a:cubicBezTo>
                <a:cubicBezTo>
                  <a:pt x="98" y="346"/>
                  <a:pt x="127" y="268"/>
                  <a:pt x="127" y="173"/>
                </a:cubicBezTo>
                <a:cubicBezTo>
                  <a:pt x="127" y="77"/>
                  <a:pt x="98" y="0"/>
                  <a:pt x="63" y="0"/>
                </a:cubicBezTo>
                <a:close/>
                <a:moveTo>
                  <a:pt x="63" y="317"/>
                </a:moveTo>
                <a:cubicBezTo>
                  <a:pt x="34" y="317"/>
                  <a:pt x="10" y="253"/>
                  <a:pt x="10" y="173"/>
                </a:cubicBezTo>
                <a:cubicBezTo>
                  <a:pt x="10" y="93"/>
                  <a:pt x="34" y="28"/>
                  <a:pt x="63" y="28"/>
                </a:cubicBezTo>
                <a:cubicBezTo>
                  <a:pt x="93" y="28"/>
                  <a:pt x="116" y="93"/>
                  <a:pt x="116" y="173"/>
                </a:cubicBezTo>
                <a:cubicBezTo>
                  <a:pt x="116" y="253"/>
                  <a:pt x="93" y="317"/>
                  <a:pt x="63" y="317"/>
                </a:cubicBez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51"/>
          <p:cNvSpPr>
            <a:spLocks noEditPoints="1"/>
          </p:cNvSpPr>
          <p:nvPr/>
        </p:nvSpPr>
        <p:spPr bwMode="auto">
          <a:xfrm>
            <a:off x="7084525" y="4610747"/>
            <a:ext cx="615099" cy="225796"/>
          </a:xfrm>
          <a:custGeom>
            <a:avLst/>
            <a:gdLst>
              <a:gd name="T0" fmla="*/ 346 w 346"/>
              <a:gd name="T1" fmla="*/ 64 h 127"/>
              <a:gd name="T2" fmla="*/ 173 w 346"/>
              <a:gd name="T3" fmla="*/ 0 h 127"/>
              <a:gd name="T4" fmla="*/ 0 w 346"/>
              <a:gd name="T5" fmla="*/ 64 h 127"/>
              <a:gd name="T6" fmla="*/ 173 w 346"/>
              <a:gd name="T7" fmla="*/ 127 h 127"/>
              <a:gd name="T8" fmla="*/ 346 w 346"/>
              <a:gd name="T9" fmla="*/ 64 h 127"/>
              <a:gd name="T10" fmla="*/ 28 w 346"/>
              <a:gd name="T11" fmla="*/ 64 h 127"/>
              <a:gd name="T12" fmla="*/ 173 w 346"/>
              <a:gd name="T13" fmla="*/ 11 h 127"/>
              <a:gd name="T14" fmla="*/ 318 w 346"/>
              <a:gd name="T15" fmla="*/ 64 h 127"/>
              <a:gd name="T16" fmla="*/ 173 w 346"/>
              <a:gd name="T17" fmla="*/ 117 h 127"/>
              <a:gd name="T18" fmla="*/ 28 w 346"/>
              <a:gd name="T19" fmla="*/ 64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6" h="127">
                <a:moveTo>
                  <a:pt x="346" y="64"/>
                </a:moveTo>
                <a:cubicBezTo>
                  <a:pt x="346" y="29"/>
                  <a:pt x="269" y="0"/>
                  <a:pt x="173" y="0"/>
                </a:cubicBezTo>
                <a:cubicBezTo>
                  <a:pt x="78" y="0"/>
                  <a:pt x="0" y="29"/>
                  <a:pt x="0" y="64"/>
                </a:cubicBezTo>
                <a:cubicBezTo>
                  <a:pt x="0" y="99"/>
                  <a:pt x="78" y="127"/>
                  <a:pt x="173" y="127"/>
                </a:cubicBezTo>
                <a:cubicBezTo>
                  <a:pt x="269" y="127"/>
                  <a:pt x="346" y="99"/>
                  <a:pt x="346" y="64"/>
                </a:cubicBezTo>
                <a:close/>
                <a:moveTo>
                  <a:pt x="28" y="64"/>
                </a:moveTo>
                <a:cubicBezTo>
                  <a:pt x="28" y="34"/>
                  <a:pt x="93" y="11"/>
                  <a:pt x="173" y="11"/>
                </a:cubicBezTo>
                <a:cubicBezTo>
                  <a:pt x="253" y="11"/>
                  <a:pt x="318" y="34"/>
                  <a:pt x="318" y="64"/>
                </a:cubicBezTo>
                <a:cubicBezTo>
                  <a:pt x="318" y="93"/>
                  <a:pt x="253" y="117"/>
                  <a:pt x="173" y="117"/>
                </a:cubicBezTo>
                <a:cubicBezTo>
                  <a:pt x="93" y="117"/>
                  <a:pt x="28" y="93"/>
                  <a:pt x="28" y="64"/>
                </a:cubicBez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52"/>
          <p:cNvSpPr>
            <a:spLocks noEditPoints="1"/>
          </p:cNvSpPr>
          <p:nvPr/>
        </p:nvSpPr>
        <p:spPr bwMode="auto">
          <a:xfrm>
            <a:off x="7131241" y="4464110"/>
            <a:ext cx="521666" cy="521666"/>
          </a:xfrm>
          <a:custGeom>
            <a:avLst/>
            <a:gdLst>
              <a:gd name="T0" fmla="*/ 269 w 294"/>
              <a:gd name="T1" fmla="*/ 25 h 294"/>
              <a:gd name="T2" fmla="*/ 102 w 294"/>
              <a:gd name="T3" fmla="*/ 102 h 294"/>
              <a:gd name="T4" fmla="*/ 25 w 294"/>
              <a:gd name="T5" fmla="*/ 269 h 294"/>
              <a:gd name="T6" fmla="*/ 192 w 294"/>
              <a:gd name="T7" fmla="*/ 192 h 294"/>
              <a:gd name="T8" fmla="*/ 269 w 294"/>
              <a:gd name="T9" fmla="*/ 25 h 294"/>
              <a:gd name="T10" fmla="*/ 45 w 294"/>
              <a:gd name="T11" fmla="*/ 249 h 294"/>
              <a:gd name="T12" fmla="*/ 109 w 294"/>
              <a:gd name="T13" fmla="*/ 109 h 294"/>
              <a:gd name="T14" fmla="*/ 249 w 294"/>
              <a:gd name="T15" fmla="*/ 45 h 294"/>
              <a:gd name="T16" fmla="*/ 185 w 294"/>
              <a:gd name="T17" fmla="*/ 184 h 294"/>
              <a:gd name="T18" fmla="*/ 45 w 294"/>
              <a:gd name="T19" fmla="*/ 249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4" h="294">
                <a:moveTo>
                  <a:pt x="269" y="25"/>
                </a:moveTo>
                <a:cubicBezTo>
                  <a:pt x="245" y="0"/>
                  <a:pt x="170" y="34"/>
                  <a:pt x="102" y="102"/>
                </a:cubicBezTo>
                <a:cubicBezTo>
                  <a:pt x="35" y="169"/>
                  <a:pt x="0" y="244"/>
                  <a:pt x="25" y="269"/>
                </a:cubicBezTo>
                <a:cubicBezTo>
                  <a:pt x="50" y="294"/>
                  <a:pt x="125" y="259"/>
                  <a:pt x="192" y="192"/>
                </a:cubicBezTo>
                <a:cubicBezTo>
                  <a:pt x="260" y="124"/>
                  <a:pt x="294" y="49"/>
                  <a:pt x="269" y="25"/>
                </a:cubicBezTo>
                <a:close/>
                <a:moveTo>
                  <a:pt x="45" y="249"/>
                </a:moveTo>
                <a:cubicBezTo>
                  <a:pt x="24" y="228"/>
                  <a:pt x="53" y="166"/>
                  <a:pt x="109" y="109"/>
                </a:cubicBezTo>
                <a:cubicBezTo>
                  <a:pt x="166" y="53"/>
                  <a:pt x="229" y="24"/>
                  <a:pt x="249" y="45"/>
                </a:cubicBezTo>
                <a:cubicBezTo>
                  <a:pt x="270" y="65"/>
                  <a:pt x="241" y="128"/>
                  <a:pt x="185" y="184"/>
                </a:cubicBezTo>
                <a:cubicBezTo>
                  <a:pt x="128" y="241"/>
                  <a:pt x="66" y="270"/>
                  <a:pt x="45" y="249"/>
                </a:cubicBez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53"/>
          <p:cNvSpPr>
            <a:spLocks noEditPoints="1"/>
          </p:cNvSpPr>
          <p:nvPr/>
        </p:nvSpPr>
        <p:spPr bwMode="auto">
          <a:xfrm>
            <a:off x="7131241" y="4464110"/>
            <a:ext cx="521666" cy="521666"/>
          </a:xfrm>
          <a:custGeom>
            <a:avLst/>
            <a:gdLst>
              <a:gd name="T0" fmla="*/ 269 w 294"/>
              <a:gd name="T1" fmla="*/ 269 h 294"/>
              <a:gd name="T2" fmla="*/ 192 w 294"/>
              <a:gd name="T3" fmla="*/ 102 h 294"/>
              <a:gd name="T4" fmla="*/ 25 w 294"/>
              <a:gd name="T5" fmla="*/ 25 h 294"/>
              <a:gd name="T6" fmla="*/ 102 w 294"/>
              <a:gd name="T7" fmla="*/ 192 h 294"/>
              <a:gd name="T8" fmla="*/ 269 w 294"/>
              <a:gd name="T9" fmla="*/ 269 h 294"/>
              <a:gd name="T10" fmla="*/ 45 w 294"/>
              <a:gd name="T11" fmla="*/ 44 h 294"/>
              <a:gd name="T12" fmla="*/ 185 w 294"/>
              <a:gd name="T13" fmla="*/ 109 h 294"/>
              <a:gd name="T14" fmla="*/ 249 w 294"/>
              <a:gd name="T15" fmla="*/ 249 h 294"/>
              <a:gd name="T16" fmla="*/ 109 w 294"/>
              <a:gd name="T17" fmla="*/ 184 h 294"/>
              <a:gd name="T18" fmla="*/ 45 w 294"/>
              <a:gd name="T19" fmla="*/ 44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4" h="294">
                <a:moveTo>
                  <a:pt x="269" y="269"/>
                </a:moveTo>
                <a:cubicBezTo>
                  <a:pt x="294" y="244"/>
                  <a:pt x="260" y="169"/>
                  <a:pt x="192" y="102"/>
                </a:cubicBezTo>
                <a:cubicBezTo>
                  <a:pt x="125" y="34"/>
                  <a:pt x="50" y="0"/>
                  <a:pt x="25" y="25"/>
                </a:cubicBezTo>
                <a:cubicBezTo>
                  <a:pt x="0" y="49"/>
                  <a:pt x="35" y="124"/>
                  <a:pt x="102" y="192"/>
                </a:cubicBezTo>
                <a:cubicBezTo>
                  <a:pt x="170" y="259"/>
                  <a:pt x="245" y="294"/>
                  <a:pt x="269" y="269"/>
                </a:cubicBezTo>
                <a:close/>
                <a:moveTo>
                  <a:pt x="45" y="44"/>
                </a:moveTo>
                <a:cubicBezTo>
                  <a:pt x="66" y="24"/>
                  <a:pt x="128" y="53"/>
                  <a:pt x="185" y="109"/>
                </a:cubicBezTo>
                <a:cubicBezTo>
                  <a:pt x="241" y="166"/>
                  <a:pt x="270" y="228"/>
                  <a:pt x="249" y="249"/>
                </a:cubicBezTo>
                <a:cubicBezTo>
                  <a:pt x="229" y="270"/>
                  <a:pt x="166" y="241"/>
                  <a:pt x="109" y="184"/>
                </a:cubicBezTo>
                <a:cubicBezTo>
                  <a:pt x="53" y="128"/>
                  <a:pt x="24" y="65"/>
                  <a:pt x="45" y="44"/>
                </a:cubicBez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Oval 54"/>
          <p:cNvSpPr>
            <a:spLocks noChangeArrowheads="1"/>
          </p:cNvSpPr>
          <p:nvPr/>
        </p:nvSpPr>
        <p:spPr bwMode="auto">
          <a:xfrm>
            <a:off x="7345358" y="4676929"/>
            <a:ext cx="94730" cy="94730"/>
          </a:xfrm>
          <a:prstGeom prst="ellipse">
            <a:avLst/>
          </a:pr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55"/>
          <p:cNvSpPr>
            <a:spLocks noEditPoints="1"/>
          </p:cNvSpPr>
          <p:nvPr/>
        </p:nvSpPr>
        <p:spPr bwMode="auto">
          <a:xfrm>
            <a:off x="4844734" y="4092974"/>
            <a:ext cx="620290" cy="406173"/>
          </a:xfrm>
          <a:custGeom>
            <a:avLst/>
            <a:gdLst>
              <a:gd name="T0" fmla="*/ 332 w 349"/>
              <a:gd name="T1" fmla="*/ 50 h 229"/>
              <a:gd name="T2" fmla="*/ 259 w 349"/>
              <a:gd name="T3" fmla="*/ 0 h 229"/>
              <a:gd name="T4" fmla="*/ 169 w 349"/>
              <a:gd name="T5" fmla="*/ 224 h 229"/>
              <a:gd name="T6" fmla="*/ 269 w 349"/>
              <a:gd name="T7" fmla="*/ 132 h 229"/>
              <a:gd name="T8" fmla="*/ 332 w 349"/>
              <a:gd name="T9" fmla="*/ 50 h 229"/>
              <a:gd name="T10" fmla="*/ 139 w 349"/>
              <a:gd name="T11" fmla="*/ 40 h 229"/>
              <a:gd name="T12" fmla="*/ 154 w 349"/>
              <a:gd name="T13" fmla="*/ 56 h 229"/>
              <a:gd name="T14" fmla="*/ 139 w 349"/>
              <a:gd name="T15" fmla="*/ 71 h 229"/>
              <a:gd name="T16" fmla="*/ 124 w 349"/>
              <a:gd name="T17" fmla="*/ 56 h 229"/>
              <a:gd name="T18" fmla="*/ 139 w 349"/>
              <a:gd name="T19" fmla="*/ 40 h 229"/>
              <a:gd name="T20" fmla="*/ 104 w 349"/>
              <a:gd name="T21" fmla="*/ 101 h 229"/>
              <a:gd name="T22" fmla="*/ 124 w 349"/>
              <a:gd name="T23" fmla="*/ 80 h 229"/>
              <a:gd name="T24" fmla="*/ 144 w 349"/>
              <a:gd name="T25" fmla="*/ 101 h 229"/>
              <a:gd name="T26" fmla="*/ 124 w 349"/>
              <a:gd name="T27" fmla="*/ 121 h 229"/>
              <a:gd name="T28" fmla="*/ 104 w 349"/>
              <a:gd name="T29" fmla="*/ 101 h 229"/>
              <a:gd name="T30" fmla="*/ 138 w 349"/>
              <a:gd name="T31" fmla="*/ 173 h 229"/>
              <a:gd name="T32" fmla="*/ 116 w 349"/>
              <a:gd name="T33" fmla="*/ 150 h 229"/>
              <a:gd name="T34" fmla="*/ 138 w 349"/>
              <a:gd name="T35" fmla="*/ 127 h 229"/>
              <a:gd name="T36" fmla="*/ 161 w 349"/>
              <a:gd name="T37" fmla="*/ 150 h 229"/>
              <a:gd name="T38" fmla="*/ 138 w 349"/>
              <a:gd name="T39" fmla="*/ 173 h 229"/>
              <a:gd name="T40" fmla="*/ 180 w 349"/>
              <a:gd name="T41" fmla="*/ 213 h 229"/>
              <a:gd name="T42" fmla="*/ 155 w 349"/>
              <a:gd name="T43" fmla="*/ 188 h 229"/>
              <a:gd name="T44" fmla="*/ 180 w 349"/>
              <a:gd name="T45" fmla="*/ 163 h 229"/>
              <a:gd name="T46" fmla="*/ 204 w 349"/>
              <a:gd name="T47" fmla="*/ 188 h 229"/>
              <a:gd name="T48" fmla="*/ 180 w 349"/>
              <a:gd name="T49" fmla="*/ 213 h 229"/>
              <a:gd name="T50" fmla="*/ 281 w 349"/>
              <a:gd name="T51" fmla="*/ 97 h 229"/>
              <a:gd name="T52" fmla="*/ 251 w 349"/>
              <a:gd name="T53" fmla="*/ 67 h 229"/>
              <a:gd name="T54" fmla="*/ 281 w 349"/>
              <a:gd name="T55" fmla="*/ 37 h 229"/>
              <a:gd name="T56" fmla="*/ 311 w 349"/>
              <a:gd name="T57" fmla="*/ 67 h 229"/>
              <a:gd name="T58" fmla="*/ 281 w 349"/>
              <a:gd name="T59" fmla="*/ 97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49" h="229">
                <a:moveTo>
                  <a:pt x="332" y="50"/>
                </a:moveTo>
                <a:cubicBezTo>
                  <a:pt x="316" y="5"/>
                  <a:pt x="259" y="0"/>
                  <a:pt x="259" y="0"/>
                </a:cubicBezTo>
                <a:cubicBezTo>
                  <a:pt x="0" y="4"/>
                  <a:pt x="103" y="219"/>
                  <a:pt x="169" y="224"/>
                </a:cubicBezTo>
                <a:cubicBezTo>
                  <a:pt x="236" y="229"/>
                  <a:pt x="226" y="149"/>
                  <a:pt x="269" y="132"/>
                </a:cubicBezTo>
                <a:cubicBezTo>
                  <a:pt x="311" y="115"/>
                  <a:pt x="349" y="95"/>
                  <a:pt x="332" y="50"/>
                </a:cubicBezTo>
                <a:close/>
                <a:moveTo>
                  <a:pt x="139" y="40"/>
                </a:moveTo>
                <a:cubicBezTo>
                  <a:pt x="148" y="40"/>
                  <a:pt x="154" y="47"/>
                  <a:pt x="154" y="56"/>
                </a:cubicBezTo>
                <a:cubicBezTo>
                  <a:pt x="154" y="64"/>
                  <a:pt x="148" y="71"/>
                  <a:pt x="139" y="71"/>
                </a:cubicBezTo>
                <a:cubicBezTo>
                  <a:pt x="131" y="71"/>
                  <a:pt x="124" y="64"/>
                  <a:pt x="124" y="56"/>
                </a:cubicBezTo>
                <a:cubicBezTo>
                  <a:pt x="124" y="47"/>
                  <a:pt x="131" y="40"/>
                  <a:pt x="139" y="40"/>
                </a:cubicBezTo>
                <a:close/>
                <a:moveTo>
                  <a:pt x="104" y="101"/>
                </a:moveTo>
                <a:cubicBezTo>
                  <a:pt x="104" y="89"/>
                  <a:pt x="113" y="80"/>
                  <a:pt x="124" y="80"/>
                </a:cubicBezTo>
                <a:cubicBezTo>
                  <a:pt x="136" y="80"/>
                  <a:pt x="144" y="89"/>
                  <a:pt x="144" y="101"/>
                </a:cubicBezTo>
                <a:cubicBezTo>
                  <a:pt x="144" y="112"/>
                  <a:pt x="136" y="121"/>
                  <a:pt x="124" y="121"/>
                </a:cubicBezTo>
                <a:cubicBezTo>
                  <a:pt x="113" y="121"/>
                  <a:pt x="104" y="112"/>
                  <a:pt x="104" y="101"/>
                </a:cubicBezTo>
                <a:close/>
                <a:moveTo>
                  <a:pt x="138" y="173"/>
                </a:moveTo>
                <a:cubicBezTo>
                  <a:pt x="126" y="173"/>
                  <a:pt x="116" y="163"/>
                  <a:pt x="116" y="150"/>
                </a:cubicBezTo>
                <a:cubicBezTo>
                  <a:pt x="116" y="138"/>
                  <a:pt x="126" y="127"/>
                  <a:pt x="138" y="127"/>
                </a:cubicBezTo>
                <a:cubicBezTo>
                  <a:pt x="151" y="127"/>
                  <a:pt x="161" y="138"/>
                  <a:pt x="161" y="150"/>
                </a:cubicBezTo>
                <a:cubicBezTo>
                  <a:pt x="161" y="163"/>
                  <a:pt x="151" y="173"/>
                  <a:pt x="138" y="173"/>
                </a:cubicBezTo>
                <a:close/>
                <a:moveTo>
                  <a:pt x="180" y="213"/>
                </a:moveTo>
                <a:cubicBezTo>
                  <a:pt x="166" y="213"/>
                  <a:pt x="155" y="202"/>
                  <a:pt x="155" y="188"/>
                </a:cubicBezTo>
                <a:cubicBezTo>
                  <a:pt x="155" y="174"/>
                  <a:pt x="166" y="163"/>
                  <a:pt x="180" y="163"/>
                </a:cubicBezTo>
                <a:cubicBezTo>
                  <a:pt x="193" y="163"/>
                  <a:pt x="204" y="174"/>
                  <a:pt x="204" y="188"/>
                </a:cubicBezTo>
                <a:cubicBezTo>
                  <a:pt x="204" y="202"/>
                  <a:pt x="193" y="213"/>
                  <a:pt x="180" y="213"/>
                </a:cubicBezTo>
                <a:close/>
                <a:moveTo>
                  <a:pt x="281" y="97"/>
                </a:moveTo>
                <a:cubicBezTo>
                  <a:pt x="265" y="97"/>
                  <a:pt x="251" y="84"/>
                  <a:pt x="251" y="67"/>
                </a:cubicBezTo>
                <a:cubicBezTo>
                  <a:pt x="251" y="51"/>
                  <a:pt x="265" y="37"/>
                  <a:pt x="281" y="37"/>
                </a:cubicBezTo>
                <a:cubicBezTo>
                  <a:pt x="298" y="37"/>
                  <a:pt x="311" y="51"/>
                  <a:pt x="311" y="67"/>
                </a:cubicBezTo>
                <a:cubicBezTo>
                  <a:pt x="311" y="84"/>
                  <a:pt x="298" y="97"/>
                  <a:pt x="281" y="97"/>
                </a:cubicBez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56"/>
          <p:cNvSpPr>
            <a:spLocks/>
          </p:cNvSpPr>
          <p:nvPr/>
        </p:nvSpPr>
        <p:spPr bwMode="auto">
          <a:xfrm>
            <a:off x="5647996" y="2605837"/>
            <a:ext cx="1131574" cy="509987"/>
          </a:xfrm>
          <a:custGeom>
            <a:avLst/>
            <a:gdLst>
              <a:gd name="T0" fmla="*/ 432 w 872"/>
              <a:gd name="T1" fmla="*/ 393 h 393"/>
              <a:gd name="T2" fmla="*/ 0 w 872"/>
              <a:gd name="T3" fmla="*/ 197 h 393"/>
              <a:gd name="T4" fmla="*/ 443 w 872"/>
              <a:gd name="T5" fmla="*/ 0 h 393"/>
              <a:gd name="T6" fmla="*/ 872 w 872"/>
              <a:gd name="T7" fmla="*/ 192 h 393"/>
              <a:gd name="T8" fmla="*/ 432 w 872"/>
              <a:gd name="T9" fmla="*/ 393 h 393"/>
            </a:gdLst>
            <a:ahLst/>
            <a:cxnLst>
              <a:cxn ang="0">
                <a:pos x="T0" y="T1"/>
              </a:cxn>
              <a:cxn ang="0">
                <a:pos x="T2" y="T3"/>
              </a:cxn>
              <a:cxn ang="0">
                <a:pos x="T4" y="T5"/>
              </a:cxn>
              <a:cxn ang="0">
                <a:pos x="T6" y="T7"/>
              </a:cxn>
              <a:cxn ang="0">
                <a:pos x="T8" y="T9"/>
              </a:cxn>
            </a:cxnLst>
            <a:rect l="0" t="0" r="r" b="b"/>
            <a:pathLst>
              <a:path w="872" h="393">
                <a:moveTo>
                  <a:pt x="432" y="393"/>
                </a:moveTo>
                <a:lnTo>
                  <a:pt x="0" y="197"/>
                </a:lnTo>
                <a:lnTo>
                  <a:pt x="443" y="0"/>
                </a:lnTo>
                <a:lnTo>
                  <a:pt x="872" y="192"/>
                </a:lnTo>
                <a:lnTo>
                  <a:pt x="432" y="393"/>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Rectangle 57"/>
          <p:cNvSpPr>
            <a:spLocks noChangeArrowheads="1"/>
          </p:cNvSpPr>
          <p:nvPr/>
        </p:nvSpPr>
        <p:spPr bwMode="auto">
          <a:xfrm>
            <a:off x="6732854" y="2845907"/>
            <a:ext cx="35037" cy="373731"/>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Oval 58"/>
          <p:cNvSpPr>
            <a:spLocks noChangeArrowheads="1"/>
          </p:cNvSpPr>
          <p:nvPr/>
        </p:nvSpPr>
        <p:spPr bwMode="auto">
          <a:xfrm>
            <a:off x="6693924" y="3176815"/>
            <a:ext cx="114196" cy="111600"/>
          </a:xfrm>
          <a:prstGeom prst="ellipse">
            <a:avLst/>
          </a:pr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59"/>
          <p:cNvSpPr>
            <a:spLocks/>
          </p:cNvSpPr>
          <p:nvPr/>
        </p:nvSpPr>
        <p:spPr bwMode="auto">
          <a:xfrm>
            <a:off x="6680947" y="3236508"/>
            <a:ext cx="84349" cy="253047"/>
          </a:xfrm>
          <a:custGeom>
            <a:avLst/>
            <a:gdLst>
              <a:gd name="T0" fmla="*/ 25 w 47"/>
              <a:gd name="T1" fmla="*/ 9 h 142"/>
              <a:gd name="T2" fmla="*/ 10 w 47"/>
              <a:gd name="T3" fmla="*/ 142 h 142"/>
              <a:gd name="T4" fmla="*/ 47 w 47"/>
              <a:gd name="T5" fmla="*/ 142 h 142"/>
              <a:gd name="T6" fmla="*/ 47 w 47"/>
              <a:gd name="T7" fmla="*/ 0 h 142"/>
              <a:gd name="T8" fmla="*/ 25 w 47"/>
              <a:gd name="T9" fmla="*/ 9 h 142"/>
            </a:gdLst>
            <a:ahLst/>
            <a:cxnLst>
              <a:cxn ang="0">
                <a:pos x="T0" y="T1"/>
              </a:cxn>
              <a:cxn ang="0">
                <a:pos x="T2" y="T3"/>
              </a:cxn>
              <a:cxn ang="0">
                <a:pos x="T4" y="T5"/>
              </a:cxn>
              <a:cxn ang="0">
                <a:pos x="T6" y="T7"/>
              </a:cxn>
              <a:cxn ang="0">
                <a:pos x="T8" y="T9"/>
              </a:cxn>
            </a:cxnLst>
            <a:rect l="0" t="0" r="r" b="b"/>
            <a:pathLst>
              <a:path w="47" h="142">
                <a:moveTo>
                  <a:pt x="25" y="9"/>
                </a:moveTo>
                <a:cubicBezTo>
                  <a:pt x="25" y="9"/>
                  <a:pt x="0" y="59"/>
                  <a:pt x="10" y="142"/>
                </a:cubicBezTo>
                <a:cubicBezTo>
                  <a:pt x="47" y="142"/>
                  <a:pt x="47" y="142"/>
                  <a:pt x="47" y="142"/>
                </a:cubicBezTo>
                <a:cubicBezTo>
                  <a:pt x="47" y="0"/>
                  <a:pt x="47" y="0"/>
                  <a:pt x="47" y="0"/>
                </a:cubicBezTo>
                <a:cubicBezTo>
                  <a:pt x="47" y="0"/>
                  <a:pt x="25" y="13"/>
                  <a:pt x="25" y="9"/>
                </a:cubicBez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60"/>
          <p:cNvSpPr>
            <a:spLocks/>
          </p:cNvSpPr>
          <p:nvPr/>
        </p:nvSpPr>
        <p:spPr bwMode="auto">
          <a:xfrm>
            <a:off x="6741938" y="3236508"/>
            <a:ext cx="83051" cy="253047"/>
          </a:xfrm>
          <a:custGeom>
            <a:avLst/>
            <a:gdLst>
              <a:gd name="T0" fmla="*/ 22 w 47"/>
              <a:gd name="T1" fmla="*/ 9 h 142"/>
              <a:gd name="T2" fmla="*/ 37 w 47"/>
              <a:gd name="T3" fmla="*/ 142 h 142"/>
              <a:gd name="T4" fmla="*/ 0 w 47"/>
              <a:gd name="T5" fmla="*/ 142 h 142"/>
              <a:gd name="T6" fmla="*/ 0 w 47"/>
              <a:gd name="T7" fmla="*/ 0 h 142"/>
              <a:gd name="T8" fmla="*/ 22 w 47"/>
              <a:gd name="T9" fmla="*/ 9 h 142"/>
            </a:gdLst>
            <a:ahLst/>
            <a:cxnLst>
              <a:cxn ang="0">
                <a:pos x="T0" y="T1"/>
              </a:cxn>
              <a:cxn ang="0">
                <a:pos x="T2" y="T3"/>
              </a:cxn>
              <a:cxn ang="0">
                <a:pos x="T4" y="T5"/>
              </a:cxn>
              <a:cxn ang="0">
                <a:pos x="T6" y="T7"/>
              </a:cxn>
              <a:cxn ang="0">
                <a:pos x="T8" y="T9"/>
              </a:cxn>
            </a:cxnLst>
            <a:rect l="0" t="0" r="r" b="b"/>
            <a:pathLst>
              <a:path w="47" h="142">
                <a:moveTo>
                  <a:pt x="22" y="9"/>
                </a:moveTo>
                <a:cubicBezTo>
                  <a:pt x="22" y="9"/>
                  <a:pt x="47" y="59"/>
                  <a:pt x="37" y="142"/>
                </a:cubicBezTo>
                <a:cubicBezTo>
                  <a:pt x="0" y="142"/>
                  <a:pt x="0" y="142"/>
                  <a:pt x="0" y="142"/>
                </a:cubicBezTo>
                <a:cubicBezTo>
                  <a:pt x="0" y="0"/>
                  <a:pt x="0" y="0"/>
                  <a:pt x="0" y="0"/>
                </a:cubicBezTo>
                <a:cubicBezTo>
                  <a:pt x="0" y="0"/>
                  <a:pt x="22" y="13"/>
                  <a:pt x="22" y="9"/>
                </a:cubicBez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61"/>
          <p:cNvSpPr>
            <a:spLocks/>
          </p:cNvSpPr>
          <p:nvPr/>
        </p:nvSpPr>
        <p:spPr bwMode="auto">
          <a:xfrm>
            <a:off x="5871197" y="3013307"/>
            <a:ext cx="657922" cy="490522"/>
          </a:xfrm>
          <a:custGeom>
            <a:avLst/>
            <a:gdLst>
              <a:gd name="T0" fmla="*/ 370 w 370"/>
              <a:gd name="T1" fmla="*/ 0 h 276"/>
              <a:gd name="T2" fmla="*/ 185 w 370"/>
              <a:gd name="T3" fmla="*/ 87 h 276"/>
              <a:gd name="T4" fmla="*/ 0 w 370"/>
              <a:gd name="T5" fmla="*/ 0 h 276"/>
              <a:gd name="T6" fmla="*/ 0 w 370"/>
              <a:gd name="T7" fmla="*/ 213 h 276"/>
              <a:gd name="T8" fmla="*/ 180 w 370"/>
              <a:gd name="T9" fmla="*/ 276 h 276"/>
              <a:gd name="T10" fmla="*/ 180 w 370"/>
              <a:gd name="T11" fmla="*/ 276 h 276"/>
              <a:gd name="T12" fmla="*/ 185 w 370"/>
              <a:gd name="T13" fmla="*/ 276 h 276"/>
              <a:gd name="T14" fmla="*/ 190 w 370"/>
              <a:gd name="T15" fmla="*/ 276 h 276"/>
              <a:gd name="T16" fmla="*/ 190 w 370"/>
              <a:gd name="T17" fmla="*/ 276 h 276"/>
              <a:gd name="T18" fmla="*/ 370 w 370"/>
              <a:gd name="T19" fmla="*/ 213 h 276"/>
              <a:gd name="T20" fmla="*/ 370 w 370"/>
              <a:gd name="T21" fmla="*/ 0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0" h="276">
                <a:moveTo>
                  <a:pt x="370" y="0"/>
                </a:moveTo>
                <a:cubicBezTo>
                  <a:pt x="370" y="1"/>
                  <a:pt x="215" y="73"/>
                  <a:pt x="185" y="87"/>
                </a:cubicBezTo>
                <a:cubicBezTo>
                  <a:pt x="155" y="73"/>
                  <a:pt x="0" y="1"/>
                  <a:pt x="0" y="0"/>
                </a:cubicBezTo>
                <a:cubicBezTo>
                  <a:pt x="0" y="213"/>
                  <a:pt x="0" y="213"/>
                  <a:pt x="0" y="213"/>
                </a:cubicBezTo>
                <a:cubicBezTo>
                  <a:pt x="50" y="266"/>
                  <a:pt x="149" y="274"/>
                  <a:pt x="180" y="276"/>
                </a:cubicBezTo>
                <a:cubicBezTo>
                  <a:pt x="180" y="276"/>
                  <a:pt x="180" y="276"/>
                  <a:pt x="180" y="276"/>
                </a:cubicBezTo>
                <a:cubicBezTo>
                  <a:pt x="180" y="276"/>
                  <a:pt x="182" y="276"/>
                  <a:pt x="185" y="276"/>
                </a:cubicBezTo>
                <a:cubicBezTo>
                  <a:pt x="188" y="276"/>
                  <a:pt x="190" y="276"/>
                  <a:pt x="190" y="276"/>
                </a:cubicBezTo>
                <a:cubicBezTo>
                  <a:pt x="190" y="276"/>
                  <a:pt x="190" y="276"/>
                  <a:pt x="190" y="276"/>
                </a:cubicBezTo>
                <a:cubicBezTo>
                  <a:pt x="222" y="274"/>
                  <a:pt x="320" y="266"/>
                  <a:pt x="370" y="213"/>
                </a:cubicBezTo>
                <a:lnTo>
                  <a:pt x="370" y="0"/>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62"/>
          <p:cNvSpPr>
            <a:spLocks noEditPoints="1"/>
          </p:cNvSpPr>
          <p:nvPr/>
        </p:nvSpPr>
        <p:spPr bwMode="auto">
          <a:xfrm>
            <a:off x="4360701" y="2873158"/>
            <a:ext cx="507392" cy="507392"/>
          </a:xfrm>
          <a:custGeom>
            <a:avLst/>
            <a:gdLst>
              <a:gd name="T0" fmla="*/ 143 w 286"/>
              <a:gd name="T1" fmla="*/ 0 h 286"/>
              <a:gd name="T2" fmla="*/ 0 w 286"/>
              <a:gd name="T3" fmla="*/ 143 h 286"/>
              <a:gd name="T4" fmla="*/ 143 w 286"/>
              <a:gd name="T5" fmla="*/ 286 h 286"/>
              <a:gd name="T6" fmla="*/ 286 w 286"/>
              <a:gd name="T7" fmla="*/ 143 h 286"/>
              <a:gd name="T8" fmla="*/ 143 w 286"/>
              <a:gd name="T9" fmla="*/ 0 h 286"/>
              <a:gd name="T10" fmla="*/ 143 w 286"/>
              <a:gd name="T11" fmla="*/ 280 h 286"/>
              <a:gd name="T12" fmla="*/ 7 w 286"/>
              <a:gd name="T13" fmla="*/ 143 h 286"/>
              <a:gd name="T14" fmla="*/ 143 w 286"/>
              <a:gd name="T15" fmla="*/ 7 h 286"/>
              <a:gd name="T16" fmla="*/ 280 w 286"/>
              <a:gd name="T17" fmla="*/ 143 h 286"/>
              <a:gd name="T18" fmla="*/ 143 w 286"/>
              <a:gd name="T19" fmla="*/ 28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6" h="286">
                <a:moveTo>
                  <a:pt x="143" y="0"/>
                </a:moveTo>
                <a:cubicBezTo>
                  <a:pt x="64" y="0"/>
                  <a:pt x="0" y="64"/>
                  <a:pt x="0" y="143"/>
                </a:cubicBezTo>
                <a:cubicBezTo>
                  <a:pt x="0" y="222"/>
                  <a:pt x="64" y="286"/>
                  <a:pt x="143" y="286"/>
                </a:cubicBezTo>
                <a:cubicBezTo>
                  <a:pt x="222" y="286"/>
                  <a:pt x="286" y="222"/>
                  <a:pt x="286" y="143"/>
                </a:cubicBezTo>
                <a:cubicBezTo>
                  <a:pt x="286" y="64"/>
                  <a:pt x="222" y="0"/>
                  <a:pt x="143" y="0"/>
                </a:cubicBezTo>
                <a:close/>
                <a:moveTo>
                  <a:pt x="143" y="280"/>
                </a:moveTo>
                <a:cubicBezTo>
                  <a:pt x="68" y="280"/>
                  <a:pt x="7" y="219"/>
                  <a:pt x="7" y="143"/>
                </a:cubicBezTo>
                <a:cubicBezTo>
                  <a:pt x="7" y="68"/>
                  <a:pt x="68" y="7"/>
                  <a:pt x="143" y="7"/>
                </a:cubicBezTo>
                <a:cubicBezTo>
                  <a:pt x="219" y="7"/>
                  <a:pt x="280" y="68"/>
                  <a:pt x="280" y="143"/>
                </a:cubicBezTo>
                <a:cubicBezTo>
                  <a:pt x="280" y="219"/>
                  <a:pt x="219" y="280"/>
                  <a:pt x="143" y="280"/>
                </a:cubicBez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63"/>
          <p:cNvSpPr>
            <a:spLocks/>
          </p:cNvSpPr>
          <p:nvPr/>
        </p:nvSpPr>
        <p:spPr bwMode="auto">
          <a:xfrm>
            <a:off x="4346427" y="2883540"/>
            <a:ext cx="570978" cy="498308"/>
          </a:xfrm>
          <a:custGeom>
            <a:avLst/>
            <a:gdLst>
              <a:gd name="T0" fmla="*/ 93 w 322"/>
              <a:gd name="T1" fmla="*/ 22 h 281"/>
              <a:gd name="T2" fmla="*/ 87 w 322"/>
              <a:gd name="T3" fmla="*/ 33 h 281"/>
              <a:gd name="T4" fmla="*/ 81 w 322"/>
              <a:gd name="T5" fmla="*/ 41 h 281"/>
              <a:gd name="T6" fmla="*/ 76 w 322"/>
              <a:gd name="T7" fmla="*/ 36 h 281"/>
              <a:gd name="T8" fmla="*/ 74 w 322"/>
              <a:gd name="T9" fmla="*/ 46 h 281"/>
              <a:gd name="T10" fmla="*/ 60 w 322"/>
              <a:gd name="T11" fmla="*/ 48 h 281"/>
              <a:gd name="T12" fmla="*/ 51 w 322"/>
              <a:gd name="T13" fmla="*/ 58 h 281"/>
              <a:gd name="T14" fmla="*/ 39 w 322"/>
              <a:gd name="T15" fmla="*/ 75 h 281"/>
              <a:gd name="T16" fmla="*/ 31 w 322"/>
              <a:gd name="T17" fmla="*/ 86 h 281"/>
              <a:gd name="T18" fmla="*/ 38 w 322"/>
              <a:gd name="T19" fmla="*/ 94 h 281"/>
              <a:gd name="T20" fmla="*/ 39 w 322"/>
              <a:gd name="T21" fmla="*/ 99 h 281"/>
              <a:gd name="T22" fmla="*/ 32 w 322"/>
              <a:gd name="T23" fmla="*/ 92 h 281"/>
              <a:gd name="T24" fmla="*/ 27 w 322"/>
              <a:gd name="T25" fmla="*/ 85 h 281"/>
              <a:gd name="T26" fmla="*/ 24 w 322"/>
              <a:gd name="T27" fmla="*/ 97 h 281"/>
              <a:gd name="T28" fmla="*/ 25 w 322"/>
              <a:gd name="T29" fmla="*/ 117 h 281"/>
              <a:gd name="T30" fmla="*/ 35 w 322"/>
              <a:gd name="T31" fmla="*/ 112 h 281"/>
              <a:gd name="T32" fmla="*/ 45 w 322"/>
              <a:gd name="T33" fmla="*/ 125 h 281"/>
              <a:gd name="T34" fmla="*/ 58 w 322"/>
              <a:gd name="T35" fmla="*/ 138 h 281"/>
              <a:gd name="T36" fmla="*/ 71 w 322"/>
              <a:gd name="T37" fmla="*/ 149 h 281"/>
              <a:gd name="T38" fmla="*/ 87 w 322"/>
              <a:gd name="T39" fmla="*/ 165 h 281"/>
              <a:gd name="T40" fmla="*/ 82 w 322"/>
              <a:gd name="T41" fmla="*/ 190 h 281"/>
              <a:gd name="T42" fmla="*/ 69 w 322"/>
              <a:gd name="T43" fmla="*/ 219 h 281"/>
              <a:gd name="T44" fmla="*/ 73 w 322"/>
              <a:gd name="T45" fmla="*/ 239 h 281"/>
              <a:gd name="T46" fmla="*/ 66 w 322"/>
              <a:gd name="T47" fmla="*/ 241 h 281"/>
              <a:gd name="T48" fmla="*/ 46 w 322"/>
              <a:gd name="T49" fmla="*/ 209 h 281"/>
              <a:gd name="T50" fmla="*/ 24 w 322"/>
              <a:gd name="T51" fmla="*/ 159 h 281"/>
              <a:gd name="T52" fmla="*/ 17 w 322"/>
              <a:gd name="T53" fmla="*/ 123 h 281"/>
              <a:gd name="T54" fmla="*/ 104 w 322"/>
              <a:gd name="T55" fmla="*/ 258 h 281"/>
              <a:gd name="T56" fmla="*/ 127 w 322"/>
              <a:gd name="T57" fmla="*/ 255 h 281"/>
              <a:gd name="T58" fmla="*/ 156 w 322"/>
              <a:gd name="T59" fmla="*/ 251 h 281"/>
              <a:gd name="T60" fmla="*/ 153 w 322"/>
              <a:gd name="T61" fmla="*/ 264 h 281"/>
              <a:gd name="T62" fmla="*/ 171 w 322"/>
              <a:gd name="T63" fmla="*/ 262 h 281"/>
              <a:gd name="T64" fmla="*/ 196 w 322"/>
              <a:gd name="T65" fmla="*/ 259 h 281"/>
              <a:gd name="T66" fmla="*/ 194 w 322"/>
              <a:gd name="T67" fmla="*/ 4 h 281"/>
              <a:gd name="T68" fmla="*/ 278 w 322"/>
              <a:gd name="T69" fmla="*/ 90 h 281"/>
              <a:gd name="T70" fmla="*/ 267 w 322"/>
              <a:gd name="T71" fmla="*/ 82 h 281"/>
              <a:gd name="T72" fmla="*/ 256 w 322"/>
              <a:gd name="T73" fmla="*/ 105 h 281"/>
              <a:gd name="T74" fmla="*/ 240 w 322"/>
              <a:gd name="T75" fmla="*/ 84 h 281"/>
              <a:gd name="T76" fmla="*/ 247 w 322"/>
              <a:gd name="T77" fmla="*/ 105 h 281"/>
              <a:gd name="T78" fmla="*/ 263 w 322"/>
              <a:gd name="T79" fmla="*/ 111 h 281"/>
              <a:gd name="T80" fmla="*/ 256 w 322"/>
              <a:gd name="T81" fmla="*/ 141 h 281"/>
              <a:gd name="T82" fmla="*/ 248 w 322"/>
              <a:gd name="T83" fmla="*/ 173 h 281"/>
              <a:gd name="T84" fmla="*/ 238 w 322"/>
              <a:gd name="T85" fmla="*/ 193 h 281"/>
              <a:gd name="T86" fmla="*/ 208 w 322"/>
              <a:gd name="T87" fmla="*/ 217 h 281"/>
              <a:gd name="T88" fmla="*/ 200 w 322"/>
              <a:gd name="T89" fmla="*/ 196 h 281"/>
              <a:gd name="T90" fmla="*/ 201 w 322"/>
              <a:gd name="T91" fmla="*/ 170 h 281"/>
              <a:gd name="T92" fmla="*/ 190 w 322"/>
              <a:gd name="T93" fmla="*/ 142 h 281"/>
              <a:gd name="T94" fmla="*/ 177 w 322"/>
              <a:gd name="T95" fmla="*/ 126 h 281"/>
              <a:gd name="T96" fmla="*/ 140 w 322"/>
              <a:gd name="T97" fmla="*/ 127 h 281"/>
              <a:gd name="T98" fmla="*/ 127 w 322"/>
              <a:gd name="T99" fmla="*/ 108 h 281"/>
              <a:gd name="T100" fmla="*/ 142 w 322"/>
              <a:gd name="T101" fmla="*/ 69 h 281"/>
              <a:gd name="T102" fmla="*/ 168 w 322"/>
              <a:gd name="T103" fmla="*/ 58 h 281"/>
              <a:gd name="T104" fmla="*/ 185 w 322"/>
              <a:gd name="T105" fmla="*/ 65 h 281"/>
              <a:gd name="T106" fmla="*/ 207 w 322"/>
              <a:gd name="T107" fmla="*/ 65 h 281"/>
              <a:gd name="T108" fmla="*/ 229 w 322"/>
              <a:gd name="T109" fmla="*/ 62 h 281"/>
              <a:gd name="T110" fmla="*/ 208 w 322"/>
              <a:gd name="T111" fmla="*/ 52 h 281"/>
              <a:gd name="T112" fmla="*/ 207 w 322"/>
              <a:gd name="T113" fmla="*/ 45 h 281"/>
              <a:gd name="T114" fmla="*/ 180 w 322"/>
              <a:gd name="T115" fmla="*/ 46 h 281"/>
              <a:gd name="T116" fmla="*/ 157 w 322"/>
              <a:gd name="T117" fmla="*/ 52 h 281"/>
              <a:gd name="T118" fmla="*/ 152 w 322"/>
              <a:gd name="T119" fmla="*/ 29 h 281"/>
              <a:gd name="T120" fmla="*/ 136 w 322"/>
              <a:gd name="T121" fmla="*/ 15 h 281"/>
              <a:gd name="T122" fmla="*/ 154 w 322"/>
              <a:gd name="T123" fmla="*/ 4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2" h="281">
                <a:moveTo>
                  <a:pt x="131" y="1"/>
                </a:moveTo>
                <a:cubicBezTo>
                  <a:pt x="131" y="1"/>
                  <a:pt x="83" y="7"/>
                  <a:pt x="50" y="44"/>
                </a:cubicBezTo>
                <a:cubicBezTo>
                  <a:pt x="50" y="44"/>
                  <a:pt x="75" y="18"/>
                  <a:pt x="90" y="18"/>
                </a:cubicBezTo>
                <a:cubicBezTo>
                  <a:pt x="94" y="20"/>
                  <a:pt x="94" y="20"/>
                  <a:pt x="94" y="20"/>
                </a:cubicBezTo>
                <a:cubicBezTo>
                  <a:pt x="94" y="20"/>
                  <a:pt x="93" y="21"/>
                  <a:pt x="93" y="22"/>
                </a:cubicBezTo>
                <a:cubicBezTo>
                  <a:pt x="92" y="22"/>
                  <a:pt x="90" y="25"/>
                  <a:pt x="90" y="25"/>
                </a:cubicBezTo>
                <a:cubicBezTo>
                  <a:pt x="90" y="26"/>
                  <a:pt x="91" y="28"/>
                  <a:pt x="91" y="28"/>
                </a:cubicBezTo>
                <a:cubicBezTo>
                  <a:pt x="89" y="30"/>
                  <a:pt x="89" y="30"/>
                  <a:pt x="89" y="30"/>
                </a:cubicBezTo>
                <a:cubicBezTo>
                  <a:pt x="89" y="30"/>
                  <a:pt x="88" y="30"/>
                  <a:pt x="88" y="31"/>
                </a:cubicBezTo>
                <a:cubicBezTo>
                  <a:pt x="88" y="31"/>
                  <a:pt x="87" y="31"/>
                  <a:pt x="87" y="33"/>
                </a:cubicBezTo>
                <a:cubicBezTo>
                  <a:pt x="87" y="34"/>
                  <a:pt x="87" y="35"/>
                  <a:pt x="87" y="35"/>
                </a:cubicBezTo>
                <a:cubicBezTo>
                  <a:pt x="87" y="38"/>
                  <a:pt x="87" y="38"/>
                  <a:pt x="87" y="38"/>
                </a:cubicBezTo>
                <a:cubicBezTo>
                  <a:pt x="87" y="40"/>
                  <a:pt x="87" y="40"/>
                  <a:pt x="87" y="40"/>
                </a:cubicBezTo>
                <a:cubicBezTo>
                  <a:pt x="85" y="41"/>
                  <a:pt x="85" y="41"/>
                  <a:pt x="85" y="41"/>
                </a:cubicBezTo>
                <a:cubicBezTo>
                  <a:pt x="85" y="41"/>
                  <a:pt x="82" y="41"/>
                  <a:pt x="81" y="41"/>
                </a:cubicBezTo>
                <a:cubicBezTo>
                  <a:pt x="80" y="40"/>
                  <a:pt x="80" y="38"/>
                  <a:pt x="80" y="38"/>
                </a:cubicBezTo>
                <a:cubicBezTo>
                  <a:pt x="83" y="37"/>
                  <a:pt x="83" y="37"/>
                  <a:pt x="83" y="37"/>
                </a:cubicBezTo>
                <a:cubicBezTo>
                  <a:pt x="83" y="37"/>
                  <a:pt x="83" y="36"/>
                  <a:pt x="82" y="36"/>
                </a:cubicBezTo>
                <a:cubicBezTo>
                  <a:pt x="81" y="35"/>
                  <a:pt x="81" y="33"/>
                  <a:pt x="80" y="34"/>
                </a:cubicBezTo>
                <a:cubicBezTo>
                  <a:pt x="78" y="34"/>
                  <a:pt x="76" y="36"/>
                  <a:pt x="76" y="36"/>
                </a:cubicBezTo>
                <a:cubicBezTo>
                  <a:pt x="74" y="38"/>
                  <a:pt x="74" y="38"/>
                  <a:pt x="74" y="38"/>
                </a:cubicBezTo>
                <a:cubicBezTo>
                  <a:pt x="74" y="38"/>
                  <a:pt x="73" y="41"/>
                  <a:pt x="73" y="41"/>
                </a:cubicBezTo>
                <a:cubicBezTo>
                  <a:pt x="74" y="41"/>
                  <a:pt x="75" y="42"/>
                  <a:pt x="75" y="42"/>
                </a:cubicBezTo>
                <a:cubicBezTo>
                  <a:pt x="75" y="42"/>
                  <a:pt x="75" y="42"/>
                  <a:pt x="75" y="43"/>
                </a:cubicBezTo>
                <a:cubicBezTo>
                  <a:pt x="75" y="44"/>
                  <a:pt x="74" y="46"/>
                  <a:pt x="74" y="46"/>
                </a:cubicBezTo>
                <a:cubicBezTo>
                  <a:pt x="74" y="46"/>
                  <a:pt x="74" y="46"/>
                  <a:pt x="72" y="46"/>
                </a:cubicBezTo>
                <a:cubicBezTo>
                  <a:pt x="71" y="46"/>
                  <a:pt x="69" y="45"/>
                  <a:pt x="68" y="45"/>
                </a:cubicBezTo>
                <a:cubicBezTo>
                  <a:pt x="67" y="45"/>
                  <a:pt x="66" y="44"/>
                  <a:pt x="65" y="45"/>
                </a:cubicBezTo>
                <a:cubicBezTo>
                  <a:pt x="64" y="45"/>
                  <a:pt x="64" y="45"/>
                  <a:pt x="64" y="46"/>
                </a:cubicBezTo>
                <a:cubicBezTo>
                  <a:pt x="64" y="46"/>
                  <a:pt x="60" y="48"/>
                  <a:pt x="60" y="48"/>
                </a:cubicBezTo>
                <a:cubicBezTo>
                  <a:pt x="60" y="48"/>
                  <a:pt x="59" y="49"/>
                  <a:pt x="59" y="49"/>
                </a:cubicBezTo>
                <a:cubicBezTo>
                  <a:pt x="59" y="50"/>
                  <a:pt x="58" y="53"/>
                  <a:pt x="58" y="53"/>
                </a:cubicBezTo>
                <a:cubicBezTo>
                  <a:pt x="58" y="53"/>
                  <a:pt x="57" y="54"/>
                  <a:pt x="55" y="54"/>
                </a:cubicBezTo>
                <a:cubicBezTo>
                  <a:pt x="53" y="55"/>
                  <a:pt x="52" y="55"/>
                  <a:pt x="52" y="55"/>
                </a:cubicBezTo>
                <a:cubicBezTo>
                  <a:pt x="51" y="58"/>
                  <a:pt x="51" y="58"/>
                  <a:pt x="51" y="58"/>
                </a:cubicBezTo>
                <a:cubicBezTo>
                  <a:pt x="51" y="58"/>
                  <a:pt x="49" y="59"/>
                  <a:pt x="48" y="60"/>
                </a:cubicBezTo>
                <a:cubicBezTo>
                  <a:pt x="47" y="62"/>
                  <a:pt x="44" y="64"/>
                  <a:pt x="43" y="65"/>
                </a:cubicBezTo>
                <a:cubicBezTo>
                  <a:pt x="43" y="65"/>
                  <a:pt x="41" y="66"/>
                  <a:pt x="41" y="67"/>
                </a:cubicBezTo>
                <a:cubicBezTo>
                  <a:pt x="40" y="69"/>
                  <a:pt x="40" y="71"/>
                  <a:pt x="40" y="71"/>
                </a:cubicBezTo>
                <a:cubicBezTo>
                  <a:pt x="39" y="72"/>
                  <a:pt x="39" y="74"/>
                  <a:pt x="39" y="75"/>
                </a:cubicBezTo>
                <a:cubicBezTo>
                  <a:pt x="38" y="76"/>
                  <a:pt x="38" y="78"/>
                  <a:pt x="37" y="79"/>
                </a:cubicBezTo>
                <a:cubicBezTo>
                  <a:pt x="36" y="79"/>
                  <a:pt x="35" y="80"/>
                  <a:pt x="35" y="80"/>
                </a:cubicBezTo>
                <a:cubicBezTo>
                  <a:pt x="34" y="80"/>
                  <a:pt x="31" y="81"/>
                  <a:pt x="30" y="82"/>
                </a:cubicBezTo>
                <a:cubicBezTo>
                  <a:pt x="29" y="83"/>
                  <a:pt x="29" y="84"/>
                  <a:pt x="29" y="85"/>
                </a:cubicBezTo>
                <a:cubicBezTo>
                  <a:pt x="29" y="85"/>
                  <a:pt x="30" y="86"/>
                  <a:pt x="31" y="86"/>
                </a:cubicBezTo>
                <a:cubicBezTo>
                  <a:pt x="31" y="86"/>
                  <a:pt x="33" y="87"/>
                  <a:pt x="33" y="87"/>
                </a:cubicBezTo>
                <a:cubicBezTo>
                  <a:pt x="33" y="87"/>
                  <a:pt x="33" y="90"/>
                  <a:pt x="33" y="90"/>
                </a:cubicBezTo>
                <a:cubicBezTo>
                  <a:pt x="33" y="91"/>
                  <a:pt x="32" y="93"/>
                  <a:pt x="33" y="93"/>
                </a:cubicBezTo>
                <a:cubicBezTo>
                  <a:pt x="34" y="93"/>
                  <a:pt x="35" y="93"/>
                  <a:pt x="35" y="93"/>
                </a:cubicBezTo>
                <a:cubicBezTo>
                  <a:pt x="38" y="94"/>
                  <a:pt x="38" y="94"/>
                  <a:pt x="38" y="94"/>
                </a:cubicBezTo>
                <a:cubicBezTo>
                  <a:pt x="40" y="95"/>
                  <a:pt x="40" y="95"/>
                  <a:pt x="40" y="95"/>
                </a:cubicBezTo>
                <a:cubicBezTo>
                  <a:pt x="42" y="96"/>
                  <a:pt x="42" y="96"/>
                  <a:pt x="42" y="96"/>
                </a:cubicBezTo>
                <a:cubicBezTo>
                  <a:pt x="42" y="96"/>
                  <a:pt x="41" y="98"/>
                  <a:pt x="41" y="98"/>
                </a:cubicBezTo>
                <a:cubicBezTo>
                  <a:pt x="41" y="99"/>
                  <a:pt x="40" y="100"/>
                  <a:pt x="40" y="100"/>
                </a:cubicBezTo>
                <a:cubicBezTo>
                  <a:pt x="39" y="100"/>
                  <a:pt x="39" y="100"/>
                  <a:pt x="39" y="99"/>
                </a:cubicBezTo>
                <a:cubicBezTo>
                  <a:pt x="38" y="97"/>
                  <a:pt x="38" y="97"/>
                  <a:pt x="37" y="97"/>
                </a:cubicBezTo>
                <a:cubicBezTo>
                  <a:pt x="36" y="96"/>
                  <a:pt x="35" y="97"/>
                  <a:pt x="34" y="97"/>
                </a:cubicBezTo>
                <a:cubicBezTo>
                  <a:pt x="34" y="97"/>
                  <a:pt x="33" y="97"/>
                  <a:pt x="32" y="96"/>
                </a:cubicBezTo>
                <a:cubicBezTo>
                  <a:pt x="32" y="95"/>
                  <a:pt x="31" y="97"/>
                  <a:pt x="32" y="95"/>
                </a:cubicBezTo>
                <a:cubicBezTo>
                  <a:pt x="32" y="94"/>
                  <a:pt x="32" y="93"/>
                  <a:pt x="32" y="92"/>
                </a:cubicBezTo>
                <a:cubicBezTo>
                  <a:pt x="32" y="92"/>
                  <a:pt x="31" y="90"/>
                  <a:pt x="30" y="90"/>
                </a:cubicBezTo>
                <a:cubicBezTo>
                  <a:pt x="29" y="90"/>
                  <a:pt x="30" y="92"/>
                  <a:pt x="29" y="90"/>
                </a:cubicBezTo>
                <a:cubicBezTo>
                  <a:pt x="28" y="89"/>
                  <a:pt x="28" y="88"/>
                  <a:pt x="27" y="89"/>
                </a:cubicBezTo>
                <a:cubicBezTo>
                  <a:pt x="27" y="89"/>
                  <a:pt x="26" y="89"/>
                  <a:pt x="26" y="88"/>
                </a:cubicBezTo>
                <a:cubicBezTo>
                  <a:pt x="26" y="87"/>
                  <a:pt x="27" y="86"/>
                  <a:pt x="27" y="85"/>
                </a:cubicBezTo>
                <a:cubicBezTo>
                  <a:pt x="27" y="84"/>
                  <a:pt x="27" y="83"/>
                  <a:pt x="27" y="82"/>
                </a:cubicBezTo>
                <a:cubicBezTo>
                  <a:pt x="27" y="81"/>
                  <a:pt x="28" y="77"/>
                  <a:pt x="28" y="77"/>
                </a:cubicBezTo>
                <a:cubicBezTo>
                  <a:pt x="28" y="77"/>
                  <a:pt x="23" y="86"/>
                  <a:pt x="22" y="93"/>
                </a:cubicBezTo>
                <a:cubicBezTo>
                  <a:pt x="22" y="93"/>
                  <a:pt x="24" y="92"/>
                  <a:pt x="24" y="93"/>
                </a:cubicBezTo>
                <a:cubicBezTo>
                  <a:pt x="24" y="95"/>
                  <a:pt x="24" y="96"/>
                  <a:pt x="24" y="97"/>
                </a:cubicBezTo>
                <a:cubicBezTo>
                  <a:pt x="24" y="98"/>
                  <a:pt x="24" y="98"/>
                  <a:pt x="24" y="101"/>
                </a:cubicBezTo>
                <a:cubicBezTo>
                  <a:pt x="24" y="105"/>
                  <a:pt x="24" y="106"/>
                  <a:pt x="24" y="107"/>
                </a:cubicBezTo>
                <a:cubicBezTo>
                  <a:pt x="24" y="108"/>
                  <a:pt x="23" y="109"/>
                  <a:pt x="23" y="111"/>
                </a:cubicBezTo>
                <a:cubicBezTo>
                  <a:pt x="23" y="112"/>
                  <a:pt x="24" y="115"/>
                  <a:pt x="24" y="116"/>
                </a:cubicBezTo>
                <a:cubicBezTo>
                  <a:pt x="24" y="116"/>
                  <a:pt x="24" y="117"/>
                  <a:pt x="25" y="117"/>
                </a:cubicBezTo>
                <a:cubicBezTo>
                  <a:pt x="26" y="118"/>
                  <a:pt x="24" y="121"/>
                  <a:pt x="26" y="118"/>
                </a:cubicBezTo>
                <a:cubicBezTo>
                  <a:pt x="28" y="115"/>
                  <a:pt x="28" y="114"/>
                  <a:pt x="28" y="114"/>
                </a:cubicBezTo>
                <a:cubicBezTo>
                  <a:pt x="29" y="113"/>
                  <a:pt x="29" y="113"/>
                  <a:pt x="29" y="113"/>
                </a:cubicBezTo>
                <a:cubicBezTo>
                  <a:pt x="29" y="113"/>
                  <a:pt x="29" y="111"/>
                  <a:pt x="31" y="112"/>
                </a:cubicBezTo>
                <a:cubicBezTo>
                  <a:pt x="34" y="112"/>
                  <a:pt x="34" y="112"/>
                  <a:pt x="35" y="112"/>
                </a:cubicBezTo>
                <a:cubicBezTo>
                  <a:pt x="35" y="113"/>
                  <a:pt x="34" y="116"/>
                  <a:pt x="35" y="116"/>
                </a:cubicBezTo>
                <a:cubicBezTo>
                  <a:pt x="36" y="116"/>
                  <a:pt x="39" y="114"/>
                  <a:pt x="40" y="115"/>
                </a:cubicBezTo>
                <a:cubicBezTo>
                  <a:pt x="41" y="115"/>
                  <a:pt x="42" y="115"/>
                  <a:pt x="42" y="117"/>
                </a:cubicBezTo>
                <a:cubicBezTo>
                  <a:pt x="43" y="118"/>
                  <a:pt x="44" y="120"/>
                  <a:pt x="44" y="121"/>
                </a:cubicBezTo>
                <a:cubicBezTo>
                  <a:pt x="45" y="121"/>
                  <a:pt x="45" y="123"/>
                  <a:pt x="45" y="125"/>
                </a:cubicBezTo>
                <a:cubicBezTo>
                  <a:pt x="46" y="126"/>
                  <a:pt x="49" y="127"/>
                  <a:pt x="50" y="127"/>
                </a:cubicBezTo>
                <a:cubicBezTo>
                  <a:pt x="50" y="127"/>
                  <a:pt x="53" y="127"/>
                  <a:pt x="54" y="128"/>
                </a:cubicBezTo>
                <a:cubicBezTo>
                  <a:pt x="55" y="128"/>
                  <a:pt x="54" y="130"/>
                  <a:pt x="56" y="130"/>
                </a:cubicBezTo>
                <a:cubicBezTo>
                  <a:pt x="58" y="130"/>
                  <a:pt x="58" y="134"/>
                  <a:pt x="58" y="134"/>
                </a:cubicBezTo>
                <a:cubicBezTo>
                  <a:pt x="58" y="134"/>
                  <a:pt x="59" y="137"/>
                  <a:pt x="58" y="138"/>
                </a:cubicBezTo>
                <a:cubicBezTo>
                  <a:pt x="58" y="139"/>
                  <a:pt x="58" y="140"/>
                  <a:pt x="59" y="141"/>
                </a:cubicBezTo>
                <a:cubicBezTo>
                  <a:pt x="60" y="141"/>
                  <a:pt x="63" y="141"/>
                  <a:pt x="63" y="141"/>
                </a:cubicBezTo>
                <a:cubicBezTo>
                  <a:pt x="63" y="141"/>
                  <a:pt x="62" y="143"/>
                  <a:pt x="64" y="144"/>
                </a:cubicBezTo>
                <a:cubicBezTo>
                  <a:pt x="66" y="145"/>
                  <a:pt x="69" y="146"/>
                  <a:pt x="70" y="146"/>
                </a:cubicBezTo>
                <a:cubicBezTo>
                  <a:pt x="70" y="147"/>
                  <a:pt x="68" y="149"/>
                  <a:pt x="71" y="149"/>
                </a:cubicBezTo>
                <a:cubicBezTo>
                  <a:pt x="74" y="148"/>
                  <a:pt x="76" y="148"/>
                  <a:pt x="78" y="149"/>
                </a:cubicBezTo>
                <a:cubicBezTo>
                  <a:pt x="79" y="150"/>
                  <a:pt x="78" y="152"/>
                  <a:pt x="81" y="154"/>
                </a:cubicBezTo>
                <a:cubicBezTo>
                  <a:pt x="85" y="156"/>
                  <a:pt x="86" y="156"/>
                  <a:pt x="87" y="157"/>
                </a:cubicBezTo>
                <a:cubicBezTo>
                  <a:pt x="88" y="157"/>
                  <a:pt x="89" y="157"/>
                  <a:pt x="89" y="160"/>
                </a:cubicBezTo>
                <a:cubicBezTo>
                  <a:pt x="89" y="162"/>
                  <a:pt x="88" y="164"/>
                  <a:pt x="87" y="165"/>
                </a:cubicBezTo>
                <a:cubicBezTo>
                  <a:pt x="86" y="166"/>
                  <a:pt x="84" y="170"/>
                  <a:pt x="83" y="171"/>
                </a:cubicBezTo>
                <a:cubicBezTo>
                  <a:pt x="82" y="172"/>
                  <a:pt x="81" y="174"/>
                  <a:pt x="82" y="175"/>
                </a:cubicBezTo>
                <a:cubicBezTo>
                  <a:pt x="83" y="177"/>
                  <a:pt x="84" y="179"/>
                  <a:pt x="84" y="180"/>
                </a:cubicBezTo>
                <a:cubicBezTo>
                  <a:pt x="84" y="181"/>
                  <a:pt x="84" y="185"/>
                  <a:pt x="84" y="186"/>
                </a:cubicBezTo>
                <a:cubicBezTo>
                  <a:pt x="83" y="187"/>
                  <a:pt x="82" y="190"/>
                  <a:pt x="82" y="190"/>
                </a:cubicBezTo>
                <a:cubicBezTo>
                  <a:pt x="82" y="190"/>
                  <a:pt x="84" y="192"/>
                  <a:pt x="82" y="193"/>
                </a:cubicBezTo>
                <a:cubicBezTo>
                  <a:pt x="81" y="195"/>
                  <a:pt x="78" y="197"/>
                  <a:pt x="77" y="198"/>
                </a:cubicBezTo>
                <a:cubicBezTo>
                  <a:pt x="75" y="198"/>
                  <a:pt x="73" y="200"/>
                  <a:pt x="73" y="200"/>
                </a:cubicBezTo>
                <a:cubicBezTo>
                  <a:pt x="73" y="200"/>
                  <a:pt x="73" y="206"/>
                  <a:pt x="73" y="207"/>
                </a:cubicBezTo>
                <a:cubicBezTo>
                  <a:pt x="73" y="208"/>
                  <a:pt x="68" y="217"/>
                  <a:pt x="69" y="219"/>
                </a:cubicBezTo>
                <a:cubicBezTo>
                  <a:pt x="71" y="221"/>
                  <a:pt x="71" y="223"/>
                  <a:pt x="71" y="224"/>
                </a:cubicBezTo>
                <a:cubicBezTo>
                  <a:pt x="70" y="226"/>
                  <a:pt x="70" y="225"/>
                  <a:pt x="69" y="226"/>
                </a:cubicBezTo>
                <a:cubicBezTo>
                  <a:pt x="69" y="228"/>
                  <a:pt x="66" y="227"/>
                  <a:pt x="68" y="230"/>
                </a:cubicBezTo>
                <a:cubicBezTo>
                  <a:pt x="70" y="233"/>
                  <a:pt x="71" y="233"/>
                  <a:pt x="72" y="235"/>
                </a:cubicBezTo>
                <a:cubicBezTo>
                  <a:pt x="72" y="237"/>
                  <a:pt x="72" y="238"/>
                  <a:pt x="73" y="239"/>
                </a:cubicBezTo>
                <a:cubicBezTo>
                  <a:pt x="75" y="241"/>
                  <a:pt x="75" y="243"/>
                  <a:pt x="77" y="244"/>
                </a:cubicBezTo>
                <a:cubicBezTo>
                  <a:pt x="79" y="245"/>
                  <a:pt x="80" y="246"/>
                  <a:pt x="80" y="248"/>
                </a:cubicBezTo>
                <a:cubicBezTo>
                  <a:pt x="80" y="249"/>
                  <a:pt x="84" y="253"/>
                  <a:pt x="80" y="250"/>
                </a:cubicBezTo>
                <a:cubicBezTo>
                  <a:pt x="76" y="248"/>
                  <a:pt x="79" y="250"/>
                  <a:pt x="74" y="246"/>
                </a:cubicBezTo>
                <a:cubicBezTo>
                  <a:pt x="69" y="242"/>
                  <a:pt x="68" y="244"/>
                  <a:pt x="66" y="241"/>
                </a:cubicBezTo>
                <a:cubicBezTo>
                  <a:pt x="63" y="238"/>
                  <a:pt x="67" y="247"/>
                  <a:pt x="63" y="237"/>
                </a:cubicBezTo>
                <a:cubicBezTo>
                  <a:pt x="58" y="226"/>
                  <a:pt x="57" y="227"/>
                  <a:pt x="56" y="224"/>
                </a:cubicBezTo>
                <a:cubicBezTo>
                  <a:pt x="55" y="222"/>
                  <a:pt x="56" y="225"/>
                  <a:pt x="53" y="219"/>
                </a:cubicBezTo>
                <a:cubicBezTo>
                  <a:pt x="50" y="214"/>
                  <a:pt x="52" y="217"/>
                  <a:pt x="50" y="214"/>
                </a:cubicBezTo>
                <a:cubicBezTo>
                  <a:pt x="47" y="210"/>
                  <a:pt x="47" y="215"/>
                  <a:pt x="46" y="209"/>
                </a:cubicBezTo>
                <a:cubicBezTo>
                  <a:pt x="44" y="202"/>
                  <a:pt x="44" y="207"/>
                  <a:pt x="42" y="199"/>
                </a:cubicBezTo>
                <a:cubicBezTo>
                  <a:pt x="41" y="192"/>
                  <a:pt x="44" y="192"/>
                  <a:pt x="40" y="188"/>
                </a:cubicBezTo>
                <a:cubicBezTo>
                  <a:pt x="36" y="185"/>
                  <a:pt x="36" y="187"/>
                  <a:pt x="35" y="184"/>
                </a:cubicBezTo>
                <a:cubicBezTo>
                  <a:pt x="33" y="182"/>
                  <a:pt x="35" y="184"/>
                  <a:pt x="32" y="178"/>
                </a:cubicBezTo>
                <a:cubicBezTo>
                  <a:pt x="28" y="172"/>
                  <a:pt x="23" y="169"/>
                  <a:pt x="24" y="159"/>
                </a:cubicBezTo>
                <a:cubicBezTo>
                  <a:pt x="24" y="148"/>
                  <a:pt x="24" y="147"/>
                  <a:pt x="24" y="147"/>
                </a:cubicBezTo>
                <a:cubicBezTo>
                  <a:pt x="24" y="147"/>
                  <a:pt x="19" y="142"/>
                  <a:pt x="20" y="136"/>
                </a:cubicBezTo>
                <a:cubicBezTo>
                  <a:pt x="22" y="130"/>
                  <a:pt x="23" y="132"/>
                  <a:pt x="22" y="130"/>
                </a:cubicBezTo>
                <a:cubicBezTo>
                  <a:pt x="21" y="128"/>
                  <a:pt x="21" y="129"/>
                  <a:pt x="19" y="126"/>
                </a:cubicBezTo>
                <a:cubicBezTo>
                  <a:pt x="17" y="124"/>
                  <a:pt x="17" y="124"/>
                  <a:pt x="17" y="123"/>
                </a:cubicBezTo>
                <a:cubicBezTo>
                  <a:pt x="16" y="121"/>
                  <a:pt x="16" y="118"/>
                  <a:pt x="16" y="118"/>
                </a:cubicBezTo>
                <a:cubicBezTo>
                  <a:pt x="14" y="119"/>
                  <a:pt x="14" y="119"/>
                  <a:pt x="14" y="119"/>
                </a:cubicBezTo>
                <a:cubicBezTo>
                  <a:pt x="14" y="119"/>
                  <a:pt x="0" y="257"/>
                  <a:pt x="138" y="277"/>
                </a:cubicBezTo>
                <a:cubicBezTo>
                  <a:pt x="138" y="277"/>
                  <a:pt x="106" y="271"/>
                  <a:pt x="104" y="264"/>
                </a:cubicBezTo>
                <a:cubicBezTo>
                  <a:pt x="104" y="264"/>
                  <a:pt x="103" y="258"/>
                  <a:pt x="104" y="258"/>
                </a:cubicBezTo>
                <a:cubicBezTo>
                  <a:pt x="106" y="258"/>
                  <a:pt x="107" y="259"/>
                  <a:pt x="109" y="258"/>
                </a:cubicBezTo>
                <a:cubicBezTo>
                  <a:pt x="111" y="256"/>
                  <a:pt x="114" y="254"/>
                  <a:pt x="114" y="254"/>
                </a:cubicBezTo>
                <a:cubicBezTo>
                  <a:pt x="114" y="257"/>
                  <a:pt x="114" y="257"/>
                  <a:pt x="114" y="257"/>
                </a:cubicBezTo>
                <a:cubicBezTo>
                  <a:pt x="114" y="257"/>
                  <a:pt x="112" y="257"/>
                  <a:pt x="118" y="256"/>
                </a:cubicBezTo>
                <a:cubicBezTo>
                  <a:pt x="125" y="255"/>
                  <a:pt x="125" y="256"/>
                  <a:pt x="127" y="255"/>
                </a:cubicBezTo>
                <a:cubicBezTo>
                  <a:pt x="129" y="254"/>
                  <a:pt x="132" y="249"/>
                  <a:pt x="133" y="252"/>
                </a:cubicBezTo>
                <a:cubicBezTo>
                  <a:pt x="134" y="255"/>
                  <a:pt x="131" y="253"/>
                  <a:pt x="134" y="255"/>
                </a:cubicBezTo>
                <a:cubicBezTo>
                  <a:pt x="137" y="256"/>
                  <a:pt x="143" y="254"/>
                  <a:pt x="143" y="254"/>
                </a:cubicBezTo>
                <a:cubicBezTo>
                  <a:pt x="143" y="254"/>
                  <a:pt x="152" y="255"/>
                  <a:pt x="153" y="254"/>
                </a:cubicBezTo>
                <a:cubicBezTo>
                  <a:pt x="154" y="253"/>
                  <a:pt x="154" y="251"/>
                  <a:pt x="156" y="251"/>
                </a:cubicBezTo>
                <a:cubicBezTo>
                  <a:pt x="158" y="252"/>
                  <a:pt x="159" y="254"/>
                  <a:pt x="159" y="254"/>
                </a:cubicBezTo>
                <a:cubicBezTo>
                  <a:pt x="153" y="257"/>
                  <a:pt x="153" y="257"/>
                  <a:pt x="153" y="257"/>
                </a:cubicBezTo>
                <a:cubicBezTo>
                  <a:pt x="148" y="261"/>
                  <a:pt x="148" y="261"/>
                  <a:pt x="148" y="261"/>
                </a:cubicBezTo>
                <a:cubicBezTo>
                  <a:pt x="148" y="261"/>
                  <a:pt x="146" y="262"/>
                  <a:pt x="148" y="263"/>
                </a:cubicBezTo>
                <a:cubicBezTo>
                  <a:pt x="150" y="264"/>
                  <a:pt x="151" y="263"/>
                  <a:pt x="153" y="264"/>
                </a:cubicBezTo>
                <a:cubicBezTo>
                  <a:pt x="156" y="264"/>
                  <a:pt x="161" y="268"/>
                  <a:pt x="163" y="266"/>
                </a:cubicBezTo>
                <a:cubicBezTo>
                  <a:pt x="164" y="263"/>
                  <a:pt x="164" y="263"/>
                  <a:pt x="165" y="261"/>
                </a:cubicBezTo>
                <a:cubicBezTo>
                  <a:pt x="166" y="259"/>
                  <a:pt x="166" y="257"/>
                  <a:pt x="168" y="257"/>
                </a:cubicBezTo>
                <a:cubicBezTo>
                  <a:pt x="170" y="257"/>
                  <a:pt x="173" y="258"/>
                  <a:pt x="173" y="258"/>
                </a:cubicBezTo>
                <a:cubicBezTo>
                  <a:pt x="171" y="262"/>
                  <a:pt x="171" y="262"/>
                  <a:pt x="171" y="262"/>
                </a:cubicBezTo>
                <a:cubicBezTo>
                  <a:pt x="171" y="262"/>
                  <a:pt x="175" y="262"/>
                  <a:pt x="176" y="262"/>
                </a:cubicBezTo>
                <a:cubicBezTo>
                  <a:pt x="178" y="262"/>
                  <a:pt x="178" y="265"/>
                  <a:pt x="181" y="262"/>
                </a:cubicBezTo>
                <a:cubicBezTo>
                  <a:pt x="183" y="260"/>
                  <a:pt x="183" y="260"/>
                  <a:pt x="186" y="260"/>
                </a:cubicBezTo>
                <a:cubicBezTo>
                  <a:pt x="188" y="259"/>
                  <a:pt x="191" y="258"/>
                  <a:pt x="192" y="259"/>
                </a:cubicBezTo>
                <a:cubicBezTo>
                  <a:pt x="193" y="259"/>
                  <a:pt x="195" y="259"/>
                  <a:pt x="196" y="259"/>
                </a:cubicBezTo>
                <a:cubicBezTo>
                  <a:pt x="197" y="259"/>
                  <a:pt x="202" y="263"/>
                  <a:pt x="203" y="262"/>
                </a:cubicBezTo>
                <a:cubicBezTo>
                  <a:pt x="204" y="262"/>
                  <a:pt x="210" y="262"/>
                  <a:pt x="210" y="262"/>
                </a:cubicBezTo>
                <a:cubicBezTo>
                  <a:pt x="210" y="262"/>
                  <a:pt x="194" y="277"/>
                  <a:pt x="160" y="277"/>
                </a:cubicBezTo>
                <a:cubicBezTo>
                  <a:pt x="160" y="277"/>
                  <a:pt x="236" y="281"/>
                  <a:pt x="279" y="207"/>
                </a:cubicBezTo>
                <a:cubicBezTo>
                  <a:pt x="322" y="132"/>
                  <a:pt x="292" y="37"/>
                  <a:pt x="194" y="4"/>
                </a:cubicBezTo>
                <a:cubicBezTo>
                  <a:pt x="194" y="4"/>
                  <a:pt x="267" y="31"/>
                  <a:pt x="287" y="101"/>
                </a:cubicBezTo>
                <a:cubicBezTo>
                  <a:pt x="286" y="102"/>
                  <a:pt x="286" y="102"/>
                  <a:pt x="286" y="102"/>
                </a:cubicBezTo>
                <a:cubicBezTo>
                  <a:pt x="284" y="100"/>
                  <a:pt x="284" y="101"/>
                  <a:pt x="282" y="98"/>
                </a:cubicBezTo>
                <a:cubicBezTo>
                  <a:pt x="281" y="95"/>
                  <a:pt x="282" y="95"/>
                  <a:pt x="281" y="93"/>
                </a:cubicBezTo>
                <a:cubicBezTo>
                  <a:pt x="279" y="91"/>
                  <a:pt x="280" y="92"/>
                  <a:pt x="278" y="90"/>
                </a:cubicBezTo>
                <a:cubicBezTo>
                  <a:pt x="276" y="88"/>
                  <a:pt x="276" y="88"/>
                  <a:pt x="275" y="87"/>
                </a:cubicBezTo>
                <a:cubicBezTo>
                  <a:pt x="273" y="85"/>
                  <a:pt x="272" y="81"/>
                  <a:pt x="271" y="80"/>
                </a:cubicBezTo>
                <a:cubicBezTo>
                  <a:pt x="270" y="79"/>
                  <a:pt x="267" y="78"/>
                  <a:pt x="266" y="78"/>
                </a:cubicBezTo>
                <a:cubicBezTo>
                  <a:pt x="265" y="78"/>
                  <a:pt x="265" y="76"/>
                  <a:pt x="265" y="78"/>
                </a:cubicBezTo>
                <a:cubicBezTo>
                  <a:pt x="264" y="79"/>
                  <a:pt x="267" y="82"/>
                  <a:pt x="267" y="82"/>
                </a:cubicBezTo>
                <a:cubicBezTo>
                  <a:pt x="267" y="87"/>
                  <a:pt x="267" y="87"/>
                  <a:pt x="267" y="87"/>
                </a:cubicBezTo>
                <a:cubicBezTo>
                  <a:pt x="267" y="87"/>
                  <a:pt x="269" y="92"/>
                  <a:pt x="269" y="93"/>
                </a:cubicBezTo>
                <a:cubicBezTo>
                  <a:pt x="269" y="95"/>
                  <a:pt x="267" y="98"/>
                  <a:pt x="267" y="98"/>
                </a:cubicBezTo>
                <a:cubicBezTo>
                  <a:pt x="267" y="98"/>
                  <a:pt x="266" y="102"/>
                  <a:pt x="265" y="103"/>
                </a:cubicBezTo>
                <a:cubicBezTo>
                  <a:pt x="264" y="104"/>
                  <a:pt x="256" y="105"/>
                  <a:pt x="256" y="105"/>
                </a:cubicBezTo>
                <a:cubicBezTo>
                  <a:pt x="256" y="105"/>
                  <a:pt x="254" y="102"/>
                  <a:pt x="252" y="100"/>
                </a:cubicBezTo>
                <a:cubicBezTo>
                  <a:pt x="251" y="98"/>
                  <a:pt x="247" y="97"/>
                  <a:pt x="246" y="96"/>
                </a:cubicBezTo>
                <a:cubicBezTo>
                  <a:pt x="246" y="95"/>
                  <a:pt x="247" y="93"/>
                  <a:pt x="245" y="90"/>
                </a:cubicBezTo>
                <a:cubicBezTo>
                  <a:pt x="243" y="88"/>
                  <a:pt x="245" y="88"/>
                  <a:pt x="243" y="86"/>
                </a:cubicBezTo>
                <a:cubicBezTo>
                  <a:pt x="240" y="84"/>
                  <a:pt x="240" y="84"/>
                  <a:pt x="240" y="84"/>
                </a:cubicBezTo>
                <a:cubicBezTo>
                  <a:pt x="240" y="84"/>
                  <a:pt x="234" y="82"/>
                  <a:pt x="236" y="85"/>
                </a:cubicBezTo>
                <a:cubicBezTo>
                  <a:pt x="238" y="88"/>
                  <a:pt x="236" y="92"/>
                  <a:pt x="237" y="92"/>
                </a:cubicBezTo>
                <a:cubicBezTo>
                  <a:pt x="239" y="93"/>
                  <a:pt x="240" y="91"/>
                  <a:pt x="241" y="94"/>
                </a:cubicBezTo>
                <a:cubicBezTo>
                  <a:pt x="243" y="97"/>
                  <a:pt x="243" y="99"/>
                  <a:pt x="244" y="100"/>
                </a:cubicBezTo>
                <a:cubicBezTo>
                  <a:pt x="245" y="101"/>
                  <a:pt x="245" y="105"/>
                  <a:pt x="247" y="105"/>
                </a:cubicBezTo>
                <a:cubicBezTo>
                  <a:pt x="248" y="106"/>
                  <a:pt x="252" y="105"/>
                  <a:pt x="251" y="107"/>
                </a:cubicBezTo>
                <a:cubicBezTo>
                  <a:pt x="251" y="108"/>
                  <a:pt x="249" y="111"/>
                  <a:pt x="251" y="111"/>
                </a:cubicBezTo>
                <a:cubicBezTo>
                  <a:pt x="253" y="112"/>
                  <a:pt x="254" y="113"/>
                  <a:pt x="255" y="113"/>
                </a:cubicBezTo>
                <a:cubicBezTo>
                  <a:pt x="256" y="112"/>
                  <a:pt x="256" y="113"/>
                  <a:pt x="258" y="112"/>
                </a:cubicBezTo>
                <a:cubicBezTo>
                  <a:pt x="260" y="111"/>
                  <a:pt x="263" y="111"/>
                  <a:pt x="263" y="111"/>
                </a:cubicBezTo>
                <a:cubicBezTo>
                  <a:pt x="263" y="111"/>
                  <a:pt x="266" y="113"/>
                  <a:pt x="266" y="114"/>
                </a:cubicBezTo>
                <a:cubicBezTo>
                  <a:pt x="266" y="115"/>
                  <a:pt x="265" y="121"/>
                  <a:pt x="265" y="121"/>
                </a:cubicBezTo>
                <a:cubicBezTo>
                  <a:pt x="262" y="127"/>
                  <a:pt x="262" y="127"/>
                  <a:pt x="262" y="127"/>
                </a:cubicBezTo>
                <a:cubicBezTo>
                  <a:pt x="262" y="127"/>
                  <a:pt x="262" y="136"/>
                  <a:pt x="261" y="136"/>
                </a:cubicBezTo>
                <a:cubicBezTo>
                  <a:pt x="259" y="136"/>
                  <a:pt x="257" y="141"/>
                  <a:pt x="256" y="141"/>
                </a:cubicBezTo>
                <a:cubicBezTo>
                  <a:pt x="255" y="142"/>
                  <a:pt x="255" y="148"/>
                  <a:pt x="255" y="148"/>
                </a:cubicBezTo>
                <a:cubicBezTo>
                  <a:pt x="252" y="152"/>
                  <a:pt x="252" y="152"/>
                  <a:pt x="252" y="152"/>
                </a:cubicBezTo>
                <a:cubicBezTo>
                  <a:pt x="252" y="152"/>
                  <a:pt x="252" y="157"/>
                  <a:pt x="252" y="158"/>
                </a:cubicBezTo>
                <a:cubicBezTo>
                  <a:pt x="252" y="160"/>
                  <a:pt x="253" y="165"/>
                  <a:pt x="252" y="168"/>
                </a:cubicBezTo>
                <a:cubicBezTo>
                  <a:pt x="252" y="170"/>
                  <a:pt x="248" y="173"/>
                  <a:pt x="248" y="173"/>
                </a:cubicBezTo>
                <a:cubicBezTo>
                  <a:pt x="248" y="173"/>
                  <a:pt x="253" y="177"/>
                  <a:pt x="250" y="178"/>
                </a:cubicBezTo>
                <a:cubicBezTo>
                  <a:pt x="248" y="179"/>
                  <a:pt x="245" y="183"/>
                  <a:pt x="244" y="184"/>
                </a:cubicBezTo>
                <a:cubicBezTo>
                  <a:pt x="244" y="185"/>
                  <a:pt x="244" y="187"/>
                  <a:pt x="242" y="187"/>
                </a:cubicBezTo>
                <a:cubicBezTo>
                  <a:pt x="241" y="187"/>
                  <a:pt x="238" y="188"/>
                  <a:pt x="238" y="189"/>
                </a:cubicBezTo>
                <a:cubicBezTo>
                  <a:pt x="238" y="189"/>
                  <a:pt x="238" y="193"/>
                  <a:pt x="238" y="193"/>
                </a:cubicBezTo>
                <a:cubicBezTo>
                  <a:pt x="232" y="201"/>
                  <a:pt x="232" y="201"/>
                  <a:pt x="232" y="201"/>
                </a:cubicBezTo>
                <a:cubicBezTo>
                  <a:pt x="226" y="206"/>
                  <a:pt x="226" y="206"/>
                  <a:pt x="226" y="206"/>
                </a:cubicBezTo>
                <a:cubicBezTo>
                  <a:pt x="226" y="206"/>
                  <a:pt x="227" y="210"/>
                  <a:pt x="225" y="210"/>
                </a:cubicBezTo>
                <a:cubicBezTo>
                  <a:pt x="223" y="210"/>
                  <a:pt x="216" y="213"/>
                  <a:pt x="215" y="214"/>
                </a:cubicBezTo>
                <a:cubicBezTo>
                  <a:pt x="214" y="215"/>
                  <a:pt x="210" y="217"/>
                  <a:pt x="208" y="217"/>
                </a:cubicBezTo>
                <a:cubicBezTo>
                  <a:pt x="206" y="217"/>
                  <a:pt x="209" y="222"/>
                  <a:pt x="206" y="217"/>
                </a:cubicBezTo>
                <a:cubicBezTo>
                  <a:pt x="204" y="213"/>
                  <a:pt x="206" y="216"/>
                  <a:pt x="203" y="210"/>
                </a:cubicBezTo>
                <a:cubicBezTo>
                  <a:pt x="201" y="205"/>
                  <a:pt x="201" y="209"/>
                  <a:pt x="201" y="205"/>
                </a:cubicBezTo>
                <a:cubicBezTo>
                  <a:pt x="201" y="201"/>
                  <a:pt x="201" y="205"/>
                  <a:pt x="201" y="201"/>
                </a:cubicBezTo>
                <a:cubicBezTo>
                  <a:pt x="201" y="198"/>
                  <a:pt x="202" y="200"/>
                  <a:pt x="200" y="196"/>
                </a:cubicBezTo>
                <a:cubicBezTo>
                  <a:pt x="198" y="192"/>
                  <a:pt x="198" y="193"/>
                  <a:pt x="196" y="190"/>
                </a:cubicBezTo>
                <a:cubicBezTo>
                  <a:pt x="193" y="188"/>
                  <a:pt x="191" y="190"/>
                  <a:pt x="193" y="186"/>
                </a:cubicBezTo>
                <a:cubicBezTo>
                  <a:pt x="194" y="182"/>
                  <a:pt x="193" y="186"/>
                  <a:pt x="194" y="182"/>
                </a:cubicBezTo>
                <a:cubicBezTo>
                  <a:pt x="195" y="178"/>
                  <a:pt x="194" y="177"/>
                  <a:pt x="197" y="175"/>
                </a:cubicBezTo>
                <a:cubicBezTo>
                  <a:pt x="199" y="173"/>
                  <a:pt x="202" y="173"/>
                  <a:pt x="201" y="170"/>
                </a:cubicBezTo>
                <a:cubicBezTo>
                  <a:pt x="201" y="168"/>
                  <a:pt x="201" y="167"/>
                  <a:pt x="200" y="165"/>
                </a:cubicBezTo>
                <a:cubicBezTo>
                  <a:pt x="200" y="163"/>
                  <a:pt x="197" y="161"/>
                  <a:pt x="197" y="160"/>
                </a:cubicBezTo>
                <a:cubicBezTo>
                  <a:pt x="196" y="159"/>
                  <a:pt x="196" y="159"/>
                  <a:pt x="194" y="156"/>
                </a:cubicBezTo>
                <a:cubicBezTo>
                  <a:pt x="192" y="153"/>
                  <a:pt x="191" y="152"/>
                  <a:pt x="191" y="152"/>
                </a:cubicBezTo>
                <a:cubicBezTo>
                  <a:pt x="191" y="152"/>
                  <a:pt x="190" y="145"/>
                  <a:pt x="190" y="142"/>
                </a:cubicBezTo>
                <a:cubicBezTo>
                  <a:pt x="190" y="140"/>
                  <a:pt x="189" y="144"/>
                  <a:pt x="190" y="140"/>
                </a:cubicBezTo>
                <a:cubicBezTo>
                  <a:pt x="191" y="135"/>
                  <a:pt x="192" y="133"/>
                  <a:pt x="192" y="133"/>
                </a:cubicBezTo>
                <a:cubicBezTo>
                  <a:pt x="192" y="133"/>
                  <a:pt x="187" y="129"/>
                  <a:pt x="185" y="130"/>
                </a:cubicBezTo>
                <a:cubicBezTo>
                  <a:pt x="183" y="130"/>
                  <a:pt x="183" y="133"/>
                  <a:pt x="180" y="131"/>
                </a:cubicBezTo>
                <a:cubicBezTo>
                  <a:pt x="177" y="128"/>
                  <a:pt x="178" y="127"/>
                  <a:pt x="177" y="126"/>
                </a:cubicBezTo>
                <a:cubicBezTo>
                  <a:pt x="176" y="126"/>
                  <a:pt x="174" y="125"/>
                  <a:pt x="172" y="127"/>
                </a:cubicBezTo>
                <a:cubicBezTo>
                  <a:pt x="171" y="128"/>
                  <a:pt x="167" y="128"/>
                  <a:pt x="164" y="129"/>
                </a:cubicBezTo>
                <a:cubicBezTo>
                  <a:pt x="161" y="130"/>
                  <a:pt x="160" y="130"/>
                  <a:pt x="156" y="130"/>
                </a:cubicBezTo>
                <a:cubicBezTo>
                  <a:pt x="152" y="130"/>
                  <a:pt x="148" y="131"/>
                  <a:pt x="145" y="130"/>
                </a:cubicBezTo>
                <a:cubicBezTo>
                  <a:pt x="142" y="128"/>
                  <a:pt x="142" y="130"/>
                  <a:pt x="140" y="127"/>
                </a:cubicBezTo>
                <a:cubicBezTo>
                  <a:pt x="139" y="124"/>
                  <a:pt x="140" y="124"/>
                  <a:pt x="137" y="123"/>
                </a:cubicBezTo>
                <a:cubicBezTo>
                  <a:pt x="134" y="121"/>
                  <a:pt x="134" y="122"/>
                  <a:pt x="133" y="119"/>
                </a:cubicBezTo>
                <a:cubicBezTo>
                  <a:pt x="133" y="116"/>
                  <a:pt x="135" y="117"/>
                  <a:pt x="132" y="114"/>
                </a:cubicBezTo>
                <a:cubicBezTo>
                  <a:pt x="130" y="112"/>
                  <a:pt x="134" y="116"/>
                  <a:pt x="130" y="112"/>
                </a:cubicBezTo>
                <a:cubicBezTo>
                  <a:pt x="127" y="108"/>
                  <a:pt x="125" y="111"/>
                  <a:pt x="127" y="108"/>
                </a:cubicBezTo>
                <a:cubicBezTo>
                  <a:pt x="128" y="105"/>
                  <a:pt x="129" y="106"/>
                  <a:pt x="129" y="103"/>
                </a:cubicBezTo>
                <a:cubicBezTo>
                  <a:pt x="129" y="99"/>
                  <a:pt x="135" y="104"/>
                  <a:pt x="131" y="96"/>
                </a:cubicBezTo>
                <a:cubicBezTo>
                  <a:pt x="128" y="88"/>
                  <a:pt x="127" y="90"/>
                  <a:pt x="130" y="84"/>
                </a:cubicBezTo>
                <a:cubicBezTo>
                  <a:pt x="133" y="78"/>
                  <a:pt x="138" y="76"/>
                  <a:pt x="138" y="75"/>
                </a:cubicBezTo>
                <a:cubicBezTo>
                  <a:pt x="139" y="74"/>
                  <a:pt x="140" y="70"/>
                  <a:pt x="142" y="69"/>
                </a:cubicBezTo>
                <a:cubicBezTo>
                  <a:pt x="143" y="68"/>
                  <a:pt x="142" y="67"/>
                  <a:pt x="145" y="68"/>
                </a:cubicBezTo>
                <a:cubicBezTo>
                  <a:pt x="148" y="68"/>
                  <a:pt x="151" y="67"/>
                  <a:pt x="153" y="65"/>
                </a:cubicBezTo>
                <a:cubicBezTo>
                  <a:pt x="155" y="63"/>
                  <a:pt x="158" y="60"/>
                  <a:pt x="159" y="60"/>
                </a:cubicBezTo>
                <a:cubicBezTo>
                  <a:pt x="160" y="59"/>
                  <a:pt x="160" y="60"/>
                  <a:pt x="163" y="59"/>
                </a:cubicBezTo>
                <a:cubicBezTo>
                  <a:pt x="166" y="59"/>
                  <a:pt x="166" y="58"/>
                  <a:pt x="168" y="58"/>
                </a:cubicBezTo>
                <a:cubicBezTo>
                  <a:pt x="170" y="58"/>
                  <a:pt x="166" y="59"/>
                  <a:pt x="172" y="58"/>
                </a:cubicBezTo>
                <a:cubicBezTo>
                  <a:pt x="177" y="57"/>
                  <a:pt x="176" y="57"/>
                  <a:pt x="177" y="57"/>
                </a:cubicBezTo>
                <a:cubicBezTo>
                  <a:pt x="179" y="57"/>
                  <a:pt x="178" y="57"/>
                  <a:pt x="180" y="58"/>
                </a:cubicBezTo>
                <a:cubicBezTo>
                  <a:pt x="183" y="58"/>
                  <a:pt x="182" y="53"/>
                  <a:pt x="183" y="58"/>
                </a:cubicBezTo>
                <a:cubicBezTo>
                  <a:pt x="183" y="63"/>
                  <a:pt x="181" y="65"/>
                  <a:pt x="185" y="65"/>
                </a:cubicBezTo>
                <a:cubicBezTo>
                  <a:pt x="189" y="66"/>
                  <a:pt x="185" y="66"/>
                  <a:pt x="189" y="66"/>
                </a:cubicBezTo>
                <a:cubicBezTo>
                  <a:pt x="192" y="66"/>
                  <a:pt x="191" y="66"/>
                  <a:pt x="193" y="67"/>
                </a:cubicBezTo>
                <a:cubicBezTo>
                  <a:pt x="195" y="68"/>
                  <a:pt x="196" y="70"/>
                  <a:pt x="199" y="70"/>
                </a:cubicBezTo>
                <a:cubicBezTo>
                  <a:pt x="202" y="70"/>
                  <a:pt x="198" y="74"/>
                  <a:pt x="202" y="70"/>
                </a:cubicBezTo>
                <a:cubicBezTo>
                  <a:pt x="207" y="65"/>
                  <a:pt x="199" y="65"/>
                  <a:pt x="207" y="65"/>
                </a:cubicBezTo>
                <a:cubicBezTo>
                  <a:pt x="214" y="66"/>
                  <a:pt x="215" y="68"/>
                  <a:pt x="216" y="67"/>
                </a:cubicBezTo>
                <a:cubicBezTo>
                  <a:pt x="218" y="66"/>
                  <a:pt x="218" y="68"/>
                  <a:pt x="221" y="66"/>
                </a:cubicBezTo>
                <a:cubicBezTo>
                  <a:pt x="225" y="65"/>
                  <a:pt x="225" y="65"/>
                  <a:pt x="226" y="65"/>
                </a:cubicBezTo>
                <a:cubicBezTo>
                  <a:pt x="228" y="66"/>
                  <a:pt x="228" y="69"/>
                  <a:pt x="229" y="66"/>
                </a:cubicBezTo>
                <a:cubicBezTo>
                  <a:pt x="230" y="63"/>
                  <a:pt x="233" y="64"/>
                  <a:pt x="229" y="62"/>
                </a:cubicBezTo>
                <a:cubicBezTo>
                  <a:pt x="225" y="60"/>
                  <a:pt x="224" y="62"/>
                  <a:pt x="223" y="60"/>
                </a:cubicBezTo>
                <a:cubicBezTo>
                  <a:pt x="222" y="57"/>
                  <a:pt x="226" y="58"/>
                  <a:pt x="222" y="57"/>
                </a:cubicBezTo>
                <a:cubicBezTo>
                  <a:pt x="218" y="56"/>
                  <a:pt x="219" y="56"/>
                  <a:pt x="216" y="55"/>
                </a:cubicBezTo>
                <a:cubicBezTo>
                  <a:pt x="213" y="54"/>
                  <a:pt x="210" y="58"/>
                  <a:pt x="209" y="55"/>
                </a:cubicBezTo>
                <a:cubicBezTo>
                  <a:pt x="208" y="52"/>
                  <a:pt x="203" y="57"/>
                  <a:pt x="208" y="52"/>
                </a:cubicBezTo>
                <a:cubicBezTo>
                  <a:pt x="214" y="47"/>
                  <a:pt x="211" y="45"/>
                  <a:pt x="215" y="46"/>
                </a:cubicBezTo>
                <a:cubicBezTo>
                  <a:pt x="219" y="47"/>
                  <a:pt x="218" y="51"/>
                  <a:pt x="220" y="49"/>
                </a:cubicBezTo>
                <a:cubicBezTo>
                  <a:pt x="222" y="47"/>
                  <a:pt x="227" y="45"/>
                  <a:pt x="222" y="43"/>
                </a:cubicBezTo>
                <a:cubicBezTo>
                  <a:pt x="218" y="40"/>
                  <a:pt x="221" y="41"/>
                  <a:pt x="217" y="39"/>
                </a:cubicBezTo>
                <a:cubicBezTo>
                  <a:pt x="212" y="37"/>
                  <a:pt x="209" y="46"/>
                  <a:pt x="207" y="45"/>
                </a:cubicBezTo>
                <a:cubicBezTo>
                  <a:pt x="205" y="44"/>
                  <a:pt x="204" y="43"/>
                  <a:pt x="202" y="44"/>
                </a:cubicBezTo>
                <a:cubicBezTo>
                  <a:pt x="201" y="44"/>
                  <a:pt x="201" y="48"/>
                  <a:pt x="201" y="50"/>
                </a:cubicBezTo>
                <a:cubicBezTo>
                  <a:pt x="200" y="53"/>
                  <a:pt x="203" y="54"/>
                  <a:pt x="199" y="52"/>
                </a:cubicBezTo>
                <a:cubicBezTo>
                  <a:pt x="194" y="50"/>
                  <a:pt x="203" y="51"/>
                  <a:pt x="194" y="47"/>
                </a:cubicBezTo>
                <a:cubicBezTo>
                  <a:pt x="184" y="44"/>
                  <a:pt x="181" y="44"/>
                  <a:pt x="180" y="46"/>
                </a:cubicBezTo>
                <a:cubicBezTo>
                  <a:pt x="178" y="47"/>
                  <a:pt x="176" y="47"/>
                  <a:pt x="175" y="48"/>
                </a:cubicBezTo>
                <a:cubicBezTo>
                  <a:pt x="174" y="49"/>
                  <a:pt x="178" y="51"/>
                  <a:pt x="174" y="49"/>
                </a:cubicBezTo>
                <a:cubicBezTo>
                  <a:pt x="170" y="46"/>
                  <a:pt x="167" y="50"/>
                  <a:pt x="167" y="50"/>
                </a:cubicBezTo>
                <a:cubicBezTo>
                  <a:pt x="167" y="50"/>
                  <a:pt x="165" y="49"/>
                  <a:pt x="164" y="51"/>
                </a:cubicBezTo>
                <a:cubicBezTo>
                  <a:pt x="162" y="52"/>
                  <a:pt x="159" y="53"/>
                  <a:pt x="157" y="52"/>
                </a:cubicBezTo>
                <a:cubicBezTo>
                  <a:pt x="155" y="52"/>
                  <a:pt x="150" y="53"/>
                  <a:pt x="154" y="48"/>
                </a:cubicBezTo>
                <a:cubicBezTo>
                  <a:pt x="158" y="44"/>
                  <a:pt x="155" y="46"/>
                  <a:pt x="161" y="44"/>
                </a:cubicBezTo>
                <a:cubicBezTo>
                  <a:pt x="166" y="42"/>
                  <a:pt x="174" y="42"/>
                  <a:pt x="167" y="40"/>
                </a:cubicBezTo>
                <a:cubicBezTo>
                  <a:pt x="160" y="38"/>
                  <a:pt x="171" y="38"/>
                  <a:pt x="162" y="34"/>
                </a:cubicBezTo>
                <a:cubicBezTo>
                  <a:pt x="152" y="29"/>
                  <a:pt x="152" y="35"/>
                  <a:pt x="152" y="29"/>
                </a:cubicBezTo>
                <a:cubicBezTo>
                  <a:pt x="152" y="23"/>
                  <a:pt x="151" y="23"/>
                  <a:pt x="149" y="23"/>
                </a:cubicBezTo>
                <a:cubicBezTo>
                  <a:pt x="148" y="23"/>
                  <a:pt x="142" y="24"/>
                  <a:pt x="139" y="25"/>
                </a:cubicBezTo>
                <a:cubicBezTo>
                  <a:pt x="137" y="25"/>
                  <a:pt x="140" y="27"/>
                  <a:pt x="135" y="24"/>
                </a:cubicBezTo>
                <a:cubicBezTo>
                  <a:pt x="131" y="22"/>
                  <a:pt x="129" y="26"/>
                  <a:pt x="131" y="22"/>
                </a:cubicBezTo>
                <a:cubicBezTo>
                  <a:pt x="133" y="18"/>
                  <a:pt x="133" y="17"/>
                  <a:pt x="136" y="15"/>
                </a:cubicBezTo>
                <a:cubicBezTo>
                  <a:pt x="138" y="13"/>
                  <a:pt x="138" y="4"/>
                  <a:pt x="144" y="7"/>
                </a:cubicBezTo>
                <a:cubicBezTo>
                  <a:pt x="151" y="11"/>
                  <a:pt x="148" y="10"/>
                  <a:pt x="153" y="10"/>
                </a:cubicBezTo>
                <a:cubicBezTo>
                  <a:pt x="159" y="10"/>
                  <a:pt x="161" y="9"/>
                  <a:pt x="161" y="8"/>
                </a:cubicBezTo>
                <a:cubicBezTo>
                  <a:pt x="161" y="7"/>
                  <a:pt x="155" y="4"/>
                  <a:pt x="155" y="4"/>
                </a:cubicBezTo>
                <a:cubicBezTo>
                  <a:pt x="155" y="4"/>
                  <a:pt x="153" y="5"/>
                  <a:pt x="154" y="4"/>
                </a:cubicBezTo>
                <a:cubicBezTo>
                  <a:pt x="154" y="3"/>
                  <a:pt x="156" y="1"/>
                  <a:pt x="156" y="1"/>
                </a:cubicBezTo>
                <a:cubicBezTo>
                  <a:pt x="154" y="0"/>
                  <a:pt x="154" y="0"/>
                  <a:pt x="154" y="0"/>
                </a:cubicBezTo>
                <a:cubicBezTo>
                  <a:pt x="154" y="0"/>
                  <a:pt x="135" y="0"/>
                  <a:pt x="131" y="1"/>
                </a:cubicBez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64"/>
          <p:cNvSpPr>
            <a:spLocks noEditPoints="1"/>
          </p:cNvSpPr>
          <p:nvPr/>
        </p:nvSpPr>
        <p:spPr bwMode="auto">
          <a:xfrm>
            <a:off x="8157704" y="4962418"/>
            <a:ext cx="406173" cy="412661"/>
          </a:xfrm>
          <a:custGeom>
            <a:avLst/>
            <a:gdLst>
              <a:gd name="T0" fmla="*/ 146 w 229"/>
              <a:gd name="T1" fmla="*/ 112 h 232"/>
              <a:gd name="T2" fmla="*/ 141 w 229"/>
              <a:gd name="T3" fmla="*/ 99 h 232"/>
              <a:gd name="T4" fmla="*/ 141 w 229"/>
              <a:gd name="T5" fmla="*/ 45 h 232"/>
              <a:gd name="T6" fmla="*/ 147 w 229"/>
              <a:gd name="T7" fmla="*/ 38 h 232"/>
              <a:gd name="T8" fmla="*/ 148 w 229"/>
              <a:gd name="T9" fmla="*/ 38 h 232"/>
              <a:gd name="T10" fmla="*/ 148 w 229"/>
              <a:gd name="T11" fmla="*/ 14 h 232"/>
              <a:gd name="T12" fmla="*/ 147 w 229"/>
              <a:gd name="T13" fmla="*/ 14 h 232"/>
              <a:gd name="T14" fmla="*/ 147 w 229"/>
              <a:gd name="T15" fmla="*/ 13 h 232"/>
              <a:gd name="T16" fmla="*/ 114 w 229"/>
              <a:gd name="T17" fmla="*/ 0 h 232"/>
              <a:gd name="T18" fmla="*/ 81 w 229"/>
              <a:gd name="T19" fmla="*/ 13 h 232"/>
              <a:gd name="T20" fmla="*/ 81 w 229"/>
              <a:gd name="T21" fmla="*/ 14 h 232"/>
              <a:gd name="T22" fmla="*/ 80 w 229"/>
              <a:gd name="T23" fmla="*/ 14 h 232"/>
              <a:gd name="T24" fmla="*/ 80 w 229"/>
              <a:gd name="T25" fmla="*/ 38 h 232"/>
              <a:gd name="T26" fmla="*/ 81 w 229"/>
              <a:gd name="T27" fmla="*/ 38 h 232"/>
              <a:gd name="T28" fmla="*/ 90 w 229"/>
              <a:gd name="T29" fmla="*/ 45 h 232"/>
              <a:gd name="T30" fmla="*/ 90 w 229"/>
              <a:gd name="T31" fmla="*/ 99 h 232"/>
              <a:gd name="T32" fmla="*/ 83 w 229"/>
              <a:gd name="T33" fmla="*/ 112 h 232"/>
              <a:gd name="T34" fmla="*/ 30 w 229"/>
              <a:gd name="T35" fmla="*/ 213 h 232"/>
              <a:gd name="T36" fmla="*/ 114 w 229"/>
              <a:gd name="T37" fmla="*/ 231 h 232"/>
              <a:gd name="T38" fmla="*/ 198 w 229"/>
              <a:gd name="T39" fmla="*/ 213 h 232"/>
              <a:gd name="T40" fmla="*/ 146 w 229"/>
              <a:gd name="T41" fmla="*/ 112 h 232"/>
              <a:gd name="T42" fmla="*/ 144 w 229"/>
              <a:gd name="T43" fmla="*/ 213 h 232"/>
              <a:gd name="T44" fmla="*/ 181 w 229"/>
              <a:gd name="T45" fmla="*/ 188 h 232"/>
              <a:gd name="T46" fmla="*/ 150 w 229"/>
              <a:gd name="T47" fmla="*/ 134 h 232"/>
              <a:gd name="T48" fmla="*/ 193 w 229"/>
              <a:gd name="T49" fmla="*/ 191 h 232"/>
              <a:gd name="T50" fmla="*/ 144 w 229"/>
              <a:gd name="T51" fmla="*/ 213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9" h="232">
                <a:moveTo>
                  <a:pt x="146" y="112"/>
                </a:moveTo>
                <a:cubicBezTo>
                  <a:pt x="146" y="112"/>
                  <a:pt x="141" y="109"/>
                  <a:pt x="141" y="99"/>
                </a:cubicBezTo>
                <a:cubicBezTo>
                  <a:pt x="141" y="90"/>
                  <a:pt x="141" y="56"/>
                  <a:pt x="141" y="45"/>
                </a:cubicBezTo>
                <a:cubicBezTo>
                  <a:pt x="144" y="43"/>
                  <a:pt x="146" y="40"/>
                  <a:pt x="147" y="38"/>
                </a:cubicBezTo>
                <a:cubicBezTo>
                  <a:pt x="148" y="38"/>
                  <a:pt x="148" y="38"/>
                  <a:pt x="148" y="38"/>
                </a:cubicBezTo>
                <a:cubicBezTo>
                  <a:pt x="148" y="14"/>
                  <a:pt x="148" y="14"/>
                  <a:pt x="148" y="14"/>
                </a:cubicBezTo>
                <a:cubicBezTo>
                  <a:pt x="147" y="14"/>
                  <a:pt x="147" y="14"/>
                  <a:pt x="147" y="14"/>
                </a:cubicBezTo>
                <a:cubicBezTo>
                  <a:pt x="147" y="14"/>
                  <a:pt x="147" y="13"/>
                  <a:pt x="147" y="13"/>
                </a:cubicBezTo>
                <a:cubicBezTo>
                  <a:pt x="147" y="6"/>
                  <a:pt x="132" y="0"/>
                  <a:pt x="114" y="0"/>
                </a:cubicBezTo>
                <a:cubicBezTo>
                  <a:pt x="95" y="0"/>
                  <a:pt x="81" y="6"/>
                  <a:pt x="81" y="13"/>
                </a:cubicBezTo>
                <a:cubicBezTo>
                  <a:pt x="81" y="13"/>
                  <a:pt x="81" y="14"/>
                  <a:pt x="81" y="14"/>
                </a:cubicBezTo>
                <a:cubicBezTo>
                  <a:pt x="80" y="14"/>
                  <a:pt x="80" y="14"/>
                  <a:pt x="80" y="14"/>
                </a:cubicBezTo>
                <a:cubicBezTo>
                  <a:pt x="80" y="38"/>
                  <a:pt x="80" y="38"/>
                  <a:pt x="80" y="38"/>
                </a:cubicBezTo>
                <a:cubicBezTo>
                  <a:pt x="81" y="38"/>
                  <a:pt x="81" y="38"/>
                  <a:pt x="81" y="38"/>
                </a:cubicBezTo>
                <a:cubicBezTo>
                  <a:pt x="81" y="40"/>
                  <a:pt x="83" y="43"/>
                  <a:pt x="90" y="45"/>
                </a:cubicBezTo>
                <a:cubicBezTo>
                  <a:pt x="90" y="57"/>
                  <a:pt x="90" y="90"/>
                  <a:pt x="90" y="99"/>
                </a:cubicBezTo>
                <a:cubicBezTo>
                  <a:pt x="90" y="109"/>
                  <a:pt x="83" y="112"/>
                  <a:pt x="83" y="112"/>
                </a:cubicBezTo>
                <a:cubicBezTo>
                  <a:pt x="71" y="119"/>
                  <a:pt x="0" y="191"/>
                  <a:pt x="30" y="213"/>
                </a:cubicBezTo>
                <a:cubicBezTo>
                  <a:pt x="58" y="232"/>
                  <a:pt x="105" y="231"/>
                  <a:pt x="114" y="231"/>
                </a:cubicBezTo>
                <a:cubicBezTo>
                  <a:pt x="123" y="231"/>
                  <a:pt x="170" y="232"/>
                  <a:pt x="198" y="213"/>
                </a:cubicBezTo>
                <a:cubicBezTo>
                  <a:pt x="229" y="191"/>
                  <a:pt x="159" y="119"/>
                  <a:pt x="146" y="112"/>
                </a:cubicBezTo>
                <a:close/>
                <a:moveTo>
                  <a:pt x="144" y="213"/>
                </a:moveTo>
                <a:cubicBezTo>
                  <a:pt x="144" y="213"/>
                  <a:pt x="180" y="207"/>
                  <a:pt x="181" y="188"/>
                </a:cubicBezTo>
                <a:cubicBezTo>
                  <a:pt x="183" y="169"/>
                  <a:pt x="150" y="134"/>
                  <a:pt x="150" y="134"/>
                </a:cubicBezTo>
                <a:cubicBezTo>
                  <a:pt x="150" y="134"/>
                  <a:pt x="193" y="168"/>
                  <a:pt x="193" y="191"/>
                </a:cubicBezTo>
                <a:cubicBezTo>
                  <a:pt x="192" y="213"/>
                  <a:pt x="144" y="213"/>
                  <a:pt x="144" y="213"/>
                </a:cubicBez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65"/>
          <p:cNvSpPr>
            <a:spLocks/>
          </p:cNvSpPr>
          <p:nvPr/>
        </p:nvSpPr>
        <p:spPr bwMode="auto">
          <a:xfrm>
            <a:off x="6796441" y="5279051"/>
            <a:ext cx="273810" cy="275107"/>
          </a:xfrm>
          <a:custGeom>
            <a:avLst/>
            <a:gdLst>
              <a:gd name="T0" fmla="*/ 113 w 154"/>
              <a:gd name="T1" fmla="*/ 8 h 155"/>
              <a:gd name="T2" fmla="*/ 144 w 154"/>
              <a:gd name="T3" fmla="*/ 69 h 155"/>
              <a:gd name="T4" fmla="*/ 68 w 154"/>
              <a:gd name="T5" fmla="*/ 145 h 155"/>
              <a:gd name="T6" fmla="*/ 7 w 154"/>
              <a:gd name="T7" fmla="*/ 115 h 155"/>
              <a:gd name="T8" fmla="*/ 0 w 154"/>
              <a:gd name="T9" fmla="*/ 121 h 155"/>
              <a:gd name="T10" fmla="*/ 68 w 154"/>
              <a:gd name="T11" fmla="*/ 155 h 155"/>
              <a:gd name="T12" fmla="*/ 154 w 154"/>
              <a:gd name="T13" fmla="*/ 69 h 155"/>
              <a:gd name="T14" fmla="*/ 119 w 154"/>
              <a:gd name="T15" fmla="*/ 0 h 155"/>
              <a:gd name="T16" fmla="*/ 113 w 154"/>
              <a:gd name="T17" fmla="*/ 8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55">
                <a:moveTo>
                  <a:pt x="113" y="8"/>
                </a:moveTo>
                <a:cubicBezTo>
                  <a:pt x="132" y="22"/>
                  <a:pt x="144" y="44"/>
                  <a:pt x="144" y="69"/>
                </a:cubicBezTo>
                <a:cubicBezTo>
                  <a:pt x="144" y="111"/>
                  <a:pt x="110" y="145"/>
                  <a:pt x="68" y="145"/>
                </a:cubicBezTo>
                <a:cubicBezTo>
                  <a:pt x="43" y="145"/>
                  <a:pt x="21" y="133"/>
                  <a:pt x="7" y="115"/>
                </a:cubicBezTo>
                <a:cubicBezTo>
                  <a:pt x="0" y="121"/>
                  <a:pt x="0" y="121"/>
                  <a:pt x="0" y="121"/>
                </a:cubicBezTo>
                <a:cubicBezTo>
                  <a:pt x="15" y="142"/>
                  <a:pt x="40" y="155"/>
                  <a:pt x="68" y="155"/>
                </a:cubicBezTo>
                <a:cubicBezTo>
                  <a:pt x="116" y="155"/>
                  <a:pt x="154" y="117"/>
                  <a:pt x="154" y="69"/>
                </a:cubicBezTo>
                <a:cubicBezTo>
                  <a:pt x="154" y="41"/>
                  <a:pt x="140" y="15"/>
                  <a:pt x="119" y="0"/>
                </a:cubicBezTo>
                <a:lnTo>
                  <a:pt x="113" y="8"/>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66"/>
          <p:cNvSpPr>
            <a:spLocks noEditPoints="1"/>
          </p:cNvSpPr>
          <p:nvPr/>
        </p:nvSpPr>
        <p:spPr bwMode="auto">
          <a:xfrm>
            <a:off x="6799036" y="5282944"/>
            <a:ext cx="241368" cy="242666"/>
          </a:xfrm>
          <a:custGeom>
            <a:avLst/>
            <a:gdLst>
              <a:gd name="T0" fmla="*/ 68 w 136"/>
              <a:gd name="T1" fmla="*/ 0 h 137"/>
              <a:gd name="T2" fmla="*/ 0 w 136"/>
              <a:gd name="T3" fmla="*/ 69 h 137"/>
              <a:gd name="T4" fmla="*/ 68 w 136"/>
              <a:gd name="T5" fmla="*/ 137 h 137"/>
              <a:gd name="T6" fmla="*/ 136 w 136"/>
              <a:gd name="T7" fmla="*/ 69 h 137"/>
              <a:gd name="T8" fmla="*/ 68 w 136"/>
              <a:gd name="T9" fmla="*/ 0 h 137"/>
              <a:gd name="T10" fmla="*/ 68 w 136"/>
              <a:gd name="T11" fmla="*/ 134 h 137"/>
              <a:gd name="T12" fmla="*/ 3 w 136"/>
              <a:gd name="T13" fmla="*/ 69 h 137"/>
              <a:gd name="T14" fmla="*/ 68 w 136"/>
              <a:gd name="T15" fmla="*/ 4 h 137"/>
              <a:gd name="T16" fmla="*/ 133 w 136"/>
              <a:gd name="T17" fmla="*/ 69 h 137"/>
              <a:gd name="T18" fmla="*/ 68 w 136"/>
              <a:gd name="T19" fmla="*/ 134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6" h="137">
                <a:moveTo>
                  <a:pt x="68" y="0"/>
                </a:moveTo>
                <a:cubicBezTo>
                  <a:pt x="30" y="0"/>
                  <a:pt x="0" y="31"/>
                  <a:pt x="0" y="69"/>
                </a:cubicBezTo>
                <a:cubicBezTo>
                  <a:pt x="0" y="106"/>
                  <a:pt x="30" y="137"/>
                  <a:pt x="68" y="137"/>
                </a:cubicBezTo>
                <a:cubicBezTo>
                  <a:pt x="106" y="137"/>
                  <a:pt x="136" y="106"/>
                  <a:pt x="136" y="69"/>
                </a:cubicBezTo>
                <a:cubicBezTo>
                  <a:pt x="136" y="31"/>
                  <a:pt x="106" y="0"/>
                  <a:pt x="68" y="0"/>
                </a:cubicBezTo>
                <a:close/>
                <a:moveTo>
                  <a:pt x="68" y="134"/>
                </a:moveTo>
                <a:cubicBezTo>
                  <a:pt x="32" y="134"/>
                  <a:pt x="3" y="105"/>
                  <a:pt x="3" y="69"/>
                </a:cubicBezTo>
                <a:cubicBezTo>
                  <a:pt x="3" y="33"/>
                  <a:pt x="32" y="4"/>
                  <a:pt x="68" y="4"/>
                </a:cubicBezTo>
                <a:cubicBezTo>
                  <a:pt x="104" y="4"/>
                  <a:pt x="133" y="33"/>
                  <a:pt x="133" y="69"/>
                </a:cubicBezTo>
                <a:cubicBezTo>
                  <a:pt x="133" y="105"/>
                  <a:pt x="104" y="134"/>
                  <a:pt x="68" y="134"/>
                </a:cubicBez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67"/>
          <p:cNvSpPr>
            <a:spLocks/>
          </p:cNvSpPr>
          <p:nvPr/>
        </p:nvSpPr>
        <p:spPr bwMode="auto">
          <a:xfrm>
            <a:off x="6791250" y="5288135"/>
            <a:ext cx="272512" cy="237475"/>
          </a:xfrm>
          <a:custGeom>
            <a:avLst/>
            <a:gdLst>
              <a:gd name="T0" fmla="*/ 44 w 153"/>
              <a:gd name="T1" fmla="*/ 11 h 134"/>
              <a:gd name="T2" fmla="*/ 42 w 153"/>
              <a:gd name="T3" fmla="*/ 16 h 134"/>
              <a:gd name="T4" fmla="*/ 39 w 153"/>
              <a:gd name="T5" fmla="*/ 20 h 134"/>
              <a:gd name="T6" fmla="*/ 36 w 153"/>
              <a:gd name="T7" fmla="*/ 17 h 134"/>
              <a:gd name="T8" fmla="*/ 35 w 153"/>
              <a:gd name="T9" fmla="*/ 22 h 134"/>
              <a:gd name="T10" fmla="*/ 29 w 153"/>
              <a:gd name="T11" fmla="*/ 23 h 134"/>
              <a:gd name="T12" fmla="*/ 24 w 153"/>
              <a:gd name="T13" fmla="*/ 28 h 134"/>
              <a:gd name="T14" fmla="*/ 18 w 153"/>
              <a:gd name="T15" fmla="*/ 36 h 134"/>
              <a:gd name="T16" fmla="*/ 15 w 153"/>
              <a:gd name="T17" fmla="*/ 41 h 134"/>
              <a:gd name="T18" fmla="*/ 18 w 153"/>
              <a:gd name="T19" fmla="*/ 45 h 134"/>
              <a:gd name="T20" fmla="*/ 19 w 153"/>
              <a:gd name="T21" fmla="*/ 47 h 134"/>
              <a:gd name="T22" fmla="*/ 15 w 153"/>
              <a:gd name="T23" fmla="*/ 44 h 134"/>
              <a:gd name="T24" fmla="*/ 13 w 153"/>
              <a:gd name="T25" fmla="*/ 41 h 134"/>
              <a:gd name="T26" fmla="*/ 11 w 153"/>
              <a:gd name="T27" fmla="*/ 46 h 134"/>
              <a:gd name="T28" fmla="*/ 12 w 153"/>
              <a:gd name="T29" fmla="*/ 56 h 134"/>
              <a:gd name="T30" fmla="*/ 17 w 153"/>
              <a:gd name="T31" fmla="*/ 54 h 134"/>
              <a:gd name="T32" fmla="*/ 22 w 153"/>
              <a:gd name="T33" fmla="*/ 60 h 134"/>
              <a:gd name="T34" fmla="*/ 28 w 153"/>
              <a:gd name="T35" fmla="*/ 66 h 134"/>
              <a:gd name="T36" fmla="*/ 34 w 153"/>
              <a:gd name="T37" fmla="*/ 71 h 134"/>
              <a:gd name="T38" fmla="*/ 41 w 153"/>
              <a:gd name="T39" fmla="*/ 79 h 134"/>
              <a:gd name="T40" fmla="*/ 39 w 153"/>
              <a:gd name="T41" fmla="*/ 91 h 134"/>
              <a:gd name="T42" fmla="*/ 33 w 153"/>
              <a:gd name="T43" fmla="*/ 105 h 134"/>
              <a:gd name="T44" fmla="*/ 35 w 153"/>
              <a:gd name="T45" fmla="*/ 114 h 134"/>
              <a:gd name="T46" fmla="*/ 31 w 153"/>
              <a:gd name="T47" fmla="*/ 115 h 134"/>
              <a:gd name="T48" fmla="*/ 22 w 153"/>
              <a:gd name="T49" fmla="*/ 100 h 134"/>
              <a:gd name="T50" fmla="*/ 11 w 153"/>
              <a:gd name="T51" fmla="*/ 76 h 134"/>
              <a:gd name="T52" fmla="*/ 8 w 153"/>
              <a:gd name="T53" fmla="*/ 59 h 134"/>
              <a:gd name="T54" fmla="*/ 50 w 153"/>
              <a:gd name="T55" fmla="*/ 123 h 134"/>
              <a:gd name="T56" fmla="*/ 60 w 153"/>
              <a:gd name="T57" fmla="*/ 122 h 134"/>
              <a:gd name="T58" fmla="*/ 74 w 153"/>
              <a:gd name="T59" fmla="*/ 120 h 134"/>
              <a:gd name="T60" fmla="*/ 73 w 153"/>
              <a:gd name="T61" fmla="*/ 126 h 134"/>
              <a:gd name="T62" fmla="*/ 81 w 153"/>
              <a:gd name="T63" fmla="*/ 125 h 134"/>
              <a:gd name="T64" fmla="*/ 93 w 153"/>
              <a:gd name="T65" fmla="*/ 124 h 134"/>
              <a:gd name="T66" fmla="*/ 92 w 153"/>
              <a:gd name="T67" fmla="*/ 2 h 134"/>
              <a:gd name="T68" fmla="*/ 133 w 153"/>
              <a:gd name="T69" fmla="*/ 43 h 134"/>
              <a:gd name="T70" fmla="*/ 127 w 153"/>
              <a:gd name="T71" fmla="*/ 39 h 134"/>
              <a:gd name="T72" fmla="*/ 122 w 153"/>
              <a:gd name="T73" fmla="*/ 50 h 134"/>
              <a:gd name="T74" fmla="*/ 114 w 153"/>
              <a:gd name="T75" fmla="*/ 40 h 134"/>
              <a:gd name="T76" fmla="*/ 118 w 153"/>
              <a:gd name="T77" fmla="*/ 50 h 134"/>
              <a:gd name="T78" fmla="*/ 125 w 153"/>
              <a:gd name="T79" fmla="*/ 53 h 134"/>
              <a:gd name="T80" fmla="*/ 122 w 153"/>
              <a:gd name="T81" fmla="*/ 68 h 134"/>
              <a:gd name="T82" fmla="*/ 118 w 153"/>
              <a:gd name="T83" fmla="*/ 83 h 134"/>
              <a:gd name="T84" fmla="*/ 113 w 153"/>
              <a:gd name="T85" fmla="*/ 92 h 134"/>
              <a:gd name="T86" fmla="*/ 99 w 153"/>
              <a:gd name="T87" fmla="*/ 104 h 134"/>
              <a:gd name="T88" fmla="*/ 95 w 153"/>
              <a:gd name="T89" fmla="*/ 94 h 134"/>
              <a:gd name="T90" fmla="*/ 96 w 153"/>
              <a:gd name="T91" fmla="*/ 81 h 134"/>
              <a:gd name="T92" fmla="*/ 91 w 153"/>
              <a:gd name="T93" fmla="*/ 68 h 134"/>
              <a:gd name="T94" fmla="*/ 84 w 153"/>
              <a:gd name="T95" fmla="*/ 60 h 134"/>
              <a:gd name="T96" fmla="*/ 67 w 153"/>
              <a:gd name="T97" fmla="*/ 61 h 134"/>
              <a:gd name="T98" fmla="*/ 60 w 153"/>
              <a:gd name="T99" fmla="*/ 52 h 134"/>
              <a:gd name="T100" fmla="*/ 68 w 153"/>
              <a:gd name="T101" fmla="*/ 33 h 134"/>
              <a:gd name="T102" fmla="*/ 80 w 153"/>
              <a:gd name="T103" fmla="*/ 28 h 134"/>
              <a:gd name="T104" fmla="*/ 88 w 153"/>
              <a:gd name="T105" fmla="*/ 31 h 134"/>
              <a:gd name="T106" fmla="*/ 98 w 153"/>
              <a:gd name="T107" fmla="*/ 31 h 134"/>
              <a:gd name="T108" fmla="*/ 109 w 153"/>
              <a:gd name="T109" fmla="*/ 30 h 134"/>
              <a:gd name="T110" fmla="*/ 99 w 153"/>
              <a:gd name="T111" fmla="*/ 25 h 134"/>
              <a:gd name="T112" fmla="*/ 98 w 153"/>
              <a:gd name="T113" fmla="*/ 22 h 134"/>
              <a:gd name="T114" fmla="*/ 86 w 153"/>
              <a:gd name="T115" fmla="*/ 22 h 134"/>
              <a:gd name="T116" fmla="*/ 75 w 153"/>
              <a:gd name="T117" fmla="*/ 25 h 134"/>
              <a:gd name="T118" fmla="*/ 73 w 153"/>
              <a:gd name="T119" fmla="*/ 14 h 134"/>
              <a:gd name="T120" fmla="*/ 65 w 153"/>
              <a:gd name="T121" fmla="*/ 7 h 134"/>
              <a:gd name="T122" fmla="*/ 73 w 153"/>
              <a:gd name="T123" fmla="*/ 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3" h="134">
                <a:moveTo>
                  <a:pt x="62" y="1"/>
                </a:moveTo>
                <a:cubicBezTo>
                  <a:pt x="62" y="1"/>
                  <a:pt x="39" y="3"/>
                  <a:pt x="24" y="21"/>
                </a:cubicBezTo>
                <a:cubicBezTo>
                  <a:pt x="24" y="21"/>
                  <a:pt x="36" y="9"/>
                  <a:pt x="43" y="9"/>
                </a:cubicBezTo>
                <a:cubicBezTo>
                  <a:pt x="45" y="10"/>
                  <a:pt x="45" y="10"/>
                  <a:pt x="45" y="10"/>
                </a:cubicBezTo>
                <a:cubicBezTo>
                  <a:pt x="45" y="10"/>
                  <a:pt x="45" y="10"/>
                  <a:pt x="44" y="11"/>
                </a:cubicBezTo>
                <a:cubicBezTo>
                  <a:pt x="44" y="11"/>
                  <a:pt x="43" y="12"/>
                  <a:pt x="43" y="12"/>
                </a:cubicBezTo>
                <a:cubicBezTo>
                  <a:pt x="43" y="13"/>
                  <a:pt x="43" y="14"/>
                  <a:pt x="43" y="14"/>
                </a:cubicBezTo>
                <a:cubicBezTo>
                  <a:pt x="43" y="14"/>
                  <a:pt x="43" y="14"/>
                  <a:pt x="43" y="14"/>
                </a:cubicBezTo>
                <a:cubicBezTo>
                  <a:pt x="43" y="14"/>
                  <a:pt x="42" y="15"/>
                  <a:pt x="42" y="15"/>
                </a:cubicBezTo>
                <a:cubicBezTo>
                  <a:pt x="42" y="15"/>
                  <a:pt x="42" y="15"/>
                  <a:pt x="42" y="16"/>
                </a:cubicBezTo>
                <a:cubicBezTo>
                  <a:pt x="42" y="16"/>
                  <a:pt x="42" y="17"/>
                  <a:pt x="42" y="17"/>
                </a:cubicBezTo>
                <a:cubicBezTo>
                  <a:pt x="42" y="18"/>
                  <a:pt x="42" y="18"/>
                  <a:pt x="42" y="18"/>
                </a:cubicBezTo>
                <a:cubicBezTo>
                  <a:pt x="41" y="19"/>
                  <a:pt x="41" y="19"/>
                  <a:pt x="41" y="19"/>
                </a:cubicBezTo>
                <a:cubicBezTo>
                  <a:pt x="40" y="20"/>
                  <a:pt x="40" y="20"/>
                  <a:pt x="40" y="20"/>
                </a:cubicBezTo>
                <a:cubicBezTo>
                  <a:pt x="40" y="20"/>
                  <a:pt x="39" y="20"/>
                  <a:pt x="39" y="20"/>
                </a:cubicBezTo>
                <a:cubicBezTo>
                  <a:pt x="38" y="19"/>
                  <a:pt x="38" y="19"/>
                  <a:pt x="38" y="19"/>
                </a:cubicBezTo>
                <a:cubicBezTo>
                  <a:pt x="39" y="18"/>
                  <a:pt x="39" y="18"/>
                  <a:pt x="39" y="18"/>
                </a:cubicBezTo>
                <a:cubicBezTo>
                  <a:pt x="39" y="18"/>
                  <a:pt x="40" y="17"/>
                  <a:pt x="39" y="17"/>
                </a:cubicBezTo>
                <a:cubicBezTo>
                  <a:pt x="39" y="17"/>
                  <a:pt x="39" y="16"/>
                  <a:pt x="38" y="16"/>
                </a:cubicBezTo>
                <a:cubicBezTo>
                  <a:pt x="37" y="17"/>
                  <a:pt x="36" y="17"/>
                  <a:pt x="36" y="17"/>
                </a:cubicBezTo>
                <a:cubicBezTo>
                  <a:pt x="35" y="18"/>
                  <a:pt x="35" y="18"/>
                  <a:pt x="35" y="18"/>
                </a:cubicBezTo>
                <a:cubicBezTo>
                  <a:pt x="35" y="18"/>
                  <a:pt x="35" y="20"/>
                  <a:pt x="35" y="20"/>
                </a:cubicBezTo>
                <a:cubicBezTo>
                  <a:pt x="35" y="20"/>
                  <a:pt x="36" y="20"/>
                  <a:pt x="36" y="20"/>
                </a:cubicBezTo>
                <a:cubicBezTo>
                  <a:pt x="36" y="20"/>
                  <a:pt x="36" y="20"/>
                  <a:pt x="36" y="21"/>
                </a:cubicBezTo>
                <a:cubicBezTo>
                  <a:pt x="36" y="21"/>
                  <a:pt x="35" y="22"/>
                  <a:pt x="35" y="22"/>
                </a:cubicBezTo>
                <a:cubicBezTo>
                  <a:pt x="35" y="22"/>
                  <a:pt x="35" y="22"/>
                  <a:pt x="34" y="22"/>
                </a:cubicBezTo>
                <a:cubicBezTo>
                  <a:pt x="34" y="22"/>
                  <a:pt x="33" y="22"/>
                  <a:pt x="33" y="22"/>
                </a:cubicBezTo>
                <a:cubicBezTo>
                  <a:pt x="32" y="22"/>
                  <a:pt x="32" y="21"/>
                  <a:pt x="31" y="22"/>
                </a:cubicBezTo>
                <a:cubicBezTo>
                  <a:pt x="31" y="22"/>
                  <a:pt x="30" y="22"/>
                  <a:pt x="30" y="22"/>
                </a:cubicBezTo>
                <a:cubicBezTo>
                  <a:pt x="30" y="22"/>
                  <a:pt x="29" y="23"/>
                  <a:pt x="29" y="23"/>
                </a:cubicBezTo>
                <a:cubicBezTo>
                  <a:pt x="29" y="23"/>
                  <a:pt x="28" y="23"/>
                  <a:pt x="28" y="24"/>
                </a:cubicBezTo>
                <a:cubicBezTo>
                  <a:pt x="28" y="24"/>
                  <a:pt x="28" y="25"/>
                  <a:pt x="28" y="25"/>
                </a:cubicBezTo>
                <a:cubicBezTo>
                  <a:pt x="28" y="25"/>
                  <a:pt x="27" y="26"/>
                  <a:pt x="26" y="26"/>
                </a:cubicBezTo>
                <a:cubicBezTo>
                  <a:pt x="25" y="26"/>
                  <a:pt x="25" y="27"/>
                  <a:pt x="25" y="27"/>
                </a:cubicBezTo>
                <a:cubicBezTo>
                  <a:pt x="24" y="28"/>
                  <a:pt x="24" y="28"/>
                  <a:pt x="24" y="28"/>
                </a:cubicBezTo>
                <a:cubicBezTo>
                  <a:pt x="24" y="28"/>
                  <a:pt x="24" y="28"/>
                  <a:pt x="23" y="29"/>
                </a:cubicBezTo>
                <a:cubicBezTo>
                  <a:pt x="22" y="30"/>
                  <a:pt x="21" y="31"/>
                  <a:pt x="21" y="31"/>
                </a:cubicBezTo>
                <a:cubicBezTo>
                  <a:pt x="20" y="31"/>
                  <a:pt x="20" y="32"/>
                  <a:pt x="19" y="32"/>
                </a:cubicBezTo>
                <a:cubicBezTo>
                  <a:pt x="19" y="33"/>
                  <a:pt x="19" y="34"/>
                  <a:pt x="19" y="34"/>
                </a:cubicBezTo>
                <a:cubicBezTo>
                  <a:pt x="19" y="35"/>
                  <a:pt x="19" y="35"/>
                  <a:pt x="18" y="36"/>
                </a:cubicBezTo>
                <a:cubicBezTo>
                  <a:pt x="18" y="37"/>
                  <a:pt x="18" y="37"/>
                  <a:pt x="18" y="38"/>
                </a:cubicBezTo>
                <a:cubicBezTo>
                  <a:pt x="17" y="38"/>
                  <a:pt x="17" y="38"/>
                  <a:pt x="17" y="38"/>
                </a:cubicBezTo>
                <a:cubicBezTo>
                  <a:pt x="16" y="39"/>
                  <a:pt x="15" y="39"/>
                  <a:pt x="15" y="39"/>
                </a:cubicBezTo>
                <a:cubicBezTo>
                  <a:pt x="14" y="40"/>
                  <a:pt x="14" y="40"/>
                  <a:pt x="14" y="41"/>
                </a:cubicBezTo>
                <a:cubicBezTo>
                  <a:pt x="14" y="41"/>
                  <a:pt x="15" y="41"/>
                  <a:pt x="15" y="41"/>
                </a:cubicBezTo>
                <a:cubicBezTo>
                  <a:pt x="15" y="41"/>
                  <a:pt x="16" y="42"/>
                  <a:pt x="16" y="42"/>
                </a:cubicBezTo>
                <a:cubicBezTo>
                  <a:pt x="16" y="42"/>
                  <a:pt x="16" y="43"/>
                  <a:pt x="16" y="43"/>
                </a:cubicBezTo>
                <a:cubicBezTo>
                  <a:pt x="16" y="43"/>
                  <a:pt x="15" y="45"/>
                  <a:pt x="16" y="45"/>
                </a:cubicBezTo>
                <a:cubicBezTo>
                  <a:pt x="16" y="45"/>
                  <a:pt x="17" y="45"/>
                  <a:pt x="17" y="45"/>
                </a:cubicBezTo>
                <a:cubicBezTo>
                  <a:pt x="18" y="45"/>
                  <a:pt x="18" y="45"/>
                  <a:pt x="18" y="45"/>
                </a:cubicBezTo>
                <a:cubicBezTo>
                  <a:pt x="19" y="46"/>
                  <a:pt x="19" y="46"/>
                  <a:pt x="19" y="46"/>
                </a:cubicBezTo>
                <a:cubicBezTo>
                  <a:pt x="20" y="46"/>
                  <a:pt x="20" y="46"/>
                  <a:pt x="20" y="46"/>
                </a:cubicBezTo>
                <a:cubicBezTo>
                  <a:pt x="20" y="46"/>
                  <a:pt x="20" y="47"/>
                  <a:pt x="20" y="47"/>
                </a:cubicBezTo>
                <a:cubicBezTo>
                  <a:pt x="19" y="47"/>
                  <a:pt x="19" y="48"/>
                  <a:pt x="19" y="48"/>
                </a:cubicBezTo>
                <a:cubicBezTo>
                  <a:pt x="19" y="48"/>
                  <a:pt x="19" y="48"/>
                  <a:pt x="19" y="47"/>
                </a:cubicBezTo>
                <a:cubicBezTo>
                  <a:pt x="18" y="47"/>
                  <a:pt x="18" y="46"/>
                  <a:pt x="18" y="46"/>
                </a:cubicBezTo>
                <a:cubicBezTo>
                  <a:pt x="17" y="46"/>
                  <a:pt x="17" y="47"/>
                  <a:pt x="16" y="47"/>
                </a:cubicBezTo>
                <a:cubicBezTo>
                  <a:pt x="16" y="46"/>
                  <a:pt x="16" y="46"/>
                  <a:pt x="15" y="46"/>
                </a:cubicBezTo>
                <a:cubicBezTo>
                  <a:pt x="15" y="46"/>
                  <a:pt x="15" y="46"/>
                  <a:pt x="15" y="46"/>
                </a:cubicBezTo>
                <a:cubicBezTo>
                  <a:pt x="15" y="45"/>
                  <a:pt x="15" y="45"/>
                  <a:pt x="15" y="44"/>
                </a:cubicBezTo>
                <a:cubicBezTo>
                  <a:pt x="15" y="44"/>
                  <a:pt x="15" y="43"/>
                  <a:pt x="14" y="43"/>
                </a:cubicBezTo>
                <a:cubicBezTo>
                  <a:pt x="14" y="43"/>
                  <a:pt x="15" y="44"/>
                  <a:pt x="14" y="43"/>
                </a:cubicBezTo>
                <a:cubicBezTo>
                  <a:pt x="14" y="43"/>
                  <a:pt x="13" y="42"/>
                  <a:pt x="13" y="42"/>
                </a:cubicBezTo>
                <a:cubicBezTo>
                  <a:pt x="13" y="43"/>
                  <a:pt x="13" y="43"/>
                  <a:pt x="13" y="42"/>
                </a:cubicBezTo>
                <a:cubicBezTo>
                  <a:pt x="13" y="42"/>
                  <a:pt x="13" y="41"/>
                  <a:pt x="13" y="41"/>
                </a:cubicBezTo>
                <a:cubicBezTo>
                  <a:pt x="13" y="40"/>
                  <a:pt x="13" y="40"/>
                  <a:pt x="13" y="39"/>
                </a:cubicBezTo>
                <a:cubicBezTo>
                  <a:pt x="13" y="39"/>
                  <a:pt x="13" y="37"/>
                  <a:pt x="13" y="37"/>
                </a:cubicBezTo>
                <a:cubicBezTo>
                  <a:pt x="13" y="37"/>
                  <a:pt x="11" y="41"/>
                  <a:pt x="10" y="44"/>
                </a:cubicBezTo>
                <a:cubicBezTo>
                  <a:pt x="10" y="44"/>
                  <a:pt x="11" y="44"/>
                  <a:pt x="11" y="45"/>
                </a:cubicBezTo>
                <a:cubicBezTo>
                  <a:pt x="11" y="45"/>
                  <a:pt x="12" y="46"/>
                  <a:pt x="11" y="46"/>
                </a:cubicBezTo>
                <a:cubicBezTo>
                  <a:pt x="11" y="47"/>
                  <a:pt x="11" y="47"/>
                  <a:pt x="11" y="48"/>
                </a:cubicBezTo>
                <a:cubicBezTo>
                  <a:pt x="11" y="50"/>
                  <a:pt x="12" y="51"/>
                  <a:pt x="12" y="51"/>
                </a:cubicBezTo>
                <a:cubicBezTo>
                  <a:pt x="11" y="52"/>
                  <a:pt x="11" y="52"/>
                  <a:pt x="11" y="53"/>
                </a:cubicBezTo>
                <a:cubicBezTo>
                  <a:pt x="11" y="54"/>
                  <a:pt x="11" y="55"/>
                  <a:pt x="12" y="55"/>
                </a:cubicBezTo>
                <a:cubicBezTo>
                  <a:pt x="12" y="56"/>
                  <a:pt x="12" y="56"/>
                  <a:pt x="12" y="56"/>
                </a:cubicBezTo>
                <a:cubicBezTo>
                  <a:pt x="12" y="56"/>
                  <a:pt x="12" y="58"/>
                  <a:pt x="12" y="56"/>
                </a:cubicBezTo>
                <a:cubicBezTo>
                  <a:pt x="13" y="55"/>
                  <a:pt x="13" y="55"/>
                  <a:pt x="13" y="55"/>
                </a:cubicBezTo>
                <a:cubicBezTo>
                  <a:pt x="14" y="54"/>
                  <a:pt x="14" y="54"/>
                  <a:pt x="14" y="54"/>
                </a:cubicBezTo>
                <a:cubicBezTo>
                  <a:pt x="14" y="54"/>
                  <a:pt x="14" y="53"/>
                  <a:pt x="15" y="53"/>
                </a:cubicBezTo>
                <a:cubicBezTo>
                  <a:pt x="16" y="54"/>
                  <a:pt x="16" y="53"/>
                  <a:pt x="17" y="54"/>
                </a:cubicBezTo>
                <a:cubicBezTo>
                  <a:pt x="17" y="54"/>
                  <a:pt x="16" y="55"/>
                  <a:pt x="17" y="55"/>
                </a:cubicBezTo>
                <a:cubicBezTo>
                  <a:pt x="17" y="56"/>
                  <a:pt x="19" y="55"/>
                  <a:pt x="19" y="55"/>
                </a:cubicBezTo>
                <a:cubicBezTo>
                  <a:pt x="20" y="55"/>
                  <a:pt x="20" y="55"/>
                  <a:pt x="20" y="56"/>
                </a:cubicBezTo>
                <a:cubicBezTo>
                  <a:pt x="20" y="57"/>
                  <a:pt x="21" y="58"/>
                  <a:pt x="21" y="58"/>
                </a:cubicBezTo>
                <a:cubicBezTo>
                  <a:pt x="22" y="58"/>
                  <a:pt x="22" y="59"/>
                  <a:pt x="22" y="60"/>
                </a:cubicBezTo>
                <a:cubicBezTo>
                  <a:pt x="22" y="60"/>
                  <a:pt x="23" y="61"/>
                  <a:pt x="24" y="61"/>
                </a:cubicBezTo>
                <a:cubicBezTo>
                  <a:pt x="24" y="61"/>
                  <a:pt x="25" y="61"/>
                  <a:pt x="26" y="61"/>
                </a:cubicBezTo>
                <a:cubicBezTo>
                  <a:pt x="26" y="61"/>
                  <a:pt x="26" y="62"/>
                  <a:pt x="27" y="62"/>
                </a:cubicBezTo>
                <a:cubicBezTo>
                  <a:pt x="28" y="62"/>
                  <a:pt x="28" y="64"/>
                  <a:pt x="28" y="64"/>
                </a:cubicBezTo>
                <a:cubicBezTo>
                  <a:pt x="28" y="64"/>
                  <a:pt x="28" y="66"/>
                  <a:pt x="28" y="66"/>
                </a:cubicBezTo>
                <a:cubicBezTo>
                  <a:pt x="28" y="66"/>
                  <a:pt x="28" y="67"/>
                  <a:pt x="28" y="67"/>
                </a:cubicBezTo>
                <a:cubicBezTo>
                  <a:pt x="29" y="67"/>
                  <a:pt x="30" y="68"/>
                  <a:pt x="30" y="68"/>
                </a:cubicBezTo>
                <a:cubicBezTo>
                  <a:pt x="30" y="68"/>
                  <a:pt x="29" y="69"/>
                  <a:pt x="31" y="69"/>
                </a:cubicBezTo>
                <a:cubicBezTo>
                  <a:pt x="32" y="69"/>
                  <a:pt x="33" y="70"/>
                  <a:pt x="33" y="70"/>
                </a:cubicBezTo>
                <a:cubicBezTo>
                  <a:pt x="33" y="70"/>
                  <a:pt x="32" y="71"/>
                  <a:pt x="34" y="71"/>
                </a:cubicBezTo>
                <a:cubicBezTo>
                  <a:pt x="35" y="71"/>
                  <a:pt x="36" y="71"/>
                  <a:pt x="37" y="71"/>
                </a:cubicBezTo>
                <a:cubicBezTo>
                  <a:pt x="38" y="72"/>
                  <a:pt x="37" y="73"/>
                  <a:pt x="39" y="73"/>
                </a:cubicBezTo>
                <a:cubicBezTo>
                  <a:pt x="40" y="74"/>
                  <a:pt x="41" y="75"/>
                  <a:pt x="41" y="75"/>
                </a:cubicBezTo>
                <a:cubicBezTo>
                  <a:pt x="42" y="75"/>
                  <a:pt x="43" y="75"/>
                  <a:pt x="42" y="76"/>
                </a:cubicBezTo>
                <a:cubicBezTo>
                  <a:pt x="42" y="78"/>
                  <a:pt x="42" y="78"/>
                  <a:pt x="41" y="79"/>
                </a:cubicBezTo>
                <a:cubicBezTo>
                  <a:pt x="41" y="79"/>
                  <a:pt x="40" y="81"/>
                  <a:pt x="40" y="82"/>
                </a:cubicBezTo>
                <a:cubicBezTo>
                  <a:pt x="39" y="82"/>
                  <a:pt x="39" y="83"/>
                  <a:pt x="39" y="84"/>
                </a:cubicBezTo>
                <a:cubicBezTo>
                  <a:pt x="40" y="85"/>
                  <a:pt x="40" y="86"/>
                  <a:pt x="40" y="86"/>
                </a:cubicBezTo>
                <a:cubicBezTo>
                  <a:pt x="40" y="87"/>
                  <a:pt x="40" y="88"/>
                  <a:pt x="40" y="89"/>
                </a:cubicBezTo>
                <a:cubicBezTo>
                  <a:pt x="40" y="90"/>
                  <a:pt x="39" y="91"/>
                  <a:pt x="39" y="91"/>
                </a:cubicBezTo>
                <a:cubicBezTo>
                  <a:pt x="39" y="91"/>
                  <a:pt x="40" y="92"/>
                  <a:pt x="39" y="92"/>
                </a:cubicBezTo>
                <a:cubicBezTo>
                  <a:pt x="39" y="93"/>
                  <a:pt x="37" y="94"/>
                  <a:pt x="37" y="94"/>
                </a:cubicBezTo>
                <a:cubicBezTo>
                  <a:pt x="36" y="95"/>
                  <a:pt x="35" y="96"/>
                  <a:pt x="35" y="96"/>
                </a:cubicBezTo>
                <a:cubicBezTo>
                  <a:pt x="35" y="96"/>
                  <a:pt x="35" y="98"/>
                  <a:pt x="35" y="99"/>
                </a:cubicBezTo>
                <a:cubicBezTo>
                  <a:pt x="35" y="99"/>
                  <a:pt x="32" y="104"/>
                  <a:pt x="33" y="105"/>
                </a:cubicBezTo>
                <a:cubicBezTo>
                  <a:pt x="34" y="105"/>
                  <a:pt x="34" y="107"/>
                  <a:pt x="34" y="107"/>
                </a:cubicBezTo>
                <a:cubicBezTo>
                  <a:pt x="34" y="108"/>
                  <a:pt x="33" y="108"/>
                  <a:pt x="33" y="108"/>
                </a:cubicBezTo>
                <a:cubicBezTo>
                  <a:pt x="33" y="109"/>
                  <a:pt x="31" y="108"/>
                  <a:pt x="32" y="110"/>
                </a:cubicBezTo>
                <a:cubicBezTo>
                  <a:pt x="33" y="111"/>
                  <a:pt x="34" y="112"/>
                  <a:pt x="34" y="112"/>
                </a:cubicBezTo>
                <a:cubicBezTo>
                  <a:pt x="35" y="113"/>
                  <a:pt x="34" y="113"/>
                  <a:pt x="35" y="114"/>
                </a:cubicBezTo>
                <a:cubicBezTo>
                  <a:pt x="36" y="115"/>
                  <a:pt x="36" y="116"/>
                  <a:pt x="37" y="117"/>
                </a:cubicBezTo>
                <a:cubicBezTo>
                  <a:pt x="37" y="117"/>
                  <a:pt x="38" y="118"/>
                  <a:pt x="38" y="118"/>
                </a:cubicBezTo>
                <a:cubicBezTo>
                  <a:pt x="38" y="119"/>
                  <a:pt x="40" y="121"/>
                  <a:pt x="38" y="120"/>
                </a:cubicBezTo>
                <a:cubicBezTo>
                  <a:pt x="36" y="118"/>
                  <a:pt x="38" y="119"/>
                  <a:pt x="35" y="117"/>
                </a:cubicBezTo>
                <a:cubicBezTo>
                  <a:pt x="33" y="115"/>
                  <a:pt x="32" y="116"/>
                  <a:pt x="31" y="115"/>
                </a:cubicBezTo>
                <a:cubicBezTo>
                  <a:pt x="30" y="114"/>
                  <a:pt x="32" y="118"/>
                  <a:pt x="30" y="113"/>
                </a:cubicBezTo>
                <a:cubicBezTo>
                  <a:pt x="28" y="108"/>
                  <a:pt x="27" y="108"/>
                  <a:pt x="27" y="107"/>
                </a:cubicBezTo>
                <a:cubicBezTo>
                  <a:pt x="26" y="106"/>
                  <a:pt x="27" y="107"/>
                  <a:pt x="25" y="105"/>
                </a:cubicBezTo>
                <a:cubicBezTo>
                  <a:pt x="24" y="102"/>
                  <a:pt x="25" y="104"/>
                  <a:pt x="24" y="102"/>
                </a:cubicBezTo>
                <a:cubicBezTo>
                  <a:pt x="23" y="100"/>
                  <a:pt x="22" y="103"/>
                  <a:pt x="22" y="100"/>
                </a:cubicBezTo>
                <a:cubicBezTo>
                  <a:pt x="21" y="97"/>
                  <a:pt x="21" y="99"/>
                  <a:pt x="20" y="95"/>
                </a:cubicBezTo>
                <a:cubicBezTo>
                  <a:pt x="19" y="92"/>
                  <a:pt x="21" y="92"/>
                  <a:pt x="19" y="90"/>
                </a:cubicBezTo>
                <a:cubicBezTo>
                  <a:pt x="17" y="88"/>
                  <a:pt x="17" y="89"/>
                  <a:pt x="17" y="88"/>
                </a:cubicBezTo>
                <a:cubicBezTo>
                  <a:pt x="16" y="87"/>
                  <a:pt x="17" y="88"/>
                  <a:pt x="15" y="85"/>
                </a:cubicBezTo>
                <a:cubicBezTo>
                  <a:pt x="13" y="82"/>
                  <a:pt x="11" y="81"/>
                  <a:pt x="11" y="76"/>
                </a:cubicBezTo>
                <a:cubicBezTo>
                  <a:pt x="11" y="71"/>
                  <a:pt x="11" y="70"/>
                  <a:pt x="11" y="70"/>
                </a:cubicBezTo>
                <a:cubicBezTo>
                  <a:pt x="11" y="70"/>
                  <a:pt x="9" y="68"/>
                  <a:pt x="10" y="65"/>
                </a:cubicBezTo>
                <a:cubicBezTo>
                  <a:pt x="11" y="62"/>
                  <a:pt x="11" y="63"/>
                  <a:pt x="11" y="62"/>
                </a:cubicBezTo>
                <a:cubicBezTo>
                  <a:pt x="10" y="61"/>
                  <a:pt x="10" y="62"/>
                  <a:pt x="9" y="60"/>
                </a:cubicBezTo>
                <a:cubicBezTo>
                  <a:pt x="8" y="59"/>
                  <a:pt x="8" y="59"/>
                  <a:pt x="8" y="59"/>
                </a:cubicBezTo>
                <a:cubicBezTo>
                  <a:pt x="8" y="58"/>
                  <a:pt x="7" y="56"/>
                  <a:pt x="7" y="56"/>
                </a:cubicBezTo>
                <a:cubicBezTo>
                  <a:pt x="7" y="57"/>
                  <a:pt x="7" y="57"/>
                  <a:pt x="7" y="57"/>
                </a:cubicBezTo>
                <a:cubicBezTo>
                  <a:pt x="7" y="57"/>
                  <a:pt x="0" y="123"/>
                  <a:pt x="66" y="132"/>
                </a:cubicBezTo>
                <a:cubicBezTo>
                  <a:pt x="66" y="132"/>
                  <a:pt x="51" y="129"/>
                  <a:pt x="49" y="126"/>
                </a:cubicBezTo>
                <a:cubicBezTo>
                  <a:pt x="49" y="126"/>
                  <a:pt x="49" y="123"/>
                  <a:pt x="50" y="123"/>
                </a:cubicBezTo>
                <a:cubicBezTo>
                  <a:pt x="50" y="123"/>
                  <a:pt x="51" y="124"/>
                  <a:pt x="52" y="123"/>
                </a:cubicBezTo>
                <a:cubicBezTo>
                  <a:pt x="53" y="122"/>
                  <a:pt x="54" y="121"/>
                  <a:pt x="54" y="121"/>
                </a:cubicBezTo>
                <a:cubicBezTo>
                  <a:pt x="54" y="123"/>
                  <a:pt x="54" y="123"/>
                  <a:pt x="54" y="123"/>
                </a:cubicBezTo>
                <a:cubicBezTo>
                  <a:pt x="54" y="123"/>
                  <a:pt x="53" y="123"/>
                  <a:pt x="56" y="122"/>
                </a:cubicBezTo>
                <a:cubicBezTo>
                  <a:pt x="59" y="122"/>
                  <a:pt x="59" y="122"/>
                  <a:pt x="60" y="122"/>
                </a:cubicBezTo>
                <a:cubicBezTo>
                  <a:pt x="62" y="121"/>
                  <a:pt x="63" y="119"/>
                  <a:pt x="63" y="120"/>
                </a:cubicBezTo>
                <a:cubicBezTo>
                  <a:pt x="64" y="122"/>
                  <a:pt x="63" y="121"/>
                  <a:pt x="64" y="122"/>
                </a:cubicBezTo>
                <a:cubicBezTo>
                  <a:pt x="65" y="122"/>
                  <a:pt x="68" y="121"/>
                  <a:pt x="68" y="121"/>
                </a:cubicBezTo>
                <a:cubicBezTo>
                  <a:pt x="68" y="121"/>
                  <a:pt x="73" y="122"/>
                  <a:pt x="73" y="121"/>
                </a:cubicBezTo>
                <a:cubicBezTo>
                  <a:pt x="74" y="121"/>
                  <a:pt x="74" y="120"/>
                  <a:pt x="74" y="120"/>
                </a:cubicBezTo>
                <a:cubicBezTo>
                  <a:pt x="75" y="120"/>
                  <a:pt x="76" y="122"/>
                  <a:pt x="76" y="122"/>
                </a:cubicBezTo>
                <a:cubicBezTo>
                  <a:pt x="73" y="123"/>
                  <a:pt x="73" y="123"/>
                  <a:pt x="73" y="123"/>
                </a:cubicBezTo>
                <a:cubicBezTo>
                  <a:pt x="71" y="125"/>
                  <a:pt x="71" y="125"/>
                  <a:pt x="71" y="125"/>
                </a:cubicBezTo>
                <a:cubicBezTo>
                  <a:pt x="71" y="125"/>
                  <a:pt x="70" y="125"/>
                  <a:pt x="71" y="125"/>
                </a:cubicBezTo>
                <a:cubicBezTo>
                  <a:pt x="72" y="126"/>
                  <a:pt x="72" y="126"/>
                  <a:pt x="73" y="126"/>
                </a:cubicBezTo>
                <a:cubicBezTo>
                  <a:pt x="74" y="126"/>
                  <a:pt x="77" y="128"/>
                  <a:pt x="78" y="127"/>
                </a:cubicBezTo>
                <a:cubicBezTo>
                  <a:pt x="78" y="126"/>
                  <a:pt x="78" y="125"/>
                  <a:pt x="79" y="125"/>
                </a:cubicBezTo>
                <a:cubicBezTo>
                  <a:pt x="79" y="124"/>
                  <a:pt x="79" y="123"/>
                  <a:pt x="80" y="123"/>
                </a:cubicBezTo>
                <a:cubicBezTo>
                  <a:pt x="81" y="123"/>
                  <a:pt x="82" y="123"/>
                  <a:pt x="82" y="123"/>
                </a:cubicBezTo>
                <a:cubicBezTo>
                  <a:pt x="81" y="125"/>
                  <a:pt x="81" y="125"/>
                  <a:pt x="81" y="125"/>
                </a:cubicBezTo>
                <a:cubicBezTo>
                  <a:pt x="81" y="125"/>
                  <a:pt x="83" y="125"/>
                  <a:pt x="84" y="125"/>
                </a:cubicBezTo>
                <a:cubicBezTo>
                  <a:pt x="85" y="125"/>
                  <a:pt x="85" y="126"/>
                  <a:pt x="86" y="125"/>
                </a:cubicBezTo>
                <a:cubicBezTo>
                  <a:pt x="87" y="124"/>
                  <a:pt x="87" y="124"/>
                  <a:pt x="88" y="124"/>
                </a:cubicBezTo>
                <a:cubicBezTo>
                  <a:pt x="90" y="124"/>
                  <a:pt x="91" y="123"/>
                  <a:pt x="92" y="124"/>
                </a:cubicBezTo>
                <a:cubicBezTo>
                  <a:pt x="92" y="124"/>
                  <a:pt x="93" y="124"/>
                  <a:pt x="93" y="124"/>
                </a:cubicBezTo>
                <a:cubicBezTo>
                  <a:pt x="94" y="124"/>
                  <a:pt x="96" y="126"/>
                  <a:pt x="97" y="125"/>
                </a:cubicBezTo>
                <a:cubicBezTo>
                  <a:pt x="97" y="125"/>
                  <a:pt x="100" y="125"/>
                  <a:pt x="100" y="125"/>
                </a:cubicBezTo>
                <a:cubicBezTo>
                  <a:pt x="100" y="125"/>
                  <a:pt x="92" y="132"/>
                  <a:pt x="76" y="132"/>
                </a:cubicBezTo>
                <a:cubicBezTo>
                  <a:pt x="76" y="132"/>
                  <a:pt x="113" y="134"/>
                  <a:pt x="133" y="99"/>
                </a:cubicBezTo>
                <a:cubicBezTo>
                  <a:pt x="153" y="63"/>
                  <a:pt x="139" y="18"/>
                  <a:pt x="92" y="2"/>
                </a:cubicBezTo>
                <a:cubicBezTo>
                  <a:pt x="92" y="2"/>
                  <a:pt x="127" y="15"/>
                  <a:pt x="137" y="48"/>
                </a:cubicBezTo>
                <a:cubicBezTo>
                  <a:pt x="136" y="49"/>
                  <a:pt x="136" y="49"/>
                  <a:pt x="136" y="49"/>
                </a:cubicBezTo>
                <a:cubicBezTo>
                  <a:pt x="135" y="48"/>
                  <a:pt x="135" y="48"/>
                  <a:pt x="135" y="47"/>
                </a:cubicBezTo>
                <a:cubicBezTo>
                  <a:pt x="134" y="45"/>
                  <a:pt x="134" y="46"/>
                  <a:pt x="134" y="45"/>
                </a:cubicBezTo>
                <a:cubicBezTo>
                  <a:pt x="133" y="43"/>
                  <a:pt x="133" y="44"/>
                  <a:pt x="133" y="43"/>
                </a:cubicBezTo>
                <a:cubicBezTo>
                  <a:pt x="132" y="42"/>
                  <a:pt x="132" y="42"/>
                  <a:pt x="131" y="42"/>
                </a:cubicBezTo>
                <a:cubicBezTo>
                  <a:pt x="130" y="41"/>
                  <a:pt x="130" y="39"/>
                  <a:pt x="129" y="38"/>
                </a:cubicBezTo>
                <a:cubicBezTo>
                  <a:pt x="129" y="38"/>
                  <a:pt x="127" y="38"/>
                  <a:pt x="127" y="37"/>
                </a:cubicBezTo>
                <a:cubicBezTo>
                  <a:pt x="126" y="37"/>
                  <a:pt x="126" y="36"/>
                  <a:pt x="126" y="37"/>
                </a:cubicBezTo>
                <a:cubicBezTo>
                  <a:pt x="126" y="38"/>
                  <a:pt x="127" y="39"/>
                  <a:pt x="127" y="39"/>
                </a:cubicBezTo>
                <a:cubicBezTo>
                  <a:pt x="127" y="42"/>
                  <a:pt x="127" y="42"/>
                  <a:pt x="127" y="42"/>
                </a:cubicBezTo>
                <a:cubicBezTo>
                  <a:pt x="127" y="42"/>
                  <a:pt x="128" y="44"/>
                  <a:pt x="128" y="45"/>
                </a:cubicBezTo>
                <a:cubicBezTo>
                  <a:pt x="128" y="45"/>
                  <a:pt x="127" y="47"/>
                  <a:pt x="127" y="47"/>
                </a:cubicBezTo>
                <a:cubicBezTo>
                  <a:pt x="127" y="47"/>
                  <a:pt x="127" y="49"/>
                  <a:pt x="126" y="49"/>
                </a:cubicBezTo>
                <a:cubicBezTo>
                  <a:pt x="126" y="50"/>
                  <a:pt x="122" y="50"/>
                  <a:pt x="122" y="50"/>
                </a:cubicBezTo>
                <a:cubicBezTo>
                  <a:pt x="122" y="50"/>
                  <a:pt x="121" y="49"/>
                  <a:pt x="120" y="48"/>
                </a:cubicBezTo>
                <a:cubicBezTo>
                  <a:pt x="120" y="47"/>
                  <a:pt x="118" y="46"/>
                  <a:pt x="117" y="46"/>
                </a:cubicBezTo>
                <a:cubicBezTo>
                  <a:pt x="117" y="46"/>
                  <a:pt x="118" y="45"/>
                  <a:pt x="117" y="43"/>
                </a:cubicBezTo>
                <a:cubicBezTo>
                  <a:pt x="116" y="42"/>
                  <a:pt x="117" y="42"/>
                  <a:pt x="116" y="41"/>
                </a:cubicBezTo>
                <a:cubicBezTo>
                  <a:pt x="114" y="40"/>
                  <a:pt x="114" y="40"/>
                  <a:pt x="114" y="40"/>
                </a:cubicBezTo>
                <a:cubicBezTo>
                  <a:pt x="114" y="40"/>
                  <a:pt x="112" y="39"/>
                  <a:pt x="113" y="41"/>
                </a:cubicBezTo>
                <a:cubicBezTo>
                  <a:pt x="113" y="42"/>
                  <a:pt x="112" y="44"/>
                  <a:pt x="113" y="44"/>
                </a:cubicBezTo>
                <a:cubicBezTo>
                  <a:pt x="114" y="44"/>
                  <a:pt x="114" y="44"/>
                  <a:pt x="115" y="45"/>
                </a:cubicBezTo>
                <a:cubicBezTo>
                  <a:pt x="116" y="47"/>
                  <a:pt x="116" y="47"/>
                  <a:pt x="116" y="48"/>
                </a:cubicBezTo>
                <a:cubicBezTo>
                  <a:pt x="117" y="48"/>
                  <a:pt x="117" y="50"/>
                  <a:pt x="118" y="50"/>
                </a:cubicBezTo>
                <a:cubicBezTo>
                  <a:pt x="118" y="51"/>
                  <a:pt x="120" y="50"/>
                  <a:pt x="120" y="51"/>
                </a:cubicBezTo>
                <a:cubicBezTo>
                  <a:pt x="120" y="52"/>
                  <a:pt x="119" y="53"/>
                  <a:pt x="120" y="53"/>
                </a:cubicBezTo>
                <a:cubicBezTo>
                  <a:pt x="121" y="54"/>
                  <a:pt x="121" y="54"/>
                  <a:pt x="122" y="54"/>
                </a:cubicBezTo>
                <a:cubicBezTo>
                  <a:pt x="122" y="54"/>
                  <a:pt x="122" y="54"/>
                  <a:pt x="123" y="54"/>
                </a:cubicBezTo>
                <a:cubicBezTo>
                  <a:pt x="124" y="53"/>
                  <a:pt x="125" y="53"/>
                  <a:pt x="125" y="53"/>
                </a:cubicBezTo>
                <a:cubicBezTo>
                  <a:pt x="125" y="53"/>
                  <a:pt x="127" y="54"/>
                  <a:pt x="127" y="55"/>
                </a:cubicBezTo>
                <a:cubicBezTo>
                  <a:pt x="127" y="55"/>
                  <a:pt x="126" y="58"/>
                  <a:pt x="126" y="58"/>
                </a:cubicBezTo>
                <a:cubicBezTo>
                  <a:pt x="125" y="61"/>
                  <a:pt x="125" y="61"/>
                  <a:pt x="125" y="61"/>
                </a:cubicBezTo>
                <a:cubicBezTo>
                  <a:pt x="125" y="61"/>
                  <a:pt x="125" y="65"/>
                  <a:pt x="124" y="65"/>
                </a:cubicBezTo>
                <a:cubicBezTo>
                  <a:pt x="124" y="65"/>
                  <a:pt x="123" y="67"/>
                  <a:pt x="122" y="68"/>
                </a:cubicBezTo>
                <a:cubicBezTo>
                  <a:pt x="122" y="68"/>
                  <a:pt x="121" y="71"/>
                  <a:pt x="121" y="71"/>
                </a:cubicBezTo>
                <a:cubicBezTo>
                  <a:pt x="120" y="73"/>
                  <a:pt x="120" y="73"/>
                  <a:pt x="120" y="73"/>
                </a:cubicBezTo>
                <a:cubicBezTo>
                  <a:pt x="120" y="73"/>
                  <a:pt x="120" y="75"/>
                  <a:pt x="120" y="76"/>
                </a:cubicBezTo>
                <a:cubicBezTo>
                  <a:pt x="120" y="76"/>
                  <a:pt x="121" y="79"/>
                  <a:pt x="120" y="80"/>
                </a:cubicBezTo>
                <a:cubicBezTo>
                  <a:pt x="120" y="81"/>
                  <a:pt x="118" y="83"/>
                  <a:pt x="118" y="83"/>
                </a:cubicBezTo>
                <a:cubicBezTo>
                  <a:pt x="118" y="83"/>
                  <a:pt x="121" y="85"/>
                  <a:pt x="119" y="85"/>
                </a:cubicBezTo>
                <a:cubicBezTo>
                  <a:pt x="118" y="85"/>
                  <a:pt x="117" y="87"/>
                  <a:pt x="116" y="88"/>
                </a:cubicBezTo>
                <a:cubicBezTo>
                  <a:pt x="116" y="88"/>
                  <a:pt x="116" y="89"/>
                  <a:pt x="116" y="89"/>
                </a:cubicBezTo>
                <a:cubicBezTo>
                  <a:pt x="115" y="89"/>
                  <a:pt x="113" y="90"/>
                  <a:pt x="113" y="90"/>
                </a:cubicBezTo>
                <a:cubicBezTo>
                  <a:pt x="113" y="91"/>
                  <a:pt x="113" y="92"/>
                  <a:pt x="113" y="92"/>
                </a:cubicBezTo>
                <a:cubicBezTo>
                  <a:pt x="111" y="96"/>
                  <a:pt x="111" y="96"/>
                  <a:pt x="111" y="96"/>
                </a:cubicBezTo>
                <a:cubicBezTo>
                  <a:pt x="108" y="99"/>
                  <a:pt x="108" y="99"/>
                  <a:pt x="108" y="99"/>
                </a:cubicBezTo>
                <a:cubicBezTo>
                  <a:pt x="108" y="99"/>
                  <a:pt x="108" y="100"/>
                  <a:pt x="107" y="100"/>
                </a:cubicBezTo>
                <a:cubicBezTo>
                  <a:pt x="106" y="101"/>
                  <a:pt x="103" y="102"/>
                  <a:pt x="103" y="102"/>
                </a:cubicBezTo>
                <a:cubicBezTo>
                  <a:pt x="102" y="103"/>
                  <a:pt x="100" y="104"/>
                  <a:pt x="99" y="104"/>
                </a:cubicBezTo>
                <a:cubicBezTo>
                  <a:pt x="98" y="104"/>
                  <a:pt x="100" y="106"/>
                  <a:pt x="98" y="104"/>
                </a:cubicBezTo>
                <a:cubicBezTo>
                  <a:pt x="97" y="102"/>
                  <a:pt x="98" y="103"/>
                  <a:pt x="97" y="101"/>
                </a:cubicBezTo>
                <a:cubicBezTo>
                  <a:pt x="96" y="98"/>
                  <a:pt x="96" y="100"/>
                  <a:pt x="96" y="98"/>
                </a:cubicBezTo>
                <a:cubicBezTo>
                  <a:pt x="96" y="96"/>
                  <a:pt x="96" y="98"/>
                  <a:pt x="96" y="96"/>
                </a:cubicBezTo>
                <a:cubicBezTo>
                  <a:pt x="96" y="94"/>
                  <a:pt x="96" y="96"/>
                  <a:pt x="95" y="94"/>
                </a:cubicBezTo>
                <a:cubicBezTo>
                  <a:pt x="94" y="92"/>
                  <a:pt x="95" y="92"/>
                  <a:pt x="93" y="91"/>
                </a:cubicBezTo>
                <a:cubicBezTo>
                  <a:pt x="92" y="90"/>
                  <a:pt x="91" y="91"/>
                  <a:pt x="92" y="89"/>
                </a:cubicBezTo>
                <a:cubicBezTo>
                  <a:pt x="93" y="87"/>
                  <a:pt x="92" y="89"/>
                  <a:pt x="93" y="87"/>
                </a:cubicBezTo>
                <a:cubicBezTo>
                  <a:pt x="93" y="85"/>
                  <a:pt x="93" y="85"/>
                  <a:pt x="94" y="84"/>
                </a:cubicBezTo>
                <a:cubicBezTo>
                  <a:pt x="95" y="83"/>
                  <a:pt x="96" y="83"/>
                  <a:pt x="96" y="81"/>
                </a:cubicBezTo>
                <a:cubicBezTo>
                  <a:pt x="96" y="80"/>
                  <a:pt x="96" y="80"/>
                  <a:pt x="96" y="79"/>
                </a:cubicBezTo>
                <a:cubicBezTo>
                  <a:pt x="95" y="78"/>
                  <a:pt x="94" y="77"/>
                  <a:pt x="94" y="76"/>
                </a:cubicBezTo>
                <a:cubicBezTo>
                  <a:pt x="94" y="76"/>
                  <a:pt x="94" y="76"/>
                  <a:pt x="93" y="75"/>
                </a:cubicBezTo>
                <a:cubicBezTo>
                  <a:pt x="92" y="73"/>
                  <a:pt x="91" y="73"/>
                  <a:pt x="91" y="73"/>
                </a:cubicBezTo>
                <a:cubicBezTo>
                  <a:pt x="91" y="73"/>
                  <a:pt x="91" y="69"/>
                  <a:pt x="91" y="68"/>
                </a:cubicBezTo>
                <a:cubicBezTo>
                  <a:pt x="91" y="67"/>
                  <a:pt x="90" y="69"/>
                  <a:pt x="91" y="67"/>
                </a:cubicBezTo>
                <a:cubicBezTo>
                  <a:pt x="91" y="65"/>
                  <a:pt x="91" y="64"/>
                  <a:pt x="91" y="64"/>
                </a:cubicBezTo>
                <a:cubicBezTo>
                  <a:pt x="91" y="64"/>
                  <a:pt x="89" y="62"/>
                  <a:pt x="88" y="62"/>
                </a:cubicBezTo>
                <a:cubicBezTo>
                  <a:pt x="87" y="62"/>
                  <a:pt x="87" y="64"/>
                  <a:pt x="86" y="63"/>
                </a:cubicBezTo>
                <a:cubicBezTo>
                  <a:pt x="85" y="61"/>
                  <a:pt x="85" y="61"/>
                  <a:pt x="84" y="60"/>
                </a:cubicBezTo>
                <a:cubicBezTo>
                  <a:pt x="84" y="60"/>
                  <a:pt x="83" y="60"/>
                  <a:pt x="82" y="61"/>
                </a:cubicBezTo>
                <a:cubicBezTo>
                  <a:pt x="81" y="61"/>
                  <a:pt x="80" y="61"/>
                  <a:pt x="78" y="62"/>
                </a:cubicBezTo>
                <a:cubicBezTo>
                  <a:pt x="77" y="62"/>
                  <a:pt x="76" y="62"/>
                  <a:pt x="75" y="62"/>
                </a:cubicBezTo>
                <a:cubicBezTo>
                  <a:pt x="73" y="62"/>
                  <a:pt x="71" y="63"/>
                  <a:pt x="69" y="62"/>
                </a:cubicBezTo>
                <a:cubicBezTo>
                  <a:pt x="68" y="61"/>
                  <a:pt x="68" y="62"/>
                  <a:pt x="67" y="61"/>
                </a:cubicBezTo>
                <a:cubicBezTo>
                  <a:pt x="66" y="59"/>
                  <a:pt x="67" y="59"/>
                  <a:pt x="65" y="59"/>
                </a:cubicBezTo>
                <a:cubicBezTo>
                  <a:pt x="64" y="58"/>
                  <a:pt x="64" y="59"/>
                  <a:pt x="64" y="57"/>
                </a:cubicBezTo>
                <a:cubicBezTo>
                  <a:pt x="63" y="56"/>
                  <a:pt x="64" y="56"/>
                  <a:pt x="63" y="55"/>
                </a:cubicBezTo>
                <a:cubicBezTo>
                  <a:pt x="62" y="54"/>
                  <a:pt x="64" y="55"/>
                  <a:pt x="62" y="54"/>
                </a:cubicBezTo>
                <a:cubicBezTo>
                  <a:pt x="60" y="52"/>
                  <a:pt x="60" y="53"/>
                  <a:pt x="60" y="52"/>
                </a:cubicBezTo>
                <a:cubicBezTo>
                  <a:pt x="61" y="50"/>
                  <a:pt x="61" y="51"/>
                  <a:pt x="61" y="49"/>
                </a:cubicBezTo>
                <a:cubicBezTo>
                  <a:pt x="61" y="47"/>
                  <a:pt x="64" y="50"/>
                  <a:pt x="63" y="46"/>
                </a:cubicBezTo>
                <a:cubicBezTo>
                  <a:pt x="61" y="42"/>
                  <a:pt x="60" y="43"/>
                  <a:pt x="62" y="40"/>
                </a:cubicBezTo>
                <a:cubicBezTo>
                  <a:pt x="64" y="38"/>
                  <a:pt x="66" y="37"/>
                  <a:pt x="66" y="36"/>
                </a:cubicBezTo>
                <a:cubicBezTo>
                  <a:pt x="66" y="35"/>
                  <a:pt x="67" y="34"/>
                  <a:pt x="68" y="33"/>
                </a:cubicBezTo>
                <a:cubicBezTo>
                  <a:pt x="68" y="33"/>
                  <a:pt x="68" y="32"/>
                  <a:pt x="69" y="33"/>
                </a:cubicBezTo>
                <a:cubicBezTo>
                  <a:pt x="71" y="33"/>
                  <a:pt x="72" y="32"/>
                  <a:pt x="73" y="31"/>
                </a:cubicBezTo>
                <a:cubicBezTo>
                  <a:pt x="74" y="30"/>
                  <a:pt x="75" y="29"/>
                  <a:pt x="76" y="29"/>
                </a:cubicBezTo>
                <a:cubicBezTo>
                  <a:pt x="76" y="28"/>
                  <a:pt x="76" y="29"/>
                  <a:pt x="78" y="28"/>
                </a:cubicBezTo>
                <a:cubicBezTo>
                  <a:pt x="79" y="28"/>
                  <a:pt x="79" y="28"/>
                  <a:pt x="80" y="28"/>
                </a:cubicBezTo>
                <a:cubicBezTo>
                  <a:pt x="81" y="28"/>
                  <a:pt x="79" y="28"/>
                  <a:pt x="82" y="28"/>
                </a:cubicBezTo>
                <a:cubicBezTo>
                  <a:pt x="85" y="27"/>
                  <a:pt x="84" y="27"/>
                  <a:pt x="85" y="27"/>
                </a:cubicBezTo>
                <a:cubicBezTo>
                  <a:pt x="85" y="27"/>
                  <a:pt x="85" y="28"/>
                  <a:pt x="86" y="28"/>
                </a:cubicBezTo>
                <a:cubicBezTo>
                  <a:pt x="87" y="28"/>
                  <a:pt x="87" y="26"/>
                  <a:pt x="87" y="28"/>
                </a:cubicBezTo>
                <a:cubicBezTo>
                  <a:pt x="87" y="30"/>
                  <a:pt x="86" y="31"/>
                  <a:pt x="88" y="31"/>
                </a:cubicBezTo>
                <a:cubicBezTo>
                  <a:pt x="90" y="32"/>
                  <a:pt x="88" y="32"/>
                  <a:pt x="90" y="32"/>
                </a:cubicBezTo>
                <a:cubicBezTo>
                  <a:pt x="92" y="32"/>
                  <a:pt x="91" y="32"/>
                  <a:pt x="92" y="32"/>
                </a:cubicBezTo>
                <a:cubicBezTo>
                  <a:pt x="93" y="33"/>
                  <a:pt x="94" y="33"/>
                  <a:pt x="95" y="33"/>
                </a:cubicBezTo>
                <a:cubicBezTo>
                  <a:pt x="96" y="33"/>
                  <a:pt x="94" y="36"/>
                  <a:pt x="96" y="33"/>
                </a:cubicBezTo>
                <a:cubicBezTo>
                  <a:pt x="98" y="31"/>
                  <a:pt x="95" y="31"/>
                  <a:pt x="98" y="31"/>
                </a:cubicBezTo>
                <a:cubicBezTo>
                  <a:pt x="102" y="32"/>
                  <a:pt x="103" y="33"/>
                  <a:pt x="103" y="32"/>
                </a:cubicBezTo>
                <a:cubicBezTo>
                  <a:pt x="104" y="32"/>
                  <a:pt x="104" y="33"/>
                  <a:pt x="106" y="32"/>
                </a:cubicBezTo>
                <a:cubicBezTo>
                  <a:pt x="107" y="31"/>
                  <a:pt x="107" y="31"/>
                  <a:pt x="108" y="31"/>
                </a:cubicBezTo>
                <a:cubicBezTo>
                  <a:pt x="108" y="32"/>
                  <a:pt x="108" y="33"/>
                  <a:pt x="109" y="32"/>
                </a:cubicBezTo>
                <a:cubicBezTo>
                  <a:pt x="110" y="30"/>
                  <a:pt x="111" y="31"/>
                  <a:pt x="109" y="30"/>
                </a:cubicBezTo>
                <a:cubicBezTo>
                  <a:pt x="107" y="29"/>
                  <a:pt x="107" y="30"/>
                  <a:pt x="106" y="29"/>
                </a:cubicBezTo>
                <a:cubicBezTo>
                  <a:pt x="106" y="27"/>
                  <a:pt x="108" y="28"/>
                  <a:pt x="106" y="27"/>
                </a:cubicBezTo>
                <a:cubicBezTo>
                  <a:pt x="104" y="27"/>
                  <a:pt x="104" y="27"/>
                  <a:pt x="103" y="27"/>
                </a:cubicBezTo>
                <a:cubicBezTo>
                  <a:pt x="102" y="26"/>
                  <a:pt x="100" y="28"/>
                  <a:pt x="100" y="27"/>
                </a:cubicBezTo>
                <a:cubicBezTo>
                  <a:pt x="99" y="25"/>
                  <a:pt x="97" y="28"/>
                  <a:pt x="99" y="25"/>
                </a:cubicBezTo>
                <a:cubicBezTo>
                  <a:pt x="102" y="23"/>
                  <a:pt x="101" y="22"/>
                  <a:pt x="103" y="22"/>
                </a:cubicBezTo>
                <a:cubicBezTo>
                  <a:pt x="104" y="23"/>
                  <a:pt x="104" y="24"/>
                  <a:pt x="105" y="23"/>
                </a:cubicBezTo>
                <a:cubicBezTo>
                  <a:pt x="106" y="23"/>
                  <a:pt x="108" y="22"/>
                  <a:pt x="106" y="21"/>
                </a:cubicBezTo>
                <a:cubicBezTo>
                  <a:pt x="104" y="19"/>
                  <a:pt x="105" y="20"/>
                  <a:pt x="103" y="19"/>
                </a:cubicBezTo>
                <a:cubicBezTo>
                  <a:pt x="101" y="18"/>
                  <a:pt x="99" y="22"/>
                  <a:pt x="98" y="22"/>
                </a:cubicBezTo>
                <a:cubicBezTo>
                  <a:pt x="98" y="21"/>
                  <a:pt x="97" y="21"/>
                  <a:pt x="96" y="21"/>
                </a:cubicBezTo>
                <a:cubicBezTo>
                  <a:pt x="96" y="21"/>
                  <a:pt x="96" y="23"/>
                  <a:pt x="96" y="24"/>
                </a:cubicBezTo>
                <a:cubicBezTo>
                  <a:pt x="96" y="26"/>
                  <a:pt x="97" y="26"/>
                  <a:pt x="95" y="25"/>
                </a:cubicBezTo>
                <a:cubicBezTo>
                  <a:pt x="93" y="24"/>
                  <a:pt x="97" y="24"/>
                  <a:pt x="92" y="23"/>
                </a:cubicBezTo>
                <a:cubicBezTo>
                  <a:pt x="88" y="21"/>
                  <a:pt x="86" y="21"/>
                  <a:pt x="86" y="22"/>
                </a:cubicBezTo>
                <a:cubicBezTo>
                  <a:pt x="85" y="23"/>
                  <a:pt x="84" y="23"/>
                  <a:pt x="84" y="23"/>
                </a:cubicBezTo>
                <a:cubicBezTo>
                  <a:pt x="83" y="23"/>
                  <a:pt x="85" y="25"/>
                  <a:pt x="83" y="23"/>
                </a:cubicBezTo>
                <a:cubicBezTo>
                  <a:pt x="81" y="22"/>
                  <a:pt x="79" y="24"/>
                  <a:pt x="79" y="24"/>
                </a:cubicBezTo>
                <a:cubicBezTo>
                  <a:pt x="79" y="24"/>
                  <a:pt x="79" y="24"/>
                  <a:pt x="78" y="24"/>
                </a:cubicBezTo>
                <a:cubicBezTo>
                  <a:pt x="77" y="25"/>
                  <a:pt x="76" y="26"/>
                  <a:pt x="75" y="25"/>
                </a:cubicBezTo>
                <a:cubicBezTo>
                  <a:pt x="74" y="25"/>
                  <a:pt x="72" y="26"/>
                  <a:pt x="73" y="23"/>
                </a:cubicBezTo>
                <a:cubicBezTo>
                  <a:pt x="75" y="21"/>
                  <a:pt x="74" y="22"/>
                  <a:pt x="77" y="21"/>
                </a:cubicBezTo>
                <a:cubicBezTo>
                  <a:pt x="79" y="20"/>
                  <a:pt x="83" y="20"/>
                  <a:pt x="80" y="19"/>
                </a:cubicBezTo>
                <a:cubicBezTo>
                  <a:pt x="76" y="18"/>
                  <a:pt x="82" y="18"/>
                  <a:pt x="77" y="16"/>
                </a:cubicBezTo>
                <a:cubicBezTo>
                  <a:pt x="73" y="14"/>
                  <a:pt x="72" y="17"/>
                  <a:pt x="73" y="14"/>
                </a:cubicBezTo>
                <a:cubicBezTo>
                  <a:pt x="73" y="11"/>
                  <a:pt x="72" y="11"/>
                  <a:pt x="71" y="11"/>
                </a:cubicBezTo>
                <a:cubicBezTo>
                  <a:pt x="70" y="11"/>
                  <a:pt x="68" y="12"/>
                  <a:pt x="66" y="12"/>
                </a:cubicBezTo>
                <a:cubicBezTo>
                  <a:pt x="65" y="12"/>
                  <a:pt x="67" y="13"/>
                  <a:pt x="65" y="12"/>
                </a:cubicBezTo>
                <a:cubicBezTo>
                  <a:pt x="63" y="11"/>
                  <a:pt x="62" y="13"/>
                  <a:pt x="63" y="11"/>
                </a:cubicBezTo>
                <a:cubicBezTo>
                  <a:pt x="63" y="9"/>
                  <a:pt x="63" y="8"/>
                  <a:pt x="65" y="7"/>
                </a:cubicBezTo>
                <a:cubicBezTo>
                  <a:pt x="66" y="6"/>
                  <a:pt x="66" y="2"/>
                  <a:pt x="69" y="4"/>
                </a:cubicBezTo>
                <a:cubicBezTo>
                  <a:pt x="72" y="5"/>
                  <a:pt x="71" y="5"/>
                  <a:pt x="73" y="5"/>
                </a:cubicBezTo>
                <a:cubicBezTo>
                  <a:pt x="76" y="5"/>
                  <a:pt x="77" y="5"/>
                  <a:pt x="77" y="4"/>
                </a:cubicBezTo>
                <a:cubicBezTo>
                  <a:pt x="77" y="4"/>
                  <a:pt x="74" y="2"/>
                  <a:pt x="74" y="2"/>
                </a:cubicBezTo>
                <a:cubicBezTo>
                  <a:pt x="74" y="2"/>
                  <a:pt x="73" y="3"/>
                  <a:pt x="73" y="2"/>
                </a:cubicBezTo>
                <a:cubicBezTo>
                  <a:pt x="74" y="2"/>
                  <a:pt x="74" y="1"/>
                  <a:pt x="74" y="1"/>
                </a:cubicBezTo>
                <a:cubicBezTo>
                  <a:pt x="73" y="0"/>
                  <a:pt x="73" y="0"/>
                  <a:pt x="73" y="0"/>
                </a:cubicBezTo>
                <a:cubicBezTo>
                  <a:pt x="73" y="0"/>
                  <a:pt x="65" y="0"/>
                  <a:pt x="62" y="1"/>
                </a:cubicBez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68"/>
          <p:cNvSpPr>
            <a:spLocks/>
          </p:cNvSpPr>
          <p:nvPr/>
        </p:nvSpPr>
        <p:spPr bwMode="auto">
          <a:xfrm>
            <a:off x="6857431" y="5545074"/>
            <a:ext cx="77861" cy="90837"/>
          </a:xfrm>
          <a:custGeom>
            <a:avLst/>
            <a:gdLst>
              <a:gd name="T0" fmla="*/ 31 w 44"/>
              <a:gd name="T1" fmla="*/ 3 h 51"/>
              <a:gd name="T2" fmla="*/ 31 w 44"/>
              <a:gd name="T3" fmla="*/ 19 h 51"/>
              <a:gd name="T4" fmla="*/ 17 w 44"/>
              <a:gd name="T5" fmla="*/ 30 h 51"/>
              <a:gd name="T6" fmla="*/ 1 w 44"/>
              <a:gd name="T7" fmla="*/ 43 h 51"/>
              <a:gd name="T8" fmla="*/ 44 w 44"/>
              <a:gd name="T9" fmla="*/ 51 h 51"/>
              <a:gd name="T10" fmla="*/ 44 w 44"/>
              <a:gd name="T11" fmla="*/ 0 h 51"/>
              <a:gd name="T12" fmla="*/ 31 w 44"/>
              <a:gd name="T13" fmla="*/ 3 h 51"/>
            </a:gdLst>
            <a:ahLst/>
            <a:cxnLst>
              <a:cxn ang="0">
                <a:pos x="T0" y="T1"/>
              </a:cxn>
              <a:cxn ang="0">
                <a:pos x="T2" y="T3"/>
              </a:cxn>
              <a:cxn ang="0">
                <a:pos x="T4" y="T5"/>
              </a:cxn>
              <a:cxn ang="0">
                <a:pos x="T6" y="T7"/>
              </a:cxn>
              <a:cxn ang="0">
                <a:pos x="T8" y="T9"/>
              </a:cxn>
              <a:cxn ang="0">
                <a:pos x="T10" y="T11"/>
              </a:cxn>
              <a:cxn ang="0">
                <a:pos x="T12" y="T13"/>
              </a:cxn>
            </a:cxnLst>
            <a:rect l="0" t="0" r="r" b="b"/>
            <a:pathLst>
              <a:path w="44" h="51">
                <a:moveTo>
                  <a:pt x="31" y="3"/>
                </a:moveTo>
                <a:cubicBezTo>
                  <a:pt x="31" y="19"/>
                  <a:pt x="31" y="19"/>
                  <a:pt x="31" y="19"/>
                </a:cubicBezTo>
                <a:cubicBezTo>
                  <a:pt x="31" y="19"/>
                  <a:pt x="26" y="27"/>
                  <a:pt x="17" y="30"/>
                </a:cubicBezTo>
                <a:cubicBezTo>
                  <a:pt x="8" y="33"/>
                  <a:pt x="0" y="38"/>
                  <a:pt x="1" y="43"/>
                </a:cubicBezTo>
                <a:cubicBezTo>
                  <a:pt x="2" y="47"/>
                  <a:pt x="12" y="51"/>
                  <a:pt x="44" y="51"/>
                </a:cubicBezTo>
                <a:cubicBezTo>
                  <a:pt x="44" y="0"/>
                  <a:pt x="44" y="0"/>
                  <a:pt x="44" y="0"/>
                </a:cubicBezTo>
                <a:lnTo>
                  <a:pt x="31" y="3"/>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69"/>
          <p:cNvSpPr>
            <a:spLocks/>
          </p:cNvSpPr>
          <p:nvPr/>
        </p:nvSpPr>
        <p:spPr bwMode="auto">
          <a:xfrm>
            <a:off x="6924911" y="5545074"/>
            <a:ext cx="73968" cy="90837"/>
          </a:xfrm>
          <a:custGeom>
            <a:avLst/>
            <a:gdLst>
              <a:gd name="T0" fmla="*/ 12 w 42"/>
              <a:gd name="T1" fmla="*/ 3 h 51"/>
              <a:gd name="T2" fmla="*/ 12 w 42"/>
              <a:gd name="T3" fmla="*/ 19 h 51"/>
              <a:gd name="T4" fmla="*/ 23 w 42"/>
              <a:gd name="T5" fmla="*/ 30 h 51"/>
              <a:gd name="T6" fmla="*/ 41 w 42"/>
              <a:gd name="T7" fmla="*/ 43 h 51"/>
              <a:gd name="T8" fmla="*/ 0 w 42"/>
              <a:gd name="T9" fmla="*/ 51 h 51"/>
              <a:gd name="T10" fmla="*/ 0 w 42"/>
              <a:gd name="T11" fmla="*/ 0 h 51"/>
              <a:gd name="T12" fmla="*/ 12 w 42"/>
              <a:gd name="T13" fmla="*/ 3 h 51"/>
            </a:gdLst>
            <a:ahLst/>
            <a:cxnLst>
              <a:cxn ang="0">
                <a:pos x="T0" y="T1"/>
              </a:cxn>
              <a:cxn ang="0">
                <a:pos x="T2" y="T3"/>
              </a:cxn>
              <a:cxn ang="0">
                <a:pos x="T4" y="T5"/>
              </a:cxn>
              <a:cxn ang="0">
                <a:pos x="T6" y="T7"/>
              </a:cxn>
              <a:cxn ang="0">
                <a:pos x="T8" y="T9"/>
              </a:cxn>
              <a:cxn ang="0">
                <a:pos x="T10" y="T11"/>
              </a:cxn>
              <a:cxn ang="0">
                <a:pos x="T12" y="T13"/>
              </a:cxn>
            </a:cxnLst>
            <a:rect l="0" t="0" r="r" b="b"/>
            <a:pathLst>
              <a:path w="42" h="51">
                <a:moveTo>
                  <a:pt x="12" y="3"/>
                </a:moveTo>
                <a:cubicBezTo>
                  <a:pt x="12" y="19"/>
                  <a:pt x="12" y="19"/>
                  <a:pt x="12" y="19"/>
                </a:cubicBezTo>
                <a:cubicBezTo>
                  <a:pt x="12" y="19"/>
                  <a:pt x="14" y="27"/>
                  <a:pt x="23" y="30"/>
                </a:cubicBezTo>
                <a:cubicBezTo>
                  <a:pt x="33" y="33"/>
                  <a:pt x="42" y="38"/>
                  <a:pt x="41" y="43"/>
                </a:cubicBezTo>
                <a:cubicBezTo>
                  <a:pt x="41" y="47"/>
                  <a:pt x="25" y="51"/>
                  <a:pt x="0" y="51"/>
                </a:cubicBezTo>
                <a:cubicBezTo>
                  <a:pt x="0" y="0"/>
                  <a:pt x="0" y="0"/>
                  <a:pt x="0" y="0"/>
                </a:cubicBezTo>
                <a:lnTo>
                  <a:pt x="12" y="3"/>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70"/>
          <p:cNvSpPr>
            <a:spLocks/>
          </p:cNvSpPr>
          <p:nvPr/>
        </p:nvSpPr>
        <p:spPr bwMode="auto">
          <a:xfrm>
            <a:off x="6796441" y="5279051"/>
            <a:ext cx="273810" cy="275107"/>
          </a:xfrm>
          <a:custGeom>
            <a:avLst/>
            <a:gdLst>
              <a:gd name="T0" fmla="*/ 113 w 154"/>
              <a:gd name="T1" fmla="*/ 8 h 155"/>
              <a:gd name="T2" fmla="*/ 144 w 154"/>
              <a:gd name="T3" fmla="*/ 69 h 155"/>
              <a:gd name="T4" fmla="*/ 68 w 154"/>
              <a:gd name="T5" fmla="*/ 145 h 155"/>
              <a:gd name="T6" fmla="*/ 7 w 154"/>
              <a:gd name="T7" fmla="*/ 115 h 155"/>
              <a:gd name="T8" fmla="*/ 0 w 154"/>
              <a:gd name="T9" fmla="*/ 121 h 155"/>
              <a:gd name="T10" fmla="*/ 68 w 154"/>
              <a:gd name="T11" fmla="*/ 155 h 155"/>
              <a:gd name="T12" fmla="*/ 154 w 154"/>
              <a:gd name="T13" fmla="*/ 69 h 155"/>
              <a:gd name="T14" fmla="*/ 119 w 154"/>
              <a:gd name="T15" fmla="*/ 0 h 155"/>
              <a:gd name="T16" fmla="*/ 113 w 154"/>
              <a:gd name="T17" fmla="*/ 8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55">
                <a:moveTo>
                  <a:pt x="113" y="8"/>
                </a:moveTo>
                <a:cubicBezTo>
                  <a:pt x="132" y="22"/>
                  <a:pt x="144" y="44"/>
                  <a:pt x="144" y="69"/>
                </a:cubicBezTo>
                <a:cubicBezTo>
                  <a:pt x="144" y="111"/>
                  <a:pt x="110" y="145"/>
                  <a:pt x="68" y="145"/>
                </a:cubicBezTo>
                <a:cubicBezTo>
                  <a:pt x="43" y="145"/>
                  <a:pt x="21" y="133"/>
                  <a:pt x="7" y="115"/>
                </a:cubicBezTo>
                <a:cubicBezTo>
                  <a:pt x="0" y="121"/>
                  <a:pt x="0" y="121"/>
                  <a:pt x="0" y="121"/>
                </a:cubicBezTo>
                <a:cubicBezTo>
                  <a:pt x="15" y="142"/>
                  <a:pt x="40" y="155"/>
                  <a:pt x="68" y="155"/>
                </a:cubicBezTo>
                <a:cubicBezTo>
                  <a:pt x="116" y="155"/>
                  <a:pt x="154" y="117"/>
                  <a:pt x="154" y="69"/>
                </a:cubicBezTo>
                <a:cubicBezTo>
                  <a:pt x="154" y="41"/>
                  <a:pt x="140" y="15"/>
                  <a:pt x="119" y="0"/>
                </a:cubicBezTo>
                <a:lnTo>
                  <a:pt x="113" y="8"/>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71"/>
          <p:cNvSpPr>
            <a:spLocks noEditPoints="1"/>
          </p:cNvSpPr>
          <p:nvPr/>
        </p:nvSpPr>
        <p:spPr bwMode="auto">
          <a:xfrm>
            <a:off x="6799036" y="5282944"/>
            <a:ext cx="241368" cy="242666"/>
          </a:xfrm>
          <a:custGeom>
            <a:avLst/>
            <a:gdLst>
              <a:gd name="T0" fmla="*/ 68 w 136"/>
              <a:gd name="T1" fmla="*/ 0 h 137"/>
              <a:gd name="T2" fmla="*/ 0 w 136"/>
              <a:gd name="T3" fmla="*/ 69 h 137"/>
              <a:gd name="T4" fmla="*/ 68 w 136"/>
              <a:gd name="T5" fmla="*/ 137 h 137"/>
              <a:gd name="T6" fmla="*/ 136 w 136"/>
              <a:gd name="T7" fmla="*/ 69 h 137"/>
              <a:gd name="T8" fmla="*/ 68 w 136"/>
              <a:gd name="T9" fmla="*/ 0 h 137"/>
              <a:gd name="T10" fmla="*/ 68 w 136"/>
              <a:gd name="T11" fmla="*/ 134 h 137"/>
              <a:gd name="T12" fmla="*/ 3 w 136"/>
              <a:gd name="T13" fmla="*/ 69 h 137"/>
              <a:gd name="T14" fmla="*/ 68 w 136"/>
              <a:gd name="T15" fmla="*/ 4 h 137"/>
              <a:gd name="T16" fmla="*/ 133 w 136"/>
              <a:gd name="T17" fmla="*/ 69 h 137"/>
              <a:gd name="T18" fmla="*/ 68 w 136"/>
              <a:gd name="T19" fmla="*/ 134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6" h="137">
                <a:moveTo>
                  <a:pt x="68" y="0"/>
                </a:moveTo>
                <a:cubicBezTo>
                  <a:pt x="30" y="0"/>
                  <a:pt x="0" y="31"/>
                  <a:pt x="0" y="69"/>
                </a:cubicBezTo>
                <a:cubicBezTo>
                  <a:pt x="0" y="106"/>
                  <a:pt x="30" y="137"/>
                  <a:pt x="68" y="137"/>
                </a:cubicBezTo>
                <a:cubicBezTo>
                  <a:pt x="106" y="137"/>
                  <a:pt x="136" y="106"/>
                  <a:pt x="136" y="69"/>
                </a:cubicBezTo>
                <a:cubicBezTo>
                  <a:pt x="136" y="31"/>
                  <a:pt x="106" y="0"/>
                  <a:pt x="68" y="0"/>
                </a:cubicBezTo>
                <a:close/>
                <a:moveTo>
                  <a:pt x="68" y="134"/>
                </a:moveTo>
                <a:cubicBezTo>
                  <a:pt x="32" y="134"/>
                  <a:pt x="3" y="105"/>
                  <a:pt x="3" y="69"/>
                </a:cubicBezTo>
                <a:cubicBezTo>
                  <a:pt x="3" y="33"/>
                  <a:pt x="32" y="4"/>
                  <a:pt x="68" y="4"/>
                </a:cubicBezTo>
                <a:cubicBezTo>
                  <a:pt x="104" y="4"/>
                  <a:pt x="133" y="33"/>
                  <a:pt x="133" y="69"/>
                </a:cubicBezTo>
                <a:cubicBezTo>
                  <a:pt x="133" y="105"/>
                  <a:pt x="104" y="134"/>
                  <a:pt x="68" y="134"/>
                </a:cubicBez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72"/>
          <p:cNvSpPr>
            <a:spLocks/>
          </p:cNvSpPr>
          <p:nvPr/>
        </p:nvSpPr>
        <p:spPr bwMode="auto">
          <a:xfrm>
            <a:off x="6791250" y="5288135"/>
            <a:ext cx="272512" cy="237475"/>
          </a:xfrm>
          <a:custGeom>
            <a:avLst/>
            <a:gdLst>
              <a:gd name="T0" fmla="*/ 44 w 153"/>
              <a:gd name="T1" fmla="*/ 11 h 134"/>
              <a:gd name="T2" fmla="*/ 42 w 153"/>
              <a:gd name="T3" fmla="*/ 16 h 134"/>
              <a:gd name="T4" fmla="*/ 39 w 153"/>
              <a:gd name="T5" fmla="*/ 20 h 134"/>
              <a:gd name="T6" fmla="*/ 36 w 153"/>
              <a:gd name="T7" fmla="*/ 17 h 134"/>
              <a:gd name="T8" fmla="*/ 35 w 153"/>
              <a:gd name="T9" fmla="*/ 22 h 134"/>
              <a:gd name="T10" fmla="*/ 29 w 153"/>
              <a:gd name="T11" fmla="*/ 23 h 134"/>
              <a:gd name="T12" fmla="*/ 24 w 153"/>
              <a:gd name="T13" fmla="*/ 28 h 134"/>
              <a:gd name="T14" fmla="*/ 18 w 153"/>
              <a:gd name="T15" fmla="*/ 36 h 134"/>
              <a:gd name="T16" fmla="*/ 15 w 153"/>
              <a:gd name="T17" fmla="*/ 41 h 134"/>
              <a:gd name="T18" fmla="*/ 18 w 153"/>
              <a:gd name="T19" fmla="*/ 45 h 134"/>
              <a:gd name="T20" fmla="*/ 19 w 153"/>
              <a:gd name="T21" fmla="*/ 47 h 134"/>
              <a:gd name="T22" fmla="*/ 15 w 153"/>
              <a:gd name="T23" fmla="*/ 44 h 134"/>
              <a:gd name="T24" fmla="*/ 13 w 153"/>
              <a:gd name="T25" fmla="*/ 41 h 134"/>
              <a:gd name="T26" fmla="*/ 11 w 153"/>
              <a:gd name="T27" fmla="*/ 46 h 134"/>
              <a:gd name="T28" fmla="*/ 12 w 153"/>
              <a:gd name="T29" fmla="*/ 56 h 134"/>
              <a:gd name="T30" fmla="*/ 17 w 153"/>
              <a:gd name="T31" fmla="*/ 54 h 134"/>
              <a:gd name="T32" fmla="*/ 22 w 153"/>
              <a:gd name="T33" fmla="*/ 60 h 134"/>
              <a:gd name="T34" fmla="*/ 28 w 153"/>
              <a:gd name="T35" fmla="*/ 66 h 134"/>
              <a:gd name="T36" fmla="*/ 34 w 153"/>
              <a:gd name="T37" fmla="*/ 71 h 134"/>
              <a:gd name="T38" fmla="*/ 41 w 153"/>
              <a:gd name="T39" fmla="*/ 79 h 134"/>
              <a:gd name="T40" fmla="*/ 39 w 153"/>
              <a:gd name="T41" fmla="*/ 91 h 134"/>
              <a:gd name="T42" fmla="*/ 33 w 153"/>
              <a:gd name="T43" fmla="*/ 105 h 134"/>
              <a:gd name="T44" fmla="*/ 35 w 153"/>
              <a:gd name="T45" fmla="*/ 114 h 134"/>
              <a:gd name="T46" fmla="*/ 31 w 153"/>
              <a:gd name="T47" fmla="*/ 115 h 134"/>
              <a:gd name="T48" fmla="*/ 22 w 153"/>
              <a:gd name="T49" fmla="*/ 100 h 134"/>
              <a:gd name="T50" fmla="*/ 11 w 153"/>
              <a:gd name="T51" fmla="*/ 76 h 134"/>
              <a:gd name="T52" fmla="*/ 8 w 153"/>
              <a:gd name="T53" fmla="*/ 59 h 134"/>
              <a:gd name="T54" fmla="*/ 50 w 153"/>
              <a:gd name="T55" fmla="*/ 123 h 134"/>
              <a:gd name="T56" fmla="*/ 60 w 153"/>
              <a:gd name="T57" fmla="*/ 122 h 134"/>
              <a:gd name="T58" fmla="*/ 74 w 153"/>
              <a:gd name="T59" fmla="*/ 120 h 134"/>
              <a:gd name="T60" fmla="*/ 73 w 153"/>
              <a:gd name="T61" fmla="*/ 126 h 134"/>
              <a:gd name="T62" fmla="*/ 81 w 153"/>
              <a:gd name="T63" fmla="*/ 125 h 134"/>
              <a:gd name="T64" fmla="*/ 93 w 153"/>
              <a:gd name="T65" fmla="*/ 124 h 134"/>
              <a:gd name="T66" fmla="*/ 92 w 153"/>
              <a:gd name="T67" fmla="*/ 2 h 134"/>
              <a:gd name="T68" fmla="*/ 133 w 153"/>
              <a:gd name="T69" fmla="*/ 43 h 134"/>
              <a:gd name="T70" fmla="*/ 127 w 153"/>
              <a:gd name="T71" fmla="*/ 39 h 134"/>
              <a:gd name="T72" fmla="*/ 122 w 153"/>
              <a:gd name="T73" fmla="*/ 50 h 134"/>
              <a:gd name="T74" fmla="*/ 114 w 153"/>
              <a:gd name="T75" fmla="*/ 40 h 134"/>
              <a:gd name="T76" fmla="*/ 118 w 153"/>
              <a:gd name="T77" fmla="*/ 50 h 134"/>
              <a:gd name="T78" fmla="*/ 125 w 153"/>
              <a:gd name="T79" fmla="*/ 53 h 134"/>
              <a:gd name="T80" fmla="*/ 122 w 153"/>
              <a:gd name="T81" fmla="*/ 68 h 134"/>
              <a:gd name="T82" fmla="*/ 118 w 153"/>
              <a:gd name="T83" fmla="*/ 83 h 134"/>
              <a:gd name="T84" fmla="*/ 113 w 153"/>
              <a:gd name="T85" fmla="*/ 92 h 134"/>
              <a:gd name="T86" fmla="*/ 99 w 153"/>
              <a:gd name="T87" fmla="*/ 104 h 134"/>
              <a:gd name="T88" fmla="*/ 95 w 153"/>
              <a:gd name="T89" fmla="*/ 94 h 134"/>
              <a:gd name="T90" fmla="*/ 96 w 153"/>
              <a:gd name="T91" fmla="*/ 81 h 134"/>
              <a:gd name="T92" fmla="*/ 91 w 153"/>
              <a:gd name="T93" fmla="*/ 68 h 134"/>
              <a:gd name="T94" fmla="*/ 84 w 153"/>
              <a:gd name="T95" fmla="*/ 60 h 134"/>
              <a:gd name="T96" fmla="*/ 67 w 153"/>
              <a:gd name="T97" fmla="*/ 61 h 134"/>
              <a:gd name="T98" fmla="*/ 60 w 153"/>
              <a:gd name="T99" fmla="*/ 52 h 134"/>
              <a:gd name="T100" fmla="*/ 68 w 153"/>
              <a:gd name="T101" fmla="*/ 33 h 134"/>
              <a:gd name="T102" fmla="*/ 80 w 153"/>
              <a:gd name="T103" fmla="*/ 28 h 134"/>
              <a:gd name="T104" fmla="*/ 88 w 153"/>
              <a:gd name="T105" fmla="*/ 31 h 134"/>
              <a:gd name="T106" fmla="*/ 98 w 153"/>
              <a:gd name="T107" fmla="*/ 31 h 134"/>
              <a:gd name="T108" fmla="*/ 109 w 153"/>
              <a:gd name="T109" fmla="*/ 30 h 134"/>
              <a:gd name="T110" fmla="*/ 99 w 153"/>
              <a:gd name="T111" fmla="*/ 25 h 134"/>
              <a:gd name="T112" fmla="*/ 98 w 153"/>
              <a:gd name="T113" fmla="*/ 22 h 134"/>
              <a:gd name="T114" fmla="*/ 86 w 153"/>
              <a:gd name="T115" fmla="*/ 22 h 134"/>
              <a:gd name="T116" fmla="*/ 75 w 153"/>
              <a:gd name="T117" fmla="*/ 25 h 134"/>
              <a:gd name="T118" fmla="*/ 73 w 153"/>
              <a:gd name="T119" fmla="*/ 14 h 134"/>
              <a:gd name="T120" fmla="*/ 65 w 153"/>
              <a:gd name="T121" fmla="*/ 7 h 134"/>
              <a:gd name="T122" fmla="*/ 73 w 153"/>
              <a:gd name="T123" fmla="*/ 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3" h="134">
                <a:moveTo>
                  <a:pt x="62" y="1"/>
                </a:moveTo>
                <a:cubicBezTo>
                  <a:pt x="62" y="1"/>
                  <a:pt x="39" y="3"/>
                  <a:pt x="24" y="21"/>
                </a:cubicBezTo>
                <a:cubicBezTo>
                  <a:pt x="24" y="21"/>
                  <a:pt x="36" y="9"/>
                  <a:pt x="43" y="9"/>
                </a:cubicBezTo>
                <a:cubicBezTo>
                  <a:pt x="45" y="10"/>
                  <a:pt x="45" y="10"/>
                  <a:pt x="45" y="10"/>
                </a:cubicBezTo>
                <a:cubicBezTo>
                  <a:pt x="45" y="10"/>
                  <a:pt x="45" y="10"/>
                  <a:pt x="44" y="11"/>
                </a:cubicBezTo>
                <a:cubicBezTo>
                  <a:pt x="44" y="11"/>
                  <a:pt x="43" y="12"/>
                  <a:pt x="43" y="12"/>
                </a:cubicBezTo>
                <a:cubicBezTo>
                  <a:pt x="43" y="13"/>
                  <a:pt x="43" y="14"/>
                  <a:pt x="43" y="14"/>
                </a:cubicBezTo>
                <a:cubicBezTo>
                  <a:pt x="43" y="14"/>
                  <a:pt x="43" y="14"/>
                  <a:pt x="43" y="14"/>
                </a:cubicBezTo>
                <a:cubicBezTo>
                  <a:pt x="43" y="14"/>
                  <a:pt x="42" y="15"/>
                  <a:pt x="42" y="15"/>
                </a:cubicBezTo>
                <a:cubicBezTo>
                  <a:pt x="42" y="15"/>
                  <a:pt x="42" y="15"/>
                  <a:pt x="42" y="16"/>
                </a:cubicBezTo>
                <a:cubicBezTo>
                  <a:pt x="42" y="16"/>
                  <a:pt x="42" y="17"/>
                  <a:pt x="42" y="17"/>
                </a:cubicBezTo>
                <a:cubicBezTo>
                  <a:pt x="42" y="18"/>
                  <a:pt x="42" y="18"/>
                  <a:pt x="42" y="18"/>
                </a:cubicBezTo>
                <a:cubicBezTo>
                  <a:pt x="41" y="19"/>
                  <a:pt x="41" y="19"/>
                  <a:pt x="41" y="19"/>
                </a:cubicBezTo>
                <a:cubicBezTo>
                  <a:pt x="40" y="20"/>
                  <a:pt x="40" y="20"/>
                  <a:pt x="40" y="20"/>
                </a:cubicBezTo>
                <a:cubicBezTo>
                  <a:pt x="40" y="20"/>
                  <a:pt x="39" y="20"/>
                  <a:pt x="39" y="20"/>
                </a:cubicBezTo>
                <a:cubicBezTo>
                  <a:pt x="38" y="19"/>
                  <a:pt x="38" y="19"/>
                  <a:pt x="38" y="19"/>
                </a:cubicBezTo>
                <a:cubicBezTo>
                  <a:pt x="39" y="18"/>
                  <a:pt x="39" y="18"/>
                  <a:pt x="39" y="18"/>
                </a:cubicBezTo>
                <a:cubicBezTo>
                  <a:pt x="39" y="18"/>
                  <a:pt x="40" y="17"/>
                  <a:pt x="39" y="17"/>
                </a:cubicBezTo>
                <a:cubicBezTo>
                  <a:pt x="39" y="17"/>
                  <a:pt x="39" y="16"/>
                  <a:pt x="38" y="16"/>
                </a:cubicBezTo>
                <a:cubicBezTo>
                  <a:pt x="37" y="17"/>
                  <a:pt x="36" y="17"/>
                  <a:pt x="36" y="17"/>
                </a:cubicBezTo>
                <a:cubicBezTo>
                  <a:pt x="35" y="18"/>
                  <a:pt x="35" y="18"/>
                  <a:pt x="35" y="18"/>
                </a:cubicBezTo>
                <a:cubicBezTo>
                  <a:pt x="35" y="18"/>
                  <a:pt x="35" y="20"/>
                  <a:pt x="35" y="20"/>
                </a:cubicBezTo>
                <a:cubicBezTo>
                  <a:pt x="35" y="20"/>
                  <a:pt x="36" y="20"/>
                  <a:pt x="36" y="20"/>
                </a:cubicBezTo>
                <a:cubicBezTo>
                  <a:pt x="36" y="20"/>
                  <a:pt x="36" y="20"/>
                  <a:pt x="36" y="21"/>
                </a:cubicBezTo>
                <a:cubicBezTo>
                  <a:pt x="36" y="21"/>
                  <a:pt x="35" y="22"/>
                  <a:pt x="35" y="22"/>
                </a:cubicBezTo>
                <a:cubicBezTo>
                  <a:pt x="35" y="22"/>
                  <a:pt x="35" y="22"/>
                  <a:pt x="34" y="22"/>
                </a:cubicBezTo>
                <a:cubicBezTo>
                  <a:pt x="34" y="22"/>
                  <a:pt x="33" y="22"/>
                  <a:pt x="33" y="22"/>
                </a:cubicBezTo>
                <a:cubicBezTo>
                  <a:pt x="32" y="22"/>
                  <a:pt x="32" y="21"/>
                  <a:pt x="31" y="22"/>
                </a:cubicBezTo>
                <a:cubicBezTo>
                  <a:pt x="31" y="22"/>
                  <a:pt x="30" y="22"/>
                  <a:pt x="30" y="22"/>
                </a:cubicBezTo>
                <a:cubicBezTo>
                  <a:pt x="30" y="22"/>
                  <a:pt x="29" y="23"/>
                  <a:pt x="29" y="23"/>
                </a:cubicBezTo>
                <a:cubicBezTo>
                  <a:pt x="29" y="23"/>
                  <a:pt x="28" y="23"/>
                  <a:pt x="28" y="24"/>
                </a:cubicBezTo>
                <a:cubicBezTo>
                  <a:pt x="28" y="24"/>
                  <a:pt x="28" y="25"/>
                  <a:pt x="28" y="25"/>
                </a:cubicBezTo>
                <a:cubicBezTo>
                  <a:pt x="28" y="25"/>
                  <a:pt x="27" y="26"/>
                  <a:pt x="26" y="26"/>
                </a:cubicBezTo>
                <a:cubicBezTo>
                  <a:pt x="25" y="26"/>
                  <a:pt x="25" y="27"/>
                  <a:pt x="25" y="27"/>
                </a:cubicBezTo>
                <a:cubicBezTo>
                  <a:pt x="24" y="28"/>
                  <a:pt x="24" y="28"/>
                  <a:pt x="24" y="28"/>
                </a:cubicBezTo>
                <a:cubicBezTo>
                  <a:pt x="24" y="28"/>
                  <a:pt x="24" y="28"/>
                  <a:pt x="23" y="29"/>
                </a:cubicBezTo>
                <a:cubicBezTo>
                  <a:pt x="22" y="30"/>
                  <a:pt x="21" y="31"/>
                  <a:pt x="21" y="31"/>
                </a:cubicBezTo>
                <a:cubicBezTo>
                  <a:pt x="20" y="31"/>
                  <a:pt x="20" y="32"/>
                  <a:pt x="19" y="32"/>
                </a:cubicBezTo>
                <a:cubicBezTo>
                  <a:pt x="19" y="33"/>
                  <a:pt x="19" y="34"/>
                  <a:pt x="19" y="34"/>
                </a:cubicBezTo>
                <a:cubicBezTo>
                  <a:pt x="19" y="35"/>
                  <a:pt x="19" y="35"/>
                  <a:pt x="18" y="36"/>
                </a:cubicBezTo>
                <a:cubicBezTo>
                  <a:pt x="18" y="37"/>
                  <a:pt x="18" y="37"/>
                  <a:pt x="18" y="38"/>
                </a:cubicBezTo>
                <a:cubicBezTo>
                  <a:pt x="17" y="38"/>
                  <a:pt x="17" y="38"/>
                  <a:pt x="17" y="38"/>
                </a:cubicBezTo>
                <a:cubicBezTo>
                  <a:pt x="16" y="39"/>
                  <a:pt x="15" y="39"/>
                  <a:pt x="15" y="39"/>
                </a:cubicBezTo>
                <a:cubicBezTo>
                  <a:pt x="14" y="40"/>
                  <a:pt x="14" y="40"/>
                  <a:pt x="14" y="41"/>
                </a:cubicBezTo>
                <a:cubicBezTo>
                  <a:pt x="14" y="41"/>
                  <a:pt x="15" y="41"/>
                  <a:pt x="15" y="41"/>
                </a:cubicBezTo>
                <a:cubicBezTo>
                  <a:pt x="15" y="41"/>
                  <a:pt x="16" y="42"/>
                  <a:pt x="16" y="42"/>
                </a:cubicBezTo>
                <a:cubicBezTo>
                  <a:pt x="16" y="42"/>
                  <a:pt x="16" y="43"/>
                  <a:pt x="16" y="43"/>
                </a:cubicBezTo>
                <a:cubicBezTo>
                  <a:pt x="16" y="43"/>
                  <a:pt x="15" y="45"/>
                  <a:pt x="16" y="45"/>
                </a:cubicBezTo>
                <a:cubicBezTo>
                  <a:pt x="16" y="45"/>
                  <a:pt x="17" y="45"/>
                  <a:pt x="17" y="45"/>
                </a:cubicBezTo>
                <a:cubicBezTo>
                  <a:pt x="18" y="45"/>
                  <a:pt x="18" y="45"/>
                  <a:pt x="18" y="45"/>
                </a:cubicBezTo>
                <a:cubicBezTo>
                  <a:pt x="19" y="46"/>
                  <a:pt x="19" y="46"/>
                  <a:pt x="19" y="46"/>
                </a:cubicBezTo>
                <a:cubicBezTo>
                  <a:pt x="20" y="46"/>
                  <a:pt x="20" y="46"/>
                  <a:pt x="20" y="46"/>
                </a:cubicBezTo>
                <a:cubicBezTo>
                  <a:pt x="20" y="46"/>
                  <a:pt x="20" y="47"/>
                  <a:pt x="20" y="47"/>
                </a:cubicBezTo>
                <a:cubicBezTo>
                  <a:pt x="19" y="47"/>
                  <a:pt x="19" y="48"/>
                  <a:pt x="19" y="48"/>
                </a:cubicBezTo>
                <a:cubicBezTo>
                  <a:pt x="19" y="48"/>
                  <a:pt x="19" y="48"/>
                  <a:pt x="19" y="47"/>
                </a:cubicBezTo>
                <a:cubicBezTo>
                  <a:pt x="18" y="47"/>
                  <a:pt x="18" y="46"/>
                  <a:pt x="18" y="46"/>
                </a:cubicBezTo>
                <a:cubicBezTo>
                  <a:pt x="17" y="46"/>
                  <a:pt x="17" y="47"/>
                  <a:pt x="16" y="47"/>
                </a:cubicBezTo>
                <a:cubicBezTo>
                  <a:pt x="16" y="46"/>
                  <a:pt x="16" y="46"/>
                  <a:pt x="15" y="46"/>
                </a:cubicBezTo>
                <a:cubicBezTo>
                  <a:pt x="15" y="46"/>
                  <a:pt x="15" y="46"/>
                  <a:pt x="15" y="46"/>
                </a:cubicBezTo>
                <a:cubicBezTo>
                  <a:pt x="15" y="45"/>
                  <a:pt x="15" y="45"/>
                  <a:pt x="15" y="44"/>
                </a:cubicBezTo>
                <a:cubicBezTo>
                  <a:pt x="15" y="44"/>
                  <a:pt x="15" y="43"/>
                  <a:pt x="14" y="43"/>
                </a:cubicBezTo>
                <a:cubicBezTo>
                  <a:pt x="14" y="43"/>
                  <a:pt x="15" y="44"/>
                  <a:pt x="14" y="43"/>
                </a:cubicBezTo>
                <a:cubicBezTo>
                  <a:pt x="14" y="43"/>
                  <a:pt x="13" y="42"/>
                  <a:pt x="13" y="42"/>
                </a:cubicBezTo>
                <a:cubicBezTo>
                  <a:pt x="13" y="43"/>
                  <a:pt x="13" y="43"/>
                  <a:pt x="13" y="42"/>
                </a:cubicBezTo>
                <a:cubicBezTo>
                  <a:pt x="13" y="42"/>
                  <a:pt x="13" y="41"/>
                  <a:pt x="13" y="41"/>
                </a:cubicBezTo>
                <a:cubicBezTo>
                  <a:pt x="13" y="40"/>
                  <a:pt x="13" y="40"/>
                  <a:pt x="13" y="39"/>
                </a:cubicBezTo>
                <a:cubicBezTo>
                  <a:pt x="13" y="39"/>
                  <a:pt x="13" y="37"/>
                  <a:pt x="13" y="37"/>
                </a:cubicBezTo>
                <a:cubicBezTo>
                  <a:pt x="13" y="37"/>
                  <a:pt x="11" y="41"/>
                  <a:pt x="10" y="44"/>
                </a:cubicBezTo>
                <a:cubicBezTo>
                  <a:pt x="10" y="44"/>
                  <a:pt x="11" y="44"/>
                  <a:pt x="11" y="45"/>
                </a:cubicBezTo>
                <a:cubicBezTo>
                  <a:pt x="11" y="45"/>
                  <a:pt x="12" y="46"/>
                  <a:pt x="11" y="46"/>
                </a:cubicBezTo>
                <a:cubicBezTo>
                  <a:pt x="11" y="47"/>
                  <a:pt x="11" y="47"/>
                  <a:pt x="11" y="48"/>
                </a:cubicBezTo>
                <a:cubicBezTo>
                  <a:pt x="11" y="50"/>
                  <a:pt x="12" y="51"/>
                  <a:pt x="12" y="51"/>
                </a:cubicBezTo>
                <a:cubicBezTo>
                  <a:pt x="11" y="52"/>
                  <a:pt x="11" y="52"/>
                  <a:pt x="11" y="53"/>
                </a:cubicBezTo>
                <a:cubicBezTo>
                  <a:pt x="11" y="54"/>
                  <a:pt x="11" y="55"/>
                  <a:pt x="12" y="55"/>
                </a:cubicBezTo>
                <a:cubicBezTo>
                  <a:pt x="12" y="56"/>
                  <a:pt x="12" y="56"/>
                  <a:pt x="12" y="56"/>
                </a:cubicBezTo>
                <a:cubicBezTo>
                  <a:pt x="12" y="56"/>
                  <a:pt x="12" y="58"/>
                  <a:pt x="12" y="56"/>
                </a:cubicBezTo>
                <a:cubicBezTo>
                  <a:pt x="13" y="55"/>
                  <a:pt x="13" y="55"/>
                  <a:pt x="13" y="55"/>
                </a:cubicBezTo>
                <a:cubicBezTo>
                  <a:pt x="14" y="54"/>
                  <a:pt x="14" y="54"/>
                  <a:pt x="14" y="54"/>
                </a:cubicBezTo>
                <a:cubicBezTo>
                  <a:pt x="14" y="54"/>
                  <a:pt x="14" y="53"/>
                  <a:pt x="15" y="53"/>
                </a:cubicBezTo>
                <a:cubicBezTo>
                  <a:pt x="16" y="54"/>
                  <a:pt x="16" y="53"/>
                  <a:pt x="17" y="54"/>
                </a:cubicBezTo>
                <a:cubicBezTo>
                  <a:pt x="17" y="54"/>
                  <a:pt x="16" y="55"/>
                  <a:pt x="17" y="55"/>
                </a:cubicBezTo>
                <a:cubicBezTo>
                  <a:pt x="17" y="56"/>
                  <a:pt x="19" y="55"/>
                  <a:pt x="19" y="55"/>
                </a:cubicBezTo>
                <a:cubicBezTo>
                  <a:pt x="20" y="55"/>
                  <a:pt x="20" y="55"/>
                  <a:pt x="20" y="56"/>
                </a:cubicBezTo>
                <a:cubicBezTo>
                  <a:pt x="20" y="57"/>
                  <a:pt x="21" y="58"/>
                  <a:pt x="21" y="58"/>
                </a:cubicBezTo>
                <a:cubicBezTo>
                  <a:pt x="22" y="58"/>
                  <a:pt x="22" y="59"/>
                  <a:pt x="22" y="60"/>
                </a:cubicBezTo>
                <a:cubicBezTo>
                  <a:pt x="22" y="60"/>
                  <a:pt x="23" y="61"/>
                  <a:pt x="24" y="61"/>
                </a:cubicBezTo>
                <a:cubicBezTo>
                  <a:pt x="24" y="61"/>
                  <a:pt x="25" y="61"/>
                  <a:pt x="26" y="61"/>
                </a:cubicBezTo>
                <a:cubicBezTo>
                  <a:pt x="26" y="61"/>
                  <a:pt x="26" y="62"/>
                  <a:pt x="27" y="62"/>
                </a:cubicBezTo>
                <a:cubicBezTo>
                  <a:pt x="28" y="62"/>
                  <a:pt x="28" y="64"/>
                  <a:pt x="28" y="64"/>
                </a:cubicBezTo>
                <a:cubicBezTo>
                  <a:pt x="28" y="64"/>
                  <a:pt x="28" y="66"/>
                  <a:pt x="28" y="66"/>
                </a:cubicBezTo>
                <a:cubicBezTo>
                  <a:pt x="28" y="66"/>
                  <a:pt x="28" y="67"/>
                  <a:pt x="28" y="67"/>
                </a:cubicBezTo>
                <a:cubicBezTo>
                  <a:pt x="29" y="67"/>
                  <a:pt x="30" y="68"/>
                  <a:pt x="30" y="68"/>
                </a:cubicBezTo>
                <a:cubicBezTo>
                  <a:pt x="30" y="68"/>
                  <a:pt x="29" y="69"/>
                  <a:pt x="31" y="69"/>
                </a:cubicBezTo>
                <a:cubicBezTo>
                  <a:pt x="32" y="69"/>
                  <a:pt x="33" y="70"/>
                  <a:pt x="33" y="70"/>
                </a:cubicBezTo>
                <a:cubicBezTo>
                  <a:pt x="33" y="70"/>
                  <a:pt x="32" y="71"/>
                  <a:pt x="34" y="71"/>
                </a:cubicBezTo>
                <a:cubicBezTo>
                  <a:pt x="35" y="71"/>
                  <a:pt x="36" y="71"/>
                  <a:pt x="37" y="71"/>
                </a:cubicBezTo>
                <a:cubicBezTo>
                  <a:pt x="38" y="72"/>
                  <a:pt x="37" y="73"/>
                  <a:pt x="39" y="73"/>
                </a:cubicBezTo>
                <a:cubicBezTo>
                  <a:pt x="40" y="74"/>
                  <a:pt x="41" y="75"/>
                  <a:pt x="41" y="75"/>
                </a:cubicBezTo>
                <a:cubicBezTo>
                  <a:pt x="42" y="75"/>
                  <a:pt x="43" y="75"/>
                  <a:pt x="42" y="76"/>
                </a:cubicBezTo>
                <a:cubicBezTo>
                  <a:pt x="42" y="78"/>
                  <a:pt x="42" y="78"/>
                  <a:pt x="41" y="79"/>
                </a:cubicBezTo>
                <a:cubicBezTo>
                  <a:pt x="41" y="79"/>
                  <a:pt x="40" y="81"/>
                  <a:pt x="40" y="82"/>
                </a:cubicBezTo>
                <a:cubicBezTo>
                  <a:pt x="39" y="82"/>
                  <a:pt x="39" y="83"/>
                  <a:pt x="39" y="84"/>
                </a:cubicBezTo>
                <a:cubicBezTo>
                  <a:pt x="40" y="85"/>
                  <a:pt x="40" y="86"/>
                  <a:pt x="40" y="86"/>
                </a:cubicBezTo>
                <a:cubicBezTo>
                  <a:pt x="40" y="87"/>
                  <a:pt x="40" y="88"/>
                  <a:pt x="40" y="89"/>
                </a:cubicBezTo>
                <a:cubicBezTo>
                  <a:pt x="40" y="90"/>
                  <a:pt x="39" y="91"/>
                  <a:pt x="39" y="91"/>
                </a:cubicBezTo>
                <a:cubicBezTo>
                  <a:pt x="39" y="91"/>
                  <a:pt x="40" y="92"/>
                  <a:pt x="39" y="92"/>
                </a:cubicBezTo>
                <a:cubicBezTo>
                  <a:pt x="39" y="93"/>
                  <a:pt x="37" y="94"/>
                  <a:pt x="37" y="94"/>
                </a:cubicBezTo>
                <a:cubicBezTo>
                  <a:pt x="36" y="95"/>
                  <a:pt x="35" y="96"/>
                  <a:pt x="35" y="96"/>
                </a:cubicBezTo>
                <a:cubicBezTo>
                  <a:pt x="35" y="96"/>
                  <a:pt x="35" y="98"/>
                  <a:pt x="35" y="99"/>
                </a:cubicBezTo>
                <a:cubicBezTo>
                  <a:pt x="35" y="99"/>
                  <a:pt x="32" y="104"/>
                  <a:pt x="33" y="105"/>
                </a:cubicBezTo>
                <a:cubicBezTo>
                  <a:pt x="34" y="105"/>
                  <a:pt x="34" y="107"/>
                  <a:pt x="34" y="107"/>
                </a:cubicBezTo>
                <a:cubicBezTo>
                  <a:pt x="34" y="108"/>
                  <a:pt x="33" y="108"/>
                  <a:pt x="33" y="108"/>
                </a:cubicBezTo>
                <a:cubicBezTo>
                  <a:pt x="33" y="109"/>
                  <a:pt x="31" y="108"/>
                  <a:pt x="32" y="110"/>
                </a:cubicBezTo>
                <a:cubicBezTo>
                  <a:pt x="33" y="111"/>
                  <a:pt x="34" y="112"/>
                  <a:pt x="34" y="112"/>
                </a:cubicBezTo>
                <a:cubicBezTo>
                  <a:pt x="35" y="113"/>
                  <a:pt x="34" y="113"/>
                  <a:pt x="35" y="114"/>
                </a:cubicBezTo>
                <a:cubicBezTo>
                  <a:pt x="36" y="115"/>
                  <a:pt x="36" y="116"/>
                  <a:pt x="37" y="117"/>
                </a:cubicBezTo>
                <a:cubicBezTo>
                  <a:pt x="37" y="117"/>
                  <a:pt x="38" y="118"/>
                  <a:pt x="38" y="118"/>
                </a:cubicBezTo>
                <a:cubicBezTo>
                  <a:pt x="38" y="119"/>
                  <a:pt x="40" y="121"/>
                  <a:pt x="38" y="120"/>
                </a:cubicBezTo>
                <a:cubicBezTo>
                  <a:pt x="36" y="118"/>
                  <a:pt x="38" y="119"/>
                  <a:pt x="35" y="117"/>
                </a:cubicBezTo>
                <a:cubicBezTo>
                  <a:pt x="33" y="115"/>
                  <a:pt x="32" y="116"/>
                  <a:pt x="31" y="115"/>
                </a:cubicBezTo>
                <a:cubicBezTo>
                  <a:pt x="30" y="114"/>
                  <a:pt x="32" y="118"/>
                  <a:pt x="30" y="113"/>
                </a:cubicBezTo>
                <a:cubicBezTo>
                  <a:pt x="28" y="108"/>
                  <a:pt x="27" y="108"/>
                  <a:pt x="27" y="107"/>
                </a:cubicBezTo>
                <a:cubicBezTo>
                  <a:pt x="26" y="106"/>
                  <a:pt x="27" y="107"/>
                  <a:pt x="25" y="105"/>
                </a:cubicBezTo>
                <a:cubicBezTo>
                  <a:pt x="24" y="102"/>
                  <a:pt x="25" y="104"/>
                  <a:pt x="24" y="102"/>
                </a:cubicBezTo>
                <a:cubicBezTo>
                  <a:pt x="23" y="100"/>
                  <a:pt x="22" y="103"/>
                  <a:pt x="22" y="100"/>
                </a:cubicBezTo>
                <a:cubicBezTo>
                  <a:pt x="21" y="97"/>
                  <a:pt x="21" y="99"/>
                  <a:pt x="20" y="95"/>
                </a:cubicBezTo>
                <a:cubicBezTo>
                  <a:pt x="19" y="92"/>
                  <a:pt x="21" y="92"/>
                  <a:pt x="19" y="90"/>
                </a:cubicBezTo>
                <a:cubicBezTo>
                  <a:pt x="17" y="88"/>
                  <a:pt x="17" y="89"/>
                  <a:pt x="17" y="88"/>
                </a:cubicBezTo>
                <a:cubicBezTo>
                  <a:pt x="16" y="87"/>
                  <a:pt x="17" y="88"/>
                  <a:pt x="15" y="85"/>
                </a:cubicBezTo>
                <a:cubicBezTo>
                  <a:pt x="13" y="82"/>
                  <a:pt x="11" y="81"/>
                  <a:pt x="11" y="76"/>
                </a:cubicBezTo>
                <a:cubicBezTo>
                  <a:pt x="11" y="71"/>
                  <a:pt x="11" y="70"/>
                  <a:pt x="11" y="70"/>
                </a:cubicBezTo>
                <a:cubicBezTo>
                  <a:pt x="11" y="70"/>
                  <a:pt x="9" y="68"/>
                  <a:pt x="10" y="65"/>
                </a:cubicBezTo>
                <a:cubicBezTo>
                  <a:pt x="11" y="62"/>
                  <a:pt x="11" y="63"/>
                  <a:pt x="11" y="62"/>
                </a:cubicBezTo>
                <a:cubicBezTo>
                  <a:pt x="10" y="61"/>
                  <a:pt x="10" y="62"/>
                  <a:pt x="9" y="60"/>
                </a:cubicBezTo>
                <a:cubicBezTo>
                  <a:pt x="8" y="59"/>
                  <a:pt x="8" y="59"/>
                  <a:pt x="8" y="59"/>
                </a:cubicBezTo>
                <a:cubicBezTo>
                  <a:pt x="8" y="58"/>
                  <a:pt x="7" y="56"/>
                  <a:pt x="7" y="56"/>
                </a:cubicBezTo>
                <a:cubicBezTo>
                  <a:pt x="7" y="57"/>
                  <a:pt x="7" y="57"/>
                  <a:pt x="7" y="57"/>
                </a:cubicBezTo>
                <a:cubicBezTo>
                  <a:pt x="7" y="57"/>
                  <a:pt x="0" y="123"/>
                  <a:pt x="66" y="132"/>
                </a:cubicBezTo>
                <a:cubicBezTo>
                  <a:pt x="66" y="132"/>
                  <a:pt x="51" y="129"/>
                  <a:pt x="49" y="126"/>
                </a:cubicBezTo>
                <a:cubicBezTo>
                  <a:pt x="49" y="126"/>
                  <a:pt x="49" y="123"/>
                  <a:pt x="50" y="123"/>
                </a:cubicBezTo>
                <a:cubicBezTo>
                  <a:pt x="50" y="123"/>
                  <a:pt x="51" y="124"/>
                  <a:pt x="52" y="123"/>
                </a:cubicBezTo>
                <a:cubicBezTo>
                  <a:pt x="53" y="122"/>
                  <a:pt x="54" y="121"/>
                  <a:pt x="54" y="121"/>
                </a:cubicBezTo>
                <a:cubicBezTo>
                  <a:pt x="54" y="123"/>
                  <a:pt x="54" y="123"/>
                  <a:pt x="54" y="123"/>
                </a:cubicBezTo>
                <a:cubicBezTo>
                  <a:pt x="54" y="123"/>
                  <a:pt x="53" y="123"/>
                  <a:pt x="56" y="122"/>
                </a:cubicBezTo>
                <a:cubicBezTo>
                  <a:pt x="59" y="122"/>
                  <a:pt x="59" y="122"/>
                  <a:pt x="60" y="122"/>
                </a:cubicBezTo>
                <a:cubicBezTo>
                  <a:pt x="62" y="121"/>
                  <a:pt x="63" y="119"/>
                  <a:pt x="63" y="120"/>
                </a:cubicBezTo>
                <a:cubicBezTo>
                  <a:pt x="64" y="122"/>
                  <a:pt x="63" y="121"/>
                  <a:pt x="64" y="122"/>
                </a:cubicBezTo>
                <a:cubicBezTo>
                  <a:pt x="65" y="122"/>
                  <a:pt x="68" y="121"/>
                  <a:pt x="68" y="121"/>
                </a:cubicBezTo>
                <a:cubicBezTo>
                  <a:pt x="68" y="121"/>
                  <a:pt x="73" y="122"/>
                  <a:pt x="73" y="121"/>
                </a:cubicBezTo>
                <a:cubicBezTo>
                  <a:pt x="74" y="121"/>
                  <a:pt x="74" y="120"/>
                  <a:pt x="74" y="120"/>
                </a:cubicBezTo>
                <a:cubicBezTo>
                  <a:pt x="75" y="120"/>
                  <a:pt x="76" y="122"/>
                  <a:pt x="76" y="122"/>
                </a:cubicBezTo>
                <a:cubicBezTo>
                  <a:pt x="73" y="123"/>
                  <a:pt x="73" y="123"/>
                  <a:pt x="73" y="123"/>
                </a:cubicBezTo>
                <a:cubicBezTo>
                  <a:pt x="71" y="125"/>
                  <a:pt x="71" y="125"/>
                  <a:pt x="71" y="125"/>
                </a:cubicBezTo>
                <a:cubicBezTo>
                  <a:pt x="71" y="125"/>
                  <a:pt x="70" y="125"/>
                  <a:pt x="71" y="125"/>
                </a:cubicBezTo>
                <a:cubicBezTo>
                  <a:pt x="72" y="126"/>
                  <a:pt x="72" y="126"/>
                  <a:pt x="73" y="126"/>
                </a:cubicBezTo>
                <a:cubicBezTo>
                  <a:pt x="74" y="126"/>
                  <a:pt x="77" y="128"/>
                  <a:pt x="78" y="127"/>
                </a:cubicBezTo>
                <a:cubicBezTo>
                  <a:pt x="78" y="126"/>
                  <a:pt x="78" y="125"/>
                  <a:pt x="79" y="125"/>
                </a:cubicBezTo>
                <a:cubicBezTo>
                  <a:pt x="79" y="124"/>
                  <a:pt x="79" y="123"/>
                  <a:pt x="80" y="123"/>
                </a:cubicBezTo>
                <a:cubicBezTo>
                  <a:pt x="81" y="123"/>
                  <a:pt x="82" y="123"/>
                  <a:pt x="82" y="123"/>
                </a:cubicBezTo>
                <a:cubicBezTo>
                  <a:pt x="81" y="125"/>
                  <a:pt x="81" y="125"/>
                  <a:pt x="81" y="125"/>
                </a:cubicBezTo>
                <a:cubicBezTo>
                  <a:pt x="81" y="125"/>
                  <a:pt x="83" y="125"/>
                  <a:pt x="84" y="125"/>
                </a:cubicBezTo>
                <a:cubicBezTo>
                  <a:pt x="85" y="125"/>
                  <a:pt x="85" y="126"/>
                  <a:pt x="86" y="125"/>
                </a:cubicBezTo>
                <a:cubicBezTo>
                  <a:pt x="87" y="124"/>
                  <a:pt x="87" y="124"/>
                  <a:pt x="88" y="124"/>
                </a:cubicBezTo>
                <a:cubicBezTo>
                  <a:pt x="90" y="124"/>
                  <a:pt x="91" y="123"/>
                  <a:pt x="92" y="124"/>
                </a:cubicBezTo>
                <a:cubicBezTo>
                  <a:pt x="92" y="124"/>
                  <a:pt x="93" y="124"/>
                  <a:pt x="93" y="124"/>
                </a:cubicBezTo>
                <a:cubicBezTo>
                  <a:pt x="94" y="124"/>
                  <a:pt x="96" y="126"/>
                  <a:pt x="97" y="125"/>
                </a:cubicBezTo>
                <a:cubicBezTo>
                  <a:pt x="97" y="125"/>
                  <a:pt x="100" y="125"/>
                  <a:pt x="100" y="125"/>
                </a:cubicBezTo>
                <a:cubicBezTo>
                  <a:pt x="100" y="125"/>
                  <a:pt x="92" y="132"/>
                  <a:pt x="76" y="132"/>
                </a:cubicBezTo>
                <a:cubicBezTo>
                  <a:pt x="76" y="132"/>
                  <a:pt x="113" y="134"/>
                  <a:pt x="133" y="99"/>
                </a:cubicBezTo>
                <a:cubicBezTo>
                  <a:pt x="153" y="63"/>
                  <a:pt x="139" y="18"/>
                  <a:pt x="92" y="2"/>
                </a:cubicBezTo>
                <a:cubicBezTo>
                  <a:pt x="92" y="2"/>
                  <a:pt x="127" y="15"/>
                  <a:pt x="137" y="48"/>
                </a:cubicBezTo>
                <a:cubicBezTo>
                  <a:pt x="136" y="49"/>
                  <a:pt x="136" y="49"/>
                  <a:pt x="136" y="49"/>
                </a:cubicBezTo>
                <a:cubicBezTo>
                  <a:pt x="135" y="48"/>
                  <a:pt x="135" y="48"/>
                  <a:pt x="135" y="47"/>
                </a:cubicBezTo>
                <a:cubicBezTo>
                  <a:pt x="134" y="45"/>
                  <a:pt x="134" y="46"/>
                  <a:pt x="134" y="45"/>
                </a:cubicBezTo>
                <a:cubicBezTo>
                  <a:pt x="133" y="43"/>
                  <a:pt x="133" y="44"/>
                  <a:pt x="133" y="43"/>
                </a:cubicBezTo>
                <a:cubicBezTo>
                  <a:pt x="132" y="42"/>
                  <a:pt x="132" y="42"/>
                  <a:pt x="131" y="42"/>
                </a:cubicBezTo>
                <a:cubicBezTo>
                  <a:pt x="130" y="41"/>
                  <a:pt x="130" y="39"/>
                  <a:pt x="129" y="38"/>
                </a:cubicBezTo>
                <a:cubicBezTo>
                  <a:pt x="129" y="38"/>
                  <a:pt x="127" y="38"/>
                  <a:pt x="127" y="37"/>
                </a:cubicBezTo>
                <a:cubicBezTo>
                  <a:pt x="126" y="37"/>
                  <a:pt x="126" y="36"/>
                  <a:pt x="126" y="37"/>
                </a:cubicBezTo>
                <a:cubicBezTo>
                  <a:pt x="126" y="38"/>
                  <a:pt x="127" y="39"/>
                  <a:pt x="127" y="39"/>
                </a:cubicBezTo>
                <a:cubicBezTo>
                  <a:pt x="127" y="42"/>
                  <a:pt x="127" y="42"/>
                  <a:pt x="127" y="42"/>
                </a:cubicBezTo>
                <a:cubicBezTo>
                  <a:pt x="127" y="42"/>
                  <a:pt x="128" y="44"/>
                  <a:pt x="128" y="45"/>
                </a:cubicBezTo>
                <a:cubicBezTo>
                  <a:pt x="128" y="45"/>
                  <a:pt x="127" y="47"/>
                  <a:pt x="127" y="47"/>
                </a:cubicBezTo>
                <a:cubicBezTo>
                  <a:pt x="127" y="47"/>
                  <a:pt x="127" y="49"/>
                  <a:pt x="126" y="49"/>
                </a:cubicBezTo>
                <a:cubicBezTo>
                  <a:pt x="126" y="50"/>
                  <a:pt x="122" y="50"/>
                  <a:pt x="122" y="50"/>
                </a:cubicBezTo>
                <a:cubicBezTo>
                  <a:pt x="122" y="50"/>
                  <a:pt x="121" y="49"/>
                  <a:pt x="120" y="48"/>
                </a:cubicBezTo>
                <a:cubicBezTo>
                  <a:pt x="120" y="47"/>
                  <a:pt x="118" y="46"/>
                  <a:pt x="117" y="46"/>
                </a:cubicBezTo>
                <a:cubicBezTo>
                  <a:pt x="117" y="46"/>
                  <a:pt x="118" y="45"/>
                  <a:pt x="117" y="43"/>
                </a:cubicBezTo>
                <a:cubicBezTo>
                  <a:pt x="116" y="42"/>
                  <a:pt x="117" y="42"/>
                  <a:pt x="116" y="41"/>
                </a:cubicBezTo>
                <a:cubicBezTo>
                  <a:pt x="114" y="40"/>
                  <a:pt x="114" y="40"/>
                  <a:pt x="114" y="40"/>
                </a:cubicBezTo>
                <a:cubicBezTo>
                  <a:pt x="114" y="40"/>
                  <a:pt x="112" y="39"/>
                  <a:pt x="113" y="41"/>
                </a:cubicBezTo>
                <a:cubicBezTo>
                  <a:pt x="113" y="42"/>
                  <a:pt x="112" y="44"/>
                  <a:pt x="113" y="44"/>
                </a:cubicBezTo>
                <a:cubicBezTo>
                  <a:pt x="114" y="44"/>
                  <a:pt x="114" y="44"/>
                  <a:pt x="115" y="45"/>
                </a:cubicBezTo>
                <a:cubicBezTo>
                  <a:pt x="116" y="47"/>
                  <a:pt x="116" y="47"/>
                  <a:pt x="116" y="48"/>
                </a:cubicBezTo>
                <a:cubicBezTo>
                  <a:pt x="117" y="48"/>
                  <a:pt x="117" y="50"/>
                  <a:pt x="118" y="50"/>
                </a:cubicBezTo>
                <a:cubicBezTo>
                  <a:pt x="118" y="51"/>
                  <a:pt x="120" y="50"/>
                  <a:pt x="120" y="51"/>
                </a:cubicBezTo>
                <a:cubicBezTo>
                  <a:pt x="120" y="52"/>
                  <a:pt x="119" y="53"/>
                  <a:pt x="120" y="53"/>
                </a:cubicBezTo>
                <a:cubicBezTo>
                  <a:pt x="121" y="54"/>
                  <a:pt x="121" y="54"/>
                  <a:pt x="122" y="54"/>
                </a:cubicBezTo>
                <a:cubicBezTo>
                  <a:pt x="122" y="54"/>
                  <a:pt x="122" y="54"/>
                  <a:pt x="123" y="54"/>
                </a:cubicBezTo>
                <a:cubicBezTo>
                  <a:pt x="124" y="53"/>
                  <a:pt x="125" y="53"/>
                  <a:pt x="125" y="53"/>
                </a:cubicBezTo>
                <a:cubicBezTo>
                  <a:pt x="125" y="53"/>
                  <a:pt x="127" y="54"/>
                  <a:pt x="127" y="55"/>
                </a:cubicBezTo>
                <a:cubicBezTo>
                  <a:pt x="127" y="55"/>
                  <a:pt x="126" y="58"/>
                  <a:pt x="126" y="58"/>
                </a:cubicBezTo>
                <a:cubicBezTo>
                  <a:pt x="125" y="61"/>
                  <a:pt x="125" y="61"/>
                  <a:pt x="125" y="61"/>
                </a:cubicBezTo>
                <a:cubicBezTo>
                  <a:pt x="125" y="61"/>
                  <a:pt x="125" y="65"/>
                  <a:pt x="124" y="65"/>
                </a:cubicBezTo>
                <a:cubicBezTo>
                  <a:pt x="124" y="65"/>
                  <a:pt x="123" y="67"/>
                  <a:pt x="122" y="68"/>
                </a:cubicBezTo>
                <a:cubicBezTo>
                  <a:pt x="122" y="68"/>
                  <a:pt x="121" y="71"/>
                  <a:pt x="121" y="71"/>
                </a:cubicBezTo>
                <a:cubicBezTo>
                  <a:pt x="120" y="73"/>
                  <a:pt x="120" y="73"/>
                  <a:pt x="120" y="73"/>
                </a:cubicBezTo>
                <a:cubicBezTo>
                  <a:pt x="120" y="73"/>
                  <a:pt x="120" y="75"/>
                  <a:pt x="120" y="76"/>
                </a:cubicBezTo>
                <a:cubicBezTo>
                  <a:pt x="120" y="76"/>
                  <a:pt x="121" y="79"/>
                  <a:pt x="120" y="80"/>
                </a:cubicBezTo>
                <a:cubicBezTo>
                  <a:pt x="120" y="81"/>
                  <a:pt x="118" y="83"/>
                  <a:pt x="118" y="83"/>
                </a:cubicBezTo>
                <a:cubicBezTo>
                  <a:pt x="118" y="83"/>
                  <a:pt x="121" y="85"/>
                  <a:pt x="119" y="85"/>
                </a:cubicBezTo>
                <a:cubicBezTo>
                  <a:pt x="118" y="85"/>
                  <a:pt x="117" y="87"/>
                  <a:pt x="116" y="88"/>
                </a:cubicBezTo>
                <a:cubicBezTo>
                  <a:pt x="116" y="88"/>
                  <a:pt x="116" y="89"/>
                  <a:pt x="116" y="89"/>
                </a:cubicBezTo>
                <a:cubicBezTo>
                  <a:pt x="115" y="89"/>
                  <a:pt x="113" y="90"/>
                  <a:pt x="113" y="90"/>
                </a:cubicBezTo>
                <a:cubicBezTo>
                  <a:pt x="113" y="91"/>
                  <a:pt x="113" y="92"/>
                  <a:pt x="113" y="92"/>
                </a:cubicBezTo>
                <a:cubicBezTo>
                  <a:pt x="111" y="96"/>
                  <a:pt x="111" y="96"/>
                  <a:pt x="111" y="96"/>
                </a:cubicBezTo>
                <a:cubicBezTo>
                  <a:pt x="108" y="99"/>
                  <a:pt x="108" y="99"/>
                  <a:pt x="108" y="99"/>
                </a:cubicBezTo>
                <a:cubicBezTo>
                  <a:pt x="108" y="99"/>
                  <a:pt x="108" y="100"/>
                  <a:pt x="107" y="100"/>
                </a:cubicBezTo>
                <a:cubicBezTo>
                  <a:pt x="106" y="101"/>
                  <a:pt x="103" y="102"/>
                  <a:pt x="103" y="102"/>
                </a:cubicBezTo>
                <a:cubicBezTo>
                  <a:pt x="102" y="103"/>
                  <a:pt x="100" y="104"/>
                  <a:pt x="99" y="104"/>
                </a:cubicBezTo>
                <a:cubicBezTo>
                  <a:pt x="98" y="104"/>
                  <a:pt x="100" y="106"/>
                  <a:pt x="98" y="104"/>
                </a:cubicBezTo>
                <a:cubicBezTo>
                  <a:pt x="97" y="102"/>
                  <a:pt x="98" y="103"/>
                  <a:pt x="97" y="101"/>
                </a:cubicBezTo>
                <a:cubicBezTo>
                  <a:pt x="96" y="98"/>
                  <a:pt x="96" y="100"/>
                  <a:pt x="96" y="98"/>
                </a:cubicBezTo>
                <a:cubicBezTo>
                  <a:pt x="96" y="96"/>
                  <a:pt x="96" y="98"/>
                  <a:pt x="96" y="96"/>
                </a:cubicBezTo>
                <a:cubicBezTo>
                  <a:pt x="96" y="94"/>
                  <a:pt x="96" y="96"/>
                  <a:pt x="95" y="94"/>
                </a:cubicBezTo>
                <a:cubicBezTo>
                  <a:pt x="94" y="92"/>
                  <a:pt x="95" y="92"/>
                  <a:pt x="93" y="91"/>
                </a:cubicBezTo>
                <a:cubicBezTo>
                  <a:pt x="92" y="90"/>
                  <a:pt x="91" y="91"/>
                  <a:pt x="92" y="89"/>
                </a:cubicBezTo>
                <a:cubicBezTo>
                  <a:pt x="93" y="87"/>
                  <a:pt x="92" y="89"/>
                  <a:pt x="93" y="87"/>
                </a:cubicBezTo>
                <a:cubicBezTo>
                  <a:pt x="93" y="85"/>
                  <a:pt x="93" y="85"/>
                  <a:pt x="94" y="84"/>
                </a:cubicBezTo>
                <a:cubicBezTo>
                  <a:pt x="95" y="83"/>
                  <a:pt x="96" y="83"/>
                  <a:pt x="96" y="81"/>
                </a:cubicBezTo>
                <a:cubicBezTo>
                  <a:pt x="96" y="80"/>
                  <a:pt x="96" y="80"/>
                  <a:pt x="96" y="79"/>
                </a:cubicBezTo>
                <a:cubicBezTo>
                  <a:pt x="95" y="78"/>
                  <a:pt x="94" y="77"/>
                  <a:pt x="94" y="76"/>
                </a:cubicBezTo>
                <a:cubicBezTo>
                  <a:pt x="94" y="76"/>
                  <a:pt x="94" y="76"/>
                  <a:pt x="93" y="75"/>
                </a:cubicBezTo>
                <a:cubicBezTo>
                  <a:pt x="92" y="73"/>
                  <a:pt x="91" y="73"/>
                  <a:pt x="91" y="73"/>
                </a:cubicBezTo>
                <a:cubicBezTo>
                  <a:pt x="91" y="73"/>
                  <a:pt x="91" y="69"/>
                  <a:pt x="91" y="68"/>
                </a:cubicBezTo>
                <a:cubicBezTo>
                  <a:pt x="91" y="67"/>
                  <a:pt x="90" y="69"/>
                  <a:pt x="91" y="67"/>
                </a:cubicBezTo>
                <a:cubicBezTo>
                  <a:pt x="91" y="65"/>
                  <a:pt x="91" y="64"/>
                  <a:pt x="91" y="64"/>
                </a:cubicBezTo>
                <a:cubicBezTo>
                  <a:pt x="91" y="64"/>
                  <a:pt x="89" y="62"/>
                  <a:pt x="88" y="62"/>
                </a:cubicBezTo>
                <a:cubicBezTo>
                  <a:pt x="87" y="62"/>
                  <a:pt x="87" y="64"/>
                  <a:pt x="86" y="63"/>
                </a:cubicBezTo>
                <a:cubicBezTo>
                  <a:pt x="85" y="61"/>
                  <a:pt x="85" y="61"/>
                  <a:pt x="84" y="60"/>
                </a:cubicBezTo>
                <a:cubicBezTo>
                  <a:pt x="84" y="60"/>
                  <a:pt x="83" y="60"/>
                  <a:pt x="82" y="61"/>
                </a:cubicBezTo>
                <a:cubicBezTo>
                  <a:pt x="81" y="61"/>
                  <a:pt x="80" y="61"/>
                  <a:pt x="78" y="62"/>
                </a:cubicBezTo>
                <a:cubicBezTo>
                  <a:pt x="77" y="62"/>
                  <a:pt x="76" y="62"/>
                  <a:pt x="75" y="62"/>
                </a:cubicBezTo>
                <a:cubicBezTo>
                  <a:pt x="73" y="62"/>
                  <a:pt x="71" y="63"/>
                  <a:pt x="69" y="62"/>
                </a:cubicBezTo>
                <a:cubicBezTo>
                  <a:pt x="68" y="61"/>
                  <a:pt x="68" y="62"/>
                  <a:pt x="67" y="61"/>
                </a:cubicBezTo>
                <a:cubicBezTo>
                  <a:pt x="66" y="59"/>
                  <a:pt x="67" y="59"/>
                  <a:pt x="65" y="59"/>
                </a:cubicBezTo>
                <a:cubicBezTo>
                  <a:pt x="64" y="58"/>
                  <a:pt x="64" y="59"/>
                  <a:pt x="64" y="57"/>
                </a:cubicBezTo>
                <a:cubicBezTo>
                  <a:pt x="63" y="56"/>
                  <a:pt x="64" y="56"/>
                  <a:pt x="63" y="55"/>
                </a:cubicBezTo>
                <a:cubicBezTo>
                  <a:pt x="62" y="54"/>
                  <a:pt x="64" y="55"/>
                  <a:pt x="62" y="54"/>
                </a:cubicBezTo>
                <a:cubicBezTo>
                  <a:pt x="60" y="52"/>
                  <a:pt x="60" y="53"/>
                  <a:pt x="60" y="52"/>
                </a:cubicBezTo>
                <a:cubicBezTo>
                  <a:pt x="61" y="50"/>
                  <a:pt x="61" y="51"/>
                  <a:pt x="61" y="49"/>
                </a:cubicBezTo>
                <a:cubicBezTo>
                  <a:pt x="61" y="47"/>
                  <a:pt x="64" y="50"/>
                  <a:pt x="63" y="46"/>
                </a:cubicBezTo>
                <a:cubicBezTo>
                  <a:pt x="61" y="42"/>
                  <a:pt x="60" y="43"/>
                  <a:pt x="62" y="40"/>
                </a:cubicBezTo>
                <a:cubicBezTo>
                  <a:pt x="64" y="38"/>
                  <a:pt x="66" y="37"/>
                  <a:pt x="66" y="36"/>
                </a:cubicBezTo>
                <a:cubicBezTo>
                  <a:pt x="66" y="35"/>
                  <a:pt x="67" y="34"/>
                  <a:pt x="68" y="33"/>
                </a:cubicBezTo>
                <a:cubicBezTo>
                  <a:pt x="68" y="33"/>
                  <a:pt x="68" y="32"/>
                  <a:pt x="69" y="33"/>
                </a:cubicBezTo>
                <a:cubicBezTo>
                  <a:pt x="71" y="33"/>
                  <a:pt x="72" y="32"/>
                  <a:pt x="73" y="31"/>
                </a:cubicBezTo>
                <a:cubicBezTo>
                  <a:pt x="74" y="30"/>
                  <a:pt x="75" y="29"/>
                  <a:pt x="76" y="29"/>
                </a:cubicBezTo>
                <a:cubicBezTo>
                  <a:pt x="76" y="28"/>
                  <a:pt x="76" y="29"/>
                  <a:pt x="78" y="28"/>
                </a:cubicBezTo>
                <a:cubicBezTo>
                  <a:pt x="79" y="28"/>
                  <a:pt x="79" y="28"/>
                  <a:pt x="80" y="28"/>
                </a:cubicBezTo>
                <a:cubicBezTo>
                  <a:pt x="81" y="28"/>
                  <a:pt x="79" y="28"/>
                  <a:pt x="82" y="28"/>
                </a:cubicBezTo>
                <a:cubicBezTo>
                  <a:pt x="85" y="27"/>
                  <a:pt x="84" y="27"/>
                  <a:pt x="85" y="27"/>
                </a:cubicBezTo>
                <a:cubicBezTo>
                  <a:pt x="85" y="27"/>
                  <a:pt x="85" y="28"/>
                  <a:pt x="86" y="28"/>
                </a:cubicBezTo>
                <a:cubicBezTo>
                  <a:pt x="87" y="28"/>
                  <a:pt x="87" y="26"/>
                  <a:pt x="87" y="28"/>
                </a:cubicBezTo>
                <a:cubicBezTo>
                  <a:pt x="87" y="30"/>
                  <a:pt x="86" y="31"/>
                  <a:pt x="88" y="31"/>
                </a:cubicBezTo>
                <a:cubicBezTo>
                  <a:pt x="90" y="32"/>
                  <a:pt x="88" y="32"/>
                  <a:pt x="90" y="32"/>
                </a:cubicBezTo>
                <a:cubicBezTo>
                  <a:pt x="92" y="32"/>
                  <a:pt x="91" y="32"/>
                  <a:pt x="92" y="32"/>
                </a:cubicBezTo>
                <a:cubicBezTo>
                  <a:pt x="93" y="33"/>
                  <a:pt x="94" y="33"/>
                  <a:pt x="95" y="33"/>
                </a:cubicBezTo>
                <a:cubicBezTo>
                  <a:pt x="96" y="33"/>
                  <a:pt x="94" y="36"/>
                  <a:pt x="96" y="33"/>
                </a:cubicBezTo>
                <a:cubicBezTo>
                  <a:pt x="98" y="31"/>
                  <a:pt x="95" y="31"/>
                  <a:pt x="98" y="31"/>
                </a:cubicBezTo>
                <a:cubicBezTo>
                  <a:pt x="102" y="32"/>
                  <a:pt x="103" y="33"/>
                  <a:pt x="103" y="32"/>
                </a:cubicBezTo>
                <a:cubicBezTo>
                  <a:pt x="104" y="32"/>
                  <a:pt x="104" y="33"/>
                  <a:pt x="106" y="32"/>
                </a:cubicBezTo>
                <a:cubicBezTo>
                  <a:pt x="107" y="31"/>
                  <a:pt x="107" y="31"/>
                  <a:pt x="108" y="31"/>
                </a:cubicBezTo>
                <a:cubicBezTo>
                  <a:pt x="108" y="32"/>
                  <a:pt x="108" y="33"/>
                  <a:pt x="109" y="32"/>
                </a:cubicBezTo>
                <a:cubicBezTo>
                  <a:pt x="110" y="30"/>
                  <a:pt x="111" y="31"/>
                  <a:pt x="109" y="30"/>
                </a:cubicBezTo>
                <a:cubicBezTo>
                  <a:pt x="107" y="29"/>
                  <a:pt x="107" y="30"/>
                  <a:pt x="106" y="29"/>
                </a:cubicBezTo>
                <a:cubicBezTo>
                  <a:pt x="106" y="27"/>
                  <a:pt x="108" y="28"/>
                  <a:pt x="106" y="27"/>
                </a:cubicBezTo>
                <a:cubicBezTo>
                  <a:pt x="104" y="27"/>
                  <a:pt x="104" y="27"/>
                  <a:pt x="103" y="27"/>
                </a:cubicBezTo>
                <a:cubicBezTo>
                  <a:pt x="102" y="26"/>
                  <a:pt x="100" y="28"/>
                  <a:pt x="100" y="27"/>
                </a:cubicBezTo>
                <a:cubicBezTo>
                  <a:pt x="99" y="25"/>
                  <a:pt x="97" y="28"/>
                  <a:pt x="99" y="25"/>
                </a:cubicBezTo>
                <a:cubicBezTo>
                  <a:pt x="102" y="23"/>
                  <a:pt x="101" y="22"/>
                  <a:pt x="103" y="22"/>
                </a:cubicBezTo>
                <a:cubicBezTo>
                  <a:pt x="104" y="23"/>
                  <a:pt x="104" y="24"/>
                  <a:pt x="105" y="23"/>
                </a:cubicBezTo>
                <a:cubicBezTo>
                  <a:pt x="106" y="23"/>
                  <a:pt x="108" y="22"/>
                  <a:pt x="106" y="21"/>
                </a:cubicBezTo>
                <a:cubicBezTo>
                  <a:pt x="104" y="19"/>
                  <a:pt x="105" y="20"/>
                  <a:pt x="103" y="19"/>
                </a:cubicBezTo>
                <a:cubicBezTo>
                  <a:pt x="101" y="18"/>
                  <a:pt x="99" y="22"/>
                  <a:pt x="98" y="22"/>
                </a:cubicBezTo>
                <a:cubicBezTo>
                  <a:pt x="98" y="21"/>
                  <a:pt x="97" y="21"/>
                  <a:pt x="96" y="21"/>
                </a:cubicBezTo>
                <a:cubicBezTo>
                  <a:pt x="96" y="21"/>
                  <a:pt x="96" y="23"/>
                  <a:pt x="96" y="24"/>
                </a:cubicBezTo>
                <a:cubicBezTo>
                  <a:pt x="96" y="26"/>
                  <a:pt x="97" y="26"/>
                  <a:pt x="95" y="25"/>
                </a:cubicBezTo>
                <a:cubicBezTo>
                  <a:pt x="93" y="24"/>
                  <a:pt x="97" y="24"/>
                  <a:pt x="92" y="23"/>
                </a:cubicBezTo>
                <a:cubicBezTo>
                  <a:pt x="88" y="21"/>
                  <a:pt x="86" y="21"/>
                  <a:pt x="86" y="22"/>
                </a:cubicBezTo>
                <a:cubicBezTo>
                  <a:pt x="85" y="23"/>
                  <a:pt x="84" y="23"/>
                  <a:pt x="84" y="23"/>
                </a:cubicBezTo>
                <a:cubicBezTo>
                  <a:pt x="83" y="23"/>
                  <a:pt x="85" y="25"/>
                  <a:pt x="83" y="23"/>
                </a:cubicBezTo>
                <a:cubicBezTo>
                  <a:pt x="81" y="22"/>
                  <a:pt x="79" y="24"/>
                  <a:pt x="79" y="24"/>
                </a:cubicBezTo>
                <a:cubicBezTo>
                  <a:pt x="79" y="24"/>
                  <a:pt x="79" y="24"/>
                  <a:pt x="78" y="24"/>
                </a:cubicBezTo>
                <a:cubicBezTo>
                  <a:pt x="77" y="25"/>
                  <a:pt x="76" y="26"/>
                  <a:pt x="75" y="25"/>
                </a:cubicBezTo>
                <a:cubicBezTo>
                  <a:pt x="74" y="25"/>
                  <a:pt x="72" y="26"/>
                  <a:pt x="73" y="23"/>
                </a:cubicBezTo>
                <a:cubicBezTo>
                  <a:pt x="75" y="21"/>
                  <a:pt x="74" y="22"/>
                  <a:pt x="77" y="21"/>
                </a:cubicBezTo>
                <a:cubicBezTo>
                  <a:pt x="79" y="20"/>
                  <a:pt x="83" y="20"/>
                  <a:pt x="80" y="19"/>
                </a:cubicBezTo>
                <a:cubicBezTo>
                  <a:pt x="76" y="18"/>
                  <a:pt x="82" y="18"/>
                  <a:pt x="77" y="16"/>
                </a:cubicBezTo>
                <a:cubicBezTo>
                  <a:pt x="73" y="14"/>
                  <a:pt x="72" y="17"/>
                  <a:pt x="73" y="14"/>
                </a:cubicBezTo>
                <a:cubicBezTo>
                  <a:pt x="73" y="11"/>
                  <a:pt x="72" y="11"/>
                  <a:pt x="71" y="11"/>
                </a:cubicBezTo>
                <a:cubicBezTo>
                  <a:pt x="70" y="11"/>
                  <a:pt x="68" y="12"/>
                  <a:pt x="66" y="12"/>
                </a:cubicBezTo>
                <a:cubicBezTo>
                  <a:pt x="65" y="12"/>
                  <a:pt x="67" y="13"/>
                  <a:pt x="65" y="12"/>
                </a:cubicBezTo>
                <a:cubicBezTo>
                  <a:pt x="63" y="11"/>
                  <a:pt x="62" y="13"/>
                  <a:pt x="63" y="11"/>
                </a:cubicBezTo>
                <a:cubicBezTo>
                  <a:pt x="63" y="9"/>
                  <a:pt x="63" y="8"/>
                  <a:pt x="65" y="7"/>
                </a:cubicBezTo>
                <a:cubicBezTo>
                  <a:pt x="66" y="6"/>
                  <a:pt x="66" y="2"/>
                  <a:pt x="69" y="4"/>
                </a:cubicBezTo>
                <a:cubicBezTo>
                  <a:pt x="72" y="5"/>
                  <a:pt x="71" y="5"/>
                  <a:pt x="73" y="5"/>
                </a:cubicBezTo>
                <a:cubicBezTo>
                  <a:pt x="76" y="5"/>
                  <a:pt x="77" y="5"/>
                  <a:pt x="77" y="4"/>
                </a:cubicBezTo>
                <a:cubicBezTo>
                  <a:pt x="77" y="4"/>
                  <a:pt x="74" y="2"/>
                  <a:pt x="74" y="2"/>
                </a:cubicBezTo>
                <a:cubicBezTo>
                  <a:pt x="74" y="2"/>
                  <a:pt x="73" y="3"/>
                  <a:pt x="73" y="2"/>
                </a:cubicBezTo>
                <a:cubicBezTo>
                  <a:pt x="74" y="2"/>
                  <a:pt x="74" y="1"/>
                  <a:pt x="74" y="1"/>
                </a:cubicBezTo>
                <a:cubicBezTo>
                  <a:pt x="73" y="0"/>
                  <a:pt x="73" y="0"/>
                  <a:pt x="73" y="0"/>
                </a:cubicBezTo>
                <a:cubicBezTo>
                  <a:pt x="73" y="0"/>
                  <a:pt x="65" y="0"/>
                  <a:pt x="62" y="1"/>
                </a:cubicBez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73"/>
          <p:cNvSpPr>
            <a:spLocks noEditPoints="1"/>
          </p:cNvSpPr>
          <p:nvPr/>
        </p:nvSpPr>
        <p:spPr bwMode="auto">
          <a:xfrm>
            <a:off x="7848856" y="3813974"/>
            <a:ext cx="223200" cy="223200"/>
          </a:xfrm>
          <a:custGeom>
            <a:avLst/>
            <a:gdLst>
              <a:gd name="T0" fmla="*/ 63 w 126"/>
              <a:gd name="T1" fmla="*/ 0 h 126"/>
              <a:gd name="T2" fmla="*/ 0 w 126"/>
              <a:gd name="T3" fmla="*/ 63 h 126"/>
              <a:gd name="T4" fmla="*/ 63 w 126"/>
              <a:gd name="T5" fmla="*/ 126 h 126"/>
              <a:gd name="T6" fmla="*/ 126 w 126"/>
              <a:gd name="T7" fmla="*/ 63 h 126"/>
              <a:gd name="T8" fmla="*/ 63 w 126"/>
              <a:gd name="T9" fmla="*/ 0 h 126"/>
              <a:gd name="T10" fmla="*/ 63 w 126"/>
              <a:gd name="T11" fmla="*/ 114 h 126"/>
              <a:gd name="T12" fmla="*/ 12 w 126"/>
              <a:gd name="T13" fmla="*/ 63 h 126"/>
              <a:gd name="T14" fmla="*/ 63 w 126"/>
              <a:gd name="T15" fmla="*/ 11 h 126"/>
              <a:gd name="T16" fmla="*/ 115 w 126"/>
              <a:gd name="T17" fmla="*/ 63 h 126"/>
              <a:gd name="T18" fmla="*/ 63 w 126"/>
              <a:gd name="T19" fmla="*/ 114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26">
                <a:moveTo>
                  <a:pt x="63" y="0"/>
                </a:moveTo>
                <a:cubicBezTo>
                  <a:pt x="29" y="0"/>
                  <a:pt x="0" y="28"/>
                  <a:pt x="0" y="63"/>
                </a:cubicBezTo>
                <a:cubicBezTo>
                  <a:pt x="0" y="97"/>
                  <a:pt x="29" y="126"/>
                  <a:pt x="63" y="126"/>
                </a:cubicBezTo>
                <a:cubicBezTo>
                  <a:pt x="98" y="126"/>
                  <a:pt x="126" y="97"/>
                  <a:pt x="126" y="63"/>
                </a:cubicBezTo>
                <a:cubicBezTo>
                  <a:pt x="126" y="28"/>
                  <a:pt x="98" y="0"/>
                  <a:pt x="63" y="0"/>
                </a:cubicBezTo>
                <a:close/>
                <a:moveTo>
                  <a:pt x="63" y="114"/>
                </a:moveTo>
                <a:cubicBezTo>
                  <a:pt x="35" y="114"/>
                  <a:pt x="12" y="91"/>
                  <a:pt x="12" y="63"/>
                </a:cubicBezTo>
                <a:cubicBezTo>
                  <a:pt x="12" y="34"/>
                  <a:pt x="35" y="11"/>
                  <a:pt x="63" y="11"/>
                </a:cubicBezTo>
                <a:cubicBezTo>
                  <a:pt x="92" y="11"/>
                  <a:pt x="115" y="34"/>
                  <a:pt x="115" y="63"/>
                </a:cubicBezTo>
                <a:cubicBezTo>
                  <a:pt x="115" y="91"/>
                  <a:pt x="92" y="114"/>
                  <a:pt x="63" y="114"/>
                </a:cubicBez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Rectangle 74"/>
          <p:cNvSpPr>
            <a:spLocks noChangeArrowheads="1"/>
          </p:cNvSpPr>
          <p:nvPr/>
        </p:nvSpPr>
        <p:spPr bwMode="auto">
          <a:xfrm>
            <a:off x="7946182" y="4025495"/>
            <a:ext cx="29847" cy="107707"/>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75"/>
          <p:cNvSpPr>
            <a:spLocks/>
          </p:cNvSpPr>
          <p:nvPr/>
        </p:nvSpPr>
        <p:spPr bwMode="auto">
          <a:xfrm>
            <a:off x="7937098" y="4059235"/>
            <a:ext cx="48014" cy="150530"/>
          </a:xfrm>
          <a:custGeom>
            <a:avLst/>
            <a:gdLst>
              <a:gd name="T0" fmla="*/ 27 w 27"/>
              <a:gd name="T1" fmla="*/ 71 h 85"/>
              <a:gd name="T2" fmla="*/ 13 w 27"/>
              <a:gd name="T3" fmla="*/ 85 h 85"/>
              <a:gd name="T4" fmla="*/ 13 w 27"/>
              <a:gd name="T5" fmla="*/ 85 h 85"/>
              <a:gd name="T6" fmla="*/ 0 w 27"/>
              <a:gd name="T7" fmla="*/ 71 h 85"/>
              <a:gd name="T8" fmla="*/ 0 w 27"/>
              <a:gd name="T9" fmla="*/ 14 h 85"/>
              <a:gd name="T10" fmla="*/ 13 w 27"/>
              <a:gd name="T11" fmla="*/ 0 h 85"/>
              <a:gd name="T12" fmla="*/ 13 w 27"/>
              <a:gd name="T13" fmla="*/ 0 h 85"/>
              <a:gd name="T14" fmla="*/ 27 w 27"/>
              <a:gd name="T15" fmla="*/ 14 h 85"/>
              <a:gd name="T16" fmla="*/ 27 w 27"/>
              <a:gd name="T17" fmla="*/ 71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85">
                <a:moveTo>
                  <a:pt x="27" y="71"/>
                </a:moveTo>
                <a:cubicBezTo>
                  <a:pt x="27" y="79"/>
                  <a:pt x="21" y="85"/>
                  <a:pt x="13" y="85"/>
                </a:cubicBezTo>
                <a:cubicBezTo>
                  <a:pt x="13" y="85"/>
                  <a:pt x="13" y="85"/>
                  <a:pt x="13" y="85"/>
                </a:cubicBezTo>
                <a:cubicBezTo>
                  <a:pt x="6" y="85"/>
                  <a:pt x="0" y="79"/>
                  <a:pt x="0" y="71"/>
                </a:cubicBezTo>
                <a:cubicBezTo>
                  <a:pt x="0" y="14"/>
                  <a:pt x="0" y="14"/>
                  <a:pt x="0" y="14"/>
                </a:cubicBezTo>
                <a:cubicBezTo>
                  <a:pt x="0" y="6"/>
                  <a:pt x="6" y="0"/>
                  <a:pt x="13" y="0"/>
                </a:cubicBezTo>
                <a:cubicBezTo>
                  <a:pt x="13" y="0"/>
                  <a:pt x="13" y="0"/>
                  <a:pt x="13" y="0"/>
                </a:cubicBezTo>
                <a:cubicBezTo>
                  <a:pt x="21" y="0"/>
                  <a:pt x="27" y="6"/>
                  <a:pt x="27" y="14"/>
                </a:cubicBezTo>
                <a:lnTo>
                  <a:pt x="27" y="71"/>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76"/>
          <p:cNvSpPr>
            <a:spLocks/>
          </p:cNvSpPr>
          <p:nvPr/>
        </p:nvSpPr>
        <p:spPr bwMode="auto">
          <a:xfrm>
            <a:off x="7427111" y="2368362"/>
            <a:ext cx="116791" cy="27251"/>
          </a:xfrm>
          <a:custGeom>
            <a:avLst/>
            <a:gdLst>
              <a:gd name="T0" fmla="*/ 66 w 66"/>
              <a:gd name="T1" fmla="*/ 8 h 15"/>
              <a:gd name="T2" fmla="*/ 55 w 66"/>
              <a:gd name="T3" fmla="*/ 15 h 15"/>
              <a:gd name="T4" fmla="*/ 11 w 66"/>
              <a:gd name="T5" fmla="*/ 15 h 15"/>
              <a:gd name="T6" fmla="*/ 0 w 66"/>
              <a:gd name="T7" fmla="*/ 8 h 15"/>
              <a:gd name="T8" fmla="*/ 0 w 66"/>
              <a:gd name="T9" fmla="*/ 8 h 15"/>
              <a:gd name="T10" fmla="*/ 11 w 66"/>
              <a:gd name="T11" fmla="*/ 0 h 15"/>
              <a:gd name="T12" fmla="*/ 55 w 66"/>
              <a:gd name="T13" fmla="*/ 0 h 15"/>
              <a:gd name="T14" fmla="*/ 66 w 66"/>
              <a:gd name="T15" fmla="*/ 8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15">
                <a:moveTo>
                  <a:pt x="66" y="8"/>
                </a:moveTo>
                <a:cubicBezTo>
                  <a:pt x="66" y="12"/>
                  <a:pt x="61" y="15"/>
                  <a:pt x="55" y="15"/>
                </a:cubicBezTo>
                <a:cubicBezTo>
                  <a:pt x="11" y="15"/>
                  <a:pt x="11" y="15"/>
                  <a:pt x="11" y="15"/>
                </a:cubicBezTo>
                <a:cubicBezTo>
                  <a:pt x="5" y="15"/>
                  <a:pt x="0" y="12"/>
                  <a:pt x="0" y="8"/>
                </a:cubicBezTo>
                <a:cubicBezTo>
                  <a:pt x="0" y="8"/>
                  <a:pt x="0" y="8"/>
                  <a:pt x="0" y="8"/>
                </a:cubicBezTo>
                <a:cubicBezTo>
                  <a:pt x="0" y="3"/>
                  <a:pt x="5" y="0"/>
                  <a:pt x="11" y="0"/>
                </a:cubicBezTo>
                <a:cubicBezTo>
                  <a:pt x="55" y="0"/>
                  <a:pt x="55" y="0"/>
                  <a:pt x="55" y="0"/>
                </a:cubicBezTo>
                <a:cubicBezTo>
                  <a:pt x="61" y="0"/>
                  <a:pt x="66" y="3"/>
                  <a:pt x="66" y="8"/>
                </a:cubicBez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77"/>
          <p:cNvSpPr>
            <a:spLocks/>
          </p:cNvSpPr>
          <p:nvPr/>
        </p:nvSpPr>
        <p:spPr bwMode="auto">
          <a:xfrm>
            <a:off x="7427111" y="2396911"/>
            <a:ext cx="116791" cy="28549"/>
          </a:xfrm>
          <a:custGeom>
            <a:avLst/>
            <a:gdLst>
              <a:gd name="T0" fmla="*/ 66 w 66"/>
              <a:gd name="T1" fmla="*/ 8 h 16"/>
              <a:gd name="T2" fmla="*/ 55 w 66"/>
              <a:gd name="T3" fmla="*/ 16 h 16"/>
              <a:gd name="T4" fmla="*/ 11 w 66"/>
              <a:gd name="T5" fmla="*/ 16 h 16"/>
              <a:gd name="T6" fmla="*/ 0 w 66"/>
              <a:gd name="T7" fmla="*/ 8 h 16"/>
              <a:gd name="T8" fmla="*/ 0 w 66"/>
              <a:gd name="T9" fmla="*/ 8 h 16"/>
              <a:gd name="T10" fmla="*/ 11 w 66"/>
              <a:gd name="T11" fmla="*/ 0 h 16"/>
              <a:gd name="T12" fmla="*/ 55 w 66"/>
              <a:gd name="T13" fmla="*/ 0 h 16"/>
              <a:gd name="T14" fmla="*/ 66 w 66"/>
              <a:gd name="T15" fmla="*/ 8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16">
                <a:moveTo>
                  <a:pt x="66" y="8"/>
                </a:moveTo>
                <a:cubicBezTo>
                  <a:pt x="66" y="13"/>
                  <a:pt x="61" y="16"/>
                  <a:pt x="55" y="16"/>
                </a:cubicBezTo>
                <a:cubicBezTo>
                  <a:pt x="11" y="16"/>
                  <a:pt x="11" y="16"/>
                  <a:pt x="11" y="16"/>
                </a:cubicBezTo>
                <a:cubicBezTo>
                  <a:pt x="5" y="16"/>
                  <a:pt x="0" y="13"/>
                  <a:pt x="0" y="8"/>
                </a:cubicBezTo>
                <a:cubicBezTo>
                  <a:pt x="0" y="8"/>
                  <a:pt x="0" y="8"/>
                  <a:pt x="0" y="8"/>
                </a:cubicBezTo>
                <a:cubicBezTo>
                  <a:pt x="0" y="4"/>
                  <a:pt x="5" y="0"/>
                  <a:pt x="11" y="0"/>
                </a:cubicBezTo>
                <a:cubicBezTo>
                  <a:pt x="55" y="0"/>
                  <a:pt x="55" y="0"/>
                  <a:pt x="55" y="0"/>
                </a:cubicBezTo>
                <a:cubicBezTo>
                  <a:pt x="61" y="0"/>
                  <a:pt x="66" y="4"/>
                  <a:pt x="66" y="8"/>
                </a:cubicBez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78"/>
          <p:cNvSpPr>
            <a:spLocks/>
          </p:cNvSpPr>
          <p:nvPr/>
        </p:nvSpPr>
        <p:spPr bwMode="auto">
          <a:xfrm>
            <a:off x="7450470" y="2426758"/>
            <a:ext cx="71372" cy="28549"/>
          </a:xfrm>
          <a:custGeom>
            <a:avLst/>
            <a:gdLst>
              <a:gd name="T0" fmla="*/ 40 w 40"/>
              <a:gd name="T1" fmla="*/ 8 h 16"/>
              <a:gd name="T2" fmla="*/ 33 w 40"/>
              <a:gd name="T3" fmla="*/ 16 h 16"/>
              <a:gd name="T4" fmla="*/ 7 w 40"/>
              <a:gd name="T5" fmla="*/ 16 h 16"/>
              <a:gd name="T6" fmla="*/ 0 w 40"/>
              <a:gd name="T7" fmla="*/ 8 h 16"/>
              <a:gd name="T8" fmla="*/ 0 w 40"/>
              <a:gd name="T9" fmla="*/ 8 h 16"/>
              <a:gd name="T10" fmla="*/ 7 w 40"/>
              <a:gd name="T11" fmla="*/ 0 h 16"/>
              <a:gd name="T12" fmla="*/ 33 w 40"/>
              <a:gd name="T13" fmla="*/ 0 h 16"/>
              <a:gd name="T14" fmla="*/ 40 w 40"/>
              <a:gd name="T15" fmla="*/ 8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 h="16">
                <a:moveTo>
                  <a:pt x="40" y="8"/>
                </a:moveTo>
                <a:cubicBezTo>
                  <a:pt x="40" y="13"/>
                  <a:pt x="37" y="16"/>
                  <a:pt x="33" y="16"/>
                </a:cubicBezTo>
                <a:cubicBezTo>
                  <a:pt x="7" y="16"/>
                  <a:pt x="7" y="16"/>
                  <a:pt x="7" y="16"/>
                </a:cubicBezTo>
                <a:cubicBezTo>
                  <a:pt x="3" y="16"/>
                  <a:pt x="0" y="13"/>
                  <a:pt x="0" y="8"/>
                </a:cubicBezTo>
                <a:cubicBezTo>
                  <a:pt x="0" y="8"/>
                  <a:pt x="0" y="8"/>
                  <a:pt x="0" y="8"/>
                </a:cubicBezTo>
                <a:cubicBezTo>
                  <a:pt x="0" y="4"/>
                  <a:pt x="3" y="0"/>
                  <a:pt x="7" y="0"/>
                </a:cubicBezTo>
                <a:cubicBezTo>
                  <a:pt x="33" y="0"/>
                  <a:pt x="33" y="0"/>
                  <a:pt x="33" y="0"/>
                </a:cubicBezTo>
                <a:cubicBezTo>
                  <a:pt x="37" y="0"/>
                  <a:pt x="40" y="4"/>
                  <a:pt x="40" y="8"/>
                </a:cubicBez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79"/>
          <p:cNvSpPr>
            <a:spLocks noEditPoints="1"/>
          </p:cNvSpPr>
          <p:nvPr/>
        </p:nvSpPr>
        <p:spPr bwMode="auto">
          <a:xfrm>
            <a:off x="7233758" y="1916771"/>
            <a:ext cx="499606" cy="446401"/>
          </a:xfrm>
          <a:custGeom>
            <a:avLst/>
            <a:gdLst>
              <a:gd name="T0" fmla="*/ 143 w 281"/>
              <a:gd name="T1" fmla="*/ 0 h 251"/>
              <a:gd name="T2" fmla="*/ 143 w 281"/>
              <a:gd name="T3" fmla="*/ 0 h 251"/>
              <a:gd name="T4" fmla="*/ 141 w 281"/>
              <a:gd name="T5" fmla="*/ 0 h 251"/>
              <a:gd name="T6" fmla="*/ 138 w 281"/>
              <a:gd name="T7" fmla="*/ 0 h 251"/>
              <a:gd name="T8" fmla="*/ 138 w 281"/>
              <a:gd name="T9" fmla="*/ 0 h 251"/>
              <a:gd name="T10" fmla="*/ 71 w 281"/>
              <a:gd name="T11" fmla="*/ 174 h 251"/>
              <a:gd name="T12" fmla="*/ 108 w 281"/>
              <a:gd name="T13" fmla="*/ 251 h 251"/>
              <a:gd name="T14" fmla="*/ 141 w 281"/>
              <a:gd name="T15" fmla="*/ 251 h 251"/>
              <a:gd name="T16" fmla="*/ 146 w 281"/>
              <a:gd name="T17" fmla="*/ 251 h 251"/>
              <a:gd name="T18" fmla="*/ 176 w 281"/>
              <a:gd name="T19" fmla="*/ 251 h 251"/>
              <a:gd name="T20" fmla="*/ 212 w 281"/>
              <a:gd name="T21" fmla="*/ 174 h 251"/>
              <a:gd name="T22" fmla="*/ 143 w 281"/>
              <a:gd name="T23" fmla="*/ 0 h 251"/>
              <a:gd name="T24" fmla="*/ 210 w 281"/>
              <a:gd name="T25" fmla="*/ 127 h 251"/>
              <a:gd name="T26" fmla="*/ 170 w 281"/>
              <a:gd name="T27" fmla="*/ 28 h 251"/>
              <a:gd name="T28" fmla="*/ 210 w 281"/>
              <a:gd name="T29" fmla="*/ 127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1" h="251">
                <a:moveTo>
                  <a:pt x="143" y="0"/>
                </a:moveTo>
                <a:cubicBezTo>
                  <a:pt x="143" y="0"/>
                  <a:pt x="143" y="0"/>
                  <a:pt x="143" y="0"/>
                </a:cubicBezTo>
                <a:cubicBezTo>
                  <a:pt x="143" y="0"/>
                  <a:pt x="142" y="0"/>
                  <a:pt x="141" y="0"/>
                </a:cubicBezTo>
                <a:cubicBezTo>
                  <a:pt x="140" y="0"/>
                  <a:pt x="143" y="0"/>
                  <a:pt x="138" y="0"/>
                </a:cubicBezTo>
                <a:cubicBezTo>
                  <a:pt x="138" y="0"/>
                  <a:pt x="138" y="0"/>
                  <a:pt x="138" y="0"/>
                </a:cubicBezTo>
                <a:cubicBezTo>
                  <a:pt x="0" y="4"/>
                  <a:pt x="34" y="140"/>
                  <a:pt x="71" y="174"/>
                </a:cubicBezTo>
                <a:cubicBezTo>
                  <a:pt x="109" y="208"/>
                  <a:pt x="108" y="251"/>
                  <a:pt x="108" y="251"/>
                </a:cubicBezTo>
                <a:cubicBezTo>
                  <a:pt x="141" y="251"/>
                  <a:pt x="141" y="251"/>
                  <a:pt x="141" y="251"/>
                </a:cubicBezTo>
                <a:cubicBezTo>
                  <a:pt x="146" y="251"/>
                  <a:pt x="146" y="251"/>
                  <a:pt x="146" y="251"/>
                </a:cubicBezTo>
                <a:cubicBezTo>
                  <a:pt x="176" y="251"/>
                  <a:pt x="176" y="251"/>
                  <a:pt x="176" y="251"/>
                </a:cubicBezTo>
                <a:cubicBezTo>
                  <a:pt x="176" y="251"/>
                  <a:pt x="174" y="208"/>
                  <a:pt x="212" y="174"/>
                </a:cubicBezTo>
                <a:cubicBezTo>
                  <a:pt x="249" y="140"/>
                  <a:pt x="281" y="4"/>
                  <a:pt x="143" y="0"/>
                </a:cubicBezTo>
                <a:close/>
                <a:moveTo>
                  <a:pt x="210" y="127"/>
                </a:moveTo>
                <a:cubicBezTo>
                  <a:pt x="233" y="63"/>
                  <a:pt x="170" y="28"/>
                  <a:pt x="170" y="28"/>
                </a:cubicBezTo>
                <a:cubicBezTo>
                  <a:pt x="264" y="43"/>
                  <a:pt x="210" y="127"/>
                  <a:pt x="210" y="127"/>
                </a:cubicBez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80"/>
          <p:cNvSpPr>
            <a:spLocks noEditPoints="1"/>
          </p:cNvSpPr>
          <p:nvPr/>
        </p:nvSpPr>
        <p:spPr bwMode="auto">
          <a:xfrm>
            <a:off x="5171749" y="1837612"/>
            <a:ext cx="408768" cy="411363"/>
          </a:xfrm>
          <a:custGeom>
            <a:avLst/>
            <a:gdLst>
              <a:gd name="T0" fmla="*/ 147 w 230"/>
              <a:gd name="T1" fmla="*/ 112 h 232"/>
              <a:gd name="T2" fmla="*/ 142 w 230"/>
              <a:gd name="T3" fmla="*/ 99 h 232"/>
              <a:gd name="T4" fmla="*/ 142 w 230"/>
              <a:gd name="T5" fmla="*/ 45 h 232"/>
              <a:gd name="T6" fmla="*/ 147 w 230"/>
              <a:gd name="T7" fmla="*/ 38 h 232"/>
              <a:gd name="T8" fmla="*/ 149 w 230"/>
              <a:gd name="T9" fmla="*/ 38 h 232"/>
              <a:gd name="T10" fmla="*/ 149 w 230"/>
              <a:gd name="T11" fmla="*/ 14 h 232"/>
              <a:gd name="T12" fmla="*/ 147 w 230"/>
              <a:gd name="T13" fmla="*/ 14 h 232"/>
              <a:gd name="T14" fmla="*/ 148 w 230"/>
              <a:gd name="T15" fmla="*/ 13 h 232"/>
              <a:gd name="T16" fmla="*/ 115 w 230"/>
              <a:gd name="T17" fmla="*/ 0 h 232"/>
              <a:gd name="T18" fmla="*/ 81 w 230"/>
              <a:gd name="T19" fmla="*/ 13 h 232"/>
              <a:gd name="T20" fmla="*/ 82 w 230"/>
              <a:gd name="T21" fmla="*/ 14 h 232"/>
              <a:gd name="T22" fmla="*/ 81 w 230"/>
              <a:gd name="T23" fmla="*/ 14 h 232"/>
              <a:gd name="T24" fmla="*/ 81 w 230"/>
              <a:gd name="T25" fmla="*/ 38 h 232"/>
              <a:gd name="T26" fmla="*/ 82 w 230"/>
              <a:gd name="T27" fmla="*/ 38 h 232"/>
              <a:gd name="T28" fmla="*/ 91 w 230"/>
              <a:gd name="T29" fmla="*/ 45 h 232"/>
              <a:gd name="T30" fmla="*/ 91 w 230"/>
              <a:gd name="T31" fmla="*/ 99 h 232"/>
              <a:gd name="T32" fmla="*/ 84 w 230"/>
              <a:gd name="T33" fmla="*/ 112 h 232"/>
              <a:gd name="T34" fmla="*/ 31 w 230"/>
              <a:gd name="T35" fmla="*/ 213 h 232"/>
              <a:gd name="T36" fmla="*/ 115 w 230"/>
              <a:gd name="T37" fmla="*/ 231 h 232"/>
              <a:gd name="T38" fmla="*/ 199 w 230"/>
              <a:gd name="T39" fmla="*/ 213 h 232"/>
              <a:gd name="T40" fmla="*/ 147 w 230"/>
              <a:gd name="T41" fmla="*/ 112 h 232"/>
              <a:gd name="T42" fmla="*/ 145 w 230"/>
              <a:gd name="T43" fmla="*/ 214 h 232"/>
              <a:gd name="T44" fmla="*/ 182 w 230"/>
              <a:gd name="T45" fmla="*/ 188 h 232"/>
              <a:gd name="T46" fmla="*/ 150 w 230"/>
              <a:gd name="T47" fmla="*/ 134 h 232"/>
              <a:gd name="T48" fmla="*/ 194 w 230"/>
              <a:gd name="T49" fmla="*/ 191 h 232"/>
              <a:gd name="T50" fmla="*/ 145 w 230"/>
              <a:gd name="T51" fmla="*/ 214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30" h="232">
                <a:moveTo>
                  <a:pt x="147" y="112"/>
                </a:moveTo>
                <a:cubicBezTo>
                  <a:pt x="147" y="112"/>
                  <a:pt x="142" y="109"/>
                  <a:pt x="142" y="99"/>
                </a:cubicBezTo>
                <a:cubicBezTo>
                  <a:pt x="142" y="90"/>
                  <a:pt x="142" y="56"/>
                  <a:pt x="142" y="45"/>
                </a:cubicBezTo>
                <a:cubicBezTo>
                  <a:pt x="145" y="43"/>
                  <a:pt x="147" y="40"/>
                  <a:pt x="147" y="38"/>
                </a:cubicBezTo>
                <a:cubicBezTo>
                  <a:pt x="149" y="38"/>
                  <a:pt x="149" y="38"/>
                  <a:pt x="149" y="38"/>
                </a:cubicBezTo>
                <a:cubicBezTo>
                  <a:pt x="149" y="14"/>
                  <a:pt x="149" y="14"/>
                  <a:pt x="149" y="14"/>
                </a:cubicBezTo>
                <a:cubicBezTo>
                  <a:pt x="147" y="14"/>
                  <a:pt x="147" y="14"/>
                  <a:pt x="147" y="14"/>
                </a:cubicBezTo>
                <a:cubicBezTo>
                  <a:pt x="148" y="14"/>
                  <a:pt x="148" y="13"/>
                  <a:pt x="148" y="13"/>
                </a:cubicBezTo>
                <a:cubicBezTo>
                  <a:pt x="148" y="6"/>
                  <a:pt x="133" y="0"/>
                  <a:pt x="115" y="0"/>
                </a:cubicBezTo>
                <a:cubicBezTo>
                  <a:pt x="96" y="0"/>
                  <a:pt x="81" y="6"/>
                  <a:pt x="81" y="13"/>
                </a:cubicBezTo>
                <a:cubicBezTo>
                  <a:pt x="81" y="13"/>
                  <a:pt x="82" y="14"/>
                  <a:pt x="82" y="14"/>
                </a:cubicBezTo>
                <a:cubicBezTo>
                  <a:pt x="81" y="14"/>
                  <a:pt x="81" y="14"/>
                  <a:pt x="81" y="14"/>
                </a:cubicBezTo>
                <a:cubicBezTo>
                  <a:pt x="81" y="38"/>
                  <a:pt x="81" y="38"/>
                  <a:pt x="81" y="38"/>
                </a:cubicBezTo>
                <a:cubicBezTo>
                  <a:pt x="82" y="38"/>
                  <a:pt x="82" y="38"/>
                  <a:pt x="82" y="38"/>
                </a:cubicBezTo>
                <a:cubicBezTo>
                  <a:pt x="82" y="40"/>
                  <a:pt x="84" y="43"/>
                  <a:pt x="91" y="45"/>
                </a:cubicBezTo>
                <a:cubicBezTo>
                  <a:pt x="91" y="57"/>
                  <a:pt x="91" y="90"/>
                  <a:pt x="91" y="99"/>
                </a:cubicBezTo>
                <a:cubicBezTo>
                  <a:pt x="91" y="109"/>
                  <a:pt x="84" y="112"/>
                  <a:pt x="84" y="112"/>
                </a:cubicBezTo>
                <a:cubicBezTo>
                  <a:pt x="72" y="119"/>
                  <a:pt x="0" y="191"/>
                  <a:pt x="31" y="213"/>
                </a:cubicBezTo>
                <a:cubicBezTo>
                  <a:pt x="59" y="232"/>
                  <a:pt x="106" y="231"/>
                  <a:pt x="115" y="231"/>
                </a:cubicBezTo>
                <a:cubicBezTo>
                  <a:pt x="124" y="231"/>
                  <a:pt x="171" y="232"/>
                  <a:pt x="199" y="213"/>
                </a:cubicBezTo>
                <a:cubicBezTo>
                  <a:pt x="230" y="191"/>
                  <a:pt x="159" y="119"/>
                  <a:pt x="147" y="112"/>
                </a:cubicBezTo>
                <a:close/>
                <a:moveTo>
                  <a:pt x="145" y="214"/>
                </a:moveTo>
                <a:cubicBezTo>
                  <a:pt x="145" y="214"/>
                  <a:pt x="181" y="207"/>
                  <a:pt x="182" y="188"/>
                </a:cubicBezTo>
                <a:cubicBezTo>
                  <a:pt x="184" y="169"/>
                  <a:pt x="150" y="134"/>
                  <a:pt x="150" y="134"/>
                </a:cubicBezTo>
                <a:cubicBezTo>
                  <a:pt x="150" y="134"/>
                  <a:pt x="194" y="168"/>
                  <a:pt x="194" y="191"/>
                </a:cubicBezTo>
                <a:cubicBezTo>
                  <a:pt x="193" y="214"/>
                  <a:pt x="145" y="214"/>
                  <a:pt x="145" y="214"/>
                </a:cubicBez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81"/>
          <p:cNvSpPr>
            <a:spLocks/>
          </p:cNvSpPr>
          <p:nvPr/>
        </p:nvSpPr>
        <p:spPr bwMode="auto">
          <a:xfrm>
            <a:off x="7235055" y="3080787"/>
            <a:ext cx="349075" cy="321824"/>
          </a:xfrm>
          <a:custGeom>
            <a:avLst/>
            <a:gdLst>
              <a:gd name="T0" fmla="*/ 96 w 196"/>
              <a:gd name="T1" fmla="*/ 181 h 181"/>
              <a:gd name="T2" fmla="*/ 0 w 196"/>
              <a:gd name="T3" fmla="*/ 179 h 181"/>
              <a:gd name="T4" fmla="*/ 0 w 196"/>
              <a:gd name="T5" fmla="*/ 36 h 181"/>
              <a:gd name="T6" fmla="*/ 98 w 196"/>
              <a:gd name="T7" fmla="*/ 36 h 181"/>
              <a:gd name="T8" fmla="*/ 196 w 196"/>
              <a:gd name="T9" fmla="*/ 36 h 181"/>
              <a:gd name="T10" fmla="*/ 196 w 196"/>
              <a:gd name="T11" fmla="*/ 180 h 181"/>
              <a:gd name="T12" fmla="*/ 96 w 196"/>
              <a:gd name="T13" fmla="*/ 181 h 181"/>
            </a:gdLst>
            <a:ahLst/>
            <a:cxnLst>
              <a:cxn ang="0">
                <a:pos x="T0" y="T1"/>
              </a:cxn>
              <a:cxn ang="0">
                <a:pos x="T2" y="T3"/>
              </a:cxn>
              <a:cxn ang="0">
                <a:pos x="T4" y="T5"/>
              </a:cxn>
              <a:cxn ang="0">
                <a:pos x="T6" y="T7"/>
              </a:cxn>
              <a:cxn ang="0">
                <a:pos x="T8" y="T9"/>
              </a:cxn>
              <a:cxn ang="0">
                <a:pos x="T10" y="T11"/>
              </a:cxn>
              <a:cxn ang="0">
                <a:pos x="T12" y="T13"/>
              </a:cxn>
            </a:cxnLst>
            <a:rect l="0" t="0" r="r" b="b"/>
            <a:pathLst>
              <a:path w="196" h="181">
                <a:moveTo>
                  <a:pt x="96" y="181"/>
                </a:moveTo>
                <a:cubicBezTo>
                  <a:pt x="96" y="181"/>
                  <a:pt x="62" y="147"/>
                  <a:pt x="0" y="179"/>
                </a:cubicBezTo>
                <a:cubicBezTo>
                  <a:pt x="0" y="36"/>
                  <a:pt x="0" y="36"/>
                  <a:pt x="0" y="36"/>
                </a:cubicBezTo>
                <a:cubicBezTo>
                  <a:pt x="0" y="36"/>
                  <a:pt x="64" y="0"/>
                  <a:pt x="98" y="36"/>
                </a:cubicBezTo>
                <a:cubicBezTo>
                  <a:pt x="196" y="36"/>
                  <a:pt x="196" y="36"/>
                  <a:pt x="196" y="36"/>
                </a:cubicBezTo>
                <a:cubicBezTo>
                  <a:pt x="196" y="180"/>
                  <a:pt x="196" y="180"/>
                  <a:pt x="196" y="180"/>
                </a:cubicBezTo>
                <a:lnTo>
                  <a:pt x="96" y="181"/>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十项并列</a:t>
            </a:r>
            <a:endParaRPr lang="zh-CN" altLang="zh-CN" sz="2800" b="1" dirty="0">
              <a:solidFill>
                <a:schemeClr val="tx1">
                  <a:lumMod val="65000"/>
                  <a:lumOff val="35000"/>
                </a:schemeClr>
              </a:solidFill>
            </a:endParaRPr>
          </a:p>
        </p:txBody>
      </p:sp>
      <p:sp>
        <p:nvSpPr>
          <p:cNvPr id="99" name="文本框 98"/>
          <p:cNvSpPr txBox="1"/>
          <p:nvPr/>
        </p:nvSpPr>
        <p:spPr>
          <a:xfrm>
            <a:off x="8036302" y="1580188"/>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100" name="文本框 99"/>
          <p:cNvSpPr txBox="1"/>
          <p:nvPr/>
        </p:nvSpPr>
        <p:spPr>
          <a:xfrm>
            <a:off x="7769049" y="2662334"/>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101" name="文本框 100"/>
          <p:cNvSpPr txBox="1"/>
          <p:nvPr/>
        </p:nvSpPr>
        <p:spPr>
          <a:xfrm>
            <a:off x="8318422" y="3595605"/>
            <a:ext cx="2856518" cy="830997"/>
          </a:xfrm>
          <a:prstGeom prst="rect">
            <a:avLst/>
          </a:prstGeom>
          <a:noFill/>
        </p:spPr>
        <p:txBody>
          <a:bodyPr wrap="square" rtlCol="0">
            <a:spAutoFit/>
          </a:bodyPr>
          <a:lstStyle/>
          <a:p>
            <a:pPr>
              <a:lnSpc>
                <a:spcPct val="120000"/>
              </a:lnSpc>
            </a:pPr>
            <a:r>
              <a:rPr lang="zh-CN" altLang="en-US" sz="2400" b="1" dirty="0">
                <a:solidFill>
                  <a:srgbClr val="F47878"/>
                </a:solidFill>
              </a:rPr>
              <a:t>添加标题</a:t>
            </a:r>
            <a:endParaRPr lang="en-US" altLang="zh-CN" sz="2400" b="1" dirty="0">
              <a:solidFill>
                <a:srgbClr val="F47878"/>
              </a:solidFill>
            </a:endParaRPr>
          </a:p>
          <a:p>
            <a:pPr>
              <a:lnSpc>
                <a:spcPct val="120000"/>
              </a:lnSpc>
            </a:pPr>
            <a:r>
              <a:rPr lang="zh-CN" altLang="en-US" sz="1600" dirty="0">
                <a:solidFill>
                  <a:schemeClr val="tx1">
                    <a:lumMod val="65000"/>
                    <a:lumOff val="35000"/>
                  </a:schemeClr>
                </a:solidFill>
              </a:rPr>
              <a:t>添加内容添加内容</a:t>
            </a:r>
          </a:p>
        </p:txBody>
      </p:sp>
      <p:sp>
        <p:nvSpPr>
          <p:cNvPr id="102" name="文本框 101"/>
          <p:cNvSpPr txBox="1"/>
          <p:nvPr/>
        </p:nvSpPr>
        <p:spPr>
          <a:xfrm>
            <a:off x="8838984" y="4677081"/>
            <a:ext cx="2856518" cy="830997"/>
          </a:xfrm>
          <a:prstGeom prst="rect">
            <a:avLst/>
          </a:prstGeom>
          <a:noFill/>
        </p:spPr>
        <p:txBody>
          <a:bodyPr wrap="square" rtlCol="0">
            <a:spAutoFit/>
          </a:bodyPr>
          <a:lstStyle/>
          <a:p>
            <a:pPr>
              <a:lnSpc>
                <a:spcPct val="120000"/>
              </a:lnSpc>
            </a:pPr>
            <a:r>
              <a:rPr lang="zh-CN" altLang="en-US" sz="2400" b="1" dirty="0">
                <a:solidFill>
                  <a:srgbClr val="F47878"/>
                </a:solidFill>
              </a:rPr>
              <a:t>添加标题</a:t>
            </a:r>
            <a:endParaRPr lang="en-US" altLang="zh-CN" sz="2400" b="1" dirty="0">
              <a:solidFill>
                <a:srgbClr val="F47878"/>
              </a:solidFill>
            </a:endParaRPr>
          </a:p>
          <a:p>
            <a:pPr>
              <a:lnSpc>
                <a:spcPct val="120000"/>
              </a:lnSpc>
            </a:pPr>
            <a:r>
              <a:rPr lang="zh-CN" altLang="en-US" sz="1600" dirty="0">
                <a:solidFill>
                  <a:schemeClr val="tx1">
                    <a:lumMod val="65000"/>
                    <a:lumOff val="35000"/>
                  </a:schemeClr>
                </a:solidFill>
              </a:rPr>
              <a:t>添加内容添加内容</a:t>
            </a:r>
          </a:p>
        </p:txBody>
      </p:sp>
      <p:sp>
        <p:nvSpPr>
          <p:cNvPr id="103" name="文本框 102"/>
          <p:cNvSpPr txBox="1"/>
          <p:nvPr/>
        </p:nvSpPr>
        <p:spPr>
          <a:xfrm>
            <a:off x="6594851" y="5688468"/>
            <a:ext cx="2856518" cy="830997"/>
          </a:xfrm>
          <a:prstGeom prst="rect">
            <a:avLst/>
          </a:prstGeom>
          <a:noFill/>
        </p:spPr>
        <p:txBody>
          <a:bodyPr wrap="square" rtlCol="0">
            <a:spAutoFit/>
          </a:bodyPr>
          <a:lstStyle/>
          <a:p>
            <a:pPr>
              <a:lnSpc>
                <a:spcPct val="120000"/>
              </a:lnSpc>
            </a:pPr>
            <a:r>
              <a:rPr lang="zh-CN" altLang="en-US" sz="2400" b="1" dirty="0">
                <a:solidFill>
                  <a:srgbClr val="F47878"/>
                </a:solidFill>
              </a:rPr>
              <a:t>添加标题</a:t>
            </a:r>
            <a:endParaRPr lang="en-US" altLang="zh-CN" sz="2400" b="1" dirty="0">
              <a:solidFill>
                <a:srgbClr val="F47878"/>
              </a:solidFill>
            </a:endParaRPr>
          </a:p>
          <a:p>
            <a:pPr>
              <a:lnSpc>
                <a:spcPct val="120000"/>
              </a:lnSpc>
            </a:pPr>
            <a:r>
              <a:rPr lang="zh-CN" altLang="en-US" sz="1600" dirty="0">
                <a:solidFill>
                  <a:schemeClr val="tx1">
                    <a:lumMod val="65000"/>
                    <a:lumOff val="35000"/>
                  </a:schemeClr>
                </a:solidFill>
              </a:rPr>
              <a:t>添加内容添加内容</a:t>
            </a:r>
          </a:p>
        </p:txBody>
      </p:sp>
      <p:sp>
        <p:nvSpPr>
          <p:cNvPr id="104" name="文本框 103"/>
          <p:cNvSpPr txBox="1"/>
          <p:nvPr/>
        </p:nvSpPr>
        <p:spPr>
          <a:xfrm>
            <a:off x="2132258" y="1523100"/>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05" name="文本框 104"/>
          <p:cNvSpPr txBox="1"/>
          <p:nvPr/>
        </p:nvSpPr>
        <p:spPr>
          <a:xfrm>
            <a:off x="1308233" y="2658558"/>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06" name="文本框 105"/>
          <p:cNvSpPr txBox="1"/>
          <p:nvPr/>
        </p:nvSpPr>
        <p:spPr>
          <a:xfrm>
            <a:off x="1266347" y="3534974"/>
            <a:ext cx="2856518" cy="830997"/>
          </a:xfrm>
          <a:prstGeom prst="rect">
            <a:avLst/>
          </a:prstGeom>
          <a:noFill/>
        </p:spPr>
        <p:txBody>
          <a:bodyPr wrap="square" rtlCol="0">
            <a:spAutoFit/>
          </a:bodyPr>
          <a:lstStyle/>
          <a:p>
            <a:pPr algn="r">
              <a:lnSpc>
                <a:spcPct val="120000"/>
              </a:lnSpc>
            </a:pPr>
            <a:r>
              <a:rPr lang="zh-CN" altLang="en-US" sz="2400" b="1" dirty="0">
                <a:solidFill>
                  <a:srgbClr val="5EC6D3"/>
                </a:solidFill>
              </a:rPr>
              <a:t>添加标题</a:t>
            </a:r>
            <a:endParaRPr lang="en-US" altLang="zh-CN" sz="2400" b="1" dirty="0">
              <a:solidFill>
                <a:srgbClr val="5EC6D3"/>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07" name="文本框 106"/>
          <p:cNvSpPr txBox="1"/>
          <p:nvPr/>
        </p:nvSpPr>
        <p:spPr>
          <a:xfrm>
            <a:off x="1224461" y="4411390"/>
            <a:ext cx="2856518" cy="830997"/>
          </a:xfrm>
          <a:prstGeom prst="rect">
            <a:avLst/>
          </a:prstGeom>
          <a:noFill/>
        </p:spPr>
        <p:txBody>
          <a:bodyPr wrap="square" rtlCol="0">
            <a:spAutoFit/>
          </a:bodyPr>
          <a:lstStyle/>
          <a:p>
            <a:pPr algn="r">
              <a:lnSpc>
                <a:spcPct val="120000"/>
              </a:lnSpc>
            </a:pPr>
            <a:r>
              <a:rPr lang="zh-CN" altLang="en-US" sz="2400" b="1" dirty="0">
                <a:solidFill>
                  <a:srgbClr val="5EC6D3"/>
                </a:solidFill>
              </a:rPr>
              <a:t>添加标题</a:t>
            </a:r>
            <a:endParaRPr lang="en-US" altLang="zh-CN" sz="2400" b="1" dirty="0">
              <a:solidFill>
                <a:srgbClr val="5EC6D3"/>
              </a:solidFill>
            </a:endParaRPr>
          </a:p>
          <a:p>
            <a:pPr algn="r">
              <a:lnSpc>
                <a:spcPct val="120000"/>
              </a:lnSpc>
            </a:pPr>
            <a:r>
              <a:rPr lang="zh-CN" altLang="en-US" sz="1600" dirty="0">
                <a:solidFill>
                  <a:schemeClr val="tx1">
                    <a:lumMod val="65000"/>
                    <a:lumOff val="35000"/>
                  </a:schemeClr>
                </a:solidFill>
              </a:rPr>
              <a:t>添加内容添加内容</a:t>
            </a:r>
          </a:p>
        </p:txBody>
      </p:sp>
      <p:sp>
        <p:nvSpPr>
          <p:cNvPr id="108" name="文本框 107"/>
          <p:cNvSpPr txBox="1"/>
          <p:nvPr/>
        </p:nvSpPr>
        <p:spPr>
          <a:xfrm>
            <a:off x="2811758" y="5688468"/>
            <a:ext cx="2856518" cy="830997"/>
          </a:xfrm>
          <a:prstGeom prst="rect">
            <a:avLst/>
          </a:prstGeom>
          <a:noFill/>
        </p:spPr>
        <p:txBody>
          <a:bodyPr wrap="square" rtlCol="0">
            <a:spAutoFit/>
          </a:bodyPr>
          <a:lstStyle/>
          <a:p>
            <a:pPr algn="r">
              <a:lnSpc>
                <a:spcPct val="120000"/>
              </a:lnSpc>
            </a:pPr>
            <a:r>
              <a:rPr lang="zh-CN" altLang="en-US" sz="2400" b="1" dirty="0">
                <a:solidFill>
                  <a:srgbClr val="5EC6D3"/>
                </a:solidFill>
              </a:rPr>
              <a:t>添加标题</a:t>
            </a:r>
            <a:endParaRPr lang="en-US" altLang="zh-CN" sz="2400" b="1" dirty="0">
              <a:solidFill>
                <a:srgbClr val="5EC6D3"/>
              </a:solidFill>
            </a:endParaRPr>
          </a:p>
          <a:p>
            <a:pPr algn="r">
              <a:lnSpc>
                <a:spcPct val="120000"/>
              </a:lnSpc>
            </a:pPr>
            <a:r>
              <a:rPr lang="zh-CN" altLang="en-US" sz="1600" dirty="0">
                <a:solidFill>
                  <a:schemeClr val="tx1">
                    <a:lumMod val="65000"/>
                    <a:lumOff val="35000"/>
                  </a:schemeClr>
                </a:solidFill>
              </a:rPr>
              <a:t>添加内容添加内容</a:t>
            </a:r>
          </a:p>
        </p:txBody>
      </p:sp>
    </p:spTree>
    <p:extLst>
      <p:ext uri="{BB962C8B-B14F-4D97-AF65-F5344CB8AC3E}">
        <p14:creationId xmlns:p14="http://schemas.microsoft.com/office/powerpoint/2010/main" val="3779618458"/>
      </p:ext>
    </p:extLst>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Freeform 803"/>
          <p:cNvSpPr>
            <a:spLocks/>
          </p:cNvSpPr>
          <p:nvPr/>
        </p:nvSpPr>
        <p:spPr bwMode="auto">
          <a:xfrm>
            <a:off x="9691534" y="-740157"/>
            <a:ext cx="380419" cy="361952"/>
          </a:xfrm>
          <a:custGeom>
            <a:avLst/>
            <a:gdLst>
              <a:gd name="T0" fmla="*/ 174 w 174"/>
              <a:gd name="T1" fmla="*/ 139 h 166"/>
              <a:gd name="T2" fmla="*/ 153 w 174"/>
              <a:gd name="T3" fmla="*/ 126 h 166"/>
              <a:gd name="T4" fmla="*/ 126 w 174"/>
              <a:gd name="T5" fmla="*/ 115 h 166"/>
              <a:gd name="T6" fmla="*/ 118 w 174"/>
              <a:gd name="T7" fmla="*/ 112 h 166"/>
              <a:gd name="T8" fmla="*/ 111 w 174"/>
              <a:gd name="T9" fmla="*/ 100 h 166"/>
              <a:gd name="T10" fmla="*/ 106 w 174"/>
              <a:gd name="T11" fmla="*/ 100 h 166"/>
              <a:gd name="T12" fmla="*/ 111 w 174"/>
              <a:gd name="T13" fmla="*/ 90 h 166"/>
              <a:gd name="T14" fmla="*/ 113 w 174"/>
              <a:gd name="T15" fmla="*/ 79 h 166"/>
              <a:gd name="T16" fmla="*/ 118 w 174"/>
              <a:gd name="T17" fmla="*/ 74 h 166"/>
              <a:gd name="T18" fmla="*/ 121 w 174"/>
              <a:gd name="T19" fmla="*/ 67 h 166"/>
              <a:gd name="T20" fmla="*/ 120 w 174"/>
              <a:gd name="T21" fmla="*/ 54 h 166"/>
              <a:gd name="T22" fmla="*/ 118 w 174"/>
              <a:gd name="T23" fmla="*/ 49 h 166"/>
              <a:gd name="T24" fmla="*/ 119 w 174"/>
              <a:gd name="T25" fmla="*/ 32 h 166"/>
              <a:gd name="T26" fmla="*/ 118 w 174"/>
              <a:gd name="T27" fmla="*/ 20 h 166"/>
              <a:gd name="T28" fmla="*/ 113 w 174"/>
              <a:gd name="T29" fmla="*/ 13 h 166"/>
              <a:gd name="T30" fmla="*/ 108 w 174"/>
              <a:gd name="T31" fmla="*/ 12 h 166"/>
              <a:gd name="T32" fmla="*/ 104 w 174"/>
              <a:gd name="T33" fmla="*/ 9 h 166"/>
              <a:gd name="T34" fmla="*/ 67 w 174"/>
              <a:gd name="T35" fmla="*/ 9 h 166"/>
              <a:gd name="T36" fmla="*/ 54 w 174"/>
              <a:gd name="T37" fmla="*/ 48 h 166"/>
              <a:gd name="T38" fmla="*/ 52 w 174"/>
              <a:gd name="T39" fmla="*/ 57 h 166"/>
              <a:gd name="T40" fmla="*/ 57 w 174"/>
              <a:gd name="T41" fmla="*/ 76 h 166"/>
              <a:gd name="T42" fmla="*/ 60 w 174"/>
              <a:gd name="T43" fmla="*/ 77 h 166"/>
              <a:gd name="T44" fmla="*/ 62 w 174"/>
              <a:gd name="T45" fmla="*/ 91 h 166"/>
              <a:gd name="T46" fmla="*/ 67 w 174"/>
              <a:gd name="T47" fmla="*/ 99 h 166"/>
              <a:gd name="T48" fmla="*/ 63 w 174"/>
              <a:gd name="T49" fmla="*/ 100 h 166"/>
              <a:gd name="T50" fmla="*/ 56 w 174"/>
              <a:gd name="T51" fmla="*/ 112 h 166"/>
              <a:gd name="T52" fmla="*/ 48 w 174"/>
              <a:gd name="T53" fmla="*/ 115 h 166"/>
              <a:gd name="T54" fmla="*/ 21 w 174"/>
              <a:gd name="T55" fmla="*/ 126 h 166"/>
              <a:gd name="T56" fmla="*/ 0 w 174"/>
              <a:gd name="T57" fmla="*/ 139 h 166"/>
              <a:gd name="T58" fmla="*/ 0 w 174"/>
              <a:gd name="T59" fmla="*/ 166 h 166"/>
              <a:gd name="T60" fmla="*/ 76 w 174"/>
              <a:gd name="T61" fmla="*/ 166 h 166"/>
              <a:gd name="T62" fmla="*/ 82 w 174"/>
              <a:gd name="T63" fmla="*/ 127 h 166"/>
              <a:gd name="T64" fmla="*/ 77 w 174"/>
              <a:gd name="T65" fmla="*/ 117 h 166"/>
              <a:gd name="T66" fmla="*/ 88 w 174"/>
              <a:gd name="T67" fmla="*/ 112 h 166"/>
              <a:gd name="T68" fmla="*/ 97 w 174"/>
              <a:gd name="T69" fmla="*/ 117 h 166"/>
              <a:gd name="T70" fmla="*/ 92 w 174"/>
              <a:gd name="T71" fmla="*/ 128 h 166"/>
              <a:gd name="T72" fmla="*/ 101 w 174"/>
              <a:gd name="T73" fmla="*/ 166 h 166"/>
              <a:gd name="T74" fmla="*/ 174 w 174"/>
              <a:gd name="T75" fmla="*/ 166 h 166"/>
              <a:gd name="T76" fmla="*/ 174 w 174"/>
              <a:gd name="T77" fmla="*/ 139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4" h="166">
                <a:moveTo>
                  <a:pt x="174" y="139"/>
                </a:moveTo>
                <a:cubicBezTo>
                  <a:pt x="171" y="131"/>
                  <a:pt x="161" y="129"/>
                  <a:pt x="153" y="126"/>
                </a:cubicBezTo>
                <a:cubicBezTo>
                  <a:pt x="144" y="122"/>
                  <a:pt x="135" y="118"/>
                  <a:pt x="126" y="115"/>
                </a:cubicBezTo>
                <a:cubicBezTo>
                  <a:pt x="123" y="114"/>
                  <a:pt x="121" y="113"/>
                  <a:pt x="118" y="112"/>
                </a:cubicBezTo>
                <a:cubicBezTo>
                  <a:pt x="115" y="110"/>
                  <a:pt x="113" y="104"/>
                  <a:pt x="111" y="100"/>
                </a:cubicBezTo>
                <a:cubicBezTo>
                  <a:pt x="109" y="100"/>
                  <a:pt x="108" y="100"/>
                  <a:pt x="106" y="100"/>
                </a:cubicBezTo>
                <a:cubicBezTo>
                  <a:pt x="106" y="94"/>
                  <a:pt x="110" y="94"/>
                  <a:pt x="111" y="90"/>
                </a:cubicBezTo>
                <a:cubicBezTo>
                  <a:pt x="112" y="86"/>
                  <a:pt x="111" y="82"/>
                  <a:pt x="113" y="79"/>
                </a:cubicBezTo>
                <a:cubicBezTo>
                  <a:pt x="114" y="76"/>
                  <a:pt x="117" y="76"/>
                  <a:pt x="118" y="74"/>
                </a:cubicBezTo>
                <a:cubicBezTo>
                  <a:pt x="120" y="73"/>
                  <a:pt x="120" y="69"/>
                  <a:pt x="121" y="67"/>
                </a:cubicBezTo>
                <a:cubicBezTo>
                  <a:pt x="122" y="63"/>
                  <a:pt x="122" y="58"/>
                  <a:pt x="120" y="54"/>
                </a:cubicBezTo>
                <a:cubicBezTo>
                  <a:pt x="119" y="52"/>
                  <a:pt x="119" y="51"/>
                  <a:pt x="118" y="49"/>
                </a:cubicBezTo>
                <a:cubicBezTo>
                  <a:pt x="118" y="45"/>
                  <a:pt x="119" y="35"/>
                  <a:pt x="119" y="32"/>
                </a:cubicBezTo>
                <a:cubicBezTo>
                  <a:pt x="119" y="26"/>
                  <a:pt x="119" y="26"/>
                  <a:pt x="118" y="20"/>
                </a:cubicBezTo>
                <a:cubicBezTo>
                  <a:pt x="118" y="20"/>
                  <a:pt x="116" y="14"/>
                  <a:pt x="113" y="13"/>
                </a:cubicBezTo>
                <a:cubicBezTo>
                  <a:pt x="108" y="12"/>
                  <a:pt x="108" y="12"/>
                  <a:pt x="108" y="12"/>
                </a:cubicBezTo>
                <a:cubicBezTo>
                  <a:pt x="104" y="9"/>
                  <a:pt x="104" y="9"/>
                  <a:pt x="104" y="9"/>
                </a:cubicBezTo>
                <a:cubicBezTo>
                  <a:pt x="90" y="0"/>
                  <a:pt x="75" y="6"/>
                  <a:pt x="67" y="9"/>
                </a:cubicBezTo>
                <a:cubicBezTo>
                  <a:pt x="56" y="13"/>
                  <a:pt x="49" y="24"/>
                  <a:pt x="54" y="48"/>
                </a:cubicBezTo>
                <a:cubicBezTo>
                  <a:pt x="55" y="52"/>
                  <a:pt x="51" y="54"/>
                  <a:pt x="52" y="57"/>
                </a:cubicBezTo>
                <a:cubicBezTo>
                  <a:pt x="52" y="61"/>
                  <a:pt x="52" y="73"/>
                  <a:pt x="57" y="76"/>
                </a:cubicBezTo>
                <a:cubicBezTo>
                  <a:pt x="57" y="76"/>
                  <a:pt x="61" y="77"/>
                  <a:pt x="60" y="77"/>
                </a:cubicBezTo>
                <a:cubicBezTo>
                  <a:pt x="61" y="82"/>
                  <a:pt x="61" y="87"/>
                  <a:pt x="62" y="91"/>
                </a:cubicBezTo>
                <a:cubicBezTo>
                  <a:pt x="63" y="94"/>
                  <a:pt x="66" y="95"/>
                  <a:pt x="67" y="99"/>
                </a:cubicBezTo>
                <a:cubicBezTo>
                  <a:pt x="63" y="100"/>
                  <a:pt x="63" y="100"/>
                  <a:pt x="63" y="100"/>
                </a:cubicBezTo>
                <a:cubicBezTo>
                  <a:pt x="61" y="104"/>
                  <a:pt x="59" y="110"/>
                  <a:pt x="56" y="112"/>
                </a:cubicBezTo>
                <a:cubicBezTo>
                  <a:pt x="53" y="113"/>
                  <a:pt x="51" y="114"/>
                  <a:pt x="48" y="115"/>
                </a:cubicBezTo>
                <a:cubicBezTo>
                  <a:pt x="39" y="118"/>
                  <a:pt x="30" y="122"/>
                  <a:pt x="21" y="126"/>
                </a:cubicBezTo>
                <a:cubicBezTo>
                  <a:pt x="13" y="129"/>
                  <a:pt x="3" y="131"/>
                  <a:pt x="0" y="139"/>
                </a:cubicBezTo>
                <a:cubicBezTo>
                  <a:pt x="0" y="145"/>
                  <a:pt x="0" y="158"/>
                  <a:pt x="0" y="166"/>
                </a:cubicBezTo>
                <a:cubicBezTo>
                  <a:pt x="76" y="166"/>
                  <a:pt x="76" y="166"/>
                  <a:pt x="76" y="166"/>
                </a:cubicBezTo>
                <a:cubicBezTo>
                  <a:pt x="82" y="127"/>
                  <a:pt x="82" y="127"/>
                  <a:pt x="82" y="127"/>
                </a:cubicBezTo>
                <a:cubicBezTo>
                  <a:pt x="77" y="117"/>
                  <a:pt x="77" y="117"/>
                  <a:pt x="77" y="117"/>
                </a:cubicBezTo>
                <a:cubicBezTo>
                  <a:pt x="88" y="112"/>
                  <a:pt x="88" y="112"/>
                  <a:pt x="88" y="112"/>
                </a:cubicBezTo>
                <a:cubicBezTo>
                  <a:pt x="97" y="117"/>
                  <a:pt x="97" y="117"/>
                  <a:pt x="97" y="117"/>
                </a:cubicBezTo>
                <a:cubicBezTo>
                  <a:pt x="92" y="128"/>
                  <a:pt x="92" y="128"/>
                  <a:pt x="92" y="128"/>
                </a:cubicBezTo>
                <a:cubicBezTo>
                  <a:pt x="101" y="166"/>
                  <a:pt x="101" y="166"/>
                  <a:pt x="101" y="166"/>
                </a:cubicBezTo>
                <a:cubicBezTo>
                  <a:pt x="174" y="166"/>
                  <a:pt x="174" y="166"/>
                  <a:pt x="174" y="166"/>
                </a:cubicBezTo>
                <a:cubicBezTo>
                  <a:pt x="174" y="158"/>
                  <a:pt x="174" y="145"/>
                  <a:pt x="174" y="139"/>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7" name="矩形 39"/>
          <p:cNvSpPr/>
          <p:nvPr/>
        </p:nvSpPr>
        <p:spPr>
          <a:xfrm>
            <a:off x="0" y="203088"/>
            <a:ext cx="1620957" cy="523220"/>
          </a:xfrm>
          <a:prstGeom prst="rect">
            <a:avLst/>
          </a:prstGeom>
          <a:noFill/>
        </p:spPr>
        <p:txBody>
          <a:bodyPr wrap="none" rtlCol="0">
            <a:spAutoFit/>
          </a:bodyPr>
          <a:lstStyle/>
          <a:p>
            <a:r>
              <a:rPr lang="zh-CN" altLang="en-US" sz="2800" b="1" dirty="0">
                <a:solidFill>
                  <a:schemeClr val="tx1">
                    <a:lumMod val="65000"/>
                    <a:lumOff val="35000"/>
                  </a:schemeClr>
                </a:solidFill>
              </a:rPr>
              <a:t>十项并列</a:t>
            </a:r>
            <a:endParaRPr lang="zh-CN" altLang="zh-CN" sz="2800" b="1" dirty="0">
              <a:solidFill>
                <a:schemeClr val="tx1">
                  <a:lumMod val="65000"/>
                  <a:lumOff val="35000"/>
                </a:schemeClr>
              </a:solidFill>
            </a:endParaRPr>
          </a:p>
        </p:txBody>
      </p:sp>
      <p:grpSp>
        <p:nvGrpSpPr>
          <p:cNvPr id="111" name="组合 27"/>
          <p:cNvGrpSpPr/>
          <p:nvPr/>
        </p:nvGrpSpPr>
        <p:grpSpPr>
          <a:xfrm>
            <a:off x="2565400" y="343497"/>
            <a:ext cx="7061200" cy="7061200"/>
            <a:chOff x="2504887" y="343497"/>
            <a:chExt cx="7061200" cy="7061200"/>
          </a:xfrm>
        </p:grpSpPr>
        <p:sp>
          <p:nvSpPr>
            <p:cNvPr id="112" name="弧形 3"/>
            <p:cNvSpPr/>
            <p:nvPr/>
          </p:nvSpPr>
          <p:spPr>
            <a:xfrm>
              <a:off x="2504887" y="343497"/>
              <a:ext cx="7061200" cy="7061200"/>
            </a:xfrm>
            <a:prstGeom prst="arc">
              <a:avLst>
                <a:gd name="adj1" fmla="val 19221240"/>
                <a:gd name="adj2" fmla="val 2397839"/>
              </a:avLst>
            </a:prstGeom>
            <a:ln w="114300">
              <a:solidFill>
                <a:srgbClr val="ABABAB"/>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13" name="弧形 4"/>
            <p:cNvSpPr/>
            <p:nvPr/>
          </p:nvSpPr>
          <p:spPr>
            <a:xfrm>
              <a:off x="2504887" y="343497"/>
              <a:ext cx="7061200" cy="7061200"/>
            </a:xfrm>
            <a:prstGeom prst="arc">
              <a:avLst>
                <a:gd name="adj1" fmla="val 8188653"/>
                <a:gd name="adj2" fmla="val 13232282"/>
              </a:avLst>
            </a:prstGeom>
            <a:ln w="114300">
              <a:solidFill>
                <a:srgbClr val="ABABAB"/>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grpSp>
      <p:sp>
        <p:nvSpPr>
          <p:cNvPr id="114" name="椭圆 113"/>
          <p:cNvSpPr/>
          <p:nvPr/>
        </p:nvSpPr>
        <p:spPr>
          <a:xfrm>
            <a:off x="2960938" y="1132200"/>
            <a:ext cx="936000" cy="936000"/>
          </a:xfrm>
          <a:prstGeom prst="ellipse">
            <a:avLst/>
          </a:prstGeom>
          <a:solidFill>
            <a:srgbClr val="AA7B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椭圆 114"/>
          <p:cNvSpPr/>
          <p:nvPr/>
        </p:nvSpPr>
        <p:spPr>
          <a:xfrm>
            <a:off x="8234102" y="1132200"/>
            <a:ext cx="936000" cy="936000"/>
          </a:xfrm>
          <a:prstGeom prst="ellipse">
            <a:avLst/>
          </a:pr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椭圆 115"/>
          <p:cNvSpPr/>
          <p:nvPr/>
        </p:nvSpPr>
        <p:spPr>
          <a:xfrm>
            <a:off x="2351338" y="2121049"/>
            <a:ext cx="936000" cy="936000"/>
          </a:xfrm>
          <a:prstGeom prst="ellipse">
            <a:avLst/>
          </a:prstGeom>
          <a:solidFill>
            <a:srgbClr val="8F58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椭圆 116"/>
          <p:cNvSpPr/>
          <p:nvPr/>
        </p:nvSpPr>
        <p:spPr>
          <a:xfrm>
            <a:off x="2100753" y="3337517"/>
            <a:ext cx="936000" cy="936000"/>
          </a:xfrm>
          <a:prstGeom prst="ellipse">
            <a:avLst/>
          </a:prstGeom>
          <a:solidFill>
            <a:srgbClr val="3A8F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椭圆 117"/>
          <p:cNvSpPr/>
          <p:nvPr/>
        </p:nvSpPr>
        <p:spPr>
          <a:xfrm>
            <a:off x="2959187" y="5667829"/>
            <a:ext cx="936000" cy="936000"/>
          </a:xfrm>
          <a:prstGeom prst="ellipse">
            <a:avLst/>
          </a:prstGeom>
          <a:solidFill>
            <a:srgbClr val="2199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椭圆 118"/>
          <p:cNvSpPr/>
          <p:nvPr/>
        </p:nvSpPr>
        <p:spPr>
          <a:xfrm>
            <a:off x="2379127" y="4648500"/>
            <a:ext cx="936000" cy="936000"/>
          </a:xfrm>
          <a:prstGeom prst="ellipse">
            <a:avLst/>
          </a:prstGeom>
          <a:solidFill>
            <a:srgbClr val="4BB5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椭圆 119"/>
          <p:cNvSpPr/>
          <p:nvPr/>
        </p:nvSpPr>
        <p:spPr>
          <a:xfrm>
            <a:off x="8841951" y="2121049"/>
            <a:ext cx="936000" cy="936000"/>
          </a:xfrm>
          <a:prstGeom prst="ellipse">
            <a:avLst/>
          </a:prstGeom>
          <a:solidFill>
            <a:srgbClr val="F26D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椭圆 120"/>
          <p:cNvSpPr/>
          <p:nvPr/>
        </p:nvSpPr>
        <p:spPr>
          <a:xfrm>
            <a:off x="9155247" y="3337517"/>
            <a:ext cx="936000" cy="936000"/>
          </a:xfrm>
          <a:prstGeom prst="ellipse">
            <a:avLst/>
          </a:pr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椭圆 121"/>
          <p:cNvSpPr/>
          <p:nvPr/>
        </p:nvSpPr>
        <p:spPr>
          <a:xfrm>
            <a:off x="8841951" y="4648500"/>
            <a:ext cx="936000" cy="936000"/>
          </a:xfrm>
          <a:prstGeom prst="ellipse">
            <a:avLst/>
          </a:pr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椭圆 122"/>
          <p:cNvSpPr/>
          <p:nvPr/>
        </p:nvSpPr>
        <p:spPr>
          <a:xfrm>
            <a:off x="8267465" y="5667829"/>
            <a:ext cx="936000" cy="936000"/>
          </a:xfrm>
          <a:prstGeom prst="ellipse">
            <a:avLst/>
          </a:prstGeom>
          <a:solidFill>
            <a:srgbClr val="936C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椭圆 123"/>
          <p:cNvSpPr/>
          <p:nvPr/>
        </p:nvSpPr>
        <p:spPr>
          <a:xfrm>
            <a:off x="3890683" y="1600200"/>
            <a:ext cx="4410635" cy="4410635"/>
          </a:xfrm>
          <a:prstGeom prst="ellipse">
            <a:avLst/>
          </a:prstGeom>
          <a:noFill/>
          <a:ln>
            <a:solidFill>
              <a:schemeClr val="tx1">
                <a:lumMod val="65000"/>
                <a:lumOff val="3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p>
        </p:txBody>
      </p:sp>
      <p:cxnSp>
        <p:nvCxnSpPr>
          <p:cNvPr id="125" name="直接箭头连接符 7"/>
          <p:cNvCxnSpPr/>
          <p:nvPr/>
        </p:nvCxnSpPr>
        <p:spPr>
          <a:xfrm flipH="1" flipV="1">
            <a:off x="3792071" y="1922929"/>
            <a:ext cx="551329" cy="457200"/>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26" name="直接箭头连接符 17"/>
          <p:cNvCxnSpPr>
            <a:stCxn id="116" idx="2"/>
            <a:endCxn id="120" idx="6"/>
          </p:cNvCxnSpPr>
          <p:nvPr/>
        </p:nvCxnSpPr>
        <p:spPr>
          <a:xfrm flipH="1" flipV="1">
            <a:off x="3036753" y="3805517"/>
            <a:ext cx="853930" cy="1"/>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27" name="直接箭头连接符 18"/>
          <p:cNvCxnSpPr>
            <a:stCxn id="116" idx="6"/>
            <a:endCxn id="124" idx="2"/>
          </p:cNvCxnSpPr>
          <p:nvPr/>
        </p:nvCxnSpPr>
        <p:spPr>
          <a:xfrm flipV="1">
            <a:off x="8301318" y="3805517"/>
            <a:ext cx="853929" cy="1"/>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28" name="直接箭头连接符 19"/>
          <p:cNvCxnSpPr/>
          <p:nvPr/>
        </p:nvCxnSpPr>
        <p:spPr>
          <a:xfrm flipH="1">
            <a:off x="3265801" y="4648500"/>
            <a:ext cx="685415" cy="260428"/>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29" name="直接箭头连接符 20"/>
          <p:cNvCxnSpPr>
            <a:endCxn id="121" idx="7"/>
          </p:cNvCxnSpPr>
          <p:nvPr/>
        </p:nvCxnSpPr>
        <p:spPr>
          <a:xfrm flipH="1">
            <a:off x="3758113" y="5273040"/>
            <a:ext cx="585287" cy="531863"/>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30" name="直接箭头连接符 21"/>
          <p:cNvCxnSpPr>
            <a:endCxn id="126" idx="1"/>
          </p:cNvCxnSpPr>
          <p:nvPr/>
        </p:nvCxnSpPr>
        <p:spPr>
          <a:xfrm>
            <a:off x="7726680" y="5273040"/>
            <a:ext cx="677859" cy="531863"/>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31" name="直接箭头连接符 22"/>
          <p:cNvCxnSpPr/>
          <p:nvPr/>
        </p:nvCxnSpPr>
        <p:spPr>
          <a:xfrm>
            <a:off x="8186656" y="4678980"/>
            <a:ext cx="648998" cy="260428"/>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32" name="直接箭头连接符 23"/>
          <p:cNvCxnSpPr/>
          <p:nvPr/>
        </p:nvCxnSpPr>
        <p:spPr>
          <a:xfrm flipV="1">
            <a:off x="8182323" y="2747676"/>
            <a:ext cx="681244" cy="294133"/>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33" name="直接箭头连接符 24"/>
          <p:cNvCxnSpPr/>
          <p:nvPr/>
        </p:nvCxnSpPr>
        <p:spPr>
          <a:xfrm flipV="1">
            <a:off x="7726680" y="1877209"/>
            <a:ext cx="552225" cy="457200"/>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34" name="直接箭头连接符 25"/>
          <p:cNvCxnSpPr/>
          <p:nvPr/>
        </p:nvCxnSpPr>
        <p:spPr>
          <a:xfrm flipH="1" flipV="1">
            <a:off x="3311521" y="2778156"/>
            <a:ext cx="685415" cy="276662"/>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pic>
        <p:nvPicPr>
          <p:cNvPr id="135" name="图片 134"/>
          <p:cNvPicPr>
            <a:picLocks noChangeAspect="1"/>
          </p:cNvPicPr>
          <p:nvPr/>
        </p:nvPicPr>
        <p:blipFill rotWithShape="1">
          <a:blip r:embed="rId2" cstate="print">
            <a:extLst>
              <a:ext uri="{28A0092B-C50C-407E-A947-70E740481C1C}">
                <a14:useLocalDpi xmlns:a14="http://schemas.microsoft.com/office/drawing/2010/main" val="0"/>
              </a:ext>
            </a:extLst>
          </a:blip>
          <a:srcRect/>
          <a:stretch/>
        </p:blipFill>
        <p:spPr>
          <a:xfrm>
            <a:off x="4083786" y="1782596"/>
            <a:ext cx="4045842" cy="4045842"/>
          </a:xfrm>
          <a:prstGeom prst="ellipse">
            <a:avLst/>
          </a:prstGeom>
          <a:ln w="38100">
            <a:solidFill>
              <a:srgbClr val="F8841D"/>
            </a:solidFill>
          </a:ln>
        </p:spPr>
      </p:pic>
      <p:sp>
        <p:nvSpPr>
          <p:cNvPr id="136" name="文本框 135"/>
          <p:cNvSpPr txBox="1"/>
          <p:nvPr/>
        </p:nvSpPr>
        <p:spPr>
          <a:xfrm>
            <a:off x="9231063" y="1074984"/>
            <a:ext cx="1492928" cy="830997"/>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ctr">
              <a:lnSpc>
                <a:spcPct val="120000"/>
              </a:lnSpc>
            </a:pPr>
            <a:r>
              <a:rPr lang="zh-CN" altLang="en-US" sz="1600" dirty="0">
                <a:solidFill>
                  <a:schemeClr val="tx1">
                    <a:lumMod val="65000"/>
                    <a:lumOff val="35000"/>
                  </a:schemeClr>
                </a:solidFill>
              </a:rPr>
              <a:t>添加内容</a:t>
            </a:r>
          </a:p>
        </p:txBody>
      </p:sp>
      <p:sp>
        <p:nvSpPr>
          <p:cNvPr id="137" name="文本框 136"/>
          <p:cNvSpPr txBox="1"/>
          <p:nvPr/>
        </p:nvSpPr>
        <p:spPr>
          <a:xfrm>
            <a:off x="9759170" y="2173550"/>
            <a:ext cx="1492928" cy="830997"/>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ctr">
              <a:lnSpc>
                <a:spcPct val="120000"/>
              </a:lnSpc>
            </a:pPr>
            <a:r>
              <a:rPr lang="zh-CN" altLang="en-US" sz="1600" dirty="0">
                <a:solidFill>
                  <a:schemeClr val="tx1">
                    <a:lumMod val="65000"/>
                    <a:lumOff val="35000"/>
                  </a:schemeClr>
                </a:solidFill>
              </a:rPr>
              <a:t>添加内容</a:t>
            </a:r>
          </a:p>
        </p:txBody>
      </p:sp>
      <p:sp>
        <p:nvSpPr>
          <p:cNvPr id="138" name="文本框 137"/>
          <p:cNvSpPr txBox="1"/>
          <p:nvPr/>
        </p:nvSpPr>
        <p:spPr>
          <a:xfrm>
            <a:off x="9774410" y="4696909"/>
            <a:ext cx="1492928" cy="830997"/>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ctr">
              <a:lnSpc>
                <a:spcPct val="120000"/>
              </a:lnSpc>
            </a:pPr>
            <a:r>
              <a:rPr lang="zh-CN" altLang="en-US" sz="1600" dirty="0">
                <a:solidFill>
                  <a:schemeClr val="tx1">
                    <a:lumMod val="65000"/>
                    <a:lumOff val="35000"/>
                  </a:schemeClr>
                </a:solidFill>
              </a:rPr>
              <a:t>添加内容</a:t>
            </a:r>
          </a:p>
        </p:txBody>
      </p:sp>
      <p:sp>
        <p:nvSpPr>
          <p:cNvPr id="139" name="文本框 138"/>
          <p:cNvSpPr txBox="1"/>
          <p:nvPr/>
        </p:nvSpPr>
        <p:spPr>
          <a:xfrm>
            <a:off x="9231063" y="5772832"/>
            <a:ext cx="1492928" cy="830997"/>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ctr">
              <a:lnSpc>
                <a:spcPct val="120000"/>
              </a:lnSpc>
            </a:pPr>
            <a:r>
              <a:rPr lang="zh-CN" altLang="en-US" sz="1600" dirty="0">
                <a:solidFill>
                  <a:schemeClr val="tx1">
                    <a:lumMod val="65000"/>
                    <a:lumOff val="35000"/>
                  </a:schemeClr>
                </a:solidFill>
              </a:rPr>
              <a:t>添加内容</a:t>
            </a:r>
          </a:p>
        </p:txBody>
      </p:sp>
      <p:sp>
        <p:nvSpPr>
          <p:cNvPr id="140" name="文本框 139"/>
          <p:cNvSpPr txBox="1"/>
          <p:nvPr/>
        </p:nvSpPr>
        <p:spPr>
          <a:xfrm>
            <a:off x="10018158" y="3390018"/>
            <a:ext cx="1492928" cy="830997"/>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ctr">
              <a:lnSpc>
                <a:spcPct val="120000"/>
              </a:lnSpc>
            </a:pPr>
            <a:r>
              <a:rPr lang="zh-CN" altLang="en-US" sz="1600" dirty="0">
                <a:solidFill>
                  <a:schemeClr val="tx1">
                    <a:lumMod val="65000"/>
                    <a:lumOff val="35000"/>
                  </a:schemeClr>
                </a:solidFill>
              </a:rPr>
              <a:t>添加内容</a:t>
            </a:r>
          </a:p>
        </p:txBody>
      </p:sp>
      <p:sp>
        <p:nvSpPr>
          <p:cNvPr id="141" name="文本框 140"/>
          <p:cNvSpPr txBox="1"/>
          <p:nvPr/>
        </p:nvSpPr>
        <p:spPr>
          <a:xfrm>
            <a:off x="842785" y="2173550"/>
            <a:ext cx="1492928" cy="830997"/>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ctr">
              <a:lnSpc>
                <a:spcPct val="120000"/>
              </a:lnSpc>
            </a:pPr>
            <a:r>
              <a:rPr lang="zh-CN" altLang="en-US" sz="1600" dirty="0">
                <a:solidFill>
                  <a:schemeClr val="tx1">
                    <a:lumMod val="65000"/>
                    <a:lumOff val="35000"/>
                  </a:schemeClr>
                </a:solidFill>
              </a:rPr>
              <a:t>添加内容</a:t>
            </a:r>
          </a:p>
        </p:txBody>
      </p:sp>
      <p:sp>
        <p:nvSpPr>
          <p:cNvPr id="142" name="文本框 141"/>
          <p:cNvSpPr txBox="1"/>
          <p:nvPr/>
        </p:nvSpPr>
        <p:spPr>
          <a:xfrm>
            <a:off x="858025" y="4696909"/>
            <a:ext cx="1492928" cy="830997"/>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ctr">
              <a:lnSpc>
                <a:spcPct val="120000"/>
              </a:lnSpc>
            </a:pPr>
            <a:r>
              <a:rPr lang="zh-CN" altLang="en-US" sz="1600" dirty="0">
                <a:solidFill>
                  <a:schemeClr val="tx1">
                    <a:lumMod val="65000"/>
                    <a:lumOff val="35000"/>
                  </a:schemeClr>
                </a:solidFill>
              </a:rPr>
              <a:t>添加内容</a:t>
            </a:r>
          </a:p>
        </p:txBody>
      </p:sp>
      <p:sp>
        <p:nvSpPr>
          <p:cNvPr id="143" name="文本框 142"/>
          <p:cNvSpPr txBox="1"/>
          <p:nvPr/>
        </p:nvSpPr>
        <p:spPr>
          <a:xfrm>
            <a:off x="1507048" y="1074984"/>
            <a:ext cx="1492928" cy="830997"/>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ctr">
              <a:lnSpc>
                <a:spcPct val="120000"/>
              </a:lnSpc>
            </a:pPr>
            <a:r>
              <a:rPr lang="zh-CN" altLang="en-US" sz="1600" dirty="0">
                <a:solidFill>
                  <a:schemeClr val="tx1">
                    <a:lumMod val="65000"/>
                    <a:lumOff val="35000"/>
                  </a:schemeClr>
                </a:solidFill>
              </a:rPr>
              <a:t>添加内容</a:t>
            </a:r>
          </a:p>
        </p:txBody>
      </p:sp>
      <p:sp>
        <p:nvSpPr>
          <p:cNvPr id="144" name="文本框 143"/>
          <p:cNvSpPr txBox="1"/>
          <p:nvPr/>
        </p:nvSpPr>
        <p:spPr>
          <a:xfrm>
            <a:off x="1507048" y="5772832"/>
            <a:ext cx="1492928" cy="830997"/>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ctr">
              <a:lnSpc>
                <a:spcPct val="120000"/>
              </a:lnSpc>
            </a:pPr>
            <a:r>
              <a:rPr lang="zh-CN" altLang="en-US" sz="1600" dirty="0">
                <a:solidFill>
                  <a:schemeClr val="tx1">
                    <a:lumMod val="65000"/>
                    <a:lumOff val="35000"/>
                  </a:schemeClr>
                </a:solidFill>
              </a:rPr>
              <a:t>添加内容</a:t>
            </a:r>
          </a:p>
        </p:txBody>
      </p:sp>
      <p:sp>
        <p:nvSpPr>
          <p:cNvPr id="145" name="文本框 144"/>
          <p:cNvSpPr txBox="1"/>
          <p:nvPr/>
        </p:nvSpPr>
        <p:spPr>
          <a:xfrm>
            <a:off x="627119" y="3390018"/>
            <a:ext cx="1492928" cy="830997"/>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ctr">
              <a:lnSpc>
                <a:spcPct val="120000"/>
              </a:lnSpc>
            </a:pPr>
            <a:r>
              <a:rPr lang="zh-CN" altLang="en-US" sz="1600" dirty="0">
                <a:solidFill>
                  <a:schemeClr val="tx1">
                    <a:lumMod val="65000"/>
                    <a:lumOff val="35000"/>
                  </a:schemeClr>
                </a:solidFill>
              </a:rPr>
              <a:t>添加内容</a:t>
            </a:r>
          </a:p>
        </p:txBody>
      </p:sp>
      <p:sp>
        <p:nvSpPr>
          <p:cNvPr id="146" name="Freeform 803"/>
          <p:cNvSpPr>
            <a:spLocks/>
          </p:cNvSpPr>
          <p:nvPr/>
        </p:nvSpPr>
        <p:spPr bwMode="auto">
          <a:xfrm>
            <a:off x="9691534" y="-740157"/>
            <a:ext cx="380419" cy="361952"/>
          </a:xfrm>
          <a:custGeom>
            <a:avLst/>
            <a:gdLst>
              <a:gd name="T0" fmla="*/ 174 w 174"/>
              <a:gd name="T1" fmla="*/ 139 h 166"/>
              <a:gd name="T2" fmla="*/ 153 w 174"/>
              <a:gd name="T3" fmla="*/ 126 h 166"/>
              <a:gd name="T4" fmla="*/ 126 w 174"/>
              <a:gd name="T5" fmla="*/ 115 h 166"/>
              <a:gd name="T6" fmla="*/ 118 w 174"/>
              <a:gd name="T7" fmla="*/ 112 h 166"/>
              <a:gd name="T8" fmla="*/ 111 w 174"/>
              <a:gd name="T9" fmla="*/ 100 h 166"/>
              <a:gd name="T10" fmla="*/ 106 w 174"/>
              <a:gd name="T11" fmla="*/ 100 h 166"/>
              <a:gd name="T12" fmla="*/ 111 w 174"/>
              <a:gd name="T13" fmla="*/ 90 h 166"/>
              <a:gd name="T14" fmla="*/ 113 w 174"/>
              <a:gd name="T15" fmla="*/ 79 h 166"/>
              <a:gd name="T16" fmla="*/ 118 w 174"/>
              <a:gd name="T17" fmla="*/ 74 h 166"/>
              <a:gd name="T18" fmla="*/ 121 w 174"/>
              <a:gd name="T19" fmla="*/ 67 h 166"/>
              <a:gd name="T20" fmla="*/ 120 w 174"/>
              <a:gd name="T21" fmla="*/ 54 h 166"/>
              <a:gd name="T22" fmla="*/ 118 w 174"/>
              <a:gd name="T23" fmla="*/ 49 h 166"/>
              <a:gd name="T24" fmla="*/ 119 w 174"/>
              <a:gd name="T25" fmla="*/ 32 h 166"/>
              <a:gd name="T26" fmla="*/ 118 w 174"/>
              <a:gd name="T27" fmla="*/ 20 h 166"/>
              <a:gd name="T28" fmla="*/ 113 w 174"/>
              <a:gd name="T29" fmla="*/ 13 h 166"/>
              <a:gd name="T30" fmla="*/ 108 w 174"/>
              <a:gd name="T31" fmla="*/ 12 h 166"/>
              <a:gd name="T32" fmla="*/ 104 w 174"/>
              <a:gd name="T33" fmla="*/ 9 h 166"/>
              <a:gd name="T34" fmla="*/ 67 w 174"/>
              <a:gd name="T35" fmla="*/ 9 h 166"/>
              <a:gd name="T36" fmla="*/ 54 w 174"/>
              <a:gd name="T37" fmla="*/ 48 h 166"/>
              <a:gd name="T38" fmla="*/ 52 w 174"/>
              <a:gd name="T39" fmla="*/ 57 h 166"/>
              <a:gd name="T40" fmla="*/ 57 w 174"/>
              <a:gd name="T41" fmla="*/ 76 h 166"/>
              <a:gd name="T42" fmla="*/ 60 w 174"/>
              <a:gd name="T43" fmla="*/ 77 h 166"/>
              <a:gd name="T44" fmla="*/ 62 w 174"/>
              <a:gd name="T45" fmla="*/ 91 h 166"/>
              <a:gd name="T46" fmla="*/ 67 w 174"/>
              <a:gd name="T47" fmla="*/ 99 h 166"/>
              <a:gd name="T48" fmla="*/ 63 w 174"/>
              <a:gd name="T49" fmla="*/ 100 h 166"/>
              <a:gd name="T50" fmla="*/ 56 w 174"/>
              <a:gd name="T51" fmla="*/ 112 h 166"/>
              <a:gd name="T52" fmla="*/ 48 w 174"/>
              <a:gd name="T53" fmla="*/ 115 h 166"/>
              <a:gd name="T54" fmla="*/ 21 w 174"/>
              <a:gd name="T55" fmla="*/ 126 h 166"/>
              <a:gd name="T56" fmla="*/ 0 w 174"/>
              <a:gd name="T57" fmla="*/ 139 h 166"/>
              <a:gd name="T58" fmla="*/ 0 w 174"/>
              <a:gd name="T59" fmla="*/ 166 h 166"/>
              <a:gd name="T60" fmla="*/ 76 w 174"/>
              <a:gd name="T61" fmla="*/ 166 h 166"/>
              <a:gd name="T62" fmla="*/ 82 w 174"/>
              <a:gd name="T63" fmla="*/ 127 h 166"/>
              <a:gd name="T64" fmla="*/ 77 w 174"/>
              <a:gd name="T65" fmla="*/ 117 h 166"/>
              <a:gd name="T66" fmla="*/ 88 w 174"/>
              <a:gd name="T67" fmla="*/ 112 h 166"/>
              <a:gd name="T68" fmla="*/ 97 w 174"/>
              <a:gd name="T69" fmla="*/ 117 h 166"/>
              <a:gd name="T70" fmla="*/ 92 w 174"/>
              <a:gd name="T71" fmla="*/ 128 h 166"/>
              <a:gd name="T72" fmla="*/ 101 w 174"/>
              <a:gd name="T73" fmla="*/ 166 h 166"/>
              <a:gd name="T74" fmla="*/ 174 w 174"/>
              <a:gd name="T75" fmla="*/ 166 h 166"/>
              <a:gd name="T76" fmla="*/ 174 w 174"/>
              <a:gd name="T77" fmla="*/ 139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4" h="166">
                <a:moveTo>
                  <a:pt x="174" y="139"/>
                </a:moveTo>
                <a:cubicBezTo>
                  <a:pt x="171" y="131"/>
                  <a:pt x="161" y="129"/>
                  <a:pt x="153" y="126"/>
                </a:cubicBezTo>
                <a:cubicBezTo>
                  <a:pt x="144" y="122"/>
                  <a:pt x="135" y="118"/>
                  <a:pt x="126" y="115"/>
                </a:cubicBezTo>
                <a:cubicBezTo>
                  <a:pt x="123" y="114"/>
                  <a:pt x="121" y="113"/>
                  <a:pt x="118" y="112"/>
                </a:cubicBezTo>
                <a:cubicBezTo>
                  <a:pt x="115" y="110"/>
                  <a:pt x="113" y="104"/>
                  <a:pt x="111" y="100"/>
                </a:cubicBezTo>
                <a:cubicBezTo>
                  <a:pt x="109" y="100"/>
                  <a:pt x="108" y="100"/>
                  <a:pt x="106" y="100"/>
                </a:cubicBezTo>
                <a:cubicBezTo>
                  <a:pt x="106" y="94"/>
                  <a:pt x="110" y="94"/>
                  <a:pt x="111" y="90"/>
                </a:cubicBezTo>
                <a:cubicBezTo>
                  <a:pt x="112" y="86"/>
                  <a:pt x="111" y="82"/>
                  <a:pt x="113" y="79"/>
                </a:cubicBezTo>
                <a:cubicBezTo>
                  <a:pt x="114" y="76"/>
                  <a:pt x="117" y="76"/>
                  <a:pt x="118" y="74"/>
                </a:cubicBezTo>
                <a:cubicBezTo>
                  <a:pt x="120" y="73"/>
                  <a:pt x="120" y="69"/>
                  <a:pt x="121" y="67"/>
                </a:cubicBezTo>
                <a:cubicBezTo>
                  <a:pt x="122" y="63"/>
                  <a:pt x="122" y="58"/>
                  <a:pt x="120" y="54"/>
                </a:cubicBezTo>
                <a:cubicBezTo>
                  <a:pt x="119" y="52"/>
                  <a:pt x="119" y="51"/>
                  <a:pt x="118" y="49"/>
                </a:cubicBezTo>
                <a:cubicBezTo>
                  <a:pt x="118" y="45"/>
                  <a:pt x="119" y="35"/>
                  <a:pt x="119" y="32"/>
                </a:cubicBezTo>
                <a:cubicBezTo>
                  <a:pt x="119" y="26"/>
                  <a:pt x="119" y="26"/>
                  <a:pt x="118" y="20"/>
                </a:cubicBezTo>
                <a:cubicBezTo>
                  <a:pt x="118" y="20"/>
                  <a:pt x="116" y="14"/>
                  <a:pt x="113" y="13"/>
                </a:cubicBezTo>
                <a:cubicBezTo>
                  <a:pt x="108" y="12"/>
                  <a:pt x="108" y="12"/>
                  <a:pt x="108" y="12"/>
                </a:cubicBezTo>
                <a:cubicBezTo>
                  <a:pt x="104" y="9"/>
                  <a:pt x="104" y="9"/>
                  <a:pt x="104" y="9"/>
                </a:cubicBezTo>
                <a:cubicBezTo>
                  <a:pt x="90" y="0"/>
                  <a:pt x="75" y="6"/>
                  <a:pt x="67" y="9"/>
                </a:cubicBezTo>
                <a:cubicBezTo>
                  <a:pt x="56" y="13"/>
                  <a:pt x="49" y="24"/>
                  <a:pt x="54" y="48"/>
                </a:cubicBezTo>
                <a:cubicBezTo>
                  <a:pt x="55" y="52"/>
                  <a:pt x="51" y="54"/>
                  <a:pt x="52" y="57"/>
                </a:cubicBezTo>
                <a:cubicBezTo>
                  <a:pt x="52" y="61"/>
                  <a:pt x="52" y="73"/>
                  <a:pt x="57" y="76"/>
                </a:cubicBezTo>
                <a:cubicBezTo>
                  <a:pt x="57" y="76"/>
                  <a:pt x="61" y="77"/>
                  <a:pt x="60" y="77"/>
                </a:cubicBezTo>
                <a:cubicBezTo>
                  <a:pt x="61" y="82"/>
                  <a:pt x="61" y="87"/>
                  <a:pt x="62" y="91"/>
                </a:cubicBezTo>
                <a:cubicBezTo>
                  <a:pt x="63" y="94"/>
                  <a:pt x="66" y="95"/>
                  <a:pt x="67" y="99"/>
                </a:cubicBezTo>
                <a:cubicBezTo>
                  <a:pt x="63" y="100"/>
                  <a:pt x="63" y="100"/>
                  <a:pt x="63" y="100"/>
                </a:cubicBezTo>
                <a:cubicBezTo>
                  <a:pt x="61" y="104"/>
                  <a:pt x="59" y="110"/>
                  <a:pt x="56" y="112"/>
                </a:cubicBezTo>
                <a:cubicBezTo>
                  <a:pt x="53" y="113"/>
                  <a:pt x="51" y="114"/>
                  <a:pt x="48" y="115"/>
                </a:cubicBezTo>
                <a:cubicBezTo>
                  <a:pt x="39" y="118"/>
                  <a:pt x="30" y="122"/>
                  <a:pt x="21" y="126"/>
                </a:cubicBezTo>
                <a:cubicBezTo>
                  <a:pt x="13" y="129"/>
                  <a:pt x="3" y="131"/>
                  <a:pt x="0" y="139"/>
                </a:cubicBezTo>
                <a:cubicBezTo>
                  <a:pt x="0" y="145"/>
                  <a:pt x="0" y="158"/>
                  <a:pt x="0" y="166"/>
                </a:cubicBezTo>
                <a:cubicBezTo>
                  <a:pt x="76" y="166"/>
                  <a:pt x="76" y="166"/>
                  <a:pt x="76" y="166"/>
                </a:cubicBezTo>
                <a:cubicBezTo>
                  <a:pt x="82" y="127"/>
                  <a:pt x="82" y="127"/>
                  <a:pt x="82" y="127"/>
                </a:cubicBezTo>
                <a:cubicBezTo>
                  <a:pt x="77" y="117"/>
                  <a:pt x="77" y="117"/>
                  <a:pt x="77" y="117"/>
                </a:cubicBezTo>
                <a:cubicBezTo>
                  <a:pt x="88" y="112"/>
                  <a:pt x="88" y="112"/>
                  <a:pt x="88" y="112"/>
                </a:cubicBezTo>
                <a:cubicBezTo>
                  <a:pt x="97" y="117"/>
                  <a:pt x="97" y="117"/>
                  <a:pt x="97" y="117"/>
                </a:cubicBezTo>
                <a:cubicBezTo>
                  <a:pt x="92" y="128"/>
                  <a:pt x="92" y="128"/>
                  <a:pt x="92" y="128"/>
                </a:cubicBezTo>
                <a:cubicBezTo>
                  <a:pt x="101" y="166"/>
                  <a:pt x="101" y="166"/>
                  <a:pt x="101" y="166"/>
                </a:cubicBezTo>
                <a:cubicBezTo>
                  <a:pt x="174" y="166"/>
                  <a:pt x="174" y="166"/>
                  <a:pt x="174" y="166"/>
                </a:cubicBezTo>
                <a:cubicBezTo>
                  <a:pt x="174" y="158"/>
                  <a:pt x="174" y="145"/>
                  <a:pt x="174" y="139"/>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7" name="Freeform 813"/>
          <p:cNvSpPr>
            <a:spLocks noChangeAspect="1" noEditPoints="1"/>
          </p:cNvSpPr>
          <p:nvPr/>
        </p:nvSpPr>
        <p:spPr bwMode="auto">
          <a:xfrm>
            <a:off x="3194314" y="1398188"/>
            <a:ext cx="466440" cy="324000"/>
          </a:xfrm>
          <a:custGeom>
            <a:avLst/>
            <a:gdLst>
              <a:gd name="T0" fmla="*/ 178 w 197"/>
              <a:gd name="T1" fmla="*/ 53 h 137"/>
              <a:gd name="T2" fmla="*/ 133 w 197"/>
              <a:gd name="T3" fmla="*/ 5 h 137"/>
              <a:gd name="T4" fmla="*/ 98 w 197"/>
              <a:gd name="T5" fmla="*/ 14 h 137"/>
              <a:gd name="T6" fmla="*/ 68 w 197"/>
              <a:gd name="T7" fmla="*/ 5 h 137"/>
              <a:gd name="T8" fmla="*/ 21 w 197"/>
              <a:gd name="T9" fmla="*/ 42 h 137"/>
              <a:gd name="T10" fmla="*/ 19 w 197"/>
              <a:gd name="T11" fmla="*/ 124 h 137"/>
              <a:gd name="T12" fmla="*/ 71 w 197"/>
              <a:gd name="T13" fmla="*/ 96 h 137"/>
              <a:gd name="T14" fmla="*/ 121 w 197"/>
              <a:gd name="T15" fmla="*/ 95 h 137"/>
              <a:gd name="T16" fmla="*/ 172 w 197"/>
              <a:gd name="T17" fmla="*/ 127 h 137"/>
              <a:gd name="T18" fmla="*/ 178 w 197"/>
              <a:gd name="T19" fmla="*/ 53 h 137"/>
              <a:gd name="T20" fmla="*/ 62 w 197"/>
              <a:gd name="T21" fmla="*/ 76 h 137"/>
              <a:gd name="T22" fmla="*/ 38 w 197"/>
              <a:gd name="T23" fmla="*/ 51 h 137"/>
              <a:gd name="T24" fmla="*/ 62 w 197"/>
              <a:gd name="T25" fmla="*/ 27 h 137"/>
              <a:gd name="T26" fmla="*/ 86 w 197"/>
              <a:gd name="T27" fmla="*/ 51 h 137"/>
              <a:gd name="T28" fmla="*/ 62 w 197"/>
              <a:gd name="T29" fmla="*/ 76 h 137"/>
              <a:gd name="T30" fmla="*/ 137 w 197"/>
              <a:gd name="T31" fmla="*/ 31 h 137"/>
              <a:gd name="T32" fmla="*/ 148 w 197"/>
              <a:gd name="T33" fmla="*/ 31 h 137"/>
              <a:gd name="T34" fmla="*/ 148 w 197"/>
              <a:gd name="T35" fmla="*/ 41 h 137"/>
              <a:gd name="T36" fmla="*/ 137 w 197"/>
              <a:gd name="T37" fmla="*/ 41 h 137"/>
              <a:gd name="T38" fmla="*/ 137 w 197"/>
              <a:gd name="T39" fmla="*/ 31 h 137"/>
              <a:gd name="T40" fmla="*/ 124 w 197"/>
              <a:gd name="T41" fmla="*/ 55 h 137"/>
              <a:gd name="T42" fmla="*/ 124 w 197"/>
              <a:gd name="T43" fmla="*/ 45 h 137"/>
              <a:gd name="T44" fmla="*/ 134 w 197"/>
              <a:gd name="T45" fmla="*/ 45 h 137"/>
              <a:gd name="T46" fmla="*/ 134 w 197"/>
              <a:gd name="T47" fmla="*/ 55 h 137"/>
              <a:gd name="T48" fmla="*/ 124 w 197"/>
              <a:gd name="T49" fmla="*/ 55 h 137"/>
              <a:gd name="T50" fmla="*/ 147 w 197"/>
              <a:gd name="T51" fmla="*/ 68 h 137"/>
              <a:gd name="T52" fmla="*/ 137 w 197"/>
              <a:gd name="T53" fmla="*/ 68 h 137"/>
              <a:gd name="T54" fmla="*/ 137 w 197"/>
              <a:gd name="T55" fmla="*/ 58 h 137"/>
              <a:gd name="T56" fmla="*/ 147 w 197"/>
              <a:gd name="T57" fmla="*/ 58 h 137"/>
              <a:gd name="T58" fmla="*/ 147 w 197"/>
              <a:gd name="T59" fmla="*/ 68 h 137"/>
              <a:gd name="T60" fmla="*/ 161 w 197"/>
              <a:gd name="T61" fmla="*/ 54 h 137"/>
              <a:gd name="T62" fmla="*/ 151 w 197"/>
              <a:gd name="T63" fmla="*/ 54 h 137"/>
              <a:gd name="T64" fmla="*/ 151 w 197"/>
              <a:gd name="T65" fmla="*/ 44 h 137"/>
              <a:gd name="T66" fmla="*/ 161 w 197"/>
              <a:gd name="T67" fmla="*/ 44 h 137"/>
              <a:gd name="T68" fmla="*/ 161 w 197"/>
              <a:gd name="T69" fmla="*/ 54 h 137"/>
              <a:gd name="T70" fmla="*/ 62 w 197"/>
              <a:gd name="T71" fmla="*/ 37 h 137"/>
              <a:gd name="T72" fmla="*/ 48 w 197"/>
              <a:gd name="T73" fmla="*/ 51 h 137"/>
              <a:gd name="T74" fmla="*/ 62 w 197"/>
              <a:gd name="T75" fmla="*/ 66 h 137"/>
              <a:gd name="T76" fmla="*/ 76 w 197"/>
              <a:gd name="T77" fmla="*/ 51 h 137"/>
              <a:gd name="T78" fmla="*/ 62 w 197"/>
              <a:gd name="T79" fmla="*/ 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7" h="137">
                <a:moveTo>
                  <a:pt x="178" y="53"/>
                </a:moveTo>
                <a:cubicBezTo>
                  <a:pt x="172" y="28"/>
                  <a:pt x="163" y="1"/>
                  <a:pt x="133" y="5"/>
                </a:cubicBezTo>
                <a:cubicBezTo>
                  <a:pt x="121" y="7"/>
                  <a:pt x="112" y="14"/>
                  <a:pt x="98" y="14"/>
                </a:cubicBezTo>
                <a:cubicBezTo>
                  <a:pt x="87" y="14"/>
                  <a:pt x="79" y="7"/>
                  <a:pt x="68" y="5"/>
                </a:cubicBezTo>
                <a:cubicBezTo>
                  <a:pt x="38" y="0"/>
                  <a:pt x="30" y="15"/>
                  <a:pt x="21" y="42"/>
                </a:cubicBezTo>
                <a:cubicBezTo>
                  <a:pt x="16" y="58"/>
                  <a:pt x="0" y="112"/>
                  <a:pt x="19" y="124"/>
                </a:cubicBezTo>
                <a:cubicBezTo>
                  <a:pt x="37" y="137"/>
                  <a:pt x="57" y="102"/>
                  <a:pt x="71" y="96"/>
                </a:cubicBezTo>
                <a:cubicBezTo>
                  <a:pt x="84" y="91"/>
                  <a:pt x="110" y="92"/>
                  <a:pt x="121" y="95"/>
                </a:cubicBezTo>
                <a:cubicBezTo>
                  <a:pt x="138" y="100"/>
                  <a:pt x="154" y="131"/>
                  <a:pt x="172" y="127"/>
                </a:cubicBezTo>
                <a:cubicBezTo>
                  <a:pt x="197" y="122"/>
                  <a:pt x="182" y="69"/>
                  <a:pt x="178" y="53"/>
                </a:cubicBezTo>
                <a:close/>
                <a:moveTo>
                  <a:pt x="62" y="76"/>
                </a:moveTo>
                <a:cubicBezTo>
                  <a:pt x="48" y="76"/>
                  <a:pt x="38" y="65"/>
                  <a:pt x="38" y="51"/>
                </a:cubicBezTo>
                <a:cubicBezTo>
                  <a:pt x="38" y="38"/>
                  <a:pt x="48" y="27"/>
                  <a:pt x="62" y="27"/>
                </a:cubicBezTo>
                <a:cubicBezTo>
                  <a:pt x="75" y="27"/>
                  <a:pt x="86" y="38"/>
                  <a:pt x="86" y="51"/>
                </a:cubicBezTo>
                <a:cubicBezTo>
                  <a:pt x="86" y="65"/>
                  <a:pt x="75" y="76"/>
                  <a:pt x="62" y="76"/>
                </a:cubicBezTo>
                <a:close/>
                <a:moveTo>
                  <a:pt x="137" y="31"/>
                </a:moveTo>
                <a:cubicBezTo>
                  <a:pt x="140" y="28"/>
                  <a:pt x="145" y="28"/>
                  <a:pt x="148" y="31"/>
                </a:cubicBezTo>
                <a:cubicBezTo>
                  <a:pt x="150" y="34"/>
                  <a:pt x="150" y="39"/>
                  <a:pt x="148" y="41"/>
                </a:cubicBezTo>
                <a:cubicBezTo>
                  <a:pt x="145" y="44"/>
                  <a:pt x="140" y="44"/>
                  <a:pt x="137" y="41"/>
                </a:cubicBezTo>
                <a:cubicBezTo>
                  <a:pt x="135" y="39"/>
                  <a:pt x="135" y="34"/>
                  <a:pt x="137" y="31"/>
                </a:cubicBezTo>
                <a:close/>
                <a:moveTo>
                  <a:pt x="124" y="55"/>
                </a:moveTo>
                <a:cubicBezTo>
                  <a:pt x="121" y="52"/>
                  <a:pt x="121" y="48"/>
                  <a:pt x="124" y="45"/>
                </a:cubicBezTo>
                <a:cubicBezTo>
                  <a:pt x="127" y="42"/>
                  <a:pt x="131" y="42"/>
                  <a:pt x="134" y="45"/>
                </a:cubicBezTo>
                <a:cubicBezTo>
                  <a:pt x="137" y="48"/>
                  <a:pt x="137" y="52"/>
                  <a:pt x="134" y="55"/>
                </a:cubicBezTo>
                <a:cubicBezTo>
                  <a:pt x="131" y="58"/>
                  <a:pt x="127" y="58"/>
                  <a:pt x="124" y="55"/>
                </a:cubicBezTo>
                <a:close/>
                <a:moveTo>
                  <a:pt x="147" y="68"/>
                </a:moveTo>
                <a:cubicBezTo>
                  <a:pt x="144" y="71"/>
                  <a:pt x="140" y="71"/>
                  <a:pt x="137" y="68"/>
                </a:cubicBezTo>
                <a:cubicBezTo>
                  <a:pt x="134" y="65"/>
                  <a:pt x="134" y="61"/>
                  <a:pt x="137" y="58"/>
                </a:cubicBezTo>
                <a:cubicBezTo>
                  <a:pt x="140" y="55"/>
                  <a:pt x="144" y="55"/>
                  <a:pt x="147" y="58"/>
                </a:cubicBezTo>
                <a:cubicBezTo>
                  <a:pt x="150" y="61"/>
                  <a:pt x="150" y="65"/>
                  <a:pt x="147" y="68"/>
                </a:cubicBezTo>
                <a:close/>
                <a:moveTo>
                  <a:pt x="161" y="54"/>
                </a:moveTo>
                <a:cubicBezTo>
                  <a:pt x="158" y="57"/>
                  <a:pt x="153" y="57"/>
                  <a:pt x="151" y="54"/>
                </a:cubicBezTo>
                <a:cubicBezTo>
                  <a:pt x="148" y="52"/>
                  <a:pt x="148" y="47"/>
                  <a:pt x="151" y="44"/>
                </a:cubicBezTo>
                <a:cubicBezTo>
                  <a:pt x="153" y="42"/>
                  <a:pt x="158" y="42"/>
                  <a:pt x="161" y="44"/>
                </a:cubicBezTo>
                <a:cubicBezTo>
                  <a:pt x="163" y="47"/>
                  <a:pt x="163" y="52"/>
                  <a:pt x="161" y="54"/>
                </a:cubicBezTo>
                <a:close/>
                <a:moveTo>
                  <a:pt x="62" y="37"/>
                </a:moveTo>
                <a:cubicBezTo>
                  <a:pt x="54" y="37"/>
                  <a:pt x="48" y="44"/>
                  <a:pt x="48" y="51"/>
                </a:cubicBezTo>
                <a:cubicBezTo>
                  <a:pt x="48" y="59"/>
                  <a:pt x="54" y="66"/>
                  <a:pt x="62" y="66"/>
                </a:cubicBezTo>
                <a:cubicBezTo>
                  <a:pt x="70" y="66"/>
                  <a:pt x="76" y="59"/>
                  <a:pt x="76" y="51"/>
                </a:cubicBezTo>
                <a:cubicBezTo>
                  <a:pt x="76" y="44"/>
                  <a:pt x="70" y="37"/>
                  <a:pt x="62" y="3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8" name="Freeform 827"/>
          <p:cNvSpPr>
            <a:spLocks noChangeAspect="1" noEditPoints="1"/>
          </p:cNvSpPr>
          <p:nvPr/>
        </p:nvSpPr>
        <p:spPr bwMode="auto">
          <a:xfrm>
            <a:off x="8560234" y="1419920"/>
            <a:ext cx="324000" cy="368789"/>
          </a:xfrm>
          <a:custGeom>
            <a:avLst/>
            <a:gdLst>
              <a:gd name="T0" fmla="*/ 170 w 340"/>
              <a:gd name="T1" fmla="*/ 0 h 387"/>
              <a:gd name="T2" fmla="*/ 14 w 340"/>
              <a:gd name="T3" fmla="*/ 90 h 387"/>
              <a:gd name="T4" fmla="*/ 170 w 340"/>
              <a:gd name="T5" fmla="*/ 182 h 387"/>
              <a:gd name="T6" fmla="*/ 326 w 340"/>
              <a:gd name="T7" fmla="*/ 92 h 387"/>
              <a:gd name="T8" fmla="*/ 170 w 340"/>
              <a:gd name="T9" fmla="*/ 0 h 387"/>
              <a:gd name="T10" fmla="*/ 0 w 340"/>
              <a:gd name="T11" fmla="*/ 295 h 387"/>
              <a:gd name="T12" fmla="*/ 156 w 340"/>
              <a:gd name="T13" fmla="*/ 387 h 387"/>
              <a:gd name="T14" fmla="*/ 156 w 340"/>
              <a:gd name="T15" fmla="*/ 205 h 387"/>
              <a:gd name="T16" fmla="*/ 0 w 340"/>
              <a:gd name="T17" fmla="*/ 116 h 387"/>
              <a:gd name="T18" fmla="*/ 0 w 340"/>
              <a:gd name="T19" fmla="*/ 295 h 387"/>
              <a:gd name="T20" fmla="*/ 184 w 340"/>
              <a:gd name="T21" fmla="*/ 208 h 387"/>
              <a:gd name="T22" fmla="*/ 184 w 340"/>
              <a:gd name="T23" fmla="*/ 387 h 387"/>
              <a:gd name="T24" fmla="*/ 340 w 340"/>
              <a:gd name="T25" fmla="*/ 295 h 387"/>
              <a:gd name="T26" fmla="*/ 340 w 340"/>
              <a:gd name="T27" fmla="*/ 116 h 387"/>
              <a:gd name="T28" fmla="*/ 184 w 340"/>
              <a:gd name="T29" fmla="*/ 208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0" h="387">
                <a:moveTo>
                  <a:pt x="170" y="0"/>
                </a:moveTo>
                <a:lnTo>
                  <a:pt x="14" y="90"/>
                </a:lnTo>
                <a:lnTo>
                  <a:pt x="170" y="182"/>
                </a:lnTo>
                <a:lnTo>
                  <a:pt x="326" y="92"/>
                </a:lnTo>
                <a:lnTo>
                  <a:pt x="170" y="0"/>
                </a:lnTo>
                <a:close/>
                <a:moveTo>
                  <a:pt x="0" y="295"/>
                </a:moveTo>
                <a:lnTo>
                  <a:pt x="156" y="387"/>
                </a:lnTo>
                <a:lnTo>
                  <a:pt x="156" y="205"/>
                </a:lnTo>
                <a:lnTo>
                  <a:pt x="0" y="116"/>
                </a:lnTo>
                <a:lnTo>
                  <a:pt x="0" y="295"/>
                </a:lnTo>
                <a:close/>
                <a:moveTo>
                  <a:pt x="184" y="208"/>
                </a:moveTo>
                <a:lnTo>
                  <a:pt x="184" y="387"/>
                </a:lnTo>
                <a:lnTo>
                  <a:pt x="340" y="295"/>
                </a:lnTo>
                <a:lnTo>
                  <a:pt x="340" y="116"/>
                </a:lnTo>
                <a:lnTo>
                  <a:pt x="184" y="20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9" name="Freeform 835"/>
          <p:cNvSpPr>
            <a:spLocks noEditPoints="1"/>
          </p:cNvSpPr>
          <p:nvPr/>
        </p:nvSpPr>
        <p:spPr bwMode="auto">
          <a:xfrm>
            <a:off x="9164745" y="2327863"/>
            <a:ext cx="270191" cy="508669"/>
          </a:xfrm>
          <a:custGeom>
            <a:avLst/>
            <a:gdLst>
              <a:gd name="T0" fmla="*/ 213 w 213"/>
              <a:gd name="T1" fmla="*/ 120 h 401"/>
              <a:gd name="T2" fmla="*/ 92 w 213"/>
              <a:gd name="T3" fmla="*/ 0 h 401"/>
              <a:gd name="T4" fmla="*/ 92 w 213"/>
              <a:gd name="T5" fmla="*/ 160 h 401"/>
              <a:gd name="T6" fmla="*/ 26 w 213"/>
              <a:gd name="T7" fmla="*/ 94 h 401"/>
              <a:gd name="T8" fmla="*/ 0 w 213"/>
              <a:gd name="T9" fmla="*/ 118 h 401"/>
              <a:gd name="T10" fmla="*/ 85 w 213"/>
              <a:gd name="T11" fmla="*/ 200 h 401"/>
              <a:gd name="T12" fmla="*/ 0 w 213"/>
              <a:gd name="T13" fmla="*/ 283 h 401"/>
              <a:gd name="T14" fmla="*/ 26 w 213"/>
              <a:gd name="T15" fmla="*/ 307 h 401"/>
              <a:gd name="T16" fmla="*/ 92 w 213"/>
              <a:gd name="T17" fmla="*/ 241 h 401"/>
              <a:gd name="T18" fmla="*/ 92 w 213"/>
              <a:gd name="T19" fmla="*/ 401 h 401"/>
              <a:gd name="T20" fmla="*/ 213 w 213"/>
              <a:gd name="T21" fmla="*/ 281 h 401"/>
              <a:gd name="T22" fmla="*/ 133 w 213"/>
              <a:gd name="T23" fmla="*/ 200 h 401"/>
              <a:gd name="T24" fmla="*/ 213 w 213"/>
              <a:gd name="T25" fmla="*/ 120 h 401"/>
              <a:gd name="T26" fmla="*/ 163 w 213"/>
              <a:gd name="T27" fmla="*/ 120 h 401"/>
              <a:gd name="T28" fmla="*/ 125 w 213"/>
              <a:gd name="T29" fmla="*/ 160 h 401"/>
              <a:gd name="T30" fmla="*/ 125 w 213"/>
              <a:gd name="T31" fmla="*/ 82 h 401"/>
              <a:gd name="T32" fmla="*/ 163 w 213"/>
              <a:gd name="T33" fmla="*/ 120 h 401"/>
              <a:gd name="T34" fmla="*/ 163 w 213"/>
              <a:gd name="T35" fmla="*/ 281 h 401"/>
              <a:gd name="T36" fmla="*/ 125 w 213"/>
              <a:gd name="T37" fmla="*/ 319 h 401"/>
              <a:gd name="T38" fmla="*/ 125 w 213"/>
              <a:gd name="T39" fmla="*/ 241 h 401"/>
              <a:gd name="T40" fmla="*/ 163 w 213"/>
              <a:gd name="T41" fmla="*/ 28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3" h="401">
                <a:moveTo>
                  <a:pt x="213" y="120"/>
                </a:moveTo>
                <a:lnTo>
                  <a:pt x="92" y="0"/>
                </a:lnTo>
                <a:lnTo>
                  <a:pt x="92" y="160"/>
                </a:lnTo>
                <a:lnTo>
                  <a:pt x="26" y="94"/>
                </a:lnTo>
                <a:lnTo>
                  <a:pt x="0" y="118"/>
                </a:lnTo>
                <a:lnTo>
                  <a:pt x="85" y="200"/>
                </a:lnTo>
                <a:lnTo>
                  <a:pt x="0" y="283"/>
                </a:lnTo>
                <a:lnTo>
                  <a:pt x="26" y="307"/>
                </a:lnTo>
                <a:lnTo>
                  <a:pt x="92" y="241"/>
                </a:lnTo>
                <a:lnTo>
                  <a:pt x="92" y="401"/>
                </a:lnTo>
                <a:lnTo>
                  <a:pt x="213" y="281"/>
                </a:lnTo>
                <a:lnTo>
                  <a:pt x="133" y="200"/>
                </a:lnTo>
                <a:lnTo>
                  <a:pt x="213" y="120"/>
                </a:lnTo>
                <a:close/>
                <a:moveTo>
                  <a:pt x="163" y="120"/>
                </a:moveTo>
                <a:lnTo>
                  <a:pt x="125" y="160"/>
                </a:lnTo>
                <a:lnTo>
                  <a:pt x="125" y="82"/>
                </a:lnTo>
                <a:lnTo>
                  <a:pt x="163" y="120"/>
                </a:lnTo>
                <a:close/>
                <a:moveTo>
                  <a:pt x="163" y="281"/>
                </a:moveTo>
                <a:lnTo>
                  <a:pt x="125" y="319"/>
                </a:lnTo>
                <a:lnTo>
                  <a:pt x="125" y="241"/>
                </a:lnTo>
                <a:lnTo>
                  <a:pt x="163" y="28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0" name="Freeform 845"/>
          <p:cNvSpPr>
            <a:spLocks noEditPoints="1"/>
          </p:cNvSpPr>
          <p:nvPr/>
        </p:nvSpPr>
        <p:spPr bwMode="auto">
          <a:xfrm>
            <a:off x="8498229" y="5902229"/>
            <a:ext cx="467200" cy="467200"/>
          </a:xfrm>
          <a:custGeom>
            <a:avLst/>
            <a:gdLst>
              <a:gd name="T0" fmla="*/ 167 w 172"/>
              <a:gd name="T1" fmla="*/ 167 h 172"/>
              <a:gd name="T2" fmla="*/ 128 w 172"/>
              <a:gd name="T3" fmla="*/ 109 h 172"/>
              <a:gd name="T4" fmla="*/ 133 w 172"/>
              <a:gd name="T5" fmla="*/ 94 h 172"/>
              <a:gd name="T6" fmla="*/ 172 w 172"/>
              <a:gd name="T7" fmla="*/ 86 h 172"/>
              <a:gd name="T8" fmla="*/ 133 w 172"/>
              <a:gd name="T9" fmla="*/ 78 h 172"/>
              <a:gd name="T10" fmla="*/ 94 w 172"/>
              <a:gd name="T11" fmla="*/ 39 h 172"/>
              <a:gd name="T12" fmla="*/ 86 w 172"/>
              <a:gd name="T13" fmla="*/ 0 h 172"/>
              <a:gd name="T14" fmla="*/ 78 w 172"/>
              <a:gd name="T15" fmla="*/ 39 h 172"/>
              <a:gd name="T16" fmla="*/ 63 w 172"/>
              <a:gd name="T17" fmla="*/ 44 h 172"/>
              <a:gd name="T18" fmla="*/ 5 w 172"/>
              <a:gd name="T19" fmla="*/ 5 h 172"/>
              <a:gd name="T20" fmla="*/ 44 w 172"/>
              <a:gd name="T21" fmla="*/ 63 h 172"/>
              <a:gd name="T22" fmla="*/ 39 w 172"/>
              <a:gd name="T23" fmla="*/ 78 h 172"/>
              <a:gd name="T24" fmla="*/ 0 w 172"/>
              <a:gd name="T25" fmla="*/ 86 h 172"/>
              <a:gd name="T26" fmla="*/ 39 w 172"/>
              <a:gd name="T27" fmla="*/ 94 h 172"/>
              <a:gd name="T28" fmla="*/ 78 w 172"/>
              <a:gd name="T29" fmla="*/ 133 h 172"/>
              <a:gd name="T30" fmla="*/ 86 w 172"/>
              <a:gd name="T31" fmla="*/ 172 h 172"/>
              <a:gd name="T32" fmla="*/ 94 w 172"/>
              <a:gd name="T33" fmla="*/ 133 h 172"/>
              <a:gd name="T34" fmla="*/ 109 w 172"/>
              <a:gd name="T35" fmla="*/ 128 h 172"/>
              <a:gd name="T36" fmla="*/ 167 w 172"/>
              <a:gd name="T37" fmla="*/ 167 h 172"/>
              <a:gd name="T38" fmla="*/ 86 w 172"/>
              <a:gd name="T39" fmla="*/ 47 h 172"/>
              <a:gd name="T40" fmla="*/ 125 w 172"/>
              <a:gd name="T41" fmla="*/ 86 h 172"/>
              <a:gd name="T42" fmla="*/ 122 w 172"/>
              <a:gd name="T43" fmla="*/ 100 h 172"/>
              <a:gd name="T44" fmla="*/ 106 w 172"/>
              <a:gd name="T45" fmla="*/ 76 h 172"/>
              <a:gd name="T46" fmla="*/ 96 w 172"/>
              <a:gd name="T47" fmla="*/ 66 h 172"/>
              <a:gd name="T48" fmla="*/ 72 w 172"/>
              <a:gd name="T49" fmla="*/ 50 h 172"/>
              <a:gd name="T50" fmla="*/ 86 w 172"/>
              <a:gd name="T51" fmla="*/ 47 h 172"/>
              <a:gd name="T52" fmla="*/ 94 w 172"/>
              <a:gd name="T53" fmla="*/ 86 h 172"/>
              <a:gd name="T54" fmla="*/ 86 w 172"/>
              <a:gd name="T55" fmla="*/ 94 h 172"/>
              <a:gd name="T56" fmla="*/ 78 w 172"/>
              <a:gd name="T57" fmla="*/ 86 h 172"/>
              <a:gd name="T58" fmla="*/ 86 w 172"/>
              <a:gd name="T59" fmla="*/ 78 h 172"/>
              <a:gd name="T60" fmla="*/ 94 w 172"/>
              <a:gd name="T61" fmla="*/ 86 h 172"/>
              <a:gd name="T62" fmla="*/ 86 w 172"/>
              <a:gd name="T63" fmla="*/ 125 h 172"/>
              <a:gd name="T64" fmla="*/ 47 w 172"/>
              <a:gd name="T65" fmla="*/ 86 h 172"/>
              <a:gd name="T66" fmla="*/ 50 w 172"/>
              <a:gd name="T67" fmla="*/ 72 h 172"/>
              <a:gd name="T68" fmla="*/ 66 w 172"/>
              <a:gd name="T69" fmla="*/ 96 h 172"/>
              <a:gd name="T70" fmla="*/ 76 w 172"/>
              <a:gd name="T71" fmla="*/ 106 h 172"/>
              <a:gd name="T72" fmla="*/ 100 w 172"/>
              <a:gd name="T73" fmla="*/ 122 h 172"/>
              <a:gd name="T74" fmla="*/ 86 w 172"/>
              <a:gd name="T75" fmla="*/ 125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172">
                <a:moveTo>
                  <a:pt x="167" y="167"/>
                </a:moveTo>
                <a:cubicBezTo>
                  <a:pt x="128" y="109"/>
                  <a:pt x="128" y="109"/>
                  <a:pt x="128" y="109"/>
                </a:cubicBezTo>
                <a:cubicBezTo>
                  <a:pt x="131" y="104"/>
                  <a:pt x="132" y="99"/>
                  <a:pt x="133" y="94"/>
                </a:cubicBezTo>
                <a:cubicBezTo>
                  <a:pt x="172" y="86"/>
                  <a:pt x="172" y="86"/>
                  <a:pt x="172" y="86"/>
                </a:cubicBezTo>
                <a:cubicBezTo>
                  <a:pt x="133" y="78"/>
                  <a:pt x="133" y="78"/>
                  <a:pt x="133" y="78"/>
                </a:cubicBezTo>
                <a:cubicBezTo>
                  <a:pt x="130" y="58"/>
                  <a:pt x="114" y="42"/>
                  <a:pt x="94" y="39"/>
                </a:cubicBezTo>
                <a:cubicBezTo>
                  <a:pt x="86" y="0"/>
                  <a:pt x="86" y="0"/>
                  <a:pt x="86" y="0"/>
                </a:cubicBezTo>
                <a:cubicBezTo>
                  <a:pt x="78" y="39"/>
                  <a:pt x="78" y="39"/>
                  <a:pt x="78" y="39"/>
                </a:cubicBezTo>
                <a:cubicBezTo>
                  <a:pt x="73" y="40"/>
                  <a:pt x="68" y="41"/>
                  <a:pt x="63" y="44"/>
                </a:cubicBezTo>
                <a:cubicBezTo>
                  <a:pt x="5" y="5"/>
                  <a:pt x="5" y="5"/>
                  <a:pt x="5" y="5"/>
                </a:cubicBezTo>
                <a:cubicBezTo>
                  <a:pt x="44" y="63"/>
                  <a:pt x="44" y="63"/>
                  <a:pt x="44" y="63"/>
                </a:cubicBezTo>
                <a:cubicBezTo>
                  <a:pt x="41" y="68"/>
                  <a:pt x="40" y="73"/>
                  <a:pt x="39" y="78"/>
                </a:cubicBezTo>
                <a:cubicBezTo>
                  <a:pt x="0" y="86"/>
                  <a:pt x="0" y="86"/>
                  <a:pt x="0" y="86"/>
                </a:cubicBezTo>
                <a:cubicBezTo>
                  <a:pt x="39" y="94"/>
                  <a:pt x="39" y="94"/>
                  <a:pt x="39" y="94"/>
                </a:cubicBezTo>
                <a:cubicBezTo>
                  <a:pt x="42" y="114"/>
                  <a:pt x="58" y="130"/>
                  <a:pt x="78" y="133"/>
                </a:cubicBezTo>
                <a:cubicBezTo>
                  <a:pt x="86" y="172"/>
                  <a:pt x="86" y="172"/>
                  <a:pt x="86" y="172"/>
                </a:cubicBezTo>
                <a:cubicBezTo>
                  <a:pt x="94" y="133"/>
                  <a:pt x="94" y="133"/>
                  <a:pt x="94" y="133"/>
                </a:cubicBezTo>
                <a:cubicBezTo>
                  <a:pt x="99" y="132"/>
                  <a:pt x="104" y="131"/>
                  <a:pt x="109" y="128"/>
                </a:cubicBezTo>
                <a:lnTo>
                  <a:pt x="167" y="167"/>
                </a:lnTo>
                <a:close/>
                <a:moveTo>
                  <a:pt x="86" y="47"/>
                </a:moveTo>
                <a:cubicBezTo>
                  <a:pt x="107" y="47"/>
                  <a:pt x="125" y="65"/>
                  <a:pt x="125" y="86"/>
                </a:cubicBezTo>
                <a:cubicBezTo>
                  <a:pt x="125" y="91"/>
                  <a:pt x="124" y="96"/>
                  <a:pt x="122" y="100"/>
                </a:cubicBezTo>
                <a:cubicBezTo>
                  <a:pt x="106" y="76"/>
                  <a:pt x="106" y="76"/>
                  <a:pt x="106" y="76"/>
                </a:cubicBezTo>
                <a:cubicBezTo>
                  <a:pt x="96" y="66"/>
                  <a:pt x="96" y="66"/>
                  <a:pt x="96" y="66"/>
                </a:cubicBezTo>
                <a:cubicBezTo>
                  <a:pt x="72" y="50"/>
                  <a:pt x="72" y="50"/>
                  <a:pt x="72" y="50"/>
                </a:cubicBezTo>
                <a:cubicBezTo>
                  <a:pt x="76" y="48"/>
                  <a:pt x="81" y="47"/>
                  <a:pt x="86" y="47"/>
                </a:cubicBezTo>
                <a:close/>
                <a:moveTo>
                  <a:pt x="94" y="86"/>
                </a:moveTo>
                <a:cubicBezTo>
                  <a:pt x="94" y="90"/>
                  <a:pt x="90" y="94"/>
                  <a:pt x="86" y="94"/>
                </a:cubicBezTo>
                <a:cubicBezTo>
                  <a:pt x="82" y="94"/>
                  <a:pt x="78" y="90"/>
                  <a:pt x="78" y="86"/>
                </a:cubicBezTo>
                <a:cubicBezTo>
                  <a:pt x="78" y="82"/>
                  <a:pt x="82" y="78"/>
                  <a:pt x="86" y="78"/>
                </a:cubicBezTo>
                <a:cubicBezTo>
                  <a:pt x="90" y="78"/>
                  <a:pt x="94" y="82"/>
                  <a:pt x="94" y="86"/>
                </a:cubicBezTo>
                <a:close/>
                <a:moveTo>
                  <a:pt x="86" y="125"/>
                </a:moveTo>
                <a:cubicBezTo>
                  <a:pt x="65" y="125"/>
                  <a:pt x="47" y="107"/>
                  <a:pt x="47" y="86"/>
                </a:cubicBezTo>
                <a:cubicBezTo>
                  <a:pt x="47" y="81"/>
                  <a:pt x="48" y="76"/>
                  <a:pt x="50" y="72"/>
                </a:cubicBezTo>
                <a:cubicBezTo>
                  <a:pt x="66" y="96"/>
                  <a:pt x="66" y="96"/>
                  <a:pt x="66" y="96"/>
                </a:cubicBezTo>
                <a:cubicBezTo>
                  <a:pt x="76" y="106"/>
                  <a:pt x="76" y="106"/>
                  <a:pt x="76" y="106"/>
                </a:cubicBezTo>
                <a:cubicBezTo>
                  <a:pt x="100" y="122"/>
                  <a:pt x="100" y="122"/>
                  <a:pt x="100" y="122"/>
                </a:cubicBezTo>
                <a:cubicBezTo>
                  <a:pt x="96" y="124"/>
                  <a:pt x="91" y="125"/>
                  <a:pt x="86" y="12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1" name="Freeform 847"/>
          <p:cNvSpPr>
            <a:spLocks/>
          </p:cNvSpPr>
          <p:nvPr/>
        </p:nvSpPr>
        <p:spPr bwMode="auto">
          <a:xfrm>
            <a:off x="9255544" y="4859600"/>
            <a:ext cx="270437" cy="519410"/>
          </a:xfrm>
          <a:custGeom>
            <a:avLst/>
            <a:gdLst>
              <a:gd name="T0" fmla="*/ 44 w 80"/>
              <a:gd name="T1" fmla="*/ 93 h 154"/>
              <a:gd name="T2" fmla="*/ 80 w 80"/>
              <a:gd name="T3" fmla="*/ 97 h 154"/>
              <a:gd name="T4" fmla="*/ 2 w 80"/>
              <a:gd name="T5" fmla="*/ 0 h 154"/>
              <a:gd name="T6" fmla="*/ 0 w 80"/>
              <a:gd name="T7" fmla="*/ 124 h 154"/>
              <a:gd name="T8" fmla="*/ 3 w 80"/>
              <a:gd name="T9" fmla="*/ 121 h 154"/>
              <a:gd name="T10" fmla="*/ 26 w 80"/>
              <a:gd name="T11" fmla="*/ 99 h 154"/>
              <a:gd name="T12" fmla="*/ 44 w 80"/>
              <a:gd name="T13" fmla="*/ 148 h 154"/>
              <a:gd name="T14" fmla="*/ 53 w 80"/>
              <a:gd name="T15" fmla="*/ 154 h 154"/>
              <a:gd name="T16" fmla="*/ 56 w 80"/>
              <a:gd name="T17" fmla="*/ 154 h 154"/>
              <a:gd name="T18" fmla="*/ 62 w 80"/>
              <a:gd name="T19" fmla="*/ 145 h 154"/>
              <a:gd name="T20" fmla="*/ 62 w 80"/>
              <a:gd name="T21" fmla="*/ 142 h 154"/>
              <a:gd name="T22" fmla="*/ 44 w 80"/>
              <a:gd name="T23" fmla="*/ 93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0" h="154">
                <a:moveTo>
                  <a:pt x="44" y="93"/>
                </a:moveTo>
                <a:cubicBezTo>
                  <a:pt x="80" y="97"/>
                  <a:pt x="80" y="97"/>
                  <a:pt x="80" y="97"/>
                </a:cubicBezTo>
                <a:cubicBezTo>
                  <a:pt x="2" y="0"/>
                  <a:pt x="2" y="0"/>
                  <a:pt x="2" y="0"/>
                </a:cubicBezTo>
                <a:cubicBezTo>
                  <a:pt x="0" y="124"/>
                  <a:pt x="0" y="124"/>
                  <a:pt x="0" y="124"/>
                </a:cubicBezTo>
                <a:cubicBezTo>
                  <a:pt x="3" y="121"/>
                  <a:pt x="3" y="121"/>
                  <a:pt x="3" y="121"/>
                </a:cubicBezTo>
                <a:cubicBezTo>
                  <a:pt x="26" y="99"/>
                  <a:pt x="26" y="99"/>
                  <a:pt x="26" y="99"/>
                </a:cubicBezTo>
                <a:cubicBezTo>
                  <a:pt x="44" y="148"/>
                  <a:pt x="44" y="148"/>
                  <a:pt x="44" y="148"/>
                </a:cubicBezTo>
                <a:cubicBezTo>
                  <a:pt x="45" y="152"/>
                  <a:pt x="49" y="154"/>
                  <a:pt x="53" y="154"/>
                </a:cubicBezTo>
                <a:cubicBezTo>
                  <a:pt x="54" y="154"/>
                  <a:pt x="55" y="154"/>
                  <a:pt x="56" y="154"/>
                </a:cubicBezTo>
                <a:cubicBezTo>
                  <a:pt x="60" y="152"/>
                  <a:pt x="62" y="149"/>
                  <a:pt x="62" y="145"/>
                </a:cubicBezTo>
                <a:cubicBezTo>
                  <a:pt x="62" y="144"/>
                  <a:pt x="62" y="143"/>
                  <a:pt x="62" y="142"/>
                </a:cubicBezTo>
                <a:lnTo>
                  <a:pt x="44" y="9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2" name="Freeform 1525"/>
          <p:cNvSpPr>
            <a:spLocks/>
          </p:cNvSpPr>
          <p:nvPr/>
        </p:nvSpPr>
        <p:spPr bwMode="auto">
          <a:xfrm>
            <a:off x="2676016" y="4929703"/>
            <a:ext cx="402254" cy="410442"/>
          </a:xfrm>
          <a:custGeom>
            <a:avLst/>
            <a:gdLst>
              <a:gd name="T0" fmla="*/ 101 w 166"/>
              <a:gd name="T1" fmla="*/ 57 h 170"/>
              <a:gd name="T2" fmla="*/ 105 w 166"/>
              <a:gd name="T3" fmla="*/ 57 h 170"/>
              <a:gd name="T4" fmla="*/ 110 w 166"/>
              <a:gd name="T5" fmla="*/ 52 h 170"/>
              <a:gd name="T6" fmla="*/ 100 w 166"/>
              <a:gd name="T7" fmla="*/ 47 h 170"/>
              <a:gd name="T8" fmla="*/ 94 w 166"/>
              <a:gd name="T9" fmla="*/ 47 h 170"/>
              <a:gd name="T10" fmla="*/ 83 w 166"/>
              <a:gd name="T11" fmla="*/ 33 h 170"/>
              <a:gd name="T12" fmla="*/ 88 w 166"/>
              <a:gd name="T13" fmla="*/ 33 h 170"/>
              <a:gd name="T14" fmla="*/ 93 w 166"/>
              <a:gd name="T15" fmla="*/ 29 h 170"/>
              <a:gd name="T16" fmla="*/ 86 w 166"/>
              <a:gd name="T17" fmla="*/ 23 h 170"/>
              <a:gd name="T18" fmla="*/ 76 w 166"/>
              <a:gd name="T19" fmla="*/ 23 h 170"/>
              <a:gd name="T20" fmla="*/ 54 w 166"/>
              <a:gd name="T21" fmla="*/ 0 h 170"/>
              <a:gd name="T22" fmla="*/ 50 w 166"/>
              <a:gd name="T23" fmla="*/ 2 h 170"/>
              <a:gd name="T24" fmla="*/ 47 w 166"/>
              <a:gd name="T25" fmla="*/ 5 h 170"/>
              <a:gd name="T26" fmla="*/ 52 w 166"/>
              <a:gd name="T27" fmla="*/ 15 h 170"/>
              <a:gd name="T28" fmla="*/ 68 w 166"/>
              <a:gd name="T29" fmla="*/ 46 h 170"/>
              <a:gd name="T30" fmla="*/ 78 w 166"/>
              <a:gd name="T31" fmla="*/ 73 h 170"/>
              <a:gd name="T32" fmla="*/ 69 w 166"/>
              <a:gd name="T33" fmla="*/ 76 h 170"/>
              <a:gd name="T34" fmla="*/ 27 w 166"/>
              <a:gd name="T35" fmla="*/ 79 h 170"/>
              <a:gd name="T36" fmla="*/ 19 w 166"/>
              <a:gd name="T37" fmla="*/ 69 h 170"/>
              <a:gd name="T38" fmla="*/ 11 w 166"/>
              <a:gd name="T39" fmla="*/ 60 h 170"/>
              <a:gd name="T40" fmla="*/ 4 w 166"/>
              <a:gd name="T41" fmla="*/ 58 h 170"/>
              <a:gd name="T42" fmla="*/ 0 w 166"/>
              <a:gd name="T43" fmla="*/ 59 h 170"/>
              <a:gd name="T44" fmla="*/ 8 w 166"/>
              <a:gd name="T45" fmla="*/ 85 h 170"/>
              <a:gd name="T46" fmla="*/ 0 w 166"/>
              <a:gd name="T47" fmla="*/ 111 h 170"/>
              <a:gd name="T48" fmla="*/ 4 w 166"/>
              <a:gd name="T49" fmla="*/ 112 h 170"/>
              <a:gd name="T50" fmla="*/ 11 w 166"/>
              <a:gd name="T51" fmla="*/ 111 h 170"/>
              <a:gd name="T52" fmla="*/ 19 w 166"/>
              <a:gd name="T53" fmla="*/ 101 h 170"/>
              <a:gd name="T54" fmla="*/ 27 w 166"/>
              <a:gd name="T55" fmla="*/ 91 h 170"/>
              <a:gd name="T56" fmla="*/ 56 w 166"/>
              <a:gd name="T57" fmla="*/ 94 h 170"/>
              <a:gd name="T58" fmla="*/ 75 w 166"/>
              <a:gd name="T59" fmla="*/ 95 h 170"/>
              <a:gd name="T60" fmla="*/ 78 w 166"/>
              <a:gd name="T61" fmla="*/ 97 h 170"/>
              <a:gd name="T62" fmla="*/ 68 w 166"/>
              <a:gd name="T63" fmla="*/ 124 h 170"/>
              <a:gd name="T64" fmla="*/ 52 w 166"/>
              <a:gd name="T65" fmla="*/ 155 h 170"/>
              <a:gd name="T66" fmla="*/ 47 w 166"/>
              <a:gd name="T67" fmla="*/ 165 h 170"/>
              <a:gd name="T68" fmla="*/ 50 w 166"/>
              <a:gd name="T69" fmla="*/ 168 h 170"/>
              <a:gd name="T70" fmla="*/ 54 w 166"/>
              <a:gd name="T71" fmla="*/ 170 h 170"/>
              <a:gd name="T72" fmla="*/ 76 w 166"/>
              <a:gd name="T73" fmla="*/ 147 h 170"/>
              <a:gd name="T74" fmla="*/ 86 w 166"/>
              <a:gd name="T75" fmla="*/ 147 h 170"/>
              <a:gd name="T76" fmla="*/ 93 w 166"/>
              <a:gd name="T77" fmla="*/ 142 h 170"/>
              <a:gd name="T78" fmla="*/ 88 w 166"/>
              <a:gd name="T79" fmla="*/ 137 h 170"/>
              <a:gd name="T80" fmla="*/ 83 w 166"/>
              <a:gd name="T81" fmla="*/ 137 h 170"/>
              <a:gd name="T82" fmla="*/ 94 w 166"/>
              <a:gd name="T83" fmla="*/ 123 h 170"/>
              <a:gd name="T84" fmla="*/ 100 w 166"/>
              <a:gd name="T85" fmla="*/ 123 h 170"/>
              <a:gd name="T86" fmla="*/ 110 w 166"/>
              <a:gd name="T87" fmla="*/ 118 h 170"/>
              <a:gd name="T88" fmla="*/ 105 w 166"/>
              <a:gd name="T89" fmla="*/ 113 h 170"/>
              <a:gd name="T90" fmla="*/ 101 w 166"/>
              <a:gd name="T91" fmla="*/ 113 h 170"/>
              <a:gd name="T92" fmla="*/ 117 w 166"/>
              <a:gd name="T93" fmla="*/ 94 h 170"/>
              <a:gd name="T94" fmla="*/ 139 w 166"/>
              <a:gd name="T95" fmla="*/ 94 h 170"/>
              <a:gd name="T96" fmla="*/ 166 w 166"/>
              <a:gd name="T97" fmla="*/ 85 h 170"/>
              <a:gd name="T98" fmla="*/ 155 w 166"/>
              <a:gd name="T99" fmla="*/ 79 h 170"/>
              <a:gd name="T100" fmla="*/ 139 w 166"/>
              <a:gd name="T101" fmla="*/ 76 h 170"/>
              <a:gd name="T102" fmla="*/ 117 w 166"/>
              <a:gd name="T103" fmla="*/ 76 h 170"/>
              <a:gd name="T104" fmla="*/ 101 w 166"/>
              <a:gd name="T105" fmla="*/ 57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6" h="170">
                <a:moveTo>
                  <a:pt x="101" y="57"/>
                </a:moveTo>
                <a:cubicBezTo>
                  <a:pt x="105" y="57"/>
                  <a:pt x="105" y="57"/>
                  <a:pt x="105" y="57"/>
                </a:cubicBezTo>
                <a:cubicBezTo>
                  <a:pt x="109" y="57"/>
                  <a:pt x="110" y="55"/>
                  <a:pt x="110" y="52"/>
                </a:cubicBezTo>
                <a:cubicBezTo>
                  <a:pt x="110" y="49"/>
                  <a:pt x="107" y="47"/>
                  <a:pt x="100" y="47"/>
                </a:cubicBezTo>
                <a:cubicBezTo>
                  <a:pt x="94" y="47"/>
                  <a:pt x="94" y="47"/>
                  <a:pt x="94" y="47"/>
                </a:cubicBezTo>
                <a:cubicBezTo>
                  <a:pt x="83" y="33"/>
                  <a:pt x="83" y="33"/>
                  <a:pt x="83" y="33"/>
                </a:cubicBezTo>
                <a:cubicBezTo>
                  <a:pt x="88" y="33"/>
                  <a:pt x="88" y="33"/>
                  <a:pt x="88" y="33"/>
                </a:cubicBezTo>
                <a:cubicBezTo>
                  <a:pt x="91" y="33"/>
                  <a:pt x="93" y="32"/>
                  <a:pt x="93" y="29"/>
                </a:cubicBezTo>
                <a:cubicBezTo>
                  <a:pt x="93" y="25"/>
                  <a:pt x="91" y="23"/>
                  <a:pt x="86" y="23"/>
                </a:cubicBezTo>
                <a:cubicBezTo>
                  <a:pt x="76" y="23"/>
                  <a:pt x="76" y="23"/>
                  <a:pt x="76" y="23"/>
                </a:cubicBezTo>
                <a:cubicBezTo>
                  <a:pt x="64" y="8"/>
                  <a:pt x="57" y="0"/>
                  <a:pt x="54" y="0"/>
                </a:cubicBezTo>
                <a:cubicBezTo>
                  <a:pt x="53" y="0"/>
                  <a:pt x="51" y="1"/>
                  <a:pt x="50" y="2"/>
                </a:cubicBezTo>
                <a:cubicBezTo>
                  <a:pt x="48" y="3"/>
                  <a:pt x="47" y="4"/>
                  <a:pt x="47" y="5"/>
                </a:cubicBezTo>
                <a:cubicBezTo>
                  <a:pt x="47" y="7"/>
                  <a:pt x="49" y="10"/>
                  <a:pt x="52" y="15"/>
                </a:cubicBezTo>
                <a:cubicBezTo>
                  <a:pt x="56" y="21"/>
                  <a:pt x="61" y="31"/>
                  <a:pt x="68" y="46"/>
                </a:cubicBezTo>
                <a:cubicBezTo>
                  <a:pt x="74" y="61"/>
                  <a:pt x="78" y="70"/>
                  <a:pt x="78" y="73"/>
                </a:cubicBezTo>
                <a:cubicBezTo>
                  <a:pt x="78" y="75"/>
                  <a:pt x="75" y="76"/>
                  <a:pt x="69" y="76"/>
                </a:cubicBezTo>
                <a:cubicBezTo>
                  <a:pt x="49" y="76"/>
                  <a:pt x="35" y="77"/>
                  <a:pt x="27" y="79"/>
                </a:cubicBezTo>
                <a:cubicBezTo>
                  <a:pt x="26" y="78"/>
                  <a:pt x="23" y="75"/>
                  <a:pt x="19" y="69"/>
                </a:cubicBezTo>
                <a:cubicBezTo>
                  <a:pt x="15" y="64"/>
                  <a:pt x="13" y="61"/>
                  <a:pt x="11" y="60"/>
                </a:cubicBezTo>
                <a:cubicBezTo>
                  <a:pt x="10" y="59"/>
                  <a:pt x="7" y="58"/>
                  <a:pt x="4" y="58"/>
                </a:cubicBezTo>
                <a:cubicBezTo>
                  <a:pt x="2" y="58"/>
                  <a:pt x="0" y="58"/>
                  <a:pt x="0" y="59"/>
                </a:cubicBezTo>
                <a:cubicBezTo>
                  <a:pt x="0" y="61"/>
                  <a:pt x="2" y="70"/>
                  <a:pt x="8" y="85"/>
                </a:cubicBezTo>
                <a:cubicBezTo>
                  <a:pt x="2" y="99"/>
                  <a:pt x="0" y="107"/>
                  <a:pt x="0" y="111"/>
                </a:cubicBezTo>
                <a:cubicBezTo>
                  <a:pt x="0" y="112"/>
                  <a:pt x="2" y="112"/>
                  <a:pt x="4" y="112"/>
                </a:cubicBezTo>
                <a:cubicBezTo>
                  <a:pt x="7" y="112"/>
                  <a:pt x="10" y="112"/>
                  <a:pt x="11" y="111"/>
                </a:cubicBezTo>
                <a:cubicBezTo>
                  <a:pt x="13" y="110"/>
                  <a:pt x="15" y="106"/>
                  <a:pt x="19" y="101"/>
                </a:cubicBezTo>
                <a:cubicBezTo>
                  <a:pt x="23" y="95"/>
                  <a:pt x="26" y="92"/>
                  <a:pt x="27" y="91"/>
                </a:cubicBezTo>
                <a:cubicBezTo>
                  <a:pt x="35" y="93"/>
                  <a:pt x="45" y="94"/>
                  <a:pt x="56" y="94"/>
                </a:cubicBezTo>
                <a:cubicBezTo>
                  <a:pt x="67" y="94"/>
                  <a:pt x="74" y="94"/>
                  <a:pt x="75" y="95"/>
                </a:cubicBezTo>
                <a:cubicBezTo>
                  <a:pt x="77" y="95"/>
                  <a:pt x="78" y="96"/>
                  <a:pt x="78" y="97"/>
                </a:cubicBezTo>
                <a:cubicBezTo>
                  <a:pt x="78" y="100"/>
                  <a:pt x="74" y="109"/>
                  <a:pt x="68" y="124"/>
                </a:cubicBezTo>
                <a:cubicBezTo>
                  <a:pt x="61" y="139"/>
                  <a:pt x="56" y="149"/>
                  <a:pt x="52" y="155"/>
                </a:cubicBezTo>
                <a:cubicBezTo>
                  <a:pt x="49" y="160"/>
                  <a:pt x="47" y="163"/>
                  <a:pt x="47" y="165"/>
                </a:cubicBezTo>
                <a:cubicBezTo>
                  <a:pt x="47" y="166"/>
                  <a:pt x="48" y="167"/>
                  <a:pt x="50" y="168"/>
                </a:cubicBezTo>
                <a:cubicBezTo>
                  <a:pt x="51" y="170"/>
                  <a:pt x="53" y="170"/>
                  <a:pt x="54" y="170"/>
                </a:cubicBezTo>
                <a:cubicBezTo>
                  <a:pt x="57" y="170"/>
                  <a:pt x="64" y="162"/>
                  <a:pt x="76" y="147"/>
                </a:cubicBezTo>
                <a:cubicBezTo>
                  <a:pt x="86" y="147"/>
                  <a:pt x="86" y="147"/>
                  <a:pt x="86" y="147"/>
                </a:cubicBezTo>
                <a:cubicBezTo>
                  <a:pt x="91" y="147"/>
                  <a:pt x="93" y="145"/>
                  <a:pt x="93" y="142"/>
                </a:cubicBezTo>
                <a:cubicBezTo>
                  <a:pt x="93" y="138"/>
                  <a:pt x="91" y="137"/>
                  <a:pt x="88" y="137"/>
                </a:cubicBezTo>
                <a:cubicBezTo>
                  <a:pt x="83" y="137"/>
                  <a:pt x="83" y="137"/>
                  <a:pt x="83" y="137"/>
                </a:cubicBezTo>
                <a:cubicBezTo>
                  <a:pt x="94" y="123"/>
                  <a:pt x="94" y="123"/>
                  <a:pt x="94" y="123"/>
                </a:cubicBezTo>
                <a:cubicBezTo>
                  <a:pt x="100" y="123"/>
                  <a:pt x="100" y="123"/>
                  <a:pt x="100" y="123"/>
                </a:cubicBezTo>
                <a:cubicBezTo>
                  <a:pt x="107" y="123"/>
                  <a:pt x="110" y="121"/>
                  <a:pt x="110" y="118"/>
                </a:cubicBezTo>
                <a:cubicBezTo>
                  <a:pt x="110" y="115"/>
                  <a:pt x="109" y="113"/>
                  <a:pt x="105" y="113"/>
                </a:cubicBezTo>
                <a:cubicBezTo>
                  <a:pt x="101" y="113"/>
                  <a:pt x="101" y="113"/>
                  <a:pt x="101" y="113"/>
                </a:cubicBezTo>
                <a:cubicBezTo>
                  <a:pt x="117" y="94"/>
                  <a:pt x="117" y="94"/>
                  <a:pt x="117" y="94"/>
                </a:cubicBezTo>
                <a:cubicBezTo>
                  <a:pt x="139" y="94"/>
                  <a:pt x="139" y="94"/>
                  <a:pt x="139" y="94"/>
                </a:cubicBezTo>
                <a:cubicBezTo>
                  <a:pt x="157" y="94"/>
                  <a:pt x="166" y="91"/>
                  <a:pt x="166" y="85"/>
                </a:cubicBezTo>
                <a:cubicBezTo>
                  <a:pt x="166" y="82"/>
                  <a:pt x="163" y="80"/>
                  <a:pt x="155" y="79"/>
                </a:cubicBezTo>
                <a:cubicBezTo>
                  <a:pt x="148" y="77"/>
                  <a:pt x="142" y="76"/>
                  <a:pt x="139" y="76"/>
                </a:cubicBezTo>
                <a:cubicBezTo>
                  <a:pt x="117" y="76"/>
                  <a:pt x="117" y="76"/>
                  <a:pt x="117" y="76"/>
                </a:cubicBezTo>
                <a:lnTo>
                  <a:pt x="101" y="5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3" name="Freeform 64"/>
          <p:cNvSpPr>
            <a:spLocks/>
          </p:cNvSpPr>
          <p:nvPr/>
        </p:nvSpPr>
        <p:spPr bwMode="auto">
          <a:xfrm>
            <a:off x="2640871" y="2428959"/>
            <a:ext cx="482156" cy="303264"/>
          </a:xfrm>
          <a:custGeom>
            <a:avLst/>
            <a:gdLst>
              <a:gd name="T0" fmla="*/ 196 w 236"/>
              <a:gd name="T1" fmla="*/ 67 h 148"/>
              <a:gd name="T2" fmla="*/ 193 w 236"/>
              <a:gd name="T3" fmla="*/ 67 h 148"/>
              <a:gd name="T4" fmla="*/ 194 w 236"/>
              <a:gd name="T5" fmla="*/ 61 h 148"/>
              <a:gd name="T6" fmla="*/ 133 w 236"/>
              <a:gd name="T7" fmla="*/ 0 h 148"/>
              <a:gd name="T8" fmla="*/ 77 w 236"/>
              <a:gd name="T9" fmla="*/ 39 h 148"/>
              <a:gd name="T10" fmla="*/ 61 w 236"/>
              <a:gd name="T11" fmla="*/ 34 h 148"/>
              <a:gd name="T12" fmla="*/ 32 w 236"/>
              <a:gd name="T13" fmla="*/ 63 h 148"/>
              <a:gd name="T14" fmla="*/ 32 w 236"/>
              <a:gd name="T15" fmla="*/ 68 h 148"/>
              <a:gd name="T16" fmla="*/ 0 w 236"/>
              <a:gd name="T17" fmla="*/ 107 h 148"/>
              <a:gd name="T18" fmla="*/ 40 w 236"/>
              <a:gd name="T19" fmla="*/ 148 h 148"/>
              <a:gd name="T20" fmla="*/ 196 w 236"/>
              <a:gd name="T21" fmla="*/ 148 h 148"/>
              <a:gd name="T22" fmla="*/ 236 w 236"/>
              <a:gd name="T23" fmla="*/ 107 h 148"/>
              <a:gd name="T24" fmla="*/ 196 w 236"/>
              <a:gd name="T25" fmla="*/ 67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6" h="148">
                <a:moveTo>
                  <a:pt x="196" y="67"/>
                </a:moveTo>
                <a:cubicBezTo>
                  <a:pt x="195" y="67"/>
                  <a:pt x="194" y="67"/>
                  <a:pt x="193" y="67"/>
                </a:cubicBezTo>
                <a:cubicBezTo>
                  <a:pt x="193" y="65"/>
                  <a:pt x="194" y="63"/>
                  <a:pt x="194" y="61"/>
                </a:cubicBezTo>
                <a:cubicBezTo>
                  <a:pt x="194" y="27"/>
                  <a:pt x="166" y="0"/>
                  <a:pt x="133" y="0"/>
                </a:cubicBezTo>
                <a:cubicBezTo>
                  <a:pt x="108" y="0"/>
                  <a:pt x="86" y="16"/>
                  <a:pt x="77" y="39"/>
                </a:cubicBezTo>
                <a:cubicBezTo>
                  <a:pt x="72" y="36"/>
                  <a:pt x="67" y="34"/>
                  <a:pt x="61" y="34"/>
                </a:cubicBezTo>
                <a:cubicBezTo>
                  <a:pt x="45" y="34"/>
                  <a:pt x="32" y="47"/>
                  <a:pt x="32" y="63"/>
                </a:cubicBezTo>
                <a:cubicBezTo>
                  <a:pt x="32" y="64"/>
                  <a:pt x="32" y="66"/>
                  <a:pt x="32" y="68"/>
                </a:cubicBezTo>
                <a:cubicBezTo>
                  <a:pt x="14" y="71"/>
                  <a:pt x="0" y="88"/>
                  <a:pt x="0" y="107"/>
                </a:cubicBezTo>
                <a:cubicBezTo>
                  <a:pt x="0" y="130"/>
                  <a:pt x="18" y="148"/>
                  <a:pt x="40" y="148"/>
                </a:cubicBezTo>
                <a:cubicBezTo>
                  <a:pt x="196" y="148"/>
                  <a:pt x="196" y="148"/>
                  <a:pt x="196" y="148"/>
                </a:cubicBezTo>
                <a:cubicBezTo>
                  <a:pt x="218" y="148"/>
                  <a:pt x="236" y="130"/>
                  <a:pt x="236" y="107"/>
                </a:cubicBezTo>
                <a:cubicBezTo>
                  <a:pt x="236" y="85"/>
                  <a:pt x="218" y="67"/>
                  <a:pt x="196" y="6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4" name="Freeform 84"/>
          <p:cNvSpPr>
            <a:spLocks/>
          </p:cNvSpPr>
          <p:nvPr/>
        </p:nvSpPr>
        <p:spPr bwMode="auto">
          <a:xfrm>
            <a:off x="9393243" y="3573611"/>
            <a:ext cx="460007" cy="415710"/>
          </a:xfrm>
          <a:custGeom>
            <a:avLst/>
            <a:gdLst>
              <a:gd name="T0" fmla="*/ 1 w 225"/>
              <a:gd name="T1" fmla="*/ 198 h 204"/>
              <a:gd name="T2" fmla="*/ 12 w 225"/>
              <a:gd name="T3" fmla="*/ 203 h 204"/>
              <a:gd name="T4" fmla="*/ 39 w 225"/>
              <a:gd name="T5" fmla="*/ 160 h 204"/>
              <a:gd name="T6" fmla="*/ 141 w 225"/>
              <a:gd name="T7" fmla="*/ 139 h 204"/>
              <a:gd name="T8" fmla="*/ 225 w 225"/>
              <a:gd name="T9" fmla="*/ 0 h 204"/>
              <a:gd name="T10" fmla="*/ 27 w 225"/>
              <a:gd name="T11" fmla="*/ 153 h 204"/>
              <a:gd name="T12" fmla="*/ 122 w 225"/>
              <a:gd name="T13" fmla="*/ 62 h 204"/>
              <a:gd name="T14" fmla="*/ 1 w 225"/>
              <a:gd name="T15" fmla="*/ 198 h 2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5" h="204">
                <a:moveTo>
                  <a:pt x="1" y="198"/>
                </a:moveTo>
                <a:cubicBezTo>
                  <a:pt x="1" y="198"/>
                  <a:pt x="0" y="204"/>
                  <a:pt x="12" y="203"/>
                </a:cubicBezTo>
                <a:cubicBezTo>
                  <a:pt x="12" y="193"/>
                  <a:pt x="39" y="160"/>
                  <a:pt x="39" y="160"/>
                </a:cubicBezTo>
                <a:cubicBezTo>
                  <a:pt x="39" y="160"/>
                  <a:pt x="91" y="194"/>
                  <a:pt x="141" y="139"/>
                </a:cubicBezTo>
                <a:cubicBezTo>
                  <a:pt x="191" y="84"/>
                  <a:pt x="156" y="38"/>
                  <a:pt x="225" y="0"/>
                </a:cubicBezTo>
                <a:cubicBezTo>
                  <a:pt x="59" y="35"/>
                  <a:pt x="24" y="86"/>
                  <a:pt x="27" y="153"/>
                </a:cubicBezTo>
                <a:cubicBezTo>
                  <a:pt x="44" y="122"/>
                  <a:pt x="84" y="78"/>
                  <a:pt x="122" y="62"/>
                </a:cubicBezTo>
                <a:cubicBezTo>
                  <a:pt x="59" y="105"/>
                  <a:pt x="19" y="169"/>
                  <a:pt x="1" y="198"/>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5" name="Freeform 109"/>
          <p:cNvSpPr>
            <a:spLocks/>
          </p:cNvSpPr>
          <p:nvPr/>
        </p:nvSpPr>
        <p:spPr bwMode="auto">
          <a:xfrm>
            <a:off x="2414049" y="3573611"/>
            <a:ext cx="350968" cy="390154"/>
          </a:xfrm>
          <a:custGeom>
            <a:avLst/>
            <a:gdLst>
              <a:gd name="T0" fmla="*/ 109 w 172"/>
              <a:gd name="T1" fmla="*/ 4 h 191"/>
              <a:gd name="T2" fmla="*/ 113 w 172"/>
              <a:gd name="T3" fmla="*/ 14 h 191"/>
              <a:gd name="T4" fmla="*/ 143 w 172"/>
              <a:gd name="T5" fmla="*/ 126 h 191"/>
              <a:gd name="T6" fmla="*/ 119 w 172"/>
              <a:gd name="T7" fmla="*/ 146 h 191"/>
              <a:gd name="T8" fmla="*/ 125 w 172"/>
              <a:gd name="T9" fmla="*/ 132 h 191"/>
              <a:gd name="T10" fmla="*/ 112 w 172"/>
              <a:gd name="T11" fmla="*/ 61 h 191"/>
              <a:gd name="T12" fmla="*/ 102 w 172"/>
              <a:gd name="T13" fmla="*/ 53 h 191"/>
              <a:gd name="T14" fmla="*/ 97 w 172"/>
              <a:gd name="T15" fmla="*/ 81 h 191"/>
              <a:gd name="T16" fmla="*/ 87 w 172"/>
              <a:gd name="T17" fmla="*/ 137 h 191"/>
              <a:gd name="T18" fmla="*/ 77 w 172"/>
              <a:gd name="T19" fmla="*/ 172 h 191"/>
              <a:gd name="T20" fmla="*/ 25 w 172"/>
              <a:gd name="T21" fmla="*/ 186 h 191"/>
              <a:gd name="T22" fmla="*/ 6 w 172"/>
              <a:gd name="T23" fmla="*/ 165 h 191"/>
              <a:gd name="T24" fmla="*/ 34 w 172"/>
              <a:gd name="T25" fmla="*/ 121 h 191"/>
              <a:gd name="T26" fmla="*/ 64 w 172"/>
              <a:gd name="T27" fmla="*/ 130 h 191"/>
              <a:gd name="T28" fmla="*/ 70 w 172"/>
              <a:gd name="T29" fmla="*/ 135 h 191"/>
              <a:gd name="T30" fmla="*/ 74 w 172"/>
              <a:gd name="T31" fmla="*/ 118 h 191"/>
              <a:gd name="T32" fmla="*/ 92 w 172"/>
              <a:gd name="T33" fmla="*/ 18 h 191"/>
              <a:gd name="T34" fmla="*/ 96 w 172"/>
              <a:gd name="T35" fmla="*/ 1 h 191"/>
              <a:gd name="T36" fmla="*/ 109 w 172"/>
              <a:gd name="T37" fmla="*/ 4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2" h="191">
                <a:moveTo>
                  <a:pt x="109" y="4"/>
                </a:moveTo>
                <a:cubicBezTo>
                  <a:pt x="113" y="6"/>
                  <a:pt x="111" y="9"/>
                  <a:pt x="113" y="14"/>
                </a:cubicBezTo>
                <a:cubicBezTo>
                  <a:pt x="126" y="50"/>
                  <a:pt x="172" y="79"/>
                  <a:pt x="143" y="126"/>
                </a:cubicBezTo>
                <a:cubicBezTo>
                  <a:pt x="140" y="130"/>
                  <a:pt x="125" y="151"/>
                  <a:pt x="119" y="146"/>
                </a:cubicBezTo>
                <a:cubicBezTo>
                  <a:pt x="116" y="143"/>
                  <a:pt x="122" y="138"/>
                  <a:pt x="125" y="132"/>
                </a:cubicBezTo>
                <a:cubicBezTo>
                  <a:pt x="139" y="107"/>
                  <a:pt x="129" y="79"/>
                  <a:pt x="112" y="61"/>
                </a:cubicBezTo>
                <a:cubicBezTo>
                  <a:pt x="110" y="59"/>
                  <a:pt x="104" y="53"/>
                  <a:pt x="102" y="53"/>
                </a:cubicBezTo>
                <a:cubicBezTo>
                  <a:pt x="100" y="54"/>
                  <a:pt x="97" y="79"/>
                  <a:pt x="97" y="81"/>
                </a:cubicBezTo>
                <a:cubicBezTo>
                  <a:pt x="93" y="101"/>
                  <a:pt x="90" y="117"/>
                  <a:pt x="87" y="137"/>
                </a:cubicBezTo>
                <a:cubicBezTo>
                  <a:pt x="85" y="149"/>
                  <a:pt x="86" y="161"/>
                  <a:pt x="77" y="172"/>
                </a:cubicBezTo>
                <a:cubicBezTo>
                  <a:pt x="66" y="187"/>
                  <a:pt x="40" y="191"/>
                  <a:pt x="25" y="186"/>
                </a:cubicBezTo>
                <a:cubicBezTo>
                  <a:pt x="15" y="182"/>
                  <a:pt x="8" y="172"/>
                  <a:pt x="6" y="165"/>
                </a:cubicBezTo>
                <a:cubicBezTo>
                  <a:pt x="0" y="147"/>
                  <a:pt x="15" y="124"/>
                  <a:pt x="34" y="121"/>
                </a:cubicBezTo>
                <a:cubicBezTo>
                  <a:pt x="45" y="119"/>
                  <a:pt x="52" y="123"/>
                  <a:pt x="64" y="130"/>
                </a:cubicBezTo>
                <a:cubicBezTo>
                  <a:pt x="64" y="130"/>
                  <a:pt x="69" y="135"/>
                  <a:pt x="70" y="135"/>
                </a:cubicBezTo>
                <a:cubicBezTo>
                  <a:pt x="72" y="134"/>
                  <a:pt x="73" y="121"/>
                  <a:pt x="74" y="118"/>
                </a:cubicBezTo>
                <a:cubicBezTo>
                  <a:pt x="79" y="84"/>
                  <a:pt x="86" y="52"/>
                  <a:pt x="92" y="18"/>
                </a:cubicBezTo>
                <a:cubicBezTo>
                  <a:pt x="93" y="14"/>
                  <a:pt x="95" y="3"/>
                  <a:pt x="96" y="1"/>
                </a:cubicBezTo>
                <a:cubicBezTo>
                  <a:pt x="98" y="0"/>
                  <a:pt x="108" y="3"/>
                  <a:pt x="109"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6" name="Freeform 123"/>
          <p:cNvSpPr>
            <a:spLocks noEditPoints="1"/>
          </p:cNvSpPr>
          <p:nvPr/>
        </p:nvSpPr>
        <p:spPr bwMode="auto">
          <a:xfrm>
            <a:off x="3216030" y="5939653"/>
            <a:ext cx="359502" cy="395949"/>
          </a:xfrm>
          <a:custGeom>
            <a:avLst/>
            <a:gdLst>
              <a:gd name="T0" fmla="*/ 204 w 215"/>
              <a:gd name="T1" fmla="*/ 83 h 237"/>
              <a:gd name="T2" fmla="*/ 156 w 215"/>
              <a:gd name="T3" fmla="*/ 58 h 237"/>
              <a:gd name="T4" fmla="*/ 132 w 215"/>
              <a:gd name="T5" fmla="*/ 11 h 237"/>
              <a:gd name="T6" fmla="*/ 193 w 215"/>
              <a:gd name="T7" fmla="*/ 22 h 237"/>
              <a:gd name="T8" fmla="*/ 204 w 215"/>
              <a:gd name="T9" fmla="*/ 83 h 237"/>
              <a:gd name="T10" fmla="*/ 192 w 215"/>
              <a:gd name="T11" fmla="*/ 96 h 237"/>
              <a:gd name="T12" fmla="*/ 146 w 215"/>
              <a:gd name="T13" fmla="*/ 69 h 237"/>
              <a:gd name="T14" fmla="*/ 119 w 215"/>
              <a:gd name="T15" fmla="*/ 23 h 237"/>
              <a:gd name="T16" fmla="*/ 130 w 215"/>
              <a:gd name="T17" fmla="*/ 85 h 237"/>
              <a:gd name="T18" fmla="*/ 192 w 215"/>
              <a:gd name="T19" fmla="*/ 96 h 237"/>
              <a:gd name="T20" fmla="*/ 121 w 215"/>
              <a:gd name="T21" fmla="*/ 175 h 237"/>
              <a:gd name="T22" fmla="*/ 68 w 215"/>
              <a:gd name="T23" fmla="*/ 201 h 237"/>
              <a:gd name="T24" fmla="*/ 20 w 215"/>
              <a:gd name="T25" fmla="*/ 220 h 237"/>
              <a:gd name="T26" fmla="*/ 16 w 215"/>
              <a:gd name="T27" fmla="*/ 214 h 237"/>
              <a:gd name="T28" fmla="*/ 25 w 215"/>
              <a:gd name="T29" fmla="*/ 199 h 237"/>
              <a:gd name="T30" fmla="*/ 26 w 215"/>
              <a:gd name="T31" fmla="*/ 198 h 237"/>
              <a:gd name="T32" fmla="*/ 41 w 215"/>
              <a:gd name="T33" fmla="*/ 194 h 237"/>
              <a:gd name="T34" fmla="*/ 143 w 215"/>
              <a:gd name="T35" fmla="*/ 111 h 237"/>
              <a:gd name="T36" fmla="*/ 119 w 215"/>
              <a:gd name="T37" fmla="*/ 95 h 237"/>
              <a:gd name="T38" fmla="*/ 104 w 215"/>
              <a:gd name="T39" fmla="*/ 72 h 237"/>
              <a:gd name="T40" fmla="*/ 20 w 215"/>
              <a:gd name="T41" fmla="*/ 173 h 237"/>
              <a:gd name="T42" fmla="*/ 17 w 215"/>
              <a:gd name="T43" fmla="*/ 187 h 237"/>
              <a:gd name="T44" fmla="*/ 16 w 215"/>
              <a:gd name="T45" fmla="*/ 188 h 237"/>
              <a:gd name="T46" fmla="*/ 1 w 215"/>
              <a:gd name="T47" fmla="*/ 215 h 237"/>
              <a:gd name="T48" fmla="*/ 12 w 215"/>
              <a:gd name="T49" fmla="*/ 233 h 237"/>
              <a:gd name="T50" fmla="*/ 14 w 215"/>
              <a:gd name="T51" fmla="*/ 234 h 237"/>
              <a:gd name="T52" fmla="*/ 30 w 215"/>
              <a:gd name="T53" fmla="*/ 237 h 237"/>
              <a:gd name="T54" fmla="*/ 78 w 215"/>
              <a:gd name="T55" fmla="*/ 212 h 237"/>
              <a:gd name="T56" fmla="*/ 121 w 215"/>
              <a:gd name="T57" fmla="*/ 190 h 237"/>
              <a:gd name="T58" fmla="*/ 189 w 215"/>
              <a:gd name="T59" fmla="*/ 231 h 237"/>
              <a:gd name="T60" fmla="*/ 199 w 215"/>
              <a:gd name="T61" fmla="*/ 233 h 237"/>
              <a:gd name="T62" fmla="*/ 201 w 215"/>
              <a:gd name="T63" fmla="*/ 223 h 237"/>
              <a:gd name="T64" fmla="*/ 121 w 215"/>
              <a:gd name="T65" fmla="*/ 175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5" h="237">
                <a:moveTo>
                  <a:pt x="204" y="83"/>
                </a:moveTo>
                <a:cubicBezTo>
                  <a:pt x="186" y="80"/>
                  <a:pt x="170" y="72"/>
                  <a:pt x="156" y="58"/>
                </a:cubicBezTo>
                <a:cubicBezTo>
                  <a:pt x="143" y="45"/>
                  <a:pt x="135" y="29"/>
                  <a:pt x="132" y="11"/>
                </a:cubicBezTo>
                <a:cubicBezTo>
                  <a:pt x="149" y="0"/>
                  <a:pt x="175" y="4"/>
                  <a:pt x="193" y="22"/>
                </a:cubicBezTo>
                <a:cubicBezTo>
                  <a:pt x="211" y="40"/>
                  <a:pt x="215" y="65"/>
                  <a:pt x="204" y="83"/>
                </a:cubicBezTo>
                <a:close/>
                <a:moveTo>
                  <a:pt x="192" y="96"/>
                </a:moveTo>
                <a:cubicBezTo>
                  <a:pt x="175" y="91"/>
                  <a:pt x="159" y="82"/>
                  <a:pt x="146" y="69"/>
                </a:cubicBezTo>
                <a:cubicBezTo>
                  <a:pt x="133" y="56"/>
                  <a:pt x="124" y="40"/>
                  <a:pt x="119" y="23"/>
                </a:cubicBezTo>
                <a:cubicBezTo>
                  <a:pt x="108" y="41"/>
                  <a:pt x="112" y="67"/>
                  <a:pt x="130" y="85"/>
                </a:cubicBezTo>
                <a:cubicBezTo>
                  <a:pt x="148" y="103"/>
                  <a:pt x="174" y="107"/>
                  <a:pt x="192" y="96"/>
                </a:cubicBezTo>
                <a:close/>
                <a:moveTo>
                  <a:pt x="121" y="175"/>
                </a:moveTo>
                <a:cubicBezTo>
                  <a:pt x="98" y="175"/>
                  <a:pt x="82" y="189"/>
                  <a:pt x="68" y="201"/>
                </a:cubicBezTo>
                <a:cubicBezTo>
                  <a:pt x="53" y="215"/>
                  <a:pt x="39" y="226"/>
                  <a:pt x="20" y="220"/>
                </a:cubicBezTo>
                <a:cubicBezTo>
                  <a:pt x="16" y="217"/>
                  <a:pt x="16" y="215"/>
                  <a:pt x="16" y="214"/>
                </a:cubicBezTo>
                <a:cubicBezTo>
                  <a:pt x="15" y="209"/>
                  <a:pt x="22" y="202"/>
                  <a:pt x="25" y="199"/>
                </a:cubicBezTo>
                <a:cubicBezTo>
                  <a:pt x="25" y="199"/>
                  <a:pt x="26" y="198"/>
                  <a:pt x="26" y="198"/>
                </a:cubicBezTo>
                <a:cubicBezTo>
                  <a:pt x="31" y="200"/>
                  <a:pt x="37" y="199"/>
                  <a:pt x="41" y="194"/>
                </a:cubicBezTo>
                <a:cubicBezTo>
                  <a:pt x="143" y="111"/>
                  <a:pt x="143" y="111"/>
                  <a:pt x="143" y="111"/>
                </a:cubicBezTo>
                <a:cubicBezTo>
                  <a:pt x="134" y="107"/>
                  <a:pt x="126" y="102"/>
                  <a:pt x="119" y="95"/>
                </a:cubicBezTo>
                <a:cubicBezTo>
                  <a:pt x="112" y="88"/>
                  <a:pt x="107" y="80"/>
                  <a:pt x="104" y="72"/>
                </a:cubicBezTo>
                <a:cubicBezTo>
                  <a:pt x="20" y="173"/>
                  <a:pt x="20" y="173"/>
                  <a:pt x="20" y="173"/>
                </a:cubicBezTo>
                <a:cubicBezTo>
                  <a:pt x="17" y="177"/>
                  <a:pt x="16" y="182"/>
                  <a:pt x="17" y="187"/>
                </a:cubicBezTo>
                <a:cubicBezTo>
                  <a:pt x="16" y="187"/>
                  <a:pt x="16" y="187"/>
                  <a:pt x="16" y="188"/>
                </a:cubicBezTo>
                <a:cubicBezTo>
                  <a:pt x="14" y="189"/>
                  <a:pt x="0" y="201"/>
                  <a:pt x="1" y="215"/>
                </a:cubicBezTo>
                <a:cubicBezTo>
                  <a:pt x="1" y="220"/>
                  <a:pt x="3" y="227"/>
                  <a:pt x="12" y="233"/>
                </a:cubicBezTo>
                <a:cubicBezTo>
                  <a:pt x="14" y="234"/>
                  <a:pt x="14" y="234"/>
                  <a:pt x="14" y="234"/>
                </a:cubicBezTo>
                <a:cubicBezTo>
                  <a:pt x="20" y="236"/>
                  <a:pt x="25" y="237"/>
                  <a:pt x="30" y="237"/>
                </a:cubicBezTo>
                <a:cubicBezTo>
                  <a:pt x="50" y="237"/>
                  <a:pt x="65" y="224"/>
                  <a:pt x="78" y="212"/>
                </a:cubicBezTo>
                <a:cubicBezTo>
                  <a:pt x="91" y="201"/>
                  <a:pt x="104" y="190"/>
                  <a:pt x="121" y="190"/>
                </a:cubicBezTo>
                <a:cubicBezTo>
                  <a:pt x="159" y="190"/>
                  <a:pt x="189" y="231"/>
                  <a:pt x="189" y="231"/>
                </a:cubicBezTo>
                <a:cubicBezTo>
                  <a:pt x="191" y="235"/>
                  <a:pt x="196" y="235"/>
                  <a:pt x="199" y="233"/>
                </a:cubicBezTo>
                <a:cubicBezTo>
                  <a:pt x="203" y="231"/>
                  <a:pt x="204" y="226"/>
                  <a:pt x="201" y="223"/>
                </a:cubicBezTo>
                <a:cubicBezTo>
                  <a:pt x="200" y="221"/>
                  <a:pt x="167" y="175"/>
                  <a:pt x="121" y="17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Tree>
    <p:extLst>
      <p:ext uri="{BB962C8B-B14F-4D97-AF65-F5344CB8AC3E}">
        <p14:creationId xmlns:p14="http://schemas.microsoft.com/office/powerpoint/2010/main" val="1451619882"/>
      </p:ext>
    </p:extLst>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
          <p:cNvGrpSpPr/>
          <p:nvPr/>
        </p:nvGrpSpPr>
        <p:grpSpPr>
          <a:xfrm>
            <a:off x="4393421" y="2122222"/>
            <a:ext cx="3405158" cy="3415588"/>
            <a:chOff x="5070997" y="897822"/>
            <a:chExt cx="2590799" cy="2598737"/>
          </a:xfrm>
        </p:grpSpPr>
        <p:sp>
          <p:nvSpPr>
            <p:cNvPr id="17" name="Freeform 30"/>
            <p:cNvSpPr>
              <a:spLocks/>
            </p:cNvSpPr>
            <p:nvPr/>
          </p:nvSpPr>
          <p:spPr bwMode="auto">
            <a:xfrm>
              <a:off x="6402909" y="2885372"/>
              <a:ext cx="766762" cy="611187"/>
            </a:xfrm>
            <a:custGeom>
              <a:avLst/>
              <a:gdLst>
                <a:gd name="T0" fmla="*/ 155 w 204"/>
                <a:gd name="T1" fmla="*/ 58 h 162"/>
                <a:gd name="T2" fmla="*/ 155 w 204"/>
                <a:gd name="T3" fmla="*/ 56 h 162"/>
                <a:gd name="T4" fmla="*/ 155 w 204"/>
                <a:gd name="T5" fmla="*/ 0 h 162"/>
                <a:gd name="T6" fmla="*/ 120 w 204"/>
                <a:gd name="T7" fmla="*/ 0 h 162"/>
                <a:gd name="T8" fmla="*/ 0 w 204"/>
                <a:gd name="T9" fmla="*/ 0 h 162"/>
                <a:gd name="T10" fmla="*/ 0 w 204"/>
                <a:gd name="T11" fmla="*/ 56 h 162"/>
                <a:gd name="T12" fmla="*/ 19 w 204"/>
                <a:gd name="T13" fmla="*/ 50 h 162"/>
                <a:gd name="T14" fmla="*/ 49 w 204"/>
                <a:gd name="T15" fmla="*/ 82 h 162"/>
                <a:gd name="T16" fmla="*/ 19 w 204"/>
                <a:gd name="T17" fmla="*/ 114 h 162"/>
                <a:gd name="T18" fmla="*/ 0 w 204"/>
                <a:gd name="T19" fmla="*/ 108 h 162"/>
                <a:gd name="T20" fmla="*/ 0 w 204"/>
                <a:gd name="T21" fmla="*/ 162 h 162"/>
                <a:gd name="T22" fmla="*/ 38 w 204"/>
                <a:gd name="T23" fmla="*/ 162 h 162"/>
                <a:gd name="T24" fmla="*/ 52 w 204"/>
                <a:gd name="T25" fmla="*/ 162 h 162"/>
                <a:gd name="T26" fmla="*/ 52 w 204"/>
                <a:gd name="T27" fmla="*/ 162 h 162"/>
                <a:gd name="T28" fmla="*/ 101 w 204"/>
                <a:gd name="T29" fmla="*/ 162 h 162"/>
                <a:gd name="T30" fmla="*/ 155 w 204"/>
                <a:gd name="T31" fmla="*/ 162 h 162"/>
                <a:gd name="T32" fmla="*/ 155 w 204"/>
                <a:gd name="T33" fmla="*/ 107 h 162"/>
                <a:gd name="T34" fmla="*/ 155 w 204"/>
                <a:gd name="T35" fmla="*/ 106 h 162"/>
                <a:gd name="T36" fmla="*/ 154 w 204"/>
                <a:gd name="T37" fmla="*/ 100 h 162"/>
                <a:gd name="T38" fmla="*/ 156 w 204"/>
                <a:gd name="T39" fmla="*/ 100 h 162"/>
                <a:gd name="T40" fmla="*/ 163 w 204"/>
                <a:gd name="T41" fmla="*/ 90 h 162"/>
                <a:gd name="T42" fmla="*/ 180 w 204"/>
                <a:gd name="T43" fmla="*/ 90 h 162"/>
                <a:gd name="T44" fmla="*/ 193 w 204"/>
                <a:gd name="T45" fmla="*/ 95 h 162"/>
                <a:gd name="T46" fmla="*/ 204 w 204"/>
                <a:gd name="T47" fmla="*/ 82 h 162"/>
                <a:gd name="T48" fmla="*/ 193 w 204"/>
                <a:gd name="T49" fmla="*/ 69 h 162"/>
                <a:gd name="T50" fmla="*/ 180 w 204"/>
                <a:gd name="T51" fmla="*/ 73 h 162"/>
                <a:gd name="T52" fmla="*/ 163 w 204"/>
                <a:gd name="T53" fmla="*/ 73 h 162"/>
                <a:gd name="T54" fmla="*/ 155 w 204"/>
                <a:gd name="T55" fmla="*/ 58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04" h="162">
                  <a:moveTo>
                    <a:pt x="155" y="58"/>
                  </a:moveTo>
                  <a:cubicBezTo>
                    <a:pt x="155" y="56"/>
                    <a:pt x="155" y="56"/>
                    <a:pt x="155" y="56"/>
                  </a:cubicBezTo>
                  <a:cubicBezTo>
                    <a:pt x="155" y="0"/>
                    <a:pt x="155" y="0"/>
                    <a:pt x="155" y="0"/>
                  </a:cubicBezTo>
                  <a:cubicBezTo>
                    <a:pt x="120" y="0"/>
                    <a:pt x="120" y="0"/>
                    <a:pt x="120" y="0"/>
                  </a:cubicBezTo>
                  <a:cubicBezTo>
                    <a:pt x="0" y="0"/>
                    <a:pt x="0" y="0"/>
                    <a:pt x="0" y="0"/>
                  </a:cubicBezTo>
                  <a:cubicBezTo>
                    <a:pt x="0" y="56"/>
                    <a:pt x="0" y="56"/>
                    <a:pt x="0" y="56"/>
                  </a:cubicBezTo>
                  <a:cubicBezTo>
                    <a:pt x="5" y="53"/>
                    <a:pt x="13" y="50"/>
                    <a:pt x="19" y="50"/>
                  </a:cubicBezTo>
                  <a:cubicBezTo>
                    <a:pt x="36" y="50"/>
                    <a:pt x="49" y="64"/>
                    <a:pt x="49" y="82"/>
                  </a:cubicBezTo>
                  <a:cubicBezTo>
                    <a:pt x="49" y="99"/>
                    <a:pt x="36" y="114"/>
                    <a:pt x="19" y="114"/>
                  </a:cubicBezTo>
                  <a:cubicBezTo>
                    <a:pt x="13" y="114"/>
                    <a:pt x="5" y="110"/>
                    <a:pt x="0" y="108"/>
                  </a:cubicBezTo>
                  <a:cubicBezTo>
                    <a:pt x="0" y="162"/>
                    <a:pt x="0" y="162"/>
                    <a:pt x="0" y="162"/>
                  </a:cubicBezTo>
                  <a:cubicBezTo>
                    <a:pt x="38" y="162"/>
                    <a:pt x="38" y="162"/>
                    <a:pt x="38" y="162"/>
                  </a:cubicBezTo>
                  <a:cubicBezTo>
                    <a:pt x="49" y="162"/>
                    <a:pt x="52" y="162"/>
                    <a:pt x="52" y="162"/>
                  </a:cubicBezTo>
                  <a:cubicBezTo>
                    <a:pt x="52" y="162"/>
                    <a:pt x="52" y="162"/>
                    <a:pt x="52" y="162"/>
                  </a:cubicBezTo>
                  <a:cubicBezTo>
                    <a:pt x="52" y="162"/>
                    <a:pt x="101" y="162"/>
                    <a:pt x="101" y="162"/>
                  </a:cubicBezTo>
                  <a:cubicBezTo>
                    <a:pt x="155" y="162"/>
                    <a:pt x="155" y="162"/>
                    <a:pt x="155" y="162"/>
                  </a:cubicBezTo>
                  <a:cubicBezTo>
                    <a:pt x="155" y="107"/>
                    <a:pt x="155" y="107"/>
                    <a:pt x="155" y="107"/>
                  </a:cubicBezTo>
                  <a:cubicBezTo>
                    <a:pt x="155" y="107"/>
                    <a:pt x="155" y="106"/>
                    <a:pt x="155" y="106"/>
                  </a:cubicBezTo>
                  <a:cubicBezTo>
                    <a:pt x="154" y="100"/>
                    <a:pt x="154" y="100"/>
                    <a:pt x="154" y="100"/>
                  </a:cubicBezTo>
                  <a:cubicBezTo>
                    <a:pt x="156" y="100"/>
                    <a:pt x="156" y="100"/>
                    <a:pt x="156" y="100"/>
                  </a:cubicBezTo>
                  <a:cubicBezTo>
                    <a:pt x="157" y="96"/>
                    <a:pt x="160" y="92"/>
                    <a:pt x="163" y="90"/>
                  </a:cubicBezTo>
                  <a:cubicBezTo>
                    <a:pt x="168" y="87"/>
                    <a:pt x="174" y="87"/>
                    <a:pt x="180" y="90"/>
                  </a:cubicBezTo>
                  <a:cubicBezTo>
                    <a:pt x="185" y="93"/>
                    <a:pt x="191" y="95"/>
                    <a:pt x="193" y="95"/>
                  </a:cubicBezTo>
                  <a:cubicBezTo>
                    <a:pt x="199" y="95"/>
                    <a:pt x="204" y="89"/>
                    <a:pt x="204" y="82"/>
                  </a:cubicBezTo>
                  <a:cubicBezTo>
                    <a:pt x="204" y="75"/>
                    <a:pt x="199" y="69"/>
                    <a:pt x="193" y="69"/>
                  </a:cubicBezTo>
                  <a:cubicBezTo>
                    <a:pt x="191" y="69"/>
                    <a:pt x="185" y="71"/>
                    <a:pt x="180" y="73"/>
                  </a:cubicBezTo>
                  <a:cubicBezTo>
                    <a:pt x="174" y="76"/>
                    <a:pt x="168" y="76"/>
                    <a:pt x="163" y="73"/>
                  </a:cubicBezTo>
                  <a:cubicBezTo>
                    <a:pt x="158" y="70"/>
                    <a:pt x="155" y="65"/>
                    <a:pt x="155" y="58"/>
                  </a:cubicBezTo>
                  <a:close/>
                </a:path>
              </a:pathLst>
            </a:custGeom>
            <a:solidFill>
              <a:srgbClr val="2199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31"/>
            <p:cNvSpPr>
              <a:spLocks/>
            </p:cNvSpPr>
            <p:nvPr/>
          </p:nvSpPr>
          <p:spPr bwMode="auto">
            <a:xfrm>
              <a:off x="5750447" y="2885372"/>
              <a:ext cx="765175" cy="611187"/>
            </a:xfrm>
            <a:custGeom>
              <a:avLst/>
              <a:gdLst>
                <a:gd name="T0" fmla="*/ 20 w 204"/>
                <a:gd name="T1" fmla="*/ 50 h 162"/>
                <a:gd name="T2" fmla="*/ 49 w 204"/>
                <a:gd name="T3" fmla="*/ 82 h 162"/>
                <a:gd name="T4" fmla="*/ 20 w 204"/>
                <a:gd name="T5" fmla="*/ 114 h 162"/>
                <a:gd name="T6" fmla="*/ 0 w 204"/>
                <a:gd name="T7" fmla="*/ 108 h 162"/>
                <a:gd name="T8" fmla="*/ 0 w 204"/>
                <a:gd name="T9" fmla="*/ 162 h 162"/>
                <a:gd name="T10" fmla="*/ 155 w 204"/>
                <a:gd name="T11" fmla="*/ 162 h 162"/>
                <a:gd name="T12" fmla="*/ 155 w 204"/>
                <a:gd name="T13" fmla="*/ 107 h 162"/>
                <a:gd name="T14" fmla="*/ 155 w 204"/>
                <a:gd name="T15" fmla="*/ 106 h 162"/>
                <a:gd name="T16" fmla="*/ 155 w 204"/>
                <a:gd name="T17" fmla="*/ 100 h 162"/>
                <a:gd name="T18" fmla="*/ 156 w 204"/>
                <a:gd name="T19" fmla="*/ 100 h 162"/>
                <a:gd name="T20" fmla="*/ 164 w 204"/>
                <a:gd name="T21" fmla="*/ 90 h 162"/>
                <a:gd name="T22" fmla="*/ 180 w 204"/>
                <a:gd name="T23" fmla="*/ 90 h 162"/>
                <a:gd name="T24" fmla="*/ 193 w 204"/>
                <a:gd name="T25" fmla="*/ 95 h 162"/>
                <a:gd name="T26" fmla="*/ 204 w 204"/>
                <a:gd name="T27" fmla="*/ 82 h 162"/>
                <a:gd name="T28" fmla="*/ 193 w 204"/>
                <a:gd name="T29" fmla="*/ 69 h 162"/>
                <a:gd name="T30" fmla="*/ 180 w 204"/>
                <a:gd name="T31" fmla="*/ 73 h 162"/>
                <a:gd name="T32" fmla="*/ 164 w 204"/>
                <a:gd name="T33" fmla="*/ 73 h 162"/>
                <a:gd name="T34" fmla="*/ 155 w 204"/>
                <a:gd name="T35" fmla="*/ 58 h 162"/>
                <a:gd name="T36" fmla="*/ 155 w 204"/>
                <a:gd name="T37" fmla="*/ 56 h 162"/>
                <a:gd name="T38" fmla="*/ 155 w 204"/>
                <a:gd name="T39" fmla="*/ 0 h 162"/>
                <a:gd name="T40" fmla="*/ 101 w 204"/>
                <a:gd name="T41" fmla="*/ 0 h 162"/>
                <a:gd name="T42" fmla="*/ 78 w 204"/>
                <a:gd name="T43" fmla="*/ 0 h 162"/>
                <a:gd name="T44" fmla="*/ 27 w 204"/>
                <a:gd name="T45" fmla="*/ 0 h 162"/>
                <a:gd name="T46" fmla="*/ 24 w 204"/>
                <a:gd name="T47" fmla="*/ 0 h 162"/>
                <a:gd name="T48" fmla="*/ 0 w 204"/>
                <a:gd name="T49" fmla="*/ 0 h 162"/>
                <a:gd name="T50" fmla="*/ 0 w 204"/>
                <a:gd name="T51" fmla="*/ 56 h 162"/>
                <a:gd name="T52" fmla="*/ 20 w 204"/>
                <a:gd name="T53" fmla="*/ 5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04" h="162">
                  <a:moveTo>
                    <a:pt x="20" y="50"/>
                  </a:moveTo>
                  <a:cubicBezTo>
                    <a:pt x="36" y="50"/>
                    <a:pt x="49" y="64"/>
                    <a:pt x="49" y="82"/>
                  </a:cubicBezTo>
                  <a:cubicBezTo>
                    <a:pt x="49" y="99"/>
                    <a:pt x="36" y="114"/>
                    <a:pt x="20" y="114"/>
                  </a:cubicBezTo>
                  <a:cubicBezTo>
                    <a:pt x="14" y="114"/>
                    <a:pt x="5" y="110"/>
                    <a:pt x="0" y="108"/>
                  </a:cubicBezTo>
                  <a:cubicBezTo>
                    <a:pt x="0" y="162"/>
                    <a:pt x="0" y="162"/>
                    <a:pt x="0" y="162"/>
                  </a:cubicBezTo>
                  <a:cubicBezTo>
                    <a:pt x="155" y="162"/>
                    <a:pt x="155" y="162"/>
                    <a:pt x="155" y="162"/>
                  </a:cubicBezTo>
                  <a:cubicBezTo>
                    <a:pt x="155" y="107"/>
                    <a:pt x="155" y="107"/>
                    <a:pt x="155" y="107"/>
                  </a:cubicBezTo>
                  <a:cubicBezTo>
                    <a:pt x="155" y="107"/>
                    <a:pt x="155" y="106"/>
                    <a:pt x="155" y="106"/>
                  </a:cubicBezTo>
                  <a:cubicBezTo>
                    <a:pt x="155" y="100"/>
                    <a:pt x="155" y="100"/>
                    <a:pt x="155" y="100"/>
                  </a:cubicBezTo>
                  <a:cubicBezTo>
                    <a:pt x="156" y="100"/>
                    <a:pt x="156" y="100"/>
                    <a:pt x="156" y="100"/>
                  </a:cubicBezTo>
                  <a:cubicBezTo>
                    <a:pt x="158" y="96"/>
                    <a:pt x="160" y="92"/>
                    <a:pt x="164" y="90"/>
                  </a:cubicBezTo>
                  <a:cubicBezTo>
                    <a:pt x="169" y="87"/>
                    <a:pt x="175" y="87"/>
                    <a:pt x="180" y="90"/>
                  </a:cubicBezTo>
                  <a:cubicBezTo>
                    <a:pt x="185" y="93"/>
                    <a:pt x="192" y="95"/>
                    <a:pt x="193" y="95"/>
                  </a:cubicBezTo>
                  <a:cubicBezTo>
                    <a:pt x="199" y="95"/>
                    <a:pt x="204" y="89"/>
                    <a:pt x="204" y="82"/>
                  </a:cubicBezTo>
                  <a:cubicBezTo>
                    <a:pt x="204" y="75"/>
                    <a:pt x="199" y="69"/>
                    <a:pt x="193" y="69"/>
                  </a:cubicBezTo>
                  <a:cubicBezTo>
                    <a:pt x="192" y="69"/>
                    <a:pt x="185" y="71"/>
                    <a:pt x="180" y="73"/>
                  </a:cubicBezTo>
                  <a:cubicBezTo>
                    <a:pt x="175" y="76"/>
                    <a:pt x="169" y="76"/>
                    <a:pt x="164" y="73"/>
                  </a:cubicBezTo>
                  <a:cubicBezTo>
                    <a:pt x="159" y="70"/>
                    <a:pt x="156" y="65"/>
                    <a:pt x="155" y="58"/>
                  </a:cubicBezTo>
                  <a:cubicBezTo>
                    <a:pt x="155" y="56"/>
                    <a:pt x="155" y="56"/>
                    <a:pt x="155" y="56"/>
                  </a:cubicBezTo>
                  <a:cubicBezTo>
                    <a:pt x="155" y="0"/>
                    <a:pt x="155" y="0"/>
                    <a:pt x="155" y="0"/>
                  </a:cubicBezTo>
                  <a:cubicBezTo>
                    <a:pt x="101" y="0"/>
                    <a:pt x="101" y="0"/>
                    <a:pt x="101" y="0"/>
                  </a:cubicBezTo>
                  <a:cubicBezTo>
                    <a:pt x="101" y="0"/>
                    <a:pt x="98" y="0"/>
                    <a:pt x="78" y="0"/>
                  </a:cubicBezTo>
                  <a:cubicBezTo>
                    <a:pt x="56" y="0"/>
                    <a:pt x="27" y="0"/>
                    <a:pt x="27" y="0"/>
                  </a:cubicBezTo>
                  <a:cubicBezTo>
                    <a:pt x="24" y="0"/>
                    <a:pt x="24" y="0"/>
                    <a:pt x="24" y="0"/>
                  </a:cubicBezTo>
                  <a:cubicBezTo>
                    <a:pt x="0" y="0"/>
                    <a:pt x="0" y="0"/>
                    <a:pt x="0" y="0"/>
                  </a:cubicBezTo>
                  <a:cubicBezTo>
                    <a:pt x="0" y="56"/>
                    <a:pt x="0" y="56"/>
                    <a:pt x="0" y="56"/>
                  </a:cubicBezTo>
                  <a:cubicBezTo>
                    <a:pt x="5" y="53"/>
                    <a:pt x="14" y="50"/>
                    <a:pt x="20" y="50"/>
                  </a:cubicBezTo>
                  <a:close/>
                </a:path>
              </a:pathLst>
            </a:custGeom>
            <a:solidFill>
              <a:srgbClr val="4BB5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32"/>
            <p:cNvSpPr>
              <a:spLocks/>
            </p:cNvSpPr>
            <p:nvPr/>
          </p:nvSpPr>
          <p:spPr bwMode="auto">
            <a:xfrm>
              <a:off x="5566297" y="897822"/>
              <a:ext cx="762000" cy="609600"/>
            </a:xfrm>
            <a:custGeom>
              <a:avLst/>
              <a:gdLst>
                <a:gd name="T0" fmla="*/ 48 w 203"/>
                <a:gd name="T1" fmla="*/ 107 h 162"/>
                <a:gd name="T2" fmla="*/ 48 w 203"/>
                <a:gd name="T3" fmla="*/ 162 h 162"/>
                <a:gd name="T4" fmla="*/ 102 w 203"/>
                <a:gd name="T5" fmla="*/ 162 h 162"/>
                <a:gd name="T6" fmla="*/ 151 w 203"/>
                <a:gd name="T7" fmla="*/ 162 h 162"/>
                <a:gd name="T8" fmla="*/ 151 w 203"/>
                <a:gd name="T9" fmla="*/ 162 h 162"/>
                <a:gd name="T10" fmla="*/ 165 w 203"/>
                <a:gd name="T11" fmla="*/ 162 h 162"/>
                <a:gd name="T12" fmla="*/ 203 w 203"/>
                <a:gd name="T13" fmla="*/ 162 h 162"/>
                <a:gd name="T14" fmla="*/ 203 w 203"/>
                <a:gd name="T15" fmla="*/ 108 h 162"/>
                <a:gd name="T16" fmla="*/ 184 w 203"/>
                <a:gd name="T17" fmla="*/ 113 h 162"/>
                <a:gd name="T18" fmla="*/ 154 w 203"/>
                <a:gd name="T19" fmla="*/ 82 h 162"/>
                <a:gd name="T20" fmla="*/ 184 w 203"/>
                <a:gd name="T21" fmla="*/ 50 h 162"/>
                <a:gd name="T22" fmla="*/ 203 w 203"/>
                <a:gd name="T23" fmla="*/ 55 h 162"/>
                <a:gd name="T24" fmla="*/ 203 w 203"/>
                <a:gd name="T25" fmla="*/ 0 h 162"/>
                <a:gd name="T26" fmla="*/ 48 w 203"/>
                <a:gd name="T27" fmla="*/ 0 h 162"/>
                <a:gd name="T28" fmla="*/ 48 w 203"/>
                <a:gd name="T29" fmla="*/ 58 h 162"/>
                <a:gd name="T30" fmla="*/ 40 w 203"/>
                <a:gd name="T31" fmla="*/ 73 h 162"/>
                <a:gd name="T32" fmla="*/ 23 w 203"/>
                <a:gd name="T33" fmla="*/ 73 h 162"/>
                <a:gd name="T34" fmla="*/ 10 w 203"/>
                <a:gd name="T35" fmla="*/ 69 h 162"/>
                <a:gd name="T36" fmla="*/ 0 w 203"/>
                <a:gd name="T37" fmla="*/ 82 h 162"/>
                <a:gd name="T38" fmla="*/ 10 w 203"/>
                <a:gd name="T39" fmla="*/ 95 h 162"/>
                <a:gd name="T40" fmla="*/ 23 w 203"/>
                <a:gd name="T41" fmla="*/ 90 h 162"/>
                <a:gd name="T42" fmla="*/ 40 w 203"/>
                <a:gd name="T43" fmla="*/ 90 h 162"/>
                <a:gd name="T44" fmla="*/ 47 w 203"/>
                <a:gd name="T45" fmla="*/ 99 h 162"/>
                <a:gd name="T46" fmla="*/ 49 w 203"/>
                <a:gd name="T47" fmla="*/ 99 h 162"/>
                <a:gd name="T48" fmla="*/ 48 w 203"/>
                <a:gd name="T49" fmla="*/ 106 h 162"/>
                <a:gd name="T50" fmla="*/ 48 w 203"/>
                <a:gd name="T51" fmla="*/ 10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3" h="162">
                  <a:moveTo>
                    <a:pt x="48" y="107"/>
                  </a:moveTo>
                  <a:cubicBezTo>
                    <a:pt x="48" y="162"/>
                    <a:pt x="48" y="162"/>
                    <a:pt x="48" y="162"/>
                  </a:cubicBezTo>
                  <a:cubicBezTo>
                    <a:pt x="102" y="162"/>
                    <a:pt x="102" y="162"/>
                    <a:pt x="102" y="162"/>
                  </a:cubicBezTo>
                  <a:cubicBezTo>
                    <a:pt x="102" y="162"/>
                    <a:pt x="151" y="162"/>
                    <a:pt x="151" y="162"/>
                  </a:cubicBezTo>
                  <a:cubicBezTo>
                    <a:pt x="151" y="162"/>
                    <a:pt x="151" y="162"/>
                    <a:pt x="151" y="162"/>
                  </a:cubicBezTo>
                  <a:cubicBezTo>
                    <a:pt x="151" y="162"/>
                    <a:pt x="154" y="162"/>
                    <a:pt x="165" y="162"/>
                  </a:cubicBezTo>
                  <a:cubicBezTo>
                    <a:pt x="203" y="162"/>
                    <a:pt x="203" y="162"/>
                    <a:pt x="203" y="162"/>
                  </a:cubicBezTo>
                  <a:cubicBezTo>
                    <a:pt x="203" y="108"/>
                    <a:pt x="203" y="108"/>
                    <a:pt x="203" y="108"/>
                  </a:cubicBezTo>
                  <a:cubicBezTo>
                    <a:pt x="199" y="110"/>
                    <a:pt x="190" y="113"/>
                    <a:pt x="184" y="113"/>
                  </a:cubicBezTo>
                  <a:cubicBezTo>
                    <a:pt x="167" y="113"/>
                    <a:pt x="154" y="99"/>
                    <a:pt x="154" y="82"/>
                  </a:cubicBezTo>
                  <a:cubicBezTo>
                    <a:pt x="154" y="64"/>
                    <a:pt x="167" y="50"/>
                    <a:pt x="184" y="50"/>
                  </a:cubicBezTo>
                  <a:cubicBezTo>
                    <a:pt x="190" y="50"/>
                    <a:pt x="199" y="53"/>
                    <a:pt x="203" y="55"/>
                  </a:cubicBezTo>
                  <a:cubicBezTo>
                    <a:pt x="203" y="0"/>
                    <a:pt x="203" y="0"/>
                    <a:pt x="203" y="0"/>
                  </a:cubicBezTo>
                  <a:cubicBezTo>
                    <a:pt x="48" y="0"/>
                    <a:pt x="48" y="0"/>
                    <a:pt x="48" y="0"/>
                  </a:cubicBezTo>
                  <a:cubicBezTo>
                    <a:pt x="48" y="58"/>
                    <a:pt x="48" y="58"/>
                    <a:pt x="48" y="58"/>
                  </a:cubicBezTo>
                  <a:cubicBezTo>
                    <a:pt x="48" y="65"/>
                    <a:pt x="45" y="70"/>
                    <a:pt x="40" y="73"/>
                  </a:cubicBezTo>
                  <a:cubicBezTo>
                    <a:pt x="35" y="76"/>
                    <a:pt x="29" y="76"/>
                    <a:pt x="23" y="73"/>
                  </a:cubicBezTo>
                  <a:cubicBezTo>
                    <a:pt x="18" y="71"/>
                    <a:pt x="12" y="69"/>
                    <a:pt x="10" y="69"/>
                  </a:cubicBezTo>
                  <a:cubicBezTo>
                    <a:pt x="4" y="69"/>
                    <a:pt x="0" y="74"/>
                    <a:pt x="0" y="82"/>
                  </a:cubicBezTo>
                  <a:cubicBezTo>
                    <a:pt x="0" y="89"/>
                    <a:pt x="4" y="95"/>
                    <a:pt x="10" y="95"/>
                  </a:cubicBezTo>
                  <a:cubicBezTo>
                    <a:pt x="12" y="95"/>
                    <a:pt x="18" y="92"/>
                    <a:pt x="23" y="90"/>
                  </a:cubicBezTo>
                  <a:cubicBezTo>
                    <a:pt x="29" y="87"/>
                    <a:pt x="35" y="87"/>
                    <a:pt x="40" y="90"/>
                  </a:cubicBezTo>
                  <a:cubicBezTo>
                    <a:pt x="43" y="92"/>
                    <a:pt x="46" y="95"/>
                    <a:pt x="47" y="99"/>
                  </a:cubicBezTo>
                  <a:cubicBezTo>
                    <a:pt x="49" y="99"/>
                    <a:pt x="49" y="99"/>
                    <a:pt x="49" y="99"/>
                  </a:cubicBezTo>
                  <a:cubicBezTo>
                    <a:pt x="48" y="106"/>
                    <a:pt x="48" y="106"/>
                    <a:pt x="48" y="106"/>
                  </a:cubicBezTo>
                  <a:cubicBezTo>
                    <a:pt x="48" y="106"/>
                    <a:pt x="48" y="106"/>
                    <a:pt x="48" y="107"/>
                  </a:cubicBez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33"/>
            <p:cNvSpPr>
              <a:spLocks/>
            </p:cNvSpPr>
            <p:nvPr/>
          </p:nvSpPr>
          <p:spPr bwMode="auto">
            <a:xfrm>
              <a:off x="6215584" y="897822"/>
              <a:ext cx="766762" cy="609600"/>
            </a:xfrm>
            <a:custGeom>
              <a:avLst/>
              <a:gdLst>
                <a:gd name="T0" fmla="*/ 204 w 204"/>
                <a:gd name="T1" fmla="*/ 55 h 162"/>
                <a:gd name="T2" fmla="*/ 204 w 204"/>
                <a:gd name="T3" fmla="*/ 0 h 162"/>
                <a:gd name="T4" fmla="*/ 178 w 204"/>
                <a:gd name="T5" fmla="*/ 0 h 162"/>
                <a:gd name="T6" fmla="*/ 126 w 204"/>
                <a:gd name="T7" fmla="*/ 0 h 162"/>
                <a:gd name="T8" fmla="*/ 103 w 204"/>
                <a:gd name="T9" fmla="*/ 0 h 162"/>
                <a:gd name="T10" fmla="*/ 102 w 204"/>
                <a:gd name="T11" fmla="*/ 0 h 162"/>
                <a:gd name="T12" fmla="*/ 49 w 204"/>
                <a:gd name="T13" fmla="*/ 0 h 162"/>
                <a:gd name="T14" fmla="*/ 49 w 204"/>
                <a:gd name="T15" fmla="*/ 58 h 162"/>
                <a:gd name="T16" fmla="*/ 40 w 204"/>
                <a:gd name="T17" fmla="*/ 73 h 162"/>
                <a:gd name="T18" fmla="*/ 24 w 204"/>
                <a:gd name="T19" fmla="*/ 73 h 162"/>
                <a:gd name="T20" fmla="*/ 11 w 204"/>
                <a:gd name="T21" fmla="*/ 69 h 162"/>
                <a:gd name="T22" fmla="*/ 0 w 204"/>
                <a:gd name="T23" fmla="*/ 82 h 162"/>
                <a:gd name="T24" fmla="*/ 11 w 204"/>
                <a:gd name="T25" fmla="*/ 95 h 162"/>
                <a:gd name="T26" fmla="*/ 24 w 204"/>
                <a:gd name="T27" fmla="*/ 90 h 162"/>
                <a:gd name="T28" fmla="*/ 40 w 204"/>
                <a:gd name="T29" fmla="*/ 90 h 162"/>
                <a:gd name="T30" fmla="*/ 48 w 204"/>
                <a:gd name="T31" fmla="*/ 99 h 162"/>
                <a:gd name="T32" fmla="*/ 49 w 204"/>
                <a:gd name="T33" fmla="*/ 99 h 162"/>
                <a:gd name="T34" fmla="*/ 49 w 204"/>
                <a:gd name="T35" fmla="*/ 106 h 162"/>
                <a:gd name="T36" fmla="*/ 49 w 204"/>
                <a:gd name="T37" fmla="*/ 107 h 162"/>
                <a:gd name="T38" fmla="*/ 49 w 204"/>
                <a:gd name="T39" fmla="*/ 162 h 162"/>
                <a:gd name="T40" fmla="*/ 204 w 204"/>
                <a:gd name="T41" fmla="*/ 162 h 162"/>
                <a:gd name="T42" fmla="*/ 204 w 204"/>
                <a:gd name="T43" fmla="*/ 108 h 162"/>
                <a:gd name="T44" fmla="*/ 184 w 204"/>
                <a:gd name="T45" fmla="*/ 113 h 162"/>
                <a:gd name="T46" fmla="*/ 155 w 204"/>
                <a:gd name="T47" fmla="*/ 82 h 162"/>
                <a:gd name="T48" fmla="*/ 184 w 204"/>
                <a:gd name="T49" fmla="*/ 50 h 162"/>
                <a:gd name="T50" fmla="*/ 204 w 204"/>
                <a:gd name="T51" fmla="*/ 55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4" h="162">
                  <a:moveTo>
                    <a:pt x="204" y="55"/>
                  </a:moveTo>
                  <a:cubicBezTo>
                    <a:pt x="204" y="0"/>
                    <a:pt x="204" y="0"/>
                    <a:pt x="204" y="0"/>
                  </a:cubicBezTo>
                  <a:cubicBezTo>
                    <a:pt x="178" y="0"/>
                    <a:pt x="178" y="0"/>
                    <a:pt x="178" y="0"/>
                  </a:cubicBezTo>
                  <a:cubicBezTo>
                    <a:pt x="177" y="0"/>
                    <a:pt x="148" y="0"/>
                    <a:pt x="126" y="0"/>
                  </a:cubicBezTo>
                  <a:cubicBezTo>
                    <a:pt x="106" y="0"/>
                    <a:pt x="104" y="0"/>
                    <a:pt x="103" y="0"/>
                  </a:cubicBezTo>
                  <a:cubicBezTo>
                    <a:pt x="102" y="0"/>
                    <a:pt x="102" y="0"/>
                    <a:pt x="102" y="0"/>
                  </a:cubicBezTo>
                  <a:cubicBezTo>
                    <a:pt x="49" y="0"/>
                    <a:pt x="49" y="0"/>
                    <a:pt x="49" y="0"/>
                  </a:cubicBezTo>
                  <a:cubicBezTo>
                    <a:pt x="49" y="58"/>
                    <a:pt x="49" y="58"/>
                    <a:pt x="49" y="58"/>
                  </a:cubicBezTo>
                  <a:cubicBezTo>
                    <a:pt x="49" y="65"/>
                    <a:pt x="45" y="70"/>
                    <a:pt x="40" y="73"/>
                  </a:cubicBezTo>
                  <a:cubicBezTo>
                    <a:pt x="35" y="76"/>
                    <a:pt x="29" y="76"/>
                    <a:pt x="24" y="73"/>
                  </a:cubicBezTo>
                  <a:cubicBezTo>
                    <a:pt x="19" y="71"/>
                    <a:pt x="13" y="69"/>
                    <a:pt x="11" y="69"/>
                  </a:cubicBezTo>
                  <a:cubicBezTo>
                    <a:pt x="5" y="69"/>
                    <a:pt x="0" y="74"/>
                    <a:pt x="0" y="82"/>
                  </a:cubicBezTo>
                  <a:cubicBezTo>
                    <a:pt x="0" y="89"/>
                    <a:pt x="5" y="95"/>
                    <a:pt x="11" y="95"/>
                  </a:cubicBezTo>
                  <a:cubicBezTo>
                    <a:pt x="13" y="95"/>
                    <a:pt x="19" y="92"/>
                    <a:pt x="24" y="90"/>
                  </a:cubicBezTo>
                  <a:cubicBezTo>
                    <a:pt x="29" y="87"/>
                    <a:pt x="35" y="87"/>
                    <a:pt x="40" y="90"/>
                  </a:cubicBezTo>
                  <a:cubicBezTo>
                    <a:pt x="44" y="92"/>
                    <a:pt x="46" y="95"/>
                    <a:pt x="48" y="99"/>
                  </a:cubicBezTo>
                  <a:cubicBezTo>
                    <a:pt x="49" y="99"/>
                    <a:pt x="49" y="99"/>
                    <a:pt x="49" y="99"/>
                  </a:cubicBezTo>
                  <a:cubicBezTo>
                    <a:pt x="49" y="106"/>
                    <a:pt x="49" y="106"/>
                    <a:pt x="49" y="106"/>
                  </a:cubicBezTo>
                  <a:cubicBezTo>
                    <a:pt x="49" y="106"/>
                    <a:pt x="49" y="106"/>
                    <a:pt x="49" y="107"/>
                  </a:cubicBezTo>
                  <a:cubicBezTo>
                    <a:pt x="49" y="162"/>
                    <a:pt x="49" y="162"/>
                    <a:pt x="49" y="162"/>
                  </a:cubicBezTo>
                  <a:cubicBezTo>
                    <a:pt x="204" y="162"/>
                    <a:pt x="204" y="162"/>
                    <a:pt x="204" y="162"/>
                  </a:cubicBezTo>
                  <a:cubicBezTo>
                    <a:pt x="204" y="108"/>
                    <a:pt x="204" y="108"/>
                    <a:pt x="204" y="108"/>
                  </a:cubicBezTo>
                  <a:cubicBezTo>
                    <a:pt x="199" y="110"/>
                    <a:pt x="191" y="113"/>
                    <a:pt x="184" y="113"/>
                  </a:cubicBezTo>
                  <a:cubicBezTo>
                    <a:pt x="168" y="113"/>
                    <a:pt x="155" y="99"/>
                    <a:pt x="155" y="82"/>
                  </a:cubicBezTo>
                  <a:cubicBezTo>
                    <a:pt x="155" y="64"/>
                    <a:pt x="168" y="50"/>
                    <a:pt x="184" y="50"/>
                  </a:cubicBezTo>
                  <a:cubicBezTo>
                    <a:pt x="191" y="50"/>
                    <a:pt x="199" y="53"/>
                    <a:pt x="204" y="55"/>
                  </a:cubicBezTo>
                  <a:close/>
                </a:path>
              </a:pathLst>
            </a:custGeom>
            <a:solidFill>
              <a:srgbClr val="F26D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34"/>
            <p:cNvSpPr>
              <a:spLocks/>
            </p:cNvSpPr>
            <p:nvPr/>
          </p:nvSpPr>
          <p:spPr bwMode="auto">
            <a:xfrm>
              <a:off x="7053784" y="2701222"/>
              <a:ext cx="608012" cy="795337"/>
            </a:xfrm>
            <a:custGeom>
              <a:avLst/>
              <a:gdLst>
                <a:gd name="T0" fmla="*/ 91 w 162"/>
                <a:gd name="T1" fmla="*/ 40 h 211"/>
                <a:gd name="T2" fmla="*/ 91 w 162"/>
                <a:gd name="T3" fmla="*/ 24 h 211"/>
                <a:gd name="T4" fmla="*/ 96 w 162"/>
                <a:gd name="T5" fmla="*/ 11 h 211"/>
                <a:gd name="T6" fmla="*/ 82 w 162"/>
                <a:gd name="T7" fmla="*/ 0 h 211"/>
                <a:gd name="T8" fmla="*/ 69 w 162"/>
                <a:gd name="T9" fmla="*/ 11 h 211"/>
                <a:gd name="T10" fmla="*/ 73 w 162"/>
                <a:gd name="T11" fmla="*/ 24 h 211"/>
                <a:gd name="T12" fmla="*/ 73 w 162"/>
                <a:gd name="T13" fmla="*/ 40 h 211"/>
                <a:gd name="T14" fmla="*/ 60 w 162"/>
                <a:gd name="T15" fmla="*/ 49 h 211"/>
                <a:gd name="T16" fmla="*/ 59 w 162"/>
                <a:gd name="T17" fmla="*/ 49 h 211"/>
                <a:gd name="T18" fmla="*/ 56 w 162"/>
                <a:gd name="T19" fmla="*/ 49 h 211"/>
                <a:gd name="T20" fmla="*/ 55 w 162"/>
                <a:gd name="T21" fmla="*/ 49 h 211"/>
                <a:gd name="T22" fmla="*/ 0 w 162"/>
                <a:gd name="T23" fmla="*/ 49 h 211"/>
                <a:gd name="T24" fmla="*/ 1 w 162"/>
                <a:gd name="T25" fmla="*/ 105 h 211"/>
                <a:gd name="T26" fmla="*/ 21 w 162"/>
                <a:gd name="T27" fmla="*/ 99 h 211"/>
                <a:gd name="T28" fmla="*/ 51 w 162"/>
                <a:gd name="T29" fmla="*/ 131 h 211"/>
                <a:gd name="T30" fmla="*/ 21 w 162"/>
                <a:gd name="T31" fmla="*/ 163 h 211"/>
                <a:gd name="T32" fmla="*/ 0 w 162"/>
                <a:gd name="T33" fmla="*/ 157 h 211"/>
                <a:gd name="T34" fmla="*/ 0 w 162"/>
                <a:gd name="T35" fmla="*/ 211 h 211"/>
                <a:gd name="T36" fmla="*/ 53 w 162"/>
                <a:gd name="T37" fmla="*/ 211 h 211"/>
                <a:gd name="T38" fmla="*/ 88 w 162"/>
                <a:gd name="T39" fmla="*/ 211 h 211"/>
                <a:gd name="T40" fmla="*/ 103 w 162"/>
                <a:gd name="T41" fmla="*/ 211 h 211"/>
                <a:gd name="T42" fmla="*/ 104 w 162"/>
                <a:gd name="T43" fmla="*/ 211 h 211"/>
                <a:gd name="T44" fmla="*/ 162 w 162"/>
                <a:gd name="T45" fmla="*/ 211 h 211"/>
                <a:gd name="T46" fmla="*/ 162 w 162"/>
                <a:gd name="T47" fmla="*/ 154 h 211"/>
                <a:gd name="T48" fmla="*/ 162 w 162"/>
                <a:gd name="T49" fmla="*/ 151 h 211"/>
                <a:gd name="T50" fmla="*/ 162 w 162"/>
                <a:gd name="T51" fmla="*/ 151 h 211"/>
                <a:gd name="T52" fmla="*/ 162 w 162"/>
                <a:gd name="T53" fmla="*/ 80 h 211"/>
                <a:gd name="T54" fmla="*/ 162 w 162"/>
                <a:gd name="T55" fmla="*/ 75 h 211"/>
                <a:gd name="T56" fmla="*/ 162 w 162"/>
                <a:gd name="T57" fmla="*/ 75 h 211"/>
                <a:gd name="T58" fmla="*/ 162 w 162"/>
                <a:gd name="T59" fmla="*/ 53 h 211"/>
                <a:gd name="T60" fmla="*/ 162 w 162"/>
                <a:gd name="T61" fmla="*/ 49 h 211"/>
                <a:gd name="T62" fmla="*/ 107 w 162"/>
                <a:gd name="T63" fmla="*/ 49 h 211"/>
                <a:gd name="T64" fmla="*/ 106 w 162"/>
                <a:gd name="T65" fmla="*/ 49 h 211"/>
                <a:gd name="T66" fmla="*/ 100 w 162"/>
                <a:gd name="T67" fmla="*/ 49 h 211"/>
                <a:gd name="T68" fmla="*/ 100 w 162"/>
                <a:gd name="T69" fmla="*/ 48 h 211"/>
                <a:gd name="T70" fmla="*/ 91 w 162"/>
                <a:gd name="T71" fmla="*/ 4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2" h="211">
                  <a:moveTo>
                    <a:pt x="91" y="40"/>
                  </a:moveTo>
                  <a:cubicBezTo>
                    <a:pt x="88" y="36"/>
                    <a:pt x="88" y="29"/>
                    <a:pt x="91" y="24"/>
                  </a:cubicBezTo>
                  <a:cubicBezTo>
                    <a:pt x="94" y="19"/>
                    <a:pt x="96" y="13"/>
                    <a:pt x="96" y="11"/>
                  </a:cubicBezTo>
                  <a:cubicBezTo>
                    <a:pt x="96" y="5"/>
                    <a:pt x="90" y="0"/>
                    <a:pt x="82" y="0"/>
                  </a:cubicBezTo>
                  <a:cubicBezTo>
                    <a:pt x="75" y="0"/>
                    <a:pt x="69" y="5"/>
                    <a:pt x="69" y="11"/>
                  </a:cubicBezTo>
                  <a:cubicBezTo>
                    <a:pt x="69" y="13"/>
                    <a:pt x="71" y="19"/>
                    <a:pt x="73" y="24"/>
                  </a:cubicBezTo>
                  <a:cubicBezTo>
                    <a:pt x="76" y="29"/>
                    <a:pt x="76" y="36"/>
                    <a:pt x="73" y="40"/>
                  </a:cubicBezTo>
                  <a:cubicBezTo>
                    <a:pt x="71" y="45"/>
                    <a:pt x="66" y="48"/>
                    <a:pt x="60" y="49"/>
                  </a:cubicBezTo>
                  <a:cubicBezTo>
                    <a:pt x="59" y="49"/>
                    <a:pt x="59" y="49"/>
                    <a:pt x="59" y="49"/>
                  </a:cubicBezTo>
                  <a:cubicBezTo>
                    <a:pt x="56" y="49"/>
                    <a:pt x="56" y="49"/>
                    <a:pt x="56" y="49"/>
                  </a:cubicBezTo>
                  <a:cubicBezTo>
                    <a:pt x="55" y="49"/>
                    <a:pt x="55" y="49"/>
                    <a:pt x="55" y="49"/>
                  </a:cubicBezTo>
                  <a:cubicBezTo>
                    <a:pt x="0" y="49"/>
                    <a:pt x="0" y="49"/>
                    <a:pt x="0" y="49"/>
                  </a:cubicBezTo>
                  <a:cubicBezTo>
                    <a:pt x="1" y="105"/>
                    <a:pt x="1" y="105"/>
                    <a:pt x="1" y="105"/>
                  </a:cubicBezTo>
                  <a:cubicBezTo>
                    <a:pt x="5" y="103"/>
                    <a:pt x="14" y="99"/>
                    <a:pt x="21" y="99"/>
                  </a:cubicBezTo>
                  <a:cubicBezTo>
                    <a:pt x="38" y="99"/>
                    <a:pt x="51" y="114"/>
                    <a:pt x="51" y="131"/>
                  </a:cubicBezTo>
                  <a:cubicBezTo>
                    <a:pt x="51" y="149"/>
                    <a:pt x="38" y="163"/>
                    <a:pt x="21" y="163"/>
                  </a:cubicBezTo>
                  <a:cubicBezTo>
                    <a:pt x="14" y="163"/>
                    <a:pt x="5" y="159"/>
                    <a:pt x="0" y="157"/>
                  </a:cubicBezTo>
                  <a:cubicBezTo>
                    <a:pt x="0" y="211"/>
                    <a:pt x="0" y="211"/>
                    <a:pt x="0" y="211"/>
                  </a:cubicBezTo>
                  <a:cubicBezTo>
                    <a:pt x="53" y="211"/>
                    <a:pt x="53" y="211"/>
                    <a:pt x="53" y="211"/>
                  </a:cubicBezTo>
                  <a:cubicBezTo>
                    <a:pt x="53" y="211"/>
                    <a:pt x="73" y="211"/>
                    <a:pt x="88" y="211"/>
                  </a:cubicBezTo>
                  <a:cubicBezTo>
                    <a:pt x="97" y="211"/>
                    <a:pt x="101" y="211"/>
                    <a:pt x="103" y="211"/>
                  </a:cubicBezTo>
                  <a:cubicBezTo>
                    <a:pt x="103" y="211"/>
                    <a:pt x="103" y="211"/>
                    <a:pt x="104" y="211"/>
                  </a:cubicBezTo>
                  <a:cubicBezTo>
                    <a:pt x="162" y="211"/>
                    <a:pt x="162" y="211"/>
                    <a:pt x="162" y="211"/>
                  </a:cubicBezTo>
                  <a:cubicBezTo>
                    <a:pt x="162" y="154"/>
                    <a:pt x="162" y="154"/>
                    <a:pt x="162" y="154"/>
                  </a:cubicBezTo>
                  <a:cubicBezTo>
                    <a:pt x="162" y="151"/>
                    <a:pt x="162" y="151"/>
                    <a:pt x="162" y="151"/>
                  </a:cubicBezTo>
                  <a:cubicBezTo>
                    <a:pt x="162" y="151"/>
                    <a:pt x="162" y="151"/>
                    <a:pt x="162" y="151"/>
                  </a:cubicBezTo>
                  <a:cubicBezTo>
                    <a:pt x="162" y="80"/>
                    <a:pt x="162" y="80"/>
                    <a:pt x="162" y="80"/>
                  </a:cubicBezTo>
                  <a:cubicBezTo>
                    <a:pt x="162" y="78"/>
                    <a:pt x="162" y="77"/>
                    <a:pt x="162" y="75"/>
                  </a:cubicBezTo>
                  <a:cubicBezTo>
                    <a:pt x="162" y="75"/>
                    <a:pt x="162" y="75"/>
                    <a:pt x="162" y="75"/>
                  </a:cubicBezTo>
                  <a:cubicBezTo>
                    <a:pt x="162" y="53"/>
                    <a:pt x="162" y="53"/>
                    <a:pt x="162" y="53"/>
                  </a:cubicBezTo>
                  <a:cubicBezTo>
                    <a:pt x="162" y="53"/>
                    <a:pt x="162" y="51"/>
                    <a:pt x="162" y="49"/>
                  </a:cubicBezTo>
                  <a:cubicBezTo>
                    <a:pt x="107" y="49"/>
                    <a:pt x="107" y="49"/>
                    <a:pt x="107" y="49"/>
                  </a:cubicBezTo>
                  <a:cubicBezTo>
                    <a:pt x="106" y="49"/>
                    <a:pt x="106" y="49"/>
                    <a:pt x="106" y="49"/>
                  </a:cubicBezTo>
                  <a:cubicBezTo>
                    <a:pt x="100" y="49"/>
                    <a:pt x="100" y="49"/>
                    <a:pt x="100" y="49"/>
                  </a:cubicBezTo>
                  <a:cubicBezTo>
                    <a:pt x="100" y="48"/>
                    <a:pt x="100" y="48"/>
                    <a:pt x="100" y="48"/>
                  </a:cubicBezTo>
                  <a:cubicBezTo>
                    <a:pt x="96" y="46"/>
                    <a:pt x="93" y="44"/>
                    <a:pt x="91" y="40"/>
                  </a:cubicBezTo>
                  <a:close/>
                </a:path>
              </a:pathLst>
            </a:custGeom>
            <a:solidFill>
              <a:srgbClr val="9BBB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35"/>
            <p:cNvSpPr>
              <a:spLocks/>
            </p:cNvSpPr>
            <p:nvPr/>
          </p:nvSpPr>
          <p:spPr bwMode="auto">
            <a:xfrm>
              <a:off x="6872809" y="897822"/>
              <a:ext cx="788987" cy="609600"/>
            </a:xfrm>
            <a:custGeom>
              <a:avLst/>
              <a:gdLst>
                <a:gd name="T0" fmla="*/ 40 w 210"/>
                <a:gd name="T1" fmla="*/ 72 h 162"/>
                <a:gd name="T2" fmla="*/ 23 w 210"/>
                <a:gd name="T3" fmla="*/ 72 h 162"/>
                <a:gd name="T4" fmla="*/ 10 w 210"/>
                <a:gd name="T5" fmla="*/ 67 h 162"/>
                <a:gd name="T6" fmla="*/ 0 w 210"/>
                <a:gd name="T7" fmla="*/ 81 h 162"/>
                <a:gd name="T8" fmla="*/ 10 w 210"/>
                <a:gd name="T9" fmla="*/ 94 h 162"/>
                <a:gd name="T10" fmla="*/ 23 w 210"/>
                <a:gd name="T11" fmla="*/ 90 h 162"/>
                <a:gd name="T12" fmla="*/ 40 w 210"/>
                <a:gd name="T13" fmla="*/ 90 h 162"/>
                <a:gd name="T14" fmla="*/ 48 w 210"/>
                <a:gd name="T15" fmla="*/ 103 h 162"/>
                <a:gd name="T16" fmla="*/ 48 w 210"/>
                <a:gd name="T17" fmla="*/ 104 h 162"/>
                <a:gd name="T18" fmla="*/ 48 w 210"/>
                <a:gd name="T19" fmla="*/ 106 h 162"/>
                <a:gd name="T20" fmla="*/ 48 w 210"/>
                <a:gd name="T21" fmla="*/ 107 h 162"/>
                <a:gd name="T22" fmla="*/ 48 w 210"/>
                <a:gd name="T23" fmla="*/ 162 h 162"/>
                <a:gd name="T24" fmla="*/ 104 w 210"/>
                <a:gd name="T25" fmla="*/ 162 h 162"/>
                <a:gd name="T26" fmla="*/ 99 w 210"/>
                <a:gd name="T27" fmla="*/ 141 h 162"/>
                <a:gd name="T28" fmla="*/ 130 w 210"/>
                <a:gd name="T29" fmla="*/ 111 h 162"/>
                <a:gd name="T30" fmla="*/ 162 w 210"/>
                <a:gd name="T31" fmla="*/ 141 h 162"/>
                <a:gd name="T32" fmla="*/ 156 w 210"/>
                <a:gd name="T33" fmla="*/ 162 h 162"/>
                <a:gd name="T34" fmla="*/ 210 w 210"/>
                <a:gd name="T35" fmla="*/ 162 h 162"/>
                <a:gd name="T36" fmla="*/ 210 w 210"/>
                <a:gd name="T37" fmla="*/ 109 h 162"/>
                <a:gd name="T38" fmla="*/ 210 w 210"/>
                <a:gd name="T39" fmla="*/ 60 h 162"/>
                <a:gd name="T40" fmla="*/ 210 w 210"/>
                <a:gd name="T41" fmla="*/ 58 h 162"/>
                <a:gd name="T42" fmla="*/ 210 w 210"/>
                <a:gd name="T43" fmla="*/ 0 h 162"/>
                <a:gd name="T44" fmla="*/ 147 w 210"/>
                <a:gd name="T45" fmla="*/ 0 h 162"/>
                <a:gd name="T46" fmla="*/ 147 w 210"/>
                <a:gd name="T47" fmla="*/ 0 h 162"/>
                <a:gd name="T48" fmla="*/ 79 w 210"/>
                <a:gd name="T49" fmla="*/ 0 h 162"/>
                <a:gd name="T50" fmla="*/ 75 w 210"/>
                <a:gd name="T51" fmla="*/ 0 h 162"/>
                <a:gd name="T52" fmla="*/ 75 w 210"/>
                <a:gd name="T53" fmla="*/ 0 h 162"/>
                <a:gd name="T54" fmla="*/ 52 w 210"/>
                <a:gd name="T55" fmla="*/ 0 h 162"/>
                <a:gd name="T56" fmla="*/ 48 w 210"/>
                <a:gd name="T57" fmla="*/ 0 h 162"/>
                <a:gd name="T58" fmla="*/ 48 w 210"/>
                <a:gd name="T59" fmla="*/ 56 h 162"/>
                <a:gd name="T60" fmla="*/ 48 w 210"/>
                <a:gd name="T61" fmla="*/ 56 h 162"/>
                <a:gd name="T62" fmla="*/ 48 w 210"/>
                <a:gd name="T63" fmla="*/ 62 h 162"/>
                <a:gd name="T64" fmla="*/ 47 w 210"/>
                <a:gd name="T65" fmla="*/ 62 h 162"/>
                <a:gd name="T66" fmla="*/ 40 w 210"/>
                <a:gd name="T67" fmla="*/ 7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0" h="162">
                  <a:moveTo>
                    <a:pt x="40" y="72"/>
                  </a:moveTo>
                  <a:cubicBezTo>
                    <a:pt x="35" y="75"/>
                    <a:pt x="29" y="75"/>
                    <a:pt x="23" y="72"/>
                  </a:cubicBezTo>
                  <a:cubicBezTo>
                    <a:pt x="18" y="69"/>
                    <a:pt x="12" y="67"/>
                    <a:pt x="10" y="67"/>
                  </a:cubicBezTo>
                  <a:cubicBezTo>
                    <a:pt x="4" y="67"/>
                    <a:pt x="0" y="73"/>
                    <a:pt x="0" y="81"/>
                  </a:cubicBezTo>
                  <a:cubicBezTo>
                    <a:pt x="0" y="88"/>
                    <a:pt x="4" y="94"/>
                    <a:pt x="10" y="94"/>
                  </a:cubicBezTo>
                  <a:cubicBezTo>
                    <a:pt x="12" y="94"/>
                    <a:pt x="18" y="92"/>
                    <a:pt x="23" y="90"/>
                  </a:cubicBezTo>
                  <a:cubicBezTo>
                    <a:pt x="29" y="87"/>
                    <a:pt x="35" y="87"/>
                    <a:pt x="40" y="90"/>
                  </a:cubicBezTo>
                  <a:cubicBezTo>
                    <a:pt x="44" y="92"/>
                    <a:pt x="47" y="97"/>
                    <a:pt x="48" y="103"/>
                  </a:cubicBezTo>
                  <a:cubicBezTo>
                    <a:pt x="48" y="104"/>
                    <a:pt x="48" y="104"/>
                    <a:pt x="48" y="104"/>
                  </a:cubicBezTo>
                  <a:cubicBezTo>
                    <a:pt x="48" y="106"/>
                    <a:pt x="48" y="106"/>
                    <a:pt x="48" y="106"/>
                  </a:cubicBezTo>
                  <a:cubicBezTo>
                    <a:pt x="48" y="107"/>
                    <a:pt x="48" y="107"/>
                    <a:pt x="48" y="107"/>
                  </a:cubicBezTo>
                  <a:cubicBezTo>
                    <a:pt x="48" y="162"/>
                    <a:pt x="48" y="162"/>
                    <a:pt x="48" y="162"/>
                  </a:cubicBezTo>
                  <a:cubicBezTo>
                    <a:pt x="104" y="162"/>
                    <a:pt x="104" y="162"/>
                    <a:pt x="104" y="162"/>
                  </a:cubicBezTo>
                  <a:cubicBezTo>
                    <a:pt x="102" y="157"/>
                    <a:pt x="99" y="148"/>
                    <a:pt x="99" y="141"/>
                  </a:cubicBezTo>
                  <a:cubicBezTo>
                    <a:pt x="99" y="125"/>
                    <a:pt x="113" y="111"/>
                    <a:pt x="130" y="111"/>
                  </a:cubicBezTo>
                  <a:cubicBezTo>
                    <a:pt x="148" y="111"/>
                    <a:pt x="162" y="125"/>
                    <a:pt x="162" y="141"/>
                  </a:cubicBezTo>
                  <a:cubicBezTo>
                    <a:pt x="162" y="148"/>
                    <a:pt x="159" y="157"/>
                    <a:pt x="156" y="162"/>
                  </a:cubicBezTo>
                  <a:cubicBezTo>
                    <a:pt x="210" y="162"/>
                    <a:pt x="210" y="162"/>
                    <a:pt x="210" y="162"/>
                  </a:cubicBezTo>
                  <a:cubicBezTo>
                    <a:pt x="210" y="109"/>
                    <a:pt x="210" y="109"/>
                    <a:pt x="210" y="109"/>
                  </a:cubicBezTo>
                  <a:cubicBezTo>
                    <a:pt x="210" y="108"/>
                    <a:pt x="210" y="68"/>
                    <a:pt x="210" y="60"/>
                  </a:cubicBezTo>
                  <a:cubicBezTo>
                    <a:pt x="210" y="59"/>
                    <a:pt x="210" y="59"/>
                    <a:pt x="210" y="58"/>
                  </a:cubicBezTo>
                  <a:cubicBezTo>
                    <a:pt x="210" y="0"/>
                    <a:pt x="210" y="0"/>
                    <a:pt x="210" y="0"/>
                  </a:cubicBezTo>
                  <a:cubicBezTo>
                    <a:pt x="147" y="0"/>
                    <a:pt x="147" y="0"/>
                    <a:pt x="147" y="0"/>
                  </a:cubicBezTo>
                  <a:cubicBezTo>
                    <a:pt x="147" y="0"/>
                    <a:pt x="147" y="0"/>
                    <a:pt x="147" y="0"/>
                  </a:cubicBezTo>
                  <a:cubicBezTo>
                    <a:pt x="79" y="0"/>
                    <a:pt x="79" y="0"/>
                    <a:pt x="79" y="0"/>
                  </a:cubicBezTo>
                  <a:cubicBezTo>
                    <a:pt x="78" y="0"/>
                    <a:pt x="76" y="0"/>
                    <a:pt x="75" y="0"/>
                  </a:cubicBezTo>
                  <a:cubicBezTo>
                    <a:pt x="75" y="0"/>
                    <a:pt x="75" y="0"/>
                    <a:pt x="75" y="0"/>
                  </a:cubicBezTo>
                  <a:cubicBezTo>
                    <a:pt x="52" y="0"/>
                    <a:pt x="52" y="0"/>
                    <a:pt x="52" y="0"/>
                  </a:cubicBezTo>
                  <a:cubicBezTo>
                    <a:pt x="52" y="0"/>
                    <a:pt x="50" y="0"/>
                    <a:pt x="48" y="0"/>
                  </a:cubicBezTo>
                  <a:cubicBezTo>
                    <a:pt x="48" y="56"/>
                    <a:pt x="48" y="56"/>
                    <a:pt x="48" y="56"/>
                  </a:cubicBezTo>
                  <a:cubicBezTo>
                    <a:pt x="48" y="56"/>
                    <a:pt x="48" y="56"/>
                    <a:pt x="48" y="56"/>
                  </a:cubicBezTo>
                  <a:cubicBezTo>
                    <a:pt x="48" y="62"/>
                    <a:pt x="48" y="62"/>
                    <a:pt x="48" y="62"/>
                  </a:cubicBezTo>
                  <a:cubicBezTo>
                    <a:pt x="47" y="62"/>
                    <a:pt x="47" y="62"/>
                    <a:pt x="47" y="62"/>
                  </a:cubicBezTo>
                  <a:cubicBezTo>
                    <a:pt x="46" y="66"/>
                    <a:pt x="43" y="70"/>
                    <a:pt x="40" y="72"/>
                  </a:cubicBez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36"/>
            <p:cNvSpPr>
              <a:spLocks/>
            </p:cNvSpPr>
            <p:nvPr/>
          </p:nvSpPr>
          <p:spPr bwMode="auto">
            <a:xfrm>
              <a:off x="5070997" y="2885372"/>
              <a:ext cx="792162" cy="611187"/>
            </a:xfrm>
            <a:custGeom>
              <a:avLst/>
              <a:gdLst>
                <a:gd name="T0" fmla="*/ 171 w 211"/>
                <a:gd name="T1" fmla="*/ 90 h 162"/>
                <a:gd name="T2" fmla="*/ 187 w 211"/>
                <a:gd name="T3" fmla="*/ 90 h 162"/>
                <a:gd name="T4" fmla="*/ 200 w 211"/>
                <a:gd name="T5" fmla="*/ 95 h 162"/>
                <a:gd name="T6" fmla="*/ 211 w 211"/>
                <a:gd name="T7" fmla="*/ 81 h 162"/>
                <a:gd name="T8" fmla="*/ 200 w 211"/>
                <a:gd name="T9" fmla="*/ 67 h 162"/>
                <a:gd name="T10" fmla="*/ 187 w 211"/>
                <a:gd name="T11" fmla="*/ 72 h 162"/>
                <a:gd name="T12" fmla="*/ 171 w 211"/>
                <a:gd name="T13" fmla="*/ 72 h 162"/>
                <a:gd name="T14" fmla="*/ 162 w 211"/>
                <a:gd name="T15" fmla="*/ 58 h 162"/>
                <a:gd name="T16" fmla="*/ 162 w 211"/>
                <a:gd name="T17" fmla="*/ 58 h 162"/>
                <a:gd name="T18" fmla="*/ 162 w 211"/>
                <a:gd name="T19" fmla="*/ 56 h 162"/>
                <a:gd name="T20" fmla="*/ 162 w 211"/>
                <a:gd name="T21" fmla="*/ 54 h 162"/>
                <a:gd name="T22" fmla="*/ 162 w 211"/>
                <a:gd name="T23" fmla="*/ 0 h 162"/>
                <a:gd name="T24" fmla="*/ 106 w 211"/>
                <a:gd name="T25" fmla="*/ 0 h 162"/>
                <a:gd name="T26" fmla="*/ 112 w 211"/>
                <a:gd name="T27" fmla="*/ 20 h 162"/>
                <a:gd name="T28" fmla="*/ 80 w 211"/>
                <a:gd name="T29" fmla="*/ 51 h 162"/>
                <a:gd name="T30" fmla="*/ 48 w 211"/>
                <a:gd name="T31" fmla="*/ 20 h 162"/>
                <a:gd name="T32" fmla="*/ 54 w 211"/>
                <a:gd name="T33" fmla="*/ 0 h 162"/>
                <a:gd name="T34" fmla="*/ 0 w 211"/>
                <a:gd name="T35" fmla="*/ 0 h 162"/>
                <a:gd name="T36" fmla="*/ 0 w 211"/>
                <a:gd name="T37" fmla="*/ 53 h 162"/>
                <a:gd name="T38" fmla="*/ 0 w 211"/>
                <a:gd name="T39" fmla="*/ 102 h 162"/>
                <a:gd name="T40" fmla="*/ 0 w 211"/>
                <a:gd name="T41" fmla="*/ 104 h 162"/>
                <a:gd name="T42" fmla="*/ 0 w 211"/>
                <a:gd name="T43" fmla="*/ 162 h 162"/>
                <a:gd name="T44" fmla="*/ 64 w 211"/>
                <a:gd name="T45" fmla="*/ 162 h 162"/>
                <a:gd name="T46" fmla="*/ 64 w 211"/>
                <a:gd name="T47" fmla="*/ 162 h 162"/>
                <a:gd name="T48" fmla="*/ 131 w 211"/>
                <a:gd name="T49" fmla="*/ 162 h 162"/>
                <a:gd name="T50" fmla="*/ 136 w 211"/>
                <a:gd name="T51" fmla="*/ 162 h 162"/>
                <a:gd name="T52" fmla="*/ 136 w 211"/>
                <a:gd name="T53" fmla="*/ 162 h 162"/>
                <a:gd name="T54" fmla="*/ 158 w 211"/>
                <a:gd name="T55" fmla="*/ 162 h 162"/>
                <a:gd name="T56" fmla="*/ 162 w 211"/>
                <a:gd name="T57" fmla="*/ 162 h 162"/>
                <a:gd name="T58" fmla="*/ 162 w 211"/>
                <a:gd name="T59" fmla="*/ 106 h 162"/>
                <a:gd name="T60" fmla="*/ 162 w 211"/>
                <a:gd name="T61" fmla="*/ 106 h 162"/>
                <a:gd name="T62" fmla="*/ 162 w 211"/>
                <a:gd name="T63" fmla="*/ 100 h 162"/>
                <a:gd name="T64" fmla="*/ 163 w 211"/>
                <a:gd name="T65" fmla="*/ 100 h 162"/>
                <a:gd name="T66" fmla="*/ 171 w 211"/>
                <a:gd name="T67" fmla="*/ 9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1" h="162">
                  <a:moveTo>
                    <a:pt x="171" y="90"/>
                  </a:moveTo>
                  <a:cubicBezTo>
                    <a:pt x="175" y="87"/>
                    <a:pt x="182" y="87"/>
                    <a:pt x="187" y="90"/>
                  </a:cubicBezTo>
                  <a:cubicBezTo>
                    <a:pt x="192" y="92"/>
                    <a:pt x="198" y="95"/>
                    <a:pt x="200" y="95"/>
                  </a:cubicBezTo>
                  <a:cubicBezTo>
                    <a:pt x="206" y="95"/>
                    <a:pt x="211" y="88"/>
                    <a:pt x="211" y="81"/>
                  </a:cubicBezTo>
                  <a:cubicBezTo>
                    <a:pt x="211" y="74"/>
                    <a:pt x="206" y="67"/>
                    <a:pt x="200" y="67"/>
                  </a:cubicBezTo>
                  <a:cubicBezTo>
                    <a:pt x="198" y="67"/>
                    <a:pt x="192" y="70"/>
                    <a:pt x="187" y="72"/>
                  </a:cubicBezTo>
                  <a:cubicBezTo>
                    <a:pt x="182" y="75"/>
                    <a:pt x="176" y="75"/>
                    <a:pt x="171" y="72"/>
                  </a:cubicBezTo>
                  <a:cubicBezTo>
                    <a:pt x="166" y="69"/>
                    <a:pt x="163" y="64"/>
                    <a:pt x="162" y="58"/>
                  </a:cubicBezTo>
                  <a:cubicBezTo>
                    <a:pt x="162" y="58"/>
                    <a:pt x="162" y="58"/>
                    <a:pt x="162" y="58"/>
                  </a:cubicBezTo>
                  <a:cubicBezTo>
                    <a:pt x="162" y="56"/>
                    <a:pt x="162" y="56"/>
                    <a:pt x="162" y="56"/>
                  </a:cubicBezTo>
                  <a:cubicBezTo>
                    <a:pt x="162" y="54"/>
                    <a:pt x="162" y="54"/>
                    <a:pt x="162" y="54"/>
                  </a:cubicBezTo>
                  <a:cubicBezTo>
                    <a:pt x="162" y="0"/>
                    <a:pt x="162" y="0"/>
                    <a:pt x="162" y="0"/>
                  </a:cubicBezTo>
                  <a:cubicBezTo>
                    <a:pt x="106" y="0"/>
                    <a:pt x="106" y="0"/>
                    <a:pt x="106" y="0"/>
                  </a:cubicBezTo>
                  <a:cubicBezTo>
                    <a:pt x="108" y="5"/>
                    <a:pt x="112" y="14"/>
                    <a:pt x="112" y="20"/>
                  </a:cubicBezTo>
                  <a:cubicBezTo>
                    <a:pt x="112" y="37"/>
                    <a:pt x="98" y="51"/>
                    <a:pt x="80" y="51"/>
                  </a:cubicBezTo>
                  <a:cubicBezTo>
                    <a:pt x="63" y="51"/>
                    <a:pt x="48" y="37"/>
                    <a:pt x="48" y="20"/>
                  </a:cubicBezTo>
                  <a:cubicBezTo>
                    <a:pt x="48" y="14"/>
                    <a:pt x="52" y="5"/>
                    <a:pt x="54" y="0"/>
                  </a:cubicBezTo>
                  <a:cubicBezTo>
                    <a:pt x="0" y="0"/>
                    <a:pt x="0" y="0"/>
                    <a:pt x="0" y="0"/>
                  </a:cubicBezTo>
                  <a:cubicBezTo>
                    <a:pt x="0" y="53"/>
                    <a:pt x="0" y="53"/>
                    <a:pt x="0" y="53"/>
                  </a:cubicBezTo>
                  <a:cubicBezTo>
                    <a:pt x="0" y="53"/>
                    <a:pt x="0" y="94"/>
                    <a:pt x="0" y="102"/>
                  </a:cubicBezTo>
                  <a:cubicBezTo>
                    <a:pt x="0" y="103"/>
                    <a:pt x="0" y="103"/>
                    <a:pt x="0" y="104"/>
                  </a:cubicBezTo>
                  <a:cubicBezTo>
                    <a:pt x="0" y="162"/>
                    <a:pt x="0" y="162"/>
                    <a:pt x="0" y="162"/>
                  </a:cubicBezTo>
                  <a:cubicBezTo>
                    <a:pt x="64" y="162"/>
                    <a:pt x="64" y="162"/>
                    <a:pt x="64" y="162"/>
                  </a:cubicBezTo>
                  <a:cubicBezTo>
                    <a:pt x="64" y="162"/>
                    <a:pt x="64" y="162"/>
                    <a:pt x="64" y="162"/>
                  </a:cubicBezTo>
                  <a:cubicBezTo>
                    <a:pt x="131" y="162"/>
                    <a:pt x="131" y="162"/>
                    <a:pt x="131" y="162"/>
                  </a:cubicBezTo>
                  <a:cubicBezTo>
                    <a:pt x="133" y="162"/>
                    <a:pt x="134" y="162"/>
                    <a:pt x="136" y="162"/>
                  </a:cubicBezTo>
                  <a:cubicBezTo>
                    <a:pt x="136" y="162"/>
                    <a:pt x="136" y="162"/>
                    <a:pt x="136" y="162"/>
                  </a:cubicBezTo>
                  <a:cubicBezTo>
                    <a:pt x="158" y="162"/>
                    <a:pt x="158" y="162"/>
                    <a:pt x="158" y="162"/>
                  </a:cubicBezTo>
                  <a:cubicBezTo>
                    <a:pt x="159" y="162"/>
                    <a:pt x="160" y="162"/>
                    <a:pt x="162" y="162"/>
                  </a:cubicBezTo>
                  <a:cubicBezTo>
                    <a:pt x="162" y="106"/>
                    <a:pt x="162" y="106"/>
                    <a:pt x="162" y="106"/>
                  </a:cubicBezTo>
                  <a:cubicBezTo>
                    <a:pt x="162" y="106"/>
                    <a:pt x="162" y="106"/>
                    <a:pt x="162" y="106"/>
                  </a:cubicBezTo>
                  <a:cubicBezTo>
                    <a:pt x="162" y="100"/>
                    <a:pt x="162" y="100"/>
                    <a:pt x="162" y="100"/>
                  </a:cubicBezTo>
                  <a:cubicBezTo>
                    <a:pt x="163" y="100"/>
                    <a:pt x="163" y="100"/>
                    <a:pt x="163" y="100"/>
                  </a:cubicBezTo>
                  <a:cubicBezTo>
                    <a:pt x="165" y="95"/>
                    <a:pt x="167" y="92"/>
                    <a:pt x="171" y="90"/>
                  </a:cubicBezTo>
                  <a:close/>
                </a:path>
              </a:pathLst>
            </a:custGeom>
            <a:solidFill>
              <a:srgbClr val="3A8F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37"/>
            <p:cNvSpPr>
              <a:spLocks/>
            </p:cNvSpPr>
            <p:nvPr/>
          </p:nvSpPr>
          <p:spPr bwMode="auto">
            <a:xfrm>
              <a:off x="5070997" y="2234497"/>
              <a:ext cx="608012" cy="768350"/>
            </a:xfrm>
            <a:custGeom>
              <a:avLst/>
              <a:gdLst>
                <a:gd name="T0" fmla="*/ 106 w 162"/>
                <a:gd name="T1" fmla="*/ 0 h 204"/>
                <a:gd name="T2" fmla="*/ 112 w 162"/>
                <a:gd name="T3" fmla="*/ 19 h 204"/>
                <a:gd name="T4" fmla="*/ 80 w 162"/>
                <a:gd name="T5" fmla="*/ 49 h 204"/>
                <a:gd name="T6" fmla="*/ 48 w 162"/>
                <a:gd name="T7" fmla="*/ 19 h 204"/>
                <a:gd name="T8" fmla="*/ 54 w 162"/>
                <a:gd name="T9" fmla="*/ 0 h 204"/>
                <a:gd name="T10" fmla="*/ 0 w 162"/>
                <a:gd name="T11" fmla="*/ 0 h 204"/>
                <a:gd name="T12" fmla="*/ 0 w 162"/>
                <a:gd name="T13" fmla="*/ 38 h 204"/>
                <a:gd name="T14" fmla="*/ 0 w 162"/>
                <a:gd name="T15" fmla="*/ 52 h 204"/>
                <a:gd name="T16" fmla="*/ 0 w 162"/>
                <a:gd name="T17" fmla="*/ 52 h 204"/>
                <a:gd name="T18" fmla="*/ 0 w 162"/>
                <a:gd name="T19" fmla="*/ 101 h 204"/>
                <a:gd name="T20" fmla="*/ 0 w 162"/>
                <a:gd name="T21" fmla="*/ 155 h 204"/>
                <a:gd name="T22" fmla="*/ 55 w 162"/>
                <a:gd name="T23" fmla="*/ 155 h 204"/>
                <a:gd name="T24" fmla="*/ 56 w 162"/>
                <a:gd name="T25" fmla="*/ 155 h 204"/>
                <a:gd name="T26" fmla="*/ 62 w 162"/>
                <a:gd name="T27" fmla="*/ 154 h 204"/>
                <a:gd name="T28" fmla="*/ 62 w 162"/>
                <a:gd name="T29" fmla="*/ 156 h 204"/>
                <a:gd name="T30" fmla="*/ 72 w 162"/>
                <a:gd name="T31" fmla="*/ 163 h 204"/>
                <a:gd name="T32" fmla="*/ 72 w 162"/>
                <a:gd name="T33" fmla="*/ 180 h 204"/>
                <a:gd name="T34" fmla="*/ 67 w 162"/>
                <a:gd name="T35" fmla="*/ 193 h 204"/>
                <a:gd name="T36" fmla="*/ 80 w 162"/>
                <a:gd name="T37" fmla="*/ 204 h 204"/>
                <a:gd name="T38" fmla="*/ 93 w 162"/>
                <a:gd name="T39" fmla="*/ 193 h 204"/>
                <a:gd name="T40" fmla="*/ 89 w 162"/>
                <a:gd name="T41" fmla="*/ 180 h 204"/>
                <a:gd name="T42" fmla="*/ 89 w 162"/>
                <a:gd name="T43" fmla="*/ 163 h 204"/>
                <a:gd name="T44" fmla="*/ 104 w 162"/>
                <a:gd name="T45" fmla="*/ 155 h 204"/>
                <a:gd name="T46" fmla="*/ 106 w 162"/>
                <a:gd name="T47" fmla="*/ 155 h 204"/>
                <a:gd name="T48" fmla="*/ 162 w 162"/>
                <a:gd name="T49" fmla="*/ 155 h 204"/>
                <a:gd name="T50" fmla="*/ 162 w 162"/>
                <a:gd name="T51" fmla="*/ 120 h 204"/>
                <a:gd name="T52" fmla="*/ 162 w 162"/>
                <a:gd name="T53" fmla="*/ 0 h 204"/>
                <a:gd name="T54" fmla="*/ 106 w 162"/>
                <a:gd name="T55"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2" h="204">
                  <a:moveTo>
                    <a:pt x="106" y="0"/>
                  </a:moveTo>
                  <a:cubicBezTo>
                    <a:pt x="109" y="5"/>
                    <a:pt x="112" y="13"/>
                    <a:pt x="112" y="19"/>
                  </a:cubicBezTo>
                  <a:cubicBezTo>
                    <a:pt x="112" y="36"/>
                    <a:pt x="98" y="49"/>
                    <a:pt x="80" y="49"/>
                  </a:cubicBezTo>
                  <a:cubicBezTo>
                    <a:pt x="63" y="49"/>
                    <a:pt x="48" y="36"/>
                    <a:pt x="48" y="19"/>
                  </a:cubicBezTo>
                  <a:cubicBezTo>
                    <a:pt x="48" y="13"/>
                    <a:pt x="52" y="5"/>
                    <a:pt x="54" y="0"/>
                  </a:cubicBezTo>
                  <a:cubicBezTo>
                    <a:pt x="0" y="0"/>
                    <a:pt x="0" y="0"/>
                    <a:pt x="0" y="0"/>
                  </a:cubicBezTo>
                  <a:cubicBezTo>
                    <a:pt x="0" y="38"/>
                    <a:pt x="0" y="38"/>
                    <a:pt x="0" y="38"/>
                  </a:cubicBezTo>
                  <a:cubicBezTo>
                    <a:pt x="0" y="49"/>
                    <a:pt x="0" y="52"/>
                    <a:pt x="0" y="52"/>
                  </a:cubicBezTo>
                  <a:cubicBezTo>
                    <a:pt x="0" y="52"/>
                    <a:pt x="0" y="52"/>
                    <a:pt x="0" y="52"/>
                  </a:cubicBezTo>
                  <a:cubicBezTo>
                    <a:pt x="0" y="52"/>
                    <a:pt x="0" y="101"/>
                    <a:pt x="0" y="101"/>
                  </a:cubicBezTo>
                  <a:cubicBezTo>
                    <a:pt x="0" y="155"/>
                    <a:pt x="0" y="155"/>
                    <a:pt x="0" y="155"/>
                  </a:cubicBezTo>
                  <a:cubicBezTo>
                    <a:pt x="55" y="155"/>
                    <a:pt x="55" y="155"/>
                    <a:pt x="55" y="155"/>
                  </a:cubicBezTo>
                  <a:cubicBezTo>
                    <a:pt x="55" y="155"/>
                    <a:pt x="56" y="155"/>
                    <a:pt x="56" y="155"/>
                  </a:cubicBezTo>
                  <a:cubicBezTo>
                    <a:pt x="62" y="154"/>
                    <a:pt x="62" y="154"/>
                    <a:pt x="62" y="154"/>
                  </a:cubicBezTo>
                  <a:cubicBezTo>
                    <a:pt x="62" y="156"/>
                    <a:pt x="62" y="156"/>
                    <a:pt x="62" y="156"/>
                  </a:cubicBezTo>
                  <a:cubicBezTo>
                    <a:pt x="67" y="157"/>
                    <a:pt x="70" y="160"/>
                    <a:pt x="72" y="163"/>
                  </a:cubicBezTo>
                  <a:cubicBezTo>
                    <a:pt x="75" y="168"/>
                    <a:pt x="75" y="174"/>
                    <a:pt x="72" y="180"/>
                  </a:cubicBezTo>
                  <a:cubicBezTo>
                    <a:pt x="70" y="185"/>
                    <a:pt x="67" y="191"/>
                    <a:pt x="67" y="193"/>
                  </a:cubicBezTo>
                  <a:cubicBezTo>
                    <a:pt x="67" y="199"/>
                    <a:pt x="73" y="204"/>
                    <a:pt x="80" y="204"/>
                  </a:cubicBezTo>
                  <a:cubicBezTo>
                    <a:pt x="87" y="204"/>
                    <a:pt x="93" y="199"/>
                    <a:pt x="93" y="193"/>
                  </a:cubicBezTo>
                  <a:cubicBezTo>
                    <a:pt x="93" y="191"/>
                    <a:pt x="91" y="185"/>
                    <a:pt x="89" y="180"/>
                  </a:cubicBezTo>
                  <a:cubicBezTo>
                    <a:pt x="86" y="174"/>
                    <a:pt x="86" y="168"/>
                    <a:pt x="89" y="163"/>
                  </a:cubicBezTo>
                  <a:cubicBezTo>
                    <a:pt x="92" y="158"/>
                    <a:pt x="97" y="155"/>
                    <a:pt x="104" y="155"/>
                  </a:cubicBezTo>
                  <a:cubicBezTo>
                    <a:pt x="106" y="155"/>
                    <a:pt x="106" y="155"/>
                    <a:pt x="106" y="155"/>
                  </a:cubicBezTo>
                  <a:cubicBezTo>
                    <a:pt x="162" y="155"/>
                    <a:pt x="162" y="155"/>
                    <a:pt x="162" y="155"/>
                  </a:cubicBezTo>
                  <a:cubicBezTo>
                    <a:pt x="162" y="120"/>
                    <a:pt x="162" y="120"/>
                    <a:pt x="162" y="120"/>
                  </a:cubicBezTo>
                  <a:cubicBezTo>
                    <a:pt x="162" y="0"/>
                    <a:pt x="162" y="0"/>
                    <a:pt x="162" y="0"/>
                  </a:cubicBezTo>
                  <a:lnTo>
                    <a:pt x="106" y="0"/>
                  </a:lnTo>
                  <a:close/>
                </a:path>
              </a:pathLst>
            </a:custGeom>
            <a:solidFill>
              <a:srgbClr val="8F58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38"/>
            <p:cNvSpPr>
              <a:spLocks/>
            </p:cNvSpPr>
            <p:nvPr/>
          </p:nvSpPr>
          <p:spPr bwMode="auto">
            <a:xfrm>
              <a:off x="5070997" y="1578859"/>
              <a:ext cx="608012" cy="768350"/>
            </a:xfrm>
            <a:custGeom>
              <a:avLst/>
              <a:gdLst>
                <a:gd name="T0" fmla="*/ 80 w 162"/>
                <a:gd name="T1" fmla="*/ 49 h 204"/>
                <a:gd name="T2" fmla="*/ 48 w 162"/>
                <a:gd name="T3" fmla="*/ 20 h 204"/>
                <a:gd name="T4" fmla="*/ 54 w 162"/>
                <a:gd name="T5" fmla="*/ 0 h 204"/>
                <a:gd name="T6" fmla="*/ 0 w 162"/>
                <a:gd name="T7" fmla="*/ 0 h 204"/>
                <a:gd name="T8" fmla="*/ 0 w 162"/>
                <a:gd name="T9" fmla="*/ 155 h 204"/>
                <a:gd name="T10" fmla="*/ 55 w 162"/>
                <a:gd name="T11" fmla="*/ 155 h 204"/>
                <a:gd name="T12" fmla="*/ 56 w 162"/>
                <a:gd name="T13" fmla="*/ 155 h 204"/>
                <a:gd name="T14" fmla="*/ 62 w 162"/>
                <a:gd name="T15" fmla="*/ 155 h 204"/>
                <a:gd name="T16" fmla="*/ 62 w 162"/>
                <a:gd name="T17" fmla="*/ 156 h 204"/>
                <a:gd name="T18" fmla="*/ 72 w 162"/>
                <a:gd name="T19" fmla="*/ 164 h 204"/>
                <a:gd name="T20" fmla="*/ 72 w 162"/>
                <a:gd name="T21" fmla="*/ 180 h 204"/>
                <a:gd name="T22" fmla="*/ 67 w 162"/>
                <a:gd name="T23" fmla="*/ 193 h 204"/>
                <a:gd name="T24" fmla="*/ 80 w 162"/>
                <a:gd name="T25" fmla="*/ 204 h 204"/>
                <a:gd name="T26" fmla="*/ 93 w 162"/>
                <a:gd name="T27" fmla="*/ 193 h 204"/>
                <a:gd name="T28" fmla="*/ 89 w 162"/>
                <a:gd name="T29" fmla="*/ 180 h 204"/>
                <a:gd name="T30" fmla="*/ 89 w 162"/>
                <a:gd name="T31" fmla="*/ 164 h 204"/>
                <a:gd name="T32" fmla="*/ 104 w 162"/>
                <a:gd name="T33" fmla="*/ 155 h 204"/>
                <a:gd name="T34" fmla="*/ 106 w 162"/>
                <a:gd name="T35" fmla="*/ 155 h 204"/>
                <a:gd name="T36" fmla="*/ 162 w 162"/>
                <a:gd name="T37" fmla="*/ 155 h 204"/>
                <a:gd name="T38" fmla="*/ 162 w 162"/>
                <a:gd name="T39" fmla="*/ 101 h 204"/>
                <a:gd name="T40" fmla="*/ 162 w 162"/>
                <a:gd name="T41" fmla="*/ 27 h 204"/>
                <a:gd name="T42" fmla="*/ 162 w 162"/>
                <a:gd name="T43" fmla="*/ 24 h 204"/>
                <a:gd name="T44" fmla="*/ 162 w 162"/>
                <a:gd name="T45" fmla="*/ 0 h 204"/>
                <a:gd name="T46" fmla="*/ 106 w 162"/>
                <a:gd name="T47" fmla="*/ 0 h 204"/>
                <a:gd name="T48" fmla="*/ 112 w 162"/>
                <a:gd name="T49" fmla="*/ 20 h 204"/>
                <a:gd name="T50" fmla="*/ 80 w 162"/>
                <a:gd name="T51" fmla="*/ 49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2" h="204">
                  <a:moveTo>
                    <a:pt x="80" y="49"/>
                  </a:moveTo>
                  <a:cubicBezTo>
                    <a:pt x="63" y="49"/>
                    <a:pt x="48" y="36"/>
                    <a:pt x="48" y="20"/>
                  </a:cubicBezTo>
                  <a:cubicBezTo>
                    <a:pt x="48" y="14"/>
                    <a:pt x="52" y="5"/>
                    <a:pt x="54" y="0"/>
                  </a:cubicBezTo>
                  <a:cubicBezTo>
                    <a:pt x="0" y="0"/>
                    <a:pt x="0" y="0"/>
                    <a:pt x="0" y="0"/>
                  </a:cubicBezTo>
                  <a:cubicBezTo>
                    <a:pt x="0" y="155"/>
                    <a:pt x="0" y="155"/>
                    <a:pt x="0" y="155"/>
                  </a:cubicBezTo>
                  <a:cubicBezTo>
                    <a:pt x="55" y="155"/>
                    <a:pt x="55" y="155"/>
                    <a:pt x="55" y="155"/>
                  </a:cubicBezTo>
                  <a:cubicBezTo>
                    <a:pt x="55" y="155"/>
                    <a:pt x="56" y="155"/>
                    <a:pt x="56" y="155"/>
                  </a:cubicBezTo>
                  <a:cubicBezTo>
                    <a:pt x="62" y="155"/>
                    <a:pt x="62" y="155"/>
                    <a:pt x="62" y="155"/>
                  </a:cubicBezTo>
                  <a:cubicBezTo>
                    <a:pt x="62" y="156"/>
                    <a:pt x="62" y="156"/>
                    <a:pt x="62" y="156"/>
                  </a:cubicBezTo>
                  <a:cubicBezTo>
                    <a:pt x="67" y="158"/>
                    <a:pt x="70" y="160"/>
                    <a:pt x="72" y="164"/>
                  </a:cubicBezTo>
                  <a:cubicBezTo>
                    <a:pt x="75" y="169"/>
                    <a:pt x="75" y="175"/>
                    <a:pt x="72" y="180"/>
                  </a:cubicBezTo>
                  <a:cubicBezTo>
                    <a:pt x="70" y="185"/>
                    <a:pt x="67" y="192"/>
                    <a:pt x="67" y="193"/>
                  </a:cubicBezTo>
                  <a:cubicBezTo>
                    <a:pt x="67" y="199"/>
                    <a:pt x="73" y="204"/>
                    <a:pt x="80" y="204"/>
                  </a:cubicBezTo>
                  <a:cubicBezTo>
                    <a:pt x="87" y="204"/>
                    <a:pt x="93" y="199"/>
                    <a:pt x="93" y="193"/>
                  </a:cubicBezTo>
                  <a:cubicBezTo>
                    <a:pt x="93" y="192"/>
                    <a:pt x="91" y="185"/>
                    <a:pt x="89" y="180"/>
                  </a:cubicBezTo>
                  <a:cubicBezTo>
                    <a:pt x="86" y="175"/>
                    <a:pt x="86" y="169"/>
                    <a:pt x="89" y="164"/>
                  </a:cubicBezTo>
                  <a:cubicBezTo>
                    <a:pt x="92" y="159"/>
                    <a:pt x="97" y="156"/>
                    <a:pt x="104" y="155"/>
                  </a:cubicBezTo>
                  <a:cubicBezTo>
                    <a:pt x="106" y="155"/>
                    <a:pt x="106" y="155"/>
                    <a:pt x="106" y="155"/>
                  </a:cubicBezTo>
                  <a:cubicBezTo>
                    <a:pt x="162" y="155"/>
                    <a:pt x="162" y="155"/>
                    <a:pt x="162" y="155"/>
                  </a:cubicBezTo>
                  <a:cubicBezTo>
                    <a:pt x="162" y="101"/>
                    <a:pt x="162" y="101"/>
                    <a:pt x="162" y="101"/>
                  </a:cubicBezTo>
                  <a:cubicBezTo>
                    <a:pt x="162" y="96"/>
                    <a:pt x="162" y="34"/>
                    <a:pt x="162" y="27"/>
                  </a:cubicBezTo>
                  <a:cubicBezTo>
                    <a:pt x="162" y="24"/>
                    <a:pt x="162" y="24"/>
                    <a:pt x="162" y="24"/>
                  </a:cubicBezTo>
                  <a:cubicBezTo>
                    <a:pt x="162" y="0"/>
                    <a:pt x="162" y="0"/>
                    <a:pt x="162" y="0"/>
                  </a:cubicBezTo>
                  <a:cubicBezTo>
                    <a:pt x="106" y="0"/>
                    <a:pt x="106" y="0"/>
                    <a:pt x="106" y="0"/>
                  </a:cubicBezTo>
                  <a:cubicBezTo>
                    <a:pt x="109" y="5"/>
                    <a:pt x="112" y="14"/>
                    <a:pt x="112" y="20"/>
                  </a:cubicBezTo>
                  <a:cubicBezTo>
                    <a:pt x="112" y="36"/>
                    <a:pt x="98" y="49"/>
                    <a:pt x="80" y="49"/>
                  </a:cubicBezTo>
                  <a:close/>
                </a:path>
              </a:pathLst>
            </a:custGeom>
            <a:solidFill>
              <a:srgbClr val="9BBB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39"/>
            <p:cNvSpPr>
              <a:spLocks/>
            </p:cNvSpPr>
            <p:nvPr/>
          </p:nvSpPr>
          <p:spPr bwMode="auto">
            <a:xfrm>
              <a:off x="7053784" y="1391534"/>
              <a:ext cx="608012" cy="768350"/>
            </a:xfrm>
            <a:custGeom>
              <a:avLst/>
              <a:gdLst>
                <a:gd name="T0" fmla="*/ 1 w 162"/>
                <a:gd name="T1" fmla="*/ 204 h 204"/>
                <a:gd name="T2" fmla="*/ 54 w 162"/>
                <a:gd name="T3" fmla="*/ 204 h 204"/>
                <a:gd name="T4" fmla="*/ 49 w 162"/>
                <a:gd name="T5" fmla="*/ 184 h 204"/>
                <a:gd name="T6" fmla="*/ 81 w 162"/>
                <a:gd name="T7" fmla="*/ 155 h 204"/>
                <a:gd name="T8" fmla="*/ 112 w 162"/>
                <a:gd name="T9" fmla="*/ 184 h 204"/>
                <a:gd name="T10" fmla="*/ 107 w 162"/>
                <a:gd name="T11" fmla="*/ 204 h 204"/>
                <a:gd name="T12" fmla="*/ 162 w 162"/>
                <a:gd name="T13" fmla="*/ 204 h 204"/>
                <a:gd name="T14" fmla="*/ 162 w 162"/>
                <a:gd name="T15" fmla="*/ 49 h 204"/>
                <a:gd name="T16" fmla="*/ 104 w 162"/>
                <a:gd name="T17" fmla="*/ 49 h 204"/>
                <a:gd name="T18" fmla="*/ 89 w 162"/>
                <a:gd name="T19" fmla="*/ 40 h 204"/>
                <a:gd name="T20" fmla="*/ 89 w 162"/>
                <a:gd name="T21" fmla="*/ 23 h 204"/>
                <a:gd name="T22" fmla="*/ 94 w 162"/>
                <a:gd name="T23" fmla="*/ 10 h 204"/>
                <a:gd name="T24" fmla="*/ 81 w 162"/>
                <a:gd name="T25" fmla="*/ 0 h 204"/>
                <a:gd name="T26" fmla="*/ 68 w 162"/>
                <a:gd name="T27" fmla="*/ 10 h 204"/>
                <a:gd name="T28" fmla="*/ 72 w 162"/>
                <a:gd name="T29" fmla="*/ 23 h 204"/>
                <a:gd name="T30" fmla="*/ 72 w 162"/>
                <a:gd name="T31" fmla="*/ 40 h 204"/>
                <a:gd name="T32" fmla="*/ 63 w 162"/>
                <a:gd name="T33" fmla="*/ 48 h 204"/>
                <a:gd name="T34" fmla="*/ 63 w 162"/>
                <a:gd name="T35" fmla="*/ 49 h 204"/>
                <a:gd name="T36" fmla="*/ 56 w 162"/>
                <a:gd name="T37" fmla="*/ 49 h 204"/>
                <a:gd name="T38" fmla="*/ 55 w 162"/>
                <a:gd name="T39" fmla="*/ 49 h 204"/>
                <a:gd name="T40" fmla="*/ 1 w 162"/>
                <a:gd name="T41" fmla="*/ 49 h 204"/>
                <a:gd name="T42" fmla="*/ 1 w 162"/>
                <a:gd name="T43" fmla="*/ 102 h 204"/>
                <a:gd name="T44" fmla="*/ 0 w 162"/>
                <a:gd name="T45" fmla="*/ 151 h 204"/>
                <a:gd name="T46" fmla="*/ 0 w 162"/>
                <a:gd name="T47" fmla="*/ 151 h 204"/>
                <a:gd name="T48" fmla="*/ 1 w 162"/>
                <a:gd name="T49" fmla="*/ 165 h 204"/>
                <a:gd name="T50" fmla="*/ 1 w 162"/>
                <a:gd name="T51"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2" h="204">
                  <a:moveTo>
                    <a:pt x="1" y="204"/>
                  </a:moveTo>
                  <a:cubicBezTo>
                    <a:pt x="54" y="204"/>
                    <a:pt x="54" y="204"/>
                    <a:pt x="54" y="204"/>
                  </a:cubicBezTo>
                  <a:cubicBezTo>
                    <a:pt x="52" y="199"/>
                    <a:pt x="49" y="190"/>
                    <a:pt x="49" y="184"/>
                  </a:cubicBezTo>
                  <a:cubicBezTo>
                    <a:pt x="49" y="168"/>
                    <a:pt x="63" y="155"/>
                    <a:pt x="81" y="155"/>
                  </a:cubicBezTo>
                  <a:cubicBezTo>
                    <a:pt x="98" y="155"/>
                    <a:pt x="112" y="168"/>
                    <a:pt x="112" y="184"/>
                  </a:cubicBezTo>
                  <a:cubicBezTo>
                    <a:pt x="112" y="190"/>
                    <a:pt x="109" y="199"/>
                    <a:pt x="107" y="204"/>
                  </a:cubicBezTo>
                  <a:cubicBezTo>
                    <a:pt x="162" y="204"/>
                    <a:pt x="162" y="204"/>
                    <a:pt x="162" y="204"/>
                  </a:cubicBezTo>
                  <a:cubicBezTo>
                    <a:pt x="162" y="49"/>
                    <a:pt x="162" y="49"/>
                    <a:pt x="162" y="49"/>
                  </a:cubicBezTo>
                  <a:cubicBezTo>
                    <a:pt x="104" y="49"/>
                    <a:pt x="104" y="49"/>
                    <a:pt x="104" y="49"/>
                  </a:cubicBezTo>
                  <a:cubicBezTo>
                    <a:pt x="97" y="48"/>
                    <a:pt x="92" y="45"/>
                    <a:pt x="89" y="40"/>
                  </a:cubicBezTo>
                  <a:cubicBezTo>
                    <a:pt x="86" y="35"/>
                    <a:pt x="86" y="29"/>
                    <a:pt x="89" y="23"/>
                  </a:cubicBezTo>
                  <a:cubicBezTo>
                    <a:pt x="91" y="19"/>
                    <a:pt x="94" y="12"/>
                    <a:pt x="94" y="10"/>
                  </a:cubicBezTo>
                  <a:cubicBezTo>
                    <a:pt x="94" y="5"/>
                    <a:pt x="88" y="0"/>
                    <a:pt x="81" y="0"/>
                  </a:cubicBezTo>
                  <a:cubicBezTo>
                    <a:pt x="73" y="0"/>
                    <a:pt x="68" y="5"/>
                    <a:pt x="68" y="10"/>
                  </a:cubicBezTo>
                  <a:cubicBezTo>
                    <a:pt x="68" y="12"/>
                    <a:pt x="70" y="19"/>
                    <a:pt x="72" y="23"/>
                  </a:cubicBezTo>
                  <a:cubicBezTo>
                    <a:pt x="75" y="29"/>
                    <a:pt x="75" y="35"/>
                    <a:pt x="72" y="40"/>
                  </a:cubicBezTo>
                  <a:cubicBezTo>
                    <a:pt x="70" y="44"/>
                    <a:pt x="67" y="46"/>
                    <a:pt x="63" y="48"/>
                  </a:cubicBezTo>
                  <a:cubicBezTo>
                    <a:pt x="63" y="49"/>
                    <a:pt x="63" y="49"/>
                    <a:pt x="63" y="49"/>
                  </a:cubicBezTo>
                  <a:cubicBezTo>
                    <a:pt x="56" y="49"/>
                    <a:pt x="56" y="49"/>
                    <a:pt x="56" y="49"/>
                  </a:cubicBezTo>
                  <a:cubicBezTo>
                    <a:pt x="56" y="49"/>
                    <a:pt x="56" y="49"/>
                    <a:pt x="55" y="49"/>
                  </a:cubicBezTo>
                  <a:cubicBezTo>
                    <a:pt x="1" y="49"/>
                    <a:pt x="1" y="49"/>
                    <a:pt x="1" y="49"/>
                  </a:cubicBezTo>
                  <a:cubicBezTo>
                    <a:pt x="1" y="102"/>
                    <a:pt x="1" y="102"/>
                    <a:pt x="1" y="102"/>
                  </a:cubicBezTo>
                  <a:cubicBezTo>
                    <a:pt x="1" y="102"/>
                    <a:pt x="0" y="151"/>
                    <a:pt x="0" y="151"/>
                  </a:cubicBezTo>
                  <a:cubicBezTo>
                    <a:pt x="0" y="151"/>
                    <a:pt x="0" y="151"/>
                    <a:pt x="0" y="151"/>
                  </a:cubicBezTo>
                  <a:cubicBezTo>
                    <a:pt x="0" y="152"/>
                    <a:pt x="1" y="154"/>
                    <a:pt x="1" y="165"/>
                  </a:cubicBezTo>
                  <a:lnTo>
                    <a:pt x="1" y="204"/>
                  </a:ln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40"/>
            <p:cNvSpPr>
              <a:spLocks/>
            </p:cNvSpPr>
            <p:nvPr/>
          </p:nvSpPr>
          <p:spPr bwMode="auto">
            <a:xfrm>
              <a:off x="7056959" y="2042409"/>
              <a:ext cx="604837" cy="768350"/>
            </a:xfrm>
            <a:custGeom>
              <a:avLst/>
              <a:gdLst>
                <a:gd name="T0" fmla="*/ 111 w 161"/>
                <a:gd name="T1" fmla="*/ 185 h 204"/>
                <a:gd name="T2" fmla="*/ 106 w 161"/>
                <a:gd name="T3" fmla="*/ 204 h 204"/>
                <a:gd name="T4" fmla="*/ 161 w 161"/>
                <a:gd name="T5" fmla="*/ 204 h 204"/>
                <a:gd name="T6" fmla="*/ 161 w 161"/>
                <a:gd name="T7" fmla="*/ 178 h 204"/>
                <a:gd name="T8" fmla="*/ 161 w 161"/>
                <a:gd name="T9" fmla="*/ 103 h 204"/>
                <a:gd name="T10" fmla="*/ 161 w 161"/>
                <a:gd name="T11" fmla="*/ 102 h 204"/>
                <a:gd name="T12" fmla="*/ 161 w 161"/>
                <a:gd name="T13" fmla="*/ 49 h 204"/>
                <a:gd name="T14" fmla="*/ 103 w 161"/>
                <a:gd name="T15" fmla="*/ 49 h 204"/>
                <a:gd name="T16" fmla="*/ 88 w 161"/>
                <a:gd name="T17" fmla="*/ 41 h 204"/>
                <a:gd name="T18" fmla="*/ 88 w 161"/>
                <a:gd name="T19" fmla="*/ 24 h 204"/>
                <a:gd name="T20" fmla="*/ 93 w 161"/>
                <a:gd name="T21" fmla="*/ 11 h 204"/>
                <a:gd name="T22" fmla="*/ 80 w 161"/>
                <a:gd name="T23" fmla="*/ 0 h 204"/>
                <a:gd name="T24" fmla="*/ 67 w 161"/>
                <a:gd name="T25" fmla="*/ 11 h 204"/>
                <a:gd name="T26" fmla="*/ 71 w 161"/>
                <a:gd name="T27" fmla="*/ 24 h 204"/>
                <a:gd name="T28" fmla="*/ 71 w 161"/>
                <a:gd name="T29" fmla="*/ 41 h 204"/>
                <a:gd name="T30" fmla="*/ 62 w 161"/>
                <a:gd name="T31" fmla="*/ 48 h 204"/>
                <a:gd name="T32" fmla="*/ 62 w 161"/>
                <a:gd name="T33" fmla="*/ 50 h 204"/>
                <a:gd name="T34" fmla="*/ 55 w 161"/>
                <a:gd name="T35" fmla="*/ 49 h 204"/>
                <a:gd name="T36" fmla="*/ 54 w 161"/>
                <a:gd name="T37" fmla="*/ 49 h 204"/>
                <a:gd name="T38" fmla="*/ 0 w 161"/>
                <a:gd name="T39" fmla="*/ 49 h 204"/>
                <a:gd name="T40" fmla="*/ 0 w 161"/>
                <a:gd name="T41" fmla="*/ 204 h 204"/>
                <a:gd name="T42" fmla="*/ 53 w 161"/>
                <a:gd name="T43" fmla="*/ 204 h 204"/>
                <a:gd name="T44" fmla="*/ 48 w 161"/>
                <a:gd name="T45" fmla="*/ 185 h 204"/>
                <a:gd name="T46" fmla="*/ 80 w 161"/>
                <a:gd name="T47" fmla="*/ 155 h 204"/>
                <a:gd name="T48" fmla="*/ 111 w 161"/>
                <a:gd name="T49" fmla="*/ 185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1" h="204">
                  <a:moveTo>
                    <a:pt x="111" y="185"/>
                  </a:moveTo>
                  <a:cubicBezTo>
                    <a:pt x="111" y="191"/>
                    <a:pt x="108" y="199"/>
                    <a:pt x="106" y="204"/>
                  </a:cubicBezTo>
                  <a:cubicBezTo>
                    <a:pt x="161" y="204"/>
                    <a:pt x="161" y="204"/>
                    <a:pt x="161" y="204"/>
                  </a:cubicBezTo>
                  <a:cubicBezTo>
                    <a:pt x="161" y="178"/>
                    <a:pt x="161" y="178"/>
                    <a:pt x="161" y="178"/>
                  </a:cubicBezTo>
                  <a:cubicBezTo>
                    <a:pt x="161" y="171"/>
                    <a:pt x="161" y="108"/>
                    <a:pt x="161" y="103"/>
                  </a:cubicBezTo>
                  <a:cubicBezTo>
                    <a:pt x="161" y="102"/>
                    <a:pt x="161" y="102"/>
                    <a:pt x="161" y="102"/>
                  </a:cubicBezTo>
                  <a:cubicBezTo>
                    <a:pt x="161" y="49"/>
                    <a:pt x="161" y="49"/>
                    <a:pt x="161" y="49"/>
                  </a:cubicBezTo>
                  <a:cubicBezTo>
                    <a:pt x="103" y="49"/>
                    <a:pt x="103" y="49"/>
                    <a:pt x="103" y="49"/>
                  </a:cubicBezTo>
                  <a:cubicBezTo>
                    <a:pt x="96" y="49"/>
                    <a:pt x="91" y="46"/>
                    <a:pt x="88" y="41"/>
                  </a:cubicBezTo>
                  <a:cubicBezTo>
                    <a:pt x="85" y="36"/>
                    <a:pt x="85" y="30"/>
                    <a:pt x="88" y="24"/>
                  </a:cubicBezTo>
                  <a:cubicBezTo>
                    <a:pt x="90" y="19"/>
                    <a:pt x="93" y="13"/>
                    <a:pt x="93" y="11"/>
                  </a:cubicBezTo>
                  <a:cubicBezTo>
                    <a:pt x="93" y="5"/>
                    <a:pt x="87" y="0"/>
                    <a:pt x="80" y="0"/>
                  </a:cubicBezTo>
                  <a:cubicBezTo>
                    <a:pt x="72" y="0"/>
                    <a:pt x="67" y="5"/>
                    <a:pt x="67" y="11"/>
                  </a:cubicBezTo>
                  <a:cubicBezTo>
                    <a:pt x="67" y="13"/>
                    <a:pt x="69" y="19"/>
                    <a:pt x="71" y="24"/>
                  </a:cubicBezTo>
                  <a:cubicBezTo>
                    <a:pt x="74" y="30"/>
                    <a:pt x="74" y="36"/>
                    <a:pt x="71" y="41"/>
                  </a:cubicBezTo>
                  <a:cubicBezTo>
                    <a:pt x="69" y="44"/>
                    <a:pt x="66" y="47"/>
                    <a:pt x="62" y="48"/>
                  </a:cubicBezTo>
                  <a:cubicBezTo>
                    <a:pt x="62" y="50"/>
                    <a:pt x="62" y="50"/>
                    <a:pt x="62" y="50"/>
                  </a:cubicBezTo>
                  <a:cubicBezTo>
                    <a:pt x="55" y="49"/>
                    <a:pt x="55" y="49"/>
                    <a:pt x="55" y="49"/>
                  </a:cubicBezTo>
                  <a:cubicBezTo>
                    <a:pt x="55" y="49"/>
                    <a:pt x="55" y="49"/>
                    <a:pt x="54" y="49"/>
                  </a:cubicBezTo>
                  <a:cubicBezTo>
                    <a:pt x="0" y="49"/>
                    <a:pt x="0" y="49"/>
                    <a:pt x="0" y="49"/>
                  </a:cubicBezTo>
                  <a:cubicBezTo>
                    <a:pt x="0" y="204"/>
                    <a:pt x="0" y="204"/>
                    <a:pt x="0" y="204"/>
                  </a:cubicBezTo>
                  <a:cubicBezTo>
                    <a:pt x="53" y="204"/>
                    <a:pt x="53" y="204"/>
                    <a:pt x="53" y="204"/>
                  </a:cubicBezTo>
                  <a:cubicBezTo>
                    <a:pt x="51" y="199"/>
                    <a:pt x="48" y="191"/>
                    <a:pt x="48" y="185"/>
                  </a:cubicBezTo>
                  <a:cubicBezTo>
                    <a:pt x="48" y="168"/>
                    <a:pt x="62" y="155"/>
                    <a:pt x="80" y="155"/>
                  </a:cubicBezTo>
                  <a:cubicBezTo>
                    <a:pt x="97" y="155"/>
                    <a:pt x="111" y="168"/>
                    <a:pt x="111" y="185"/>
                  </a:cubicBezTo>
                  <a:close/>
                </a:path>
              </a:pathLst>
            </a:custGeom>
            <a:solidFill>
              <a:srgbClr val="936C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41"/>
            <p:cNvSpPr>
              <a:spLocks/>
            </p:cNvSpPr>
            <p:nvPr/>
          </p:nvSpPr>
          <p:spPr bwMode="auto">
            <a:xfrm>
              <a:off x="5070997" y="897822"/>
              <a:ext cx="608012" cy="793750"/>
            </a:xfrm>
            <a:custGeom>
              <a:avLst/>
              <a:gdLst>
                <a:gd name="T0" fmla="*/ 72 w 162"/>
                <a:gd name="T1" fmla="*/ 170 h 211"/>
                <a:gd name="T2" fmla="*/ 72 w 162"/>
                <a:gd name="T3" fmla="*/ 187 h 211"/>
                <a:gd name="T4" fmla="*/ 67 w 162"/>
                <a:gd name="T5" fmla="*/ 200 h 211"/>
                <a:gd name="T6" fmla="*/ 81 w 162"/>
                <a:gd name="T7" fmla="*/ 211 h 211"/>
                <a:gd name="T8" fmla="*/ 95 w 162"/>
                <a:gd name="T9" fmla="*/ 200 h 211"/>
                <a:gd name="T10" fmla="*/ 90 w 162"/>
                <a:gd name="T11" fmla="*/ 187 h 211"/>
                <a:gd name="T12" fmla="*/ 90 w 162"/>
                <a:gd name="T13" fmla="*/ 170 h 211"/>
                <a:gd name="T14" fmla="*/ 104 w 162"/>
                <a:gd name="T15" fmla="*/ 162 h 211"/>
                <a:gd name="T16" fmla="*/ 104 w 162"/>
                <a:gd name="T17" fmla="*/ 162 h 211"/>
                <a:gd name="T18" fmla="*/ 106 w 162"/>
                <a:gd name="T19" fmla="*/ 162 h 211"/>
                <a:gd name="T20" fmla="*/ 108 w 162"/>
                <a:gd name="T21" fmla="*/ 162 h 211"/>
                <a:gd name="T22" fmla="*/ 162 w 162"/>
                <a:gd name="T23" fmla="*/ 162 h 211"/>
                <a:gd name="T24" fmla="*/ 162 w 162"/>
                <a:gd name="T25" fmla="*/ 106 h 211"/>
                <a:gd name="T26" fmla="*/ 142 w 162"/>
                <a:gd name="T27" fmla="*/ 111 h 211"/>
                <a:gd name="T28" fmla="*/ 111 w 162"/>
                <a:gd name="T29" fmla="*/ 80 h 211"/>
                <a:gd name="T30" fmla="*/ 142 w 162"/>
                <a:gd name="T31" fmla="*/ 48 h 211"/>
                <a:gd name="T32" fmla="*/ 162 w 162"/>
                <a:gd name="T33" fmla="*/ 54 h 211"/>
                <a:gd name="T34" fmla="*/ 162 w 162"/>
                <a:gd name="T35" fmla="*/ 0 h 211"/>
                <a:gd name="T36" fmla="*/ 109 w 162"/>
                <a:gd name="T37" fmla="*/ 0 h 211"/>
                <a:gd name="T38" fmla="*/ 75 w 162"/>
                <a:gd name="T39" fmla="*/ 0 h 211"/>
                <a:gd name="T40" fmla="*/ 60 w 162"/>
                <a:gd name="T41" fmla="*/ 0 h 211"/>
                <a:gd name="T42" fmla="*/ 59 w 162"/>
                <a:gd name="T43" fmla="*/ 0 h 211"/>
                <a:gd name="T44" fmla="*/ 0 w 162"/>
                <a:gd name="T45" fmla="*/ 0 h 211"/>
                <a:gd name="T46" fmla="*/ 0 w 162"/>
                <a:gd name="T47" fmla="*/ 60 h 211"/>
                <a:gd name="T48" fmla="*/ 0 w 162"/>
                <a:gd name="T49" fmla="*/ 60 h 211"/>
                <a:gd name="T50" fmla="*/ 0 w 162"/>
                <a:gd name="T51" fmla="*/ 131 h 211"/>
                <a:gd name="T52" fmla="*/ 0 w 162"/>
                <a:gd name="T53" fmla="*/ 136 h 211"/>
                <a:gd name="T54" fmla="*/ 0 w 162"/>
                <a:gd name="T55" fmla="*/ 136 h 211"/>
                <a:gd name="T56" fmla="*/ 0 w 162"/>
                <a:gd name="T57" fmla="*/ 158 h 211"/>
                <a:gd name="T58" fmla="*/ 0 w 162"/>
                <a:gd name="T59" fmla="*/ 162 h 211"/>
                <a:gd name="T60" fmla="*/ 56 w 162"/>
                <a:gd name="T61" fmla="*/ 162 h 211"/>
                <a:gd name="T62" fmla="*/ 56 w 162"/>
                <a:gd name="T63" fmla="*/ 162 h 211"/>
                <a:gd name="T64" fmla="*/ 62 w 162"/>
                <a:gd name="T65" fmla="*/ 162 h 211"/>
                <a:gd name="T66" fmla="*/ 62 w 162"/>
                <a:gd name="T67" fmla="*/ 163 h 211"/>
                <a:gd name="T68" fmla="*/ 72 w 162"/>
                <a:gd name="T69" fmla="*/ 17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2" h="211">
                  <a:moveTo>
                    <a:pt x="72" y="170"/>
                  </a:moveTo>
                  <a:cubicBezTo>
                    <a:pt x="75" y="175"/>
                    <a:pt x="75" y="181"/>
                    <a:pt x="72" y="187"/>
                  </a:cubicBezTo>
                  <a:cubicBezTo>
                    <a:pt x="70" y="192"/>
                    <a:pt x="67" y="198"/>
                    <a:pt x="67" y="200"/>
                  </a:cubicBezTo>
                  <a:cubicBezTo>
                    <a:pt x="67" y="206"/>
                    <a:pt x="74" y="211"/>
                    <a:pt x="81" y="211"/>
                  </a:cubicBezTo>
                  <a:cubicBezTo>
                    <a:pt x="88" y="211"/>
                    <a:pt x="95" y="206"/>
                    <a:pt x="95" y="200"/>
                  </a:cubicBezTo>
                  <a:cubicBezTo>
                    <a:pt x="95" y="198"/>
                    <a:pt x="92" y="192"/>
                    <a:pt x="90" y="187"/>
                  </a:cubicBezTo>
                  <a:cubicBezTo>
                    <a:pt x="87" y="181"/>
                    <a:pt x="87" y="175"/>
                    <a:pt x="90" y="170"/>
                  </a:cubicBezTo>
                  <a:cubicBezTo>
                    <a:pt x="93" y="166"/>
                    <a:pt x="97" y="163"/>
                    <a:pt x="104" y="162"/>
                  </a:cubicBezTo>
                  <a:cubicBezTo>
                    <a:pt x="104" y="162"/>
                    <a:pt x="104" y="162"/>
                    <a:pt x="104" y="162"/>
                  </a:cubicBezTo>
                  <a:cubicBezTo>
                    <a:pt x="106" y="162"/>
                    <a:pt x="106" y="162"/>
                    <a:pt x="106" y="162"/>
                  </a:cubicBezTo>
                  <a:cubicBezTo>
                    <a:pt x="108" y="162"/>
                    <a:pt x="108" y="162"/>
                    <a:pt x="108" y="162"/>
                  </a:cubicBezTo>
                  <a:cubicBezTo>
                    <a:pt x="162" y="162"/>
                    <a:pt x="162" y="162"/>
                    <a:pt x="162" y="162"/>
                  </a:cubicBezTo>
                  <a:cubicBezTo>
                    <a:pt x="162" y="106"/>
                    <a:pt x="162" y="106"/>
                    <a:pt x="162" y="106"/>
                  </a:cubicBezTo>
                  <a:cubicBezTo>
                    <a:pt x="157" y="108"/>
                    <a:pt x="148" y="111"/>
                    <a:pt x="142" y="111"/>
                  </a:cubicBezTo>
                  <a:cubicBezTo>
                    <a:pt x="125" y="111"/>
                    <a:pt x="111" y="97"/>
                    <a:pt x="111" y="80"/>
                  </a:cubicBezTo>
                  <a:cubicBezTo>
                    <a:pt x="111" y="62"/>
                    <a:pt x="125" y="48"/>
                    <a:pt x="142" y="48"/>
                  </a:cubicBezTo>
                  <a:cubicBezTo>
                    <a:pt x="148" y="48"/>
                    <a:pt x="157" y="52"/>
                    <a:pt x="162" y="54"/>
                  </a:cubicBezTo>
                  <a:cubicBezTo>
                    <a:pt x="162" y="0"/>
                    <a:pt x="162" y="0"/>
                    <a:pt x="162" y="0"/>
                  </a:cubicBezTo>
                  <a:cubicBezTo>
                    <a:pt x="109" y="0"/>
                    <a:pt x="109" y="0"/>
                    <a:pt x="109" y="0"/>
                  </a:cubicBezTo>
                  <a:cubicBezTo>
                    <a:pt x="109" y="0"/>
                    <a:pt x="90" y="0"/>
                    <a:pt x="75" y="0"/>
                  </a:cubicBezTo>
                  <a:cubicBezTo>
                    <a:pt x="65" y="0"/>
                    <a:pt x="62" y="0"/>
                    <a:pt x="60" y="0"/>
                  </a:cubicBezTo>
                  <a:cubicBezTo>
                    <a:pt x="59" y="0"/>
                    <a:pt x="59" y="0"/>
                    <a:pt x="59" y="0"/>
                  </a:cubicBezTo>
                  <a:cubicBezTo>
                    <a:pt x="0" y="0"/>
                    <a:pt x="0" y="0"/>
                    <a:pt x="0" y="0"/>
                  </a:cubicBezTo>
                  <a:cubicBezTo>
                    <a:pt x="0" y="60"/>
                    <a:pt x="0" y="60"/>
                    <a:pt x="0" y="60"/>
                  </a:cubicBezTo>
                  <a:cubicBezTo>
                    <a:pt x="0" y="60"/>
                    <a:pt x="0" y="60"/>
                    <a:pt x="0" y="60"/>
                  </a:cubicBezTo>
                  <a:cubicBezTo>
                    <a:pt x="0" y="131"/>
                    <a:pt x="0" y="131"/>
                    <a:pt x="0" y="131"/>
                  </a:cubicBezTo>
                  <a:cubicBezTo>
                    <a:pt x="0" y="133"/>
                    <a:pt x="0" y="134"/>
                    <a:pt x="0" y="136"/>
                  </a:cubicBezTo>
                  <a:cubicBezTo>
                    <a:pt x="0" y="136"/>
                    <a:pt x="0" y="136"/>
                    <a:pt x="0" y="136"/>
                  </a:cubicBezTo>
                  <a:cubicBezTo>
                    <a:pt x="0" y="158"/>
                    <a:pt x="0" y="158"/>
                    <a:pt x="0" y="158"/>
                  </a:cubicBezTo>
                  <a:cubicBezTo>
                    <a:pt x="0" y="158"/>
                    <a:pt x="0" y="160"/>
                    <a:pt x="0" y="162"/>
                  </a:cubicBezTo>
                  <a:cubicBezTo>
                    <a:pt x="56" y="162"/>
                    <a:pt x="56" y="162"/>
                    <a:pt x="56" y="162"/>
                  </a:cubicBezTo>
                  <a:cubicBezTo>
                    <a:pt x="56" y="162"/>
                    <a:pt x="56" y="162"/>
                    <a:pt x="56" y="162"/>
                  </a:cubicBezTo>
                  <a:cubicBezTo>
                    <a:pt x="62" y="162"/>
                    <a:pt x="62" y="162"/>
                    <a:pt x="62" y="162"/>
                  </a:cubicBezTo>
                  <a:cubicBezTo>
                    <a:pt x="62" y="163"/>
                    <a:pt x="62" y="163"/>
                    <a:pt x="62" y="163"/>
                  </a:cubicBezTo>
                  <a:cubicBezTo>
                    <a:pt x="67" y="164"/>
                    <a:pt x="70" y="167"/>
                    <a:pt x="72" y="170"/>
                  </a:cubicBezTo>
                  <a:close/>
                </a:path>
              </a:pathLst>
            </a:custGeom>
            <a:solidFill>
              <a:srgbClr val="AA7B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9" name="文本框 28"/>
          <p:cNvSpPr txBox="1"/>
          <p:nvPr/>
        </p:nvSpPr>
        <p:spPr>
          <a:xfrm>
            <a:off x="2985398" y="5596232"/>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30" name="文本框 29"/>
          <p:cNvSpPr txBox="1"/>
          <p:nvPr/>
        </p:nvSpPr>
        <p:spPr>
          <a:xfrm>
            <a:off x="6350085" y="5589973"/>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48" name="文本框 47"/>
          <p:cNvSpPr txBox="1"/>
          <p:nvPr/>
        </p:nvSpPr>
        <p:spPr>
          <a:xfrm>
            <a:off x="2985398" y="1199418"/>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49" name="文本框 48"/>
          <p:cNvSpPr txBox="1"/>
          <p:nvPr/>
        </p:nvSpPr>
        <p:spPr>
          <a:xfrm>
            <a:off x="6350085" y="1193159"/>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40" name="文本框 39"/>
          <p:cNvSpPr txBox="1"/>
          <p:nvPr/>
        </p:nvSpPr>
        <p:spPr>
          <a:xfrm>
            <a:off x="8268772" y="2122222"/>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42" name="文本框 41"/>
          <p:cNvSpPr txBox="1"/>
          <p:nvPr/>
        </p:nvSpPr>
        <p:spPr>
          <a:xfrm>
            <a:off x="8268772" y="2983752"/>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43" name="文本框 42"/>
          <p:cNvSpPr txBox="1"/>
          <p:nvPr/>
        </p:nvSpPr>
        <p:spPr>
          <a:xfrm>
            <a:off x="8268772" y="3845282"/>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46" name="文本框 45"/>
          <p:cNvSpPr txBox="1"/>
          <p:nvPr/>
        </p:nvSpPr>
        <p:spPr>
          <a:xfrm>
            <a:off x="8268772" y="4706813"/>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50" name="文本框 49"/>
          <p:cNvSpPr txBox="1"/>
          <p:nvPr/>
        </p:nvSpPr>
        <p:spPr>
          <a:xfrm>
            <a:off x="1066711" y="2122222"/>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51" name="文本框 50"/>
          <p:cNvSpPr txBox="1"/>
          <p:nvPr/>
        </p:nvSpPr>
        <p:spPr>
          <a:xfrm>
            <a:off x="1066711" y="2983752"/>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52" name="文本框 51"/>
          <p:cNvSpPr txBox="1"/>
          <p:nvPr/>
        </p:nvSpPr>
        <p:spPr>
          <a:xfrm>
            <a:off x="1066711" y="3845282"/>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53" name="文本框 52"/>
          <p:cNvSpPr txBox="1"/>
          <p:nvPr/>
        </p:nvSpPr>
        <p:spPr>
          <a:xfrm>
            <a:off x="1066711" y="4706813"/>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54" name="文本框 53"/>
          <p:cNvSpPr txBox="1"/>
          <p:nvPr/>
        </p:nvSpPr>
        <p:spPr>
          <a:xfrm>
            <a:off x="5173658" y="3407477"/>
            <a:ext cx="1836000" cy="830997"/>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ctr">
              <a:lnSpc>
                <a:spcPct val="120000"/>
              </a:lnSpc>
            </a:pPr>
            <a:r>
              <a:rPr lang="zh-CN" altLang="en-US" sz="1600" dirty="0">
                <a:solidFill>
                  <a:schemeClr val="tx1">
                    <a:lumMod val="65000"/>
                    <a:lumOff val="35000"/>
                  </a:schemeClr>
                </a:solidFill>
              </a:rPr>
              <a:t>添加内容</a:t>
            </a:r>
          </a:p>
        </p:txBody>
      </p:sp>
      <p:sp>
        <p:nvSpPr>
          <p:cNvPr id="55" name="矩形 39"/>
          <p:cNvSpPr/>
          <p:nvPr/>
        </p:nvSpPr>
        <p:spPr>
          <a:xfrm>
            <a:off x="0" y="203088"/>
            <a:ext cx="2852063" cy="523220"/>
          </a:xfrm>
          <a:prstGeom prst="rect">
            <a:avLst/>
          </a:prstGeom>
          <a:noFill/>
        </p:spPr>
        <p:txBody>
          <a:bodyPr wrap="none" rtlCol="0">
            <a:spAutoFit/>
          </a:bodyPr>
          <a:lstStyle/>
          <a:p>
            <a:r>
              <a:rPr lang="zh-CN" altLang="en-US" sz="2800" b="1" dirty="0">
                <a:solidFill>
                  <a:schemeClr val="tx1">
                    <a:lumMod val="65000"/>
                    <a:lumOff val="35000"/>
                  </a:schemeClr>
                </a:solidFill>
              </a:rPr>
              <a:t>十二项循环</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并列</a:t>
            </a:r>
            <a:endParaRPr lang="zh-CN" altLang="zh-CN" sz="2800" b="1" dirty="0">
              <a:solidFill>
                <a:schemeClr val="tx1">
                  <a:lumMod val="65000"/>
                  <a:lumOff val="35000"/>
                </a:schemeClr>
              </a:solidFill>
            </a:endParaRPr>
          </a:p>
        </p:txBody>
      </p:sp>
      <p:grpSp>
        <p:nvGrpSpPr>
          <p:cNvPr id="57" name="组合 56"/>
          <p:cNvGrpSpPr/>
          <p:nvPr/>
        </p:nvGrpSpPr>
        <p:grpSpPr>
          <a:xfrm>
            <a:off x="8013563" y="2282511"/>
            <a:ext cx="255209" cy="255209"/>
            <a:chOff x="3545682" y="2698750"/>
            <a:chExt cx="358775" cy="358775"/>
          </a:xfrm>
        </p:grpSpPr>
        <p:sp>
          <p:nvSpPr>
            <p:cNvPr id="58" name="Oval 29"/>
            <p:cNvSpPr>
              <a:spLocks noChangeArrowheads="1"/>
            </p:cNvSpPr>
            <p:nvPr/>
          </p:nvSpPr>
          <p:spPr bwMode="auto">
            <a:xfrm>
              <a:off x="3545682" y="2698750"/>
              <a:ext cx="358775" cy="358775"/>
            </a:xfrm>
            <a:prstGeom prst="ellipse">
              <a:avLst/>
            </a:prstGeom>
            <a:solidFill>
              <a:srgbClr val="546E7A"/>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59" name="Freeform 30"/>
            <p:cNvSpPr>
              <a:spLocks/>
            </p:cNvSpPr>
            <p:nvPr/>
          </p:nvSpPr>
          <p:spPr bwMode="auto">
            <a:xfrm>
              <a:off x="3666332" y="2770188"/>
              <a:ext cx="136525" cy="215900"/>
            </a:xfrm>
            <a:custGeom>
              <a:avLst/>
              <a:gdLst>
                <a:gd name="T0" fmla="*/ 9 w 50"/>
                <a:gd name="T1" fmla="*/ 0 h 79"/>
                <a:gd name="T2" fmla="*/ 1 w 50"/>
                <a:gd name="T3" fmla="*/ 8 h 79"/>
                <a:gd name="T4" fmla="*/ 1 w 50"/>
                <a:gd name="T5" fmla="*/ 11 h 79"/>
                <a:gd name="T6" fmla="*/ 29 w 50"/>
                <a:gd name="T7" fmla="*/ 39 h 79"/>
                <a:gd name="T8" fmla="*/ 1 w 50"/>
                <a:gd name="T9" fmla="*/ 68 h 79"/>
                <a:gd name="T10" fmla="*/ 1 w 50"/>
                <a:gd name="T11" fmla="*/ 70 h 79"/>
                <a:gd name="T12" fmla="*/ 9 w 50"/>
                <a:gd name="T13" fmla="*/ 79 h 79"/>
                <a:gd name="T14" fmla="*/ 12 w 50"/>
                <a:gd name="T15" fmla="*/ 79 h 79"/>
                <a:gd name="T16" fmla="*/ 41 w 50"/>
                <a:gd name="T17" fmla="*/ 49 h 79"/>
                <a:gd name="T18" fmla="*/ 49 w 50"/>
                <a:gd name="T19" fmla="*/ 41 h 79"/>
                <a:gd name="T20" fmla="*/ 49 w 50"/>
                <a:gd name="T21" fmla="*/ 38 h 79"/>
                <a:gd name="T22" fmla="*/ 41 w 50"/>
                <a:gd name="T23" fmla="*/ 30 h 79"/>
                <a:gd name="T24" fmla="*/ 12 w 50"/>
                <a:gd name="T25" fmla="*/ 0 h 79"/>
                <a:gd name="T26" fmla="*/ 9 w 50"/>
                <a:gd name="T27"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79">
                  <a:moveTo>
                    <a:pt x="9" y="0"/>
                  </a:moveTo>
                  <a:cubicBezTo>
                    <a:pt x="1" y="8"/>
                    <a:pt x="1" y="8"/>
                    <a:pt x="1" y="8"/>
                  </a:cubicBezTo>
                  <a:cubicBezTo>
                    <a:pt x="0" y="9"/>
                    <a:pt x="0" y="11"/>
                    <a:pt x="1" y="11"/>
                  </a:cubicBezTo>
                  <a:cubicBezTo>
                    <a:pt x="29" y="39"/>
                    <a:pt x="29" y="39"/>
                    <a:pt x="29" y="39"/>
                  </a:cubicBezTo>
                  <a:cubicBezTo>
                    <a:pt x="1" y="68"/>
                    <a:pt x="1" y="68"/>
                    <a:pt x="1" y="68"/>
                  </a:cubicBezTo>
                  <a:cubicBezTo>
                    <a:pt x="0" y="68"/>
                    <a:pt x="0" y="70"/>
                    <a:pt x="1" y="70"/>
                  </a:cubicBezTo>
                  <a:cubicBezTo>
                    <a:pt x="9" y="79"/>
                    <a:pt x="9" y="79"/>
                    <a:pt x="9" y="79"/>
                  </a:cubicBezTo>
                  <a:cubicBezTo>
                    <a:pt x="10" y="79"/>
                    <a:pt x="11" y="79"/>
                    <a:pt x="12" y="79"/>
                  </a:cubicBezTo>
                  <a:cubicBezTo>
                    <a:pt x="41" y="49"/>
                    <a:pt x="41" y="49"/>
                    <a:pt x="41" y="49"/>
                  </a:cubicBezTo>
                  <a:cubicBezTo>
                    <a:pt x="49" y="41"/>
                    <a:pt x="49" y="41"/>
                    <a:pt x="49" y="41"/>
                  </a:cubicBezTo>
                  <a:cubicBezTo>
                    <a:pt x="50" y="40"/>
                    <a:pt x="50" y="39"/>
                    <a:pt x="49" y="38"/>
                  </a:cubicBezTo>
                  <a:cubicBezTo>
                    <a:pt x="41" y="30"/>
                    <a:pt x="41" y="30"/>
                    <a:pt x="41" y="30"/>
                  </a:cubicBezTo>
                  <a:cubicBezTo>
                    <a:pt x="12" y="0"/>
                    <a:pt x="12" y="0"/>
                    <a:pt x="12" y="0"/>
                  </a:cubicBezTo>
                  <a:cubicBezTo>
                    <a:pt x="11" y="0"/>
                    <a:pt x="10" y="0"/>
                    <a:pt x="9" y="0"/>
                  </a:cubicBezTo>
                  <a:close/>
                </a:path>
              </a:pathLst>
            </a:custGeom>
            <a:solidFill>
              <a:schemeClr val="bg1"/>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63" name="组合 62"/>
          <p:cNvGrpSpPr/>
          <p:nvPr/>
        </p:nvGrpSpPr>
        <p:grpSpPr>
          <a:xfrm>
            <a:off x="8013563" y="3147177"/>
            <a:ext cx="255209" cy="255209"/>
            <a:chOff x="3545682" y="2698750"/>
            <a:chExt cx="358775" cy="358775"/>
          </a:xfrm>
        </p:grpSpPr>
        <p:sp>
          <p:nvSpPr>
            <p:cNvPr id="64" name="Oval 29"/>
            <p:cNvSpPr>
              <a:spLocks noChangeArrowheads="1"/>
            </p:cNvSpPr>
            <p:nvPr/>
          </p:nvSpPr>
          <p:spPr bwMode="auto">
            <a:xfrm>
              <a:off x="3545682" y="2698750"/>
              <a:ext cx="358775" cy="358775"/>
            </a:xfrm>
            <a:prstGeom prst="ellipse">
              <a:avLst/>
            </a:prstGeom>
            <a:solidFill>
              <a:srgbClr val="5EC6D3"/>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65" name="Freeform 30"/>
            <p:cNvSpPr>
              <a:spLocks/>
            </p:cNvSpPr>
            <p:nvPr/>
          </p:nvSpPr>
          <p:spPr bwMode="auto">
            <a:xfrm>
              <a:off x="3666332" y="2770188"/>
              <a:ext cx="136525" cy="215900"/>
            </a:xfrm>
            <a:custGeom>
              <a:avLst/>
              <a:gdLst>
                <a:gd name="T0" fmla="*/ 9 w 50"/>
                <a:gd name="T1" fmla="*/ 0 h 79"/>
                <a:gd name="T2" fmla="*/ 1 w 50"/>
                <a:gd name="T3" fmla="*/ 8 h 79"/>
                <a:gd name="T4" fmla="*/ 1 w 50"/>
                <a:gd name="T5" fmla="*/ 11 h 79"/>
                <a:gd name="T6" fmla="*/ 29 w 50"/>
                <a:gd name="T7" fmla="*/ 39 h 79"/>
                <a:gd name="T8" fmla="*/ 1 w 50"/>
                <a:gd name="T9" fmla="*/ 68 h 79"/>
                <a:gd name="T10" fmla="*/ 1 w 50"/>
                <a:gd name="T11" fmla="*/ 70 h 79"/>
                <a:gd name="T12" fmla="*/ 9 w 50"/>
                <a:gd name="T13" fmla="*/ 79 h 79"/>
                <a:gd name="T14" fmla="*/ 12 w 50"/>
                <a:gd name="T15" fmla="*/ 79 h 79"/>
                <a:gd name="T16" fmla="*/ 41 w 50"/>
                <a:gd name="T17" fmla="*/ 49 h 79"/>
                <a:gd name="T18" fmla="*/ 49 w 50"/>
                <a:gd name="T19" fmla="*/ 41 h 79"/>
                <a:gd name="T20" fmla="*/ 49 w 50"/>
                <a:gd name="T21" fmla="*/ 38 h 79"/>
                <a:gd name="T22" fmla="*/ 41 w 50"/>
                <a:gd name="T23" fmla="*/ 30 h 79"/>
                <a:gd name="T24" fmla="*/ 12 w 50"/>
                <a:gd name="T25" fmla="*/ 0 h 79"/>
                <a:gd name="T26" fmla="*/ 9 w 50"/>
                <a:gd name="T27"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79">
                  <a:moveTo>
                    <a:pt x="9" y="0"/>
                  </a:moveTo>
                  <a:cubicBezTo>
                    <a:pt x="1" y="8"/>
                    <a:pt x="1" y="8"/>
                    <a:pt x="1" y="8"/>
                  </a:cubicBezTo>
                  <a:cubicBezTo>
                    <a:pt x="0" y="9"/>
                    <a:pt x="0" y="11"/>
                    <a:pt x="1" y="11"/>
                  </a:cubicBezTo>
                  <a:cubicBezTo>
                    <a:pt x="29" y="39"/>
                    <a:pt x="29" y="39"/>
                    <a:pt x="29" y="39"/>
                  </a:cubicBezTo>
                  <a:cubicBezTo>
                    <a:pt x="1" y="68"/>
                    <a:pt x="1" y="68"/>
                    <a:pt x="1" y="68"/>
                  </a:cubicBezTo>
                  <a:cubicBezTo>
                    <a:pt x="0" y="68"/>
                    <a:pt x="0" y="70"/>
                    <a:pt x="1" y="70"/>
                  </a:cubicBezTo>
                  <a:cubicBezTo>
                    <a:pt x="9" y="79"/>
                    <a:pt x="9" y="79"/>
                    <a:pt x="9" y="79"/>
                  </a:cubicBezTo>
                  <a:cubicBezTo>
                    <a:pt x="10" y="79"/>
                    <a:pt x="11" y="79"/>
                    <a:pt x="12" y="79"/>
                  </a:cubicBezTo>
                  <a:cubicBezTo>
                    <a:pt x="41" y="49"/>
                    <a:pt x="41" y="49"/>
                    <a:pt x="41" y="49"/>
                  </a:cubicBezTo>
                  <a:cubicBezTo>
                    <a:pt x="49" y="41"/>
                    <a:pt x="49" y="41"/>
                    <a:pt x="49" y="41"/>
                  </a:cubicBezTo>
                  <a:cubicBezTo>
                    <a:pt x="50" y="40"/>
                    <a:pt x="50" y="39"/>
                    <a:pt x="49" y="38"/>
                  </a:cubicBezTo>
                  <a:cubicBezTo>
                    <a:pt x="41" y="30"/>
                    <a:pt x="41" y="30"/>
                    <a:pt x="41" y="30"/>
                  </a:cubicBezTo>
                  <a:cubicBezTo>
                    <a:pt x="12" y="0"/>
                    <a:pt x="12" y="0"/>
                    <a:pt x="12" y="0"/>
                  </a:cubicBezTo>
                  <a:cubicBezTo>
                    <a:pt x="11" y="0"/>
                    <a:pt x="10" y="0"/>
                    <a:pt x="9" y="0"/>
                  </a:cubicBezTo>
                  <a:close/>
                </a:path>
              </a:pathLst>
            </a:custGeom>
            <a:solidFill>
              <a:schemeClr val="bg1"/>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66" name="组合 65"/>
          <p:cNvGrpSpPr/>
          <p:nvPr/>
        </p:nvGrpSpPr>
        <p:grpSpPr>
          <a:xfrm>
            <a:off x="8013563" y="4011843"/>
            <a:ext cx="255209" cy="255209"/>
            <a:chOff x="3545682" y="2698750"/>
            <a:chExt cx="358775" cy="358775"/>
          </a:xfrm>
        </p:grpSpPr>
        <p:sp>
          <p:nvSpPr>
            <p:cNvPr id="67" name="Oval 29"/>
            <p:cNvSpPr>
              <a:spLocks noChangeArrowheads="1"/>
            </p:cNvSpPr>
            <p:nvPr/>
          </p:nvSpPr>
          <p:spPr bwMode="auto">
            <a:xfrm>
              <a:off x="3545682" y="2698750"/>
              <a:ext cx="358775" cy="358775"/>
            </a:xfrm>
            <a:prstGeom prst="ellipse">
              <a:avLst/>
            </a:prstGeom>
            <a:solidFill>
              <a:srgbClr val="936CAF"/>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68" name="Freeform 30"/>
            <p:cNvSpPr>
              <a:spLocks/>
            </p:cNvSpPr>
            <p:nvPr/>
          </p:nvSpPr>
          <p:spPr bwMode="auto">
            <a:xfrm>
              <a:off x="3666332" y="2770188"/>
              <a:ext cx="136525" cy="215900"/>
            </a:xfrm>
            <a:custGeom>
              <a:avLst/>
              <a:gdLst>
                <a:gd name="T0" fmla="*/ 9 w 50"/>
                <a:gd name="T1" fmla="*/ 0 h 79"/>
                <a:gd name="T2" fmla="*/ 1 w 50"/>
                <a:gd name="T3" fmla="*/ 8 h 79"/>
                <a:gd name="T4" fmla="*/ 1 w 50"/>
                <a:gd name="T5" fmla="*/ 11 h 79"/>
                <a:gd name="T6" fmla="*/ 29 w 50"/>
                <a:gd name="T7" fmla="*/ 39 h 79"/>
                <a:gd name="T8" fmla="*/ 1 w 50"/>
                <a:gd name="T9" fmla="*/ 68 h 79"/>
                <a:gd name="T10" fmla="*/ 1 w 50"/>
                <a:gd name="T11" fmla="*/ 70 h 79"/>
                <a:gd name="T12" fmla="*/ 9 w 50"/>
                <a:gd name="T13" fmla="*/ 79 h 79"/>
                <a:gd name="T14" fmla="*/ 12 w 50"/>
                <a:gd name="T15" fmla="*/ 79 h 79"/>
                <a:gd name="T16" fmla="*/ 41 w 50"/>
                <a:gd name="T17" fmla="*/ 49 h 79"/>
                <a:gd name="T18" fmla="*/ 49 w 50"/>
                <a:gd name="T19" fmla="*/ 41 h 79"/>
                <a:gd name="T20" fmla="*/ 49 w 50"/>
                <a:gd name="T21" fmla="*/ 38 h 79"/>
                <a:gd name="T22" fmla="*/ 41 w 50"/>
                <a:gd name="T23" fmla="*/ 30 h 79"/>
                <a:gd name="T24" fmla="*/ 12 w 50"/>
                <a:gd name="T25" fmla="*/ 0 h 79"/>
                <a:gd name="T26" fmla="*/ 9 w 50"/>
                <a:gd name="T27"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79">
                  <a:moveTo>
                    <a:pt x="9" y="0"/>
                  </a:moveTo>
                  <a:cubicBezTo>
                    <a:pt x="1" y="8"/>
                    <a:pt x="1" y="8"/>
                    <a:pt x="1" y="8"/>
                  </a:cubicBezTo>
                  <a:cubicBezTo>
                    <a:pt x="0" y="9"/>
                    <a:pt x="0" y="11"/>
                    <a:pt x="1" y="11"/>
                  </a:cubicBezTo>
                  <a:cubicBezTo>
                    <a:pt x="29" y="39"/>
                    <a:pt x="29" y="39"/>
                    <a:pt x="29" y="39"/>
                  </a:cubicBezTo>
                  <a:cubicBezTo>
                    <a:pt x="1" y="68"/>
                    <a:pt x="1" y="68"/>
                    <a:pt x="1" y="68"/>
                  </a:cubicBezTo>
                  <a:cubicBezTo>
                    <a:pt x="0" y="68"/>
                    <a:pt x="0" y="70"/>
                    <a:pt x="1" y="70"/>
                  </a:cubicBezTo>
                  <a:cubicBezTo>
                    <a:pt x="9" y="79"/>
                    <a:pt x="9" y="79"/>
                    <a:pt x="9" y="79"/>
                  </a:cubicBezTo>
                  <a:cubicBezTo>
                    <a:pt x="10" y="79"/>
                    <a:pt x="11" y="79"/>
                    <a:pt x="12" y="79"/>
                  </a:cubicBezTo>
                  <a:cubicBezTo>
                    <a:pt x="41" y="49"/>
                    <a:pt x="41" y="49"/>
                    <a:pt x="41" y="49"/>
                  </a:cubicBezTo>
                  <a:cubicBezTo>
                    <a:pt x="49" y="41"/>
                    <a:pt x="49" y="41"/>
                    <a:pt x="49" y="41"/>
                  </a:cubicBezTo>
                  <a:cubicBezTo>
                    <a:pt x="50" y="40"/>
                    <a:pt x="50" y="39"/>
                    <a:pt x="49" y="38"/>
                  </a:cubicBezTo>
                  <a:cubicBezTo>
                    <a:pt x="41" y="30"/>
                    <a:pt x="41" y="30"/>
                    <a:pt x="41" y="30"/>
                  </a:cubicBezTo>
                  <a:cubicBezTo>
                    <a:pt x="12" y="0"/>
                    <a:pt x="12" y="0"/>
                    <a:pt x="12" y="0"/>
                  </a:cubicBezTo>
                  <a:cubicBezTo>
                    <a:pt x="11" y="0"/>
                    <a:pt x="10" y="0"/>
                    <a:pt x="9" y="0"/>
                  </a:cubicBezTo>
                  <a:close/>
                </a:path>
              </a:pathLst>
            </a:custGeom>
            <a:solidFill>
              <a:schemeClr val="bg1"/>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69" name="组合 68"/>
          <p:cNvGrpSpPr/>
          <p:nvPr/>
        </p:nvGrpSpPr>
        <p:grpSpPr>
          <a:xfrm>
            <a:off x="8013563" y="4876509"/>
            <a:ext cx="255209" cy="255209"/>
            <a:chOff x="3545682" y="2698750"/>
            <a:chExt cx="358775" cy="358775"/>
          </a:xfrm>
        </p:grpSpPr>
        <p:sp>
          <p:nvSpPr>
            <p:cNvPr id="70" name="Oval 29"/>
            <p:cNvSpPr>
              <a:spLocks noChangeArrowheads="1"/>
            </p:cNvSpPr>
            <p:nvPr/>
          </p:nvSpPr>
          <p:spPr bwMode="auto">
            <a:xfrm>
              <a:off x="3545682" y="2698750"/>
              <a:ext cx="358775" cy="358775"/>
            </a:xfrm>
            <a:prstGeom prst="ellipse">
              <a:avLst/>
            </a:prstGeom>
            <a:solidFill>
              <a:srgbClr val="9BBB40"/>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71" name="Freeform 30"/>
            <p:cNvSpPr>
              <a:spLocks/>
            </p:cNvSpPr>
            <p:nvPr/>
          </p:nvSpPr>
          <p:spPr bwMode="auto">
            <a:xfrm>
              <a:off x="3666332" y="2770188"/>
              <a:ext cx="136525" cy="215900"/>
            </a:xfrm>
            <a:custGeom>
              <a:avLst/>
              <a:gdLst>
                <a:gd name="T0" fmla="*/ 9 w 50"/>
                <a:gd name="T1" fmla="*/ 0 h 79"/>
                <a:gd name="T2" fmla="*/ 1 w 50"/>
                <a:gd name="T3" fmla="*/ 8 h 79"/>
                <a:gd name="T4" fmla="*/ 1 w 50"/>
                <a:gd name="T5" fmla="*/ 11 h 79"/>
                <a:gd name="T6" fmla="*/ 29 w 50"/>
                <a:gd name="T7" fmla="*/ 39 h 79"/>
                <a:gd name="T8" fmla="*/ 1 w 50"/>
                <a:gd name="T9" fmla="*/ 68 h 79"/>
                <a:gd name="T10" fmla="*/ 1 w 50"/>
                <a:gd name="T11" fmla="*/ 70 h 79"/>
                <a:gd name="T12" fmla="*/ 9 w 50"/>
                <a:gd name="T13" fmla="*/ 79 h 79"/>
                <a:gd name="T14" fmla="*/ 12 w 50"/>
                <a:gd name="T15" fmla="*/ 79 h 79"/>
                <a:gd name="T16" fmla="*/ 41 w 50"/>
                <a:gd name="T17" fmla="*/ 49 h 79"/>
                <a:gd name="T18" fmla="*/ 49 w 50"/>
                <a:gd name="T19" fmla="*/ 41 h 79"/>
                <a:gd name="T20" fmla="*/ 49 w 50"/>
                <a:gd name="T21" fmla="*/ 38 h 79"/>
                <a:gd name="T22" fmla="*/ 41 w 50"/>
                <a:gd name="T23" fmla="*/ 30 h 79"/>
                <a:gd name="T24" fmla="*/ 12 w 50"/>
                <a:gd name="T25" fmla="*/ 0 h 79"/>
                <a:gd name="T26" fmla="*/ 9 w 50"/>
                <a:gd name="T27"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79">
                  <a:moveTo>
                    <a:pt x="9" y="0"/>
                  </a:moveTo>
                  <a:cubicBezTo>
                    <a:pt x="1" y="8"/>
                    <a:pt x="1" y="8"/>
                    <a:pt x="1" y="8"/>
                  </a:cubicBezTo>
                  <a:cubicBezTo>
                    <a:pt x="0" y="9"/>
                    <a:pt x="0" y="11"/>
                    <a:pt x="1" y="11"/>
                  </a:cubicBezTo>
                  <a:cubicBezTo>
                    <a:pt x="29" y="39"/>
                    <a:pt x="29" y="39"/>
                    <a:pt x="29" y="39"/>
                  </a:cubicBezTo>
                  <a:cubicBezTo>
                    <a:pt x="1" y="68"/>
                    <a:pt x="1" y="68"/>
                    <a:pt x="1" y="68"/>
                  </a:cubicBezTo>
                  <a:cubicBezTo>
                    <a:pt x="0" y="68"/>
                    <a:pt x="0" y="70"/>
                    <a:pt x="1" y="70"/>
                  </a:cubicBezTo>
                  <a:cubicBezTo>
                    <a:pt x="9" y="79"/>
                    <a:pt x="9" y="79"/>
                    <a:pt x="9" y="79"/>
                  </a:cubicBezTo>
                  <a:cubicBezTo>
                    <a:pt x="10" y="79"/>
                    <a:pt x="11" y="79"/>
                    <a:pt x="12" y="79"/>
                  </a:cubicBezTo>
                  <a:cubicBezTo>
                    <a:pt x="41" y="49"/>
                    <a:pt x="41" y="49"/>
                    <a:pt x="41" y="49"/>
                  </a:cubicBezTo>
                  <a:cubicBezTo>
                    <a:pt x="49" y="41"/>
                    <a:pt x="49" y="41"/>
                    <a:pt x="49" y="41"/>
                  </a:cubicBezTo>
                  <a:cubicBezTo>
                    <a:pt x="50" y="40"/>
                    <a:pt x="50" y="39"/>
                    <a:pt x="49" y="38"/>
                  </a:cubicBezTo>
                  <a:cubicBezTo>
                    <a:pt x="41" y="30"/>
                    <a:pt x="41" y="30"/>
                    <a:pt x="41" y="30"/>
                  </a:cubicBezTo>
                  <a:cubicBezTo>
                    <a:pt x="12" y="0"/>
                    <a:pt x="12" y="0"/>
                    <a:pt x="12" y="0"/>
                  </a:cubicBezTo>
                  <a:cubicBezTo>
                    <a:pt x="11" y="0"/>
                    <a:pt x="10" y="0"/>
                    <a:pt x="9" y="0"/>
                  </a:cubicBezTo>
                  <a:close/>
                </a:path>
              </a:pathLst>
            </a:custGeom>
            <a:solidFill>
              <a:schemeClr val="bg1"/>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72" name="组合 71"/>
          <p:cNvGrpSpPr/>
          <p:nvPr/>
        </p:nvGrpSpPr>
        <p:grpSpPr>
          <a:xfrm>
            <a:off x="3892213" y="2282511"/>
            <a:ext cx="255209" cy="255209"/>
            <a:chOff x="3545682" y="2698750"/>
            <a:chExt cx="358775" cy="358775"/>
          </a:xfrm>
        </p:grpSpPr>
        <p:sp>
          <p:nvSpPr>
            <p:cNvPr id="73" name="Oval 29"/>
            <p:cNvSpPr>
              <a:spLocks noChangeArrowheads="1"/>
            </p:cNvSpPr>
            <p:nvPr/>
          </p:nvSpPr>
          <p:spPr bwMode="auto">
            <a:xfrm>
              <a:off x="3545682" y="2698750"/>
              <a:ext cx="358775" cy="358775"/>
            </a:xfrm>
            <a:prstGeom prst="ellipse">
              <a:avLst/>
            </a:prstGeom>
            <a:solidFill>
              <a:srgbClr val="AA7B51"/>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74" name="Freeform 30"/>
            <p:cNvSpPr>
              <a:spLocks/>
            </p:cNvSpPr>
            <p:nvPr/>
          </p:nvSpPr>
          <p:spPr bwMode="auto">
            <a:xfrm>
              <a:off x="3666332" y="2770188"/>
              <a:ext cx="136525" cy="215900"/>
            </a:xfrm>
            <a:custGeom>
              <a:avLst/>
              <a:gdLst>
                <a:gd name="T0" fmla="*/ 9 w 50"/>
                <a:gd name="T1" fmla="*/ 0 h 79"/>
                <a:gd name="T2" fmla="*/ 1 w 50"/>
                <a:gd name="T3" fmla="*/ 8 h 79"/>
                <a:gd name="T4" fmla="*/ 1 w 50"/>
                <a:gd name="T5" fmla="*/ 11 h 79"/>
                <a:gd name="T6" fmla="*/ 29 w 50"/>
                <a:gd name="T7" fmla="*/ 39 h 79"/>
                <a:gd name="T8" fmla="*/ 1 w 50"/>
                <a:gd name="T9" fmla="*/ 68 h 79"/>
                <a:gd name="T10" fmla="*/ 1 w 50"/>
                <a:gd name="T11" fmla="*/ 70 h 79"/>
                <a:gd name="T12" fmla="*/ 9 w 50"/>
                <a:gd name="T13" fmla="*/ 79 h 79"/>
                <a:gd name="T14" fmla="*/ 12 w 50"/>
                <a:gd name="T15" fmla="*/ 79 h 79"/>
                <a:gd name="T16" fmla="*/ 41 w 50"/>
                <a:gd name="T17" fmla="*/ 49 h 79"/>
                <a:gd name="T18" fmla="*/ 49 w 50"/>
                <a:gd name="T19" fmla="*/ 41 h 79"/>
                <a:gd name="T20" fmla="*/ 49 w 50"/>
                <a:gd name="T21" fmla="*/ 38 h 79"/>
                <a:gd name="T22" fmla="*/ 41 w 50"/>
                <a:gd name="T23" fmla="*/ 30 h 79"/>
                <a:gd name="T24" fmla="*/ 12 w 50"/>
                <a:gd name="T25" fmla="*/ 0 h 79"/>
                <a:gd name="T26" fmla="*/ 9 w 50"/>
                <a:gd name="T27"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79">
                  <a:moveTo>
                    <a:pt x="9" y="0"/>
                  </a:moveTo>
                  <a:cubicBezTo>
                    <a:pt x="1" y="8"/>
                    <a:pt x="1" y="8"/>
                    <a:pt x="1" y="8"/>
                  </a:cubicBezTo>
                  <a:cubicBezTo>
                    <a:pt x="0" y="9"/>
                    <a:pt x="0" y="11"/>
                    <a:pt x="1" y="11"/>
                  </a:cubicBezTo>
                  <a:cubicBezTo>
                    <a:pt x="29" y="39"/>
                    <a:pt x="29" y="39"/>
                    <a:pt x="29" y="39"/>
                  </a:cubicBezTo>
                  <a:cubicBezTo>
                    <a:pt x="1" y="68"/>
                    <a:pt x="1" y="68"/>
                    <a:pt x="1" y="68"/>
                  </a:cubicBezTo>
                  <a:cubicBezTo>
                    <a:pt x="0" y="68"/>
                    <a:pt x="0" y="70"/>
                    <a:pt x="1" y="70"/>
                  </a:cubicBezTo>
                  <a:cubicBezTo>
                    <a:pt x="9" y="79"/>
                    <a:pt x="9" y="79"/>
                    <a:pt x="9" y="79"/>
                  </a:cubicBezTo>
                  <a:cubicBezTo>
                    <a:pt x="10" y="79"/>
                    <a:pt x="11" y="79"/>
                    <a:pt x="12" y="79"/>
                  </a:cubicBezTo>
                  <a:cubicBezTo>
                    <a:pt x="41" y="49"/>
                    <a:pt x="41" y="49"/>
                    <a:pt x="41" y="49"/>
                  </a:cubicBezTo>
                  <a:cubicBezTo>
                    <a:pt x="49" y="41"/>
                    <a:pt x="49" y="41"/>
                    <a:pt x="49" y="41"/>
                  </a:cubicBezTo>
                  <a:cubicBezTo>
                    <a:pt x="50" y="40"/>
                    <a:pt x="50" y="39"/>
                    <a:pt x="49" y="38"/>
                  </a:cubicBezTo>
                  <a:cubicBezTo>
                    <a:pt x="41" y="30"/>
                    <a:pt x="41" y="30"/>
                    <a:pt x="41" y="30"/>
                  </a:cubicBezTo>
                  <a:cubicBezTo>
                    <a:pt x="12" y="0"/>
                    <a:pt x="12" y="0"/>
                    <a:pt x="12" y="0"/>
                  </a:cubicBezTo>
                  <a:cubicBezTo>
                    <a:pt x="11" y="0"/>
                    <a:pt x="10" y="0"/>
                    <a:pt x="9" y="0"/>
                  </a:cubicBezTo>
                  <a:close/>
                </a:path>
              </a:pathLst>
            </a:custGeom>
            <a:solidFill>
              <a:schemeClr val="bg1"/>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75" name="组合 74"/>
          <p:cNvGrpSpPr/>
          <p:nvPr/>
        </p:nvGrpSpPr>
        <p:grpSpPr>
          <a:xfrm>
            <a:off x="3892213" y="3147177"/>
            <a:ext cx="255209" cy="255209"/>
            <a:chOff x="3545682" y="2698750"/>
            <a:chExt cx="358775" cy="358775"/>
          </a:xfrm>
        </p:grpSpPr>
        <p:sp>
          <p:nvSpPr>
            <p:cNvPr id="76" name="Oval 29"/>
            <p:cNvSpPr>
              <a:spLocks noChangeArrowheads="1"/>
            </p:cNvSpPr>
            <p:nvPr/>
          </p:nvSpPr>
          <p:spPr bwMode="auto">
            <a:xfrm>
              <a:off x="3545682" y="2698750"/>
              <a:ext cx="358775" cy="358775"/>
            </a:xfrm>
            <a:prstGeom prst="ellipse">
              <a:avLst/>
            </a:prstGeom>
            <a:solidFill>
              <a:srgbClr val="9BBB40"/>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77" name="Freeform 30"/>
            <p:cNvSpPr>
              <a:spLocks/>
            </p:cNvSpPr>
            <p:nvPr/>
          </p:nvSpPr>
          <p:spPr bwMode="auto">
            <a:xfrm>
              <a:off x="3666332" y="2770188"/>
              <a:ext cx="136525" cy="215900"/>
            </a:xfrm>
            <a:custGeom>
              <a:avLst/>
              <a:gdLst>
                <a:gd name="T0" fmla="*/ 9 w 50"/>
                <a:gd name="T1" fmla="*/ 0 h 79"/>
                <a:gd name="T2" fmla="*/ 1 w 50"/>
                <a:gd name="T3" fmla="*/ 8 h 79"/>
                <a:gd name="T4" fmla="*/ 1 w 50"/>
                <a:gd name="T5" fmla="*/ 11 h 79"/>
                <a:gd name="T6" fmla="*/ 29 w 50"/>
                <a:gd name="T7" fmla="*/ 39 h 79"/>
                <a:gd name="T8" fmla="*/ 1 w 50"/>
                <a:gd name="T9" fmla="*/ 68 h 79"/>
                <a:gd name="T10" fmla="*/ 1 w 50"/>
                <a:gd name="T11" fmla="*/ 70 h 79"/>
                <a:gd name="T12" fmla="*/ 9 w 50"/>
                <a:gd name="T13" fmla="*/ 79 h 79"/>
                <a:gd name="T14" fmla="*/ 12 w 50"/>
                <a:gd name="T15" fmla="*/ 79 h 79"/>
                <a:gd name="T16" fmla="*/ 41 w 50"/>
                <a:gd name="T17" fmla="*/ 49 h 79"/>
                <a:gd name="T18" fmla="*/ 49 w 50"/>
                <a:gd name="T19" fmla="*/ 41 h 79"/>
                <a:gd name="T20" fmla="*/ 49 w 50"/>
                <a:gd name="T21" fmla="*/ 38 h 79"/>
                <a:gd name="T22" fmla="*/ 41 w 50"/>
                <a:gd name="T23" fmla="*/ 30 h 79"/>
                <a:gd name="T24" fmla="*/ 12 w 50"/>
                <a:gd name="T25" fmla="*/ 0 h 79"/>
                <a:gd name="T26" fmla="*/ 9 w 50"/>
                <a:gd name="T27"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79">
                  <a:moveTo>
                    <a:pt x="9" y="0"/>
                  </a:moveTo>
                  <a:cubicBezTo>
                    <a:pt x="1" y="8"/>
                    <a:pt x="1" y="8"/>
                    <a:pt x="1" y="8"/>
                  </a:cubicBezTo>
                  <a:cubicBezTo>
                    <a:pt x="0" y="9"/>
                    <a:pt x="0" y="11"/>
                    <a:pt x="1" y="11"/>
                  </a:cubicBezTo>
                  <a:cubicBezTo>
                    <a:pt x="29" y="39"/>
                    <a:pt x="29" y="39"/>
                    <a:pt x="29" y="39"/>
                  </a:cubicBezTo>
                  <a:cubicBezTo>
                    <a:pt x="1" y="68"/>
                    <a:pt x="1" y="68"/>
                    <a:pt x="1" y="68"/>
                  </a:cubicBezTo>
                  <a:cubicBezTo>
                    <a:pt x="0" y="68"/>
                    <a:pt x="0" y="70"/>
                    <a:pt x="1" y="70"/>
                  </a:cubicBezTo>
                  <a:cubicBezTo>
                    <a:pt x="9" y="79"/>
                    <a:pt x="9" y="79"/>
                    <a:pt x="9" y="79"/>
                  </a:cubicBezTo>
                  <a:cubicBezTo>
                    <a:pt x="10" y="79"/>
                    <a:pt x="11" y="79"/>
                    <a:pt x="12" y="79"/>
                  </a:cubicBezTo>
                  <a:cubicBezTo>
                    <a:pt x="41" y="49"/>
                    <a:pt x="41" y="49"/>
                    <a:pt x="41" y="49"/>
                  </a:cubicBezTo>
                  <a:cubicBezTo>
                    <a:pt x="49" y="41"/>
                    <a:pt x="49" y="41"/>
                    <a:pt x="49" y="41"/>
                  </a:cubicBezTo>
                  <a:cubicBezTo>
                    <a:pt x="50" y="40"/>
                    <a:pt x="50" y="39"/>
                    <a:pt x="49" y="38"/>
                  </a:cubicBezTo>
                  <a:cubicBezTo>
                    <a:pt x="41" y="30"/>
                    <a:pt x="41" y="30"/>
                    <a:pt x="41" y="30"/>
                  </a:cubicBezTo>
                  <a:cubicBezTo>
                    <a:pt x="12" y="0"/>
                    <a:pt x="12" y="0"/>
                    <a:pt x="12" y="0"/>
                  </a:cubicBezTo>
                  <a:cubicBezTo>
                    <a:pt x="11" y="0"/>
                    <a:pt x="10" y="0"/>
                    <a:pt x="9" y="0"/>
                  </a:cubicBezTo>
                  <a:close/>
                </a:path>
              </a:pathLst>
            </a:custGeom>
            <a:solidFill>
              <a:schemeClr val="bg1"/>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78" name="组合 77"/>
          <p:cNvGrpSpPr/>
          <p:nvPr/>
        </p:nvGrpSpPr>
        <p:grpSpPr>
          <a:xfrm>
            <a:off x="3892213" y="4011843"/>
            <a:ext cx="255209" cy="255209"/>
            <a:chOff x="3545682" y="2698750"/>
            <a:chExt cx="358775" cy="358775"/>
          </a:xfrm>
        </p:grpSpPr>
        <p:sp>
          <p:nvSpPr>
            <p:cNvPr id="79" name="Oval 29"/>
            <p:cNvSpPr>
              <a:spLocks noChangeArrowheads="1"/>
            </p:cNvSpPr>
            <p:nvPr/>
          </p:nvSpPr>
          <p:spPr bwMode="auto">
            <a:xfrm>
              <a:off x="3545682" y="2698750"/>
              <a:ext cx="358775" cy="358775"/>
            </a:xfrm>
            <a:prstGeom prst="ellipse">
              <a:avLst/>
            </a:prstGeom>
            <a:solidFill>
              <a:srgbClr val="8F58A0"/>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0" name="Freeform 30"/>
            <p:cNvSpPr>
              <a:spLocks/>
            </p:cNvSpPr>
            <p:nvPr/>
          </p:nvSpPr>
          <p:spPr bwMode="auto">
            <a:xfrm>
              <a:off x="3666332" y="2770188"/>
              <a:ext cx="136525" cy="215900"/>
            </a:xfrm>
            <a:custGeom>
              <a:avLst/>
              <a:gdLst>
                <a:gd name="T0" fmla="*/ 9 w 50"/>
                <a:gd name="T1" fmla="*/ 0 h 79"/>
                <a:gd name="T2" fmla="*/ 1 w 50"/>
                <a:gd name="T3" fmla="*/ 8 h 79"/>
                <a:gd name="T4" fmla="*/ 1 w 50"/>
                <a:gd name="T5" fmla="*/ 11 h 79"/>
                <a:gd name="T6" fmla="*/ 29 w 50"/>
                <a:gd name="T7" fmla="*/ 39 h 79"/>
                <a:gd name="T8" fmla="*/ 1 w 50"/>
                <a:gd name="T9" fmla="*/ 68 h 79"/>
                <a:gd name="T10" fmla="*/ 1 w 50"/>
                <a:gd name="T11" fmla="*/ 70 h 79"/>
                <a:gd name="T12" fmla="*/ 9 w 50"/>
                <a:gd name="T13" fmla="*/ 79 h 79"/>
                <a:gd name="T14" fmla="*/ 12 w 50"/>
                <a:gd name="T15" fmla="*/ 79 h 79"/>
                <a:gd name="T16" fmla="*/ 41 w 50"/>
                <a:gd name="T17" fmla="*/ 49 h 79"/>
                <a:gd name="T18" fmla="*/ 49 w 50"/>
                <a:gd name="T19" fmla="*/ 41 h 79"/>
                <a:gd name="T20" fmla="*/ 49 w 50"/>
                <a:gd name="T21" fmla="*/ 38 h 79"/>
                <a:gd name="T22" fmla="*/ 41 w 50"/>
                <a:gd name="T23" fmla="*/ 30 h 79"/>
                <a:gd name="T24" fmla="*/ 12 w 50"/>
                <a:gd name="T25" fmla="*/ 0 h 79"/>
                <a:gd name="T26" fmla="*/ 9 w 50"/>
                <a:gd name="T27"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79">
                  <a:moveTo>
                    <a:pt x="9" y="0"/>
                  </a:moveTo>
                  <a:cubicBezTo>
                    <a:pt x="1" y="8"/>
                    <a:pt x="1" y="8"/>
                    <a:pt x="1" y="8"/>
                  </a:cubicBezTo>
                  <a:cubicBezTo>
                    <a:pt x="0" y="9"/>
                    <a:pt x="0" y="11"/>
                    <a:pt x="1" y="11"/>
                  </a:cubicBezTo>
                  <a:cubicBezTo>
                    <a:pt x="29" y="39"/>
                    <a:pt x="29" y="39"/>
                    <a:pt x="29" y="39"/>
                  </a:cubicBezTo>
                  <a:cubicBezTo>
                    <a:pt x="1" y="68"/>
                    <a:pt x="1" y="68"/>
                    <a:pt x="1" y="68"/>
                  </a:cubicBezTo>
                  <a:cubicBezTo>
                    <a:pt x="0" y="68"/>
                    <a:pt x="0" y="70"/>
                    <a:pt x="1" y="70"/>
                  </a:cubicBezTo>
                  <a:cubicBezTo>
                    <a:pt x="9" y="79"/>
                    <a:pt x="9" y="79"/>
                    <a:pt x="9" y="79"/>
                  </a:cubicBezTo>
                  <a:cubicBezTo>
                    <a:pt x="10" y="79"/>
                    <a:pt x="11" y="79"/>
                    <a:pt x="12" y="79"/>
                  </a:cubicBezTo>
                  <a:cubicBezTo>
                    <a:pt x="41" y="49"/>
                    <a:pt x="41" y="49"/>
                    <a:pt x="41" y="49"/>
                  </a:cubicBezTo>
                  <a:cubicBezTo>
                    <a:pt x="49" y="41"/>
                    <a:pt x="49" y="41"/>
                    <a:pt x="49" y="41"/>
                  </a:cubicBezTo>
                  <a:cubicBezTo>
                    <a:pt x="50" y="40"/>
                    <a:pt x="50" y="39"/>
                    <a:pt x="49" y="38"/>
                  </a:cubicBezTo>
                  <a:cubicBezTo>
                    <a:pt x="41" y="30"/>
                    <a:pt x="41" y="30"/>
                    <a:pt x="41" y="30"/>
                  </a:cubicBezTo>
                  <a:cubicBezTo>
                    <a:pt x="12" y="0"/>
                    <a:pt x="12" y="0"/>
                    <a:pt x="12" y="0"/>
                  </a:cubicBezTo>
                  <a:cubicBezTo>
                    <a:pt x="11" y="0"/>
                    <a:pt x="10" y="0"/>
                    <a:pt x="9" y="0"/>
                  </a:cubicBezTo>
                  <a:close/>
                </a:path>
              </a:pathLst>
            </a:custGeom>
            <a:solidFill>
              <a:schemeClr val="bg1"/>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81" name="组合 80"/>
          <p:cNvGrpSpPr/>
          <p:nvPr/>
        </p:nvGrpSpPr>
        <p:grpSpPr>
          <a:xfrm>
            <a:off x="3892213" y="4876509"/>
            <a:ext cx="255209" cy="255209"/>
            <a:chOff x="3545682" y="2698750"/>
            <a:chExt cx="358775" cy="358775"/>
          </a:xfrm>
        </p:grpSpPr>
        <p:sp>
          <p:nvSpPr>
            <p:cNvPr id="82" name="Oval 29"/>
            <p:cNvSpPr>
              <a:spLocks noChangeArrowheads="1"/>
            </p:cNvSpPr>
            <p:nvPr/>
          </p:nvSpPr>
          <p:spPr bwMode="auto">
            <a:xfrm>
              <a:off x="3545682" y="2698750"/>
              <a:ext cx="358775" cy="358775"/>
            </a:xfrm>
            <a:prstGeom prst="ellipse">
              <a:avLst/>
            </a:prstGeom>
            <a:solidFill>
              <a:srgbClr val="3A8FCB"/>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3" name="Freeform 30"/>
            <p:cNvSpPr>
              <a:spLocks/>
            </p:cNvSpPr>
            <p:nvPr/>
          </p:nvSpPr>
          <p:spPr bwMode="auto">
            <a:xfrm>
              <a:off x="3666332" y="2770188"/>
              <a:ext cx="136525" cy="215900"/>
            </a:xfrm>
            <a:custGeom>
              <a:avLst/>
              <a:gdLst>
                <a:gd name="T0" fmla="*/ 9 w 50"/>
                <a:gd name="T1" fmla="*/ 0 h 79"/>
                <a:gd name="T2" fmla="*/ 1 w 50"/>
                <a:gd name="T3" fmla="*/ 8 h 79"/>
                <a:gd name="T4" fmla="*/ 1 w 50"/>
                <a:gd name="T5" fmla="*/ 11 h 79"/>
                <a:gd name="T6" fmla="*/ 29 w 50"/>
                <a:gd name="T7" fmla="*/ 39 h 79"/>
                <a:gd name="T8" fmla="*/ 1 w 50"/>
                <a:gd name="T9" fmla="*/ 68 h 79"/>
                <a:gd name="T10" fmla="*/ 1 w 50"/>
                <a:gd name="T11" fmla="*/ 70 h 79"/>
                <a:gd name="T12" fmla="*/ 9 w 50"/>
                <a:gd name="T13" fmla="*/ 79 h 79"/>
                <a:gd name="T14" fmla="*/ 12 w 50"/>
                <a:gd name="T15" fmla="*/ 79 h 79"/>
                <a:gd name="T16" fmla="*/ 41 w 50"/>
                <a:gd name="T17" fmla="*/ 49 h 79"/>
                <a:gd name="T18" fmla="*/ 49 w 50"/>
                <a:gd name="T19" fmla="*/ 41 h 79"/>
                <a:gd name="T20" fmla="*/ 49 w 50"/>
                <a:gd name="T21" fmla="*/ 38 h 79"/>
                <a:gd name="T22" fmla="*/ 41 w 50"/>
                <a:gd name="T23" fmla="*/ 30 h 79"/>
                <a:gd name="T24" fmla="*/ 12 w 50"/>
                <a:gd name="T25" fmla="*/ 0 h 79"/>
                <a:gd name="T26" fmla="*/ 9 w 50"/>
                <a:gd name="T27"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79">
                  <a:moveTo>
                    <a:pt x="9" y="0"/>
                  </a:moveTo>
                  <a:cubicBezTo>
                    <a:pt x="1" y="8"/>
                    <a:pt x="1" y="8"/>
                    <a:pt x="1" y="8"/>
                  </a:cubicBezTo>
                  <a:cubicBezTo>
                    <a:pt x="0" y="9"/>
                    <a:pt x="0" y="11"/>
                    <a:pt x="1" y="11"/>
                  </a:cubicBezTo>
                  <a:cubicBezTo>
                    <a:pt x="29" y="39"/>
                    <a:pt x="29" y="39"/>
                    <a:pt x="29" y="39"/>
                  </a:cubicBezTo>
                  <a:cubicBezTo>
                    <a:pt x="1" y="68"/>
                    <a:pt x="1" y="68"/>
                    <a:pt x="1" y="68"/>
                  </a:cubicBezTo>
                  <a:cubicBezTo>
                    <a:pt x="0" y="68"/>
                    <a:pt x="0" y="70"/>
                    <a:pt x="1" y="70"/>
                  </a:cubicBezTo>
                  <a:cubicBezTo>
                    <a:pt x="9" y="79"/>
                    <a:pt x="9" y="79"/>
                    <a:pt x="9" y="79"/>
                  </a:cubicBezTo>
                  <a:cubicBezTo>
                    <a:pt x="10" y="79"/>
                    <a:pt x="11" y="79"/>
                    <a:pt x="12" y="79"/>
                  </a:cubicBezTo>
                  <a:cubicBezTo>
                    <a:pt x="41" y="49"/>
                    <a:pt x="41" y="49"/>
                    <a:pt x="41" y="49"/>
                  </a:cubicBezTo>
                  <a:cubicBezTo>
                    <a:pt x="49" y="41"/>
                    <a:pt x="49" y="41"/>
                    <a:pt x="49" y="41"/>
                  </a:cubicBezTo>
                  <a:cubicBezTo>
                    <a:pt x="50" y="40"/>
                    <a:pt x="50" y="39"/>
                    <a:pt x="49" y="38"/>
                  </a:cubicBezTo>
                  <a:cubicBezTo>
                    <a:pt x="41" y="30"/>
                    <a:pt x="41" y="30"/>
                    <a:pt x="41" y="30"/>
                  </a:cubicBezTo>
                  <a:cubicBezTo>
                    <a:pt x="12" y="0"/>
                    <a:pt x="12" y="0"/>
                    <a:pt x="12" y="0"/>
                  </a:cubicBezTo>
                  <a:cubicBezTo>
                    <a:pt x="11" y="0"/>
                    <a:pt x="10" y="0"/>
                    <a:pt x="9" y="0"/>
                  </a:cubicBezTo>
                  <a:close/>
                </a:path>
              </a:pathLst>
            </a:custGeom>
            <a:solidFill>
              <a:schemeClr val="bg1"/>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84" name="组合 83"/>
          <p:cNvGrpSpPr/>
          <p:nvPr/>
        </p:nvGrpSpPr>
        <p:grpSpPr>
          <a:xfrm>
            <a:off x="5796141" y="1341192"/>
            <a:ext cx="255209" cy="255209"/>
            <a:chOff x="3545682" y="2698750"/>
            <a:chExt cx="358775" cy="358775"/>
          </a:xfrm>
        </p:grpSpPr>
        <p:sp>
          <p:nvSpPr>
            <p:cNvPr id="85" name="Oval 29"/>
            <p:cNvSpPr>
              <a:spLocks noChangeArrowheads="1"/>
            </p:cNvSpPr>
            <p:nvPr/>
          </p:nvSpPr>
          <p:spPr bwMode="auto">
            <a:xfrm>
              <a:off x="3545682" y="2698750"/>
              <a:ext cx="358775" cy="358775"/>
            </a:xfrm>
            <a:prstGeom prst="ellipse">
              <a:avLst/>
            </a:prstGeom>
            <a:solidFill>
              <a:srgbClr val="F8841D"/>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6" name="Freeform 30"/>
            <p:cNvSpPr>
              <a:spLocks/>
            </p:cNvSpPr>
            <p:nvPr/>
          </p:nvSpPr>
          <p:spPr bwMode="auto">
            <a:xfrm>
              <a:off x="3666332" y="2770188"/>
              <a:ext cx="136525" cy="215900"/>
            </a:xfrm>
            <a:custGeom>
              <a:avLst/>
              <a:gdLst>
                <a:gd name="T0" fmla="*/ 9 w 50"/>
                <a:gd name="T1" fmla="*/ 0 h 79"/>
                <a:gd name="T2" fmla="*/ 1 w 50"/>
                <a:gd name="T3" fmla="*/ 8 h 79"/>
                <a:gd name="T4" fmla="*/ 1 w 50"/>
                <a:gd name="T5" fmla="*/ 11 h 79"/>
                <a:gd name="T6" fmla="*/ 29 w 50"/>
                <a:gd name="T7" fmla="*/ 39 h 79"/>
                <a:gd name="T8" fmla="*/ 1 w 50"/>
                <a:gd name="T9" fmla="*/ 68 h 79"/>
                <a:gd name="T10" fmla="*/ 1 w 50"/>
                <a:gd name="T11" fmla="*/ 70 h 79"/>
                <a:gd name="T12" fmla="*/ 9 w 50"/>
                <a:gd name="T13" fmla="*/ 79 h 79"/>
                <a:gd name="T14" fmla="*/ 12 w 50"/>
                <a:gd name="T15" fmla="*/ 79 h 79"/>
                <a:gd name="T16" fmla="*/ 41 w 50"/>
                <a:gd name="T17" fmla="*/ 49 h 79"/>
                <a:gd name="T18" fmla="*/ 49 w 50"/>
                <a:gd name="T19" fmla="*/ 41 h 79"/>
                <a:gd name="T20" fmla="*/ 49 w 50"/>
                <a:gd name="T21" fmla="*/ 38 h 79"/>
                <a:gd name="T22" fmla="*/ 41 w 50"/>
                <a:gd name="T23" fmla="*/ 30 h 79"/>
                <a:gd name="T24" fmla="*/ 12 w 50"/>
                <a:gd name="T25" fmla="*/ 0 h 79"/>
                <a:gd name="T26" fmla="*/ 9 w 50"/>
                <a:gd name="T27"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79">
                  <a:moveTo>
                    <a:pt x="9" y="0"/>
                  </a:moveTo>
                  <a:cubicBezTo>
                    <a:pt x="1" y="8"/>
                    <a:pt x="1" y="8"/>
                    <a:pt x="1" y="8"/>
                  </a:cubicBezTo>
                  <a:cubicBezTo>
                    <a:pt x="0" y="9"/>
                    <a:pt x="0" y="11"/>
                    <a:pt x="1" y="11"/>
                  </a:cubicBezTo>
                  <a:cubicBezTo>
                    <a:pt x="29" y="39"/>
                    <a:pt x="29" y="39"/>
                    <a:pt x="29" y="39"/>
                  </a:cubicBezTo>
                  <a:cubicBezTo>
                    <a:pt x="1" y="68"/>
                    <a:pt x="1" y="68"/>
                    <a:pt x="1" y="68"/>
                  </a:cubicBezTo>
                  <a:cubicBezTo>
                    <a:pt x="0" y="68"/>
                    <a:pt x="0" y="70"/>
                    <a:pt x="1" y="70"/>
                  </a:cubicBezTo>
                  <a:cubicBezTo>
                    <a:pt x="9" y="79"/>
                    <a:pt x="9" y="79"/>
                    <a:pt x="9" y="79"/>
                  </a:cubicBezTo>
                  <a:cubicBezTo>
                    <a:pt x="10" y="79"/>
                    <a:pt x="11" y="79"/>
                    <a:pt x="12" y="79"/>
                  </a:cubicBezTo>
                  <a:cubicBezTo>
                    <a:pt x="41" y="49"/>
                    <a:pt x="41" y="49"/>
                    <a:pt x="41" y="49"/>
                  </a:cubicBezTo>
                  <a:cubicBezTo>
                    <a:pt x="49" y="41"/>
                    <a:pt x="49" y="41"/>
                    <a:pt x="49" y="41"/>
                  </a:cubicBezTo>
                  <a:cubicBezTo>
                    <a:pt x="50" y="40"/>
                    <a:pt x="50" y="39"/>
                    <a:pt x="49" y="38"/>
                  </a:cubicBezTo>
                  <a:cubicBezTo>
                    <a:pt x="41" y="30"/>
                    <a:pt x="41" y="30"/>
                    <a:pt x="41" y="30"/>
                  </a:cubicBezTo>
                  <a:cubicBezTo>
                    <a:pt x="12" y="0"/>
                    <a:pt x="12" y="0"/>
                    <a:pt x="12" y="0"/>
                  </a:cubicBezTo>
                  <a:cubicBezTo>
                    <a:pt x="11" y="0"/>
                    <a:pt x="10" y="0"/>
                    <a:pt x="9" y="0"/>
                  </a:cubicBezTo>
                  <a:close/>
                </a:path>
              </a:pathLst>
            </a:custGeom>
            <a:solidFill>
              <a:schemeClr val="bg1"/>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87" name="组合 86"/>
          <p:cNvGrpSpPr/>
          <p:nvPr/>
        </p:nvGrpSpPr>
        <p:grpSpPr>
          <a:xfrm>
            <a:off x="6164526" y="1341192"/>
            <a:ext cx="255209" cy="255209"/>
            <a:chOff x="3545682" y="2698750"/>
            <a:chExt cx="358775" cy="358775"/>
          </a:xfrm>
        </p:grpSpPr>
        <p:sp>
          <p:nvSpPr>
            <p:cNvPr id="88" name="Oval 29"/>
            <p:cNvSpPr>
              <a:spLocks noChangeArrowheads="1"/>
            </p:cNvSpPr>
            <p:nvPr/>
          </p:nvSpPr>
          <p:spPr bwMode="auto">
            <a:xfrm>
              <a:off x="3545682" y="2698750"/>
              <a:ext cx="358775" cy="358775"/>
            </a:xfrm>
            <a:prstGeom prst="ellipse">
              <a:avLst/>
            </a:prstGeom>
            <a:solidFill>
              <a:srgbClr val="F26D64"/>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9" name="Freeform 30"/>
            <p:cNvSpPr>
              <a:spLocks/>
            </p:cNvSpPr>
            <p:nvPr/>
          </p:nvSpPr>
          <p:spPr bwMode="auto">
            <a:xfrm>
              <a:off x="3666332" y="2770188"/>
              <a:ext cx="136525" cy="215900"/>
            </a:xfrm>
            <a:custGeom>
              <a:avLst/>
              <a:gdLst>
                <a:gd name="T0" fmla="*/ 9 w 50"/>
                <a:gd name="T1" fmla="*/ 0 h 79"/>
                <a:gd name="T2" fmla="*/ 1 w 50"/>
                <a:gd name="T3" fmla="*/ 8 h 79"/>
                <a:gd name="T4" fmla="*/ 1 w 50"/>
                <a:gd name="T5" fmla="*/ 11 h 79"/>
                <a:gd name="T6" fmla="*/ 29 w 50"/>
                <a:gd name="T7" fmla="*/ 39 h 79"/>
                <a:gd name="T8" fmla="*/ 1 w 50"/>
                <a:gd name="T9" fmla="*/ 68 h 79"/>
                <a:gd name="T10" fmla="*/ 1 w 50"/>
                <a:gd name="T11" fmla="*/ 70 h 79"/>
                <a:gd name="T12" fmla="*/ 9 w 50"/>
                <a:gd name="T13" fmla="*/ 79 h 79"/>
                <a:gd name="T14" fmla="*/ 12 w 50"/>
                <a:gd name="T15" fmla="*/ 79 h 79"/>
                <a:gd name="T16" fmla="*/ 41 w 50"/>
                <a:gd name="T17" fmla="*/ 49 h 79"/>
                <a:gd name="T18" fmla="*/ 49 w 50"/>
                <a:gd name="T19" fmla="*/ 41 h 79"/>
                <a:gd name="T20" fmla="*/ 49 w 50"/>
                <a:gd name="T21" fmla="*/ 38 h 79"/>
                <a:gd name="T22" fmla="*/ 41 w 50"/>
                <a:gd name="T23" fmla="*/ 30 h 79"/>
                <a:gd name="T24" fmla="*/ 12 w 50"/>
                <a:gd name="T25" fmla="*/ 0 h 79"/>
                <a:gd name="T26" fmla="*/ 9 w 50"/>
                <a:gd name="T27"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79">
                  <a:moveTo>
                    <a:pt x="9" y="0"/>
                  </a:moveTo>
                  <a:cubicBezTo>
                    <a:pt x="1" y="8"/>
                    <a:pt x="1" y="8"/>
                    <a:pt x="1" y="8"/>
                  </a:cubicBezTo>
                  <a:cubicBezTo>
                    <a:pt x="0" y="9"/>
                    <a:pt x="0" y="11"/>
                    <a:pt x="1" y="11"/>
                  </a:cubicBezTo>
                  <a:cubicBezTo>
                    <a:pt x="29" y="39"/>
                    <a:pt x="29" y="39"/>
                    <a:pt x="29" y="39"/>
                  </a:cubicBezTo>
                  <a:cubicBezTo>
                    <a:pt x="1" y="68"/>
                    <a:pt x="1" y="68"/>
                    <a:pt x="1" y="68"/>
                  </a:cubicBezTo>
                  <a:cubicBezTo>
                    <a:pt x="0" y="68"/>
                    <a:pt x="0" y="70"/>
                    <a:pt x="1" y="70"/>
                  </a:cubicBezTo>
                  <a:cubicBezTo>
                    <a:pt x="9" y="79"/>
                    <a:pt x="9" y="79"/>
                    <a:pt x="9" y="79"/>
                  </a:cubicBezTo>
                  <a:cubicBezTo>
                    <a:pt x="10" y="79"/>
                    <a:pt x="11" y="79"/>
                    <a:pt x="12" y="79"/>
                  </a:cubicBezTo>
                  <a:cubicBezTo>
                    <a:pt x="41" y="49"/>
                    <a:pt x="41" y="49"/>
                    <a:pt x="41" y="49"/>
                  </a:cubicBezTo>
                  <a:cubicBezTo>
                    <a:pt x="49" y="41"/>
                    <a:pt x="49" y="41"/>
                    <a:pt x="49" y="41"/>
                  </a:cubicBezTo>
                  <a:cubicBezTo>
                    <a:pt x="50" y="40"/>
                    <a:pt x="50" y="39"/>
                    <a:pt x="49" y="38"/>
                  </a:cubicBezTo>
                  <a:cubicBezTo>
                    <a:pt x="41" y="30"/>
                    <a:pt x="41" y="30"/>
                    <a:pt x="41" y="30"/>
                  </a:cubicBezTo>
                  <a:cubicBezTo>
                    <a:pt x="12" y="0"/>
                    <a:pt x="12" y="0"/>
                    <a:pt x="12" y="0"/>
                  </a:cubicBezTo>
                  <a:cubicBezTo>
                    <a:pt x="11" y="0"/>
                    <a:pt x="10" y="0"/>
                    <a:pt x="9" y="0"/>
                  </a:cubicBezTo>
                  <a:close/>
                </a:path>
              </a:pathLst>
            </a:custGeom>
            <a:solidFill>
              <a:schemeClr val="bg1"/>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90" name="组合 89"/>
          <p:cNvGrpSpPr/>
          <p:nvPr/>
        </p:nvGrpSpPr>
        <p:grpSpPr>
          <a:xfrm>
            <a:off x="5796141" y="5747545"/>
            <a:ext cx="255209" cy="255209"/>
            <a:chOff x="3545682" y="2698750"/>
            <a:chExt cx="358775" cy="358775"/>
          </a:xfrm>
        </p:grpSpPr>
        <p:sp>
          <p:nvSpPr>
            <p:cNvPr id="91" name="Oval 29"/>
            <p:cNvSpPr>
              <a:spLocks noChangeArrowheads="1"/>
            </p:cNvSpPr>
            <p:nvPr/>
          </p:nvSpPr>
          <p:spPr bwMode="auto">
            <a:xfrm>
              <a:off x="3545682" y="2698750"/>
              <a:ext cx="358775" cy="358775"/>
            </a:xfrm>
            <a:prstGeom prst="ellipse">
              <a:avLst/>
            </a:prstGeom>
            <a:solidFill>
              <a:srgbClr val="4BB56D"/>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2" name="Freeform 30"/>
            <p:cNvSpPr>
              <a:spLocks/>
            </p:cNvSpPr>
            <p:nvPr/>
          </p:nvSpPr>
          <p:spPr bwMode="auto">
            <a:xfrm>
              <a:off x="3666332" y="2770188"/>
              <a:ext cx="136525" cy="215900"/>
            </a:xfrm>
            <a:custGeom>
              <a:avLst/>
              <a:gdLst>
                <a:gd name="T0" fmla="*/ 9 w 50"/>
                <a:gd name="T1" fmla="*/ 0 h 79"/>
                <a:gd name="T2" fmla="*/ 1 w 50"/>
                <a:gd name="T3" fmla="*/ 8 h 79"/>
                <a:gd name="T4" fmla="*/ 1 w 50"/>
                <a:gd name="T5" fmla="*/ 11 h 79"/>
                <a:gd name="T6" fmla="*/ 29 w 50"/>
                <a:gd name="T7" fmla="*/ 39 h 79"/>
                <a:gd name="T8" fmla="*/ 1 w 50"/>
                <a:gd name="T9" fmla="*/ 68 h 79"/>
                <a:gd name="T10" fmla="*/ 1 w 50"/>
                <a:gd name="T11" fmla="*/ 70 h 79"/>
                <a:gd name="T12" fmla="*/ 9 w 50"/>
                <a:gd name="T13" fmla="*/ 79 h 79"/>
                <a:gd name="T14" fmla="*/ 12 w 50"/>
                <a:gd name="T15" fmla="*/ 79 h 79"/>
                <a:gd name="T16" fmla="*/ 41 w 50"/>
                <a:gd name="T17" fmla="*/ 49 h 79"/>
                <a:gd name="T18" fmla="*/ 49 w 50"/>
                <a:gd name="T19" fmla="*/ 41 h 79"/>
                <a:gd name="T20" fmla="*/ 49 w 50"/>
                <a:gd name="T21" fmla="*/ 38 h 79"/>
                <a:gd name="T22" fmla="*/ 41 w 50"/>
                <a:gd name="T23" fmla="*/ 30 h 79"/>
                <a:gd name="T24" fmla="*/ 12 w 50"/>
                <a:gd name="T25" fmla="*/ 0 h 79"/>
                <a:gd name="T26" fmla="*/ 9 w 50"/>
                <a:gd name="T27"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79">
                  <a:moveTo>
                    <a:pt x="9" y="0"/>
                  </a:moveTo>
                  <a:cubicBezTo>
                    <a:pt x="1" y="8"/>
                    <a:pt x="1" y="8"/>
                    <a:pt x="1" y="8"/>
                  </a:cubicBezTo>
                  <a:cubicBezTo>
                    <a:pt x="0" y="9"/>
                    <a:pt x="0" y="11"/>
                    <a:pt x="1" y="11"/>
                  </a:cubicBezTo>
                  <a:cubicBezTo>
                    <a:pt x="29" y="39"/>
                    <a:pt x="29" y="39"/>
                    <a:pt x="29" y="39"/>
                  </a:cubicBezTo>
                  <a:cubicBezTo>
                    <a:pt x="1" y="68"/>
                    <a:pt x="1" y="68"/>
                    <a:pt x="1" y="68"/>
                  </a:cubicBezTo>
                  <a:cubicBezTo>
                    <a:pt x="0" y="68"/>
                    <a:pt x="0" y="70"/>
                    <a:pt x="1" y="70"/>
                  </a:cubicBezTo>
                  <a:cubicBezTo>
                    <a:pt x="9" y="79"/>
                    <a:pt x="9" y="79"/>
                    <a:pt x="9" y="79"/>
                  </a:cubicBezTo>
                  <a:cubicBezTo>
                    <a:pt x="10" y="79"/>
                    <a:pt x="11" y="79"/>
                    <a:pt x="12" y="79"/>
                  </a:cubicBezTo>
                  <a:cubicBezTo>
                    <a:pt x="41" y="49"/>
                    <a:pt x="41" y="49"/>
                    <a:pt x="41" y="49"/>
                  </a:cubicBezTo>
                  <a:cubicBezTo>
                    <a:pt x="49" y="41"/>
                    <a:pt x="49" y="41"/>
                    <a:pt x="49" y="41"/>
                  </a:cubicBezTo>
                  <a:cubicBezTo>
                    <a:pt x="50" y="40"/>
                    <a:pt x="50" y="39"/>
                    <a:pt x="49" y="38"/>
                  </a:cubicBezTo>
                  <a:cubicBezTo>
                    <a:pt x="41" y="30"/>
                    <a:pt x="41" y="30"/>
                    <a:pt x="41" y="30"/>
                  </a:cubicBezTo>
                  <a:cubicBezTo>
                    <a:pt x="12" y="0"/>
                    <a:pt x="12" y="0"/>
                    <a:pt x="12" y="0"/>
                  </a:cubicBezTo>
                  <a:cubicBezTo>
                    <a:pt x="11" y="0"/>
                    <a:pt x="10" y="0"/>
                    <a:pt x="9" y="0"/>
                  </a:cubicBezTo>
                  <a:close/>
                </a:path>
              </a:pathLst>
            </a:custGeom>
            <a:solidFill>
              <a:schemeClr val="bg1"/>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93" name="组合 92"/>
          <p:cNvGrpSpPr/>
          <p:nvPr/>
        </p:nvGrpSpPr>
        <p:grpSpPr>
          <a:xfrm>
            <a:off x="6164526" y="5747545"/>
            <a:ext cx="255209" cy="255209"/>
            <a:chOff x="3545682" y="2698750"/>
            <a:chExt cx="358775" cy="358775"/>
          </a:xfrm>
        </p:grpSpPr>
        <p:sp>
          <p:nvSpPr>
            <p:cNvPr id="94" name="Oval 29"/>
            <p:cNvSpPr>
              <a:spLocks noChangeArrowheads="1"/>
            </p:cNvSpPr>
            <p:nvPr/>
          </p:nvSpPr>
          <p:spPr bwMode="auto">
            <a:xfrm>
              <a:off x="3545682" y="2698750"/>
              <a:ext cx="358775" cy="358775"/>
            </a:xfrm>
            <a:prstGeom prst="ellipse">
              <a:avLst/>
            </a:prstGeom>
            <a:solidFill>
              <a:srgbClr val="219980"/>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5" name="Freeform 30"/>
            <p:cNvSpPr>
              <a:spLocks/>
            </p:cNvSpPr>
            <p:nvPr/>
          </p:nvSpPr>
          <p:spPr bwMode="auto">
            <a:xfrm>
              <a:off x="3666332" y="2770188"/>
              <a:ext cx="136525" cy="215900"/>
            </a:xfrm>
            <a:custGeom>
              <a:avLst/>
              <a:gdLst>
                <a:gd name="T0" fmla="*/ 9 w 50"/>
                <a:gd name="T1" fmla="*/ 0 h 79"/>
                <a:gd name="T2" fmla="*/ 1 w 50"/>
                <a:gd name="T3" fmla="*/ 8 h 79"/>
                <a:gd name="T4" fmla="*/ 1 w 50"/>
                <a:gd name="T5" fmla="*/ 11 h 79"/>
                <a:gd name="T6" fmla="*/ 29 w 50"/>
                <a:gd name="T7" fmla="*/ 39 h 79"/>
                <a:gd name="T8" fmla="*/ 1 w 50"/>
                <a:gd name="T9" fmla="*/ 68 h 79"/>
                <a:gd name="T10" fmla="*/ 1 w 50"/>
                <a:gd name="T11" fmla="*/ 70 h 79"/>
                <a:gd name="T12" fmla="*/ 9 w 50"/>
                <a:gd name="T13" fmla="*/ 79 h 79"/>
                <a:gd name="T14" fmla="*/ 12 w 50"/>
                <a:gd name="T15" fmla="*/ 79 h 79"/>
                <a:gd name="T16" fmla="*/ 41 w 50"/>
                <a:gd name="T17" fmla="*/ 49 h 79"/>
                <a:gd name="T18" fmla="*/ 49 w 50"/>
                <a:gd name="T19" fmla="*/ 41 h 79"/>
                <a:gd name="T20" fmla="*/ 49 w 50"/>
                <a:gd name="T21" fmla="*/ 38 h 79"/>
                <a:gd name="T22" fmla="*/ 41 w 50"/>
                <a:gd name="T23" fmla="*/ 30 h 79"/>
                <a:gd name="T24" fmla="*/ 12 w 50"/>
                <a:gd name="T25" fmla="*/ 0 h 79"/>
                <a:gd name="T26" fmla="*/ 9 w 50"/>
                <a:gd name="T27"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79">
                  <a:moveTo>
                    <a:pt x="9" y="0"/>
                  </a:moveTo>
                  <a:cubicBezTo>
                    <a:pt x="1" y="8"/>
                    <a:pt x="1" y="8"/>
                    <a:pt x="1" y="8"/>
                  </a:cubicBezTo>
                  <a:cubicBezTo>
                    <a:pt x="0" y="9"/>
                    <a:pt x="0" y="11"/>
                    <a:pt x="1" y="11"/>
                  </a:cubicBezTo>
                  <a:cubicBezTo>
                    <a:pt x="29" y="39"/>
                    <a:pt x="29" y="39"/>
                    <a:pt x="29" y="39"/>
                  </a:cubicBezTo>
                  <a:cubicBezTo>
                    <a:pt x="1" y="68"/>
                    <a:pt x="1" y="68"/>
                    <a:pt x="1" y="68"/>
                  </a:cubicBezTo>
                  <a:cubicBezTo>
                    <a:pt x="0" y="68"/>
                    <a:pt x="0" y="70"/>
                    <a:pt x="1" y="70"/>
                  </a:cubicBezTo>
                  <a:cubicBezTo>
                    <a:pt x="9" y="79"/>
                    <a:pt x="9" y="79"/>
                    <a:pt x="9" y="79"/>
                  </a:cubicBezTo>
                  <a:cubicBezTo>
                    <a:pt x="10" y="79"/>
                    <a:pt x="11" y="79"/>
                    <a:pt x="12" y="79"/>
                  </a:cubicBezTo>
                  <a:cubicBezTo>
                    <a:pt x="41" y="49"/>
                    <a:pt x="41" y="49"/>
                    <a:pt x="41" y="49"/>
                  </a:cubicBezTo>
                  <a:cubicBezTo>
                    <a:pt x="49" y="41"/>
                    <a:pt x="49" y="41"/>
                    <a:pt x="49" y="41"/>
                  </a:cubicBezTo>
                  <a:cubicBezTo>
                    <a:pt x="50" y="40"/>
                    <a:pt x="50" y="39"/>
                    <a:pt x="49" y="38"/>
                  </a:cubicBezTo>
                  <a:cubicBezTo>
                    <a:pt x="41" y="30"/>
                    <a:pt x="41" y="30"/>
                    <a:pt x="41" y="30"/>
                  </a:cubicBezTo>
                  <a:cubicBezTo>
                    <a:pt x="12" y="0"/>
                    <a:pt x="12" y="0"/>
                    <a:pt x="12" y="0"/>
                  </a:cubicBezTo>
                  <a:cubicBezTo>
                    <a:pt x="11" y="0"/>
                    <a:pt x="10" y="0"/>
                    <a:pt x="9" y="0"/>
                  </a:cubicBezTo>
                  <a:close/>
                </a:path>
              </a:pathLst>
            </a:custGeom>
            <a:solidFill>
              <a:schemeClr val="bg1"/>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1961126854"/>
      </p:ext>
    </p:extLst>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组合 16"/>
          <p:cNvGrpSpPr/>
          <p:nvPr/>
        </p:nvGrpSpPr>
        <p:grpSpPr>
          <a:xfrm>
            <a:off x="1284049" y="1778530"/>
            <a:ext cx="2673351" cy="6878638"/>
            <a:chOff x="-420688" y="1854200"/>
            <a:chExt cx="2673351" cy="6878638"/>
          </a:xfrm>
          <a:effectLst>
            <a:outerShdw blurRad="254000" dist="190500" dir="2700000" sx="102000" sy="102000" algn="tl" rotWithShape="0">
              <a:prstClr val="black">
                <a:alpha val="28000"/>
              </a:prstClr>
            </a:outerShdw>
          </a:effectLst>
        </p:grpSpPr>
        <p:sp>
          <p:nvSpPr>
            <p:cNvPr id="6" name="AutoShape 3"/>
            <p:cNvSpPr>
              <a:spLocks noChangeAspect="1" noChangeArrowheads="1" noTextEdit="1"/>
            </p:cNvSpPr>
            <p:nvPr userDrawn="1"/>
          </p:nvSpPr>
          <p:spPr bwMode="auto">
            <a:xfrm>
              <a:off x="-385763" y="1854200"/>
              <a:ext cx="2622551" cy="6861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5"/>
            <p:cNvSpPr>
              <a:spLocks/>
            </p:cNvSpPr>
            <p:nvPr userDrawn="1"/>
          </p:nvSpPr>
          <p:spPr bwMode="auto">
            <a:xfrm>
              <a:off x="214312" y="2141538"/>
              <a:ext cx="633413" cy="542925"/>
            </a:xfrm>
            <a:custGeom>
              <a:avLst/>
              <a:gdLst>
                <a:gd name="T0" fmla="*/ 19 w 37"/>
                <a:gd name="T1" fmla="*/ 0 h 32"/>
                <a:gd name="T2" fmla="*/ 0 w 37"/>
                <a:gd name="T3" fmla="*/ 18 h 32"/>
                <a:gd name="T4" fmla="*/ 7 w 37"/>
                <a:gd name="T5" fmla="*/ 32 h 32"/>
                <a:gd name="T6" fmla="*/ 7 w 37"/>
                <a:gd name="T7" fmla="*/ 24 h 32"/>
                <a:gd name="T8" fmla="*/ 5 w 37"/>
                <a:gd name="T9" fmla="*/ 18 h 32"/>
                <a:gd name="T10" fmla="*/ 19 w 37"/>
                <a:gd name="T11" fmla="*/ 5 h 32"/>
                <a:gd name="T12" fmla="*/ 32 w 37"/>
                <a:gd name="T13" fmla="*/ 18 h 32"/>
                <a:gd name="T14" fmla="*/ 31 w 37"/>
                <a:gd name="T15" fmla="*/ 25 h 32"/>
                <a:gd name="T16" fmla="*/ 31 w 37"/>
                <a:gd name="T17" fmla="*/ 32 h 32"/>
                <a:gd name="T18" fmla="*/ 37 w 37"/>
                <a:gd name="T19" fmla="*/ 18 h 32"/>
                <a:gd name="T20" fmla="*/ 19 w 37"/>
                <a:gd name="T21"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 h="32">
                  <a:moveTo>
                    <a:pt x="19" y="0"/>
                  </a:moveTo>
                  <a:cubicBezTo>
                    <a:pt x="9" y="0"/>
                    <a:pt x="0" y="8"/>
                    <a:pt x="0" y="18"/>
                  </a:cubicBezTo>
                  <a:cubicBezTo>
                    <a:pt x="0" y="24"/>
                    <a:pt x="3" y="29"/>
                    <a:pt x="7" y="32"/>
                  </a:cubicBezTo>
                  <a:cubicBezTo>
                    <a:pt x="7" y="24"/>
                    <a:pt x="7" y="24"/>
                    <a:pt x="7" y="24"/>
                  </a:cubicBezTo>
                  <a:cubicBezTo>
                    <a:pt x="6" y="22"/>
                    <a:pt x="5" y="20"/>
                    <a:pt x="5" y="18"/>
                  </a:cubicBezTo>
                  <a:cubicBezTo>
                    <a:pt x="5" y="11"/>
                    <a:pt x="11" y="5"/>
                    <a:pt x="19" y="5"/>
                  </a:cubicBezTo>
                  <a:cubicBezTo>
                    <a:pt x="26" y="5"/>
                    <a:pt x="32" y="11"/>
                    <a:pt x="32" y="18"/>
                  </a:cubicBezTo>
                  <a:cubicBezTo>
                    <a:pt x="32" y="21"/>
                    <a:pt x="32" y="23"/>
                    <a:pt x="31" y="25"/>
                  </a:cubicBezTo>
                  <a:cubicBezTo>
                    <a:pt x="31" y="32"/>
                    <a:pt x="31" y="32"/>
                    <a:pt x="31" y="32"/>
                  </a:cubicBezTo>
                  <a:cubicBezTo>
                    <a:pt x="35" y="29"/>
                    <a:pt x="37" y="24"/>
                    <a:pt x="37" y="18"/>
                  </a:cubicBezTo>
                  <a:cubicBezTo>
                    <a:pt x="37" y="8"/>
                    <a:pt x="29" y="0"/>
                    <a:pt x="19"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6"/>
            <p:cNvSpPr>
              <a:spLocks/>
            </p:cNvSpPr>
            <p:nvPr userDrawn="1"/>
          </p:nvSpPr>
          <p:spPr bwMode="auto">
            <a:xfrm>
              <a:off x="-60325" y="1870075"/>
              <a:ext cx="1182688" cy="1135063"/>
            </a:xfrm>
            <a:custGeom>
              <a:avLst/>
              <a:gdLst>
                <a:gd name="T0" fmla="*/ 35 w 69"/>
                <a:gd name="T1" fmla="*/ 0 h 67"/>
                <a:gd name="T2" fmla="*/ 0 w 69"/>
                <a:gd name="T3" fmla="*/ 34 h 67"/>
                <a:gd name="T4" fmla="*/ 23 w 69"/>
                <a:gd name="T5" fmla="*/ 66 h 67"/>
                <a:gd name="T6" fmla="*/ 23 w 69"/>
                <a:gd name="T7" fmla="*/ 61 h 67"/>
                <a:gd name="T8" fmla="*/ 5 w 69"/>
                <a:gd name="T9" fmla="*/ 34 h 67"/>
                <a:gd name="T10" fmla="*/ 35 w 69"/>
                <a:gd name="T11" fmla="*/ 5 h 67"/>
                <a:gd name="T12" fmla="*/ 64 w 69"/>
                <a:gd name="T13" fmla="*/ 34 h 67"/>
                <a:gd name="T14" fmla="*/ 47 w 69"/>
                <a:gd name="T15" fmla="*/ 61 h 67"/>
                <a:gd name="T16" fmla="*/ 47 w 69"/>
                <a:gd name="T17" fmla="*/ 67 h 67"/>
                <a:gd name="T18" fmla="*/ 69 w 69"/>
                <a:gd name="T19" fmla="*/ 34 h 67"/>
                <a:gd name="T20" fmla="*/ 35 w 69"/>
                <a:gd name="T21"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67">
                  <a:moveTo>
                    <a:pt x="35" y="0"/>
                  </a:moveTo>
                  <a:cubicBezTo>
                    <a:pt x="16" y="0"/>
                    <a:pt x="0" y="15"/>
                    <a:pt x="0" y="34"/>
                  </a:cubicBezTo>
                  <a:cubicBezTo>
                    <a:pt x="0" y="49"/>
                    <a:pt x="10" y="61"/>
                    <a:pt x="23" y="66"/>
                  </a:cubicBezTo>
                  <a:cubicBezTo>
                    <a:pt x="23" y="61"/>
                    <a:pt x="23" y="61"/>
                    <a:pt x="23" y="61"/>
                  </a:cubicBezTo>
                  <a:cubicBezTo>
                    <a:pt x="12" y="56"/>
                    <a:pt x="5" y="46"/>
                    <a:pt x="5" y="34"/>
                  </a:cubicBezTo>
                  <a:cubicBezTo>
                    <a:pt x="5" y="18"/>
                    <a:pt x="19" y="5"/>
                    <a:pt x="35" y="5"/>
                  </a:cubicBezTo>
                  <a:cubicBezTo>
                    <a:pt x="51" y="5"/>
                    <a:pt x="64" y="18"/>
                    <a:pt x="64" y="34"/>
                  </a:cubicBezTo>
                  <a:cubicBezTo>
                    <a:pt x="64" y="46"/>
                    <a:pt x="57" y="57"/>
                    <a:pt x="47" y="61"/>
                  </a:cubicBezTo>
                  <a:cubicBezTo>
                    <a:pt x="47" y="67"/>
                    <a:pt x="47" y="67"/>
                    <a:pt x="47" y="67"/>
                  </a:cubicBezTo>
                  <a:cubicBezTo>
                    <a:pt x="60" y="62"/>
                    <a:pt x="69" y="49"/>
                    <a:pt x="69" y="34"/>
                  </a:cubicBezTo>
                  <a:cubicBezTo>
                    <a:pt x="69" y="15"/>
                    <a:pt x="54" y="0"/>
                    <a:pt x="35"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7"/>
            <p:cNvSpPr>
              <a:spLocks/>
            </p:cNvSpPr>
            <p:nvPr userDrawn="1"/>
          </p:nvSpPr>
          <p:spPr bwMode="auto">
            <a:xfrm>
              <a:off x="-420688" y="2243138"/>
              <a:ext cx="2468563" cy="3778250"/>
            </a:xfrm>
            <a:custGeom>
              <a:avLst/>
              <a:gdLst>
                <a:gd name="T0" fmla="*/ 139 w 144"/>
                <a:gd name="T1" fmla="*/ 95 h 223"/>
                <a:gd name="T2" fmla="*/ 138 w 144"/>
                <a:gd name="T3" fmla="*/ 87 h 223"/>
                <a:gd name="T4" fmla="*/ 126 w 144"/>
                <a:gd name="T5" fmla="*/ 77 h 223"/>
                <a:gd name="T6" fmla="*/ 115 w 144"/>
                <a:gd name="T7" fmla="*/ 87 h 223"/>
                <a:gd name="T8" fmla="*/ 115 w 144"/>
                <a:gd name="T9" fmla="*/ 79 h 223"/>
                <a:gd name="T10" fmla="*/ 103 w 144"/>
                <a:gd name="T11" fmla="*/ 70 h 223"/>
                <a:gd name="T12" fmla="*/ 91 w 144"/>
                <a:gd name="T13" fmla="*/ 79 h 223"/>
                <a:gd name="T14" fmla="*/ 91 w 144"/>
                <a:gd name="T15" fmla="*/ 72 h 223"/>
                <a:gd name="T16" fmla="*/ 79 w 144"/>
                <a:gd name="T17" fmla="*/ 63 h 223"/>
                <a:gd name="T18" fmla="*/ 67 w 144"/>
                <a:gd name="T19" fmla="*/ 70 h 223"/>
                <a:gd name="T20" fmla="*/ 67 w 144"/>
                <a:gd name="T21" fmla="*/ 9 h 223"/>
                <a:gd name="T22" fmla="*/ 56 w 144"/>
                <a:gd name="T23" fmla="*/ 0 h 223"/>
                <a:gd name="T24" fmla="*/ 44 w 144"/>
                <a:gd name="T25" fmla="*/ 9 h 223"/>
                <a:gd name="T26" fmla="*/ 44 w 144"/>
                <a:gd name="T27" fmla="*/ 129 h 223"/>
                <a:gd name="T28" fmla="*/ 44 w 144"/>
                <a:gd name="T29" fmla="*/ 130 h 223"/>
                <a:gd name="T30" fmla="*/ 44 w 144"/>
                <a:gd name="T31" fmla="*/ 133 h 223"/>
                <a:gd name="T32" fmla="*/ 44 w 144"/>
                <a:gd name="T33" fmla="*/ 136 h 223"/>
                <a:gd name="T34" fmla="*/ 24 w 144"/>
                <a:gd name="T35" fmla="*/ 96 h 223"/>
                <a:gd name="T36" fmla="*/ 9 w 144"/>
                <a:gd name="T37" fmla="*/ 93 h 223"/>
                <a:gd name="T38" fmla="*/ 3 w 144"/>
                <a:gd name="T39" fmla="*/ 107 h 223"/>
                <a:gd name="T40" fmla="*/ 31 w 144"/>
                <a:gd name="T41" fmla="*/ 175 h 223"/>
                <a:gd name="T42" fmla="*/ 52 w 144"/>
                <a:gd name="T43" fmla="*/ 202 h 223"/>
                <a:gd name="T44" fmla="*/ 58 w 144"/>
                <a:gd name="T45" fmla="*/ 216 h 223"/>
                <a:gd name="T46" fmla="*/ 133 w 144"/>
                <a:gd name="T47" fmla="*/ 215 h 223"/>
                <a:gd name="T48" fmla="*/ 141 w 144"/>
                <a:gd name="T49" fmla="*/ 188 h 223"/>
                <a:gd name="T50" fmla="*/ 143 w 144"/>
                <a:gd name="T51" fmla="*/ 146 h 223"/>
                <a:gd name="T52" fmla="*/ 139 w 144"/>
                <a:gd name="T53" fmla="*/ 95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4" h="223">
                  <a:moveTo>
                    <a:pt x="139" y="95"/>
                  </a:moveTo>
                  <a:cubicBezTo>
                    <a:pt x="138" y="87"/>
                    <a:pt x="138" y="87"/>
                    <a:pt x="138" y="87"/>
                  </a:cubicBezTo>
                  <a:cubicBezTo>
                    <a:pt x="138" y="82"/>
                    <a:pt x="133" y="77"/>
                    <a:pt x="126" y="77"/>
                  </a:cubicBezTo>
                  <a:cubicBezTo>
                    <a:pt x="120" y="77"/>
                    <a:pt x="115" y="82"/>
                    <a:pt x="115" y="87"/>
                  </a:cubicBezTo>
                  <a:cubicBezTo>
                    <a:pt x="115" y="79"/>
                    <a:pt x="115" y="79"/>
                    <a:pt x="115" y="79"/>
                  </a:cubicBezTo>
                  <a:cubicBezTo>
                    <a:pt x="115" y="74"/>
                    <a:pt x="109" y="70"/>
                    <a:pt x="103" y="70"/>
                  </a:cubicBezTo>
                  <a:cubicBezTo>
                    <a:pt x="96" y="70"/>
                    <a:pt x="91" y="74"/>
                    <a:pt x="91" y="79"/>
                  </a:cubicBezTo>
                  <a:cubicBezTo>
                    <a:pt x="91" y="72"/>
                    <a:pt x="91" y="72"/>
                    <a:pt x="91" y="72"/>
                  </a:cubicBezTo>
                  <a:cubicBezTo>
                    <a:pt x="91" y="67"/>
                    <a:pt x="86" y="63"/>
                    <a:pt x="79" y="63"/>
                  </a:cubicBezTo>
                  <a:cubicBezTo>
                    <a:pt x="73" y="63"/>
                    <a:pt x="68" y="66"/>
                    <a:pt x="67" y="70"/>
                  </a:cubicBezTo>
                  <a:cubicBezTo>
                    <a:pt x="67" y="9"/>
                    <a:pt x="67" y="9"/>
                    <a:pt x="67" y="9"/>
                  </a:cubicBezTo>
                  <a:cubicBezTo>
                    <a:pt x="67" y="4"/>
                    <a:pt x="62" y="0"/>
                    <a:pt x="56" y="0"/>
                  </a:cubicBezTo>
                  <a:cubicBezTo>
                    <a:pt x="49" y="0"/>
                    <a:pt x="44" y="4"/>
                    <a:pt x="44" y="9"/>
                  </a:cubicBezTo>
                  <a:cubicBezTo>
                    <a:pt x="44" y="129"/>
                    <a:pt x="44" y="129"/>
                    <a:pt x="44" y="129"/>
                  </a:cubicBezTo>
                  <a:cubicBezTo>
                    <a:pt x="44" y="130"/>
                    <a:pt x="44" y="130"/>
                    <a:pt x="44" y="130"/>
                  </a:cubicBezTo>
                  <a:cubicBezTo>
                    <a:pt x="44" y="131"/>
                    <a:pt x="44" y="132"/>
                    <a:pt x="44" y="133"/>
                  </a:cubicBezTo>
                  <a:cubicBezTo>
                    <a:pt x="44" y="136"/>
                    <a:pt x="44" y="136"/>
                    <a:pt x="44" y="136"/>
                  </a:cubicBezTo>
                  <a:cubicBezTo>
                    <a:pt x="24" y="96"/>
                    <a:pt x="24" y="96"/>
                    <a:pt x="24" y="96"/>
                  </a:cubicBezTo>
                  <a:cubicBezTo>
                    <a:pt x="22" y="92"/>
                    <a:pt x="15" y="90"/>
                    <a:pt x="9" y="93"/>
                  </a:cubicBezTo>
                  <a:cubicBezTo>
                    <a:pt x="3" y="96"/>
                    <a:pt x="0" y="102"/>
                    <a:pt x="3" y="107"/>
                  </a:cubicBezTo>
                  <a:cubicBezTo>
                    <a:pt x="31" y="175"/>
                    <a:pt x="31" y="175"/>
                    <a:pt x="31" y="175"/>
                  </a:cubicBezTo>
                  <a:cubicBezTo>
                    <a:pt x="34" y="180"/>
                    <a:pt x="44" y="187"/>
                    <a:pt x="52" y="202"/>
                  </a:cubicBezTo>
                  <a:cubicBezTo>
                    <a:pt x="56" y="211"/>
                    <a:pt x="58" y="216"/>
                    <a:pt x="58" y="216"/>
                  </a:cubicBezTo>
                  <a:cubicBezTo>
                    <a:pt x="58" y="216"/>
                    <a:pt x="73" y="223"/>
                    <a:pt x="133" y="215"/>
                  </a:cubicBezTo>
                  <a:cubicBezTo>
                    <a:pt x="133" y="215"/>
                    <a:pt x="138" y="204"/>
                    <a:pt x="141" y="188"/>
                  </a:cubicBezTo>
                  <a:cubicBezTo>
                    <a:pt x="141" y="188"/>
                    <a:pt x="144" y="159"/>
                    <a:pt x="143" y="146"/>
                  </a:cubicBezTo>
                  <a:cubicBezTo>
                    <a:pt x="142" y="126"/>
                    <a:pt x="140" y="112"/>
                    <a:pt x="139" y="95"/>
                  </a:cubicBezTo>
                </a:path>
              </a:pathLst>
            </a:custGeom>
            <a:solidFill>
              <a:srgbClr val="FFB57D"/>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 name="Freeform 8"/>
            <p:cNvSpPr>
              <a:spLocks noEditPoints="1"/>
            </p:cNvSpPr>
            <p:nvPr userDrawn="1"/>
          </p:nvSpPr>
          <p:spPr bwMode="auto">
            <a:xfrm>
              <a:off x="-420688" y="2243138"/>
              <a:ext cx="2468563" cy="3709988"/>
            </a:xfrm>
            <a:custGeom>
              <a:avLst/>
              <a:gdLst>
                <a:gd name="T0" fmla="*/ 83 w 144"/>
                <a:gd name="T1" fmla="*/ 219 h 219"/>
                <a:gd name="T2" fmla="*/ 58 w 144"/>
                <a:gd name="T3" fmla="*/ 216 h 219"/>
                <a:gd name="T4" fmla="*/ 51 w 144"/>
                <a:gd name="T5" fmla="*/ 202 h 219"/>
                <a:gd name="T6" fmla="*/ 31 w 144"/>
                <a:gd name="T7" fmla="*/ 175 h 219"/>
                <a:gd name="T8" fmla="*/ 9 w 144"/>
                <a:gd name="T9" fmla="*/ 93 h 219"/>
                <a:gd name="T10" fmla="*/ 24 w 144"/>
                <a:gd name="T11" fmla="*/ 96 h 219"/>
                <a:gd name="T12" fmla="*/ 43 w 144"/>
                <a:gd name="T13" fmla="*/ 133 h 219"/>
                <a:gd name="T14" fmla="*/ 44 w 144"/>
                <a:gd name="T15" fmla="*/ 129 h 219"/>
                <a:gd name="T16" fmla="*/ 56 w 144"/>
                <a:gd name="T17" fmla="*/ 0 h 219"/>
                <a:gd name="T18" fmla="*/ 68 w 144"/>
                <a:gd name="T19" fmla="*/ 69 h 219"/>
                <a:gd name="T20" fmla="*/ 91 w 144"/>
                <a:gd name="T21" fmla="*/ 72 h 219"/>
                <a:gd name="T22" fmla="*/ 103 w 144"/>
                <a:gd name="T23" fmla="*/ 70 h 219"/>
                <a:gd name="T24" fmla="*/ 115 w 144"/>
                <a:gd name="T25" fmla="*/ 84 h 219"/>
                <a:gd name="T26" fmla="*/ 139 w 144"/>
                <a:gd name="T27" fmla="*/ 87 h 219"/>
                <a:gd name="T28" fmla="*/ 141 w 144"/>
                <a:gd name="T29" fmla="*/ 121 h 219"/>
                <a:gd name="T30" fmla="*/ 141 w 144"/>
                <a:gd name="T31" fmla="*/ 188 h 219"/>
                <a:gd name="T32" fmla="*/ 133 w 144"/>
                <a:gd name="T33" fmla="*/ 215 h 219"/>
                <a:gd name="T34" fmla="*/ 83 w 144"/>
                <a:gd name="T35" fmla="*/ 219 h 219"/>
                <a:gd name="T36" fmla="*/ 83 w 144"/>
                <a:gd name="T37" fmla="*/ 219 h 219"/>
                <a:gd name="T38" fmla="*/ 133 w 144"/>
                <a:gd name="T39" fmla="*/ 214 h 219"/>
                <a:gd name="T40" fmla="*/ 143 w 144"/>
                <a:gd name="T41" fmla="*/ 146 h 219"/>
                <a:gd name="T42" fmla="*/ 139 w 144"/>
                <a:gd name="T43" fmla="*/ 95 h 219"/>
                <a:gd name="T44" fmla="*/ 126 w 144"/>
                <a:gd name="T45" fmla="*/ 78 h 219"/>
                <a:gd name="T46" fmla="*/ 114 w 144"/>
                <a:gd name="T47" fmla="*/ 87 h 219"/>
                <a:gd name="T48" fmla="*/ 103 w 144"/>
                <a:gd name="T49" fmla="*/ 70 h 219"/>
                <a:gd name="T50" fmla="*/ 91 w 144"/>
                <a:gd name="T51" fmla="*/ 79 h 219"/>
                <a:gd name="T52" fmla="*/ 79 w 144"/>
                <a:gd name="T53" fmla="*/ 63 h 219"/>
                <a:gd name="T54" fmla="*/ 67 w 144"/>
                <a:gd name="T55" fmla="*/ 72 h 219"/>
                <a:gd name="T56" fmla="*/ 56 w 144"/>
                <a:gd name="T57" fmla="*/ 0 h 219"/>
                <a:gd name="T58" fmla="*/ 44 w 144"/>
                <a:gd name="T59" fmla="*/ 129 h 219"/>
                <a:gd name="T60" fmla="*/ 44 w 144"/>
                <a:gd name="T61" fmla="*/ 133 h 219"/>
                <a:gd name="T62" fmla="*/ 24 w 144"/>
                <a:gd name="T63" fmla="*/ 96 h 219"/>
                <a:gd name="T64" fmla="*/ 9 w 144"/>
                <a:gd name="T65" fmla="*/ 94 h 219"/>
                <a:gd name="T66" fmla="*/ 31 w 144"/>
                <a:gd name="T67" fmla="*/ 175 h 219"/>
                <a:gd name="T68" fmla="*/ 52 w 144"/>
                <a:gd name="T69" fmla="*/ 202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4" h="219">
                  <a:moveTo>
                    <a:pt x="83" y="219"/>
                  </a:moveTo>
                  <a:cubicBezTo>
                    <a:pt x="83" y="219"/>
                    <a:pt x="83" y="219"/>
                    <a:pt x="83" y="219"/>
                  </a:cubicBezTo>
                  <a:cubicBezTo>
                    <a:pt x="64" y="219"/>
                    <a:pt x="58" y="216"/>
                    <a:pt x="58" y="216"/>
                  </a:cubicBezTo>
                  <a:cubicBezTo>
                    <a:pt x="58" y="216"/>
                    <a:pt x="58" y="216"/>
                    <a:pt x="58" y="216"/>
                  </a:cubicBezTo>
                  <a:cubicBezTo>
                    <a:pt x="58" y="216"/>
                    <a:pt x="58" y="216"/>
                    <a:pt x="58" y="216"/>
                  </a:cubicBezTo>
                  <a:cubicBezTo>
                    <a:pt x="58" y="216"/>
                    <a:pt x="56" y="211"/>
                    <a:pt x="51" y="202"/>
                  </a:cubicBezTo>
                  <a:cubicBezTo>
                    <a:pt x="46" y="192"/>
                    <a:pt x="41" y="186"/>
                    <a:pt x="36" y="182"/>
                  </a:cubicBezTo>
                  <a:cubicBezTo>
                    <a:pt x="34" y="179"/>
                    <a:pt x="32" y="177"/>
                    <a:pt x="31" y="175"/>
                  </a:cubicBezTo>
                  <a:cubicBezTo>
                    <a:pt x="2" y="107"/>
                    <a:pt x="2" y="107"/>
                    <a:pt x="2" y="107"/>
                  </a:cubicBezTo>
                  <a:cubicBezTo>
                    <a:pt x="0" y="102"/>
                    <a:pt x="3" y="96"/>
                    <a:pt x="9" y="93"/>
                  </a:cubicBezTo>
                  <a:cubicBezTo>
                    <a:pt x="11" y="92"/>
                    <a:pt x="14" y="92"/>
                    <a:pt x="16" y="92"/>
                  </a:cubicBezTo>
                  <a:cubicBezTo>
                    <a:pt x="20" y="92"/>
                    <a:pt x="23" y="93"/>
                    <a:pt x="24" y="96"/>
                  </a:cubicBezTo>
                  <a:cubicBezTo>
                    <a:pt x="43" y="135"/>
                    <a:pt x="43" y="135"/>
                    <a:pt x="43" y="135"/>
                  </a:cubicBezTo>
                  <a:cubicBezTo>
                    <a:pt x="43" y="133"/>
                    <a:pt x="43" y="133"/>
                    <a:pt x="43" y="133"/>
                  </a:cubicBezTo>
                  <a:cubicBezTo>
                    <a:pt x="43" y="132"/>
                    <a:pt x="43" y="131"/>
                    <a:pt x="44" y="130"/>
                  </a:cubicBezTo>
                  <a:cubicBezTo>
                    <a:pt x="44" y="129"/>
                    <a:pt x="44" y="129"/>
                    <a:pt x="44" y="129"/>
                  </a:cubicBezTo>
                  <a:cubicBezTo>
                    <a:pt x="44" y="9"/>
                    <a:pt x="44" y="9"/>
                    <a:pt x="44" y="9"/>
                  </a:cubicBezTo>
                  <a:cubicBezTo>
                    <a:pt x="44" y="4"/>
                    <a:pt x="49" y="0"/>
                    <a:pt x="56" y="0"/>
                  </a:cubicBezTo>
                  <a:cubicBezTo>
                    <a:pt x="62" y="0"/>
                    <a:pt x="68" y="4"/>
                    <a:pt x="68" y="9"/>
                  </a:cubicBezTo>
                  <a:cubicBezTo>
                    <a:pt x="68" y="69"/>
                    <a:pt x="68" y="69"/>
                    <a:pt x="68" y="69"/>
                  </a:cubicBezTo>
                  <a:cubicBezTo>
                    <a:pt x="69" y="65"/>
                    <a:pt x="74" y="63"/>
                    <a:pt x="79" y="63"/>
                  </a:cubicBezTo>
                  <a:cubicBezTo>
                    <a:pt x="86" y="63"/>
                    <a:pt x="91" y="67"/>
                    <a:pt x="91" y="72"/>
                  </a:cubicBezTo>
                  <a:cubicBezTo>
                    <a:pt x="91" y="76"/>
                    <a:pt x="91" y="76"/>
                    <a:pt x="91" y="76"/>
                  </a:cubicBezTo>
                  <a:cubicBezTo>
                    <a:pt x="93" y="72"/>
                    <a:pt x="97" y="70"/>
                    <a:pt x="103" y="70"/>
                  </a:cubicBezTo>
                  <a:cubicBezTo>
                    <a:pt x="109" y="70"/>
                    <a:pt x="115" y="74"/>
                    <a:pt x="115" y="79"/>
                  </a:cubicBezTo>
                  <a:cubicBezTo>
                    <a:pt x="115" y="84"/>
                    <a:pt x="115" y="84"/>
                    <a:pt x="115" y="84"/>
                  </a:cubicBezTo>
                  <a:cubicBezTo>
                    <a:pt x="116" y="80"/>
                    <a:pt x="121" y="77"/>
                    <a:pt x="126" y="77"/>
                  </a:cubicBezTo>
                  <a:cubicBezTo>
                    <a:pt x="133" y="77"/>
                    <a:pt x="139" y="81"/>
                    <a:pt x="139" y="87"/>
                  </a:cubicBezTo>
                  <a:cubicBezTo>
                    <a:pt x="139" y="95"/>
                    <a:pt x="139" y="95"/>
                    <a:pt x="139" y="95"/>
                  </a:cubicBezTo>
                  <a:cubicBezTo>
                    <a:pt x="140" y="104"/>
                    <a:pt x="140" y="112"/>
                    <a:pt x="141" y="121"/>
                  </a:cubicBezTo>
                  <a:cubicBezTo>
                    <a:pt x="142" y="129"/>
                    <a:pt x="143" y="137"/>
                    <a:pt x="143" y="146"/>
                  </a:cubicBezTo>
                  <a:cubicBezTo>
                    <a:pt x="144" y="159"/>
                    <a:pt x="141" y="187"/>
                    <a:pt x="141" y="188"/>
                  </a:cubicBezTo>
                  <a:cubicBezTo>
                    <a:pt x="138" y="204"/>
                    <a:pt x="133" y="215"/>
                    <a:pt x="133" y="215"/>
                  </a:cubicBezTo>
                  <a:cubicBezTo>
                    <a:pt x="133" y="215"/>
                    <a:pt x="133" y="215"/>
                    <a:pt x="133" y="215"/>
                  </a:cubicBezTo>
                  <a:cubicBezTo>
                    <a:pt x="133" y="215"/>
                    <a:pt x="133" y="215"/>
                    <a:pt x="133" y="215"/>
                  </a:cubicBezTo>
                  <a:cubicBezTo>
                    <a:pt x="114" y="218"/>
                    <a:pt x="97" y="219"/>
                    <a:pt x="83" y="219"/>
                  </a:cubicBezTo>
                  <a:moveTo>
                    <a:pt x="58" y="216"/>
                  </a:moveTo>
                  <a:cubicBezTo>
                    <a:pt x="59" y="216"/>
                    <a:pt x="65" y="219"/>
                    <a:pt x="83" y="219"/>
                  </a:cubicBezTo>
                  <a:cubicBezTo>
                    <a:pt x="83" y="219"/>
                    <a:pt x="83" y="219"/>
                    <a:pt x="83" y="219"/>
                  </a:cubicBezTo>
                  <a:cubicBezTo>
                    <a:pt x="97" y="219"/>
                    <a:pt x="113" y="217"/>
                    <a:pt x="133" y="214"/>
                  </a:cubicBezTo>
                  <a:cubicBezTo>
                    <a:pt x="133" y="213"/>
                    <a:pt x="138" y="203"/>
                    <a:pt x="141" y="188"/>
                  </a:cubicBezTo>
                  <a:cubicBezTo>
                    <a:pt x="141" y="187"/>
                    <a:pt x="143" y="159"/>
                    <a:pt x="143" y="146"/>
                  </a:cubicBezTo>
                  <a:cubicBezTo>
                    <a:pt x="142" y="137"/>
                    <a:pt x="141" y="129"/>
                    <a:pt x="141" y="121"/>
                  </a:cubicBezTo>
                  <a:cubicBezTo>
                    <a:pt x="140" y="112"/>
                    <a:pt x="139" y="104"/>
                    <a:pt x="139" y="95"/>
                  </a:cubicBezTo>
                  <a:cubicBezTo>
                    <a:pt x="138" y="87"/>
                    <a:pt x="138" y="87"/>
                    <a:pt x="138" y="87"/>
                  </a:cubicBezTo>
                  <a:cubicBezTo>
                    <a:pt x="138" y="82"/>
                    <a:pt x="133" y="78"/>
                    <a:pt x="126" y="78"/>
                  </a:cubicBezTo>
                  <a:cubicBezTo>
                    <a:pt x="120" y="78"/>
                    <a:pt x="115" y="82"/>
                    <a:pt x="115" y="87"/>
                  </a:cubicBezTo>
                  <a:cubicBezTo>
                    <a:pt x="114" y="87"/>
                    <a:pt x="114" y="87"/>
                    <a:pt x="114" y="87"/>
                  </a:cubicBezTo>
                  <a:cubicBezTo>
                    <a:pt x="114" y="79"/>
                    <a:pt x="114" y="79"/>
                    <a:pt x="114" y="79"/>
                  </a:cubicBezTo>
                  <a:cubicBezTo>
                    <a:pt x="114" y="74"/>
                    <a:pt x="109" y="70"/>
                    <a:pt x="103" y="70"/>
                  </a:cubicBezTo>
                  <a:cubicBezTo>
                    <a:pt x="96" y="70"/>
                    <a:pt x="91" y="74"/>
                    <a:pt x="91" y="79"/>
                  </a:cubicBezTo>
                  <a:cubicBezTo>
                    <a:pt x="91" y="79"/>
                    <a:pt x="91" y="79"/>
                    <a:pt x="91" y="79"/>
                  </a:cubicBezTo>
                  <a:cubicBezTo>
                    <a:pt x="91" y="72"/>
                    <a:pt x="91" y="72"/>
                    <a:pt x="91" y="72"/>
                  </a:cubicBezTo>
                  <a:cubicBezTo>
                    <a:pt x="91" y="67"/>
                    <a:pt x="85" y="63"/>
                    <a:pt x="79" y="63"/>
                  </a:cubicBezTo>
                  <a:cubicBezTo>
                    <a:pt x="73" y="63"/>
                    <a:pt x="69" y="66"/>
                    <a:pt x="68" y="70"/>
                  </a:cubicBezTo>
                  <a:cubicBezTo>
                    <a:pt x="67" y="72"/>
                    <a:pt x="67" y="72"/>
                    <a:pt x="67" y="72"/>
                  </a:cubicBezTo>
                  <a:cubicBezTo>
                    <a:pt x="67" y="9"/>
                    <a:pt x="67" y="9"/>
                    <a:pt x="67" y="9"/>
                  </a:cubicBezTo>
                  <a:cubicBezTo>
                    <a:pt x="67" y="4"/>
                    <a:pt x="62" y="0"/>
                    <a:pt x="56" y="0"/>
                  </a:cubicBezTo>
                  <a:cubicBezTo>
                    <a:pt x="49" y="0"/>
                    <a:pt x="44" y="4"/>
                    <a:pt x="44" y="9"/>
                  </a:cubicBezTo>
                  <a:cubicBezTo>
                    <a:pt x="44" y="129"/>
                    <a:pt x="44" y="129"/>
                    <a:pt x="44" y="129"/>
                  </a:cubicBezTo>
                  <a:cubicBezTo>
                    <a:pt x="44" y="129"/>
                    <a:pt x="44" y="129"/>
                    <a:pt x="44" y="130"/>
                  </a:cubicBezTo>
                  <a:cubicBezTo>
                    <a:pt x="44" y="131"/>
                    <a:pt x="44" y="132"/>
                    <a:pt x="44" y="133"/>
                  </a:cubicBezTo>
                  <a:cubicBezTo>
                    <a:pt x="44" y="137"/>
                    <a:pt x="44" y="137"/>
                    <a:pt x="44" y="137"/>
                  </a:cubicBezTo>
                  <a:cubicBezTo>
                    <a:pt x="24" y="96"/>
                    <a:pt x="24" y="96"/>
                    <a:pt x="24" y="96"/>
                  </a:cubicBezTo>
                  <a:cubicBezTo>
                    <a:pt x="22" y="94"/>
                    <a:pt x="19" y="92"/>
                    <a:pt x="16" y="92"/>
                  </a:cubicBezTo>
                  <a:cubicBezTo>
                    <a:pt x="14" y="92"/>
                    <a:pt x="11" y="93"/>
                    <a:pt x="9" y="94"/>
                  </a:cubicBezTo>
                  <a:cubicBezTo>
                    <a:pt x="4" y="96"/>
                    <a:pt x="1" y="102"/>
                    <a:pt x="3" y="107"/>
                  </a:cubicBezTo>
                  <a:cubicBezTo>
                    <a:pt x="31" y="175"/>
                    <a:pt x="31" y="175"/>
                    <a:pt x="31" y="175"/>
                  </a:cubicBezTo>
                  <a:cubicBezTo>
                    <a:pt x="32" y="177"/>
                    <a:pt x="34" y="179"/>
                    <a:pt x="37" y="181"/>
                  </a:cubicBezTo>
                  <a:cubicBezTo>
                    <a:pt x="41" y="186"/>
                    <a:pt x="47" y="192"/>
                    <a:pt x="52" y="202"/>
                  </a:cubicBezTo>
                  <a:cubicBezTo>
                    <a:pt x="56" y="210"/>
                    <a:pt x="58" y="215"/>
                    <a:pt x="58" y="216"/>
                  </a:cubicBezTo>
                </a:path>
              </a:pathLst>
            </a:custGeom>
            <a:solidFill>
              <a:srgbClr val="FFB57D"/>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 name="Freeform 9"/>
            <p:cNvSpPr>
              <a:spLocks/>
            </p:cNvSpPr>
            <p:nvPr userDrawn="1"/>
          </p:nvSpPr>
          <p:spPr bwMode="auto">
            <a:xfrm>
              <a:off x="368300" y="2293938"/>
              <a:ext cx="325438" cy="322263"/>
            </a:xfrm>
            <a:custGeom>
              <a:avLst/>
              <a:gdLst>
                <a:gd name="T0" fmla="*/ 12 w 19"/>
                <a:gd name="T1" fmla="*/ 0 h 19"/>
                <a:gd name="T2" fmla="*/ 12 w 19"/>
                <a:gd name="T3" fmla="*/ 0 h 19"/>
                <a:gd name="T4" fmla="*/ 6 w 19"/>
                <a:gd name="T5" fmla="*/ 0 h 19"/>
                <a:gd name="T6" fmla="*/ 0 w 19"/>
                <a:gd name="T7" fmla="*/ 6 h 19"/>
                <a:gd name="T8" fmla="*/ 0 w 19"/>
                <a:gd name="T9" fmla="*/ 13 h 19"/>
                <a:gd name="T10" fmla="*/ 6 w 19"/>
                <a:gd name="T11" fmla="*/ 19 h 19"/>
                <a:gd name="T12" fmla="*/ 7 w 19"/>
                <a:gd name="T13" fmla="*/ 19 h 19"/>
                <a:gd name="T14" fmla="*/ 13 w 19"/>
                <a:gd name="T15" fmla="*/ 19 h 19"/>
                <a:gd name="T16" fmla="*/ 19 w 19"/>
                <a:gd name="T17" fmla="*/ 13 h 19"/>
                <a:gd name="T18" fmla="*/ 19 w 19"/>
                <a:gd name="T19" fmla="*/ 6 h 19"/>
                <a:gd name="T20" fmla="*/ 12 w 19"/>
                <a:gd name="T2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9">
                  <a:moveTo>
                    <a:pt x="12" y="0"/>
                  </a:moveTo>
                  <a:cubicBezTo>
                    <a:pt x="12" y="0"/>
                    <a:pt x="12" y="0"/>
                    <a:pt x="12" y="0"/>
                  </a:cubicBezTo>
                  <a:cubicBezTo>
                    <a:pt x="6" y="0"/>
                    <a:pt x="6" y="0"/>
                    <a:pt x="6" y="0"/>
                  </a:cubicBezTo>
                  <a:cubicBezTo>
                    <a:pt x="3" y="0"/>
                    <a:pt x="0" y="3"/>
                    <a:pt x="0" y="6"/>
                  </a:cubicBezTo>
                  <a:cubicBezTo>
                    <a:pt x="0" y="13"/>
                    <a:pt x="0" y="13"/>
                    <a:pt x="0" y="13"/>
                  </a:cubicBezTo>
                  <a:cubicBezTo>
                    <a:pt x="0" y="17"/>
                    <a:pt x="3" y="19"/>
                    <a:pt x="6" y="19"/>
                  </a:cubicBezTo>
                  <a:cubicBezTo>
                    <a:pt x="7" y="19"/>
                    <a:pt x="7" y="19"/>
                    <a:pt x="7" y="19"/>
                  </a:cubicBezTo>
                  <a:cubicBezTo>
                    <a:pt x="13" y="19"/>
                    <a:pt x="13" y="19"/>
                    <a:pt x="13" y="19"/>
                  </a:cubicBezTo>
                  <a:cubicBezTo>
                    <a:pt x="16" y="19"/>
                    <a:pt x="19" y="16"/>
                    <a:pt x="19" y="13"/>
                  </a:cubicBezTo>
                  <a:cubicBezTo>
                    <a:pt x="19" y="6"/>
                    <a:pt x="19" y="6"/>
                    <a:pt x="19" y="6"/>
                  </a:cubicBezTo>
                  <a:cubicBezTo>
                    <a:pt x="19" y="2"/>
                    <a:pt x="16" y="0"/>
                    <a:pt x="12" y="0"/>
                  </a:cubicBezTo>
                </a:path>
              </a:pathLst>
            </a:custGeom>
            <a:solidFill>
              <a:srgbClr val="FFD8BD"/>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 name="Freeform 10"/>
            <p:cNvSpPr>
              <a:spLocks/>
            </p:cNvSpPr>
            <p:nvPr userDrawn="1"/>
          </p:nvSpPr>
          <p:spPr bwMode="auto">
            <a:xfrm>
              <a:off x="-352425" y="3835400"/>
              <a:ext cx="377825" cy="373063"/>
            </a:xfrm>
            <a:custGeom>
              <a:avLst/>
              <a:gdLst>
                <a:gd name="T0" fmla="*/ 12 w 22"/>
                <a:gd name="T1" fmla="*/ 0 h 22"/>
                <a:gd name="T2" fmla="*/ 10 w 22"/>
                <a:gd name="T3" fmla="*/ 1 h 22"/>
                <a:gd name="T4" fmla="*/ 4 w 22"/>
                <a:gd name="T5" fmla="*/ 3 h 22"/>
                <a:gd name="T6" fmla="*/ 1 w 22"/>
                <a:gd name="T7" fmla="*/ 12 h 22"/>
                <a:gd name="T8" fmla="*/ 4 w 22"/>
                <a:gd name="T9" fmla="*/ 18 h 22"/>
                <a:gd name="T10" fmla="*/ 10 w 22"/>
                <a:gd name="T11" fmla="*/ 22 h 22"/>
                <a:gd name="T12" fmla="*/ 12 w 22"/>
                <a:gd name="T13" fmla="*/ 21 h 22"/>
                <a:gd name="T14" fmla="*/ 18 w 22"/>
                <a:gd name="T15" fmla="*/ 18 h 22"/>
                <a:gd name="T16" fmla="*/ 21 w 22"/>
                <a:gd name="T17" fmla="*/ 10 h 22"/>
                <a:gd name="T18" fmla="*/ 18 w 22"/>
                <a:gd name="T19" fmla="*/ 4 h 22"/>
                <a:gd name="T20" fmla="*/ 12 w 22"/>
                <a:gd name="T2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22">
                  <a:moveTo>
                    <a:pt x="12" y="0"/>
                  </a:moveTo>
                  <a:cubicBezTo>
                    <a:pt x="11" y="0"/>
                    <a:pt x="10" y="0"/>
                    <a:pt x="10" y="1"/>
                  </a:cubicBezTo>
                  <a:cubicBezTo>
                    <a:pt x="4" y="3"/>
                    <a:pt x="4" y="3"/>
                    <a:pt x="4" y="3"/>
                  </a:cubicBezTo>
                  <a:cubicBezTo>
                    <a:pt x="1" y="5"/>
                    <a:pt x="0" y="9"/>
                    <a:pt x="1" y="12"/>
                  </a:cubicBezTo>
                  <a:cubicBezTo>
                    <a:pt x="4" y="18"/>
                    <a:pt x="4" y="18"/>
                    <a:pt x="4" y="18"/>
                  </a:cubicBezTo>
                  <a:cubicBezTo>
                    <a:pt x="5" y="20"/>
                    <a:pt x="8" y="22"/>
                    <a:pt x="10" y="22"/>
                  </a:cubicBezTo>
                  <a:cubicBezTo>
                    <a:pt x="11" y="22"/>
                    <a:pt x="12" y="21"/>
                    <a:pt x="12" y="21"/>
                  </a:cubicBezTo>
                  <a:cubicBezTo>
                    <a:pt x="18" y="18"/>
                    <a:pt x="18" y="18"/>
                    <a:pt x="18" y="18"/>
                  </a:cubicBezTo>
                  <a:cubicBezTo>
                    <a:pt x="21" y="17"/>
                    <a:pt x="22" y="13"/>
                    <a:pt x="21" y="10"/>
                  </a:cubicBezTo>
                  <a:cubicBezTo>
                    <a:pt x="18" y="4"/>
                    <a:pt x="18" y="4"/>
                    <a:pt x="18" y="4"/>
                  </a:cubicBezTo>
                  <a:cubicBezTo>
                    <a:pt x="17" y="2"/>
                    <a:pt x="15" y="0"/>
                    <a:pt x="12" y="0"/>
                  </a:cubicBezTo>
                </a:path>
              </a:pathLst>
            </a:custGeom>
            <a:solidFill>
              <a:srgbClr val="FFD8BD"/>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 name="Rectangle 11"/>
            <p:cNvSpPr>
              <a:spLocks noChangeArrowheads="1"/>
            </p:cNvSpPr>
            <p:nvPr userDrawn="1"/>
          </p:nvSpPr>
          <p:spPr bwMode="auto">
            <a:xfrm>
              <a:off x="300037" y="5784850"/>
              <a:ext cx="1798638" cy="423863"/>
            </a:xfrm>
            <a:prstGeom prst="rect">
              <a:avLst/>
            </a:prstGeom>
            <a:solidFill>
              <a:srgbClr val="FFFFFF"/>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 name="Rectangle 12"/>
            <p:cNvSpPr>
              <a:spLocks noChangeArrowheads="1"/>
            </p:cNvSpPr>
            <p:nvPr userDrawn="1"/>
          </p:nvSpPr>
          <p:spPr bwMode="auto">
            <a:xfrm>
              <a:off x="179387" y="5970588"/>
              <a:ext cx="2073276" cy="2762250"/>
            </a:xfrm>
            <a:prstGeom prst="rect">
              <a:avLst/>
            </a:prstGeom>
            <a:solidFill>
              <a:srgbClr val="515A66"/>
            </a:solidFill>
            <a:ln>
              <a:noFill/>
            </a:ln>
          </p:spPr>
          <p:txBody>
            <a:bodyPr vert="horz" wrap="square" lIns="91440" tIns="45720" rIns="91440" bIns="45720" numCol="1" anchor="t" anchorCtr="0" compatLnSpc="1">
              <a:prstTxWarp prst="textNoShape">
                <a:avLst/>
              </a:prstTxWarp>
            </a:bodyPr>
            <a:lstStyle/>
            <a:p>
              <a:endParaRPr lang="zh-CN" altLang="en-US"/>
            </a:p>
          </p:txBody>
        </p:sp>
      </p:grpSp>
      <p:sp>
        <p:nvSpPr>
          <p:cNvPr id="15" name="文本框 14"/>
          <p:cNvSpPr txBox="1"/>
          <p:nvPr/>
        </p:nvSpPr>
        <p:spPr>
          <a:xfrm>
            <a:off x="5281571" y="2705725"/>
            <a:ext cx="3570208" cy="1446550"/>
          </a:xfrm>
          <a:prstGeom prst="rect">
            <a:avLst/>
          </a:prstGeom>
          <a:noFill/>
        </p:spPr>
        <p:txBody>
          <a:bodyPr wrap="none" rtlCol="0" anchor="ctr">
            <a:spAutoFit/>
          </a:bodyPr>
          <a:lstStyle>
            <a:defPPr>
              <a:defRPr lang="zh-CN"/>
            </a:defPPr>
            <a:lvl1pPr>
              <a:defRPr sz="3600" b="1">
                <a:solidFill>
                  <a:schemeClr val="bg1"/>
                </a:solidFill>
                <a:effectLst>
                  <a:outerShdw blurRad="266700" algn="ctr" rotWithShape="0">
                    <a:schemeClr val="bg1">
                      <a:alpha val="55000"/>
                    </a:schemeClr>
                  </a:outerShdw>
                </a:effectLst>
                <a:latin typeface="Impact" panose="020B0806030902050204" pitchFamily="34" charset="0"/>
              </a:defRPr>
            </a:lvl1pPr>
          </a:lstStyle>
          <a:p>
            <a:pPr algn="ctr"/>
            <a:r>
              <a:rPr lang="zh-CN" altLang="en-US" sz="8800" dirty="0">
                <a:solidFill>
                  <a:schemeClr val="tx1">
                    <a:lumMod val="65000"/>
                    <a:lumOff val="35000"/>
                  </a:schemeClr>
                </a:solidFill>
                <a:effectLst>
                  <a:outerShdw blurRad="152400" dist="101600" dir="2700000" algn="tl">
                    <a:srgbClr val="000000">
                      <a:alpha val="32000"/>
                    </a:srgbClr>
                  </a:outerShdw>
                </a:effectLst>
              </a:rPr>
              <a:t>时间线</a:t>
            </a:r>
          </a:p>
        </p:txBody>
      </p:sp>
    </p:spTree>
    <p:extLst>
      <p:ext uri="{BB962C8B-B14F-4D97-AF65-F5344CB8AC3E}">
        <p14:creationId xmlns:p14="http://schemas.microsoft.com/office/powerpoint/2010/main" val="250591794"/>
      </p:ext>
    </p:extLst>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8" name="Freeform 352"/>
          <p:cNvSpPr>
            <a:spLocks/>
          </p:cNvSpPr>
          <p:nvPr/>
        </p:nvSpPr>
        <p:spPr bwMode="auto">
          <a:xfrm>
            <a:off x="8388578" y="1685609"/>
            <a:ext cx="33394" cy="33394"/>
          </a:xfrm>
          <a:custGeom>
            <a:avLst/>
            <a:gdLst>
              <a:gd name="T0" fmla="*/ 0 w 16"/>
              <a:gd name="T1" fmla="*/ 8 h 17"/>
              <a:gd name="T2" fmla="*/ 0 w 16"/>
              <a:gd name="T3" fmla="*/ 9 h 17"/>
              <a:gd name="T4" fmla="*/ 8 w 16"/>
              <a:gd name="T5" fmla="*/ 17 h 17"/>
              <a:gd name="T6" fmla="*/ 16 w 16"/>
              <a:gd name="T7" fmla="*/ 9 h 17"/>
              <a:gd name="T8" fmla="*/ 16 w 16"/>
              <a:gd name="T9" fmla="*/ 8 h 17"/>
              <a:gd name="T10" fmla="*/ 8 w 16"/>
              <a:gd name="T11" fmla="*/ 0 h 17"/>
              <a:gd name="T12" fmla="*/ 0 w 16"/>
              <a:gd name="T13" fmla="*/ 8 h 17"/>
            </a:gdLst>
            <a:ahLst/>
            <a:cxnLst>
              <a:cxn ang="0">
                <a:pos x="T0" y="T1"/>
              </a:cxn>
              <a:cxn ang="0">
                <a:pos x="T2" y="T3"/>
              </a:cxn>
              <a:cxn ang="0">
                <a:pos x="T4" y="T5"/>
              </a:cxn>
              <a:cxn ang="0">
                <a:pos x="T6" y="T7"/>
              </a:cxn>
              <a:cxn ang="0">
                <a:pos x="T8" y="T9"/>
              </a:cxn>
              <a:cxn ang="0">
                <a:pos x="T10" y="T11"/>
              </a:cxn>
              <a:cxn ang="0">
                <a:pos x="T12" y="T13"/>
              </a:cxn>
            </a:cxnLst>
            <a:rect l="0" t="0" r="r" b="b"/>
            <a:pathLst>
              <a:path w="16" h="17">
                <a:moveTo>
                  <a:pt x="0" y="8"/>
                </a:moveTo>
                <a:cubicBezTo>
                  <a:pt x="0" y="9"/>
                  <a:pt x="0" y="9"/>
                  <a:pt x="0" y="9"/>
                </a:cubicBezTo>
                <a:cubicBezTo>
                  <a:pt x="0" y="13"/>
                  <a:pt x="4" y="17"/>
                  <a:pt x="8" y="17"/>
                </a:cubicBezTo>
                <a:cubicBezTo>
                  <a:pt x="12" y="17"/>
                  <a:pt x="16" y="13"/>
                  <a:pt x="16" y="9"/>
                </a:cubicBezTo>
                <a:cubicBezTo>
                  <a:pt x="16" y="8"/>
                  <a:pt x="16" y="8"/>
                  <a:pt x="16" y="8"/>
                </a:cubicBezTo>
                <a:cubicBezTo>
                  <a:pt x="16" y="4"/>
                  <a:pt x="12" y="0"/>
                  <a:pt x="8" y="0"/>
                </a:cubicBezTo>
                <a:cubicBezTo>
                  <a:pt x="4" y="0"/>
                  <a:pt x="0" y="4"/>
                  <a:pt x="0" y="8"/>
                </a:cubicBezTo>
              </a:path>
            </a:pathLst>
          </a:custGeom>
          <a:solidFill>
            <a:srgbClr val="BC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9" name="Freeform 353"/>
          <p:cNvSpPr>
            <a:spLocks noEditPoints="1"/>
          </p:cNvSpPr>
          <p:nvPr/>
        </p:nvSpPr>
        <p:spPr bwMode="auto">
          <a:xfrm>
            <a:off x="8388578" y="1766456"/>
            <a:ext cx="33394" cy="4562608"/>
          </a:xfrm>
          <a:custGeom>
            <a:avLst/>
            <a:gdLst>
              <a:gd name="T0" fmla="*/ 0 w 16"/>
              <a:gd name="T1" fmla="*/ 2268 h 2276"/>
              <a:gd name="T2" fmla="*/ 0 w 16"/>
              <a:gd name="T3" fmla="*/ 2227 h 2276"/>
              <a:gd name="T4" fmla="*/ 0 w 16"/>
              <a:gd name="T5" fmla="*/ 2185 h 2276"/>
              <a:gd name="T6" fmla="*/ 0 w 16"/>
              <a:gd name="T7" fmla="*/ 2144 h 2276"/>
              <a:gd name="T8" fmla="*/ 0 w 16"/>
              <a:gd name="T9" fmla="*/ 2103 h 2276"/>
              <a:gd name="T10" fmla="*/ 0 w 16"/>
              <a:gd name="T11" fmla="*/ 2062 h 2276"/>
              <a:gd name="T12" fmla="*/ 0 w 16"/>
              <a:gd name="T13" fmla="*/ 2021 h 2276"/>
              <a:gd name="T14" fmla="*/ 0 w 16"/>
              <a:gd name="T15" fmla="*/ 1980 h 2276"/>
              <a:gd name="T16" fmla="*/ 0 w 16"/>
              <a:gd name="T17" fmla="*/ 1939 h 2276"/>
              <a:gd name="T18" fmla="*/ 0 w 16"/>
              <a:gd name="T19" fmla="*/ 1898 h 2276"/>
              <a:gd name="T20" fmla="*/ 0 w 16"/>
              <a:gd name="T21" fmla="*/ 1857 h 2276"/>
              <a:gd name="T22" fmla="*/ 0 w 16"/>
              <a:gd name="T23" fmla="*/ 1816 h 2276"/>
              <a:gd name="T24" fmla="*/ 0 w 16"/>
              <a:gd name="T25" fmla="*/ 1775 h 2276"/>
              <a:gd name="T26" fmla="*/ 0 w 16"/>
              <a:gd name="T27" fmla="*/ 1734 h 2276"/>
              <a:gd name="T28" fmla="*/ 0 w 16"/>
              <a:gd name="T29" fmla="*/ 1692 h 2276"/>
              <a:gd name="T30" fmla="*/ 0 w 16"/>
              <a:gd name="T31" fmla="*/ 1651 h 2276"/>
              <a:gd name="T32" fmla="*/ 0 w 16"/>
              <a:gd name="T33" fmla="*/ 1610 h 2276"/>
              <a:gd name="T34" fmla="*/ 0 w 16"/>
              <a:gd name="T35" fmla="*/ 1569 h 2276"/>
              <a:gd name="T36" fmla="*/ 0 w 16"/>
              <a:gd name="T37" fmla="*/ 1528 h 2276"/>
              <a:gd name="T38" fmla="*/ 0 w 16"/>
              <a:gd name="T39" fmla="*/ 1487 h 2276"/>
              <a:gd name="T40" fmla="*/ 0 w 16"/>
              <a:gd name="T41" fmla="*/ 1446 h 2276"/>
              <a:gd name="T42" fmla="*/ 0 w 16"/>
              <a:gd name="T43" fmla="*/ 1405 h 2276"/>
              <a:gd name="T44" fmla="*/ 0 w 16"/>
              <a:gd name="T45" fmla="*/ 1364 h 2276"/>
              <a:gd name="T46" fmla="*/ 0 w 16"/>
              <a:gd name="T47" fmla="*/ 1323 h 2276"/>
              <a:gd name="T48" fmla="*/ 0 w 16"/>
              <a:gd name="T49" fmla="*/ 1282 h 2276"/>
              <a:gd name="T50" fmla="*/ 0 w 16"/>
              <a:gd name="T51" fmla="*/ 1241 h 2276"/>
              <a:gd name="T52" fmla="*/ 0 w 16"/>
              <a:gd name="T53" fmla="*/ 1199 h 2276"/>
              <a:gd name="T54" fmla="*/ 0 w 16"/>
              <a:gd name="T55" fmla="*/ 1158 h 2276"/>
              <a:gd name="T56" fmla="*/ 0 w 16"/>
              <a:gd name="T57" fmla="*/ 1117 h 2276"/>
              <a:gd name="T58" fmla="*/ 0 w 16"/>
              <a:gd name="T59" fmla="*/ 1076 h 2276"/>
              <a:gd name="T60" fmla="*/ 0 w 16"/>
              <a:gd name="T61" fmla="*/ 1035 h 2276"/>
              <a:gd name="T62" fmla="*/ 0 w 16"/>
              <a:gd name="T63" fmla="*/ 994 h 2276"/>
              <a:gd name="T64" fmla="*/ 0 w 16"/>
              <a:gd name="T65" fmla="*/ 953 h 2276"/>
              <a:gd name="T66" fmla="*/ 0 w 16"/>
              <a:gd name="T67" fmla="*/ 912 h 2276"/>
              <a:gd name="T68" fmla="*/ 0 w 16"/>
              <a:gd name="T69" fmla="*/ 871 h 2276"/>
              <a:gd name="T70" fmla="*/ 0 w 16"/>
              <a:gd name="T71" fmla="*/ 830 h 2276"/>
              <a:gd name="T72" fmla="*/ 0 w 16"/>
              <a:gd name="T73" fmla="*/ 789 h 2276"/>
              <a:gd name="T74" fmla="*/ 0 w 16"/>
              <a:gd name="T75" fmla="*/ 748 h 2276"/>
              <a:gd name="T76" fmla="*/ 0 w 16"/>
              <a:gd name="T77" fmla="*/ 706 h 2276"/>
              <a:gd name="T78" fmla="*/ 0 w 16"/>
              <a:gd name="T79" fmla="*/ 665 h 2276"/>
              <a:gd name="T80" fmla="*/ 0 w 16"/>
              <a:gd name="T81" fmla="*/ 624 h 2276"/>
              <a:gd name="T82" fmla="*/ 0 w 16"/>
              <a:gd name="T83" fmla="*/ 583 h 2276"/>
              <a:gd name="T84" fmla="*/ 0 w 16"/>
              <a:gd name="T85" fmla="*/ 542 h 2276"/>
              <a:gd name="T86" fmla="*/ 0 w 16"/>
              <a:gd name="T87" fmla="*/ 501 h 2276"/>
              <a:gd name="T88" fmla="*/ 0 w 16"/>
              <a:gd name="T89" fmla="*/ 460 h 2276"/>
              <a:gd name="T90" fmla="*/ 0 w 16"/>
              <a:gd name="T91" fmla="*/ 419 h 2276"/>
              <a:gd name="T92" fmla="*/ 0 w 16"/>
              <a:gd name="T93" fmla="*/ 378 h 2276"/>
              <a:gd name="T94" fmla="*/ 0 w 16"/>
              <a:gd name="T95" fmla="*/ 337 h 2276"/>
              <a:gd name="T96" fmla="*/ 0 w 16"/>
              <a:gd name="T97" fmla="*/ 296 h 2276"/>
              <a:gd name="T98" fmla="*/ 0 w 16"/>
              <a:gd name="T99" fmla="*/ 255 h 2276"/>
              <a:gd name="T100" fmla="*/ 0 w 16"/>
              <a:gd name="T101" fmla="*/ 213 h 2276"/>
              <a:gd name="T102" fmla="*/ 0 w 16"/>
              <a:gd name="T103" fmla="*/ 172 h 2276"/>
              <a:gd name="T104" fmla="*/ 0 w 16"/>
              <a:gd name="T105" fmla="*/ 131 h 2276"/>
              <a:gd name="T106" fmla="*/ 0 w 16"/>
              <a:gd name="T107" fmla="*/ 90 h 2276"/>
              <a:gd name="T108" fmla="*/ 0 w 16"/>
              <a:gd name="T109" fmla="*/ 49 h 2276"/>
              <a:gd name="T110" fmla="*/ 0 w 16"/>
              <a:gd name="T111" fmla="*/ 8 h 2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 h="2276">
                <a:moveTo>
                  <a:pt x="0" y="2268"/>
                </a:moveTo>
                <a:cubicBezTo>
                  <a:pt x="0" y="2268"/>
                  <a:pt x="0" y="2268"/>
                  <a:pt x="0" y="2268"/>
                </a:cubicBezTo>
                <a:cubicBezTo>
                  <a:pt x="0" y="2273"/>
                  <a:pt x="4" y="2276"/>
                  <a:pt x="8" y="2276"/>
                </a:cubicBezTo>
                <a:cubicBezTo>
                  <a:pt x="12" y="2276"/>
                  <a:pt x="16" y="2273"/>
                  <a:pt x="16" y="2268"/>
                </a:cubicBezTo>
                <a:cubicBezTo>
                  <a:pt x="16" y="2268"/>
                  <a:pt x="16" y="2268"/>
                  <a:pt x="16" y="2268"/>
                </a:cubicBezTo>
                <a:cubicBezTo>
                  <a:pt x="16" y="2263"/>
                  <a:pt x="12" y="2260"/>
                  <a:pt x="8" y="2260"/>
                </a:cubicBezTo>
                <a:cubicBezTo>
                  <a:pt x="4" y="2260"/>
                  <a:pt x="0" y="2263"/>
                  <a:pt x="0" y="2268"/>
                </a:cubicBezTo>
                <a:close/>
                <a:moveTo>
                  <a:pt x="0" y="2227"/>
                </a:moveTo>
                <a:cubicBezTo>
                  <a:pt x="0" y="2227"/>
                  <a:pt x="0" y="2227"/>
                  <a:pt x="0" y="2227"/>
                </a:cubicBezTo>
                <a:cubicBezTo>
                  <a:pt x="0" y="2232"/>
                  <a:pt x="4" y="2235"/>
                  <a:pt x="8" y="2235"/>
                </a:cubicBezTo>
                <a:cubicBezTo>
                  <a:pt x="12" y="2235"/>
                  <a:pt x="16" y="2232"/>
                  <a:pt x="16" y="2227"/>
                </a:cubicBezTo>
                <a:cubicBezTo>
                  <a:pt x="16" y="2227"/>
                  <a:pt x="16" y="2227"/>
                  <a:pt x="16" y="2227"/>
                </a:cubicBezTo>
                <a:cubicBezTo>
                  <a:pt x="16" y="2222"/>
                  <a:pt x="12" y="2219"/>
                  <a:pt x="8" y="2219"/>
                </a:cubicBezTo>
                <a:cubicBezTo>
                  <a:pt x="4" y="2219"/>
                  <a:pt x="0" y="2222"/>
                  <a:pt x="0" y="2227"/>
                </a:cubicBezTo>
                <a:close/>
                <a:moveTo>
                  <a:pt x="0" y="2185"/>
                </a:moveTo>
                <a:cubicBezTo>
                  <a:pt x="0" y="2186"/>
                  <a:pt x="0" y="2186"/>
                  <a:pt x="0" y="2186"/>
                </a:cubicBezTo>
                <a:cubicBezTo>
                  <a:pt x="0" y="2191"/>
                  <a:pt x="4" y="2194"/>
                  <a:pt x="8" y="2194"/>
                </a:cubicBezTo>
                <a:cubicBezTo>
                  <a:pt x="12" y="2194"/>
                  <a:pt x="16" y="2191"/>
                  <a:pt x="16" y="2186"/>
                </a:cubicBezTo>
                <a:cubicBezTo>
                  <a:pt x="16" y="2185"/>
                  <a:pt x="16" y="2185"/>
                  <a:pt x="16" y="2185"/>
                </a:cubicBezTo>
                <a:cubicBezTo>
                  <a:pt x="16" y="2181"/>
                  <a:pt x="12" y="2177"/>
                  <a:pt x="8" y="2177"/>
                </a:cubicBezTo>
                <a:cubicBezTo>
                  <a:pt x="4" y="2177"/>
                  <a:pt x="0" y="2181"/>
                  <a:pt x="0" y="2185"/>
                </a:cubicBezTo>
                <a:close/>
                <a:moveTo>
                  <a:pt x="0" y="2144"/>
                </a:moveTo>
                <a:cubicBezTo>
                  <a:pt x="0" y="2145"/>
                  <a:pt x="0" y="2145"/>
                  <a:pt x="0" y="2145"/>
                </a:cubicBezTo>
                <a:cubicBezTo>
                  <a:pt x="0" y="2150"/>
                  <a:pt x="4" y="2153"/>
                  <a:pt x="8" y="2153"/>
                </a:cubicBezTo>
                <a:cubicBezTo>
                  <a:pt x="12" y="2153"/>
                  <a:pt x="16" y="2150"/>
                  <a:pt x="16" y="2145"/>
                </a:cubicBezTo>
                <a:cubicBezTo>
                  <a:pt x="16" y="2144"/>
                  <a:pt x="16" y="2144"/>
                  <a:pt x="16" y="2144"/>
                </a:cubicBezTo>
                <a:cubicBezTo>
                  <a:pt x="16" y="2140"/>
                  <a:pt x="12" y="2136"/>
                  <a:pt x="8" y="2136"/>
                </a:cubicBezTo>
                <a:cubicBezTo>
                  <a:pt x="4" y="2136"/>
                  <a:pt x="0" y="2140"/>
                  <a:pt x="0" y="2144"/>
                </a:cubicBezTo>
                <a:close/>
                <a:moveTo>
                  <a:pt x="0" y="2103"/>
                </a:moveTo>
                <a:cubicBezTo>
                  <a:pt x="0" y="2104"/>
                  <a:pt x="0" y="2104"/>
                  <a:pt x="0" y="2104"/>
                </a:cubicBezTo>
                <a:cubicBezTo>
                  <a:pt x="0" y="2108"/>
                  <a:pt x="4" y="2112"/>
                  <a:pt x="8" y="2112"/>
                </a:cubicBezTo>
                <a:cubicBezTo>
                  <a:pt x="12" y="2112"/>
                  <a:pt x="16" y="2108"/>
                  <a:pt x="16" y="2104"/>
                </a:cubicBezTo>
                <a:cubicBezTo>
                  <a:pt x="16" y="2103"/>
                  <a:pt x="16" y="2103"/>
                  <a:pt x="16" y="2103"/>
                </a:cubicBezTo>
                <a:cubicBezTo>
                  <a:pt x="16" y="2099"/>
                  <a:pt x="12" y="2095"/>
                  <a:pt x="8" y="2095"/>
                </a:cubicBezTo>
                <a:cubicBezTo>
                  <a:pt x="4" y="2095"/>
                  <a:pt x="0" y="2099"/>
                  <a:pt x="0" y="2103"/>
                </a:cubicBezTo>
                <a:close/>
                <a:moveTo>
                  <a:pt x="0" y="2062"/>
                </a:moveTo>
                <a:cubicBezTo>
                  <a:pt x="0" y="2063"/>
                  <a:pt x="0" y="2063"/>
                  <a:pt x="0" y="2063"/>
                </a:cubicBezTo>
                <a:cubicBezTo>
                  <a:pt x="0" y="2067"/>
                  <a:pt x="4" y="2071"/>
                  <a:pt x="8" y="2071"/>
                </a:cubicBezTo>
                <a:cubicBezTo>
                  <a:pt x="12" y="2071"/>
                  <a:pt x="16" y="2067"/>
                  <a:pt x="16" y="2063"/>
                </a:cubicBezTo>
                <a:cubicBezTo>
                  <a:pt x="16" y="2062"/>
                  <a:pt x="16" y="2062"/>
                  <a:pt x="16" y="2062"/>
                </a:cubicBezTo>
                <a:cubicBezTo>
                  <a:pt x="16" y="2058"/>
                  <a:pt x="12" y="2054"/>
                  <a:pt x="8" y="2054"/>
                </a:cubicBezTo>
                <a:cubicBezTo>
                  <a:pt x="4" y="2054"/>
                  <a:pt x="0" y="2058"/>
                  <a:pt x="0" y="2062"/>
                </a:cubicBezTo>
                <a:close/>
                <a:moveTo>
                  <a:pt x="0" y="2021"/>
                </a:moveTo>
                <a:cubicBezTo>
                  <a:pt x="0" y="2022"/>
                  <a:pt x="0" y="2022"/>
                  <a:pt x="0" y="2022"/>
                </a:cubicBezTo>
                <a:cubicBezTo>
                  <a:pt x="0" y="2026"/>
                  <a:pt x="4" y="2030"/>
                  <a:pt x="8" y="2030"/>
                </a:cubicBezTo>
                <a:cubicBezTo>
                  <a:pt x="12" y="2030"/>
                  <a:pt x="16" y="2026"/>
                  <a:pt x="16" y="2022"/>
                </a:cubicBezTo>
                <a:cubicBezTo>
                  <a:pt x="16" y="2021"/>
                  <a:pt x="16" y="2021"/>
                  <a:pt x="16" y="2021"/>
                </a:cubicBezTo>
                <a:cubicBezTo>
                  <a:pt x="16" y="2017"/>
                  <a:pt x="12" y="2013"/>
                  <a:pt x="8" y="2013"/>
                </a:cubicBezTo>
                <a:cubicBezTo>
                  <a:pt x="4" y="2013"/>
                  <a:pt x="0" y="2017"/>
                  <a:pt x="0" y="2021"/>
                </a:cubicBezTo>
                <a:close/>
                <a:moveTo>
                  <a:pt x="0" y="1980"/>
                </a:moveTo>
                <a:cubicBezTo>
                  <a:pt x="0" y="1981"/>
                  <a:pt x="0" y="1981"/>
                  <a:pt x="0" y="1981"/>
                </a:cubicBezTo>
                <a:cubicBezTo>
                  <a:pt x="0" y="1985"/>
                  <a:pt x="4" y="1989"/>
                  <a:pt x="8" y="1989"/>
                </a:cubicBezTo>
                <a:cubicBezTo>
                  <a:pt x="12" y="1989"/>
                  <a:pt x="16" y="1985"/>
                  <a:pt x="16" y="1981"/>
                </a:cubicBezTo>
                <a:cubicBezTo>
                  <a:pt x="16" y="1980"/>
                  <a:pt x="16" y="1980"/>
                  <a:pt x="16" y="1980"/>
                </a:cubicBezTo>
                <a:cubicBezTo>
                  <a:pt x="16" y="1976"/>
                  <a:pt x="12" y="1972"/>
                  <a:pt x="8" y="1972"/>
                </a:cubicBezTo>
                <a:cubicBezTo>
                  <a:pt x="4" y="1972"/>
                  <a:pt x="0" y="1976"/>
                  <a:pt x="0" y="1980"/>
                </a:cubicBezTo>
                <a:close/>
                <a:moveTo>
                  <a:pt x="0" y="1939"/>
                </a:moveTo>
                <a:cubicBezTo>
                  <a:pt x="0" y="1940"/>
                  <a:pt x="0" y="1940"/>
                  <a:pt x="0" y="1940"/>
                </a:cubicBezTo>
                <a:cubicBezTo>
                  <a:pt x="0" y="1944"/>
                  <a:pt x="4" y="1948"/>
                  <a:pt x="8" y="1948"/>
                </a:cubicBezTo>
                <a:cubicBezTo>
                  <a:pt x="12" y="1948"/>
                  <a:pt x="16" y="1944"/>
                  <a:pt x="16" y="1940"/>
                </a:cubicBezTo>
                <a:cubicBezTo>
                  <a:pt x="16" y="1939"/>
                  <a:pt x="16" y="1939"/>
                  <a:pt x="16" y="1939"/>
                </a:cubicBezTo>
                <a:cubicBezTo>
                  <a:pt x="16" y="1935"/>
                  <a:pt x="12" y="1931"/>
                  <a:pt x="8" y="1931"/>
                </a:cubicBezTo>
                <a:cubicBezTo>
                  <a:pt x="4" y="1931"/>
                  <a:pt x="0" y="1935"/>
                  <a:pt x="0" y="1939"/>
                </a:cubicBezTo>
                <a:close/>
                <a:moveTo>
                  <a:pt x="0" y="1898"/>
                </a:moveTo>
                <a:cubicBezTo>
                  <a:pt x="0" y="1899"/>
                  <a:pt x="0" y="1899"/>
                  <a:pt x="0" y="1899"/>
                </a:cubicBezTo>
                <a:cubicBezTo>
                  <a:pt x="0" y="1903"/>
                  <a:pt x="4" y="1907"/>
                  <a:pt x="8" y="1907"/>
                </a:cubicBezTo>
                <a:cubicBezTo>
                  <a:pt x="12" y="1907"/>
                  <a:pt x="16" y="1903"/>
                  <a:pt x="16" y="1899"/>
                </a:cubicBezTo>
                <a:cubicBezTo>
                  <a:pt x="16" y="1898"/>
                  <a:pt x="16" y="1898"/>
                  <a:pt x="16" y="1898"/>
                </a:cubicBezTo>
                <a:cubicBezTo>
                  <a:pt x="16" y="1893"/>
                  <a:pt x="12" y="1890"/>
                  <a:pt x="8" y="1890"/>
                </a:cubicBezTo>
                <a:cubicBezTo>
                  <a:pt x="4" y="1890"/>
                  <a:pt x="0" y="1893"/>
                  <a:pt x="0" y="1898"/>
                </a:cubicBezTo>
                <a:close/>
                <a:moveTo>
                  <a:pt x="0" y="1857"/>
                </a:moveTo>
                <a:cubicBezTo>
                  <a:pt x="0" y="1858"/>
                  <a:pt x="0" y="1858"/>
                  <a:pt x="0" y="1858"/>
                </a:cubicBezTo>
                <a:cubicBezTo>
                  <a:pt x="0" y="1862"/>
                  <a:pt x="4" y="1866"/>
                  <a:pt x="8" y="1866"/>
                </a:cubicBezTo>
                <a:cubicBezTo>
                  <a:pt x="12" y="1866"/>
                  <a:pt x="16" y="1862"/>
                  <a:pt x="16" y="1858"/>
                </a:cubicBezTo>
                <a:cubicBezTo>
                  <a:pt x="16" y="1857"/>
                  <a:pt x="16" y="1857"/>
                  <a:pt x="16" y="1857"/>
                </a:cubicBezTo>
                <a:cubicBezTo>
                  <a:pt x="16" y="1852"/>
                  <a:pt x="12" y="1849"/>
                  <a:pt x="8" y="1849"/>
                </a:cubicBezTo>
                <a:cubicBezTo>
                  <a:pt x="4" y="1849"/>
                  <a:pt x="0" y="1852"/>
                  <a:pt x="0" y="1857"/>
                </a:cubicBezTo>
                <a:close/>
                <a:moveTo>
                  <a:pt x="0" y="1816"/>
                </a:moveTo>
                <a:cubicBezTo>
                  <a:pt x="0" y="1816"/>
                  <a:pt x="0" y="1816"/>
                  <a:pt x="0" y="1816"/>
                </a:cubicBezTo>
                <a:cubicBezTo>
                  <a:pt x="0" y="1821"/>
                  <a:pt x="4" y="1824"/>
                  <a:pt x="8" y="1824"/>
                </a:cubicBezTo>
                <a:cubicBezTo>
                  <a:pt x="12" y="1824"/>
                  <a:pt x="16" y="1821"/>
                  <a:pt x="16" y="1816"/>
                </a:cubicBezTo>
                <a:cubicBezTo>
                  <a:pt x="16" y="1816"/>
                  <a:pt x="16" y="1816"/>
                  <a:pt x="16" y="1816"/>
                </a:cubicBezTo>
                <a:cubicBezTo>
                  <a:pt x="16" y="1811"/>
                  <a:pt x="12" y="1808"/>
                  <a:pt x="8" y="1808"/>
                </a:cubicBezTo>
                <a:cubicBezTo>
                  <a:pt x="4" y="1808"/>
                  <a:pt x="0" y="1811"/>
                  <a:pt x="0" y="1816"/>
                </a:cubicBezTo>
                <a:close/>
                <a:moveTo>
                  <a:pt x="0" y="1775"/>
                </a:moveTo>
                <a:cubicBezTo>
                  <a:pt x="0" y="1775"/>
                  <a:pt x="0" y="1775"/>
                  <a:pt x="0" y="1775"/>
                </a:cubicBezTo>
                <a:cubicBezTo>
                  <a:pt x="0" y="1780"/>
                  <a:pt x="4" y="1783"/>
                  <a:pt x="8" y="1783"/>
                </a:cubicBezTo>
                <a:cubicBezTo>
                  <a:pt x="12" y="1783"/>
                  <a:pt x="16" y="1780"/>
                  <a:pt x="16" y="1775"/>
                </a:cubicBezTo>
                <a:cubicBezTo>
                  <a:pt x="16" y="1775"/>
                  <a:pt x="16" y="1775"/>
                  <a:pt x="16" y="1775"/>
                </a:cubicBezTo>
                <a:cubicBezTo>
                  <a:pt x="16" y="1770"/>
                  <a:pt x="12" y="1767"/>
                  <a:pt x="8" y="1767"/>
                </a:cubicBezTo>
                <a:cubicBezTo>
                  <a:pt x="4" y="1767"/>
                  <a:pt x="0" y="1770"/>
                  <a:pt x="0" y="1775"/>
                </a:cubicBezTo>
                <a:close/>
                <a:moveTo>
                  <a:pt x="0" y="1734"/>
                </a:moveTo>
                <a:cubicBezTo>
                  <a:pt x="0" y="1734"/>
                  <a:pt x="0" y="1734"/>
                  <a:pt x="0" y="1734"/>
                </a:cubicBezTo>
                <a:cubicBezTo>
                  <a:pt x="0" y="1739"/>
                  <a:pt x="4" y="1742"/>
                  <a:pt x="8" y="1742"/>
                </a:cubicBezTo>
                <a:cubicBezTo>
                  <a:pt x="12" y="1742"/>
                  <a:pt x="16" y="1739"/>
                  <a:pt x="16" y="1734"/>
                </a:cubicBezTo>
                <a:cubicBezTo>
                  <a:pt x="16" y="1734"/>
                  <a:pt x="16" y="1734"/>
                  <a:pt x="16" y="1734"/>
                </a:cubicBezTo>
                <a:cubicBezTo>
                  <a:pt x="16" y="1729"/>
                  <a:pt x="12" y="1726"/>
                  <a:pt x="8" y="1726"/>
                </a:cubicBezTo>
                <a:cubicBezTo>
                  <a:pt x="4" y="1726"/>
                  <a:pt x="0" y="1729"/>
                  <a:pt x="0" y="1734"/>
                </a:cubicBezTo>
                <a:close/>
                <a:moveTo>
                  <a:pt x="0" y="1692"/>
                </a:moveTo>
                <a:cubicBezTo>
                  <a:pt x="0" y="1693"/>
                  <a:pt x="0" y="1693"/>
                  <a:pt x="0" y="1693"/>
                </a:cubicBezTo>
                <a:cubicBezTo>
                  <a:pt x="0" y="1698"/>
                  <a:pt x="4" y="1701"/>
                  <a:pt x="8" y="1701"/>
                </a:cubicBezTo>
                <a:cubicBezTo>
                  <a:pt x="12" y="1701"/>
                  <a:pt x="16" y="1698"/>
                  <a:pt x="16" y="1693"/>
                </a:cubicBezTo>
                <a:cubicBezTo>
                  <a:pt x="16" y="1692"/>
                  <a:pt x="16" y="1692"/>
                  <a:pt x="16" y="1692"/>
                </a:cubicBezTo>
                <a:cubicBezTo>
                  <a:pt x="16" y="1688"/>
                  <a:pt x="12" y="1684"/>
                  <a:pt x="8" y="1684"/>
                </a:cubicBezTo>
                <a:cubicBezTo>
                  <a:pt x="4" y="1684"/>
                  <a:pt x="0" y="1688"/>
                  <a:pt x="0" y="1692"/>
                </a:cubicBezTo>
                <a:close/>
                <a:moveTo>
                  <a:pt x="0" y="1651"/>
                </a:moveTo>
                <a:cubicBezTo>
                  <a:pt x="0" y="1652"/>
                  <a:pt x="0" y="1652"/>
                  <a:pt x="0" y="1652"/>
                </a:cubicBezTo>
                <a:cubicBezTo>
                  <a:pt x="0" y="1657"/>
                  <a:pt x="4" y="1660"/>
                  <a:pt x="8" y="1660"/>
                </a:cubicBezTo>
                <a:cubicBezTo>
                  <a:pt x="12" y="1660"/>
                  <a:pt x="16" y="1657"/>
                  <a:pt x="16" y="1652"/>
                </a:cubicBezTo>
                <a:cubicBezTo>
                  <a:pt x="16" y="1651"/>
                  <a:pt x="16" y="1651"/>
                  <a:pt x="16" y="1651"/>
                </a:cubicBezTo>
                <a:cubicBezTo>
                  <a:pt x="16" y="1647"/>
                  <a:pt x="12" y="1643"/>
                  <a:pt x="8" y="1643"/>
                </a:cubicBezTo>
                <a:cubicBezTo>
                  <a:pt x="4" y="1643"/>
                  <a:pt x="0" y="1647"/>
                  <a:pt x="0" y="1651"/>
                </a:cubicBezTo>
                <a:close/>
                <a:moveTo>
                  <a:pt x="0" y="1610"/>
                </a:moveTo>
                <a:cubicBezTo>
                  <a:pt x="0" y="1611"/>
                  <a:pt x="0" y="1611"/>
                  <a:pt x="0" y="1611"/>
                </a:cubicBezTo>
                <a:cubicBezTo>
                  <a:pt x="0" y="1615"/>
                  <a:pt x="4" y="1619"/>
                  <a:pt x="8" y="1619"/>
                </a:cubicBezTo>
                <a:cubicBezTo>
                  <a:pt x="12" y="1619"/>
                  <a:pt x="16" y="1615"/>
                  <a:pt x="16" y="1611"/>
                </a:cubicBezTo>
                <a:cubicBezTo>
                  <a:pt x="16" y="1610"/>
                  <a:pt x="16" y="1610"/>
                  <a:pt x="16" y="1610"/>
                </a:cubicBezTo>
                <a:cubicBezTo>
                  <a:pt x="16" y="1606"/>
                  <a:pt x="12" y="1602"/>
                  <a:pt x="8" y="1602"/>
                </a:cubicBezTo>
                <a:cubicBezTo>
                  <a:pt x="4" y="1602"/>
                  <a:pt x="0" y="1606"/>
                  <a:pt x="0" y="1610"/>
                </a:cubicBezTo>
                <a:close/>
                <a:moveTo>
                  <a:pt x="0" y="1569"/>
                </a:moveTo>
                <a:cubicBezTo>
                  <a:pt x="0" y="1570"/>
                  <a:pt x="0" y="1570"/>
                  <a:pt x="0" y="1570"/>
                </a:cubicBezTo>
                <a:cubicBezTo>
                  <a:pt x="0" y="1574"/>
                  <a:pt x="4" y="1578"/>
                  <a:pt x="8" y="1578"/>
                </a:cubicBezTo>
                <a:cubicBezTo>
                  <a:pt x="12" y="1578"/>
                  <a:pt x="16" y="1574"/>
                  <a:pt x="16" y="1570"/>
                </a:cubicBezTo>
                <a:cubicBezTo>
                  <a:pt x="16" y="1569"/>
                  <a:pt x="16" y="1569"/>
                  <a:pt x="16" y="1569"/>
                </a:cubicBezTo>
                <a:cubicBezTo>
                  <a:pt x="16" y="1565"/>
                  <a:pt x="12" y="1561"/>
                  <a:pt x="8" y="1561"/>
                </a:cubicBezTo>
                <a:cubicBezTo>
                  <a:pt x="4" y="1561"/>
                  <a:pt x="0" y="1565"/>
                  <a:pt x="0" y="1569"/>
                </a:cubicBezTo>
                <a:close/>
                <a:moveTo>
                  <a:pt x="0" y="1528"/>
                </a:moveTo>
                <a:cubicBezTo>
                  <a:pt x="0" y="1529"/>
                  <a:pt x="0" y="1529"/>
                  <a:pt x="0" y="1529"/>
                </a:cubicBezTo>
                <a:cubicBezTo>
                  <a:pt x="0" y="1533"/>
                  <a:pt x="4" y="1537"/>
                  <a:pt x="8" y="1537"/>
                </a:cubicBezTo>
                <a:cubicBezTo>
                  <a:pt x="12" y="1537"/>
                  <a:pt x="16" y="1533"/>
                  <a:pt x="16" y="1529"/>
                </a:cubicBezTo>
                <a:cubicBezTo>
                  <a:pt x="16" y="1528"/>
                  <a:pt x="16" y="1528"/>
                  <a:pt x="16" y="1528"/>
                </a:cubicBezTo>
                <a:cubicBezTo>
                  <a:pt x="16" y="1524"/>
                  <a:pt x="12" y="1520"/>
                  <a:pt x="8" y="1520"/>
                </a:cubicBezTo>
                <a:cubicBezTo>
                  <a:pt x="4" y="1520"/>
                  <a:pt x="0" y="1524"/>
                  <a:pt x="0" y="1528"/>
                </a:cubicBezTo>
                <a:close/>
                <a:moveTo>
                  <a:pt x="0" y="1487"/>
                </a:moveTo>
                <a:cubicBezTo>
                  <a:pt x="0" y="1488"/>
                  <a:pt x="0" y="1488"/>
                  <a:pt x="0" y="1488"/>
                </a:cubicBezTo>
                <a:cubicBezTo>
                  <a:pt x="0" y="1492"/>
                  <a:pt x="4" y="1496"/>
                  <a:pt x="8" y="1496"/>
                </a:cubicBezTo>
                <a:cubicBezTo>
                  <a:pt x="12" y="1496"/>
                  <a:pt x="16" y="1492"/>
                  <a:pt x="16" y="1488"/>
                </a:cubicBezTo>
                <a:cubicBezTo>
                  <a:pt x="16" y="1487"/>
                  <a:pt x="16" y="1487"/>
                  <a:pt x="16" y="1487"/>
                </a:cubicBezTo>
                <a:cubicBezTo>
                  <a:pt x="16" y="1483"/>
                  <a:pt x="12" y="1479"/>
                  <a:pt x="8" y="1479"/>
                </a:cubicBezTo>
                <a:cubicBezTo>
                  <a:pt x="4" y="1479"/>
                  <a:pt x="0" y="1483"/>
                  <a:pt x="0" y="1487"/>
                </a:cubicBezTo>
                <a:close/>
                <a:moveTo>
                  <a:pt x="0" y="1446"/>
                </a:moveTo>
                <a:cubicBezTo>
                  <a:pt x="0" y="1447"/>
                  <a:pt x="0" y="1447"/>
                  <a:pt x="0" y="1447"/>
                </a:cubicBezTo>
                <a:cubicBezTo>
                  <a:pt x="0" y="1451"/>
                  <a:pt x="4" y="1455"/>
                  <a:pt x="8" y="1455"/>
                </a:cubicBezTo>
                <a:cubicBezTo>
                  <a:pt x="12" y="1455"/>
                  <a:pt x="16" y="1451"/>
                  <a:pt x="16" y="1447"/>
                </a:cubicBezTo>
                <a:cubicBezTo>
                  <a:pt x="16" y="1446"/>
                  <a:pt x="16" y="1446"/>
                  <a:pt x="16" y="1446"/>
                </a:cubicBezTo>
                <a:cubicBezTo>
                  <a:pt x="16" y="1442"/>
                  <a:pt x="12" y="1438"/>
                  <a:pt x="8" y="1438"/>
                </a:cubicBezTo>
                <a:cubicBezTo>
                  <a:pt x="4" y="1438"/>
                  <a:pt x="0" y="1442"/>
                  <a:pt x="0" y="1446"/>
                </a:cubicBezTo>
                <a:close/>
                <a:moveTo>
                  <a:pt x="0" y="1405"/>
                </a:moveTo>
                <a:cubicBezTo>
                  <a:pt x="0" y="1406"/>
                  <a:pt x="0" y="1406"/>
                  <a:pt x="0" y="1406"/>
                </a:cubicBezTo>
                <a:cubicBezTo>
                  <a:pt x="0" y="1410"/>
                  <a:pt x="4" y="1414"/>
                  <a:pt x="8" y="1414"/>
                </a:cubicBezTo>
                <a:cubicBezTo>
                  <a:pt x="12" y="1414"/>
                  <a:pt x="16" y="1410"/>
                  <a:pt x="16" y="1406"/>
                </a:cubicBezTo>
                <a:cubicBezTo>
                  <a:pt x="16" y="1405"/>
                  <a:pt x="16" y="1405"/>
                  <a:pt x="16" y="1405"/>
                </a:cubicBezTo>
                <a:cubicBezTo>
                  <a:pt x="16" y="1400"/>
                  <a:pt x="12" y="1397"/>
                  <a:pt x="8" y="1397"/>
                </a:cubicBezTo>
                <a:cubicBezTo>
                  <a:pt x="4" y="1397"/>
                  <a:pt x="0" y="1400"/>
                  <a:pt x="0" y="1405"/>
                </a:cubicBezTo>
                <a:close/>
                <a:moveTo>
                  <a:pt x="0" y="1364"/>
                </a:moveTo>
                <a:cubicBezTo>
                  <a:pt x="0" y="1365"/>
                  <a:pt x="0" y="1365"/>
                  <a:pt x="0" y="1365"/>
                </a:cubicBezTo>
                <a:cubicBezTo>
                  <a:pt x="0" y="1369"/>
                  <a:pt x="4" y="1373"/>
                  <a:pt x="8" y="1373"/>
                </a:cubicBezTo>
                <a:cubicBezTo>
                  <a:pt x="12" y="1373"/>
                  <a:pt x="16" y="1369"/>
                  <a:pt x="16" y="1365"/>
                </a:cubicBezTo>
                <a:cubicBezTo>
                  <a:pt x="16" y="1364"/>
                  <a:pt x="16" y="1364"/>
                  <a:pt x="16" y="1364"/>
                </a:cubicBezTo>
                <a:cubicBezTo>
                  <a:pt x="16" y="1359"/>
                  <a:pt x="12" y="1356"/>
                  <a:pt x="8" y="1356"/>
                </a:cubicBezTo>
                <a:cubicBezTo>
                  <a:pt x="4" y="1356"/>
                  <a:pt x="0" y="1359"/>
                  <a:pt x="0" y="1364"/>
                </a:cubicBezTo>
                <a:close/>
                <a:moveTo>
                  <a:pt x="0" y="1323"/>
                </a:moveTo>
                <a:cubicBezTo>
                  <a:pt x="0" y="1323"/>
                  <a:pt x="0" y="1323"/>
                  <a:pt x="0" y="1323"/>
                </a:cubicBezTo>
                <a:cubicBezTo>
                  <a:pt x="0" y="1328"/>
                  <a:pt x="4" y="1331"/>
                  <a:pt x="8" y="1331"/>
                </a:cubicBezTo>
                <a:cubicBezTo>
                  <a:pt x="12" y="1331"/>
                  <a:pt x="16" y="1328"/>
                  <a:pt x="16" y="1323"/>
                </a:cubicBezTo>
                <a:cubicBezTo>
                  <a:pt x="16" y="1323"/>
                  <a:pt x="16" y="1323"/>
                  <a:pt x="16" y="1323"/>
                </a:cubicBezTo>
                <a:cubicBezTo>
                  <a:pt x="16" y="1318"/>
                  <a:pt x="12" y="1315"/>
                  <a:pt x="8" y="1315"/>
                </a:cubicBezTo>
                <a:cubicBezTo>
                  <a:pt x="4" y="1315"/>
                  <a:pt x="0" y="1318"/>
                  <a:pt x="0" y="1323"/>
                </a:cubicBezTo>
                <a:close/>
                <a:moveTo>
                  <a:pt x="0" y="1282"/>
                </a:moveTo>
                <a:cubicBezTo>
                  <a:pt x="0" y="1282"/>
                  <a:pt x="0" y="1282"/>
                  <a:pt x="0" y="1282"/>
                </a:cubicBezTo>
                <a:cubicBezTo>
                  <a:pt x="0" y="1287"/>
                  <a:pt x="4" y="1290"/>
                  <a:pt x="8" y="1290"/>
                </a:cubicBezTo>
                <a:cubicBezTo>
                  <a:pt x="12" y="1290"/>
                  <a:pt x="16" y="1287"/>
                  <a:pt x="16" y="1282"/>
                </a:cubicBezTo>
                <a:cubicBezTo>
                  <a:pt x="16" y="1282"/>
                  <a:pt x="16" y="1282"/>
                  <a:pt x="16" y="1282"/>
                </a:cubicBezTo>
                <a:cubicBezTo>
                  <a:pt x="16" y="1277"/>
                  <a:pt x="12" y="1274"/>
                  <a:pt x="8" y="1274"/>
                </a:cubicBezTo>
                <a:cubicBezTo>
                  <a:pt x="4" y="1274"/>
                  <a:pt x="0" y="1277"/>
                  <a:pt x="0" y="1282"/>
                </a:cubicBezTo>
                <a:close/>
                <a:moveTo>
                  <a:pt x="0" y="1241"/>
                </a:moveTo>
                <a:cubicBezTo>
                  <a:pt x="0" y="1241"/>
                  <a:pt x="0" y="1241"/>
                  <a:pt x="0" y="1241"/>
                </a:cubicBezTo>
                <a:cubicBezTo>
                  <a:pt x="0" y="1246"/>
                  <a:pt x="4" y="1249"/>
                  <a:pt x="8" y="1249"/>
                </a:cubicBezTo>
                <a:cubicBezTo>
                  <a:pt x="12" y="1249"/>
                  <a:pt x="16" y="1246"/>
                  <a:pt x="16" y="1241"/>
                </a:cubicBezTo>
                <a:cubicBezTo>
                  <a:pt x="16" y="1241"/>
                  <a:pt x="16" y="1241"/>
                  <a:pt x="16" y="1241"/>
                </a:cubicBezTo>
                <a:cubicBezTo>
                  <a:pt x="16" y="1236"/>
                  <a:pt x="12" y="1233"/>
                  <a:pt x="8" y="1233"/>
                </a:cubicBezTo>
                <a:cubicBezTo>
                  <a:pt x="4" y="1233"/>
                  <a:pt x="0" y="1236"/>
                  <a:pt x="0" y="1241"/>
                </a:cubicBezTo>
                <a:close/>
                <a:moveTo>
                  <a:pt x="0" y="1199"/>
                </a:moveTo>
                <a:cubicBezTo>
                  <a:pt x="0" y="1200"/>
                  <a:pt x="0" y="1200"/>
                  <a:pt x="0" y="1200"/>
                </a:cubicBezTo>
                <a:cubicBezTo>
                  <a:pt x="0" y="1205"/>
                  <a:pt x="4" y="1208"/>
                  <a:pt x="8" y="1208"/>
                </a:cubicBezTo>
                <a:cubicBezTo>
                  <a:pt x="12" y="1208"/>
                  <a:pt x="16" y="1205"/>
                  <a:pt x="16" y="1200"/>
                </a:cubicBezTo>
                <a:cubicBezTo>
                  <a:pt x="16" y="1199"/>
                  <a:pt x="16" y="1199"/>
                  <a:pt x="16" y="1199"/>
                </a:cubicBezTo>
                <a:cubicBezTo>
                  <a:pt x="16" y="1195"/>
                  <a:pt x="12" y="1191"/>
                  <a:pt x="8" y="1191"/>
                </a:cubicBezTo>
                <a:cubicBezTo>
                  <a:pt x="4" y="1191"/>
                  <a:pt x="0" y="1195"/>
                  <a:pt x="0" y="1199"/>
                </a:cubicBezTo>
                <a:close/>
                <a:moveTo>
                  <a:pt x="0" y="1158"/>
                </a:moveTo>
                <a:cubicBezTo>
                  <a:pt x="0" y="1159"/>
                  <a:pt x="0" y="1159"/>
                  <a:pt x="0" y="1159"/>
                </a:cubicBezTo>
                <a:cubicBezTo>
                  <a:pt x="0" y="1164"/>
                  <a:pt x="4" y="1167"/>
                  <a:pt x="8" y="1167"/>
                </a:cubicBezTo>
                <a:cubicBezTo>
                  <a:pt x="12" y="1167"/>
                  <a:pt x="16" y="1164"/>
                  <a:pt x="16" y="1159"/>
                </a:cubicBezTo>
                <a:cubicBezTo>
                  <a:pt x="16" y="1158"/>
                  <a:pt x="16" y="1158"/>
                  <a:pt x="16" y="1158"/>
                </a:cubicBezTo>
                <a:cubicBezTo>
                  <a:pt x="16" y="1154"/>
                  <a:pt x="12" y="1150"/>
                  <a:pt x="8" y="1150"/>
                </a:cubicBezTo>
                <a:cubicBezTo>
                  <a:pt x="4" y="1150"/>
                  <a:pt x="0" y="1154"/>
                  <a:pt x="0" y="1158"/>
                </a:cubicBezTo>
                <a:close/>
                <a:moveTo>
                  <a:pt x="0" y="1117"/>
                </a:moveTo>
                <a:cubicBezTo>
                  <a:pt x="0" y="1118"/>
                  <a:pt x="0" y="1118"/>
                  <a:pt x="0" y="1118"/>
                </a:cubicBezTo>
                <a:cubicBezTo>
                  <a:pt x="0" y="1122"/>
                  <a:pt x="4" y="1126"/>
                  <a:pt x="8" y="1126"/>
                </a:cubicBezTo>
                <a:cubicBezTo>
                  <a:pt x="12" y="1126"/>
                  <a:pt x="16" y="1122"/>
                  <a:pt x="16" y="1118"/>
                </a:cubicBezTo>
                <a:cubicBezTo>
                  <a:pt x="16" y="1117"/>
                  <a:pt x="16" y="1117"/>
                  <a:pt x="16" y="1117"/>
                </a:cubicBezTo>
                <a:cubicBezTo>
                  <a:pt x="16" y="1113"/>
                  <a:pt x="12" y="1109"/>
                  <a:pt x="8" y="1109"/>
                </a:cubicBezTo>
                <a:cubicBezTo>
                  <a:pt x="4" y="1109"/>
                  <a:pt x="0" y="1113"/>
                  <a:pt x="0" y="1117"/>
                </a:cubicBezTo>
                <a:close/>
                <a:moveTo>
                  <a:pt x="0" y="1076"/>
                </a:moveTo>
                <a:cubicBezTo>
                  <a:pt x="0" y="1077"/>
                  <a:pt x="0" y="1077"/>
                  <a:pt x="0" y="1077"/>
                </a:cubicBezTo>
                <a:cubicBezTo>
                  <a:pt x="0" y="1081"/>
                  <a:pt x="4" y="1085"/>
                  <a:pt x="8" y="1085"/>
                </a:cubicBezTo>
                <a:cubicBezTo>
                  <a:pt x="12" y="1085"/>
                  <a:pt x="16" y="1081"/>
                  <a:pt x="16" y="1077"/>
                </a:cubicBezTo>
                <a:cubicBezTo>
                  <a:pt x="16" y="1076"/>
                  <a:pt x="16" y="1076"/>
                  <a:pt x="16" y="1076"/>
                </a:cubicBezTo>
                <a:cubicBezTo>
                  <a:pt x="16" y="1072"/>
                  <a:pt x="12" y="1068"/>
                  <a:pt x="8" y="1068"/>
                </a:cubicBezTo>
                <a:cubicBezTo>
                  <a:pt x="4" y="1068"/>
                  <a:pt x="0" y="1072"/>
                  <a:pt x="0" y="1076"/>
                </a:cubicBezTo>
                <a:close/>
                <a:moveTo>
                  <a:pt x="0" y="1035"/>
                </a:moveTo>
                <a:cubicBezTo>
                  <a:pt x="0" y="1036"/>
                  <a:pt x="0" y="1036"/>
                  <a:pt x="0" y="1036"/>
                </a:cubicBezTo>
                <a:cubicBezTo>
                  <a:pt x="0" y="1040"/>
                  <a:pt x="4" y="1044"/>
                  <a:pt x="8" y="1044"/>
                </a:cubicBezTo>
                <a:cubicBezTo>
                  <a:pt x="12" y="1044"/>
                  <a:pt x="16" y="1040"/>
                  <a:pt x="16" y="1036"/>
                </a:cubicBezTo>
                <a:cubicBezTo>
                  <a:pt x="16" y="1035"/>
                  <a:pt x="16" y="1035"/>
                  <a:pt x="16" y="1035"/>
                </a:cubicBezTo>
                <a:cubicBezTo>
                  <a:pt x="16" y="1031"/>
                  <a:pt x="12" y="1027"/>
                  <a:pt x="8" y="1027"/>
                </a:cubicBezTo>
                <a:cubicBezTo>
                  <a:pt x="4" y="1027"/>
                  <a:pt x="0" y="1031"/>
                  <a:pt x="0" y="1035"/>
                </a:cubicBezTo>
                <a:close/>
                <a:moveTo>
                  <a:pt x="0" y="994"/>
                </a:moveTo>
                <a:cubicBezTo>
                  <a:pt x="0" y="995"/>
                  <a:pt x="0" y="995"/>
                  <a:pt x="0" y="995"/>
                </a:cubicBezTo>
                <a:cubicBezTo>
                  <a:pt x="0" y="999"/>
                  <a:pt x="4" y="1003"/>
                  <a:pt x="8" y="1003"/>
                </a:cubicBezTo>
                <a:cubicBezTo>
                  <a:pt x="12" y="1003"/>
                  <a:pt x="16" y="999"/>
                  <a:pt x="16" y="995"/>
                </a:cubicBezTo>
                <a:cubicBezTo>
                  <a:pt x="16" y="994"/>
                  <a:pt x="16" y="994"/>
                  <a:pt x="16" y="994"/>
                </a:cubicBezTo>
                <a:cubicBezTo>
                  <a:pt x="16" y="990"/>
                  <a:pt x="12" y="986"/>
                  <a:pt x="8" y="986"/>
                </a:cubicBezTo>
                <a:cubicBezTo>
                  <a:pt x="4" y="986"/>
                  <a:pt x="0" y="990"/>
                  <a:pt x="0" y="994"/>
                </a:cubicBezTo>
                <a:close/>
                <a:moveTo>
                  <a:pt x="0" y="953"/>
                </a:moveTo>
                <a:cubicBezTo>
                  <a:pt x="0" y="954"/>
                  <a:pt x="0" y="954"/>
                  <a:pt x="0" y="954"/>
                </a:cubicBezTo>
                <a:cubicBezTo>
                  <a:pt x="0" y="958"/>
                  <a:pt x="4" y="962"/>
                  <a:pt x="8" y="962"/>
                </a:cubicBezTo>
                <a:cubicBezTo>
                  <a:pt x="12" y="962"/>
                  <a:pt x="16" y="958"/>
                  <a:pt x="16" y="954"/>
                </a:cubicBezTo>
                <a:cubicBezTo>
                  <a:pt x="16" y="953"/>
                  <a:pt x="16" y="953"/>
                  <a:pt x="16" y="953"/>
                </a:cubicBezTo>
                <a:cubicBezTo>
                  <a:pt x="16" y="949"/>
                  <a:pt x="12" y="945"/>
                  <a:pt x="8" y="945"/>
                </a:cubicBezTo>
                <a:cubicBezTo>
                  <a:pt x="4" y="945"/>
                  <a:pt x="0" y="949"/>
                  <a:pt x="0" y="953"/>
                </a:cubicBezTo>
                <a:close/>
                <a:moveTo>
                  <a:pt x="0" y="912"/>
                </a:moveTo>
                <a:cubicBezTo>
                  <a:pt x="0" y="913"/>
                  <a:pt x="0" y="913"/>
                  <a:pt x="0" y="913"/>
                </a:cubicBezTo>
                <a:cubicBezTo>
                  <a:pt x="0" y="917"/>
                  <a:pt x="4" y="921"/>
                  <a:pt x="8" y="921"/>
                </a:cubicBezTo>
                <a:cubicBezTo>
                  <a:pt x="12" y="921"/>
                  <a:pt x="16" y="917"/>
                  <a:pt x="16" y="913"/>
                </a:cubicBezTo>
                <a:cubicBezTo>
                  <a:pt x="16" y="912"/>
                  <a:pt x="16" y="912"/>
                  <a:pt x="16" y="912"/>
                </a:cubicBezTo>
                <a:cubicBezTo>
                  <a:pt x="16" y="907"/>
                  <a:pt x="12" y="904"/>
                  <a:pt x="8" y="904"/>
                </a:cubicBezTo>
                <a:cubicBezTo>
                  <a:pt x="4" y="904"/>
                  <a:pt x="0" y="907"/>
                  <a:pt x="0" y="912"/>
                </a:cubicBezTo>
                <a:close/>
                <a:moveTo>
                  <a:pt x="0" y="871"/>
                </a:moveTo>
                <a:cubicBezTo>
                  <a:pt x="0" y="872"/>
                  <a:pt x="0" y="872"/>
                  <a:pt x="0" y="872"/>
                </a:cubicBezTo>
                <a:cubicBezTo>
                  <a:pt x="0" y="876"/>
                  <a:pt x="4" y="880"/>
                  <a:pt x="8" y="880"/>
                </a:cubicBezTo>
                <a:cubicBezTo>
                  <a:pt x="12" y="880"/>
                  <a:pt x="16" y="876"/>
                  <a:pt x="16" y="872"/>
                </a:cubicBezTo>
                <a:cubicBezTo>
                  <a:pt x="16" y="871"/>
                  <a:pt x="16" y="871"/>
                  <a:pt x="16" y="871"/>
                </a:cubicBezTo>
                <a:cubicBezTo>
                  <a:pt x="16" y="866"/>
                  <a:pt x="12" y="863"/>
                  <a:pt x="8" y="863"/>
                </a:cubicBezTo>
                <a:cubicBezTo>
                  <a:pt x="4" y="863"/>
                  <a:pt x="0" y="866"/>
                  <a:pt x="0" y="871"/>
                </a:cubicBezTo>
                <a:close/>
                <a:moveTo>
                  <a:pt x="0" y="830"/>
                </a:moveTo>
                <a:cubicBezTo>
                  <a:pt x="0" y="830"/>
                  <a:pt x="0" y="830"/>
                  <a:pt x="0" y="830"/>
                </a:cubicBezTo>
                <a:cubicBezTo>
                  <a:pt x="0" y="835"/>
                  <a:pt x="4" y="838"/>
                  <a:pt x="8" y="838"/>
                </a:cubicBezTo>
                <a:cubicBezTo>
                  <a:pt x="12" y="838"/>
                  <a:pt x="16" y="835"/>
                  <a:pt x="16" y="830"/>
                </a:cubicBezTo>
                <a:cubicBezTo>
                  <a:pt x="16" y="830"/>
                  <a:pt x="16" y="830"/>
                  <a:pt x="16" y="830"/>
                </a:cubicBezTo>
                <a:cubicBezTo>
                  <a:pt x="16" y="825"/>
                  <a:pt x="12" y="822"/>
                  <a:pt x="8" y="822"/>
                </a:cubicBezTo>
                <a:cubicBezTo>
                  <a:pt x="4" y="822"/>
                  <a:pt x="0" y="825"/>
                  <a:pt x="0" y="830"/>
                </a:cubicBezTo>
                <a:close/>
                <a:moveTo>
                  <a:pt x="0" y="789"/>
                </a:moveTo>
                <a:cubicBezTo>
                  <a:pt x="0" y="789"/>
                  <a:pt x="0" y="789"/>
                  <a:pt x="0" y="789"/>
                </a:cubicBezTo>
                <a:cubicBezTo>
                  <a:pt x="0" y="794"/>
                  <a:pt x="4" y="797"/>
                  <a:pt x="8" y="797"/>
                </a:cubicBezTo>
                <a:cubicBezTo>
                  <a:pt x="12" y="797"/>
                  <a:pt x="16" y="794"/>
                  <a:pt x="16" y="789"/>
                </a:cubicBezTo>
                <a:cubicBezTo>
                  <a:pt x="16" y="789"/>
                  <a:pt x="16" y="789"/>
                  <a:pt x="16" y="789"/>
                </a:cubicBezTo>
                <a:cubicBezTo>
                  <a:pt x="16" y="784"/>
                  <a:pt x="12" y="781"/>
                  <a:pt x="8" y="781"/>
                </a:cubicBezTo>
                <a:cubicBezTo>
                  <a:pt x="4" y="781"/>
                  <a:pt x="0" y="784"/>
                  <a:pt x="0" y="789"/>
                </a:cubicBezTo>
                <a:close/>
                <a:moveTo>
                  <a:pt x="0" y="748"/>
                </a:moveTo>
                <a:cubicBezTo>
                  <a:pt x="0" y="748"/>
                  <a:pt x="0" y="748"/>
                  <a:pt x="0" y="748"/>
                </a:cubicBezTo>
                <a:cubicBezTo>
                  <a:pt x="0" y="753"/>
                  <a:pt x="4" y="756"/>
                  <a:pt x="8" y="756"/>
                </a:cubicBezTo>
                <a:cubicBezTo>
                  <a:pt x="12" y="756"/>
                  <a:pt x="16" y="753"/>
                  <a:pt x="16" y="748"/>
                </a:cubicBezTo>
                <a:cubicBezTo>
                  <a:pt x="16" y="748"/>
                  <a:pt x="16" y="748"/>
                  <a:pt x="16" y="748"/>
                </a:cubicBezTo>
                <a:cubicBezTo>
                  <a:pt x="16" y="743"/>
                  <a:pt x="12" y="740"/>
                  <a:pt x="8" y="740"/>
                </a:cubicBezTo>
                <a:cubicBezTo>
                  <a:pt x="4" y="740"/>
                  <a:pt x="0" y="743"/>
                  <a:pt x="0" y="748"/>
                </a:cubicBezTo>
                <a:close/>
                <a:moveTo>
                  <a:pt x="0" y="706"/>
                </a:moveTo>
                <a:cubicBezTo>
                  <a:pt x="0" y="707"/>
                  <a:pt x="0" y="707"/>
                  <a:pt x="0" y="707"/>
                </a:cubicBezTo>
                <a:cubicBezTo>
                  <a:pt x="0" y="712"/>
                  <a:pt x="4" y="715"/>
                  <a:pt x="8" y="715"/>
                </a:cubicBezTo>
                <a:cubicBezTo>
                  <a:pt x="12" y="715"/>
                  <a:pt x="16" y="712"/>
                  <a:pt x="16" y="707"/>
                </a:cubicBezTo>
                <a:cubicBezTo>
                  <a:pt x="16" y="706"/>
                  <a:pt x="16" y="706"/>
                  <a:pt x="16" y="706"/>
                </a:cubicBezTo>
                <a:cubicBezTo>
                  <a:pt x="16" y="702"/>
                  <a:pt x="12" y="698"/>
                  <a:pt x="8" y="698"/>
                </a:cubicBezTo>
                <a:cubicBezTo>
                  <a:pt x="4" y="698"/>
                  <a:pt x="0" y="702"/>
                  <a:pt x="0" y="706"/>
                </a:cubicBezTo>
                <a:close/>
                <a:moveTo>
                  <a:pt x="0" y="665"/>
                </a:moveTo>
                <a:cubicBezTo>
                  <a:pt x="0" y="666"/>
                  <a:pt x="0" y="666"/>
                  <a:pt x="0" y="666"/>
                </a:cubicBezTo>
                <a:cubicBezTo>
                  <a:pt x="0" y="671"/>
                  <a:pt x="4" y="674"/>
                  <a:pt x="8" y="674"/>
                </a:cubicBezTo>
                <a:cubicBezTo>
                  <a:pt x="12" y="674"/>
                  <a:pt x="16" y="671"/>
                  <a:pt x="16" y="666"/>
                </a:cubicBezTo>
                <a:cubicBezTo>
                  <a:pt x="16" y="665"/>
                  <a:pt x="16" y="665"/>
                  <a:pt x="16" y="665"/>
                </a:cubicBezTo>
                <a:cubicBezTo>
                  <a:pt x="16" y="661"/>
                  <a:pt x="12" y="657"/>
                  <a:pt x="8" y="657"/>
                </a:cubicBezTo>
                <a:cubicBezTo>
                  <a:pt x="4" y="657"/>
                  <a:pt x="0" y="661"/>
                  <a:pt x="0" y="665"/>
                </a:cubicBezTo>
                <a:close/>
                <a:moveTo>
                  <a:pt x="0" y="624"/>
                </a:moveTo>
                <a:cubicBezTo>
                  <a:pt x="0" y="625"/>
                  <a:pt x="0" y="625"/>
                  <a:pt x="0" y="625"/>
                </a:cubicBezTo>
                <a:cubicBezTo>
                  <a:pt x="0" y="629"/>
                  <a:pt x="4" y="633"/>
                  <a:pt x="8" y="633"/>
                </a:cubicBezTo>
                <a:cubicBezTo>
                  <a:pt x="12" y="633"/>
                  <a:pt x="16" y="629"/>
                  <a:pt x="16" y="625"/>
                </a:cubicBezTo>
                <a:cubicBezTo>
                  <a:pt x="16" y="624"/>
                  <a:pt x="16" y="624"/>
                  <a:pt x="16" y="624"/>
                </a:cubicBezTo>
                <a:cubicBezTo>
                  <a:pt x="16" y="620"/>
                  <a:pt x="12" y="616"/>
                  <a:pt x="8" y="616"/>
                </a:cubicBezTo>
                <a:cubicBezTo>
                  <a:pt x="4" y="616"/>
                  <a:pt x="0" y="620"/>
                  <a:pt x="0" y="624"/>
                </a:cubicBezTo>
                <a:close/>
                <a:moveTo>
                  <a:pt x="0" y="583"/>
                </a:moveTo>
                <a:cubicBezTo>
                  <a:pt x="0" y="584"/>
                  <a:pt x="0" y="584"/>
                  <a:pt x="0" y="584"/>
                </a:cubicBezTo>
                <a:cubicBezTo>
                  <a:pt x="0" y="588"/>
                  <a:pt x="4" y="592"/>
                  <a:pt x="8" y="592"/>
                </a:cubicBezTo>
                <a:cubicBezTo>
                  <a:pt x="12" y="592"/>
                  <a:pt x="16" y="588"/>
                  <a:pt x="16" y="584"/>
                </a:cubicBezTo>
                <a:cubicBezTo>
                  <a:pt x="16" y="583"/>
                  <a:pt x="16" y="583"/>
                  <a:pt x="16" y="583"/>
                </a:cubicBezTo>
                <a:cubicBezTo>
                  <a:pt x="16" y="579"/>
                  <a:pt x="12" y="575"/>
                  <a:pt x="8" y="575"/>
                </a:cubicBezTo>
                <a:cubicBezTo>
                  <a:pt x="4" y="575"/>
                  <a:pt x="0" y="579"/>
                  <a:pt x="0" y="583"/>
                </a:cubicBezTo>
                <a:close/>
                <a:moveTo>
                  <a:pt x="0" y="542"/>
                </a:moveTo>
                <a:cubicBezTo>
                  <a:pt x="0" y="543"/>
                  <a:pt x="0" y="543"/>
                  <a:pt x="0" y="543"/>
                </a:cubicBezTo>
                <a:cubicBezTo>
                  <a:pt x="0" y="547"/>
                  <a:pt x="4" y="551"/>
                  <a:pt x="8" y="551"/>
                </a:cubicBezTo>
                <a:cubicBezTo>
                  <a:pt x="12" y="551"/>
                  <a:pt x="16" y="547"/>
                  <a:pt x="16" y="543"/>
                </a:cubicBezTo>
                <a:cubicBezTo>
                  <a:pt x="16" y="542"/>
                  <a:pt x="16" y="542"/>
                  <a:pt x="16" y="542"/>
                </a:cubicBezTo>
                <a:cubicBezTo>
                  <a:pt x="16" y="538"/>
                  <a:pt x="12" y="534"/>
                  <a:pt x="8" y="534"/>
                </a:cubicBezTo>
                <a:cubicBezTo>
                  <a:pt x="4" y="534"/>
                  <a:pt x="0" y="538"/>
                  <a:pt x="0" y="542"/>
                </a:cubicBezTo>
                <a:close/>
                <a:moveTo>
                  <a:pt x="0" y="501"/>
                </a:moveTo>
                <a:cubicBezTo>
                  <a:pt x="0" y="502"/>
                  <a:pt x="0" y="502"/>
                  <a:pt x="0" y="502"/>
                </a:cubicBezTo>
                <a:cubicBezTo>
                  <a:pt x="0" y="506"/>
                  <a:pt x="4" y="510"/>
                  <a:pt x="8" y="510"/>
                </a:cubicBezTo>
                <a:cubicBezTo>
                  <a:pt x="12" y="510"/>
                  <a:pt x="16" y="506"/>
                  <a:pt x="16" y="502"/>
                </a:cubicBezTo>
                <a:cubicBezTo>
                  <a:pt x="16" y="501"/>
                  <a:pt x="16" y="501"/>
                  <a:pt x="16" y="501"/>
                </a:cubicBezTo>
                <a:cubicBezTo>
                  <a:pt x="16" y="497"/>
                  <a:pt x="12" y="493"/>
                  <a:pt x="8" y="493"/>
                </a:cubicBezTo>
                <a:cubicBezTo>
                  <a:pt x="4" y="493"/>
                  <a:pt x="0" y="497"/>
                  <a:pt x="0" y="501"/>
                </a:cubicBezTo>
                <a:close/>
                <a:moveTo>
                  <a:pt x="0" y="460"/>
                </a:moveTo>
                <a:cubicBezTo>
                  <a:pt x="0" y="461"/>
                  <a:pt x="0" y="461"/>
                  <a:pt x="0" y="461"/>
                </a:cubicBezTo>
                <a:cubicBezTo>
                  <a:pt x="0" y="465"/>
                  <a:pt x="4" y="469"/>
                  <a:pt x="8" y="469"/>
                </a:cubicBezTo>
                <a:cubicBezTo>
                  <a:pt x="12" y="469"/>
                  <a:pt x="16" y="465"/>
                  <a:pt x="16" y="461"/>
                </a:cubicBezTo>
                <a:cubicBezTo>
                  <a:pt x="16" y="460"/>
                  <a:pt x="16" y="460"/>
                  <a:pt x="16" y="460"/>
                </a:cubicBezTo>
                <a:cubicBezTo>
                  <a:pt x="16" y="456"/>
                  <a:pt x="12" y="452"/>
                  <a:pt x="8" y="452"/>
                </a:cubicBezTo>
                <a:cubicBezTo>
                  <a:pt x="4" y="452"/>
                  <a:pt x="0" y="456"/>
                  <a:pt x="0" y="460"/>
                </a:cubicBezTo>
                <a:close/>
                <a:moveTo>
                  <a:pt x="0" y="419"/>
                </a:moveTo>
                <a:cubicBezTo>
                  <a:pt x="0" y="420"/>
                  <a:pt x="0" y="420"/>
                  <a:pt x="0" y="420"/>
                </a:cubicBezTo>
                <a:cubicBezTo>
                  <a:pt x="0" y="424"/>
                  <a:pt x="4" y="428"/>
                  <a:pt x="8" y="428"/>
                </a:cubicBezTo>
                <a:cubicBezTo>
                  <a:pt x="12" y="428"/>
                  <a:pt x="16" y="424"/>
                  <a:pt x="16" y="420"/>
                </a:cubicBezTo>
                <a:cubicBezTo>
                  <a:pt x="16" y="419"/>
                  <a:pt x="16" y="419"/>
                  <a:pt x="16" y="419"/>
                </a:cubicBezTo>
                <a:cubicBezTo>
                  <a:pt x="16" y="414"/>
                  <a:pt x="12" y="411"/>
                  <a:pt x="8" y="411"/>
                </a:cubicBezTo>
                <a:cubicBezTo>
                  <a:pt x="4" y="411"/>
                  <a:pt x="0" y="414"/>
                  <a:pt x="0" y="419"/>
                </a:cubicBezTo>
                <a:close/>
                <a:moveTo>
                  <a:pt x="0" y="378"/>
                </a:moveTo>
                <a:cubicBezTo>
                  <a:pt x="0" y="379"/>
                  <a:pt x="0" y="379"/>
                  <a:pt x="0" y="379"/>
                </a:cubicBezTo>
                <a:cubicBezTo>
                  <a:pt x="0" y="383"/>
                  <a:pt x="4" y="387"/>
                  <a:pt x="8" y="387"/>
                </a:cubicBezTo>
                <a:cubicBezTo>
                  <a:pt x="12" y="387"/>
                  <a:pt x="16" y="383"/>
                  <a:pt x="16" y="379"/>
                </a:cubicBezTo>
                <a:cubicBezTo>
                  <a:pt x="16" y="378"/>
                  <a:pt x="16" y="378"/>
                  <a:pt x="16" y="378"/>
                </a:cubicBezTo>
                <a:cubicBezTo>
                  <a:pt x="16" y="373"/>
                  <a:pt x="12" y="370"/>
                  <a:pt x="8" y="370"/>
                </a:cubicBezTo>
                <a:cubicBezTo>
                  <a:pt x="4" y="370"/>
                  <a:pt x="0" y="373"/>
                  <a:pt x="0" y="378"/>
                </a:cubicBezTo>
                <a:close/>
                <a:moveTo>
                  <a:pt x="0" y="337"/>
                </a:moveTo>
                <a:cubicBezTo>
                  <a:pt x="0" y="337"/>
                  <a:pt x="0" y="337"/>
                  <a:pt x="0" y="337"/>
                </a:cubicBezTo>
                <a:cubicBezTo>
                  <a:pt x="0" y="342"/>
                  <a:pt x="4" y="345"/>
                  <a:pt x="8" y="345"/>
                </a:cubicBezTo>
                <a:cubicBezTo>
                  <a:pt x="12" y="345"/>
                  <a:pt x="16" y="342"/>
                  <a:pt x="16" y="337"/>
                </a:cubicBezTo>
                <a:cubicBezTo>
                  <a:pt x="16" y="337"/>
                  <a:pt x="16" y="337"/>
                  <a:pt x="16" y="337"/>
                </a:cubicBezTo>
                <a:cubicBezTo>
                  <a:pt x="16" y="332"/>
                  <a:pt x="12" y="329"/>
                  <a:pt x="8" y="329"/>
                </a:cubicBezTo>
                <a:cubicBezTo>
                  <a:pt x="4" y="329"/>
                  <a:pt x="0" y="332"/>
                  <a:pt x="0" y="337"/>
                </a:cubicBezTo>
                <a:close/>
                <a:moveTo>
                  <a:pt x="0" y="296"/>
                </a:moveTo>
                <a:cubicBezTo>
                  <a:pt x="0" y="296"/>
                  <a:pt x="0" y="296"/>
                  <a:pt x="0" y="296"/>
                </a:cubicBezTo>
                <a:cubicBezTo>
                  <a:pt x="0" y="301"/>
                  <a:pt x="4" y="304"/>
                  <a:pt x="8" y="304"/>
                </a:cubicBezTo>
                <a:cubicBezTo>
                  <a:pt x="12" y="304"/>
                  <a:pt x="16" y="301"/>
                  <a:pt x="16" y="296"/>
                </a:cubicBezTo>
                <a:cubicBezTo>
                  <a:pt x="16" y="296"/>
                  <a:pt x="16" y="296"/>
                  <a:pt x="16" y="296"/>
                </a:cubicBezTo>
                <a:cubicBezTo>
                  <a:pt x="16" y="291"/>
                  <a:pt x="12" y="288"/>
                  <a:pt x="8" y="288"/>
                </a:cubicBezTo>
                <a:cubicBezTo>
                  <a:pt x="4" y="288"/>
                  <a:pt x="0" y="291"/>
                  <a:pt x="0" y="296"/>
                </a:cubicBezTo>
                <a:close/>
                <a:moveTo>
                  <a:pt x="0" y="255"/>
                </a:moveTo>
                <a:cubicBezTo>
                  <a:pt x="0" y="255"/>
                  <a:pt x="0" y="255"/>
                  <a:pt x="0" y="255"/>
                </a:cubicBezTo>
                <a:cubicBezTo>
                  <a:pt x="0" y="260"/>
                  <a:pt x="4" y="263"/>
                  <a:pt x="8" y="263"/>
                </a:cubicBezTo>
                <a:cubicBezTo>
                  <a:pt x="12" y="263"/>
                  <a:pt x="16" y="260"/>
                  <a:pt x="16" y="255"/>
                </a:cubicBezTo>
                <a:cubicBezTo>
                  <a:pt x="16" y="255"/>
                  <a:pt x="16" y="255"/>
                  <a:pt x="16" y="255"/>
                </a:cubicBezTo>
                <a:cubicBezTo>
                  <a:pt x="16" y="250"/>
                  <a:pt x="12" y="247"/>
                  <a:pt x="8" y="247"/>
                </a:cubicBezTo>
                <a:cubicBezTo>
                  <a:pt x="4" y="247"/>
                  <a:pt x="0" y="250"/>
                  <a:pt x="0" y="255"/>
                </a:cubicBezTo>
                <a:close/>
                <a:moveTo>
                  <a:pt x="0" y="213"/>
                </a:moveTo>
                <a:cubicBezTo>
                  <a:pt x="0" y="214"/>
                  <a:pt x="0" y="214"/>
                  <a:pt x="0" y="214"/>
                </a:cubicBezTo>
                <a:cubicBezTo>
                  <a:pt x="0" y="219"/>
                  <a:pt x="4" y="222"/>
                  <a:pt x="8" y="222"/>
                </a:cubicBezTo>
                <a:cubicBezTo>
                  <a:pt x="12" y="222"/>
                  <a:pt x="16" y="219"/>
                  <a:pt x="16" y="214"/>
                </a:cubicBezTo>
                <a:cubicBezTo>
                  <a:pt x="16" y="213"/>
                  <a:pt x="16" y="213"/>
                  <a:pt x="16" y="213"/>
                </a:cubicBezTo>
                <a:cubicBezTo>
                  <a:pt x="16" y="209"/>
                  <a:pt x="12" y="205"/>
                  <a:pt x="8" y="205"/>
                </a:cubicBezTo>
                <a:cubicBezTo>
                  <a:pt x="4" y="205"/>
                  <a:pt x="0" y="209"/>
                  <a:pt x="0" y="213"/>
                </a:cubicBezTo>
                <a:close/>
                <a:moveTo>
                  <a:pt x="0" y="172"/>
                </a:moveTo>
                <a:cubicBezTo>
                  <a:pt x="0" y="173"/>
                  <a:pt x="0" y="173"/>
                  <a:pt x="0" y="173"/>
                </a:cubicBezTo>
                <a:cubicBezTo>
                  <a:pt x="0" y="178"/>
                  <a:pt x="4" y="181"/>
                  <a:pt x="8" y="181"/>
                </a:cubicBezTo>
                <a:cubicBezTo>
                  <a:pt x="12" y="181"/>
                  <a:pt x="16" y="178"/>
                  <a:pt x="16" y="173"/>
                </a:cubicBezTo>
                <a:cubicBezTo>
                  <a:pt x="16" y="172"/>
                  <a:pt x="16" y="172"/>
                  <a:pt x="16" y="172"/>
                </a:cubicBezTo>
                <a:cubicBezTo>
                  <a:pt x="16" y="168"/>
                  <a:pt x="12" y="164"/>
                  <a:pt x="8" y="164"/>
                </a:cubicBezTo>
                <a:cubicBezTo>
                  <a:pt x="4" y="164"/>
                  <a:pt x="0" y="168"/>
                  <a:pt x="0" y="172"/>
                </a:cubicBezTo>
                <a:close/>
                <a:moveTo>
                  <a:pt x="0" y="131"/>
                </a:moveTo>
                <a:cubicBezTo>
                  <a:pt x="0" y="132"/>
                  <a:pt x="0" y="132"/>
                  <a:pt x="0" y="132"/>
                </a:cubicBezTo>
                <a:cubicBezTo>
                  <a:pt x="0" y="136"/>
                  <a:pt x="4" y="140"/>
                  <a:pt x="8" y="140"/>
                </a:cubicBezTo>
                <a:cubicBezTo>
                  <a:pt x="12" y="140"/>
                  <a:pt x="16" y="136"/>
                  <a:pt x="16" y="132"/>
                </a:cubicBezTo>
                <a:cubicBezTo>
                  <a:pt x="16" y="131"/>
                  <a:pt x="16" y="131"/>
                  <a:pt x="16" y="131"/>
                </a:cubicBezTo>
                <a:cubicBezTo>
                  <a:pt x="16" y="127"/>
                  <a:pt x="12" y="123"/>
                  <a:pt x="8" y="123"/>
                </a:cubicBezTo>
                <a:cubicBezTo>
                  <a:pt x="4" y="123"/>
                  <a:pt x="0" y="127"/>
                  <a:pt x="0" y="131"/>
                </a:cubicBezTo>
                <a:close/>
                <a:moveTo>
                  <a:pt x="0" y="90"/>
                </a:moveTo>
                <a:cubicBezTo>
                  <a:pt x="0" y="91"/>
                  <a:pt x="0" y="91"/>
                  <a:pt x="0" y="91"/>
                </a:cubicBezTo>
                <a:cubicBezTo>
                  <a:pt x="0" y="95"/>
                  <a:pt x="4" y="99"/>
                  <a:pt x="8" y="99"/>
                </a:cubicBezTo>
                <a:cubicBezTo>
                  <a:pt x="12" y="99"/>
                  <a:pt x="16" y="95"/>
                  <a:pt x="16" y="91"/>
                </a:cubicBezTo>
                <a:cubicBezTo>
                  <a:pt x="16" y="90"/>
                  <a:pt x="16" y="90"/>
                  <a:pt x="16" y="90"/>
                </a:cubicBezTo>
                <a:cubicBezTo>
                  <a:pt x="16" y="86"/>
                  <a:pt x="12" y="82"/>
                  <a:pt x="8" y="82"/>
                </a:cubicBezTo>
                <a:cubicBezTo>
                  <a:pt x="4" y="82"/>
                  <a:pt x="0" y="86"/>
                  <a:pt x="0" y="90"/>
                </a:cubicBezTo>
                <a:close/>
                <a:moveTo>
                  <a:pt x="0" y="49"/>
                </a:moveTo>
                <a:cubicBezTo>
                  <a:pt x="0" y="50"/>
                  <a:pt x="0" y="50"/>
                  <a:pt x="0" y="50"/>
                </a:cubicBezTo>
                <a:cubicBezTo>
                  <a:pt x="0" y="54"/>
                  <a:pt x="4" y="58"/>
                  <a:pt x="8" y="58"/>
                </a:cubicBezTo>
                <a:cubicBezTo>
                  <a:pt x="12" y="58"/>
                  <a:pt x="16" y="54"/>
                  <a:pt x="16" y="50"/>
                </a:cubicBezTo>
                <a:cubicBezTo>
                  <a:pt x="16" y="49"/>
                  <a:pt x="16" y="49"/>
                  <a:pt x="16" y="49"/>
                </a:cubicBezTo>
                <a:cubicBezTo>
                  <a:pt x="16" y="45"/>
                  <a:pt x="12" y="41"/>
                  <a:pt x="8" y="41"/>
                </a:cubicBezTo>
                <a:cubicBezTo>
                  <a:pt x="4" y="41"/>
                  <a:pt x="0" y="45"/>
                  <a:pt x="0" y="49"/>
                </a:cubicBezTo>
                <a:close/>
                <a:moveTo>
                  <a:pt x="0" y="8"/>
                </a:moveTo>
                <a:cubicBezTo>
                  <a:pt x="0" y="9"/>
                  <a:pt x="0" y="9"/>
                  <a:pt x="0" y="9"/>
                </a:cubicBezTo>
                <a:cubicBezTo>
                  <a:pt x="0" y="13"/>
                  <a:pt x="4" y="17"/>
                  <a:pt x="8" y="17"/>
                </a:cubicBezTo>
                <a:cubicBezTo>
                  <a:pt x="12" y="17"/>
                  <a:pt x="16" y="13"/>
                  <a:pt x="16" y="9"/>
                </a:cubicBezTo>
                <a:cubicBezTo>
                  <a:pt x="16" y="8"/>
                  <a:pt x="16" y="8"/>
                  <a:pt x="16" y="8"/>
                </a:cubicBezTo>
                <a:cubicBezTo>
                  <a:pt x="16" y="4"/>
                  <a:pt x="12" y="0"/>
                  <a:pt x="8" y="0"/>
                </a:cubicBezTo>
                <a:cubicBezTo>
                  <a:pt x="4" y="0"/>
                  <a:pt x="0" y="4"/>
                  <a:pt x="0" y="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60" name="Freeform 354"/>
          <p:cNvSpPr>
            <a:spLocks/>
          </p:cNvSpPr>
          <p:nvPr/>
        </p:nvSpPr>
        <p:spPr bwMode="auto">
          <a:xfrm>
            <a:off x="8388578" y="6380033"/>
            <a:ext cx="33394" cy="31636"/>
          </a:xfrm>
          <a:custGeom>
            <a:avLst/>
            <a:gdLst>
              <a:gd name="T0" fmla="*/ 0 w 16"/>
              <a:gd name="T1" fmla="*/ 8 h 16"/>
              <a:gd name="T2" fmla="*/ 0 w 16"/>
              <a:gd name="T3" fmla="*/ 8 h 16"/>
              <a:gd name="T4" fmla="*/ 8 w 16"/>
              <a:gd name="T5" fmla="*/ 16 h 16"/>
              <a:gd name="T6" fmla="*/ 16 w 16"/>
              <a:gd name="T7" fmla="*/ 8 h 16"/>
              <a:gd name="T8" fmla="*/ 16 w 16"/>
              <a:gd name="T9" fmla="*/ 8 h 16"/>
              <a:gd name="T10" fmla="*/ 8 w 16"/>
              <a:gd name="T11" fmla="*/ 0 h 16"/>
              <a:gd name="T12" fmla="*/ 0 w 16"/>
              <a:gd name="T13" fmla="*/ 8 h 16"/>
            </a:gdLst>
            <a:ahLst/>
            <a:cxnLst>
              <a:cxn ang="0">
                <a:pos x="T0" y="T1"/>
              </a:cxn>
              <a:cxn ang="0">
                <a:pos x="T2" y="T3"/>
              </a:cxn>
              <a:cxn ang="0">
                <a:pos x="T4" y="T5"/>
              </a:cxn>
              <a:cxn ang="0">
                <a:pos x="T6" y="T7"/>
              </a:cxn>
              <a:cxn ang="0">
                <a:pos x="T8" y="T9"/>
              </a:cxn>
              <a:cxn ang="0">
                <a:pos x="T10" y="T11"/>
              </a:cxn>
              <a:cxn ang="0">
                <a:pos x="T12" y="T13"/>
              </a:cxn>
            </a:cxnLst>
            <a:rect l="0" t="0" r="r" b="b"/>
            <a:pathLst>
              <a:path w="16" h="16">
                <a:moveTo>
                  <a:pt x="0" y="8"/>
                </a:moveTo>
                <a:cubicBezTo>
                  <a:pt x="0" y="8"/>
                  <a:pt x="0" y="8"/>
                  <a:pt x="0" y="8"/>
                </a:cubicBezTo>
                <a:cubicBezTo>
                  <a:pt x="0" y="12"/>
                  <a:pt x="4" y="16"/>
                  <a:pt x="8" y="16"/>
                </a:cubicBezTo>
                <a:cubicBezTo>
                  <a:pt x="12" y="16"/>
                  <a:pt x="16" y="12"/>
                  <a:pt x="16" y="8"/>
                </a:cubicBezTo>
                <a:cubicBezTo>
                  <a:pt x="16" y="8"/>
                  <a:pt x="16" y="8"/>
                  <a:pt x="16" y="8"/>
                </a:cubicBezTo>
                <a:cubicBezTo>
                  <a:pt x="16" y="3"/>
                  <a:pt x="12" y="0"/>
                  <a:pt x="8" y="0"/>
                </a:cubicBezTo>
                <a:cubicBezTo>
                  <a:pt x="4" y="0"/>
                  <a:pt x="0" y="3"/>
                  <a:pt x="0" y="8"/>
                </a:cubicBezTo>
              </a:path>
            </a:pathLst>
          </a:custGeom>
          <a:solidFill>
            <a:srgbClr val="BC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1" name="Oval 355"/>
          <p:cNvSpPr>
            <a:spLocks noChangeArrowheads="1"/>
          </p:cNvSpPr>
          <p:nvPr/>
        </p:nvSpPr>
        <p:spPr bwMode="auto">
          <a:xfrm>
            <a:off x="8198762" y="1476459"/>
            <a:ext cx="413026" cy="411267"/>
          </a:xfrm>
          <a:prstGeom prst="ellipse">
            <a:avLst/>
          </a:prstGeom>
          <a:solidFill>
            <a:srgbClr val="66C7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1400" dirty="0">
              <a:latin typeface="Agency FB" panose="020B0503020202020204" pitchFamily="34" charset="0"/>
            </a:endParaRPr>
          </a:p>
        </p:txBody>
      </p:sp>
      <p:sp>
        <p:nvSpPr>
          <p:cNvPr id="1563" name="Oval 357"/>
          <p:cNvSpPr>
            <a:spLocks noChangeArrowheads="1"/>
          </p:cNvSpPr>
          <p:nvPr/>
        </p:nvSpPr>
        <p:spPr bwMode="auto">
          <a:xfrm>
            <a:off x="8198762" y="2240996"/>
            <a:ext cx="413026" cy="409510"/>
          </a:xfrm>
          <a:prstGeom prst="ellipse">
            <a:avLst/>
          </a:prstGeom>
          <a:solidFill>
            <a:srgbClr val="D9DF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5" name="Oval 359"/>
          <p:cNvSpPr>
            <a:spLocks noChangeArrowheads="1"/>
          </p:cNvSpPr>
          <p:nvPr/>
        </p:nvSpPr>
        <p:spPr bwMode="auto">
          <a:xfrm>
            <a:off x="8198762" y="3000259"/>
            <a:ext cx="413026" cy="413026"/>
          </a:xfrm>
          <a:prstGeom prst="ellipse">
            <a:avLst/>
          </a:prstGeom>
          <a:solidFill>
            <a:srgbClr val="FCAF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7" name="Oval 361"/>
          <p:cNvSpPr>
            <a:spLocks noChangeArrowheads="1"/>
          </p:cNvSpPr>
          <p:nvPr/>
        </p:nvSpPr>
        <p:spPr bwMode="auto">
          <a:xfrm>
            <a:off x="8198762" y="4487149"/>
            <a:ext cx="413026" cy="413026"/>
          </a:xfrm>
          <a:prstGeom prst="ellipse">
            <a:avLst/>
          </a:prstGeom>
          <a:solidFill>
            <a:srgbClr val="BB9B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9" name="Oval 363"/>
          <p:cNvSpPr>
            <a:spLocks noChangeArrowheads="1"/>
          </p:cNvSpPr>
          <p:nvPr/>
        </p:nvSpPr>
        <p:spPr bwMode="auto">
          <a:xfrm>
            <a:off x="8198762" y="3734916"/>
            <a:ext cx="413026" cy="411267"/>
          </a:xfrm>
          <a:prstGeom prst="ellipse">
            <a:avLst/>
          </a:prstGeom>
          <a:solidFill>
            <a:srgbClr val="F15A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1" name="Oval 365"/>
          <p:cNvSpPr>
            <a:spLocks noChangeArrowheads="1"/>
          </p:cNvSpPr>
          <p:nvPr/>
        </p:nvSpPr>
        <p:spPr bwMode="auto">
          <a:xfrm>
            <a:off x="8198762" y="5241139"/>
            <a:ext cx="413026" cy="411267"/>
          </a:xfrm>
          <a:prstGeom prst="ellipse">
            <a:avLst/>
          </a:prstGeom>
          <a:solidFill>
            <a:srgbClr val="39B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2" name="Freeform 344"/>
          <p:cNvSpPr>
            <a:spLocks/>
          </p:cNvSpPr>
          <p:nvPr/>
        </p:nvSpPr>
        <p:spPr bwMode="auto">
          <a:xfrm>
            <a:off x="7045401" y="1009768"/>
            <a:ext cx="2652149" cy="384905"/>
          </a:xfrm>
          <a:custGeom>
            <a:avLst/>
            <a:gdLst>
              <a:gd name="T0" fmla="*/ 1509 w 1509"/>
              <a:gd name="T1" fmla="*/ 219 h 219"/>
              <a:gd name="T2" fmla="*/ 0 w 1509"/>
              <a:gd name="T3" fmla="*/ 219 h 219"/>
              <a:gd name="T4" fmla="*/ 68 w 1509"/>
              <a:gd name="T5" fmla="*/ 114 h 219"/>
              <a:gd name="T6" fmla="*/ 0 w 1509"/>
              <a:gd name="T7" fmla="*/ 0 h 219"/>
              <a:gd name="T8" fmla="*/ 1509 w 1509"/>
              <a:gd name="T9" fmla="*/ 0 h 219"/>
              <a:gd name="T10" fmla="*/ 1450 w 1509"/>
              <a:gd name="T11" fmla="*/ 114 h 219"/>
              <a:gd name="T12" fmla="*/ 1509 w 1509"/>
              <a:gd name="T13" fmla="*/ 219 h 219"/>
            </a:gdLst>
            <a:ahLst/>
            <a:cxnLst>
              <a:cxn ang="0">
                <a:pos x="T0" y="T1"/>
              </a:cxn>
              <a:cxn ang="0">
                <a:pos x="T2" y="T3"/>
              </a:cxn>
              <a:cxn ang="0">
                <a:pos x="T4" y="T5"/>
              </a:cxn>
              <a:cxn ang="0">
                <a:pos x="T6" y="T7"/>
              </a:cxn>
              <a:cxn ang="0">
                <a:pos x="T8" y="T9"/>
              </a:cxn>
              <a:cxn ang="0">
                <a:pos x="T10" y="T11"/>
              </a:cxn>
              <a:cxn ang="0">
                <a:pos x="T12" y="T13"/>
              </a:cxn>
            </a:cxnLst>
            <a:rect l="0" t="0" r="r" b="b"/>
            <a:pathLst>
              <a:path w="1509" h="219">
                <a:moveTo>
                  <a:pt x="1509" y="219"/>
                </a:moveTo>
                <a:lnTo>
                  <a:pt x="0" y="219"/>
                </a:lnTo>
                <a:lnTo>
                  <a:pt x="68" y="114"/>
                </a:lnTo>
                <a:lnTo>
                  <a:pt x="0" y="0"/>
                </a:lnTo>
                <a:lnTo>
                  <a:pt x="1509" y="0"/>
                </a:lnTo>
                <a:lnTo>
                  <a:pt x="1450" y="114"/>
                </a:lnTo>
                <a:lnTo>
                  <a:pt x="1509" y="219"/>
                </a:lnTo>
                <a:close/>
              </a:path>
            </a:pathLst>
          </a:custGeom>
          <a:solidFill>
            <a:srgbClr val="27AA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3" name="Freeform 391"/>
          <p:cNvSpPr>
            <a:spLocks/>
          </p:cNvSpPr>
          <p:nvPr/>
        </p:nvSpPr>
        <p:spPr bwMode="auto">
          <a:xfrm>
            <a:off x="5649903" y="2434327"/>
            <a:ext cx="2448273" cy="383147"/>
          </a:xfrm>
          <a:custGeom>
            <a:avLst/>
            <a:gdLst>
              <a:gd name="T0" fmla="*/ 1307 w 1393"/>
              <a:gd name="T1" fmla="*/ 0 h 218"/>
              <a:gd name="T2" fmla="*/ 0 w 1393"/>
              <a:gd name="T3" fmla="*/ 0 h 218"/>
              <a:gd name="T4" fmla="*/ 68 w 1393"/>
              <a:gd name="T5" fmla="*/ 114 h 218"/>
              <a:gd name="T6" fmla="*/ 0 w 1393"/>
              <a:gd name="T7" fmla="*/ 218 h 218"/>
              <a:gd name="T8" fmla="*/ 1307 w 1393"/>
              <a:gd name="T9" fmla="*/ 218 h 218"/>
              <a:gd name="T10" fmla="*/ 1307 w 1393"/>
              <a:gd name="T11" fmla="*/ 79 h 218"/>
              <a:gd name="T12" fmla="*/ 1393 w 1393"/>
              <a:gd name="T13" fmla="*/ 0 h 218"/>
              <a:gd name="T14" fmla="*/ 1307 w 1393"/>
              <a:gd name="T15" fmla="*/ 0 h 2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93" h="218">
                <a:moveTo>
                  <a:pt x="1307" y="0"/>
                </a:moveTo>
                <a:lnTo>
                  <a:pt x="0" y="0"/>
                </a:lnTo>
                <a:lnTo>
                  <a:pt x="68" y="114"/>
                </a:lnTo>
                <a:lnTo>
                  <a:pt x="0" y="218"/>
                </a:lnTo>
                <a:lnTo>
                  <a:pt x="1307" y="218"/>
                </a:lnTo>
                <a:lnTo>
                  <a:pt x="1307" y="79"/>
                </a:lnTo>
                <a:lnTo>
                  <a:pt x="1393" y="0"/>
                </a:lnTo>
                <a:lnTo>
                  <a:pt x="1307" y="0"/>
                </a:lnTo>
                <a:close/>
              </a:path>
            </a:pathLst>
          </a:custGeom>
          <a:solidFill>
            <a:srgbClr val="D9DF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4" name="Freeform 733"/>
          <p:cNvSpPr>
            <a:spLocks/>
          </p:cNvSpPr>
          <p:nvPr/>
        </p:nvSpPr>
        <p:spPr bwMode="auto">
          <a:xfrm>
            <a:off x="5649903" y="3940549"/>
            <a:ext cx="2448273" cy="383147"/>
          </a:xfrm>
          <a:custGeom>
            <a:avLst/>
            <a:gdLst>
              <a:gd name="T0" fmla="*/ 1307 w 1393"/>
              <a:gd name="T1" fmla="*/ 0 h 218"/>
              <a:gd name="T2" fmla="*/ 0 w 1393"/>
              <a:gd name="T3" fmla="*/ 0 h 218"/>
              <a:gd name="T4" fmla="*/ 68 w 1393"/>
              <a:gd name="T5" fmla="*/ 114 h 218"/>
              <a:gd name="T6" fmla="*/ 0 w 1393"/>
              <a:gd name="T7" fmla="*/ 218 h 218"/>
              <a:gd name="T8" fmla="*/ 1307 w 1393"/>
              <a:gd name="T9" fmla="*/ 218 h 218"/>
              <a:gd name="T10" fmla="*/ 1307 w 1393"/>
              <a:gd name="T11" fmla="*/ 78 h 218"/>
              <a:gd name="T12" fmla="*/ 1393 w 1393"/>
              <a:gd name="T13" fmla="*/ 0 h 218"/>
              <a:gd name="T14" fmla="*/ 1307 w 1393"/>
              <a:gd name="T15" fmla="*/ 0 h 2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93" h="218">
                <a:moveTo>
                  <a:pt x="1307" y="0"/>
                </a:moveTo>
                <a:lnTo>
                  <a:pt x="0" y="0"/>
                </a:lnTo>
                <a:lnTo>
                  <a:pt x="68" y="114"/>
                </a:lnTo>
                <a:lnTo>
                  <a:pt x="0" y="218"/>
                </a:lnTo>
                <a:lnTo>
                  <a:pt x="1307" y="218"/>
                </a:lnTo>
                <a:lnTo>
                  <a:pt x="1307" y="78"/>
                </a:lnTo>
                <a:lnTo>
                  <a:pt x="1393" y="0"/>
                </a:lnTo>
                <a:lnTo>
                  <a:pt x="1307" y="0"/>
                </a:lnTo>
                <a:close/>
              </a:path>
            </a:pathLst>
          </a:custGeom>
          <a:solidFill>
            <a:srgbClr val="F15A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5" name="Freeform 1078"/>
          <p:cNvSpPr>
            <a:spLocks/>
          </p:cNvSpPr>
          <p:nvPr/>
        </p:nvSpPr>
        <p:spPr bwMode="auto">
          <a:xfrm>
            <a:off x="5649903" y="5445015"/>
            <a:ext cx="2448273" cy="383147"/>
          </a:xfrm>
          <a:custGeom>
            <a:avLst/>
            <a:gdLst>
              <a:gd name="T0" fmla="*/ 1307 w 1393"/>
              <a:gd name="T1" fmla="*/ 0 h 218"/>
              <a:gd name="T2" fmla="*/ 0 w 1393"/>
              <a:gd name="T3" fmla="*/ 0 h 218"/>
              <a:gd name="T4" fmla="*/ 68 w 1393"/>
              <a:gd name="T5" fmla="*/ 114 h 218"/>
              <a:gd name="T6" fmla="*/ 0 w 1393"/>
              <a:gd name="T7" fmla="*/ 218 h 218"/>
              <a:gd name="T8" fmla="*/ 1307 w 1393"/>
              <a:gd name="T9" fmla="*/ 218 h 218"/>
              <a:gd name="T10" fmla="*/ 1307 w 1393"/>
              <a:gd name="T11" fmla="*/ 79 h 218"/>
              <a:gd name="T12" fmla="*/ 1393 w 1393"/>
              <a:gd name="T13" fmla="*/ 0 h 218"/>
              <a:gd name="T14" fmla="*/ 1307 w 1393"/>
              <a:gd name="T15" fmla="*/ 0 h 2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93" h="218">
                <a:moveTo>
                  <a:pt x="1307" y="0"/>
                </a:moveTo>
                <a:lnTo>
                  <a:pt x="0" y="0"/>
                </a:lnTo>
                <a:lnTo>
                  <a:pt x="68" y="114"/>
                </a:lnTo>
                <a:lnTo>
                  <a:pt x="0" y="218"/>
                </a:lnTo>
                <a:lnTo>
                  <a:pt x="1307" y="218"/>
                </a:lnTo>
                <a:lnTo>
                  <a:pt x="1307" y="79"/>
                </a:lnTo>
                <a:lnTo>
                  <a:pt x="1393" y="0"/>
                </a:lnTo>
                <a:lnTo>
                  <a:pt x="1307" y="0"/>
                </a:lnTo>
                <a:close/>
              </a:path>
            </a:pathLst>
          </a:custGeom>
          <a:solidFill>
            <a:srgbClr val="39B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6" name="Freeform 1318"/>
          <p:cNvSpPr>
            <a:spLocks/>
          </p:cNvSpPr>
          <p:nvPr/>
        </p:nvSpPr>
        <p:spPr bwMode="auto">
          <a:xfrm>
            <a:off x="8757258" y="1683851"/>
            <a:ext cx="2448273" cy="379632"/>
          </a:xfrm>
          <a:custGeom>
            <a:avLst/>
            <a:gdLst>
              <a:gd name="T0" fmla="*/ 1393 w 1393"/>
              <a:gd name="T1" fmla="*/ 0 h 216"/>
              <a:gd name="T2" fmla="*/ 86 w 1393"/>
              <a:gd name="T3" fmla="*/ 0 h 216"/>
              <a:gd name="T4" fmla="*/ 0 w 1393"/>
              <a:gd name="T5" fmla="*/ 0 h 216"/>
              <a:gd name="T6" fmla="*/ 86 w 1393"/>
              <a:gd name="T7" fmla="*/ 77 h 216"/>
              <a:gd name="T8" fmla="*/ 86 w 1393"/>
              <a:gd name="T9" fmla="*/ 216 h 216"/>
              <a:gd name="T10" fmla="*/ 1393 w 1393"/>
              <a:gd name="T11" fmla="*/ 216 h 216"/>
              <a:gd name="T12" fmla="*/ 1325 w 1393"/>
              <a:gd name="T13" fmla="*/ 112 h 216"/>
              <a:gd name="T14" fmla="*/ 1393 w 1393"/>
              <a:gd name="T15" fmla="*/ 0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93" h="216">
                <a:moveTo>
                  <a:pt x="1393" y="0"/>
                </a:moveTo>
                <a:lnTo>
                  <a:pt x="86" y="0"/>
                </a:lnTo>
                <a:lnTo>
                  <a:pt x="0" y="0"/>
                </a:lnTo>
                <a:lnTo>
                  <a:pt x="86" y="77"/>
                </a:lnTo>
                <a:lnTo>
                  <a:pt x="86" y="216"/>
                </a:lnTo>
                <a:lnTo>
                  <a:pt x="1393" y="216"/>
                </a:lnTo>
                <a:lnTo>
                  <a:pt x="1325" y="112"/>
                </a:lnTo>
                <a:lnTo>
                  <a:pt x="1393" y="0"/>
                </a:lnTo>
                <a:close/>
              </a:path>
            </a:pathLst>
          </a:custGeom>
          <a:solidFill>
            <a:srgbClr val="66C7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7" name="Freeform 1559"/>
          <p:cNvSpPr>
            <a:spLocks/>
          </p:cNvSpPr>
          <p:nvPr/>
        </p:nvSpPr>
        <p:spPr bwMode="auto">
          <a:xfrm>
            <a:off x="8757258" y="3188316"/>
            <a:ext cx="2448273" cy="381389"/>
          </a:xfrm>
          <a:custGeom>
            <a:avLst/>
            <a:gdLst>
              <a:gd name="T0" fmla="*/ 1393 w 1393"/>
              <a:gd name="T1" fmla="*/ 0 h 217"/>
              <a:gd name="T2" fmla="*/ 86 w 1393"/>
              <a:gd name="T3" fmla="*/ 0 h 217"/>
              <a:gd name="T4" fmla="*/ 0 w 1393"/>
              <a:gd name="T5" fmla="*/ 0 h 217"/>
              <a:gd name="T6" fmla="*/ 86 w 1393"/>
              <a:gd name="T7" fmla="*/ 78 h 217"/>
              <a:gd name="T8" fmla="*/ 86 w 1393"/>
              <a:gd name="T9" fmla="*/ 217 h 217"/>
              <a:gd name="T10" fmla="*/ 1393 w 1393"/>
              <a:gd name="T11" fmla="*/ 217 h 217"/>
              <a:gd name="T12" fmla="*/ 1325 w 1393"/>
              <a:gd name="T13" fmla="*/ 113 h 217"/>
              <a:gd name="T14" fmla="*/ 1393 w 1393"/>
              <a:gd name="T15" fmla="*/ 0 h 2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93" h="217">
                <a:moveTo>
                  <a:pt x="1393" y="0"/>
                </a:moveTo>
                <a:lnTo>
                  <a:pt x="86" y="0"/>
                </a:lnTo>
                <a:lnTo>
                  <a:pt x="0" y="0"/>
                </a:lnTo>
                <a:lnTo>
                  <a:pt x="86" y="78"/>
                </a:lnTo>
                <a:lnTo>
                  <a:pt x="86" y="217"/>
                </a:lnTo>
                <a:lnTo>
                  <a:pt x="1393" y="217"/>
                </a:lnTo>
                <a:lnTo>
                  <a:pt x="1325" y="113"/>
                </a:lnTo>
                <a:lnTo>
                  <a:pt x="1393" y="0"/>
                </a:lnTo>
                <a:close/>
              </a:path>
            </a:pathLst>
          </a:custGeom>
          <a:solidFill>
            <a:srgbClr val="FCAF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8" name="Freeform 1803"/>
          <p:cNvSpPr>
            <a:spLocks/>
          </p:cNvSpPr>
          <p:nvPr/>
        </p:nvSpPr>
        <p:spPr bwMode="auto">
          <a:xfrm>
            <a:off x="8757258" y="4694539"/>
            <a:ext cx="2448273" cy="381389"/>
          </a:xfrm>
          <a:custGeom>
            <a:avLst/>
            <a:gdLst>
              <a:gd name="T0" fmla="*/ 1393 w 1393"/>
              <a:gd name="T1" fmla="*/ 0 h 217"/>
              <a:gd name="T2" fmla="*/ 86 w 1393"/>
              <a:gd name="T3" fmla="*/ 0 h 217"/>
              <a:gd name="T4" fmla="*/ 0 w 1393"/>
              <a:gd name="T5" fmla="*/ 0 h 217"/>
              <a:gd name="T6" fmla="*/ 86 w 1393"/>
              <a:gd name="T7" fmla="*/ 78 h 217"/>
              <a:gd name="T8" fmla="*/ 86 w 1393"/>
              <a:gd name="T9" fmla="*/ 217 h 217"/>
              <a:gd name="T10" fmla="*/ 1393 w 1393"/>
              <a:gd name="T11" fmla="*/ 217 h 217"/>
              <a:gd name="T12" fmla="*/ 1325 w 1393"/>
              <a:gd name="T13" fmla="*/ 112 h 217"/>
              <a:gd name="T14" fmla="*/ 1393 w 1393"/>
              <a:gd name="T15" fmla="*/ 0 h 2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93" h="217">
                <a:moveTo>
                  <a:pt x="1393" y="0"/>
                </a:moveTo>
                <a:lnTo>
                  <a:pt x="86" y="0"/>
                </a:lnTo>
                <a:lnTo>
                  <a:pt x="0" y="0"/>
                </a:lnTo>
                <a:lnTo>
                  <a:pt x="86" y="78"/>
                </a:lnTo>
                <a:lnTo>
                  <a:pt x="86" y="217"/>
                </a:lnTo>
                <a:lnTo>
                  <a:pt x="1393" y="217"/>
                </a:lnTo>
                <a:lnTo>
                  <a:pt x="1325" y="112"/>
                </a:lnTo>
                <a:lnTo>
                  <a:pt x="1393" y="0"/>
                </a:lnTo>
                <a:close/>
              </a:path>
            </a:pathLst>
          </a:custGeom>
          <a:solidFill>
            <a:srgbClr val="BB9B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矩形 3"/>
          <p:cNvSpPr/>
          <p:nvPr/>
        </p:nvSpPr>
        <p:spPr>
          <a:xfrm>
            <a:off x="5794256" y="2457431"/>
            <a:ext cx="1620957" cy="332592"/>
          </a:xfrm>
          <a:prstGeom prst="rect">
            <a:avLst/>
          </a:prstGeom>
        </p:spPr>
        <p:txBody>
          <a:bodyPr wrap="none">
            <a:spAutoFit/>
          </a:bodyPr>
          <a:lstStyle/>
          <a:p>
            <a:pPr>
              <a:lnSpc>
                <a:spcPct val="120000"/>
              </a:lnSpc>
            </a:pPr>
            <a:r>
              <a:rPr lang="zh-CN" altLang="en-US" sz="1400" dirty="0">
                <a:solidFill>
                  <a:schemeClr val="bg1"/>
                </a:solidFill>
              </a:rPr>
              <a:t>添加内容添加内容</a:t>
            </a:r>
          </a:p>
        </p:txBody>
      </p:sp>
      <p:sp>
        <p:nvSpPr>
          <p:cNvPr id="1819" name="矩形 1818"/>
          <p:cNvSpPr/>
          <p:nvPr/>
        </p:nvSpPr>
        <p:spPr>
          <a:xfrm>
            <a:off x="5794256" y="3965826"/>
            <a:ext cx="1620957" cy="332592"/>
          </a:xfrm>
          <a:prstGeom prst="rect">
            <a:avLst/>
          </a:prstGeom>
        </p:spPr>
        <p:txBody>
          <a:bodyPr wrap="none">
            <a:spAutoFit/>
          </a:bodyPr>
          <a:lstStyle/>
          <a:p>
            <a:pPr>
              <a:lnSpc>
                <a:spcPct val="120000"/>
              </a:lnSpc>
            </a:pPr>
            <a:r>
              <a:rPr lang="zh-CN" altLang="en-US" sz="1400" dirty="0">
                <a:solidFill>
                  <a:schemeClr val="bg1"/>
                </a:solidFill>
              </a:rPr>
              <a:t>添加内容添加内容</a:t>
            </a:r>
          </a:p>
        </p:txBody>
      </p:sp>
      <p:sp>
        <p:nvSpPr>
          <p:cNvPr id="1820" name="矩形 1819"/>
          <p:cNvSpPr/>
          <p:nvPr/>
        </p:nvSpPr>
        <p:spPr>
          <a:xfrm>
            <a:off x="5794256" y="5470292"/>
            <a:ext cx="1620957" cy="332592"/>
          </a:xfrm>
          <a:prstGeom prst="rect">
            <a:avLst/>
          </a:prstGeom>
        </p:spPr>
        <p:txBody>
          <a:bodyPr wrap="none">
            <a:spAutoFit/>
          </a:bodyPr>
          <a:lstStyle/>
          <a:p>
            <a:pPr>
              <a:lnSpc>
                <a:spcPct val="120000"/>
              </a:lnSpc>
            </a:pPr>
            <a:r>
              <a:rPr lang="zh-CN" altLang="en-US" sz="1400" dirty="0">
                <a:solidFill>
                  <a:schemeClr val="bg1"/>
                </a:solidFill>
              </a:rPr>
              <a:t>添加内容添加内容</a:t>
            </a:r>
          </a:p>
        </p:txBody>
      </p:sp>
      <p:sp>
        <p:nvSpPr>
          <p:cNvPr id="1821" name="矩形 1820"/>
          <p:cNvSpPr/>
          <p:nvPr/>
        </p:nvSpPr>
        <p:spPr>
          <a:xfrm>
            <a:off x="8947074" y="1721430"/>
            <a:ext cx="1620957" cy="332592"/>
          </a:xfrm>
          <a:prstGeom prst="rect">
            <a:avLst/>
          </a:prstGeom>
        </p:spPr>
        <p:txBody>
          <a:bodyPr wrap="none">
            <a:spAutoFit/>
          </a:bodyPr>
          <a:lstStyle/>
          <a:p>
            <a:pPr>
              <a:lnSpc>
                <a:spcPct val="120000"/>
              </a:lnSpc>
            </a:pPr>
            <a:r>
              <a:rPr lang="zh-CN" altLang="en-US" sz="1400" dirty="0">
                <a:solidFill>
                  <a:schemeClr val="bg1"/>
                </a:solidFill>
              </a:rPr>
              <a:t>添加内容添加内容</a:t>
            </a:r>
          </a:p>
        </p:txBody>
      </p:sp>
      <p:sp>
        <p:nvSpPr>
          <p:cNvPr id="1822" name="矩形 1821"/>
          <p:cNvSpPr/>
          <p:nvPr/>
        </p:nvSpPr>
        <p:spPr>
          <a:xfrm>
            <a:off x="8947074" y="3229825"/>
            <a:ext cx="1620957" cy="332592"/>
          </a:xfrm>
          <a:prstGeom prst="rect">
            <a:avLst/>
          </a:prstGeom>
        </p:spPr>
        <p:txBody>
          <a:bodyPr wrap="none">
            <a:spAutoFit/>
          </a:bodyPr>
          <a:lstStyle/>
          <a:p>
            <a:pPr>
              <a:lnSpc>
                <a:spcPct val="120000"/>
              </a:lnSpc>
            </a:pPr>
            <a:r>
              <a:rPr lang="zh-CN" altLang="en-US" sz="1400" dirty="0">
                <a:solidFill>
                  <a:schemeClr val="bg1"/>
                </a:solidFill>
              </a:rPr>
              <a:t>添加内容添加内容</a:t>
            </a:r>
          </a:p>
        </p:txBody>
      </p:sp>
      <p:sp>
        <p:nvSpPr>
          <p:cNvPr id="1823" name="矩形 1822"/>
          <p:cNvSpPr/>
          <p:nvPr/>
        </p:nvSpPr>
        <p:spPr>
          <a:xfrm>
            <a:off x="8947074" y="4734291"/>
            <a:ext cx="1620957" cy="332592"/>
          </a:xfrm>
          <a:prstGeom prst="rect">
            <a:avLst/>
          </a:prstGeom>
        </p:spPr>
        <p:txBody>
          <a:bodyPr wrap="none">
            <a:spAutoFit/>
          </a:bodyPr>
          <a:lstStyle/>
          <a:p>
            <a:pPr>
              <a:lnSpc>
                <a:spcPct val="120000"/>
              </a:lnSpc>
            </a:pPr>
            <a:r>
              <a:rPr lang="zh-CN" altLang="en-US" sz="1400" dirty="0">
                <a:solidFill>
                  <a:schemeClr val="bg1"/>
                </a:solidFill>
              </a:rPr>
              <a:t>添加内容添加内容</a:t>
            </a:r>
          </a:p>
        </p:txBody>
      </p:sp>
      <p:sp>
        <p:nvSpPr>
          <p:cNvPr id="1825" name="矩形 1824"/>
          <p:cNvSpPr/>
          <p:nvPr/>
        </p:nvSpPr>
        <p:spPr>
          <a:xfrm>
            <a:off x="8895481" y="2145944"/>
            <a:ext cx="2262752" cy="566309"/>
          </a:xfrm>
          <a:prstGeom prst="rect">
            <a:avLst/>
          </a:prstGeom>
          <a:noFill/>
        </p:spPr>
        <p:txBody>
          <a:bodyPr wrap="square">
            <a:spAutoFit/>
          </a:bodyPr>
          <a:lstStyle/>
          <a:p>
            <a:pPr algn="just">
              <a:lnSpc>
                <a:spcPct val="110000"/>
              </a:lnSpc>
            </a:pPr>
            <a:r>
              <a:rPr lang="zh-CN" altLang="en-US" sz="1400" dirty="0">
                <a:solidFill>
                  <a:schemeClr val="tx1">
                    <a:lumMod val="65000"/>
                    <a:lumOff val="35000"/>
                  </a:schemeClr>
                </a:solidFill>
              </a:rPr>
              <a:t>添加内容添加内容添加内容添加内容添加内容</a:t>
            </a:r>
          </a:p>
        </p:txBody>
      </p:sp>
      <p:sp>
        <p:nvSpPr>
          <p:cNvPr id="1828" name="矩形 1827"/>
          <p:cNvSpPr/>
          <p:nvPr/>
        </p:nvSpPr>
        <p:spPr>
          <a:xfrm>
            <a:off x="8895481" y="3630812"/>
            <a:ext cx="2262752" cy="566309"/>
          </a:xfrm>
          <a:prstGeom prst="rect">
            <a:avLst/>
          </a:prstGeom>
          <a:noFill/>
        </p:spPr>
        <p:txBody>
          <a:bodyPr wrap="square">
            <a:spAutoFit/>
          </a:bodyPr>
          <a:lstStyle/>
          <a:p>
            <a:pPr algn="just">
              <a:lnSpc>
                <a:spcPct val="110000"/>
              </a:lnSpc>
            </a:pPr>
            <a:r>
              <a:rPr lang="zh-CN" altLang="en-US" sz="1400" dirty="0">
                <a:solidFill>
                  <a:schemeClr val="tx1">
                    <a:lumMod val="65000"/>
                    <a:lumOff val="35000"/>
                  </a:schemeClr>
                </a:solidFill>
              </a:rPr>
              <a:t>添加内容添加内容添加内容添加内容添加内容</a:t>
            </a:r>
          </a:p>
        </p:txBody>
      </p:sp>
      <p:sp>
        <p:nvSpPr>
          <p:cNvPr id="1829" name="矩形 1828"/>
          <p:cNvSpPr/>
          <p:nvPr/>
        </p:nvSpPr>
        <p:spPr>
          <a:xfrm>
            <a:off x="8895481" y="5115680"/>
            <a:ext cx="2262752" cy="566309"/>
          </a:xfrm>
          <a:prstGeom prst="rect">
            <a:avLst/>
          </a:prstGeom>
          <a:noFill/>
        </p:spPr>
        <p:txBody>
          <a:bodyPr wrap="square">
            <a:spAutoFit/>
          </a:bodyPr>
          <a:lstStyle/>
          <a:p>
            <a:pPr algn="just">
              <a:lnSpc>
                <a:spcPct val="110000"/>
              </a:lnSpc>
            </a:pPr>
            <a:r>
              <a:rPr lang="zh-CN" altLang="en-US" sz="1400" dirty="0">
                <a:solidFill>
                  <a:schemeClr val="tx1">
                    <a:lumMod val="65000"/>
                    <a:lumOff val="35000"/>
                  </a:schemeClr>
                </a:solidFill>
              </a:rPr>
              <a:t>添加内容添加内容添加内容添加内容添加内容</a:t>
            </a:r>
          </a:p>
        </p:txBody>
      </p:sp>
      <p:sp>
        <p:nvSpPr>
          <p:cNvPr id="1830" name="矩形 1829"/>
          <p:cNvSpPr/>
          <p:nvPr/>
        </p:nvSpPr>
        <p:spPr>
          <a:xfrm>
            <a:off x="5690739" y="2840578"/>
            <a:ext cx="2262752" cy="566309"/>
          </a:xfrm>
          <a:prstGeom prst="rect">
            <a:avLst/>
          </a:prstGeom>
          <a:noFill/>
        </p:spPr>
        <p:txBody>
          <a:bodyPr wrap="square">
            <a:spAutoFit/>
          </a:bodyPr>
          <a:lstStyle/>
          <a:p>
            <a:pPr algn="just">
              <a:lnSpc>
                <a:spcPct val="110000"/>
              </a:lnSpc>
            </a:pPr>
            <a:r>
              <a:rPr lang="zh-CN" altLang="en-US" sz="1400" dirty="0">
                <a:solidFill>
                  <a:schemeClr val="tx1">
                    <a:lumMod val="65000"/>
                    <a:lumOff val="35000"/>
                  </a:schemeClr>
                </a:solidFill>
              </a:rPr>
              <a:t>添加内容添加内容添加内容添加内容添加内容</a:t>
            </a:r>
          </a:p>
        </p:txBody>
      </p:sp>
      <p:sp>
        <p:nvSpPr>
          <p:cNvPr id="1831" name="矩形 1830"/>
          <p:cNvSpPr/>
          <p:nvPr/>
        </p:nvSpPr>
        <p:spPr>
          <a:xfrm>
            <a:off x="5690739" y="4325446"/>
            <a:ext cx="2262752" cy="566309"/>
          </a:xfrm>
          <a:prstGeom prst="rect">
            <a:avLst/>
          </a:prstGeom>
          <a:noFill/>
        </p:spPr>
        <p:txBody>
          <a:bodyPr wrap="square">
            <a:spAutoFit/>
          </a:bodyPr>
          <a:lstStyle/>
          <a:p>
            <a:pPr algn="just">
              <a:lnSpc>
                <a:spcPct val="110000"/>
              </a:lnSpc>
            </a:pPr>
            <a:r>
              <a:rPr lang="zh-CN" altLang="en-US" sz="1400" dirty="0">
                <a:solidFill>
                  <a:schemeClr val="tx1">
                    <a:lumMod val="65000"/>
                    <a:lumOff val="35000"/>
                  </a:schemeClr>
                </a:solidFill>
              </a:rPr>
              <a:t>添加内容添加内容添加内容添加内容添加内容</a:t>
            </a:r>
          </a:p>
        </p:txBody>
      </p:sp>
      <p:sp>
        <p:nvSpPr>
          <p:cNvPr id="1832" name="矩形 1831"/>
          <p:cNvSpPr/>
          <p:nvPr/>
        </p:nvSpPr>
        <p:spPr>
          <a:xfrm>
            <a:off x="5690739" y="5810314"/>
            <a:ext cx="2262752" cy="566309"/>
          </a:xfrm>
          <a:prstGeom prst="rect">
            <a:avLst/>
          </a:prstGeom>
          <a:noFill/>
        </p:spPr>
        <p:txBody>
          <a:bodyPr wrap="square">
            <a:spAutoFit/>
          </a:bodyPr>
          <a:lstStyle/>
          <a:p>
            <a:pPr algn="just">
              <a:lnSpc>
                <a:spcPct val="110000"/>
              </a:lnSpc>
            </a:pPr>
            <a:r>
              <a:rPr lang="zh-CN" altLang="en-US" sz="1400" dirty="0">
                <a:solidFill>
                  <a:schemeClr val="tx1">
                    <a:lumMod val="65000"/>
                    <a:lumOff val="35000"/>
                  </a:schemeClr>
                </a:solidFill>
              </a:rPr>
              <a:t>添加内容添加内容添加内容添加内容添加内容</a:t>
            </a:r>
          </a:p>
        </p:txBody>
      </p:sp>
      <p:sp>
        <p:nvSpPr>
          <p:cNvPr id="1833" name="矩形 1832"/>
          <p:cNvSpPr/>
          <p:nvPr/>
        </p:nvSpPr>
        <p:spPr>
          <a:xfrm>
            <a:off x="7796775" y="1008018"/>
            <a:ext cx="1261884" cy="332592"/>
          </a:xfrm>
          <a:prstGeom prst="rect">
            <a:avLst/>
          </a:prstGeom>
        </p:spPr>
        <p:txBody>
          <a:bodyPr wrap="none">
            <a:spAutoFit/>
          </a:bodyPr>
          <a:lstStyle/>
          <a:p>
            <a:pPr>
              <a:lnSpc>
                <a:spcPct val="120000"/>
              </a:lnSpc>
            </a:pPr>
            <a:r>
              <a:rPr lang="zh-CN" altLang="en-US" sz="1400" dirty="0">
                <a:solidFill>
                  <a:schemeClr val="bg1"/>
                </a:solidFill>
              </a:rPr>
              <a:t>单击添加标题</a:t>
            </a:r>
          </a:p>
        </p:txBody>
      </p:sp>
      <p:sp>
        <p:nvSpPr>
          <p:cNvPr id="1834" name="矩形 39"/>
          <p:cNvSpPr/>
          <p:nvPr/>
        </p:nvSpPr>
        <p:spPr>
          <a:xfrm>
            <a:off x="0" y="203088"/>
            <a:ext cx="1261884" cy="523220"/>
          </a:xfrm>
          <a:prstGeom prst="rect">
            <a:avLst/>
          </a:prstGeom>
          <a:noFill/>
        </p:spPr>
        <p:txBody>
          <a:bodyPr wrap="none" rtlCol="0">
            <a:spAutoFit/>
          </a:bodyPr>
          <a:lstStyle/>
          <a:p>
            <a:r>
              <a:rPr lang="zh-CN" altLang="en-US" sz="2800" b="1" dirty="0">
                <a:solidFill>
                  <a:schemeClr val="tx1">
                    <a:lumMod val="65000"/>
                    <a:lumOff val="35000"/>
                  </a:schemeClr>
                </a:solidFill>
              </a:rPr>
              <a:t>时间线</a:t>
            </a:r>
            <a:endParaRPr lang="zh-CN" altLang="zh-CN" sz="2800" b="1" dirty="0">
              <a:solidFill>
                <a:schemeClr val="tx1">
                  <a:lumMod val="65000"/>
                  <a:lumOff val="35000"/>
                </a:schemeClr>
              </a:solidFill>
            </a:endParaRPr>
          </a:p>
        </p:txBody>
      </p:sp>
      <p:sp>
        <p:nvSpPr>
          <p:cNvPr id="5" name="矩形 4"/>
          <p:cNvSpPr/>
          <p:nvPr/>
        </p:nvSpPr>
        <p:spPr>
          <a:xfrm>
            <a:off x="8186305" y="1513369"/>
            <a:ext cx="482824" cy="338554"/>
          </a:xfrm>
          <a:prstGeom prst="rect">
            <a:avLst/>
          </a:prstGeom>
        </p:spPr>
        <p:txBody>
          <a:bodyPr wrap="none">
            <a:spAutoFit/>
          </a:bodyPr>
          <a:lstStyle/>
          <a:p>
            <a:pPr algn="ctr"/>
            <a:r>
              <a:rPr lang="en-US" altLang="zh-CN" sz="1600" dirty="0">
                <a:solidFill>
                  <a:schemeClr val="bg1"/>
                </a:solidFill>
                <a:latin typeface="Agency FB" panose="020B0503020202020204" pitchFamily="34" charset="0"/>
              </a:rPr>
              <a:t>2016</a:t>
            </a:r>
          </a:p>
        </p:txBody>
      </p:sp>
      <p:sp>
        <p:nvSpPr>
          <p:cNvPr id="1836" name="矩形 1835"/>
          <p:cNvSpPr/>
          <p:nvPr/>
        </p:nvSpPr>
        <p:spPr>
          <a:xfrm>
            <a:off x="8186305" y="2267409"/>
            <a:ext cx="481222" cy="338554"/>
          </a:xfrm>
          <a:prstGeom prst="rect">
            <a:avLst/>
          </a:prstGeom>
        </p:spPr>
        <p:txBody>
          <a:bodyPr wrap="none">
            <a:spAutoFit/>
          </a:bodyPr>
          <a:lstStyle/>
          <a:p>
            <a:pPr algn="ctr"/>
            <a:r>
              <a:rPr lang="en-US" altLang="zh-CN" sz="1600" dirty="0">
                <a:solidFill>
                  <a:schemeClr val="bg1"/>
                </a:solidFill>
                <a:latin typeface="Agency FB" panose="020B0503020202020204" pitchFamily="34" charset="0"/>
              </a:rPr>
              <a:t>2015</a:t>
            </a:r>
          </a:p>
        </p:txBody>
      </p:sp>
      <p:sp>
        <p:nvSpPr>
          <p:cNvPr id="1837" name="矩形 1836"/>
          <p:cNvSpPr/>
          <p:nvPr/>
        </p:nvSpPr>
        <p:spPr>
          <a:xfrm>
            <a:off x="8186305" y="3021449"/>
            <a:ext cx="474810" cy="338554"/>
          </a:xfrm>
          <a:prstGeom prst="rect">
            <a:avLst/>
          </a:prstGeom>
        </p:spPr>
        <p:txBody>
          <a:bodyPr wrap="none">
            <a:spAutoFit/>
          </a:bodyPr>
          <a:lstStyle/>
          <a:p>
            <a:pPr algn="ctr"/>
            <a:r>
              <a:rPr lang="en-US" altLang="zh-CN" sz="1600" dirty="0">
                <a:solidFill>
                  <a:schemeClr val="bg1"/>
                </a:solidFill>
                <a:latin typeface="Agency FB" panose="020B0503020202020204" pitchFamily="34" charset="0"/>
              </a:rPr>
              <a:t>2014</a:t>
            </a:r>
          </a:p>
        </p:txBody>
      </p:sp>
      <p:sp>
        <p:nvSpPr>
          <p:cNvPr id="1838" name="矩形 1837"/>
          <p:cNvSpPr/>
          <p:nvPr/>
        </p:nvSpPr>
        <p:spPr>
          <a:xfrm>
            <a:off x="8186305" y="3775489"/>
            <a:ext cx="482824" cy="338554"/>
          </a:xfrm>
          <a:prstGeom prst="rect">
            <a:avLst/>
          </a:prstGeom>
        </p:spPr>
        <p:txBody>
          <a:bodyPr wrap="none">
            <a:spAutoFit/>
          </a:bodyPr>
          <a:lstStyle/>
          <a:p>
            <a:pPr algn="ctr"/>
            <a:r>
              <a:rPr lang="en-US" altLang="zh-CN" sz="1600" dirty="0">
                <a:solidFill>
                  <a:schemeClr val="bg1"/>
                </a:solidFill>
                <a:latin typeface="Agency FB" panose="020B0503020202020204" pitchFamily="34" charset="0"/>
              </a:rPr>
              <a:t>2013</a:t>
            </a:r>
          </a:p>
        </p:txBody>
      </p:sp>
      <p:sp>
        <p:nvSpPr>
          <p:cNvPr id="1839" name="矩形 1838"/>
          <p:cNvSpPr/>
          <p:nvPr/>
        </p:nvSpPr>
        <p:spPr>
          <a:xfrm>
            <a:off x="8186305" y="4529529"/>
            <a:ext cx="476412" cy="338554"/>
          </a:xfrm>
          <a:prstGeom prst="rect">
            <a:avLst/>
          </a:prstGeom>
        </p:spPr>
        <p:txBody>
          <a:bodyPr wrap="none">
            <a:spAutoFit/>
          </a:bodyPr>
          <a:lstStyle/>
          <a:p>
            <a:pPr algn="ctr"/>
            <a:r>
              <a:rPr lang="en-US" altLang="zh-CN" sz="1600" dirty="0">
                <a:solidFill>
                  <a:schemeClr val="bg1"/>
                </a:solidFill>
                <a:latin typeface="Agency FB" panose="020B0503020202020204" pitchFamily="34" charset="0"/>
              </a:rPr>
              <a:t>2012</a:t>
            </a:r>
          </a:p>
        </p:txBody>
      </p:sp>
      <p:sp>
        <p:nvSpPr>
          <p:cNvPr id="1840" name="矩形 1839"/>
          <p:cNvSpPr/>
          <p:nvPr/>
        </p:nvSpPr>
        <p:spPr>
          <a:xfrm>
            <a:off x="8186305" y="5283567"/>
            <a:ext cx="437940" cy="338554"/>
          </a:xfrm>
          <a:prstGeom prst="rect">
            <a:avLst/>
          </a:prstGeom>
        </p:spPr>
        <p:txBody>
          <a:bodyPr wrap="none">
            <a:spAutoFit/>
          </a:bodyPr>
          <a:lstStyle/>
          <a:p>
            <a:pPr algn="ctr"/>
            <a:r>
              <a:rPr lang="en-US" altLang="zh-CN" sz="1600" dirty="0">
                <a:solidFill>
                  <a:schemeClr val="bg1"/>
                </a:solidFill>
                <a:latin typeface="Agency FB" panose="020B0503020202020204" pitchFamily="34" charset="0"/>
              </a:rPr>
              <a:t>2011</a:t>
            </a:r>
          </a:p>
        </p:txBody>
      </p:sp>
      <p:sp>
        <p:nvSpPr>
          <p:cNvPr id="39" name="矩形 38"/>
          <p:cNvSpPr/>
          <p:nvPr/>
        </p:nvSpPr>
        <p:spPr>
          <a:xfrm>
            <a:off x="434078" y="5047022"/>
            <a:ext cx="3650999" cy="1052596"/>
          </a:xfrm>
          <a:prstGeom prst="rect">
            <a:avLst/>
          </a:prstGeom>
          <a:noFill/>
        </p:spPr>
        <p:txBody>
          <a:bodyPr wrap="square">
            <a:spAutoFit/>
          </a:bodyPr>
          <a:lstStyle/>
          <a:p>
            <a:pPr>
              <a:lnSpc>
                <a:spcPct val="130000"/>
              </a:lnSpc>
            </a:pPr>
            <a:r>
              <a:rPr lang="zh-CN" altLang="en-US" sz="1600" dirty="0">
                <a:solidFill>
                  <a:schemeClr val="tx1">
                    <a:lumMod val="65000"/>
                    <a:lumOff val="35000"/>
                  </a:schemeClr>
                </a:solidFill>
              </a:rPr>
              <a:t>添加内容添加内容添加内容添加内容添加内容添加内容添加内容添加内容添加内容添加内容添加内容</a:t>
            </a:r>
          </a:p>
        </p:txBody>
      </p:sp>
      <p:sp>
        <p:nvSpPr>
          <p:cNvPr id="40" name="文本框 39"/>
          <p:cNvSpPr txBox="1"/>
          <p:nvPr/>
        </p:nvSpPr>
        <p:spPr>
          <a:xfrm>
            <a:off x="434078" y="4091509"/>
            <a:ext cx="3913366" cy="535531"/>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41" name="Rectangle 58"/>
          <p:cNvSpPr/>
          <p:nvPr/>
        </p:nvSpPr>
        <p:spPr>
          <a:xfrm>
            <a:off x="434078" y="4511777"/>
            <a:ext cx="2509147" cy="395173"/>
          </a:xfrm>
          <a:prstGeom prst="rect">
            <a:avLst/>
          </a:prstGeom>
        </p:spPr>
        <p:txBody>
          <a:bodyPr wrap="square">
            <a:spAutoFit/>
          </a:bodyPr>
          <a:lstStyle/>
          <a:p>
            <a:pPr>
              <a:lnSpc>
                <a:spcPct val="123000"/>
              </a:lnSpc>
              <a:spcBef>
                <a:spcPts val="600"/>
              </a:spcBef>
            </a:pPr>
            <a:r>
              <a:rPr lang="zh-CN" altLang="en-US" sz="1600" dirty="0">
                <a:solidFill>
                  <a:schemeClr val="tx1">
                    <a:lumMod val="65000"/>
                    <a:lumOff val="35000"/>
                  </a:schemeClr>
                </a:solidFill>
                <a:latin typeface="+mn-ea"/>
              </a:rPr>
              <a:t>添加</a:t>
            </a:r>
            <a:r>
              <a:rPr lang="zh-CN" altLang="en-US" sz="1600">
                <a:solidFill>
                  <a:schemeClr val="tx1">
                    <a:lumMod val="65000"/>
                    <a:lumOff val="35000"/>
                  </a:schemeClr>
                </a:solidFill>
                <a:latin typeface="+mn-ea"/>
              </a:rPr>
              <a:t>副标题</a:t>
            </a:r>
            <a:endParaRPr lang="zh-CN" altLang="en-US" sz="1600" dirty="0">
              <a:solidFill>
                <a:schemeClr val="tx1">
                  <a:lumMod val="65000"/>
                  <a:lumOff val="35000"/>
                </a:schemeClr>
              </a:solidFill>
              <a:latin typeface="+mn-ea"/>
            </a:endParaRPr>
          </a:p>
        </p:txBody>
      </p:sp>
    </p:spTree>
    <p:extLst>
      <p:ext uri="{BB962C8B-B14F-4D97-AF65-F5344CB8AC3E}">
        <p14:creationId xmlns:p14="http://schemas.microsoft.com/office/powerpoint/2010/main" val="1444862263"/>
      </p:ext>
    </p:extLst>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8" name="Freeform 5"/>
          <p:cNvSpPr>
            <a:spLocks/>
          </p:cNvSpPr>
          <p:nvPr/>
        </p:nvSpPr>
        <p:spPr bwMode="auto">
          <a:xfrm>
            <a:off x="720277" y="2881877"/>
            <a:ext cx="2125061" cy="221239"/>
          </a:xfrm>
          <a:custGeom>
            <a:avLst/>
            <a:gdLst>
              <a:gd name="T0" fmla="*/ 1048 w 1095"/>
              <a:gd name="T1" fmla="*/ 114 h 114"/>
              <a:gd name="T2" fmla="*/ 525 w 1095"/>
              <a:gd name="T3" fmla="*/ 114 h 114"/>
              <a:gd name="T4" fmla="*/ 0 w 1095"/>
              <a:gd name="T5" fmla="*/ 114 h 114"/>
              <a:gd name="T6" fmla="*/ 47 w 1095"/>
              <a:gd name="T7" fmla="*/ 57 h 114"/>
              <a:gd name="T8" fmla="*/ 0 w 1095"/>
              <a:gd name="T9" fmla="*/ 0 h 114"/>
              <a:gd name="T10" fmla="*/ 525 w 1095"/>
              <a:gd name="T11" fmla="*/ 0 h 114"/>
              <a:gd name="T12" fmla="*/ 1048 w 1095"/>
              <a:gd name="T13" fmla="*/ 0 h 114"/>
              <a:gd name="T14" fmla="*/ 1095 w 1095"/>
              <a:gd name="T15" fmla="*/ 57 h 114"/>
              <a:gd name="T16" fmla="*/ 1048 w 1095"/>
              <a:gd name="T1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5" h="114">
                <a:moveTo>
                  <a:pt x="1048" y="114"/>
                </a:moveTo>
                <a:lnTo>
                  <a:pt x="525" y="114"/>
                </a:lnTo>
                <a:lnTo>
                  <a:pt x="0" y="114"/>
                </a:lnTo>
                <a:lnTo>
                  <a:pt x="47" y="57"/>
                </a:lnTo>
                <a:lnTo>
                  <a:pt x="0" y="0"/>
                </a:lnTo>
                <a:lnTo>
                  <a:pt x="525" y="0"/>
                </a:lnTo>
                <a:lnTo>
                  <a:pt x="1048" y="0"/>
                </a:lnTo>
                <a:lnTo>
                  <a:pt x="1095" y="57"/>
                </a:lnTo>
                <a:lnTo>
                  <a:pt x="1048" y="114"/>
                </a:lnTo>
                <a:close/>
              </a:path>
            </a:pathLst>
          </a:custGeom>
          <a:solidFill>
            <a:srgbClr val="3A8FCB"/>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289" name="Freeform 6"/>
          <p:cNvSpPr>
            <a:spLocks/>
          </p:cNvSpPr>
          <p:nvPr/>
        </p:nvSpPr>
        <p:spPr bwMode="auto">
          <a:xfrm>
            <a:off x="2878329" y="2881877"/>
            <a:ext cx="2125061" cy="221239"/>
          </a:xfrm>
          <a:custGeom>
            <a:avLst/>
            <a:gdLst>
              <a:gd name="T0" fmla="*/ 1048 w 1095"/>
              <a:gd name="T1" fmla="*/ 114 h 114"/>
              <a:gd name="T2" fmla="*/ 523 w 1095"/>
              <a:gd name="T3" fmla="*/ 114 h 114"/>
              <a:gd name="T4" fmla="*/ 0 w 1095"/>
              <a:gd name="T5" fmla="*/ 114 h 114"/>
              <a:gd name="T6" fmla="*/ 47 w 1095"/>
              <a:gd name="T7" fmla="*/ 57 h 114"/>
              <a:gd name="T8" fmla="*/ 0 w 1095"/>
              <a:gd name="T9" fmla="*/ 0 h 114"/>
              <a:gd name="T10" fmla="*/ 523 w 1095"/>
              <a:gd name="T11" fmla="*/ 0 h 114"/>
              <a:gd name="T12" fmla="*/ 1048 w 1095"/>
              <a:gd name="T13" fmla="*/ 0 h 114"/>
              <a:gd name="T14" fmla="*/ 1095 w 1095"/>
              <a:gd name="T15" fmla="*/ 57 h 114"/>
              <a:gd name="T16" fmla="*/ 1048 w 1095"/>
              <a:gd name="T1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5" h="114">
                <a:moveTo>
                  <a:pt x="1048" y="114"/>
                </a:moveTo>
                <a:lnTo>
                  <a:pt x="523" y="114"/>
                </a:lnTo>
                <a:lnTo>
                  <a:pt x="0" y="114"/>
                </a:lnTo>
                <a:lnTo>
                  <a:pt x="47" y="57"/>
                </a:lnTo>
                <a:lnTo>
                  <a:pt x="0" y="0"/>
                </a:lnTo>
                <a:lnTo>
                  <a:pt x="523" y="0"/>
                </a:lnTo>
                <a:lnTo>
                  <a:pt x="1048" y="0"/>
                </a:lnTo>
                <a:lnTo>
                  <a:pt x="1095" y="57"/>
                </a:lnTo>
                <a:lnTo>
                  <a:pt x="1048" y="114"/>
                </a:lnTo>
                <a:close/>
              </a:path>
            </a:pathLst>
          </a:custGeom>
          <a:solidFill>
            <a:srgbClr val="4BB56D"/>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290" name="Freeform 7"/>
          <p:cNvSpPr>
            <a:spLocks/>
          </p:cNvSpPr>
          <p:nvPr/>
        </p:nvSpPr>
        <p:spPr bwMode="auto">
          <a:xfrm>
            <a:off x="5034441" y="2881877"/>
            <a:ext cx="2127001" cy="221239"/>
          </a:xfrm>
          <a:custGeom>
            <a:avLst/>
            <a:gdLst>
              <a:gd name="T0" fmla="*/ 1048 w 1096"/>
              <a:gd name="T1" fmla="*/ 114 h 114"/>
              <a:gd name="T2" fmla="*/ 523 w 1096"/>
              <a:gd name="T3" fmla="*/ 114 h 114"/>
              <a:gd name="T4" fmla="*/ 0 w 1096"/>
              <a:gd name="T5" fmla="*/ 114 h 114"/>
              <a:gd name="T6" fmla="*/ 48 w 1096"/>
              <a:gd name="T7" fmla="*/ 57 h 114"/>
              <a:gd name="T8" fmla="*/ 0 w 1096"/>
              <a:gd name="T9" fmla="*/ 0 h 114"/>
              <a:gd name="T10" fmla="*/ 523 w 1096"/>
              <a:gd name="T11" fmla="*/ 0 h 114"/>
              <a:gd name="T12" fmla="*/ 1048 w 1096"/>
              <a:gd name="T13" fmla="*/ 0 h 114"/>
              <a:gd name="T14" fmla="*/ 1096 w 1096"/>
              <a:gd name="T15" fmla="*/ 57 h 114"/>
              <a:gd name="T16" fmla="*/ 1048 w 1096"/>
              <a:gd name="T1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6" h="114">
                <a:moveTo>
                  <a:pt x="1048" y="114"/>
                </a:moveTo>
                <a:lnTo>
                  <a:pt x="523" y="114"/>
                </a:lnTo>
                <a:lnTo>
                  <a:pt x="0" y="114"/>
                </a:lnTo>
                <a:lnTo>
                  <a:pt x="48" y="57"/>
                </a:lnTo>
                <a:lnTo>
                  <a:pt x="0" y="0"/>
                </a:lnTo>
                <a:lnTo>
                  <a:pt x="523" y="0"/>
                </a:lnTo>
                <a:lnTo>
                  <a:pt x="1048" y="0"/>
                </a:lnTo>
                <a:lnTo>
                  <a:pt x="1096" y="57"/>
                </a:lnTo>
                <a:lnTo>
                  <a:pt x="1048" y="114"/>
                </a:lnTo>
                <a:close/>
              </a:path>
            </a:pathLst>
          </a:custGeom>
          <a:solidFill>
            <a:srgbClr val="219980"/>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291" name="Freeform 8"/>
          <p:cNvSpPr>
            <a:spLocks/>
          </p:cNvSpPr>
          <p:nvPr/>
        </p:nvSpPr>
        <p:spPr bwMode="auto">
          <a:xfrm>
            <a:off x="7192493" y="2881877"/>
            <a:ext cx="2121180" cy="221239"/>
          </a:xfrm>
          <a:custGeom>
            <a:avLst/>
            <a:gdLst>
              <a:gd name="T0" fmla="*/ 1046 w 1093"/>
              <a:gd name="T1" fmla="*/ 114 h 114"/>
              <a:gd name="T2" fmla="*/ 523 w 1093"/>
              <a:gd name="T3" fmla="*/ 114 h 114"/>
              <a:gd name="T4" fmla="*/ 0 w 1093"/>
              <a:gd name="T5" fmla="*/ 114 h 114"/>
              <a:gd name="T6" fmla="*/ 47 w 1093"/>
              <a:gd name="T7" fmla="*/ 57 h 114"/>
              <a:gd name="T8" fmla="*/ 0 w 1093"/>
              <a:gd name="T9" fmla="*/ 0 h 114"/>
              <a:gd name="T10" fmla="*/ 523 w 1093"/>
              <a:gd name="T11" fmla="*/ 0 h 114"/>
              <a:gd name="T12" fmla="*/ 1046 w 1093"/>
              <a:gd name="T13" fmla="*/ 0 h 114"/>
              <a:gd name="T14" fmla="*/ 1093 w 1093"/>
              <a:gd name="T15" fmla="*/ 57 h 114"/>
              <a:gd name="T16" fmla="*/ 1046 w 1093"/>
              <a:gd name="T1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3" h="114">
                <a:moveTo>
                  <a:pt x="1046" y="114"/>
                </a:moveTo>
                <a:lnTo>
                  <a:pt x="523" y="114"/>
                </a:lnTo>
                <a:lnTo>
                  <a:pt x="0" y="114"/>
                </a:lnTo>
                <a:lnTo>
                  <a:pt x="47" y="57"/>
                </a:lnTo>
                <a:lnTo>
                  <a:pt x="0" y="0"/>
                </a:lnTo>
                <a:lnTo>
                  <a:pt x="523" y="0"/>
                </a:lnTo>
                <a:lnTo>
                  <a:pt x="1046" y="0"/>
                </a:lnTo>
                <a:lnTo>
                  <a:pt x="1093" y="57"/>
                </a:lnTo>
                <a:lnTo>
                  <a:pt x="1046" y="114"/>
                </a:lnTo>
                <a:close/>
              </a:path>
            </a:pathLst>
          </a:custGeom>
          <a:solidFill>
            <a:srgbClr val="EB6B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 name="Freeform 9"/>
          <p:cNvSpPr>
            <a:spLocks/>
          </p:cNvSpPr>
          <p:nvPr/>
        </p:nvSpPr>
        <p:spPr bwMode="auto">
          <a:xfrm>
            <a:off x="9344723" y="2881877"/>
            <a:ext cx="2127001" cy="221239"/>
          </a:xfrm>
          <a:custGeom>
            <a:avLst/>
            <a:gdLst>
              <a:gd name="T0" fmla="*/ 1048 w 1096"/>
              <a:gd name="T1" fmla="*/ 114 h 114"/>
              <a:gd name="T2" fmla="*/ 526 w 1096"/>
              <a:gd name="T3" fmla="*/ 114 h 114"/>
              <a:gd name="T4" fmla="*/ 0 w 1096"/>
              <a:gd name="T5" fmla="*/ 114 h 114"/>
              <a:gd name="T6" fmla="*/ 48 w 1096"/>
              <a:gd name="T7" fmla="*/ 57 h 114"/>
              <a:gd name="T8" fmla="*/ 0 w 1096"/>
              <a:gd name="T9" fmla="*/ 0 h 114"/>
              <a:gd name="T10" fmla="*/ 526 w 1096"/>
              <a:gd name="T11" fmla="*/ 0 h 114"/>
              <a:gd name="T12" fmla="*/ 1048 w 1096"/>
              <a:gd name="T13" fmla="*/ 0 h 114"/>
              <a:gd name="T14" fmla="*/ 1096 w 1096"/>
              <a:gd name="T15" fmla="*/ 57 h 114"/>
              <a:gd name="T16" fmla="*/ 1048 w 1096"/>
              <a:gd name="T1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6" h="114">
                <a:moveTo>
                  <a:pt x="1048" y="114"/>
                </a:moveTo>
                <a:lnTo>
                  <a:pt x="526" y="114"/>
                </a:lnTo>
                <a:lnTo>
                  <a:pt x="0" y="114"/>
                </a:lnTo>
                <a:lnTo>
                  <a:pt x="48" y="57"/>
                </a:lnTo>
                <a:lnTo>
                  <a:pt x="0" y="0"/>
                </a:lnTo>
                <a:lnTo>
                  <a:pt x="526" y="0"/>
                </a:lnTo>
                <a:lnTo>
                  <a:pt x="1048" y="0"/>
                </a:lnTo>
                <a:lnTo>
                  <a:pt x="1096" y="57"/>
                </a:lnTo>
                <a:lnTo>
                  <a:pt x="1048" y="114"/>
                </a:ln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 name="Rectangle 30"/>
          <p:cNvSpPr>
            <a:spLocks noChangeArrowheads="1"/>
          </p:cNvSpPr>
          <p:nvPr/>
        </p:nvSpPr>
        <p:spPr bwMode="auto">
          <a:xfrm>
            <a:off x="1772133" y="2992495"/>
            <a:ext cx="23288" cy="758812"/>
          </a:xfrm>
          <a:prstGeom prst="rect">
            <a:avLst/>
          </a:prstGeom>
          <a:solidFill>
            <a:srgbClr val="3A8FCB"/>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314" name="Rectangle 31"/>
          <p:cNvSpPr>
            <a:spLocks noChangeArrowheads="1"/>
          </p:cNvSpPr>
          <p:nvPr/>
        </p:nvSpPr>
        <p:spPr bwMode="auto">
          <a:xfrm>
            <a:off x="3928245" y="2992495"/>
            <a:ext cx="23288" cy="758812"/>
          </a:xfrm>
          <a:prstGeom prst="rect">
            <a:avLst/>
          </a:prstGeom>
          <a:solidFill>
            <a:srgbClr val="4BB56D"/>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315" name="Rectangle 32"/>
          <p:cNvSpPr>
            <a:spLocks noChangeArrowheads="1"/>
          </p:cNvSpPr>
          <p:nvPr/>
        </p:nvSpPr>
        <p:spPr bwMode="auto">
          <a:xfrm>
            <a:off x="6086298" y="2992495"/>
            <a:ext cx="23288" cy="758812"/>
          </a:xfrm>
          <a:prstGeom prst="rect">
            <a:avLst/>
          </a:prstGeom>
          <a:solidFill>
            <a:srgbClr val="219980"/>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316" name="Rectangle 33"/>
          <p:cNvSpPr>
            <a:spLocks noChangeArrowheads="1"/>
          </p:cNvSpPr>
          <p:nvPr/>
        </p:nvSpPr>
        <p:spPr bwMode="auto">
          <a:xfrm>
            <a:off x="8244350" y="2992495"/>
            <a:ext cx="17467" cy="758812"/>
          </a:xfrm>
          <a:prstGeom prst="rect">
            <a:avLst/>
          </a:prstGeom>
          <a:solidFill>
            <a:srgbClr val="EB6B5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 name="Rectangle 34"/>
          <p:cNvSpPr>
            <a:spLocks noChangeArrowheads="1"/>
          </p:cNvSpPr>
          <p:nvPr/>
        </p:nvSpPr>
        <p:spPr bwMode="auto">
          <a:xfrm>
            <a:off x="10396579" y="2992495"/>
            <a:ext cx="23288" cy="758812"/>
          </a:xfrm>
          <a:prstGeom prst="rect">
            <a:avLst/>
          </a:pr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 name="Freeform 35"/>
          <p:cNvSpPr>
            <a:spLocks noEditPoints="1"/>
          </p:cNvSpPr>
          <p:nvPr/>
        </p:nvSpPr>
        <p:spPr bwMode="auto">
          <a:xfrm>
            <a:off x="3479944" y="3737722"/>
            <a:ext cx="921830" cy="927652"/>
          </a:xfrm>
          <a:custGeom>
            <a:avLst/>
            <a:gdLst>
              <a:gd name="T0" fmla="*/ 100 w 201"/>
              <a:gd name="T1" fmla="*/ 202 h 202"/>
              <a:gd name="T2" fmla="*/ 0 w 201"/>
              <a:gd name="T3" fmla="*/ 101 h 202"/>
              <a:gd name="T4" fmla="*/ 100 w 201"/>
              <a:gd name="T5" fmla="*/ 0 h 202"/>
              <a:gd name="T6" fmla="*/ 201 w 201"/>
              <a:gd name="T7" fmla="*/ 101 h 202"/>
              <a:gd name="T8" fmla="*/ 100 w 201"/>
              <a:gd name="T9" fmla="*/ 202 h 202"/>
              <a:gd name="T10" fmla="*/ 100 w 201"/>
              <a:gd name="T11" fmla="*/ 5 h 202"/>
              <a:gd name="T12" fmla="*/ 5 w 201"/>
              <a:gd name="T13" fmla="*/ 101 h 202"/>
              <a:gd name="T14" fmla="*/ 100 w 201"/>
              <a:gd name="T15" fmla="*/ 197 h 202"/>
              <a:gd name="T16" fmla="*/ 196 w 201"/>
              <a:gd name="T17" fmla="*/ 101 h 202"/>
              <a:gd name="T18" fmla="*/ 100 w 201"/>
              <a:gd name="T19" fmla="*/ 5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1" h="202">
                <a:moveTo>
                  <a:pt x="100" y="202"/>
                </a:moveTo>
                <a:cubicBezTo>
                  <a:pt x="45" y="202"/>
                  <a:pt x="0" y="156"/>
                  <a:pt x="0" y="101"/>
                </a:cubicBezTo>
                <a:cubicBezTo>
                  <a:pt x="0" y="46"/>
                  <a:pt x="45" y="0"/>
                  <a:pt x="100" y="0"/>
                </a:cubicBezTo>
                <a:cubicBezTo>
                  <a:pt x="156" y="0"/>
                  <a:pt x="201" y="46"/>
                  <a:pt x="201" y="101"/>
                </a:cubicBezTo>
                <a:cubicBezTo>
                  <a:pt x="201" y="156"/>
                  <a:pt x="156" y="202"/>
                  <a:pt x="100" y="202"/>
                </a:cubicBezTo>
                <a:close/>
                <a:moveTo>
                  <a:pt x="100" y="5"/>
                </a:moveTo>
                <a:cubicBezTo>
                  <a:pt x="48" y="5"/>
                  <a:pt x="5" y="48"/>
                  <a:pt x="5" y="101"/>
                </a:cubicBezTo>
                <a:cubicBezTo>
                  <a:pt x="5" y="154"/>
                  <a:pt x="48" y="197"/>
                  <a:pt x="100" y="197"/>
                </a:cubicBezTo>
                <a:cubicBezTo>
                  <a:pt x="153" y="197"/>
                  <a:pt x="196" y="154"/>
                  <a:pt x="196" y="101"/>
                </a:cubicBezTo>
                <a:cubicBezTo>
                  <a:pt x="196" y="48"/>
                  <a:pt x="153" y="5"/>
                  <a:pt x="100" y="5"/>
                </a:cubicBezTo>
                <a:close/>
              </a:path>
            </a:pathLst>
          </a:custGeom>
          <a:solidFill>
            <a:srgbClr val="4BB56D"/>
          </a:solidFill>
          <a:ln>
            <a:noFill/>
          </a:ln>
          <a:effectLst/>
        </p:spPr>
        <p:txBody>
          <a:bodyPr vert="horz" wrap="square" lIns="91440" tIns="45720" rIns="91440" bIns="45720" numCol="1" anchor="t" anchorCtr="0" compatLnSpc="1">
            <a:prstTxWarp prst="textNoShape">
              <a:avLst/>
            </a:prstTxWarp>
          </a:bodyPr>
          <a:lstStyle/>
          <a:p>
            <a:endParaRPr lang="zh-CN" altLang="en-US"/>
          </a:p>
        </p:txBody>
      </p:sp>
      <p:grpSp>
        <p:nvGrpSpPr>
          <p:cNvPr id="489" name="组合 488"/>
          <p:cNvGrpSpPr/>
          <p:nvPr/>
        </p:nvGrpSpPr>
        <p:grpSpPr>
          <a:xfrm>
            <a:off x="3685658" y="3953140"/>
            <a:ext cx="504580" cy="496817"/>
            <a:chOff x="2999754" y="3953140"/>
            <a:chExt cx="504580" cy="496817"/>
          </a:xfrm>
        </p:grpSpPr>
        <p:sp>
          <p:nvSpPr>
            <p:cNvPr id="319" name="Freeform 36"/>
            <p:cNvSpPr>
              <a:spLocks/>
            </p:cNvSpPr>
            <p:nvPr/>
          </p:nvSpPr>
          <p:spPr bwMode="auto">
            <a:xfrm>
              <a:off x="3403418" y="4211252"/>
              <a:ext cx="100916" cy="164960"/>
            </a:xfrm>
            <a:custGeom>
              <a:avLst/>
              <a:gdLst>
                <a:gd name="T0" fmla="*/ 6 w 22"/>
                <a:gd name="T1" fmla="*/ 4 h 36"/>
                <a:gd name="T2" fmla="*/ 6 w 22"/>
                <a:gd name="T3" fmla="*/ 5 h 36"/>
                <a:gd name="T4" fmla="*/ 6 w 22"/>
                <a:gd name="T5" fmla="*/ 5 h 36"/>
                <a:gd name="T6" fmla="*/ 6 w 22"/>
                <a:gd name="T7" fmla="*/ 6 h 36"/>
                <a:gd name="T8" fmla="*/ 6 w 22"/>
                <a:gd name="T9" fmla="*/ 8 h 36"/>
                <a:gd name="T10" fmla="*/ 6 w 22"/>
                <a:gd name="T11" fmla="*/ 9 h 36"/>
                <a:gd name="T12" fmla="*/ 5 w 22"/>
                <a:gd name="T13" fmla="*/ 11 h 36"/>
                <a:gd name="T14" fmla="*/ 5 w 22"/>
                <a:gd name="T15" fmla="*/ 13 h 36"/>
                <a:gd name="T16" fmla="*/ 5 w 22"/>
                <a:gd name="T17" fmla="*/ 14 h 36"/>
                <a:gd name="T18" fmla="*/ 5 w 22"/>
                <a:gd name="T19" fmla="*/ 16 h 36"/>
                <a:gd name="T20" fmla="*/ 4 w 22"/>
                <a:gd name="T21" fmla="*/ 18 h 36"/>
                <a:gd name="T22" fmla="*/ 4 w 22"/>
                <a:gd name="T23" fmla="*/ 19 h 36"/>
                <a:gd name="T24" fmla="*/ 3 w 22"/>
                <a:gd name="T25" fmla="*/ 21 h 36"/>
                <a:gd name="T26" fmla="*/ 3 w 22"/>
                <a:gd name="T27" fmla="*/ 22 h 36"/>
                <a:gd name="T28" fmla="*/ 3 w 22"/>
                <a:gd name="T29" fmla="*/ 24 h 36"/>
                <a:gd name="T30" fmla="*/ 2 w 22"/>
                <a:gd name="T31" fmla="*/ 25 h 36"/>
                <a:gd name="T32" fmla="*/ 2 w 22"/>
                <a:gd name="T33" fmla="*/ 27 h 36"/>
                <a:gd name="T34" fmla="*/ 1 w 22"/>
                <a:gd name="T35" fmla="*/ 28 h 36"/>
                <a:gd name="T36" fmla="*/ 1 w 22"/>
                <a:gd name="T37" fmla="*/ 29 h 36"/>
                <a:gd name="T38" fmla="*/ 2 w 22"/>
                <a:gd name="T39" fmla="*/ 35 h 36"/>
                <a:gd name="T40" fmla="*/ 3 w 22"/>
                <a:gd name="T41" fmla="*/ 35 h 36"/>
                <a:gd name="T42" fmla="*/ 5 w 22"/>
                <a:gd name="T43" fmla="*/ 36 h 36"/>
                <a:gd name="T44" fmla="*/ 8 w 22"/>
                <a:gd name="T45" fmla="*/ 34 h 36"/>
                <a:gd name="T46" fmla="*/ 21 w 22"/>
                <a:gd name="T47" fmla="*/ 5 h 36"/>
                <a:gd name="T48" fmla="*/ 20 w 22"/>
                <a:gd name="T49" fmla="*/ 2 h 36"/>
                <a:gd name="T50" fmla="*/ 18 w 22"/>
                <a:gd name="T51" fmla="*/ 0 h 36"/>
                <a:gd name="T52" fmla="*/ 10 w 22"/>
                <a:gd name="T53" fmla="*/ 0 h 36"/>
                <a:gd name="T54" fmla="*/ 6 w 22"/>
                <a:gd name="T55" fmla="*/ 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 h="36">
                  <a:moveTo>
                    <a:pt x="6" y="4"/>
                  </a:moveTo>
                  <a:cubicBezTo>
                    <a:pt x="6" y="4"/>
                    <a:pt x="6" y="5"/>
                    <a:pt x="6" y="5"/>
                  </a:cubicBezTo>
                  <a:cubicBezTo>
                    <a:pt x="6" y="5"/>
                    <a:pt x="6" y="5"/>
                    <a:pt x="6" y="5"/>
                  </a:cubicBezTo>
                  <a:cubicBezTo>
                    <a:pt x="6" y="5"/>
                    <a:pt x="6" y="6"/>
                    <a:pt x="6" y="6"/>
                  </a:cubicBezTo>
                  <a:cubicBezTo>
                    <a:pt x="6" y="7"/>
                    <a:pt x="6" y="7"/>
                    <a:pt x="6" y="8"/>
                  </a:cubicBezTo>
                  <a:cubicBezTo>
                    <a:pt x="6" y="8"/>
                    <a:pt x="6" y="9"/>
                    <a:pt x="6" y="9"/>
                  </a:cubicBezTo>
                  <a:cubicBezTo>
                    <a:pt x="6" y="10"/>
                    <a:pt x="6" y="11"/>
                    <a:pt x="5" y="11"/>
                  </a:cubicBezTo>
                  <a:cubicBezTo>
                    <a:pt x="5" y="12"/>
                    <a:pt x="5" y="12"/>
                    <a:pt x="5" y="13"/>
                  </a:cubicBezTo>
                  <a:cubicBezTo>
                    <a:pt x="5" y="13"/>
                    <a:pt x="5" y="14"/>
                    <a:pt x="5" y="14"/>
                  </a:cubicBezTo>
                  <a:cubicBezTo>
                    <a:pt x="5" y="15"/>
                    <a:pt x="5" y="15"/>
                    <a:pt x="5" y="16"/>
                  </a:cubicBezTo>
                  <a:cubicBezTo>
                    <a:pt x="4" y="16"/>
                    <a:pt x="4" y="17"/>
                    <a:pt x="4" y="18"/>
                  </a:cubicBezTo>
                  <a:cubicBezTo>
                    <a:pt x="4" y="18"/>
                    <a:pt x="4" y="19"/>
                    <a:pt x="4" y="19"/>
                  </a:cubicBezTo>
                  <a:cubicBezTo>
                    <a:pt x="4" y="20"/>
                    <a:pt x="4" y="20"/>
                    <a:pt x="3" y="21"/>
                  </a:cubicBezTo>
                  <a:cubicBezTo>
                    <a:pt x="3" y="21"/>
                    <a:pt x="3" y="22"/>
                    <a:pt x="3" y="22"/>
                  </a:cubicBezTo>
                  <a:cubicBezTo>
                    <a:pt x="3" y="23"/>
                    <a:pt x="3" y="23"/>
                    <a:pt x="3" y="24"/>
                  </a:cubicBezTo>
                  <a:cubicBezTo>
                    <a:pt x="2" y="24"/>
                    <a:pt x="2" y="25"/>
                    <a:pt x="2" y="25"/>
                  </a:cubicBezTo>
                  <a:cubicBezTo>
                    <a:pt x="2" y="26"/>
                    <a:pt x="2" y="26"/>
                    <a:pt x="2" y="27"/>
                  </a:cubicBezTo>
                  <a:cubicBezTo>
                    <a:pt x="1" y="27"/>
                    <a:pt x="1" y="28"/>
                    <a:pt x="1" y="28"/>
                  </a:cubicBezTo>
                  <a:cubicBezTo>
                    <a:pt x="1" y="28"/>
                    <a:pt x="1" y="29"/>
                    <a:pt x="1" y="29"/>
                  </a:cubicBezTo>
                  <a:cubicBezTo>
                    <a:pt x="0" y="31"/>
                    <a:pt x="1" y="34"/>
                    <a:pt x="2" y="35"/>
                  </a:cubicBezTo>
                  <a:cubicBezTo>
                    <a:pt x="3" y="35"/>
                    <a:pt x="3" y="35"/>
                    <a:pt x="3" y="35"/>
                  </a:cubicBezTo>
                  <a:cubicBezTo>
                    <a:pt x="4" y="35"/>
                    <a:pt x="5" y="36"/>
                    <a:pt x="5" y="36"/>
                  </a:cubicBezTo>
                  <a:cubicBezTo>
                    <a:pt x="6" y="36"/>
                    <a:pt x="8" y="35"/>
                    <a:pt x="8" y="34"/>
                  </a:cubicBezTo>
                  <a:cubicBezTo>
                    <a:pt x="16" y="26"/>
                    <a:pt x="20" y="16"/>
                    <a:pt x="21" y="5"/>
                  </a:cubicBezTo>
                  <a:cubicBezTo>
                    <a:pt x="22" y="4"/>
                    <a:pt x="21" y="3"/>
                    <a:pt x="20" y="2"/>
                  </a:cubicBezTo>
                  <a:cubicBezTo>
                    <a:pt x="20" y="1"/>
                    <a:pt x="19" y="0"/>
                    <a:pt x="18" y="0"/>
                  </a:cubicBezTo>
                  <a:cubicBezTo>
                    <a:pt x="10" y="0"/>
                    <a:pt x="10" y="0"/>
                    <a:pt x="10" y="0"/>
                  </a:cubicBezTo>
                  <a:cubicBezTo>
                    <a:pt x="8" y="0"/>
                    <a:pt x="6" y="2"/>
                    <a:pt x="6" y="4"/>
                  </a:cubicBezTo>
                  <a:close/>
                </a:path>
              </a:pathLst>
            </a:custGeom>
            <a:solidFill>
              <a:srgbClr val="4BB56D"/>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320" name="Freeform 37"/>
            <p:cNvSpPr>
              <a:spLocks/>
            </p:cNvSpPr>
            <p:nvPr/>
          </p:nvSpPr>
          <p:spPr bwMode="auto">
            <a:xfrm>
              <a:off x="2999754" y="4211252"/>
              <a:ext cx="100916" cy="164960"/>
            </a:xfrm>
            <a:custGeom>
              <a:avLst/>
              <a:gdLst>
                <a:gd name="T0" fmla="*/ 20 w 22"/>
                <a:gd name="T1" fmla="*/ 25 h 36"/>
                <a:gd name="T2" fmla="*/ 19 w 22"/>
                <a:gd name="T3" fmla="*/ 24 h 36"/>
                <a:gd name="T4" fmla="*/ 19 w 22"/>
                <a:gd name="T5" fmla="*/ 22 h 36"/>
                <a:gd name="T6" fmla="*/ 18 w 22"/>
                <a:gd name="T7" fmla="*/ 21 h 36"/>
                <a:gd name="T8" fmla="*/ 18 w 22"/>
                <a:gd name="T9" fmla="*/ 19 h 36"/>
                <a:gd name="T10" fmla="*/ 18 w 22"/>
                <a:gd name="T11" fmla="*/ 18 h 36"/>
                <a:gd name="T12" fmla="*/ 17 w 22"/>
                <a:gd name="T13" fmla="*/ 16 h 36"/>
                <a:gd name="T14" fmla="*/ 17 w 22"/>
                <a:gd name="T15" fmla="*/ 14 h 36"/>
                <a:gd name="T16" fmla="*/ 17 w 22"/>
                <a:gd name="T17" fmla="*/ 13 h 36"/>
                <a:gd name="T18" fmla="*/ 16 w 22"/>
                <a:gd name="T19" fmla="*/ 11 h 36"/>
                <a:gd name="T20" fmla="*/ 16 w 22"/>
                <a:gd name="T21" fmla="*/ 9 h 36"/>
                <a:gd name="T22" fmla="*/ 16 w 22"/>
                <a:gd name="T23" fmla="*/ 8 h 36"/>
                <a:gd name="T24" fmla="*/ 16 w 22"/>
                <a:gd name="T25" fmla="*/ 6 h 36"/>
                <a:gd name="T26" fmla="*/ 16 w 22"/>
                <a:gd name="T27" fmla="*/ 5 h 36"/>
                <a:gd name="T28" fmla="*/ 16 w 22"/>
                <a:gd name="T29" fmla="*/ 5 h 36"/>
                <a:gd name="T30" fmla="*/ 16 w 22"/>
                <a:gd name="T31" fmla="*/ 4 h 36"/>
                <a:gd name="T32" fmla="*/ 12 w 22"/>
                <a:gd name="T33" fmla="*/ 0 h 36"/>
                <a:gd name="T34" fmla="*/ 4 w 22"/>
                <a:gd name="T35" fmla="*/ 0 h 36"/>
                <a:gd name="T36" fmla="*/ 1 w 22"/>
                <a:gd name="T37" fmla="*/ 2 h 36"/>
                <a:gd name="T38" fmla="*/ 0 w 22"/>
                <a:gd name="T39" fmla="*/ 5 h 36"/>
                <a:gd name="T40" fmla="*/ 14 w 22"/>
                <a:gd name="T41" fmla="*/ 34 h 36"/>
                <a:gd name="T42" fmla="*/ 18 w 22"/>
                <a:gd name="T43" fmla="*/ 35 h 36"/>
                <a:gd name="T44" fmla="*/ 19 w 22"/>
                <a:gd name="T45" fmla="*/ 35 h 36"/>
                <a:gd name="T46" fmla="*/ 21 w 22"/>
                <a:gd name="T47" fmla="*/ 29 h 36"/>
                <a:gd name="T48" fmla="*/ 21 w 22"/>
                <a:gd name="T49" fmla="*/ 29 h 36"/>
                <a:gd name="T50" fmla="*/ 20 w 22"/>
                <a:gd name="T51" fmla="*/ 27 h 36"/>
                <a:gd name="T52" fmla="*/ 20 w 22"/>
                <a:gd name="T53" fmla="*/ 2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 h="36">
                  <a:moveTo>
                    <a:pt x="20" y="25"/>
                  </a:moveTo>
                  <a:cubicBezTo>
                    <a:pt x="20" y="25"/>
                    <a:pt x="19" y="24"/>
                    <a:pt x="19" y="24"/>
                  </a:cubicBezTo>
                  <a:cubicBezTo>
                    <a:pt x="19" y="23"/>
                    <a:pt x="19" y="23"/>
                    <a:pt x="19" y="22"/>
                  </a:cubicBezTo>
                  <a:cubicBezTo>
                    <a:pt x="19" y="22"/>
                    <a:pt x="19" y="21"/>
                    <a:pt x="18" y="21"/>
                  </a:cubicBezTo>
                  <a:cubicBezTo>
                    <a:pt x="18" y="20"/>
                    <a:pt x="18" y="20"/>
                    <a:pt x="18" y="19"/>
                  </a:cubicBezTo>
                  <a:cubicBezTo>
                    <a:pt x="18" y="19"/>
                    <a:pt x="18" y="18"/>
                    <a:pt x="18" y="18"/>
                  </a:cubicBezTo>
                  <a:cubicBezTo>
                    <a:pt x="18" y="17"/>
                    <a:pt x="17" y="16"/>
                    <a:pt x="17" y="16"/>
                  </a:cubicBezTo>
                  <a:cubicBezTo>
                    <a:pt x="17" y="15"/>
                    <a:pt x="17" y="15"/>
                    <a:pt x="17" y="14"/>
                  </a:cubicBezTo>
                  <a:cubicBezTo>
                    <a:pt x="17" y="14"/>
                    <a:pt x="17" y="13"/>
                    <a:pt x="17" y="13"/>
                  </a:cubicBezTo>
                  <a:cubicBezTo>
                    <a:pt x="17" y="12"/>
                    <a:pt x="17" y="12"/>
                    <a:pt x="16" y="11"/>
                  </a:cubicBezTo>
                  <a:cubicBezTo>
                    <a:pt x="16" y="11"/>
                    <a:pt x="16" y="10"/>
                    <a:pt x="16" y="9"/>
                  </a:cubicBezTo>
                  <a:cubicBezTo>
                    <a:pt x="16" y="9"/>
                    <a:pt x="16" y="8"/>
                    <a:pt x="16" y="8"/>
                  </a:cubicBezTo>
                  <a:cubicBezTo>
                    <a:pt x="16" y="7"/>
                    <a:pt x="16" y="7"/>
                    <a:pt x="16" y="6"/>
                  </a:cubicBezTo>
                  <a:cubicBezTo>
                    <a:pt x="16" y="6"/>
                    <a:pt x="16" y="5"/>
                    <a:pt x="16" y="5"/>
                  </a:cubicBezTo>
                  <a:cubicBezTo>
                    <a:pt x="16" y="5"/>
                    <a:pt x="16" y="5"/>
                    <a:pt x="16" y="5"/>
                  </a:cubicBezTo>
                  <a:cubicBezTo>
                    <a:pt x="16" y="5"/>
                    <a:pt x="16" y="4"/>
                    <a:pt x="16" y="4"/>
                  </a:cubicBezTo>
                  <a:cubicBezTo>
                    <a:pt x="16" y="2"/>
                    <a:pt x="14" y="0"/>
                    <a:pt x="12" y="0"/>
                  </a:cubicBezTo>
                  <a:cubicBezTo>
                    <a:pt x="4" y="0"/>
                    <a:pt x="4" y="0"/>
                    <a:pt x="4" y="0"/>
                  </a:cubicBezTo>
                  <a:cubicBezTo>
                    <a:pt x="3" y="0"/>
                    <a:pt x="2" y="1"/>
                    <a:pt x="1" y="2"/>
                  </a:cubicBezTo>
                  <a:cubicBezTo>
                    <a:pt x="1" y="3"/>
                    <a:pt x="0" y="4"/>
                    <a:pt x="0" y="5"/>
                  </a:cubicBezTo>
                  <a:cubicBezTo>
                    <a:pt x="2" y="16"/>
                    <a:pt x="6" y="26"/>
                    <a:pt x="14" y="34"/>
                  </a:cubicBezTo>
                  <a:cubicBezTo>
                    <a:pt x="15" y="35"/>
                    <a:pt x="17" y="36"/>
                    <a:pt x="18" y="35"/>
                  </a:cubicBezTo>
                  <a:cubicBezTo>
                    <a:pt x="19" y="35"/>
                    <a:pt x="19" y="35"/>
                    <a:pt x="19" y="35"/>
                  </a:cubicBezTo>
                  <a:cubicBezTo>
                    <a:pt x="21" y="34"/>
                    <a:pt x="22" y="31"/>
                    <a:pt x="21" y="29"/>
                  </a:cubicBezTo>
                  <a:cubicBezTo>
                    <a:pt x="21" y="29"/>
                    <a:pt x="21" y="29"/>
                    <a:pt x="21" y="29"/>
                  </a:cubicBezTo>
                  <a:cubicBezTo>
                    <a:pt x="21" y="28"/>
                    <a:pt x="21" y="27"/>
                    <a:pt x="20" y="27"/>
                  </a:cubicBezTo>
                  <a:cubicBezTo>
                    <a:pt x="20" y="26"/>
                    <a:pt x="20" y="26"/>
                    <a:pt x="20" y="25"/>
                  </a:cubicBezTo>
                  <a:close/>
                </a:path>
              </a:pathLst>
            </a:custGeom>
            <a:solidFill>
              <a:srgbClr val="4BB56D"/>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321" name="Freeform 38"/>
            <p:cNvSpPr>
              <a:spLocks/>
            </p:cNvSpPr>
            <p:nvPr/>
          </p:nvSpPr>
          <p:spPr bwMode="auto">
            <a:xfrm>
              <a:off x="3261748" y="4211252"/>
              <a:ext cx="147493" cy="137790"/>
            </a:xfrm>
            <a:custGeom>
              <a:avLst/>
              <a:gdLst>
                <a:gd name="T0" fmla="*/ 28 w 32"/>
                <a:gd name="T1" fmla="*/ 0 h 30"/>
                <a:gd name="T2" fmla="*/ 4 w 32"/>
                <a:gd name="T3" fmla="*/ 0 h 30"/>
                <a:gd name="T4" fmla="*/ 0 w 32"/>
                <a:gd name="T5" fmla="*/ 4 h 30"/>
                <a:gd name="T6" fmla="*/ 0 w 32"/>
                <a:gd name="T7" fmla="*/ 23 h 30"/>
                <a:gd name="T8" fmla="*/ 4 w 32"/>
                <a:gd name="T9" fmla="*/ 27 h 30"/>
                <a:gd name="T10" fmla="*/ 5 w 32"/>
                <a:gd name="T11" fmla="*/ 27 h 30"/>
                <a:gd name="T12" fmla="*/ 5 w 32"/>
                <a:gd name="T13" fmla="*/ 27 h 30"/>
                <a:gd name="T14" fmla="*/ 9 w 32"/>
                <a:gd name="T15" fmla="*/ 27 h 30"/>
                <a:gd name="T16" fmla="*/ 9 w 32"/>
                <a:gd name="T17" fmla="*/ 27 h 30"/>
                <a:gd name="T18" fmla="*/ 13 w 32"/>
                <a:gd name="T19" fmla="*/ 28 h 30"/>
                <a:gd name="T20" fmla="*/ 14 w 32"/>
                <a:gd name="T21" fmla="*/ 28 h 30"/>
                <a:gd name="T22" fmla="*/ 17 w 32"/>
                <a:gd name="T23" fmla="*/ 29 h 30"/>
                <a:gd name="T24" fmla="*/ 18 w 32"/>
                <a:gd name="T25" fmla="*/ 29 h 30"/>
                <a:gd name="T26" fmla="*/ 19 w 32"/>
                <a:gd name="T27" fmla="*/ 29 h 30"/>
                <a:gd name="T28" fmla="*/ 20 w 32"/>
                <a:gd name="T29" fmla="*/ 29 h 30"/>
                <a:gd name="T30" fmla="*/ 22 w 32"/>
                <a:gd name="T31" fmla="*/ 30 h 30"/>
                <a:gd name="T32" fmla="*/ 23 w 32"/>
                <a:gd name="T33" fmla="*/ 30 h 30"/>
                <a:gd name="T34" fmla="*/ 27 w 32"/>
                <a:gd name="T35" fmla="*/ 28 h 30"/>
                <a:gd name="T36" fmla="*/ 27 w 32"/>
                <a:gd name="T37" fmla="*/ 27 h 30"/>
                <a:gd name="T38" fmla="*/ 28 w 32"/>
                <a:gd name="T39" fmla="*/ 25 h 30"/>
                <a:gd name="T40" fmla="*/ 28 w 32"/>
                <a:gd name="T41" fmla="*/ 25 h 30"/>
                <a:gd name="T42" fmla="*/ 32 w 32"/>
                <a:gd name="T43" fmla="*/ 10 h 30"/>
                <a:gd name="T44" fmla="*/ 32 w 32"/>
                <a:gd name="T45" fmla="*/ 10 h 30"/>
                <a:gd name="T46" fmla="*/ 32 w 32"/>
                <a:gd name="T47" fmla="*/ 7 h 30"/>
                <a:gd name="T48" fmla="*/ 32 w 32"/>
                <a:gd name="T49" fmla="*/ 6 h 30"/>
                <a:gd name="T50" fmla="*/ 32 w 32"/>
                <a:gd name="T51" fmla="*/ 5 h 30"/>
                <a:gd name="T52" fmla="*/ 31 w 32"/>
                <a:gd name="T53" fmla="*/ 2 h 30"/>
                <a:gd name="T54" fmla="*/ 28 w 32"/>
                <a:gd name="T5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2" h="30">
                  <a:moveTo>
                    <a:pt x="28" y="0"/>
                  </a:moveTo>
                  <a:cubicBezTo>
                    <a:pt x="4" y="0"/>
                    <a:pt x="4" y="0"/>
                    <a:pt x="4" y="0"/>
                  </a:cubicBezTo>
                  <a:cubicBezTo>
                    <a:pt x="2" y="0"/>
                    <a:pt x="0" y="2"/>
                    <a:pt x="0" y="4"/>
                  </a:cubicBezTo>
                  <a:cubicBezTo>
                    <a:pt x="0" y="23"/>
                    <a:pt x="0" y="23"/>
                    <a:pt x="0" y="23"/>
                  </a:cubicBezTo>
                  <a:cubicBezTo>
                    <a:pt x="0" y="25"/>
                    <a:pt x="2" y="27"/>
                    <a:pt x="4" y="27"/>
                  </a:cubicBezTo>
                  <a:cubicBezTo>
                    <a:pt x="4" y="27"/>
                    <a:pt x="5" y="27"/>
                    <a:pt x="5" y="27"/>
                  </a:cubicBezTo>
                  <a:cubicBezTo>
                    <a:pt x="5" y="27"/>
                    <a:pt x="5" y="27"/>
                    <a:pt x="5" y="27"/>
                  </a:cubicBezTo>
                  <a:cubicBezTo>
                    <a:pt x="6" y="27"/>
                    <a:pt x="7" y="27"/>
                    <a:pt x="9" y="27"/>
                  </a:cubicBezTo>
                  <a:cubicBezTo>
                    <a:pt x="9" y="27"/>
                    <a:pt x="9" y="27"/>
                    <a:pt x="9" y="27"/>
                  </a:cubicBezTo>
                  <a:cubicBezTo>
                    <a:pt x="10" y="27"/>
                    <a:pt x="12" y="28"/>
                    <a:pt x="13" y="28"/>
                  </a:cubicBezTo>
                  <a:cubicBezTo>
                    <a:pt x="13" y="28"/>
                    <a:pt x="14" y="28"/>
                    <a:pt x="14" y="28"/>
                  </a:cubicBezTo>
                  <a:cubicBezTo>
                    <a:pt x="15" y="28"/>
                    <a:pt x="16" y="29"/>
                    <a:pt x="17" y="29"/>
                  </a:cubicBezTo>
                  <a:cubicBezTo>
                    <a:pt x="17" y="29"/>
                    <a:pt x="18" y="29"/>
                    <a:pt x="18" y="29"/>
                  </a:cubicBezTo>
                  <a:cubicBezTo>
                    <a:pt x="19" y="29"/>
                    <a:pt x="19" y="29"/>
                    <a:pt x="19" y="29"/>
                  </a:cubicBezTo>
                  <a:cubicBezTo>
                    <a:pt x="19" y="29"/>
                    <a:pt x="19" y="29"/>
                    <a:pt x="20" y="29"/>
                  </a:cubicBezTo>
                  <a:cubicBezTo>
                    <a:pt x="21" y="30"/>
                    <a:pt x="21" y="30"/>
                    <a:pt x="22" y="30"/>
                  </a:cubicBezTo>
                  <a:cubicBezTo>
                    <a:pt x="23" y="30"/>
                    <a:pt x="23" y="30"/>
                    <a:pt x="23" y="30"/>
                  </a:cubicBezTo>
                  <a:cubicBezTo>
                    <a:pt x="25" y="30"/>
                    <a:pt x="26" y="29"/>
                    <a:pt x="27" y="28"/>
                  </a:cubicBezTo>
                  <a:cubicBezTo>
                    <a:pt x="27" y="28"/>
                    <a:pt x="27" y="27"/>
                    <a:pt x="27" y="27"/>
                  </a:cubicBezTo>
                  <a:cubicBezTo>
                    <a:pt x="28" y="26"/>
                    <a:pt x="28" y="26"/>
                    <a:pt x="28" y="25"/>
                  </a:cubicBezTo>
                  <a:cubicBezTo>
                    <a:pt x="28" y="25"/>
                    <a:pt x="28" y="25"/>
                    <a:pt x="28" y="25"/>
                  </a:cubicBezTo>
                  <a:cubicBezTo>
                    <a:pt x="30" y="20"/>
                    <a:pt x="31" y="15"/>
                    <a:pt x="32" y="10"/>
                  </a:cubicBezTo>
                  <a:cubicBezTo>
                    <a:pt x="32" y="10"/>
                    <a:pt x="32" y="10"/>
                    <a:pt x="32" y="10"/>
                  </a:cubicBezTo>
                  <a:cubicBezTo>
                    <a:pt x="32" y="9"/>
                    <a:pt x="32" y="8"/>
                    <a:pt x="32" y="7"/>
                  </a:cubicBezTo>
                  <a:cubicBezTo>
                    <a:pt x="32" y="7"/>
                    <a:pt x="32" y="7"/>
                    <a:pt x="32" y="6"/>
                  </a:cubicBezTo>
                  <a:cubicBezTo>
                    <a:pt x="32" y="6"/>
                    <a:pt x="32" y="5"/>
                    <a:pt x="32" y="5"/>
                  </a:cubicBezTo>
                  <a:cubicBezTo>
                    <a:pt x="32" y="3"/>
                    <a:pt x="32" y="2"/>
                    <a:pt x="31" y="2"/>
                  </a:cubicBezTo>
                  <a:cubicBezTo>
                    <a:pt x="31" y="1"/>
                    <a:pt x="29" y="0"/>
                    <a:pt x="28" y="0"/>
                  </a:cubicBezTo>
                  <a:close/>
                </a:path>
              </a:pathLst>
            </a:custGeom>
            <a:solidFill>
              <a:srgbClr val="4BB56D"/>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322" name="Freeform 39"/>
            <p:cNvSpPr>
              <a:spLocks/>
            </p:cNvSpPr>
            <p:nvPr/>
          </p:nvSpPr>
          <p:spPr bwMode="auto">
            <a:xfrm>
              <a:off x="3090967" y="4211252"/>
              <a:ext cx="151374" cy="137790"/>
            </a:xfrm>
            <a:custGeom>
              <a:avLst/>
              <a:gdLst>
                <a:gd name="T0" fmla="*/ 33 w 33"/>
                <a:gd name="T1" fmla="*/ 23 h 30"/>
                <a:gd name="T2" fmla="*/ 33 w 33"/>
                <a:gd name="T3" fmla="*/ 4 h 30"/>
                <a:gd name="T4" fmla="*/ 29 w 33"/>
                <a:gd name="T5" fmla="*/ 0 h 30"/>
                <a:gd name="T6" fmla="*/ 5 w 33"/>
                <a:gd name="T7" fmla="*/ 0 h 30"/>
                <a:gd name="T8" fmla="*/ 2 w 33"/>
                <a:gd name="T9" fmla="*/ 2 h 30"/>
                <a:gd name="T10" fmla="*/ 1 w 33"/>
                <a:gd name="T11" fmla="*/ 5 h 30"/>
                <a:gd name="T12" fmla="*/ 1 w 33"/>
                <a:gd name="T13" fmla="*/ 6 h 30"/>
                <a:gd name="T14" fmla="*/ 1 w 33"/>
                <a:gd name="T15" fmla="*/ 7 h 30"/>
                <a:gd name="T16" fmla="*/ 1 w 33"/>
                <a:gd name="T17" fmla="*/ 10 h 30"/>
                <a:gd name="T18" fmla="*/ 1 w 33"/>
                <a:gd name="T19" fmla="*/ 10 h 30"/>
                <a:gd name="T20" fmla="*/ 5 w 33"/>
                <a:gd name="T21" fmla="*/ 25 h 30"/>
                <a:gd name="T22" fmla="*/ 5 w 33"/>
                <a:gd name="T23" fmla="*/ 25 h 30"/>
                <a:gd name="T24" fmla="*/ 6 w 33"/>
                <a:gd name="T25" fmla="*/ 27 h 30"/>
                <a:gd name="T26" fmla="*/ 6 w 33"/>
                <a:gd name="T27" fmla="*/ 28 h 30"/>
                <a:gd name="T28" fmla="*/ 10 w 33"/>
                <a:gd name="T29" fmla="*/ 30 h 30"/>
                <a:gd name="T30" fmla="*/ 10 w 33"/>
                <a:gd name="T31" fmla="*/ 30 h 30"/>
                <a:gd name="T32" fmla="*/ 11 w 33"/>
                <a:gd name="T33" fmla="*/ 30 h 30"/>
                <a:gd name="T34" fmla="*/ 13 w 33"/>
                <a:gd name="T35" fmla="*/ 29 h 30"/>
                <a:gd name="T36" fmla="*/ 14 w 33"/>
                <a:gd name="T37" fmla="*/ 29 h 30"/>
                <a:gd name="T38" fmla="*/ 15 w 33"/>
                <a:gd name="T39" fmla="*/ 29 h 30"/>
                <a:gd name="T40" fmla="*/ 16 w 33"/>
                <a:gd name="T41" fmla="*/ 29 h 30"/>
                <a:gd name="T42" fmla="*/ 19 w 33"/>
                <a:gd name="T43" fmla="*/ 28 h 30"/>
                <a:gd name="T44" fmla="*/ 20 w 33"/>
                <a:gd name="T45" fmla="*/ 28 h 30"/>
                <a:gd name="T46" fmla="*/ 24 w 33"/>
                <a:gd name="T47" fmla="*/ 27 h 30"/>
                <a:gd name="T48" fmla="*/ 24 w 33"/>
                <a:gd name="T49" fmla="*/ 27 h 30"/>
                <a:gd name="T50" fmla="*/ 28 w 33"/>
                <a:gd name="T51" fmla="*/ 27 h 30"/>
                <a:gd name="T52" fmla="*/ 28 w 33"/>
                <a:gd name="T53" fmla="*/ 27 h 30"/>
                <a:gd name="T54" fmla="*/ 29 w 33"/>
                <a:gd name="T55" fmla="*/ 27 h 30"/>
                <a:gd name="T56" fmla="*/ 33 w 33"/>
                <a:gd name="T57" fmla="*/ 2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3" h="30">
                  <a:moveTo>
                    <a:pt x="33" y="23"/>
                  </a:moveTo>
                  <a:cubicBezTo>
                    <a:pt x="33" y="4"/>
                    <a:pt x="33" y="4"/>
                    <a:pt x="33" y="4"/>
                  </a:cubicBezTo>
                  <a:cubicBezTo>
                    <a:pt x="33" y="2"/>
                    <a:pt x="31" y="0"/>
                    <a:pt x="29" y="0"/>
                  </a:cubicBezTo>
                  <a:cubicBezTo>
                    <a:pt x="5" y="0"/>
                    <a:pt x="5" y="0"/>
                    <a:pt x="5" y="0"/>
                  </a:cubicBezTo>
                  <a:cubicBezTo>
                    <a:pt x="3" y="0"/>
                    <a:pt x="2" y="1"/>
                    <a:pt x="2" y="2"/>
                  </a:cubicBezTo>
                  <a:cubicBezTo>
                    <a:pt x="1" y="2"/>
                    <a:pt x="0" y="3"/>
                    <a:pt x="1" y="5"/>
                  </a:cubicBezTo>
                  <a:cubicBezTo>
                    <a:pt x="1" y="5"/>
                    <a:pt x="1" y="6"/>
                    <a:pt x="1" y="6"/>
                  </a:cubicBezTo>
                  <a:cubicBezTo>
                    <a:pt x="1" y="6"/>
                    <a:pt x="1" y="7"/>
                    <a:pt x="1" y="7"/>
                  </a:cubicBezTo>
                  <a:cubicBezTo>
                    <a:pt x="1" y="8"/>
                    <a:pt x="1" y="9"/>
                    <a:pt x="1" y="10"/>
                  </a:cubicBezTo>
                  <a:cubicBezTo>
                    <a:pt x="1" y="10"/>
                    <a:pt x="1" y="10"/>
                    <a:pt x="1" y="10"/>
                  </a:cubicBezTo>
                  <a:cubicBezTo>
                    <a:pt x="2" y="15"/>
                    <a:pt x="3" y="20"/>
                    <a:pt x="5" y="25"/>
                  </a:cubicBezTo>
                  <a:cubicBezTo>
                    <a:pt x="5" y="25"/>
                    <a:pt x="5" y="25"/>
                    <a:pt x="5" y="25"/>
                  </a:cubicBezTo>
                  <a:cubicBezTo>
                    <a:pt x="5" y="26"/>
                    <a:pt x="5" y="26"/>
                    <a:pt x="6" y="27"/>
                  </a:cubicBezTo>
                  <a:cubicBezTo>
                    <a:pt x="6" y="27"/>
                    <a:pt x="6" y="28"/>
                    <a:pt x="6" y="28"/>
                  </a:cubicBezTo>
                  <a:cubicBezTo>
                    <a:pt x="6" y="29"/>
                    <a:pt x="8" y="30"/>
                    <a:pt x="10" y="30"/>
                  </a:cubicBezTo>
                  <a:cubicBezTo>
                    <a:pt x="10" y="30"/>
                    <a:pt x="10" y="30"/>
                    <a:pt x="10" y="30"/>
                  </a:cubicBezTo>
                  <a:cubicBezTo>
                    <a:pt x="10" y="30"/>
                    <a:pt x="10" y="30"/>
                    <a:pt x="11" y="30"/>
                  </a:cubicBezTo>
                  <a:cubicBezTo>
                    <a:pt x="12" y="30"/>
                    <a:pt x="12" y="30"/>
                    <a:pt x="13" y="29"/>
                  </a:cubicBezTo>
                  <a:cubicBezTo>
                    <a:pt x="13" y="29"/>
                    <a:pt x="14" y="29"/>
                    <a:pt x="14" y="29"/>
                  </a:cubicBezTo>
                  <a:cubicBezTo>
                    <a:pt x="14" y="29"/>
                    <a:pt x="14" y="29"/>
                    <a:pt x="15" y="29"/>
                  </a:cubicBezTo>
                  <a:cubicBezTo>
                    <a:pt x="15" y="29"/>
                    <a:pt x="15" y="29"/>
                    <a:pt x="16" y="29"/>
                  </a:cubicBezTo>
                  <a:cubicBezTo>
                    <a:pt x="17" y="29"/>
                    <a:pt x="18" y="28"/>
                    <a:pt x="19" y="28"/>
                  </a:cubicBezTo>
                  <a:cubicBezTo>
                    <a:pt x="19" y="28"/>
                    <a:pt x="20" y="28"/>
                    <a:pt x="20" y="28"/>
                  </a:cubicBezTo>
                  <a:cubicBezTo>
                    <a:pt x="21" y="28"/>
                    <a:pt x="23" y="27"/>
                    <a:pt x="24" y="27"/>
                  </a:cubicBezTo>
                  <a:cubicBezTo>
                    <a:pt x="24" y="27"/>
                    <a:pt x="24" y="27"/>
                    <a:pt x="24" y="27"/>
                  </a:cubicBezTo>
                  <a:cubicBezTo>
                    <a:pt x="25" y="27"/>
                    <a:pt x="27" y="27"/>
                    <a:pt x="28" y="27"/>
                  </a:cubicBezTo>
                  <a:cubicBezTo>
                    <a:pt x="28" y="27"/>
                    <a:pt x="28" y="27"/>
                    <a:pt x="28" y="27"/>
                  </a:cubicBezTo>
                  <a:cubicBezTo>
                    <a:pt x="28" y="27"/>
                    <a:pt x="29" y="27"/>
                    <a:pt x="29" y="27"/>
                  </a:cubicBezTo>
                  <a:cubicBezTo>
                    <a:pt x="31" y="27"/>
                    <a:pt x="33" y="25"/>
                    <a:pt x="33" y="23"/>
                  </a:cubicBezTo>
                  <a:close/>
                </a:path>
              </a:pathLst>
            </a:custGeom>
            <a:solidFill>
              <a:srgbClr val="4BB56D"/>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323" name="Freeform 40"/>
            <p:cNvSpPr>
              <a:spLocks/>
            </p:cNvSpPr>
            <p:nvPr/>
          </p:nvSpPr>
          <p:spPr bwMode="auto">
            <a:xfrm>
              <a:off x="3147247" y="4358744"/>
              <a:ext cx="95095" cy="91213"/>
            </a:xfrm>
            <a:custGeom>
              <a:avLst/>
              <a:gdLst>
                <a:gd name="T0" fmla="*/ 19 w 21"/>
                <a:gd name="T1" fmla="*/ 19 h 20"/>
                <a:gd name="T2" fmla="*/ 21 w 21"/>
                <a:gd name="T3" fmla="*/ 16 h 20"/>
                <a:gd name="T4" fmla="*/ 21 w 21"/>
                <a:gd name="T5" fmla="*/ 4 h 20"/>
                <a:gd name="T6" fmla="*/ 19 w 21"/>
                <a:gd name="T7" fmla="*/ 1 h 20"/>
                <a:gd name="T8" fmla="*/ 17 w 21"/>
                <a:gd name="T9" fmla="*/ 0 h 20"/>
                <a:gd name="T10" fmla="*/ 13 w 21"/>
                <a:gd name="T11" fmla="*/ 0 h 20"/>
                <a:gd name="T12" fmla="*/ 13 w 21"/>
                <a:gd name="T13" fmla="*/ 0 h 20"/>
                <a:gd name="T14" fmla="*/ 9 w 21"/>
                <a:gd name="T15" fmla="*/ 1 h 20"/>
                <a:gd name="T16" fmla="*/ 8 w 21"/>
                <a:gd name="T17" fmla="*/ 1 h 20"/>
                <a:gd name="T18" fmla="*/ 5 w 21"/>
                <a:gd name="T19" fmla="*/ 1 h 20"/>
                <a:gd name="T20" fmla="*/ 4 w 21"/>
                <a:gd name="T21" fmla="*/ 2 h 20"/>
                <a:gd name="T22" fmla="*/ 3 w 21"/>
                <a:gd name="T23" fmla="*/ 2 h 20"/>
                <a:gd name="T24" fmla="*/ 0 w 21"/>
                <a:gd name="T25" fmla="*/ 4 h 20"/>
                <a:gd name="T26" fmla="*/ 1 w 21"/>
                <a:gd name="T27" fmla="*/ 8 h 20"/>
                <a:gd name="T28" fmla="*/ 1 w 21"/>
                <a:gd name="T29" fmla="*/ 8 h 20"/>
                <a:gd name="T30" fmla="*/ 2 w 21"/>
                <a:gd name="T31" fmla="*/ 10 h 20"/>
                <a:gd name="T32" fmla="*/ 2 w 21"/>
                <a:gd name="T33" fmla="*/ 10 h 20"/>
                <a:gd name="T34" fmla="*/ 4 w 21"/>
                <a:gd name="T35" fmla="*/ 12 h 20"/>
                <a:gd name="T36" fmla="*/ 5 w 21"/>
                <a:gd name="T37" fmla="*/ 13 h 20"/>
                <a:gd name="T38" fmla="*/ 6 w 21"/>
                <a:gd name="T39" fmla="*/ 14 h 20"/>
                <a:gd name="T40" fmla="*/ 7 w 21"/>
                <a:gd name="T41" fmla="*/ 14 h 20"/>
                <a:gd name="T42" fmla="*/ 7 w 21"/>
                <a:gd name="T43" fmla="*/ 15 h 20"/>
                <a:gd name="T44" fmla="*/ 8 w 21"/>
                <a:gd name="T45" fmla="*/ 16 h 20"/>
                <a:gd name="T46" fmla="*/ 9 w 21"/>
                <a:gd name="T47" fmla="*/ 16 h 20"/>
                <a:gd name="T48" fmla="*/ 10 w 21"/>
                <a:gd name="T49" fmla="*/ 17 h 20"/>
                <a:gd name="T50" fmla="*/ 11 w 21"/>
                <a:gd name="T51" fmla="*/ 17 h 20"/>
                <a:gd name="T52" fmla="*/ 12 w 21"/>
                <a:gd name="T53" fmla="*/ 18 h 20"/>
                <a:gd name="T54" fmla="*/ 12 w 21"/>
                <a:gd name="T55" fmla="*/ 18 h 20"/>
                <a:gd name="T56" fmla="*/ 14 w 21"/>
                <a:gd name="T57" fmla="*/ 19 h 20"/>
                <a:gd name="T58" fmla="*/ 14 w 21"/>
                <a:gd name="T59" fmla="*/ 19 h 20"/>
                <a:gd name="T60" fmla="*/ 15 w 21"/>
                <a:gd name="T61" fmla="*/ 20 h 20"/>
                <a:gd name="T62" fmla="*/ 19 w 21"/>
                <a:gd name="T63"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1" h="20">
                  <a:moveTo>
                    <a:pt x="19" y="19"/>
                  </a:moveTo>
                  <a:cubicBezTo>
                    <a:pt x="20" y="18"/>
                    <a:pt x="21" y="17"/>
                    <a:pt x="21" y="16"/>
                  </a:cubicBezTo>
                  <a:cubicBezTo>
                    <a:pt x="21" y="4"/>
                    <a:pt x="21" y="4"/>
                    <a:pt x="21" y="4"/>
                  </a:cubicBezTo>
                  <a:cubicBezTo>
                    <a:pt x="21" y="3"/>
                    <a:pt x="20" y="1"/>
                    <a:pt x="19" y="1"/>
                  </a:cubicBezTo>
                  <a:cubicBezTo>
                    <a:pt x="19" y="0"/>
                    <a:pt x="18" y="0"/>
                    <a:pt x="17" y="0"/>
                  </a:cubicBezTo>
                  <a:cubicBezTo>
                    <a:pt x="15" y="0"/>
                    <a:pt x="14" y="0"/>
                    <a:pt x="13" y="0"/>
                  </a:cubicBezTo>
                  <a:cubicBezTo>
                    <a:pt x="13" y="0"/>
                    <a:pt x="13" y="0"/>
                    <a:pt x="13" y="0"/>
                  </a:cubicBezTo>
                  <a:cubicBezTo>
                    <a:pt x="11" y="0"/>
                    <a:pt x="10" y="0"/>
                    <a:pt x="9" y="1"/>
                  </a:cubicBezTo>
                  <a:cubicBezTo>
                    <a:pt x="9" y="1"/>
                    <a:pt x="8" y="1"/>
                    <a:pt x="8" y="1"/>
                  </a:cubicBezTo>
                  <a:cubicBezTo>
                    <a:pt x="7" y="1"/>
                    <a:pt x="6" y="1"/>
                    <a:pt x="5" y="1"/>
                  </a:cubicBezTo>
                  <a:cubicBezTo>
                    <a:pt x="5" y="1"/>
                    <a:pt x="4" y="2"/>
                    <a:pt x="4" y="2"/>
                  </a:cubicBezTo>
                  <a:cubicBezTo>
                    <a:pt x="3" y="2"/>
                    <a:pt x="3" y="2"/>
                    <a:pt x="3" y="2"/>
                  </a:cubicBezTo>
                  <a:cubicBezTo>
                    <a:pt x="2" y="2"/>
                    <a:pt x="1" y="3"/>
                    <a:pt x="0" y="4"/>
                  </a:cubicBezTo>
                  <a:cubicBezTo>
                    <a:pt x="0" y="6"/>
                    <a:pt x="0" y="7"/>
                    <a:pt x="1" y="8"/>
                  </a:cubicBezTo>
                  <a:cubicBezTo>
                    <a:pt x="1" y="8"/>
                    <a:pt x="1" y="8"/>
                    <a:pt x="1" y="8"/>
                  </a:cubicBezTo>
                  <a:cubicBezTo>
                    <a:pt x="1" y="9"/>
                    <a:pt x="2" y="9"/>
                    <a:pt x="2" y="10"/>
                  </a:cubicBezTo>
                  <a:cubicBezTo>
                    <a:pt x="2" y="10"/>
                    <a:pt x="2" y="10"/>
                    <a:pt x="2" y="10"/>
                  </a:cubicBezTo>
                  <a:cubicBezTo>
                    <a:pt x="3" y="11"/>
                    <a:pt x="4" y="11"/>
                    <a:pt x="4" y="12"/>
                  </a:cubicBezTo>
                  <a:cubicBezTo>
                    <a:pt x="4" y="12"/>
                    <a:pt x="4" y="12"/>
                    <a:pt x="5" y="13"/>
                  </a:cubicBezTo>
                  <a:cubicBezTo>
                    <a:pt x="5" y="13"/>
                    <a:pt x="5" y="13"/>
                    <a:pt x="6" y="14"/>
                  </a:cubicBezTo>
                  <a:cubicBezTo>
                    <a:pt x="6" y="14"/>
                    <a:pt x="6" y="14"/>
                    <a:pt x="7" y="14"/>
                  </a:cubicBezTo>
                  <a:cubicBezTo>
                    <a:pt x="7" y="15"/>
                    <a:pt x="7" y="15"/>
                    <a:pt x="7" y="15"/>
                  </a:cubicBezTo>
                  <a:cubicBezTo>
                    <a:pt x="8" y="15"/>
                    <a:pt x="8" y="15"/>
                    <a:pt x="8" y="16"/>
                  </a:cubicBezTo>
                  <a:cubicBezTo>
                    <a:pt x="9" y="16"/>
                    <a:pt x="9" y="16"/>
                    <a:pt x="9" y="16"/>
                  </a:cubicBezTo>
                  <a:cubicBezTo>
                    <a:pt x="9" y="16"/>
                    <a:pt x="10" y="17"/>
                    <a:pt x="10" y="17"/>
                  </a:cubicBezTo>
                  <a:cubicBezTo>
                    <a:pt x="10" y="17"/>
                    <a:pt x="11" y="17"/>
                    <a:pt x="11" y="17"/>
                  </a:cubicBezTo>
                  <a:cubicBezTo>
                    <a:pt x="11" y="18"/>
                    <a:pt x="12" y="18"/>
                    <a:pt x="12" y="18"/>
                  </a:cubicBezTo>
                  <a:cubicBezTo>
                    <a:pt x="12" y="18"/>
                    <a:pt x="12" y="18"/>
                    <a:pt x="12" y="18"/>
                  </a:cubicBezTo>
                  <a:cubicBezTo>
                    <a:pt x="13" y="18"/>
                    <a:pt x="13" y="19"/>
                    <a:pt x="14" y="19"/>
                  </a:cubicBezTo>
                  <a:cubicBezTo>
                    <a:pt x="14" y="19"/>
                    <a:pt x="14" y="19"/>
                    <a:pt x="14" y="19"/>
                  </a:cubicBezTo>
                  <a:cubicBezTo>
                    <a:pt x="14" y="19"/>
                    <a:pt x="15" y="19"/>
                    <a:pt x="15" y="20"/>
                  </a:cubicBezTo>
                  <a:cubicBezTo>
                    <a:pt x="17" y="20"/>
                    <a:pt x="18" y="20"/>
                    <a:pt x="19" y="19"/>
                  </a:cubicBezTo>
                  <a:close/>
                </a:path>
              </a:pathLst>
            </a:custGeom>
            <a:solidFill>
              <a:srgbClr val="4BB56D"/>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324" name="Freeform 41"/>
            <p:cNvSpPr>
              <a:spLocks/>
            </p:cNvSpPr>
            <p:nvPr/>
          </p:nvSpPr>
          <p:spPr bwMode="auto">
            <a:xfrm>
              <a:off x="3261748" y="4358744"/>
              <a:ext cx="97035" cy="91213"/>
            </a:xfrm>
            <a:custGeom>
              <a:avLst/>
              <a:gdLst>
                <a:gd name="T0" fmla="*/ 21 w 21"/>
                <a:gd name="T1" fmla="*/ 4 h 20"/>
                <a:gd name="T2" fmla="*/ 18 w 21"/>
                <a:gd name="T3" fmla="*/ 2 h 20"/>
                <a:gd name="T4" fmla="*/ 17 w 21"/>
                <a:gd name="T5" fmla="*/ 2 h 20"/>
                <a:gd name="T6" fmla="*/ 16 w 21"/>
                <a:gd name="T7" fmla="*/ 1 h 20"/>
                <a:gd name="T8" fmla="*/ 13 w 21"/>
                <a:gd name="T9" fmla="*/ 1 h 20"/>
                <a:gd name="T10" fmla="*/ 12 w 21"/>
                <a:gd name="T11" fmla="*/ 1 h 20"/>
                <a:gd name="T12" fmla="*/ 8 w 21"/>
                <a:gd name="T13" fmla="*/ 0 h 20"/>
                <a:gd name="T14" fmla="*/ 8 w 21"/>
                <a:gd name="T15" fmla="*/ 0 h 20"/>
                <a:gd name="T16" fmla="*/ 4 w 21"/>
                <a:gd name="T17" fmla="*/ 0 h 20"/>
                <a:gd name="T18" fmla="*/ 2 w 21"/>
                <a:gd name="T19" fmla="*/ 1 h 20"/>
                <a:gd name="T20" fmla="*/ 0 w 21"/>
                <a:gd name="T21" fmla="*/ 4 h 20"/>
                <a:gd name="T22" fmla="*/ 0 w 21"/>
                <a:gd name="T23" fmla="*/ 16 h 20"/>
                <a:gd name="T24" fmla="*/ 2 w 21"/>
                <a:gd name="T25" fmla="*/ 19 h 20"/>
                <a:gd name="T26" fmla="*/ 5 w 21"/>
                <a:gd name="T27" fmla="*/ 20 h 20"/>
                <a:gd name="T28" fmla="*/ 7 w 21"/>
                <a:gd name="T29" fmla="*/ 19 h 20"/>
                <a:gd name="T30" fmla="*/ 7 w 21"/>
                <a:gd name="T31" fmla="*/ 19 h 20"/>
                <a:gd name="T32" fmla="*/ 9 w 21"/>
                <a:gd name="T33" fmla="*/ 18 h 20"/>
                <a:gd name="T34" fmla="*/ 9 w 21"/>
                <a:gd name="T35" fmla="*/ 18 h 20"/>
                <a:gd name="T36" fmla="*/ 10 w 21"/>
                <a:gd name="T37" fmla="*/ 17 h 20"/>
                <a:gd name="T38" fmla="*/ 11 w 21"/>
                <a:gd name="T39" fmla="*/ 17 h 20"/>
                <a:gd name="T40" fmla="*/ 12 w 21"/>
                <a:gd name="T41" fmla="*/ 16 h 20"/>
                <a:gd name="T42" fmla="*/ 13 w 21"/>
                <a:gd name="T43" fmla="*/ 16 h 20"/>
                <a:gd name="T44" fmla="*/ 14 w 21"/>
                <a:gd name="T45" fmla="*/ 15 h 20"/>
                <a:gd name="T46" fmla="*/ 14 w 21"/>
                <a:gd name="T47" fmla="*/ 14 h 20"/>
                <a:gd name="T48" fmla="*/ 15 w 21"/>
                <a:gd name="T49" fmla="*/ 14 h 20"/>
                <a:gd name="T50" fmla="*/ 16 w 21"/>
                <a:gd name="T51" fmla="*/ 13 h 20"/>
                <a:gd name="T52" fmla="*/ 17 w 21"/>
                <a:gd name="T53" fmla="*/ 12 h 20"/>
                <a:gd name="T54" fmla="*/ 18 w 21"/>
                <a:gd name="T55" fmla="*/ 10 h 20"/>
                <a:gd name="T56" fmla="*/ 19 w 21"/>
                <a:gd name="T57" fmla="*/ 10 h 20"/>
                <a:gd name="T58" fmla="*/ 20 w 21"/>
                <a:gd name="T59" fmla="*/ 8 h 20"/>
                <a:gd name="T60" fmla="*/ 20 w 21"/>
                <a:gd name="T61" fmla="*/ 8 h 20"/>
                <a:gd name="T62" fmla="*/ 21 w 21"/>
                <a:gd name="T63" fmla="*/ 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1" h="20">
                  <a:moveTo>
                    <a:pt x="21" y="4"/>
                  </a:moveTo>
                  <a:cubicBezTo>
                    <a:pt x="20" y="3"/>
                    <a:pt x="19" y="2"/>
                    <a:pt x="18" y="2"/>
                  </a:cubicBezTo>
                  <a:cubicBezTo>
                    <a:pt x="18" y="2"/>
                    <a:pt x="17" y="2"/>
                    <a:pt x="17" y="2"/>
                  </a:cubicBezTo>
                  <a:cubicBezTo>
                    <a:pt x="17" y="2"/>
                    <a:pt x="16" y="2"/>
                    <a:pt x="16" y="1"/>
                  </a:cubicBezTo>
                  <a:cubicBezTo>
                    <a:pt x="15" y="1"/>
                    <a:pt x="14" y="1"/>
                    <a:pt x="13" y="1"/>
                  </a:cubicBezTo>
                  <a:cubicBezTo>
                    <a:pt x="13" y="1"/>
                    <a:pt x="12" y="1"/>
                    <a:pt x="12" y="1"/>
                  </a:cubicBezTo>
                  <a:cubicBezTo>
                    <a:pt x="11" y="0"/>
                    <a:pt x="10" y="0"/>
                    <a:pt x="8" y="0"/>
                  </a:cubicBezTo>
                  <a:cubicBezTo>
                    <a:pt x="8" y="0"/>
                    <a:pt x="8" y="0"/>
                    <a:pt x="8" y="0"/>
                  </a:cubicBezTo>
                  <a:cubicBezTo>
                    <a:pt x="7" y="0"/>
                    <a:pt x="6" y="0"/>
                    <a:pt x="4" y="0"/>
                  </a:cubicBezTo>
                  <a:cubicBezTo>
                    <a:pt x="3" y="0"/>
                    <a:pt x="2" y="0"/>
                    <a:pt x="2" y="1"/>
                  </a:cubicBezTo>
                  <a:cubicBezTo>
                    <a:pt x="1" y="1"/>
                    <a:pt x="0" y="3"/>
                    <a:pt x="0" y="4"/>
                  </a:cubicBezTo>
                  <a:cubicBezTo>
                    <a:pt x="0" y="16"/>
                    <a:pt x="0" y="16"/>
                    <a:pt x="0" y="16"/>
                  </a:cubicBezTo>
                  <a:cubicBezTo>
                    <a:pt x="0" y="17"/>
                    <a:pt x="1" y="18"/>
                    <a:pt x="2" y="19"/>
                  </a:cubicBezTo>
                  <a:cubicBezTo>
                    <a:pt x="3" y="20"/>
                    <a:pt x="4" y="20"/>
                    <a:pt x="5" y="20"/>
                  </a:cubicBezTo>
                  <a:cubicBezTo>
                    <a:pt x="6" y="19"/>
                    <a:pt x="6" y="19"/>
                    <a:pt x="7" y="19"/>
                  </a:cubicBezTo>
                  <a:cubicBezTo>
                    <a:pt x="7" y="19"/>
                    <a:pt x="7" y="19"/>
                    <a:pt x="7" y="19"/>
                  </a:cubicBezTo>
                  <a:cubicBezTo>
                    <a:pt x="8" y="19"/>
                    <a:pt x="8" y="18"/>
                    <a:pt x="9" y="18"/>
                  </a:cubicBezTo>
                  <a:cubicBezTo>
                    <a:pt x="9" y="18"/>
                    <a:pt x="9" y="18"/>
                    <a:pt x="9" y="18"/>
                  </a:cubicBezTo>
                  <a:cubicBezTo>
                    <a:pt x="9" y="18"/>
                    <a:pt x="10" y="18"/>
                    <a:pt x="10" y="17"/>
                  </a:cubicBezTo>
                  <a:cubicBezTo>
                    <a:pt x="10" y="17"/>
                    <a:pt x="11" y="17"/>
                    <a:pt x="11" y="17"/>
                  </a:cubicBezTo>
                  <a:cubicBezTo>
                    <a:pt x="11" y="17"/>
                    <a:pt x="12" y="16"/>
                    <a:pt x="12" y="16"/>
                  </a:cubicBezTo>
                  <a:cubicBezTo>
                    <a:pt x="12" y="16"/>
                    <a:pt x="12" y="16"/>
                    <a:pt x="13" y="16"/>
                  </a:cubicBezTo>
                  <a:cubicBezTo>
                    <a:pt x="13" y="15"/>
                    <a:pt x="13" y="15"/>
                    <a:pt x="14" y="15"/>
                  </a:cubicBezTo>
                  <a:cubicBezTo>
                    <a:pt x="14" y="15"/>
                    <a:pt x="14" y="15"/>
                    <a:pt x="14" y="14"/>
                  </a:cubicBezTo>
                  <a:cubicBezTo>
                    <a:pt x="15" y="14"/>
                    <a:pt x="15" y="14"/>
                    <a:pt x="15" y="14"/>
                  </a:cubicBezTo>
                  <a:cubicBezTo>
                    <a:pt x="16" y="13"/>
                    <a:pt x="16" y="13"/>
                    <a:pt x="16" y="13"/>
                  </a:cubicBezTo>
                  <a:cubicBezTo>
                    <a:pt x="16" y="12"/>
                    <a:pt x="17" y="12"/>
                    <a:pt x="17" y="12"/>
                  </a:cubicBezTo>
                  <a:cubicBezTo>
                    <a:pt x="17" y="11"/>
                    <a:pt x="18" y="11"/>
                    <a:pt x="18" y="10"/>
                  </a:cubicBezTo>
                  <a:cubicBezTo>
                    <a:pt x="19" y="10"/>
                    <a:pt x="19" y="10"/>
                    <a:pt x="19" y="10"/>
                  </a:cubicBezTo>
                  <a:cubicBezTo>
                    <a:pt x="19" y="9"/>
                    <a:pt x="20" y="9"/>
                    <a:pt x="20" y="8"/>
                  </a:cubicBezTo>
                  <a:cubicBezTo>
                    <a:pt x="20" y="8"/>
                    <a:pt x="20" y="8"/>
                    <a:pt x="20" y="8"/>
                  </a:cubicBezTo>
                  <a:cubicBezTo>
                    <a:pt x="21" y="7"/>
                    <a:pt x="21" y="6"/>
                    <a:pt x="21" y="4"/>
                  </a:cubicBezTo>
                  <a:close/>
                </a:path>
              </a:pathLst>
            </a:custGeom>
            <a:solidFill>
              <a:srgbClr val="4BB56D"/>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325" name="Freeform 42"/>
            <p:cNvSpPr>
              <a:spLocks/>
            </p:cNvSpPr>
            <p:nvPr/>
          </p:nvSpPr>
          <p:spPr bwMode="auto">
            <a:xfrm>
              <a:off x="3403418" y="4030768"/>
              <a:ext cx="100916" cy="161078"/>
            </a:xfrm>
            <a:custGeom>
              <a:avLst/>
              <a:gdLst>
                <a:gd name="T0" fmla="*/ 6 w 22"/>
                <a:gd name="T1" fmla="*/ 31 h 35"/>
                <a:gd name="T2" fmla="*/ 6 w 22"/>
                <a:gd name="T3" fmla="*/ 30 h 35"/>
                <a:gd name="T4" fmla="*/ 6 w 22"/>
                <a:gd name="T5" fmla="*/ 30 h 35"/>
                <a:gd name="T6" fmla="*/ 6 w 22"/>
                <a:gd name="T7" fmla="*/ 29 h 35"/>
                <a:gd name="T8" fmla="*/ 6 w 22"/>
                <a:gd name="T9" fmla="*/ 27 h 35"/>
                <a:gd name="T10" fmla="*/ 6 w 22"/>
                <a:gd name="T11" fmla="*/ 26 h 35"/>
                <a:gd name="T12" fmla="*/ 5 w 22"/>
                <a:gd name="T13" fmla="*/ 24 h 35"/>
                <a:gd name="T14" fmla="*/ 5 w 22"/>
                <a:gd name="T15" fmla="*/ 23 h 35"/>
                <a:gd name="T16" fmla="*/ 5 w 22"/>
                <a:gd name="T17" fmla="*/ 21 h 35"/>
                <a:gd name="T18" fmla="*/ 5 w 22"/>
                <a:gd name="T19" fmla="*/ 19 h 35"/>
                <a:gd name="T20" fmla="*/ 4 w 22"/>
                <a:gd name="T21" fmla="*/ 18 h 35"/>
                <a:gd name="T22" fmla="*/ 4 w 22"/>
                <a:gd name="T23" fmla="*/ 16 h 35"/>
                <a:gd name="T24" fmla="*/ 3 w 22"/>
                <a:gd name="T25" fmla="*/ 15 h 35"/>
                <a:gd name="T26" fmla="*/ 3 w 22"/>
                <a:gd name="T27" fmla="*/ 13 h 35"/>
                <a:gd name="T28" fmla="*/ 3 w 22"/>
                <a:gd name="T29" fmla="*/ 12 h 35"/>
                <a:gd name="T30" fmla="*/ 2 w 22"/>
                <a:gd name="T31" fmla="*/ 10 h 35"/>
                <a:gd name="T32" fmla="*/ 2 w 22"/>
                <a:gd name="T33" fmla="*/ 9 h 35"/>
                <a:gd name="T34" fmla="*/ 1 w 22"/>
                <a:gd name="T35" fmla="*/ 7 h 35"/>
                <a:gd name="T36" fmla="*/ 1 w 22"/>
                <a:gd name="T37" fmla="*/ 6 h 35"/>
                <a:gd name="T38" fmla="*/ 2 w 22"/>
                <a:gd name="T39" fmla="*/ 1 h 35"/>
                <a:gd name="T40" fmla="*/ 3 w 22"/>
                <a:gd name="T41" fmla="*/ 0 h 35"/>
                <a:gd name="T42" fmla="*/ 5 w 22"/>
                <a:gd name="T43" fmla="*/ 0 h 35"/>
                <a:gd name="T44" fmla="*/ 8 w 22"/>
                <a:gd name="T45" fmla="*/ 1 h 35"/>
                <a:gd name="T46" fmla="*/ 21 w 22"/>
                <a:gd name="T47" fmla="*/ 30 h 35"/>
                <a:gd name="T48" fmla="*/ 20 w 22"/>
                <a:gd name="T49" fmla="*/ 34 h 35"/>
                <a:gd name="T50" fmla="*/ 18 w 22"/>
                <a:gd name="T51" fmla="*/ 35 h 35"/>
                <a:gd name="T52" fmla="*/ 10 w 22"/>
                <a:gd name="T53" fmla="*/ 35 h 35"/>
                <a:gd name="T54" fmla="*/ 6 w 22"/>
                <a:gd name="T55" fmla="*/ 3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 h="35">
                  <a:moveTo>
                    <a:pt x="6" y="31"/>
                  </a:moveTo>
                  <a:cubicBezTo>
                    <a:pt x="6" y="31"/>
                    <a:pt x="6" y="31"/>
                    <a:pt x="6" y="30"/>
                  </a:cubicBezTo>
                  <a:cubicBezTo>
                    <a:pt x="6" y="30"/>
                    <a:pt x="6" y="30"/>
                    <a:pt x="6" y="30"/>
                  </a:cubicBezTo>
                  <a:cubicBezTo>
                    <a:pt x="6" y="30"/>
                    <a:pt x="6" y="29"/>
                    <a:pt x="6" y="29"/>
                  </a:cubicBezTo>
                  <a:cubicBezTo>
                    <a:pt x="6" y="28"/>
                    <a:pt x="6" y="28"/>
                    <a:pt x="6" y="27"/>
                  </a:cubicBezTo>
                  <a:cubicBezTo>
                    <a:pt x="6" y="27"/>
                    <a:pt x="6" y="26"/>
                    <a:pt x="6" y="26"/>
                  </a:cubicBezTo>
                  <a:cubicBezTo>
                    <a:pt x="6" y="25"/>
                    <a:pt x="6" y="25"/>
                    <a:pt x="5" y="24"/>
                  </a:cubicBezTo>
                  <a:cubicBezTo>
                    <a:pt x="5" y="24"/>
                    <a:pt x="5" y="23"/>
                    <a:pt x="5" y="23"/>
                  </a:cubicBezTo>
                  <a:cubicBezTo>
                    <a:pt x="5" y="22"/>
                    <a:pt x="5" y="21"/>
                    <a:pt x="5" y="21"/>
                  </a:cubicBezTo>
                  <a:cubicBezTo>
                    <a:pt x="5" y="20"/>
                    <a:pt x="5" y="20"/>
                    <a:pt x="5" y="19"/>
                  </a:cubicBezTo>
                  <a:cubicBezTo>
                    <a:pt x="4" y="19"/>
                    <a:pt x="4" y="18"/>
                    <a:pt x="4" y="18"/>
                  </a:cubicBezTo>
                  <a:cubicBezTo>
                    <a:pt x="4" y="17"/>
                    <a:pt x="4" y="17"/>
                    <a:pt x="4" y="16"/>
                  </a:cubicBezTo>
                  <a:cubicBezTo>
                    <a:pt x="4" y="16"/>
                    <a:pt x="4" y="15"/>
                    <a:pt x="3" y="15"/>
                  </a:cubicBezTo>
                  <a:cubicBezTo>
                    <a:pt x="3" y="14"/>
                    <a:pt x="3" y="14"/>
                    <a:pt x="3" y="13"/>
                  </a:cubicBezTo>
                  <a:cubicBezTo>
                    <a:pt x="3" y="13"/>
                    <a:pt x="3" y="12"/>
                    <a:pt x="3" y="12"/>
                  </a:cubicBezTo>
                  <a:cubicBezTo>
                    <a:pt x="2" y="11"/>
                    <a:pt x="2" y="11"/>
                    <a:pt x="2" y="10"/>
                  </a:cubicBezTo>
                  <a:cubicBezTo>
                    <a:pt x="2" y="10"/>
                    <a:pt x="2" y="9"/>
                    <a:pt x="2" y="9"/>
                  </a:cubicBezTo>
                  <a:cubicBezTo>
                    <a:pt x="1" y="8"/>
                    <a:pt x="1" y="8"/>
                    <a:pt x="1" y="7"/>
                  </a:cubicBezTo>
                  <a:cubicBezTo>
                    <a:pt x="1" y="7"/>
                    <a:pt x="1" y="6"/>
                    <a:pt x="1" y="6"/>
                  </a:cubicBezTo>
                  <a:cubicBezTo>
                    <a:pt x="0" y="4"/>
                    <a:pt x="1" y="2"/>
                    <a:pt x="2" y="1"/>
                  </a:cubicBezTo>
                  <a:cubicBezTo>
                    <a:pt x="3" y="1"/>
                    <a:pt x="3" y="0"/>
                    <a:pt x="3" y="0"/>
                  </a:cubicBezTo>
                  <a:cubicBezTo>
                    <a:pt x="4" y="0"/>
                    <a:pt x="5" y="0"/>
                    <a:pt x="5" y="0"/>
                  </a:cubicBezTo>
                  <a:cubicBezTo>
                    <a:pt x="6" y="0"/>
                    <a:pt x="8" y="0"/>
                    <a:pt x="8" y="1"/>
                  </a:cubicBezTo>
                  <a:cubicBezTo>
                    <a:pt x="16" y="9"/>
                    <a:pt x="20" y="20"/>
                    <a:pt x="21" y="30"/>
                  </a:cubicBezTo>
                  <a:cubicBezTo>
                    <a:pt x="22" y="32"/>
                    <a:pt x="21" y="33"/>
                    <a:pt x="20" y="34"/>
                  </a:cubicBezTo>
                  <a:cubicBezTo>
                    <a:pt x="20" y="34"/>
                    <a:pt x="19" y="35"/>
                    <a:pt x="18" y="35"/>
                  </a:cubicBezTo>
                  <a:cubicBezTo>
                    <a:pt x="10" y="35"/>
                    <a:pt x="10" y="35"/>
                    <a:pt x="10" y="35"/>
                  </a:cubicBezTo>
                  <a:cubicBezTo>
                    <a:pt x="8" y="35"/>
                    <a:pt x="6" y="33"/>
                    <a:pt x="6" y="31"/>
                  </a:cubicBezTo>
                  <a:close/>
                </a:path>
              </a:pathLst>
            </a:custGeom>
            <a:solidFill>
              <a:srgbClr val="4BB56D"/>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326" name="Freeform 43"/>
            <p:cNvSpPr>
              <a:spLocks/>
            </p:cNvSpPr>
            <p:nvPr/>
          </p:nvSpPr>
          <p:spPr bwMode="auto">
            <a:xfrm>
              <a:off x="2999754" y="4026886"/>
              <a:ext cx="100916" cy="164960"/>
            </a:xfrm>
            <a:custGeom>
              <a:avLst/>
              <a:gdLst>
                <a:gd name="T0" fmla="*/ 20 w 22"/>
                <a:gd name="T1" fmla="*/ 11 h 36"/>
                <a:gd name="T2" fmla="*/ 19 w 22"/>
                <a:gd name="T3" fmla="*/ 13 h 36"/>
                <a:gd name="T4" fmla="*/ 19 w 22"/>
                <a:gd name="T5" fmla="*/ 14 h 36"/>
                <a:gd name="T6" fmla="*/ 18 w 22"/>
                <a:gd name="T7" fmla="*/ 16 h 36"/>
                <a:gd name="T8" fmla="*/ 18 w 22"/>
                <a:gd name="T9" fmla="*/ 17 h 36"/>
                <a:gd name="T10" fmla="*/ 18 w 22"/>
                <a:gd name="T11" fmla="*/ 19 h 36"/>
                <a:gd name="T12" fmla="*/ 17 w 22"/>
                <a:gd name="T13" fmla="*/ 20 h 36"/>
                <a:gd name="T14" fmla="*/ 17 w 22"/>
                <a:gd name="T15" fmla="*/ 22 h 36"/>
                <a:gd name="T16" fmla="*/ 17 w 22"/>
                <a:gd name="T17" fmla="*/ 24 h 36"/>
                <a:gd name="T18" fmla="*/ 16 w 22"/>
                <a:gd name="T19" fmla="*/ 25 h 36"/>
                <a:gd name="T20" fmla="*/ 16 w 22"/>
                <a:gd name="T21" fmla="*/ 27 h 36"/>
                <a:gd name="T22" fmla="*/ 16 w 22"/>
                <a:gd name="T23" fmla="*/ 28 h 36"/>
                <a:gd name="T24" fmla="*/ 16 w 22"/>
                <a:gd name="T25" fmla="*/ 30 h 36"/>
                <a:gd name="T26" fmla="*/ 16 w 22"/>
                <a:gd name="T27" fmla="*/ 31 h 36"/>
                <a:gd name="T28" fmla="*/ 16 w 22"/>
                <a:gd name="T29" fmla="*/ 31 h 36"/>
                <a:gd name="T30" fmla="*/ 16 w 22"/>
                <a:gd name="T31" fmla="*/ 32 h 36"/>
                <a:gd name="T32" fmla="*/ 12 w 22"/>
                <a:gd name="T33" fmla="*/ 36 h 36"/>
                <a:gd name="T34" fmla="*/ 4 w 22"/>
                <a:gd name="T35" fmla="*/ 36 h 36"/>
                <a:gd name="T36" fmla="*/ 1 w 22"/>
                <a:gd name="T37" fmla="*/ 35 h 36"/>
                <a:gd name="T38" fmla="*/ 0 w 22"/>
                <a:gd name="T39" fmla="*/ 31 h 36"/>
                <a:gd name="T40" fmla="*/ 14 w 22"/>
                <a:gd name="T41" fmla="*/ 2 h 36"/>
                <a:gd name="T42" fmla="*/ 18 w 22"/>
                <a:gd name="T43" fmla="*/ 1 h 36"/>
                <a:gd name="T44" fmla="*/ 19 w 22"/>
                <a:gd name="T45" fmla="*/ 2 h 36"/>
                <a:gd name="T46" fmla="*/ 21 w 22"/>
                <a:gd name="T47" fmla="*/ 7 h 36"/>
                <a:gd name="T48" fmla="*/ 21 w 22"/>
                <a:gd name="T49" fmla="*/ 8 h 36"/>
                <a:gd name="T50" fmla="*/ 20 w 22"/>
                <a:gd name="T51" fmla="*/ 10 h 36"/>
                <a:gd name="T52" fmla="*/ 20 w 22"/>
                <a:gd name="T53"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 h="36">
                  <a:moveTo>
                    <a:pt x="20" y="11"/>
                  </a:moveTo>
                  <a:cubicBezTo>
                    <a:pt x="20" y="11"/>
                    <a:pt x="19" y="12"/>
                    <a:pt x="19" y="13"/>
                  </a:cubicBezTo>
                  <a:cubicBezTo>
                    <a:pt x="19" y="13"/>
                    <a:pt x="19" y="13"/>
                    <a:pt x="19" y="14"/>
                  </a:cubicBezTo>
                  <a:cubicBezTo>
                    <a:pt x="19" y="14"/>
                    <a:pt x="19" y="15"/>
                    <a:pt x="18" y="16"/>
                  </a:cubicBezTo>
                  <a:cubicBezTo>
                    <a:pt x="18" y="16"/>
                    <a:pt x="18" y="17"/>
                    <a:pt x="18" y="17"/>
                  </a:cubicBezTo>
                  <a:cubicBezTo>
                    <a:pt x="18" y="18"/>
                    <a:pt x="18" y="18"/>
                    <a:pt x="18" y="19"/>
                  </a:cubicBezTo>
                  <a:cubicBezTo>
                    <a:pt x="18" y="19"/>
                    <a:pt x="17" y="20"/>
                    <a:pt x="17" y="20"/>
                  </a:cubicBezTo>
                  <a:cubicBezTo>
                    <a:pt x="17" y="21"/>
                    <a:pt x="17" y="21"/>
                    <a:pt x="17" y="22"/>
                  </a:cubicBezTo>
                  <a:cubicBezTo>
                    <a:pt x="17" y="22"/>
                    <a:pt x="17" y="23"/>
                    <a:pt x="17" y="24"/>
                  </a:cubicBezTo>
                  <a:cubicBezTo>
                    <a:pt x="17" y="24"/>
                    <a:pt x="17" y="25"/>
                    <a:pt x="16" y="25"/>
                  </a:cubicBezTo>
                  <a:cubicBezTo>
                    <a:pt x="16" y="26"/>
                    <a:pt x="16" y="26"/>
                    <a:pt x="16" y="27"/>
                  </a:cubicBezTo>
                  <a:cubicBezTo>
                    <a:pt x="16" y="27"/>
                    <a:pt x="16" y="28"/>
                    <a:pt x="16" y="28"/>
                  </a:cubicBezTo>
                  <a:cubicBezTo>
                    <a:pt x="16" y="29"/>
                    <a:pt x="16" y="29"/>
                    <a:pt x="16" y="30"/>
                  </a:cubicBezTo>
                  <a:cubicBezTo>
                    <a:pt x="16" y="30"/>
                    <a:pt x="16" y="31"/>
                    <a:pt x="16" y="31"/>
                  </a:cubicBezTo>
                  <a:cubicBezTo>
                    <a:pt x="16" y="31"/>
                    <a:pt x="16" y="31"/>
                    <a:pt x="16" y="31"/>
                  </a:cubicBezTo>
                  <a:cubicBezTo>
                    <a:pt x="16" y="32"/>
                    <a:pt x="16" y="32"/>
                    <a:pt x="16" y="32"/>
                  </a:cubicBezTo>
                  <a:cubicBezTo>
                    <a:pt x="16" y="34"/>
                    <a:pt x="14" y="36"/>
                    <a:pt x="12" y="36"/>
                  </a:cubicBezTo>
                  <a:cubicBezTo>
                    <a:pt x="4" y="36"/>
                    <a:pt x="4" y="36"/>
                    <a:pt x="4" y="36"/>
                  </a:cubicBezTo>
                  <a:cubicBezTo>
                    <a:pt x="3" y="36"/>
                    <a:pt x="2" y="35"/>
                    <a:pt x="1" y="35"/>
                  </a:cubicBezTo>
                  <a:cubicBezTo>
                    <a:pt x="1" y="34"/>
                    <a:pt x="0" y="33"/>
                    <a:pt x="0" y="31"/>
                  </a:cubicBezTo>
                  <a:cubicBezTo>
                    <a:pt x="2" y="21"/>
                    <a:pt x="6" y="10"/>
                    <a:pt x="14" y="2"/>
                  </a:cubicBezTo>
                  <a:cubicBezTo>
                    <a:pt x="15" y="1"/>
                    <a:pt x="17" y="0"/>
                    <a:pt x="18" y="1"/>
                  </a:cubicBezTo>
                  <a:cubicBezTo>
                    <a:pt x="19" y="1"/>
                    <a:pt x="19" y="2"/>
                    <a:pt x="19" y="2"/>
                  </a:cubicBezTo>
                  <a:cubicBezTo>
                    <a:pt x="21" y="3"/>
                    <a:pt x="22" y="5"/>
                    <a:pt x="21" y="7"/>
                  </a:cubicBezTo>
                  <a:cubicBezTo>
                    <a:pt x="21" y="7"/>
                    <a:pt x="21" y="7"/>
                    <a:pt x="21" y="8"/>
                  </a:cubicBezTo>
                  <a:cubicBezTo>
                    <a:pt x="21" y="8"/>
                    <a:pt x="21" y="9"/>
                    <a:pt x="20" y="10"/>
                  </a:cubicBezTo>
                  <a:cubicBezTo>
                    <a:pt x="20" y="10"/>
                    <a:pt x="20" y="10"/>
                    <a:pt x="20" y="11"/>
                  </a:cubicBezTo>
                  <a:close/>
                </a:path>
              </a:pathLst>
            </a:custGeom>
            <a:solidFill>
              <a:srgbClr val="4BB56D"/>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327" name="Freeform 44"/>
            <p:cNvSpPr>
              <a:spLocks/>
            </p:cNvSpPr>
            <p:nvPr/>
          </p:nvSpPr>
          <p:spPr bwMode="auto">
            <a:xfrm>
              <a:off x="3261748" y="4054056"/>
              <a:ext cx="147493" cy="137790"/>
            </a:xfrm>
            <a:custGeom>
              <a:avLst/>
              <a:gdLst>
                <a:gd name="T0" fmla="*/ 28 w 32"/>
                <a:gd name="T1" fmla="*/ 30 h 30"/>
                <a:gd name="T2" fmla="*/ 4 w 32"/>
                <a:gd name="T3" fmla="*/ 30 h 30"/>
                <a:gd name="T4" fmla="*/ 0 w 32"/>
                <a:gd name="T5" fmla="*/ 26 h 30"/>
                <a:gd name="T6" fmla="*/ 0 w 32"/>
                <a:gd name="T7" fmla="*/ 7 h 30"/>
                <a:gd name="T8" fmla="*/ 4 w 32"/>
                <a:gd name="T9" fmla="*/ 3 h 30"/>
                <a:gd name="T10" fmla="*/ 5 w 32"/>
                <a:gd name="T11" fmla="*/ 3 h 30"/>
                <a:gd name="T12" fmla="*/ 5 w 32"/>
                <a:gd name="T13" fmla="*/ 3 h 30"/>
                <a:gd name="T14" fmla="*/ 9 w 32"/>
                <a:gd name="T15" fmla="*/ 3 h 30"/>
                <a:gd name="T16" fmla="*/ 9 w 32"/>
                <a:gd name="T17" fmla="*/ 3 h 30"/>
                <a:gd name="T18" fmla="*/ 13 w 32"/>
                <a:gd name="T19" fmla="*/ 2 h 30"/>
                <a:gd name="T20" fmla="*/ 14 w 32"/>
                <a:gd name="T21" fmla="*/ 2 h 30"/>
                <a:gd name="T22" fmla="*/ 17 w 32"/>
                <a:gd name="T23" fmla="*/ 2 h 30"/>
                <a:gd name="T24" fmla="*/ 18 w 32"/>
                <a:gd name="T25" fmla="*/ 1 h 30"/>
                <a:gd name="T26" fmla="*/ 19 w 32"/>
                <a:gd name="T27" fmla="*/ 1 h 30"/>
                <a:gd name="T28" fmla="*/ 20 w 32"/>
                <a:gd name="T29" fmla="*/ 1 h 30"/>
                <a:gd name="T30" fmla="*/ 22 w 32"/>
                <a:gd name="T31" fmla="*/ 0 h 30"/>
                <a:gd name="T32" fmla="*/ 23 w 32"/>
                <a:gd name="T33" fmla="*/ 0 h 30"/>
                <a:gd name="T34" fmla="*/ 27 w 32"/>
                <a:gd name="T35" fmla="*/ 2 h 30"/>
                <a:gd name="T36" fmla="*/ 27 w 32"/>
                <a:gd name="T37" fmla="*/ 3 h 30"/>
                <a:gd name="T38" fmla="*/ 28 w 32"/>
                <a:gd name="T39" fmla="*/ 5 h 30"/>
                <a:gd name="T40" fmla="*/ 28 w 32"/>
                <a:gd name="T41" fmla="*/ 6 h 30"/>
                <a:gd name="T42" fmla="*/ 32 w 32"/>
                <a:gd name="T43" fmla="*/ 20 h 30"/>
                <a:gd name="T44" fmla="*/ 32 w 32"/>
                <a:gd name="T45" fmla="*/ 21 h 30"/>
                <a:gd name="T46" fmla="*/ 32 w 32"/>
                <a:gd name="T47" fmla="*/ 23 h 30"/>
                <a:gd name="T48" fmla="*/ 32 w 32"/>
                <a:gd name="T49" fmla="*/ 24 h 30"/>
                <a:gd name="T50" fmla="*/ 32 w 32"/>
                <a:gd name="T51" fmla="*/ 26 h 30"/>
                <a:gd name="T52" fmla="*/ 31 w 32"/>
                <a:gd name="T53" fmla="*/ 29 h 30"/>
                <a:gd name="T54" fmla="*/ 28 w 32"/>
                <a:gd name="T55"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2" h="30">
                  <a:moveTo>
                    <a:pt x="28" y="30"/>
                  </a:moveTo>
                  <a:cubicBezTo>
                    <a:pt x="4" y="30"/>
                    <a:pt x="4" y="30"/>
                    <a:pt x="4" y="30"/>
                  </a:cubicBezTo>
                  <a:cubicBezTo>
                    <a:pt x="2" y="30"/>
                    <a:pt x="0" y="28"/>
                    <a:pt x="0" y="26"/>
                  </a:cubicBezTo>
                  <a:cubicBezTo>
                    <a:pt x="0" y="7"/>
                    <a:pt x="0" y="7"/>
                    <a:pt x="0" y="7"/>
                  </a:cubicBezTo>
                  <a:cubicBezTo>
                    <a:pt x="0" y="5"/>
                    <a:pt x="2" y="4"/>
                    <a:pt x="4" y="3"/>
                  </a:cubicBezTo>
                  <a:cubicBezTo>
                    <a:pt x="4" y="3"/>
                    <a:pt x="5" y="3"/>
                    <a:pt x="5" y="3"/>
                  </a:cubicBezTo>
                  <a:cubicBezTo>
                    <a:pt x="5" y="3"/>
                    <a:pt x="5" y="3"/>
                    <a:pt x="5" y="3"/>
                  </a:cubicBezTo>
                  <a:cubicBezTo>
                    <a:pt x="6" y="3"/>
                    <a:pt x="7" y="3"/>
                    <a:pt x="9" y="3"/>
                  </a:cubicBezTo>
                  <a:cubicBezTo>
                    <a:pt x="9" y="3"/>
                    <a:pt x="9" y="3"/>
                    <a:pt x="9" y="3"/>
                  </a:cubicBezTo>
                  <a:cubicBezTo>
                    <a:pt x="10" y="3"/>
                    <a:pt x="12" y="3"/>
                    <a:pt x="13" y="2"/>
                  </a:cubicBezTo>
                  <a:cubicBezTo>
                    <a:pt x="13" y="2"/>
                    <a:pt x="14" y="2"/>
                    <a:pt x="14" y="2"/>
                  </a:cubicBezTo>
                  <a:cubicBezTo>
                    <a:pt x="15" y="2"/>
                    <a:pt x="16" y="2"/>
                    <a:pt x="17" y="2"/>
                  </a:cubicBezTo>
                  <a:cubicBezTo>
                    <a:pt x="17" y="1"/>
                    <a:pt x="18" y="1"/>
                    <a:pt x="18" y="1"/>
                  </a:cubicBezTo>
                  <a:cubicBezTo>
                    <a:pt x="19" y="1"/>
                    <a:pt x="19" y="1"/>
                    <a:pt x="19" y="1"/>
                  </a:cubicBezTo>
                  <a:cubicBezTo>
                    <a:pt x="19" y="1"/>
                    <a:pt x="19" y="1"/>
                    <a:pt x="20" y="1"/>
                  </a:cubicBezTo>
                  <a:cubicBezTo>
                    <a:pt x="21" y="1"/>
                    <a:pt x="21" y="0"/>
                    <a:pt x="22" y="0"/>
                  </a:cubicBezTo>
                  <a:cubicBezTo>
                    <a:pt x="23" y="0"/>
                    <a:pt x="23" y="0"/>
                    <a:pt x="23" y="0"/>
                  </a:cubicBezTo>
                  <a:cubicBezTo>
                    <a:pt x="25" y="0"/>
                    <a:pt x="26" y="1"/>
                    <a:pt x="27" y="2"/>
                  </a:cubicBezTo>
                  <a:cubicBezTo>
                    <a:pt x="27" y="3"/>
                    <a:pt x="27" y="3"/>
                    <a:pt x="27" y="3"/>
                  </a:cubicBezTo>
                  <a:cubicBezTo>
                    <a:pt x="28" y="4"/>
                    <a:pt x="28" y="5"/>
                    <a:pt x="28" y="5"/>
                  </a:cubicBezTo>
                  <a:cubicBezTo>
                    <a:pt x="28" y="5"/>
                    <a:pt x="28" y="5"/>
                    <a:pt x="28" y="6"/>
                  </a:cubicBezTo>
                  <a:cubicBezTo>
                    <a:pt x="30" y="10"/>
                    <a:pt x="31" y="15"/>
                    <a:pt x="32" y="20"/>
                  </a:cubicBezTo>
                  <a:cubicBezTo>
                    <a:pt x="32" y="20"/>
                    <a:pt x="32" y="20"/>
                    <a:pt x="32" y="21"/>
                  </a:cubicBezTo>
                  <a:cubicBezTo>
                    <a:pt x="32" y="21"/>
                    <a:pt x="32" y="22"/>
                    <a:pt x="32" y="23"/>
                  </a:cubicBezTo>
                  <a:cubicBezTo>
                    <a:pt x="32" y="23"/>
                    <a:pt x="32" y="24"/>
                    <a:pt x="32" y="24"/>
                  </a:cubicBezTo>
                  <a:cubicBezTo>
                    <a:pt x="32" y="25"/>
                    <a:pt x="32" y="25"/>
                    <a:pt x="32" y="26"/>
                  </a:cubicBezTo>
                  <a:cubicBezTo>
                    <a:pt x="32" y="27"/>
                    <a:pt x="32" y="28"/>
                    <a:pt x="31" y="29"/>
                  </a:cubicBezTo>
                  <a:cubicBezTo>
                    <a:pt x="31" y="29"/>
                    <a:pt x="29" y="30"/>
                    <a:pt x="28" y="30"/>
                  </a:cubicBezTo>
                  <a:close/>
                </a:path>
              </a:pathLst>
            </a:custGeom>
            <a:solidFill>
              <a:srgbClr val="4BB56D"/>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328" name="Freeform 45"/>
            <p:cNvSpPr>
              <a:spLocks/>
            </p:cNvSpPr>
            <p:nvPr/>
          </p:nvSpPr>
          <p:spPr bwMode="auto">
            <a:xfrm>
              <a:off x="3090967" y="4054056"/>
              <a:ext cx="151374" cy="137790"/>
            </a:xfrm>
            <a:custGeom>
              <a:avLst/>
              <a:gdLst>
                <a:gd name="T0" fmla="*/ 33 w 33"/>
                <a:gd name="T1" fmla="*/ 7 h 30"/>
                <a:gd name="T2" fmla="*/ 33 w 33"/>
                <a:gd name="T3" fmla="*/ 26 h 30"/>
                <a:gd name="T4" fmla="*/ 29 w 33"/>
                <a:gd name="T5" fmla="*/ 30 h 30"/>
                <a:gd name="T6" fmla="*/ 5 w 33"/>
                <a:gd name="T7" fmla="*/ 30 h 30"/>
                <a:gd name="T8" fmla="*/ 2 w 33"/>
                <a:gd name="T9" fmla="*/ 29 h 30"/>
                <a:gd name="T10" fmla="*/ 1 w 33"/>
                <a:gd name="T11" fmla="*/ 26 h 30"/>
                <a:gd name="T12" fmla="*/ 1 w 33"/>
                <a:gd name="T13" fmla="*/ 24 h 30"/>
                <a:gd name="T14" fmla="*/ 1 w 33"/>
                <a:gd name="T15" fmla="*/ 23 h 30"/>
                <a:gd name="T16" fmla="*/ 1 w 33"/>
                <a:gd name="T17" fmla="*/ 21 h 30"/>
                <a:gd name="T18" fmla="*/ 1 w 33"/>
                <a:gd name="T19" fmla="*/ 20 h 30"/>
                <a:gd name="T20" fmla="*/ 5 w 33"/>
                <a:gd name="T21" fmla="*/ 5 h 30"/>
                <a:gd name="T22" fmla="*/ 5 w 33"/>
                <a:gd name="T23" fmla="*/ 5 h 30"/>
                <a:gd name="T24" fmla="*/ 6 w 33"/>
                <a:gd name="T25" fmla="*/ 3 h 30"/>
                <a:gd name="T26" fmla="*/ 6 w 33"/>
                <a:gd name="T27" fmla="*/ 2 h 30"/>
                <a:gd name="T28" fmla="*/ 10 w 33"/>
                <a:gd name="T29" fmla="*/ 0 h 30"/>
                <a:gd name="T30" fmla="*/ 10 w 33"/>
                <a:gd name="T31" fmla="*/ 0 h 30"/>
                <a:gd name="T32" fmla="*/ 11 w 33"/>
                <a:gd name="T33" fmla="*/ 0 h 30"/>
                <a:gd name="T34" fmla="*/ 13 w 33"/>
                <a:gd name="T35" fmla="*/ 1 h 30"/>
                <a:gd name="T36" fmla="*/ 14 w 33"/>
                <a:gd name="T37" fmla="*/ 1 h 30"/>
                <a:gd name="T38" fmla="*/ 15 w 33"/>
                <a:gd name="T39" fmla="*/ 1 h 30"/>
                <a:gd name="T40" fmla="*/ 16 w 33"/>
                <a:gd name="T41" fmla="*/ 2 h 30"/>
                <a:gd name="T42" fmla="*/ 19 w 33"/>
                <a:gd name="T43" fmla="*/ 2 h 30"/>
                <a:gd name="T44" fmla="*/ 20 w 33"/>
                <a:gd name="T45" fmla="*/ 2 h 30"/>
                <a:gd name="T46" fmla="*/ 24 w 33"/>
                <a:gd name="T47" fmla="*/ 3 h 30"/>
                <a:gd name="T48" fmla="*/ 24 w 33"/>
                <a:gd name="T49" fmla="*/ 3 h 30"/>
                <a:gd name="T50" fmla="*/ 28 w 33"/>
                <a:gd name="T51" fmla="*/ 3 h 30"/>
                <a:gd name="T52" fmla="*/ 28 w 33"/>
                <a:gd name="T53" fmla="*/ 3 h 30"/>
                <a:gd name="T54" fmla="*/ 29 w 33"/>
                <a:gd name="T55" fmla="*/ 3 h 30"/>
                <a:gd name="T56" fmla="*/ 33 w 33"/>
                <a:gd name="T57" fmla="*/ 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3" h="30">
                  <a:moveTo>
                    <a:pt x="33" y="7"/>
                  </a:moveTo>
                  <a:cubicBezTo>
                    <a:pt x="33" y="26"/>
                    <a:pt x="33" y="26"/>
                    <a:pt x="33" y="26"/>
                  </a:cubicBezTo>
                  <a:cubicBezTo>
                    <a:pt x="33" y="28"/>
                    <a:pt x="31" y="30"/>
                    <a:pt x="29" y="30"/>
                  </a:cubicBezTo>
                  <a:cubicBezTo>
                    <a:pt x="5" y="30"/>
                    <a:pt x="5" y="30"/>
                    <a:pt x="5" y="30"/>
                  </a:cubicBezTo>
                  <a:cubicBezTo>
                    <a:pt x="3" y="30"/>
                    <a:pt x="2" y="29"/>
                    <a:pt x="2" y="29"/>
                  </a:cubicBezTo>
                  <a:cubicBezTo>
                    <a:pt x="1" y="28"/>
                    <a:pt x="0" y="27"/>
                    <a:pt x="1" y="26"/>
                  </a:cubicBezTo>
                  <a:cubicBezTo>
                    <a:pt x="1" y="25"/>
                    <a:pt x="1" y="25"/>
                    <a:pt x="1" y="24"/>
                  </a:cubicBezTo>
                  <a:cubicBezTo>
                    <a:pt x="1" y="24"/>
                    <a:pt x="1" y="23"/>
                    <a:pt x="1" y="23"/>
                  </a:cubicBezTo>
                  <a:cubicBezTo>
                    <a:pt x="1" y="22"/>
                    <a:pt x="1" y="21"/>
                    <a:pt x="1" y="21"/>
                  </a:cubicBezTo>
                  <a:cubicBezTo>
                    <a:pt x="1" y="20"/>
                    <a:pt x="1" y="20"/>
                    <a:pt x="1" y="20"/>
                  </a:cubicBezTo>
                  <a:cubicBezTo>
                    <a:pt x="2" y="15"/>
                    <a:pt x="3" y="10"/>
                    <a:pt x="5" y="5"/>
                  </a:cubicBezTo>
                  <a:cubicBezTo>
                    <a:pt x="5" y="5"/>
                    <a:pt x="5" y="5"/>
                    <a:pt x="5" y="5"/>
                  </a:cubicBezTo>
                  <a:cubicBezTo>
                    <a:pt x="5" y="5"/>
                    <a:pt x="5" y="4"/>
                    <a:pt x="6" y="3"/>
                  </a:cubicBezTo>
                  <a:cubicBezTo>
                    <a:pt x="6" y="3"/>
                    <a:pt x="6" y="3"/>
                    <a:pt x="6" y="2"/>
                  </a:cubicBezTo>
                  <a:cubicBezTo>
                    <a:pt x="6" y="1"/>
                    <a:pt x="8" y="0"/>
                    <a:pt x="10" y="0"/>
                  </a:cubicBezTo>
                  <a:cubicBezTo>
                    <a:pt x="10" y="0"/>
                    <a:pt x="10" y="0"/>
                    <a:pt x="10" y="0"/>
                  </a:cubicBezTo>
                  <a:cubicBezTo>
                    <a:pt x="10" y="0"/>
                    <a:pt x="10" y="0"/>
                    <a:pt x="11" y="0"/>
                  </a:cubicBezTo>
                  <a:cubicBezTo>
                    <a:pt x="12" y="0"/>
                    <a:pt x="12" y="1"/>
                    <a:pt x="13" y="1"/>
                  </a:cubicBezTo>
                  <a:cubicBezTo>
                    <a:pt x="13" y="1"/>
                    <a:pt x="14" y="1"/>
                    <a:pt x="14" y="1"/>
                  </a:cubicBezTo>
                  <a:cubicBezTo>
                    <a:pt x="14" y="1"/>
                    <a:pt x="14" y="1"/>
                    <a:pt x="15" y="1"/>
                  </a:cubicBezTo>
                  <a:cubicBezTo>
                    <a:pt x="15" y="1"/>
                    <a:pt x="15" y="1"/>
                    <a:pt x="16" y="2"/>
                  </a:cubicBezTo>
                  <a:cubicBezTo>
                    <a:pt x="17" y="2"/>
                    <a:pt x="18" y="2"/>
                    <a:pt x="19" y="2"/>
                  </a:cubicBezTo>
                  <a:cubicBezTo>
                    <a:pt x="19" y="2"/>
                    <a:pt x="20" y="2"/>
                    <a:pt x="20" y="2"/>
                  </a:cubicBezTo>
                  <a:cubicBezTo>
                    <a:pt x="21" y="3"/>
                    <a:pt x="23" y="3"/>
                    <a:pt x="24" y="3"/>
                  </a:cubicBezTo>
                  <a:cubicBezTo>
                    <a:pt x="24" y="3"/>
                    <a:pt x="24" y="3"/>
                    <a:pt x="24" y="3"/>
                  </a:cubicBezTo>
                  <a:cubicBezTo>
                    <a:pt x="25" y="3"/>
                    <a:pt x="27" y="3"/>
                    <a:pt x="28" y="3"/>
                  </a:cubicBezTo>
                  <a:cubicBezTo>
                    <a:pt x="28" y="3"/>
                    <a:pt x="28" y="3"/>
                    <a:pt x="28" y="3"/>
                  </a:cubicBezTo>
                  <a:cubicBezTo>
                    <a:pt x="28" y="3"/>
                    <a:pt x="29" y="3"/>
                    <a:pt x="29" y="3"/>
                  </a:cubicBezTo>
                  <a:cubicBezTo>
                    <a:pt x="31" y="4"/>
                    <a:pt x="33" y="5"/>
                    <a:pt x="33" y="7"/>
                  </a:cubicBezTo>
                  <a:close/>
                </a:path>
              </a:pathLst>
            </a:custGeom>
            <a:solidFill>
              <a:srgbClr val="4BB56D"/>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329" name="Freeform 46"/>
            <p:cNvSpPr>
              <a:spLocks/>
            </p:cNvSpPr>
            <p:nvPr/>
          </p:nvSpPr>
          <p:spPr bwMode="auto">
            <a:xfrm>
              <a:off x="3147247" y="3953140"/>
              <a:ext cx="95095" cy="97035"/>
            </a:xfrm>
            <a:custGeom>
              <a:avLst/>
              <a:gdLst>
                <a:gd name="T0" fmla="*/ 19 w 21"/>
                <a:gd name="T1" fmla="*/ 1 h 21"/>
                <a:gd name="T2" fmla="*/ 21 w 21"/>
                <a:gd name="T3" fmla="*/ 4 h 21"/>
                <a:gd name="T4" fmla="*/ 21 w 21"/>
                <a:gd name="T5" fmla="*/ 17 h 21"/>
                <a:gd name="T6" fmla="*/ 19 w 21"/>
                <a:gd name="T7" fmla="*/ 20 h 21"/>
                <a:gd name="T8" fmla="*/ 17 w 21"/>
                <a:gd name="T9" fmla="*/ 21 h 21"/>
                <a:gd name="T10" fmla="*/ 13 w 21"/>
                <a:gd name="T11" fmla="*/ 20 h 21"/>
                <a:gd name="T12" fmla="*/ 13 w 21"/>
                <a:gd name="T13" fmla="*/ 20 h 21"/>
                <a:gd name="T14" fmla="*/ 9 w 21"/>
                <a:gd name="T15" fmla="*/ 20 h 21"/>
                <a:gd name="T16" fmla="*/ 8 w 21"/>
                <a:gd name="T17" fmla="*/ 19 h 21"/>
                <a:gd name="T18" fmla="*/ 5 w 21"/>
                <a:gd name="T19" fmla="*/ 19 h 21"/>
                <a:gd name="T20" fmla="*/ 4 w 21"/>
                <a:gd name="T21" fmla="*/ 19 h 21"/>
                <a:gd name="T22" fmla="*/ 3 w 21"/>
                <a:gd name="T23" fmla="*/ 18 h 21"/>
                <a:gd name="T24" fmla="*/ 0 w 21"/>
                <a:gd name="T25" fmla="*/ 16 h 21"/>
                <a:gd name="T26" fmla="*/ 1 w 21"/>
                <a:gd name="T27" fmla="*/ 12 h 21"/>
                <a:gd name="T28" fmla="*/ 1 w 21"/>
                <a:gd name="T29" fmla="*/ 12 h 21"/>
                <a:gd name="T30" fmla="*/ 2 w 21"/>
                <a:gd name="T31" fmla="*/ 11 h 21"/>
                <a:gd name="T32" fmla="*/ 2 w 21"/>
                <a:gd name="T33" fmla="*/ 10 h 21"/>
                <a:gd name="T34" fmla="*/ 4 w 21"/>
                <a:gd name="T35" fmla="*/ 8 h 21"/>
                <a:gd name="T36" fmla="*/ 5 w 21"/>
                <a:gd name="T37" fmla="*/ 8 h 21"/>
                <a:gd name="T38" fmla="*/ 6 w 21"/>
                <a:gd name="T39" fmla="*/ 7 h 21"/>
                <a:gd name="T40" fmla="*/ 7 w 21"/>
                <a:gd name="T41" fmla="*/ 6 h 21"/>
                <a:gd name="T42" fmla="*/ 7 w 21"/>
                <a:gd name="T43" fmla="*/ 5 h 21"/>
                <a:gd name="T44" fmla="*/ 8 w 21"/>
                <a:gd name="T45" fmla="*/ 5 h 21"/>
                <a:gd name="T46" fmla="*/ 9 w 21"/>
                <a:gd name="T47" fmla="*/ 4 h 21"/>
                <a:gd name="T48" fmla="*/ 10 w 21"/>
                <a:gd name="T49" fmla="*/ 3 h 21"/>
                <a:gd name="T50" fmla="*/ 11 w 21"/>
                <a:gd name="T51" fmla="*/ 3 h 21"/>
                <a:gd name="T52" fmla="*/ 12 w 21"/>
                <a:gd name="T53" fmla="*/ 2 h 21"/>
                <a:gd name="T54" fmla="*/ 12 w 21"/>
                <a:gd name="T55" fmla="*/ 2 h 21"/>
                <a:gd name="T56" fmla="*/ 14 w 21"/>
                <a:gd name="T57" fmla="*/ 1 h 21"/>
                <a:gd name="T58" fmla="*/ 14 w 21"/>
                <a:gd name="T59" fmla="*/ 1 h 21"/>
                <a:gd name="T60" fmla="*/ 15 w 21"/>
                <a:gd name="T61" fmla="*/ 1 h 21"/>
                <a:gd name="T62" fmla="*/ 19 w 21"/>
                <a:gd name="T63"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1" h="21">
                  <a:moveTo>
                    <a:pt x="19" y="1"/>
                  </a:moveTo>
                  <a:cubicBezTo>
                    <a:pt x="20" y="2"/>
                    <a:pt x="21" y="3"/>
                    <a:pt x="21" y="4"/>
                  </a:cubicBezTo>
                  <a:cubicBezTo>
                    <a:pt x="21" y="17"/>
                    <a:pt x="21" y="17"/>
                    <a:pt x="21" y="17"/>
                  </a:cubicBezTo>
                  <a:cubicBezTo>
                    <a:pt x="21" y="18"/>
                    <a:pt x="20" y="19"/>
                    <a:pt x="19" y="20"/>
                  </a:cubicBezTo>
                  <a:cubicBezTo>
                    <a:pt x="19" y="20"/>
                    <a:pt x="18" y="21"/>
                    <a:pt x="17" y="21"/>
                  </a:cubicBezTo>
                  <a:cubicBezTo>
                    <a:pt x="15" y="21"/>
                    <a:pt x="14" y="20"/>
                    <a:pt x="13" y="20"/>
                  </a:cubicBezTo>
                  <a:cubicBezTo>
                    <a:pt x="13" y="20"/>
                    <a:pt x="13" y="20"/>
                    <a:pt x="13" y="20"/>
                  </a:cubicBezTo>
                  <a:cubicBezTo>
                    <a:pt x="11" y="20"/>
                    <a:pt x="10" y="20"/>
                    <a:pt x="9" y="20"/>
                  </a:cubicBezTo>
                  <a:cubicBezTo>
                    <a:pt x="9" y="20"/>
                    <a:pt x="8" y="20"/>
                    <a:pt x="8" y="19"/>
                  </a:cubicBezTo>
                  <a:cubicBezTo>
                    <a:pt x="7" y="19"/>
                    <a:pt x="6" y="19"/>
                    <a:pt x="5" y="19"/>
                  </a:cubicBezTo>
                  <a:cubicBezTo>
                    <a:pt x="5" y="19"/>
                    <a:pt x="4" y="19"/>
                    <a:pt x="4" y="19"/>
                  </a:cubicBezTo>
                  <a:cubicBezTo>
                    <a:pt x="3" y="18"/>
                    <a:pt x="3" y="18"/>
                    <a:pt x="3" y="18"/>
                  </a:cubicBezTo>
                  <a:cubicBezTo>
                    <a:pt x="2" y="18"/>
                    <a:pt x="1" y="17"/>
                    <a:pt x="0" y="16"/>
                  </a:cubicBezTo>
                  <a:cubicBezTo>
                    <a:pt x="0" y="15"/>
                    <a:pt x="0" y="13"/>
                    <a:pt x="1" y="12"/>
                  </a:cubicBezTo>
                  <a:cubicBezTo>
                    <a:pt x="1" y="12"/>
                    <a:pt x="1" y="12"/>
                    <a:pt x="1" y="12"/>
                  </a:cubicBezTo>
                  <a:cubicBezTo>
                    <a:pt x="1" y="11"/>
                    <a:pt x="2" y="11"/>
                    <a:pt x="2" y="11"/>
                  </a:cubicBezTo>
                  <a:cubicBezTo>
                    <a:pt x="2" y="10"/>
                    <a:pt x="2" y="10"/>
                    <a:pt x="2" y="10"/>
                  </a:cubicBezTo>
                  <a:cubicBezTo>
                    <a:pt x="3" y="9"/>
                    <a:pt x="4" y="9"/>
                    <a:pt x="4" y="8"/>
                  </a:cubicBezTo>
                  <a:cubicBezTo>
                    <a:pt x="4" y="8"/>
                    <a:pt x="4" y="8"/>
                    <a:pt x="5" y="8"/>
                  </a:cubicBezTo>
                  <a:cubicBezTo>
                    <a:pt x="5" y="7"/>
                    <a:pt x="5" y="7"/>
                    <a:pt x="6" y="7"/>
                  </a:cubicBezTo>
                  <a:cubicBezTo>
                    <a:pt x="6" y="6"/>
                    <a:pt x="6" y="6"/>
                    <a:pt x="7" y="6"/>
                  </a:cubicBezTo>
                  <a:cubicBezTo>
                    <a:pt x="7" y="6"/>
                    <a:pt x="7" y="6"/>
                    <a:pt x="7" y="5"/>
                  </a:cubicBezTo>
                  <a:cubicBezTo>
                    <a:pt x="8" y="5"/>
                    <a:pt x="8" y="5"/>
                    <a:pt x="8" y="5"/>
                  </a:cubicBezTo>
                  <a:cubicBezTo>
                    <a:pt x="9" y="4"/>
                    <a:pt x="9" y="4"/>
                    <a:pt x="9" y="4"/>
                  </a:cubicBezTo>
                  <a:cubicBezTo>
                    <a:pt x="9" y="4"/>
                    <a:pt x="10" y="4"/>
                    <a:pt x="10" y="3"/>
                  </a:cubicBezTo>
                  <a:cubicBezTo>
                    <a:pt x="10" y="3"/>
                    <a:pt x="11" y="3"/>
                    <a:pt x="11" y="3"/>
                  </a:cubicBezTo>
                  <a:cubicBezTo>
                    <a:pt x="11" y="3"/>
                    <a:pt x="12" y="2"/>
                    <a:pt x="12" y="2"/>
                  </a:cubicBezTo>
                  <a:cubicBezTo>
                    <a:pt x="12" y="2"/>
                    <a:pt x="12" y="2"/>
                    <a:pt x="12" y="2"/>
                  </a:cubicBezTo>
                  <a:cubicBezTo>
                    <a:pt x="13" y="2"/>
                    <a:pt x="13" y="2"/>
                    <a:pt x="14" y="1"/>
                  </a:cubicBezTo>
                  <a:cubicBezTo>
                    <a:pt x="14" y="1"/>
                    <a:pt x="14" y="1"/>
                    <a:pt x="14" y="1"/>
                  </a:cubicBezTo>
                  <a:cubicBezTo>
                    <a:pt x="14" y="1"/>
                    <a:pt x="15" y="1"/>
                    <a:pt x="15" y="1"/>
                  </a:cubicBezTo>
                  <a:cubicBezTo>
                    <a:pt x="17" y="0"/>
                    <a:pt x="18" y="1"/>
                    <a:pt x="19" y="1"/>
                  </a:cubicBezTo>
                  <a:close/>
                </a:path>
              </a:pathLst>
            </a:custGeom>
            <a:solidFill>
              <a:srgbClr val="4BB56D"/>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330" name="Freeform 47"/>
            <p:cNvSpPr>
              <a:spLocks/>
            </p:cNvSpPr>
            <p:nvPr/>
          </p:nvSpPr>
          <p:spPr bwMode="auto">
            <a:xfrm>
              <a:off x="3261748" y="3953140"/>
              <a:ext cx="97035" cy="97035"/>
            </a:xfrm>
            <a:custGeom>
              <a:avLst/>
              <a:gdLst>
                <a:gd name="T0" fmla="*/ 21 w 21"/>
                <a:gd name="T1" fmla="*/ 16 h 21"/>
                <a:gd name="T2" fmla="*/ 18 w 21"/>
                <a:gd name="T3" fmla="*/ 18 h 21"/>
                <a:gd name="T4" fmla="*/ 17 w 21"/>
                <a:gd name="T5" fmla="*/ 19 h 21"/>
                <a:gd name="T6" fmla="*/ 16 w 21"/>
                <a:gd name="T7" fmla="*/ 19 h 21"/>
                <a:gd name="T8" fmla="*/ 13 w 21"/>
                <a:gd name="T9" fmla="*/ 19 h 21"/>
                <a:gd name="T10" fmla="*/ 12 w 21"/>
                <a:gd name="T11" fmla="*/ 20 h 21"/>
                <a:gd name="T12" fmla="*/ 8 w 21"/>
                <a:gd name="T13" fmla="*/ 20 h 21"/>
                <a:gd name="T14" fmla="*/ 8 w 21"/>
                <a:gd name="T15" fmla="*/ 20 h 21"/>
                <a:gd name="T16" fmla="*/ 4 w 21"/>
                <a:gd name="T17" fmla="*/ 21 h 21"/>
                <a:gd name="T18" fmla="*/ 2 w 21"/>
                <a:gd name="T19" fmla="*/ 20 h 21"/>
                <a:gd name="T20" fmla="*/ 0 w 21"/>
                <a:gd name="T21" fmla="*/ 17 h 21"/>
                <a:gd name="T22" fmla="*/ 0 w 21"/>
                <a:gd name="T23" fmla="*/ 4 h 21"/>
                <a:gd name="T24" fmla="*/ 2 w 21"/>
                <a:gd name="T25" fmla="*/ 1 h 21"/>
                <a:gd name="T26" fmla="*/ 5 w 21"/>
                <a:gd name="T27" fmla="*/ 1 h 21"/>
                <a:gd name="T28" fmla="*/ 7 w 21"/>
                <a:gd name="T29" fmla="*/ 1 h 21"/>
                <a:gd name="T30" fmla="*/ 7 w 21"/>
                <a:gd name="T31" fmla="*/ 1 h 21"/>
                <a:gd name="T32" fmla="*/ 9 w 21"/>
                <a:gd name="T33" fmla="*/ 2 h 21"/>
                <a:gd name="T34" fmla="*/ 9 w 21"/>
                <a:gd name="T35" fmla="*/ 2 h 21"/>
                <a:gd name="T36" fmla="*/ 10 w 21"/>
                <a:gd name="T37" fmla="*/ 3 h 21"/>
                <a:gd name="T38" fmla="*/ 11 w 21"/>
                <a:gd name="T39" fmla="*/ 3 h 21"/>
                <a:gd name="T40" fmla="*/ 12 w 21"/>
                <a:gd name="T41" fmla="*/ 4 h 21"/>
                <a:gd name="T42" fmla="*/ 13 w 21"/>
                <a:gd name="T43" fmla="*/ 5 h 21"/>
                <a:gd name="T44" fmla="*/ 14 w 21"/>
                <a:gd name="T45" fmla="*/ 5 h 21"/>
                <a:gd name="T46" fmla="*/ 14 w 21"/>
                <a:gd name="T47" fmla="*/ 6 h 21"/>
                <a:gd name="T48" fmla="*/ 15 w 21"/>
                <a:gd name="T49" fmla="*/ 7 h 21"/>
                <a:gd name="T50" fmla="*/ 16 w 21"/>
                <a:gd name="T51" fmla="*/ 8 h 21"/>
                <a:gd name="T52" fmla="*/ 17 w 21"/>
                <a:gd name="T53" fmla="*/ 8 h 21"/>
                <a:gd name="T54" fmla="*/ 18 w 21"/>
                <a:gd name="T55" fmla="*/ 10 h 21"/>
                <a:gd name="T56" fmla="*/ 19 w 21"/>
                <a:gd name="T57" fmla="*/ 11 h 21"/>
                <a:gd name="T58" fmla="*/ 20 w 21"/>
                <a:gd name="T59" fmla="*/ 12 h 21"/>
                <a:gd name="T60" fmla="*/ 20 w 21"/>
                <a:gd name="T61" fmla="*/ 12 h 21"/>
                <a:gd name="T62" fmla="*/ 21 w 21"/>
                <a:gd name="T63" fmla="*/ 1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1" h="21">
                  <a:moveTo>
                    <a:pt x="21" y="16"/>
                  </a:moveTo>
                  <a:cubicBezTo>
                    <a:pt x="20" y="17"/>
                    <a:pt x="19" y="18"/>
                    <a:pt x="18" y="18"/>
                  </a:cubicBezTo>
                  <a:cubicBezTo>
                    <a:pt x="18" y="18"/>
                    <a:pt x="17" y="18"/>
                    <a:pt x="17" y="19"/>
                  </a:cubicBezTo>
                  <a:cubicBezTo>
                    <a:pt x="17" y="19"/>
                    <a:pt x="16" y="19"/>
                    <a:pt x="16" y="19"/>
                  </a:cubicBezTo>
                  <a:cubicBezTo>
                    <a:pt x="15" y="19"/>
                    <a:pt x="14" y="19"/>
                    <a:pt x="13" y="19"/>
                  </a:cubicBezTo>
                  <a:cubicBezTo>
                    <a:pt x="13" y="20"/>
                    <a:pt x="12" y="20"/>
                    <a:pt x="12" y="20"/>
                  </a:cubicBezTo>
                  <a:cubicBezTo>
                    <a:pt x="11" y="20"/>
                    <a:pt x="10" y="20"/>
                    <a:pt x="8" y="20"/>
                  </a:cubicBezTo>
                  <a:cubicBezTo>
                    <a:pt x="8" y="20"/>
                    <a:pt x="8" y="20"/>
                    <a:pt x="8" y="20"/>
                  </a:cubicBezTo>
                  <a:cubicBezTo>
                    <a:pt x="7" y="20"/>
                    <a:pt x="6" y="21"/>
                    <a:pt x="4" y="21"/>
                  </a:cubicBezTo>
                  <a:cubicBezTo>
                    <a:pt x="3" y="21"/>
                    <a:pt x="2" y="20"/>
                    <a:pt x="2" y="20"/>
                  </a:cubicBezTo>
                  <a:cubicBezTo>
                    <a:pt x="1" y="19"/>
                    <a:pt x="0" y="18"/>
                    <a:pt x="0" y="17"/>
                  </a:cubicBezTo>
                  <a:cubicBezTo>
                    <a:pt x="0" y="4"/>
                    <a:pt x="0" y="4"/>
                    <a:pt x="0" y="4"/>
                  </a:cubicBezTo>
                  <a:cubicBezTo>
                    <a:pt x="0" y="3"/>
                    <a:pt x="1" y="2"/>
                    <a:pt x="2" y="1"/>
                  </a:cubicBezTo>
                  <a:cubicBezTo>
                    <a:pt x="3" y="1"/>
                    <a:pt x="4" y="0"/>
                    <a:pt x="5" y="1"/>
                  </a:cubicBezTo>
                  <a:cubicBezTo>
                    <a:pt x="6" y="1"/>
                    <a:pt x="6" y="1"/>
                    <a:pt x="7" y="1"/>
                  </a:cubicBezTo>
                  <a:cubicBezTo>
                    <a:pt x="7" y="1"/>
                    <a:pt x="7" y="1"/>
                    <a:pt x="7" y="1"/>
                  </a:cubicBezTo>
                  <a:cubicBezTo>
                    <a:pt x="8" y="2"/>
                    <a:pt x="8" y="2"/>
                    <a:pt x="9" y="2"/>
                  </a:cubicBezTo>
                  <a:cubicBezTo>
                    <a:pt x="9" y="2"/>
                    <a:pt x="9" y="2"/>
                    <a:pt x="9" y="2"/>
                  </a:cubicBezTo>
                  <a:cubicBezTo>
                    <a:pt x="9" y="2"/>
                    <a:pt x="10" y="3"/>
                    <a:pt x="10" y="3"/>
                  </a:cubicBezTo>
                  <a:cubicBezTo>
                    <a:pt x="10" y="3"/>
                    <a:pt x="11" y="3"/>
                    <a:pt x="11" y="3"/>
                  </a:cubicBezTo>
                  <a:cubicBezTo>
                    <a:pt x="11" y="4"/>
                    <a:pt x="12" y="4"/>
                    <a:pt x="12" y="4"/>
                  </a:cubicBezTo>
                  <a:cubicBezTo>
                    <a:pt x="12" y="4"/>
                    <a:pt x="12" y="4"/>
                    <a:pt x="13" y="5"/>
                  </a:cubicBezTo>
                  <a:cubicBezTo>
                    <a:pt x="13" y="5"/>
                    <a:pt x="13" y="5"/>
                    <a:pt x="14" y="5"/>
                  </a:cubicBezTo>
                  <a:cubicBezTo>
                    <a:pt x="14" y="6"/>
                    <a:pt x="14" y="6"/>
                    <a:pt x="14" y="6"/>
                  </a:cubicBezTo>
                  <a:cubicBezTo>
                    <a:pt x="15" y="6"/>
                    <a:pt x="15" y="6"/>
                    <a:pt x="15" y="7"/>
                  </a:cubicBezTo>
                  <a:cubicBezTo>
                    <a:pt x="16" y="7"/>
                    <a:pt x="16" y="7"/>
                    <a:pt x="16" y="8"/>
                  </a:cubicBezTo>
                  <a:cubicBezTo>
                    <a:pt x="16" y="8"/>
                    <a:pt x="17" y="8"/>
                    <a:pt x="17" y="8"/>
                  </a:cubicBezTo>
                  <a:cubicBezTo>
                    <a:pt x="17" y="9"/>
                    <a:pt x="18" y="9"/>
                    <a:pt x="18" y="10"/>
                  </a:cubicBezTo>
                  <a:cubicBezTo>
                    <a:pt x="19" y="10"/>
                    <a:pt x="19" y="11"/>
                    <a:pt x="19" y="11"/>
                  </a:cubicBezTo>
                  <a:cubicBezTo>
                    <a:pt x="19" y="11"/>
                    <a:pt x="20" y="12"/>
                    <a:pt x="20" y="12"/>
                  </a:cubicBezTo>
                  <a:cubicBezTo>
                    <a:pt x="20" y="12"/>
                    <a:pt x="20" y="12"/>
                    <a:pt x="20" y="12"/>
                  </a:cubicBezTo>
                  <a:cubicBezTo>
                    <a:pt x="21" y="13"/>
                    <a:pt x="21" y="15"/>
                    <a:pt x="21" y="16"/>
                  </a:cubicBezTo>
                  <a:close/>
                </a:path>
              </a:pathLst>
            </a:custGeom>
            <a:solidFill>
              <a:srgbClr val="4BB56D"/>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331" name="Freeform 48"/>
            <p:cNvSpPr>
              <a:spLocks/>
            </p:cNvSpPr>
            <p:nvPr/>
          </p:nvSpPr>
          <p:spPr bwMode="auto">
            <a:xfrm>
              <a:off x="3090967" y="3972547"/>
              <a:ext cx="60162" cy="54339"/>
            </a:xfrm>
            <a:custGeom>
              <a:avLst/>
              <a:gdLst>
                <a:gd name="T0" fmla="*/ 8 w 13"/>
                <a:gd name="T1" fmla="*/ 6 h 12"/>
                <a:gd name="T2" fmla="*/ 8 w 13"/>
                <a:gd name="T3" fmla="*/ 6 h 12"/>
                <a:gd name="T4" fmla="*/ 10 w 13"/>
                <a:gd name="T5" fmla="*/ 4 h 12"/>
                <a:gd name="T6" fmla="*/ 12 w 13"/>
                <a:gd name="T7" fmla="*/ 1 h 12"/>
                <a:gd name="T8" fmla="*/ 13 w 13"/>
                <a:gd name="T9" fmla="*/ 0 h 12"/>
                <a:gd name="T10" fmla="*/ 12 w 13"/>
                <a:gd name="T11" fmla="*/ 0 h 12"/>
                <a:gd name="T12" fmla="*/ 1 w 13"/>
                <a:gd name="T13" fmla="*/ 7 h 12"/>
                <a:gd name="T14" fmla="*/ 0 w 13"/>
                <a:gd name="T15" fmla="*/ 9 h 12"/>
                <a:gd name="T16" fmla="*/ 1 w 13"/>
                <a:gd name="T17" fmla="*/ 11 h 12"/>
                <a:gd name="T18" fmla="*/ 6 w 13"/>
                <a:gd name="T19" fmla="*/ 9 h 12"/>
                <a:gd name="T20" fmla="*/ 7 w 13"/>
                <a:gd name="T21" fmla="*/ 7 h 12"/>
                <a:gd name="T22" fmla="*/ 8 w 13"/>
                <a:gd name="T23" fmla="*/ 7 h 12"/>
                <a:gd name="T24" fmla="*/ 8 w 13"/>
                <a:gd name="T25"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12">
                  <a:moveTo>
                    <a:pt x="8" y="6"/>
                  </a:moveTo>
                  <a:cubicBezTo>
                    <a:pt x="8" y="6"/>
                    <a:pt x="8" y="6"/>
                    <a:pt x="8" y="6"/>
                  </a:cubicBezTo>
                  <a:cubicBezTo>
                    <a:pt x="9" y="5"/>
                    <a:pt x="9" y="5"/>
                    <a:pt x="10" y="4"/>
                  </a:cubicBezTo>
                  <a:cubicBezTo>
                    <a:pt x="10" y="4"/>
                    <a:pt x="11" y="3"/>
                    <a:pt x="12" y="1"/>
                  </a:cubicBezTo>
                  <a:cubicBezTo>
                    <a:pt x="13" y="1"/>
                    <a:pt x="13" y="0"/>
                    <a:pt x="13" y="0"/>
                  </a:cubicBezTo>
                  <a:cubicBezTo>
                    <a:pt x="12" y="0"/>
                    <a:pt x="12" y="0"/>
                    <a:pt x="12" y="0"/>
                  </a:cubicBezTo>
                  <a:cubicBezTo>
                    <a:pt x="8" y="2"/>
                    <a:pt x="4" y="4"/>
                    <a:pt x="1" y="7"/>
                  </a:cubicBezTo>
                  <a:cubicBezTo>
                    <a:pt x="0" y="8"/>
                    <a:pt x="0" y="8"/>
                    <a:pt x="0" y="9"/>
                  </a:cubicBezTo>
                  <a:cubicBezTo>
                    <a:pt x="0" y="10"/>
                    <a:pt x="0" y="10"/>
                    <a:pt x="1" y="11"/>
                  </a:cubicBezTo>
                  <a:cubicBezTo>
                    <a:pt x="3" y="12"/>
                    <a:pt x="5" y="11"/>
                    <a:pt x="6" y="9"/>
                  </a:cubicBezTo>
                  <a:cubicBezTo>
                    <a:pt x="7" y="8"/>
                    <a:pt x="7" y="8"/>
                    <a:pt x="7" y="7"/>
                  </a:cubicBezTo>
                  <a:cubicBezTo>
                    <a:pt x="8" y="7"/>
                    <a:pt x="8" y="7"/>
                    <a:pt x="8" y="7"/>
                  </a:cubicBezTo>
                  <a:cubicBezTo>
                    <a:pt x="8" y="7"/>
                    <a:pt x="8" y="7"/>
                    <a:pt x="8" y="6"/>
                  </a:cubicBezTo>
                  <a:close/>
                </a:path>
              </a:pathLst>
            </a:custGeom>
            <a:solidFill>
              <a:srgbClr val="4BB56D"/>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332" name="Freeform 49"/>
            <p:cNvSpPr>
              <a:spLocks/>
            </p:cNvSpPr>
            <p:nvPr/>
          </p:nvSpPr>
          <p:spPr bwMode="auto">
            <a:xfrm>
              <a:off x="3352960" y="3972547"/>
              <a:ext cx="60162" cy="54339"/>
            </a:xfrm>
            <a:custGeom>
              <a:avLst/>
              <a:gdLst>
                <a:gd name="T0" fmla="*/ 5 w 13"/>
                <a:gd name="T1" fmla="*/ 6 h 12"/>
                <a:gd name="T2" fmla="*/ 4 w 13"/>
                <a:gd name="T3" fmla="*/ 6 h 12"/>
                <a:gd name="T4" fmla="*/ 3 w 13"/>
                <a:gd name="T5" fmla="*/ 4 h 12"/>
                <a:gd name="T6" fmla="*/ 0 w 13"/>
                <a:gd name="T7" fmla="*/ 1 h 12"/>
                <a:gd name="T8" fmla="*/ 0 w 13"/>
                <a:gd name="T9" fmla="*/ 0 h 12"/>
                <a:gd name="T10" fmla="*/ 1 w 13"/>
                <a:gd name="T11" fmla="*/ 0 h 12"/>
                <a:gd name="T12" fmla="*/ 12 w 13"/>
                <a:gd name="T13" fmla="*/ 7 h 12"/>
                <a:gd name="T14" fmla="*/ 13 w 13"/>
                <a:gd name="T15" fmla="*/ 9 h 12"/>
                <a:gd name="T16" fmla="*/ 12 w 13"/>
                <a:gd name="T17" fmla="*/ 11 h 12"/>
                <a:gd name="T18" fmla="*/ 7 w 13"/>
                <a:gd name="T19" fmla="*/ 9 h 12"/>
                <a:gd name="T20" fmla="*/ 5 w 13"/>
                <a:gd name="T21" fmla="*/ 7 h 12"/>
                <a:gd name="T22" fmla="*/ 5 w 13"/>
                <a:gd name="T23" fmla="*/ 7 h 12"/>
                <a:gd name="T24" fmla="*/ 5 w 13"/>
                <a:gd name="T25"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12">
                  <a:moveTo>
                    <a:pt x="5" y="6"/>
                  </a:moveTo>
                  <a:cubicBezTo>
                    <a:pt x="5" y="6"/>
                    <a:pt x="5" y="6"/>
                    <a:pt x="4" y="6"/>
                  </a:cubicBezTo>
                  <a:cubicBezTo>
                    <a:pt x="4" y="5"/>
                    <a:pt x="4" y="5"/>
                    <a:pt x="3" y="4"/>
                  </a:cubicBezTo>
                  <a:cubicBezTo>
                    <a:pt x="3" y="4"/>
                    <a:pt x="2" y="3"/>
                    <a:pt x="0" y="1"/>
                  </a:cubicBezTo>
                  <a:cubicBezTo>
                    <a:pt x="0" y="1"/>
                    <a:pt x="0" y="0"/>
                    <a:pt x="0" y="0"/>
                  </a:cubicBezTo>
                  <a:cubicBezTo>
                    <a:pt x="0" y="0"/>
                    <a:pt x="1" y="0"/>
                    <a:pt x="1" y="0"/>
                  </a:cubicBezTo>
                  <a:cubicBezTo>
                    <a:pt x="5" y="2"/>
                    <a:pt x="9" y="4"/>
                    <a:pt x="12" y="7"/>
                  </a:cubicBezTo>
                  <a:cubicBezTo>
                    <a:pt x="13" y="8"/>
                    <a:pt x="13" y="8"/>
                    <a:pt x="13" y="9"/>
                  </a:cubicBezTo>
                  <a:cubicBezTo>
                    <a:pt x="13" y="10"/>
                    <a:pt x="12" y="10"/>
                    <a:pt x="12" y="11"/>
                  </a:cubicBezTo>
                  <a:cubicBezTo>
                    <a:pt x="10" y="12"/>
                    <a:pt x="8" y="11"/>
                    <a:pt x="7" y="9"/>
                  </a:cubicBezTo>
                  <a:cubicBezTo>
                    <a:pt x="6" y="8"/>
                    <a:pt x="6" y="8"/>
                    <a:pt x="5" y="7"/>
                  </a:cubicBezTo>
                  <a:cubicBezTo>
                    <a:pt x="5" y="7"/>
                    <a:pt x="5" y="7"/>
                    <a:pt x="5" y="7"/>
                  </a:cubicBezTo>
                  <a:cubicBezTo>
                    <a:pt x="5" y="7"/>
                    <a:pt x="5" y="7"/>
                    <a:pt x="5" y="6"/>
                  </a:cubicBezTo>
                  <a:close/>
                </a:path>
              </a:pathLst>
            </a:custGeom>
            <a:solidFill>
              <a:srgbClr val="4BB56D"/>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50"/>
            <p:cNvSpPr>
              <a:spLocks/>
            </p:cNvSpPr>
            <p:nvPr/>
          </p:nvSpPr>
          <p:spPr bwMode="auto">
            <a:xfrm>
              <a:off x="3090967" y="4380093"/>
              <a:ext cx="60162" cy="52399"/>
            </a:xfrm>
            <a:custGeom>
              <a:avLst/>
              <a:gdLst>
                <a:gd name="T0" fmla="*/ 8 w 13"/>
                <a:gd name="T1" fmla="*/ 5 h 11"/>
                <a:gd name="T2" fmla="*/ 8 w 13"/>
                <a:gd name="T3" fmla="*/ 6 h 11"/>
                <a:gd name="T4" fmla="*/ 10 w 13"/>
                <a:gd name="T5" fmla="*/ 7 h 11"/>
                <a:gd name="T6" fmla="*/ 12 w 13"/>
                <a:gd name="T7" fmla="*/ 10 h 11"/>
                <a:gd name="T8" fmla="*/ 13 w 13"/>
                <a:gd name="T9" fmla="*/ 11 h 11"/>
                <a:gd name="T10" fmla="*/ 12 w 13"/>
                <a:gd name="T11" fmla="*/ 11 h 11"/>
                <a:gd name="T12" fmla="*/ 1 w 13"/>
                <a:gd name="T13" fmla="*/ 4 h 11"/>
                <a:gd name="T14" fmla="*/ 0 w 13"/>
                <a:gd name="T15" fmla="*/ 2 h 11"/>
                <a:gd name="T16" fmla="*/ 1 w 13"/>
                <a:gd name="T17" fmla="*/ 1 h 11"/>
                <a:gd name="T18" fmla="*/ 6 w 13"/>
                <a:gd name="T19" fmla="*/ 2 h 11"/>
                <a:gd name="T20" fmla="*/ 7 w 13"/>
                <a:gd name="T21" fmla="*/ 4 h 11"/>
                <a:gd name="T22" fmla="*/ 8 w 13"/>
                <a:gd name="T23" fmla="*/ 5 h 11"/>
                <a:gd name="T24" fmla="*/ 8 w 13"/>
                <a:gd name="T25"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11">
                  <a:moveTo>
                    <a:pt x="8" y="5"/>
                  </a:moveTo>
                  <a:cubicBezTo>
                    <a:pt x="8" y="5"/>
                    <a:pt x="8" y="5"/>
                    <a:pt x="8" y="6"/>
                  </a:cubicBezTo>
                  <a:cubicBezTo>
                    <a:pt x="9" y="6"/>
                    <a:pt x="9" y="7"/>
                    <a:pt x="10" y="7"/>
                  </a:cubicBezTo>
                  <a:cubicBezTo>
                    <a:pt x="10" y="7"/>
                    <a:pt x="11" y="9"/>
                    <a:pt x="12" y="10"/>
                  </a:cubicBezTo>
                  <a:cubicBezTo>
                    <a:pt x="13" y="11"/>
                    <a:pt x="13" y="11"/>
                    <a:pt x="13" y="11"/>
                  </a:cubicBezTo>
                  <a:cubicBezTo>
                    <a:pt x="12" y="11"/>
                    <a:pt x="12" y="11"/>
                    <a:pt x="12" y="11"/>
                  </a:cubicBezTo>
                  <a:cubicBezTo>
                    <a:pt x="8" y="9"/>
                    <a:pt x="4" y="7"/>
                    <a:pt x="1" y="4"/>
                  </a:cubicBezTo>
                  <a:cubicBezTo>
                    <a:pt x="0" y="4"/>
                    <a:pt x="0" y="3"/>
                    <a:pt x="0" y="2"/>
                  </a:cubicBezTo>
                  <a:cubicBezTo>
                    <a:pt x="0" y="2"/>
                    <a:pt x="0" y="1"/>
                    <a:pt x="1" y="1"/>
                  </a:cubicBezTo>
                  <a:cubicBezTo>
                    <a:pt x="3" y="0"/>
                    <a:pt x="5" y="1"/>
                    <a:pt x="6" y="2"/>
                  </a:cubicBezTo>
                  <a:cubicBezTo>
                    <a:pt x="7" y="3"/>
                    <a:pt x="7" y="4"/>
                    <a:pt x="7" y="4"/>
                  </a:cubicBezTo>
                  <a:cubicBezTo>
                    <a:pt x="8" y="4"/>
                    <a:pt x="8" y="5"/>
                    <a:pt x="8" y="5"/>
                  </a:cubicBezTo>
                  <a:cubicBezTo>
                    <a:pt x="8" y="5"/>
                    <a:pt x="8" y="5"/>
                    <a:pt x="8" y="5"/>
                  </a:cubicBezTo>
                  <a:close/>
                </a:path>
              </a:pathLst>
            </a:custGeom>
            <a:solidFill>
              <a:srgbClr val="4BB56D"/>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51"/>
            <p:cNvSpPr>
              <a:spLocks/>
            </p:cNvSpPr>
            <p:nvPr/>
          </p:nvSpPr>
          <p:spPr bwMode="auto">
            <a:xfrm>
              <a:off x="3352960" y="4380093"/>
              <a:ext cx="60162" cy="52399"/>
            </a:xfrm>
            <a:custGeom>
              <a:avLst/>
              <a:gdLst>
                <a:gd name="T0" fmla="*/ 5 w 13"/>
                <a:gd name="T1" fmla="*/ 5 h 11"/>
                <a:gd name="T2" fmla="*/ 4 w 13"/>
                <a:gd name="T3" fmla="*/ 6 h 11"/>
                <a:gd name="T4" fmla="*/ 3 w 13"/>
                <a:gd name="T5" fmla="*/ 7 h 11"/>
                <a:gd name="T6" fmla="*/ 0 w 13"/>
                <a:gd name="T7" fmla="*/ 10 h 11"/>
                <a:gd name="T8" fmla="*/ 0 w 13"/>
                <a:gd name="T9" fmla="*/ 11 h 11"/>
                <a:gd name="T10" fmla="*/ 1 w 13"/>
                <a:gd name="T11" fmla="*/ 11 h 11"/>
                <a:gd name="T12" fmla="*/ 12 w 13"/>
                <a:gd name="T13" fmla="*/ 4 h 11"/>
                <a:gd name="T14" fmla="*/ 13 w 13"/>
                <a:gd name="T15" fmla="*/ 2 h 11"/>
                <a:gd name="T16" fmla="*/ 12 w 13"/>
                <a:gd name="T17" fmla="*/ 1 h 11"/>
                <a:gd name="T18" fmla="*/ 7 w 13"/>
                <a:gd name="T19" fmla="*/ 2 h 11"/>
                <a:gd name="T20" fmla="*/ 5 w 13"/>
                <a:gd name="T21" fmla="*/ 4 h 11"/>
                <a:gd name="T22" fmla="*/ 5 w 13"/>
                <a:gd name="T23" fmla="*/ 5 h 11"/>
                <a:gd name="T24" fmla="*/ 5 w 13"/>
                <a:gd name="T25"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11">
                  <a:moveTo>
                    <a:pt x="5" y="5"/>
                  </a:moveTo>
                  <a:cubicBezTo>
                    <a:pt x="5" y="5"/>
                    <a:pt x="5" y="5"/>
                    <a:pt x="4" y="6"/>
                  </a:cubicBezTo>
                  <a:cubicBezTo>
                    <a:pt x="4" y="6"/>
                    <a:pt x="4" y="7"/>
                    <a:pt x="3" y="7"/>
                  </a:cubicBezTo>
                  <a:cubicBezTo>
                    <a:pt x="3" y="7"/>
                    <a:pt x="2" y="9"/>
                    <a:pt x="0" y="10"/>
                  </a:cubicBezTo>
                  <a:cubicBezTo>
                    <a:pt x="0" y="11"/>
                    <a:pt x="0" y="11"/>
                    <a:pt x="0" y="11"/>
                  </a:cubicBezTo>
                  <a:cubicBezTo>
                    <a:pt x="0" y="11"/>
                    <a:pt x="1" y="11"/>
                    <a:pt x="1" y="11"/>
                  </a:cubicBezTo>
                  <a:cubicBezTo>
                    <a:pt x="5" y="9"/>
                    <a:pt x="9" y="7"/>
                    <a:pt x="12" y="4"/>
                  </a:cubicBezTo>
                  <a:cubicBezTo>
                    <a:pt x="13" y="4"/>
                    <a:pt x="13" y="3"/>
                    <a:pt x="13" y="2"/>
                  </a:cubicBezTo>
                  <a:cubicBezTo>
                    <a:pt x="13" y="2"/>
                    <a:pt x="12" y="1"/>
                    <a:pt x="12" y="1"/>
                  </a:cubicBezTo>
                  <a:cubicBezTo>
                    <a:pt x="10" y="0"/>
                    <a:pt x="8" y="1"/>
                    <a:pt x="7" y="2"/>
                  </a:cubicBezTo>
                  <a:cubicBezTo>
                    <a:pt x="6" y="3"/>
                    <a:pt x="6" y="4"/>
                    <a:pt x="5" y="4"/>
                  </a:cubicBezTo>
                  <a:cubicBezTo>
                    <a:pt x="5" y="4"/>
                    <a:pt x="5" y="5"/>
                    <a:pt x="5" y="5"/>
                  </a:cubicBezTo>
                  <a:cubicBezTo>
                    <a:pt x="5" y="5"/>
                    <a:pt x="5" y="5"/>
                    <a:pt x="5" y="5"/>
                  </a:cubicBezTo>
                  <a:close/>
                </a:path>
              </a:pathLst>
            </a:custGeom>
            <a:solidFill>
              <a:srgbClr val="4BB56D"/>
            </a:solidFill>
            <a:ln>
              <a:noFill/>
            </a:ln>
            <a:effectLst/>
          </p:spPr>
          <p:txBody>
            <a:bodyPr vert="horz" wrap="square" lIns="91440" tIns="45720" rIns="91440" bIns="45720" numCol="1" anchor="t" anchorCtr="0" compatLnSpc="1">
              <a:prstTxWarp prst="textNoShape">
                <a:avLst/>
              </a:prstTxWarp>
            </a:bodyPr>
            <a:lstStyle/>
            <a:p>
              <a:endParaRPr lang="zh-CN" altLang="en-US"/>
            </a:p>
          </p:txBody>
        </p:sp>
      </p:grpSp>
      <p:sp>
        <p:nvSpPr>
          <p:cNvPr id="335" name="Freeform 52"/>
          <p:cNvSpPr>
            <a:spLocks noEditPoints="1"/>
          </p:cNvSpPr>
          <p:nvPr/>
        </p:nvSpPr>
        <p:spPr bwMode="auto">
          <a:xfrm>
            <a:off x="5636057" y="3737722"/>
            <a:ext cx="923771" cy="927652"/>
          </a:xfrm>
          <a:custGeom>
            <a:avLst/>
            <a:gdLst>
              <a:gd name="T0" fmla="*/ 100 w 201"/>
              <a:gd name="T1" fmla="*/ 202 h 202"/>
              <a:gd name="T2" fmla="*/ 0 w 201"/>
              <a:gd name="T3" fmla="*/ 101 h 202"/>
              <a:gd name="T4" fmla="*/ 100 w 201"/>
              <a:gd name="T5" fmla="*/ 0 h 202"/>
              <a:gd name="T6" fmla="*/ 201 w 201"/>
              <a:gd name="T7" fmla="*/ 101 h 202"/>
              <a:gd name="T8" fmla="*/ 100 w 201"/>
              <a:gd name="T9" fmla="*/ 202 h 202"/>
              <a:gd name="T10" fmla="*/ 100 w 201"/>
              <a:gd name="T11" fmla="*/ 5 h 202"/>
              <a:gd name="T12" fmla="*/ 4 w 201"/>
              <a:gd name="T13" fmla="*/ 101 h 202"/>
              <a:gd name="T14" fmla="*/ 100 w 201"/>
              <a:gd name="T15" fmla="*/ 197 h 202"/>
              <a:gd name="T16" fmla="*/ 196 w 201"/>
              <a:gd name="T17" fmla="*/ 101 h 202"/>
              <a:gd name="T18" fmla="*/ 100 w 201"/>
              <a:gd name="T19" fmla="*/ 5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1" h="202">
                <a:moveTo>
                  <a:pt x="100" y="202"/>
                </a:moveTo>
                <a:cubicBezTo>
                  <a:pt x="45" y="202"/>
                  <a:pt x="0" y="156"/>
                  <a:pt x="0" y="101"/>
                </a:cubicBezTo>
                <a:cubicBezTo>
                  <a:pt x="0" y="46"/>
                  <a:pt x="45" y="0"/>
                  <a:pt x="100" y="0"/>
                </a:cubicBezTo>
                <a:cubicBezTo>
                  <a:pt x="156" y="0"/>
                  <a:pt x="201" y="46"/>
                  <a:pt x="201" y="101"/>
                </a:cubicBezTo>
                <a:cubicBezTo>
                  <a:pt x="201" y="156"/>
                  <a:pt x="156" y="202"/>
                  <a:pt x="100" y="202"/>
                </a:cubicBezTo>
                <a:close/>
                <a:moveTo>
                  <a:pt x="100" y="5"/>
                </a:moveTo>
                <a:cubicBezTo>
                  <a:pt x="47" y="5"/>
                  <a:pt x="4" y="48"/>
                  <a:pt x="4" y="101"/>
                </a:cubicBezTo>
                <a:cubicBezTo>
                  <a:pt x="4" y="154"/>
                  <a:pt x="47" y="197"/>
                  <a:pt x="100" y="197"/>
                </a:cubicBezTo>
                <a:cubicBezTo>
                  <a:pt x="153" y="197"/>
                  <a:pt x="196" y="154"/>
                  <a:pt x="196" y="101"/>
                </a:cubicBezTo>
                <a:cubicBezTo>
                  <a:pt x="196" y="48"/>
                  <a:pt x="153" y="5"/>
                  <a:pt x="100" y="5"/>
                </a:cubicBezTo>
                <a:close/>
              </a:path>
            </a:pathLst>
          </a:custGeom>
          <a:solidFill>
            <a:srgbClr val="219980"/>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336" name="Freeform 53"/>
          <p:cNvSpPr>
            <a:spLocks/>
          </p:cNvSpPr>
          <p:nvPr/>
        </p:nvSpPr>
        <p:spPr bwMode="auto">
          <a:xfrm>
            <a:off x="6105705" y="4205430"/>
            <a:ext cx="104797" cy="184367"/>
          </a:xfrm>
          <a:custGeom>
            <a:avLst/>
            <a:gdLst>
              <a:gd name="T0" fmla="*/ 18 w 23"/>
              <a:gd name="T1" fmla="*/ 0 h 40"/>
              <a:gd name="T2" fmla="*/ 5 w 23"/>
              <a:gd name="T3" fmla="*/ 0 h 40"/>
              <a:gd name="T4" fmla="*/ 0 w 23"/>
              <a:gd name="T5" fmla="*/ 4 h 40"/>
              <a:gd name="T6" fmla="*/ 0 w 23"/>
              <a:gd name="T7" fmla="*/ 36 h 40"/>
              <a:gd name="T8" fmla="*/ 5 w 23"/>
              <a:gd name="T9" fmla="*/ 40 h 40"/>
              <a:gd name="T10" fmla="*/ 18 w 23"/>
              <a:gd name="T11" fmla="*/ 40 h 40"/>
              <a:gd name="T12" fmla="*/ 23 w 23"/>
              <a:gd name="T13" fmla="*/ 36 h 40"/>
              <a:gd name="T14" fmla="*/ 23 w 23"/>
              <a:gd name="T15" fmla="*/ 4 h 40"/>
              <a:gd name="T16" fmla="*/ 18 w 23"/>
              <a:gd name="T1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40">
                <a:moveTo>
                  <a:pt x="18" y="0"/>
                </a:moveTo>
                <a:cubicBezTo>
                  <a:pt x="5" y="0"/>
                  <a:pt x="5" y="0"/>
                  <a:pt x="5" y="0"/>
                </a:cubicBezTo>
                <a:cubicBezTo>
                  <a:pt x="2" y="0"/>
                  <a:pt x="0" y="2"/>
                  <a:pt x="0" y="4"/>
                </a:cubicBezTo>
                <a:cubicBezTo>
                  <a:pt x="0" y="36"/>
                  <a:pt x="0" y="36"/>
                  <a:pt x="0" y="36"/>
                </a:cubicBezTo>
                <a:cubicBezTo>
                  <a:pt x="0" y="38"/>
                  <a:pt x="2" y="40"/>
                  <a:pt x="5" y="40"/>
                </a:cubicBezTo>
                <a:cubicBezTo>
                  <a:pt x="18" y="40"/>
                  <a:pt x="18" y="40"/>
                  <a:pt x="18" y="40"/>
                </a:cubicBezTo>
                <a:cubicBezTo>
                  <a:pt x="21" y="40"/>
                  <a:pt x="23" y="38"/>
                  <a:pt x="23" y="36"/>
                </a:cubicBezTo>
                <a:cubicBezTo>
                  <a:pt x="23" y="4"/>
                  <a:pt x="23" y="4"/>
                  <a:pt x="23" y="4"/>
                </a:cubicBezTo>
                <a:cubicBezTo>
                  <a:pt x="23" y="2"/>
                  <a:pt x="21" y="0"/>
                  <a:pt x="18" y="0"/>
                </a:cubicBezTo>
                <a:close/>
              </a:path>
            </a:pathLst>
          </a:custGeom>
          <a:solidFill>
            <a:srgbClr val="219980"/>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337" name="Freeform 54"/>
          <p:cNvSpPr>
            <a:spLocks/>
          </p:cNvSpPr>
          <p:nvPr/>
        </p:nvSpPr>
        <p:spPr bwMode="auto">
          <a:xfrm>
            <a:off x="6227968" y="4013301"/>
            <a:ext cx="100916" cy="376495"/>
          </a:xfrm>
          <a:custGeom>
            <a:avLst/>
            <a:gdLst>
              <a:gd name="T0" fmla="*/ 4 w 22"/>
              <a:gd name="T1" fmla="*/ 82 h 82"/>
              <a:gd name="T2" fmla="*/ 18 w 22"/>
              <a:gd name="T3" fmla="*/ 82 h 82"/>
              <a:gd name="T4" fmla="*/ 22 w 22"/>
              <a:gd name="T5" fmla="*/ 78 h 82"/>
              <a:gd name="T6" fmla="*/ 22 w 22"/>
              <a:gd name="T7" fmla="*/ 4 h 82"/>
              <a:gd name="T8" fmla="*/ 18 w 22"/>
              <a:gd name="T9" fmla="*/ 0 h 82"/>
              <a:gd name="T10" fmla="*/ 4 w 22"/>
              <a:gd name="T11" fmla="*/ 0 h 82"/>
              <a:gd name="T12" fmla="*/ 0 w 22"/>
              <a:gd name="T13" fmla="*/ 4 h 82"/>
              <a:gd name="T14" fmla="*/ 0 w 22"/>
              <a:gd name="T15" fmla="*/ 46 h 82"/>
              <a:gd name="T16" fmla="*/ 0 w 22"/>
              <a:gd name="T17" fmla="*/ 78 h 82"/>
              <a:gd name="T18" fmla="*/ 4 w 22"/>
              <a:gd name="T19" fmla="*/ 8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82">
                <a:moveTo>
                  <a:pt x="4" y="82"/>
                </a:moveTo>
                <a:cubicBezTo>
                  <a:pt x="18" y="82"/>
                  <a:pt x="18" y="82"/>
                  <a:pt x="18" y="82"/>
                </a:cubicBezTo>
                <a:cubicBezTo>
                  <a:pt x="20" y="82"/>
                  <a:pt x="22" y="80"/>
                  <a:pt x="22" y="78"/>
                </a:cubicBezTo>
                <a:cubicBezTo>
                  <a:pt x="22" y="4"/>
                  <a:pt x="22" y="4"/>
                  <a:pt x="22" y="4"/>
                </a:cubicBezTo>
                <a:cubicBezTo>
                  <a:pt x="22" y="2"/>
                  <a:pt x="20" y="0"/>
                  <a:pt x="18" y="0"/>
                </a:cubicBezTo>
                <a:cubicBezTo>
                  <a:pt x="4" y="0"/>
                  <a:pt x="4" y="0"/>
                  <a:pt x="4" y="0"/>
                </a:cubicBezTo>
                <a:cubicBezTo>
                  <a:pt x="2" y="0"/>
                  <a:pt x="0" y="2"/>
                  <a:pt x="0" y="4"/>
                </a:cubicBezTo>
                <a:cubicBezTo>
                  <a:pt x="0" y="46"/>
                  <a:pt x="0" y="46"/>
                  <a:pt x="0" y="46"/>
                </a:cubicBezTo>
                <a:cubicBezTo>
                  <a:pt x="0" y="78"/>
                  <a:pt x="0" y="78"/>
                  <a:pt x="0" y="78"/>
                </a:cubicBezTo>
                <a:cubicBezTo>
                  <a:pt x="0" y="80"/>
                  <a:pt x="2" y="82"/>
                  <a:pt x="4" y="82"/>
                </a:cubicBezTo>
                <a:close/>
              </a:path>
            </a:pathLst>
          </a:custGeom>
          <a:solidFill>
            <a:srgbClr val="219980"/>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338" name="Freeform 55"/>
          <p:cNvSpPr>
            <a:spLocks/>
          </p:cNvSpPr>
          <p:nvPr/>
        </p:nvSpPr>
        <p:spPr bwMode="auto">
          <a:xfrm>
            <a:off x="5985382" y="4118098"/>
            <a:ext cx="100916" cy="271697"/>
          </a:xfrm>
          <a:custGeom>
            <a:avLst/>
            <a:gdLst>
              <a:gd name="T0" fmla="*/ 17 w 22"/>
              <a:gd name="T1" fmla="*/ 0 h 59"/>
              <a:gd name="T2" fmla="*/ 4 w 22"/>
              <a:gd name="T3" fmla="*/ 0 h 59"/>
              <a:gd name="T4" fmla="*/ 0 w 22"/>
              <a:gd name="T5" fmla="*/ 5 h 59"/>
              <a:gd name="T6" fmla="*/ 0 w 22"/>
              <a:gd name="T7" fmla="*/ 42 h 59"/>
              <a:gd name="T8" fmla="*/ 0 w 22"/>
              <a:gd name="T9" fmla="*/ 55 h 59"/>
              <a:gd name="T10" fmla="*/ 4 w 22"/>
              <a:gd name="T11" fmla="*/ 59 h 59"/>
              <a:gd name="T12" fmla="*/ 17 w 22"/>
              <a:gd name="T13" fmla="*/ 59 h 59"/>
              <a:gd name="T14" fmla="*/ 22 w 22"/>
              <a:gd name="T15" fmla="*/ 55 h 59"/>
              <a:gd name="T16" fmla="*/ 22 w 22"/>
              <a:gd name="T17" fmla="*/ 23 h 59"/>
              <a:gd name="T18" fmla="*/ 22 w 22"/>
              <a:gd name="T19" fmla="*/ 5 h 59"/>
              <a:gd name="T20" fmla="*/ 17 w 22"/>
              <a:gd name="T21"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59">
                <a:moveTo>
                  <a:pt x="17" y="0"/>
                </a:moveTo>
                <a:cubicBezTo>
                  <a:pt x="4" y="0"/>
                  <a:pt x="4" y="0"/>
                  <a:pt x="4" y="0"/>
                </a:cubicBezTo>
                <a:cubicBezTo>
                  <a:pt x="2" y="0"/>
                  <a:pt x="0" y="2"/>
                  <a:pt x="0" y="5"/>
                </a:cubicBezTo>
                <a:cubicBezTo>
                  <a:pt x="0" y="42"/>
                  <a:pt x="0" y="42"/>
                  <a:pt x="0" y="42"/>
                </a:cubicBezTo>
                <a:cubicBezTo>
                  <a:pt x="0" y="55"/>
                  <a:pt x="0" y="55"/>
                  <a:pt x="0" y="55"/>
                </a:cubicBezTo>
                <a:cubicBezTo>
                  <a:pt x="0" y="57"/>
                  <a:pt x="2" y="59"/>
                  <a:pt x="4" y="59"/>
                </a:cubicBezTo>
                <a:cubicBezTo>
                  <a:pt x="17" y="59"/>
                  <a:pt x="17" y="59"/>
                  <a:pt x="17" y="59"/>
                </a:cubicBezTo>
                <a:cubicBezTo>
                  <a:pt x="20" y="59"/>
                  <a:pt x="22" y="57"/>
                  <a:pt x="22" y="55"/>
                </a:cubicBezTo>
                <a:cubicBezTo>
                  <a:pt x="22" y="23"/>
                  <a:pt x="22" y="23"/>
                  <a:pt x="22" y="23"/>
                </a:cubicBezTo>
                <a:cubicBezTo>
                  <a:pt x="22" y="5"/>
                  <a:pt x="22" y="5"/>
                  <a:pt x="22" y="5"/>
                </a:cubicBezTo>
                <a:cubicBezTo>
                  <a:pt x="22" y="2"/>
                  <a:pt x="20" y="0"/>
                  <a:pt x="17" y="0"/>
                </a:cubicBezTo>
                <a:close/>
              </a:path>
            </a:pathLst>
          </a:custGeom>
          <a:solidFill>
            <a:srgbClr val="219980"/>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339" name="Freeform 56"/>
          <p:cNvSpPr>
            <a:spLocks/>
          </p:cNvSpPr>
          <p:nvPr/>
        </p:nvSpPr>
        <p:spPr bwMode="auto">
          <a:xfrm>
            <a:off x="5861177" y="4292761"/>
            <a:ext cx="100916" cy="97035"/>
          </a:xfrm>
          <a:custGeom>
            <a:avLst/>
            <a:gdLst>
              <a:gd name="T0" fmla="*/ 18 w 22"/>
              <a:gd name="T1" fmla="*/ 0 h 21"/>
              <a:gd name="T2" fmla="*/ 5 w 22"/>
              <a:gd name="T3" fmla="*/ 0 h 21"/>
              <a:gd name="T4" fmla="*/ 0 w 22"/>
              <a:gd name="T5" fmla="*/ 4 h 21"/>
              <a:gd name="T6" fmla="*/ 0 w 22"/>
              <a:gd name="T7" fmla="*/ 17 h 21"/>
              <a:gd name="T8" fmla="*/ 5 w 22"/>
              <a:gd name="T9" fmla="*/ 21 h 21"/>
              <a:gd name="T10" fmla="*/ 18 w 22"/>
              <a:gd name="T11" fmla="*/ 21 h 21"/>
              <a:gd name="T12" fmla="*/ 22 w 22"/>
              <a:gd name="T13" fmla="*/ 17 h 21"/>
              <a:gd name="T14" fmla="*/ 22 w 22"/>
              <a:gd name="T15" fmla="*/ 4 h 21"/>
              <a:gd name="T16" fmla="*/ 18 w 22"/>
              <a:gd name="T1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21">
                <a:moveTo>
                  <a:pt x="18" y="0"/>
                </a:moveTo>
                <a:cubicBezTo>
                  <a:pt x="5" y="0"/>
                  <a:pt x="5" y="0"/>
                  <a:pt x="5" y="0"/>
                </a:cubicBezTo>
                <a:cubicBezTo>
                  <a:pt x="2" y="0"/>
                  <a:pt x="0" y="2"/>
                  <a:pt x="0" y="4"/>
                </a:cubicBezTo>
                <a:cubicBezTo>
                  <a:pt x="0" y="17"/>
                  <a:pt x="0" y="17"/>
                  <a:pt x="0" y="17"/>
                </a:cubicBezTo>
                <a:cubicBezTo>
                  <a:pt x="0" y="19"/>
                  <a:pt x="2" y="21"/>
                  <a:pt x="5" y="21"/>
                </a:cubicBezTo>
                <a:cubicBezTo>
                  <a:pt x="18" y="21"/>
                  <a:pt x="18" y="21"/>
                  <a:pt x="18" y="21"/>
                </a:cubicBezTo>
                <a:cubicBezTo>
                  <a:pt x="20" y="21"/>
                  <a:pt x="22" y="19"/>
                  <a:pt x="22" y="17"/>
                </a:cubicBezTo>
                <a:cubicBezTo>
                  <a:pt x="22" y="4"/>
                  <a:pt x="22" y="4"/>
                  <a:pt x="22" y="4"/>
                </a:cubicBezTo>
                <a:cubicBezTo>
                  <a:pt x="22" y="2"/>
                  <a:pt x="20" y="0"/>
                  <a:pt x="18" y="0"/>
                </a:cubicBezTo>
                <a:close/>
              </a:path>
            </a:pathLst>
          </a:custGeom>
          <a:solidFill>
            <a:srgbClr val="219980"/>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340" name="Freeform 57"/>
          <p:cNvSpPr>
            <a:spLocks noEditPoints="1"/>
          </p:cNvSpPr>
          <p:nvPr/>
        </p:nvSpPr>
        <p:spPr bwMode="auto">
          <a:xfrm>
            <a:off x="7790227" y="3737722"/>
            <a:ext cx="921830" cy="927652"/>
          </a:xfrm>
          <a:custGeom>
            <a:avLst/>
            <a:gdLst>
              <a:gd name="T0" fmla="*/ 101 w 201"/>
              <a:gd name="T1" fmla="*/ 202 h 202"/>
              <a:gd name="T2" fmla="*/ 0 w 201"/>
              <a:gd name="T3" fmla="*/ 101 h 202"/>
              <a:gd name="T4" fmla="*/ 101 w 201"/>
              <a:gd name="T5" fmla="*/ 0 h 202"/>
              <a:gd name="T6" fmla="*/ 201 w 201"/>
              <a:gd name="T7" fmla="*/ 101 h 202"/>
              <a:gd name="T8" fmla="*/ 101 w 201"/>
              <a:gd name="T9" fmla="*/ 202 h 202"/>
              <a:gd name="T10" fmla="*/ 101 w 201"/>
              <a:gd name="T11" fmla="*/ 5 h 202"/>
              <a:gd name="T12" fmla="*/ 5 w 201"/>
              <a:gd name="T13" fmla="*/ 101 h 202"/>
              <a:gd name="T14" fmla="*/ 101 w 201"/>
              <a:gd name="T15" fmla="*/ 197 h 202"/>
              <a:gd name="T16" fmla="*/ 197 w 201"/>
              <a:gd name="T17" fmla="*/ 101 h 202"/>
              <a:gd name="T18" fmla="*/ 101 w 201"/>
              <a:gd name="T19" fmla="*/ 5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1" h="202">
                <a:moveTo>
                  <a:pt x="101" y="202"/>
                </a:moveTo>
                <a:cubicBezTo>
                  <a:pt x="45" y="202"/>
                  <a:pt x="0" y="156"/>
                  <a:pt x="0" y="101"/>
                </a:cubicBezTo>
                <a:cubicBezTo>
                  <a:pt x="0" y="46"/>
                  <a:pt x="45" y="0"/>
                  <a:pt x="101" y="0"/>
                </a:cubicBezTo>
                <a:cubicBezTo>
                  <a:pt x="156" y="0"/>
                  <a:pt x="201" y="46"/>
                  <a:pt x="201" y="101"/>
                </a:cubicBezTo>
                <a:cubicBezTo>
                  <a:pt x="201" y="156"/>
                  <a:pt x="156" y="202"/>
                  <a:pt x="101" y="202"/>
                </a:cubicBezTo>
                <a:close/>
                <a:moveTo>
                  <a:pt x="101" y="5"/>
                </a:moveTo>
                <a:cubicBezTo>
                  <a:pt x="48" y="5"/>
                  <a:pt x="5" y="48"/>
                  <a:pt x="5" y="101"/>
                </a:cubicBezTo>
                <a:cubicBezTo>
                  <a:pt x="5" y="154"/>
                  <a:pt x="48" y="197"/>
                  <a:pt x="101" y="197"/>
                </a:cubicBezTo>
                <a:cubicBezTo>
                  <a:pt x="154" y="197"/>
                  <a:pt x="197" y="154"/>
                  <a:pt x="197" y="101"/>
                </a:cubicBezTo>
                <a:cubicBezTo>
                  <a:pt x="197" y="48"/>
                  <a:pt x="154" y="5"/>
                  <a:pt x="101" y="5"/>
                </a:cubicBezTo>
                <a:close/>
              </a:path>
            </a:pathLst>
          </a:custGeom>
          <a:solidFill>
            <a:srgbClr val="EB6B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3" name="组合 2"/>
          <p:cNvGrpSpPr/>
          <p:nvPr/>
        </p:nvGrpSpPr>
        <p:grpSpPr>
          <a:xfrm>
            <a:off x="8005644" y="3993894"/>
            <a:ext cx="490996" cy="415308"/>
            <a:chOff x="7319740" y="3993894"/>
            <a:chExt cx="490996" cy="415308"/>
          </a:xfrm>
        </p:grpSpPr>
        <p:sp>
          <p:nvSpPr>
            <p:cNvPr id="341" name="Freeform 58"/>
            <p:cNvSpPr>
              <a:spLocks noEditPoints="1"/>
            </p:cNvSpPr>
            <p:nvPr/>
          </p:nvSpPr>
          <p:spPr bwMode="auto">
            <a:xfrm>
              <a:off x="7360495" y="3993894"/>
              <a:ext cx="413369" cy="304690"/>
            </a:xfrm>
            <a:custGeom>
              <a:avLst/>
              <a:gdLst>
                <a:gd name="T0" fmla="*/ 5 w 90"/>
                <a:gd name="T1" fmla="*/ 66 h 66"/>
                <a:gd name="T2" fmla="*/ 84 w 90"/>
                <a:gd name="T3" fmla="*/ 66 h 66"/>
                <a:gd name="T4" fmla="*/ 90 w 90"/>
                <a:gd name="T5" fmla="*/ 60 h 66"/>
                <a:gd name="T6" fmla="*/ 90 w 90"/>
                <a:gd name="T7" fmla="*/ 6 h 66"/>
                <a:gd name="T8" fmla="*/ 84 w 90"/>
                <a:gd name="T9" fmla="*/ 0 h 66"/>
                <a:gd name="T10" fmla="*/ 5 w 90"/>
                <a:gd name="T11" fmla="*/ 0 h 66"/>
                <a:gd name="T12" fmla="*/ 0 w 90"/>
                <a:gd name="T13" fmla="*/ 6 h 66"/>
                <a:gd name="T14" fmla="*/ 0 w 90"/>
                <a:gd name="T15" fmla="*/ 60 h 66"/>
                <a:gd name="T16" fmla="*/ 5 w 90"/>
                <a:gd name="T17" fmla="*/ 66 h 66"/>
                <a:gd name="T18" fmla="*/ 6 w 90"/>
                <a:gd name="T19" fmla="*/ 10 h 66"/>
                <a:gd name="T20" fmla="*/ 10 w 90"/>
                <a:gd name="T21" fmla="*/ 6 h 66"/>
                <a:gd name="T22" fmla="*/ 80 w 90"/>
                <a:gd name="T23" fmla="*/ 6 h 66"/>
                <a:gd name="T24" fmla="*/ 83 w 90"/>
                <a:gd name="T25" fmla="*/ 10 h 66"/>
                <a:gd name="T26" fmla="*/ 83 w 90"/>
                <a:gd name="T27" fmla="*/ 56 h 66"/>
                <a:gd name="T28" fmla="*/ 80 w 90"/>
                <a:gd name="T29" fmla="*/ 59 h 66"/>
                <a:gd name="T30" fmla="*/ 10 w 90"/>
                <a:gd name="T31" fmla="*/ 59 h 66"/>
                <a:gd name="T32" fmla="*/ 6 w 90"/>
                <a:gd name="T33" fmla="*/ 56 h 66"/>
                <a:gd name="T34" fmla="*/ 6 w 90"/>
                <a:gd name="T35" fmla="*/ 1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0" h="66">
                  <a:moveTo>
                    <a:pt x="5" y="66"/>
                  </a:moveTo>
                  <a:cubicBezTo>
                    <a:pt x="84" y="66"/>
                    <a:pt x="84" y="66"/>
                    <a:pt x="84" y="66"/>
                  </a:cubicBezTo>
                  <a:cubicBezTo>
                    <a:pt x="87" y="66"/>
                    <a:pt x="90" y="63"/>
                    <a:pt x="90" y="60"/>
                  </a:cubicBezTo>
                  <a:cubicBezTo>
                    <a:pt x="90" y="6"/>
                    <a:pt x="90" y="6"/>
                    <a:pt x="90" y="6"/>
                  </a:cubicBezTo>
                  <a:cubicBezTo>
                    <a:pt x="90" y="2"/>
                    <a:pt x="87" y="0"/>
                    <a:pt x="84" y="0"/>
                  </a:cubicBezTo>
                  <a:cubicBezTo>
                    <a:pt x="5" y="0"/>
                    <a:pt x="5" y="0"/>
                    <a:pt x="5" y="0"/>
                  </a:cubicBezTo>
                  <a:cubicBezTo>
                    <a:pt x="2" y="0"/>
                    <a:pt x="0" y="2"/>
                    <a:pt x="0" y="6"/>
                  </a:cubicBezTo>
                  <a:cubicBezTo>
                    <a:pt x="0" y="60"/>
                    <a:pt x="0" y="60"/>
                    <a:pt x="0" y="60"/>
                  </a:cubicBezTo>
                  <a:cubicBezTo>
                    <a:pt x="0" y="63"/>
                    <a:pt x="2" y="66"/>
                    <a:pt x="5" y="66"/>
                  </a:cubicBezTo>
                  <a:close/>
                  <a:moveTo>
                    <a:pt x="6" y="10"/>
                  </a:moveTo>
                  <a:cubicBezTo>
                    <a:pt x="6" y="8"/>
                    <a:pt x="8" y="6"/>
                    <a:pt x="10" y="6"/>
                  </a:cubicBezTo>
                  <a:cubicBezTo>
                    <a:pt x="80" y="6"/>
                    <a:pt x="80" y="6"/>
                    <a:pt x="80" y="6"/>
                  </a:cubicBezTo>
                  <a:cubicBezTo>
                    <a:pt x="82" y="6"/>
                    <a:pt x="83" y="8"/>
                    <a:pt x="83" y="10"/>
                  </a:cubicBezTo>
                  <a:cubicBezTo>
                    <a:pt x="83" y="56"/>
                    <a:pt x="83" y="56"/>
                    <a:pt x="83" y="56"/>
                  </a:cubicBezTo>
                  <a:cubicBezTo>
                    <a:pt x="83" y="58"/>
                    <a:pt x="82" y="59"/>
                    <a:pt x="80" y="59"/>
                  </a:cubicBezTo>
                  <a:cubicBezTo>
                    <a:pt x="10" y="59"/>
                    <a:pt x="10" y="59"/>
                    <a:pt x="10" y="59"/>
                  </a:cubicBezTo>
                  <a:cubicBezTo>
                    <a:pt x="8" y="59"/>
                    <a:pt x="6" y="58"/>
                    <a:pt x="6" y="56"/>
                  </a:cubicBezTo>
                  <a:lnTo>
                    <a:pt x="6" y="10"/>
                  </a:lnTo>
                  <a:close/>
                </a:path>
              </a:pathLst>
            </a:custGeom>
            <a:solidFill>
              <a:srgbClr val="EB6B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 name="Freeform 59"/>
            <p:cNvSpPr>
              <a:spLocks/>
            </p:cNvSpPr>
            <p:nvPr/>
          </p:nvSpPr>
          <p:spPr bwMode="auto">
            <a:xfrm>
              <a:off x="7319740" y="4316049"/>
              <a:ext cx="490996" cy="93153"/>
            </a:xfrm>
            <a:custGeom>
              <a:avLst/>
              <a:gdLst>
                <a:gd name="T0" fmla="*/ 106 w 107"/>
                <a:gd name="T1" fmla="*/ 8 h 20"/>
                <a:gd name="T2" fmla="*/ 102 w 107"/>
                <a:gd name="T3" fmla="*/ 2 h 20"/>
                <a:gd name="T4" fmla="*/ 97 w 107"/>
                <a:gd name="T5" fmla="*/ 0 h 20"/>
                <a:gd name="T6" fmla="*/ 97 w 107"/>
                <a:gd name="T7" fmla="*/ 0 h 20"/>
                <a:gd name="T8" fmla="*/ 11 w 107"/>
                <a:gd name="T9" fmla="*/ 0 h 20"/>
                <a:gd name="T10" fmla="*/ 10 w 107"/>
                <a:gd name="T11" fmla="*/ 0 h 20"/>
                <a:gd name="T12" fmla="*/ 6 w 107"/>
                <a:gd name="T13" fmla="*/ 2 h 20"/>
                <a:gd name="T14" fmla="*/ 2 w 107"/>
                <a:gd name="T15" fmla="*/ 8 h 20"/>
                <a:gd name="T16" fmla="*/ 2 w 107"/>
                <a:gd name="T17" fmla="*/ 16 h 20"/>
                <a:gd name="T18" fmla="*/ 7 w 107"/>
                <a:gd name="T19" fmla="*/ 20 h 20"/>
                <a:gd name="T20" fmla="*/ 101 w 107"/>
                <a:gd name="T21" fmla="*/ 20 h 20"/>
                <a:gd name="T22" fmla="*/ 106 w 107"/>
                <a:gd name="T23" fmla="*/ 16 h 20"/>
                <a:gd name="T24" fmla="*/ 106 w 107"/>
                <a:gd name="T25" fmla="*/ 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20">
                  <a:moveTo>
                    <a:pt x="106" y="8"/>
                  </a:moveTo>
                  <a:cubicBezTo>
                    <a:pt x="102" y="2"/>
                    <a:pt x="102" y="2"/>
                    <a:pt x="102" y="2"/>
                  </a:cubicBezTo>
                  <a:cubicBezTo>
                    <a:pt x="101" y="1"/>
                    <a:pt x="99" y="0"/>
                    <a:pt x="97" y="0"/>
                  </a:cubicBezTo>
                  <a:cubicBezTo>
                    <a:pt x="97" y="0"/>
                    <a:pt x="97" y="0"/>
                    <a:pt x="97" y="0"/>
                  </a:cubicBezTo>
                  <a:cubicBezTo>
                    <a:pt x="11" y="0"/>
                    <a:pt x="11" y="0"/>
                    <a:pt x="11" y="0"/>
                  </a:cubicBezTo>
                  <a:cubicBezTo>
                    <a:pt x="10" y="0"/>
                    <a:pt x="10" y="0"/>
                    <a:pt x="10" y="0"/>
                  </a:cubicBezTo>
                  <a:cubicBezTo>
                    <a:pt x="9" y="0"/>
                    <a:pt x="7" y="1"/>
                    <a:pt x="6" y="2"/>
                  </a:cubicBezTo>
                  <a:cubicBezTo>
                    <a:pt x="2" y="8"/>
                    <a:pt x="2" y="8"/>
                    <a:pt x="2" y="8"/>
                  </a:cubicBezTo>
                  <a:cubicBezTo>
                    <a:pt x="1" y="10"/>
                    <a:pt x="0" y="13"/>
                    <a:pt x="2" y="16"/>
                  </a:cubicBezTo>
                  <a:cubicBezTo>
                    <a:pt x="3" y="18"/>
                    <a:pt x="5" y="20"/>
                    <a:pt x="7" y="20"/>
                  </a:cubicBezTo>
                  <a:cubicBezTo>
                    <a:pt x="101" y="20"/>
                    <a:pt x="101" y="20"/>
                    <a:pt x="101" y="20"/>
                  </a:cubicBezTo>
                  <a:cubicBezTo>
                    <a:pt x="103" y="20"/>
                    <a:pt x="105" y="18"/>
                    <a:pt x="106" y="16"/>
                  </a:cubicBezTo>
                  <a:cubicBezTo>
                    <a:pt x="107" y="13"/>
                    <a:pt x="107" y="10"/>
                    <a:pt x="106" y="8"/>
                  </a:cubicBezTo>
                  <a:close/>
                </a:path>
              </a:pathLst>
            </a:custGeom>
            <a:solidFill>
              <a:srgbClr val="EB6B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343" name="Freeform 60"/>
          <p:cNvSpPr>
            <a:spLocks noEditPoints="1"/>
          </p:cNvSpPr>
          <p:nvPr/>
        </p:nvSpPr>
        <p:spPr bwMode="auto">
          <a:xfrm>
            <a:off x="1321892" y="3737722"/>
            <a:ext cx="921830" cy="927652"/>
          </a:xfrm>
          <a:custGeom>
            <a:avLst/>
            <a:gdLst>
              <a:gd name="T0" fmla="*/ 101 w 201"/>
              <a:gd name="T1" fmla="*/ 202 h 202"/>
              <a:gd name="T2" fmla="*/ 0 w 201"/>
              <a:gd name="T3" fmla="*/ 101 h 202"/>
              <a:gd name="T4" fmla="*/ 101 w 201"/>
              <a:gd name="T5" fmla="*/ 0 h 202"/>
              <a:gd name="T6" fmla="*/ 201 w 201"/>
              <a:gd name="T7" fmla="*/ 101 h 202"/>
              <a:gd name="T8" fmla="*/ 101 w 201"/>
              <a:gd name="T9" fmla="*/ 202 h 202"/>
              <a:gd name="T10" fmla="*/ 101 w 201"/>
              <a:gd name="T11" fmla="*/ 5 h 202"/>
              <a:gd name="T12" fmla="*/ 5 w 201"/>
              <a:gd name="T13" fmla="*/ 101 h 202"/>
              <a:gd name="T14" fmla="*/ 101 w 201"/>
              <a:gd name="T15" fmla="*/ 197 h 202"/>
              <a:gd name="T16" fmla="*/ 196 w 201"/>
              <a:gd name="T17" fmla="*/ 101 h 202"/>
              <a:gd name="T18" fmla="*/ 101 w 201"/>
              <a:gd name="T19" fmla="*/ 5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1" h="202">
                <a:moveTo>
                  <a:pt x="101" y="202"/>
                </a:moveTo>
                <a:cubicBezTo>
                  <a:pt x="45" y="202"/>
                  <a:pt x="0" y="156"/>
                  <a:pt x="0" y="101"/>
                </a:cubicBezTo>
                <a:cubicBezTo>
                  <a:pt x="0" y="46"/>
                  <a:pt x="45" y="0"/>
                  <a:pt x="101" y="0"/>
                </a:cubicBezTo>
                <a:cubicBezTo>
                  <a:pt x="156" y="0"/>
                  <a:pt x="201" y="46"/>
                  <a:pt x="201" y="101"/>
                </a:cubicBezTo>
                <a:cubicBezTo>
                  <a:pt x="201" y="156"/>
                  <a:pt x="156" y="202"/>
                  <a:pt x="101" y="202"/>
                </a:cubicBezTo>
                <a:close/>
                <a:moveTo>
                  <a:pt x="101" y="5"/>
                </a:moveTo>
                <a:cubicBezTo>
                  <a:pt x="48" y="5"/>
                  <a:pt x="5" y="48"/>
                  <a:pt x="5" y="101"/>
                </a:cubicBezTo>
                <a:cubicBezTo>
                  <a:pt x="5" y="154"/>
                  <a:pt x="48" y="197"/>
                  <a:pt x="101" y="197"/>
                </a:cubicBezTo>
                <a:cubicBezTo>
                  <a:pt x="153" y="197"/>
                  <a:pt x="196" y="154"/>
                  <a:pt x="196" y="101"/>
                </a:cubicBezTo>
                <a:cubicBezTo>
                  <a:pt x="196" y="48"/>
                  <a:pt x="153" y="5"/>
                  <a:pt x="101" y="5"/>
                </a:cubicBezTo>
                <a:close/>
              </a:path>
            </a:pathLst>
          </a:custGeom>
          <a:solidFill>
            <a:srgbClr val="3A8FCB"/>
          </a:solidFill>
          <a:ln>
            <a:noFill/>
          </a:ln>
          <a:effectLst/>
        </p:spPr>
        <p:txBody>
          <a:bodyPr vert="horz" wrap="square" lIns="91440" tIns="45720" rIns="91440" bIns="45720" numCol="1" anchor="t" anchorCtr="0" compatLnSpc="1">
            <a:prstTxWarp prst="textNoShape">
              <a:avLst/>
            </a:prstTxWarp>
          </a:bodyPr>
          <a:lstStyle/>
          <a:p>
            <a:endParaRPr lang="zh-CN" altLang="en-US"/>
          </a:p>
        </p:txBody>
      </p:sp>
      <p:grpSp>
        <p:nvGrpSpPr>
          <p:cNvPr id="4" name="组合 3"/>
          <p:cNvGrpSpPr/>
          <p:nvPr/>
        </p:nvGrpSpPr>
        <p:grpSpPr>
          <a:xfrm>
            <a:off x="1506259" y="3962843"/>
            <a:ext cx="549216" cy="487114"/>
            <a:chOff x="820355" y="3962843"/>
            <a:chExt cx="549216" cy="487114"/>
          </a:xfrm>
        </p:grpSpPr>
        <p:sp>
          <p:nvSpPr>
            <p:cNvPr id="344" name="Freeform 61"/>
            <p:cNvSpPr>
              <a:spLocks noEditPoints="1"/>
            </p:cNvSpPr>
            <p:nvPr/>
          </p:nvSpPr>
          <p:spPr bwMode="auto">
            <a:xfrm>
              <a:off x="820355" y="4059877"/>
              <a:ext cx="393962" cy="390080"/>
            </a:xfrm>
            <a:custGeom>
              <a:avLst/>
              <a:gdLst>
                <a:gd name="T0" fmla="*/ 74 w 86"/>
                <a:gd name="T1" fmla="*/ 64 h 85"/>
                <a:gd name="T2" fmla="*/ 72 w 86"/>
                <a:gd name="T3" fmla="*/ 62 h 85"/>
                <a:gd name="T4" fmla="*/ 70 w 86"/>
                <a:gd name="T5" fmla="*/ 51 h 85"/>
                <a:gd name="T6" fmla="*/ 70 w 86"/>
                <a:gd name="T7" fmla="*/ 51 h 85"/>
                <a:gd name="T8" fmla="*/ 78 w 86"/>
                <a:gd name="T9" fmla="*/ 44 h 85"/>
                <a:gd name="T10" fmla="*/ 81 w 86"/>
                <a:gd name="T11" fmla="*/ 43 h 85"/>
                <a:gd name="T12" fmla="*/ 86 w 86"/>
                <a:gd name="T13" fmla="*/ 37 h 85"/>
                <a:gd name="T14" fmla="*/ 85 w 86"/>
                <a:gd name="T15" fmla="*/ 31 h 85"/>
                <a:gd name="T16" fmla="*/ 78 w 86"/>
                <a:gd name="T17" fmla="*/ 27 h 85"/>
                <a:gd name="T18" fmla="*/ 75 w 86"/>
                <a:gd name="T19" fmla="*/ 27 h 85"/>
                <a:gd name="T20" fmla="*/ 64 w 86"/>
                <a:gd name="T21" fmla="*/ 24 h 85"/>
                <a:gd name="T22" fmla="*/ 64 w 86"/>
                <a:gd name="T23" fmla="*/ 24 h 85"/>
                <a:gd name="T24" fmla="*/ 62 w 86"/>
                <a:gd name="T25" fmla="*/ 13 h 85"/>
                <a:gd name="T26" fmla="*/ 63 w 86"/>
                <a:gd name="T27" fmla="*/ 10 h 85"/>
                <a:gd name="T28" fmla="*/ 60 w 86"/>
                <a:gd name="T29" fmla="*/ 3 h 85"/>
                <a:gd name="T30" fmla="*/ 57 w 86"/>
                <a:gd name="T31" fmla="*/ 2 h 85"/>
                <a:gd name="T32" fmla="*/ 54 w 86"/>
                <a:gd name="T33" fmla="*/ 1 h 85"/>
                <a:gd name="T34" fmla="*/ 47 w 86"/>
                <a:gd name="T35" fmla="*/ 5 h 85"/>
                <a:gd name="T36" fmla="*/ 46 w 86"/>
                <a:gd name="T37" fmla="*/ 7 h 85"/>
                <a:gd name="T38" fmla="*/ 38 w 86"/>
                <a:gd name="T39" fmla="*/ 15 h 85"/>
                <a:gd name="T40" fmla="*/ 38 w 86"/>
                <a:gd name="T41" fmla="*/ 15 h 85"/>
                <a:gd name="T42" fmla="*/ 27 w 86"/>
                <a:gd name="T43" fmla="*/ 11 h 85"/>
                <a:gd name="T44" fmla="*/ 25 w 86"/>
                <a:gd name="T45" fmla="*/ 9 h 85"/>
                <a:gd name="T46" fmla="*/ 17 w 86"/>
                <a:gd name="T47" fmla="*/ 8 h 85"/>
                <a:gd name="T48" fmla="*/ 13 w 86"/>
                <a:gd name="T49" fmla="*/ 12 h 85"/>
                <a:gd name="T50" fmla="*/ 13 w 86"/>
                <a:gd name="T51" fmla="*/ 20 h 85"/>
                <a:gd name="T52" fmla="*/ 14 w 86"/>
                <a:gd name="T53" fmla="*/ 22 h 85"/>
                <a:gd name="T54" fmla="*/ 17 w 86"/>
                <a:gd name="T55" fmla="*/ 33 h 85"/>
                <a:gd name="T56" fmla="*/ 8 w 86"/>
                <a:gd name="T57" fmla="*/ 41 h 85"/>
                <a:gd name="T58" fmla="*/ 6 w 86"/>
                <a:gd name="T59" fmla="*/ 41 h 85"/>
                <a:gd name="T60" fmla="*/ 1 w 86"/>
                <a:gd name="T61" fmla="*/ 48 h 85"/>
                <a:gd name="T62" fmla="*/ 2 w 86"/>
                <a:gd name="T63" fmla="*/ 54 h 85"/>
                <a:gd name="T64" fmla="*/ 9 w 86"/>
                <a:gd name="T65" fmla="*/ 58 h 85"/>
                <a:gd name="T66" fmla="*/ 12 w 86"/>
                <a:gd name="T67" fmla="*/ 57 h 85"/>
                <a:gd name="T68" fmla="*/ 22 w 86"/>
                <a:gd name="T69" fmla="*/ 61 h 85"/>
                <a:gd name="T70" fmla="*/ 22 w 86"/>
                <a:gd name="T71" fmla="*/ 61 h 85"/>
                <a:gd name="T72" fmla="*/ 24 w 86"/>
                <a:gd name="T73" fmla="*/ 72 h 85"/>
                <a:gd name="T74" fmla="*/ 24 w 86"/>
                <a:gd name="T75" fmla="*/ 74 h 85"/>
                <a:gd name="T76" fmla="*/ 27 w 86"/>
                <a:gd name="T77" fmla="*/ 82 h 85"/>
                <a:gd name="T78" fmla="*/ 30 w 86"/>
                <a:gd name="T79" fmla="*/ 83 h 85"/>
                <a:gd name="T80" fmla="*/ 32 w 86"/>
                <a:gd name="T81" fmla="*/ 84 h 85"/>
                <a:gd name="T82" fmla="*/ 40 w 86"/>
                <a:gd name="T83" fmla="*/ 80 h 85"/>
                <a:gd name="T84" fmla="*/ 41 w 86"/>
                <a:gd name="T85" fmla="*/ 77 h 85"/>
                <a:gd name="T86" fmla="*/ 49 w 86"/>
                <a:gd name="T87" fmla="*/ 70 h 85"/>
                <a:gd name="T88" fmla="*/ 49 w 86"/>
                <a:gd name="T89" fmla="*/ 70 h 85"/>
                <a:gd name="T90" fmla="*/ 59 w 86"/>
                <a:gd name="T91" fmla="*/ 73 h 85"/>
                <a:gd name="T92" fmla="*/ 61 w 86"/>
                <a:gd name="T93" fmla="*/ 75 h 85"/>
                <a:gd name="T94" fmla="*/ 69 w 86"/>
                <a:gd name="T95" fmla="*/ 76 h 85"/>
                <a:gd name="T96" fmla="*/ 74 w 86"/>
                <a:gd name="T97" fmla="*/ 72 h 85"/>
                <a:gd name="T98" fmla="*/ 74 w 86"/>
                <a:gd name="T99" fmla="*/ 64 h 85"/>
                <a:gd name="T100" fmla="*/ 39 w 86"/>
                <a:gd name="T101" fmla="*/ 56 h 85"/>
                <a:gd name="T102" fmla="*/ 30 w 86"/>
                <a:gd name="T103" fmla="*/ 38 h 85"/>
                <a:gd name="T104" fmla="*/ 48 w 86"/>
                <a:gd name="T105" fmla="*/ 29 h 85"/>
                <a:gd name="T106" fmla="*/ 57 w 86"/>
                <a:gd name="T107" fmla="*/ 47 h 85"/>
                <a:gd name="T108" fmla="*/ 39 w 86"/>
                <a:gd name="T109" fmla="*/ 56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6" h="85">
                  <a:moveTo>
                    <a:pt x="74" y="64"/>
                  </a:moveTo>
                  <a:cubicBezTo>
                    <a:pt x="72" y="62"/>
                    <a:pt x="72" y="62"/>
                    <a:pt x="72" y="62"/>
                  </a:cubicBezTo>
                  <a:cubicBezTo>
                    <a:pt x="70" y="59"/>
                    <a:pt x="69" y="55"/>
                    <a:pt x="70" y="51"/>
                  </a:cubicBezTo>
                  <a:cubicBezTo>
                    <a:pt x="70" y="51"/>
                    <a:pt x="70" y="51"/>
                    <a:pt x="70" y="51"/>
                  </a:cubicBezTo>
                  <a:cubicBezTo>
                    <a:pt x="71" y="48"/>
                    <a:pt x="74" y="45"/>
                    <a:pt x="78" y="44"/>
                  </a:cubicBezTo>
                  <a:cubicBezTo>
                    <a:pt x="81" y="43"/>
                    <a:pt x="81" y="43"/>
                    <a:pt x="81" y="43"/>
                  </a:cubicBezTo>
                  <a:cubicBezTo>
                    <a:pt x="84" y="43"/>
                    <a:pt x="86" y="40"/>
                    <a:pt x="86" y="37"/>
                  </a:cubicBezTo>
                  <a:cubicBezTo>
                    <a:pt x="86" y="35"/>
                    <a:pt x="85" y="33"/>
                    <a:pt x="85" y="31"/>
                  </a:cubicBezTo>
                  <a:cubicBezTo>
                    <a:pt x="84" y="28"/>
                    <a:pt x="81" y="26"/>
                    <a:pt x="78" y="27"/>
                  </a:cubicBezTo>
                  <a:cubicBezTo>
                    <a:pt x="75" y="27"/>
                    <a:pt x="75" y="27"/>
                    <a:pt x="75" y="27"/>
                  </a:cubicBezTo>
                  <a:cubicBezTo>
                    <a:pt x="71" y="28"/>
                    <a:pt x="67" y="27"/>
                    <a:pt x="64" y="24"/>
                  </a:cubicBezTo>
                  <a:cubicBezTo>
                    <a:pt x="64" y="24"/>
                    <a:pt x="64" y="24"/>
                    <a:pt x="64" y="24"/>
                  </a:cubicBezTo>
                  <a:cubicBezTo>
                    <a:pt x="62" y="21"/>
                    <a:pt x="61" y="17"/>
                    <a:pt x="62" y="13"/>
                  </a:cubicBezTo>
                  <a:cubicBezTo>
                    <a:pt x="63" y="10"/>
                    <a:pt x="63" y="10"/>
                    <a:pt x="63" y="10"/>
                  </a:cubicBezTo>
                  <a:cubicBezTo>
                    <a:pt x="64" y="7"/>
                    <a:pt x="63" y="4"/>
                    <a:pt x="60" y="3"/>
                  </a:cubicBezTo>
                  <a:cubicBezTo>
                    <a:pt x="59" y="2"/>
                    <a:pt x="58" y="2"/>
                    <a:pt x="57" y="2"/>
                  </a:cubicBezTo>
                  <a:cubicBezTo>
                    <a:pt x="56" y="1"/>
                    <a:pt x="55" y="1"/>
                    <a:pt x="54" y="1"/>
                  </a:cubicBezTo>
                  <a:cubicBezTo>
                    <a:pt x="51" y="0"/>
                    <a:pt x="48" y="2"/>
                    <a:pt x="47" y="5"/>
                  </a:cubicBezTo>
                  <a:cubicBezTo>
                    <a:pt x="46" y="7"/>
                    <a:pt x="46" y="7"/>
                    <a:pt x="46" y="7"/>
                  </a:cubicBezTo>
                  <a:cubicBezTo>
                    <a:pt x="45" y="11"/>
                    <a:pt x="42" y="14"/>
                    <a:pt x="38" y="15"/>
                  </a:cubicBezTo>
                  <a:cubicBezTo>
                    <a:pt x="38" y="15"/>
                    <a:pt x="38" y="15"/>
                    <a:pt x="38" y="15"/>
                  </a:cubicBezTo>
                  <a:cubicBezTo>
                    <a:pt x="34" y="16"/>
                    <a:pt x="30" y="14"/>
                    <a:pt x="27" y="11"/>
                  </a:cubicBezTo>
                  <a:cubicBezTo>
                    <a:pt x="25" y="9"/>
                    <a:pt x="25" y="9"/>
                    <a:pt x="25" y="9"/>
                  </a:cubicBezTo>
                  <a:cubicBezTo>
                    <a:pt x="23" y="7"/>
                    <a:pt x="20" y="6"/>
                    <a:pt x="17" y="8"/>
                  </a:cubicBezTo>
                  <a:cubicBezTo>
                    <a:pt x="16" y="10"/>
                    <a:pt x="14" y="11"/>
                    <a:pt x="13" y="12"/>
                  </a:cubicBezTo>
                  <a:cubicBezTo>
                    <a:pt x="11" y="14"/>
                    <a:pt x="11" y="18"/>
                    <a:pt x="13" y="20"/>
                  </a:cubicBezTo>
                  <a:cubicBezTo>
                    <a:pt x="14" y="22"/>
                    <a:pt x="14" y="22"/>
                    <a:pt x="14" y="22"/>
                  </a:cubicBezTo>
                  <a:cubicBezTo>
                    <a:pt x="17" y="25"/>
                    <a:pt x="18" y="30"/>
                    <a:pt x="17" y="33"/>
                  </a:cubicBezTo>
                  <a:cubicBezTo>
                    <a:pt x="15" y="37"/>
                    <a:pt x="12" y="40"/>
                    <a:pt x="8" y="41"/>
                  </a:cubicBezTo>
                  <a:cubicBezTo>
                    <a:pt x="6" y="41"/>
                    <a:pt x="6" y="41"/>
                    <a:pt x="6" y="41"/>
                  </a:cubicBezTo>
                  <a:cubicBezTo>
                    <a:pt x="3" y="42"/>
                    <a:pt x="0" y="45"/>
                    <a:pt x="1" y="48"/>
                  </a:cubicBezTo>
                  <a:cubicBezTo>
                    <a:pt x="1" y="50"/>
                    <a:pt x="1" y="52"/>
                    <a:pt x="2" y="54"/>
                  </a:cubicBezTo>
                  <a:cubicBezTo>
                    <a:pt x="3" y="57"/>
                    <a:pt x="6" y="59"/>
                    <a:pt x="9" y="58"/>
                  </a:cubicBezTo>
                  <a:cubicBezTo>
                    <a:pt x="12" y="57"/>
                    <a:pt x="12" y="57"/>
                    <a:pt x="12" y="57"/>
                  </a:cubicBezTo>
                  <a:cubicBezTo>
                    <a:pt x="16" y="57"/>
                    <a:pt x="20" y="58"/>
                    <a:pt x="22" y="61"/>
                  </a:cubicBezTo>
                  <a:cubicBezTo>
                    <a:pt x="22" y="61"/>
                    <a:pt x="22" y="61"/>
                    <a:pt x="22" y="61"/>
                  </a:cubicBezTo>
                  <a:cubicBezTo>
                    <a:pt x="25" y="64"/>
                    <a:pt x="26" y="68"/>
                    <a:pt x="24" y="72"/>
                  </a:cubicBezTo>
                  <a:cubicBezTo>
                    <a:pt x="24" y="74"/>
                    <a:pt x="24" y="74"/>
                    <a:pt x="24" y="74"/>
                  </a:cubicBezTo>
                  <a:cubicBezTo>
                    <a:pt x="23" y="77"/>
                    <a:pt x="24" y="81"/>
                    <a:pt x="27" y="82"/>
                  </a:cubicBezTo>
                  <a:cubicBezTo>
                    <a:pt x="28" y="82"/>
                    <a:pt x="29" y="83"/>
                    <a:pt x="30" y="83"/>
                  </a:cubicBezTo>
                  <a:cubicBezTo>
                    <a:pt x="31" y="83"/>
                    <a:pt x="31" y="83"/>
                    <a:pt x="32" y="84"/>
                  </a:cubicBezTo>
                  <a:cubicBezTo>
                    <a:pt x="35" y="85"/>
                    <a:pt x="39" y="83"/>
                    <a:pt x="40" y="80"/>
                  </a:cubicBezTo>
                  <a:cubicBezTo>
                    <a:pt x="41" y="77"/>
                    <a:pt x="41" y="77"/>
                    <a:pt x="41" y="77"/>
                  </a:cubicBezTo>
                  <a:cubicBezTo>
                    <a:pt x="42" y="73"/>
                    <a:pt x="45" y="71"/>
                    <a:pt x="49" y="70"/>
                  </a:cubicBezTo>
                  <a:cubicBezTo>
                    <a:pt x="49" y="70"/>
                    <a:pt x="49" y="70"/>
                    <a:pt x="49" y="70"/>
                  </a:cubicBezTo>
                  <a:cubicBezTo>
                    <a:pt x="53" y="69"/>
                    <a:pt x="57" y="70"/>
                    <a:pt x="59" y="73"/>
                  </a:cubicBezTo>
                  <a:cubicBezTo>
                    <a:pt x="61" y="75"/>
                    <a:pt x="61" y="75"/>
                    <a:pt x="61" y="75"/>
                  </a:cubicBezTo>
                  <a:cubicBezTo>
                    <a:pt x="63" y="78"/>
                    <a:pt x="67" y="78"/>
                    <a:pt x="69" y="76"/>
                  </a:cubicBezTo>
                  <a:cubicBezTo>
                    <a:pt x="71" y="75"/>
                    <a:pt x="72" y="74"/>
                    <a:pt x="74" y="72"/>
                  </a:cubicBezTo>
                  <a:cubicBezTo>
                    <a:pt x="76" y="70"/>
                    <a:pt x="76" y="67"/>
                    <a:pt x="74" y="64"/>
                  </a:cubicBezTo>
                  <a:close/>
                  <a:moveTo>
                    <a:pt x="39" y="56"/>
                  </a:moveTo>
                  <a:cubicBezTo>
                    <a:pt x="31" y="53"/>
                    <a:pt x="27" y="45"/>
                    <a:pt x="30" y="38"/>
                  </a:cubicBezTo>
                  <a:cubicBezTo>
                    <a:pt x="32" y="30"/>
                    <a:pt x="40" y="26"/>
                    <a:pt x="48" y="29"/>
                  </a:cubicBezTo>
                  <a:cubicBezTo>
                    <a:pt x="55" y="31"/>
                    <a:pt x="60" y="39"/>
                    <a:pt x="57" y="47"/>
                  </a:cubicBezTo>
                  <a:cubicBezTo>
                    <a:pt x="54" y="54"/>
                    <a:pt x="46" y="59"/>
                    <a:pt x="39" y="56"/>
                  </a:cubicBezTo>
                  <a:close/>
                </a:path>
              </a:pathLst>
            </a:custGeom>
            <a:solidFill>
              <a:srgbClr val="3A8FCB"/>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345" name="Freeform 62"/>
            <p:cNvSpPr>
              <a:spLocks noEditPoints="1"/>
            </p:cNvSpPr>
            <p:nvPr/>
          </p:nvSpPr>
          <p:spPr bwMode="auto">
            <a:xfrm>
              <a:off x="1140569" y="3962843"/>
              <a:ext cx="229002" cy="242587"/>
            </a:xfrm>
            <a:custGeom>
              <a:avLst/>
              <a:gdLst>
                <a:gd name="T0" fmla="*/ 47 w 50"/>
                <a:gd name="T1" fmla="*/ 34 h 53"/>
                <a:gd name="T2" fmla="*/ 46 w 50"/>
                <a:gd name="T3" fmla="*/ 34 h 53"/>
                <a:gd name="T4" fmla="*/ 42 w 50"/>
                <a:gd name="T5" fmla="*/ 28 h 53"/>
                <a:gd name="T6" fmla="*/ 42 w 50"/>
                <a:gd name="T7" fmla="*/ 27 h 53"/>
                <a:gd name="T8" fmla="*/ 46 w 50"/>
                <a:gd name="T9" fmla="*/ 22 h 53"/>
                <a:gd name="T10" fmla="*/ 47 w 50"/>
                <a:gd name="T11" fmla="*/ 21 h 53"/>
                <a:gd name="T12" fmla="*/ 49 w 50"/>
                <a:gd name="T13" fmla="*/ 16 h 53"/>
                <a:gd name="T14" fmla="*/ 47 w 50"/>
                <a:gd name="T15" fmla="*/ 13 h 53"/>
                <a:gd name="T16" fmla="*/ 43 w 50"/>
                <a:gd name="T17" fmla="*/ 12 h 53"/>
                <a:gd name="T18" fmla="*/ 41 w 50"/>
                <a:gd name="T19" fmla="*/ 12 h 53"/>
                <a:gd name="T20" fmla="*/ 34 w 50"/>
                <a:gd name="T21" fmla="*/ 12 h 53"/>
                <a:gd name="T22" fmla="*/ 34 w 50"/>
                <a:gd name="T23" fmla="*/ 12 h 53"/>
                <a:gd name="T24" fmla="*/ 31 w 50"/>
                <a:gd name="T25" fmla="*/ 6 h 53"/>
                <a:gd name="T26" fmla="*/ 31 w 50"/>
                <a:gd name="T27" fmla="*/ 4 h 53"/>
                <a:gd name="T28" fmla="*/ 28 w 50"/>
                <a:gd name="T29" fmla="*/ 1 h 53"/>
                <a:gd name="T30" fmla="*/ 26 w 50"/>
                <a:gd name="T31" fmla="*/ 0 h 53"/>
                <a:gd name="T32" fmla="*/ 24 w 50"/>
                <a:gd name="T33" fmla="*/ 0 h 53"/>
                <a:gd name="T34" fmla="*/ 21 w 50"/>
                <a:gd name="T35" fmla="*/ 4 h 53"/>
                <a:gd name="T36" fmla="*/ 20 w 50"/>
                <a:gd name="T37" fmla="*/ 6 h 53"/>
                <a:gd name="T38" fmla="*/ 17 w 50"/>
                <a:gd name="T39" fmla="*/ 11 h 53"/>
                <a:gd name="T40" fmla="*/ 17 w 50"/>
                <a:gd name="T41" fmla="*/ 11 h 53"/>
                <a:gd name="T42" fmla="*/ 10 w 50"/>
                <a:gd name="T43" fmla="*/ 11 h 53"/>
                <a:gd name="T44" fmla="*/ 8 w 50"/>
                <a:gd name="T45" fmla="*/ 10 h 53"/>
                <a:gd name="T46" fmla="*/ 3 w 50"/>
                <a:gd name="T47" fmla="*/ 11 h 53"/>
                <a:gd name="T48" fmla="*/ 2 w 50"/>
                <a:gd name="T49" fmla="*/ 14 h 53"/>
                <a:gd name="T50" fmla="*/ 3 w 50"/>
                <a:gd name="T51" fmla="*/ 19 h 53"/>
                <a:gd name="T52" fmla="*/ 4 w 50"/>
                <a:gd name="T53" fmla="*/ 20 h 53"/>
                <a:gd name="T54" fmla="*/ 8 w 50"/>
                <a:gd name="T55" fmla="*/ 26 h 53"/>
                <a:gd name="T56" fmla="*/ 4 w 50"/>
                <a:gd name="T57" fmla="*/ 32 h 53"/>
                <a:gd name="T58" fmla="*/ 2 w 50"/>
                <a:gd name="T59" fmla="*/ 33 h 53"/>
                <a:gd name="T60" fmla="*/ 1 w 50"/>
                <a:gd name="T61" fmla="*/ 38 h 53"/>
                <a:gd name="T62" fmla="*/ 2 w 50"/>
                <a:gd name="T63" fmla="*/ 41 h 53"/>
                <a:gd name="T64" fmla="*/ 7 w 50"/>
                <a:gd name="T65" fmla="*/ 42 h 53"/>
                <a:gd name="T66" fmla="*/ 9 w 50"/>
                <a:gd name="T67" fmla="*/ 41 h 53"/>
                <a:gd name="T68" fmla="*/ 16 w 50"/>
                <a:gd name="T69" fmla="*/ 42 h 53"/>
                <a:gd name="T70" fmla="*/ 16 w 50"/>
                <a:gd name="T71" fmla="*/ 42 h 53"/>
                <a:gd name="T72" fmla="*/ 19 w 50"/>
                <a:gd name="T73" fmla="*/ 48 h 53"/>
                <a:gd name="T74" fmla="*/ 19 w 50"/>
                <a:gd name="T75" fmla="*/ 49 h 53"/>
                <a:gd name="T76" fmla="*/ 22 w 50"/>
                <a:gd name="T77" fmla="*/ 53 h 53"/>
                <a:gd name="T78" fmla="*/ 24 w 50"/>
                <a:gd name="T79" fmla="*/ 53 h 53"/>
                <a:gd name="T80" fmla="*/ 26 w 50"/>
                <a:gd name="T81" fmla="*/ 53 h 53"/>
                <a:gd name="T82" fmla="*/ 29 w 50"/>
                <a:gd name="T83" fmla="*/ 50 h 53"/>
                <a:gd name="T84" fmla="*/ 29 w 50"/>
                <a:gd name="T85" fmla="*/ 48 h 53"/>
                <a:gd name="T86" fmla="*/ 33 w 50"/>
                <a:gd name="T87" fmla="*/ 42 h 53"/>
                <a:gd name="T88" fmla="*/ 33 w 50"/>
                <a:gd name="T89" fmla="*/ 42 h 53"/>
                <a:gd name="T90" fmla="*/ 40 w 50"/>
                <a:gd name="T91" fmla="*/ 42 h 53"/>
                <a:gd name="T92" fmla="*/ 41 w 50"/>
                <a:gd name="T93" fmla="*/ 43 h 53"/>
                <a:gd name="T94" fmla="*/ 46 w 50"/>
                <a:gd name="T95" fmla="*/ 42 h 53"/>
                <a:gd name="T96" fmla="*/ 48 w 50"/>
                <a:gd name="T97" fmla="*/ 39 h 53"/>
                <a:gd name="T98" fmla="*/ 47 w 50"/>
                <a:gd name="T99" fmla="*/ 34 h 53"/>
                <a:gd name="T100" fmla="*/ 25 w 50"/>
                <a:gd name="T101" fmla="*/ 34 h 53"/>
                <a:gd name="T102" fmla="*/ 17 w 50"/>
                <a:gd name="T103" fmla="*/ 27 h 53"/>
                <a:gd name="T104" fmla="*/ 25 w 50"/>
                <a:gd name="T105" fmla="*/ 19 h 53"/>
                <a:gd name="T106" fmla="*/ 32 w 50"/>
                <a:gd name="T107" fmla="*/ 27 h 53"/>
                <a:gd name="T108" fmla="*/ 25 w 50"/>
                <a:gd name="T109" fmla="*/ 34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0" h="53">
                  <a:moveTo>
                    <a:pt x="47" y="34"/>
                  </a:moveTo>
                  <a:cubicBezTo>
                    <a:pt x="46" y="34"/>
                    <a:pt x="46" y="34"/>
                    <a:pt x="46" y="34"/>
                  </a:cubicBezTo>
                  <a:cubicBezTo>
                    <a:pt x="43" y="32"/>
                    <a:pt x="42" y="30"/>
                    <a:pt x="42" y="28"/>
                  </a:cubicBezTo>
                  <a:cubicBezTo>
                    <a:pt x="42" y="27"/>
                    <a:pt x="42" y="27"/>
                    <a:pt x="42" y="27"/>
                  </a:cubicBezTo>
                  <a:cubicBezTo>
                    <a:pt x="42" y="25"/>
                    <a:pt x="44" y="23"/>
                    <a:pt x="46" y="22"/>
                  </a:cubicBezTo>
                  <a:cubicBezTo>
                    <a:pt x="47" y="21"/>
                    <a:pt x="47" y="21"/>
                    <a:pt x="47" y="21"/>
                  </a:cubicBezTo>
                  <a:cubicBezTo>
                    <a:pt x="49" y="20"/>
                    <a:pt x="50" y="18"/>
                    <a:pt x="49" y="16"/>
                  </a:cubicBezTo>
                  <a:cubicBezTo>
                    <a:pt x="49" y="15"/>
                    <a:pt x="48" y="14"/>
                    <a:pt x="47" y="13"/>
                  </a:cubicBezTo>
                  <a:cubicBezTo>
                    <a:pt x="46" y="11"/>
                    <a:pt x="44" y="11"/>
                    <a:pt x="43" y="12"/>
                  </a:cubicBezTo>
                  <a:cubicBezTo>
                    <a:pt x="41" y="12"/>
                    <a:pt x="41" y="12"/>
                    <a:pt x="41" y="12"/>
                  </a:cubicBezTo>
                  <a:cubicBezTo>
                    <a:pt x="39" y="14"/>
                    <a:pt x="36" y="13"/>
                    <a:pt x="34" y="12"/>
                  </a:cubicBezTo>
                  <a:cubicBezTo>
                    <a:pt x="34" y="12"/>
                    <a:pt x="34" y="12"/>
                    <a:pt x="34" y="12"/>
                  </a:cubicBezTo>
                  <a:cubicBezTo>
                    <a:pt x="32" y="11"/>
                    <a:pt x="31" y="8"/>
                    <a:pt x="31" y="6"/>
                  </a:cubicBezTo>
                  <a:cubicBezTo>
                    <a:pt x="31" y="4"/>
                    <a:pt x="31" y="4"/>
                    <a:pt x="31" y="4"/>
                  </a:cubicBezTo>
                  <a:cubicBezTo>
                    <a:pt x="31" y="2"/>
                    <a:pt x="30" y="1"/>
                    <a:pt x="28" y="1"/>
                  </a:cubicBezTo>
                  <a:cubicBezTo>
                    <a:pt x="27" y="0"/>
                    <a:pt x="26" y="0"/>
                    <a:pt x="26" y="0"/>
                  </a:cubicBezTo>
                  <a:cubicBezTo>
                    <a:pt x="25" y="0"/>
                    <a:pt x="25" y="0"/>
                    <a:pt x="24" y="0"/>
                  </a:cubicBezTo>
                  <a:cubicBezTo>
                    <a:pt x="22" y="0"/>
                    <a:pt x="21" y="2"/>
                    <a:pt x="21" y="4"/>
                  </a:cubicBezTo>
                  <a:cubicBezTo>
                    <a:pt x="20" y="6"/>
                    <a:pt x="20" y="6"/>
                    <a:pt x="20" y="6"/>
                  </a:cubicBezTo>
                  <a:cubicBezTo>
                    <a:pt x="20" y="8"/>
                    <a:pt x="19" y="10"/>
                    <a:pt x="17" y="11"/>
                  </a:cubicBezTo>
                  <a:cubicBezTo>
                    <a:pt x="17" y="11"/>
                    <a:pt x="17" y="11"/>
                    <a:pt x="17" y="11"/>
                  </a:cubicBezTo>
                  <a:cubicBezTo>
                    <a:pt x="15" y="13"/>
                    <a:pt x="12" y="13"/>
                    <a:pt x="10" y="11"/>
                  </a:cubicBezTo>
                  <a:cubicBezTo>
                    <a:pt x="8" y="10"/>
                    <a:pt x="8" y="10"/>
                    <a:pt x="8" y="10"/>
                  </a:cubicBezTo>
                  <a:cubicBezTo>
                    <a:pt x="7" y="9"/>
                    <a:pt x="5" y="10"/>
                    <a:pt x="3" y="11"/>
                  </a:cubicBezTo>
                  <a:cubicBezTo>
                    <a:pt x="3" y="12"/>
                    <a:pt x="2" y="13"/>
                    <a:pt x="2" y="14"/>
                  </a:cubicBezTo>
                  <a:cubicBezTo>
                    <a:pt x="1" y="16"/>
                    <a:pt x="1" y="18"/>
                    <a:pt x="3" y="19"/>
                  </a:cubicBezTo>
                  <a:cubicBezTo>
                    <a:pt x="4" y="20"/>
                    <a:pt x="4" y="20"/>
                    <a:pt x="4" y="20"/>
                  </a:cubicBezTo>
                  <a:cubicBezTo>
                    <a:pt x="6" y="21"/>
                    <a:pt x="8" y="24"/>
                    <a:pt x="8" y="26"/>
                  </a:cubicBezTo>
                  <a:cubicBezTo>
                    <a:pt x="7" y="29"/>
                    <a:pt x="6" y="31"/>
                    <a:pt x="4" y="32"/>
                  </a:cubicBezTo>
                  <a:cubicBezTo>
                    <a:pt x="2" y="33"/>
                    <a:pt x="2" y="33"/>
                    <a:pt x="2" y="33"/>
                  </a:cubicBezTo>
                  <a:cubicBezTo>
                    <a:pt x="1" y="34"/>
                    <a:pt x="0" y="36"/>
                    <a:pt x="1" y="38"/>
                  </a:cubicBezTo>
                  <a:cubicBezTo>
                    <a:pt x="1" y="39"/>
                    <a:pt x="2" y="40"/>
                    <a:pt x="2" y="41"/>
                  </a:cubicBezTo>
                  <a:cubicBezTo>
                    <a:pt x="3" y="42"/>
                    <a:pt x="6" y="43"/>
                    <a:pt x="7" y="42"/>
                  </a:cubicBezTo>
                  <a:cubicBezTo>
                    <a:pt x="9" y="41"/>
                    <a:pt x="9" y="41"/>
                    <a:pt x="9" y="41"/>
                  </a:cubicBezTo>
                  <a:cubicBezTo>
                    <a:pt x="11" y="40"/>
                    <a:pt x="14" y="40"/>
                    <a:pt x="16" y="42"/>
                  </a:cubicBezTo>
                  <a:cubicBezTo>
                    <a:pt x="16" y="42"/>
                    <a:pt x="16" y="42"/>
                    <a:pt x="16" y="42"/>
                  </a:cubicBezTo>
                  <a:cubicBezTo>
                    <a:pt x="18" y="43"/>
                    <a:pt x="19" y="45"/>
                    <a:pt x="19" y="48"/>
                  </a:cubicBezTo>
                  <a:cubicBezTo>
                    <a:pt x="19" y="49"/>
                    <a:pt x="19" y="49"/>
                    <a:pt x="19" y="49"/>
                  </a:cubicBezTo>
                  <a:cubicBezTo>
                    <a:pt x="19" y="51"/>
                    <a:pt x="20" y="53"/>
                    <a:pt x="22" y="53"/>
                  </a:cubicBezTo>
                  <a:cubicBezTo>
                    <a:pt x="23" y="53"/>
                    <a:pt x="23" y="53"/>
                    <a:pt x="24" y="53"/>
                  </a:cubicBezTo>
                  <a:cubicBezTo>
                    <a:pt x="25" y="53"/>
                    <a:pt x="25" y="53"/>
                    <a:pt x="26" y="53"/>
                  </a:cubicBezTo>
                  <a:cubicBezTo>
                    <a:pt x="28" y="53"/>
                    <a:pt x="29" y="52"/>
                    <a:pt x="29" y="50"/>
                  </a:cubicBezTo>
                  <a:cubicBezTo>
                    <a:pt x="29" y="48"/>
                    <a:pt x="29" y="48"/>
                    <a:pt x="29" y="48"/>
                  </a:cubicBezTo>
                  <a:cubicBezTo>
                    <a:pt x="30" y="46"/>
                    <a:pt x="31" y="43"/>
                    <a:pt x="33" y="42"/>
                  </a:cubicBezTo>
                  <a:cubicBezTo>
                    <a:pt x="33" y="42"/>
                    <a:pt x="33" y="42"/>
                    <a:pt x="33" y="42"/>
                  </a:cubicBezTo>
                  <a:cubicBezTo>
                    <a:pt x="35" y="41"/>
                    <a:pt x="38" y="41"/>
                    <a:pt x="40" y="42"/>
                  </a:cubicBezTo>
                  <a:cubicBezTo>
                    <a:pt x="41" y="43"/>
                    <a:pt x="41" y="43"/>
                    <a:pt x="41" y="43"/>
                  </a:cubicBezTo>
                  <a:cubicBezTo>
                    <a:pt x="43" y="44"/>
                    <a:pt x="45" y="44"/>
                    <a:pt x="46" y="42"/>
                  </a:cubicBezTo>
                  <a:cubicBezTo>
                    <a:pt x="47" y="41"/>
                    <a:pt x="48" y="40"/>
                    <a:pt x="48" y="39"/>
                  </a:cubicBezTo>
                  <a:cubicBezTo>
                    <a:pt x="49" y="38"/>
                    <a:pt x="49" y="36"/>
                    <a:pt x="47" y="34"/>
                  </a:cubicBezTo>
                  <a:close/>
                  <a:moveTo>
                    <a:pt x="25" y="34"/>
                  </a:moveTo>
                  <a:cubicBezTo>
                    <a:pt x="21" y="34"/>
                    <a:pt x="17" y="31"/>
                    <a:pt x="17" y="27"/>
                  </a:cubicBezTo>
                  <a:cubicBezTo>
                    <a:pt x="18" y="22"/>
                    <a:pt x="21" y="19"/>
                    <a:pt x="25" y="19"/>
                  </a:cubicBezTo>
                  <a:cubicBezTo>
                    <a:pt x="29" y="20"/>
                    <a:pt x="33" y="23"/>
                    <a:pt x="32" y="27"/>
                  </a:cubicBezTo>
                  <a:cubicBezTo>
                    <a:pt x="32" y="31"/>
                    <a:pt x="29" y="35"/>
                    <a:pt x="25" y="34"/>
                  </a:cubicBezTo>
                  <a:close/>
                </a:path>
              </a:pathLst>
            </a:custGeom>
            <a:solidFill>
              <a:srgbClr val="3A8FCB"/>
            </a:solidFill>
            <a:ln>
              <a:noFill/>
            </a:ln>
            <a:effectLst/>
          </p:spPr>
          <p:txBody>
            <a:bodyPr vert="horz" wrap="square" lIns="91440" tIns="45720" rIns="91440" bIns="45720" numCol="1" anchor="t" anchorCtr="0" compatLnSpc="1">
              <a:prstTxWarp prst="textNoShape">
                <a:avLst/>
              </a:prstTxWarp>
            </a:bodyPr>
            <a:lstStyle/>
            <a:p>
              <a:endParaRPr lang="zh-CN" altLang="en-US"/>
            </a:p>
          </p:txBody>
        </p:sp>
      </p:grpSp>
      <p:sp>
        <p:nvSpPr>
          <p:cNvPr id="346" name="Freeform 63"/>
          <p:cNvSpPr>
            <a:spLocks noEditPoints="1"/>
          </p:cNvSpPr>
          <p:nvPr/>
        </p:nvSpPr>
        <p:spPr bwMode="auto">
          <a:xfrm>
            <a:off x="9946338" y="3741604"/>
            <a:ext cx="923771" cy="923771"/>
          </a:xfrm>
          <a:custGeom>
            <a:avLst/>
            <a:gdLst>
              <a:gd name="T0" fmla="*/ 101 w 201"/>
              <a:gd name="T1" fmla="*/ 201 h 201"/>
              <a:gd name="T2" fmla="*/ 0 w 201"/>
              <a:gd name="T3" fmla="*/ 100 h 201"/>
              <a:gd name="T4" fmla="*/ 101 w 201"/>
              <a:gd name="T5" fmla="*/ 0 h 201"/>
              <a:gd name="T6" fmla="*/ 201 w 201"/>
              <a:gd name="T7" fmla="*/ 100 h 201"/>
              <a:gd name="T8" fmla="*/ 101 w 201"/>
              <a:gd name="T9" fmla="*/ 201 h 201"/>
              <a:gd name="T10" fmla="*/ 101 w 201"/>
              <a:gd name="T11" fmla="*/ 4 h 201"/>
              <a:gd name="T12" fmla="*/ 5 w 201"/>
              <a:gd name="T13" fmla="*/ 100 h 201"/>
              <a:gd name="T14" fmla="*/ 101 w 201"/>
              <a:gd name="T15" fmla="*/ 196 h 201"/>
              <a:gd name="T16" fmla="*/ 197 w 201"/>
              <a:gd name="T17" fmla="*/ 100 h 201"/>
              <a:gd name="T18" fmla="*/ 101 w 201"/>
              <a:gd name="T19" fmla="*/ 4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1" h="201">
                <a:moveTo>
                  <a:pt x="101" y="201"/>
                </a:moveTo>
                <a:cubicBezTo>
                  <a:pt x="45" y="201"/>
                  <a:pt x="0" y="156"/>
                  <a:pt x="0" y="100"/>
                </a:cubicBezTo>
                <a:cubicBezTo>
                  <a:pt x="0" y="45"/>
                  <a:pt x="45" y="0"/>
                  <a:pt x="101" y="0"/>
                </a:cubicBezTo>
                <a:cubicBezTo>
                  <a:pt x="156" y="0"/>
                  <a:pt x="201" y="45"/>
                  <a:pt x="201" y="100"/>
                </a:cubicBezTo>
                <a:cubicBezTo>
                  <a:pt x="201" y="156"/>
                  <a:pt x="156" y="201"/>
                  <a:pt x="101" y="201"/>
                </a:cubicBezTo>
                <a:close/>
                <a:moveTo>
                  <a:pt x="101" y="4"/>
                </a:moveTo>
                <a:cubicBezTo>
                  <a:pt x="48" y="4"/>
                  <a:pt x="5" y="47"/>
                  <a:pt x="5" y="100"/>
                </a:cubicBezTo>
                <a:cubicBezTo>
                  <a:pt x="5" y="153"/>
                  <a:pt x="48" y="196"/>
                  <a:pt x="101" y="196"/>
                </a:cubicBezTo>
                <a:cubicBezTo>
                  <a:pt x="154" y="196"/>
                  <a:pt x="197" y="153"/>
                  <a:pt x="197" y="100"/>
                </a:cubicBezTo>
                <a:cubicBezTo>
                  <a:pt x="197" y="47"/>
                  <a:pt x="154" y="4"/>
                  <a:pt x="101" y="4"/>
                </a:cubicBez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5" name="组合 4"/>
          <p:cNvGrpSpPr/>
          <p:nvPr/>
        </p:nvGrpSpPr>
        <p:grpSpPr>
          <a:xfrm>
            <a:off x="10126823" y="3949258"/>
            <a:ext cx="562802" cy="473529"/>
            <a:chOff x="9440919" y="3949258"/>
            <a:chExt cx="562802" cy="473529"/>
          </a:xfrm>
        </p:grpSpPr>
        <p:sp>
          <p:nvSpPr>
            <p:cNvPr id="347" name="Freeform 64"/>
            <p:cNvSpPr>
              <a:spLocks/>
            </p:cNvSpPr>
            <p:nvPr/>
          </p:nvSpPr>
          <p:spPr bwMode="auto">
            <a:xfrm>
              <a:off x="9499140" y="4131684"/>
              <a:ext cx="446360" cy="147493"/>
            </a:xfrm>
            <a:custGeom>
              <a:avLst/>
              <a:gdLst>
                <a:gd name="T0" fmla="*/ 2 w 97"/>
                <a:gd name="T1" fmla="*/ 32 h 32"/>
                <a:gd name="T2" fmla="*/ 2 w 97"/>
                <a:gd name="T3" fmla="*/ 32 h 32"/>
                <a:gd name="T4" fmla="*/ 4 w 97"/>
                <a:gd name="T5" fmla="*/ 30 h 32"/>
                <a:gd name="T6" fmla="*/ 4 w 97"/>
                <a:gd name="T7" fmla="*/ 26 h 32"/>
                <a:gd name="T8" fmla="*/ 13 w 97"/>
                <a:gd name="T9" fmla="*/ 18 h 32"/>
                <a:gd name="T10" fmla="*/ 43 w 97"/>
                <a:gd name="T11" fmla="*/ 18 h 32"/>
                <a:gd name="T12" fmla="*/ 47 w 97"/>
                <a:gd name="T13" fmla="*/ 21 h 32"/>
                <a:gd name="T14" fmla="*/ 47 w 97"/>
                <a:gd name="T15" fmla="*/ 30 h 32"/>
                <a:gd name="T16" fmla="*/ 48 w 97"/>
                <a:gd name="T17" fmla="*/ 32 h 32"/>
                <a:gd name="T18" fmla="*/ 49 w 97"/>
                <a:gd name="T19" fmla="*/ 32 h 32"/>
                <a:gd name="T20" fmla="*/ 51 w 97"/>
                <a:gd name="T21" fmla="*/ 30 h 32"/>
                <a:gd name="T22" fmla="*/ 51 w 97"/>
                <a:gd name="T23" fmla="*/ 21 h 32"/>
                <a:gd name="T24" fmla="*/ 54 w 97"/>
                <a:gd name="T25" fmla="*/ 18 h 32"/>
                <a:gd name="T26" fmla="*/ 85 w 97"/>
                <a:gd name="T27" fmla="*/ 18 h 32"/>
                <a:gd name="T28" fmla="*/ 93 w 97"/>
                <a:gd name="T29" fmla="*/ 26 h 32"/>
                <a:gd name="T30" fmla="*/ 93 w 97"/>
                <a:gd name="T31" fmla="*/ 30 h 32"/>
                <a:gd name="T32" fmla="*/ 95 w 97"/>
                <a:gd name="T33" fmla="*/ 32 h 32"/>
                <a:gd name="T34" fmla="*/ 95 w 97"/>
                <a:gd name="T35" fmla="*/ 32 h 32"/>
                <a:gd name="T36" fmla="*/ 97 w 97"/>
                <a:gd name="T37" fmla="*/ 30 h 32"/>
                <a:gd name="T38" fmla="*/ 97 w 97"/>
                <a:gd name="T39" fmla="*/ 26 h 32"/>
                <a:gd name="T40" fmla="*/ 85 w 97"/>
                <a:gd name="T41" fmla="*/ 13 h 32"/>
                <a:gd name="T42" fmla="*/ 54 w 97"/>
                <a:gd name="T43" fmla="*/ 13 h 32"/>
                <a:gd name="T44" fmla="*/ 51 w 97"/>
                <a:gd name="T45" fmla="*/ 10 h 32"/>
                <a:gd name="T46" fmla="*/ 51 w 97"/>
                <a:gd name="T47" fmla="*/ 2 h 32"/>
                <a:gd name="T48" fmla="*/ 49 w 97"/>
                <a:gd name="T49" fmla="*/ 0 h 32"/>
                <a:gd name="T50" fmla="*/ 48 w 97"/>
                <a:gd name="T51" fmla="*/ 0 h 32"/>
                <a:gd name="T52" fmla="*/ 47 w 97"/>
                <a:gd name="T53" fmla="*/ 2 h 32"/>
                <a:gd name="T54" fmla="*/ 47 w 97"/>
                <a:gd name="T55" fmla="*/ 10 h 32"/>
                <a:gd name="T56" fmla="*/ 43 w 97"/>
                <a:gd name="T57" fmla="*/ 13 h 32"/>
                <a:gd name="T58" fmla="*/ 13 w 97"/>
                <a:gd name="T59" fmla="*/ 13 h 32"/>
                <a:gd name="T60" fmla="*/ 0 w 97"/>
                <a:gd name="T61" fmla="*/ 26 h 32"/>
                <a:gd name="T62" fmla="*/ 0 w 97"/>
                <a:gd name="T63" fmla="*/ 30 h 32"/>
                <a:gd name="T64" fmla="*/ 2 w 97"/>
                <a:gd name="T65"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7" h="32">
                  <a:moveTo>
                    <a:pt x="2" y="32"/>
                  </a:moveTo>
                  <a:cubicBezTo>
                    <a:pt x="2" y="32"/>
                    <a:pt x="2" y="32"/>
                    <a:pt x="2" y="32"/>
                  </a:cubicBezTo>
                  <a:cubicBezTo>
                    <a:pt x="3" y="32"/>
                    <a:pt x="4" y="31"/>
                    <a:pt x="4" y="30"/>
                  </a:cubicBezTo>
                  <a:cubicBezTo>
                    <a:pt x="4" y="26"/>
                    <a:pt x="4" y="26"/>
                    <a:pt x="4" y="26"/>
                  </a:cubicBezTo>
                  <a:cubicBezTo>
                    <a:pt x="4" y="21"/>
                    <a:pt x="8" y="18"/>
                    <a:pt x="13" y="18"/>
                  </a:cubicBezTo>
                  <a:cubicBezTo>
                    <a:pt x="43" y="18"/>
                    <a:pt x="43" y="18"/>
                    <a:pt x="43" y="18"/>
                  </a:cubicBezTo>
                  <a:cubicBezTo>
                    <a:pt x="45" y="18"/>
                    <a:pt x="47" y="19"/>
                    <a:pt x="47" y="21"/>
                  </a:cubicBezTo>
                  <a:cubicBezTo>
                    <a:pt x="47" y="30"/>
                    <a:pt x="47" y="30"/>
                    <a:pt x="47" y="30"/>
                  </a:cubicBezTo>
                  <a:cubicBezTo>
                    <a:pt x="47" y="31"/>
                    <a:pt x="47" y="32"/>
                    <a:pt x="48" y="32"/>
                  </a:cubicBezTo>
                  <a:cubicBezTo>
                    <a:pt x="49" y="32"/>
                    <a:pt x="49" y="32"/>
                    <a:pt x="49" y="32"/>
                  </a:cubicBezTo>
                  <a:cubicBezTo>
                    <a:pt x="50" y="32"/>
                    <a:pt x="51" y="31"/>
                    <a:pt x="51" y="30"/>
                  </a:cubicBezTo>
                  <a:cubicBezTo>
                    <a:pt x="51" y="21"/>
                    <a:pt x="51" y="21"/>
                    <a:pt x="51" y="21"/>
                  </a:cubicBezTo>
                  <a:cubicBezTo>
                    <a:pt x="51" y="19"/>
                    <a:pt x="52" y="18"/>
                    <a:pt x="54" y="18"/>
                  </a:cubicBezTo>
                  <a:cubicBezTo>
                    <a:pt x="85" y="18"/>
                    <a:pt x="85" y="18"/>
                    <a:pt x="85" y="18"/>
                  </a:cubicBezTo>
                  <a:cubicBezTo>
                    <a:pt x="89" y="18"/>
                    <a:pt x="93" y="21"/>
                    <a:pt x="93" y="26"/>
                  </a:cubicBezTo>
                  <a:cubicBezTo>
                    <a:pt x="93" y="30"/>
                    <a:pt x="93" y="30"/>
                    <a:pt x="93" y="30"/>
                  </a:cubicBezTo>
                  <a:cubicBezTo>
                    <a:pt x="93" y="31"/>
                    <a:pt x="94" y="32"/>
                    <a:pt x="95" y="32"/>
                  </a:cubicBezTo>
                  <a:cubicBezTo>
                    <a:pt x="95" y="32"/>
                    <a:pt x="95" y="32"/>
                    <a:pt x="95" y="32"/>
                  </a:cubicBezTo>
                  <a:cubicBezTo>
                    <a:pt x="96" y="32"/>
                    <a:pt x="97" y="31"/>
                    <a:pt x="97" y="30"/>
                  </a:cubicBezTo>
                  <a:cubicBezTo>
                    <a:pt x="97" y="26"/>
                    <a:pt x="97" y="26"/>
                    <a:pt x="97" y="26"/>
                  </a:cubicBezTo>
                  <a:cubicBezTo>
                    <a:pt x="97" y="19"/>
                    <a:pt x="92" y="13"/>
                    <a:pt x="85" y="13"/>
                  </a:cubicBezTo>
                  <a:cubicBezTo>
                    <a:pt x="54" y="13"/>
                    <a:pt x="54" y="13"/>
                    <a:pt x="54" y="13"/>
                  </a:cubicBezTo>
                  <a:cubicBezTo>
                    <a:pt x="52" y="13"/>
                    <a:pt x="51" y="12"/>
                    <a:pt x="51" y="10"/>
                  </a:cubicBezTo>
                  <a:cubicBezTo>
                    <a:pt x="51" y="2"/>
                    <a:pt x="51" y="2"/>
                    <a:pt x="51" y="2"/>
                  </a:cubicBezTo>
                  <a:cubicBezTo>
                    <a:pt x="51" y="1"/>
                    <a:pt x="50" y="0"/>
                    <a:pt x="49" y="0"/>
                  </a:cubicBezTo>
                  <a:cubicBezTo>
                    <a:pt x="48" y="0"/>
                    <a:pt x="48" y="0"/>
                    <a:pt x="48" y="0"/>
                  </a:cubicBezTo>
                  <a:cubicBezTo>
                    <a:pt x="47" y="0"/>
                    <a:pt x="47" y="1"/>
                    <a:pt x="47" y="2"/>
                  </a:cubicBezTo>
                  <a:cubicBezTo>
                    <a:pt x="47" y="10"/>
                    <a:pt x="47" y="10"/>
                    <a:pt x="47" y="10"/>
                  </a:cubicBezTo>
                  <a:cubicBezTo>
                    <a:pt x="47" y="12"/>
                    <a:pt x="45" y="13"/>
                    <a:pt x="43" y="13"/>
                  </a:cubicBezTo>
                  <a:cubicBezTo>
                    <a:pt x="13" y="13"/>
                    <a:pt x="13" y="13"/>
                    <a:pt x="13" y="13"/>
                  </a:cubicBezTo>
                  <a:cubicBezTo>
                    <a:pt x="6" y="13"/>
                    <a:pt x="0" y="19"/>
                    <a:pt x="0" y="26"/>
                  </a:cubicBezTo>
                  <a:cubicBezTo>
                    <a:pt x="0" y="30"/>
                    <a:pt x="0" y="30"/>
                    <a:pt x="0" y="30"/>
                  </a:cubicBezTo>
                  <a:cubicBezTo>
                    <a:pt x="0" y="31"/>
                    <a:pt x="1" y="32"/>
                    <a:pt x="2" y="32"/>
                  </a:cubicBez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Freeform 65"/>
            <p:cNvSpPr>
              <a:spLocks/>
            </p:cNvSpPr>
            <p:nvPr/>
          </p:nvSpPr>
          <p:spPr bwMode="auto">
            <a:xfrm>
              <a:off x="9633048" y="3949258"/>
              <a:ext cx="184367" cy="164960"/>
            </a:xfrm>
            <a:custGeom>
              <a:avLst/>
              <a:gdLst>
                <a:gd name="T0" fmla="*/ 8 w 40"/>
                <a:gd name="T1" fmla="*/ 36 h 36"/>
                <a:gd name="T2" fmla="*/ 18 w 40"/>
                <a:gd name="T3" fmla="*/ 36 h 36"/>
                <a:gd name="T4" fmla="*/ 22 w 40"/>
                <a:gd name="T5" fmla="*/ 36 h 36"/>
                <a:gd name="T6" fmla="*/ 32 w 40"/>
                <a:gd name="T7" fmla="*/ 36 h 36"/>
                <a:gd name="T8" fmla="*/ 40 w 40"/>
                <a:gd name="T9" fmla="*/ 28 h 36"/>
                <a:gd name="T10" fmla="*/ 40 w 40"/>
                <a:gd name="T11" fmla="*/ 8 h 36"/>
                <a:gd name="T12" fmla="*/ 32 w 40"/>
                <a:gd name="T13" fmla="*/ 0 h 36"/>
                <a:gd name="T14" fmla="*/ 8 w 40"/>
                <a:gd name="T15" fmla="*/ 0 h 36"/>
                <a:gd name="T16" fmla="*/ 0 w 40"/>
                <a:gd name="T17" fmla="*/ 8 h 36"/>
                <a:gd name="T18" fmla="*/ 0 w 40"/>
                <a:gd name="T19" fmla="*/ 28 h 36"/>
                <a:gd name="T20" fmla="*/ 8 w 40"/>
                <a:gd name="T21"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 h="36">
                  <a:moveTo>
                    <a:pt x="8" y="36"/>
                  </a:moveTo>
                  <a:cubicBezTo>
                    <a:pt x="18" y="36"/>
                    <a:pt x="18" y="36"/>
                    <a:pt x="18" y="36"/>
                  </a:cubicBezTo>
                  <a:cubicBezTo>
                    <a:pt x="22" y="36"/>
                    <a:pt x="22" y="36"/>
                    <a:pt x="22" y="36"/>
                  </a:cubicBezTo>
                  <a:cubicBezTo>
                    <a:pt x="32" y="36"/>
                    <a:pt x="32" y="36"/>
                    <a:pt x="32" y="36"/>
                  </a:cubicBezTo>
                  <a:cubicBezTo>
                    <a:pt x="36" y="36"/>
                    <a:pt x="40" y="32"/>
                    <a:pt x="40" y="28"/>
                  </a:cubicBezTo>
                  <a:cubicBezTo>
                    <a:pt x="40" y="8"/>
                    <a:pt x="40" y="8"/>
                    <a:pt x="40" y="8"/>
                  </a:cubicBezTo>
                  <a:cubicBezTo>
                    <a:pt x="40" y="3"/>
                    <a:pt x="36" y="0"/>
                    <a:pt x="32" y="0"/>
                  </a:cubicBezTo>
                  <a:cubicBezTo>
                    <a:pt x="8" y="0"/>
                    <a:pt x="8" y="0"/>
                    <a:pt x="8" y="0"/>
                  </a:cubicBezTo>
                  <a:cubicBezTo>
                    <a:pt x="3" y="0"/>
                    <a:pt x="0" y="3"/>
                    <a:pt x="0" y="8"/>
                  </a:cubicBezTo>
                  <a:cubicBezTo>
                    <a:pt x="0" y="28"/>
                    <a:pt x="0" y="28"/>
                    <a:pt x="0" y="28"/>
                  </a:cubicBezTo>
                  <a:cubicBezTo>
                    <a:pt x="0" y="32"/>
                    <a:pt x="3" y="36"/>
                    <a:pt x="8" y="36"/>
                  </a:cubicBez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Freeform 66"/>
            <p:cNvSpPr>
              <a:spLocks/>
            </p:cNvSpPr>
            <p:nvPr/>
          </p:nvSpPr>
          <p:spPr bwMode="auto">
            <a:xfrm>
              <a:off x="9440919" y="4298583"/>
              <a:ext cx="137790" cy="124204"/>
            </a:xfrm>
            <a:custGeom>
              <a:avLst/>
              <a:gdLst>
                <a:gd name="T0" fmla="*/ 24 w 30"/>
                <a:gd name="T1" fmla="*/ 0 h 27"/>
                <a:gd name="T2" fmla="*/ 6 w 30"/>
                <a:gd name="T3" fmla="*/ 0 h 27"/>
                <a:gd name="T4" fmla="*/ 0 w 30"/>
                <a:gd name="T5" fmla="*/ 6 h 27"/>
                <a:gd name="T6" fmla="*/ 0 w 30"/>
                <a:gd name="T7" fmla="*/ 21 h 27"/>
                <a:gd name="T8" fmla="*/ 6 w 30"/>
                <a:gd name="T9" fmla="*/ 27 h 27"/>
                <a:gd name="T10" fmla="*/ 24 w 30"/>
                <a:gd name="T11" fmla="*/ 27 h 27"/>
                <a:gd name="T12" fmla="*/ 30 w 30"/>
                <a:gd name="T13" fmla="*/ 21 h 27"/>
                <a:gd name="T14" fmla="*/ 30 w 30"/>
                <a:gd name="T15" fmla="*/ 6 h 27"/>
                <a:gd name="T16" fmla="*/ 24 w 30"/>
                <a:gd name="T1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7">
                  <a:moveTo>
                    <a:pt x="24" y="0"/>
                  </a:moveTo>
                  <a:cubicBezTo>
                    <a:pt x="6" y="0"/>
                    <a:pt x="6" y="0"/>
                    <a:pt x="6" y="0"/>
                  </a:cubicBezTo>
                  <a:cubicBezTo>
                    <a:pt x="3" y="0"/>
                    <a:pt x="0" y="3"/>
                    <a:pt x="0" y="6"/>
                  </a:cubicBezTo>
                  <a:cubicBezTo>
                    <a:pt x="0" y="21"/>
                    <a:pt x="0" y="21"/>
                    <a:pt x="0" y="21"/>
                  </a:cubicBezTo>
                  <a:cubicBezTo>
                    <a:pt x="0" y="24"/>
                    <a:pt x="3" y="27"/>
                    <a:pt x="6" y="27"/>
                  </a:cubicBezTo>
                  <a:cubicBezTo>
                    <a:pt x="24" y="27"/>
                    <a:pt x="24" y="27"/>
                    <a:pt x="24" y="27"/>
                  </a:cubicBezTo>
                  <a:cubicBezTo>
                    <a:pt x="27" y="27"/>
                    <a:pt x="30" y="24"/>
                    <a:pt x="30" y="21"/>
                  </a:cubicBezTo>
                  <a:cubicBezTo>
                    <a:pt x="30" y="6"/>
                    <a:pt x="30" y="6"/>
                    <a:pt x="30" y="6"/>
                  </a:cubicBezTo>
                  <a:cubicBezTo>
                    <a:pt x="30" y="3"/>
                    <a:pt x="27" y="0"/>
                    <a:pt x="24" y="0"/>
                  </a:cubicBez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 name="Freeform 67"/>
            <p:cNvSpPr>
              <a:spLocks/>
            </p:cNvSpPr>
            <p:nvPr/>
          </p:nvSpPr>
          <p:spPr bwMode="auto">
            <a:xfrm>
              <a:off x="9656336" y="4298583"/>
              <a:ext cx="131967" cy="124204"/>
            </a:xfrm>
            <a:custGeom>
              <a:avLst/>
              <a:gdLst>
                <a:gd name="T0" fmla="*/ 24 w 29"/>
                <a:gd name="T1" fmla="*/ 0 h 27"/>
                <a:gd name="T2" fmla="*/ 6 w 29"/>
                <a:gd name="T3" fmla="*/ 0 h 27"/>
                <a:gd name="T4" fmla="*/ 0 w 29"/>
                <a:gd name="T5" fmla="*/ 6 h 27"/>
                <a:gd name="T6" fmla="*/ 0 w 29"/>
                <a:gd name="T7" fmla="*/ 21 h 27"/>
                <a:gd name="T8" fmla="*/ 6 w 29"/>
                <a:gd name="T9" fmla="*/ 27 h 27"/>
                <a:gd name="T10" fmla="*/ 24 w 29"/>
                <a:gd name="T11" fmla="*/ 27 h 27"/>
                <a:gd name="T12" fmla="*/ 29 w 29"/>
                <a:gd name="T13" fmla="*/ 21 h 27"/>
                <a:gd name="T14" fmla="*/ 29 w 29"/>
                <a:gd name="T15" fmla="*/ 6 h 27"/>
                <a:gd name="T16" fmla="*/ 24 w 29"/>
                <a:gd name="T1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7">
                  <a:moveTo>
                    <a:pt x="24" y="0"/>
                  </a:moveTo>
                  <a:cubicBezTo>
                    <a:pt x="6" y="0"/>
                    <a:pt x="6" y="0"/>
                    <a:pt x="6" y="0"/>
                  </a:cubicBezTo>
                  <a:cubicBezTo>
                    <a:pt x="3" y="0"/>
                    <a:pt x="0" y="3"/>
                    <a:pt x="0" y="6"/>
                  </a:cubicBezTo>
                  <a:cubicBezTo>
                    <a:pt x="0" y="21"/>
                    <a:pt x="0" y="21"/>
                    <a:pt x="0" y="21"/>
                  </a:cubicBezTo>
                  <a:cubicBezTo>
                    <a:pt x="0" y="24"/>
                    <a:pt x="3" y="27"/>
                    <a:pt x="6" y="27"/>
                  </a:cubicBezTo>
                  <a:cubicBezTo>
                    <a:pt x="24" y="27"/>
                    <a:pt x="24" y="27"/>
                    <a:pt x="24" y="27"/>
                  </a:cubicBezTo>
                  <a:cubicBezTo>
                    <a:pt x="27" y="27"/>
                    <a:pt x="29" y="24"/>
                    <a:pt x="29" y="21"/>
                  </a:cubicBezTo>
                  <a:cubicBezTo>
                    <a:pt x="29" y="6"/>
                    <a:pt x="29" y="6"/>
                    <a:pt x="29" y="6"/>
                  </a:cubicBezTo>
                  <a:cubicBezTo>
                    <a:pt x="29" y="3"/>
                    <a:pt x="27" y="0"/>
                    <a:pt x="24" y="0"/>
                  </a:cubicBez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Freeform 68"/>
            <p:cNvSpPr>
              <a:spLocks/>
            </p:cNvSpPr>
            <p:nvPr/>
          </p:nvSpPr>
          <p:spPr bwMode="auto">
            <a:xfrm>
              <a:off x="9867872" y="4298583"/>
              <a:ext cx="135849" cy="124204"/>
            </a:xfrm>
            <a:custGeom>
              <a:avLst/>
              <a:gdLst>
                <a:gd name="T0" fmla="*/ 24 w 30"/>
                <a:gd name="T1" fmla="*/ 0 h 27"/>
                <a:gd name="T2" fmla="*/ 6 w 30"/>
                <a:gd name="T3" fmla="*/ 0 h 27"/>
                <a:gd name="T4" fmla="*/ 0 w 30"/>
                <a:gd name="T5" fmla="*/ 6 h 27"/>
                <a:gd name="T6" fmla="*/ 0 w 30"/>
                <a:gd name="T7" fmla="*/ 21 h 27"/>
                <a:gd name="T8" fmla="*/ 6 w 30"/>
                <a:gd name="T9" fmla="*/ 27 h 27"/>
                <a:gd name="T10" fmla="*/ 24 w 30"/>
                <a:gd name="T11" fmla="*/ 27 h 27"/>
                <a:gd name="T12" fmla="*/ 30 w 30"/>
                <a:gd name="T13" fmla="*/ 21 h 27"/>
                <a:gd name="T14" fmla="*/ 30 w 30"/>
                <a:gd name="T15" fmla="*/ 6 h 27"/>
                <a:gd name="T16" fmla="*/ 24 w 30"/>
                <a:gd name="T1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7">
                  <a:moveTo>
                    <a:pt x="24" y="0"/>
                  </a:moveTo>
                  <a:cubicBezTo>
                    <a:pt x="6" y="0"/>
                    <a:pt x="6" y="0"/>
                    <a:pt x="6" y="0"/>
                  </a:cubicBezTo>
                  <a:cubicBezTo>
                    <a:pt x="3" y="0"/>
                    <a:pt x="0" y="3"/>
                    <a:pt x="0" y="6"/>
                  </a:cubicBezTo>
                  <a:cubicBezTo>
                    <a:pt x="0" y="21"/>
                    <a:pt x="0" y="21"/>
                    <a:pt x="0" y="21"/>
                  </a:cubicBezTo>
                  <a:cubicBezTo>
                    <a:pt x="0" y="24"/>
                    <a:pt x="3" y="27"/>
                    <a:pt x="6" y="27"/>
                  </a:cubicBezTo>
                  <a:cubicBezTo>
                    <a:pt x="24" y="27"/>
                    <a:pt x="24" y="27"/>
                    <a:pt x="24" y="27"/>
                  </a:cubicBezTo>
                  <a:cubicBezTo>
                    <a:pt x="27" y="27"/>
                    <a:pt x="30" y="24"/>
                    <a:pt x="30" y="21"/>
                  </a:cubicBezTo>
                  <a:cubicBezTo>
                    <a:pt x="30" y="6"/>
                    <a:pt x="30" y="6"/>
                    <a:pt x="30" y="6"/>
                  </a:cubicBezTo>
                  <a:cubicBezTo>
                    <a:pt x="30" y="3"/>
                    <a:pt x="27" y="0"/>
                    <a:pt x="24" y="0"/>
                  </a:cubicBez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352" name="Oval 69"/>
          <p:cNvSpPr>
            <a:spLocks noChangeArrowheads="1"/>
          </p:cNvSpPr>
          <p:nvPr/>
        </p:nvSpPr>
        <p:spPr bwMode="auto">
          <a:xfrm>
            <a:off x="1729438" y="2936216"/>
            <a:ext cx="106739" cy="110620"/>
          </a:xfrm>
          <a:prstGeom prst="ellipse">
            <a:avLst/>
          </a:prstGeom>
          <a:solidFill>
            <a:srgbClr val="F8F1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 name="Oval 70"/>
          <p:cNvSpPr>
            <a:spLocks noChangeArrowheads="1"/>
          </p:cNvSpPr>
          <p:nvPr/>
        </p:nvSpPr>
        <p:spPr bwMode="auto">
          <a:xfrm>
            <a:off x="3887490" y="2936216"/>
            <a:ext cx="106739" cy="110620"/>
          </a:xfrm>
          <a:prstGeom prst="ellipse">
            <a:avLst/>
          </a:prstGeom>
          <a:solidFill>
            <a:srgbClr val="F8F1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 name="Oval 71"/>
          <p:cNvSpPr>
            <a:spLocks noChangeArrowheads="1"/>
          </p:cNvSpPr>
          <p:nvPr/>
        </p:nvSpPr>
        <p:spPr bwMode="auto">
          <a:xfrm>
            <a:off x="6039721" y="2936216"/>
            <a:ext cx="110620" cy="110620"/>
          </a:xfrm>
          <a:prstGeom prst="ellipse">
            <a:avLst/>
          </a:prstGeom>
          <a:solidFill>
            <a:srgbClr val="F8F1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 name="Oval 72"/>
          <p:cNvSpPr>
            <a:spLocks noChangeArrowheads="1"/>
          </p:cNvSpPr>
          <p:nvPr/>
        </p:nvSpPr>
        <p:spPr bwMode="auto">
          <a:xfrm>
            <a:off x="8197773" y="2936216"/>
            <a:ext cx="110620" cy="110620"/>
          </a:xfrm>
          <a:prstGeom prst="ellipse">
            <a:avLst/>
          </a:prstGeom>
          <a:solidFill>
            <a:srgbClr val="F8F1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 name="Oval 73"/>
          <p:cNvSpPr>
            <a:spLocks noChangeArrowheads="1"/>
          </p:cNvSpPr>
          <p:nvPr/>
        </p:nvSpPr>
        <p:spPr bwMode="auto">
          <a:xfrm>
            <a:off x="10355825" y="2936216"/>
            <a:ext cx="104797" cy="110620"/>
          </a:xfrm>
          <a:prstGeom prst="ellipse">
            <a:avLst/>
          </a:prstGeom>
          <a:solidFill>
            <a:srgbClr val="F8F1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文本框 118"/>
          <p:cNvSpPr txBox="1"/>
          <p:nvPr/>
        </p:nvSpPr>
        <p:spPr>
          <a:xfrm>
            <a:off x="4139317" y="1058393"/>
            <a:ext cx="3913366"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120" name="Rectangle 58"/>
          <p:cNvSpPr/>
          <p:nvPr/>
        </p:nvSpPr>
        <p:spPr>
          <a:xfrm>
            <a:off x="3614043" y="1478661"/>
            <a:ext cx="4963915"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单击此处添加副标题</a:t>
            </a:r>
          </a:p>
        </p:txBody>
      </p:sp>
      <p:sp>
        <p:nvSpPr>
          <p:cNvPr id="129" name="矩形 128"/>
          <p:cNvSpPr/>
          <p:nvPr/>
        </p:nvSpPr>
        <p:spPr>
          <a:xfrm>
            <a:off x="933296" y="5243701"/>
            <a:ext cx="1677674" cy="1052596"/>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a:t>
            </a:r>
          </a:p>
        </p:txBody>
      </p:sp>
      <p:sp>
        <p:nvSpPr>
          <p:cNvPr id="130" name="矩形 129"/>
          <p:cNvSpPr/>
          <p:nvPr/>
        </p:nvSpPr>
        <p:spPr>
          <a:xfrm>
            <a:off x="3092319" y="5243701"/>
            <a:ext cx="1677674" cy="1052596"/>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a:t>
            </a:r>
          </a:p>
        </p:txBody>
      </p:sp>
      <p:sp>
        <p:nvSpPr>
          <p:cNvPr id="131" name="矩形 130"/>
          <p:cNvSpPr/>
          <p:nvPr/>
        </p:nvSpPr>
        <p:spPr>
          <a:xfrm>
            <a:off x="5251342" y="5243701"/>
            <a:ext cx="1677674" cy="1052596"/>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a:t>
            </a:r>
          </a:p>
        </p:txBody>
      </p:sp>
      <p:sp>
        <p:nvSpPr>
          <p:cNvPr id="132" name="矩形 131"/>
          <p:cNvSpPr/>
          <p:nvPr/>
        </p:nvSpPr>
        <p:spPr>
          <a:xfrm>
            <a:off x="7410364" y="5243701"/>
            <a:ext cx="1677674" cy="1052596"/>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a:t>
            </a:r>
          </a:p>
        </p:txBody>
      </p:sp>
      <p:sp>
        <p:nvSpPr>
          <p:cNvPr id="136" name="矩形 135"/>
          <p:cNvSpPr/>
          <p:nvPr/>
        </p:nvSpPr>
        <p:spPr>
          <a:xfrm>
            <a:off x="9569386" y="5243701"/>
            <a:ext cx="1677674" cy="1052596"/>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a:t>
            </a:r>
          </a:p>
        </p:txBody>
      </p:sp>
      <p:sp>
        <p:nvSpPr>
          <p:cNvPr id="137" name="文本框 136"/>
          <p:cNvSpPr txBox="1"/>
          <p:nvPr/>
        </p:nvSpPr>
        <p:spPr>
          <a:xfrm>
            <a:off x="1084284" y="4758527"/>
            <a:ext cx="1375698" cy="523220"/>
          </a:xfrm>
          <a:prstGeom prst="rect">
            <a:avLst/>
          </a:prstGeom>
          <a:noFill/>
        </p:spPr>
        <p:txBody>
          <a:bodyPr wrap="none" rtlCol="0">
            <a:spAutoFit/>
          </a:bodyPr>
          <a:lstStyle/>
          <a:p>
            <a:pPr algn="ctr"/>
            <a:r>
              <a:rPr lang="en-US" altLang="zh-CN" sz="2800" dirty="0">
                <a:solidFill>
                  <a:srgbClr val="3A8FCB"/>
                </a:solidFill>
                <a:latin typeface="Agency FB" panose="020B0503020202020204" pitchFamily="34" charset="0"/>
              </a:rPr>
              <a:t>OPTION  01</a:t>
            </a:r>
            <a:endParaRPr lang="zh-CN" altLang="en-US" sz="6000" dirty="0">
              <a:solidFill>
                <a:srgbClr val="3A8FCB"/>
              </a:solidFill>
              <a:latin typeface="Impact" panose="020B0806030902050204" pitchFamily="34" charset="0"/>
            </a:endParaRPr>
          </a:p>
        </p:txBody>
      </p:sp>
      <p:sp>
        <p:nvSpPr>
          <p:cNvPr id="139" name="文本框 138"/>
          <p:cNvSpPr txBox="1"/>
          <p:nvPr/>
        </p:nvSpPr>
        <p:spPr>
          <a:xfrm>
            <a:off x="5363056" y="4758527"/>
            <a:ext cx="1454244" cy="523220"/>
          </a:xfrm>
          <a:prstGeom prst="rect">
            <a:avLst/>
          </a:prstGeom>
          <a:noFill/>
        </p:spPr>
        <p:txBody>
          <a:bodyPr wrap="none" rtlCol="0">
            <a:spAutoFit/>
          </a:bodyPr>
          <a:lstStyle/>
          <a:p>
            <a:pPr algn="ctr"/>
            <a:r>
              <a:rPr lang="en-US" altLang="zh-CN" sz="2800">
                <a:solidFill>
                  <a:srgbClr val="219980"/>
                </a:solidFill>
                <a:latin typeface="Agency FB" panose="020B0503020202020204" pitchFamily="34" charset="0"/>
              </a:rPr>
              <a:t>OPTION  03</a:t>
            </a:r>
            <a:endParaRPr lang="zh-CN" altLang="en-US" sz="6000" dirty="0">
              <a:solidFill>
                <a:srgbClr val="219980"/>
              </a:solidFill>
              <a:latin typeface="Impact" panose="020B0806030902050204" pitchFamily="34" charset="0"/>
            </a:endParaRPr>
          </a:p>
        </p:txBody>
      </p:sp>
      <p:sp>
        <p:nvSpPr>
          <p:cNvPr id="138" name="文本框 137"/>
          <p:cNvSpPr txBox="1"/>
          <p:nvPr/>
        </p:nvSpPr>
        <p:spPr>
          <a:xfrm>
            <a:off x="3210446" y="4758527"/>
            <a:ext cx="1441420" cy="523220"/>
          </a:xfrm>
          <a:prstGeom prst="rect">
            <a:avLst/>
          </a:prstGeom>
          <a:noFill/>
        </p:spPr>
        <p:txBody>
          <a:bodyPr wrap="none" rtlCol="0">
            <a:spAutoFit/>
          </a:bodyPr>
          <a:lstStyle/>
          <a:p>
            <a:pPr algn="ctr"/>
            <a:r>
              <a:rPr lang="en-US" altLang="zh-CN" sz="2800" dirty="0">
                <a:solidFill>
                  <a:srgbClr val="4BB56D"/>
                </a:solidFill>
                <a:latin typeface="Agency FB" panose="020B0503020202020204" pitchFamily="34" charset="0"/>
              </a:rPr>
              <a:t>OPTION  02</a:t>
            </a:r>
            <a:endParaRPr lang="zh-CN" altLang="en-US" sz="6000" dirty="0">
              <a:solidFill>
                <a:srgbClr val="4BB56D"/>
              </a:solidFill>
              <a:latin typeface="Impact" panose="020B0806030902050204" pitchFamily="34" charset="0"/>
            </a:endParaRPr>
          </a:p>
        </p:txBody>
      </p:sp>
      <p:sp>
        <p:nvSpPr>
          <p:cNvPr id="140" name="文本框 139"/>
          <p:cNvSpPr txBox="1"/>
          <p:nvPr/>
        </p:nvSpPr>
        <p:spPr>
          <a:xfrm>
            <a:off x="7529292" y="4758527"/>
            <a:ext cx="1439818" cy="523220"/>
          </a:xfrm>
          <a:prstGeom prst="rect">
            <a:avLst/>
          </a:prstGeom>
          <a:noFill/>
        </p:spPr>
        <p:txBody>
          <a:bodyPr wrap="none" rtlCol="0">
            <a:spAutoFit/>
          </a:bodyPr>
          <a:lstStyle/>
          <a:p>
            <a:pPr algn="ctr"/>
            <a:r>
              <a:rPr lang="en-US" altLang="zh-CN" sz="2800" dirty="0">
                <a:solidFill>
                  <a:srgbClr val="EB6B5C"/>
                </a:solidFill>
                <a:latin typeface="Agency FB" panose="020B0503020202020204" pitchFamily="34" charset="0"/>
              </a:rPr>
              <a:t>OPTION  04</a:t>
            </a:r>
            <a:endParaRPr lang="zh-CN" altLang="en-US" sz="6000" dirty="0">
              <a:solidFill>
                <a:srgbClr val="EB6B5C"/>
              </a:solidFill>
              <a:latin typeface="Impact" panose="020B0806030902050204" pitchFamily="34" charset="0"/>
            </a:endParaRPr>
          </a:p>
        </p:txBody>
      </p:sp>
      <p:sp>
        <p:nvSpPr>
          <p:cNvPr id="141" name="文本框 140"/>
          <p:cNvSpPr txBox="1"/>
          <p:nvPr/>
        </p:nvSpPr>
        <p:spPr>
          <a:xfrm>
            <a:off x="9683505" y="4758527"/>
            <a:ext cx="1449436" cy="523220"/>
          </a:xfrm>
          <a:prstGeom prst="rect">
            <a:avLst/>
          </a:prstGeom>
          <a:noFill/>
        </p:spPr>
        <p:txBody>
          <a:bodyPr wrap="none" rtlCol="0">
            <a:spAutoFit/>
          </a:bodyPr>
          <a:lstStyle/>
          <a:p>
            <a:pPr algn="ctr"/>
            <a:r>
              <a:rPr lang="en-US" altLang="zh-CN" sz="2800" dirty="0">
                <a:solidFill>
                  <a:srgbClr val="F8841D"/>
                </a:solidFill>
                <a:latin typeface="Agency FB" panose="020B0503020202020204" pitchFamily="34" charset="0"/>
              </a:rPr>
              <a:t>OPTION  05</a:t>
            </a:r>
            <a:endParaRPr lang="zh-CN" altLang="en-US" sz="6000" dirty="0">
              <a:solidFill>
                <a:srgbClr val="F8841D"/>
              </a:solidFill>
              <a:latin typeface="Impact" panose="020B0806030902050204" pitchFamily="34" charset="0"/>
            </a:endParaRPr>
          </a:p>
        </p:txBody>
      </p:sp>
      <p:sp>
        <p:nvSpPr>
          <p:cNvPr id="213" name="文本框 212"/>
          <p:cNvSpPr txBox="1"/>
          <p:nvPr/>
        </p:nvSpPr>
        <p:spPr>
          <a:xfrm>
            <a:off x="1164676" y="2200191"/>
            <a:ext cx="1172116" cy="707886"/>
          </a:xfrm>
          <a:prstGeom prst="rect">
            <a:avLst/>
          </a:prstGeom>
          <a:noFill/>
        </p:spPr>
        <p:txBody>
          <a:bodyPr wrap="none" rtlCol="0">
            <a:spAutoFit/>
          </a:bodyPr>
          <a:lstStyle/>
          <a:p>
            <a:r>
              <a:rPr lang="en-US" altLang="zh-CN" sz="4000" dirty="0">
                <a:solidFill>
                  <a:srgbClr val="3A8FCB"/>
                </a:solidFill>
                <a:latin typeface="Impact" panose="020B0806030902050204" pitchFamily="34" charset="0"/>
              </a:rPr>
              <a:t>2012</a:t>
            </a:r>
            <a:endParaRPr lang="zh-CN" altLang="en-US" sz="4000" dirty="0">
              <a:solidFill>
                <a:srgbClr val="3A8FCB"/>
              </a:solidFill>
              <a:latin typeface="Impact" panose="020B0806030902050204" pitchFamily="34" charset="0"/>
            </a:endParaRPr>
          </a:p>
        </p:txBody>
      </p:sp>
      <p:sp>
        <p:nvSpPr>
          <p:cNvPr id="214" name="文本框 213"/>
          <p:cNvSpPr txBox="1"/>
          <p:nvPr/>
        </p:nvSpPr>
        <p:spPr>
          <a:xfrm>
            <a:off x="3382909" y="2200191"/>
            <a:ext cx="1186543" cy="707886"/>
          </a:xfrm>
          <a:prstGeom prst="rect">
            <a:avLst/>
          </a:prstGeom>
          <a:noFill/>
        </p:spPr>
        <p:txBody>
          <a:bodyPr wrap="none" rtlCol="0">
            <a:spAutoFit/>
          </a:bodyPr>
          <a:lstStyle/>
          <a:p>
            <a:r>
              <a:rPr lang="en-US" altLang="zh-CN" sz="4000" dirty="0">
                <a:solidFill>
                  <a:srgbClr val="4BB56D"/>
                </a:solidFill>
                <a:latin typeface="Impact" panose="020B0806030902050204" pitchFamily="34" charset="0"/>
              </a:rPr>
              <a:t>2013</a:t>
            </a:r>
            <a:endParaRPr lang="zh-CN" altLang="en-US" sz="4000" dirty="0">
              <a:solidFill>
                <a:srgbClr val="4BB56D"/>
              </a:solidFill>
              <a:latin typeface="Impact" panose="020B0806030902050204" pitchFamily="34" charset="0"/>
            </a:endParaRPr>
          </a:p>
        </p:txBody>
      </p:sp>
      <p:sp>
        <p:nvSpPr>
          <p:cNvPr id="215" name="文本框 214"/>
          <p:cNvSpPr txBox="1"/>
          <p:nvPr/>
        </p:nvSpPr>
        <p:spPr>
          <a:xfrm>
            <a:off x="5492684" y="2200191"/>
            <a:ext cx="1170513" cy="707886"/>
          </a:xfrm>
          <a:prstGeom prst="rect">
            <a:avLst/>
          </a:prstGeom>
          <a:noFill/>
        </p:spPr>
        <p:txBody>
          <a:bodyPr wrap="none" rtlCol="0">
            <a:spAutoFit/>
          </a:bodyPr>
          <a:lstStyle/>
          <a:p>
            <a:r>
              <a:rPr lang="en-US" altLang="zh-CN" sz="4000" dirty="0">
                <a:solidFill>
                  <a:srgbClr val="219980"/>
                </a:solidFill>
                <a:latin typeface="Impact" panose="020B0806030902050204" pitchFamily="34" charset="0"/>
              </a:rPr>
              <a:t>2014</a:t>
            </a:r>
            <a:endParaRPr lang="zh-CN" altLang="en-US" sz="4000" dirty="0">
              <a:solidFill>
                <a:srgbClr val="219980"/>
              </a:solidFill>
              <a:latin typeface="Impact" panose="020B0806030902050204" pitchFamily="34" charset="0"/>
            </a:endParaRPr>
          </a:p>
        </p:txBody>
      </p:sp>
      <p:sp>
        <p:nvSpPr>
          <p:cNvPr id="216" name="文本框 215"/>
          <p:cNvSpPr txBox="1"/>
          <p:nvPr/>
        </p:nvSpPr>
        <p:spPr>
          <a:xfrm>
            <a:off x="7710917" y="2200191"/>
            <a:ext cx="1189749" cy="707886"/>
          </a:xfrm>
          <a:prstGeom prst="rect">
            <a:avLst/>
          </a:prstGeom>
          <a:noFill/>
        </p:spPr>
        <p:txBody>
          <a:bodyPr wrap="none" rtlCol="0">
            <a:spAutoFit/>
          </a:bodyPr>
          <a:lstStyle/>
          <a:p>
            <a:r>
              <a:rPr lang="en-US" altLang="zh-CN" sz="4000" dirty="0">
                <a:solidFill>
                  <a:srgbClr val="EB6B5C"/>
                </a:solidFill>
                <a:latin typeface="Impact" panose="020B0806030902050204" pitchFamily="34" charset="0"/>
              </a:rPr>
              <a:t>2015</a:t>
            </a:r>
            <a:endParaRPr lang="zh-CN" altLang="en-US" sz="4000" dirty="0">
              <a:solidFill>
                <a:srgbClr val="EB6B5C"/>
              </a:solidFill>
              <a:latin typeface="Impact" panose="020B0806030902050204" pitchFamily="34" charset="0"/>
            </a:endParaRPr>
          </a:p>
        </p:txBody>
      </p:sp>
      <p:sp>
        <p:nvSpPr>
          <p:cNvPr id="217" name="文本框 216"/>
          <p:cNvSpPr txBox="1"/>
          <p:nvPr/>
        </p:nvSpPr>
        <p:spPr>
          <a:xfrm>
            <a:off x="9833809" y="2200191"/>
            <a:ext cx="1191352" cy="707886"/>
          </a:xfrm>
          <a:prstGeom prst="rect">
            <a:avLst/>
          </a:prstGeom>
          <a:noFill/>
        </p:spPr>
        <p:txBody>
          <a:bodyPr wrap="none" rtlCol="0">
            <a:spAutoFit/>
          </a:bodyPr>
          <a:lstStyle/>
          <a:p>
            <a:r>
              <a:rPr lang="en-US" altLang="zh-CN" sz="4000" dirty="0">
                <a:solidFill>
                  <a:srgbClr val="F8841D"/>
                </a:solidFill>
                <a:latin typeface="Impact" panose="020B0806030902050204" pitchFamily="34" charset="0"/>
              </a:rPr>
              <a:t>2016</a:t>
            </a:r>
            <a:endParaRPr lang="zh-CN" altLang="en-US" sz="4000" dirty="0">
              <a:solidFill>
                <a:srgbClr val="F8841D"/>
              </a:solidFill>
              <a:latin typeface="Impact" panose="020B0806030902050204" pitchFamily="34" charset="0"/>
            </a:endParaRPr>
          </a:p>
        </p:txBody>
      </p:sp>
      <p:sp>
        <p:nvSpPr>
          <p:cNvPr id="73" name="矩形 39"/>
          <p:cNvSpPr/>
          <p:nvPr/>
        </p:nvSpPr>
        <p:spPr>
          <a:xfrm>
            <a:off x="0" y="203088"/>
            <a:ext cx="1261884" cy="523220"/>
          </a:xfrm>
          <a:prstGeom prst="rect">
            <a:avLst/>
          </a:prstGeom>
          <a:noFill/>
        </p:spPr>
        <p:txBody>
          <a:bodyPr wrap="none" rtlCol="0">
            <a:spAutoFit/>
          </a:bodyPr>
          <a:lstStyle/>
          <a:p>
            <a:r>
              <a:rPr lang="zh-CN" altLang="en-US" sz="2800" b="1" dirty="0">
                <a:solidFill>
                  <a:schemeClr val="tx1">
                    <a:lumMod val="65000"/>
                    <a:lumOff val="35000"/>
                  </a:schemeClr>
                </a:solidFill>
              </a:rPr>
              <a:t>时间线</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3046140899"/>
      </p:ext>
    </p:extLst>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 name="Freeform 5"/>
          <p:cNvSpPr>
            <a:spLocks/>
          </p:cNvSpPr>
          <p:nvPr/>
        </p:nvSpPr>
        <p:spPr bwMode="auto">
          <a:xfrm>
            <a:off x="713497" y="3517687"/>
            <a:ext cx="2127373" cy="224416"/>
          </a:xfrm>
          <a:custGeom>
            <a:avLst/>
            <a:gdLst>
              <a:gd name="T0" fmla="*/ 888 w 929"/>
              <a:gd name="T1" fmla="*/ 98 h 98"/>
              <a:gd name="T2" fmla="*/ 444 w 929"/>
              <a:gd name="T3" fmla="*/ 98 h 98"/>
              <a:gd name="T4" fmla="*/ 0 w 929"/>
              <a:gd name="T5" fmla="*/ 98 h 98"/>
              <a:gd name="T6" fmla="*/ 41 w 929"/>
              <a:gd name="T7" fmla="*/ 49 h 98"/>
              <a:gd name="T8" fmla="*/ 0 w 929"/>
              <a:gd name="T9" fmla="*/ 0 h 98"/>
              <a:gd name="T10" fmla="*/ 444 w 929"/>
              <a:gd name="T11" fmla="*/ 0 h 98"/>
              <a:gd name="T12" fmla="*/ 888 w 929"/>
              <a:gd name="T13" fmla="*/ 0 h 98"/>
              <a:gd name="T14" fmla="*/ 929 w 929"/>
              <a:gd name="T15" fmla="*/ 49 h 98"/>
              <a:gd name="T16" fmla="*/ 888 w 929"/>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9" h="98">
                <a:moveTo>
                  <a:pt x="888" y="98"/>
                </a:moveTo>
                <a:lnTo>
                  <a:pt x="444" y="98"/>
                </a:lnTo>
                <a:lnTo>
                  <a:pt x="0" y="98"/>
                </a:lnTo>
                <a:lnTo>
                  <a:pt x="41" y="49"/>
                </a:lnTo>
                <a:lnTo>
                  <a:pt x="0" y="0"/>
                </a:lnTo>
                <a:lnTo>
                  <a:pt x="444" y="0"/>
                </a:lnTo>
                <a:lnTo>
                  <a:pt x="888" y="0"/>
                </a:lnTo>
                <a:lnTo>
                  <a:pt x="929" y="49"/>
                </a:lnTo>
                <a:lnTo>
                  <a:pt x="888" y="98"/>
                </a:lnTo>
                <a:close/>
              </a:path>
            </a:pathLst>
          </a:custGeom>
          <a:solidFill>
            <a:srgbClr val="3A8FCB"/>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6"/>
          <p:cNvSpPr>
            <a:spLocks/>
          </p:cNvSpPr>
          <p:nvPr/>
        </p:nvSpPr>
        <p:spPr bwMode="auto">
          <a:xfrm>
            <a:off x="2875218" y="3517687"/>
            <a:ext cx="2122793" cy="224416"/>
          </a:xfrm>
          <a:custGeom>
            <a:avLst/>
            <a:gdLst>
              <a:gd name="T0" fmla="*/ 888 w 927"/>
              <a:gd name="T1" fmla="*/ 98 h 98"/>
              <a:gd name="T2" fmla="*/ 444 w 927"/>
              <a:gd name="T3" fmla="*/ 98 h 98"/>
              <a:gd name="T4" fmla="*/ 0 w 927"/>
              <a:gd name="T5" fmla="*/ 98 h 98"/>
              <a:gd name="T6" fmla="*/ 39 w 927"/>
              <a:gd name="T7" fmla="*/ 49 h 98"/>
              <a:gd name="T8" fmla="*/ 0 w 927"/>
              <a:gd name="T9" fmla="*/ 0 h 98"/>
              <a:gd name="T10" fmla="*/ 444 w 927"/>
              <a:gd name="T11" fmla="*/ 0 h 98"/>
              <a:gd name="T12" fmla="*/ 888 w 927"/>
              <a:gd name="T13" fmla="*/ 0 h 98"/>
              <a:gd name="T14" fmla="*/ 927 w 927"/>
              <a:gd name="T15" fmla="*/ 49 h 98"/>
              <a:gd name="T16" fmla="*/ 888 w 92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7" h="98">
                <a:moveTo>
                  <a:pt x="888" y="98"/>
                </a:moveTo>
                <a:lnTo>
                  <a:pt x="444" y="98"/>
                </a:lnTo>
                <a:lnTo>
                  <a:pt x="0" y="98"/>
                </a:lnTo>
                <a:lnTo>
                  <a:pt x="39" y="49"/>
                </a:lnTo>
                <a:lnTo>
                  <a:pt x="0" y="0"/>
                </a:lnTo>
                <a:lnTo>
                  <a:pt x="444" y="0"/>
                </a:lnTo>
                <a:lnTo>
                  <a:pt x="888" y="0"/>
                </a:lnTo>
                <a:lnTo>
                  <a:pt x="927" y="49"/>
                </a:lnTo>
                <a:lnTo>
                  <a:pt x="888" y="98"/>
                </a:lnTo>
                <a:close/>
              </a:path>
            </a:pathLst>
          </a:custGeom>
          <a:solidFill>
            <a:srgbClr val="4BB56D"/>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7"/>
          <p:cNvSpPr>
            <a:spLocks/>
          </p:cNvSpPr>
          <p:nvPr/>
        </p:nvSpPr>
        <p:spPr bwMode="auto">
          <a:xfrm>
            <a:off x="5032360" y="3517687"/>
            <a:ext cx="2125082" cy="224416"/>
          </a:xfrm>
          <a:custGeom>
            <a:avLst/>
            <a:gdLst>
              <a:gd name="T0" fmla="*/ 888 w 928"/>
              <a:gd name="T1" fmla="*/ 98 h 98"/>
              <a:gd name="T2" fmla="*/ 444 w 928"/>
              <a:gd name="T3" fmla="*/ 98 h 98"/>
              <a:gd name="T4" fmla="*/ 0 w 928"/>
              <a:gd name="T5" fmla="*/ 98 h 98"/>
              <a:gd name="T6" fmla="*/ 39 w 928"/>
              <a:gd name="T7" fmla="*/ 49 h 98"/>
              <a:gd name="T8" fmla="*/ 0 w 928"/>
              <a:gd name="T9" fmla="*/ 0 h 98"/>
              <a:gd name="T10" fmla="*/ 444 w 928"/>
              <a:gd name="T11" fmla="*/ 0 h 98"/>
              <a:gd name="T12" fmla="*/ 888 w 928"/>
              <a:gd name="T13" fmla="*/ 0 h 98"/>
              <a:gd name="T14" fmla="*/ 928 w 928"/>
              <a:gd name="T15" fmla="*/ 49 h 98"/>
              <a:gd name="T16" fmla="*/ 888 w 928"/>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8" h="98">
                <a:moveTo>
                  <a:pt x="888" y="98"/>
                </a:moveTo>
                <a:lnTo>
                  <a:pt x="444" y="98"/>
                </a:lnTo>
                <a:lnTo>
                  <a:pt x="0" y="98"/>
                </a:lnTo>
                <a:lnTo>
                  <a:pt x="39" y="49"/>
                </a:lnTo>
                <a:lnTo>
                  <a:pt x="0" y="0"/>
                </a:lnTo>
                <a:lnTo>
                  <a:pt x="444" y="0"/>
                </a:lnTo>
                <a:lnTo>
                  <a:pt x="888" y="0"/>
                </a:lnTo>
                <a:lnTo>
                  <a:pt x="928" y="49"/>
                </a:lnTo>
                <a:lnTo>
                  <a:pt x="888" y="98"/>
                </a:lnTo>
                <a:close/>
              </a:path>
            </a:pathLst>
          </a:custGeom>
          <a:solidFill>
            <a:srgbClr val="219980"/>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8"/>
          <p:cNvSpPr>
            <a:spLocks/>
          </p:cNvSpPr>
          <p:nvPr/>
        </p:nvSpPr>
        <p:spPr bwMode="auto">
          <a:xfrm>
            <a:off x="7189501" y="3517687"/>
            <a:ext cx="2125082" cy="224416"/>
          </a:xfrm>
          <a:custGeom>
            <a:avLst/>
            <a:gdLst>
              <a:gd name="T0" fmla="*/ 889 w 928"/>
              <a:gd name="T1" fmla="*/ 98 h 98"/>
              <a:gd name="T2" fmla="*/ 444 w 928"/>
              <a:gd name="T3" fmla="*/ 98 h 98"/>
              <a:gd name="T4" fmla="*/ 0 w 928"/>
              <a:gd name="T5" fmla="*/ 98 h 98"/>
              <a:gd name="T6" fmla="*/ 40 w 928"/>
              <a:gd name="T7" fmla="*/ 49 h 98"/>
              <a:gd name="T8" fmla="*/ 0 w 928"/>
              <a:gd name="T9" fmla="*/ 0 h 98"/>
              <a:gd name="T10" fmla="*/ 444 w 928"/>
              <a:gd name="T11" fmla="*/ 0 h 98"/>
              <a:gd name="T12" fmla="*/ 889 w 928"/>
              <a:gd name="T13" fmla="*/ 0 h 98"/>
              <a:gd name="T14" fmla="*/ 928 w 928"/>
              <a:gd name="T15" fmla="*/ 49 h 98"/>
              <a:gd name="T16" fmla="*/ 889 w 928"/>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8" h="98">
                <a:moveTo>
                  <a:pt x="889" y="98"/>
                </a:moveTo>
                <a:lnTo>
                  <a:pt x="444" y="98"/>
                </a:lnTo>
                <a:lnTo>
                  <a:pt x="0" y="98"/>
                </a:lnTo>
                <a:lnTo>
                  <a:pt x="40" y="49"/>
                </a:lnTo>
                <a:lnTo>
                  <a:pt x="0" y="0"/>
                </a:lnTo>
                <a:lnTo>
                  <a:pt x="444" y="0"/>
                </a:lnTo>
                <a:lnTo>
                  <a:pt x="889" y="0"/>
                </a:lnTo>
                <a:lnTo>
                  <a:pt x="928" y="49"/>
                </a:lnTo>
                <a:lnTo>
                  <a:pt x="889" y="98"/>
                </a:lnTo>
                <a:close/>
              </a:path>
            </a:pathLst>
          </a:custGeom>
          <a:solidFill>
            <a:srgbClr val="EB6B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9"/>
          <p:cNvSpPr>
            <a:spLocks/>
          </p:cNvSpPr>
          <p:nvPr/>
        </p:nvSpPr>
        <p:spPr bwMode="auto">
          <a:xfrm>
            <a:off x="9348931" y="3517687"/>
            <a:ext cx="2122793" cy="224416"/>
          </a:xfrm>
          <a:custGeom>
            <a:avLst/>
            <a:gdLst>
              <a:gd name="T0" fmla="*/ 888 w 927"/>
              <a:gd name="T1" fmla="*/ 98 h 98"/>
              <a:gd name="T2" fmla="*/ 444 w 927"/>
              <a:gd name="T3" fmla="*/ 98 h 98"/>
              <a:gd name="T4" fmla="*/ 0 w 927"/>
              <a:gd name="T5" fmla="*/ 98 h 98"/>
              <a:gd name="T6" fmla="*/ 39 w 927"/>
              <a:gd name="T7" fmla="*/ 49 h 98"/>
              <a:gd name="T8" fmla="*/ 0 w 927"/>
              <a:gd name="T9" fmla="*/ 0 h 98"/>
              <a:gd name="T10" fmla="*/ 444 w 927"/>
              <a:gd name="T11" fmla="*/ 0 h 98"/>
              <a:gd name="T12" fmla="*/ 888 w 927"/>
              <a:gd name="T13" fmla="*/ 0 h 98"/>
              <a:gd name="T14" fmla="*/ 927 w 927"/>
              <a:gd name="T15" fmla="*/ 49 h 98"/>
              <a:gd name="T16" fmla="*/ 888 w 92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7" h="98">
                <a:moveTo>
                  <a:pt x="888" y="98"/>
                </a:moveTo>
                <a:lnTo>
                  <a:pt x="444" y="98"/>
                </a:lnTo>
                <a:lnTo>
                  <a:pt x="0" y="98"/>
                </a:lnTo>
                <a:lnTo>
                  <a:pt x="39" y="49"/>
                </a:lnTo>
                <a:lnTo>
                  <a:pt x="0" y="0"/>
                </a:lnTo>
                <a:lnTo>
                  <a:pt x="444" y="0"/>
                </a:lnTo>
                <a:lnTo>
                  <a:pt x="888" y="0"/>
                </a:lnTo>
                <a:lnTo>
                  <a:pt x="927" y="49"/>
                </a:lnTo>
                <a:lnTo>
                  <a:pt x="888" y="98"/>
                </a:ln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Rectangle 30"/>
          <p:cNvSpPr>
            <a:spLocks noChangeArrowheads="1"/>
          </p:cNvSpPr>
          <p:nvPr/>
        </p:nvSpPr>
        <p:spPr bwMode="auto">
          <a:xfrm>
            <a:off x="1762298" y="3629896"/>
            <a:ext cx="34350" cy="762557"/>
          </a:xfrm>
          <a:prstGeom prst="rect">
            <a:avLst/>
          </a:prstGeom>
          <a:solidFill>
            <a:srgbClr val="3A8FCB"/>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117" name="Rectangle 31"/>
          <p:cNvSpPr>
            <a:spLocks noChangeArrowheads="1"/>
          </p:cNvSpPr>
          <p:nvPr/>
        </p:nvSpPr>
        <p:spPr bwMode="auto">
          <a:xfrm>
            <a:off x="3926309" y="2869629"/>
            <a:ext cx="22900" cy="760266"/>
          </a:xfrm>
          <a:prstGeom prst="rect">
            <a:avLst/>
          </a:prstGeom>
          <a:solidFill>
            <a:srgbClr val="4BB56D"/>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118" name="Rectangle 32"/>
          <p:cNvSpPr>
            <a:spLocks noChangeArrowheads="1"/>
          </p:cNvSpPr>
          <p:nvPr/>
        </p:nvSpPr>
        <p:spPr bwMode="auto">
          <a:xfrm>
            <a:off x="6083450" y="3629896"/>
            <a:ext cx="22900" cy="762557"/>
          </a:xfrm>
          <a:prstGeom prst="rect">
            <a:avLst/>
          </a:prstGeom>
          <a:solidFill>
            <a:srgbClr val="219980"/>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121" name="Rectangle 33"/>
          <p:cNvSpPr>
            <a:spLocks noChangeArrowheads="1"/>
          </p:cNvSpPr>
          <p:nvPr/>
        </p:nvSpPr>
        <p:spPr bwMode="auto">
          <a:xfrm>
            <a:off x="8240591" y="2869629"/>
            <a:ext cx="22900" cy="760266"/>
          </a:xfrm>
          <a:prstGeom prst="rect">
            <a:avLst/>
          </a:prstGeom>
          <a:solidFill>
            <a:srgbClr val="DF695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Rectangle 34"/>
          <p:cNvSpPr>
            <a:spLocks noChangeArrowheads="1"/>
          </p:cNvSpPr>
          <p:nvPr/>
        </p:nvSpPr>
        <p:spPr bwMode="auto">
          <a:xfrm>
            <a:off x="10400023" y="3629896"/>
            <a:ext cx="20610" cy="762557"/>
          </a:xfrm>
          <a:prstGeom prst="rect">
            <a:avLst/>
          </a:pr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Oval 35"/>
          <p:cNvSpPr>
            <a:spLocks noChangeArrowheads="1"/>
          </p:cNvSpPr>
          <p:nvPr/>
        </p:nvSpPr>
        <p:spPr bwMode="auto">
          <a:xfrm>
            <a:off x="3486637" y="1969675"/>
            <a:ext cx="899955" cy="902244"/>
          </a:xfrm>
          <a:prstGeom prst="ellipse">
            <a:avLst/>
          </a:prstGeom>
          <a:solidFill>
            <a:srgbClr val="4BB56D"/>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36"/>
          <p:cNvSpPr>
            <a:spLocks/>
          </p:cNvSpPr>
          <p:nvPr/>
        </p:nvSpPr>
        <p:spPr bwMode="auto">
          <a:xfrm>
            <a:off x="4086606" y="2249050"/>
            <a:ext cx="98469" cy="160297"/>
          </a:xfrm>
          <a:custGeom>
            <a:avLst/>
            <a:gdLst>
              <a:gd name="T0" fmla="*/ 10 w 35"/>
              <a:gd name="T1" fmla="*/ 51 h 57"/>
              <a:gd name="T2" fmla="*/ 10 w 35"/>
              <a:gd name="T3" fmla="*/ 50 h 57"/>
              <a:gd name="T4" fmla="*/ 10 w 35"/>
              <a:gd name="T5" fmla="*/ 50 h 57"/>
              <a:gd name="T6" fmla="*/ 10 w 35"/>
              <a:gd name="T7" fmla="*/ 48 h 57"/>
              <a:gd name="T8" fmla="*/ 10 w 35"/>
              <a:gd name="T9" fmla="*/ 45 h 57"/>
              <a:gd name="T10" fmla="*/ 9 w 35"/>
              <a:gd name="T11" fmla="*/ 43 h 57"/>
              <a:gd name="T12" fmla="*/ 9 w 35"/>
              <a:gd name="T13" fmla="*/ 40 h 57"/>
              <a:gd name="T14" fmla="*/ 9 w 35"/>
              <a:gd name="T15" fmla="*/ 37 h 57"/>
              <a:gd name="T16" fmla="*/ 8 w 35"/>
              <a:gd name="T17" fmla="*/ 34 h 57"/>
              <a:gd name="T18" fmla="*/ 8 w 35"/>
              <a:gd name="T19" fmla="*/ 32 h 57"/>
              <a:gd name="T20" fmla="*/ 7 w 35"/>
              <a:gd name="T21" fmla="*/ 29 h 57"/>
              <a:gd name="T22" fmla="*/ 6 w 35"/>
              <a:gd name="T23" fmla="*/ 27 h 57"/>
              <a:gd name="T24" fmla="*/ 6 w 35"/>
              <a:gd name="T25" fmla="*/ 24 h 57"/>
              <a:gd name="T26" fmla="*/ 5 w 35"/>
              <a:gd name="T27" fmla="*/ 22 h 57"/>
              <a:gd name="T28" fmla="*/ 4 w 35"/>
              <a:gd name="T29" fmla="*/ 19 h 57"/>
              <a:gd name="T30" fmla="*/ 4 w 35"/>
              <a:gd name="T31" fmla="*/ 17 h 57"/>
              <a:gd name="T32" fmla="*/ 3 w 35"/>
              <a:gd name="T33" fmla="*/ 15 h 57"/>
              <a:gd name="T34" fmla="*/ 2 w 35"/>
              <a:gd name="T35" fmla="*/ 12 h 57"/>
              <a:gd name="T36" fmla="*/ 1 w 35"/>
              <a:gd name="T37" fmla="*/ 10 h 57"/>
              <a:gd name="T38" fmla="*/ 4 w 35"/>
              <a:gd name="T39" fmla="*/ 2 h 57"/>
              <a:gd name="T40" fmla="*/ 6 w 35"/>
              <a:gd name="T41" fmla="*/ 1 h 57"/>
              <a:gd name="T42" fmla="*/ 9 w 35"/>
              <a:gd name="T43" fmla="*/ 0 h 57"/>
              <a:gd name="T44" fmla="*/ 14 w 35"/>
              <a:gd name="T45" fmla="*/ 2 h 57"/>
              <a:gd name="T46" fmla="*/ 35 w 35"/>
              <a:gd name="T47" fmla="*/ 50 h 57"/>
              <a:gd name="T48" fmla="*/ 33 w 35"/>
              <a:gd name="T49" fmla="*/ 55 h 57"/>
              <a:gd name="T50" fmla="*/ 29 w 35"/>
              <a:gd name="T51" fmla="*/ 57 h 57"/>
              <a:gd name="T52" fmla="*/ 17 w 35"/>
              <a:gd name="T53" fmla="*/ 57 h 57"/>
              <a:gd name="T54" fmla="*/ 10 w 35"/>
              <a:gd name="T55" fmla="*/ 5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 h="57">
                <a:moveTo>
                  <a:pt x="10" y="51"/>
                </a:moveTo>
                <a:cubicBezTo>
                  <a:pt x="10" y="51"/>
                  <a:pt x="10" y="51"/>
                  <a:pt x="10" y="50"/>
                </a:cubicBezTo>
                <a:cubicBezTo>
                  <a:pt x="10" y="50"/>
                  <a:pt x="10" y="50"/>
                  <a:pt x="10" y="50"/>
                </a:cubicBezTo>
                <a:cubicBezTo>
                  <a:pt x="10" y="49"/>
                  <a:pt x="10" y="48"/>
                  <a:pt x="10" y="48"/>
                </a:cubicBezTo>
                <a:cubicBezTo>
                  <a:pt x="10" y="47"/>
                  <a:pt x="10" y="46"/>
                  <a:pt x="10" y="45"/>
                </a:cubicBezTo>
                <a:cubicBezTo>
                  <a:pt x="10" y="44"/>
                  <a:pt x="9" y="43"/>
                  <a:pt x="9" y="43"/>
                </a:cubicBezTo>
                <a:cubicBezTo>
                  <a:pt x="9" y="42"/>
                  <a:pt x="9" y="41"/>
                  <a:pt x="9" y="40"/>
                </a:cubicBezTo>
                <a:cubicBezTo>
                  <a:pt x="9" y="39"/>
                  <a:pt x="9" y="38"/>
                  <a:pt x="9" y="37"/>
                </a:cubicBezTo>
                <a:cubicBezTo>
                  <a:pt x="8" y="36"/>
                  <a:pt x="8" y="35"/>
                  <a:pt x="8" y="34"/>
                </a:cubicBezTo>
                <a:cubicBezTo>
                  <a:pt x="8" y="34"/>
                  <a:pt x="8" y="33"/>
                  <a:pt x="8" y="32"/>
                </a:cubicBezTo>
                <a:cubicBezTo>
                  <a:pt x="7" y="31"/>
                  <a:pt x="7" y="30"/>
                  <a:pt x="7" y="29"/>
                </a:cubicBezTo>
                <a:cubicBezTo>
                  <a:pt x="7" y="29"/>
                  <a:pt x="7" y="28"/>
                  <a:pt x="6" y="27"/>
                </a:cubicBezTo>
                <a:cubicBezTo>
                  <a:pt x="6" y="26"/>
                  <a:pt x="6" y="25"/>
                  <a:pt x="6" y="24"/>
                </a:cubicBezTo>
                <a:cubicBezTo>
                  <a:pt x="6" y="24"/>
                  <a:pt x="5" y="23"/>
                  <a:pt x="5" y="22"/>
                </a:cubicBezTo>
                <a:cubicBezTo>
                  <a:pt x="5" y="21"/>
                  <a:pt x="5" y="20"/>
                  <a:pt x="4" y="19"/>
                </a:cubicBezTo>
                <a:cubicBezTo>
                  <a:pt x="4" y="19"/>
                  <a:pt x="4" y="18"/>
                  <a:pt x="4" y="17"/>
                </a:cubicBezTo>
                <a:cubicBezTo>
                  <a:pt x="3" y="16"/>
                  <a:pt x="3" y="15"/>
                  <a:pt x="3" y="15"/>
                </a:cubicBezTo>
                <a:cubicBezTo>
                  <a:pt x="2" y="14"/>
                  <a:pt x="2" y="13"/>
                  <a:pt x="2" y="12"/>
                </a:cubicBezTo>
                <a:cubicBezTo>
                  <a:pt x="2" y="12"/>
                  <a:pt x="1" y="11"/>
                  <a:pt x="1" y="10"/>
                </a:cubicBezTo>
                <a:cubicBezTo>
                  <a:pt x="0" y="7"/>
                  <a:pt x="1" y="3"/>
                  <a:pt x="4" y="2"/>
                </a:cubicBezTo>
                <a:cubicBezTo>
                  <a:pt x="5" y="1"/>
                  <a:pt x="5" y="1"/>
                  <a:pt x="6" y="1"/>
                </a:cubicBezTo>
                <a:cubicBezTo>
                  <a:pt x="7" y="0"/>
                  <a:pt x="8" y="0"/>
                  <a:pt x="9" y="0"/>
                </a:cubicBezTo>
                <a:cubicBezTo>
                  <a:pt x="11" y="0"/>
                  <a:pt x="12" y="1"/>
                  <a:pt x="14" y="2"/>
                </a:cubicBezTo>
                <a:cubicBezTo>
                  <a:pt x="25" y="16"/>
                  <a:pt x="33" y="32"/>
                  <a:pt x="35" y="50"/>
                </a:cubicBezTo>
                <a:cubicBezTo>
                  <a:pt x="35" y="52"/>
                  <a:pt x="35" y="54"/>
                  <a:pt x="33" y="55"/>
                </a:cubicBezTo>
                <a:cubicBezTo>
                  <a:pt x="32" y="57"/>
                  <a:pt x="30" y="57"/>
                  <a:pt x="29" y="57"/>
                </a:cubicBezTo>
                <a:cubicBezTo>
                  <a:pt x="17" y="57"/>
                  <a:pt x="17" y="57"/>
                  <a:pt x="17" y="57"/>
                </a:cubicBezTo>
                <a:cubicBezTo>
                  <a:pt x="13" y="57"/>
                  <a:pt x="10" y="55"/>
                  <a:pt x="10" y="51"/>
                </a:cubicBezTo>
                <a:close/>
              </a:path>
            </a:pathLst>
          </a:custGeom>
          <a:solidFill>
            <a:srgbClr val="F8F1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37"/>
          <p:cNvSpPr>
            <a:spLocks/>
          </p:cNvSpPr>
          <p:nvPr/>
        </p:nvSpPr>
        <p:spPr bwMode="auto">
          <a:xfrm>
            <a:off x="3683573" y="2246761"/>
            <a:ext cx="100758" cy="162588"/>
          </a:xfrm>
          <a:custGeom>
            <a:avLst/>
            <a:gdLst>
              <a:gd name="T0" fmla="*/ 32 w 36"/>
              <a:gd name="T1" fmla="*/ 17 h 58"/>
              <a:gd name="T2" fmla="*/ 31 w 36"/>
              <a:gd name="T3" fmla="*/ 20 h 58"/>
              <a:gd name="T4" fmla="*/ 30 w 36"/>
              <a:gd name="T5" fmla="*/ 23 h 58"/>
              <a:gd name="T6" fmla="*/ 30 w 36"/>
              <a:gd name="T7" fmla="*/ 25 h 58"/>
              <a:gd name="T8" fmla="*/ 29 w 36"/>
              <a:gd name="T9" fmla="*/ 28 h 58"/>
              <a:gd name="T10" fmla="*/ 28 w 36"/>
              <a:gd name="T11" fmla="*/ 30 h 58"/>
              <a:gd name="T12" fmla="*/ 28 w 36"/>
              <a:gd name="T13" fmla="*/ 33 h 58"/>
              <a:gd name="T14" fmla="*/ 27 w 36"/>
              <a:gd name="T15" fmla="*/ 35 h 58"/>
              <a:gd name="T16" fmla="*/ 27 w 36"/>
              <a:gd name="T17" fmla="*/ 38 h 58"/>
              <a:gd name="T18" fmla="*/ 26 w 36"/>
              <a:gd name="T19" fmla="*/ 41 h 58"/>
              <a:gd name="T20" fmla="*/ 26 w 36"/>
              <a:gd name="T21" fmla="*/ 44 h 58"/>
              <a:gd name="T22" fmla="*/ 26 w 36"/>
              <a:gd name="T23" fmla="*/ 46 h 58"/>
              <a:gd name="T24" fmla="*/ 25 w 36"/>
              <a:gd name="T25" fmla="*/ 49 h 58"/>
              <a:gd name="T26" fmla="*/ 25 w 36"/>
              <a:gd name="T27" fmla="*/ 51 h 58"/>
              <a:gd name="T28" fmla="*/ 25 w 36"/>
              <a:gd name="T29" fmla="*/ 51 h 58"/>
              <a:gd name="T30" fmla="*/ 25 w 36"/>
              <a:gd name="T31" fmla="*/ 52 h 58"/>
              <a:gd name="T32" fmla="*/ 19 w 36"/>
              <a:gd name="T33" fmla="*/ 58 h 58"/>
              <a:gd name="T34" fmla="*/ 7 w 36"/>
              <a:gd name="T35" fmla="*/ 58 h 58"/>
              <a:gd name="T36" fmla="*/ 2 w 36"/>
              <a:gd name="T37" fmla="*/ 56 h 58"/>
              <a:gd name="T38" fmla="*/ 0 w 36"/>
              <a:gd name="T39" fmla="*/ 51 h 58"/>
              <a:gd name="T40" fmla="*/ 22 w 36"/>
              <a:gd name="T41" fmla="*/ 3 h 58"/>
              <a:gd name="T42" fmla="*/ 30 w 36"/>
              <a:gd name="T43" fmla="*/ 2 h 58"/>
              <a:gd name="T44" fmla="*/ 31 w 36"/>
              <a:gd name="T45" fmla="*/ 3 h 58"/>
              <a:gd name="T46" fmla="*/ 34 w 36"/>
              <a:gd name="T47" fmla="*/ 11 h 58"/>
              <a:gd name="T48" fmla="*/ 34 w 36"/>
              <a:gd name="T49" fmla="*/ 12 h 58"/>
              <a:gd name="T50" fmla="*/ 33 w 36"/>
              <a:gd name="T51" fmla="*/ 16 h 58"/>
              <a:gd name="T52" fmla="*/ 32 w 36"/>
              <a:gd name="T53" fmla="*/ 1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6" h="58">
                <a:moveTo>
                  <a:pt x="32" y="17"/>
                </a:moveTo>
                <a:cubicBezTo>
                  <a:pt x="32" y="18"/>
                  <a:pt x="31" y="19"/>
                  <a:pt x="31" y="20"/>
                </a:cubicBezTo>
                <a:cubicBezTo>
                  <a:pt x="31" y="21"/>
                  <a:pt x="31" y="22"/>
                  <a:pt x="30" y="23"/>
                </a:cubicBezTo>
                <a:cubicBezTo>
                  <a:pt x="30" y="24"/>
                  <a:pt x="30" y="24"/>
                  <a:pt x="30" y="25"/>
                </a:cubicBezTo>
                <a:cubicBezTo>
                  <a:pt x="29" y="26"/>
                  <a:pt x="29" y="27"/>
                  <a:pt x="29" y="28"/>
                </a:cubicBezTo>
                <a:cubicBezTo>
                  <a:pt x="29" y="29"/>
                  <a:pt x="29" y="30"/>
                  <a:pt x="28" y="30"/>
                </a:cubicBezTo>
                <a:cubicBezTo>
                  <a:pt x="28" y="31"/>
                  <a:pt x="28" y="32"/>
                  <a:pt x="28" y="33"/>
                </a:cubicBezTo>
                <a:cubicBezTo>
                  <a:pt x="28" y="34"/>
                  <a:pt x="27" y="35"/>
                  <a:pt x="27" y="35"/>
                </a:cubicBezTo>
                <a:cubicBezTo>
                  <a:pt x="27" y="36"/>
                  <a:pt x="27" y="37"/>
                  <a:pt x="27" y="38"/>
                </a:cubicBezTo>
                <a:cubicBezTo>
                  <a:pt x="27" y="39"/>
                  <a:pt x="27" y="40"/>
                  <a:pt x="26" y="41"/>
                </a:cubicBezTo>
                <a:cubicBezTo>
                  <a:pt x="26" y="42"/>
                  <a:pt x="26" y="43"/>
                  <a:pt x="26" y="44"/>
                </a:cubicBezTo>
                <a:cubicBezTo>
                  <a:pt x="26" y="44"/>
                  <a:pt x="26" y="45"/>
                  <a:pt x="26" y="46"/>
                </a:cubicBezTo>
                <a:cubicBezTo>
                  <a:pt x="26" y="47"/>
                  <a:pt x="26" y="48"/>
                  <a:pt x="25" y="49"/>
                </a:cubicBezTo>
                <a:cubicBezTo>
                  <a:pt x="25" y="50"/>
                  <a:pt x="25" y="50"/>
                  <a:pt x="25" y="51"/>
                </a:cubicBezTo>
                <a:cubicBezTo>
                  <a:pt x="25" y="51"/>
                  <a:pt x="25" y="51"/>
                  <a:pt x="25" y="51"/>
                </a:cubicBezTo>
                <a:cubicBezTo>
                  <a:pt x="25" y="52"/>
                  <a:pt x="25" y="52"/>
                  <a:pt x="25" y="52"/>
                </a:cubicBezTo>
                <a:cubicBezTo>
                  <a:pt x="25" y="56"/>
                  <a:pt x="22" y="58"/>
                  <a:pt x="19" y="58"/>
                </a:cubicBezTo>
                <a:cubicBezTo>
                  <a:pt x="7" y="58"/>
                  <a:pt x="7" y="58"/>
                  <a:pt x="7" y="58"/>
                </a:cubicBezTo>
                <a:cubicBezTo>
                  <a:pt x="5" y="58"/>
                  <a:pt x="3" y="58"/>
                  <a:pt x="2" y="56"/>
                </a:cubicBezTo>
                <a:cubicBezTo>
                  <a:pt x="1" y="55"/>
                  <a:pt x="0" y="53"/>
                  <a:pt x="0" y="51"/>
                </a:cubicBezTo>
                <a:cubicBezTo>
                  <a:pt x="2" y="33"/>
                  <a:pt x="10" y="17"/>
                  <a:pt x="22" y="3"/>
                </a:cubicBezTo>
                <a:cubicBezTo>
                  <a:pt x="24" y="1"/>
                  <a:pt x="27" y="0"/>
                  <a:pt x="30" y="2"/>
                </a:cubicBezTo>
                <a:cubicBezTo>
                  <a:pt x="30" y="2"/>
                  <a:pt x="31" y="2"/>
                  <a:pt x="31" y="3"/>
                </a:cubicBezTo>
                <a:cubicBezTo>
                  <a:pt x="34" y="4"/>
                  <a:pt x="36" y="8"/>
                  <a:pt x="34" y="11"/>
                </a:cubicBezTo>
                <a:cubicBezTo>
                  <a:pt x="34" y="11"/>
                  <a:pt x="34" y="12"/>
                  <a:pt x="34" y="12"/>
                </a:cubicBezTo>
                <a:cubicBezTo>
                  <a:pt x="33" y="13"/>
                  <a:pt x="33" y="14"/>
                  <a:pt x="33" y="16"/>
                </a:cubicBezTo>
                <a:cubicBezTo>
                  <a:pt x="32" y="16"/>
                  <a:pt x="32" y="17"/>
                  <a:pt x="32" y="17"/>
                </a:cubicBezTo>
                <a:close/>
              </a:path>
            </a:pathLst>
          </a:custGeom>
          <a:solidFill>
            <a:srgbClr val="F8F1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38"/>
          <p:cNvSpPr>
            <a:spLocks/>
          </p:cNvSpPr>
          <p:nvPr/>
        </p:nvSpPr>
        <p:spPr bwMode="auto">
          <a:xfrm>
            <a:off x="3944628" y="2274240"/>
            <a:ext cx="146557" cy="135108"/>
          </a:xfrm>
          <a:custGeom>
            <a:avLst/>
            <a:gdLst>
              <a:gd name="T0" fmla="*/ 46 w 52"/>
              <a:gd name="T1" fmla="*/ 48 h 48"/>
              <a:gd name="T2" fmla="*/ 7 w 52"/>
              <a:gd name="T3" fmla="*/ 48 h 48"/>
              <a:gd name="T4" fmla="*/ 0 w 52"/>
              <a:gd name="T5" fmla="*/ 42 h 48"/>
              <a:gd name="T6" fmla="*/ 0 w 52"/>
              <a:gd name="T7" fmla="*/ 12 h 48"/>
              <a:gd name="T8" fmla="*/ 6 w 52"/>
              <a:gd name="T9" fmla="*/ 5 h 48"/>
              <a:gd name="T10" fmla="*/ 7 w 52"/>
              <a:gd name="T11" fmla="*/ 5 h 48"/>
              <a:gd name="T12" fmla="*/ 8 w 52"/>
              <a:gd name="T13" fmla="*/ 5 h 48"/>
              <a:gd name="T14" fmla="*/ 14 w 52"/>
              <a:gd name="T15" fmla="*/ 5 h 48"/>
              <a:gd name="T16" fmla="*/ 14 w 52"/>
              <a:gd name="T17" fmla="*/ 5 h 48"/>
              <a:gd name="T18" fmla="*/ 20 w 52"/>
              <a:gd name="T19" fmla="*/ 4 h 48"/>
              <a:gd name="T20" fmla="*/ 22 w 52"/>
              <a:gd name="T21" fmla="*/ 3 h 48"/>
              <a:gd name="T22" fmla="*/ 27 w 52"/>
              <a:gd name="T23" fmla="*/ 2 h 48"/>
              <a:gd name="T24" fmla="*/ 29 w 52"/>
              <a:gd name="T25" fmla="*/ 2 h 48"/>
              <a:gd name="T26" fmla="*/ 31 w 52"/>
              <a:gd name="T27" fmla="*/ 1 h 48"/>
              <a:gd name="T28" fmla="*/ 32 w 52"/>
              <a:gd name="T29" fmla="*/ 1 h 48"/>
              <a:gd name="T30" fmla="*/ 36 w 52"/>
              <a:gd name="T31" fmla="*/ 0 h 48"/>
              <a:gd name="T32" fmla="*/ 38 w 52"/>
              <a:gd name="T33" fmla="*/ 0 h 48"/>
              <a:gd name="T34" fmla="*/ 44 w 52"/>
              <a:gd name="T35" fmla="*/ 4 h 48"/>
              <a:gd name="T36" fmla="*/ 44 w 52"/>
              <a:gd name="T37" fmla="*/ 5 h 48"/>
              <a:gd name="T38" fmla="*/ 45 w 52"/>
              <a:gd name="T39" fmla="*/ 8 h 48"/>
              <a:gd name="T40" fmla="*/ 45 w 52"/>
              <a:gd name="T41" fmla="*/ 9 h 48"/>
              <a:gd name="T42" fmla="*/ 51 w 52"/>
              <a:gd name="T43" fmla="*/ 32 h 48"/>
              <a:gd name="T44" fmla="*/ 51 w 52"/>
              <a:gd name="T45" fmla="*/ 33 h 48"/>
              <a:gd name="T46" fmla="*/ 52 w 52"/>
              <a:gd name="T47" fmla="*/ 37 h 48"/>
              <a:gd name="T48" fmla="*/ 52 w 52"/>
              <a:gd name="T49" fmla="*/ 39 h 48"/>
              <a:gd name="T50" fmla="*/ 52 w 52"/>
              <a:gd name="T51" fmla="*/ 42 h 48"/>
              <a:gd name="T52" fmla="*/ 51 w 52"/>
              <a:gd name="T53" fmla="*/ 46 h 48"/>
              <a:gd name="T54" fmla="*/ 46 w 52"/>
              <a:gd name="T55"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2" h="48">
                <a:moveTo>
                  <a:pt x="46" y="48"/>
                </a:moveTo>
                <a:cubicBezTo>
                  <a:pt x="7" y="48"/>
                  <a:pt x="7" y="48"/>
                  <a:pt x="7" y="48"/>
                </a:cubicBezTo>
                <a:cubicBezTo>
                  <a:pt x="3" y="48"/>
                  <a:pt x="0" y="45"/>
                  <a:pt x="0" y="42"/>
                </a:cubicBezTo>
                <a:cubicBezTo>
                  <a:pt x="0" y="12"/>
                  <a:pt x="0" y="12"/>
                  <a:pt x="0" y="12"/>
                </a:cubicBezTo>
                <a:cubicBezTo>
                  <a:pt x="0" y="8"/>
                  <a:pt x="3" y="6"/>
                  <a:pt x="6" y="5"/>
                </a:cubicBezTo>
                <a:cubicBezTo>
                  <a:pt x="6" y="5"/>
                  <a:pt x="7" y="5"/>
                  <a:pt x="7" y="5"/>
                </a:cubicBezTo>
                <a:cubicBezTo>
                  <a:pt x="7" y="5"/>
                  <a:pt x="8" y="5"/>
                  <a:pt x="8" y="5"/>
                </a:cubicBezTo>
                <a:cubicBezTo>
                  <a:pt x="10" y="5"/>
                  <a:pt x="12" y="5"/>
                  <a:pt x="14" y="5"/>
                </a:cubicBezTo>
                <a:cubicBezTo>
                  <a:pt x="14" y="5"/>
                  <a:pt x="14" y="5"/>
                  <a:pt x="14" y="5"/>
                </a:cubicBezTo>
                <a:cubicBezTo>
                  <a:pt x="16" y="4"/>
                  <a:pt x="18" y="4"/>
                  <a:pt x="20" y="4"/>
                </a:cubicBezTo>
                <a:cubicBezTo>
                  <a:pt x="21" y="3"/>
                  <a:pt x="22" y="3"/>
                  <a:pt x="22" y="3"/>
                </a:cubicBezTo>
                <a:cubicBezTo>
                  <a:pt x="24" y="3"/>
                  <a:pt x="26" y="2"/>
                  <a:pt x="27" y="2"/>
                </a:cubicBezTo>
                <a:cubicBezTo>
                  <a:pt x="28" y="2"/>
                  <a:pt x="29" y="2"/>
                  <a:pt x="29" y="2"/>
                </a:cubicBezTo>
                <a:cubicBezTo>
                  <a:pt x="30" y="2"/>
                  <a:pt x="30" y="1"/>
                  <a:pt x="31" y="1"/>
                </a:cubicBezTo>
                <a:cubicBezTo>
                  <a:pt x="31" y="1"/>
                  <a:pt x="31" y="1"/>
                  <a:pt x="32" y="1"/>
                </a:cubicBezTo>
                <a:cubicBezTo>
                  <a:pt x="33" y="1"/>
                  <a:pt x="34" y="0"/>
                  <a:pt x="36" y="0"/>
                </a:cubicBezTo>
                <a:cubicBezTo>
                  <a:pt x="36" y="0"/>
                  <a:pt x="37" y="0"/>
                  <a:pt x="38" y="0"/>
                </a:cubicBezTo>
                <a:cubicBezTo>
                  <a:pt x="40" y="0"/>
                  <a:pt x="43" y="1"/>
                  <a:pt x="44" y="4"/>
                </a:cubicBezTo>
                <a:cubicBezTo>
                  <a:pt x="44" y="4"/>
                  <a:pt x="44" y="5"/>
                  <a:pt x="44" y="5"/>
                </a:cubicBezTo>
                <a:cubicBezTo>
                  <a:pt x="45" y="6"/>
                  <a:pt x="45" y="7"/>
                  <a:pt x="45" y="8"/>
                </a:cubicBezTo>
                <a:cubicBezTo>
                  <a:pt x="45" y="8"/>
                  <a:pt x="45" y="9"/>
                  <a:pt x="45" y="9"/>
                </a:cubicBezTo>
                <a:cubicBezTo>
                  <a:pt x="48" y="16"/>
                  <a:pt x="50" y="24"/>
                  <a:pt x="51" y="32"/>
                </a:cubicBezTo>
                <a:cubicBezTo>
                  <a:pt x="51" y="33"/>
                  <a:pt x="51" y="33"/>
                  <a:pt x="51" y="33"/>
                </a:cubicBezTo>
                <a:cubicBezTo>
                  <a:pt x="52" y="35"/>
                  <a:pt x="52" y="36"/>
                  <a:pt x="52" y="37"/>
                </a:cubicBezTo>
                <a:cubicBezTo>
                  <a:pt x="52" y="38"/>
                  <a:pt x="52" y="38"/>
                  <a:pt x="52" y="39"/>
                </a:cubicBezTo>
                <a:cubicBezTo>
                  <a:pt x="52" y="40"/>
                  <a:pt x="52" y="41"/>
                  <a:pt x="52" y="42"/>
                </a:cubicBezTo>
                <a:cubicBezTo>
                  <a:pt x="52" y="43"/>
                  <a:pt x="52" y="45"/>
                  <a:pt x="51" y="46"/>
                </a:cubicBezTo>
                <a:cubicBezTo>
                  <a:pt x="49" y="48"/>
                  <a:pt x="48" y="48"/>
                  <a:pt x="46" y="48"/>
                </a:cubicBezTo>
                <a:close/>
              </a:path>
            </a:pathLst>
          </a:custGeom>
          <a:solidFill>
            <a:srgbClr val="F8F1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39"/>
          <p:cNvSpPr>
            <a:spLocks/>
          </p:cNvSpPr>
          <p:nvPr/>
        </p:nvSpPr>
        <p:spPr bwMode="auto">
          <a:xfrm>
            <a:off x="3775171" y="2274240"/>
            <a:ext cx="146557" cy="135108"/>
          </a:xfrm>
          <a:custGeom>
            <a:avLst/>
            <a:gdLst>
              <a:gd name="T0" fmla="*/ 52 w 52"/>
              <a:gd name="T1" fmla="*/ 12 h 48"/>
              <a:gd name="T2" fmla="*/ 52 w 52"/>
              <a:gd name="T3" fmla="*/ 42 h 48"/>
              <a:gd name="T4" fmla="*/ 46 w 52"/>
              <a:gd name="T5" fmla="*/ 48 h 48"/>
              <a:gd name="T6" fmla="*/ 7 w 52"/>
              <a:gd name="T7" fmla="*/ 48 h 48"/>
              <a:gd name="T8" fmla="*/ 2 w 52"/>
              <a:gd name="T9" fmla="*/ 46 h 48"/>
              <a:gd name="T10" fmla="*/ 0 w 52"/>
              <a:gd name="T11" fmla="*/ 42 h 48"/>
              <a:gd name="T12" fmla="*/ 0 w 52"/>
              <a:gd name="T13" fmla="*/ 39 h 48"/>
              <a:gd name="T14" fmla="*/ 0 w 52"/>
              <a:gd name="T15" fmla="*/ 37 h 48"/>
              <a:gd name="T16" fmla="*/ 1 w 52"/>
              <a:gd name="T17" fmla="*/ 33 h 48"/>
              <a:gd name="T18" fmla="*/ 1 w 52"/>
              <a:gd name="T19" fmla="*/ 32 h 48"/>
              <a:gd name="T20" fmla="*/ 7 w 52"/>
              <a:gd name="T21" fmla="*/ 9 h 48"/>
              <a:gd name="T22" fmla="*/ 7 w 52"/>
              <a:gd name="T23" fmla="*/ 8 h 48"/>
              <a:gd name="T24" fmla="*/ 8 w 52"/>
              <a:gd name="T25" fmla="*/ 5 h 48"/>
              <a:gd name="T26" fmla="*/ 9 w 52"/>
              <a:gd name="T27" fmla="*/ 4 h 48"/>
              <a:gd name="T28" fmla="*/ 15 w 52"/>
              <a:gd name="T29" fmla="*/ 0 h 48"/>
              <a:gd name="T30" fmla="*/ 15 w 52"/>
              <a:gd name="T31" fmla="*/ 0 h 48"/>
              <a:gd name="T32" fmla="*/ 17 w 52"/>
              <a:gd name="T33" fmla="*/ 0 h 48"/>
              <a:gd name="T34" fmla="*/ 21 w 52"/>
              <a:gd name="T35" fmla="*/ 1 h 48"/>
              <a:gd name="T36" fmla="*/ 22 w 52"/>
              <a:gd name="T37" fmla="*/ 1 h 48"/>
              <a:gd name="T38" fmla="*/ 23 w 52"/>
              <a:gd name="T39" fmla="*/ 2 h 48"/>
              <a:gd name="T40" fmla="*/ 25 w 52"/>
              <a:gd name="T41" fmla="*/ 2 h 48"/>
              <a:gd name="T42" fmla="*/ 30 w 52"/>
              <a:gd name="T43" fmla="*/ 3 h 48"/>
              <a:gd name="T44" fmla="*/ 32 w 52"/>
              <a:gd name="T45" fmla="*/ 4 h 48"/>
              <a:gd name="T46" fmla="*/ 38 w 52"/>
              <a:gd name="T47" fmla="*/ 5 h 48"/>
              <a:gd name="T48" fmla="*/ 39 w 52"/>
              <a:gd name="T49" fmla="*/ 5 h 48"/>
              <a:gd name="T50" fmla="*/ 45 w 52"/>
              <a:gd name="T51" fmla="*/ 5 h 48"/>
              <a:gd name="T52" fmla="*/ 45 w 52"/>
              <a:gd name="T53" fmla="*/ 5 h 48"/>
              <a:gd name="T54" fmla="*/ 46 w 52"/>
              <a:gd name="T55" fmla="*/ 5 h 48"/>
              <a:gd name="T56" fmla="*/ 52 w 52"/>
              <a:gd name="T57" fmla="*/ 1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2" h="48">
                <a:moveTo>
                  <a:pt x="52" y="12"/>
                </a:moveTo>
                <a:cubicBezTo>
                  <a:pt x="52" y="42"/>
                  <a:pt x="52" y="42"/>
                  <a:pt x="52" y="42"/>
                </a:cubicBezTo>
                <a:cubicBezTo>
                  <a:pt x="52" y="45"/>
                  <a:pt x="49" y="48"/>
                  <a:pt x="46" y="48"/>
                </a:cubicBezTo>
                <a:cubicBezTo>
                  <a:pt x="7" y="48"/>
                  <a:pt x="7" y="48"/>
                  <a:pt x="7" y="48"/>
                </a:cubicBezTo>
                <a:cubicBezTo>
                  <a:pt x="5" y="48"/>
                  <a:pt x="3" y="48"/>
                  <a:pt x="2" y="46"/>
                </a:cubicBezTo>
                <a:cubicBezTo>
                  <a:pt x="1" y="45"/>
                  <a:pt x="0" y="43"/>
                  <a:pt x="0" y="42"/>
                </a:cubicBezTo>
                <a:cubicBezTo>
                  <a:pt x="0" y="41"/>
                  <a:pt x="0" y="40"/>
                  <a:pt x="0" y="39"/>
                </a:cubicBezTo>
                <a:cubicBezTo>
                  <a:pt x="0" y="38"/>
                  <a:pt x="0" y="38"/>
                  <a:pt x="0" y="37"/>
                </a:cubicBezTo>
                <a:cubicBezTo>
                  <a:pt x="1" y="36"/>
                  <a:pt x="1" y="35"/>
                  <a:pt x="1" y="33"/>
                </a:cubicBezTo>
                <a:cubicBezTo>
                  <a:pt x="1" y="33"/>
                  <a:pt x="1" y="33"/>
                  <a:pt x="1" y="32"/>
                </a:cubicBezTo>
                <a:cubicBezTo>
                  <a:pt x="2" y="24"/>
                  <a:pt x="4" y="16"/>
                  <a:pt x="7" y="9"/>
                </a:cubicBezTo>
                <a:cubicBezTo>
                  <a:pt x="7" y="9"/>
                  <a:pt x="7" y="8"/>
                  <a:pt x="7" y="8"/>
                </a:cubicBezTo>
                <a:cubicBezTo>
                  <a:pt x="7" y="7"/>
                  <a:pt x="8" y="6"/>
                  <a:pt x="8" y="5"/>
                </a:cubicBezTo>
                <a:cubicBezTo>
                  <a:pt x="9" y="4"/>
                  <a:pt x="9" y="4"/>
                  <a:pt x="9" y="4"/>
                </a:cubicBezTo>
                <a:cubicBezTo>
                  <a:pt x="10" y="1"/>
                  <a:pt x="12" y="0"/>
                  <a:pt x="15" y="0"/>
                </a:cubicBezTo>
                <a:cubicBezTo>
                  <a:pt x="15" y="0"/>
                  <a:pt x="15" y="0"/>
                  <a:pt x="15" y="0"/>
                </a:cubicBezTo>
                <a:cubicBezTo>
                  <a:pt x="15" y="0"/>
                  <a:pt x="16" y="0"/>
                  <a:pt x="17" y="0"/>
                </a:cubicBezTo>
                <a:cubicBezTo>
                  <a:pt x="18" y="0"/>
                  <a:pt x="19" y="1"/>
                  <a:pt x="21" y="1"/>
                </a:cubicBezTo>
                <a:cubicBezTo>
                  <a:pt x="21" y="1"/>
                  <a:pt x="21" y="1"/>
                  <a:pt x="22" y="1"/>
                </a:cubicBezTo>
                <a:cubicBezTo>
                  <a:pt x="22" y="1"/>
                  <a:pt x="23" y="2"/>
                  <a:pt x="23" y="2"/>
                </a:cubicBezTo>
                <a:cubicBezTo>
                  <a:pt x="24" y="2"/>
                  <a:pt x="24" y="2"/>
                  <a:pt x="25" y="2"/>
                </a:cubicBezTo>
                <a:cubicBezTo>
                  <a:pt x="27" y="2"/>
                  <a:pt x="28" y="3"/>
                  <a:pt x="30" y="3"/>
                </a:cubicBezTo>
                <a:cubicBezTo>
                  <a:pt x="31" y="3"/>
                  <a:pt x="31" y="3"/>
                  <a:pt x="32" y="4"/>
                </a:cubicBezTo>
                <a:cubicBezTo>
                  <a:pt x="34" y="4"/>
                  <a:pt x="36" y="4"/>
                  <a:pt x="38" y="5"/>
                </a:cubicBezTo>
                <a:cubicBezTo>
                  <a:pt x="38" y="5"/>
                  <a:pt x="39" y="5"/>
                  <a:pt x="39" y="5"/>
                </a:cubicBezTo>
                <a:cubicBezTo>
                  <a:pt x="41" y="5"/>
                  <a:pt x="43" y="5"/>
                  <a:pt x="45" y="5"/>
                </a:cubicBezTo>
                <a:cubicBezTo>
                  <a:pt x="45" y="5"/>
                  <a:pt x="45" y="5"/>
                  <a:pt x="45" y="5"/>
                </a:cubicBezTo>
                <a:cubicBezTo>
                  <a:pt x="45" y="5"/>
                  <a:pt x="46" y="5"/>
                  <a:pt x="46" y="5"/>
                </a:cubicBezTo>
                <a:cubicBezTo>
                  <a:pt x="50" y="6"/>
                  <a:pt x="52" y="8"/>
                  <a:pt x="52" y="12"/>
                </a:cubicBezTo>
                <a:close/>
              </a:path>
            </a:pathLst>
          </a:custGeom>
          <a:solidFill>
            <a:srgbClr val="F8F1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40"/>
          <p:cNvSpPr>
            <a:spLocks/>
          </p:cNvSpPr>
          <p:nvPr/>
        </p:nvSpPr>
        <p:spPr bwMode="auto">
          <a:xfrm>
            <a:off x="3827841" y="2171191"/>
            <a:ext cx="93889" cy="93889"/>
          </a:xfrm>
          <a:custGeom>
            <a:avLst/>
            <a:gdLst>
              <a:gd name="T0" fmla="*/ 31 w 34"/>
              <a:gd name="T1" fmla="*/ 2 h 33"/>
              <a:gd name="T2" fmla="*/ 34 w 34"/>
              <a:gd name="T3" fmla="*/ 7 h 33"/>
              <a:gd name="T4" fmla="*/ 34 w 34"/>
              <a:gd name="T5" fmla="*/ 27 h 33"/>
              <a:gd name="T6" fmla="*/ 32 w 34"/>
              <a:gd name="T7" fmla="*/ 32 h 33"/>
              <a:gd name="T8" fmla="*/ 28 w 34"/>
              <a:gd name="T9" fmla="*/ 33 h 33"/>
              <a:gd name="T10" fmla="*/ 22 w 34"/>
              <a:gd name="T11" fmla="*/ 33 h 33"/>
              <a:gd name="T12" fmla="*/ 21 w 34"/>
              <a:gd name="T13" fmla="*/ 33 h 33"/>
              <a:gd name="T14" fmla="*/ 15 w 34"/>
              <a:gd name="T15" fmla="*/ 32 h 33"/>
              <a:gd name="T16" fmla="*/ 13 w 34"/>
              <a:gd name="T17" fmla="*/ 31 h 33"/>
              <a:gd name="T18" fmla="*/ 9 w 34"/>
              <a:gd name="T19" fmla="*/ 31 h 33"/>
              <a:gd name="T20" fmla="*/ 7 w 34"/>
              <a:gd name="T21" fmla="*/ 30 h 33"/>
              <a:gd name="T22" fmla="*/ 5 w 34"/>
              <a:gd name="T23" fmla="*/ 30 h 33"/>
              <a:gd name="T24" fmla="*/ 1 w 34"/>
              <a:gd name="T25" fmla="*/ 26 h 33"/>
              <a:gd name="T26" fmla="*/ 2 w 34"/>
              <a:gd name="T27" fmla="*/ 20 h 33"/>
              <a:gd name="T28" fmla="*/ 2 w 34"/>
              <a:gd name="T29" fmla="*/ 19 h 33"/>
              <a:gd name="T30" fmla="*/ 4 w 34"/>
              <a:gd name="T31" fmla="*/ 17 h 33"/>
              <a:gd name="T32" fmla="*/ 5 w 34"/>
              <a:gd name="T33" fmla="*/ 16 h 33"/>
              <a:gd name="T34" fmla="*/ 7 w 34"/>
              <a:gd name="T35" fmla="*/ 13 h 33"/>
              <a:gd name="T36" fmla="*/ 8 w 34"/>
              <a:gd name="T37" fmla="*/ 12 h 33"/>
              <a:gd name="T38" fmla="*/ 10 w 34"/>
              <a:gd name="T39" fmla="*/ 11 h 33"/>
              <a:gd name="T40" fmla="*/ 11 w 34"/>
              <a:gd name="T41" fmla="*/ 10 h 33"/>
              <a:gd name="T42" fmla="*/ 13 w 34"/>
              <a:gd name="T43" fmla="*/ 8 h 33"/>
              <a:gd name="T44" fmla="*/ 14 w 34"/>
              <a:gd name="T45" fmla="*/ 7 h 33"/>
              <a:gd name="T46" fmla="*/ 15 w 34"/>
              <a:gd name="T47" fmla="*/ 6 h 33"/>
              <a:gd name="T48" fmla="*/ 17 w 34"/>
              <a:gd name="T49" fmla="*/ 5 h 33"/>
              <a:gd name="T50" fmla="*/ 18 w 34"/>
              <a:gd name="T51" fmla="*/ 5 h 33"/>
              <a:gd name="T52" fmla="*/ 20 w 34"/>
              <a:gd name="T53" fmla="*/ 3 h 33"/>
              <a:gd name="T54" fmla="*/ 21 w 34"/>
              <a:gd name="T55" fmla="*/ 3 h 33"/>
              <a:gd name="T56" fmla="*/ 23 w 34"/>
              <a:gd name="T57" fmla="*/ 2 h 33"/>
              <a:gd name="T58" fmla="*/ 24 w 34"/>
              <a:gd name="T59" fmla="*/ 2 h 33"/>
              <a:gd name="T60" fmla="*/ 26 w 34"/>
              <a:gd name="T61" fmla="*/ 1 h 33"/>
              <a:gd name="T62" fmla="*/ 31 w 34"/>
              <a:gd name="T63" fmla="*/ 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4" h="33">
                <a:moveTo>
                  <a:pt x="31" y="2"/>
                </a:moveTo>
                <a:cubicBezTo>
                  <a:pt x="33" y="3"/>
                  <a:pt x="34" y="5"/>
                  <a:pt x="34" y="7"/>
                </a:cubicBezTo>
                <a:cubicBezTo>
                  <a:pt x="34" y="27"/>
                  <a:pt x="34" y="27"/>
                  <a:pt x="34" y="27"/>
                </a:cubicBezTo>
                <a:cubicBezTo>
                  <a:pt x="34" y="29"/>
                  <a:pt x="34" y="30"/>
                  <a:pt x="32" y="32"/>
                </a:cubicBezTo>
                <a:cubicBezTo>
                  <a:pt x="31" y="33"/>
                  <a:pt x="29" y="33"/>
                  <a:pt x="28" y="33"/>
                </a:cubicBezTo>
                <a:cubicBezTo>
                  <a:pt x="26" y="33"/>
                  <a:pt x="24" y="33"/>
                  <a:pt x="22" y="33"/>
                </a:cubicBezTo>
                <a:cubicBezTo>
                  <a:pt x="22" y="33"/>
                  <a:pt x="21" y="33"/>
                  <a:pt x="21" y="33"/>
                </a:cubicBezTo>
                <a:cubicBezTo>
                  <a:pt x="19" y="33"/>
                  <a:pt x="17" y="32"/>
                  <a:pt x="15" y="32"/>
                </a:cubicBezTo>
                <a:cubicBezTo>
                  <a:pt x="15" y="32"/>
                  <a:pt x="14" y="32"/>
                  <a:pt x="13" y="31"/>
                </a:cubicBezTo>
                <a:cubicBezTo>
                  <a:pt x="12" y="31"/>
                  <a:pt x="10" y="31"/>
                  <a:pt x="9" y="31"/>
                </a:cubicBezTo>
                <a:cubicBezTo>
                  <a:pt x="8" y="30"/>
                  <a:pt x="7" y="30"/>
                  <a:pt x="7" y="30"/>
                </a:cubicBezTo>
                <a:cubicBezTo>
                  <a:pt x="6" y="30"/>
                  <a:pt x="6" y="30"/>
                  <a:pt x="5" y="30"/>
                </a:cubicBezTo>
                <a:cubicBezTo>
                  <a:pt x="3" y="29"/>
                  <a:pt x="2" y="28"/>
                  <a:pt x="1" y="26"/>
                </a:cubicBezTo>
                <a:cubicBezTo>
                  <a:pt x="0" y="24"/>
                  <a:pt x="1" y="21"/>
                  <a:pt x="2" y="20"/>
                </a:cubicBezTo>
                <a:cubicBezTo>
                  <a:pt x="2" y="20"/>
                  <a:pt x="2" y="19"/>
                  <a:pt x="2" y="19"/>
                </a:cubicBezTo>
                <a:cubicBezTo>
                  <a:pt x="3" y="19"/>
                  <a:pt x="3" y="18"/>
                  <a:pt x="4" y="17"/>
                </a:cubicBezTo>
                <a:cubicBezTo>
                  <a:pt x="4" y="17"/>
                  <a:pt x="5" y="16"/>
                  <a:pt x="5" y="16"/>
                </a:cubicBezTo>
                <a:cubicBezTo>
                  <a:pt x="6" y="15"/>
                  <a:pt x="6" y="14"/>
                  <a:pt x="7" y="13"/>
                </a:cubicBezTo>
                <a:cubicBezTo>
                  <a:pt x="8" y="13"/>
                  <a:pt x="8" y="13"/>
                  <a:pt x="8" y="12"/>
                </a:cubicBezTo>
                <a:cubicBezTo>
                  <a:pt x="9" y="12"/>
                  <a:pt x="9" y="11"/>
                  <a:pt x="10" y="11"/>
                </a:cubicBezTo>
                <a:cubicBezTo>
                  <a:pt x="10" y="10"/>
                  <a:pt x="11" y="10"/>
                  <a:pt x="11" y="10"/>
                </a:cubicBezTo>
                <a:cubicBezTo>
                  <a:pt x="12" y="9"/>
                  <a:pt x="12" y="9"/>
                  <a:pt x="13" y="8"/>
                </a:cubicBezTo>
                <a:cubicBezTo>
                  <a:pt x="13" y="8"/>
                  <a:pt x="14" y="8"/>
                  <a:pt x="14" y="7"/>
                </a:cubicBezTo>
                <a:cubicBezTo>
                  <a:pt x="15" y="7"/>
                  <a:pt x="15" y="7"/>
                  <a:pt x="15" y="6"/>
                </a:cubicBezTo>
                <a:cubicBezTo>
                  <a:pt x="16" y="6"/>
                  <a:pt x="17" y="6"/>
                  <a:pt x="17" y="5"/>
                </a:cubicBezTo>
                <a:cubicBezTo>
                  <a:pt x="18" y="5"/>
                  <a:pt x="18" y="5"/>
                  <a:pt x="18" y="5"/>
                </a:cubicBezTo>
                <a:cubicBezTo>
                  <a:pt x="19" y="4"/>
                  <a:pt x="20" y="4"/>
                  <a:pt x="20" y="3"/>
                </a:cubicBezTo>
                <a:cubicBezTo>
                  <a:pt x="21" y="3"/>
                  <a:pt x="21" y="3"/>
                  <a:pt x="21" y="3"/>
                </a:cubicBezTo>
                <a:cubicBezTo>
                  <a:pt x="22" y="3"/>
                  <a:pt x="23" y="2"/>
                  <a:pt x="23" y="2"/>
                </a:cubicBezTo>
                <a:cubicBezTo>
                  <a:pt x="23" y="2"/>
                  <a:pt x="24" y="2"/>
                  <a:pt x="24" y="2"/>
                </a:cubicBezTo>
                <a:cubicBezTo>
                  <a:pt x="24" y="1"/>
                  <a:pt x="25" y="1"/>
                  <a:pt x="26" y="1"/>
                </a:cubicBezTo>
                <a:cubicBezTo>
                  <a:pt x="28" y="0"/>
                  <a:pt x="30" y="1"/>
                  <a:pt x="31" y="2"/>
                </a:cubicBezTo>
                <a:close/>
              </a:path>
            </a:pathLst>
          </a:custGeom>
          <a:solidFill>
            <a:srgbClr val="F8F1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41"/>
          <p:cNvSpPr>
            <a:spLocks/>
          </p:cNvSpPr>
          <p:nvPr/>
        </p:nvSpPr>
        <p:spPr bwMode="auto">
          <a:xfrm>
            <a:off x="3944628" y="2171191"/>
            <a:ext cx="96178" cy="93889"/>
          </a:xfrm>
          <a:custGeom>
            <a:avLst/>
            <a:gdLst>
              <a:gd name="T0" fmla="*/ 33 w 34"/>
              <a:gd name="T1" fmla="*/ 26 h 33"/>
              <a:gd name="T2" fmla="*/ 29 w 34"/>
              <a:gd name="T3" fmla="*/ 30 h 33"/>
              <a:gd name="T4" fmla="*/ 27 w 34"/>
              <a:gd name="T5" fmla="*/ 30 h 33"/>
              <a:gd name="T6" fmla="*/ 26 w 34"/>
              <a:gd name="T7" fmla="*/ 31 h 33"/>
              <a:gd name="T8" fmla="*/ 21 w 34"/>
              <a:gd name="T9" fmla="*/ 31 h 33"/>
              <a:gd name="T10" fmla="*/ 19 w 34"/>
              <a:gd name="T11" fmla="*/ 32 h 33"/>
              <a:gd name="T12" fmla="*/ 13 w 34"/>
              <a:gd name="T13" fmla="*/ 33 h 33"/>
              <a:gd name="T14" fmla="*/ 13 w 34"/>
              <a:gd name="T15" fmla="*/ 33 h 33"/>
              <a:gd name="T16" fmla="*/ 7 w 34"/>
              <a:gd name="T17" fmla="*/ 33 h 33"/>
              <a:gd name="T18" fmla="*/ 2 w 34"/>
              <a:gd name="T19" fmla="*/ 32 h 33"/>
              <a:gd name="T20" fmla="*/ 0 w 34"/>
              <a:gd name="T21" fmla="*/ 27 h 33"/>
              <a:gd name="T22" fmla="*/ 0 w 34"/>
              <a:gd name="T23" fmla="*/ 7 h 33"/>
              <a:gd name="T24" fmla="*/ 3 w 34"/>
              <a:gd name="T25" fmla="*/ 2 h 33"/>
              <a:gd name="T26" fmla="*/ 8 w 34"/>
              <a:gd name="T27" fmla="*/ 1 h 33"/>
              <a:gd name="T28" fmla="*/ 11 w 34"/>
              <a:gd name="T29" fmla="*/ 2 h 33"/>
              <a:gd name="T30" fmla="*/ 11 w 34"/>
              <a:gd name="T31" fmla="*/ 2 h 33"/>
              <a:gd name="T32" fmla="*/ 13 w 34"/>
              <a:gd name="T33" fmla="*/ 3 h 33"/>
              <a:gd name="T34" fmla="*/ 14 w 34"/>
              <a:gd name="T35" fmla="*/ 3 h 33"/>
              <a:gd name="T36" fmla="*/ 16 w 34"/>
              <a:gd name="T37" fmla="*/ 5 h 33"/>
              <a:gd name="T38" fmla="*/ 17 w 34"/>
              <a:gd name="T39" fmla="*/ 5 h 33"/>
              <a:gd name="T40" fmla="*/ 19 w 34"/>
              <a:gd name="T41" fmla="*/ 6 h 33"/>
              <a:gd name="T42" fmla="*/ 20 w 34"/>
              <a:gd name="T43" fmla="*/ 7 h 33"/>
              <a:gd name="T44" fmla="*/ 22 w 34"/>
              <a:gd name="T45" fmla="*/ 8 h 33"/>
              <a:gd name="T46" fmla="*/ 23 w 34"/>
              <a:gd name="T47" fmla="*/ 10 h 33"/>
              <a:gd name="T48" fmla="*/ 24 w 34"/>
              <a:gd name="T49" fmla="*/ 11 h 33"/>
              <a:gd name="T50" fmla="*/ 26 w 34"/>
              <a:gd name="T51" fmla="*/ 12 h 33"/>
              <a:gd name="T52" fmla="*/ 27 w 34"/>
              <a:gd name="T53" fmla="*/ 13 h 33"/>
              <a:gd name="T54" fmla="*/ 30 w 34"/>
              <a:gd name="T55" fmla="*/ 16 h 33"/>
              <a:gd name="T56" fmla="*/ 31 w 34"/>
              <a:gd name="T57" fmla="*/ 17 h 33"/>
              <a:gd name="T58" fmla="*/ 32 w 34"/>
              <a:gd name="T59" fmla="*/ 19 h 33"/>
              <a:gd name="T60" fmla="*/ 32 w 34"/>
              <a:gd name="T61" fmla="*/ 20 h 33"/>
              <a:gd name="T62" fmla="*/ 33 w 34"/>
              <a:gd name="T63" fmla="*/ 26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4" h="33">
                <a:moveTo>
                  <a:pt x="33" y="26"/>
                </a:moveTo>
                <a:cubicBezTo>
                  <a:pt x="33" y="28"/>
                  <a:pt x="31" y="29"/>
                  <a:pt x="29" y="30"/>
                </a:cubicBezTo>
                <a:cubicBezTo>
                  <a:pt x="29" y="30"/>
                  <a:pt x="28" y="30"/>
                  <a:pt x="27" y="30"/>
                </a:cubicBezTo>
                <a:cubicBezTo>
                  <a:pt x="27" y="30"/>
                  <a:pt x="26" y="30"/>
                  <a:pt x="26" y="31"/>
                </a:cubicBezTo>
                <a:cubicBezTo>
                  <a:pt x="24" y="31"/>
                  <a:pt x="23" y="31"/>
                  <a:pt x="21" y="31"/>
                </a:cubicBezTo>
                <a:cubicBezTo>
                  <a:pt x="20" y="32"/>
                  <a:pt x="20" y="32"/>
                  <a:pt x="19" y="32"/>
                </a:cubicBezTo>
                <a:cubicBezTo>
                  <a:pt x="17" y="32"/>
                  <a:pt x="15" y="33"/>
                  <a:pt x="13" y="33"/>
                </a:cubicBezTo>
                <a:cubicBezTo>
                  <a:pt x="13" y="33"/>
                  <a:pt x="13" y="33"/>
                  <a:pt x="13" y="33"/>
                </a:cubicBezTo>
                <a:cubicBezTo>
                  <a:pt x="11" y="33"/>
                  <a:pt x="9" y="33"/>
                  <a:pt x="7" y="33"/>
                </a:cubicBezTo>
                <a:cubicBezTo>
                  <a:pt x="5" y="33"/>
                  <a:pt x="3" y="33"/>
                  <a:pt x="2" y="32"/>
                </a:cubicBezTo>
                <a:cubicBezTo>
                  <a:pt x="1" y="30"/>
                  <a:pt x="0" y="29"/>
                  <a:pt x="0" y="27"/>
                </a:cubicBezTo>
                <a:cubicBezTo>
                  <a:pt x="0" y="7"/>
                  <a:pt x="0" y="7"/>
                  <a:pt x="0" y="7"/>
                </a:cubicBezTo>
                <a:cubicBezTo>
                  <a:pt x="0" y="5"/>
                  <a:pt x="1" y="3"/>
                  <a:pt x="3" y="2"/>
                </a:cubicBezTo>
                <a:cubicBezTo>
                  <a:pt x="4" y="1"/>
                  <a:pt x="7" y="0"/>
                  <a:pt x="8" y="1"/>
                </a:cubicBezTo>
                <a:cubicBezTo>
                  <a:pt x="9" y="1"/>
                  <a:pt x="10" y="2"/>
                  <a:pt x="11" y="2"/>
                </a:cubicBezTo>
                <a:cubicBezTo>
                  <a:pt x="11" y="2"/>
                  <a:pt x="11" y="2"/>
                  <a:pt x="11" y="2"/>
                </a:cubicBezTo>
                <a:cubicBezTo>
                  <a:pt x="12" y="2"/>
                  <a:pt x="13" y="3"/>
                  <a:pt x="13" y="3"/>
                </a:cubicBezTo>
                <a:cubicBezTo>
                  <a:pt x="14" y="3"/>
                  <a:pt x="14" y="3"/>
                  <a:pt x="14" y="3"/>
                </a:cubicBezTo>
                <a:cubicBezTo>
                  <a:pt x="15" y="4"/>
                  <a:pt x="15" y="4"/>
                  <a:pt x="16" y="5"/>
                </a:cubicBezTo>
                <a:cubicBezTo>
                  <a:pt x="16" y="5"/>
                  <a:pt x="17" y="5"/>
                  <a:pt x="17" y="5"/>
                </a:cubicBezTo>
                <a:cubicBezTo>
                  <a:pt x="18" y="6"/>
                  <a:pt x="18" y="6"/>
                  <a:pt x="19" y="6"/>
                </a:cubicBezTo>
                <a:cubicBezTo>
                  <a:pt x="19" y="7"/>
                  <a:pt x="20" y="7"/>
                  <a:pt x="20" y="7"/>
                </a:cubicBezTo>
                <a:cubicBezTo>
                  <a:pt x="21" y="8"/>
                  <a:pt x="21" y="8"/>
                  <a:pt x="22" y="8"/>
                </a:cubicBezTo>
                <a:cubicBezTo>
                  <a:pt x="22" y="9"/>
                  <a:pt x="22" y="9"/>
                  <a:pt x="23" y="10"/>
                </a:cubicBezTo>
                <a:cubicBezTo>
                  <a:pt x="23" y="10"/>
                  <a:pt x="24" y="10"/>
                  <a:pt x="24" y="11"/>
                </a:cubicBezTo>
                <a:cubicBezTo>
                  <a:pt x="25" y="11"/>
                  <a:pt x="25" y="12"/>
                  <a:pt x="26" y="12"/>
                </a:cubicBezTo>
                <a:cubicBezTo>
                  <a:pt x="26" y="13"/>
                  <a:pt x="27" y="13"/>
                  <a:pt x="27" y="13"/>
                </a:cubicBezTo>
                <a:cubicBezTo>
                  <a:pt x="28" y="14"/>
                  <a:pt x="29" y="15"/>
                  <a:pt x="30" y="16"/>
                </a:cubicBezTo>
                <a:cubicBezTo>
                  <a:pt x="30" y="17"/>
                  <a:pt x="30" y="17"/>
                  <a:pt x="31" y="17"/>
                </a:cubicBezTo>
                <a:cubicBezTo>
                  <a:pt x="31" y="18"/>
                  <a:pt x="32" y="19"/>
                  <a:pt x="32" y="19"/>
                </a:cubicBezTo>
                <a:cubicBezTo>
                  <a:pt x="32" y="19"/>
                  <a:pt x="32" y="20"/>
                  <a:pt x="32" y="20"/>
                </a:cubicBezTo>
                <a:cubicBezTo>
                  <a:pt x="34" y="21"/>
                  <a:pt x="34" y="24"/>
                  <a:pt x="33" y="26"/>
                </a:cubicBezTo>
                <a:close/>
              </a:path>
            </a:pathLst>
          </a:custGeom>
          <a:solidFill>
            <a:srgbClr val="F8F1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42"/>
          <p:cNvSpPr>
            <a:spLocks/>
          </p:cNvSpPr>
          <p:nvPr/>
        </p:nvSpPr>
        <p:spPr bwMode="auto">
          <a:xfrm>
            <a:off x="4086606" y="2432247"/>
            <a:ext cx="98469" cy="160297"/>
          </a:xfrm>
          <a:custGeom>
            <a:avLst/>
            <a:gdLst>
              <a:gd name="T0" fmla="*/ 10 w 35"/>
              <a:gd name="T1" fmla="*/ 6 h 57"/>
              <a:gd name="T2" fmla="*/ 10 w 35"/>
              <a:gd name="T3" fmla="*/ 7 h 57"/>
              <a:gd name="T4" fmla="*/ 10 w 35"/>
              <a:gd name="T5" fmla="*/ 7 h 57"/>
              <a:gd name="T6" fmla="*/ 10 w 35"/>
              <a:gd name="T7" fmla="*/ 9 h 57"/>
              <a:gd name="T8" fmla="*/ 10 w 35"/>
              <a:gd name="T9" fmla="*/ 12 h 57"/>
              <a:gd name="T10" fmla="*/ 9 w 35"/>
              <a:gd name="T11" fmla="*/ 15 h 57"/>
              <a:gd name="T12" fmla="*/ 9 w 35"/>
              <a:gd name="T13" fmla="*/ 17 h 57"/>
              <a:gd name="T14" fmla="*/ 9 w 35"/>
              <a:gd name="T15" fmla="*/ 20 h 57"/>
              <a:gd name="T16" fmla="*/ 8 w 35"/>
              <a:gd name="T17" fmla="*/ 23 h 57"/>
              <a:gd name="T18" fmla="*/ 8 w 35"/>
              <a:gd name="T19" fmla="*/ 25 h 57"/>
              <a:gd name="T20" fmla="*/ 7 w 35"/>
              <a:gd name="T21" fmla="*/ 28 h 57"/>
              <a:gd name="T22" fmla="*/ 6 w 35"/>
              <a:gd name="T23" fmla="*/ 30 h 57"/>
              <a:gd name="T24" fmla="*/ 6 w 35"/>
              <a:gd name="T25" fmla="*/ 33 h 57"/>
              <a:gd name="T26" fmla="*/ 5 w 35"/>
              <a:gd name="T27" fmla="*/ 35 h 57"/>
              <a:gd name="T28" fmla="*/ 4 w 35"/>
              <a:gd name="T29" fmla="*/ 38 h 57"/>
              <a:gd name="T30" fmla="*/ 4 w 35"/>
              <a:gd name="T31" fmla="*/ 40 h 57"/>
              <a:gd name="T32" fmla="*/ 3 w 35"/>
              <a:gd name="T33" fmla="*/ 43 h 57"/>
              <a:gd name="T34" fmla="*/ 2 w 35"/>
              <a:gd name="T35" fmla="*/ 45 h 57"/>
              <a:gd name="T36" fmla="*/ 1 w 35"/>
              <a:gd name="T37" fmla="*/ 47 h 57"/>
              <a:gd name="T38" fmla="*/ 4 w 35"/>
              <a:gd name="T39" fmla="*/ 55 h 57"/>
              <a:gd name="T40" fmla="*/ 6 w 35"/>
              <a:gd name="T41" fmla="*/ 56 h 57"/>
              <a:gd name="T42" fmla="*/ 9 w 35"/>
              <a:gd name="T43" fmla="*/ 57 h 57"/>
              <a:gd name="T44" fmla="*/ 14 w 35"/>
              <a:gd name="T45" fmla="*/ 55 h 57"/>
              <a:gd name="T46" fmla="*/ 35 w 35"/>
              <a:gd name="T47" fmla="*/ 7 h 57"/>
              <a:gd name="T48" fmla="*/ 33 w 35"/>
              <a:gd name="T49" fmla="*/ 2 h 57"/>
              <a:gd name="T50" fmla="*/ 29 w 35"/>
              <a:gd name="T51" fmla="*/ 0 h 57"/>
              <a:gd name="T52" fmla="*/ 17 w 35"/>
              <a:gd name="T53" fmla="*/ 0 h 57"/>
              <a:gd name="T54" fmla="*/ 10 w 35"/>
              <a:gd name="T55" fmla="*/ 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 h="57">
                <a:moveTo>
                  <a:pt x="10" y="6"/>
                </a:moveTo>
                <a:cubicBezTo>
                  <a:pt x="10" y="6"/>
                  <a:pt x="10" y="7"/>
                  <a:pt x="10" y="7"/>
                </a:cubicBezTo>
                <a:cubicBezTo>
                  <a:pt x="10" y="7"/>
                  <a:pt x="10" y="7"/>
                  <a:pt x="10" y="7"/>
                </a:cubicBezTo>
                <a:cubicBezTo>
                  <a:pt x="10" y="8"/>
                  <a:pt x="10" y="9"/>
                  <a:pt x="10" y="9"/>
                </a:cubicBezTo>
                <a:cubicBezTo>
                  <a:pt x="10" y="10"/>
                  <a:pt x="10" y="11"/>
                  <a:pt x="10" y="12"/>
                </a:cubicBezTo>
                <a:cubicBezTo>
                  <a:pt x="10" y="13"/>
                  <a:pt x="9" y="14"/>
                  <a:pt x="9" y="15"/>
                </a:cubicBezTo>
                <a:cubicBezTo>
                  <a:pt x="9" y="16"/>
                  <a:pt x="9" y="16"/>
                  <a:pt x="9" y="17"/>
                </a:cubicBezTo>
                <a:cubicBezTo>
                  <a:pt x="9" y="18"/>
                  <a:pt x="9" y="19"/>
                  <a:pt x="9" y="20"/>
                </a:cubicBezTo>
                <a:cubicBezTo>
                  <a:pt x="8" y="21"/>
                  <a:pt x="8" y="22"/>
                  <a:pt x="8" y="23"/>
                </a:cubicBezTo>
                <a:cubicBezTo>
                  <a:pt x="8" y="23"/>
                  <a:pt x="8" y="24"/>
                  <a:pt x="8" y="25"/>
                </a:cubicBezTo>
                <a:cubicBezTo>
                  <a:pt x="7" y="26"/>
                  <a:pt x="7" y="27"/>
                  <a:pt x="7" y="28"/>
                </a:cubicBezTo>
                <a:cubicBezTo>
                  <a:pt x="7" y="29"/>
                  <a:pt x="7" y="29"/>
                  <a:pt x="6" y="30"/>
                </a:cubicBezTo>
                <a:cubicBezTo>
                  <a:pt x="6" y="31"/>
                  <a:pt x="6" y="32"/>
                  <a:pt x="6" y="33"/>
                </a:cubicBezTo>
                <a:cubicBezTo>
                  <a:pt x="6" y="34"/>
                  <a:pt x="5" y="34"/>
                  <a:pt x="5" y="35"/>
                </a:cubicBezTo>
                <a:cubicBezTo>
                  <a:pt x="5" y="36"/>
                  <a:pt x="5" y="37"/>
                  <a:pt x="4" y="38"/>
                </a:cubicBezTo>
                <a:cubicBezTo>
                  <a:pt x="4" y="39"/>
                  <a:pt x="4" y="39"/>
                  <a:pt x="4" y="40"/>
                </a:cubicBezTo>
                <a:cubicBezTo>
                  <a:pt x="3" y="41"/>
                  <a:pt x="3" y="42"/>
                  <a:pt x="3" y="43"/>
                </a:cubicBezTo>
                <a:cubicBezTo>
                  <a:pt x="2" y="43"/>
                  <a:pt x="2" y="44"/>
                  <a:pt x="2" y="45"/>
                </a:cubicBezTo>
                <a:cubicBezTo>
                  <a:pt x="2" y="46"/>
                  <a:pt x="1" y="46"/>
                  <a:pt x="1" y="47"/>
                </a:cubicBezTo>
                <a:cubicBezTo>
                  <a:pt x="0" y="50"/>
                  <a:pt x="1" y="54"/>
                  <a:pt x="4" y="55"/>
                </a:cubicBezTo>
                <a:cubicBezTo>
                  <a:pt x="5" y="56"/>
                  <a:pt x="5" y="56"/>
                  <a:pt x="6" y="56"/>
                </a:cubicBezTo>
                <a:cubicBezTo>
                  <a:pt x="7" y="57"/>
                  <a:pt x="8" y="57"/>
                  <a:pt x="9" y="57"/>
                </a:cubicBezTo>
                <a:cubicBezTo>
                  <a:pt x="11" y="57"/>
                  <a:pt x="12" y="56"/>
                  <a:pt x="14" y="55"/>
                </a:cubicBezTo>
                <a:cubicBezTo>
                  <a:pt x="25" y="41"/>
                  <a:pt x="33" y="25"/>
                  <a:pt x="35" y="7"/>
                </a:cubicBezTo>
                <a:cubicBezTo>
                  <a:pt x="35" y="5"/>
                  <a:pt x="35" y="3"/>
                  <a:pt x="33" y="2"/>
                </a:cubicBezTo>
                <a:cubicBezTo>
                  <a:pt x="32" y="1"/>
                  <a:pt x="30" y="0"/>
                  <a:pt x="29" y="0"/>
                </a:cubicBezTo>
                <a:cubicBezTo>
                  <a:pt x="17" y="0"/>
                  <a:pt x="17" y="0"/>
                  <a:pt x="17" y="0"/>
                </a:cubicBezTo>
                <a:cubicBezTo>
                  <a:pt x="13" y="0"/>
                  <a:pt x="10" y="2"/>
                  <a:pt x="10" y="6"/>
                </a:cubicBezTo>
                <a:close/>
              </a:path>
            </a:pathLst>
          </a:custGeom>
          <a:solidFill>
            <a:srgbClr val="F8F1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43"/>
          <p:cNvSpPr>
            <a:spLocks/>
          </p:cNvSpPr>
          <p:nvPr/>
        </p:nvSpPr>
        <p:spPr bwMode="auto">
          <a:xfrm>
            <a:off x="3683573" y="2432247"/>
            <a:ext cx="100758" cy="162588"/>
          </a:xfrm>
          <a:custGeom>
            <a:avLst/>
            <a:gdLst>
              <a:gd name="T0" fmla="*/ 32 w 36"/>
              <a:gd name="T1" fmla="*/ 41 h 58"/>
              <a:gd name="T2" fmla="*/ 31 w 36"/>
              <a:gd name="T3" fmla="*/ 38 h 58"/>
              <a:gd name="T4" fmla="*/ 30 w 36"/>
              <a:gd name="T5" fmla="*/ 36 h 58"/>
              <a:gd name="T6" fmla="*/ 30 w 36"/>
              <a:gd name="T7" fmla="*/ 33 h 58"/>
              <a:gd name="T8" fmla="*/ 29 w 36"/>
              <a:gd name="T9" fmla="*/ 30 h 58"/>
              <a:gd name="T10" fmla="*/ 28 w 36"/>
              <a:gd name="T11" fmla="*/ 28 h 58"/>
              <a:gd name="T12" fmla="*/ 28 w 36"/>
              <a:gd name="T13" fmla="*/ 25 h 58"/>
              <a:gd name="T14" fmla="*/ 27 w 36"/>
              <a:gd name="T15" fmla="*/ 23 h 58"/>
              <a:gd name="T16" fmla="*/ 27 w 36"/>
              <a:gd name="T17" fmla="*/ 20 h 58"/>
              <a:gd name="T18" fmla="*/ 26 w 36"/>
              <a:gd name="T19" fmla="*/ 17 h 58"/>
              <a:gd name="T20" fmla="*/ 26 w 36"/>
              <a:gd name="T21" fmla="*/ 15 h 58"/>
              <a:gd name="T22" fmla="*/ 26 w 36"/>
              <a:gd name="T23" fmla="*/ 12 h 58"/>
              <a:gd name="T24" fmla="*/ 25 w 36"/>
              <a:gd name="T25" fmla="*/ 9 h 58"/>
              <a:gd name="T26" fmla="*/ 25 w 36"/>
              <a:gd name="T27" fmla="*/ 7 h 58"/>
              <a:gd name="T28" fmla="*/ 25 w 36"/>
              <a:gd name="T29" fmla="*/ 7 h 58"/>
              <a:gd name="T30" fmla="*/ 25 w 36"/>
              <a:gd name="T31" fmla="*/ 6 h 58"/>
              <a:gd name="T32" fmla="*/ 19 w 36"/>
              <a:gd name="T33" fmla="*/ 0 h 58"/>
              <a:gd name="T34" fmla="*/ 7 w 36"/>
              <a:gd name="T35" fmla="*/ 0 h 58"/>
              <a:gd name="T36" fmla="*/ 2 w 36"/>
              <a:gd name="T37" fmla="*/ 2 h 58"/>
              <a:gd name="T38" fmla="*/ 0 w 36"/>
              <a:gd name="T39" fmla="*/ 7 h 58"/>
              <a:gd name="T40" fmla="*/ 22 w 36"/>
              <a:gd name="T41" fmla="*/ 55 h 58"/>
              <a:gd name="T42" fmla="*/ 30 w 36"/>
              <a:gd name="T43" fmla="*/ 56 h 58"/>
              <a:gd name="T44" fmla="*/ 31 w 36"/>
              <a:gd name="T45" fmla="*/ 55 h 58"/>
              <a:gd name="T46" fmla="*/ 34 w 36"/>
              <a:gd name="T47" fmla="*/ 47 h 58"/>
              <a:gd name="T48" fmla="*/ 34 w 36"/>
              <a:gd name="T49" fmla="*/ 46 h 58"/>
              <a:gd name="T50" fmla="*/ 33 w 36"/>
              <a:gd name="T51" fmla="*/ 43 h 58"/>
              <a:gd name="T52" fmla="*/ 32 w 36"/>
              <a:gd name="T53" fmla="*/ 4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6" h="58">
                <a:moveTo>
                  <a:pt x="32" y="41"/>
                </a:moveTo>
                <a:cubicBezTo>
                  <a:pt x="32" y="40"/>
                  <a:pt x="31" y="39"/>
                  <a:pt x="31" y="38"/>
                </a:cubicBezTo>
                <a:cubicBezTo>
                  <a:pt x="31" y="37"/>
                  <a:pt x="31" y="36"/>
                  <a:pt x="30" y="36"/>
                </a:cubicBezTo>
                <a:cubicBezTo>
                  <a:pt x="30" y="35"/>
                  <a:pt x="30" y="34"/>
                  <a:pt x="30" y="33"/>
                </a:cubicBezTo>
                <a:cubicBezTo>
                  <a:pt x="29" y="32"/>
                  <a:pt x="29" y="31"/>
                  <a:pt x="29" y="30"/>
                </a:cubicBezTo>
                <a:cubicBezTo>
                  <a:pt x="29" y="29"/>
                  <a:pt x="29" y="29"/>
                  <a:pt x="28" y="28"/>
                </a:cubicBezTo>
                <a:cubicBezTo>
                  <a:pt x="28" y="27"/>
                  <a:pt x="28" y="26"/>
                  <a:pt x="28" y="25"/>
                </a:cubicBezTo>
                <a:cubicBezTo>
                  <a:pt x="28" y="24"/>
                  <a:pt x="27" y="23"/>
                  <a:pt x="27" y="23"/>
                </a:cubicBezTo>
                <a:cubicBezTo>
                  <a:pt x="27" y="22"/>
                  <a:pt x="27" y="21"/>
                  <a:pt x="27" y="20"/>
                </a:cubicBezTo>
                <a:cubicBezTo>
                  <a:pt x="27" y="19"/>
                  <a:pt x="27" y="18"/>
                  <a:pt x="26" y="17"/>
                </a:cubicBezTo>
                <a:cubicBezTo>
                  <a:pt x="26" y="16"/>
                  <a:pt x="26" y="15"/>
                  <a:pt x="26" y="15"/>
                </a:cubicBezTo>
                <a:cubicBezTo>
                  <a:pt x="26" y="14"/>
                  <a:pt x="26" y="13"/>
                  <a:pt x="26" y="12"/>
                </a:cubicBezTo>
                <a:cubicBezTo>
                  <a:pt x="26" y="11"/>
                  <a:pt x="26" y="10"/>
                  <a:pt x="25" y="9"/>
                </a:cubicBezTo>
                <a:cubicBezTo>
                  <a:pt x="25" y="9"/>
                  <a:pt x="25" y="8"/>
                  <a:pt x="25" y="7"/>
                </a:cubicBezTo>
                <a:cubicBezTo>
                  <a:pt x="25" y="7"/>
                  <a:pt x="25" y="7"/>
                  <a:pt x="25" y="7"/>
                </a:cubicBezTo>
                <a:cubicBezTo>
                  <a:pt x="25" y="7"/>
                  <a:pt x="25" y="6"/>
                  <a:pt x="25" y="6"/>
                </a:cubicBezTo>
                <a:cubicBezTo>
                  <a:pt x="25" y="2"/>
                  <a:pt x="22" y="0"/>
                  <a:pt x="19" y="0"/>
                </a:cubicBezTo>
                <a:cubicBezTo>
                  <a:pt x="7" y="0"/>
                  <a:pt x="7" y="0"/>
                  <a:pt x="7" y="0"/>
                </a:cubicBezTo>
                <a:cubicBezTo>
                  <a:pt x="5" y="0"/>
                  <a:pt x="3" y="1"/>
                  <a:pt x="2" y="2"/>
                </a:cubicBezTo>
                <a:cubicBezTo>
                  <a:pt x="1" y="3"/>
                  <a:pt x="0" y="5"/>
                  <a:pt x="0" y="7"/>
                </a:cubicBezTo>
                <a:cubicBezTo>
                  <a:pt x="2" y="25"/>
                  <a:pt x="10" y="41"/>
                  <a:pt x="22" y="55"/>
                </a:cubicBezTo>
                <a:cubicBezTo>
                  <a:pt x="24" y="57"/>
                  <a:pt x="27" y="58"/>
                  <a:pt x="30" y="56"/>
                </a:cubicBezTo>
                <a:cubicBezTo>
                  <a:pt x="30" y="56"/>
                  <a:pt x="31" y="56"/>
                  <a:pt x="31" y="55"/>
                </a:cubicBezTo>
                <a:cubicBezTo>
                  <a:pt x="34" y="54"/>
                  <a:pt x="36" y="50"/>
                  <a:pt x="34" y="47"/>
                </a:cubicBezTo>
                <a:cubicBezTo>
                  <a:pt x="34" y="47"/>
                  <a:pt x="34" y="46"/>
                  <a:pt x="34" y="46"/>
                </a:cubicBezTo>
                <a:cubicBezTo>
                  <a:pt x="33" y="45"/>
                  <a:pt x="33" y="44"/>
                  <a:pt x="33" y="43"/>
                </a:cubicBezTo>
                <a:cubicBezTo>
                  <a:pt x="32" y="42"/>
                  <a:pt x="32" y="41"/>
                  <a:pt x="32" y="41"/>
                </a:cubicBezTo>
                <a:close/>
              </a:path>
            </a:pathLst>
          </a:custGeom>
          <a:solidFill>
            <a:srgbClr val="F8F1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44"/>
          <p:cNvSpPr>
            <a:spLocks/>
          </p:cNvSpPr>
          <p:nvPr/>
        </p:nvSpPr>
        <p:spPr bwMode="auto">
          <a:xfrm>
            <a:off x="3944628" y="2432247"/>
            <a:ext cx="146557" cy="137398"/>
          </a:xfrm>
          <a:custGeom>
            <a:avLst/>
            <a:gdLst>
              <a:gd name="T0" fmla="*/ 46 w 52"/>
              <a:gd name="T1" fmla="*/ 0 h 49"/>
              <a:gd name="T2" fmla="*/ 7 w 52"/>
              <a:gd name="T3" fmla="*/ 0 h 49"/>
              <a:gd name="T4" fmla="*/ 0 w 52"/>
              <a:gd name="T5" fmla="*/ 6 h 49"/>
              <a:gd name="T6" fmla="*/ 0 w 52"/>
              <a:gd name="T7" fmla="*/ 36 h 49"/>
              <a:gd name="T8" fmla="*/ 6 w 52"/>
              <a:gd name="T9" fmla="*/ 43 h 49"/>
              <a:gd name="T10" fmla="*/ 7 w 52"/>
              <a:gd name="T11" fmla="*/ 43 h 49"/>
              <a:gd name="T12" fmla="*/ 8 w 52"/>
              <a:gd name="T13" fmla="*/ 43 h 49"/>
              <a:gd name="T14" fmla="*/ 14 w 52"/>
              <a:gd name="T15" fmla="*/ 44 h 49"/>
              <a:gd name="T16" fmla="*/ 14 w 52"/>
              <a:gd name="T17" fmla="*/ 44 h 49"/>
              <a:gd name="T18" fmla="*/ 20 w 52"/>
              <a:gd name="T19" fmla="*/ 45 h 49"/>
              <a:gd name="T20" fmla="*/ 22 w 52"/>
              <a:gd name="T21" fmla="*/ 45 h 49"/>
              <a:gd name="T22" fmla="*/ 27 w 52"/>
              <a:gd name="T23" fmla="*/ 46 h 49"/>
              <a:gd name="T24" fmla="*/ 29 w 52"/>
              <a:gd name="T25" fmla="*/ 46 h 49"/>
              <a:gd name="T26" fmla="*/ 31 w 52"/>
              <a:gd name="T27" fmla="*/ 47 h 49"/>
              <a:gd name="T28" fmla="*/ 32 w 52"/>
              <a:gd name="T29" fmla="*/ 47 h 49"/>
              <a:gd name="T30" fmla="*/ 36 w 52"/>
              <a:gd name="T31" fmla="*/ 48 h 49"/>
              <a:gd name="T32" fmla="*/ 38 w 52"/>
              <a:gd name="T33" fmla="*/ 49 h 49"/>
              <a:gd name="T34" fmla="*/ 44 w 52"/>
              <a:gd name="T35" fmla="*/ 44 h 49"/>
              <a:gd name="T36" fmla="*/ 44 w 52"/>
              <a:gd name="T37" fmla="*/ 43 h 49"/>
              <a:gd name="T38" fmla="*/ 45 w 52"/>
              <a:gd name="T39" fmla="*/ 40 h 49"/>
              <a:gd name="T40" fmla="*/ 45 w 52"/>
              <a:gd name="T41" fmla="*/ 39 h 49"/>
              <a:gd name="T42" fmla="*/ 51 w 52"/>
              <a:gd name="T43" fmla="*/ 16 h 49"/>
              <a:gd name="T44" fmla="*/ 51 w 52"/>
              <a:gd name="T45" fmla="*/ 15 h 49"/>
              <a:gd name="T46" fmla="*/ 52 w 52"/>
              <a:gd name="T47" fmla="*/ 11 h 49"/>
              <a:gd name="T48" fmla="*/ 52 w 52"/>
              <a:gd name="T49" fmla="*/ 9 h 49"/>
              <a:gd name="T50" fmla="*/ 52 w 52"/>
              <a:gd name="T51" fmla="*/ 7 h 49"/>
              <a:gd name="T52" fmla="*/ 51 w 52"/>
              <a:gd name="T53" fmla="*/ 2 h 49"/>
              <a:gd name="T54" fmla="*/ 46 w 52"/>
              <a:gd name="T55"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2" h="49">
                <a:moveTo>
                  <a:pt x="46" y="0"/>
                </a:moveTo>
                <a:cubicBezTo>
                  <a:pt x="7" y="0"/>
                  <a:pt x="7" y="0"/>
                  <a:pt x="7" y="0"/>
                </a:cubicBezTo>
                <a:cubicBezTo>
                  <a:pt x="3" y="0"/>
                  <a:pt x="0" y="3"/>
                  <a:pt x="0" y="6"/>
                </a:cubicBezTo>
                <a:cubicBezTo>
                  <a:pt x="0" y="36"/>
                  <a:pt x="0" y="36"/>
                  <a:pt x="0" y="36"/>
                </a:cubicBezTo>
                <a:cubicBezTo>
                  <a:pt x="0" y="40"/>
                  <a:pt x="3" y="43"/>
                  <a:pt x="6" y="43"/>
                </a:cubicBezTo>
                <a:cubicBezTo>
                  <a:pt x="6" y="43"/>
                  <a:pt x="7" y="43"/>
                  <a:pt x="7" y="43"/>
                </a:cubicBezTo>
                <a:cubicBezTo>
                  <a:pt x="7" y="43"/>
                  <a:pt x="8" y="43"/>
                  <a:pt x="8" y="43"/>
                </a:cubicBezTo>
                <a:cubicBezTo>
                  <a:pt x="10" y="43"/>
                  <a:pt x="12" y="43"/>
                  <a:pt x="14" y="44"/>
                </a:cubicBezTo>
                <a:cubicBezTo>
                  <a:pt x="14" y="44"/>
                  <a:pt x="14" y="44"/>
                  <a:pt x="14" y="44"/>
                </a:cubicBezTo>
                <a:cubicBezTo>
                  <a:pt x="16" y="44"/>
                  <a:pt x="18" y="44"/>
                  <a:pt x="20" y="45"/>
                </a:cubicBezTo>
                <a:cubicBezTo>
                  <a:pt x="21" y="45"/>
                  <a:pt x="22" y="45"/>
                  <a:pt x="22" y="45"/>
                </a:cubicBezTo>
                <a:cubicBezTo>
                  <a:pt x="24" y="45"/>
                  <a:pt x="26" y="46"/>
                  <a:pt x="27" y="46"/>
                </a:cubicBezTo>
                <a:cubicBezTo>
                  <a:pt x="28" y="46"/>
                  <a:pt x="29" y="46"/>
                  <a:pt x="29" y="46"/>
                </a:cubicBezTo>
                <a:cubicBezTo>
                  <a:pt x="30" y="47"/>
                  <a:pt x="30" y="47"/>
                  <a:pt x="31" y="47"/>
                </a:cubicBezTo>
                <a:cubicBezTo>
                  <a:pt x="31" y="47"/>
                  <a:pt x="31" y="47"/>
                  <a:pt x="32" y="47"/>
                </a:cubicBezTo>
                <a:cubicBezTo>
                  <a:pt x="33" y="47"/>
                  <a:pt x="34" y="48"/>
                  <a:pt x="36" y="48"/>
                </a:cubicBezTo>
                <a:cubicBezTo>
                  <a:pt x="36" y="48"/>
                  <a:pt x="37" y="49"/>
                  <a:pt x="38" y="49"/>
                </a:cubicBezTo>
                <a:cubicBezTo>
                  <a:pt x="40" y="49"/>
                  <a:pt x="43" y="47"/>
                  <a:pt x="44" y="44"/>
                </a:cubicBezTo>
                <a:cubicBezTo>
                  <a:pt x="44" y="44"/>
                  <a:pt x="44" y="44"/>
                  <a:pt x="44" y="43"/>
                </a:cubicBezTo>
                <a:cubicBezTo>
                  <a:pt x="45" y="42"/>
                  <a:pt x="45" y="41"/>
                  <a:pt x="45" y="40"/>
                </a:cubicBezTo>
                <a:cubicBezTo>
                  <a:pt x="45" y="40"/>
                  <a:pt x="45" y="40"/>
                  <a:pt x="45" y="39"/>
                </a:cubicBezTo>
                <a:cubicBezTo>
                  <a:pt x="48" y="32"/>
                  <a:pt x="50" y="24"/>
                  <a:pt x="51" y="16"/>
                </a:cubicBezTo>
                <a:cubicBezTo>
                  <a:pt x="51" y="15"/>
                  <a:pt x="51" y="15"/>
                  <a:pt x="51" y="15"/>
                </a:cubicBezTo>
                <a:cubicBezTo>
                  <a:pt x="52" y="14"/>
                  <a:pt x="52" y="12"/>
                  <a:pt x="52" y="11"/>
                </a:cubicBezTo>
                <a:cubicBezTo>
                  <a:pt x="52" y="10"/>
                  <a:pt x="52" y="10"/>
                  <a:pt x="52" y="9"/>
                </a:cubicBezTo>
                <a:cubicBezTo>
                  <a:pt x="52" y="8"/>
                  <a:pt x="52" y="7"/>
                  <a:pt x="52" y="7"/>
                </a:cubicBezTo>
                <a:cubicBezTo>
                  <a:pt x="52" y="5"/>
                  <a:pt x="52" y="3"/>
                  <a:pt x="51" y="2"/>
                </a:cubicBezTo>
                <a:cubicBezTo>
                  <a:pt x="49" y="0"/>
                  <a:pt x="48" y="0"/>
                  <a:pt x="46" y="0"/>
                </a:cubicBezTo>
                <a:close/>
              </a:path>
            </a:pathLst>
          </a:custGeom>
          <a:solidFill>
            <a:srgbClr val="F8F1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45"/>
          <p:cNvSpPr>
            <a:spLocks/>
          </p:cNvSpPr>
          <p:nvPr/>
        </p:nvSpPr>
        <p:spPr bwMode="auto">
          <a:xfrm>
            <a:off x="3775171" y="2432247"/>
            <a:ext cx="146557" cy="137398"/>
          </a:xfrm>
          <a:custGeom>
            <a:avLst/>
            <a:gdLst>
              <a:gd name="T0" fmla="*/ 52 w 52"/>
              <a:gd name="T1" fmla="*/ 36 h 49"/>
              <a:gd name="T2" fmla="*/ 52 w 52"/>
              <a:gd name="T3" fmla="*/ 6 h 49"/>
              <a:gd name="T4" fmla="*/ 46 w 52"/>
              <a:gd name="T5" fmla="*/ 0 h 49"/>
              <a:gd name="T6" fmla="*/ 7 w 52"/>
              <a:gd name="T7" fmla="*/ 0 h 49"/>
              <a:gd name="T8" fmla="*/ 2 w 52"/>
              <a:gd name="T9" fmla="*/ 2 h 49"/>
              <a:gd name="T10" fmla="*/ 0 w 52"/>
              <a:gd name="T11" fmla="*/ 7 h 49"/>
              <a:gd name="T12" fmla="*/ 0 w 52"/>
              <a:gd name="T13" fmla="*/ 9 h 49"/>
              <a:gd name="T14" fmla="*/ 0 w 52"/>
              <a:gd name="T15" fmla="*/ 11 h 49"/>
              <a:gd name="T16" fmla="*/ 1 w 52"/>
              <a:gd name="T17" fmla="*/ 15 h 49"/>
              <a:gd name="T18" fmla="*/ 1 w 52"/>
              <a:gd name="T19" fmla="*/ 16 h 49"/>
              <a:gd name="T20" fmla="*/ 7 w 52"/>
              <a:gd name="T21" fmla="*/ 40 h 49"/>
              <a:gd name="T22" fmla="*/ 7 w 52"/>
              <a:gd name="T23" fmla="*/ 40 h 49"/>
              <a:gd name="T24" fmla="*/ 8 w 52"/>
              <a:gd name="T25" fmla="*/ 44 h 49"/>
              <a:gd name="T26" fmla="*/ 9 w 52"/>
              <a:gd name="T27" fmla="*/ 44 h 49"/>
              <a:gd name="T28" fmla="*/ 15 w 52"/>
              <a:gd name="T29" fmla="*/ 49 h 49"/>
              <a:gd name="T30" fmla="*/ 15 w 52"/>
              <a:gd name="T31" fmla="*/ 49 h 49"/>
              <a:gd name="T32" fmla="*/ 17 w 52"/>
              <a:gd name="T33" fmla="*/ 48 h 49"/>
              <a:gd name="T34" fmla="*/ 21 w 52"/>
              <a:gd name="T35" fmla="*/ 47 h 49"/>
              <a:gd name="T36" fmla="*/ 22 w 52"/>
              <a:gd name="T37" fmla="*/ 47 h 49"/>
              <a:gd name="T38" fmla="*/ 23 w 52"/>
              <a:gd name="T39" fmla="*/ 46 h 49"/>
              <a:gd name="T40" fmla="*/ 25 w 52"/>
              <a:gd name="T41" fmla="*/ 46 h 49"/>
              <a:gd name="T42" fmla="*/ 30 w 52"/>
              <a:gd name="T43" fmla="*/ 45 h 49"/>
              <a:gd name="T44" fmla="*/ 32 w 52"/>
              <a:gd name="T45" fmla="*/ 45 h 49"/>
              <a:gd name="T46" fmla="*/ 38 w 52"/>
              <a:gd name="T47" fmla="*/ 44 h 49"/>
              <a:gd name="T48" fmla="*/ 39 w 52"/>
              <a:gd name="T49" fmla="*/ 44 h 49"/>
              <a:gd name="T50" fmla="*/ 45 w 52"/>
              <a:gd name="T51" fmla="*/ 43 h 49"/>
              <a:gd name="T52" fmla="*/ 45 w 52"/>
              <a:gd name="T53" fmla="*/ 43 h 49"/>
              <a:gd name="T54" fmla="*/ 46 w 52"/>
              <a:gd name="T55" fmla="*/ 43 h 49"/>
              <a:gd name="T56" fmla="*/ 52 w 52"/>
              <a:gd name="T57" fmla="*/ 3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2" h="49">
                <a:moveTo>
                  <a:pt x="52" y="36"/>
                </a:moveTo>
                <a:cubicBezTo>
                  <a:pt x="52" y="6"/>
                  <a:pt x="52" y="6"/>
                  <a:pt x="52" y="6"/>
                </a:cubicBezTo>
                <a:cubicBezTo>
                  <a:pt x="52" y="3"/>
                  <a:pt x="49" y="0"/>
                  <a:pt x="46" y="0"/>
                </a:cubicBezTo>
                <a:cubicBezTo>
                  <a:pt x="7" y="0"/>
                  <a:pt x="7" y="0"/>
                  <a:pt x="7" y="0"/>
                </a:cubicBezTo>
                <a:cubicBezTo>
                  <a:pt x="5" y="0"/>
                  <a:pt x="3" y="0"/>
                  <a:pt x="2" y="2"/>
                </a:cubicBezTo>
                <a:cubicBezTo>
                  <a:pt x="1" y="3"/>
                  <a:pt x="0" y="5"/>
                  <a:pt x="0" y="7"/>
                </a:cubicBezTo>
                <a:cubicBezTo>
                  <a:pt x="0" y="7"/>
                  <a:pt x="0" y="8"/>
                  <a:pt x="0" y="9"/>
                </a:cubicBezTo>
                <a:cubicBezTo>
                  <a:pt x="0" y="10"/>
                  <a:pt x="0" y="10"/>
                  <a:pt x="0" y="11"/>
                </a:cubicBezTo>
                <a:cubicBezTo>
                  <a:pt x="1" y="12"/>
                  <a:pt x="1" y="14"/>
                  <a:pt x="1" y="15"/>
                </a:cubicBezTo>
                <a:cubicBezTo>
                  <a:pt x="1" y="15"/>
                  <a:pt x="1" y="15"/>
                  <a:pt x="1" y="16"/>
                </a:cubicBezTo>
                <a:cubicBezTo>
                  <a:pt x="2" y="24"/>
                  <a:pt x="4" y="32"/>
                  <a:pt x="7" y="40"/>
                </a:cubicBezTo>
                <a:cubicBezTo>
                  <a:pt x="7" y="40"/>
                  <a:pt x="7" y="40"/>
                  <a:pt x="7" y="40"/>
                </a:cubicBezTo>
                <a:cubicBezTo>
                  <a:pt x="7" y="41"/>
                  <a:pt x="8" y="42"/>
                  <a:pt x="8" y="44"/>
                </a:cubicBezTo>
                <a:cubicBezTo>
                  <a:pt x="9" y="44"/>
                  <a:pt x="9" y="44"/>
                  <a:pt x="9" y="44"/>
                </a:cubicBezTo>
                <a:cubicBezTo>
                  <a:pt x="10" y="47"/>
                  <a:pt x="12" y="49"/>
                  <a:pt x="15" y="49"/>
                </a:cubicBezTo>
                <a:cubicBezTo>
                  <a:pt x="15" y="49"/>
                  <a:pt x="15" y="49"/>
                  <a:pt x="15" y="49"/>
                </a:cubicBezTo>
                <a:cubicBezTo>
                  <a:pt x="15" y="49"/>
                  <a:pt x="16" y="48"/>
                  <a:pt x="17" y="48"/>
                </a:cubicBezTo>
                <a:cubicBezTo>
                  <a:pt x="18" y="48"/>
                  <a:pt x="19" y="47"/>
                  <a:pt x="21" y="47"/>
                </a:cubicBezTo>
                <a:cubicBezTo>
                  <a:pt x="21" y="47"/>
                  <a:pt x="21" y="47"/>
                  <a:pt x="22" y="47"/>
                </a:cubicBezTo>
                <a:cubicBezTo>
                  <a:pt x="22" y="47"/>
                  <a:pt x="23" y="47"/>
                  <a:pt x="23" y="46"/>
                </a:cubicBezTo>
                <a:cubicBezTo>
                  <a:pt x="24" y="46"/>
                  <a:pt x="24" y="46"/>
                  <a:pt x="25" y="46"/>
                </a:cubicBezTo>
                <a:cubicBezTo>
                  <a:pt x="27" y="46"/>
                  <a:pt x="28" y="45"/>
                  <a:pt x="30" y="45"/>
                </a:cubicBezTo>
                <a:cubicBezTo>
                  <a:pt x="31" y="45"/>
                  <a:pt x="31" y="45"/>
                  <a:pt x="32" y="45"/>
                </a:cubicBezTo>
                <a:cubicBezTo>
                  <a:pt x="34" y="44"/>
                  <a:pt x="36" y="44"/>
                  <a:pt x="38" y="44"/>
                </a:cubicBezTo>
                <a:cubicBezTo>
                  <a:pt x="38" y="44"/>
                  <a:pt x="39" y="44"/>
                  <a:pt x="39" y="44"/>
                </a:cubicBezTo>
                <a:cubicBezTo>
                  <a:pt x="41" y="43"/>
                  <a:pt x="43" y="43"/>
                  <a:pt x="45" y="43"/>
                </a:cubicBezTo>
                <a:cubicBezTo>
                  <a:pt x="45" y="43"/>
                  <a:pt x="45" y="43"/>
                  <a:pt x="45" y="43"/>
                </a:cubicBezTo>
                <a:cubicBezTo>
                  <a:pt x="45" y="43"/>
                  <a:pt x="46" y="43"/>
                  <a:pt x="46" y="43"/>
                </a:cubicBezTo>
                <a:cubicBezTo>
                  <a:pt x="50" y="43"/>
                  <a:pt x="52" y="40"/>
                  <a:pt x="52" y="36"/>
                </a:cubicBezTo>
                <a:close/>
              </a:path>
            </a:pathLst>
          </a:custGeom>
          <a:solidFill>
            <a:srgbClr val="F8F1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46"/>
          <p:cNvSpPr>
            <a:spLocks/>
          </p:cNvSpPr>
          <p:nvPr/>
        </p:nvSpPr>
        <p:spPr bwMode="auto">
          <a:xfrm>
            <a:off x="3827841" y="2576515"/>
            <a:ext cx="93889" cy="91598"/>
          </a:xfrm>
          <a:custGeom>
            <a:avLst/>
            <a:gdLst>
              <a:gd name="T0" fmla="*/ 31 w 34"/>
              <a:gd name="T1" fmla="*/ 31 h 33"/>
              <a:gd name="T2" fmla="*/ 34 w 34"/>
              <a:gd name="T3" fmla="*/ 26 h 33"/>
              <a:gd name="T4" fmla="*/ 34 w 34"/>
              <a:gd name="T5" fmla="*/ 6 h 33"/>
              <a:gd name="T6" fmla="*/ 32 w 34"/>
              <a:gd name="T7" fmla="*/ 1 h 33"/>
              <a:gd name="T8" fmla="*/ 28 w 34"/>
              <a:gd name="T9" fmla="*/ 0 h 33"/>
              <a:gd name="T10" fmla="*/ 22 w 34"/>
              <a:gd name="T11" fmla="*/ 0 h 33"/>
              <a:gd name="T12" fmla="*/ 21 w 34"/>
              <a:gd name="T13" fmla="*/ 0 h 33"/>
              <a:gd name="T14" fmla="*/ 15 w 34"/>
              <a:gd name="T15" fmla="*/ 1 h 33"/>
              <a:gd name="T16" fmla="*/ 13 w 34"/>
              <a:gd name="T17" fmla="*/ 2 h 33"/>
              <a:gd name="T18" fmla="*/ 9 w 34"/>
              <a:gd name="T19" fmla="*/ 3 h 33"/>
              <a:gd name="T20" fmla="*/ 7 w 34"/>
              <a:gd name="T21" fmla="*/ 3 h 33"/>
              <a:gd name="T22" fmla="*/ 5 w 34"/>
              <a:gd name="T23" fmla="*/ 4 h 33"/>
              <a:gd name="T24" fmla="*/ 1 w 34"/>
              <a:gd name="T25" fmla="*/ 8 h 33"/>
              <a:gd name="T26" fmla="*/ 2 w 34"/>
              <a:gd name="T27" fmla="*/ 13 h 33"/>
              <a:gd name="T28" fmla="*/ 2 w 34"/>
              <a:gd name="T29" fmla="*/ 14 h 33"/>
              <a:gd name="T30" fmla="*/ 4 w 34"/>
              <a:gd name="T31" fmla="*/ 16 h 33"/>
              <a:gd name="T32" fmla="*/ 5 w 34"/>
              <a:gd name="T33" fmla="*/ 17 h 33"/>
              <a:gd name="T34" fmla="*/ 7 w 34"/>
              <a:gd name="T35" fmla="*/ 20 h 33"/>
              <a:gd name="T36" fmla="*/ 8 w 34"/>
              <a:gd name="T37" fmla="*/ 21 h 33"/>
              <a:gd name="T38" fmla="*/ 10 w 34"/>
              <a:gd name="T39" fmla="*/ 22 h 33"/>
              <a:gd name="T40" fmla="*/ 11 w 34"/>
              <a:gd name="T41" fmla="*/ 24 h 33"/>
              <a:gd name="T42" fmla="*/ 13 w 34"/>
              <a:gd name="T43" fmla="*/ 25 h 33"/>
              <a:gd name="T44" fmla="*/ 14 w 34"/>
              <a:gd name="T45" fmla="*/ 26 h 33"/>
              <a:gd name="T46" fmla="*/ 15 w 34"/>
              <a:gd name="T47" fmla="*/ 27 h 33"/>
              <a:gd name="T48" fmla="*/ 17 w 34"/>
              <a:gd name="T49" fmla="*/ 28 h 33"/>
              <a:gd name="T50" fmla="*/ 18 w 34"/>
              <a:gd name="T51" fmla="*/ 29 h 33"/>
              <a:gd name="T52" fmla="*/ 20 w 34"/>
              <a:gd name="T53" fmla="*/ 30 h 33"/>
              <a:gd name="T54" fmla="*/ 21 w 34"/>
              <a:gd name="T55" fmla="*/ 30 h 33"/>
              <a:gd name="T56" fmla="*/ 23 w 34"/>
              <a:gd name="T57" fmla="*/ 31 h 33"/>
              <a:gd name="T58" fmla="*/ 24 w 34"/>
              <a:gd name="T59" fmla="*/ 31 h 33"/>
              <a:gd name="T60" fmla="*/ 26 w 34"/>
              <a:gd name="T61" fmla="*/ 32 h 33"/>
              <a:gd name="T62" fmla="*/ 31 w 34"/>
              <a:gd name="T63"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4" h="33">
                <a:moveTo>
                  <a:pt x="31" y="31"/>
                </a:moveTo>
                <a:cubicBezTo>
                  <a:pt x="33" y="30"/>
                  <a:pt x="34" y="28"/>
                  <a:pt x="34" y="26"/>
                </a:cubicBezTo>
                <a:cubicBezTo>
                  <a:pt x="34" y="6"/>
                  <a:pt x="34" y="6"/>
                  <a:pt x="34" y="6"/>
                </a:cubicBezTo>
                <a:cubicBezTo>
                  <a:pt x="34" y="4"/>
                  <a:pt x="34" y="3"/>
                  <a:pt x="32" y="1"/>
                </a:cubicBezTo>
                <a:cubicBezTo>
                  <a:pt x="31" y="0"/>
                  <a:pt x="29" y="0"/>
                  <a:pt x="28" y="0"/>
                </a:cubicBezTo>
                <a:cubicBezTo>
                  <a:pt x="26" y="0"/>
                  <a:pt x="24" y="0"/>
                  <a:pt x="22" y="0"/>
                </a:cubicBezTo>
                <a:cubicBezTo>
                  <a:pt x="22" y="0"/>
                  <a:pt x="21" y="0"/>
                  <a:pt x="21" y="0"/>
                </a:cubicBezTo>
                <a:cubicBezTo>
                  <a:pt x="19" y="1"/>
                  <a:pt x="17" y="1"/>
                  <a:pt x="15" y="1"/>
                </a:cubicBezTo>
                <a:cubicBezTo>
                  <a:pt x="15" y="1"/>
                  <a:pt x="14" y="2"/>
                  <a:pt x="13" y="2"/>
                </a:cubicBezTo>
                <a:cubicBezTo>
                  <a:pt x="12" y="2"/>
                  <a:pt x="10" y="2"/>
                  <a:pt x="9" y="3"/>
                </a:cubicBezTo>
                <a:cubicBezTo>
                  <a:pt x="8" y="3"/>
                  <a:pt x="7" y="3"/>
                  <a:pt x="7" y="3"/>
                </a:cubicBezTo>
                <a:cubicBezTo>
                  <a:pt x="6" y="3"/>
                  <a:pt x="6" y="3"/>
                  <a:pt x="5" y="4"/>
                </a:cubicBezTo>
                <a:cubicBezTo>
                  <a:pt x="3" y="4"/>
                  <a:pt x="2" y="6"/>
                  <a:pt x="1" y="8"/>
                </a:cubicBezTo>
                <a:cubicBezTo>
                  <a:pt x="0" y="10"/>
                  <a:pt x="1" y="12"/>
                  <a:pt x="2" y="13"/>
                </a:cubicBezTo>
                <a:cubicBezTo>
                  <a:pt x="2" y="14"/>
                  <a:pt x="2" y="14"/>
                  <a:pt x="2" y="14"/>
                </a:cubicBezTo>
                <a:cubicBezTo>
                  <a:pt x="3" y="15"/>
                  <a:pt x="3" y="15"/>
                  <a:pt x="4" y="16"/>
                </a:cubicBezTo>
                <a:cubicBezTo>
                  <a:pt x="4" y="16"/>
                  <a:pt x="5" y="17"/>
                  <a:pt x="5" y="17"/>
                </a:cubicBezTo>
                <a:cubicBezTo>
                  <a:pt x="6" y="18"/>
                  <a:pt x="6" y="19"/>
                  <a:pt x="7" y="20"/>
                </a:cubicBezTo>
                <a:cubicBezTo>
                  <a:pt x="8" y="20"/>
                  <a:pt x="8" y="20"/>
                  <a:pt x="8" y="21"/>
                </a:cubicBezTo>
                <a:cubicBezTo>
                  <a:pt x="9" y="21"/>
                  <a:pt x="9" y="22"/>
                  <a:pt x="10" y="22"/>
                </a:cubicBezTo>
                <a:cubicBezTo>
                  <a:pt x="10" y="23"/>
                  <a:pt x="11" y="23"/>
                  <a:pt x="11" y="24"/>
                </a:cubicBezTo>
                <a:cubicBezTo>
                  <a:pt x="12" y="24"/>
                  <a:pt x="12" y="24"/>
                  <a:pt x="13" y="25"/>
                </a:cubicBezTo>
                <a:cubicBezTo>
                  <a:pt x="13" y="25"/>
                  <a:pt x="14" y="26"/>
                  <a:pt x="14" y="26"/>
                </a:cubicBezTo>
                <a:cubicBezTo>
                  <a:pt x="15" y="26"/>
                  <a:pt x="15" y="26"/>
                  <a:pt x="15" y="27"/>
                </a:cubicBezTo>
                <a:cubicBezTo>
                  <a:pt x="16" y="27"/>
                  <a:pt x="17" y="28"/>
                  <a:pt x="17" y="28"/>
                </a:cubicBezTo>
                <a:cubicBezTo>
                  <a:pt x="18" y="28"/>
                  <a:pt x="18" y="28"/>
                  <a:pt x="18" y="29"/>
                </a:cubicBezTo>
                <a:cubicBezTo>
                  <a:pt x="19" y="29"/>
                  <a:pt x="20" y="29"/>
                  <a:pt x="20" y="30"/>
                </a:cubicBezTo>
                <a:cubicBezTo>
                  <a:pt x="21" y="30"/>
                  <a:pt x="21" y="30"/>
                  <a:pt x="21" y="30"/>
                </a:cubicBezTo>
                <a:cubicBezTo>
                  <a:pt x="22" y="30"/>
                  <a:pt x="23" y="31"/>
                  <a:pt x="23" y="31"/>
                </a:cubicBezTo>
                <a:cubicBezTo>
                  <a:pt x="23" y="31"/>
                  <a:pt x="24" y="31"/>
                  <a:pt x="24" y="31"/>
                </a:cubicBezTo>
                <a:cubicBezTo>
                  <a:pt x="24" y="32"/>
                  <a:pt x="25" y="32"/>
                  <a:pt x="26" y="32"/>
                </a:cubicBezTo>
                <a:cubicBezTo>
                  <a:pt x="28" y="33"/>
                  <a:pt x="30" y="32"/>
                  <a:pt x="31" y="31"/>
                </a:cubicBezTo>
                <a:close/>
              </a:path>
            </a:pathLst>
          </a:custGeom>
          <a:solidFill>
            <a:srgbClr val="F8F1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47"/>
          <p:cNvSpPr>
            <a:spLocks/>
          </p:cNvSpPr>
          <p:nvPr/>
        </p:nvSpPr>
        <p:spPr bwMode="auto">
          <a:xfrm>
            <a:off x="3944628" y="2576515"/>
            <a:ext cx="96178" cy="91598"/>
          </a:xfrm>
          <a:custGeom>
            <a:avLst/>
            <a:gdLst>
              <a:gd name="T0" fmla="*/ 33 w 34"/>
              <a:gd name="T1" fmla="*/ 8 h 33"/>
              <a:gd name="T2" fmla="*/ 29 w 34"/>
              <a:gd name="T3" fmla="*/ 4 h 33"/>
              <a:gd name="T4" fmla="*/ 27 w 34"/>
              <a:gd name="T5" fmla="*/ 3 h 33"/>
              <a:gd name="T6" fmla="*/ 26 w 34"/>
              <a:gd name="T7" fmla="*/ 3 h 33"/>
              <a:gd name="T8" fmla="*/ 21 w 34"/>
              <a:gd name="T9" fmla="*/ 2 h 33"/>
              <a:gd name="T10" fmla="*/ 19 w 34"/>
              <a:gd name="T11" fmla="*/ 1 h 33"/>
              <a:gd name="T12" fmla="*/ 13 w 34"/>
              <a:gd name="T13" fmla="*/ 0 h 33"/>
              <a:gd name="T14" fmla="*/ 13 w 34"/>
              <a:gd name="T15" fmla="*/ 0 h 33"/>
              <a:gd name="T16" fmla="*/ 7 w 34"/>
              <a:gd name="T17" fmla="*/ 0 h 33"/>
              <a:gd name="T18" fmla="*/ 2 w 34"/>
              <a:gd name="T19" fmla="*/ 1 h 33"/>
              <a:gd name="T20" fmla="*/ 0 w 34"/>
              <a:gd name="T21" fmla="*/ 6 h 33"/>
              <a:gd name="T22" fmla="*/ 0 w 34"/>
              <a:gd name="T23" fmla="*/ 26 h 33"/>
              <a:gd name="T24" fmla="*/ 3 w 34"/>
              <a:gd name="T25" fmla="*/ 31 h 33"/>
              <a:gd name="T26" fmla="*/ 8 w 34"/>
              <a:gd name="T27" fmla="*/ 32 h 33"/>
              <a:gd name="T28" fmla="*/ 11 w 34"/>
              <a:gd name="T29" fmla="*/ 31 h 33"/>
              <a:gd name="T30" fmla="*/ 11 w 34"/>
              <a:gd name="T31" fmla="*/ 31 h 33"/>
              <a:gd name="T32" fmla="*/ 13 w 34"/>
              <a:gd name="T33" fmla="*/ 30 h 33"/>
              <a:gd name="T34" fmla="*/ 14 w 34"/>
              <a:gd name="T35" fmla="*/ 30 h 33"/>
              <a:gd name="T36" fmla="*/ 16 w 34"/>
              <a:gd name="T37" fmla="*/ 29 h 33"/>
              <a:gd name="T38" fmla="*/ 17 w 34"/>
              <a:gd name="T39" fmla="*/ 28 h 33"/>
              <a:gd name="T40" fmla="*/ 19 w 34"/>
              <a:gd name="T41" fmla="*/ 27 h 33"/>
              <a:gd name="T42" fmla="*/ 20 w 34"/>
              <a:gd name="T43" fmla="*/ 26 h 33"/>
              <a:gd name="T44" fmla="*/ 22 w 34"/>
              <a:gd name="T45" fmla="*/ 25 h 33"/>
              <a:gd name="T46" fmla="*/ 23 w 34"/>
              <a:gd name="T47" fmla="*/ 24 h 33"/>
              <a:gd name="T48" fmla="*/ 24 w 34"/>
              <a:gd name="T49" fmla="*/ 22 h 33"/>
              <a:gd name="T50" fmla="*/ 26 w 34"/>
              <a:gd name="T51" fmla="*/ 21 h 33"/>
              <a:gd name="T52" fmla="*/ 27 w 34"/>
              <a:gd name="T53" fmla="*/ 20 h 33"/>
              <a:gd name="T54" fmla="*/ 30 w 34"/>
              <a:gd name="T55" fmla="*/ 17 h 33"/>
              <a:gd name="T56" fmla="*/ 31 w 34"/>
              <a:gd name="T57" fmla="*/ 16 h 33"/>
              <a:gd name="T58" fmla="*/ 32 w 34"/>
              <a:gd name="T59" fmla="*/ 14 h 33"/>
              <a:gd name="T60" fmla="*/ 32 w 34"/>
              <a:gd name="T61" fmla="*/ 13 h 33"/>
              <a:gd name="T62" fmla="*/ 33 w 34"/>
              <a:gd name="T63" fmla="*/ 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4" h="33">
                <a:moveTo>
                  <a:pt x="33" y="8"/>
                </a:moveTo>
                <a:cubicBezTo>
                  <a:pt x="33" y="6"/>
                  <a:pt x="31" y="4"/>
                  <a:pt x="29" y="4"/>
                </a:cubicBezTo>
                <a:cubicBezTo>
                  <a:pt x="29" y="3"/>
                  <a:pt x="28" y="3"/>
                  <a:pt x="27" y="3"/>
                </a:cubicBezTo>
                <a:cubicBezTo>
                  <a:pt x="27" y="3"/>
                  <a:pt x="26" y="3"/>
                  <a:pt x="26" y="3"/>
                </a:cubicBezTo>
                <a:cubicBezTo>
                  <a:pt x="24" y="2"/>
                  <a:pt x="23" y="2"/>
                  <a:pt x="21" y="2"/>
                </a:cubicBezTo>
                <a:cubicBezTo>
                  <a:pt x="20" y="2"/>
                  <a:pt x="20" y="1"/>
                  <a:pt x="19" y="1"/>
                </a:cubicBezTo>
                <a:cubicBezTo>
                  <a:pt x="17" y="1"/>
                  <a:pt x="15" y="1"/>
                  <a:pt x="13" y="0"/>
                </a:cubicBezTo>
                <a:cubicBezTo>
                  <a:pt x="13" y="0"/>
                  <a:pt x="13" y="0"/>
                  <a:pt x="13" y="0"/>
                </a:cubicBezTo>
                <a:cubicBezTo>
                  <a:pt x="11" y="0"/>
                  <a:pt x="9" y="0"/>
                  <a:pt x="7" y="0"/>
                </a:cubicBezTo>
                <a:cubicBezTo>
                  <a:pt x="5" y="0"/>
                  <a:pt x="3" y="0"/>
                  <a:pt x="2" y="1"/>
                </a:cubicBezTo>
                <a:cubicBezTo>
                  <a:pt x="1" y="3"/>
                  <a:pt x="0" y="4"/>
                  <a:pt x="0" y="6"/>
                </a:cubicBezTo>
                <a:cubicBezTo>
                  <a:pt x="0" y="26"/>
                  <a:pt x="0" y="26"/>
                  <a:pt x="0" y="26"/>
                </a:cubicBezTo>
                <a:cubicBezTo>
                  <a:pt x="0" y="28"/>
                  <a:pt x="1" y="30"/>
                  <a:pt x="3" y="31"/>
                </a:cubicBezTo>
                <a:cubicBezTo>
                  <a:pt x="4" y="32"/>
                  <a:pt x="7" y="33"/>
                  <a:pt x="8" y="32"/>
                </a:cubicBezTo>
                <a:cubicBezTo>
                  <a:pt x="9" y="32"/>
                  <a:pt x="10" y="32"/>
                  <a:pt x="11" y="31"/>
                </a:cubicBezTo>
                <a:cubicBezTo>
                  <a:pt x="11" y="31"/>
                  <a:pt x="11" y="31"/>
                  <a:pt x="11" y="31"/>
                </a:cubicBezTo>
                <a:cubicBezTo>
                  <a:pt x="12" y="31"/>
                  <a:pt x="13" y="30"/>
                  <a:pt x="13" y="30"/>
                </a:cubicBezTo>
                <a:cubicBezTo>
                  <a:pt x="14" y="30"/>
                  <a:pt x="14" y="30"/>
                  <a:pt x="14" y="30"/>
                </a:cubicBezTo>
                <a:cubicBezTo>
                  <a:pt x="15" y="29"/>
                  <a:pt x="15" y="29"/>
                  <a:pt x="16" y="29"/>
                </a:cubicBezTo>
                <a:cubicBezTo>
                  <a:pt x="16" y="28"/>
                  <a:pt x="17" y="28"/>
                  <a:pt x="17" y="28"/>
                </a:cubicBezTo>
                <a:cubicBezTo>
                  <a:pt x="18" y="28"/>
                  <a:pt x="18" y="27"/>
                  <a:pt x="19" y="27"/>
                </a:cubicBezTo>
                <a:cubicBezTo>
                  <a:pt x="19" y="26"/>
                  <a:pt x="20" y="26"/>
                  <a:pt x="20" y="26"/>
                </a:cubicBezTo>
                <a:cubicBezTo>
                  <a:pt x="21" y="26"/>
                  <a:pt x="21" y="25"/>
                  <a:pt x="22" y="25"/>
                </a:cubicBezTo>
                <a:cubicBezTo>
                  <a:pt x="22" y="24"/>
                  <a:pt x="22" y="24"/>
                  <a:pt x="23" y="24"/>
                </a:cubicBezTo>
                <a:cubicBezTo>
                  <a:pt x="23" y="23"/>
                  <a:pt x="24" y="23"/>
                  <a:pt x="24" y="22"/>
                </a:cubicBezTo>
                <a:cubicBezTo>
                  <a:pt x="25" y="22"/>
                  <a:pt x="25" y="21"/>
                  <a:pt x="26" y="21"/>
                </a:cubicBezTo>
                <a:cubicBezTo>
                  <a:pt x="26" y="20"/>
                  <a:pt x="27" y="20"/>
                  <a:pt x="27" y="20"/>
                </a:cubicBezTo>
                <a:cubicBezTo>
                  <a:pt x="28" y="19"/>
                  <a:pt x="29" y="18"/>
                  <a:pt x="30" y="17"/>
                </a:cubicBezTo>
                <a:cubicBezTo>
                  <a:pt x="30" y="17"/>
                  <a:pt x="30" y="16"/>
                  <a:pt x="31" y="16"/>
                </a:cubicBezTo>
                <a:cubicBezTo>
                  <a:pt x="31" y="15"/>
                  <a:pt x="32" y="15"/>
                  <a:pt x="32" y="14"/>
                </a:cubicBezTo>
                <a:cubicBezTo>
                  <a:pt x="32" y="14"/>
                  <a:pt x="32" y="14"/>
                  <a:pt x="32" y="13"/>
                </a:cubicBezTo>
                <a:cubicBezTo>
                  <a:pt x="34" y="12"/>
                  <a:pt x="34" y="10"/>
                  <a:pt x="33" y="8"/>
                </a:cubicBezTo>
                <a:close/>
              </a:path>
            </a:pathLst>
          </a:custGeom>
          <a:solidFill>
            <a:srgbClr val="F8F1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48"/>
          <p:cNvSpPr>
            <a:spLocks/>
          </p:cNvSpPr>
          <p:nvPr/>
        </p:nvSpPr>
        <p:spPr bwMode="auto">
          <a:xfrm>
            <a:off x="3772882" y="2597124"/>
            <a:ext cx="59539" cy="54959"/>
          </a:xfrm>
          <a:custGeom>
            <a:avLst/>
            <a:gdLst>
              <a:gd name="T0" fmla="*/ 13 w 21"/>
              <a:gd name="T1" fmla="*/ 8 h 19"/>
              <a:gd name="T2" fmla="*/ 14 w 21"/>
              <a:gd name="T3" fmla="*/ 9 h 19"/>
              <a:gd name="T4" fmla="*/ 16 w 21"/>
              <a:gd name="T5" fmla="*/ 12 h 19"/>
              <a:gd name="T6" fmla="*/ 21 w 21"/>
              <a:gd name="T7" fmla="*/ 17 h 19"/>
              <a:gd name="T8" fmla="*/ 21 w 21"/>
              <a:gd name="T9" fmla="*/ 18 h 19"/>
              <a:gd name="T10" fmla="*/ 20 w 21"/>
              <a:gd name="T11" fmla="*/ 19 h 19"/>
              <a:gd name="T12" fmla="*/ 1 w 21"/>
              <a:gd name="T13" fmla="*/ 7 h 19"/>
              <a:gd name="T14" fmla="*/ 0 w 21"/>
              <a:gd name="T15" fmla="*/ 4 h 19"/>
              <a:gd name="T16" fmla="*/ 2 w 21"/>
              <a:gd name="T17" fmla="*/ 2 h 19"/>
              <a:gd name="T18" fmla="*/ 10 w 21"/>
              <a:gd name="T19" fmla="*/ 4 h 19"/>
              <a:gd name="T20" fmla="*/ 12 w 21"/>
              <a:gd name="T21" fmla="*/ 7 h 19"/>
              <a:gd name="T22" fmla="*/ 13 w 21"/>
              <a:gd name="T23" fmla="*/ 8 h 19"/>
              <a:gd name="T24" fmla="*/ 13 w 21"/>
              <a:gd name="T25" fmla="*/ 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19">
                <a:moveTo>
                  <a:pt x="13" y="8"/>
                </a:moveTo>
                <a:cubicBezTo>
                  <a:pt x="13" y="9"/>
                  <a:pt x="13" y="9"/>
                  <a:pt x="14" y="9"/>
                </a:cubicBezTo>
                <a:cubicBezTo>
                  <a:pt x="14" y="10"/>
                  <a:pt x="15" y="11"/>
                  <a:pt x="16" y="12"/>
                </a:cubicBezTo>
                <a:cubicBezTo>
                  <a:pt x="16" y="12"/>
                  <a:pt x="18" y="15"/>
                  <a:pt x="21" y="17"/>
                </a:cubicBezTo>
                <a:cubicBezTo>
                  <a:pt x="21" y="18"/>
                  <a:pt x="21" y="18"/>
                  <a:pt x="21" y="18"/>
                </a:cubicBezTo>
                <a:cubicBezTo>
                  <a:pt x="20" y="19"/>
                  <a:pt x="20" y="19"/>
                  <a:pt x="20" y="19"/>
                </a:cubicBezTo>
                <a:cubicBezTo>
                  <a:pt x="13" y="16"/>
                  <a:pt x="7" y="12"/>
                  <a:pt x="1" y="7"/>
                </a:cubicBezTo>
                <a:cubicBezTo>
                  <a:pt x="0" y="6"/>
                  <a:pt x="0" y="5"/>
                  <a:pt x="0" y="4"/>
                </a:cubicBezTo>
                <a:cubicBezTo>
                  <a:pt x="0" y="3"/>
                  <a:pt x="1" y="2"/>
                  <a:pt x="2" y="2"/>
                </a:cubicBezTo>
                <a:cubicBezTo>
                  <a:pt x="5" y="0"/>
                  <a:pt x="8" y="1"/>
                  <a:pt x="10" y="4"/>
                </a:cubicBezTo>
                <a:cubicBezTo>
                  <a:pt x="11" y="5"/>
                  <a:pt x="12" y="6"/>
                  <a:pt x="12" y="7"/>
                </a:cubicBezTo>
                <a:cubicBezTo>
                  <a:pt x="13" y="8"/>
                  <a:pt x="13" y="8"/>
                  <a:pt x="13" y="8"/>
                </a:cubicBezTo>
                <a:cubicBezTo>
                  <a:pt x="13" y="8"/>
                  <a:pt x="13" y="8"/>
                  <a:pt x="13" y="8"/>
                </a:cubicBezTo>
                <a:close/>
              </a:path>
            </a:pathLst>
          </a:custGeom>
          <a:solidFill>
            <a:srgbClr val="F8F1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49"/>
          <p:cNvSpPr>
            <a:spLocks/>
          </p:cNvSpPr>
          <p:nvPr/>
        </p:nvSpPr>
        <p:spPr bwMode="auto">
          <a:xfrm>
            <a:off x="4036227" y="2597124"/>
            <a:ext cx="57250" cy="54959"/>
          </a:xfrm>
          <a:custGeom>
            <a:avLst/>
            <a:gdLst>
              <a:gd name="T0" fmla="*/ 8 w 21"/>
              <a:gd name="T1" fmla="*/ 8 h 19"/>
              <a:gd name="T2" fmla="*/ 7 w 21"/>
              <a:gd name="T3" fmla="*/ 9 h 19"/>
              <a:gd name="T4" fmla="*/ 5 w 21"/>
              <a:gd name="T5" fmla="*/ 12 h 19"/>
              <a:gd name="T6" fmla="*/ 1 w 21"/>
              <a:gd name="T7" fmla="*/ 17 h 19"/>
              <a:gd name="T8" fmla="*/ 0 w 21"/>
              <a:gd name="T9" fmla="*/ 18 h 19"/>
              <a:gd name="T10" fmla="*/ 2 w 21"/>
              <a:gd name="T11" fmla="*/ 19 h 19"/>
              <a:gd name="T12" fmla="*/ 20 w 21"/>
              <a:gd name="T13" fmla="*/ 7 h 19"/>
              <a:gd name="T14" fmla="*/ 21 w 21"/>
              <a:gd name="T15" fmla="*/ 4 h 19"/>
              <a:gd name="T16" fmla="*/ 19 w 21"/>
              <a:gd name="T17" fmla="*/ 2 h 19"/>
              <a:gd name="T18" fmla="*/ 11 w 21"/>
              <a:gd name="T19" fmla="*/ 4 h 19"/>
              <a:gd name="T20" fmla="*/ 9 w 21"/>
              <a:gd name="T21" fmla="*/ 7 h 19"/>
              <a:gd name="T22" fmla="*/ 8 w 21"/>
              <a:gd name="T23" fmla="*/ 8 h 19"/>
              <a:gd name="T24" fmla="*/ 8 w 21"/>
              <a:gd name="T25" fmla="*/ 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19">
                <a:moveTo>
                  <a:pt x="8" y="8"/>
                </a:moveTo>
                <a:cubicBezTo>
                  <a:pt x="8" y="9"/>
                  <a:pt x="8" y="9"/>
                  <a:pt x="7" y="9"/>
                </a:cubicBezTo>
                <a:cubicBezTo>
                  <a:pt x="7" y="10"/>
                  <a:pt x="6" y="11"/>
                  <a:pt x="5" y="12"/>
                </a:cubicBezTo>
                <a:cubicBezTo>
                  <a:pt x="5" y="12"/>
                  <a:pt x="3" y="15"/>
                  <a:pt x="1" y="17"/>
                </a:cubicBezTo>
                <a:cubicBezTo>
                  <a:pt x="0" y="18"/>
                  <a:pt x="0" y="18"/>
                  <a:pt x="0" y="18"/>
                </a:cubicBezTo>
                <a:cubicBezTo>
                  <a:pt x="1" y="19"/>
                  <a:pt x="1" y="19"/>
                  <a:pt x="2" y="19"/>
                </a:cubicBezTo>
                <a:cubicBezTo>
                  <a:pt x="8" y="16"/>
                  <a:pt x="14" y="12"/>
                  <a:pt x="20" y="7"/>
                </a:cubicBezTo>
                <a:cubicBezTo>
                  <a:pt x="21" y="6"/>
                  <a:pt x="21" y="5"/>
                  <a:pt x="21" y="4"/>
                </a:cubicBezTo>
                <a:cubicBezTo>
                  <a:pt x="21" y="3"/>
                  <a:pt x="20" y="2"/>
                  <a:pt x="19" y="2"/>
                </a:cubicBezTo>
                <a:cubicBezTo>
                  <a:pt x="16" y="0"/>
                  <a:pt x="13" y="1"/>
                  <a:pt x="11" y="4"/>
                </a:cubicBezTo>
                <a:cubicBezTo>
                  <a:pt x="10" y="5"/>
                  <a:pt x="9" y="6"/>
                  <a:pt x="9" y="7"/>
                </a:cubicBezTo>
                <a:cubicBezTo>
                  <a:pt x="9" y="8"/>
                  <a:pt x="8" y="8"/>
                  <a:pt x="8" y="8"/>
                </a:cubicBezTo>
                <a:cubicBezTo>
                  <a:pt x="8" y="8"/>
                  <a:pt x="8" y="8"/>
                  <a:pt x="8" y="8"/>
                </a:cubicBezTo>
                <a:close/>
              </a:path>
            </a:pathLst>
          </a:custGeom>
          <a:solidFill>
            <a:srgbClr val="F8F1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50"/>
          <p:cNvSpPr>
            <a:spLocks/>
          </p:cNvSpPr>
          <p:nvPr/>
        </p:nvSpPr>
        <p:spPr bwMode="auto">
          <a:xfrm>
            <a:off x="3772882" y="2189511"/>
            <a:ext cx="59539" cy="52670"/>
          </a:xfrm>
          <a:custGeom>
            <a:avLst/>
            <a:gdLst>
              <a:gd name="T0" fmla="*/ 13 w 21"/>
              <a:gd name="T1" fmla="*/ 11 h 19"/>
              <a:gd name="T2" fmla="*/ 14 w 21"/>
              <a:gd name="T3" fmla="*/ 10 h 19"/>
              <a:gd name="T4" fmla="*/ 16 w 21"/>
              <a:gd name="T5" fmla="*/ 7 h 19"/>
              <a:gd name="T6" fmla="*/ 20 w 21"/>
              <a:gd name="T7" fmla="*/ 2 h 19"/>
              <a:gd name="T8" fmla="*/ 21 w 21"/>
              <a:gd name="T9" fmla="*/ 1 h 19"/>
              <a:gd name="T10" fmla="*/ 20 w 21"/>
              <a:gd name="T11" fmla="*/ 0 h 19"/>
              <a:gd name="T12" fmla="*/ 1 w 21"/>
              <a:gd name="T13" fmla="*/ 12 h 19"/>
              <a:gd name="T14" fmla="*/ 0 w 21"/>
              <a:gd name="T15" fmla="*/ 15 h 19"/>
              <a:gd name="T16" fmla="*/ 2 w 21"/>
              <a:gd name="T17" fmla="*/ 17 h 19"/>
              <a:gd name="T18" fmla="*/ 10 w 21"/>
              <a:gd name="T19" fmla="*/ 15 h 19"/>
              <a:gd name="T20" fmla="*/ 12 w 21"/>
              <a:gd name="T21" fmla="*/ 12 h 19"/>
              <a:gd name="T22" fmla="*/ 13 w 21"/>
              <a:gd name="T23" fmla="*/ 11 h 19"/>
              <a:gd name="T24" fmla="*/ 13 w 21"/>
              <a:gd name="T25" fmla="*/ 1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19">
                <a:moveTo>
                  <a:pt x="13" y="11"/>
                </a:moveTo>
                <a:cubicBezTo>
                  <a:pt x="13" y="10"/>
                  <a:pt x="13" y="10"/>
                  <a:pt x="14" y="10"/>
                </a:cubicBezTo>
                <a:cubicBezTo>
                  <a:pt x="14" y="9"/>
                  <a:pt x="15" y="8"/>
                  <a:pt x="16" y="7"/>
                </a:cubicBezTo>
                <a:cubicBezTo>
                  <a:pt x="16" y="7"/>
                  <a:pt x="18" y="4"/>
                  <a:pt x="20" y="2"/>
                </a:cubicBezTo>
                <a:cubicBezTo>
                  <a:pt x="21" y="1"/>
                  <a:pt x="21" y="1"/>
                  <a:pt x="21" y="1"/>
                </a:cubicBezTo>
                <a:cubicBezTo>
                  <a:pt x="20" y="0"/>
                  <a:pt x="20" y="0"/>
                  <a:pt x="20" y="0"/>
                </a:cubicBezTo>
                <a:cubicBezTo>
                  <a:pt x="13" y="3"/>
                  <a:pt x="7" y="7"/>
                  <a:pt x="1" y="12"/>
                </a:cubicBezTo>
                <a:cubicBezTo>
                  <a:pt x="0" y="13"/>
                  <a:pt x="0" y="14"/>
                  <a:pt x="0" y="15"/>
                </a:cubicBezTo>
                <a:cubicBezTo>
                  <a:pt x="0" y="16"/>
                  <a:pt x="1" y="17"/>
                  <a:pt x="2" y="17"/>
                </a:cubicBezTo>
                <a:cubicBezTo>
                  <a:pt x="5" y="19"/>
                  <a:pt x="8" y="18"/>
                  <a:pt x="10" y="15"/>
                </a:cubicBezTo>
                <a:cubicBezTo>
                  <a:pt x="11" y="14"/>
                  <a:pt x="12" y="13"/>
                  <a:pt x="12" y="12"/>
                </a:cubicBezTo>
                <a:cubicBezTo>
                  <a:pt x="13" y="11"/>
                  <a:pt x="13" y="11"/>
                  <a:pt x="13" y="11"/>
                </a:cubicBezTo>
                <a:cubicBezTo>
                  <a:pt x="13" y="11"/>
                  <a:pt x="13" y="11"/>
                  <a:pt x="13" y="11"/>
                </a:cubicBezTo>
                <a:close/>
              </a:path>
            </a:pathLst>
          </a:custGeom>
          <a:solidFill>
            <a:srgbClr val="F8F1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51"/>
          <p:cNvSpPr>
            <a:spLocks/>
          </p:cNvSpPr>
          <p:nvPr/>
        </p:nvSpPr>
        <p:spPr bwMode="auto">
          <a:xfrm>
            <a:off x="4036227" y="2189511"/>
            <a:ext cx="57250" cy="52670"/>
          </a:xfrm>
          <a:custGeom>
            <a:avLst/>
            <a:gdLst>
              <a:gd name="T0" fmla="*/ 8 w 21"/>
              <a:gd name="T1" fmla="*/ 11 h 19"/>
              <a:gd name="T2" fmla="*/ 7 w 21"/>
              <a:gd name="T3" fmla="*/ 10 h 19"/>
              <a:gd name="T4" fmla="*/ 5 w 21"/>
              <a:gd name="T5" fmla="*/ 7 h 19"/>
              <a:gd name="T6" fmla="*/ 1 w 21"/>
              <a:gd name="T7" fmla="*/ 2 h 19"/>
              <a:gd name="T8" fmla="*/ 0 w 21"/>
              <a:gd name="T9" fmla="*/ 1 h 19"/>
              <a:gd name="T10" fmla="*/ 2 w 21"/>
              <a:gd name="T11" fmla="*/ 0 h 19"/>
              <a:gd name="T12" fmla="*/ 20 w 21"/>
              <a:gd name="T13" fmla="*/ 12 h 19"/>
              <a:gd name="T14" fmla="*/ 21 w 21"/>
              <a:gd name="T15" fmla="*/ 15 h 19"/>
              <a:gd name="T16" fmla="*/ 19 w 21"/>
              <a:gd name="T17" fmla="*/ 17 h 19"/>
              <a:gd name="T18" fmla="*/ 11 w 21"/>
              <a:gd name="T19" fmla="*/ 15 h 19"/>
              <a:gd name="T20" fmla="*/ 9 w 21"/>
              <a:gd name="T21" fmla="*/ 12 h 19"/>
              <a:gd name="T22" fmla="*/ 8 w 21"/>
              <a:gd name="T23" fmla="*/ 11 h 19"/>
              <a:gd name="T24" fmla="*/ 8 w 21"/>
              <a:gd name="T25" fmla="*/ 1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19">
                <a:moveTo>
                  <a:pt x="8" y="11"/>
                </a:moveTo>
                <a:cubicBezTo>
                  <a:pt x="8" y="10"/>
                  <a:pt x="8" y="10"/>
                  <a:pt x="7" y="10"/>
                </a:cubicBezTo>
                <a:cubicBezTo>
                  <a:pt x="7" y="9"/>
                  <a:pt x="6" y="8"/>
                  <a:pt x="5" y="7"/>
                </a:cubicBezTo>
                <a:cubicBezTo>
                  <a:pt x="5" y="7"/>
                  <a:pt x="3" y="4"/>
                  <a:pt x="1" y="2"/>
                </a:cubicBezTo>
                <a:cubicBezTo>
                  <a:pt x="0" y="1"/>
                  <a:pt x="0" y="1"/>
                  <a:pt x="0" y="1"/>
                </a:cubicBezTo>
                <a:cubicBezTo>
                  <a:pt x="1" y="0"/>
                  <a:pt x="1" y="0"/>
                  <a:pt x="2" y="0"/>
                </a:cubicBezTo>
                <a:cubicBezTo>
                  <a:pt x="8" y="3"/>
                  <a:pt x="14" y="7"/>
                  <a:pt x="20" y="12"/>
                </a:cubicBezTo>
                <a:cubicBezTo>
                  <a:pt x="21" y="13"/>
                  <a:pt x="21" y="14"/>
                  <a:pt x="21" y="15"/>
                </a:cubicBezTo>
                <a:cubicBezTo>
                  <a:pt x="21" y="16"/>
                  <a:pt x="20" y="17"/>
                  <a:pt x="19" y="17"/>
                </a:cubicBezTo>
                <a:cubicBezTo>
                  <a:pt x="16" y="19"/>
                  <a:pt x="13" y="18"/>
                  <a:pt x="11" y="15"/>
                </a:cubicBezTo>
                <a:cubicBezTo>
                  <a:pt x="10" y="14"/>
                  <a:pt x="9" y="13"/>
                  <a:pt x="9" y="12"/>
                </a:cubicBezTo>
                <a:cubicBezTo>
                  <a:pt x="9" y="11"/>
                  <a:pt x="8" y="11"/>
                  <a:pt x="8" y="11"/>
                </a:cubicBezTo>
                <a:cubicBezTo>
                  <a:pt x="8" y="11"/>
                  <a:pt x="8" y="11"/>
                  <a:pt x="8" y="11"/>
                </a:cubicBezTo>
                <a:close/>
              </a:path>
            </a:pathLst>
          </a:custGeom>
          <a:solidFill>
            <a:srgbClr val="F8F1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Oval 52"/>
          <p:cNvSpPr>
            <a:spLocks noChangeArrowheads="1"/>
          </p:cNvSpPr>
          <p:nvPr/>
        </p:nvSpPr>
        <p:spPr bwMode="auto">
          <a:xfrm>
            <a:off x="5643778" y="4387871"/>
            <a:ext cx="902244" cy="904534"/>
          </a:xfrm>
          <a:prstGeom prst="ellipse">
            <a:avLst/>
          </a:prstGeom>
          <a:solidFill>
            <a:srgbClr val="219980"/>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53"/>
          <p:cNvSpPr>
            <a:spLocks/>
          </p:cNvSpPr>
          <p:nvPr/>
        </p:nvSpPr>
        <p:spPr bwMode="auto">
          <a:xfrm>
            <a:off x="6104060" y="4845863"/>
            <a:ext cx="103049" cy="183197"/>
          </a:xfrm>
          <a:custGeom>
            <a:avLst/>
            <a:gdLst>
              <a:gd name="T0" fmla="*/ 29 w 37"/>
              <a:gd name="T1" fmla="*/ 0 h 65"/>
              <a:gd name="T2" fmla="*/ 8 w 37"/>
              <a:gd name="T3" fmla="*/ 0 h 65"/>
              <a:gd name="T4" fmla="*/ 0 w 37"/>
              <a:gd name="T5" fmla="*/ 7 h 65"/>
              <a:gd name="T6" fmla="*/ 0 w 37"/>
              <a:gd name="T7" fmla="*/ 58 h 65"/>
              <a:gd name="T8" fmla="*/ 8 w 37"/>
              <a:gd name="T9" fmla="*/ 65 h 65"/>
              <a:gd name="T10" fmla="*/ 29 w 37"/>
              <a:gd name="T11" fmla="*/ 65 h 65"/>
              <a:gd name="T12" fmla="*/ 37 w 37"/>
              <a:gd name="T13" fmla="*/ 58 h 65"/>
              <a:gd name="T14" fmla="*/ 37 w 37"/>
              <a:gd name="T15" fmla="*/ 7 h 65"/>
              <a:gd name="T16" fmla="*/ 29 w 37"/>
              <a:gd name="T17"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65">
                <a:moveTo>
                  <a:pt x="29" y="0"/>
                </a:moveTo>
                <a:cubicBezTo>
                  <a:pt x="8" y="0"/>
                  <a:pt x="8" y="0"/>
                  <a:pt x="8" y="0"/>
                </a:cubicBezTo>
                <a:cubicBezTo>
                  <a:pt x="4" y="0"/>
                  <a:pt x="0" y="3"/>
                  <a:pt x="0" y="7"/>
                </a:cubicBezTo>
                <a:cubicBezTo>
                  <a:pt x="0" y="58"/>
                  <a:pt x="0" y="58"/>
                  <a:pt x="0" y="58"/>
                </a:cubicBezTo>
                <a:cubicBezTo>
                  <a:pt x="0" y="62"/>
                  <a:pt x="4" y="65"/>
                  <a:pt x="8" y="65"/>
                </a:cubicBezTo>
                <a:cubicBezTo>
                  <a:pt x="29" y="65"/>
                  <a:pt x="29" y="65"/>
                  <a:pt x="29" y="65"/>
                </a:cubicBezTo>
                <a:cubicBezTo>
                  <a:pt x="33" y="65"/>
                  <a:pt x="37" y="62"/>
                  <a:pt x="37" y="58"/>
                </a:cubicBezTo>
                <a:cubicBezTo>
                  <a:pt x="37" y="7"/>
                  <a:pt x="37" y="7"/>
                  <a:pt x="37" y="7"/>
                </a:cubicBezTo>
                <a:cubicBezTo>
                  <a:pt x="37" y="3"/>
                  <a:pt x="33" y="0"/>
                  <a:pt x="29" y="0"/>
                </a:cubicBezTo>
                <a:close/>
              </a:path>
            </a:pathLst>
          </a:custGeom>
          <a:solidFill>
            <a:srgbClr val="F8F1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54"/>
          <p:cNvSpPr>
            <a:spLocks/>
          </p:cNvSpPr>
          <p:nvPr/>
        </p:nvSpPr>
        <p:spPr bwMode="auto">
          <a:xfrm>
            <a:off x="6227718" y="4651217"/>
            <a:ext cx="100758" cy="377844"/>
          </a:xfrm>
          <a:custGeom>
            <a:avLst/>
            <a:gdLst>
              <a:gd name="T0" fmla="*/ 7 w 36"/>
              <a:gd name="T1" fmla="*/ 134 h 134"/>
              <a:gd name="T2" fmla="*/ 29 w 36"/>
              <a:gd name="T3" fmla="*/ 134 h 134"/>
              <a:gd name="T4" fmla="*/ 36 w 36"/>
              <a:gd name="T5" fmla="*/ 127 h 134"/>
              <a:gd name="T6" fmla="*/ 36 w 36"/>
              <a:gd name="T7" fmla="*/ 8 h 134"/>
              <a:gd name="T8" fmla="*/ 29 w 36"/>
              <a:gd name="T9" fmla="*/ 0 h 134"/>
              <a:gd name="T10" fmla="*/ 7 w 36"/>
              <a:gd name="T11" fmla="*/ 0 h 134"/>
              <a:gd name="T12" fmla="*/ 0 w 36"/>
              <a:gd name="T13" fmla="*/ 8 h 134"/>
              <a:gd name="T14" fmla="*/ 0 w 36"/>
              <a:gd name="T15" fmla="*/ 76 h 134"/>
              <a:gd name="T16" fmla="*/ 0 w 36"/>
              <a:gd name="T17" fmla="*/ 127 h 134"/>
              <a:gd name="T18" fmla="*/ 7 w 36"/>
              <a:gd name="T19"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134">
                <a:moveTo>
                  <a:pt x="7" y="134"/>
                </a:moveTo>
                <a:cubicBezTo>
                  <a:pt x="29" y="134"/>
                  <a:pt x="29" y="134"/>
                  <a:pt x="29" y="134"/>
                </a:cubicBezTo>
                <a:cubicBezTo>
                  <a:pt x="33" y="134"/>
                  <a:pt x="36" y="131"/>
                  <a:pt x="36" y="127"/>
                </a:cubicBezTo>
                <a:cubicBezTo>
                  <a:pt x="36" y="8"/>
                  <a:pt x="36" y="8"/>
                  <a:pt x="36" y="8"/>
                </a:cubicBezTo>
                <a:cubicBezTo>
                  <a:pt x="36" y="3"/>
                  <a:pt x="33" y="0"/>
                  <a:pt x="29" y="0"/>
                </a:cubicBezTo>
                <a:cubicBezTo>
                  <a:pt x="7" y="0"/>
                  <a:pt x="7" y="0"/>
                  <a:pt x="7" y="0"/>
                </a:cubicBezTo>
                <a:cubicBezTo>
                  <a:pt x="3" y="0"/>
                  <a:pt x="0" y="3"/>
                  <a:pt x="0" y="8"/>
                </a:cubicBezTo>
                <a:cubicBezTo>
                  <a:pt x="0" y="76"/>
                  <a:pt x="0" y="76"/>
                  <a:pt x="0" y="76"/>
                </a:cubicBezTo>
                <a:cubicBezTo>
                  <a:pt x="0" y="127"/>
                  <a:pt x="0" y="127"/>
                  <a:pt x="0" y="127"/>
                </a:cubicBezTo>
                <a:cubicBezTo>
                  <a:pt x="0" y="131"/>
                  <a:pt x="3" y="134"/>
                  <a:pt x="7" y="134"/>
                </a:cubicBezTo>
                <a:close/>
              </a:path>
            </a:pathLst>
          </a:custGeom>
          <a:solidFill>
            <a:srgbClr val="F8F1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55"/>
          <p:cNvSpPr>
            <a:spLocks/>
          </p:cNvSpPr>
          <p:nvPr/>
        </p:nvSpPr>
        <p:spPr bwMode="auto">
          <a:xfrm>
            <a:off x="5982692" y="4758845"/>
            <a:ext cx="100758" cy="270215"/>
          </a:xfrm>
          <a:custGeom>
            <a:avLst/>
            <a:gdLst>
              <a:gd name="T0" fmla="*/ 29 w 36"/>
              <a:gd name="T1" fmla="*/ 0 h 96"/>
              <a:gd name="T2" fmla="*/ 8 w 36"/>
              <a:gd name="T3" fmla="*/ 0 h 96"/>
              <a:gd name="T4" fmla="*/ 0 w 36"/>
              <a:gd name="T5" fmla="*/ 7 h 96"/>
              <a:gd name="T6" fmla="*/ 0 w 36"/>
              <a:gd name="T7" fmla="*/ 69 h 96"/>
              <a:gd name="T8" fmla="*/ 0 w 36"/>
              <a:gd name="T9" fmla="*/ 89 h 96"/>
              <a:gd name="T10" fmla="*/ 8 w 36"/>
              <a:gd name="T11" fmla="*/ 96 h 96"/>
              <a:gd name="T12" fmla="*/ 29 w 36"/>
              <a:gd name="T13" fmla="*/ 96 h 96"/>
              <a:gd name="T14" fmla="*/ 36 w 36"/>
              <a:gd name="T15" fmla="*/ 89 h 96"/>
              <a:gd name="T16" fmla="*/ 36 w 36"/>
              <a:gd name="T17" fmla="*/ 38 h 96"/>
              <a:gd name="T18" fmla="*/ 36 w 36"/>
              <a:gd name="T19" fmla="*/ 7 h 96"/>
              <a:gd name="T20" fmla="*/ 29 w 36"/>
              <a:gd name="T21"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 h="96">
                <a:moveTo>
                  <a:pt x="29" y="0"/>
                </a:moveTo>
                <a:cubicBezTo>
                  <a:pt x="8" y="0"/>
                  <a:pt x="8" y="0"/>
                  <a:pt x="8" y="0"/>
                </a:cubicBezTo>
                <a:cubicBezTo>
                  <a:pt x="3" y="0"/>
                  <a:pt x="0" y="3"/>
                  <a:pt x="0" y="7"/>
                </a:cubicBezTo>
                <a:cubicBezTo>
                  <a:pt x="0" y="69"/>
                  <a:pt x="0" y="69"/>
                  <a:pt x="0" y="69"/>
                </a:cubicBezTo>
                <a:cubicBezTo>
                  <a:pt x="0" y="89"/>
                  <a:pt x="0" y="89"/>
                  <a:pt x="0" y="89"/>
                </a:cubicBezTo>
                <a:cubicBezTo>
                  <a:pt x="0" y="93"/>
                  <a:pt x="3" y="96"/>
                  <a:pt x="8" y="96"/>
                </a:cubicBezTo>
                <a:cubicBezTo>
                  <a:pt x="29" y="96"/>
                  <a:pt x="29" y="96"/>
                  <a:pt x="29" y="96"/>
                </a:cubicBezTo>
                <a:cubicBezTo>
                  <a:pt x="33" y="96"/>
                  <a:pt x="36" y="93"/>
                  <a:pt x="36" y="89"/>
                </a:cubicBezTo>
                <a:cubicBezTo>
                  <a:pt x="36" y="38"/>
                  <a:pt x="36" y="38"/>
                  <a:pt x="36" y="38"/>
                </a:cubicBezTo>
                <a:cubicBezTo>
                  <a:pt x="36" y="7"/>
                  <a:pt x="36" y="7"/>
                  <a:pt x="36" y="7"/>
                </a:cubicBezTo>
                <a:cubicBezTo>
                  <a:pt x="36" y="3"/>
                  <a:pt x="33" y="0"/>
                  <a:pt x="29" y="0"/>
                </a:cubicBezTo>
                <a:close/>
              </a:path>
            </a:pathLst>
          </a:custGeom>
          <a:solidFill>
            <a:srgbClr val="F8F1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56"/>
          <p:cNvSpPr>
            <a:spLocks/>
          </p:cNvSpPr>
          <p:nvPr/>
        </p:nvSpPr>
        <p:spPr bwMode="auto">
          <a:xfrm>
            <a:off x="5861325" y="4930592"/>
            <a:ext cx="100758" cy="98469"/>
          </a:xfrm>
          <a:custGeom>
            <a:avLst/>
            <a:gdLst>
              <a:gd name="T0" fmla="*/ 29 w 36"/>
              <a:gd name="T1" fmla="*/ 0 h 35"/>
              <a:gd name="T2" fmla="*/ 7 w 36"/>
              <a:gd name="T3" fmla="*/ 0 h 35"/>
              <a:gd name="T4" fmla="*/ 0 w 36"/>
              <a:gd name="T5" fmla="*/ 8 h 35"/>
              <a:gd name="T6" fmla="*/ 0 w 36"/>
              <a:gd name="T7" fmla="*/ 28 h 35"/>
              <a:gd name="T8" fmla="*/ 7 w 36"/>
              <a:gd name="T9" fmla="*/ 35 h 35"/>
              <a:gd name="T10" fmla="*/ 29 w 36"/>
              <a:gd name="T11" fmla="*/ 35 h 35"/>
              <a:gd name="T12" fmla="*/ 36 w 36"/>
              <a:gd name="T13" fmla="*/ 28 h 35"/>
              <a:gd name="T14" fmla="*/ 36 w 36"/>
              <a:gd name="T15" fmla="*/ 8 h 35"/>
              <a:gd name="T16" fmla="*/ 29 w 36"/>
              <a:gd name="T1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35">
                <a:moveTo>
                  <a:pt x="29" y="0"/>
                </a:moveTo>
                <a:cubicBezTo>
                  <a:pt x="7" y="0"/>
                  <a:pt x="7" y="0"/>
                  <a:pt x="7" y="0"/>
                </a:cubicBezTo>
                <a:cubicBezTo>
                  <a:pt x="3" y="0"/>
                  <a:pt x="0" y="3"/>
                  <a:pt x="0" y="8"/>
                </a:cubicBezTo>
                <a:cubicBezTo>
                  <a:pt x="0" y="28"/>
                  <a:pt x="0" y="28"/>
                  <a:pt x="0" y="28"/>
                </a:cubicBezTo>
                <a:cubicBezTo>
                  <a:pt x="0" y="32"/>
                  <a:pt x="3" y="35"/>
                  <a:pt x="7" y="35"/>
                </a:cubicBezTo>
                <a:cubicBezTo>
                  <a:pt x="29" y="35"/>
                  <a:pt x="29" y="35"/>
                  <a:pt x="29" y="35"/>
                </a:cubicBezTo>
                <a:cubicBezTo>
                  <a:pt x="33" y="35"/>
                  <a:pt x="36" y="32"/>
                  <a:pt x="36" y="28"/>
                </a:cubicBezTo>
                <a:cubicBezTo>
                  <a:pt x="36" y="8"/>
                  <a:pt x="36" y="8"/>
                  <a:pt x="36" y="8"/>
                </a:cubicBezTo>
                <a:cubicBezTo>
                  <a:pt x="36" y="3"/>
                  <a:pt x="33" y="0"/>
                  <a:pt x="29" y="0"/>
                </a:cubicBezTo>
                <a:close/>
              </a:path>
            </a:pathLst>
          </a:custGeom>
          <a:solidFill>
            <a:srgbClr val="F8F1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Oval 57"/>
          <p:cNvSpPr>
            <a:spLocks noChangeArrowheads="1"/>
          </p:cNvSpPr>
          <p:nvPr/>
        </p:nvSpPr>
        <p:spPr bwMode="auto">
          <a:xfrm>
            <a:off x="7800919" y="1969675"/>
            <a:ext cx="902244" cy="902244"/>
          </a:xfrm>
          <a:prstGeom prst="ellipse">
            <a:avLst/>
          </a:prstGeom>
          <a:solidFill>
            <a:srgbClr val="EB6B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58"/>
          <p:cNvSpPr>
            <a:spLocks noEditPoints="1"/>
          </p:cNvSpPr>
          <p:nvPr/>
        </p:nvSpPr>
        <p:spPr bwMode="auto">
          <a:xfrm>
            <a:off x="8045945" y="2214701"/>
            <a:ext cx="412193" cy="302275"/>
          </a:xfrm>
          <a:custGeom>
            <a:avLst/>
            <a:gdLst>
              <a:gd name="T0" fmla="*/ 9 w 146"/>
              <a:gd name="T1" fmla="*/ 107 h 107"/>
              <a:gd name="T2" fmla="*/ 137 w 146"/>
              <a:gd name="T3" fmla="*/ 107 h 107"/>
              <a:gd name="T4" fmla="*/ 146 w 146"/>
              <a:gd name="T5" fmla="*/ 98 h 107"/>
              <a:gd name="T6" fmla="*/ 146 w 146"/>
              <a:gd name="T7" fmla="*/ 9 h 107"/>
              <a:gd name="T8" fmla="*/ 137 w 146"/>
              <a:gd name="T9" fmla="*/ 0 h 107"/>
              <a:gd name="T10" fmla="*/ 9 w 146"/>
              <a:gd name="T11" fmla="*/ 0 h 107"/>
              <a:gd name="T12" fmla="*/ 0 w 146"/>
              <a:gd name="T13" fmla="*/ 9 h 107"/>
              <a:gd name="T14" fmla="*/ 0 w 146"/>
              <a:gd name="T15" fmla="*/ 98 h 107"/>
              <a:gd name="T16" fmla="*/ 9 w 146"/>
              <a:gd name="T17" fmla="*/ 107 h 107"/>
              <a:gd name="T18" fmla="*/ 10 w 146"/>
              <a:gd name="T19" fmla="*/ 16 h 107"/>
              <a:gd name="T20" fmla="*/ 16 w 146"/>
              <a:gd name="T21" fmla="*/ 10 h 107"/>
              <a:gd name="T22" fmla="*/ 130 w 146"/>
              <a:gd name="T23" fmla="*/ 10 h 107"/>
              <a:gd name="T24" fmla="*/ 136 w 146"/>
              <a:gd name="T25" fmla="*/ 16 h 107"/>
              <a:gd name="T26" fmla="*/ 136 w 146"/>
              <a:gd name="T27" fmla="*/ 91 h 107"/>
              <a:gd name="T28" fmla="*/ 130 w 146"/>
              <a:gd name="T29" fmla="*/ 97 h 107"/>
              <a:gd name="T30" fmla="*/ 16 w 146"/>
              <a:gd name="T31" fmla="*/ 97 h 107"/>
              <a:gd name="T32" fmla="*/ 10 w 146"/>
              <a:gd name="T33" fmla="*/ 91 h 107"/>
              <a:gd name="T34" fmla="*/ 10 w 146"/>
              <a:gd name="T35"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6" h="107">
                <a:moveTo>
                  <a:pt x="9" y="107"/>
                </a:moveTo>
                <a:cubicBezTo>
                  <a:pt x="137" y="107"/>
                  <a:pt x="137" y="107"/>
                  <a:pt x="137" y="107"/>
                </a:cubicBezTo>
                <a:cubicBezTo>
                  <a:pt x="142" y="107"/>
                  <a:pt x="146" y="103"/>
                  <a:pt x="146" y="98"/>
                </a:cubicBezTo>
                <a:cubicBezTo>
                  <a:pt x="146" y="9"/>
                  <a:pt x="146" y="9"/>
                  <a:pt x="146" y="9"/>
                </a:cubicBezTo>
                <a:cubicBezTo>
                  <a:pt x="146" y="4"/>
                  <a:pt x="142" y="0"/>
                  <a:pt x="137" y="0"/>
                </a:cubicBezTo>
                <a:cubicBezTo>
                  <a:pt x="9" y="0"/>
                  <a:pt x="9" y="0"/>
                  <a:pt x="9" y="0"/>
                </a:cubicBezTo>
                <a:cubicBezTo>
                  <a:pt x="4" y="0"/>
                  <a:pt x="0" y="4"/>
                  <a:pt x="0" y="9"/>
                </a:cubicBezTo>
                <a:cubicBezTo>
                  <a:pt x="0" y="98"/>
                  <a:pt x="0" y="98"/>
                  <a:pt x="0" y="98"/>
                </a:cubicBezTo>
                <a:cubicBezTo>
                  <a:pt x="0" y="103"/>
                  <a:pt x="4" y="107"/>
                  <a:pt x="9" y="107"/>
                </a:cubicBezTo>
                <a:close/>
                <a:moveTo>
                  <a:pt x="10" y="16"/>
                </a:moveTo>
                <a:cubicBezTo>
                  <a:pt x="10" y="13"/>
                  <a:pt x="13" y="10"/>
                  <a:pt x="16" y="10"/>
                </a:cubicBezTo>
                <a:cubicBezTo>
                  <a:pt x="130" y="10"/>
                  <a:pt x="130" y="10"/>
                  <a:pt x="130" y="10"/>
                </a:cubicBezTo>
                <a:cubicBezTo>
                  <a:pt x="133" y="10"/>
                  <a:pt x="136" y="13"/>
                  <a:pt x="136" y="16"/>
                </a:cubicBezTo>
                <a:cubicBezTo>
                  <a:pt x="136" y="91"/>
                  <a:pt x="136" y="91"/>
                  <a:pt x="136" y="91"/>
                </a:cubicBezTo>
                <a:cubicBezTo>
                  <a:pt x="136" y="94"/>
                  <a:pt x="133" y="97"/>
                  <a:pt x="130" y="97"/>
                </a:cubicBezTo>
                <a:cubicBezTo>
                  <a:pt x="16" y="97"/>
                  <a:pt x="16" y="97"/>
                  <a:pt x="16" y="97"/>
                </a:cubicBezTo>
                <a:cubicBezTo>
                  <a:pt x="13" y="97"/>
                  <a:pt x="10" y="94"/>
                  <a:pt x="10" y="91"/>
                </a:cubicBezTo>
                <a:lnTo>
                  <a:pt x="10" y="16"/>
                </a:lnTo>
                <a:close/>
              </a:path>
            </a:pathLst>
          </a:custGeom>
          <a:solidFill>
            <a:srgbClr val="F8F1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59"/>
          <p:cNvSpPr>
            <a:spLocks/>
          </p:cNvSpPr>
          <p:nvPr/>
        </p:nvSpPr>
        <p:spPr bwMode="auto">
          <a:xfrm>
            <a:off x="8007015" y="2533005"/>
            <a:ext cx="490051" cy="96178"/>
          </a:xfrm>
          <a:custGeom>
            <a:avLst/>
            <a:gdLst>
              <a:gd name="T0" fmla="*/ 171 w 174"/>
              <a:gd name="T1" fmla="*/ 14 h 34"/>
              <a:gd name="T2" fmla="*/ 166 w 174"/>
              <a:gd name="T3" fmla="*/ 5 h 34"/>
              <a:gd name="T4" fmla="*/ 158 w 174"/>
              <a:gd name="T5" fmla="*/ 0 h 34"/>
              <a:gd name="T6" fmla="*/ 157 w 174"/>
              <a:gd name="T7" fmla="*/ 0 h 34"/>
              <a:gd name="T8" fmla="*/ 17 w 174"/>
              <a:gd name="T9" fmla="*/ 0 h 34"/>
              <a:gd name="T10" fmla="*/ 16 w 174"/>
              <a:gd name="T11" fmla="*/ 0 h 34"/>
              <a:gd name="T12" fmla="*/ 8 w 174"/>
              <a:gd name="T13" fmla="*/ 5 h 34"/>
              <a:gd name="T14" fmla="*/ 3 w 174"/>
              <a:gd name="T15" fmla="*/ 14 h 34"/>
              <a:gd name="T16" fmla="*/ 2 w 174"/>
              <a:gd name="T17" fmla="*/ 27 h 34"/>
              <a:gd name="T18" fmla="*/ 11 w 174"/>
              <a:gd name="T19" fmla="*/ 34 h 34"/>
              <a:gd name="T20" fmla="*/ 163 w 174"/>
              <a:gd name="T21" fmla="*/ 34 h 34"/>
              <a:gd name="T22" fmla="*/ 172 w 174"/>
              <a:gd name="T23" fmla="*/ 27 h 34"/>
              <a:gd name="T24" fmla="*/ 171 w 174"/>
              <a:gd name="T25" fmla="*/ 1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4" h="34">
                <a:moveTo>
                  <a:pt x="171" y="14"/>
                </a:moveTo>
                <a:cubicBezTo>
                  <a:pt x="166" y="5"/>
                  <a:pt x="166" y="5"/>
                  <a:pt x="166" y="5"/>
                </a:cubicBezTo>
                <a:cubicBezTo>
                  <a:pt x="164" y="2"/>
                  <a:pt x="161" y="0"/>
                  <a:pt x="158" y="0"/>
                </a:cubicBezTo>
                <a:cubicBezTo>
                  <a:pt x="157" y="0"/>
                  <a:pt x="157" y="0"/>
                  <a:pt x="157" y="0"/>
                </a:cubicBezTo>
                <a:cubicBezTo>
                  <a:pt x="17" y="0"/>
                  <a:pt x="17" y="0"/>
                  <a:pt x="17" y="0"/>
                </a:cubicBezTo>
                <a:cubicBezTo>
                  <a:pt x="16" y="0"/>
                  <a:pt x="16" y="0"/>
                  <a:pt x="16" y="0"/>
                </a:cubicBezTo>
                <a:cubicBezTo>
                  <a:pt x="13" y="0"/>
                  <a:pt x="10" y="2"/>
                  <a:pt x="8" y="5"/>
                </a:cubicBezTo>
                <a:cubicBezTo>
                  <a:pt x="3" y="14"/>
                  <a:pt x="3" y="14"/>
                  <a:pt x="3" y="14"/>
                </a:cubicBezTo>
                <a:cubicBezTo>
                  <a:pt x="0" y="17"/>
                  <a:pt x="0" y="23"/>
                  <a:pt x="2" y="27"/>
                </a:cubicBezTo>
                <a:cubicBezTo>
                  <a:pt x="3" y="31"/>
                  <a:pt x="7" y="34"/>
                  <a:pt x="11" y="34"/>
                </a:cubicBezTo>
                <a:cubicBezTo>
                  <a:pt x="163" y="34"/>
                  <a:pt x="163" y="34"/>
                  <a:pt x="163" y="34"/>
                </a:cubicBezTo>
                <a:cubicBezTo>
                  <a:pt x="167" y="34"/>
                  <a:pt x="171" y="31"/>
                  <a:pt x="172" y="27"/>
                </a:cubicBezTo>
                <a:cubicBezTo>
                  <a:pt x="174" y="23"/>
                  <a:pt x="174" y="17"/>
                  <a:pt x="171" y="14"/>
                </a:cubicBezTo>
                <a:close/>
              </a:path>
            </a:pathLst>
          </a:custGeom>
          <a:solidFill>
            <a:srgbClr val="F8F1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Oval 60"/>
          <p:cNvSpPr>
            <a:spLocks noChangeArrowheads="1"/>
          </p:cNvSpPr>
          <p:nvPr/>
        </p:nvSpPr>
        <p:spPr bwMode="auto">
          <a:xfrm>
            <a:off x="1327206" y="4387871"/>
            <a:ext cx="902244" cy="904534"/>
          </a:xfrm>
          <a:prstGeom prst="ellipse">
            <a:avLst/>
          </a:prstGeom>
          <a:solidFill>
            <a:srgbClr val="3A8FCB"/>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61"/>
          <p:cNvSpPr>
            <a:spLocks noEditPoints="1"/>
          </p:cNvSpPr>
          <p:nvPr/>
        </p:nvSpPr>
        <p:spPr bwMode="auto">
          <a:xfrm>
            <a:off x="1503532" y="4699306"/>
            <a:ext cx="393873" cy="387004"/>
          </a:xfrm>
          <a:custGeom>
            <a:avLst/>
            <a:gdLst>
              <a:gd name="T0" fmla="*/ 120 w 140"/>
              <a:gd name="T1" fmla="*/ 104 h 137"/>
              <a:gd name="T2" fmla="*/ 117 w 140"/>
              <a:gd name="T3" fmla="*/ 101 h 137"/>
              <a:gd name="T4" fmla="*/ 113 w 140"/>
              <a:gd name="T5" fmla="*/ 83 h 137"/>
              <a:gd name="T6" fmla="*/ 113 w 140"/>
              <a:gd name="T7" fmla="*/ 83 h 137"/>
              <a:gd name="T8" fmla="*/ 127 w 140"/>
              <a:gd name="T9" fmla="*/ 71 h 137"/>
              <a:gd name="T10" fmla="*/ 131 w 140"/>
              <a:gd name="T11" fmla="*/ 70 h 137"/>
              <a:gd name="T12" fmla="*/ 139 w 140"/>
              <a:gd name="T13" fmla="*/ 59 h 137"/>
              <a:gd name="T14" fmla="*/ 137 w 140"/>
              <a:gd name="T15" fmla="*/ 50 h 137"/>
              <a:gd name="T16" fmla="*/ 126 w 140"/>
              <a:gd name="T17" fmla="*/ 43 h 137"/>
              <a:gd name="T18" fmla="*/ 121 w 140"/>
              <a:gd name="T19" fmla="*/ 44 h 137"/>
              <a:gd name="T20" fmla="*/ 104 w 140"/>
              <a:gd name="T21" fmla="*/ 38 h 137"/>
              <a:gd name="T22" fmla="*/ 104 w 140"/>
              <a:gd name="T23" fmla="*/ 38 h 137"/>
              <a:gd name="T24" fmla="*/ 100 w 140"/>
              <a:gd name="T25" fmla="*/ 20 h 137"/>
              <a:gd name="T26" fmla="*/ 102 w 140"/>
              <a:gd name="T27" fmla="*/ 16 h 137"/>
              <a:gd name="T28" fmla="*/ 96 w 140"/>
              <a:gd name="T29" fmla="*/ 4 h 137"/>
              <a:gd name="T30" fmla="*/ 92 w 140"/>
              <a:gd name="T31" fmla="*/ 2 h 137"/>
              <a:gd name="T32" fmla="*/ 87 w 140"/>
              <a:gd name="T33" fmla="*/ 1 h 137"/>
              <a:gd name="T34" fmla="*/ 76 w 140"/>
              <a:gd name="T35" fmla="*/ 7 h 137"/>
              <a:gd name="T36" fmla="*/ 74 w 140"/>
              <a:gd name="T37" fmla="*/ 12 h 137"/>
              <a:gd name="T38" fmla="*/ 61 w 140"/>
              <a:gd name="T39" fmla="*/ 24 h 137"/>
              <a:gd name="T40" fmla="*/ 61 w 140"/>
              <a:gd name="T41" fmla="*/ 24 h 137"/>
              <a:gd name="T42" fmla="*/ 43 w 140"/>
              <a:gd name="T43" fmla="*/ 18 h 137"/>
              <a:gd name="T44" fmla="*/ 40 w 140"/>
              <a:gd name="T45" fmla="*/ 14 h 137"/>
              <a:gd name="T46" fmla="*/ 27 w 140"/>
              <a:gd name="T47" fmla="*/ 13 h 137"/>
              <a:gd name="T48" fmla="*/ 20 w 140"/>
              <a:gd name="T49" fmla="*/ 19 h 137"/>
              <a:gd name="T50" fmla="*/ 20 w 140"/>
              <a:gd name="T51" fmla="*/ 33 h 137"/>
              <a:gd name="T52" fmla="*/ 23 w 140"/>
              <a:gd name="T53" fmla="*/ 36 h 137"/>
              <a:gd name="T54" fmla="*/ 26 w 140"/>
              <a:gd name="T55" fmla="*/ 54 h 137"/>
              <a:gd name="T56" fmla="*/ 13 w 140"/>
              <a:gd name="T57" fmla="*/ 66 h 137"/>
              <a:gd name="T58" fmla="*/ 8 w 140"/>
              <a:gd name="T59" fmla="*/ 67 h 137"/>
              <a:gd name="T60" fmla="*/ 0 w 140"/>
              <a:gd name="T61" fmla="*/ 78 h 137"/>
              <a:gd name="T62" fmla="*/ 2 w 140"/>
              <a:gd name="T63" fmla="*/ 87 h 137"/>
              <a:gd name="T64" fmla="*/ 14 w 140"/>
              <a:gd name="T65" fmla="*/ 94 h 137"/>
              <a:gd name="T66" fmla="*/ 18 w 140"/>
              <a:gd name="T67" fmla="*/ 93 h 137"/>
              <a:gd name="T68" fmla="*/ 35 w 140"/>
              <a:gd name="T69" fmla="*/ 99 h 137"/>
              <a:gd name="T70" fmla="*/ 35 w 140"/>
              <a:gd name="T71" fmla="*/ 99 h 137"/>
              <a:gd name="T72" fmla="*/ 39 w 140"/>
              <a:gd name="T73" fmla="*/ 117 h 137"/>
              <a:gd name="T74" fmla="*/ 37 w 140"/>
              <a:gd name="T75" fmla="*/ 121 h 137"/>
              <a:gd name="T76" fmla="*/ 43 w 140"/>
              <a:gd name="T77" fmla="*/ 133 h 137"/>
              <a:gd name="T78" fmla="*/ 47 w 140"/>
              <a:gd name="T79" fmla="*/ 135 h 137"/>
              <a:gd name="T80" fmla="*/ 52 w 140"/>
              <a:gd name="T81" fmla="*/ 136 h 137"/>
              <a:gd name="T82" fmla="*/ 64 w 140"/>
              <a:gd name="T83" fmla="*/ 130 h 137"/>
              <a:gd name="T84" fmla="*/ 65 w 140"/>
              <a:gd name="T85" fmla="*/ 125 h 137"/>
              <a:gd name="T86" fmla="*/ 79 w 140"/>
              <a:gd name="T87" fmla="*/ 114 h 137"/>
              <a:gd name="T88" fmla="*/ 79 w 140"/>
              <a:gd name="T89" fmla="*/ 114 h 137"/>
              <a:gd name="T90" fmla="*/ 96 w 140"/>
              <a:gd name="T91" fmla="*/ 119 h 137"/>
              <a:gd name="T92" fmla="*/ 99 w 140"/>
              <a:gd name="T93" fmla="*/ 123 h 137"/>
              <a:gd name="T94" fmla="*/ 112 w 140"/>
              <a:gd name="T95" fmla="*/ 124 h 137"/>
              <a:gd name="T96" fmla="*/ 119 w 140"/>
              <a:gd name="T97" fmla="*/ 118 h 137"/>
              <a:gd name="T98" fmla="*/ 120 w 140"/>
              <a:gd name="T99" fmla="*/ 104 h 137"/>
              <a:gd name="T100" fmla="*/ 62 w 140"/>
              <a:gd name="T101" fmla="*/ 91 h 137"/>
              <a:gd name="T102" fmla="*/ 47 w 140"/>
              <a:gd name="T103" fmla="*/ 61 h 137"/>
              <a:gd name="T104" fmla="*/ 77 w 140"/>
              <a:gd name="T105" fmla="*/ 46 h 137"/>
              <a:gd name="T106" fmla="*/ 92 w 140"/>
              <a:gd name="T107" fmla="*/ 76 h 137"/>
              <a:gd name="T108" fmla="*/ 62 w 140"/>
              <a:gd name="T109" fmla="*/ 91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0" h="137">
                <a:moveTo>
                  <a:pt x="120" y="104"/>
                </a:moveTo>
                <a:cubicBezTo>
                  <a:pt x="117" y="101"/>
                  <a:pt x="117" y="101"/>
                  <a:pt x="117" y="101"/>
                </a:cubicBezTo>
                <a:cubicBezTo>
                  <a:pt x="112" y="96"/>
                  <a:pt x="111" y="89"/>
                  <a:pt x="113" y="83"/>
                </a:cubicBezTo>
                <a:cubicBezTo>
                  <a:pt x="113" y="83"/>
                  <a:pt x="113" y="83"/>
                  <a:pt x="113" y="83"/>
                </a:cubicBezTo>
                <a:cubicBezTo>
                  <a:pt x="115" y="77"/>
                  <a:pt x="120" y="72"/>
                  <a:pt x="127" y="71"/>
                </a:cubicBezTo>
                <a:cubicBezTo>
                  <a:pt x="131" y="70"/>
                  <a:pt x="131" y="70"/>
                  <a:pt x="131" y="70"/>
                </a:cubicBezTo>
                <a:cubicBezTo>
                  <a:pt x="136" y="69"/>
                  <a:pt x="140" y="64"/>
                  <a:pt x="139" y="59"/>
                </a:cubicBezTo>
                <a:cubicBezTo>
                  <a:pt x="138" y="56"/>
                  <a:pt x="138" y="53"/>
                  <a:pt x="137" y="50"/>
                </a:cubicBezTo>
                <a:cubicBezTo>
                  <a:pt x="136" y="45"/>
                  <a:pt x="131" y="42"/>
                  <a:pt x="126" y="43"/>
                </a:cubicBezTo>
                <a:cubicBezTo>
                  <a:pt x="121" y="44"/>
                  <a:pt x="121" y="44"/>
                  <a:pt x="121" y="44"/>
                </a:cubicBezTo>
                <a:cubicBezTo>
                  <a:pt x="115" y="45"/>
                  <a:pt x="108" y="43"/>
                  <a:pt x="104" y="38"/>
                </a:cubicBezTo>
                <a:cubicBezTo>
                  <a:pt x="104" y="38"/>
                  <a:pt x="104" y="38"/>
                  <a:pt x="104" y="38"/>
                </a:cubicBezTo>
                <a:cubicBezTo>
                  <a:pt x="100" y="33"/>
                  <a:pt x="98" y="27"/>
                  <a:pt x="100" y="20"/>
                </a:cubicBezTo>
                <a:cubicBezTo>
                  <a:pt x="102" y="16"/>
                  <a:pt x="102" y="16"/>
                  <a:pt x="102" y="16"/>
                </a:cubicBezTo>
                <a:cubicBezTo>
                  <a:pt x="103" y="11"/>
                  <a:pt x="101" y="6"/>
                  <a:pt x="96" y="4"/>
                </a:cubicBezTo>
                <a:cubicBezTo>
                  <a:pt x="95" y="3"/>
                  <a:pt x="93" y="3"/>
                  <a:pt x="92" y="2"/>
                </a:cubicBezTo>
                <a:cubicBezTo>
                  <a:pt x="90" y="2"/>
                  <a:pt x="89" y="1"/>
                  <a:pt x="87" y="1"/>
                </a:cubicBezTo>
                <a:cubicBezTo>
                  <a:pt x="82" y="0"/>
                  <a:pt x="77" y="2"/>
                  <a:pt x="76" y="7"/>
                </a:cubicBezTo>
                <a:cubicBezTo>
                  <a:pt x="74" y="12"/>
                  <a:pt x="74" y="12"/>
                  <a:pt x="74" y="12"/>
                </a:cubicBezTo>
                <a:cubicBezTo>
                  <a:pt x="72" y="18"/>
                  <a:pt x="67" y="22"/>
                  <a:pt x="61" y="24"/>
                </a:cubicBezTo>
                <a:cubicBezTo>
                  <a:pt x="61" y="24"/>
                  <a:pt x="61" y="24"/>
                  <a:pt x="61" y="24"/>
                </a:cubicBezTo>
                <a:cubicBezTo>
                  <a:pt x="54" y="25"/>
                  <a:pt x="48" y="23"/>
                  <a:pt x="43" y="18"/>
                </a:cubicBezTo>
                <a:cubicBezTo>
                  <a:pt x="40" y="14"/>
                  <a:pt x="40" y="14"/>
                  <a:pt x="40" y="14"/>
                </a:cubicBezTo>
                <a:cubicBezTo>
                  <a:pt x="37" y="11"/>
                  <a:pt x="31" y="10"/>
                  <a:pt x="27" y="13"/>
                </a:cubicBezTo>
                <a:cubicBezTo>
                  <a:pt x="25" y="15"/>
                  <a:pt x="22" y="17"/>
                  <a:pt x="20" y="19"/>
                </a:cubicBezTo>
                <a:cubicBezTo>
                  <a:pt x="16" y="23"/>
                  <a:pt x="16" y="29"/>
                  <a:pt x="20" y="33"/>
                </a:cubicBezTo>
                <a:cubicBezTo>
                  <a:pt x="23" y="36"/>
                  <a:pt x="23" y="36"/>
                  <a:pt x="23" y="36"/>
                </a:cubicBezTo>
                <a:cubicBezTo>
                  <a:pt x="27" y="41"/>
                  <a:pt x="28" y="48"/>
                  <a:pt x="26" y="54"/>
                </a:cubicBezTo>
                <a:cubicBezTo>
                  <a:pt x="24" y="60"/>
                  <a:pt x="19" y="65"/>
                  <a:pt x="13" y="66"/>
                </a:cubicBezTo>
                <a:cubicBezTo>
                  <a:pt x="8" y="67"/>
                  <a:pt x="8" y="67"/>
                  <a:pt x="8" y="67"/>
                </a:cubicBezTo>
                <a:cubicBezTo>
                  <a:pt x="3" y="68"/>
                  <a:pt x="0" y="73"/>
                  <a:pt x="0" y="78"/>
                </a:cubicBezTo>
                <a:cubicBezTo>
                  <a:pt x="1" y="81"/>
                  <a:pt x="1" y="84"/>
                  <a:pt x="2" y="87"/>
                </a:cubicBezTo>
                <a:cubicBezTo>
                  <a:pt x="4" y="92"/>
                  <a:pt x="9" y="95"/>
                  <a:pt x="14" y="94"/>
                </a:cubicBezTo>
                <a:cubicBezTo>
                  <a:pt x="18" y="93"/>
                  <a:pt x="18" y="93"/>
                  <a:pt x="18" y="93"/>
                </a:cubicBezTo>
                <a:cubicBezTo>
                  <a:pt x="24" y="92"/>
                  <a:pt x="31" y="94"/>
                  <a:pt x="35" y="99"/>
                </a:cubicBezTo>
                <a:cubicBezTo>
                  <a:pt x="35" y="99"/>
                  <a:pt x="35" y="99"/>
                  <a:pt x="35" y="99"/>
                </a:cubicBezTo>
                <a:cubicBezTo>
                  <a:pt x="40" y="104"/>
                  <a:pt x="41" y="111"/>
                  <a:pt x="39" y="117"/>
                </a:cubicBezTo>
                <a:cubicBezTo>
                  <a:pt x="37" y="121"/>
                  <a:pt x="37" y="121"/>
                  <a:pt x="37" y="121"/>
                </a:cubicBezTo>
                <a:cubicBezTo>
                  <a:pt x="36" y="126"/>
                  <a:pt x="38" y="131"/>
                  <a:pt x="43" y="133"/>
                </a:cubicBezTo>
                <a:cubicBezTo>
                  <a:pt x="44" y="134"/>
                  <a:pt x="46" y="134"/>
                  <a:pt x="47" y="135"/>
                </a:cubicBezTo>
                <a:cubicBezTo>
                  <a:pt x="49" y="135"/>
                  <a:pt x="50" y="136"/>
                  <a:pt x="52" y="136"/>
                </a:cubicBezTo>
                <a:cubicBezTo>
                  <a:pt x="57" y="137"/>
                  <a:pt x="62" y="135"/>
                  <a:pt x="64" y="130"/>
                </a:cubicBezTo>
                <a:cubicBezTo>
                  <a:pt x="65" y="125"/>
                  <a:pt x="65" y="125"/>
                  <a:pt x="65" y="125"/>
                </a:cubicBezTo>
                <a:cubicBezTo>
                  <a:pt x="67" y="119"/>
                  <a:pt x="72" y="115"/>
                  <a:pt x="79" y="114"/>
                </a:cubicBezTo>
                <a:cubicBezTo>
                  <a:pt x="79" y="114"/>
                  <a:pt x="79" y="113"/>
                  <a:pt x="79" y="114"/>
                </a:cubicBezTo>
                <a:cubicBezTo>
                  <a:pt x="85" y="112"/>
                  <a:pt x="92" y="114"/>
                  <a:pt x="96" y="119"/>
                </a:cubicBezTo>
                <a:cubicBezTo>
                  <a:pt x="99" y="123"/>
                  <a:pt x="99" y="123"/>
                  <a:pt x="99" y="123"/>
                </a:cubicBezTo>
                <a:cubicBezTo>
                  <a:pt x="102" y="126"/>
                  <a:pt x="108" y="127"/>
                  <a:pt x="112" y="124"/>
                </a:cubicBezTo>
                <a:cubicBezTo>
                  <a:pt x="115" y="122"/>
                  <a:pt x="117" y="120"/>
                  <a:pt x="119" y="118"/>
                </a:cubicBezTo>
                <a:cubicBezTo>
                  <a:pt x="123" y="114"/>
                  <a:pt x="123" y="108"/>
                  <a:pt x="120" y="104"/>
                </a:cubicBezTo>
                <a:close/>
                <a:moveTo>
                  <a:pt x="62" y="91"/>
                </a:moveTo>
                <a:cubicBezTo>
                  <a:pt x="50" y="87"/>
                  <a:pt x="43" y="73"/>
                  <a:pt x="47" y="61"/>
                </a:cubicBezTo>
                <a:cubicBezTo>
                  <a:pt x="51" y="49"/>
                  <a:pt x="65" y="42"/>
                  <a:pt x="77" y="46"/>
                </a:cubicBezTo>
                <a:cubicBezTo>
                  <a:pt x="89" y="50"/>
                  <a:pt x="96" y="64"/>
                  <a:pt x="92" y="76"/>
                </a:cubicBezTo>
                <a:cubicBezTo>
                  <a:pt x="88" y="88"/>
                  <a:pt x="74" y="95"/>
                  <a:pt x="62" y="91"/>
                </a:cubicBezTo>
                <a:close/>
              </a:path>
            </a:pathLst>
          </a:custGeom>
          <a:solidFill>
            <a:srgbClr val="F8F1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62"/>
          <p:cNvSpPr>
            <a:spLocks noEditPoints="1"/>
          </p:cNvSpPr>
          <p:nvPr/>
        </p:nvSpPr>
        <p:spPr bwMode="auto">
          <a:xfrm>
            <a:off x="1821837" y="4603127"/>
            <a:ext cx="231287" cy="242736"/>
          </a:xfrm>
          <a:custGeom>
            <a:avLst/>
            <a:gdLst>
              <a:gd name="T0" fmla="*/ 77 w 82"/>
              <a:gd name="T1" fmla="*/ 56 h 86"/>
              <a:gd name="T2" fmla="*/ 74 w 82"/>
              <a:gd name="T3" fmla="*/ 54 h 86"/>
              <a:gd name="T4" fmla="*/ 69 w 82"/>
              <a:gd name="T5" fmla="*/ 44 h 86"/>
              <a:gd name="T6" fmla="*/ 69 w 82"/>
              <a:gd name="T7" fmla="*/ 44 h 86"/>
              <a:gd name="T8" fmla="*/ 75 w 82"/>
              <a:gd name="T9" fmla="*/ 35 h 86"/>
              <a:gd name="T10" fmla="*/ 78 w 82"/>
              <a:gd name="T11" fmla="*/ 33 h 86"/>
              <a:gd name="T12" fmla="*/ 80 w 82"/>
              <a:gd name="T13" fmla="*/ 25 h 86"/>
              <a:gd name="T14" fmla="*/ 78 w 82"/>
              <a:gd name="T15" fmla="*/ 20 h 86"/>
              <a:gd name="T16" fmla="*/ 69 w 82"/>
              <a:gd name="T17" fmla="*/ 18 h 86"/>
              <a:gd name="T18" fmla="*/ 67 w 82"/>
              <a:gd name="T19" fmla="*/ 19 h 86"/>
              <a:gd name="T20" fmla="*/ 56 w 82"/>
              <a:gd name="T21" fmla="*/ 19 h 86"/>
              <a:gd name="T22" fmla="*/ 56 w 82"/>
              <a:gd name="T23" fmla="*/ 19 h 86"/>
              <a:gd name="T24" fmla="*/ 51 w 82"/>
              <a:gd name="T25" fmla="*/ 9 h 86"/>
              <a:gd name="T26" fmla="*/ 51 w 82"/>
              <a:gd name="T27" fmla="*/ 6 h 86"/>
              <a:gd name="T28" fmla="*/ 45 w 82"/>
              <a:gd name="T29" fmla="*/ 0 h 86"/>
              <a:gd name="T30" fmla="*/ 42 w 82"/>
              <a:gd name="T31" fmla="*/ 0 h 86"/>
              <a:gd name="T32" fmla="*/ 39 w 82"/>
              <a:gd name="T33" fmla="*/ 0 h 86"/>
              <a:gd name="T34" fmla="*/ 34 w 82"/>
              <a:gd name="T35" fmla="*/ 6 h 86"/>
              <a:gd name="T36" fmla="*/ 33 w 82"/>
              <a:gd name="T37" fmla="*/ 9 h 86"/>
              <a:gd name="T38" fmla="*/ 28 w 82"/>
              <a:gd name="T39" fmla="*/ 18 h 86"/>
              <a:gd name="T40" fmla="*/ 28 w 82"/>
              <a:gd name="T41" fmla="*/ 18 h 86"/>
              <a:gd name="T42" fmla="*/ 16 w 82"/>
              <a:gd name="T43" fmla="*/ 18 h 86"/>
              <a:gd name="T44" fmla="*/ 14 w 82"/>
              <a:gd name="T45" fmla="*/ 16 h 86"/>
              <a:gd name="T46" fmla="*/ 6 w 82"/>
              <a:gd name="T47" fmla="*/ 18 h 86"/>
              <a:gd name="T48" fmla="*/ 3 w 82"/>
              <a:gd name="T49" fmla="*/ 23 h 86"/>
              <a:gd name="T50" fmla="*/ 5 w 82"/>
              <a:gd name="T51" fmla="*/ 31 h 86"/>
              <a:gd name="T52" fmla="*/ 7 w 82"/>
              <a:gd name="T53" fmla="*/ 32 h 86"/>
              <a:gd name="T54" fmla="*/ 12 w 82"/>
              <a:gd name="T55" fmla="*/ 42 h 86"/>
              <a:gd name="T56" fmla="*/ 6 w 82"/>
              <a:gd name="T57" fmla="*/ 52 h 86"/>
              <a:gd name="T58" fmla="*/ 4 w 82"/>
              <a:gd name="T59" fmla="*/ 53 h 86"/>
              <a:gd name="T60" fmla="*/ 1 w 82"/>
              <a:gd name="T61" fmla="*/ 61 h 86"/>
              <a:gd name="T62" fmla="*/ 4 w 82"/>
              <a:gd name="T63" fmla="*/ 66 h 86"/>
              <a:gd name="T64" fmla="*/ 12 w 82"/>
              <a:gd name="T65" fmla="*/ 68 h 86"/>
              <a:gd name="T66" fmla="*/ 15 w 82"/>
              <a:gd name="T67" fmla="*/ 67 h 86"/>
              <a:gd name="T68" fmla="*/ 26 w 82"/>
              <a:gd name="T69" fmla="*/ 67 h 86"/>
              <a:gd name="T70" fmla="*/ 26 w 82"/>
              <a:gd name="T71" fmla="*/ 67 h 86"/>
              <a:gd name="T72" fmla="*/ 31 w 82"/>
              <a:gd name="T73" fmla="*/ 77 h 86"/>
              <a:gd name="T74" fmla="*/ 31 w 82"/>
              <a:gd name="T75" fmla="*/ 80 h 86"/>
              <a:gd name="T76" fmla="*/ 36 w 82"/>
              <a:gd name="T77" fmla="*/ 86 h 86"/>
              <a:gd name="T78" fmla="*/ 39 w 82"/>
              <a:gd name="T79" fmla="*/ 86 h 86"/>
              <a:gd name="T80" fmla="*/ 42 w 82"/>
              <a:gd name="T81" fmla="*/ 86 h 86"/>
              <a:gd name="T82" fmla="*/ 48 w 82"/>
              <a:gd name="T83" fmla="*/ 80 h 86"/>
              <a:gd name="T84" fmla="*/ 48 w 82"/>
              <a:gd name="T85" fmla="*/ 78 h 86"/>
              <a:gd name="T86" fmla="*/ 54 w 82"/>
              <a:gd name="T87" fmla="*/ 68 h 86"/>
              <a:gd name="T88" fmla="*/ 54 w 82"/>
              <a:gd name="T89" fmla="*/ 68 h 86"/>
              <a:gd name="T90" fmla="*/ 65 w 82"/>
              <a:gd name="T91" fmla="*/ 69 h 86"/>
              <a:gd name="T92" fmla="*/ 68 w 82"/>
              <a:gd name="T93" fmla="*/ 70 h 86"/>
              <a:gd name="T94" fmla="*/ 76 w 82"/>
              <a:gd name="T95" fmla="*/ 68 h 86"/>
              <a:gd name="T96" fmla="*/ 79 w 82"/>
              <a:gd name="T97" fmla="*/ 64 h 86"/>
              <a:gd name="T98" fmla="*/ 77 w 82"/>
              <a:gd name="T99" fmla="*/ 56 h 86"/>
              <a:gd name="T100" fmla="*/ 40 w 82"/>
              <a:gd name="T101" fmla="*/ 55 h 86"/>
              <a:gd name="T102" fmla="*/ 29 w 82"/>
              <a:gd name="T103" fmla="*/ 43 h 86"/>
              <a:gd name="T104" fmla="*/ 41 w 82"/>
              <a:gd name="T105" fmla="*/ 31 h 86"/>
              <a:gd name="T106" fmla="*/ 53 w 82"/>
              <a:gd name="T107" fmla="*/ 44 h 86"/>
              <a:gd name="T108" fmla="*/ 40 w 82"/>
              <a:gd name="T109" fmla="*/ 5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2" h="86">
                <a:moveTo>
                  <a:pt x="77" y="56"/>
                </a:moveTo>
                <a:cubicBezTo>
                  <a:pt x="74" y="54"/>
                  <a:pt x="74" y="54"/>
                  <a:pt x="74" y="54"/>
                </a:cubicBezTo>
                <a:cubicBezTo>
                  <a:pt x="71" y="52"/>
                  <a:pt x="69" y="48"/>
                  <a:pt x="69" y="44"/>
                </a:cubicBezTo>
                <a:cubicBezTo>
                  <a:pt x="69" y="44"/>
                  <a:pt x="69" y="44"/>
                  <a:pt x="69" y="44"/>
                </a:cubicBezTo>
                <a:cubicBezTo>
                  <a:pt x="69" y="40"/>
                  <a:pt x="72" y="37"/>
                  <a:pt x="75" y="35"/>
                </a:cubicBezTo>
                <a:cubicBezTo>
                  <a:pt x="78" y="33"/>
                  <a:pt x="78" y="33"/>
                  <a:pt x="78" y="33"/>
                </a:cubicBezTo>
                <a:cubicBezTo>
                  <a:pt x="80" y="32"/>
                  <a:pt x="82" y="28"/>
                  <a:pt x="80" y="25"/>
                </a:cubicBezTo>
                <a:cubicBezTo>
                  <a:pt x="79" y="24"/>
                  <a:pt x="79" y="22"/>
                  <a:pt x="78" y="20"/>
                </a:cubicBezTo>
                <a:cubicBezTo>
                  <a:pt x="76" y="18"/>
                  <a:pt x="72" y="17"/>
                  <a:pt x="69" y="18"/>
                </a:cubicBezTo>
                <a:cubicBezTo>
                  <a:pt x="67" y="19"/>
                  <a:pt x="67" y="19"/>
                  <a:pt x="67" y="19"/>
                </a:cubicBezTo>
                <a:cubicBezTo>
                  <a:pt x="64" y="21"/>
                  <a:pt x="59" y="21"/>
                  <a:pt x="56" y="19"/>
                </a:cubicBezTo>
                <a:cubicBezTo>
                  <a:pt x="56" y="19"/>
                  <a:pt x="56" y="19"/>
                  <a:pt x="56" y="19"/>
                </a:cubicBezTo>
                <a:cubicBezTo>
                  <a:pt x="52" y="17"/>
                  <a:pt x="50" y="13"/>
                  <a:pt x="51" y="9"/>
                </a:cubicBezTo>
                <a:cubicBezTo>
                  <a:pt x="51" y="6"/>
                  <a:pt x="51" y="6"/>
                  <a:pt x="51" y="6"/>
                </a:cubicBezTo>
                <a:cubicBezTo>
                  <a:pt x="51" y="3"/>
                  <a:pt x="48" y="0"/>
                  <a:pt x="45" y="0"/>
                </a:cubicBezTo>
                <a:cubicBezTo>
                  <a:pt x="44" y="0"/>
                  <a:pt x="43" y="0"/>
                  <a:pt x="42" y="0"/>
                </a:cubicBezTo>
                <a:cubicBezTo>
                  <a:pt x="41" y="0"/>
                  <a:pt x="40" y="0"/>
                  <a:pt x="39" y="0"/>
                </a:cubicBezTo>
                <a:cubicBezTo>
                  <a:pt x="36" y="0"/>
                  <a:pt x="34" y="3"/>
                  <a:pt x="34" y="6"/>
                </a:cubicBezTo>
                <a:cubicBezTo>
                  <a:pt x="33" y="9"/>
                  <a:pt x="33" y="9"/>
                  <a:pt x="33" y="9"/>
                </a:cubicBezTo>
                <a:cubicBezTo>
                  <a:pt x="33" y="13"/>
                  <a:pt x="31" y="16"/>
                  <a:pt x="28" y="18"/>
                </a:cubicBezTo>
                <a:cubicBezTo>
                  <a:pt x="28" y="18"/>
                  <a:pt x="28" y="18"/>
                  <a:pt x="28" y="18"/>
                </a:cubicBezTo>
                <a:cubicBezTo>
                  <a:pt x="24" y="20"/>
                  <a:pt x="20" y="20"/>
                  <a:pt x="16" y="18"/>
                </a:cubicBezTo>
                <a:cubicBezTo>
                  <a:pt x="14" y="16"/>
                  <a:pt x="14" y="16"/>
                  <a:pt x="14" y="16"/>
                </a:cubicBezTo>
                <a:cubicBezTo>
                  <a:pt x="11" y="14"/>
                  <a:pt x="8" y="15"/>
                  <a:pt x="6" y="18"/>
                </a:cubicBezTo>
                <a:cubicBezTo>
                  <a:pt x="5" y="19"/>
                  <a:pt x="4" y="21"/>
                  <a:pt x="3" y="23"/>
                </a:cubicBezTo>
                <a:cubicBezTo>
                  <a:pt x="1" y="25"/>
                  <a:pt x="2" y="29"/>
                  <a:pt x="5" y="31"/>
                </a:cubicBezTo>
                <a:cubicBezTo>
                  <a:pt x="7" y="32"/>
                  <a:pt x="7" y="32"/>
                  <a:pt x="7" y="32"/>
                </a:cubicBezTo>
                <a:cubicBezTo>
                  <a:pt x="11" y="34"/>
                  <a:pt x="13" y="38"/>
                  <a:pt x="12" y="42"/>
                </a:cubicBezTo>
                <a:cubicBezTo>
                  <a:pt x="12" y="46"/>
                  <a:pt x="10" y="50"/>
                  <a:pt x="6" y="52"/>
                </a:cubicBezTo>
                <a:cubicBezTo>
                  <a:pt x="4" y="53"/>
                  <a:pt x="4" y="53"/>
                  <a:pt x="4" y="53"/>
                </a:cubicBezTo>
                <a:cubicBezTo>
                  <a:pt x="1" y="54"/>
                  <a:pt x="0" y="58"/>
                  <a:pt x="1" y="61"/>
                </a:cubicBezTo>
                <a:cubicBezTo>
                  <a:pt x="2" y="62"/>
                  <a:pt x="3" y="64"/>
                  <a:pt x="4" y="66"/>
                </a:cubicBezTo>
                <a:cubicBezTo>
                  <a:pt x="6" y="69"/>
                  <a:pt x="9" y="69"/>
                  <a:pt x="12" y="68"/>
                </a:cubicBezTo>
                <a:cubicBezTo>
                  <a:pt x="15" y="67"/>
                  <a:pt x="15" y="67"/>
                  <a:pt x="15" y="67"/>
                </a:cubicBezTo>
                <a:cubicBezTo>
                  <a:pt x="18" y="65"/>
                  <a:pt x="22" y="65"/>
                  <a:pt x="26" y="67"/>
                </a:cubicBezTo>
                <a:cubicBezTo>
                  <a:pt x="26" y="67"/>
                  <a:pt x="26" y="67"/>
                  <a:pt x="26" y="67"/>
                </a:cubicBezTo>
                <a:cubicBezTo>
                  <a:pt x="29" y="69"/>
                  <a:pt x="31" y="73"/>
                  <a:pt x="31" y="77"/>
                </a:cubicBezTo>
                <a:cubicBezTo>
                  <a:pt x="31" y="80"/>
                  <a:pt x="31" y="80"/>
                  <a:pt x="31" y="80"/>
                </a:cubicBezTo>
                <a:cubicBezTo>
                  <a:pt x="31" y="83"/>
                  <a:pt x="33" y="86"/>
                  <a:pt x="36" y="86"/>
                </a:cubicBezTo>
                <a:cubicBezTo>
                  <a:pt x="37" y="86"/>
                  <a:pt x="38" y="86"/>
                  <a:pt x="39" y="86"/>
                </a:cubicBezTo>
                <a:cubicBezTo>
                  <a:pt x="40" y="86"/>
                  <a:pt x="41" y="86"/>
                  <a:pt x="42" y="86"/>
                </a:cubicBezTo>
                <a:cubicBezTo>
                  <a:pt x="45" y="86"/>
                  <a:pt x="48" y="84"/>
                  <a:pt x="48" y="80"/>
                </a:cubicBezTo>
                <a:cubicBezTo>
                  <a:pt x="48" y="78"/>
                  <a:pt x="48" y="78"/>
                  <a:pt x="48" y="78"/>
                </a:cubicBezTo>
                <a:cubicBezTo>
                  <a:pt x="48" y="74"/>
                  <a:pt x="51" y="70"/>
                  <a:pt x="54" y="68"/>
                </a:cubicBezTo>
                <a:cubicBezTo>
                  <a:pt x="54" y="68"/>
                  <a:pt x="54" y="68"/>
                  <a:pt x="54" y="68"/>
                </a:cubicBezTo>
                <a:cubicBezTo>
                  <a:pt x="58" y="66"/>
                  <a:pt x="62" y="66"/>
                  <a:pt x="65" y="69"/>
                </a:cubicBezTo>
                <a:cubicBezTo>
                  <a:pt x="68" y="70"/>
                  <a:pt x="68" y="70"/>
                  <a:pt x="68" y="70"/>
                </a:cubicBezTo>
                <a:cubicBezTo>
                  <a:pt x="70" y="72"/>
                  <a:pt x="74" y="71"/>
                  <a:pt x="76" y="68"/>
                </a:cubicBezTo>
                <a:cubicBezTo>
                  <a:pt x="77" y="67"/>
                  <a:pt x="78" y="65"/>
                  <a:pt x="79" y="64"/>
                </a:cubicBezTo>
                <a:cubicBezTo>
                  <a:pt x="80" y="61"/>
                  <a:pt x="79" y="57"/>
                  <a:pt x="77" y="56"/>
                </a:cubicBezTo>
                <a:close/>
                <a:moveTo>
                  <a:pt x="40" y="55"/>
                </a:moveTo>
                <a:cubicBezTo>
                  <a:pt x="34" y="55"/>
                  <a:pt x="28" y="49"/>
                  <a:pt x="29" y="43"/>
                </a:cubicBezTo>
                <a:cubicBezTo>
                  <a:pt x="29" y="36"/>
                  <a:pt x="34" y="31"/>
                  <a:pt x="41" y="31"/>
                </a:cubicBezTo>
                <a:cubicBezTo>
                  <a:pt x="48" y="31"/>
                  <a:pt x="53" y="37"/>
                  <a:pt x="53" y="44"/>
                </a:cubicBezTo>
                <a:cubicBezTo>
                  <a:pt x="53" y="50"/>
                  <a:pt x="47" y="56"/>
                  <a:pt x="40" y="55"/>
                </a:cubicBezTo>
                <a:close/>
              </a:path>
            </a:pathLst>
          </a:custGeom>
          <a:solidFill>
            <a:srgbClr val="F8F1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Oval 63"/>
          <p:cNvSpPr>
            <a:spLocks noChangeArrowheads="1"/>
          </p:cNvSpPr>
          <p:nvPr/>
        </p:nvSpPr>
        <p:spPr bwMode="auto">
          <a:xfrm>
            <a:off x="9960351" y="4387871"/>
            <a:ext cx="899955" cy="906824"/>
          </a:xfrm>
          <a:prstGeom prst="ellipse">
            <a:avLst/>
          </a:pr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64"/>
          <p:cNvSpPr>
            <a:spLocks/>
          </p:cNvSpPr>
          <p:nvPr/>
        </p:nvSpPr>
        <p:spPr bwMode="auto">
          <a:xfrm>
            <a:off x="10187056" y="4772584"/>
            <a:ext cx="446543" cy="144268"/>
          </a:xfrm>
          <a:custGeom>
            <a:avLst/>
            <a:gdLst>
              <a:gd name="T0" fmla="*/ 3 w 158"/>
              <a:gd name="T1" fmla="*/ 51 h 51"/>
              <a:gd name="T2" fmla="*/ 4 w 158"/>
              <a:gd name="T3" fmla="*/ 51 h 51"/>
              <a:gd name="T4" fmla="*/ 7 w 158"/>
              <a:gd name="T5" fmla="*/ 48 h 51"/>
              <a:gd name="T6" fmla="*/ 7 w 158"/>
              <a:gd name="T7" fmla="*/ 42 h 51"/>
              <a:gd name="T8" fmla="*/ 20 w 158"/>
              <a:gd name="T9" fmla="*/ 28 h 51"/>
              <a:gd name="T10" fmla="*/ 70 w 158"/>
              <a:gd name="T11" fmla="*/ 28 h 51"/>
              <a:gd name="T12" fmla="*/ 76 w 158"/>
              <a:gd name="T13" fmla="*/ 34 h 51"/>
              <a:gd name="T14" fmla="*/ 76 w 158"/>
              <a:gd name="T15" fmla="*/ 48 h 51"/>
              <a:gd name="T16" fmla="*/ 79 w 158"/>
              <a:gd name="T17" fmla="*/ 51 h 51"/>
              <a:gd name="T18" fmla="*/ 79 w 158"/>
              <a:gd name="T19" fmla="*/ 51 h 51"/>
              <a:gd name="T20" fmla="*/ 83 w 158"/>
              <a:gd name="T21" fmla="*/ 48 h 51"/>
              <a:gd name="T22" fmla="*/ 83 w 158"/>
              <a:gd name="T23" fmla="*/ 34 h 51"/>
              <a:gd name="T24" fmla="*/ 88 w 158"/>
              <a:gd name="T25" fmla="*/ 28 h 51"/>
              <a:gd name="T26" fmla="*/ 138 w 158"/>
              <a:gd name="T27" fmla="*/ 28 h 51"/>
              <a:gd name="T28" fmla="*/ 151 w 158"/>
              <a:gd name="T29" fmla="*/ 42 h 51"/>
              <a:gd name="T30" fmla="*/ 151 w 158"/>
              <a:gd name="T31" fmla="*/ 48 h 51"/>
              <a:gd name="T32" fmla="*/ 154 w 158"/>
              <a:gd name="T33" fmla="*/ 51 h 51"/>
              <a:gd name="T34" fmla="*/ 155 w 158"/>
              <a:gd name="T35" fmla="*/ 51 h 51"/>
              <a:gd name="T36" fmla="*/ 158 w 158"/>
              <a:gd name="T37" fmla="*/ 48 h 51"/>
              <a:gd name="T38" fmla="*/ 158 w 158"/>
              <a:gd name="T39" fmla="*/ 42 h 51"/>
              <a:gd name="T40" fmla="*/ 138 w 158"/>
              <a:gd name="T41" fmla="*/ 21 h 51"/>
              <a:gd name="T42" fmla="*/ 88 w 158"/>
              <a:gd name="T43" fmla="*/ 21 h 51"/>
              <a:gd name="T44" fmla="*/ 83 w 158"/>
              <a:gd name="T45" fmla="*/ 16 h 51"/>
              <a:gd name="T46" fmla="*/ 83 w 158"/>
              <a:gd name="T47" fmla="*/ 3 h 51"/>
              <a:gd name="T48" fmla="*/ 79 w 158"/>
              <a:gd name="T49" fmla="*/ 0 h 51"/>
              <a:gd name="T50" fmla="*/ 79 w 158"/>
              <a:gd name="T51" fmla="*/ 0 h 51"/>
              <a:gd name="T52" fmla="*/ 76 w 158"/>
              <a:gd name="T53" fmla="*/ 3 h 51"/>
              <a:gd name="T54" fmla="*/ 76 w 158"/>
              <a:gd name="T55" fmla="*/ 16 h 51"/>
              <a:gd name="T56" fmla="*/ 70 w 158"/>
              <a:gd name="T57" fmla="*/ 21 h 51"/>
              <a:gd name="T58" fmla="*/ 20 w 158"/>
              <a:gd name="T59" fmla="*/ 21 h 51"/>
              <a:gd name="T60" fmla="*/ 0 w 158"/>
              <a:gd name="T61" fmla="*/ 42 h 51"/>
              <a:gd name="T62" fmla="*/ 0 w 158"/>
              <a:gd name="T63" fmla="*/ 48 h 51"/>
              <a:gd name="T64" fmla="*/ 3 w 158"/>
              <a:gd name="T65"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8" h="51">
                <a:moveTo>
                  <a:pt x="3" y="51"/>
                </a:moveTo>
                <a:cubicBezTo>
                  <a:pt x="4" y="51"/>
                  <a:pt x="4" y="51"/>
                  <a:pt x="4" y="51"/>
                </a:cubicBezTo>
                <a:cubicBezTo>
                  <a:pt x="5" y="51"/>
                  <a:pt x="7" y="50"/>
                  <a:pt x="7" y="48"/>
                </a:cubicBezTo>
                <a:cubicBezTo>
                  <a:pt x="7" y="42"/>
                  <a:pt x="7" y="42"/>
                  <a:pt x="7" y="42"/>
                </a:cubicBezTo>
                <a:cubicBezTo>
                  <a:pt x="7" y="34"/>
                  <a:pt x="13" y="28"/>
                  <a:pt x="20" y="28"/>
                </a:cubicBezTo>
                <a:cubicBezTo>
                  <a:pt x="70" y="28"/>
                  <a:pt x="70" y="28"/>
                  <a:pt x="70" y="28"/>
                </a:cubicBezTo>
                <a:cubicBezTo>
                  <a:pt x="73" y="28"/>
                  <a:pt x="76" y="31"/>
                  <a:pt x="76" y="34"/>
                </a:cubicBezTo>
                <a:cubicBezTo>
                  <a:pt x="76" y="48"/>
                  <a:pt x="76" y="48"/>
                  <a:pt x="76" y="48"/>
                </a:cubicBezTo>
                <a:cubicBezTo>
                  <a:pt x="76" y="50"/>
                  <a:pt x="77" y="51"/>
                  <a:pt x="79" y="51"/>
                </a:cubicBezTo>
                <a:cubicBezTo>
                  <a:pt x="79" y="51"/>
                  <a:pt x="79" y="51"/>
                  <a:pt x="79" y="51"/>
                </a:cubicBezTo>
                <a:cubicBezTo>
                  <a:pt x="81" y="51"/>
                  <a:pt x="83" y="50"/>
                  <a:pt x="83" y="48"/>
                </a:cubicBezTo>
                <a:cubicBezTo>
                  <a:pt x="83" y="34"/>
                  <a:pt x="83" y="34"/>
                  <a:pt x="83" y="34"/>
                </a:cubicBezTo>
                <a:cubicBezTo>
                  <a:pt x="83" y="31"/>
                  <a:pt x="85" y="28"/>
                  <a:pt x="88" y="28"/>
                </a:cubicBezTo>
                <a:cubicBezTo>
                  <a:pt x="138" y="28"/>
                  <a:pt x="138" y="28"/>
                  <a:pt x="138" y="28"/>
                </a:cubicBezTo>
                <a:cubicBezTo>
                  <a:pt x="145" y="28"/>
                  <a:pt x="151" y="34"/>
                  <a:pt x="151" y="42"/>
                </a:cubicBezTo>
                <a:cubicBezTo>
                  <a:pt x="151" y="48"/>
                  <a:pt x="151" y="48"/>
                  <a:pt x="151" y="48"/>
                </a:cubicBezTo>
                <a:cubicBezTo>
                  <a:pt x="151" y="50"/>
                  <a:pt x="153" y="51"/>
                  <a:pt x="154" y="51"/>
                </a:cubicBezTo>
                <a:cubicBezTo>
                  <a:pt x="155" y="51"/>
                  <a:pt x="155" y="51"/>
                  <a:pt x="155" y="51"/>
                </a:cubicBezTo>
                <a:cubicBezTo>
                  <a:pt x="157" y="51"/>
                  <a:pt x="158" y="50"/>
                  <a:pt x="158" y="48"/>
                </a:cubicBezTo>
                <a:cubicBezTo>
                  <a:pt x="158" y="42"/>
                  <a:pt x="158" y="42"/>
                  <a:pt x="158" y="42"/>
                </a:cubicBezTo>
                <a:cubicBezTo>
                  <a:pt x="158" y="31"/>
                  <a:pt x="149" y="21"/>
                  <a:pt x="138" y="21"/>
                </a:cubicBezTo>
                <a:cubicBezTo>
                  <a:pt x="88" y="21"/>
                  <a:pt x="88" y="21"/>
                  <a:pt x="88" y="21"/>
                </a:cubicBezTo>
                <a:cubicBezTo>
                  <a:pt x="85" y="21"/>
                  <a:pt x="83" y="19"/>
                  <a:pt x="83" y="16"/>
                </a:cubicBezTo>
                <a:cubicBezTo>
                  <a:pt x="83" y="3"/>
                  <a:pt x="83" y="3"/>
                  <a:pt x="83" y="3"/>
                </a:cubicBezTo>
                <a:cubicBezTo>
                  <a:pt x="83" y="2"/>
                  <a:pt x="81" y="0"/>
                  <a:pt x="79" y="0"/>
                </a:cubicBezTo>
                <a:cubicBezTo>
                  <a:pt x="79" y="0"/>
                  <a:pt x="79" y="0"/>
                  <a:pt x="79" y="0"/>
                </a:cubicBezTo>
                <a:cubicBezTo>
                  <a:pt x="77" y="0"/>
                  <a:pt x="76" y="2"/>
                  <a:pt x="76" y="3"/>
                </a:cubicBezTo>
                <a:cubicBezTo>
                  <a:pt x="76" y="16"/>
                  <a:pt x="76" y="16"/>
                  <a:pt x="76" y="16"/>
                </a:cubicBezTo>
                <a:cubicBezTo>
                  <a:pt x="76" y="19"/>
                  <a:pt x="73" y="21"/>
                  <a:pt x="70" y="21"/>
                </a:cubicBezTo>
                <a:cubicBezTo>
                  <a:pt x="20" y="21"/>
                  <a:pt x="20" y="21"/>
                  <a:pt x="20" y="21"/>
                </a:cubicBezTo>
                <a:cubicBezTo>
                  <a:pt x="9" y="21"/>
                  <a:pt x="0" y="31"/>
                  <a:pt x="0" y="42"/>
                </a:cubicBezTo>
                <a:cubicBezTo>
                  <a:pt x="0" y="48"/>
                  <a:pt x="0" y="48"/>
                  <a:pt x="0" y="48"/>
                </a:cubicBezTo>
                <a:cubicBezTo>
                  <a:pt x="0" y="50"/>
                  <a:pt x="1" y="51"/>
                  <a:pt x="3" y="51"/>
                </a:cubicBezTo>
                <a:close/>
              </a:path>
            </a:pathLst>
          </a:custGeom>
          <a:solidFill>
            <a:srgbClr val="F8F1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65"/>
          <p:cNvSpPr>
            <a:spLocks/>
          </p:cNvSpPr>
          <p:nvPr/>
        </p:nvSpPr>
        <p:spPr bwMode="auto">
          <a:xfrm>
            <a:off x="10319874" y="4587098"/>
            <a:ext cx="183197" cy="164877"/>
          </a:xfrm>
          <a:custGeom>
            <a:avLst/>
            <a:gdLst>
              <a:gd name="T0" fmla="*/ 13 w 65"/>
              <a:gd name="T1" fmla="*/ 59 h 59"/>
              <a:gd name="T2" fmla="*/ 29 w 65"/>
              <a:gd name="T3" fmla="*/ 59 h 59"/>
              <a:gd name="T4" fmla="*/ 36 w 65"/>
              <a:gd name="T5" fmla="*/ 59 h 59"/>
              <a:gd name="T6" fmla="*/ 51 w 65"/>
              <a:gd name="T7" fmla="*/ 59 h 59"/>
              <a:gd name="T8" fmla="*/ 65 w 65"/>
              <a:gd name="T9" fmla="*/ 46 h 59"/>
              <a:gd name="T10" fmla="*/ 65 w 65"/>
              <a:gd name="T11" fmla="*/ 13 h 59"/>
              <a:gd name="T12" fmla="*/ 51 w 65"/>
              <a:gd name="T13" fmla="*/ 0 h 59"/>
              <a:gd name="T14" fmla="*/ 13 w 65"/>
              <a:gd name="T15" fmla="*/ 0 h 59"/>
              <a:gd name="T16" fmla="*/ 0 w 65"/>
              <a:gd name="T17" fmla="*/ 13 h 59"/>
              <a:gd name="T18" fmla="*/ 0 w 65"/>
              <a:gd name="T19" fmla="*/ 46 h 59"/>
              <a:gd name="T20" fmla="*/ 13 w 65"/>
              <a:gd name="T21"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 h="59">
                <a:moveTo>
                  <a:pt x="13" y="59"/>
                </a:moveTo>
                <a:cubicBezTo>
                  <a:pt x="29" y="59"/>
                  <a:pt x="29" y="59"/>
                  <a:pt x="29" y="59"/>
                </a:cubicBezTo>
                <a:cubicBezTo>
                  <a:pt x="36" y="59"/>
                  <a:pt x="36" y="59"/>
                  <a:pt x="36" y="59"/>
                </a:cubicBezTo>
                <a:cubicBezTo>
                  <a:pt x="51" y="59"/>
                  <a:pt x="51" y="59"/>
                  <a:pt x="51" y="59"/>
                </a:cubicBezTo>
                <a:cubicBezTo>
                  <a:pt x="59" y="59"/>
                  <a:pt x="65" y="53"/>
                  <a:pt x="65" y="46"/>
                </a:cubicBezTo>
                <a:cubicBezTo>
                  <a:pt x="65" y="13"/>
                  <a:pt x="65" y="13"/>
                  <a:pt x="65" y="13"/>
                </a:cubicBezTo>
                <a:cubicBezTo>
                  <a:pt x="65" y="6"/>
                  <a:pt x="59" y="0"/>
                  <a:pt x="51" y="0"/>
                </a:cubicBezTo>
                <a:cubicBezTo>
                  <a:pt x="13" y="0"/>
                  <a:pt x="13" y="0"/>
                  <a:pt x="13" y="0"/>
                </a:cubicBezTo>
                <a:cubicBezTo>
                  <a:pt x="5" y="0"/>
                  <a:pt x="0" y="6"/>
                  <a:pt x="0" y="13"/>
                </a:cubicBezTo>
                <a:cubicBezTo>
                  <a:pt x="0" y="46"/>
                  <a:pt x="0" y="46"/>
                  <a:pt x="0" y="46"/>
                </a:cubicBezTo>
                <a:cubicBezTo>
                  <a:pt x="0" y="53"/>
                  <a:pt x="5" y="59"/>
                  <a:pt x="13" y="59"/>
                </a:cubicBezTo>
                <a:close/>
              </a:path>
            </a:pathLst>
          </a:custGeom>
          <a:solidFill>
            <a:srgbClr val="F8F1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66"/>
          <p:cNvSpPr>
            <a:spLocks/>
          </p:cNvSpPr>
          <p:nvPr/>
        </p:nvSpPr>
        <p:spPr bwMode="auto">
          <a:xfrm>
            <a:off x="10127517" y="4935172"/>
            <a:ext cx="139688" cy="125948"/>
          </a:xfrm>
          <a:custGeom>
            <a:avLst/>
            <a:gdLst>
              <a:gd name="T0" fmla="*/ 39 w 49"/>
              <a:gd name="T1" fmla="*/ 0 h 44"/>
              <a:gd name="T2" fmla="*/ 10 w 49"/>
              <a:gd name="T3" fmla="*/ 0 h 44"/>
              <a:gd name="T4" fmla="*/ 0 w 49"/>
              <a:gd name="T5" fmla="*/ 10 h 44"/>
              <a:gd name="T6" fmla="*/ 0 w 49"/>
              <a:gd name="T7" fmla="*/ 35 h 44"/>
              <a:gd name="T8" fmla="*/ 10 w 49"/>
              <a:gd name="T9" fmla="*/ 44 h 44"/>
              <a:gd name="T10" fmla="*/ 39 w 49"/>
              <a:gd name="T11" fmla="*/ 44 h 44"/>
              <a:gd name="T12" fmla="*/ 49 w 49"/>
              <a:gd name="T13" fmla="*/ 35 h 44"/>
              <a:gd name="T14" fmla="*/ 49 w 49"/>
              <a:gd name="T15" fmla="*/ 10 h 44"/>
              <a:gd name="T16" fmla="*/ 39 w 49"/>
              <a:gd name="T17"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44">
                <a:moveTo>
                  <a:pt x="39" y="0"/>
                </a:moveTo>
                <a:cubicBezTo>
                  <a:pt x="10" y="0"/>
                  <a:pt x="10" y="0"/>
                  <a:pt x="10" y="0"/>
                </a:cubicBezTo>
                <a:cubicBezTo>
                  <a:pt x="5" y="0"/>
                  <a:pt x="0" y="5"/>
                  <a:pt x="0" y="10"/>
                </a:cubicBezTo>
                <a:cubicBezTo>
                  <a:pt x="0" y="35"/>
                  <a:pt x="0" y="35"/>
                  <a:pt x="0" y="35"/>
                </a:cubicBezTo>
                <a:cubicBezTo>
                  <a:pt x="0" y="40"/>
                  <a:pt x="5" y="44"/>
                  <a:pt x="10" y="44"/>
                </a:cubicBezTo>
                <a:cubicBezTo>
                  <a:pt x="39" y="44"/>
                  <a:pt x="39" y="44"/>
                  <a:pt x="39" y="44"/>
                </a:cubicBezTo>
                <a:cubicBezTo>
                  <a:pt x="44" y="44"/>
                  <a:pt x="49" y="40"/>
                  <a:pt x="49" y="35"/>
                </a:cubicBezTo>
                <a:cubicBezTo>
                  <a:pt x="49" y="10"/>
                  <a:pt x="49" y="10"/>
                  <a:pt x="49" y="10"/>
                </a:cubicBezTo>
                <a:cubicBezTo>
                  <a:pt x="49" y="5"/>
                  <a:pt x="44" y="0"/>
                  <a:pt x="39" y="0"/>
                </a:cubicBezTo>
                <a:close/>
              </a:path>
            </a:pathLst>
          </a:custGeom>
          <a:solidFill>
            <a:srgbClr val="F8F1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67"/>
          <p:cNvSpPr>
            <a:spLocks/>
          </p:cNvSpPr>
          <p:nvPr/>
        </p:nvSpPr>
        <p:spPr bwMode="auto">
          <a:xfrm>
            <a:off x="10342774" y="4935172"/>
            <a:ext cx="135108" cy="125948"/>
          </a:xfrm>
          <a:custGeom>
            <a:avLst/>
            <a:gdLst>
              <a:gd name="T0" fmla="*/ 38 w 48"/>
              <a:gd name="T1" fmla="*/ 0 h 44"/>
              <a:gd name="T2" fmla="*/ 10 w 48"/>
              <a:gd name="T3" fmla="*/ 0 h 44"/>
              <a:gd name="T4" fmla="*/ 0 w 48"/>
              <a:gd name="T5" fmla="*/ 10 h 44"/>
              <a:gd name="T6" fmla="*/ 0 w 48"/>
              <a:gd name="T7" fmla="*/ 35 h 44"/>
              <a:gd name="T8" fmla="*/ 10 w 48"/>
              <a:gd name="T9" fmla="*/ 44 h 44"/>
              <a:gd name="T10" fmla="*/ 38 w 48"/>
              <a:gd name="T11" fmla="*/ 44 h 44"/>
              <a:gd name="T12" fmla="*/ 48 w 48"/>
              <a:gd name="T13" fmla="*/ 35 h 44"/>
              <a:gd name="T14" fmla="*/ 48 w 48"/>
              <a:gd name="T15" fmla="*/ 10 h 44"/>
              <a:gd name="T16" fmla="*/ 38 w 48"/>
              <a:gd name="T17"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44">
                <a:moveTo>
                  <a:pt x="38" y="0"/>
                </a:moveTo>
                <a:cubicBezTo>
                  <a:pt x="10" y="0"/>
                  <a:pt x="10" y="0"/>
                  <a:pt x="10" y="0"/>
                </a:cubicBezTo>
                <a:cubicBezTo>
                  <a:pt x="4" y="0"/>
                  <a:pt x="0" y="5"/>
                  <a:pt x="0" y="10"/>
                </a:cubicBezTo>
                <a:cubicBezTo>
                  <a:pt x="0" y="35"/>
                  <a:pt x="0" y="35"/>
                  <a:pt x="0" y="35"/>
                </a:cubicBezTo>
                <a:cubicBezTo>
                  <a:pt x="0" y="40"/>
                  <a:pt x="4" y="44"/>
                  <a:pt x="10" y="44"/>
                </a:cubicBezTo>
                <a:cubicBezTo>
                  <a:pt x="38" y="44"/>
                  <a:pt x="38" y="44"/>
                  <a:pt x="38" y="44"/>
                </a:cubicBezTo>
                <a:cubicBezTo>
                  <a:pt x="44" y="44"/>
                  <a:pt x="48" y="40"/>
                  <a:pt x="48" y="35"/>
                </a:cubicBezTo>
                <a:cubicBezTo>
                  <a:pt x="48" y="10"/>
                  <a:pt x="48" y="10"/>
                  <a:pt x="48" y="10"/>
                </a:cubicBezTo>
                <a:cubicBezTo>
                  <a:pt x="48" y="5"/>
                  <a:pt x="44" y="0"/>
                  <a:pt x="38" y="0"/>
                </a:cubicBezTo>
                <a:close/>
              </a:path>
            </a:pathLst>
          </a:custGeom>
          <a:solidFill>
            <a:srgbClr val="F8F1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68"/>
          <p:cNvSpPr>
            <a:spLocks/>
          </p:cNvSpPr>
          <p:nvPr/>
        </p:nvSpPr>
        <p:spPr bwMode="auto">
          <a:xfrm>
            <a:off x="10555740" y="4935172"/>
            <a:ext cx="135108" cy="125948"/>
          </a:xfrm>
          <a:custGeom>
            <a:avLst/>
            <a:gdLst>
              <a:gd name="T0" fmla="*/ 38 w 48"/>
              <a:gd name="T1" fmla="*/ 0 h 44"/>
              <a:gd name="T2" fmla="*/ 9 w 48"/>
              <a:gd name="T3" fmla="*/ 0 h 44"/>
              <a:gd name="T4" fmla="*/ 0 w 48"/>
              <a:gd name="T5" fmla="*/ 10 h 44"/>
              <a:gd name="T6" fmla="*/ 0 w 48"/>
              <a:gd name="T7" fmla="*/ 35 h 44"/>
              <a:gd name="T8" fmla="*/ 9 w 48"/>
              <a:gd name="T9" fmla="*/ 44 h 44"/>
              <a:gd name="T10" fmla="*/ 38 w 48"/>
              <a:gd name="T11" fmla="*/ 44 h 44"/>
              <a:gd name="T12" fmla="*/ 48 w 48"/>
              <a:gd name="T13" fmla="*/ 35 h 44"/>
              <a:gd name="T14" fmla="*/ 48 w 48"/>
              <a:gd name="T15" fmla="*/ 10 h 44"/>
              <a:gd name="T16" fmla="*/ 38 w 48"/>
              <a:gd name="T17"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44">
                <a:moveTo>
                  <a:pt x="38" y="0"/>
                </a:moveTo>
                <a:cubicBezTo>
                  <a:pt x="9" y="0"/>
                  <a:pt x="9" y="0"/>
                  <a:pt x="9" y="0"/>
                </a:cubicBezTo>
                <a:cubicBezTo>
                  <a:pt x="4" y="0"/>
                  <a:pt x="0" y="5"/>
                  <a:pt x="0" y="10"/>
                </a:cubicBezTo>
                <a:cubicBezTo>
                  <a:pt x="0" y="35"/>
                  <a:pt x="0" y="35"/>
                  <a:pt x="0" y="35"/>
                </a:cubicBezTo>
                <a:cubicBezTo>
                  <a:pt x="0" y="40"/>
                  <a:pt x="4" y="44"/>
                  <a:pt x="9" y="44"/>
                </a:cubicBezTo>
                <a:cubicBezTo>
                  <a:pt x="38" y="44"/>
                  <a:pt x="38" y="44"/>
                  <a:pt x="38" y="44"/>
                </a:cubicBezTo>
                <a:cubicBezTo>
                  <a:pt x="44" y="44"/>
                  <a:pt x="48" y="40"/>
                  <a:pt x="48" y="35"/>
                </a:cubicBezTo>
                <a:cubicBezTo>
                  <a:pt x="48" y="10"/>
                  <a:pt x="48" y="10"/>
                  <a:pt x="48" y="10"/>
                </a:cubicBezTo>
                <a:cubicBezTo>
                  <a:pt x="48" y="5"/>
                  <a:pt x="44" y="0"/>
                  <a:pt x="38" y="0"/>
                </a:cubicBezTo>
                <a:close/>
              </a:path>
            </a:pathLst>
          </a:custGeom>
          <a:solidFill>
            <a:srgbClr val="F8F1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Oval 69"/>
          <p:cNvSpPr>
            <a:spLocks noChangeArrowheads="1"/>
          </p:cNvSpPr>
          <p:nvPr/>
        </p:nvSpPr>
        <p:spPr bwMode="auto">
          <a:xfrm>
            <a:off x="1725659" y="3577226"/>
            <a:ext cx="107629" cy="107629"/>
          </a:xfrm>
          <a:prstGeom prst="ellipse">
            <a:avLst/>
          </a:prstGeom>
          <a:solidFill>
            <a:srgbClr val="F8F1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Oval 70"/>
          <p:cNvSpPr>
            <a:spLocks noChangeArrowheads="1"/>
          </p:cNvSpPr>
          <p:nvPr/>
        </p:nvSpPr>
        <p:spPr bwMode="auto">
          <a:xfrm>
            <a:off x="3882800" y="3577226"/>
            <a:ext cx="107629" cy="107629"/>
          </a:xfrm>
          <a:prstGeom prst="ellipse">
            <a:avLst/>
          </a:prstGeom>
          <a:solidFill>
            <a:srgbClr val="F8F1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Oval 71"/>
          <p:cNvSpPr>
            <a:spLocks noChangeArrowheads="1"/>
          </p:cNvSpPr>
          <p:nvPr/>
        </p:nvSpPr>
        <p:spPr bwMode="auto">
          <a:xfrm>
            <a:off x="6042231" y="3577226"/>
            <a:ext cx="105338" cy="107629"/>
          </a:xfrm>
          <a:prstGeom prst="ellipse">
            <a:avLst/>
          </a:prstGeom>
          <a:solidFill>
            <a:srgbClr val="F8F1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Oval 72"/>
          <p:cNvSpPr>
            <a:spLocks noChangeArrowheads="1"/>
          </p:cNvSpPr>
          <p:nvPr/>
        </p:nvSpPr>
        <p:spPr bwMode="auto">
          <a:xfrm>
            <a:off x="8199372" y="3577226"/>
            <a:ext cx="107629" cy="107629"/>
          </a:xfrm>
          <a:prstGeom prst="ellipse">
            <a:avLst/>
          </a:prstGeom>
          <a:solidFill>
            <a:srgbClr val="F8F1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Oval 73"/>
          <p:cNvSpPr>
            <a:spLocks noChangeArrowheads="1"/>
          </p:cNvSpPr>
          <p:nvPr/>
        </p:nvSpPr>
        <p:spPr bwMode="auto">
          <a:xfrm>
            <a:off x="10356513" y="3577226"/>
            <a:ext cx="107629" cy="107629"/>
          </a:xfrm>
          <a:prstGeom prst="ellipse">
            <a:avLst/>
          </a:prstGeom>
          <a:solidFill>
            <a:srgbClr val="F8F1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文本框 208"/>
          <p:cNvSpPr txBox="1"/>
          <p:nvPr/>
        </p:nvSpPr>
        <p:spPr>
          <a:xfrm>
            <a:off x="1084284" y="5389928"/>
            <a:ext cx="1375698" cy="523220"/>
          </a:xfrm>
          <a:prstGeom prst="rect">
            <a:avLst/>
          </a:prstGeom>
          <a:noFill/>
        </p:spPr>
        <p:txBody>
          <a:bodyPr wrap="none" rtlCol="0">
            <a:spAutoFit/>
          </a:bodyPr>
          <a:lstStyle/>
          <a:p>
            <a:pPr algn="ctr"/>
            <a:r>
              <a:rPr lang="en-US" altLang="zh-CN" sz="2800" dirty="0">
                <a:solidFill>
                  <a:srgbClr val="3A8FCB"/>
                </a:solidFill>
                <a:latin typeface="Agency FB" panose="020B0503020202020204" pitchFamily="34" charset="0"/>
              </a:rPr>
              <a:t>OPTION  01</a:t>
            </a:r>
            <a:endParaRPr lang="zh-CN" altLang="en-US" sz="6000" dirty="0">
              <a:solidFill>
                <a:srgbClr val="3A8FCB"/>
              </a:solidFill>
              <a:latin typeface="Impact" panose="020B0806030902050204" pitchFamily="34" charset="0"/>
            </a:endParaRPr>
          </a:p>
        </p:txBody>
      </p:sp>
      <p:sp>
        <p:nvSpPr>
          <p:cNvPr id="210" name="文本框 209"/>
          <p:cNvSpPr txBox="1"/>
          <p:nvPr/>
        </p:nvSpPr>
        <p:spPr>
          <a:xfrm>
            <a:off x="5363056" y="5389928"/>
            <a:ext cx="1454244" cy="523220"/>
          </a:xfrm>
          <a:prstGeom prst="rect">
            <a:avLst/>
          </a:prstGeom>
          <a:noFill/>
        </p:spPr>
        <p:txBody>
          <a:bodyPr wrap="none" rtlCol="0">
            <a:spAutoFit/>
          </a:bodyPr>
          <a:lstStyle/>
          <a:p>
            <a:pPr algn="ctr"/>
            <a:r>
              <a:rPr lang="en-US" altLang="zh-CN" sz="2800">
                <a:solidFill>
                  <a:srgbClr val="219980"/>
                </a:solidFill>
                <a:latin typeface="Agency FB" panose="020B0503020202020204" pitchFamily="34" charset="0"/>
              </a:rPr>
              <a:t>OPTION  03</a:t>
            </a:r>
            <a:endParaRPr lang="zh-CN" altLang="en-US" sz="6000" dirty="0">
              <a:solidFill>
                <a:srgbClr val="219980"/>
              </a:solidFill>
              <a:latin typeface="Impact" panose="020B0806030902050204" pitchFamily="34" charset="0"/>
            </a:endParaRPr>
          </a:p>
        </p:txBody>
      </p:sp>
      <p:sp>
        <p:nvSpPr>
          <p:cNvPr id="211" name="文本框 210"/>
          <p:cNvSpPr txBox="1"/>
          <p:nvPr/>
        </p:nvSpPr>
        <p:spPr>
          <a:xfrm>
            <a:off x="3210446" y="1384626"/>
            <a:ext cx="1441420" cy="523220"/>
          </a:xfrm>
          <a:prstGeom prst="rect">
            <a:avLst/>
          </a:prstGeom>
          <a:noFill/>
        </p:spPr>
        <p:txBody>
          <a:bodyPr wrap="none" rtlCol="0">
            <a:spAutoFit/>
          </a:bodyPr>
          <a:lstStyle/>
          <a:p>
            <a:pPr algn="ctr"/>
            <a:r>
              <a:rPr lang="en-US" altLang="zh-CN" sz="2800" dirty="0">
                <a:solidFill>
                  <a:srgbClr val="4BB56D"/>
                </a:solidFill>
                <a:latin typeface="Agency FB" panose="020B0503020202020204" pitchFamily="34" charset="0"/>
              </a:rPr>
              <a:t>OPTION  02</a:t>
            </a:r>
            <a:endParaRPr lang="zh-CN" altLang="en-US" sz="6000" dirty="0">
              <a:solidFill>
                <a:srgbClr val="4BB56D"/>
              </a:solidFill>
              <a:latin typeface="Impact" panose="020B0806030902050204" pitchFamily="34" charset="0"/>
            </a:endParaRPr>
          </a:p>
        </p:txBody>
      </p:sp>
      <p:sp>
        <p:nvSpPr>
          <p:cNvPr id="212" name="文本框 211"/>
          <p:cNvSpPr txBox="1"/>
          <p:nvPr/>
        </p:nvSpPr>
        <p:spPr>
          <a:xfrm>
            <a:off x="7529292" y="1384626"/>
            <a:ext cx="1439818" cy="523220"/>
          </a:xfrm>
          <a:prstGeom prst="rect">
            <a:avLst/>
          </a:prstGeom>
          <a:noFill/>
        </p:spPr>
        <p:txBody>
          <a:bodyPr wrap="none" rtlCol="0">
            <a:spAutoFit/>
          </a:bodyPr>
          <a:lstStyle/>
          <a:p>
            <a:pPr algn="ctr"/>
            <a:r>
              <a:rPr lang="en-US" altLang="zh-CN" sz="2800" dirty="0">
                <a:solidFill>
                  <a:srgbClr val="EB6B5C"/>
                </a:solidFill>
                <a:latin typeface="Agency FB" panose="020B0503020202020204" pitchFamily="34" charset="0"/>
              </a:rPr>
              <a:t>OPTION  04</a:t>
            </a:r>
            <a:endParaRPr lang="zh-CN" altLang="en-US" sz="6000" dirty="0">
              <a:solidFill>
                <a:srgbClr val="EB6B5C"/>
              </a:solidFill>
              <a:latin typeface="Impact" panose="020B0806030902050204" pitchFamily="34" charset="0"/>
            </a:endParaRPr>
          </a:p>
        </p:txBody>
      </p:sp>
      <p:sp>
        <p:nvSpPr>
          <p:cNvPr id="213" name="文本框 212"/>
          <p:cNvSpPr txBox="1"/>
          <p:nvPr/>
        </p:nvSpPr>
        <p:spPr>
          <a:xfrm>
            <a:off x="9683505" y="5389928"/>
            <a:ext cx="1449436" cy="523220"/>
          </a:xfrm>
          <a:prstGeom prst="rect">
            <a:avLst/>
          </a:prstGeom>
          <a:noFill/>
        </p:spPr>
        <p:txBody>
          <a:bodyPr wrap="none" rtlCol="0">
            <a:spAutoFit/>
          </a:bodyPr>
          <a:lstStyle/>
          <a:p>
            <a:pPr algn="ctr"/>
            <a:r>
              <a:rPr lang="en-US" altLang="zh-CN" sz="2800" dirty="0">
                <a:solidFill>
                  <a:srgbClr val="F8841D"/>
                </a:solidFill>
                <a:latin typeface="Agency FB" panose="020B0503020202020204" pitchFamily="34" charset="0"/>
              </a:rPr>
              <a:t>OPTION  05</a:t>
            </a:r>
            <a:endParaRPr lang="zh-CN" altLang="en-US" sz="6000" dirty="0">
              <a:solidFill>
                <a:srgbClr val="F8841D"/>
              </a:solidFill>
              <a:latin typeface="Impact" panose="020B0806030902050204" pitchFamily="34" charset="0"/>
            </a:endParaRPr>
          </a:p>
        </p:txBody>
      </p:sp>
      <p:sp>
        <p:nvSpPr>
          <p:cNvPr id="219" name="文本框 218"/>
          <p:cNvSpPr txBox="1"/>
          <p:nvPr/>
        </p:nvSpPr>
        <p:spPr>
          <a:xfrm>
            <a:off x="1164676" y="2869628"/>
            <a:ext cx="1172116" cy="707886"/>
          </a:xfrm>
          <a:prstGeom prst="rect">
            <a:avLst/>
          </a:prstGeom>
          <a:noFill/>
        </p:spPr>
        <p:txBody>
          <a:bodyPr wrap="none" rtlCol="0">
            <a:spAutoFit/>
          </a:bodyPr>
          <a:lstStyle/>
          <a:p>
            <a:r>
              <a:rPr lang="en-US" altLang="zh-CN" sz="4000" dirty="0">
                <a:solidFill>
                  <a:srgbClr val="3A8FCB"/>
                </a:solidFill>
                <a:latin typeface="Impact" panose="020B0806030902050204" pitchFamily="34" charset="0"/>
              </a:rPr>
              <a:t>2012</a:t>
            </a:r>
            <a:endParaRPr lang="zh-CN" altLang="en-US" sz="4000" dirty="0">
              <a:solidFill>
                <a:srgbClr val="3A8FCB"/>
              </a:solidFill>
              <a:latin typeface="Impact" panose="020B0806030902050204" pitchFamily="34" charset="0"/>
            </a:endParaRPr>
          </a:p>
        </p:txBody>
      </p:sp>
      <p:sp>
        <p:nvSpPr>
          <p:cNvPr id="220" name="文本框 219"/>
          <p:cNvSpPr txBox="1"/>
          <p:nvPr/>
        </p:nvSpPr>
        <p:spPr>
          <a:xfrm>
            <a:off x="3382909" y="3821963"/>
            <a:ext cx="1186543" cy="707886"/>
          </a:xfrm>
          <a:prstGeom prst="rect">
            <a:avLst/>
          </a:prstGeom>
          <a:noFill/>
        </p:spPr>
        <p:txBody>
          <a:bodyPr wrap="none" rtlCol="0">
            <a:spAutoFit/>
          </a:bodyPr>
          <a:lstStyle/>
          <a:p>
            <a:r>
              <a:rPr lang="en-US" altLang="zh-CN" sz="4000" dirty="0">
                <a:solidFill>
                  <a:srgbClr val="4BB56D"/>
                </a:solidFill>
                <a:latin typeface="Impact" panose="020B0806030902050204" pitchFamily="34" charset="0"/>
              </a:rPr>
              <a:t>2013</a:t>
            </a:r>
            <a:endParaRPr lang="zh-CN" altLang="en-US" sz="4000" dirty="0">
              <a:solidFill>
                <a:srgbClr val="4BB56D"/>
              </a:solidFill>
              <a:latin typeface="Impact" panose="020B0806030902050204" pitchFamily="34" charset="0"/>
            </a:endParaRPr>
          </a:p>
        </p:txBody>
      </p:sp>
      <p:sp>
        <p:nvSpPr>
          <p:cNvPr id="221" name="文本框 220"/>
          <p:cNvSpPr txBox="1"/>
          <p:nvPr/>
        </p:nvSpPr>
        <p:spPr>
          <a:xfrm>
            <a:off x="5492684" y="2869628"/>
            <a:ext cx="1170513" cy="707886"/>
          </a:xfrm>
          <a:prstGeom prst="rect">
            <a:avLst/>
          </a:prstGeom>
          <a:noFill/>
        </p:spPr>
        <p:txBody>
          <a:bodyPr wrap="none" rtlCol="0">
            <a:spAutoFit/>
          </a:bodyPr>
          <a:lstStyle/>
          <a:p>
            <a:r>
              <a:rPr lang="en-US" altLang="zh-CN" sz="4000" dirty="0">
                <a:solidFill>
                  <a:srgbClr val="219980"/>
                </a:solidFill>
                <a:latin typeface="Impact" panose="020B0806030902050204" pitchFamily="34" charset="0"/>
              </a:rPr>
              <a:t>2014</a:t>
            </a:r>
            <a:endParaRPr lang="zh-CN" altLang="en-US" sz="4000" dirty="0">
              <a:solidFill>
                <a:srgbClr val="219980"/>
              </a:solidFill>
              <a:latin typeface="Impact" panose="020B0806030902050204" pitchFamily="34" charset="0"/>
            </a:endParaRPr>
          </a:p>
        </p:txBody>
      </p:sp>
      <p:sp>
        <p:nvSpPr>
          <p:cNvPr id="222" name="文本框 221"/>
          <p:cNvSpPr txBox="1"/>
          <p:nvPr/>
        </p:nvSpPr>
        <p:spPr>
          <a:xfrm>
            <a:off x="7710917" y="3821963"/>
            <a:ext cx="1189749" cy="707886"/>
          </a:xfrm>
          <a:prstGeom prst="rect">
            <a:avLst/>
          </a:prstGeom>
          <a:noFill/>
        </p:spPr>
        <p:txBody>
          <a:bodyPr wrap="none" rtlCol="0">
            <a:spAutoFit/>
          </a:bodyPr>
          <a:lstStyle/>
          <a:p>
            <a:r>
              <a:rPr lang="en-US" altLang="zh-CN" sz="4000" dirty="0">
                <a:solidFill>
                  <a:srgbClr val="EB6B5C"/>
                </a:solidFill>
                <a:latin typeface="Impact" panose="020B0806030902050204" pitchFamily="34" charset="0"/>
              </a:rPr>
              <a:t>2015</a:t>
            </a:r>
            <a:endParaRPr lang="zh-CN" altLang="en-US" sz="4000" dirty="0">
              <a:solidFill>
                <a:srgbClr val="EB6B5C"/>
              </a:solidFill>
              <a:latin typeface="Impact" panose="020B0806030902050204" pitchFamily="34" charset="0"/>
            </a:endParaRPr>
          </a:p>
        </p:txBody>
      </p:sp>
      <p:sp>
        <p:nvSpPr>
          <p:cNvPr id="223" name="文本框 222"/>
          <p:cNvSpPr txBox="1"/>
          <p:nvPr/>
        </p:nvSpPr>
        <p:spPr>
          <a:xfrm>
            <a:off x="9833809" y="2869628"/>
            <a:ext cx="1191352" cy="707886"/>
          </a:xfrm>
          <a:prstGeom prst="rect">
            <a:avLst/>
          </a:prstGeom>
          <a:noFill/>
        </p:spPr>
        <p:txBody>
          <a:bodyPr wrap="none" rtlCol="0">
            <a:spAutoFit/>
          </a:bodyPr>
          <a:lstStyle/>
          <a:p>
            <a:r>
              <a:rPr lang="en-US" altLang="zh-CN" sz="4000" dirty="0">
                <a:solidFill>
                  <a:srgbClr val="F8841D"/>
                </a:solidFill>
                <a:latin typeface="Impact" panose="020B0806030902050204" pitchFamily="34" charset="0"/>
              </a:rPr>
              <a:t>2016</a:t>
            </a:r>
            <a:endParaRPr lang="zh-CN" altLang="en-US" sz="4000" dirty="0">
              <a:solidFill>
                <a:srgbClr val="F8841D"/>
              </a:solidFill>
              <a:latin typeface="Impact" panose="020B0806030902050204" pitchFamily="34" charset="0"/>
            </a:endParaRPr>
          </a:p>
        </p:txBody>
      </p:sp>
      <p:sp>
        <p:nvSpPr>
          <p:cNvPr id="224" name="矩形 223"/>
          <p:cNvSpPr/>
          <p:nvPr/>
        </p:nvSpPr>
        <p:spPr>
          <a:xfrm>
            <a:off x="933296" y="1484849"/>
            <a:ext cx="1677674" cy="1052596"/>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a:t>
            </a:r>
          </a:p>
        </p:txBody>
      </p:sp>
      <p:sp>
        <p:nvSpPr>
          <p:cNvPr id="225" name="矩形 224"/>
          <p:cNvSpPr/>
          <p:nvPr/>
        </p:nvSpPr>
        <p:spPr>
          <a:xfrm>
            <a:off x="3092319" y="4459104"/>
            <a:ext cx="1677674" cy="1052596"/>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a:t>
            </a:r>
          </a:p>
        </p:txBody>
      </p:sp>
      <p:sp>
        <p:nvSpPr>
          <p:cNvPr id="226" name="矩形 225"/>
          <p:cNvSpPr/>
          <p:nvPr/>
        </p:nvSpPr>
        <p:spPr>
          <a:xfrm>
            <a:off x="5251342" y="1484849"/>
            <a:ext cx="1677674" cy="1052596"/>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a:t>
            </a:r>
          </a:p>
        </p:txBody>
      </p:sp>
      <p:sp>
        <p:nvSpPr>
          <p:cNvPr id="227" name="矩形 226"/>
          <p:cNvSpPr/>
          <p:nvPr/>
        </p:nvSpPr>
        <p:spPr>
          <a:xfrm>
            <a:off x="7410364" y="4459104"/>
            <a:ext cx="1677674" cy="1052596"/>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a:t>
            </a:r>
          </a:p>
        </p:txBody>
      </p:sp>
      <p:sp>
        <p:nvSpPr>
          <p:cNvPr id="228" name="矩形 227"/>
          <p:cNvSpPr/>
          <p:nvPr/>
        </p:nvSpPr>
        <p:spPr>
          <a:xfrm>
            <a:off x="9569386" y="1484849"/>
            <a:ext cx="1677674" cy="1052596"/>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a:t>
            </a:r>
          </a:p>
        </p:txBody>
      </p:sp>
      <p:sp>
        <p:nvSpPr>
          <p:cNvPr id="67" name="矩形 39"/>
          <p:cNvSpPr/>
          <p:nvPr/>
        </p:nvSpPr>
        <p:spPr>
          <a:xfrm>
            <a:off x="0" y="203088"/>
            <a:ext cx="1261884" cy="523220"/>
          </a:xfrm>
          <a:prstGeom prst="rect">
            <a:avLst/>
          </a:prstGeom>
          <a:noFill/>
        </p:spPr>
        <p:txBody>
          <a:bodyPr wrap="none" rtlCol="0">
            <a:spAutoFit/>
          </a:bodyPr>
          <a:lstStyle/>
          <a:p>
            <a:r>
              <a:rPr lang="zh-CN" altLang="en-US" sz="2800" b="1" dirty="0">
                <a:solidFill>
                  <a:schemeClr val="tx1">
                    <a:lumMod val="65000"/>
                    <a:lumOff val="35000"/>
                  </a:schemeClr>
                </a:solidFill>
              </a:rPr>
              <a:t>时间线</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513299672"/>
      </p:ext>
    </p:extLst>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8" name="组合 47"/>
          <p:cNvGrpSpPr/>
          <p:nvPr/>
        </p:nvGrpSpPr>
        <p:grpSpPr>
          <a:xfrm>
            <a:off x="1346444" y="3482025"/>
            <a:ext cx="1792801" cy="553307"/>
            <a:chOff x="1346444" y="5684202"/>
            <a:chExt cx="1792801" cy="553307"/>
          </a:xfrm>
        </p:grpSpPr>
        <p:sp>
          <p:nvSpPr>
            <p:cNvPr id="58" name="Freeform 5"/>
            <p:cNvSpPr>
              <a:spLocks/>
            </p:cNvSpPr>
            <p:nvPr/>
          </p:nvSpPr>
          <p:spPr bwMode="auto">
            <a:xfrm>
              <a:off x="1346444" y="5684202"/>
              <a:ext cx="1792801" cy="553307"/>
            </a:xfrm>
            <a:custGeom>
              <a:avLst/>
              <a:gdLst>
                <a:gd name="T0" fmla="*/ 709 w 823"/>
                <a:gd name="T1" fmla="*/ 254 h 254"/>
                <a:gd name="T2" fmla="*/ 0 w 823"/>
                <a:gd name="T3" fmla="*/ 254 h 254"/>
                <a:gd name="T4" fmla="*/ 113 w 823"/>
                <a:gd name="T5" fmla="*/ 128 h 254"/>
                <a:gd name="T6" fmla="*/ 0 w 823"/>
                <a:gd name="T7" fmla="*/ 0 h 254"/>
                <a:gd name="T8" fmla="*/ 709 w 823"/>
                <a:gd name="T9" fmla="*/ 0 h 254"/>
                <a:gd name="T10" fmla="*/ 823 w 823"/>
                <a:gd name="T11" fmla="*/ 128 h 254"/>
                <a:gd name="T12" fmla="*/ 709 w 823"/>
                <a:gd name="T13" fmla="*/ 254 h 254"/>
              </a:gdLst>
              <a:ahLst/>
              <a:cxnLst>
                <a:cxn ang="0">
                  <a:pos x="T0" y="T1"/>
                </a:cxn>
                <a:cxn ang="0">
                  <a:pos x="T2" y="T3"/>
                </a:cxn>
                <a:cxn ang="0">
                  <a:pos x="T4" y="T5"/>
                </a:cxn>
                <a:cxn ang="0">
                  <a:pos x="T6" y="T7"/>
                </a:cxn>
                <a:cxn ang="0">
                  <a:pos x="T8" y="T9"/>
                </a:cxn>
                <a:cxn ang="0">
                  <a:pos x="T10" y="T11"/>
                </a:cxn>
                <a:cxn ang="0">
                  <a:pos x="T12" y="T13"/>
                </a:cxn>
              </a:cxnLst>
              <a:rect l="0" t="0" r="r" b="b"/>
              <a:pathLst>
                <a:path w="823" h="254">
                  <a:moveTo>
                    <a:pt x="709" y="254"/>
                  </a:moveTo>
                  <a:lnTo>
                    <a:pt x="0" y="254"/>
                  </a:lnTo>
                  <a:lnTo>
                    <a:pt x="113" y="128"/>
                  </a:lnTo>
                  <a:lnTo>
                    <a:pt x="0" y="0"/>
                  </a:lnTo>
                  <a:lnTo>
                    <a:pt x="709" y="0"/>
                  </a:lnTo>
                  <a:lnTo>
                    <a:pt x="823" y="128"/>
                  </a:lnTo>
                  <a:lnTo>
                    <a:pt x="709" y="254"/>
                  </a:lnTo>
                  <a:close/>
                </a:path>
              </a:pathLst>
            </a:custGeom>
            <a:solidFill>
              <a:srgbClr val="3A8FCB"/>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6"/>
            <p:cNvSpPr>
              <a:spLocks/>
            </p:cNvSpPr>
            <p:nvPr/>
          </p:nvSpPr>
          <p:spPr bwMode="auto">
            <a:xfrm>
              <a:off x="1346444" y="5684202"/>
              <a:ext cx="1792801" cy="553307"/>
            </a:xfrm>
            <a:custGeom>
              <a:avLst/>
              <a:gdLst>
                <a:gd name="T0" fmla="*/ 709 w 823"/>
                <a:gd name="T1" fmla="*/ 254 h 254"/>
                <a:gd name="T2" fmla="*/ 0 w 823"/>
                <a:gd name="T3" fmla="*/ 254 h 254"/>
                <a:gd name="T4" fmla="*/ 113 w 823"/>
                <a:gd name="T5" fmla="*/ 128 h 254"/>
                <a:gd name="T6" fmla="*/ 0 w 823"/>
                <a:gd name="T7" fmla="*/ 0 h 254"/>
                <a:gd name="T8" fmla="*/ 709 w 823"/>
                <a:gd name="T9" fmla="*/ 0 h 254"/>
                <a:gd name="T10" fmla="*/ 823 w 823"/>
                <a:gd name="T11" fmla="*/ 128 h 254"/>
                <a:gd name="T12" fmla="*/ 709 w 823"/>
                <a:gd name="T13" fmla="*/ 254 h 254"/>
              </a:gdLst>
              <a:ahLst/>
              <a:cxnLst>
                <a:cxn ang="0">
                  <a:pos x="T0" y="T1"/>
                </a:cxn>
                <a:cxn ang="0">
                  <a:pos x="T2" y="T3"/>
                </a:cxn>
                <a:cxn ang="0">
                  <a:pos x="T4" y="T5"/>
                </a:cxn>
                <a:cxn ang="0">
                  <a:pos x="T6" y="T7"/>
                </a:cxn>
                <a:cxn ang="0">
                  <a:pos x="T8" y="T9"/>
                </a:cxn>
                <a:cxn ang="0">
                  <a:pos x="T10" y="T11"/>
                </a:cxn>
                <a:cxn ang="0">
                  <a:pos x="T12" y="T13"/>
                </a:cxn>
              </a:cxnLst>
              <a:rect l="0" t="0" r="r" b="b"/>
              <a:pathLst>
                <a:path w="823" h="254">
                  <a:moveTo>
                    <a:pt x="709" y="254"/>
                  </a:moveTo>
                  <a:lnTo>
                    <a:pt x="0" y="254"/>
                  </a:lnTo>
                  <a:lnTo>
                    <a:pt x="113" y="128"/>
                  </a:lnTo>
                  <a:lnTo>
                    <a:pt x="0" y="0"/>
                  </a:lnTo>
                  <a:lnTo>
                    <a:pt x="709" y="0"/>
                  </a:lnTo>
                  <a:lnTo>
                    <a:pt x="823" y="128"/>
                  </a:lnTo>
                  <a:lnTo>
                    <a:pt x="709" y="25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7"/>
            <p:cNvSpPr>
              <a:spLocks/>
            </p:cNvSpPr>
            <p:nvPr/>
          </p:nvSpPr>
          <p:spPr bwMode="auto">
            <a:xfrm>
              <a:off x="1346444" y="5684202"/>
              <a:ext cx="1792801" cy="553307"/>
            </a:xfrm>
            <a:custGeom>
              <a:avLst/>
              <a:gdLst>
                <a:gd name="T0" fmla="*/ 709 w 823"/>
                <a:gd name="T1" fmla="*/ 0 h 254"/>
                <a:gd name="T2" fmla="*/ 709 w 823"/>
                <a:gd name="T3" fmla="*/ 0 h 254"/>
                <a:gd name="T4" fmla="*/ 0 w 823"/>
                <a:gd name="T5" fmla="*/ 254 h 254"/>
                <a:gd name="T6" fmla="*/ 709 w 823"/>
                <a:gd name="T7" fmla="*/ 254 h 254"/>
                <a:gd name="T8" fmla="*/ 823 w 823"/>
                <a:gd name="T9" fmla="*/ 128 h 254"/>
                <a:gd name="T10" fmla="*/ 709 w 823"/>
                <a:gd name="T11" fmla="*/ 0 h 254"/>
              </a:gdLst>
              <a:ahLst/>
              <a:cxnLst>
                <a:cxn ang="0">
                  <a:pos x="T0" y="T1"/>
                </a:cxn>
                <a:cxn ang="0">
                  <a:pos x="T2" y="T3"/>
                </a:cxn>
                <a:cxn ang="0">
                  <a:pos x="T4" y="T5"/>
                </a:cxn>
                <a:cxn ang="0">
                  <a:pos x="T6" y="T7"/>
                </a:cxn>
                <a:cxn ang="0">
                  <a:pos x="T8" y="T9"/>
                </a:cxn>
                <a:cxn ang="0">
                  <a:pos x="T10" y="T11"/>
                </a:cxn>
              </a:cxnLst>
              <a:rect l="0" t="0" r="r" b="b"/>
              <a:pathLst>
                <a:path w="823" h="254">
                  <a:moveTo>
                    <a:pt x="709" y="0"/>
                  </a:moveTo>
                  <a:lnTo>
                    <a:pt x="709" y="0"/>
                  </a:lnTo>
                  <a:lnTo>
                    <a:pt x="0" y="254"/>
                  </a:lnTo>
                  <a:lnTo>
                    <a:pt x="709" y="254"/>
                  </a:lnTo>
                  <a:lnTo>
                    <a:pt x="823" y="128"/>
                  </a:lnTo>
                  <a:lnTo>
                    <a:pt x="709" y="0"/>
                  </a:lnTo>
                  <a:close/>
                </a:path>
              </a:pathLst>
            </a:custGeom>
            <a:solidFill>
              <a:srgbClr val="0D0D0D">
                <a:alpha val="20000"/>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1" name="Freeform 8"/>
            <p:cNvSpPr>
              <a:spLocks/>
            </p:cNvSpPr>
            <p:nvPr/>
          </p:nvSpPr>
          <p:spPr bwMode="auto">
            <a:xfrm>
              <a:off x="1346444" y="5684202"/>
              <a:ext cx="1792801" cy="553307"/>
            </a:xfrm>
            <a:custGeom>
              <a:avLst/>
              <a:gdLst>
                <a:gd name="T0" fmla="*/ 709 w 823"/>
                <a:gd name="T1" fmla="*/ 0 h 254"/>
                <a:gd name="T2" fmla="*/ 709 w 823"/>
                <a:gd name="T3" fmla="*/ 0 h 254"/>
                <a:gd name="T4" fmla="*/ 0 w 823"/>
                <a:gd name="T5" fmla="*/ 254 h 254"/>
                <a:gd name="T6" fmla="*/ 709 w 823"/>
                <a:gd name="T7" fmla="*/ 254 h 254"/>
                <a:gd name="T8" fmla="*/ 823 w 823"/>
                <a:gd name="T9" fmla="*/ 128 h 254"/>
                <a:gd name="T10" fmla="*/ 709 w 823"/>
                <a:gd name="T11" fmla="*/ 0 h 254"/>
              </a:gdLst>
              <a:ahLst/>
              <a:cxnLst>
                <a:cxn ang="0">
                  <a:pos x="T0" y="T1"/>
                </a:cxn>
                <a:cxn ang="0">
                  <a:pos x="T2" y="T3"/>
                </a:cxn>
                <a:cxn ang="0">
                  <a:pos x="T4" y="T5"/>
                </a:cxn>
                <a:cxn ang="0">
                  <a:pos x="T6" y="T7"/>
                </a:cxn>
                <a:cxn ang="0">
                  <a:pos x="T8" y="T9"/>
                </a:cxn>
                <a:cxn ang="0">
                  <a:pos x="T10" y="T11"/>
                </a:cxn>
              </a:cxnLst>
              <a:rect l="0" t="0" r="r" b="b"/>
              <a:pathLst>
                <a:path w="823" h="254">
                  <a:moveTo>
                    <a:pt x="709" y="0"/>
                  </a:moveTo>
                  <a:lnTo>
                    <a:pt x="709" y="0"/>
                  </a:lnTo>
                  <a:lnTo>
                    <a:pt x="0" y="254"/>
                  </a:lnTo>
                  <a:lnTo>
                    <a:pt x="709" y="254"/>
                  </a:lnTo>
                  <a:lnTo>
                    <a:pt x="823" y="128"/>
                  </a:lnTo>
                  <a:lnTo>
                    <a:pt x="70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7" name="组合 46"/>
          <p:cNvGrpSpPr/>
          <p:nvPr/>
        </p:nvGrpSpPr>
        <p:grpSpPr>
          <a:xfrm>
            <a:off x="3277345" y="3482025"/>
            <a:ext cx="1788445" cy="553307"/>
            <a:chOff x="3324407" y="5684202"/>
            <a:chExt cx="1788445" cy="553307"/>
          </a:xfrm>
        </p:grpSpPr>
        <p:sp>
          <p:nvSpPr>
            <p:cNvPr id="62" name="Freeform 9"/>
            <p:cNvSpPr>
              <a:spLocks/>
            </p:cNvSpPr>
            <p:nvPr/>
          </p:nvSpPr>
          <p:spPr bwMode="auto">
            <a:xfrm>
              <a:off x="3324407" y="5684202"/>
              <a:ext cx="1788445" cy="553307"/>
            </a:xfrm>
            <a:custGeom>
              <a:avLst/>
              <a:gdLst>
                <a:gd name="T0" fmla="*/ 708 w 821"/>
                <a:gd name="T1" fmla="*/ 254 h 254"/>
                <a:gd name="T2" fmla="*/ 0 w 821"/>
                <a:gd name="T3" fmla="*/ 254 h 254"/>
                <a:gd name="T4" fmla="*/ 111 w 821"/>
                <a:gd name="T5" fmla="*/ 128 h 254"/>
                <a:gd name="T6" fmla="*/ 0 w 821"/>
                <a:gd name="T7" fmla="*/ 0 h 254"/>
                <a:gd name="T8" fmla="*/ 708 w 821"/>
                <a:gd name="T9" fmla="*/ 0 h 254"/>
                <a:gd name="T10" fmla="*/ 821 w 821"/>
                <a:gd name="T11" fmla="*/ 128 h 254"/>
                <a:gd name="T12" fmla="*/ 708 w 821"/>
                <a:gd name="T13" fmla="*/ 254 h 254"/>
              </a:gdLst>
              <a:ahLst/>
              <a:cxnLst>
                <a:cxn ang="0">
                  <a:pos x="T0" y="T1"/>
                </a:cxn>
                <a:cxn ang="0">
                  <a:pos x="T2" y="T3"/>
                </a:cxn>
                <a:cxn ang="0">
                  <a:pos x="T4" y="T5"/>
                </a:cxn>
                <a:cxn ang="0">
                  <a:pos x="T6" y="T7"/>
                </a:cxn>
                <a:cxn ang="0">
                  <a:pos x="T8" y="T9"/>
                </a:cxn>
                <a:cxn ang="0">
                  <a:pos x="T10" y="T11"/>
                </a:cxn>
                <a:cxn ang="0">
                  <a:pos x="T12" y="T13"/>
                </a:cxn>
              </a:cxnLst>
              <a:rect l="0" t="0" r="r" b="b"/>
              <a:pathLst>
                <a:path w="821" h="254">
                  <a:moveTo>
                    <a:pt x="708" y="254"/>
                  </a:moveTo>
                  <a:lnTo>
                    <a:pt x="0" y="254"/>
                  </a:lnTo>
                  <a:lnTo>
                    <a:pt x="111" y="128"/>
                  </a:lnTo>
                  <a:lnTo>
                    <a:pt x="0" y="0"/>
                  </a:lnTo>
                  <a:lnTo>
                    <a:pt x="708" y="0"/>
                  </a:lnTo>
                  <a:lnTo>
                    <a:pt x="821" y="128"/>
                  </a:lnTo>
                  <a:lnTo>
                    <a:pt x="708" y="254"/>
                  </a:lnTo>
                  <a:close/>
                </a:path>
              </a:pathLst>
            </a:custGeom>
            <a:solidFill>
              <a:srgbClr val="219980"/>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10"/>
            <p:cNvSpPr>
              <a:spLocks/>
            </p:cNvSpPr>
            <p:nvPr/>
          </p:nvSpPr>
          <p:spPr bwMode="auto">
            <a:xfrm>
              <a:off x="3324407" y="5684202"/>
              <a:ext cx="1788445" cy="553307"/>
            </a:xfrm>
            <a:custGeom>
              <a:avLst/>
              <a:gdLst>
                <a:gd name="T0" fmla="*/ 708 w 821"/>
                <a:gd name="T1" fmla="*/ 254 h 254"/>
                <a:gd name="T2" fmla="*/ 0 w 821"/>
                <a:gd name="T3" fmla="*/ 254 h 254"/>
                <a:gd name="T4" fmla="*/ 111 w 821"/>
                <a:gd name="T5" fmla="*/ 128 h 254"/>
                <a:gd name="T6" fmla="*/ 0 w 821"/>
                <a:gd name="T7" fmla="*/ 0 h 254"/>
                <a:gd name="T8" fmla="*/ 708 w 821"/>
                <a:gd name="T9" fmla="*/ 0 h 254"/>
                <a:gd name="T10" fmla="*/ 821 w 821"/>
                <a:gd name="T11" fmla="*/ 128 h 254"/>
                <a:gd name="T12" fmla="*/ 708 w 821"/>
                <a:gd name="T13" fmla="*/ 254 h 254"/>
              </a:gdLst>
              <a:ahLst/>
              <a:cxnLst>
                <a:cxn ang="0">
                  <a:pos x="T0" y="T1"/>
                </a:cxn>
                <a:cxn ang="0">
                  <a:pos x="T2" y="T3"/>
                </a:cxn>
                <a:cxn ang="0">
                  <a:pos x="T4" y="T5"/>
                </a:cxn>
                <a:cxn ang="0">
                  <a:pos x="T6" y="T7"/>
                </a:cxn>
                <a:cxn ang="0">
                  <a:pos x="T8" y="T9"/>
                </a:cxn>
                <a:cxn ang="0">
                  <a:pos x="T10" y="T11"/>
                </a:cxn>
                <a:cxn ang="0">
                  <a:pos x="T12" y="T13"/>
                </a:cxn>
              </a:cxnLst>
              <a:rect l="0" t="0" r="r" b="b"/>
              <a:pathLst>
                <a:path w="821" h="254">
                  <a:moveTo>
                    <a:pt x="708" y="254"/>
                  </a:moveTo>
                  <a:lnTo>
                    <a:pt x="0" y="254"/>
                  </a:lnTo>
                  <a:lnTo>
                    <a:pt x="111" y="128"/>
                  </a:lnTo>
                  <a:lnTo>
                    <a:pt x="0" y="0"/>
                  </a:lnTo>
                  <a:lnTo>
                    <a:pt x="708" y="0"/>
                  </a:lnTo>
                  <a:lnTo>
                    <a:pt x="821" y="128"/>
                  </a:lnTo>
                  <a:lnTo>
                    <a:pt x="708" y="25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11"/>
            <p:cNvSpPr>
              <a:spLocks/>
            </p:cNvSpPr>
            <p:nvPr/>
          </p:nvSpPr>
          <p:spPr bwMode="auto">
            <a:xfrm>
              <a:off x="3324407" y="5684202"/>
              <a:ext cx="1788445" cy="553307"/>
            </a:xfrm>
            <a:custGeom>
              <a:avLst/>
              <a:gdLst>
                <a:gd name="T0" fmla="*/ 708 w 821"/>
                <a:gd name="T1" fmla="*/ 0 h 254"/>
                <a:gd name="T2" fmla="*/ 708 w 821"/>
                <a:gd name="T3" fmla="*/ 0 h 254"/>
                <a:gd name="T4" fmla="*/ 0 w 821"/>
                <a:gd name="T5" fmla="*/ 254 h 254"/>
                <a:gd name="T6" fmla="*/ 708 w 821"/>
                <a:gd name="T7" fmla="*/ 254 h 254"/>
                <a:gd name="T8" fmla="*/ 821 w 821"/>
                <a:gd name="T9" fmla="*/ 128 h 254"/>
                <a:gd name="T10" fmla="*/ 708 w 821"/>
                <a:gd name="T11" fmla="*/ 0 h 254"/>
              </a:gdLst>
              <a:ahLst/>
              <a:cxnLst>
                <a:cxn ang="0">
                  <a:pos x="T0" y="T1"/>
                </a:cxn>
                <a:cxn ang="0">
                  <a:pos x="T2" y="T3"/>
                </a:cxn>
                <a:cxn ang="0">
                  <a:pos x="T4" y="T5"/>
                </a:cxn>
                <a:cxn ang="0">
                  <a:pos x="T6" y="T7"/>
                </a:cxn>
                <a:cxn ang="0">
                  <a:pos x="T8" y="T9"/>
                </a:cxn>
                <a:cxn ang="0">
                  <a:pos x="T10" y="T11"/>
                </a:cxn>
              </a:cxnLst>
              <a:rect l="0" t="0" r="r" b="b"/>
              <a:pathLst>
                <a:path w="821" h="254">
                  <a:moveTo>
                    <a:pt x="708" y="0"/>
                  </a:moveTo>
                  <a:lnTo>
                    <a:pt x="708" y="0"/>
                  </a:lnTo>
                  <a:lnTo>
                    <a:pt x="0" y="254"/>
                  </a:lnTo>
                  <a:lnTo>
                    <a:pt x="708" y="254"/>
                  </a:lnTo>
                  <a:lnTo>
                    <a:pt x="821" y="128"/>
                  </a:lnTo>
                  <a:lnTo>
                    <a:pt x="708" y="0"/>
                  </a:lnTo>
                  <a:close/>
                </a:path>
              </a:pathLst>
            </a:custGeom>
            <a:solidFill>
              <a:srgbClr val="0D0D0D">
                <a:alpha val="20000"/>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6" name="Freeform 12"/>
            <p:cNvSpPr>
              <a:spLocks/>
            </p:cNvSpPr>
            <p:nvPr/>
          </p:nvSpPr>
          <p:spPr bwMode="auto">
            <a:xfrm>
              <a:off x="3324407" y="5684202"/>
              <a:ext cx="1788445" cy="553307"/>
            </a:xfrm>
            <a:custGeom>
              <a:avLst/>
              <a:gdLst>
                <a:gd name="T0" fmla="*/ 708 w 821"/>
                <a:gd name="T1" fmla="*/ 0 h 254"/>
                <a:gd name="T2" fmla="*/ 708 w 821"/>
                <a:gd name="T3" fmla="*/ 0 h 254"/>
                <a:gd name="T4" fmla="*/ 0 w 821"/>
                <a:gd name="T5" fmla="*/ 254 h 254"/>
                <a:gd name="T6" fmla="*/ 708 w 821"/>
                <a:gd name="T7" fmla="*/ 254 h 254"/>
                <a:gd name="T8" fmla="*/ 821 w 821"/>
                <a:gd name="T9" fmla="*/ 128 h 254"/>
                <a:gd name="T10" fmla="*/ 708 w 821"/>
                <a:gd name="T11" fmla="*/ 0 h 254"/>
              </a:gdLst>
              <a:ahLst/>
              <a:cxnLst>
                <a:cxn ang="0">
                  <a:pos x="T0" y="T1"/>
                </a:cxn>
                <a:cxn ang="0">
                  <a:pos x="T2" y="T3"/>
                </a:cxn>
                <a:cxn ang="0">
                  <a:pos x="T4" y="T5"/>
                </a:cxn>
                <a:cxn ang="0">
                  <a:pos x="T6" y="T7"/>
                </a:cxn>
                <a:cxn ang="0">
                  <a:pos x="T8" y="T9"/>
                </a:cxn>
                <a:cxn ang="0">
                  <a:pos x="T10" y="T11"/>
                </a:cxn>
              </a:cxnLst>
              <a:rect l="0" t="0" r="r" b="b"/>
              <a:pathLst>
                <a:path w="821" h="254">
                  <a:moveTo>
                    <a:pt x="708" y="0"/>
                  </a:moveTo>
                  <a:lnTo>
                    <a:pt x="708" y="0"/>
                  </a:lnTo>
                  <a:lnTo>
                    <a:pt x="0" y="254"/>
                  </a:lnTo>
                  <a:lnTo>
                    <a:pt x="708" y="254"/>
                  </a:lnTo>
                  <a:lnTo>
                    <a:pt x="821" y="128"/>
                  </a:lnTo>
                  <a:lnTo>
                    <a:pt x="70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6" name="组合 45"/>
          <p:cNvGrpSpPr/>
          <p:nvPr/>
        </p:nvGrpSpPr>
        <p:grpSpPr>
          <a:xfrm>
            <a:off x="5203890" y="3482025"/>
            <a:ext cx="1794979" cy="553307"/>
            <a:chOff x="5241374" y="5684202"/>
            <a:chExt cx="1794979" cy="553307"/>
          </a:xfrm>
        </p:grpSpPr>
        <p:sp>
          <p:nvSpPr>
            <p:cNvPr id="67" name="Freeform 13"/>
            <p:cNvSpPr>
              <a:spLocks/>
            </p:cNvSpPr>
            <p:nvPr/>
          </p:nvSpPr>
          <p:spPr bwMode="auto">
            <a:xfrm>
              <a:off x="5241374" y="5684202"/>
              <a:ext cx="1794979" cy="553307"/>
            </a:xfrm>
            <a:custGeom>
              <a:avLst/>
              <a:gdLst>
                <a:gd name="T0" fmla="*/ 710 w 824"/>
                <a:gd name="T1" fmla="*/ 254 h 254"/>
                <a:gd name="T2" fmla="*/ 0 w 824"/>
                <a:gd name="T3" fmla="*/ 254 h 254"/>
                <a:gd name="T4" fmla="*/ 114 w 824"/>
                <a:gd name="T5" fmla="*/ 128 h 254"/>
                <a:gd name="T6" fmla="*/ 0 w 824"/>
                <a:gd name="T7" fmla="*/ 0 h 254"/>
                <a:gd name="T8" fmla="*/ 710 w 824"/>
                <a:gd name="T9" fmla="*/ 0 h 254"/>
                <a:gd name="T10" fmla="*/ 824 w 824"/>
                <a:gd name="T11" fmla="*/ 128 h 254"/>
                <a:gd name="T12" fmla="*/ 710 w 824"/>
                <a:gd name="T13" fmla="*/ 254 h 254"/>
              </a:gdLst>
              <a:ahLst/>
              <a:cxnLst>
                <a:cxn ang="0">
                  <a:pos x="T0" y="T1"/>
                </a:cxn>
                <a:cxn ang="0">
                  <a:pos x="T2" y="T3"/>
                </a:cxn>
                <a:cxn ang="0">
                  <a:pos x="T4" y="T5"/>
                </a:cxn>
                <a:cxn ang="0">
                  <a:pos x="T6" y="T7"/>
                </a:cxn>
                <a:cxn ang="0">
                  <a:pos x="T8" y="T9"/>
                </a:cxn>
                <a:cxn ang="0">
                  <a:pos x="T10" y="T11"/>
                </a:cxn>
                <a:cxn ang="0">
                  <a:pos x="T12" y="T13"/>
                </a:cxn>
              </a:cxnLst>
              <a:rect l="0" t="0" r="r" b="b"/>
              <a:pathLst>
                <a:path w="824" h="254">
                  <a:moveTo>
                    <a:pt x="710" y="254"/>
                  </a:moveTo>
                  <a:lnTo>
                    <a:pt x="0" y="254"/>
                  </a:lnTo>
                  <a:lnTo>
                    <a:pt x="114" y="128"/>
                  </a:lnTo>
                  <a:lnTo>
                    <a:pt x="0" y="0"/>
                  </a:lnTo>
                  <a:lnTo>
                    <a:pt x="710" y="0"/>
                  </a:lnTo>
                  <a:lnTo>
                    <a:pt x="824" y="128"/>
                  </a:lnTo>
                  <a:lnTo>
                    <a:pt x="710" y="254"/>
                  </a:ln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14"/>
            <p:cNvSpPr>
              <a:spLocks/>
            </p:cNvSpPr>
            <p:nvPr/>
          </p:nvSpPr>
          <p:spPr bwMode="auto">
            <a:xfrm>
              <a:off x="5241374" y="5684202"/>
              <a:ext cx="1794979" cy="553307"/>
            </a:xfrm>
            <a:custGeom>
              <a:avLst/>
              <a:gdLst>
                <a:gd name="T0" fmla="*/ 710 w 824"/>
                <a:gd name="T1" fmla="*/ 254 h 254"/>
                <a:gd name="T2" fmla="*/ 0 w 824"/>
                <a:gd name="T3" fmla="*/ 254 h 254"/>
                <a:gd name="T4" fmla="*/ 114 w 824"/>
                <a:gd name="T5" fmla="*/ 128 h 254"/>
                <a:gd name="T6" fmla="*/ 0 w 824"/>
                <a:gd name="T7" fmla="*/ 0 h 254"/>
                <a:gd name="T8" fmla="*/ 710 w 824"/>
                <a:gd name="T9" fmla="*/ 0 h 254"/>
                <a:gd name="T10" fmla="*/ 824 w 824"/>
                <a:gd name="T11" fmla="*/ 128 h 254"/>
                <a:gd name="T12" fmla="*/ 710 w 824"/>
                <a:gd name="T13" fmla="*/ 254 h 254"/>
              </a:gdLst>
              <a:ahLst/>
              <a:cxnLst>
                <a:cxn ang="0">
                  <a:pos x="T0" y="T1"/>
                </a:cxn>
                <a:cxn ang="0">
                  <a:pos x="T2" y="T3"/>
                </a:cxn>
                <a:cxn ang="0">
                  <a:pos x="T4" y="T5"/>
                </a:cxn>
                <a:cxn ang="0">
                  <a:pos x="T6" y="T7"/>
                </a:cxn>
                <a:cxn ang="0">
                  <a:pos x="T8" y="T9"/>
                </a:cxn>
                <a:cxn ang="0">
                  <a:pos x="T10" y="T11"/>
                </a:cxn>
                <a:cxn ang="0">
                  <a:pos x="T12" y="T13"/>
                </a:cxn>
              </a:cxnLst>
              <a:rect l="0" t="0" r="r" b="b"/>
              <a:pathLst>
                <a:path w="824" h="254">
                  <a:moveTo>
                    <a:pt x="710" y="254"/>
                  </a:moveTo>
                  <a:lnTo>
                    <a:pt x="0" y="254"/>
                  </a:lnTo>
                  <a:lnTo>
                    <a:pt x="114" y="128"/>
                  </a:lnTo>
                  <a:lnTo>
                    <a:pt x="0" y="0"/>
                  </a:lnTo>
                  <a:lnTo>
                    <a:pt x="710" y="0"/>
                  </a:lnTo>
                  <a:lnTo>
                    <a:pt x="824" y="128"/>
                  </a:lnTo>
                  <a:lnTo>
                    <a:pt x="710" y="25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15"/>
            <p:cNvSpPr>
              <a:spLocks/>
            </p:cNvSpPr>
            <p:nvPr/>
          </p:nvSpPr>
          <p:spPr bwMode="auto">
            <a:xfrm>
              <a:off x="5241374" y="5684202"/>
              <a:ext cx="1794979" cy="553307"/>
            </a:xfrm>
            <a:custGeom>
              <a:avLst/>
              <a:gdLst>
                <a:gd name="T0" fmla="*/ 710 w 824"/>
                <a:gd name="T1" fmla="*/ 0 h 254"/>
                <a:gd name="T2" fmla="*/ 710 w 824"/>
                <a:gd name="T3" fmla="*/ 0 h 254"/>
                <a:gd name="T4" fmla="*/ 0 w 824"/>
                <a:gd name="T5" fmla="*/ 254 h 254"/>
                <a:gd name="T6" fmla="*/ 710 w 824"/>
                <a:gd name="T7" fmla="*/ 254 h 254"/>
                <a:gd name="T8" fmla="*/ 824 w 824"/>
                <a:gd name="T9" fmla="*/ 128 h 254"/>
                <a:gd name="T10" fmla="*/ 710 w 824"/>
                <a:gd name="T11" fmla="*/ 0 h 254"/>
              </a:gdLst>
              <a:ahLst/>
              <a:cxnLst>
                <a:cxn ang="0">
                  <a:pos x="T0" y="T1"/>
                </a:cxn>
                <a:cxn ang="0">
                  <a:pos x="T2" y="T3"/>
                </a:cxn>
                <a:cxn ang="0">
                  <a:pos x="T4" y="T5"/>
                </a:cxn>
                <a:cxn ang="0">
                  <a:pos x="T6" y="T7"/>
                </a:cxn>
                <a:cxn ang="0">
                  <a:pos x="T8" y="T9"/>
                </a:cxn>
                <a:cxn ang="0">
                  <a:pos x="T10" y="T11"/>
                </a:cxn>
              </a:cxnLst>
              <a:rect l="0" t="0" r="r" b="b"/>
              <a:pathLst>
                <a:path w="824" h="254">
                  <a:moveTo>
                    <a:pt x="710" y="0"/>
                  </a:moveTo>
                  <a:lnTo>
                    <a:pt x="710" y="0"/>
                  </a:lnTo>
                  <a:lnTo>
                    <a:pt x="0" y="254"/>
                  </a:lnTo>
                  <a:lnTo>
                    <a:pt x="710" y="254"/>
                  </a:lnTo>
                  <a:lnTo>
                    <a:pt x="824" y="128"/>
                  </a:lnTo>
                  <a:lnTo>
                    <a:pt x="710" y="0"/>
                  </a:lnTo>
                  <a:close/>
                </a:path>
              </a:pathLst>
            </a:custGeom>
            <a:solidFill>
              <a:srgbClr val="0D0D0D">
                <a:alpha val="20000"/>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0" name="Freeform 16"/>
            <p:cNvSpPr>
              <a:spLocks/>
            </p:cNvSpPr>
            <p:nvPr/>
          </p:nvSpPr>
          <p:spPr bwMode="auto">
            <a:xfrm>
              <a:off x="5241374" y="5684202"/>
              <a:ext cx="1794979" cy="553307"/>
            </a:xfrm>
            <a:custGeom>
              <a:avLst/>
              <a:gdLst>
                <a:gd name="T0" fmla="*/ 710 w 824"/>
                <a:gd name="T1" fmla="*/ 0 h 254"/>
                <a:gd name="T2" fmla="*/ 710 w 824"/>
                <a:gd name="T3" fmla="*/ 0 h 254"/>
                <a:gd name="T4" fmla="*/ 0 w 824"/>
                <a:gd name="T5" fmla="*/ 254 h 254"/>
                <a:gd name="T6" fmla="*/ 710 w 824"/>
                <a:gd name="T7" fmla="*/ 254 h 254"/>
                <a:gd name="T8" fmla="*/ 824 w 824"/>
                <a:gd name="T9" fmla="*/ 128 h 254"/>
                <a:gd name="T10" fmla="*/ 710 w 824"/>
                <a:gd name="T11" fmla="*/ 0 h 254"/>
              </a:gdLst>
              <a:ahLst/>
              <a:cxnLst>
                <a:cxn ang="0">
                  <a:pos x="T0" y="T1"/>
                </a:cxn>
                <a:cxn ang="0">
                  <a:pos x="T2" y="T3"/>
                </a:cxn>
                <a:cxn ang="0">
                  <a:pos x="T4" y="T5"/>
                </a:cxn>
                <a:cxn ang="0">
                  <a:pos x="T6" y="T7"/>
                </a:cxn>
                <a:cxn ang="0">
                  <a:pos x="T8" y="T9"/>
                </a:cxn>
                <a:cxn ang="0">
                  <a:pos x="T10" y="T11"/>
                </a:cxn>
              </a:cxnLst>
              <a:rect l="0" t="0" r="r" b="b"/>
              <a:pathLst>
                <a:path w="824" h="254">
                  <a:moveTo>
                    <a:pt x="710" y="0"/>
                  </a:moveTo>
                  <a:lnTo>
                    <a:pt x="710" y="0"/>
                  </a:lnTo>
                  <a:lnTo>
                    <a:pt x="0" y="254"/>
                  </a:lnTo>
                  <a:lnTo>
                    <a:pt x="710" y="254"/>
                  </a:lnTo>
                  <a:lnTo>
                    <a:pt x="824" y="128"/>
                  </a:lnTo>
                  <a:lnTo>
                    <a:pt x="71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5" name="组合 44"/>
          <p:cNvGrpSpPr/>
          <p:nvPr/>
        </p:nvGrpSpPr>
        <p:grpSpPr>
          <a:xfrm>
            <a:off x="7136969" y="3482025"/>
            <a:ext cx="1788445" cy="553307"/>
            <a:chOff x="7221515" y="5684202"/>
            <a:chExt cx="1788445" cy="553307"/>
          </a:xfrm>
        </p:grpSpPr>
        <p:sp>
          <p:nvSpPr>
            <p:cNvPr id="71" name="Freeform 17"/>
            <p:cNvSpPr>
              <a:spLocks/>
            </p:cNvSpPr>
            <p:nvPr/>
          </p:nvSpPr>
          <p:spPr bwMode="auto">
            <a:xfrm>
              <a:off x="7221515" y="5684202"/>
              <a:ext cx="1788445" cy="553307"/>
            </a:xfrm>
            <a:custGeom>
              <a:avLst/>
              <a:gdLst>
                <a:gd name="T0" fmla="*/ 707 w 821"/>
                <a:gd name="T1" fmla="*/ 254 h 254"/>
                <a:gd name="T2" fmla="*/ 0 w 821"/>
                <a:gd name="T3" fmla="*/ 254 h 254"/>
                <a:gd name="T4" fmla="*/ 111 w 821"/>
                <a:gd name="T5" fmla="*/ 128 h 254"/>
                <a:gd name="T6" fmla="*/ 0 w 821"/>
                <a:gd name="T7" fmla="*/ 0 h 254"/>
                <a:gd name="T8" fmla="*/ 707 w 821"/>
                <a:gd name="T9" fmla="*/ 0 h 254"/>
                <a:gd name="T10" fmla="*/ 821 w 821"/>
                <a:gd name="T11" fmla="*/ 128 h 254"/>
                <a:gd name="T12" fmla="*/ 707 w 821"/>
                <a:gd name="T13" fmla="*/ 254 h 254"/>
              </a:gdLst>
              <a:ahLst/>
              <a:cxnLst>
                <a:cxn ang="0">
                  <a:pos x="T0" y="T1"/>
                </a:cxn>
                <a:cxn ang="0">
                  <a:pos x="T2" y="T3"/>
                </a:cxn>
                <a:cxn ang="0">
                  <a:pos x="T4" y="T5"/>
                </a:cxn>
                <a:cxn ang="0">
                  <a:pos x="T6" y="T7"/>
                </a:cxn>
                <a:cxn ang="0">
                  <a:pos x="T8" y="T9"/>
                </a:cxn>
                <a:cxn ang="0">
                  <a:pos x="T10" y="T11"/>
                </a:cxn>
                <a:cxn ang="0">
                  <a:pos x="T12" y="T13"/>
                </a:cxn>
              </a:cxnLst>
              <a:rect l="0" t="0" r="r" b="b"/>
              <a:pathLst>
                <a:path w="821" h="254">
                  <a:moveTo>
                    <a:pt x="707" y="254"/>
                  </a:moveTo>
                  <a:lnTo>
                    <a:pt x="0" y="254"/>
                  </a:lnTo>
                  <a:lnTo>
                    <a:pt x="111" y="128"/>
                  </a:lnTo>
                  <a:lnTo>
                    <a:pt x="0" y="0"/>
                  </a:lnTo>
                  <a:lnTo>
                    <a:pt x="707" y="0"/>
                  </a:lnTo>
                  <a:lnTo>
                    <a:pt x="821" y="128"/>
                  </a:lnTo>
                  <a:lnTo>
                    <a:pt x="707" y="254"/>
                  </a:lnTo>
                  <a:close/>
                </a:path>
              </a:pathLst>
            </a:custGeom>
            <a:solidFill>
              <a:srgbClr val="EB6B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18"/>
            <p:cNvSpPr>
              <a:spLocks/>
            </p:cNvSpPr>
            <p:nvPr/>
          </p:nvSpPr>
          <p:spPr bwMode="auto">
            <a:xfrm>
              <a:off x="7221515" y="5684202"/>
              <a:ext cx="1788445" cy="553307"/>
            </a:xfrm>
            <a:custGeom>
              <a:avLst/>
              <a:gdLst>
                <a:gd name="T0" fmla="*/ 707 w 821"/>
                <a:gd name="T1" fmla="*/ 254 h 254"/>
                <a:gd name="T2" fmla="*/ 0 w 821"/>
                <a:gd name="T3" fmla="*/ 254 h 254"/>
                <a:gd name="T4" fmla="*/ 111 w 821"/>
                <a:gd name="T5" fmla="*/ 128 h 254"/>
                <a:gd name="T6" fmla="*/ 0 w 821"/>
                <a:gd name="T7" fmla="*/ 0 h 254"/>
                <a:gd name="T8" fmla="*/ 707 w 821"/>
                <a:gd name="T9" fmla="*/ 0 h 254"/>
                <a:gd name="T10" fmla="*/ 821 w 821"/>
                <a:gd name="T11" fmla="*/ 128 h 254"/>
                <a:gd name="T12" fmla="*/ 707 w 821"/>
                <a:gd name="T13" fmla="*/ 254 h 254"/>
              </a:gdLst>
              <a:ahLst/>
              <a:cxnLst>
                <a:cxn ang="0">
                  <a:pos x="T0" y="T1"/>
                </a:cxn>
                <a:cxn ang="0">
                  <a:pos x="T2" y="T3"/>
                </a:cxn>
                <a:cxn ang="0">
                  <a:pos x="T4" y="T5"/>
                </a:cxn>
                <a:cxn ang="0">
                  <a:pos x="T6" y="T7"/>
                </a:cxn>
                <a:cxn ang="0">
                  <a:pos x="T8" y="T9"/>
                </a:cxn>
                <a:cxn ang="0">
                  <a:pos x="T10" y="T11"/>
                </a:cxn>
                <a:cxn ang="0">
                  <a:pos x="T12" y="T13"/>
                </a:cxn>
              </a:cxnLst>
              <a:rect l="0" t="0" r="r" b="b"/>
              <a:pathLst>
                <a:path w="821" h="254">
                  <a:moveTo>
                    <a:pt x="707" y="254"/>
                  </a:moveTo>
                  <a:lnTo>
                    <a:pt x="0" y="254"/>
                  </a:lnTo>
                  <a:lnTo>
                    <a:pt x="111" y="128"/>
                  </a:lnTo>
                  <a:lnTo>
                    <a:pt x="0" y="0"/>
                  </a:lnTo>
                  <a:lnTo>
                    <a:pt x="707" y="0"/>
                  </a:lnTo>
                  <a:lnTo>
                    <a:pt x="821" y="128"/>
                  </a:lnTo>
                  <a:lnTo>
                    <a:pt x="707" y="25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19"/>
            <p:cNvSpPr>
              <a:spLocks/>
            </p:cNvSpPr>
            <p:nvPr/>
          </p:nvSpPr>
          <p:spPr bwMode="auto">
            <a:xfrm>
              <a:off x="7221515" y="5684202"/>
              <a:ext cx="1788445" cy="553307"/>
            </a:xfrm>
            <a:custGeom>
              <a:avLst/>
              <a:gdLst>
                <a:gd name="T0" fmla="*/ 707 w 821"/>
                <a:gd name="T1" fmla="*/ 0 h 254"/>
                <a:gd name="T2" fmla="*/ 707 w 821"/>
                <a:gd name="T3" fmla="*/ 0 h 254"/>
                <a:gd name="T4" fmla="*/ 0 w 821"/>
                <a:gd name="T5" fmla="*/ 254 h 254"/>
                <a:gd name="T6" fmla="*/ 707 w 821"/>
                <a:gd name="T7" fmla="*/ 254 h 254"/>
                <a:gd name="T8" fmla="*/ 821 w 821"/>
                <a:gd name="T9" fmla="*/ 128 h 254"/>
                <a:gd name="T10" fmla="*/ 707 w 821"/>
                <a:gd name="T11" fmla="*/ 0 h 254"/>
              </a:gdLst>
              <a:ahLst/>
              <a:cxnLst>
                <a:cxn ang="0">
                  <a:pos x="T0" y="T1"/>
                </a:cxn>
                <a:cxn ang="0">
                  <a:pos x="T2" y="T3"/>
                </a:cxn>
                <a:cxn ang="0">
                  <a:pos x="T4" y="T5"/>
                </a:cxn>
                <a:cxn ang="0">
                  <a:pos x="T6" y="T7"/>
                </a:cxn>
                <a:cxn ang="0">
                  <a:pos x="T8" y="T9"/>
                </a:cxn>
                <a:cxn ang="0">
                  <a:pos x="T10" y="T11"/>
                </a:cxn>
              </a:cxnLst>
              <a:rect l="0" t="0" r="r" b="b"/>
              <a:pathLst>
                <a:path w="821" h="254">
                  <a:moveTo>
                    <a:pt x="707" y="0"/>
                  </a:moveTo>
                  <a:lnTo>
                    <a:pt x="707" y="0"/>
                  </a:lnTo>
                  <a:lnTo>
                    <a:pt x="0" y="254"/>
                  </a:lnTo>
                  <a:lnTo>
                    <a:pt x="707" y="254"/>
                  </a:lnTo>
                  <a:lnTo>
                    <a:pt x="821" y="128"/>
                  </a:lnTo>
                  <a:lnTo>
                    <a:pt x="707" y="0"/>
                  </a:lnTo>
                  <a:close/>
                </a:path>
              </a:pathLst>
            </a:custGeom>
            <a:solidFill>
              <a:srgbClr val="0D0D0D">
                <a:alpha val="20000"/>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6" name="Freeform 20"/>
            <p:cNvSpPr>
              <a:spLocks/>
            </p:cNvSpPr>
            <p:nvPr/>
          </p:nvSpPr>
          <p:spPr bwMode="auto">
            <a:xfrm>
              <a:off x="7221515" y="5684202"/>
              <a:ext cx="1788445" cy="553307"/>
            </a:xfrm>
            <a:custGeom>
              <a:avLst/>
              <a:gdLst>
                <a:gd name="T0" fmla="*/ 707 w 821"/>
                <a:gd name="T1" fmla="*/ 0 h 254"/>
                <a:gd name="T2" fmla="*/ 707 w 821"/>
                <a:gd name="T3" fmla="*/ 0 h 254"/>
                <a:gd name="T4" fmla="*/ 0 w 821"/>
                <a:gd name="T5" fmla="*/ 254 h 254"/>
                <a:gd name="T6" fmla="*/ 707 w 821"/>
                <a:gd name="T7" fmla="*/ 254 h 254"/>
                <a:gd name="T8" fmla="*/ 821 w 821"/>
                <a:gd name="T9" fmla="*/ 128 h 254"/>
                <a:gd name="T10" fmla="*/ 707 w 821"/>
                <a:gd name="T11" fmla="*/ 0 h 254"/>
              </a:gdLst>
              <a:ahLst/>
              <a:cxnLst>
                <a:cxn ang="0">
                  <a:pos x="T0" y="T1"/>
                </a:cxn>
                <a:cxn ang="0">
                  <a:pos x="T2" y="T3"/>
                </a:cxn>
                <a:cxn ang="0">
                  <a:pos x="T4" y="T5"/>
                </a:cxn>
                <a:cxn ang="0">
                  <a:pos x="T6" y="T7"/>
                </a:cxn>
                <a:cxn ang="0">
                  <a:pos x="T8" y="T9"/>
                </a:cxn>
                <a:cxn ang="0">
                  <a:pos x="T10" y="T11"/>
                </a:cxn>
              </a:cxnLst>
              <a:rect l="0" t="0" r="r" b="b"/>
              <a:pathLst>
                <a:path w="821" h="254">
                  <a:moveTo>
                    <a:pt x="707" y="0"/>
                  </a:moveTo>
                  <a:lnTo>
                    <a:pt x="707" y="0"/>
                  </a:lnTo>
                  <a:lnTo>
                    <a:pt x="0" y="254"/>
                  </a:lnTo>
                  <a:lnTo>
                    <a:pt x="707" y="254"/>
                  </a:lnTo>
                  <a:lnTo>
                    <a:pt x="821" y="128"/>
                  </a:lnTo>
                  <a:lnTo>
                    <a:pt x="70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 name="组合 1"/>
          <p:cNvGrpSpPr/>
          <p:nvPr/>
        </p:nvGrpSpPr>
        <p:grpSpPr>
          <a:xfrm>
            <a:off x="9063515" y="3482025"/>
            <a:ext cx="1790623" cy="553307"/>
            <a:chOff x="9312754" y="5684202"/>
            <a:chExt cx="1790623" cy="553307"/>
          </a:xfrm>
        </p:grpSpPr>
        <p:sp>
          <p:nvSpPr>
            <p:cNvPr id="87" name="Freeform 21"/>
            <p:cNvSpPr>
              <a:spLocks/>
            </p:cNvSpPr>
            <p:nvPr/>
          </p:nvSpPr>
          <p:spPr bwMode="auto">
            <a:xfrm>
              <a:off x="9312754" y="5684202"/>
              <a:ext cx="1790623" cy="553307"/>
            </a:xfrm>
            <a:custGeom>
              <a:avLst/>
              <a:gdLst>
                <a:gd name="T0" fmla="*/ 710 w 822"/>
                <a:gd name="T1" fmla="*/ 254 h 254"/>
                <a:gd name="T2" fmla="*/ 0 w 822"/>
                <a:gd name="T3" fmla="*/ 254 h 254"/>
                <a:gd name="T4" fmla="*/ 114 w 822"/>
                <a:gd name="T5" fmla="*/ 128 h 254"/>
                <a:gd name="T6" fmla="*/ 0 w 822"/>
                <a:gd name="T7" fmla="*/ 0 h 254"/>
                <a:gd name="T8" fmla="*/ 710 w 822"/>
                <a:gd name="T9" fmla="*/ 0 h 254"/>
                <a:gd name="T10" fmla="*/ 822 w 822"/>
                <a:gd name="T11" fmla="*/ 128 h 254"/>
                <a:gd name="T12" fmla="*/ 710 w 822"/>
                <a:gd name="T13" fmla="*/ 254 h 254"/>
              </a:gdLst>
              <a:ahLst/>
              <a:cxnLst>
                <a:cxn ang="0">
                  <a:pos x="T0" y="T1"/>
                </a:cxn>
                <a:cxn ang="0">
                  <a:pos x="T2" y="T3"/>
                </a:cxn>
                <a:cxn ang="0">
                  <a:pos x="T4" y="T5"/>
                </a:cxn>
                <a:cxn ang="0">
                  <a:pos x="T6" y="T7"/>
                </a:cxn>
                <a:cxn ang="0">
                  <a:pos x="T8" y="T9"/>
                </a:cxn>
                <a:cxn ang="0">
                  <a:pos x="T10" y="T11"/>
                </a:cxn>
                <a:cxn ang="0">
                  <a:pos x="T12" y="T13"/>
                </a:cxn>
              </a:cxnLst>
              <a:rect l="0" t="0" r="r" b="b"/>
              <a:pathLst>
                <a:path w="822" h="254">
                  <a:moveTo>
                    <a:pt x="710" y="254"/>
                  </a:moveTo>
                  <a:lnTo>
                    <a:pt x="0" y="254"/>
                  </a:lnTo>
                  <a:lnTo>
                    <a:pt x="114" y="128"/>
                  </a:lnTo>
                  <a:lnTo>
                    <a:pt x="0" y="0"/>
                  </a:lnTo>
                  <a:lnTo>
                    <a:pt x="710" y="0"/>
                  </a:lnTo>
                  <a:lnTo>
                    <a:pt x="822" y="128"/>
                  </a:lnTo>
                  <a:lnTo>
                    <a:pt x="710" y="254"/>
                  </a:lnTo>
                  <a:close/>
                </a:path>
              </a:pathLst>
            </a:custGeom>
            <a:solidFill>
              <a:srgbClr val="7F6F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22"/>
            <p:cNvSpPr>
              <a:spLocks/>
            </p:cNvSpPr>
            <p:nvPr/>
          </p:nvSpPr>
          <p:spPr bwMode="auto">
            <a:xfrm>
              <a:off x="9312754" y="5684202"/>
              <a:ext cx="1790623" cy="553307"/>
            </a:xfrm>
            <a:custGeom>
              <a:avLst/>
              <a:gdLst>
                <a:gd name="T0" fmla="*/ 710 w 822"/>
                <a:gd name="T1" fmla="*/ 254 h 254"/>
                <a:gd name="T2" fmla="*/ 0 w 822"/>
                <a:gd name="T3" fmla="*/ 254 h 254"/>
                <a:gd name="T4" fmla="*/ 114 w 822"/>
                <a:gd name="T5" fmla="*/ 128 h 254"/>
                <a:gd name="T6" fmla="*/ 0 w 822"/>
                <a:gd name="T7" fmla="*/ 0 h 254"/>
                <a:gd name="T8" fmla="*/ 710 w 822"/>
                <a:gd name="T9" fmla="*/ 0 h 254"/>
                <a:gd name="T10" fmla="*/ 822 w 822"/>
                <a:gd name="T11" fmla="*/ 128 h 254"/>
                <a:gd name="T12" fmla="*/ 710 w 822"/>
                <a:gd name="T13" fmla="*/ 254 h 254"/>
              </a:gdLst>
              <a:ahLst/>
              <a:cxnLst>
                <a:cxn ang="0">
                  <a:pos x="T0" y="T1"/>
                </a:cxn>
                <a:cxn ang="0">
                  <a:pos x="T2" y="T3"/>
                </a:cxn>
                <a:cxn ang="0">
                  <a:pos x="T4" y="T5"/>
                </a:cxn>
                <a:cxn ang="0">
                  <a:pos x="T6" y="T7"/>
                </a:cxn>
                <a:cxn ang="0">
                  <a:pos x="T8" y="T9"/>
                </a:cxn>
                <a:cxn ang="0">
                  <a:pos x="T10" y="T11"/>
                </a:cxn>
                <a:cxn ang="0">
                  <a:pos x="T12" y="T13"/>
                </a:cxn>
              </a:cxnLst>
              <a:rect l="0" t="0" r="r" b="b"/>
              <a:pathLst>
                <a:path w="822" h="254">
                  <a:moveTo>
                    <a:pt x="710" y="254"/>
                  </a:moveTo>
                  <a:lnTo>
                    <a:pt x="0" y="254"/>
                  </a:lnTo>
                  <a:lnTo>
                    <a:pt x="114" y="128"/>
                  </a:lnTo>
                  <a:lnTo>
                    <a:pt x="0" y="0"/>
                  </a:lnTo>
                  <a:lnTo>
                    <a:pt x="710" y="0"/>
                  </a:lnTo>
                  <a:lnTo>
                    <a:pt x="822" y="128"/>
                  </a:lnTo>
                  <a:lnTo>
                    <a:pt x="710" y="25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23"/>
            <p:cNvSpPr>
              <a:spLocks/>
            </p:cNvSpPr>
            <p:nvPr/>
          </p:nvSpPr>
          <p:spPr bwMode="auto">
            <a:xfrm>
              <a:off x="9312754" y="5684202"/>
              <a:ext cx="1790623" cy="553307"/>
            </a:xfrm>
            <a:custGeom>
              <a:avLst/>
              <a:gdLst>
                <a:gd name="T0" fmla="*/ 710 w 822"/>
                <a:gd name="T1" fmla="*/ 0 h 254"/>
                <a:gd name="T2" fmla="*/ 710 w 822"/>
                <a:gd name="T3" fmla="*/ 0 h 254"/>
                <a:gd name="T4" fmla="*/ 0 w 822"/>
                <a:gd name="T5" fmla="*/ 254 h 254"/>
                <a:gd name="T6" fmla="*/ 710 w 822"/>
                <a:gd name="T7" fmla="*/ 254 h 254"/>
                <a:gd name="T8" fmla="*/ 822 w 822"/>
                <a:gd name="T9" fmla="*/ 128 h 254"/>
                <a:gd name="T10" fmla="*/ 710 w 822"/>
                <a:gd name="T11" fmla="*/ 0 h 254"/>
              </a:gdLst>
              <a:ahLst/>
              <a:cxnLst>
                <a:cxn ang="0">
                  <a:pos x="T0" y="T1"/>
                </a:cxn>
                <a:cxn ang="0">
                  <a:pos x="T2" y="T3"/>
                </a:cxn>
                <a:cxn ang="0">
                  <a:pos x="T4" y="T5"/>
                </a:cxn>
                <a:cxn ang="0">
                  <a:pos x="T6" y="T7"/>
                </a:cxn>
                <a:cxn ang="0">
                  <a:pos x="T8" y="T9"/>
                </a:cxn>
                <a:cxn ang="0">
                  <a:pos x="T10" y="T11"/>
                </a:cxn>
              </a:cxnLst>
              <a:rect l="0" t="0" r="r" b="b"/>
              <a:pathLst>
                <a:path w="822" h="254">
                  <a:moveTo>
                    <a:pt x="710" y="0"/>
                  </a:moveTo>
                  <a:lnTo>
                    <a:pt x="710" y="0"/>
                  </a:lnTo>
                  <a:lnTo>
                    <a:pt x="0" y="254"/>
                  </a:lnTo>
                  <a:lnTo>
                    <a:pt x="710" y="254"/>
                  </a:lnTo>
                  <a:lnTo>
                    <a:pt x="822" y="128"/>
                  </a:lnTo>
                  <a:lnTo>
                    <a:pt x="710" y="0"/>
                  </a:lnTo>
                  <a:close/>
                </a:path>
              </a:pathLst>
            </a:custGeom>
            <a:solidFill>
              <a:srgbClr val="0D0D0D">
                <a:alpha val="20000"/>
              </a:srgb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0" name="Freeform 24"/>
            <p:cNvSpPr>
              <a:spLocks/>
            </p:cNvSpPr>
            <p:nvPr/>
          </p:nvSpPr>
          <p:spPr bwMode="auto">
            <a:xfrm>
              <a:off x="9312754" y="5684202"/>
              <a:ext cx="1790623" cy="553307"/>
            </a:xfrm>
            <a:custGeom>
              <a:avLst/>
              <a:gdLst>
                <a:gd name="T0" fmla="*/ 710 w 822"/>
                <a:gd name="T1" fmla="*/ 0 h 254"/>
                <a:gd name="T2" fmla="*/ 710 w 822"/>
                <a:gd name="T3" fmla="*/ 0 h 254"/>
                <a:gd name="T4" fmla="*/ 0 w 822"/>
                <a:gd name="T5" fmla="*/ 254 h 254"/>
                <a:gd name="T6" fmla="*/ 710 w 822"/>
                <a:gd name="T7" fmla="*/ 254 h 254"/>
                <a:gd name="T8" fmla="*/ 822 w 822"/>
                <a:gd name="T9" fmla="*/ 128 h 254"/>
                <a:gd name="T10" fmla="*/ 710 w 822"/>
                <a:gd name="T11" fmla="*/ 0 h 254"/>
              </a:gdLst>
              <a:ahLst/>
              <a:cxnLst>
                <a:cxn ang="0">
                  <a:pos x="T0" y="T1"/>
                </a:cxn>
                <a:cxn ang="0">
                  <a:pos x="T2" y="T3"/>
                </a:cxn>
                <a:cxn ang="0">
                  <a:pos x="T4" y="T5"/>
                </a:cxn>
                <a:cxn ang="0">
                  <a:pos x="T6" y="T7"/>
                </a:cxn>
                <a:cxn ang="0">
                  <a:pos x="T8" y="T9"/>
                </a:cxn>
                <a:cxn ang="0">
                  <a:pos x="T10" y="T11"/>
                </a:cxn>
              </a:cxnLst>
              <a:rect l="0" t="0" r="r" b="b"/>
              <a:pathLst>
                <a:path w="822" h="254">
                  <a:moveTo>
                    <a:pt x="710" y="0"/>
                  </a:moveTo>
                  <a:lnTo>
                    <a:pt x="710" y="0"/>
                  </a:lnTo>
                  <a:lnTo>
                    <a:pt x="0" y="254"/>
                  </a:lnTo>
                  <a:lnTo>
                    <a:pt x="710" y="254"/>
                  </a:lnTo>
                  <a:lnTo>
                    <a:pt x="822" y="128"/>
                  </a:lnTo>
                  <a:lnTo>
                    <a:pt x="71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 name="组合 3"/>
          <p:cNvGrpSpPr/>
          <p:nvPr/>
        </p:nvGrpSpPr>
        <p:grpSpPr>
          <a:xfrm>
            <a:off x="3908284" y="4597848"/>
            <a:ext cx="724237" cy="726239"/>
            <a:chOff x="3908284" y="4597848"/>
            <a:chExt cx="724237" cy="726239"/>
          </a:xfrm>
        </p:grpSpPr>
        <p:sp>
          <p:nvSpPr>
            <p:cNvPr id="11" name="Freeform 10"/>
            <p:cNvSpPr>
              <a:spLocks noEditPoints="1"/>
            </p:cNvSpPr>
            <p:nvPr/>
          </p:nvSpPr>
          <p:spPr bwMode="auto">
            <a:xfrm>
              <a:off x="3908284" y="4597848"/>
              <a:ext cx="724237" cy="726239"/>
            </a:xfrm>
            <a:custGeom>
              <a:avLst/>
              <a:gdLst>
                <a:gd name="T0" fmla="*/ 76 w 153"/>
                <a:gd name="T1" fmla="*/ 153 h 153"/>
                <a:gd name="T2" fmla="*/ 0 w 153"/>
                <a:gd name="T3" fmla="*/ 76 h 153"/>
                <a:gd name="T4" fmla="*/ 76 w 153"/>
                <a:gd name="T5" fmla="*/ 0 h 153"/>
                <a:gd name="T6" fmla="*/ 153 w 153"/>
                <a:gd name="T7" fmla="*/ 76 h 153"/>
                <a:gd name="T8" fmla="*/ 76 w 153"/>
                <a:gd name="T9" fmla="*/ 153 h 153"/>
                <a:gd name="T10" fmla="*/ 76 w 153"/>
                <a:gd name="T11" fmla="*/ 10 h 153"/>
                <a:gd name="T12" fmla="*/ 10 w 153"/>
                <a:gd name="T13" fmla="*/ 76 h 153"/>
                <a:gd name="T14" fmla="*/ 76 w 153"/>
                <a:gd name="T15" fmla="*/ 142 h 153"/>
                <a:gd name="T16" fmla="*/ 142 w 153"/>
                <a:gd name="T17" fmla="*/ 76 h 153"/>
                <a:gd name="T18" fmla="*/ 76 w 153"/>
                <a:gd name="T19" fmla="*/ 1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53">
                  <a:moveTo>
                    <a:pt x="76" y="153"/>
                  </a:moveTo>
                  <a:cubicBezTo>
                    <a:pt x="34" y="153"/>
                    <a:pt x="0" y="118"/>
                    <a:pt x="0" y="76"/>
                  </a:cubicBezTo>
                  <a:cubicBezTo>
                    <a:pt x="0" y="34"/>
                    <a:pt x="34" y="0"/>
                    <a:pt x="76" y="0"/>
                  </a:cubicBezTo>
                  <a:cubicBezTo>
                    <a:pt x="118" y="0"/>
                    <a:pt x="153" y="34"/>
                    <a:pt x="153" y="76"/>
                  </a:cubicBezTo>
                  <a:cubicBezTo>
                    <a:pt x="153" y="118"/>
                    <a:pt x="118" y="153"/>
                    <a:pt x="76" y="153"/>
                  </a:cubicBezTo>
                  <a:close/>
                  <a:moveTo>
                    <a:pt x="76" y="10"/>
                  </a:moveTo>
                  <a:cubicBezTo>
                    <a:pt x="40" y="10"/>
                    <a:pt x="10" y="40"/>
                    <a:pt x="10" y="76"/>
                  </a:cubicBezTo>
                  <a:cubicBezTo>
                    <a:pt x="10" y="113"/>
                    <a:pt x="40" y="142"/>
                    <a:pt x="76" y="142"/>
                  </a:cubicBezTo>
                  <a:cubicBezTo>
                    <a:pt x="113" y="142"/>
                    <a:pt x="142" y="113"/>
                    <a:pt x="142" y="76"/>
                  </a:cubicBezTo>
                  <a:cubicBezTo>
                    <a:pt x="142" y="40"/>
                    <a:pt x="113" y="10"/>
                    <a:pt x="76" y="10"/>
                  </a:cubicBezTo>
                  <a:close/>
                </a:path>
              </a:pathLst>
            </a:custGeom>
            <a:solidFill>
              <a:srgbClr val="219980"/>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11"/>
            <p:cNvSpPr>
              <a:spLocks/>
            </p:cNvSpPr>
            <p:nvPr/>
          </p:nvSpPr>
          <p:spPr bwMode="auto">
            <a:xfrm>
              <a:off x="4094345" y="4805916"/>
              <a:ext cx="354115" cy="204067"/>
            </a:xfrm>
            <a:custGeom>
              <a:avLst/>
              <a:gdLst>
                <a:gd name="T0" fmla="*/ 177 w 177"/>
                <a:gd name="T1" fmla="*/ 14 h 102"/>
                <a:gd name="T2" fmla="*/ 104 w 177"/>
                <a:gd name="T3" fmla="*/ 88 h 102"/>
                <a:gd name="T4" fmla="*/ 87 w 177"/>
                <a:gd name="T5" fmla="*/ 102 h 102"/>
                <a:gd name="T6" fmla="*/ 73 w 177"/>
                <a:gd name="T7" fmla="*/ 88 h 102"/>
                <a:gd name="T8" fmla="*/ 0 w 177"/>
                <a:gd name="T9" fmla="*/ 14 h 102"/>
                <a:gd name="T10" fmla="*/ 14 w 177"/>
                <a:gd name="T11" fmla="*/ 0 h 102"/>
                <a:gd name="T12" fmla="*/ 87 w 177"/>
                <a:gd name="T13" fmla="*/ 74 h 102"/>
                <a:gd name="T14" fmla="*/ 161 w 177"/>
                <a:gd name="T15" fmla="*/ 0 h 102"/>
                <a:gd name="T16" fmla="*/ 177 w 177"/>
                <a:gd name="T17" fmla="*/ 14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7" h="102">
                  <a:moveTo>
                    <a:pt x="177" y="14"/>
                  </a:moveTo>
                  <a:lnTo>
                    <a:pt x="104" y="88"/>
                  </a:lnTo>
                  <a:lnTo>
                    <a:pt x="87" y="102"/>
                  </a:lnTo>
                  <a:lnTo>
                    <a:pt x="73" y="88"/>
                  </a:lnTo>
                  <a:lnTo>
                    <a:pt x="0" y="14"/>
                  </a:lnTo>
                  <a:lnTo>
                    <a:pt x="14" y="0"/>
                  </a:lnTo>
                  <a:lnTo>
                    <a:pt x="87" y="74"/>
                  </a:lnTo>
                  <a:lnTo>
                    <a:pt x="161" y="0"/>
                  </a:lnTo>
                  <a:lnTo>
                    <a:pt x="177" y="14"/>
                  </a:lnTo>
                  <a:close/>
                </a:path>
              </a:pathLst>
            </a:custGeom>
            <a:solidFill>
              <a:srgbClr val="219980"/>
            </a:solidFill>
            <a:ln>
              <a:noFill/>
            </a:ln>
            <a:effectLst/>
          </p:spPr>
          <p:txBody>
            <a:bodyPr vert="horz" wrap="square" lIns="91440" tIns="45720" rIns="91440" bIns="45720" numCol="1" anchor="t" anchorCtr="0" compatLnSpc="1">
              <a:prstTxWarp prst="textNoShape">
                <a:avLst/>
              </a:prstTxWarp>
            </a:bodyPr>
            <a:lstStyle/>
            <a:p>
              <a:endParaRPr lang="zh-CN" altLang="en-US"/>
            </a:p>
          </p:txBody>
        </p:sp>
      </p:grpSp>
      <p:grpSp>
        <p:nvGrpSpPr>
          <p:cNvPr id="5" name="组合 4"/>
          <p:cNvGrpSpPr/>
          <p:nvPr/>
        </p:nvGrpSpPr>
        <p:grpSpPr>
          <a:xfrm>
            <a:off x="9646163" y="4511819"/>
            <a:ext cx="728239" cy="892292"/>
            <a:chOff x="9646163" y="4511819"/>
            <a:chExt cx="728239" cy="892292"/>
          </a:xfrm>
        </p:grpSpPr>
        <p:sp>
          <p:nvSpPr>
            <p:cNvPr id="13" name="Freeform 12"/>
            <p:cNvSpPr>
              <a:spLocks noEditPoints="1"/>
            </p:cNvSpPr>
            <p:nvPr/>
          </p:nvSpPr>
          <p:spPr bwMode="auto">
            <a:xfrm>
              <a:off x="9836226" y="4511819"/>
              <a:ext cx="350114" cy="892292"/>
            </a:xfrm>
            <a:custGeom>
              <a:avLst/>
              <a:gdLst>
                <a:gd name="T0" fmla="*/ 22 w 74"/>
                <a:gd name="T1" fmla="*/ 180 h 188"/>
                <a:gd name="T2" fmla="*/ 10 w 74"/>
                <a:gd name="T3" fmla="*/ 160 h 188"/>
                <a:gd name="T4" fmla="*/ 10 w 74"/>
                <a:gd name="T5" fmla="*/ 160 h 188"/>
                <a:gd name="T6" fmla="*/ 0 w 74"/>
                <a:gd name="T7" fmla="*/ 94 h 188"/>
                <a:gd name="T8" fmla="*/ 0 w 74"/>
                <a:gd name="T9" fmla="*/ 94 h 188"/>
                <a:gd name="T10" fmla="*/ 22 w 74"/>
                <a:gd name="T11" fmla="*/ 8 h 188"/>
                <a:gd name="T12" fmla="*/ 22 w 74"/>
                <a:gd name="T13" fmla="*/ 8 h 188"/>
                <a:gd name="T14" fmla="*/ 37 w 74"/>
                <a:gd name="T15" fmla="*/ 0 h 188"/>
                <a:gd name="T16" fmla="*/ 37 w 74"/>
                <a:gd name="T17" fmla="*/ 0 h 188"/>
                <a:gd name="T18" fmla="*/ 52 w 74"/>
                <a:gd name="T19" fmla="*/ 8 h 188"/>
                <a:gd name="T20" fmla="*/ 52 w 74"/>
                <a:gd name="T21" fmla="*/ 8 h 188"/>
                <a:gd name="T22" fmla="*/ 64 w 74"/>
                <a:gd name="T23" fmla="*/ 29 h 188"/>
                <a:gd name="T24" fmla="*/ 64 w 74"/>
                <a:gd name="T25" fmla="*/ 29 h 188"/>
                <a:gd name="T26" fmla="*/ 74 w 74"/>
                <a:gd name="T27" fmla="*/ 94 h 188"/>
                <a:gd name="T28" fmla="*/ 74 w 74"/>
                <a:gd name="T29" fmla="*/ 94 h 188"/>
                <a:gd name="T30" fmla="*/ 52 w 74"/>
                <a:gd name="T31" fmla="*/ 180 h 188"/>
                <a:gd name="T32" fmla="*/ 52 w 74"/>
                <a:gd name="T33" fmla="*/ 180 h 188"/>
                <a:gd name="T34" fmla="*/ 37 w 74"/>
                <a:gd name="T35" fmla="*/ 188 h 188"/>
                <a:gd name="T36" fmla="*/ 37 w 74"/>
                <a:gd name="T37" fmla="*/ 188 h 188"/>
                <a:gd name="T38" fmla="*/ 22 w 74"/>
                <a:gd name="T39" fmla="*/ 180 h 188"/>
                <a:gd name="T40" fmla="*/ 25 w 74"/>
                <a:gd name="T41" fmla="*/ 12 h 188"/>
                <a:gd name="T42" fmla="*/ 15 w 74"/>
                <a:gd name="T43" fmla="*/ 30 h 188"/>
                <a:gd name="T44" fmla="*/ 15 w 74"/>
                <a:gd name="T45" fmla="*/ 30 h 188"/>
                <a:gd name="T46" fmla="*/ 5 w 74"/>
                <a:gd name="T47" fmla="*/ 94 h 188"/>
                <a:gd name="T48" fmla="*/ 5 w 74"/>
                <a:gd name="T49" fmla="*/ 94 h 188"/>
                <a:gd name="T50" fmla="*/ 25 w 74"/>
                <a:gd name="T51" fmla="*/ 177 h 188"/>
                <a:gd name="T52" fmla="*/ 25 w 74"/>
                <a:gd name="T53" fmla="*/ 177 h 188"/>
                <a:gd name="T54" fmla="*/ 37 w 74"/>
                <a:gd name="T55" fmla="*/ 184 h 188"/>
                <a:gd name="T56" fmla="*/ 37 w 74"/>
                <a:gd name="T57" fmla="*/ 184 h 188"/>
                <a:gd name="T58" fmla="*/ 49 w 74"/>
                <a:gd name="T59" fmla="*/ 177 h 188"/>
                <a:gd name="T60" fmla="*/ 49 w 74"/>
                <a:gd name="T61" fmla="*/ 177 h 188"/>
                <a:gd name="T62" fmla="*/ 59 w 74"/>
                <a:gd name="T63" fmla="*/ 158 h 188"/>
                <a:gd name="T64" fmla="*/ 59 w 74"/>
                <a:gd name="T65" fmla="*/ 158 h 188"/>
                <a:gd name="T66" fmla="*/ 69 w 74"/>
                <a:gd name="T67" fmla="*/ 94 h 188"/>
                <a:gd name="T68" fmla="*/ 69 w 74"/>
                <a:gd name="T69" fmla="*/ 94 h 188"/>
                <a:gd name="T70" fmla="*/ 49 w 74"/>
                <a:gd name="T71" fmla="*/ 12 h 188"/>
                <a:gd name="T72" fmla="*/ 49 w 74"/>
                <a:gd name="T73" fmla="*/ 12 h 188"/>
                <a:gd name="T74" fmla="*/ 37 w 74"/>
                <a:gd name="T75" fmla="*/ 5 h 188"/>
                <a:gd name="T76" fmla="*/ 37 w 74"/>
                <a:gd name="T77" fmla="*/ 5 h 188"/>
                <a:gd name="T78" fmla="*/ 37 w 74"/>
                <a:gd name="T79" fmla="*/ 5 h 188"/>
                <a:gd name="T80" fmla="*/ 37 w 74"/>
                <a:gd name="T81" fmla="*/ 5 h 188"/>
                <a:gd name="T82" fmla="*/ 25 w 74"/>
                <a:gd name="T83" fmla="*/ 12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4" h="188">
                  <a:moveTo>
                    <a:pt x="22" y="180"/>
                  </a:moveTo>
                  <a:cubicBezTo>
                    <a:pt x="17" y="175"/>
                    <a:pt x="14" y="169"/>
                    <a:pt x="10" y="160"/>
                  </a:cubicBezTo>
                  <a:cubicBezTo>
                    <a:pt x="10" y="160"/>
                    <a:pt x="10" y="160"/>
                    <a:pt x="10" y="160"/>
                  </a:cubicBezTo>
                  <a:cubicBezTo>
                    <a:pt x="4" y="143"/>
                    <a:pt x="0" y="120"/>
                    <a:pt x="0" y="94"/>
                  </a:cubicBezTo>
                  <a:cubicBezTo>
                    <a:pt x="0" y="94"/>
                    <a:pt x="0" y="94"/>
                    <a:pt x="0" y="94"/>
                  </a:cubicBezTo>
                  <a:cubicBezTo>
                    <a:pt x="0" y="56"/>
                    <a:pt x="9" y="23"/>
                    <a:pt x="22" y="8"/>
                  </a:cubicBezTo>
                  <a:cubicBezTo>
                    <a:pt x="22" y="8"/>
                    <a:pt x="22" y="8"/>
                    <a:pt x="22" y="8"/>
                  </a:cubicBezTo>
                  <a:cubicBezTo>
                    <a:pt x="26" y="3"/>
                    <a:pt x="31" y="0"/>
                    <a:pt x="37" y="0"/>
                  </a:cubicBezTo>
                  <a:cubicBezTo>
                    <a:pt x="37" y="0"/>
                    <a:pt x="37" y="0"/>
                    <a:pt x="37" y="0"/>
                  </a:cubicBezTo>
                  <a:cubicBezTo>
                    <a:pt x="43" y="0"/>
                    <a:pt x="48" y="3"/>
                    <a:pt x="52" y="8"/>
                  </a:cubicBezTo>
                  <a:cubicBezTo>
                    <a:pt x="52" y="8"/>
                    <a:pt x="52" y="8"/>
                    <a:pt x="52" y="8"/>
                  </a:cubicBezTo>
                  <a:cubicBezTo>
                    <a:pt x="57" y="13"/>
                    <a:pt x="60" y="20"/>
                    <a:pt x="64" y="29"/>
                  </a:cubicBezTo>
                  <a:cubicBezTo>
                    <a:pt x="64" y="29"/>
                    <a:pt x="64" y="29"/>
                    <a:pt x="64" y="29"/>
                  </a:cubicBezTo>
                  <a:cubicBezTo>
                    <a:pt x="70" y="46"/>
                    <a:pt x="74" y="69"/>
                    <a:pt x="74" y="94"/>
                  </a:cubicBezTo>
                  <a:cubicBezTo>
                    <a:pt x="74" y="94"/>
                    <a:pt x="74" y="94"/>
                    <a:pt x="74" y="94"/>
                  </a:cubicBezTo>
                  <a:cubicBezTo>
                    <a:pt x="74" y="133"/>
                    <a:pt x="65" y="166"/>
                    <a:pt x="52" y="180"/>
                  </a:cubicBezTo>
                  <a:cubicBezTo>
                    <a:pt x="52" y="180"/>
                    <a:pt x="52" y="180"/>
                    <a:pt x="52" y="180"/>
                  </a:cubicBezTo>
                  <a:cubicBezTo>
                    <a:pt x="48" y="185"/>
                    <a:pt x="43" y="188"/>
                    <a:pt x="37" y="188"/>
                  </a:cubicBezTo>
                  <a:cubicBezTo>
                    <a:pt x="37" y="188"/>
                    <a:pt x="37" y="188"/>
                    <a:pt x="37" y="188"/>
                  </a:cubicBezTo>
                  <a:cubicBezTo>
                    <a:pt x="31" y="188"/>
                    <a:pt x="26" y="185"/>
                    <a:pt x="22" y="180"/>
                  </a:cubicBezTo>
                  <a:close/>
                  <a:moveTo>
                    <a:pt x="25" y="12"/>
                  </a:moveTo>
                  <a:cubicBezTo>
                    <a:pt x="22" y="16"/>
                    <a:pt x="18" y="22"/>
                    <a:pt x="15" y="30"/>
                  </a:cubicBezTo>
                  <a:cubicBezTo>
                    <a:pt x="15" y="30"/>
                    <a:pt x="15" y="30"/>
                    <a:pt x="15" y="30"/>
                  </a:cubicBezTo>
                  <a:cubicBezTo>
                    <a:pt x="9" y="47"/>
                    <a:pt x="5" y="69"/>
                    <a:pt x="5" y="94"/>
                  </a:cubicBezTo>
                  <a:cubicBezTo>
                    <a:pt x="5" y="94"/>
                    <a:pt x="5" y="94"/>
                    <a:pt x="5" y="94"/>
                  </a:cubicBezTo>
                  <a:cubicBezTo>
                    <a:pt x="5" y="132"/>
                    <a:pt x="14" y="164"/>
                    <a:pt x="25" y="177"/>
                  </a:cubicBezTo>
                  <a:cubicBezTo>
                    <a:pt x="25" y="177"/>
                    <a:pt x="25" y="177"/>
                    <a:pt x="25" y="177"/>
                  </a:cubicBezTo>
                  <a:cubicBezTo>
                    <a:pt x="29" y="182"/>
                    <a:pt x="33" y="184"/>
                    <a:pt x="37" y="184"/>
                  </a:cubicBezTo>
                  <a:cubicBezTo>
                    <a:pt x="37" y="184"/>
                    <a:pt x="37" y="184"/>
                    <a:pt x="37" y="184"/>
                  </a:cubicBezTo>
                  <a:cubicBezTo>
                    <a:pt x="41" y="184"/>
                    <a:pt x="45" y="182"/>
                    <a:pt x="49" y="177"/>
                  </a:cubicBezTo>
                  <a:cubicBezTo>
                    <a:pt x="49" y="177"/>
                    <a:pt x="49" y="177"/>
                    <a:pt x="49" y="177"/>
                  </a:cubicBezTo>
                  <a:cubicBezTo>
                    <a:pt x="53" y="173"/>
                    <a:pt x="56" y="166"/>
                    <a:pt x="59" y="158"/>
                  </a:cubicBezTo>
                  <a:cubicBezTo>
                    <a:pt x="59" y="158"/>
                    <a:pt x="59" y="158"/>
                    <a:pt x="59" y="158"/>
                  </a:cubicBezTo>
                  <a:cubicBezTo>
                    <a:pt x="65" y="142"/>
                    <a:pt x="69" y="119"/>
                    <a:pt x="69" y="94"/>
                  </a:cubicBezTo>
                  <a:cubicBezTo>
                    <a:pt x="69" y="94"/>
                    <a:pt x="69" y="94"/>
                    <a:pt x="69" y="94"/>
                  </a:cubicBezTo>
                  <a:cubicBezTo>
                    <a:pt x="69" y="57"/>
                    <a:pt x="60" y="24"/>
                    <a:pt x="49" y="12"/>
                  </a:cubicBezTo>
                  <a:cubicBezTo>
                    <a:pt x="49" y="12"/>
                    <a:pt x="49" y="12"/>
                    <a:pt x="49" y="12"/>
                  </a:cubicBezTo>
                  <a:cubicBezTo>
                    <a:pt x="45" y="7"/>
                    <a:pt x="41" y="5"/>
                    <a:pt x="37" y="5"/>
                  </a:cubicBezTo>
                  <a:cubicBezTo>
                    <a:pt x="37" y="5"/>
                    <a:pt x="37" y="5"/>
                    <a:pt x="37" y="5"/>
                  </a:cubicBezTo>
                  <a:cubicBezTo>
                    <a:pt x="37" y="5"/>
                    <a:pt x="37" y="5"/>
                    <a:pt x="37" y="5"/>
                  </a:cubicBezTo>
                  <a:cubicBezTo>
                    <a:pt x="37" y="5"/>
                    <a:pt x="37" y="5"/>
                    <a:pt x="37" y="5"/>
                  </a:cubicBezTo>
                  <a:cubicBezTo>
                    <a:pt x="33" y="5"/>
                    <a:pt x="29" y="7"/>
                    <a:pt x="25" y="12"/>
                  </a:cubicBezTo>
                  <a:close/>
                </a:path>
              </a:pathLst>
            </a:custGeom>
            <a:solidFill>
              <a:srgbClr val="7F6F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3"/>
            <p:cNvSpPr>
              <a:spLocks/>
            </p:cNvSpPr>
            <p:nvPr/>
          </p:nvSpPr>
          <p:spPr bwMode="auto">
            <a:xfrm>
              <a:off x="9646163" y="4639861"/>
              <a:ext cx="728239" cy="640210"/>
            </a:xfrm>
            <a:custGeom>
              <a:avLst/>
              <a:gdLst>
                <a:gd name="T0" fmla="*/ 135 w 154"/>
                <a:gd name="T1" fmla="*/ 134 h 135"/>
                <a:gd name="T2" fmla="*/ 99 w 154"/>
                <a:gd name="T3" fmla="*/ 125 h 135"/>
                <a:gd name="T4" fmla="*/ 99 w 154"/>
                <a:gd name="T5" fmla="*/ 125 h 135"/>
                <a:gd name="T6" fmla="*/ 53 w 154"/>
                <a:gd name="T7" fmla="*/ 96 h 135"/>
                <a:gd name="T8" fmla="*/ 53 w 154"/>
                <a:gd name="T9" fmla="*/ 96 h 135"/>
                <a:gd name="T10" fmla="*/ 17 w 154"/>
                <a:gd name="T11" fmla="*/ 57 h 135"/>
                <a:gd name="T12" fmla="*/ 17 w 154"/>
                <a:gd name="T13" fmla="*/ 57 h 135"/>
                <a:gd name="T14" fmla="*/ 1 w 154"/>
                <a:gd name="T15" fmla="*/ 22 h 135"/>
                <a:gd name="T16" fmla="*/ 1 w 154"/>
                <a:gd name="T17" fmla="*/ 22 h 135"/>
                <a:gd name="T18" fmla="*/ 5 w 154"/>
                <a:gd name="T19" fmla="*/ 7 h 135"/>
                <a:gd name="T20" fmla="*/ 5 w 154"/>
                <a:gd name="T21" fmla="*/ 7 h 135"/>
                <a:gd name="T22" fmla="*/ 19 w 154"/>
                <a:gd name="T23" fmla="*/ 1 h 135"/>
                <a:gd name="T24" fmla="*/ 19 w 154"/>
                <a:gd name="T25" fmla="*/ 1 h 135"/>
                <a:gd name="T26" fmla="*/ 56 w 154"/>
                <a:gd name="T27" fmla="*/ 10 h 135"/>
                <a:gd name="T28" fmla="*/ 56 w 154"/>
                <a:gd name="T29" fmla="*/ 10 h 135"/>
                <a:gd name="T30" fmla="*/ 101 w 154"/>
                <a:gd name="T31" fmla="*/ 39 h 135"/>
                <a:gd name="T32" fmla="*/ 101 w 154"/>
                <a:gd name="T33" fmla="*/ 39 h 135"/>
                <a:gd name="T34" fmla="*/ 99 w 154"/>
                <a:gd name="T35" fmla="*/ 41 h 135"/>
                <a:gd name="T36" fmla="*/ 98 w 154"/>
                <a:gd name="T37" fmla="*/ 43 h 135"/>
                <a:gd name="T38" fmla="*/ 54 w 154"/>
                <a:gd name="T39" fmla="*/ 14 h 135"/>
                <a:gd name="T40" fmla="*/ 54 w 154"/>
                <a:gd name="T41" fmla="*/ 14 h 135"/>
                <a:gd name="T42" fmla="*/ 19 w 154"/>
                <a:gd name="T43" fmla="*/ 6 h 135"/>
                <a:gd name="T44" fmla="*/ 19 w 154"/>
                <a:gd name="T45" fmla="*/ 6 h 135"/>
                <a:gd name="T46" fmla="*/ 8 w 154"/>
                <a:gd name="T47" fmla="*/ 10 h 135"/>
                <a:gd name="T48" fmla="*/ 8 w 154"/>
                <a:gd name="T49" fmla="*/ 10 h 135"/>
                <a:gd name="T50" fmla="*/ 6 w 154"/>
                <a:gd name="T51" fmla="*/ 22 h 135"/>
                <a:gd name="T52" fmla="*/ 6 w 154"/>
                <a:gd name="T53" fmla="*/ 22 h 135"/>
                <a:gd name="T54" fmla="*/ 20 w 154"/>
                <a:gd name="T55" fmla="*/ 54 h 135"/>
                <a:gd name="T56" fmla="*/ 20 w 154"/>
                <a:gd name="T57" fmla="*/ 54 h 135"/>
                <a:gd name="T58" fmla="*/ 56 w 154"/>
                <a:gd name="T59" fmla="*/ 92 h 135"/>
                <a:gd name="T60" fmla="*/ 56 w 154"/>
                <a:gd name="T61" fmla="*/ 92 h 135"/>
                <a:gd name="T62" fmla="*/ 101 w 154"/>
                <a:gd name="T63" fmla="*/ 121 h 135"/>
                <a:gd name="T64" fmla="*/ 101 w 154"/>
                <a:gd name="T65" fmla="*/ 121 h 135"/>
                <a:gd name="T66" fmla="*/ 135 w 154"/>
                <a:gd name="T67" fmla="*/ 129 h 135"/>
                <a:gd name="T68" fmla="*/ 135 w 154"/>
                <a:gd name="T69" fmla="*/ 129 h 135"/>
                <a:gd name="T70" fmla="*/ 146 w 154"/>
                <a:gd name="T71" fmla="*/ 124 h 135"/>
                <a:gd name="T72" fmla="*/ 146 w 154"/>
                <a:gd name="T73" fmla="*/ 124 h 135"/>
                <a:gd name="T74" fmla="*/ 148 w 154"/>
                <a:gd name="T75" fmla="*/ 113 h 135"/>
                <a:gd name="T76" fmla="*/ 148 w 154"/>
                <a:gd name="T77" fmla="*/ 113 h 135"/>
                <a:gd name="T78" fmla="*/ 134 w 154"/>
                <a:gd name="T79" fmla="*/ 81 h 135"/>
                <a:gd name="T80" fmla="*/ 134 w 154"/>
                <a:gd name="T81" fmla="*/ 81 h 135"/>
                <a:gd name="T82" fmla="*/ 98 w 154"/>
                <a:gd name="T83" fmla="*/ 43 h 135"/>
                <a:gd name="T84" fmla="*/ 98 w 154"/>
                <a:gd name="T85" fmla="*/ 43 h 135"/>
                <a:gd name="T86" fmla="*/ 99 w 154"/>
                <a:gd name="T87" fmla="*/ 41 h 135"/>
                <a:gd name="T88" fmla="*/ 101 w 154"/>
                <a:gd name="T89" fmla="*/ 39 h 135"/>
                <a:gd name="T90" fmla="*/ 138 w 154"/>
                <a:gd name="T91" fmla="*/ 78 h 135"/>
                <a:gd name="T92" fmla="*/ 138 w 154"/>
                <a:gd name="T93" fmla="*/ 78 h 135"/>
                <a:gd name="T94" fmla="*/ 153 w 154"/>
                <a:gd name="T95" fmla="*/ 113 h 135"/>
                <a:gd name="T96" fmla="*/ 153 w 154"/>
                <a:gd name="T97" fmla="*/ 113 h 135"/>
                <a:gd name="T98" fmla="*/ 149 w 154"/>
                <a:gd name="T99" fmla="*/ 128 h 135"/>
                <a:gd name="T100" fmla="*/ 149 w 154"/>
                <a:gd name="T101" fmla="*/ 128 h 135"/>
                <a:gd name="T102" fmla="*/ 136 w 154"/>
                <a:gd name="T103" fmla="*/ 134 h 135"/>
                <a:gd name="T104" fmla="*/ 136 w 154"/>
                <a:gd name="T105" fmla="*/ 134 h 135"/>
                <a:gd name="T106" fmla="*/ 135 w 154"/>
                <a:gd name="T107" fmla="*/ 134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4" h="135">
                  <a:moveTo>
                    <a:pt x="135" y="134"/>
                  </a:moveTo>
                  <a:cubicBezTo>
                    <a:pt x="126" y="135"/>
                    <a:pt x="113" y="132"/>
                    <a:pt x="99" y="125"/>
                  </a:cubicBezTo>
                  <a:cubicBezTo>
                    <a:pt x="99" y="125"/>
                    <a:pt x="99" y="125"/>
                    <a:pt x="99" y="125"/>
                  </a:cubicBezTo>
                  <a:cubicBezTo>
                    <a:pt x="84" y="118"/>
                    <a:pt x="69" y="108"/>
                    <a:pt x="53" y="96"/>
                  </a:cubicBezTo>
                  <a:cubicBezTo>
                    <a:pt x="53" y="96"/>
                    <a:pt x="53" y="96"/>
                    <a:pt x="53" y="96"/>
                  </a:cubicBezTo>
                  <a:cubicBezTo>
                    <a:pt x="38" y="83"/>
                    <a:pt x="26" y="70"/>
                    <a:pt x="17" y="57"/>
                  </a:cubicBezTo>
                  <a:cubicBezTo>
                    <a:pt x="17" y="57"/>
                    <a:pt x="17" y="57"/>
                    <a:pt x="17" y="57"/>
                  </a:cubicBezTo>
                  <a:cubicBezTo>
                    <a:pt x="7" y="44"/>
                    <a:pt x="2" y="32"/>
                    <a:pt x="1" y="22"/>
                  </a:cubicBezTo>
                  <a:cubicBezTo>
                    <a:pt x="1" y="22"/>
                    <a:pt x="1" y="22"/>
                    <a:pt x="1" y="22"/>
                  </a:cubicBezTo>
                  <a:cubicBezTo>
                    <a:pt x="0" y="16"/>
                    <a:pt x="1" y="11"/>
                    <a:pt x="5" y="7"/>
                  </a:cubicBezTo>
                  <a:cubicBezTo>
                    <a:pt x="5" y="7"/>
                    <a:pt x="5" y="7"/>
                    <a:pt x="5" y="7"/>
                  </a:cubicBezTo>
                  <a:cubicBezTo>
                    <a:pt x="8" y="3"/>
                    <a:pt x="13" y="1"/>
                    <a:pt x="19" y="1"/>
                  </a:cubicBezTo>
                  <a:cubicBezTo>
                    <a:pt x="19" y="1"/>
                    <a:pt x="19" y="1"/>
                    <a:pt x="19" y="1"/>
                  </a:cubicBezTo>
                  <a:cubicBezTo>
                    <a:pt x="29" y="0"/>
                    <a:pt x="41" y="3"/>
                    <a:pt x="56" y="10"/>
                  </a:cubicBezTo>
                  <a:cubicBezTo>
                    <a:pt x="56" y="10"/>
                    <a:pt x="56" y="10"/>
                    <a:pt x="56" y="10"/>
                  </a:cubicBezTo>
                  <a:cubicBezTo>
                    <a:pt x="70" y="16"/>
                    <a:pt x="85" y="26"/>
                    <a:pt x="101" y="39"/>
                  </a:cubicBezTo>
                  <a:cubicBezTo>
                    <a:pt x="101" y="39"/>
                    <a:pt x="101" y="39"/>
                    <a:pt x="101" y="39"/>
                  </a:cubicBezTo>
                  <a:cubicBezTo>
                    <a:pt x="99" y="41"/>
                    <a:pt x="99" y="41"/>
                    <a:pt x="99" y="41"/>
                  </a:cubicBezTo>
                  <a:cubicBezTo>
                    <a:pt x="98" y="43"/>
                    <a:pt x="98" y="43"/>
                    <a:pt x="98" y="43"/>
                  </a:cubicBezTo>
                  <a:cubicBezTo>
                    <a:pt x="83" y="30"/>
                    <a:pt x="67" y="21"/>
                    <a:pt x="54" y="14"/>
                  </a:cubicBezTo>
                  <a:cubicBezTo>
                    <a:pt x="54" y="14"/>
                    <a:pt x="54" y="14"/>
                    <a:pt x="54" y="14"/>
                  </a:cubicBezTo>
                  <a:cubicBezTo>
                    <a:pt x="40" y="8"/>
                    <a:pt x="28" y="5"/>
                    <a:pt x="19" y="6"/>
                  </a:cubicBezTo>
                  <a:cubicBezTo>
                    <a:pt x="19" y="6"/>
                    <a:pt x="19" y="6"/>
                    <a:pt x="19" y="6"/>
                  </a:cubicBezTo>
                  <a:cubicBezTo>
                    <a:pt x="14" y="6"/>
                    <a:pt x="11" y="8"/>
                    <a:pt x="8" y="10"/>
                  </a:cubicBezTo>
                  <a:cubicBezTo>
                    <a:pt x="8" y="10"/>
                    <a:pt x="8" y="10"/>
                    <a:pt x="8" y="10"/>
                  </a:cubicBezTo>
                  <a:cubicBezTo>
                    <a:pt x="6" y="13"/>
                    <a:pt x="5" y="17"/>
                    <a:pt x="6" y="22"/>
                  </a:cubicBezTo>
                  <a:cubicBezTo>
                    <a:pt x="6" y="22"/>
                    <a:pt x="6" y="22"/>
                    <a:pt x="6" y="22"/>
                  </a:cubicBezTo>
                  <a:cubicBezTo>
                    <a:pt x="6" y="30"/>
                    <a:pt x="12" y="42"/>
                    <a:pt x="20" y="54"/>
                  </a:cubicBezTo>
                  <a:cubicBezTo>
                    <a:pt x="20" y="54"/>
                    <a:pt x="20" y="54"/>
                    <a:pt x="20" y="54"/>
                  </a:cubicBezTo>
                  <a:cubicBezTo>
                    <a:pt x="29" y="66"/>
                    <a:pt x="42" y="80"/>
                    <a:pt x="56" y="92"/>
                  </a:cubicBezTo>
                  <a:cubicBezTo>
                    <a:pt x="56" y="92"/>
                    <a:pt x="56" y="92"/>
                    <a:pt x="56" y="92"/>
                  </a:cubicBezTo>
                  <a:cubicBezTo>
                    <a:pt x="71" y="105"/>
                    <a:pt x="87" y="114"/>
                    <a:pt x="101" y="121"/>
                  </a:cubicBezTo>
                  <a:cubicBezTo>
                    <a:pt x="101" y="121"/>
                    <a:pt x="101" y="121"/>
                    <a:pt x="101" y="121"/>
                  </a:cubicBezTo>
                  <a:cubicBezTo>
                    <a:pt x="114" y="127"/>
                    <a:pt x="127" y="130"/>
                    <a:pt x="135" y="129"/>
                  </a:cubicBezTo>
                  <a:cubicBezTo>
                    <a:pt x="135" y="129"/>
                    <a:pt x="135" y="129"/>
                    <a:pt x="135" y="129"/>
                  </a:cubicBezTo>
                  <a:cubicBezTo>
                    <a:pt x="140" y="129"/>
                    <a:pt x="143" y="127"/>
                    <a:pt x="146" y="124"/>
                  </a:cubicBezTo>
                  <a:cubicBezTo>
                    <a:pt x="146" y="124"/>
                    <a:pt x="146" y="124"/>
                    <a:pt x="146" y="124"/>
                  </a:cubicBezTo>
                  <a:cubicBezTo>
                    <a:pt x="148" y="122"/>
                    <a:pt x="149" y="118"/>
                    <a:pt x="148" y="113"/>
                  </a:cubicBezTo>
                  <a:cubicBezTo>
                    <a:pt x="148" y="113"/>
                    <a:pt x="148" y="113"/>
                    <a:pt x="148" y="113"/>
                  </a:cubicBezTo>
                  <a:cubicBezTo>
                    <a:pt x="148" y="105"/>
                    <a:pt x="143" y="93"/>
                    <a:pt x="134" y="81"/>
                  </a:cubicBezTo>
                  <a:cubicBezTo>
                    <a:pt x="134" y="81"/>
                    <a:pt x="134" y="81"/>
                    <a:pt x="134" y="81"/>
                  </a:cubicBezTo>
                  <a:cubicBezTo>
                    <a:pt x="125" y="68"/>
                    <a:pt x="113" y="55"/>
                    <a:pt x="98" y="43"/>
                  </a:cubicBezTo>
                  <a:cubicBezTo>
                    <a:pt x="98" y="43"/>
                    <a:pt x="98" y="43"/>
                    <a:pt x="98" y="43"/>
                  </a:cubicBezTo>
                  <a:cubicBezTo>
                    <a:pt x="99" y="41"/>
                    <a:pt x="99" y="41"/>
                    <a:pt x="99" y="41"/>
                  </a:cubicBezTo>
                  <a:cubicBezTo>
                    <a:pt x="101" y="39"/>
                    <a:pt x="101" y="39"/>
                    <a:pt x="101" y="39"/>
                  </a:cubicBezTo>
                  <a:cubicBezTo>
                    <a:pt x="116" y="52"/>
                    <a:pt x="129" y="65"/>
                    <a:pt x="138" y="78"/>
                  </a:cubicBezTo>
                  <a:cubicBezTo>
                    <a:pt x="138" y="78"/>
                    <a:pt x="138" y="78"/>
                    <a:pt x="138" y="78"/>
                  </a:cubicBezTo>
                  <a:cubicBezTo>
                    <a:pt x="147" y="91"/>
                    <a:pt x="152" y="103"/>
                    <a:pt x="153" y="113"/>
                  </a:cubicBezTo>
                  <a:cubicBezTo>
                    <a:pt x="153" y="113"/>
                    <a:pt x="153" y="113"/>
                    <a:pt x="153" y="113"/>
                  </a:cubicBezTo>
                  <a:cubicBezTo>
                    <a:pt x="154" y="118"/>
                    <a:pt x="153" y="124"/>
                    <a:pt x="149" y="128"/>
                  </a:cubicBezTo>
                  <a:cubicBezTo>
                    <a:pt x="149" y="128"/>
                    <a:pt x="149" y="128"/>
                    <a:pt x="149" y="128"/>
                  </a:cubicBezTo>
                  <a:cubicBezTo>
                    <a:pt x="146" y="131"/>
                    <a:pt x="141" y="133"/>
                    <a:pt x="136" y="134"/>
                  </a:cubicBezTo>
                  <a:cubicBezTo>
                    <a:pt x="136" y="134"/>
                    <a:pt x="136" y="134"/>
                    <a:pt x="136" y="134"/>
                  </a:cubicBezTo>
                  <a:cubicBezTo>
                    <a:pt x="136" y="134"/>
                    <a:pt x="136" y="134"/>
                    <a:pt x="135" y="134"/>
                  </a:cubicBezTo>
                  <a:close/>
                </a:path>
              </a:pathLst>
            </a:custGeom>
            <a:solidFill>
              <a:srgbClr val="7F6F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4"/>
            <p:cNvSpPr>
              <a:spLocks noEditPoints="1"/>
            </p:cNvSpPr>
            <p:nvPr/>
          </p:nvSpPr>
          <p:spPr bwMode="auto">
            <a:xfrm>
              <a:off x="9650164" y="4639861"/>
              <a:ext cx="720236" cy="640210"/>
            </a:xfrm>
            <a:custGeom>
              <a:avLst/>
              <a:gdLst>
                <a:gd name="T0" fmla="*/ 4 w 152"/>
                <a:gd name="T1" fmla="*/ 128 h 135"/>
                <a:gd name="T2" fmla="*/ 0 w 152"/>
                <a:gd name="T3" fmla="*/ 113 h 135"/>
                <a:gd name="T4" fmla="*/ 0 w 152"/>
                <a:gd name="T5" fmla="*/ 113 h 135"/>
                <a:gd name="T6" fmla="*/ 16 w 152"/>
                <a:gd name="T7" fmla="*/ 78 h 135"/>
                <a:gd name="T8" fmla="*/ 16 w 152"/>
                <a:gd name="T9" fmla="*/ 78 h 135"/>
                <a:gd name="T10" fmla="*/ 52 w 152"/>
                <a:gd name="T11" fmla="*/ 39 h 135"/>
                <a:gd name="T12" fmla="*/ 52 w 152"/>
                <a:gd name="T13" fmla="*/ 39 h 135"/>
                <a:gd name="T14" fmla="*/ 97 w 152"/>
                <a:gd name="T15" fmla="*/ 10 h 135"/>
                <a:gd name="T16" fmla="*/ 97 w 152"/>
                <a:gd name="T17" fmla="*/ 10 h 135"/>
                <a:gd name="T18" fmla="*/ 134 w 152"/>
                <a:gd name="T19" fmla="*/ 0 h 135"/>
                <a:gd name="T20" fmla="*/ 134 w 152"/>
                <a:gd name="T21" fmla="*/ 0 h 135"/>
                <a:gd name="T22" fmla="*/ 148 w 152"/>
                <a:gd name="T23" fmla="*/ 7 h 135"/>
                <a:gd name="T24" fmla="*/ 148 w 152"/>
                <a:gd name="T25" fmla="*/ 7 h 135"/>
                <a:gd name="T26" fmla="*/ 152 w 152"/>
                <a:gd name="T27" fmla="*/ 22 h 135"/>
                <a:gd name="T28" fmla="*/ 152 w 152"/>
                <a:gd name="T29" fmla="*/ 22 h 135"/>
                <a:gd name="T30" fmla="*/ 137 w 152"/>
                <a:gd name="T31" fmla="*/ 56 h 135"/>
                <a:gd name="T32" fmla="*/ 137 w 152"/>
                <a:gd name="T33" fmla="*/ 56 h 135"/>
                <a:gd name="T34" fmla="*/ 100 w 152"/>
                <a:gd name="T35" fmla="*/ 96 h 135"/>
                <a:gd name="T36" fmla="*/ 100 w 152"/>
                <a:gd name="T37" fmla="*/ 96 h 135"/>
                <a:gd name="T38" fmla="*/ 55 w 152"/>
                <a:gd name="T39" fmla="*/ 125 h 135"/>
                <a:gd name="T40" fmla="*/ 55 w 152"/>
                <a:gd name="T41" fmla="*/ 125 h 135"/>
                <a:gd name="T42" fmla="*/ 18 w 152"/>
                <a:gd name="T43" fmla="*/ 134 h 135"/>
                <a:gd name="T44" fmla="*/ 18 w 152"/>
                <a:gd name="T45" fmla="*/ 134 h 135"/>
                <a:gd name="T46" fmla="*/ 18 w 152"/>
                <a:gd name="T47" fmla="*/ 134 h 135"/>
                <a:gd name="T48" fmla="*/ 18 w 152"/>
                <a:gd name="T49" fmla="*/ 134 h 135"/>
                <a:gd name="T50" fmla="*/ 4 w 152"/>
                <a:gd name="T51" fmla="*/ 128 h 135"/>
                <a:gd name="T52" fmla="*/ 19 w 152"/>
                <a:gd name="T53" fmla="*/ 81 h 135"/>
                <a:gd name="T54" fmla="*/ 5 w 152"/>
                <a:gd name="T55" fmla="*/ 114 h 135"/>
                <a:gd name="T56" fmla="*/ 5 w 152"/>
                <a:gd name="T57" fmla="*/ 114 h 135"/>
                <a:gd name="T58" fmla="*/ 8 w 152"/>
                <a:gd name="T59" fmla="*/ 125 h 135"/>
                <a:gd name="T60" fmla="*/ 8 w 152"/>
                <a:gd name="T61" fmla="*/ 125 h 135"/>
                <a:gd name="T62" fmla="*/ 18 w 152"/>
                <a:gd name="T63" fmla="*/ 130 h 135"/>
                <a:gd name="T64" fmla="*/ 18 w 152"/>
                <a:gd name="T65" fmla="*/ 130 h 135"/>
                <a:gd name="T66" fmla="*/ 53 w 152"/>
                <a:gd name="T67" fmla="*/ 121 h 135"/>
                <a:gd name="T68" fmla="*/ 53 w 152"/>
                <a:gd name="T69" fmla="*/ 121 h 135"/>
                <a:gd name="T70" fmla="*/ 97 w 152"/>
                <a:gd name="T71" fmla="*/ 92 h 135"/>
                <a:gd name="T72" fmla="*/ 97 w 152"/>
                <a:gd name="T73" fmla="*/ 92 h 135"/>
                <a:gd name="T74" fmla="*/ 133 w 152"/>
                <a:gd name="T75" fmla="*/ 54 h 135"/>
                <a:gd name="T76" fmla="*/ 133 w 152"/>
                <a:gd name="T77" fmla="*/ 54 h 135"/>
                <a:gd name="T78" fmla="*/ 147 w 152"/>
                <a:gd name="T79" fmla="*/ 21 h 135"/>
                <a:gd name="T80" fmla="*/ 147 w 152"/>
                <a:gd name="T81" fmla="*/ 21 h 135"/>
                <a:gd name="T82" fmla="*/ 144 w 152"/>
                <a:gd name="T83" fmla="*/ 10 h 135"/>
                <a:gd name="T84" fmla="*/ 144 w 152"/>
                <a:gd name="T85" fmla="*/ 10 h 135"/>
                <a:gd name="T86" fmla="*/ 134 w 152"/>
                <a:gd name="T87" fmla="*/ 5 h 135"/>
                <a:gd name="T88" fmla="*/ 134 w 152"/>
                <a:gd name="T89" fmla="*/ 5 h 135"/>
                <a:gd name="T90" fmla="*/ 99 w 152"/>
                <a:gd name="T91" fmla="*/ 14 h 135"/>
                <a:gd name="T92" fmla="*/ 99 w 152"/>
                <a:gd name="T93" fmla="*/ 14 h 135"/>
                <a:gd name="T94" fmla="*/ 55 w 152"/>
                <a:gd name="T95" fmla="*/ 43 h 135"/>
                <a:gd name="T96" fmla="*/ 55 w 152"/>
                <a:gd name="T97" fmla="*/ 43 h 135"/>
                <a:gd name="T98" fmla="*/ 19 w 152"/>
                <a:gd name="T99" fmla="*/ 81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2" h="135">
                  <a:moveTo>
                    <a:pt x="4" y="128"/>
                  </a:moveTo>
                  <a:cubicBezTo>
                    <a:pt x="1" y="124"/>
                    <a:pt x="0" y="119"/>
                    <a:pt x="0" y="113"/>
                  </a:cubicBezTo>
                  <a:cubicBezTo>
                    <a:pt x="0" y="113"/>
                    <a:pt x="0" y="113"/>
                    <a:pt x="0" y="113"/>
                  </a:cubicBezTo>
                  <a:cubicBezTo>
                    <a:pt x="1" y="103"/>
                    <a:pt x="7" y="91"/>
                    <a:pt x="16" y="78"/>
                  </a:cubicBezTo>
                  <a:cubicBezTo>
                    <a:pt x="16" y="78"/>
                    <a:pt x="16" y="78"/>
                    <a:pt x="16" y="78"/>
                  </a:cubicBezTo>
                  <a:cubicBezTo>
                    <a:pt x="25" y="66"/>
                    <a:pt x="37" y="52"/>
                    <a:pt x="52" y="39"/>
                  </a:cubicBezTo>
                  <a:cubicBezTo>
                    <a:pt x="52" y="39"/>
                    <a:pt x="52" y="39"/>
                    <a:pt x="52" y="39"/>
                  </a:cubicBezTo>
                  <a:cubicBezTo>
                    <a:pt x="67" y="26"/>
                    <a:pt x="83" y="16"/>
                    <a:pt x="97" y="10"/>
                  </a:cubicBezTo>
                  <a:cubicBezTo>
                    <a:pt x="97" y="10"/>
                    <a:pt x="97" y="10"/>
                    <a:pt x="97" y="10"/>
                  </a:cubicBezTo>
                  <a:cubicBezTo>
                    <a:pt x="111" y="3"/>
                    <a:pt x="124" y="0"/>
                    <a:pt x="134" y="0"/>
                  </a:cubicBezTo>
                  <a:cubicBezTo>
                    <a:pt x="134" y="0"/>
                    <a:pt x="134" y="0"/>
                    <a:pt x="134" y="0"/>
                  </a:cubicBezTo>
                  <a:cubicBezTo>
                    <a:pt x="140" y="1"/>
                    <a:pt x="145" y="3"/>
                    <a:pt x="148" y="7"/>
                  </a:cubicBezTo>
                  <a:cubicBezTo>
                    <a:pt x="148" y="7"/>
                    <a:pt x="148" y="7"/>
                    <a:pt x="148" y="7"/>
                  </a:cubicBezTo>
                  <a:cubicBezTo>
                    <a:pt x="151" y="11"/>
                    <a:pt x="152" y="16"/>
                    <a:pt x="152" y="22"/>
                  </a:cubicBezTo>
                  <a:cubicBezTo>
                    <a:pt x="152" y="22"/>
                    <a:pt x="152" y="22"/>
                    <a:pt x="152" y="22"/>
                  </a:cubicBezTo>
                  <a:cubicBezTo>
                    <a:pt x="151" y="31"/>
                    <a:pt x="145" y="43"/>
                    <a:pt x="137" y="56"/>
                  </a:cubicBezTo>
                  <a:cubicBezTo>
                    <a:pt x="137" y="56"/>
                    <a:pt x="137" y="56"/>
                    <a:pt x="137" y="56"/>
                  </a:cubicBezTo>
                  <a:cubicBezTo>
                    <a:pt x="128" y="69"/>
                    <a:pt x="115" y="83"/>
                    <a:pt x="100" y="96"/>
                  </a:cubicBezTo>
                  <a:cubicBezTo>
                    <a:pt x="100" y="96"/>
                    <a:pt x="100" y="96"/>
                    <a:pt x="100" y="96"/>
                  </a:cubicBezTo>
                  <a:cubicBezTo>
                    <a:pt x="85" y="108"/>
                    <a:pt x="69" y="118"/>
                    <a:pt x="55" y="125"/>
                  </a:cubicBezTo>
                  <a:cubicBezTo>
                    <a:pt x="55" y="125"/>
                    <a:pt x="55" y="125"/>
                    <a:pt x="55" y="125"/>
                  </a:cubicBezTo>
                  <a:cubicBezTo>
                    <a:pt x="41" y="132"/>
                    <a:pt x="28" y="135"/>
                    <a:pt x="18" y="134"/>
                  </a:cubicBezTo>
                  <a:cubicBezTo>
                    <a:pt x="18" y="134"/>
                    <a:pt x="18" y="134"/>
                    <a:pt x="18" y="134"/>
                  </a:cubicBezTo>
                  <a:cubicBezTo>
                    <a:pt x="18" y="134"/>
                    <a:pt x="18" y="134"/>
                    <a:pt x="18" y="134"/>
                  </a:cubicBezTo>
                  <a:cubicBezTo>
                    <a:pt x="18" y="134"/>
                    <a:pt x="18" y="134"/>
                    <a:pt x="18" y="134"/>
                  </a:cubicBezTo>
                  <a:cubicBezTo>
                    <a:pt x="12" y="134"/>
                    <a:pt x="7" y="132"/>
                    <a:pt x="4" y="128"/>
                  </a:cubicBezTo>
                  <a:close/>
                  <a:moveTo>
                    <a:pt x="19" y="81"/>
                  </a:moveTo>
                  <a:cubicBezTo>
                    <a:pt x="11" y="94"/>
                    <a:pt x="6" y="105"/>
                    <a:pt x="5" y="114"/>
                  </a:cubicBezTo>
                  <a:cubicBezTo>
                    <a:pt x="5" y="114"/>
                    <a:pt x="5" y="114"/>
                    <a:pt x="5" y="114"/>
                  </a:cubicBezTo>
                  <a:cubicBezTo>
                    <a:pt x="5" y="119"/>
                    <a:pt x="6" y="122"/>
                    <a:pt x="8" y="125"/>
                  </a:cubicBezTo>
                  <a:cubicBezTo>
                    <a:pt x="8" y="125"/>
                    <a:pt x="8" y="125"/>
                    <a:pt x="8" y="125"/>
                  </a:cubicBezTo>
                  <a:cubicBezTo>
                    <a:pt x="10" y="128"/>
                    <a:pt x="14" y="129"/>
                    <a:pt x="18" y="130"/>
                  </a:cubicBezTo>
                  <a:cubicBezTo>
                    <a:pt x="18" y="130"/>
                    <a:pt x="18" y="130"/>
                    <a:pt x="18" y="130"/>
                  </a:cubicBezTo>
                  <a:cubicBezTo>
                    <a:pt x="27" y="130"/>
                    <a:pt x="39" y="127"/>
                    <a:pt x="53" y="121"/>
                  </a:cubicBezTo>
                  <a:cubicBezTo>
                    <a:pt x="53" y="121"/>
                    <a:pt x="53" y="121"/>
                    <a:pt x="53" y="121"/>
                  </a:cubicBezTo>
                  <a:cubicBezTo>
                    <a:pt x="67" y="114"/>
                    <a:pt x="82" y="105"/>
                    <a:pt x="97" y="92"/>
                  </a:cubicBezTo>
                  <a:cubicBezTo>
                    <a:pt x="97" y="92"/>
                    <a:pt x="97" y="92"/>
                    <a:pt x="97" y="92"/>
                  </a:cubicBezTo>
                  <a:cubicBezTo>
                    <a:pt x="112" y="79"/>
                    <a:pt x="124" y="66"/>
                    <a:pt x="133" y="54"/>
                  </a:cubicBezTo>
                  <a:cubicBezTo>
                    <a:pt x="133" y="54"/>
                    <a:pt x="133" y="54"/>
                    <a:pt x="133" y="54"/>
                  </a:cubicBezTo>
                  <a:cubicBezTo>
                    <a:pt x="141" y="41"/>
                    <a:pt x="146" y="30"/>
                    <a:pt x="147" y="21"/>
                  </a:cubicBezTo>
                  <a:cubicBezTo>
                    <a:pt x="147" y="21"/>
                    <a:pt x="147" y="21"/>
                    <a:pt x="147" y="21"/>
                  </a:cubicBezTo>
                  <a:cubicBezTo>
                    <a:pt x="148" y="16"/>
                    <a:pt x="147" y="12"/>
                    <a:pt x="144" y="10"/>
                  </a:cubicBezTo>
                  <a:cubicBezTo>
                    <a:pt x="144" y="10"/>
                    <a:pt x="144" y="10"/>
                    <a:pt x="144" y="10"/>
                  </a:cubicBezTo>
                  <a:cubicBezTo>
                    <a:pt x="142" y="7"/>
                    <a:pt x="139" y="6"/>
                    <a:pt x="134" y="5"/>
                  </a:cubicBezTo>
                  <a:cubicBezTo>
                    <a:pt x="134" y="5"/>
                    <a:pt x="134" y="5"/>
                    <a:pt x="134" y="5"/>
                  </a:cubicBezTo>
                  <a:cubicBezTo>
                    <a:pt x="125" y="4"/>
                    <a:pt x="113" y="7"/>
                    <a:pt x="99" y="14"/>
                  </a:cubicBezTo>
                  <a:cubicBezTo>
                    <a:pt x="99" y="14"/>
                    <a:pt x="99" y="14"/>
                    <a:pt x="99" y="14"/>
                  </a:cubicBezTo>
                  <a:cubicBezTo>
                    <a:pt x="85" y="20"/>
                    <a:pt x="70" y="30"/>
                    <a:pt x="55" y="43"/>
                  </a:cubicBezTo>
                  <a:cubicBezTo>
                    <a:pt x="55" y="43"/>
                    <a:pt x="55" y="43"/>
                    <a:pt x="55" y="43"/>
                  </a:cubicBezTo>
                  <a:cubicBezTo>
                    <a:pt x="40" y="55"/>
                    <a:pt x="28" y="69"/>
                    <a:pt x="19" y="81"/>
                  </a:cubicBezTo>
                  <a:close/>
                </a:path>
              </a:pathLst>
            </a:custGeom>
            <a:solidFill>
              <a:srgbClr val="7F6F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Oval 15"/>
            <p:cNvSpPr>
              <a:spLocks noChangeArrowheads="1"/>
            </p:cNvSpPr>
            <p:nvPr/>
          </p:nvSpPr>
          <p:spPr bwMode="auto">
            <a:xfrm>
              <a:off x="9972271" y="4919952"/>
              <a:ext cx="76025" cy="80026"/>
            </a:xfrm>
            <a:prstGeom prst="ellipse">
              <a:avLst/>
            </a:prstGeom>
            <a:solidFill>
              <a:srgbClr val="7F6F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 name="组合 2"/>
          <p:cNvGrpSpPr/>
          <p:nvPr/>
        </p:nvGrpSpPr>
        <p:grpSpPr>
          <a:xfrm>
            <a:off x="1991656" y="4635859"/>
            <a:ext cx="724237" cy="650214"/>
            <a:chOff x="1991656" y="4635859"/>
            <a:chExt cx="724237" cy="650214"/>
          </a:xfrm>
        </p:grpSpPr>
        <p:sp>
          <p:nvSpPr>
            <p:cNvPr id="17" name="Freeform 16"/>
            <p:cNvSpPr>
              <a:spLocks noEditPoints="1"/>
            </p:cNvSpPr>
            <p:nvPr/>
          </p:nvSpPr>
          <p:spPr bwMode="auto">
            <a:xfrm>
              <a:off x="2365779" y="4833925"/>
              <a:ext cx="214069" cy="318105"/>
            </a:xfrm>
            <a:custGeom>
              <a:avLst/>
              <a:gdLst>
                <a:gd name="T0" fmla="*/ 0 w 45"/>
                <a:gd name="T1" fmla="*/ 35 h 67"/>
                <a:gd name="T2" fmla="*/ 6 w 45"/>
                <a:gd name="T3" fmla="*/ 59 h 67"/>
                <a:gd name="T4" fmla="*/ 23 w 45"/>
                <a:gd name="T5" fmla="*/ 67 h 67"/>
                <a:gd name="T6" fmla="*/ 23 w 45"/>
                <a:gd name="T7" fmla="*/ 67 h 67"/>
                <a:gd name="T8" fmla="*/ 34 w 45"/>
                <a:gd name="T9" fmla="*/ 64 h 67"/>
                <a:gd name="T10" fmla="*/ 42 w 45"/>
                <a:gd name="T11" fmla="*/ 56 h 67"/>
                <a:gd name="T12" fmla="*/ 45 w 45"/>
                <a:gd name="T13" fmla="*/ 44 h 67"/>
                <a:gd name="T14" fmla="*/ 39 w 45"/>
                <a:gd name="T15" fmla="*/ 28 h 67"/>
                <a:gd name="T16" fmla="*/ 25 w 45"/>
                <a:gd name="T17" fmla="*/ 22 h 67"/>
                <a:gd name="T18" fmla="*/ 15 w 45"/>
                <a:gd name="T19" fmla="*/ 24 h 67"/>
                <a:gd name="T20" fmla="*/ 12 w 45"/>
                <a:gd name="T21" fmla="*/ 27 h 67"/>
                <a:gd name="T22" fmla="*/ 13 w 45"/>
                <a:gd name="T23" fmla="*/ 18 h 67"/>
                <a:gd name="T24" fmla="*/ 18 w 45"/>
                <a:gd name="T25" fmla="*/ 11 h 67"/>
                <a:gd name="T26" fmla="*/ 24 w 45"/>
                <a:gd name="T27" fmla="*/ 10 h 67"/>
                <a:gd name="T28" fmla="*/ 30 w 45"/>
                <a:gd name="T29" fmla="*/ 12 h 67"/>
                <a:gd name="T30" fmla="*/ 32 w 45"/>
                <a:gd name="T31" fmla="*/ 18 h 67"/>
                <a:gd name="T32" fmla="*/ 34 w 45"/>
                <a:gd name="T33" fmla="*/ 19 h 67"/>
                <a:gd name="T34" fmla="*/ 42 w 45"/>
                <a:gd name="T35" fmla="*/ 19 h 67"/>
                <a:gd name="T36" fmla="*/ 43 w 45"/>
                <a:gd name="T37" fmla="*/ 18 h 67"/>
                <a:gd name="T38" fmla="*/ 44 w 45"/>
                <a:gd name="T39" fmla="*/ 17 h 67"/>
                <a:gd name="T40" fmla="*/ 37 w 45"/>
                <a:gd name="T41" fmla="*/ 4 h 67"/>
                <a:gd name="T42" fmla="*/ 24 w 45"/>
                <a:gd name="T43" fmla="*/ 0 h 67"/>
                <a:gd name="T44" fmla="*/ 7 w 45"/>
                <a:gd name="T45" fmla="*/ 7 h 67"/>
                <a:gd name="T46" fmla="*/ 0 w 45"/>
                <a:gd name="T47" fmla="*/ 35 h 67"/>
                <a:gd name="T48" fmla="*/ 16 w 45"/>
                <a:gd name="T49" fmla="*/ 35 h 67"/>
                <a:gd name="T50" fmla="*/ 23 w 45"/>
                <a:gd name="T51" fmla="*/ 32 h 67"/>
                <a:gd name="T52" fmla="*/ 30 w 45"/>
                <a:gd name="T53" fmla="*/ 35 h 67"/>
                <a:gd name="T54" fmla="*/ 33 w 45"/>
                <a:gd name="T55" fmla="*/ 44 h 67"/>
                <a:gd name="T56" fmla="*/ 30 w 45"/>
                <a:gd name="T57" fmla="*/ 54 h 67"/>
                <a:gd name="T58" fmla="*/ 23 w 45"/>
                <a:gd name="T59" fmla="*/ 57 h 67"/>
                <a:gd name="T60" fmla="*/ 18 w 45"/>
                <a:gd name="T61" fmla="*/ 55 h 67"/>
                <a:gd name="T62" fmla="*/ 14 w 45"/>
                <a:gd name="T63" fmla="*/ 51 h 67"/>
                <a:gd name="T64" fmla="*/ 12 w 45"/>
                <a:gd name="T65" fmla="*/ 44 h 67"/>
                <a:gd name="T66" fmla="*/ 16 w 45"/>
                <a:gd name="T67" fmla="*/ 35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5" h="67">
                  <a:moveTo>
                    <a:pt x="0" y="35"/>
                  </a:moveTo>
                  <a:cubicBezTo>
                    <a:pt x="0" y="46"/>
                    <a:pt x="2" y="54"/>
                    <a:pt x="6" y="59"/>
                  </a:cubicBezTo>
                  <a:cubicBezTo>
                    <a:pt x="11" y="64"/>
                    <a:pt x="17" y="67"/>
                    <a:pt x="23" y="67"/>
                  </a:cubicBezTo>
                  <a:cubicBezTo>
                    <a:pt x="23" y="67"/>
                    <a:pt x="23" y="67"/>
                    <a:pt x="23" y="67"/>
                  </a:cubicBezTo>
                  <a:cubicBezTo>
                    <a:pt x="27" y="67"/>
                    <a:pt x="31" y="66"/>
                    <a:pt x="34" y="64"/>
                  </a:cubicBezTo>
                  <a:cubicBezTo>
                    <a:pt x="38" y="62"/>
                    <a:pt x="40" y="59"/>
                    <a:pt x="42" y="56"/>
                  </a:cubicBezTo>
                  <a:cubicBezTo>
                    <a:pt x="44" y="52"/>
                    <a:pt x="45" y="48"/>
                    <a:pt x="45" y="44"/>
                  </a:cubicBezTo>
                  <a:cubicBezTo>
                    <a:pt x="45" y="37"/>
                    <a:pt x="43" y="32"/>
                    <a:pt x="39" y="28"/>
                  </a:cubicBezTo>
                  <a:cubicBezTo>
                    <a:pt x="35" y="24"/>
                    <a:pt x="30" y="22"/>
                    <a:pt x="25" y="22"/>
                  </a:cubicBezTo>
                  <a:cubicBezTo>
                    <a:pt x="21" y="22"/>
                    <a:pt x="18" y="22"/>
                    <a:pt x="15" y="24"/>
                  </a:cubicBezTo>
                  <a:cubicBezTo>
                    <a:pt x="14" y="25"/>
                    <a:pt x="13" y="26"/>
                    <a:pt x="12" y="27"/>
                  </a:cubicBezTo>
                  <a:cubicBezTo>
                    <a:pt x="12" y="23"/>
                    <a:pt x="12" y="20"/>
                    <a:pt x="13" y="18"/>
                  </a:cubicBezTo>
                  <a:cubicBezTo>
                    <a:pt x="15" y="15"/>
                    <a:pt x="16" y="13"/>
                    <a:pt x="18" y="11"/>
                  </a:cubicBezTo>
                  <a:cubicBezTo>
                    <a:pt x="20" y="10"/>
                    <a:pt x="22" y="10"/>
                    <a:pt x="24" y="10"/>
                  </a:cubicBezTo>
                  <a:cubicBezTo>
                    <a:pt x="26" y="10"/>
                    <a:pt x="28" y="10"/>
                    <a:pt x="30" y="12"/>
                  </a:cubicBezTo>
                  <a:cubicBezTo>
                    <a:pt x="31" y="13"/>
                    <a:pt x="32" y="15"/>
                    <a:pt x="32" y="18"/>
                  </a:cubicBezTo>
                  <a:cubicBezTo>
                    <a:pt x="33" y="19"/>
                    <a:pt x="33" y="20"/>
                    <a:pt x="34" y="19"/>
                  </a:cubicBezTo>
                  <a:cubicBezTo>
                    <a:pt x="42" y="19"/>
                    <a:pt x="42" y="19"/>
                    <a:pt x="42" y="19"/>
                  </a:cubicBezTo>
                  <a:cubicBezTo>
                    <a:pt x="42" y="19"/>
                    <a:pt x="43" y="19"/>
                    <a:pt x="43" y="18"/>
                  </a:cubicBezTo>
                  <a:cubicBezTo>
                    <a:pt x="44" y="18"/>
                    <a:pt x="44" y="17"/>
                    <a:pt x="44" y="17"/>
                  </a:cubicBezTo>
                  <a:cubicBezTo>
                    <a:pt x="43" y="12"/>
                    <a:pt x="41" y="7"/>
                    <a:pt x="37" y="4"/>
                  </a:cubicBezTo>
                  <a:cubicBezTo>
                    <a:pt x="34" y="1"/>
                    <a:pt x="29" y="0"/>
                    <a:pt x="24" y="0"/>
                  </a:cubicBezTo>
                  <a:cubicBezTo>
                    <a:pt x="17" y="0"/>
                    <a:pt x="11" y="2"/>
                    <a:pt x="7" y="7"/>
                  </a:cubicBezTo>
                  <a:cubicBezTo>
                    <a:pt x="2" y="13"/>
                    <a:pt x="0" y="23"/>
                    <a:pt x="0" y="35"/>
                  </a:cubicBezTo>
                  <a:close/>
                  <a:moveTo>
                    <a:pt x="16" y="35"/>
                  </a:moveTo>
                  <a:cubicBezTo>
                    <a:pt x="18" y="33"/>
                    <a:pt x="20" y="32"/>
                    <a:pt x="23" y="32"/>
                  </a:cubicBezTo>
                  <a:cubicBezTo>
                    <a:pt x="26" y="32"/>
                    <a:pt x="28" y="33"/>
                    <a:pt x="30" y="35"/>
                  </a:cubicBezTo>
                  <a:cubicBezTo>
                    <a:pt x="32" y="37"/>
                    <a:pt x="33" y="40"/>
                    <a:pt x="33" y="44"/>
                  </a:cubicBezTo>
                  <a:cubicBezTo>
                    <a:pt x="33" y="48"/>
                    <a:pt x="32" y="51"/>
                    <a:pt x="30" y="54"/>
                  </a:cubicBezTo>
                  <a:cubicBezTo>
                    <a:pt x="28" y="56"/>
                    <a:pt x="26" y="57"/>
                    <a:pt x="23" y="57"/>
                  </a:cubicBezTo>
                  <a:cubicBezTo>
                    <a:pt x="21" y="57"/>
                    <a:pt x="20" y="56"/>
                    <a:pt x="18" y="55"/>
                  </a:cubicBezTo>
                  <a:cubicBezTo>
                    <a:pt x="16" y="54"/>
                    <a:pt x="15" y="53"/>
                    <a:pt x="14" y="51"/>
                  </a:cubicBezTo>
                  <a:cubicBezTo>
                    <a:pt x="13" y="48"/>
                    <a:pt x="12" y="46"/>
                    <a:pt x="12" y="44"/>
                  </a:cubicBezTo>
                  <a:cubicBezTo>
                    <a:pt x="12" y="40"/>
                    <a:pt x="14" y="37"/>
                    <a:pt x="16" y="35"/>
                  </a:cubicBezTo>
                  <a:close/>
                </a:path>
              </a:pathLst>
            </a:custGeom>
            <a:solidFill>
              <a:srgbClr val="3A8FCB"/>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7"/>
            <p:cNvSpPr>
              <a:spLocks/>
            </p:cNvSpPr>
            <p:nvPr/>
          </p:nvSpPr>
          <p:spPr bwMode="auto">
            <a:xfrm>
              <a:off x="2497822" y="4635859"/>
              <a:ext cx="62020" cy="132043"/>
            </a:xfrm>
            <a:custGeom>
              <a:avLst/>
              <a:gdLst>
                <a:gd name="T0" fmla="*/ 6 w 13"/>
                <a:gd name="T1" fmla="*/ 28 h 28"/>
                <a:gd name="T2" fmla="*/ 13 w 13"/>
                <a:gd name="T3" fmla="*/ 22 h 28"/>
                <a:gd name="T4" fmla="*/ 13 w 13"/>
                <a:gd name="T5" fmla="*/ 6 h 28"/>
                <a:gd name="T6" fmla="*/ 6 w 13"/>
                <a:gd name="T7" fmla="*/ 0 h 28"/>
                <a:gd name="T8" fmla="*/ 0 w 13"/>
                <a:gd name="T9" fmla="*/ 6 h 28"/>
                <a:gd name="T10" fmla="*/ 0 w 13"/>
                <a:gd name="T11" fmla="*/ 22 h 28"/>
                <a:gd name="T12" fmla="*/ 6 w 13"/>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13" h="28">
                  <a:moveTo>
                    <a:pt x="6" y="28"/>
                  </a:moveTo>
                  <a:cubicBezTo>
                    <a:pt x="10" y="28"/>
                    <a:pt x="13" y="25"/>
                    <a:pt x="13" y="22"/>
                  </a:cubicBezTo>
                  <a:cubicBezTo>
                    <a:pt x="13" y="6"/>
                    <a:pt x="13" y="6"/>
                    <a:pt x="13" y="6"/>
                  </a:cubicBezTo>
                  <a:cubicBezTo>
                    <a:pt x="13" y="3"/>
                    <a:pt x="10" y="0"/>
                    <a:pt x="6" y="0"/>
                  </a:cubicBezTo>
                  <a:cubicBezTo>
                    <a:pt x="3" y="0"/>
                    <a:pt x="0" y="3"/>
                    <a:pt x="0" y="6"/>
                  </a:cubicBezTo>
                  <a:cubicBezTo>
                    <a:pt x="0" y="22"/>
                    <a:pt x="0" y="22"/>
                    <a:pt x="0" y="22"/>
                  </a:cubicBezTo>
                  <a:cubicBezTo>
                    <a:pt x="0" y="25"/>
                    <a:pt x="3" y="28"/>
                    <a:pt x="6" y="28"/>
                  </a:cubicBezTo>
                  <a:close/>
                </a:path>
              </a:pathLst>
            </a:custGeom>
            <a:solidFill>
              <a:srgbClr val="3A8FCB"/>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19" name="Rectangle 18"/>
            <p:cNvSpPr>
              <a:spLocks noChangeArrowheads="1"/>
            </p:cNvSpPr>
            <p:nvPr/>
          </p:nvSpPr>
          <p:spPr bwMode="auto">
            <a:xfrm>
              <a:off x="2243738" y="4697880"/>
              <a:ext cx="226073" cy="42014"/>
            </a:xfrm>
            <a:prstGeom prst="rect">
              <a:avLst/>
            </a:prstGeom>
            <a:solidFill>
              <a:srgbClr val="3A8FCB"/>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19"/>
            <p:cNvSpPr>
              <a:spLocks/>
            </p:cNvSpPr>
            <p:nvPr/>
          </p:nvSpPr>
          <p:spPr bwMode="auto">
            <a:xfrm>
              <a:off x="1991656" y="4697880"/>
              <a:ext cx="724237" cy="588193"/>
            </a:xfrm>
            <a:custGeom>
              <a:avLst/>
              <a:gdLst>
                <a:gd name="T0" fmla="*/ 142 w 153"/>
                <a:gd name="T1" fmla="*/ 0 h 124"/>
                <a:gd name="T2" fmla="*/ 126 w 153"/>
                <a:gd name="T3" fmla="*/ 0 h 124"/>
                <a:gd name="T4" fmla="*/ 126 w 153"/>
                <a:gd name="T5" fmla="*/ 9 h 124"/>
                <a:gd name="T6" fmla="*/ 142 w 153"/>
                <a:gd name="T7" fmla="*/ 9 h 124"/>
                <a:gd name="T8" fmla="*/ 144 w 153"/>
                <a:gd name="T9" fmla="*/ 11 h 124"/>
                <a:gd name="T10" fmla="*/ 144 w 153"/>
                <a:gd name="T11" fmla="*/ 113 h 124"/>
                <a:gd name="T12" fmla="*/ 142 w 153"/>
                <a:gd name="T13" fmla="*/ 115 h 124"/>
                <a:gd name="T14" fmla="*/ 11 w 153"/>
                <a:gd name="T15" fmla="*/ 115 h 124"/>
                <a:gd name="T16" fmla="*/ 9 w 153"/>
                <a:gd name="T17" fmla="*/ 113 h 124"/>
                <a:gd name="T18" fmla="*/ 9 w 153"/>
                <a:gd name="T19" fmla="*/ 11 h 124"/>
                <a:gd name="T20" fmla="*/ 11 w 153"/>
                <a:gd name="T21" fmla="*/ 9 h 124"/>
                <a:gd name="T22" fmla="*/ 28 w 153"/>
                <a:gd name="T23" fmla="*/ 9 h 124"/>
                <a:gd name="T24" fmla="*/ 28 w 153"/>
                <a:gd name="T25" fmla="*/ 0 h 124"/>
                <a:gd name="T26" fmla="*/ 11 w 153"/>
                <a:gd name="T27" fmla="*/ 0 h 124"/>
                <a:gd name="T28" fmla="*/ 0 w 153"/>
                <a:gd name="T29" fmla="*/ 11 h 124"/>
                <a:gd name="T30" fmla="*/ 0 w 153"/>
                <a:gd name="T31" fmla="*/ 113 h 124"/>
                <a:gd name="T32" fmla="*/ 11 w 153"/>
                <a:gd name="T33" fmla="*/ 124 h 124"/>
                <a:gd name="T34" fmla="*/ 142 w 153"/>
                <a:gd name="T35" fmla="*/ 124 h 124"/>
                <a:gd name="T36" fmla="*/ 153 w 153"/>
                <a:gd name="T37" fmla="*/ 113 h 124"/>
                <a:gd name="T38" fmla="*/ 153 w 153"/>
                <a:gd name="T39" fmla="*/ 11 h 124"/>
                <a:gd name="T40" fmla="*/ 142 w 153"/>
                <a:gd name="T41"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3" h="124">
                  <a:moveTo>
                    <a:pt x="142" y="0"/>
                  </a:moveTo>
                  <a:cubicBezTo>
                    <a:pt x="126" y="0"/>
                    <a:pt x="126" y="0"/>
                    <a:pt x="126" y="0"/>
                  </a:cubicBezTo>
                  <a:cubicBezTo>
                    <a:pt x="126" y="9"/>
                    <a:pt x="126" y="9"/>
                    <a:pt x="126" y="9"/>
                  </a:cubicBezTo>
                  <a:cubicBezTo>
                    <a:pt x="142" y="9"/>
                    <a:pt x="142" y="9"/>
                    <a:pt x="142" y="9"/>
                  </a:cubicBezTo>
                  <a:cubicBezTo>
                    <a:pt x="143" y="9"/>
                    <a:pt x="144" y="9"/>
                    <a:pt x="144" y="11"/>
                  </a:cubicBezTo>
                  <a:cubicBezTo>
                    <a:pt x="144" y="113"/>
                    <a:pt x="144" y="113"/>
                    <a:pt x="144" y="113"/>
                  </a:cubicBezTo>
                  <a:cubicBezTo>
                    <a:pt x="144" y="114"/>
                    <a:pt x="143" y="115"/>
                    <a:pt x="142" y="115"/>
                  </a:cubicBezTo>
                  <a:cubicBezTo>
                    <a:pt x="11" y="115"/>
                    <a:pt x="11" y="115"/>
                    <a:pt x="11" y="115"/>
                  </a:cubicBezTo>
                  <a:cubicBezTo>
                    <a:pt x="10" y="115"/>
                    <a:pt x="9" y="114"/>
                    <a:pt x="9" y="113"/>
                  </a:cubicBezTo>
                  <a:cubicBezTo>
                    <a:pt x="9" y="11"/>
                    <a:pt x="9" y="11"/>
                    <a:pt x="9" y="11"/>
                  </a:cubicBezTo>
                  <a:cubicBezTo>
                    <a:pt x="9" y="9"/>
                    <a:pt x="10" y="9"/>
                    <a:pt x="11" y="9"/>
                  </a:cubicBezTo>
                  <a:cubicBezTo>
                    <a:pt x="28" y="9"/>
                    <a:pt x="28" y="9"/>
                    <a:pt x="28" y="9"/>
                  </a:cubicBezTo>
                  <a:cubicBezTo>
                    <a:pt x="28" y="0"/>
                    <a:pt x="28" y="0"/>
                    <a:pt x="28" y="0"/>
                  </a:cubicBezTo>
                  <a:cubicBezTo>
                    <a:pt x="11" y="0"/>
                    <a:pt x="11" y="0"/>
                    <a:pt x="11" y="0"/>
                  </a:cubicBezTo>
                  <a:cubicBezTo>
                    <a:pt x="5" y="0"/>
                    <a:pt x="0" y="4"/>
                    <a:pt x="0" y="11"/>
                  </a:cubicBezTo>
                  <a:cubicBezTo>
                    <a:pt x="0" y="113"/>
                    <a:pt x="0" y="113"/>
                    <a:pt x="0" y="113"/>
                  </a:cubicBezTo>
                  <a:cubicBezTo>
                    <a:pt x="0" y="119"/>
                    <a:pt x="5" y="124"/>
                    <a:pt x="11" y="124"/>
                  </a:cubicBezTo>
                  <a:cubicBezTo>
                    <a:pt x="142" y="124"/>
                    <a:pt x="142" y="124"/>
                    <a:pt x="142" y="124"/>
                  </a:cubicBezTo>
                  <a:cubicBezTo>
                    <a:pt x="148" y="124"/>
                    <a:pt x="153" y="119"/>
                    <a:pt x="153" y="113"/>
                  </a:cubicBezTo>
                  <a:cubicBezTo>
                    <a:pt x="153" y="11"/>
                    <a:pt x="153" y="11"/>
                    <a:pt x="153" y="11"/>
                  </a:cubicBezTo>
                  <a:cubicBezTo>
                    <a:pt x="153" y="4"/>
                    <a:pt x="148" y="0"/>
                    <a:pt x="142" y="0"/>
                  </a:cubicBezTo>
                  <a:close/>
                </a:path>
              </a:pathLst>
            </a:custGeom>
            <a:solidFill>
              <a:srgbClr val="3A8FCB"/>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20"/>
            <p:cNvSpPr>
              <a:spLocks/>
            </p:cNvSpPr>
            <p:nvPr/>
          </p:nvSpPr>
          <p:spPr bwMode="auto">
            <a:xfrm>
              <a:off x="2133703" y="4833925"/>
              <a:ext cx="214069" cy="314104"/>
            </a:xfrm>
            <a:custGeom>
              <a:avLst/>
              <a:gdLst>
                <a:gd name="T0" fmla="*/ 2 w 45"/>
                <a:gd name="T1" fmla="*/ 66 h 66"/>
                <a:gd name="T2" fmla="*/ 43 w 45"/>
                <a:gd name="T3" fmla="*/ 66 h 66"/>
                <a:gd name="T4" fmla="*/ 44 w 45"/>
                <a:gd name="T5" fmla="*/ 65 h 66"/>
                <a:gd name="T6" fmla="*/ 45 w 45"/>
                <a:gd name="T7" fmla="*/ 64 h 66"/>
                <a:gd name="T8" fmla="*/ 45 w 45"/>
                <a:gd name="T9" fmla="*/ 57 h 66"/>
                <a:gd name="T10" fmla="*/ 44 w 45"/>
                <a:gd name="T11" fmla="*/ 55 h 66"/>
                <a:gd name="T12" fmla="*/ 43 w 45"/>
                <a:gd name="T13" fmla="*/ 55 h 66"/>
                <a:gd name="T14" fmla="*/ 16 w 45"/>
                <a:gd name="T15" fmla="*/ 55 h 66"/>
                <a:gd name="T16" fmla="*/ 17 w 45"/>
                <a:gd name="T17" fmla="*/ 54 h 66"/>
                <a:gd name="T18" fmla="*/ 26 w 45"/>
                <a:gd name="T19" fmla="*/ 46 h 66"/>
                <a:gd name="T20" fmla="*/ 38 w 45"/>
                <a:gd name="T21" fmla="*/ 35 h 66"/>
                <a:gd name="T22" fmla="*/ 43 w 45"/>
                <a:gd name="T23" fmla="*/ 27 h 66"/>
                <a:gd name="T24" fmla="*/ 45 w 45"/>
                <a:gd name="T25" fmla="*/ 19 h 66"/>
                <a:gd name="T26" fmla="*/ 39 w 45"/>
                <a:gd name="T27" fmla="*/ 5 h 66"/>
                <a:gd name="T28" fmla="*/ 23 w 45"/>
                <a:gd name="T29" fmla="*/ 0 h 66"/>
                <a:gd name="T30" fmla="*/ 8 w 45"/>
                <a:gd name="T31" fmla="*/ 5 h 66"/>
                <a:gd name="T32" fmla="*/ 1 w 45"/>
                <a:gd name="T33" fmla="*/ 19 h 66"/>
                <a:gd name="T34" fmla="*/ 3 w 45"/>
                <a:gd name="T35" fmla="*/ 21 h 66"/>
                <a:gd name="T36" fmla="*/ 11 w 45"/>
                <a:gd name="T37" fmla="*/ 22 h 66"/>
                <a:gd name="T38" fmla="*/ 12 w 45"/>
                <a:gd name="T39" fmla="*/ 22 h 66"/>
                <a:gd name="T40" fmla="*/ 13 w 45"/>
                <a:gd name="T41" fmla="*/ 20 h 66"/>
                <a:gd name="T42" fmla="*/ 16 w 45"/>
                <a:gd name="T43" fmla="*/ 12 h 66"/>
                <a:gd name="T44" fmla="*/ 23 w 45"/>
                <a:gd name="T45" fmla="*/ 10 h 66"/>
                <a:gd name="T46" fmla="*/ 30 w 45"/>
                <a:gd name="T47" fmla="*/ 12 h 66"/>
                <a:gd name="T48" fmla="*/ 33 w 45"/>
                <a:gd name="T49" fmla="*/ 19 h 66"/>
                <a:gd name="T50" fmla="*/ 30 w 45"/>
                <a:gd name="T51" fmla="*/ 27 h 66"/>
                <a:gd name="T52" fmla="*/ 17 w 45"/>
                <a:gd name="T53" fmla="*/ 40 h 66"/>
                <a:gd name="T54" fmla="*/ 6 w 45"/>
                <a:gd name="T55" fmla="*/ 49 h 66"/>
                <a:gd name="T56" fmla="*/ 1 w 45"/>
                <a:gd name="T57" fmla="*/ 58 h 66"/>
                <a:gd name="T58" fmla="*/ 0 w 45"/>
                <a:gd name="T59" fmla="*/ 64 h 66"/>
                <a:gd name="T60" fmla="*/ 0 w 45"/>
                <a:gd name="T61" fmla="*/ 64 h 66"/>
                <a:gd name="T62" fmla="*/ 2 w 45"/>
                <a:gd name="T63"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5" h="66">
                  <a:moveTo>
                    <a:pt x="2" y="66"/>
                  </a:moveTo>
                  <a:cubicBezTo>
                    <a:pt x="43" y="66"/>
                    <a:pt x="43" y="66"/>
                    <a:pt x="43" y="66"/>
                  </a:cubicBezTo>
                  <a:cubicBezTo>
                    <a:pt x="43" y="66"/>
                    <a:pt x="44" y="66"/>
                    <a:pt x="44" y="65"/>
                  </a:cubicBezTo>
                  <a:cubicBezTo>
                    <a:pt x="45" y="65"/>
                    <a:pt x="45" y="64"/>
                    <a:pt x="45" y="64"/>
                  </a:cubicBezTo>
                  <a:cubicBezTo>
                    <a:pt x="45" y="57"/>
                    <a:pt x="45" y="57"/>
                    <a:pt x="45" y="57"/>
                  </a:cubicBezTo>
                  <a:cubicBezTo>
                    <a:pt x="45" y="56"/>
                    <a:pt x="45" y="56"/>
                    <a:pt x="44" y="55"/>
                  </a:cubicBezTo>
                  <a:cubicBezTo>
                    <a:pt x="44" y="55"/>
                    <a:pt x="43" y="55"/>
                    <a:pt x="43" y="55"/>
                  </a:cubicBezTo>
                  <a:cubicBezTo>
                    <a:pt x="16" y="55"/>
                    <a:pt x="16" y="55"/>
                    <a:pt x="16" y="55"/>
                  </a:cubicBezTo>
                  <a:cubicBezTo>
                    <a:pt x="16" y="54"/>
                    <a:pt x="17" y="54"/>
                    <a:pt x="17" y="54"/>
                  </a:cubicBezTo>
                  <a:cubicBezTo>
                    <a:pt x="18" y="53"/>
                    <a:pt x="21" y="50"/>
                    <a:pt x="26" y="46"/>
                  </a:cubicBezTo>
                  <a:cubicBezTo>
                    <a:pt x="31" y="41"/>
                    <a:pt x="35" y="38"/>
                    <a:pt x="38" y="35"/>
                  </a:cubicBezTo>
                  <a:cubicBezTo>
                    <a:pt x="40" y="32"/>
                    <a:pt x="42" y="29"/>
                    <a:pt x="43" y="27"/>
                  </a:cubicBezTo>
                  <a:cubicBezTo>
                    <a:pt x="44" y="24"/>
                    <a:pt x="45" y="22"/>
                    <a:pt x="45" y="19"/>
                  </a:cubicBezTo>
                  <a:cubicBezTo>
                    <a:pt x="45" y="13"/>
                    <a:pt x="43" y="9"/>
                    <a:pt x="39" y="5"/>
                  </a:cubicBezTo>
                  <a:cubicBezTo>
                    <a:pt x="35" y="1"/>
                    <a:pt x="30" y="0"/>
                    <a:pt x="23" y="0"/>
                  </a:cubicBezTo>
                  <a:cubicBezTo>
                    <a:pt x="17" y="0"/>
                    <a:pt x="12" y="1"/>
                    <a:pt x="8" y="5"/>
                  </a:cubicBezTo>
                  <a:cubicBezTo>
                    <a:pt x="4" y="8"/>
                    <a:pt x="2" y="13"/>
                    <a:pt x="1" y="19"/>
                  </a:cubicBezTo>
                  <a:cubicBezTo>
                    <a:pt x="1" y="20"/>
                    <a:pt x="2" y="21"/>
                    <a:pt x="3" y="21"/>
                  </a:cubicBezTo>
                  <a:cubicBezTo>
                    <a:pt x="11" y="22"/>
                    <a:pt x="11" y="22"/>
                    <a:pt x="11" y="22"/>
                  </a:cubicBezTo>
                  <a:cubicBezTo>
                    <a:pt x="11" y="22"/>
                    <a:pt x="12" y="22"/>
                    <a:pt x="12" y="22"/>
                  </a:cubicBezTo>
                  <a:cubicBezTo>
                    <a:pt x="13" y="21"/>
                    <a:pt x="13" y="21"/>
                    <a:pt x="13" y="20"/>
                  </a:cubicBezTo>
                  <a:cubicBezTo>
                    <a:pt x="13" y="17"/>
                    <a:pt x="14" y="14"/>
                    <a:pt x="16" y="12"/>
                  </a:cubicBezTo>
                  <a:cubicBezTo>
                    <a:pt x="18" y="11"/>
                    <a:pt x="20" y="10"/>
                    <a:pt x="23" y="10"/>
                  </a:cubicBezTo>
                  <a:cubicBezTo>
                    <a:pt x="26" y="10"/>
                    <a:pt x="29" y="11"/>
                    <a:pt x="30" y="12"/>
                  </a:cubicBezTo>
                  <a:cubicBezTo>
                    <a:pt x="32" y="14"/>
                    <a:pt x="33" y="16"/>
                    <a:pt x="33" y="19"/>
                  </a:cubicBezTo>
                  <a:cubicBezTo>
                    <a:pt x="33" y="21"/>
                    <a:pt x="32" y="24"/>
                    <a:pt x="30" y="27"/>
                  </a:cubicBezTo>
                  <a:cubicBezTo>
                    <a:pt x="28" y="30"/>
                    <a:pt x="23" y="34"/>
                    <a:pt x="17" y="40"/>
                  </a:cubicBezTo>
                  <a:cubicBezTo>
                    <a:pt x="12" y="43"/>
                    <a:pt x="9" y="46"/>
                    <a:pt x="6" y="49"/>
                  </a:cubicBezTo>
                  <a:cubicBezTo>
                    <a:pt x="4" y="52"/>
                    <a:pt x="2" y="55"/>
                    <a:pt x="1" y="58"/>
                  </a:cubicBezTo>
                  <a:cubicBezTo>
                    <a:pt x="0" y="60"/>
                    <a:pt x="0" y="62"/>
                    <a:pt x="0" y="64"/>
                  </a:cubicBezTo>
                  <a:cubicBezTo>
                    <a:pt x="0" y="64"/>
                    <a:pt x="0" y="64"/>
                    <a:pt x="0" y="64"/>
                  </a:cubicBezTo>
                  <a:cubicBezTo>
                    <a:pt x="0" y="65"/>
                    <a:pt x="1" y="66"/>
                    <a:pt x="2" y="66"/>
                  </a:cubicBezTo>
                  <a:close/>
                </a:path>
              </a:pathLst>
            </a:custGeom>
            <a:solidFill>
              <a:srgbClr val="3A8FCB"/>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21"/>
            <p:cNvSpPr>
              <a:spLocks/>
            </p:cNvSpPr>
            <p:nvPr/>
          </p:nvSpPr>
          <p:spPr bwMode="auto">
            <a:xfrm>
              <a:off x="2153709" y="4635859"/>
              <a:ext cx="60020" cy="132043"/>
            </a:xfrm>
            <a:custGeom>
              <a:avLst/>
              <a:gdLst>
                <a:gd name="T0" fmla="*/ 7 w 13"/>
                <a:gd name="T1" fmla="*/ 28 h 28"/>
                <a:gd name="T2" fmla="*/ 13 w 13"/>
                <a:gd name="T3" fmla="*/ 22 h 28"/>
                <a:gd name="T4" fmla="*/ 13 w 13"/>
                <a:gd name="T5" fmla="*/ 6 h 28"/>
                <a:gd name="T6" fmla="*/ 7 w 13"/>
                <a:gd name="T7" fmla="*/ 0 h 28"/>
                <a:gd name="T8" fmla="*/ 0 w 13"/>
                <a:gd name="T9" fmla="*/ 6 h 28"/>
                <a:gd name="T10" fmla="*/ 0 w 13"/>
                <a:gd name="T11" fmla="*/ 22 h 28"/>
                <a:gd name="T12" fmla="*/ 7 w 13"/>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13" h="28">
                  <a:moveTo>
                    <a:pt x="7" y="28"/>
                  </a:moveTo>
                  <a:cubicBezTo>
                    <a:pt x="10" y="28"/>
                    <a:pt x="13" y="25"/>
                    <a:pt x="13" y="22"/>
                  </a:cubicBezTo>
                  <a:cubicBezTo>
                    <a:pt x="13" y="6"/>
                    <a:pt x="13" y="6"/>
                    <a:pt x="13" y="6"/>
                  </a:cubicBezTo>
                  <a:cubicBezTo>
                    <a:pt x="13" y="3"/>
                    <a:pt x="10" y="0"/>
                    <a:pt x="7" y="0"/>
                  </a:cubicBezTo>
                  <a:cubicBezTo>
                    <a:pt x="3" y="0"/>
                    <a:pt x="0" y="3"/>
                    <a:pt x="0" y="6"/>
                  </a:cubicBezTo>
                  <a:cubicBezTo>
                    <a:pt x="0" y="22"/>
                    <a:pt x="0" y="22"/>
                    <a:pt x="0" y="22"/>
                  </a:cubicBezTo>
                  <a:cubicBezTo>
                    <a:pt x="0" y="25"/>
                    <a:pt x="3" y="28"/>
                    <a:pt x="7" y="28"/>
                  </a:cubicBezTo>
                  <a:close/>
                </a:path>
              </a:pathLst>
            </a:custGeom>
            <a:solidFill>
              <a:srgbClr val="3A8FCB"/>
            </a:solidFill>
            <a:ln>
              <a:noFill/>
            </a:ln>
            <a:effectLst/>
          </p:spPr>
          <p:txBody>
            <a:bodyPr vert="horz" wrap="square" lIns="91440" tIns="45720" rIns="91440" bIns="45720" numCol="1" anchor="t" anchorCtr="0" compatLnSpc="1">
              <a:prstTxWarp prst="textNoShape">
                <a:avLst/>
              </a:prstTxWarp>
            </a:bodyPr>
            <a:lstStyle/>
            <a:p>
              <a:endParaRPr lang="zh-CN" altLang="en-US"/>
            </a:p>
          </p:txBody>
        </p:sp>
      </p:grpSp>
      <p:sp>
        <p:nvSpPr>
          <p:cNvPr id="23" name="Freeform 22"/>
          <p:cNvSpPr>
            <a:spLocks noEditPoints="1"/>
          </p:cNvSpPr>
          <p:nvPr/>
        </p:nvSpPr>
        <p:spPr bwMode="auto">
          <a:xfrm>
            <a:off x="7753543" y="4591845"/>
            <a:ext cx="648212" cy="736241"/>
          </a:xfrm>
          <a:custGeom>
            <a:avLst/>
            <a:gdLst>
              <a:gd name="T0" fmla="*/ 34 w 137"/>
              <a:gd name="T1" fmla="*/ 120 h 155"/>
              <a:gd name="T2" fmla="*/ 13 w 137"/>
              <a:gd name="T3" fmla="*/ 77 h 155"/>
              <a:gd name="T4" fmla="*/ 55 w 137"/>
              <a:gd name="T5" fmla="*/ 24 h 155"/>
              <a:gd name="T6" fmla="*/ 55 w 137"/>
              <a:gd name="T7" fmla="*/ 10 h 155"/>
              <a:gd name="T8" fmla="*/ 0 w 137"/>
              <a:gd name="T9" fmla="*/ 77 h 155"/>
              <a:gd name="T10" fmla="*/ 23 w 137"/>
              <a:gd name="T11" fmla="*/ 129 h 155"/>
              <a:gd name="T12" fmla="*/ 34 w 137"/>
              <a:gd name="T13" fmla="*/ 120 h 155"/>
              <a:gd name="T14" fmla="*/ 113 w 137"/>
              <a:gd name="T15" fmla="*/ 25 h 155"/>
              <a:gd name="T16" fmla="*/ 103 w 137"/>
              <a:gd name="T17" fmla="*/ 34 h 155"/>
              <a:gd name="T18" fmla="*/ 123 w 137"/>
              <a:gd name="T19" fmla="*/ 77 h 155"/>
              <a:gd name="T20" fmla="*/ 82 w 137"/>
              <a:gd name="T21" fmla="*/ 130 h 155"/>
              <a:gd name="T22" fmla="*/ 82 w 137"/>
              <a:gd name="T23" fmla="*/ 145 h 155"/>
              <a:gd name="T24" fmla="*/ 137 w 137"/>
              <a:gd name="T25" fmla="*/ 77 h 155"/>
              <a:gd name="T26" fmla="*/ 113 w 137"/>
              <a:gd name="T27" fmla="*/ 25 h 155"/>
              <a:gd name="T28" fmla="*/ 61 w 137"/>
              <a:gd name="T29" fmla="*/ 36 h 155"/>
              <a:gd name="T30" fmla="*/ 83 w 137"/>
              <a:gd name="T31" fmla="*/ 23 h 155"/>
              <a:gd name="T32" fmla="*/ 83 w 137"/>
              <a:gd name="T33" fmla="*/ 16 h 155"/>
              <a:gd name="T34" fmla="*/ 60 w 137"/>
              <a:gd name="T35" fmla="*/ 2 h 155"/>
              <a:gd name="T36" fmla="*/ 55 w 137"/>
              <a:gd name="T37" fmla="*/ 5 h 155"/>
              <a:gd name="T38" fmla="*/ 55 w 137"/>
              <a:gd name="T39" fmla="*/ 33 h 155"/>
              <a:gd name="T40" fmla="*/ 61 w 137"/>
              <a:gd name="T41" fmla="*/ 36 h 155"/>
              <a:gd name="T42" fmla="*/ 76 w 137"/>
              <a:gd name="T43" fmla="*/ 119 h 155"/>
              <a:gd name="T44" fmla="*/ 54 w 137"/>
              <a:gd name="T45" fmla="*/ 132 h 155"/>
              <a:gd name="T46" fmla="*/ 54 w 137"/>
              <a:gd name="T47" fmla="*/ 139 h 155"/>
              <a:gd name="T48" fmla="*/ 76 w 137"/>
              <a:gd name="T49" fmla="*/ 153 h 155"/>
              <a:gd name="T50" fmla="*/ 82 w 137"/>
              <a:gd name="T51" fmla="*/ 149 h 155"/>
              <a:gd name="T52" fmla="*/ 82 w 137"/>
              <a:gd name="T53" fmla="*/ 122 h 155"/>
              <a:gd name="T54" fmla="*/ 76 w 137"/>
              <a:gd name="T55" fmla="*/ 119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37" h="155">
                <a:moveTo>
                  <a:pt x="34" y="120"/>
                </a:moveTo>
                <a:cubicBezTo>
                  <a:pt x="21" y="110"/>
                  <a:pt x="13" y="95"/>
                  <a:pt x="13" y="77"/>
                </a:cubicBezTo>
                <a:cubicBezTo>
                  <a:pt x="13" y="52"/>
                  <a:pt x="31" y="30"/>
                  <a:pt x="55" y="24"/>
                </a:cubicBezTo>
                <a:cubicBezTo>
                  <a:pt x="55" y="10"/>
                  <a:pt x="55" y="10"/>
                  <a:pt x="55" y="10"/>
                </a:cubicBezTo>
                <a:cubicBezTo>
                  <a:pt x="23" y="16"/>
                  <a:pt x="0" y="44"/>
                  <a:pt x="0" y="77"/>
                </a:cubicBezTo>
                <a:cubicBezTo>
                  <a:pt x="0" y="98"/>
                  <a:pt x="9" y="116"/>
                  <a:pt x="23" y="129"/>
                </a:cubicBezTo>
                <a:cubicBezTo>
                  <a:pt x="34" y="139"/>
                  <a:pt x="41" y="125"/>
                  <a:pt x="34" y="120"/>
                </a:cubicBezTo>
                <a:close/>
                <a:moveTo>
                  <a:pt x="113" y="25"/>
                </a:moveTo>
                <a:cubicBezTo>
                  <a:pt x="106" y="19"/>
                  <a:pt x="96" y="29"/>
                  <a:pt x="103" y="34"/>
                </a:cubicBezTo>
                <a:cubicBezTo>
                  <a:pt x="115" y="44"/>
                  <a:pt x="123" y="60"/>
                  <a:pt x="123" y="77"/>
                </a:cubicBezTo>
                <a:cubicBezTo>
                  <a:pt x="123" y="103"/>
                  <a:pt x="106" y="124"/>
                  <a:pt x="82" y="130"/>
                </a:cubicBezTo>
                <a:cubicBezTo>
                  <a:pt x="82" y="145"/>
                  <a:pt x="82" y="145"/>
                  <a:pt x="82" y="145"/>
                </a:cubicBezTo>
                <a:cubicBezTo>
                  <a:pt x="113" y="138"/>
                  <a:pt x="137" y="111"/>
                  <a:pt x="137" y="77"/>
                </a:cubicBezTo>
                <a:cubicBezTo>
                  <a:pt x="137" y="57"/>
                  <a:pt x="128" y="38"/>
                  <a:pt x="113" y="25"/>
                </a:cubicBezTo>
                <a:close/>
                <a:moveTo>
                  <a:pt x="61" y="36"/>
                </a:moveTo>
                <a:cubicBezTo>
                  <a:pt x="83" y="23"/>
                  <a:pt x="83" y="23"/>
                  <a:pt x="83" y="23"/>
                </a:cubicBezTo>
                <a:cubicBezTo>
                  <a:pt x="86" y="21"/>
                  <a:pt x="86" y="18"/>
                  <a:pt x="83" y="16"/>
                </a:cubicBezTo>
                <a:cubicBezTo>
                  <a:pt x="60" y="2"/>
                  <a:pt x="60" y="2"/>
                  <a:pt x="60" y="2"/>
                </a:cubicBezTo>
                <a:cubicBezTo>
                  <a:pt x="57" y="0"/>
                  <a:pt x="55" y="1"/>
                  <a:pt x="55" y="5"/>
                </a:cubicBezTo>
                <a:cubicBezTo>
                  <a:pt x="55" y="33"/>
                  <a:pt x="55" y="33"/>
                  <a:pt x="55" y="33"/>
                </a:cubicBezTo>
                <a:cubicBezTo>
                  <a:pt x="55" y="37"/>
                  <a:pt x="57" y="38"/>
                  <a:pt x="61" y="36"/>
                </a:cubicBezTo>
                <a:close/>
                <a:moveTo>
                  <a:pt x="76" y="119"/>
                </a:moveTo>
                <a:cubicBezTo>
                  <a:pt x="54" y="132"/>
                  <a:pt x="54" y="132"/>
                  <a:pt x="54" y="132"/>
                </a:cubicBezTo>
                <a:cubicBezTo>
                  <a:pt x="50" y="134"/>
                  <a:pt x="50" y="137"/>
                  <a:pt x="54" y="139"/>
                </a:cubicBezTo>
                <a:cubicBezTo>
                  <a:pt x="76" y="153"/>
                  <a:pt x="76" y="153"/>
                  <a:pt x="76" y="153"/>
                </a:cubicBezTo>
                <a:cubicBezTo>
                  <a:pt x="79" y="155"/>
                  <a:pt x="82" y="153"/>
                  <a:pt x="82" y="149"/>
                </a:cubicBezTo>
                <a:cubicBezTo>
                  <a:pt x="82" y="122"/>
                  <a:pt x="82" y="122"/>
                  <a:pt x="82" y="122"/>
                </a:cubicBezTo>
                <a:cubicBezTo>
                  <a:pt x="82" y="118"/>
                  <a:pt x="79" y="117"/>
                  <a:pt x="76" y="119"/>
                </a:cubicBezTo>
                <a:close/>
              </a:path>
            </a:pathLst>
          </a:custGeom>
          <a:solidFill>
            <a:srgbClr val="EB6B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3"/>
          <p:cNvSpPr>
            <a:spLocks noEditPoints="1"/>
          </p:cNvSpPr>
          <p:nvPr/>
        </p:nvSpPr>
        <p:spPr bwMode="auto">
          <a:xfrm>
            <a:off x="5900936" y="4597848"/>
            <a:ext cx="546178" cy="726239"/>
          </a:xfrm>
          <a:custGeom>
            <a:avLst/>
            <a:gdLst>
              <a:gd name="T0" fmla="*/ 108 w 115"/>
              <a:gd name="T1" fmla="*/ 7 h 153"/>
              <a:gd name="T2" fmla="*/ 88 w 115"/>
              <a:gd name="T3" fmla="*/ 0 h 153"/>
              <a:gd name="T4" fmla="*/ 31 w 115"/>
              <a:gd name="T5" fmla="*/ 15 h 153"/>
              <a:gd name="T6" fmla="*/ 21 w 115"/>
              <a:gd name="T7" fmla="*/ 0 h 153"/>
              <a:gd name="T8" fmla="*/ 4 w 115"/>
              <a:gd name="T9" fmla="*/ 6 h 153"/>
              <a:gd name="T10" fmla="*/ 0 w 115"/>
              <a:gd name="T11" fmla="*/ 94 h 153"/>
              <a:gd name="T12" fmla="*/ 6 w 115"/>
              <a:gd name="T13" fmla="*/ 145 h 153"/>
              <a:gd name="T14" fmla="*/ 21 w 115"/>
              <a:gd name="T15" fmla="*/ 153 h 153"/>
              <a:gd name="T16" fmla="*/ 83 w 115"/>
              <a:gd name="T17" fmla="*/ 137 h 153"/>
              <a:gd name="T18" fmla="*/ 93 w 115"/>
              <a:gd name="T19" fmla="*/ 153 h 153"/>
              <a:gd name="T20" fmla="*/ 110 w 115"/>
              <a:gd name="T21" fmla="*/ 147 h 153"/>
              <a:gd name="T22" fmla="*/ 115 w 115"/>
              <a:gd name="T23" fmla="*/ 0 h 153"/>
              <a:gd name="T24" fmla="*/ 4 w 115"/>
              <a:gd name="T25" fmla="*/ 139 h 153"/>
              <a:gd name="T26" fmla="*/ 21 w 115"/>
              <a:gd name="T27" fmla="*/ 128 h 153"/>
              <a:gd name="T28" fmla="*/ 6 w 115"/>
              <a:gd name="T29" fmla="*/ 122 h 153"/>
              <a:gd name="T30" fmla="*/ 20 w 115"/>
              <a:gd name="T31" fmla="*/ 107 h 153"/>
              <a:gd name="T32" fmla="*/ 20 w 115"/>
              <a:gd name="T33" fmla="*/ 103 h 153"/>
              <a:gd name="T34" fmla="*/ 6 w 115"/>
              <a:gd name="T35" fmla="*/ 88 h 153"/>
              <a:gd name="T36" fmla="*/ 21 w 115"/>
              <a:gd name="T37" fmla="*/ 82 h 153"/>
              <a:gd name="T38" fmla="*/ 4 w 115"/>
              <a:gd name="T39" fmla="*/ 71 h 153"/>
              <a:gd name="T40" fmla="*/ 21 w 115"/>
              <a:gd name="T41" fmla="*/ 82 h 153"/>
              <a:gd name="T42" fmla="*/ 4 w 115"/>
              <a:gd name="T43" fmla="*/ 63 h 153"/>
              <a:gd name="T44" fmla="*/ 21 w 115"/>
              <a:gd name="T45" fmla="*/ 51 h 153"/>
              <a:gd name="T46" fmla="*/ 6 w 115"/>
              <a:gd name="T47" fmla="*/ 45 h 153"/>
              <a:gd name="T48" fmla="*/ 20 w 115"/>
              <a:gd name="T49" fmla="*/ 31 h 153"/>
              <a:gd name="T50" fmla="*/ 20 w 115"/>
              <a:gd name="T51" fmla="*/ 26 h 153"/>
              <a:gd name="T52" fmla="*/ 6 w 115"/>
              <a:gd name="T53" fmla="*/ 12 h 153"/>
              <a:gd name="T54" fmla="*/ 88 w 115"/>
              <a:gd name="T55" fmla="*/ 94 h 153"/>
              <a:gd name="T56" fmla="*/ 26 w 115"/>
              <a:gd name="T57" fmla="*/ 127 h 153"/>
              <a:gd name="T58" fmla="*/ 83 w 115"/>
              <a:gd name="T59" fmla="*/ 79 h 153"/>
              <a:gd name="T60" fmla="*/ 88 w 115"/>
              <a:gd name="T61" fmla="*/ 69 h 153"/>
              <a:gd name="T62" fmla="*/ 26 w 115"/>
              <a:gd name="T63" fmla="*/ 58 h 153"/>
              <a:gd name="T64" fmla="*/ 88 w 115"/>
              <a:gd name="T65" fmla="*/ 26 h 153"/>
              <a:gd name="T66" fmla="*/ 94 w 115"/>
              <a:gd name="T67" fmla="*/ 141 h 153"/>
              <a:gd name="T68" fmla="*/ 108 w 115"/>
              <a:gd name="T69" fmla="*/ 126 h 153"/>
              <a:gd name="T70" fmla="*/ 108 w 115"/>
              <a:gd name="T71" fmla="*/ 122 h 153"/>
              <a:gd name="T72" fmla="*/ 94 w 115"/>
              <a:gd name="T73" fmla="*/ 107 h 153"/>
              <a:gd name="T74" fmla="*/ 110 w 115"/>
              <a:gd name="T75" fmla="*/ 101 h 153"/>
              <a:gd name="T76" fmla="*/ 93 w 115"/>
              <a:gd name="T77" fmla="*/ 90 h 153"/>
              <a:gd name="T78" fmla="*/ 110 w 115"/>
              <a:gd name="T79" fmla="*/ 101 h 153"/>
              <a:gd name="T80" fmla="*/ 93 w 115"/>
              <a:gd name="T81" fmla="*/ 82 h 153"/>
              <a:gd name="T82" fmla="*/ 110 w 115"/>
              <a:gd name="T83" fmla="*/ 71 h 153"/>
              <a:gd name="T84" fmla="*/ 94 w 115"/>
              <a:gd name="T85" fmla="*/ 64 h 153"/>
              <a:gd name="T86" fmla="*/ 108 w 115"/>
              <a:gd name="T87" fmla="*/ 50 h 153"/>
              <a:gd name="T88" fmla="*/ 108 w 115"/>
              <a:gd name="T89" fmla="*/ 45 h 153"/>
              <a:gd name="T90" fmla="*/ 94 w 115"/>
              <a:gd name="T91" fmla="*/ 31 h 153"/>
              <a:gd name="T92" fmla="*/ 110 w 115"/>
              <a:gd name="T93" fmla="*/ 25 h 153"/>
              <a:gd name="T94" fmla="*/ 93 w 115"/>
              <a:gd name="T95" fmla="*/ 13 h 153"/>
              <a:gd name="T96" fmla="*/ 110 w 115"/>
              <a:gd name="T97" fmla="*/ 25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5" h="153">
                <a:moveTo>
                  <a:pt x="115" y="0"/>
                </a:moveTo>
                <a:cubicBezTo>
                  <a:pt x="110" y="0"/>
                  <a:pt x="110" y="0"/>
                  <a:pt x="110" y="0"/>
                </a:cubicBezTo>
                <a:cubicBezTo>
                  <a:pt x="110" y="6"/>
                  <a:pt x="110" y="6"/>
                  <a:pt x="110" y="6"/>
                </a:cubicBezTo>
                <a:cubicBezTo>
                  <a:pt x="110" y="7"/>
                  <a:pt x="109" y="7"/>
                  <a:pt x="108" y="7"/>
                </a:cubicBezTo>
                <a:cubicBezTo>
                  <a:pt x="94" y="7"/>
                  <a:pt x="94" y="7"/>
                  <a:pt x="94" y="7"/>
                </a:cubicBezTo>
                <a:cubicBezTo>
                  <a:pt x="94" y="7"/>
                  <a:pt x="93" y="7"/>
                  <a:pt x="93" y="6"/>
                </a:cubicBezTo>
                <a:cubicBezTo>
                  <a:pt x="93" y="0"/>
                  <a:pt x="93" y="0"/>
                  <a:pt x="93" y="0"/>
                </a:cubicBezTo>
                <a:cubicBezTo>
                  <a:pt x="88" y="0"/>
                  <a:pt x="88" y="0"/>
                  <a:pt x="88" y="0"/>
                </a:cubicBezTo>
                <a:cubicBezTo>
                  <a:pt x="88" y="0"/>
                  <a:pt x="88" y="0"/>
                  <a:pt x="88" y="0"/>
                </a:cubicBezTo>
                <a:cubicBezTo>
                  <a:pt x="88" y="11"/>
                  <a:pt x="88" y="11"/>
                  <a:pt x="88" y="11"/>
                </a:cubicBezTo>
                <a:cubicBezTo>
                  <a:pt x="88" y="13"/>
                  <a:pt x="86" y="15"/>
                  <a:pt x="83" y="15"/>
                </a:cubicBezTo>
                <a:cubicBezTo>
                  <a:pt x="31" y="15"/>
                  <a:pt x="31" y="15"/>
                  <a:pt x="31" y="15"/>
                </a:cubicBezTo>
                <a:cubicBezTo>
                  <a:pt x="29" y="15"/>
                  <a:pt x="26" y="13"/>
                  <a:pt x="26" y="11"/>
                </a:cubicBezTo>
                <a:cubicBezTo>
                  <a:pt x="26" y="0"/>
                  <a:pt x="26" y="0"/>
                  <a:pt x="26" y="0"/>
                </a:cubicBezTo>
                <a:cubicBezTo>
                  <a:pt x="21" y="0"/>
                  <a:pt x="21" y="0"/>
                  <a:pt x="21" y="0"/>
                </a:cubicBezTo>
                <a:cubicBezTo>
                  <a:pt x="21" y="0"/>
                  <a:pt x="21" y="0"/>
                  <a:pt x="21" y="0"/>
                </a:cubicBezTo>
                <a:cubicBezTo>
                  <a:pt x="21" y="6"/>
                  <a:pt x="21" y="6"/>
                  <a:pt x="21" y="6"/>
                </a:cubicBezTo>
                <a:cubicBezTo>
                  <a:pt x="21" y="7"/>
                  <a:pt x="20" y="7"/>
                  <a:pt x="20" y="7"/>
                </a:cubicBezTo>
                <a:cubicBezTo>
                  <a:pt x="6" y="7"/>
                  <a:pt x="6" y="7"/>
                  <a:pt x="6" y="7"/>
                </a:cubicBezTo>
                <a:cubicBezTo>
                  <a:pt x="5" y="7"/>
                  <a:pt x="4" y="7"/>
                  <a:pt x="4" y="6"/>
                </a:cubicBezTo>
                <a:cubicBezTo>
                  <a:pt x="4" y="0"/>
                  <a:pt x="4" y="0"/>
                  <a:pt x="4" y="0"/>
                </a:cubicBezTo>
                <a:cubicBezTo>
                  <a:pt x="0" y="0"/>
                  <a:pt x="0" y="0"/>
                  <a:pt x="0" y="0"/>
                </a:cubicBezTo>
                <a:cubicBezTo>
                  <a:pt x="0" y="58"/>
                  <a:pt x="0" y="58"/>
                  <a:pt x="0" y="58"/>
                </a:cubicBezTo>
                <a:cubicBezTo>
                  <a:pt x="0" y="94"/>
                  <a:pt x="0" y="94"/>
                  <a:pt x="0" y="94"/>
                </a:cubicBezTo>
                <a:cubicBezTo>
                  <a:pt x="0" y="153"/>
                  <a:pt x="0" y="153"/>
                  <a:pt x="0" y="153"/>
                </a:cubicBezTo>
                <a:cubicBezTo>
                  <a:pt x="4" y="153"/>
                  <a:pt x="4" y="153"/>
                  <a:pt x="4" y="153"/>
                </a:cubicBezTo>
                <a:cubicBezTo>
                  <a:pt x="4" y="147"/>
                  <a:pt x="4" y="147"/>
                  <a:pt x="4" y="147"/>
                </a:cubicBezTo>
                <a:cubicBezTo>
                  <a:pt x="4" y="146"/>
                  <a:pt x="5" y="145"/>
                  <a:pt x="6" y="145"/>
                </a:cubicBezTo>
                <a:cubicBezTo>
                  <a:pt x="20" y="145"/>
                  <a:pt x="20" y="145"/>
                  <a:pt x="20" y="145"/>
                </a:cubicBezTo>
                <a:cubicBezTo>
                  <a:pt x="20" y="145"/>
                  <a:pt x="21" y="146"/>
                  <a:pt x="21" y="147"/>
                </a:cubicBezTo>
                <a:cubicBezTo>
                  <a:pt x="21" y="153"/>
                  <a:pt x="21" y="153"/>
                  <a:pt x="21" y="153"/>
                </a:cubicBezTo>
                <a:cubicBezTo>
                  <a:pt x="21" y="153"/>
                  <a:pt x="21" y="153"/>
                  <a:pt x="21" y="153"/>
                </a:cubicBezTo>
                <a:cubicBezTo>
                  <a:pt x="26" y="153"/>
                  <a:pt x="26" y="153"/>
                  <a:pt x="26" y="153"/>
                </a:cubicBezTo>
                <a:cubicBezTo>
                  <a:pt x="26" y="142"/>
                  <a:pt x="26" y="142"/>
                  <a:pt x="26" y="142"/>
                </a:cubicBezTo>
                <a:cubicBezTo>
                  <a:pt x="26" y="140"/>
                  <a:pt x="29" y="137"/>
                  <a:pt x="31" y="137"/>
                </a:cubicBezTo>
                <a:cubicBezTo>
                  <a:pt x="83" y="137"/>
                  <a:pt x="83" y="137"/>
                  <a:pt x="83" y="137"/>
                </a:cubicBezTo>
                <a:cubicBezTo>
                  <a:pt x="86" y="137"/>
                  <a:pt x="88" y="140"/>
                  <a:pt x="88" y="142"/>
                </a:cubicBezTo>
                <a:cubicBezTo>
                  <a:pt x="88" y="153"/>
                  <a:pt x="88" y="153"/>
                  <a:pt x="88" y="153"/>
                </a:cubicBezTo>
                <a:cubicBezTo>
                  <a:pt x="88" y="153"/>
                  <a:pt x="88" y="153"/>
                  <a:pt x="88" y="153"/>
                </a:cubicBezTo>
                <a:cubicBezTo>
                  <a:pt x="93" y="153"/>
                  <a:pt x="93" y="153"/>
                  <a:pt x="93" y="153"/>
                </a:cubicBezTo>
                <a:cubicBezTo>
                  <a:pt x="93" y="147"/>
                  <a:pt x="93" y="147"/>
                  <a:pt x="93" y="147"/>
                </a:cubicBezTo>
                <a:cubicBezTo>
                  <a:pt x="93" y="146"/>
                  <a:pt x="94" y="145"/>
                  <a:pt x="94" y="145"/>
                </a:cubicBezTo>
                <a:cubicBezTo>
                  <a:pt x="108" y="145"/>
                  <a:pt x="108" y="145"/>
                  <a:pt x="108" y="145"/>
                </a:cubicBezTo>
                <a:cubicBezTo>
                  <a:pt x="109" y="145"/>
                  <a:pt x="110" y="146"/>
                  <a:pt x="110" y="147"/>
                </a:cubicBezTo>
                <a:cubicBezTo>
                  <a:pt x="110" y="153"/>
                  <a:pt x="110" y="153"/>
                  <a:pt x="110" y="153"/>
                </a:cubicBezTo>
                <a:cubicBezTo>
                  <a:pt x="115" y="153"/>
                  <a:pt x="115" y="153"/>
                  <a:pt x="115" y="153"/>
                </a:cubicBezTo>
                <a:cubicBezTo>
                  <a:pt x="115" y="153"/>
                  <a:pt x="115" y="153"/>
                  <a:pt x="115" y="153"/>
                </a:cubicBezTo>
                <a:cubicBezTo>
                  <a:pt x="115" y="0"/>
                  <a:pt x="115" y="0"/>
                  <a:pt x="115" y="0"/>
                </a:cubicBezTo>
                <a:close/>
                <a:moveTo>
                  <a:pt x="21" y="139"/>
                </a:moveTo>
                <a:cubicBezTo>
                  <a:pt x="21" y="140"/>
                  <a:pt x="20" y="141"/>
                  <a:pt x="20" y="141"/>
                </a:cubicBezTo>
                <a:cubicBezTo>
                  <a:pt x="6" y="141"/>
                  <a:pt x="6" y="141"/>
                  <a:pt x="6" y="141"/>
                </a:cubicBezTo>
                <a:cubicBezTo>
                  <a:pt x="5" y="141"/>
                  <a:pt x="4" y="140"/>
                  <a:pt x="4" y="139"/>
                </a:cubicBezTo>
                <a:cubicBezTo>
                  <a:pt x="4" y="128"/>
                  <a:pt x="4" y="128"/>
                  <a:pt x="4" y="128"/>
                </a:cubicBezTo>
                <a:cubicBezTo>
                  <a:pt x="4" y="127"/>
                  <a:pt x="5" y="126"/>
                  <a:pt x="6" y="126"/>
                </a:cubicBezTo>
                <a:cubicBezTo>
                  <a:pt x="20" y="126"/>
                  <a:pt x="20" y="126"/>
                  <a:pt x="20" y="126"/>
                </a:cubicBezTo>
                <a:cubicBezTo>
                  <a:pt x="20" y="126"/>
                  <a:pt x="21" y="127"/>
                  <a:pt x="21" y="128"/>
                </a:cubicBezTo>
                <a:lnTo>
                  <a:pt x="21" y="139"/>
                </a:lnTo>
                <a:close/>
                <a:moveTo>
                  <a:pt x="21" y="120"/>
                </a:moveTo>
                <a:cubicBezTo>
                  <a:pt x="21" y="121"/>
                  <a:pt x="20" y="122"/>
                  <a:pt x="20" y="122"/>
                </a:cubicBezTo>
                <a:cubicBezTo>
                  <a:pt x="6" y="122"/>
                  <a:pt x="6" y="122"/>
                  <a:pt x="6" y="122"/>
                </a:cubicBezTo>
                <a:cubicBezTo>
                  <a:pt x="5" y="122"/>
                  <a:pt x="4" y="121"/>
                  <a:pt x="4" y="120"/>
                </a:cubicBezTo>
                <a:cubicBezTo>
                  <a:pt x="4" y="109"/>
                  <a:pt x="4" y="109"/>
                  <a:pt x="4" y="109"/>
                </a:cubicBezTo>
                <a:cubicBezTo>
                  <a:pt x="4" y="108"/>
                  <a:pt x="5" y="107"/>
                  <a:pt x="6" y="107"/>
                </a:cubicBezTo>
                <a:cubicBezTo>
                  <a:pt x="20" y="107"/>
                  <a:pt x="20" y="107"/>
                  <a:pt x="20" y="107"/>
                </a:cubicBezTo>
                <a:cubicBezTo>
                  <a:pt x="20" y="107"/>
                  <a:pt x="21" y="108"/>
                  <a:pt x="21" y="109"/>
                </a:cubicBezTo>
                <a:lnTo>
                  <a:pt x="21" y="120"/>
                </a:lnTo>
                <a:close/>
                <a:moveTo>
                  <a:pt x="21" y="101"/>
                </a:moveTo>
                <a:cubicBezTo>
                  <a:pt x="21" y="102"/>
                  <a:pt x="20" y="103"/>
                  <a:pt x="20" y="103"/>
                </a:cubicBezTo>
                <a:cubicBezTo>
                  <a:pt x="6" y="103"/>
                  <a:pt x="6" y="103"/>
                  <a:pt x="6" y="103"/>
                </a:cubicBezTo>
                <a:cubicBezTo>
                  <a:pt x="5" y="103"/>
                  <a:pt x="4" y="102"/>
                  <a:pt x="4" y="101"/>
                </a:cubicBezTo>
                <a:cubicBezTo>
                  <a:pt x="4" y="90"/>
                  <a:pt x="4" y="90"/>
                  <a:pt x="4" y="90"/>
                </a:cubicBezTo>
                <a:cubicBezTo>
                  <a:pt x="4" y="89"/>
                  <a:pt x="5" y="88"/>
                  <a:pt x="6" y="88"/>
                </a:cubicBezTo>
                <a:cubicBezTo>
                  <a:pt x="20" y="88"/>
                  <a:pt x="20" y="88"/>
                  <a:pt x="20" y="88"/>
                </a:cubicBezTo>
                <a:cubicBezTo>
                  <a:pt x="20" y="88"/>
                  <a:pt x="21" y="89"/>
                  <a:pt x="21" y="90"/>
                </a:cubicBezTo>
                <a:lnTo>
                  <a:pt x="21" y="101"/>
                </a:lnTo>
                <a:close/>
                <a:moveTo>
                  <a:pt x="21" y="82"/>
                </a:moveTo>
                <a:cubicBezTo>
                  <a:pt x="21" y="83"/>
                  <a:pt x="20" y="84"/>
                  <a:pt x="20" y="84"/>
                </a:cubicBezTo>
                <a:cubicBezTo>
                  <a:pt x="6" y="84"/>
                  <a:pt x="6" y="84"/>
                  <a:pt x="6" y="84"/>
                </a:cubicBezTo>
                <a:cubicBezTo>
                  <a:pt x="5" y="84"/>
                  <a:pt x="4" y="83"/>
                  <a:pt x="4" y="82"/>
                </a:cubicBezTo>
                <a:cubicBezTo>
                  <a:pt x="4" y="71"/>
                  <a:pt x="4" y="71"/>
                  <a:pt x="4" y="71"/>
                </a:cubicBezTo>
                <a:cubicBezTo>
                  <a:pt x="4" y="70"/>
                  <a:pt x="5" y="69"/>
                  <a:pt x="6" y="69"/>
                </a:cubicBezTo>
                <a:cubicBezTo>
                  <a:pt x="20" y="69"/>
                  <a:pt x="20" y="69"/>
                  <a:pt x="20" y="69"/>
                </a:cubicBezTo>
                <a:cubicBezTo>
                  <a:pt x="20" y="69"/>
                  <a:pt x="21" y="70"/>
                  <a:pt x="21" y="71"/>
                </a:cubicBezTo>
                <a:lnTo>
                  <a:pt x="21" y="82"/>
                </a:lnTo>
                <a:close/>
                <a:moveTo>
                  <a:pt x="21" y="63"/>
                </a:moveTo>
                <a:cubicBezTo>
                  <a:pt x="21" y="64"/>
                  <a:pt x="20" y="64"/>
                  <a:pt x="20" y="64"/>
                </a:cubicBezTo>
                <a:cubicBezTo>
                  <a:pt x="6" y="64"/>
                  <a:pt x="6" y="64"/>
                  <a:pt x="6" y="64"/>
                </a:cubicBezTo>
                <a:cubicBezTo>
                  <a:pt x="5" y="64"/>
                  <a:pt x="4" y="64"/>
                  <a:pt x="4" y="63"/>
                </a:cubicBezTo>
                <a:cubicBezTo>
                  <a:pt x="4" y="51"/>
                  <a:pt x="4" y="51"/>
                  <a:pt x="4" y="51"/>
                </a:cubicBezTo>
                <a:cubicBezTo>
                  <a:pt x="4" y="51"/>
                  <a:pt x="5" y="50"/>
                  <a:pt x="6" y="50"/>
                </a:cubicBezTo>
                <a:cubicBezTo>
                  <a:pt x="20" y="50"/>
                  <a:pt x="20" y="50"/>
                  <a:pt x="20" y="50"/>
                </a:cubicBezTo>
                <a:cubicBezTo>
                  <a:pt x="20" y="50"/>
                  <a:pt x="21" y="51"/>
                  <a:pt x="21" y="51"/>
                </a:cubicBezTo>
                <a:lnTo>
                  <a:pt x="21" y="63"/>
                </a:lnTo>
                <a:close/>
                <a:moveTo>
                  <a:pt x="21" y="44"/>
                </a:moveTo>
                <a:cubicBezTo>
                  <a:pt x="21" y="45"/>
                  <a:pt x="20" y="45"/>
                  <a:pt x="20" y="45"/>
                </a:cubicBezTo>
                <a:cubicBezTo>
                  <a:pt x="6" y="45"/>
                  <a:pt x="6" y="45"/>
                  <a:pt x="6" y="45"/>
                </a:cubicBezTo>
                <a:cubicBezTo>
                  <a:pt x="5" y="45"/>
                  <a:pt x="4" y="45"/>
                  <a:pt x="4" y="44"/>
                </a:cubicBezTo>
                <a:cubicBezTo>
                  <a:pt x="4" y="32"/>
                  <a:pt x="4" y="32"/>
                  <a:pt x="4" y="32"/>
                </a:cubicBezTo>
                <a:cubicBezTo>
                  <a:pt x="4" y="32"/>
                  <a:pt x="5" y="31"/>
                  <a:pt x="6" y="31"/>
                </a:cubicBezTo>
                <a:cubicBezTo>
                  <a:pt x="20" y="31"/>
                  <a:pt x="20" y="31"/>
                  <a:pt x="20" y="31"/>
                </a:cubicBezTo>
                <a:cubicBezTo>
                  <a:pt x="20" y="31"/>
                  <a:pt x="21" y="32"/>
                  <a:pt x="21" y="32"/>
                </a:cubicBezTo>
                <a:lnTo>
                  <a:pt x="21" y="44"/>
                </a:lnTo>
                <a:close/>
                <a:moveTo>
                  <a:pt x="21" y="25"/>
                </a:moveTo>
                <a:cubicBezTo>
                  <a:pt x="21" y="26"/>
                  <a:pt x="20" y="26"/>
                  <a:pt x="20" y="26"/>
                </a:cubicBezTo>
                <a:cubicBezTo>
                  <a:pt x="6" y="26"/>
                  <a:pt x="6" y="26"/>
                  <a:pt x="6" y="26"/>
                </a:cubicBezTo>
                <a:cubicBezTo>
                  <a:pt x="5" y="26"/>
                  <a:pt x="4" y="26"/>
                  <a:pt x="4" y="25"/>
                </a:cubicBezTo>
                <a:cubicBezTo>
                  <a:pt x="4" y="13"/>
                  <a:pt x="4" y="13"/>
                  <a:pt x="4" y="13"/>
                </a:cubicBezTo>
                <a:cubicBezTo>
                  <a:pt x="4" y="13"/>
                  <a:pt x="5" y="12"/>
                  <a:pt x="6" y="12"/>
                </a:cubicBezTo>
                <a:cubicBezTo>
                  <a:pt x="20" y="12"/>
                  <a:pt x="20" y="12"/>
                  <a:pt x="20" y="12"/>
                </a:cubicBezTo>
                <a:cubicBezTo>
                  <a:pt x="20" y="12"/>
                  <a:pt x="21" y="13"/>
                  <a:pt x="21" y="13"/>
                </a:cubicBezTo>
                <a:lnTo>
                  <a:pt x="21" y="25"/>
                </a:lnTo>
                <a:close/>
                <a:moveTo>
                  <a:pt x="88" y="94"/>
                </a:moveTo>
                <a:cubicBezTo>
                  <a:pt x="88" y="127"/>
                  <a:pt x="88" y="127"/>
                  <a:pt x="88" y="127"/>
                </a:cubicBezTo>
                <a:cubicBezTo>
                  <a:pt x="88" y="130"/>
                  <a:pt x="86" y="132"/>
                  <a:pt x="83" y="132"/>
                </a:cubicBezTo>
                <a:cubicBezTo>
                  <a:pt x="31" y="132"/>
                  <a:pt x="31" y="132"/>
                  <a:pt x="31" y="132"/>
                </a:cubicBezTo>
                <a:cubicBezTo>
                  <a:pt x="29" y="132"/>
                  <a:pt x="26" y="130"/>
                  <a:pt x="26" y="127"/>
                </a:cubicBezTo>
                <a:cubicBezTo>
                  <a:pt x="26" y="94"/>
                  <a:pt x="26" y="94"/>
                  <a:pt x="26" y="94"/>
                </a:cubicBezTo>
                <a:cubicBezTo>
                  <a:pt x="26" y="84"/>
                  <a:pt x="26" y="84"/>
                  <a:pt x="26" y="84"/>
                </a:cubicBezTo>
                <a:cubicBezTo>
                  <a:pt x="26" y="81"/>
                  <a:pt x="29" y="79"/>
                  <a:pt x="31" y="79"/>
                </a:cubicBezTo>
                <a:cubicBezTo>
                  <a:pt x="83" y="79"/>
                  <a:pt x="83" y="79"/>
                  <a:pt x="83" y="79"/>
                </a:cubicBezTo>
                <a:cubicBezTo>
                  <a:pt x="86" y="79"/>
                  <a:pt x="88" y="81"/>
                  <a:pt x="88" y="84"/>
                </a:cubicBezTo>
                <a:lnTo>
                  <a:pt x="88" y="94"/>
                </a:lnTo>
                <a:close/>
                <a:moveTo>
                  <a:pt x="88" y="58"/>
                </a:moveTo>
                <a:cubicBezTo>
                  <a:pt x="88" y="69"/>
                  <a:pt x="88" y="69"/>
                  <a:pt x="88" y="69"/>
                </a:cubicBezTo>
                <a:cubicBezTo>
                  <a:pt x="88" y="72"/>
                  <a:pt x="86" y="74"/>
                  <a:pt x="83" y="74"/>
                </a:cubicBezTo>
                <a:cubicBezTo>
                  <a:pt x="31" y="74"/>
                  <a:pt x="31" y="74"/>
                  <a:pt x="31" y="74"/>
                </a:cubicBezTo>
                <a:cubicBezTo>
                  <a:pt x="29" y="74"/>
                  <a:pt x="26" y="72"/>
                  <a:pt x="26" y="69"/>
                </a:cubicBezTo>
                <a:cubicBezTo>
                  <a:pt x="26" y="58"/>
                  <a:pt x="26" y="58"/>
                  <a:pt x="26" y="58"/>
                </a:cubicBezTo>
                <a:cubicBezTo>
                  <a:pt x="26" y="26"/>
                  <a:pt x="26" y="26"/>
                  <a:pt x="26" y="26"/>
                </a:cubicBezTo>
                <a:cubicBezTo>
                  <a:pt x="26" y="23"/>
                  <a:pt x="29" y="21"/>
                  <a:pt x="31" y="21"/>
                </a:cubicBezTo>
                <a:cubicBezTo>
                  <a:pt x="83" y="21"/>
                  <a:pt x="83" y="21"/>
                  <a:pt x="83" y="21"/>
                </a:cubicBezTo>
                <a:cubicBezTo>
                  <a:pt x="86" y="21"/>
                  <a:pt x="88" y="23"/>
                  <a:pt x="88" y="26"/>
                </a:cubicBezTo>
                <a:lnTo>
                  <a:pt x="88" y="58"/>
                </a:lnTo>
                <a:close/>
                <a:moveTo>
                  <a:pt x="110" y="139"/>
                </a:moveTo>
                <a:cubicBezTo>
                  <a:pt x="110" y="140"/>
                  <a:pt x="109" y="141"/>
                  <a:pt x="108" y="141"/>
                </a:cubicBezTo>
                <a:cubicBezTo>
                  <a:pt x="94" y="141"/>
                  <a:pt x="94" y="141"/>
                  <a:pt x="94" y="141"/>
                </a:cubicBezTo>
                <a:cubicBezTo>
                  <a:pt x="94" y="141"/>
                  <a:pt x="93" y="140"/>
                  <a:pt x="93" y="139"/>
                </a:cubicBezTo>
                <a:cubicBezTo>
                  <a:pt x="93" y="128"/>
                  <a:pt x="93" y="128"/>
                  <a:pt x="93" y="128"/>
                </a:cubicBezTo>
                <a:cubicBezTo>
                  <a:pt x="93" y="127"/>
                  <a:pt x="94" y="126"/>
                  <a:pt x="94" y="126"/>
                </a:cubicBezTo>
                <a:cubicBezTo>
                  <a:pt x="108" y="126"/>
                  <a:pt x="108" y="126"/>
                  <a:pt x="108" y="126"/>
                </a:cubicBezTo>
                <a:cubicBezTo>
                  <a:pt x="109" y="126"/>
                  <a:pt x="110" y="127"/>
                  <a:pt x="110" y="128"/>
                </a:cubicBezTo>
                <a:lnTo>
                  <a:pt x="110" y="139"/>
                </a:lnTo>
                <a:close/>
                <a:moveTo>
                  <a:pt x="110" y="120"/>
                </a:moveTo>
                <a:cubicBezTo>
                  <a:pt x="110" y="121"/>
                  <a:pt x="109" y="122"/>
                  <a:pt x="108" y="122"/>
                </a:cubicBezTo>
                <a:cubicBezTo>
                  <a:pt x="94" y="122"/>
                  <a:pt x="94" y="122"/>
                  <a:pt x="94" y="122"/>
                </a:cubicBezTo>
                <a:cubicBezTo>
                  <a:pt x="94" y="122"/>
                  <a:pt x="93" y="121"/>
                  <a:pt x="93" y="120"/>
                </a:cubicBezTo>
                <a:cubicBezTo>
                  <a:pt x="93" y="109"/>
                  <a:pt x="93" y="109"/>
                  <a:pt x="93" y="109"/>
                </a:cubicBezTo>
                <a:cubicBezTo>
                  <a:pt x="93" y="108"/>
                  <a:pt x="94" y="107"/>
                  <a:pt x="94" y="107"/>
                </a:cubicBezTo>
                <a:cubicBezTo>
                  <a:pt x="108" y="107"/>
                  <a:pt x="108" y="107"/>
                  <a:pt x="108" y="107"/>
                </a:cubicBezTo>
                <a:cubicBezTo>
                  <a:pt x="109" y="107"/>
                  <a:pt x="110" y="108"/>
                  <a:pt x="110" y="109"/>
                </a:cubicBezTo>
                <a:lnTo>
                  <a:pt x="110" y="120"/>
                </a:lnTo>
                <a:close/>
                <a:moveTo>
                  <a:pt x="110" y="101"/>
                </a:moveTo>
                <a:cubicBezTo>
                  <a:pt x="110" y="102"/>
                  <a:pt x="109" y="103"/>
                  <a:pt x="108" y="103"/>
                </a:cubicBezTo>
                <a:cubicBezTo>
                  <a:pt x="94" y="103"/>
                  <a:pt x="94" y="103"/>
                  <a:pt x="94" y="103"/>
                </a:cubicBezTo>
                <a:cubicBezTo>
                  <a:pt x="94" y="103"/>
                  <a:pt x="93" y="102"/>
                  <a:pt x="93" y="101"/>
                </a:cubicBezTo>
                <a:cubicBezTo>
                  <a:pt x="93" y="90"/>
                  <a:pt x="93" y="90"/>
                  <a:pt x="93" y="90"/>
                </a:cubicBezTo>
                <a:cubicBezTo>
                  <a:pt x="93" y="89"/>
                  <a:pt x="94" y="88"/>
                  <a:pt x="94" y="88"/>
                </a:cubicBezTo>
                <a:cubicBezTo>
                  <a:pt x="108" y="88"/>
                  <a:pt x="108" y="88"/>
                  <a:pt x="108" y="88"/>
                </a:cubicBezTo>
                <a:cubicBezTo>
                  <a:pt x="109" y="88"/>
                  <a:pt x="110" y="89"/>
                  <a:pt x="110" y="90"/>
                </a:cubicBezTo>
                <a:lnTo>
                  <a:pt x="110" y="101"/>
                </a:lnTo>
                <a:close/>
                <a:moveTo>
                  <a:pt x="110" y="82"/>
                </a:moveTo>
                <a:cubicBezTo>
                  <a:pt x="110" y="83"/>
                  <a:pt x="109" y="84"/>
                  <a:pt x="108" y="84"/>
                </a:cubicBezTo>
                <a:cubicBezTo>
                  <a:pt x="94" y="84"/>
                  <a:pt x="94" y="84"/>
                  <a:pt x="94" y="84"/>
                </a:cubicBezTo>
                <a:cubicBezTo>
                  <a:pt x="94" y="84"/>
                  <a:pt x="93" y="83"/>
                  <a:pt x="93" y="82"/>
                </a:cubicBezTo>
                <a:cubicBezTo>
                  <a:pt x="93" y="71"/>
                  <a:pt x="93" y="71"/>
                  <a:pt x="93" y="71"/>
                </a:cubicBezTo>
                <a:cubicBezTo>
                  <a:pt x="93" y="70"/>
                  <a:pt x="94" y="69"/>
                  <a:pt x="94" y="69"/>
                </a:cubicBezTo>
                <a:cubicBezTo>
                  <a:pt x="108" y="69"/>
                  <a:pt x="108" y="69"/>
                  <a:pt x="108" y="69"/>
                </a:cubicBezTo>
                <a:cubicBezTo>
                  <a:pt x="109" y="69"/>
                  <a:pt x="110" y="70"/>
                  <a:pt x="110" y="71"/>
                </a:cubicBezTo>
                <a:lnTo>
                  <a:pt x="110" y="82"/>
                </a:lnTo>
                <a:close/>
                <a:moveTo>
                  <a:pt x="110" y="63"/>
                </a:moveTo>
                <a:cubicBezTo>
                  <a:pt x="110" y="64"/>
                  <a:pt x="109" y="64"/>
                  <a:pt x="108" y="64"/>
                </a:cubicBezTo>
                <a:cubicBezTo>
                  <a:pt x="94" y="64"/>
                  <a:pt x="94" y="64"/>
                  <a:pt x="94" y="64"/>
                </a:cubicBezTo>
                <a:cubicBezTo>
                  <a:pt x="94" y="64"/>
                  <a:pt x="93" y="64"/>
                  <a:pt x="93" y="63"/>
                </a:cubicBezTo>
                <a:cubicBezTo>
                  <a:pt x="93" y="51"/>
                  <a:pt x="93" y="51"/>
                  <a:pt x="93" y="51"/>
                </a:cubicBezTo>
                <a:cubicBezTo>
                  <a:pt x="93" y="51"/>
                  <a:pt x="94" y="50"/>
                  <a:pt x="94" y="50"/>
                </a:cubicBezTo>
                <a:cubicBezTo>
                  <a:pt x="108" y="50"/>
                  <a:pt x="108" y="50"/>
                  <a:pt x="108" y="50"/>
                </a:cubicBezTo>
                <a:cubicBezTo>
                  <a:pt x="109" y="50"/>
                  <a:pt x="110" y="51"/>
                  <a:pt x="110" y="51"/>
                </a:cubicBezTo>
                <a:lnTo>
                  <a:pt x="110" y="63"/>
                </a:lnTo>
                <a:close/>
                <a:moveTo>
                  <a:pt x="110" y="44"/>
                </a:moveTo>
                <a:cubicBezTo>
                  <a:pt x="110" y="45"/>
                  <a:pt x="109" y="45"/>
                  <a:pt x="108" y="45"/>
                </a:cubicBezTo>
                <a:cubicBezTo>
                  <a:pt x="94" y="45"/>
                  <a:pt x="94" y="45"/>
                  <a:pt x="94" y="45"/>
                </a:cubicBezTo>
                <a:cubicBezTo>
                  <a:pt x="94" y="45"/>
                  <a:pt x="93" y="45"/>
                  <a:pt x="93" y="44"/>
                </a:cubicBezTo>
                <a:cubicBezTo>
                  <a:pt x="93" y="32"/>
                  <a:pt x="93" y="32"/>
                  <a:pt x="93" y="32"/>
                </a:cubicBezTo>
                <a:cubicBezTo>
                  <a:pt x="93" y="32"/>
                  <a:pt x="94" y="31"/>
                  <a:pt x="94" y="31"/>
                </a:cubicBezTo>
                <a:cubicBezTo>
                  <a:pt x="108" y="31"/>
                  <a:pt x="108" y="31"/>
                  <a:pt x="108" y="31"/>
                </a:cubicBezTo>
                <a:cubicBezTo>
                  <a:pt x="109" y="31"/>
                  <a:pt x="110" y="32"/>
                  <a:pt x="110" y="32"/>
                </a:cubicBezTo>
                <a:lnTo>
                  <a:pt x="110" y="44"/>
                </a:lnTo>
                <a:close/>
                <a:moveTo>
                  <a:pt x="110" y="25"/>
                </a:moveTo>
                <a:cubicBezTo>
                  <a:pt x="110" y="26"/>
                  <a:pt x="109" y="26"/>
                  <a:pt x="108" y="26"/>
                </a:cubicBezTo>
                <a:cubicBezTo>
                  <a:pt x="94" y="26"/>
                  <a:pt x="94" y="26"/>
                  <a:pt x="94" y="26"/>
                </a:cubicBezTo>
                <a:cubicBezTo>
                  <a:pt x="94" y="26"/>
                  <a:pt x="93" y="26"/>
                  <a:pt x="93" y="25"/>
                </a:cubicBezTo>
                <a:cubicBezTo>
                  <a:pt x="93" y="13"/>
                  <a:pt x="93" y="13"/>
                  <a:pt x="93" y="13"/>
                </a:cubicBezTo>
                <a:cubicBezTo>
                  <a:pt x="93" y="13"/>
                  <a:pt x="94" y="12"/>
                  <a:pt x="94" y="12"/>
                </a:cubicBezTo>
                <a:cubicBezTo>
                  <a:pt x="108" y="12"/>
                  <a:pt x="108" y="12"/>
                  <a:pt x="108" y="12"/>
                </a:cubicBezTo>
                <a:cubicBezTo>
                  <a:pt x="109" y="12"/>
                  <a:pt x="110" y="13"/>
                  <a:pt x="110" y="13"/>
                </a:cubicBezTo>
                <a:lnTo>
                  <a:pt x="110" y="25"/>
                </a:ln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Rectangle 24"/>
          <p:cNvSpPr>
            <a:spLocks noChangeArrowheads="1"/>
          </p:cNvSpPr>
          <p:nvPr/>
        </p:nvSpPr>
        <p:spPr bwMode="auto">
          <a:xfrm>
            <a:off x="1339442" y="1836943"/>
            <a:ext cx="14004" cy="20007"/>
          </a:xfrm>
          <a:prstGeom prst="rect">
            <a:avLst/>
          </a:prstGeom>
          <a:solidFill>
            <a:srgbClr val="F5A73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25"/>
          <p:cNvSpPr>
            <a:spLocks noEditPoints="1"/>
          </p:cNvSpPr>
          <p:nvPr/>
        </p:nvSpPr>
        <p:spPr bwMode="auto">
          <a:xfrm>
            <a:off x="1339442" y="1898963"/>
            <a:ext cx="14004" cy="1480485"/>
          </a:xfrm>
          <a:custGeom>
            <a:avLst/>
            <a:gdLst>
              <a:gd name="T0" fmla="*/ 0 w 7"/>
              <a:gd name="T1" fmla="*/ 740 h 740"/>
              <a:gd name="T2" fmla="*/ 7 w 7"/>
              <a:gd name="T3" fmla="*/ 718 h 740"/>
              <a:gd name="T4" fmla="*/ 7 w 7"/>
              <a:gd name="T5" fmla="*/ 699 h 740"/>
              <a:gd name="T6" fmla="*/ 0 w 7"/>
              <a:gd name="T7" fmla="*/ 678 h 740"/>
              <a:gd name="T8" fmla="*/ 7 w 7"/>
              <a:gd name="T9" fmla="*/ 699 h 740"/>
              <a:gd name="T10" fmla="*/ 0 w 7"/>
              <a:gd name="T11" fmla="*/ 659 h 740"/>
              <a:gd name="T12" fmla="*/ 7 w 7"/>
              <a:gd name="T13" fmla="*/ 640 h 740"/>
              <a:gd name="T14" fmla="*/ 7 w 7"/>
              <a:gd name="T15" fmla="*/ 619 h 740"/>
              <a:gd name="T16" fmla="*/ 0 w 7"/>
              <a:gd name="T17" fmla="*/ 600 h 740"/>
              <a:gd name="T18" fmla="*/ 7 w 7"/>
              <a:gd name="T19" fmla="*/ 619 h 740"/>
              <a:gd name="T20" fmla="*/ 0 w 7"/>
              <a:gd name="T21" fmla="*/ 578 h 740"/>
              <a:gd name="T22" fmla="*/ 7 w 7"/>
              <a:gd name="T23" fmla="*/ 559 h 740"/>
              <a:gd name="T24" fmla="*/ 7 w 7"/>
              <a:gd name="T25" fmla="*/ 538 h 740"/>
              <a:gd name="T26" fmla="*/ 0 w 7"/>
              <a:gd name="T27" fmla="*/ 519 h 740"/>
              <a:gd name="T28" fmla="*/ 7 w 7"/>
              <a:gd name="T29" fmla="*/ 538 h 740"/>
              <a:gd name="T30" fmla="*/ 0 w 7"/>
              <a:gd name="T31" fmla="*/ 500 h 740"/>
              <a:gd name="T32" fmla="*/ 7 w 7"/>
              <a:gd name="T33" fmla="*/ 479 h 740"/>
              <a:gd name="T34" fmla="*/ 7 w 7"/>
              <a:gd name="T35" fmla="*/ 460 h 740"/>
              <a:gd name="T36" fmla="*/ 0 w 7"/>
              <a:gd name="T37" fmla="*/ 438 h 740"/>
              <a:gd name="T38" fmla="*/ 7 w 7"/>
              <a:gd name="T39" fmla="*/ 460 h 740"/>
              <a:gd name="T40" fmla="*/ 0 w 7"/>
              <a:gd name="T41" fmla="*/ 420 h 740"/>
              <a:gd name="T42" fmla="*/ 7 w 7"/>
              <a:gd name="T43" fmla="*/ 398 h 740"/>
              <a:gd name="T44" fmla="*/ 0 w 7"/>
              <a:gd name="T45" fmla="*/ 379 h 740"/>
              <a:gd name="T46" fmla="*/ 7 w 7"/>
              <a:gd name="T47" fmla="*/ 360 h 740"/>
              <a:gd name="T48" fmla="*/ 0 w 7"/>
              <a:gd name="T49" fmla="*/ 379 h 740"/>
              <a:gd name="T50" fmla="*/ 0 w 7"/>
              <a:gd name="T51" fmla="*/ 339 h 740"/>
              <a:gd name="T52" fmla="*/ 7 w 7"/>
              <a:gd name="T53" fmla="*/ 320 h 740"/>
              <a:gd name="T54" fmla="*/ 7 w 7"/>
              <a:gd name="T55" fmla="*/ 299 h 740"/>
              <a:gd name="T56" fmla="*/ 0 w 7"/>
              <a:gd name="T57" fmla="*/ 280 h 740"/>
              <a:gd name="T58" fmla="*/ 7 w 7"/>
              <a:gd name="T59" fmla="*/ 299 h 740"/>
              <a:gd name="T60" fmla="*/ 0 w 7"/>
              <a:gd name="T61" fmla="*/ 258 h 740"/>
              <a:gd name="T62" fmla="*/ 7 w 7"/>
              <a:gd name="T63" fmla="*/ 239 h 740"/>
              <a:gd name="T64" fmla="*/ 7 w 7"/>
              <a:gd name="T65" fmla="*/ 220 h 740"/>
              <a:gd name="T66" fmla="*/ 0 w 7"/>
              <a:gd name="T67" fmla="*/ 199 h 740"/>
              <a:gd name="T68" fmla="*/ 7 w 7"/>
              <a:gd name="T69" fmla="*/ 220 h 740"/>
              <a:gd name="T70" fmla="*/ 0 w 7"/>
              <a:gd name="T71" fmla="*/ 180 h 740"/>
              <a:gd name="T72" fmla="*/ 7 w 7"/>
              <a:gd name="T73" fmla="*/ 159 h 740"/>
              <a:gd name="T74" fmla="*/ 7 w 7"/>
              <a:gd name="T75" fmla="*/ 140 h 740"/>
              <a:gd name="T76" fmla="*/ 0 w 7"/>
              <a:gd name="T77" fmla="*/ 118 h 740"/>
              <a:gd name="T78" fmla="*/ 7 w 7"/>
              <a:gd name="T79" fmla="*/ 140 h 740"/>
              <a:gd name="T80" fmla="*/ 0 w 7"/>
              <a:gd name="T81" fmla="*/ 99 h 740"/>
              <a:gd name="T82" fmla="*/ 7 w 7"/>
              <a:gd name="T83" fmla="*/ 81 h 740"/>
              <a:gd name="T84" fmla="*/ 7 w 7"/>
              <a:gd name="T85" fmla="*/ 59 h 740"/>
              <a:gd name="T86" fmla="*/ 0 w 7"/>
              <a:gd name="T87" fmla="*/ 40 h 740"/>
              <a:gd name="T88" fmla="*/ 7 w 7"/>
              <a:gd name="T89" fmla="*/ 59 h 740"/>
              <a:gd name="T90" fmla="*/ 0 w 7"/>
              <a:gd name="T91" fmla="*/ 19 h 740"/>
              <a:gd name="T92" fmla="*/ 7 w 7"/>
              <a:gd name="T93" fmla="*/ 0 h 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 h="740">
                <a:moveTo>
                  <a:pt x="7" y="740"/>
                </a:moveTo>
                <a:lnTo>
                  <a:pt x="0" y="740"/>
                </a:lnTo>
                <a:lnTo>
                  <a:pt x="0" y="718"/>
                </a:lnTo>
                <a:lnTo>
                  <a:pt x="7" y="718"/>
                </a:lnTo>
                <a:lnTo>
                  <a:pt x="7" y="740"/>
                </a:lnTo>
                <a:close/>
                <a:moveTo>
                  <a:pt x="7" y="699"/>
                </a:moveTo>
                <a:lnTo>
                  <a:pt x="0" y="699"/>
                </a:lnTo>
                <a:lnTo>
                  <a:pt x="0" y="678"/>
                </a:lnTo>
                <a:lnTo>
                  <a:pt x="7" y="678"/>
                </a:lnTo>
                <a:lnTo>
                  <a:pt x="7" y="699"/>
                </a:lnTo>
                <a:close/>
                <a:moveTo>
                  <a:pt x="7" y="659"/>
                </a:moveTo>
                <a:lnTo>
                  <a:pt x="0" y="659"/>
                </a:lnTo>
                <a:lnTo>
                  <a:pt x="0" y="640"/>
                </a:lnTo>
                <a:lnTo>
                  <a:pt x="7" y="640"/>
                </a:lnTo>
                <a:lnTo>
                  <a:pt x="7" y="659"/>
                </a:lnTo>
                <a:close/>
                <a:moveTo>
                  <a:pt x="7" y="619"/>
                </a:moveTo>
                <a:lnTo>
                  <a:pt x="0" y="619"/>
                </a:lnTo>
                <a:lnTo>
                  <a:pt x="0" y="600"/>
                </a:lnTo>
                <a:lnTo>
                  <a:pt x="7" y="600"/>
                </a:lnTo>
                <a:lnTo>
                  <a:pt x="7" y="619"/>
                </a:lnTo>
                <a:close/>
                <a:moveTo>
                  <a:pt x="7" y="578"/>
                </a:moveTo>
                <a:lnTo>
                  <a:pt x="0" y="578"/>
                </a:lnTo>
                <a:lnTo>
                  <a:pt x="0" y="559"/>
                </a:lnTo>
                <a:lnTo>
                  <a:pt x="7" y="559"/>
                </a:lnTo>
                <a:lnTo>
                  <a:pt x="7" y="578"/>
                </a:lnTo>
                <a:close/>
                <a:moveTo>
                  <a:pt x="7" y="538"/>
                </a:moveTo>
                <a:lnTo>
                  <a:pt x="0" y="538"/>
                </a:lnTo>
                <a:lnTo>
                  <a:pt x="0" y="519"/>
                </a:lnTo>
                <a:lnTo>
                  <a:pt x="7" y="519"/>
                </a:lnTo>
                <a:lnTo>
                  <a:pt x="7" y="538"/>
                </a:lnTo>
                <a:close/>
                <a:moveTo>
                  <a:pt x="7" y="500"/>
                </a:moveTo>
                <a:lnTo>
                  <a:pt x="0" y="500"/>
                </a:lnTo>
                <a:lnTo>
                  <a:pt x="0" y="479"/>
                </a:lnTo>
                <a:lnTo>
                  <a:pt x="7" y="479"/>
                </a:lnTo>
                <a:lnTo>
                  <a:pt x="7" y="500"/>
                </a:lnTo>
                <a:close/>
                <a:moveTo>
                  <a:pt x="7" y="460"/>
                </a:moveTo>
                <a:lnTo>
                  <a:pt x="0" y="460"/>
                </a:lnTo>
                <a:lnTo>
                  <a:pt x="0" y="438"/>
                </a:lnTo>
                <a:lnTo>
                  <a:pt x="7" y="438"/>
                </a:lnTo>
                <a:lnTo>
                  <a:pt x="7" y="460"/>
                </a:lnTo>
                <a:close/>
                <a:moveTo>
                  <a:pt x="7" y="420"/>
                </a:moveTo>
                <a:lnTo>
                  <a:pt x="0" y="420"/>
                </a:lnTo>
                <a:lnTo>
                  <a:pt x="0" y="398"/>
                </a:lnTo>
                <a:lnTo>
                  <a:pt x="7" y="398"/>
                </a:lnTo>
                <a:lnTo>
                  <a:pt x="7" y="420"/>
                </a:lnTo>
                <a:close/>
                <a:moveTo>
                  <a:pt x="0" y="379"/>
                </a:moveTo>
                <a:lnTo>
                  <a:pt x="0" y="360"/>
                </a:lnTo>
                <a:lnTo>
                  <a:pt x="7" y="360"/>
                </a:lnTo>
                <a:lnTo>
                  <a:pt x="7" y="379"/>
                </a:lnTo>
                <a:lnTo>
                  <a:pt x="0" y="379"/>
                </a:lnTo>
                <a:close/>
                <a:moveTo>
                  <a:pt x="7" y="339"/>
                </a:moveTo>
                <a:lnTo>
                  <a:pt x="0" y="339"/>
                </a:lnTo>
                <a:lnTo>
                  <a:pt x="0" y="320"/>
                </a:lnTo>
                <a:lnTo>
                  <a:pt x="7" y="320"/>
                </a:lnTo>
                <a:lnTo>
                  <a:pt x="7" y="339"/>
                </a:lnTo>
                <a:close/>
                <a:moveTo>
                  <a:pt x="7" y="299"/>
                </a:moveTo>
                <a:lnTo>
                  <a:pt x="0" y="299"/>
                </a:lnTo>
                <a:lnTo>
                  <a:pt x="0" y="280"/>
                </a:lnTo>
                <a:lnTo>
                  <a:pt x="7" y="280"/>
                </a:lnTo>
                <a:lnTo>
                  <a:pt x="7" y="299"/>
                </a:lnTo>
                <a:close/>
                <a:moveTo>
                  <a:pt x="7" y="258"/>
                </a:moveTo>
                <a:lnTo>
                  <a:pt x="0" y="258"/>
                </a:lnTo>
                <a:lnTo>
                  <a:pt x="0" y="239"/>
                </a:lnTo>
                <a:lnTo>
                  <a:pt x="7" y="239"/>
                </a:lnTo>
                <a:lnTo>
                  <a:pt x="7" y="258"/>
                </a:lnTo>
                <a:close/>
                <a:moveTo>
                  <a:pt x="7" y="220"/>
                </a:moveTo>
                <a:lnTo>
                  <a:pt x="0" y="220"/>
                </a:lnTo>
                <a:lnTo>
                  <a:pt x="0" y="199"/>
                </a:lnTo>
                <a:lnTo>
                  <a:pt x="7" y="199"/>
                </a:lnTo>
                <a:lnTo>
                  <a:pt x="7" y="220"/>
                </a:lnTo>
                <a:close/>
                <a:moveTo>
                  <a:pt x="7" y="180"/>
                </a:moveTo>
                <a:lnTo>
                  <a:pt x="0" y="180"/>
                </a:lnTo>
                <a:lnTo>
                  <a:pt x="0" y="159"/>
                </a:lnTo>
                <a:lnTo>
                  <a:pt x="7" y="159"/>
                </a:lnTo>
                <a:lnTo>
                  <a:pt x="7" y="180"/>
                </a:lnTo>
                <a:close/>
                <a:moveTo>
                  <a:pt x="7" y="140"/>
                </a:moveTo>
                <a:lnTo>
                  <a:pt x="0" y="140"/>
                </a:lnTo>
                <a:lnTo>
                  <a:pt x="0" y="118"/>
                </a:lnTo>
                <a:lnTo>
                  <a:pt x="7" y="118"/>
                </a:lnTo>
                <a:lnTo>
                  <a:pt x="7" y="140"/>
                </a:lnTo>
                <a:close/>
                <a:moveTo>
                  <a:pt x="7" y="99"/>
                </a:moveTo>
                <a:lnTo>
                  <a:pt x="0" y="99"/>
                </a:lnTo>
                <a:lnTo>
                  <a:pt x="0" y="81"/>
                </a:lnTo>
                <a:lnTo>
                  <a:pt x="7" y="81"/>
                </a:lnTo>
                <a:lnTo>
                  <a:pt x="7" y="99"/>
                </a:lnTo>
                <a:close/>
                <a:moveTo>
                  <a:pt x="7" y="59"/>
                </a:moveTo>
                <a:lnTo>
                  <a:pt x="0" y="59"/>
                </a:lnTo>
                <a:lnTo>
                  <a:pt x="0" y="40"/>
                </a:lnTo>
                <a:lnTo>
                  <a:pt x="7" y="40"/>
                </a:lnTo>
                <a:lnTo>
                  <a:pt x="7" y="59"/>
                </a:lnTo>
                <a:close/>
                <a:moveTo>
                  <a:pt x="7" y="19"/>
                </a:moveTo>
                <a:lnTo>
                  <a:pt x="0" y="19"/>
                </a:lnTo>
                <a:lnTo>
                  <a:pt x="0" y="0"/>
                </a:lnTo>
                <a:lnTo>
                  <a:pt x="7" y="0"/>
                </a:lnTo>
                <a:lnTo>
                  <a:pt x="7" y="19"/>
                </a:lnTo>
                <a:close/>
              </a:path>
            </a:pathLst>
          </a:custGeom>
          <a:solidFill>
            <a:srgbClr val="3A8FCB"/>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27" name="Rectangle 26"/>
          <p:cNvSpPr>
            <a:spLocks noChangeArrowheads="1"/>
          </p:cNvSpPr>
          <p:nvPr/>
        </p:nvSpPr>
        <p:spPr bwMode="auto">
          <a:xfrm>
            <a:off x="1339442" y="3417461"/>
            <a:ext cx="14004" cy="18007"/>
          </a:xfrm>
          <a:prstGeom prst="rect">
            <a:avLst/>
          </a:prstGeom>
          <a:solidFill>
            <a:srgbClr val="F5A73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27"/>
          <p:cNvSpPr>
            <a:spLocks/>
          </p:cNvSpPr>
          <p:nvPr/>
        </p:nvSpPr>
        <p:spPr bwMode="auto">
          <a:xfrm>
            <a:off x="1221404" y="1746913"/>
            <a:ext cx="246080" cy="238079"/>
          </a:xfrm>
          <a:custGeom>
            <a:avLst/>
            <a:gdLst>
              <a:gd name="T0" fmla="*/ 61 w 123"/>
              <a:gd name="T1" fmla="*/ 0 h 119"/>
              <a:gd name="T2" fmla="*/ 80 w 123"/>
              <a:gd name="T3" fmla="*/ 38 h 119"/>
              <a:gd name="T4" fmla="*/ 123 w 123"/>
              <a:gd name="T5" fmla="*/ 45 h 119"/>
              <a:gd name="T6" fmla="*/ 92 w 123"/>
              <a:gd name="T7" fmla="*/ 76 h 119"/>
              <a:gd name="T8" fmla="*/ 99 w 123"/>
              <a:gd name="T9" fmla="*/ 119 h 119"/>
              <a:gd name="T10" fmla="*/ 61 w 123"/>
              <a:gd name="T11" fmla="*/ 97 h 119"/>
              <a:gd name="T12" fmla="*/ 23 w 123"/>
              <a:gd name="T13" fmla="*/ 119 h 119"/>
              <a:gd name="T14" fmla="*/ 30 w 123"/>
              <a:gd name="T15" fmla="*/ 76 h 119"/>
              <a:gd name="T16" fmla="*/ 0 w 123"/>
              <a:gd name="T17" fmla="*/ 45 h 119"/>
              <a:gd name="T18" fmla="*/ 42 w 123"/>
              <a:gd name="T19" fmla="*/ 38 h 119"/>
              <a:gd name="T20" fmla="*/ 61 w 123"/>
              <a:gd name="T21" fmla="*/ 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3" h="119">
                <a:moveTo>
                  <a:pt x="61" y="0"/>
                </a:moveTo>
                <a:lnTo>
                  <a:pt x="80" y="38"/>
                </a:lnTo>
                <a:lnTo>
                  <a:pt x="123" y="45"/>
                </a:lnTo>
                <a:lnTo>
                  <a:pt x="92" y="76"/>
                </a:lnTo>
                <a:lnTo>
                  <a:pt x="99" y="119"/>
                </a:lnTo>
                <a:lnTo>
                  <a:pt x="61" y="97"/>
                </a:lnTo>
                <a:lnTo>
                  <a:pt x="23" y="119"/>
                </a:lnTo>
                <a:lnTo>
                  <a:pt x="30" y="76"/>
                </a:lnTo>
                <a:lnTo>
                  <a:pt x="0" y="45"/>
                </a:lnTo>
                <a:lnTo>
                  <a:pt x="42" y="38"/>
                </a:lnTo>
                <a:lnTo>
                  <a:pt x="61" y="0"/>
                </a:lnTo>
                <a:close/>
              </a:path>
            </a:pathLst>
          </a:custGeom>
          <a:solidFill>
            <a:srgbClr val="3A8FCB"/>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29" name="Rectangle 28"/>
          <p:cNvSpPr>
            <a:spLocks noChangeArrowheads="1"/>
          </p:cNvSpPr>
          <p:nvPr/>
        </p:nvSpPr>
        <p:spPr bwMode="auto">
          <a:xfrm>
            <a:off x="3256070" y="1836943"/>
            <a:ext cx="14004" cy="20007"/>
          </a:xfrm>
          <a:prstGeom prst="rect">
            <a:avLst/>
          </a:prstGeom>
          <a:solidFill>
            <a:srgbClr val="DEC85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29"/>
          <p:cNvSpPr>
            <a:spLocks noEditPoints="1"/>
          </p:cNvSpPr>
          <p:nvPr/>
        </p:nvSpPr>
        <p:spPr bwMode="auto">
          <a:xfrm>
            <a:off x="3256070" y="1898963"/>
            <a:ext cx="14004" cy="1480485"/>
          </a:xfrm>
          <a:custGeom>
            <a:avLst/>
            <a:gdLst>
              <a:gd name="T0" fmla="*/ 0 w 7"/>
              <a:gd name="T1" fmla="*/ 740 h 740"/>
              <a:gd name="T2" fmla="*/ 7 w 7"/>
              <a:gd name="T3" fmla="*/ 718 h 740"/>
              <a:gd name="T4" fmla="*/ 7 w 7"/>
              <a:gd name="T5" fmla="*/ 699 h 740"/>
              <a:gd name="T6" fmla="*/ 0 w 7"/>
              <a:gd name="T7" fmla="*/ 678 h 740"/>
              <a:gd name="T8" fmla="*/ 7 w 7"/>
              <a:gd name="T9" fmla="*/ 699 h 740"/>
              <a:gd name="T10" fmla="*/ 0 w 7"/>
              <a:gd name="T11" fmla="*/ 659 h 740"/>
              <a:gd name="T12" fmla="*/ 7 w 7"/>
              <a:gd name="T13" fmla="*/ 638 h 740"/>
              <a:gd name="T14" fmla="*/ 7 w 7"/>
              <a:gd name="T15" fmla="*/ 619 h 740"/>
              <a:gd name="T16" fmla="*/ 0 w 7"/>
              <a:gd name="T17" fmla="*/ 600 h 740"/>
              <a:gd name="T18" fmla="*/ 7 w 7"/>
              <a:gd name="T19" fmla="*/ 619 h 740"/>
              <a:gd name="T20" fmla="*/ 0 w 7"/>
              <a:gd name="T21" fmla="*/ 578 h 740"/>
              <a:gd name="T22" fmla="*/ 7 w 7"/>
              <a:gd name="T23" fmla="*/ 559 h 740"/>
              <a:gd name="T24" fmla="*/ 7 w 7"/>
              <a:gd name="T25" fmla="*/ 538 h 740"/>
              <a:gd name="T26" fmla="*/ 0 w 7"/>
              <a:gd name="T27" fmla="*/ 519 h 740"/>
              <a:gd name="T28" fmla="*/ 7 w 7"/>
              <a:gd name="T29" fmla="*/ 538 h 740"/>
              <a:gd name="T30" fmla="*/ 0 w 7"/>
              <a:gd name="T31" fmla="*/ 498 h 740"/>
              <a:gd name="T32" fmla="*/ 7 w 7"/>
              <a:gd name="T33" fmla="*/ 479 h 740"/>
              <a:gd name="T34" fmla="*/ 7 w 7"/>
              <a:gd name="T35" fmla="*/ 460 h 740"/>
              <a:gd name="T36" fmla="*/ 0 w 7"/>
              <a:gd name="T37" fmla="*/ 438 h 740"/>
              <a:gd name="T38" fmla="*/ 7 w 7"/>
              <a:gd name="T39" fmla="*/ 460 h 740"/>
              <a:gd name="T40" fmla="*/ 0 w 7"/>
              <a:gd name="T41" fmla="*/ 420 h 740"/>
              <a:gd name="T42" fmla="*/ 7 w 7"/>
              <a:gd name="T43" fmla="*/ 398 h 740"/>
              <a:gd name="T44" fmla="*/ 0 w 7"/>
              <a:gd name="T45" fmla="*/ 379 h 740"/>
              <a:gd name="T46" fmla="*/ 7 w 7"/>
              <a:gd name="T47" fmla="*/ 358 h 740"/>
              <a:gd name="T48" fmla="*/ 0 w 7"/>
              <a:gd name="T49" fmla="*/ 379 h 740"/>
              <a:gd name="T50" fmla="*/ 0 w 7"/>
              <a:gd name="T51" fmla="*/ 339 h 740"/>
              <a:gd name="T52" fmla="*/ 7 w 7"/>
              <a:gd name="T53" fmla="*/ 320 h 740"/>
              <a:gd name="T54" fmla="*/ 7 w 7"/>
              <a:gd name="T55" fmla="*/ 299 h 740"/>
              <a:gd name="T56" fmla="*/ 0 w 7"/>
              <a:gd name="T57" fmla="*/ 280 h 740"/>
              <a:gd name="T58" fmla="*/ 7 w 7"/>
              <a:gd name="T59" fmla="*/ 299 h 740"/>
              <a:gd name="T60" fmla="*/ 0 w 7"/>
              <a:gd name="T61" fmla="*/ 258 h 740"/>
              <a:gd name="T62" fmla="*/ 7 w 7"/>
              <a:gd name="T63" fmla="*/ 239 h 740"/>
              <a:gd name="T64" fmla="*/ 7 w 7"/>
              <a:gd name="T65" fmla="*/ 218 h 740"/>
              <a:gd name="T66" fmla="*/ 0 w 7"/>
              <a:gd name="T67" fmla="*/ 199 h 740"/>
              <a:gd name="T68" fmla="*/ 7 w 7"/>
              <a:gd name="T69" fmla="*/ 218 h 740"/>
              <a:gd name="T70" fmla="*/ 0 w 7"/>
              <a:gd name="T71" fmla="*/ 180 h 740"/>
              <a:gd name="T72" fmla="*/ 7 w 7"/>
              <a:gd name="T73" fmla="*/ 159 h 740"/>
              <a:gd name="T74" fmla="*/ 7 w 7"/>
              <a:gd name="T75" fmla="*/ 140 h 740"/>
              <a:gd name="T76" fmla="*/ 0 w 7"/>
              <a:gd name="T77" fmla="*/ 118 h 740"/>
              <a:gd name="T78" fmla="*/ 7 w 7"/>
              <a:gd name="T79" fmla="*/ 140 h 740"/>
              <a:gd name="T80" fmla="*/ 0 w 7"/>
              <a:gd name="T81" fmla="*/ 99 h 740"/>
              <a:gd name="T82" fmla="*/ 7 w 7"/>
              <a:gd name="T83" fmla="*/ 78 h 740"/>
              <a:gd name="T84" fmla="*/ 7 w 7"/>
              <a:gd name="T85" fmla="*/ 59 h 740"/>
              <a:gd name="T86" fmla="*/ 0 w 7"/>
              <a:gd name="T87" fmla="*/ 38 h 740"/>
              <a:gd name="T88" fmla="*/ 7 w 7"/>
              <a:gd name="T89" fmla="*/ 59 h 740"/>
              <a:gd name="T90" fmla="*/ 0 w 7"/>
              <a:gd name="T91" fmla="*/ 19 h 740"/>
              <a:gd name="T92" fmla="*/ 7 w 7"/>
              <a:gd name="T93" fmla="*/ 0 h 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 h="740">
                <a:moveTo>
                  <a:pt x="7" y="740"/>
                </a:moveTo>
                <a:lnTo>
                  <a:pt x="0" y="740"/>
                </a:lnTo>
                <a:lnTo>
                  <a:pt x="0" y="718"/>
                </a:lnTo>
                <a:lnTo>
                  <a:pt x="7" y="718"/>
                </a:lnTo>
                <a:lnTo>
                  <a:pt x="7" y="740"/>
                </a:lnTo>
                <a:close/>
                <a:moveTo>
                  <a:pt x="7" y="699"/>
                </a:moveTo>
                <a:lnTo>
                  <a:pt x="0" y="699"/>
                </a:lnTo>
                <a:lnTo>
                  <a:pt x="0" y="678"/>
                </a:lnTo>
                <a:lnTo>
                  <a:pt x="7" y="678"/>
                </a:lnTo>
                <a:lnTo>
                  <a:pt x="7" y="699"/>
                </a:lnTo>
                <a:close/>
                <a:moveTo>
                  <a:pt x="7" y="659"/>
                </a:moveTo>
                <a:lnTo>
                  <a:pt x="0" y="659"/>
                </a:lnTo>
                <a:lnTo>
                  <a:pt x="0" y="638"/>
                </a:lnTo>
                <a:lnTo>
                  <a:pt x="7" y="638"/>
                </a:lnTo>
                <a:lnTo>
                  <a:pt x="7" y="659"/>
                </a:lnTo>
                <a:close/>
                <a:moveTo>
                  <a:pt x="7" y="619"/>
                </a:moveTo>
                <a:lnTo>
                  <a:pt x="0" y="619"/>
                </a:lnTo>
                <a:lnTo>
                  <a:pt x="0" y="600"/>
                </a:lnTo>
                <a:lnTo>
                  <a:pt x="7" y="600"/>
                </a:lnTo>
                <a:lnTo>
                  <a:pt x="7" y="619"/>
                </a:lnTo>
                <a:close/>
                <a:moveTo>
                  <a:pt x="7" y="578"/>
                </a:moveTo>
                <a:lnTo>
                  <a:pt x="0" y="578"/>
                </a:lnTo>
                <a:lnTo>
                  <a:pt x="0" y="559"/>
                </a:lnTo>
                <a:lnTo>
                  <a:pt x="7" y="559"/>
                </a:lnTo>
                <a:lnTo>
                  <a:pt x="7" y="578"/>
                </a:lnTo>
                <a:close/>
                <a:moveTo>
                  <a:pt x="7" y="538"/>
                </a:moveTo>
                <a:lnTo>
                  <a:pt x="0" y="538"/>
                </a:lnTo>
                <a:lnTo>
                  <a:pt x="0" y="519"/>
                </a:lnTo>
                <a:lnTo>
                  <a:pt x="7" y="519"/>
                </a:lnTo>
                <a:lnTo>
                  <a:pt x="7" y="538"/>
                </a:lnTo>
                <a:close/>
                <a:moveTo>
                  <a:pt x="7" y="498"/>
                </a:moveTo>
                <a:lnTo>
                  <a:pt x="0" y="498"/>
                </a:lnTo>
                <a:lnTo>
                  <a:pt x="0" y="479"/>
                </a:lnTo>
                <a:lnTo>
                  <a:pt x="7" y="479"/>
                </a:lnTo>
                <a:lnTo>
                  <a:pt x="7" y="498"/>
                </a:lnTo>
                <a:close/>
                <a:moveTo>
                  <a:pt x="7" y="460"/>
                </a:moveTo>
                <a:lnTo>
                  <a:pt x="0" y="460"/>
                </a:lnTo>
                <a:lnTo>
                  <a:pt x="0" y="438"/>
                </a:lnTo>
                <a:lnTo>
                  <a:pt x="7" y="438"/>
                </a:lnTo>
                <a:lnTo>
                  <a:pt x="7" y="460"/>
                </a:lnTo>
                <a:close/>
                <a:moveTo>
                  <a:pt x="7" y="420"/>
                </a:moveTo>
                <a:lnTo>
                  <a:pt x="0" y="420"/>
                </a:lnTo>
                <a:lnTo>
                  <a:pt x="0" y="398"/>
                </a:lnTo>
                <a:lnTo>
                  <a:pt x="7" y="398"/>
                </a:lnTo>
                <a:lnTo>
                  <a:pt x="7" y="420"/>
                </a:lnTo>
                <a:close/>
                <a:moveTo>
                  <a:pt x="0" y="379"/>
                </a:moveTo>
                <a:lnTo>
                  <a:pt x="0" y="358"/>
                </a:lnTo>
                <a:lnTo>
                  <a:pt x="7" y="358"/>
                </a:lnTo>
                <a:lnTo>
                  <a:pt x="7" y="379"/>
                </a:lnTo>
                <a:lnTo>
                  <a:pt x="0" y="379"/>
                </a:lnTo>
                <a:close/>
                <a:moveTo>
                  <a:pt x="7" y="339"/>
                </a:moveTo>
                <a:lnTo>
                  <a:pt x="0" y="339"/>
                </a:lnTo>
                <a:lnTo>
                  <a:pt x="0" y="320"/>
                </a:lnTo>
                <a:lnTo>
                  <a:pt x="7" y="320"/>
                </a:lnTo>
                <a:lnTo>
                  <a:pt x="7" y="339"/>
                </a:lnTo>
                <a:close/>
                <a:moveTo>
                  <a:pt x="7" y="299"/>
                </a:moveTo>
                <a:lnTo>
                  <a:pt x="0" y="299"/>
                </a:lnTo>
                <a:lnTo>
                  <a:pt x="0" y="280"/>
                </a:lnTo>
                <a:lnTo>
                  <a:pt x="7" y="280"/>
                </a:lnTo>
                <a:lnTo>
                  <a:pt x="7" y="299"/>
                </a:lnTo>
                <a:close/>
                <a:moveTo>
                  <a:pt x="7" y="258"/>
                </a:moveTo>
                <a:lnTo>
                  <a:pt x="0" y="258"/>
                </a:lnTo>
                <a:lnTo>
                  <a:pt x="0" y="239"/>
                </a:lnTo>
                <a:lnTo>
                  <a:pt x="7" y="239"/>
                </a:lnTo>
                <a:lnTo>
                  <a:pt x="7" y="258"/>
                </a:lnTo>
                <a:close/>
                <a:moveTo>
                  <a:pt x="7" y="218"/>
                </a:moveTo>
                <a:lnTo>
                  <a:pt x="0" y="218"/>
                </a:lnTo>
                <a:lnTo>
                  <a:pt x="0" y="199"/>
                </a:lnTo>
                <a:lnTo>
                  <a:pt x="7" y="199"/>
                </a:lnTo>
                <a:lnTo>
                  <a:pt x="7" y="218"/>
                </a:lnTo>
                <a:close/>
                <a:moveTo>
                  <a:pt x="7" y="180"/>
                </a:moveTo>
                <a:lnTo>
                  <a:pt x="0" y="180"/>
                </a:lnTo>
                <a:lnTo>
                  <a:pt x="0" y="159"/>
                </a:lnTo>
                <a:lnTo>
                  <a:pt x="7" y="159"/>
                </a:lnTo>
                <a:lnTo>
                  <a:pt x="7" y="180"/>
                </a:lnTo>
                <a:close/>
                <a:moveTo>
                  <a:pt x="7" y="140"/>
                </a:moveTo>
                <a:lnTo>
                  <a:pt x="0" y="140"/>
                </a:lnTo>
                <a:lnTo>
                  <a:pt x="0" y="118"/>
                </a:lnTo>
                <a:lnTo>
                  <a:pt x="7" y="118"/>
                </a:lnTo>
                <a:lnTo>
                  <a:pt x="7" y="140"/>
                </a:lnTo>
                <a:close/>
                <a:moveTo>
                  <a:pt x="7" y="99"/>
                </a:moveTo>
                <a:lnTo>
                  <a:pt x="0" y="99"/>
                </a:lnTo>
                <a:lnTo>
                  <a:pt x="0" y="78"/>
                </a:lnTo>
                <a:lnTo>
                  <a:pt x="7" y="78"/>
                </a:lnTo>
                <a:lnTo>
                  <a:pt x="7" y="99"/>
                </a:lnTo>
                <a:close/>
                <a:moveTo>
                  <a:pt x="7" y="59"/>
                </a:moveTo>
                <a:lnTo>
                  <a:pt x="0" y="59"/>
                </a:lnTo>
                <a:lnTo>
                  <a:pt x="0" y="38"/>
                </a:lnTo>
                <a:lnTo>
                  <a:pt x="7" y="38"/>
                </a:lnTo>
                <a:lnTo>
                  <a:pt x="7" y="59"/>
                </a:lnTo>
                <a:close/>
                <a:moveTo>
                  <a:pt x="7" y="19"/>
                </a:moveTo>
                <a:lnTo>
                  <a:pt x="0" y="19"/>
                </a:lnTo>
                <a:lnTo>
                  <a:pt x="0" y="0"/>
                </a:lnTo>
                <a:lnTo>
                  <a:pt x="7" y="0"/>
                </a:lnTo>
                <a:lnTo>
                  <a:pt x="7" y="19"/>
                </a:lnTo>
                <a:close/>
              </a:path>
            </a:pathLst>
          </a:custGeom>
          <a:solidFill>
            <a:srgbClr val="219980"/>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31" name="Rectangle 30"/>
          <p:cNvSpPr>
            <a:spLocks noChangeArrowheads="1"/>
          </p:cNvSpPr>
          <p:nvPr/>
        </p:nvSpPr>
        <p:spPr bwMode="auto">
          <a:xfrm>
            <a:off x="3256070" y="3417461"/>
            <a:ext cx="14004" cy="18007"/>
          </a:xfrm>
          <a:prstGeom prst="rect">
            <a:avLst/>
          </a:prstGeom>
          <a:solidFill>
            <a:srgbClr val="DEC85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31"/>
          <p:cNvSpPr>
            <a:spLocks/>
          </p:cNvSpPr>
          <p:nvPr/>
        </p:nvSpPr>
        <p:spPr bwMode="auto">
          <a:xfrm>
            <a:off x="3138032" y="1746913"/>
            <a:ext cx="246080" cy="238079"/>
          </a:xfrm>
          <a:custGeom>
            <a:avLst/>
            <a:gdLst>
              <a:gd name="T0" fmla="*/ 61 w 123"/>
              <a:gd name="T1" fmla="*/ 0 h 119"/>
              <a:gd name="T2" fmla="*/ 80 w 123"/>
              <a:gd name="T3" fmla="*/ 38 h 119"/>
              <a:gd name="T4" fmla="*/ 123 w 123"/>
              <a:gd name="T5" fmla="*/ 45 h 119"/>
              <a:gd name="T6" fmla="*/ 92 w 123"/>
              <a:gd name="T7" fmla="*/ 76 h 119"/>
              <a:gd name="T8" fmla="*/ 99 w 123"/>
              <a:gd name="T9" fmla="*/ 119 h 119"/>
              <a:gd name="T10" fmla="*/ 61 w 123"/>
              <a:gd name="T11" fmla="*/ 97 h 119"/>
              <a:gd name="T12" fmla="*/ 23 w 123"/>
              <a:gd name="T13" fmla="*/ 119 h 119"/>
              <a:gd name="T14" fmla="*/ 31 w 123"/>
              <a:gd name="T15" fmla="*/ 76 h 119"/>
              <a:gd name="T16" fmla="*/ 0 w 123"/>
              <a:gd name="T17" fmla="*/ 45 h 119"/>
              <a:gd name="T18" fmla="*/ 42 w 123"/>
              <a:gd name="T19" fmla="*/ 38 h 119"/>
              <a:gd name="T20" fmla="*/ 61 w 123"/>
              <a:gd name="T21" fmla="*/ 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3" h="119">
                <a:moveTo>
                  <a:pt x="61" y="0"/>
                </a:moveTo>
                <a:lnTo>
                  <a:pt x="80" y="38"/>
                </a:lnTo>
                <a:lnTo>
                  <a:pt x="123" y="45"/>
                </a:lnTo>
                <a:lnTo>
                  <a:pt x="92" y="76"/>
                </a:lnTo>
                <a:lnTo>
                  <a:pt x="99" y="119"/>
                </a:lnTo>
                <a:lnTo>
                  <a:pt x="61" y="97"/>
                </a:lnTo>
                <a:lnTo>
                  <a:pt x="23" y="119"/>
                </a:lnTo>
                <a:lnTo>
                  <a:pt x="31" y="76"/>
                </a:lnTo>
                <a:lnTo>
                  <a:pt x="0" y="45"/>
                </a:lnTo>
                <a:lnTo>
                  <a:pt x="42" y="38"/>
                </a:lnTo>
                <a:lnTo>
                  <a:pt x="61" y="0"/>
                </a:lnTo>
                <a:close/>
              </a:path>
            </a:pathLst>
          </a:custGeom>
          <a:solidFill>
            <a:srgbClr val="219980"/>
          </a:solidFill>
          <a:ln>
            <a:noFill/>
          </a:ln>
          <a:effectLst/>
        </p:spPr>
        <p:txBody>
          <a:bodyPr vert="horz" wrap="square" lIns="91440" tIns="45720" rIns="91440" bIns="45720" numCol="1" anchor="t" anchorCtr="0" compatLnSpc="1">
            <a:prstTxWarp prst="textNoShape">
              <a:avLst/>
            </a:prstTxWarp>
          </a:bodyPr>
          <a:lstStyle/>
          <a:p>
            <a:endParaRPr lang="zh-CN" altLang="en-US"/>
          </a:p>
        </p:txBody>
      </p:sp>
      <p:sp>
        <p:nvSpPr>
          <p:cNvPr id="33" name="Rectangle 32"/>
          <p:cNvSpPr>
            <a:spLocks noChangeArrowheads="1"/>
          </p:cNvSpPr>
          <p:nvPr/>
        </p:nvSpPr>
        <p:spPr bwMode="auto">
          <a:xfrm>
            <a:off x="5158694" y="1836943"/>
            <a:ext cx="14004" cy="20007"/>
          </a:xfrm>
          <a:prstGeom prst="rect">
            <a:avLst/>
          </a:prstGeom>
          <a:solidFill>
            <a:srgbClr val="95422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33"/>
          <p:cNvSpPr>
            <a:spLocks noEditPoints="1"/>
          </p:cNvSpPr>
          <p:nvPr/>
        </p:nvSpPr>
        <p:spPr bwMode="auto">
          <a:xfrm>
            <a:off x="5158694" y="1894961"/>
            <a:ext cx="14004" cy="1478485"/>
          </a:xfrm>
          <a:custGeom>
            <a:avLst/>
            <a:gdLst>
              <a:gd name="T0" fmla="*/ 0 w 7"/>
              <a:gd name="T1" fmla="*/ 739 h 739"/>
              <a:gd name="T2" fmla="*/ 7 w 7"/>
              <a:gd name="T3" fmla="*/ 720 h 739"/>
              <a:gd name="T4" fmla="*/ 7 w 7"/>
              <a:gd name="T5" fmla="*/ 701 h 739"/>
              <a:gd name="T6" fmla="*/ 0 w 7"/>
              <a:gd name="T7" fmla="*/ 680 h 739"/>
              <a:gd name="T8" fmla="*/ 7 w 7"/>
              <a:gd name="T9" fmla="*/ 701 h 739"/>
              <a:gd name="T10" fmla="*/ 0 w 7"/>
              <a:gd name="T11" fmla="*/ 661 h 739"/>
              <a:gd name="T12" fmla="*/ 7 w 7"/>
              <a:gd name="T13" fmla="*/ 640 h 739"/>
              <a:gd name="T14" fmla="*/ 7 w 7"/>
              <a:gd name="T15" fmla="*/ 621 h 739"/>
              <a:gd name="T16" fmla="*/ 0 w 7"/>
              <a:gd name="T17" fmla="*/ 599 h 739"/>
              <a:gd name="T18" fmla="*/ 7 w 7"/>
              <a:gd name="T19" fmla="*/ 621 h 739"/>
              <a:gd name="T20" fmla="*/ 0 w 7"/>
              <a:gd name="T21" fmla="*/ 580 h 739"/>
              <a:gd name="T22" fmla="*/ 7 w 7"/>
              <a:gd name="T23" fmla="*/ 561 h 739"/>
              <a:gd name="T24" fmla="*/ 7 w 7"/>
              <a:gd name="T25" fmla="*/ 540 h 739"/>
              <a:gd name="T26" fmla="*/ 0 w 7"/>
              <a:gd name="T27" fmla="*/ 521 h 739"/>
              <a:gd name="T28" fmla="*/ 7 w 7"/>
              <a:gd name="T29" fmla="*/ 540 h 739"/>
              <a:gd name="T30" fmla="*/ 0 w 7"/>
              <a:gd name="T31" fmla="*/ 500 h 739"/>
              <a:gd name="T32" fmla="*/ 7 w 7"/>
              <a:gd name="T33" fmla="*/ 481 h 739"/>
              <a:gd name="T34" fmla="*/ 7 w 7"/>
              <a:gd name="T35" fmla="*/ 459 h 739"/>
              <a:gd name="T36" fmla="*/ 0 w 7"/>
              <a:gd name="T37" fmla="*/ 440 h 739"/>
              <a:gd name="T38" fmla="*/ 7 w 7"/>
              <a:gd name="T39" fmla="*/ 459 h 739"/>
              <a:gd name="T40" fmla="*/ 0 w 7"/>
              <a:gd name="T41" fmla="*/ 422 h 739"/>
              <a:gd name="T42" fmla="*/ 7 w 7"/>
              <a:gd name="T43" fmla="*/ 400 h 739"/>
              <a:gd name="T44" fmla="*/ 0 w 7"/>
              <a:gd name="T45" fmla="*/ 381 h 739"/>
              <a:gd name="T46" fmla="*/ 7 w 7"/>
              <a:gd name="T47" fmla="*/ 360 h 739"/>
              <a:gd name="T48" fmla="*/ 0 w 7"/>
              <a:gd name="T49" fmla="*/ 381 h 739"/>
              <a:gd name="T50" fmla="*/ 0 w 7"/>
              <a:gd name="T51" fmla="*/ 341 h 739"/>
              <a:gd name="T52" fmla="*/ 7 w 7"/>
              <a:gd name="T53" fmla="*/ 320 h 739"/>
              <a:gd name="T54" fmla="*/ 7 w 7"/>
              <a:gd name="T55" fmla="*/ 301 h 739"/>
              <a:gd name="T56" fmla="*/ 0 w 7"/>
              <a:gd name="T57" fmla="*/ 279 h 739"/>
              <a:gd name="T58" fmla="*/ 7 w 7"/>
              <a:gd name="T59" fmla="*/ 301 h 739"/>
              <a:gd name="T60" fmla="*/ 0 w 7"/>
              <a:gd name="T61" fmla="*/ 260 h 739"/>
              <a:gd name="T62" fmla="*/ 7 w 7"/>
              <a:gd name="T63" fmla="*/ 241 h 739"/>
              <a:gd name="T64" fmla="*/ 7 w 7"/>
              <a:gd name="T65" fmla="*/ 220 h 739"/>
              <a:gd name="T66" fmla="*/ 0 w 7"/>
              <a:gd name="T67" fmla="*/ 201 h 739"/>
              <a:gd name="T68" fmla="*/ 7 w 7"/>
              <a:gd name="T69" fmla="*/ 220 h 739"/>
              <a:gd name="T70" fmla="*/ 0 w 7"/>
              <a:gd name="T71" fmla="*/ 180 h 739"/>
              <a:gd name="T72" fmla="*/ 7 w 7"/>
              <a:gd name="T73" fmla="*/ 161 h 739"/>
              <a:gd name="T74" fmla="*/ 7 w 7"/>
              <a:gd name="T75" fmla="*/ 139 h 739"/>
              <a:gd name="T76" fmla="*/ 0 w 7"/>
              <a:gd name="T77" fmla="*/ 120 h 739"/>
              <a:gd name="T78" fmla="*/ 7 w 7"/>
              <a:gd name="T79" fmla="*/ 139 h 739"/>
              <a:gd name="T80" fmla="*/ 0 w 7"/>
              <a:gd name="T81" fmla="*/ 101 h 739"/>
              <a:gd name="T82" fmla="*/ 7 w 7"/>
              <a:gd name="T83" fmla="*/ 80 h 739"/>
              <a:gd name="T84" fmla="*/ 7 w 7"/>
              <a:gd name="T85" fmla="*/ 61 h 739"/>
              <a:gd name="T86" fmla="*/ 0 w 7"/>
              <a:gd name="T87" fmla="*/ 40 h 739"/>
              <a:gd name="T88" fmla="*/ 7 w 7"/>
              <a:gd name="T89" fmla="*/ 61 h 739"/>
              <a:gd name="T90" fmla="*/ 0 w 7"/>
              <a:gd name="T91" fmla="*/ 21 h 739"/>
              <a:gd name="T92" fmla="*/ 7 w 7"/>
              <a:gd name="T93" fmla="*/ 0 h 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 h="739">
                <a:moveTo>
                  <a:pt x="7" y="739"/>
                </a:moveTo>
                <a:lnTo>
                  <a:pt x="0" y="739"/>
                </a:lnTo>
                <a:lnTo>
                  <a:pt x="0" y="720"/>
                </a:lnTo>
                <a:lnTo>
                  <a:pt x="7" y="720"/>
                </a:lnTo>
                <a:lnTo>
                  <a:pt x="7" y="739"/>
                </a:lnTo>
                <a:close/>
                <a:moveTo>
                  <a:pt x="7" y="701"/>
                </a:moveTo>
                <a:lnTo>
                  <a:pt x="0" y="701"/>
                </a:lnTo>
                <a:lnTo>
                  <a:pt x="0" y="680"/>
                </a:lnTo>
                <a:lnTo>
                  <a:pt x="7" y="680"/>
                </a:lnTo>
                <a:lnTo>
                  <a:pt x="7" y="701"/>
                </a:lnTo>
                <a:close/>
                <a:moveTo>
                  <a:pt x="7" y="661"/>
                </a:moveTo>
                <a:lnTo>
                  <a:pt x="0" y="661"/>
                </a:lnTo>
                <a:lnTo>
                  <a:pt x="0" y="640"/>
                </a:lnTo>
                <a:lnTo>
                  <a:pt x="7" y="640"/>
                </a:lnTo>
                <a:lnTo>
                  <a:pt x="7" y="661"/>
                </a:lnTo>
                <a:close/>
                <a:moveTo>
                  <a:pt x="7" y="621"/>
                </a:moveTo>
                <a:lnTo>
                  <a:pt x="0" y="621"/>
                </a:lnTo>
                <a:lnTo>
                  <a:pt x="0" y="599"/>
                </a:lnTo>
                <a:lnTo>
                  <a:pt x="7" y="599"/>
                </a:lnTo>
                <a:lnTo>
                  <a:pt x="7" y="621"/>
                </a:lnTo>
                <a:close/>
                <a:moveTo>
                  <a:pt x="7" y="580"/>
                </a:moveTo>
                <a:lnTo>
                  <a:pt x="0" y="580"/>
                </a:lnTo>
                <a:lnTo>
                  <a:pt x="0" y="561"/>
                </a:lnTo>
                <a:lnTo>
                  <a:pt x="7" y="561"/>
                </a:lnTo>
                <a:lnTo>
                  <a:pt x="7" y="580"/>
                </a:lnTo>
                <a:close/>
                <a:moveTo>
                  <a:pt x="7" y="540"/>
                </a:moveTo>
                <a:lnTo>
                  <a:pt x="0" y="540"/>
                </a:lnTo>
                <a:lnTo>
                  <a:pt x="0" y="521"/>
                </a:lnTo>
                <a:lnTo>
                  <a:pt x="7" y="521"/>
                </a:lnTo>
                <a:lnTo>
                  <a:pt x="7" y="540"/>
                </a:lnTo>
                <a:close/>
                <a:moveTo>
                  <a:pt x="7" y="500"/>
                </a:moveTo>
                <a:lnTo>
                  <a:pt x="0" y="500"/>
                </a:lnTo>
                <a:lnTo>
                  <a:pt x="0" y="481"/>
                </a:lnTo>
                <a:lnTo>
                  <a:pt x="7" y="481"/>
                </a:lnTo>
                <a:lnTo>
                  <a:pt x="7" y="500"/>
                </a:lnTo>
                <a:close/>
                <a:moveTo>
                  <a:pt x="7" y="459"/>
                </a:moveTo>
                <a:lnTo>
                  <a:pt x="0" y="459"/>
                </a:lnTo>
                <a:lnTo>
                  <a:pt x="0" y="440"/>
                </a:lnTo>
                <a:lnTo>
                  <a:pt x="7" y="440"/>
                </a:lnTo>
                <a:lnTo>
                  <a:pt x="7" y="459"/>
                </a:lnTo>
                <a:close/>
                <a:moveTo>
                  <a:pt x="7" y="422"/>
                </a:moveTo>
                <a:lnTo>
                  <a:pt x="0" y="422"/>
                </a:lnTo>
                <a:lnTo>
                  <a:pt x="0" y="400"/>
                </a:lnTo>
                <a:lnTo>
                  <a:pt x="7" y="400"/>
                </a:lnTo>
                <a:lnTo>
                  <a:pt x="7" y="422"/>
                </a:lnTo>
                <a:close/>
                <a:moveTo>
                  <a:pt x="0" y="381"/>
                </a:moveTo>
                <a:lnTo>
                  <a:pt x="0" y="360"/>
                </a:lnTo>
                <a:lnTo>
                  <a:pt x="7" y="360"/>
                </a:lnTo>
                <a:lnTo>
                  <a:pt x="7" y="381"/>
                </a:lnTo>
                <a:lnTo>
                  <a:pt x="0" y="381"/>
                </a:lnTo>
                <a:close/>
                <a:moveTo>
                  <a:pt x="7" y="341"/>
                </a:moveTo>
                <a:lnTo>
                  <a:pt x="0" y="341"/>
                </a:lnTo>
                <a:lnTo>
                  <a:pt x="0" y="320"/>
                </a:lnTo>
                <a:lnTo>
                  <a:pt x="7" y="320"/>
                </a:lnTo>
                <a:lnTo>
                  <a:pt x="7" y="341"/>
                </a:lnTo>
                <a:close/>
                <a:moveTo>
                  <a:pt x="7" y="301"/>
                </a:moveTo>
                <a:lnTo>
                  <a:pt x="0" y="301"/>
                </a:lnTo>
                <a:lnTo>
                  <a:pt x="0" y="279"/>
                </a:lnTo>
                <a:lnTo>
                  <a:pt x="7" y="279"/>
                </a:lnTo>
                <a:lnTo>
                  <a:pt x="7" y="301"/>
                </a:lnTo>
                <a:close/>
                <a:moveTo>
                  <a:pt x="7" y="260"/>
                </a:moveTo>
                <a:lnTo>
                  <a:pt x="0" y="260"/>
                </a:lnTo>
                <a:lnTo>
                  <a:pt x="0" y="241"/>
                </a:lnTo>
                <a:lnTo>
                  <a:pt x="7" y="241"/>
                </a:lnTo>
                <a:lnTo>
                  <a:pt x="7" y="260"/>
                </a:lnTo>
                <a:close/>
                <a:moveTo>
                  <a:pt x="7" y="220"/>
                </a:moveTo>
                <a:lnTo>
                  <a:pt x="0" y="220"/>
                </a:lnTo>
                <a:lnTo>
                  <a:pt x="0" y="201"/>
                </a:lnTo>
                <a:lnTo>
                  <a:pt x="7" y="201"/>
                </a:lnTo>
                <a:lnTo>
                  <a:pt x="7" y="220"/>
                </a:lnTo>
                <a:close/>
                <a:moveTo>
                  <a:pt x="7" y="180"/>
                </a:moveTo>
                <a:lnTo>
                  <a:pt x="0" y="180"/>
                </a:lnTo>
                <a:lnTo>
                  <a:pt x="0" y="161"/>
                </a:lnTo>
                <a:lnTo>
                  <a:pt x="7" y="161"/>
                </a:lnTo>
                <a:lnTo>
                  <a:pt x="7" y="180"/>
                </a:lnTo>
                <a:close/>
                <a:moveTo>
                  <a:pt x="7" y="139"/>
                </a:moveTo>
                <a:lnTo>
                  <a:pt x="0" y="139"/>
                </a:lnTo>
                <a:lnTo>
                  <a:pt x="0" y="120"/>
                </a:lnTo>
                <a:lnTo>
                  <a:pt x="7" y="120"/>
                </a:lnTo>
                <a:lnTo>
                  <a:pt x="7" y="139"/>
                </a:lnTo>
                <a:close/>
                <a:moveTo>
                  <a:pt x="7" y="101"/>
                </a:moveTo>
                <a:lnTo>
                  <a:pt x="0" y="101"/>
                </a:lnTo>
                <a:lnTo>
                  <a:pt x="0" y="80"/>
                </a:lnTo>
                <a:lnTo>
                  <a:pt x="7" y="80"/>
                </a:lnTo>
                <a:lnTo>
                  <a:pt x="7" y="101"/>
                </a:lnTo>
                <a:close/>
                <a:moveTo>
                  <a:pt x="7" y="61"/>
                </a:moveTo>
                <a:lnTo>
                  <a:pt x="0" y="61"/>
                </a:lnTo>
                <a:lnTo>
                  <a:pt x="0" y="40"/>
                </a:lnTo>
                <a:lnTo>
                  <a:pt x="7" y="40"/>
                </a:lnTo>
                <a:lnTo>
                  <a:pt x="7" y="61"/>
                </a:lnTo>
                <a:close/>
                <a:moveTo>
                  <a:pt x="7" y="21"/>
                </a:moveTo>
                <a:lnTo>
                  <a:pt x="0" y="21"/>
                </a:lnTo>
                <a:lnTo>
                  <a:pt x="0" y="0"/>
                </a:lnTo>
                <a:lnTo>
                  <a:pt x="7" y="0"/>
                </a:lnTo>
                <a:lnTo>
                  <a:pt x="7" y="21"/>
                </a:ln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Rectangle 34"/>
          <p:cNvSpPr>
            <a:spLocks noChangeArrowheads="1"/>
          </p:cNvSpPr>
          <p:nvPr/>
        </p:nvSpPr>
        <p:spPr bwMode="auto">
          <a:xfrm>
            <a:off x="5158694" y="3417461"/>
            <a:ext cx="14004" cy="18007"/>
          </a:xfrm>
          <a:prstGeom prst="rect">
            <a:avLst/>
          </a:prstGeom>
          <a:solidFill>
            <a:srgbClr val="95422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35"/>
          <p:cNvSpPr>
            <a:spLocks/>
          </p:cNvSpPr>
          <p:nvPr/>
        </p:nvSpPr>
        <p:spPr bwMode="auto">
          <a:xfrm>
            <a:off x="5040654" y="1746913"/>
            <a:ext cx="246080" cy="238079"/>
          </a:xfrm>
          <a:custGeom>
            <a:avLst/>
            <a:gdLst>
              <a:gd name="T0" fmla="*/ 61 w 123"/>
              <a:gd name="T1" fmla="*/ 0 h 119"/>
              <a:gd name="T2" fmla="*/ 80 w 123"/>
              <a:gd name="T3" fmla="*/ 38 h 119"/>
              <a:gd name="T4" fmla="*/ 123 w 123"/>
              <a:gd name="T5" fmla="*/ 45 h 119"/>
              <a:gd name="T6" fmla="*/ 92 w 123"/>
              <a:gd name="T7" fmla="*/ 76 h 119"/>
              <a:gd name="T8" fmla="*/ 102 w 123"/>
              <a:gd name="T9" fmla="*/ 119 h 119"/>
              <a:gd name="T10" fmla="*/ 61 w 123"/>
              <a:gd name="T11" fmla="*/ 97 h 119"/>
              <a:gd name="T12" fmla="*/ 24 w 123"/>
              <a:gd name="T13" fmla="*/ 119 h 119"/>
              <a:gd name="T14" fmla="*/ 31 w 123"/>
              <a:gd name="T15" fmla="*/ 76 h 119"/>
              <a:gd name="T16" fmla="*/ 0 w 123"/>
              <a:gd name="T17" fmla="*/ 45 h 119"/>
              <a:gd name="T18" fmla="*/ 42 w 123"/>
              <a:gd name="T19" fmla="*/ 38 h 119"/>
              <a:gd name="T20" fmla="*/ 61 w 123"/>
              <a:gd name="T21" fmla="*/ 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3" h="119">
                <a:moveTo>
                  <a:pt x="61" y="0"/>
                </a:moveTo>
                <a:lnTo>
                  <a:pt x="80" y="38"/>
                </a:lnTo>
                <a:lnTo>
                  <a:pt x="123" y="45"/>
                </a:lnTo>
                <a:lnTo>
                  <a:pt x="92" y="76"/>
                </a:lnTo>
                <a:lnTo>
                  <a:pt x="102" y="119"/>
                </a:lnTo>
                <a:lnTo>
                  <a:pt x="61" y="97"/>
                </a:lnTo>
                <a:lnTo>
                  <a:pt x="24" y="119"/>
                </a:lnTo>
                <a:lnTo>
                  <a:pt x="31" y="76"/>
                </a:lnTo>
                <a:lnTo>
                  <a:pt x="0" y="45"/>
                </a:lnTo>
                <a:lnTo>
                  <a:pt x="42" y="38"/>
                </a:lnTo>
                <a:lnTo>
                  <a:pt x="61" y="0"/>
                </a:ln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Rectangle 36"/>
          <p:cNvSpPr>
            <a:spLocks noChangeArrowheads="1"/>
          </p:cNvSpPr>
          <p:nvPr/>
        </p:nvSpPr>
        <p:spPr bwMode="auto">
          <a:xfrm>
            <a:off x="7075322" y="1836943"/>
            <a:ext cx="14004" cy="20007"/>
          </a:xfrm>
          <a:prstGeom prst="rect">
            <a:avLst/>
          </a:prstGeom>
          <a:solidFill>
            <a:srgbClr val="3BAB8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37"/>
          <p:cNvSpPr>
            <a:spLocks noEditPoints="1"/>
          </p:cNvSpPr>
          <p:nvPr/>
        </p:nvSpPr>
        <p:spPr bwMode="auto">
          <a:xfrm>
            <a:off x="7075322" y="1894961"/>
            <a:ext cx="14004" cy="1478485"/>
          </a:xfrm>
          <a:custGeom>
            <a:avLst/>
            <a:gdLst>
              <a:gd name="T0" fmla="*/ 0 w 7"/>
              <a:gd name="T1" fmla="*/ 739 h 739"/>
              <a:gd name="T2" fmla="*/ 7 w 7"/>
              <a:gd name="T3" fmla="*/ 720 h 739"/>
              <a:gd name="T4" fmla="*/ 7 w 7"/>
              <a:gd name="T5" fmla="*/ 699 h 739"/>
              <a:gd name="T6" fmla="*/ 0 w 7"/>
              <a:gd name="T7" fmla="*/ 680 h 739"/>
              <a:gd name="T8" fmla="*/ 7 w 7"/>
              <a:gd name="T9" fmla="*/ 699 h 739"/>
              <a:gd name="T10" fmla="*/ 0 w 7"/>
              <a:gd name="T11" fmla="*/ 661 h 739"/>
              <a:gd name="T12" fmla="*/ 7 w 7"/>
              <a:gd name="T13" fmla="*/ 640 h 739"/>
              <a:gd name="T14" fmla="*/ 7 w 7"/>
              <a:gd name="T15" fmla="*/ 621 h 739"/>
              <a:gd name="T16" fmla="*/ 0 w 7"/>
              <a:gd name="T17" fmla="*/ 599 h 739"/>
              <a:gd name="T18" fmla="*/ 7 w 7"/>
              <a:gd name="T19" fmla="*/ 621 h 739"/>
              <a:gd name="T20" fmla="*/ 0 w 7"/>
              <a:gd name="T21" fmla="*/ 580 h 739"/>
              <a:gd name="T22" fmla="*/ 7 w 7"/>
              <a:gd name="T23" fmla="*/ 559 h 739"/>
              <a:gd name="T24" fmla="*/ 7 w 7"/>
              <a:gd name="T25" fmla="*/ 540 h 739"/>
              <a:gd name="T26" fmla="*/ 0 w 7"/>
              <a:gd name="T27" fmla="*/ 519 h 739"/>
              <a:gd name="T28" fmla="*/ 7 w 7"/>
              <a:gd name="T29" fmla="*/ 540 h 739"/>
              <a:gd name="T30" fmla="*/ 0 w 7"/>
              <a:gd name="T31" fmla="*/ 500 h 739"/>
              <a:gd name="T32" fmla="*/ 7 w 7"/>
              <a:gd name="T33" fmla="*/ 481 h 739"/>
              <a:gd name="T34" fmla="*/ 7 w 7"/>
              <a:gd name="T35" fmla="*/ 459 h 739"/>
              <a:gd name="T36" fmla="*/ 0 w 7"/>
              <a:gd name="T37" fmla="*/ 440 h 739"/>
              <a:gd name="T38" fmla="*/ 7 w 7"/>
              <a:gd name="T39" fmla="*/ 459 h 739"/>
              <a:gd name="T40" fmla="*/ 0 w 7"/>
              <a:gd name="T41" fmla="*/ 419 h 739"/>
              <a:gd name="T42" fmla="*/ 7 w 7"/>
              <a:gd name="T43" fmla="*/ 400 h 739"/>
              <a:gd name="T44" fmla="*/ 0 w 7"/>
              <a:gd name="T45" fmla="*/ 379 h 739"/>
              <a:gd name="T46" fmla="*/ 7 w 7"/>
              <a:gd name="T47" fmla="*/ 360 h 739"/>
              <a:gd name="T48" fmla="*/ 0 w 7"/>
              <a:gd name="T49" fmla="*/ 379 h 739"/>
              <a:gd name="T50" fmla="*/ 0 w 7"/>
              <a:gd name="T51" fmla="*/ 341 h 739"/>
              <a:gd name="T52" fmla="*/ 7 w 7"/>
              <a:gd name="T53" fmla="*/ 320 h 739"/>
              <a:gd name="T54" fmla="*/ 7 w 7"/>
              <a:gd name="T55" fmla="*/ 301 h 739"/>
              <a:gd name="T56" fmla="*/ 0 w 7"/>
              <a:gd name="T57" fmla="*/ 279 h 739"/>
              <a:gd name="T58" fmla="*/ 7 w 7"/>
              <a:gd name="T59" fmla="*/ 301 h 739"/>
              <a:gd name="T60" fmla="*/ 0 w 7"/>
              <a:gd name="T61" fmla="*/ 260 h 739"/>
              <a:gd name="T62" fmla="*/ 7 w 7"/>
              <a:gd name="T63" fmla="*/ 239 h 739"/>
              <a:gd name="T64" fmla="*/ 7 w 7"/>
              <a:gd name="T65" fmla="*/ 220 h 739"/>
              <a:gd name="T66" fmla="*/ 0 w 7"/>
              <a:gd name="T67" fmla="*/ 201 h 739"/>
              <a:gd name="T68" fmla="*/ 7 w 7"/>
              <a:gd name="T69" fmla="*/ 220 h 739"/>
              <a:gd name="T70" fmla="*/ 0 w 7"/>
              <a:gd name="T71" fmla="*/ 180 h 739"/>
              <a:gd name="T72" fmla="*/ 7 w 7"/>
              <a:gd name="T73" fmla="*/ 161 h 739"/>
              <a:gd name="T74" fmla="*/ 7 w 7"/>
              <a:gd name="T75" fmla="*/ 139 h 739"/>
              <a:gd name="T76" fmla="*/ 0 w 7"/>
              <a:gd name="T77" fmla="*/ 120 h 739"/>
              <a:gd name="T78" fmla="*/ 7 w 7"/>
              <a:gd name="T79" fmla="*/ 139 h 739"/>
              <a:gd name="T80" fmla="*/ 0 w 7"/>
              <a:gd name="T81" fmla="*/ 99 h 739"/>
              <a:gd name="T82" fmla="*/ 7 w 7"/>
              <a:gd name="T83" fmla="*/ 80 h 739"/>
              <a:gd name="T84" fmla="*/ 7 w 7"/>
              <a:gd name="T85" fmla="*/ 61 h 739"/>
              <a:gd name="T86" fmla="*/ 0 w 7"/>
              <a:gd name="T87" fmla="*/ 40 h 739"/>
              <a:gd name="T88" fmla="*/ 7 w 7"/>
              <a:gd name="T89" fmla="*/ 61 h 739"/>
              <a:gd name="T90" fmla="*/ 0 w 7"/>
              <a:gd name="T91" fmla="*/ 21 h 739"/>
              <a:gd name="T92" fmla="*/ 7 w 7"/>
              <a:gd name="T93" fmla="*/ 0 h 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 h="739">
                <a:moveTo>
                  <a:pt x="7" y="739"/>
                </a:moveTo>
                <a:lnTo>
                  <a:pt x="0" y="739"/>
                </a:lnTo>
                <a:lnTo>
                  <a:pt x="0" y="720"/>
                </a:lnTo>
                <a:lnTo>
                  <a:pt x="7" y="720"/>
                </a:lnTo>
                <a:lnTo>
                  <a:pt x="7" y="739"/>
                </a:lnTo>
                <a:close/>
                <a:moveTo>
                  <a:pt x="7" y="699"/>
                </a:moveTo>
                <a:lnTo>
                  <a:pt x="0" y="699"/>
                </a:lnTo>
                <a:lnTo>
                  <a:pt x="0" y="680"/>
                </a:lnTo>
                <a:lnTo>
                  <a:pt x="7" y="680"/>
                </a:lnTo>
                <a:lnTo>
                  <a:pt x="7" y="699"/>
                </a:lnTo>
                <a:close/>
                <a:moveTo>
                  <a:pt x="7" y="661"/>
                </a:moveTo>
                <a:lnTo>
                  <a:pt x="0" y="661"/>
                </a:lnTo>
                <a:lnTo>
                  <a:pt x="0" y="640"/>
                </a:lnTo>
                <a:lnTo>
                  <a:pt x="7" y="640"/>
                </a:lnTo>
                <a:lnTo>
                  <a:pt x="7" y="661"/>
                </a:lnTo>
                <a:close/>
                <a:moveTo>
                  <a:pt x="7" y="621"/>
                </a:moveTo>
                <a:lnTo>
                  <a:pt x="0" y="621"/>
                </a:lnTo>
                <a:lnTo>
                  <a:pt x="0" y="599"/>
                </a:lnTo>
                <a:lnTo>
                  <a:pt x="7" y="599"/>
                </a:lnTo>
                <a:lnTo>
                  <a:pt x="7" y="621"/>
                </a:lnTo>
                <a:close/>
                <a:moveTo>
                  <a:pt x="7" y="580"/>
                </a:moveTo>
                <a:lnTo>
                  <a:pt x="0" y="580"/>
                </a:lnTo>
                <a:lnTo>
                  <a:pt x="0" y="559"/>
                </a:lnTo>
                <a:lnTo>
                  <a:pt x="7" y="559"/>
                </a:lnTo>
                <a:lnTo>
                  <a:pt x="7" y="580"/>
                </a:lnTo>
                <a:close/>
                <a:moveTo>
                  <a:pt x="7" y="540"/>
                </a:moveTo>
                <a:lnTo>
                  <a:pt x="0" y="540"/>
                </a:lnTo>
                <a:lnTo>
                  <a:pt x="0" y="519"/>
                </a:lnTo>
                <a:lnTo>
                  <a:pt x="7" y="519"/>
                </a:lnTo>
                <a:lnTo>
                  <a:pt x="7" y="540"/>
                </a:lnTo>
                <a:close/>
                <a:moveTo>
                  <a:pt x="7" y="500"/>
                </a:moveTo>
                <a:lnTo>
                  <a:pt x="0" y="500"/>
                </a:lnTo>
                <a:lnTo>
                  <a:pt x="0" y="481"/>
                </a:lnTo>
                <a:lnTo>
                  <a:pt x="7" y="481"/>
                </a:lnTo>
                <a:lnTo>
                  <a:pt x="7" y="500"/>
                </a:lnTo>
                <a:close/>
                <a:moveTo>
                  <a:pt x="7" y="459"/>
                </a:moveTo>
                <a:lnTo>
                  <a:pt x="0" y="459"/>
                </a:lnTo>
                <a:lnTo>
                  <a:pt x="0" y="440"/>
                </a:lnTo>
                <a:lnTo>
                  <a:pt x="7" y="440"/>
                </a:lnTo>
                <a:lnTo>
                  <a:pt x="7" y="459"/>
                </a:lnTo>
                <a:close/>
                <a:moveTo>
                  <a:pt x="7" y="419"/>
                </a:moveTo>
                <a:lnTo>
                  <a:pt x="0" y="419"/>
                </a:lnTo>
                <a:lnTo>
                  <a:pt x="0" y="400"/>
                </a:lnTo>
                <a:lnTo>
                  <a:pt x="7" y="400"/>
                </a:lnTo>
                <a:lnTo>
                  <a:pt x="7" y="419"/>
                </a:lnTo>
                <a:close/>
                <a:moveTo>
                  <a:pt x="0" y="379"/>
                </a:moveTo>
                <a:lnTo>
                  <a:pt x="0" y="360"/>
                </a:lnTo>
                <a:lnTo>
                  <a:pt x="7" y="360"/>
                </a:lnTo>
                <a:lnTo>
                  <a:pt x="7" y="379"/>
                </a:lnTo>
                <a:lnTo>
                  <a:pt x="0" y="379"/>
                </a:lnTo>
                <a:close/>
                <a:moveTo>
                  <a:pt x="7" y="341"/>
                </a:moveTo>
                <a:lnTo>
                  <a:pt x="0" y="341"/>
                </a:lnTo>
                <a:lnTo>
                  <a:pt x="0" y="320"/>
                </a:lnTo>
                <a:lnTo>
                  <a:pt x="7" y="320"/>
                </a:lnTo>
                <a:lnTo>
                  <a:pt x="7" y="341"/>
                </a:lnTo>
                <a:close/>
                <a:moveTo>
                  <a:pt x="7" y="301"/>
                </a:moveTo>
                <a:lnTo>
                  <a:pt x="0" y="301"/>
                </a:lnTo>
                <a:lnTo>
                  <a:pt x="0" y="279"/>
                </a:lnTo>
                <a:lnTo>
                  <a:pt x="7" y="279"/>
                </a:lnTo>
                <a:lnTo>
                  <a:pt x="7" y="301"/>
                </a:lnTo>
                <a:close/>
                <a:moveTo>
                  <a:pt x="7" y="260"/>
                </a:moveTo>
                <a:lnTo>
                  <a:pt x="0" y="260"/>
                </a:lnTo>
                <a:lnTo>
                  <a:pt x="0" y="239"/>
                </a:lnTo>
                <a:lnTo>
                  <a:pt x="7" y="239"/>
                </a:lnTo>
                <a:lnTo>
                  <a:pt x="7" y="260"/>
                </a:lnTo>
                <a:close/>
                <a:moveTo>
                  <a:pt x="7" y="220"/>
                </a:moveTo>
                <a:lnTo>
                  <a:pt x="0" y="220"/>
                </a:lnTo>
                <a:lnTo>
                  <a:pt x="0" y="201"/>
                </a:lnTo>
                <a:lnTo>
                  <a:pt x="7" y="201"/>
                </a:lnTo>
                <a:lnTo>
                  <a:pt x="7" y="220"/>
                </a:lnTo>
                <a:close/>
                <a:moveTo>
                  <a:pt x="7" y="180"/>
                </a:moveTo>
                <a:lnTo>
                  <a:pt x="0" y="180"/>
                </a:lnTo>
                <a:lnTo>
                  <a:pt x="0" y="161"/>
                </a:lnTo>
                <a:lnTo>
                  <a:pt x="7" y="161"/>
                </a:lnTo>
                <a:lnTo>
                  <a:pt x="7" y="180"/>
                </a:lnTo>
                <a:close/>
                <a:moveTo>
                  <a:pt x="7" y="139"/>
                </a:moveTo>
                <a:lnTo>
                  <a:pt x="0" y="139"/>
                </a:lnTo>
                <a:lnTo>
                  <a:pt x="0" y="120"/>
                </a:lnTo>
                <a:lnTo>
                  <a:pt x="7" y="120"/>
                </a:lnTo>
                <a:lnTo>
                  <a:pt x="7" y="139"/>
                </a:lnTo>
                <a:close/>
                <a:moveTo>
                  <a:pt x="7" y="99"/>
                </a:moveTo>
                <a:lnTo>
                  <a:pt x="0" y="99"/>
                </a:lnTo>
                <a:lnTo>
                  <a:pt x="0" y="80"/>
                </a:lnTo>
                <a:lnTo>
                  <a:pt x="7" y="80"/>
                </a:lnTo>
                <a:lnTo>
                  <a:pt x="7" y="99"/>
                </a:lnTo>
                <a:close/>
                <a:moveTo>
                  <a:pt x="7" y="61"/>
                </a:moveTo>
                <a:lnTo>
                  <a:pt x="0" y="61"/>
                </a:lnTo>
                <a:lnTo>
                  <a:pt x="0" y="40"/>
                </a:lnTo>
                <a:lnTo>
                  <a:pt x="7" y="40"/>
                </a:lnTo>
                <a:lnTo>
                  <a:pt x="7" y="61"/>
                </a:lnTo>
                <a:close/>
                <a:moveTo>
                  <a:pt x="7" y="21"/>
                </a:moveTo>
                <a:lnTo>
                  <a:pt x="0" y="21"/>
                </a:lnTo>
                <a:lnTo>
                  <a:pt x="0" y="0"/>
                </a:lnTo>
                <a:lnTo>
                  <a:pt x="7" y="0"/>
                </a:lnTo>
                <a:lnTo>
                  <a:pt x="7" y="21"/>
                </a:lnTo>
                <a:close/>
              </a:path>
            </a:pathLst>
          </a:custGeom>
          <a:solidFill>
            <a:srgbClr val="EB6B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Rectangle 38"/>
          <p:cNvSpPr>
            <a:spLocks noChangeArrowheads="1"/>
          </p:cNvSpPr>
          <p:nvPr/>
        </p:nvSpPr>
        <p:spPr bwMode="auto">
          <a:xfrm>
            <a:off x="7075322" y="3417461"/>
            <a:ext cx="14004" cy="18007"/>
          </a:xfrm>
          <a:prstGeom prst="rect">
            <a:avLst/>
          </a:prstGeom>
          <a:solidFill>
            <a:srgbClr val="3BAB8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39"/>
          <p:cNvSpPr>
            <a:spLocks/>
          </p:cNvSpPr>
          <p:nvPr/>
        </p:nvSpPr>
        <p:spPr bwMode="auto">
          <a:xfrm>
            <a:off x="6957282" y="1746913"/>
            <a:ext cx="246080" cy="238079"/>
          </a:xfrm>
          <a:custGeom>
            <a:avLst/>
            <a:gdLst>
              <a:gd name="T0" fmla="*/ 62 w 123"/>
              <a:gd name="T1" fmla="*/ 0 h 119"/>
              <a:gd name="T2" fmla="*/ 81 w 123"/>
              <a:gd name="T3" fmla="*/ 38 h 119"/>
              <a:gd name="T4" fmla="*/ 123 w 123"/>
              <a:gd name="T5" fmla="*/ 45 h 119"/>
              <a:gd name="T6" fmla="*/ 92 w 123"/>
              <a:gd name="T7" fmla="*/ 76 h 119"/>
              <a:gd name="T8" fmla="*/ 102 w 123"/>
              <a:gd name="T9" fmla="*/ 119 h 119"/>
              <a:gd name="T10" fmla="*/ 62 w 123"/>
              <a:gd name="T11" fmla="*/ 97 h 119"/>
              <a:gd name="T12" fmla="*/ 24 w 123"/>
              <a:gd name="T13" fmla="*/ 119 h 119"/>
              <a:gd name="T14" fmla="*/ 31 w 123"/>
              <a:gd name="T15" fmla="*/ 76 h 119"/>
              <a:gd name="T16" fmla="*/ 0 w 123"/>
              <a:gd name="T17" fmla="*/ 45 h 119"/>
              <a:gd name="T18" fmla="*/ 43 w 123"/>
              <a:gd name="T19" fmla="*/ 38 h 119"/>
              <a:gd name="T20" fmla="*/ 62 w 123"/>
              <a:gd name="T21" fmla="*/ 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3" h="119">
                <a:moveTo>
                  <a:pt x="62" y="0"/>
                </a:moveTo>
                <a:lnTo>
                  <a:pt x="81" y="38"/>
                </a:lnTo>
                <a:lnTo>
                  <a:pt x="123" y="45"/>
                </a:lnTo>
                <a:lnTo>
                  <a:pt x="92" y="76"/>
                </a:lnTo>
                <a:lnTo>
                  <a:pt x="102" y="119"/>
                </a:lnTo>
                <a:lnTo>
                  <a:pt x="62" y="97"/>
                </a:lnTo>
                <a:lnTo>
                  <a:pt x="24" y="119"/>
                </a:lnTo>
                <a:lnTo>
                  <a:pt x="31" y="76"/>
                </a:lnTo>
                <a:lnTo>
                  <a:pt x="0" y="45"/>
                </a:lnTo>
                <a:lnTo>
                  <a:pt x="43" y="38"/>
                </a:lnTo>
                <a:lnTo>
                  <a:pt x="62" y="0"/>
                </a:lnTo>
                <a:close/>
              </a:path>
            </a:pathLst>
          </a:custGeom>
          <a:solidFill>
            <a:srgbClr val="EB6B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Rectangle 40"/>
          <p:cNvSpPr>
            <a:spLocks noChangeArrowheads="1"/>
          </p:cNvSpPr>
          <p:nvPr/>
        </p:nvSpPr>
        <p:spPr bwMode="auto">
          <a:xfrm>
            <a:off x="8991949" y="1832942"/>
            <a:ext cx="16005" cy="24008"/>
          </a:xfrm>
          <a:prstGeom prst="rect">
            <a:avLst/>
          </a:prstGeom>
          <a:solidFill>
            <a:srgbClr val="7F6F6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41"/>
          <p:cNvSpPr>
            <a:spLocks noEditPoints="1"/>
          </p:cNvSpPr>
          <p:nvPr/>
        </p:nvSpPr>
        <p:spPr bwMode="auto">
          <a:xfrm>
            <a:off x="8991949" y="1894961"/>
            <a:ext cx="16005" cy="1478485"/>
          </a:xfrm>
          <a:custGeom>
            <a:avLst/>
            <a:gdLst>
              <a:gd name="T0" fmla="*/ 0 w 8"/>
              <a:gd name="T1" fmla="*/ 739 h 739"/>
              <a:gd name="T2" fmla="*/ 8 w 8"/>
              <a:gd name="T3" fmla="*/ 720 h 739"/>
              <a:gd name="T4" fmla="*/ 8 w 8"/>
              <a:gd name="T5" fmla="*/ 699 h 739"/>
              <a:gd name="T6" fmla="*/ 0 w 8"/>
              <a:gd name="T7" fmla="*/ 680 h 739"/>
              <a:gd name="T8" fmla="*/ 8 w 8"/>
              <a:gd name="T9" fmla="*/ 699 h 739"/>
              <a:gd name="T10" fmla="*/ 0 w 8"/>
              <a:gd name="T11" fmla="*/ 659 h 739"/>
              <a:gd name="T12" fmla="*/ 8 w 8"/>
              <a:gd name="T13" fmla="*/ 640 h 739"/>
              <a:gd name="T14" fmla="*/ 8 w 8"/>
              <a:gd name="T15" fmla="*/ 618 h 739"/>
              <a:gd name="T16" fmla="*/ 0 w 8"/>
              <a:gd name="T17" fmla="*/ 599 h 739"/>
              <a:gd name="T18" fmla="*/ 8 w 8"/>
              <a:gd name="T19" fmla="*/ 618 h 739"/>
              <a:gd name="T20" fmla="*/ 0 w 8"/>
              <a:gd name="T21" fmla="*/ 580 h 739"/>
              <a:gd name="T22" fmla="*/ 8 w 8"/>
              <a:gd name="T23" fmla="*/ 559 h 739"/>
              <a:gd name="T24" fmla="*/ 8 w 8"/>
              <a:gd name="T25" fmla="*/ 540 h 739"/>
              <a:gd name="T26" fmla="*/ 0 w 8"/>
              <a:gd name="T27" fmla="*/ 519 h 739"/>
              <a:gd name="T28" fmla="*/ 8 w 8"/>
              <a:gd name="T29" fmla="*/ 540 h 739"/>
              <a:gd name="T30" fmla="*/ 0 w 8"/>
              <a:gd name="T31" fmla="*/ 500 h 739"/>
              <a:gd name="T32" fmla="*/ 8 w 8"/>
              <a:gd name="T33" fmla="*/ 478 h 739"/>
              <a:gd name="T34" fmla="*/ 8 w 8"/>
              <a:gd name="T35" fmla="*/ 459 h 739"/>
              <a:gd name="T36" fmla="*/ 0 w 8"/>
              <a:gd name="T37" fmla="*/ 440 h 739"/>
              <a:gd name="T38" fmla="*/ 8 w 8"/>
              <a:gd name="T39" fmla="*/ 459 h 739"/>
              <a:gd name="T40" fmla="*/ 0 w 8"/>
              <a:gd name="T41" fmla="*/ 419 h 739"/>
              <a:gd name="T42" fmla="*/ 8 w 8"/>
              <a:gd name="T43" fmla="*/ 400 h 739"/>
              <a:gd name="T44" fmla="*/ 0 w 8"/>
              <a:gd name="T45" fmla="*/ 379 h 739"/>
              <a:gd name="T46" fmla="*/ 8 w 8"/>
              <a:gd name="T47" fmla="*/ 360 h 739"/>
              <a:gd name="T48" fmla="*/ 0 w 8"/>
              <a:gd name="T49" fmla="*/ 379 h 739"/>
              <a:gd name="T50" fmla="*/ 0 w 8"/>
              <a:gd name="T51" fmla="*/ 339 h 739"/>
              <a:gd name="T52" fmla="*/ 8 w 8"/>
              <a:gd name="T53" fmla="*/ 320 h 739"/>
              <a:gd name="T54" fmla="*/ 8 w 8"/>
              <a:gd name="T55" fmla="*/ 301 h 739"/>
              <a:gd name="T56" fmla="*/ 0 w 8"/>
              <a:gd name="T57" fmla="*/ 279 h 739"/>
              <a:gd name="T58" fmla="*/ 8 w 8"/>
              <a:gd name="T59" fmla="*/ 301 h 739"/>
              <a:gd name="T60" fmla="*/ 0 w 8"/>
              <a:gd name="T61" fmla="*/ 260 h 739"/>
              <a:gd name="T62" fmla="*/ 8 w 8"/>
              <a:gd name="T63" fmla="*/ 239 h 739"/>
              <a:gd name="T64" fmla="*/ 8 w 8"/>
              <a:gd name="T65" fmla="*/ 220 h 739"/>
              <a:gd name="T66" fmla="*/ 0 w 8"/>
              <a:gd name="T67" fmla="*/ 199 h 739"/>
              <a:gd name="T68" fmla="*/ 8 w 8"/>
              <a:gd name="T69" fmla="*/ 220 h 739"/>
              <a:gd name="T70" fmla="*/ 0 w 8"/>
              <a:gd name="T71" fmla="*/ 180 h 739"/>
              <a:gd name="T72" fmla="*/ 8 w 8"/>
              <a:gd name="T73" fmla="*/ 161 h 739"/>
              <a:gd name="T74" fmla="*/ 8 w 8"/>
              <a:gd name="T75" fmla="*/ 139 h 739"/>
              <a:gd name="T76" fmla="*/ 0 w 8"/>
              <a:gd name="T77" fmla="*/ 120 h 739"/>
              <a:gd name="T78" fmla="*/ 8 w 8"/>
              <a:gd name="T79" fmla="*/ 139 h 739"/>
              <a:gd name="T80" fmla="*/ 0 w 8"/>
              <a:gd name="T81" fmla="*/ 99 h 739"/>
              <a:gd name="T82" fmla="*/ 8 w 8"/>
              <a:gd name="T83" fmla="*/ 80 h 739"/>
              <a:gd name="T84" fmla="*/ 8 w 8"/>
              <a:gd name="T85" fmla="*/ 59 h 739"/>
              <a:gd name="T86" fmla="*/ 0 w 8"/>
              <a:gd name="T87" fmla="*/ 40 h 739"/>
              <a:gd name="T88" fmla="*/ 8 w 8"/>
              <a:gd name="T89" fmla="*/ 59 h 739"/>
              <a:gd name="T90" fmla="*/ 0 w 8"/>
              <a:gd name="T91" fmla="*/ 21 h 739"/>
              <a:gd name="T92" fmla="*/ 8 w 8"/>
              <a:gd name="T93" fmla="*/ 0 h 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 h="739">
                <a:moveTo>
                  <a:pt x="8" y="739"/>
                </a:moveTo>
                <a:lnTo>
                  <a:pt x="0" y="739"/>
                </a:lnTo>
                <a:lnTo>
                  <a:pt x="0" y="720"/>
                </a:lnTo>
                <a:lnTo>
                  <a:pt x="8" y="720"/>
                </a:lnTo>
                <a:lnTo>
                  <a:pt x="8" y="739"/>
                </a:lnTo>
                <a:close/>
                <a:moveTo>
                  <a:pt x="8" y="699"/>
                </a:moveTo>
                <a:lnTo>
                  <a:pt x="0" y="699"/>
                </a:lnTo>
                <a:lnTo>
                  <a:pt x="0" y="680"/>
                </a:lnTo>
                <a:lnTo>
                  <a:pt x="8" y="680"/>
                </a:lnTo>
                <a:lnTo>
                  <a:pt x="8" y="699"/>
                </a:lnTo>
                <a:close/>
                <a:moveTo>
                  <a:pt x="8" y="659"/>
                </a:moveTo>
                <a:lnTo>
                  <a:pt x="0" y="659"/>
                </a:lnTo>
                <a:lnTo>
                  <a:pt x="0" y="640"/>
                </a:lnTo>
                <a:lnTo>
                  <a:pt x="8" y="640"/>
                </a:lnTo>
                <a:lnTo>
                  <a:pt x="8" y="659"/>
                </a:lnTo>
                <a:close/>
                <a:moveTo>
                  <a:pt x="8" y="618"/>
                </a:moveTo>
                <a:lnTo>
                  <a:pt x="0" y="618"/>
                </a:lnTo>
                <a:lnTo>
                  <a:pt x="0" y="599"/>
                </a:lnTo>
                <a:lnTo>
                  <a:pt x="8" y="599"/>
                </a:lnTo>
                <a:lnTo>
                  <a:pt x="8" y="618"/>
                </a:lnTo>
                <a:close/>
                <a:moveTo>
                  <a:pt x="8" y="580"/>
                </a:moveTo>
                <a:lnTo>
                  <a:pt x="0" y="580"/>
                </a:lnTo>
                <a:lnTo>
                  <a:pt x="0" y="559"/>
                </a:lnTo>
                <a:lnTo>
                  <a:pt x="8" y="559"/>
                </a:lnTo>
                <a:lnTo>
                  <a:pt x="8" y="580"/>
                </a:lnTo>
                <a:close/>
                <a:moveTo>
                  <a:pt x="8" y="540"/>
                </a:moveTo>
                <a:lnTo>
                  <a:pt x="0" y="540"/>
                </a:lnTo>
                <a:lnTo>
                  <a:pt x="0" y="519"/>
                </a:lnTo>
                <a:lnTo>
                  <a:pt x="8" y="519"/>
                </a:lnTo>
                <a:lnTo>
                  <a:pt x="8" y="540"/>
                </a:lnTo>
                <a:close/>
                <a:moveTo>
                  <a:pt x="8" y="500"/>
                </a:moveTo>
                <a:lnTo>
                  <a:pt x="0" y="500"/>
                </a:lnTo>
                <a:lnTo>
                  <a:pt x="0" y="478"/>
                </a:lnTo>
                <a:lnTo>
                  <a:pt x="8" y="478"/>
                </a:lnTo>
                <a:lnTo>
                  <a:pt x="8" y="500"/>
                </a:lnTo>
                <a:close/>
                <a:moveTo>
                  <a:pt x="8" y="459"/>
                </a:moveTo>
                <a:lnTo>
                  <a:pt x="0" y="459"/>
                </a:lnTo>
                <a:lnTo>
                  <a:pt x="0" y="440"/>
                </a:lnTo>
                <a:lnTo>
                  <a:pt x="8" y="440"/>
                </a:lnTo>
                <a:lnTo>
                  <a:pt x="8" y="459"/>
                </a:lnTo>
                <a:close/>
                <a:moveTo>
                  <a:pt x="8" y="419"/>
                </a:moveTo>
                <a:lnTo>
                  <a:pt x="0" y="419"/>
                </a:lnTo>
                <a:lnTo>
                  <a:pt x="0" y="400"/>
                </a:lnTo>
                <a:lnTo>
                  <a:pt x="8" y="400"/>
                </a:lnTo>
                <a:lnTo>
                  <a:pt x="8" y="419"/>
                </a:lnTo>
                <a:close/>
                <a:moveTo>
                  <a:pt x="0" y="379"/>
                </a:moveTo>
                <a:lnTo>
                  <a:pt x="0" y="360"/>
                </a:lnTo>
                <a:lnTo>
                  <a:pt x="8" y="360"/>
                </a:lnTo>
                <a:lnTo>
                  <a:pt x="8" y="379"/>
                </a:lnTo>
                <a:lnTo>
                  <a:pt x="0" y="379"/>
                </a:lnTo>
                <a:close/>
                <a:moveTo>
                  <a:pt x="8" y="339"/>
                </a:moveTo>
                <a:lnTo>
                  <a:pt x="0" y="339"/>
                </a:lnTo>
                <a:lnTo>
                  <a:pt x="0" y="320"/>
                </a:lnTo>
                <a:lnTo>
                  <a:pt x="8" y="320"/>
                </a:lnTo>
                <a:lnTo>
                  <a:pt x="8" y="339"/>
                </a:lnTo>
                <a:close/>
                <a:moveTo>
                  <a:pt x="8" y="301"/>
                </a:moveTo>
                <a:lnTo>
                  <a:pt x="0" y="301"/>
                </a:lnTo>
                <a:lnTo>
                  <a:pt x="0" y="279"/>
                </a:lnTo>
                <a:lnTo>
                  <a:pt x="8" y="279"/>
                </a:lnTo>
                <a:lnTo>
                  <a:pt x="8" y="301"/>
                </a:lnTo>
                <a:close/>
                <a:moveTo>
                  <a:pt x="8" y="260"/>
                </a:moveTo>
                <a:lnTo>
                  <a:pt x="0" y="260"/>
                </a:lnTo>
                <a:lnTo>
                  <a:pt x="0" y="239"/>
                </a:lnTo>
                <a:lnTo>
                  <a:pt x="8" y="239"/>
                </a:lnTo>
                <a:lnTo>
                  <a:pt x="8" y="260"/>
                </a:lnTo>
                <a:close/>
                <a:moveTo>
                  <a:pt x="8" y="220"/>
                </a:moveTo>
                <a:lnTo>
                  <a:pt x="0" y="220"/>
                </a:lnTo>
                <a:lnTo>
                  <a:pt x="0" y="199"/>
                </a:lnTo>
                <a:lnTo>
                  <a:pt x="8" y="199"/>
                </a:lnTo>
                <a:lnTo>
                  <a:pt x="8" y="220"/>
                </a:lnTo>
                <a:close/>
                <a:moveTo>
                  <a:pt x="8" y="180"/>
                </a:moveTo>
                <a:lnTo>
                  <a:pt x="0" y="180"/>
                </a:lnTo>
                <a:lnTo>
                  <a:pt x="0" y="161"/>
                </a:lnTo>
                <a:lnTo>
                  <a:pt x="8" y="161"/>
                </a:lnTo>
                <a:lnTo>
                  <a:pt x="8" y="180"/>
                </a:lnTo>
                <a:close/>
                <a:moveTo>
                  <a:pt x="8" y="139"/>
                </a:moveTo>
                <a:lnTo>
                  <a:pt x="0" y="139"/>
                </a:lnTo>
                <a:lnTo>
                  <a:pt x="0" y="120"/>
                </a:lnTo>
                <a:lnTo>
                  <a:pt x="8" y="120"/>
                </a:lnTo>
                <a:lnTo>
                  <a:pt x="8" y="139"/>
                </a:lnTo>
                <a:close/>
                <a:moveTo>
                  <a:pt x="8" y="99"/>
                </a:moveTo>
                <a:lnTo>
                  <a:pt x="0" y="99"/>
                </a:lnTo>
                <a:lnTo>
                  <a:pt x="0" y="80"/>
                </a:lnTo>
                <a:lnTo>
                  <a:pt x="8" y="80"/>
                </a:lnTo>
                <a:lnTo>
                  <a:pt x="8" y="99"/>
                </a:lnTo>
                <a:close/>
                <a:moveTo>
                  <a:pt x="8" y="59"/>
                </a:moveTo>
                <a:lnTo>
                  <a:pt x="0" y="59"/>
                </a:lnTo>
                <a:lnTo>
                  <a:pt x="0" y="40"/>
                </a:lnTo>
                <a:lnTo>
                  <a:pt x="8" y="40"/>
                </a:lnTo>
                <a:lnTo>
                  <a:pt x="8" y="59"/>
                </a:lnTo>
                <a:close/>
                <a:moveTo>
                  <a:pt x="8" y="21"/>
                </a:moveTo>
                <a:lnTo>
                  <a:pt x="0" y="21"/>
                </a:lnTo>
                <a:lnTo>
                  <a:pt x="0" y="0"/>
                </a:lnTo>
                <a:lnTo>
                  <a:pt x="8" y="0"/>
                </a:lnTo>
                <a:lnTo>
                  <a:pt x="8" y="21"/>
                </a:lnTo>
                <a:close/>
              </a:path>
            </a:pathLst>
          </a:custGeom>
          <a:solidFill>
            <a:srgbClr val="7F6F63"/>
          </a:solidFill>
          <a:ln w="9525">
            <a:noFill/>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43" name="Rectangle 42"/>
          <p:cNvSpPr>
            <a:spLocks noChangeArrowheads="1"/>
          </p:cNvSpPr>
          <p:nvPr/>
        </p:nvSpPr>
        <p:spPr bwMode="auto">
          <a:xfrm>
            <a:off x="8991949" y="3411458"/>
            <a:ext cx="16005" cy="24008"/>
          </a:xfrm>
          <a:prstGeom prst="rect">
            <a:avLst/>
          </a:prstGeom>
          <a:solidFill>
            <a:srgbClr val="7F6F6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43"/>
          <p:cNvSpPr>
            <a:spLocks/>
          </p:cNvSpPr>
          <p:nvPr/>
        </p:nvSpPr>
        <p:spPr bwMode="auto">
          <a:xfrm>
            <a:off x="8873910" y="1746913"/>
            <a:ext cx="246080" cy="238079"/>
          </a:xfrm>
          <a:custGeom>
            <a:avLst/>
            <a:gdLst>
              <a:gd name="T0" fmla="*/ 62 w 123"/>
              <a:gd name="T1" fmla="*/ 0 h 119"/>
              <a:gd name="T2" fmla="*/ 81 w 123"/>
              <a:gd name="T3" fmla="*/ 38 h 119"/>
              <a:gd name="T4" fmla="*/ 123 w 123"/>
              <a:gd name="T5" fmla="*/ 45 h 119"/>
              <a:gd name="T6" fmla="*/ 93 w 123"/>
              <a:gd name="T7" fmla="*/ 76 h 119"/>
              <a:gd name="T8" fmla="*/ 102 w 123"/>
              <a:gd name="T9" fmla="*/ 119 h 119"/>
              <a:gd name="T10" fmla="*/ 62 w 123"/>
              <a:gd name="T11" fmla="*/ 97 h 119"/>
              <a:gd name="T12" fmla="*/ 24 w 123"/>
              <a:gd name="T13" fmla="*/ 119 h 119"/>
              <a:gd name="T14" fmla="*/ 31 w 123"/>
              <a:gd name="T15" fmla="*/ 76 h 119"/>
              <a:gd name="T16" fmla="*/ 0 w 123"/>
              <a:gd name="T17" fmla="*/ 45 h 119"/>
              <a:gd name="T18" fmla="*/ 43 w 123"/>
              <a:gd name="T19" fmla="*/ 38 h 119"/>
              <a:gd name="T20" fmla="*/ 62 w 123"/>
              <a:gd name="T21" fmla="*/ 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3" h="119">
                <a:moveTo>
                  <a:pt x="62" y="0"/>
                </a:moveTo>
                <a:lnTo>
                  <a:pt x="81" y="38"/>
                </a:lnTo>
                <a:lnTo>
                  <a:pt x="123" y="45"/>
                </a:lnTo>
                <a:lnTo>
                  <a:pt x="93" y="76"/>
                </a:lnTo>
                <a:lnTo>
                  <a:pt x="102" y="119"/>
                </a:lnTo>
                <a:lnTo>
                  <a:pt x="62" y="97"/>
                </a:lnTo>
                <a:lnTo>
                  <a:pt x="24" y="119"/>
                </a:lnTo>
                <a:lnTo>
                  <a:pt x="31" y="76"/>
                </a:lnTo>
                <a:lnTo>
                  <a:pt x="0" y="45"/>
                </a:lnTo>
                <a:lnTo>
                  <a:pt x="43" y="38"/>
                </a:lnTo>
                <a:lnTo>
                  <a:pt x="62" y="0"/>
                </a:lnTo>
                <a:close/>
              </a:path>
            </a:pathLst>
          </a:custGeom>
          <a:solidFill>
            <a:srgbClr val="7F6F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文本框 71"/>
          <p:cNvSpPr txBox="1"/>
          <p:nvPr/>
        </p:nvSpPr>
        <p:spPr>
          <a:xfrm>
            <a:off x="1601851" y="3400742"/>
            <a:ext cx="1172116" cy="707886"/>
          </a:xfrm>
          <a:prstGeom prst="rect">
            <a:avLst/>
          </a:prstGeom>
          <a:noFill/>
        </p:spPr>
        <p:txBody>
          <a:bodyPr wrap="none" rtlCol="0">
            <a:spAutoFit/>
          </a:bodyPr>
          <a:lstStyle/>
          <a:p>
            <a:r>
              <a:rPr lang="en-US" altLang="zh-CN" sz="4000" dirty="0">
                <a:solidFill>
                  <a:schemeClr val="bg1"/>
                </a:solidFill>
                <a:latin typeface="Impact" panose="020B0806030902050204" pitchFamily="34" charset="0"/>
              </a:rPr>
              <a:t>2012</a:t>
            </a:r>
            <a:endParaRPr lang="zh-CN" altLang="en-US" sz="4000" dirty="0">
              <a:solidFill>
                <a:schemeClr val="bg1"/>
              </a:solidFill>
              <a:latin typeface="Impact" panose="020B0806030902050204" pitchFamily="34" charset="0"/>
            </a:endParaRPr>
          </a:p>
        </p:txBody>
      </p:sp>
      <p:sp>
        <p:nvSpPr>
          <p:cNvPr id="73" name="文本框 72"/>
          <p:cNvSpPr txBox="1"/>
          <p:nvPr/>
        </p:nvSpPr>
        <p:spPr>
          <a:xfrm>
            <a:off x="3556929" y="3400742"/>
            <a:ext cx="1186543" cy="707886"/>
          </a:xfrm>
          <a:prstGeom prst="rect">
            <a:avLst/>
          </a:prstGeom>
          <a:noFill/>
        </p:spPr>
        <p:txBody>
          <a:bodyPr wrap="none" rtlCol="0">
            <a:spAutoFit/>
          </a:bodyPr>
          <a:lstStyle/>
          <a:p>
            <a:r>
              <a:rPr lang="en-US" altLang="zh-CN" sz="4000" dirty="0">
                <a:solidFill>
                  <a:schemeClr val="bg1"/>
                </a:solidFill>
                <a:latin typeface="Impact" panose="020B0806030902050204" pitchFamily="34" charset="0"/>
              </a:rPr>
              <a:t>2013</a:t>
            </a:r>
            <a:endParaRPr lang="zh-CN" altLang="en-US" sz="4000" dirty="0">
              <a:solidFill>
                <a:schemeClr val="bg1"/>
              </a:solidFill>
              <a:latin typeface="Impact" panose="020B0806030902050204" pitchFamily="34" charset="0"/>
            </a:endParaRPr>
          </a:p>
        </p:txBody>
      </p:sp>
      <p:sp>
        <p:nvSpPr>
          <p:cNvPr id="74" name="文本框 73"/>
          <p:cNvSpPr txBox="1"/>
          <p:nvPr/>
        </p:nvSpPr>
        <p:spPr>
          <a:xfrm>
            <a:off x="5526434" y="3400742"/>
            <a:ext cx="1170513" cy="707886"/>
          </a:xfrm>
          <a:prstGeom prst="rect">
            <a:avLst/>
          </a:prstGeom>
          <a:noFill/>
        </p:spPr>
        <p:txBody>
          <a:bodyPr wrap="none" rtlCol="0">
            <a:spAutoFit/>
          </a:bodyPr>
          <a:lstStyle/>
          <a:p>
            <a:r>
              <a:rPr lang="en-US" altLang="zh-CN" sz="4000" dirty="0">
                <a:solidFill>
                  <a:schemeClr val="bg1"/>
                </a:solidFill>
                <a:latin typeface="Impact" panose="020B0806030902050204" pitchFamily="34" charset="0"/>
              </a:rPr>
              <a:t>2014</a:t>
            </a:r>
            <a:endParaRPr lang="zh-CN" altLang="en-US" sz="4000" dirty="0">
              <a:solidFill>
                <a:schemeClr val="bg1"/>
              </a:solidFill>
              <a:latin typeface="Impact" panose="020B0806030902050204" pitchFamily="34" charset="0"/>
            </a:endParaRPr>
          </a:p>
        </p:txBody>
      </p:sp>
      <p:sp>
        <p:nvSpPr>
          <p:cNvPr id="75" name="文本框 74"/>
          <p:cNvSpPr txBox="1"/>
          <p:nvPr/>
        </p:nvSpPr>
        <p:spPr>
          <a:xfrm>
            <a:off x="7479909" y="3400742"/>
            <a:ext cx="1189749" cy="707886"/>
          </a:xfrm>
          <a:prstGeom prst="rect">
            <a:avLst/>
          </a:prstGeom>
          <a:noFill/>
        </p:spPr>
        <p:txBody>
          <a:bodyPr wrap="none" rtlCol="0">
            <a:spAutoFit/>
          </a:bodyPr>
          <a:lstStyle/>
          <a:p>
            <a:r>
              <a:rPr lang="en-US" altLang="zh-CN" sz="4000" dirty="0">
                <a:solidFill>
                  <a:schemeClr val="bg1"/>
                </a:solidFill>
                <a:latin typeface="Impact" panose="020B0806030902050204" pitchFamily="34" charset="0"/>
              </a:rPr>
              <a:t>2015</a:t>
            </a:r>
            <a:endParaRPr lang="zh-CN" altLang="en-US" sz="4000" dirty="0">
              <a:solidFill>
                <a:schemeClr val="bg1"/>
              </a:solidFill>
              <a:latin typeface="Impact" panose="020B0806030902050204" pitchFamily="34" charset="0"/>
            </a:endParaRPr>
          </a:p>
        </p:txBody>
      </p:sp>
      <p:sp>
        <p:nvSpPr>
          <p:cNvPr id="76" name="文本框 75"/>
          <p:cNvSpPr txBox="1"/>
          <p:nvPr/>
        </p:nvSpPr>
        <p:spPr>
          <a:xfrm>
            <a:off x="9452620" y="3400742"/>
            <a:ext cx="1191352" cy="707886"/>
          </a:xfrm>
          <a:prstGeom prst="rect">
            <a:avLst/>
          </a:prstGeom>
          <a:noFill/>
        </p:spPr>
        <p:txBody>
          <a:bodyPr wrap="none" rtlCol="0">
            <a:spAutoFit/>
          </a:bodyPr>
          <a:lstStyle/>
          <a:p>
            <a:r>
              <a:rPr lang="en-US" altLang="zh-CN" sz="4000" dirty="0">
                <a:solidFill>
                  <a:schemeClr val="bg1"/>
                </a:solidFill>
                <a:latin typeface="Impact" panose="020B0806030902050204" pitchFamily="34" charset="0"/>
              </a:rPr>
              <a:t>2016</a:t>
            </a:r>
            <a:endParaRPr lang="zh-CN" altLang="en-US" sz="4000" dirty="0">
              <a:solidFill>
                <a:schemeClr val="bg1"/>
              </a:solidFill>
              <a:latin typeface="Impact" panose="020B0806030902050204" pitchFamily="34" charset="0"/>
            </a:endParaRPr>
          </a:p>
        </p:txBody>
      </p:sp>
      <p:sp>
        <p:nvSpPr>
          <p:cNvPr id="77" name="矩形 76"/>
          <p:cNvSpPr/>
          <p:nvPr/>
        </p:nvSpPr>
        <p:spPr>
          <a:xfrm>
            <a:off x="1302042" y="1837179"/>
            <a:ext cx="1677674" cy="932563"/>
          </a:xfrm>
          <a:prstGeom prst="rect">
            <a:avLst/>
          </a:prstGeom>
          <a:noFill/>
        </p:spPr>
        <p:txBody>
          <a:bodyPr wrap="square">
            <a:spAutoFit/>
          </a:bodyPr>
          <a:lstStyle/>
          <a:p>
            <a:pPr algn="just">
              <a:lnSpc>
                <a:spcPct val="130000"/>
              </a:lnSpc>
            </a:pPr>
            <a:r>
              <a:rPr lang="zh-CN" altLang="en-US" sz="1400" dirty="0">
                <a:solidFill>
                  <a:schemeClr val="tx1">
                    <a:lumMod val="65000"/>
                    <a:lumOff val="35000"/>
                  </a:schemeClr>
                </a:solidFill>
              </a:rPr>
              <a:t>添加内容添加内容添加内容添加内容添加内容</a:t>
            </a:r>
          </a:p>
        </p:txBody>
      </p:sp>
      <p:sp>
        <p:nvSpPr>
          <p:cNvPr id="78" name="矩形 77"/>
          <p:cNvSpPr/>
          <p:nvPr/>
        </p:nvSpPr>
        <p:spPr>
          <a:xfrm>
            <a:off x="3256529" y="1837179"/>
            <a:ext cx="1677674" cy="932563"/>
          </a:xfrm>
          <a:prstGeom prst="rect">
            <a:avLst/>
          </a:prstGeom>
          <a:noFill/>
        </p:spPr>
        <p:txBody>
          <a:bodyPr wrap="square">
            <a:spAutoFit/>
          </a:bodyPr>
          <a:lstStyle/>
          <a:p>
            <a:pPr algn="just">
              <a:lnSpc>
                <a:spcPct val="130000"/>
              </a:lnSpc>
            </a:pPr>
            <a:r>
              <a:rPr lang="zh-CN" altLang="en-US" sz="1400" dirty="0">
                <a:solidFill>
                  <a:schemeClr val="tx1">
                    <a:lumMod val="65000"/>
                    <a:lumOff val="35000"/>
                  </a:schemeClr>
                </a:solidFill>
              </a:rPr>
              <a:t>添加内容添加内容添加内容添加内容添加内容</a:t>
            </a:r>
          </a:p>
        </p:txBody>
      </p:sp>
      <p:sp>
        <p:nvSpPr>
          <p:cNvPr id="79" name="矩形 78"/>
          <p:cNvSpPr/>
          <p:nvPr/>
        </p:nvSpPr>
        <p:spPr>
          <a:xfrm>
            <a:off x="5211016" y="1837179"/>
            <a:ext cx="1677674" cy="932563"/>
          </a:xfrm>
          <a:prstGeom prst="rect">
            <a:avLst/>
          </a:prstGeom>
          <a:noFill/>
        </p:spPr>
        <p:txBody>
          <a:bodyPr wrap="square">
            <a:spAutoFit/>
          </a:bodyPr>
          <a:lstStyle/>
          <a:p>
            <a:pPr algn="just">
              <a:lnSpc>
                <a:spcPct val="130000"/>
              </a:lnSpc>
            </a:pPr>
            <a:r>
              <a:rPr lang="zh-CN" altLang="en-US" sz="1400" dirty="0">
                <a:solidFill>
                  <a:schemeClr val="tx1">
                    <a:lumMod val="65000"/>
                    <a:lumOff val="35000"/>
                  </a:schemeClr>
                </a:solidFill>
              </a:rPr>
              <a:t>添加内容添加内容添加内容添加内容添加内容</a:t>
            </a:r>
          </a:p>
        </p:txBody>
      </p:sp>
      <p:sp>
        <p:nvSpPr>
          <p:cNvPr id="80" name="矩形 79"/>
          <p:cNvSpPr/>
          <p:nvPr/>
        </p:nvSpPr>
        <p:spPr>
          <a:xfrm>
            <a:off x="7165503" y="1837179"/>
            <a:ext cx="1677674" cy="932563"/>
          </a:xfrm>
          <a:prstGeom prst="rect">
            <a:avLst/>
          </a:prstGeom>
          <a:noFill/>
        </p:spPr>
        <p:txBody>
          <a:bodyPr wrap="square">
            <a:spAutoFit/>
          </a:bodyPr>
          <a:lstStyle/>
          <a:p>
            <a:pPr algn="just">
              <a:lnSpc>
                <a:spcPct val="130000"/>
              </a:lnSpc>
            </a:pPr>
            <a:r>
              <a:rPr lang="zh-CN" altLang="en-US" sz="1400" dirty="0">
                <a:solidFill>
                  <a:schemeClr val="tx1">
                    <a:lumMod val="65000"/>
                    <a:lumOff val="35000"/>
                  </a:schemeClr>
                </a:solidFill>
              </a:rPr>
              <a:t>添加内容添加内容添加内容添加内容添加内容</a:t>
            </a:r>
          </a:p>
        </p:txBody>
      </p:sp>
      <p:sp>
        <p:nvSpPr>
          <p:cNvPr id="81" name="矩形 80"/>
          <p:cNvSpPr/>
          <p:nvPr/>
        </p:nvSpPr>
        <p:spPr>
          <a:xfrm>
            <a:off x="9119990" y="1837179"/>
            <a:ext cx="1677674" cy="932563"/>
          </a:xfrm>
          <a:prstGeom prst="rect">
            <a:avLst/>
          </a:prstGeom>
          <a:noFill/>
        </p:spPr>
        <p:txBody>
          <a:bodyPr wrap="square">
            <a:spAutoFit/>
          </a:bodyPr>
          <a:lstStyle/>
          <a:p>
            <a:pPr algn="just">
              <a:lnSpc>
                <a:spcPct val="130000"/>
              </a:lnSpc>
            </a:pPr>
            <a:r>
              <a:rPr lang="zh-CN" altLang="en-US" sz="1400" dirty="0">
                <a:solidFill>
                  <a:schemeClr val="tx1">
                    <a:lumMod val="65000"/>
                    <a:lumOff val="35000"/>
                  </a:schemeClr>
                </a:solidFill>
              </a:rPr>
              <a:t>添加内容添加内容添加内容添加内容添加内容</a:t>
            </a:r>
          </a:p>
        </p:txBody>
      </p:sp>
      <p:sp>
        <p:nvSpPr>
          <p:cNvPr id="91" name="矩形 90"/>
          <p:cNvSpPr/>
          <p:nvPr/>
        </p:nvSpPr>
        <p:spPr>
          <a:xfrm>
            <a:off x="1120462" y="5593097"/>
            <a:ext cx="9982915" cy="412421"/>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添加内容添加内容添加内容添加内容添加内容添加内容添加内容添加内容添加内容添加内容添加内容</a:t>
            </a:r>
          </a:p>
        </p:txBody>
      </p:sp>
      <p:sp>
        <p:nvSpPr>
          <p:cNvPr id="83" name="矩形 39"/>
          <p:cNvSpPr/>
          <p:nvPr/>
        </p:nvSpPr>
        <p:spPr>
          <a:xfrm>
            <a:off x="0" y="203088"/>
            <a:ext cx="1261884" cy="523220"/>
          </a:xfrm>
          <a:prstGeom prst="rect">
            <a:avLst/>
          </a:prstGeom>
          <a:noFill/>
        </p:spPr>
        <p:txBody>
          <a:bodyPr wrap="none" rtlCol="0">
            <a:spAutoFit/>
          </a:bodyPr>
          <a:lstStyle/>
          <a:p>
            <a:r>
              <a:rPr lang="zh-CN" altLang="en-US" sz="2800" b="1" dirty="0">
                <a:solidFill>
                  <a:schemeClr val="tx1">
                    <a:lumMod val="65000"/>
                    <a:lumOff val="35000"/>
                  </a:schemeClr>
                </a:solidFill>
              </a:rPr>
              <a:t>时间线</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3847257412"/>
      </p:ext>
    </p:extLst>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Rectangle 5"/>
          <p:cNvSpPr>
            <a:spLocks noChangeArrowheads="1"/>
          </p:cNvSpPr>
          <p:nvPr/>
        </p:nvSpPr>
        <p:spPr bwMode="auto">
          <a:xfrm>
            <a:off x="-600" y="3645208"/>
            <a:ext cx="12193200" cy="496366"/>
          </a:xfrm>
          <a:prstGeom prst="rect">
            <a:avLst/>
          </a:pr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5" name="Freeform 6"/>
          <p:cNvSpPr>
            <a:spLocks/>
          </p:cNvSpPr>
          <p:nvPr/>
        </p:nvSpPr>
        <p:spPr bwMode="auto">
          <a:xfrm>
            <a:off x="937338" y="3637149"/>
            <a:ext cx="1779182" cy="501201"/>
          </a:xfrm>
          <a:custGeom>
            <a:avLst/>
            <a:gdLst>
              <a:gd name="T0" fmla="*/ 75 w 467"/>
              <a:gd name="T1" fmla="*/ 125 h 131"/>
              <a:gd name="T2" fmla="*/ 5 w 467"/>
              <a:gd name="T3" fmla="*/ 18 h 131"/>
              <a:gd name="T4" fmla="*/ 14 w 467"/>
              <a:gd name="T5" fmla="*/ 0 h 131"/>
              <a:gd name="T6" fmla="*/ 382 w 467"/>
              <a:gd name="T7" fmla="*/ 0 h 131"/>
              <a:gd name="T8" fmla="*/ 392 w 467"/>
              <a:gd name="T9" fmla="*/ 6 h 131"/>
              <a:gd name="T10" fmla="*/ 462 w 467"/>
              <a:gd name="T11" fmla="*/ 113 h 131"/>
              <a:gd name="T12" fmla="*/ 453 w 467"/>
              <a:gd name="T13" fmla="*/ 131 h 131"/>
              <a:gd name="T14" fmla="*/ 85 w 467"/>
              <a:gd name="T15" fmla="*/ 131 h 131"/>
              <a:gd name="T16" fmla="*/ 75 w 467"/>
              <a:gd name="T17" fmla="*/ 125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7" h="131">
                <a:moveTo>
                  <a:pt x="75" y="125"/>
                </a:moveTo>
                <a:cubicBezTo>
                  <a:pt x="5" y="18"/>
                  <a:pt x="5" y="18"/>
                  <a:pt x="5" y="18"/>
                </a:cubicBezTo>
                <a:cubicBezTo>
                  <a:pt x="0" y="10"/>
                  <a:pt x="5" y="0"/>
                  <a:pt x="14" y="0"/>
                </a:cubicBezTo>
                <a:cubicBezTo>
                  <a:pt x="382" y="0"/>
                  <a:pt x="382" y="0"/>
                  <a:pt x="382" y="0"/>
                </a:cubicBezTo>
                <a:cubicBezTo>
                  <a:pt x="386" y="0"/>
                  <a:pt x="390" y="2"/>
                  <a:pt x="392" y="6"/>
                </a:cubicBezTo>
                <a:cubicBezTo>
                  <a:pt x="462" y="113"/>
                  <a:pt x="462" y="113"/>
                  <a:pt x="462" y="113"/>
                </a:cubicBezTo>
                <a:cubicBezTo>
                  <a:pt x="467" y="121"/>
                  <a:pt x="462" y="131"/>
                  <a:pt x="453" y="131"/>
                </a:cubicBezTo>
                <a:cubicBezTo>
                  <a:pt x="85" y="131"/>
                  <a:pt x="85" y="131"/>
                  <a:pt x="85" y="131"/>
                </a:cubicBezTo>
                <a:cubicBezTo>
                  <a:pt x="81" y="131"/>
                  <a:pt x="77" y="129"/>
                  <a:pt x="75" y="125"/>
                </a:cubicBezTo>
                <a:close/>
              </a:path>
            </a:pathLst>
          </a:custGeom>
          <a:solidFill>
            <a:srgbClr val="4758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7"/>
          <p:cNvSpPr>
            <a:spLocks/>
          </p:cNvSpPr>
          <p:nvPr/>
        </p:nvSpPr>
        <p:spPr bwMode="auto">
          <a:xfrm>
            <a:off x="2613380" y="3637149"/>
            <a:ext cx="1779182" cy="501201"/>
          </a:xfrm>
          <a:custGeom>
            <a:avLst/>
            <a:gdLst>
              <a:gd name="T0" fmla="*/ 75 w 467"/>
              <a:gd name="T1" fmla="*/ 125 h 131"/>
              <a:gd name="T2" fmla="*/ 5 w 467"/>
              <a:gd name="T3" fmla="*/ 18 h 131"/>
              <a:gd name="T4" fmla="*/ 14 w 467"/>
              <a:gd name="T5" fmla="*/ 0 h 131"/>
              <a:gd name="T6" fmla="*/ 382 w 467"/>
              <a:gd name="T7" fmla="*/ 0 h 131"/>
              <a:gd name="T8" fmla="*/ 392 w 467"/>
              <a:gd name="T9" fmla="*/ 6 h 131"/>
              <a:gd name="T10" fmla="*/ 462 w 467"/>
              <a:gd name="T11" fmla="*/ 113 h 131"/>
              <a:gd name="T12" fmla="*/ 453 w 467"/>
              <a:gd name="T13" fmla="*/ 131 h 131"/>
              <a:gd name="T14" fmla="*/ 85 w 467"/>
              <a:gd name="T15" fmla="*/ 131 h 131"/>
              <a:gd name="T16" fmla="*/ 75 w 467"/>
              <a:gd name="T17" fmla="*/ 125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7" h="131">
                <a:moveTo>
                  <a:pt x="75" y="125"/>
                </a:moveTo>
                <a:cubicBezTo>
                  <a:pt x="5" y="18"/>
                  <a:pt x="5" y="18"/>
                  <a:pt x="5" y="18"/>
                </a:cubicBezTo>
                <a:cubicBezTo>
                  <a:pt x="0" y="10"/>
                  <a:pt x="5" y="0"/>
                  <a:pt x="14" y="0"/>
                </a:cubicBezTo>
                <a:cubicBezTo>
                  <a:pt x="382" y="0"/>
                  <a:pt x="382" y="0"/>
                  <a:pt x="382" y="0"/>
                </a:cubicBezTo>
                <a:cubicBezTo>
                  <a:pt x="386" y="0"/>
                  <a:pt x="390" y="2"/>
                  <a:pt x="392" y="6"/>
                </a:cubicBezTo>
                <a:cubicBezTo>
                  <a:pt x="462" y="113"/>
                  <a:pt x="462" y="113"/>
                  <a:pt x="462" y="113"/>
                </a:cubicBezTo>
                <a:cubicBezTo>
                  <a:pt x="467" y="121"/>
                  <a:pt x="462" y="131"/>
                  <a:pt x="453" y="131"/>
                </a:cubicBezTo>
                <a:cubicBezTo>
                  <a:pt x="85" y="131"/>
                  <a:pt x="85" y="131"/>
                  <a:pt x="85" y="131"/>
                </a:cubicBezTo>
                <a:cubicBezTo>
                  <a:pt x="81" y="131"/>
                  <a:pt x="77" y="129"/>
                  <a:pt x="75" y="125"/>
                </a:cubicBezTo>
                <a:close/>
              </a:path>
            </a:pathLst>
          </a:custGeom>
          <a:solidFill>
            <a:srgbClr val="EB61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8"/>
          <p:cNvSpPr>
            <a:spLocks/>
          </p:cNvSpPr>
          <p:nvPr/>
        </p:nvSpPr>
        <p:spPr bwMode="auto">
          <a:xfrm>
            <a:off x="4289421" y="3637149"/>
            <a:ext cx="1779182" cy="501201"/>
          </a:xfrm>
          <a:custGeom>
            <a:avLst/>
            <a:gdLst>
              <a:gd name="T0" fmla="*/ 75 w 467"/>
              <a:gd name="T1" fmla="*/ 125 h 131"/>
              <a:gd name="T2" fmla="*/ 5 w 467"/>
              <a:gd name="T3" fmla="*/ 18 h 131"/>
              <a:gd name="T4" fmla="*/ 14 w 467"/>
              <a:gd name="T5" fmla="*/ 0 h 131"/>
              <a:gd name="T6" fmla="*/ 382 w 467"/>
              <a:gd name="T7" fmla="*/ 0 h 131"/>
              <a:gd name="T8" fmla="*/ 392 w 467"/>
              <a:gd name="T9" fmla="*/ 6 h 131"/>
              <a:gd name="T10" fmla="*/ 462 w 467"/>
              <a:gd name="T11" fmla="*/ 113 h 131"/>
              <a:gd name="T12" fmla="*/ 453 w 467"/>
              <a:gd name="T13" fmla="*/ 131 h 131"/>
              <a:gd name="T14" fmla="*/ 85 w 467"/>
              <a:gd name="T15" fmla="*/ 131 h 131"/>
              <a:gd name="T16" fmla="*/ 75 w 467"/>
              <a:gd name="T17" fmla="*/ 125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7" h="131">
                <a:moveTo>
                  <a:pt x="75" y="125"/>
                </a:moveTo>
                <a:cubicBezTo>
                  <a:pt x="5" y="18"/>
                  <a:pt x="5" y="18"/>
                  <a:pt x="5" y="18"/>
                </a:cubicBezTo>
                <a:cubicBezTo>
                  <a:pt x="0" y="10"/>
                  <a:pt x="5" y="0"/>
                  <a:pt x="14" y="0"/>
                </a:cubicBezTo>
                <a:cubicBezTo>
                  <a:pt x="382" y="0"/>
                  <a:pt x="382" y="0"/>
                  <a:pt x="382" y="0"/>
                </a:cubicBezTo>
                <a:cubicBezTo>
                  <a:pt x="386" y="0"/>
                  <a:pt x="390" y="2"/>
                  <a:pt x="392" y="6"/>
                </a:cubicBezTo>
                <a:cubicBezTo>
                  <a:pt x="462" y="113"/>
                  <a:pt x="462" y="113"/>
                  <a:pt x="462" y="113"/>
                </a:cubicBezTo>
                <a:cubicBezTo>
                  <a:pt x="467" y="121"/>
                  <a:pt x="462" y="131"/>
                  <a:pt x="453" y="131"/>
                </a:cubicBezTo>
                <a:cubicBezTo>
                  <a:pt x="85" y="131"/>
                  <a:pt x="85" y="131"/>
                  <a:pt x="85" y="131"/>
                </a:cubicBezTo>
                <a:cubicBezTo>
                  <a:pt x="81" y="131"/>
                  <a:pt x="77" y="129"/>
                  <a:pt x="75" y="125"/>
                </a:cubicBezTo>
                <a:close/>
              </a:path>
            </a:pathLst>
          </a:custGeom>
          <a:solidFill>
            <a:srgbClr val="4CB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9"/>
          <p:cNvSpPr>
            <a:spLocks/>
          </p:cNvSpPr>
          <p:nvPr/>
        </p:nvSpPr>
        <p:spPr bwMode="auto">
          <a:xfrm>
            <a:off x="5965462" y="3637149"/>
            <a:ext cx="1780794" cy="501201"/>
          </a:xfrm>
          <a:custGeom>
            <a:avLst/>
            <a:gdLst>
              <a:gd name="T0" fmla="*/ 75 w 467"/>
              <a:gd name="T1" fmla="*/ 125 h 131"/>
              <a:gd name="T2" fmla="*/ 5 w 467"/>
              <a:gd name="T3" fmla="*/ 18 h 131"/>
              <a:gd name="T4" fmla="*/ 14 w 467"/>
              <a:gd name="T5" fmla="*/ 0 h 131"/>
              <a:gd name="T6" fmla="*/ 382 w 467"/>
              <a:gd name="T7" fmla="*/ 0 h 131"/>
              <a:gd name="T8" fmla="*/ 392 w 467"/>
              <a:gd name="T9" fmla="*/ 6 h 131"/>
              <a:gd name="T10" fmla="*/ 462 w 467"/>
              <a:gd name="T11" fmla="*/ 113 h 131"/>
              <a:gd name="T12" fmla="*/ 453 w 467"/>
              <a:gd name="T13" fmla="*/ 131 h 131"/>
              <a:gd name="T14" fmla="*/ 85 w 467"/>
              <a:gd name="T15" fmla="*/ 131 h 131"/>
              <a:gd name="T16" fmla="*/ 75 w 467"/>
              <a:gd name="T17" fmla="*/ 125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7" h="131">
                <a:moveTo>
                  <a:pt x="75" y="125"/>
                </a:moveTo>
                <a:cubicBezTo>
                  <a:pt x="5" y="18"/>
                  <a:pt x="5" y="18"/>
                  <a:pt x="5" y="18"/>
                </a:cubicBezTo>
                <a:cubicBezTo>
                  <a:pt x="0" y="10"/>
                  <a:pt x="5" y="0"/>
                  <a:pt x="14" y="0"/>
                </a:cubicBezTo>
                <a:cubicBezTo>
                  <a:pt x="382" y="0"/>
                  <a:pt x="382" y="0"/>
                  <a:pt x="382" y="0"/>
                </a:cubicBezTo>
                <a:cubicBezTo>
                  <a:pt x="386" y="0"/>
                  <a:pt x="390" y="2"/>
                  <a:pt x="392" y="6"/>
                </a:cubicBezTo>
                <a:cubicBezTo>
                  <a:pt x="462" y="113"/>
                  <a:pt x="462" y="113"/>
                  <a:pt x="462" y="113"/>
                </a:cubicBezTo>
                <a:cubicBezTo>
                  <a:pt x="467" y="121"/>
                  <a:pt x="462" y="131"/>
                  <a:pt x="453" y="131"/>
                </a:cubicBezTo>
                <a:cubicBezTo>
                  <a:pt x="85" y="131"/>
                  <a:pt x="85" y="131"/>
                  <a:pt x="85" y="131"/>
                </a:cubicBezTo>
                <a:cubicBezTo>
                  <a:pt x="81" y="131"/>
                  <a:pt x="77" y="129"/>
                  <a:pt x="75" y="125"/>
                </a:cubicBezTo>
                <a:close/>
              </a:path>
            </a:pathLst>
          </a:custGeom>
          <a:solidFill>
            <a:srgbClr val="4758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10"/>
          <p:cNvSpPr>
            <a:spLocks/>
          </p:cNvSpPr>
          <p:nvPr/>
        </p:nvSpPr>
        <p:spPr bwMode="auto">
          <a:xfrm>
            <a:off x="7643115" y="3637149"/>
            <a:ext cx="1779182" cy="501201"/>
          </a:xfrm>
          <a:custGeom>
            <a:avLst/>
            <a:gdLst>
              <a:gd name="T0" fmla="*/ 75 w 467"/>
              <a:gd name="T1" fmla="*/ 125 h 131"/>
              <a:gd name="T2" fmla="*/ 5 w 467"/>
              <a:gd name="T3" fmla="*/ 18 h 131"/>
              <a:gd name="T4" fmla="*/ 14 w 467"/>
              <a:gd name="T5" fmla="*/ 0 h 131"/>
              <a:gd name="T6" fmla="*/ 382 w 467"/>
              <a:gd name="T7" fmla="*/ 0 h 131"/>
              <a:gd name="T8" fmla="*/ 392 w 467"/>
              <a:gd name="T9" fmla="*/ 6 h 131"/>
              <a:gd name="T10" fmla="*/ 462 w 467"/>
              <a:gd name="T11" fmla="*/ 113 h 131"/>
              <a:gd name="T12" fmla="*/ 453 w 467"/>
              <a:gd name="T13" fmla="*/ 131 h 131"/>
              <a:gd name="T14" fmla="*/ 85 w 467"/>
              <a:gd name="T15" fmla="*/ 131 h 131"/>
              <a:gd name="T16" fmla="*/ 75 w 467"/>
              <a:gd name="T17" fmla="*/ 125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7" h="131">
                <a:moveTo>
                  <a:pt x="75" y="125"/>
                </a:moveTo>
                <a:cubicBezTo>
                  <a:pt x="5" y="18"/>
                  <a:pt x="5" y="18"/>
                  <a:pt x="5" y="18"/>
                </a:cubicBezTo>
                <a:cubicBezTo>
                  <a:pt x="0" y="10"/>
                  <a:pt x="5" y="0"/>
                  <a:pt x="14" y="0"/>
                </a:cubicBezTo>
                <a:cubicBezTo>
                  <a:pt x="382" y="0"/>
                  <a:pt x="382" y="0"/>
                  <a:pt x="382" y="0"/>
                </a:cubicBezTo>
                <a:cubicBezTo>
                  <a:pt x="386" y="0"/>
                  <a:pt x="390" y="2"/>
                  <a:pt x="392" y="6"/>
                </a:cubicBezTo>
                <a:cubicBezTo>
                  <a:pt x="462" y="113"/>
                  <a:pt x="462" y="113"/>
                  <a:pt x="462" y="113"/>
                </a:cubicBezTo>
                <a:cubicBezTo>
                  <a:pt x="467" y="121"/>
                  <a:pt x="462" y="131"/>
                  <a:pt x="453" y="131"/>
                </a:cubicBezTo>
                <a:cubicBezTo>
                  <a:pt x="85" y="131"/>
                  <a:pt x="85" y="131"/>
                  <a:pt x="85" y="131"/>
                </a:cubicBezTo>
                <a:cubicBezTo>
                  <a:pt x="81" y="131"/>
                  <a:pt x="77" y="129"/>
                  <a:pt x="75" y="125"/>
                </a:cubicBezTo>
                <a:close/>
              </a:path>
            </a:pathLst>
          </a:custGeom>
          <a:solidFill>
            <a:srgbClr val="EB61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11"/>
          <p:cNvSpPr>
            <a:spLocks/>
          </p:cNvSpPr>
          <p:nvPr/>
        </p:nvSpPr>
        <p:spPr bwMode="auto">
          <a:xfrm>
            <a:off x="9330437" y="3637149"/>
            <a:ext cx="1756620" cy="501201"/>
          </a:xfrm>
          <a:custGeom>
            <a:avLst/>
            <a:gdLst>
              <a:gd name="T0" fmla="*/ 70 w 461"/>
              <a:gd name="T1" fmla="*/ 123 h 131"/>
              <a:gd name="T2" fmla="*/ 7 w 461"/>
              <a:gd name="T3" fmla="*/ 27 h 131"/>
              <a:gd name="T4" fmla="*/ 22 w 461"/>
              <a:gd name="T5" fmla="*/ 0 h 131"/>
              <a:gd name="T6" fmla="*/ 376 w 461"/>
              <a:gd name="T7" fmla="*/ 0 h 131"/>
              <a:gd name="T8" fmla="*/ 391 w 461"/>
              <a:gd name="T9" fmla="*/ 8 h 131"/>
              <a:gd name="T10" fmla="*/ 453 w 461"/>
              <a:gd name="T11" fmla="*/ 104 h 131"/>
              <a:gd name="T12" fmla="*/ 439 w 461"/>
              <a:gd name="T13" fmla="*/ 131 h 131"/>
              <a:gd name="T14" fmla="*/ 85 w 461"/>
              <a:gd name="T15" fmla="*/ 131 h 131"/>
              <a:gd name="T16" fmla="*/ 70 w 461"/>
              <a:gd name="T17" fmla="*/ 123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1" h="131">
                <a:moveTo>
                  <a:pt x="70" y="123"/>
                </a:moveTo>
                <a:cubicBezTo>
                  <a:pt x="7" y="27"/>
                  <a:pt x="7" y="27"/>
                  <a:pt x="7" y="27"/>
                </a:cubicBezTo>
                <a:cubicBezTo>
                  <a:pt x="0" y="16"/>
                  <a:pt x="8" y="0"/>
                  <a:pt x="22" y="0"/>
                </a:cubicBezTo>
                <a:cubicBezTo>
                  <a:pt x="376" y="0"/>
                  <a:pt x="376" y="0"/>
                  <a:pt x="376" y="0"/>
                </a:cubicBezTo>
                <a:cubicBezTo>
                  <a:pt x="382" y="0"/>
                  <a:pt x="387" y="3"/>
                  <a:pt x="391" y="8"/>
                </a:cubicBezTo>
                <a:cubicBezTo>
                  <a:pt x="453" y="104"/>
                  <a:pt x="453" y="104"/>
                  <a:pt x="453" y="104"/>
                </a:cubicBezTo>
                <a:cubicBezTo>
                  <a:pt x="461" y="115"/>
                  <a:pt x="453" y="131"/>
                  <a:pt x="439" y="131"/>
                </a:cubicBezTo>
                <a:cubicBezTo>
                  <a:pt x="85" y="131"/>
                  <a:pt x="85" y="131"/>
                  <a:pt x="85" y="131"/>
                </a:cubicBezTo>
                <a:cubicBezTo>
                  <a:pt x="79" y="131"/>
                  <a:pt x="73" y="128"/>
                  <a:pt x="70" y="123"/>
                </a:cubicBezTo>
                <a:close/>
              </a:path>
            </a:pathLst>
          </a:custGeom>
          <a:solidFill>
            <a:srgbClr val="47B6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6" name="组合 5"/>
          <p:cNvGrpSpPr/>
          <p:nvPr/>
        </p:nvGrpSpPr>
        <p:grpSpPr>
          <a:xfrm>
            <a:off x="1588416" y="4288227"/>
            <a:ext cx="480250" cy="507648"/>
            <a:chOff x="1588416" y="4288227"/>
            <a:chExt cx="480250" cy="507648"/>
          </a:xfrm>
        </p:grpSpPr>
        <p:sp>
          <p:nvSpPr>
            <p:cNvPr id="76" name="Freeform 36"/>
            <p:cNvSpPr>
              <a:spLocks noEditPoints="1"/>
            </p:cNvSpPr>
            <p:nvPr/>
          </p:nvSpPr>
          <p:spPr bwMode="auto">
            <a:xfrm>
              <a:off x="1588416" y="4288227"/>
              <a:ext cx="480250" cy="507648"/>
            </a:xfrm>
            <a:custGeom>
              <a:avLst/>
              <a:gdLst>
                <a:gd name="T0" fmla="*/ 120 w 126"/>
                <a:gd name="T1" fmla="*/ 11 h 133"/>
                <a:gd name="T2" fmla="*/ 69 w 126"/>
                <a:gd name="T3" fmla="*/ 11 h 133"/>
                <a:gd name="T4" fmla="*/ 70 w 126"/>
                <a:gd name="T5" fmla="*/ 8 h 133"/>
                <a:gd name="T6" fmla="*/ 63 w 126"/>
                <a:gd name="T7" fmla="*/ 0 h 133"/>
                <a:gd name="T8" fmla="*/ 56 w 126"/>
                <a:gd name="T9" fmla="*/ 8 h 133"/>
                <a:gd name="T10" fmla="*/ 57 w 126"/>
                <a:gd name="T11" fmla="*/ 11 h 133"/>
                <a:gd name="T12" fmla="*/ 6 w 126"/>
                <a:gd name="T13" fmla="*/ 11 h 133"/>
                <a:gd name="T14" fmla="*/ 0 w 126"/>
                <a:gd name="T15" fmla="*/ 18 h 133"/>
                <a:gd name="T16" fmla="*/ 0 w 126"/>
                <a:gd name="T17" fmla="*/ 92 h 133"/>
                <a:gd name="T18" fmla="*/ 6 w 126"/>
                <a:gd name="T19" fmla="*/ 99 h 133"/>
                <a:gd name="T20" fmla="*/ 47 w 126"/>
                <a:gd name="T21" fmla="*/ 99 h 133"/>
                <a:gd name="T22" fmla="*/ 39 w 126"/>
                <a:gd name="T23" fmla="*/ 127 h 133"/>
                <a:gd name="T24" fmla="*/ 42 w 126"/>
                <a:gd name="T25" fmla="*/ 132 h 133"/>
                <a:gd name="T26" fmla="*/ 45 w 126"/>
                <a:gd name="T27" fmla="*/ 132 h 133"/>
                <a:gd name="T28" fmla="*/ 50 w 126"/>
                <a:gd name="T29" fmla="*/ 129 h 133"/>
                <a:gd name="T30" fmla="*/ 58 w 126"/>
                <a:gd name="T31" fmla="*/ 99 h 133"/>
                <a:gd name="T32" fmla="*/ 68 w 126"/>
                <a:gd name="T33" fmla="*/ 99 h 133"/>
                <a:gd name="T34" fmla="*/ 76 w 126"/>
                <a:gd name="T35" fmla="*/ 129 h 133"/>
                <a:gd name="T36" fmla="*/ 81 w 126"/>
                <a:gd name="T37" fmla="*/ 132 h 133"/>
                <a:gd name="T38" fmla="*/ 84 w 126"/>
                <a:gd name="T39" fmla="*/ 132 h 133"/>
                <a:gd name="T40" fmla="*/ 87 w 126"/>
                <a:gd name="T41" fmla="*/ 127 h 133"/>
                <a:gd name="T42" fmla="*/ 79 w 126"/>
                <a:gd name="T43" fmla="*/ 99 h 133"/>
                <a:gd name="T44" fmla="*/ 120 w 126"/>
                <a:gd name="T45" fmla="*/ 99 h 133"/>
                <a:gd name="T46" fmla="*/ 126 w 126"/>
                <a:gd name="T47" fmla="*/ 92 h 133"/>
                <a:gd name="T48" fmla="*/ 126 w 126"/>
                <a:gd name="T49" fmla="*/ 18 h 133"/>
                <a:gd name="T50" fmla="*/ 120 w 126"/>
                <a:gd name="T51" fmla="*/ 11 h 133"/>
                <a:gd name="T52" fmla="*/ 114 w 126"/>
                <a:gd name="T53" fmla="*/ 86 h 133"/>
                <a:gd name="T54" fmla="*/ 12 w 126"/>
                <a:gd name="T55" fmla="*/ 86 h 133"/>
                <a:gd name="T56" fmla="*/ 12 w 126"/>
                <a:gd name="T57" fmla="*/ 23 h 133"/>
                <a:gd name="T58" fmla="*/ 114 w 126"/>
                <a:gd name="T59" fmla="*/ 23 h 133"/>
                <a:gd name="T60" fmla="*/ 114 w 126"/>
                <a:gd name="T61" fmla="*/ 86 h 133"/>
                <a:gd name="T62" fmla="*/ 114 w 126"/>
                <a:gd name="T63" fmla="*/ 86 h 133"/>
                <a:gd name="T64" fmla="*/ 114 w 126"/>
                <a:gd name="T65" fmla="*/ 86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6" h="133">
                  <a:moveTo>
                    <a:pt x="120" y="11"/>
                  </a:moveTo>
                  <a:cubicBezTo>
                    <a:pt x="69" y="11"/>
                    <a:pt x="69" y="11"/>
                    <a:pt x="69" y="11"/>
                  </a:cubicBezTo>
                  <a:cubicBezTo>
                    <a:pt x="70" y="10"/>
                    <a:pt x="70" y="9"/>
                    <a:pt x="70" y="8"/>
                  </a:cubicBezTo>
                  <a:cubicBezTo>
                    <a:pt x="70" y="4"/>
                    <a:pt x="67" y="0"/>
                    <a:pt x="63" y="0"/>
                  </a:cubicBezTo>
                  <a:cubicBezTo>
                    <a:pt x="59" y="0"/>
                    <a:pt x="56" y="4"/>
                    <a:pt x="56" y="8"/>
                  </a:cubicBezTo>
                  <a:cubicBezTo>
                    <a:pt x="56" y="9"/>
                    <a:pt x="56" y="10"/>
                    <a:pt x="57" y="11"/>
                  </a:cubicBezTo>
                  <a:cubicBezTo>
                    <a:pt x="6" y="11"/>
                    <a:pt x="6" y="11"/>
                    <a:pt x="6" y="11"/>
                  </a:cubicBezTo>
                  <a:cubicBezTo>
                    <a:pt x="3" y="11"/>
                    <a:pt x="0" y="14"/>
                    <a:pt x="0" y="18"/>
                  </a:cubicBezTo>
                  <a:cubicBezTo>
                    <a:pt x="0" y="92"/>
                    <a:pt x="0" y="92"/>
                    <a:pt x="0" y="92"/>
                  </a:cubicBezTo>
                  <a:cubicBezTo>
                    <a:pt x="0" y="96"/>
                    <a:pt x="3" y="99"/>
                    <a:pt x="6" y="99"/>
                  </a:cubicBezTo>
                  <a:cubicBezTo>
                    <a:pt x="47" y="99"/>
                    <a:pt x="47" y="99"/>
                    <a:pt x="47" y="99"/>
                  </a:cubicBezTo>
                  <a:cubicBezTo>
                    <a:pt x="39" y="127"/>
                    <a:pt x="39" y="127"/>
                    <a:pt x="39" y="127"/>
                  </a:cubicBezTo>
                  <a:cubicBezTo>
                    <a:pt x="39" y="129"/>
                    <a:pt x="40" y="131"/>
                    <a:pt x="42" y="132"/>
                  </a:cubicBezTo>
                  <a:cubicBezTo>
                    <a:pt x="45" y="132"/>
                    <a:pt x="45" y="132"/>
                    <a:pt x="45" y="132"/>
                  </a:cubicBezTo>
                  <a:cubicBezTo>
                    <a:pt x="47" y="133"/>
                    <a:pt x="49" y="131"/>
                    <a:pt x="50" y="129"/>
                  </a:cubicBezTo>
                  <a:cubicBezTo>
                    <a:pt x="58" y="99"/>
                    <a:pt x="58" y="99"/>
                    <a:pt x="58" y="99"/>
                  </a:cubicBezTo>
                  <a:cubicBezTo>
                    <a:pt x="68" y="99"/>
                    <a:pt x="68" y="99"/>
                    <a:pt x="68" y="99"/>
                  </a:cubicBezTo>
                  <a:cubicBezTo>
                    <a:pt x="76" y="129"/>
                    <a:pt x="76" y="129"/>
                    <a:pt x="76" y="129"/>
                  </a:cubicBezTo>
                  <a:cubicBezTo>
                    <a:pt x="77" y="131"/>
                    <a:pt x="79" y="133"/>
                    <a:pt x="81" y="132"/>
                  </a:cubicBezTo>
                  <a:cubicBezTo>
                    <a:pt x="84" y="132"/>
                    <a:pt x="84" y="132"/>
                    <a:pt x="84" y="132"/>
                  </a:cubicBezTo>
                  <a:cubicBezTo>
                    <a:pt x="86" y="131"/>
                    <a:pt x="87" y="129"/>
                    <a:pt x="87" y="127"/>
                  </a:cubicBezTo>
                  <a:cubicBezTo>
                    <a:pt x="79" y="99"/>
                    <a:pt x="79" y="99"/>
                    <a:pt x="79" y="99"/>
                  </a:cubicBezTo>
                  <a:cubicBezTo>
                    <a:pt x="120" y="99"/>
                    <a:pt x="120" y="99"/>
                    <a:pt x="120" y="99"/>
                  </a:cubicBezTo>
                  <a:cubicBezTo>
                    <a:pt x="123" y="99"/>
                    <a:pt x="126" y="96"/>
                    <a:pt x="126" y="92"/>
                  </a:cubicBezTo>
                  <a:cubicBezTo>
                    <a:pt x="126" y="18"/>
                    <a:pt x="126" y="18"/>
                    <a:pt x="126" y="18"/>
                  </a:cubicBezTo>
                  <a:cubicBezTo>
                    <a:pt x="126" y="14"/>
                    <a:pt x="123" y="11"/>
                    <a:pt x="120" y="11"/>
                  </a:cubicBezTo>
                  <a:close/>
                  <a:moveTo>
                    <a:pt x="114" y="86"/>
                  </a:moveTo>
                  <a:cubicBezTo>
                    <a:pt x="12" y="86"/>
                    <a:pt x="12" y="86"/>
                    <a:pt x="12" y="86"/>
                  </a:cubicBezTo>
                  <a:cubicBezTo>
                    <a:pt x="12" y="23"/>
                    <a:pt x="12" y="23"/>
                    <a:pt x="12" y="23"/>
                  </a:cubicBezTo>
                  <a:cubicBezTo>
                    <a:pt x="114" y="23"/>
                    <a:pt x="114" y="23"/>
                    <a:pt x="114" y="23"/>
                  </a:cubicBezTo>
                  <a:lnTo>
                    <a:pt x="114" y="86"/>
                  </a:lnTo>
                  <a:close/>
                  <a:moveTo>
                    <a:pt x="114" y="86"/>
                  </a:moveTo>
                  <a:cubicBezTo>
                    <a:pt x="114" y="86"/>
                    <a:pt x="114" y="86"/>
                    <a:pt x="114" y="86"/>
                  </a:cubicBezTo>
                </a:path>
              </a:pathLst>
            </a:custGeom>
            <a:solidFill>
              <a:srgbClr val="4758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37"/>
            <p:cNvSpPr>
              <a:spLocks noEditPoints="1"/>
            </p:cNvSpPr>
            <p:nvPr/>
          </p:nvSpPr>
          <p:spPr bwMode="auto">
            <a:xfrm>
              <a:off x="1660938" y="4436492"/>
              <a:ext cx="323928" cy="136985"/>
            </a:xfrm>
            <a:custGeom>
              <a:avLst/>
              <a:gdLst>
                <a:gd name="T0" fmla="*/ 5 w 85"/>
                <a:gd name="T1" fmla="*/ 36 h 36"/>
                <a:gd name="T2" fmla="*/ 11 w 85"/>
                <a:gd name="T3" fmla="*/ 31 h 36"/>
                <a:gd name="T4" fmla="*/ 10 w 85"/>
                <a:gd name="T5" fmla="*/ 30 h 36"/>
                <a:gd name="T6" fmla="*/ 34 w 85"/>
                <a:gd name="T7" fmla="*/ 11 h 36"/>
                <a:gd name="T8" fmla="*/ 37 w 85"/>
                <a:gd name="T9" fmla="*/ 12 h 36"/>
                <a:gd name="T10" fmla="*/ 40 w 85"/>
                <a:gd name="T11" fmla="*/ 11 h 36"/>
                <a:gd name="T12" fmla="*/ 53 w 85"/>
                <a:gd name="T13" fmla="*/ 22 h 36"/>
                <a:gd name="T14" fmla="*/ 53 w 85"/>
                <a:gd name="T15" fmla="*/ 23 h 36"/>
                <a:gd name="T16" fmla="*/ 58 w 85"/>
                <a:gd name="T17" fmla="*/ 29 h 36"/>
                <a:gd name="T18" fmla="*/ 64 w 85"/>
                <a:gd name="T19" fmla="*/ 23 h 36"/>
                <a:gd name="T20" fmla="*/ 63 w 85"/>
                <a:gd name="T21" fmla="*/ 22 h 36"/>
                <a:gd name="T22" fmla="*/ 77 w 85"/>
                <a:gd name="T23" fmla="*/ 10 h 36"/>
                <a:gd name="T24" fmla="*/ 79 w 85"/>
                <a:gd name="T25" fmla="*/ 10 h 36"/>
                <a:gd name="T26" fmla="*/ 85 w 85"/>
                <a:gd name="T27" fmla="*/ 5 h 36"/>
                <a:gd name="T28" fmla="*/ 79 w 85"/>
                <a:gd name="T29" fmla="*/ 0 h 36"/>
                <a:gd name="T30" fmla="*/ 74 w 85"/>
                <a:gd name="T31" fmla="*/ 5 h 36"/>
                <a:gd name="T32" fmla="*/ 74 w 85"/>
                <a:gd name="T33" fmla="*/ 7 h 36"/>
                <a:gd name="T34" fmla="*/ 61 w 85"/>
                <a:gd name="T35" fmla="*/ 19 h 36"/>
                <a:gd name="T36" fmla="*/ 58 w 85"/>
                <a:gd name="T37" fmla="*/ 18 h 36"/>
                <a:gd name="T38" fmla="*/ 55 w 85"/>
                <a:gd name="T39" fmla="*/ 19 h 36"/>
                <a:gd name="T40" fmla="*/ 42 w 85"/>
                <a:gd name="T41" fmla="*/ 8 h 36"/>
                <a:gd name="T42" fmla="*/ 42 w 85"/>
                <a:gd name="T43" fmla="*/ 6 h 36"/>
                <a:gd name="T44" fmla="*/ 37 w 85"/>
                <a:gd name="T45" fmla="*/ 1 h 36"/>
                <a:gd name="T46" fmla="*/ 32 w 85"/>
                <a:gd name="T47" fmla="*/ 6 h 36"/>
                <a:gd name="T48" fmla="*/ 32 w 85"/>
                <a:gd name="T49" fmla="*/ 8 h 36"/>
                <a:gd name="T50" fmla="*/ 8 w 85"/>
                <a:gd name="T51" fmla="*/ 27 h 36"/>
                <a:gd name="T52" fmla="*/ 5 w 85"/>
                <a:gd name="T53" fmla="*/ 26 h 36"/>
                <a:gd name="T54" fmla="*/ 0 w 85"/>
                <a:gd name="T55" fmla="*/ 31 h 36"/>
                <a:gd name="T56" fmla="*/ 5 w 85"/>
                <a:gd name="T57" fmla="*/ 36 h 36"/>
                <a:gd name="T58" fmla="*/ 5 w 85"/>
                <a:gd name="T59" fmla="*/ 36 h 36"/>
                <a:gd name="T60" fmla="*/ 5 w 85"/>
                <a:gd name="T61"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5" h="36">
                  <a:moveTo>
                    <a:pt x="5" y="36"/>
                  </a:moveTo>
                  <a:cubicBezTo>
                    <a:pt x="8" y="36"/>
                    <a:pt x="11" y="34"/>
                    <a:pt x="11" y="31"/>
                  </a:cubicBezTo>
                  <a:cubicBezTo>
                    <a:pt x="11" y="31"/>
                    <a:pt x="10" y="30"/>
                    <a:pt x="10" y="30"/>
                  </a:cubicBezTo>
                  <a:cubicBezTo>
                    <a:pt x="17" y="24"/>
                    <a:pt x="29" y="15"/>
                    <a:pt x="34" y="11"/>
                  </a:cubicBezTo>
                  <a:cubicBezTo>
                    <a:pt x="35" y="11"/>
                    <a:pt x="36" y="12"/>
                    <a:pt x="37" y="12"/>
                  </a:cubicBezTo>
                  <a:cubicBezTo>
                    <a:pt x="38" y="12"/>
                    <a:pt x="39" y="11"/>
                    <a:pt x="40" y="11"/>
                  </a:cubicBezTo>
                  <a:cubicBezTo>
                    <a:pt x="43" y="14"/>
                    <a:pt x="49" y="19"/>
                    <a:pt x="53" y="22"/>
                  </a:cubicBezTo>
                  <a:cubicBezTo>
                    <a:pt x="53" y="23"/>
                    <a:pt x="53" y="23"/>
                    <a:pt x="53" y="23"/>
                  </a:cubicBezTo>
                  <a:cubicBezTo>
                    <a:pt x="53" y="26"/>
                    <a:pt x="56" y="29"/>
                    <a:pt x="58" y="29"/>
                  </a:cubicBezTo>
                  <a:cubicBezTo>
                    <a:pt x="61" y="29"/>
                    <a:pt x="64" y="26"/>
                    <a:pt x="64" y="23"/>
                  </a:cubicBezTo>
                  <a:cubicBezTo>
                    <a:pt x="64" y="23"/>
                    <a:pt x="64" y="22"/>
                    <a:pt x="63" y="22"/>
                  </a:cubicBezTo>
                  <a:cubicBezTo>
                    <a:pt x="77" y="10"/>
                    <a:pt x="77" y="10"/>
                    <a:pt x="77" y="10"/>
                  </a:cubicBezTo>
                  <a:cubicBezTo>
                    <a:pt x="78" y="10"/>
                    <a:pt x="78" y="10"/>
                    <a:pt x="79" y="10"/>
                  </a:cubicBezTo>
                  <a:cubicBezTo>
                    <a:pt x="82" y="10"/>
                    <a:pt x="85" y="8"/>
                    <a:pt x="85" y="5"/>
                  </a:cubicBezTo>
                  <a:cubicBezTo>
                    <a:pt x="85" y="2"/>
                    <a:pt x="82" y="0"/>
                    <a:pt x="79" y="0"/>
                  </a:cubicBezTo>
                  <a:cubicBezTo>
                    <a:pt x="76" y="0"/>
                    <a:pt x="74" y="2"/>
                    <a:pt x="74" y="5"/>
                  </a:cubicBezTo>
                  <a:cubicBezTo>
                    <a:pt x="74" y="6"/>
                    <a:pt x="74" y="6"/>
                    <a:pt x="74" y="7"/>
                  </a:cubicBezTo>
                  <a:cubicBezTo>
                    <a:pt x="71" y="10"/>
                    <a:pt x="65" y="16"/>
                    <a:pt x="61" y="19"/>
                  </a:cubicBezTo>
                  <a:cubicBezTo>
                    <a:pt x="60" y="18"/>
                    <a:pt x="59" y="18"/>
                    <a:pt x="58" y="18"/>
                  </a:cubicBezTo>
                  <a:cubicBezTo>
                    <a:pt x="57" y="18"/>
                    <a:pt x="56" y="19"/>
                    <a:pt x="55" y="19"/>
                  </a:cubicBezTo>
                  <a:cubicBezTo>
                    <a:pt x="52" y="16"/>
                    <a:pt x="46" y="12"/>
                    <a:pt x="42" y="8"/>
                  </a:cubicBezTo>
                  <a:cubicBezTo>
                    <a:pt x="42" y="8"/>
                    <a:pt x="42" y="7"/>
                    <a:pt x="42" y="6"/>
                  </a:cubicBezTo>
                  <a:cubicBezTo>
                    <a:pt x="42" y="3"/>
                    <a:pt x="40" y="1"/>
                    <a:pt x="37" y="1"/>
                  </a:cubicBezTo>
                  <a:cubicBezTo>
                    <a:pt x="34" y="1"/>
                    <a:pt x="32" y="3"/>
                    <a:pt x="32" y="6"/>
                  </a:cubicBezTo>
                  <a:cubicBezTo>
                    <a:pt x="32" y="7"/>
                    <a:pt x="32" y="8"/>
                    <a:pt x="32" y="8"/>
                  </a:cubicBezTo>
                  <a:cubicBezTo>
                    <a:pt x="8" y="27"/>
                    <a:pt x="8" y="27"/>
                    <a:pt x="8" y="27"/>
                  </a:cubicBezTo>
                  <a:cubicBezTo>
                    <a:pt x="7" y="26"/>
                    <a:pt x="6" y="26"/>
                    <a:pt x="5" y="26"/>
                  </a:cubicBezTo>
                  <a:cubicBezTo>
                    <a:pt x="2" y="26"/>
                    <a:pt x="0" y="28"/>
                    <a:pt x="0" y="31"/>
                  </a:cubicBezTo>
                  <a:cubicBezTo>
                    <a:pt x="0" y="34"/>
                    <a:pt x="2" y="36"/>
                    <a:pt x="5" y="36"/>
                  </a:cubicBezTo>
                  <a:close/>
                  <a:moveTo>
                    <a:pt x="5" y="36"/>
                  </a:moveTo>
                  <a:cubicBezTo>
                    <a:pt x="5" y="36"/>
                    <a:pt x="5" y="36"/>
                    <a:pt x="5" y="36"/>
                  </a:cubicBezTo>
                </a:path>
              </a:pathLst>
            </a:custGeom>
            <a:solidFill>
              <a:srgbClr val="4758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 name="组合 3"/>
          <p:cNvGrpSpPr/>
          <p:nvPr/>
        </p:nvGrpSpPr>
        <p:grpSpPr>
          <a:xfrm>
            <a:off x="4892151" y="4288227"/>
            <a:ext cx="559218" cy="480250"/>
            <a:chOff x="4892151" y="4288227"/>
            <a:chExt cx="559218" cy="480250"/>
          </a:xfrm>
        </p:grpSpPr>
        <p:sp>
          <p:nvSpPr>
            <p:cNvPr id="78" name="Freeform 38"/>
            <p:cNvSpPr>
              <a:spLocks noEditPoints="1"/>
            </p:cNvSpPr>
            <p:nvPr/>
          </p:nvSpPr>
          <p:spPr bwMode="auto">
            <a:xfrm>
              <a:off x="5108103" y="4288227"/>
              <a:ext cx="130538" cy="128926"/>
            </a:xfrm>
            <a:custGeom>
              <a:avLst/>
              <a:gdLst>
                <a:gd name="T0" fmla="*/ 34 w 34"/>
                <a:gd name="T1" fmla="*/ 17 h 34"/>
                <a:gd name="T2" fmla="*/ 17 w 34"/>
                <a:gd name="T3" fmla="*/ 34 h 34"/>
                <a:gd name="T4" fmla="*/ 0 w 34"/>
                <a:gd name="T5" fmla="*/ 17 h 34"/>
                <a:gd name="T6" fmla="*/ 17 w 34"/>
                <a:gd name="T7" fmla="*/ 0 h 34"/>
                <a:gd name="T8" fmla="*/ 34 w 34"/>
                <a:gd name="T9" fmla="*/ 17 h 34"/>
                <a:gd name="T10" fmla="*/ 34 w 34"/>
                <a:gd name="T11" fmla="*/ 17 h 34"/>
                <a:gd name="T12" fmla="*/ 34 w 34"/>
                <a:gd name="T13" fmla="*/ 17 h 34"/>
              </a:gdLst>
              <a:ahLst/>
              <a:cxnLst>
                <a:cxn ang="0">
                  <a:pos x="T0" y="T1"/>
                </a:cxn>
                <a:cxn ang="0">
                  <a:pos x="T2" y="T3"/>
                </a:cxn>
                <a:cxn ang="0">
                  <a:pos x="T4" y="T5"/>
                </a:cxn>
                <a:cxn ang="0">
                  <a:pos x="T6" y="T7"/>
                </a:cxn>
                <a:cxn ang="0">
                  <a:pos x="T8" y="T9"/>
                </a:cxn>
                <a:cxn ang="0">
                  <a:pos x="T10" y="T11"/>
                </a:cxn>
                <a:cxn ang="0">
                  <a:pos x="T12" y="T13"/>
                </a:cxn>
              </a:cxnLst>
              <a:rect l="0" t="0" r="r" b="b"/>
              <a:pathLst>
                <a:path w="34" h="34">
                  <a:moveTo>
                    <a:pt x="34" y="17"/>
                  </a:moveTo>
                  <a:cubicBezTo>
                    <a:pt x="34" y="26"/>
                    <a:pt x="26" y="34"/>
                    <a:pt x="17" y="34"/>
                  </a:cubicBezTo>
                  <a:cubicBezTo>
                    <a:pt x="8" y="34"/>
                    <a:pt x="0" y="26"/>
                    <a:pt x="0" y="17"/>
                  </a:cubicBezTo>
                  <a:cubicBezTo>
                    <a:pt x="0" y="8"/>
                    <a:pt x="8" y="0"/>
                    <a:pt x="17" y="0"/>
                  </a:cubicBezTo>
                  <a:cubicBezTo>
                    <a:pt x="26" y="0"/>
                    <a:pt x="34" y="8"/>
                    <a:pt x="34" y="17"/>
                  </a:cubicBezTo>
                  <a:close/>
                  <a:moveTo>
                    <a:pt x="34" y="17"/>
                  </a:moveTo>
                  <a:cubicBezTo>
                    <a:pt x="34" y="17"/>
                    <a:pt x="34" y="17"/>
                    <a:pt x="34" y="17"/>
                  </a:cubicBezTo>
                </a:path>
              </a:pathLst>
            </a:custGeom>
            <a:solidFill>
              <a:srgbClr val="4CB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39"/>
            <p:cNvSpPr>
              <a:spLocks noEditPoints="1"/>
            </p:cNvSpPr>
            <p:nvPr/>
          </p:nvSpPr>
          <p:spPr bwMode="auto">
            <a:xfrm>
              <a:off x="4906656" y="4439715"/>
              <a:ext cx="538267" cy="328762"/>
            </a:xfrm>
            <a:custGeom>
              <a:avLst/>
              <a:gdLst>
                <a:gd name="T0" fmla="*/ 129 w 141"/>
                <a:gd name="T1" fmla="*/ 24 h 86"/>
                <a:gd name="T2" fmla="*/ 113 w 141"/>
                <a:gd name="T3" fmla="*/ 20 h 86"/>
                <a:gd name="T4" fmla="*/ 100 w 141"/>
                <a:gd name="T5" fmla="*/ 26 h 86"/>
                <a:gd name="T6" fmla="*/ 91 w 141"/>
                <a:gd name="T7" fmla="*/ 22 h 86"/>
                <a:gd name="T8" fmla="*/ 91 w 141"/>
                <a:gd name="T9" fmla="*/ 13 h 86"/>
                <a:gd name="T10" fmla="*/ 78 w 141"/>
                <a:gd name="T11" fmla="*/ 0 h 86"/>
                <a:gd name="T12" fmla="*/ 62 w 141"/>
                <a:gd name="T13" fmla="*/ 0 h 86"/>
                <a:gd name="T14" fmla="*/ 49 w 141"/>
                <a:gd name="T15" fmla="*/ 13 h 86"/>
                <a:gd name="T16" fmla="*/ 49 w 141"/>
                <a:gd name="T17" fmla="*/ 23 h 86"/>
                <a:gd name="T18" fmla="*/ 40 w 141"/>
                <a:gd name="T19" fmla="*/ 26 h 86"/>
                <a:gd name="T20" fmla="*/ 27 w 141"/>
                <a:gd name="T21" fmla="*/ 20 h 86"/>
                <a:gd name="T22" fmla="*/ 11 w 141"/>
                <a:gd name="T23" fmla="*/ 24 h 86"/>
                <a:gd name="T24" fmla="*/ 1 w 141"/>
                <a:gd name="T25" fmla="*/ 39 h 86"/>
                <a:gd name="T26" fmla="*/ 5 w 141"/>
                <a:gd name="T27" fmla="*/ 58 h 86"/>
                <a:gd name="T28" fmla="*/ 20 w 141"/>
                <a:gd name="T29" fmla="*/ 68 h 86"/>
                <a:gd name="T30" fmla="*/ 25 w 141"/>
                <a:gd name="T31" fmla="*/ 67 h 86"/>
                <a:gd name="T32" fmla="*/ 36 w 141"/>
                <a:gd name="T33" fmla="*/ 77 h 86"/>
                <a:gd name="T34" fmla="*/ 70 w 141"/>
                <a:gd name="T35" fmla="*/ 86 h 86"/>
                <a:gd name="T36" fmla="*/ 115 w 141"/>
                <a:gd name="T37" fmla="*/ 67 h 86"/>
                <a:gd name="T38" fmla="*/ 120 w 141"/>
                <a:gd name="T39" fmla="*/ 68 h 86"/>
                <a:gd name="T40" fmla="*/ 135 w 141"/>
                <a:gd name="T41" fmla="*/ 58 h 86"/>
                <a:gd name="T42" fmla="*/ 139 w 141"/>
                <a:gd name="T43" fmla="*/ 39 h 86"/>
                <a:gd name="T44" fmla="*/ 129 w 141"/>
                <a:gd name="T45" fmla="*/ 24 h 86"/>
                <a:gd name="T46" fmla="*/ 70 w 141"/>
                <a:gd name="T47" fmla="*/ 80 h 86"/>
                <a:gd name="T48" fmla="*/ 39 w 141"/>
                <a:gd name="T49" fmla="*/ 71 h 86"/>
                <a:gd name="T50" fmla="*/ 32 w 141"/>
                <a:gd name="T51" fmla="*/ 65 h 86"/>
                <a:gd name="T52" fmla="*/ 36 w 141"/>
                <a:gd name="T53" fmla="*/ 65 h 86"/>
                <a:gd name="T54" fmla="*/ 46 w 141"/>
                <a:gd name="T55" fmla="*/ 49 h 86"/>
                <a:gd name="T56" fmla="*/ 43 w 141"/>
                <a:gd name="T57" fmla="*/ 32 h 86"/>
                <a:gd name="T58" fmla="*/ 49 w 141"/>
                <a:gd name="T59" fmla="*/ 29 h 86"/>
                <a:gd name="T60" fmla="*/ 49 w 141"/>
                <a:gd name="T61" fmla="*/ 32 h 86"/>
                <a:gd name="T62" fmla="*/ 62 w 141"/>
                <a:gd name="T63" fmla="*/ 45 h 86"/>
                <a:gd name="T64" fmla="*/ 78 w 141"/>
                <a:gd name="T65" fmla="*/ 45 h 86"/>
                <a:gd name="T66" fmla="*/ 91 w 141"/>
                <a:gd name="T67" fmla="*/ 32 h 86"/>
                <a:gd name="T68" fmla="*/ 91 w 141"/>
                <a:gd name="T69" fmla="*/ 29 h 86"/>
                <a:gd name="T70" fmla="*/ 98 w 141"/>
                <a:gd name="T71" fmla="*/ 32 h 86"/>
                <a:gd name="T72" fmla="*/ 94 w 141"/>
                <a:gd name="T73" fmla="*/ 49 h 86"/>
                <a:gd name="T74" fmla="*/ 104 w 141"/>
                <a:gd name="T75" fmla="*/ 65 h 86"/>
                <a:gd name="T76" fmla="*/ 108 w 141"/>
                <a:gd name="T77" fmla="*/ 65 h 86"/>
                <a:gd name="T78" fmla="*/ 70 w 141"/>
                <a:gd name="T79" fmla="*/ 80 h 86"/>
                <a:gd name="T80" fmla="*/ 70 w 141"/>
                <a:gd name="T81" fmla="*/ 80 h 86"/>
                <a:gd name="T82" fmla="*/ 70 w 141"/>
                <a:gd name="T83" fmla="*/ 8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1" h="86">
                  <a:moveTo>
                    <a:pt x="129" y="24"/>
                  </a:moveTo>
                  <a:cubicBezTo>
                    <a:pt x="113" y="20"/>
                    <a:pt x="113" y="20"/>
                    <a:pt x="113" y="20"/>
                  </a:cubicBezTo>
                  <a:cubicBezTo>
                    <a:pt x="108" y="19"/>
                    <a:pt x="103" y="22"/>
                    <a:pt x="100" y="26"/>
                  </a:cubicBezTo>
                  <a:cubicBezTo>
                    <a:pt x="97" y="25"/>
                    <a:pt x="94" y="23"/>
                    <a:pt x="91" y="22"/>
                  </a:cubicBezTo>
                  <a:cubicBezTo>
                    <a:pt x="91" y="13"/>
                    <a:pt x="91" y="13"/>
                    <a:pt x="91" y="13"/>
                  </a:cubicBezTo>
                  <a:cubicBezTo>
                    <a:pt x="91" y="6"/>
                    <a:pt x="85" y="0"/>
                    <a:pt x="78" y="0"/>
                  </a:cubicBezTo>
                  <a:cubicBezTo>
                    <a:pt x="62" y="0"/>
                    <a:pt x="62" y="0"/>
                    <a:pt x="62" y="0"/>
                  </a:cubicBezTo>
                  <a:cubicBezTo>
                    <a:pt x="55" y="0"/>
                    <a:pt x="49" y="6"/>
                    <a:pt x="49" y="13"/>
                  </a:cubicBezTo>
                  <a:cubicBezTo>
                    <a:pt x="49" y="23"/>
                    <a:pt x="49" y="23"/>
                    <a:pt x="49" y="23"/>
                  </a:cubicBezTo>
                  <a:cubicBezTo>
                    <a:pt x="46" y="24"/>
                    <a:pt x="43" y="25"/>
                    <a:pt x="40" y="26"/>
                  </a:cubicBezTo>
                  <a:cubicBezTo>
                    <a:pt x="38" y="22"/>
                    <a:pt x="32" y="19"/>
                    <a:pt x="27" y="20"/>
                  </a:cubicBezTo>
                  <a:cubicBezTo>
                    <a:pt x="11" y="24"/>
                    <a:pt x="11" y="24"/>
                    <a:pt x="11" y="24"/>
                  </a:cubicBezTo>
                  <a:cubicBezTo>
                    <a:pt x="4" y="25"/>
                    <a:pt x="0" y="32"/>
                    <a:pt x="1" y="39"/>
                  </a:cubicBezTo>
                  <a:cubicBezTo>
                    <a:pt x="5" y="58"/>
                    <a:pt x="5" y="58"/>
                    <a:pt x="5" y="58"/>
                  </a:cubicBezTo>
                  <a:cubicBezTo>
                    <a:pt x="7" y="65"/>
                    <a:pt x="14" y="69"/>
                    <a:pt x="20" y="68"/>
                  </a:cubicBezTo>
                  <a:cubicBezTo>
                    <a:pt x="25" y="67"/>
                    <a:pt x="25" y="67"/>
                    <a:pt x="25" y="67"/>
                  </a:cubicBezTo>
                  <a:cubicBezTo>
                    <a:pt x="28" y="70"/>
                    <a:pt x="31" y="74"/>
                    <a:pt x="36" y="77"/>
                  </a:cubicBezTo>
                  <a:cubicBezTo>
                    <a:pt x="45" y="83"/>
                    <a:pt x="57" y="86"/>
                    <a:pt x="70" y="86"/>
                  </a:cubicBezTo>
                  <a:cubicBezTo>
                    <a:pt x="90" y="86"/>
                    <a:pt x="107" y="78"/>
                    <a:pt x="115" y="67"/>
                  </a:cubicBezTo>
                  <a:cubicBezTo>
                    <a:pt x="120" y="68"/>
                    <a:pt x="120" y="68"/>
                    <a:pt x="120" y="68"/>
                  </a:cubicBezTo>
                  <a:cubicBezTo>
                    <a:pt x="127" y="69"/>
                    <a:pt x="134" y="65"/>
                    <a:pt x="135" y="58"/>
                  </a:cubicBezTo>
                  <a:cubicBezTo>
                    <a:pt x="139" y="39"/>
                    <a:pt x="139" y="39"/>
                    <a:pt x="139" y="39"/>
                  </a:cubicBezTo>
                  <a:cubicBezTo>
                    <a:pt x="141" y="32"/>
                    <a:pt x="136" y="25"/>
                    <a:pt x="129" y="24"/>
                  </a:cubicBezTo>
                  <a:close/>
                  <a:moveTo>
                    <a:pt x="70" y="80"/>
                  </a:moveTo>
                  <a:cubicBezTo>
                    <a:pt x="58" y="80"/>
                    <a:pt x="48" y="77"/>
                    <a:pt x="39" y="71"/>
                  </a:cubicBezTo>
                  <a:cubicBezTo>
                    <a:pt x="37" y="70"/>
                    <a:pt x="34" y="67"/>
                    <a:pt x="32" y="65"/>
                  </a:cubicBezTo>
                  <a:cubicBezTo>
                    <a:pt x="36" y="65"/>
                    <a:pt x="36" y="65"/>
                    <a:pt x="36" y="65"/>
                  </a:cubicBezTo>
                  <a:cubicBezTo>
                    <a:pt x="43" y="63"/>
                    <a:pt x="48" y="56"/>
                    <a:pt x="46" y="49"/>
                  </a:cubicBezTo>
                  <a:cubicBezTo>
                    <a:pt x="43" y="32"/>
                    <a:pt x="43" y="32"/>
                    <a:pt x="43" y="32"/>
                  </a:cubicBezTo>
                  <a:cubicBezTo>
                    <a:pt x="45" y="31"/>
                    <a:pt x="47" y="30"/>
                    <a:pt x="49" y="29"/>
                  </a:cubicBezTo>
                  <a:cubicBezTo>
                    <a:pt x="49" y="32"/>
                    <a:pt x="49" y="32"/>
                    <a:pt x="49" y="32"/>
                  </a:cubicBezTo>
                  <a:cubicBezTo>
                    <a:pt x="49" y="40"/>
                    <a:pt x="55" y="45"/>
                    <a:pt x="62" y="45"/>
                  </a:cubicBezTo>
                  <a:cubicBezTo>
                    <a:pt x="78" y="45"/>
                    <a:pt x="78" y="45"/>
                    <a:pt x="78" y="45"/>
                  </a:cubicBezTo>
                  <a:cubicBezTo>
                    <a:pt x="85" y="45"/>
                    <a:pt x="91" y="40"/>
                    <a:pt x="91" y="32"/>
                  </a:cubicBezTo>
                  <a:cubicBezTo>
                    <a:pt x="91" y="29"/>
                    <a:pt x="91" y="29"/>
                    <a:pt x="91" y="29"/>
                  </a:cubicBezTo>
                  <a:cubicBezTo>
                    <a:pt x="93" y="30"/>
                    <a:pt x="96" y="31"/>
                    <a:pt x="98" y="32"/>
                  </a:cubicBezTo>
                  <a:cubicBezTo>
                    <a:pt x="94" y="49"/>
                    <a:pt x="94" y="49"/>
                    <a:pt x="94" y="49"/>
                  </a:cubicBezTo>
                  <a:cubicBezTo>
                    <a:pt x="93" y="56"/>
                    <a:pt x="97" y="63"/>
                    <a:pt x="104" y="65"/>
                  </a:cubicBezTo>
                  <a:cubicBezTo>
                    <a:pt x="108" y="65"/>
                    <a:pt x="108" y="65"/>
                    <a:pt x="108" y="65"/>
                  </a:cubicBezTo>
                  <a:cubicBezTo>
                    <a:pt x="101" y="74"/>
                    <a:pt x="87" y="80"/>
                    <a:pt x="70" y="80"/>
                  </a:cubicBezTo>
                  <a:close/>
                  <a:moveTo>
                    <a:pt x="70" y="80"/>
                  </a:moveTo>
                  <a:cubicBezTo>
                    <a:pt x="70" y="80"/>
                    <a:pt x="70" y="80"/>
                    <a:pt x="70" y="80"/>
                  </a:cubicBezTo>
                </a:path>
              </a:pathLst>
            </a:custGeom>
            <a:solidFill>
              <a:srgbClr val="4CB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40"/>
            <p:cNvSpPr>
              <a:spLocks noEditPoints="1"/>
            </p:cNvSpPr>
            <p:nvPr/>
          </p:nvSpPr>
          <p:spPr bwMode="auto">
            <a:xfrm>
              <a:off x="5322443" y="4372029"/>
              <a:ext cx="128926" cy="128926"/>
            </a:xfrm>
            <a:custGeom>
              <a:avLst/>
              <a:gdLst>
                <a:gd name="T0" fmla="*/ 34 w 34"/>
                <a:gd name="T1" fmla="*/ 17 h 34"/>
                <a:gd name="T2" fmla="*/ 17 w 34"/>
                <a:gd name="T3" fmla="*/ 34 h 34"/>
                <a:gd name="T4" fmla="*/ 0 w 34"/>
                <a:gd name="T5" fmla="*/ 17 h 34"/>
                <a:gd name="T6" fmla="*/ 17 w 34"/>
                <a:gd name="T7" fmla="*/ 0 h 34"/>
                <a:gd name="T8" fmla="*/ 34 w 34"/>
                <a:gd name="T9" fmla="*/ 17 h 34"/>
                <a:gd name="T10" fmla="*/ 34 w 34"/>
                <a:gd name="T11" fmla="*/ 17 h 34"/>
                <a:gd name="T12" fmla="*/ 34 w 34"/>
                <a:gd name="T13" fmla="*/ 17 h 34"/>
              </a:gdLst>
              <a:ahLst/>
              <a:cxnLst>
                <a:cxn ang="0">
                  <a:pos x="T0" y="T1"/>
                </a:cxn>
                <a:cxn ang="0">
                  <a:pos x="T2" y="T3"/>
                </a:cxn>
                <a:cxn ang="0">
                  <a:pos x="T4" y="T5"/>
                </a:cxn>
                <a:cxn ang="0">
                  <a:pos x="T6" y="T7"/>
                </a:cxn>
                <a:cxn ang="0">
                  <a:pos x="T8" y="T9"/>
                </a:cxn>
                <a:cxn ang="0">
                  <a:pos x="T10" y="T11"/>
                </a:cxn>
                <a:cxn ang="0">
                  <a:pos x="T12" y="T13"/>
                </a:cxn>
              </a:cxnLst>
              <a:rect l="0" t="0" r="r" b="b"/>
              <a:pathLst>
                <a:path w="34" h="34">
                  <a:moveTo>
                    <a:pt x="34" y="17"/>
                  </a:moveTo>
                  <a:cubicBezTo>
                    <a:pt x="34" y="27"/>
                    <a:pt x="26" y="34"/>
                    <a:pt x="17" y="34"/>
                  </a:cubicBezTo>
                  <a:cubicBezTo>
                    <a:pt x="7" y="34"/>
                    <a:pt x="0" y="27"/>
                    <a:pt x="0" y="17"/>
                  </a:cubicBezTo>
                  <a:cubicBezTo>
                    <a:pt x="0" y="8"/>
                    <a:pt x="7" y="0"/>
                    <a:pt x="17" y="0"/>
                  </a:cubicBezTo>
                  <a:cubicBezTo>
                    <a:pt x="26" y="0"/>
                    <a:pt x="34" y="8"/>
                    <a:pt x="34" y="17"/>
                  </a:cubicBezTo>
                  <a:close/>
                  <a:moveTo>
                    <a:pt x="34" y="17"/>
                  </a:moveTo>
                  <a:cubicBezTo>
                    <a:pt x="34" y="17"/>
                    <a:pt x="34" y="17"/>
                    <a:pt x="34" y="17"/>
                  </a:cubicBezTo>
                </a:path>
              </a:pathLst>
            </a:custGeom>
            <a:solidFill>
              <a:srgbClr val="4CB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41"/>
            <p:cNvSpPr>
              <a:spLocks noEditPoints="1"/>
            </p:cNvSpPr>
            <p:nvPr/>
          </p:nvSpPr>
          <p:spPr bwMode="auto">
            <a:xfrm>
              <a:off x="4892151" y="4367195"/>
              <a:ext cx="140208" cy="141819"/>
            </a:xfrm>
            <a:custGeom>
              <a:avLst/>
              <a:gdLst>
                <a:gd name="T0" fmla="*/ 22 w 37"/>
                <a:gd name="T1" fmla="*/ 35 h 37"/>
                <a:gd name="T2" fmla="*/ 35 w 37"/>
                <a:gd name="T3" fmla="*/ 15 h 37"/>
                <a:gd name="T4" fmla="*/ 15 w 37"/>
                <a:gd name="T5" fmla="*/ 2 h 37"/>
                <a:gd name="T6" fmla="*/ 2 w 37"/>
                <a:gd name="T7" fmla="*/ 22 h 37"/>
                <a:gd name="T8" fmla="*/ 22 w 37"/>
                <a:gd name="T9" fmla="*/ 35 h 37"/>
                <a:gd name="T10" fmla="*/ 22 w 37"/>
                <a:gd name="T11" fmla="*/ 35 h 37"/>
                <a:gd name="T12" fmla="*/ 22 w 37"/>
                <a:gd name="T13" fmla="*/ 35 h 37"/>
              </a:gdLst>
              <a:ahLst/>
              <a:cxnLst>
                <a:cxn ang="0">
                  <a:pos x="T0" y="T1"/>
                </a:cxn>
                <a:cxn ang="0">
                  <a:pos x="T2" y="T3"/>
                </a:cxn>
                <a:cxn ang="0">
                  <a:pos x="T4" y="T5"/>
                </a:cxn>
                <a:cxn ang="0">
                  <a:pos x="T6" y="T7"/>
                </a:cxn>
                <a:cxn ang="0">
                  <a:pos x="T8" y="T9"/>
                </a:cxn>
                <a:cxn ang="0">
                  <a:pos x="T10" y="T11"/>
                </a:cxn>
                <a:cxn ang="0">
                  <a:pos x="T12" y="T13"/>
                </a:cxn>
              </a:cxnLst>
              <a:rect l="0" t="0" r="r" b="b"/>
              <a:pathLst>
                <a:path w="37" h="37">
                  <a:moveTo>
                    <a:pt x="22" y="35"/>
                  </a:moveTo>
                  <a:cubicBezTo>
                    <a:pt x="31" y="33"/>
                    <a:pt x="37" y="24"/>
                    <a:pt x="35" y="15"/>
                  </a:cubicBezTo>
                  <a:cubicBezTo>
                    <a:pt x="33" y="6"/>
                    <a:pt x="24" y="0"/>
                    <a:pt x="15" y="2"/>
                  </a:cubicBezTo>
                  <a:cubicBezTo>
                    <a:pt x="6" y="4"/>
                    <a:pt x="0" y="13"/>
                    <a:pt x="2" y="22"/>
                  </a:cubicBezTo>
                  <a:cubicBezTo>
                    <a:pt x="4" y="31"/>
                    <a:pt x="13" y="37"/>
                    <a:pt x="22" y="35"/>
                  </a:cubicBezTo>
                  <a:close/>
                  <a:moveTo>
                    <a:pt x="22" y="35"/>
                  </a:moveTo>
                  <a:cubicBezTo>
                    <a:pt x="22" y="35"/>
                    <a:pt x="22" y="35"/>
                    <a:pt x="22" y="35"/>
                  </a:cubicBezTo>
                </a:path>
              </a:pathLst>
            </a:custGeom>
            <a:solidFill>
              <a:srgbClr val="4CB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82" name="Freeform 42"/>
          <p:cNvSpPr>
            <a:spLocks noEditPoints="1"/>
          </p:cNvSpPr>
          <p:nvPr/>
        </p:nvSpPr>
        <p:spPr bwMode="auto">
          <a:xfrm>
            <a:off x="8339317" y="4280170"/>
            <a:ext cx="377109" cy="512482"/>
          </a:xfrm>
          <a:custGeom>
            <a:avLst/>
            <a:gdLst>
              <a:gd name="T0" fmla="*/ 99 w 99"/>
              <a:gd name="T1" fmla="*/ 46 h 134"/>
              <a:gd name="T2" fmla="*/ 49 w 99"/>
              <a:gd name="T3" fmla="*/ 3 h 134"/>
              <a:gd name="T4" fmla="*/ 10 w 99"/>
              <a:gd name="T5" fmla="*/ 34 h 134"/>
              <a:gd name="T6" fmla="*/ 8 w 99"/>
              <a:gd name="T7" fmla="*/ 58 h 134"/>
              <a:gd name="T8" fmla="*/ 12 w 99"/>
              <a:gd name="T9" fmla="*/ 64 h 134"/>
              <a:gd name="T10" fmla="*/ 1 w 99"/>
              <a:gd name="T11" fmla="*/ 86 h 134"/>
              <a:gd name="T12" fmla="*/ 12 w 99"/>
              <a:gd name="T13" fmla="*/ 90 h 134"/>
              <a:gd name="T14" fmla="*/ 12 w 99"/>
              <a:gd name="T15" fmla="*/ 104 h 134"/>
              <a:gd name="T16" fmla="*/ 29 w 99"/>
              <a:gd name="T17" fmla="*/ 117 h 134"/>
              <a:gd name="T18" fmla="*/ 38 w 99"/>
              <a:gd name="T19" fmla="*/ 116 h 134"/>
              <a:gd name="T20" fmla="*/ 40 w 99"/>
              <a:gd name="T21" fmla="*/ 134 h 134"/>
              <a:gd name="T22" fmla="*/ 92 w 99"/>
              <a:gd name="T23" fmla="*/ 134 h 134"/>
              <a:gd name="T24" fmla="*/ 84 w 99"/>
              <a:gd name="T25" fmla="*/ 95 h 134"/>
              <a:gd name="T26" fmla="*/ 99 w 99"/>
              <a:gd name="T27" fmla="*/ 46 h 134"/>
              <a:gd name="T28" fmla="*/ 42 w 99"/>
              <a:gd name="T29" fmla="*/ 62 h 134"/>
              <a:gd name="T30" fmla="*/ 60 w 99"/>
              <a:gd name="T31" fmla="*/ 41 h 134"/>
              <a:gd name="T32" fmla="*/ 23 w 99"/>
              <a:gd name="T33" fmla="*/ 41 h 134"/>
              <a:gd name="T34" fmla="*/ 65 w 99"/>
              <a:gd name="T35" fmla="*/ 14 h 134"/>
              <a:gd name="T36" fmla="*/ 48 w 99"/>
              <a:gd name="T37" fmla="*/ 33 h 134"/>
              <a:gd name="T38" fmla="*/ 84 w 99"/>
              <a:gd name="T39" fmla="*/ 33 h 134"/>
              <a:gd name="T40" fmla="*/ 42 w 99"/>
              <a:gd name="T41" fmla="*/ 62 h 134"/>
              <a:gd name="T42" fmla="*/ 42 w 99"/>
              <a:gd name="T43" fmla="*/ 62 h 134"/>
              <a:gd name="T44" fmla="*/ 42 w 99"/>
              <a:gd name="T45" fmla="*/ 6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9" h="134">
                <a:moveTo>
                  <a:pt x="99" y="46"/>
                </a:moveTo>
                <a:cubicBezTo>
                  <a:pt x="99" y="9"/>
                  <a:pt x="70" y="0"/>
                  <a:pt x="49" y="3"/>
                </a:cubicBezTo>
                <a:cubicBezTo>
                  <a:pt x="28" y="5"/>
                  <a:pt x="10" y="15"/>
                  <a:pt x="10" y="34"/>
                </a:cubicBezTo>
                <a:cubicBezTo>
                  <a:pt x="10" y="52"/>
                  <a:pt x="8" y="58"/>
                  <a:pt x="8" y="58"/>
                </a:cubicBezTo>
                <a:cubicBezTo>
                  <a:pt x="12" y="64"/>
                  <a:pt x="12" y="64"/>
                  <a:pt x="12" y="64"/>
                </a:cubicBezTo>
                <a:cubicBezTo>
                  <a:pt x="12" y="64"/>
                  <a:pt x="0" y="83"/>
                  <a:pt x="1" y="86"/>
                </a:cubicBezTo>
                <a:cubicBezTo>
                  <a:pt x="2" y="88"/>
                  <a:pt x="12" y="90"/>
                  <a:pt x="12" y="90"/>
                </a:cubicBezTo>
                <a:cubicBezTo>
                  <a:pt x="12" y="90"/>
                  <a:pt x="13" y="91"/>
                  <a:pt x="12" y="104"/>
                </a:cubicBezTo>
                <a:cubicBezTo>
                  <a:pt x="11" y="118"/>
                  <a:pt x="22" y="119"/>
                  <a:pt x="29" y="117"/>
                </a:cubicBezTo>
                <a:cubicBezTo>
                  <a:pt x="33" y="117"/>
                  <a:pt x="35" y="116"/>
                  <a:pt x="38" y="116"/>
                </a:cubicBezTo>
                <a:cubicBezTo>
                  <a:pt x="40" y="134"/>
                  <a:pt x="40" y="134"/>
                  <a:pt x="40" y="134"/>
                </a:cubicBezTo>
                <a:cubicBezTo>
                  <a:pt x="92" y="134"/>
                  <a:pt x="92" y="134"/>
                  <a:pt x="92" y="134"/>
                </a:cubicBezTo>
                <a:cubicBezTo>
                  <a:pt x="84" y="95"/>
                  <a:pt x="84" y="95"/>
                  <a:pt x="84" y="95"/>
                </a:cubicBezTo>
                <a:cubicBezTo>
                  <a:pt x="87" y="82"/>
                  <a:pt x="99" y="75"/>
                  <a:pt x="99" y="46"/>
                </a:cubicBezTo>
                <a:close/>
                <a:moveTo>
                  <a:pt x="42" y="62"/>
                </a:moveTo>
                <a:cubicBezTo>
                  <a:pt x="60" y="41"/>
                  <a:pt x="60" y="41"/>
                  <a:pt x="60" y="41"/>
                </a:cubicBezTo>
                <a:cubicBezTo>
                  <a:pt x="23" y="41"/>
                  <a:pt x="23" y="41"/>
                  <a:pt x="23" y="41"/>
                </a:cubicBezTo>
                <a:cubicBezTo>
                  <a:pt x="65" y="14"/>
                  <a:pt x="65" y="14"/>
                  <a:pt x="65" y="14"/>
                </a:cubicBezTo>
                <a:cubicBezTo>
                  <a:pt x="48" y="33"/>
                  <a:pt x="48" y="33"/>
                  <a:pt x="48" y="33"/>
                </a:cubicBezTo>
                <a:cubicBezTo>
                  <a:pt x="84" y="33"/>
                  <a:pt x="84" y="33"/>
                  <a:pt x="84" y="33"/>
                </a:cubicBezTo>
                <a:lnTo>
                  <a:pt x="42" y="62"/>
                </a:lnTo>
                <a:close/>
                <a:moveTo>
                  <a:pt x="42" y="62"/>
                </a:moveTo>
                <a:cubicBezTo>
                  <a:pt x="42" y="62"/>
                  <a:pt x="42" y="62"/>
                  <a:pt x="42" y="62"/>
                </a:cubicBezTo>
              </a:path>
            </a:pathLst>
          </a:custGeom>
          <a:solidFill>
            <a:srgbClr val="EB61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3" name="组合 2"/>
          <p:cNvGrpSpPr/>
          <p:nvPr/>
        </p:nvGrpSpPr>
        <p:grpSpPr>
          <a:xfrm>
            <a:off x="3283796" y="3029585"/>
            <a:ext cx="435127" cy="448019"/>
            <a:chOff x="3283796" y="3029585"/>
            <a:chExt cx="435127" cy="448019"/>
          </a:xfrm>
        </p:grpSpPr>
        <p:sp>
          <p:nvSpPr>
            <p:cNvPr id="83" name="Freeform 43"/>
            <p:cNvSpPr>
              <a:spLocks noEditPoints="1"/>
            </p:cNvSpPr>
            <p:nvPr/>
          </p:nvSpPr>
          <p:spPr bwMode="auto">
            <a:xfrm>
              <a:off x="3580327" y="3029585"/>
              <a:ext cx="138596" cy="127315"/>
            </a:xfrm>
            <a:custGeom>
              <a:avLst/>
              <a:gdLst>
                <a:gd name="T0" fmla="*/ 26 w 36"/>
                <a:gd name="T1" fmla="*/ 6 h 33"/>
                <a:gd name="T2" fmla="*/ 0 w 36"/>
                <a:gd name="T3" fmla="*/ 10 h 33"/>
                <a:gd name="T4" fmla="*/ 30 w 36"/>
                <a:gd name="T5" fmla="*/ 33 h 33"/>
                <a:gd name="T6" fmla="*/ 26 w 36"/>
                <a:gd name="T7" fmla="*/ 6 h 33"/>
                <a:gd name="T8" fmla="*/ 26 w 36"/>
                <a:gd name="T9" fmla="*/ 6 h 33"/>
                <a:gd name="T10" fmla="*/ 26 w 36"/>
                <a:gd name="T11" fmla="*/ 6 h 33"/>
              </a:gdLst>
              <a:ahLst/>
              <a:cxnLst>
                <a:cxn ang="0">
                  <a:pos x="T0" y="T1"/>
                </a:cxn>
                <a:cxn ang="0">
                  <a:pos x="T2" y="T3"/>
                </a:cxn>
                <a:cxn ang="0">
                  <a:pos x="T4" y="T5"/>
                </a:cxn>
                <a:cxn ang="0">
                  <a:pos x="T6" y="T7"/>
                </a:cxn>
                <a:cxn ang="0">
                  <a:pos x="T8" y="T9"/>
                </a:cxn>
                <a:cxn ang="0">
                  <a:pos x="T10" y="T11"/>
                </a:cxn>
              </a:cxnLst>
              <a:rect l="0" t="0" r="r" b="b"/>
              <a:pathLst>
                <a:path w="36" h="33">
                  <a:moveTo>
                    <a:pt x="26" y="6"/>
                  </a:moveTo>
                  <a:cubicBezTo>
                    <a:pt x="18" y="0"/>
                    <a:pt x="6" y="2"/>
                    <a:pt x="0" y="10"/>
                  </a:cubicBezTo>
                  <a:cubicBezTo>
                    <a:pt x="30" y="33"/>
                    <a:pt x="30" y="33"/>
                    <a:pt x="30" y="33"/>
                  </a:cubicBezTo>
                  <a:cubicBezTo>
                    <a:pt x="36" y="24"/>
                    <a:pt x="34" y="13"/>
                    <a:pt x="26" y="6"/>
                  </a:cubicBezTo>
                  <a:close/>
                  <a:moveTo>
                    <a:pt x="26" y="6"/>
                  </a:moveTo>
                  <a:cubicBezTo>
                    <a:pt x="26" y="6"/>
                    <a:pt x="26" y="6"/>
                    <a:pt x="26" y="6"/>
                  </a:cubicBezTo>
                </a:path>
              </a:pathLst>
            </a:custGeom>
            <a:solidFill>
              <a:srgbClr val="EB61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44"/>
            <p:cNvSpPr>
              <a:spLocks noEditPoints="1"/>
            </p:cNvSpPr>
            <p:nvPr/>
          </p:nvSpPr>
          <p:spPr bwMode="auto">
            <a:xfrm>
              <a:off x="3283796" y="3029585"/>
              <a:ext cx="136985" cy="127315"/>
            </a:xfrm>
            <a:custGeom>
              <a:avLst/>
              <a:gdLst>
                <a:gd name="T0" fmla="*/ 10 w 36"/>
                <a:gd name="T1" fmla="*/ 6 h 33"/>
                <a:gd name="T2" fmla="*/ 7 w 36"/>
                <a:gd name="T3" fmla="*/ 33 h 33"/>
                <a:gd name="T4" fmla="*/ 36 w 36"/>
                <a:gd name="T5" fmla="*/ 10 h 33"/>
                <a:gd name="T6" fmla="*/ 10 w 36"/>
                <a:gd name="T7" fmla="*/ 6 h 33"/>
                <a:gd name="T8" fmla="*/ 10 w 36"/>
                <a:gd name="T9" fmla="*/ 6 h 33"/>
                <a:gd name="T10" fmla="*/ 10 w 36"/>
                <a:gd name="T11" fmla="*/ 6 h 33"/>
              </a:gdLst>
              <a:ahLst/>
              <a:cxnLst>
                <a:cxn ang="0">
                  <a:pos x="T0" y="T1"/>
                </a:cxn>
                <a:cxn ang="0">
                  <a:pos x="T2" y="T3"/>
                </a:cxn>
                <a:cxn ang="0">
                  <a:pos x="T4" y="T5"/>
                </a:cxn>
                <a:cxn ang="0">
                  <a:pos x="T6" y="T7"/>
                </a:cxn>
                <a:cxn ang="0">
                  <a:pos x="T8" y="T9"/>
                </a:cxn>
                <a:cxn ang="0">
                  <a:pos x="T10" y="T11"/>
                </a:cxn>
              </a:cxnLst>
              <a:rect l="0" t="0" r="r" b="b"/>
              <a:pathLst>
                <a:path w="36" h="33">
                  <a:moveTo>
                    <a:pt x="10" y="6"/>
                  </a:moveTo>
                  <a:cubicBezTo>
                    <a:pt x="2" y="13"/>
                    <a:pt x="0" y="24"/>
                    <a:pt x="7" y="33"/>
                  </a:cubicBezTo>
                  <a:cubicBezTo>
                    <a:pt x="36" y="10"/>
                    <a:pt x="36" y="10"/>
                    <a:pt x="36" y="10"/>
                  </a:cubicBezTo>
                  <a:cubicBezTo>
                    <a:pt x="30" y="2"/>
                    <a:pt x="18" y="0"/>
                    <a:pt x="10" y="6"/>
                  </a:cubicBezTo>
                  <a:close/>
                  <a:moveTo>
                    <a:pt x="10" y="6"/>
                  </a:moveTo>
                  <a:cubicBezTo>
                    <a:pt x="10" y="6"/>
                    <a:pt x="10" y="6"/>
                    <a:pt x="10" y="6"/>
                  </a:cubicBezTo>
                </a:path>
              </a:pathLst>
            </a:custGeom>
            <a:solidFill>
              <a:srgbClr val="EB61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45"/>
            <p:cNvSpPr>
              <a:spLocks noEditPoints="1"/>
            </p:cNvSpPr>
            <p:nvPr/>
          </p:nvSpPr>
          <p:spPr bwMode="auto">
            <a:xfrm>
              <a:off x="3311194" y="3079543"/>
              <a:ext cx="383556" cy="386779"/>
            </a:xfrm>
            <a:custGeom>
              <a:avLst/>
              <a:gdLst>
                <a:gd name="T0" fmla="*/ 51 w 101"/>
                <a:gd name="T1" fmla="*/ 0 h 101"/>
                <a:gd name="T2" fmla="*/ 0 w 101"/>
                <a:gd name="T3" fmla="*/ 50 h 101"/>
                <a:gd name="T4" fmla="*/ 51 w 101"/>
                <a:gd name="T5" fmla="*/ 101 h 101"/>
                <a:gd name="T6" fmla="*/ 101 w 101"/>
                <a:gd name="T7" fmla="*/ 50 h 101"/>
                <a:gd name="T8" fmla="*/ 51 w 101"/>
                <a:gd name="T9" fmla="*/ 0 h 101"/>
                <a:gd name="T10" fmla="*/ 51 w 101"/>
                <a:gd name="T11" fmla="*/ 57 h 101"/>
                <a:gd name="T12" fmla="*/ 49 w 101"/>
                <a:gd name="T13" fmla="*/ 56 h 101"/>
                <a:gd name="T14" fmla="*/ 23 w 101"/>
                <a:gd name="T15" fmla="*/ 71 h 101"/>
                <a:gd name="T16" fmla="*/ 45 w 101"/>
                <a:gd name="T17" fmla="*/ 53 h 101"/>
                <a:gd name="T18" fmla="*/ 44 w 101"/>
                <a:gd name="T19" fmla="*/ 50 h 101"/>
                <a:gd name="T20" fmla="*/ 49 w 101"/>
                <a:gd name="T21" fmla="*/ 44 h 101"/>
                <a:gd name="T22" fmla="*/ 53 w 101"/>
                <a:gd name="T23" fmla="*/ 10 h 101"/>
                <a:gd name="T24" fmla="*/ 55 w 101"/>
                <a:gd name="T25" fmla="*/ 45 h 101"/>
                <a:gd name="T26" fmla="*/ 57 w 101"/>
                <a:gd name="T27" fmla="*/ 50 h 101"/>
                <a:gd name="T28" fmla="*/ 51 w 101"/>
                <a:gd name="T29" fmla="*/ 57 h 101"/>
                <a:gd name="T30" fmla="*/ 51 w 101"/>
                <a:gd name="T31" fmla="*/ 57 h 101"/>
                <a:gd name="T32" fmla="*/ 51 w 101"/>
                <a:gd name="T33" fmla="*/ 57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1" h="101">
                  <a:moveTo>
                    <a:pt x="51" y="0"/>
                  </a:moveTo>
                  <a:cubicBezTo>
                    <a:pt x="23" y="0"/>
                    <a:pt x="0" y="22"/>
                    <a:pt x="0" y="50"/>
                  </a:cubicBezTo>
                  <a:cubicBezTo>
                    <a:pt x="0" y="78"/>
                    <a:pt x="23" y="101"/>
                    <a:pt x="51" y="101"/>
                  </a:cubicBezTo>
                  <a:cubicBezTo>
                    <a:pt x="79" y="101"/>
                    <a:pt x="101" y="78"/>
                    <a:pt x="101" y="50"/>
                  </a:cubicBezTo>
                  <a:cubicBezTo>
                    <a:pt x="101" y="22"/>
                    <a:pt x="79" y="0"/>
                    <a:pt x="51" y="0"/>
                  </a:cubicBezTo>
                  <a:close/>
                  <a:moveTo>
                    <a:pt x="51" y="57"/>
                  </a:moveTo>
                  <a:cubicBezTo>
                    <a:pt x="50" y="57"/>
                    <a:pt x="49" y="57"/>
                    <a:pt x="49" y="56"/>
                  </a:cubicBezTo>
                  <a:cubicBezTo>
                    <a:pt x="23" y="71"/>
                    <a:pt x="23" y="71"/>
                    <a:pt x="23" y="71"/>
                  </a:cubicBezTo>
                  <a:cubicBezTo>
                    <a:pt x="45" y="53"/>
                    <a:pt x="45" y="53"/>
                    <a:pt x="45" y="53"/>
                  </a:cubicBezTo>
                  <a:cubicBezTo>
                    <a:pt x="44" y="52"/>
                    <a:pt x="44" y="51"/>
                    <a:pt x="44" y="50"/>
                  </a:cubicBezTo>
                  <a:cubicBezTo>
                    <a:pt x="44" y="47"/>
                    <a:pt x="46" y="45"/>
                    <a:pt x="49" y="44"/>
                  </a:cubicBezTo>
                  <a:cubicBezTo>
                    <a:pt x="53" y="10"/>
                    <a:pt x="53" y="10"/>
                    <a:pt x="53" y="10"/>
                  </a:cubicBezTo>
                  <a:cubicBezTo>
                    <a:pt x="55" y="45"/>
                    <a:pt x="55" y="45"/>
                    <a:pt x="55" y="45"/>
                  </a:cubicBezTo>
                  <a:cubicBezTo>
                    <a:pt x="56" y="47"/>
                    <a:pt x="57" y="48"/>
                    <a:pt x="57" y="50"/>
                  </a:cubicBezTo>
                  <a:cubicBezTo>
                    <a:pt x="57" y="54"/>
                    <a:pt x="54" y="57"/>
                    <a:pt x="51" y="57"/>
                  </a:cubicBezTo>
                  <a:close/>
                  <a:moveTo>
                    <a:pt x="51" y="57"/>
                  </a:moveTo>
                  <a:cubicBezTo>
                    <a:pt x="51" y="57"/>
                    <a:pt x="51" y="57"/>
                    <a:pt x="51" y="57"/>
                  </a:cubicBezTo>
                </a:path>
              </a:pathLst>
            </a:custGeom>
            <a:solidFill>
              <a:srgbClr val="EB61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46"/>
            <p:cNvSpPr>
              <a:spLocks noEditPoints="1"/>
            </p:cNvSpPr>
            <p:nvPr/>
          </p:nvSpPr>
          <p:spPr bwMode="auto">
            <a:xfrm>
              <a:off x="3615781" y="3419587"/>
              <a:ext cx="64463" cy="58017"/>
            </a:xfrm>
            <a:custGeom>
              <a:avLst/>
              <a:gdLst>
                <a:gd name="T0" fmla="*/ 0 w 17"/>
                <a:gd name="T1" fmla="*/ 7 h 15"/>
                <a:gd name="T2" fmla="*/ 5 w 17"/>
                <a:gd name="T3" fmla="*/ 15 h 15"/>
                <a:gd name="T4" fmla="*/ 17 w 17"/>
                <a:gd name="T5" fmla="*/ 15 h 15"/>
                <a:gd name="T6" fmla="*/ 8 w 17"/>
                <a:gd name="T7" fmla="*/ 0 h 15"/>
                <a:gd name="T8" fmla="*/ 0 w 17"/>
                <a:gd name="T9" fmla="*/ 7 h 15"/>
                <a:gd name="T10" fmla="*/ 0 w 17"/>
                <a:gd name="T11" fmla="*/ 7 h 15"/>
                <a:gd name="T12" fmla="*/ 0 w 17"/>
                <a:gd name="T13" fmla="*/ 7 h 15"/>
              </a:gdLst>
              <a:ahLst/>
              <a:cxnLst>
                <a:cxn ang="0">
                  <a:pos x="T0" y="T1"/>
                </a:cxn>
                <a:cxn ang="0">
                  <a:pos x="T2" y="T3"/>
                </a:cxn>
                <a:cxn ang="0">
                  <a:pos x="T4" y="T5"/>
                </a:cxn>
                <a:cxn ang="0">
                  <a:pos x="T6" y="T7"/>
                </a:cxn>
                <a:cxn ang="0">
                  <a:pos x="T8" y="T9"/>
                </a:cxn>
                <a:cxn ang="0">
                  <a:pos x="T10" y="T11"/>
                </a:cxn>
                <a:cxn ang="0">
                  <a:pos x="T12" y="T13"/>
                </a:cxn>
              </a:cxnLst>
              <a:rect l="0" t="0" r="r" b="b"/>
              <a:pathLst>
                <a:path w="17" h="15">
                  <a:moveTo>
                    <a:pt x="0" y="7"/>
                  </a:moveTo>
                  <a:cubicBezTo>
                    <a:pt x="5" y="15"/>
                    <a:pt x="5" y="15"/>
                    <a:pt x="5" y="15"/>
                  </a:cubicBezTo>
                  <a:cubicBezTo>
                    <a:pt x="17" y="15"/>
                    <a:pt x="17" y="15"/>
                    <a:pt x="17" y="15"/>
                  </a:cubicBezTo>
                  <a:cubicBezTo>
                    <a:pt x="8" y="0"/>
                    <a:pt x="8" y="0"/>
                    <a:pt x="8" y="0"/>
                  </a:cubicBezTo>
                  <a:cubicBezTo>
                    <a:pt x="6" y="3"/>
                    <a:pt x="3" y="5"/>
                    <a:pt x="0" y="7"/>
                  </a:cubicBezTo>
                  <a:close/>
                  <a:moveTo>
                    <a:pt x="0" y="7"/>
                  </a:moveTo>
                  <a:cubicBezTo>
                    <a:pt x="0" y="7"/>
                    <a:pt x="0" y="7"/>
                    <a:pt x="0" y="7"/>
                  </a:cubicBezTo>
                </a:path>
              </a:pathLst>
            </a:custGeom>
            <a:solidFill>
              <a:srgbClr val="EB61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47"/>
            <p:cNvSpPr>
              <a:spLocks noEditPoints="1"/>
            </p:cNvSpPr>
            <p:nvPr/>
          </p:nvSpPr>
          <p:spPr bwMode="auto">
            <a:xfrm>
              <a:off x="3325697" y="3419587"/>
              <a:ext cx="61240" cy="58017"/>
            </a:xfrm>
            <a:custGeom>
              <a:avLst/>
              <a:gdLst>
                <a:gd name="T0" fmla="*/ 0 w 16"/>
                <a:gd name="T1" fmla="*/ 15 h 15"/>
                <a:gd name="T2" fmla="*/ 12 w 16"/>
                <a:gd name="T3" fmla="*/ 15 h 15"/>
                <a:gd name="T4" fmla="*/ 16 w 16"/>
                <a:gd name="T5" fmla="*/ 6 h 15"/>
                <a:gd name="T6" fmla="*/ 8 w 16"/>
                <a:gd name="T7" fmla="*/ 0 h 15"/>
                <a:gd name="T8" fmla="*/ 0 w 16"/>
                <a:gd name="T9" fmla="*/ 15 h 15"/>
                <a:gd name="T10" fmla="*/ 0 w 16"/>
                <a:gd name="T11" fmla="*/ 15 h 15"/>
                <a:gd name="T12" fmla="*/ 0 w 1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16" h="15">
                  <a:moveTo>
                    <a:pt x="0" y="15"/>
                  </a:moveTo>
                  <a:cubicBezTo>
                    <a:pt x="12" y="15"/>
                    <a:pt x="12" y="15"/>
                    <a:pt x="12" y="15"/>
                  </a:cubicBezTo>
                  <a:cubicBezTo>
                    <a:pt x="16" y="6"/>
                    <a:pt x="16" y="6"/>
                    <a:pt x="16" y="6"/>
                  </a:cubicBezTo>
                  <a:cubicBezTo>
                    <a:pt x="14" y="4"/>
                    <a:pt x="11" y="2"/>
                    <a:pt x="8" y="0"/>
                  </a:cubicBezTo>
                  <a:lnTo>
                    <a:pt x="0" y="15"/>
                  </a:lnTo>
                  <a:close/>
                  <a:moveTo>
                    <a:pt x="0" y="15"/>
                  </a:moveTo>
                  <a:cubicBezTo>
                    <a:pt x="0" y="15"/>
                    <a:pt x="0" y="15"/>
                    <a:pt x="0" y="15"/>
                  </a:cubicBezTo>
                </a:path>
              </a:pathLst>
            </a:custGeom>
            <a:solidFill>
              <a:srgbClr val="EB61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 name="组合 1"/>
          <p:cNvGrpSpPr/>
          <p:nvPr/>
        </p:nvGrpSpPr>
        <p:grpSpPr>
          <a:xfrm>
            <a:off x="6621375" y="2998964"/>
            <a:ext cx="468969" cy="486697"/>
            <a:chOff x="6621375" y="2998964"/>
            <a:chExt cx="468969" cy="486697"/>
          </a:xfrm>
        </p:grpSpPr>
        <p:sp>
          <p:nvSpPr>
            <p:cNvPr id="88" name="Freeform 48"/>
            <p:cNvSpPr>
              <a:spLocks noEditPoints="1"/>
            </p:cNvSpPr>
            <p:nvPr/>
          </p:nvSpPr>
          <p:spPr bwMode="auto">
            <a:xfrm>
              <a:off x="6945302" y="3121444"/>
              <a:ext cx="145042" cy="141819"/>
            </a:xfrm>
            <a:custGeom>
              <a:avLst/>
              <a:gdLst>
                <a:gd name="T0" fmla="*/ 33 w 38"/>
                <a:gd name="T1" fmla="*/ 8 h 37"/>
                <a:gd name="T2" fmla="*/ 31 w 38"/>
                <a:gd name="T3" fmla="*/ 9 h 37"/>
                <a:gd name="T4" fmla="*/ 28 w 38"/>
                <a:gd name="T5" fmla="*/ 6 h 37"/>
                <a:gd name="T6" fmla="*/ 29 w 38"/>
                <a:gd name="T7" fmla="*/ 4 h 37"/>
                <a:gd name="T8" fmla="*/ 28 w 38"/>
                <a:gd name="T9" fmla="*/ 2 h 37"/>
                <a:gd name="T10" fmla="*/ 24 w 38"/>
                <a:gd name="T11" fmla="*/ 0 h 37"/>
                <a:gd name="T12" fmla="*/ 22 w 38"/>
                <a:gd name="T13" fmla="*/ 1 h 37"/>
                <a:gd name="T14" fmla="*/ 21 w 38"/>
                <a:gd name="T15" fmla="*/ 3 h 37"/>
                <a:gd name="T16" fmla="*/ 17 w 38"/>
                <a:gd name="T17" fmla="*/ 3 h 37"/>
                <a:gd name="T18" fmla="*/ 15 w 38"/>
                <a:gd name="T19" fmla="*/ 1 h 37"/>
                <a:gd name="T20" fmla="*/ 13 w 38"/>
                <a:gd name="T21" fmla="*/ 0 h 37"/>
                <a:gd name="T22" fmla="*/ 9 w 38"/>
                <a:gd name="T23" fmla="*/ 2 h 37"/>
                <a:gd name="T24" fmla="*/ 8 w 38"/>
                <a:gd name="T25" fmla="*/ 4 h 37"/>
                <a:gd name="T26" fmla="*/ 9 w 38"/>
                <a:gd name="T27" fmla="*/ 6 h 37"/>
                <a:gd name="T28" fmla="*/ 6 w 38"/>
                <a:gd name="T29" fmla="*/ 9 h 37"/>
                <a:gd name="T30" fmla="*/ 4 w 38"/>
                <a:gd name="T31" fmla="*/ 8 h 37"/>
                <a:gd name="T32" fmla="*/ 2 w 38"/>
                <a:gd name="T33" fmla="*/ 9 h 37"/>
                <a:gd name="T34" fmla="*/ 0 w 38"/>
                <a:gd name="T35" fmla="*/ 13 h 37"/>
                <a:gd name="T36" fmla="*/ 1 w 38"/>
                <a:gd name="T37" fmla="*/ 15 h 37"/>
                <a:gd name="T38" fmla="*/ 4 w 38"/>
                <a:gd name="T39" fmla="*/ 16 h 37"/>
                <a:gd name="T40" fmla="*/ 4 w 38"/>
                <a:gd name="T41" fmla="*/ 21 h 37"/>
                <a:gd name="T42" fmla="*/ 1 w 38"/>
                <a:gd name="T43" fmla="*/ 22 h 37"/>
                <a:gd name="T44" fmla="*/ 0 w 38"/>
                <a:gd name="T45" fmla="*/ 24 h 37"/>
                <a:gd name="T46" fmla="*/ 2 w 38"/>
                <a:gd name="T47" fmla="*/ 28 h 37"/>
                <a:gd name="T48" fmla="*/ 4 w 38"/>
                <a:gd name="T49" fmla="*/ 29 h 37"/>
                <a:gd name="T50" fmla="*/ 6 w 38"/>
                <a:gd name="T51" fmla="*/ 28 h 37"/>
                <a:gd name="T52" fmla="*/ 9 w 38"/>
                <a:gd name="T53" fmla="*/ 31 h 37"/>
                <a:gd name="T54" fmla="*/ 8 w 38"/>
                <a:gd name="T55" fmla="*/ 33 h 37"/>
                <a:gd name="T56" fmla="*/ 9 w 38"/>
                <a:gd name="T57" fmla="*/ 35 h 37"/>
                <a:gd name="T58" fmla="*/ 13 w 38"/>
                <a:gd name="T59" fmla="*/ 37 h 37"/>
                <a:gd name="T60" fmla="*/ 15 w 38"/>
                <a:gd name="T61" fmla="*/ 36 h 37"/>
                <a:gd name="T62" fmla="*/ 17 w 38"/>
                <a:gd name="T63" fmla="*/ 34 h 37"/>
                <a:gd name="T64" fmla="*/ 21 w 38"/>
                <a:gd name="T65" fmla="*/ 34 h 37"/>
                <a:gd name="T66" fmla="*/ 22 w 38"/>
                <a:gd name="T67" fmla="*/ 36 h 37"/>
                <a:gd name="T68" fmla="*/ 24 w 38"/>
                <a:gd name="T69" fmla="*/ 37 h 37"/>
                <a:gd name="T70" fmla="*/ 28 w 38"/>
                <a:gd name="T71" fmla="*/ 35 h 37"/>
                <a:gd name="T72" fmla="*/ 29 w 38"/>
                <a:gd name="T73" fmla="*/ 33 h 37"/>
                <a:gd name="T74" fmla="*/ 28 w 38"/>
                <a:gd name="T75" fmla="*/ 31 h 37"/>
                <a:gd name="T76" fmla="*/ 31 w 38"/>
                <a:gd name="T77" fmla="*/ 28 h 37"/>
                <a:gd name="T78" fmla="*/ 33 w 38"/>
                <a:gd name="T79" fmla="*/ 29 h 37"/>
                <a:gd name="T80" fmla="*/ 35 w 38"/>
                <a:gd name="T81" fmla="*/ 28 h 37"/>
                <a:gd name="T82" fmla="*/ 37 w 38"/>
                <a:gd name="T83" fmla="*/ 24 h 37"/>
                <a:gd name="T84" fmla="*/ 36 w 38"/>
                <a:gd name="T85" fmla="*/ 22 h 37"/>
                <a:gd name="T86" fmla="*/ 34 w 38"/>
                <a:gd name="T87" fmla="*/ 21 h 37"/>
                <a:gd name="T88" fmla="*/ 34 w 38"/>
                <a:gd name="T89" fmla="*/ 16 h 37"/>
                <a:gd name="T90" fmla="*/ 36 w 38"/>
                <a:gd name="T91" fmla="*/ 15 h 37"/>
                <a:gd name="T92" fmla="*/ 37 w 38"/>
                <a:gd name="T93" fmla="*/ 13 h 37"/>
                <a:gd name="T94" fmla="*/ 35 w 38"/>
                <a:gd name="T95" fmla="*/ 9 h 37"/>
                <a:gd name="T96" fmla="*/ 33 w 38"/>
                <a:gd name="T97" fmla="*/ 8 h 37"/>
                <a:gd name="T98" fmla="*/ 22 w 38"/>
                <a:gd name="T99" fmla="*/ 25 h 37"/>
                <a:gd name="T100" fmla="*/ 12 w 38"/>
                <a:gd name="T101" fmla="*/ 21 h 37"/>
                <a:gd name="T102" fmla="*/ 16 w 38"/>
                <a:gd name="T103" fmla="*/ 11 h 37"/>
                <a:gd name="T104" fmla="*/ 26 w 38"/>
                <a:gd name="T105" fmla="*/ 15 h 37"/>
                <a:gd name="T106" fmla="*/ 22 w 38"/>
                <a:gd name="T107" fmla="*/ 25 h 37"/>
                <a:gd name="T108" fmla="*/ 22 w 38"/>
                <a:gd name="T109" fmla="*/ 25 h 37"/>
                <a:gd name="T110" fmla="*/ 22 w 38"/>
                <a:gd name="T111" fmla="*/ 2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8" h="37">
                  <a:moveTo>
                    <a:pt x="33" y="8"/>
                  </a:moveTo>
                  <a:cubicBezTo>
                    <a:pt x="31" y="9"/>
                    <a:pt x="31" y="9"/>
                    <a:pt x="31" y="9"/>
                  </a:cubicBezTo>
                  <a:cubicBezTo>
                    <a:pt x="30" y="8"/>
                    <a:pt x="29" y="7"/>
                    <a:pt x="28" y="6"/>
                  </a:cubicBezTo>
                  <a:cubicBezTo>
                    <a:pt x="29" y="4"/>
                    <a:pt x="29" y="4"/>
                    <a:pt x="29" y="4"/>
                  </a:cubicBezTo>
                  <a:cubicBezTo>
                    <a:pt x="29" y="3"/>
                    <a:pt x="29" y="2"/>
                    <a:pt x="28" y="2"/>
                  </a:cubicBezTo>
                  <a:cubicBezTo>
                    <a:pt x="24" y="0"/>
                    <a:pt x="24" y="0"/>
                    <a:pt x="24" y="0"/>
                  </a:cubicBezTo>
                  <a:cubicBezTo>
                    <a:pt x="23" y="0"/>
                    <a:pt x="22" y="0"/>
                    <a:pt x="22" y="1"/>
                  </a:cubicBezTo>
                  <a:cubicBezTo>
                    <a:pt x="21" y="3"/>
                    <a:pt x="21" y="3"/>
                    <a:pt x="21" y="3"/>
                  </a:cubicBezTo>
                  <a:cubicBezTo>
                    <a:pt x="19" y="3"/>
                    <a:pt x="18" y="3"/>
                    <a:pt x="17" y="3"/>
                  </a:cubicBezTo>
                  <a:cubicBezTo>
                    <a:pt x="15" y="1"/>
                    <a:pt x="15" y="1"/>
                    <a:pt x="15" y="1"/>
                  </a:cubicBezTo>
                  <a:cubicBezTo>
                    <a:pt x="15" y="0"/>
                    <a:pt x="14" y="0"/>
                    <a:pt x="13" y="0"/>
                  </a:cubicBezTo>
                  <a:cubicBezTo>
                    <a:pt x="9" y="2"/>
                    <a:pt x="9" y="2"/>
                    <a:pt x="9" y="2"/>
                  </a:cubicBezTo>
                  <a:cubicBezTo>
                    <a:pt x="8" y="2"/>
                    <a:pt x="8" y="3"/>
                    <a:pt x="8" y="4"/>
                  </a:cubicBezTo>
                  <a:cubicBezTo>
                    <a:pt x="9" y="6"/>
                    <a:pt x="9" y="6"/>
                    <a:pt x="9" y="6"/>
                  </a:cubicBezTo>
                  <a:cubicBezTo>
                    <a:pt x="8" y="7"/>
                    <a:pt x="7" y="8"/>
                    <a:pt x="6" y="9"/>
                  </a:cubicBezTo>
                  <a:cubicBezTo>
                    <a:pt x="4" y="8"/>
                    <a:pt x="4" y="8"/>
                    <a:pt x="4" y="8"/>
                  </a:cubicBezTo>
                  <a:cubicBezTo>
                    <a:pt x="3" y="8"/>
                    <a:pt x="2" y="8"/>
                    <a:pt x="2" y="9"/>
                  </a:cubicBezTo>
                  <a:cubicBezTo>
                    <a:pt x="0" y="13"/>
                    <a:pt x="0" y="13"/>
                    <a:pt x="0" y="13"/>
                  </a:cubicBezTo>
                  <a:cubicBezTo>
                    <a:pt x="0" y="14"/>
                    <a:pt x="0" y="15"/>
                    <a:pt x="1" y="15"/>
                  </a:cubicBezTo>
                  <a:cubicBezTo>
                    <a:pt x="4" y="16"/>
                    <a:pt x="4" y="16"/>
                    <a:pt x="4" y="16"/>
                  </a:cubicBezTo>
                  <a:cubicBezTo>
                    <a:pt x="3" y="18"/>
                    <a:pt x="3" y="19"/>
                    <a:pt x="4" y="21"/>
                  </a:cubicBezTo>
                  <a:cubicBezTo>
                    <a:pt x="1" y="22"/>
                    <a:pt x="1" y="22"/>
                    <a:pt x="1" y="22"/>
                  </a:cubicBezTo>
                  <a:cubicBezTo>
                    <a:pt x="0" y="22"/>
                    <a:pt x="0" y="23"/>
                    <a:pt x="0" y="24"/>
                  </a:cubicBezTo>
                  <a:cubicBezTo>
                    <a:pt x="2" y="28"/>
                    <a:pt x="2" y="28"/>
                    <a:pt x="2" y="28"/>
                  </a:cubicBezTo>
                  <a:cubicBezTo>
                    <a:pt x="2" y="29"/>
                    <a:pt x="3" y="29"/>
                    <a:pt x="4" y="29"/>
                  </a:cubicBezTo>
                  <a:cubicBezTo>
                    <a:pt x="6" y="28"/>
                    <a:pt x="6" y="28"/>
                    <a:pt x="6" y="28"/>
                  </a:cubicBezTo>
                  <a:cubicBezTo>
                    <a:pt x="7" y="29"/>
                    <a:pt x="8" y="30"/>
                    <a:pt x="9" y="31"/>
                  </a:cubicBezTo>
                  <a:cubicBezTo>
                    <a:pt x="8" y="33"/>
                    <a:pt x="8" y="33"/>
                    <a:pt x="8" y="33"/>
                  </a:cubicBezTo>
                  <a:cubicBezTo>
                    <a:pt x="8" y="34"/>
                    <a:pt x="8" y="35"/>
                    <a:pt x="9" y="35"/>
                  </a:cubicBezTo>
                  <a:cubicBezTo>
                    <a:pt x="13" y="37"/>
                    <a:pt x="13" y="37"/>
                    <a:pt x="13" y="37"/>
                  </a:cubicBezTo>
                  <a:cubicBezTo>
                    <a:pt x="14" y="37"/>
                    <a:pt x="15" y="37"/>
                    <a:pt x="15" y="36"/>
                  </a:cubicBezTo>
                  <a:cubicBezTo>
                    <a:pt x="17" y="34"/>
                    <a:pt x="17" y="34"/>
                    <a:pt x="17" y="34"/>
                  </a:cubicBezTo>
                  <a:cubicBezTo>
                    <a:pt x="18" y="34"/>
                    <a:pt x="19" y="34"/>
                    <a:pt x="21" y="34"/>
                  </a:cubicBezTo>
                  <a:cubicBezTo>
                    <a:pt x="22" y="36"/>
                    <a:pt x="22" y="36"/>
                    <a:pt x="22" y="36"/>
                  </a:cubicBezTo>
                  <a:cubicBezTo>
                    <a:pt x="22" y="37"/>
                    <a:pt x="23" y="37"/>
                    <a:pt x="24" y="37"/>
                  </a:cubicBezTo>
                  <a:cubicBezTo>
                    <a:pt x="28" y="35"/>
                    <a:pt x="28" y="35"/>
                    <a:pt x="28" y="35"/>
                  </a:cubicBezTo>
                  <a:cubicBezTo>
                    <a:pt x="29" y="35"/>
                    <a:pt x="29" y="34"/>
                    <a:pt x="29" y="33"/>
                  </a:cubicBezTo>
                  <a:cubicBezTo>
                    <a:pt x="28" y="31"/>
                    <a:pt x="28" y="31"/>
                    <a:pt x="28" y="31"/>
                  </a:cubicBezTo>
                  <a:cubicBezTo>
                    <a:pt x="29" y="30"/>
                    <a:pt x="30" y="29"/>
                    <a:pt x="31" y="28"/>
                  </a:cubicBezTo>
                  <a:cubicBezTo>
                    <a:pt x="33" y="29"/>
                    <a:pt x="33" y="29"/>
                    <a:pt x="33" y="29"/>
                  </a:cubicBezTo>
                  <a:cubicBezTo>
                    <a:pt x="34" y="29"/>
                    <a:pt x="35" y="29"/>
                    <a:pt x="35" y="28"/>
                  </a:cubicBezTo>
                  <a:cubicBezTo>
                    <a:pt x="37" y="24"/>
                    <a:pt x="37" y="24"/>
                    <a:pt x="37" y="24"/>
                  </a:cubicBezTo>
                  <a:cubicBezTo>
                    <a:pt x="38" y="23"/>
                    <a:pt x="37" y="22"/>
                    <a:pt x="36" y="22"/>
                  </a:cubicBezTo>
                  <a:cubicBezTo>
                    <a:pt x="34" y="21"/>
                    <a:pt x="34" y="21"/>
                    <a:pt x="34" y="21"/>
                  </a:cubicBezTo>
                  <a:cubicBezTo>
                    <a:pt x="34" y="19"/>
                    <a:pt x="34" y="18"/>
                    <a:pt x="34" y="16"/>
                  </a:cubicBezTo>
                  <a:cubicBezTo>
                    <a:pt x="36" y="15"/>
                    <a:pt x="36" y="15"/>
                    <a:pt x="36" y="15"/>
                  </a:cubicBezTo>
                  <a:cubicBezTo>
                    <a:pt x="37" y="15"/>
                    <a:pt x="38" y="14"/>
                    <a:pt x="37" y="13"/>
                  </a:cubicBezTo>
                  <a:cubicBezTo>
                    <a:pt x="35" y="9"/>
                    <a:pt x="35" y="9"/>
                    <a:pt x="35" y="9"/>
                  </a:cubicBezTo>
                  <a:cubicBezTo>
                    <a:pt x="35" y="8"/>
                    <a:pt x="34" y="8"/>
                    <a:pt x="33" y="8"/>
                  </a:cubicBezTo>
                  <a:close/>
                  <a:moveTo>
                    <a:pt x="22" y="25"/>
                  </a:moveTo>
                  <a:cubicBezTo>
                    <a:pt x="18" y="27"/>
                    <a:pt x="13" y="25"/>
                    <a:pt x="12" y="21"/>
                  </a:cubicBezTo>
                  <a:cubicBezTo>
                    <a:pt x="10" y="17"/>
                    <a:pt x="12" y="13"/>
                    <a:pt x="16" y="11"/>
                  </a:cubicBezTo>
                  <a:cubicBezTo>
                    <a:pt x="20" y="10"/>
                    <a:pt x="24" y="12"/>
                    <a:pt x="26" y="15"/>
                  </a:cubicBezTo>
                  <a:cubicBezTo>
                    <a:pt x="27" y="19"/>
                    <a:pt x="26" y="24"/>
                    <a:pt x="22" y="25"/>
                  </a:cubicBezTo>
                  <a:close/>
                  <a:moveTo>
                    <a:pt x="22" y="25"/>
                  </a:moveTo>
                  <a:cubicBezTo>
                    <a:pt x="22" y="25"/>
                    <a:pt x="22" y="25"/>
                    <a:pt x="22" y="25"/>
                  </a:cubicBezTo>
                </a:path>
              </a:pathLst>
            </a:custGeom>
            <a:solidFill>
              <a:srgbClr val="4758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49"/>
            <p:cNvSpPr>
              <a:spLocks noEditPoints="1"/>
            </p:cNvSpPr>
            <p:nvPr/>
          </p:nvSpPr>
          <p:spPr bwMode="auto">
            <a:xfrm>
              <a:off x="6763194" y="2998964"/>
              <a:ext cx="262688" cy="486697"/>
            </a:xfrm>
            <a:custGeom>
              <a:avLst/>
              <a:gdLst>
                <a:gd name="T0" fmla="*/ 63 w 69"/>
                <a:gd name="T1" fmla="*/ 73 h 127"/>
                <a:gd name="T2" fmla="*/ 63 w 69"/>
                <a:gd name="T3" fmla="*/ 107 h 127"/>
                <a:gd name="T4" fmla="*/ 7 w 69"/>
                <a:gd name="T5" fmla="*/ 107 h 127"/>
                <a:gd name="T6" fmla="*/ 7 w 69"/>
                <a:gd name="T7" fmla="*/ 21 h 127"/>
                <a:gd name="T8" fmla="*/ 63 w 69"/>
                <a:gd name="T9" fmla="*/ 21 h 127"/>
                <a:gd name="T10" fmla="*/ 63 w 69"/>
                <a:gd name="T11" fmla="*/ 28 h 127"/>
                <a:gd name="T12" fmla="*/ 69 w 69"/>
                <a:gd name="T13" fmla="*/ 28 h 127"/>
                <a:gd name="T14" fmla="*/ 69 w 69"/>
                <a:gd name="T15" fmla="*/ 10 h 127"/>
                <a:gd name="T16" fmla="*/ 59 w 69"/>
                <a:gd name="T17" fmla="*/ 0 h 127"/>
                <a:gd name="T18" fmla="*/ 11 w 69"/>
                <a:gd name="T19" fmla="*/ 0 h 127"/>
                <a:gd name="T20" fmla="*/ 0 w 69"/>
                <a:gd name="T21" fmla="*/ 10 h 127"/>
                <a:gd name="T22" fmla="*/ 0 w 69"/>
                <a:gd name="T23" fmla="*/ 117 h 127"/>
                <a:gd name="T24" fmla="*/ 11 w 69"/>
                <a:gd name="T25" fmla="*/ 127 h 127"/>
                <a:gd name="T26" fmla="*/ 59 w 69"/>
                <a:gd name="T27" fmla="*/ 127 h 127"/>
                <a:gd name="T28" fmla="*/ 69 w 69"/>
                <a:gd name="T29" fmla="*/ 117 h 127"/>
                <a:gd name="T30" fmla="*/ 69 w 69"/>
                <a:gd name="T31" fmla="*/ 73 h 127"/>
                <a:gd name="T32" fmla="*/ 63 w 69"/>
                <a:gd name="T33" fmla="*/ 73 h 127"/>
                <a:gd name="T34" fmla="*/ 30 w 69"/>
                <a:gd name="T35" fmla="*/ 11 h 127"/>
                <a:gd name="T36" fmla="*/ 40 w 69"/>
                <a:gd name="T37" fmla="*/ 11 h 127"/>
                <a:gd name="T38" fmla="*/ 41 w 69"/>
                <a:gd name="T39" fmla="*/ 13 h 127"/>
                <a:gd name="T40" fmla="*/ 40 w 69"/>
                <a:gd name="T41" fmla="*/ 14 h 127"/>
                <a:gd name="T42" fmla="*/ 30 w 69"/>
                <a:gd name="T43" fmla="*/ 14 h 127"/>
                <a:gd name="T44" fmla="*/ 28 w 69"/>
                <a:gd name="T45" fmla="*/ 13 h 127"/>
                <a:gd name="T46" fmla="*/ 30 w 69"/>
                <a:gd name="T47" fmla="*/ 11 h 127"/>
                <a:gd name="T48" fmla="*/ 34 w 69"/>
                <a:gd name="T49" fmla="*/ 121 h 127"/>
                <a:gd name="T50" fmla="*/ 29 w 69"/>
                <a:gd name="T51" fmla="*/ 116 h 127"/>
                <a:gd name="T52" fmla="*/ 34 w 69"/>
                <a:gd name="T53" fmla="*/ 111 h 127"/>
                <a:gd name="T54" fmla="*/ 40 w 69"/>
                <a:gd name="T55" fmla="*/ 116 h 127"/>
                <a:gd name="T56" fmla="*/ 34 w 69"/>
                <a:gd name="T57" fmla="*/ 121 h 127"/>
                <a:gd name="T58" fmla="*/ 34 w 69"/>
                <a:gd name="T59" fmla="*/ 121 h 127"/>
                <a:gd name="T60" fmla="*/ 34 w 69"/>
                <a:gd name="T61" fmla="*/ 12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9" h="127">
                  <a:moveTo>
                    <a:pt x="63" y="73"/>
                  </a:moveTo>
                  <a:cubicBezTo>
                    <a:pt x="63" y="107"/>
                    <a:pt x="63" y="107"/>
                    <a:pt x="63" y="107"/>
                  </a:cubicBezTo>
                  <a:cubicBezTo>
                    <a:pt x="7" y="107"/>
                    <a:pt x="7" y="107"/>
                    <a:pt x="7" y="107"/>
                  </a:cubicBezTo>
                  <a:cubicBezTo>
                    <a:pt x="7" y="21"/>
                    <a:pt x="7" y="21"/>
                    <a:pt x="7" y="21"/>
                  </a:cubicBezTo>
                  <a:cubicBezTo>
                    <a:pt x="63" y="21"/>
                    <a:pt x="63" y="21"/>
                    <a:pt x="63" y="21"/>
                  </a:cubicBezTo>
                  <a:cubicBezTo>
                    <a:pt x="63" y="28"/>
                    <a:pt x="63" y="28"/>
                    <a:pt x="63" y="28"/>
                  </a:cubicBezTo>
                  <a:cubicBezTo>
                    <a:pt x="69" y="28"/>
                    <a:pt x="69" y="28"/>
                    <a:pt x="69" y="28"/>
                  </a:cubicBezTo>
                  <a:cubicBezTo>
                    <a:pt x="69" y="10"/>
                    <a:pt x="69" y="10"/>
                    <a:pt x="69" y="10"/>
                  </a:cubicBezTo>
                  <a:cubicBezTo>
                    <a:pt x="69" y="4"/>
                    <a:pt x="65" y="0"/>
                    <a:pt x="59" y="0"/>
                  </a:cubicBezTo>
                  <a:cubicBezTo>
                    <a:pt x="11" y="0"/>
                    <a:pt x="11" y="0"/>
                    <a:pt x="11" y="0"/>
                  </a:cubicBezTo>
                  <a:cubicBezTo>
                    <a:pt x="5" y="0"/>
                    <a:pt x="0" y="4"/>
                    <a:pt x="0" y="10"/>
                  </a:cubicBezTo>
                  <a:cubicBezTo>
                    <a:pt x="0" y="117"/>
                    <a:pt x="0" y="117"/>
                    <a:pt x="0" y="117"/>
                  </a:cubicBezTo>
                  <a:cubicBezTo>
                    <a:pt x="0" y="123"/>
                    <a:pt x="5" y="127"/>
                    <a:pt x="11" y="127"/>
                  </a:cubicBezTo>
                  <a:cubicBezTo>
                    <a:pt x="59" y="127"/>
                    <a:pt x="59" y="127"/>
                    <a:pt x="59" y="127"/>
                  </a:cubicBezTo>
                  <a:cubicBezTo>
                    <a:pt x="65" y="127"/>
                    <a:pt x="69" y="123"/>
                    <a:pt x="69" y="117"/>
                  </a:cubicBezTo>
                  <a:cubicBezTo>
                    <a:pt x="69" y="73"/>
                    <a:pt x="69" y="73"/>
                    <a:pt x="69" y="73"/>
                  </a:cubicBezTo>
                  <a:lnTo>
                    <a:pt x="63" y="73"/>
                  </a:lnTo>
                  <a:close/>
                  <a:moveTo>
                    <a:pt x="30" y="11"/>
                  </a:moveTo>
                  <a:cubicBezTo>
                    <a:pt x="40" y="11"/>
                    <a:pt x="40" y="11"/>
                    <a:pt x="40" y="11"/>
                  </a:cubicBezTo>
                  <a:cubicBezTo>
                    <a:pt x="41" y="11"/>
                    <a:pt x="41" y="12"/>
                    <a:pt x="41" y="13"/>
                  </a:cubicBezTo>
                  <a:cubicBezTo>
                    <a:pt x="41" y="13"/>
                    <a:pt x="41" y="14"/>
                    <a:pt x="40" y="14"/>
                  </a:cubicBezTo>
                  <a:cubicBezTo>
                    <a:pt x="30" y="14"/>
                    <a:pt x="30" y="14"/>
                    <a:pt x="30" y="14"/>
                  </a:cubicBezTo>
                  <a:cubicBezTo>
                    <a:pt x="29" y="14"/>
                    <a:pt x="28" y="13"/>
                    <a:pt x="28" y="13"/>
                  </a:cubicBezTo>
                  <a:cubicBezTo>
                    <a:pt x="28" y="12"/>
                    <a:pt x="29" y="11"/>
                    <a:pt x="30" y="11"/>
                  </a:cubicBezTo>
                  <a:close/>
                  <a:moveTo>
                    <a:pt x="34" y="121"/>
                  </a:moveTo>
                  <a:cubicBezTo>
                    <a:pt x="32" y="121"/>
                    <a:pt x="29" y="119"/>
                    <a:pt x="29" y="116"/>
                  </a:cubicBezTo>
                  <a:cubicBezTo>
                    <a:pt x="29" y="113"/>
                    <a:pt x="32" y="111"/>
                    <a:pt x="34" y="111"/>
                  </a:cubicBezTo>
                  <a:cubicBezTo>
                    <a:pt x="37" y="111"/>
                    <a:pt x="40" y="113"/>
                    <a:pt x="40" y="116"/>
                  </a:cubicBezTo>
                  <a:cubicBezTo>
                    <a:pt x="40" y="119"/>
                    <a:pt x="37" y="121"/>
                    <a:pt x="34" y="121"/>
                  </a:cubicBezTo>
                  <a:close/>
                  <a:moveTo>
                    <a:pt x="34" y="121"/>
                  </a:moveTo>
                  <a:cubicBezTo>
                    <a:pt x="34" y="121"/>
                    <a:pt x="34" y="121"/>
                    <a:pt x="34" y="121"/>
                  </a:cubicBezTo>
                </a:path>
              </a:pathLst>
            </a:custGeom>
            <a:solidFill>
              <a:srgbClr val="4758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Rectangle 50"/>
            <p:cNvSpPr>
              <a:spLocks noChangeArrowheads="1"/>
            </p:cNvSpPr>
            <p:nvPr/>
          </p:nvSpPr>
          <p:spPr bwMode="auto">
            <a:xfrm>
              <a:off x="6621375" y="3121444"/>
              <a:ext cx="117646" cy="27397"/>
            </a:xfrm>
            <a:prstGeom prst="rect">
              <a:avLst/>
            </a:prstGeom>
            <a:solidFill>
              <a:srgbClr val="47586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Rectangle 51"/>
            <p:cNvSpPr>
              <a:spLocks noChangeArrowheads="1"/>
            </p:cNvSpPr>
            <p:nvPr/>
          </p:nvSpPr>
          <p:spPr bwMode="auto">
            <a:xfrm>
              <a:off x="6651994" y="3171404"/>
              <a:ext cx="87025" cy="22562"/>
            </a:xfrm>
            <a:prstGeom prst="rect">
              <a:avLst/>
            </a:prstGeom>
            <a:solidFill>
              <a:srgbClr val="47586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Rectangle 52"/>
            <p:cNvSpPr>
              <a:spLocks noChangeArrowheads="1"/>
            </p:cNvSpPr>
            <p:nvPr/>
          </p:nvSpPr>
          <p:spPr bwMode="auto">
            <a:xfrm>
              <a:off x="6708400" y="3221362"/>
              <a:ext cx="30620" cy="22562"/>
            </a:xfrm>
            <a:prstGeom prst="rect">
              <a:avLst/>
            </a:prstGeom>
            <a:solidFill>
              <a:srgbClr val="47586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93" name="Freeform 53"/>
          <p:cNvSpPr>
            <a:spLocks noEditPoints="1"/>
          </p:cNvSpPr>
          <p:nvPr/>
        </p:nvSpPr>
        <p:spPr bwMode="auto">
          <a:xfrm>
            <a:off x="10054036" y="2981238"/>
            <a:ext cx="309423" cy="507648"/>
          </a:xfrm>
          <a:custGeom>
            <a:avLst/>
            <a:gdLst>
              <a:gd name="T0" fmla="*/ 80 w 81"/>
              <a:gd name="T1" fmla="*/ 76 h 133"/>
              <a:gd name="T2" fmla="*/ 76 w 81"/>
              <a:gd name="T3" fmla="*/ 66 h 133"/>
              <a:gd name="T4" fmla="*/ 70 w 81"/>
              <a:gd name="T5" fmla="*/ 64 h 133"/>
              <a:gd name="T6" fmla="*/ 70 w 81"/>
              <a:gd name="T7" fmla="*/ 76 h 133"/>
              <a:gd name="T8" fmla="*/ 67 w 81"/>
              <a:gd name="T9" fmla="*/ 76 h 133"/>
              <a:gd name="T10" fmla="*/ 67 w 81"/>
              <a:gd name="T11" fmla="*/ 63 h 133"/>
              <a:gd name="T12" fmla="*/ 62 w 81"/>
              <a:gd name="T13" fmla="*/ 57 h 133"/>
              <a:gd name="T14" fmla="*/ 55 w 81"/>
              <a:gd name="T15" fmla="*/ 57 h 133"/>
              <a:gd name="T16" fmla="*/ 55 w 81"/>
              <a:gd name="T17" fmla="*/ 70 h 133"/>
              <a:gd name="T18" fmla="*/ 52 w 81"/>
              <a:gd name="T19" fmla="*/ 70 h 133"/>
              <a:gd name="T20" fmla="*/ 52 w 81"/>
              <a:gd name="T21" fmla="*/ 55 h 133"/>
              <a:gd name="T22" fmla="*/ 45 w 81"/>
              <a:gd name="T23" fmla="*/ 52 h 133"/>
              <a:gd name="T24" fmla="*/ 40 w 81"/>
              <a:gd name="T25" fmla="*/ 54 h 133"/>
              <a:gd name="T26" fmla="*/ 40 w 81"/>
              <a:gd name="T27" fmla="*/ 66 h 133"/>
              <a:gd name="T28" fmla="*/ 37 w 81"/>
              <a:gd name="T29" fmla="*/ 66 h 133"/>
              <a:gd name="T30" fmla="*/ 37 w 81"/>
              <a:gd name="T31" fmla="*/ 43 h 133"/>
              <a:gd name="T32" fmla="*/ 53 w 81"/>
              <a:gd name="T33" fmla="*/ 22 h 133"/>
              <a:gd name="T34" fmla="*/ 31 w 81"/>
              <a:gd name="T35" fmla="*/ 0 h 133"/>
              <a:gd name="T36" fmla="*/ 9 w 81"/>
              <a:gd name="T37" fmla="*/ 22 h 133"/>
              <a:gd name="T38" fmla="*/ 23 w 81"/>
              <a:gd name="T39" fmla="*/ 43 h 133"/>
              <a:gd name="T40" fmla="*/ 23 w 81"/>
              <a:gd name="T41" fmla="*/ 82 h 133"/>
              <a:gd name="T42" fmla="*/ 10 w 81"/>
              <a:gd name="T43" fmla="*/ 64 h 133"/>
              <a:gd name="T44" fmla="*/ 0 w 81"/>
              <a:gd name="T45" fmla="*/ 66 h 133"/>
              <a:gd name="T46" fmla="*/ 12 w 81"/>
              <a:gd name="T47" fmla="*/ 93 h 133"/>
              <a:gd name="T48" fmla="*/ 19 w 81"/>
              <a:gd name="T49" fmla="*/ 118 h 133"/>
              <a:gd name="T50" fmla="*/ 47 w 81"/>
              <a:gd name="T51" fmla="*/ 132 h 133"/>
              <a:gd name="T52" fmla="*/ 77 w 81"/>
              <a:gd name="T53" fmla="*/ 124 h 133"/>
              <a:gd name="T54" fmla="*/ 80 w 81"/>
              <a:gd name="T55" fmla="*/ 76 h 133"/>
              <a:gd name="T56" fmla="*/ 18 w 81"/>
              <a:gd name="T57" fmla="*/ 22 h 133"/>
              <a:gd name="T58" fmla="*/ 31 w 81"/>
              <a:gd name="T59" fmla="*/ 10 h 133"/>
              <a:gd name="T60" fmla="*/ 43 w 81"/>
              <a:gd name="T61" fmla="*/ 22 h 133"/>
              <a:gd name="T62" fmla="*/ 37 w 81"/>
              <a:gd name="T63" fmla="*/ 33 h 133"/>
              <a:gd name="T64" fmla="*/ 37 w 81"/>
              <a:gd name="T65" fmla="*/ 25 h 133"/>
              <a:gd name="T66" fmla="*/ 30 w 81"/>
              <a:gd name="T67" fmla="*/ 16 h 133"/>
              <a:gd name="T68" fmla="*/ 23 w 81"/>
              <a:gd name="T69" fmla="*/ 24 h 133"/>
              <a:gd name="T70" fmla="*/ 23 w 81"/>
              <a:gd name="T71" fmla="*/ 32 h 133"/>
              <a:gd name="T72" fmla="*/ 18 w 81"/>
              <a:gd name="T73" fmla="*/ 22 h 133"/>
              <a:gd name="T74" fmla="*/ 18 w 81"/>
              <a:gd name="T75" fmla="*/ 22 h 133"/>
              <a:gd name="T76" fmla="*/ 18 w 81"/>
              <a:gd name="T77" fmla="*/ 2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1" h="133">
                <a:moveTo>
                  <a:pt x="80" y="76"/>
                </a:moveTo>
                <a:cubicBezTo>
                  <a:pt x="80" y="76"/>
                  <a:pt x="80" y="70"/>
                  <a:pt x="76" y="66"/>
                </a:cubicBezTo>
                <a:cubicBezTo>
                  <a:pt x="74" y="64"/>
                  <a:pt x="71" y="64"/>
                  <a:pt x="70" y="64"/>
                </a:cubicBezTo>
                <a:cubicBezTo>
                  <a:pt x="70" y="76"/>
                  <a:pt x="70" y="76"/>
                  <a:pt x="70" y="76"/>
                </a:cubicBezTo>
                <a:cubicBezTo>
                  <a:pt x="67" y="76"/>
                  <a:pt x="67" y="76"/>
                  <a:pt x="67" y="76"/>
                </a:cubicBezTo>
                <a:cubicBezTo>
                  <a:pt x="67" y="63"/>
                  <a:pt x="67" y="63"/>
                  <a:pt x="67" y="63"/>
                </a:cubicBezTo>
                <a:cubicBezTo>
                  <a:pt x="66" y="61"/>
                  <a:pt x="65" y="58"/>
                  <a:pt x="62" y="57"/>
                </a:cubicBezTo>
                <a:cubicBezTo>
                  <a:pt x="59" y="56"/>
                  <a:pt x="57" y="57"/>
                  <a:pt x="55" y="57"/>
                </a:cubicBezTo>
                <a:cubicBezTo>
                  <a:pt x="55" y="70"/>
                  <a:pt x="55" y="70"/>
                  <a:pt x="55" y="70"/>
                </a:cubicBezTo>
                <a:cubicBezTo>
                  <a:pt x="52" y="70"/>
                  <a:pt x="52" y="70"/>
                  <a:pt x="52" y="70"/>
                </a:cubicBezTo>
                <a:cubicBezTo>
                  <a:pt x="52" y="55"/>
                  <a:pt x="52" y="55"/>
                  <a:pt x="52" y="55"/>
                </a:cubicBezTo>
                <a:cubicBezTo>
                  <a:pt x="51" y="54"/>
                  <a:pt x="49" y="52"/>
                  <a:pt x="45" y="52"/>
                </a:cubicBezTo>
                <a:cubicBezTo>
                  <a:pt x="43" y="52"/>
                  <a:pt x="42" y="53"/>
                  <a:pt x="40" y="54"/>
                </a:cubicBezTo>
                <a:cubicBezTo>
                  <a:pt x="40" y="66"/>
                  <a:pt x="40" y="66"/>
                  <a:pt x="40" y="66"/>
                </a:cubicBezTo>
                <a:cubicBezTo>
                  <a:pt x="37" y="66"/>
                  <a:pt x="37" y="66"/>
                  <a:pt x="37" y="66"/>
                </a:cubicBezTo>
                <a:cubicBezTo>
                  <a:pt x="37" y="43"/>
                  <a:pt x="37" y="43"/>
                  <a:pt x="37" y="43"/>
                </a:cubicBezTo>
                <a:cubicBezTo>
                  <a:pt x="46" y="41"/>
                  <a:pt x="53" y="32"/>
                  <a:pt x="53" y="22"/>
                </a:cubicBezTo>
                <a:cubicBezTo>
                  <a:pt x="53" y="10"/>
                  <a:pt x="43" y="0"/>
                  <a:pt x="31" y="0"/>
                </a:cubicBezTo>
                <a:cubicBezTo>
                  <a:pt x="19" y="0"/>
                  <a:pt x="9" y="10"/>
                  <a:pt x="9" y="22"/>
                </a:cubicBezTo>
                <a:cubicBezTo>
                  <a:pt x="9" y="32"/>
                  <a:pt x="15" y="40"/>
                  <a:pt x="23" y="43"/>
                </a:cubicBezTo>
                <a:cubicBezTo>
                  <a:pt x="23" y="82"/>
                  <a:pt x="23" y="82"/>
                  <a:pt x="23" y="82"/>
                </a:cubicBezTo>
                <a:cubicBezTo>
                  <a:pt x="23" y="82"/>
                  <a:pt x="16" y="66"/>
                  <a:pt x="10" y="64"/>
                </a:cubicBezTo>
                <a:cubicBezTo>
                  <a:pt x="4" y="62"/>
                  <a:pt x="0" y="66"/>
                  <a:pt x="0" y="66"/>
                </a:cubicBezTo>
                <a:cubicBezTo>
                  <a:pt x="0" y="66"/>
                  <a:pt x="7" y="79"/>
                  <a:pt x="12" y="93"/>
                </a:cubicBezTo>
                <a:cubicBezTo>
                  <a:pt x="15" y="102"/>
                  <a:pt x="16" y="112"/>
                  <a:pt x="19" y="118"/>
                </a:cubicBezTo>
                <a:cubicBezTo>
                  <a:pt x="26" y="131"/>
                  <a:pt x="36" y="132"/>
                  <a:pt x="47" y="132"/>
                </a:cubicBezTo>
                <a:cubicBezTo>
                  <a:pt x="58" y="132"/>
                  <a:pt x="73" y="133"/>
                  <a:pt x="77" y="124"/>
                </a:cubicBezTo>
                <a:cubicBezTo>
                  <a:pt x="81" y="115"/>
                  <a:pt x="80" y="76"/>
                  <a:pt x="80" y="76"/>
                </a:cubicBezTo>
                <a:close/>
                <a:moveTo>
                  <a:pt x="18" y="22"/>
                </a:moveTo>
                <a:cubicBezTo>
                  <a:pt x="18" y="15"/>
                  <a:pt x="24" y="10"/>
                  <a:pt x="31" y="10"/>
                </a:cubicBezTo>
                <a:cubicBezTo>
                  <a:pt x="38" y="10"/>
                  <a:pt x="43" y="15"/>
                  <a:pt x="43" y="22"/>
                </a:cubicBezTo>
                <a:cubicBezTo>
                  <a:pt x="43" y="27"/>
                  <a:pt x="41" y="31"/>
                  <a:pt x="37" y="33"/>
                </a:cubicBezTo>
                <a:cubicBezTo>
                  <a:pt x="37" y="25"/>
                  <a:pt x="37" y="25"/>
                  <a:pt x="37" y="25"/>
                </a:cubicBezTo>
                <a:cubicBezTo>
                  <a:pt x="37" y="25"/>
                  <a:pt x="36" y="16"/>
                  <a:pt x="30" y="16"/>
                </a:cubicBezTo>
                <a:cubicBezTo>
                  <a:pt x="25" y="16"/>
                  <a:pt x="23" y="24"/>
                  <a:pt x="23" y="24"/>
                </a:cubicBezTo>
                <a:cubicBezTo>
                  <a:pt x="23" y="32"/>
                  <a:pt x="23" y="32"/>
                  <a:pt x="23" y="32"/>
                </a:cubicBezTo>
                <a:cubicBezTo>
                  <a:pt x="20" y="30"/>
                  <a:pt x="18" y="26"/>
                  <a:pt x="18" y="22"/>
                </a:cubicBezTo>
                <a:close/>
                <a:moveTo>
                  <a:pt x="18" y="22"/>
                </a:moveTo>
                <a:cubicBezTo>
                  <a:pt x="18" y="22"/>
                  <a:pt x="18" y="22"/>
                  <a:pt x="18" y="22"/>
                </a:cubicBezTo>
              </a:path>
            </a:pathLst>
          </a:custGeom>
          <a:solidFill>
            <a:srgbClr val="47B6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Rectangle 54"/>
          <p:cNvSpPr>
            <a:spLocks noChangeArrowheads="1"/>
          </p:cNvSpPr>
          <p:nvPr/>
        </p:nvSpPr>
        <p:spPr bwMode="auto">
          <a:xfrm>
            <a:off x="1570689" y="3748349"/>
            <a:ext cx="49584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zh-CN" altLang="zh-CN" sz="1800" b="0" i="0" u="none" strike="noStrike" cap="none" normalizeH="0" baseline="0" dirty="0">
                <a:ln>
                  <a:noFill/>
                </a:ln>
                <a:solidFill>
                  <a:srgbClr val="EEEEEF"/>
                </a:solidFill>
                <a:effectLst/>
                <a:latin typeface="Myriad Roman" charset="0"/>
              </a:rPr>
              <a:t>201</a:t>
            </a:r>
            <a:r>
              <a:rPr kumimoji="0" lang="en-US" altLang="zh-CN" sz="1800" b="0" i="0" u="none" strike="noStrike" cap="none" normalizeH="0" baseline="0" dirty="0">
                <a:ln>
                  <a:noFill/>
                </a:ln>
                <a:solidFill>
                  <a:srgbClr val="EEEEEF"/>
                </a:solidFill>
                <a:effectLst/>
                <a:latin typeface="Myriad Roman" charset="0"/>
              </a:rPr>
              <a:t>1</a:t>
            </a:r>
            <a:endParaRPr kumimoji="0" lang="zh-CN" altLang="zh-CN" sz="1800" b="0" i="0" u="none" strike="noStrike" cap="none" normalizeH="0" baseline="0" dirty="0">
              <a:ln>
                <a:noFill/>
              </a:ln>
              <a:solidFill>
                <a:schemeClr val="tx1"/>
              </a:solidFill>
              <a:effectLst/>
              <a:latin typeface="Arial" panose="020B0604020202020204" pitchFamily="34" charset="0"/>
            </a:endParaRPr>
          </a:p>
        </p:txBody>
      </p:sp>
      <p:sp>
        <p:nvSpPr>
          <p:cNvPr id="95" name="Rectangle 55"/>
          <p:cNvSpPr>
            <a:spLocks noChangeArrowheads="1"/>
          </p:cNvSpPr>
          <p:nvPr/>
        </p:nvSpPr>
        <p:spPr bwMode="auto">
          <a:xfrm>
            <a:off x="3246730" y="3748349"/>
            <a:ext cx="51296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zh-CN" altLang="zh-CN" sz="1800" b="0" i="0" u="none" strike="noStrike" cap="none" normalizeH="0" baseline="0" dirty="0">
                <a:ln>
                  <a:noFill/>
                </a:ln>
                <a:solidFill>
                  <a:srgbClr val="EEEEEF"/>
                </a:solidFill>
                <a:effectLst/>
                <a:latin typeface="Myriad Roman" charset="0"/>
              </a:rPr>
              <a:t>201</a:t>
            </a:r>
            <a:r>
              <a:rPr kumimoji="0" lang="en-US" altLang="zh-CN" sz="1800" b="0" i="0" u="none" strike="noStrike" cap="none" normalizeH="0" baseline="0" dirty="0">
                <a:ln>
                  <a:noFill/>
                </a:ln>
                <a:solidFill>
                  <a:srgbClr val="EEEEEF"/>
                </a:solidFill>
                <a:effectLst/>
                <a:latin typeface="Myriad Roman" charset="0"/>
              </a:rPr>
              <a:t>2</a:t>
            </a:r>
            <a:endParaRPr kumimoji="0" lang="zh-CN" altLang="zh-CN" sz="1800" b="0" i="0" u="none" strike="noStrike" cap="none" normalizeH="0" baseline="0" dirty="0">
              <a:ln>
                <a:noFill/>
              </a:ln>
              <a:solidFill>
                <a:schemeClr val="tx1"/>
              </a:solidFill>
              <a:effectLst/>
              <a:latin typeface="Arial" panose="020B0604020202020204" pitchFamily="34" charset="0"/>
            </a:endParaRPr>
          </a:p>
        </p:txBody>
      </p:sp>
      <p:sp>
        <p:nvSpPr>
          <p:cNvPr id="96" name="Rectangle 56"/>
          <p:cNvSpPr>
            <a:spLocks noChangeArrowheads="1"/>
          </p:cNvSpPr>
          <p:nvPr/>
        </p:nvSpPr>
        <p:spPr bwMode="auto">
          <a:xfrm>
            <a:off x="4924383" y="3748349"/>
            <a:ext cx="51296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zh-CN" altLang="zh-CN" sz="1800" b="0" i="0" u="none" strike="noStrike" cap="none" normalizeH="0" baseline="0" dirty="0">
                <a:ln>
                  <a:noFill/>
                </a:ln>
                <a:solidFill>
                  <a:srgbClr val="EEEEEF"/>
                </a:solidFill>
                <a:effectLst/>
                <a:latin typeface="Myriad Roman" charset="0"/>
              </a:rPr>
              <a:t>201</a:t>
            </a:r>
            <a:r>
              <a:rPr kumimoji="0" lang="en-US" altLang="zh-CN" sz="1800" b="0" i="0" u="none" strike="noStrike" cap="none" normalizeH="0" baseline="0" dirty="0">
                <a:ln>
                  <a:noFill/>
                </a:ln>
                <a:solidFill>
                  <a:srgbClr val="EEEEEF"/>
                </a:solidFill>
                <a:effectLst/>
                <a:latin typeface="Myriad Roman" charset="0"/>
              </a:rPr>
              <a:t>3</a:t>
            </a:r>
            <a:endParaRPr kumimoji="0" lang="zh-CN" altLang="zh-CN" sz="1800" b="0" i="0" u="none" strike="noStrike" cap="none" normalizeH="0" baseline="0" dirty="0">
              <a:ln>
                <a:noFill/>
              </a:ln>
              <a:solidFill>
                <a:schemeClr val="tx1"/>
              </a:solidFill>
              <a:effectLst/>
              <a:latin typeface="Arial" panose="020B0604020202020204" pitchFamily="34" charset="0"/>
            </a:endParaRPr>
          </a:p>
        </p:txBody>
      </p:sp>
      <p:sp>
        <p:nvSpPr>
          <p:cNvPr id="97" name="Rectangle 57"/>
          <p:cNvSpPr>
            <a:spLocks noChangeArrowheads="1"/>
          </p:cNvSpPr>
          <p:nvPr/>
        </p:nvSpPr>
        <p:spPr bwMode="auto">
          <a:xfrm>
            <a:off x="6600424" y="3748349"/>
            <a:ext cx="51296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zh-CN" altLang="zh-CN" sz="1800" b="0" i="0" u="none" strike="noStrike" cap="none" normalizeH="0" baseline="0" dirty="0">
                <a:ln>
                  <a:noFill/>
                </a:ln>
                <a:solidFill>
                  <a:srgbClr val="EEEEEF"/>
                </a:solidFill>
                <a:effectLst/>
                <a:latin typeface="Myriad Roman" charset="0"/>
              </a:rPr>
              <a:t>201</a:t>
            </a:r>
            <a:r>
              <a:rPr kumimoji="0" lang="en-US" altLang="zh-CN" sz="1800" b="0" i="0" u="none" strike="noStrike" cap="none" normalizeH="0" baseline="0" dirty="0">
                <a:ln>
                  <a:noFill/>
                </a:ln>
                <a:solidFill>
                  <a:srgbClr val="EEEEEF"/>
                </a:solidFill>
                <a:effectLst/>
                <a:latin typeface="Myriad Roman" charset="0"/>
              </a:rPr>
              <a:t>4</a:t>
            </a:r>
            <a:endParaRPr kumimoji="0" lang="zh-CN" altLang="zh-CN" sz="1800" b="0" i="0" u="none" strike="noStrike" cap="none" normalizeH="0" baseline="0" dirty="0">
              <a:ln>
                <a:noFill/>
              </a:ln>
              <a:solidFill>
                <a:schemeClr val="tx1"/>
              </a:solidFill>
              <a:effectLst/>
              <a:latin typeface="Arial" panose="020B0604020202020204" pitchFamily="34" charset="0"/>
            </a:endParaRPr>
          </a:p>
        </p:txBody>
      </p:sp>
      <p:sp>
        <p:nvSpPr>
          <p:cNvPr id="98" name="Rectangle 58"/>
          <p:cNvSpPr>
            <a:spLocks noChangeArrowheads="1"/>
          </p:cNvSpPr>
          <p:nvPr/>
        </p:nvSpPr>
        <p:spPr bwMode="auto">
          <a:xfrm>
            <a:off x="8276465" y="3748349"/>
            <a:ext cx="51296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zh-CN" altLang="zh-CN" sz="1800" b="0" i="0" u="none" strike="noStrike" cap="none" normalizeH="0" baseline="0" dirty="0">
                <a:ln>
                  <a:noFill/>
                </a:ln>
                <a:solidFill>
                  <a:srgbClr val="EEEEEF"/>
                </a:solidFill>
                <a:effectLst/>
                <a:latin typeface="Myriad Roman" charset="0"/>
              </a:rPr>
              <a:t>201</a:t>
            </a:r>
            <a:r>
              <a:rPr kumimoji="0" lang="en-US" altLang="zh-CN" sz="1800" b="0" i="0" u="none" strike="noStrike" cap="none" normalizeH="0" baseline="0" dirty="0">
                <a:ln>
                  <a:noFill/>
                </a:ln>
                <a:solidFill>
                  <a:srgbClr val="EEEEEF"/>
                </a:solidFill>
                <a:effectLst/>
                <a:latin typeface="Myriad Roman" charset="0"/>
              </a:rPr>
              <a:t>5</a:t>
            </a:r>
            <a:endParaRPr kumimoji="0" lang="zh-CN" altLang="zh-CN" sz="1800" b="0" i="0" u="none" strike="noStrike" cap="none" normalizeH="0" baseline="0" dirty="0">
              <a:ln>
                <a:noFill/>
              </a:ln>
              <a:solidFill>
                <a:schemeClr val="tx1"/>
              </a:solidFill>
              <a:effectLst/>
              <a:latin typeface="Arial" panose="020B0604020202020204" pitchFamily="34" charset="0"/>
            </a:endParaRPr>
          </a:p>
        </p:txBody>
      </p:sp>
      <p:sp>
        <p:nvSpPr>
          <p:cNvPr id="99" name="Rectangle 59"/>
          <p:cNvSpPr>
            <a:spLocks noChangeArrowheads="1"/>
          </p:cNvSpPr>
          <p:nvPr/>
        </p:nvSpPr>
        <p:spPr bwMode="auto">
          <a:xfrm>
            <a:off x="9952506" y="3748349"/>
            <a:ext cx="51296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zh-CN" altLang="zh-CN" sz="1800" b="0" i="0" u="none" strike="noStrike" cap="none" normalizeH="0" baseline="0" dirty="0">
                <a:ln>
                  <a:noFill/>
                </a:ln>
                <a:solidFill>
                  <a:srgbClr val="EEEEEF"/>
                </a:solidFill>
                <a:effectLst/>
                <a:latin typeface="Myriad Roman" charset="0"/>
              </a:rPr>
              <a:t>201</a:t>
            </a:r>
            <a:r>
              <a:rPr kumimoji="0" lang="en-US" altLang="zh-CN" sz="1800" b="0" i="0" u="none" strike="noStrike" cap="none" normalizeH="0" baseline="0" dirty="0">
                <a:ln>
                  <a:noFill/>
                </a:ln>
                <a:solidFill>
                  <a:srgbClr val="EEEEEF"/>
                </a:solidFill>
                <a:effectLst/>
                <a:latin typeface="Myriad Roman" charset="0"/>
              </a:rPr>
              <a:t>6</a:t>
            </a:r>
            <a:endParaRPr kumimoji="0" lang="zh-CN" altLang="zh-CN" sz="1800" b="0" i="0" u="none" strike="noStrike" cap="none" normalizeH="0" baseline="0" dirty="0">
              <a:ln>
                <a:noFill/>
              </a:ln>
              <a:solidFill>
                <a:schemeClr val="tx1"/>
              </a:solidFill>
              <a:effectLst/>
              <a:latin typeface="Arial" panose="020B0604020202020204" pitchFamily="34" charset="0"/>
            </a:endParaRPr>
          </a:p>
        </p:txBody>
      </p:sp>
      <p:grpSp>
        <p:nvGrpSpPr>
          <p:cNvPr id="5" name="组合 4"/>
          <p:cNvGrpSpPr/>
          <p:nvPr/>
        </p:nvGrpSpPr>
        <p:grpSpPr>
          <a:xfrm>
            <a:off x="1800851" y="2212514"/>
            <a:ext cx="6727020" cy="1368000"/>
            <a:chOff x="1800851" y="1777086"/>
            <a:chExt cx="6727020" cy="1368000"/>
          </a:xfrm>
        </p:grpSpPr>
        <p:cxnSp>
          <p:nvCxnSpPr>
            <p:cNvPr id="105" name="直接连接符 104"/>
            <p:cNvCxnSpPr/>
            <p:nvPr/>
          </p:nvCxnSpPr>
          <p:spPr>
            <a:xfrm>
              <a:off x="1800851" y="1777086"/>
              <a:ext cx="0" cy="1368000"/>
            </a:xfrm>
            <a:prstGeom prst="line">
              <a:avLst/>
            </a:prstGeom>
            <a:ln w="19050">
              <a:solidFill>
                <a:schemeClr val="tx1">
                  <a:lumMod val="65000"/>
                  <a:lumOff val="35000"/>
                </a:schemeClr>
              </a:solidFill>
              <a:prstDash val="dash"/>
              <a:headEnd type="oval"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 name="直接连接符 105"/>
            <p:cNvCxnSpPr/>
            <p:nvPr/>
          </p:nvCxnSpPr>
          <p:spPr>
            <a:xfrm>
              <a:off x="5108103" y="1777086"/>
              <a:ext cx="0" cy="1368000"/>
            </a:xfrm>
            <a:prstGeom prst="line">
              <a:avLst/>
            </a:prstGeom>
            <a:ln w="19050">
              <a:solidFill>
                <a:schemeClr val="tx1">
                  <a:lumMod val="65000"/>
                  <a:lumOff val="35000"/>
                </a:schemeClr>
              </a:solidFill>
              <a:prstDash val="dash"/>
              <a:headEnd type="oval"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7" name="直接连接符 106"/>
            <p:cNvCxnSpPr/>
            <p:nvPr/>
          </p:nvCxnSpPr>
          <p:spPr>
            <a:xfrm>
              <a:off x="8527871" y="1777086"/>
              <a:ext cx="0" cy="1368000"/>
            </a:xfrm>
            <a:prstGeom prst="line">
              <a:avLst/>
            </a:prstGeom>
            <a:ln w="19050">
              <a:solidFill>
                <a:schemeClr val="tx1">
                  <a:lumMod val="65000"/>
                  <a:lumOff val="35000"/>
                </a:schemeClr>
              </a:solidFill>
              <a:prstDash val="dash"/>
              <a:headEnd type="oval" w="med" len="med"/>
              <a:tailEnd type="none" w="med" len="med"/>
            </a:ln>
          </p:spPr>
          <p:style>
            <a:lnRef idx="1">
              <a:schemeClr val="accent1"/>
            </a:lnRef>
            <a:fillRef idx="0">
              <a:schemeClr val="accent1"/>
            </a:fillRef>
            <a:effectRef idx="0">
              <a:schemeClr val="accent1"/>
            </a:effectRef>
            <a:fontRef idx="minor">
              <a:schemeClr val="tx1"/>
            </a:fontRef>
          </p:style>
        </p:cxnSp>
      </p:grpSp>
      <p:cxnSp>
        <p:nvCxnSpPr>
          <p:cNvPr id="109" name="直接连接符 108"/>
          <p:cNvCxnSpPr/>
          <p:nvPr/>
        </p:nvCxnSpPr>
        <p:spPr>
          <a:xfrm flipV="1">
            <a:off x="3538132" y="4180471"/>
            <a:ext cx="0" cy="1368000"/>
          </a:xfrm>
          <a:prstGeom prst="line">
            <a:avLst/>
          </a:prstGeom>
          <a:ln w="19050">
            <a:solidFill>
              <a:schemeClr val="tx1">
                <a:lumMod val="65000"/>
                <a:lumOff val="35000"/>
              </a:schemeClr>
            </a:solidFill>
            <a:prstDash val="dash"/>
            <a:headEnd type="oval"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flipV="1">
            <a:off x="6845384" y="4180471"/>
            <a:ext cx="0" cy="1368000"/>
          </a:xfrm>
          <a:prstGeom prst="line">
            <a:avLst/>
          </a:prstGeom>
          <a:ln w="19050">
            <a:solidFill>
              <a:schemeClr val="tx1">
                <a:lumMod val="65000"/>
                <a:lumOff val="35000"/>
              </a:schemeClr>
            </a:solidFill>
            <a:prstDash val="dash"/>
            <a:headEnd type="oval"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1" name="直接连接符 110"/>
          <p:cNvCxnSpPr/>
          <p:nvPr/>
        </p:nvCxnSpPr>
        <p:spPr>
          <a:xfrm flipV="1">
            <a:off x="10265152" y="4180471"/>
            <a:ext cx="0" cy="1368000"/>
          </a:xfrm>
          <a:prstGeom prst="line">
            <a:avLst/>
          </a:prstGeom>
          <a:ln w="19050">
            <a:solidFill>
              <a:schemeClr val="tx1">
                <a:lumMod val="65000"/>
                <a:lumOff val="35000"/>
              </a:schemeClr>
            </a:solidFill>
            <a:prstDash val="dash"/>
            <a:headEnd type="oval" w="med" len="med"/>
            <a:tailEnd type="none" w="med" len="med"/>
          </a:ln>
        </p:spPr>
        <p:style>
          <a:lnRef idx="1">
            <a:schemeClr val="accent1"/>
          </a:lnRef>
          <a:fillRef idx="0">
            <a:schemeClr val="accent1"/>
          </a:fillRef>
          <a:effectRef idx="0">
            <a:schemeClr val="accent1"/>
          </a:effectRef>
          <a:fontRef idx="minor">
            <a:schemeClr val="tx1"/>
          </a:fontRef>
        </p:style>
      </p:cxnSp>
      <p:sp>
        <p:nvSpPr>
          <p:cNvPr id="112" name="文本框 111"/>
          <p:cNvSpPr txBox="1"/>
          <p:nvPr/>
        </p:nvSpPr>
        <p:spPr>
          <a:xfrm>
            <a:off x="1068010" y="1242921"/>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113" name="文本框 112"/>
          <p:cNvSpPr txBox="1"/>
          <p:nvPr/>
        </p:nvSpPr>
        <p:spPr>
          <a:xfrm>
            <a:off x="4287475" y="1242921"/>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114" name="文本框 113"/>
          <p:cNvSpPr txBox="1"/>
          <p:nvPr/>
        </p:nvSpPr>
        <p:spPr>
          <a:xfrm>
            <a:off x="7506941" y="1242921"/>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115" name="文本框 114"/>
          <p:cNvSpPr txBox="1"/>
          <p:nvPr/>
        </p:nvSpPr>
        <p:spPr>
          <a:xfrm>
            <a:off x="2613380" y="5687067"/>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116" name="文本框 115"/>
          <p:cNvSpPr txBox="1"/>
          <p:nvPr/>
        </p:nvSpPr>
        <p:spPr>
          <a:xfrm>
            <a:off x="6110971" y="5687067"/>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117" name="文本框 116"/>
          <p:cNvSpPr txBox="1"/>
          <p:nvPr/>
        </p:nvSpPr>
        <p:spPr>
          <a:xfrm>
            <a:off x="9330437" y="5687067"/>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51" name="矩形 39"/>
          <p:cNvSpPr/>
          <p:nvPr/>
        </p:nvSpPr>
        <p:spPr>
          <a:xfrm>
            <a:off x="0" y="203088"/>
            <a:ext cx="1261884" cy="523220"/>
          </a:xfrm>
          <a:prstGeom prst="rect">
            <a:avLst/>
          </a:prstGeom>
          <a:noFill/>
        </p:spPr>
        <p:txBody>
          <a:bodyPr wrap="none" rtlCol="0">
            <a:spAutoFit/>
          </a:bodyPr>
          <a:lstStyle/>
          <a:p>
            <a:r>
              <a:rPr lang="zh-CN" altLang="en-US" sz="2800" b="1" dirty="0">
                <a:solidFill>
                  <a:schemeClr val="tx1">
                    <a:lumMod val="65000"/>
                    <a:lumOff val="35000"/>
                  </a:schemeClr>
                </a:solidFill>
              </a:rPr>
              <a:t>时间线</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4246830777"/>
      </p:ext>
    </p:extLst>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组合 5"/>
          <p:cNvGrpSpPr/>
          <p:nvPr/>
        </p:nvGrpSpPr>
        <p:grpSpPr>
          <a:xfrm>
            <a:off x="2146300" y="2248134"/>
            <a:ext cx="7899400" cy="4139173"/>
            <a:chOff x="2146300" y="2248134"/>
            <a:chExt cx="7899400" cy="4139173"/>
          </a:xfrm>
        </p:grpSpPr>
        <p:sp>
          <p:nvSpPr>
            <p:cNvPr id="7" name="Rectangle 5"/>
            <p:cNvSpPr>
              <a:spLocks noChangeArrowheads="1"/>
            </p:cNvSpPr>
            <p:nvPr/>
          </p:nvSpPr>
          <p:spPr bwMode="auto">
            <a:xfrm>
              <a:off x="5135065" y="6046986"/>
              <a:ext cx="493778" cy="227576"/>
            </a:xfrm>
            <a:prstGeom prst="rect">
              <a:avLst/>
            </a:prstGeom>
            <a:gradFill flip="none" rotWithShape="1">
              <a:gsLst>
                <a:gs pos="0">
                  <a:srgbClr val="778F9A"/>
                </a:gs>
                <a:gs pos="50000">
                  <a:srgbClr val="DEDEDE"/>
                </a:gs>
                <a:gs pos="100000">
                  <a:srgbClr val="778F9A"/>
                </a:gs>
              </a:gsLst>
              <a:lin ang="108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 name="Rectangle 6"/>
            <p:cNvSpPr>
              <a:spLocks noChangeArrowheads="1"/>
            </p:cNvSpPr>
            <p:nvPr/>
          </p:nvSpPr>
          <p:spPr bwMode="auto">
            <a:xfrm>
              <a:off x="3705928" y="6046986"/>
              <a:ext cx="493778" cy="227576"/>
            </a:xfrm>
            <a:prstGeom prst="rect">
              <a:avLst/>
            </a:prstGeom>
            <a:gradFill flip="none" rotWithShape="1">
              <a:gsLst>
                <a:gs pos="0">
                  <a:srgbClr val="778F9A"/>
                </a:gs>
                <a:gs pos="50000">
                  <a:srgbClr val="DEDEDE"/>
                </a:gs>
                <a:gs pos="100000">
                  <a:srgbClr val="778F9A"/>
                </a:gs>
              </a:gsLst>
              <a:lin ang="108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 name="Rectangle 7"/>
            <p:cNvSpPr>
              <a:spLocks noChangeArrowheads="1"/>
            </p:cNvSpPr>
            <p:nvPr/>
          </p:nvSpPr>
          <p:spPr bwMode="auto">
            <a:xfrm>
              <a:off x="9408904" y="6046986"/>
              <a:ext cx="636796" cy="227576"/>
            </a:xfrm>
            <a:prstGeom prst="rect">
              <a:avLst/>
            </a:prstGeom>
            <a:gradFill flip="none" rotWithShape="1">
              <a:gsLst>
                <a:gs pos="0">
                  <a:srgbClr val="778F9A"/>
                </a:gs>
                <a:gs pos="50000">
                  <a:srgbClr val="DEDEDE"/>
                </a:gs>
                <a:gs pos="100000">
                  <a:srgbClr val="778F9A"/>
                </a:gs>
              </a:gsLst>
              <a:lin ang="108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 name="Rectangle 8"/>
            <p:cNvSpPr>
              <a:spLocks noChangeArrowheads="1"/>
            </p:cNvSpPr>
            <p:nvPr/>
          </p:nvSpPr>
          <p:spPr bwMode="auto">
            <a:xfrm>
              <a:off x="2146300" y="6046986"/>
              <a:ext cx="636796" cy="227576"/>
            </a:xfrm>
            <a:prstGeom prst="rect">
              <a:avLst/>
            </a:prstGeom>
            <a:gradFill flip="none" rotWithShape="1">
              <a:gsLst>
                <a:gs pos="0">
                  <a:srgbClr val="778F9A"/>
                </a:gs>
                <a:gs pos="50000">
                  <a:srgbClr val="DEDEDE"/>
                </a:gs>
                <a:gs pos="100000">
                  <a:srgbClr val="778F9A"/>
                </a:gs>
              </a:gsLst>
              <a:lin ang="108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 name="Rectangle 9"/>
            <p:cNvSpPr>
              <a:spLocks noChangeArrowheads="1"/>
            </p:cNvSpPr>
            <p:nvPr/>
          </p:nvSpPr>
          <p:spPr bwMode="auto">
            <a:xfrm>
              <a:off x="7991251" y="6046986"/>
              <a:ext cx="493778" cy="227576"/>
            </a:xfrm>
            <a:prstGeom prst="rect">
              <a:avLst/>
            </a:prstGeom>
            <a:gradFill flip="none" rotWithShape="1">
              <a:gsLst>
                <a:gs pos="0">
                  <a:srgbClr val="778F9A"/>
                </a:gs>
                <a:gs pos="50000">
                  <a:srgbClr val="DEDEDE"/>
                </a:gs>
                <a:gs pos="100000">
                  <a:srgbClr val="778F9A"/>
                </a:gs>
              </a:gsLst>
              <a:lin ang="108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 name="Rectangle 10"/>
            <p:cNvSpPr>
              <a:spLocks noChangeArrowheads="1"/>
            </p:cNvSpPr>
            <p:nvPr/>
          </p:nvSpPr>
          <p:spPr bwMode="auto">
            <a:xfrm>
              <a:off x="6562113" y="6046986"/>
              <a:ext cx="493778" cy="227576"/>
            </a:xfrm>
            <a:prstGeom prst="rect">
              <a:avLst/>
            </a:prstGeom>
            <a:gradFill flip="none" rotWithShape="1">
              <a:gsLst>
                <a:gs pos="0">
                  <a:srgbClr val="778F9A"/>
                </a:gs>
                <a:gs pos="50000">
                  <a:srgbClr val="DEDEDE"/>
                </a:gs>
                <a:gs pos="100000">
                  <a:srgbClr val="778F9A"/>
                </a:gs>
              </a:gsLst>
              <a:lin ang="10800000" scaled="1"/>
              <a:tileRect/>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 name="Freeform 11"/>
            <p:cNvSpPr>
              <a:spLocks/>
            </p:cNvSpPr>
            <p:nvPr/>
          </p:nvSpPr>
          <p:spPr bwMode="auto">
            <a:xfrm>
              <a:off x="8347230" y="5933198"/>
              <a:ext cx="1208868" cy="454109"/>
            </a:xfrm>
            <a:custGeom>
              <a:avLst/>
              <a:gdLst>
                <a:gd name="T0" fmla="*/ 974 w 1158"/>
                <a:gd name="T1" fmla="*/ 369 h 435"/>
                <a:gd name="T2" fmla="*/ 974 w 1158"/>
                <a:gd name="T3" fmla="*/ 66 h 435"/>
                <a:gd name="T4" fmla="*/ 1158 w 1158"/>
                <a:gd name="T5" fmla="*/ 66 h 435"/>
                <a:gd name="T6" fmla="*/ 1158 w 1158"/>
                <a:gd name="T7" fmla="*/ 0 h 435"/>
                <a:gd name="T8" fmla="*/ 0 w 1158"/>
                <a:gd name="T9" fmla="*/ 0 h 435"/>
                <a:gd name="T10" fmla="*/ 0 w 1158"/>
                <a:gd name="T11" fmla="*/ 66 h 435"/>
                <a:gd name="T12" fmla="*/ 175 w 1158"/>
                <a:gd name="T13" fmla="*/ 66 h 435"/>
                <a:gd name="T14" fmla="*/ 175 w 1158"/>
                <a:gd name="T15" fmla="*/ 369 h 435"/>
                <a:gd name="T16" fmla="*/ 0 w 1158"/>
                <a:gd name="T17" fmla="*/ 369 h 435"/>
                <a:gd name="T18" fmla="*/ 0 w 1158"/>
                <a:gd name="T19" fmla="*/ 435 h 435"/>
                <a:gd name="T20" fmla="*/ 1158 w 1158"/>
                <a:gd name="T21" fmla="*/ 435 h 435"/>
                <a:gd name="T22" fmla="*/ 1158 w 1158"/>
                <a:gd name="T23" fmla="*/ 369 h 435"/>
                <a:gd name="T24" fmla="*/ 974 w 1158"/>
                <a:gd name="T25" fmla="*/ 369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58" h="435">
                  <a:moveTo>
                    <a:pt x="974" y="369"/>
                  </a:moveTo>
                  <a:lnTo>
                    <a:pt x="974" y="66"/>
                  </a:lnTo>
                  <a:lnTo>
                    <a:pt x="1158" y="66"/>
                  </a:lnTo>
                  <a:lnTo>
                    <a:pt x="1158" y="0"/>
                  </a:lnTo>
                  <a:lnTo>
                    <a:pt x="0" y="0"/>
                  </a:lnTo>
                  <a:lnTo>
                    <a:pt x="0" y="66"/>
                  </a:lnTo>
                  <a:lnTo>
                    <a:pt x="175" y="66"/>
                  </a:lnTo>
                  <a:lnTo>
                    <a:pt x="175" y="369"/>
                  </a:lnTo>
                  <a:lnTo>
                    <a:pt x="0" y="369"/>
                  </a:lnTo>
                  <a:lnTo>
                    <a:pt x="0" y="435"/>
                  </a:lnTo>
                  <a:lnTo>
                    <a:pt x="1158" y="435"/>
                  </a:lnTo>
                  <a:lnTo>
                    <a:pt x="1158" y="369"/>
                  </a:lnTo>
                  <a:lnTo>
                    <a:pt x="974" y="369"/>
                  </a:lnTo>
                  <a:close/>
                </a:path>
              </a:pathLst>
            </a:custGeom>
            <a:solidFill>
              <a:srgbClr val="2199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Rectangle 12"/>
            <p:cNvSpPr>
              <a:spLocks noChangeArrowheads="1"/>
            </p:cNvSpPr>
            <p:nvPr/>
          </p:nvSpPr>
          <p:spPr bwMode="auto">
            <a:xfrm>
              <a:off x="8728263" y="6041767"/>
              <a:ext cx="45525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zh-CN" altLang="zh-CN" sz="1600" b="0" i="0" u="none" strike="noStrike" cap="none" normalizeH="0" baseline="0">
                  <a:ln>
                    <a:noFill/>
                  </a:ln>
                  <a:solidFill>
                    <a:srgbClr val="FAFAFA"/>
                  </a:solidFill>
                  <a:effectLst/>
                  <a:latin typeface="Myriad Roman" charset="0"/>
                </a:rPr>
                <a:t>2016</a:t>
              </a:r>
              <a:endParaRPr kumimoji="0" lang="zh-CN" altLang="zh-CN" sz="1100" b="0" i="0" u="none" strike="noStrike" cap="none" normalizeH="0" baseline="0">
                <a:ln>
                  <a:noFill/>
                </a:ln>
                <a:solidFill>
                  <a:schemeClr val="tx1"/>
                </a:solidFill>
                <a:effectLst/>
                <a:latin typeface="Arial" panose="020B0604020202020204" pitchFamily="34" charset="0"/>
              </a:endParaRPr>
            </a:p>
          </p:txBody>
        </p:sp>
        <p:sp>
          <p:nvSpPr>
            <p:cNvPr id="15" name="Freeform 13"/>
            <p:cNvSpPr>
              <a:spLocks/>
            </p:cNvSpPr>
            <p:nvPr/>
          </p:nvSpPr>
          <p:spPr bwMode="auto">
            <a:xfrm>
              <a:off x="6920181" y="5933198"/>
              <a:ext cx="1206780" cy="454109"/>
            </a:xfrm>
            <a:custGeom>
              <a:avLst/>
              <a:gdLst>
                <a:gd name="T0" fmla="*/ 984 w 1156"/>
                <a:gd name="T1" fmla="*/ 369 h 435"/>
                <a:gd name="T2" fmla="*/ 984 w 1156"/>
                <a:gd name="T3" fmla="*/ 66 h 435"/>
                <a:gd name="T4" fmla="*/ 1156 w 1156"/>
                <a:gd name="T5" fmla="*/ 66 h 435"/>
                <a:gd name="T6" fmla="*/ 1156 w 1156"/>
                <a:gd name="T7" fmla="*/ 0 h 435"/>
                <a:gd name="T8" fmla="*/ 0 w 1156"/>
                <a:gd name="T9" fmla="*/ 0 h 435"/>
                <a:gd name="T10" fmla="*/ 0 w 1156"/>
                <a:gd name="T11" fmla="*/ 66 h 435"/>
                <a:gd name="T12" fmla="*/ 173 w 1156"/>
                <a:gd name="T13" fmla="*/ 66 h 435"/>
                <a:gd name="T14" fmla="*/ 173 w 1156"/>
                <a:gd name="T15" fmla="*/ 369 h 435"/>
                <a:gd name="T16" fmla="*/ 0 w 1156"/>
                <a:gd name="T17" fmla="*/ 369 h 435"/>
                <a:gd name="T18" fmla="*/ 0 w 1156"/>
                <a:gd name="T19" fmla="*/ 435 h 435"/>
                <a:gd name="T20" fmla="*/ 1156 w 1156"/>
                <a:gd name="T21" fmla="*/ 435 h 435"/>
                <a:gd name="T22" fmla="*/ 1156 w 1156"/>
                <a:gd name="T23" fmla="*/ 369 h 435"/>
                <a:gd name="T24" fmla="*/ 984 w 1156"/>
                <a:gd name="T25" fmla="*/ 369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56" h="435">
                  <a:moveTo>
                    <a:pt x="984" y="369"/>
                  </a:moveTo>
                  <a:lnTo>
                    <a:pt x="984" y="66"/>
                  </a:lnTo>
                  <a:lnTo>
                    <a:pt x="1156" y="66"/>
                  </a:lnTo>
                  <a:lnTo>
                    <a:pt x="1156" y="0"/>
                  </a:lnTo>
                  <a:lnTo>
                    <a:pt x="0" y="0"/>
                  </a:lnTo>
                  <a:lnTo>
                    <a:pt x="0" y="66"/>
                  </a:lnTo>
                  <a:lnTo>
                    <a:pt x="173" y="66"/>
                  </a:lnTo>
                  <a:lnTo>
                    <a:pt x="173" y="369"/>
                  </a:lnTo>
                  <a:lnTo>
                    <a:pt x="0" y="369"/>
                  </a:lnTo>
                  <a:lnTo>
                    <a:pt x="0" y="435"/>
                  </a:lnTo>
                  <a:lnTo>
                    <a:pt x="1156" y="435"/>
                  </a:lnTo>
                  <a:lnTo>
                    <a:pt x="1156" y="369"/>
                  </a:lnTo>
                  <a:lnTo>
                    <a:pt x="984" y="369"/>
                  </a:lnTo>
                  <a:close/>
                </a:path>
              </a:pathLst>
            </a:custGeom>
            <a:solidFill>
              <a:srgbClr val="E7BE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Rectangle 14"/>
            <p:cNvSpPr>
              <a:spLocks noChangeArrowheads="1"/>
            </p:cNvSpPr>
            <p:nvPr/>
          </p:nvSpPr>
          <p:spPr bwMode="auto">
            <a:xfrm>
              <a:off x="7301214" y="6041767"/>
              <a:ext cx="45525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zh-CN" altLang="zh-CN" sz="1600" b="0" i="0" u="none" strike="noStrike" cap="none" normalizeH="0" baseline="0">
                  <a:ln>
                    <a:noFill/>
                  </a:ln>
                  <a:solidFill>
                    <a:srgbClr val="FAFAFA"/>
                  </a:solidFill>
                  <a:effectLst/>
                  <a:latin typeface="Myriad Roman" charset="0"/>
                </a:rPr>
                <a:t>2015</a:t>
              </a:r>
              <a:endParaRPr kumimoji="0" lang="zh-CN" altLang="zh-CN" sz="1100" b="0" i="0" u="none" strike="noStrike" cap="none" normalizeH="0" baseline="0">
                <a:ln>
                  <a:noFill/>
                </a:ln>
                <a:solidFill>
                  <a:schemeClr val="tx1"/>
                </a:solidFill>
                <a:effectLst/>
                <a:latin typeface="Arial" panose="020B0604020202020204" pitchFamily="34" charset="0"/>
              </a:endParaRPr>
            </a:p>
          </p:txBody>
        </p:sp>
        <p:sp>
          <p:nvSpPr>
            <p:cNvPr id="17" name="Freeform 15"/>
            <p:cNvSpPr>
              <a:spLocks/>
            </p:cNvSpPr>
            <p:nvPr/>
          </p:nvSpPr>
          <p:spPr bwMode="auto">
            <a:xfrm>
              <a:off x="5491044" y="5933198"/>
              <a:ext cx="1209912" cy="454109"/>
            </a:xfrm>
            <a:custGeom>
              <a:avLst/>
              <a:gdLst>
                <a:gd name="T0" fmla="*/ 984 w 1159"/>
                <a:gd name="T1" fmla="*/ 369 h 435"/>
                <a:gd name="T2" fmla="*/ 984 w 1159"/>
                <a:gd name="T3" fmla="*/ 66 h 435"/>
                <a:gd name="T4" fmla="*/ 1159 w 1159"/>
                <a:gd name="T5" fmla="*/ 66 h 435"/>
                <a:gd name="T6" fmla="*/ 1159 w 1159"/>
                <a:gd name="T7" fmla="*/ 0 h 435"/>
                <a:gd name="T8" fmla="*/ 0 w 1159"/>
                <a:gd name="T9" fmla="*/ 0 h 435"/>
                <a:gd name="T10" fmla="*/ 0 w 1159"/>
                <a:gd name="T11" fmla="*/ 66 h 435"/>
                <a:gd name="T12" fmla="*/ 175 w 1159"/>
                <a:gd name="T13" fmla="*/ 66 h 435"/>
                <a:gd name="T14" fmla="*/ 175 w 1159"/>
                <a:gd name="T15" fmla="*/ 369 h 435"/>
                <a:gd name="T16" fmla="*/ 0 w 1159"/>
                <a:gd name="T17" fmla="*/ 369 h 435"/>
                <a:gd name="T18" fmla="*/ 0 w 1159"/>
                <a:gd name="T19" fmla="*/ 435 h 435"/>
                <a:gd name="T20" fmla="*/ 1159 w 1159"/>
                <a:gd name="T21" fmla="*/ 435 h 435"/>
                <a:gd name="T22" fmla="*/ 1159 w 1159"/>
                <a:gd name="T23" fmla="*/ 369 h 435"/>
                <a:gd name="T24" fmla="*/ 984 w 1159"/>
                <a:gd name="T25" fmla="*/ 369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59" h="435">
                  <a:moveTo>
                    <a:pt x="984" y="369"/>
                  </a:moveTo>
                  <a:lnTo>
                    <a:pt x="984" y="66"/>
                  </a:lnTo>
                  <a:lnTo>
                    <a:pt x="1159" y="66"/>
                  </a:lnTo>
                  <a:lnTo>
                    <a:pt x="1159" y="0"/>
                  </a:lnTo>
                  <a:lnTo>
                    <a:pt x="0" y="0"/>
                  </a:lnTo>
                  <a:lnTo>
                    <a:pt x="0" y="66"/>
                  </a:lnTo>
                  <a:lnTo>
                    <a:pt x="175" y="66"/>
                  </a:lnTo>
                  <a:lnTo>
                    <a:pt x="175" y="369"/>
                  </a:lnTo>
                  <a:lnTo>
                    <a:pt x="0" y="369"/>
                  </a:lnTo>
                  <a:lnTo>
                    <a:pt x="0" y="435"/>
                  </a:lnTo>
                  <a:lnTo>
                    <a:pt x="1159" y="435"/>
                  </a:lnTo>
                  <a:lnTo>
                    <a:pt x="1159" y="369"/>
                  </a:lnTo>
                  <a:lnTo>
                    <a:pt x="984" y="369"/>
                  </a:lnTo>
                  <a:close/>
                </a:path>
              </a:pathLst>
            </a:custGeom>
            <a:solidFill>
              <a:srgbClr val="DA4D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Rectangle 16"/>
            <p:cNvSpPr>
              <a:spLocks noChangeArrowheads="1"/>
            </p:cNvSpPr>
            <p:nvPr/>
          </p:nvSpPr>
          <p:spPr bwMode="auto">
            <a:xfrm>
              <a:off x="5873121" y="6041767"/>
              <a:ext cx="45525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zh-CN" altLang="zh-CN" sz="1600" b="0" i="0" u="none" strike="noStrike" cap="none" normalizeH="0" baseline="0">
                  <a:ln>
                    <a:noFill/>
                  </a:ln>
                  <a:solidFill>
                    <a:srgbClr val="FAFAFA"/>
                  </a:solidFill>
                  <a:effectLst/>
                  <a:latin typeface="Myriad Roman" charset="0"/>
                </a:rPr>
                <a:t>2014</a:t>
              </a:r>
              <a:endParaRPr kumimoji="0" lang="zh-CN" altLang="zh-CN" sz="1100" b="0" i="0" u="none" strike="noStrike" cap="none" normalizeH="0" baseline="0">
                <a:ln>
                  <a:noFill/>
                </a:ln>
                <a:solidFill>
                  <a:schemeClr val="tx1"/>
                </a:solidFill>
                <a:effectLst/>
                <a:latin typeface="Arial" panose="020B0604020202020204" pitchFamily="34" charset="0"/>
              </a:endParaRPr>
            </a:p>
          </p:txBody>
        </p:sp>
        <p:sp>
          <p:nvSpPr>
            <p:cNvPr id="19" name="Freeform 17"/>
            <p:cNvSpPr>
              <a:spLocks/>
            </p:cNvSpPr>
            <p:nvPr/>
          </p:nvSpPr>
          <p:spPr bwMode="auto">
            <a:xfrm>
              <a:off x="4063995" y="5933198"/>
              <a:ext cx="1207824" cy="454109"/>
            </a:xfrm>
            <a:custGeom>
              <a:avLst/>
              <a:gdLst>
                <a:gd name="T0" fmla="*/ 984 w 1157"/>
                <a:gd name="T1" fmla="*/ 369 h 435"/>
                <a:gd name="T2" fmla="*/ 984 w 1157"/>
                <a:gd name="T3" fmla="*/ 66 h 435"/>
                <a:gd name="T4" fmla="*/ 1157 w 1157"/>
                <a:gd name="T5" fmla="*/ 66 h 435"/>
                <a:gd name="T6" fmla="*/ 1157 w 1157"/>
                <a:gd name="T7" fmla="*/ 0 h 435"/>
                <a:gd name="T8" fmla="*/ 0 w 1157"/>
                <a:gd name="T9" fmla="*/ 0 h 435"/>
                <a:gd name="T10" fmla="*/ 0 w 1157"/>
                <a:gd name="T11" fmla="*/ 66 h 435"/>
                <a:gd name="T12" fmla="*/ 173 w 1157"/>
                <a:gd name="T13" fmla="*/ 66 h 435"/>
                <a:gd name="T14" fmla="*/ 173 w 1157"/>
                <a:gd name="T15" fmla="*/ 369 h 435"/>
                <a:gd name="T16" fmla="*/ 0 w 1157"/>
                <a:gd name="T17" fmla="*/ 369 h 435"/>
                <a:gd name="T18" fmla="*/ 0 w 1157"/>
                <a:gd name="T19" fmla="*/ 435 h 435"/>
                <a:gd name="T20" fmla="*/ 1157 w 1157"/>
                <a:gd name="T21" fmla="*/ 435 h 435"/>
                <a:gd name="T22" fmla="*/ 1157 w 1157"/>
                <a:gd name="T23" fmla="*/ 369 h 435"/>
                <a:gd name="T24" fmla="*/ 984 w 1157"/>
                <a:gd name="T25" fmla="*/ 369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57" h="435">
                  <a:moveTo>
                    <a:pt x="984" y="369"/>
                  </a:moveTo>
                  <a:lnTo>
                    <a:pt x="984" y="66"/>
                  </a:lnTo>
                  <a:lnTo>
                    <a:pt x="1157" y="66"/>
                  </a:lnTo>
                  <a:lnTo>
                    <a:pt x="1157" y="0"/>
                  </a:lnTo>
                  <a:lnTo>
                    <a:pt x="0" y="0"/>
                  </a:lnTo>
                  <a:lnTo>
                    <a:pt x="0" y="66"/>
                  </a:lnTo>
                  <a:lnTo>
                    <a:pt x="173" y="66"/>
                  </a:lnTo>
                  <a:lnTo>
                    <a:pt x="173" y="369"/>
                  </a:lnTo>
                  <a:lnTo>
                    <a:pt x="0" y="369"/>
                  </a:lnTo>
                  <a:lnTo>
                    <a:pt x="0" y="435"/>
                  </a:lnTo>
                  <a:lnTo>
                    <a:pt x="1157" y="435"/>
                  </a:lnTo>
                  <a:lnTo>
                    <a:pt x="1157" y="369"/>
                  </a:lnTo>
                  <a:lnTo>
                    <a:pt x="984" y="369"/>
                  </a:lnTo>
                  <a:close/>
                </a:path>
              </a:pathLst>
            </a:custGeom>
            <a:solidFill>
              <a:srgbClr val="8F58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Rectangle 18"/>
            <p:cNvSpPr>
              <a:spLocks noChangeArrowheads="1"/>
            </p:cNvSpPr>
            <p:nvPr/>
          </p:nvSpPr>
          <p:spPr bwMode="auto">
            <a:xfrm>
              <a:off x="4445028" y="6041767"/>
              <a:ext cx="45525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zh-CN" altLang="zh-CN" sz="1600" b="0" i="0" u="none" strike="noStrike" cap="none" normalizeH="0" baseline="0" dirty="0">
                  <a:ln>
                    <a:noFill/>
                  </a:ln>
                  <a:solidFill>
                    <a:srgbClr val="FAFAFA"/>
                  </a:solidFill>
                  <a:effectLst/>
                  <a:latin typeface="Myriad Roman" charset="0"/>
                </a:rPr>
                <a:t>2013</a:t>
              </a:r>
              <a:endParaRPr kumimoji="0" lang="zh-CN" altLang="zh-CN" sz="1100" b="0" i="0" u="none" strike="noStrike" cap="none" normalizeH="0" baseline="0" dirty="0">
                <a:ln>
                  <a:noFill/>
                </a:ln>
                <a:solidFill>
                  <a:schemeClr val="tx1"/>
                </a:solidFill>
                <a:effectLst/>
                <a:latin typeface="Arial" panose="020B0604020202020204" pitchFamily="34" charset="0"/>
              </a:endParaRPr>
            </a:p>
          </p:txBody>
        </p:sp>
        <p:sp>
          <p:nvSpPr>
            <p:cNvPr id="21" name="Freeform 19"/>
            <p:cNvSpPr>
              <a:spLocks/>
            </p:cNvSpPr>
            <p:nvPr/>
          </p:nvSpPr>
          <p:spPr bwMode="auto">
            <a:xfrm>
              <a:off x="2634858" y="5933198"/>
              <a:ext cx="1209912" cy="454109"/>
            </a:xfrm>
            <a:custGeom>
              <a:avLst/>
              <a:gdLst>
                <a:gd name="T0" fmla="*/ 984 w 1159"/>
                <a:gd name="T1" fmla="*/ 369 h 435"/>
                <a:gd name="T2" fmla="*/ 984 w 1159"/>
                <a:gd name="T3" fmla="*/ 66 h 435"/>
                <a:gd name="T4" fmla="*/ 1159 w 1159"/>
                <a:gd name="T5" fmla="*/ 66 h 435"/>
                <a:gd name="T6" fmla="*/ 1159 w 1159"/>
                <a:gd name="T7" fmla="*/ 0 h 435"/>
                <a:gd name="T8" fmla="*/ 0 w 1159"/>
                <a:gd name="T9" fmla="*/ 0 h 435"/>
                <a:gd name="T10" fmla="*/ 0 w 1159"/>
                <a:gd name="T11" fmla="*/ 66 h 435"/>
                <a:gd name="T12" fmla="*/ 185 w 1159"/>
                <a:gd name="T13" fmla="*/ 66 h 435"/>
                <a:gd name="T14" fmla="*/ 185 w 1159"/>
                <a:gd name="T15" fmla="*/ 369 h 435"/>
                <a:gd name="T16" fmla="*/ 0 w 1159"/>
                <a:gd name="T17" fmla="*/ 369 h 435"/>
                <a:gd name="T18" fmla="*/ 0 w 1159"/>
                <a:gd name="T19" fmla="*/ 435 h 435"/>
                <a:gd name="T20" fmla="*/ 1159 w 1159"/>
                <a:gd name="T21" fmla="*/ 435 h 435"/>
                <a:gd name="T22" fmla="*/ 1159 w 1159"/>
                <a:gd name="T23" fmla="*/ 369 h 435"/>
                <a:gd name="T24" fmla="*/ 984 w 1159"/>
                <a:gd name="T25" fmla="*/ 369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59" h="435">
                  <a:moveTo>
                    <a:pt x="984" y="369"/>
                  </a:moveTo>
                  <a:lnTo>
                    <a:pt x="984" y="66"/>
                  </a:lnTo>
                  <a:lnTo>
                    <a:pt x="1159" y="66"/>
                  </a:lnTo>
                  <a:lnTo>
                    <a:pt x="1159" y="0"/>
                  </a:lnTo>
                  <a:lnTo>
                    <a:pt x="0" y="0"/>
                  </a:lnTo>
                  <a:lnTo>
                    <a:pt x="0" y="66"/>
                  </a:lnTo>
                  <a:lnTo>
                    <a:pt x="185" y="66"/>
                  </a:lnTo>
                  <a:lnTo>
                    <a:pt x="185" y="369"/>
                  </a:lnTo>
                  <a:lnTo>
                    <a:pt x="0" y="369"/>
                  </a:lnTo>
                  <a:lnTo>
                    <a:pt x="0" y="435"/>
                  </a:lnTo>
                  <a:lnTo>
                    <a:pt x="1159" y="435"/>
                  </a:lnTo>
                  <a:lnTo>
                    <a:pt x="1159" y="369"/>
                  </a:lnTo>
                  <a:lnTo>
                    <a:pt x="984" y="369"/>
                  </a:lnTo>
                  <a:close/>
                </a:path>
              </a:pathLst>
            </a:custGeom>
            <a:solidFill>
              <a:srgbClr val="3A8F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Rectangle 20"/>
            <p:cNvSpPr>
              <a:spLocks noChangeArrowheads="1"/>
            </p:cNvSpPr>
            <p:nvPr/>
          </p:nvSpPr>
          <p:spPr bwMode="auto">
            <a:xfrm>
              <a:off x="3016936" y="6041767"/>
              <a:ext cx="45525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zh-CN" altLang="zh-CN" sz="1600" b="0" i="0" u="none" strike="noStrike" cap="none" normalizeH="0" baseline="0" dirty="0">
                  <a:ln>
                    <a:noFill/>
                  </a:ln>
                  <a:solidFill>
                    <a:srgbClr val="FAFAFA"/>
                  </a:solidFill>
                  <a:effectLst/>
                  <a:latin typeface="Myriad Roman" charset="0"/>
                </a:rPr>
                <a:t>2012</a:t>
              </a:r>
              <a:endParaRPr kumimoji="0" lang="zh-CN" altLang="zh-CN" sz="1100" b="0" i="0" u="none" strike="noStrike" cap="none" normalizeH="0" baseline="0" dirty="0">
                <a:ln>
                  <a:noFill/>
                </a:ln>
                <a:solidFill>
                  <a:schemeClr val="tx1"/>
                </a:solidFill>
                <a:effectLst/>
                <a:latin typeface="Arial" panose="020B0604020202020204" pitchFamily="34" charset="0"/>
              </a:endParaRPr>
            </a:p>
          </p:txBody>
        </p:sp>
        <p:sp>
          <p:nvSpPr>
            <p:cNvPr id="23" name="Oval 21"/>
            <p:cNvSpPr>
              <a:spLocks noChangeArrowheads="1"/>
            </p:cNvSpPr>
            <p:nvPr/>
          </p:nvSpPr>
          <p:spPr bwMode="auto">
            <a:xfrm>
              <a:off x="2822765" y="3505023"/>
              <a:ext cx="836186" cy="837230"/>
            </a:xfrm>
            <a:prstGeom prst="ellipse">
              <a:avLst/>
            </a:prstGeom>
            <a:solidFill>
              <a:srgbClr val="3A8F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23"/>
            <p:cNvSpPr>
              <a:spLocks noEditPoints="1"/>
            </p:cNvSpPr>
            <p:nvPr/>
          </p:nvSpPr>
          <p:spPr bwMode="auto">
            <a:xfrm>
              <a:off x="3101494" y="3685622"/>
              <a:ext cx="276641" cy="476031"/>
            </a:xfrm>
            <a:custGeom>
              <a:avLst/>
              <a:gdLst>
                <a:gd name="T0" fmla="*/ 102 w 112"/>
                <a:gd name="T1" fmla="*/ 0 h 193"/>
                <a:gd name="T2" fmla="*/ 10 w 112"/>
                <a:gd name="T3" fmla="*/ 0 h 193"/>
                <a:gd name="T4" fmla="*/ 0 w 112"/>
                <a:gd name="T5" fmla="*/ 10 h 193"/>
                <a:gd name="T6" fmla="*/ 0 w 112"/>
                <a:gd name="T7" fmla="*/ 183 h 193"/>
                <a:gd name="T8" fmla="*/ 10 w 112"/>
                <a:gd name="T9" fmla="*/ 193 h 193"/>
                <a:gd name="T10" fmla="*/ 102 w 112"/>
                <a:gd name="T11" fmla="*/ 193 h 193"/>
                <a:gd name="T12" fmla="*/ 112 w 112"/>
                <a:gd name="T13" fmla="*/ 183 h 193"/>
                <a:gd name="T14" fmla="*/ 112 w 112"/>
                <a:gd name="T15" fmla="*/ 10 h 193"/>
                <a:gd name="T16" fmla="*/ 102 w 112"/>
                <a:gd name="T17" fmla="*/ 0 h 193"/>
                <a:gd name="T18" fmla="*/ 27 w 112"/>
                <a:gd name="T19" fmla="*/ 9 h 193"/>
                <a:gd name="T20" fmla="*/ 90 w 112"/>
                <a:gd name="T21" fmla="*/ 9 h 193"/>
                <a:gd name="T22" fmla="*/ 90 w 112"/>
                <a:gd name="T23" fmla="*/ 14 h 193"/>
                <a:gd name="T24" fmla="*/ 27 w 112"/>
                <a:gd name="T25" fmla="*/ 14 h 193"/>
                <a:gd name="T26" fmla="*/ 27 w 112"/>
                <a:gd name="T27" fmla="*/ 9 h 193"/>
                <a:gd name="T28" fmla="*/ 58 w 112"/>
                <a:gd name="T29" fmla="*/ 184 h 193"/>
                <a:gd name="T30" fmla="*/ 47 w 112"/>
                <a:gd name="T31" fmla="*/ 173 h 193"/>
                <a:gd name="T32" fmla="*/ 58 w 112"/>
                <a:gd name="T33" fmla="*/ 163 h 193"/>
                <a:gd name="T34" fmla="*/ 68 w 112"/>
                <a:gd name="T35" fmla="*/ 173 h 193"/>
                <a:gd name="T36" fmla="*/ 58 w 112"/>
                <a:gd name="T37" fmla="*/ 184 h 193"/>
                <a:gd name="T38" fmla="*/ 102 w 112"/>
                <a:gd name="T39" fmla="*/ 155 h 193"/>
                <a:gd name="T40" fmla="*/ 10 w 112"/>
                <a:gd name="T41" fmla="*/ 155 h 193"/>
                <a:gd name="T42" fmla="*/ 10 w 112"/>
                <a:gd name="T43" fmla="*/ 24 h 193"/>
                <a:gd name="T44" fmla="*/ 102 w 112"/>
                <a:gd name="T45" fmla="*/ 24 h 193"/>
                <a:gd name="T46" fmla="*/ 102 w 112"/>
                <a:gd name="T47" fmla="*/ 155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2" h="193">
                  <a:moveTo>
                    <a:pt x="102" y="0"/>
                  </a:moveTo>
                  <a:cubicBezTo>
                    <a:pt x="10" y="0"/>
                    <a:pt x="10" y="0"/>
                    <a:pt x="10" y="0"/>
                  </a:cubicBezTo>
                  <a:cubicBezTo>
                    <a:pt x="5" y="0"/>
                    <a:pt x="0" y="5"/>
                    <a:pt x="0" y="10"/>
                  </a:cubicBezTo>
                  <a:cubicBezTo>
                    <a:pt x="0" y="183"/>
                    <a:pt x="0" y="183"/>
                    <a:pt x="0" y="183"/>
                  </a:cubicBezTo>
                  <a:cubicBezTo>
                    <a:pt x="0" y="189"/>
                    <a:pt x="5" y="193"/>
                    <a:pt x="10" y="193"/>
                  </a:cubicBezTo>
                  <a:cubicBezTo>
                    <a:pt x="102" y="193"/>
                    <a:pt x="102" y="193"/>
                    <a:pt x="102" y="193"/>
                  </a:cubicBezTo>
                  <a:cubicBezTo>
                    <a:pt x="108" y="193"/>
                    <a:pt x="112" y="189"/>
                    <a:pt x="112" y="183"/>
                  </a:cubicBezTo>
                  <a:cubicBezTo>
                    <a:pt x="112" y="10"/>
                    <a:pt x="112" y="10"/>
                    <a:pt x="112" y="10"/>
                  </a:cubicBezTo>
                  <a:cubicBezTo>
                    <a:pt x="112" y="5"/>
                    <a:pt x="108" y="0"/>
                    <a:pt x="102" y="0"/>
                  </a:cubicBezTo>
                  <a:close/>
                  <a:moveTo>
                    <a:pt x="27" y="9"/>
                  </a:moveTo>
                  <a:cubicBezTo>
                    <a:pt x="90" y="9"/>
                    <a:pt x="90" y="9"/>
                    <a:pt x="90" y="9"/>
                  </a:cubicBezTo>
                  <a:cubicBezTo>
                    <a:pt x="90" y="14"/>
                    <a:pt x="90" y="14"/>
                    <a:pt x="90" y="14"/>
                  </a:cubicBezTo>
                  <a:cubicBezTo>
                    <a:pt x="27" y="14"/>
                    <a:pt x="27" y="14"/>
                    <a:pt x="27" y="14"/>
                  </a:cubicBezTo>
                  <a:lnTo>
                    <a:pt x="27" y="9"/>
                  </a:lnTo>
                  <a:close/>
                  <a:moveTo>
                    <a:pt x="58" y="184"/>
                  </a:moveTo>
                  <a:cubicBezTo>
                    <a:pt x="52" y="184"/>
                    <a:pt x="47" y="179"/>
                    <a:pt x="47" y="173"/>
                  </a:cubicBezTo>
                  <a:cubicBezTo>
                    <a:pt x="47" y="167"/>
                    <a:pt x="52" y="163"/>
                    <a:pt x="58" y="163"/>
                  </a:cubicBezTo>
                  <a:cubicBezTo>
                    <a:pt x="64" y="163"/>
                    <a:pt x="68" y="167"/>
                    <a:pt x="68" y="173"/>
                  </a:cubicBezTo>
                  <a:cubicBezTo>
                    <a:pt x="68" y="179"/>
                    <a:pt x="64" y="184"/>
                    <a:pt x="58" y="184"/>
                  </a:cubicBezTo>
                  <a:close/>
                  <a:moveTo>
                    <a:pt x="102" y="155"/>
                  </a:moveTo>
                  <a:cubicBezTo>
                    <a:pt x="10" y="155"/>
                    <a:pt x="10" y="155"/>
                    <a:pt x="10" y="155"/>
                  </a:cubicBezTo>
                  <a:cubicBezTo>
                    <a:pt x="10" y="24"/>
                    <a:pt x="10" y="24"/>
                    <a:pt x="10" y="24"/>
                  </a:cubicBezTo>
                  <a:cubicBezTo>
                    <a:pt x="102" y="24"/>
                    <a:pt x="102" y="24"/>
                    <a:pt x="102" y="24"/>
                  </a:cubicBezTo>
                  <a:lnTo>
                    <a:pt x="102" y="155"/>
                  </a:lnTo>
                  <a:close/>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6" name="Freeform 24"/>
            <p:cNvSpPr>
              <a:spLocks/>
            </p:cNvSpPr>
            <p:nvPr/>
          </p:nvSpPr>
          <p:spPr bwMode="auto">
            <a:xfrm>
              <a:off x="3239292" y="4500930"/>
              <a:ext cx="0" cy="1432269"/>
            </a:xfrm>
            <a:custGeom>
              <a:avLst/>
              <a:gdLst>
                <a:gd name="T0" fmla="*/ 1372 h 1372"/>
                <a:gd name="T1" fmla="*/ 0 h 1372"/>
                <a:gd name="T2" fmla="*/ 1372 h 1372"/>
              </a:gdLst>
              <a:ahLst/>
              <a:cxnLst>
                <a:cxn ang="0">
                  <a:pos x="0" y="T0"/>
                </a:cxn>
                <a:cxn ang="0">
                  <a:pos x="0" y="T1"/>
                </a:cxn>
                <a:cxn ang="0">
                  <a:pos x="0" y="T2"/>
                </a:cxn>
              </a:cxnLst>
              <a:rect l="0" t="0" r="r" b="b"/>
              <a:pathLst>
                <a:path h="1372">
                  <a:moveTo>
                    <a:pt x="0" y="1372"/>
                  </a:moveTo>
                  <a:lnTo>
                    <a:pt x="0" y="0"/>
                  </a:lnTo>
                  <a:lnTo>
                    <a:pt x="0" y="137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Line 25"/>
            <p:cNvSpPr>
              <a:spLocks noChangeShapeType="1"/>
            </p:cNvSpPr>
            <p:nvPr/>
          </p:nvSpPr>
          <p:spPr bwMode="auto">
            <a:xfrm flipV="1">
              <a:off x="3239292" y="4500930"/>
              <a:ext cx="0" cy="1432269"/>
            </a:xfrm>
            <a:prstGeom prst="line">
              <a:avLst/>
            </a:prstGeom>
            <a:noFill/>
            <a:ln w="14288" cap="flat">
              <a:solidFill>
                <a:srgbClr val="3A8FCB"/>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27"/>
            <p:cNvSpPr>
              <a:spLocks/>
            </p:cNvSpPr>
            <p:nvPr/>
          </p:nvSpPr>
          <p:spPr bwMode="auto">
            <a:xfrm>
              <a:off x="2832161" y="4332857"/>
              <a:ext cx="815308" cy="168073"/>
            </a:xfrm>
            <a:custGeom>
              <a:avLst/>
              <a:gdLst>
                <a:gd name="T0" fmla="*/ 330 w 330"/>
                <a:gd name="T1" fmla="*/ 0 h 68"/>
                <a:gd name="T2" fmla="*/ 165 w 330"/>
                <a:gd name="T3" fmla="*/ 68 h 68"/>
                <a:gd name="T4" fmla="*/ 0 w 330"/>
                <a:gd name="T5" fmla="*/ 0 h 68"/>
              </a:gdLst>
              <a:ahLst/>
              <a:cxnLst>
                <a:cxn ang="0">
                  <a:pos x="T0" y="T1"/>
                </a:cxn>
                <a:cxn ang="0">
                  <a:pos x="T2" y="T3"/>
                </a:cxn>
                <a:cxn ang="0">
                  <a:pos x="T4" y="T5"/>
                </a:cxn>
              </a:cxnLst>
              <a:rect l="0" t="0" r="r" b="b"/>
              <a:pathLst>
                <a:path w="330" h="68">
                  <a:moveTo>
                    <a:pt x="330" y="0"/>
                  </a:moveTo>
                  <a:cubicBezTo>
                    <a:pt x="288" y="42"/>
                    <a:pt x="230" y="68"/>
                    <a:pt x="165" y="68"/>
                  </a:cubicBezTo>
                  <a:cubicBezTo>
                    <a:pt x="101" y="68"/>
                    <a:pt x="42" y="42"/>
                    <a:pt x="0" y="0"/>
                  </a:cubicBezTo>
                </a:path>
              </a:pathLst>
            </a:custGeom>
            <a:noFill/>
            <a:ln w="14288" cap="flat">
              <a:solidFill>
                <a:srgbClr val="3A8FC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Oval 28"/>
            <p:cNvSpPr>
              <a:spLocks noChangeArrowheads="1"/>
            </p:cNvSpPr>
            <p:nvPr/>
          </p:nvSpPr>
          <p:spPr bwMode="auto">
            <a:xfrm>
              <a:off x="4249814" y="2248134"/>
              <a:ext cx="836186" cy="837230"/>
            </a:xfrm>
            <a:prstGeom prst="ellipse">
              <a:avLst/>
            </a:prstGeom>
            <a:solidFill>
              <a:srgbClr val="8F58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3" name="组合 2"/>
            <p:cNvGrpSpPr/>
            <p:nvPr/>
          </p:nvGrpSpPr>
          <p:grpSpPr>
            <a:xfrm>
              <a:off x="4449204" y="2454832"/>
              <a:ext cx="437406" cy="417570"/>
              <a:chOff x="4449204" y="2454832"/>
              <a:chExt cx="437406" cy="417570"/>
            </a:xfrm>
          </p:grpSpPr>
          <p:sp>
            <p:nvSpPr>
              <p:cNvPr id="32" name="Freeform 30"/>
              <p:cNvSpPr>
                <a:spLocks/>
              </p:cNvSpPr>
              <p:nvPr/>
            </p:nvSpPr>
            <p:spPr bwMode="auto">
              <a:xfrm>
                <a:off x="4762382" y="2454832"/>
                <a:ext cx="124228" cy="124228"/>
              </a:xfrm>
              <a:custGeom>
                <a:avLst/>
                <a:gdLst>
                  <a:gd name="T0" fmla="*/ 39 w 50"/>
                  <a:gd name="T1" fmla="*/ 11 h 50"/>
                  <a:gd name="T2" fmla="*/ 3 w 50"/>
                  <a:gd name="T3" fmla="*/ 7 h 50"/>
                  <a:gd name="T4" fmla="*/ 2 w 50"/>
                  <a:gd name="T5" fmla="*/ 15 h 50"/>
                  <a:gd name="T6" fmla="*/ 35 w 50"/>
                  <a:gd name="T7" fmla="*/ 48 h 50"/>
                  <a:gd name="T8" fmla="*/ 43 w 50"/>
                  <a:gd name="T9" fmla="*/ 47 h 50"/>
                  <a:gd name="T10" fmla="*/ 39 w 50"/>
                  <a:gd name="T11" fmla="*/ 11 h 50"/>
                </a:gdLst>
                <a:ahLst/>
                <a:cxnLst>
                  <a:cxn ang="0">
                    <a:pos x="T0" y="T1"/>
                  </a:cxn>
                  <a:cxn ang="0">
                    <a:pos x="T2" y="T3"/>
                  </a:cxn>
                  <a:cxn ang="0">
                    <a:pos x="T4" y="T5"/>
                  </a:cxn>
                  <a:cxn ang="0">
                    <a:pos x="T6" y="T7"/>
                  </a:cxn>
                  <a:cxn ang="0">
                    <a:pos x="T8" y="T9"/>
                  </a:cxn>
                  <a:cxn ang="0">
                    <a:pos x="T10" y="T11"/>
                  </a:cxn>
                </a:cxnLst>
                <a:rect l="0" t="0" r="r" b="b"/>
                <a:pathLst>
                  <a:path w="50" h="50">
                    <a:moveTo>
                      <a:pt x="39" y="11"/>
                    </a:moveTo>
                    <a:cubicBezTo>
                      <a:pt x="29" y="1"/>
                      <a:pt x="15" y="0"/>
                      <a:pt x="3" y="7"/>
                    </a:cubicBezTo>
                    <a:cubicBezTo>
                      <a:pt x="1" y="9"/>
                      <a:pt x="0" y="13"/>
                      <a:pt x="2" y="15"/>
                    </a:cubicBezTo>
                    <a:cubicBezTo>
                      <a:pt x="35" y="48"/>
                      <a:pt x="35" y="48"/>
                      <a:pt x="35" y="48"/>
                    </a:cubicBezTo>
                    <a:cubicBezTo>
                      <a:pt x="37" y="50"/>
                      <a:pt x="41" y="50"/>
                      <a:pt x="43" y="47"/>
                    </a:cubicBezTo>
                    <a:cubicBezTo>
                      <a:pt x="50" y="36"/>
                      <a:pt x="49" y="21"/>
                      <a:pt x="39" y="11"/>
                    </a:cubicBezTo>
                    <a:close/>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3" name="Freeform 31"/>
              <p:cNvSpPr>
                <a:spLocks noEditPoints="1"/>
              </p:cNvSpPr>
              <p:nvPr/>
            </p:nvSpPr>
            <p:spPr bwMode="auto">
              <a:xfrm>
                <a:off x="4476346" y="2490325"/>
                <a:ext cx="375814" cy="382077"/>
              </a:xfrm>
              <a:custGeom>
                <a:avLst/>
                <a:gdLst>
                  <a:gd name="T0" fmla="*/ 138 w 152"/>
                  <a:gd name="T1" fmla="*/ 118 h 155"/>
                  <a:gd name="T2" fmla="*/ 152 w 152"/>
                  <a:gd name="T3" fmla="*/ 74 h 155"/>
                  <a:gd name="T4" fmla="*/ 77 w 152"/>
                  <a:gd name="T5" fmla="*/ 0 h 155"/>
                  <a:gd name="T6" fmla="*/ 76 w 152"/>
                  <a:gd name="T7" fmla="*/ 0 h 155"/>
                  <a:gd name="T8" fmla="*/ 3 w 152"/>
                  <a:gd name="T9" fmla="*/ 74 h 155"/>
                  <a:gd name="T10" fmla="*/ 15 w 152"/>
                  <a:gd name="T11" fmla="*/ 115 h 155"/>
                  <a:gd name="T12" fmla="*/ 3 w 152"/>
                  <a:gd name="T13" fmla="*/ 141 h 155"/>
                  <a:gd name="T14" fmla="*/ 7 w 152"/>
                  <a:gd name="T15" fmla="*/ 154 h 155"/>
                  <a:gd name="T16" fmla="*/ 12 w 152"/>
                  <a:gd name="T17" fmla="*/ 155 h 155"/>
                  <a:gd name="T18" fmla="*/ 20 w 152"/>
                  <a:gd name="T19" fmla="*/ 150 h 155"/>
                  <a:gd name="T20" fmla="*/ 30 w 152"/>
                  <a:gd name="T21" fmla="*/ 131 h 155"/>
                  <a:gd name="T22" fmla="*/ 76 w 152"/>
                  <a:gd name="T23" fmla="*/ 148 h 155"/>
                  <a:gd name="T24" fmla="*/ 77 w 152"/>
                  <a:gd name="T25" fmla="*/ 148 h 155"/>
                  <a:gd name="T26" fmla="*/ 123 w 152"/>
                  <a:gd name="T27" fmla="*/ 133 h 155"/>
                  <a:gd name="T28" fmla="*/ 131 w 152"/>
                  <a:gd name="T29" fmla="*/ 150 h 155"/>
                  <a:gd name="T30" fmla="*/ 140 w 152"/>
                  <a:gd name="T31" fmla="*/ 155 h 155"/>
                  <a:gd name="T32" fmla="*/ 145 w 152"/>
                  <a:gd name="T33" fmla="*/ 154 h 155"/>
                  <a:gd name="T34" fmla="*/ 149 w 152"/>
                  <a:gd name="T35" fmla="*/ 141 h 155"/>
                  <a:gd name="T36" fmla="*/ 138 w 152"/>
                  <a:gd name="T37" fmla="*/ 118 h 155"/>
                  <a:gd name="T38" fmla="*/ 77 w 152"/>
                  <a:gd name="T39" fmla="*/ 129 h 155"/>
                  <a:gd name="T40" fmla="*/ 76 w 152"/>
                  <a:gd name="T41" fmla="*/ 128 h 155"/>
                  <a:gd name="T42" fmla="*/ 23 w 152"/>
                  <a:gd name="T43" fmla="*/ 74 h 155"/>
                  <a:gd name="T44" fmla="*/ 76 w 152"/>
                  <a:gd name="T45" fmla="*/ 20 h 155"/>
                  <a:gd name="T46" fmla="*/ 77 w 152"/>
                  <a:gd name="T47" fmla="*/ 20 h 155"/>
                  <a:gd name="T48" fmla="*/ 132 w 152"/>
                  <a:gd name="T49" fmla="*/ 74 h 155"/>
                  <a:gd name="T50" fmla="*/ 77 w 152"/>
                  <a:gd name="T51" fmla="*/ 129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2" h="155">
                    <a:moveTo>
                      <a:pt x="138" y="118"/>
                    </a:moveTo>
                    <a:cubicBezTo>
                      <a:pt x="146" y="105"/>
                      <a:pt x="152" y="90"/>
                      <a:pt x="152" y="74"/>
                    </a:cubicBezTo>
                    <a:cubicBezTo>
                      <a:pt x="152" y="33"/>
                      <a:pt x="118" y="0"/>
                      <a:pt x="77" y="0"/>
                    </a:cubicBezTo>
                    <a:cubicBezTo>
                      <a:pt x="77" y="0"/>
                      <a:pt x="77" y="0"/>
                      <a:pt x="76" y="0"/>
                    </a:cubicBezTo>
                    <a:cubicBezTo>
                      <a:pt x="36" y="0"/>
                      <a:pt x="3" y="34"/>
                      <a:pt x="3" y="74"/>
                    </a:cubicBezTo>
                    <a:cubicBezTo>
                      <a:pt x="3" y="89"/>
                      <a:pt x="8" y="103"/>
                      <a:pt x="15" y="115"/>
                    </a:cubicBezTo>
                    <a:cubicBezTo>
                      <a:pt x="3" y="141"/>
                      <a:pt x="3" y="141"/>
                      <a:pt x="3" y="141"/>
                    </a:cubicBezTo>
                    <a:cubicBezTo>
                      <a:pt x="0" y="146"/>
                      <a:pt x="2" y="152"/>
                      <a:pt x="7" y="154"/>
                    </a:cubicBezTo>
                    <a:cubicBezTo>
                      <a:pt x="8" y="155"/>
                      <a:pt x="10" y="155"/>
                      <a:pt x="12" y="155"/>
                    </a:cubicBezTo>
                    <a:cubicBezTo>
                      <a:pt x="15" y="155"/>
                      <a:pt x="19" y="153"/>
                      <a:pt x="20" y="150"/>
                    </a:cubicBezTo>
                    <a:cubicBezTo>
                      <a:pt x="30" y="131"/>
                      <a:pt x="30" y="131"/>
                      <a:pt x="30" y="131"/>
                    </a:cubicBezTo>
                    <a:cubicBezTo>
                      <a:pt x="42" y="142"/>
                      <a:pt x="59" y="148"/>
                      <a:pt x="76" y="148"/>
                    </a:cubicBezTo>
                    <a:cubicBezTo>
                      <a:pt x="77" y="148"/>
                      <a:pt x="77" y="148"/>
                      <a:pt x="77" y="148"/>
                    </a:cubicBezTo>
                    <a:cubicBezTo>
                      <a:pt x="94" y="148"/>
                      <a:pt x="110" y="143"/>
                      <a:pt x="123" y="133"/>
                    </a:cubicBezTo>
                    <a:cubicBezTo>
                      <a:pt x="131" y="150"/>
                      <a:pt x="131" y="150"/>
                      <a:pt x="131" y="150"/>
                    </a:cubicBezTo>
                    <a:cubicBezTo>
                      <a:pt x="133" y="153"/>
                      <a:pt x="137" y="155"/>
                      <a:pt x="140" y="155"/>
                    </a:cubicBezTo>
                    <a:cubicBezTo>
                      <a:pt x="142" y="155"/>
                      <a:pt x="143" y="155"/>
                      <a:pt x="145" y="154"/>
                    </a:cubicBezTo>
                    <a:cubicBezTo>
                      <a:pt x="150" y="152"/>
                      <a:pt x="152" y="146"/>
                      <a:pt x="149" y="141"/>
                    </a:cubicBezTo>
                    <a:lnTo>
                      <a:pt x="138" y="118"/>
                    </a:lnTo>
                    <a:close/>
                    <a:moveTo>
                      <a:pt x="77" y="129"/>
                    </a:moveTo>
                    <a:cubicBezTo>
                      <a:pt x="77" y="129"/>
                      <a:pt x="77" y="128"/>
                      <a:pt x="76" y="128"/>
                    </a:cubicBezTo>
                    <a:cubicBezTo>
                      <a:pt x="47" y="128"/>
                      <a:pt x="23" y="104"/>
                      <a:pt x="23" y="74"/>
                    </a:cubicBezTo>
                    <a:cubicBezTo>
                      <a:pt x="23" y="45"/>
                      <a:pt x="47" y="20"/>
                      <a:pt x="76" y="20"/>
                    </a:cubicBezTo>
                    <a:cubicBezTo>
                      <a:pt x="77" y="20"/>
                      <a:pt x="77" y="20"/>
                      <a:pt x="77" y="20"/>
                    </a:cubicBezTo>
                    <a:cubicBezTo>
                      <a:pt x="107" y="20"/>
                      <a:pt x="132" y="44"/>
                      <a:pt x="132" y="74"/>
                    </a:cubicBezTo>
                    <a:cubicBezTo>
                      <a:pt x="132" y="104"/>
                      <a:pt x="107" y="129"/>
                      <a:pt x="77" y="129"/>
                    </a:cubicBezTo>
                    <a:close/>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4" name="Freeform 32"/>
              <p:cNvSpPr>
                <a:spLocks/>
              </p:cNvSpPr>
              <p:nvPr/>
            </p:nvSpPr>
            <p:spPr bwMode="auto">
              <a:xfrm>
                <a:off x="4590135" y="2606201"/>
                <a:ext cx="90822" cy="155546"/>
              </a:xfrm>
              <a:custGeom>
                <a:avLst/>
                <a:gdLst>
                  <a:gd name="T0" fmla="*/ 31 w 37"/>
                  <a:gd name="T1" fmla="*/ 0 h 63"/>
                  <a:gd name="T2" fmla="*/ 30 w 37"/>
                  <a:gd name="T3" fmla="*/ 0 h 63"/>
                  <a:gd name="T4" fmla="*/ 26 w 37"/>
                  <a:gd name="T5" fmla="*/ 5 h 63"/>
                  <a:gd name="T6" fmla="*/ 26 w 37"/>
                  <a:gd name="T7" fmla="*/ 27 h 63"/>
                  <a:gd name="T8" fmla="*/ 2 w 37"/>
                  <a:gd name="T9" fmla="*/ 54 h 63"/>
                  <a:gd name="T10" fmla="*/ 3 w 37"/>
                  <a:gd name="T11" fmla="*/ 62 h 63"/>
                  <a:gd name="T12" fmla="*/ 7 w 37"/>
                  <a:gd name="T13" fmla="*/ 63 h 63"/>
                  <a:gd name="T14" fmla="*/ 11 w 37"/>
                  <a:gd name="T15" fmla="*/ 61 h 63"/>
                  <a:gd name="T16" fmla="*/ 30 w 37"/>
                  <a:gd name="T17" fmla="*/ 39 h 63"/>
                  <a:gd name="T18" fmla="*/ 35 w 37"/>
                  <a:gd name="T19" fmla="*/ 34 h 63"/>
                  <a:gd name="T20" fmla="*/ 37 w 37"/>
                  <a:gd name="T21" fmla="*/ 29 h 63"/>
                  <a:gd name="T22" fmla="*/ 37 w 37"/>
                  <a:gd name="T23" fmla="*/ 5 h 63"/>
                  <a:gd name="T24" fmla="*/ 31 w 37"/>
                  <a:gd name="T25"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 h="63">
                    <a:moveTo>
                      <a:pt x="31" y="0"/>
                    </a:moveTo>
                    <a:cubicBezTo>
                      <a:pt x="31" y="0"/>
                      <a:pt x="31" y="0"/>
                      <a:pt x="30" y="0"/>
                    </a:cubicBezTo>
                    <a:cubicBezTo>
                      <a:pt x="28" y="0"/>
                      <a:pt x="26" y="2"/>
                      <a:pt x="26" y="5"/>
                    </a:cubicBezTo>
                    <a:cubicBezTo>
                      <a:pt x="26" y="27"/>
                      <a:pt x="26" y="27"/>
                      <a:pt x="26" y="27"/>
                    </a:cubicBezTo>
                    <a:cubicBezTo>
                      <a:pt x="2" y="54"/>
                      <a:pt x="2" y="54"/>
                      <a:pt x="2" y="54"/>
                    </a:cubicBezTo>
                    <a:cubicBezTo>
                      <a:pt x="0" y="56"/>
                      <a:pt x="1" y="60"/>
                      <a:pt x="3" y="62"/>
                    </a:cubicBezTo>
                    <a:cubicBezTo>
                      <a:pt x="4" y="63"/>
                      <a:pt x="6" y="63"/>
                      <a:pt x="7" y="63"/>
                    </a:cubicBezTo>
                    <a:cubicBezTo>
                      <a:pt x="8" y="63"/>
                      <a:pt x="10" y="63"/>
                      <a:pt x="11" y="61"/>
                    </a:cubicBezTo>
                    <a:cubicBezTo>
                      <a:pt x="30" y="39"/>
                      <a:pt x="30" y="39"/>
                      <a:pt x="30" y="39"/>
                    </a:cubicBezTo>
                    <a:cubicBezTo>
                      <a:pt x="35" y="34"/>
                      <a:pt x="35" y="34"/>
                      <a:pt x="35" y="34"/>
                    </a:cubicBezTo>
                    <a:cubicBezTo>
                      <a:pt x="36" y="33"/>
                      <a:pt x="37" y="31"/>
                      <a:pt x="37" y="29"/>
                    </a:cubicBezTo>
                    <a:cubicBezTo>
                      <a:pt x="37" y="5"/>
                      <a:pt x="37" y="5"/>
                      <a:pt x="37" y="5"/>
                    </a:cubicBezTo>
                    <a:cubicBezTo>
                      <a:pt x="37" y="2"/>
                      <a:pt x="34" y="0"/>
                      <a:pt x="31" y="0"/>
                    </a:cubicBezTo>
                    <a:close/>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5" name="Freeform 33"/>
              <p:cNvSpPr>
                <a:spLocks/>
              </p:cNvSpPr>
              <p:nvPr/>
            </p:nvSpPr>
            <p:spPr bwMode="auto">
              <a:xfrm>
                <a:off x="4449204" y="2454832"/>
                <a:ext cx="123183" cy="124228"/>
              </a:xfrm>
              <a:custGeom>
                <a:avLst/>
                <a:gdLst>
                  <a:gd name="T0" fmla="*/ 11 w 50"/>
                  <a:gd name="T1" fmla="*/ 11 h 50"/>
                  <a:gd name="T2" fmla="*/ 7 w 50"/>
                  <a:gd name="T3" fmla="*/ 47 h 50"/>
                  <a:gd name="T4" fmla="*/ 15 w 50"/>
                  <a:gd name="T5" fmla="*/ 48 h 50"/>
                  <a:gd name="T6" fmla="*/ 48 w 50"/>
                  <a:gd name="T7" fmla="*/ 15 h 50"/>
                  <a:gd name="T8" fmla="*/ 47 w 50"/>
                  <a:gd name="T9" fmla="*/ 7 h 50"/>
                  <a:gd name="T10" fmla="*/ 11 w 50"/>
                  <a:gd name="T11" fmla="*/ 11 h 50"/>
                </a:gdLst>
                <a:ahLst/>
                <a:cxnLst>
                  <a:cxn ang="0">
                    <a:pos x="T0" y="T1"/>
                  </a:cxn>
                  <a:cxn ang="0">
                    <a:pos x="T2" y="T3"/>
                  </a:cxn>
                  <a:cxn ang="0">
                    <a:pos x="T4" y="T5"/>
                  </a:cxn>
                  <a:cxn ang="0">
                    <a:pos x="T6" y="T7"/>
                  </a:cxn>
                  <a:cxn ang="0">
                    <a:pos x="T8" y="T9"/>
                  </a:cxn>
                  <a:cxn ang="0">
                    <a:pos x="T10" y="T11"/>
                  </a:cxn>
                </a:cxnLst>
                <a:rect l="0" t="0" r="r" b="b"/>
                <a:pathLst>
                  <a:path w="50" h="50">
                    <a:moveTo>
                      <a:pt x="11" y="11"/>
                    </a:moveTo>
                    <a:cubicBezTo>
                      <a:pt x="1" y="21"/>
                      <a:pt x="0" y="36"/>
                      <a:pt x="7" y="47"/>
                    </a:cubicBezTo>
                    <a:cubicBezTo>
                      <a:pt x="9" y="50"/>
                      <a:pt x="13" y="50"/>
                      <a:pt x="15" y="48"/>
                    </a:cubicBezTo>
                    <a:cubicBezTo>
                      <a:pt x="48" y="15"/>
                      <a:pt x="48" y="15"/>
                      <a:pt x="48" y="15"/>
                    </a:cubicBezTo>
                    <a:cubicBezTo>
                      <a:pt x="50" y="13"/>
                      <a:pt x="50" y="9"/>
                      <a:pt x="47" y="7"/>
                    </a:cubicBezTo>
                    <a:cubicBezTo>
                      <a:pt x="36" y="0"/>
                      <a:pt x="21" y="1"/>
                      <a:pt x="11" y="11"/>
                    </a:cubicBezTo>
                    <a:close/>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sp>
          <p:nvSpPr>
            <p:cNvPr id="36" name="Freeform 34"/>
            <p:cNvSpPr>
              <a:spLocks/>
            </p:cNvSpPr>
            <p:nvPr/>
          </p:nvSpPr>
          <p:spPr bwMode="auto">
            <a:xfrm>
              <a:off x="4669473" y="3246129"/>
              <a:ext cx="0" cy="2687069"/>
            </a:xfrm>
            <a:custGeom>
              <a:avLst/>
              <a:gdLst>
                <a:gd name="T0" fmla="*/ 2574 h 2574"/>
                <a:gd name="T1" fmla="*/ 0 h 2574"/>
                <a:gd name="T2" fmla="*/ 2574 h 2574"/>
              </a:gdLst>
              <a:ahLst/>
              <a:cxnLst>
                <a:cxn ang="0">
                  <a:pos x="0" y="T0"/>
                </a:cxn>
                <a:cxn ang="0">
                  <a:pos x="0" y="T1"/>
                </a:cxn>
                <a:cxn ang="0">
                  <a:pos x="0" y="T2"/>
                </a:cxn>
              </a:cxnLst>
              <a:rect l="0" t="0" r="r" b="b"/>
              <a:pathLst>
                <a:path h="2574">
                  <a:moveTo>
                    <a:pt x="0" y="2574"/>
                  </a:moveTo>
                  <a:lnTo>
                    <a:pt x="0" y="0"/>
                  </a:lnTo>
                  <a:lnTo>
                    <a:pt x="0" y="257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Line 35"/>
            <p:cNvSpPr>
              <a:spLocks noChangeShapeType="1"/>
            </p:cNvSpPr>
            <p:nvPr/>
          </p:nvSpPr>
          <p:spPr bwMode="auto">
            <a:xfrm flipV="1">
              <a:off x="4669473" y="3246129"/>
              <a:ext cx="0" cy="2687069"/>
            </a:xfrm>
            <a:prstGeom prst="line">
              <a:avLst/>
            </a:prstGeom>
            <a:noFill/>
            <a:ln w="14288" cap="flat">
              <a:solidFill>
                <a:srgbClr val="8F58A0"/>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37"/>
            <p:cNvSpPr>
              <a:spLocks/>
            </p:cNvSpPr>
            <p:nvPr/>
          </p:nvSpPr>
          <p:spPr bwMode="auto">
            <a:xfrm>
              <a:off x="4259209" y="3074925"/>
              <a:ext cx="817396" cy="168073"/>
            </a:xfrm>
            <a:custGeom>
              <a:avLst/>
              <a:gdLst>
                <a:gd name="T0" fmla="*/ 331 w 331"/>
                <a:gd name="T1" fmla="*/ 0 h 68"/>
                <a:gd name="T2" fmla="*/ 166 w 331"/>
                <a:gd name="T3" fmla="*/ 68 h 68"/>
                <a:gd name="T4" fmla="*/ 0 w 331"/>
                <a:gd name="T5" fmla="*/ 0 h 68"/>
              </a:gdLst>
              <a:ahLst/>
              <a:cxnLst>
                <a:cxn ang="0">
                  <a:pos x="T0" y="T1"/>
                </a:cxn>
                <a:cxn ang="0">
                  <a:pos x="T2" y="T3"/>
                </a:cxn>
                <a:cxn ang="0">
                  <a:pos x="T4" y="T5"/>
                </a:cxn>
              </a:cxnLst>
              <a:rect l="0" t="0" r="r" b="b"/>
              <a:pathLst>
                <a:path w="331" h="68">
                  <a:moveTo>
                    <a:pt x="331" y="0"/>
                  </a:moveTo>
                  <a:cubicBezTo>
                    <a:pt x="288" y="42"/>
                    <a:pt x="230" y="68"/>
                    <a:pt x="166" y="68"/>
                  </a:cubicBezTo>
                  <a:cubicBezTo>
                    <a:pt x="101" y="68"/>
                    <a:pt x="43" y="42"/>
                    <a:pt x="0" y="0"/>
                  </a:cubicBezTo>
                </a:path>
              </a:pathLst>
            </a:custGeom>
            <a:noFill/>
            <a:ln w="14288" cap="flat">
              <a:solidFill>
                <a:srgbClr val="8F58A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Oval 38"/>
            <p:cNvSpPr>
              <a:spLocks noChangeArrowheads="1"/>
            </p:cNvSpPr>
            <p:nvPr/>
          </p:nvSpPr>
          <p:spPr bwMode="auto">
            <a:xfrm>
              <a:off x="5678951" y="3964351"/>
              <a:ext cx="834098" cy="837230"/>
            </a:xfrm>
            <a:prstGeom prst="ellipse">
              <a:avLst/>
            </a:prstGeom>
            <a:solidFill>
              <a:srgbClr val="DA4D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4" name="组合 3"/>
            <p:cNvGrpSpPr/>
            <p:nvPr/>
          </p:nvGrpSpPr>
          <p:grpSpPr>
            <a:xfrm>
              <a:off x="5843891" y="4134511"/>
              <a:ext cx="501086" cy="496909"/>
              <a:chOff x="5843891" y="4134511"/>
              <a:chExt cx="501086" cy="496909"/>
            </a:xfrm>
          </p:grpSpPr>
          <p:sp>
            <p:nvSpPr>
              <p:cNvPr id="42" name="Freeform 40"/>
              <p:cNvSpPr>
                <a:spLocks/>
              </p:cNvSpPr>
              <p:nvPr/>
            </p:nvSpPr>
            <p:spPr bwMode="auto">
              <a:xfrm>
                <a:off x="6021359" y="4134511"/>
                <a:ext cx="323618" cy="321530"/>
              </a:xfrm>
              <a:custGeom>
                <a:avLst/>
                <a:gdLst>
                  <a:gd name="T0" fmla="*/ 35 w 131"/>
                  <a:gd name="T1" fmla="*/ 94 h 130"/>
                  <a:gd name="T2" fmla="*/ 37 w 131"/>
                  <a:gd name="T3" fmla="*/ 95 h 130"/>
                  <a:gd name="T4" fmla="*/ 120 w 131"/>
                  <a:gd name="T5" fmla="*/ 130 h 130"/>
                  <a:gd name="T6" fmla="*/ 122 w 131"/>
                  <a:gd name="T7" fmla="*/ 130 h 130"/>
                  <a:gd name="T8" fmla="*/ 124 w 131"/>
                  <a:gd name="T9" fmla="*/ 128 h 130"/>
                  <a:gd name="T10" fmla="*/ 119 w 131"/>
                  <a:gd name="T11" fmla="*/ 58 h 130"/>
                  <a:gd name="T12" fmla="*/ 68 w 131"/>
                  <a:gd name="T13" fmla="*/ 10 h 130"/>
                  <a:gd name="T14" fmla="*/ 3 w 131"/>
                  <a:gd name="T15" fmla="*/ 6 h 130"/>
                  <a:gd name="T16" fmla="*/ 1 w 131"/>
                  <a:gd name="T17" fmla="*/ 8 h 130"/>
                  <a:gd name="T18" fmla="*/ 1 w 131"/>
                  <a:gd name="T19" fmla="*/ 10 h 130"/>
                  <a:gd name="T20" fmla="*/ 35 w 131"/>
                  <a:gd name="T21" fmla="*/ 94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1" h="130">
                    <a:moveTo>
                      <a:pt x="35" y="94"/>
                    </a:moveTo>
                    <a:cubicBezTo>
                      <a:pt x="35" y="94"/>
                      <a:pt x="36" y="95"/>
                      <a:pt x="37" y="95"/>
                    </a:cubicBezTo>
                    <a:cubicBezTo>
                      <a:pt x="120" y="130"/>
                      <a:pt x="120" y="130"/>
                      <a:pt x="120" y="130"/>
                    </a:cubicBezTo>
                    <a:cubicBezTo>
                      <a:pt x="121" y="130"/>
                      <a:pt x="122" y="130"/>
                      <a:pt x="122" y="130"/>
                    </a:cubicBezTo>
                    <a:cubicBezTo>
                      <a:pt x="123" y="130"/>
                      <a:pt x="124" y="129"/>
                      <a:pt x="124" y="128"/>
                    </a:cubicBezTo>
                    <a:cubicBezTo>
                      <a:pt x="131" y="105"/>
                      <a:pt x="129" y="80"/>
                      <a:pt x="119" y="58"/>
                    </a:cubicBezTo>
                    <a:cubicBezTo>
                      <a:pt x="108" y="37"/>
                      <a:pt x="90" y="19"/>
                      <a:pt x="68" y="10"/>
                    </a:cubicBezTo>
                    <a:cubicBezTo>
                      <a:pt x="47" y="1"/>
                      <a:pt x="24" y="0"/>
                      <a:pt x="3" y="6"/>
                    </a:cubicBezTo>
                    <a:cubicBezTo>
                      <a:pt x="2" y="7"/>
                      <a:pt x="1" y="7"/>
                      <a:pt x="1" y="8"/>
                    </a:cubicBezTo>
                    <a:cubicBezTo>
                      <a:pt x="1" y="9"/>
                      <a:pt x="0" y="10"/>
                      <a:pt x="1" y="10"/>
                    </a:cubicBezTo>
                    <a:lnTo>
                      <a:pt x="35" y="94"/>
                    </a:lnTo>
                    <a:close/>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43" name="Freeform 41"/>
              <p:cNvSpPr>
                <a:spLocks noEditPoints="1"/>
              </p:cNvSpPr>
              <p:nvPr/>
            </p:nvSpPr>
            <p:spPr bwMode="auto">
              <a:xfrm>
                <a:off x="5843891" y="4170004"/>
                <a:ext cx="229664" cy="335101"/>
              </a:xfrm>
              <a:custGeom>
                <a:avLst/>
                <a:gdLst>
                  <a:gd name="T0" fmla="*/ 92 w 93"/>
                  <a:gd name="T1" fmla="*/ 82 h 136"/>
                  <a:gd name="T2" fmla="*/ 59 w 93"/>
                  <a:gd name="T3" fmla="*/ 2 h 136"/>
                  <a:gd name="T4" fmla="*/ 58 w 93"/>
                  <a:gd name="T5" fmla="*/ 0 h 136"/>
                  <a:gd name="T6" fmla="*/ 55 w 93"/>
                  <a:gd name="T7" fmla="*/ 0 h 136"/>
                  <a:gd name="T8" fmla="*/ 12 w 93"/>
                  <a:gd name="T9" fmla="*/ 49 h 136"/>
                  <a:gd name="T10" fmla="*/ 17 w 93"/>
                  <a:gd name="T11" fmla="*/ 135 h 136"/>
                  <a:gd name="T12" fmla="*/ 18 w 93"/>
                  <a:gd name="T13" fmla="*/ 136 h 136"/>
                  <a:gd name="T14" fmla="*/ 19 w 93"/>
                  <a:gd name="T15" fmla="*/ 136 h 136"/>
                  <a:gd name="T16" fmla="*/ 21 w 93"/>
                  <a:gd name="T17" fmla="*/ 136 h 136"/>
                  <a:gd name="T18" fmla="*/ 91 w 93"/>
                  <a:gd name="T19" fmla="*/ 85 h 136"/>
                  <a:gd name="T20" fmla="*/ 92 w 93"/>
                  <a:gd name="T21" fmla="*/ 82 h 136"/>
                  <a:gd name="T22" fmla="*/ 74 w 93"/>
                  <a:gd name="T23" fmla="*/ 78 h 136"/>
                  <a:gd name="T24" fmla="*/ 24 w 93"/>
                  <a:gd name="T25" fmla="*/ 114 h 136"/>
                  <a:gd name="T26" fmla="*/ 20 w 93"/>
                  <a:gd name="T27" fmla="*/ 92 h 136"/>
                  <a:gd name="T28" fmla="*/ 26 w 93"/>
                  <a:gd name="T29" fmla="*/ 55 h 136"/>
                  <a:gd name="T30" fmla="*/ 42 w 93"/>
                  <a:gd name="T31" fmla="*/ 30 h 136"/>
                  <a:gd name="T32" fmla="*/ 51 w 93"/>
                  <a:gd name="T33" fmla="*/ 22 h 136"/>
                  <a:gd name="T34" fmla="*/ 74 w 93"/>
                  <a:gd name="T35" fmla="*/ 78 h 136"/>
                  <a:gd name="T36" fmla="*/ 74 w 93"/>
                  <a:gd name="T37" fmla="*/ 78 h 136"/>
                  <a:gd name="T38" fmla="*/ 74 w 93"/>
                  <a:gd name="T39"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3" h="136">
                    <a:moveTo>
                      <a:pt x="92" y="82"/>
                    </a:moveTo>
                    <a:cubicBezTo>
                      <a:pt x="59" y="2"/>
                      <a:pt x="59" y="2"/>
                      <a:pt x="59" y="2"/>
                    </a:cubicBezTo>
                    <a:cubicBezTo>
                      <a:pt x="59" y="1"/>
                      <a:pt x="59" y="0"/>
                      <a:pt x="58" y="0"/>
                    </a:cubicBezTo>
                    <a:cubicBezTo>
                      <a:pt x="57" y="0"/>
                      <a:pt x="56" y="0"/>
                      <a:pt x="55" y="0"/>
                    </a:cubicBezTo>
                    <a:cubicBezTo>
                      <a:pt x="36" y="11"/>
                      <a:pt x="20" y="28"/>
                      <a:pt x="12" y="49"/>
                    </a:cubicBezTo>
                    <a:cubicBezTo>
                      <a:pt x="0" y="77"/>
                      <a:pt x="2" y="108"/>
                      <a:pt x="17" y="135"/>
                    </a:cubicBezTo>
                    <a:cubicBezTo>
                      <a:pt x="17" y="135"/>
                      <a:pt x="18" y="136"/>
                      <a:pt x="18" y="136"/>
                    </a:cubicBezTo>
                    <a:cubicBezTo>
                      <a:pt x="18" y="136"/>
                      <a:pt x="19" y="136"/>
                      <a:pt x="19" y="136"/>
                    </a:cubicBezTo>
                    <a:cubicBezTo>
                      <a:pt x="20" y="136"/>
                      <a:pt x="20" y="136"/>
                      <a:pt x="21" y="136"/>
                    </a:cubicBezTo>
                    <a:cubicBezTo>
                      <a:pt x="91" y="85"/>
                      <a:pt x="91" y="85"/>
                      <a:pt x="91" y="85"/>
                    </a:cubicBezTo>
                    <a:cubicBezTo>
                      <a:pt x="92" y="84"/>
                      <a:pt x="93" y="83"/>
                      <a:pt x="92" y="82"/>
                    </a:cubicBezTo>
                    <a:close/>
                    <a:moveTo>
                      <a:pt x="74" y="78"/>
                    </a:moveTo>
                    <a:cubicBezTo>
                      <a:pt x="24" y="114"/>
                      <a:pt x="24" y="114"/>
                      <a:pt x="24" y="114"/>
                    </a:cubicBezTo>
                    <a:cubicBezTo>
                      <a:pt x="22" y="107"/>
                      <a:pt x="20" y="100"/>
                      <a:pt x="20" y="92"/>
                    </a:cubicBezTo>
                    <a:cubicBezTo>
                      <a:pt x="19" y="79"/>
                      <a:pt x="21" y="67"/>
                      <a:pt x="26" y="55"/>
                    </a:cubicBezTo>
                    <a:cubicBezTo>
                      <a:pt x="30" y="46"/>
                      <a:pt x="35" y="37"/>
                      <a:pt x="42" y="30"/>
                    </a:cubicBezTo>
                    <a:cubicBezTo>
                      <a:pt x="44" y="27"/>
                      <a:pt x="48" y="24"/>
                      <a:pt x="51" y="22"/>
                    </a:cubicBezTo>
                    <a:lnTo>
                      <a:pt x="74" y="78"/>
                    </a:lnTo>
                    <a:close/>
                    <a:moveTo>
                      <a:pt x="74" y="78"/>
                    </a:moveTo>
                    <a:cubicBezTo>
                      <a:pt x="74" y="78"/>
                      <a:pt x="74" y="78"/>
                      <a:pt x="74" y="78"/>
                    </a:cubicBezTo>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44" name="Freeform 42"/>
              <p:cNvSpPr>
                <a:spLocks noEditPoints="1"/>
              </p:cNvSpPr>
              <p:nvPr/>
            </p:nvSpPr>
            <p:spPr bwMode="auto">
              <a:xfrm>
                <a:off x="5843891" y="4170004"/>
                <a:ext cx="229664" cy="335101"/>
              </a:xfrm>
              <a:custGeom>
                <a:avLst/>
                <a:gdLst>
                  <a:gd name="T0" fmla="*/ 92 w 93"/>
                  <a:gd name="T1" fmla="*/ 82 h 136"/>
                  <a:gd name="T2" fmla="*/ 59 w 93"/>
                  <a:gd name="T3" fmla="*/ 2 h 136"/>
                  <a:gd name="T4" fmla="*/ 58 w 93"/>
                  <a:gd name="T5" fmla="*/ 0 h 136"/>
                  <a:gd name="T6" fmla="*/ 55 w 93"/>
                  <a:gd name="T7" fmla="*/ 0 h 136"/>
                  <a:gd name="T8" fmla="*/ 12 w 93"/>
                  <a:gd name="T9" fmla="*/ 49 h 136"/>
                  <a:gd name="T10" fmla="*/ 17 w 93"/>
                  <a:gd name="T11" fmla="*/ 135 h 136"/>
                  <a:gd name="T12" fmla="*/ 18 w 93"/>
                  <a:gd name="T13" fmla="*/ 136 h 136"/>
                  <a:gd name="T14" fmla="*/ 19 w 93"/>
                  <a:gd name="T15" fmla="*/ 136 h 136"/>
                  <a:gd name="T16" fmla="*/ 21 w 93"/>
                  <a:gd name="T17" fmla="*/ 136 h 136"/>
                  <a:gd name="T18" fmla="*/ 91 w 93"/>
                  <a:gd name="T19" fmla="*/ 85 h 136"/>
                  <a:gd name="T20" fmla="*/ 92 w 93"/>
                  <a:gd name="T21" fmla="*/ 82 h 136"/>
                  <a:gd name="T22" fmla="*/ 74 w 93"/>
                  <a:gd name="T23" fmla="*/ 78 h 136"/>
                  <a:gd name="T24" fmla="*/ 24 w 93"/>
                  <a:gd name="T25" fmla="*/ 114 h 136"/>
                  <a:gd name="T26" fmla="*/ 20 w 93"/>
                  <a:gd name="T27" fmla="*/ 92 h 136"/>
                  <a:gd name="T28" fmla="*/ 26 w 93"/>
                  <a:gd name="T29" fmla="*/ 55 h 136"/>
                  <a:gd name="T30" fmla="*/ 42 w 93"/>
                  <a:gd name="T31" fmla="*/ 30 h 136"/>
                  <a:gd name="T32" fmla="*/ 51 w 93"/>
                  <a:gd name="T33" fmla="*/ 22 h 136"/>
                  <a:gd name="T34" fmla="*/ 74 w 93"/>
                  <a:gd name="T35" fmla="*/ 78 h 136"/>
                  <a:gd name="T36" fmla="*/ 74 w 93"/>
                  <a:gd name="T37" fmla="*/ 78 h 136"/>
                  <a:gd name="T38" fmla="*/ 74 w 93"/>
                  <a:gd name="T39"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3" h="136">
                    <a:moveTo>
                      <a:pt x="92" y="82"/>
                    </a:moveTo>
                    <a:cubicBezTo>
                      <a:pt x="59" y="2"/>
                      <a:pt x="59" y="2"/>
                      <a:pt x="59" y="2"/>
                    </a:cubicBezTo>
                    <a:cubicBezTo>
                      <a:pt x="59" y="1"/>
                      <a:pt x="59" y="0"/>
                      <a:pt x="58" y="0"/>
                    </a:cubicBezTo>
                    <a:cubicBezTo>
                      <a:pt x="57" y="0"/>
                      <a:pt x="56" y="0"/>
                      <a:pt x="55" y="0"/>
                    </a:cubicBezTo>
                    <a:cubicBezTo>
                      <a:pt x="36" y="11"/>
                      <a:pt x="20" y="28"/>
                      <a:pt x="12" y="49"/>
                    </a:cubicBezTo>
                    <a:cubicBezTo>
                      <a:pt x="0" y="77"/>
                      <a:pt x="2" y="108"/>
                      <a:pt x="17" y="135"/>
                    </a:cubicBezTo>
                    <a:cubicBezTo>
                      <a:pt x="17" y="135"/>
                      <a:pt x="18" y="136"/>
                      <a:pt x="18" y="136"/>
                    </a:cubicBezTo>
                    <a:cubicBezTo>
                      <a:pt x="18" y="136"/>
                      <a:pt x="19" y="136"/>
                      <a:pt x="19" y="136"/>
                    </a:cubicBezTo>
                    <a:cubicBezTo>
                      <a:pt x="20" y="136"/>
                      <a:pt x="20" y="136"/>
                      <a:pt x="21" y="136"/>
                    </a:cubicBezTo>
                    <a:cubicBezTo>
                      <a:pt x="91" y="85"/>
                      <a:pt x="91" y="85"/>
                      <a:pt x="91" y="85"/>
                    </a:cubicBezTo>
                    <a:cubicBezTo>
                      <a:pt x="92" y="84"/>
                      <a:pt x="93" y="83"/>
                      <a:pt x="92" y="82"/>
                    </a:cubicBezTo>
                    <a:close/>
                    <a:moveTo>
                      <a:pt x="74" y="78"/>
                    </a:moveTo>
                    <a:cubicBezTo>
                      <a:pt x="24" y="114"/>
                      <a:pt x="24" y="114"/>
                      <a:pt x="24" y="114"/>
                    </a:cubicBezTo>
                    <a:cubicBezTo>
                      <a:pt x="22" y="107"/>
                      <a:pt x="20" y="100"/>
                      <a:pt x="20" y="92"/>
                    </a:cubicBezTo>
                    <a:cubicBezTo>
                      <a:pt x="19" y="79"/>
                      <a:pt x="21" y="67"/>
                      <a:pt x="26" y="55"/>
                    </a:cubicBezTo>
                    <a:cubicBezTo>
                      <a:pt x="30" y="46"/>
                      <a:pt x="35" y="37"/>
                      <a:pt x="42" y="30"/>
                    </a:cubicBezTo>
                    <a:cubicBezTo>
                      <a:pt x="44" y="27"/>
                      <a:pt x="48" y="24"/>
                      <a:pt x="51" y="22"/>
                    </a:cubicBezTo>
                    <a:lnTo>
                      <a:pt x="74" y="78"/>
                    </a:lnTo>
                    <a:close/>
                    <a:moveTo>
                      <a:pt x="74" y="78"/>
                    </a:moveTo>
                    <a:cubicBezTo>
                      <a:pt x="74" y="78"/>
                      <a:pt x="74" y="78"/>
                      <a:pt x="74" y="78"/>
                    </a:cubicBezTo>
                  </a:path>
                </a:pathLst>
              </a:custGeom>
              <a:noFill/>
              <a:ln w="14288" cap="flat">
                <a:no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43"/>
              <p:cNvSpPr>
                <a:spLocks noEditPoints="1"/>
              </p:cNvSpPr>
              <p:nvPr/>
            </p:nvSpPr>
            <p:spPr bwMode="auto">
              <a:xfrm>
                <a:off x="5912791" y="4403844"/>
                <a:ext cx="395649" cy="227576"/>
              </a:xfrm>
              <a:custGeom>
                <a:avLst/>
                <a:gdLst>
                  <a:gd name="T0" fmla="*/ 158 w 160"/>
                  <a:gd name="T1" fmla="*/ 34 h 92"/>
                  <a:gd name="T2" fmla="*/ 76 w 160"/>
                  <a:gd name="T3" fmla="*/ 0 h 92"/>
                  <a:gd name="T4" fmla="*/ 74 w 160"/>
                  <a:gd name="T5" fmla="*/ 1 h 92"/>
                  <a:gd name="T6" fmla="*/ 2 w 160"/>
                  <a:gd name="T7" fmla="*/ 52 h 92"/>
                  <a:gd name="T8" fmla="*/ 0 w 160"/>
                  <a:gd name="T9" fmla="*/ 54 h 92"/>
                  <a:gd name="T10" fmla="*/ 1 w 160"/>
                  <a:gd name="T11" fmla="*/ 57 h 92"/>
                  <a:gd name="T12" fmla="*/ 36 w 160"/>
                  <a:gd name="T13" fmla="*/ 82 h 92"/>
                  <a:gd name="T14" fmla="*/ 106 w 160"/>
                  <a:gd name="T15" fmla="*/ 84 h 92"/>
                  <a:gd name="T16" fmla="*/ 160 w 160"/>
                  <a:gd name="T17" fmla="*/ 39 h 92"/>
                  <a:gd name="T18" fmla="*/ 160 w 160"/>
                  <a:gd name="T19" fmla="*/ 36 h 92"/>
                  <a:gd name="T20" fmla="*/ 158 w 160"/>
                  <a:gd name="T21" fmla="*/ 34 h 92"/>
                  <a:gd name="T22" fmla="*/ 158 w 160"/>
                  <a:gd name="T23" fmla="*/ 34 h 92"/>
                  <a:gd name="T24" fmla="*/ 158 w 160"/>
                  <a:gd name="T25" fmla="*/ 3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0" h="92">
                    <a:moveTo>
                      <a:pt x="158" y="34"/>
                    </a:moveTo>
                    <a:cubicBezTo>
                      <a:pt x="76" y="0"/>
                      <a:pt x="76" y="0"/>
                      <a:pt x="76" y="0"/>
                    </a:cubicBezTo>
                    <a:cubicBezTo>
                      <a:pt x="76" y="0"/>
                      <a:pt x="74" y="0"/>
                      <a:pt x="74" y="1"/>
                    </a:cubicBezTo>
                    <a:cubicBezTo>
                      <a:pt x="2" y="52"/>
                      <a:pt x="2" y="52"/>
                      <a:pt x="2" y="52"/>
                    </a:cubicBezTo>
                    <a:cubicBezTo>
                      <a:pt x="1" y="53"/>
                      <a:pt x="0" y="54"/>
                      <a:pt x="0" y="54"/>
                    </a:cubicBezTo>
                    <a:cubicBezTo>
                      <a:pt x="0" y="55"/>
                      <a:pt x="1" y="56"/>
                      <a:pt x="1" y="57"/>
                    </a:cubicBezTo>
                    <a:cubicBezTo>
                      <a:pt x="11" y="68"/>
                      <a:pt x="23" y="76"/>
                      <a:pt x="36" y="82"/>
                    </a:cubicBezTo>
                    <a:cubicBezTo>
                      <a:pt x="59" y="91"/>
                      <a:pt x="84" y="92"/>
                      <a:pt x="106" y="84"/>
                    </a:cubicBezTo>
                    <a:cubicBezTo>
                      <a:pt x="129" y="76"/>
                      <a:pt x="148" y="60"/>
                      <a:pt x="160" y="39"/>
                    </a:cubicBezTo>
                    <a:cubicBezTo>
                      <a:pt x="160" y="38"/>
                      <a:pt x="160" y="37"/>
                      <a:pt x="160" y="36"/>
                    </a:cubicBezTo>
                    <a:cubicBezTo>
                      <a:pt x="160" y="35"/>
                      <a:pt x="159" y="35"/>
                      <a:pt x="158" y="34"/>
                    </a:cubicBezTo>
                    <a:close/>
                    <a:moveTo>
                      <a:pt x="158" y="34"/>
                    </a:moveTo>
                    <a:cubicBezTo>
                      <a:pt x="158" y="34"/>
                      <a:pt x="158" y="34"/>
                      <a:pt x="158" y="34"/>
                    </a:cubicBezTo>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46" name="Freeform 44"/>
              <p:cNvSpPr>
                <a:spLocks noEditPoints="1"/>
              </p:cNvSpPr>
              <p:nvPr/>
            </p:nvSpPr>
            <p:spPr bwMode="auto">
              <a:xfrm>
                <a:off x="5912791" y="4403844"/>
                <a:ext cx="395649" cy="227576"/>
              </a:xfrm>
              <a:custGeom>
                <a:avLst/>
                <a:gdLst>
                  <a:gd name="T0" fmla="*/ 158 w 160"/>
                  <a:gd name="T1" fmla="*/ 34 h 92"/>
                  <a:gd name="T2" fmla="*/ 76 w 160"/>
                  <a:gd name="T3" fmla="*/ 0 h 92"/>
                  <a:gd name="T4" fmla="*/ 74 w 160"/>
                  <a:gd name="T5" fmla="*/ 1 h 92"/>
                  <a:gd name="T6" fmla="*/ 2 w 160"/>
                  <a:gd name="T7" fmla="*/ 52 h 92"/>
                  <a:gd name="T8" fmla="*/ 0 w 160"/>
                  <a:gd name="T9" fmla="*/ 54 h 92"/>
                  <a:gd name="T10" fmla="*/ 1 w 160"/>
                  <a:gd name="T11" fmla="*/ 57 h 92"/>
                  <a:gd name="T12" fmla="*/ 36 w 160"/>
                  <a:gd name="T13" fmla="*/ 82 h 92"/>
                  <a:gd name="T14" fmla="*/ 106 w 160"/>
                  <a:gd name="T15" fmla="*/ 84 h 92"/>
                  <a:gd name="T16" fmla="*/ 160 w 160"/>
                  <a:gd name="T17" fmla="*/ 39 h 92"/>
                  <a:gd name="T18" fmla="*/ 160 w 160"/>
                  <a:gd name="T19" fmla="*/ 36 h 92"/>
                  <a:gd name="T20" fmla="*/ 158 w 160"/>
                  <a:gd name="T21" fmla="*/ 34 h 92"/>
                  <a:gd name="T22" fmla="*/ 158 w 160"/>
                  <a:gd name="T23" fmla="*/ 34 h 92"/>
                  <a:gd name="T24" fmla="*/ 158 w 160"/>
                  <a:gd name="T25" fmla="*/ 3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0" h="92">
                    <a:moveTo>
                      <a:pt x="158" y="34"/>
                    </a:moveTo>
                    <a:cubicBezTo>
                      <a:pt x="76" y="0"/>
                      <a:pt x="76" y="0"/>
                      <a:pt x="76" y="0"/>
                    </a:cubicBezTo>
                    <a:cubicBezTo>
                      <a:pt x="76" y="0"/>
                      <a:pt x="74" y="0"/>
                      <a:pt x="74" y="1"/>
                    </a:cubicBezTo>
                    <a:cubicBezTo>
                      <a:pt x="2" y="52"/>
                      <a:pt x="2" y="52"/>
                      <a:pt x="2" y="52"/>
                    </a:cubicBezTo>
                    <a:cubicBezTo>
                      <a:pt x="1" y="53"/>
                      <a:pt x="0" y="54"/>
                      <a:pt x="0" y="54"/>
                    </a:cubicBezTo>
                    <a:cubicBezTo>
                      <a:pt x="0" y="55"/>
                      <a:pt x="1" y="56"/>
                      <a:pt x="1" y="57"/>
                    </a:cubicBezTo>
                    <a:cubicBezTo>
                      <a:pt x="11" y="68"/>
                      <a:pt x="23" y="76"/>
                      <a:pt x="36" y="82"/>
                    </a:cubicBezTo>
                    <a:cubicBezTo>
                      <a:pt x="59" y="91"/>
                      <a:pt x="84" y="92"/>
                      <a:pt x="106" y="84"/>
                    </a:cubicBezTo>
                    <a:cubicBezTo>
                      <a:pt x="129" y="76"/>
                      <a:pt x="148" y="60"/>
                      <a:pt x="160" y="39"/>
                    </a:cubicBezTo>
                    <a:cubicBezTo>
                      <a:pt x="160" y="38"/>
                      <a:pt x="160" y="37"/>
                      <a:pt x="160" y="36"/>
                    </a:cubicBezTo>
                    <a:cubicBezTo>
                      <a:pt x="160" y="35"/>
                      <a:pt x="159" y="35"/>
                      <a:pt x="158" y="34"/>
                    </a:cubicBezTo>
                    <a:close/>
                    <a:moveTo>
                      <a:pt x="158" y="34"/>
                    </a:moveTo>
                    <a:cubicBezTo>
                      <a:pt x="158" y="34"/>
                      <a:pt x="158" y="34"/>
                      <a:pt x="158" y="34"/>
                    </a:cubicBezTo>
                  </a:path>
                </a:pathLst>
              </a:custGeom>
              <a:noFill/>
              <a:ln w="14288" cap="flat">
                <a:no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47" name="Freeform 45"/>
            <p:cNvSpPr>
              <a:spLocks/>
            </p:cNvSpPr>
            <p:nvPr/>
          </p:nvSpPr>
          <p:spPr bwMode="auto">
            <a:xfrm>
              <a:off x="6095478" y="4955038"/>
              <a:ext cx="0" cy="978160"/>
            </a:xfrm>
            <a:custGeom>
              <a:avLst/>
              <a:gdLst>
                <a:gd name="T0" fmla="*/ 937 h 937"/>
                <a:gd name="T1" fmla="*/ 0 h 937"/>
                <a:gd name="T2" fmla="*/ 937 h 937"/>
              </a:gdLst>
              <a:ahLst/>
              <a:cxnLst>
                <a:cxn ang="0">
                  <a:pos x="0" y="T0"/>
                </a:cxn>
                <a:cxn ang="0">
                  <a:pos x="0" y="T1"/>
                </a:cxn>
                <a:cxn ang="0">
                  <a:pos x="0" y="T2"/>
                </a:cxn>
              </a:cxnLst>
              <a:rect l="0" t="0" r="r" b="b"/>
              <a:pathLst>
                <a:path h="937">
                  <a:moveTo>
                    <a:pt x="0" y="937"/>
                  </a:moveTo>
                  <a:lnTo>
                    <a:pt x="0" y="0"/>
                  </a:lnTo>
                  <a:lnTo>
                    <a:pt x="0" y="93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Line 46"/>
            <p:cNvSpPr>
              <a:spLocks noChangeShapeType="1"/>
            </p:cNvSpPr>
            <p:nvPr/>
          </p:nvSpPr>
          <p:spPr bwMode="auto">
            <a:xfrm flipV="1">
              <a:off x="6095478" y="4955038"/>
              <a:ext cx="0" cy="978160"/>
            </a:xfrm>
            <a:prstGeom prst="line">
              <a:avLst/>
            </a:prstGeom>
            <a:noFill/>
            <a:ln w="14288" cap="flat">
              <a:solidFill>
                <a:srgbClr val="DA4D3C"/>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48"/>
            <p:cNvSpPr>
              <a:spLocks/>
            </p:cNvSpPr>
            <p:nvPr/>
          </p:nvSpPr>
          <p:spPr bwMode="auto">
            <a:xfrm>
              <a:off x="5688346" y="4792185"/>
              <a:ext cx="814263" cy="168073"/>
            </a:xfrm>
            <a:custGeom>
              <a:avLst/>
              <a:gdLst>
                <a:gd name="T0" fmla="*/ 330 w 330"/>
                <a:gd name="T1" fmla="*/ 0 h 68"/>
                <a:gd name="T2" fmla="*/ 165 w 330"/>
                <a:gd name="T3" fmla="*/ 68 h 68"/>
                <a:gd name="T4" fmla="*/ 0 w 330"/>
                <a:gd name="T5" fmla="*/ 0 h 68"/>
              </a:gdLst>
              <a:ahLst/>
              <a:cxnLst>
                <a:cxn ang="0">
                  <a:pos x="T0" y="T1"/>
                </a:cxn>
                <a:cxn ang="0">
                  <a:pos x="T2" y="T3"/>
                </a:cxn>
                <a:cxn ang="0">
                  <a:pos x="T4" y="T5"/>
                </a:cxn>
              </a:cxnLst>
              <a:rect l="0" t="0" r="r" b="b"/>
              <a:pathLst>
                <a:path w="330" h="68">
                  <a:moveTo>
                    <a:pt x="330" y="0"/>
                  </a:moveTo>
                  <a:cubicBezTo>
                    <a:pt x="288" y="42"/>
                    <a:pt x="229" y="68"/>
                    <a:pt x="165" y="68"/>
                  </a:cubicBezTo>
                  <a:cubicBezTo>
                    <a:pt x="101" y="68"/>
                    <a:pt x="42" y="42"/>
                    <a:pt x="0" y="0"/>
                  </a:cubicBezTo>
                </a:path>
              </a:pathLst>
            </a:custGeom>
            <a:noFill/>
            <a:ln w="14288" cap="flat">
              <a:solidFill>
                <a:srgbClr val="DA4D3C"/>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Oval 49"/>
            <p:cNvSpPr>
              <a:spLocks noChangeArrowheads="1"/>
            </p:cNvSpPr>
            <p:nvPr/>
          </p:nvSpPr>
          <p:spPr bwMode="auto">
            <a:xfrm>
              <a:off x="7104956" y="2917291"/>
              <a:ext cx="837230" cy="837230"/>
            </a:xfrm>
            <a:prstGeom prst="ellipse">
              <a:avLst/>
            </a:prstGeom>
            <a:solidFill>
              <a:srgbClr val="E7BE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5" name="组合 4"/>
            <p:cNvGrpSpPr/>
            <p:nvPr/>
          </p:nvGrpSpPr>
          <p:grpSpPr>
            <a:xfrm>
              <a:off x="7294951" y="3107286"/>
              <a:ext cx="457240" cy="457241"/>
              <a:chOff x="7294951" y="3107286"/>
              <a:chExt cx="457240" cy="457241"/>
            </a:xfrm>
          </p:grpSpPr>
          <p:sp>
            <p:nvSpPr>
              <p:cNvPr id="53" name="Freeform 51"/>
              <p:cNvSpPr>
                <a:spLocks noEditPoints="1"/>
              </p:cNvSpPr>
              <p:nvPr/>
            </p:nvSpPr>
            <p:spPr bwMode="auto">
              <a:xfrm>
                <a:off x="7294951" y="3152175"/>
                <a:ext cx="415483" cy="412352"/>
              </a:xfrm>
              <a:custGeom>
                <a:avLst/>
                <a:gdLst>
                  <a:gd name="T0" fmla="*/ 84 w 168"/>
                  <a:gd name="T1" fmla="*/ 167 h 167"/>
                  <a:gd name="T2" fmla="*/ 168 w 168"/>
                  <a:gd name="T3" fmla="*/ 83 h 167"/>
                  <a:gd name="T4" fmla="*/ 158 w 168"/>
                  <a:gd name="T5" fmla="*/ 44 h 167"/>
                  <a:gd name="T6" fmla="*/ 156 w 168"/>
                  <a:gd name="T7" fmla="*/ 44 h 167"/>
                  <a:gd name="T8" fmla="*/ 155 w 168"/>
                  <a:gd name="T9" fmla="*/ 44 h 167"/>
                  <a:gd name="T10" fmla="*/ 144 w 168"/>
                  <a:gd name="T11" fmla="*/ 43 h 167"/>
                  <a:gd name="T12" fmla="*/ 136 w 168"/>
                  <a:gd name="T13" fmla="*/ 51 h 167"/>
                  <a:gd name="T14" fmla="*/ 146 w 168"/>
                  <a:gd name="T15" fmla="*/ 83 h 167"/>
                  <a:gd name="T16" fmla="*/ 84 w 168"/>
                  <a:gd name="T17" fmla="*/ 145 h 167"/>
                  <a:gd name="T18" fmla="*/ 23 w 168"/>
                  <a:gd name="T19" fmla="*/ 83 h 167"/>
                  <a:gd name="T20" fmla="*/ 84 w 168"/>
                  <a:gd name="T21" fmla="*/ 22 h 167"/>
                  <a:gd name="T22" fmla="*/ 116 w 168"/>
                  <a:gd name="T23" fmla="*/ 31 h 167"/>
                  <a:gd name="T24" fmla="*/ 123 w 168"/>
                  <a:gd name="T25" fmla="*/ 24 h 167"/>
                  <a:gd name="T26" fmla="*/ 122 w 168"/>
                  <a:gd name="T27" fmla="*/ 12 h 167"/>
                  <a:gd name="T28" fmla="*/ 122 w 168"/>
                  <a:gd name="T29" fmla="*/ 9 h 167"/>
                  <a:gd name="T30" fmla="*/ 84 w 168"/>
                  <a:gd name="T31" fmla="*/ 0 h 167"/>
                  <a:gd name="T32" fmla="*/ 0 w 168"/>
                  <a:gd name="T33" fmla="*/ 83 h 167"/>
                  <a:gd name="T34" fmla="*/ 84 w 168"/>
                  <a:gd name="T35" fmla="*/ 167 h 167"/>
                  <a:gd name="T36" fmla="*/ 84 w 168"/>
                  <a:gd name="T37" fmla="*/ 167 h 167"/>
                  <a:gd name="T38" fmla="*/ 84 w 168"/>
                  <a:gd name="T39" fmla="*/ 16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8" h="167">
                    <a:moveTo>
                      <a:pt x="84" y="167"/>
                    </a:moveTo>
                    <a:cubicBezTo>
                      <a:pt x="130" y="167"/>
                      <a:pt x="168" y="130"/>
                      <a:pt x="168" y="83"/>
                    </a:cubicBezTo>
                    <a:cubicBezTo>
                      <a:pt x="168" y="69"/>
                      <a:pt x="164" y="56"/>
                      <a:pt x="158" y="44"/>
                    </a:cubicBezTo>
                    <a:cubicBezTo>
                      <a:pt x="157" y="44"/>
                      <a:pt x="156" y="44"/>
                      <a:pt x="156" y="44"/>
                    </a:cubicBezTo>
                    <a:cubicBezTo>
                      <a:pt x="155" y="44"/>
                      <a:pt x="155" y="44"/>
                      <a:pt x="155" y="44"/>
                    </a:cubicBezTo>
                    <a:cubicBezTo>
                      <a:pt x="144" y="43"/>
                      <a:pt x="144" y="43"/>
                      <a:pt x="144" y="43"/>
                    </a:cubicBezTo>
                    <a:cubicBezTo>
                      <a:pt x="136" y="51"/>
                      <a:pt x="136" y="51"/>
                      <a:pt x="136" y="51"/>
                    </a:cubicBezTo>
                    <a:cubicBezTo>
                      <a:pt x="142" y="61"/>
                      <a:pt x="146" y="72"/>
                      <a:pt x="146" y="83"/>
                    </a:cubicBezTo>
                    <a:cubicBezTo>
                      <a:pt x="146" y="117"/>
                      <a:pt x="118" y="145"/>
                      <a:pt x="84" y="145"/>
                    </a:cubicBezTo>
                    <a:cubicBezTo>
                      <a:pt x="50" y="145"/>
                      <a:pt x="23" y="117"/>
                      <a:pt x="23" y="83"/>
                    </a:cubicBezTo>
                    <a:cubicBezTo>
                      <a:pt x="23" y="50"/>
                      <a:pt x="50" y="22"/>
                      <a:pt x="84" y="22"/>
                    </a:cubicBezTo>
                    <a:cubicBezTo>
                      <a:pt x="96" y="22"/>
                      <a:pt x="107" y="25"/>
                      <a:pt x="116" y="31"/>
                    </a:cubicBezTo>
                    <a:cubicBezTo>
                      <a:pt x="123" y="24"/>
                      <a:pt x="123" y="24"/>
                      <a:pt x="123" y="24"/>
                    </a:cubicBezTo>
                    <a:cubicBezTo>
                      <a:pt x="122" y="12"/>
                      <a:pt x="122" y="12"/>
                      <a:pt x="122" y="12"/>
                    </a:cubicBezTo>
                    <a:cubicBezTo>
                      <a:pt x="122" y="11"/>
                      <a:pt x="122" y="10"/>
                      <a:pt x="122" y="9"/>
                    </a:cubicBezTo>
                    <a:cubicBezTo>
                      <a:pt x="111" y="3"/>
                      <a:pt x="98" y="0"/>
                      <a:pt x="84" y="0"/>
                    </a:cubicBezTo>
                    <a:cubicBezTo>
                      <a:pt x="38" y="0"/>
                      <a:pt x="0" y="37"/>
                      <a:pt x="0" y="83"/>
                    </a:cubicBezTo>
                    <a:cubicBezTo>
                      <a:pt x="0" y="130"/>
                      <a:pt x="38" y="167"/>
                      <a:pt x="84" y="167"/>
                    </a:cubicBezTo>
                    <a:close/>
                    <a:moveTo>
                      <a:pt x="84" y="167"/>
                    </a:moveTo>
                    <a:cubicBezTo>
                      <a:pt x="84" y="167"/>
                      <a:pt x="84" y="167"/>
                      <a:pt x="84" y="167"/>
                    </a:cubicBezTo>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54" name="Freeform 52"/>
              <p:cNvSpPr>
                <a:spLocks noEditPoints="1"/>
              </p:cNvSpPr>
              <p:nvPr/>
            </p:nvSpPr>
            <p:spPr bwMode="auto">
              <a:xfrm>
                <a:off x="7294951" y="3152175"/>
                <a:ext cx="415483" cy="412352"/>
              </a:xfrm>
              <a:custGeom>
                <a:avLst/>
                <a:gdLst>
                  <a:gd name="T0" fmla="*/ 84 w 168"/>
                  <a:gd name="T1" fmla="*/ 167 h 167"/>
                  <a:gd name="T2" fmla="*/ 168 w 168"/>
                  <a:gd name="T3" fmla="*/ 83 h 167"/>
                  <a:gd name="T4" fmla="*/ 158 w 168"/>
                  <a:gd name="T5" fmla="*/ 44 h 167"/>
                  <a:gd name="T6" fmla="*/ 156 w 168"/>
                  <a:gd name="T7" fmla="*/ 44 h 167"/>
                  <a:gd name="T8" fmla="*/ 155 w 168"/>
                  <a:gd name="T9" fmla="*/ 44 h 167"/>
                  <a:gd name="T10" fmla="*/ 144 w 168"/>
                  <a:gd name="T11" fmla="*/ 43 h 167"/>
                  <a:gd name="T12" fmla="*/ 136 w 168"/>
                  <a:gd name="T13" fmla="*/ 51 h 167"/>
                  <a:gd name="T14" fmla="*/ 146 w 168"/>
                  <a:gd name="T15" fmla="*/ 83 h 167"/>
                  <a:gd name="T16" fmla="*/ 84 w 168"/>
                  <a:gd name="T17" fmla="*/ 145 h 167"/>
                  <a:gd name="T18" fmla="*/ 23 w 168"/>
                  <a:gd name="T19" fmla="*/ 83 h 167"/>
                  <a:gd name="T20" fmla="*/ 84 w 168"/>
                  <a:gd name="T21" fmla="*/ 22 h 167"/>
                  <a:gd name="T22" fmla="*/ 116 w 168"/>
                  <a:gd name="T23" fmla="*/ 31 h 167"/>
                  <a:gd name="T24" fmla="*/ 123 w 168"/>
                  <a:gd name="T25" fmla="*/ 24 h 167"/>
                  <a:gd name="T26" fmla="*/ 122 w 168"/>
                  <a:gd name="T27" fmla="*/ 12 h 167"/>
                  <a:gd name="T28" fmla="*/ 122 w 168"/>
                  <a:gd name="T29" fmla="*/ 9 h 167"/>
                  <a:gd name="T30" fmla="*/ 84 w 168"/>
                  <a:gd name="T31" fmla="*/ 0 h 167"/>
                  <a:gd name="T32" fmla="*/ 0 w 168"/>
                  <a:gd name="T33" fmla="*/ 83 h 167"/>
                  <a:gd name="T34" fmla="*/ 84 w 168"/>
                  <a:gd name="T35" fmla="*/ 167 h 167"/>
                  <a:gd name="T36" fmla="*/ 84 w 168"/>
                  <a:gd name="T37" fmla="*/ 167 h 167"/>
                  <a:gd name="T38" fmla="*/ 84 w 168"/>
                  <a:gd name="T39" fmla="*/ 16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8" h="167">
                    <a:moveTo>
                      <a:pt x="84" y="167"/>
                    </a:moveTo>
                    <a:cubicBezTo>
                      <a:pt x="130" y="167"/>
                      <a:pt x="168" y="130"/>
                      <a:pt x="168" y="83"/>
                    </a:cubicBezTo>
                    <a:cubicBezTo>
                      <a:pt x="168" y="69"/>
                      <a:pt x="164" y="56"/>
                      <a:pt x="158" y="44"/>
                    </a:cubicBezTo>
                    <a:cubicBezTo>
                      <a:pt x="157" y="44"/>
                      <a:pt x="156" y="44"/>
                      <a:pt x="156" y="44"/>
                    </a:cubicBezTo>
                    <a:cubicBezTo>
                      <a:pt x="155" y="44"/>
                      <a:pt x="155" y="44"/>
                      <a:pt x="155" y="44"/>
                    </a:cubicBezTo>
                    <a:cubicBezTo>
                      <a:pt x="144" y="43"/>
                      <a:pt x="144" y="43"/>
                      <a:pt x="144" y="43"/>
                    </a:cubicBezTo>
                    <a:cubicBezTo>
                      <a:pt x="136" y="51"/>
                      <a:pt x="136" y="51"/>
                      <a:pt x="136" y="51"/>
                    </a:cubicBezTo>
                    <a:cubicBezTo>
                      <a:pt x="142" y="61"/>
                      <a:pt x="146" y="72"/>
                      <a:pt x="146" y="83"/>
                    </a:cubicBezTo>
                    <a:cubicBezTo>
                      <a:pt x="146" y="117"/>
                      <a:pt x="118" y="145"/>
                      <a:pt x="84" y="145"/>
                    </a:cubicBezTo>
                    <a:cubicBezTo>
                      <a:pt x="50" y="145"/>
                      <a:pt x="23" y="117"/>
                      <a:pt x="23" y="83"/>
                    </a:cubicBezTo>
                    <a:cubicBezTo>
                      <a:pt x="23" y="50"/>
                      <a:pt x="50" y="22"/>
                      <a:pt x="84" y="22"/>
                    </a:cubicBezTo>
                    <a:cubicBezTo>
                      <a:pt x="96" y="22"/>
                      <a:pt x="107" y="25"/>
                      <a:pt x="116" y="31"/>
                    </a:cubicBezTo>
                    <a:cubicBezTo>
                      <a:pt x="123" y="24"/>
                      <a:pt x="123" y="24"/>
                      <a:pt x="123" y="24"/>
                    </a:cubicBezTo>
                    <a:cubicBezTo>
                      <a:pt x="122" y="12"/>
                      <a:pt x="122" y="12"/>
                      <a:pt x="122" y="12"/>
                    </a:cubicBezTo>
                    <a:cubicBezTo>
                      <a:pt x="122" y="11"/>
                      <a:pt x="122" y="10"/>
                      <a:pt x="122" y="9"/>
                    </a:cubicBezTo>
                    <a:cubicBezTo>
                      <a:pt x="111" y="3"/>
                      <a:pt x="98" y="0"/>
                      <a:pt x="84" y="0"/>
                    </a:cubicBezTo>
                    <a:cubicBezTo>
                      <a:pt x="38" y="0"/>
                      <a:pt x="0" y="37"/>
                      <a:pt x="0" y="83"/>
                    </a:cubicBezTo>
                    <a:cubicBezTo>
                      <a:pt x="0" y="130"/>
                      <a:pt x="38" y="167"/>
                      <a:pt x="84" y="167"/>
                    </a:cubicBezTo>
                    <a:close/>
                    <a:moveTo>
                      <a:pt x="84" y="167"/>
                    </a:moveTo>
                    <a:cubicBezTo>
                      <a:pt x="84" y="167"/>
                      <a:pt x="84" y="167"/>
                      <a:pt x="84" y="167"/>
                    </a:cubicBezTo>
                  </a:path>
                </a:pathLst>
              </a:custGeom>
              <a:noFill/>
              <a:ln w="14288" cap="flat">
                <a:no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53"/>
              <p:cNvSpPr>
                <a:spLocks noEditPoints="1"/>
              </p:cNvSpPr>
              <p:nvPr/>
            </p:nvSpPr>
            <p:spPr bwMode="auto">
              <a:xfrm>
                <a:off x="7401431" y="3255524"/>
                <a:ext cx="202522" cy="204610"/>
              </a:xfrm>
              <a:custGeom>
                <a:avLst/>
                <a:gdLst>
                  <a:gd name="T0" fmla="*/ 41 w 82"/>
                  <a:gd name="T1" fmla="*/ 20 h 83"/>
                  <a:gd name="T2" fmla="*/ 43 w 82"/>
                  <a:gd name="T3" fmla="*/ 20 h 83"/>
                  <a:gd name="T4" fmla="*/ 58 w 82"/>
                  <a:gd name="T5" fmla="*/ 4 h 83"/>
                  <a:gd name="T6" fmla="*/ 58 w 82"/>
                  <a:gd name="T7" fmla="*/ 4 h 83"/>
                  <a:gd name="T8" fmla="*/ 41 w 82"/>
                  <a:gd name="T9" fmla="*/ 0 h 83"/>
                  <a:gd name="T10" fmla="*/ 0 w 82"/>
                  <a:gd name="T11" fmla="*/ 41 h 83"/>
                  <a:gd name="T12" fmla="*/ 41 w 82"/>
                  <a:gd name="T13" fmla="*/ 83 h 83"/>
                  <a:gd name="T14" fmla="*/ 82 w 82"/>
                  <a:gd name="T15" fmla="*/ 41 h 83"/>
                  <a:gd name="T16" fmla="*/ 78 w 82"/>
                  <a:gd name="T17" fmla="*/ 24 h 83"/>
                  <a:gd name="T18" fmla="*/ 78 w 82"/>
                  <a:gd name="T19" fmla="*/ 24 h 83"/>
                  <a:gd name="T20" fmla="*/ 63 w 82"/>
                  <a:gd name="T21" fmla="*/ 40 h 83"/>
                  <a:gd name="T22" fmla="*/ 63 w 82"/>
                  <a:gd name="T23" fmla="*/ 41 h 83"/>
                  <a:gd name="T24" fmla="*/ 41 w 82"/>
                  <a:gd name="T25" fmla="*/ 63 h 83"/>
                  <a:gd name="T26" fmla="*/ 19 w 82"/>
                  <a:gd name="T27" fmla="*/ 41 h 83"/>
                  <a:gd name="T28" fmla="*/ 41 w 82"/>
                  <a:gd name="T29" fmla="*/ 20 h 83"/>
                  <a:gd name="T30" fmla="*/ 41 w 82"/>
                  <a:gd name="T31" fmla="*/ 20 h 83"/>
                  <a:gd name="T32" fmla="*/ 41 w 82"/>
                  <a:gd name="T33" fmla="*/ 2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3">
                    <a:moveTo>
                      <a:pt x="41" y="20"/>
                    </a:moveTo>
                    <a:cubicBezTo>
                      <a:pt x="42" y="20"/>
                      <a:pt x="42" y="20"/>
                      <a:pt x="43" y="20"/>
                    </a:cubicBezTo>
                    <a:cubicBezTo>
                      <a:pt x="58" y="4"/>
                      <a:pt x="58" y="4"/>
                      <a:pt x="58" y="4"/>
                    </a:cubicBezTo>
                    <a:cubicBezTo>
                      <a:pt x="58" y="4"/>
                      <a:pt x="58" y="4"/>
                      <a:pt x="58" y="4"/>
                    </a:cubicBezTo>
                    <a:cubicBezTo>
                      <a:pt x="53" y="2"/>
                      <a:pt x="47" y="0"/>
                      <a:pt x="41" y="0"/>
                    </a:cubicBezTo>
                    <a:cubicBezTo>
                      <a:pt x="18" y="0"/>
                      <a:pt x="0" y="19"/>
                      <a:pt x="0" y="41"/>
                    </a:cubicBezTo>
                    <a:cubicBezTo>
                      <a:pt x="0" y="64"/>
                      <a:pt x="18" y="83"/>
                      <a:pt x="41" y="83"/>
                    </a:cubicBezTo>
                    <a:cubicBezTo>
                      <a:pt x="64" y="83"/>
                      <a:pt x="82" y="64"/>
                      <a:pt x="82" y="41"/>
                    </a:cubicBezTo>
                    <a:cubicBezTo>
                      <a:pt x="82" y="35"/>
                      <a:pt x="81" y="29"/>
                      <a:pt x="78" y="24"/>
                    </a:cubicBezTo>
                    <a:cubicBezTo>
                      <a:pt x="78" y="24"/>
                      <a:pt x="78" y="24"/>
                      <a:pt x="78" y="24"/>
                    </a:cubicBezTo>
                    <a:cubicBezTo>
                      <a:pt x="63" y="40"/>
                      <a:pt x="63" y="40"/>
                      <a:pt x="63" y="40"/>
                    </a:cubicBezTo>
                    <a:cubicBezTo>
                      <a:pt x="63" y="40"/>
                      <a:pt x="63" y="41"/>
                      <a:pt x="63" y="41"/>
                    </a:cubicBezTo>
                    <a:cubicBezTo>
                      <a:pt x="63" y="53"/>
                      <a:pt x="53" y="63"/>
                      <a:pt x="41" y="63"/>
                    </a:cubicBezTo>
                    <a:cubicBezTo>
                      <a:pt x="29" y="63"/>
                      <a:pt x="19" y="53"/>
                      <a:pt x="19" y="41"/>
                    </a:cubicBezTo>
                    <a:cubicBezTo>
                      <a:pt x="19" y="30"/>
                      <a:pt x="29" y="20"/>
                      <a:pt x="41" y="20"/>
                    </a:cubicBezTo>
                    <a:close/>
                    <a:moveTo>
                      <a:pt x="41" y="20"/>
                    </a:moveTo>
                    <a:cubicBezTo>
                      <a:pt x="41" y="20"/>
                      <a:pt x="41" y="20"/>
                      <a:pt x="41" y="20"/>
                    </a:cubicBezTo>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56" name="Freeform 54"/>
              <p:cNvSpPr>
                <a:spLocks noEditPoints="1"/>
              </p:cNvSpPr>
              <p:nvPr/>
            </p:nvSpPr>
            <p:spPr bwMode="auto">
              <a:xfrm>
                <a:off x="7401431" y="3255524"/>
                <a:ext cx="202522" cy="204610"/>
              </a:xfrm>
              <a:custGeom>
                <a:avLst/>
                <a:gdLst>
                  <a:gd name="T0" fmla="*/ 41 w 82"/>
                  <a:gd name="T1" fmla="*/ 20 h 83"/>
                  <a:gd name="T2" fmla="*/ 43 w 82"/>
                  <a:gd name="T3" fmla="*/ 20 h 83"/>
                  <a:gd name="T4" fmla="*/ 58 w 82"/>
                  <a:gd name="T5" fmla="*/ 4 h 83"/>
                  <a:gd name="T6" fmla="*/ 58 w 82"/>
                  <a:gd name="T7" fmla="*/ 4 h 83"/>
                  <a:gd name="T8" fmla="*/ 41 w 82"/>
                  <a:gd name="T9" fmla="*/ 0 h 83"/>
                  <a:gd name="T10" fmla="*/ 0 w 82"/>
                  <a:gd name="T11" fmla="*/ 41 h 83"/>
                  <a:gd name="T12" fmla="*/ 41 w 82"/>
                  <a:gd name="T13" fmla="*/ 83 h 83"/>
                  <a:gd name="T14" fmla="*/ 82 w 82"/>
                  <a:gd name="T15" fmla="*/ 41 h 83"/>
                  <a:gd name="T16" fmla="*/ 78 w 82"/>
                  <a:gd name="T17" fmla="*/ 24 h 83"/>
                  <a:gd name="T18" fmla="*/ 78 w 82"/>
                  <a:gd name="T19" fmla="*/ 24 h 83"/>
                  <a:gd name="T20" fmla="*/ 63 w 82"/>
                  <a:gd name="T21" fmla="*/ 40 h 83"/>
                  <a:gd name="T22" fmla="*/ 63 w 82"/>
                  <a:gd name="T23" fmla="*/ 41 h 83"/>
                  <a:gd name="T24" fmla="*/ 41 w 82"/>
                  <a:gd name="T25" fmla="*/ 63 h 83"/>
                  <a:gd name="T26" fmla="*/ 19 w 82"/>
                  <a:gd name="T27" fmla="*/ 41 h 83"/>
                  <a:gd name="T28" fmla="*/ 41 w 82"/>
                  <a:gd name="T29" fmla="*/ 20 h 83"/>
                  <a:gd name="T30" fmla="*/ 41 w 82"/>
                  <a:gd name="T31" fmla="*/ 20 h 83"/>
                  <a:gd name="T32" fmla="*/ 41 w 82"/>
                  <a:gd name="T33" fmla="*/ 2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3">
                    <a:moveTo>
                      <a:pt x="41" y="20"/>
                    </a:moveTo>
                    <a:cubicBezTo>
                      <a:pt x="42" y="20"/>
                      <a:pt x="42" y="20"/>
                      <a:pt x="43" y="20"/>
                    </a:cubicBezTo>
                    <a:cubicBezTo>
                      <a:pt x="58" y="4"/>
                      <a:pt x="58" y="4"/>
                      <a:pt x="58" y="4"/>
                    </a:cubicBezTo>
                    <a:cubicBezTo>
                      <a:pt x="58" y="4"/>
                      <a:pt x="58" y="4"/>
                      <a:pt x="58" y="4"/>
                    </a:cubicBezTo>
                    <a:cubicBezTo>
                      <a:pt x="53" y="2"/>
                      <a:pt x="47" y="0"/>
                      <a:pt x="41" y="0"/>
                    </a:cubicBezTo>
                    <a:cubicBezTo>
                      <a:pt x="18" y="0"/>
                      <a:pt x="0" y="19"/>
                      <a:pt x="0" y="41"/>
                    </a:cubicBezTo>
                    <a:cubicBezTo>
                      <a:pt x="0" y="64"/>
                      <a:pt x="18" y="83"/>
                      <a:pt x="41" y="83"/>
                    </a:cubicBezTo>
                    <a:cubicBezTo>
                      <a:pt x="64" y="83"/>
                      <a:pt x="82" y="64"/>
                      <a:pt x="82" y="41"/>
                    </a:cubicBezTo>
                    <a:cubicBezTo>
                      <a:pt x="82" y="35"/>
                      <a:pt x="81" y="29"/>
                      <a:pt x="78" y="24"/>
                    </a:cubicBezTo>
                    <a:cubicBezTo>
                      <a:pt x="78" y="24"/>
                      <a:pt x="78" y="24"/>
                      <a:pt x="78" y="24"/>
                    </a:cubicBezTo>
                    <a:cubicBezTo>
                      <a:pt x="63" y="40"/>
                      <a:pt x="63" y="40"/>
                      <a:pt x="63" y="40"/>
                    </a:cubicBezTo>
                    <a:cubicBezTo>
                      <a:pt x="63" y="40"/>
                      <a:pt x="63" y="41"/>
                      <a:pt x="63" y="41"/>
                    </a:cubicBezTo>
                    <a:cubicBezTo>
                      <a:pt x="63" y="53"/>
                      <a:pt x="53" y="63"/>
                      <a:pt x="41" y="63"/>
                    </a:cubicBezTo>
                    <a:cubicBezTo>
                      <a:pt x="29" y="63"/>
                      <a:pt x="19" y="53"/>
                      <a:pt x="19" y="41"/>
                    </a:cubicBezTo>
                    <a:cubicBezTo>
                      <a:pt x="19" y="30"/>
                      <a:pt x="29" y="20"/>
                      <a:pt x="41" y="20"/>
                    </a:cubicBezTo>
                    <a:close/>
                    <a:moveTo>
                      <a:pt x="41" y="20"/>
                    </a:moveTo>
                    <a:cubicBezTo>
                      <a:pt x="41" y="20"/>
                      <a:pt x="41" y="20"/>
                      <a:pt x="41" y="20"/>
                    </a:cubicBezTo>
                  </a:path>
                </a:pathLst>
              </a:custGeom>
              <a:noFill/>
              <a:ln w="14288" cap="flat">
                <a:no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55"/>
              <p:cNvSpPr>
                <a:spLocks noEditPoints="1"/>
              </p:cNvSpPr>
              <p:nvPr/>
            </p:nvSpPr>
            <p:spPr bwMode="auto">
              <a:xfrm>
                <a:off x="7522527" y="3107286"/>
                <a:ext cx="229664" cy="229664"/>
              </a:xfrm>
              <a:custGeom>
                <a:avLst/>
                <a:gdLst>
                  <a:gd name="T0" fmla="*/ 78 w 93"/>
                  <a:gd name="T1" fmla="*/ 26 h 93"/>
                  <a:gd name="T2" fmla="*/ 83 w 93"/>
                  <a:gd name="T3" fmla="*/ 21 h 93"/>
                  <a:gd name="T4" fmla="*/ 83 w 93"/>
                  <a:gd name="T5" fmla="*/ 14 h 93"/>
                  <a:gd name="T6" fmla="*/ 80 w 93"/>
                  <a:gd name="T7" fmla="*/ 10 h 93"/>
                  <a:gd name="T8" fmla="*/ 76 w 93"/>
                  <a:gd name="T9" fmla="*/ 9 h 93"/>
                  <a:gd name="T10" fmla="*/ 72 w 93"/>
                  <a:gd name="T11" fmla="*/ 10 h 93"/>
                  <a:gd name="T12" fmla="*/ 67 w 93"/>
                  <a:gd name="T13" fmla="*/ 16 h 93"/>
                  <a:gd name="T14" fmla="*/ 66 w 93"/>
                  <a:gd name="T15" fmla="*/ 2 h 93"/>
                  <a:gd name="T16" fmla="*/ 64 w 93"/>
                  <a:gd name="T17" fmla="*/ 0 h 93"/>
                  <a:gd name="T18" fmla="*/ 63 w 93"/>
                  <a:gd name="T19" fmla="*/ 1 h 93"/>
                  <a:gd name="T20" fmla="*/ 43 w 93"/>
                  <a:gd name="T21" fmla="*/ 21 h 93"/>
                  <a:gd name="T22" fmla="*/ 40 w 93"/>
                  <a:gd name="T23" fmla="*/ 28 h 93"/>
                  <a:gd name="T24" fmla="*/ 40 w 93"/>
                  <a:gd name="T25" fmla="*/ 29 h 93"/>
                  <a:gd name="T26" fmla="*/ 41 w 93"/>
                  <a:gd name="T27" fmla="*/ 42 h 93"/>
                  <a:gd name="T28" fmla="*/ 34 w 93"/>
                  <a:gd name="T29" fmla="*/ 49 h 93"/>
                  <a:gd name="T30" fmla="*/ 21 w 93"/>
                  <a:gd name="T31" fmla="*/ 62 h 93"/>
                  <a:gd name="T32" fmla="*/ 20 w 93"/>
                  <a:gd name="T33" fmla="*/ 63 h 93"/>
                  <a:gd name="T34" fmla="*/ 7 w 93"/>
                  <a:gd name="T35" fmla="*/ 75 h 93"/>
                  <a:gd name="T36" fmla="*/ 2 w 93"/>
                  <a:gd name="T37" fmla="*/ 81 h 93"/>
                  <a:gd name="T38" fmla="*/ 0 w 93"/>
                  <a:gd name="T39" fmla="*/ 84 h 93"/>
                  <a:gd name="T40" fmla="*/ 0 w 93"/>
                  <a:gd name="T41" fmla="*/ 88 h 93"/>
                  <a:gd name="T42" fmla="*/ 4 w 93"/>
                  <a:gd name="T43" fmla="*/ 93 h 93"/>
                  <a:gd name="T44" fmla="*/ 5 w 93"/>
                  <a:gd name="T45" fmla="*/ 93 h 93"/>
                  <a:gd name="T46" fmla="*/ 9 w 93"/>
                  <a:gd name="T47" fmla="*/ 93 h 93"/>
                  <a:gd name="T48" fmla="*/ 12 w 93"/>
                  <a:gd name="T49" fmla="*/ 92 h 93"/>
                  <a:gd name="T50" fmla="*/ 52 w 93"/>
                  <a:gd name="T51" fmla="*/ 52 h 93"/>
                  <a:gd name="T52" fmla="*/ 64 w 93"/>
                  <a:gd name="T53" fmla="*/ 53 h 93"/>
                  <a:gd name="T54" fmla="*/ 65 w 93"/>
                  <a:gd name="T55" fmla="*/ 53 h 93"/>
                  <a:gd name="T56" fmla="*/ 65 w 93"/>
                  <a:gd name="T57" fmla="*/ 53 h 93"/>
                  <a:gd name="T58" fmla="*/ 72 w 93"/>
                  <a:gd name="T59" fmla="*/ 50 h 93"/>
                  <a:gd name="T60" fmla="*/ 92 w 93"/>
                  <a:gd name="T61" fmla="*/ 30 h 93"/>
                  <a:gd name="T62" fmla="*/ 91 w 93"/>
                  <a:gd name="T63" fmla="*/ 27 h 93"/>
                  <a:gd name="T64" fmla="*/ 78 w 93"/>
                  <a:gd name="T65" fmla="*/ 26 h 93"/>
                  <a:gd name="T66" fmla="*/ 78 w 93"/>
                  <a:gd name="T67" fmla="*/ 26 h 93"/>
                  <a:gd name="T68" fmla="*/ 78 w 93"/>
                  <a:gd name="T69" fmla="*/ 26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3" h="93">
                    <a:moveTo>
                      <a:pt x="78" y="26"/>
                    </a:moveTo>
                    <a:cubicBezTo>
                      <a:pt x="83" y="21"/>
                      <a:pt x="83" y="21"/>
                      <a:pt x="83" y="21"/>
                    </a:cubicBezTo>
                    <a:cubicBezTo>
                      <a:pt x="85" y="19"/>
                      <a:pt x="85" y="16"/>
                      <a:pt x="83" y="14"/>
                    </a:cubicBezTo>
                    <a:cubicBezTo>
                      <a:pt x="80" y="10"/>
                      <a:pt x="80" y="10"/>
                      <a:pt x="80" y="10"/>
                    </a:cubicBezTo>
                    <a:cubicBezTo>
                      <a:pt x="79" y="9"/>
                      <a:pt x="77" y="9"/>
                      <a:pt x="76" y="9"/>
                    </a:cubicBezTo>
                    <a:cubicBezTo>
                      <a:pt x="75" y="9"/>
                      <a:pt x="73" y="9"/>
                      <a:pt x="72" y="10"/>
                    </a:cubicBezTo>
                    <a:cubicBezTo>
                      <a:pt x="67" y="16"/>
                      <a:pt x="67" y="16"/>
                      <a:pt x="67" y="16"/>
                    </a:cubicBezTo>
                    <a:cubicBezTo>
                      <a:pt x="66" y="2"/>
                      <a:pt x="66" y="2"/>
                      <a:pt x="66" y="2"/>
                    </a:cubicBezTo>
                    <a:cubicBezTo>
                      <a:pt x="66" y="1"/>
                      <a:pt x="65" y="0"/>
                      <a:pt x="64" y="0"/>
                    </a:cubicBezTo>
                    <a:cubicBezTo>
                      <a:pt x="64" y="0"/>
                      <a:pt x="63" y="0"/>
                      <a:pt x="63" y="1"/>
                    </a:cubicBezTo>
                    <a:cubicBezTo>
                      <a:pt x="43" y="21"/>
                      <a:pt x="43" y="21"/>
                      <a:pt x="43" y="21"/>
                    </a:cubicBezTo>
                    <a:cubicBezTo>
                      <a:pt x="41" y="23"/>
                      <a:pt x="40" y="26"/>
                      <a:pt x="40" y="28"/>
                    </a:cubicBezTo>
                    <a:cubicBezTo>
                      <a:pt x="40" y="29"/>
                      <a:pt x="40" y="29"/>
                      <a:pt x="40" y="29"/>
                    </a:cubicBezTo>
                    <a:cubicBezTo>
                      <a:pt x="41" y="42"/>
                      <a:pt x="41" y="42"/>
                      <a:pt x="41" y="42"/>
                    </a:cubicBezTo>
                    <a:cubicBezTo>
                      <a:pt x="34" y="49"/>
                      <a:pt x="34" y="49"/>
                      <a:pt x="34" y="49"/>
                    </a:cubicBezTo>
                    <a:cubicBezTo>
                      <a:pt x="21" y="62"/>
                      <a:pt x="21" y="62"/>
                      <a:pt x="21" y="62"/>
                    </a:cubicBezTo>
                    <a:cubicBezTo>
                      <a:pt x="20" y="63"/>
                      <a:pt x="20" y="63"/>
                      <a:pt x="20" y="63"/>
                    </a:cubicBezTo>
                    <a:cubicBezTo>
                      <a:pt x="7" y="75"/>
                      <a:pt x="7" y="75"/>
                      <a:pt x="7" y="75"/>
                    </a:cubicBezTo>
                    <a:cubicBezTo>
                      <a:pt x="2" y="81"/>
                      <a:pt x="2" y="81"/>
                      <a:pt x="2" y="81"/>
                    </a:cubicBezTo>
                    <a:cubicBezTo>
                      <a:pt x="1" y="82"/>
                      <a:pt x="0" y="83"/>
                      <a:pt x="0" y="84"/>
                    </a:cubicBezTo>
                    <a:cubicBezTo>
                      <a:pt x="0" y="88"/>
                      <a:pt x="0" y="88"/>
                      <a:pt x="0" y="88"/>
                    </a:cubicBezTo>
                    <a:cubicBezTo>
                      <a:pt x="0" y="91"/>
                      <a:pt x="2" y="93"/>
                      <a:pt x="4" y="93"/>
                    </a:cubicBezTo>
                    <a:cubicBezTo>
                      <a:pt x="5" y="93"/>
                      <a:pt x="5" y="93"/>
                      <a:pt x="5" y="93"/>
                    </a:cubicBezTo>
                    <a:cubicBezTo>
                      <a:pt x="9" y="93"/>
                      <a:pt x="9" y="93"/>
                      <a:pt x="9" y="93"/>
                    </a:cubicBezTo>
                    <a:cubicBezTo>
                      <a:pt x="11" y="93"/>
                      <a:pt x="12" y="92"/>
                      <a:pt x="12" y="92"/>
                    </a:cubicBezTo>
                    <a:cubicBezTo>
                      <a:pt x="52" y="52"/>
                      <a:pt x="52" y="52"/>
                      <a:pt x="52" y="52"/>
                    </a:cubicBezTo>
                    <a:cubicBezTo>
                      <a:pt x="64" y="53"/>
                      <a:pt x="64" y="53"/>
                      <a:pt x="64" y="53"/>
                    </a:cubicBezTo>
                    <a:cubicBezTo>
                      <a:pt x="65" y="53"/>
                      <a:pt x="65" y="53"/>
                      <a:pt x="65" y="53"/>
                    </a:cubicBezTo>
                    <a:cubicBezTo>
                      <a:pt x="65" y="53"/>
                      <a:pt x="65" y="53"/>
                      <a:pt x="65" y="53"/>
                    </a:cubicBezTo>
                    <a:cubicBezTo>
                      <a:pt x="68" y="53"/>
                      <a:pt x="70" y="52"/>
                      <a:pt x="72" y="50"/>
                    </a:cubicBezTo>
                    <a:cubicBezTo>
                      <a:pt x="92" y="30"/>
                      <a:pt x="92" y="30"/>
                      <a:pt x="92" y="30"/>
                    </a:cubicBezTo>
                    <a:cubicBezTo>
                      <a:pt x="93" y="29"/>
                      <a:pt x="92" y="27"/>
                      <a:pt x="91" y="27"/>
                    </a:cubicBezTo>
                    <a:lnTo>
                      <a:pt x="78" y="26"/>
                    </a:lnTo>
                    <a:close/>
                    <a:moveTo>
                      <a:pt x="78" y="26"/>
                    </a:moveTo>
                    <a:cubicBezTo>
                      <a:pt x="78" y="26"/>
                      <a:pt x="78" y="26"/>
                      <a:pt x="78" y="26"/>
                    </a:cubicBezTo>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58" name="Freeform 56"/>
              <p:cNvSpPr>
                <a:spLocks noEditPoints="1"/>
              </p:cNvSpPr>
              <p:nvPr/>
            </p:nvSpPr>
            <p:spPr bwMode="auto">
              <a:xfrm>
                <a:off x="7522527" y="3107286"/>
                <a:ext cx="229664" cy="229664"/>
              </a:xfrm>
              <a:custGeom>
                <a:avLst/>
                <a:gdLst>
                  <a:gd name="T0" fmla="*/ 78 w 93"/>
                  <a:gd name="T1" fmla="*/ 26 h 93"/>
                  <a:gd name="T2" fmla="*/ 83 w 93"/>
                  <a:gd name="T3" fmla="*/ 21 h 93"/>
                  <a:gd name="T4" fmla="*/ 83 w 93"/>
                  <a:gd name="T5" fmla="*/ 14 h 93"/>
                  <a:gd name="T6" fmla="*/ 80 w 93"/>
                  <a:gd name="T7" fmla="*/ 10 h 93"/>
                  <a:gd name="T8" fmla="*/ 76 w 93"/>
                  <a:gd name="T9" fmla="*/ 9 h 93"/>
                  <a:gd name="T10" fmla="*/ 72 w 93"/>
                  <a:gd name="T11" fmla="*/ 10 h 93"/>
                  <a:gd name="T12" fmla="*/ 67 w 93"/>
                  <a:gd name="T13" fmla="*/ 16 h 93"/>
                  <a:gd name="T14" fmla="*/ 66 w 93"/>
                  <a:gd name="T15" fmla="*/ 2 h 93"/>
                  <a:gd name="T16" fmla="*/ 64 w 93"/>
                  <a:gd name="T17" fmla="*/ 0 h 93"/>
                  <a:gd name="T18" fmla="*/ 63 w 93"/>
                  <a:gd name="T19" fmla="*/ 1 h 93"/>
                  <a:gd name="T20" fmla="*/ 43 w 93"/>
                  <a:gd name="T21" fmla="*/ 21 h 93"/>
                  <a:gd name="T22" fmla="*/ 40 w 93"/>
                  <a:gd name="T23" fmla="*/ 28 h 93"/>
                  <a:gd name="T24" fmla="*/ 40 w 93"/>
                  <a:gd name="T25" fmla="*/ 29 h 93"/>
                  <a:gd name="T26" fmla="*/ 41 w 93"/>
                  <a:gd name="T27" fmla="*/ 42 h 93"/>
                  <a:gd name="T28" fmla="*/ 34 w 93"/>
                  <a:gd name="T29" fmla="*/ 49 h 93"/>
                  <a:gd name="T30" fmla="*/ 21 w 93"/>
                  <a:gd name="T31" fmla="*/ 62 h 93"/>
                  <a:gd name="T32" fmla="*/ 20 w 93"/>
                  <a:gd name="T33" fmla="*/ 63 h 93"/>
                  <a:gd name="T34" fmla="*/ 7 w 93"/>
                  <a:gd name="T35" fmla="*/ 75 h 93"/>
                  <a:gd name="T36" fmla="*/ 2 w 93"/>
                  <a:gd name="T37" fmla="*/ 81 h 93"/>
                  <a:gd name="T38" fmla="*/ 0 w 93"/>
                  <a:gd name="T39" fmla="*/ 84 h 93"/>
                  <a:gd name="T40" fmla="*/ 0 w 93"/>
                  <a:gd name="T41" fmla="*/ 88 h 93"/>
                  <a:gd name="T42" fmla="*/ 4 w 93"/>
                  <a:gd name="T43" fmla="*/ 93 h 93"/>
                  <a:gd name="T44" fmla="*/ 5 w 93"/>
                  <a:gd name="T45" fmla="*/ 93 h 93"/>
                  <a:gd name="T46" fmla="*/ 9 w 93"/>
                  <a:gd name="T47" fmla="*/ 93 h 93"/>
                  <a:gd name="T48" fmla="*/ 12 w 93"/>
                  <a:gd name="T49" fmla="*/ 92 h 93"/>
                  <a:gd name="T50" fmla="*/ 52 w 93"/>
                  <a:gd name="T51" fmla="*/ 52 h 93"/>
                  <a:gd name="T52" fmla="*/ 64 w 93"/>
                  <a:gd name="T53" fmla="*/ 53 h 93"/>
                  <a:gd name="T54" fmla="*/ 65 w 93"/>
                  <a:gd name="T55" fmla="*/ 53 h 93"/>
                  <a:gd name="T56" fmla="*/ 65 w 93"/>
                  <a:gd name="T57" fmla="*/ 53 h 93"/>
                  <a:gd name="T58" fmla="*/ 72 w 93"/>
                  <a:gd name="T59" fmla="*/ 50 h 93"/>
                  <a:gd name="T60" fmla="*/ 92 w 93"/>
                  <a:gd name="T61" fmla="*/ 30 h 93"/>
                  <a:gd name="T62" fmla="*/ 91 w 93"/>
                  <a:gd name="T63" fmla="*/ 27 h 93"/>
                  <a:gd name="T64" fmla="*/ 78 w 93"/>
                  <a:gd name="T65" fmla="*/ 26 h 93"/>
                  <a:gd name="T66" fmla="*/ 78 w 93"/>
                  <a:gd name="T67" fmla="*/ 26 h 93"/>
                  <a:gd name="T68" fmla="*/ 78 w 93"/>
                  <a:gd name="T69" fmla="*/ 26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3" h="93">
                    <a:moveTo>
                      <a:pt x="78" y="26"/>
                    </a:moveTo>
                    <a:cubicBezTo>
                      <a:pt x="83" y="21"/>
                      <a:pt x="83" y="21"/>
                      <a:pt x="83" y="21"/>
                    </a:cubicBezTo>
                    <a:cubicBezTo>
                      <a:pt x="85" y="19"/>
                      <a:pt x="85" y="16"/>
                      <a:pt x="83" y="14"/>
                    </a:cubicBezTo>
                    <a:cubicBezTo>
                      <a:pt x="80" y="10"/>
                      <a:pt x="80" y="10"/>
                      <a:pt x="80" y="10"/>
                    </a:cubicBezTo>
                    <a:cubicBezTo>
                      <a:pt x="79" y="9"/>
                      <a:pt x="77" y="9"/>
                      <a:pt x="76" y="9"/>
                    </a:cubicBezTo>
                    <a:cubicBezTo>
                      <a:pt x="75" y="9"/>
                      <a:pt x="73" y="9"/>
                      <a:pt x="72" y="10"/>
                    </a:cubicBezTo>
                    <a:cubicBezTo>
                      <a:pt x="67" y="16"/>
                      <a:pt x="67" y="16"/>
                      <a:pt x="67" y="16"/>
                    </a:cubicBezTo>
                    <a:cubicBezTo>
                      <a:pt x="66" y="2"/>
                      <a:pt x="66" y="2"/>
                      <a:pt x="66" y="2"/>
                    </a:cubicBezTo>
                    <a:cubicBezTo>
                      <a:pt x="66" y="1"/>
                      <a:pt x="65" y="0"/>
                      <a:pt x="64" y="0"/>
                    </a:cubicBezTo>
                    <a:cubicBezTo>
                      <a:pt x="64" y="0"/>
                      <a:pt x="63" y="0"/>
                      <a:pt x="63" y="1"/>
                    </a:cubicBezTo>
                    <a:cubicBezTo>
                      <a:pt x="43" y="21"/>
                      <a:pt x="43" y="21"/>
                      <a:pt x="43" y="21"/>
                    </a:cubicBezTo>
                    <a:cubicBezTo>
                      <a:pt x="41" y="23"/>
                      <a:pt x="40" y="26"/>
                      <a:pt x="40" y="28"/>
                    </a:cubicBezTo>
                    <a:cubicBezTo>
                      <a:pt x="40" y="29"/>
                      <a:pt x="40" y="29"/>
                      <a:pt x="40" y="29"/>
                    </a:cubicBezTo>
                    <a:cubicBezTo>
                      <a:pt x="41" y="42"/>
                      <a:pt x="41" y="42"/>
                      <a:pt x="41" y="42"/>
                    </a:cubicBezTo>
                    <a:cubicBezTo>
                      <a:pt x="34" y="49"/>
                      <a:pt x="34" y="49"/>
                      <a:pt x="34" y="49"/>
                    </a:cubicBezTo>
                    <a:cubicBezTo>
                      <a:pt x="21" y="62"/>
                      <a:pt x="21" y="62"/>
                      <a:pt x="21" y="62"/>
                    </a:cubicBezTo>
                    <a:cubicBezTo>
                      <a:pt x="20" y="63"/>
                      <a:pt x="20" y="63"/>
                      <a:pt x="20" y="63"/>
                    </a:cubicBezTo>
                    <a:cubicBezTo>
                      <a:pt x="7" y="75"/>
                      <a:pt x="7" y="75"/>
                      <a:pt x="7" y="75"/>
                    </a:cubicBezTo>
                    <a:cubicBezTo>
                      <a:pt x="2" y="81"/>
                      <a:pt x="2" y="81"/>
                      <a:pt x="2" y="81"/>
                    </a:cubicBezTo>
                    <a:cubicBezTo>
                      <a:pt x="1" y="82"/>
                      <a:pt x="0" y="83"/>
                      <a:pt x="0" y="84"/>
                    </a:cubicBezTo>
                    <a:cubicBezTo>
                      <a:pt x="0" y="88"/>
                      <a:pt x="0" y="88"/>
                      <a:pt x="0" y="88"/>
                    </a:cubicBezTo>
                    <a:cubicBezTo>
                      <a:pt x="0" y="91"/>
                      <a:pt x="2" y="93"/>
                      <a:pt x="4" y="93"/>
                    </a:cubicBezTo>
                    <a:cubicBezTo>
                      <a:pt x="5" y="93"/>
                      <a:pt x="5" y="93"/>
                      <a:pt x="5" y="93"/>
                    </a:cubicBezTo>
                    <a:cubicBezTo>
                      <a:pt x="9" y="93"/>
                      <a:pt x="9" y="93"/>
                      <a:pt x="9" y="93"/>
                    </a:cubicBezTo>
                    <a:cubicBezTo>
                      <a:pt x="11" y="93"/>
                      <a:pt x="12" y="92"/>
                      <a:pt x="12" y="92"/>
                    </a:cubicBezTo>
                    <a:cubicBezTo>
                      <a:pt x="52" y="52"/>
                      <a:pt x="52" y="52"/>
                      <a:pt x="52" y="52"/>
                    </a:cubicBezTo>
                    <a:cubicBezTo>
                      <a:pt x="64" y="53"/>
                      <a:pt x="64" y="53"/>
                      <a:pt x="64" y="53"/>
                    </a:cubicBezTo>
                    <a:cubicBezTo>
                      <a:pt x="65" y="53"/>
                      <a:pt x="65" y="53"/>
                      <a:pt x="65" y="53"/>
                    </a:cubicBezTo>
                    <a:cubicBezTo>
                      <a:pt x="65" y="53"/>
                      <a:pt x="65" y="53"/>
                      <a:pt x="65" y="53"/>
                    </a:cubicBezTo>
                    <a:cubicBezTo>
                      <a:pt x="68" y="53"/>
                      <a:pt x="70" y="52"/>
                      <a:pt x="72" y="50"/>
                    </a:cubicBezTo>
                    <a:cubicBezTo>
                      <a:pt x="92" y="30"/>
                      <a:pt x="92" y="30"/>
                      <a:pt x="92" y="30"/>
                    </a:cubicBezTo>
                    <a:cubicBezTo>
                      <a:pt x="93" y="29"/>
                      <a:pt x="92" y="27"/>
                      <a:pt x="91" y="27"/>
                    </a:cubicBezTo>
                    <a:lnTo>
                      <a:pt x="78" y="26"/>
                    </a:lnTo>
                    <a:close/>
                    <a:moveTo>
                      <a:pt x="78" y="26"/>
                    </a:moveTo>
                    <a:cubicBezTo>
                      <a:pt x="78" y="26"/>
                      <a:pt x="78" y="26"/>
                      <a:pt x="78" y="26"/>
                    </a:cubicBezTo>
                  </a:path>
                </a:pathLst>
              </a:custGeom>
              <a:noFill/>
              <a:ln w="14288" cap="flat">
                <a:no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59" name="Freeform 57"/>
            <p:cNvSpPr>
              <a:spLocks/>
            </p:cNvSpPr>
            <p:nvPr/>
          </p:nvSpPr>
          <p:spPr bwMode="auto">
            <a:xfrm>
              <a:off x="7522527" y="3907979"/>
              <a:ext cx="0" cy="2025219"/>
            </a:xfrm>
            <a:custGeom>
              <a:avLst/>
              <a:gdLst>
                <a:gd name="T0" fmla="*/ 1940 h 1940"/>
                <a:gd name="T1" fmla="*/ 0 h 1940"/>
                <a:gd name="T2" fmla="*/ 1940 h 1940"/>
              </a:gdLst>
              <a:ahLst/>
              <a:cxnLst>
                <a:cxn ang="0">
                  <a:pos x="0" y="T0"/>
                </a:cxn>
                <a:cxn ang="0">
                  <a:pos x="0" y="T1"/>
                </a:cxn>
                <a:cxn ang="0">
                  <a:pos x="0" y="T2"/>
                </a:cxn>
              </a:cxnLst>
              <a:rect l="0" t="0" r="r" b="b"/>
              <a:pathLst>
                <a:path h="1940">
                  <a:moveTo>
                    <a:pt x="0" y="1940"/>
                  </a:moveTo>
                  <a:lnTo>
                    <a:pt x="0" y="0"/>
                  </a:lnTo>
                  <a:lnTo>
                    <a:pt x="0" y="194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Line 58"/>
            <p:cNvSpPr>
              <a:spLocks noChangeShapeType="1"/>
            </p:cNvSpPr>
            <p:nvPr/>
          </p:nvSpPr>
          <p:spPr bwMode="auto">
            <a:xfrm flipV="1">
              <a:off x="7522527" y="3907979"/>
              <a:ext cx="0" cy="2025219"/>
            </a:xfrm>
            <a:prstGeom prst="line">
              <a:avLst/>
            </a:prstGeom>
            <a:noFill/>
            <a:ln w="14288" cap="flat">
              <a:solidFill>
                <a:srgbClr val="E7BE2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60"/>
            <p:cNvSpPr>
              <a:spLocks/>
            </p:cNvSpPr>
            <p:nvPr/>
          </p:nvSpPr>
          <p:spPr bwMode="auto">
            <a:xfrm>
              <a:off x="7115395" y="3745126"/>
              <a:ext cx="817396" cy="167028"/>
            </a:xfrm>
            <a:custGeom>
              <a:avLst/>
              <a:gdLst>
                <a:gd name="T0" fmla="*/ 331 w 331"/>
                <a:gd name="T1" fmla="*/ 0 h 68"/>
                <a:gd name="T2" fmla="*/ 165 w 331"/>
                <a:gd name="T3" fmla="*/ 68 h 68"/>
                <a:gd name="T4" fmla="*/ 0 w 331"/>
                <a:gd name="T5" fmla="*/ 0 h 68"/>
              </a:gdLst>
              <a:ahLst/>
              <a:cxnLst>
                <a:cxn ang="0">
                  <a:pos x="T0" y="T1"/>
                </a:cxn>
                <a:cxn ang="0">
                  <a:pos x="T2" y="T3"/>
                </a:cxn>
                <a:cxn ang="0">
                  <a:pos x="T4" y="T5"/>
                </a:cxn>
              </a:cxnLst>
              <a:rect l="0" t="0" r="r" b="b"/>
              <a:pathLst>
                <a:path w="331" h="68">
                  <a:moveTo>
                    <a:pt x="331" y="0"/>
                  </a:moveTo>
                  <a:cubicBezTo>
                    <a:pt x="288" y="42"/>
                    <a:pt x="230" y="68"/>
                    <a:pt x="165" y="68"/>
                  </a:cubicBezTo>
                  <a:cubicBezTo>
                    <a:pt x="101" y="68"/>
                    <a:pt x="43" y="42"/>
                    <a:pt x="0" y="0"/>
                  </a:cubicBezTo>
                </a:path>
              </a:pathLst>
            </a:custGeom>
            <a:noFill/>
            <a:ln w="14288" cap="flat">
              <a:solidFill>
                <a:srgbClr val="E7BE2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Oval 61"/>
            <p:cNvSpPr>
              <a:spLocks noChangeArrowheads="1"/>
            </p:cNvSpPr>
            <p:nvPr/>
          </p:nvSpPr>
          <p:spPr bwMode="auto">
            <a:xfrm>
              <a:off x="8532005" y="4275441"/>
              <a:ext cx="837230" cy="837230"/>
            </a:xfrm>
            <a:prstGeom prst="ellipse">
              <a:avLst/>
            </a:prstGeom>
            <a:solidFill>
              <a:srgbClr val="2199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63"/>
            <p:cNvSpPr>
              <a:spLocks noEditPoints="1"/>
            </p:cNvSpPr>
            <p:nvPr/>
          </p:nvSpPr>
          <p:spPr bwMode="auto">
            <a:xfrm>
              <a:off x="8705297" y="4446645"/>
              <a:ext cx="493778" cy="493778"/>
            </a:xfrm>
            <a:custGeom>
              <a:avLst/>
              <a:gdLst>
                <a:gd name="T0" fmla="*/ 100 w 200"/>
                <a:gd name="T1" fmla="*/ 0 h 200"/>
                <a:gd name="T2" fmla="*/ 0 w 200"/>
                <a:gd name="T3" fmla="*/ 100 h 200"/>
                <a:gd name="T4" fmla="*/ 100 w 200"/>
                <a:gd name="T5" fmla="*/ 200 h 200"/>
                <a:gd name="T6" fmla="*/ 200 w 200"/>
                <a:gd name="T7" fmla="*/ 100 h 200"/>
                <a:gd name="T8" fmla="*/ 100 w 200"/>
                <a:gd name="T9" fmla="*/ 0 h 200"/>
                <a:gd name="T10" fmla="*/ 127 w 200"/>
                <a:gd name="T11" fmla="*/ 139 h 200"/>
                <a:gd name="T12" fmla="*/ 106 w 200"/>
                <a:gd name="T13" fmla="*/ 149 h 200"/>
                <a:gd name="T14" fmla="*/ 106 w 200"/>
                <a:gd name="T15" fmla="*/ 163 h 200"/>
                <a:gd name="T16" fmla="*/ 100 w 200"/>
                <a:gd name="T17" fmla="*/ 163 h 200"/>
                <a:gd name="T18" fmla="*/ 94 w 200"/>
                <a:gd name="T19" fmla="*/ 163 h 200"/>
                <a:gd name="T20" fmla="*/ 94 w 200"/>
                <a:gd name="T21" fmla="*/ 149 h 200"/>
                <a:gd name="T22" fmla="*/ 65 w 200"/>
                <a:gd name="T23" fmla="*/ 122 h 200"/>
                <a:gd name="T24" fmla="*/ 84 w 200"/>
                <a:gd name="T25" fmla="*/ 117 h 200"/>
                <a:gd name="T26" fmla="*/ 100 w 200"/>
                <a:gd name="T27" fmla="*/ 132 h 200"/>
                <a:gd name="T28" fmla="*/ 100 w 200"/>
                <a:gd name="T29" fmla="*/ 132 h 200"/>
                <a:gd name="T30" fmla="*/ 110 w 200"/>
                <a:gd name="T31" fmla="*/ 129 h 200"/>
                <a:gd name="T32" fmla="*/ 113 w 200"/>
                <a:gd name="T33" fmla="*/ 121 h 200"/>
                <a:gd name="T34" fmla="*/ 110 w 200"/>
                <a:gd name="T35" fmla="*/ 114 h 200"/>
                <a:gd name="T36" fmla="*/ 100 w 200"/>
                <a:gd name="T37" fmla="*/ 109 h 200"/>
                <a:gd name="T38" fmla="*/ 96 w 200"/>
                <a:gd name="T39" fmla="*/ 107 h 200"/>
                <a:gd name="T40" fmla="*/ 81 w 200"/>
                <a:gd name="T41" fmla="*/ 101 h 200"/>
                <a:gd name="T42" fmla="*/ 72 w 200"/>
                <a:gd name="T43" fmla="*/ 91 h 200"/>
                <a:gd name="T44" fmla="*/ 69 w 200"/>
                <a:gd name="T45" fmla="*/ 78 h 200"/>
                <a:gd name="T46" fmla="*/ 75 w 200"/>
                <a:gd name="T47" fmla="*/ 59 h 200"/>
                <a:gd name="T48" fmla="*/ 94 w 200"/>
                <a:gd name="T49" fmla="*/ 49 h 200"/>
                <a:gd name="T50" fmla="*/ 94 w 200"/>
                <a:gd name="T51" fmla="*/ 38 h 200"/>
                <a:gd name="T52" fmla="*/ 100 w 200"/>
                <a:gd name="T53" fmla="*/ 38 h 200"/>
                <a:gd name="T54" fmla="*/ 106 w 200"/>
                <a:gd name="T55" fmla="*/ 38 h 200"/>
                <a:gd name="T56" fmla="*/ 106 w 200"/>
                <a:gd name="T57" fmla="*/ 49 h 200"/>
                <a:gd name="T58" fmla="*/ 132 w 200"/>
                <a:gd name="T59" fmla="*/ 71 h 200"/>
                <a:gd name="T60" fmla="*/ 115 w 200"/>
                <a:gd name="T61" fmla="*/ 78 h 200"/>
                <a:gd name="T62" fmla="*/ 100 w 200"/>
                <a:gd name="T63" fmla="*/ 64 h 200"/>
                <a:gd name="T64" fmla="*/ 100 w 200"/>
                <a:gd name="T65" fmla="*/ 64 h 200"/>
                <a:gd name="T66" fmla="*/ 92 w 200"/>
                <a:gd name="T67" fmla="*/ 67 h 200"/>
                <a:gd name="T68" fmla="*/ 89 w 200"/>
                <a:gd name="T69" fmla="*/ 75 h 200"/>
                <a:gd name="T70" fmla="*/ 92 w 200"/>
                <a:gd name="T71" fmla="*/ 81 h 200"/>
                <a:gd name="T72" fmla="*/ 100 w 200"/>
                <a:gd name="T73" fmla="*/ 85 h 200"/>
                <a:gd name="T74" fmla="*/ 105 w 200"/>
                <a:gd name="T75" fmla="*/ 87 h 200"/>
                <a:gd name="T76" fmla="*/ 121 w 200"/>
                <a:gd name="T77" fmla="*/ 95 h 200"/>
                <a:gd name="T78" fmla="*/ 131 w 200"/>
                <a:gd name="T79" fmla="*/ 104 h 200"/>
                <a:gd name="T80" fmla="*/ 135 w 200"/>
                <a:gd name="T81" fmla="*/ 118 h 200"/>
                <a:gd name="T82" fmla="*/ 127 w 200"/>
                <a:gd name="T83" fmla="*/ 139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0" h="200">
                  <a:moveTo>
                    <a:pt x="100" y="0"/>
                  </a:moveTo>
                  <a:cubicBezTo>
                    <a:pt x="45" y="0"/>
                    <a:pt x="0" y="45"/>
                    <a:pt x="0" y="100"/>
                  </a:cubicBezTo>
                  <a:cubicBezTo>
                    <a:pt x="0" y="156"/>
                    <a:pt x="45" y="200"/>
                    <a:pt x="100" y="200"/>
                  </a:cubicBezTo>
                  <a:cubicBezTo>
                    <a:pt x="155" y="200"/>
                    <a:pt x="200" y="156"/>
                    <a:pt x="200" y="100"/>
                  </a:cubicBezTo>
                  <a:cubicBezTo>
                    <a:pt x="200" y="45"/>
                    <a:pt x="155" y="0"/>
                    <a:pt x="100" y="0"/>
                  </a:cubicBezTo>
                  <a:close/>
                  <a:moveTo>
                    <a:pt x="127" y="139"/>
                  </a:moveTo>
                  <a:cubicBezTo>
                    <a:pt x="122" y="144"/>
                    <a:pt x="115" y="148"/>
                    <a:pt x="106" y="149"/>
                  </a:cubicBezTo>
                  <a:cubicBezTo>
                    <a:pt x="106" y="163"/>
                    <a:pt x="106" y="163"/>
                    <a:pt x="106" y="163"/>
                  </a:cubicBezTo>
                  <a:cubicBezTo>
                    <a:pt x="100" y="163"/>
                    <a:pt x="100" y="163"/>
                    <a:pt x="100" y="163"/>
                  </a:cubicBezTo>
                  <a:cubicBezTo>
                    <a:pt x="94" y="163"/>
                    <a:pt x="94" y="163"/>
                    <a:pt x="94" y="163"/>
                  </a:cubicBezTo>
                  <a:cubicBezTo>
                    <a:pt x="94" y="149"/>
                    <a:pt x="94" y="149"/>
                    <a:pt x="94" y="149"/>
                  </a:cubicBezTo>
                  <a:cubicBezTo>
                    <a:pt x="78" y="147"/>
                    <a:pt x="69" y="138"/>
                    <a:pt x="65" y="122"/>
                  </a:cubicBezTo>
                  <a:cubicBezTo>
                    <a:pt x="84" y="117"/>
                    <a:pt x="84" y="117"/>
                    <a:pt x="84" y="117"/>
                  </a:cubicBezTo>
                  <a:cubicBezTo>
                    <a:pt x="85" y="127"/>
                    <a:pt x="91" y="132"/>
                    <a:pt x="100" y="132"/>
                  </a:cubicBezTo>
                  <a:cubicBezTo>
                    <a:pt x="100" y="132"/>
                    <a:pt x="100" y="132"/>
                    <a:pt x="100" y="132"/>
                  </a:cubicBezTo>
                  <a:cubicBezTo>
                    <a:pt x="105" y="132"/>
                    <a:pt x="108" y="131"/>
                    <a:pt x="110" y="129"/>
                  </a:cubicBezTo>
                  <a:cubicBezTo>
                    <a:pt x="112" y="127"/>
                    <a:pt x="113" y="124"/>
                    <a:pt x="113" y="121"/>
                  </a:cubicBezTo>
                  <a:cubicBezTo>
                    <a:pt x="113" y="118"/>
                    <a:pt x="112" y="115"/>
                    <a:pt x="110" y="114"/>
                  </a:cubicBezTo>
                  <a:cubicBezTo>
                    <a:pt x="108" y="112"/>
                    <a:pt x="105" y="111"/>
                    <a:pt x="100" y="109"/>
                  </a:cubicBezTo>
                  <a:cubicBezTo>
                    <a:pt x="99" y="108"/>
                    <a:pt x="98" y="108"/>
                    <a:pt x="96" y="107"/>
                  </a:cubicBezTo>
                  <a:cubicBezTo>
                    <a:pt x="90" y="105"/>
                    <a:pt x="85" y="103"/>
                    <a:pt x="81" y="101"/>
                  </a:cubicBezTo>
                  <a:cubicBezTo>
                    <a:pt x="77" y="99"/>
                    <a:pt x="74" y="95"/>
                    <a:pt x="72" y="91"/>
                  </a:cubicBezTo>
                  <a:cubicBezTo>
                    <a:pt x="70" y="87"/>
                    <a:pt x="69" y="83"/>
                    <a:pt x="69" y="78"/>
                  </a:cubicBezTo>
                  <a:cubicBezTo>
                    <a:pt x="69" y="71"/>
                    <a:pt x="71" y="64"/>
                    <a:pt x="75" y="59"/>
                  </a:cubicBezTo>
                  <a:cubicBezTo>
                    <a:pt x="79" y="53"/>
                    <a:pt x="85" y="50"/>
                    <a:pt x="94" y="49"/>
                  </a:cubicBezTo>
                  <a:cubicBezTo>
                    <a:pt x="94" y="38"/>
                    <a:pt x="94" y="38"/>
                    <a:pt x="94" y="38"/>
                  </a:cubicBezTo>
                  <a:cubicBezTo>
                    <a:pt x="100" y="38"/>
                    <a:pt x="100" y="38"/>
                    <a:pt x="100" y="38"/>
                  </a:cubicBezTo>
                  <a:cubicBezTo>
                    <a:pt x="106" y="38"/>
                    <a:pt x="106" y="38"/>
                    <a:pt x="106" y="38"/>
                  </a:cubicBezTo>
                  <a:cubicBezTo>
                    <a:pt x="106" y="49"/>
                    <a:pt x="106" y="49"/>
                    <a:pt x="106" y="49"/>
                  </a:cubicBezTo>
                  <a:cubicBezTo>
                    <a:pt x="119" y="50"/>
                    <a:pt x="128" y="58"/>
                    <a:pt x="132" y="71"/>
                  </a:cubicBezTo>
                  <a:cubicBezTo>
                    <a:pt x="115" y="78"/>
                    <a:pt x="115" y="78"/>
                    <a:pt x="115" y="78"/>
                  </a:cubicBezTo>
                  <a:cubicBezTo>
                    <a:pt x="112" y="69"/>
                    <a:pt x="107" y="64"/>
                    <a:pt x="100" y="64"/>
                  </a:cubicBezTo>
                  <a:cubicBezTo>
                    <a:pt x="100" y="64"/>
                    <a:pt x="100" y="64"/>
                    <a:pt x="100" y="64"/>
                  </a:cubicBezTo>
                  <a:cubicBezTo>
                    <a:pt x="97" y="64"/>
                    <a:pt x="94" y="65"/>
                    <a:pt x="92" y="67"/>
                  </a:cubicBezTo>
                  <a:cubicBezTo>
                    <a:pt x="90" y="69"/>
                    <a:pt x="89" y="72"/>
                    <a:pt x="89" y="75"/>
                  </a:cubicBezTo>
                  <a:cubicBezTo>
                    <a:pt x="89" y="78"/>
                    <a:pt x="90" y="80"/>
                    <a:pt x="92" y="81"/>
                  </a:cubicBezTo>
                  <a:cubicBezTo>
                    <a:pt x="94" y="83"/>
                    <a:pt x="96" y="84"/>
                    <a:pt x="100" y="85"/>
                  </a:cubicBezTo>
                  <a:cubicBezTo>
                    <a:pt x="101" y="86"/>
                    <a:pt x="103" y="87"/>
                    <a:pt x="105" y="87"/>
                  </a:cubicBezTo>
                  <a:cubicBezTo>
                    <a:pt x="112" y="90"/>
                    <a:pt x="117" y="92"/>
                    <a:pt x="121" y="95"/>
                  </a:cubicBezTo>
                  <a:cubicBezTo>
                    <a:pt x="125" y="97"/>
                    <a:pt x="129" y="100"/>
                    <a:pt x="131" y="104"/>
                  </a:cubicBezTo>
                  <a:cubicBezTo>
                    <a:pt x="133" y="108"/>
                    <a:pt x="135" y="113"/>
                    <a:pt x="135" y="118"/>
                  </a:cubicBezTo>
                  <a:cubicBezTo>
                    <a:pt x="135" y="127"/>
                    <a:pt x="132" y="133"/>
                    <a:pt x="127" y="139"/>
                  </a:cubicBezTo>
                  <a:close/>
                </a:path>
              </a:pathLst>
            </a:cu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66" name="Freeform 64"/>
            <p:cNvSpPr>
              <a:spLocks/>
            </p:cNvSpPr>
            <p:nvPr/>
          </p:nvSpPr>
          <p:spPr bwMode="auto">
            <a:xfrm>
              <a:off x="8951664" y="5271348"/>
              <a:ext cx="0" cy="661850"/>
            </a:xfrm>
            <a:custGeom>
              <a:avLst/>
              <a:gdLst>
                <a:gd name="T0" fmla="*/ 634 h 634"/>
                <a:gd name="T1" fmla="*/ 0 h 634"/>
                <a:gd name="T2" fmla="*/ 634 h 634"/>
              </a:gdLst>
              <a:ahLst/>
              <a:cxnLst>
                <a:cxn ang="0">
                  <a:pos x="0" y="T0"/>
                </a:cxn>
                <a:cxn ang="0">
                  <a:pos x="0" y="T1"/>
                </a:cxn>
                <a:cxn ang="0">
                  <a:pos x="0" y="T2"/>
                </a:cxn>
              </a:cxnLst>
              <a:rect l="0" t="0" r="r" b="b"/>
              <a:pathLst>
                <a:path h="634">
                  <a:moveTo>
                    <a:pt x="0" y="634"/>
                  </a:moveTo>
                  <a:lnTo>
                    <a:pt x="0" y="0"/>
                  </a:lnTo>
                  <a:lnTo>
                    <a:pt x="0" y="63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Line 65"/>
            <p:cNvSpPr>
              <a:spLocks noChangeShapeType="1"/>
            </p:cNvSpPr>
            <p:nvPr/>
          </p:nvSpPr>
          <p:spPr bwMode="auto">
            <a:xfrm flipV="1">
              <a:off x="8951664" y="5271348"/>
              <a:ext cx="0" cy="661850"/>
            </a:xfrm>
            <a:prstGeom prst="line">
              <a:avLst/>
            </a:prstGeom>
            <a:noFill/>
            <a:ln w="14288" cap="flat">
              <a:solidFill>
                <a:srgbClr val="219980"/>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67"/>
            <p:cNvSpPr>
              <a:spLocks/>
            </p:cNvSpPr>
            <p:nvPr/>
          </p:nvSpPr>
          <p:spPr bwMode="auto">
            <a:xfrm>
              <a:off x="8544532" y="5101188"/>
              <a:ext cx="814263" cy="170161"/>
            </a:xfrm>
            <a:custGeom>
              <a:avLst/>
              <a:gdLst>
                <a:gd name="T0" fmla="*/ 330 w 330"/>
                <a:gd name="T1" fmla="*/ 0 h 69"/>
                <a:gd name="T2" fmla="*/ 165 w 330"/>
                <a:gd name="T3" fmla="*/ 69 h 69"/>
                <a:gd name="T4" fmla="*/ 0 w 330"/>
                <a:gd name="T5" fmla="*/ 0 h 69"/>
              </a:gdLst>
              <a:ahLst/>
              <a:cxnLst>
                <a:cxn ang="0">
                  <a:pos x="T0" y="T1"/>
                </a:cxn>
                <a:cxn ang="0">
                  <a:pos x="T2" y="T3"/>
                </a:cxn>
                <a:cxn ang="0">
                  <a:pos x="T4" y="T5"/>
                </a:cxn>
              </a:cxnLst>
              <a:rect l="0" t="0" r="r" b="b"/>
              <a:pathLst>
                <a:path w="330" h="69">
                  <a:moveTo>
                    <a:pt x="330" y="0"/>
                  </a:moveTo>
                  <a:cubicBezTo>
                    <a:pt x="288" y="43"/>
                    <a:pt x="229" y="69"/>
                    <a:pt x="165" y="69"/>
                  </a:cubicBezTo>
                  <a:cubicBezTo>
                    <a:pt x="100" y="69"/>
                    <a:pt x="42" y="43"/>
                    <a:pt x="0" y="0"/>
                  </a:cubicBezTo>
                </a:path>
              </a:pathLst>
            </a:custGeom>
            <a:noFill/>
            <a:ln w="14288" cap="flat">
              <a:solidFill>
                <a:srgbClr val="21998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82" name="文本框 81"/>
          <p:cNvSpPr txBox="1"/>
          <p:nvPr/>
        </p:nvSpPr>
        <p:spPr>
          <a:xfrm>
            <a:off x="1830346" y="2661515"/>
            <a:ext cx="2856518" cy="720197"/>
          </a:xfrm>
          <a:prstGeom prst="rect">
            <a:avLst/>
          </a:prstGeom>
          <a:noFill/>
        </p:spPr>
        <p:txBody>
          <a:bodyPr wrap="square" rtlCol="0">
            <a:spAutoFit/>
          </a:bodyPr>
          <a:lstStyle/>
          <a:p>
            <a:pPr algn="ctr">
              <a:lnSpc>
                <a:spcPct val="120000"/>
              </a:lnSpc>
            </a:pPr>
            <a:r>
              <a:rPr lang="zh-CN" altLang="en-US" sz="2000" b="1" dirty="0">
                <a:solidFill>
                  <a:schemeClr val="tx1">
                    <a:lumMod val="65000"/>
                    <a:lumOff val="35000"/>
                  </a:schemeClr>
                </a:solidFill>
              </a:rPr>
              <a:t>添加标题</a:t>
            </a:r>
            <a:endParaRPr lang="en-US" altLang="zh-CN" sz="2000" b="1" dirty="0">
              <a:solidFill>
                <a:schemeClr val="tx1">
                  <a:lumMod val="65000"/>
                  <a:lumOff val="35000"/>
                </a:schemeClr>
              </a:solidFill>
            </a:endParaRPr>
          </a:p>
          <a:p>
            <a:pPr algn="ctr">
              <a:lnSpc>
                <a:spcPct val="120000"/>
              </a:lnSpc>
            </a:pPr>
            <a:r>
              <a:rPr lang="zh-CN" altLang="en-US" sz="1400" dirty="0">
                <a:solidFill>
                  <a:schemeClr val="tx1">
                    <a:lumMod val="65000"/>
                    <a:lumOff val="35000"/>
                  </a:schemeClr>
                </a:solidFill>
              </a:rPr>
              <a:t>添加内容添加内容</a:t>
            </a:r>
          </a:p>
        </p:txBody>
      </p:sp>
      <p:sp>
        <p:nvSpPr>
          <p:cNvPr id="83" name="文本框 82"/>
          <p:cNvSpPr txBox="1"/>
          <p:nvPr/>
        </p:nvSpPr>
        <p:spPr>
          <a:xfrm>
            <a:off x="3239482" y="1313583"/>
            <a:ext cx="2856518" cy="830997"/>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ctr">
              <a:lnSpc>
                <a:spcPct val="120000"/>
              </a:lnSpc>
            </a:pPr>
            <a:r>
              <a:rPr lang="zh-CN" altLang="en-US" sz="1600" dirty="0">
                <a:solidFill>
                  <a:schemeClr val="tx1">
                    <a:lumMod val="65000"/>
                    <a:lumOff val="35000"/>
                  </a:schemeClr>
                </a:solidFill>
              </a:rPr>
              <a:t>添加内容添加内容</a:t>
            </a:r>
          </a:p>
        </p:txBody>
      </p:sp>
      <p:sp>
        <p:nvSpPr>
          <p:cNvPr id="84" name="文本框 83"/>
          <p:cNvSpPr txBox="1"/>
          <p:nvPr/>
        </p:nvSpPr>
        <p:spPr>
          <a:xfrm>
            <a:off x="6110615" y="2012161"/>
            <a:ext cx="2856518" cy="830997"/>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ctr">
              <a:lnSpc>
                <a:spcPct val="120000"/>
              </a:lnSpc>
            </a:pPr>
            <a:r>
              <a:rPr lang="zh-CN" altLang="en-US" sz="1600" dirty="0">
                <a:solidFill>
                  <a:schemeClr val="tx1">
                    <a:lumMod val="65000"/>
                    <a:lumOff val="35000"/>
                  </a:schemeClr>
                </a:solidFill>
              </a:rPr>
              <a:t>添加内容添加内容</a:t>
            </a:r>
          </a:p>
        </p:txBody>
      </p:sp>
      <p:sp>
        <p:nvSpPr>
          <p:cNvPr id="85" name="文本框 84"/>
          <p:cNvSpPr txBox="1"/>
          <p:nvPr/>
        </p:nvSpPr>
        <p:spPr>
          <a:xfrm>
            <a:off x="4657836" y="3079205"/>
            <a:ext cx="2856518" cy="720197"/>
          </a:xfrm>
          <a:prstGeom prst="rect">
            <a:avLst/>
          </a:prstGeom>
          <a:noFill/>
        </p:spPr>
        <p:txBody>
          <a:bodyPr wrap="square" rtlCol="0">
            <a:spAutoFit/>
          </a:bodyPr>
          <a:lstStyle/>
          <a:p>
            <a:pPr algn="ctr">
              <a:lnSpc>
                <a:spcPct val="120000"/>
              </a:lnSpc>
            </a:pPr>
            <a:r>
              <a:rPr lang="zh-CN" altLang="en-US" sz="2000" b="1" dirty="0">
                <a:solidFill>
                  <a:schemeClr val="tx1">
                    <a:lumMod val="65000"/>
                    <a:lumOff val="35000"/>
                  </a:schemeClr>
                </a:solidFill>
              </a:rPr>
              <a:t>添加标题</a:t>
            </a:r>
            <a:endParaRPr lang="en-US" altLang="zh-CN" sz="2000" b="1" dirty="0">
              <a:solidFill>
                <a:schemeClr val="tx1">
                  <a:lumMod val="65000"/>
                  <a:lumOff val="35000"/>
                </a:schemeClr>
              </a:solidFill>
            </a:endParaRPr>
          </a:p>
          <a:p>
            <a:pPr algn="ctr">
              <a:lnSpc>
                <a:spcPct val="120000"/>
              </a:lnSpc>
            </a:pPr>
            <a:r>
              <a:rPr lang="zh-CN" altLang="en-US" sz="1400" dirty="0">
                <a:solidFill>
                  <a:schemeClr val="tx1">
                    <a:lumMod val="65000"/>
                    <a:lumOff val="35000"/>
                  </a:schemeClr>
                </a:solidFill>
              </a:rPr>
              <a:t>添加内容添加内容</a:t>
            </a:r>
          </a:p>
        </p:txBody>
      </p:sp>
      <p:sp>
        <p:nvSpPr>
          <p:cNvPr id="86" name="文本框 85"/>
          <p:cNvSpPr txBox="1"/>
          <p:nvPr/>
        </p:nvSpPr>
        <p:spPr>
          <a:xfrm>
            <a:off x="7538874" y="3423061"/>
            <a:ext cx="2856518" cy="830997"/>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ctr">
              <a:lnSpc>
                <a:spcPct val="120000"/>
              </a:lnSpc>
            </a:pPr>
            <a:r>
              <a:rPr lang="zh-CN" altLang="en-US" sz="1600" dirty="0">
                <a:solidFill>
                  <a:schemeClr val="tx1">
                    <a:lumMod val="65000"/>
                    <a:lumOff val="35000"/>
                  </a:schemeClr>
                </a:solidFill>
              </a:rPr>
              <a:t>添加内容添加内容</a:t>
            </a:r>
          </a:p>
        </p:txBody>
      </p:sp>
      <p:sp>
        <p:nvSpPr>
          <p:cNvPr id="68" name="矩形 39"/>
          <p:cNvSpPr/>
          <p:nvPr/>
        </p:nvSpPr>
        <p:spPr>
          <a:xfrm>
            <a:off x="0" y="203088"/>
            <a:ext cx="1261884" cy="523220"/>
          </a:xfrm>
          <a:prstGeom prst="rect">
            <a:avLst/>
          </a:prstGeom>
          <a:noFill/>
        </p:spPr>
        <p:txBody>
          <a:bodyPr wrap="none" rtlCol="0">
            <a:spAutoFit/>
          </a:bodyPr>
          <a:lstStyle/>
          <a:p>
            <a:r>
              <a:rPr lang="zh-CN" altLang="en-US" sz="2800" b="1" dirty="0">
                <a:solidFill>
                  <a:schemeClr val="tx1">
                    <a:lumMod val="65000"/>
                    <a:lumOff val="35000"/>
                  </a:schemeClr>
                </a:solidFill>
              </a:rPr>
              <a:t>时间线</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2897168951"/>
      </p:ext>
    </p:extLst>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5"/>
          <p:cNvSpPr>
            <a:spLocks/>
          </p:cNvSpPr>
          <p:nvPr/>
        </p:nvSpPr>
        <p:spPr bwMode="auto">
          <a:xfrm>
            <a:off x="3033195" y="6041668"/>
            <a:ext cx="6409386" cy="0"/>
          </a:xfrm>
          <a:custGeom>
            <a:avLst/>
            <a:gdLst>
              <a:gd name="T0" fmla="*/ 0 w 3501"/>
              <a:gd name="T1" fmla="*/ 3501 w 3501"/>
              <a:gd name="T2" fmla="*/ 0 w 3501"/>
            </a:gdLst>
            <a:ahLst/>
            <a:cxnLst>
              <a:cxn ang="0">
                <a:pos x="T0" y="0"/>
              </a:cxn>
              <a:cxn ang="0">
                <a:pos x="T1" y="0"/>
              </a:cxn>
              <a:cxn ang="0">
                <a:pos x="T2" y="0"/>
              </a:cxn>
            </a:cxnLst>
            <a:rect l="0" t="0" r="r" b="b"/>
            <a:pathLst>
              <a:path w="3501">
                <a:moveTo>
                  <a:pt x="0" y="0"/>
                </a:moveTo>
                <a:lnTo>
                  <a:pt x="350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Line 6"/>
          <p:cNvSpPr>
            <a:spLocks noChangeShapeType="1"/>
          </p:cNvSpPr>
          <p:nvPr/>
        </p:nvSpPr>
        <p:spPr bwMode="auto">
          <a:xfrm>
            <a:off x="3033195" y="6041668"/>
            <a:ext cx="6409386" cy="0"/>
          </a:xfrm>
          <a:prstGeom prst="line">
            <a:avLst/>
          </a:prstGeom>
          <a:noFill/>
          <a:ln w="14288" cap="flat">
            <a:solidFill>
              <a:srgbClr val="C8C8C8"/>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5" name="Freeform 7"/>
          <p:cNvSpPr>
            <a:spLocks/>
          </p:cNvSpPr>
          <p:nvPr/>
        </p:nvSpPr>
        <p:spPr bwMode="auto">
          <a:xfrm>
            <a:off x="3622690" y="6041668"/>
            <a:ext cx="809183" cy="637094"/>
          </a:xfrm>
          <a:custGeom>
            <a:avLst/>
            <a:gdLst>
              <a:gd name="T0" fmla="*/ 177 w 187"/>
              <a:gd name="T1" fmla="*/ 97 h 147"/>
              <a:gd name="T2" fmla="*/ 65 w 187"/>
              <a:gd name="T3" fmla="*/ 75 h 147"/>
              <a:gd name="T4" fmla="*/ 0 w 187"/>
              <a:gd name="T5" fmla="*/ 5 h 147"/>
              <a:gd name="T6" fmla="*/ 78 w 187"/>
              <a:gd name="T7" fmla="*/ 10 h 147"/>
              <a:gd name="T8" fmla="*/ 177 w 187"/>
              <a:gd name="T9" fmla="*/ 97 h 147"/>
            </a:gdLst>
            <a:ahLst/>
            <a:cxnLst>
              <a:cxn ang="0">
                <a:pos x="T0" y="T1"/>
              </a:cxn>
              <a:cxn ang="0">
                <a:pos x="T2" y="T3"/>
              </a:cxn>
              <a:cxn ang="0">
                <a:pos x="T4" y="T5"/>
              </a:cxn>
              <a:cxn ang="0">
                <a:pos x="T6" y="T7"/>
              </a:cxn>
              <a:cxn ang="0">
                <a:pos x="T8" y="T9"/>
              </a:cxn>
            </a:cxnLst>
            <a:rect l="0" t="0" r="r" b="b"/>
            <a:pathLst>
              <a:path w="187" h="147">
                <a:moveTo>
                  <a:pt x="177" y="97"/>
                </a:moveTo>
                <a:cubicBezTo>
                  <a:pt x="167" y="147"/>
                  <a:pt x="109" y="111"/>
                  <a:pt x="65" y="75"/>
                </a:cubicBezTo>
                <a:cubicBezTo>
                  <a:pt x="29" y="46"/>
                  <a:pt x="0" y="5"/>
                  <a:pt x="0" y="5"/>
                </a:cubicBezTo>
                <a:cubicBezTo>
                  <a:pt x="0" y="5"/>
                  <a:pt x="38" y="0"/>
                  <a:pt x="78" y="10"/>
                </a:cubicBezTo>
                <a:cubicBezTo>
                  <a:pt x="127" y="21"/>
                  <a:pt x="187" y="47"/>
                  <a:pt x="177" y="97"/>
                </a:cubicBezTo>
                <a:close/>
              </a:path>
            </a:pathLst>
          </a:custGeom>
          <a:gradFill flip="none" rotWithShape="1">
            <a:gsLst>
              <a:gs pos="100000">
                <a:schemeClr val="bg1">
                  <a:alpha val="0"/>
                </a:schemeClr>
              </a:gs>
              <a:gs pos="0">
                <a:schemeClr val="tx1">
                  <a:lumMod val="95000"/>
                  <a:lumOff val="5000"/>
                  <a:alpha val="35000"/>
                </a:schemeClr>
              </a:gs>
            </a:gsLst>
            <a:lin ang="2700000" scaled="1"/>
            <a:tileRect/>
          </a:gradFill>
          <a:ln>
            <a:noFill/>
          </a:ln>
          <a:effectLst>
            <a:softEdge rad="25400"/>
          </a:effectLst>
        </p:spPr>
        <p:txBody>
          <a:bodyPr vert="horz" wrap="square" lIns="91440" tIns="45720" rIns="91440" bIns="45720" numCol="1" anchor="t" anchorCtr="0" compatLnSpc="1">
            <a:prstTxWarp prst="textNoShape">
              <a:avLst/>
            </a:prstTxWarp>
          </a:bodyPr>
          <a:lstStyle/>
          <a:p>
            <a:endParaRPr lang="zh-CN" altLang="en-US"/>
          </a:p>
        </p:txBody>
      </p:sp>
      <p:sp>
        <p:nvSpPr>
          <p:cNvPr id="6" name="Oval 8"/>
          <p:cNvSpPr>
            <a:spLocks noChangeArrowheads="1"/>
          </p:cNvSpPr>
          <p:nvPr/>
        </p:nvSpPr>
        <p:spPr bwMode="auto">
          <a:xfrm>
            <a:off x="3582414" y="5962947"/>
            <a:ext cx="161104" cy="161104"/>
          </a:xfrm>
          <a:prstGeom prst="ellipse">
            <a:avLst/>
          </a:prstGeom>
          <a:solidFill>
            <a:srgbClr val="5EC6D3"/>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7" name="Oval 9"/>
          <p:cNvSpPr>
            <a:spLocks noChangeArrowheads="1"/>
          </p:cNvSpPr>
          <p:nvPr/>
        </p:nvSpPr>
        <p:spPr bwMode="auto">
          <a:xfrm>
            <a:off x="3630013" y="6010546"/>
            <a:ext cx="65906" cy="65906"/>
          </a:xfrm>
          <a:prstGeom prst="ellipse">
            <a:avLst/>
          </a:pr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 name="Freeform 10"/>
          <p:cNvSpPr>
            <a:spLocks/>
          </p:cNvSpPr>
          <p:nvPr/>
        </p:nvSpPr>
        <p:spPr bwMode="auto">
          <a:xfrm>
            <a:off x="3223591" y="3390771"/>
            <a:ext cx="875089" cy="2515423"/>
          </a:xfrm>
          <a:custGeom>
            <a:avLst/>
            <a:gdLst>
              <a:gd name="T0" fmla="*/ 202 w 202"/>
              <a:gd name="T1" fmla="*/ 101 h 580"/>
              <a:gd name="T2" fmla="*/ 101 w 202"/>
              <a:gd name="T3" fmla="*/ 0 h 580"/>
              <a:gd name="T4" fmla="*/ 0 w 202"/>
              <a:gd name="T5" fmla="*/ 101 h 580"/>
              <a:gd name="T6" fmla="*/ 98 w 202"/>
              <a:gd name="T7" fmla="*/ 234 h 580"/>
              <a:gd name="T8" fmla="*/ 98 w 202"/>
              <a:gd name="T9" fmla="*/ 577 h 580"/>
              <a:gd name="T10" fmla="*/ 101 w 202"/>
              <a:gd name="T11" fmla="*/ 580 h 580"/>
              <a:gd name="T12" fmla="*/ 104 w 202"/>
              <a:gd name="T13" fmla="*/ 577 h 580"/>
              <a:gd name="T14" fmla="*/ 104 w 202"/>
              <a:gd name="T15" fmla="*/ 234 h 580"/>
              <a:gd name="T16" fmla="*/ 202 w 202"/>
              <a:gd name="T17" fmla="*/ 101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2" h="580">
                <a:moveTo>
                  <a:pt x="202" y="101"/>
                </a:moveTo>
                <a:cubicBezTo>
                  <a:pt x="202" y="46"/>
                  <a:pt x="157" y="0"/>
                  <a:pt x="101" y="0"/>
                </a:cubicBezTo>
                <a:cubicBezTo>
                  <a:pt x="45" y="0"/>
                  <a:pt x="0" y="46"/>
                  <a:pt x="0" y="101"/>
                </a:cubicBezTo>
                <a:cubicBezTo>
                  <a:pt x="0" y="152"/>
                  <a:pt x="81" y="220"/>
                  <a:pt x="98" y="234"/>
                </a:cubicBezTo>
                <a:cubicBezTo>
                  <a:pt x="98" y="577"/>
                  <a:pt x="98" y="577"/>
                  <a:pt x="98" y="577"/>
                </a:cubicBezTo>
                <a:cubicBezTo>
                  <a:pt x="98" y="578"/>
                  <a:pt x="100" y="580"/>
                  <a:pt x="101" y="580"/>
                </a:cubicBezTo>
                <a:cubicBezTo>
                  <a:pt x="103" y="580"/>
                  <a:pt x="104" y="578"/>
                  <a:pt x="104" y="577"/>
                </a:cubicBezTo>
                <a:cubicBezTo>
                  <a:pt x="104" y="234"/>
                  <a:pt x="104" y="234"/>
                  <a:pt x="104" y="234"/>
                </a:cubicBezTo>
                <a:cubicBezTo>
                  <a:pt x="121" y="220"/>
                  <a:pt x="202" y="152"/>
                  <a:pt x="202" y="101"/>
                </a:cubicBezTo>
                <a:close/>
              </a:path>
            </a:pathLst>
          </a:custGeom>
          <a:solidFill>
            <a:srgbClr val="5EC6D3"/>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 name="Freeform 11"/>
          <p:cNvSpPr>
            <a:spLocks/>
          </p:cNvSpPr>
          <p:nvPr/>
        </p:nvSpPr>
        <p:spPr bwMode="auto">
          <a:xfrm>
            <a:off x="4779712" y="6041668"/>
            <a:ext cx="809183" cy="637094"/>
          </a:xfrm>
          <a:custGeom>
            <a:avLst/>
            <a:gdLst>
              <a:gd name="T0" fmla="*/ 177 w 187"/>
              <a:gd name="T1" fmla="*/ 97 h 147"/>
              <a:gd name="T2" fmla="*/ 65 w 187"/>
              <a:gd name="T3" fmla="*/ 75 h 147"/>
              <a:gd name="T4" fmla="*/ 0 w 187"/>
              <a:gd name="T5" fmla="*/ 5 h 147"/>
              <a:gd name="T6" fmla="*/ 78 w 187"/>
              <a:gd name="T7" fmla="*/ 10 h 147"/>
              <a:gd name="T8" fmla="*/ 177 w 187"/>
              <a:gd name="T9" fmla="*/ 97 h 147"/>
            </a:gdLst>
            <a:ahLst/>
            <a:cxnLst>
              <a:cxn ang="0">
                <a:pos x="T0" y="T1"/>
              </a:cxn>
              <a:cxn ang="0">
                <a:pos x="T2" y="T3"/>
              </a:cxn>
              <a:cxn ang="0">
                <a:pos x="T4" y="T5"/>
              </a:cxn>
              <a:cxn ang="0">
                <a:pos x="T6" y="T7"/>
              </a:cxn>
              <a:cxn ang="0">
                <a:pos x="T8" y="T9"/>
              </a:cxn>
            </a:cxnLst>
            <a:rect l="0" t="0" r="r" b="b"/>
            <a:pathLst>
              <a:path w="187" h="147">
                <a:moveTo>
                  <a:pt x="177" y="97"/>
                </a:moveTo>
                <a:cubicBezTo>
                  <a:pt x="167" y="147"/>
                  <a:pt x="110" y="111"/>
                  <a:pt x="65" y="75"/>
                </a:cubicBezTo>
                <a:cubicBezTo>
                  <a:pt x="29" y="46"/>
                  <a:pt x="0" y="5"/>
                  <a:pt x="0" y="5"/>
                </a:cubicBezTo>
                <a:cubicBezTo>
                  <a:pt x="0" y="5"/>
                  <a:pt x="38" y="0"/>
                  <a:pt x="78" y="10"/>
                </a:cubicBezTo>
                <a:cubicBezTo>
                  <a:pt x="127" y="21"/>
                  <a:pt x="187" y="47"/>
                  <a:pt x="177" y="97"/>
                </a:cubicBezTo>
                <a:close/>
              </a:path>
            </a:pathLst>
          </a:custGeom>
          <a:gradFill flip="none" rotWithShape="1">
            <a:gsLst>
              <a:gs pos="100000">
                <a:schemeClr val="bg1">
                  <a:alpha val="0"/>
                </a:schemeClr>
              </a:gs>
              <a:gs pos="0">
                <a:schemeClr val="tx1">
                  <a:lumMod val="95000"/>
                  <a:lumOff val="5000"/>
                  <a:alpha val="35000"/>
                </a:schemeClr>
              </a:gs>
            </a:gsLst>
            <a:lin ang="2700000" scaled="1"/>
            <a:tileRect/>
          </a:gradFill>
          <a:ln>
            <a:noFill/>
          </a:ln>
          <a:effectLst>
            <a:softEdge rad="25400"/>
          </a:effectLst>
        </p:spPr>
        <p:txBody>
          <a:bodyPr vert="horz" wrap="square" lIns="91440" tIns="45720" rIns="91440" bIns="45720" numCol="1" anchor="t" anchorCtr="0" compatLnSpc="1">
            <a:prstTxWarp prst="textNoShape">
              <a:avLst/>
            </a:prstTxWarp>
          </a:bodyPr>
          <a:lstStyle/>
          <a:p>
            <a:endParaRPr lang="zh-CN" altLang="en-US"/>
          </a:p>
        </p:txBody>
      </p:sp>
      <p:sp>
        <p:nvSpPr>
          <p:cNvPr id="10" name="Oval 12"/>
          <p:cNvSpPr>
            <a:spLocks noChangeArrowheads="1"/>
          </p:cNvSpPr>
          <p:nvPr/>
        </p:nvSpPr>
        <p:spPr bwMode="auto">
          <a:xfrm>
            <a:off x="4739436" y="5962947"/>
            <a:ext cx="161104" cy="161104"/>
          </a:xfrm>
          <a:prstGeom prst="ellipse">
            <a:avLst/>
          </a:prstGeom>
          <a:solidFill>
            <a:srgbClr val="546E7A"/>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1" name="Oval 13"/>
          <p:cNvSpPr>
            <a:spLocks noChangeArrowheads="1"/>
          </p:cNvSpPr>
          <p:nvPr/>
        </p:nvSpPr>
        <p:spPr bwMode="auto">
          <a:xfrm>
            <a:off x="4787035" y="6010546"/>
            <a:ext cx="65906" cy="65906"/>
          </a:xfrm>
          <a:prstGeom prst="ellipse">
            <a:avLst/>
          </a:pr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2" name="Freeform 14"/>
          <p:cNvSpPr>
            <a:spLocks/>
          </p:cNvSpPr>
          <p:nvPr/>
        </p:nvSpPr>
        <p:spPr bwMode="auto">
          <a:xfrm>
            <a:off x="4380612" y="1781560"/>
            <a:ext cx="878751" cy="4124635"/>
          </a:xfrm>
          <a:custGeom>
            <a:avLst/>
            <a:gdLst>
              <a:gd name="T0" fmla="*/ 203 w 203"/>
              <a:gd name="T1" fmla="*/ 101 h 951"/>
              <a:gd name="T2" fmla="*/ 101 w 203"/>
              <a:gd name="T3" fmla="*/ 0 h 951"/>
              <a:gd name="T4" fmla="*/ 0 w 203"/>
              <a:gd name="T5" fmla="*/ 101 h 951"/>
              <a:gd name="T6" fmla="*/ 98 w 203"/>
              <a:gd name="T7" fmla="*/ 234 h 951"/>
              <a:gd name="T8" fmla="*/ 98 w 203"/>
              <a:gd name="T9" fmla="*/ 948 h 951"/>
              <a:gd name="T10" fmla="*/ 101 w 203"/>
              <a:gd name="T11" fmla="*/ 951 h 951"/>
              <a:gd name="T12" fmla="*/ 105 w 203"/>
              <a:gd name="T13" fmla="*/ 948 h 951"/>
              <a:gd name="T14" fmla="*/ 105 w 203"/>
              <a:gd name="T15" fmla="*/ 234 h 951"/>
              <a:gd name="T16" fmla="*/ 203 w 203"/>
              <a:gd name="T17" fmla="*/ 101 h 9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951">
                <a:moveTo>
                  <a:pt x="203" y="101"/>
                </a:moveTo>
                <a:cubicBezTo>
                  <a:pt x="203" y="45"/>
                  <a:pt x="157" y="0"/>
                  <a:pt x="101" y="0"/>
                </a:cubicBezTo>
                <a:cubicBezTo>
                  <a:pt x="46" y="0"/>
                  <a:pt x="0" y="45"/>
                  <a:pt x="0" y="101"/>
                </a:cubicBezTo>
                <a:cubicBezTo>
                  <a:pt x="0" y="151"/>
                  <a:pt x="81" y="220"/>
                  <a:pt x="98" y="234"/>
                </a:cubicBezTo>
                <a:cubicBezTo>
                  <a:pt x="98" y="948"/>
                  <a:pt x="98" y="948"/>
                  <a:pt x="98" y="948"/>
                </a:cubicBezTo>
                <a:cubicBezTo>
                  <a:pt x="98" y="949"/>
                  <a:pt x="100" y="951"/>
                  <a:pt x="101" y="951"/>
                </a:cubicBezTo>
                <a:cubicBezTo>
                  <a:pt x="103" y="951"/>
                  <a:pt x="105" y="949"/>
                  <a:pt x="105" y="948"/>
                </a:cubicBezTo>
                <a:cubicBezTo>
                  <a:pt x="105" y="234"/>
                  <a:pt x="105" y="234"/>
                  <a:pt x="105" y="234"/>
                </a:cubicBezTo>
                <a:cubicBezTo>
                  <a:pt x="122" y="220"/>
                  <a:pt x="203" y="151"/>
                  <a:pt x="203" y="101"/>
                </a:cubicBezTo>
                <a:close/>
              </a:path>
            </a:pathLst>
          </a:custGeom>
          <a:solidFill>
            <a:srgbClr val="546E7A"/>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3" name="Freeform 15"/>
          <p:cNvSpPr>
            <a:spLocks/>
          </p:cNvSpPr>
          <p:nvPr/>
        </p:nvSpPr>
        <p:spPr bwMode="auto">
          <a:xfrm>
            <a:off x="5936733" y="6041668"/>
            <a:ext cx="809183" cy="637094"/>
          </a:xfrm>
          <a:custGeom>
            <a:avLst/>
            <a:gdLst>
              <a:gd name="T0" fmla="*/ 177 w 187"/>
              <a:gd name="T1" fmla="*/ 97 h 147"/>
              <a:gd name="T2" fmla="*/ 66 w 187"/>
              <a:gd name="T3" fmla="*/ 75 h 147"/>
              <a:gd name="T4" fmla="*/ 0 w 187"/>
              <a:gd name="T5" fmla="*/ 5 h 147"/>
              <a:gd name="T6" fmla="*/ 79 w 187"/>
              <a:gd name="T7" fmla="*/ 10 h 147"/>
              <a:gd name="T8" fmla="*/ 177 w 187"/>
              <a:gd name="T9" fmla="*/ 97 h 147"/>
            </a:gdLst>
            <a:ahLst/>
            <a:cxnLst>
              <a:cxn ang="0">
                <a:pos x="T0" y="T1"/>
              </a:cxn>
              <a:cxn ang="0">
                <a:pos x="T2" y="T3"/>
              </a:cxn>
              <a:cxn ang="0">
                <a:pos x="T4" y="T5"/>
              </a:cxn>
              <a:cxn ang="0">
                <a:pos x="T6" y="T7"/>
              </a:cxn>
              <a:cxn ang="0">
                <a:pos x="T8" y="T9"/>
              </a:cxn>
            </a:cxnLst>
            <a:rect l="0" t="0" r="r" b="b"/>
            <a:pathLst>
              <a:path w="187" h="147">
                <a:moveTo>
                  <a:pt x="177" y="97"/>
                </a:moveTo>
                <a:cubicBezTo>
                  <a:pt x="167" y="147"/>
                  <a:pt x="110" y="111"/>
                  <a:pt x="66" y="75"/>
                </a:cubicBezTo>
                <a:cubicBezTo>
                  <a:pt x="29" y="46"/>
                  <a:pt x="0" y="5"/>
                  <a:pt x="0" y="5"/>
                </a:cubicBezTo>
                <a:cubicBezTo>
                  <a:pt x="0" y="5"/>
                  <a:pt x="38" y="0"/>
                  <a:pt x="79" y="10"/>
                </a:cubicBezTo>
                <a:cubicBezTo>
                  <a:pt x="128" y="21"/>
                  <a:pt x="187" y="47"/>
                  <a:pt x="177" y="97"/>
                </a:cubicBezTo>
                <a:close/>
              </a:path>
            </a:pathLst>
          </a:custGeom>
          <a:gradFill flip="none" rotWithShape="1">
            <a:gsLst>
              <a:gs pos="100000">
                <a:schemeClr val="bg1">
                  <a:alpha val="0"/>
                </a:schemeClr>
              </a:gs>
              <a:gs pos="0">
                <a:schemeClr val="tx1">
                  <a:lumMod val="95000"/>
                  <a:lumOff val="5000"/>
                  <a:alpha val="35000"/>
                </a:schemeClr>
              </a:gs>
            </a:gsLst>
            <a:lin ang="2700000" scaled="1"/>
            <a:tileRect/>
          </a:gradFill>
          <a:ln>
            <a:noFill/>
          </a:ln>
          <a:effectLst>
            <a:softEdge rad="25400"/>
          </a:effectLst>
        </p:spPr>
        <p:txBody>
          <a:bodyPr vert="horz" wrap="square" lIns="91440" tIns="45720" rIns="91440" bIns="45720" numCol="1" anchor="t" anchorCtr="0" compatLnSpc="1">
            <a:prstTxWarp prst="textNoShape">
              <a:avLst/>
            </a:prstTxWarp>
          </a:bodyPr>
          <a:lstStyle/>
          <a:p>
            <a:endParaRPr lang="zh-CN" altLang="en-US"/>
          </a:p>
        </p:txBody>
      </p:sp>
      <p:sp>
        <p:nvSpPr>
          <p:cNvPr id="14" name="Oval 16"/>
          <p:cNvSpPr>
            <a:spLocks noChangeArrowheads="1"/>
          </p:cNvSpPr>
          <p:nvPr/>
        </p:nvSpPr>
        <p:spPr bwMode="auto">
          <a:xfrm>
            <a:off x="5896457" y="5962947"/>
            <a:ext cx="161104" cy="161104"/>
          </a:xfrm>
          <a:prstGeom prst="ellipse">
            <a:avLst/>
          </a:prstGeom>
          <a:solidFill>
            <a:srgbClr val="F26D64"/>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5" name="Oval 17"/>
          <p:cNvSpPr>
            <a:spLocks noChangeArrowheads="1"/>
          </p:cNvSpPr>
          <p:nvPr/>
        </p:nvSpPr>
        <p:spPr bwMode="auto">
          <a:xfrm>
            <a:off x="5944056" y="6010546"/>
            <a:ext cx="65906" cy="65906"/>
          </a:xfrm>
          <a:prstGeom prst="ellipse">
            <a:avLst/>
          </a:pr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6" name="Freeform 18"/>
          <p:cNvSpPr>
            <a:spLocks/>
          </p:cNvSpPr>
          <p:nvPr/>
        </p:nvSpPr>
        <p:spPr bwMode="auto">
          <a:xfrm>
            <a:off x="5537634" y="3907037"/>
            <a:ext cx="878751" cy="1999157"/>
          </a:xfrm>
          <a:custGeom>
            <a:avLst/>
            <a:gdLst>
              <a:gd name="T0" fmla="*/ 203 w 203"/>
              <a:gd name="T1" fmla="*/ 101 h 461"/>
              <a:gd name="T2" fmla="*/ 102 w 203"/>
              <a:gd name="T3" fmla="*/ 0 h 461"/>
              <a:gd name="T4" fmla="*/ 0 w 203"/>
              <a:gd name="T5" fmla="*/ 101 h 461"/>
              <a:gd name="T6" fmla="*/ 98 w 203"/>
              <a:gd name="T7" fmla="*/ 234 h 461"/>
              <a:gd name="T8" fmla="*/ 98 w 203"/>
              <a:gd name="T9" fmla="*/ 458 h 461"/>
              <a:gd name="T10" fmla="*/ 102 w 203"/>
              <a:gd name="T11" fmla="*/ 461 h 461"/>
              <a:gd name="T12" fmla="*/ 105 w 203"/>
              <a:gd name="T13" fmla="*/ 458 h 461"/>
              <a:gd name="T14" fmla="*/ 105 w 203"/>
              <a:gd name="T15" fmla="*/ 234 h 461"/>
              <a:gd name="T16" fmla="*/ 203 w 203"/>
              <a:gd name="T17" fmla="*/ 101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461">
                <a:moveTo>
                  <a:pt x="203" y="101"/>
                </a:moveTo>
                <a:cubicBezTo>
                  <a:pt x="203" y="45"/>
                  <a:pt x="158" y="0"/>
                  <a:pt x="102" y="0"/>
                </a:cubicBezTo>
                <a:cubicBezTo>
                  <a:pt x="46" y="0"/>
                  <a:pt x="0" y="45"/>
                  <a:pt x="0" y="101"/>
                </a:cubicBezTo>
                <a:cubicBezTo>
                  <a:pt x="0" y="151"/>
                  <a:pt x="81" y="220"/>
                  <a:pt x="98" y="234"/>
                </a:cubicBezTo>
                <a:cubicBezTo>
                  <a:pt x="98" y="458"/>
                  <a:pt x="98" y="458"/>
                  <a:pt x="98" y="458"/>
                </a:cubicBezTo>
                <a:cubicBezTo>
                  <a:pt x="98" y="459"/>
                  <a:pt x="100" y="461"/>
                  <a:pt x="102" y="461"/>
                </a:cubicBezTo>
                <a:cubicBezTo>
                  <a:pt x="103" y="461"/>
                  <a:pt x="105" y="459"/>
                  <a:pt x="105" y="458"/>
                </a:cubicBezTo>
                <a:cubicBezTo>
                  <a:pt x="105" y="234"/>
                  <a:pt x="105" y="234"/>
                  <a:pt x="105" y="234"/>
                </a:cubicBezTo>
                <a:cubicBezTo>
                  <a:pt x="122" y="220"/>
                  <a:pt x="203" y="151"/>
                  <a:pt x="203" y="101"/>
                </a:cubicBezTo>
                <a:close/>
              </a:path>
            </a:pathLst>
          </a:custGeom>
          <a:solidFill>
            <a:srgbClr val="F26D64"/>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7" name="Freeform 19"/>
          <p:cNvSpPr>
            <a:spLocks/>
          </p:cNvSpPr>
          <p:nvPr/>
        </p:nvSpPr>
        <p:spPr bwMode="auto">
          <a:xfrm>
            <a:off x="7097416" y="6041668"/>
            <a:ext cx="805521" cy="637094"/>
          </a:xfrm>
          <a:custGeom>
            <a:avLst/>
            <a:gdLst>
              <a:gd name="T0" fmla="*/ 176 w 186"/>
              <a:gd name="T1" fmla="*/ 97 h 147"/>
              <a:gd name="T2" fmla="*/ 65 w 186"/>
              <a:gd name="T3" fmla="*/ 75 h 147"/>
              <a:gd name="T4" fmla="*/ 0 w 186"/>
              <a:gd name="T5" fmla="*/ 5 h 147"/>
              <a:gd name="T6" fmla="*/ 78 w 186"/>
              <a:gd name="T7" fmla="*/ 10 h 147"/>
              <a:gd name="T8" fmla="*/ 176 w 186"/>
              <a:gd name="T9" fmla="*/ 97 h 147"/>
            </a:gdLst>
            <a:ahLst/>
            <a:cxnLst>
              <a:cxn ang="0">
                <a:pos x="T0" y="T1"/>
              </a:cxn>
              <a:cxn ang="0">
                <a:pos x="T2" y="T3"/>
              </a:cxn>
              <a:cxn ang="0">
                <a:pos x="T4" y="T5"/>
              </a:cxn>
              <a:cxn ang="0">
                <a:pos x="T6" y="T7"/>
              </a:cxn>
              <a:cxn ang="0">
                <a:pos x="T8" y="T9"/>
              </a:cxn>
            </a:cxnLst>
            <a:rect l="0" t="0" r="r" b="b"/>
            <a:pathLst>
              <a:path w="186" h="147">
                <a:moveTo>
                  <a:pt x="176" y="97"/>
                </a:moveTo>
                <a:cubicBezTo>
                  <a:pt x="166" y="147"/>
                  <a:pt x="109" y="111"/>
                  <a:pt x="65" y="75"/>
                </a:cubicBezTo>
                <a:cubicBezTo>
                  <a:pt x="28" y="46"/>
                  <a:pt x="0" y="5"/>
                  <a:pt x="0" y="5"/>
                </a:cubicBezTo>
                <a:cubicBezTo>
                  <a:pt x="0" y="5"/>
                  <a:pt x="38" y="0"/>
                  <a:pt x="78" y="10"/>
                </a:cubicBezTo>
                <a:cubicBezTo>
                  <a:pt x="127" y="21"/>
                  <a:pt x="186" y="47"/>
                  <a:pt x="176" y="97"/>
                </a:cubicBezTo>
                <a:close/>
              </a:path>
            </a:pathLst>
          </a:custGeom>
          <a:gradFill flip="none" rotWithShape="1">
            <a:gsLst>
              <a:gs pos="100000">
                <a:schemeClr val="bg1">
                  <a:alpha val="0"/>
                </a:schemeClr>
              </a:gs>
              <a:gs pos="0">
                <a:schemeClr val="tx1">
                  <a:lumMod val="95000"/>
                  <a:lumOff val="5000"/>
                  <a:alpha val="35000"/>
                </a:schemeClr>
              </a:gs>
            </a:gsLst>
            <a:lin ang="2700000" scaled="1"/>
            <a:tileRect/>
          </a:gradFill>
          <a:ln>
            <a:noFill/>
          </a:ln>
          <a:effectLst>
            <a:softEdge rad="25400"/>
          </a:effectLst>
        </p:spPr>
        <p:txBody>
          <a:bodyPr vert="horz" wrap="square" lIns="91440" tIns="45720" rIns="91440" bIns="45720" numCol="1" anchor="t" anchorCtr="0" compatLnSpc="1">
            <a:prstTxWarp prst="textNoShape">
              <a:avLst/>
            </a:prstTxWarp>
          </a:bodyPr>
          <a:lstStyle/>
          <a:p>
            <a:endParaRPr lang="zh-CN" altLang="en-US"/>
          </a:p>
        </p:txBody>
      </p:sp>
      <p:sp>
        <p:nvSpPr>
          <p:cNvPr id="18" name="Oval 20"/>
          <p:cNvSpPr>
            <a:spLocks noChangeArrowheads="1"/>
          </p:cNvSpPr>
          <p:nvPr/>
        </p:nvSpPr>
        <p:spPr bwMode="auto">
          <a:xfrm>
            <a:off x="7053479" y="5962947"/>
            <a:ext cx="161104" cy="161104"/>
          </a:xfrm>
          <a:prstGeom prst="ellipse">
            <a:avLst/>
          </a:prstGeom>
          <a:solidFill>
            <a:srgbClr val="F8841D"/>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9" name="Oval 21"/>
          <p:cNvSpPr>
            <a:spLocks noChangeArrowheads="1"/>
          </p:cNvSpPr>
          <p:nvPr/>
        </p:nvSpPr>
        <p:spPr bwMode="auto">
          <a:xfrm>
            <a:off x="7101078" y="6010546"/>
            <a:ext cx="65906" cy="65906"/>
          </a:xfrm>
          <a:prstGeom prst="ellipse">
            <a:avLst/>
          </a:pr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0" name="Freeform 22"/>
          <p:cNvSpPr>
            <a:spLocks/>
          </p:cNvSpPr>
          <p:nvPr/>
        </p:nvSpPr>
        <p:spPr bwMode="auto">
          <a:xfrm>
            <a:off x="6698317" y="2231920"/>
            <a:ext cx="875089" cy="3674276"/>
          </a:xfrm>
          <a:custGeom>
            <a:avLst/>
            <a:gdLst>
              <a:gd name="T0" fmla="*/ 202 w 202"/>
              <a:gd name="T1" fmla="*/ 101 h 847"/>
              <a:gd name="T2" fmla="*/ 101 w 202"/>
              <a:gd name="T3" fmla="*/ 0 h 847"/>
              <a:gd name="T4" fmla="*/ 0 w 202"/>
              <a:gd name="T5" fmla="*/ 101 h 847"/>
              <a:gd name="T6" fmla="*/ 98 w 202"/>
              <a:gd name="T7" fmla="*/ 234 h 847"/>
              <a:gd name="T8" fmla="*/ 98 w 202"/>
              <a:gd name="T9" fmla="*/ 844 h 847"/>
              <a:gd name="T10" fmla="*/ 101 w 202"/>
              <a:gd name="T11" fmla="*/ 847 h 847"/>
              <a:gd name="T12" fmla="*/ 104 w 202"/>
              <a:gd name="T13" fmla="*/ 844 h 847"/>
              <a:gd name="T14" fmla="*/ 104 w 202"/>
              <a:gd name="T15" fmla="*/ 234 h 847"/>
              <a:gd name="T16" fmla="*/ 202 w 202"/>
              <a:gd name="T17" fmla="*/ 101 h 8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2" h="847">
                <a:moveTo>
                  <a:pt x="202" y="101"/>
                </a:moveTo>
                <a:cubicBezTo>
                  <a:pt x="202" y="45"/>
                  <a:pt x="157" y="0"/>
                  <a:pt x="101" y="0"/>
                </a:cubicBezTo>
                <a:cubicBezTo>
                  <a:pt x="45" y="0"/>
                  <a:pt x="0" y="45"/>
                  <a:pt x="0" y="101"/>
                </a:cubicBezTo>
                <a:cubicBezTo>
                  <a:pt x="0" y="151"/>
                  <a:pt x="81" y="220"/>
                  <a:pt x="98" y="234"/>
                </a:cubicBezTo>
                <a:cubicBezTo>
                  <a:pt x="98" y="844"/>
                  <a:pt x="98" y="844"/>
                  <a:pt x="98" y="844"/>
                </a:cubicBezTo>
                <a:cubicBezTo>
                  <a:pt x="98" y="845"/>
                  <a:pt x="99" y="847"/>
                  <a:pt x="101" y="847"/>
                </a:cubicBezTo>
                <a:cubicBezTo>
                  <a:pt x="103" y="847"/>
                  <a:pt x="104" y="845"/>
                  <a:pt x="104" y="844"/>
                </a:cubicBezTo>
                <a:cubicBezTo>
                  <a:pt x="104" y="234"/>
                  <a:pt x="104" y="234"/>
                  <a:pt x="104" y="234"/>
                </a:cubicBezTo>
                <a:cubicBezTo>
                  <a:pt x="121" y="220"/>
                  <a:pt x="202" y="151"/>
                  <a:pt x="202" y="101"/>
                </a:cubicBezTo>
                <a:close/>
              </a:path>
            </a:pathLst>
          </a:custGeom>
          <a:solidFill>
            <a:srgbClr val="F8841D"/>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1" name="Freeform 23"/>
          <p:cNvSpPr>
            <a:spLocks/>
          </p:cNvSpPr>
          <p:nvPr/>
        </p:nvSpPr>
        <p:spPr bwMode="auto">
          <a:xfrm>
            <a:off x="8254438" y="6041668"/>
            <a:ext cx="811013" cy="637094"/>
          </a:xfrm>
          <a:custGeom>
            <a:avLst/>
            <a:gdLst>
              <a:gd name="T0" fmla="*/ 177 w 187"/>
              <a:gd name="T1" fmla="*/ 97 h 147"/>
              <a:gd name="T2" fmla="*/ 65 w 187"/>
              <a:gd name="T3" fmla="*/ 75 h 147"/>
              <a:gd name="T4" fmla="*/ 0 w 187"/>
              <a:gd name="T5" fmla="*/ 5 h 147"/>
              <a:gd name="T6" fmla="*/ 78 w 187"/>
              <a:gd name="T7" fmla="*/ 10 h 147"/>
              <a:gd name="T8" fmla="*/ 177 w 187"/>
              <a:gd name="T9" fmla="*/ 97 h 147"/>
            </a:gdLst>
            <a:ahLst/>
            <a:cxnLst>
              <a:cxn ang="0">
                <a:pos x="T0" y="T1"/>
              </a:cxn>
              <a:cxn ang="0">
                <a:pos x="T2" y="T3"/>
              </a:cxn>
              <a:cxn ang="0">
                <a:pos x="T4" y="T5"/>
              </a:cxn>
              <a:cxn ang="0">
                <a:pos x="T6" y="T7"/>
              </a:cxn>
              <a:cxn ang="0">
                <a:pos x="T8" y="T9"/>
              </a:cxn>
            </a:cxnLst>
            <a:rect l="0" t="0" r="r" b="b"/>
            <a:pathLst>
              <a:path w="187" h="147">
                <a:moveTo>
                  <a:pt x="177" y="97"/>
                </a:moveTo>
                <a:cubicBezTo>
                  <a:pt x="167" y="147"/>
                  <a:pt x="109" y="111"/>
                  <a:pt x="65" y="75"/>
                </a:cubicBezTo>
                <a:cubicBezTo>
                  <a:pt x="28" y="46"/>
                  <a:pt x="0" y="5"/>
                  <a:pt x="0" y="5"/>
                </a:cubicBezTo>
                <a:cubicBezTo>
                  <a:pt x="0" y="5"/>
                  <a:pt x="38" y="0"/>
                  <a:pt x="78" y="10"/>
                </a:cubicBezTo>
                <a:cubicBezTo>
                  <a:pt x="127" y="21"/>
                  <a:pt x="187" y="47"/>
                  <a:pt x="177" y="97"/>
                </a:cubicBezTo>
                <a:close/>
              </a:path>
            </a:pathLst>
          </a:custGeom>
          <a:gradFill flip="none" rotWithShape="1">
            <a:gsLst>
              <a:gs pos="100000">
                <a:schemeClr val="bg1">
                  <a:alpha val="0"/>
                </a:schemeClr>
              </a:gs>
              <a:gs pos="0">
                <a:schemeClr val="tx1">
                  <a:lumMod val="95000"/>
                  <a:lumOff val="5000"/>
                  <a:alpha val="35000"/>
                </a:schemeClr>
              </a:gs>
            </a:gsLst>
            <a:lin ang="2700000" scaled="1"/>
            <a:tileRect/>
          </a:gradFill>
          <a:ln>
            <a:noFill/>
          </a:ln>
          <a:effectLst>
            <a:softEdge rad="25400"/>
          </a:effectLst>
        </p:spPr>
        <p:txBody>
          <a:bodyPr vert="horz" wrap="square" lIns="91440" tIns="45720" rIns="91440" bIns="45720" numCol="1" anchor="t" anchorCtr="0" compatLnSpc="1">
            <a:prstTxWarp prst="textNoShape">
              <a:avLst/>
            </a:prstTxWarp>
          </a:bodyPr>
          <a:lstStyle/>
          <a:p>
            <a:endParaRPr lang="zh-CN" altLang="en-US"/>
          </a:p>
        </p:txBody>
      </p:sp>
      <p:sp>
        <p:nvSpPr>
          <p:cNvPr id="22" name="Oval 24"/>
          <p:cNvSpPr>
            <a:spLocks noChangeArrowheads="1"/>
          </p:cNvSpPr>
          <p:nvPr/>
        </p:nvSpPr>
        <p:spPr bwMode="auto">
          <a:xfrm>
            <a:off x="8215992" y="5962947"/>
            <a:ext cx="159273" cy="161104"/>
          </a:xfrm>
          <a:prstGeom prst="ellipse">
            <a:avLst/>
          </a:prstGeom>
          <a:solidFill>
            <a:srgbClr val="9BBB40"/>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3" name="Oval 25"/>
          <p:cNvSpPr>
            <a:spLocks noChangeArrowheads="1"/>
          </p:cNvSpPr>
          <p:nvPr/>
        </p:nvSpPr>
        <p:spPr bwMode="auto">
          <a:xfrm>
            <a:off x="8263591" y="6010546"/>
            <a:ext cx="60414" cy="65906"/>
          </a:xfrm>
          <a:prstGeom prst="ellipse">
            <a:avLst/>
          </a:prstGeom>
          <a:solidFill>
            <a:srgbClr val="FFFFFF"/>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4" name="Freeform 26"/>
          <p:cNvSpPr>
            <a:spLocks/>
          </p:cNvSpPr>
          <p:nvPr/>
        </p:nvSpPr>
        <p:spPr bwMode="auto">
          <a:xfrm>
            <a:off x="7855338" y="3793532"/>
            <a:ext cx="875089" cy="2112662"/>
          </a:xfrm>
          <a:custGeom>
            <a:avLst/>
            <a:gdLst>
              <a:gd name="T0" fmla="*/ 202 w 202"/>
              <a:gd name="T1" fmla="*/ 101 h 487"/>
              <a:gd name="T2" fmla="*/ 101 w 202"/>
              <a:gd name="T3" fmla="*/ 0 h 487"/>
              <a:gd name="T4" fmla="*/ 0 w 202"/>
              <a:gd name="T5" fmla="*/ 101 h 487"/>
              <a:gd name="T6" fmla="*/ 98 w 202"/>
              <a:gd name="T7" fmla="*/ 234 h 487"/>
              <a:gd name="T8" fmla="*/ 98 w 202"/>
              <a:gd name="T9" fmla="*/ 484 h 487"/>
              <a:gd name="T10" fmla="*/ 101 w 202"/>
              <a:gd name="T11" fmla="*/ 487 h 487"/>
              <a:gd name="T12" fmla="*/ 104 w 202"/>
              <a:gd name="T13" fmla="*/ 484 h 487"/>
              <a:gd name="T14" fmla="*/ 104 w 202"/>
              <a:gd name="T15" fmla="*/ 234 h 487"/>
              <a:gd name="T16" fmla="*/ 202 w 202"/>
              <a:gd name="T17" fmla="*/ 101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2" h="487">
                <a:moveTo>
                  <a:pt x="202" y="101"/>
                </a:moveTo>
                <a:cubicBezTo>
                  <a:pt x="202" y="46"/>
                  <a:pt x="157" y="0"/>
                  <a:pt x="101" y="0"/>
                </a:cubicBezTo>
                <a:cubicBezTo>
                  <a:pt x="45" y="0"/>
                  <a:pt x="0" y="46"/>
                  <a:pt x="0" y="101"/>
                </a:cubicBezTo>
                <a:cubicBezTo>
                  <a:pt x="0" y="151"/>
                  <a:pt x="81" y="220"/>
                  <a:pt x="98" y="234"/>
                </a:cubicBezTo>
                <a:cubicBezTo>
                  <a:pt x="98" y="484"/>
                  <a:pt x="98" y="484"/>
                  <a:pt x="98" y="484"/>
                </a:cubicBezTo>
                <a:cubicBezTo>
                  <a:pt x="98" y="485"/>
                  <a:pt x="99" y="487"/>
                  <a:pt x="101" y="487"/>
                </a:cubicBezTo>
                <a:cubicBezTo>
                  <a:pt x="103" y="487"/>
                  <a:pt x="104" y="485"/>
                  <a:pt x="104" y="484"/>
                </a:cubicBezTo>
                <a:cubicBezTo>
                  <a:pt x="104" y="234"/>
                  <a:pt x="104" y="234"/>
                  <a:pt x="104" y="234"/>
                </a:cubicBezTo>
                <a:cubicBezTo>
                  <a:pt x="121" y="220"/>
                  <a:pt x="202" y="151"/>
                  <a:pt x="202" y="101"/>
                </a:cubicBezTo>
                <a:close/>
              </a:path>
            </a:pathLst>
          </a:custGeom>
          <a:solidFill>
            <a:srgbClr val="9BBB40"/>
          </a:solidFill>
          <a:ln w="142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41" name="文本框 40"/>
          <p:cNvSpPr txBox="1"/>
          <p:nvPr/>
        </p:nvSpPr>
        <p:spPr>
          <a:xfrm>
            <a:off x="3223591" y="3562699"/>
            <a:ext cx="870751" cy="461665"/>
          </a:xfrm>
          <a:prstGeom prst="rect">
            <a:avLst/>
          </a:prstGeom>
          <a:noFill/>
        </p:spPr>
        <p:txBody>
          <a:bodyPr wrap="none" rtlCol="0">
            <a:spAutoFit/>
          </a:bodyPr>
          <a:lstStyle/>
          <a:p>
            <a:r>
              <a:rPr lang="en-US" altLang="zh-CN" sz="2400" dirty="0">
                <a:solidFill>
                  <a:schemeClr val="bg1"/>
                </a:solidFill>
                <a:latin typeface="Arial" panose="020B0604020202020204" pitchFamily="34" charset="0"/>
                <a:cs typeface="Arial" panose="020B0604020202020204" pitchFamily="34" charset="0"/>
              </a:rPr>
              <a:t>2012</a:t>
            </a:r>
            <a:endParaRPr lang="zh-CN" altLang="en-US" sz="2400" dirty="0">
              <a:solidFill>
                <a:schemeClr val="bg1"/>
              </a:solidFill>
              <a:latin typeface="Arial" panose="020B0604020202020204" pitchFamily="34" charset="0"/>
              <a:cs typeface="Arial" panose="020B0604020202020204" pitchFamily="34" charset="0"/>
            </a:endParaRPr>
          </a:p>
        </p:txBody>
      </p:sp>
      <p:sp>
        <p:nvSpPr>
          <p:cNvPr id="42" name="文本框 41"/>
          <p:cNvSpPr txBox="1"/>
          <p:nvPr/>
        </p:nvSpPr>
        <p:spPr>
          <a:xfrm>
            <a:off x="4388612" y="1935007"/>
            <a:ext cx="870751" cy="461665"/>
          </a:xfrm>
          <a:prstGeom prst="rect">
            <a:avLst/>
          </a:prstGeom>
          <a:noFill/>
        </p:spPr>
        <p:txBody>
          <a:bodyPr wrap="none" rtlCol="0">
            <a:spAutoFit/>
          </a:bodyPr>
          <a:lstStyle/>
          <a:p>
            <a:r>
              <a:rPr lang="en-US" altLang="zh-CN" sz="2400" dirty="0">
                <a:solidFill>
                  <a:schemeClr val="bg1"/>
                </a:solidFill>
                <a:latin typeface="Arial" panose="020B0604020202020204" pitchFamily="34" charset="0"/>
                <a:cs typeface="Arial" panose="020B0604020202020204" pitchFamily="34" charset="0"/>
              </a:rPr>
              <a:t>2013</a:t>
            </a:r>
            <a:endParaRPr lang="zh-CN" altLang="en-US" sz="2400" dirty="0">
              <a:solidFill>
                <a:schemeClr val="bg1"/>
              </a:solidFill>
              <a:latin typeface="Arial" panose="020B0604020202020204" pitchFamily="34" charset="0"/>
              <a:cs typeface="Arial" panose="020B0604020202020204" pitchFamily="34" charset="0"/>
            </a:endParaRPr>
          </a:p>
        </p:txBody>
      </p:sp>
      <p:sp>
        <p:nvSpPr>
          <p:cNvPr id="43" name="文本框 42"/>
          <p:cNvSpPr txBox="1"/>
          <p:nvPr/>
        </p:nvSpPr>
        <p:spPr>
          <a:xfrm>
            <a:off x="5546427" y="4080933"/>
            <a:ext cx="870751" cy="461665"/>
          </a:xfrm>
          <a:prstGeom prst="rect">
            <a:avLst/>
          </a:prstGeom>
          <a:noFill/>
        </p:spPr>
        <p:txBody>
          <a:bodyPr wrap="none" rtlCol="0">
            <a:spAutoFit/>
          </a:bodyPr>
          <a:lstStyle/>
          <a:p>
            <a:r>
              <a:rPr lang="en-US" altLang="zh-CN" sz="2400" dirty="0">
                <a:solidFill>
                  <a:schemeClr val="bg1"/>
                </a:solidFill>
                <a:latin typeface="Arial" panose="020B0604020202020204" pitchFamily="34" charset="0"/>
                <a:cs typeface="Arial" panose="020B0604020202020204" pitchFamily="34" charset="0"/>
              </a:rPr>
              <a:t>2014</a:t>
            </a:r>
            <a:endParaRPr lang="zh-CN" altLang="en-US" sz="2400" dirty="0">
              <a:solidFill>
                <a:schemeClr val="bg1"/>
              </a:solidFill>
              <a:latin typeface="Arial" panose="020B0604020202020204" pitchFamily="34" charset="0"/>
              <a:cs typeface="Arial" panose="020B0604020202020204" pitchFamily="34" charset="0"/>
            </a:endParaRPr>
          </a:p>
        </p:txBody>
      </p:sp>
      <p:sp>
        <p:nvSpPr>
          <p:cNvPr id="44" name="文本框 43"/>
          <p:cNvSpPr txBox="1"/>
          <p:nvPr/>
        </p:nvSpPr>
        <p:spPr>
          <a:xfrm>
            <a:off x="6704242" y="2396672"/>
            <a:ext cx="870751" cy="461665"/>
          </a:xfrm>
          <a:prstGeom prst="rect">
            <a:avLst/>
          </a:prstGeom>
          <a:noFill/>
        </p:spPr>
        <p:txBody>
          <a:bodyPr wrap="none" rtlCol="0">
            <a:spAutoFit/>
          </a:bodyPr>
          <a:lstStyle/>
          <a:p>
            <a:r>
              <a:rPr lang="en-US" altLang="zh-CN" sz="2400" dirty="0">
                <a:solidFill>
                  <a:schemeClr val="bg1"/>
                </a:solidFill>
                <a:latin typeface="Arial" panose="020B0604020202020204" pitchFamily="34" charset="0"/>
                <a:cs typeface="Arial" panose="020B0604020202020204" pitchFamily="34" charset="0"/>
              </a:rPr>
              <a:t>2015</a:t>
            </a:r>
            <a:endParaRPr lang="zh-CN" altLang="en-US" sz="2400" dirty="0">
              <a:solidFill>
                <a:schemeClr val="bg1"/>
              </a:solidFill>
              <a:latin typeface="Arial" panose="020B0604020202020204" pitchFamily="34" charset="0"/>
              <a:cs typeface="Arial" panose="020B0604020202020204" pitchFamily="34" charset="0"/>
            </a:endParaRPr>
          </a:p>
        </p:txBody>
      </p:sp>
      <p:sp>
        <p:nvSpPr>
          <p:cNvPr id="45" name="文本框 44"/>
          <p:cNvSpPr txBox="1"/>
          <p:nvPr/>
        </p:nvSpPr>
        <p:spPr>
          <a:xfrm>
            <a:off x="7840386" y="3969090"/>
            <a:ext cx="870751" cy="461665"/>
          </a:xfrm>
          <a:prstGeom prst="rect">
            <a:avLst/>
          </a:prstGeom>
          <a:noFill/>
        </p:spPr>
        <p:txBody>
          <a:bodyPr wrap="none" rtlCol="0">
            <a:spAutoFit/>
          </a:bodyPr>
          <a:lstStyle/>
          <a:p>
            <a:r>
              <a:rPr lang="en-US" altLang="zh-CN" sz="2400" dirty="0">
                <a:solidFill>
                  <a:schemeClr val="bg1"/>
                </a:solidFill>
                <a:latin typeface="Arial" panose="020B0604020202020204" pitchFamily="34" charset="0"/>
                <a:cs typeface="Arial" panose="020B0604020202020204" pitchFamily="34" charset="0"/>
              </a:rPr>
              <a:t>2016</a:t>
            </a:r>
            <a:endParaRPr lang="zh-CN" altLang="en-US" sz="2400" dirty="0">
              <a:solidFill>
                <a:schemeClr val="bg1"/>
              </a:solidFill>
              <a:latin typeface="Arial" panose="020B0604020202020204" pitchFamily="34" charset="0"/>
              <a:cs typeface="Arial" panose="020B0604020202020204" pitchFamily="34" charset="0"/>
            </a:endParaRPr>
          </a:p>
        </p:txBody>
      </p:sp>
      <p:sp>
        <p:nvSpPr>
          <p:cNvPr id="32" name="文本框 31"/>
          <p:cNvSpPr txBox="1"/>
          <p:nvPr/>
        </p:nvSpPr>
        <p:spPr>
          <a:xfrm>
            <a:off x="1460308" y="1745214"/>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33" name="文本框 32"/>
          <p:cNvSpPr txBox="1"/>
          <p:nvPr/>
        </p:nvSpPr>
        <p:spPr>
          <a:xfrm>
            <a:off x="7637192" y="2233655"/>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34" name="文本框 33"/>
          <p:cNvSpPr txBox="1"/>
          <p:nvPr/>
        </p:nvSpPr>
        <p:spPr>
          <a:xfrm>
            <a:off x="4657836" y="3185810"/>
            <a:ext cx="2856518" cy="720197"/>
          </a:xfrm>
          <a:prstGeom prst="rect">
            <a:avLst/>
          </a:prstGeom>
          <a:noFill/>
        </p:spPr>
        <p:txBody>
          <a:bodyPr wrap="square" rtlCol="0">
            <a:spAutoFit/>
          </a:bodyPr>
          <a:lstStyle/>
          <a:p>
            <a:pPr algn="ctr">
              <a:lnSpc>
                <a:spcPct val="120000"/>
              </a:lnSpc>
            </a:pPr>
            <a:r>
              <a:rPr lang="zh-CN" altLang="en-US" sz="2000" b="1" dirty="0">
                <a:solidFill>
                  <a:schemeClr val="tx1">
                    <a:lumMod val="65000"/>
                    <a:lumOff val="35000"/>
                  </a:schemeClr>
                </a:solidFill>
              </a:rPr>
              <a:t>添加标题</a:t>
            </a:r>
            <a:endParaRPr lang="en-US" altLang="zh-CN" sz="2000" b="1" dirty="0">
              <a:solidFill>
                <a:schemeClr val="tx1">
                  <a:lumMod val="65000"/>
                  <a:lumOff val="35000"/>
                </a:schemeClr>
              </a:solidFill>
            </a:endParaRPr>
          </a:p>
          <a:p>
            <a:pPr algn="ctr">
              <a:lnSpc>
                <a:spcPct val="120000"/>
              </a:lnSpc>
            </a:pPr>
            <a:r>
              <a:rPr lang="zh-CN" altLang="en-US" sz="1400" dirty="0">
                <a:solidFill>
                  <a:schemeClr val="tx1">
                    <a:lumMod val="65000"/>
                    <a:lumOff val="35000"/>
                  </a:schemeClr>
                </a:solidFill>
              </a:rPr>
              <a:t>添加内容添加内容</a:t>
            </a:r>
          </a:p>
        </p:txBody>
      </p:sp>
      <p:sp>
        <p:nvSpPr>
          <p:cNvPr id="35" name="文本框 34"/>
          <p:cNvSpPr txBox="1"/>
          <p:nvPr/>
        </p:nvSpPr>
        <p:spPr>
          <a:xfrm>
            <a:off x="8868911" y="3779744"/>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36" name="文本框 35"/>
          <p:cNvSpPr txBox="1"/>
          <p:nvPr/>
        </p:nvSpPr>
        <p:spPr>
          <a:xfrm>
            <a:off x="335180" y="3306665"/>
            <a:ext cx="2856518" cy="830997"/>
          </a:xfrm>
          <a:prstGeom prst="rect">
            <a:avLst/>
          </a:prstGeom>
          <a:noFill/>
        </p:spPr>
        <p:txBody>
          <a:bodyPr wrap="square" rtlCol="0">
            <a:spAutoFit/>
          </a:bodyPr>
          <a:lstStyle/>
          <a:p>
            <a:pPr algn="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r">
              <a:lnSpc>
                <a:spcPct val="120000"/>
              </a:lnSpc>
            </a:pPr>
            <a:r>
              <a:rPr lang="zh-CN" altLang="en-US" sz="1600" dirty="0">
                <a:solidFill>
                  <a:schemeClr val="tx1">
                    <a:lumMod val="65000"/>
                    <a:lumOff val="35000"/>
                  </a:schemeClr>
                </a:solidFill>
              </a:rPr>
              <a:t>添加内容添加内容</a:t>
            </a:r>
          </a:p>
        </p:txBody>
      </p:sp>
      <p:sp>
        <p:nvSpPr>
          <p:cNvPr id="37" name="矩形 39"/>
          <p:cNvSpPr/>
          <p:nvPr/>
        </p:nvSpPr>
        <p:spPr>
          <a:xfrm>
            <a:off x="0" y="203088"/>
            <a:ext cx="1261884" cy="523220"/>
          </a:xfrm>
          <a:prstGeom prst="rect">
            <a:avLst/>
          </a:prstGeom>
          <a:noFill/>
        </p:spPr>
        <p:txBody>
          <a:bodyPr wrap="none" rtlCol="0">
            <a:spAutoFit/>
          </a:bodyPr>
          <a:lstStyle/>
          <a:p>
            <a:r>
              <a:rPr lang="zh-CN" altLang="en-US" sz="2800" b="1" dirty="0">
                <a:solidFill>
                  <a:schemeClr val="tx1">
                    <a:lumMod val="65000"/>
                    <a:lumOff val="35000"/>
                  </a:schemeClr>
                </a:solidFill>
              </a:rPr>
              <a:t>时间线</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363378550"/>
      </p:ext>
    </p:extLst>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Line 5"/>
          <p:cNvSpPr>
            <a:spLocks noChangeShapeType="1"/>
          </p:cNvSpPr>
          <p:nvPr/>
        </p:nvSpPr>
        <p:spPr bwMode="auto">
          <a:xfrm>
            <a:off x="1521750" y="3999064"/>
            <a:ext cx="9146250" cy="0"/>
          </a:xfrm>
          <a:prstGeom prst="line">
            <a:avLst/>
          </a:prstGeom>
          <a:noFill/>
          <a:ln w="60325" cap="flat">
            <a:solidFill>
              <a:srgbClr val="939393"/>
            </a:solidFill>
            <a:prstDash val="solid"/>
            <a:miter lim="800000"/>
            <a:headEnd type="oval" w="med" len="me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8" name="Oval 7"/>
          <p:cNvSpPr>
            <a:spLocks noChangeArrowheads="1"/>
          </p:cNvSpPr>
          <p:nvPr/>
        </p:nvSpPr>
        <p:spPr bwMode="auto">
          <a:xfrm>
            <a:off x="3265114" y="3880970"/>
            <a:ext cx="230565" cy="235064"/>
          </a:xfrm>
          <a:prstGeom prst="ellipse">
            <a:avLst/>
          </a:prstGeom>
          <a:solidFill>
            <a:srgbClr val="EDEDED"/>
          </a:solidFill>
          <a:ln w="46038" cap="flat">
            <a:solidFill>
              <a:srgbClr val="E53838"/>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 name="Freeform 8"/>
          <p:cNvSpPr>
            <a:spLocks/>
          </p:cNvSpPr>
          <p:nvPr/>
        </p:nvSpPr>
        <p:spPr bwMode="auto">
          <a:xfrm>
            <a:off x="3006432" y="2484085"/>
            <a:ext cx="744556" cy="372278"/>
          </a:xfrm>
          <a:custGeom>
            <a:avLst/>
            <a:gdLst>
              <a:gd name="T0" fmla="*/ 280 w 280"/>
              <a:gd name="T1" fmla="*/ 0 h 140"/>
              <a:gd name="T2" fmla="*/ 140 w 280"/>
              <a:gd name="T3" fmla="*/ 140 h 140"/>
              <a:gd name="T4" fmla="*/ 0 w 280"/>
              <a:gd name="T5" fmla="*/ 0 h 140"/>
            </a:gdLst>
            <a:ahLst/>
            <a:cxnLst>
              <a:cxn ang="0">
                <a:pos x="T0" y="T1"/>
              </a:cxn>
              <a:cxn ang="0">
                <a:pos x="T2" y="T3"/>
              </a:cxn>
              <a:cxn ang="0">
                <a:pos x="T4" y="T5"/>
              </a:cxn>
            </a:cxnLst>
            <a:rect l="0" t="0" r="r" b="b"/>
            <a:pathLst>
              <a:path w="280" h="140">
                <a:moveTo>
                  <a:pt x="280" y="0"/>
                </a:moveTo>
                <a:cubicBezTo>
                  <a:pt x="280" y="77"/>
                  <a:pt x="218" y="140"/>
                  <a:pt x="140" y="140"/>
                </a:cubicBezTo>
                <a:cubicBezTo>
                  <a:pt x="63" y="140"/>
                  <a:pt x="0" y="77"/>
                  <a:pt x="0" y="0"/>
                </a:cubicBezTo>
              </a:path>
            </a:pathLst>
          </a:custGeom>
          <a:noFill/>
          <a:ln w="60325" cap="flat">
            <a:solidFill>
              <a:srgbClr val="E53838"/>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9"/>
          <p:cNvSpPr>
            <a:spLocks/>
          </p:cNvSpPr>
          <p:nvPr/>
        </p:nvSpPr>
        <p:spPr bwMode="auto">
          <a:xfrm>
            <a:off x="5719223" y="2484085"/>
            <a:ext cx="744556" cy="372278"/>
          </a:xfrm>
          <a:custGeom>
            <a:avLst/>
            <a:gdLst>
              <a:gd name="T0" fmla="*/ 280 w 280"/>
              <a:gd name="T1" fmla="*/ 0 h 140"/>
              <a:gd name="T2" fmla="*/ 140 w 280"/>
              <a:gd name="T3" fmla="*/ 140 h 140"/>
              <a:gd name="T4" fmla="*/ 0 w 280"/>
              <a:gd name="T5" fmla="*/ 0 h 140"/>
            </a:gdLst>
            <a:ahLst/>
            <a:cxnLst>
              <a:cxn ang="0">
                <a:pos x="T0" y="T1"/>
              </a:cxn>
              <a:cxn ang="0">
                <a:pos x="T2" y="T3"/>
              </a:cxn>
              <a:cxn ang="0">
                <a:pos x="T4" y="T5"/>
              </a:cxn>
            </a:cxnLst>
            <a:rect l="0" t="0" r="r" b="b"/>
            <a:pathLst>
              <a:path w="280" h="140">
                <a:moveTo>
                  <a:pt x="280" y="0"/>
                </a:moveTo>
                <a:cubicBezTo>
                  <a:pt x="280" y="77"/>
                  <a:pt x="218" y="140"/>
                  <a:pt x="140" y="140"/>
                </a:cubicBezTo>
                <a:cubicBezTo>
                  <a:pt x="63" y="140"/>
                  <a:pt x="0" y="77"/>
                  <a:pt x="0" y="0"/>
                </a:cubicBezTo>
              </a:path>
            </a:pathLst>
          </a:custGeom>
          <a:solidFill>
            <a:srgbClr val="FFFFFF"/>
          </a:solidFill>
          <a:ln w="60325" cap="flat">
            <a:solidFill>
              <a:srgbClr val="039EBD"/>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1" name="Freeform 10"/>
          <p:cNvSpPr>
            <a:spLocks/>
          </p:cNvSpPr>
          <p:nvPr/>
        </p:nvSpPr>
        <p:spPr bwMode="auto">
          <a:xfrm>
            <a:off x="5719223" y="2484085"/>
            <a:ext cx="744556" cy="372278"/>
          </a:xfrm>
          <a:custGeom>
            <a:avLst/>
            <a:gdLst>
              <a:gd name="T0" fmla="*/ 280 w 280"/>
              <a:gd name="T1" fmla="*/ 0 h 140"/>
              <a:gd name="T2" fmla="*/ 140 w 280"/>
              <a:gd name="T3" fmla="*/ 140 h 140"/>
              <a:gd name="T4" fmla="*/ 0 w 280"/>
              <a:gd name="T5" fmla="*/ 0 h 140"/>
            </a:gdLst>
            <a:ahLst/>
            <a:cxnLst>
              <a:cxn ang="0">
                <a:pos x="T0" y="T1"/>
              </a:cxn>
              <a:cxn ang="0">
                <a:pos x="T2" y="T3"/>
              </a:cxn>
              <a:cxn ang="0">
                <a:pos x="T4" y="T5"/>
              </a:cxn>
            </a:cxnLst>
            <a:rect l="0" t="0" r="r" b="b"/>
            <a:pathLst>
              <a:path w="280" h="140">
                <a:moveTo>
                  <a:pt x="280" y="0"/>
                </a:moveTo>
                <a:cubicBezTo>
                  <a:pt x="280" y="77"/>
                  <a:pt x="218" y="140"/>
                  <a:pt x="140" y="140"/>
                </a:cubicBezTo>
                <a:cubicBezTo>
                  <a:pt x="63" y="140"/>
                  <a:pt x="0" y="77"/>
                  <a:pt x="0" y="0"/>
                </a:cubicBezTo>
              </a:path>
            </a:pathLst>
          </a:custGeom>
          <a:noFill/>
          <a:ln w="60325" cap="flat">
            <a:solidFill>
              <a:srgbClr val="039EB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11"/>
          <p:cNvSpPr>
            <a:spLocks/>
          </p:cNvSpPr>
          <p:nvPr/>
        </p:nvSpPr>
        <p:spPr bwMode="auto">
          <a:xfrm>
            <a:off x="4368451" y="5185630"/>
            <a:ext cx="744556" cy="373402"/>
          </a:xfrm>
          <a:custGeom>
            <a:avLst/>
            <a:gdLst>
              <a:gd name="T0" fmla="*/ 280 w 280"/>
              <a:gd name="T1" fmla="*/ 140 h 140"/>
              <a:gd name="T2" fmla="*/ 140 w 280"/>
              <a:gd name="T3" fmla="*/ 0 h 140"/>
              <a:gd name="T4" fmla="*/ 0 w 280"/>
              <a:gd name="T5" fmla="*/ 140 h 140"/>
            </a:gdLst>
            <a:ahLst/>
            <a:cxnLst>
              <a:cxn ang="0">
                <a:pos x="T0" y="T1"/>
              </a:cxn>
              <a:cxn ang="0">
                <a:pos x="T2" y="T3"/>
              </a:cxn>
              <a:cxn ang="0">
                <a:pos x="T4" y="T5"/>
              </a:cxn>
            </a:cxnLst>
            <a:rect l="0" t="0" r="r" b="b"/>
            <a:pathLst>
              <a:path w="280" h="140">
                <a:moveTo>
                  <a:pt x="280" y="140"/>
                </a:moveTo>
                <a:cubicBezTo>
                  <a:pt x="280" y="63"/>
                  <a:pt x="218" y="0"/>
                  <a:pt x="140" y="0"/>
                </a:cubicBezTo>
                <a:cubicBezTo>
                  <a:pt x="63" y="0"/>
                  <a:pt x="0" y="63"/>
                  <a:pt x="0" y="140"/>
                </a:cubicBezTo>
              </a:path>
            </a:pathLst>
          </a:custGeom>
          <a:solidFill>
            <a:srgbClr val="FFFFFF"/>
          </a:solidFill>
          <a:ln w="60325" cap="flat">
            <a:solidFill>
              <a:srgbClr val="9C4999"/>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3" name="Freeform 12"/>
          <p:cNvSpPr>
            <a:spLocks/>
          </p:cNvSpPr>
          <p:nvPr/>
        </p:nvSpPr>
        <p:spPr bwMode="auto">
          <a:xfrm>
            <a:off x="4368451" y="5185630"/>
            <a:ext cx="744556" cy="373402"/>
          </a:xfrm>
          <a:custGeom>
            <a:avLst/>
            <a:gdLst>
              <a:gd name="T0" fmla="*/ 280 w 280"/>
              <a:gd name="T1" fmla="*/ 140 h 140"/>
              <a:gd name="T2" fmla="*/ 140 w 280"/>
              <a:gd name="T3" fmla="*/ 0 h 140"/>
              <a:gd name="T4" fmla="*/ 0 w 280"/>
              <a:gd name="T5" fmla="*/ 140 h 140"/>
            </a:gdLst>
            <a:ahLst/>
            <a:cxnLst>
              <a:cxn ang="0">
                <a:pos x="T0" y="T1"/>
              </a:cxn>
              <a:cxn ang="0">
                <a:pos x="T2" y="T3"/>
              </a:cxn>
              <a:cxn ang="0">
                <a:pos x="T4" y="T5"/>
              </a:cxn>
            </a:cxnLst>
            <a:rect l="0" t="0" r="r" b="b"/>
            <a:pathLst>
              <a:path w="280" h="140">
                <a:moveTo>
                  <a:pt x="280" y="140"/>
                </a:moveTo>
                <a:cubicBezTo>
                  <a:pt x="280" y="63"/>
                  <a:pt x="218" y="0"/>
                  <a:pt x="140" y="0"/>
                </a:cubicBezTo>
                <a:cubicBezTo>
                  <a:pt x="63" y="0"/>
                  <a:pt x="0" y="63"/>
                  <a:pt x="0" y="140"/>
                </a:cubicBezTo>
              </a:path>
            </a:pathLst>
          </a:custGeom>
          <a:noFill/>
          <a:ln w="60325" cap="flat">
            <a:solidFill>
              <a:srgbClr val="9C4999"/>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3"/>
          <p:cNvSpPr>
            <a:spLocks/>
          </p:cNvSpPr>
          <p:nvPr/>
        </p:nvSpPr>
        <p:spPr bwMode="auto">
          <a:xfrm>
            <a:off x="7102612" y="5185630"/>
            <a:ext cx="744556" cy="373402"/>
          </a:xfrm>
          <a:custGeom>
            <a:avLst/>
            <a:gdLst>
              <a:gd name="T0" fmla="*/ 280 w 280"/>
              <a:gd name="T1" fmla="*/ 140 h 140"/>
              <a:gd name="T2" fmla="*/ 140 w 280"/>
              <a:gd name="T3" fmla="*/ 0 h 140"/>
              <a:gd name="T4" fmla="*/ 0 w 280"/>
              <a:gd name="T5" fmla="*/ 140 h 140"/>
            </a:gdLst>
            <a:ahLst/>
            <a:cxnLst>
              <a:cxn ang="0">
                <a:pos x="T0" y="T1"/>
              </a:cxn>
              <a:cxn ang="0">
                <a:pos x="T2" y="T3"/>
              </a:cxn>
              <a:cxn ang="0">
                <a:pos x="T4" y="T5"/>
              </a:cxn>
            </a:cxnLst>
            <a:rect l="0" t="0" r="r" b="b"/>
            <a:pathLst>
              <a:path w="280" h="140">
                <a:moveTo>
                  <a:pt x="280" y="140"/>
                </a:moveTo>
                <a:cubicBezTo>
                  <a:pt x="280" y="63"/>
                  <a:pt x="218" y="0"/>
                  <a:pt x="140" y="0"/>
                </a:cubicBezTo>
                <a:cubicBezTo>
                  <a:pt x="63" y="0"/>
                  <a:pt x="0" y="63"/>
                  <a:pt x="0" y="140"/>
                </a:cubicBezTo>
              </a:path>
            </a:pathLst>
          </a:custGeom>
          <a:solidFill>
            <a:srgbClr val="FFFFFF"/>
          </a:solidFill>
          <a:ln w="60325" cap="flat">
            <a:solidFill>
              <a:srgbClr val="A9D82A"/>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5" name="Freeform 14"/>
          <p:cNvSpPr>
            <a:spLocks/>
          </p:cNvSpPr>
          <p:nvPr/>
        </p:nvSpPr>
        <p:spPr bwMode="auto">
          <a:xfrm>
            <a:off x="7102612" y="5185630"/>
            <a:ext cx="744556" cy="373402"/>
          </a:xfrm>
          <a:custGeom>
            <a:avLst/>
            <a:gdLst>
              <a:gd name="T0" fmla="*/ 280 w 280"/>
              <a:gd name="T1" fmla="*/ 140 h 140"/>
              <a:gd name="T2" fmla="*/ 140 w 280"/>
              <a:gd name="T3" fmla="*/ 0 h 140"/>
              <a:gd name="T4" fmla="*/ 0 w 280"/>
              <a:gd name="T5" fmla="*/ 140 h 140"/>
            </a:gdLst>
            <a:ahLst/>
            <a:cxnLst>
              <a:cxn ang="0">
                <a:pos x="T0" y="T1"/>
              </a:cxn>
              <a:cxn ang="0">
                <a:pos x="T2" y="T3"/>
              </a:cxn>
              <a:cxn ang="0">
                <a:pos x="T4" y="T5"/>
              </a:cxn>
            </a:cxnLst>
            <a:rect l="0" t="0" r="r" b="b"/>
            <a:pathLst>
              <a:path w="280" h="140">
                <a:moveTo>
                  <a:pt x="280" y="140"/>
                </a:moveTo>
                <a:cubicBezTo>
                  <a:pt x="280" y="63"/>
                  <a:pt x="218" y="0"/>
                  <a:pt x="140" y="0"/>
                </a:cubicBezTo>
                <a:cubicBezTo>
                  <a:pt x="63" y="0"/>
                  <a:pt x="0" y="63"/>
                  <a:pt x="0" y="140"/>
                </a:cubicBezTo>
              </a:path>
            </a:pathLst>
          </a:custGeom>
          <a:noFill/>
          <a:ln w="60325" cap="flat">
            <a:solidFill>
              <a:srgbClr val="A9D82A"/>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5"/>
          <p:cNvSpPr>
            <a:spLocks/>
          </p:cNvSpPr>
          <p:nvPr/>
        </p:nvSpPr>
        <p:spPr bwMode="auto">
          <a:xfrm>
            <a:off x="8474754" y="2484085"/>
            <a:ext cx="744556" cy="372278"/>
          </a:xfrm>
          <a:custGeom>
            <a:avLst/>
            <a:gdLst>
              <a:gd name="T0" fmla="*/ 280 w 280"/>
              <a:gd name="T1" fmla="*/ 0 h 140"/>
              <a:gd name="T2" fmla="*/ 140 w 280"/>
              <a:gd name="T3" fmla="*/ 140 h 140"/>
              <a:gd name="T4" fmla="*/ 0 w 280"/>
              <a:gd name="T5" fmla="*/ 0 h 140"/>
            </a:gdLst>
            <a:ahLst/>
            <a:cxnLst>
              <a:cxn ang="0">
                <a:pos x="T0" y="T1"/>
              </a:cxn>
              <a:cxn ang="0">
                <a:pos x="T2" y="T3"/>
              </a:cxn>
              <a:cxn ang="0">
                <a:pos x="T4" y="T5"/>
              </a:cxn>
            </a:cxnLst>
            <a:rect l="0" t="0" r="r" b="b"/>
            <a:pathLst>
              <a:path w="280" h="140">
                <a:moveTo>
                  <a:pt x="280" y="0"/>
                </a:moveTo>
                <a:cubicBezTo>
                  <a:pt x="280" y="77"/>
                  <a:pt x="218" y="140"/>
                  <a:pt x="140" y="140"/>
                </a:cubicBezTo>
                <a:cubicBezTo>
                  <a:pt x="63" y="140"/>
                  <a:pt x="0" y="77"/>
                  <a:pt x="0" y="0"/>
                </a:cubicBezTo>
              </a:path>
            </a:pathLst>
          </a:custGeom>
          <a:solidFill>
            <a:srgbClr val="FFFFFF"/>
          </a:solidFill>
          <a:ln w="60325" cap="flat">
            <a:solidFill>
              <a:srgbClr val="E6BB0D"/>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7" name="Freeform 16"/>
          <p:cNvSpPr>
            <a:spLocks/>
          </p:cNvSpPr>
          <p:nvPr/>
        </p:nvSpPr>
        <p:spPr bwMode="auto">
          <a:xfrm>
            <a:off x="8474754" y="2484085"/>
            <a:ext cx="744556" cy="372278"/>
          </a:xfrm>
          <a:custGeom>
            <a:avLst/>
            <a:gdLst>
              <a:gd name="T0" fmla="*/ 280 w 280"/>
              <a:gd name="T1" fmla="*/ 0 h 140"/>
              <a:gd name="T2" fmla="*/ 140 w 280"/>
              <a:gd name="T3" fmla="*/ 140 h 140"/>
              <a:gd name="T4" fmla="*/ 0 w 280"/>
              <a:gd name="T5" fmla="*/ 0 h 140"/>
            </a:gdLst>
            <a:ahLst/>
            <a:cxnLst>
              <a:cxn ang="0">
                <a:pos x="T0" y="T1"/>
              </a:cxn>
              <a:cxn ang="0">
                <a:pos x="T2" y="T3"/>
              </a:cxn>
              <a:cxn ang="0">
                <a:pos x="T4" y="T5"/>
              </a:cxn>
            </a:cxnLst>
            <a:rect l="0" t="0" r="r" b="b"/>
            <a:pathLst>
              <a:path w="280" h="140">
                <a:moveTo>
                  <a:pt x="280" y="0"/>
                </a:moveTo>
                <a:cubicBezTo>
                  <a:pt x="280" y="77"/>
                  <a:pt x="218" y="140"/>
                  <a:pt x="140" y="140"/>
                </a:cubicBezTo>
                <a:cubicBezTo>
                  <a:pt x="63" y="140"/>
                  <a:pt x="0" y="77"/>
                  <a:pt x="0" y="0"/>
                </a:cubicBezTo>
              </a:path>
            </a:pathLst>
          </a:custGeom>
          <a:noFill/>
          <a:ln w="60325" cap="flat">
            <a:solidFill>
              <a:srgbClr val="E6BB0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Oval 17"/>
          <p:cNvSpPr>
            <a:spLocks noChangeArrowheads="1"/>
          </p:cNvSpPr>
          <p:nvPr/>
        </p:nvSpPr>
        <p:spPr bwMode="auto">
          <a:xfrm>
            <a:off x="3068290" y="2172541"/>
            <a:ext cx="624212" cy="625337"/>
          </a:xfrm>
          <a:prstGeom prst="ellipse">
            <a:avLst/>
          </a:prstGeom>
          <a:solidFill>
            <a:srgbClr val="E538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Oval 18"/>
          <p:cNvSpPr>
            <a:spLocks noChangeArrowheads="1"/>
          </p:cNvSpPr>
          <p:nvPr/>
        </p:nvSpPr>
        <p:spPr bwMode="auto">
          <a:xfrm>
            <a:off x="4429185" y="5244114"/>
            <a:ext cx="625337" cy="626462"/>
          </a:xfrm>
          <a:prstGeom prst="ellipse">
            <a:avLst/>
          </a:prstGeom>
          <a:solidFill>
            <a:srgbClr val="9C4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Oval 19"/>
          <p:cNvSpPr>
            <a:spLocks noChangeArrowheads="1"/>
          </p:cNvSpPr>
          <p:nvPr/>
        </p:nvSpPr>
        <p:spPr bwMode="auto">
          <a:xfrm>
            <a:off x="7163346" y="5244114"/>
            <a:ext cx="625337" cy="626462"/>
          </a:xfrm>
          <a:prstGeom prst="ellipse">
            <a:avLst/>
          </a:prstGeom>
          <a:solidFill>
            <a:srgbClr val="A9D8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Oval 20"/>
          <p:cNvSpPr>
            <a:spLocks noChangeArrowheads="1"/>
          </p:cNvSpPr>
          <p:nvPr/>
        </p:nvSpPr>
        <p:spPr bwMode="auto">
          <a:xfrm>
            <a:off x="5781082" y="2172541"/>
            <a:ext cx="624212" cy="625337"/>
          </a:xfrm>
          <a:prstGeom prst="ellipse">
            <a:avLst/>
          </a:prstGeom>
          <a:solidFill>
            <a:srgbClr val="039E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Oval 21"/>
          <p:cNvSpPr>
            <a:spLocks noChangeArrowheads="1"/>
          </p:cNvSpPr>
          <p:nvPr/>
        </p:nvSpPr>
        <p:spPr bwMode="auto">
          <a:xfrm>
            <a:off x="8528740" y="2172541"/>
            <a:ext cx="624212" cy="625337"/>
          </a:xfrm>
          <a:prstGeom prst="ellipse">
            <a:avLst/>
          </a:prstGeom>
          <a:solidFill>
            <a:srgbClr val="E6BB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22"/>
          <p:cNvSpPr>
            <a:spLocks/>
          </p:cNvSpPr>
          <p:nvPr/>
        </p:nvSpPr>
        <p:spPr bwMode="auto">
          <a:xfrm>
            <a:off x="4738479" y="3999064"/>
            <a:ext cx="0" cy="1182067"/>
          </a:xfrm>
          <a:custGeom>
            <a:avLst/>
            <a:gdLst>
              <a:gd name="T0" fmla="*/ 1051 h 1051"/>
              <a:gd name="T1" fmla="*/ 0 h 1051"/>
              <a:gd name="T2" fmla="*/ 1051 h 1051"/>
            </a:gdLst>
            <a:ahLst/>
            <a:cxnLst>
              <a:cxn ang="0">
                <a:pos x="0" y="T0"/>
              </a:cxn>
              <a:cxn ang="0">
                <a:pos x="0" y="T1"/>
              </a:cxn>
              <a:cxn ang="0">
                <a:pos x="0" y="T2"/>
              </a:cxn>
            </a:cxnLst>
            <a:rect l="0" t="0" r="r" b="b"/>
            <a:pathLst>
              <a:path h="1051">
                <a:moveTo>
                  <a:pt x="0" y="1051"/>
                </a:moveTo>
                <a:lnTo>
                  <a:pt x="0" y="0"/>
                </a:lnTo>
                <a:lnTo>
                  <a:pt x="0" y="105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Line 23"/>
          <p:cNvSpPr>
            <a:spLocks noChangeShapeType="1"/>
          </p:cNvSpPr>
          <p:nvPr/>
        </p:nvSpPr>
        <p:spPr bwMode="auto">
          <a:xfrm flipV="1">
            <a:off x="4738479" y="3999064"/>
            <a:ext cx="0" cy="1182067"/>
          </a:xfrm>
          <a:prstGeom prst="line">
            <a:avLst/>
          </a:prstGeom>
          <a:noFill/>
          <a:ln w="46038" cap="flat">
            <a:solidFill>
              <a:srgbClr val="9C4999"/>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Oval 24"/>
          <p:cNvSpPr>
            <a:spLocks noChangeArrowheads="1"/>
          </p:cNvSpPr>
          <p:nvPr/>
        </p:nvSpPr>
        <p:spPr bwMode="auto">
          <a:xfrm>
            <a:off x="4629383" y="3880970"/>
            <a:ext cx="231690" cy="235064"/>
          </a:xfrm>
          <a:prstGeom prst="ellipse">
            <a:avLst/>
          </a:prstGeom>
          <a:solidFill>
            <a:srgbClr val="EDEDED"/>
          </a:solidFill>
          <a:ln w="46038" cap="flat">
            <a:solidFill>
              <a:srgbClr val="9C4999"/>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6" name="Oval 25"/>
          <p:cNvSpPr>
            <a:spLocks noChangeArrowheads="1"/>
          </p:cNvSpPr>
          <p:nvPr/>
        </p:nvSpPr>
        <p:spPr bwMode="auto">
          <a:xfrm>
            <a:off x="5993652" y="3880970"/>
            <a:ext cx="233939" cy="235064"/>
          </a:xfrm>
          <a:prstGeom prst="ellipse">
            <a:avLst/>
          </a:prstGeom>
          <a:solidFill>
            <a:srgbClr val="EDEDED"/>
          </a:solidFill>
          <a:ln w="46038" cap="flat">
            <a:solidFill>
              <a:srgbClr val="039EBD"/>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7" name="Oval 26"/>
          <p:cNvSpPr>
            <a:spLocks noChangeArrowheads="1"/>
          </p:cNvSpPr>
          <p:nvPr/>
        </p:nvSpPr>
        <p:spPr bwMode="auto">
          <a:xfrm>
            <a:off x="7360170" y="3880970"/>
            <a:ext cx="231690" cy="235064"/>
          </a:xfrm>
          <a:prstGeom prst="ellipse">
            <a:avLst/>
          </a:prstGeom>
          <a:solidFill>
            <a:srgbClr val="EDEDED"/>
          </a:solidFill>
          <a:ln w="46038" cap="flat">
            <a:solidFill>
              <a:srgbClr val="A9D82A"/>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8" name="Oval 27"/>
          <p:cNvSpPr>
            <a:spLocks noChangeArrowheads="1"/>
          </p:cNvSpPr>
          <p:nvPr/>
        </p:nvSpPr>
        <p:spPr bwMode="auto">
          <a:xfrm>
            <a:off x="8725563" y="3880970"/>
            <a:ext cx="230565" cy="235064"/>
          </a:xfrm>
          <a:prstGeom prst="ellipse">
            <a:avLst/>
          </a:prstGeom>
          <a:solidFill>
            <a:srgbClr val="EDEDED"/>
          </a:solidFill>
          <a:ln w="46038" cap="flat">
            <a:solidFill>
              <a:srgbClr val="E6BB0D"/>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30" name="Freeform 29"/>
          <p:cNvSpPr>
            <a:spLocks noEditPoints="1"/>
          </p:cNvSpPr>
          <p:nvPr/>
        </p:nvSpPr>
        <p:spPr bwMode="auto">
          <a:xfrm>
            <a:off x="5911548" y="2299633"/>
            <a:ext cx="366654" cy="367779"/>
          </a:xfrm>
          <a:custGeom>
            <a:avLst/>
            <a:gdLst>
              <a:gd name="T0" fmla="*/ 138 w 138"/>
              <a:gd name="T1" fmla="*/ 77 h 138"/>
              <a:gd name="T2" fmla="*/ 138 w 138"/>
              <a:gd name="T3" fmla="*/ 61 h 138"/>
              <a:gd name="T4" fmla="*/ 125 w 138"/>
              <a:gd name="T5" fmla="*/ 61 h 138"/>
              <a:gd name="T6" fmla="*/ 122 w 138"/>
              <a:gd name="T7" fmla="*/ 47 h 138"/>
              <a:gd name="T8" fmla="*/ 132 w 138"/>
              <a:gd name="T9" fmla="*/ 41 h 138"/>
              <a:gd name="T10" fmla="*/ 125 w 138"/>
              <a:gd name="T11" fmla="*/ 28 h 138"/>
              <a:gd name="T12" fmla="*/ 114 w 138"/>
              <a:gd name="T13" fmla="*/ 34 h 138"/>
              <a:gd name="T14" fmla="*/ 104 w 138"/>
              <a:gd name="T15" fmla="*/ 24 h 138"/>
              <a:gd name="T16" fmla="*/ 110 w 138"/>
              <a:gd name="T17" fmla="*/ 13 h 138"/>
              <a:gd name="T18" fmla="*/ 97 w 138"/>
              <a:gd name="T19" fmla="*/ 6 h 138"/>
              <a:gd name="T20" fmla="*/ 91 w 138"/>
              <a:gd name="T21" fmla="*/ 16 h 138"/>
              <a:gd name="T22" fmla="*/ 77 w 138"/>
              <a:gd name="T23" fmla="*/ 12 h 138"/>
              <a:gd name="T24" fmla="*/ 77 w 138"/>
              <a:gd name="T25" fmla="*/ 0 h 138"/>
              <a:gd name="T26" fmla="*/ 61 w 138"/>
              <a:gd name="T27" fmla="*/ 0 h 138"/>
              <a:gd name="T28" fmla="*/ 61 w 138"/>
              <a:gd name="T29" fmla="*/ 12 h 138"/>
              <a:gd name="T30" fmla="*/ 47 w 138"/>
              <a:gd name="T31" fmla="*/ 16 h 138"/>
              <a:gd name="T32" fmla="*/ 41 w 138"/>
              <a:gd name="T33" fmla="*/ 6 h 138"/>
              <a:gd name="T34" fmla="*/ 28 w 138"/>
              <a:gd name="T35" fmla="*/ 13 h 138"/>
              <a:gd name="T36" fmla="*/ 34 w 138"/>
              <a:gd name="T37" fmla="*/ 24 h 138"/>
              <a:gd name="T38" fmla="*/ 24 w 138"/>
              <a:gd name="T39" fmla="*/ 34 h 138"/>
              <a:gd name="T40" fmla="*/ 13 w 138"/>
              <a:gd name="T41" fmla="*/ 28 h 138"/>
              <a:gd name="T42" fmla="*/ 6 w 138"/>
              <a:gd name="T43" fmla="*/ 41 h 138"/>
              <a:gd name="T44" fmla="*/ 16 w 138"/>
              <a:gd name="T45" fmla="*/ 47 h 138"/>
              <a:gd name="T46" fmla="*/ 12 w 138"/>
              <a:gd name="T47" fmla="*/ 61 h 138"/>
              <a:gd name="T48" fmla="*/ 0 w 138"/>
              <a:gd name="T49" fmla="*/ 61 h 138"/>
              <a:gd name="T50" fmla="*/ 0 w 138"/>
              <a:gd name="T51" fmla="*/ 77 h 138"/>
              <a:gd name="T52" fmla="*/ 12 w 138"/>
              <a:gd name="T53" fmla="*/ 77 h 138"/>
              <a:gd name="T54" fmla="*/ 16 w 138"/>
              <a:gd name="T55" fmla="*/ 91 h 138"/>
              <a:gd name="T56" fmla="*/ 6 w 138"/>
              <a:gd name="T57" fmla="*/ 97 h 138"/>
              <a:gd name="T58" fmla="*/ 13 w 138"/>
              <a:gd name="T59" fmla="*/ 110 h 138"/>
              <a:gd name="T60" fmla="*/ 24 w 138"/>
              <a:gd name="T61" fmla="*/ 104 h 138"/>
              <a:gd name="T62" fmla="*/ 34 w 138"/>
              <a:gd name="T63" fmla="*/ 114 h 138"/>
              <a:gd name="T64" fmla="*/ 28 w 138"/>
              <a:gd name="T65" fmla="*/ 125 h 138"/>
              <a:gd name="T66" fmla="*/ 41 w 138"/>
              <a:gd name="T67" fmla="*/ 132 h 138"/>
              <a:gd name="T68" fmla="*/ 47 w 138"/>
              <a:gd name="T69" fmla="*/ 122 h 138"/>
              <a:gd name="T70" fmla="*/ 61 w 138"/>
              <a:gd name="T71" fmla="*/ 126 h 138"/>
              <a:gd name="T72" fmla="*/ 61 w 138"/>
              <a:gd name="T73" fmla="*/ 138 h 138"/>
              <a:gd name="T74" fmla="*/ 77 w 138"/>
              <a:gd name="T75" fmla="*/ 138 h 138"/>
              <a:gd name="T76" fmla="*/ 77 w 138"/>
              <a:gd name="T77" fmla="*/ 126 h 138"/>
              <a:gd name="T78" fmla="*/ 91 w 138"/>
              <a:gd name="T79" fmla="*/ 122 h 138"/>
              <a:gd name="T80" fmla="*/ 97 w 138"/>
              <a:gd name="T81" fmla="*/ 132 h 138"/>
              <a:gd name="T82" fmla="*/ 110 w 138"/>
              <a:gd name="T83" fmla="*/ 125 h 138"/>
              <a:gd name="T84" fmla="*/ 104 w 138"/>
              <a:gd name="T85" fmla="*/ 114 h 138"/>
              <a:gd name="T86" fmla="*/ 114 w 138"/>
              <a:gd name="T87" fmla="*/ 104 h 138"/>
              <a:gd name="T88" fmla="*/ 125 w 138"/>
              <a:gd name="T89" fmla="*/ 110 h 138"/>
              <a:gd name="T90" fmla="*/ 132 w 138"/>
              <a:gd name="T91" fmla="*/ 97 h 138"/>
              <a:gd name="T92" fmla="*/ 122 w 138"/>
              <a:gd name="T93" fmla="*/ 91 h 138"/>
              <a:gd name="T94" fmla="*/ 125 w 138"/>
              <a:gd name="T95" fmla="*/ 77 h 138"/>
              <a:gd name="T96" fmla="*/ 138 w 138"/>
              <a:gd name="T97" fmla="*/ 77 h 138"/>
              <a:gd name="T98" fmla="*/ 34 w 138"/>
              <a:gd name="T99" fmla="*/ 69 h 138"/>
              <a:gd name="T100" fmla="*/ 69 w 138"/>
              <a:gd name="T101" fmla="*/ 34 h 138"/>
              <a:gd name="T102" fmla="*/ 103 w 138"/>
              <a:gd name="T103" fmla="*/ 69 h 138"/>
              <a:gd name="T104" fmla="*/ 69 w 138"/>
              <a:gd name="T105" fmla="*/ 104 h 138"/>
              <a:gd name="T106" fmla="*/ 34 w 138"/>
              <a:gd name="T107" fmla="*/ 69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8" h="138">
                <a:moveTo>
                  <a:pt x="138" y="77"/>
                </a:moveTo>
                <a:cubicBezTo>
                  <a:pt x="138" y="61"/>
                  <a:pt x="138" y="61"/>
                  <a:pt x="138" y="61"/>
                </a:cubicBezTo>
                <a:cubicBezTo>
                  <a:pt x="125" y="61"/>
                  <a:pt x="125" y="61"/>
                  <a:pt x="125" y="61"/>
                </a:cubicBezTo>
                <a:cubicBezTo>
                  <a:pt x="125" y="56"/>
                  <a:pt x="124" y="52"/>
                  <a:pt x="122" y="47"/>
                </a:cubicBezTo>
                <a:cubicBezTo>
                  <a:pt x="132" y="41"/>
                  <a:pt x="132" y="41"/>
                  <a:pt x="132" y="41"/>
                </a:cubicBezTo>
                <a:cubicBezTo>
                  <a:pt x="125" y="28"/>
                  <a:pt x="125" y="28"/>
                  <a:pt x="125" y="28"/>
                </a:cubicBezTo>
                <a:cubicBezTo>
                  <a:pt x="114" y="34"/>
                  <a:pt x="114" y="34"/>
                  <a:pt x="114" y="34"/>
                </a:cubicBezTo>
                <a:cubicBezTo>
                  <a:pt x="111" y="30"/>
                  <a:pt x="108" y="27"/>
                  <a:pt x="104" y="24"/>
                </a:cubicBezTo>
                <a:cubicBezTo>
                  <a:pt x="110" y="13"/>
                  <a:pt x="110" y="13"/>
                  <a:pt x="110" y="13"/>
                </a:cubicBezTo>
                <a:cubicBezTo>
                  <a:pt x="97" y="6"/>
                  <a:pt x="97" y="6"/>
                  <a:pt x="97" y="6"/>
                </a:cubicBezTo>
                <a:cubicBezTo>
                  <a:pt x="91" y="16"/>
                  <a:pt x="91" y="16"/>
                  <a:pt x="91" y="16"/>
                </a:cubicBezTo>
                <a:cubicBezTo>
                  <a:pt x="86" y="14"/>
                  <a:pt x="81" y="13"/>
                  <a:pt x="77" y="12"/>
                </a:cubicBezTo>
                <a:cubicBezTo>
                  <a:pt x="77" y="0"/>
                  <a:pt x="77" y="0"/>
                  <a:pt x="77" y="0"/>
                </a:cubicBezTo>
                <a:cubicBezTo>
                  <a:pt x="61" y="0"/>
                  <a:pt x="61" y="0"/>
                  <a:pt x="61" y="0"/>
                </a:cubicBezTo>
                <a:cubicBezTo>
                  <a:pt x="61" y="12"/>
                  <a:pt x="61" y="12"/>
                  <a:pt x="61" y="12"/>
                </a:cubicBezTo>
                <a:cubicBezTo>
                  <a:pt x="56" y="13"/>
                  <a:pt x="52" y="14"/>
                  <a:pt x="47" y="16"/>
                </a:cubicBezTo>
                <a:cubicBezTo>
                  <a:pt x="41" y="6"/>
                  <a:pt x="41" y="6"/>
                  <a:pt x="41" y="6"/>
                </a:cubicBezTo>
                <a:cubicBezTo>
                  <a:pt x="28" y="13"/>
                  <a:pt x="28" y="13"/>
                  <a:pt x="28" y="13"/>
                </a:cubicBezTo>
                <a:cubicBezTo>
                  <a:pt x="34" y="24"/>
                  <a:pt x="34" y="24"/>
                  <a:pt x="34" y="24"/>
                </a:cubicBezTo>
                <a:cubicBezTo>
                  <a:pt x="30" y="27"/>
                  <a:pt x="27" y="30"/>
                  <a:pt x="24" y="34"/>
                </a:cubicBezTo>
                <a:cubicBezTo>
                  <a:pt x="13" y="28"/>
                  <a:pt x="13" y="28"/>
                  <a:pt x="13" y="28"/>
                </a:cubicBezTo>
                <a:cubicBezTo>
                  <a:pt x="6" y="41"/>
                  <a:pt x="6" y="41"/>
                  <a:pt x="6" y="41"/>
                </a:cubicBezTo>
                <a:cubicBezTo>
                  <a:pt x="16" y="47"/>
                  <a:pt x="16" y="47"/>
                  <a:pt x="16" y="47"/>
                </a:cubicBezTo>
                <a:cubicBezTo>
                  <a:pt x="14" y="52"/>
                  <a:pt x="13" y="56"/>
                  <a:pt x="12" y="61"/>
                </a:cubicBezTo>
                <a:cubicBezTo>
                  <a:pt x="0" y="61"/>
                  <a:pt x="0" y="61"/>
                  <a:pt x="0" y="61"/>
                </a:cubicBezTo>
                <a:cubicBezTo>
                  <a:pt x="0" y="77"/>
                  <a:pt x="0" y="77"/>
                  <a:pt x="0" y="77"/>
                </a:cubicBezTo>
                <a:cubicBezTo>
                  <a:pt x="12" y="77"/>
                  <a:pt x="12" y="77"/>
                  <a:pt x="12" y="77"/>
                </a:cubicBezTo>
                <a:cubicBezTo>
                  <a:pt x="13" y="82"/>
                  <a:pt x="14" y="86"/>
                  <a:pt x="16" y="91"/>
                </a:cubicBezTo>
                <a:cubicBezTo>
                  <a:pt x="6" y="97"/>
                  <a:pt x="6" y="97"/>
                  <a:pt x="6" y="97"/>
                </a:cubicBezTo>
                <a:cubicBezTo>
                  <a:pt x="13" y="110"/>
                  <a:pt x="13" y="110"/>
                  <a:pt x="13" y="110"/>
                </a:cubicBezTo>
                <a:cubicBezTo>
                  <a:pt x="24" y="104"/>
                  <a:pt x="24" y="104"/>
                  <a:pt x="24" y="104"/>
                </a:cubicBezTo>
                <a:cubicBezTo>
                  <a:pt x="27" y="108"/>
                  <a:pt x="30" y="111"/>
                  <a:pt x="34" y="114"/>
                </a:cubicBezTo>
                <a:cubicBezTo>
                  <a:pt x="28" y="125"/>
                  <a:pt x="28" y="125"/>
                  <a:pt x="28" y="125"/>
                </a:cubicBezTo>
                <a:cubicBezTo>
                  <a:pt x="41" y="132"/>
                  <a:pt x="41" y="132"/>
                  <a:pt x="41" y="132"/>
                </a:cubicBezTo>
                <a:cubicBezTo>
                  <a:pt x="47" y="122"/>
                  <a:pt x="47" y="122"/>
                  <a:pt x="47" y="122"/>
                </a:cubicBezTo>
                <a:cubicBezTo>
                  <a:pt x="52" y="124"/>
                  <a:pt x="56" y="125"/>
                  <a:pt x="61" y="126"/>
                </a:cubicBezTo>
                <a:cubicBezTo>
                  <a:pt x="61" y="138"/>
                  <a:pt x="61" y="138"/>
                  <a:pt x="61" y="138"/>
                </a:cubicBezTo>
                <a:cubicBezTo>
                  <a:pt x="77" y="138"/>
                  <a:pt x="77" y="138"/>
                  <a:pt x="77" y="138"/>
                </a:cubicBezTo>
                <a:cubicBezTo>
                  <a:pt x="77" y="126"/>
                  <a:pt x="77" y="126"/>
                  <a:pt x="77" y="126"/>
                </a:cubicBezTo>
                <a:cubicBezTo>
                  <a:pt x="81" y="125"/>
                  <a:pt x="86" y="124"/>
                  <a:pt x="91" y="122"/>
                </a:cubicBezTo>
                <a:cubicBezTo>
                  <a:pt x="97" y="132"/>
                  <a:pt x="97" y="132"/>
                  <a:pt x="97" y="132"/>
                </a:cubicBezTo>
                <a:cubicBezTo>
                  <a:pt x="110" y="125"/>
                  <a:pt x="110" y="125"/>
                  <a:pt x="110" y="125"/>
                </a:cubicBezTo>
                <a:cubicBezTo>
                  <a:pt x="104" y="114"/>
                  <a:pt x="104" y="114"/>
                  <a:pt x="104" y="114"/>
                </a:cubicBezTo>
                <a:cubicBezTo>
                  <a:pt x="108" y="111"/>
                  <a:pt x="111" y="108"/>
                  <a:pt x="114" y="104"/>
                </a:cubicBezTo>
                <a:cubicBezTo>
                  <a:pt x="125" y="110"/>
                  <a:pt x="125" y="110"/>
                  <a:pt x="125" y="110"/>
                </a:cubicBezTo>
                <a:cubicBezTo>
                  <a:pt x="132" y="97"/>
                  <a:pt x="132" y="97"/>
                  <a:pt x="132" y="97"/>
                </a:cubicBezTo>
                <a:cubicBezTo>
                  <a:pt x="122" y="91"/>
                  <a:pt x="122" y="91"/>
                  <a:pt x="122" y="91"/>
                </a:cubicBezTo>
                <a:cubicBezTo>
                  <a:pt x="124" y="86"/>
                  <a:pt x="125" y="82"/>
                  <a:pt x="125" y="77"/>
                </a:cubicBezTo>
                <a:lnTo>
                  <a:pt x="138" y="77"/>
                </a:lnTo>
                <a:close/>
                <a:moveTo>
                  <a:pt x="34" y="69"/>
                </a:moveTo>
                <a:cubicBezTo>
                  <a:pt x="34" y="50"/>
                  <a:pt x="50" y="34"/>
                  <a:pt x="69" y="34"/>
                </a:cubicBezTo>
                <a:cubicBezTo>
                  <a:pt x="88" y="34"/>
                  <a:pt x="103" y="50"/>
                  <a:pt x="103" y="69"/>
                </a:cubicBezTo>
                <a:cubicBezTo>
                  <a:pt x="103" y="88"/>
                  <a:pt x="88" y="104"/>
                  <a:pt x="69" y="104"/>
                </a:cubicBezTo>
                <a:cubicBezTo>
                  <a:pt x="50" y="104"/>
                  <a:pt x="34" y="88"/>
                  <a:pt x="34" y="6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30"/>
          <p:cNvSpPr>
            <a:spLocks noEditPoints="1"/>
          </p:cNvSpPr>
          <p:nvPr/>
        </p:nvSpPr>
        <p:spPr bwMode="auto">
          <a:xfrm>
            <a:off x="7344424" y="5364457"/>
            <a:ext cx="263181" cy="383525"/>
          </a:xfrm>
          <a:custGeom>
            <a:avLst/>
            <a:gdLst>
              <a:gd name="T0" fmla="*/ 0 w 99"/>
              <a:gd name="T1" fmla="*/ 140 h 144"/>
              <a:gd name="T2" fmla="*/ 95 w 99"/>
              <a:gd name="T3" fmla="*/ 144 h 144"/>
              <a:gd name="T4" fmla="*/ 99 w 99"/>
              <a:gd name="T5" fmla="*/ 44 h 144"/>
              <a:gd name="T6" fmla="*/ 95 w 99"/>
              <a:gd name="T7" fmla="*/ 0 h 144"/>
              <a:gd name="T8" fmla="*/ 0 w 99"/>
              <a:gd name="T9" fmla="*/ 5 h 144"/>
              <a:gd name="T10" fmla="*/ 21 w 99"/>
              <a:gd name="T11" fmla="*/ 134 h 144"/>
              <a:gd name="T12" fmla="*/ 10 w 99"/>
              <a:gd name="T13" fmla="*/ 123 h 144"/>
              <a:gd name="T14" fmla="*/ 22 w 99"/>
              <a:gd name="T15" fmla="*/ 123 h 144"/>
              <a:gd name="T16" fmla="*/ 21 w 99"/>
              <a:gd name="T17" fmla="*/ 112 h 144"/>
              <a:gd name="T18" fmla="*/ 10 w 99"/>
              <a:gd name="T19" fmla="*/ 100 h 144"/>
              <a:gd name="T20" fmla="*/ 22 w 99"/>
              <a:gd name="T21" fmla="*/ 100 h 144"/>
              <a:gd name="T22" fmla="*/ 21 w 99"/>
              <a:gd name="T23" fmla="*/ 89 h 144"/>
              <a:gd name="T24" fmla="*/ 10 w 99"/>
              <a:gd name="T25" fmla="*/ 78 h 144"/>
              <a:gd name="T26" fmla="*/ 22 w 99"/>
              <a:gd name="T27" fmla="*/ 78 h 144"/>
              <a:gd name="T28" fmla="*/ 44 w 99"/>
              <a:gd name="T29" fmla="*/ 134 h 144"/>
              <a:gd name="T30" fmla="*/ 32 w 99"/>
              <a:gd name="T31" fmla="*/ 123 h 144"/>
              <a:gd name="T32" fmla="*/ 45 w 99"/>
              <a:gd name="T33" fmla="*/ 123 h 144"/>
              <a:gd name="T34" fmla="*/ 44 w 99"/>
              <a:gd name="T35" fmla="*/ 112 h 144"/>
              <a:gd name="T36" fmla="*/ 32 w 99"/>
              <a:gd name="T37" fmla="*/ 100 h 144"/>
              <a:gd name="T38" fmla="*/ 45 w 99"/>
              <a:gd name="T39" fmla="*/ 100 h 144"/>
              <a:gd name="T40" fmla="*/ 44 w 99"/>
              <a:gd name="T41" fmla="*/ 89 h 144"/>
              <a:gd name="T42" fmla="*/ 32 w 99"/>
              <a:gd name="T43" fmla="*/ 78 h 144"/>
              <a:gd name="T44" fmla="*/ 45 w 99"/>
              <a:gd name="T45" fmla="*/ 78 h 144"/>
              <a:gd name="T46" fmla="*/ 44 w 99"/>
              <a:gd name="T47" fmla="*/ 67 h 144"/>
              <a:gd name="T48" fmla="*/ 10 w 99"/>
              <a:gd name="T49" fmla="*/ 55 h 144"/>
              <a:gd name="T50" fmla="*/ 45 w 99"/>
              <a:gd name="T51" fmla="*/ 55 h 144"/>
              <a:gd name="T52" fmla="*/ 66 w 99"/>
              <a:gd name="T53" fmla="*/ 134 h 144"/>
              <a:gd name="T54" fmla="*/ 55 w 99"/>
              <a:gd name="T55" fmla="*/ 123 h 144"/>
              <a:gd name="T56" fmla="*/ 67 w 99"/>
              <a:gd name="T57" fmla="*/ 123 h 144"/>
              <a:gd name="T58" fmla="*/ 66 w 99"/>
              <a:gd name="T59" fmla="*/ 112 h 144"/>
              <a:gd name="T60" fmla="*/ 55 w 99"/>
              <a:gd name="T61" fmla="*/ 100 h 144"/>
              <a:gd name="T62" fmla="*/ 67 w 99"/>
              <a:gd name="T63" fmla="*/ 100 h 144"/>
              <a:gd name="T64" fmla="*/ 66 w 99"/>
              <a:gd name="T65" fmla="*/ 89 h 144"/>
              <a:gd name="T66" fmla="*/ 55 w 99"/>
              <a:gd name="T67" fmla="*/ 78 h 144"/>
              <a:gd name="T68" fmla="*/ 67 w 99"/>
              <a:gd name="T69" fmla="*/ 78 h 144"/>
              <a:gd name="T70" fmla="*/ 66 w 99"/>
              <a:gd name="T71" fmla="*/ 67 h 144"/>
              <a:gd name="T72" fmla="*/ 55 w 99"/>
              <a:gd name="T73" fmla="*/ 55 h 144"/>
              <a:gd name="T74" fmla="*/ 67 w 99"/>
              <a:gd name="T75" fmla="*/ 55 h 144"/>
              <a:gd name="T76" fmla="*/ 89 w 99"/>
              <a:gd name="T77" fmla="*/ 134 h 144"/>
              <a:gd name="T78" fmla="*/ 77 w 99"/>
              <a:gd name="T79" fmla="*/ 123 h 144"/>
              <a:gd name="T80" fmla="*/ 90 w 99"/>
              <a:gd name="T81" fmla="*/ 123 h 144"/>
              <a:gd name="T82" fmla="*/ 89 w 99"/>
              <a:gd name="T83" fmla="*/ 112 h 144"/>
              <a:gd name="T84" fmla="*/ 77 w 99"/>
              <a:gd name="T85" fmla="*/ 100 h 144"/>
              <a:gd name="T86" fmla="*/ 90 w 99"/>
              <a:gd name="T87" fmla="*/ 100 h 144"/>
              <a:gd name="T88" fmla="*/ 89 w 99"/>
              <a:gd name="T89" fmla="*/ 89 h 144"/>
              <a:gd name="T90" fmla="*/ 77 w 99"/>
              <a:gd name="T91" fmla="*/ 78 h 144"/>
              <a:gd name="T92" fmla="*/ 90 w 99"/>
              <a:gd name="T93" fmla="*/ 78 h 144"/>
              <a:gd name="T94" fmla="*/ 89 w 99"/>
              <a:gd name="T95" fmla="*/ 67 h 144"/>
              <a:gd name="T96" fmla="*/ 77 w 99"/>
              <a:gd name="T97" fmla="*/ 55 h 144"/>
              <a:gd name="T98" fmla="*/ 90 w 99"/>
              <a:gd name="T99" fmla="*/ 55 h 144"/>
              <a:gd name="T100" fmla="*/ 9 w 99"/>
              <a:gd name="T101" fmla="*/ 9 h 144"/>
              <a:gd name="T102" fmla="*/ 91 w 99"/>
              <a:gd name="T103" fmla="*/ 9 h 144"/>
              <a:gd name="T104" fmla="*/ 91 w 99"/>
              <a:gd name="T105" fmla="*/ 36 h 144"/>
              <a:gd name="T106" fmla="*/ 9 w 99"/>
              <a:gd name="T107" fmla="*/ 3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9" h="144">
                <a:moveTo>
                  <a:pt x="0" y="43"/>
                </a:moveTo>
                <a:cubicBezTo>
                  <a:pt x="0" y="44"/>
                  <a:pt x="0" y="44"/>
                  <a:pt x="0" y="44"/>
                </a:cubicBezTo>
                <a:cubicBezTo>
                  <a:pt x="0" y="140"/>
                  <a:pt x="0" y="140"/>
                  <a:pt x="0" y="140"/>
                </a:cubicBezTo>
                <a:cubicBezTo>
                  <a:pt x="0" y="141"/>
                  <a:pt x="0" y="142"/>
                  <a:pt x="1" y="143"/>
                </a:cubicBezTo>
                <a:cubicBezTo>
                  <a:pt x="2" y="144"/>
                  <a:pt x="3" y="144"/>
                  <a:pt x="4" y="144"/>
                </a:cubicBezTo>
                <a:cubicBezTo>
                  <a:pt x="95" y="144"/>
                  <a:pt x="95" y="144"/>
                  <a:pt x="95" y="144"/>
                </a:cubicBezTo>
                <a:cubicBezTo>
                  <a:pt x="96" y="144"/>
                  <a:pt x="97" y="144"/>
                  <a:pt x="98" y="143"/>
                </a:cubicBezTo>
                <a:cubicBezTo>
                  <a:pt x="99" y="142"/>
                  <a:pt x="99" y="141"/>
                  <a:pt x="99" y="140"/>
                </a:cubicBezTo>
                <a:cubicBezTo>
                  <a:pt x="99" y="44"/>
                  <a:pt x="99" y="44"/>
                  <a:pt x="99" y="44"/>
                </a:cubicBezTo>
                <a:cubicBezTo>
                  <a:pt x="99" y="5"/>
                  <a:pt x="99" y="5"/>
                  <a:pt x="99" y="5"/>
                </a:cubicBezTo>
                <a:cubicBezTo>
                  <a:pt x="99" y="4"/>
                  <a:pt x="99" y="2"/>
                  <a:pt x="98" y="1"/>
                </a:cubicBezTo>
                <a:cubicBezTo>
                  <a:pt x="97" y="1"/>
                  <a:pt x="96" y="0"/>
                  <a:pt x="95" y="0"/>
                </a:cubicBezTo>
                <a:cubicBezTo>
                  <a:pt x="4" y="0"/>
                  <a:pt x="4" y="0"/>
                  <a:pt x="4" y="0"/>
                </a:cubicBezTo>
                <a:cubicBezTo>
                  <a:pt x="3" y="0"/>
                  <a:pt x="2" y="1"/>
                  <a:pt x="1" y="1"/>
                </a:cubicBezTo>
                <a:cubicBezTo>
                  <a:pt x="0" y="2"/>
                  <a:pt x="0" y="4"/>
                  <a:pt x="0" y="5"/>
                </a:cubicBezTo>
                <a:cubicBezTo>
                  <a:pt x="0" y="43"/>
                  <a:pt x="0" y="43"/>
                  <a:pt x="0" y="43"/>
                </a:cubicBezTo>
                <a:close/>
                <a:moveTo>
                  <a:pt x="22" y="134"/>
                </a:moveTo>
                <a:cubicBezTo>
                  <a:pt x="22" y="134"/>
                  <a:pt x="22" y="134"/>
                  <a:pt x="21" y="134"/>
                </a:cubicBezTo>
                <a:cubicBezTo>
                  <a:pt x="11" y="134"/>
                  <a:pt x="11" y="134"/>
                  <a:pt x="11" y="134"/>
                </a:cubicBezTo>
                <a:cubicBezTo>
                  <a:pt x="10" y="134"/>
                  <a:pt x="10" y="134"/>
                  <a:pt x="10" y="134"/>
                </a:cubicBezTo>
                <a:cubicBezTo>
                  <a:pt x="10" y="123"/>
                  <a:pt x="10" y="123"/>
                  <a:pt x="10" y="123"/>
                </a:cubicBezTo>
                <a:cubicBezTo>
                  <a:pt x="10" y="122"/>
                  <a:pt x="10" y="122"/>
                  <a:pt x="11" y="122"/>
                </a:cubicBezTo>
                <a:cubicBezTo>
                  <a:pt x="21" y="122"/>
                  <a:pt x="21" y="122"/>
                  <a:pt x="21" y="122"/>
                </a:cubicBezTo>
                <a:cubicBezTo>
                  <a:pt x="22" y="122"/>
                  <a:pt x="22" y="122"/>
                  <a:pt x="22" y="123"/>
                </a:cubicBezTo>
                <a:lnTo>
                  <a:pt x="22" y="134"/>
                </a:lnTo>
                <a:close/>
                <a:moveTo>
                  <a:pt x="22" y="111"/>
                </a:moveTo>
                <a:cubicBezTo>
                  <a:pt x="22" y="111"/>
                  <a:pt x="22" y="112"/>
                  <a:pt x="21" y="112"/>
                </a:cubicBezTo>
                <a:cubicBezTo>
                  <a:pt x="11" y="112"/>
                  <a:pt x="11" y="112"/>
                  <a:pt x="11" y="112"/>
                </a:cubicBezTo>
                <a:cubicBezTo>
                  <a:pt x="10" y="112"/>
                  <a:pt x="10" y="111"/>
                  <a:pt x="10" y="111"/>
                </a:cubicBezTo>
                <a:cubicBezTo>
                  <a:pt x="10" y="100"/>
                  <a:pt x="10" y="100"/>
                  <a:pt x="10" y="100"/>
                </a:cubicBezTo>
                <a:cubicBezTo>
                  <a:pt x="10" y="100"/>
                  <a:pt x="10" y="99"/>
                  <a:pt x="11" y="99"/>
                </a:cubicBezTo>
                <a:cubicBezTo>
                  <a:pt x="21" y="99"/>
                  <a:pt x="21" y="99"/>
                  <a:pt x="21" y="99"/>
                </a:cubicBezTo>
                <a:cubicBezTo>
                  <a:pt x="22" y="99"/>
                  <a:pt x="22" y="100"/>
                  <a:pt x="22" y="100"/>
                </a:cubicBezTo>
                <a:lnTo>
                  <a:pt x="22" y="111"/>
                </a:lnTo>
                <a:close/>
                <a:moveTo>
                  <a:pt x="22" y="88"/>
                </a:moveTo>
                <a:cubicBezTo>
                  <a:pt x="22" y="89"/>
                  <a:pt x="22" y="89"/>
                  <a:pt x="21" y="89"/>
                </a:cubicBezTo>
                <a:cubicBezTo>
                  <a:pt x="11" y="89"/>
                  <a:pt x="11" y="89"/>
                  <a:pt x="11" y="89"/>
                </a:cubicBezTo>
                <a:cubicBezTo>
                  <a:pt x="10" y="89"/>
                  <a:pt x="10" y="89"/>
                  <a:pt x="10" y="88"/>
                </a:cubicBezTo>
                <a:cubicBezTo>
                  <a:pt x="10" y="78"/>
                  <a:pt x="10" y="78"/>
                  <a:pt x="10" y="78"/>
                </a:cubicBezTo>
                <a:cubicBezTo>
                  <a:pt x="10" y="77"/>
                  <a:pt x="10" y="77"/>
                  <a:pt x="11" y="77"/>
                </a:cubicBezTo>
                <a:cubicBezTo>
                  <a:pt x="21" y="77"/>
                  <a:pt x="21" y="77"/>
                  <a:pt x="21" y="77"/>
                </a:cubicBezTo>
                <a:cubicBezTo>
                  <a:pt x="22" y="77"/>
                  <a:pt x="22" y="77"/>
                  <a:pt x="22" y="78"/>
                </a:cubicBezTo>
                <a:lnTo>
                  <a:pt x="22" y="88"/>
                </a:lnTo>
                <a:close/>
                <a:moveTo>
                  <a:pt x="45" y="134"/>
                </a:moveTo>
                <a:cubicBezTo>
                  <a:pt x="45" y="134"/>
                  <a:pt x="44" y="134"/>
                  <a:pt x="44" y="134"/>
                </a:cubicBezTo>
                <a:cubicBezTo>
                  <a:pt x="33" y="134"/>
                  <a:pt x="33" y="134"/>
                  <a:pt x="33" y="134"/>
                </a:cubicBezTo>
                <a:cubicBezTo>
                  <a:pt x="33" y="134"/>
                  <a:pt x="32" y="134"/>
                  <a:pt x="32" y="134"/>
                </a:cubicBezTo>
                <a:cubicBezTo>
                  <a:pt x="32" y="123"/>
                  <a:pt x="32" y="123"/>
                  <a:pt x="32" y="123"/>
                </a:cubicBezTo>
                <a:cubicBezTo>
                  <a:pt x="32" y="122"/>
                  <a:pt x="33" y="122"/>
                  <a:pt x="33" y="122"/>
                </a:cubicBezTo>
                <a:cubicBezTo>
                  <a:pt x="44" y="122"/>
                  <a:pt x="44" y="122"/>
                  <a:pt x="44" y="122"/>
                </a:cubicBezTo>
                <a:cubicBezTo>
                  <a:pt x="44" y="122"/>
                  <a:pt x="45" y="122"/>
                  <a:pt x="45" y="123"/>
                </a:cubicBezTo>
                <a:lnTo>
                  <a:pt x="45" y="134"/>
                </a:lnTo>
                <a:close/>
                <a:moveTo>
                  <a:pt x="45" y="111"/>
                </a:moveTo>
                <a:cubicBezTo>
                  <a:pt x="45" y="111"/>
                  <a:pt x="44" y="112"/>
                  <a:pt x="44" y="112"/>
                </a:cubicBezTo>
                <a:cubicBezTo>
                  <a:pt x="33" y="112"/>
                  <a:pt x="33" y="112"/>
                  <a:pt x="33" y="112"/>
                </a:cubicBezTo>
                <a:cubicBezTo>
                  <a:pt x="33" y="112"/>
                  <a:pt x="32" y="111"/>
                  <a:pt x="32" y="111"/>
                </a:cubicBezTo>
                <a:cubicBezTo>
                  <a:pt x="32" y="100"/>
                  <a:pt x="32" y="100"/>
                  <a:pt x="32" y="100"/>
                </a:cubicBezTo>
                <a:cubicBezTo>
                  <a:pt x="32" y="100"/>
                  <a:pt x="33" y="99"/>
                  <a:pt x="33" y="99"/>
                </a:cubicBezTo>
                <a:cubicBezTo>
                  <a:pt x="44" y="99"/>
                  <a:pt x="44" y="99"/>
                  <a:pt x="44" y="99"/>
                </a:cubicBezTo>
                <a:cubicBezTo>
                  <a:pt x="44" y="99"/>
                  <a:pt x="45" y="100"/>
                  <a:pt x="45" y="100"/>
                </a:cubicBezTo>
                <a:lnTo>
                  <a:pt x="45" y="111"/>
                </a:lnTo>
                <a:close/>
                <a:moveTo>
                  <a:pt x="45" y="88"/>
                </a:moveTo>
                <a:cubicBezTo>
                  <a:pt x="45" y="89"/>
                  <a:pt x="44" y="89"/>
                  <a:pt x="44" y="89"/>
                </a:cubicBezTo>
                <a:cubicBezTo>
                  <a:pt x="33" y="89"/>
                  <a:pt x="33" y="89"/>
                  <a:pt x="33" y="89"/>
                </a:cubicBezTo>
                <a:cubicBezTo>
                  <a:pt x="33" y="89"/>
                  <a:pt x="32" y="89"/>
                  <a:pt x="32" y="88"/>
                </a:cubicBezTo>
                <a:cubicBezTo>
                  <a:pt x="32" y="78"/>
                  <a:pt x="32" y="78"/>
                  <a:pt x="32" y="78"/>
                </a:cubicBezTo>
                <a:cubicBezTo>
                  <a:pt x="32" y="77"/>
                  <a:pt x="33" y="77"/>
                  <a:pt x="33" y="77"/>
                </a:cubicBezTo>
                <a:cubicBezTo>
                  <a:pt x="44" y="77"/>
                  <a:pt x="44" y="77"/>
                  <a:pt x="44" y="77"/>
                </a:cubicBezTo>
                <a:cubicBezTo>
                  <a:pt x="44" y="77"/>
                  <a:pt x="45" y="77"/>
                  <a:pt x="45" y="78"/>
                </a:cubicBezTo>
                <a:lnTo>
                  <a:pt x="45" y="88"/>
                </a:lnTo>
                <a:close/>
                <a:moveTo>
                  <a:pt x="45" y="66"/>
                </a:moveTo>
                <a:cubicBezTo>
                  <a:pt x="45" y="66"/>
                  <a:pt x="44" y="67"/>
                  <a:pt x="44" y="67"/>
                </a:cubicBezTo>
                <a:cubicBezTo>
                  <a:pt x="11" y="67"/>
                  <a:pt x="11" y="67"/>
                  <a:pt x="11" y="67"/>
                </a:cubicBezTo>
                <a:cubicBezTo>
                  <a:pt x="10" y="67"/>
                  <a:pt x="10" y="66"/>
                  <a:pt x="10" y="66"/>
                </a:cubicBezTo>
                <a:cubicBezTo>
                  <a:pt x="10" y="55"/>
                  <a:pt x="10" y="55"/>
                  <a:pt x="10" y="55"/>
                </a:cubicBezTo>
                <a:cubicBezTo>
                  <a:pt x="10" y="55"/>
                  <a:pt x="10" y="54"/>
                  <a:pt x="11" y="54"/>
                </a:cubicBezTo>
                <a:cubicBezTo>
                  <a:pt x="44" y="54"/>
                  <a:pt x="44" y="54"/>
                  <a:pt x="44" y="54"/>
                </a:cubicBezTo>
                <a:cubicBezTo>
                  <a:pt x="44" y="54"/>
                  <a:pt x="45" y="55"/>
                  <a:pt x="45" y="55"/>
                </a:cubicBezTo>
                <a:lnTo>
                  <a:pt x="45" y="66"/>
                </a:lnTo>
                <a:close/>
                <a:moveTo>
                  <a:pt x="67" y="134"/>
                </a:moveTo>
                <a:cubicBezTo>
                  <a:pt x="67" y="134"/>
                  <a:pt x="67" y="134"/>
                  <a:pt x="66" y="134"/>
                </a:cubicBezTo>
                <a:cubicBezTo>
                  <a:pt x="56" y="134"/>
                  <a:pt x="56" y="134"/>
                  <a:pt x="56" y="134"/>
                </a:cubicBezTo>
                <a:cubicBezTo>
                  <a:pt x="55" y="134"/>
                  <a:pt x="55" y="134"/>
                  <a:pt x="55" y="134"/>
                </a:cubicBezTo>
                <a:cubicBezTo>
                  <a:pt x="55" y="123"/>
                  <a:pt x="55" y="123"/>
                  <a:pt x="55" y="123"/>
                </a:cubicBezTo>
                <a:cubicBezTo>
                  <a:pt x="55" y="122"/>
                  <a:pt x="55" y="122"/>
                  <a:pt x="56" y="122"/>
                </a:cubicBezTo>
                <a:cubicBezTo>
                  <a:pt x="66" y="122"/>
                  <a:pt x="66" y="122"/>
                  <a:pt x="66" y="122"/>
                </a:cubicBezTo>
                <a:cubicBezTo>
                  <a:pt x="67" y="122"/>
                  <a:pt x="67" y="122"/>
                  <a:pt x="67" y="123"/>
                </a:cubicBezTo>
                <a:lnTo>
                  <a:pt x="67" y="134"/>
                </a:lnTo>
                <a:close/>
                <a:moveTo>
                  <a:pt x="67" y="111"/>
                </a:moveTo>
                <a:cubicBezTo>
                  <a:pt x="67" y="111"/>
                  <a:pt x="67" y="112"/>
                  <a:pt x="66" y="112"/>
                </a:cubicBezTo>
                <a:cubicBezTo>
                  <a:pt x="56" y="112"/>
                  <a:pt x="56" y="112"/>
                  <a:pt x="56" y="112"/>
                </a:cubicBezTo>
                <a:cubicBezTo>
                  <a:pt x="55" y="112"/>
                  <a:pt x="55" y="111"/>
                  <a:pt x="55" y="111"/>
                </a:cubicBezTo>
                <a:cubicBezTo>
                  <a:pt x="55" y="100"/>
                  <a:pt x="55" y="100"/>
                  <a:pt x="55" y="100"/>
                </a:cubicBezTo>
                <a:cubicBezTo>
                  <a:pt x="55" y="100"/>
                  <a:pt x="55" y="99"/>
                  <a:pt x="56" y="99"/>
                </a:cubicBezTo>
                <a:cubicBezTo>
                  <a:pt x="66" y="99"/>
                  <a:pt x="66" y="99"/>
                  <a:pt x="66" y="99"/>
                </a:cubicBezTo>
                <a:cubicBezTo>
                  <a:pt x="67" y="99"/>
                  <a:pt x="67" y="100"/>
                  <a:pt x="67" y="100"/>
                </a:cubicBezTo>
                <a:lnTo>
                  <a:pt x="67" y="111"/>
                </a:lnTo>
                <a:close/>
                <a:moveTo>
                  <a:pt x="67" y="88"/>
                </a:moveTo>
                <a:cubicBezTo>
                  <a:pt x="67" y="89"/>
                  <a:pt x="67" y="89"/>
                  <a:pt x="66" y="89"/>
                </a:cubicBezTo>
                <a:cubicBezTo>
                  <a:pt x="56" y="89"/>
                  <a:pt x="56" y="89"/>
                  <a:pt x="56" y="89"/>
                </a:cubicBezTo>
                <a:cubicBezTo>
                  <a:pt x="55" y="89"/>
                  <a:pt x="55" y="89"/>
                  <a:pt x="55" y="88"/>
                </a:cubicBezTo>
                <a:cubicBezTo>
                  <a:pt x="55" y="78"/>
                  <a:pt x="55" y="78"/>
                  <a:pt x="55" y="78"/>
                </a:cubicBezTo>
                <a:cubicBezTo>
                  <a:pt x="55" y="77"/>
                  <a:pt x="55" y="77"/>
                  <a:pt x="56" y="77"/>
                </a:cubicBezTo>
                <a:cubicBezTo>
                  <a:pt x="66" y="77"/>
                  <a:pt x="66" y="77"/>
                  <a:pt x="66" y="77"/>
                </a:cubicBezTo>
                <a:cubicBezTo>
                  <a:pt x="67" y="77"/>
                  <a:pt x="67" y="77"/>
                  <a:pt x="67" y="78"/>
                </a:cubicBezTo>
                <a:lnTo>
                  <a:pt x="67" y="88"/>
                </a:lnTo>
                <a:close/>
                <a:moveTo>
                  <a:pt x="67" y="66"/>
                </a:moveTo>
                <a:cubicBezTo>
                  <a:pt x="67" y="66"/>
                  <a:pt x="67" y="67"/>
                  <a:pt x="66" y="67"/>
                </a:cubicBezTo>
                <a:cubicBezTo>
                  <a:pt x="56" y="67"/>
                  <a:pt x="56" y="67"/>
                  <a:pt x="56" y="67"/>
                </a:cubicBezTo>
                <a:cubicBezTo>
                  <a:pt x="55" y="67"/>
                  <a:pt x="55" y="66"/>
                  <a:pt x="55" y="66"/>
                </a:cubicBezTo>
                <a:cubicBezTo>
                  <a:pt x="55" y="55"/>
                  <a:pt x="55" y="55"/>
                  <a:pt x="55" y="55"/>
                </a:cubicBezTo>
                <a:cubicBezTo>
                  <a:pt x="55" y="55"/>
                  <a:pt x="55" y="54"/>
                  <a:pt x="56" y="54"/>
                </a:cubicBezTo>
                <a:cubicBezTo>
                  <a:pt x="66" y="54"/>
                  <a:pt x="66" y="54"/>
                  <a:pt x="66" y="54"/>
                </a:cubicBezTo>
                <a:cubicBezTo>
                  <a:pt x="67" y="54"/>
                  <a:pt x="67" y="55"/>
                  <a:pt x="67" y="55"/>
                </a:cubicBezTo>
                <a:lnTo>
                  <a:pt x="67" y="66"/>
                </a:lnTo>
                <a:close/>
                <a:moveTo>
                  <a:pt x="90" y="134"/>
                </a:moveTo>
                <a:cubicBezTo>
                  <a:pt x="90" y="134"/>
                  <a:pt x="89" y="134"/>
                  <a:pt x="89" y="134"/>
                </a:cubicBezTo>
                <a:cubicBezTo>
                  <a:pt x="78" y="134"/>
                  <a:pt x="78" y="134"/>
                  <a:pt x="78" y="134"/>
                </a:cubicBezTo>
                <a:cubicBezTo>
                  <a:pt x="78" y="134"/>
                  <a:pt x="77" y="134"/>
                  <a:pt x="77" y="134"/>
                </a:cubicBezTo>
                <a:cubicBezTo>
                  <a:pt x="77" y="123"/>
                  <a:pt x="77" y="123"/>
                  <a:pt x="77" y="123"/>
                </a:cubicBezTo>
                <a:cubicBezTo>
                  <a:pt x="77" y="122"/>
                  <a:pt x="78" y="122"/>
                  <a:pt x="78" y="122"/>
                </a:cubicBezTo>
                <a:cubicBezTo>
                  <a:pt x="89" y="122"/>
                  <a:pt x="89" y="122"/>
                  <a:pt x="89" y="122"/>
                </a:cubicBezTo>
                <a:cubicBezTo>
                  <a:pt x="89" y="122"/>
                  <a:pt x="90" y="122"/>
                  <a:pt x="90" y="123"/>
                </a:cubicBezTo>
                <a:lnTo>
                  <a:pt x="90" y="134"/>
                </a:lnTo>
                <a:close/>
                <a:moveTo>
                  <a:pt x="90" y="111"/>
                </a:moveTo>
                <a:cubicBezTo>
                  <a:pt x="90" y="111"/>
                  <a:pt x="89" y="112"/>
                  <a:pt x="89" y="112"/>
                </a:cubicBezTo>
                <a:cubicBezTo>
                  <a:pt x="78" y="112"/>
                  <a:pt x="78" y="112"/>
                  <a:pt x="78" y="112"/>
                </a:cubicBezTo>
                <a:cubicBezTo>
                  <a:pt x="78" y="112"/>
                  <a:pt x="77" y="111"/>
                  <a:pt x="77" y="111"/>
                </a:cubicBezTo>
                <a:cubicBezTo>
                  <a:pt x="77" y="100"/>
                  <a:pt x="77" y="100"/>
                  <a:pt x="77" y="100"/>
                </a:cubicBezTo>
                <a:cubicBezTo>
                  <a:pt x="77" y="100"/>
                  <a:pt x="78" y="99"/>
                  <a:pt x="78" y="99"/>
                </a:cubicBezTo>
                <a:cubicBezTo>
                  <a:pt x="89" y="99"/>
                  <a:pt x="89" y="99"/>
                  <a:pt x="89" y="99"/>
                </a:cubicBezTo>
                <a:cubicBezTo>
                  <a:pt x="89" y="99"/>
                  <a:pt x="90" y="100"/>
                  <a:pt x="90" y="100"/>
                </a:cubicBezTo>
                <a:lnTo>
                  <a:pt x="90" y="111"/>
                </a:lnTo>
                <a:close/>
                <a:moveTo>
                  <a:pt x="90" y="88"/>
                </a:moveTo>
                <a:cubicBezTo>
                  <a:pt x="90" y="89"/>
                  <a:pt x="89" y="89"/>
                  <a:pt x="89" y="89"/>
                </a:cubicBezTo>
                <a:cubicBezTo>
                  <a:pt x="78" y="89"/>
                  <a:pt x="78" y="89"/>
                  <a:pt x="78" y="89"/>
                </a:cubicBezTo>
                <a:cubicBezTo>
                  <a:pt x="78" y="89"/>
                  <a:pt x="77" y="89"/>
                  <a:pt x="77" y="88"/>
                </a:cubicBezTo>
                <a:cubicBezTo>
                  <a:pt x="77" y="78"/>
                  <a:pt x="77" y="78"/>
                  <a:pt x="77" y="78"/>
                </a:cubicBezTo>
                <a:cubicBezTo>
                  <a:pt x="77" y="77"/>
                  <a:pt x="78" y="77"/>
                  <a:pt x="78" y="77"/>
                </a:cubicBezTo>
                <a:cubicBezTo>
                  <a:pt x="89" y="77"/>
                  <a:pt x="89" y="77"/>
                  <a:pt x="89" y="77"/>
                </a:cubicBezTo>
                <a:cubicBezTo>
                  <a:pt x="89" y="77"/>
                  <a:pt x="90" y="77"/>
                  <a:pt x="90" y="78"/>
                </a:cubicBezTo>
                <a:lnTo>
                  <a:pt x="90" y="88"/>
                </a:lnTo>
                <a:close/>
                <a:moveTo>
                  <a:pt x="90" y="66"/>
                </a:moveTo>
                <a:cubicBezTo>
                  <a:pt x="90" y="66"/>
                  <a:pt x="89" y="67"/>
                  <a:pt x="89" y="67"/>
                </a:cubicBezTo>
                <a:cubicBezTo>
                  <a:pt x="78" y="67"/>
                  <a:pt x="78" y="67"/>
                  <a:pt x="78" y="67"/>
                </a:cubicBezTo>
                <a:cubicBezTo>
                  <a:pt x="78" y="67"/>
                  <a:pt x="77" y="66"/>
                  <a:pt x="77" y="66"/>
                </a:cubicBezTo>
                <a:cubicBezTo>
                  <a:pt x="77" y="55"/>
                  <a:pt x="77" y="55"/>
                  <a:pt x="77" y="55"/>
                </a:cubicBezTo>
                <a:cubicBezTo>
                  <a:pt x="77" y="55"/>
                  <a:pt x="78" y="54"/>
                  <a:pt x="78" y="54"/>
                </a:cubicBezTo>
                <a:cubicBezTo>
                  <a:pt x="89" y="54"/>
                  <a:pt x="89" y="54"/>
                  <a:pt x="89" y="54"/>
                </a:cubicBezTo>
                <a:cubicBezTo>
                  <a:pt x="89" y="54"/>
                  <a:pt x="90" y="55"/>
                  <a:pt x="90" y="55"/>
                </a:cubicBezTo>
                <a:lnTo>
                  <a:pt x="90" y="66"/>
                </a:lnTo>
                <a:close/>
                <a:moveTo>
                  <a:pt x="8" y="11"/>
                </a:moveTo>
                <a:cubicBezTo>
                  <a:pt x="8" y="10"/>
                  <a:pt x="8" y="9"/>
                  <a:pt x="9" y="9"/>
                </a:cubicBezTo>
                <a:cubicBezTo>
                  <a:pt x="9" y="8"/>
                  <a:pt x="10" y="8"/>
                  <a:pt x="11" y="8"/>
                </a:cubicBezTo>
                <a:cubicBezTo>
                  <a:pt x="89" y="8"/>
                  <a:pt x="89" y="8"/>
                  <a:pt x="89" y="8"/>
                </a:cubicBezTo>
                <a:cubicBezTo>
                  <a:pt x="90" y="8"/>
                  <a:pt x="90" y="8"/>
                  <a:pt x="91" y="9"/>
                </a:cubicBezTo>
                <a:cubicBezTo>
                  <a:pt x="91" y="9"/>
                  <a:pt x="92" y="10"/>
                  <a:pt x="92" y="11"/>
                </a:cubicBezTo>
                <a:cubicBezTo>
                  <a:pt x="92" y="34"/>
                  <a:pt x="92" y="34"/>
                  <a:pt x="92" y="34"/>
                </a:cubicBezTo>
                <a:cubicBezTo>
                  <a:pt x="92" y="35"/>
                  <a:pt x="91" y="35"/>
                  <a:pt x="91" y="36"/>
                </a:cubicBezTo>
                <a:cubicBezTo>
                  <a:pt x="90" y="36"/>
                  <a:pt x="90" y="37"/>
                  <a:pt x="89" y="37"/>
                </a:cubicBezTo>
                <a:cubicBezTo>
                  <a:pt x="11" y="37"/>
                  <a:pt x="11" y="37"/>
                  <a:pt x="11" y="37"/>
                </a:cubicBezTo>
                <a:cubicBezTo>
                  <a:pt x="10" y="37"/>
                  <a:pt x="9" y="36"/>
                  <a:pt x="9" y="36"/>
                </a:cubicBezTo>
                <a:cubicBezTo>
                  <a:pt x="8" y="35"/>
                  <a:pt x="8" y="35"/>
                  <a:pt x="8" y="34"/>
                </a:cubicBezTo>
                <a:lnTo>
                  <a:pt x="8"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31"/>
          <p:cNvSpPr>
            <a:spLocks/>
          </p:cNvSpPr>
          <p:nvPr/>
        </p:nvSpPr>
        <p:spPr bwMode="auto">
          <a:xfrm>
            <a:off x="8653582" y="2295134"/>
            <a:ext cx="347535" cy="199073"/>
          </a:xfrm>
          <a:custGeom>
            <a:avLst/>
            <a:gdLst>
              <a:gd name="T0" fmla="*/ 37 w 131"/>
              <a:gd name="T1" fmla="*/ 40 h 75"/>
              <a:gd name="T2" fmla="*/ 93 w 131"/>
              <a:gd name="T3" fmla="*/ 35 h 75"/>
              <a:gd name="T4" fmla="*/ 80 w 131"/>
              <a:gd name="T5" fmla="*/ 48 h 75"/>
              <a:gd name="T6" fmla="*/ 83 w 131"/>
              <a:gd name="T7" fmla="*/ 57 h 75"/>
              <a:gd name="T8" fmla="*/ 114 w 131"/>
              <a:gd name="T9" fmla="*/ 58 h 75"/>
              <a:gd name="T10" fmla="*/ 117 w 131"/>
              <a:gd name="T11" fmla="*/ 58 h 75"/>
              <a:gd name="T12" fmla="*/ 120 w 131"/>
              <a:gd name="T13" fmla="*/ 58 h 75"/>
              <a:gd name="T14" fmla="*/ 127 w 131"/>
              <a:gd name="T15" fmla="*/ 58 h 75"/>
              <a:gd name="T16" fmla="*/ 130 w 131"/>
              <a:gd name="T17" fmla="*/ 55 h 75"/>
              <a:gd name="T18" fmla="*/ 131 w 131"/>
              <a:gd name="T19" fmla="*/ 11 h 75"/>
              <a:gd name="T20" fmla="*/ 122 w 131"/>
              <a:gd name="T21" fmla="*/ 8 h 75"/>
              <a:gd name="T22" fmla="*/ 109 w 131"/>
              <a:gd name="T23" fmla="*/ 20 h 75"/>
              <a:gd name="T24" fmla="*/ 22 w 131"/>
              <a:gd name="T25" fmla="*/ 24 h 75"/>
              <a:gd name="T26" fmla="*/ 0 w 131"/>
              <a:gd name="T27" fmla="*/ 74 h 75"/>
              <a:gd name="T28" fmla="*/ 23 w 131"/>
              <a:gd name="T29" fmla="*/ 75 h 75"/>
              <a:gd name="T30" fmla="*/ 37 w 131"/>
              <a:gd name="T31" fmla="*/ 4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1" h="75">
                <a:moveTo>
                  <a:pt x="37" y="40"/>
                </a:moveTo>
                <a:cubicBezTo>
                  <a:pt x="53" y="26"/>
                  <a:pt x="76" y="24"/>
                  <a:pt x="93" y="35"/>
                </a:cubicBezTo>
                <a:cubicBezTo>
                  <a:pt x="87" y="41"/>
                  <a:pt x="80" y="48"/>
                  <a:pt x="80" y="48"/>
                </a:cubicBezTo>
                <a:cubicBezTo>
                  <a:pt x="75" y="53"/>
                  <a:pt x="80" y="57"/>
                  <a:pt x="83" y="57"/>
                </a:cubicBezTo>
                <a:cubicBezTo>
                  <a:pt x="114" y="58"/>
                  <a:pt x="114" y="58"/>
                  <a:pt x="114" y="58"/>
                </a:cubicBezTo>
                <a:cubicBezTo>
                  <a:pt x="116" y="58"/>
                  <a:pt x="117" y="58"/>
                  <a:pt x="117" y="58"/>
                </a:cubicBezTo>
                <a:cubicBezTo>
                  <a:pt x="120" y="58"/>
                  <a:pt x="120" y="58"/>
                  <a:pt x="120" y="58"/>
                </a:cubicBezTo>
                <a:cubicBezTo>
                  <a:pt x="127" y="58"/>
                  <a:pt x="127" y="58"/>
                  <a:pt x="127" y="58"/>
                </a:cubicBezTo>
                <a:cubicBezTo>
                  <a:pt x="128" y="58"/>
                  <a:pt x="130" y="57"/>
                  <a:pt x="130" y="55"/>
                </a:cubicBezTo>
                <a:cubicBezTo>
                  <a:pt x="131" y="11"/>
                  <a:pt x="131" y="11"/>
                  <a:pt x="131" y="11"/>
                </a:cubicBezTo>
                <a:cubicBezTo>
                  <a:pt x="131" y="7"/>
                  <a:pt x="127" y="3"/>
                  <a:pt x="122" y="8"/>
                </a:cubicBezTo>
                <a:cubicBezTo>
                  <a:pt x="122" y="8"/>
                  <a:pt x="115" y="15"/>
                  <a:pt x="109" y="20"/>
                </a:cubicBezTo>
                <a:cubicBezTo>
                  <a:pt x="83" y="0"/>
                  <a:pt x="46" y="1"/>
                  <a:pt x="22" y="24"/>
                </a:cubicBezTo>
                <a:cubicBezTo>
                  <a:pt x="7" y="37"/>
                  <a:pt x="0" y="56"/>
                  <a:pt x="0" y="74"/>
                </a:cubicBezTo>
                <a:cubicBezTo>
                  <a:pt x="23" y="75"/>
                  <a:pt x="23" y="75"/>
                  <a:pt x="23" y="75"/>
                </a:cubicBezTo>
                <a:cubicBezTo>
                  <a:pt x="23" y="62"/>
                  <a:pt x="27" y="50"/>
                  <a:pt x="37" y="4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32"/>
          <p:cNvSpPr>
            <a:spLocks/>
          </p:cNvSpPr>
          <p:nvPr/>
        </p:nvSpPr>
        <p:spPr bwMode="auto">
          <a:xfrm>
            <a:off x="8661455" y="2480711"/>
            <a:ext cx="348659" cy="200198"/>
          </a:xfrm>
          <a:custGeom>
            <a:avLst/>
            <a:gdLst>
              <a:gd name="T0" fmla="*/ 108 w 131"/>
              <a:gd name="T1" fmla="*/ 0 h 75"/>
              <a:gd name="T2" fmla="*/ 94 w 131"/>
              <a:gd name="T3" fmla="*/ 34 h 75"/>
              <a:gd name="T4" fmla="*/ 39 w 131"/>
              <a:gd name="T5" fmla="*/ 39 h 75"/>
              <a:gd name="T6" fmla="*/ 52 w 131"/>
              <a:gd name="T7" fmla="*/ 27 h 75"/>
              <a:gd name="T8" fmla="*/ 49 w 131"/>
              <a:gd name="T9" fmla="*/ 18 h 75"/>
              <a:gd name="T10" fmla="*/ 17 w 131"/>
              <a:gd name="T11" fmla="*/ 17 h 75"/>
              <a:gd name="T12" fmla="*/ 14 w 131"/>
              <a:gd name="T13" fmla="*/ 17 h 75"/>
              <a:gd name="T14" fmla="*/ 11 w 131"/>
              <a:gd name="T15" fmla="*/ 17 h 75"/>
              <a:gd name="T16" fmla="*/ 5 w 131"/>
              <a:gd name="T17" fmla="*/ 16 h 75"/>
              <a:gd name="T18" fmla="*/ 2 w 131"/>
              <a:gd name="T19" fmla="*/ 19 h 75"/>
              <a:gd name="T20" fmla="*/ 0 w 131"/>
              <a:gd name="T21" fmla="*/ 63 h 75"/>
              <a:gd name="T22" fmla="*/ 9 w 131"/>
              <a:gd name="T23" fmla="*/ 67 h 75"/>
              <a:gd name="T24" fmla="*/ 22 w 131"/>
              <a:gd name="T25" fmla="*/ 55 h 75"/>
              <a:gd name="T26" fmla="*/ 110 w 131"/>
              <a:gd name="T27" fmla="*/ 50 h 75"/>
              <a:gd name="T28" fmla="*/ 131 w 131"/>
              <a:gd name="T29" fmla="*/ 0 h 75"/>
              <a:gd name="T30" fmla="*/ 108 w 131"/>
              <a:gd name="T31"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1" h="75">
                <a:moveTo>
                  <a:pt x="108" y="0"/>
                </a:moveTo>
                <a:cubicBezTo>
                  <a:pt x="109" y="12"/>
                  <a:pt x="104" y="25"/>
                  <a:pt x="94" y="34"/>
                </a:cubicBezTo>
                <a:cubicBezTo>
                  <a:pt x="79" y="49"/>
                  <a:pt x="56" y="50"/>
                  <a:pt x="39" y="39"/>
                </a:cubicBezTo>
                <a:cubicBezTo>
                  <a:pt x="45" y="33"/>
                  <a:pt x="52" y="27"/>
                  <a:pt x="52" y="27"/>
                </a:cubicBezTo>
                <a:cubicBezTo>
                  <a:pt x="57" y="21"/>
                  <a:pt x="51" y="18"/>
                  <a:pt x="49" y="18"/>
                </a:cubicBezTo>
                <a:cubicBezTo>
                  <a:pt x="17" y="17"/>
                  <a:pt x="17" y="17"/>
                  <a:pt x="17" y="17"/>
                </a:cubicBezTo>
                <a:cubicBezTo>
                  <a:pt x="15" y="17"/>
                  <a:pt x="14" y="17"/>
                  <a:pt x="14" y="17"/>
                </a:cubicBezTo>
                <a:cubicBezTo>
                  <a:pt x="11" y="17"/>
                  <a:pt x="11" y="17"/>
                  <a:pt x="11" y="17"/>
                </a:cubicBezTo>
                <a:cubicBezTo>
                  <a:pt x="5" y="16"/>
                  <a:pt x="5" y="16"/>
                  <a:pt x="5" y="16"/>
                </a:cubicBezTo>
                <a:cubicBezTo>
                  <a:pt x="3" y="16"/>
                  <a:pt x="2" y="18"/>
                  <a:pt x="2" y="19"/>
                </a:cubicBezTo>
                <a:cubicBezTo>
                  <a:pt x="0" y="63"/>
                  <a:pt x="0" y="63"/>
                  <a:pt x="0" y="63"/>
                </a:cubicBezTo>
                <a:cubicBezTo>
                  <a:pt x="0" y="67"/>
                  <a:pt x="4" y="71"/>
                  <a:pt x="9" y="67"/>
                </a:cubicBezTo>
                <a:cubicBezTo>
                  <a:pt x="9" y="67"/>
                  <a:pt x="17" y="60"/>
                  <a:pt x="22" y="55"/>
                </a:cubicBezTo>
                <a:cubicBezTo>
                  <a:pt x="48" y="75"/>
                  <a:pt x="85" y="74"/>
                  <a:pt x="110" y="50"/>
                </a:cubicBezTo>
                <a:cubicBezTo>
                  <a:pt x="124" y="37"/>
                  <a:pt x="131" y="19"/>
                  <a:pt x="131" y="0"/>
                </a:cubicBezTo>
                <a:cubicBezTo>
                  <a:pt x="108" y="0"/>
                  <a:pt x="108" y="0"/>
                  <a:pt x="10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33"/>
          <p:cNvSpPr>
            <a:spLocks noEditPoints="1"/>
          </p:cNvSpPr>
          <p:nvPr/>
        </p:nvSpPr>
        <p:spPr bwMode="auto">
          <a:xfrm>
            <a:off x="3193133" y="2350245"/>
            <a:ext cx="382400" cy="338537"/>
          </a:xfrm>
          <a:custGeom>
            <a:avLst/>
            <a:gdLst>
              <a:gd name="T0" fmla="*/ 127 w 144"/>
              <a:gd name="T1" fmla="*/ 0 h 127"/>
              <a:gd name="T2" fmla="*/ 17 w 144"/>
              <a:gd name="T3" fmla="*/ 0 h 127"/>
              <a:gd name="T4" fmla="*/ 0 w 144"/>
              <a:gd name="T5" fmla="*/ 17 h 127"/>
              <a:gd name="T6" fmla="*/ 0 w 144"/>
              <a:gd name="T7" fmla="*/ 76 h 127"/>
              <a:gd name="T8" fmla="*/ 17 w 144"/>
              <a:gd name="T9" fmla="*/ 93 h 127"/>
              <a:gd name="T10" fmla="*/ 26 w 144"/>
              <a:gd name="T11" fmla="*/ 93 h 127"/>
              <a:gd name="T12" fmla="*/ 26 w 144"/>
              <a:gd name="T13" fmla="*/ 122 h 127"/>
              <a:gd name="T14" fmla="*/ 27 w 144"/>
              <a:gd name="T15" fmla="*/ 125 h 127"/>
              <a:gd name="T16" fmla="*/ 33 w 144"/>
              <a:gd name="T17" fmla="*/ 125 h 127"/>
              <a:gd name="T18" fmla="*/ 68 w 144"/>
              <a:gd name="T19" fmla="*/ 93 h 127"/>
              <a:gd name="T20" fmla="*/ 127 w 144"/>
              <a:gd name="T21" fmla="*/ 93 h 127"/>
              <a:gd name="T22" fmla="*/ 144 w 144"/>
              <a:gd name="T23" fmla="*/ 76 h 127"/>
              <a:gd name="T24" fmla="*/ 144 w 144"/>
              <a:gd name="T25" fmla="*/ 17 h 127"/>
              <a:gd name="T26" fmla="*/ 127 w 144"/>
              <a:gd name="T27" fmla="*/ 0 h 127"/>
              <a:gd name="T28" fmla="*/ 30 w 144"/>
              <a:gd name="T29" fmla="*/ 25 h 127"/>
              <a:gd name="T30" fmla="*/ 97 w 144"/>
              <a:gd name="T31" fmla="*/ 25 h 127"/>
              <a:gd name="T32" fmla="*/ 102 w 144"/>
              <a:gd name="T33" fmla="*/ 29 h 127"/>
              <a:gd name="T34" fmla="*/ 97 w 144"/>
              <a:gd name="T35" fmla="*/ 33 h 127"/>
              <a:gd name="T36" fmla="*/ 30 w 144"/>
              <a:gd name="T37" fmla="*/ 33 h 127"/>
              <a:gd name="T38" fmla="*/ 26 w 144"/>
              <a:gd name="T39" fmla="*/ 29 h 127"/>
              <a:gd name="T40" fmla="*/ 30 w 144"/>
              <a:gd name="T41" fmla="*/ 25 h 127"/>
              <a:gd name="T42" fmla="*/ 64 w 144"/>
              <a:gd name="T43" fmla="*/ 67 h 127"/>
              <a:gd name="T44" fmla="*/ 30 w 144"/>
              <a:gd name="T45" fmla="*/ 67 h 127"/>
              <a:gd name="T46" fmla="*/ 26 w 144"/>
              <a:gd name="T47" fmla="*/ 63 h 127"/>
              <a:gd name="T48" fmla="*/ 30 w 144"/>
              <a:gd name="T49" fmla="*/ 59 h 127"/>
              <a:gd name="T50" fmla="*/ 64 w 144"/>
              <a:gd name="T51" fmla="*/ 59 h 127"/>
              <a:gd name="T52" fmla="*/ 68 w 144"/>
              <a:gd name="T53" fmla="*/ 63 h 127"/>
              <a:gd name="T54" fmla="*/ 64 w 144"/>
              <a:gd name="T55" fmla="*/ 67 h 127"/>
              <a:gd name="T56" fmla="*/ 114 w 144"/>
              <a:gd name="T57" fmla="*/ 50 h 127"/>
              <a:gd name="T58" fmla="*/ 30 w 144"/>
              <a:gd name="T59" fmla="*/ 50 h 127"/>
              <a:gd name="T60" fmla="*/ 26 w 144"/>
              <a:gd name="T61" fmla="*/ 46 h 127"/>
              <a:gd name="T62" fmla="*/ 30 w 144"/>
              <a:gd name="T63" fmla="*/ 42 h 127"/>
              <a:gd name="T64" fmla="*/ 114 w 144"/>
              <a:gd name="T65" fmla="*/ 42 h 127"/>
              <a:gd name="T66" fmla="*/ 119 w 144"/>
              <a:gd name="T67" fmla="*/ 46 h 127"/>
              <a:gd name="T68" fmla="*/ 114 w 144"/>
              <a:gd name="T69" fmla="*/ 5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4" h="127">
                <a:moveTo>
                  <a:pt x="127" y="0"/>
                </a:moveTo>
                <a:cubicBezTo>
                  <a:pt x="17" y="0"/>
                  <a:pt x="17" y="0"/>
                  <a:pt x="17" y="0"/>
                </a:cubicBezTo>
                <a:cubicBezTo>
                  <a:pt x="8" y="0"/>
                  <a:pt x="0" y="7"/>
                  <a:pt x="0" y="17"/>
                </a:cubicBezTo>
                <a:cubicBezTo>
                  <a:pt x="0" y="76"/>
                  <a:pt x="0" y="76"/>
                  <a:pt x="0" y="76"/>
                </a:cubicBezTo>
                <a:cubicBezTo>
                  <a:pt x="0" y="85"/>
                  <a:pt x="8" y="93"/>
                  <a:pt x="17" y="93"/>
                </a:cubicBezTo>
                <a:cubicBezTo>
                  <a:pt x="26" y="93"/>
                  <a:pt x="26" y="93"/>
                  <a:pt x="26" y="93"/>
                </a:cubicBezTo>
                <a:cubicBezTo>
                  <a:pt x="26" y="122"/>
                  <a:pt x="26" y="122"/>
                  <a:pt x="26" y="122"/>
                </a:cubicBezTo>
                <a:cubicBezTo>
                  <a:pt x="26" y="123"/>
                  <a:pt x="26" y="124"/>
                  <a:pt x="27" y="125"/>
                </a:cubicBezTo>
                <a:cubicBezTo>
                  <a:pt x="28" y="127"/>
                  <a:pt x="31" y="127"/>
                  <a:pt x="33" y="125"/>
                </a:cubicBezTo>
                <a:cubicBezTo>
                  <a:pt x="68" y="93"/>
                  <a:pt x="68" y="93"/>
                  <a:pt x="68" y="93"/>
                </a:cubicBezTo>
                <a:cubicBezTo>
                  <a:pt x="127" y="93"/>
                  <a:pt x="127" y="93"/>
                  <a:pt x="127" y="93"/>
                </a:cubicBezTo>
                <a:cubicBezTo>
                  <a:pt x="136" y="93"/>
                  <a:pt x="144" y="85"/>
                  <a:pt x="144" y="76"/>
                </a:cubicBezTo>
                <a:cubicBezTo>
                  <a:pt x="144" y="17"/>
                  <a:pt x="144" y="17"/>
                  <a:pt x="144" y="17"/>
                </a:cubicBezTo>
                <a:cubicBezTo>
                  <a:pt x="144" y="7"/>
                  <a:pt x="136" y="0"/>
                  <a:pt x="127" y="0"/>
                </a:cubicBezTo>
                <a:moveTo>
                  <a:pt x="30" y="25"/>
                </a:moveTo>
                <a:cubicBezTo>
                  <a:pt x="97" y="25"/>
                  <a:pt x="97" y="25"/>
                  <a:pt x="97" y="25"/>
                </a:cubicBezTo>
                <a:cubicBezTo>
                  <a:pt x="100" y="25"/>
                  <a:pt x="102" y="27"/>
                  <a:pt x="102" y="29"/>
                </a:cubicBezTo>
                <a:cubicBezTo>
                  <a:pt x="102" y="32"/>
                  <a:pt x="100" y="33"/>
                  <a:pt x="97" y="33"/>
                </a:cubicBezTo>
                <a:cubicBezTo>
                  <a:pt x="30" y="33"/>
                  <a:pt x="30" y="33"/>
                  <a:pt x="30" y="33"/>
                </a:cubicBezTo>
                <a:cubicBezTo>
                  <a:pt x="27" y="33"/>
                  <a:pt x="26" y="32"/>
                  <a:pt x="26" y="29"/>
                </a:cubicBezTo>
                <a:cubicBezTo>
                  <a:pt x="26" y="27"/>
                  <a:pt x="27" y="25"/>
                  <a:pt x="30" y="25"/>
                </a:cubicBezTo>
                <a:moveTo>
                  <a:pt x="64" y="67"/>
                </a:moveTo>
                <a:cubicBezTo>
                  <a:pt x="30" y="67"/>
                  <a:pt x="30" y="67"/>
                  <a:pt x="30" y="67"/>
                </a:cubicBezTo>
                <a:cubicBezTo>
                  <a:pt x="27" y="67"/>
                  <a:pt x="26" y="65"/>
                  <a:pt x="26" y="63"/>
                </a:cubicBezTo>
                <a:cubicBezTo>
                  <a:pt x="26" y="61"/>
                  <a:pt x="27" y="59"/>
                  <a:pt x="30" y="59"/>
                </a:cubicBezTo>
                <a:cubicBezTo>
                  <a:pt x="64" y="59"/>
                  <a:pt x="64" y="59"/>
                  <a:pt x="64" y="59"/>
                </a:cubicBezTo>
                <a:cubicBezTo>
                  <a:pt x="66" y="59"/>
                  <a:pt x="68" y="61"/>
                  <a:pt x="68" y="63"/>
                </a:cubicBezTo>
                <a:cubicBezTo>
                  <a:pt x="68" y="65"/>
                  <a:pt x="66" y="67"/>
                  <a:pt x="64" y="67"/>
                </a:cubicBezTo>
                <a:moveTo>
                  <a:pt x="114" y="50"/>
                </a:moveTo>
                <a:cubicBezTo>
                  <a:pt x="30" y="50"/>
                  <a:pt x="30" y="50"/>
                  <a:pt x="30" y="50"/>
                </a:cubicBezTo>
                <a:cubicBezTo>
                  <a:pt x="27" y="50"/>
                  <a:pt x="26" y="49"/>
                  <a:pt x="26" y="46"/>
                </a:cubicBezTo>
                <a:cubicBezTo>
                  <a:pt x="26" y="44"/>
                  <a:pt x="27" y="42"/>
                  <a:pt x="30" y="42"/>
                </a:cubicBezTo>
                <a:cubicBezTo>
                  <a:pt x="114" y="42"/>
                  <a:pt x="114" y="42"/>
                  <a:pt x="114" y="42"/>
                </a:cubicBezTo>
                <a:cubicBezTo>
                  <a:pt x="117" y="42"/>
                  <a:pt x="119" y="44"/>
                  <a:pt x="119" y="46"/>
                </a:cubicBezTo>
                <a:cubicBezTo>
                  <a:pt x="119" y="49"/>
                  <a:pt x="117" y="50"/>
                  <a:pt x="114" y="5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34"/>
          <p:cNvSpPr>
            <a:spLocks noEditPoints="1"/>
          </p:cNvSpPr>
          <p:nvPr/>
        </p:nvSpPr>
        <p:spPr bwMode="auto">
          <a:xfrm>
            <a:off x="4536032" y="5660256"/>
            <a:ext cx="412768" cy="37116"/>
          </a:xfrm>
          <a:custGeom>
            <a:avLst/>
            <a:gdLst>
              <a:gd name="T0" fmla="*/ 367 w 367"/>
              <a:gd name="T1" fmla="*/ 0 h 33"/>
              <a:gd name="T2" fmla="*/ 0 w 367"/>
              <a:gd name="T3" fmla="*/ 0 h 33"/>
              <a:gd name="T4" fmla="*/ 0 w 367"/>
              <a:gd name="T5" fmla="*/ 33 h 33"/>
              <a:gd name="T6" fmla="*/ 367 w 367"/>
              <a:gd name="T7" fmla="*/ 33 h 33"/>
              <a:gd name="T8" fmla="*/ 367 w 367"/>
              <a:gd name="T9" fmla="*/ 0 h 33"/>
              <a:gd name="T10" fmla="*/ 350 w 367"/>
              <a:gd name="T11" fmla="*/ 21 h 33"/>
              <a:gd name="T12" fmla="*/ 322 w 367"/>
              <a:gd name="T13" fmla="*/ 21 h 33"/>
              <a:gd name="T14" fmla="*/ 322 w 367"/>
              <a:gd name="T15" fmla="*/ 14 h 33"/>
              <a:gd name="T16" fmla="*/ 350 w 367"/>
              <a:gd name="T17" fmla="*/ 14 h 33"/>
              <a:gd name="T18" fmla="*/ 350 w 367"/>
              <a:gd name="T19" fmla="*/ 2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7" h="33">
                <a:moveTo>
                  <a:pt x="367" y="0"/>
                </a:moveTo>
                <a:lnTo>
                  <a:pt x="0" y="0"/>
                </a:lnTo>
                <a:lnTo>
                  <a:pt x="0" y="33"/>
                </a:lnTo>
                <a:lnTo>
                  <a:pt x="367" y="33"/>
                </a:lnTo>
                <a:lnTo>
                  <a:pt x="367" y="0"/>
                </a:lnTo>
                <a:close/>
                <a:moveTo>
                  <a:pt x="350" y="21"/>
                </a:moveTo>
                <a:lnTo>
                  <a:pt x="322" y="21"/>
                </a:lnTo>
                <a:lnTo>
                  <a:pt x="322" y="14"/>
                </a:lnTo>
                <a:lnTo>
                  <a:pt x="350" y="14"/>
                </a:lnTo>
                <a:lnTo>
                  <a:pt x="350"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35"/>
          <p:cNvSpPr>
            <a:spLocks noEditPoints="1"/>
          </p:cNvSpPr>
          <p:nvPr/>
        </p:nvSpPr>
        <p:spPr bwMode="auto">
          <a:xfrm>
            <a:off x="4555152" y="5415070"/>
            <a:ext cx="374528" cy="233939"/>
          </a:xfrm>
          <a:custGeom>
            <a:avLst/>
            <a:gdLst>
              <a:gd name="T0" fmla="*/ 333 w 333"/>
              <a:gd name="T1" fmla="*/ 0 h 208"/>
              <a:gd name="T2" fmla="*/ 0 w 333"/>
              <a:gd name="T3" fmla="*/ 0 h 208"/>
              <a:gd name="T4" fmla="*/ 0 w 333"/>
              <a:gd name="T5" fmla="*/ 208 h 208"/>
              <a:gd name="T6" fmla="*/ 333 w 333"/>
              <a:gd name="T7" fmla="*/ 208 h 208"/>
              <a:gd name="T8" fmla="*/ 333 w 333"/>
              <a:gd name="T9" fmla="*/ 0 h 208"/>
              <a:gd name="T10" fmla="*/ 295 w 333"/>
              <a:gd name="T11" fmla="*/ 177 h 208"/>
              <a:gd name="T12" fmla="*/ 37 w 333"/>
              <a:gd name="T13" fmla="*/ 177 h 208"/>
              <a:gd name="T14" fmla="*/ 37 w 333"/>
              <a:gd name="T15" fmla="*/ 28 h 208"/>
              <a:gd name="T16" fmla="*/ 295 w 333"/>
              <a:gd name="T17" fmla="*/ 28 h 208"/>
              <a:gd name="T18" fmla="*/ 295 w 333"/>
              <a:gd name="T19" fmla="*/ 177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3" h="208">
                <a:moveTo>
                  <a:pt x="333" y="0"/>
                </a:moveTo>
                <a:lnTo>
                  <a:pt x="0" y="0"/>
                </a:lnTo>
                <a:lnTo>
                  <a:pt x="0" y="208"/>
                </a:lnTo>
                <a:lnTo>
                  <a:pt x="333" y="208"/>
                </a:lnTo>
                <a:lnTo>
                  <a:pt x="333" y="0"/>
                </a:lnTo>
                <a:close/>
                <a:moveTo>
                  <a:pt x="295" y="177"/>
                </a:moveTo>
                <a:lnTo>
                  <a:pt x="37" y="177"/>
                </a:lnTo>
                <a:lnTo>
                  <a:pt x="37" y="28"/>
                </a:lnTo>
                <a:lnTo>
                  <a:pt x="295" y="28"/>
                </a:lnTo>
                <a:lnTo>
                  <a:pt x="295" y="17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36"/>
          <p:cNvSpPr>
            <a:spLocks/>
          </p:cNvSpPr>
          <p:nvPr/>
        </p:nvSpPr>
        <p:spPr bwMode="auto">
          <a:xfrm>
            <a:off x="3376460" y="2869859"/>
            <a:ext cx="0" cy="1011111"/>
          </a:xfrm>
          <a:custGeom>
            <a:avLst/>
            <a:gdLst>
              <a:gd name="T0" fmla="*/ 899 h 899"/>
              <a:gd name="T1" fmla="*/ 0 h 899"/>
              <a:gd name="T2" fmla="*/ 899 h 899"/>
            </a:gdLst>
            <a:ahLst/>
            <a:cxnLst>
              <a:cxn ang="0">
                <a:pos x="0" y="T0"/>
              </a:cxn>
              <a:cxn ang="0">
                <a:pos x="0" y="T1"/>
              </a:cxn>
              <a:cxn ang="0">
                <a:pos x="0" y="T2"/>
              </a:cxn>
            </a:cxnLst>
            <a:rect l="0" t="0" r="r" b="b"/>
            <a:pathLst>
              <a:path h="899">
                <a:moveTo>
                  <a:pt x="0" y="899"/>
                </a:moveTo>
                <a:lnTo>
                  <a:pt x="0" y="0"/>
                </a:lnTo>
                <a:lnTo>
                  <a:pt x="0" y="8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Line 37"/>
          <p:cNvSpPr>
            <a:spLocks noChangeShapeType="1"/>
          </p:cNvSpPr>
          <p:nvPr/>
        </p:nvSpPr>
        <p:spPr bwMode="auto">
          <a:xfrm flipV="1">
            <a:off x="3376460" y="2869859"/>
            <a:ext cx="0" cy="1011111"/>
          </a:xfrm>
          <a:prstGeom prst="line">
            <a:avLst/>
          </a:prstGeom>
          <a:noFill/>
          <a:ln w="46038" cap="flat">
            <a:solidFill>
              <a:srgbClr val="E53838"/>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38"/>
          <p:cNvSpPr>
            <a:spLocks/>
          </p:cNvSpPr>
          <p:nvPr/>
        </p:nvSpPr>
        <p:spPr bwMode="auto">
          <a:xfrm>
            <a:off x="7472640" y="4116033"/>
            <a:ext cx="0" cy="1075219"/>
          </a:xfrm>
          <a:custGeom>
            <a:avLst/>
            <a:gdLst>
              <a:gd name="T0" fmla="*/ 956 h 956"/>
              <a:gd name="T1" fmla="*/ 0 h 956"/>
              <a:gd name="T2" fmla="*/ 956 h 956"/>
            </a:gdLst>
            <a:ahLst/>
            <a:cxnLst>
              <a:cxn ang="0">
                <a:pos x="0" y="T0"/>
              </a:cxn>
              <a:cxn ang="0">
                <a:pos x="0" y="T1"/>
              </a:cxn>
              <a:cxn ang="0">
                <a:pos x="0" y="T2"/>
              </a:cxn>
            </a:cxnLst>
            <a:rect l="0" t="0" r="r" b="b"/>
            <a:pathLst>
              <a:path h="956">
                <a:moveTo>
                  <a:pt x="0" y="956"/>
                </a:moveTo>
                <a:lnTo>
                  <a:pt x="0" y="0"/>
                </a:lnTo>
                <a:lnTo>
                  <a:pt x="0" y="95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Line 39"/>
          <p:cNvSpPr>
            <a:spLocks noChangeShapeType="1"/>
          </p:cNvSpPr>
          <p:nvPr/>
        </p:nvSpPr>
        <p:spPr bwMode="auto">
          <a:xfrm flipV="1">
            <a:off x="7472640" y="4116033"/>
            <a:ext cx="0" cy="1075219"/>
          </a:xfrm>
          <a:prstGeom prst="line">
            <a:avLst/>
          </a:prstGeom>
          <a:noFill/>
          <a:ln w="46038" cap="flat">
            <a:solidFill>
              <a:srgbClr val="A9D82A"/>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40"/>
          <p:cNvSpPr>
            <a:spLocks/>
          </p:cNvSpPr>
          <p:nvPr/>
        </p:nvSpPr>
        <p:spPr bwMode="auto">
          <a:xfrm>
            <a:off x="6110621" y="2869859"/>
            <a:ext cx="0" cy="1011111"/>
          </a:xfrm>
          <a:custGeom>
            <a:avLst/>
            <a:gdLst>
              <a:gd name="T0" fmla="*/ 899 h 899"/>
              <a:gd name="T1" fmla="*/ 0 h 899"/>
              <a:gd name="T2" fmla="*/ 899 h 899"/>
            </a:gdLst>
            <a:ahLst/>
            <a:cxnLst>
              <a:cxn ang="0">
                <a:pos x="0" y="T0"/>
              </a:cxn>
              <a:cxn ang="0">
                <a:pos x="0" y="T1"/>
              </a:cxn>
              <a:cxn ang="0">
                <a:pos x="0" y="T2"/>
              </a:cxn>
            </a:cxnLst>
            <a:rect l="0" t="0" r="r" b="b"/>
            <a:pathLst>
              <a:path h="899">
                <a:moveTo>
                  <a:pt x="0" y="899"/>
                </a:moveTo>
                <a:lnTo>
                  <a:pt x="0" y="0"/>
                </a:lnTo>
                <a:lnTo>
                  <a:pt x="0" y="8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Line 41"/>
          <p:cNvSpPr>
            <a:spLocks noChangeShapeType="1"/>
          </p:cNvSpPr>
          <p:nvPr/>
        </p:nvSpPr>
        <p:spPr bwMode="auto">
          <a:xfrm flipV="1">
            <a:off x="6110621" y="2869859"/>
            <a:ext cx="0" cy="1011111"/>
          </a:xfrm>
          <a:prstGeom prst="line">
            <a:avLst/>
          </a:prstGeom>
          <a:noFill/>
          <a:ln w="46038" cap="flat">
            <a:solidFill>
              <a:srgbClr val="039EB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42"/>
          <p:cNvSpPr>
            <a:spLocks/>
          </p:cNvSpPr>
          <p:nvPr/>
        </p:nvSpPr>
        <p:spPr bwMode="auto">
          <a:xfrm>
            <a:off x="8844782" y="2869859"/>
            <a:ext cx="0" cy="1011111"/>
          </a:xfrm>
          <a:custGeom>
            <a:avLst/>
            <a:gdLst>
              <a:gd name="T0" fmla="*/ 899 h 899"/>
              <a:gd name="T1" fmla="*/ 0 h 899"/>
              <a:gd name="T2" fmla="*/ 899 h 899"/>
            </a:gdLst>
            <a:ahLst/>
            <a:cxnLst>
              <a:cxn ang="0">
                <a:pos x="0" y="T0"/>
              </a:cxn>
              <a:cxn ang="0">
                <a:pos x="0" y="T1"/>
              </a:cxn>
              <a:cxn ang="0">
                <a:pos x="0" y="T2"/>
              </a:cxn>
            </a:cxnLst>
            <a:rect l="0" t="0" r="r" b="b"/>
            <a:pathLst>
              <a:path h="899">
                <a:moveTo>
                  <a:pt x="0" y="899"/>
                </a:moveTo>
                <a:lnTo>
                  <a:pt x="0" y="0"/>
                </a:lnTo>
                <a:lnTo>
                  <a:pt x="0" y="8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Line 43"/>
          <p:cNvSpPr>
            <a:spLocks noChangeShapeType="1"/>
          </p:cNvSpPr>
          <p:nvPr/>
        </p:nvSpPr>
        <p:spPr bwMode="auto">
          <a:xfrm flipV="1">
            <a:off x="8844782" y="2869859"/>
            <a:ext cx="0" cy="1011111"/>
          </a:xfrm>
          <a:prstGeom prst="line">
            <a:avLst/>
          </a:prstGeom>
          <a:noFill/>
          <a:ln w="46038" cap="flat">
            <a:solidFill>
              <a:srgbClr val="E6BB0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Rectangle 44"/>
          <p:cNvSpPr>
            <a:spLocks noChangeArrowheads="1"/>
          </p:cNvSpPr>
          <p:nvPr/>
        </p:nvSpPr>
        <p:spPr bwMode="auto">
          <a:xfrm>
            <a:off x="8516368" y="4242001"/>
            <a:ext cx="57066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zh-CN" sz="2000" b="0" i="0" u="none" strike="noStrike" cap="none" normalizeH="0" baseline="0" dirty="0">
                <a:ln>
                  <a:noFill/>
                </a:ln>
                <a:solidFill>
                  <a:srgbClr val="E6BB0D"/>
                </a:solidFill>
                <a:effectLst/>
                <a:latin typeface="Myriad Roman" charset="0"/>
              </a:rPr>
              <a:t>2016</a:t>
            </a:r>
            <a:endParaRPr kumimoji="0" lang="zh-CN" altLang="zh-CN" sz="1200" b="0" i="0" u="none" strike="noStrike" cap="none" normalizeH="0" baseline="0" dirty="0">
              <a:ln>
                <a:noFill/>
              </a:ln>
              <a:solidFill>
                <a:schemeClr val="tx1"/>
              </a:solidFill>
              <a:effectLst/>
              <a:latin typeface="Arial" panose="020B0604020202020204" pitchFamily="34" charset="0"/>
            </a:endParaRPr>
          </a:p>
        </p:txBody>
      </p:sp>
      <p:sp>
        <p:nvSpPr>
          <p:cNvPr id="46" name="Rectangle 45"/>
          <p:cNvSpPr>
            <a:spLocks noChangeArrowheads="1"/>
          </p:cNvSpPr>
          <p:nvPr/>
        </p:nvSpPr>
        <p:spPr bwMode="auto">
          <a:xfrm>
            <a:off x="5776583" y="4242001"/>
            <a:ext cx="57066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zh-CN" sz="2000" b="0" i="0" u="none" strike="noStrike" cap="none" normalizeH="0" baseline="0" dirty="0">
                <a:ln>
                  <a:noFill/>
                </a:ln>
                <a:solidFill>
                  <a:srgbClr val="039EBD"/>
                </a:solidFill>
                <a:effectLst/>
                <a:latin typeface="Myriad Roman" charset="0"/>
              </a:rPr>
              <a:t>2014</a:t>
            </a:r>
            <a:endParaRPr kumimoji="0" lang="zh-CN" altLang="zh-CN" sz="1200" b="0" i="0" u="none" strike="noStrike" cap="none" normalizeH="0" baseline="0" dirty="0">
              <a:ln>
                <a:noFill/>
              </a:ln>
              <a:solidFill>
                <a:schemeClr val="tx1"/>
              </a:solidFill>
              <a:effectLst/>
              <a:latin typeface="Arial" panose="020B0604020202020204" pitchFamily="34" charset="0"/>
            </a:endParaRPr>
          </a:p>
        </p:txBody>
      </p:sp>
      <p:sp>
        <p:nvSpPr>
          <p:cNvPr id="47" name="Rectangle 46"/>
          <p:cNvSpPr>
            <a:spLocks noChangeArrowheads="1"/>
          </p:cNvSpPr>
          <p:nvPr/>
        </p:nvSpPr>
        <p:spPr bwMode="auto">
          <a:xfrm>
            <a:off x="7138603" y="3443459"/>
            <a:ext cx="57066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zh-CN" sz="2000" b="0" i="0" u="none" strike="noStrike" cap="none" normalizeH="0" baseline="0" dirty="0">
                <a:ln>
                  <a:noFill/>
                </a:ln>
                <a:solidFill>
                  <a:srgbClr val="A9D82A"/>
                </a:solidFill>
                <a:effectLst/>
                <a:latin typeface="Myriad Roman" charset="0"/>
              </a:rPr>
              <a:t>2015</a:t>
            </a:r>
            <a:endParaRPr kumimoji="0" lang="zh-CN" altLang="zh-CN" sz="1200" b="0" i="0" u="none" strike="noStrike" cap="none" normalizeH="0" baseline="0" dirty="0">
              <a:ln>
                <a:noFill/>
              </a:ln>
              <a:solidFill>
                <a:schemeClr val="tx1"/>
              </a:solidFill>
              <a:effectLst/>
              <a:latin typeface="Arial" panose="020B0604020202020204" pitchFamily="34" charset="0"/>
            </a:endParaRPr>
          </a:p>
        </p:txBody>
      </p:sp>
      <p:sp>
        <p:nvSpPr>
          <p:cNvPr id="48" name="Rectangle 47"/>
          <p:cNvSpPr>
            <a:spLocks noChangeArrowheads="1"/>
          </p:cNvSpPr>
          <p:nvPr/>
        </p:nvSpPr>
        <p:spPr bwMode="auto">
          <a:xfrm>
            <a:off x="4441557" y="3443459"/>
            <a:ext cx="57066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zh-CN" sz="2000" b="0" i="0" u="none" strike="noStrike" cap="none" normalizeH="0" baseline="0" dirty="0">
                <a:ln>
                  <a:noFill/>
                </a:ln>
                <a:solidFill>
                  <a:srgbClr val="9C4999"/>
                </a:solidFill>
                <a:effectLst/>
                <a:latin typeface="Myriad Roman" charset="0"/>
              </a:rPr>
              <a:t>2013</a:t>
            </a:r>
            <a:endParaRPr kumimoji="0" lang="zh-CN" altLang="zh-CN" sz="1200" b="0" i="0" u="none" strike="noStrike" cap="none" normalizeH="0" baseline="0" dirty="0">
              <a:ln>
                <a:noFill/>
              </a:ln>
              <a:solidFill>
                <a:schemeClr val="tx1"/>
              </a:solidFill>
              <a:effectLst/>
              <a:latin typeface="Arial" panose="020B0604020202020204" pitchFamily="34" charset="0"/>
            </a:endParaRPr>
          </a:p>
        </p:txBody>
      </p:sp>
      <p:sp>
        <p:nvSpPr>
          <p:cNvPr id="49" name="Rectangle 48"/>
          <p:cNvSpPr>
            <a:spLocks noChangeArrowheads="1"/>
          </p:cNvSpPr>
          <p:nvPr/>
        </p:nvSpPr>
        <p:spPr bwMode="auto">
          <a:xfrm>
            <a:off x="3036798" y="4242001"/>
            <a:ext cx="57066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zh-CN" sz="2000" b="0" i="0" u="none" strike="noStrike" cap="none" normalizeH="0" baseline="0" dirty="0">
                <a:ln>
                  <a:noFill/>
                </a:ln>
                <a:solidFill>
                  <a:srgbClr val="E53838"/>
                </a:solidFill>
                <a:effectLst/>
                <a:latin typeface="Myriad Roman" charset="0"/>
              </a:rPr>
              <a:t>2012</a:t>
            </a:r>
            <a:endParaRPr kumimoji="0" lang="zh-CN" altLang="zh-CN" sz="1200" b="0" i="0" u="none" strike="noStrike" cap="none" normalizeH="0" baseline="0" dirty="0">
              <a:ln>
                <a:noFill/>
              </a:ln>
              <a:solidFill>
                <a:schemeClr val="tx1"/>
              </a:solidFill>
              <a:effectLst/>
              <a:latin typeface="Arial" panose="020B0604020202020204" pitchFamily="34" charset="0"/>
            </a:endParaRPr>
          </a:p>
        </p:txBody>
      </p:sp>
      <p:sp>
        <p:nvSpPr>
          <p:cNvPr id="53" name="文本框 52"/>
          <p:cNvSpPr txBox="1"/>
          <p:nvPr/>
        </p:nvSpPr>
        <p:spPr>
          <a:xfrm>
            <a:off x="6884139" y="5879589"/>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54" name="文本框 53"/>
          <p:cNvSpPr txBox="1"/>
          <p:nvPr/>
        </p:nvSpPr>
        <p:spPr>
          <a:xfrm>
            <a:off x="4208657" y="5879589"/>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55" name="文本框 54"/>
          <p:cNvSpPr txBox="1"/>
          <p:nvPr/>
        </p:nvSpPr>
        <p:spPr>
          <a:xfrm>
            <a:off x="5455880" y="1256066"/>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56" name="文本框 55"/>
          <p:cNvSpPr txBox="1"/>
          <p:nvPr/>
        </p:nvSpPr>
        <p:spPr>
          <a:xfrm>
            <a:off x="2780398" y="1256066"/>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57" name="文本框 56"/>
          <p:cNvSpPr txBox="1"/>
          <p:nvPr/>
        </p:nvSpPr>
        <p:spPr>
          <a:xfrm>
            <a:off x="8131362" y="1256066"/>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50" name="矩形 39"/>
          <p:cNvSpPr/>
          <p:nvPr/>
        </p:nvSpPr>
        <p:spPr>
          <a:xfrm>
            <a:off x="0" y="203088"/>
            <a:ext cx="1261884" cy="523220"/>
          </a:xfrm>
          <a:prstGeom prst="rect">
            <a:avLst/>
          </a:prstGeom>
          <a:noFill/>
        </p:spPr>
        <p:txBody>
          <a:bodyPr wrap="none" rtlCol="0">
            <a:spAutoFit/>
          </a:bodyPr>
          <a:lstStyle/>
          <a:p>
            <a:r>
              <a:rPr lang="zh-CN" altLang="en-US" sz="2800" b="1" dirty="0">
                <a:solidFill>
                  <a:schemeClr val="tx1">
                    <a:lumMod val="65000"/>
                    <a:lumOff val="35000"/>
                  </a:schemeClr>
                </a:solidFill>
              </a:rPr>
              <a:t>时间线</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3497749051"/>
      </p:ext>
    </p:extLst>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5"/>
          <p:cNvSpPr>
            <a:spLocks noChangeArrowheads="1"/>
          </p:cNvSpPr>
          <p:nvPr/>
        </p:nvSpPr>
        <p:spPr bwMode="auto">
          <a:xfrm>
            <a:off x="0" y="3512288"/>
            <a:ext cx="1750032" cy="82984"/>
          </a:xfrm>
          <a:prstGeom prst="rect">
            <a:avLst/>
          </a:prstGeom>
          <a:solidFill>
            <a:srgbClr val="35AAB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Rectangle 6"/>
          <p:cNvSpPr>
            <a:spLocks noChangeArrowheads="1"/>
          </p:cNvSpPr>
          <p:nvPr/>
        </p:nvSpPr>
        <p:spPr bwMode="auto">
          <a:xfrm>
            <a:off x="1748187" y="3512288"/>
            <a:ext cx="1750032" cy="82984"/>
          </a:xfrm>
          <a:prstGeom prst="rect">
            <a:avLst/>
          </a:prstGeom>
          <a:solidFill>
            <a:srgbClr val="C93A1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Rectangle 7"/>
          <p:cNvSpPr>
            <a:spLocks noChangeArrowheads="1"/>
          </p:cNvSpPr>
          <p:nvPr/>
        </p:nvSpPr>
        <p:spPr bwMode="auto">
          <a:xfrm>
            <a:off x="3500063" y="3512288"/>
            <a:ext cx="1748187" cy="82984"/>
          </a:xfrm>
          <a:prstGeom prst="rect">
            <a:avLst/>
          </a:prstGeom>
          <a:solidFill>
            <a:srgbClr val="E99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Rectangle 8"/>
          <p:cNvSpPr>
            <a:spLocks noChangeArrowheads="1"/>
          </p:cNvSpPr>
          <p:nvPr/>
        </p:nvSpPr>
        <p:spPr bwMode="auto">
          <a:xfrm>
            <a:off x="5246406" y="3512288"/>
            <a:ext cx="1750032" cy="82984"/>
          </a:xfrm>
          <a:prstGeom prst="rect">
            <a:avLst/>
          </a:prstGeom>
          <a:solidFill>
            <a:srgbClr val="C7CC3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Rectangle 9"/>
          <p:cNvSpPr>
            <a:spLocks noChangeArrowheads="1"/>
          </p:cNvSpPr>
          <p:nvPr/>
        </p:nvSpPr>
        <p:spPr bwMode="auto">
          <a:xfrm>
            <a:off x="6998281" y="3512288"/>
            <a:ext cx="1750032" cy="82984"/>
          </a:xfrm>
          <a:prstGeom prst="rect">
            <a:avLst/>
          </a:prstGeom>
          <a:solidFill>
            <a:srgbClr val="5B595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Rectangle 10"/>
          <p:cNvSpPr>
            <a:spLocks noChangeArrowheads="1"/>
          </p:cNvSpPr>
          <p:nvPr/>
        </p:nvSpPr>
        <p:spPr bwMode="auto">
          <a:xfrm>
            <a:off x="1733435" y="1836020"/>
            <a:ext cx="16597" cy="1759252"/>
          </a:xfrm>
          <a:prstGeom prst="rect">
            <a:avLst/>
          </a:prstGeom>
          <a:solidFill>
            <a:srgbClr val="35AAB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Rectangle 11"/>
          <p:cNvSpPr>
            <a:spLocks noChangeArrowheads="1"/>
          </p:cNvSpPr>
          <p:nvPr/>
        </p:nvSpPr>
        <p:spPr bwMode="auto">
          <a:xfrm>
            <a:off x="3483466" y="3512288"/>
            <a:ext cx="16597" cy="1757408"/>
          </a:xfrm>
          <a:prstGeom prst="rect">
            <a:avLst/>
          </a:prstGeom>
          <a:solidFill>
            <a:srgbClr val="C93A1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Rectangle 12"/>
          <p:cNvSpPr>
            <a:spLocks noChangeArrowheads="1"/>
          </p:cNvSpPr>
          <p:nvPr/>
        </p:nvSpPr>
        <p:spPr bwMode="auto">
          <a:xfrm>
            <a:off x="5240874" y="1836020"/>
            <a:ext cx="16597" cy="1759252"/>
          </a:xfrm>
          <a:prstGeom prst="rect">
            <a:avLst/>
          </a:prstGeom>
          <a:solidFill>
            <a:srgbClr val="E99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Rectangle 13"/>
          <p:cNvSpPr>
            <a:spLocks noChangeArrowheads="1"/>
          </p:cNvSpPr>
          <p:nvPr/>
        </p:nvSpPr>
        <p:spPr bwMode="auto">
          <a:xfrm>
            <a:off x="8731716" y="1836020"/>
            <a:ext cx="16597" cy="1759252"/>
          </a:xfrm>
          <a:prstGeom prst="rect">
            <a:avLst/>
          </a:prstGeom>
          <a:solidFill>
            <a:srgbClr val="5B595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Rectangle 14"/>
          <p:cNvSpPr>
            <a:spLocks noChangeArrowheads="1"/>
          </p:cNvSpPr>
          <p:nvPr/>
        </p:nvSpPr>
        <p:spPr bwMode="auto">
          <a:xfrm>
            <a:off x="6990905" y="3512288"/>
            <a:ext cx="16597" cy="1757408"/>
          </a:xfrm>
          <a:prstGeom prst="rect">
            <a:avLst/>
          </a:prstGeom>
          <a:solidFill>
            <a:srgbClr val="C7CC3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5"/>
          <p:cNvSpPr>
            <a:spLocks/>
          </p:cNvSpPr>
          <p:nvPr/>
        </p:nvSpPr>
        <p:spPr bwMode="auto">
          <a:xfrm>
            <a:off x="1735278" y="1836020"/>
            <a:ext cx="177032" cy="188096"/>
          </a:xfrm>
          <a:custGeom>
            <a:avLst/>
            <a:gdLst>
              <a:gd name="T0" fmla="*/ 0 w 96"/>
              <a:gd name="T1" fmla="*/ 102 h 102"/>
              <a:gd name="T2" fmla="*/ 0 w 96"/>
              <a:gd name="T3" fmla="*/ 0 h 102"/>
              <a:gd name="T4" fmla="*/ 96 w 96"/>
              <a:gd name="T5" fmla="*/ 0 h 102"/>
              <a:gd name="T6" fmla="*/ 0 w 96"/>
              <a:gd name="T7" fmla="*/ 102 h 102"/>
            </a:gdLst>
            <a:ahLst/>
            <a:cxnLst>
              <a:cxn ang="0">
                <a:pos x="T0" y="T1"/>
              </a:cxn>
              <a:cxn ang="0">
                <a:pos x="T2" y="T3"/>
              </a:cxn>
              <a:cxn ang="0">
                <a:pos x="T4" y="T5"/>
              </a:cxn>
              <a:cxn ang="0">
                <a:pos x="T6" y="T7"/>
              </a:cxn>
            </a:cxnLst>
            <a:rect l="0" t="0" r="r" b="b"/>
            <a:pathLst>
              <a:path w="96" h="102">
                <a:moveTo>
                  <a:pt x="0" y="102"/>
                </a:moveTo>
                <a:lnTo>
                  <a:pt x="0" y="0"/>
                </a:lnTo>
                <a:lnTo>
                  <a:pt x="96" y="0"/>
                </a:lnTo>
                <a:lnTo>
                  <a:pt x="0" y="102"/>
                </a:lnTo>
                <a:close/>
              </a:path>
            </a:pathLst>
          </a:custGeom>
          <a:solidFill>
            <a:srgbClr val="35AA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6"/>
          <p:cNvSpPr>
            <a:spLocks/>
          </p:cNvSpPr>
          <p:nvPr/>
        </p:nvSpPr>
        <p:spPr bwMode="auto">
          <a:xfrm>
            <a:off x="3485310" y="5081600"/>
            <a:ext cx="177032" cy="188096"/>
          </a:xfrm>
          <a:custGeom>
            <a:avLst/>
            <a:gdLst>
              <a:gd name="T0" fmla="*/ 0 w 96"/>
              <a:gd name="T1" fmla="*/ 0 h 102"/>
              <a:gd name="T2" fmla="*/ 0 w 96"/>
              <a:gd name="T3" fmla="*/ 102 h 102"/>
              <a:gd name="T4" fmla="*/ 96 w 96"/>
              <a:gd name="T5" fmla="*/ 102 h 102"/>
              <a:gd name="T6" fmla="*/ 0 w 96"/>
              <a:gd name="T7" fmla="*/ 0 h 102"/>
            </a:gdLst>
            <a:ahLst/>
            <a:cxnLst>
              <a:cxn ang="0">
                <a:pos x="T0" y="T1"/>
              </a:cxn>
              <a:cxn ang="0">
                <a:pos x="T2" y="T3"/>
              </a:cxn>
              <a:cxn ang="0">
                <a:pos x="T4" y="T5"/>
              </a:cxn>
              <a:cxn ang="0">
                <a:pos x="T6" y="T7"/>
              </a:cxn>
            </a:cxnLst>
            <a:rect l="0" t="0" r="r" b="b"/>
            <a:pathLst>
              <a:path w="96" h="102">
                <a:moveTo>
                  <a:pt x="0" y="0"/>
                </a:moveTo>
                <a:lnTo>
                  <a:pt x="0" y="102"/>
                </a:lnTo>
                <a:lnTo>
                  <a:pt x="96" y="102"/>
                </a:lnTo>
                <a:lnTo>
                  <a:pt x="0" y="0"/>
                </a:lnTo>
                <a:close/>
              </a:path>
            </a:pathLst>
          </a:custGeom>
          <a:solidFill>
            <a:srgbClr val="C93A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7"/>
          <p:cNvSpPr>
            <a:spLocks/>
          </p:cNvSpPr>
          <p:nvPr/>
        </p:nvSpPr>
        <p:spPr bwMode="auto">
          <a:xfrm>
            <a:off x="6994593" y="5081600"/>
            <a:ext cx="177032" cy="188096"/>
          </a:xfrm>
          <a:custGeom>
            <a:avLst/>
            <a:gdLst>
              <a:gd name="T0" fmla="*/ 0 w 96"/>
              <a:gd name="T1" fmla="*/ 0 h 102"/>
              <a:gd name="T2" fmla="*/ 0 w 96"/>
              <a:gd name="T3" fmla="*/ 102 h 102"/>
              <a:gd name="T4" fmla="*/ 96 w 96"/>
              <a:gd name="T5" fmla="*/ 102 h 102"/>
              <a:gd name="T6" fmla="*/ 0 w 96"/>
              <a:gd name="T7" fmla="*/ 0 h 102"/>
            </a:gdLst>
            <a:ahLst/>
            <a:cxnLst>
              <a:cxn ang="0">
                <a:pos x="T0" y="T1"/>
              </a:cxn>
              <a:cxn ang="0">
                <a:pos x="T2" y="T3"/>
              </a:cxn>
              <a:cxn ang="0">
                <a:pos x="T4" y="T5"/>
              </a:cxn>
              <a:cxn ang="0">
                <a:pos x="T6" y="T7"/>
              </a:cxn>
            </a:cxnLst>
            <a:rect l="0" t="0" r="r" b="b"/>
            <a:pathLst>
              <a:path w="96" h="102">
                <a:moveTo>
                  <a:pt x="0" y="0"/>
                </a:moveTo>
                <a:lnTo>
                  <a:pt x="0" y="102"/>
                </a:lnTo>
                <a:lnTo>
                  <a:pt x="96" y="102"/>
                </a:lnTo>
                <a:lnTo>
                  <a:pt x="0" y="0"/>
                </a:lnTo>
                <a:close/>
              </a:path>
            </a:pathLst>
          </a:custGeom>
          <a:solidFill>
            <a:srgbClr val="C7CC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8"/>
          <p:cNvSpPr>
            <a:spLocks/>
          </p:cNvSpPr>
          <p:nvPr/>
        </p:nvSpPr>
        <p:spPr bwMode="auto">
          <a:xfrm>
            <a:off x="5242717" y="1836020"/>
            <a:ext cx="177032" cy="188096"/>
          </a:xfrm>
          <a:custGeom>
            <a:avLst/>
            <a:gdLst>
              <a:gd name="T0" fmla="*/ 0 w 96"/>
              <a:gd name="T1" fmla="*/ 102 h 102"/>
              <a:gd name="T2" fmla="*/ 0 w 96"/>
              <a:gd name="T3" fmla="*/ 0 h 102"/>
              <a:gd name="T4" fmla="*/ 96 w 96"/>
              <a:gd name="T5" fmla="*/ 0 h 102"/>
              <a:gd name="T6" fmla="*/ 0 w 96"/>
              <a:gd name="T7" fmla="*/ 102 h 102"/>
            </a:gdLst>
            <a:ahLst/>
            <a:cxnLst>
              <a:cxn ang="0">
                <a:pos x="T0" y="T1"/>
              </a:cxn>
              <a:cxn ang="0">
                <a:pos x="T2" y="T3"/>
              </a:cxn>
              <a:cxn ang="0">
                <a:pos x="T4" y="T5"/>
              </a:cxn>
              <a:cxn ang="0">
                <a:pos x="T6" y="T7"/>
              </a:cxn>
            </a:cxnLst>
            <a:rect l="0" t="0" r="r" b="b"/>
            <a:pathLst>
              <a:path w="96" h="102">
                <a:moveTo>
                  <a:pt x="0" y="102"/>
                </a:moveTo>
                <a:lnTo>
                  <a:pt x="0" y="0"/>
                </a:lnTo>
                <a:lnTo>
                  <a:pt x="96" y="0"/>
                </a:lnTo>
                <a:lnTo>
                  <a:pt x="0" y="102"/>
                </a:lnTo>
                <a:close/>
              </a:path>
            </a:pathLst>
          </a:custGeom>
          <a:solidFill>
            <a:srgbClr val="E99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9"/>
          <p:cNvSpPr>
            <a:spLocks/>
          </p:cNvSpPr>
          <p:nvPr/>
        </p:nvSpPr>
        <p:spPr bwMode="auto">
          <a:xfrm>
            <a:off x="8733560" y="1836020"/>
            <a:ext cx="177032" cy="188096"/>
          </a:xfrm>
          <a:custGeom>
            <a:avLst/>
            <a:gdLst>
              <a:gd name="T0" fmla="*/ 0 w 96"/>
              <a:gd name="T1" fmla="*/ 102 h 102"/>
              <a:gd name="T2" fmla="*/ 0 w 96"/>
              <a:gd name="T3" fmla="*/ 0 h 102"/>
              <a:gd name="T4" fmla="*/ 96 w 96"/>
              <a:gd name="T5" fmla="*/ 0 h 102"/>
              <a:gd name="T6" fmla="*/ 0 w 96"/>
              <a:gd name="T7" fmla="*/ 102 h 102"/>
            </a:gdLst>
            <a:ahLst/>
            <a:cxnLst>
              <a:cxn ang="0">
                <a:pos x="T0" y="T1"/>
              </a:cxn>
              <a:cxn ang="0">
                <a:pos x="T2" y="T3"/>
              </a:cxn>
              <a:cxn ang="0">
                <a:pos x="T4" y="T5"/>
              </a:cxn>
              <a:cxn ang="0">
                <a:pos x="T6" y="T7"/>
              </a:cxn>
            </a:cxnLst>
            <a:rect l="0" t="0" r="r" b="b"/>
            <a:pathLst>
              <a:path w="96" h="102">
                <a:moveTo>
                  <a:pt x="0" y="102"/>
                </a:moveTo>
                <a:lnTo>
                  <a:pt x="0" y="0"/>
                </a:lnTo>
                <a:lnTo>
                  <a:pt x="96" y="0"/>
                </a:lnTo>
                <a:lnTo>
                  <a:pt x="0" y="102"/>
                </a:lnTo>
                <a:close/>
              </a:path>
            </a:pathLst>
          </a:custGeom>
          <a:solidFill>
            <a:srgbClr val="5B59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40"/>
          <p:cNvSpPr>
            <a:spLocks noEditPoints="1"/>
          </p:cNvSpPr>
          <p:nvPr/>
        </p:nvSpPr>
        <p:spPr bwMode="auto">
          <a:xfrm>
            <a:off x="3000427" y="4855699"/>
            <a:ext cx="383569" cy="425983"/>
          </a:xfrm>
          <a:custGeom>
            <a:avLst/>
            <a:gdLst>
              <a:gd name="T0" fmla="*/ 156 w 236"/>
              <a:gd name="T1" fmla="*/ 90 h 261"/>
              <a:gd name="T2" fmla="*/ 178 w 236"/>
              <a:gd name="T3" fmla="*/ 37 h 261"/>
              <a:gd name="T4" fmla="*/ 187 w 236"/>
              <a:gd name="T5" fmla="*/ 33 h 261"/>
              <a:gd name="T6" fmla="*/ 182 w 236"/>
              <a:gd name="T7" fmla="*/ 27 h 261"/>
              <a:gd name="T8" fmla="*/ 181 w 236"/>
              <a:gd name="T9" fmla="*/ 27 h 261"/>
              <a:gd name="T10" fmla="*/ 180 w 236"/>
              <a:gd name="T11" fmla="*/ 28 h 261"/>
              <a:gd name="T12" fmla="*/ 176 w 236"/>
              <a:gd name="T13" fmla="*/ 33 h 261"/>
              <a:gd name="T14" fmla="*/ 126 w 236"/>
              <a:gd name="T15" fmla="*/ 78 h 261"/>
              <a:gd name="T16" fmla="*/ 114 w 236"/>
              <a:gd name="T17" fmla="*/ 78 h 261"/>
              <a:gd name="T18" fmla="*/ 111 w 236"/>
              <a:gd name="T19" fmla="*/ 78 h 261"/>
              <a:gd name="T20" fmla="*/ 51 w 236"/>
              <a:gd name="T21" fmla="*/ 5 h 261"/>
              <a:gd name="T22" fmla="*/ 41 w 236"/>
              <a:gd name="T23" fmla="*/ 5 h 261"/>
              <a:gd name="T24" fmla="*/ 48 w 236"/>
              <a:gd name="T25" fmla="*/ 11 h 261"/>
              <a:gd name="T26" fmla="*/ 94 w 236"/>
              <a:gd name="T27" fmla="*/ 80 h 261"/>
              <a:gd name="T28" fmla="*/ 14 w 236"/>
              <a:gd name="T29" fmla="*/ 90 h 261"/>
              <a:gd name="T30" fmla="*/ 0 w 236"/>
              <a:gd name="T31" fmla="*/ 244 h 261"/>
              <a:gd name="T32" fmla="*/ 20 w 236"/>
              <a:gd name="T33" fmla="*/ 258 h 261"/>
              <a:gd name="T34" fmla="*/ 48 w 236"/>
              <a:gd name="T35" fmla="*/ 261 h 261"/>
              <a:gd name="T36" fmla="*/ 189 w 236"/>
              <a:gd name="T37" fmla="*/ 258 h 261"/>
              <a:gd name="T38" fmla="*/ 218 w 236"/>
              <a:gd name="T39" fmla="*/ 261 h 261"/>
              <a:gd name="T40" fmla="*/ 223 w 236"/>
              <a:gd name="T41" fmla="*/ 258 h 261"/>
              <a:gd name="T42" fmla="*/ 236 w 236"/>
              <a:gd name="T43" fmla="*/ 103 h 261"/>
              <a:gd name="T44" fmla="*/ 200 w 236"/>
              <a:gd name="T45" fmla="*/ 224 h 261"/>
              <a:gd name="T46" fmla="*/ 35 w 236"/>
              <a:gd name="T47" fmla="*/ 248 h 261"/>
              <a:gd name="T48" fmla="*/ 11 w 236"/>
              <a:gd name="T49" fmla="*/ 123 h 261"/>
              <a:gd name="T50" fmla="*/ 176 w 236"/>
              <a:gd name="T51" fmla="*/ 99 h 261"/>
              <a:gd name="T52" fmla="*/ 200 w 236"/>
              <a:gd name="T53" fmla="*/ 224 h 261"/>
              <a:gd name="T54" fmla="*/ 207 w 236"/>
              <a:gd name="T55" fmla="*/ 141 h 261"/>
              <a:gd name="T56" fmla="*/ 226 w 236"/>
              <a:gd name="T57" fmla="*/ 141 h 261"/>
              <a:gd name="T58" fmla="*/ 217 w 236"/>
              <a:gd name="T59" fmla="*/ 128 h 261"/>
              <a:gd name="T60" fmla="*/ 217 w 236"/>
              <a:gd name="T61" fmla="*/ 110 h 261"/>
              <a:gd name="T62" fmla="*/ 217 w 236"/>
              <a:gd name="T63" fmla="*/ 128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6" h="261">
                <a:moveTo>
                  <a:pt x="223" y="90"/>
                </a:moveTo>
                <a:cubicBezTo>
                  <a:pt x="156" y="90"/>
                  <a:pt x="156" y="90"/>
                  <a:pt x="156" y="90"/>
                </a:cubicBezTo>
                <a:cubicBezTo>
                  <a:pt x="152" y="85"/>
                  <a:pt x="143" y="81"/>
                  <a:pt x="131" y="79"/>
                </a:cubicBezTo>
                <a:cubicBezTo>
                  <a:pt x="178" y="37"/>
                  <a:pt x="178" y="37"/>
                  <a:pt x="178" y="37"/>
                </a:cubicBezTo>
                <a:cubicBezTo>
                  <a:pt x="179" y="38"/>
                  <a:pt x="180" y="38"/>
                  <a:pt x="181" y="38"/>
                </a:cubicBezTo>
                <a:cubicBezTo>
                  <a:pt x="184" y="38"/>
                  <a:pt x="187" y="36"/>
                  <a:pt x="187" y="33"/>
                </a:cubicBezTo>
                <a:cubicBezTo>
                  <a:pt x="187" y="30"/>
                  <a:pt x="185" y="28"/>
                  <a:pt x="182" y="27"/>
                </a:cubicBezTo>
                <a:cubicBezTo>
                  <a:pt x="182" y="27"/>
                  <a:pt x="182" y="27"/>
                  <a:pt x="182" y="27"/>
                </a:cubicBezTo>
                <a:cubicBezTo>
                  <a:pt x="182" y="27"/>
                  <a:pt x="182" y="27"/>
                  <a:pt x="181" y="27"/>
                </a:cubicBezTo>
                <a:cubicBezTo>
                  <a:pt x="181" y="27"/>
                  <a:pt x="181" y="27"/>
                  <a:pt x="181" y="27"/>
                </a:cubicBezTo>
                <a:cubicBezTo>
                  <a:pt x="181" y="27"/>
                  <a:pt x="181" y="27"/>
                  <a:pt x="180" y="28"/>
                </a:cubicBezTo>
                <a:cubicBezTo>
                  <a:pt x="180" y="28"/>
                  <a:pt x="180" y="28"/>
                  <a:pt x="180" y="28"/>
                </a:cubicBezTo>
                <a:cubicBezTo>
                  <a:pt x="180" y="28"/>
                  <a:pt x="180" y="28"/>
                  <a:pt x="180" y="28"/>
                </a:cubicBezTo>
                <a:cubicBezTo>
                  <a:pt x="178" y="28"/>
                  <a:pt x="176" y="30"/>
                  <a:pt x="176" y="33"/>
                </a:cubicBezTo>
                <a:cubicBezTo>
                  <a:pt x="176" y="33"/>
                  <a:pt x="176" y="34"/>
                  <a:pt x="176" y="35"/>
                </a:cubicBezTo>
                <a:cubicBezTo>
                  <a:pt x="126" y="78"/>
                  <a:pt x="126" y="78"/>
                  <a:pt x="126" y="78"/>
                </a:cubicBezTo>
                <a:cubicBezTo>
                  <a:pt x="123" y="78"/>
                  <a:pt x="119" y="78"/>
                  <a:pt x="115" y="78"/>
                </a:cubicBezTo>
                <a:cubicBezTo>
                  <a:pt x="115" y="78"/>
                  <a:pt x="115" y="78"/>
                  <a:pt x="114" y="78"/>
                </a:cubicBezTo>
                <a:cubicBezTo>
                  <a:pt x="114" y="78"/>
                  <a:pt x="113" y="78"/>
                  <a:pt x="113" y="78"/>
                </a:cubicBezTo>
                <a:cubicBezTo>
                  <a:pt x="112" y="78"/>
                  <a:pt x="111" y="78"/>
                  <a:pt x="111" y="78"/>
                </a:cubicBezTo>
                <a:cubicBezTo>
                  <a:pt x="51" y="8"/>
                  <a:pt x="51" y="8"/>
                  <a:pt x="51" y="8"/>
                </a:cubicBezTo>
                <a:cubicBezTo>
                  <a:pt x="51" y="8"/>
                  <a:pt x="51" y="7"/>
                  <a:pt x="51" y="5"/>
                </a:cubicBezTo>
                <a:cubicBezTo>
                  <a:pt x="51" y="2"/>
                  <a:pt x="49" y="0"/>
                  <a:pt x="46" y="0"/>
                </a:cubicBezTo>
                <a:cubicBezTo>
                  <a:pt x="43" y="0"/>
                  <a:pt x="41" y="2"/>
                  <a:pt x="41" y="5"/>
                </a:cubicBezTo>
                <a:cubicBezTo>
                  <a:pt x="41" y="8"/>
                  <a:pt x="43" y="11"/>
                  <a:pt x="46" y="11"/>
                </a:cubicBezTo>
                <a:cubicBezTo>
                  <a:pt x="47" y="11"/>
                  <a:pt x="47" y="11"/>
                  <a:pt x="48" y="11"/>
                </a:cubicBezTo>
                <a:cubicBezTo>
                  <a:pt x="106" y="78"/>
                  <a:pt x="106" y="78"/>
                  <a:pt x="106" y="78"/>
                </a:cubicBezTo>
                <a:cubicBezTo>
                  <a:pt x="102" y="78"/>
                  <a:pt x="98" y="79"/>
                  <a:pt x="94" y="80"/>
                </a:cubicBezTo>
                <a:cubicBezTo>
                  <a:pt x="85" y="82"/>
                  <a:pt x="78" y="86"/>
                  <a:pt x="75" y="90"/>
                </a:cubicBezTo>
                <a:cubicBezTo>
                  <a:pt x="14" y="90"/>
                  <a:pt x="14" y="90"/>
                  <a:pt x="14" y="90"/>
                </a:cubicBezTo>
                <a:cubicBezTo>
                  <a:pt x="6" y="90"/>
                  <a:pt x="0" y="96"/>
                  <a:pt x="0" y="103"/>
                </a:cubicBezTo>
                <a:cubicBezTo>
                  <a:pt x="0" y="244"/>
                  <a:pt x="0" y="244"/>
                  <a:pt x="0" y="244"/>
                </a:cubicBezTo>
                <a:cubicBezTo>
                  <a:pt x="0" y="252"/>
                  <a:pt x="6" y="258"/>
                  <a:pt x="14" y="258"/>
                </a:cubicBezTo>
                <a:cubicBezTo>
                  <a:pt x="20" y="258"/>
                  <a:pt x="20" y="258"/>
                  <a:pt x="20" y="258"/>
                </a:cubicBezTo>
                <a:cubicBezTo>
                  <a:pt x="20" y="261"/>
                  <a:pt x="20" y="261"/>
                  <a:pt x="20" y="261"/>
                </a:cubicBezTo>
                <a:cubicBezTo>
                  <a:pt x="48" y="261"/>
                  <a:pt x="48" y="261"/>
                  <a:pt x="48" y="261"/>
                </a:cubicBezTo>
                <a:cubicBezTo>
                  <a:pt x="48" y="258"/>
                  <a:pt x="48" y="258"/>
                  <a:pt x="48" y="258"/>
                </a:cubicBezTo>
                <a:cubicBezTo>
                  <a:pt x="189" y="258"/>
                  <a:pt x="189" y="258"/>
                  <a:pt x="189" y="258"/>
                </a:cubicBezTo>
                <a:cubicBezTo>
                  <a:pt x="189" y="261"/>
                  <a:pt x="189" y="261"/>
                  <a:pt x="189" y="261"/>
                </a:cubicBezTo>
                <a:cubicBezTo>
                  <a:pt x="218" y="261"/>
                  <a:pt x="218" y="261"/>
                  <a:pt x="218" y="261"/>
                </a:cubicBezTo>
                <a:cubicBezTo>
                  <a:pt x="218" y="258"/>
                  <a:pt x="218" y="258"/>
                  <a:pt x="218" y="258"/>
                </a:cubicBezTo>
                <a:cubicBezTo>
                  <a:pt x="223" y="258"/>
                  <a:pt x="223" y="258"/>
                  <a:pt x="223" y="258"/>
                </a:cubicBezTo>
                <a:cubicBezTo>
                  <a:pt x="230" y="258"/>
                  <a:pt x="236" y="252"/>
                  <a:pt x="236" y="244"/>
                </a:cubicBezTo>
                <a:cubicBezTo>
                  <a:pt x="236" y="103"/>
                  <a:pt x="236" y="103"/>
                  <a:pt x="236" y="103"/>
                </a:cubicBezTo>
                <a:cubicBezTo>
                  <a:pt x="236" y="96"/>
                  <a:pt x="230" y="90"/>
                  <a:pt x="223" y="90"/>
                </a:cubicBezTo>
                <a:close/>
                <a:moveTo>
                  <a:pt x="200" y="224"/>
                </a:moveTo>
                <a:cubicBezTo>
                  <a:pt x="200" y="237"/>
                  <a:pt x="189" y="248"/>
                  <a:pt x="176" y="248"/>
                </a:cubicBezTo>
                <a:cubicBezTo>
                  <a:pt x="35" y="248"/>
                  <a:pt x="35" y="248"/>
                  <a:pt x="35" y="248"/>
                </a:cubicBezTo>
                <a:cubicBezTo>
                  <a:pt x="22" y="248"/>
                  <a:pt x="11" y="237"/>
                  <a:pt x="11" y="224"/>
                </a:cubicBezTo>
                <a:cubicBezTo>
                  <a:pt x="11" y="123"/>
                  <a:pt x="11" y="123"/>
                  <a:pt x="11" y="123"/>
                </a:cubicBezTo>
                <a:cubicBezTo>
                  <a:pt x="11" y="110"/>
                  <a:pt x="22" y="99"/>
                  <a:pt x="35" y="99"/>
                </a:cubicBezTo>
                <a:cubicBezTo>
                  <a:pt x="176" y="99"/>
                  <a:pt x="176" y="99"/>
                  <a:pt x="176" y="99"/>
                </a:cubicBezTo>
                <a:cubicBezTo>
                  <a:pt x="189" y="99"/>
                  <a:pt x="200" y="110"/>
                  <a:pt x="200" y="123"/>
                </a:cubicBezTo>
                <a:lnTo>
                  <a:pt x="200" y="224"/>
                </a:lnTo>
                <a:close/>
                <a:moveTo>
                  <a:pt x="217" y="150"/>
                </a:moveTo>
                <a:cubicBezTo>
                  <a:pt x="212" y="150"/>
                  <a:pt x="207" y="146"/>
                  <a:pt x="207" y="141"/>
                </a:cubicBezTo>
                <a:cubicBezTo>
                  <a:pt x="207" y="136"/>
                  <a:pt x="212" y="132"/>
                  <a:pt x="217" y="132"/>
                </a:cubicBezTo>
                <a:cubicBezTo>
                  <a:pt x="222" y="132"/>
                  <a:pt x="226" y="136"/>
                  <a:pt x="226" y="141"/>
                </a:cubicBezTo>
                <a:cubicBezTo>
                  <a:pt x="226" y="146"/>
                  <a:pt x="222" y="150"/>
                  <a:pt x="217" y="150"/>
                </a:cubicBezTo>
                <a:close/>
                <a:moveTo>
                  <a:pt x="217" y="128"/>
                </a:moveTo>
                <a:cubicBezTo>
                  <a:pt x="212" y="128"/>
                  <a:pt x="207" y="124"/>
                  <a:pt x="207" y="119"/>
                </a:cubicBezTo>
                <a:cubicBezTo>
                  <a:pt x="207" y="114"/>
                  <a:pt x="212" y="110"/>
                  <a:pt x="217" y="110"/>
                </a:cubicBezTo>
                <a:cubicBezTo>
                  <a:pt x="222" y="110"/>
                  <a:pt x="226" y="114"/>
                  <a:pt x="226" y="119"/>
                </a:cubicBezTo>
                <a:cubicBezTo>
                  <a:pt x="226" y="124"/>
                  <a:pt x="222" y="128"/>
                  <a:pt x="217" y="128"/>
                </a:cubicBezTo>
                <a:close/>
              </a:path>
            </a:pathLst>
          </a:custGeom>
          <a:solidFill>
            <a:srgbClr val="C93A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86" name="组合 85"/>
          <p:cNvGrpSpPr/>
          <p:nvPr/>
        </p:nvGrpSpPr>
        <p:grpSpPr>
          <a:xfrm>
            <a:off x="4745276" y="1836020"/>
            <a:ext cx="409386" cy="337467"/>
            <a:chOff x="3257550" y="2243138"/>
            <a:chExt cx="352425" cy="290513"/>
          </a:xfrm>
        </p:grpSpPr>
        <p:sp>
          <p:nvSpPr>
            <p:cNvPr id="73" name="Freeform 41"/>
            <p:cNvSpPr>
              <a:spLocks/>
            </p:cNvSpPr>
            <p:nvPr/>
          </p:nvSpPr>
          <p:spPr bwMode="auto">
            <a:xfrm>
              <a:off x="3297238" y="2243138"/>
              <a:ext cx="273050" cy="163513"/>
            </a:xfrm>
            <a:custGeom>
              <a:avLst/>
              <a:gdLst>
                <a:gd name="T0" fmla="*/ 184 w 195"/>
                <a:gd name="T1" fmla="*/ 117 h 117"/>
                <a:gd name="T2" fmla="*/ 173 w 195"/>
                <a:gd name="T3" fmla="*/ 106 h 117"/>
                <a:gd name="T4" fmla="*/ 98 w 195"/>
                <a:gd name="T5" fmla="*/ 22 h 117"/>
                <a:gd name="T6" fmla="*/ 22 w 195"/>
                <a:gd name="T7" fmla="*/ 106 h 117"/>
                <a:gd name="T8" fmla="*/ 11 w 195"/>
                <a:gd name="T9" fmla="*/ 117 h 117"/>
                <a:gd name="T10" fmla="*/ 0 w 195"/>
                <a:gd name="T11" fmla="*/ 106 h 117"/>
                <a:gd name="T12" fmla="*/ 98 w 195"/>
                <a:gd name="T13" fmla="*/ 0 h 117"/>
                <a:gd name="T14" fmla="*/ 195 w 195"/>
                <a:gd name="T15" fmla="*/ 106 h 117"/>
                <a:gd name="T16" fmla="*/ 184 w 195"/>
                <a:gd name="T17" fmla="*/ 11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 h="117">
                  <a:moveTo>
                    <a:pt x="184" y="117"/>
                  </a:moveTo>
                  <a:cubicBezTo>
                    <a:pt x="178" y="117"/>
                    <a:pt x="173" y="112"/>
                    <a:pt x="173" y="106"/>
                  </a:cubicBezTo>
                  <a:cubicBezTo>
                    <a:pt x="173" y="60"/>
                    <a:pt x="140" y="22"/>
                    <a:pt x="98" y="22"/>
                  </a:cubicBezTo>
                  <a:cubicBezTo>
                    <a:pt x="56" y="22"/>
                    <a:pt x="22" y="60"/>
                    <a:pt x="22" y="106"/>
                  </a:cubicBezTo>
                  <a:cubicBezTo>
                    <a:pt x="22" y="112"/>
                    <a:pt x="17" y="117"/>
                    <a:pt x="11" y="117"/>
                  </a:cubicBezTo>
                  <a:cubicBezTo>
                    <a:pt x="5" y="117"/>
                    <a:pt x="0" y="112"/>
                    <a:pt x="0" y="106"/>
                  </a:cubicBezTo>
                  <a:cubicBezTo>
                    <a:pt x="0" y="48"/>
                    <a:pt x="44" y="0"/>
                    <a:pt x="98" y="0"/>
                  </a:cubicBezTo>
                  <a:cubicBezTo>
                    <a:pt x="152" y="0"/>
                    <a:pt x="195" y="48"/>
                    <a:pt x="195" y="106"/>
                  </a:cubicBezTo>
                  <a:cubicBezTo>
                    <a:pt x="195" y="112"/>
                    <a:pt x="190" y="117"/>
                    <a:pt x="184" y="117"/>
                  </a:cubicBezTo>
                  <a:close/>
                </a:path>
              </a:pathLst>
            </a:custGeom>
            <a:solidFill>
              <a:srgbClr val="E99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42"/>
            <p:cNvSpPr>
              <a:spLocks/>
            </p:cNvSpPr>
            <p:nvPr/>
          </p:nvSpPr>
          <p:spPr bwMode="auto">
            <a:xfrm>
              <a:off x="3286125" y="2411413"/>
              <a:ext cx="52388" cy="122238"/>
            </a:xfrm>
            <a:custGeom>
              <a:avLst/>
              <a:gdLst>
                <a:gd name="T0" fmla="*/ 37 w 37"/>
                <a:gd name="T1" fmla="*/ 73 h 87"/>
                <a:gd name="T2" fmla="*/ 23 w 37"/>
                <a:gd name="T3" fmla="*/ 87 h 87"/>
                <a:gd name="T4" fmla="*/ 14 w 37"/>
                <a:gd name="T5" fmla="*/ 87 h 87"/>
                <a:gd name="T6" fmla="*/ 0 w 37"/>
                <a:gd name="T7" fmla="*/ 73 h 87"/>
                <a:gd name="T8" fmla="*/ 0 w 37"/>
                <a:gd name="T9" fmla="*/ 14 h 87"/>
                <a:gd name="T10" fmla="*/ 14 w 37"/>
                <a:gd name="T11" fmla="*/ 0 h 87"/>
                <a:gd name="T12" fmla="*/ 23 w 37"/>
                <a:gd name="T13" fmla="*/ 0 h 87"/>
                <a:gd name="T14" fmla="*/ 37 w 37"/>
                <a:gd name="T15" fmla="*/ 14 h 87"/>
                <a:gd name="T16" fmla="*/ 37 w 37"/>
                <a:gd name="T17"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87">
                  <a:moveTo>
                    <a:pt x="37" y="73"/>
                  </a:moveTo>
                  <a:cubicBezTo>
                    <a:pt x="37" y="81"/>
                    <a:pt x="31" y="87"/>
                    <a:pt x="23" y="87"/>
                  </a:cubicBezTo>
                  <a:cubicBezTo>
                    <a:pt x="14" y="87"/>
                    <a:pt x="14" y="87"/>
                    <a:pt x="14" y="87"/>
                  </a:cubicBezTo>
                  <a:cubicBezTo>
                    <a:pt x="6" y="87"/>
                    <a:pt x="0" y="81"/>
                    <a:pt x="0" y="73"/>
                  </a:cubicBezTo>
                  <a:cubicBezTo>
                    <a:pt x="0" y="14"/>
                    <a:pt x="0" y="14"/>
                    <a:pt x="0" y="14"/>
                  </a:cubicBezTo>
                  <a:cubicBezTo>
                    <a:pt x="0" y="6"/>
                    <a:pt x="6" y="0"/>
                    <a:pt x="14" y="0"/>
                  </a:cubicBezTo>
                  <a:cubicBezTo>
                    <a:pt x="23" y="0"/>
                    <a:pt x="23" y="0"/>
                    <a:pt x="23" y="0"/>
                  </a:cubicBezTo>
                  <a:cubicBezTo>
                    <a:pt x="31" y="0"/>
                    <a:pt x="37" y="6"/>
                    <a:pt x="37" y="14"/>
                  </a:cubicBezTo>
                  <a:lnTo>
                    <a:pt x="37" y="73"/>
                  </a:lnTo>
                  <a:close/>
                </a:path>
              </a:pathLst>
            </a:custGeom>
            <a:solidFill>
              <a:srgbClr val="E99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43"/>
            <p:cNvSpPr>
              <a:spLocks/>
            </p:cNvSpPr>
            <p:nvPr/>
          </p:nvSpPr>
          <p:spPr bwMode="auto">
            <a:xfrm>
              <a:off x="3257550" y="2432050"/>
              <a:ext cx="17463" cy="82550"/>
            </a:xfrm>
            <a:custGeom>
              <a:avLst/>
              <a:gdLst>
                <a:gd name="T0" fmla="*/ 13 w 13"/>
                <a:gd name="T1" fmla="*/ 0 h 59"/>
                <a:gd name="T2" fmla="*/ 10 w 13"/>
                <a:gd name="T3" fmla="*/ 0 h 59"/>
                <a:gd name="T4" fmla="*/ 0 w 13"/>
                <a:gd name="T5" fmla="*/ 10 h 59"/>
                <a:gd name="T6" fmla="*/ 0 w 13"/>
                <a:gd name="T7" fmla="*/ 49 h 59"/>
                <a:gd name="T8" fmla="*/ 10 w 13"/>
                <a:gd name="T9" fmla="*/ 59 h 59"/>
                <a:gd name="T10" fmla="*/ 13 w 13"/>
                <a:gd name="T11" fmla="*/ 59 h 59"/>
                <a:gd name="T12" fmla="*/ 13 w 13"/>
                <a:gd name="T13" fmla="*/ 0 h 59"/>
              </a:gdLst>
              <a:ahLst/>
              <a:cxnLst>
                <a:cxn ang="0">
                  <a:pos x="T0" y="T1"/>
                </a:cxn>
                <a:cxn ang="0">
                  <a:pos x="T2" y="T3"/>
                </a:cxn>
                <a:cxn ang="0">
                  <a:pos x="T4" y="T5"/>
                </a:cxn>
                <a:cxn ang="0">
                  <a:pos x="T6" y="T7"/>
                </a:cxn>
                <a:cxn ang="0">
                  <a:pos x="T8" y="T9"/>
                </a:cxn>
                <a:cxn ang="0">
                  <a:pos x="T10" y="T11"/>
                </a:cxn>
                <a:cxn ang="0">
                  <a:pos x="T12" y="T13"/>
                </a:cxn>
              </a:cxnLst>
              <a:rect l="0" t="0" r="r" b="b"/>
              <a:pathLst>
                <a:path w="13" h="59">
                  <a:moveTo>
                    <a:pt x="13" y="0"/>
                  </a:moveTo>
                  <a:cubicBezTo>
                    <a:pt x="10" y="0"/>
                    <a:pt x="10" y="0"/>
                    <a:pt x="10" y="0"/>
                  </a:cubicBezTo>
                  <a:cubicBezTo>
                    <a:pt x="5" y="0"/>
                    <a:pt x="0" y="4"/>
                    <a:pt x="0" y="10"/>
                  </a:cubicBezTo>
                  <a:cubicBezTo>
                    <a:pt x="0" y="49"/>
                    <a:pt x="0" y="49"/>
                    <a:pt x="0" y="49"/>
                  </a:cubicBezTo>
                  <a:cubicBezTo>
                    <a:pt x="0" y="55"/>
                    <a:pt x="5" y="59"/>
                    <a:pt x="10" y="59"/>
                  </a:cubicBezTo>
                  <a:cubicBezTo>
                    <a:pt x="13" y="59"/>
                    <a:pt x="13" y="59"/>
                    <a:pt x="13" y="59"/>
                  </a:cubicBezTo>
                  <a:lnTo>
                    <a:pt x="13" y="0"/>
                  </a:lnTo>
                  <a:close/>
                </a:path>
              </a:pathLst>
            </a:custGeom>
            <a:solidFill>
              <a:srgbClr val="E99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44"/>
            <p:cNvSpPr>
              <a:spLocks/>
            </p:cNvSpPr>
            <p:nvPr/>
          </p:nvSpPr>
          <p:spPr bwMode="auto">
            <a:xfrm>
              <a:off x="3529013" y="2411413"/>
              <a:ext cx="52388" cy="122238"/>
            </a:xfrm>
            <a:custGeom>
              <a:avLst/>
              <a:gdLst>
                <a:gd name="T0" fmla="*/ 0 w 38"/>
                <a:gd name="T1" fmla="*/ 73 h 87"/>
                <a:gd name="T2" fmla="*/ 15 w 38"/>
                <a:gd name="T3" fmla="*/ 87 h 87"/>
                <a:gd name="T4" fmla="*/ 23 w 38"/>
                <a:gd name="T5" fmla="*/ 87 h 87"/>
                <a:gd name="T6" fmla="*/ 38 w 38"/>
                <a:gd name="T7" fmla="*/ 73 h 87"/>
                <a:gd name="T8" fmla="*/ 38 w 38"/>
                <a:gd name="T9" fmla="*/ 14 h 87"/>
                <a:gd name="T10" fmla="*/ 23 w 38"/>
                <a:gd name="T11" fmla="*/ 0 h 87"/>
                <a:gd name="T12" fmla="*/ 15 w 38"/>
                <a:gd name="T13" fmla="*/ 0 h 87"/>
                <a:gd name="T14" fmla="*/ 0 w 38"/>
                <a:gd name="T15" fmla="*/ 14 h 87"/>
                <a:gd name="T16" fmla="*/ 0 w 38"/>
                <a:gd name="T17"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87">
                  <a:moveTo>
                    <a:pt x="0" y="73"/>
                  </a:moveTo>
                  <a:cubicBezTo>
                    <a:pt x="0" y="81"/>
                    <a:pt x="7" y="87"/>
                    <a:pt x="15" y="87"/>
                  </a:cubicBezTo>
                  <a:cubicBezTo>
                    <a:pt x="23" y="87"/>
                    <a:pt x="23" y="87"/>
                    <a:pt x="23" y="87"/>
                  </a:cubicBezTo>
                  <a:cubicBezTo>
                    <a:pt x="31" y="87"/>
                    <a:pt x="38" y="81"/>
                    <a:pt x="38" y="73"/>
                  </a:cubicBezTo>
                  <a:cubicBezTo>
                    <a:pt x="38" y="14"/>
                    <a:pt x="38" y="14"/>
                    <a:pt x="38" y="14"/>
                  </a:cubicBezTo>
                  <a:cubicBezTo>
                    <a:pt x="38" y="6"/>
                    <a:pt x="31" y="0"/>
                    <a:pt x="23" y="0"/>
                  </a:cubicBezTo>
                  <a:cubicBezTo>
                    <a:pt x="15" y="0"/>
                    <a:pt x="15" y="0"/>
                    <a:pt x="15" y="0"/>
                  </a:cubicBezTo>
                  <a:cubicBezTo>
                    <a:pt x="7" y="0"/>
                    <a:pt x="0" y="6"/>
                    <a:pt x="0" y="14"/>
                  </a:cubicBezTo>
                  <a:lnTo>
                    <a:pt x="0" y="73"/>
                  </a:lnTo>
                  <a:close/>
                </a:path>
              </a:pathLst>
            </a:custGeom>
            <a:solidFill>
              <a:srgbClr val="E99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45"/>
            <p:cNvSpPr>
              <a:spLocks/>
            </p:cNvSpPr>
            <p:nvPr/>
          </p:nvSpPr>
          <p:spPr bwMode="auto">
            <a:xfrm>
              <a:off x="3590925" y="2432050"/>
              <a:ext cx="19050" cy="82550"/>
            </a:xfrm>
            <a:custGeom>
              <a:avLst/>
              <a:gdLst>
                <a:gd name="T0" fmla="*/ 0 w 13"/>
                <a:gd name="T1" fmla="*/ 0 h 59"/>
                <a:gd name="T2" fmla="*/ 3 w 13"/>
                <a:gd name="T3" fmla="*/ 0 h 59"/>
                <a:gd name="T4" fmla="*/ 13 w 13"/>
                <a:gd name="T5" fmla="*/ 10 h 59"/>
                <a:gd name="T6" fmla="*/ 13 w 13"/>
                <a:gd name="T7" fmla="*/ 49 h 59"/>
                <a:gd name="T8" fmla="*/ 3 w 13"/>
                <a:gd name="T9" fmla="*/ 59 h 59"/>
                <a:gd name="T10" fmla="*/ 0 w 13"/>
                <a:gd name="T11" fmla="*/ 59 h 59"/>
                <a:gd name="T12" fmla="*/ 0 w 13"/>
                <a:gd name="T13" fmla="*/ 0 h 59"/>
              </a:gdLst>
              <a:ahLst/>
              <a:cxnLst>
                <a:cxn ang="0">
                  <a:pos x="T0" y="T1"/>
                </a:cxn>
                <a:cxn ang="0">
                  <a:pos x="T2" y="T3"/>
                </a:cxn>
                <a:cxn ang="0">
                  <a:pos x="T4" y="T5"/>
                </a:cxn>
                <a:cxn ang="0">
                  <a:pos x="T6" y="T7"/>
                </a:cxn>
                <a:cxn ang="0">
                  <a:pos x="T8" y="T9"/>
                </a:cxn>
                <a:cxn ang="0">
                  <a:pos x="T10" y="T11"/>
                </a:cxn>
                <a:cxn ang="0">
                  <a:pos x="T12" y="T13"/>
                </a:cxn>
              </a:cxnLst>
              <a:rect l="0" t="0" r="r" b="b"/>
              <a:pathLst>
                <a:path w="13" h="59">
                  <a:moveTo>
                    <a:pt x="0" y="0"/>
                  </a:moveTo>
                  <a:cubicBezTo>
                    <a:pt x="3" y="0"/>
                    <a:pt x="3" y="0"/>
                    <a:pt x="3" y="0"/>
                  </a:cubicBezTo>
                  <a:cubicBezTo>
                    <a:pt x="9" y="0"/>
                    <a:pt x="13" y="4"/>
                    <a:pt x="13" y="10"/>
                  </a:cubicBezTo>
                  <a:cubicBezTo>
                    <a:pt x="13" y="49"/>
                    <a:pt x="13" y="49"/>
                    <a:pt x="13" y="49"/>
                  </a:cubicBezTo>
                  <a:cubicBezTo>
                    <a:pt x="13" y="55"/>
                    <a:pt x="9" y="59"/>
                    <a:pt x="3" y="59"/>
                  </a:cubicBezTo>
                  <a:cubicBezTo>
                    <a:pt x="0" y="59"/>
                    <a:pt x="0" y="59"/>
                    <a:pt x="0" y="59"/>
                  </a:cubicBezTo>
                  <a:lnTo>
                    <a:pt x="0" y="0"/>
                  </a:lnTo>
                  <a:close/>
                </a:path>
              </a:pathLst>
            </a:custGeom>
            <a:solidFill>
              <a:srgbClr val="E99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78" name="Freeform 46"/>
          <p:cNvSpPr>
            <a:spLocks noEditPoints="1"/>
          </p:cNvSpPr>
          <p:nvPr/>
        </p:nvSpPr>
        <p:spPr bwMode="auto">
          <a:xfrm>
            <a:off x="1275180" y="1751192"/>
            <a:ext cx="302429" cy="357751"/>
          </a:xfrm>
          <a:custGeom>
            <a:avLst/>
            <a:gdLst>
              <a:gd name="T0" fmla="*/ 164 w 164"/>
              <a:gd name="T1" fmla="*/ 47 h 194"/>
              <a:gd name="T2" fmla="*/ 137 w 164"/>
              <a:gd name="T3" fmla="*/ 39 h 194"/>
              <a:gd name="T4" fmla="*/ 83 w 164"/>
              <a:gd name="T5" fmla="*/ 39 h 194"/>
              <a:gd name="T6" fmla="*/ 56 w 164"/>
              <a:gd name="T7" fmla="*/ 47 h 194"/>
              <a:gd name="T8" fmla="*/ 56 w 164"/>
              <a:gd name="T9" fmla="*/ 47 h 194"/>
              <a:gd name="T10" fmla="*/ 56 w 164"/>
              <a:gd name="T11" fmla="*/ 141 h 194"/>
              <a:gd name="T12" fmla="*/ 35 w 164"/>
              <a:gd name="T13" fmla="*/ 0 h 194"/>
              <a:gd name="T14" fmla="*/ 15 w 164"/>
              <a:gd name="T15" fmla="*/ 141 h 194"/>
              <a:gd name="T16" fmla="*/ 0 w 164"/>
              <a:gd name="T17" fmla="*/ 194 h 194"/>
              <a:gd name="T18" fmla="*/ 57 w 164"/>
              <a:gd name="T19" fmla="*/ 194 h 194"/>
              <a:gd name="T20" fmla="*/ 164 w 164"/>
              <a:gd name="T21" fmla="*/ 47 h 194"/>
              <a:gd name="T22" fmla="*/ 164 w 164"/>
              <a:gd name="T23" fmla="*/ 47 h 194"/>
              <a:gd name="T24" fmla="*/ 72 w 164"/>
              <a:gd name="T25" fmla="*/ 149 h 194"/>
              <a:gd name="T26" fmla="*/ 82 w 164"/>
              <a:gd name="T27" fmla="*/ 129 h 194"/>
              <a:gd name="T28" fmla="*/ 82 w 164"/>
              <a:gd name="T29" fmla="*/ 119 h 194"/>
              <a:gd name="T30" fmla="*/ 72 w 164"/>
              <a:gd name="T31" fmla="*/ 99 h 194"/>
              <a:gd name="T32" fmla="*/ 82 w 164"/>
              <a:gd name="T33" fmla="*/ 119 h 194"/>
              <a:gd name="T34" fmla="*/ 72 w 164"/>
              <a:gd name="T35" fmla="*/ 89 h 194"/>
              <a:gd name="T36" fmla="*/ 82 w 164"/>
              <a:gd name="T37" fmla="*/ 69 h 194"/>
              <a:gd name="T38" fmla="*/ 115 w 164"/>
              <a:gd name="T39" fmla="*/ 149 h 194"/>
              <a:gd name="T40" fmla="*/ 104 w 164"/>
              <a:gd name="T41" fmla="*/ 129 h 194"/>
              <a:gd name="T42" fmla="*/ 115 w 164"/>
              <a:gd name="T43" fmla="*/ 149 h 194"/>
              <a:gd name="T44" fmla="*/ 104 w 164"/>
              <a:gd name="T45" fmla="*/ 119 h 194"/>
              <a:gd name="T46" fmla="*/ 115 w 164"/>
              <a:gd name="T47" fmla="*/ 99 h 194"/>
              <a:gd name="T48" fmla="*/ 115 w 164"/>
              <a:gd name="T49" fmla="*/ 89 h 194"/>
              <a:gd name="T50" fmla="*/ 104 w 164"/>
              <a:gd name="T51" fmla="*/ 69 h 194"/>
              <a:gd name="T52" fmla="*/ 115 w 164"/>
              <a:gd name="T53" fmla="*/ 89 h 194"/>
              <a:gd name="T54" fmla="*/ 137 w 164"/>
              <a:gd name="T55" fmla="*/ 149 h 194"/>
              <a:gd name="T56" fmla="*/ 148 w 164"/>
              <a:gd name="T57" fmla="*/ 129 h 194"/>
              <a:gd name="T58" fmla="*/ 148 w 164"/>
              <a:gd name="T59" fmla="*/ 119 h 194"/>
              <a:gd name="T60" fmla="*/ 137 w 164"/>
              <a:gd name="T61" fmla="*/ 99 h 194"/>
              <a:gd name="T62" fmla="*/ 148 w 164"/>
              <a:gd name="T63" fmla="*/ 119 h 194"/>
              <a:gd name="T64" fmla="*/ 137 w 164"/>
              <a:gd name="T65" fmla="*/ 89 h 194"/>
              <a:gd name="T66" fmla="*/ 148 w 164"/>
              <a:gd name="T67" fmla="*/ 69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4" h="194">
                <a:moveTo>
                  <a:pt x="164" y="47"/>
                </a:moveTo>
                <a:lnTo>
                  <a:pt x="164" y="47"/>
                </a:lnTo>
                <a:lnTo>
                  <a:pt x="164" y="47"/>
                </a:lnTo>
                <a:lnTo>
                  <a:pt x="137" y="39"/>
                </a:lnTo>
                <a:lnTo>
                  <a:pt x="111" y="32"/>
                </a:lnTo>
                <a:lnTo>
                  <a:pt x="83" y="39"/>
                </a:lnTo>
                <a:lnTo>
                  <a:pt x="56" y="47"/>
                </a:lnTo>
                <a:lnTo>
                  <a:pt x="56" y="47"/>
                </a:lnTo>
                <a:lnTo>
                  <a:pt x="56" y="47"/>
                </a:lnTo>
                <a:lnTo>
                  <a:pt x="56" y="47"/>
                </a:lnTo>
                <a:lnTo>
                  <a:pt x="56" y="47"/>
                </a:lnTo>
                <a:lnTo>
                  <a:pt x="56" y="141"/>
                </a:lnTo>
                <a:lnTo>
                  <a:pt x="43" y="141"/>
                </a:lnTo>
                <a:lnTo>
                  <a:pt x="35" y="0"/>
                </a:lnTo>
                <a:lnTo>
                  <a:pt x="22" y="0"/>
                </a:lnTo>
                <a:lnTo>
                  <a:pt x="15" y="141"/>
                </a:lnTo>
                <a:lnTo>
                  <a:pt x="0" y="141"/>
                </a:lnTo>
                <a:lnTo>
                  <a:pt x="0" y="194"/>
                </a:lnTo>
                <a:lnTo>
                  <a:pt x="56" y="194"/>
                </a:lnTo>
                <a:lnTo>
                  <a:pt x="57" y="194"/>
                </a:lnTo>
                <a:lnTo>
                  <a:pt x="164" y="194"/>
                </a:lnTo>
                <a:lnTo>
                  <a:pt x="164" y="47"/>
                </a:lnTo>
                <a:lnTo>
                  <a:pt x="164" y="47"/>
                </a:lnTo>
                <a:lnTo>
                  <a:pt x="164" y="47"/>
                </a:lnTo>
                <a:close/>
                <a:moveTo>
                  <a:pt x="82" y="149"/>
                </a:moveTo>
                <a:lnTo>
                  <a:pt x="72" y="149"/>
                </a:lnTo>
                <a:lnTo>
                  <a:pt x="72" y="129"/>
                </a:lnTo>
                <a:lnTo>
                  <a:pt x="82" y="129"/>
                </a:lnTo>
                <a:lnTo>
                  <a:pt x="82" y="149"/>
                </a:lnTo>
                <a:close/>
                <a:moveTo>
                  <a:pt x="82" y="119"/>
                </a:moveTo>
                <a:lnTo>
                  <a:pt x="72" y="119"/>
                </a:lnTo>
                <a:lnTo>
                  <a:pt x="72" y="99"/>
                </a:lnTo>
                <a:lnTo>
                  <a:pt x="82" y="99"/>
                </a:lnTo>
                <a:lnTo>
                  <a:pt x="82" y="119"/>
                </a:lnTo>
                <a:close/>
                <a:moveTo>
                  <a:pt x="82" y="89"/>
                </a:moveTo>
                <a:lnTo>
                  <a:pt x="72" y="89"/>
                </a:lnTo>
                <a:lnTo>
                  <a:pt x="72" y="69"/>
                </a:lnTo>
                <a:lnTo>
                  <a:pt x="82" y="69"/>
                </a:lnTo>
                <a:lnTo>
                  <a:pt x="82" y="89"/>
                </a:lnTo>
                <a:close/>
                <a:moveTo>
                  <a:pt x="115" y="149"/>
                </a:moveTo>
                <a:lnTo>
                  <a:pt x="104" y="149"/>
                </a:lnTo>
                <a:lnTo>
                  <a:pt x="104" y="129"/>
                </a:lnTo>
                <a:lnTo>
                  <a:pt x="115" y="129"/>
                </a:lnTo>
                <a:lnTo>
                  <a:pt x="115" y="149"/>
                </a:lnTo>
                <a:close/>
                <a:moveTo>
                  <a:pt x="115" y="119"/>
                </a:moveTo>
                <a:lnTo>
                  <a:pt x="104" y="119"/>
                </a:lnTo>
                <a:lnTo>
                  <a:pt x="104" y="99"/>
                </a:lnTo>
                <a:lnTo>
                  <a:pt x="115" y="99"/>
                </a:lnTo>
                <a:lnTo>
                  <a:pt x="115" y="119"/>
                </a:lnTo>
                <a:close/>
                <a:moveTo>
                  <a:pt x="115" y="89"/>
                </a:moveTo>
                <a:lnTo>
                  <a:pt x="104" y="89"/>
                </a:lnTo>
                <a:lnTo>
                  <a:pt x="104" y="69"/>
                </a:lnTo>
                <a:lnTo>
                  <a:pt x="115" y="69"/>
                </a:lnTo>
                <a:lnTo>
                  <a:pt x="115" y="89"/>
                </a:lnTo>
                <a:close/>
                <a:moveTo>
                  <a:pt x="148" y="149"/>
                </a:moveTo>
                <a:lnTo>
                  <a:pt x="137" y="149"/>
                </a:lnTo>
                <a:lnTo>
                  <a:pt x="137" y="129"/>
                </a:lnTo>
                <a:lnTo>
                  <a:pt x="148" y="129"/>
                </a:lnTo>
                <a:lnTo>
                  <a:pt x="148" y="149"/>
                </a:lnTo>
                <a:close/>
                <a:moveTo>
                  <a:pt x="148" y="119"/>
                </a:moveTo>
                <a:lnTo>
                  <a:pt x="137" y="119"/>
                </a:lnTo>
                <a:lnTo>
                  <a:pt x="137" y="99"/>
                </a:lnTo>
                <a:lnTo>
                  <a:pt x="148" y="99"/>
                </a:lnTo>
                <a:lnTo>
                  <a:pt x="148" y="119"/>
                </a:lnTo>
                <a:close/>
                <a:moveTo>
                  <a:pt x="148" y="89"/>
                </a:moveTo>
                <a:lnTo>
                  <a:pt x="137" y="89"/>
                </a:lnTo>
                <a:lnTo>
                  <a:pt x="137" y="69"/>
                </a:lnTo>
                <a:lnTo>
                  <a:pt x="148" y="69"/>
                </a:lnTo>
                <a:lnTo>
                  <a:pt x="148" y="89"/>
                </a:lnTo>
                <a:close/>
              </a:path>
            </a:pathLst>
          </a:custGeom>
          <a:solidFill>
            <a:srgbClr val="35AA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87" name="组合 86"/>
          <p:cNvGrpSpPr/>
          <p:nvPr/>
        </p:nvGrpSpPr>
        <p:grpSpPr>
          <a:xfrm>
            <a:off x="6708871" y="4906597"/>
            <a:ext cx="165967" cy="402010"/>
            <a:chOff x="4791075" y="4530725"/>
            <a:chExt cx="142875" cy="346076"/>
          </a:xfrm>
        </p:grpSpPr>
        <p:sp>
          <p:nvSpPr>
            <p:cNvPr id="79" name="Freeform 47"/>
            <p:cNvSpPr>
              <a:spLocks/>
            </p:cNvSpPr>
            <p:nvPr/>
          </p:nvSpPr>
          <p:spPr bwMode="auto">
            <a:xfrm>
              <a:off x="4791075" y="4746625"/>
              <a:ext cx="142875" cy="95250"/>
            </a:xfrm>
            <a:custGeom>
              <a:avLst/>
              <a:gdLst>
                <a:gd name="T0" fmla="*/ 96 w 102"/>
                <a:gd name="T1" fmla="*/ 0 h 67"/>
                <a:gd name="T2" fmla="*/ 6 w 102"/>
                <a:gd name="T3" fmla="*/ 0 h 67"/>
                <a:gd name="T4" fmla="*/ 0 w 102"/>
                <a:gd name="T5" fmla="*/ 7 h 67"/>
                <a:gd name="T6" fmla="*/ 0 w 102"/>
                <a:gd name="T7" fmla="*/ 31 h 67"/>
                <a:gd name="T8" fmla="*/ 6 w 102"/>
                <a:gd name="T9" fmla="*/ 38 h 67"/>
                <a:gd name="T10" fmla="*/ 8 w 102"/>
                <a:gd name="T11" fmla="*/ 38 h 67"/>
                <a:gd name="T12" fmla="*/ 16 w 102"/>
                <a:gd name="T13" fmla="*/ 52 h 67"/>
                <a:gd name="T14" fmla="*/ 32 w 102"/>
                <a:gd name="T15" fmla="*/ 67 h 67"/>
                <a:gd name="T16" fmla="*/ 71 w 102"/>
                <a:gd name="T17" fmla="*/ 67 h 67"/>
                <a:gd name="T18" fmla="*/ 86 w 102"/>
                <a:gd name="T19" fmla="*/ 52 h 67"/>
                <a:gd name="T20" fmla="*/ 94 w 102"/>
                <a:gd name="T21" fmla="*/ 38 h 67"/>
                <a:gd name="T22" fmla="*/ 96 w 102"/>
                <a:gd name="T23" fmla="*/ 38 h 67"/>
                <a:gd name="T24" fmla="*/ 102 w 102"/>
                <a:gd name="T25" fmla="*/ 31 h 67"/>
                <a:gd name="T26" fmla="*/ 102 w 102"/>
                <a:gd name="T27" fmla="*/ 7 h 67"/>
                <a:gd name="T28" fmla="*/ 96 w 102"/>
                <a:gd name="T29"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2" h="67">
                  <a:moveTo>
                    <a:pt x="96" y="0"/>
                  </a:moveTo>
                  <a:cubicBezTo>
                    <a:pt x="6" y="0"/>
                    <a:pt x="6" y="0"/>
                    <a:pt x="6" y="0"/>
                  </a:cubicBezTo>
                  <a:cubicBezTo>
                    <a:pt x="3" y="0"/>
                    <a:pt x="0" y="3"/>
                    <a:pt x="0" y="7"/>
                  </a:cubicBezTo>
                  <a:cubicBezTo>
                    <a:pt x="0" y="31"/>
                    <a:pt x="0" y="31"/>
                    <a:pt x="0" y="31"/>
                  </a:cubicBezTo>
                  <a:cubicBezTo>
                    <a:pt x="0" y="35"/>
                    <a:pt x="3" y="38"/>
                    <a:pt x="6" y="38"/>
                  </a:cubicBezTo>
                  <a:cubicBezTo>
                    <a:pt x="8" y="38"/>
                    <a:pt x="8" y="38"/>
                    <a:pt x="8" y="38"/>
                  </a:cubicBezTo>
                  <a:cubicBezTo>
                    <a:pt x="16" y="52"/>
                    <a:pt x="16" y="52"/>
                    <a:pt x="16" y="52"/>
                  </a:cubicBezTo>
                  <a:cubicBezTo>
                    <a:pt x="16" y="60"/>
                    <a:pt x="23" y="67"/>
                    <a:pt x="32" y="67"/>
                  </a:cubicBezTo>
                  <a:cubicBezTo>
                    <a:pt x="71" y="67"/>
                    <a:pt x="71" y="67"/>
                    <a:pt x="71" y="67"/>
                  </a:cubicBezTo>
                  <a:cubicBezTo>
                    <a:pt x="79" y="67"/>
                    <a:pt x="86" y="60"/>
                    <a:pt x="86" y="52"/>
                  </a:cubicBezTo>
                  <a:cubicBezTo>
                    <a:pt x="94" y="38"/>
                    <a:pt x="94" y="38"/>
                    <a:pt x="94" y="38"/>
                  </a:cubicBezTo>
                  <a:cubicBezTo>
                    <a:pt x="96" y="38"/>
                    <a:pt x="96" y="38"/>
                    <a:pt x="96" y="38"/>
                  </a:cubicBezTo>
                  <a:cubicBezTo>
                    <a:pt x="100" y="38"/>
                    <a:pt x="102" y="35"/>
                    <a:pt x="102" y="31"/>
                  </a:cubicBezTo>
                  <a:cubicBezTo>
                    <a:pt x="102" y="7"/>
                    <a:pt x="102" y="7"/>
                    <a:pt x="102" y="7"/>
                  </a:cubicBezTo>
                  <a:cubicBezTo>
                    <a:pt x="102" y="3"/>
                    <a:pt x="100" y="0"/>
                    <a:pt x="96" y="0"/>
                  </a:cubicBezTo>
                  <a:close/>
                </a:path>
              </a:pathLst>
            </a:custGeom>
            <a:solidFill>
              <a:srgbClr val="C7CC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48"/>
            <p:cNvSpPr>
              <a:spLocks/>
            </p:cNvSpPr>
            <p:nvPr/>
          </p:nvSpPr>
          <p:spPr bwMode="auto">
            <a:xfrm>
              <a:off x="4826000" y="4846638"/>
              <a:ext cx="73025" cy="9525"/>
            </a:xfrm>
            <a:custGeom>
              <a:avLst/>
              <a:gdLst>
                <a:gd name="T0" fmla="*/ 52 w 52"/>
                <a:gd name="T1" fmla="*/ 4 h 7"/>
                <a:gd name="T2" fmla="*/ 49 w 52"/>
                <a:gd name="T3" fmla="*/ 7 h 7"/>
                <a:gd name="T4" fmla="*/ 3 w 52"/>
                <a:gd name="T5" fmla="*/ 7 h 7"/>
                <a:gd name="T6" fmla="*/ 0 w 52"/>
                <a:gd name="T7" fmla="*/ 4 h 7"/>
                <a:gd name="T8" fmla="*/ 0 w 52"/>
                <a:gd name="T9" fmla="*/ 4 h 7"/>
                <a:gd name="T10" fmla="*/ 3 w 52"/>
                <a:gd name="T11" fmla="*/ 0 h 7"/>
                <a:gd name="T12" fmla="*/ 49 w 52"/>
                <a:gd name="T13" fmla="*/ 0 h 7"/>
                <a:gd name="T14" fmla="*/ 52 w 52"/>
                <a:gd name="T15" fmla="*/ 4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 h="7">
                  <a:moveTo>
                    <a:pt x="52" y="4"/>
                  </a:moveTo>
                  <a:cubicBezTo>
                    <a:pt x="52" y="6"/>
                    <a:pt x="51" y="7"/>
                    <a:pt x="49" y="7"/>
                  </a:cubicBezTo>
                  <a:cubicBezTo>
                    <a:pt x="3" y="7"/>
                    <a:pt x="3" y="7"/>
                    <a:pt x="3" y="7"/>
                  </a:cubicBezTo>
                  <a:cubicBezTo>
                    <a:pt x="2" y="7"/>
                    <a:pt x="0" y="6"/>
                    <a:pt x="0" y="4"/>
                  </a:cubicBezTo>
                  <a:cubicBezTo>
                    <a:pt x="0" y="4"/>
                    <a:pt x="0" y="4"/>
                    <a:pt x="0" y="4"/>
                  </a:cubicBezTo>
                  <a:cubicBezTo>
                    <a:pt x="0" y="2"/>
                    <a:pt x="2" y="0"/>
                    <a:pt x="3" y="0"/>
                  </a:cubicBezTo>
                  <a:cubicBezTo>
                    <a:pt x="49" y="0"/>
                    <a:pt x="49" y="0"/>
                    <a:pt x="49" y="0"/>
                  </a:cubicBezTo>
                  <a:cubicBezTo>
                    <a:pt x="51" y="0"/>
                    <a:pt x="52" y="2"/>
                    <a:pt x="52" y="4"/>
                  </a:cubicBezTo>
                  <a:close/>
                </a:path>
              </a:pathLst>
            </a:custGeom>
            <a:solidFill>
              <a:srgbClr val="C7CC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49"/>
            <p:cNvSpPr>
              <a:spLocks/>
            </p:cNvSpPr>
            <p:nvPr/>
          </p:nvSpPr>
          <p:spPr bwMode="auto">
            <a:xfrm>
              <a:off x="4841875" y="4865688"/>
              <a:ext cx="42863" cy="11113"/>
            </a:xfrm>
            <a:custGeom>
              <a:avLst/>
              <a:gdLst>
                <a:gd name="T0" fmla="*/ 2 w 31"/>
                <a:gd name="T1" fmla="*/ 7 h 7"/>
                <a:gd name="T2" fmla="*/ 0 w 31"/>
                <a:gd name="T3" fmla="*/ 4 h 7"/>
                <a:gd name="T4" fmla="*/ 0 w 31"/>
                <a:gd name="T5" fmla="*/ 4 h 7"/>
                <a:gd name="T6" fmla="*/ 2 w 31"/>
                <a:gd name="T7" fmla="*/ 0 h 7"/>
                <a:gd name="T8" fmla="*/ 28 w 31"/>
                <a:gd name="T9" fmla="*/ 0 h 7"/>
                <a:gd name="T10" fmla="*/ 31 w 31"/>
                <a:gd name="T11" fmla="*/ 4 h 7"/>
                <a:gd name="T12" fmla="*/ 31 w 31"/>
                <a:gd name="T13" fmla="*/ 4 h 7"/>
                <a:gd name="T14" fmla="*/ 28 w 31"/>
                <a:gd name="T15" fmla="*/ 7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7">
                  <a:moveTo>
                    <a:pt x="2" y="7"/>
                  </a:moveTo>
                  <a:cubicBezTo>
                    <a:pt x="1" y="7"/>
                    <a:pt x="0" y="5"/>
                    <a:pt x="0" y="4"/>
                  </a:cubicBezTo>
                  <a:cubicBezTo>
                    <a:pt x="0" y="4"/>
                    <a:pt x="0" y="4"/>
                    <a:pt x="0" y="4"/>
                  </a:cubicBezTo>
                  <a:cubicBezTo>
                    <a:pt x="0" y="2"/>
                    <a:pt x="1" y="0"/>
                    <a:pt x="2" y="0"/>
                  </a:cubicBezTo>
                  <a:cubicBezTo>
                    <a:pt x="28" y="0"/>
                    <a:pt x="28" y="0"/>
                    <a:pt x="28" y="0"/>
                  </a:cubicBezTo>
                  <a:cubicBezTo>
                    <a:pt x="30" y="0"/>
                    <a:pt x="31" y="2"/>
                    <a:pt x="31" y="4"/>
                  </a:cubicBezTo>
                  <a:cubicBezTo>
                    <a:pt x="31" y="4"/>
                    <a:pt x="31" y="4"/>
                    <a:pt x="31" y="4"/>
                  </a:cubicBezTo>
                  <a:cubicBezTo>
                    <a:pt x="31" y="5"/>
                    <a:pt x="30" y="7"/>
                    <a:pt x="28" y="7"/>
                  </a:cubicBezTo>
                </a:path>
              </a:pathLst>
            </a:custGeom>
            <a:solidFill>
              <a:srgbClr val="C7CC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50"/>
            <p:cNvSpPr>
              <a:spLocks/>
            </p:cNvSpPr>
            <p:nvPr/>
          </p:nvSpPr>
          <p:spPr bwMode="auto">
            <a:xfrm>
              <a:off x="4841875" y="4530725"/>
              <a:ext cx="42863" cy="209550"/>
            </a:xfrm>
            <a:custGeom>
              <a:avLst/>
              <a:gdLst>
                <a:gd name="T0" fmla="*/ 31 w 31"/>
                <a:gd name="T1" fmla="*/ 15 h 150"/>
                <a:gd name="T2" fmla="*/ 15 w 31"/>
                <a:gd name="T3" fmla="*/ 0 h 150"/>
                <a:gd name="T4" fmla="*/ 15 w 31"/>
                <a:gd name="T5" fmla="*/ 0 h 150"/>
                <a:gd name="T6" fmla="*/ 0 w 31"/>
                <a:gd name="T7" fmla="*/ 15 h 150"/>
                <a:gd name="T8" fmla="*/ 0 w 31"/>
                <a:gd name="T9" fmla="*/ 134 h 150"/>
                <a:gd name="T10" fmla="*/ 15 w 31"/>
                <a:gd name="T11" fmla="*/ 150 h 150"/>
                <a:gd name="T12" fmla="*/ 15 w 31"/>
                <a:gd name="T13" fmla="*/ 150 h 150"/>
                <a:gd name="T14" fmla="*/ 31 w 31"/>
                <a:gd name="T15" fmla="*/ 134 h 150"/>
                <a:gd name="T16" fmla="*/ 31 w 31"/>
                <a:gd name="T17" fmla="*/ 1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150">
                  <a:moveTo>
                    <a:pt x="31" y="15"/>
                  </a:moveTo>
                  <a:cubicBezTo>
                    <a:pt x="31" y="7"/>
                    <a:pt x="24" y="0"/>
                    <a:pt x="15" y="0"/>
                  </a:cubicBezTo>
                  <a:cubicBezTo>
                    <a:pt x="15" y="0"/>
                    <a:pt x="15" y="0"/>
                    <a:pt x="15" y="0"/>
                  </a:cubicBezTo>
                  <a:cubicBezTo>
                    <a:pt x="7" y="0"/>
                    <a:pt x="0" y="7"/>
                    <a:pt x="0" y="15"/>
                  </a:cubicBezTo>
                  <a:cubicBezTo>
                    <a:pt x="0" y="134"/>
                    <a:pt x="0" y="134"/>
                    <a:pt x="0" y="134"/>
                  </a:cubicBezTo>
                  <a:cubicBezTo>
                    <a:pt x="0" y="143"/>
                    <a:pt x="7" y="150"/>
                    <a:pt x="15" y="150"/>
                  </a:cubicBezTo>
                  <a:cubicBezTo>
                    <a:pt x="15" y="150"/>
                    <a:pt x="15" y="150"/>
                    <a:pt x="15" y="150"/>
                  </a:cubicBezTo>
                  <a:cubicBezTo>
                    <a:pt x="24" y="150"/>
                    <a:pt x="31" y="143"/>
                    <a:pt x="31" y="134"/>
                  </a:cubicBezTo>
                  <a:lnTo>
                    <a:pt x="31" y="15"/>
                  </a:lnTo>
                  <a:close/>
                </a:path>
              </a:pathLst>
            </a:custGeom>
            <a:solidFill>
              <a:srgbClr val="C7CC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51"/>
            <p:cNvSpPr>
              <a:spLocks/>
            </p:cNvSpPr>
            <p:nvPr/>
          </p:nvSpPr>
          <p:spPr bwMode="auto">
            <a:xfrm>
              <a:off x="4805363" y="4543425"/>
              <a:ext cx="28575" cy="196850"/>
            </a:xfrm>
            <a:custGeom>
              <a:avLst/>
              <a:gdLst>
                <a:gd name="T0" fmla="*/ 20 w 20"/>
                <a:gd name="T1" fmla="*/ 14 h 141"/>
                <a:gd name="T2" fmla="*/ 10 w 20"/>
                <a:gd name="T3" fmla="*/ 0 h 141"/>
                <a:gd name="T4" fmla="*/ 10 w 20"/>
                <a:gd name="T5" fmla="*/ 0 h 141"/>
                <a:gd name="T6" fmla="*/ 0 w 20"/>
                <a:gd name="T7" fmla="*/ 14 h 141"/>
                <a:gd name="T8" fmla="*/ 0 w 20"/>
                <a:gd name="T9" fmla="*/ 126 h 141"/>
                <a:gd name="T10" fmla="*/ 10 w 20"/>
                <a:gd name="T11" fmla="*/ 141 h 141"/>
                <a:gd name="T12" fmla="*/ 10 w 20"/>
                <a:gd name="T13" fmla="*/ 141 h 141"/>
                <a:gd name="T14" fmla="*/ 20 w 20"/>
                <a:gd name="T15" fmla="*/ 126 h 141"/>
                <a:gd name="T16" fmla="*/ 20 w 20"/>
                <a:gd name="T17" fmla="*/ 14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141">
                  <a:moveTo>
                    <a:pt x="20" y="14"/>
                  </a:moveTo>
                  <a:cubicBezTo>
                    <a:pt x="20" y="6"/>
                    <a:pt x="16" y="0"/>
                    <a:pt x="10" y="0"/>
                  </a:cubicBezTo>
                  <a:cubicBezTo>
                    <a:pt x="10" y="0"/>
                    <a:pt x="10" y="0"/>
                    <a:pt x="10" y="0"/>
                  </a:cubicBezTo>
                  <a:cubicBezTo>
                    <a:pt x="4" y="0"/>
                    <a:pt x="0" y="6"/>
                    <a:pt x="0" y="14"/>
                  </a:cubicBezTo>
                  <a:cubicBezTo>
                    <a:pt x="0" y="126"/>
                    <a:pt x="0" y="126"/>
                    <a:pt x="0" y="126"/>
                  </a:cubicBezTo>
                  <a:cubicBezTo>
                    <a:pt x="0" y="134"/>
                    <a:pt x="4" y="141"/>
                    <a:pt x="10" y="141"/>
                  </a:cubicBezTo>
                  <a:cubicBezTo>
                    <a:pt x="10" y="141"/>
                    <a:pt x="10" y="141"/>
                    <a:pt x="10" y="141"/>
                  </a:cubicBezTo>
                  <a:cubicBezTo>
                    <a:pt x="16" y="141"/>
                    <a:pt x="20" y="134"/>
                    <a:pt x="20" y="126"/>
                  </a:cubicBezTo>
                  <a:lnTo>
                    <a:pt x="20" y="14"/>
                  </a:lnTo>
                  <a:close/>
                </a:path>
              </a:pathLst>
            </a:custGeom>
            <a:solidFill>
              <a:srgbClr val="C7CC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52"/>
            <p:cNvSpPr>
              <a:spLocks/>
            </p:cNvSpPr>
            <p:nvPr/>
          </p:nvSpPr>
          <p:spPr bwMode="auto">
            <a:xfrm>
              <a:off x="4894263" y="4543425"/>
              <a:ext cx="28575" cy="196850"/>
            </a:xfrm>
            <a:custGeom>
              <a:avLst/>
              <a:gdLst>
                <a:gd name="T0" fmla="*/ 20 w 20"/>
                <a:gd name="T1" fmla="*/ 14 h 141"/>
                <a:gd name="T2" fmla="*/ 10 w 20"/>
                <a:gd name="T3" fmla="*/ 0 h 141"/>
                <a:gd name="T4" fmla="*/ 10 w 20"/>
                <a:gd name="T5" fmla="*/ 0 h 141"/>
                <a:gd name="T6" fmla="*/ 0 w 20"/>
                <a:gd name="T7" fmla="*/ 14 h 141"/>
                <a:gd name="T8" fmla="*/ 0 w 20"/>
                <a:gd name="T9" fmla="*/ 126 h 141"/>
                <a:gd name="T10" fmla="*/ 10 w 20"/>
                <a:gd name="T11" fmla="*/ 141 h 141"/>
                <a:gd name="T12" fmla="*/ 10 w 20"/>
                <a:gd name="T13" fmla="*/ 141 h 141"/>
                <a:gd name="T14" fmla="*/ 20 w 20"/>
                <a:gd name="T15" fmla="*/ 126 h 141"/>
                <a:gd name="T16" fmla="*/ 20 w 20"/>
                <a:gd name="T17" fmla="*/ 14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141">
                  <a:moveTo>
                    <a:pt x="20" y="14"/>
                  </a:moveTo>
                  <a:cubicBezTo>
                    <a:pt x="20" y="6"/>
                    <a:pt x="16" y="0"/>
                    <a:pt x="10" y="0"/>
                  </a:cubicBezTo>
                  <a:cubicBezTo>
                    <a:pt x="10" y="0"/>
                    <a:pt x="10" y="0"/>
                    <a:pt x="10" y="0"/>
                  </a:cubicBezTo>
                  <a:cubicBezTo>
                    <a:pt x="4" y="0"/>
                    <a:pt x="0" y="6"/>
                    <a:pt x="0" y="14"/>
                  </a:cubicBezTo>
                  <a:cubicBezTo>
                    <a:pt x="0" y="126"/>
                    <a:pt x="0" y="126"/>
                    <a:pt x="0" y="126"/>
                  </a:cubicBezTo>
                  <a:cubicBezTo>
                    <a:pt x="0" y="134"/>
                    <a:pt x="4" y="141"/>
                    <a:pt x="10" y="141"/>
                  </a:cubicBezTo>
                  <a:cubicBezTo>
                    <a:pt x="10" y="141"/>
                    <a:pt x="10" y="141"/>
                    <a:pt x="10" y="141"/>
                  </a:cubicBezTo>
                  <a:cubicBezTo>
                    <a:pt x="16" y="141"/>
                    <a:pt x="20" y="134"/>
                    <a:pt x="20" y="126"/>
                  </a:cubicBezTo>
                  <a:lnTo>
                    <a:pt x="20" y="14"/>
                  </a:lnTo>
                  <a:close/>
                </a:path>
              </a:pathLst>
            </a:custGeom>
            <a:solidFill>
              <a:srgbClr val="C7CC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85" name="Freeform 53"/>
          <p:cNvSpPr>
            <a:spLocks noEditPoints="1"/>
          </p:cNvSpPr>
          <p:nvPr/>
        </p:nvSpPr>
        <p:spPr bwMode="auto">
          <a:xfrm>
            <a:off x="8437387" y="1815736"/>
            <a:ext cx="202849" cy="357751"/>
          </a:xfrm>
          <a:custGeom>
            <a:avLst/>
            <a:gdLst>
              <a:gd name="T0" fmla="*/ 112 w 125"/>
              <a:gd name="T1" fmla="*/ 0 h 220"/>
              <a:gd name="T2" fmla="*/ 14 w 125"/>
              <a:gd name="T3" fmla="*/ 0 h 220"/>
              <a:gd name="T4" fmla="*/ 0 w 125"/>
              <a:gd name="T5" fmla="*/ 14 h 220"/>
              <a:gd name="T6" fmla="*/ 0 w 125"/>
              <a:gd name="T7" fmla="*/ 206 h 220"/>
              <a:gd name="T8" fmla="*/ 14 w 125"/>
              <a:gd name="T9" fmla="*/ 220 h 220"/>
              <a:gd name="T10" fmla="*/ 112 w 125"/>
              <a:gd name="T11" fmla="*/ 220 h 220"/>
              <a:gd name="T12" fmla="*/ 125 w 125"/>
              <a:gd name="T13" fmla="*/ 206 h 220"/>
              <a:gd name="T14" fmla="*/ 125 w 125"/>
              <a:gd name="T15" fmla="*/ 14 h 220"/>
              <a:gd name="T16" fmla="*/ 112 w 125"/>
              <a:gd name="T17" fmla="*/ 0 h 220"/>
              <a:gd name="T18" fmla="*/ 42 w 125"/>
              <a:gd name="T19" fmla="*/ 16 h 220"/>
              <a:gd name="T20" fmla="*/ 83 w 125"/>
              <a:gd name="T21" fmla="*/ 16 h 220"/>
              <a:gd name="T22" fmla="*/ 83 w 125"/>
              <a:gd name="T23" fmla="*/ 20 h 220"/>
              <a:gd name="T24" fmla="*/ 42 w 125"/>
              <a:gd name="T25" fmla="*/ 20 h 220"/>
              <a:gd name="T26" fmla="*/ 42 w 125"/>
              <a:gd name="T27" fmla="*/ 16 h 220"/>
              <a:gd name="T28" fmla="*/ 63 w 125"/>
              <a:gd name="T29" fmla="*/ 211 h 220"/>
              <a:gd name="T30" fmla="*/ 55 w 125"/>
              <a:gd name="T31" fmla="*/ 204 h 220"/>
              <a:gd name="T32" fmla="*/ 63 w 125"/>
              <a:gd name="T33" fmla="*/ 196 h 220"/>
              <a:gd name="T34" fmla="*/ 71 w 125"/>
              <a:gd name="T35" fmla="*/ 204 h 220"/>
              <a:gd name="T36" fmla="*/ 63 w 125"/>
              <a:gd name="T37" fmla="*/ 211 h 220"/>
              <a:gd name="T38" fmla="*/ 116 w 125"/>
              <a:gd name="T39" fmla="*/ 184 h 220"/>
              <a:gd name="T40" fmla="*/ 10 w 125"/>
              <a:gd name="T41" fmla="*/ 184 h 220"/>
              <a:gd name="T42" fmla="*/ 10 w 125"/>
              <a:gd name="T43" fmla="*/ 35 h 220"/>
              <a:gd name="T44" fmla="*/ 116 w 125"/>
              <a:gd name="T45" fmla="*/ 35 h 220"/>
              <a:gd name="T46" fmla="*/ 116 w 125"/>
              <a:gd name="T47" fmla="*/ 184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5" h="220">
                <a:moveTo>
                  <a:pt x="112" y="0"/>
                </a:moveTo>
                <a:cubicBezTo>
                  <a:pt x="14" y="0"/>
                  <a:pt x="14" y="0"/>
                  <a:pt x="14" y="0"/>
                </a:cubicBezTo>
                <a:cubicBezTo>
                  <a:pt x="6" y="0"/>
                  <a:pt x="0" y="7"/>
                  <a:pt x="0" y="14"/>
                </a:cubicBezTo>
                <a:cubicBezTo>
                  <a:pt x="0" y="206"/>
                  <a:pt x="0" y="206"/>
                  <a:pt x="0" y="206"/>
                </a:cubicBezTo>
                <a:cubicBezTo>
                  <a:pt x="0" y="214"/>
                  <a:pt x="6" y="220"/>
                  <a:pt x="14" y="220"/>
                </a:cubicBezTo>
                <a:cubicBezTo>
                  <a:pt x="112" y="220"/>
                  <a:pt x="112" y="220"/>
                  <a:pt x="112" y="220"/>
                </a:cubicBezTo>
                <a:cubicBezTo>
                  <a:pt x="119" y="220"/>
                  <a:pt x="125" y="214"/>
                  <a:pt x="125" y="206"/>
                </a:cubicBezTo>
                <a:cubicBezTo>
                  <a:pt x="125" y="14"/>
                  <a:pt x="125" y="14"/>
                  <a:pt x="125" y="14"/>
                </a:cubicBezTo>
                <a:cubicBezTo>
                  <a:pt x="125" y="7"/>
                  <a:pt x="119" y="0"/>
                  <a:pt x="112" y="0"/>
                </a:cubicBezTo>
                <a:close/>
                <a:moveTo>
                  <a:pt x="42" y="16"/>
                </a:moveTo>
                <a:cubicBezTo>
                  <a:pt x="83" y="16"/>
                  <a:pt x="83" y="16"/>
                  <a:pt x="83" y="16"/>
                </a:cubicBezTo>
                <a:cubicBezTo>
                  <a:pt x="83" y="20"/>
                  <a:pt x="83" y="20"/>
                  <a:pt x="83" y="20"/>
                </a:cubicBezTo>
                <a:cubicBezTo>
                  <a:pt x="42" y="20"/>
                  <a:pt x="42" y="20"/>
                  <a:pt x="42" y="20"/>
                </a:cubicBezTo>
                <a:lnTo>
                  <a:pt x="42" y="16"/>
                </a:lnTo>
                <a:close/>
                <a:moveTo>
                  <a:pt x="63" y="211"/>
                </a:moveTo>
                <a:cubicBezTo>
                  <a:pt x="58" y="211"/>
                  <a:pt x="55" y="208"/>
                  <a:pt x="55" y="204"/>
                </a:cubicBezTo>
                <a:cubicBezTo>
                  <a:pt x="55" y="199"/>
                  <a:pt x="58" y="196"/>
                  <a:pt x="63" y="196"/>
                </a:cubicBezTo>
                <a:cubicBezTo>
                  <a:pt x="67" y="196"/>
                  <a:pt x="71" y="199"/>
                  <a:pt x="71" y="204"/>
                </a:cubicBezTo>
                <a:cubicBezTo>
                  <a:pt x="71" y="208"/>
                  <a:pt x="67" y="211"/>
                  <a:pt x="63" y="211"/>
                </a:cubicBezTo>
                <a:close/>
                <a:moveTo>
                  <a:pt x="116" y="184"/>
                </a:moveTo>
                <a:cubicBezTo>
                  <a:pt x="10" y="184"/>
                  <a:pt x="10" y="184"/>
                  <a:pt x="10" y="184"/>
                </a:cubicBezTo>
                <a:cubicBezTo>
                  <a:pt x="10" y="35"/>
                  <a:pt x="10" y="35"/>
                  <a:pt x="10" y="35"/>
                </a:cubicBezTo>
                <a:cubicBezTo>
                  <a:pt x="116" y="35"/>
                  <a:pt x="116" y="35"/>
                  <a:pt x="116" y="35"/>
                </a:cubicBezTo>
                <a:lnTo>
                  <a:pt x="116" y="184"/>
                </a:lnTo>
                <a:close/>
              </a:path>
            </a:pathLst>
          </a:custGeom>
          <a:solidFill>
            <a:srgbClr val="5B59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文本框 54"/>
          <p:cNvSpPr txBox="1"/>
          <p:nvPr/>
        </p:nvSpPr>
        <p:spPr>
          <a:xfrm>
            <a:off x="5323738" y="1884649"/>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56" name="文本框 55"/>
          <p:cNvSpPr txBox="1"/>
          <p:nvPr/>
        </p:nvSpPr>
        <p:spPr>
          <a:xfrm>
            <a:off x="1741733" y="1884649"/>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57" name="文本框 56"/>
          <p:cNvSpPr txBox="1"/>
          <p:nvPr/>
        </p:nvSpPr>
        <p:spPr>
          <a:xfrm>
            <a:off x="245189" y="2865505"/>
            <a:ext cx="1172116" cy="707886"/>
          </a:xfrm>
          <a:prstGeom prst="rect">
            <a:avLst/>
          </a:prstGeom>
          <a:noFill/>
        </p:spPr>
        <p:txBody>
          <a:bodyPr wrap="none" rtlCol="0">
            <a:spAutoFit/>
          </a:bodyPr>
          <a:lstStyle/>
          <a:p>
            <a:r>
              <a:rPr lang="en-US" altLang="zh-CN" sz="4000" dirty="0">
                <a:solidFill>
                  <a:srgbClr val="35AAB6"/>
                </a:solidFill>
                <a:latin typeface="Impact" panose="020B0806030902050204" pitchFamily="34" charset="0"/>
              </a:rPr>
              <a:t>2012</a:t>
            </a:r>
            <a:endParaRPr lang="zh-CN" altLang="en-US" sz="4000" dirty="0">
              <a:solidFill>
                <a:srgbClr val="35AAB6"/>
              </a:solidFill>
              <a:latin typeface="Impact" panose="020B0806030902050204" pitchFamily="34" charset="0"/>
            </a:endParaRPr>
          </a:p>
        </p:txBody>
      </p:sp>
      <p:sp>
        <p:nvSpPr>
          <p:cNvPr id="58" name="文本框 57"/>
          <p:cNvSpPr txBox="1"/>
          <p:nvPr/>
        </p:nvSpPr>
        <p:spPr>
          <a:xfrm>
            <a:off x="1974681" y="3595272"/>
            <a:ext cx="1186543" cy="707886"/>
          </a:xfrm>
          <a:prstGeom prst="rect">
            <a:avLst/>
          </a:prstGeom>
          <a:noFill/>
        </p:spPr>
        <p:txBody>
          <a:bodyPr wrap="none" rtlCol="0">
            <a:spAutoFit/>
          </a:bodyPr>
          <a:lstStyle/>
          <a:p>
            <a:r>
              <a:rPr lang="en-US" altLang="zh-CN" sz="4000" dirty="0">
                <a:solidFill>
                  <a:srgbClr val="C93A18"/>
                </a:solidFill>
                <a:latin typeface="Impact" panose="020B0806030902050204" pitchFamily="34" charset="0"/>
              </a:rPr>
              <a:t>2013</a:t>
            </a:r>
            <a:endParaRPr lang="zh-CN" altLang="en-US" sz="4000" dirty="0">
              <a:solidFill>
                <a:srgbClr val="C93A18"/>
              </a:solidFill>
              <a:latin typeface="Impact" panose="020B0806030902050204" pitchFamily="34" charset="0"/>
            </a:endParaRPr>
          </a:p>
        </p:txBody>
      </p:sp>
      <p:sp>
        <p:nvSpPr>
          <p:cNvPr id="59" name="文本框 58"/>
          <p:cNvSpPr txBox="1"/>
          <p:nvPr/>
        </p:nvSpPr>
        <p:spPr>
          <a:xfrm>
            <a:off x="3828901" y="2865505"/>
            <a:ext cx="1170513" cy="707886"/>
          </a:xfrm>
          <a:prstGeom prst="rect">
            <a:avLst/>
          </a:prstGeom>
          <a:noFill/>
        </p:spPr>
        <p:txBody>
          <a:bodyPr wrap="none" rtlCol="0">
            <a:spAutoFit/>
          </a:bodyPr>
          <a:lstStyle/>
          <a:p>
            <a:r>
              <a:rPr lang="en-US" altLang="zh-CN" sz="4000" dirty="0">
                <a:solidFill>
                  <a:srgbClr val="E99000"/>
                </a:solidFill>
                <a:latin typeface="Impact" panose="020B0806030902050204" pitchFamily="34" charset="0"/>
              </a:rPr>
              <a:t>2014</a:t>
            </a:r>
            <a:endParaRPr lang="zh-CN" altLang="en-US" sz="4000" dirty="0">
              <a:solidFill>
                <a:srgbClr val="E99000"/>
              </a:solidFill>
              <a:latin typeface="Impact" panose="020B0806030902050204" pitchFamily="34" charset="0"/>
            </a:endParaRPr>
          </a:p>
        </p:txBody>
      </p:sp>
      <p:sp>
        <p:nvSpPr>
          <p:cNvPr id="60" name="文本框 59"/>
          <p:cNvSpPr txBox="1"/>
          <p:nvPr/>
        </p:nvSpPr>
        <p:spPr>
          <a:xfrm>
            <a:off x="5526547" y="3595272"/>
            <a:ext cx="1189749" cy="707886"/>
          </a:xfrm>
          <a:prstGeom prst="rect">
            <a:avLst/>
          </a:prstGeom>
          <a:noFill/>
        </p:spPr>
        <p:txBody>
          <a:bodyPr wrap="none" rtlCol="0">
            <a:spAutoFit/>
          </a:bodyPr>
          <a:lstStyle/>
          <a:p>
            <a:r>
              <a:rPr lang="en-US" altLang="zh-CN" sz="4000" dirty="0">
                <a:solidFill>
                  <a:srgbClr val="C7CC34"/>
                </a:solidFill>
                <a:latin typeface="Impact" panose="020B0806030902050204" pitchFamily="34" charset="0"/>
              </a:rPr>
              <a:t>2015</a:t>
            </a:r>
            <a:endParaRPr lang="zh-CN" altLang="en-US" sz="4000" dirty="0">
              <a:solidFill>
                <a:srgbClr val="C7CC34"/>
              </a:solidFill>
              <a:latin typeface="Impact" panose="020B0806030902050204" pitchFamily="34" charset="0"/>
            </a:endParaRPr>
          </a:p>
        </p:txBody>
      </p:sp>
      <p:sp>
        <p:nvSpPr>
          <p:cNvPr id="61" name="文本框 60"/>
          <p:cNvSpPr txBox="1"/>
          <p:nvPr/>
        </p:nvSpPr>
        <p:spPr>
          <a:xfrm>
            <a:off x="7239746" y="2865505"/>
            <a:ext cx="1191352" cy="707886"/>
          </a:xfrm>
          <a:prstGeom prst="rect">
            <a:avLst/>
          </a:prstGeom>
          <a:noFill/>
        </p:spPr>
        <p:txBody>
          <a:bodyPr wrap="none" rtlCol="0">
            <a:spAutoFit/>
          </a:bodyPr>
          <a:lstStyle/>
          <a:p>
            <a:r>
              <a:rPr lang="en-US" altLang="zh-CN" sz="4000" dirty="0">
                <a:solidFill>
                  <a:srgbClr val="5B5953"/>
                </a:solidFill>
                <a:latin typeface="Impact" panose="020B0806030902050204" pitchFamily="34" charset="0"/>
              </a:rPr>
              <a:t>2016</a:t>
            </a:r>
            <a:endParaRPr lang="zh-CN" altLang="en-US" sz="4000" dirty="0">
              <a:solidFill>
                <a:srgbClr val="5B5953"/>
              </a:solidFill>
              <a:latin typeface="Impact" panose="020B0806030902050204" pitchFamily="34" charset="0"/>
            </a:endParaRPr>
          </a:p>
        </p:txBody>
      </p:sp>
      <p:sp>
        <p:nvSpPr>
          <p:cNvPr id="62" name="文本框 61"/>
          <p:cNvSpPr txBox="1"/>
          <p:nvPr/>
        </p:nvSpPr>
        <p:spPr>
          <a:xfrm>
            <a:off x="8910592" y="1884649"/>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63" name="文本框 62"/>
          <p:cNvSpPr txBox="1"/>
          <p:nvPr/>
        </p:nvSpPr>
        <p:spPr>
          <a:xfrm>
            <a:off x="3599533" y="4319018"/>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88" name="文本框 87"/>
          <p:cNvSpPr txBox="1"/>
          <p:nvPr/>
        </p:nvSpPr>
        <p:spPr>
          <a:xfrm>
            <a:off x="7186387" y="4319018"/>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43" name="矩形 42"/>
          <p:cNvSpPr/>
          <p:nvPr/>
        </p:nvSpPr>
        <p:spPr>
          <a:xfrm>
            <a:off x="1120462" y="5593097"/>
            <a:ext cx="9982915" cy="412421"/>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添加内容添加内容添加内容添加内容添加内容添加内容添加内容添加内容添加内容添加内容添加内容</a:t>
            </a:r>
          </a:p>
        </p:txBody>
      </p:sp>
      <p:sp>
        <p:nvSpPr>
          <p:cNvPr id="45" name="矩形 39"/>
          <p:cNvSpPr/>
          <p:nvPr/>
        </p:nvSpPr>
        <p:spPr>
          <a:xfrm>
            <a:off x="0" y="203088"/>
            <a:ext cx="1261884" cy="523220"/>
          </a:xfrm>
          <a:prstGeom prst="rect">
            <a:avLst/>
          </a:prstGeom>
          <a:noFill/>
        </p:spPr>
        <p:txBody>
          <a:bodyPr wrap="none" rtlCol="0">
            <a:spAutoFit/>
          </a:bodyPr>
          <a:lstStyle/>
          <a:p>
            <a:r>
              <a:rPr lang="zh-CN" altLang="en-US" sz="2800" b="1" dirty="0">
                <a:solidFill>
                  <a:schemeClr val="tx1">
                    <a:lumMod val="65000"/>
                    <a:lumOff val="35000"/>
                  </a:schemeClr>
                </a:solidFill>
              </a:rPr>
              <a:t>时间线</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3756556358"/>
      </p:ext>
    </p:extLst>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9"/>
          <p:cNvSpPr>
            <a:spLocks noChangeArrowheads="1"/>
          </p:cNvSpPr>
          <p:nvPr/>
        </p:nvSpPr>
        <p:spPr bwMode="auto">
          <a:xfrm>
            <a:off x="1363662" y="3481965"/>
            <a:ext cx="9528175" cy="30163"/>
          </a:xfrm>
          <a:prstGeom prst="rect">
            <a:avLst/>
          </a:prstGeom>
          <a:solidFill>
            <a:srgbClr val="036EB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10"/>
          <p:cNvSpPr>
            <a:spLocks/>
          </p:cNvSpPr>
          <p:nvPr/>
        </p:nvSpPr>
        <p:spPr bwMode="auto">
          <a:xfrm>
            <a:off x="1096962" y="3426402"/>
            <a:ext cx="420687" cy="127000"/>
          </a:xfrm>
          <a:custGeom>
            <a:avLst/>
            <a:gdLst>
              <a:gd name="T0" fmla="*/ 100 w 112"/>
              <a:gd name="T1" fmla="*/ 17 h 34"/>
              <a:gd name="T2" fmla="*/ 34 w 112"/>
              <a:gd name="T3" fmla="*/ 34 h 34"/>
              <a:gd name="T4" fmla="*/ 12 w 112"/>
              <a:gd name="T5" fmla="*/ 17 h 34"/>
              <a:gd name="T6" fmla="*/ 79 w 112"/>
              <a:gd name="T7" fmla="*/ 0 h 34"/>
              <a:gd name="T8" fmla="*/ 100 w 112"/>
              <a:gd name="T9" fmla="*/ 17 h 34"/>
            </a:gdLst>
            <a:ahLst/>
            <a:cxnLst>
              <a:cxn ang="0">
                <a:pos x="T0" y="T1"/>
              </a:cxn>
              <a:cxn ang="0">
                <a:pos x="T2" y="T3"/>
              </a:cxn>
              <a:cxn ang="0">
                <a:pos x="T4" y="T5"/>
              </a:cxn>
              <a:cxn ang="0">
                <a:pos x="T6" y="T7"/>
              </a:cxn>
              <a:cxn ang="0">
                <a:pos x="T8" y="T9"/>
              </a:cxn>
            </a:cxnLst>
            <a:rect l="0" t="0" r="r" b="b"/>
            <a:pathLst>
              <a:path w="112" h="34">
                <a:moveTo>
                  <a:pt x="100" y="17"/>
                </a:moveTo>
                <a:cubicBezTo>
                  <a:pt x="88" y="26"/>
                  <a:pt x="58" y="34"/>
                  <a:pt x="34" y="34"/>
                </a:cubicBezTo>
                <a:cubicBezTo>
                  <a:pt x="10" y="34"/>
                  <a:pt x="0" y="26"/>
                  <a:pt x="12" y="17"/>
                </a:cubicBezTo>
                <a:cubicBezTo>
                  <a:pt x="25" y="8"/>
                  <a:pt x="54" y="0"/>
                  <a:pt x="79" y="0"/>
                </a:cubicBezTo>
                <a:cubicBezTo>
                  <a:pt x="103" y="0"/>
                  <a:pt x="112" y="8"/>
                  <a:pt x="100" y="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1"/>
          <p:cNvSpPr>
            <a:spLocks noEditPoints="1"/>
          </p:cNvSpPr>
          <p:nvPr/>
        </p:nvSpPr>
        <p:spPr bwMode="auto">
          <a:xfrm>
            <a:off x="1058862" y="3415290"/>
            <a:ext cx="500062" cy="150813"/>
          </a:xfrm>
          <a:custGeom>
            <a:avLst/>
            <a:gdLst>
              <a:gd name="T0" fmla="*/ 40 w 133"/>
              <a:gd name="T1" fmla="*/ 40 h 40"/>
              <a:gd name="T2" fmla="*/ 14 w 133"/>
              <a:gd name="T3" fmla="*/ 20 h 40"/>
              <a:gd name="T4" fmla="*/ 93 w 133"/>
              <a:gd name="T5" fmla="*/ 0 h 40"/>
              <a:gd name="T6" fmla="*/ 118 w 133"/>
              <a:gd name="T7" fmla="*/ 20 h 40"/>
              <a:gd name="T8" fmla="*/ 40 w 133"/>
              <a:gd name="T9" fmla="*/ 40 h 40"/>
              <a:gd name="T10" fmla="*/ 84 w 133"/>
              <a:gd name="T11" fmla="*/ 6 h 40"/>
              <a:gd name="T12" fmla="*/ 31 w 133"/>
              <a:gd name="T13" fmla="*/ 20 h 40"/>
              <a:gd name="T14" fmla="*/ 48 w 133"/>
              <a:gd name="T15" fmla="*/ 34 h 40"/>
              <a:gd name="T16" fmla="*/ 102 w 133"/>
              <a:gd name="T17" fmla="*/ 20 h 40"/>
              <a:gd name="T18" fmla="*/ 84 w 133"/>
              <a:gd name="T19"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40">
                <a:moveTo>
                  <a:pt x="40" y="40"/>
                </a:moveTo>
                <a:cubicBezTo>
                  <a:pt x="11" y="40"/>
                  <a:pt x="0" y="31"/>
                  <a:pt x="14" y="20"/>
                </a:cubicBezTo>
                <a:cubicBezTo>
                  <a:pt x="29" y="9"/>
                  <a:pt x="64" y="0"/>
                  <a:pt x="93" y="0"/>
                </a:cubicBezTo>
                <a:cubicBezTo>
                  <a:pt x="121" y="0"/>
                  <a:pt x="133" y="9"/>
                  <a:pt x="118" y="20"/>
                </a:cubicBezTo>
                <a:cubicBezTo>
                  <a:pt x="103" y="31"/>
                  <a:pt x="68" y="40"/>
                  <a:pt x="40" y="40"/>
                </a:cubicBezTo>
                <a:close/>
                <a:moveTo>
                  <a:pt x="84" y="6"/>
                </a:moveTo>
                <a:cubicBezTo>
                  <a:pt x="65" y="6"/>
                  <a:pt x="41" y="12"/>
                  <a:pt x="31" y="20"/>
                </a:cubicBezTo>
                <a:cubicBezTo>
                  <a:pt x="20" y="28"/>
                  <a:pt x="28" y="34"/>
                  <a:pt x="48" y="34"/>
                </a:cubicBezTo>
                <a:cubicBezTo>
                  <a:pt x="68" y="34"/>
                  <a:pt x="92" y="28"/>
                  <a:pt x="102" y="20"/>
                </a:cubicBezTo>
                <a:cubicBezTo>
                  <a:pt x="112" y="12"/>
                  <a:pt x="104" y="6"/>
                  <a:pt x="84" y="6"/>
                </a:cubicBezTo>
                <a:close/>
              </a:path>
            </a:pathLst>
          </a:custGeom>
          <a:solidFill>
            <a:srgbClr val="4BB4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12"/>
          <p:cNvSpPr>
            <a:spLocks/>
          </p:cNvSpPr>
          <p:nvPr/>
        </p:nvSpPr>
        <p:spPr bwMode="auto">
          <a:xfrm>
            <a:off x="1457325" y="3421640"/>
            <a:ext cx="222250" cy="147638"/>
          </a:xfrm>
          <a:custGeom>
            <a:avLst/>
            <a:gdLst>
              <a:gd name="T0" fmla="*/ 19 w 140"/>
              <a:gd name="T1" fmla="*/ 93 h 93"/>
              <a:gd name="T2" fmla="*/ 0 w 140"/>
              <a:gd name="T3" fmla="*/ 93 h 93"/>
              <a:gd name="T4" fmla="*/ 121 w 140"/>
              <a:gd name="T5" fmla="*/ 0 h 93"/>
              <a:gd name="T6" fmla="*/ 140 w 140"/>
              <a:gd name="T7" fmla="*/ 0 h 93"/>
              <a:gd name="T8" fmla="*/ 19 w 140"/>
              <a:gd name="T9" fmla="*/ 93 h 93"/>
            </a:gdLst>
            <a:ahLst/>
            <a:cxnLst>
              <a:cxn ang="0">
                <a:pos x="T0" y="T1"/>
              </a:cxn>
              <a:cxn ang="0">
                <a:pos x="T2" y="T3"/>
              </a:cxn>
              <a:cxn ang="0">
                <a:pos x="T4" y="T5"/>
              </a:cxn>
              <a:cxn ang="0">
                <a:pos x="T6" y="T7"/>
              </a:cxn>
              <a:cxn ang="0">
                <a:pos x="T8" y="T9"/>
              </a:cxn>
            </a:cxnLst>
            <a:rect l="0" t="0" r="r" b="b"/>
            <a:pathLst>
              <a:path w="140" h="93">
                <a:moveTo>
                  <a:pt x="19" y="93"/>
                </a:moveTo>
                <a:lnTo>
                  <a:pt x="0" y="93"/>
                </a:lnTo>
                <a:lnTo>
                  <a:pt x="121" y="0"/>
                </a:lnTo>
                <a:lnTo>
                  <a:pt x="140" y="0"/>
                </a:lnTo>
                <a:lnTo>
                  <a:pt x="19" y="93"/>
                </a:lnTo>
                <a:close/>
              </a:path>
            </a:pathLst>
          </a:custGeom>
          <a:solidFill>
            <a:srgbClr val="9E9E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3"/>
          <p:cNvSpPr>
            <a:spLocks/>
          </p:cNvSpPr>
          <p:nvPr/>
        </p:nvSpPr>
        <p:spPr bwMode="auto">
          <a:xfrm>
            <a:off x="1720850" y="3421640"/>
            <a:ext cx="217487" cy="147638"/>
          </a:xfrm>
          <a:custGeom>
            <a:avLst/>
            <a:gdLst>
              <a:gd name="T0" fmla="*/ 16 w 137"/>
              <a:gd name="T1" fmla="*/ 93 h 93"/>
              <a:gd name="T2" fmla="*/ 0 w 137"/>
              <a:gd name="T3" fmla="*/ 93 h 93"/>
              <a:gd name="T4" fmla="*/ 120 w 137"/>
              <a:gd name="T5" fmla="*/ 0 h 93"/>
              <a:gd name="T6" fmla="*/ 137 w 137"/>
              <a:gd name="T7" fmla="*/ 0 h 93"/>
              <a:gd name="T8" fmla="*/ 16 w 137"/>
              <a:gd name="T9" fmla="*/ 93 h 93"/>
            </a:gdLst>
            <a:ahLst/>
            <a:cxnLst>
              <a:cxn ang="0">
                <a:pos x="T0" y="T1"/>
              </a:cxn>
              <a:cxn ang="0">
                <a:pos x="T2" y="T3"/>
              </a:cxn>
              <a:cxn ang="0">
                <a:pos x="T4" y="T5"/>
              </a:cxn>
              <a:cxn ang="0">
                <a:pos x="T6" y="T7"/>
              </a:cxn>
              <a:cxn ang="0">
                <a:pos x="T8" y="T9"/>
              </a:cxn>
            </a:cxnLst>
            <a:rect l="0" t="0" r="r" b="b"/>
            <a:pathLst>
              <a:path w="137" h="93">
                <a:moveTo>
                  <a:pt x="16" y="93"/>
                </a:moveTo>
                <a:lnTo>
                  <a:pt x="0" y="93"/>
                </a:lnTo>
                <a:lnTo>
                  <a:pt x="120" y="0"/>
                </a:lnTo>
                <a:lnTo>
                  <a:pt x="137" y="0"/>
                </a:lnTo>
                <a:lnTo>
                  <a:pt x="16" y="93"/>
                </a:lnTo>
                <a:close/>
              </a:path>
            </a:pathLst>
          </a:custGeom>
          <a:solidFill>
            <a:srgbClr val="9E9E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4"/>
          <p:cNvSpPr>
            <a:spLocks/>
          </p:cNvSpPr>
          <p:nvPr/>
        </p:nvSpPr>
        <p:spPr bwMode="auto">
          <a:xfrm>
            <a:off x="1979612" y="3421640"/>
            <a:ext cx="217487" cy="147638"/>
          </a:xfrm>
          <a:custGeom>
            <a:avLst/>
            <a:gdLst>
              <a:gd name="T0" fmla="*/ 19 w 137"/>
              <a:gd name="T1" fmla="*/ 93 h 93"/>
              <a:gd name="T2" fmla="*/ 0 w 137"/>
              <a:gd name="T3" fmla="*/ 93 h 93"/>
              <a:gd name="T4" fmla="*/ 120 w 137"/>
              <a:gd name="T5" fmla="*/ 0 h 93"/>
              <a:gd name="T6" fmla="*/ 137 w 137"/>
              <a:gd name="T7" fmla="*/ 0 h 93"/>
              <a:gd name="T8" fmla="*/ 19 w 137"/>
              <a:gd name="T9" fmla="*/ 93 h 93"/>
            </a:gdLst>
            <a:ahLst/>
            <a:cxnLst>
              <a:cxn ang="0">
                <a:pos x="T0" y="T1"/>
              </a:cxn>
              <a:cxn ang="0">
                <a:pos x="T2" y="T3"/>
              </a:cxn>
              <a:cxn ang="0">
                <a:pos x="T4" y="T5"/>
              </a:cxn>
              <a:cxn ang="0">
                <a:pos x="T6" y="T7"/>
              </a:cxn>
              <a:cxn ang="0">
                <a:pos x="T8" y="T9"/>
              </a:cxn>
            </a:cxnLst>
            <a:rect l="0" t="0" r="r" b="b"/>
            <a:pathLst>
              <a:path w="137" h="93">
                <a:moveTo>
                  <a:pt x="19" y="93"/>
                </a:moveTo>
                <a:lnTo>
                  <a:pt x="0" y="93"/>
                </a:lnTo>
                <a:lnTo>
                  <a:pt x="120" y="0"/>
                </a:lnTo>
                <a:lnTo>
                  <a:pt x="137" y="0"/>
                </a:lnTo>
                <a:lnTo>
                  <a:pt x="19" y="93"/>
                </a:lnTo>
                <a:close/>
              </a:path>
            </a:pathLst>
          </a:custGeom>
          <a:solidFill>
            <a:srgbClr val="9E9E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5"/>
          <p:cNvSpPr>
            <a:spLocks/>
          </p:cNvSpPr>
          <p:nvPr/>
        </p:nvSpPr>
        <p:spPr bwMode="auto">
          <a:xfrm>
            <a:off x="2238375" y="3421640"/>
            <a:ext cx="220662" cy="147638"/>
          </a:xfrm>
          <a:custGeom>
            <a:avLst/>
            <a:gdLst>
              <a:gd name="T0" fmla="*/ 19 w 139"/>
              <a:gd name="T1" fmla="*/ 93 h 93"/>
              <a:gd name="T2" fmla="*/ 0 w 139"/>
              <a:gd name="T3" fmla="*/ 93 h 93"/>
              <a:gd name="T4" fmla="*/ 121 w 139"/>
              <a:gd name="T5" fmla="*/ 0 h 93"/>
              <a:gd name="T6" fmla="*/ 139 w 139"/>
              <a:gd name="T7" fmla="*/ 0 h 93"/>
              <a:gd name="T8" fmla="*/ 19 w 139"/>
              <a:gd name="T9" fmla="*/ 93 h 93"/>
            </a:gdLst>
            <a:ahLst/>
            <a:cxnLst>
              <a:cxn ang="0">
                <a:pos x="T0" y="T1"/>
              </a:cxn>
              <a:cxn ang="0">
                <a:pos x="T2" y="T3"/>
              </a:cxn>
              <a:cxn ang="0">
                <a:pos x="T4" y="T5"/>
              </a:cxn>
              <a:cxn ang="0">
                <a:pos x="T6" y="T7"/>
              </a:cxn>
              <a:cxn ang="0">
                <a:pos x="T8" y="T9"/>
              </a:cxn>
            </a:cxnLst>
            <a:rect l="0" t="0" r="r" b="b"/>
            <a:pathLst>
              <a:path w="139" h="93">
                <a:moveTo>
                  <a:pt x="19" y="93"/>
                </a:moveTo>
                <a:lnTo>
                  <a:pt x="0" y="93"/>
                </a:lnTo>
                <a:lnTo>
                  <a:pt x="121" y="0"/>
                </a:lnTo>
                <a:lnTo>
                  <a:pt x="139" y="0"/>
                </a:lnTo>
                <a:lnTo>
                  <a:pt x="19" y="93"/>
                </a:lnTo>
                <a:close/>
              </a:path>
            </a:pathLst>
          </a:custGeom>
          <a:solidFill>
            <a:srgbClr val="9E9E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6"/>
          <p:cNvSpPr>
            <a:spLocks/>
          </p:cNvSpPr>
          <p:nvPr/>
        </p:nvSpPr>
        <p:spPr bwMode="auto">
          <a:xfrm>
            <a:off x="2459037" y="3426402"/>
            <a:ext cx="420687" cy="127000"/>
          </a:xfrm>
          <a:custGeom>
            <a:avLst/>
            <a:gdLst>
              <a:gd name="T0" fmla="*/ 100 w 112"/>
              <a:gd name="T1" fmla="*/ 17 h 34"/>
              <a:gd name="T2" fmla="*/ 34 w 112"/>
              <a:gd name="T3" fmla="*/ 34 h 34"/>
              <a:gd name="T4" fmla="*/ 12 w 112"/>
              <a:gd name="T5" fmla="*/ 17 h 34"/>
              <a:gd name="T6" fmla="*/ 78 w 112"/>
              <a:gd name="T7" fmla="*/ 0 h 34"/>
              <a:gd name="T8" fmla="*/ 100 w 112"/>
              <a:gd name="T9" fmla="*/ 17 h 34"/>
            </a:gdLst>
            <a:ahLst/>
            <a:cxnLst>
              <a:cxn ang="0">
                <a:pos x="T0" y="T1"/>
              </a:cxn>
              <a:cxn ang="0">
                <a:pos x="T2" y="T3"/>
              </a:cxn>
              <a:cxn ang="0">
                <a:pos x="T4" y="T5"/>
              </a:cxn>
              <a:cxn ang="0">
                <a:pos x="T6" y="T7"/>
              </a:cxn>
              <a:cxn ang="0">
                <a:pos x="T8" y="T9"/>
              </a:cxn>
            </a:cxnLst>
            <a:rect l="0" t="0" r="r" b="b"/>
            <a:pathLst>
              <a:path w="112" h="34">
                <a:moveTo>
                  <a:pt x="100" y="17"/>
                </a:moveTo>
                <a:cubicBezTo>
                  <a:pt x="87" y="26"/>
                  <a:pt x="58" y="34"/>
                  <a:pt x="34" y="34"/>
                </a:cubicBezTo>
                <a:cubicBezTo>
                  <a:pt x="9" y="34"/>
                  <a:pt x="0" y="26"/>
                  <a:pt x="12" y="17"/>
                </a:cubicBezTo>
                <a:cubicBezTo>
                  <a:pt x="24" y="8"/>
                  <a:pt x="54" y="0"/>
                  <a:pt x="78" y="0"/>
                </a:cubicBezTo>
                <a:cubicBezTo>
                  <a:pt x="102" y="0"/>
                  <a:pt x="112" y="8"/>
                  <a:pt x="100" y="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7"/>
          <p:cNvSpPr>
            <a:spLocks noEditPoints="1"/>
          </p:cNvSpPr>
          <p:nvPr/>
        </p:nvSpPr>
        <p:spPr bwMode="auto">
          <a:xfrm>
            <a:off x="2417762" y="3415290"/>
            <a:ext cx="500062" cy="150813"/>
          </a:xfrm>
          <a:custGeom>
            <a:avLst/>
            <a:gdLst>
              <a:gd name="T0" fmla="*/ 40 w 133"/>
              <a:gd name="T1" fmla="*/ 40 h 40"/>
              <a:gd name="T2" fmla="*/ 15 w 133"/>
              <a:gd name="T3" fmla="*/ 20 h 40"/>
              <a:gd name="T4" fmla="*/ 93 w 133"/>
              <a:gd name="T5" fmla="*/ 0 h 40"/>
              <a:gd name="T6" fmla="*/ 119 w 133"/>
              <a:gd name="T7" fmla="*/ 20 h 40"/>
              <a:gd name="T8" fmla="*/ 40 w 133"/>
              <a:gd name="T9" fmla="*/ 40 h 40"/>
              <a:gd name="T10" fmla="*/ 85 w 133"/>
              <a:gd name="T11" fmla="*/ 6 h 40"/>
              <a:gd name="T12" fmla="*/ 31 w 133"/>
              <a:gd name="T13" fmla="*/ 20 h 40"/>
              <a:gd name="T14" fmla="*/ 49 w 133"/>
              <a:gd name="T15" fmla="*/ 34 h 40"/>
              <a:gd name="T16" fmla="*/ 103 w 133"/>
              <a:gd name="T17" fmla="*/ 20 h 40"/>
              <a:gd name="T18" fmla="*/ 85 w 133"/>
              <a:gd name="T19"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40">
                <a:moveTo>
                  <a:pt x="40" y="40"/>
                </a:moveTo>
                <a:cubicBezTo>
                  <a:pt x="12" y="40"/>
                  <a:pt x="0" y="31"/>
                  <a:pt x="15" y="20"/>
                </a:cubicBezTo>
                <a:cubicBezTo>
                  <a:pt x="30" y="9"/>
                  <a:pt x="65" y="0"/>
                  <a:pt x="93" y="0"/>
                </a:cubicBezTo>
                <a:cubicBezTo>
                  <a:pt x="122" y="0"/>
                  <a:pt x="133" y="9"/>
                  <a:pt x="119" y="20"/>
                </a:cubicBezTo>
                <a:cubicBezTo>
                  <a:pt x="104" y="31"/>
                  <a:pt x="69" y="40"/>
                  <a:pt x="40" y="40"/>
                </a:cubicBezTo>
                <a:close/>
                <a:moveTo>
                  <a:pt x="85" y="6"/>
                </a:moveTo>
                <a:cubicBezTo>
                  <a:pt x="65" y="6"/>
                  <a:pt x="41" y="12"/>
                  <a:pt x="31" y="20"/>
                </a:cubicBezTo>
                <a:cubicBezTo>
                  <a:pt x="21" y="28"/>
                  <a:pt x="29" y="34"/>
                  <a:pt x="49" y="34"/>
                </a:cubicBezTo>
                <a:cubicBezTo>
                  <a:pt x="68" y="34"/>
                  <a:pt x="93" y="28"/>
                  <a:pt x="103" y="20"/>
                </a:cubicBezTo>
                <a:cubicBezTo>
                  <a:pt x="113" y="12"/>
                  <a:pt x="105" y="6"/>
                  <a:pt x="85" y="6"/>
                </a:cubicBezTo>
                <a:close/>
              </a:path>
            </a:pathLst>
          </a:custGeom>
          <a:solidFill>
            <a:srgbClr val="5EC6D3"/>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 name="Freeform 18"/>
          <p:cNvSpPr>
            <a:spLocks/>
          </p:cNvSpPr>
          <p:nvPr/>
        </p:nvSpPr>
        <p:spPr bwMode="auto">
          <a:xfrm>
            <a:off x="2820987" y="3421640"/>
            <a:ext cx="220662" cy="147638"/>
          </a:xfrm>
          <a:custGeom>
            <a:avLst/>
            <a:gdLst>
              <a:gd name="T0" fmla="*/ 18 w 139"/>
              <a:gd name="T1" fmla="*/ 93 h 93"/>
              <a:gd name="T2" fmla="*/ 0 w 139"/>
              <a:gd name="T3" fmla="*/ 93 h 93"/>
              <a:gd name="T4" fmla="*/ 120 w 139"/>
              <a:gd name="T5" fmla="*/ 0 h 93"/>
              <a:gd name="T6" fmla="*/ 139 w 139"/>
              <a:gd name="T7" fmla="*/ 0 h 93"/>
              <a:gd name="T8" fmla="*/ 18 w 139"/>
              <a:gd name="T9" fmla="*/ 93 h 93"/>
            </a:gdLst>
            <a:ahLst/>
            <a:cxnLst>
              <a:cxn ang="0">
                <a:pos x="T0" y="T1"/>
              </a:cxn>
              <a:cxn ang="0">
                <a:pos x="T2" y="T3"/>
              </a:cxn>
              <a:cxn ang="0">
                <a:pos x="T4" y="T5"/>
              </a:cxn>
              <a:cxn ang="0">
                <a:pos x="T6" y="T7"/>
              </a:cxn>
              <a:cxn ang="0">
                <a:pos x="T8" y="T9"/>
              </a:cxn>
            </a:cxnLst>
            <a:rect l="0" t="0" r="r" b="b"/>
            <a:pathLst>
              <a:path w="139" h="93">
                <a:moveTo>
                  <a:pt x="18" y="93"/>
                </a:moveTo>
                <a:lnTo>
                  <a:pt x="0" y="93"/>
                </a:lnTo>
                <a:lnTo>
                  <a:pt x="120" y="0"/>
                </a:lnTo>
                <a:lnTo>
                  <a:pt x="139" y="0"/>
                </a:lnTo>
                <a:lnTo>
                  <a:pt x="18" y="93"/>
                </a:lnTo>
                <a:close/>
              </a:path>
            </a:pathLst>
          </a:custGeom>
          <a:solidFill>
            <a:srgbClr val="9E9E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9"/>
          <p:cNvSpPr>
            <a:spLocks/>
          </p:cNvSpPr>
          <p:nvPr/>
        </p:nvSpPr>
        <p:spPr bwMode="auto">
          <a:xfrm>
            <a:off x="3079750" y="3421640"/>
            <a:ext cx="220662" cy="147638"/>
          </a:xfrm>
          <a:custGeom>
            <a:avLst/>
            <a:gdLst>
              <a:gd name="T0" fmla="*/ 19 w 139"/>
              <a:gd name="T1" fmla="*/ 93 h 93"/>
              <a:gd name="T2" fmla="*/ 0 w 139"/>
              <a:gd name="T3" fmla="*/ 93 h 93"/>
              <a:gd name="T4" fmla="*/ 120 w 139"/>
              <a:gd name="T5" fmla="*/ 0 h 93"/>
              <a:gd name="T6" fmla="*/ 139 w 139"/>
              <a:gd name="T7" fmla="*/ 0 h 93"/>
              <a:gd name="T8" fmla="*/ 19 w 139"/>
              <a:gd name="T9" fmla="*/ 93 h 93"/>
            </a:gdLst>
            <a:ahLst/>
            <a:cxnLst>
              <a:cxn ang="0">
                <a:pos x="T0" y="T1"/>
              </a:cxn>
              <a:cxn ang="0">
                <a:pos x="T2" y="T3"/>
              </a:cxn>
              <a:cxn ang="0">
                <a:pos x="T4" y="T5"/>
              </a:cxn>
              <a:cxn ang="0">
                <a:pos x="T6" y="T7"/>
              </a:cxn>
              <a:cxn ang="0">
                <a:pos x="T8" y="T9"/>
              </a:cxn>
            </a:cxnLst>
            <a:rect l="0" t="0" r="r" b="b"/>
            <a:pathLst>
              <a:path w="139" h="93">
                <a:moveTo>
                  <a:pt x="19" y="93"/>
                </a:moveTo>
                <a:lnTo>
                  <a:pt x="0" y="93"/>
                </a:lnTo>
                <a:lnTo>
                  <a:pt x="120" y="0"/>
                </a:lnTo>
                <a:lnTo>
                  <a:pt x="139" y="0"/>
                </a:lnTo>
                <a:lnTo>
                  <a:pt x="19" y="93"/>
                </a:lnTo>
                <a:close/>
              </a:path>
            </a:pathLst>
          </a:custGeom>
          <a:solidFill>
            <a:srgbClr val="9E9E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20"/>
          <p:cNvSpPr>
            <a:spLocks/>
          </p:cNvSpPr>
          <p:nvPr/>
        </p:nvSpPr>
        <p:spPr bwMode="auto">
          <a:xfrm>
            <a:off x="3341687" y="3421640"/>
            <a:ext cx="217487" cy="147638"/>
          </a:xfrm>
          <a:custGeom>
            <a:avLst/>
            <a:gdLst>
              <a:gd name="T0" fmla="*/ 17 w 137"/>
              <a:gd name="T1" fmla="*/ 93 h 93"/>
              <a:gd name="T2" fmla="*/ 0 w 137"/>
              <a:gd name="T3" fmla="*/ 93 h 93"/>
              <a:gd name="T4" fmla="*/ 118 w 137"/>
              <a:gd name="T5" fmla="*/ 0 h 93"/>
              <a:gd name="T6" fmla="*/ 137 w 137"/>
              <a:gd name="T7" fmla="*/ 0 h 93"/>
              <a:gd name="T8" fmla="*/ 17 w 137"/>
              <a:gd name="T9" fmla="*/ 93 h 93"/>
            </a:gdLst>
            <a:ahLst/>
            <a:cxnLst>
              <a:cxn ang="0">
                <a:pos x="T0" y="T1"/>
              </a:cxn>
              <a:cxn ang="0">
                <a:pos x="T2" y="T3"/>
              </a:cxn>
              <a:cxn ang="0">
                <a:pos x="T4" y="T5"/>
              </a:cxn>
              <a:cxn ang="0">
                <a:pos x="T6" y="T7"/>
              </a:cxn>
              <a:cxn ang="0">
                <a:pos x="T8" y="T9"/>
              </a:cxn>
            </a:cxnLst>
            <a:rect l="0" t="0" r="r" b="b"/>
            <a:pathLst>
              <a:path w="137" h="93">
                <a:moveTo>
                  <a:pt x="17" y="93"/>
                </a:moveTo>
                <a:lnTo>
                  <a:pt x="0" y="93"/>
                </a:lnTo>
                <a:lnTo>
                  <a:pt x="118" y="0"/>
                </a:lnTo>
                <a:lnTo>
                  <a:pt x="137" y="0"/>
                </a:lnTo>
                <a:lnTo>
                  <a:pt x="17" y="93"/>
                </a:lnTo>
                <a:close/>
              </a:path>
            </a:pathLst>
          </a:custGeom>
          <a:solidFill>
            <a:srgbClr val="9E9E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21"/>
          <p:cNvSpPr>
            <a:spLocks/>
          </p:cNvSpPr>
          <p:nvPr/>
        </p:nvSpPr>
        <p:spPr bwMode="auto">
          <a:xfrm>
            <a:off x="3600450" y="3421640"/>
            <a:ext cx="219075" cy="147638"/>
          </a:xfrm>
          <a:custGeom>
            <a:avLst/>
            <a:gdLst>
              <a:gd name="T0" fmla="*/ 17 w 138"/>
              <a:gd name="T1" fmla="*/ 93 h 93"/>
              <a:gd name="T2" fmla="*/ 0 w 138"/>
              <a:gd name="T3" fmla="*/ 93 h 93"/>
              <a:gd name="T4" fmla="*/ 121 w 138"/>
              <a:gd name="T5" fmla="*/ 0 h 93"/>
              <a:gd name="T6" fmla="*/ 138 w 138"/>
              <a:gd name="T7" fmla="*/ 0 h 93"/>
              <a:gd name="T8" fmla="*/ 17 w 138"/>
              <a:gd name="T9" fmla="*/ 93 h 93"/>
            </a:gdLst>
            <a:ahLst/>
            <a:cxnLst>
              <a:cxn ang="0">
                <a:pos x="T0" y="T1"/>
              </a:cxn>
              <a:cxn ang="0">
                <a:pos x="T2" y="T3"/>
              </a:cxn>
              <a:cxn ang="0">
                <a:pos x="T4" y="T5"/>
              </a:cxn>
              <a:cxn ang="0">
                <a:pos x="T6" y="T7"/>
              </a:cxn>
              <a:cxn ang="0">
                <a:pos x="T8" y="T9"/>
              </a:cxn>
            </a:cxnLst>
            <a:rect l="0" t="0" r="r" b="b"/>
            <a:pathLst>
              <a:path w="138" h="93">
                <a:moveTo>
                  <a:pt x="17" y="93"/>
                </a:moveTo>
                <a:lnTo>
                  <a:pt x="0" y="93"/>
                </a:lnTo>
                <a:lnTo>
                  <a:pt x="121" y="0"/>
                </a:lnTo>
                <a:lnTo>
                  <a:pt x="138" y="0"/>
                </a:lnTo>
                <a:lnTo>
                  <a:pt x="17" y="93"/>
                </a:lnTo>
                <a:close/>
              </a:path>
            </a:pathLst>
          </a:custGeom>
          <a:solidFill>
            <a:srgbClr val="9E9E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22"/>
          <p:cNvSpPr>
            <a:spLocks/>
          </p:cNvSpPr>
          <p:nvPr/>
        </p:nvSpPr>
        <p:spPr bwMode="auto">
          <a:xfrm>
            <a:off x="3819525" y="3426402"/>
            <a:ext cx="423862" cy="127000"/>
          </a:xfrm>
          <a:custGeom>
            <a:avLst/>
            <a:gdLst>
              <a:gd name="T0" fmla="*/ 100 w 113"/>
              <a:gd name="T1" fmla="*/ 17 h 34"/>
              <a:gd name="T2" fmla="*/ 34 w 113"/>
              <a:gd name="T3" fmla="*/ 34 h 34"/>
              <a:gd name="T4" fmla="*/ 13 w 113"/>
              <a:gd name="T5" fmla="*/ 17 h 34"/>
              <a:gd name="T6" fmla="*/ 79 w 113"/>
              <a:gd name="T7" fmla="*/ 0 h 34"/>
              <a:gd name="T8" fmla="*/ 100 w 113"/>
              <a:gd name="T9" fmla="*/ 17 h 34"/>
            </a:gdLst>
            <a:ahLst/>
            <a:cxnLst>
              <a:cxn ang="0">
                <a:pos x="T0" y="T1"/>
              </a:cxn>
              <a:cxn ang="0">
                <a:pos x="T2" y="T3"/>
              </a:cxn>
              <a:cxn ang="0">
                <a:pos x="T4" y="T5"/>
              </a:cxn>
              <a:cxn ang="0">
                <a:pos x="T6" y="T7"/>
              </a:cxn>
              <a:cxn ang="0">
                <a:pos x="T8" y="T9"/>
              </a:cxn>
            </a:cxnLst>
            <a:rect l="0" t="0" r="r" b="b"/>
            <a:pathLst>
              <a:path w="113" h="34">
                <a:moveTo>
                  <a:pt x="100" y="17"/>
                </a:moveTo>
                <a:cubicBezTo>
                  <a:pt x="88" y="26"/>
                  <a:pt x="58" y="34"/>
                  <a:pt x="34" y="34"/>
                </a:cubicBezTo>
                <a:cubicBezTo>
                  <a:pt x="10" y="34"/>
                  <a:pt x="0" y="26"/>
                  <a:pt x="13" y="17"/>
                </a:cubicBezTo>
                <a:cubicBezTo>
                  <a:pt x="25" y="8"/>
                  <a:pt x="55" y="0"/>
                  <a:pt x="79" y="0"/>
                </a:cubicBezTo>
                <a:cubicBezTo>
                  <a:pt x="103" y="0"/>
                  <a:pt x="113" y="8"/>
                  <a:pt x="100" y="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23"/>
          <p:cNvSpPr>
            <a:spLocks noEditPoints="1"/>
          </p:cNvSpPr>
          <p:nvPr/>
        </p:nvSpPr>
        <p:spPr bwMode="auto">
          <a:xfrm>
            <a:off x="3781425" y="3415290"/>
            <a:ext cx="498475" cy="150813"/>
          </a:xfrm>
          <a:custGeom>
            <a:avLst/>
            <a:gdLst>
              <a:gd name="T0" fmla="*/ 40 w 133"/>
              <a:gd name="T1" fmla="*/ 40 h 40"/>
              <a:gd name="T2" fmla="*/ 15 w 133"/>
              <a:gd name="T3" fmla="*/ 20 h 40"/>
              <a:gd name="T4" fmla="*/ 93 w 133"/>
              <a:gd name="T5" fmla="*/ 0 h 40"/>
              <a:gd name="T6" fmla="*/ 118 w 133"/>
              <a:gd name="T7" fmla="*/ 20 h 40"/>
              <a:gd name="T8" fmla="*/ 40 w 133"/>
              <a:gd name="T9" fmla="*/ 40 h 40"/>
              <a:gd name="T10" fmla="*/ 85 w 133"/>
              <a:gd name="T11" fmla="*/ 6 h 40"/>
              <a:gd name="T12" fmla="*/ 31 w 133"/>
              <a:gd name="T13" fmla="*/ 20 h 40"/>
              <a:gd name="T14" fmla="*/ 48 w 133"/>
              <a:gd name="T15" fmla="*/ 34 h 40"/>
              <a:gd name="T16" fmla="*/ 102 w 133"/>
              <a:gd name="T17" fmla="*/ 20 h 40"/>
              <a:gd name="T18" fmla="*/ 85 w 133"/>
              <a:gd name="T19"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40">
                <a:moveTo>
                  <a:pt x="40" y="40"/>
                </a:moveTo>
                <a:cubicBezTo>
                  <a:pt x="11" y="40"/>
                  <a:pt x="0" y="31"/>
                  <a:pt x="15" y="20"/>
                </a:cubicBezTo>
                <a:cubicBezTo>
                  <a:pt x="29" y="9"/>
                  <a:pt x="64" y="0"/>
                  <a:pt x="93" y="0"/>
                </a:cubicBezTo>
                <a:cubicBezTo>
                  <a:pt x="122" y="0"/>
                  <a:pt x="133" y="9"/>
                  <a:pt x="118" y="20"/>
                </a:cubicBezTo>
                <a:cubicBezTo>
                  <a:pt x="104" y="31"/>
                  <a:pt x="69" y="40"/>
                  <a:pt x="40" y="40"/>
                </a:cubicBezTo>
                <a:close/>
                <a:moveTo>
                  <a:pt x="85" y="6"/>
                </a:moveTo>
                <a:cubicBezTo>
                  <a:pt x="65" y="6"/>
                  <a:pt x="41" y="12"/>
                  <a:pt x="31" y="20"/>
                </a:cubicBezTo>
                <a:cubicBezTo>
                  <a:pt x="21" y="28"/>
                  <a:pt x="29" y="34"/>
                  <a:pt x="48" y="34"/>
                </a:cubicBezTo>
                <a:cubicBezTo>
                  <a:pt x="68" y="34"/>
                  <a:pt x="92" y="28"/>
                  <a:pt x="102" y="20"/>
                </a:cubicBezTo>
                <a:cubicBezTo>
                  <a:pt x="112" y="12"/>
                  <a:pt x="104" y="6"/>
                  <a:pt x="85" y="6"/>
                </a:cubicBezTo>
                <a:close/>
              </a:path>
            </a:pathLst>
          </a:custGeom>
          <a:solidFill>
            <a:srgbClr val="546E7A"/>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4" name="Freeform 24"/>
          <p:cNvSpPr>
            <a:spLocks/>
          </p:cNvSpPr>
          <p:nvPr/>
        </p:nvSpPr>
        <p:spPr bwMode="auto">
          <a:xfrm>
            <a:off x="4183062" y="3421640"/>
            <a:ext cx="217487" cy="147638"/>
          </a:xfrm>
          <a:custGeom>
            <a:avLst/>
            <a:gdLst>
              <a:gd name="T0" fmla="*/ 17 w 137"/>
              <a:gd name="T1" fmla="*/ 93 h 93"/>
              <a:gd name="T2" fmla="*/ 0 w 137"/>
              <a:gd name="T3" fmla="*/ 93 h 93"/>
              <a:gd name="T4" fmla="*/ 121 w 137"/>
              <a:gd name="T5" fmla="*/ 0 h 93"/>
              <a:gd name="T6" fmla="*/ 137 w 137"/>
              <a:gd name="T7" fmla="*/ 0 h 93"/>
              <a:gd name="T8" fmla="*/ 17 w 137"/>
              <a:gd name="T9" fmla="*/ 93 h 93"/>
            </a:gdLst>
            <a:ahLst/>
            <a:cxnLst>
              <a:cxn ang="0">
                <a:pos x="T0" y="T1"/>
              </a:cxn>
              <a:cxn ang="0">
                <a:pos x="T2" y="T3"/>
              </a:cxn>
              <a:cxn ang="0">
                <a:pos x="T4" y="T5"/>
              </a:cxn>
              <a:cxn ang="0">
                <a:pos x="T6" y="T7"/>
              </a:cxn>
              <a:cxn ang="0">
                <a:pos x="T8" y="T9"/>
              </a:cxn>
            </a:cxnLst>
            <a:rect l="0" t="0" r="r" b="b"/>
            <a:pathLst>
              <a:path w="137" h="93">
                <a:moveTo>
                  <a:pt x="17" y="93"/>
                </a:moveTo>
                <a:lnTo>
                  <a:pt x="0" y="93"/>
                </a:lnTo>
                <a:lnTo>
                  <a:pt x="121" y="0"/>
                </a:lnTo>
                <a:lnTo>
                  <a:pt x="137" y="0"/>
                </a:lnTo>
                <a:lnTo>
                  <a:pt x="17" y="93"/>
                </a:lnTo>
                <a:close/>
              </a:path>
            </a:pathLst>
          </a:custGeom>
          <a:solidFill>
            <a:srgbClr val="9E9E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25"/>
          <p:cNvSpPr>
            <a:spLocks/>
          </p:cNvSpPr>
          <p:nvPr/>
        </p:nvSpPr>
        <p:spPr bwMode="auto">
          <a:xfrm>
            <a:off x="4441825" y="3421640"/>
            <a:ext cx="222250" cy="147638"/>
          </a:xfrm>
          <a:custGeom>
            <a:avLst/>
            <a:gdLst>
              <a:gd name="T0" fmla="*/ 19 w 140"/>
              <a:gd name="T1" fmla="*/ 93 h 93"/>
              <a:gd name="T2" fmla="*/ 0 w 140"/>
              <a:gd name="T3" fmla="*/ 93 h 93"/>
              <a:gd name="T4" fmla="*/ 121 w 140"/>
              <a:gd name="T5" fmla="*/ 0 h 93"/>
              <a:gd name="T6" fmla="*/ 140 w 140"/>
              <a:gd name="T7" fmla="*/ 0 h 93"/>
              <a:gd name="T8" fmla="*/ 19 w 140"/>
              <a:gd name="T9" fmla="*/ 93 h 93"/>
            </a:gdLst>
            <a:ahLst/>
            <a:cxnLst>
              <a:cxn ang="0">
                <a:pos x="T0" y="T1"/>
              </a:cxn>
              <a:cxn ang="0">
                <a:pos x="T2" y="T3"/>
              </a:cxn>
              <a:cxn ang="0">
                <a:pos x="T4" y="T5"/>
              </a:cxn>
              <a:cxn ang="0">
                <a:pos x="T6" y="T7"/>
              </a:cxn>
              <a:cxn ang="0">
                <a:pos x="T8" y="T9"/>
              </a:cxn>
            </a:cxnLst>
            <a:rect l="0" t="0" r="r" b="b"/>
            <a:pathLst>
              <a:path w="140" h="93">
                <a:moveTo>
                  <a:pt x="19" y="93"/>
                </a:moveTo>
                <a:lnTo>
                  <a:pt x="0" y="93"/>
                </a:lnTo>
                <a:lnTo>
                  <a:pt x="121" y="0"/>
                </a:lnTo>
                <a:lnTo>
                  <a:pt x="140" y="0"/>
                </a:lnTo>
                <a:lnTo>
                  <a:pt x="19" y="93"/>
                </a:lnTo>
                <a:close/>
              </a:path>
            </a:pathLst>
          </a:custGeom>
          <a:solidFill>
            <a:srgbClr val="9E9E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26"/>
          <p:cNvSpPr>
            <a:spLocks/>
          </p:cNvSpPr>
          <p:nvPr/>
        </p:nvSpPr>
        <p:spPr bwMode="auto">
          <a:xfrm>
            <a:off x="4700587" y="3421640"/>
            <a:ext cx="222250" cy="147638"/>
          </a:xfrm>
          <a:custGeom>
            <a:avLst/>
            <a:gdLst>
              <a:gd name="T0" fmla="*/ 19 w 140"/>
              <a:gd name="T1" fmla="*/ 93 h 93"/>
              <a:gd name="T2" fmla="*/ 0 w 140"/>
              <a:gd name="T3" fmla="*/ 93 h 93"/>
              <a:gd name="T4" fmla="*/ 121 w 140"/>
              <a:gd name="T5" fmla="*/ 0 h 93"/>
              <a:gd name="T6" fmla="*/ 140 w 140"/>
              <a:gd name="T7" fmla="*/ 0 h 93"/>
              <a:gd name="T8" fmla="*/ 19 w 140"/>
              <a:gd name="T9" fmla="*/ 93 h 93"/>
            </a:gdLst>
            <a:ahLst/>
            <a:cxnLst>
              <a:cxn ang="0">
                <a:pos x="T0" y="T1"/>
              </a:cxn>
              <a:cxn ang="0">
                <a:pos x="T2" y="T3"/>
              </a:cxn>
              <a:cxn ang="0">
                <a:pos x="T4" y="T5"/>
              </a:cxn>
              <a:cxn ang="0">
                <a:pos x="T6" y="T7"/>
              </a:cxn>
              <a:cxn ang="0">
                <a:pos x="T8" y="T9"/>
              </a:cxn>
            </a:cxnLst>
            <a:rect l="0" t="0" r="r" b="b"/>
            <a:pathLst>
              <a:path w="140" h="93">
                <a:moveTo>
                  <a:pt x="19" y="93"/>
                </a:moveTo>
                <a:lnTo>
                  <a:pt x="0" y="93"/>
                </a:lnTo>
                <a:lnTo>
                  <a:pt x="121" y="0"/>
                </a:lnTo>
                <a:lnTo>
                  <a:pt x="140" y="0"/>
                </a:lnTo>
                <a:lnTo>
                  <a:pt x="19" y="93"/>
                </a:lnTo>
                <a:close/>
              </a:path>
            </a:pathLst>
          </a:custGeom>
          <a:solidFill>
            <a:srgbClr val="9E9E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27"/>
          <p:cNvSpPr>
            <a:spLocks/>
          </p:cNvSpPr>
          <p:nvPr/>
        </p:nvSpPr>
        <p:spPr bwMode="auto">
          <a:xfrm>
            <a:off x="4960937" y="3421640"/>
            <a:ext cx="220662" cy="147638"/>
          </a:xfrm>
          <a:custGeom>
            <a:avLst/>
            <a:gdLst>
              <a:gd name="T0" fmla="*/ 18 w 139"/>
              <a:gd name="T1" fmla="*/ 93 h 93"/>
              <a:gd name="T2" fmla="*/ 0 w 139"/>
              <a:gd name="T3" fmla="*/ 93 h 93"/>
              <a:gd name="T4" fmla="*/ 120 w 139"/>
              <a:gd name="T5" fmla="*/ 0 h 93"/>
              <a:gd name="T6" fmla="*/ 139 w 139"/>
              <a:gd name="T7" fmla="*/ 0 h 93"/>
              <a:gd name="T8" fmla="*/ 18 w 139"/>
              <a:gd name="T9" fmla="*/ 93 h 93"/>
            </a:gdLst>
            <a:ahLst/>
            <a:cxnLst>
              <a:cxn ang="0">
                <a:pos x="T0" y="T1"/>
              </a:cxn>
              <a:cxn ang="0">
                <a:pos x="T2" y="T3"/>
              </a:cxn>
              <a:cxn ang="0">
                <a:pos x="T4" y="T5"/>
              </a:cxn>
              <a:cxn ang="0">
                <a:pos x="T6" y="T7"/>
              </a:cxn>
              <a:cxn ang="0">
                <a:pos x="T8" y="T9"/>
              </a:cxn>
            </a:cxnLst>
            <a:rect l="0" t="0" r="r" b="b"/>
            <a:pathLst>
              <a:path w="139" h="93">
                <a:moveTo>
                  <a:pt x="18" y="93"/>
                </a:moveTo>
                <a:lnTo>
                  <a:pt x="0" y="93"/>
                </a:lnTo>
                <a:lnTo>
                  <a:pt x="120" y="0"/>
                </a:lnTo>
                <a:lnTo>
                  <a:pt x="139" y="0"/>
                </a:lnTo>
                <a:lnTo>
                  <a:pt x="18" y="93"/>
                </a:lnTo>
                <a:close/>
              </a:path>
            </a:pathLst>
          </a:custGeom>
          <a:solidFill>
            <a:srgbClr val="9E9E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28"/>
          <p:cNvSpPr>
            <a:spLocks/>
          </p:cNvSpPr>
          <p:nvPr/>
        </p:nvSpPr>
        <p:spPr bwMode="auto">
          <a:xfrm>
            <a:off x="5181600" y="3426402"/>
            <a:ext cx="420687" cy="127000"/>
          </a:xfrm>
          <a:custGeom>
            <a:avLst/>
            <a:gdLst>
              <a:gd name="T0" fmla="*/ 100 w 112"/>
              <a:gd name="T1" fmla="*/ 17 h 34"/>
              <a:gd name="T2" fmla="*/ 34 w 112"/>
              <a:gd name="T3" fmla="*/ 34 h 34"/>
              <a:gd name="T4" fmla="*/ 12 w 112"/>
              <a:gd name="T5" fmla="*/ 17 h 34"/>
              <a:gd name="T6" fmla="*/ 79 w 112"/>
              <a:gd name="T7" fmla="*/ 0 h 34"/>
              <a:gd name="T8" fmla="*/ 100 w 112"/>
              <a:gd name="T9" fmla="*/ 17 h 34"/>
            </a:gdLst>
            <a:ahLst/>
            <a:cxnLst>
              <a:cxn ang="0">
                <a:pos x="T0" y="T1"/>
              </a:cxn>
              <a:cxn ang="0">
                <a:pos x="T2" y="T3"/>
              </a:cxn>
              <a:cxn ang="0">
                <a:pos x="T4" y="T5"/>
              </a:cxn>
              <a:cxn ang="0">
                <a:pos x="T6" y="T7"/>
              </a:cxn>
              <a:cxn ang="0">
                <a:pos x="T8" y="T9"/>
              </a:cxn>
            </a:cxnLst>
            <a:rect l="0" t="0" r="r" b="b"/>
            <a:pathLst>
              <a:path w="112" h="34">
                <a:moveTo>
                  <a:pt x="100" y="17"/>
                </a:moveTo>
                <a:cubicBezTo>
                  <a:pt x="88" y="26"/>
                  <a:pt x="58" y="34"/>
                  <a:pt x="34" y="34"/>
                </a:cubicBezTo>
                <a:cubicBezTo>
                  <a:pt x="10" y="34"/>
                  <a:pt x="0" y="26"/>
                  <a:pt x="12" y="17"/>
                </a:cubicBezTo>
                <a:cubicBezTo>
                  <a:pt x="25" y="8"/>
                  <a:pt x="54" y="0"/>
                  <a:pt x="79" y="0"/>
                </a:cubicBezTo>
                <a:cubicBezTo>
                  <a:pt x="103" y="0"/>
                  <a:pt x="112" y="8"/>
                  <a:pt x="100" y="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29"/>
          <p:cNvSpPr>
            <a:spLocks noEditPoints="1"/>
          </p:cNvSpPr>
          <p:nvPr/>
        </p:nvSpPr>
        <p:spPr bwMode="auto">
          <a:xfrm>
            <a:off x="5143500" y="3415290"/>
            <a:ext cx="500062" cy="150813"/>
          </a:xfrm>
          <a:custGeom>
            <a:avLst/>
            <a:gdLst>
              <a:gd name="T0" fmla="*/ 40 w 133"/>
              <a:gd name="T1" fmla="*/ 40 h 40"/>
              <a:gd name="T2" fmla="*/ 14 w 133"/>
              <a:gd name="T3" fmla="*/ 20 h 40"/>
              <a:gd name="T4" fmla="*/ 93 w 133"/>
              <a:gd name="T5" fmla="*/ 0 h 40"/>
              <a:gd name="T6" fmla="*/ 118 w 133"/>
              <a:gd name="T7" fmla="*/ 20 h 40"/>
              <a:gd name="T8" fmla="*/ 40 w 133"/>
              <a:gd name="T9" fmla="*/ 40 h 40"/>
              <a:gd name="T10" fmla="*/ 84 w 133"/>
              <a:gd name="T11" fmla="*/ 6 h 40"/>
              <a:gd name="T12" fmla="*/ 30 w 133"/>
              <a:gd name="T13" fmla="*/ 20 h 40"/>
              <a:gd name="T14" fmla="*/ 48 w 133"/>
              <a:gd name="T15" fmla="*/ 34 h 40"/>
              <a:gd name="T16" fmla="*/ 102 w 133"/>
              <a:gd name="T17" fmla="*/ 20 h 40"/>
              <a:gd name="T18" fmla="*/ 84 w 133"/>
              <a:gd name="T19"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40">
                <a:moveTo>
                  <a:pt x="40" y="40"/>
                </a:moveTo>
                <a:cubicBezTo>
                  <a:pt x="11" y="40"/>
                  <a:pt x="0" y="31"/>
                  <a:pt x="14" y="20"/>
                </a:cubicBezTo>
                <a:cubicBezTo>
                  <a:pt x="29" y="9"/>
                  <a:pt x="64" y="0"/>
                  <a:pt x="93" y="0"/>
                </a:cubicBezTo>
                <a:cubicBezTo>
                  <a:pt x="121" y="0"/>
                  <a:pt x="133" y="9"/>
                  <a:pt x="118" y="20"/>
                </a:cubicBezTo>
                <a:cubicBezTo>
                  <a:pt x="103" y="31"/>
                  <a:pt x="68" y="40"/>
                  <a:pt x="40" y="40"/>
                </a:cubicBezTo>
                <a:close/>
                <a:moveTo>
                  <a:pt x="84" y="6"/>
                </a:moveTo>
                <a:cubicBezTo>
                  <a:pt x="65" y="6"/>
                  <a:pt x="41" y="12"/>
                  <a:pt x="30" y="20"/>
                </a:cubicBezTo>
                <a:cubicBezTo>
                  <a:pt x="20" y="28"/>
                  <a:pt x="28" y="34"/>
                  <a:pt x="48" y="34"/>
                </a:cubicBezTo>
                <a:cubicBezTo>
                  <a:pt x="68" y="34"/>
                  <a:pt x="92" y="28"/>
                  <a:pt x="102" y="20"/>
                </a:cubicBezTo>
                <a:cubicBezTo>
                  <a:pt x="112" y="12"/>
                  <a:pt x="104" y="6"/>
                  <a:pt x="84" y="6"/>
                </a:cubicBezTo>
                <a:close/>
              </a:path>
            </a:pathLst>
          </a:custGeom>
          <a:solidFill>
            <a:srgbClr val="F26D6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0" name="Freeform 30"/>
          <p:cNvSpPr>
            <a:spLocks/>
          </p:cNvSpPr>
          <p:nvPr/>
        </p:nvSpPr>
        <p:spPr bwMode="auto">
          <a:xfrm>
            <a:off x="5541962" y="3421640"/>
            <a:ext cx="222250" cy="147638"/>
          </a:xfrm>
          <a:custGeom>
            <a:avLst/>
            <a:gdLst>
              <a:gd name="T0" fmla="*/ 19 w 140"/>
              <a:gd name="T1" fmla="*/ 93 h 93"/>
              <a:gd name="T2" fmla="*/ 0 w 140"/>
              <a:gd name="T3" fmla="*/ 93 h 93"/>
              <a:gd name="T4" fmla="*/ 121 w 140"/>
              <a:gd name="T5" fmla="*/ 0 h 93"/>
              <a:gd name="T6" fmla="*/ 140 w 140"/>
              <a:gd name="T7" fmla="*/ 0 h 93"/>
              <a:gd name="T8" fmla="*/ 19 w 140"/>
              <a:gd name="T9" fmla="*/ 93 h 93"/>
            </a:gdLst>
            <a:ahLst/>
            <a:cxnLst>
              <a:cxn ang="0">
                <a:pos x="T0" y="T1"/>
              </a:cxn>
              <a:cxn ang="0">
                <a:pos x="T2" y="T3"/>
              </a:cxn>
              <a:cxn ang="0">
                <a:pos x="T4" y="T5"/>
              </a:cxn>
              <a:cxn ang="0">
                <a:pos x="T6" y="T7"/>
              </a:cxn>
              <a:cxn ang="0">
                <a:pos x="T8" y="T9"/>
              </a:cxn>
            </a:cxnLst>
            <a:rect l="0" t="0" r="r" b="b"/>
            <a:pathLst>
              <a:path w="140" h="93">
                <a:moveTo>
                  <a:pt x="19" y="93"/>
                </a:moveTo>
                <a:lnTo>
                  <a:pt x="0" y="93"/>
                </a:lnTo>
                <a:lnTo>
                  <a:pt x="121" y="0"/>
                </a:lnTo>
                <a:lnTo>
                  <a:pt x="140" y="0"/>
                </a:lnTo>
                <a:lnTo>
                  <a:pt x="19" y="93"/>
                </a:lnTo>
                <a:close/>
              </a:path>
            </a:pathLst>
          </a:custGeom>
          <a:solidFill>
            <a:srgbClr val="9E9E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31"/>
          <p:cNvSpPr>
            <a:spLocks/>
          </p:cNvSpPr>
          <p:nvPr/>
        </p:nvSpPr>
        <p:spPr bwMode="auto">
          <a:xfrm>
            <a:off x="5805487" y="3421640"/>
            <a:ext cx="217487" cy="147638"/>
          </a:xfrm>
          <a:custGeom>
            <a:avLst/>
            <a:gdLst>
              <a:gd name="T0" fmla="*/ 16 w 137"/>
              <a:gd name="T1" fmla="*/ 93 h 93"/>
              <a:gd name="T2" fmla="*/ 0 w 137"/>
              <a:gd name="T3" fmla="*/ 93 h 93"/>
              <a:gd name="T4" fmla="*/ 120 w 137"/>
              <a:gd name="T5" fmla="*/ 0 h 93"/>
              <a:gd name="T6" fmla="*/ 137 w 137"/>
              <a:gd name="T7" fmla="*/ 0 h 93"/>
              <a:gd name="T8" fmla="*/ 16 w 137"/>
              <a:gd name="T9" fmla="*/ 93 h 93"/>
            </a:gdLst>
            <a:ahLst/>
            <a:cxnLst>
              <a:cxn ang="0">
                <a:pos x="T0" y="T1"/>
              </a:cxn>
              <a:cxn ang="0">
                <a:pos x="T2" y="T3"/>
              </a:cxn>
              <a:cxn ang="0">
                <a:pos x="T4" y="T5"/>
              </a:cxn>
              <a:cxn ang="0">
                <a:pos x="T6" y="T7"/>
              </a:cxn>
              <a:cxn ang="0">
                <a:pos x="T8" y="T9"/>
              </a:cxn>
            </a:cxnLst>
            <a:rect l="0" t="0" r="r" b="b"/>
            <a:pathLst>
              <a:path w="137" h="93">
                <a:moveTo>
                  <a:pt x="16" y="93"/>
                </a:moveTo>
                <a:lnTo>
                  <a:pt x="0" y="93"/>
                </a:lnTo>
                <a:lnTo>
                  <a:pt x="120" y="0"/>
                </a:lnTo>
                <a:lnTo>
                  <a:pt x="137" y="0"/>
                </a:lnTo>
                <a:lnTo>
                  <a:pt x="16" y="93"/>
                </a:lnTo>
                <a:close/>
              </a:path>
            </a:pathLst>
          </a:custGeom>
          <a:solidFill>
            <a:srgbClr val="9E9E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32"/>
          <p:cNvSpPr>
            <a:spLocks/>
          </p:cNvSpPr>
          <p:nvPr/>
        </p:nvSpPr>
        <p:spPr bwMode="auto">
          <a:xfrm>
            <a:off x="6064250" y="3421640"/>
            <a:ext cx="217487" cy="147638"/>
          </a:xfrm>
          <a:custGeom>
            <a:avLst/>
            <a:gdLst>
              <a:gd name="T0" fmla="*/ 19 w 137"/>
              <a:gd name="T1" fmla="*/ 93 h 93"/>
              <a:gd name="T2" fmla="*/ 0 w 137"/>
              <a:gd name="T3" fmla="*/ 93 h 93"/>
              <a:gd name="T4" fmla="*/ 120 w 137"/>
              <a:gd name="T5" fmla="*/ 0 h 93"/>
              <a:gd name="T6" fmla="*/ 137 w 137"/>
              <a:gd name="T7" fmla="*/ 0 h 93"/>
              <a:gd name="T8" fmla="*/ 19 w 137"/>
              <a:gd name="T9" fmla="*/ 93 h 93"/>
            </a:gdLst>
            <a:ahLst/>
            <a:cxnLst>
              <a:cxn ang="0">
                <a:pos x="T0" y="T1"/>
              </a:cxn>
              <a:cxn ang="0">
                <a:pos x="T2" y="T3"/>
              </a:cxn>
              <a:cxn ang="0">
                <a:pos x="T4" y="T5"/>
              </a:cxn>
              <a:cxn ang="0">
                <a:pos x="T6" y="T7"/>
              </a:cxn>
              <a:cxn ang="0">
                <a:pos x="T8" y="T9"/>
              </a:cxn>
            </a:cxnLst>
            <a:rect l="0" t="0" r="r" b="b"/>
            <a:pathLst>
              <a:path w="137" h="93">
                <a:moveTo>
                  <a:pt x="19" y="93"/>
                </a:moveTo>
                <a:lnTo>
                  <a:pt x="0" y="93"/>
                </a:lnTo>
                <a:lnTo>
                  <a:pt x="120" y="0"/>
                </a:lnTo>
                <a:lnTo>
                  <a:pt x="137" y="0"/>
                </a:lnTo>
                <a:lnTo>
                  <a:pt x="19" y="93"/>
                </a:lnTo>
                <a:close/>
              </a:path>
            </a:pathLst>
          </a:custGeom>
          <a:solidFill>
            <a:srgbClr val="9E9E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33"/>
          <p:cNvSpPr>
            <a:spLocks/>
          </p:cNvSpPr>
          <p:nvPr/>
        </p:nvSpPr>
        <p:spPr bwMode="auto">
          <a:xfrm>
            <a:off x="6323012" y="3421640"/>
            <a:ext cx="222250" cy="147638"/>
          </a:xfrm>
          <a:custGeom>
            <a:avLst/>
            <a:gdLst>
              <a:gd name="T0" fmla="*/ 19 w 140"/>
              <a:gd name="T1" fmla="*/ 93 h 93"/>
              <a:gd name="T2" fmla="*/ 0 w 140"/>
              <a:gd name="T3" fmla="*/ 93 h 93"/>
              <a:gd name="T4" fmla="*/ 121 w 140"/>
              <a:gd name="T5" fmla="*/ 0 h 93"/>
              <a:gd name="T6" fmla="*/ 140 w 140"/>
              <a:gd name="T7" fmla="*/ 0 h 93"/>
              <a:gd name="T8" fmla="*/ 19 w 140"/>
              <a:gd name="T9" fmla="*/ 93 h 93"/>
            </a:gdLst>
            <a:ahLst/>
            <a:cxnLst>
              <a:cxn ang="0">
                <a:pos x="T0" y="T1"/>
              </a:cxn>
              <a:cxn ang="0">
                <a:pos x="T2" y="T3"/>
              </a:cxn>
              <a:cxn ang="0">
                <a:pos x="T4" y="T5"/>
              </a:cxn>
              <a:cxn ang="0">
                <a:pos x="T6" y="T7"/>
              </a:cxn>
              <a:cxn ang="0">
                <a:pos x="T8" y="T9"/>
              </a:cxn>
            </a:cxnLst>
            <a:rect l="0" t="0" r="r" b="b"/>
            <a:pathLst>
              <a:path w="140" h="93">
                <a:moveTo>
                  <a:pt x="19" y="93"/>
                </a:moveTo>
                <a:lnTo>
                  <a:pt x="0" y="93"/>
                </a:lnTo>
                <a:lnTo>
                  <a:pt x="121" y="0"/>
                </a:lnTo>
                <a:lnTo>
                  <a:pt x="140" y="0"/>
                </a:lnTo>
                <a:lnTo>
                  <a:pt x="19" y="93"/>
                </a:lnTo>
                <a:close/>
              </a:path>
            </a:pathLst>
          </a:custGeom>
          <a:solidFill>
            <a:srgbClr val="9E9E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34"/>
          <p:cNvSpPr>
            <a:spLocks/>
          </p:cNvSpPr>
          <p:nvPr/>
        </p:nvSpPr>
        <p:spPr bwMode="auto">
          <a:xfrm>
            <a:off x="6545262" y="3426402"/>
            <a:ext cx="419100" cy="127000"/>
          </a:xfrm>
          <a:custGeom>
            <a:avLst/>
            <a:gdLst>
              <a:gd name="T0" fmla="*/ 100 w 112"/>
              <a:gd name="T1" fmla="*/ 17 h 34"/>
              <a:gd name="T2" fmla="*/ 33 w 112"/>
              <a:gd name="T3" fmla="*/ 34 h 34"/>
              <a:gd name="T4" fmla="*/ 12 w 112"/>
              <a:gd name="T5" fmla="*/ 17 h 34"/>
              <a:gd name="T6" fmla="*/ 78 w 112"/>
              <a:gd name="T7" fmla="*/ 0 h 34"/>
              <a:gd name="T8" fmla="*/ 100 w 112"/>
              <a:gd name="T9" fmla="*/ 17 h 34"/>
            </a:gdLst>
            <a:ahLst/>
            <a:cxnLst>
              <a:cxn ang="0">
                <a:pos x="T0" y="T1"/>
              </a:cxn>
              <a:cxn ang="0">
                <a:pos x="T2" y="T3"/>
              </a:cxn>
              <a:cxn ang="0">
                <a:pos x="T4" y="T5"/>
              </a:cxn>
              <a:cxn ang="0">
                <a:pos x="T6" y="T7"/>
              </a:cxn>
              <a:cxn ang="0">
                <a:pos x="T8" y="T9"/>
              </a:cxn>
            </a:cxnLst>
            <a:rect l="0" t="0" r="r" b="b"/>
            <a:pathLst>
              <a:path w="112" h="34">
                <a:moveTo>
                  <a:pt x="100" y="17"/>
                </a:moveTo>
                <a:cubicBezTo>
                  <a:pt x="87" y="26"/>
                  <a:pt x="58" y="34"/>
                  <a:pt x="33" y="34"/>
                </a:cubicBezTo>
                <a:cubicBezTo>
                  <a:pt x="9" y="34"/>
                  <a:pt x="0" y="26"/>
                  <a:pt x="12" y="17"/>
                </a:cubicBezTo>
                <a:cubicBezTo>
                  <a:pt x="24" y="8"/>
                  <a:pt x="54" y="0"/>
                  <a:pt x="78" y="0"/>
                </a:cubicBezTo>
                <a:cubicBezTo>
                  <a:pt x="102" y="0"/>
                  <a:pt x="112" y="8"/>
                  <a:pt x="100" y="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35"/>
          <p:cNvSpPr>
            <a:spLocks noEditPoints="1"/>
          </p:cNvSpPr>
          <p:nvPr/>
        </p:nvSpPr>
        <p:spPr bwMode="auto">
          <a:xfrm>
            <a:off x="6502400" y="3415290"/>
            <a:ext cx="500062" cy="150813"/>
          </a:xfrm>
          <a:custGeom>
            <a:avLst/>
            <a:gdLst>
              <a:gd name="T0" fmla="*/ 40 w 133"/>
              <a:gd name="T1" fmla="*/ 40 h 40"/>
              <a:gd name="T2" fmla="*/ 15 w 133"/>
              <a:gd name="T3" fmla="*/ 20 h 40"/>
              <a:gd name="T4" fmla="*/ 93 w 133"/>
              <a:gd name="T5" fmla="*/ 0 h 40"/>
              <a:gd name="T6" fmla="*/ 119 w 133"/>
              <a:gd name="T7" fmla="*/ 20 h 40"/>
              <a:gd name="T8" fmla="*/ 40 w 133"/>
              <a:gd name="T9" fmla="*/ 40 h 40"/>
              <a:gd name="T10" fmla="*/ 85 w 133"/>
              <a:gd name="T11" fmla="*/ 6 h 40"/>
              <a:gd name="T12" fmla="*/ 31 w 133"/>
              <a:gd name="T13" fmla="*/ 20 h 40"/>
              <a:gd name="T14" fmla="*/ 49 w 133"/>
              <a:gd name="T15" fmla="*/ 34 h 40"/>
              <a:gd name="T16" fmla="*/ 103 w 133"/>
              <a:gd name="T17" fmla="*/ 20 h 40"/>
              <a:gd name="T18" fmla="*/ 85 w 133"/>
              <a:gd name="T19"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40">
                <a:moveTo>
                  <a:pt x="40" y="40"/>
                </a:moveTo>
                <a:cubicBezTo>
                  <a:pt x="12" y="40"/>
                  <a:pt x="0" y="31"/>
                  <a:pt x="15" y="20"/>
                </a:cubicBezTo>
                <a:cubicBezTo>
                  <a:pt x="30" y="9"/>
                  <a:pt x="65" y="0"/>
                  <a:pt x="93" y="0"/>
                </a:cubicBezTo>
                <a:cubicBezTo>
                  <a:pt x="122" y="0"/>
                  <a:pt x="133" y="9"/>
                  <a:pt x="119" y="20"/>
                </a:cubicBezTo>
                <a:cubicBezTo>
                  <a:pt x="104" y="31"/>
                  <a:pt x="69" y="40"/>
                  <a:pt x="40" y="40"/>
                </a:cubicBezTo>
                <a:close/>
                <a:moveTo>
                  <a:pt x="85" y="6"/>
                </a:moveTo>
                <a:cubicBezTo>
                  <a:pt x="65" y="6"/>
                  <a:pt x="41" y="12"/>
                  <a:pt x="31" y="20"/>
                </a:cubicBezTo>
                <a:cubicBezTo>
                  <a:pt x="21" y="28"/>
                  <a:pt x="29" y="34"/>
                  <a:pt x="49" y="34"/>
                </a:cubicBezTo>
                <a:cubicBezTo>
                  <a:pt x="68" y="34"/>
                  <a:pt x="92" y="28"/>
                  <a:pt x="103" y="20"/>
                </a:cubicBezTo>
                <a:cubicBezTo>
                  <a:pt x="113" y="12"/>
                  <a:pt x="105" y="6"/>
                  <a:pt x="85" y="6"/>
                </a:cubicBezTo>
                <a:close/>
              </a:path>
            </a:pathLst>
          </a:custGeom>
          <a:solidFill>
            <a:srgbClr val="F8841D"/>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6" name="Freeform 36"/>
          <p:cNvSpPr>
            <a:spLocks/>
          </p:cNvSpPr>
          <p:nvPr/>
        </p:nvSpPr>
        <p:spPr bwMode="auto">
          <a:xfrm>
            <a:off x="6905625" y="3421640"/>
            <a:ext cx="220662" cy="147638"/>
          </a:xfrm>
          <a:custGeom>
            <a:avLst/>
            <a:gdLst>
              <a:gd name="T0" fmla="*/ 18 w 139"/>
              <a:gd name="T1" fmla="*/ 93 h 93"/>
              <a:gd name="T2" fmla="*/ 0 w 139"/>
              <a:gd name="T3" fmla="*/ 93 h 93"/>
              <a:gd name="T4" fmla="*/ 120 w 139"/>
              <a:gd name="T5" fmla="*/ 0 h 93"/>
              <a:gd name="T6" fmla="*/ 139 w 139"/>
              <a:gd name="T7" fmla="*/ 0 h 93"/>
              <a:gd name="T8" fmla="*/ 18 w 139"/>
              <a:gd name="T9" fmla="*/ 93 h 93"/>
            </a:gdLst>
            <a:ahLst/>
            <a:cxnLst>
              <a:cxn ang="0">
                <a:pos x="T0" y="T1"/>
              </a:cxn>
              <a:cxn ang="0">
                <a:pos x="T2" y="T3"/>
              </a:cxn>
              <a:cxn ang="0">
                <a:pos x="T4" y="T5"/>
              </a:cxn>
              <a:cxn ang="0">
                <a:pos x="T6" y="T7"/>
              </a:cxn>
              <a:cxn ang="0">
                <a:pos x="T8" y="T9"/>
              </a:cxn>
            </a:cxnLst>
            <a:rect l="0" t="0" r="r" b="b"/>
            <a:pathLst>
              <a:path w="139" h="93">
                <a:moveTo>
                  <a:pt x="18" y="93"/>
                </a:moveTo>
                <a:lnTo>
                  <a:pt x="0" y="93"/>
                </a:lnTo>
                <a:lnTo>
                  <a:pt x="120" y="0"/>
                </a:lnTo>
                <a:lnTo>
                  <a:pt x="139" y="0"/>
                </a:lnTo>
                <a:lnTo>
                  <a:pt x="18" y="93"/>
                </a:lnTo>
                <a:close/>
              </a:path>
            </a:pathLst>
          </a:custGeom>
          <a:solidFill>
            <a:srgbClr val="9E9E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37"/>
          <p:cNvSpPr>
            <a:spLocks/>
          </p:cNvSpPr>
          <p:nvPr/>
        </p:nvSpPr>
        <p:spPr bwMode="auto">
          <a:xfrm>
            <a:off x="7164387" y="3421640"/>
            <a:ext cx="220662" cy="147638"/>
          </a:xfrm>
          <a:custGeom>
            <a:avLst/>
            <a:gdLst>
              <a:gd name="T0" fmla="*/ 19 w 139"/>
              <a:gd name="T1" fmla="*/ 93 h 93"/>
              <a:gd name="T2" fmla="*/ 0 w 139"/>
              <a:gd name="T3" fmla="*/ 93 h 93"/>
              <a:gd name="T4" fmla="*/ 120 w 139"/>
              <a:gd name="T5" fmla="*/ 0 h 93"/>
              <a:gd name="T6" fmla="*/ 139 w 139"/>
              <a:gd name="T7" fmla="*/ 0 h 93"/>
              <a:gd name="T8" fmla="*/ 19 w 139"/>
              <a:gd name="T9" fmla="*/ 93 h 93"/>
            </a:gdLst>
            <a:ahLst/>
            <a:cxnLst>
              <a:cxn ang="0">
                <a:pos x="T0" y="T1"/>
              </a:cxn>
              <a:cxn ang="0">
                <a:pos x="T2" y="T3"/>
              </a:cxn>
              <a:cxn ang="0">
                <a:pos x="T4" y="T5"/>
              </a:cxn>
              <a:cxn ang="0">
                <a:pos x="T6" y="T7"/>
              </a:cxn>
              <a:cxn ang="0">
                <a:pos x="T8" y="T9"/>
              </a:cxn>
            </a:cxnLst>
            <a:rect l="0" t="0" r="r" b="b"/>
            <a:pathLst>
              <a:path w="139" h="93">
                <a:moveTo>
                  <a:pt x="19" y="93"/>
                </a:moveTo>
                <a:lnTo>
                  <a:pt x="0" y="93"/>
                </a:lnTo>
                <a:lnTo>
                  <a:pt x="120" y="0"/>
                </a:lnTo>
                <a:lnTo>
                  <a:pt x="139" y="0"/>
                </a:lnTo>
                <a:lnTo>
                  <a:pt x="19" y="93"/>
                </a:lnTo>
                <a:close/>
              </a:path>
            </a:pathLst>
          </a:custGeom>
          <a:solidFill>
            <a:srgbClr val="9E9E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38"/>
          <p:cNvSpPr>
            <a:spLocks/>
          </p:cNvSpPr>
          <p:nvPr/>
        </p:nvSpPr>
        <p:spPr bwMode="auto">
          <a:xfrm>
            <a:off x="7426325" y="3421640"/>
            <a:ext cx="217487" cy="147638"/>
          </a:xfrm>
          <a:custGeom>
            <a:avLst/>
            <a:gdLst>
              <a:gd name="T0" fmla="*/ 17 w 137"/>
              <a:gd name="T1" fmla="*/ 93 h 93"/>
              <a:gd name="T2" fmla="*/ 0 w 137"/>
              <a:gd name="T3" fmla="*/ 93 h 93"/>
              <a:gd name="T4" fmla="*/ 119 w 137"/>
              <a:gd name="T5" fmla="*/ 0 h 93"/>
              <a:gd name="T6" fmla="*/ 137 w 137"/>
              <a:gd name="T7" fmla="*/ 0 h 93"/>
              <a:gd name="T8" fmla="*/ 17 w 137"/>
              <a:gd name="T9" fmla="*/ 93 h 93"/>
            </a:gdLst>
            <a:ahLst/>
            <a:cxnLst>
              <a:cxn ang="0">
                <a:pos x="T0" y="T1"/>
              </a:cxn>
              <a:cxn ang="0">
                <a:pos x="T2" y="T3"/>
              </a:cxn>
              <a:cxn ang="0">
                <a:pos x="T4" y="T5"/>
              </a:cxn>
              <a:cxn ang="0">
                <a:pos x="T6" y="T7"/>
              </a:cxn>
              <a:cxn ang="0">
                <a:pos x="T8" y="T9"/>
              </a:cxn>
            </a:cxnLst>
            <a:rect l="0" t="0" r="r" b="b"/>
            <a:pathLst>
              <a:path w="137" h="93">
                <a:moveTo>
                  <a:pt x="17" y="93"/>
                </a:moveTo>
                <a:lnTo>
                  <a:pt x="0" y="93"/>
                </a:lnTo>
                <a:lnTo>
                  <a:pt x="119" y="0"/>
                </a:lnTo>
                <a:lnTo>
                  <a:pt x="137" y="0"/>
                </a:lnTo>
                <a:lnTo>
                  <a:pt x="17" y="93"/>
                </a:lnTo>
                <a:close/>
              </a:path>
            </a:pathLst>
          </a:custGeom>
          <a:solidFill>
            <a:srgbClr val="9E9E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39"/>
          <p:cNvSpPr>
            <a:spLocks/>
          </p:cNvSpPr>
          <p:nvPr/>
        </p:nvSpPr>
        <p:spPr bwMode="auto">
          <a:xfrm>
            <a:off x="7685087" y="3421640"/>
            <a:ext cx="219075" cy="147638"/>
          </a:xfrm>
          <a:custGeom>
            <a:avLst/>
            <a:gdLst>
              <a:gd name="T0" fmla="*/ 17 w 138"/>
              <a:gd name="T1" fmla="*/ 93 h 93"/>
              <a:gd name="T2" fmla="*/ 0 w 138"/>
              <a:gd name="T3" fmla="*/ 93 h 93"/>
              <a:gd name="T4" fmla="*/ 121 w 138"/>
              <a:gd name="T5" fmla="*/ 0 h 93"/>
              <a:gd name="T6" fmla="*/ 138 w 138"/>
              <a:gd name="T7" fmla="*/ 0 h 93"/>
              <a:gd name="T8" fmla="*/ 17 w 138"/>
              <a:gd name="T9" fmla="*/ 93 h 93"/>
            </a:gdLst>
            <a:ahLst/>
            <a:cxnLst>
              <a:cxn ang="0">
                <a:pos x="T0" y="T1"/>
              </a:cxn>
              <a:cxn ang="0">
                <a:pos x="T2" y="T3"/>
              </a:cxn>
              <a:cxn ang="0">
                <a:pos x="T4" y="T5"/>
              </a:cxn>
              <a:cxn ang="0">
                <a:pos x="T6" y="T7"/>
              </a:cxn>
              <a:cxn ang="0">
                <a:pos x="T8" y="T9"/>
              </a:cxn>
            </a:cxnLst>
            <a:rect l="0" t="0" r="r" b="b"/>
            <a:pathLst>
              <a:path w="138" h="93">
                <a:moveTo>
                  <a:pt x="17" y="93"/>
                </a:moveTo>
                <a:lnTo>
                  <a:pt x="0" y="93"/>
                </a:lnTo>
                <a:lnTo>
                  <a:pt x="121" y="0"/>
                </a:lnTo>
                <a:lnTo>
                  <a:pt x="138" y="0"/>
                </a:lnTo>
                <a:lnTo>
                  <a:pt x="17" y="93"/>
                </a:lnTo>
                <a:close/>
              </a:path>
            </a:pathLst>
          </a:custGeom>
          <a:solidFill>
            <a:srgbClr val="9E9E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40"/>
          <p:cNvSpPr>
            <a:spLocks/>
          </p:cNvSpPr>
          <p:nvPr/>
        </p:nvSpPr>
        <p:spPr bwMode="auto">
          <a:xfrm>
            <a:off x="7904162" y="3426402"/>
            <a:ext cx="423862" cy="127000"/>
          </a:xfrm>
          <a:custGeom>
            <a:avLst/>
            <a:gdLst>
              <a:gd name="T0" fmla="*/ 100 w 113"/>
              <a:gd name="T1" fmla="*/ 17 h 34"/>
              <a:gd name="T2" fmla="*/ 34 w 113"/>
              <a:gd name="T3" fmla="*/ 34 h 34"/>
              <a:gd name="T4" fmla="*/ 13 w 113"/>
              <a:gd name="T5" fmla="*/ 17 h 34"/>
              <a:gd name="T6" fmla="*/ 79 w 113"/>
              <a:gd name="T7" fmla="*/ 0 h 34"/>
              <a:gd name="T8" fmla="*/ 100 w 113"/>
              <a:gd name="T9" fmla="*/ 17 h 34"/>
            </a:gdLst>
            <a:ahLst/>
            <a:cxnLst>
              <a:cxn ang="0">
                <a:pos x="T0" y="T1"/>
              </a:cxn>
              <a:cxn ang="0">
                <a:pos x="T2" y="T3"/>
              </a:cxn>
              <a:cxn ang="0">
                <a:pos x="T4" y="T5"/>
              </a:cxn>
              <a:cxn ang="0">
                <a:pos x="T6" y="T7"/>
              </a:cxn>
              <a:cxn ang="0">
                <a:pos x="T8" y="T9"/>
              </a:cxn>
            </a:cxnLst>
            <a:rect l="0" t="0" r="r" b="b"/>
            <a:pathLst>
              <a:path w="113" h="34">
                <a:moveTo>
                  <a:pt x="100" y="17"/>
                </a:moveTo>
                <a:cubicBezTo>
                  <a:pt x="88" y="26"/>
                  <a:pt x="58" y="34"/>
                  <a:pt x="34" y="34"/>
                </a:cubicBezTo>
                <a:cubicBezTo>
                  <a:pt x="10" y="34"/>
                  <a:pt x="0" y="26"/>
                  <a:pt x="13" y="17"/>
                </a:cubicBezTo>
                <a:cubicBezTo>
                  <a:pt x="25" y="8"/>
                  <a:pt x="55" y="0"/>
                  <a:pt x="79" y="0"/>
                </a:cubicBezTo>
                <a:cubicBezTo>
                  <a:pt x="103" y="0"/>
                  <a:pt x="113" y="8"/>
                  <a:pt x="100" y="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41"/>
          <p:cNvSpPr>
            <a:spLocks noEditPoints="1"/>
          </p:cNvSpPr>
          <p:nvPr/>
        </p:nvSpPr>
        <p:spPr bwMode="auto">
          <a:xfrm>
            <a:off x="7866062" y="3415290"/>
            <a:ext cx="498475" cy="150813"/>
          </a:xfrm>
          <a:custGeom>
            <a:avLst/>
            <a:gdLst>
              <a:gd name="T0" fmla="*/ 40 w 133"/>
              <a:gd name="T1" fmla="*/ 40 h 40"/>
              <a:gd name="T2" fmla="*/ 15 w 133"/>
              <a:gd name="T3" fmla="*/ 20 h 40"/>
              <a:gd name="T4" fmla="*/ 93 w 133"/>
              <a:gd name="T5" fmla="*/ 0 h 40"/>
              <a:gd name="T6" fmla="*/ 118 w 133"/>
              <a:gd name="T7" fmla="*/ 20 h 40"/>
              <a:gd name="T8" fmla="*/ 40 w 133"/>
              <a:gd name="T9" fmla="*/ 40 h 40"/>
              <a:gd name="T10" fmla="*/ 85 w 133"/>
              <a:gd name="T11" fmla="*/ 6 h 40"/>
              <a:gd name="T12" fmla="*/ 31 w 133"/>
              <a:gd name="T13" fmla="*/ 20 h 40"/>
              <a:gd name="T14" fmla="*/ 48 w 133"/>
              <a:gd name="T15" fmla="*/ 34 h 40"/>
              <a:gd name="T16" fmla="*/ 102 w 133"/>
              <a:gd name="T17" fmla="*/ 20 h 40"/>
              <a:gd name="T18" fmla="*/ 85 w 133"/>
              <a:gd name="T19"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40">
                <a:moveTo>
                  <a:pt x="40" y="40"/>
                </a:moveTo>
                <a:cubicBezTo>
                  <a:pt x="11" y="40"/>
                  <a:pt x="0" y="31"/>
                  <a:pt x="15" y="20"/>
                </a:cubicBezTo>
                <a:cubicBezTo>
                  <a:pt x="29" y="9"/>
                  <a:pt x="64" y="0"/>
                  <a:pt x="93" y="0"/>
                </a:cubicBezTo>
                <a:cubicBezTo>
                  <a:pt x="122" y="0"/>
                  <a:pt x="133" y="9"/>
                  <a:pt x="118" y="20"/>
                </a:cubicBezTo>
                <a:cubicBezTo>
                  <a:pt x="104" y="31"/>
                  <a:pt x="69" y="40"/>
                  <a:pt x="40" y="40"/>
                </a:cubicBezTo>
                <a:close/>
                <a:moveTo>
                  <a:pt x="85" y="6"/>
                </a:moveTo>
                <a:cubicBezTo>
                  <a:pt x="65" y="6"/>
                  <a:pt x="41" y="12"/>
                  <a:pt x="31" y="20"/>
                </a:cubicBezTo>
                <a:cubicBezTo>
                  <a:pt x="21" y="28"/>
                  <a:pt x="29" y="34"/>
                  <a:pt x="48" y="34"/>
                </a:cubicBezTo>
                <a:cubicBezTo>
                  <a:pt x="68" y="34"/>
                  <a:pt x="92" y="28"/>
                  <a:pt x="102" y="20"/>
                </a:cubicBezTo>
                <a:cubicBezTo>
                  <a:pt x="112" y="12"/>
                  <a:pt x="104" y="6"/>
                  <a:pt x="85" y="6"/>
                </a:cubicBezTo>
                <a:close/>
              </a:path>
            </a:pathLst>
          </a:custGeom>
          <a:solidFill>
            <a:srgbClr val="9BBB4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2" name="Freeform 42"/>
          <p:cNvSpPr>
            <a:spLocks/>
          </p:cNvSpPr>
          <p:nvPr/>
        </p:nvSpPr>
        <p:spPr bwMode="auto">
          <a:xfrm>
            <a:off x="8267700" y="3421640"/>
            <a:ext cx="217487" cy="147638"/>
          </a:xfrm>
          <a:custGeom>
            <a:avLst/>
            <a:gdLst>
              <a:gd name="T0" fmla="*/ 17 w 137"/>
              <a:gd name="T1" fmla="*/ 93 h 93"/>
              <a:gd name="T2" fmla="*/ 0 w 137"/>
              <a:gd name="T3" fmla="*/ 93 h 93"/>
              <a:gd name="T4" fmla="*/ 121 w 137"/>
              <a:gd name="T5" fmla="*/ 0 h 93"/>
              <a:gd name="T6" fmla="*/ 137 w 137"/>
              <a:gd name="T7" fmla="*/ 0 h 93"/>
              <a:gd name="T8" fmla="*/ 17 w 137"/>
              <a:gd name="T9" fmla="*/ 93 h 93"/>
            </a:gdLst>
            <a:ahLst/>
            <a:cxnLst>
              <a:cxn ang="0">
                <a:pos x="T0" y="T1"/>
              </a:cxn>
              <a:cxn ang="0">
                <a:pos x="T2" y="T3"/>
              </a:cxn>
              <a:cxn ang="0">
                <a:pos x="T4" y="T5"/>
              </a:cxn>
              <a:cxn ang="0">
                <a:pos x="T6" y="T7"/>
              </a:cxn>
              <a:cxn ang="0">
                <a:pos x="T8" y="T9"/>
              </a:cxn>
            </a:cxnLst>
            <a:rect l="0" t="0" r="r" b="b"/>
            <a:pathLst>
              <a:path w="137" h="93">
                <a:moveTo>
                  <a:pt x="17" y="93"/>
                </a:moveTo>
                <a:lnTo>
                  <a:pt x="0" y="93"/>
                </a:lnTo>
                <a:lnTo>
                  <a:pt x="121" y="0"/>
                </a:lnTo>
                <a:lnTo>
                  <a:pt x="137" y="0"/>
                </a:lnTo>
                <a:lnTo>
                  <a:pt x="17" y="93"/>
                </a:lnTo>
                <a:close/>
              </a:path>
            </a:pathLst>
          </a:custGeom>
          <a:solidFill>
            <a:srgbClr val="9E9E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43"/>
          <p:cNvSpPr>
            <a:spLocks/>
          </p:cNvSpPr>
          <p:nvPr/>
        </p:nvSpPr>
        <p:spPr bwMode="auto">
          <a:xfrm>
            <a:off x="8526462" y="3421640"/>
            <a:ext cx="222250" cy="147638"/>
          </a:xfrm>
          <a:custGeom>
            <a:avLst/>
            <a:gdLst>
              <a:gd name="T0" fmla="*/ 19 w 140"/>
              <a:gd name="T1" fmla="*/ 93 h 93"/>
              <a:gd name="T2" fmla="*/ 0 w 140"/>
              <a:gd name="T3" fmla="*/ 93 h 93"/>
              <a:gd name="T4" fmla="*/ 121 w 140"/>
              <a:gd name="T5" fmla="*/ 0 h 93"/>
              <a:gd name="T6" fmla="*/ 140 w 140"/>
              <a:gd name="T7" fmla="*/ 0 h 93"/>
              <a:gd name="T8" fmla="*/ 19 w 140"/>
              <a:gd name="T9" fmla="*/ 93 h 93"/>
            </a:gdLst>
            <a:ahLst/>
            <a:cxnLst>
              <a:cxn ang="0">
                <a:pos x="T0" y="T1"/>
              </a:cxn>
              <a:cxn ang="0">
                <a:pos x="T2" y="T3"/>
              </a:cxn>
              <a:cxn ang="0">
                <a:pos x="T4" y="T5"/>
              </a:cxn>
              <a:cxn ang="0">
                <a:pos x="T6" y="T7"/>
              </a:cxn>
              <a:cxn ang="0">
                <a:pos x="T8" y="T9"/>
              </a:cxn>
            </a:cxnLst>
            <a:rect l="0" t="0" r="r" b="b"/>
            <a:pathLst>
              <a:path w="140" h="93">
                <a:moveTo>
                  <a:pt x="19" y="93"/>
                </a:moveTo>
                <a:lnTo>
                  <a:pt x="0" y="93"/>
                </a:lnTo>
                <a:lnTo>
                  <a:pt x="121" y="0"/>
                </a:lnTo>
                <a:lnTo>
                  <a:pt x="140" y="0"/>
                </a:lnTo>
                <a:lnTo>
                  <a:pt x="19" y="93"/>
                </a:lnTo>
                <a:close/>
              </a:path>
            </a:pathLst>
          </a:custGeom>
          <a:solidFill>
            <a:srgbClr val="9E9E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44"/>
          <p:cNvSpPr>
            <a:spLocks/>
          </p:cNvSpPr>
          <p:nvPr/>
        </p:nvSpPr>
        <p:spPr bwMode="auto">
          <a:xfrm>
            <a:off x="8785225" y="3421640"/>
            <a:ext cx="222250" cy="147638"/>
          </a:xfrm>
          <a:custGeom>
            <a:avLst/>
            <a:gdLst>
              <a:gd name="T0" fmla="*/ 19 w 140"/>
              <a:gd name="T1" fmla="*/ 93 h 93"/>
              <a:gd name="T2" fmla="*/ 0 w 140"/>
              <a:gd name="T3" fmla="*/ 93 h 93"/>
              <a:gd name="T4" fmla="*/ 121 w 140"/>
              <a:gd name="T5" fmla="*/ 0 h 93"/>
              <a:gd name="T6" fmla="*/ 140 w 140"/>
              <a:gd name="T7" fmla="*/ 0 h 93"/>
              <a:gd name="T8" fmla="*/ 19 w 140"/>
              <a:gd name="T9" fmla="*/ 93 h 93"/>
            </a:gdLst>
            <a:ahLst/>
            <a:cxnLst>
              <a:cxn ang="0">
                <a:pos x="T0" y="T1"/>
              </a:cxn>
              <a:cxn ang="0">
                <a:pos x="T2" y="T3"/>
              </a:cxn>
              <a:cxn ang="0">
                <a:pos x="T4" y="T5"/>
              </a:cxn>
              <a:cxn ang="0">
                <a:pos x="T6" y="T7"/>
              </a:cxn>
              <a:cxn ang="0">
                <a:pos x="T8" y="T9"/>
              </a:cxn>
            </a:cxnLst>
            <a:rect l="0" t="0" r="r" b="b"/>
            <a:pathLst>
              <a:path w="140" h="93">
                <a:moveTo>
                  <a:pt x="19" y="93"/>
                </a:moveTo>
                <a:lnTo>
                  <a:pt x="0" y="93"/>
                </a:lnTo>
                <a:lnTo>
                  <a:pt x="121" y="0"/>
                </a:lnTo>
                <a:lnTo>
                  <a:pt x="140" y="0"/>
                </a:lnTo>
                <a:lnTo>
                  <a:pt x="19" y="93"/>
                </a:lnTo>
                <a:close/>
              </a:path>
            </a:pathLst>
          </a:custGeom>
          <a:solidFill>
            <a:srgbClr val="9E9E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45"/>
          <p:cNvSpPr>
            <a:spLocks/>
          </p:cNvSpPr>
          <p:nvPr/>
        </p:nvSpPr>
        <p:spPr bwMode="auto">
          <a:xfrm>
            <a:off x="9045575" y="3421640"/>
            <a:ext cx="220662" cy="147638"/>
          </a:xfrm>
          <a:custGeom>
            <a:avLst/>
            <a:gdLst>
              <a:gd name="T0" fmla="*/ 18 w 139"/>
              <a:gd name="T1" fmla="*/ 93 h 93"/>
              <a:gd name="T2" fmla="*/ 0 w 139"/>
              <a:gd name="T3" fmla="*/ 93 h 93"/>
              <a:gd name="T4" fmla="*/ 120 w 139"/>
              <a:gd name="T5" fmla="*/ 0 h 93"/>
              <a:gd name="T6" fmla="*/ 139 w 139"/>
              <a:gd name="T7" fmla="*/ 0 h 93"/>
              <a:gd name="T8" fmla="*/ 18 w 139"/>
              <a:gd name="T9" fmla="*/ 93 h 93"/>
            </a:gdLst>
            <a:ahLst/>
            <a:cxnLst>
              <a:cxn ang="0">
                <a:pos x="T0" y="T1"/>
              </a:cxn>
              <a:cxn ang="0">
                <a:pos x="T2" y="T3"/>
              </a:cxn>
              <a:cxn ang="0">
                <a:pos x="T4" y="T5"/>
              </a:cxn>
              <a:cxn ang="0">
                <a:pos x="T6" y="T7"/>
              </a:cxn>
              <a:cxn ang="0">
                <a:pos x="T8" y="T9"/>
              </a:cxn>
            </a:cxnLst>
            <a:rect l="0" t="0" r="r" b="b"/>
            <a:pathLst>
              <a:path w="139" h="93">
                <a:moveTo>
                  <a:pt x="18" y="93"/>
                </a:moveTo>
                <a:lnTo>
                  <a:pt x="0" y="93"/>
                </a:lnTo>
                <a:lnTo>
                  <a:pt x="120" y="0"/>
                </a:lnTo>
                <a:lnTo>
                  <a:pt x="139" y="0"/>
                </a:lnTo>
                <a:lnTo>
                  <a:pt x="18" y="93"/>
                </a:lnTo>
                <a:close/>
              </a:path>
            </a:pathLst>
          </a:custGeom>
          <a:solidFill>
            <a:srgbClr val="9E9E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46"/>
          <p:cNvSpPr>
            <a:spLocks/>
          </p:cNvSpPr>
          <p:nvPr/>
        </p:nvSpPr>
        <p:spPr bwMode="auto">
          <a:xfrm>
            <a:off x="9266237" y="3426402"/>
            <a:ext cx="420687" cy="127000"/>
          </a:xfrm>
          <a:custGeom>
            <a:avLst/>
            <a:gdLst>
              <a:gd name="T0" fmla="*/ 100 w 112"/>
              <a:gd name="T1" fmla="*/ 17 h 34"/>
              <a:gd name="T2" fmla="*/ 34 w 112"/>
              <a:gd name="T3" fmla="*/ 34 h 34"/>
              <a:gd name="T4" fmla="*/ 12 w 112"/>
              <a:gd name="T5" fmla="*/ 17 h 34"/>
              <a:gd name="T6" fmla="*/ 79 w 112"/>
              <a:gd name="T7" fmla="*/ 0 h 34"/>
              <a:gd name="T8" fmla="*/ 100 w 112"/>
              <a:gd name="T9" fmla="*/ 17 h 34"/>
            </a:gdLst>
            <a:ahLst/>
            <a:cxnLst>
              <a:cxn ang="0">
                <a:pos x="T0" y="T1"/>
              </a:cxn>
              <a:cxn ang="0">
                <a:pos x="T2" y="T3"/>
              </a:cxn>
              <a:cxn ang="0">
                <a:pos x="T4" y="T5"/>
              </a:cxn>
              <a:cxn ang="0">
                <a:pos x="T6" y="T7"/>
              </a:cxn>
              <a:cxn ang="0">
                <a:pos x="T8" y="T9"/>
              </a:cxn>
            </a:cxnLst>
            <a:rect l="0" t="0" r="r" b="b"/>
            <a:pathLst>
              <a:path w="112" h="34">
                <a:moveTo>
                  <a:pt x="100" y="17"/>
                </a:moveTo>
                <a:cubicBezTo>
                  <a:pt x="88" y="26"/>
                  <a:pt x="58" y="34"/>
                  <a:pt x="34" y="34"/>
                </a:cubicBezTo>
                <a:cubicBezTo>
                  <a:pt x="10" y="34"/>
                  <a:pt x="0" y="26"/>
                  <a:pt x="12" y="17"/>
                </a:cubicBezTo>
                <a:cubicBezTo>
                  <a:pt x="25" y="8"/>
                  <a:pt x="54" y="0"/>
                  <a:pt x="79" y="0"/>
                </a:cubicBezTo>
                <a:cubicBezTo>
                  <a:pt x="103" y="0"/>
                  <a:pt x="112" y="8"/>
                  <a:pt x="100" y="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47"/>
          <p:cNvSpPr>
            <a:spLocks noEditPoints="1"/>
          </p:cNvSpPr>
          <p:nvPr/>
        </p:nvSpPr>
        <p:spPr bwMode="auto">
          <a:xfrm>
            <a:off x="9228137" y="3415290"/>
            <a:ext cx="500062" cy="150813"/>
          </a:xfrm>
          <a:custGeom>
            <a:avLst/>
            <a:gdLst>
              <a:gd name="T0" fmla="*/ 40 w 133"/>
              <a:gd name="T1" fmla="*/ 40 h 40"/>
              <a:gd name="T2" fmla="*/ 14 w 133"/>
              <a:gd name="T3" fmla="*/ 20 h 40"/>
              <a:gd name="T4" fmla="*/ 93 w 133"/>
              <a:gd name="T5" fmla="*/ 0 h 40"/>
              <a:gd name="T6" fmla="*/ 118 w 133"/>
              <a:gd name="T7" fmla="*/ 20 h 40"/>
              <a:gd name="T8" fmla="*/ 40 w 133"/>
              <a:gd name="T9" fmla="*/ 40 h 40"/>
              <a:gd name="T10" fmla="*/ 84 w 133"/>
              <a:gd name="T11" fmla="*/ 6 h 40"/>
              <a:gd name="T12" fmla="*/ 30 w 133"/>
              <a:gd name="T13" fmla="*/ 20 h 40"/>
              <a:gd name="T14" fmla="*/ 48 w 133"/>
              <a:gd name="T15" fmla="*/ 34 h 40"/>
              <a:gd name="T16" fmla="*/ 102 w 133"/>
              <a:gd name="T17" fmla="*/ 20 h 40"/>
              <a:gd name="T18" fmla="*/ 84 w 133"/>
              <a:gd name="T19"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40">
                <a:moveTo>
                  <a:pt x="40" y="40"/>
                </a:moveTo>
                <a:cubicBezTo>
                  <a:pt x="11" y="40"/>
                  <a:pt x="0" y="31"/>
                  <a:pt x="14" y="20"/>
                </a:cubicBezTo>
                <a:cubicBezTo>
                  <a:pt x="29" y="9"/>
                  <a:pt x="64" y="0"/>
                  <a:pt x="93" y="0"/>
                </a:cubicBezTo>
                <a:cubicBezTo>
                  <a:pt x="121" y="0"/>
                  <a:pt x="133" y="9"/>
                  <a:pt x="118" y="20"/>
                </a:cubicBezTo>
                <a:cubicBezTo>
                  <a:pt x="103" y="31"/>
                  <a:pt x="68" y="40"/>
                  <a:pt x="40" y="40"/>
                </a:cubicBezTo>
                <a:close/>
                <a:moveTo>
                  <a:pt x="84" y="6"/>
                </a:moveTo>
                <a:cubicBezTo>
                  <a:pt x="65" y="6"/>
                  <a:pt x="41" y="12"/>
                  <a:pt x="30" y="20"/>
                </a:cubicBezTo>
                <a:cubicBezTo>
                  <a:pt x="20" y="28"/>
                  <a:pt x="28" y="34"/>
                  <a:pt x="48" y="34"/>
                </a:cubicBezTo>
                <a:cubicBezTo>
                  <a:pt x="68" y="34"/>
                  <a:pt x="92" y="28"/>
                  <a:pt x="102" y="20"/>
                </a:cubicBezTo>
                <a:cubicBezTo>
                  <a:pt x="112" y="12"/>
                  <a:pt x="104" y="6"/>
                  <a:pt x="84" y="6"/>
                </a:cubicBezTo>
                <a:close/>
              </a:path>
            </a:pathLst>
          </a:custGeom>
          <a:solidFill>
            <a:srgbClr val="936CAF"/>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8" name="Freeform 48"/>
          <p:cNvSpPr>
            <a:spLocks/>
          </p:cNvSpPr>
          <p:nvPr/>
        </p:nvSpPr>
        <p:spPr bwMode="auto">
          <a:xfrm>
            <a:off x="9626600" y="3421640"/>
            <a:ext cx="222250" cy="147638"/>
          </a:xfrm>
          <a:custGeom>
            <a:avLst/>
            <a:gdLst>
              <a:gd name="T0" fmla="*/ 19 w 140"/>
              <a:gd name="T1" fmla="*/ 93 h 93"/>
              <a:gd name="T2" fmla="*/ 0 w 140"/>
              <a:gd name="T3" fmla="*/ 93 h 93"/>
              <a:gd name="T4" fmla="*/ 121 w 140"/>
              <a:gd name="T5" fmla="*/ 0 h 93"/>
              <a:gd name="T6" fmla="*/ 140 w 140"/>
              <a:gd name="T7" fmla="*/ 0 h 93"/>
              <a:gd name="T8" fmla="*/ 19 w 140"/>
              <a:gd name="T9" fmla="*/ 93 h 93"/>
            </a:gdLst>
            <a:ahLst/>
            <a:cxnLst>
              <a:cxn ang="0">
                <a:pos x="T0" y="T1"/>
              </a:cxn>
              <a:cxn ang="0">
                <a:pos x="T2" y="T3"/>
              </a:cxn>
              <a:cxn ang="0">
                <a:pos x="T4" y="T5"/>
              </a:cxn>
              <a:cxn ang="0">
                <a:pos x="T6" y="T7"/>
              </a:cxn>
              <a:cxn ang="0">
                <a:pos x="T8" y="T9"/>
              </a:cxn>
            </a:cxnLst>
            <a:rect l="0" t="0" r="r" b="b"/>
            <a:pathLst>
              <a:path w="140" h="93">
                <a:moveTo>
                  <a:pt x="19" y="93"/>
                </a:moveTo>
                <a:lnTo>
                  <a:pt x="0" y="93"/>
                </a:lnTo>
                <a:lnTo>
                  <a:pt x="121" y="0"/>
                </a:lnTo>
                <a:lnTo>
                  <a:pt x="140" y="0"/>
                </a:lnTo>
                <a:lnTo>
                  <a:pt x="19" y="93"/>
                </a:lnTo>
                <a:close/>
              </a:path>
            </a:pathLst>
          </a:custGeom>
          <a:solidFill>
            <a:srgbClr val="9E9E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49"/>
          <p:cNvSpPr>
            <a:spLocks/>
          </p:cNvSpPr>
          <p:nvPr/>
        </p:nvSpPr>
        <p:spPr bwMode="auto">
          <a:xfrm>
            <a:off x="9890125" y="3421640"/>
            <a:ext cx="217487" cy="147638"/>
          </a:xfrm>
          <a:custGeom>
            <a:avLst/>
            <a:gdLst>
              <a:gd name="T0" fmla="*/ 16 w 137"/>
              <a:gd name="T1" fmla="*/ 93 h 93"/>
              <a:gd name="T2" fmla="*/ 0 w 137"/>
              <a:gd name="T3" fmla="*/ 93 h 93"/>
              <a:gd name="T4" fmla="*/ 120 w 137"/>
              <a:gd name="T5" fmla="*/ 0 h 93"/>
              <a:gd name="T6" fmla="*/ 137 w 137"/>
              <a:gd name="T7" fmla="*/ 0 h 93"/>
              <a:gd name="T8" fmla="*/ 16 w 137"/>
              <a:gd name="T9" fmla="*/ 93 h 93"/>
            </a:gdLst>
            <a:ahLst/>
            <a:cxnLst>
              <a:cxn ang="0">
                <a:pos x="T0" y="T1"/>
              </a:cxn>
              <a:cxn ang="0">
                <a:pos x="T2" y="T3"/>
              </a:cxn>
              <a:cxn ang="0">
                <a:pos x="T4" y="T5"/>
              </a:cxn>
              <a:cxn ang="0">
                <a:pos x="T6" y="T7"/>
              </a:cxn>
              <a:cxn ang="0">
                <a:pos x="T8" y="T9"/>
              </a:cxn>
            </a:cxnLst>
            <a:rect l="0" t="0" r="r" b="b"/>
            <a:pathLst>
              <a:path w="137" h="93">
                <a:moveTo>
                  <a:pt x="16" y="93"/>
                </a:moveTo>
                <a:lnTo>
                  <a:pt x="0" y="93"/>
                </a:lnTo>
                <a:lnTo>
                  <a:pt x="120" y="0"/>
                </a:lnTo>
                <a:lnTo>
                  <a:pt x="137" y="0"/>
                </a:lnTo>
                <a:lnTo>
                  <a:pt x="16" y="93"/>
                </a:lnTo>
                <a:close/>
              </a:path>
            </a:pathLst>
          </a:custGeom>
          <a:solidFill>
            <a:srgbClr val="9E9E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50"/>
          <p:cNvSpPr>
            <a:spLocks/>
          </p:cNvSpPr>
          <p:nvPr/>
        </p:nvSpPr>
        <p:spPr bwMode="auto">
          <a:xfrm>
            <a:off x="10148887" y="3421640"/>
            <a:ext cx="217487" cy="147638"/>
          </a:xfrm>
          <a:custGeom>
            <a:avLst/>
            <a:gdLst>
              <a:gd name="T0" fmla="*/ 19 w 137"/>
              <a:gd name="T1" fmla="*/ 93 h 93"/>
              <a:gd name="T2" fmla="*/ 0 w 137"/>
              <a:gd name="T3" fmla="*/ 93 h 93"/>
              <a:gd name="T4" fmla="*/ 120 w 137"/>
              <a:gd name="T5" fmla="*/ 0 h 93"/>
              <a:gd name="T6" fmla="*/ 137 w 137"/>
              <a:gd name="T7" fmla="*/ 0 h 93"/>
              <a:gd name="T8" fmla="*/ 19 w 137"/>
              <a:gd name="T9" fmla="*/ 93 h 93"/>
            </a:gdLst>
            <a:ahLst/>
            <a:cxnLst>
              <a:cxn ang="0">
                <a:pos x="T0" y="T1"/>
              </a:cxn>
              <a:cxn ang="0">
                <a:pos x="T2" y="T3"/>
              </a:cxn>
              <a:cxn ang="0">
                <a:pos x="T4" y="T5"/>
              </a:cxn>
              <a:cxn ang="0">
                <a:pos x="T6" y="T7"/>
              </a:cxn>
              <a:cxn ang="0">
                <a:pos x="T8" y="T9"/>
              </a:cxn>
            </a:cxnLst>
            <a:rect l="0" t="0" r="r" b="b"/>
            <a:pathLst>
              <a:path w="137" h="93">
                <a:moveTo>
                  <a:pt x="19" y="93"/>
                </a:moveTo>
                <a:lnTo>
                  <a:pt x="0" y="93"/>
                </a:lnTo>
                <a:lnTo>
                  <a:pt x="120" y="0"/>
                </a:lnTo>
                <a:lnTo>
                  <a:pt x="137" y="0"/>
                </a:lnTo>
                <a:lnTo>
                  <a:pt x="19" y="93"/>
                </a:lnTo>
                <a:close/>
              </a:path>
            </a:pathLst>
          </a:custGeom>
          <a:solidFill>
            <a:srgbClr val="9E9E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51"/>
          <p:cNvSpPr>
            <a:spLocks/>
          </p:cNvSpPr>
          <p:nvPr/>
        </p:nvSpPr>
        <p:spPr bwMode="auto">
          <a:xfrm>
            <a:off x="10407650" y="3421640"/>
            <a:ext cx="222250" cy="147638"/>
          </a:xfrm>
          <a:custGeom>
            <a:avLst/>
            <a:gdLst>
              <a:gd name="T0" fmla="*/ 19 w 140"/>
              <a:gd name="T1" fmla="*/ 93 h 93"/>
              <a:gd name="T2" fmla="*/ 0 w 140"/>
              <a:gd name="T3" fmla="*/ 93 h 93"/>
              <a:gd name="T4" fmla="*/ 121 w 140"/>
              <a:gd name="T5" fmla="*/ 0 h 93"/>
              <a:gd name="T6" fmla="*/ 140 w 140"/>
              <a:gd name="T7" fmla="*/ 0 h 93"/>
              <a:gd name="T8" fmla="*/ 19 w 140"/>
              <a:gd name="T9" fmla="*/ 93 h 93"/>
            </a:gdLst>
            <a:ahLst/>
            <a:cxnLst>
              <a:cxn ang="0">
                <a:pos x="T0" y="T1"/>
              </a:cxn>
              <a:cxn ang="0">
                <a:pos x="T2" y="T3"/>
              </a:cxn>
              <a:cxn ang="0">
                <a:pos x="T4" y="T5"/>
              </a:cxn>
              <a:cxn ang="0">
                <a:pos x="T6" y="T7"/>
              </a:cxn>
              <a:cxn ang="0">
                <a:pos x="T8" y="T9"/>
              </a:cxn>
            </a:cxnLst>
            <a:rect l="0" t="0" r="r" b="b"/>
            <a:pathLst>
              <a:path w="140" h="93">
                <a:moveTo>
                  <a:pt x="19" y="93"/>
                </a:moveTo>
                <a:lnTo>
                  <a:pt x="0" y="93"/>
                </a:lnTo>
                <a:lnTo>
                  <a:pt x="121" y="0"/>
                </a:lnTo>
                <a:lnTo>
                  <a:pt x="140" y="0"/>
                </a:lnTo>
                <a:lnTo>
                  <a:pt x="19" y="93"/>
                </a:lnTo>
                <a:close/>
              </a:path>
            </a:pathLst>
          </a:custGeom>
          <a:solidFill>
            <a:srgbClr val="9E9E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52"/>
          <p:cNvSpPr>
            <a:spLocks/>
          </p:cNvSpPr>
          <p:nvPr/>
        </p:nvSpPr>
        <p:spPr bwMode="auto">
          <a:xfrm>
            <a:off x="10629900" y="3426402"/>
            <a:ext cx="423862" cy="127000"/>
          </a:xfrm>
          <a:custGeom>
            <a:avLst/>
            <a:gdLst>
              <a:gd name="T0" fmla="*/ 100 w 113"/>
              <a:gd name="T1" fmla="*/ 17 h 34"/>
              <a:gd name="T2" fmla="*/ 34 w 113"/>
              <a:gd name="T3" fmla="*/ 34 h 34"/>
              <a:gd name="T4" fmla="*/ 13 w 113"/>
              <a:gd name="T5" fmla="*/ 17 h 34"/>
              <a:gd name="T6" fmla="*/ 79 w 113"/>
              <a:gd name="T7" fmla="*/ 0 h 34"/>
              <a:gd name="T8" fmla="*/ 100 w 113"/>
              <a:gd name="T9" fmla="*/ 17 h 34"/>
            </a:gdLst>
            <a:ahLst/>
            <a:cxnLst>
              <a:cxn ang="0">
                <a:pos x="T0" y="T1"/>
              </a:cxn>
              <a:cxn ang="0">
                <a:pos x="T2" y="T3"/>
              </a:cxn>
              <a:cxn ang="0">
                <a:pos x="T4" y="T5"/>
              </a:cxn>
              <a:cxn ang="0">
                <a:pos x="T6" y="T7"/>
              </a:cxn>
              <a:cxn ang="0">
                <a:pos x="T8" y="T9"/>
              </a:cxn>
            </a:cxnLst>
            <a:rect l="0" t="0" r="r" b="b"/>
            <a:pathLst>
              <a:path w="113" h="34">
                <a:moveTo>
                  <a:pt x="100" y="17"/>
                </a:moveTo>
                <a:cubicBezTo>
                  <a:pt x="88" y="26"/>
                  <a:pt x="58" y="34"/>
                  <a:pt x="34" y="34"/>
                </a:cubicBezTo>
                <a:cubicBezTo>
                  <a:pt x="10" y="34"/>
                  <a:pt x="0" y="26"/>
                  <a:pt x="13" y="17"/>
                </a:cubicBezTo>
                <a:cubicBezTo>
                  <a:pt x="25" y="8"/>
                  <a:pt x="55" y="0"/>
                  <a:pt x="79" y="0"/>
                </a:cubicBezTo>
                <a:cubicBezTo>
                  <a:pt x="103" y="0"/>
                  <a:pt x="113" y="8"/>
                  <a:pt x="100" y="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53"/>
          <p:cNvSpPr>
            <a:spLocks noEditPoints="1"/>
          </p:cNvSpPr>
          <p:nvPr/>
        </p:nvSpPr>
        <p:spPr bwMode="auto">
          <a:xfrm>
            <a:off x="10591800" y="3415290"/>
            <a:ext cx="498475" cy="150813"/>
          </a:xfrm>
          <a:custGeom>
            <a:avLst/>
            <a:gdLst>
              <a:gd name="T0" fmla="*/ 40 w 133"/>
              <a:gd name="T1" fmla="*/ 40 h 40"/>
              <a:gd name="T2" fmla="*/ 15 w 133"/>
              <a:gd name="T3" fmla="*/ 20 h 40"/>
              <a:gd name="T4" fmla="*/ 93 w 133"/>
              <a:gd name="T5" fmla="*/ 0 h 40"/>
              <a:gd name="T6" fmla="*/ 118 w 133"/>
              <a:gd name="T7" fmla="*/ 20 h 40"/>
              <a:gd name="T8" fmla="*/ 40 w 133"/>
              <a:gd name="T9" fmla="*/ 40 h 40"/>
              <a:gd name="T10" fmla="*/ 85 w 133"/>
              <a:gd name="T11" fmla="*/ 6 h 40"/>
              <a:gd name="T12" fmla="*/ 31 w 133"/>
              <a:gd name="T13" fmla="*/ 20 h 40"/>
              <a:gd name="T14" fmla="*/ 48 w 133"/>
              <a:gd name="T15" fmla="*/ 34 h 40"/>
              <a:gd name="T16" fmla="*/ 102 w 133"/>
              <a:gd name="T17" fmla="*/ 20 h 40"/>
              <a:gd name="T18" fmla="*/ 85 w 133"/>
              <a:gd name="T19"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40">
                <a:moveTo>
                  <a:pt x="40" y="40"/>
                </a:moveTo>
                <a:cubicBezTo>
                  <a:pt x="11" y="40"/>
                  <a:pt x="0" y="31"/>
                  <a:pt x="15" y="20"/>
                </a:cubicBezTo>
                <a:cubicBezTo>
                  <a:pt x="29" y="9"/>
                  <a:pt x="64" y="0"/>
                  <a:pt x="93" y="0"/>
                </a:cubicBezTo>
                <a:cubicBezTo>
                  <a:pt x="122" y="0"/>
                  <a:pt x="133" y="9"/>
                  <a:pt x="118" y="20"/>
                </a:cubicBezTo>
                <a:cubicBezTo>
                  <a:pt x="104" y="31"/>
                  <a:pt x="69" y="40"/>
                  <a:pt x="40" y="40"/>
                </a:cubicBezTo>
                <a:close/>
                <a:moveTo>
                  <a:pt x="85" y="6"/>
                </a:moveTo>
                <a:cubicBezTo>
                  <a:pt x="65" y="6"/>
                  <a:pt x="41" y="12"/>
                  <a:pt x="31" y="20"/>
                </a:cubicBezTo>
                <a:cubicBezTo>
                  <a:pt x="21" y="28"/>
                  <a:pt x="29" y="34"/>
                  <a:pt x="48" y="34"/>
                </a:cubicBezTo>
                <a:cubicBezTo>
                  <a:pt x="68" y="34"/>
                  <a:pt x="92" y="28"/>
                  <a:pt x="102" y="20"/>
                </a:cubicBezTo>
                <a:cubicBezTo>
                  <a:pt x="112" y="12"/>
                  <a:pt x="104" y="6"/>
                  <a:pt x="85" y="6"/>
                </a:cubicBezTo>
                <a:close/>
              </a:path>
            </a:pathLst>
          </a:custGeom>
          <a:solidFill>
            <a:srgbClr val="39AC9A"/>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4" name="Oval 54"/>
          <p:cNvSpPr>
            <a:spLocks noChangeArrowheads="1"/>
          </p:cNvSpPr>
          <p:nvPr/>
        </p:nvSpPr>
        <p:spPr bwMode="auto">
          <a:xfrm>
            <a:off x="819150" y="2204027"/>
            <a:ext cx="1001712" cy="1003300"/>
          </a:xfrm>
          <a:prstGeom prst="ellipse">
            <a:avLst/>
          </a:prstGeom>
          <a:solidFill>
            <a:srgbClr val="39AC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55"/>
          <p:cNvSpPr>
            <a:spLocks/>
          </p:cNvSpPr>
          <p:nvPr/>
        </p:nvSpPr>
        <p:spPr bwMode="auto">
          <a:xfrm>
            <a:off x="1201737" y="3046990"/>
            <a:ext cx="236537" cy="404813"/>
          </a:xfrm>
          <a:custGeom>
            <a:avLst/>
            <a:gdLst>
              <a:gd name="T0" fmla="*/ 0 w 149"/>
              <a:gd name="T1" fmla="*/ 0 h 255"/>
              <a:gd name="T2" fmla="*/ 149 w 149"/>
              <a:gd name="T3" fmla="*/ 0 h 255"/>
              <a:gd name="T4" fmla="*/ 74 w 149"/>
              <a:gd name="T5" fmla="*/ 255 h 255"/>
              <a:gd name="T6" fmla="*/ 0 w 149"/>
              <a:gd name="T7" fmla="*/ 0 h 255"/>
            </a:gdLst>
            <a:ahLst/>
            <a:cxnLst>
              <a:cxn ang="0">
                <a:pos x="T0" y="T1"/>
              </a:cxn>
              <a:cxn ang="0">
                <a:pos x="T2" y="T3"/>
              </a:cxn>
              <a:cxn ang="0">
                <a:pos x="T4" y="T5"/>
              </a:cxn>
              <a:cxn ang="0">
                <a:pos x="T6" y="T7"/>
              </a:cxn>
            </a:cxnLst>
            <a:rect l="0" t="0" r="r" b="b"/>
            <a:pathLst>
              <a:path w="149" h="255">
                <a:moveTo>
                  <a:pt x="0" y="0"/>
                </a:moveTo>
                <a:lnTo>
                  <a:pt x="149" y="0"/>
                </a:lnTo>
                <a:lnTo>
                  <a:pt x="74" y="255"/>
                </a:lnTo>
                <a:lnTo>
                  <a:pt x="0" y="0"/>
                </a:lnTo>
                <a:close/>
              </a:path>
            </a:pathLst>
          </a:custGeom>
          <a:solidFill>
            <a:srgbClr val="39AC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4" name="组合 3"/>
          <p:cNvGrpSpPr/>
          <p:nvPr/>
        </p:nvGrpSpPr>
        <p:grpSpPr>
          <a:xfrm>
            <a:off x="2343150" y="3505777"/>
            <a:ext cx="642937" cy="796926"/>
            <a:chOff x="2343150" y="4337050"/>
            <a:chExt cx="642937" cy="796926"/>
          </a:xfrm>
          <a:solidFill>
            <a:srgbClr val="5EC6D3"/>
          </a:solidFill>
        </p:grpSpPr>
        <p:sp>
          <p:nvSpPr>
            <p:cNvPr id="71" name="Oval 71"/>
            <p:cNvSpPr>
              <a:spLocks noChangeArrowheads="1"/>
            </p:cNvSpPr>
            <p:nvPr/>
          </p:nvSpPr>
          <p:spPr bwMode="auto">
            <a:xfrm>
              <a:off x="2343150" y="4491038"/>
              <a:ext cx="642937" cy="6429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dirty="0"/>
            </a:p>
          </p:txBody>
        </p:sp>
        <p:sp>
          <p:nvSpPr>
            <p:cNvPr id="72" name="Freeform 72"/>
            <p:cNvSpPr>
              <a:spLocks/>
            </p:cNvSpPr>
            <p:nvPr/>
          </p:nvSpPr>
          <p:spPr bwMode="auto">
            <a:xfrm>
              <a:off x="2587625" y="4337050"/>
              <a:ext cx="149225" cy="258763"/>
            </a:xfrm>
            <a:custGeom>
              <a:avLst/>
              <a:gdLst>
                <a:gd name="T0" fmla="*/ 94 w 94"/>
                <a:gd name="T1" fmla="*/ 163 h 163"/>
                <a:gd name="T2" fmla="*/ 0 w 94"/>
                <a:gd name="T3" fmla="*/ 163 h 163"/>
                <a:gd name="T4" fmla="*/ 47 w 94"/>
                <a:gd name="T5" fmla="*/ 0 h 163"/>
                <a:gd name="T6" fmla="*/ 94 w 94"/>
                <a:gd name="T7" fmla="*/ 163 h 163"/>
              </a:gdLst>
              <a:ahLst/>
              <a:cxnLst>
                <a:cxn ang="0">
                  <a:pos x="T0" y="T1"/>
                </a:cxn>
                <a:cxn ang="0">
                  <a:pos x="T2" y="T3"/>
                </a:cxn>
                <a:cxn ang="0">
                  <a:pos x="T4" y="T5"/>
                </a:cxn>
                <a:cxn ang="0">
                  <a:pos x="T6" y="T7"/>
                </a:cxn>
              </a:cxnLst>
              <a:rect l="0" t="0" r="r" b="b"/>
              <a:pathLst>
                <a:path w="94" h="163">
                  <a:moveTo>
                    <a:pt x="94" y="163"/>
                  </a:moveTo>
                  <a:lnTo>
                    <a:pt x="0" y="163"/>
                  </a:lnTo>
                  <a:lnTo>
                    <a:pt x="47" y="0"/>
                  </a:lnTo>
                  <a:lnTo>
                    <a:pt x="94" y="1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 name="组合 2"/>
          <p:cNvGrpSpPr/>
          <p:nvPr/>
        </p:nvGrpSpPr>
        <p:grpSpPr>
          <a:xfrm>
            <a:off x="6413570" y="2673927"/>
            <a:ext cx="642937" cy="796926"/>
            <a:chOff x="7805737" y="3505200"/>
            <a:chExt cx="642937" cy="796926"/>
          </a:xfrm>
        </p:grpSpPr>
        <p:sp>
          <p:nvSpPr>
            <p:cNvPr id="77" name="Oval 77"/>
            <p:cNvSpPr>
              <a:spLocks noChangeArrowheads="1"/>
            </p:cNvSpPr>
            <p:nvPr/>
          </p:nvSpPr>
          <p:spPr bwMode="auto">
            <a:xfrm>
              <a:off x="7805737" y="3505200"/>
              <a:ext cx="642937" cy="642938"/>
            </a:xfrm>
            <a:prstGeom prst="ellipse">
              <a:avLst/>
            </a:pr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78"/>
            <p:cNvSpPr>
              <a:spLocks/>
            </p:cNvSpPr>
            <p:nvPr/>
          </p:nvSpPr>
          <p:spPr bwMode="auto">
            <a:xfrm>
              <a:off x="8050212" y="4043363"/>
              <a:ext cx="153987" cy="258763"/>
            </a:xfrm>
            <a:custGeom>
              <a:avLst/>
              <a:gdLst>
                <a:gd name="T0" fmla="*/ 0 w 97"/>
                <a:gd name="T1" fmla="*/ 0 h 163"/>
                <a:gd name="T2" fmla="*/ 97 w 97"/>
                <a:gd name="T3" fmla="*/ 0 h 163"/>
                <a:gd name="T4" fmla="*/ 50 w 97"/>
                <a:gd name="T5" fmla="*/ 163 h 163"/>
                <a:gd name="T6" fmla="*/ 0 w 97"/>
                <a:gd name="T7" fmla="*/ 0 h 163"/>
              </a:gdLst>
              <a:ahLst/>
              <a:cxnLst>
                <a:cxn ang="0">
                  <a:pos x="T0" y="T1"/>
                </a:cxn>
                <a:cxn ang="0">
                  <a:pos x="T2" y="T3"/>
                </a:cxn>
                <a:cxn ang="0">
                  <a:pos x="T4" y="T5"/>
                </a:cxn>
                <a:cxn ang="0">
                  <a:pos x="T6" y="T7"/>
                </a:cxn>
              </a:cxnLst>
              <a:rect l="0" t="0" r="r" b="b"/>
              <a:pathLst>
                <a:path w="97" h="163">
                  <a:moveTo>
                    <a:pt x="0" y="0"/>
                  </a:moveTo>
                  <a:lnTo>
                    <a:pt x="97" y="0"/>
                  </a:lnTo>
                  <a:lnTo>
                    <a:pt x="50" y="163"/>
                  </a:lnTo>
                  <a:lnTo>
                    <a:pt x="0" y="0"/>
                  </a:ln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21" name="组合 120"/>
          <p:cNvGrpSpPr/>
          <p:nvPr/>
        </p:nvGrpSpPr>
        <p:grpSpPr>
          <a:xfrm>
            <a:off x="10768012" y="2948565"/>
            <a:ext cx="604838" cy="552450"/>
            <a:chOff x="10768012" y="3779838"/>
            <a:chExt cx="604838" cy="552450"/>
          </a:xfrm>
          <a:solidFill>
            <a:srgbClr val="39AC9A"/>
          </a:solidFill>
        </p:grpSpPr>
        <p:sp>
          <p:nvSpPr>
            <p:cNvPr id="83" name="Freeform 83"/>
            <p:cNvSpPr>
              <a:spLocks/>
            </p:cNvSpPr>
            <p:nvPr/>
          </p:nvSpPr>
          <p:spPr bwMode="auto">
            <a:xfrm>
              <a:off x="10768012" y="3790950"/>
              <a:ext cx="285750" cy="541338"/>
            </a:xfrm>
            <a:custGeom>
              <a:avLst/>
              <a:gdLst>
                <a:gd name="T0" fmla="*/ 36 w 76"/>
                <a:gd name="T1" fmla="*/ 80 h 144"/>
                <a:gd name="T2" fmla="*/ 2 w 76"/>
                <a:gd name="T3" fmla="*/ 143 h 144"/>
                <a:gd name="T4" fmla="*/ 27 w 76"/>
                <a:gd name="T5" fmla="*/ 76 h 144"/>
                <a:gd name="T6" fmla="*/ 65 w 76"/>
                <a:gd name="T7" fmla="*/ 5 h 144"/>
                <a:gd name="T8" fmla="*/ 36 w 76"/>
                <a:gd name="T9" fmla="*/ 80 h 144"/>
              </a:gdLst>
              <a:ahLst/>
              <a:cxnLst>
                <a:cxn ang="0">
                  <a:pos x="T0" y="T1"/>
                </a:cxn>
                <a:cxn ang="0">
                  <a:pos x="T2" y="T3"/>
                </a:cxn>
                <a:cxn ang="0">
                  <a:pos x="T4" y="T5"/>
                </a:cxn>
                <a:cxn ang="0">
                  <a:pos x="T6" y="T7"/>
                </a:cxn>
                <a:cxn ang="0">
                  <a:pos x="T8" y="T9"/>
                </a:cxn>
              </a:cxnLst>
              <a:rect l="0" t="0" r="r" b="b"/>
              <a:pathLst>
                <a:path w="76" h="144">
                  <a:moveTo>
                    <a:pt x="36" y="80"/>
                  </a:moveTo>
                  <a:cubicBezTo>
                    <a:pt x="18" y="119"/>
                    <a:pt x="5" y="144"/>
                    <a:pt x="2" y="143"/>
                  </a:cubicBezTo>
                  <a:cubicBezTo>
                    <a:pt x="0" y="141"/>
                    <a:pt x="9" y="115"/>
                    <a:pt x="27" y="76"/>
                  </a:cubicBezTo>
                  <a:cubicBezTo>
                    <a:pt x="45" y="36"/>
                    <a:pt x="54" y="0"/>
                    <a:pt x="65" y="5"/>
                  </a:cubicBezTo>
                  <a:cubicBezTo>
                    <a:pt x="76" y="10"/>
                    <a:pt x="54" y="40"/>
                    <a:pt x="36" y="80"/>
                  </a:cubicBezTo>
                  <a:close/>
                </a:path>
              </a:pathLst>
            </a:custGeom>
            <a:grp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4" name="Freeform 84"/>
            <p:cNvSpPr>
              <a:spLocks/>
            </p:cNvSpPr>
            <p:nvPr/>
          </p:nvSpPr>
          <p:spPr bwMode="auto">
            <a:xfrm>
              <a:off x="10877550" y="3802063"/>
              <a:ext cx="495300" cy="481013"/>
            </a:xfrm>
            <a:custGeom>
              <a:avLst/>
              <a:gdLst>
                <a:gd name="T0" fmla="*/ 28 w 132"/>
                <a:gd name="T1" fmla="*/ 100 h 128"/>
                <a:gd name="T2" fmla="*/ 18 w 132"/>
                <a:gd name="T3" fmla="*/ 94 h 128"/>
                <a:gd name="T4" fmla="*/ 1 w 132"/>
                <a:gd name="T5" fmla="*/ 76 h 128"/>
                <a:gd name="T6" fmla="*/ 0 w 132"/>
                <a:gd name="T7" fmla="*/ 75 h 128"/>
                <a:gd name="T8" fmla="*/ 35 w 132"/>
                <a:gd name="T9" fmla="*/ 0 h 128"/>
                <a:gd name="T10" fmla="*/ 37 w 132"/>
                <a:gd name="T11" fmla="*/ 4 h 128"/>
                <a:gd name="T12" fmla="*/ 58 w 132"/>
                <a:gd name="T13" fmla="*/ 25 h 128"/>
                <a:gd name="T14" fmla="*/ 59 w 132"/>
                <a:gd name="T15" fmla="*/ 26 h 128"/>
                <a:gd name="T16" fmla="*/ 81 w 132"/>
                <a:gd name="T17" fmla="*/ 30 h 128"/>
                <a:gd name="T18" fmla="*/ 107 w 132"/>
                <a:gd name="T19" fmla="*/ 36 h 128"/>
                <a:gd name="T20" fmla="*/ 113 w 132"/>
                <a:gd name="T21" fmla="*/ 39 h 128"/>
                <a:gd name="T22" fmla="*/ 131 w 132"/>
                <a:gd name="T23" fmla="*/ 59 h 128"/>
                <a:gd name="T24" fmla="*/ 132 w 132"/>
                <a:gd name="T25" fmla="*/ 63 h 128"/>
                <a:gd name="T26" fmla="*/ 129 w 132"/>
                <a:gd name="T27" fmla="*/ 62 h 128"/>
                <a:gd name="T28" fmla="*/ 104 w 132"/>
                <a:gd name="T29" fmla="*/ 60 h 128"/>
                <a:gd name="T30" fmla="*/ 88 w 132"/>
                <a:gd name="T31" fmla="*/ 66 h 128"/>
                <a:gd name="T32" fmla="*/ 104 w 132"/>
                <a:gd name="T33" fmla="*/ 94 h 128"/>
                <a:gd name="T34" fmla="*/ 97 w 132"/>
                <a:gd name="T35" fmla="*/ 125 h 128"/>
                <a:gd name="T36" fmla="*/ 96 w 132"/>
                <a:gd name="T37" fmla="*/ 128 h 128"/>
                <a:gd name="T38" fmla="*/ 94 w 132"/>
                <a:gd name="T39" fmla="*/ 125 h 128"/>
                <a:gd name="T40" fmla="*/ 72 w 132"/>
                <a:gd name="T41" fmla="*/ 108 h 128"/>
                <a:gd name="T42" fmla="*/ 61 w 132"/>
                <a:gd name="T43" fmla="*/ 105 h 128"/>
                <a:gd name="T44" fmla="*/ 48 w 132"/>
                <a:gd name="T45" fmla="*/ 104 h 128"/>
                <a:gd name="T46" fmla="*/ 28 w 132"/>
                <a:gd name="T47" fmla="*/ 10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2" h="128">
                  <a:moveTo>
                    <a:pt x="28" y="100"/>
                  </a:moveTo>
                  <a:cubicBezTo>
                    <a:pt x="24" y="98"/>
                    <a:pt x="21" y="96"/>
                    <a:pt x="18" y="94"/>
                  </a:cubicBezTo>
                  <a:cubicBezTo>
                    <a:pt x="8" y="87"/>
                    <a:pt x="1" y="76"/>
                    <a:pt x="1" y="76"/>
                  </a:cubicBezTo>
                  <a:cubicBezTo>
                    <a:pt x="0" y="75"/>
                    <a:pt x="0" y="75"/>
                    <a:pt x="0" y="75"/>
                  </a:cubicBezTo>
                  <a:cubicBezTo>
                    <a:pt x="35" y="0"/>
                    <a:pt x="35" y="0"/>
                    <a:pt x="35" y="0"/>
                  </a:cubicBezTo>
                  <a:cubicBezTo>
                    <a:pt x="37" y="4"/>
                    <a:pt x="37" y="4"/>
                    <a:pt x="37" y="4"/>
                  </a:cubicBezTo>
                  <a:cubicBezTo>
                    <a:pt x="37" y="4"/>
                    <a:pt x="45" y="20"/>
                    <a:pt x="58" y="25"/>
                  </a:cubicBezTo>
                  <a:cubicBezTo>
                    <a:pt x="58" y="25"/>
                    <a:pt x="58" y="26"/>
                    <a:pt x="59" y="26"/>
                  </a:cubicBezTo>
                  <a:cubicBezTo>
                    <a:pt x="67" y="29"/>
                    <a:pt x="74" y="30"/>
                    <a:pt x="81" y="30"/>
                  </a:cubicBezTo>
                  <a:cubicBezTo>
                    <a:pt x="88" y="30"/>
                    <a:pt x="96" y="31"/>
                    <a:pt x="107" y="36"/>
                  </a:cubicBezTo>
                  <a:cubicBezTo>
                    <a:pt x="109" y="37"/>
                    <a:pt x="111" y="38"/>
                    <a:pt x="113" y="39"/>
                  </a:cubicBezTo>
                  <a:cubicBezTo>
                    <a:pt x="125" y="46"/>
                    <a:pt x="131" y="59"/>
                    <a:pt x="131" y="59"/>
                  </a:cubicBezTo>
                  <a:cubicBezTo>
                    <a:pt x="132" y="63"/>
                    <a:pt x="132" y="63"/>
                    <a:pt x="132" y="63"/>
                  </a:cubicBezTo>
                  <a:cubicBezTo>
                    <a:pt x="129" y="62"/>
                    <a:pt x="129" y="62"/>
                    <a:pt x="129" y="62"/>
                  </a:cubicBezTo>
                  <a:cubicBezTo>
                    <a:pt x="128" y="61"/>
                    <a:pt x="115" y="57"/>
                    <a:pt x="104" y="60"/>
                  </a:cubicBezTo>
                  <a:cubicBezTo>
                    <a:pt x="95" y="62"/>
                    <a:pt x="90" y="64"/>
                    <a:pt x="88" y="66"/>
                  </a:cubicBezTo>
                  <a:cubicBezTo>
                    <a:pt x="92" y="70"/>
                    <a:pt x="102" y="83"/>
                    <a:pt x="104" y="94"/>
                  </a:cubicBezTo>
                  <a:cubicBezTo>
                    <a:pt x="107" y="107"/>
                    <a:pt x="98" y="124"/>
                    <a:pt x="97" y="125"/>
                  </a:cubicBezTo>
                  <a:cubicBezTo>
                    <a:pt x="96" y="128"/>
                    <a:pt x="96" y="128"/>
                    <a:pt x="96" y="128"/>
                  </a:cubicBezTo>
                  <a:cubicBezTo>
                    <a:pt x="94" y="125"/>
                    <a:pt x="94" y="125"/>
                    <a:pt x="94" y="125"/>
                  </a:cubicBezTo>
                  <a:cubicBezTo>
                    <a:pt x="94" y="125"/>
                    <a:pt x="85" y="114"/>
                    <a:pt x="72" y="108"/>
                  </a:cubicBezTo>
                  <a:cubicBezTo>
                    <a:pt x="68" y="107"/>
                    <a:pt x="65" y="105"/>
                    <a:pt x="61" y="105"/>
                  </a:cubicBezTo>
                  <a:cubicBezTo>
                    <a:pt x="56" y="104"/>
                    <a:pt x="52" y="104"/>
                    <a:pt x="48" y="104"/>
                  </a:cubicBezTo>
                  <a:cubicBezTo>
                    <a:pt x="40" y="103"/>
                    <a:pt x="35" y="103"/>
                    <a:pt x="28" y="100"/>
                  </a:cubicBezTo>
                  <a:close/>
                </a:path>
              </a:pathLst>
            </a:custGeom>
            <a:grp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5" name="Freeform 85"/>
            <p:cNvSpPr>
              <a:spLocks/>
            </p:cNvSpPr>
            <p:nvPr/>
          </p:nvSpPr>
          <p:spPr bwMode="auto">
            <a:xfrm>
              <a:off x="10883900" y="3817938"/>
              <a:ext cx="477837" cy="450850"/>
            </a:xfrm>
            <a:custGeom>
              <a:avLst/>
              <a:gdLst>
                <a:gd name="T0" fmla="*/ 33 w 127"/>
                <a:gd name="T1" fmla="*/ 0 h 120"/>
                <a:gd name="T2" fmla="*/ 56 w 127"/>
                <a:gd name="T3" fmla="*/ 23 h 120"/>
                <a:gd name="T4" fmla="*/ 110 w 127"/>
                <a:gd name="T5" fmla="*/ 36 h 120"/>
                <a:gd name="T6" fmla="*/ 127 w 127"/>
                <a:gd name="T7" fmla="*/ 56 h 120"/>
                <a:gd name="T8" fmla="*/ 102 w 127"/>
                <a:gd name="T9" fmla="*/ 54 h 120"/>
                <a:gd name="T10" fmla="*/ 83 w 127"/>
                <a:gd name="T11" fmla="*/ 62 h 120"/>
                <a:gd name="T12" fmla="*/ 100 w 127"/>
                <a:gd name="T13" fmla="*/ 90 h 120"/>
                <a:gd name="T14" fmla="*/ 94 w 127"/>
                <a:gd name="T15" fmla="*/ 120 h 120"/>
                <a:gd name="T16" fmla="*/ 59 w 127"/>
                <a:gd name="T17" fmla="*/ 99 h 120"/>
                <a:gd name="T18" fmla="*/ 17 w 127"/>
                <a:gd name="T19" fmla="*/ 89 h 120"/>
                <a:gd name="T20" fmla="*/ 0 w 127"/>
                <a:gd name="T21" fmla="*/ 71 h 120"/>
                <a:gd name="T22" fmla="*/ 33 w 127"/>
                <a:gd name="T23"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7" h="120">
                  <a:moveTo>
                    <a:pt x="33" y="0"/>
                  </a:moveTo>
                  <a:cubicBezTo>
                    <a:pt x="33" y="0"/>
                    <a:pt x="42" y="18"/>
                    <a:pt x="56" y="23"/>
                  </a:cubicBezTo>
                  <a:cubicBezTo>
                    <a:pt x="76" y="32"/>
                    <a:pt x="86" y="23"/>
                    <a:pt x="110" y="36"/>
                  </a:cubicBezTo>
                  <a:cubicBezTo>
                    <a:pt x="122" y="43"/>
                    <a:pt x="127" y="56"/>
                    <a:pt x="127" y="56"/>
                  </a:cubicBezTo>
                  <a:cubicBezTo>
                    <a:pt x="127" y="56"/>
                    <a:pt x="113" y="51"/>
                    <a:pt x="102" y="54"/>
                  </a:cubicBezTo>
                  <a:cubicBezTo>
                    <a:pt x="89" y="57"/>
                    <a:pt x="83" y="62"/>
                    <a:pt x="83" y="62"/>
                  </a:cubicBezTo>
                  <a:cubicBezTo>
                    <a:pt x="83" y="62"/>
                    <a:pt x="98" y="77"/>
                    <a:pt x="100" y="90"/>
                  </a:cubicBezTo>
                  <a:cubicBezTo>
                    <a:pt x="103" y="103"/>
                    <a:pt x="94" y="120"/>
                    <a:pt x="94" y="120"/>
                  </a:cubicBezTo>
                  <a:cubicBezTo>
                    <a:pt x="94" y="120"/>
                    <a:pt x="78" y="102"/>
                    <a:pt x="59" y="99"/>
                  </a:cubicBezTo>
                  <a:cubicBezTo>
                    <a:pt x="41" y="97"/>
                    <a:pt x="33" y="100"/>
                    <a:pt x="17" y="89"/>
                  </a:cubicBezTo>
                  <a:cubicBezTo>
                    <a:pt x="7" y="82"/>
                    <a:pt x="0" y="71"/>
                    <a:pt x="0" y="71"/>
                  </a:cubicBezTo>
                  <a:lnTo>
                    <a:pt x="33" y="0"/>
                  </a:lnTo>
                  <a:close/>
                </a:path>
              </a:pathLst>
            </a:custGeom>
            <a:grp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6" name="Freeform 86"/>
            <p:cNvSpPr>
              <a:spLocks/>
            </p:cNvSpPr>
            <p:nvPr/>
          </p:nvSpPr>
          <p:spPr bwMode="auto">
            <a:xfrm>
              <a:off x="10831512" y="3779838"/>
              <a:ext cx="233362" cy="376238"/>
            </a:xfrm>
            <a:custGeom>
              <a:avLst/>
              <a:gdLst>
                <a:gd name="T0" fmla="*/ 32 w 62"/>
                <a:gd name="T1" fmla="*/ 64 h 100"/>
                <a:gd name="T2" fmla="*/ 8 w 62"/>
                <a:gd name="T3" fmla="*/ 96 h 100"/>
                <a:gd name="T4" fmla="*/ 16 w 62"/>
                <a:gd name="T5" fmla="*/ 57 h 100"/>
                <a:gd name="T6" fmla="*/ 49 w 62"/>
                <a:gd name="T7" fmla="*/ 6 h 100"/>
                <a:gd name="T8" fmla="*/ 32 w 62"/>
                <a:gd name="T9" fmla="*/ 64 h 100"/>
              </a:gdLst>
              <a:ahLst/>
              <a:cxnLst>
                <a:cxn ang="0">
                  <a:pos x="T0" y="T1"/>
                </a:cxn>
                <a:cxn ang="0">
                  <a:pos x="T2" y="T3"/>
                </a:cxn>
                <a:cxn ang="0">
                  <a:pos x="T4" y="T5"/>
                </a:cxn>
                <a:cxn ang="0">
                  <a:pos x="T6" y="T7"/>
                </a:cxn>
                <a:cxn ang="0">
                  <a:pos x="T8" y="T9"/>
                </a:cxn>
              </a:cxnLst>
              <a:rect l="0" t="0" r="r" b="b"/>
              <a:pathLst>
                <a:path w="62" h="100">
                  <a:moveTo>
                    <a:pt x="32" y="64"/>
                  </a:moveTo>
                  <a:cubicBezTo>
                    <a:pt x="20" y="92"/>
                    <a:pt x="16" y="100"/>
                    <a:pt x="8" y="96"/>
                  </a:cubicBezTo>
                  <a:cubicBezTo>
                    <a:pt x="0" y="93"/>
                    <a:pt x="3" y="85"/>
                    <a:pt x="16" y="57"/>
                  </a:cubicBezTo>
                  <a:cubicBezTo>
                    <a:pt x="34" y="17"/>
                    <a:pt x="36" y="0"/>
                    <a:pt x="49" y="6"/>
                  </a:cubicBezTo>
                  <a:cubicBezTo>
                    <a:pt x="62" y="11"/>
                    <a:pt x="50" y="24"/>
                    <a:pt x="32" y="64"/>
                  </a:cubicBezTo>
                  <a:close/>
                </a:path>
              </a:pathLst>
            </a:custGeom>
            <a:grp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7" name="Freeform 87"/>
            <p:cNvSpPr>
              <a:spLocks/>
            </p:cNvSpPr>
            <p:nvPr/>
          </p:nvSpPr>
          <p:spPr bwMode="auto">
            <a:xfrm>
              <a:off x="10977562" y="3798888"/>
              <a:ext cx="57150" cy="36513"/>
            </a:xfrm>
            <a:custGeom>
              <a:avLst/>
              <a:gdLst>
                <a:gd name="T0" fmla="*/ 14 w 15"/>
                <a:gd name="T1" fmla="*/ 8 h 10"/>
                <a:gd name="T2" fmla="*/ 6 w 15"/>
                <a:gd name="T3" fmla="*/ 8 h 10"/>
                <a:gd name="T4" fmla="*/ 1 w 15"/>
                <a:gd name="T5" fmla="*/ 2 h 10"/>
                <a:gd name="T6" fmla="*/ 9 w 15"/>
                <a:gd name="T7" fmla="*/ 2 h 10"/>
                <a:gd name="T8" fmla="*/ 14 w 15"/>
                <a:gd name="T9" fmla="*/ 8 h 10"/>
              </a:gdLst>
              <a:ahLst/>
              <a:cxnLst>
                <a:cxn ang="0">
                  <a:pos x="T0" y="T1"/>
                </a:cxn>
                <a:cxn ang="0">
                  <a:pos x="T2" y="T3"/>
                </a:cxn>
                <a:cxn ang="0">
                  <a:pos x="T4" y="T5"/>
                </a:cxn>
                <a:cxn ang="0">
                  <a:pos x="T6" y="T7"/>
                </a:cxn>
                <a:cxn ang="0">
                  <a:pos x="T8" y="T9"/>
                </a:cxn>
              </a:cxnLst>
              <a:rect l="0" t="0" r="r" b="b"/>
              <a:pathLst>
                <a:path w="15" h="10">
                  <a:moveTo>
                    <a:pt x="14" y="8"/>
                  </a:moveTo>
                  <a:cubicBezTo>
                    <a:pt x="13" y="10"/>
                    <a:pt x="10" y="9"/>
                    <a:pt x="6" y="8"/>
                  </a:cubicBezTo>
                  <a:cubicBezTo>
                    <a:pt x="3" y="6"/>
                    <a:pt x="0" y="4"/>
                    <a:pt x="1" y="2"/>
                  </a:cubicBezTo>
                  <a:cubicBezTo>
                    <a:pt x="2" y="0"/>
                    <a:pt x="6" y="0"/>
                    <a:pt x="9" y="2"/>
                  </a:cubicBezTo>
                  <a:cubicBezTo>
                    <a:pt x="13" y="3"/>
                    <a:pt x="15" y="6"/>
                    <a:pt x="14" y="8"/>
                  </a:cubicBezTo>
                  <a:close/>
                </a:path>
              </a:pathLst>
            </a:custGeom>
            <a:grp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88" name="Freeform 88"/>
            <p:cNvSpPr>
              <a:spLocks/>
            </p:cNvSpPr>
            <p:nvPr/>
          </p:nvSpPr>
          <p:spPr bwMode="auto">
            <a:xfrm>
              <a:off x="10982325" y="3798888"/>
              <a:ext cx="49212" cy="33338"/>
            </a:xfrm>
            <a:custGeom>
              <a:avLst/>
              <a:gdLst>
                <a:gd name="T0" fmla="*/ 13 w 13"/>
                <a:gd name="T1" fmla="*/ 8 h 9"/>
                <a:gd name="T2" fmla="*/ 6 w 13"/>
                <a:gd name="T3" fmla="*/ 8 h 9"/>
                <a:gd name="T4" fmla="*/ 1 w 13"/>
                <a:gd name="T5" fmla="*/ 2 h 9"/>
                <a:gd name="T6" fmla="*/ 8 w 13"/>
                <a:gd name="T7" fmla="*/ 2 h 9"/>
                <a:gd name="T8" fmla="*/ 13 w 13"/>
                <a:gd name="T9" fmla="*/ 8 h 9"/>
              </a:gdLst>
              <a:ahLst/>
              <a:cxnLst>
                <a:cxn ang="0">
                  <a:pos x="T0" y="T1"/>
                </a:cxn>
                <a:cxn ang="0">
                  <a:pos x="T2" y="T3"/>
                </a:cxn>
                <a:cxn ang="0">
                  <a:pos x="T4" y="T5"/>
                </a:cxn>
                <a:cxn ang="0">
                  <a:pos x="T6" y="T7"/>
                </a:cxn>
                <a:cxn ang="0">
                  <a:pos x="T8" y="T9"/>
                </a:cxn>
              </a:cxnLst>
              <a:rect l="0" t="0" r="r" b="b"/>
              <a:pathLst>
                <a:path w="13" h="9">
                  <a:moveTo>
                    <a:pt x="13" y="8"/>
                  </a:moveTo>
                  <a:cubicBezTo>
                    <a:pt x="12" y="9"/>
                    <a:pt x="9" y="9"/>
                    <a:pt x="6" y="8"/>
                  </a:cubicBezTo>
                  <a:cubicBezTo>
                    <a:pt x="2" y="6"/>
                    <a:pt x="0" y="4"/>
                    <a:pt x="1" y="2"/>
                  </a:cubicBezTo>
                  <a:cubicBezTo>
                    <a:pt x="2" y="0"/>
                    <a:pt x="5" y="0"/>
                    <a:pt x="8" y="2"/>
                  </a:cubicBezTo>
                  <a:cubicBezTo>
                    <a:pt x="11" y="3"/>
                    <a:pt x="13" y="6"/>
                    <a:pt x="13" y="8"/>
                  </a:cubicBezTo>
                  <a:close/>
                </a:path>
              </a:pathLst>
            </a:custGeom>
            <a:grp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2" name="组合 1"/>
          <p:cNvGrpSpPr/>
          <p:nvPr/>
        </p:nvGrpSpPr>
        <p:grpSpPr>
          <a:xfrm>
            <a:off x="3721100" y="2673927"/>
            <a:ext cx="641350" cy="796926"/>
            <a:chOff x="3721100" y="3505200"/>
            <a:chExt cx="641350" cy="796926"/>
          </a:xfrm>
          <a:solidFill>
            <a:srgbClr val="546E7A"/>
          </a:solidFill>
        </p:grpSpPr>
        <p:sp>
          <p:nvSpPr>
            <p:cNvPr id="93" name="Oval 93"/>
            <p:cNvSpPr>
              <a:spLocks noChangeArrowheads="1"/>
            </p:cNvSpPr>
            <p:nvPr/>
          </p:nvSpPr>
          <p:spPr bwMode="auto">
            <a:xfrm>
              <a:off x="3721100" y="3505200"/>
              <a:ext cx="641350" cy="6429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94"/>
            <p:cNvSpPr>
              <a:spLocks/>
            </p:cNvSpPr>
            <p:nvPr/>
          </p:nvSpPr>
          <p:spPr bwMode="auto">
            <a:xfrm>
              <a:off x="3965575" y="4043363"/>
              <a:ext cx="153987" cy="258763"/>
            </a:xfrm>
            <a:custGeom>
              <a:avLst/>
              <a:gdLst>
                <a:gd name="T0" fmla="*/ 0 w 97"/>
                <a:gd name="T1" fmla="*/ 0 h 163"/>
                <a:gd name="T2" fmla="*/ 97 w 97"/>
                <a:gd name="T3" fmla="*/ 0 h 163"/>
                <a:gd name="T4" fmla="*/ 49 w 97"/>
                <a:gd name="T5" fmla="*/ 163 h 163"/>
                <a:gd name="T6" fmla="*/ 0 w 97"/>
                <a:gd name="T7" fmla="*/ 0 h 163"/>
              </a:gdLst>
              <a:ahLst/>
              <a:cxnLst>
                <a:cxn ang="0">
                  <a:pos x="T0" y="T1"/>
                </a:cxn>
                <a:cxn ang="0">
                  <a:pos x="T2" y="T3"/>
                </a:cxn>
                <a:cxn ang="0">
                  <a:pos x="T4" y="T5"/>
                </a:cxn>
                <a:cxn ang="0">
                  <a:pos x="T6" y="T7"/>
                </a:cxn>
              </a:cxnLst>
              <a:rect l="0" t="0" r="r" b="b"/>
              <a:pathLst>
                <a:path w="97" h="163">
                  <a:moveTo>
                    <a:pt x="0" y="0"/>
                  </a:moveTo>
                  <a:lnTo>
                    <a:pt x="97" y="0"/>
                  </a:lnTo>
                  <a:lnTo>
                    <a:pt x="49" y="16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1" name="组合 100"/>
          <p:cNvGrpSpPr/>
          <p:nvPr/>
        </p:nvGrpSpPr>
        <p:grpSpPr>
          <a:xfrm>
            <a:off x="5058567" y="3505777"/>
            <a:ext cx="642937" cy="796926"/>
            <a:chOff x="2343150" y="4337050"/>
            <a:chExt cx="642937" cy="796926"/>
          </a:xfrm>
          <a:solidFill>
            <a:srgbClr val="F26D64"/>
          </a:solidFill>
        </p:grpSpPr>
        <p:sp>
          <p:nvSpPr>
            <p:cNvPr id="102" name="Oval 71"/>
            <p:cNvSpPr>
              <a:spLocks noChangeArrowheads="1"/>
            </p:cNvSpPr>
            <p:nvPr/>
          </p:nvSpPr>
          <p:spPr bwMode="auto">
            <a:xfrm>
              <a:off x="2343150" y="4491038"/>
              <a:ext cx="642937" cy="6429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72"/>
            <p:cNvSpPr>
              <a:spLocks/>
            </p:cNvSpPr>
            <p:nvPr/>
          </p:nvSpPr>
          <p:spPr bwMode="auto">
            <a:xfrm>
              <a:off x="2587625" y="4337050"/>
              <a:ext cx="149225" cy="258763"/>
            </a:xfrm>
            <a:custGeom>
              <a:avLst/>
              <a:gdLst>
                <a:gd name="T0" fmla="*/ 94 w 94"/>
                <a:gd name="T1" fmla="*/ 163 h 163"/>
                <a:gd name="T2" fmla="*/ 0 w 94"/>
                <a:gd name="T3" fmla="*/ 163 h 163"/>
                <a:gd name="T4" fmla="*/ 47 w 94"/>
                <a:gd name="T5" fmla="*/ 0 h 163"/>
                <a:gd name="T6" fmla="*/ 94 w 94"/>
                <a:gd name="T7" fmla="*/ 163 h 163"/>
              </a:gdLst>
              <a:ahLst/>
              <a:cxnLst>
                <a:cxn ang="0">
                  <a:pos x="T0" y="T1"/>
                </a:cxn>
                <a:cxn ang="0">
                  <a:pos x="T2" y="T3"/>
                </a:cxn>
                <a:cxn ang="0">
                  <a:pos x="T4" y="T5"/>
                </a:cxn>
                <a:cxn ang="0">
                  <a:pos x="T6" y="T7"/>
                </a:cxn>
              </a:cxnLst>
              <a:rect l="0" t="0" r="r" b="b"/>
              <a:pathLst>
                <a:path w="94" h="163">
                  <a:moveTo>
                    <a:pt x="94" y="163"/>
                  </a:moveTo>
                  <a:lnTo>
                    <a:pt x="0" y="163"/>
                  </a:lnTo>
                  <a:lnTo>
                    <a:pt x="47" y="0"/>
                  </a:lnTo>
                  <a:lnTo>
                    <a:pt x="94" y="1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4" name="组合 103"/>
          <p:cNvGrpSpPr/>
          <p:nvPr/>
        </p:nvGrpSpPr>
        <p:grpSpPr>
          <a:xfrm>
            <a:off x="9153525" y="2673927"/>
            <a:ext cx="641350" cy="796926"/>
            <a:chOff x="3721100" y="3505200"/>
            <a:chExt cx="641350" cy="796926"/>
          </a:xfrm>
          <a:solidFill>
            <a:srgbClr val="936CAF"/>
          </a:solidFill>
        </p:grpSpPr>
        <p:sp>
          <p:nvSpPr>
            <p:cNvPr id="105" name="Oval 93"/>
            <p:cNvSpPr>
              <a:spLocks noChangeArrowheads="1"/>
            </p:cNvSpPr>
            <p:nvPr/>
          </p:nvSpPr>
          <p:spPr bwMode="auto">
            <a:xfrm>
              <a:off x="3721100" y="3505200"/>
              <a:ext cx="641350" cy="6429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94"/>
            <p:cNvSpPr>
              <a:spLocks/>
            </p:cNvSpPr>
            <p:nvPr/>
          </p:nvSpPr>
          <p:spPr bwMode="auto">
            <a:xfrm>
              <a:off x="3965575" y="4043363"/>
              <a:ext cx="153987" cy="258763"/>
            </a:xfrm>
            <a:custGeom>
              <a:avLst/>
              <a:gdLst>
                <a:gd name="T0" fmla="*/ 0 w 97"/>
                <a:gd name="T1" fmla="*/ 0 h 163"/>
                <a:gd name="T2" fmla="*/ 97 w 97"/>
                <a:gd name="T3" fmla="*/ 0 h 163"/>
                <a:gd name="T4" fmla="*/ 49 w 97"/>
                <a:gd name="T5" fmla="*/ 163 h 163"/>
                <a:gd name="T6" fmla="*/ 0 w 97"/>
                <a:gd name="T7" fmla="*/ 0 h 163"/>
              </a:gdLst>
              <a:ahLst/>
              <a:cxnLst>
                <a:cxn ang="0">
                  <a:pos x="T0" y="T1"/>
                </a:cxn>
                <a:cxn ang="0">
                  <a:pos x="T2" y="T3"/>
                </a:cxn>
                <a:cxn ang="0">
                  <a:pos x="T4" y="T5"/>
                </a:cxn>
                <a:cxn ang="0">
                  <a:pos x="T6" y="T7"/>
                </a:cxn>
              </a:cxnLst>
              <a:rect l="0" t="0" r="r" b="b"/>
              <a:pathLst>
                <a:path w="97" h="163">
                  <a:moveTo>
                    <a:pt x="0" y="0"/>
                  </a:moveTo>
                  <a:lnTo>
                    <a:pt x="97" y="0"/>
                  </a:lnTo>
                  <a:lnTo>
                    <a:pt x="49" y="16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7" name="组合 106"/>
          <p:cNvGrpSpPr/>
          <p:nvPr/>
        </p:nvGrpSpPr>
        <p:grpSpPr>
          <a:xfrm>
            <a:off x="7789863" y="3505777"/>
            <a:ext cx="642937" cy="796926"/>
            <a:chOff x="2343150" y="4337050"/>
            <a:chExt cx="642937" cy="796926"/>
          </a:xfrm>
          <a:solidFill>
            <a:srgbClr val="9BBB40"/>
          </a:solidFill>
        </p:grpSpPr>
        <p:sp>
          <p:nvSpPr>
            <p:cNvPr id="108" name="Oval 71"/>
            <p:cNvSpPr>
              <a:spLocks noChangeArrowheads="1"/>
            </p:cNvSpPr>
            <p:nvPr/>
          </p:nvSpPr>
          <p:spPr bwMode="auto">
            <a:xfrm>
              <a:off x="2343150" y="4491038"/>
              <a:ext cx="642937" cy="6429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72"/>
            <p:cNvSpPr>
              <a:spLocks/>
            </p:cNvSpPr>
            <p:nvPr/>
          </p:nvSpPr>
          <p:spPr bwMode="auto">
            <a:xfrm>
              <a:off x="2587625" y="4337050"/>
              <a:ext cx="149225" cy="258763"/>
            </a:xfrm>
            <a:custGeom>
              <a:avLst/>
              <a:gdLst>
                <a:gd name="T0" fmla="*/ 94 w 94"/>
                <a:gd name="T1" fmla="*/ 163 h 163"/>
                <a:gd name="T2" fmla="*/ 0 w 94"/>
                <a:gd name="T3" fmla="*/ 163 h 163"/>
                <a:gd name="T4" fmla="*/ 47 w 94"/>
                <a:gd name="T5" fmla="*/ 0 h 163"/>
                <a:gd name="T6" fmla="*/ 94 w 94"/>
                <a:gd name="T7" fmla="*/ 163 h 163"/>
              </a:gdLst>
              <a:ahLst/>
              <a:cxnLst>
                <a:cxn ang="0">
                  <a:pos x="T0" y="T1"/>
                </a:cxn>
                <a:cxn ang="0">
                  <a:pos x="T2" y="T3"/>
                </a:cxn>
                <a:cxn ang="0">
                  <a:pos x="T4" y="T5"/>
                </a:cxn>
                <a:cxn ang="0">
                  <a:pos x="T6" y="T7"/>
                </a:cxn>
              </a:cxnLst>
              <a:rect l="0" t="0" r="r" b="b"/>
              <a:pathLst>
                <a:path w="94" h="163">
                  <a:moveTo>
                    <a:pt x="94" y="163"/>
                  </a:moveTo>
                  <a:lnTo>
                    <a:pt x="0" y="163"/>
                  </a:lnTo>
                  <a:lnTo>
                    <a:pt x="47" y="0"/>
                  </a:lnTo>
                  <a:lnTo>
                    <a:pt x="94" y="1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11" name="文本框 110"/>
          <p:cNvSpPr txBox="1"/>
          <p:nvPr/>
        </p:nvSpPr>
        <p:spPr>
          <a:xfrm>
            <a:off x="759306" y="2425194"/>
            <a:ext cx="1121397" cy="646331"/>
          </a:xfrm>
          <a:prstGeom prst="rect">
            <a:avLst/>
          </a:prstGeom>
          <a:noFill/>
        </p:spPr>
        <p:txBody>
          <a:bodyPr wrap="none" rtlCol="0">
            <a:spAutoFit/>
          </a:bodyPr>
          <a:lstStyle/>
          <a:p>
            <a:r>
              <a:rPr lang="en-US" altLang="zh-CN" dirty="0">
                <a:solidFill>
                  <a:schemeClr val="bg1"/>
                </a:solidFill>
              </a:rPr>
              <a:t>WE START</a:t>
            </a:r>
          </a:p>
          <a:p>
            <a:r>
              <a:rPr lang="en-US" altLang="zh-CN" dirty="0">
                <a:solidFill>
                  <a:schemeClr val="bg1"/>
                </a:solidFill>
              </a:rPr>
              <a:t> HERE</a:t>
            </a:r>
            <a:endParaRPr lang="zh-CN" altLang="en-US" dirty="0">
              <a:solidFill>
                <a:schemeClr val="bg1"/>
              </a:solidFill>
            </a:endParaRPr>
          </a:p>
        </p:txBody>
      </p:sp>
      <p:sp>
        <p:nvSpPr>
          <p:cNvPr id="113" name="文本框 112"/>
          <p:cNvSpPr txBox="1"/>
          <p:nvPr/>
        </p:nvSpPr>
        <p:spPr>
          <a:xfrm>
            <a:off x="3289270" y="1828276"/>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115" name="文本框 114"/>
          <p:cNvSpPr txBox="1"/>
          <p:nvPr/>
        </p:nvSpPr>
        <p:spPr>
          <a:xfrm>
            <a:off x="2113385" y="4307177"/>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117" name="文本框 116"/>
          <p:cNvSpPr txBox="1"/>
          <p:nvPr/>
        </p:nvSpPr>
        <p:spPr>
          <a:xfrm>
            <a:off x="4969903" y="4307177"/>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118" name="文本框 117"/>
          <p:cNvSpPr txBox="1"/>
          <p:nvPr/>
        </p:nvSpPr>
        <p:spPr>
          <a:xfrm>
            <a:off x="7799878" y="4307177"/>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119" name="文本框 118"/>
          <p:cNvSpPr txBox="1"/>
          <p:nvPr/>
        </p:nvSpPr>
        <p:spPr>
          <a:xfrm>
            <a:off x="6039832" y="1828276"/>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120" name="文本框 119"/>
          <p:cNvSpPr txBox="1"/>
          <p:nvPr/>
        </p:nvSpPr>
        <p:spPr>
          <a:xfrm>
            <a:off x="8679353" y="1828276"/>
            <a:ext cx="2856518" cy="830997"/>
          </a:xfrm>
          <a:prstGeom prst="rect">
            <a:avLst/>
          </a:prstGeom>
          <a:noFill/>
        </p:spPr>
        <p:txBody>
          <a:bodyPr wrap="square" rtlCol="0">
            <a:spAutoFit/>
          </a:bodyPr>
          <a:lstStyle/>
          <a:p>
            <a:pP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nSpc>
                <a:spcPct val="120000"/>
              </a:lnSpc>
            </a:pPr>
            <a:r>
              <a:rPr lang="zh-CN" altLang="en-US" sz="1600" dirty="0">
                <a:solidFill>
                  <a:schemeClr val="tx1">
                    <a:lumMod val="65000"/>
                    <a:lumOff val="35000"/>
                  </a:schemeClr>
                </a:solidFill>
              </a:rPr>
              <a:t>添加内容添加内容</a:t>
            </a:r>
          </a:p>
        </p:txBody>
      </p:sp>
      <p:sp>
        <p:nvSpPr>
          <p:cNvPr id="122" name="矩形 121"/>
          <p:cNvSpPr/>
          <p:nvPr/>
        </p:nvSpPr>
        <p:spPr>
          <a:xfrm>
            <a:off x="1120462" y="5593097"/>
            <a:ext cx="9982915" cy="412421"/>
          </a:xfrm>
          <a:prstGeom prst="rect">
            <a:avLst/>
          </a:prstGeom>
          <a:noFill/>
        </p:spPr>
        <p:txBody>
          <a:bodyPr wrap="square">
            <a:spAutoFit/>
          </a:bodyPr>
          <a:lstStyle/>
          <a:p>
            <a:pPr algn="just">
              <a:lnSpc>
                <a:spcPct val="130000"/>
              </a:lnSpc>
            </a:pPr>
            <a:r>
              <a:rPr lang="zh-CN" altLang="en-US" sz="1600" dirty="0">
                <a:solidFill>
                  <a:schemeClr val="tx1">
                    <a:lumMod val="65000"/>
                    <a:lumOff val="35000"/>
                  </a:schemeClr>
                </a:solidFill>
              </a:rPr>
              <a:t>添加内容添加内容添加内容添加内容添加内容添加内容添加内容添加内容添加内容添加内容添加内容</a:t>
            </a:r>
          </a:p>
        </p:txBody>
      </p:sp>
      <p:sp>
        <p:nvSpPr>
          <p:cNvPr id="132" name="文本框 131"/>
          <p:cNvSpPr txBox="1"/>
          <p:nvPr/>
        </p:nvSpPr>
        <p:spPr>
          <a:xfrm>
            <a:off x="9122744" y="2789525"/>
            <a:ext cx="697627" cy="369332"/>
          </a:xfrm>
          <a:prstGeom prst="rect">
            <a:avLst/>
          </a:prstGeom>
          <a:noFill/>
        </p:spPr>
        <p:txBody>
          <a:bodyPr wrap="none" rtlCol="0">
            <a:spAutoFit/>
          </a:bodyPr>
          <a:lstStyle/>
          <a:p>
            <a:r>
              <a:rPr lang="en-US" altLang="zh-CN"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2016</a:t>
            </a:r>
            <a:endParaRPr lang="zh-CN" altLang="en-US"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33" name="文本框 132"/>
          <p:cNvSpPr txBox="1"/>
          <p:nvPr/>
        </p:nvSpPr>
        <p:spPr>
          <a:xfrm>
            <a:off x="6386128" y="2789525"/>
            <a:ext cx="697627" cy="369332"/>
          </a:xfrm>
          <a:prstGeom prst="rect">
            <a:avLst/>
          </a:prstGeom>
          <a:noFill/>
        </p:spPr>
        <p:txBody>
          <a:bodyPr wrap="none" rtlCol="0">
            <a:spAutoFit/>
          </a:bodyPr>
          <a:lstStyle/>
          <a:p>
            <a:r>
              <a:rPr lang="en-US" altLang="zh-CN"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2015</a:t>
            </a:r>
            <a:endParaRPr lang="zh-CN" altLang="en-US"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34" name="文本框 133"/>
          <p:cNvSpPr txBox="1"/>
          <p:nvPr/>
        </p:nvSpPr>
        <p:spPr>
          <a:xfrm>
            <a:off x="3728323" y="2789525"/>
            <a:ext cx="697627" cy="369332"/>
          </a:xfrm>
          <a:prstGeom prst="rect">
            <a:avLst/>
          </a:prstGeom>
          <a:noFill/>
        </p:spPr>
        <p:txBody>
          <a:bodyPr wrap="none" rtlCol="0">
            <a:spAutoFit/>
          </a:bodyPr>
          <a:lstStyle/>
          <a:p>
            <a:r>
              <a:rPr lang="en-US" altLang="zh-CN"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2013</a:t>
            </a:r>
            <a:endParaRPr lang="zh-CN" altLang="en-US"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35" name="文本框 134"/>
          <p:cNvSpPr txBox="1"/>
          <p:nvPr/>
        </p:nvSpPr>
        <p:spPr>
          <a:xfrm>
            <a:off x="7772234" y="3790781"/>
            <a:ext cx="697627" cy="369332"/>
          </a:xfrm>
          <a:prstGeom prst="rect">
            <a:avLst/>
          </a:prstGeom>
          <a:noFill/>
        </p:spPr>
        <p:txBody>
          <a:bodyPr wrap="none" rtlCol="0">
            <a:spAutoFit/>
          </a:bodyPr>
          <a:lstStyle/>
          <a:p>
            <a:r>
              <a:rPr lang="en-US" altLang="zh-CN"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2016</a:t>
            </a:r>
            <a:endParaRPr lang="zh-CN" altLang="en-US"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36" name="文本框 135"/>
          <p:cNvSpPr txBox="1"/>
          <p:nvPr/>
        </p:nvSpPr>
        <p:spPr>
          <a:xfrm>
            <a:off x="5038739" y="3790781"/>
            <a:ext cx="697627" cy="369332"/>
          </a:xfrm>
          <a:prstGeom prst="rect">
            <a:avLst/>
          </a:prstGeom>
          <a:noFill/>
        </p:spPr>
        <p:txBody>
          <a:bodyPr wrap="none" rtlCol="0">
            <a:spAutoFit/>
          </a:bodyPr>
          <a:lstStyle/>
          <a:p>
            <a:r>
              <a:rPr lang="en-US" altLang="zh-CN"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2014</a:t>
            </a:r>
            <a:endParaRPr lang="zh-CN" altLang="en-US"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37" name="文本框 136"/>
          <p:cNvSpPr txBox="1"/>
          <p:nvPr/>
        </p:nvSpPr>
        <p:spPr>
          <a:xfrm>
            <a:off x="2305243" y="3790781"/>
            <a:ext cx="697627" cy="369332"/>
          </a:xfrm>
          <a:prstGeom prst="rect">
            <a:avLst/>
          </a:prstGeom>
          <a:noFill/>
        </p:spPr>
        <p:txBody>
          <a:bodyPr wrap="none" rtlCol="0">
            <a:spAutoFit/>
          </a:bodyPr>
          <a:lstStyle/>
          <a:p>
            <a:r>
              <a:rPr lang="en-US" altLang="zh-CN"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2012</a:t>
            </a:r>
            <a:endParaRPr lang="zh-CN" altLang="en-US"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89" name="矩形 39"/>
          <p:cNvSpPr/>
          <p:nvPr/>
        </p:nvSpPr>
        <p:spPr>
          <a:xfrm>
            <a:off x="0" y="203088"/>
            <a:ext cx="1261884" cy="523220"/>
          </a:xfrm>
          <a:prstGeom prst="rect">
            <a:avLst/>
          </a:prstGeom>
          <a:noFill/>
        </p:spPr>
        <p:txBody>
          <a:bodyPr wrap="none" rtlCol="0">
            <a:spAutoFit/>
          </a:bodyPr>
          <a:lstStyle/>
          <a:p>
            <a:r>
              <a:rPr lang="zh-CN" altLang="en-US" sz="2800" b="1" dirty="0">
                <a:solidFill>
                  <a:schemeClr val="tx1">
                    <a:lumMod val="65000"/>
                    <a:lumOff val="35000"/>
                  </a:schemeClr>
                </a:solidFill>
              </a:rPr>
              <a:t>时间线</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297618515"/>
      </p:ext>
    </p:extLst>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Freeform 5"/>
          <p:cNvSpPr>
            <a:spLocks/>
          </p:cNvSpPr>
          <p:nvPr/>
        </p:nvSpPr>
        <p:spPr bwMode="auto">
          <a:xfrm>
            <a:off x="2343150" y="2294102"/>
            <a:ext cx="1017588" cy="1549400"/>
          </a:xfrm>
          <a:custGeom>
            <a:avLst/>
            <a:gdLst>
              <a:gd name="T0" fmla="*/ 271 w 271"/>
              <a:gd name="T1" fmla="*/ 136 h 412"/>
              <a:gd name="T2" fmla="*/ 135 w 271"/>
              <a:gd name="T3" fmla="*/ 412 h 412"/>
              <a:gd name="T4" fmla="*/ 0 w 271"/>
              <a:gd name="T5" fmla="*/ 136 h 412"/>
              <a:gd name="T6" fmla="*/ 135 w 271"/>
              <a:gd name="T7" fmla="*/ 0 h 412"/>
              <a:gd name="T8" fmla="*/ 271 w 271"/>
              <a:gd name="T9" fmla="*/ 136 h 412"/>
            </a:gdLst>
            <a:ahLst/>
            <a:cxnLst>
              <a:cxn ang="0">
                <a:pos x="T0" y="T1"/>
              </a:cxn>
              <a:cxn ang="0">
                <a:pos x="T2" y="T3"/>
              </a:cxn>
              <a:cxn ang="0">
                <a:pos x="T4" y="T5"/>
              </a:cxn>
              <a:cxn ang="0">
                <a:pos x="T6" y="T7"/>
              </a:cxn>
              <a:cxn ang="0">
                <a:pos x="T8" y="T9"/>
              </a:cxn>
            </a:cxnLst>
            <a:rect l="0" t="0" r="r" b="b"/>
            <a:pathLst>
              <a:path w="271" h="412">
                <a:moveTo>
                  <a:pt x="271" y="136"/>
                </a:moveTo>
                <a:cubicBezTo>
                  <a:pt x="271" y="246"/>
                  <a:pt x="135" y="412"/>
                  <a:pt x="135" y="412"/>
                </a:cubicBezTo>
                <a:cubicBezTo>
                  <a:pt x="135" y="412"/>
                  <a:pt x="0" y="249"/>
                  <a:pt x="0" y="136"/>
                </a:cubicBezTo>
                <a:cubicBezTo>
                  <a:pt x="0" y="61"/>
                  <a:pt x="60" y="0"/>
                  <a:pt x="135" y="0"/>
                </a:cubicBezTo>
                <a:cubicBezTo>
                  <a:pt x="210" y="0"/>
                  <a:pt x="271" y="61"/>
                  <a:pt x="271" y="136"/>
                </a:cubicBezTo>
                <a:close/>
              </a:path>
            </a:pathLst>
          </a:custGeom>
          <a:solidFill>
            <a:srgbClr val="5EC6D3"/>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 name="Oval 6"/>
          <p:cNvSpPr>
            <a:spLocks noChangeArrowheads="1"/>
          </p:cNvSpPr>
          <p:nvPr/>
        </p:nvSpPr>
        <p:spPr bwMode="auto">
          <a:xfrm>
            <a:off x="2478088" y="2430627"/>
            <a:ext cx="746125" cy="750888"/>
          </a:xfrm>
          <a:prstGeom prst="ellipse">
            <a:avLst/>
          </a:prstGeom>
          <a:solidFill>
            <a:srgbClr val="FBFB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7"/>
          <p:cNvSpPr>
            <a:spLocks/>
          </p:cNvSpPr>
          <p:nvPr/>
        </p:nvSpPr>
        <p:spPr bwMode="auto">
          <a:xfrm>
            <a:off x="6675438" y="2294102"/>
            <a:ext cx="1016000" cy="1549400"/>
          </a:xfrm>
          <a:custGeom>
            <a:avLst/>
            <a:gdLst>
              <a:gd name="T0" fmla="*/ 271 w 271"/>
              <a:gd name="T1" fmla="*/ 136 h 412"/>
              <a:gd name="T2" fmla="*/ 135 w 271"/>
              <a:gd name="T3" fmla="*/ 412 h 412"/>
              <a:gd name="T4" fmla="*/ 0 w 271"/>
              <a:gd name="T5" fmla="*/ 136 h 412"/>
              <a:gd name="T6" fmla="*/ 135 w 271"/>
              <a:gd name="T7" fmla="*/ 0 h 412"/>
              <a:gd name="T8" fmla="*/ 271 w 271"/>
              <a:gd name="T9" fmla="*/ 136 h 412"/>
            </a:gdLst>
            <a:ahLst/>
            <a:cxnLst>
              <a:cxn ang="0">
                <a:pos x="T0" y="T1"/>
              </a:cxn>
              <a:cxn ang="0">
                <a:pos x="T2" y="T3"/>
              </a:cxn>
              <a:cxn ang="0">
                <a:pos x="T4" y="T5"/>
              </a:cxn>
              <a:cxn ang="0">
                <a:pos x="T6" y="T7"/>
              </a:cxn>
              <a:cxn ang="0">
                <a:pos x="T8" y="T9"/>
              </a:cxn>
            </a:cxnLst>
            <a:rect l="0" t="0" r="r" b="b"/>
            <a:pathLst>
              <a:path w="271" h="412">
                <a:moveTo>
                  <a:pt x="271" y="136"/>
                </a:moveTo>
                <a:cubicBezTo>
                  <a:pt x="271" y="246"/>
                  <a:pt x="135" y="412"/>
                  <a:pt x="135" y="412"/>
                </a:cubicBezTo>
                <a:cubicBezTo>
                  <a:pt x="135" y="412"/>
                  <a:pt x="0" y="249"/>
                  <a:pt x="0" y="136"/>
                </a:cubicBezTo>
                <a:cubicBezTo>
                  <a:pt x="0" y="61"/>
                  <a:pt x="60" y="0"/>
                  <a:pt x="135" y="0"/>
                </a:cubicBezTo>
                <a:cubicBezTo>
                  <a:pt x="210" y="0"/>
                  <a:pt x="271" y="61"/>
                  <a:pt x="271" y="136"/>
                </a:cubicBezTo>
                <a:close/>
              </a:path>
            </a:pathLst>
          </a:custGeom>
          <a:solidFill>
            <a:srgbClr val="F26D6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 name="Oval 8"/>
          <p:cNvSpPr>
            <a:spLocks noChangeArrowheads="1"/>
          </p:cNvSpPr>
          <p:nvPr/>
        </p:nvSpPr>
        <p:spPr bwMode="auto">
          <a:xfrm>
            <a:off x="6810375" y="2430627"/>
            <a:ext cx="746125" cy="750888"/>
          </a:xfrm>
          <a:prstGeom prst="ellipse">
            <a:avLst/>
          </a:prstGeom>
          <a:solidFill>
            <a:srgbClr val="FBFB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9"/>
          <p:cNvSpPr>
            <a:spLocks/>
          </p:cNvSpPr>
          <p:nvPr/>
        </p:nvSpPr>
        <p:spPr bwMode="auto">
          <a:xfrm>
            <a:off x="8821738" y="4434052"/>
            <a:ext cx="1020763" cy="1546225"/>
          </a:xfrm>
          <a:custGeom>
            <a:avLst/>
            <a:gdLst>
              <a:gd name="T0" fmla="*/ 0 w 272"/>
              <a:gd name="T1" fmla="*/ 276 h 411"/>
              <a:gd name="T2" fmla="*/ 136 w 272"/>
              <a:gd name="T3" fmla="*/ 0 h 411"/>
              <a:gd name="T4" fmla="*/ 272 w 272"/>
              <a:gd name="T5" fmla="*/ 276 h 411"/>
              <a:gd name="T6" fmla="*/ 136 w 272"/>
              <a:gd name="T7" fmla="*/ 411 h 411"/>
              <a:gd name="T8" fmla="*/ 0 w 272"/>
              <a:gd name="T9" fmla="*/ 276 h 411"/>
            </a:gdLst>
            <a:ahLst/>
            <a:cxnLst>
              <a:cxn ang="0">
                <a:pos x="T0" y="T1"/>
              </a:cxn>
              <a:cxn ang="0">
                <a:pos x="T2" y="T3"/>
              </a:cxn>
              <a:cxn ang="0">
                <a:pos x="T4" y="T5"/>
              </a:cxn>
              <a:cxn ang="0">
                <a:pos x="T6" y="T7"/>
              </a:cxn>
              <a:cxn ang="0">
                <a:pos x="T8" y="T9"/>
              </a:cxn>
            </a:cxnLst>
            <a:rect l="0" t="0" r="r" b="b"/>
            <a:pathLst>
              <a:path w="272" h="411">
                <a:moveTo>
                  <a:pt x="0" y="276"/>
                </a:moveTo>
                <a:cubicBezTo>
                  <a:pt x="0" y="166"/>
                  <a:pt x="136" y="0"/>
                  <a:pt x="136" y="0"/>
                </a:cubicBezTo>
                <a:cubicBezTo>
                  <a:pt x="136" y="0"/>
                  <a:pt x="272" y="163"/>
                  <a:pt x="272" y="276"/>
                </a:cubicBezTo>
                <a:cubicBezTo>
                  <a:pt x="272" y="351"/>
                  <a:pt x="211" y="411"/>
                  <a:pt x="136" y="411"/>
                </a:cubicBezTo>
                <a:cubicBezTo>
                  <a:pt x="61" y="411"/>
                  <a:pt x="0" y="351"/>
                  <a:pt x="0" y="276"/>
                </a:cubicBezTo>
                <a:close/>
              </a:path>
            </a:pathLst>
          </a:custGeom>
          <a:solidFill>
            <a:srgbClr val="F8841D"/>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 name="Oval 10"/>
          <p:cNvSpPr>
            <a:spLocks noChangeArrowheads="1"/>
          </p:cNvSpPr>
          <p:nvPr/>
        </p:nvSpPr>
        <p:spPr bwMode="auto">
          <a:xfrm>
            <a:off x="8956675" y="5096040"/>
            <a:ext cx="750888" cy="749300"/>
          </a:xfrm>
          <a:prstGeom prst="ellipse">
            <a:avLst/>
          </a:prstGeom>
          <a:solidFill>
            <a:srgbClr val="FBFB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1"/>
          <p:cNvSpPr>
            <a:spLocks/>
          </p:cNvSpPr>
          <p:nvPr/>
        </p:nvSpPr>
        <p:spPr bwMode="auto">
          <a:xfrm>
            <a:off x="4516438" y="4434052"/>
            <a:ext cx="1017588" cy="1546225"/>
          </a:xfrm>
          <a:custGeom>
            <a:avLst/>
            <a:gdLst>
              <a:gd name="T0" fmla="*/ 0 w 271"/>
              <a:gd name="T1" fmla="*/ 276 h 411"/>
              <a:gd name="T2" fmla="*/ 135 w 271"/>
              <a:gd name="T3" fmla="*/ 0 h 411"/>
              <a:gd name="T4" fmla="*/ 271 w 271"/>
              <a:gd name="T5" fmla="*/ 276 h 411"/>
              <a:gd name="T6" fmla="*/ 135 w 271"/>
              <a:gd name="T7" fmla="*/ 411 h 411"/>
              <a:gd name="T8" fmla="*/ 0 w 271"/>
              <a:gd name="T9" fmla="*/ 276 h 411"/>
            </a:gdLst>
            <a:ahLst/>
            <a:cxnLst>
              <a:cxn ang="0">
                <a:pos x="T0" y="T1"/>
              </a:cxn>
              <a:cxn ang="0">
                <a:pos x="T2" y="T3"/>
              </a:cxn>
              <a:cxn ang="0">
                <a:pos x="T4" y="T5"/>
              </a:cxn>
              <a:cxn ang="0">
                <a:pos x="T6" y="T7"/>
              </a:cxn>
              <a:cxn ang="0">
                <a:pos x="T8" y="T9"/>
              </a:cxn>
            </a:cxnLst>
            <a:rect l="0" t="0" r="r" b="b"/>
            <a:pathLst>
              <a:path w="271" h="411">
                <a:moveTo>
                  <a:pt x="0" y="276"/>
                </a:moveTo>
                <a:cubicBezTo>
                  <a:pt x="0" y="166"/>
                  <a:pt x="135" y="0"/>
                  <a:pt x="135" y="0"/>
                </a:cubicBezTo>
                <a:cubicBezTo>
                  <a:pt x="135" y="0"/>
                  <a:pt x="271" y="163"/>
                  <a:pt x="271" y="276"/>
                </a:cubicBezTo>
                <a:cubicBezTo>
                  <a:pt x="271" y="351"/>
                  <a:pt x="210" y="411"/>
                  <a:pt x="135" y="411"/>
                </a:cubicBezTo>
                <a:cubicBezTo>
                  <a:pt x="60" y="411"/>
                  <a:pt x="0" y="351"/>
                  <a:pt x="0" y="276"/>
                </a:cubicBezTo>
                <a:close/>
              </a:path>
            </a:pathLst>
          </a:custGeom>
          <a:solidFill>
            <a:srgbClr val="546E7A"/>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 name="Oval 12"/>
          <p:cNvSpPr>
            <a:spLocks noChangeArrowheads="1"/>
          </p:cNvSpPr>
          <p:nvPr/>
        </p:nvSpPr>
        <p:spPr bwMode="auto">
          <a:xfrm>
            <a:off x="4651375" y="5096040"/>
            <a:ext cx="747713" cy="749300"/>
          </a:xfrm>
          <a:prstGeom prst="ellipse">
            <a:avLst/>
          </a:prstGeom>
          <a:solidFill>
            <a:srgbClr val="FBFB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3"/>
          <p:cNvSpPr>
            <a:spLocks/>
          </p:cNvSpPr>
          <p:nvPr/>
        </p:nvSpPr>
        <p:spPr bwMode="auto">
          <a:xfrm>
            <a:off x="701675" y="4002252"/>
            <a:ext cx="10788650" cy="327025"/>
          </a:xfrm>
          <a:custGeom>
            <a:avLst/>
            <a:gdLst>
              <a:gd name="T0" fmla="*/ 6778 w 6796"/>
              <a:gd name="T1" fmla="*/ 111 h 206"/>
              <a:gd name="T2" fmla="*/ 6345 w 6796"/>
              <a:gd name="T3" fmla="*/ 206 h 206"/>
              <a:gd name="T4" fmla="*/ 6326 w 6796"/>
              <a:gd name="T5" fmla="*/ 111 h 206"/>
              <a:gd name="T6" fmla="*/ 5891 w 6796"/>
              <a:gd name="T7" fmla="*/ 206 h 206"/>
              <a:gd name="T8" fmla="*/ 5874 w 6796"/>
              <a:gd name="T9" fmla="*/ 111 h 206"/>
              <a:gd name="T10" fmla="*/ 5439 w 6796"/>
              <a:gd name="T11" fmla="*/ 206 h 206"/>
              <a:gd name="T12" fmla="*/ 5423 w 6796"/>
              <a:gd name="T13" fmla="*/ 111 h 206"/>
              <a:gd name="T14" fmla="*/ 4987 w 6796"/>
              <a:gd name="T15" fmla="*/ 206 h 206"/>
              <a:gd name="T16" fmla="*/ 4971 w 6796"/>
              <a:gd name="T17" fmla="*/ 111 h 206"/>
              <a:gd name="T18" fmla="*/ 4536 w 6796"/>
              <a:gd name="T19" fmla="*/ 206 h 206"/>
              <a:gd name="T20" fmla="*/ 4519 w 6796"/>
              <a:gd name="T21" fmla="*/ 111 h 206"/>
              <a:gd name="T22" fmla="*/ 4084 w 6796"/>
              <a:gd name="T23" fmla="*/ 206 h 206"/>
              <a:gd name="T24" fmla="*/ 4068 w 6796"/>
              <a:gd name="T25" fmla="*/ 111 h 206"/>
              <a:gd name="T26" fmla="*/ 3632 w 6796"/>
              <a:gd name="T27" fmla="*/ 206 h 206"/>
              <a:gd name="T28" fmla="*/ 3616 w 6796"/>
              <a:gd name="T29" fmla="*/ 111 h 206"/>
              <a:gd name="T30" fmla="*/ 3181 w 6796"/>
              <a:gd name="T31" fmla="*/ 206 h 206"/>
              <a:gd name="T32" fmla="*/ 3164 w 6796"/>
              <a:gd name="T33" fmla="*/ 111 h 206"/>
              <a:gd name="T34" fmla="*/ 2729 w 6796"/>
              <a:gd name="T35" fmla="*/ 206 h 206"/>
              <a:gd name="T36" fmla="*/ 2710 w 6796"/>
              <a:gd name="T37" fmla="*/ 111 h 206"/>
              <a:gd name="T38" fmla="*/ 2278 w 6796"/>
              <a:gd name="T39" fmla="*/ 206 h 206"/>
              <a:gd name="T40" fmla="*/ 2259 w 6796"/>
              <a:gd name="T41" fmla="*/ 111 h 206"/>
              <a:gd name="T42" fmla="*/ 1826 w 6796"/>
              <a:gd name="T43" fmla="*/ 206 h 206"/>
              <a:gd name="T44" fmla="*/ 1807 w 6796"/>
              <a:gd name="T45" fmla="*/ 111 h 206"/>
              <a:gd name="T46" fmla="*/ 1372 w 6796"/>
              <a:gd name="T47" fmla="*/ 206 h 206"/>
              <a:gd name="T48" fmla="*/ 1355 w 6796"/>
              <a:gd name="T49" fmla="*/ 111 h 206"/>
              <a:gd name="T50" fmla="*/ 920 w 6796"/>
              <a:gd name="T51" fmla="*/ 206 h 206"/>
              <a:gd name="T52" fmla="*/ 904 w 6796"/>
              <a:gd name="T53" fmla="*/ 111 h 206"/>
              <a:gd name="T54" fmla="*/ 469 w 6796"/>
              <a:gd name="T55" fmla="*/ 206 h 206"/>
              <a:gd name="T56" fmla="*/ 452 w 6796"/>
              <a:gd name="T57" fmla="*/ 111 h 206"/>
              <a:gd name="T58" fmla="*/ 17 w 6796"/>
              <a:gd name="T59" fmla="*/ 206 h 206"/>
              <a:gd name="T60" fmla="*/ 0 w 6796"/>
              <a:gd name="T61" fmla="*/ 0 h 206"/>
              <a:gd name="T62" fmla="*/ 17 w 6796"/>
              <a:gd name="T63" fmla="*/ 95 h 206"/>
              <a:gd name="T64" fmla="*/ 452 w 6796"/>
              <a:gd name="T65" fmla="*/ 0 h 206"/>
              <a:gd name="T66" fmla="*/ 469 w 6796"/>
              <a:gd name="T67" fmla="*/ 95 h 206"/>
              <a:gd name="T68" fmla="*/ 904 w 6796"/>
              <a:gd name="T69" fmla="*/ 0 h 206"/>
              <a:gd name="T70" fmla="*/ 920 w 6796"/>
              <a:gd name="T71" fmla="*/ 95 h 206"/>
              <a:gd name="T72" fmla="*/ 1355 w 6796"/>
              <a:gd name="T73" fmla="*/ 0 h 206"/>
              <a:gd name="T74" fmla="*/ 1372 w 6796"/>
              <a:gd name="T75" fmla="*/ 95 h 206"/>
              <a:gd name="T76" fmla="*/ 1807 w 6796"/>
              <a:gd name="T77" fmla="*/ 0 h 206"/>
              <a:gd name="T78" fmla="*/ 1826 w 6796"/>
              <a:gd name="T79" fmla="*/ 95 h 206"/>
              <a:gd name="T80" fmla="*/ 2259 w 6796"/>
              <a:gd name="T81" fmla="*/ 0 h 206"/>
              <a:gd name="T82" fmla="*/ 2278 w 6796"/>
              <a:gd name="T83" fmla="*/ 95 h 206"/>
              <a:gd name="T84" fmla="*/ 2710 w 6796"/>
              <a:gd name="T85" fmla="*/ 0 h 206"/>
              <a:gd name="T86" fmla="*/ 2729 w 6796"/>
              <a:gd name="T87" fmla="*/ 95 h 206"/>
              <a:gd name="T88" fmla="*/ 3164 w 6796"/>
              <a:gd name="T89" fmla="*/ 0 h 206"/>
              <a:gd name="T90" fmla="*/ 3181 w 6796"/>
              <a:gd name="T91" fmla="*/ 95 h 206"/>
              <a:gd name="T92" fmla="*/ 3616 w 6796"/>
              <a:gd name="T93" fmla="*/ 0 h 206"/>
              <a:gd name="T94" fmla="*/ 3632 w 6796"/>
              <a:gd name="T95" fmla="*/ 95 h 206"/>
              <a:gd name="T96" fmla="*/ 4068 w 6796"/>
              <a:gd name="T97" fmla="*/ 0 h 206"/>
              <a:gd name="T98" fmla="*/ 4084 w 6796"/>
              <a:gd name="T99" fmla="*/ 95 h 206"/>
              <a:gd name="T100" fmla="*/ 4519 w 6796"/>
              <a:gd name="T101" fmla="*/ 0 h 206"/>
              <a:gd name="T102" fmla="*/ 4536 w 6796"/>
              <a:gd name="T103" fmla="*/ 95 h 206"/>
              <a:gd name="T104" fmla="*/ 4971 w 6796"/>
              <a:gd name="T105" fmla="*/ 0 h 206"/>
              <a:gd name="T106" fmla="*/ 4987 w 6796"/>
              <a:gd name="T107" fmla="*/ 95 h 206"/>
              <a:gd name="T108" fmla="*/ 5423 w 6796"/>
              <a:gd name="T109" fmla="*/ 0 h 206"/>
              <a:gd name="T110" fmla="*/ 5439 w 6796"/>
              <a:gd name="T111" fmla="*/ 95 h 206"/>
              <a:gd name="T112" fmla="*/ 5874 w 6796"/>
              <a:gd name="T113" fmla="*/ 0 h 206"/>
              <a:gd name="T114" fmla="*/ 5891 w 6796"/>
              <a:gd name="T115" fmla="*/ 95 h 206"/>
              <a:gd name="T116" fmla="*/ 6326 w 6796"/>
              <a:gd name="T117" fmla="*/ 0 h 206"/>
              <a:gd name="T118" fmla="*/ 6345 w 6796"/>
              <a:gd name="T119" fmla="*/ 95 h 206"/>
              <a:gd name="T120" fmla="*/ 6778 w 6796"/>
              <a:gd name="T121" fmla="*/ 0 h 206"/>
              <a:gd name="T122" fmla="*/ 6796 w 6796"/>
              <a:gd name="T123"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796" h="206">
                <a:moveTo>
                  <a:pt x="6778" y="206"/>
                </a:moveTo>
                <a:lnTo>
                  <a:pt x="6778" y="111"/>
                </a:lnTo>
                <a:lnTo>
                  <a:pt x="6345" y="111"/>
                </a:lnTo>
                <a:lnTo>
                  <a:pt x="6345" y="206"/>
                </a:lnTo>
                <a:lnTo>
                  <a:pt x="6326" y="206"/>
                </a:lnTo>
                <a:lnTo>
                  <a:pt x="6326" y="111"/>
                </a:lnTo>
                <a:lnTo>
                  <a:pt x="5891" y="111"/>
                </a:lnTo>
                <a:lnTo>
                  <a:pt x="5891" y="206"/>
                </a:lnTo>
                <a:lnTo>
                  <a:pt x="5874" y="206"/>
                </a:lnTo>
                <a:lnTo>
                  <a:pt x="5874" y="111"/>
                </a:lnTo>
                <a:lnTo>
                  <a:pt x="5439" y="111"/>
                </a:lnTo>
                <a:lnTo>
                  <a:pt x="5439" y="206"/>
                </a:lnTo>
                <a:lnTo>
                  <a:pt x="5423" y="206"/>
                </a:lnTo>
                <a:lnTo>
                  <a:pt x="5423" y="111"/>
                </a:lnTo>
                <a:lnTo>
                  <a:pt x="4987" y="111"/>
                </a:lnTo>
                <a:lnTo>
                  <a:pt x="4987" y="206"/>
                </a:lnTo>
                <a:lnTo>
                  <a:pt x="4971" y="206"/>
                </a:lnTo>
                <a:lnTo>
                  <a:pt x="4971" y="111"/>
                </a:lnTo>
                <a:lnTo>
                  <a:pt x="4536" y="111"/>
                </a:lnTo>
                <a:lnTo>
                  <a:pt x="4536" y="206"/>
                </a:lnTo>
                <a:lnTo>
                  <a:pt x="4519" y="206"/>
                </a:lnTo>
                <a:lnTo>
                  <a:pt x="4519" y="111"/>
                </a:lnTo>
                <a:lnTo>
                  <a:pt x="4084" y="111"/>
                </a:lnTo>
                <a:lnTo>
                  <a:pt x="4084" y="206"/>
                </a:lnTo>
                <a:lnTo>
                  <a:pt x="4068" y="206"/>
                </a:lnTo>
                <a:lnTo>
                  <a:pt x="4068" y="111"/>
                </a:lnTo>
                <a:lnTo>
                  <a:pt x="3632" y="111"/>
                </a:lnTo>
                <a:lnTo>
                  <a:pt x="3632" y="206"/>
                </a:lnTo>
                <a:lnTo>
                  <a:pt x="3616" y="206"/>
                </a:lnTo>
                <a:lnTo>
                  <a:pt x="3616" y="111"/>
                </a:lnTo>
                <a:lnTo>
                  <a:pt x="3181" y="111"/>
                </a:lnTo>
                <a:lnTo>
                  <a:pt x="3181" y="206"/>
                </a:lnTo>
                <a:lnTo>
                  <a:pt x="3164" y="206"/>
                </a:lnTo>
                <a:lnTo>
                  <a:pt x="3164" y="111"/>
                </a:lnTo>
                <a:lnTo>
                  <a:pt x="2729" y="111"/>
                </a:lnTo>
                <a:lnTo>
                  <a:pt x="2729" y="206"/>
                </a:lnTo>
                <a:lnTo>
                  <a:pt x="2710" y="206"/>
                </a:lnTo>
                <a:lnTo>
                  <a:pt x="2710" y="111"/>
                </a:lnTo>
                <a:lnTo>
                  <a:pt x="2278" y="111"/>
                </a:lnTo>
                <a:lnTo>
                  <a:pt x="2278" y="206"/>
                </a:lnTo>
                <a:lnTo>
                  <a:pt x="2259" y="206"/>
                </a:lnTo>
                <a:lnTo>
                  <a:pt x="2259" y="111"/>
                </a:lnTo>
                <a:lnTo>
                  <a:pt x="1826" y="111"/>
                </a:lnTo>
                <a:lnTo>
                  <a:pt x="1826" y="206"/>
                </a:lnTo>
                <a:lnTo>
                  <a:pt x="1807" y="206"/>
                </a:lnTo>
                <a:lnTo>
                  <a:pt x="1807" y="111"/>
                </a:lnTo>
                <a:lnTo>
                  <a:pt x="1372" y="111"/>
                </a:lnTo>
                <a:lnTo>
                  <a:pt x="1372" y="206"/>
                </a:lnTo>
                <a:lnTo>
                  <a:pt x="1355" y="206"/>
                </a:lnTo>
                <a:lnTo>
                  <a:pt x="1355" y="111"/>
                </a:lnTo>
                <a:lnTo>
                  <a:pt x="920" y="111"/>
                </a:lnTo>
                <a:lnTo>
                  <a:pt x="920" y="206"/>
                </a:lnTo>
                <a:lnTo>
                  <a:pt x="904" y="206"/>
                </a:lnTo>
                <a:lnTo>
                  <a:pt x="904" y="111"/>
                </a:lnTo>
                <a:lnTo>
                  <a:pt x="469" y="111"/>
                </a:lnTo>
                <a:lnTo>
                  <a:pt x="469" y="206"/>
                </a:lnTo>
                <a:lnTo>
                  <a:pt x="452" y="206"/>
                </a:lnTo>
                <a:lnTo>
                  <a:pt x="452" y="111"/>
                </a:lnTo>
                <a:lnTo>
                  <a:pt x="17" y="111"/>
                </a:lnTo>
                <a:lnTo>
                  <a:pt x="17" y="206"/>
                </a:lnTo>
                <a:lnTo>
                  <a:pt x="0" y="206"/>
                </a:lnTo>
                <a:lnTo>
                  <a:pt x="0" y="0"/>
                </a:lnTo>
                <a:lnTo>
                  <a:pt x="17" y="0"/>
                </a:lnTo>
                <a:lnTo>
                  <a:pt x="17" y="95"/>
                </a:lnTo>
                <a:lnTo>
                  <a:pt x="452" y="95"/>
                </a:lnTo>
                <a:lnTo>
                  <a:pt x="452" y="0"/>
                </a:lnTo>
                <a:lnTo>
                  <a:pt x="469" y="0"/>
                </a:lnTo>
                <a:lnTo>
                  <a:pt x="469" y="95"/>
                </a:lnTo>
                <a:lnTo>
                  <a:pt x="904" y="95"/>
                </a:lnTo>
                <a:lnTo>
                  <a:pt x="904" y="0"/>
                </a:lnTo>
                <a:lnTo>
                  <a:pt x="920" y="0"/>
                </a:lnTo>
                <a:lnTo>
                  <a:pt x="920" y="95"/>
                </a:lnTo>
                <a:lnTo>
                  <a:pt x="1355" y="95"/>
                </a:lnTo>
                <a:lnTo>
                  <a:pt x="1355" y="0"/>
                </a:lnTo>
                <a:lnTo>
                  <a:pt x="1372" y="0"/>
                </a:lnTo>
                <a:lnTo>
                  <a:pt x="1372" y="95"/>
                </a:lnTo>
                <a:lnTo>
                  <a:pt x="1807" y="95"/>
                </a:lnTo>
                <a:lnTo>
                  <a:pt x="1807" y="0"/>
                </a:lnTo>
                <a:lnTo>
                  <a:pt x="1826" y="0"/>
                </a:lnTo>
                <a:lnTo>
                  <a:pt x="1826" y="95"/>
                </a:lnTo>
                <a:lnTo>
                  <a:pt x="2259" y="95"/>
                </a:lnTo>
                <a:lnTo>
                  <a:pt x="2259" y="0"/>
                </a:lnTo>
                <a:lnTo>
                  <a:pt x="2278" y="0"/>
                </a:lnTo>
                <a:lnTo>
                  <a:pt x="2278" y="95"/>
                </a:lnTo>
                <a:lnTo>
                  <a:pt x="2710" y="95"/>
                </a:lnTo>
                <a:lnTo>
                  <a:pt x="2710" y="0"/>
                </a:lnTo>
                <a:lnTo>
                  <a:pt x="2729" y="0"/>
                </a:lnTo>
                <a:lnTo>
                  <a:pt x="2729" y="95"/>
                </a:lnTo>
                <a:lnTo>
                  <a:pt x="3164" y="95"/>
                </a:lnTo>
                <a:lnTo>
                  <a:pt x="3164" y="0"/>
                </a:lnTo>
                <a:lnTo>
                  <a:pt x="3181" y="0"/>
                </a:lnTo>
                <a:lnTo>
                  <a:pt x="3181" y="95"/>
                </a:lnTo>
                <a:lnTo>
                  <a:pt x="3616" y="95"/>
                </a:lnTo>
                <a:lnTo>
                  <a:pt x="3616" y="0"/>
                </a:lnTo>
                <a:lnTo>
                  <a:pt x="3632" y="0"/>
                </a:lnTo>
                <a:lnTo>
                  <a:pt x="3632" y="95"/>
                </a:lnTo>
                <a:lnTo>
                  <a:pt x="4068" y="95"/>
                </a:lnTo>
                <a:lnTo>
                  <a:pt x="4068" y="0"/>
                </a:lnTo>
                <a:lnTo>
                  <a:pt x="4084" y="0"/>
                </a:lnTo>
                <a:lnTo>
                  <a:pt x="4084" y="95"/>
                </a:lnTo>
                <a:lnTo>
                  <a:pt x="4519" y="95"/>
                </a:lnTo>
                <a:lnTo>
                  <a:pt x="4519" y="0"/>
                </a:lnTo>
                <a:lnTo>
                  <a:pt x="4536" y="0"/>
                </a:lnTo>
                <a:lnTo>
                  <a:pt x="4536" y="95"/>
                </a:lnTo>
                <a:lnTo>
                  <a:pt x="4971" y="95"/>
                </a:lnTo>
                <a:lnTo>
                  <a:pt x="4971" y="0"/>
                </a:lnTo>
                <a:lnTo>
                  <a:pt x="4987" y="0"/>
                </a:lnTo>
                <a:lnTo>
                  <a:pt x="4987" y="95"/>
                </a:lnTo>
                <a:lnTo>
                  <a:pt x="5423" y="95"/>
                </a:lnTo>
                <a:lnTo>
                  <a:pt x="5423" y="0"/>
                </a:lnTo>
                <a:lnTo>
                  <a:pt x="5439" y="0"/>
                </a:lnTo>
                <a:lnTo>
                  <a:pt x="5439" y="95"/>
                </a:lnTo>
                <a:lnTo>
                  <a:pt x="5874" y="95"/>
                </a:lnTo>
                <a:lnTo>
                  <a:pt x="5874" y="0"/>
                </a:lnTo>
                <a:lnTo>
                  <a:pt x="5891" y="0"/>
                </a:lnTo>
                <a:lnTo>
                  <a:pt x="5891" y="95"/>
                </a:lnTo>
                <a:lnTo>
                  <a:pt x="6326" y="95"/>
                </a:lnTo>
                <a:lnTo>
                  <a:pt x="6326" y="0"/>
                </a:lnTo>
                <a:lnTo>
                  <a:pt x="6345" y="0"/>
                </a:lnTo>
                <a:lnTo>
                  <a:pt x="6345" y="95"/>
                </a:lnTo>
                <a:lnTo>
                  <a:pt x="6778" y="95"/>
                </a:lnTo>
                <a:lnTo>
                  <a:pt x="6778" y="0"/>
                </a:lnTo>
                <a:lnTo>
                  <a:pt x="6796" y="0"/>
                </a:lnTo>
                <a:lnTo>
                  <a:pt x="6796" y="206"/>
                </a:lnTo>
                <a:lnTo>
                  <a:pt x="6778" y="206"/>
                </a:lnTo>
                <a:close/>
              </a:path>
            </a:pathLst>
          </a:custGeom>
          <a:solidFill>
            <a:srgbClr val="9798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Oval 14"/>
          <p:cNvSpPr>
            <a:spLocks noChangeArrowheads="1"/>
          </p:cNvSpPr>
          <p:nvPr/>
        </p:nvSpPr>
        <p:spPr bwMode="auto">
          <a:xfrm>
            <a:off x="2651125" y="3949865"/>
            <a:ext cx="434975" cy="436563"/>
          </a:xfrm>
          <a:prstGeom prst="ellipse">
            <a:avLst/>
          </a:prstGeom>
          <a:solidFill>
            <a:srgbClr val="5EC6D3"/>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 name="Oval 15"/>
          <p:cNvSpPr>
            <a:spLocks noChangeArrowheads="1"/>
          </p:cNvSpPr>
          <p:nvPr/>
        </p:nvSpPr>
        <p:spPr bwMode="auto">
          <a:xfrm>
            <a:off x="2714625" y="4013365"/>
            <a:ext cx="307975" cy="307975"/>
          </a:xfrm>
          <a:prstGeom prst="ellipse">
            <a:avLst/>
          </a:prstGeom>
          <a:solidFill>
            <a:srgbClr val="FA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Oval 16"/>
          <p:cNvSpPr>
            <a:spLocks noChangeArrowheads="1"/>
          </p:cNvSpPr>
          <p:nvPr/>
        </p:nvSpPr>
        <p:spPr bwMode="auto">
          <a:xfrm>
            <a:off x="4805363" y="3949865"/>
            <a:ext cx="431800" cy="436563"/>
          </a:xfrm>
          <a:prstGeom prst="ellipse">
            <a:avLst/>
          </a:prstGeom>
          <a:solidFill>
            <a:srgbClr val="546E7A"/>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1" name="Oval 17"/>
          <p:cNvSpPr>
            <a:spLocks noChangeArrowheads="1"/>
          </p:cNvSpPr>
          <p:nvPr/>
        </p:nvSpPr>
        <p:spPr bwMode="auto">
          <a:xfrm>
            <a:off x="4865688" y="4013365"/>
            <a:ext cx="311150" cy="307975"/>
          </a:xfrm>
          <a:prstGeom prst="ellipse">
            <a:avLst/>
          </a:prstGeom>
          <a:solidFill>
            <a:srgbClr val="FA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Oval 18"/>
          <p:cNvSpPr>
            <a:spLocks noChangeArrowheads="1"/>
          </p:cNvSpPr>
          <p:nvPr/>
        </p:nvSpPr>
        <p:spPr bwMode="auto">
          <a:xfrm>
            <a:off x="6959600" y="3949865"/>
            <a:ext cx="431800" cy="436563"/>
          </a:xfrm>
          <a:prstGeom prst="ellipse">
            <a:avLst/>
          </a:prstGeom>
          <a:solidFill>
            <a:srgbClr val="F26D6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3" name="Oval 19"/>
          <p:cNvSpPr>
            <a:spLocks noChangeArrowheads="1"/>
          </p:cNvSpPr>
          <p:nvPr/>
        </p:nvSpPr>
        <p:spPr bwMode="auto">
          <a:xfrm>
            <a:off x="7019925" y="4013365"/>
            <a:ext cx="311150" cy="307975"/>
          </a:xfrm>
          <a:prstGeom prst="ellipse">
            <a:avLst/>
          </a:prstGeom>
          <a:solidFill>
            <a:srgbClr val="FA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Oval 20"/>
          <p:cNvSpPr>
            <a:spLocks noChangeArrowheads="1"/>
          </p:cNvSpPr>
          <p:nvPr/>
        </p:nvSpPr>
        <p:spPr bwMode="auto">
          <a:xfrm>
            <a:off x="9110663" y="3949865"/>
            <a:ext cx="436563" cy="436563"/>
          </a:xfrm>
          <a:prstGeom prst="ellipse">
            <a:avLst/>
          </a:prstGeom>
          <a:solidFill>
            <a:srgbClr val="F8841D"/>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5" name="Oval 21"/>
          <p:cNvSpPr>
            <a:spLocks noChangeArrowheads="1"/>
          </p:cNvSpPr>
          <p:nvPr/>
        </p:nvSpPr>
        <p:spPr bwMode="auto">
          <a:xfrm>
            <a:off x="9174163" y="4013365"/>
            <a:ext cx="307975" cy="307975"/>
          </a:xfrm>
          <a:prstGeom prst="ellipse">
            <a:avLst/>
          </a:prstGeom>
          <a:solidFill>
            <a:srgbClr val="FA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22"/>
          <p:cNvSpPr>
            <a:spLocks/>
          </p:cNvSpPr>
          <p:nvPr/>
        </p:nvSpPr>
        <p:spPr bwMode="auto">
          <a:xfrm>
            <a:off x="4937125" y="5315115"/>
            <a:ext cx="187325" cy="387350"/>
          </a:xfrm>
          <a:custGeom>
            <a:avLst/>
            <a:gdLst>
              <a:gd name="T0" fmla="*/ 50 w 50"/>
              <a:gd name="T1" fmla="*/ 13 h 103"/>
              <a:gd name="T2" fmla="*/ 50 w 50"/>
              <a:gd name="T3" fmla="*/ 12 h 103"/>
              <a:gd name="T4" fmla="*/ 37 w 50"/>
              <a:gd name="T5" fmla="*/ 0 h 103"/>
              <a:gd name="T6" fmla="*/ 12 w 50"/>
              <a:gd name="T7" fmla="*/ 0 h 103"/>
              <a:gd name="T8" fmla="*/ 0 w 50"/>
              <a:gd name="T9" fmla="*/ 12 h 103"/>
              <a:gd name="T10" fmla="*/ 0 w 50"/>
              <a:gd name="T11" fmla="*/ 53 h 103"/>
              <a:gd name="T12" fmla="*/ 5 w 50"/>
              <a:gd name="T13" fmla="*/ 59 h 103"/>
              <a:gd name="T14" fmla="*/ 11 w 50"/>
              <a:gd name="T15" fmla="*/ 53 h 103"/>
              <a:gd name="T16" fmla="*/ 11 w 50"/>
              <a:gd name="T17" fmla="*/ 21 h 103"/>
              <a:gd name="T18" fmla="*/ 11 w 50"/>
              <a:gd name="T19" fmla="*/ 20 h 103"/>
              <a:gd name="T20" fmla="*/ 12 w 50"/>
              <a:gd name="T21" fmla="*/ 20 h 103"/>
              <a:gd name="T22" fmla="*/ 13 w 50"/>
              <a:gd name="T23" fmla="*/ 21 h 103"/>
              <a:gd name="T24" fmla="*/ 13 w 50"/>
              <a:gd name="T25" fmla="*/ 55 h 103"/>
              <a:gd name="T26" fmla="*/ 13 w 50"/>
              <a:gd name="T27" fmla="*/ 55 h 103"/>
              <a:gd name="T28" fmla="*/ 13 w 50"/>
              <a:gd name="T29" fmla="*/ 97 h 103"/>
              <a:gd name="T30" fmla="*/ 18 w 50"/>
              <a:gd name="T31" fmla="*/ 103 h 103"/>
              <a:gd name="T32" fmla="*/ 24 w 50"/>
              <a:gd name="T33" fmla="*/ 97 h 103"/>
              <a:gd name="T34" fmla="*/ 24 w 50"/>
              <a:gd name="T35" fmla="*/ 55 h 103"/>
              <a:gd name="T36" fmla="*/ 24 w 50"/>
              <a:gd name="T37" fmla="*/ 54 h 103"/>
              <a:gd name="T38" fmla="*/ 25 w 50"/>
              <a:gd name="T39" fmla="*/ 54 h 103"/>
              <a:gd name="T40" fmla="*/ 26 w 50"/>
              <a:gd name="T41" fmla="*/ 55 h 103"/>
              <a:gd name="T42" fmla="*/ 26 w 50"/>
              <a:gd name="T43" fmla="*/ 97 h 103"/>
              <a:gd name="T44" fmla="*/ 31 w 50"/>
              <a:gd name="T45" fmla="*/ 103 h 103"/>
              <a:gd name="T46" fmla="*/ 37 w 50"/>
              <a:gd name="T47" fmla="*/ 97 h 103"/>
              <a:gd name="T48" fmla="*/ 37 w 50"/>
              <a:gd name="T49" fmla="*/ 50 h 103"/>
              <a:gd name="T50" fmla="*/ 37 w 50"/>
              <a:gd name="T51" fmla="*/ 49 h 103"/>
              <a:gd name="T52" fmla="*/ 37 w 50"/>
              <a:gd name="T53" fmla="*/ 21 h 103"/>
              <a:gd name="T54" fmla="*/ 37 w 50"/>
              <a:gd name="T55" fmla="*/ 20 h 103"/>
              <a:gd name="T56" fmla="*/ 38 w 50"/>
              <a:gd name="T57" fmla="*/ 20 h 103"/>
              <a:gd name="T58" fmla="*/ 39 w 50"/>
              <a:gd name="T59" fmla="*/ 21 h 103"/>
              <a:gd name="T60" fmla="*/ 39 w 50"/>
              <a:gd name="T61" fmla="*/ 51 h 103"/>
              <a:gd name="T62" fmla="*/ 39 w 50"/>
              <a:gd name="T63" fmla="*/ 51 h 103"/>
              <a:gd name="T64" fmla="*/ 39 w 50"/>
              <a:gd name="T65" fmla="*/ 53 h 103"/>
              <a:gd name="T66" fmla="*/ 44 w 50"/>
              <a:gd name="T67" fmla="*/ 59 h 103"/>
              <a:gd name="T68" fmla="*/ 50 w 50"/>
              <a:gd name="T69" fmla="*/ 53 h 103"/>
              <a:gd name="T70" fmla="*/ 50 w 50"/>
              <a:gd name="T71" fmla="*/ 1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0" h="103">
                <a:moveTo>
                  <a:pt x="50" y="13"/>
                </a:moveTo>
                <a:cubicBezTo>
                  <a:pt x="50" y="12"/>
                  <a:pt x="50" y="12"/>
                  <a:pt x="50" y="12"/>
                </a:cubicBezTo>
                <a:cubicBezTo>
                  <a:pt x="50" y="5"/>
                  <a:pt x="44" y="0"/>
                  <a:pt x="37" y="0"/>
                </a:cubicBezTo>
                <a:cubicBezTo>
                  <a:pt x="12" y="0"/>
                  <a:pt x="12" y="0"/>
                  <a:pt x="12" y="0"/>
                </a:cubicBezTo>
                <a:cubicBezTo>
                  <a:pt x="5" y="0"/>
                  <a:pt x="0" y="5"/>
                  <a:pt x="0" y="12"/>
                </a:cubicBezTo>
                <a:cubicBezTo>
                  <a:pt x="0" y="53"/>
                  <a:pt x="0" y="53"/>
                  <a:pt x="0" y="53"/>
                </a:cubicBezTo>
                <a:cubicBezTo>
                  <a:pt x="0" y="56"/>
                  <a:pt x="2" y="59"/>
                  <a:pt x="5" y="59"/>
                </a:cubicBezTo>
                <a:cubicBezTo>
                  <a:pt x="8" y="59"/>
                  <a:pt x="11" y="56"/>
                  <a:pt x="11" y="53"/>
                </a:cubicBezTo>
                <a:cubicBezTo>
                  <a:pt x="11" y="21"/>
                  <a:pt x="11" y="21"/>
                  <a:pt x="11" y="21"/>
                </a:cubicBezTo>
                <a:cubicBezTo>
                  <a:pt x="11" y="20"/>
                  <a:pt x="11" y="20"/>
                  <a:pt x="11" y="20"/>
                </a:cubicBezTo>
                <a:cubicBezTo>
                  <a:pt x="12" y="20"/>
                  <a:pt x="12" y="20"/>
                  <a:pt x="12" y="20"/>
                </a:cubicBezTo>
                <a:cubicBezTo>
                  <a:pt x="12" y="20"/>
                  <a:pt x="13" y="20"/>
                  <a:pt x="13" y="21"/>
                </a:cubicBezTo>
                <a:cubicBezTo>
                  <a:pt x="13" y="55"/>
                  <a:pt x="13" y="55"/>
                  <a:pt x="13" y="55"/>
                </a:cubicBezTo>
                <a:cubicBezTo>
                  <a:pt x="13" y="55"/>
                  <a:pt x="13" y="55"/>
                  <a:pt x="13" y="55"/>
                </a:cubicBezTo>
                <a:cubicBezTo>
                  <a:pt x="13" y="97"/>
                  <a:pt x="13" y="97"/>
                  <a:pt x="13" y="97"/>
                </a:cubicBezTo>
                <a:cubicBezTo>
                  <a:pt x="13" y="100"/>
                  <a:pt x="15" y="103"/>
                  <a:pt x="18" y="103"/>
                </a:cubicBezTo>
                <a:cubicBezTo>
                  <a:pt x="21" y="103"/>
                  <a:pt x="24" y="100"/>
                  <a:pt x="24" y="97"/>
                </a:cubicBezTo>
                <a:cubicBezTo>
                  <a:pt x="24" y="55"/>
                  <a:pt x="24" y="55"/>
                  <a:pt x="24" y="55"/>
                </a:cubicBezTo>
                <a:cubicBezTo>
                  <a:pt x="24" y="55"/>
                  <a:pt x="24" y="54"/>
                  <a:pt x="24" y="54"/>
                </a:cubicBezTo>
                <a:cubicBezTo>
                  <a:pt x="25" y="54"/>
                  <a:pt x="25" y="54"/>
                  <a:pt x="25" y="54"/>
                </a:cubicBezTo>
                <a:cubicBezTo>
                  <a:pt x="25" y="54"/>
                  <a:pt x="26" y="55"/>
                  <a:pt x="26" y="55"/>
                </a:cubicBezTo>
                <a:cubicBezTo>
                  <a:pt x="26" y="97"/>
                  <a:pt x="26" y="97"/>
                  <a:pt x="26" y="97"/>
                </a:cubicBezTo>
                <a:cubicBezTo>
                  <a:pt x="26" y="100"/>
                  <a:pt x="28" y="103"/>
                  <a:pt x="31" y="103"/>
                </a:cubicBezTo>
                <a:cubicBezTo>
                  <a:pt x="34" y="103"/>
                  <a:pt x="37" y="100"/>
                  <a:pt x="37" y="97"/>
                </a:cubicBezTo>
                <a:cubicBezTo>
                  <a:pt x="37" y="50"/>
                  <a:pt x="37" y="50"/>
                  <a:pt x="37" y="50"/>
                </a:cubicBezTo>
                <a:cubicBezTo>
                  <a:pt x="37" y="50"/>
                  <a:pt x="37" y="50"/>
                  <a:pt x="37" y="49"/>
                </a:cubicBezTo>
                <a:cubicBezTo>
                  <a:pt x="37" y="21"/>
                  <a:pt x="37" y="21"/>
                  <a:pt x="37" y="21"/>
                </a:cubicBezTo>
                <a:cubicBezTo>
                  <a:pt x="37" y="20"/>
                  <a:pt x="37" y="20"/>
                  <a:pt x="37" y="20"/>
                </a:cubicBezTo>
                <a:cubicBezTo>
                  <a:pt x="38" y="20"/>
                  <a:pt x="38" y="20"/>
                  <a:pt x="38" y="20"/>
                </a:cubicBezTo>
                <a:cubicBezTo>
                  <a:pt x="39" y="20"/>
                  <a:pt x="39" y="20"/>
                  <a:pt x="39" y="21"/>
                </a:cubicBezTo>
                <a:cubicBezTo>
                  <a:pt x="39" y="51"/>
                  <a:pt x="39" y="51"/>
                  <a:pt x="39" y="51"/>
                </a:cubicBezTo>
                <a:cubicBezTo>
                  <a:pt x="39" y="51"/>
                  <a:pt x="39" y="51"/>
                  <a:pt x="39" y="51"/>
                </a:cubicBezTo>
                <a:cubicBezTo>
                  <a:pt x="39" y="53"/>
                  <a:pt x="39" y="53"/>
                  <a:pt x="39" y="53"/>
                </a:cubicBezTo>
                <a:cubicBezTo>
                  <a:pt x="39" y="56"/>
                  <a:pt x="41" y="59"/>
                  <a:pt x="44" y="59"/>
                </a:cubicBezTo>
                <a:cubicBezTo>
                  <a:pt x="48" y="59"/>
                  <a:pt x="50" y="56"/>
                  <a:pt x="50" y="53"/>
                </a:cubicBezTo>
                <a:lnTo>
                  <a:pt x="50" y="13"/>
                </a:lnTo>
                <a:close/>
              </a:path>
            </a:pathLst>
          </a:custGeom>
          <a:solidFill>
            <a:srgbClr val="546E7A"/>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7" name="Oval 23"/>
          <p:cNvSpPr>
            <a:spLocks noChangeArrowheads="1"/>
          </p:cNvSpPr>
          <p:nvPr/>
        </p:nvSpPr>
        <p:spPr bwMode="auto">
          <a:xfrm>
            <a:off x="4992688" y="5219865"/>
            <a:ext cx="82550" cy="84138"/>
          </a:xfrm>
          <a:prstGeom prst="ellipse">
            <a:avLst/>
          </a:prstGeom>
          <a:solidFill>
            <a:srgbClr val="546E7A"/>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8" name="Freeform 24"/>
          <p:cNvSpPr>
            <a:spLocks/>
          </p:cNvSpPr>
          <p:nvPr/>
        </p:nvSpPr>
        <p:spPr bwMode="auto">
          <a:xfrm>
            <a:off x="7042150" y="2708440"/>
            <a:ext cx="300038" cy="90488"/>
          </a:xfrm>
          <a:custGeom>
            <a:avLst/>
            <a:gdLst>
              <a:gd name="T0" fmla="*/ 189 w 189"/>
              <a:gd name="T1" fmla="*/ 0 h 57"/>
              <a:gd name="T2" fmla="*/ 0 w 189"/>
              <a:gd name="T3" fmla="*/ 0 h 57"/>
              <a:gd name="T4" fmla="*/ 95 w 189"/>
              <a:gd name="T5" fmla="*/ 57 h 57"/>
              <a:gd name="T6" fmla="*/ 189 w 189"/>
              <a:gd name="T7" fmla="*/ 0 h 57"/>
            </a:gdLst>
            <a:ahLst/>
            <a:cxnLst>
              <a:cxn ang="0">
                <a:pos x="T0" y="T1"/>
              </a:cxn>
              <a:cxn ang="0">
                <a:pos x="T2" y="T3"/>
              </a:cxn>
              <a:cxn ang="0">
                <a:pos x="T4" y="T5"/>
              </a:cxn>
              <a:cxn ang="0">
                <a:pos x="T6" y="T7"/>
              </a:cxn>
            </a:cxnLst>
            <a:rect l="0" t="0" r="r" b="b"/>
            <a:pathLst>
              <a:path w="189" h="57">
                <a:moveTo>
                  <a:pt x="189" y="0"/>
                </a:moveTo>
                <a:lnTo>
                  <a:pt x="0" y="0"/>
                </a:lnTo>
                <a:lnTo>
                  <a:pt x="95" y="57"/>
                </a:lnTo>
                <a:lnTo>
                  <a:pt x="189" y="0"/>
                </a:lnTo>
                <a:close/>
              </a:path>
            </a:pathLst>
          </a:custGeom>
          <a:solidFill>
            <a:srgbClr val="F26D6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9" name="Freeform 25"/>
          <p:cNvSpPr>
            <a:spLocks/>
          </p:cNvSpPr>
          <p:nvPr/>
        </p:nvSpPr>
        <p:spPr bwMode="auto">
          <a:xfrm>
            <a:off x="7027863" y="2716377"/>
            <a:ext cx="330200" cy="190500"/>
          </a:xfrm>
          <a:custGeom>
            <a:avLst/>
            <a:gdLst>
              <a:gd name="T0" fmla="*/ 104 w 208"/>
              <a:gd name="T1" fmla="*/ 64 h 120"/>
              <a:gd name="T2" fmla="*/ 0 w 208"/>
              <a:gd name="T3" fmla="*/ 0 h 120"/>
              <a:gd name="T4" fmla="*/ 0 w 208"/>
              <a:gd name="T5" fmla="*/ 120 h 120"/>
              <a:gd name="T6" fmla="*/ 208 w 208"/>
              <a:gd name="T7" fmla="*/ 120 h 120"/>
              <a:gd name="T8" fmla="*/ 208 w 208"/>
              <a:gd name="T9" fmla="*/ 0 h 120"/>
              <a:gd name="T10" fmla="*/ 104 w 208"/>
              <a:gd name="T11" fmla="*/ 64 h 120"/>
            </a:gdLst>
            <a:ahLst/>
            <a:cxnLst>
              <a:cxn ang="0">
                <a:pos x="T0" y="T1"/>
              </a:cxn>
              <a:cxn ang="0">
                <a:pos x="T2" y="T3"/>
              </a:cxn>
              <a:cxn ang="0">
                <a:pos x="T4" y="T5"/>
              </a:cxn>
              <a:cxn ang="0">
                <a:pos x="T6" y="T7"/>
              </a:cxn>
              <a:cxn ang="0">
                <a:pos x="T8" y="T9"/>
              </a:cxn>
              <a:cxn ang="0">
                <a:pos x="T10" y="T11"/>
              </a:cxn>
            </a:cxnLst>
            <a:rect l="0" t="0" r="r" b="b"/>
            <a:pathLst>
              <a:path w="208" h="120">
                <a:moveTo>
                  <a:pt x="104" y="64"/>
                </a:moveTo>
                <a:lnTo>
                  <a:pt x="0" y="0"/>
                </a:lnTo>
                <a:lnTo>
                  <a:pt x="0" y="120"/>
                </a:lnTo>
                <a:lnTo>
                  <a:pt x="208" y="120"/>
                </a:lnTo>
                <a:lnTo>
                  <a:pt x="208" y="0"/>
                </a:lnTo>
                <a:lnTo>
                  <a:pt x="104" y="64"/>
                </a:lnTo>
                <a:close/>
              </a:path>
            </a:pathLst>
          </a:custGeom>
          <a:solidFill>
            <a:srgbClr val="F26D64"/>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2" name="组合 1"/>
          <p:cNvGrpSpPr/>
          <p:nvPr/>
        </p:nvGrpSpPr>
        <p:grpSpPr>
          <a:xfrm>
            <a:off x="9220200" y="5284952"/>
            <a:ext cx="261938" cy="349251"/>
            <a:chOff x="9220200" y="4873869"/>
            <a:chExt cx="261938" cy="349251"/>
          </a:xfrm>
          <a:solidFill>
            <a:srgbClr val="F8841D"/>
          </a:solidFill>
        </p:grpSpPr>
        <p:sp>
          <p:nvSpPr>
            <p:cNvPr id="30" name="Rectangle 26"/>
            <p:cNvSpPr>
              <a:spLocks noChangeArrowheads="1"/>
            </p:cNvSpPr>
            <p:nvPr/>
          </p:nvSpPr>
          <p:spPr bwMode="auto">
            <a:xfrm>
              <a:off x="9426575" y="5042144"/>
              <a:ext cx="55563" cy="1809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Rectangle 27"/>
            <p:cNvSpPr>
              <a:spLocks noChangeArrowheads="1"/>
            </p:cNvSpPr>
            <p:nvPr/>
          </p:nvSpPr>
          <p:spPr bwMode="auto">
            <a:xfrm>
              <a:off x="9358313" y="4953244"/>
              <a:ext cx="52388" cy="269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Rectangle 28"/>
            <p:cNvSpPr>
              <a:spLocks noChangeArrowheads="1"/>
            </p:cNvSpPr>
            <p:nvPr/>
          </p:nvSpPr>
          <p:spPr bwMode="auto">
            <a:xfrm>
              <a:off x="9286875" y="4873869"/>
              <a:ext cx="57150" cy="3492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Rectangle 29"/>
            <p:cNvSpPr>
              <a:spLocks noChangeArrowheads="1"/>
            </p:cNvSpPr>
            <p:nvPr/>
          </p:nvSpPr>
          <p:spPr bwMode="auto">
            <a:xfrm>
              <a:off x="9220200" y="5005632"/>
              <a:ext cx="55563" cy="2174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34" name="Freeform 30"/>
          <p:cNvSpPr>
            <a:spLocks/>
          </p:cNvSpPr>
          <p:nvPr/>
        </p:nvSpPr>
        <p:spPr bwMode="auto">
          <a:xfrm>
            <a:off x="2681288" y="2625890"/>
            <a:ext cx="352425" cy="311150"/>
          </a:xfrm>
          <a:custGeom>
            <a:avLst/>
            <a:gdLst>
              <a:gd name="T0" fmla="*/ 222 w 222"/>
              <a:gd name="T1" fmla="*/ 102 h 196"/>
              <a:gd name="T2" fmla="*/ 111 w 222"/>
              <a:gd name="T3" fmla="*/ 0 h 196"/>
              <a:gd name="T4" fmla="*/ 0 w 222"/>
              <a:gd name="T5" fmla="*/ 102 h 196"/>
              <a:gd name="T6" fmla="*/ 40 w 222"/>
              <a:gd name="T7" fmla="*/ 102 h 196"/>
              <a:gd name="T8" fmla="*/ 40 w 222"/>
              <a:gd name="T9" fmla="*/ 196 h 196"/>
              <a:gd name="T10" fmla="*/ 92 w 222"/>
              <a:gd name="T11" fmla="*/ 196 h 196"/>
              <a:gd name="T12" fmla="*/ 92 w 222"/>
              <a:gd name="T13" fmla="*/ 128 h 196"/>
              <a:gd name="T14" fmla="*/ 130 w 222"/>
              <a:gd name="T15" fmla="*/ 128 h 196"/>
              <a:gd name="T16" fmla="*/ 130 w 222"/>
              <a:gd name="T17" fmla="*/ 196 h 196"/>
              <a:gd name="T18" fmla="*/ 182 w 222"/>
              <a:gd name="T19" fmla="*/ 196 h 196"/>
              <a:gd name="T20" fmla="*/ 182 w 222"/>
              <a:gd name="T21" fmla="*/ 102 h 196"/>
              <a:gd name="T22" fmla="*/ 222 w 222"/>
              <a:gd name="T23" fmla="*/ 102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2" h="196">
                <a:moveTo>
                  <a:pt x="222" y="102"/>
                </a:moveTo>
                <a:lnTo>
                  <a:pt x="111" y="0"/>
                </a:lnTo>
                <a:lnTo>
                  <a:pt x="0" y="102"/>
                </a:lnTo>
                <a:lnTo>
                  <a:pt x="40" y="102"/>
                </a:lnTo>
                <a:lnTo>
                  <a:pt x="40" y="196"/>
                </a:lnTo>
                <a:lnTo>
                  <a:pt x="92" y="196"/>
                </a:lnTo>
                <a:lnTo>
                  <a:pt x="92" y="128"/>
                </a:lnTo>
                <a:lnTo>
                  <a:pt x="130" y="128"/>
                </a:lnTo>
                <a:lnTo>
                  <a:pt x="130" y="196"/>
                </a:lnTo>
                <a:lnTo>
                  <a:pt x="182" y="196"/>
                </a:lnTo>
                <a:lnTo>
                  <a:pt x="182" y="102"/>
                </a:lnTo>
                <a:lnTo>
                  <a:pt x="222" y="102"/>
                </a:lnTo>
                <a:close/>
              </a:path>
            </a:pathLst>
          </a:custGeom>
          <a:solidFill>
            <a:srgbClr val="5EC6D3"/>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9" name="文本框 48"/>
          <p:cNvSpPr txBox="1"/>
          <p:nvPr/>
        </p:nvSpPr>
        <p:spPr>
          <a:xfrm>
            <a:off x="1569432" y="4846435"/>
            <a:ext cx="2856518" cy="830997"/>
          </a:xfrm>
          <a:prstGeom prst="rect">
            <a:avLst/>
          </a:prstGeom>
          <a:noFill/>
        </p:spPr>
        <p:txBody>
          <a:bodyPr wrap="square" rtlCol="0">
            <a:spAutoFit/>
          </a:bodyPr>
          <a:lstStyle/>
          <a:p>
            <a:pPr algn="r">
              <a:lnSpc>
                <a:spcPct val="120000"/>
              </a:lnSpc>
            </a:pPr>
            <a:r>
              <a:rPr lang="zh-CN" altLang="en-US" sz="2400" b="1" dirty="0">
                <a:solidFill>
                  <a:srgbClr val="546E7A"/>
                </a:solidFill>
              </a:rPr>
              <a:t>添加标题</a:t>
            </a:r>
            <a:endParaRPr lang="en-US" altLang="zh-CN" sz="2400" b="1" dirty="0">
              <a:solidFill>
                <a:srgbClr val="546E7A"/>
              </a:solidFill>
            </a:endParaRPr>
          </a:p>
          <a:p>
            <a:pPr algn="r">
              <a:lnSpc>
                <a:spcPct val="120000"/>
              </a:lnSpc>
            </a:pPr>
            <a:r>
              <a:rPr lang="zh-CN" altLang="en-US" sz="1600" dirty="0">
                <a:solidFill>
                  <a:schemeClr val="tx1">
                    <a:lumMod val="65000"/>
                    <a:lumOff val="35000"/>
                  </a:schemeClr>
                </a:solidFill>
              </a:rPr>
              <a:t>添加内容添加内容</a:t>
            </a:r>
          </a:p>
        </p:txBody>
      </p:sp>
      <p:sp>
        <p:nvSpPr>
          <p:cNvPr id="50" name="文本框 49"/>
          <p:cNvSpPr txBox="1"/>
          <p:nvPr/>
        </p:nvSpPr>
        <p:spPr>
          <a:xfrm>
            <a:off x="3554413" y="2491378"/>
            <a:ext cx="2856518" cy="830997"/>
          </a:xfrm>
          <a:prstGeom prst="rect">
            <a:avLst/>
          </a:prstGeom>
          <a:noFill/>
        </p:spPr>
        <p:txBody>
          <a:bodyPr wrap="square" rtlCol="0">
            <a:spAutoFit/>
          </a:bodyPr>
          <a:lstStyle/>
          <a:p>
            <a:pPr>
              <a:lnSpc>
                <a:spcPct val="120000"/>
              </a:lnSpc>
            </a:pPr>
            <a:r>
              <a:rPr lang="zh-CN" altLang="en-US" sz="2400" b="1" dirty="0">
                <a:solidFill>
                  <a:srgbClr val="5EC6D3"/>
                </a:solidFill>
              </a:rPr>
              <a:t>添加标题</a:t>
            </a:r>
            <a:endParaRPr lang="en-US" altLang="zh-CN" sz="2400" b="1" dirty="0">
              <a:solidFill>
                <a:srgbClr val="5EC6D3"/>
              </a:solidFill>
            </a:endParaRPr>
          </a:p>
          <a:p>
            <a:pPr>
              <a:lnSpc>
                <a:spcPct val="120000"/>
              </a:lnSpc>
            </a:pPr>
            <a:r>
              <a:rPr lang="zh-CN" altLang="en-US" sz="1600" dirty="0">
                <a:solidFill>
                  <a:schemeClr val="tx1">
                    <a:lumMod val="65000"/>
                    <a:lumOff val="35000"/>
                  </a:schemeClr>
                </a:solidFill>
              </a:rPr>
              <a:t>添加内容添加内容</a:t>
            </a:r>
          </a:p>
        </p:txBody>
      </p:sp>
      <p:sp>
        <p:nvSpPr>
          <p:cNvPr id="51" name="文本框 50"/>
          <p:cNvSpPr txBox="1"/>
          <p:nvPr/>
        </p:nvSpPr>
        <p:spPr>
          <a:xfrm>
            <a:off x="5814229" y="4846435"/>
            <a:ext cx="2856518" cy="830997"/>
          </a:xfrm>
          <a:prstGeom prst="rect">
            <a:avLst/>
          </a:prstGeom>
          <a:noFill/>
        </p:spPr>
        <p:txBody>
          <a:bodyPr wrap="square" rtlCol="0">
            <a:spAutoFit/>
          </a:bodyPr>
          <a:lstStyle/>
          <a:p>
            <a:pPr algn="r">
              <a:lnSpc>
                <a:spcPct val="120000"/>
              </a:lnSpc>
            </a:pPr>
            <a:r>
              <a:rPr lang="zh-CN" altLang="en-US" sz="2400" b="1" dirty="0">
                <a:solidFill>
                  <a:srgbClr val="F8841D"/>
                </a:solidFill>
              </a:rPr>
              <a:t>添加标题</a:t>
            </a:r>
            <a:endParaRPr lang="en-US" altLang="zh-CN" sz="2400" b="1" dirty="0">
              <a:solidFill>
                <a:srgbClr val="F8841D"/>
              </a:solidFill>
            </a:endParaRPr>
          </a:p>
          <a:p>
            <a:pPr algn="r">
              <a:lnSpc>
                <a:spcPct val="120000"/>
              </a:lnSpc>
            </a:pPr>
            <a:r>
              <a:rPr lang="zh-CN" altLang="en-US" sz="1600" dirty="0">
                <a:solidFill>
                  <a:schemeClr val="tx1">
                    <a:lumMod val="65000"/>
                    <a:lumOff val="35000"/>
                  </a:schemeClr>
                </a:solidFill>
              </a:rPr>
              <a:t>添加内容添加内容</a:t>
            </a:r>
          </a:p>
        </p:txBody>
      </p:sp>
      <p:sp>
        <p:nvSpPr>
          <p:cNvPr id="52" name="文本框 51"/>
          <p:cNvSpPr txBox="1"/>
          <p:nvPr/>
        </p:nvSpPr>
        <p:spPr>
          <a:xfrm>
            <a:off x="7847504" y="2491378"/>
            <a:ext cx="2856518" cy="830997"/>
          </a:xfrm>
          <a:prstGeom prst="rect">
            <a:avLst/>
          </a:prstGeom>
          <a:noFill/>
        </p:spPr>
        <p:txBody>
          <a:bodyPr wrap="square" rtlCol="0">
            <a:spAutoFit/>
          </a:bodyPr>
          <a:lstStyle/>
          <a:p>
            <a:pPr>
              <a:lnSpc>
                <a:spcPct val="120000"/>
              </a:lnSpc>
            </a:pPr>
            <a:r>
              <a:rPr lang="zh-CN" altLang="en-US" sz="2400" b="1" dirty="0">
                <a:solidFill>
                  <a:srgbClr val="F26D64"/>
                </a:solidFill>
              </a:rPr>
              <a:t>添加标题</a:t>
            </a:r>
            <a:endParaRPr lang="en-US" altLang="zh-CN" sz="2400" b="1" dirty="0">
              <a:solidFill>
                <a:srgbClr val="F26D64"/>
              </a:solidFill>
            </a:endParaRPr>
          </a:p>
          <a:p>
            <a:pPr>
              <a:lnSpc>
                <a:spcPct val="120000"/>
              </a:lnSpc>
            </a:pPr>
            <a:r>
              <a:rPr lang="zh-CN" altLang="en-US" sz="1600" dirty="0">
                <a:solidFill>
                  <a:schemeClr val="tx1">
                    <a:lumMod val="65000"/>
                    <a:lumOff val="35000"/>
                  </a:schemeClr>
                </a:solidFill>
              </a:rPr>
              <a:t>添加内容添加内容</a:t>
            </a:r>
          </a:p>
        </p:txBody>
      </p:sp>
      <p:sp>
        <p:nvSpPr>
          <p:cNvPr id="3" name="文本框 2"/>
          <p:cNvSpPr txBox="1"/>
          <p:nvPr/>
        </p:nvSpPr>
        <p:spPr>
          <a:xfrm>
            <a:off x="2546211" y="4381664"/>
            <a:ext cx="627095" cy="369332"/>
          </a:xfrm>
          <a:prstGeom prst="rect">
            <a:avLst/>
          </a:prstGeom>
          <a:noFill/>
        </p:spPr>
        <p:txBody>
          <a:bodyPr wrap="none" rtlCol="0">
            <a:spAutoFit/>
          </a:bodyPr>
          <a:lstStyle/>
          <a:p>
            <a:r>
              <a:rPr lang="en-US" altLang="zh-CN" dirty="0">
                <a:solidFill>
                  <a:srgbClr val="5EC6D3"/>
                </a:solidFill>
                <a:latin typeface="Impact" panose="020B0806030902050204" pitchFamily="34" charset="0"/>
                <a:ea typeface="Arial Unicode MS" panose="020B0604020202020204" pitchFamily="34" charset="-122"/>
                <a:cs typeface="Arial Unicode MS" panose="020B0604020202020204" pitchFamily="34" charset="-122"/>
              </a:rPr>
              <a:t>2014</a:t>
            </a:r>
            <a:endParaRPr lang="zh-CN" altLang="en-US" dirty="0">
              <a:solidFill>
                <a:srgbClr val="5EC6D3"/>
              </a:solidFill>
              <a:latin typeface="Impact" panose="020B0806030902050204" pitchFamily="34" charset="0"/>
              <a:ea typeface="Arial Unicode MS" panose="020B0604020202020204" pitchFamily="34" charset="-122"/>
              <a:cs typeface="Arial Unicode MS" panose="020B0604020202020204" pitchFamily="34" charset="-122"/>
            </a:endParaRPr>
          </a:p>
        </p:txBody>
      </p:sp>
      <p:sp>
        <p:nvSpPr>
          <p:cNvPr id="53" name="文本框 52"/>
          <p:cNvSpPr txBox="1"/>
          <p:nvPr/>
        </p:nvSpPr>
        <p:spPr>
          <a:xfrm>
            <a:off x="6877158" y="4381664"/>
            <a:ext cx="636713" cy="369332"/>
          </a:xfrm>
          <a:prstGeom prst="rect">
            <a:avLst/>
          </a:prstGeom>
          <a:noFill/>
        </p:spPr>
        <p:txBody>
          <a:bodyPr wrap="none" rtlCol="0">
            <a:spAutoFit/>
          </a:bodyPr>
          <a:lstStyle/>
          <a:p>
            <a:r>
              <a:rPr lang="en-US" altLang="zh-CN" dirty="0">
                <a:solidFill>
                  <a:srgbClr val="F26D64"/>
                </a:solidFill>
                <a:latin typeface="Impact" panose="020B0806030902050204" pitchFamily="34" charset="0"/>
                <a:ea typeface="Arial Unicode MS" panose="020B0604020202020204" pitchFamily="34" charset="-122"/>
                <a:cs typeface="Arial Unicode MS" panose="020B0604020202020204" pitchFamily="34" charset="-122"/>
              </a:rPr>
              <a:t>2016</a:t>
            </a:r>
            <a:endParaRPr lang="zh-CN" altLang="en-US" dirty="0">
              <a:solidFill>
                <a:srgbClr val="F26D64"/>
              </a:solidFill>
              <a:latin typeface="Impact" panose="020B0806030902050204" pitchFamily="34" charset="0"/>
              <a:ea typeface="Arial Unicode MS" panose="020B0604020202020204" pitchFamily="34" charset="-122"/>
              <a:cs typeface="Arial Unicode MS" panose="020B0604020202020204" pitchFamily="34" charset="-122"/>
            </a:endParaRPr>
          </a:p>
        </p:txBody>
      </p:sp>
      <p:sp>
        <p:nvSpPr>
          <p:cNvPr id="54" name="文本框 53"/>
          <p:cNvSpPr txBox="1"/>
          <p:nvPr/>
        </p:nvSpPr>
        <p:spPr>
          <a:xfrm>
            <a:off x="4709009" y="3606669"/>
            <a:ext cx="635110" cy="369332"/>
          </a:xfrm>
          <a:prstGeom prst="rect">
            <a:avLst/>
          </a:prstGeom>
          <a:noFill/>
        </p:spPr>
        <p:txBody>
          <a:bodyPr wrap="none" rtlCol="0">
            <a:spAutoFit/>
          </a:bodyPr>
          <a:lstStyle/>
          <a:p>
            <a:r>
              <a:rPr lang="en-US" altLang="zh-CN" dirty="0">
                <a:solidFill>
                  <a:srgbClr val="546E7A"/>
                </a:solidFill>
                <a:latin typeface="Impact" panose="020B0806030902050204" pitchFamily="34" charset="0"/>
                <a:ea typeface="Arial Unicode MS" panose="020B0604020202020204" pitchFamily="34" charset="-122"/>
                <a:cs typeface="Arial Unicode MS" panose="020B0604020202020204" pitchFamily="34" charset="-122"/>
              </a:rPr>
              <a:t>2015</a:t>
            </a:r>
            <a:endParaRPr lang="zh-CN" altLang="en-US" dirty="0">
              <a:solidFill>
                <a:srgbClr val="546E7A"/>
              </a:solidFill>
              <a:latin typeface="Impact" panose="020B0806030902050204" pitchFamily="34" charset="0"/>
              <a:ea typeface="Arial Unicode MS" panose="020B0604020202020204" pitchFamily="34" charset="-122"/>
              <a:cs typeface="Arial Unicode MS" panose="020B0604020202020204" pitchFamily="34" charset="-122"/>
            </a:endParaRPr>
          </a:p>
        </p:txBody>
      </p:sp>
      <p:sp>
        <p:nvSpPr>
          <p:cNvPr id="55" name="文本框 54"/>
          <p:cNvSpPr txBox="1"/>
          <p:nvPr/>
        </p:nvSpPr>
        <p:spPr>
          <a:xfrm>
            <a:off x="9039956" y="3606669"/>
            <a:ext cx="601447" cy="369332"/>
          </a:xfrm>
          <a:prstGeom prst="rect">
            <a:avLst/>
          </a:prstGeom>
          <a:noFill/>
        </p:spPr>
        <p:txBody>
          <a:bodyPr wrap="none" rtlCol="0">
            <a:spAutoFit/>
          </a:bodyPr>
          <a:lstStyle/>
          <a:p>
            <a:r>
              <a:rPr lang="en-US" altLang="zh-CN" dirty="0">
                <a:solidFill>
                  <a:srgbClr val="F8841D"/>
                </a:solidFill>
                <a:latin typeface="Impact" panose="020B0806030902050204" pitchFamily="34" charset="0"/>
                <a:ea typeface="Arial Unicode MS" panose="020B0604020202020204" pitchFamily="34" charset="-122"/>
                <a:cs typeface="Arial Unicode MS" panose="020B0604020202020204" pitchFamily="34" charset="-122"/>
              </a:rPr>
              <a:t>2017</a:t>
            </a:r>
            <a:endParaRPr lang="zh-CN" altLang="en-US" dirty="0">
              <a:solidFill>
                <a:srgbClr val="F8841D"/>
              </a:solidFill>
              <a:latin typeface="Impact" panose="020B0806030902050204" pitchFamily="34" charset="0"/>
              <a:ea typeface="Arial Unicode MS" panose="020B0604020202020204" pitchFamily="34" charset="-122"/>
              <a:cs typeface="Arial Unicode MS" panose="020B0604020202020204" pitchFamily="34" charset="-122"/>
            </a:endParaRPr>
          </a:p>
        </p:txBody>
      </p:sp>
      <p:sp>
        <p:nvSpPr>
          <p:cNvPr id="56" name="文本框 55"/>
          <p:cNvSpPr txBox="1"/>
          <p:nvPr/>
        </p:nvSpPr>
        <p:spPr>
          <a:xfrm>
            <a:off x="4139317" y="1058393"/>
            <a:ext cx="3913366" cy="504241"/>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单击此处添加标题</a:t>
            </a:r>
            <a:endParaRPr lang="en-US" altLang="zh-CN" sz="2400" b="1" dirty="0">
              <a:solidFill>
                <a:schemeClr val="tx1">
                  <a:lumMod val="65000"/>
                  <a:lumOff val="35000"/>
                </a:schemeClr>
              </a:solidFill>
            </a:endParaRPr>
          </a:p>
        </p:txBody>
      </p:sp>
      <p:sp>
        <p:nvSpPr>
          <p:cNvPr id="57" name="Rectangle 58"/>
          <p:cNvSpPr/>
          <p:nvPr/>
        </p:nvSpPr>
        <p:spPr>
          <a:xfrm>
            <a:off x="3614043" y="1478661"/>
            <a:ext cx="4963915" cy="368371"/>
          </a:xfrm>
          <a:prstGeom prst="rect">
            <a:avLst/>
          </a:prstGeom>
        </p:spPr>
        <p:txBody>
          <a:bodyPr wrap="square">
            <a:spAutoFit/>
          </a:bodyPr>
          <a:lstStyle/>
          <a:p>
            <a:pPr algn="ctr">
              <a:lnSpc>
                <a:spcPct val="123000"/>
              </a:lnSpc>
              <a:spcBef>
                <a:spcPts val="600"/>
              </a:spcBef>
            </a:pPr>
            <a:r>
              <a:rPr lang="zh-CN" altLang="en-US" sz="1600" dirty="0">
                <a:solidFill>
                  <a:schemeClr val="tx1">
                    <a:lumMod val="65000"/>
                    <a:lumOff val="35000"/>
                  </a:schemeClr>
                </a:solidFill>
                <a:latin typeface="+mn-ea"/>
              </a:rPr>
              <a:t>单击此处添加副标题</a:t>
            </a:r>
          </a:p>
        </p:txBody>
      </p:sp>
      <p:sp>
        <p:nvSpPr>
          <p:cNvPr id="40" name="矩形 39"/>
          <p:cNvSpPr/>
          <p:nvPr/>
        </p:nvSpPr>
        <p:spPr>
          <a:xfrm>
            <a:off x="0" y="203088"/>
            <a:ext cx="1261884" cy="523220"/>
          </a:xfrm>
          <a:prstGeom prst="rect">
            <a:avLst/>
          </a:prstGeom>
          <a:noFill/>
        </p:spPr>
        <p:txBody>
          <a:bodyPr wrap="none" rtlCol="0">
            <a:spAutoFit/>
          </a:bodyPr>
          <a:lstStyle/>
          <a:p>
            <a:r>
              <a:rPr lang="zh-CN" altLang="en-US" sz="2800" b="1" dirty="0">
                <a:solidFill>
                  <a:schemeClr val="tx1">
                    <a:lumMod val="65000"/>
                    <a:lumOff val="35000"/>
                  </a:schemeClr>
                </a:solidFill>
              </a:rPr>
              <a:t>时间线</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3357851773"/>
      </p:ext>
    </p:extLst>
  </p:cSld>
  <p:clrMapOvr>
    <a:masterClrMapping/>
  </p:clrMapOvr>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95"/>
          <p:cNvSpPr>
            <a:spLocks/>
          </p:cNvSpPr>
          <p:nvPr/>
        </p:nvSpPr>
        <p:spPr bwMode="auto">
          <a:xfrm>
            <a:off x="1411175" y="1352582"/>
            <a:ext cx="8327771" cy="4486058"/>
          </a:xfrm>
          <a:custGeom>
            <a:avLst/>
            <a:gdLst>
              <a:gd name="T0" fmla="*/ 0 w 3761"/>
              <a:gd name="T1" fmla="*/ 2026 h 2026"/>
              <a:gd name="T2" fmla="*/ 511 w 3761"/>
              <a:gd name="T3" fmla="*/ 1988 h 2026"/>
              <a:gd name="T4" fmla="*/ 596 w 3761"/>
              <a:gd name="T5" fmla="*/ 1374 h 2026"/>
              <a:gd name="T6" fmla="*/ 828 w 3761"/>
              <a:gd name="T7" fmla="*/ 1263 h 2026"/>
              <a:gd name="T8" fmla="*/ 902 w 3761"/>
              <a:gd name="T9" fmla="*/ 1374 h 2026"/>
              <a:gd name="T10" fmla="*/ 956 w 3761"/>
              <a:gd name="T11" fmla="*/ 1808 h 2026"/>
              <a:gd name="T12" fmla="*/ 1162 w 3761"/>
              <a:gd name="T13" fmla="*/ 1021 h 2026"/>
              <a:gd name="T14" fmla="*/ 1347 w 3761"/>
              <a:gd name="T15" fmla="*/ 1562 h 2026"/>
              <a:gd name="T16" fmla="*/ 1403 w 3761"/>
              <a:gd name="T17" fmla="*/ 666 h 2026"/>
              <a:gd name="T18" fmla="*/ 1595 w 3761"/>
              <a:gd name="T19" fmla="*/ 536 h 2026"/>
              <a:gd name="T20" fmla="*/ 1815 w 3761"/>
              <a:gd name="T21" fmla="*/ 666 h 2026"/>
              <a:gd name="T22" fmla="*/ 1856 w 3761"/>
              <a:gd name="T23" fmla="*/ 893 h 2026"/>
              <a:gd name="T24" fmla="*/ 2116 w 3761"/>
              <a:gd name="T25" fmla="*/ 1329 h 2026"/>
              <a:gd name="T26" fmla="*/ 2177 w 3761"/>
              <a:gd name="T27" fmla="*/ 604 h 2026"/>
              <a:gd name="T28" fmla="*/ 2239 w 3761"/>
              <a:gd name="T29" fmla="*/ 476 h 2026"/>
              <a:gd name="T30" fmla="*/ 2584 w 3761"/>
              <a:gd name="T31" fmla="*/ 476 h 2026"/>
              <a:gd name="T32" fmla="*/ 2646 w 3761"/>
              <a:gd name="T33" fmla="*/ 604 h 2026"/>
              <a:gd name="T34" fmla="*/ 2710 w 3761"/>
              <a:gd name="T35" fmla="*/ 1059 h 2026"/>
              <a:gd name="T36" fmla="*/ 2753 w 3761"/>
              <a:gd name="T37" fmla="*/ 337 h 2026"/>
              <a:gd name="T38" fmla="*/ 2840 w 3761"/>
              <a:gd name="T39" fmla="*/ 0 h 2026"/>
              <a:gd name="T40" fmla="*/ 3039 w 3761"/>
              <a:gd name="T41" fmla="*/ 121 h 2026"/>
              <a:gd name="T42" fmla="*/ 3126 w 3761"/>
              <a:gd name="T43" fmla="*/ 0 h 2026"/>
              <a:gd name="T44" fmla="*/ 3169 w 3761"/>
              <a:gd name="T45" fmla="*/ 337 h 2026"/>
              <a:gd name="T46" fmla="*/ 3273 w 3761"/>
              <a:gd name="T47" fmla="*/ 701 h 2026"/>
              <a:gd name="T48" fmla="*/ 3761 w 3761"/>
              <a:gd name="T49" fmla="*/ 116 h 2026"/>
              <a:gd name="T50" fmla="*/ 3131 w 3761"/>
              <a:gd name="T51" fmla="*/ 739 h 2026"/>
              <a:gd name="T52" fmla="*/ 3089 w 3761"/>
              <a:gd name="T53" fmla="*/ 374 h 2026"/>
              <a:gd name="T54" fmla="*/ 3079 w 3761"/>
              <a:gd name="T55" fmla="*/ 40 h 2026"/>
              <a:gd name="T56" fmla="*/ 2802 w 3761"/>
              <a:gd name="T57" fmla="*/ 159 h 2026"/>
              <a:gd name="T58" fmla="*/ 2793 w 3761"/>
              <a:gd name="T59" fmla="*/ 40 h 2026"/>
              <a:gd name="T60" fmla="*/ 2750 w 3761"/>
              <a:gd name="T61" fmla="*/ 374 h 2026"/>
              <a:gd name="T62" fmla="*/ 2606 w 3761"/>
              <a:gd name="T63" fmla="*/ 1097 h 2026"/>
              <a:gd name="T64" fmla="*/ 2544 w 3761"/>
              <a:gd name="T65" fmla="*/ 642 h 2026"/>
              <a:gd name="T66" fmla="*/ 2412 w 3761"/>
              <a:gd name="T67" fmla="*/ 358 h 2026"/>
              <a:gd name="T68" fmla="*/ 2277 w 3761"/>
              <a:gd name="T69" fmla="*/ 642 h 2026"/>
              <a:gd name="T70" fmla="*/ 2215 w 3761"/>
              <a:gd name="T71" fmla="*/ 1367 h 2026"/>
              <a:gd name="T72" fmla="*/ 2078 w 3761"/>
              <a:gd name="T73" fmla="*/ 934 h 2026"/>
              <a:gd name="T74" fmla="*/ 1815 w 3761"/>
              <a:gd name="T75" fmla="*/ 706 h 2026"/>
              <a:gd name="T76" fmla="*/ 1775 w 3761"/>
              <a:gd name="T77" fmla="*/ 573 h 2026"/>
              <a:gd name="T78" fmla="*/ 1635 w 3761"/>
              <a:gd name="T79" fmla="*/ 706 h 2026"/>
              <a:gd name="T80" fmla="*/ 1444 w 3761"/>
              <a:gd name="T81" fmla="*/ 1599 h 2026"/>
              <a:gd name="T82" fmla="*/ 1309 w 3761"/>
              <a:gd name="T83" fmla="*/ 1062 h 2026"/>
              <a:gd name="T84" fmla="*/ 996 w 3761"/>
              <a:gd name="T85" fmla="*/ 1310 h 2026"/>
              <a:gd name="T86" fmla="*/ 862 w 3761"/>
              <a:gd name="T87" fmla="*/ 1848 h 2026"/>
              <a:gd name="T88" fmla="*/ 788 w 3761"/>
              <a:gd name="T89" fmla="*/ 1415 h 2026"/>
              <a:gd name="T90" fmla="*/ 634 w 3761"/>
              <a:gd name="T91" fmla="*/ 1303 h 2026"/>
              <a:gd name="T92" fmla="*/ 551 w 3761"/>
              <a:gd name="T93" fmla="*/ 1415 h 20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761" h="2026">
                <a:moveTo>
                  <a:pt x="551" y="2026"/>
                </a:moveTo>
                <a:lnTo>
                  <a:pt x="0" y="2026"/>
                </a:lnTo>
                <a:lnTo>
                  <a:pt x="0" y="1988"/>
                </a:lnTo>
                <a:lnTo>
                  <a:pt x="511" y="1988"/>
                </a:lnTo>
                <a:lnTo>
                  <a:pt x="511" y="1374"/>
                </a:lnTo>
                <a:lnTo>
                  <a:pt x="596" y="1374"/>
                </a:lnTo>
                <a:lnTo>
                  <a:pt x="596" y="1263"/>
                </a:lnTo>
                <a:lnTo>
                  <a:pt x="828" y="1263"/>
                </a:lnTo>
                <a:lnTo>
                  <a:pt x="828" y="1374"/>
                </a:lnTo>
                <a:lnTo>
                  <a:pt x="902" y="1374"/>
                </a:lnTo>
                <a:lnTo>
                  <a:pt x="902" y="1808"/>
                </a:lnTo>
                <a:lnTo>
                  <a:pt x="956" y="1808"/>
                </a:lnTo>
                <a:lnTo>
                  <a:pt x="956" y="1299"/>
                </a:lnTo>
                <a:lnTo>
                  <a:pt x="1162" y="1021"/>
                </a:lnTo>
                <a:lnTo>
                  <a:pt x="1347" y="1021"/>
                </a:lnTo>
                <a:lnTo>
                  <a:pt x="1347" y="1562"/>
                </a:lnTo>
                <a:lnTo>
                  <a:pt x="1403" y="1562"/>
                </a:lnTo>
                <a:lnTo>
                  <a:pt x="1403" y="666"/>
                </a:lnTo>
                <a:lnTo>
                  <a:pt x="1595" y="666"/>
                </a:lnTo>
                <a:lnTo>
                  <a:pt x="1595" y="536"/>
                </a:lnTo>
                <a:lnTo>
                  <a:pt x="1815" y="536"/>
                </a:lnTo>
                <a:lnTo>
                  <a:pt x="1815" y="666"/>
                </a:lnTo>
                <a:lnTo>
                  <a:pt x="1856" y="666"/>
                </a:lnTo>
                <a:lnTo>
                  <a:pt x="1856" y="893"/>
                </a:lnTo>
                <a:lnTo>
                  <a:pt x="2116" y="893"/>
                </a:lnTo>
                <a:lnTo>
                  <a:pt x="2116" y="1329"/>
                </a:lnTo>
                <a:lnTo>
                  <a:pt x="2177" y="1329"/>
                </a:lnTo>
                <a:lnTo>
                  <a:pt x="2177" y="604"/>
                </a:lnTo>
                <a:lnTo>
                  <a:pt x="2239" y="604"/>
                </a:lnTo>
                <a:lnTo>
                  <a:pt x="2239" y="476"/>
                </a:lnTo>
                <a:lnTo>
                  <a:pt x="2412" y="301"/>
                </a:lnTo>
                <a:lnTo>
                  <a:pt x="2584" y="476"/>
                </a:lnTo>
                <a:lnTo>
                  <a:pt x="2584" y="604"/>
                </a:lnTo>
                <a:lnTo>
                  <a:pt x="2646" y="604"/>
                </a:lnTo>
                <a:lnTo>
                  <a:pt x="2646" y="1059"/>
                </a:lnTo>
                <a:lnTo>
                  <a:pt x="2710" y="1059"/>
                </a:lnTo>
                <a:lnTo>
                  <a:pt x="2710" y="337"/>
                </a:lnTo>
                <a:lnTo>
                  <a:pt x="2753" y="337"/>
                </a:lnTo>
                <a:lnTo>
                  <a:pt x="2753" y="0"/>
                </a:lnTo>
                <a:lnTo>
                  <a:pt x="2840" y="0"/>
                </a:lnTo>
                <a:lnTo>
                  <a:pt x="2840" y="121"/>
                </a:lnTo>
                <a:lnTo>
                  <a:pt x="3039" y="121"/>
                </a:lnTo>
                <a:lnTo>
                  <a:pt x="3039" y="0"/>
                </a:lnTo>
                <a:lnTo>
                  <a:pt x="3126" y="0"/>
                </a:lnTo>
                <a:lnTo>
                  <a:pt x="3126" y="337"/>
                </a:lnTo>
                <a:lnTo>
                  <a:pt x="3169" y="337"/>
                </a:lnTo>
                <a:lnTo>
                  <a:pt x="3169" y="701"/>
                </a:lnTo>
                <a:lnTo>
                  <a:pt x="3273" y="701"/>
                </a:lnTo>
                <a:lnTo>
                  <a:pt x="3730" y="92"/>
                </a:lnTo>
                <a:lnTo>
                  <a:pt x="3761" y="116"/>
                </a:lnTo>
                <a:lnTo>
                  <a:pt x="3294" y="739"/>
                </a:lnTo>
                <a:lnTo>
                  <a:pt x="3131" y="739"/>
                </a:lnTo>
                <a:lnTo>
                  <a:pt x="3131" y="374"/>
                </a:lnTo>
                <a:lnTo>
                  <a:pt x="3089" y="374"/>
                </a:lnTo>
                <a:lnTo>
                  <a:pt x="3089" y="40"/>
                </a:lnTo>
                <a:lnTo>
                  <a:pt x="3079" y="40"/>
                </a:lnTo>
                <a:lnTo>
                  <a:pt x="3079" y="159"/>
                </a:lnTo>
                <a:lnTo>
                  <a:pt x="2802" y="159"/>
                </a:lnTo>
                <a:lnTo>
                  <a:pt x="2802" y="40"/>
                </a:lnTo>
                <a:lnTo>
                  <a:pt x="2793" y="40"/>
                </a:lnTo>
                <a:lnTo>
                  <a:pt x="2793" y="374"/>
                </a:lnTo>
                <a:lnTo>
                  <a:pt x="2750" y="374"/>
                </a:lnTo>
                <a:lnTo>
                  <a:pt x="2750" y="1097"/>
                </a:lnTo>
                <a:lnTo>
                  <a:pt x="2606" y="1097"/>
                </a:lnTo>
                <a:lnTo>
                  <a:pt x="2606" y="642"/>
                </a:lnTo>
                <a:lnTo>
                  <a:pt x="2544" y="642"/>
                </a:lnTo>
                <a:lnTo>
                  <a:pt x="2544" y="493"/>
                </a:lnTo>
                <a:lnTo>
                  <a:pt x="2412" y="358"/>
                </a:lnTo>
                <a:lnTo>
                  <a:pt x="2277" y="493"/>
                </a:lnTo>
                <a:lnTo>
                  <a:pt x="2277" y="642"/>
                </a:lnTo>
                <a:lnTo>
                  <a:pt x="2215" y="642"/>
                </a:lnTo>
                <a:lnTo>
                  <a:pt x="2215" y="1367"/>
                </a:lnTo>
                <a:lnTo>
                  <a:pt x="2078" y="1367"/>
                </a:lnTo>
                <a:lnTo>
                  <a:pt x="2078" y="934"/>
                </a:lnTo>
                <a:lnTo>
                  <a:pt x="1815" y="934"/>
                </a:lnTo>
                <a:lnTo>
                  <a:pt x="1815" y="706"/>
                </a:lnTo>
                <a:lnTo>
                  <a:pt x="1775" y="706"/>
                </a:lnTo>
                <a:lnTo>
                  <a:pt x="1775" y="573"/>
                </a:lnTo>
                <a:lnTo>
                  <a:pt x="1635" y="573"/>
                </a:lnTo>
                <a:lnTo>
                  <a:pt x="1635" y="706"/>
                </a:lnTo>
                <a:lnTo>
                  <a:pt x="1444" y="706"/>
                </a:lnTo>
                <a:lnTo>
                  <a:pt x="1444" y="1599"/>
                </a:lnTo>
                <a:lnTo>
                  <a:pt x="1309" y="1602"/>
                </a:lnTo>
                <a:lnTo>
                  <a:pt x="1309" y="1062"/>
                </a:lnTo>
                <a:lnTo>
                  <a:pt x="1181" y="1062"/>
                </a:lnTo>
                <a:lnTo>
                  <a:pt x="996" y="1310"/>
                </a:lnTo>
                <a:lnTo>
                  <a:pt x="996" y="1848"/>
                </a:lnTo>
                <a:lnTo>
                  <a:pt x="862" y="1848"/>
                </a:lnTo>
                <a:lnTo>
                  <a:pt x="862" y="1415"/>
                </a:lnTo>
                <a:lnTo>
                  <a:pt x="788" y="1415"/>
                </a:lnTo>
                <a:lnTo>
                  <a:pt x="788" y="1303"/>
                </a:lnTo>
                <a:lnTo>
                  <a:pt x="634" y="1303"/>
                </a:lnTo>
                <a:lnTo>
                  <a:pt x="634" y="1415"/>
                </a:lnTo>
                <a:lnTo>
                  <a:pt x="551" y="1415"/>
                </a:lnTo>
                <a:lnTo>
                  <a:pt x="551" y="2026"/>
                </a:lnTo>
                <a:close/>
              </a:path>
            </a:pathLst>
          </a:custGeom>
          <a:solidFill>
            <a:srgbClr val="546E7A"/>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 name="Freeform 96"/>
          <p:cNvSpPr>
            <a:spLocks/>
          </p:cNvSpPr>
          <p:nvPr/>
        </p:nvSpPr>
        <p:spPr bwMode="auto">
          <a:xfrm>
            <a:off x="1257284" y="5610947"/>
            <a:ext cx="307781" cy="376421"/>
          </a:xfrm>
          <a:custGeom>
            <a:avLst/>
            <a:gdLst>
              <a:gd name="T0" fmla="*/ 0 w 59"/>
              <a:gd name="T1" fmla="*/ 8 h 72"/>
              <a:gd name="T2" fmla="*/ 9 w 59"/>
              <a:gd name="T3" fmla="*/ 3 h 72"/>
              <a:gd name="T4" fmla="*/ 55 w 59"/>
              <a:gd name="T5" fmla="*/ 31 h 72"/>
              <a:gd name="T6" fmla="*/ 55 w 59"/>
              <a:gd name="T7" fmla="*/ 41 h 72"/>
              <a:gd name="T8" fmla="*/ 9 w 59"/>
              <a:gd name="T9" fmla="*/ 69 h 72"/>
              <a:gd name="T10" fmla="*/ 0 w 59"/>
              <a:gd name="T11" fmla="*/ 65 h 72"/>
              <a:gd name="T12" fmla="*/ 0 w 59"/>
              <a:gd name="T13" fmla="*/ 8 h 72"/>
            </a:gdLst>
            <a:ahLst/>
            <a:cxnLst>
              <a:cxn ang="0">
                <a:pos x="T0" y="T1"/>
              </a:cxn>
              <a:cxn ang="0">
                <a:pos x="T2" y="T3"/>
              </a:cxn>
              <a:cxn ang="0">
                <a:pos x="T4" y="T5"/>
              </a:cxn>
              <a:cxn ang="0">
                <a:pos x="T6" y="T7"/>
              </a:cxn>
              <a:cxn ang="0">
                <a:pos x="T8" y="T9"/>
              </a:cxn>
              <a:cxn ang="0">
                <a:pos x="T10" y="T11"/>
              </a:cxn>
              <a:cxn ang="0">
                <a:pos x="T12" y="T13"/>
              </a:cxn>
            </a:cxnLst>
            <a:rect l="0" t="0" r="r" b="b"/>
            <a:pathLst>
              <a:path w="59" h="72">
                <a:moveTo>
                  <a:pt x="0" y="8"/>
                </a:moveTo>
                <a:cubicBezTo>
                  <a:pt x="0" y="2"/>
                  <a:pt x="4" y="0"/>
                  <a:pt x="9" y="3"/>
                </a:cubicBezTo>
                <a:cubicBezTo>
                  <a:pt x="55" y="31"/>
                  <a:pt x="55" y="31"/>
                  <a:pt x="55" y="31"/>
                </a:cubicBezTo>
                <a:cubicBezTo>
                  <a:pt x="59" y="34"/>
                  <a:pt x="59" y="39"/>
                  <a:pt x="55" y="41"/>
                </a:cubicBezTo>
                <a:cubicBezTo>
                  <a:pt x="9" y="69"/>
                  <a:pt x="9" y="69"/>
                  <a:pt x="9" y="69"/>
                </a:cubicBezTo>
                <a:cubicBezTo>
                  <a:pt x="4" y="72"/>
                  <a:pt x="0" y="70"/>
                  <a:pt x="0" y="65"/>
                </a:cubicBezTo>
                <a:lnTo>
                  <a:pt x="0" y="8"/>
                </a:lnTo>
                <a:close/>
              </a:path>
            </a:pathLst>
          </a:custGeom>
          <a:solidFill>
            <a:srgbClr val="546E7A"/>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 name="Freeform 97"/>
          <p:cNvSpPr>
            <a:spLocks/>
          </p:cNvSpPr>
          <p:nvPr/>
        </p:nvSpPr>
        <p:spPr bwMode="auto">
          <a:xfrm>
            <a:off x="9455522" y="1467723"/>
            <a:ext cx="329923" cy="363136"/>
          </a:xfrm>
          <a:custGeom>
            <a:avLst/>
            <a:gdLst>
              <a:gd name="T0" fmla="*/ 4 w 63"/>
              <a:gd name="T1" fmla="*/ 34 h 69"/>
              <a:gd name="T2" fmla="*/ 5 w 63"/>
              <a:gd name="T3" fmla="*/ 25 h 69"/>
              <a:gd name="T4" fmla="*/ 54 w 63"/>
              <a:gd name="T5" fmla="*/ 2 h 69"/>
              <a:gd name="T6" fmla="*/ 63 w 63"/>
              <a:gd name="T7" fmla="*/ 8 h 69"/>
              <a:gd name="T8" fmla="*/ 60 w 63"/>
              <a:gd name="T9" fmla="*/ 62 h 69"/>
              <a:gd name="T10" fmla="*/ 52 w 63"/>
              <a:gd name="T11" fmla="*/ 66 h 69"/>
              <a:gd name="T12" fmla="*/ 4 w 63"/>
              <a:gd name="T13" fmla="*/ 34 h 69"/>
            </a:gdLst>
            <a:ahLst/>
            <a:cxnLst>
              <a:cxn ang="0">
                <a:pos x="T0" y="T1"/>
              </a:cxn>
              <a:cxn ang="0">
                <a:pos x="T2" y="T3"/>
              </a:cxn>
              <a:cxn ang="0">
                <a:pos x="T4" y="T5"/>
              </a:cxn>
              <a:cxn ang="0">
                <a:pos x="T6" y="T7"/>
              </a:cxn>
              <a:cxn ang="0">
                <a:pos x="T8" y="T9"/>
              </a:cxn>
              <a:cxn ang="0">
                <a:pos x="T10" y="T11"/>
              </a:cxn>
              <a:cxn ang="0">
                <a:pos x="T12" y="T13"/>
              </a:cxn>
            </a:cxnLst>
            <a:rect l="0" t="0" r="r" b="b"/>
            <a:pathLst>
              <a:path w="63" h="69">
                <a:moveTo>
                  <a:pt x="4" y="34"/>
                </a:moveTo>
                <a:cubicBezTo>
                  <a:pt x="0" y="31"/>
                  <a:pt x="0" y="27"/>
                  <a:pt x="5" y="25"/>
                </a:cubicBezTo>
                <a:cubicBezTo>
                  <a:pt x="54" y="2"/>
                  <a:pt x="54" y="2"/>
                  <a:pt x="54" y="2"/>
                </a:cubicBezTo>
                <a:cubicBezTo>
                  <a:pt x="59" y="0"/>
                  <a:pt x="63" y="3"/>
                  <a:pt x="63" y="8"/>
                </a:cubicBezTo>
                <a:cubicBezTo>
                  <a:pt x="60" y="62"/>
                  <a:pt x="60" y="62"/>
                  <a:pt x="60" y="62"/>
                </a:cubicBezTo>
                <a:cubicBezTo>
                  <a:pt x="60" y="67"/>
                  <a:pt x="56" y="69"/>
                  <a:pt x="52" y="66"/>
                </a:cubicBezTo>
                <a:lnTo>
                  <a:pt x="4" y="34"/>
                </a:lnTo>
                <a:close/>
              </a:path>
            </a:pathLst>
          </a:custGeom>
          <a:solidFill>
            <a:srgbClr val="546E7A"/>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 name="Freeform 98"/>
          <p:cNvSpPr>
            <a:spLocks/>
          </p:cNvSpPr>
          <p:nvPr/>
        </p:nvSpPr>
        <p:spPr bwMode="auto">
          <a:xfrm>
            <a:off x="2698929" y="5610947"/>
            <a:ext cx="199282" cy="241353"/>
          </a:xfrm>
          <a:custGeom>
            <a:avLst/>
            <a:gdLst>
              <a:gd name="T0" fmla="*/ 0 w 38"/>
              <a:gd name="T1" fmla="*/ 5 h 46"/>
              <a:gd name="T2" fmla="*/ 6 w 38"/>
              <a:gd name="T3" fmla="*/ 2 h 46"/>
              <a:gd name="T4" fmla="*/ 35 w 38"/>
              <a:gd name="T5" fmla="*/ 20 h 46"/>
              <a:gd name="T6" fmla="*/ 35 w 38"/>
              <a:gd name="T7" fmla="*/ 26 h 46"/>
              <a:gd name="T8" fmla="*/ 6 w 38"/>
              <a:gd name="T9" fmla="*/ 45 h 46"/>
              <a:gd name="T10" fmla="*/ 0 w 38"/>
              <a:gd name="T11" fmla="*/ 42 h 46"/>
              <a:gd name="T12" fmla="*/ 0 w 38"/>
              <a:gd name="T13" fmla="*/ 5 h 46"/>
            </a:gdLst>
            <a:ahLst/>
            <a:cxnLst>
              <a:cxn ang="0">
                <a:pos x="T0" y="T1"/>
              </a:cxn>
              <a:cxn ang="0">
                <a:pos x="T2" y="T3"/>
              </a:cxn>
              <a:cxn ang="0">
                <a:pos x="T4" y="T5"/>
              </a:cxn>
              <a:cxn ang="0">
                <a:pos x="T6" y="T7"/>
              </a:cxn>
              <a:cxn ang="0">
                <a:pos x="T8" y="T9"/>
              </a:cxn>
              <a:cxn ang="0">
                <a:pos x="T10" y="T11"/>
              </a:cxn>
              <a:cxn ang="0">
                <a:pos x="T12" y="T13"/>
              </a:cxn>
            </a:cxnLst>
            <a:rect l="0" t="0" r="r" b="b"/>
            <a:pathLst>
              <a:path w="38" h="46">
                <a:moveTo>
                  <a:pt x="0" y="5"/>
                </a:moveTo>
                <a:cubicBezTo>
                  <a:pt x="0" y="1"/>
                  <a:pt x="3" y="0"/>
                  <a:pt x="6" y="2"/>
                </a:cubicBezTo>
                <a:cubicBezTo>
                  <a:pt x="35" y="20"/>
                  <a:pt x="35" y="20"/>
                  <a:pt x="35" y="20"/>
                </a:cubicBezTo>
                <a:cubicBezTo>
                  <a:pt x="38" y="22"/>
                  <a:pt x="38" y="25"/>
                  <a:pt x="35" y="26"/>
                </a:cubicBezTo>
                <a:cubicBezTo>
                  <a:pt x="6" y="45"/>
                  <a:pt x="6" y="45"/>
                  <a:pt x="6" y="45"/>
                </a:cubicBezTo>
                <a:cubicBezTo>
                  <a:pt x="3" y="46"/>
                  <a:pt x="0" y="45"/>
                  <a:pt x="0" y="42"/>
                </a:cubicBezTo>
                <a:lnTo>
                  <a:pt x="0" y="5"/>
                </a:lnTo>
                <a:close/>
              </a:path>
            </a:pathLst>
          </a:custGeom>
          <a:solidFill>
            <a:srgbClr val="5EC6D3"/>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 name="Freeform 99"/>
          <p:cNvSpPr>
            <a:spLocks/>
          </p:cNvSpPr>
          <p:nvPr/>
        </p:nvSpPr>
        <p:spPr bwMode="auto">
          <a:xfrm>
            <a:off x="4681470" y="4703310"/>
            <a:ext cx="199282" cy="245782"/>
          </a:xfrm>
          <a:custGeom>
            <a:avLst/>
            <a:gdLst>
              <a:gd name="T0" fmla="*/ 0 w 38"/>
              <a:gd name="T1" fmla="*/ 5 h 47"/>
              <a:gd name="T2" fmla="*/ 6 w 38"/>
              <a:gd name="T3" fmla="*/ 2 h 47"/>
              <a:gd name="T4" fmla="*/ 36 w 38"/>
              <a:gd name="T5" fmla="*/ 20 h 47"/>
              <a:gd name="T6" fmla="*/ 36 w 38"/>
              <a:gd name="T7" fmla="*/ 27 h 47"/>
              <a:gd name="T8" fmla="*/ 6 w 38"/>
              <a:gd name="T9" fmla="*/ 45 h 47"/>
              <a:gd name="T10" fmla="*/ 0 w 38"/>
              <a:gd name="T11" fmla="*/ 42 h 47"/>
              <a:gd name="T12" fmla="*/ 0 w 38"/>
              <a:gd name="T13" fmla="*/ 5 h 47"/>
            </a:gdLst>
            <a:ahLst/>
            <a:cxnLst>
              <a:cxn ang="0">
                <a:pos x="T0" y="T1"/>
              </a:cxn>
              <a:cxn ang="0">
                <a:pos x="T2" y="T3"/>
              </a:cxn>
              <a:cxn ang="0">
                <a:pos x="T4" y="T5"/>
              </a:cxn>
              <a:cxn ang="0">
                <a:pos x="T6" y="T7"/>
              </a:cxn>
              <a:cxn ang="0">
                <a:pos x="T8" y="T9"/>
              </a:cxn>
              <a:cxn ang="0">
                <a:pos x="T10" y="T11"/>
              </a:cxn>
              <a:cxn ang="0">
                <a:pos x="T12" y="T13"/>
              </a:cxn>
            </a:cxnLst>
            <a:rect l="0" t="0" r="r" b="b"/>
            <a:pathLst>
              <a:path w="38" h="47">
                <a:moveTo>
                  <a:pt x="0" y="5"/>
                </a:moveTo>
                <a:cubicBezTo>
                  <a:pt x="0" y="1"/>
                  <a:pt x="3" y="0"/>
                  <a:pt x="6" y="2"/>
                </a:cubicBezTo>
                <a:cubicBezTo>
                  <a:pt x="36" y="20"/>
                  <a:pt x="36" y="20"/>
                  <a:pt x="36" y="20"/>
                </a:cubicBezTo>
                <a:cubicBezTo>
                  <a:pt x="38" y="22"/>
                  <a:pt x="38" y="25"/>
                  <a:pt x="36" y="27"/>
                </a:cubicBezTo>
                <a:cubicBezTo>
                  <a:pt x="6" y="45"/>
                  <a:pt x="6" y="45"/>
                  <a:pt x="6" y="45"/>
                </a:cubicBezTo>
                <a:cubicBezTo>
                  <a:pt x="3" y="47"/>
                  <a:pt x="0" y="45"/>
                  <a:pt x="0" y="42"/>
                </a:cubicBezTo>
                <a:lnTo>
                  <a:pt x="0" y="5"/>
                </a:lnTo>
                <a:close/>
              </a:path>
            </a:pathLst>
          </a:custGeom>
          <a:solidFill>
            <a:srgbClr val="F26D6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 name="Freeform 100"/>
          <p:cNvSpPr>
            <a:spLocks/>
          </p:cNvSpPr>
          <p:nvPr/>
        </p:nvSpPr>
        <p:spPr bwMode="auto">
          <a:xfrm>
            <a:off x="6422008" y="4149173"/>
            <a:ext cx="203710" cy="241353"/>
          </a:xfrm>
          <a:custGeom>
            <a:avLst/>
            <a:gdLst>
              <a:gd name="T0" fmla="*/ 0 w 39"/>
              <a:gd name="T1" fmla="*/ 4 h 46"/>
              <a:gd name="T2" fmla="*/ 6 w 39"/>
              <a:gd name="T3" fmla="*/ 1 h 46"/>
              <a:gd name="T4" fmla="*/ 36 w 39"/>
              <a:gd name="T5" fmla="*/ 20 h 46"/>
              <a:gd name="T6" fmla="*/ 36 w 39"/>
              <a:gd name="T7" fmla="*/ 26 h 46"/>
              <a:gd name="T8" fmla="*/ 6 w 39"/>
              <a:gd name="T9" fmla="*/ 45 h 46"/>
              <a:gd name="T10" fmla="*/ 0 w 39"/>
              <a:gd name="T11" fmla="*/ 42 h 46"/>
              <a:gd name="T12" fmla="*/ 0 w 39"/>
              <a:gd name="T13" fmla="*/ 4 h 46"/>
            </a:gdLst>
            <a:ahLst/>
            <a:cxnLst>
              <a:cxn ang="0">
                <a:pos x="T0" y="T1"/>
              </a:cxn>
              <a:cxn ang="0">
                <a:pos x="T2" y="T3"/>
              </a:cxn>
              <a:cxn ang="0">
                <a:pos x="T4" y="T5"/>
              </a:cxn>
              <a:cxn ang="0">
                <a:pos x="T6" y="T7"/>
              </a:cxn>
              <a:cxn ang="0">
                <a:pos x="T8" y="T9"/>
              </a:cxn>
              <a:cxn ang="0">
                <a:pos x="T10" y="T11"/>
              </a:cxn>
              <a:cxn ang="0">
                <a:pos x="T12" y="T13"/>
              </a:cxn>
            </a:cxnLst>
            <a:rect l="0" t="0" r="r" b="b"/>
            <a:pathLst>
              <a:path w="39" h="46">
                <a:moveTo>
                  <a:pt x="0" y="4"/>
                </a:moveTo>
                <a:cubicBezTo>
                  <a:pt x="0" y="1"/>
                  <a:pt x="3" y="0"/>
                  <a:pt x="6" y="1"/>
                </a:cubicBezTo>
                <a:cubicBezTo>
                  <a:pt x="36" y="20"/>
                  <a:pt x="36" y="20"/>
                  <a:pt x="36" y="20"/>
                </a:cubicBezTo>
                <a:cubicBezTo>
                  <a:pt x="39" y="22"/>
                  <a:pt x="39" y="25"/>
                  <a:pt x="36" y="26"/>
                </a:cubicBezTo>
                <a:cubicBezTo>
                  <a:pt x="6" y="45"/>
                  <a:pt x="6" y="45"/>
                  <a:pt x="6" y="45"/>
                </a:cubicBezTo>
                <a:cubicBezTo>
                  <a:pt x="3" y="46"/>
                  <a:pt x="0" y="45"/>
                  <a:pt x="0" y="42"/>
                </a:cubicBezTo>
                <a:lnTo>
                  <a:pt x="0" y="4"/>
                </a:lnTo>
                <a:close/>
              </a:path>
            </a:pathLst>
          </a:custGeom>
          <a:solidFill>
            <a:srgbClr val="F8841D"/>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 name="Freeform 101"/>
          <p:cNvSpPr>
            <a:spLocks/>
          </p:cNvSpPr>
          <p:nvPr/>
        </p:nvSpPr>
        <p:spPr bwMode="auto">
          <a:xfrm>
            <a:off x="7584487" y="3303411"/>
            <a:ext cx="199282" cy="245782"/>
          </a:xfrm>
          <a:custGeom>
            <a:avLst/>
            <a:gdLst>
              <a:gd name="T0" fmla="*/ 0 w 38"/>
              <a:gd name="T1" fmla="*/ 5 h 47"/>
              <a:gd name="T2" fmla="*/ 6 w 38"/>
              <a:gd name="T3" fmla="*/ 2 h 47"/>
              <a:gd name="T4" fmla="*/ 35 w 38"/>
              <a:gd name="T5" fmla="*/ 21 h 47"/>
              <a:gd name="T6" fmla="*/ 35 w 38"/>
              <a:gd name="T7" fmla="*/ 27 h 47"/>
              <a:gd name="T8" fmla="*/ 6 w 38"/>
              <a:gd name="T9" fmla="*/ 45 h 47"/>
              <a:gd name="T10" fmla="*/ 0 w 38"/>
              <a:gd name="T11" fmla="*/ 42 h 47"/>
              <a:gd name="T12" fmla="*/ 0 w 38"/>
              <a:gd name="T13" fmla="*/ 5 h 47"/>
            </a:gdLst>
            <a:ahLst/>
            <a:cxnLst>
              <a:cxn ang="0">
                <a:pos x="T0" y="T1"/>
              </a:cxn>
              <a:cxn ang="0">
                <a:pos x="T2" y="T3"/>
              </a:cxn>
              <a:cxn ang="0">
                <a:pos x="T4" y="T5"/>
              </a:cxn>
              <a:cxn ang="0">
                <a:pos x="T6" y="T7"/>
              </a:cxn>
              <a:cxn ang="0">
                <a:pos x="T8" y="T9"/>
              </a:cxn>
              <a:cxn ang="0">
                <a:pos x="T10" y="T11"/>
              </a:cxn>
              <a:cxn ang="0">
                <a:pos x="T12" y="T13"/>
              </a:cxn>
            </a:cxnLst>
            <a:rect l="0" t="0" r="r" b="b"/>
            <a:pathLst>
              <a:path w="38" h="47">
                <a:moveTo>
                  <a:pt x="0" y="5"/>
                </a:moveTo>
                <a:cubicBezTo>
                  <a:pt x="0" y="2"/>
                  <a:pt x="3" y="0"/>
                  <a:pt x="6" y="2"/>
                </a:cubicBezTo>
                <a:cubicBezTo>
                  <a:pt x="35" y="21"/>
                  <a:pt x="35" y="21"/>
                  <a:pt x="35" y="21"/>
                </a:cubicBezTo>
                <a:cubicBezTo>
                  <a:pt x="38" y="22"/>
                  <a:pt x="38" y="25"/>
                  <a:pt x="35" y="27"/>
                </a:cubicBezTo>
                <a:cubicBezTo>
                  <a:pt x="6" y="45"/>
                  <a:pt x="6" y="45"/>
                  <a:pt x="6" y="45"/>
                </a:cubicBezTo>
                <a:cubicBezTo>
                  <a:pt x="3" y="47"/>
                  <a:pt x="0" y="46"/>
                  <a:pt x="0" y="42"/>
                </a:cubicBezTo>
                <a:lnTo>
                  <a:pt x="0" y="5"/>
                </a:lnTo>
                <a:close/>
              </a:path>
            </a:pathLst>
          </a:custGeom>
          <a:solidFill>
            <a:srgbClr val="9BBB4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 name="文本框 16"/>
          <p:cNvSpPr txBox="1"/>
          <p:nvPr/>
        </p:nvSpPr>
        <p:spPr>
          <a:xfrm>
            <a:off x="2915733" y="5494350"/>
            <a:ext cx="2856518" cy="830997"/>
          </a:xfrm>
          <a:prstGeom prst="rect">
            <a:avLst/>
          </a:prstGeom>
          <a:noFill/>
        </p:spPr>
        <p:txBody>
          <a:bodyPr wrap="square" rtlCol="0">
            <a:spAutoFit/>
          </a:bodyPr>
          <a:lstStyle/>
          <a:p>
            <a:pPr>
              <a:lnSpc>
                <a:spcPct val="120000"/>
              </a:lnSpc>
            </a:pPr>
            <a:r>
              <a:rPr lang="zh-CN" altLang="en-US" sz="2400" b="1" dirty="0">
                <a:solidFill>
                  <a:srgbClr val="5EC6D3"/>
                </a:solidFill>
              </a:rPr>
              <a:t>添加标题</a:t>
            </a:r>
            <a:endParaRPr lang="en-US" altLang="zh-CN" sz="2400" b="1" dirty="0">
              <a:solidFill>
                <a:srgbClr val="5EC6D3"/>
              </a:solidFill>
            </a:endParaRPr>
          </a:p>
          <a:p>
            <a:pPr>
              <a:lnSpc>
                <a:spcPct val="120000"/>
              </a:lnSpc>
            </a:pPr>
            <a:r>
              <a:rPr lang="zh-CN" altLang="en-US" sz="1600" dirty="0">
                <a:solidFill>
                  <a:schemeClr val="tx1">
                    <a:lumMod val="65000"/>
                    <a:lumOff val="35000"/>
                  </a:schemeClr>
                </a:solidFill>
              </a:rPr>
              <a:t>添加内容添加内容</a:t>
            </a:r>
          </a:p>
        </p:txBody>
      </p:sp>
      <p:sp>
        <p:nvSpPr>
          <p:cNvPr id="19" name="文本框 18"/>
          <p:cNvSpPr txBox="1"/>
          <p:nvPr/>
        </p:nvSpPr>
        <p:spPr>
          <a:xfrm>
            <a:off x="7802690" y="3180112"/>
            <a:ext cx="2856518" cy="830997"/>
          </a:xfrm>
          <a:prstGeom prst="rect">
            <a:avLst/>
          </a:prstGeom>
          <a:noFill/>
        </p:spPr>
        <p:txBody>
          <a:bodyPr wrap="square" rtlCol="0">
            <a:spAutoFit/>
          </a:bodyPr>
          <a:lstStyle/>
          <a:p>
            <a:pPr>
              <a:lnSpc>
                <a:spcPct val="120000"/>
              </a:lnSpc>
            </a:pPr>
            <a:r>
              <a:rPr lang="zh-CN" altLang="en-US" sz="2400" b="1" dirty="0">
                <a:solidFill>
                  <a:srgbClr val="9BBB40"/>
                </a:solidFill>
              </a:rPr>
              <a:t>添加标题</a:t>
            </a:r>
            <a:endParaRPr lang="en-US" altLang="zh-CN" sz="2400" b="1" dirty="0">
              <a:solidFill>
                <a:srgbClr val="9BBB40"/>
              </a:solidFill>
            </a:endParaRPr>
          </a:p>
          <a:p>
            <a:pPr>
              <a:lnSpc>
                <a:spcPct val="120000"/>
              </a:lnSpc>
            </a:pPr>
            <a:r>
              <a:rPr lang="zh-CN" altLang="en-US" sz="1600" dirty="0">
                <a:solidFill>
                  <a:schemeClr val="tx1">
                    <a:lumMod val="65000"/>
                    <a:lumOff val="35000"/>
                  </a:schemeClr>
                </a:solidFill>
              </a:rPr>
              <a:t>添加内容添加内容</a:t>
            </a:r>
          </a:p>
        </p:txBody>
      </p:sp>
      <p:sp>
        <p:nvSpPr>
          <p:cNvPr id="32" name="文本框 31"/>
          <p:cNvSpPr txBox="1"/>
          <p:nvPr/>
        </p:nvSpPr>
        <p:spPr>
          <a:xfrm>
            <a:off x="6599004" y="4022500"/>
            <a:ext cx="2856518" cy="830997"/>
          </a:xfrm>
          <a:prstGeom prst="rect">
            <a:avLst/>
          </a:prstGeom>
          <a:noFill/>
        </p:spPr>
        <p:txBody>
          <a:bodyPr wrap="square" rtlCol="0">
            <a:spAutoFit/>
          </a:bodyPr>
          <a:lstStyle/>
          <a:p>
            <a:pPr>
              <a:lnSpc>
                <a:spcPct val="120000"/>
              </a:lnSpc>
            </a:pPr>
            <a:r>
              <a:rPr lang="zh-CN" altLang="en-US" sz="2400" b="1" dirty="0">
                <a:solidFill>
                  <a:srgbClr val="F8841D"/>
                </a:solidFill>
              </a:rPr>
              <a:t>添加标题</a:t>
            </a:r>
            <a:endParaRPr lang="en-US" altLang="zh-CN" sz="2400" b="1" dirty="0">
              <a:solidFill>
                <a:srgbClr val="F8841D"/>
              </a:solidFill>
            </a:endParaRPr>
          </a:p>
          <a:p>
            <a:pPr>
              <a:lnSpc>
                <a:spcPct val="120000"/>
              </a:lnSpc>
            </a:pPr>
            <a:r>
              <a:rPr lang="zh-CN" altLang="en-US" sz="1600" dirty="0">
                <a:solidFill>
                  <a:schemeClr val="tx1">
                    <a:lumMod val="65000"/>
                    <a:lumOff val="35000"/>
                  </a:schemeClr>
                </a:solidFill>
              </a:rPr>
              <a:t>添加内容添加内容</a:t>
            </a:r>
          </a:p>
        </p:txBody>
      </p:sp>
      <p:sp>
        <p:nvSpPr>
          <p:cNvPr id="33" name="文本框 32"/>
          <p:cNvSpPr txBox="1"/>
          <p:nvPr/>
        </p:nvSpPr>
        <p:spPr>
          <a:xfrm>
            <a:off x="4875647" y="4627797"/>
            <a:ext cx="2856518" cy="830997"/>
          </a:xfrm>
          <a:prstGeom prst="rect">
            <a:avLst/>
          </a:prstGeom>
          <a:noFill/>
        </p:spPr>
        <p:txBody>
          <a:bodyPr wrap="square" rtlCol="0">
            <a:spAutoFit/>
          </a:bodyPr>
          <a:lstStyle/>
          <a:p>
            <a:pPr>
              <a:lnSpc>
                <a:spcPct val="120000"/>
              </a:lnSpc>
            </a:pPr>
            <a:r>
              <a:rPr lang="zh-CN" altLang="en-US" sz="2400" b="1" dirty="0">
                <a:solidFill>
                  <a:srgbClr val="F26D64"/>
                </a:solidFill>
              </a:rPr>
              <a:t>添加标题</a:t>
            </a:r>
            <a:endParaRPr lang="en-US" altLang="zh-CN" sz="2400" b="1" dirty="0">
              <a:solidFill>
                <a:srgbClr val="F26D64"/>
              </a:solidFill>
            </a:endParaRPr>
          </a:p>
          <a:p>
            <a:pPr>
              <a:lnSpc>
                <a:spcPct val="120000"/>
              </a:lnSpc>
            </a:pPr>
            <a:r>
              <a:rPr lang="zh-CN" altLang="en-US" sz="1600" dirty="0">
                <a:solidFill>
                  <a:schemeClr val="tx1">
                    <a:lumMod val="65000"/>
                    <a:lumOff val="35000"/>
                  </a:schemeClr>
                </a:solidFill>
              </a:rPr>
              <a:t>添加内容添加内容</a:t>
            </a:r>
          </a:p>
        </p:txBody>
      </p:sp>
      <p:sp>
        <p:nvSpPr>
          <p:cNvPr id="36" name="文本框 35"/>
          <p:cNvSpPr txBox="1"/>
          <p:nvPr/>
        </p:nvSpPr>
        <p:spPr>
          <a:xfrm>
            <a:off x="2586802" y="3613642"/>
            <a:ext cx="945525" cy="535531"/>
          </a:xfrm>
          <a:prstGeom prst="rect">
            <a:avLst/>
          </a:prstGeom>
          <a:noFill/>
        </p:spPr>
        <p:txBody>
          <a:bodyPr wrap="square" rtlCol="0">
            <a:spAutoFit/>
          </a:bodyPr>
          <a:lstStyle/>
          <a:p>
            <a:pPr>
              <a:lnSpc>
                <a:spcPct val="120000"/>
              </a:lnSpc>
            </a:pPr>
            <a:r>
              <a:rPr lang="en-US" altLang="zh-CN" sz="2400" b="1" dirty="0">
                <a:solidFill>
                  <a:srgbClr val="5EC6D3"/>
                </a:solidFill>
              </a:rPr>
              <a:t>2013</a:t>
            </a:r>
            <a:endParaRPr lang="zh-CN" altLang="en-US" sz="1600" dirty="0">
              <a:solidFill>
                <a:schemeClr val="tx1">
                  <a:lumMod val="65000"/>
                  <a:lumOff val="35000"/>
                </a:schemeClr>
              </a:solidFill>
            </a:endParaRPr>
          </a:p>
        </p:txBody>
      </p:sp>
      <p:sp>
        <p:nvSpPr>
          <p:cNvPr id="37" name="文本框 36"/>
          <p:cNvSpPr txBox="1"/>
          <p:nvPr/>
        </p:nvSpPr>
        <p:spPr>
          <a:xfrm>
            <a:off x="7476717" y="884376"/>
            <a:ext cx="945525" cy="535531"/>
          </a:xfrm>
          <a:prstGeom prst="rect">
            <a:avLst/>
          </a:prstGeom>
          <a:noFill/>
        </p:spPr>
        <p:txBody>
          <a:bodyPr wrap="square" rtlCol="0">
            <a:spAutoFit/>
          </a:bodyPr>
          <a:lstStyle/>
          <a:p>
            <a:pPr>
              <a:lnSpc>
                <a:spcPct val="120000"/>
              </a:lnSpc>
            </a:pPr>
            <a:r>
              <a:rPr lang="en-US" altLang="zh-CN" sz="2400" b="1" dirty="0">
                <a:solidFill>
                  <a:srgbClr val="9BBB40"/>
                </a:solidFill>
              </a:rPr>
              <a:t>2016</a:t>
            </a:r>
            <a:endParaRPr lang="zh-CN" altLang="en-US" sz="1600" dirty="0">
              <a:solidFill>
                <a:schemeClr val="tx1">
                  <a:lumMod val="65000"/>
                  <a:lumOff val="35000"/>
                </a:schemeClr>
              </a:solidFill>
            </a:endParaRPr>
          </a:p>
        </p:txBody>
      </p:sp>
      <p:sp>
        <p:nvSpPr>
          <p:cNvPr id="38" name="文本框 37"/>
          <p:cNvSpPr txBox="1"/>
          <p:nvPr/>
        </p:nvSpPr>
        <p:spPr>
          <a:xfrm>
            <a:off x="6353768" y="1547377"/>
            <a:ext cx="945525" cy="535531"/>
          </a:xfrm>
          <a:prstGeom prst="rect">
            <a:avLst/>
          </a:prstGeom>
          <a:noFill/>
        </p:spPr>
        <p:txBody>
          <a:bodyPr wrap="square" rtlCol="0">
            <a:spAutoFit/>
          </a:bodyPr>
          <a:lstStyle/>
          <a:p>
            <a:pPr>
              <a:lnSpc>
                <a:spcPct val="120000"/>
              </a:lnSpc>
            </a:pPr>
            <a:r>
              <a:rPr lang="en-US" altLang="zh-CN" sz="2400" b="1" dirty="0">
                <a:solidFill>
                  <a:srgbClr val="F8841D"/>
                </a:solidFill>
              </a:rPr>
              <a:t>2015</a:t>
            </a:r>
            <a:endParaRPr lang="zh-CN" altLang="en-US" sz="1600" dirty="0">
              <a:solidFill>
                <a:schemeClr val="tx1">
                  <a:lumMod val="65000"/>
                  <a:lumOff val="35000"/>
                </a:schemeClr>
              </a:solidFill>
            </a:endParaRPr>
          </a:p>
        </p:txBody>
      </p:sp>
      <p:sp>
        <p:nvSpPr>
          <p:cNvPr id="39" name="文本框 38"/>
          <p:cNvSpPr txBox="1"/>
          <p:nvPr/>
        </p:nvSpPr>
        <p:spPr>
          <a:xfrm>
            <a:off x="4772134" y="2089143"/>
            <a:ext cx="945525" cy="535531"/>
          </a:xfrm>
          <a:prstGeom prst="rect">
            <a:avLst/>
          </a:prstGeom>
          <a:noFill/>
        </p:spPr>
        <p:txBody>
          <a:bodyPr wrap="square" rtlCol="0">
            <a:spAutoFit/>
          </a:bodyPr>
          <a:lstStyle/>
          <a:p>
            <a:pPr>
              <a:lnSpc>
                <a:spcPct val="120000"/>
              </a:lnSpc>
            </a:pPr>
            <a:r>
              <a:rPr lang="en-US" altLang="zh-CN" sz="2400" b="1" dirty="0">
                <a:solidFill>
                  <a:srgbClr val="F26D64"/>
                </a:solidFill>
              </a:rPr>
              <a:t>2014</a:t>
            </a:r>
            <a:endParaRPr lang="zh-CN" altLang="en-US" sz="1600" dirty="0">
              <a:solidFill>
                <a:schemeClr val="tx1">
                  <a:lumMod val="65000"/>
                  <a:lumOff val="35000"/>
                </a:schemeClr>
              </a:solidFill>
            </a:endParaRPr>
          </a:p>
        </p:txBody>
      </p:sp>
      <p:sp>
        <p:nvSpPr>
          <p:cNvPr id="18" name="矩形 39"/>
          <p:cNvSpPr/>
          <p:nvPr/>
        </p:nvSpPr>
        <p:spPr>
          <a:xfrm>
            <a:off x="0" y="203088"/>
            <a:ext cx="1261884" cy="523220"/>
          </a:xfrm>
          <a:prstGeom prst="rect">
            <a:avLst/>
          </a:prstGeom>
          <a:noFill/>
        </p:spPr>
        <p:txBody>
          <a:bodyPr wrap="none" rtlCol="0">
            <a:spAutoFit/>
          </a:bodyPr>
          <a:lstStyle/>
          <a:p>
            <a:r>
              <a:rPr lang="zh-CN" altLang="en-US" sz="2800" b="1" dirty="0">
                <a:solidFill>
                  <a:schemeClr val="tx1">
                    <a:lumMod val="65000"/>
                    <a:lumOff val="35000"/>
                  </a:schemeClr>
                </a:solidFill>
              </a:rPr>
              <a:t>时间线</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592524530"/>
      </p:ext>
    </p:extLst>
  </p:cSld>
  <p:clrMapOvr>
    <a:masterClrMapping/>
  </p:clrMapOvr>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圆角矩形 26"/>
          <p:cNvSpPr/>
          <p:nvPr/>
        </p:nvSpPr>
        <p:spPr>
          <a:xfrm>
            <a:off x="6012389" y="980770"/>
            <a:ext cx="2584763" cy="2148796"/>
          </a:xfrm>
          <a:prstGeom prst="roundRect">
            <a:avLst>
              <a:gd name="adj" fmla="val 2450"/>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圆角矩形 27"/>
          <p:cNvSpPr/>
          <p:nvPr/>
        </p:nvSpPr>
        <p:spPr>
          <a:xfrm>
            <a:off x="6012389" y="4196410"/>
            <a:ext cx="2588218" cy="1918899"/>
          </a:xfrm>
          <a:prstGeom prst="roundRect">
            <a:avLst>
              <a:gd name="adj" fmla="val 2450"/>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 name="圆角矩形 28"/>
          <p:cNvSpPr/>
          <p:nvPr/>
        </p:nvSpPr>
        <p:spPr>
          <a:xfrm>
            <a:off x="2933745" y="2230451"/>
            <a:ext cx="2588218" cy="2830056"/>
          </a:xfrm>
          <a:prstGeom prst="roundRect">
            <a:avLst>
              <a:gd name="adj" fmla="val 2450"/>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26" name="直接连接符 25"/>
          <p:cNvCxnSpPr/>
          <p:nvPr/>
        </p:nvCxnSpPr>
        <p:spPr>
          <a:xfrm>
            <a:off x="5735322" y="794153"/>
            <a:ext cx="0" cy="5321156"/>
          </a:xfrm>
          <a:prstGeom prst="line">
            <a:avLst/>
          </a:prstGeom>
          <a:ln w="381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7" name="任意多边形 16"/>
          <p:cNvSpPr/>
          <p:nvPr/>
        </p:nvSpPr>
        <p:spPr>
          <a:xfrm>
            <a:off x="2938072" y="2230450"/>
            <a:ext cx="2691443" cy="599607"/>
          </a:xfrm>
          <a:custGeom>
            <a:avLst/>
            <a:gdLst>
              <a:gd name="connsiteX0" fmla="*/ 2608290 w 2691443"/>
              <a:gd name="connsiteY0" fmla="*/ 202460 h 599607"/>
              <a:gd name="connsiteX1" fmla="*/ 2683215 w 2691443"/>
              <a:gd name="connsiteY1" fmla="*/ 277386 h 599607"/>
              <a:gd name="connsiteX2" fmla="*/ 2683215 w 2691443"/>
              <a:gd name="connsiteY2" fmla="*/ 317114 h 599607"/>
              <a:gd name="connsiteX3" fmla="*/ 2608290 w 2691443"/>
              <a:gd name="connsiteY3" fmla="*/ 392039 h 599607"/>
              <a:gd name="connsiteX4" fmla="*/ 35641 w 2691443"/>
              <a:gd name="connsiteY4" fmla="*/ 0 h 599607"/>
              <a:gd name="connsiteX5" fmla="*/ 2572648 w 2691443"/>
              <a:gd name="connsiteY5" fmla="*/ 0 h 599607"/>
              <a:gd name="connsiteX6" fmla="*/ 2608289 w 2691443"/>
              <a:gd name="connsiteY6" fmla="*/ 35641 h 599607"/>
              <a:gd name="connsiteX7" fmla="*/ 2608289 w 2691443"/>
              <a:gd name="connsiteY7" fmla="*/ 563966 h 599607"/>
              <a:gd name="connsiteX8" fmla="*/ 2572648 w 2691443"/>
              <a:gd name="connsiteY8" fmla="*/ 599607 h 599607"/>
              <a:gd name="connsiteX9" fmla="*/ 35641 w 2691443"/>
              <a:gd name="connsiteY9" fmla="*/ 599607 h 599607"/>
              <a:gd name="connsiteX10" fmla="*/ 0 w 2691443"/>
              <a:gd name="connsiteY10" fmla="*/ 563966 h 599607"/>
              <a:gd name="connsiteX11" fmla="*/ 0 w 2691443"/>
              <a:gd name="connsiteY11" fmla="*/ 35641 h 599607"/>
              <a:gd name="connsiteX12" fmla="*/ 35641 w 2691443"/>
              <a:gd name="connsiteY12" fmla="*/ 0 h 599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91443" h="599607">
                <a:moveTo>
                  <a:pt x="2608290" y="202460"/>
                </a:moveTo>
                <a:lnTo>
                  <a:pt x="2683215" y="277386"/>
                </a:lnTo>
                <a:cubicBezTo>
                  <a:pt x="2694187" y="288357"/>
                  <a:pt x="2694186" y="306143"/>
                  <a:pt x="2683215" y="317114"/>
                </a:cubicBezTo>
                <a:lnTo>
                  <a:pt x="2608290" y="392039"/>
                </a:lnTo>
                <a:close/>
                <a:moveTo>
                  <a:pt x="35641" y="0"/>
                </a:moveTo>
                <a:lnTo>
                  <a:pt x="2572648" y="0"/>
                </a:lnTo>
                <a:cubicBezTo>
                  <a:pt x="2592332" y="0"/>
                  <a:pt x="2608289" y="15957"/>
                  <a:pt x="2608289" y="35641"/>
                </a:cubicBezTo>
                <a:lnTo>
                  <a:pt x="2608289" y="563966"/>
                </a:lnTo>
                <a:cubicBezTo>
                  <a:pt x="2608289" y="583650"/>
                  <a:pt x="2592332" y="599607"/>
                  <a:pt x="2572648" y="599607"/>
                </a:cubicBezTo>
                <a:lnTo>
                  <a:pt x="35641" y="599607"/>
                </a:lnTo>
                <a:cubicBezTo>
                  <a:pt x="15957" y="599607"/>
                  <a:pt x="0" y="583650"/>
                  <a:pt x="0" y="563966"/>
                </a:cubicBezTo>
                <a:lnTo>
                  <a:pt x="0" y="35641"/>
                </a:lnTo>
                <a:cubicBezTo>
                  <a:pt x="0" y="15957"/>
                  <a:pt x="15957" y="0"/>
                  <a:pt x="35641" y="0"/>
                </a:cubicBezTo>
                <a:close/>
              </a:path>
            </a:pathLst>
          </a:custGeom>
          <a:solidFill>
            <a:srgbClr val="F26D6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 name="任意多边形 17"/>
          <p:cNvSpPr/>
          <p:nvPr/>
        </p:nvSpPr>
        <p:spPr>
          <a:xfrm flipH="1">
            <a:off x="5905709" y="980770"/>
            <a:ext cx="2691443" cy="599607"/>
          </a:xfrm>
          <a:custGeom>
            <a:avLst/>
            <a:gdLst>
              <a:gd name="connsiteX0" fmla="*/ 2608290 w 2691443"/>
              <a:gd name="connsiteY0" fmla="*/ 202460 h 599607"/>
              <a:gd name="connsiteX1" fmla="*/ 2683215 w 2691443"/>
              <a:gd name="connsiteY1" fmla="*/ 277386 h 599607"/>
              <a:gd name="connsiteX2" fmla="*/ 2683215 w 2691443"/>
              <a:gd name="connsiteY2" fmla="*/ 317114 h 599607"/>
              <a:gd name="connsiteX3" fmla="*/ 2608290 w 2691443"/>
              <a:gd name="connsiteY3" fmla="*/ 392039 h 599607"/>
              <a:gd name="connsiteX4" fmla="*/ 35641 w 2691443"/>
              <a:gd name="connsiteY4" fmla="*/ 0 h 599607"/>
              <a:gd name="connsiteX5" fmla="*/ 2572648 w 2691443"/>
              <a:gd name="connsiteY5" fmla="*/ 0 h 599607"/>
              <a:gd name="connsiteX6" fmla="*/ 2608289 w 2691443"/>
              <a:gd name="connsiteY6" fmla="*/ 35641 h 599607"/>
              <a:gd name="connsiteX7" fmla="*/ 2608289 w 2691443"/>
              <a:gd name="connsiteY7" fmla="*/ 563966 h 599607"/>
              <a:gd name="connsiteX8" fmla="*/ 2572648 w 2691443"/>
              <a:gd name="connsiteY8" fmla="*/ 599607 h 599607"/>
              <a:gd name="connsiteX9" fmla="*/ 35641 w 2691443"/>
              <a:gd name="connsiteY9" fmla="*/ 599607 h 599607"/>
              <a:gd name="connsiteX10" fmla="*/ 0 w 2691443"/>
              <a:gd name="connsiteY10" fmla="*/ 563966 h 599607"/>
              <a:gd name="connsiteX11" fmla="*/ 0 w 2691443"/>
              <a:gd name="connsiteY11" fmla="*/ 35641 h 599607"/>
              <a:gd name="connsiteX12" fmla="*/ 35641 w 2691443"/>
              <a:gd name="connsiteY12" fmla="*/ 0 h 599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91443" h="599607">
                <a:moveTo>
                  <a:pt x="2608290" y="202460"/>
                </a:moveTo>
                <a:lnTo>
                  <a:pt x="2683215" y="277386"/>
                </a:lnTo>
                <a:cubicBezTo>
                  <a:pt x="2694187" y="288357"/>
                  <a:pt x="2694186" y="306143"/>
                  <a:pt x="2683215" y="317114"/>
                </a:cubicBezTo>
                <a:lnTo>
                  <a:pt x="2608290" y="392039"/>
                </a:lnTo>
                <a:close/>
                <a:moveTo>
                  <a:pt x="35641" y="0"/>
                </a:moveTo>
                <a:lnTo>
                  <a:pt x="2572648" y="0"/>
                </a:lnTo>
                <a:cubicBezTo>
                  <a:pt x="2592332" y="0"/>
                  <a:pt x="2608289" y="15957"/>
                  <a:pt x="2608289" y="35641"/>
                </a:cubicBezTo>
                <a:lnTo>
                  <a:pt x="2608289" y="563966"/>
                </a:lnTo>
                <a:cubicBezTo>
                  <a:pt x="2608289" y="583650"/>
                  <a:pt x="2592332" y="599607"/>
                  <a:pt x="2572648" y="599607"/>
                </a:cubicBezTo>
                <a:lnTo>
                  <a:pt x="35641" y="599607"/>
                </a:lnTo>
                <a:cubicBezTo>
                  <a:pt x="15957" y="599607"/>
                  <a:pt x="0" y="583650"/>
                  <a:pt x="0" y="563966"/>
                </a:cubicBezTo>
                <a:lnTo>
                  <a:pt x="0" y="35641"/>
                </a:lnTo>
                <a:cubicBezTo>
                  <a:pt x="0" y="15957"/>
                  <a:pt x="15957" y="0"/>
                  <a:pt x="35641" y="0"/>
                </a:cubicBez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tx1"/>
              </a:solidFill>
            </a:endParaRPr>
          </a:p>
        </p:txBody>
      </p:sp>
      <p:sp>
        <p:nvSpPr>
          <p:cNvPr id="19" name="任意多边形 18"/>
          <p:cNvSpPr/>
          <p:nvPr/>
        </p:nvSpPr>
        <p:spPr>
          <a:xfrm flipH="1">
            <a:off x="5905710" y="4196410"/>
            <a:ext cx="2691443" cy="599607"/>
          </a:xfrm>
          <a:custGeom>
            <a:avLst/>
            <a:gdLst>
              <a:gd name="connsiteX0" fmla="*/ 2608290 w 2691443"/>
              <a:gd name="connsiteY0" fmla="*/ 202460 h 599607"/>
              <a:gd name="connsiteX1" fmla="*/ 2683215 w 2691443"/>
              <a:gd name="connsiteY1" fmla="*/ 277386 h 599607"/>
              <a:gd name="connsiteX2" fmla="*/ 2683215 w 2691443"/>
              <a:gd name="connsiteY2" fmla="*/ 317114 h 599607"/>
              <a:gd name="connsiteX3" fmla="*/ 2608290 w 2691443"/>
              <a:gd name="connsiteY3" fmla="*/ 392039 h 599607"/>
              <a:gd name="connsiteX4" fmla="*/ 35641 w 2691443"/>
              <a:gd name="connsiteY4" fmla="*/ 0 h 599607"/>
              <a:gd name="connsiteX5" fmla="*/ 2572648 w 2691443"/>
              <a:gd name="connsiteY5" fmla="*/ 0 h 599607"/>
              <a:gd name="connsiteX6" fmla="*/ 2608289 w 2691443"/>
              <a:gd name="connsiteY6" fmla="*/ 35641 h 599607"/>
              <a:gd name="connsiteX7" fmla="*/ 2608289 w 2691443"/>
              <a:gd name="connsiteY7" fmla="*/ 563966 h 599607"/>
              <a:gd name="connsiteX8" fmla="*/ 2572648 w 2691443"/>
              <a:gd name="connsiteY8" fmla="*/ 599607 h 599607"/>
              <a:gd name="connsiteX9" fmla="*/ 35641 w 2691443"/>
              <a:gd name="connsiteY9" fmla="*/ 599607 h 599607"/>
              <a:gd name="connsiteX10" fmla="*/ 0 w 2691443"/>
              <a:gd name="connsiteY10" fmla="*/ 563966 h 599607"/>
              <a:gd name="connsiteX11" fmla="*/ 0 w 2691443"/>
              <a:gd name="connsiteY11" fmla="*/ 35641 h 599607"/>
              <a:gd name="connsiteX12" fmla="*/ 35641 w 2691443"/>
              <a:gd name="connsiteY12" fmla="*/ 0 h 599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91443" h="599607">
                <a:moveTo>
                  <a:pt x="2608290" y="202460"/>
                </a:moveTo>
                <a:lnTo>
                  <a:pt x="2683215" y="277386"/>
                </a:lnTo>
                <a:cubicBezTo>
                  <a:pt x="2694187" y="288357"/>
                  <a:pt x="2694186" y="306143"/>
                  <a:pt x="2683215" y="317114"/>
                </a:cubicBezTo>
                <a:lnTo>
                  <a:pt x="2608290" y="392039"/>
                </a:lnTo>
                <a:close/>
                <a:moveTo>
                  <a:pt x="35641" y="0"/>
                </a:moveTo>
                <a:lnTo>
                  <a:pt x="2572648" y="0"/>
                </a:lnTo>
                <a:cubicBezTo>
                  <a:pt x="2592332" y="0"/>
                  <a:pt x="2608289" y="15957"/>
                  <a:pt x="2608289" y="35641"/>
                </a:cubicBezTo>
                <a:lnTo>
                  <a:pt x="2608289" y="563966"/>
                </a:lnTo>
                <a:cubicBezTo>
                  <a:pt x="2608289" y="583650"/>
                  <a:pt x="2592332" y="599607"/>
                  <a:pt x="2572648" y="599607"/>
                </a:cubicBezTo>
                <a:lnTo>
                  <a:pt x="35641" y="599607"/>
                </a:lnTo>
                <a:cubicBezTo>
                  <a:pt x="15957" y="599607"/>
                  <a:pt x="0" y="583650"/>
                  <a:pt x="0" y="563966"/>
                </a:cubicBezTo>
                <a:lnTo>
                  <a:pt x="0" y="35641"/>
                </a:lnTo>
                <a:cubicBezTo>
                  <a:pt x="0" y="15957"/>
                  <a:pt x="15957" y="0"/>
                  <a:pt x="35641" y="0"/>
                </a:cubicBez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tx1"/>
              </a:solidFill>
            </a:endParaRPr>
          </a:p>
        </p:txBody>
      </p:sp>
      <p:sp>
        <p:nvSpPr>
          <p:cNvPr id="20" name="椭圆 19"/>
          <p:cNvSpPr/>
          <p:nvPr/>
        </p:nvSpPr>
        <p:spPr>
          <a:xfrm>
            <a:off x="5628642" y="1173893"/>
            <a:ext cx="213360" cy="213360"/>
          </a:xfrm>
          <a:prstGeom prst="ellipse">
            <a:avLst/>
          </a:prstGeom>
          <a:solidFill>
            <a:srgbClr val="5EC6D3"/>
          </a:solidFill>
          <a:ln w="38100">
            <a:solidFill>
              <a:srgbClr val="F3F3F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椭圆 20"/>
          <p:cNvSpPr/>
          <p:nvPr/>
        </p:nvSpPr>
        <p:spPr>
          <a:xfrm>
            <a:off x="5628642" y="2423573"/>
            <a:ext cx="213360" cy="213360"/>
          </a:xfrm>
          <a:prstGeom prst="ellipse">
            <a:avLst/>
          </a:prstGeom>
          <a:solidFill>
            <a:srgbClr val="F26D64"/>
          </a:solidFill>
          <a:ln w="38100">
            <a:solidFill>
              <a:srgbClr val="F3F3F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 name="椭圆 21"/>
          <p:cNvSpPr/>
          <p:nvPr/>
        </p:nvSpPr>
        <p:spPr>
          <a:xfrm>
            <a:off x="5628642" y="4298506"/>
            <a:ext cx="213360" cy="213360"/>
          </a:xfrm>
          <a:prstGeom prst="ellipse">
            <a:avLst/>
          </a:prstGeom>
          <a:solidFill>
            <a:srgbClr val="F8841D"/>
          </a:solidFill>
          <a:ln w="38100">
            <a:solidFill>
              <a:srgbClr val="F3F3F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 name="椭圆 22"/>
          <p:cNvSpPr/>
          <p:nvPr/>
        </p:nvSpPr>
        <p:spPr>
          <a:xfrm>
            <a:off x="5455417" y="6115309"/>
            <a:ext cx="559811" cy="559811"/>
          </a:xfrm>
          <a:prstGeom prst="ellipse">
            <a:avLst/>
          </a:prstGeom>
          <a:solidFill>
            <a:srgbClr val="546E7A"/>
          </a:solidFill>
          <a:ln w="38100">
            <a:solidFill>
              <a:srgbClr val="F3F3F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 name="椭圆 23"/>
          <p:cNvSpPr/>
          <p:nvPr/>
        </p:nvSpPr>
        <p:spPr>
          <a:xfrm>
            <a:off x="5455417" y="234342"/>
            <a:ext cx="559811" cy="559811"/>
          </a:xfrm>
          <a:prstGeom prst="ellipse">
            <a:avLst/>
          </a:prstGeom>
          <a:solidFill>
            <a:srgbClr val="546E7A"/>
          </a:solidFill>
          <a:ln w="38100">
            <a:solidFill>
              <a:srgbClr val="F3F3F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圆角矩形 14"/>
          <p:cNvSpPr/>
          <p:nvPr/>
        </p:nvSpPr>
        <p:spPr>
          <a:xfrm>
            <a:off x="6233376" y="1700012"/>
            <a:ext cx="579548" cy="695459"/>
          </a:xfrm>
          <a:prstGeom prst="roundRect">
            <a:avLst>
              <a:gd name="adj" fmla="val 4979"/>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圆角矩形 15"/>
          <p:cNvSpPr/>
          <p:nvPr/>
        </p:nvSpPr>
        <p:spPr>
          <a:xfrm>
            <a:off x="7025485" y="1700012"/>
            <a:ext cx="579548" cy="695459"/>
          </a:xfrm>
          <a:prstGeom prst="roundRect">
            <a:avLst>
              <a:gd name="adj" fmla="val 4979"/>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 name="圆角矩形 24"/>
          <p:cNvSpPr/>
          <p:nvPr/>
        </p:nvSpPr>
        <p:spPr>
          <a:xfrm>
            <a:off x="7817594" y="1700012"/>
            <a:ext cx="579548" cy="695459"/>
          </a:xfrm>
          <a:prstGeom prst="roundRect">
            <a:avLst>
              <a:gd name="adj" fmla="val 4979"/>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 name="圆角矩形 29"/>
          <p:cNvSpPr/>
          <p:nvPr/>
        </p:nvSpPr>
        <p:spPr>
          <a:xfrm>
            <a:off x="3114542" y="3463924"/>
            <a:ext cx="2255948" cy="1464972"/>
          </a:xfrm>
          <a:prstGeom prst="roundRect">
            <a:avLst>
              <a:gd name="adj" fmla="val 4979"/>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文本框 2"/>
          <p:cNvSpPr txBox="1"/>
          <p:nvPr/>
        </p:nvSpPr>
        <p:spPr>
          <a:xfrm>
            <a:off x="5425145" y="6237036"/>
            <a:ext cx="639919" cy="338554"/>
          </a:xfrm>
          <a:prstGeom prst="rect">
            <a:avLst/>
          </a:prstGeom>
          <a:noFill/>
        </p:spPr>
        <p:txBody>
          <a:bodyPr wrap="none" rtlCol="0">
            <a:spAutoFit/>
          </a:bodyPr>
          <a:lstStyle/>
          <a:p>
            <a:r>
              <a:rPr lang="en-US" altLang="zh-CN" sz="1600"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2015</a:t>
            </a:r>
            <a:endParaRPr lang="zh-CN" altLang="en-US" sz="1600"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37" name="文本框 36"/>
          <p:cNvSpPr txBox="1"/>
          <p:nvPr/>
        </p:nvSpPr>
        <p:spPr>
          <a:xfrm>
            <a:off x="5425145" y="350620"/>
            <a:ext cx="639919" cy="338554"/>
          </a:xfrm>
          <a:prstGeom prst="rect">
            <a:avLst/>
          </a:prstGeom>
          <a:noFill/>
        </p:spPr>
        <p:txBody>
          <a:bodyPr wrap="none" rtlCol="0">
            <a:spAutoFit/>
          </a:bodyPr>
          <a:lstStyle/>
          <a:p>
            <a:r>
              <a:rPr lang="en-US" altLang="zh-CN" sz="1600"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2016</a:t>
            </a:r>
            <a:endParaRPr lang="zh-CN" altLang="en-US" sz="1600"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4" name="矩形 3"/>
          <p:cNvSpPr/>
          <p:nvPr/>
        </p:nvSpPr>
        <p:spPr>
          <a:xfrm>
            <a:off x="6055361" y="1071512"/>
            <a:ext cx="1856598" cy="401264"/>
          </a:xfrm>
          <a:prstGeom prst="rect">
            <a:avLst/>
          </a:prstGeom>
        </p:spPr>
        <p:txBody>
          <a:bodyPr wrap="none">
            <a:spAutoFit/>
          </a:bodyPr>
          <a:lstStyle/>
          <a:p>
            <a:pPr>
              <a:lnSpc>
                <a:spcPct val="120000"/>
              </a:lnSpc>
            </a:pPr>
            <a:r>
              <a:rPr lang="en-US" altLang="zh-CN" b="1" dirty="0">
                <a:solidFill>
                  <a:schemeClr val="bg1"/>
                </a:solidFill>
              </a:rPr>
              <a:t>01 </a:t>
            </a:r>
            <a:r>
              <a:rPr lang="zh-CN" altLang="en-US" b="1" dirty="0">
                <a:solidFill>
                  <a:schemeClr val="bg1"/>
                </a:solidFill>
              </a:rPr>
              <a:t>单击添加标题</a:t>
            </a:r>
            <a:endParaRPr lang="en-US" altLang="zh-CN" b="1" dirty="0">
              <a:solidFill>
                <a:schemeClr val="bg1"/>
              </a:solidFill>
            </a:endParaRPr>
          </a:p>
        </p:txBody>
      </p:sp>
      <p:sp>
        <p:nvSpPr>
          <p:cNvPr id="38" name="矩形 37"/>
          <p:cNvSpPr/>
          <p:nvPr/>
        </p:nvSpPr>
        <p:spPr>
          <a:xfrm>
            <a:off x="6055361" y="4293622"/>
            <a:ext cx="1856598" cy="424732"/>
          </a:xfrm>
          <a:prstGeom prst="rect">
            <a:avLst/>
          </a:prstGeom>
        </p:spPr>
        <p:txBody>
          <a:bodyPr wrap="none">
            <a:spAutoFit/>
          </a:bodyPr>
          <a:lstStyle/>
          <a:p>
            <a:pPr>
              <a:lnSpc>
                <a:spcPct val="120000"/>
              </a:lnSpc>
            </a:pPr>
            <a:r>
              <a:rPr lang="en-US" altLang="zh-CN" b="1" dirty="0">
                <a:solidFill>
                  <a:schemeClr val="bg1"/>
                </a:solidFill>
              </a:rPr>
              <a:t>03 </a:t>
            </a:r>
            <a:r>
              <a:rPr lang="zh-CN" altLang="en-US" b="1" dirty="0">
                <a:solidFill>
                  <a:schemeClr val="bg1"/>
                </a:solidFill>
              </a:rPr>
              <a:t>单击添加标题</a:t>
            </a:r>
            <a:endParaRPr lang="en-US" altLang="zh-CN" b="1" dirty="0">
              <a:solidFill>
                <a:schemeClr val="bg1"/>
              </a:solidFill>
            </a:endParaRPr>
          </a:p>
        </p:txBody>
      </p:sp>
      <p:sp>
        <p:nvSpPr>
          <p:cNvPr id="39" name="矩形 38"/>
          <p:cNvSpPr/>
          <p:nvPr/>
        </p:nvSpPr>
        <p:spPr>
          <a:xfrm>
            <a:off x="3003766" y="2317887"/>
            <a:ext cx="1856598" cy="424732"/>
          </a:xfrm>
          <a:prstGeom prst="rect">
            <a:avLst/>
          </a:prstGeom>
        </p:spPr>
        <p:txBody>
          <a:bodyPr wrap="none">
            <a:spAutoFit/>
          </a:bodyPr>
          <a:lstStyle/>
          <a:p>
            <a:pPr>
              <a:lnSpc>
                <a:spcPct val="120000"/>
              </a:lnSpc>
            </a:pPr>
            <a:r>
              <a:rPr lang="en-US" altLang="zh-CN" b="1" dirty="0">
                <a:solidFill>
                  <a:schemeClr val="bg1"/>
                </a:solidFill>
              </a:rPr>
              <a:t>04 </a:t>
            </a:r>
            <a:r>
              <a:rPr lang="zh-CN" altLang="en-US" b="1" dirty="0">
                <a:solidFill>
                  <a:schemeClr val="bg1"/>
                </a:solidFill>
              </a:rPr>
              <a:t>单击添加标题</a:t>
            </a:r>
            <a:endParaRPr lang="en-US" altLang="zh-CN" b="1" dirty="0">
              <a:solidFill>
                <a:schemeClr val="bg1"/>
              </a:solidFill>
            </a:endParaRPr>
          </a:p>
        </p:txBody>
      </p:sp>
      <p:sp>
        <p:nvSpPr>
          <p:cNvPr id="5" name="矩形 4"/>
          <p:cNvSpPr/>
          <p:nvPr/>
        </p:nvSpPr>
        <p:spPr>
          <a:xfrm>
            <a:off x="6071597" y="4973101"/>
            <a:ext cx="2359666" cy="652486"/>
          </a:xfrm>
          <a:prstGeom prst="rect">
            <a:avLst/>
          </a:prstGeom>
        </p:spPr>
        <p:txBody>
          <a:bodyPr wrap="square">
            <a:spAutoFit/>
          </a:bodyPr>
          <a:lstStyle/>
          <a:p>
            <a:pPr algn="just">
              <a:lnSpc>
                <a:spcPct val="130000"/>
              </a:lnSpc>
            </a:pPr>
            <a:r>
              <a:rPr lang="zh-CN" altLang="en-US" sz="1400" dirty="0">
                <a:solidFill>
                  <a:schemeClr val="tx1">
                    <a:lumMod val="65000"/>
                    <a:lumOff val="35000"/>
                  </a:schemeClr>
                </a:solidFill>
              </a:rPr>
              <a:t>添加内容添加内容添加内容添加内容添加内容</a:t>
            </a:r>
          </a:p>
        </p:txBody>
      </p:sp>
      <p:sp>
        <p:nvSpPr>
          <p:cNvPr id="40" name="矩形 39"/>
          <p:cNvSpPr/>
          <p:nvPr/>
        </p:nvSpPr>
        <p:spPr>
          <a:xfrm>
            <a:off x="6119068" y="2414242"/>
            <a:ext cx="2359666" cy="652486"/>
          </a:xfrm>
          <a:prstGeom prst="rect">
            <a:avLst/>
          </a:prstGeom>
        </p:spPr>
        <p:txBody>
          <a:bodyPr wrap="square">
            <a:spAutoFit/>
          </a:bodyPr>
          <a:lstStyle/>
          <a:p>
            <a:pPr algn="just">
              <a:lnSpc>
                <a:spcPct val="130000"/>
              </a:lnSpc>
            </a:pPr>
            <a:r>
              <a:rPr lang="zh-CN" altLang="en-US" sz="1400" dirty="0">
                <a:solidFill>
                  <a:schemeClr val="tx1">
                    <a:lumMod val="65000"/>
                    <a:lumOff val="35000"/>
                  </a:schemeClr>
                </a:solidFill>
              </a:rPr>
              <a:t>添加内容添加内容添加内容添加内容添加内容</a:t>
            </a:r>
          </a:p>
        </p:txBody>
      </p:sp>
      <p:sp>
        <p:nvSpPr>
          <p:cNvPr id="41" name="矩形 40"/>
          <p:cNvSpPr/>
          <p:nvPr/>
        </p:nvSpPr>
        <p:spPr>
          <a:xfrm>
            <a:off x="3010824" y="2811438"/>
            <a:ext cx="2359666" cy="652486"/>
          </a:xfrm>
          <a:prstGeom prst="rect">
            <a:avLst/>
          </a:prstGeom>
        </p:spPr>
        <p:txBody>
          <a:bodyPr wrap="square">
            <a:spAutoFit/>
          </a:bodyPr>
          <a:lstStyle/>
          <a:p>
            <a:pPr algn="just">
              <a:lnSpc>
                <a:spcPct val="130000"/>
              </a:lnSpc>
            </a:pPr>
            <a:r>
              <a:rPr lang="zh-CN" altLang="en-US" sz="1400" dirty="0">
                <a:solidFill>
                  <a:schemeClr val="tx1">
                    <a:lumMod val="65000"/>
                    <a:lumOff val="35000"/>
                  </a:schemeClr>
                </a:solidFill>
              </a:rPr>
              <a:t>添加内容添加内容添加内容添加内容添加内容</a:t>
            </a:r>
          </a:p>
        </p:txBody>
      </p:sp>
      <p:sp>
        <p:nvSpPr>
          <p:cNvPr id="42" name="Freeform 40"/>
          <p:cNvSpPr>
            <a:spLocks noEditPoints="1"/>
          </p:cNvSpPr>
          <p:nvPr/>
        </p:nvSpPr>
        <p:spPr bwMode="auto">
          <a:xfrm>
            <a:off x="6322178" y="1779796"/>
            <a:ext cx="383569" cy="425983"/>
          </a:xfrm>
          <a:custGeom>
            <a:avLst/>
            <a:gdLst>
              <a:gd name="T0" fmla="*/ 156 w 236"/>
              <a:gd name="T1" fmla="*/ 90 h 261"/>
              <a:gd name="T2" fmla="*/ 178 w 236"/>
              <a:gd name="T3" fmla="*/ 37 h 261"/>
              <a:gd name="T4" fmla="*/ 187 w 236"/>
              <a:gd name="T5" fmla="*/ 33 h 261"/>
              <a:gd name="T6" fmla="*/ 182 w 236"/>
              <a:gd name="T7" fmla="*/ 27 h 261"/>
              <a:gd name="T8" fmla="*/ 181 w 236"/>
              <a:gd name="T9" fmla="*/ 27 h 261"/>
              <a:gd name="T10" fmla="*/ 180 w 236"/>
              <a:gd name="T11" fmla="*/ 28 h 261"/>
              <a:gd name="T12" fmla="*/ 176 w 236"/>
              <a:gd name="T13" fmla="*/ 33 h 261"/>
              <a:gd name="T14" fmla="*/ 126 w 236"/>
              <a:gd name="T15" fmla="*/ 78 h 261"/>
              <a:gd name="T16" fmla="*/ 114 w 236"/>
              <a:gd name="T17" fmla="*/ 78 h 261"/>
              <a:gd name="T18" fmla="*/ 111 w 236"/>
              <a:gd name="T19" fmla="*/ 78 h 261"/>
              <a:gd name="T20" fmla="*/ 51 w 236"/>
              <a:gd name="T21" fmla="*/ 5 h 261"/>
              <a:gd name="T22" fmla="*/ 41 w 236"/>
              <a:gd name="T23" fmla="*/ 5 h 261"/>
              <a:gd name="T24" fmla="*/ 48 w 236"/>
              <a:gd name="T25" fmla="*/ 11 h 261"/>
              <a:gd name="T26" fmla="*/ 94 w 236"/>
              <a:gd name="T27" fmla="*/ 80 h 261"/>
              <a:gd name="T28" fmla="*/ 14 w 236"/>
              <a:gd name="T29" fmla="*/ 90 h 261"/>
              <a:gd name="T30" fmla="*/ 0 w 236"/>
              <a:gd name="T31" fmla="*/ 244 h 261"/>
              <a:gd name="T32" fmla="*/ 20 w 236"/>
              <a:gd name="T33" fmla="*/ 258 h 261"/>
              <a:gd name="T34" fmla="*/ 48 w 236"/>
              <a:gd name="T35" fmla="*/ 261 h 261"/>
              <a:gd name="T36" fmla="*/ 189 w 236"/>
              <a:gd name="T37" fmla="*/ 258 h 261"/>
              <a:gd name="T38" fmla="*/ 218 w 236"/>
              <a:gd name="T39" fmla="*/ 261 h 261"/>
              <a:gd name="T40" fmla="*/ 223 w 236"/>
              <a:gd name="T41" fmla="*/ 258 h 261"/>
              <a:gd name="T42" fmla="*/ 236 w 236"/>
              <a:gd name="T43" fmla="*/ 103 h 261"/>
              <a:gd name="T44" fmla="*/ 200 w 236"/>
              <a:gd name="T45" fmla="*/ 224 h 261"/>
              <a:gd name="T46" fmla="*/ 35 w 236"/>
              <a:gd name="T47" fmla="*/ 248 h 261"/>
              <a:gd name="T48" fmla="*/ 11 w 236"/>
              <a:gd name="T49" fmla="*/ 123 h 261"/>
              <a:gd name="T50" fmla="*/ 176 w 236"/>
              <a:gd name="T51" fmla="*/ 99 h 261"/>
              <a:gd name="T52" fmla="*/ 200 w 236"/>
              <a:gd name="T53" fmla="*/ 224 h 261"/>
              <a:gd name="T54" fmla="*/ 207 w 236"/>
              <a:gd name="T55" fmla="*/ 141 h 261"/>
              <a:gd name="T56" fmla="*/ 226 w 236"/>
              <a:gd name="T57" fmla="*/ 141 h 261"/>
              <a:gd name="T58" fmla="*/ 217 w 236"/>
              <a:gd name="T59" fmla="*/ 128 h 261"/>
              <a:gd name="T60" fmla="*/ 217 w 236"/>
              <a:gd name="T61" fmla="*/ 110 h 261"/>
              <a:gd name="T62" fmla="*/ 217 w 236"/>
              <a:gd name="T63" fmla="*/ 128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6" h="261">
                <a:moveTo>
                  <a:pt x="223" y="90"/>
                </a:moveTo>
                <a:cubicBezTo>
                  <a:pt x="156" y="90"/>
                  <a:pt x="156" y="90"/>
                  <a:pt x="156" y="90"/>
                </a:cubicBezTo>
                <a:cubicBezTo>
                  <a:pt x="152" y="85"/>
                  <a:pt x="143" y="81"/>
                  <a:pt x="131" y="79"/>
                </a:cubicBezTo>
                <a:cubicBezTo>
                  <a:pt x="178" y="37"/>
                  <a:pt x="178" y="37"/>
                  <a:pt x="178" y="37"/>
                </a:cubicBezTo>
                <a:cubicBezTo>
                  <a:pt x="179" y="38"/>
                  <a:pt x="180" y="38"/>
                  <a:pt x="181" y="38"/>
                </a:cubicBezTo>
                <a:cubicBezTo>
                  <a:pt x="184" y="38"/>
                  <a:pt x="187" y="36"/>
                  <a:pt x="187" y="33"/>
                </a:cubicBezTo>
                <a:cubicBezTo>
                  <a:pt x="187" y="30"/>
                  <a:pt x="185" y="28"/>
                  <a:pt x="182" y="27"/>
                </a:cubicBezTo>
                <a:cubicBezTo>
                  <a:pt x="182" y="27"/>
                  <a:pt x="182" y="27"/>
                  <a:pt x="182" y="27"/>
                </a:cubicBezTo>
                <a:cubicBezTo>
                  <a:pt x="182" y="27"/>
                  <a:pt x="182" y="27"/>
                  <a:pt x="181" y="27"/>
                </a:cubicBezTo>
                <a:cubicBezTo>
                  <a:pt x="181" y="27"/>
                  <a:pt x="181" y="27"/>
                  <a:pt x="181" y="27"/>
                </a:cubicBezTo>
                <a:cubicBezTo>
                  <a:pt x="181" y="27"/>
                  <a:pt x="181" y="27"/>
                  <a:pt x="180" y="28"/>
                </a:cubicBezTo>
                <a:cubicBezTo>
                  <a:pt x="180" y="28"/>
                  <a:pt x="180" y="28"/>
                  <a:pt x="180" y="28"/>
                </a:cubicBezTo>
                <a:cubicBezTo>
                  <a:pt x="180" y="28"/>
                  <a:pt x="180" y="28"/>
                  <a:pt x="180" y="28"/>
                </a:cubicBezTo>
                <a:cubicBezTo>
                  <a:pt x="178" y="28"/>
                  <a:pt x="176" y="30"/>
                  <a:pt x="176" y="33"/>
                </a:cubicBezTo>
                <a:cubicBezTo>
                  <a:pt x="176" y="33"/>
                  <a:pt x="176" y="34"/>
                  <a:pt x="176" y="35"/>
                </a:cubicBezTo>
                <a:cubicBezTo>
                  <a:pt x="126" y="78"/>
                  <a:pt x="126" y="78"/>
                  <a:pt x="126" y="78"/>
                </a:cubicBezTo>
                <a:cubicBezTo>
                  <a:pt x="123" y="78"/>
                  <a:pt x="119" y="78"/>
                  <a:pt x="115" y="78"/>
                </a:cubicBezTo>
                <a:cubicBezTo>
                  <a:pt x="115" y="78"/>
                  <a:pt x="115" y="78"/>
                  <a:pt x="114" y="78"/>
                </a:cubicBezTo>
                <a:cubicBezTo>
                  <a:pt x="114" y="78"/>
                  <a:pt x="113" y="78"/>
                  <a:pt x="113" y="78"/>
                </a:cubicBezTo>
                <a:cubicBezTo>
                  <a:pt x="112" y="78"/>
                  <a:pt x="111" y="78"/>
                  <a:pt x="111" y="78"/>
                </a:cubicBezTo>
                <a:cubicBezTo>
                  <a:pt x="51" y="8"/>
                  <a:pt x="51" y="8"/>
                  <a:pt x="51" y="8"/>
                </a:cubicBezTo>
                <a:cubicBezTo>
                  <a:pt x="51" y="8"/>
                  <a:pt x="51" y="7"/>
                  <a:pt x="51" y="5"/>
                </a:cubicBezTo>
                <a:cubicBezTo>
                  <a:pt x="51" y="2"/>
                  <a:pt x="49" y="0"/>
                  <a:pt x="46" y="0"/>
                </a:cubicBezTo>
                <a:cubicBezTo>
                  <a:pt x="43" y="0"/>
                  <a:pt x="41" y="2"/>
                  <a:pt x="41" y="5"/>
                </a:cubicBezTo>
                <a:cubicBezTo>
                  <a:pt x="41" y="8"/>
                  <a:pt x="43" y="11"/>
                  <a:pt x="46" y="11"/>
                </a:cubicBezTo>
                <a:cubicBezTo>
                  <a:pt x="47" y="11"/>
                  <a:pt x="47" y="11"/>
                  <a:pt x="48" y="11"/>
                </a:cubicBezTo>
                <a:cubicBezTo>
                  <a:pt x="106" y="78"/>
                  <a:pt x="106" y="78"/>
                  <a:pt x="106" y="78"/>
                </a:cubicBezTo>
                <a:cubicBezTo>
                  <a:pt x="102" y="78"/>
                  <a:pt x="98" y="79"/>
                  <a:pt x="94" y="80"/>
                </a:cubicBezTo>
                <a:cubicBezTo>
                  <a:pt x="85" y="82"/>
                  <a:pt x="78" y="86"/>
                  <a:pt x="75" y="90"/>
                </a:cubicBezTo>
                <a:cubicBezTo>
                  <a:pt x="14" y="90"/>
                  <a:pt x="14" y="90"/>
                  <a:pt x="14" y="90"/>
                </a:cubicBezTo>
                <a:cubicBezTo>
                  <a:pt x="6" y="90"/>
                  <a:pt x="0" y="96"/>
                  <a:pt x="0" y="103"/>
                </a:cubicBezTo>
                <a:cubicBezTo>
                  <a:pt x="0" y="244"/>
                  <a:pt x="0" y="244"/>
                  <a:pt x="0" y="244"/>
                </a:cubicBezTo>
                <a:cubicBezTo>
                  <a:pt x="0" y="252"/>
                  <a:pt x="6" y="258"/>
                  <a:pt x="14" y="258"/>
                </a:cubicBezTo>
                <a:cubicBezTo>
                  <a:pt x="20" y="258"/>
                  <a:pt x="20" y="258"/>
                  <a:pt x="20" y="258"/>
                </a:cubicBezTo>
                <a:cubicBezTo>
                  <a:pt x="20" y="261"/>
                  <a:pt x="20" y="261"/>
                  <a:pt x="20" y="261"/>
                </a:cubicBezTo>
                <a:cubicBezTo>
                  <a:pt x="48" y="261"/>
                  <a:pt x="48" y="261"/>
                  <a:pt x="48" y="261"/>
                </a:cubicBezTo>
                <a:cubicBezTo>
                  <a:pt x="48" y="258"/>
                  <a:pt x="48" y="258"/>
                  <a:pt x="48" y="258"/>
                </a:cubicBezTo>
                <a:cubicBezTo>
                  <a:pt x="189" y="258"/>
                  <a:pt x="189" y="258"/>
                  <a:pt x="189" y="258"/>
                </a:cubicBezTo>
                <a:cubicBezTo>
                  <a:pt x="189" y="261"/>
                  <a:pt x="189" y="261"/>
                  <a:pt x="189" y="261"/>
                </a:cubicBezTo>
                <a:cubicBezTo>
                  <a:pt x="218" y="261"/>
                  <a:pt x="218" y="261"/>
                  <a:pt x="218" y="261"/>
                </a:cubicBezTo>
                <a:cubicBezTo>
                  <a:pt x="218" y="258"/>
                  <a:pt x="218" y="258"/>
                  <a:pt x="218" y="258"/>
                </a:cubicBezTo>
                <a:cubicBezTo>
                  <a:pt x="223" y="258"/>
                  <a:pt x="223" y="258"/>
                  <a:pt x="223" y="258"/>
                </a:cubicBezTo>
                <a:cubicBezTo>
                  <a:pt x="230" y="258"/>
                  <a:pt x="236" y="252"/>
                  <a:pt x="236" y="244"/>
                </a:cubicBezTo>
                <a:cubicBezTo>
                  <a:pt x="236" y="103"/>
                  <a:pt x="236" y="103"/>
                  <a:pt x="236" y="103"/>
                </a:cubicBezTo>
                <a:cubicBezTo>
                  <a:pt x="236" y="96"/>
                  <a:pt x="230" y="90"/>
                  <a:pt x="223" y="90"/>
                </a:cubicBezTo>
                <a:close/>
                <a:moveTo>
                  <a:pt x="200" y="224"/>
                </a:moveTo>
                <a:cubicBezTo>
                  <a:pt x="200" y="237"/>
                  <a:pt x="189" y="248"/>
                  <a:pt x="176" y="248"/>
                </a:cubicBezTo>
                <a:cubicBezTo>
                  <a:pt x="35" y="248"/>
                  <a:pt x="35" y="248"/>
                  <a:pt x="35" y="248"/>
                </a:cubicBezTo>
                <a:cubicBezTo>
                  <a:pt x="22" y="248"/>
                  <a:pt x="11" y="237"/>
                  <a:pt x="11" y="224"/>
                </a:cubicBezTo>
                <a:cubicBezTo>
                  <a:pt x="11" y="123"/>
                  <a:pt x="11" y="123"/>
                  <a:pt x="11" y="123"/>
                </a:cubicBezTo>
                <a:cubicBezTo>
                  <a:pt x="11" y="110"/>
                  <a:pt x="22" y="99"/>
                  <a:pt x="35" y="99"/>
                </a:cubicBezTo>
                <a:cubicBezTo>
                  <a:pt x="176" y="99"/>
                  <a:pt x="176" y="99"/>
                  <a:pt x="176" y="99"/>
                </a:cubicBezTo>
                <a:cubicBezTo>
                  <a:pt x="189" y="99"/>
                  <a:pt x="200" y="110"/>
                  <a:pt x="200" y="123"/>
                </a:cubicBezTo>
                <a:lnTo>
                  <a:pt x="200" y="224"/>
                </a:lnTo>
                <a:close/>
                <a:moveTo>
                  <a:pt x="217" y="150"/>
                </a:moveTo>
                <a:cubicBezTo>
                  <a:pt x="212" y="150"/>
                  <a:pt x="207" y="146"/>
                  <a:pt x="207" y="141"/>
                </a:cubicBezTo>
                <a:cubicBezTo>
                  <a:pt x="207" y="136"/>
                  <a:pt x="212" y="132"/>
                  <a:pt x="217" y="132"/>
                </a:cubicBezTo>
                <a:cubicBezTo>
                  <a:pt x="222" y="132"/>
                  <a:pt x="226" y="136"/>
                  <a:pt x="226" y="141"/>
                </a:cubicBezTo>
                <a:cubicBezTo>
                  <a:pt x="226" y="146"/>
                  <a:pt x="222" y="150"/>
                  <a:pt x="217" y="150"/>
                </a:cubicBezTo>
                <a:close/>
                <a:moveTo>
                  <a:pt x="217" y="128"/>
                </a:moveTo>
                <a:cubicBezTo>
                  <a:pt x="212" y="128"/>
                  <a:pt x="207" y="124"/>
                  <a:pt x="207" y="119"/>
                </a:cubicBezTo>
                <a:cubicBezTo>
                  <a:pt x="207" y="114"/>
                  <a:pt x="212" y="110"/>
                  <a:pt x="217" y="110"/>
                </a:cubicBezTo>
                <a:cubicBezTo>
                  <a:pt x="222" y="110"/>
                  <a:pt x="226" y="114"/>
                  <a:pt x="226" y="119"/>
                </a:cubicBezTo>
                <a:cubicBezTo>
                  <a:pt x="226" y="124"/>
                  <a:pt x="222" y="128"/>
                  <a:pt x="217" y="128"/>
                </a:cubicBezTo>
                <a:close/>
              </a:path>
            </a:pathLst>
          </a:custGeom>
          <a:solidFill>
            <a:srgbClr val="C93A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43" name="组合 42"/>
          <p:cNvGrpSpPr/>
          <p:nvPr/>
        </p:nvGrpSpPr>
        <p:grpSpPr>
          <a:xfrm>
            <a:off x="7127879" y="1837804"/>
            <a:ext cx="409386" cy="337467"/>
            <a:chOff x="3257550" y="2243138"/>
            <a:chExt cx="352425" cy="290513"/>
          </a:xfrm>
        </p:grpSpPr>
        <p:sp>
          <p:nvSpPr>
            <p:cNvPr id="44" name="Freeform 41"/>
            <p:cNvSpPr>
              <a:spLocks/>
            </p:cNvSpPr>
            <p:nvPr/>
          </p:nvSpPr>
          <p:spPr bwMode="auto">
            <a:xfrm>
              <a:off x="3297238" y="2243138"/>
              <a:ext cx="273050" cy="163513"/>
            </a:xfrm>
            <a:custGeom>
              <a:avLst/>
              <a:gdLst>
                <a:gd name="T0" fmla="*/ 184 w 195"/>
                <a:gd name="T1" fmla="*/ 117 h 117"/>
                <a:gd name="T2" fmla="*/ 173 w 195"/>
                <a:gd name="T3" fmla="*/ 106 h 117"/>
                <a:gd name="T4" fmla="*/ 98 w 195"/>
                <a:gd name="T5" fmla="*/ 22 h 117"/>
                <a:gd name="T6" fmla="*/ 22 w 195"/>
                <a:gd name="T7" fmla="*/ 106 h 117"/>
                <a:gd name="T8" fmla="*/ 11 w 195"/>
                <a:gd name="T9" fmla="*/ 117 h 117"/>
                <a:gd name="T10" fmla="*/ 0 w 195"/>
                <a:gd name="T11" fmla="*/ 106 h 117"/>
                <a:gd name="T12" fmla="*/ 98 w 195"/>
                <a:gd name="T13" fmla="*/ 0 h 117"/>
                <a:gd name="T14" fmla="*/ 195 w 195"/>
                <a:gd name="T15" fmla="*/ 106 h 117"/>
                <a:gd name="T16" fmla="*/ 184 w 195"/>
                <a:gd name="T17" fmla="*/ 11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 h="117">
                  <a:moveTo>
                    <a:pt x="184" y="117"/>
                  </a:moveTo>
                  <a:cubicBezTo>
                    <a:pt x="178" y="117"/>
                    <a:pt x="173" y="112"/>
                    <a:pt x="173" y="106"/>
                  </a:cubicBezTo>
                  <a:cubicBezTo>
                    <a:pt x="173" y="60"/>
                    <a:pt x="140" y="22"/>
                    <a:pt x="98" y="22"/>
                  </a:cubicBezTo>
                  <a:cubicBezTo>
                    <a:pt x="56" y="22"/>
                    <a:pt x="22" y="60"/>
                    <a:pt x="22" y="106"/>
                  </a:cubicBezTo>
                  <a:cubicBezTo>
                    <a:pt x="22" y="112"/>
                    <a:pt x="17" y="117"/>
                    <a:pt x="11" y="117"/>
                  </a:cubicBezTo>
                  <a:cubicBezTo>
                    <a:pt x="5" y="117"/>
                    <a:pt x="0" y="112"/>
                    <a:pt x="0" y="106"/>
                  </a:cubicBezTo>
                  <a:cubicBezTo>
                    <a:pt x="0" y="48"/>
                    <a:pt x="44" y="0"/>
                    <a:pt x="98" y="0"/>
                  </a:cubicBezTo>
                  <a:cubicBezTo>
                    <a:pt x="152" y="0"/>
                    <a:pt x="195" y="48"/>
                    <a:pt x="195" y="106"/>
                  </a:cubicBezTo>
                  <a:cubicBezTo>
                    <a:pt x="195" y="112"/>
                    <a:pt x="190" y="117"/>
                    <a:pt x="184" y="117"/>
                  </a:cubicBezTo>
                  <a:close/>
                </a:path>
              </a:pathLst>
            </a:custGeom>
            <a:solidFill>
              <a:srgbClr val="E99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42"/>
            <p:cNvSpPr>
              <a:spLocks/>
            </p:cNvSpPr>
            <p:nvPr/>
          </p:nvSpPr>
          <p:spPr bwMode="auto">
            <a:xfrm>
              <a:off x="3286125" y="2411413"/>
              <a:ext cx="52388" cy="122238"/>
            </a:xfrm>
            <a:custGeom>
              <a:avLst/>
              <a:gdLst>
                <a:gd name="T0" fmla="*/ 37 w 37"/>
                <a:gd name="T1" fmla="*/ 73 h 87"/>
                <a:gd name="T2" fmla="*/ 23 w 37"/>
                <a:gd name="T3" fmla="*/ 87 h 87"/>
                <a:gd name="T4" fmla="*/ 14 w 37"/>
                <a:gd name="T5" fmla="*/ 87 h 87"/>
                <a:gd name="T6" fmla="*/ 0 w 37"/>
                <a:gd name="T7" fmla="*/ 73 h 87"/>
                <a:gd name="T8" fmla="*/ 0 w 37"/>
                <a:gd name="T9" fmla="*/ 14 h 87"/>
                <a:gd name="T10" fmla="*/ 14 w 37"/>
                <a:gd name="T11" fmla="*/ 0 h 87"/>
                <a:gd name="T12" fmla="*/ 23 w 37"/>
                <a:gd name="T13" fmla="*/ 0 h 87"/>
                <a:gd name="T14" fmla="*/ 37 w 37"/>
                <a:gd name="T15" fmla="*/ 14 h 87"/>
                <a:gd name="T16" fmla="*/ 37 w 37"/>
                <a:gd name="T17"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87">
                  <a:moveTo>
                    <a:pt x="37" y="73"/>
                  </a:moveTo>
                  <a:cubicBezTo>
                    <a:pt x="37" y="81"/>
                    <a:pt x="31" y="87"/>
                    <a:pt x="23" y="87"/>
                  </a:cubicBezTo>
                  <a:cubicBezTo>
                    <a:pt x="14" y="87"/>
                    <a:pt x="14" y="87"/>
                    <a:pt x="14" y="87"/>
                  </a:cubicBezTo>
                  <a:cubicBezTo>
                    <a:pt x="6" y="87"/>
                    <a:pt x="0" y="81"/>
                    <a:pt x="0" y="73"/>
                  </a:cubicBezTo>
                  <a:cubicBezTo>
                    <a:pt x="0" y="14"/>
                    <a:pt x="0" y="14"/>
                    <a:pt x="0" y="14"/>
                  </a:cubicBezTo>
                  <a:cubicBezTo>
                    <a:pt x="0" y="6"/>
                    <a:pt x="6" y="0"/>
                    <a:pt x="14" y="0"/>
                  </a:cubicBezTo>
                  <a:cubicBezTo>
                    <a:pt x="23" y="0"/>
                    <a:pt x="23" y="0"/>
                    <a:pt x="23" y="0"/>
                  </a:cubicBezTo>
                  <a:cubicBezTo>
                    <a:pt x="31" y="0"/>
                    <a:pt x="37" y="6"/>
                    <a:pt x="37" y="14"/>
                  </a:cubicBezTo>
                  <a:lnTo>
                    <a:pt x="37" y="73"/>
                  </a:lnTo>
                  <a:close/>
                </a:path>
              </a:pathLst>
            </a:custGeom>
            <a:solidFill>
              <a:srgbClr val="E99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43"/>
            <p:cNvSpPr>
              <a:spLocks/>
            </p:cNvSpPr>
            <p:nvPr/>
          </p:nvSpPr>
          <p:spPr bwMode="auto">
            <a:xfrm>
              <a:off x="3257550" y="2432050"/>
              <a:ext cx="17463" cy="82550"/>
            </a:xfrm>
            <a:custGeom>
              <a:avLst/>
              <a:gdLst>
                <a:gd name="T0" fmla="*/ 13 w 13"/>
                <a:gd name="T1" fmla="*/ 0 h 59"/>
                <a:gd name="T2" fmla="*/ 10 w 13"/>
                <a:gd name="T3" fmla="*/ 0 h 59"/>
                <a:gd name="T4" fmla="*/ 0 w 13"/>
                <a:gd name="T5" fmla="*/ 10 h 59"/>
                <a:gd name="T6" fmla="*/ 0 w 13"/>
                <a:gd name="T7" fmla="*/ 49 h 59"/>
                <a:gd name="T8" fmla="*/ 10 w 13"/>
                <a:gd name="T9" fmla="*/ 59 h 59"/>
                <a:gd name="T10" fmla="*/ 13 w 13"/>
                <a:gd name="T11" fmla="*/ 59 h 59"/>
                <a:gd name="T12" fmla="*/ 13 w 13"/>
                <a:gd name="T13" fmla="*/ 0 h 59"/>
              </a:gdLst>
              <a:ahLst/>
              <a:cxnLst>
                <a:cxn ang="0">
                  <a:pos x="T0" y="T1"/>
                </a:cxn>
                <a:cxn ang="0">
                  <a:pos x="T2" y="T3"/>
                </a:cxn>
                <a:cxn ang="0">
                  <a:pos x="T4" y="T5"/>
                </a:cxn>
                <a:cxn ang="0">
                  <a:pos x="T6" y="T7"/>
                </a:cxn>
                <a:cxn ang="0">
                  <a:pos x="T8" y="T9"/>
                </a:cxn>
                <a:cxn ang="0">
                  <a:pos x="T10" y="T11"/>
                </a:cxn>
                <a:cxn ang="0">
                  <a:pos x="T12" y="T13"/>
                </a:cxn>
              </a:cxnLst>
              <a:rect l="0" t="0" r="r" b="b"/>
              <a:pathLst>
                <a:path w="13" h="59">
                  <a:moveTo>
                    <a:pt x="13" y="0"/>
                  </a:moveTo>
                  <a:cubicBezTo>
                    <a:pt x="10" y="0"/>
                    <a:pt x="10" y="0"/>
                    <a:pt x="10" y="0"/>
                  </a:cubicBezTo>
                  <a:cubicBezTo>
                    <a:pt x="5" y="0"/>
                    <a:pt x="0" y="4"/>
                    <a:pt x="0" y="10"/>
                  </a:cubicBezTo>
                  <a:cubicBezTo>
                    <a:pt x="0" y="49"/>
                    <a:pt x="0" y="49"/>
                    <a:pt x="0" y="49"/>
                  </a:cubicBezTo>
                  <a:cubicBezTo>
                    <a:pt x="0" y="55"/>
                    <a:pt x="5" y="59"/>
                    <a:pt x="10" y="59"/>
                  </a:cubicBezTo>
                  <a:cubicBezTo>
                    <a:pt x="13" y="59"/>
                    <a:pt x="13" y="59"/>
                    <a:pt x="13" y="59"/>
                  </a:cubicBezTo>
                  <a:lnTo>
                    <a:pt x="13" y="0"/>
                  </a:lnTo>
                  <a:close/>
                </a:path>
              </a:pathLst>
            </a:custGeom>
            <a:solidFill>
              <a:srgbClr val="E99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44"/>
            <p:cNvSpPr>
              <a:spLocks/>
            </p:cNvSpPr>
            <p:nvPr/>
          </p:nvSpPr>
          <p:spPr bwMode="auto">
            <a:xfrm>
              <a:off x="3529013" y="2411413"/>
              <a:ext cx="52388" cy="122238"/>
            </a:xfrm>
            <a:custGeom>
              <a:avLst/>
              <a:gdLst>
                <a:gd name="T0" fmla="*/ 0 w 38"/>
                <a:gd name="T1" fmla="*/ 73 h 87"/>
                <a:gd name="T2" fmla="*/ 15 w 38"/>
                <a:gd name="T3" fmla="*/ 87 h 87"/>
                <a:gd name="T4" fmla="*/ 23 w 38"/>
                <a:gd name="T5" fmla="*/ 87 h 87"/>
                <a:gd name="T6" fmla="*/ 38 w 38"/>
                <a:gd name="T7" fmla="*/ 73 h 87"/>
                <a:gd name="T8" fmla="*/ 38 w 38"/>
                <a:gd name="T9" fmla="*/ 14 h 87"/>
                <a:gd name="T10" fmla="*/ 23 w 38"/>
                <a:gd name="T11" fmla="*/ 0 h 87"/>
                <a:gd name="T12" fmla="*/ 15 w 38"/>
                <a:gd name="T13" fmla="*/ 0 h 87"/>
                <a:gd name="T14" fmla="*/ 0 w 38"/>
                <a:gd name="T15" fmla="*/ 14 h 87"/>
                <a:gd name="T16" fmla="*/ 0 w 38"/>
                <a:gd name="T17"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87">
                  <a:moveTo>
                    <a:pt x="0" y="73"/>
                  </a:moveTo>
                  <a:cubicBezTo>
                    <a:pt x="0" y="81"/>
                    <a:pt x="7" y="87"/>
                    <a:pt x="15" y="87"/>
                  </a:cubicBezTo>
                  <a:cubicBezTo>
                    <a:pt x="23" y="87"/>
                    <a:pt x="23" y="87"/>
                    <a:pt x="23" y="87"/>
                  </a:cubicBezTo>
                  <a:cubicBezTo>
                    <a:pt x="31" y="87"/>
                    <a:pt x="38" y="81"/>
                    <a:pt x="38" y="73"/>
                  </a:cubicBezTo>
                  <a:cubicBezTo>
                    <a:pt x="38" y="14"/>
                    <a:pt x="38" y="14"/>
                    <a:pt x="38" y="14"/>
                  </a:cubicBezTo>
                  <a:cubicBezTo>
                    <a:pt x="38" y="6"/>
                    <a:pt x="31" y="0"/>
                    <a:pt x="23" y="0"/>
                  </a:cubicBezTo>
                  <a:cubicBezTo>
                    <a:pt x="15" y="0"/>
                    <a:pt x="15" y="0"/>
                    <a:pt x="15" y="0"/>
                  </a:cubicBezTo>
                  <a:cubicBezTo>
                    <a:pt x="7" y="0"/>
                    <a:pt x="0" y="6"/>
                    <a:pt x="0" y="14"/>
                  </a:cubicBezTo>
                  <a:lnTo>
                    <a:pt x="0" y="73"/>
                  </a:lnTo>
                  <a:close/>
                </a:path>
              </a:pathLst>
            </a:custGeom>
            <a:solidFill>
              <a:srgbClr val="E99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45"/>
            <p:cNvSpPr>
              <a:spLocks/>
            </p:cNvSpPr>
            <p:nvPr/>
          </p:nvSpPr>
          <p:spPr bwMode="auto">
            <a:xfrm>
              <a:off x="3590925" y="2432050"/>
              <a:ext cx="19050" cy="82550"/>
            </a:xfrm>
            <a:custGeom>
              <a:avLst/>
              <a:gdLst>
                <a:gd name="T0" fmla="*/ 0 w 13"/>
                <a:gd name="T1" fmla="*/ 0 h 59"/>
                <a:gd name="T2" fmla="*/ 3 w 13"/>
                <a:gd name="T3" fmla="*/ 0 h 59"/>
                <a:gd name="T4" fmla="*/ 13 w 13"/>
                <a:gd name="T5" fmla="*/ 10 h 59"/>
                <a:gd name="T6" fmla="*/ 13 w 13"/>
                <a:gd name="T7" fmla="*/ 49 h 59"/>
                <a:gd name="T8" fmla="*/ 3 w 13"/>
                <a:gd name="T9" fmla="*/ 59 h 59"/>
                <a:gd name="T10" fmla="*/ 0 w 13"/>
                <a:gd name="T11" fmla="*/ 59 h 59"/>
                <a:gd name="T12" fmla="*/ 0 w 13"/>
                <a:gd name="T13" fmla="*/ 0 h 59"/>
              </a:gdLst>
              <a:ahLst/>
              <a:cxnLst>
                <a:cxn ang="0">
                  <a:pos x="T0" y="T1"/>
                </a:cxn>
                <a:cxn ang="0">
                  <a:pos x="T2" y="T3"/>
                </a:cxn>
                <a:cxn ang="0">
                  <a:pos x="T4" y="T5"/>
                </a:cxn>
                <a:cxn ang="0">
                  <a:pos x="T6" y="T7"/>
                </a:cxn>
                <a:cxn ang="0">
                  <a:pos x="T8" y="T9"/>
                </a:cxn>
                <a:cxn ang="0">
                  <a:pos x="T10" y="T11"/>
                </a:cxn>
                <a:cxn ang="0">
                  <a:pos x="T12" y="T13"/>
                </a:cxn>
              </a:cxnLst>
              <a:rect l="0" t="0" r="r" b="b"/>
              <a:pathLst>
                <a:path w="13" h="59">
                  <a:moveTo>
                    <a:pt x="0" y="0"/>
                  </a:moveTo>
                  <a:cubicBezTo>
                    <a:pt x="3" y="0"/>
                    <a:pt x="3" y="0"/>
                    <a:pt x="3" y="0"/>
                  </a:cubicBezTo>
                  <a:cubicBezTo>
                    <a:pt x="9" y="0"/>
                    <a:pt x="13" y="4"/>
                    <a:pt x="13" y="10"/>
                  </a:cubicBezTo>
                  <a:cubicBezTo>
                    <a:pt x="13" y="49"/>
                    <a:pt x="13" y="49"/>
                    <a:pt x="13" y="49"/>
                  </a:cubicBezTo>
                  <a:cubicBezTo>
                    <a:pt x="13" y="55"/>
                    <a:pt x="9" y="59"/>
                    <a:pt x="3" y="59"/>
                  </a:cubicBezTo>
                  <a:cubicBezTo>
                    <a:pt x="0" y="59"/>
                    <a:pt x="0" y="59"/>
                    <a:pt x="0" y="59"/>
                  </a:cubicBezTo>
                  <a:lnTo>
                    <a:pt x="0" y="0"/>
                  </a:lnTo>
                  <a:close/>
                </a:path>
              </a:pathLst>
            </a:custGeom>
            <a:solidFill>
              <a:srgbClr val="E99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9" name="组合 48"/>
          <p:cNvGrpSpPr/>
          <p:nvPr/>
        </p:nvGrpSpPr>
        <p:grpSpPr>
          <a:xfrm>
            <a:off x="8014492" y="1813831"/>
            <a:ext cx="165967" cy="402010"/>
            <a:chOff x="4791075" y="4530725"/>
            <a:chExt cx="142875" cy="346076"/>
          </a:xfrm>
        </p:grpSpPr>
        <p:sp>
          <p:nvSpPr>
            <p:cNvPr id="50" name="Freeform 47"/>
            <p:cNvSpPr>
              <a:spLocks/>
            </p:cNvSpPr>
            <p:nvPr/>
          </p:nvSpPr>
          <p:spPr bwMode="auto">
            <a:xfrm>
              <a:off x="4791075" y="4746625"/>
              <a:ext cx="142875" cy="95250"/>
            </a:xfrm>
            <a:custGeom>
              <a:avLst/>
              <a:gdLst>
                <a:gd name="T0" fmla="*/ 96 w 102"/>
                <a:gd name="T1" fmla="*/ 0 h 67"/>
                <a:gd name="T2" fmla="*/ 6 w 102"/>
                <a:gd name="T3" fmla="*/ 0 h 67"/>
                <a:gd name="T4" fmla="*/ 0 w 102"/>
                <a:gd name="T5" fmla="*/ 7 h 67"/>
                <a:gd name="T6" fmla="*/ 0 w 102"/>
                <a:gd name="T7" fmla="*/ 31 h 67"/>
                <a:gd name="T8" fmla="*/ 6 w 102"/>
                <a:gd name="T9" fmla="*/ 38 h 67"/>
                <a:gd name="T10" fmla="*/ 8 w 102"/>
                <a:gd name="T11" fmla="*/ 38 h 67"/>
                <a:gd name="T12" fmla="*/ 16 w 102"/>
                <a:gd name="T13" fmla="*/ 52 h 67"/>
                <a:gd name="T14" fmla="*/ 32 w 102"/>
                <a:gd name="T15" fmla="*/ 67 h 67"/>
                <a:gd name="T16" fmla="*/ 71 w 102"/>
                <a:gd name="T17" fmla="*/ 67 h 67"/>
                <a:gd name="T18" fmla="*/ 86 w 102"/>
                <a:gd name="T19" fmla="*/ 52 h 67"/>
                <a:gd name="T20" fmla="*/ 94 w 102"/>
                <a:gd name="T21" fmla="*/ 38 h 67"/>
                <a:gd name="T22" fmla="*/ 96 w 102"/>
                <a:gd name="T23" fmla="*/ 38 h 67"/>
                <a:gd name="T24" fmla="*/ 102 w 102"/>
                <a:gd name="T25" fmla="*/ 31 h 67"/>
                <a:gd name="T26" fmla="*/ 102 w 102"/>
                <a:gd name="T27" fmla="*/ 7 h 67"/>
                <a:gd name="T28" fmla="*/ 96 w 102"/>
                <a:gd name="T29"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2" h="67">
                  <a:moveTo>
                    <a:pt x="96" y="0"/>
                  </a:moveTo>
                  <a:cubicBezTo>
                    <a:pt x="6" y="0"/>
                    <a:pt x="6" y="0"/>
                    <a:pt x="6" y="0"/>
                  </a:cubicBezTo>
                  <a:cubicBezTo>
                    <a:pt x="3" y="0"/>
                    <a:pt x="0" y="3"/>
                    <a:pt x="0" y="7"/>
                  </a:cubicBezTo>
                  <a:cubicBezTo>
                    <a:pt x="0" y="31"/>
                    <a:pt x="0" y="31"/>
                    <a:pt x="0" y="31"/>
                  </a:cubicBezTo>
                  <a:cubicBezTo>
                    <a:pt x="0" y="35"/>
                    <a:pt x="3" y="38"/>
                    <a:pt x="6" y="38"/>
                  </a:cubicBezTo>
                  <a:cubicBezTo>
                    <a:pt x="8" y="38"/>
                    <a:pt x="8" y="38"/>
                    <a:pt x="8" y="38"/>
                  </a:cubicBezTo>
                  <a:cubicBezTo>
                    <a:pt x="16" y="52"/>
                    <a:pt x="16" y="52"/>
                    <a:pt x="16" y="52"/>
                  </a:cubicBezTo>
                  <a:cubicBezTo>
                    <a:pt x="16" y="60"/>
                    <a:pt x="23" y="67"/>
                    <a:pt x="32" y="67"/>
                  </a:cubicBezTo>
                  <a:cubicBezTo>
                    <a:pt x="71" y="67"/>
                    <a:pt x="71" y="67"/>
                    <a:pt x="71" y="67"/>
                  </a:cubicBezTo>
                  <a:cubicBezTo>
                    <a:pt x="79" y="67"/>
                    <a:pt x="86" y="60"/>
                    <a:pt x="86" y="52"/>
                  </a:cubicBezTo>
                  <a:cubicBezTo>
                    <a:pt x="94" y="38"/>
                    <a:pt x="94" y="38"/>
                    <a:pt x="94" y="38"/>
                  </a:cubicBezTo>
                  <a:cubicBezTo>
                    <a:pt x="96" y="38"/>
                    <a:pt x="96" y="38"/>
                    <a:pt x="96" y="38"/>
                  </a:cubicBezTo>
                  <a:cubicBezTo>
                    <a:pt x="100" y="38"/>
                    <a:pt x="102" y="35"/>
                    <a:pt x="102" y="31"/>
                  </a:cubicBezTo>
                  <a:cubicBezTo>
                    <a:pt x="102" y="7"/>
                    <a:pt x="102" y="7"/>
                    <a:pt x="102" y="7"/>
                  </a:cubicBezTo>
                  <a:cubicBezTo>
                    <a:pt x="102" y="3"/>
                    <a:pt x="100" y="0"/>
                    <a:pt x="96" y="0"/>
                  </a:cubicBezTo>
                  <a:close/>
                </a:path>
              </a:pathLst>
            </a:custGeom>
            <a:solidFill>
              <a:srgbClr val="C7CC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48"/>
            <p:cNvSpPr>
              <a:spLocks/>
            </p:cNvSpPr>
            <p:nvPr/>
          </p:nvSpPr>
          <p:spPr bwMode="auto">
            <a:xfrm>
              <a:off x="4826000" y="4846638"/>
              <a:ext cx="73025" cy="9525"/>
            </a:xfrm>
            <a:custGeom>
              <a:avLst/>
              <a:gdLst>
                <a:gd name="T0" fmla="*/ 52 w 52"/>
                <a:gd name="T1" fmla="*/ 4 h 7"/>
                <a:gd name="T2" fmla="*/ 49 w 52"/>
                <a:gd name="T3" fmla="*/ 7 h 7"/>
                <a:gd name="T4" fmla="*/ 3 w 52"/>
                <a:gd name="T5" fmla="*/ 7 h 7"/>
                <a:gd name="T6" fmla="*/ 0 w 52"/>
                <a:gd name="T7" fmla="*/ 4 h 7"/>
                <a:gd name="T8" fmla="*/ 0 w 52"/>
                <a:gd name="T9" fmla="*/ 4 h 7"/>
                <a:gd name="T10" fmla="*/ 3 w 52"/>
                <a:gd name="T11" fmla="*/ 0 h 7"/>
                <a:gd name="T12" fmla="*/ 49 w 52"/>
                <a:gd name="T13" fmla="*/ 0 h 7"/>
                <a:gd name="T14" fmla="*/ 52 w 52"/>
                <a:gd name="T15" fmla="*/ 4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 h="7">
                  <a:moveTo>
                    <a:pt x="52" y="4"/>
                  </a:moveTo>
                  <a:cubicBezTo>
                    <a:pt x="52" y="6"/>
                    <a:pt x="51" y="7"/>
                    <a:pt x="49" y="7"/>
                  </a:cubicBezTo>
                  <a:cubicBezTo>
                    <a:pt x="3" y="7"/>
                    <a:pt x="3" y="7"/>
                    <a:pt x="3" y="7"/>
                  </a:cubicBezTo>
                  <a:cubicBezTo>
                    <a:pt x="2" y="7"/>
                    <a:pt x="0" y="6"/>
                    <a:pt x="0" y="4"/>
                  </a:cubicBezTo>
                  <a:cubicBezTo>
                    <a:pt x="0" y="4"/>
                    <a:pt x="0" y="4"/>
                    <a:pt x="0" y="4"/>
                  </a:cubicBezTo>
                  <a:cubicBezTo>
                    <a:pt x="0" y="2"/>
                    <a:pt x="2" y="0"/>
                    <a:pt x="3" y="0"/>
                  </a:cubicBezTo>
                  <a:cubicBezTo>
                    <a:pt x="49" y="0"/>
                    <a:pt x="49" y="0"/>
                    <a:pt x="49" y="0"/>
                  </a:cubicBezTo>
                  <a:cubicBezTo>
                    <a:pt x="51" y="0"/>
                    <a:pt x="52" y="2"/>
                    <a:pt x="52" y="4"/>
                  </a:cubicBezTo>
                  <a:close/>
                </a:path>
              </a:pathLst>
            </a:custGeom>
            <a:solidFill>
              <a:srgbClr val="C7CC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49"/>
            <p:cNvSpPr>
              <a:spLocks/>
            </p:cNvSpPr>
            <p:nvPr/>
          </p:nvSpPr>
          <p:spPr bwMode="auto">
            <a:xfrm>
              <a:off x="4841875" y="4865688"/>
              <a:ext cx="42863" cy="11113"/>
            </a:xfrm>
            <a:custGeom>
              <a:avLst/>
              <a:gdLst>
                <a:gd name="T0" fmla="*/ 2 w 31"/>
                <a:gd name="T1" fmla="*/ 7 h 7"/>
                <a:gd name="T2" fmla="*/ 0 w 31"/>
                <a:gd name="T3" fmla="*/ 4 h 7"/>
                <a:gd name="T4" fmla="*/ 0 w 31"/>
                <a:gd name="T5" fmla="*/ 4 h 7"/>
                <a:gd name="T6" fmla="*/ 2 w 31"/>
                <a:gd name="T7" fmla="*/ 0 h 7"/>
                <a:gd name="T8" fmla="*/ 28 w 31"/>
                <a:gd name="T9" fmla="*/ 0 h 7"/>
                <a:gd name="T10" fmla="*/ 31 w 31"/>
                <a:gd name="T11" fmla="*/ 4 h 7"/>
                <a:gd name="T12" fmla="*/ 31 w 31"/>
                <a:gd name="T13" fmla="*/ 4 h 7"/>
                <a:gd name="T14" fmla="*/ 28 w 31"/>
                <a:gd name="T15" fmla="*/ 7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7">
                  <a:moveTo>
                    <a:pt x="2" y="7"/>
                  </a:moveTo>
                  <a:cubicBezTo>
                    <a:pt x="1" y="7"/>
                    <a:pt x="0" y="5"/>
                    <a:pt x="0" y="4"/>
                  </a:cubicBezTo>
                  <a:cubicBezTo>
                    <a:pt x="0" y="4"/>
                    <a:pt x="0" y="4"/>
                    <a:pt x="0" y="4"/>
                  </a:cubicBezTo>
                  <a:cubicBezTo>
                    <a:pt x="0" y="2"/>
                    <a:pt x="1" y="0"/>
                    <a:pt x="2" y="0"/>
                  </a:cubicBezTo>
                  <a:cubicBezTo>
                    <a:pt x="28" y="0"/>
                    <a:pt x="28" y="0"/>
                    <a:pt x="28" y="0"/>
                  </a:cubicBezTo>
                  <a:cubicBezTo>
                    <a:pt x="30" y="0"/>
                    <a:pt x="31" y="2"/>
                    <a:pt x="31" y="4"/>
                  </a:cubicBezTo>
                  <a:cubicBezTo>
                    <a:pt x="31" y="4"/>
                    <a:pt x="31" y="4"/>
                    <a:pt x="31" y="4"/>
                  </a:cubicBezTo>
                  <a:cubicBezTo>
                    <a:pt x="31" y="5"/>
                    <a:pt x="30" y="7"/>
                    <a:pt x="28" y="7"/>
                  </a:cubicBezTo>
                </a:path>
              </a:pathLst>
            </a:custGeom>
            <a:solidFill>
              <a:srgbClr val="C7CC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50"/>
            <p:cNvSpPr>
              <a:spLocks/>
            </p:cNvSpPr>
            <p:nvPr/>
          </p:nvSpPr>
          <p:spPr bwMode="auto">
            <a:xfrm>
              <a:off x="4841875" y="4530725"/>
              <a:ext cx="42863" cy="209550"/>
            </a:xfrm>
            <a:custGeom>
              <a:avLst/>
              <a:gdLst>
                <a:gd name="T0" fmla="*/ 31 w 31"/>
                <a:gd name="T1" fmla="*/ 15 h 150"/>
                <a:gd name="T2" fmla="*/ 15 w 31"/>
                <a:gd name="T3" fmla="*/ 0 h 150"/>
                <a:gd name="T4" fmla="*/ 15 w 31"/>
                <a:gd name="T5" fmla="*/ 0 h 150"/>
                <a:gd name="T6" fmla="*/ 0 w 31"/>
                <a:gd name="T7" fmla="*/ 15 h 150"/>
                <a:gd name="T8" fmla="*/ 0 w 31"/>
                <a:gd name="T9" fmla="*/ 134 h 150"/>
                <a:gd name="T10" fmla="*/ 15 w 31"/>
                <a:gd name="T11" fmla="*/ 150 h 150"/>
                <a:gd name="T12" fmla="*/ 15 w 31"/>
                <a:gd name="T13" fmla="*/ 150 h 150"/>
                <a:gd name="T14" fmla="*/ 31 w 31"/>
                <a:gd name="T15" fmla="*/ 134 h 150"/>
                <a:gd name="T16" fmla="*/ 31 w 31"/>
                <a:gd name="T17" fmla="*/ 1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150">
                  <a:moveTo>
                    <a:pt x="31" y="15"/>
                  </a:moveTo>
                  <a:cubicBezTo>
                    <a:pt x="31" y="7"/>
                    <a:pt x="24" y="0"/>
                    <a:pt x="15" y="0"/>
                  </a:cubicBezTo>
                  <a:cubicBezTo>
                    <a:pt x="15" y="0"/>
                    <a:pt x="15" y="0"/>
                    <a:pt x="15" y="0"/>
                  </a:cubicBezTo>
                  <a:cubicBezTo>
                    <a:pt x="7" y="0"/>
                    <a:pt x="0" y="7"/>
                    <a:pt x="0" y="15"/>
                  </a:cubicBezTo>
                  <a:cubicBezTo>
                    <a:pt x="0" y="134"/>
                    <a:pt x="0" y="134"/>
                    <a:pt x="0" y="134"/>
                  </a:cubicBezTo>
                  <a:cubicBezTo>
                    <a:pt x="0" y="143"/>
                    <a:pt x="7" y="150"/>
                    <a:pt x="15" y="150"/>
                  </a:cubicBezTo>
                  <a:cubicBezTo>
                    <a:pt x="15" y="150"/>
                    <a:pt x="15" y="150"/>
                    <a:pt x="15" y="150"/>
                  </a:cubicBezTo>
                  <a:cubicBezTo>
                    <a:pt x="24" y="150"/>
                    <a:pt x="31" y="143"/>
                    <a:pt x="31" y="134"/>
                  </a:cubicBezTo>
                  <a:lnTo>
                    <a:pt x="31" y="15"/>
                  </a:lnTo>
                  <a:close/>
                </a:path>
              </a:pathLst>
            </a:custGeom>
            <a:solidFill>
              <a:srgbClr val="C7CC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51"/>
            <p:cNvSpPr>
              <a:spLocks/>
            </p:cNvSpPr>
            <p:nvPr/>
          </p:nvSpPr>
          <p:spPr bwMode="auto">
            <a:xfrm>
              <a:off x="4805363" y="4543425"/>
              <a:ext cx="28575" cy="196850"/>
            </a:xfrm>
            <a:custGeom>
              <a:avLst/>
              <a:gdLst>
                <a:gd name="T0" fmla="*/ 20 w 20"/>
                <a:gd name="T1" fmla="*/ 14 h 141"/>
                <a:gd name="T2" fmla="*/ 10 w 20"/>
                <a:gd name="T3" fmla="*/ 0 h 141"/>
                <a:gd name="T4" fmla="*/ 10 w 20"/>
                <a:gd name="T5" fmla="*/ 0 h 141"/>
                <a:gd name="T6" fmla="*/ 0 w 20"/>
                <a:gd name="T7" fmla="*/ 14 h 141"/>
                <a:gd name="T8" fmla="*/ 0 w 20"/>
                <a:gd name="T9" fmla="*/ 126 h 141"/>
                <a:gd name="T10" fmla="*/ 10 w 20"/>
                <a:gd name="T11" fmla="*/ 141 h 141"/>
                <a:gd name="T12" fmla="*/ 10 w 20"/>
                <a:gd name="T13" fmla="*/ 141 h 141"/>
                <a:gd name="T14" fmla="*/ 20 w 20"/>
                <a:gd name="T15" fmla="*/ 126 h 141"/>
                <a:gd name="T16" fmla="*/ 20 w 20"/>
                <a:gd name="T17" fmla="*/ 14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141">
                  <a:moveTo>
                    <a:pt x="20" y="14"/>
                  </a:moveTo>
                  <a:cubicBezTo>
                    <a:pt x="20" y="6"/>
                    <a:pt x="16" y="0"/>
                    <a:pt x="10" y="0"/>
                  </a:cubicBezTo>
                  <a:cubicBezTo>
                    <a:pt x="10" y="0"/>
                    <a:pt x="10" y="0"/>
                    <a:pt x="10" y="0"/>
                  </a:cubicBezTo>
                  <a:cubicBezTo>
                    <a:pt x="4" y="0"/>
                    <a:pt x="0" y="6"/>
                    <a:pt x="0" y="14"/>
                  </a:cubicBezTo>
                  <a:cubicBezTo>
                    <a:pt x="0" y="126"/>
                    <a:pt x="0" y="126"/>
                    <a:pt x="0" y="126"/>
                  </a:cubicBezTo>
                  <a:cubicBezTo>
                    <a:pt x="0" y="134"/>
                    <a:pt x="4" y="141"/>
                    <a:pt x="10" y="141"/>
                  </a:cubicBezTo>
                  <a:cubicBezTo>
                    <a:pt x="10" y="141"/>
                    <a:pt x="10" y="141"/>
                    <a:pt x="10" y="141"/>
                  </a:cubicBezTo>
                  <a:cubicBezTo>
                    <a:pt x="16" y="141"/>
                    <a:pt x="20" y="134"/>
                    <a:pt x="20" y="126"/>
                  </a:cubicBezTo>
                  <a:lnTo>
                    <a:pt x="20" y="14"/>
                  </a:lnTo>
                  <a:close/>
                </a:path>
              </a:pathLst>
            </a:custGeom>
            <a:solidFill>
              <a:srgbClr val="C7CC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52"/>
            <p:cNvSpPr>
              <a:spLocks/>
            </p:cNvSpPr>
            <p:nvPr/>
          </p:nvSpPr>
          <p:spPr bwMode="auto">
            <a:xfrm>
              <a:off x="4894263" y="4543425"/>
              <a:ext cx="28575" cy="196850"/>
            </a:xfrm>
            <a:custGeom>
              <a:avLst/>
              <a:gdLst>
                <a:gd name="T0" fmla="*/ 20 w 20"/>
                <a:gd name="T1" fmla="*/ 14 h 141"/>
                <a:gd name="T2" fmla="*/ 10 w 20"/>
                <a:gd name="T3" fmla="*/ 0 h 141"/>
                <a:gd name="T4" fmla="*/ 10 w 20"/>
                <a:gd name="T5" fmla="*/ 0 h 141"/>
                <a:gd name="T6" fmla="*/ 0 w 20"/>
                <a:gd name="T7" fmla="*/ 14 h 141"/>
                <a:gd name="T8" fmla="*/ 0 w 20"/>
                <a:gd name="T9" fmla="*/ 126 h 141"/>
                <a:gd name="T10" fmla="*/ 10 w 20"/>
                <a:gd name="T11" fmla="*/ 141 h 141"/>
                <a:gd name="T12" fmla="*/ 10 w 20"/>
                <a:gd name="T13" fmla="*/ 141 h 141"/>
                <a:gd name="T14" fmla="*/ 20 w 20"/>
                <a:gd name="T15" fmla="*/ 126 h 141"/>
                <a:gd name="T16" fmla="*/ 20 w 20"/>
                <a:gd name="T17" fmla="*/ 14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141">
                  <a:moveTo>
                    <a:pt x="20" y="14"/>
                  </a:moveTo>
                  <a:cubicBezTo>
                    <a:pt x="20" y="6"/>
                    <a:pt x="16" y="0"/>
                    <a:pt x="10" y="0"/>
                  </a:cubicBezTo>
                  <a:cubicBezTo>
                    <a:pt x="10" y="0"/>
                    <a:pt x="10" y="0"/>
                    <a:pt x="10" y="0"/>
                  </a:cubicBezTo>
                  <a:cubicBezTo>
                    <a:pt x="4" y="0"/>
                    <a:pt x="0" y="6"/>
                    <a:pt x="0" y="14"/>
                  </a:cubicBezTo>
                  <a:cubicBezTo>
                    <a:pt x="0" y="126"/>
                    <a:pt x="0" y="126"/>
                    <a:pt x="0" y="126"/>
                  </a:cubicBezTo>
                  <a:cubicBezTo>
                    <a:pt x="0" y="134"/>
                    <a:pt x="4" y="141"/>
                    <a:pt x="10" y="141"/>
                  </a:cubicBezTo>
                  <a:cubicBezTo>
                    <a:pt x="10" y="141"/>
                    <a:pt x="10" y="141"/>
                    <a:pt x="10" y="141"/>
                  </a:cubicBezTo>
                  <a:cubicBezTo>
                    <a:pt x="16" y="141"/>
                    <a:pt x="20" y="134"/>
                    <a:pt x="20" y="126"/>
                  </a:cubicBezTo>
                  <a:lnTo>
                    <a:pt x="20" y="14"/>
                  </a:lnTo>
                  <a:close/>
                </a:path>
              </a:pathLst>
            </a:custGeom>
            <a:solidFill>
              <a:srgbClr val="C7CC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56" name="Freeform 43"/>
          <p:cNvSpPr>
            <a:spLocks noEditPoints="1"/>
          </p:cNvSpPr>
          <p:nvPr/>
        </p:nvSpPr>
        <p:spPr bwMode="auto">
          <a:xfrm>
            <a:off x="3692494" y="3673254"/>
            <a:ext cx="1100044" cy="906499"/>
          </a:xfrm>
          <a:custGeom>
            <a:avLst/>
            <a:gdLst>
              <a:gd name="T0" fmla="*/ 427 w 471"/>
              <a:gd name="T1" fmla="*/ 128 h 388"/>
              <a:gd name="T2" fmla="*/ 401 w 471"/>
              <a:gd name="T3" fmla="*/ 155 h 388"/>
              <a:gd name="T4" fmla="*/ 427 w 471"/>
              <a:gd name="T5" fmla="*/ 181 h 388"/>
              <a:gd name="T6" fmla="*/ 454 w 471"/>
              <a:gd name="T7" fmla="*/ 155 h 388"/>
              <a:gd name="T8" fmla="*/ 427 w 471"/>
              <a:gd name="T9" fmla="*/ 128 h 388"/>
              <a:gd name="T10" fmla="*/ 44 w 471"/>
              <a:gd name="T11" fmla="*/ 128 h 388"/>
              <a:gd name="T12" fmla="*/ 18 w 471"/>
              <a:gd name="T13" fmla="*/ 155 h 388"/>
              <a:gd name="T14" fmla="*/ 44 w 471"/>
              <a:gd name="T15" fmla="*/ 181 h 388"/>
              <a:gd name="T16" fmla="*/ 71 w 471"/>
              <a:gd name="T17" fmla="*/ 155 h 388"/>
              <a:gd name="T18" fmla="*/ 44 w 471"/>
              <a:gd name="T19" fmla="*/ 128 h 388"/>
              <a:gd name="T20" fmla="*/ 348 w 471"/>
              <a:gd name="T21" fmla="*/ 80 h 388"/>
              <a:gd name="T22" fmla="*/ 309 w 471"/>
              <a:gd name="T23" fmla="*/ 119 h 388"/>
              <a:gd name="T24" fmla="*/ 348 w 471"/>
              <a:gd name="T25" fmla="*/ 159 h 388"/>
              <a:gd name="T26" fmla="*/ 388 w 471"/>
              <a:gd name="T27" fmla="*/ 119 h 388"/>
              <a:gd name="T28" fmla="*/ 348 w 471"/>
              <a:gd name="T29" fmla="*/ 80 h 388"/>
              <a:gd name="T30" fmla="*/ 471 w 471"/>
              <a:gd name="T31" fmla="*/ 321 h 388"/>
              <a:gd name="T32" fmla="*/ 426 w 471"/>
              <a:gd name="T33" fmla="*/ 321 h 388"/>
              <a:gd name="T34" fmla="*/ 426 w 471"/>
              <a:gd name="T35" fmla="*/ 238 h 388"/>
              <a:gd name="T36" fmla="*/ 415 w 471"/>
              <a:gd name="T37" fmla="*/ 198 h 388"/>
              <a:gd name="T38" fmla="*/ 427 w 471"/>
              <a:gd name="T39" fmla="*/ 197 h 388"/>
              <a:gd name="T40" fmla="*/ 471 w 471"/>
              <a:gd name="T41" fmla="*/ 240 h 388"/>
              <a:gd name="T42" fmla="*/ 471 w 471"/>
              <a:gd name="T43" fmla="*/ 321 h 388"/>
              <a:gd name="T44" fmla="*/ 124 w 471"/>
              <a:gd name="T45" fmla="*/ 80 h 388"/>
              <a:gd name="T46" fmla="*/ 84 w 471"/>
              <a:gd name="T47" fmla="*/ 119 h 388"/>
              <a:gd name="T48" fmla="*/ 124 w 471"/>
              <a:gd name="T49" fmla="*/ 159 h 388"/>
              <a:gd name="T50" fmla="*/ 163 w 471"/>
              <a:gd name="T51" fmla="*/ 119 h 388"/>
              <a:gd name="T52" fmla="*/ 124 w 471"/>
              <a:gd name="T53" fmla="*/ 80 h 388"/>
              <a:gd name="T54" fmla="*/ 44 w 471"/>
              <a:gd name="T55" fmla="*/ 197 h 388"/>
              <a:gd name="T56" fmla="*/ 57 w 471"/>
              <a:gd name="T57" fmla="*/ 198 h 388"/>
              <a:gd name="T58" fmla="*/ 46 w 471"/>
              <a:gd name="T59" fmla="*/ 238 h 388"/>
              <a:gd name="T60" fmla="*/ 46 w 471"/>
              <a:gd name="T61" fmla="*/ 321 h 388"/>
              <a:gd name="T62" fmla="*/ 0 w 471"/>
              <a:gd name="T63" fmla="*/ 321 h 388"/>
              <a:gd name="T64" fmla="*/ 0 w 471"/>
              <a:gd name="T65" fmla="*/ 240 h 388"/>
              <a:gd name="T66" fmla="*/ 44 w 471"/>
              <a:gd name="T67" fmla="*/ 197 h 388"/>
              <a:gd name="T68" fmla="*/ 236 w 471"/>
              <a:gd name="T69" fmla="*/ 0 h 388"/>
              <a:gd name="T70" fmla="*/ 177 w 471"/>
              <a:gd name="T71" fmla="*/ 59 h 388"/>
              <a:gd name="T72" fmla="*/ 236 w 471"/>
              <a:gd name="T73" fmla="*/ 118 h 388"/>
              <a:gd name="T74" fmla="*/ 294 w 471"/>
              <a:gd name="T75" fmla="*/ 59 h 388"/>
              <a:gd name="T76" fmla="*/ 236 w 471"/>
              <a:gd name="T77" fmla="*/ 0 h 388"/>
              <a:gd name="T78" fmla="*/ 412 w 471"/>
              <a:gd name="T79" fmla="*/ 352 h 388"/>
              <a:gd name="T80" fmla="*/ 342 w 471"/>
              <a:gd name="T81" fmla="*/ 352 h 388"/>
              <a:gd name="T82" fmla="*/ 342 w 471"/>
              <a:gd name="T83" fmla="*/ 225 h 388"/>
              <a:gd name="T84" fmla="*/ 330 w 471"/>
              <a:gd name="T85" fmla="*/ 177 h 388"/>
              <a:gd name="T86" fmla="*/ 348 w 471"/>
              <a:gd name="T87" fmla="*/ 174 h 388"/>
              <a:gd name="T88" fmla="*/ 412 w 471"/>
              <a:gd name="T89" fmla="*/ 238 h 388"/>
              <a:gd name="T90" fmla="*/ 412 w 471"/>
              <a:gd name="T91" fmla="*/ 352 h 388"/>
              <a:gd name="T92" fmla="*/ 129 w 471"/>
              <a:gd name="T93" fmla="*/ 225 h 388"/>
              <a:gd name="T94" fmla="*/ 129 w 471"/>
              <a:gd name="T95" fmla="*/ 352 h 388"/>
              <a:gd name="T96" fmla="*/ 60 w 471"/>
              <a:gd name="T97" fmla="*/ 352 h 388"/>
              <a:gd name="T98" fmla="*/ 60 w 471"/>
              <a:gd name="T99" fmla="*/ 238 h 388"/>
              <a:gd name="T100" fmla="*/ 124 w 471"/>
              <a:gd name="T101" fmla="*/ 174 h 388"/>
              <a:gd name="T102" fmla="*/ 141 w 471"/>
              <a:gd name="T103" fmla="*/ 177 h 388"/>
              <a:gd name="T104" fmla="*/ 129 w 471"/>
              <a:gd name="T105" fmla="*/ 225 h 388"/>
              <a:gd name="T106" fmla="*/ 144 w 471"/>
              <a:gd name="T107" fmla="*/ 388 h 388"/>
              <a:gd name="T108" fmla="*/ 328 w 471"/>
              <a:gd name="T109" fmla="*/ 388 h 388"/>
              <a:gd name="T110" fmla="*/ 328 w 471"/>
              <a:gd name="T111" fmla="*/ 225 h 388"/>
              <a:gd name="T112" fmla="*/ 236 w 471"/>
              <a:gd name="T113" fmla="*/ 133 h 388"/>
              <a:gd name="T114" fmla="*/ 144 w 471"/>
              <a:gd name="T115" fmla="*/ 225 h 388"/>
              <a:gd name="T116" fmla="*/ 144 w 471"/>
              <a:gd name="T117" fmla="*/ 388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71" h="388">
                <a:moveTo>
                  <a:pt x="427" y="128"/>
                </a:moveTo>
                <a:cubicBezTo>
                  <a:pt x="413" y="128"/>
                  <a:pt x="401" y="140"/>
                  <a:pt x="401" y="155"/>
                </a:cubicBezTo>
                <a:cubicBezTo>
                  <a:pt x="401" y="169"/>
                  <a:pt x="413" y="181"/>
                  <a:pt x="427" y="181"/>
                </a:cubicBezTo>
                <a:cubicBezTo>
                  <a:pt x="442" y="181"/>
                  <a:pt x="454" y="169"/>
                  <a:pt x="454" y="155"/>
                </a:cubicBezTo>
                <a:cubicBezTo>
                  <a:pt x="454" y="140"/>
                  <a:pt x="442" y="128"/>
                  <a:pt x="427" y="128"/>
                </a:cubicBezTo>
                <a:close/>
                <a:moveTo>
                  <a:pt x="44" y="128"/>
                </a:moveTo>
                <a:cubicBezTo>
                  <a:pt x="30" y="128"/>
                  <a:pt x="18" y="140"/>
                  <a:pt x="18" y="155"/>
                </a:cubicBezTo>
                <a:cubicBezTo>
                  <a:pt x="18" y="169"/>
                  <a:pt x="30" y="181"/>
                  <a:pt x="44" y="181"/>
                </a:cubicBezTo>
                <a:cubicBezTo>
                  <a:pt x="59" y="181"/>
                  <a:pt x="71" y="169"/>
                  <a:pt x="71" y="155"/>
                </a:cubicBezTo>
                <a:cubicBezTo>
                  <a:pt x="71" y="140"/>
                  <a:pt x="59" y="128"/>
                  <a:pt x="44" y="128"/>
                </a:cubicBezTo>
                <a:close/>
                <a:moveTo>
                  <a:pt x="348" y="80"/>
                </a:moveTo>
                <a:cubicBezTo>
                  <a:pt x="326" y="80"/>
                  <a:pt x="309" y="97"/>
                  <a:pt x="309" y="119"/>
                </a:cubicBezTo>
                <a:cubicBezTo>
                  <a:pt x="309" y="141"/>
                  <a:pt x="326" y="159"/>
                  <a:pt x="348" y="159"/>
                </a:cubicBezTo>
                <a:cubicBezTo>
                  <a:pt x="370" y="159"/>
                  <a:pt x="388" y="141"/>
                  <a:pt x="388" y="119"/>
                </a:cubicBezTo>
                <a:cubicBezTo>
                  <a:pt x="388" y="97"/>
                  <a:pt x="370" y="80"/>
                  <a:pt x="348" y="80"/>
                </a:cubicBezTo>
                <a:close/>
                <a:moveTo>
                  <a:pt x="471" y="321"/>
                </a:moveTo>
                <a:cubicBezTo>
                  <a:pt x="426" y="321"/>
                  <a:pt x="426" y="321"/>
                  <a:pt x="426" y="321"/>
                </a:cubicBezTo>
                <a:cubicBezTo>
                  <a:pt x="426" y="238"/>
                  <a:pt x="426" y="238"/>
                  <a:pt x="426" y="238"/>
                </a:cubicBezTo>
                <a:cubicBezTo>
                  <a:pt x="426" y="223"/>
                  <a:pt x="422" y="210"/>
                  <a:pt x="415" y="198"/>
                </a:cubicBezTo>
                <a:cubicBezTo>
                  <a:pt x="419" y="197"/>
                  <a:pt x="423" y="197"/>
                  <a:pt x="427" y="197"/>
                </a:cubicBezTo>
                <a:cubicBezTo>
                  <a:pt x="452" y="197"/>
                  <a:pt x="471" y="216"/>
                  <a:pt x="471" y="240"/>
                </a:cubicBezTo>
                <a:lnTo>
                  <a:pt x="471" y="321"/>
                </a:lnTo>
                <a:close/>
                <a:moveTo>
                  <a:pt x="124" y="80"/>
                </a:moveTo>
                <a:cubicBezTo>
                  <a:pt x="102" y="80"/>
                  <a:pt x="84" y="97"/>
                  <a:pt x="84" y="119"/>
                </a:cubicBezTo>
                <a:cubicBezTo>
                  <a:pt x="84" y="141"/>
                  <a:pt x="102" y="159"/>
                  <a:pt x="124" y="159"/>
                </a:cubicBezTo>
                <a:cubicBezTo>
                  <a:pt x="145" y="159"/>
                  <a:pt x="163" y="141"/>
                  <a:pt x="163" y="119"/>
                </a:cubicBezTo>
                <a:cubicBezTo>
                  <a:pt x="163" y="97"/>
                  <a:pt x="145" y="80"/>
                  <a:pt x="124" y="80"/>
                </a:cubicBezTo>
                <a:close/>
                <a:moveTo>
                  <a:pt x="44" y="197"/>
                </a:moveTo>
                <a:cubicBezTo>
                  <a:pt x="49" y="197"/>
                  <a:pt x="53" y="197"/>
                  <a:pt x="57" y="198"/>
                </a:cubicBezTo>
                <a:cubicBezTo>
                  <a:pt x="50" y="210"/>
                  <a:pt x="46" y="223"/>
                  <a:pt x="46" y="238"/>
                </a:cubicBezTo>
                <a:cubicBezTo>
                  <a:pt x="46" y="321"/>
                  <a:pt x="46" y="321"/>
                  <a:pt x="46" y="321"/>
                </a:cubicBezTo>
                <a:cubicBezTo>
                  <a:pt x="0" y="321"/>
                  <a:pt x="0" y="321"/>
                  <a:pt x="0" y="321"/>
                </a:cubicBezTo>
                <a:cubicBezTo>
                  <a:pt x="0" y="240"/>
                  <a:pt x="0" y="240"/>
                  <a:pt x="0" y="240"/>
                </a:cubicBezTo>
                <a:cubicBezTo>
                  <a:pt x="0" y="216"/>
                  <a:pt x="20" y="197"/>
                  <a:pt x="44" y="197"/>
                </a:cubicBezTo>
                <a:close/>
                <a:moveTo>
                  <a:pt x="236" y="0"/>
                </a:moveTo>
                <a:cubicBezTo>
                  <a:pt x="204" y="0"/>
                  <a:pt x="177" y="27"/>
                  <a:pt x="177" y="59"/>
                </a:cubicBezTo>
                <a:cubicBezTo>
                  <a:pt x="177" y="91"/>
                  <a:pt x="203" y="118"/>
                  <a:pt x="236" y="118"/>
                </a:cubicBezTo>
                <a:cubicBezTo>
                  <a:pt x="268" y="118"/>
                  <a:pt x="294" y="91"/>
                  <a:pt x="294" y="59"/>
                </a:cubicBezTo>
                <a:cubicBezTo>
                  <a:pt x="295" y="27"/>
                  <a:pt x="268" y="0"/>
                  <a:pt x="236" y="0"/>
                </a:cubicBezTo>
                <a:close/>
                <a:moveTo>
                  <a:pt x="412" y="352"/>
                </a:moveTo>
                <a:cubicBezTo>
                  <a:pt x="342" y="352"/>
                  <a:pt x="342" y="352"/>
                  <a:pt x="342" y="352"/>
                </a:cubicBezTo>
                <a:cubicBezTo>
                  <a:pt x="342" y="225"/>
                  <a:pt x="342" y="225"/>
                  <a:pt x="342" y="225"/>
                </a:cubicBezTo>
                <a:cubicBezTo>
                  <a:pt x="342" y="208"/>
                  <a:pt x="338" y="192"/>
                  <a:pt x="330" y="177"/>
                </a:cubicBezTo>
                <a:cubicBezTo>
                  <a:pt x="336" y="175"/>
                  <a:pt x="342" y="174"/>
                  <a:pt x="348" y="174"/>
                </a:cubicBezTo>
                <a:cubicBezTo>
                  <a:pt x="383" y="174"/>
                  <a:pt x="412" y="203"/>
                  <a:pt x="412" y="238"/>
                </a:cubicBezTo>
                <a:lnTo>
                  <a:pt x="412" y="352"/>
                </a:lnTo>
                <a:close/>
                <a:moveTo>
                  <a:pt x="129" y="225"/>
                </a:moveTo>
                <a:cubicBezTo>
                  <a:pt x="129" y="352"/>
                  <a:pt x="129" y="352"/>
                  <a:pt x="129" y="352"/>
                </a:cubicBezTo>
                <a:cubicBezTo>
                  <a:pt x="60" y="352"/>
                  <a:pt x="60" y="352"/>
                  <a:pt x="60" y="352"/>
                </a:cubicBezTo>
                <a:cubicBezTo>
                  <a:pt x="60" y="238"/>
                  <a:pt x="60" y="238"/>
                  <a:pt x="60" y="238"/>
                </a:cubicBezTo>
                <a:cubicBezTo>
                  <a:pt x="60" y="203"/>
                  <a:pt x="89" y="174"/>
                  <a:pt x="124" y="174"/>
                </a:cubicBezTo>
                <a:cubicBezTo>
                  <a:pt x="130" y="174"/>
                  <a:pt x="136" y="175"/>
                  <a:pt x="141" y="177"/>
                </a:cubicBezTo>
                <a:cubicBezTo>
                  <a:pt x="134" y="192"/>
                  <a:pt x="129" y="208"/>
                  <a:pt x="129" y="225"/>
                </a:cubicBezTo>
                <a:close/>
                <a:moveTo>
                  <a:pt x="144" y="388"/>
                </a:moveTo>
                <a:cubicBezTo>
                  <a:pt x="328" y="388"/>
                  <a:pt x="328" y="388"/>
                  <a:pt x="328" y="388"/>
                </a:cubicBezTo>
                <a:cubicBezTo>
                  <a:pt x="328" y="225"/>
                  <a:pt x="328" y="225"/>
                  <a:pt x="328" y="225"/>
                </a:cubicBezTo>
                <a:cubicBezTo>
                  <a:pt x="328" y="175"/>
                  <a:pt x="286" y="133"/>
                  <a:pt x="236" y="133"/>
                </a:cubicBezTo>
                <a:cubicBezTo>
                  <a:pt x="185" y="133"/>
                  <a:pt x="144" y="175"/>
                  <a:pt x="144" y="225"/>
                </a:cubicBezTo>
                <a:lnTo>
                  <a:pt x="144" y="388"/>
                </a:lnTo>
                <a:close/>
              </a:path>
            </a:pathLst>
          </a:custGeom>
          <a:solidFill>
            <a:srgbClr val="3448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矩形 39"/>
          <p:cNvSpPr/>
          <p:nvPr/>
        </p:nvSpPr>
        <p:spPr>
          <a:xfrm>
            <a:off x="0" y="203088"/>
            <a:ext cx="1261884" cy="523220"/>
          </a:xfrm>
          <a:prstGeom prst="rect">
            <a:avLst/>
          </a:prstGeom>
          <a:noFill/>
        </p:spPr>
        <p:txBody>
          <a:bodyPr wrap="none" rtlCol="0">
            <a:spAutoFit/>
          </a:bodyPr>
          <a:lstStyle/>
          <a:p>
            <a:r>
              <a:rPr lang="zh-CN" altLang="en-US" sz="2800" b="1" dirty="0">
                <a:solidFill>
                  <a:schemeClr val="tx1">
                    <a:lumMod val="65000"/>
                    <a:lumOff val="35000"/>
                  </a:schemeClr>
                </a:solidFill>
              </a:rPr>
              <a:t>时间线</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3892789804"/>
      </p:ext>
    </p:extLst>
  </p:cSld>
  <p:clrMapOvr>
    <a:masterClrMapping/>
  </p:clrMapOvr>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p:cNvGrpSpPr/>
          <p:nvPr/>
        </p:nvGrpSpPr>
        <p:grpSpPr>
          <a:xfrm>
            <a:off x="-600" y="2505066"/>
            <a:ext cx="12193200" cy="2886960"/>
            <a:chOff x="-600" y="2505066"/>
            <a:chExt cx="12193200" cy="2886960"/>
          </a:xfrm>
        </p:grpSpPr>
        <p:sp>
          <p:nvSpPr>
            <p:cNvPr id="31" name="Freeform 24"/>
            <p:cNvSpPr>
              <a:spLocks/>
            </p:cNvSpPr>
            <p:nvPr/>
          </p:nvSpPr>
          <p:spPr bwMode="auto">
            <a:xfrm>
              <a:off x="9449544" y="3195811"/>
              <a:ext cx="2743056" cy="2196215"/>
            </a:xfrm>
            <a:custGeom>
              <a:avLst/>
              <a:gdLst>
                <a:gd name="T0" fmla="*/ 488 w 891"/>
                <a:gd name="T1" fmla="*/ 244 h 712"/>
                <a:gd name="T2" fmla="*/ 488 w 891"/>
                <a:gd name="T3" fmla="*/ 470 h 712"/>
                <a:gd name="T4" fmla="*/ 341 w 891"/>
                <a:gd name="T5" fmla="*/ 694 h 712"/>
                <a:gd name="T6" fmla="*/ 244 w 891"/>
                <a:gd name="T7" fmla="*/ 712 h 712"/>
                <a:gd name="T8" fmla="*/ 146 w 891"/>
                <a:gd name="T9" fmla="*/ 694 h 712"/>
                <a:gd name="T10" fmla="*/ 0 w 891"/>
                <a:gd name="T11" fmla="*/ 470 h 712"/>
                <a:gd name="T12" fmla="*/ 0 w 891"/>
                <a:gd name="T13" fmla="*/ 244 h 712"/>
                <a:gd name="T14" fmla="*/ 107 w 891"/>
                <a:gd name="T15" fmla="*/ 244 h 712"/>
                <a:gd name="T16" fmla="*/ 107 w 891"/>
                <a:gd name="T17" fmla="*/ 470 h 712"/>
                <a:gd name="T18" fmla="*/ 185 w 891"/>
                <a:gd name="T19" fmla="*/ 595 h 712"/>
                <a:gd name="T20" fmla="*/ 244 w 891"/>
                <a:gd name="T21" fmla="*/ 605 h 712"/>
                <a:gd name="T22" fmla="*/ 302 w 891"/>
                <a:gd name="T23" fmla="*/ 595 h 712"/>
                <a:gd name="T24" fmla="*/ 381 w 891"/>
                <a:gd name="T25" fmla="*/ 470 h 712"/>
                <a:gd name="T26" fmla="*/ 381 w 891"/>
                <a:gd name="T27" fmla="*/ 244 h 712"/>
                <a:gd name="T28" fmla="*/ 381 w 891"/>
                <a:gd name="T29" fmla="*/ 244 h 712"/>
                <a:gd name="T30" fmla="*/ 450 w 891"/>
                <a:gd name="T31" fmla="*/ 68 h 712"/>
                <a:gd name="T32" fmla="*/ 623 w 891"/>
                <a:gd name="T33" fmla="*/ 0 h 712"/>
                <a:gd name="T34" fmla="*/ 891 w 891"/>
                <a:gd name="T35" fmla="*/ 0 h 712"/>
                <a:gd name="T36" fmla="*/ 891 w 891"/>
                <a:gd name="T37" fmla="*/ 107 h 712"/>
                <a:gd name="T38" fmla="*/ 623 w 891"/>
                <a:gd name="T39" fmla="*/ 107 h 712"/>
                <a:gd name="T40" fmla="*/ 526 w 891"/>
                <a:gd name="T41" fmla="*/ 144 h 712"/>
                <a:gd name="T42" fmla="*/ 488 w 891"/>
                <a:gd name="T43" fmla="*/ 244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91" h="712">
                  <a:moveTo>
                    <a:pt x="488" y="244"/>
                  </a:moveTo>
                  <a:cubicBezTo>
                    <a:pt x="488" y="470"/>
                    <a:pt x="488" y="470"/>
                    <a:pt x="488" y="470"/>
                  </a:cubicBezTo>
                  <a:cubicBezTo>
                    <a:pt x="488" y="586"/>
                    <a:pt x="423" y="661"/>
                    <a:pt x="341" y="694"/>
                  </a:cubicBezTo>
                  <a:cubicBezTo>
                    <a:pt x="310" y="706"/>
                    <a:pt x="277" y="712"/>
                    <a:pt x="244" y="712"/>
                  </a:cubicBezTo>
                  <a:cubicBezTo>
                    <a:pt x="210" y="712"/>
                    <a:pt x="177" y="706"/>
                    <a:pt x="146" y="694"/>
                  </a:cubicBezTo>
                  <a:cubicBezTo>
                    <a:pt x="64" y="661"/>
                    <a:pt x="0" y="586"/>
                    <a:pt x="0" y="470"/>
                  </a:cubicBezTo>
                  <a:cubicBezTo>
                    <a:pt x="0" y="244"/>
                    <a:pt x="0" y="244"/>
                    <a:pt x="0" y="244"/>
                  </a:cubicBezTo>
                  <a:cubicBezTo>
                    <a:pt x="107" y="244"/>
                    <a:pt x="107" y="244"/>
                    <a:pt x="107" y="244"/>
                  </a:cubicBezTo>
                  <a:cubicBezTo>
                    <a:pt x="107" y="470"/>
                    <a:pt x="107" y="470"/>
                    <a:pt x="107" y="470"/>
                  </a:cubicBezTo>
                  <a:cubicBezTo>
                    <a:pt x="107" y="535"/>
                    <a:pt x="141" y="577"/>
                    <a:pt x="185" y="595"/>
                  </a:cubicBezTo>
                  <a:cubicBezTo>
                    <a:pt x="203" y="602"/>
                    <a:pt x="223" y="605"/>
                    <a:pt x="244" y="605"/>
                  </a:cubicBezTo>
                  <a:cubicBezTo>
                    <a:pt x="264" y="605"/>
                    <a:pt x="284" y="602"/>
                    <a:pt x="302" y="595"/>
                  </a:cubicBezTo>
                  <a:cubicBezTo>
                    <a:pt x="346" y="577"/>
                    <a:pt x="381" y="535"/>
                    <a:pt x="381" y="470"/>
                  </a:cubicBezTo>
                  <a:cubicBezTo>
                    <a:pt x="381" y="244"/>
                    <a:pt x="381" y="244"/>
                    <a:pt x="381" y="244"/>
                  </a:cubicBezTo>
                  <a:cubicBezTo>
                    <a:pt x="381" y="244"/>
                    <a:pt x="381" y="244"/>
                    <a:pt x="381" y="244"/>
                  </a:cubicBezTo>
                  <a:cubicBezTo>
                    <a:pt x="381" y="180"/>
                    <a:pt x="404" y="115"/>
                    <a:pt x="450" y="68"/>
                  </a:cubicBezTo>
                  <a:cubicBezTo>
                    <a:pt x="491" y="27"/>
                    <a:pt x="549" y="0"/>
                    <a:pt x="623" y="0"/>
                  </a:cubicBezTo>
                  <a:cubicBezTo>
                    <a:pt x="891" y="0"/>
                    <a:pt x="891" y="0"/>
                    <a:pt x="891" y="0"/>
                  </a:cubicBezTo>
                  <a:cubicBezTo>
                    <a:pt x="891" y="107"/>
                    <a:pt x="891" y="107"/>
                    <a:pt x="891" y="107"/>
                  </a:cubicBezTo>
                  <a:cubicBezTo>
                    <a:pt x="623" y="107"/>
                    <a:pt x="623" y="107"/>
                    <a:pt x="623" y="107"/>
                  </a:cubicBezTo>
                  <a:cubicBezTo>
                    <a:pt x="580" y="107"/>
                    <a:pt x="548" y="122"/>
                    <a:pt x="526" y="144"/>
                  </a:cubicBezTo>
                  <a:cubicBezTo>
                    <a:pt x="500" y="170"/>
                    <a:pt x="488" y="207"/>
                    <a:pt x="488" y="244"/>
                  </a:cubicBezTo>
                  <a:close/>
                </a:path>
              </a:pathLst>
            </a:custGeom>
            <a:solidFill>
              <a:srgbClr val="2199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25"/>
            <p:cNvSpPr>
              <a:spLocks/>
            </p:cNvSpPr>
            <p:nvPr/>
          </p:nvSpPr>
          <p:spPr bwMode="auto">
            <a:xfrm>
              <a:off x="-600" y="2505066"/>
              <a:ext cx="2740841" cy="2196215"/>
            </a:xfrm>
            <a:custGeom>
              <a:avLst/>
              <a:gdLst>
                <a:gd name="T0" fmla="*/ 510 w 891"/>
                <a:gd name="T1" fmla="*/ 468 h 712"/>
                <a:gd name="T2" fmla="*/ 440 w 891"/>
                <a:gd name="T3" fmla="*/ 644 h 712"/>
                <a:gd name="T4" fmla="*/ 268 w 891"/>
                <a:gd name="T5" fmla="*/ 712 h 712"/>
                <a:gd name="T6" fmla="*/ 0 w 891"/>
                <a:gd name="T7" fmla="*/ 712 h 712"/>
                <a:gd name="T8" fmla="*/ 0 w 891"/>
                <a:gd name="T9" fmla="*/ 605 h 712"/>
                <a:gd name="T10" fmla="*/ 268 w 891"/>
                <a:gd name="T11" fmla="*/ 605 h 712"/>
                <a:gd name="T12" fmla="*/ 365 w 891"/>
                <a:gd name="T13" fmla="*/ 569 h 712"/>
                <a:gd name="T14" fmla="*/ 403 w 891"/>
                <a:gd name="T15" fmla="*/ 468 h 712"/>
                <a:gd name="T16" fmla="*/ 403 w 891"/>
                <a:gd name="T17" fmla="*/ 243 h 712"/>
                <a:gd name="T18" fmla="*/ 549 w 891"/>
                <a:gd name="T19" fmla="*/ 19 h 712"/>
                <a:gd name="T20" fmla="*/ 647 w 891"/>
                <a:gd name="T21" fmla="*/ 0 h 712"/>
                <a:gd name="T22" fmla="*/ 745 w 891"/>
                <a:gd name="T23" fmla="*/ 19 h 712"/>
                <a:gd name="T24" fmla="*/ 891 w 891"/>
                <a:gd name="T25" fmla="*/ 243 h 712"/>
                <a:gd name="T26" fmla="*/ 891 w 891"/>
                <a:gd name="T27" fmla="*/ 468 h 712"/>
                <a:gd name="T28" fmla="*/ 784 w 891"/>
                <a:gd name="T29" fmla="*/ 468 h 712"/>
                <a:gd name="T30" fmla="*/ 784 w 891"/>
                <a:gd name="T31" fmla="*/ 243 h 712"/>
                <a:gd name="T32" fmla="*/ 705 w 891"/>
                <a:gd name="T33" fmla="*/ 118 h 712"/>
                <a:gd name="T34" fmla="*/ 647 w 891"/>
                <a:gd name="T35" fmla="*/ 107 h 712"/>
                <a:gd name="T36" fmla="*/ 589 w 891"/>
                <a:gd name="T37" fmla="*/ 118 h 712"/>
                <a:gd name="T38" fmla="*/ 510 w 891"/>
                <a:gd name="T39" fmla="*/ 243 h 712"/>
                <a:gd name="T40" fmla="*/ 510 w 891"/>
                <a:gd name="T41" fmla="*/ 468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91" h="712">
                  <a:moveTo>
                    <a:pt x="510" y="468"/>
                  </a:moveTo>
                  <a:cubicBezTo>
                    <a:pt x="510" y="533"/>
                    <a:pt x="487" y="598"/>
                    <a:pt x="440" y="644"/>
                  </a:cubicBezTo>
                  <a:cubicBezTo>
                    <a:pt x="399" y="686"/>
                    <a:pt x="342" y="712"/>
                    <a:pt x="268" y="712"/>
                  </a:cubicBezTo>
                  <a:cubicBezTo>
                    <a:pt x="0" y="712"/>
                    <a:pt x="0" y="712"/>
                    <a:pt x="0" y="712"/>
                  </a:cubicBezTo>
                  <a:cubicBezTo>
                    <a:pt x="0" y="605"/>
                    <a:pt x="0" y="605"/>
                    <a:pt x="0" y="605"/>
                  </a:cubicBezTo>
                  <a:cubicBezTo>
                    <a:pt x="268" y="605"/>
                    <a:pt x="268" y="605"/>
                    <a:pt x="268" y="605"/>
                  </a:cubicBezTo>
                  <a:cubicBezTo>
                    <a:pt x="311" y="605"/>
                    <a:pt x="343" y="591"/>
                    <a:pt x="365" y="569"/>
                  </a:cubicBezTo>
                  <a:cubicBezTo>
                    <a:pt x="390" y="543"/>
                    <a:pt x="403" y="506"/>
                    <a:pt x="403" y="468"/>
                  </a:cubicBezTo>
                  <a:cubicBezTo>
                    <a:pt x="403" y="243"/>
                    <a:pt x="403" y="243"/>
                    <a:pt x="403" y="243"/>
                  </a:cubicBezTo>
                  <a:cubicBezTo>
                    <a:pt x="403" y="127"/>
                    <a:pt x="467" y="52"/>
                    <a:pt x="549" y="19"/>
                  </a:cubicBezTo>
                  <a:cubicBezTo>
                    <a:pt x="581" y="7"/>
                    <a:pt x="614" y="0"/>
                    <a:pt x="647" y="0"/>
                  </a:cubicBezTo>
                  <a:cubicBezTo>
                    <a:pt x="680" y="0"/>
                    <a:pt x="714" y="7"/>
                    <a:pt x="745" y="19"/>
                  </a:cubicBezTo>
                  <a:cubicBezTo>
                    <a:pt x="827" y="52"/>
                    <a:pt x="891" y="127"/>
                    <a:pt x="891" y="243"/>
                  </a:cubicBezTo>
                  <a:cubicBezTo>
                    <a:pt x="891" y="468"/>
                    <a:pt x="891" y="468"/>
                    <a:pt x="891" y="468"/>
                  </a:cubicBezTo>
                  <a:cubicBezTo>
                    <a:pt x="784" y="468"/>
                    <a:pt x="784" y="468"/>
                    <a:pt x="784" y="468"/>
                  </a:cubicBezTo>
                  <a:cubicBezTo>
                    <a:pt x="784" y="243"/>
                    <a:pt x="784" y="243"/>
                    <a:pt x="784" y="243"/>
                  </a:cubicBezTo>
                  <a:cubicBezTo>
                    <a:pt x="784" y="178"/>
                    <a:pt x="750" y="136"/>
                    <a:pt x="705" y="118"/>
                  </a:cubicBezTo>
                  <a:cubicBezTo>
                    <a:pt x="687" y="111"/>
                    <a:pt x="667" y="107"/>
                    <a:pt x="647" y="107"/>
                  </a:cubicBezTo>
                  <a:cubicBezTo>
                    <a:pt x="627" y="107"/>
                    <a:pt x="607" y="111"/>
                    <a:pt x="589" y="118"/>
                  </a:cubicBezTo>
                  <a:cubicBezTo>
                    <a:pt x="545" y="136"/>
                    <a:pt x="510" y="178"/>
                    <a:pt x="510" y="243"/>
                  </a:cubicBezTo>
                  <a:lnTo>
                    <a:pt x="510" y="468"/>
                  </a:lnTo>
                  <a:close/>
                </a:path>
              </a:pathLst>
            </a:custGeom>
            <a:solidFill>
              <a:srgbClr val="AA7B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26"/>
            <p:cNvSpPr>
              <a:spLocks/>
            </p:cNvSpPr>
            <p:nvPr/>
          </p:nvSpPr>
          <p:spPr bwMode="auto">
            <a:xfrm>
              <a:off x="2410367" y="3948546"/>
              <a:ext cx="1503257" cy="1443480"/>
            </a:xfrm>
            <a:custGeom>
              <a:avLst/>
              <a:gdLst>
                <a:gd name="T0" fmla="*/ 488 w 488"/>
                <a:gd name="T1" fmla="*/ 0 h 468"/>
                <a:gd name="T2" fmla="*/ 488 w 488"/>
                <a:gd name="T3" fmla="*/ 226 h 468"/>
                <a:gd name="T4" fmla="*/ 342 w 488"/>
                <a:gd name="T5" fmla="*/ 450 h 468"/>
                <a:gd name="T6" fmla="*/ 244 w 488"/>
                <a:gd name="T7" fmla="*/ 468 h 468"/>
                <a:gd name="T8" fmla="*/ 146 w 488"/>
                <a:gd name="T9" fmla="*/ 450 h 468"/>
                <a:gd name="T10" fmla="*/ 0 w 488"/>
                <a:gd name="T11" fmla="*/ 226 h 468"/>
                <a:gd name="T12" fmla="*/ 0 w 488"/>
                <a:gd name="T13" fmla="*/ 0 h 468"/>
                <a:gd name="T14" fmla="*/ 107 w 488"/>
                <a:gd name="T15" fmla="*/ 0 h 468"/>
                <a:gd name="T16" fmla="*/ 107 w 488"/>
                <a:gd name="T17" fmla="*/ 226 h 468"/>
                <a:gd name="T18" fmla="*/ 186 w 488"/>
                <a:gd name="T19" fmla="*/ 351 h 468"/>
                <a:gd name="T20" fmla="*/ 244 w 488"/>
                <a:gd name="T21" fmla="*/ 361 h 468"/>
                <a:gd name="T22" fmla="*/ 302 w 488"/>
                <a:gd name="T23" fmla="*/ 351 h 468"/>
                <a:gd name="T24" fmla="*/ 381 w 488"/>
                <a:gd name="T25" fmla="*/ 226 h 468"/>
                <a:gd name="T26" fmla="*/ 381 w 488"/>
                <a:gd name="T27" fmla="*/ 0 h 468"/>
                <a:gd name="T28" fmla="*/ 488 w 488"/>
                <a:gd name="T29"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88" h="468">
                  <a:moveTo>
                    <a:pt x="488" y="0"/>
                  </a:moveTo>
                  <a:cubicBezTo>
                    <a:pt x="488" y="226"/>
                    <a:pt x="488" y="226"/>
                    <a:pt x="488" y="226"/>
                  </a:cubicBezTo>
                  <a:cubicBezTo>
                    <a:pt x="488" y="342"/>
                    <a:pt x="424" y="417"/>
                    <a:pt x="342" y="450"/>
                  </a:cubicBezTo>
                  <a:cubicBezTo>
                    <a:pt x="311" y="462"/>
                    <a:pt x="277" y="468"/>
                    <a:pt x="244" y="468"/>
                  </a:cubicBezTo>
                  <a:cubicBezTo>
                    <a:pt x="211" y="468"/>
                    <a:pt x="178" y="462"/>
                    <a:pt x="146" y="450"/>
                  </a:cubicBezTo>
                  <a:cubicBezTo>
                    <a:pt x="64" y="417"/>
                    <a:pt x="0" y="342"/>
                    <a:pt x="0" y="226"/>
                  </a:cubicBezTo>
                  <a:cubicBezTo>
                    <a:pt x="0" y="0"/>
                    <a:pt x="0" y="0"/>
                    <a:pt x="0" y="0"/>
                  </a:cubicBezTo>
                  <a:cubicBezTo>
                    <a:pt x="107" y="0"/>
                    <a:pt x="107" y="0"/>
                    <a:pt x="107" y="0"/>
                  </a:cubicBezTo>
                  <a:cubicBezTo>
                    <a:pt x="107" y="226"/>
                    <a:pt x="107" y="226"/>
                    <a:pt x="107" y="226"/>
                  </a:cubicBezTo>
                  <a:cubicBezTo>
                    <a:pt x="107" y="291"/>
                    <a:pt x="142" y="333"/>
                    <a:pt x="186" y="351"/>
                  </a:cubicBezTo>
                  <a:cubicBezTo>
                    <a:pt x="204" y="358"/>
                    <a:pt x="224" y="361"/>
                    <a:pt x="244" y="361"/>
                  </a:cubicBezTo>
                  <a:cubicBezTo>
                    <a:pt x="264" y="361"/>
                    <a:pt x="284" y="358"/>
                    <a:pt x="302" y="351"/>
                  </a:cubicBezTo>
                  <a:cubicBezTo>
                    <a:pt x="347" y="333"/>
                    <a:pt x="381" y="291"/>
                    <a:pt x="381" y="226"/>
                  </a:cubicBezTo>
                  <a:cubicBezTo>
                    <a:pt x="381" y="0"/>
                    <a:pt x="381" y="0"/>
                    <a:pt x="381" y="0"/>
                  </a:cubicBezTo>
                  <a:lnTo>
                    <a:pt x="488" y="0"/>
                  </a:lnTo>
                  <a:close/>
                </a:path>
              </a:pathLst>
            </a:custGeom>
            <a:solidFill>
              <a:srgbClr val="F88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28"/>
            <p:cNvSpPr>
              <a:spLocks/>
            </p:cNvSpPr>
            <p:nvPr/>
          </p:nvSpPr>
          <p:spPr bwMode="auto">
            <a:xfrm>
              <a:off x="7100537" y="3948546"/>
              <a:ext cx="1501042" cy="1443480"/>
            </a:xfrm>
            <a:custGeom>
              <a:avLst/>
              <a:gdLst>
                <a:gd name="T0" fmla="*/ 488 w 488"/>
                <a:gd name="T1" fmla="*/ 0 h 468"/>
                <a:gd name="T2" fmla="*/ 488 w 488"/>
                <a:gd name="T3" fmla="*/ 226 h 468"/>
                <a:gd name="T4" fmla="*/ 342 w 488"/>
                <a:gd name="T5" fmla="*/ 450 h 468"/>
                <a:gd name="T6" fmla="*/ 244 w 488"/>
                <a:gd name="T7" fmla="*/ 468 h 468"/>
                <a:gd name="T8" fmla="*/ 147 w 488"/>
                <a:gd name="T9" fmla="*/ 450 h 468"/>
                <a:gd name="T10" fmla="*/ 0 w 488"/>
                <a:gd name="T11" fmla="*/ 226 h 468"/>
                <a:gd name="T12" fmla="*/ 0 w 488"/>
                <a:gd name="T13" fmla="*/ 0 h 468"/>
                <a:gd name="T14" fmla="*/ 107 w 488"/>
                <a:gd name="T15" fmla="*/ 0 h 468"/>
                <a:gd name="T16" fmla="*/ 107 w 488"/>
                <a:gd name="T17" fmla="*/ 226 h 468"/>
                <a:gd name="T18" fmla="*/ 186 w 488"/>
                <a:gd name="T19" fmla="*/ 351 h 468"/>
                <a:gd name="T20" fmla="*/ 244 w 488"/>
                <a:gd name="T21" fmla="*/ 361 h 468"/>
                <a:gd name="T22" fmla="*/ 302 w 488"/>
                <a:gd name="T23" fmla="*/ 351 h 468"/>
                <a:gd name="T24" fmla="*/ 381 w 488"/>
                <a:gd name="T25" fmla="*/ 226 h 468"/>
                <a:gd name="T26" fmla="*/ 381 w 488"/>
                <a:gd name="T27" fmla="*/ 0 h 468"/>
                <a:gd name="T28" fmla="*/ 488 w 488"/>
                <a:gd name="T29"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88" h="468">
                  <a:moveTo>
                    <a:pt x="488" y="0"/>
                  </a:moveTo>
                  <a:cubicBezTo>
                    <a:pt x="488" y="226"/>
                    <a:pt x="488" y="226"/>
                    <a:pt x="488" y="226"/>
                  </a:cubicBezTo>
                  <a:cubicBezTo>
                    <a:pt x="488" y="342"/>
                    <a:pt x="424" y="417"/>
                    <a:pt x="342" y="450"/>
                  </a:cubicBezTo>
                  <a:cubicBezTo>
                    <a:pt x="311" y="462"/>
                    <a:pt x="278" y="468"/>
                    <a:pt x="244" y="468"/>
                  </a:cubicBezTo>
                  <a:cubicBezTo>
                    <a:pt x="211" y="468"/>
                    <a:pt x="178" y="462"/>
                    <a:pt x="147" y="450"/>
                  </a:cubicBezTo>
                  <a:cubicBezTo>
                    <a:pt x="64" y="417"/>
                    <a:pt x="0" y="342"/>
                    <a:pt x="0" y="226"/>
                  </a:cubicBezTo>
                  <a:cubicBezTo>
                    <a:pt x="0" y="0"/>
                    <a:pt x="0" y="0"/>
                    <a:pt x="0" y="0"/>
                  </a:cubicBezTo>
                  <a:cubicBezTo>
                    <a:pt x="107" y="0"/>
                    <a:pt x="107" y="0"/>
                    <a:pt x="107" y="0"/>
                  </a:cubicBezTo>
                  <a:cubicBezTo>
                    <a:pt x="107" y="226"/>
                    <a:pt x="107" y="226"/>
                    <a:pt x="107" y="226"/>
                  </a:cubicBezTo>
                  <a:cubicBezTo>
                    <a:pt x="107" y="291"/>
                    <a:pt x="142" y="333"/>
                    <a:pt x="186" y="351"/>
                  </a:cubicBezTo>
                  <a:cubicBezTo>
                    <a:pt x="204" y="358"/>
                    <a:pt x="224" y="361"/>
                    <a:pt x="244" y="361"/>
                  </a:cubicBezTo>
                  <a:cubicBezTo>
                    <a:pt x="265" y="361"/>
                    <a:pt x="284" y="358"/>
                    <a:pt x="302" y="351"/>
                  </a:cubicBezTo>
                  <a:cubicBezTo>
                    <a:pt x="347" y="333"/>
                    <a:pt x="381" y="291"/>
                    <a:pt x="381" y="226"/>
                  </a:cubicBezTo>
                  <a:cubicBezTo>
                    <a:pt x="381" y="0"/>
                    <a:pt x="381" y="0"/>
                    <a:pt x="381" y="0"/>
                  </a:cubicBezTo>
                  <a:lnTo>
                    <a:pt x="488" y="0"/>
                  </a:lnTo>
                  <a:close/>
                </a:path>
              </a:pathLst>
            </a:custGeom>
            <a:solidFill>
              <a:srgbClr val="936C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29"/>
            <p:cNvSpPr>
              <a:spLocks/>
            </p:cNvSpPr>
            <p:nvPr/>
          </p:nvSpPr>
          <p:spPr bwMode="auto">
            <a:xfrm>
              <a:off x="8273933" y="2505066"/>
              <a:ext cx="1503257" cy="1443480"/>
            </a:xfrm>
            <a:custGeom>
              <a:avLst/>
              <a:gdLst>
                <a:gd name="T0" fmla="*/ 0 w 489"/>
                <a:gd name="T1" fmla="*/ 468 h 468"/>
                <a:gd name="T2" fmla="*/ 0 w 489"/>
                <a:gd name="T3" fmla="*/ 243 h 468"/>
                <a:gd name="T4" fmla="*/ 147 w 489"/>
                <a:gd name="T5" fmla="*/ 19 h 468"/>
                <a:gd name="T6" fmla="*/ 244 w 489"/>
                <a:gd name="T7" fmla="*/ 0 h 468"/>
                <a:gd name="T8" fmla="*/ 342 w 489"/>
                <a:gd name="T9" fmla="*/ 19 h 468"/>
                <a:gd name="T10" fmla="*/ 489 w 489"/>
                <a:gd name="T11" fmla="*/ 243 h 468"/>
                <a:gd name="T12" fmla="*/ 489 w 489"/>
                <a:gd name="T13" fmla="*/ 468 h 468"/>
                <a:gd name="T14" fmla="*/ 382 w 489"/>
                <a:gd name="T15" fmla="*/ 468 h 468"/>
                <a:gd name="T16" fmla="*/ 382 w 489"/>
                <a:gd name="T17" fmla="*/ 243 h 468"/>
                <a:gd name="T18" fmla="*/ 303 w 489"/>
                <a:gd name="T19" fmla="*/ 118 h 468"/>
                <a:gd name="T20" fmla="*/ 244 w 489"/>
                <a:gd name="T21" fmla="*/ 107 h 468"/>
                <a:gd name="T22" fmla="*/ 186 w 489"/>
                <a:gd name="T23" fmla="*/ 118 h 468"/>
                <a:gd name="T24" fmla="*/ 107 w 489"/>
                <a:gd name="T25" fmla="*/ 243 h 468"/>
                <a:gd name="T26" fmla="*/ 107 w 489"/>
                <a:gd name="T27" fmla="*/ 468 h 468"/>
                <a:gd name="T28" fmla="*/ 0 w 489"/>
                <a:gd name="T29" fmla="*/ 468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89" h="468">
                  <a:moveTo>
                    <a:pt x="0" y="468"/>
                  </a:moveTo>
                  <a:cubicBezTo>
                    <a:pt x="0" y="243"/>
                    <a:pt x="0" y="243"/>
                    <a:pt x="0" y="243"/>
                  </a:cubicBezTo>
                  <a:cubicBezTo>
                    <a:pt x="0" y="127"/>
                    <a:pt x="65" y="52"/>
                    <a:pt x="147" y="19"/>
                  </a:cubicBezTo>
                  <a:cubicBezTo>
                    <a:pt x="178" y="7"/>
                    <a:pt x="211" y="0"/>
                    <a:pt x="244" y="0"/>
                  </a:cubicBezTo>
                  <a:cubicBezTo>
                    <a:pt x="278" y="0"/>
                    <a:pt x="311" y="7"/>
                    <a:pt x="342" y="19"/>
                  </a:cubicBezTo>
                  <a:cubicBezTo>
                    <a:pt x="424" y="52"/>
                    <a:pt x="489" y="127"/>
                    <a:pt x="489" y="243"/>
                  </a:cubicBezTo>
                  <a:cubicBezTo>
                    <a:pt x="489" y="468"/>
                    <a:pt x="489" y="468"/>
                    <a:pt x="489" y="468"/>
                  </a:cubicBezTo>
                  <a:cubicBezTo>
                    <a:pt x="382" y="468"/>
                    <a:pt x="382" y="468"/>
                    <a:pt x="382" y="468"/>
                  </a:cubicBezTo>
                  <a:cubicBezTo>
                    <a:pt x="382" y="243"/>
                    <a:pt x="382" y="243"/>
                    <a:pt x="382" y="243"/>
                  </a:cubicBezTo>
                  <a:cubicBezTo>
                    <a:pt x="382" y="178"/>
                    <a:pt x="347" y="136"/>
                    <a:pt x="303" y="118"/>
                  </a:cubicBezTo>
                  <a:cubicBezTo>
                    <a:pt x="285" y="111"/>
                    <a:pt x="265" y="107"/>
                    <a:pt x="244" y="107"/>
                  </a:cubicBezTo>
                  <a:cubicBezTo>
                    <a:pt x="224" y="107"/>
                    <a:pt x="204" y="111"/>
                    <a:pt x="186" y="118"/>
                  </a:cubicBezTo>
                  <a:cubicBezTo>
                    <a:pt x="142" y="136"/>
                    <a:pt x="107" y="178"/>
                    <a:pt x="107" y="243"/>
                  </a:cubicBezTo>
                  <a:cubicBezTo>
                    <a:pt x="107" y="468"/>
                    <a:pt x="107" y="468"/>
                    <a:pt x="107" y="468"/>
                  </a:cubicBezTo>
                  <a:lnTo>
                    <a:pt x="0" y="468"/>
                  </a:lnTo>
                  <a:close/>
                </a:path>
              </a:pathLst>
            </a:custGeom>
            <a:solidFill>
              <a:srgbClr val="9BBB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26"/>
            <p:cNvSpPr>
              <a:spLocks/>
            </p:cNvSpPr>
            <p:nvPr/>
          </p:nvSpPr>
          <p:spPr bwMode="auto">
            <a:xfrm>
              <a:off x="4758178" y="3948546"/>
              <a:ext cx="1503257" cy="1443480"/>
            </a:xfrm>
            <a:custGeom>
              <a:avLst/>
              <a:gdLst>
                <a:gd name="T0" fmla="*/ 488 w 488"/>
                <a:gd name="T1" fmla="*/ 0 h 468"/>
                <a:gd name="T2" fmla="*/ 488 w 488"/>
                <a:gd name="T3" fmla="*/ 226 h 468"/>
                <a:gd name="T4" fmla="*/ 342 w 488"/>
                <a:gd name="T5" fmla="*/ 450 h 468"/>
                <a:gd name="T6" fmla="*/ 244 w 488"/>
                <a:gd name="T7" fmla="*/ 468 h 468"/>
                <a:gd name="T8" fmla="*/ 146 w 488"/>
                <a:gd name="T9" fmla="*/ 450 h 468"/>
                <a:gd name="T10" fmla="*/ 0 w 488"/>
                <a:gd name="T11" fmla="*/ 226 h 468"/>
                <a:gd name="T12" fmla="*/ 0 w 488"/>
                <a:gd name="T13" fmla="*/ 0 h 468"/>
                <a:gd name="T14" fmla="*/ 107 w 488"/>
                <a:gd name="T15" fmla="*/ 0 h 468"/>
                <a:gd name="T16" fmla="*/ 107 w 488"/>
                <a:gd name="T17" fmla="*/ 226 h 468"/>
                <a:gd name="T18" fmla="*/ 186 w 488"/>
                <a:gd name="T19" fmla="*/ 351 h 468"/>
                <a:gd name="T20" fmla="*/ 244 w 488"/>
                <a:gd name="T21" fmla="*/ 361 h 468"/>
                <a:gd name="T22" fmla="*/ 302 w 488"/>
                <a:gd name="T23" fmla="*/ 351 h 468"/>
                <a:gd name="T24" fmla="*/ 381 w 488"/>
                <a:gd name="T25" fmla="*/ 226 h 468"/>
                <a:gd name="T26" fmla="*/ 381 w 488"/>
                <a:gd name="T27" fmla="*/ 0 h 468"/>
                <a:gd name="T28" fmla="*/ 488 w 488"/>
                <a:gd name="T29"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88" h="468">
                  <a:moveTo>
                    <a:pt x="488" y="0"/>
                  </a:moveTo>
                  <a:cubicBezTo>
                    <a:pt x="488" y="226"/>
                    <a:pt x="488" y="226"/>
                    <a:pt x="488" y="226"/>
                  </a:cubicBezTo>
                  <a:cubicBezTo>
                    <a:pt x="488" y="342"/>
                    <a:pt x="424" y="417"/>
                    <a:pt x="342" y="450"/>
                  </a:cubicBezTo>
                  <a:cubicBezTo>
                    <a:pt x="311" y="462"/>
                    <a:pt x="277" y="468"/>
                    <a:pt x="244" y="468"/>
                  </a:cubicBezTo>
                  <a:cubicBezTo>
                    <a:pt x="211" y="468"/>
                    <a:pt x="178" y="462"/>
                    <a:pt x="146" y="450"/>
                  </a:cubicBezTo>
                  <a:cubicBezTo>
                    <a:pt x="64" y="417"/>
                    <a:pt x="0" y="342"/>
                    <a:pt x="0" y="226"/>
                  </a:cubicBezTo>
                  <a:cubicBezTo>
                    <a:pt x="0" y="0"/>
                    <a:pt x="0" y="0"/>
                    <a:pt x="0" y="0"/>
                  </a:cubicBezTo>
                  <a:cubicBezTo>
                    <a:pt x="107" y="0"/>
                    <a:pt x="107" y="0"/>
                    <a:pt x="107" y="0"/>
                  </a:cubicBezTo>
                  <a:cubicBezTo>
                    <a:pt x="107" y="226"/>
                    <a:pt x="107" y="226"/>
                    <a:pt x="107" y="226"/>
                  </a:cubicBezTo>
                  <a:cubicBezTo>
                    <a:pt x="107" y="291"/>
                    <a:pt x="142" y="333"/>
                    <a:pt x="186" y="351"/>
                  </a:cubicBezTo>
                  <a:cubicBezTo>
                    <a:pt x="204" y="358"/>
                    <a:pt x="224" y="361"/>
                    <a:pt x="244" y="361"/>
                  </a:cubicBezTo>
                  <a:cubicBezTo>
                    <a:pt x="264" y="361"/>
                    <a:pt x="284" y="358"/>
                    <a:pt x="302" y="351"/>
                  </a:cubicBezTo>
                  <a:cubicBezTo>
                    <a:pt x="347" y="333"/>
                    <a:pt x="381" y="291"/>
                    <a:pt x="381" y="226"/>
                  </a:cubicBezTo>
                  <a:cubicBezTo>
                    <a:pt x="381" y="0"/>
                    <a:pt x="381" y="0"/>
                    <a:pt x="381" y="0"/>
                  </a:cubicBezTo>
                  <a:lnTo>
                    <a:pt x="488" y="0"/>
                  </a:lnTo>
                  <a:close/>
                </a:path>
              </a:pathLst>
            </a:custGeom>
            <a:solidFill>
              <a:srgbClr val="546E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27"/>
            <p:cNvSpPr>
              <a:spLocks/>
            </p:cNvSpPr>
            <p:nvPr/>
          </p:nvSpPr>
          <p:spPr bwMode="auto">
            <a:xfrm>
              <a:off x="5931559" y="2505066"/>
              <a:ext cx="1501042" cy="1443480"/>
            </a:xfrm>
            <a:custGeom>
              <a:avLst/>
              <a:gdLst>
                <a:gd name="T0" fmla="*/ 0 w 488"/>
                <a:gd name="T1" fmla="*/ 468 h 468"/>
                <a:gd name="T2" fmla="*/ 0 w 488"/>
                <a:gd name="T3" fmla="*/ 243 h 468"/>
                <a:gd name="T4" fmla="*/ 147 w 488"/>
                <a:gd name="T5" fmla="*/ 19 h 468"/>
                <a:gd name="T6" fmla="*/ 244 w 488"/>
                <a:gd name="T7" fmla="*/ 0 h 468"/>
                <a:gd name="T8" fmla="*/ 342 w 488"/>
                <a:gd name="T9" fmla="*/ 19 h 468"/>
                <a:gd name="T10" fmla="*/ 488 w 488"/>
                <a:gd name="T11" fmla="*/ 243 h 468"/>
                <a:gd name="T12" fmla="*/ 488 w 488"/>
                <a:gd name="T13" fmla="*/ 468 h 468"/>
                <a:gd name="T14" fmla="*/ 381 w 488"/>
                <a:gd name="T15" fmla="*/ 468 h 468"/>
                <a:gd name="T16" fmla="*/ 381 w 488"/>
                <a:gd name="T17" fmla="*/ 243 h 468"/>
                <a:gd name="T18" fmla="*/ 302 w 488"/>
                <a:gd name="T19" fmla="*/ 118 h 468"/>
                <a:gd name="T20" fmla="*/ 244 w 488"/>
                <a:gd name="T21" fmla="*/ 107 h 468"/>
                <a:gd name="T22" fmla="*/ 186 w 488"/>
                <a:gd name="T23" fmla="*/ 118 h 468"/>
                <a:gd name="T24" fmla="*/ 107 w 488"/>
                <a:gd name="T25" fmla="*/ 243 h 468"/>
                <a:gd name="T26" fmla="*/ 107 w 488"/>
                <a:gd name="T27" fmla="*/ 468 h 468"/>
                <a:gd name="T28" fmla="*/ 0 w 488"/>
                <a:gd name="T29" fmla="*/ 468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88" h="468">
                  <a:moveTo>
                    <a:pt x="0" y="468"/>
                  </a:moveTo>
                  <a:cubicBezTo>
                    <a:pt x="0" y="243"/>
                    <a:pt x="0" y="243"/>
                    <a:pt x="0" y="243"/>
                  </a:cubicBezTo>
                  <a:cubicBezTo>
                    <a:pt x="0" y="127"/>
                    <a:pt x="64" y="52"/>
                    <a:pt x="147" y="19"/>
                  </a:cubicBezTo>
                  <a:cubicBezTo>
                    <a:pt x="178" y="7"/>
                    <a:pt x="211" y="0"/>
                    <a:pt x="244" y="0"/>
                  </a:cubicBezTo>
                  <a:cubicBezTo>
                    <a:pt x="277" y="0"/>
                    <a:pt x="311" y="7"/>
                    <a:pt x="342" y="19"/>
                  </a:cubicBezTo>
                  <a:cubicBezTo>
                    <a:pt x="424" y="52"/>
                    <a:pt x="488" y="127"/>
                    <a:pt x="488" y="243"/>
                  </a:cubicBezTo>
                  <a:cubicBezTo>
                    <a:pt x="488" y="468"/>
                    <a:pt x="488" y="468"/>
                    <a:pt x="488" y="468"/>
                  </a:cubicBezTo>
                  <a:cubicBezTo>
                    <a:pt x="381" y="468"/>
                    <a:pt x="381" y="468"/>
                    <a:pt x="381" y="468"/>
                  </a:cubicBezTo>
                  <a:cubicBezTo>
                    <a:pt x="381" y="243"/>
                    <a:pt x="381" y="243"/>
                    <a:pt x="381" y="243"/>
                  </a:cubicBezTo>
                  <a:cubicBezTo>
                    <a:pt x="381" y="178"/>
                    <a:pt x="347" y="136"/>
                    <a:pt x="302" y="118"/>
                  </a:cubicBezTo>
                  <a:cubicBezTo>
                    <a:pt x="284" y="111"/>
                    <a:pt x="264" y="107"/>
                    <a:pt x="244" y="107"/>
                  </a:cubicBezTo>
                  <a:cubicBezTo>
                    <a:pt x="224" y="107"/>
                    <a:pt x="204" y="111"/>
                    <a:pt x="186" y="118"/>
                  </a:cubicBezTo>
                  <a:cubicBezTo>
                    <a:pt x="142" y="136"/>
                    <a:pt x="107" y="178"/>
                    <a:pt x="107" y="243"/>
                  </a:cubicBezTo>
                  <a:cubicBezTo>
                    <a:pt x="107" y="468"/>
                    <a:pt x="107" y="468"/>
                    <a:pt x="107" y="468"/>
                  </a:cubicBezTo>
                  <a:lnTo>
                    <a:pt x="0" y="468"/>
                  </a:lnTo>
                  <a:close/>
                </a:path>
              </a:pathLst>
            </a:custGeom>
            <a:solidFill>
              <a:srgbClr val="5EC6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29"/>
            <p:cNvSpPr>
              <a:spLocks/>
            </p:cNvSpPr>
            <p:nvPr/>
          </p:nvSpPr>
          <p:spPr bwMode="auto">
            <a:xfrm>
              <a:off x="3585884" y="2505066"/>
              <a:ext cx="1503257" cy="1443480"/>
            </a:xfrm>
            <a:custGeom>
              <a:avLst/>
              <a:gdLst>
                <a:gd name="T0" fmla="*/ 0 w 489"/>
                <a:gd name="T1" fmla="*/ 468 h 468"/>
                <a:gd name="T2" fmla="*/ 0 w 489"/>
                <a:gd name="T3" fmla="*/ 243 h 468"/>
                <a:gd name="T4" fmla="*/ 147 w 489"/>
                <a:gd name="T5" fmla="*/ 19 h 468"/>
                <a:gd name="T6" fmla="*/ 244 w 489"/>
                <a:gd name="T7" fmla="*/ 0 h 468"/>
                <a:gd name="T8" fmla="*/ 342 w 489"/>
                <a:gd name="T9" fmla="*/ 19 h 468"/>
                <a:gd name="T10" fmla="*/ 489 w 489"/>
                <a:gd name="T11" fmla="*/ 243 h 468"/>
                <a:gd name="T12" fmla="*/ 489 w 489"/>
                <a:gd name="T13" fmla="*/ 468 h 468"/>
                <a:gd name="T14" fmla="*/ 382 w 489"/>
                <a:gd name="T15" fmla="*/ 468 h 468"/>
                <a:gd name="T16" fmla="*/ 382 w 489"/>
                <a:gd name="T17" fmla="*/ 243 h 468"/>
                <a:gd name="T18" fmla="*/ 303 w 489"/>
                <a:gd name="T19" fmla="*/ 118 h 468"/>
                <a:gd name="T20" fmla="*/ 244 w 489"/>
                <a:gd name="T21" fmla="*/ 107 h 468"/>
                <a:gd name="T22" fmla="*/ 186 w 489"/>
                <a:gd name="T23" fmla="*/ 118 h 468"/>
                <a:gd name="T24" fmla="*/ 107 w 489"/>
                <a:gd name="T25" fmla="*/ 243 h 468"/>
                <a:gd name="T26" fmla="*/ 107 w 489"/>
                <a:gd name="T27" fmla="*/ 468 h 468"/>
                <a:gd name="T28" fmla="*/ 0 w 489"/>
                <a:gd name="T29" fmla="*/ 468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89" h="468">
                  <a:moveTo>
                    <a:pt x="0" y="468"/>
                  </a:moveTo>
                  <a:cubicBezTo>
                    <a:pt x="0" y="243"/>
                    <a:pt x="0" y="243"/>
                    <a:pt x="0" y="243"/>
                  </a:cubicBezTo>
                  <a:cubicBezTo>
                    <a:pt x="0" y="127"/>
                    <a:pt x="65" y="52"/>
                    <a:pt x="147" y="19"/>
                  </a:cubicBezTo>
                  <a:cubicBezTo>
                    <a:pt x="178" y="7"/>
                    <a:pt x="211" y="0"/>
                    <a:pt x="244" y="0"/>
                  </a:cubicBezTo>
                  <a:cubicBezTo>
                    <a:pt x="278" y="0"/>
                    <a:pt x="311" y="7"/>
                    <a:pt x="342" y="19"/>
                  </a:cubicBezTo>
                  <a:cubicBezTo>
                    <a:pt x="424" y="52"/>
                    <a:pt x="489" y="127"/>
                    <a:pt x="489" y="243"/>
                  </a:cubicBezTo>
                  <a:cubicBezTo>
                    <a:pt x="489" y="468"/>
                    <a:pt x="489" y="468"/>
                    <a:pt x="489" y="468"/>
                  </a:cubicBezTo>
                  <a:cubicBezTo>
                    <a:pt x="382" y="468"/>
                    <a:pt x="382" y="468"/>
                    <a:pt x="382" y="468"/>
                  </a:cubicBezTo>
                  <a:cubicBezTo>
                    <a:pt x="382" y="243"/>
                    <a:pt x="382" y="243"/>
                    <a:pt x="382" y="243"/>
                  </a:cubicBezTo>
                  <a:cubicBezTo>
                    <a:pt x="382" y="178"/>
                    <a:pt x="347" y="136"/>
                    <a:pt x="303" y="118"/>
                  </a:cubicBezTo>
                  <a:cubicBezTo>
                    <a:pt x="285" y="111"/>
                    <a:pt x="265" y="107"/>
                    <a:pt x="244" y="107"/>
                  </a:cubicBezTo>
                  <a:cubicBezTo>
                    <a:pt x="224" y="107"/>
                    <a:pt x="204" y="111"/>
                    <a:pt x="186" y="118"/>
                  </a:cubicBezTo>
                  <a:cubicBezTo>
                    <a:pt x="142" y="136"/>
                    <a:pt x="107" y="178"/>
                    <a:pt x="107" y="243"/>
                  </a:cubicBezTo>
                  <a:cubicBezTo>
                    <a:pt x="107" y="468"/>
                    <a:pt x="107" y="468"/>
                    <a:pt x="107" y="468"/>
                  </a:cubicBezTo>
                  <a:lnTo>
                    <a:pt x="0" y="468"/>
                  </a:lnTo>
                  <a:close/>
                </a:path>
              </a:pathLst>
            </a:custGeom>
            <a:solidFill>
              <a:srgbClr val="F26D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 name="组合 2"/>
          <p:cNvGrpSpPr/>
          <p:nvPr/>
        </p:nvGrpSpPr>
        <p:grpSpPr>
          <a:xfrm>
            <a:off x="-1200" y="2505066"/>
            <a:ext cx="12193200" cy="2886960"/>
            <a:chOff x="151800" y="2657466"/>
            <a:chExt cx="12193200" cy="2886960"/>
          </a:xfrm>
          <a:solidFill>
            <a:srgbClr val="FFFFFF">
              <a:alpha val="34118"/>
            </a:srgbClr>
          </a:solidFill>
        </p:grpSpPr>
        <p:sp>
          <p:nvSpPr>
            <p:cNvPr id="38" name="Freeform 24"/>
            <p:cNvSpPr>
              <a:spLocks/>
            </p:cNvSpPr>
            <p:nvPr/>
          </p:nvSpPr>
          <p:spPr bwMode="auto">
            <a:xfrm>
              <a:off x="9601944" y="3348211"/>
              <a:ext cx="2743056" cy="2196215"/>
            </a:xfrm>
            <a:custGeom>
              <a:avLst/>
              <a:gdLst>
                <a:gd name="T0" fmla="*/ 488 w 891"/>
                <a:gd name="T1" fmla="*/ 244 h 712"/>
                <a:gd name="T2" fmla="*/ 488 w 891"/>
                <a:gd name="T3" fmla="*/ 470 h 712"/>
                <a:gd name="T4" fmla="*/ 341 w 891"/>
                <a:gd name="T5" fmla="*/ 694 h 712"/>
                <a:gd name="T6" fmla="*/ 244 w 891"/>
                <a:gd name="T7" fmla="*/ 712 h 712"/>
                <a:gd name="T8" fmla="*/ 146 w 891"/>
                <a:gd name="T9" fmla="*/ 694 h 712"/>
                <a:gd name="T10" fmla="*/ 0 w 891"/>
                <a:gd name="T11" fmla="*/ 470 h 712"/>
                <a:gd name="T12" fmla="*/ 0 w 891"/>
                <a:gd name="T13" fmla="*/ 244 h 712"/>
                <a:gd name="T14" fmla="*/ 107 w 891"/>
                <a:gd name="T15" fmla="*/ 244 h 712"/>
                <a:gd name="T16" fmla="*/ 107 w 891"/>
                <a:gd name="T17" fmla="*/ 470 h 712"/>
                <a:gd name="T18" fmla="*/ 185 w 891"/>
                <a:gd name="T19" fmla="*/ 595 h 712"/>
                <a:gd name="T20" fmla="*/ 244 w 891"/>
                <a:gd name="T21" fmla="*/ 605 h 712"/>
                <a:gd name="T22" fmla="*/ 302 w 891"/>
                <a:gd name="T23" fmla="*/ 595 h 712"/>
                <a:gd name="T24" fmla="*/ 381 w 891"/>
                <a:gd name="T25" fmla="*/ 470 h 712"/>
                <a:gd name="T26" fmla="*/ 381 w 891"/>
                <a:gd name="T27" fmla="*/ 244 h 712"/>
                <a:gd name="T28" fmla="*/ 381 w 891"/>
                <a:gd name="T29" fmla="*/ 244 h 712"/>
                <a:gd name="T30" fmla="*/ 450 w 891"/>
                <a:gd name="T31" fmla="*/ 68 h 712"/>
                <a:gd name="T32" fmla="*/ 623 w 891"/>
                <a:gd name="T33" fmla="*/ 0 h 712"/>
                <a:gd name="T34" fmla="*/ 891 w 891"/>
                <a:gd name="T35" fmla="*/ 0 h 712"/>
                <a:gd name="T36" fmla="*/ 891 w 891"/>
                <a:gd name="T37" fmla="*/ 107 h 712"/>
                <a:gd name="T38" fmla="*/ 623 w 891"/>
                <a:gd name="T39" fmla="*/ 107 h 712"/>
                <a:gd name="T40" fmla="*/ 526 w 891"/>
                <a:gd name="T41" fmla="*/ 144 h 712"/>
                <a:gd name="T42" fmla="*/ 488 w 891"/>
                <a:gd name="T43" fmla="*/ 244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91" h="712">
                  <a:moveTo>
                    <a:pt x="488" y="244"/>
                  </a:moveTo>
                  <a:cubicBezTo>
                    <a:pt x="488" y="470"/>
                    <a:pt x="488" y="470"/>
                    <a:pt x="488" y="470"/>
                  </a:cubicBezTo>
                  <a:cubicBezTo>
                    <a:pt x="488" y="586"/>
                    <a:pt x="423" y="661"/>
                    <a:pt x="341" y="694"/>
                  </a:cubicBezTo>
                  <a:cubicBezTo>
                    <a:pt x="310" y="706"/>
                    <a:pt x="277" y="712"/>
                    <a:pt x="244" y="712"/>
                  </a:cubicBezTo>
                  <a:cubicBezTo>
                    <a:pt x="210" y="712"/>
                    <a:pt x="177" y="706"/>
                    <a:pt x="146" y="694"/>
                  </a:cubicBezTo>
                  <a:cubicBezTo>
                    <a:pt x="64" y="661"/>
                    <a:pt x="0" y="586"/>
                    <a:pt x="0" y="470"/>
                  </a:cubicBezTo>
                  <a:cubicBezTo>
                    <a:pt x="0" y="244"/>
                    <a:pt x="0" y="244"/>
                    <a:pt x="0" y="244"/>
                  </a:cubicBezTo>
                  <a:cubicBezTo>
                    <a:pt x="107" y="244"/>
                    <a:pt x="107" y="244"/>
                    <a:pt x="107" y="244"/>
                  </a:cubicBezTo>
                  <a:cubicBezTo>
                    <a:pt x="107" y="470"/>
                    <a:pt x="107" y="470"/>
                    <a:pt x="107" y="470"/>
                  </a:cubicBezTo>
                  <a:cubicBezTo>
                    <a:pt x="107" y="535"/>
                    <a:pt x="141" y="577"/>
                    <a:pt x="185" y="595"/>
                  </a:cubicBezTo>
                  <a:cubicBezTo>
                    <a:pt x="203" y="602"/>
                    <a:pt x="223" y="605"/>
                    <a:pt x="244" y="605"/>
                  </a:cubicBezTo>
                  <a:cubicBezTo>
                    <a:pt x="264" y="605"/>
                    <a:pt x="284" y="602"/>
                    <a:pt x="302" y="595"/>
                  </a:cubicBezTo>
                  <a:cubicBezTo>
                    <a:pt x="346" y="577"/>
                    <a:pt x="381" y="535"/>
                    <a:pt x="381" y="470"/>
                  </a:cubicBezTo>
                  <a:cubicBezTo>
                    <a:pt x="381" y="244"/>
                    <a:pt x="381" y="244"/>
                    <a:pt x="381" y="244"/>
                  </a:cubicBezTo>
                  <a:cubicBezTo>
                    <a:pt x="381" y="244"/>
                    <a:pt x="381" y="244"/>
                    <a:pt x="381" y="244"/>
                  </a:cubicBezTo>
                  <a:cubicBezTo>
                    <a:pt x="381" y="180"/>
                    <a:pt x="404" y="115"/>
                    <a:pt x="450" y="68"/>
                  </a:cubicBezTo>
                  <a:cubicBezTo>
                    <a:pt x="491" y="27"/>
                    <a:pt x="549" y="0"/>
                    <a:pt x="623" y="0"/>
                  </a:cubicBezTo>
                  <a:cubicBezTo>
                    <a:pt x="891" y="0"/>
                    <a:pt x="891" y="0"/>
                    <a:pt x="891" y="0"/>
                  </a:cubicBezTo>
                  <a:cubicBezTo>
                    <a:pt x="891" y="107"/>
                    <a:pt x="891" y="107"/>
                    <a:pt x="891" y="107"/>
                  </a:cubicBezTo>
                  <a:cubicBezTo>
                    <a:pt x="623" y="107"/>
                    <a:pt x="623" y="107"/>
                    <a:pt x="623" y="107"/>
                  </a:cubicBezTo>
                  <a:cubicBezTo>
                    <a:pt x="580" y="107"/>
                    <a:pt x="548" y="122"/>
                    <a:pt x="526" y="144"/>
                  </a:cubicBezTo>
                  <a:cubicBezTo>
                    <a:pt x="500" y="170"/>
                    <a:pt x="488" y="207"/>
                    <a:pt x="488" y="2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25"/>
            <p:cNvSpPr>
              <a:spLocks/>
            </p:cNvSpPr>
            <p:nvPr/>
          </p:nvSpPr>
          <p:spPr bwMode="auto">
            <a:xfrm>
              <a:off x="151800" y="2657466"/>
              <a:ext cx="2740841" cy="2196215"/>
            </a:xfrm>
            <a:custGeom>
              <a:avLst/>
              <a:gdLst>
                <a:gd name="T0" fmla="*/ 510 w 891"/>
                <a:gd name="T1" fmla="*/ 468 h 712"/>
                <a:gd name="T2" fmla="*/ 440 w 891"/>
                <a:gd name="T3" fmla="*/ 644 h 712"/>
                <a:gd name="T4" fmla="*/ 268 w 891"/>
                <a:gd name="T5" fmla="*/ 712 h 712"/>
                <a:gd name="T6" fmla="*/ 0 w 891"/>
                <a:gd name="T7" fmla="*/ 712 h 712"/>
                <a:gd name="T8" fmla="*/ 0 w 891"/>
                <a:gd name="T9" fmla="*/ 605 h 712"/>
                <a:gd name="T10" fmla="*/ 268 w 891"/>
                <a:gd name="T11" fmla="*/ 605 h 712"/>
                <a:gd name="T12" fmla="*/ 365 w 891"/>
                <a:gd name="T13" fmla="*/ 569 h 712"/>
                <a:gd name="T14" fmla="*/ 403 w 891"/>
                <a:gd name="T15" fmla="*/ 468 h 712"/>
                <a:gd name="T16" fmla="*/ 403 w 891"/>
                <a:gd name="T17" fmla="*/ 243 h 712"/>
                <a:gd name="T18" fmla="*/ 549 w 891"/>
                <a:gd name="T19" fmla="*/ 19 h 712"/>
                <a:gd name="T20" fmla="*/ 647 w 891"/>
                <a:gd name="T21" fmla="*/ 0 h 712"/>
                <a:gd name="T22" fmla="*/ 745 w 891"/>
                <a:gd name="T23" fmla="*/ 19 h 712"/>
                <a:gd name="T24" fmla="*/ 891 w 891"/>
                <a:gd name="T25" fmla="*/ 243 h 712"/>
                <a:gd name="T26" fmla="*/ 891 w 891"/>
                <a:gd name="T27" fmla="*/ 468 h 712"/>
                <a:gd name="T28" fmla="*/ 784 w 891"/>
                <a:gd name="T29" fmla="*/ 468 h 712"/>
                <a:gd name="T30" fmla="*/ 784 w 891"/>
                <a:gd name="T31" fmla="*/ 243 h 712"/>
                <a:gd name="T32" fmla="*/ 705 w 891"/>
                <a:gd name="T33" fmla="*/ 118 h 712"/>
                <a:gd name="T34" fmla="*/ 647 w 891"/>
                <a:gd name="T35" fmla="*/ 107 h 712"/>
                <a:gd name="T36" fmla="*/ 589 w 891"/>
                <a:gd name="T37" fmla="*/ 118 h 712"/>
                <a:gd name="T38" fmla="*/ 510 w 891"/>
                <a:gd name="T39" fmla="*/ 243 h 712"/>
                <a:gd name="T40" fmla="*/ 510 w 891"/>
                <a:gd name="T41" fmla="*/ 468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91" h="712">
                  <a:moveTo>
                    <a:pt x="510" y="468"/>
                  </a:moveTo>
                  <a:cubicBezTo>
                    <a:pt x="510" y="533"/>
                    <a:pt x="487" y="598"/>
                    <a:pt x="440" y="644"/>
                  </a:cubicBezTo>
                  <a:cubicBezTo>
                    <a:pt x="399" y="686"/>
                    <a:pt x="342" y="712"/>
                    <a:pt x="268" y="712"/>
                  </a:cubicBezTo>
                  <a:cubicBezTo>
                    <a:pt x="0" y="712"/>
                    <a:pt x="0" y="712"/>
                    <a:pt x="0" y="712"/>
                  </a:cubicBezTo>
                  <a:cubicBezTo>
                    <a:pt x="0" y="605"/>
                    <a:pt x="0" y="605"/>
                    <a:pt x="0" y="605"/>
                  </a:cubicBezTo>
                  <a:cubicBezTo>
                    <a:pt x="268" y="605"/>
                    <a:pt x="268" y="605"/>
                    <a:pt x="268" y="605"/>
                  </a:cubicBezTo>
                  <a:cubicBezTo>
                    <a:pt x="311" y="605"/>
                    <a:pt x="343" y="591"/>
                    <a:pt x="365" y="569"/>
                  </a:cubicBezTo>
                  <a:cubicBezTo>
                    <a:pt x="390" y="543"/>
                    <a:pt x="403" y="506"/>
                    <a:pt x="403" y="468"/>
                  </a:cubicBezTo>
                  <a:cubicBezTo>
                    <a:pt x="403" y="243"/>
                    <a:pt x="403" y="243"/>
                    <a:pt x="403" y="243"/>
                  </a:cubicBezTo>
                  <a:cubicBezTo>
                    <a:pt x="403" y="127"/>
                    <a:pt x="467" y="52"/>
                    <a:pt x="549" y="19"/>
                  </a:cubicBezTo>
                  <a:cubicBezTo>
                    <a:pt x="581" y="7"/>
                    <a:pt x="614" y="0"/>
                    <a:pt x="647" y="0"/>
                  </a:cubicBezTo>
                  <a:cubicBezTo>
                    <a:pt x="680" y="0"/>
                    <a:pt x="714" y="7"/>
                    <a:pt x="745" y="19"/>
                  </a:cubicBezTo>
                  <a:cubicBezTo>
                    <a:pt x="827" y="52"/>
                    <a:pt x="891" y="127"/>
                    <a:pt x="891" y="243"/>
                  </a:cubicBezTo>
                  <a:cubicBezTo>
                    <a:pt x="891" y="468"/>
                    <a:pt x="891" y="468"/>
                    <a:pt x="891" y="468"/>
                  </a:cubicBezTo>
                  <a:cubicBezTo>
                    <a:pt x="784" y="468"/>
                    <a:pt x="784" y="468"/>
                    <a:pt x="784" y="468"/>
                  </a:cubicBezTo>
                  <a:cubicBezTo>
                    <a:pt x="784" y="243"/>
                    <a:pt x="784" y="243"/>
                    <a:pt x="784" y="243"/>
                  </a:cubicBezTo>
                  <a:cubicBezTo>
                    <a:pt x="784" y="178"/>
                    <a:pt x="750" y="136"/>
                    <a:pt x="705" y="118"/>
                  </a:cubicBezTo>
                  <a:cubicBezTo>
                    <a:pt x="687" y="111"/>
                    <a:pt x="667" y="107"/>
                    <a:pt x="647" y="107"/>
                  </a:cubicBezTo>
                  <a:cubicBezTo>
                    <a:pt x="627" y="107"/>
                    <a:pt x="607" y="111"/>
                    <a:pt x="589" y="118"/>
                  </a:cubicBezTo>
                  <a:cubicBezTo>
                    <a:pt x="545" y="136"/>
                    <a:pt x="510" y="178"/>
                    <a:pt x="510" y="243"/>
                  </a:cubicBezTo>
                  <a:lnTo>
                    <a:pt x="510" y="4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26"/>
            <p:cNvSpPr>
              <a:spLocks/>
            </p:cNvSpPr>
            <p:nvPr/>
          </p:nvSpPr>
          <p:spPr bwMode="auto">
            <a:xfrm>
              <a:off x="2562767" y="4100946"/>
              <a:ext cx="1503257" cy="1443480"/>
            </a:xfrm>
            <a:custGeom>
              <a:avLst/>
              <a:gdLst>
                <a:gd name="T0" fmla="*/ 488 w 488"/>
                <a:gd name="T1" fmla="*/ 0 h 468"/>
                <a:gd name="T2" fmla="*/ 488 w 488"/>
                <a:gd name="T3" fmla="*/ 226 h 468"/>
                <a:gd name="T4" fmla="*/ 342 w 488"/>
                <a:gd name="T5" fmla="*/ 450 h 468"/>
                <a:gd name="T6" fmla="*/ 244 w 488"/>
                <a:gd name="T7" fmla="*/ 468 h 468"/>
                <a:gd name="T8" fmla="*/ 146 w 488"/>
                <a:gd name="T9" fmla="*/ 450 h 468"/>
                <a:gd name="T10" fmla="*/ 0 w 488"/>
                <a:gd name="T11" fmla="*/ 226 h 468"/>
                <a:gd name="T12" fmla="*/ 0 w 488"/>
                <a:gd name="T13" fmla="*/ 0 h 468"/>
                <a:gd name="T14" fmla="*/ 107 w 488"/>
                <a:gd name="T15" fmla="*/ 0 h 468"/>
                <a:gd name="T16" fmla="*/ 107 w 488"/>
                <a:gd name="T17" fmla="*/ 226 h 468"/>
                <a:gd name="T18" fmla="*/ 186 w 488"/>
                <a:gd name="T19" fmla="*/ 351 h 468"/>
                <a:gd name="T20" fmla="*/ 244 w 488"/>
                <a:gd name="T21" fmla="*/ 361 h 468"/>
                <a:gd name="T22" fmla="*/ 302 w 488"/>
                <a:gd name="T23" fmla="*/ 351 h 468"/>
                <a:gd name="T24" fmla="*/ 381 w 488"/>
                <a:gd name="T25" fmla="*/ 226 h 468"/>
                <a:gd name="T26" fmla="*/ 381 w 488"/>
                <a:gd name="T27" fmla="*/ 0 h 468"/>
                <a:gd name="T28" fmla="*/ 488 w 488"/>
                <a:gd name="T29"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88" h="468">
                  <a:moveTo>
                    <a:pt x="488" y="0"/>
                  </a:moveTo>
                  <a:cubicBezTo>
                    <a:pt x="488" y="226"/>
                    <a:pt x="488" y="226"/>
                    <a:pt x="488" y="226"/>
                  </a:cubicBezTo>
                  <a:cubicBezTo>
                    <a:pt x="488" y="342"/>
                    <a:pt x="424" y="417"/>
                    <a:pt x="342" y="450"/>
                  </a:cubicBezTo>
                  <a:cubicBezTo>
                    <a:pt x="311" y="462"/>
                    <a:pt x="277" y="468"/>
                    <a:pt x="244" y="468"/>
                  </a:cubicBezTo>
                  <a:cubicBezTo>
                    <a:pt x="211" y="468"/>
                    <a:pt x="178" y="462"/>
                    <a:pt x="146" y="450"/>
                  </a:cubicBezTo>
                  <a:cubicBezTo>
                    <a:pt x="64" y="417"/>
                    <a:pt x="0" y="342"/>
                    <a:pt x="0" y="226"/>
                  </a:cubicBezTo>
                  <a:cubicBezTo>
                    <a:pt x="0" y="0"/>
                    <a:pt x="0" y="0"/>
                    <a:pt x="0" y="0"/>
                  </a:cubicBezTo>
                  <a:cubicBezTo>
                    <a:pt x="107" y="0"/>
                    <a:pt x="107" y="0"/>
                    <a:pt x="107" y="0"/>
                  </a:cubicBezTo>
                  <a:cubicBezTo>
                    <a:pt x="107" y="226"/>
                    <a:pt x="107" y="226"/>
                    <a:pt x="107" y="226"/>
                  </a:cubicBezTo>
                  <a:cubicBezTo>
                    <a:pt x="107" y="291"/>
                    <a:pt x="142" y="333"/>
                    <a:pt x="186" y="351"/>
                  </a:cubicBezTo>
                  <a:cubicBezTo>
                    <a:pt x="204" y="358"/>
                    <a:pt x="224" y="361"/>
                    <a:pt x="244" y="361"/>
                  </a:cubicBezTo>
                  <a:cubicBezTo>
                    <a:pt x="264" y="361"/>
                    <a:pt x="284" y="358"/>
                    <a:pt x="302" y="351"/>
                  </a:cubicBezTo>
                  <a:cubicBezTo>
                    <a:pt x="347" y="333"/>
                    <a:pt x="381" y="291"/>
                    <a:pt x="381" y="226"/>
                  </a:cubicBezTo>
                  <a:cubicBezTo>
                    <a:pt x="381" y="0"/>
                    <a:pt x="381" y="0"/>
                    <a:pt x="381" y="0"/>
                  </a:cubicBezTo>
                  <a:lnTo>
                    <a:pt x="48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28"/>
            <p:cNvSpPr>
              <a:spLocks/>
            </p:cNvSpPr>
            <p:nvPr/>
          </p:nvSpPr>
          <p:spPr bwMode="auto">
            <a:xfrm>
              <a:off x="7252937" y="4100946"/>
              <a:ext cx="1501042" cy="1443480"/>
            </a:xfrm>
            <a:custGeom>
              <a:avLst/>
              <a:gdLst>
                <a:gd name="T0" fmla="*/ 488 w 488"/>
                <a:gd name="T1" fmla="*/ 0 h 468"/>
                <a:gd name="T2" fmla="*/ 488 w 488"/>
                <a:gd name="T3" fmla="*/ 226 h 468"/>
                <a:gd name="T4" fmla="*/ 342 w 488"/>
                <a:gd name="T5" fmla="*/ 450 h 468"/>
                <a:gd name="T6" fmla="*/ 244 w 488"/>
                <a:gd name="T7" fmla="*/ 468 h 468"/>
                <a:gd name="T8" fmla="*/ 147 w 488"/>
                <a:gd name="T9" fmla="*/ 450 h 468"/>
                <a:gd name="T10" fmla="*/ 0 w 488"/>
                <a:gd name="T11" fmla="*/ 226 h 468"/>
                <a:gd name="T12" fmla="*/ 0 w 488"/>
                <a:gd name="T13" fmla="*/ 0 h 468"/>
                <a:gd name="T14" fmla="*/ 107 w 488"/>
                <a:gd name="T15" fmla="*/ 0 h 468"/>
                <a:gd name="T16" fmla="*/ 107 w 488"/>
                <a:gd name="T17" fmla="*/ 226 h 468"/>
                <a:gd name="T18" fmla="*/ 186 w 488"/>
                <a:gd name="T19" fmla="*/ 351 h 468"/>
                <a:gd name="T20" fmla="*/ 244 w 488"/>
                <a:gd name="T21" fmla="*/ 361 h 468"/>
                <a:gd name="T22" fmla="*/ 302 w 488"/>
                <a:gd name="T23" fmla="*/ 351 h 468"/>
                <a:gd name="T24" fmla="*/ 381 w 488"/>
                <a:gd name="T25" fmla="*/ 226 h 468"/>
                <a:gd name="T26" fmla="*/ 381 w 488"/>
                <a:gd name="T27" fmla="*/ 0 h 468"/>
                <a:gd name="T28" fmla="*/ 488 w 488"/>
                <a:gd name="T29"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88" h="468">
                  <a:moveTo>
                    <a:pt x="488" y="0"/>
                  </a:moveTo>
                  <a:cubicBezTo>
                    <a:pt x="488" y="226"/>
                    <a:pt x="488" y="226"/>
                    <a:pt x="488" y="226"/>
                  </a:cubicBezTo>
                  <a:cubicBezTo>
                    <a:pt x="488" y="342"/>
                    <a:pt x="424" y="417"/>
                    <a:pt x="342" y="450"/>
                  </a:cubicBezTo>
                  <a:cubicBezTo>
                    <a:pt x="311" y="462"/>
                    <a:pt x="278" y="468"/>
                    <a:pt x="244" y="468"/>
                  </a:cubicBezTo>
                  <a:cubicBezTo>
                    <a:pt x="211" y="468"/>
                    <a:pt x="178" y="462"/>
                    <a:pt x="147" y="450"/>
                  </a:cubicBezTo>
                  <a:cubicBezTo>
                    <a:pt x="64" y="417"/>
                    <a:pt x="0" y="342"/>
                    <a:pt x="0" y="226"/>
                  </a:cubicBezTo>
                  <a:cubicBezTo>
                    <a:pt x="0" y="0"/>
                    <a:pt x="0" y="0"/>
                    <a:pt x="0" y="0"/>
                  </a:cubicBezTo>
                  <a:cubicBezTo>
                    <a:pt x="107" y="0"/>
                    <a:pt x="107" y="0"/>
                    <a:pt x="107" y="0"/>
                  </a:cubicBezTo>
                  <a:cubicBezTo>
                    <a:pt x="107" y="226"/>
                    <a:pt x="107" y="226"/>
                    <a:pt x="107" y="226"/>
                  </a:cubicBezTo>
                  <a:cubicBezTo>
                    <a:pt x="107" y="291"/>
                    <a:pt x="142" y="333"/>
                    <a:pt x="186" y="351"/>
                  </a:cubicBezTo>
                  <a:cubicBezTo>
                    <a:pt x="204" y="358"/>
                    <a:pt x="224" y="361"/>
                    <a:pt x="244" y="361"/>
                  </a:cubicBezTo>
                  <a:cubicBezTo>
                    <a:pt x="265" y="361"/>
                    <a:pt x="284" y="358"/>
                    <a:pt x="302" y="351"/>
                  </a:cubicBezTo>
                  <a:cubicBezTo>
                    <a:pt x="347" y="333"/>
                    <a:pt x="381" y="291"/>
                    <a:pt x="381" y="226"/>
                  </a:cubicBezTo>
                  <a:cubicBezTo>
                    <a:pt x="381" y="0"/>
                    <a:pt x="381" y="0"/>
                    <a:pt x="381" y="0"/>
                  </a:cubicBezTo>
                  <a:lnTo>
                    <a:pt x="48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29"/>
            <p:cNvSpPr>
              <a:spLocks/>
            </p:cNvSpPr>
            <p:nvPr/>
          </p:nvSpPr>
          <p:spPr bwMode="auto">
            <a:xfrm>
              <a:off x="8426333" y="2657466"/>
              <a:ext cx="1503257" cy="1443480"/>
            </a:xfrm>
            <a:custGeom>
              <a:avLst/>
              <a:gdLst>
                <a:gd name="T0" fmla="*/ 0 w 489"/>
                <a:gd name="T1" fmla="*/ 468 h 468"/>
                <a:gd name="T2" fmla="*/ 0 w 489"/>
                <a:gd name="T3" fmla="*/ 243 h 468"/>
                <a:gd name="T4" fmla="*/ 147 w 489"/>
                <a:gd name="T5" fmla="*/ 19 h 468"/>
                <a:gd name="T6" fmla="*/ 244 w 489"/>
                <a:gd name="T7" fmla="*/ 0 h 468"/>
                <a:gd name="T8" fmla="*/ 342 w 489"/>
                <a:gd name="T9" fmla="*/ 19 h 468"/>
                <a:gd name="T10" fmla="*/ 489 w 489"/>
                <a:gd name="T11" fmla="*/ 243 h 468"/>
                <a:gd name="T12" fmla="*/ 489 w 489"/>
                <a:gd name="T13" fmla="*/ 468 h 468"/>
                <a:gd name="T14" fmla="*/ 382 w 489"/>
                <a:gd name="T15" fmla="*/ 468 h 468"/>
                <a:gd name="T16" fmla="*/ 382 w 489"/>
                <a:gd name="T17" fmla="*/ 243 h 468"/>
                <a:gd name="T18" fmla="*/ 303 w 489"/>
                <a:gd name="T19" fmla="*/ 118 h 468"/>
                <a:gd name="T20" fmla="*/ 244 w 489"/>
                <a:gd name="T21" fmla="*/ 107 h 468"/>
                <a:gd name="T22" fmla="*/ 186 w 489"/>
                <a:gd name="T23" fmla="*/ 118 h 468"/>
                <a:gd name="T24" fmla="*/ 107 w 489"/>
                <a:gd name="T25" fmla="*/ 243 h 468"/>
                <a:gd name="T26" fmla="*/ 107 w 489"/>
                <a:gd name="T27" fmla="*/ 468 h 468"/>
                <a:gd name="T28" fmla="*/ 0 w 489"/>
                <a:gd name="T29" fmla="*/ 468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89" h="468">
                  <a:moveTo>
                    <a:pt x="0" y="468"/>
                  </a:moveTo>
                  <a:cubicBezTo>
                    <a:pt x="0" y="243"/>
                    <a:pt x="0" y="243"/>
                    <a:pt x="0" y="243"/>
                  </a:cubicBezTo>
                  <a:cubicBezTo>
                    <a:pt x="0" y="127"/>
                    <a:pt x="65" y="52"/>
                    <a:pt x="147" y="19"/>
                  </a:cubicBezTo>
                  <a:cubicBezTo>
                    <a:pt x="178" y="7"/>
                    <a:pt x="211" y="0"/>
                    <a:pt x="244" y="0"/>
                  </a:cubicBezTo>
                  <a:cubicBezTo>
                    <a:pt x="278" y="0"/>
                    <a:pt x="311" y="7"/>
                    <a:pt x="342" y="19"/>
                  </a:cubicBezTo>
                  <a:cubicBezTo>
                    <a:pt x="424" y="52"/>
                    <a:pt x="489" y="127"/>
                    <a:pt x="489" y="243"/>
                  </a:cubicBezTo>
                  <a:cubicBezTo>
                    <a:pt x="489" y="468"/>
                    <a:pt x="489" y="468"/>
                    <a:pt x="489" y="468"/>
                  </a:cubicBezTo>
                  <a:cubicBezTo>
                    <a:pt x="382" y="468"/>
                    <a:pt x="382" y="468"/>
                    <a:pt x="382" y="468"/>
                  </a:cubicBezTo>
                  <a:cubicBezTo>
                    <a:pt x="382" y="243"/>
                    <a:pt x="382" y="243"/>
                    <a:pt x="382" y="243"/>
                  </a:cubicBezTo>
                  <a:cubicBezTo>
                    <a:pt x="382" y="178"/>
                    <a:pt x="347" y="136"/>
                    <a:pt x="303" y="118"/>
                  </a:cubicBezTo>
                  <a:cubicBezTo>
                    <a:pt x="285" y="111"/>
                    <a:pt x="265" y="107"/>
                    <a:pt x="244" y="107"/>
                  </a:cubicBezTo>
                  <a:cubicBezTo>
                    <a:pt x="224" y="107"/>
                    <a:pt x="204" y="111"/>
                    <a:pt x="186" y="118"/>
                  </a:cubicBezTo>
                  <a:cubicBezTo>
                    <a:pt x="142" y="136"/>
                    <a:pt x="107" y="178"/>
                    <a:pt x="107" y="243"/>
                  </a:cubicBezTo>
                  <a:cubicBezTo>
                    <a:pt x="107" y="468"/>
                    <a:pt x="107" y="468"/>
                    <a:pt x="107" y="468"/>
                  </a:cubicBezTo>
                  <a:lnTo>
                    <a:pt x="0" y="4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26"/>
            <p:cNvSpPr>
              <a:spLocks/>
            </p:cNvSpPr>
            <p:nvPr/>
          </p:nvSpPr>
          <p:spPr bwMode="auto">
            <a:xfrm>
              <a:off x="4910578" y="4100946"/>
              <a:ext cx="1503257" cy="1443480"/>
            </a:xfrm>
            <a:custGeom>
              <a:avLst/>
              <a:gdLst>
                <a:gd name="T0" fmla="*/ 488 w 488"/>
                <a:gd name="T1" fmla="*/ 0 h 468"/>
                <a:gd name="T2" fmla="*/ 488 w 488"/>
                <a:gd name="T3" fmla="*/ 226 h 468"/>
                <a:gd name="T4" fmla="*/ 342 w 488"/>
                <a:gd name="T5" fmla="*/ 450 h 468"/>
                <a:gd name="T6" fmla="*/ 244 w 488"/>
                <a:gd name="T7" fmla="*/ 468 h 468"/>
                <a:gd name="T8" fmla="*/ 146 w 488"/>
                <a:gd name="T9" fmla="*/ 450 h 468"/>
                <a:gd name="T10" fmla="*/ 0 w 488"/>
                <a:gd name="T11" fmla="*/ 226 h 468"/>
                <a:gd name="T12" fmla="*/ 0 w 488"/>
                <a:gd name="T13" fmla="*/ 0 h 468"/>
                <a:gd name="T14" fmla="*/ 107 w 488"/>
                <a:gd name="T15" fmla="*/ 0 h 468"/>
                <a:gd name="T16" fmla="*/ 107 w 488"/>
                <a:gd name="T17" fmla="*/ 226 h 468"/>
                <a:gd name="T18" fmla="*/ 186 w 488"/>
                <a:gd name="T19" fmla="*/ 351 h 468"/>
                <a:gd name="T20" fmla="*/ 244 w 488"/>
                <a:gd name="T21" fmla="*/ 361 h 468"/>
                <a:gd name="T22" fmla="*/ 302 w 488"/>
                <a:gd name="T23" fmla="*/ 351 h 468"/>
                <a:gd name="T24" fmla="*/ 381 w 488"/>
                <a:gd name="T25" fmla="*/ 226 h 468"/>
                <a:gd name="T26" fmla="*/ 381 w 488"/>
                <a:gd name="T27" fmla="*/ 0 h 468"/>
                <a:gd name="T28" fmla="*/ 488 w 488"/>
                <a:gd name="T29"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88" h="468">
                  <a:moveTo>
                    <a:pt x="488" y="0"/>
                  </a:moveTo>
                  <a:cubicBezTo>
                    <a:pt x="488" y="226"/>
                    <a:pt x="488" y="226"/>
                    <a:pt x="488" y="226"/>
                  </a:cubicBezTo>
                  <a:cubicBezTo>
                    <a:pt x="488" y="342"/>
                    <a:pt x="424" y="417"/>
                    <a:pt x="342" y="450"/>
                  </a:cubicBezTo>
                  <a:cubicBezTo>
                    <a:pt x="311" y="462"/>
                    <a:pt x="277" y="468"/>
                    <a:pt x="244" y="468"/>
                  </a:cubicBezTo>
                  <a:cubicBezTo>
                    <a:pt x="211" y="468"/>
                    <a:pt x="178" y="462"/>
                    <a:pt x="146" y="450"/>
                  </a:cubicBezTo>
                  <a:cubicBezTo>
                    <a:pt x="64" y="417"/>
                    <a:pt x="0" y="342"/>
                    <a:pt x="0" y="226"/>
                  </a:cubicBezTo>
                  <a:cubicBezTo>
                    <a:pt x="0" y="0"/>
                    <a:pt x="0" y="0"/>
                    <a:pt x="0" y="0"/>
                  </a:cubicBezTo>
                  <a:cubicBezTo>
                    <a:pt x="107" y="0"/>
                    <a:pt x="107" y="0"/>
                    <a:pt x="107" y="0"/>
                  </a:cubicBezTo>
                  <a:cubicBezTo>
                    <a:pt x="107" y="226"/>
                    <a:pt x="107" y="226"/>
                    <a:pt x="107" y="226"/>
                  </a:cubicBezTo>
                  <a:cubicBezTo>
                    <a:pt x="107" y="291"/>
                    <a:pt x="142" y="333"/>
                    <a:pt x="186" y="351"/>
                  </a:cubicBezTo>
                  <a:cubicBezTo>
                    <a:pt x="204" y="358"/>
                    <a:pt x="224" y="361"/>
                    <a:pt x="244" y="361"/>
                  </a:cubicBezTo>
                  <a:cubicBezTo>
                    <a:pt x="264" y="361"/>
                    <a:pt x="284" y="358"/>
                    <a:pt x="302" y="351"/>
                  </a:cubicBezTo>
                  <a:cubicBezTo>
                    <a:pt x="347" y="333"/>
                    <a:pt x="381" y="291"/>
                    <a:pt x="381" y="226"/>
                  </a:cubicBezTo>
                  <a:cubicBezTo>
                    <a:pt x="381" y="0"/>
                    <a:pt x="381" y="0"/>
                    <a:pt x="381" y="0"/>
                  </a:cubicBezTo>
                  <a:lnTo>
                    <a:pt x="48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27"/>
            <p:cNvSpPr>
              <a:spLocks/>
            </p:cNvSpPr>
            <p:nvPr/>
          </p:nvSpPr>
          <p:spPr bwMode="auto">
            <a:xfrm>
              <a:off x="6083959" y="2657466"/>
              <a:ext cx="1501042" cy="1443480"/>
            </a:xfrm>
            <a:custGeom>
              <a:avLst/>
              <a:gdLst>
                <a:gd name="T0" fmla="*/ 0 w 488"/>
                <a:gd name="T1" fmla="*/ 468 h 468"/>
                <a:gd name="T2" fmla="*/ 0 w 488"/>
                <a:gd name="T3" fmla="*/ 243 h 468"/>
                <a:gd name="T4" fmla="*/ 147 w 488"/>
                <a:gd name="T5" fmla="*/ 19 h 468"/>
                <a:gd name="T6" fmla="*/ 244 w 488"/>
                <a:gd name="T7" fmla="*/ 0 h 468"/>
                <a:gd name="T8" fmla="*/ 342 w 488"/>
                <a:gd name="T9" fmla="*/ 19 h 468"/>
                <a:gd name="T10" fmla="*/ 488 w 488"/>
                <a:gd name="T11" fmla="*/ 243 h 468"/>
                <a:gd name="T12" fmla="*/ 488 w 488"/>
                <a:gd name="T13" fmla="*/ 468 h 468"/>
                <a:gd name="T14" fmla="*/ 381 w 488"/>
                <a:gd name="T15" fmla="*/ 468 h 468"/>
                <a:gd name="T16" fmla="*/ 381 w 488"/>
                <a:gd name="T17" fmla="*/ 243 h 468"/>
                <a:gd name="T18" fmla="*/ 302 w 488"/>
                <a:gd name="T19" fmla="*/ 118 h 468"/>
                <a:gd name="T20" fmla="*/ 244 w 488"/>
                <a:gd name="T21" fmla="*/ 107 h 468"/>
                <a:gd name="T22" fmla="*/ 186 w 488"/>
                <a:gd name="T23" fmla="*/ 118 h 468"/>
                <a:gd name="T24" fmla="*/ 107 w 488"/>
                <a:gd name="T25" fmla="*/ 243 h 468"/>
                <a:gd name="T26" fmla="*/ 107 w 488"/>
                <a:gd name="T27" fmla="*/ 468 h 468"/>
                <a:gd name="T28" fmla="*/ 0 w 488"/>
                <a:gd name="T29" fmla="*/ 468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88" h="468">
                  <a:moveTo>
                    <a:pt x="0" y="468"/>
                  </a:moveTo>
                  <a:cubicBezTo>
                    <a:pt x="0" y="243"/>
                    <a:pt x="0" y="243"/>
                    <a:pt x="0" y="243"/>
                  </a:cubicBezTo>
                  <a:cubicBezTo>
                    <a:pt x="0" y="127"/>
                    <a:pt x="64" y="52"/>
                    <a:pt x="147" y="19"/>
                  </a:cubicBezTo>
                  <a:cubicBezTo>
                    <a:pt x="178" y="7"/>
                    <a:pt x="211" y="0"/>
                    <a:pt x="244" y="0"/>
                  </a:cubicBezTo>
                  <a:cubicBezTo>
                    <a:pt x="277" y="0"/>
                    <a:pt x="311" y="7"/>
                    <a:pt x="342" y="19"/>
                  </a:cubicBezTo>
                  <a:cubicBezTo>
                    <a:pt x="424" y="52"/>
                    <a:pt x="488" y="127"/>
                    <a:pt x="488" y="243"/>
                  </a:cubicBezTo>
                  <a:cubicBezTo>
                    <a:pt x="488" y="468"/>
                    <a:pt x="488" y="468"/>
                    <a:pt x="488" y="468"/>
                  </a:cubicBezTo>
                  <a:cubicBezTo>
                    <a:pt x="381" y="468"/>
                    <a:pt x="381" y="468"/>
                    <a:pt x="381" y="468"/>
                  </a:cubicBezTo>
                  <a:cubicBezTo>
                    <a:pt x="381" y="243"/>
                    <a:pt x="381" y="243"/>
                    <a:pt x="381" y="243"/>
                  </a:cubicBezTo>
                  <a:cubicBezTo>
                    <a:pt x="381" y="178"/>
                    <a:pt x="347" y="136"/>
                    <a:pt x="302" y="118"/>
                  </a:cubicBezTo>
                  <a:cubicBezTo>
                    <a:pt x="284" y="111"/>
                    <a:pt x="264" y="107"/>
                    <a:pt x="244" y="107"/>
                  </a:cubicBezTo>
                  <a:cubicBezTo>
                    <a:pt x="224" y="107"/>
                    <a:pt x="204" y="111"/>
                    <a:pt x="186" y="118"/>
                  </a:cubicBezTo>
                  <a:cubicBezTo>
                    <a:pt x="142" y="136"/>
                    <a:pt x="107" y="178"/>
                    <a:pt x="107" y="243"/>
                  </a:cubicBezTo>
                  <a:cubicBezTo>
                    <a:pt x="107" y="468"/>
                    <a:pt x="107" y="468"/>
                    <a:pt x="107" y="468"/>
                  </a:cubicBezTo>
                  <a:lnTo>
                    <a:pt x="0" y="4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29"/>
            <p:cNvSpPr>
              <a:spLocks/>
            </p:cNvSpPr>
            <p:nvPr/>
          </p:nvSpPr>
          <p:spPr bwMode="auto">
            <a:xfrm>
              <a:off x="3738284" y="2657466"/>
              <a:ext cx="1503257" cy="1443480"/>
            </a:xfrm>
            <a:custGeom>
              <a:avLst/>
              <a:gdLst>
                <a:gd name="T0" fmla="*/ 0 w 489"/>
                <a:gd name="T1" fmla="*/ 468 h 468"/>
                <a:gd name="T2" fmla="*/ 0 w 489"/>
                <a:gd name="T3" fmla="*/ 243 h 468"/>
                <a:gd name="T4" fmla="*/ 147 w 489"/>
                <a:gd name="T5" fmla="*/ 19 h 468"/>
                <a:gd name="T6" fmla="*/ 244 w 489"/>
                <a:gd name="T7" fmla="*/ 0 h 468"/>
                <a:gd name="T8" fmla="*/ 342 w 489"/>
                <a:gd name="T9" fmla="*/ 19 h 468"/>
                <a:gd name="T10" fmla="*/ 489 w 489"/>
                <a:gd name="T11" fmla="*/ 243 h 468"/>
                <a:gd name="T12" fmla="*/ 489 w 489"/>
                <a:gd name="T13" fmla="*/ 468 h 468"/>
                <a:gd name="T14" fmla="*/ 382 w 489"/>
                <a:gd name="T15" fmla="*/ 468 h 468"/>
                <a:gd name="T16" fmla="*/ 382 w 489"/>
                <a:gd name="T17" fmla="*/ 243 h 468"/>
                <a:gd name="T18" fmla="*/ 303 w 489"/>
                <a:gd name="T19" fmla="*/ 118 h 468"/>
                <a:gd name="T20" fmla="*/ 244 w 489"/>
                <a:gd name="T21" fmla="*/ 107 h 468"/>
                <a:gd name="T22" fmla="*/ 186 w 489"/>
                <a:gd name="T23" fmla="*/ 118 h 468"/>
                <a:gd name="T24" fmla="*/ 107 w 489"/>
                <a:gd name="T25" fmla="*/ 243 h 468"/>
                <a:gd name="T26" fmla="*/ 107 w 489"/>
                <a:gd name="T27" fmla="*/ 468 h 468"/>
                <a:gd name="T28" fmla="*/ 0 w 489"/>
                <a:gd name="T29" fmla="*/ 468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89" h="468">
                  <a:moveTo>
                    <a:pt x="0" y="468"/>
                  </a:moveTo>
                  <a:cubicBezTo>
                    <a:pt x="0" y="243"/>
                    <a:pt x="0" y="243"/>
                    <a:pt x="0" y="243"/>
                  </a:cubicBezTo>
                  <a:cubicBezTo>
                    <a:pt x="0" y="127"/>
                    <a:pt x="65" y="52"/>
                    <a:pt x="147" y="19"/>
                  </a:cubicBezTo>
                  <a:cubicBezTo>
                    <a:pt x="178" y="7"/>
                    <a:pt x="211" y="0"/>
                    <a:pt x="244" y="0"/>
                  </a:cubicBezTo>
                  <a:cubicBezTo>
                    <a:pt x="278" y="0"/>
                    <a:pt x="311" y="7"/>
                    <a:pt x="342" y="19"/>
                  </a:cubicBezTo>
                  <a:cubicBezTo>
                    <a:pt x="424" y="52"/>
                    <a:pt x="489" y="127"/>
                    <a:pt x="489" y="243"/>
                  </a:cubicBezTo>
                  <a:cubicBezTo>
                    <a:pt x="489" y="468"/>
                    <a:pt x="489" y="468"/>
                    <a:pt x="489" y="468"/>
                  </a:cubicBezTo>
                  <a:cubicBezTo>
                    <a:pt x="382" y="468"/>
                    <a:pt x="382" y="468"/>
                    <a:pt x="382" y="468"/>
                  </a:cubicBezTo>
                  <a:cubicBezTo>
                    <a:pt x="382" y="243"/>
                    <a:pt x="382" y="243"/>
                    <a:pt x="382" y="243"/>
                  </a:cubicBezTo>
                  <a:cubicBezTo>
                    <a:pt x="382" y="178"/>
                    <a:pt x="347" y="136"/>
                    <a:pt x="303" y="118"/>
                  </a:cubicBezTo>
                  <a:cubicBezTo>
                    <a:pt x="285" y="111"/>
                    <a:pt x="265" y="107"/>
                    <a:pt x="244" y="107"/>
                  </a:cubicBezTo>
                  <a:cubicBezTo>
                    <a:pt x="224" y="107"/>
                    <a:pt x="204" y="111"/>
                    <a:pt x="186" y="118"/>
                  </a:cubicBezTo>
                  <a:cubicBezTo>
                    <a:pt x="142" y="136"/>
                    <a:pt x="107" y="178"/>
                    <a:pt x="107" y="243"/>
                  </a:cubicBezTo>
                  <a:cubicBezTo>
                    <a:pt x="107" y="468"/>
                    <a:pt x="107" y="468"/>
                    <a:pt x="107" y="468"/>
                  </a:cubicBezTo>
                  <a:lnTo>
                    <a:pt x="0" y="4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 name="椭圆 1"/>
          <p:cNvSpPr/>
          <p:nvPr/>
        </p:nvSpPr>
        <p:spPr>
          <a:xfrm>
            <a:off x="1524622" y="2786085"/>
            <a:ext cx="936000" cy="936000"/>
          </a:xfrm>
          <a:prstGeom prst="ellipse">
            <a:avLst/>
          </a:prstGeom>
          <a:solidFill>
            <a:srgbClr val="AA7B51"/>
          </a:solidFill>
          <a:ln w="28575">
            <a:solidFill>
              <a:schemeClr val="bg1"/>
            </a:solidFill>
          </a:ln>
          <a:effectLst>
            <a:outerShdw blurRad="101600" dist="38100" dir="2700000" algn="tl" rotWithShape="0">
              <a:prstClr val="black">
                <a:alpha val="3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 name="椭圆 26"/>
          <p:cNvSpPr/>
          <p:nvPr/>
        </p:nvSpPr>
        <p:spPr>
          <a:xfrm>
            <a:off x="3865770" y="2786085"/>
            <a:ext cx="936000" cy="936000"/>
          </a:xfrm>
          <a:prstGeom prst="ellipse">
            <a:avLst/>
          </a:prstGeom>
          <a:solidFill>
            <a:srgbClr val="F26D64"/>
          </a:solidFill>
          <a:ln w="28575">
            <a:solidFill>
              <a:schemeClr val="bg1"/>
            </a:solidFill>
          </a:ln>
          <a:effectLst>
            <a:outerShdw blurRad="101600" dist="38100" dir="2700000" algn="tl" rotWithShape="0">
              <a:prstClr val="black">
                <a:alpha val="3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椭圆 27"/>
          <p:cNvSpPr/>
          <p:nvPr/>
        </p:nvSpPr>
        <p:spPr>
          <a:xfrm>
            <a:off x="6206918" y="2786085"/>
            <a:ext cx="936000" cy="936000"/>
          </a:xfrm>
          <a:prstGeom prst="ellipse">
            <a:avLst/>
          </a:prstGeom>
          <a:solidFill>
            <a:srgbClr val="5EC6D3"/>
          </a:solidFill>
          <a:ln w="28575">
            <a:solidFill>
              <a:schemeClr val="bg1"/>
            </a:solidFill>
          </a:ln>
          <a:effectLst>
            <a:outerShdw blurRad="101600" dist="38100" dir="2700000" algn="tl" rotWithShape="0">
              <a:prstClr val="black">
                <a:alpha val="3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 name="椭圆 28"/>
          <p:cNvSpPr/>
          <p:nvPr/>
        </p:nvSpPr>
        <p:spPr>
          <a:xfrm>
            <a:off x="8548065" y="2786085"/>
            <a:ext cx="936000" cy="936000"/>
          </a:xfrm>
          <a:prstGeom prst="ellipse">
            <a:avLst/>
          </a:prstGeom>
          <a:solidFill>
            <a:srgbClr val="9BBB40"/>
          </a:solidFill>
          <a:ln w="28575">
            <a:solidFill>
              <a:schemeClr val="bg1"/>
            </a:solidFill>
          </a:ln>
          <a:effectLst>
            <a:outerShdw blurRad="101600" dist="38100" dir="2700000" algn="tl" rotWithShape="0">
              <a:prstClr val="black">
                <a:alpha val="3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 name="椭圆 29"/>
          <p:cNvSpPr/>
          <p:nvPr/>
        </p:nvSpPr>
        <p:spPr>
          <a:xfrm>
            <a:off x="2679543" y="4201803"/>
            <a:ext cx="936000" cy="936000"/>
          </a:xfrm>
          <a:prstGeom prst="ellipse">
            <a:avLst/>
          </a:prstGeom>
          <a:solidFill>
            <a:srgbClr val="F8841D"/>
          </a:solidFill>
          <a:ln w="28575">
            <a:solidFill>
              <a:schemeClr val="bg1"/>
            </a:solidFill>
          </a:ln>
          <a:effectLst>
            <a:outerShdw blurRad="101600" dist="38100" dir="2700000" algn="tl" rotWithShape="0">
              <a:prstClr val="black">
                <a:alpha val="3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 name="椭圆 33"/>
          <p:cNvSpPr/>
          <p:nvPr/>
        </p:nvSpPr>
        <p:spPr>
          <a:xfrm>
            <a:off x="5033473" y="4201803"/>
            <a:ext cx="936000" cy="936000"/>
          </a:xfrm>
          <a:prstGeom prst="ellipse">
            <a:avLst/>
          </a:prstGeom>
          <a:solidFill>
            <a:srgbClr val="546E7A"/>
          </a:solidFill>
          <a:ln w="28575">
            <a:solidFill>
              <a:schemeClr val="bg1"/>
            </a:solidFill>
          </a:ln>
          <a:effectLst>
            <a:outerShdw blurRad="101600" dist="38100" dir="2700000" algn="tl" rotWithShape="0">
              <a:prstClr val="black">
                <a:alpha val="3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椭圆 34"/>
          <p:cNvSpPr/>
          <p:nvPr/>
        </p:nvSpPr>
        <p:spPr>
          <a:xfrm>
            <a:off x="7387403" y="4201803"/>
            <a:ext cx="936000" cy="936000"/>
          </a:xfrm>
          <a:prstGeom prst="ellipse">
            <a:avLst/>
          </a:prstGeom>
          <a:solidFill>
            <a:srgbClr val="936CAF"/>
          </a:solidFill>
          <a:ln w="28575">
            <a:solidFill>
              <a:schemeClr val="bg1"/>
            </a:solidFill>
          </a:ln>
          <a:effectLst>
            <a:outerShdw blurRad="101600" dist="38100" dir="2700000" algn="tl" rotWithShape="0">
              <a:prstClr val="black">
                <a:alpha val="3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 name="椭圆 35"/>
          <p:cNvSpPr/>
          <p:nvPr/>
        </p:nvSpPr>
        <p:spPr>
          <a:xfrm>
            <a:off x="9741332" y="4201803"/>
            <a:ext cx="936000" cy="936000"/>
          </a:xfrm>
          <a:prstGeom prst="ellipse">
            <a:avLst/>
          </a:prstGeom>
          <a:solidFill>
            <a:srgbClr val="219980"/>
          </a:solidFill>
          <a:ln w="28575">
            <a:solidFill>
              <a:schemeClr val="bg1"/>
            </a:solidFill>
          </a:ln>
          <a:effectLst>
            <a:outerShdw blurRad="101600" dist="38100" dir="2700000" algn="tl" rotWithShape="0">
              <a:prstClr val="black">
                <a:alpha val="3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2" name="文本框 51"/>
          <p:cNvSpPr txBox="1"/>
          <p:nvPr/>
        </p:nvSpPr>
        <p:spPr>
          <a:xfrm>
            <a:off x="1074622" y="1653045"/>
            <a:ext cx="1836000" cy="830997"/>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ctr">
              <a:lnSpc>
                <a:spcPct val="120000"/>
              </a:lnSpc>
            </a:pPr>
            <a:r>
              <a:rPr lang="zh-CN" altLang="en-US" sz="1600" dirty="0">
                <a:solidFill>
                  <a:schemeClr val="tx1">
                    <a:lumMod val="65000"/>
                    <a:lumOff val="35000"/>
                  </a:schemeClr>
                </a:solidFill>
              </a:rPr>
              <a:t>添加内容</a:t>
            </a:r>
          </a:p>
        </p:txBody>
      </p:sp>
      <p:sp>
        <p:nvSpPr>
          <p:cNvPr id="53" name="文本框 52"/>
          <p:cNvSpPr txBox="1"/>
          <p:nvPr/>
        </p:nvSpPr>
        <p:spPr>
          <a:xfrm>
            <a:off x="3388282" y="1653045"/>
            <a:ext cx="1836000" cy="830997"/>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ctr">
              <a:lnSpc>
                <a:spcPct val="120000"/>
              </a:lnSpc>
            </a:pPr>
            <a:r>
              <a:rPr lang="zh-CN" altLang="en-US" sz="1600" dirty="0">
                <a:solidFill>
                  <a:schemeClr val="tx1">
                    <a:lumMod val="65000"/>
                    <a:lumOff val="35000"/>
                  </a:schemeClr>
                </a:solidFill>
              </a:rPr>
              <a:t>添加内容</a:t>
            </a:r>
          </a:p>
        </p:txBody>
      </p:sp>
      <p:sp>
        <p:nvSpPr>
          <p:cNvPr id="54" name="文本框 53"/>
          <p:cNvSpPr txBox="1"/>
          <p:nvPr/>
        </p:nvSpPr>
        <p:spPr>
          <a:xfrm>
            <a:off x="5701942" y="1653045"/>
            <a:ext cx="1836000" cy="830997"/>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ctr">
              <a:lnSpc>
                <a:spcPct val="120000"/>
              </a:lnSpc>
            </a:pPr>
            <a:r>
              <a:rPr lang="zh-CN" altLang="en-US" sz="1600" dirty="0">
                <a:solidFill>
                  <a:schemeClr val="tx1">
                    <a:lumMod val="65000"/>
                    <a:lumOff val="35000"/>
                  </a:schemeClr>
                </a:solidFill>
              </a:rPr>
              <a:t>添加内容</a:t>
            </a:r>
          </a:p>
        </p:txBody>
      </p:sp>
      <p:sp>
        <p:nvSpPr>
          <p:cNvPr id="55" name="文本框 54"/>
          <p:cNvSpPr txBox="1"/>
          <p:nvPr/>
        </p:nvSpPr>
        <p:spPr>
          <a:xfrm>
            <a:off x="8015603" y="1653045"/>
            <a:ext cx="1836000" cy="830997"/>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ctr">
              <a:lnSpc>
                <a:spcPct val="120000"/>
              </a:lnSpc>
            </a:pPr>
            <a:r>
              <a:rPr lang="zh-CN" altLang="en-US" sz="1600" dirty="0">
                <a:solidFill>
                  <a:schemeClr val="tx1">
                    <a:lumMod val="65000"/>
                    <a:lumOff val="35000"/>
                  </a:schemeClr>
                </a:solidFill>
              </a:rPr>
              <a:t>添加内容</a:t>
            </a:r>
          </a:p>
        </p:txBody>
      </p:sp>
      <p:sp>
        <p:nvSpPr>
          <p:cNvPr id="56" name="文本框 55"/>
          <p:cNvSpPr txBox="1"/>
          <p:nvPr/>
        </p:nvSpPr>
        <p:spPr>
          <a:xfrm>
            <a:off x="2229543" y="5471683"/>
            <a:ext cx="1836000" cy="830997"/>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ctr">
              <a:lnSpc>
                <a:spcPct val="120000"/>
              </a:lnSpc>
            </a:pPr>
            <a:r>
              <a:rPr lang="zh-CN" altLang="en-US" sz="1600" dirty="0">
                <a:solidFill>
                  <a:schemeClr val="tx1">
                    <a:lumMod val="65000"/>
                    <a:lumOff val="35000"/>
                  </a:schemeClr>
                </a:solidFill>
              </a:rPr>
              <a:t>添加内容</a:t>
            </a:r>
          </a:p>
        </p:txBody>
      </p:sp>
      <p:sp>
        <p:nvSpPr>
          <p:cNvPr id="57" name="文本框 56"/>
          <p:cNvSpPr txBox="1"/>
          <p:nvPr/>
        </p:nvSpPr>
        <p:spPr>
          <a:xfrm>
            <a:off x="4583473" y="5471683"/>
            <a:ext cx="1836000" cy="830997"/>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ctr">
              <a:lnSpc>
                <a:spcPct val="120000"/>
              </a:lnSpc>
            </a:pPr>
            <a:r>
              <a:rPr lang="zh-CN" altLang="en-US" sz="1600" dirty="0">
                <a:solidFill>
                  <a:schemeClr val="tx1">
                    <a:lumMod val="65000"/>
                    <a:lumOff val="35000"/>
                  </a:schemeClr>
                </a:solidFill>
              </a:rPr>
              <a:t>添加内容</a:t>
            </a:r>
          </a:p>
        </p:txBody>
      </p:sp>
      <p:sp>
        <p:nvSpPr>
          <p:cNvPr id="58" name="文本框 57"/>
          <p:cNvSpPr txBox="1"/>
          <p:nvPr/>
        </p:nvSpPr>
        <p:spPr>
          <a:xfrm>
            <a:off x="6937403" y="5471683"/>
            <a:ext cx="1836000" cy="830997"/>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ctr">
              <a:lnSpc>
                <a:spcPct val="120000"/>
              </a:lnSpc>
            </a:pPr>
            <a:r>
              <a:rPr lang="zh-CN" altLang="en-US" sz="1600" dirty="0">
                <a:solidFill>
                  <a:schemeClr val="tx1">
                    <a:lumMod val="65000"/>
                    <a:lumOff val="35000"/>
                  </a:schemeClr>
                </a:solidFill>
              </a:rPr>
              <a:t>添加内容</a:t>
            </a:r>
          </a:p>
        </p:txBody>
      </p:sp>
      <p:sp>
        <p:nvSpPr>
          <p:cNvPr id="59" name="文本框 58"/>
          <p:cNvSpPr txBox="1"/>
          <p:nvPr/>
        </p:nvSpPr>
        <p:spPr>
          <a:xfrm>
            <a:off x="9291332" y="5471683"/>
            <a:ext cx="1836000" cy="830997"/>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ctr">
              <a:lnSpc>
                <a:spcPct val="120000"/>
              </a:lnSpc>
            </a:pPr>
            <a:r>
              <a:rPr lang="zh-CN" altLang="en-US" sz="1600" dirty="0">
                <a:solidFill>
                  <a:schemeClr val="tx1">
                    <a:lumMod val="65000"/>
                    <a:lumOff val="35000"/>
                  </a:schemeClr>
                </a:solidFill>
              </a:rPr>
              <a:t>添加内容</a:t>
            </a:r>
          </a:p>
        </p:txBody>
      </p:sp>
      <p:sp>
        <p:nvSpPr>
          <p:cNvPr id="5" name="文本框 4"/>
          <p:cNvSpPr txBox="1"/>
          <p:nvPr/>
        </p:nvSpPr>
        <p:spPr>
          <a:xfrm>
            <a:off x="1584331" y="2995973"/>
            <a:ext cx="806631" cy="461665"/>
          </a:xfrm>
          <a:prstGeom prst="rect">
            <a:avLst/>
          </a:prstGeom>
          <a:noFill/>
        </p:spPr>
        <p:txBody>
          <a:bodyPr wrap="none" rtlCol="0">
            <a:spAutoFit/>
          </a:bodyPr>
          <a:lstStyle/>
          <a:p>
            <a:r>
              <a:rPr lang="en-US" altLang="zh-CN" sz="2400" dirty="0">
                <a:solidFill>
                  <a:schemeClr val="bg1"/>
                </a:solidFill>
              </a:rPr>
              <a:t>2011</a:t>
            </a:r>
            <a:endParaRPr lang="zh-CN" altLang="en-US" sz="2400" dirty="0">
              <a:solidFill>
                <a:schemeClr val="bg1"/>
              </a:solidFill>
            </a:endParaRPr>
          </a:p>
        </p:txBody>
      </p:sp>
      <p:sp>
        <p:nvSpPr>
          <p:cNvPr id="60" name="文本框 59"/>
          <p:cNvSpPr txBox="1"/>
          <p:nvPr/>
        </p:nvSpPr>
        <p:spPr>
          <a:xfrm>
            <a:off x="3930454" y="2995973"/>
            <a:ext cx="806631" cy="461665"/>
          </a:xfrm>
          <a:prstGeom prst="rect">
            <a:avLst/>
          </a:prstGeom>
          <a:noFill/>
        </p:spPr>
        <p:txBody>
          <a:bodyPr wrap="none" rtlCol="0">
            <a:spAutoFit/>
          </a:bodyPr>
          <a:lstStyle/>
          <a:p>
            <a:r>
              <a:rPr lang="en-US" altLang="zh-CN" sz="2400" dirty="0">
                <a:solidFill>
                  <a:schemeClr val="bg1"/>
                </a:solidFill>
              </a:rPr>
              <a:t>2013</a:t>
            </a:r>
            <a:endParaRPr lang="zh-CN" altLang="en-US" sz="2400" dirty="0">
              <a:solidFill>
                <a:schemeClr val="bg1"/>
              </a:solidFill>
            </a:endParaRPr>
          </a:p>
        </p:txBody>
      </p:sp>
      <p:sp>
        <p:nvSpPr>
          <p:cNvPr id="61" name="文本框 60"/>
          <p:cNvSpPr txBox="1"/>
          <p:nvPr/>
        </p:nvSpPr>
        <p:spPr>
          <a:xfrm>
            <a:off x="6273765" y="2995973"/>
            <a:ext cx="806631" cy="461665"/>
          </a:xfrm>
          <a:prstGeom prst="rect">
            <a:avLst/>
          </a:prstGeom>
          <a:noFill/>
        </p:spPr>
        <p:txBody>
          <a:bodyPr wrap="none" rtlCol="0">
            <a:spAutoFit/>
          </a:bodyPr>
          <a:lstStyle/>
          <a:p>
            <a:r>
              <a:rPr lang="en-US" altLang="zh-CN" sz="2400" dirty="0">
                <a:solidFill>
                  <a:schemeClr val="bg1"/>
                </a:solidFill>
              </a:rPr>
              <a:t>2015</a:t>
            </a:r>
            <a:endParaRPr lang="zh-CN" altLang="en-US" sz="2400" dirty="0">
              <a:solidFill>
                <a:schemeClr val="bg1"/>
              </a:solidFill>
            </a:endParaRPr>
          </a:p>
        </p:txBody>
      </p:sp>
      <p:sp>
        <p:nvSpPr>
          <p:cNvPr id="62" name="文本框 61"/>
          <p:cNvSpPr txBox="1"/>
          <p:nvPr/>
        </p:nvSpPr>
        <p:spPr>
          <a:xfrm>
            <a:off x="8612749" y="2995973"/>
            <a:ext cx="806631" cy="461665"/>
          </a:xfrm>
          <a:prstGeom prst="rect">
            <a:avLst/>
          </a:prstGeom>
          <a:noFill/>
        </p:spPr>
        <p:txBody>
          <a:bodyPr wrap="none" rtlCol="0">
            <a:spAutoFit/>
          </a:bodyPr>
          <a:lstStyle/>
          <a:p>
            <a:r>
              <a:rPr lang="en-US" altLang="zh-CN" sz="2400" dirty="0">
                <a:solidFill>
                  <a:schemeClr val="bg1"/>
                </a:solidFill>
              </a:rPr>
              <a:t>2017</a:t>
            </a:r>
            <a:endParaRPr lang="zh-CN" altLang="en-US" sz="2400" dirty="0">
              <a:solidFill>
                <a:schemeClr val="bg1"/>
              </a:solidFill>
            </a:endParaRPr>
          </a:p>
        </p:txBody>
      </p:sp>
      <p:sp>
        <p:nvSpPr>
          <p:cNvPr id="63" name="文本框 62"/>
          <p:cNvSpPr txBox="1"/>
          <p:nvPr/>
        </p:nvSpPr>
        <p:spPr>
          <a:xfrm>
            <a:off x="2758637" y="4438697"/>
            <a:ext cx="806631" cy="461665"/>
          </a:xfrm>
          <a:prstGeom prst="rect">
            <a:avLst/>
          </a:prstGeom>
          <a:noFill/>
        </p:spPr>
        <p:txBody>
          <a:bodyPr wrap="none" rtlCol="0">
            <a:spAutoFit/>
          </a:bodyPr>
          <a:lstStyle/>
          <a:p>
            <a:r>
              <a:rPr lang="en-US" altLang="zh-CN" sz="2400" dirty="0">
                <a:solidFill>
                  <a:schemeClr val="bg1"/>
                </a:solidFill>
              </a:rPr>
              <a:t>2012</a:t>
            </a:r>
            <a:endParaRPr lang="zh-CN" altLang="en-US" sz="2400" dirty="0">
              <a:solidFill>
                <a:schemeClr val="bg1"/>
              </a:solidFill>
            </a:endParaRPr>
          </a:p>
        </p:txBody>
      </p:sp>
      <p:sp>
        <p:nvSpPr>
          <p:cNvPr id="64" name="文本框 63"/>
          <p:cNvSpPr txBox="1"/>
          <p:nvPr/>
        </p:nvSpPr>
        <p:spPr>
          <a:xfrm>
            <a:off x="5104760" y="4438697"/>
            <a:ext cx="806631" cy="461665"/>
          </a:xfrm>
          <a:prstGeom prst="rect">
            <a:avLst/>
          </a:prstGeom>
          <a:noFill/>
        </p:spPr>
        <p:txBody>
          <a:bodyPr wrap="none" rtlCol="0">
            <a:spAutoFit/>
          </a:bodyPr>
          <a:lstStyle/>
          <a:p>
            <a:r>
              <a:rPr lang="en-US" altLang="zh-CN" sz="2400" dirty="0">
                <a:solidFill>
                  <a:schemeClr val="bg1"/>
                </a:solidFill>
              </a:rPr>
              <a:t>2014</a:t>
            </a:r>
            <a:endParaRPr lang="zh-CN" altLang="en-US" sz="2400" dirty="0">
              <a:solidFill>
                <a:schemeClr val="bg1"/>
              </a:solidFill>
            </a:endParaRPr>
          </a:p>
        </p:txBody>
      </p:sp>
      <p:sp>
        <p:nvSpPr>
          <p:cNvPr id="65" name="文本框 64"/>
          <p:cNvSpPr txBox="1"/>
          <p:nvPr/>
        </p:nvSpPr>
        <p:spPr>
          <a:xfrm>
            <a:off x="7448071" y="4438697"/>
            <a:ext cx="806631" cy="461665"/>
          </a:xfrm>
          <a:prstGeom prst="rect">
            <a:avLst/>
          </a:prstGeom>
          <a:noFill/>
        </p:spPr>
        <p:txBody>
          <a:bodyPr wrap="none" rtlCol="0">
            <a:spAutoFit/>
          </a:bodyPr>
          <a:lstStyle/>
          <a:p>
            <a:r>
              <a:rPr lang="en-US" altLang="zh-CN" sz="2400" dirty="0">
                <a:solidFill>
                  <a:schemeClr val="bg1"/>
                </a:solidFill>
              </a:rPr>
              <a:t>2016</a:t>
            </a:r>
            <a:endParaRPr lang="zh-CN" altLang="en-US" sz="2400" dirty="0">
              <a:solidFill>
                <a:schemeClr val="bg1"/>
              </a:solidFill>
            </a:endParaRPr>
          </a:p>
        </p:txBody>
      </p:sp>
      <p:sp>
        <p:nvSpPr>
          <p:cNvPr id="66" name="文本框 65"/>
          <p:cNvSpPr txBox="1"/>
          <p:nvPr/>
        </p:nvSpPr>
        <p:spPr>
          <a:xfrm>
            <a:off x="9787055" y="4438697"/>
            <a:ext cx="806631" cy="461665"/>
          </a:xfrm>
          <a:prstGeom prst="rect">
            <a:avLst/>
          </a:prstGeom>
          <a:noFill/>
        </p:spPr>
        <p:txBody>
          <a:bodyPr wrap="none" rtlCol="0">
            <a:spAutoFit/>
          </a:bodyPr>
          <a:lstStyle/>
          <a:p>
            <a:r>
              <a:rPr lang="en-US" altLang="zh-CN" sz="2400" dirty="0">
                <a:solidFill>
                  <a:schemeClr val="bg1"/>
                </a:solidFill>
              </a:rPr>
              <a:t>2018</a:t>
            </a:r>
            <a:endParaRPr lang="zh-CN" altLang="en-US" sz="2400" dirty="0">
              <a:solidFill>
                <a:schemeClr val="bg1"/>
              </a:solidFill>
            </a:endParaRPr>
          </a:p>
        </p:txBody>
      </p:sp>
      <p:sp>
        <p:nvSpPr>
          <p:cNvPr id="50" name="矩形 39"/>
          <p:cNvSpPr/>
          <p:nvPr/>
        </p:nvSpPr>
        <p:spPr>
          <a:xfrm>
            <a:off x="0" y="203088"/>
            <a:ext cx="1261884" cy="523220"/>
          </a:xfrm>
          <a:prstGeom prst="rect">
            <a:avLst/>
          </a:prstGeom>
          <a:noFill/>
        </p:spPr>
        <p:txBody>
          <a:bodyPr wrap="none" rtlCol="0">
            <a:spAutoFit/>
          </a:bodyPr>
          <a:lstStyle/>
          <a:p>
            <a:r>
              <a:rPr lang="zh-CN" altLang="en-US" sz="2800" b="1" dirty="0">
                <a:solidFill>
                  <a:schemeClr val="tx1">
                    <a:lumMod val="65000"/>
                    <a:lumOff val="35000"/>
                  </a:schemeClr>
                </a:solidFill>
              </a:rPr>
              <a:t>时间线</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2551345354"/>
      </p:ext>
    </p:extLst>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5"/>
          <p:cNvSpPr>
            <a:spLocks/>
          </p:cNvSpPr>
          <p:nvPr/>
        </p:nvSpPr>
        <p:spPr bwMode="auto">
          <a:xfrm>
            <a:off x="1408894" y="3984625"/>
            <a:ext cx="9755188" cy="36000"/>
          </a:xfrm>
          <a:custGeom>
            <a:avLst/>
            <a:gdLst>
              <a:gd name="T0" fmla="*/ 3446 w 3448"/>
              <a:gd name="T1" fmla="*/ 4 h 4"/>
              <a:gd name="T2" fmla="*/ 2 w 3448"/>
              <a:gd name="T3" fmla="*/ 4 h 4"/>
              <a:gd name="T4" fmla="*/ 0 w 3448"/>
              <a:gd name="T5" fmla="*/ 2 h 4"/>
              <a:gd name="T6" fmla="*/ 2 w 3448"/>
              <a:gd name="T7" fmla="*/ 0 h 4"/>
              <a:gd name="T8" fmla="*/ 3446 w 3448"/>
              <a:gd name="T9" fmla="*/ 0 h 4"/>
              <a:gd name="T10" fmla="*/ 3448 w 3448"/>
              <a:gd name="T11" fmla="*/ 2 h 4"/>
              <a:gd name="T12" fmla="*/ 3446 w 3448"/>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3448" h="4">
                <a:moveTo>
                  <a:pt x="3446" y="4"/>
                </a:moveTo>
                <a:cubicBezTo>
                  <a:pt x="2" y="4"/>
                  <a:pt x="2" y="4"/>
                  <a:pt x="2" y="4"/>
                </a:cubicBezTo>
                <a:cubicBezTo>
                  <a:pt x="1" y="4"/>
                  <a:pt x="0" y="3"/>
                  <a:pt x="0" y="2"/>
                </a:cubicBezTo>
                <a:cubicBezTo>
                  <a:pt x="0" y="0"/>
                  <a:pt x="1" y="0"/>
                  <a:pt x="2" y="0"/>
                </a:cubicBezTo>
                <a:cubicBezTo>
                  <a:pt x="3446" y="0"/>
                  <a:pt x="3446" y="0"/>
                  <a:pt x="3446" y="0"/>
                </a:cubicBezTo>
                <a:cubicBezTo>
                  <a:pt x="3447" y="0"/>
                  <a:pt x="3448" y="0"/>
                  <a:pt x="3448" y="2"/>
                </a:cubicBezTo>
                <a:cubicBezTo>
                  <a:pt x="3448" y="3"/>
                  <a:pt x="3447" y="4"/>
                  <a:pt x="3446" y="4"/>
                </a:cubicBezTo>
                <a:close/>
              </a:path>
            </a:pathLst>
          </a:custGeom>
          <a:solidFill>
            <a:srgbClr val="6D6E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6"/>
          <p:cNvSpPr>
            <a:spLocks noEditPoints="1"/>
          </p:cNvSpPr>
          <p:nvPr/>
        </p:nvSpPr>
        <p:spPr bwMode="auto">
          <a:xfrm>
            <a:off x="2791607" y="3543301"/>
            <a:ext cx="892175" cy="890588"/>
          </a:xfrm>
          <a:custGeom>
            <a:avLst/>
            <a:gdLst>
              <a:gd name="T0" fmla="*/ 157 w 315"/>
              <a:gd name="T1" fmla="*/ 315 h 315"/>
              <a:gd name="T2" fmla="*/ 0 w 315"/>
              <a:gd name="T3" fmla="*/ 158 h 315"/>
              <a:gd name="T4" fmla="*/ 157 w 315"/>
              <a:gd name="T5" fmla="*/ 0 h 315"/>
              <a:gd name="T6" fmla="*/ 315 w 315"/>
              <a:gd name="T7" fmla="*/ 158 h 315"/>
              <a:gd name="T8" fmla="*/ 157 w 315"/>
              <a:gd name="T9" fmla="*/ 315 h 315"/>
              <a:gd name="T10" fmla="*/ 157 w 315"/>
              <a:gd name="T11" fmla="*/ 4 h 315"/>
              <a:gd name="T12" fmla="*/ 4 w 315"/>
              <a:gd name="T13" fmla="*/ 158 h 315"/>
              <a:gd name="T14" fmla="*/ 157 w 315"/>
              <a:gd name="T15" fmla="*/ 311 h 315"/>
              <a:gd name="T16" fmla="*/ 311 w 315"/>
              <a:gd name="T17" fmla="*/ 158 h 315"/>
              <a:gd name="T18" fmla="*/ 157 w 315"/>
              <a:gd name="T19" fmla="*/ 4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5" h="315">
                <a:moveTo>
                  <a:pt x="157" y="315"/>
                </a:moveTo>
                <a:cubicBezTo>
                  <a:pt x="70" y="315"/>
                  <a:pt x="0" y="244"/>
                  <a:pt x="0" y="158"/>
                </a:cubicBezTo>
                <a:cubicBezTo>
                  <a:pt x="0" y="71"/>
                  <a:pt x="70" y="0"/>
                  <a:pt x="157" y="0"/>
                </a:cubicBezTo>
                <a:cubicBezTo>
                  <a:pt x="244" y="0"/>
                  <a:pt x="315" y="71"/>
                  <a:pt x="315" y="158"/>
                </a:cubicBezTo>
                <a:cubicBezTo>
                  <a:pt x="315" y="244"/>
                  <a:pt x="244" y="315"/>
                  <a:pt x="157" y="315"/>
                </a:cubicBezTo>
                <a:close/>
                <a:moveTo>
                  <a:pt x="157" y="4"/>
                </a:moveTo>
                <a:cubicBezTo>
                  <a:pt x="73" y="4"/>
                  <a:pt x="4" y="73"/>
                  <a:pt x="4" y="158"/>
                </a:cubicBezTo>
                <a:cubicBezTo>
                  <a:pt x="4" y="242"/>
                  <a:pt x="73" y="311"/>
                  <a:pt x="157" y="311"/>
                </a:cubicBezTo>
                <a:cubicBezTo>
                  <a:pt x="242" y="311"/>
                  <a:pt x="311" y="242"/>
                  <a:pt x="311" y="158"/>
                </a:cubicBezTo>
                <a:cubicBezTo>
                  <a:pt x="311" y="73"/>
                  <a:pt x="242" y="4"/>
                  <a:pt x="157" y="4"/>
                </a:cubicBezTo>
                <a:close/>
              </a:path>
            </a:pathLst>
          </a:custGeom>
          <a:solidFill>
            <a:srgbClr val="6D6E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7"/>
          <p:cNvSpPr>
            <a:spLocks noEditPoints="1"/>
          </p:cNvSpPr>
          <p:nvPr/>
        </p:nvSpPr>
        <p:spPr bwMode="auto">
          <a:xfrm>
            <a:off x="2964644" y="3714751"/>
            <a:ext cx="546100" cy="547688"/>
          </a:xfrm>
          <a:custGeom>
            <a:avLst/>
            <a:gdLst>
              <a:gd name="T0" fmla="*/ 96 w 193"/>
              <a:gd name="T1" fmla="*/ 193 h 193"/>
              <a:gd name="T2" fmla="*/ 0 w 193"/>
              <a:gd name="T3" fmla="*/ 97 h 193"/>
              <a:gd name="T4" fmla="*/ 96 w 193"/>
              <a:gd name="T5" fmla="*/ 0 h 193"/>
              <a:gd name="T6" fmla="*/ 193 w 193"/>
              <a:gd name="T7" fmla="*/ 97 h 193"/>
              <a:gd name="T8" fmla="*/ 96 w 193"/>
              <a:gd name="T9" fmla="*/ 193 h 193"/>
              <a:gd name="T10" fmla="*/ 96 w 193"/>
              <a:gd name="T11" fmla="*/ 12 h 193"/>
              <a:gd name="T12" fmla="*/ 12 w 193"/>
              <a:gd name="T13" fmla="*/ 97 h 193"/>
              <a:gd name="T14" fmla="*/ 96 w 193"/>
              <a:gd name="T15" fmla="*/ 181 h 193"/>
              <a:gd name="T16" fmla="*/ 181 w 193"/>
              <a:gd name="T17" fmla="*/ 97 h 193"/>
              <a:gd name="T18" fmla="*/ 96 w 193"/>
              <a:gd name="T19" fmla="*/ 12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3" h="193">
                <a:moveTo>
                  <a:pt x="96" y="193"/>
                </a:moveTo>
                <a:cubicBezTo>
                  <a:pt x="43" y="193"/>
                  <a:pt x="0" y="150"/>
                  <a:pt x="0" y="97"/>
                </a:cubicBezTo>
                <a:cubicBezTo>
                  <a:pt x="0" y="43"/>
                  <a:pt x="43" y="0"/>
                  <a:pt x="96" y="0"/>
                </a:cubicBezTo>
                <a:cubicBezTo>
                  <a:pt x="149" y="0"/>
                  <a:pt x="193" y="43"/>
                  <a:pt x="193" y="97"/>
                </a:cubicBezTo>
                <a:cubicBezTo>
                  <a:pt x="193" y="150"/>
                  <a:pt x="149" y="193"/>
                  <a:pt x="96" y="193"/>
                </a:cubicBezTo>
                <a:close/>
                <a:moveTo>
                  <a:pt x="96" y="12"/>
                </a:moveTo>
                <a:cubicBezTo>
                  <a:pt x="50" y="12"/>
                  <a:pt x="12" y="50"/>
                  <a:pt x="12" y="97"/>
                </a:cubicBezTo>
                <a:cubicBezTo>
                  <a:pt x="12" y="143"/>
                  <a:pt x="50" y="181"/>
                  <a:pt x="96" y="181"/>
                </a:cubicBezTo>
                <a:cubicBezTo>
                  <a:pt x="143" y="181"/>
                  <a:pt x="181" y="143"/>
                  <a:pt x="181" y="97"/>
                </a:cubicBezTo>
                <a:cubicBezTo>
                  <a:pt x="181" y="50"/>
                  <a:pt x="143" y="12"/>
                  <a:pt x="96" y="12"/>
                </a:cubicBezTo>
                <a:close/>
              </a:path>
            </a:pathLst>
          </a:custGeom>
          <a:solidFill>
            <a:srgbClr val="00A7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Oval 8"/>
          <p:cNvSpPr>
            <a:spLocks noChangeArrowheads="1"/>
          </p:cNvSpPr>
          <p:nvPr/>
        </p:nvSpPr>
        <p:spPr bwMode="auto">
          <a:xfrm>
            <a:off x="3109107" y="3859213"/>
            <a:ext cx="254000" cy="258763"/>
          </a:xfrm>
          <a:prstGeom prst="ellipse">
            <a:avLst/>
          </a:prstGeom>
          <a:solidFill>
            <a:srgbClr val="00A7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Oval 9"/>
          <p:cNvSpPr>
            <a:spLocks noChangeArrowheads="1"/>
          </p:cNvSpPr>
          <p:nvPr/>
        </p:nvSpPr>
        <p:spPr bwMode="auto">
          <a:xfrm>
            <a:off x="3163082" y="5741988"/>
            <a:ext cx="146050" cy="150813"/>
          </a:xfrm>
          <a:prstGeom prst="ellipse">
            <a:avLst/>
          </a:prstGeom>
          <a:solidFill>
            <a:srgbClr val="00A7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Rectangle 10"/>
          <p:cNvSpPr>
            <a:spLocks noChangeArrowheads="1"/>
          </p:cNvSpPr>
          <p:nvPr/>
        </p:nvSpPr>
        <p:spPr bwMode="auto">
          <a:xfrm>
            <a:off x="3231343" y="4429126"/>
            <a:ext cx="21600" cy="1412875"/>
          </a:xfrm>
          <a:prstGeom prst="rect">
            <a:avLst/>
          </a:prstGeom>
          <a:solidFill>
            <a:srgbClr val="00A79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11"/>
          <p:cNvSpPr>
            <a:spLocks noEditPoints="1"/>
          </p:cNvSpPr>
          <p:nvPr/>
        </p:nvSpPr>
        <p:spPr bwMode="auto">
          <a:xfrm>
            <a:off x="4741057" y="3551238"/>
            <a:ext cx="892175" cy="889000"/>
          </a:xfrm>
          <a:custGeom>
            <a:avLst/>
            <a:gdLst>
              <a:gd name="T0" fmla="*/ 157 w 315"/>
              <a:gd name="T1" fmla="*/ 314 h 314"/>
              <a:gd name="T2" fmla="*/ 0 w 315"/>
              <a:gd name="T3" fmla="*/ 157 h 314"/>
              <a:gd name="T4" fmla="*/ 157 w 315"/>
              <a:gd name="T5" fmla="*/ 0 h 314"/>
              <a:gd name="T6" fmla="*/ 315 w 315"/>
              <a:gd name="T7" fmla="*/ 157 h 314"/>
              <a:gd name="T8" fmla="*/ 157 w 315"/>
              <a:gd name="T9" fmla="*/ 314 h 314"/>
              <a:gd name="T10" fmla="*/ 157 w 315"/>
              <a:gd name="T11" fmla="*/ 4 h 314"/>
              <a:gd name="T12" fmla="*/ 4 w 315"/>
              <a:gd name="T13" fmla="*/ 157 h 314"/>
              <a:gd name="T14" fmla="*/ 157 w 315"/>
              <a:gd name="T15" fmla="*/ 310 h 314"/>
              <a:gd name="T16" fmla="*/ 311 w 315"/>
              <a:gd name="T17" fmla="*/ 157 h 314"/>
              <a:gd name="T18" fmla="*/ 157 w 315"/>
              <a:gd name="T19" fmla="*/ 4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5" h="314">
                <a:moveTo>
                  <a:pt x="157" y="314"/>
                </a:moveTo>
                <a:cubicBezTo>
                  <a:pt x="71" y="314"/>
                  <a:pt x="0" y="244"/>
                  <a:pt x="0" y="157"/>
                </a:cubicBezTo>
                <a:cubicBezTo>
                  <a:pt x="0" y="70"/>
                  <a:pt x="71" y="0"/>
                  <a:pt x="157" y="0"/>
                </a:cubicBezTo>
                <a:cubicBezTo>
                  <a:pt x="244" y="0"/>
                  <a:pt x="315" y="70"/>
                  <a:pt x="315" y="157"/>
                </a:cubicBezTo>
                <a:cubicBezTo>
                  <a:pt x="315" y="244"/>
                  <a:pt x="244" y="314"/>
                  <a:pt x="157" y="314"/>
                </a:cubicBezTo>
                <a:close/>
                <a:moveTo>
                  <a:pt x="157" y="4"/>
                </a:moveTo>
                <a:cubicBezTo>
                  <a:pt x="73" y="4"/>
                  <a:pt x="4" y="72"/>
                  <a:pt x="4" y="157"/>
                </a:cubicBezTo>
                <a:cubicBezTo>
                  <a:pt x="4" y="242"/>
                  <a:pt x="73" y="310"/>
                  <a:pt x="157" y="310"/>
                </a:cubicBezTo>
                <a:cubicBezTo>
                  <a:pt x="242" y="310"/>
                  <a:pt x="311" y="242"/>
                  <a:pt x="311" y="157"/>
                </a:cubicBezTo>
                <a:cubicBezTo>
                  <a:pt x="311" y="72"/>
                  <a:pt x="242" y="4"/>
                  <a:pt x="157" y="4"/>
                </a:cubicBezTo>
                <a:close/>
              </a:path>
            </a:pathLst>
          </a:custGeom>
          <a:solidFill>
            <a:srgbClr val="6D6E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2"/>
          <p:cNvSpPr>
            <a:spLocks noEditPoints="1"/>
          </p:cNvSpPr>
          <p:nvPr/>
        </p:nvSpPr>
        <p:spPr bwMode="auto">
          <a:xfrm>
            <a:off x="4914094" y="3724276"/>
            <a:ext cx="546100" cy="542925"/>
          </a:xfrm>
          <a:custGeom>
            <a:avLst/>
            <a:gdLst>
              <a:gd name="T0" fmla="*/ 96 w 193"/>
              <a:gd name="T1" fmla="*/ 192 h 192"/>
              <a:gd name="T2" fmla="*/ 0 w 193"/>
              <a:gd name="T3" fmla="*/ 96 h 192"/>
              <a:gd name="T4" fmla="*/ 96 w 193"/>
              <a:gd name="T5" fmla="*/ 0 h 192"/>
              <a:gd name="T6" fmla="*/ 193 w 193"/>
              <a:gd name="T7" fmla="*/ 96 h 192"/>
              <a:gd name="T8" fmla="*/ 96 w 193"/>
              <a:gd name="T9" fmla="*/ 192 h 192"/>
              <a:gd name="T10" fmla="*/ 96 w 193"/>
              <a:gd name="T11" fmla="*/ 12 h 192"/>
              <a:gd name="T12" fmla="*/ 12 w 193"/>
              <a:gd name="T13" fmla="*/ 96 h 192"/>
              <a:gd name="T14" fmla="*/ 96 w 193"/>
              <a:gd name="T15" fmla="*/ 180 h 192"/>
              <a:gd name="T16" fmla="*/ 181 w 193"/>
              <a:gd name="T17" fmla="*/ 96 h 192"/>
              <a:gd name="T18" fmla="*/ 96 w 193"/>
              <a:gd name="T19" fmla="*/ 1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3" h="192">
                <a:moveTo>
                  <a:pt x="96" y="192"/>
                </a:moveTo>
                <a:cubicBezTo>
                  <a:pt x="43" y="192"/>
                  <a:pt x="0" y="149"/>
                  <a:pt x="0" y="96"/>
                </a:cubicBezTo>
                <a:cubicBezTo>
                  <a:pt x="0" y="43"/>
                  <a:pt x="43" y="0"/>
                  <a:pt x="96" y="0"/>
                </a:cubicBezTo>
                <a:cubicBezTo>
                  <a:pt x="150" y="0"/>
                  <a:pt x="193" y="43"/>
                  <a:pt x="193" y="96"/>
                </a:cubicBezTo>
                <a:cubicBezTo>
                  <a:pt x="193" y="149"/>
                  <a:pt x="150" y="192"/>
                  <a:pt x="96" y="192"/>
                </a:cubicBezTo>
                <a:close/>
                <a:moveTo>
                  <a:pt x="96" y="12"/>
                </a:moveTo>
                <a:cubicBezTo>
                  <a:pt x="50" y="12"/>
                  <a:pt x="12" y="49"/>
                  <a:pt x="12" y="96"/>
                </a:cubicBezTo>
                <a:cubicBezTo>
                  <a:pt x="12" y="143"/>
                  <a:pt x="50" y="180"/>
                  <a:pt x="96" y="180"/>
                </a:cubicBezTo>
                <a:cubicBezTo>
                  <a:pt x="143" y="180"/>
                  <a:pt x="181" y="143"/>
                  <a:pt x="181" y="96"/>
                </a:cubicBezTo>
                <a:cubicBezTo>
                  <a:pt x="181" y="49"/>
                  <a:pt x="143" y="12"/>
                  <a:pt x="96" y="12"/>
                </a:cubicBezTo>
                <a:close/>
              </a:path>
            </a:pathLst>
          </a:custGeom>
          <a:solidFill>
            <a:srgbClr val="F794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Oval 13"/>
          <p:cNvSpPr>
            <a:spLocks noChangeArrowheads="1"/>
          </p:cNvSpPr>
          <p:nvPr/>
        </p:nvSpPr>
        <p:spPr bwMode="auto">
          <a:xfrm>
            <a:off x="5058557" y="3868738"/>
            <a:ext cx="257175" cy="254000"/>
          </a:xfrm>
          <a:prstGeom prst="ellipse">
            <a:avLst/>
          </a:prstGeom>
          <a:solidFill>
            <a:srgbClr val="F794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Oval 14"/>
          <p:cNvSpPr>
            <a:spLocks noChangeArrowheads="1"/>
          </p:cNvSpPr>
          <p:nvPr/>
        </p:nvSpPr>
        <p:spPr bwMode="auto">
          <a:xfrm>
            <a:off x="5112532" y="2092326"/>
            <a:ext cx="149225" cy="147638"/>
          </a:xfrm>
          <a:prstGeom prst="ellipse">
            <a:avLst/>
          </a:prstGeom>
          <a:solidFill>
            <a:srgbClr val="F794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Rectangle 15"/>
          <p:cNvSpPr>
            <a:spLocks noChangeArrowheads="1"/>
          </p:cNvSpPr>
          <p:nvPr/>
        </p:nvSpPr>
        <p:spPr bwMode="auto">
          <a:xfrm>
            <a:off x="5180793" y="2144713"/>
            <a:ext cx="21600" cy="1412875"/>
          </a:xfrm>
          <a:prstGeom prst="rect">
            <a:avLst/>
          </a:prstGeom>
          <a:solidFill>
            <a:srgbClr val="F7941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6"/>
          <p:cNvSpPr>
            <a:spLocks noEditPoints="1"/>
          </p:cNvSpPr>
          <p:nvPr/>
        </p:nvSpPr>
        <p:spPr bwMode="auto">
          <a:xfrm>
            <a:off x="6628594" y="3543301"/>
            <a:ext cx="892175" cy="890588"/>
          </a:xfrm>
          <a:custGeom>
            <a:avLst/>
            <a:gdLst>
              <a:gd name="T0" fmla="*/ 158 w 315"/>
              <a:gd name="T1" fmla="*/ 315 h 315"/>
              <a:gd name="T2" fmla="*/ 0 w 315"/>
              <a:gd name="T3" fmla="*/ 158 h 315"/>
              <a:gd name="T4" fmla="*/ 158 w 315"/>
              <a:gd name="T5" fmla="*/ 0 h 315"/>
              <a:gd name="T6" fmla="*/ 315 w 315"/>
              <a:gd name="T7" fmla="*/ 158 h 315"/>
              <a:gd name="T8" fmla="*/ 158 w 315"/>
              <a:gd name="T9" fmla="*/ 315 h 315"/>
              <a:gd name="T10" fmla="*/ 158 w 315"/>
              <a:gd name="T11" fmla="*/ 4 h 315"/>
              <a:gd name="T12" fmla="*/ 4 w 315"/>
              <a:gd name="T13" fmla="*/ 158 h 315"/>
              <a:gd name="T14" fmla="*/ 158 w 315"/>
              <a:gd name="T15" fmla="*/ 311 h 315"/>
              <a:gd name="T16" fmla="*/ 311 w 315"/>
              <a:gd name="T17" fmla="*/ 158 h 315"/>
              <a:gd name="T18" fmla="*/ 158 w 315"/>
              <a:gd name="T19" fmla="*/ 4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5" h="315">
                <a:moveTo>
                  <a:pt x="158" y="315"/>
                </a:moveTo>
                <a:cubicBezTo>
                  <a:pt x="71" y="315"/>
                  <a:pt x="0" y="244"/>
                  <a:pt x="0" y="158"/>
                </a:cubicBezTo>
                <a:cubicBezTo>
                  <a:pt x="0" y="71"/>
                  <a:pt x="71" y="0"/>
                  <a:pt x="158" y="0"/>
                </a:cubicBezTo>
                <a:cubicBezTo>
                  <a:pt x="244" y="0"/>
                  <a:pt x="315" y="71"/>
                  <a:pt x="315" y="158"/>
                </a:cubicBezTo>
                <a:cubicBezTo>
                  <a:pt x="315" y="244"/>
                  <a:pt x="244" y="315"/>
                  <a:pt x="158" y="315"/>
                </a:cubicBezTo>
                <a:close/>
                <a:moveTo>
                  <a:pt x="158" y="4"/>
                </a:moveTo>
                <a:cubicBezTo>
                  <a:pt x="73" y="4"/>
                  <a:pt x="4" y="73"/>
                  <a:pt x="4" y="158"/>
                </a:cubicBezTo>
                <a:cubicBezTo>
                  <a:pt x="4" y="242"/>
                  <a:pt x="73" y="311"/>
                  <a:pt x="158" y="311"/>
                </a:cubicBezTo>
                <a:cubicBezTo>
                  <a:pt x="242" y="311"/>
                  <a:pt x="311" y="242"/>
                  <a:pt x="311" y="158"/>
                </a:cubicBezTo>
                <a:cubicBezTo>
                  <a:pt x="311" y="73"/>
                  <a:pt x="242" y="4"/>
                  <a:pt x="158" y="4"/>
                </a:cubicBezTo>
                <a:close/>
              </a:path>
            </a:pathLst>
          </a:custGeom>
          <a:solidFill>
            <a:srgbClr val="6D6E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7"/>
          <p:cNvSpPr>
            <a:spLocks noEditPoints="1"/>
          </p:cNvSpPr>
          <p:nvPr/>
        </p:nvSpPr>
        <p:spPr bwMode="auto">
          <a:xfrm>
            <a:off x="6801632" y="3714751"/>
            <a:ext cx="546100" cy="547688"/>
          </a:xfrm>
          <a:custGeom>
            <a:avLst/>
            <a:gdLst>
              <a:gd name="T0" fmla="*/ 97 w 193"/>
              <a:gd name="T1" fmla="*/ 193 h 193"/>
              <a:gd name="T2" fmla="*/ 0 w 193"/>
              <a:gd name="T3" fmla="*/ 97 h 193"/>
              <a:gd name="T4" fmla="*/ 97 w 193"/>
              <a:gd name="T5" fmla="*/ 0 h 193"/>
              <a:gd name="T6" fmla="*/ 193 w 193"/>
              <a:gd name="T7" fmla="*/ 97 h 193"/>
              <a:gd name="T8" fmla="*/ 97 w 193"/>
              <a:gd name="T9" fmla="*/ 193 h 193"/>
              <a:gd name="T10" fmla="*/ 97 w 193"/>
              <a:gd name="T11" fmla="*/ 12 h 193"/>
              <a:gd name="T12" fmla="*/ 12 w 193"/>
              <a:gd name="T13" fmla="*/ 97 h 193"/>
              <a:gd name="T14" fmla="*/ 97 w 193"/>
              <a:gd name="T15" fmla="*/ 181 h 193"/>
              <a:gd name="T16" fmla="*/ 181 w 193"/>
              <a:gd name="T17" fmla="*/ 97 h 193"/>
              <a:gd name="T18" fmla="*/ 97 w 193"/>
              <a:gd name="T19" fmla="*/ 12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3" h="193">
                <a:moveTo>
                  <a:pt x="97" y="193"/>
                </a:moveTo>
                <a:cubicBezTo>
                  <a:pt x="44" y="193"/>
                  <a:pt x="0" y="150"/>
                  <a:pt x="0" y="97"/>
                </a:cubicBezTo>
                <a:cubicBezTo>
                  <a:pt x="0" y="43"/>
                  <a:pt x="44" y="0"/>
                  <a:pt x="97" y="0"/>
                </a:cubicBezTo>
                <a:cubicBezTo>
                  <a:pt x="150" y="0"/>
                  <a:pt x="193" y="43"/>
                  <a:pt x="193" y="97"/>
                </a:cubicBezTo>
                <a:cubicBezTo>
                  <a:pt x="193" y="150"/>
                  <a:pt x="150" y="193"/>
                  <a:pt x="97" y="193"/>
                </a:cubicBezTo>
                <a:close/>
                <a:moveTo>
                  <a:pt x="97" y="12"/>
                </a:moveTo>
                <a:cubicBezTo>
                  <a:pt x="50" y="12"/>
                  <a:pt x="12" y="50"/>
                  <a:pt x="12" y="97"/>
                </a:cubicBezTo>
                <a:cubicBezTo>
                  <a:pt x="12" y="143"/>
                  <a:pt x="50" y="181"/>
                  <a:pt x="97" y="181"/>
                </a:cubicBezTo>
                <a:cubicBezTo>
                  <a:pt x="143" y="181"/>
                  <a:pt x="181" y="143"/>
                  <a:pt x="181" y="97"/>
                </a:cubicBezTo>
                <a:cubicBezTo>
                  <a:pt x="181" y="50"/>
                  <a:pt x="143" y="12"/>
                  <a:pt x="97" y="12"/>
                </a:cubicBezTo>
                <a:close/>
              </a:path>
            </a:pathLst>
          </a:custGeom>
          <a:solidFill>
            <a:srgbClr val="EE2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Oval 18"/>
          <p:cNvSpPr>
            <a:spLocks noChangeArrowheads="1"/>
          </p:cNvSpPr>
          <p:nvPr/>
        </p:nvSpPr>
        <p:spPr bwMode="auto">
          <a:xfrm>
            <a:off x="6946094" y="3859213"/>
            <a:ext cx="257175" cy="258763"/>
          </a:xfrm>
          <a:prstGeom prst="ellipse">
            <a:avLst/>
          </a:prstGeom>
          <a:solidFill>
            <a:srgbClr val="EE2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Oval 19"/>
          <p:cNvSpPr>
            <a:spLocks noChangeArrowheads="1"/>
          </p:cNvSpPr>
          <p:nvPr/>
        </p:nvSpPr>
        <p:spPr bwMode="auto">
          <a:xfrm>
            <a:off x="7001657" y="5741988"/>
            <a:ext cx="147638" cy="150813"/>
          </a:xfrm>
          <a:prstGeom prst="ellipse">
            <a:avLst/>
          </a:prstGeom>
          <a:solidFill>
            <a:srgbClr val="EE2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Rectangle 20"/>
          <p:cNvSpPr>
            <a:spLocks noChangeArrowheads="1"/>
          </p:cNvSpPr>
          <p:nvPr/>
        </p:nvSpPr>
        <p:spPr bwMode="auto">
          <a:xfrm>
            <a:off x="7069918" y="4429126"/>
            <a:ext cx="21600" cy="1412875"/>
          </a:xfrm>
          <a:prstGeom prst="rect">
            <a:avLst/>
          </a:prstGeom>
          <a:solidFill>
            <a:srgbClr val="EE2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21"/>
          <p:cNvSpPr>
            <a:spLocks noEditPoints="1"/>
          </p:cNvSpPr>
          <p:nvPr/>
        </p:nvSpPr>
        <p:spPr bwMode="auto">
          <a:xfrm>
            <a:off x="8581219" y="3551238"/>
            <a:ext cx="889000" cy="889000"/>
          </a:xfrm>
          <a:custGeom>
            <a:avLst/>
            <a:gdLst>
              <a:gd name="T0" fmla="*/ 157 w 314"/>
              <a:gd name="T1" fmla="*/ 314 h 314"/>
              <a:gd name="T2" fmla="*/ 0 w 314"/>
              <a:gd name="T3" fmla="*/ 157 h 314"/>
              <a:gd name="T4" fmla="*/ 157 w 314"/>
              <a:gd name="T5" fmla="*/ 0 h 314"/>
              <a:gd name="T6" fmla="*/ 314 w 314"/>
              <a:gd name="T7" fmla="*/ 157 h 314"/>
              <a:gd name="T8" fmla="*/ 157 w 314"/>
              <a:gd name="T9" fmla="*/ 314 h 314"/>
              <a:gd name="T10" fmla="*/ 157 w 314"/>
              <a:gd name="T11" fmla="*/ 4 h 314"/>
              <a:gd name="T12" fmla="*/ 4 w 314"/>
              <a:gd name="T13" fmla="*/ 157 h 314"/>
              <a:gd name="T14" fmla="*/ 157 w 314"/>
              <a:gd name="T15" fmla="*/ 310 h 314"/>
              <a:gd name="T16" fmla="*/ 310 w 314"/>
              <a:gd name="T17" fmla="*/ 157 h 314"/>
              <a:gd name="T18" fmla="*/ 157 w 314"/>
              <a:gd name="T19" fmla="*/ 4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4" h="314">
                <a:moveTo>
                  <a:pt x="157" y="314"/>
                </a:moveTo>
                <a:cubicBezTo>
                  <a:pt x="70" y="314"/>
                  <a:pt x="0" y="244"/>
                  <a:pt x="0" y="157"/>
                </a:cubicBezTo>
                <a:cubicBezTo>
                  <a:pt x="0" y="70"/>
                  <a:pt x="70" y="0"/>
                  <a:pt x="157" y="0"/>
                </a:cubicBezTo>
                <a:cubicBezTo>
                  <a:pt x="244" y="0"/>
                  <a:pt x="314" y="70"/>
                  <a:pt x="314" y="157"/>
                </a:cubicBezTo>
                <a:cubicBezTo>
                  <a:pt x="314" y="244"/>
                  <a:pt x="244" y="314"/>
                  <a:pt x="157" y="314"/>
                </a:cubicBezTo>
                <a:close/>
                <a:moveTo>
                  <a:pt x="157" y="4"/>
                </a:moveTo>
                <a:cubicBezTo>
                  <a:pt x="72" y="4"/>
                  <a:pt x="4" y="72"/>
                  <a:pt x="4" y="157"/>
                </a:cubicBezTo>
                <a:cubicBezTo>
                  <a:pt x="4" y="242"/>
                  <a:pt x="72" y="310"/>
                  <a:pt x="157" y="310"/>
                </a:cubicBezTo>
                <a:cubicBezTo>
                  <a:pt x="241" y="310"/>
                  <a:pt x="310" y="242"/>
                  <a:pt x="310" y="157"/>
                </a:cubicBezTo>
                <a:cubicBezTo>
                  <a:pt x="310" y="72"/>
                  <a:pt x="241" y="4"/>
                  <a:pt x="157" y="4"/>
                </a:cubicBezTo>
                <a:close/>
              </a:path>
            </a:pathLst>
          </a:custGeom>
          <a:solidFill>
            <a:srgbClr val="6D6E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22"/>
          <p:cNvSpPr>
            <a:spLocks noEditPoints="1"/>
          </p:cNvSpPr>
          <p:nvPr/>
        </p:nvSpPr>
        <p:spPr bwMode="auto">
          <a:xfrm>
            <a:off x="8754257" y="3724276"/>
            <a:ext cx="542925" cy="542925"/>
          </a:xfrm>
          <a:custGeom>
            <a:avLst/>
            <a:gdLst>
              <a:gd name="T0" fmla="*/ 96 w 192"/>
              <a:gd name="T1" fmla="*/ 192 h 192"/>
              <a:gd name="T2" fmla="*/ 0 w 192"/>
              <a:gd name="T3" fmla="*/ 96 h 192"/>
              <a:gd name="T4" fmla="*/ 96 w 192"/>
              <a:gd name="T5" fmla="*/ 0 h 192"/>
              <a:gd name="T6" fmla="*/ 192 w 192"/>
              <a:gd name="T7" fmla="*/ 96 h 192"/>
              <a:gd name="T8" fmla="*/ 96 w 192"/>
              <a:gd name="T9" fmla="*/ 192 h 192"/>
              <a:gd name="T10" fmla="*/ 96 w 192"/>
              <a:gd name="T11" fmla="*/ 12 h 192"/>
              <a:gd name="T12" fmla="*/ 12 w 192"/>
              <a:gd name="T13" fmla="*/ 96 h 192"/>
              <a:gd name="T14" fmla="*/ 96 w 192"/>
              <a:gd name="T15" fmla="*/ 180 h 192"/>
              <a:gd name="T16" fmla="*/ 180 w 192"/>
              <a:gd name="T17" fmla="*/ 96 h 192"/>
              <a:gd name="T18" fmla="*/ 96 w 192"/>
              <a:gd name="T19" fmla="*/ 1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2" h="192">
                <a:moveTo>
                  <a:pt x="96" y="192"/>
                </a:moveTo>
                <a:cubicBezTo>
                  <a:pt x="43" y="192"/>
                  <a:pt x="0" y="149"/>
                  <a:pt x="0" y="96"/>
                </a:cubicBezTo>
                <a:cubicBezTo>
                  <a:pt x="0" y="43"/>
                  <a:pt x="43" y="0"/>
                  <a:pt x="96" y="0"/>
                </a:cubicBezTo>
                <a:cubicBezTo>
                  <a:pt x="149" y="0"/>
                  <a:pt x="192" y="43"/>
                  <a:pt x="192" y="96"/>
                </a:cubicBezTo>
                <a:cubicBezTo>
                  <a:pt x="192" y="149"/>
                  <a:pt x="149" y="192"/>
                  <a:pt x="96" y="192"/>
                </a:cubicBezTo>
                <a:close/>
                <a:moveTo>
                  <a:pt x="96" y="12"/>
                </a:moveTo>
                <a:cubicBezTo>
                  <a:pt x="49" y="12"/>
                  <a:pt x="12" y="49"/>
                  <a:pt x="12" y="96"/>
                </a:cubicBezTo>
                <a:cubicBezTo>
                  <a:pt x="12" y="143"/>
                  <a:pt x="49" y="180"/>
                  <a:pt x="96" y="180"/>
                </a:cubicBezTo>
                <a:cubicBezTo>
                  <a:pt x="142" y="180"/>
                  <a:pt x="180" y="143"/>
                  <a:pt x="180" y="96"/>
                </a:cubicBezTo>
                <a:cubicBezTo>
                  <a:pt x="180" y="49"/>
                  <a:pt x="142" y="12"/>
                  <a:pt x="96" y="12"/>
                </a:cubicBezTo>
                <a:close/>
              </a:path>
            </a:pathLst>
          </a:custGeom>
          <a:solidFill>
            <a:srgbClr val="1C75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Oval 23"/>
          <p:cNvSpPr>
            <a:spLocks noChangeArrowheads="1"/>
          </p:cNvSpPr>
          <p:nvPr/>
        </p:nvSpPr>
        <p:spPr bwMode="auto">
          <a:xfrm>
            <a:off x="8898719" y="3868738"/>
            <a:ext cx="254000" cy="254000"/>
          </a:xfrm>
          <a:prstGeom prst="ellipse">
            <a:avLst/>
          </a:prstGeom>
          <a:solidFill>
            <a:srgbClr val="1C75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Oval 24"/>
          <p:cNvSpPr>
            <a:spLocks noChangeArrowheads="1"/>
          </p:cNvSpPr>
          <p:nvPr/>
        </p:nvSpPr>
        <p:spPr bwMode="auto">
          <a:xfrm>
            <a:off x="8951107" y="2092326"/>
            <a:ext cx="147638" cy="147638"/>
          </a:xfrm>
          <a:prstGeom prst="ellipse">
            <a:avLst/>
          </a:prstGeom>
          <a:solidFill>
            <a:srgbClr val="1C75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Rectangle 25"/>
          <p:cNvSpPr>
            <a:spLocks noChangeArrowheads="1"/>
          </p:cNvSpPr>
          <p:nvPr/>
        </p:nvSpPr>
        <p:spPr bwMode="auto">
          <a:xfrm>
            <a:off x="9019368" y="2144713"/>
            <a:ext cx="21600" cy="1412875"/>
          </a:xfrm>
          <a:prstGeom prst="rect">
            <a:avLst/>
          </a:prstGeom>
          <a:solidFill>
            <a:srgbClr val="1C75B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Rectangle 26"/>
          <p:cNvSpPr>
            <a:spLocks noChangeArrowheads="1"/>
          </p:cNvSpPr>
          <p:nvPr/>
        </p:nvSpPr>
        <p:spPr bwMode="auto">
          <a:xfrm>
            <a:off x="2836943" y="3072925"/>
            <a:ext cx="80150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zh-CN" altLang="zh-CN" sz="2800" b="0" i="0" u="none" strike="noStrike" cap="none" normalizeH="0" baseline="0" dirty="0">
                <a:ln>
                  <a:noFill/>
                </a:ln>
                <a:solidFill>
                  <a:srgbClr val="00A79D"/>
                </a:solidFill>
                <a:effectLst/>
                <a:latin typeface="Myriad Roman" charset="0"/>
              </a:rPr>
              <a:t>201</a:t>
            </a:r>
            <a:r>
              <a:rPr kumimoji="0" lang="en-US" altLang="zh-CN" sz="2800" b="0" i="0" u="none" strike="noStrike" cap="none" normalizeH="0" baseline="0" dirty="0">
                <a:ln>
                  <a:noFill/>
                </a:ln>
                <a:solidFill>
                  <a:srgbClr val="00A79D"/>
                </a:solidFill>
                <a:effectLst/>
                <a:latin typeface="Myriad Roman" charset="0"/>
              </a:rPr>
              <a:t>4</a:t>
            </a:r>
            <a:endParaRPr kumimoji="0" lang="zh-CN" altLang="zh-CN" sz="1000" b="0" i="0" u="none" strike="noStrike" cap="none" normalizeH="0" baseline="0" dirty="0">
              <a:ln>
                <a:noFill/>
              </a:ln>
              <a:solidFill>
                <a:schemeClr val="tx1"/>
              </a:solidFill>
              <a:effectLst/>
              <a:latin typeface="Arial" panose="020B0604020202020204" pitchFamily="34" charset="0"/>
            </a:endParaRPr>
          </a:p>
        </p:txBody>
      </p:sp>
      <p:sp>
        <p:nvSpPr>
          <p:cNvPr id="28" name="Rectangle 27"/>
          <p:cNvSpPr>
            <a:spLocks noChangeArrowheads="1"/>
          </p:cNvSpPr>
          <p:nvPr/>
        </p:nvSpPr>
        <p:spPr bwMode="auto">
          <a:xfrm>
            <a:off x="4868863" y="4487189"/>
            <a:ext cx="80150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zh-CN" altLang="zh-CN" sz="2800" b="0" i="0" u="none" strike="noStrike" cap="none" normalizeH="0" baseline="0" dirty="0">
                <a:ln>
                  <a:noFill/>
                </a:ln>
                <a:solidFill>
                  <a:srgbClr val="F7941E"/>
                </a:solidFill>
                <a:effectLst/>
                <a:latin typeface="Myriad Roman" charset="0"/>
              </a:rPr>
              <a:t>201</a:t>
            </a:r>
            <a:r>
              <a:rPr kumimoji="0" lang="en-US" altLang="zh-CN" sz="2800" b="0" i="0" u="none" strike="noStrike" cap="none" normalizeH="0" baseline="0" dirty="0">
                <a:ln>
                  <a:noFill/>
                </a:ln>
                <a:solidFill>
                  <a:srgbClr val="F7941E"/>
                </a:solidFill>
                <a:effectLst/>
                <a:latin typeface="Myriad Roman" charset="0"/>
              </a:rPr>
              <a:t>5</a:t>
            </a:r>
            <a:endParaRPr kumimoji="0" lang="zh-CN" altLang="zh-CN" sz="1000" b="0" i="0" u="none" strike="noStrike" cap="none" normalizeH="0" baseline="0" dirty="0">
              <a:ln>
                <a:noFill/>
              </a:ln>
              <a:solidFill>
                <a:schemeClr val="tx1"/>
              </a:solidFill>
              <a:effectLst/>
              <a:latin typeface="Arial" panose="020B0604020202020204" pitchFamily="34" charset="0"/>
            </a:endParaRPr>
          </a:p>
        </p:txBody>
      </p:sp>
      <p:sp>
        <p:nvSpPr>
          <p:cNvPr id="29" name="Rectangle 28"/>
          <p:cNvSpPr>
            <a:spLocks noChangeArrowheads="1"/>
          </p:cNvSpPr>
          <p:nvPr/>
        </p:nvSpPr>
        <p:spPr bwMode="auto">
          <a:xfrm>
            <a:off x="6680281" y="3072925"/>
            <a:ext cx="80150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zh-CN" altLang="zh-CN" sz="2800" b="0" i="0" u="none" strike="noStrike" cap="none" normalizeH="0" baseline="0" dirty="0">
                <a:ln>
                  <a:noFill/>
                </a:ln>
                <a:solidFill>
                  <a:srgbClr val="EE2A7B"/>
                </a:solidFill>
                <a:effectLst/>
                <a:latin typeface="Myriad Roman" charset="0"/>
              </a:rPr>
              <a:t>201</a:t>
            </a:r>
            <a:r>
              <a:rPr kumimoji="0" lang="en-US" altLang="zh-CN" sz="2800" b="0" i="0" u="none" strike="noStrike" cap="none" normalizeH="0" baseline="0" dirty="0">
                <a:ln>
                  <a:noFill/>
                </a:ln>
                <a:solidFill>
                  <a:srgbClr val="EE2A7B"/>
                </a:solidFill>
                <a:effectLst/>
                <a:latin typeface="Myriad Roman" charset="0"/>
              </a:rPr>
              <a:t>6</a:t>
            </a:r>
            <a:endParaRPr kumimoji="0" lang="zh-CN" altLang="zh-CN" sz="1000" b="0" i="0" u="none" strike="noStrike" cap="none" normalizeH="0" baseline="0" dirty="0">
              <a:ln>
                <a:noFill/>
              </a:ln>
              <a:solidFill>
                <a:schemeClr val="tx1"/>
              </a:solidFill>
              <a:effectLst/>
              <a:latin typeface="Arial" panose="020B0604020202020204" pitchFamily="34" charset="0"/>
            </a:endParaRPr>
          </a:p>
        </p:txBody>
      </p:sp>
      <p:sp>
        <p:nvSpPr>
          <p:cNvPr id="30" name="Rectangle 29"/>
          <p:cNvSpPr>
            <a:spLocks noChangeArrowheads="1"/>
          </p:cNvSpPr>
          <p:nvPr/>
        </p:nvSpPr>
        <p:spPr bwMode="auto">
          <a:xfrm>
            <a:off x="8668718" y="4493082"/>
            <a:ext cx="80150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zh-CN" altLang="zh-CN" sz="2800" b="0" i="0" u="none" strike="noStrike" cap="none" normalizeH="0" baseline="0" dirty="0">
                <a:ln>
                  <a:noFill/>
                </a:ln>
                <a:solidFill>
                  <a:srgbClr val="1C75BC"/>
                </a:solidFill>
                <a:effectLst/>
                <a:latin typeface="Myriad Roman" charset="0"/>
              </a:rPr>
              <a:t>201</a:t>
            </a:r>
            <a:r>
              <a:rPr kumimoji="0" lang="en-US" altLang="zh-CN" sz="2800" b="0" i="0" u="none" strike="noStrike" cap="none" normalizeH="0" baseline="0" dirty="0">
                <a:ln>
                  <a:noFill/>
                </a:ln>
                <a:solidFill>
                  <a:srgbClr val="1C75BC"/>
                </a:solidFill>
                <a:effectLst/>
                <a:latin typeface="Myriad Roman" charset="0"/>
              </a:rPr>
              <a:t>7</a:t>
            </a:r>
            <a:endParaRPr kumimoji="0" lang="zh-CN" altLang="zh-CN" sz="1000" b="0" i="0" u="none" strike="noStrike" cap="none" normalizeH="0" baseline="0" dirty="0">
              <a:ln>
                <a:noFill/>
              </a:ln>
              <a:solidFill>
                <a:schemeClr val="tx1"/>
              </a:solidFill>
              <a:effectLst/>
              <a:latin typeface="Arial" panose="020B0604020202020204" pitchFamily="34" charset="0"/>
            </a:endParaRPr>
          </a:p>
        </p:txBody>
      </p:sp>
      <p:sp>
        <p:nvSpPr>
          <p:cNvPr id="31" name="Freeform 30"/>
          <p:cNvSpPr>
            <a:spLocks/>
          </p:cNvSpPr>
          <p:nvPr/>
        </p:nvSpPr>
        <p:spPr bwMode="auto">
          <a:xfrm>
            <a:off x="5185557" y="3414713"/>
            <a:ext cx="582613" cy="581025"/>
          </a:xfrm>
          <a:custGeom>
            <a:avLst/>
            <a:gdLst>
              <a:gd name="T0" fmla="*/ 206 w 206"/>
              <a:gd name="T1" fmla="*/ 205 h 205"/>
              <a:gd name="T2" fmla="*/ 202 w 206"/>
              <a:gd name="T3" fmla="*/ 205 h 205"/>
              <a:gd name="T4" fmla="*/ 0 w 206"/>
              <a:gd name="T5" fmla="*/ 4 h 205"/>
              <a:gd name="T6" fmla="*/ 0 w 206"/>
              <a:gd name="T7" fmla="*/ 0 h 205"/>
              <a:gd name="T8" fmla="*/ 206 w 206"/>
              <a:gd name="T9" fmla="*/ 205 h 205"/>
            </a:gdLst>
            <a:ahLst/>
            <a:cxnLst>
              <a:cxn ang="0">
                <a:pos x="T0" y="T1"/>
              </a:cxn>
              <a:cxn ang="0">
                <a:pos x="T2" y="T3"/>
              </a:cxn>
              <a:cxn ang="0">
                <a:pos x="T4" y="T5"/>
              </a:cxn>
              <a:cxn ang="0">
                <a:pos x="T6" y="T7"/>
              </a:cxn>
              <a:cxn ang="0">
                <a:pos x="T8" y="T9"/>
              </a:cxn>
            </a:cxnLst>
            <a:rect l="0" t="0" r="r" b="b"/>
            <a:pathLst>
              <a:path w="206" h="205">
                <a:moveTo>
                  <a:pt x="206" y="205"/>
                </a:moveTo>
                <a:cubicBezTo>
                  <a:pt x="202" y="205"/>
                  <a:pt x="202" y="205"/>
                  <a:pt x="202" y="205"/>
                </a:cubicBezTo>
                <a:cubicBezTo>
                  <a:pt x="202" y="94"/>
                  <a:pt x="112" y="4"/>
                  <a:pt x="0" y="4"/>
                </a:cubicBezTo>
                <a:cubicBezTo>
                  <a:pt x="0" y="0"/>
                  <a:pt x="0" y="0"/>
                  <a:pt x="0" y="0"/>
                </a:cubicBezTo>
                <a:cubicBezTo>
                  <a:pt x="114" y="0"/>
                  <a:pt x="206" y="92"/>
                  <a:pt x="206" y="205"/>
                </a:cubicBezTo>
                <a:close/>
              </a:path>
            </a:pathLst>
          </a:custGeom>
          <a:solidFill>
            <a:srgbClr val="6D6E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31"/>
          <p:cNvSpPr>
            <a:spLocks/>
          </p:cNvSpPr>
          <p:nvPr/>
        </p:nvSpPr>
        <p:spPr bwMode="auto">
          <a:xfrm>
            <a:off x="2656669" y="3995738"/>
            <a:ext cx="579438" cy="581025"/>
          </a:xfrm>
          <a:custGeom>
            <a:avLst/>
            <a:gdLst>
              <a:gd name="T0" fmla="*/ 205 w 205"/>
              <a:gd name="T1" fmla="*/ 205 h 205"/>
              <a:gd name="T2" fmla="*/ 0 w 205"/>
              <a:gd name="T3" fmla="*/ 0 h 205"/>
              <a:gd name="T4" fmla="*/ 4 w 205"/>
              <a:gd name="T5" fmla="*/ 0 h 205"/>
              <a:gd name="T6" fmla="*/ 205 w 205"/>
              <a:gd name="T7" fmla="*/ 201 h 205"/>
              <a:gd name="T8" fmla="*/ 205 w 205"/>
              <a:gd name="T9" fmla="*/ 205 h 205"/>
            </a:gdLst>
            <a:ahLst/>
            <a:cxnLst>
              <a:cxn ang="0">
                <a:pos x="T0" y="T1"/>
              </a:cxn>
              <a:cxn ang="0">
                <a:pos x="T2" y="T3"/>
              </a:cxn>
              <a:cxn ang="0">
                <a:pos x="T4" y="T5"/>
              </a:cxn>
              <a:cxn ang="0">
                <a:pos x="T6" y="T7"/>
              </a:cxn>
              <a:cxn ang="0">
                <a:pos x="T8" y="T9"/>
              </a:cxn>
            </a:cxnLst>
            <a:rect l="0" t="0" r="r" b="b"/>
            <a:pathLst>
              <a:path w="205" h="205">
                <a:moveTo>
                  <a:pt x="205" y="205"/>
                </a:moveTo>
                <a:cubicBezTo>
                  <a:pt x="92" y="205"/>
                  <a:pt x="0" y="113"/>
                  <a:pt x="0" y="0"/>
                </a:cubicBezTo>
                <a:cubicBezTo>
                  <a:pt x="4" y="0"/>
                  <a:pt x="4" y="0"/>
                  <a:pt x="4" y="0"/>
                </a:cubicBezTo>
                <a:cubicBezTo>
                  <a:pt x="4" y="111"/>
                  <a:pt x="94" y="201"/>
                  <a:pt x="205" y="201"/>
                </a:cubicBezTo>
                <a:lnTo>
                  <a:pt x="205" y="205"/>
                </a:lnTo>
                <a:close/>
              </a:path>
            </a:pathLst>
          </a:custGeom>
          <a:solidFill>
            <a:srgbClr val="6D6E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32"/>
          <p:cNvSpPr>
            <a:spLocks/>
          </p:cNvSpPr>
          <p:nvPr/>
        </p:nvSpPr>
        <p:spPr bwMode="auto">
          <a:xfrm>
            <a:off x="9022544" y="3414713"/>
            <a:ext cx="579438" cy="581025"/>
          </a:xfrm>
          <a:custGeom>
            <a:avLst/>
            <a:gdLst>
              <a:gd name="T0" fmla="*/ 205 w 205"/>
              <a:gd name="T1" fmla="*/ 205 h 205"/>
              <a:gd name="T2" fmla="*/ 201 w 205"/>
              <a:gd name="T3" fmla="*/ 205 h 205"/>
              <a:gd name="T4" fmla="*/ 0 w 205"/>
              <a:gd name="T5" fmla="*/ 4 h 205"/>
              <a:gd name="T6" fmla="*/ 0 w 205"/>
              <a:gd name="T7" fmla="*/ 0 h 205"/>
              <a:gd name="T8" fmla="*/ 205 w 205"/>
              <a:gd name="T9" fmla="*/ 205 h 205"/>
            </a:gdLst>
            <a:ahLst/>
            <a:cxnLst>
              <a:cxn ang="0">
                <a:pos x="T0" y="T1"/>
              </a:cxn>
              <a:cxn ang="0">
                <a:pos x="T2" y="T3"/>
              </a:cxn>
              <a:cxn ang="0">
                <a:pos x="T4" y="T5"/>
              </a:cxn>
              <a:cxn ang="0">
                <a:pos x="T6" y="T7"/>
              </a:cxn>
              <a:cxn ang="0">
                <a:pos x="T8" y="T9"/>
              </a:cxn>
            </a:cxnLst>
            <a:rect l="0" t="0" r="r" b="b"/>
            <a:pathLst>
              <a:path w="205" h="205">
                <a:moveTo>
                  <a:pt x="205" y="205"/>
                </a:moveTo>
                <a:cubicBezTo>
                  <a:pt x="201" y="205"/>
                  <a:pt x="201" y="205"/>
                  <a:pt x="201" y="205"/>
                </a:cubicBezTo>
                <a:cubicBezTo>
                  <a:pt x="201" y="94"/>
                  <a:pt x="111" y="4"/>
                  <a:pt x="0" y="4"/>
                </a:cubicBezTo>
                <a:cubicBezTo>
                  <a:pt x="0" y="0"/>
                  <a:pt x="0" y="0"/>
                  <a:pt x="0" y="0"/>
                </a:cubicBezTo>
                <a:cubicBezTo>
                  <a:pt x="113" y="0"/>
                  <a:pt x="205" y="92"/>
                  <a:pt x="205" y="205"/>
                </a:cubicBezTo>
                <a:close/>
              </a:path>
            </a:pathLst>
          </a:custGeom>
          <a:solidFill>
            <a:srgbClr val="6D6E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33"/>
          <p:cNvSpPr>
            <a:spLocks/>
          </p:cNvSpPr>
          <p:nvPr/>
        </p:nvSpPr>
        <p:spPr bwMode="auto">
          <a:xfrm>
            <a:off x="6493657" y="3995738"/>
            <a:ext cx="579438" cy="581025"/>
          </a:xfrm>
          <a:custGeom>
            <a:avLst/>
            <a:gdLst>
              <a:gd name="T0" fmla="*/ 205 w 205"/>
              <a:gd name="T1" fmla="*/ 205 h 205"/>
              <a:gd name="T2" fmla="*/ 0 w 205"/>
              <a:gd name="T3" fmla="*/ 0 h 205"/>
              <a:gd name="T4" fmla="*/ 4 w 205"/>
              <a:gd name="T5" fmla="*/ 0 h 205"/>
              <a:gd name="T6" fmla="*/ 205 w 205"/>
              <a:gd name="T7" fmla="*/ 201 h 205"/>
              <a:gd name="T8" fmla="*/ 205 w 205"/>
              <a:gd name="T9" fmla="*/ 205 h 205"/>
            </a:gdLst>
            <a:ahLst/>
            <a:cxnLst>
              <a:cxn ang="0">
                <a:pos x="T0" y="T1"/>
              </a:cxn>
              <a:cxn ang="0">
                <a:pos x="T2" y="T3"/>
              </a:cxn>
              <a:cxn ang="0">
                <a:pos x="T4" y="T5"/>
              </a:cxn>
              <a:cxn ang="0">
                <a:pos x="T6" y="T7"/>
              </a:cxn>
              <a:cxn ang="0">
                <a:pos x="T8" y="T9"/>
              </a:cxn>
            </a:cxnLst>
            <a:rect l="0" t="0" r="r" b="b"/>
            <a:pathLst>
              <a:path w="205" h="205">
                <a:moveTo>
                  <a:pt x="205" y="205"/>
                </a:moveTo>
                <a:cubicBezTo>
                  <a:pt x="92" y="205"/>
                  <a:pt x="0" y="113"/>
                  <a:pt x="0" y="0"/>
                </a:cubicBezTo>
                <a:cubicBezTo>
                  <a:pt x="4" y="0"/>
                  <a:pt x="4" y="0"/>
                  <a:pt x="4" y="0"/>
                </a:cubicBezTo>
                <a:cubicBezTo>
                  <a:pt x="4" y="111"/>
                  <a:pt x="94" y="201"/>
                  <a:pt x="205" y="201"/>
                </a:cubicBezTo>
                <a:lnTo>
                  <a:pt x="205" y="205"/>
                </a:lnTo>
                <a:close/>
              </a:path>
            </a:pathLst>
          </a:custGeom>
          <a:solidFill>
            <a:srgbClr val="6D6E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Line 34"/>
          <p:cNvSpPr>
            <a:spLocks noChangeShapeType="1"/>
          </p:cNvSpPr>
          <p:nvPr/>
        </p:nvSpPr>
        <p:spPr bwMode="auto">
          <a:xfrm>
            <a:off x="4194957" y="1306513"/>
            <a:ext cx="1935163" cy="0"/>
          </a:xfrm>
          <a:prstGeom prst="line">
            <a:avLst/>
          </a:prstGeom>
          <a:noFill/>
          <a:ln w="28575" cap="flat">
            <a:solidFill>
              <a:srgbClr val="F7941E"/>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Line 35"/>
          <p:cNvSpPr>
            <a:spLocks noChangeShapeType="1"/>
          </p:cNvSpPr>
          <p:nvPr/>
        </p:nvSpPr>
        <p:spPr bwMode="auto">
          <a:xfrm>
            <a:off x="2270907" y="6656388"/>
            <a:ext cx="1935163" cy="0"/>
          </a:xfrm>
          <a:prstGeom prst="line">
            <a:avLst/>
          </a:prstGeom>
          <a:noFill/>
          <a:ln w="28575" cap="flat">
            <a:solidFill>
              <a:srgbClr val="00A79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Line 36"/>
          <p:cNvSpPr>
            <a:spLocks noChangeShapeType="1"/>
          </p:cNvSpPr>
          <p:nvPr/>
        </p:nvSpPr>
        <p:spPr bwMode="auto">
          <a:xfrm>
            <a:off x="6103132" y="6656388"/>
            <a:ext cx="1935163" cy="0"/>
          </a:xfrm>
          <a:prstGeom prst="line">
            <a:avLst/>
          </a:prstGeom>
          <a:noFill/>
          <a:ln w="28575" cap="flat">
            <a:solidFill>
              <a:srgbClr val="EE2A7B"/>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Line 37"/>
          <p:cNvSpPr>
            <a:spLocks noChangeShapeType="1"/>
          </p:cNvSpPr>
          <p:nvPr/>
        </p:nvSpPr>
        <p:spPr bwMode="auto">
          <a:xfrm>
            <a:off x="8038294" y="1306513"/>
            <a:ext cx="1935163" cy="0"/>
          </a:xfrm>
          <a:prstGeom prst="line">
            <a:avLst/>
          </a:prstGeom>
          <a:noFill/>
          <a:ln w="28575" cap="flat">
            <a:solidFill>
              <a:srgbClr val="1C75BC"/>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文本框 42"/>
          <p:cNvSpPr txBox="1"/>
          <p:nvPr/>
        </p:nvSpPr>
        <p:spPr>
          <a:xfrm>
            <a:off x="1803084" y="5832488"/>
            <a:ext cx="2856518" cy="830997"/>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ctr">
              <a:lnSpc>
                <a:spcPct val="120000"/>
              </a:lnSpc>
            </a:pPr>
            <a:r>
              <a:rPr lang="zh-CN" altLang="en-US" sz="1600" dirty="0">
                <a:solidFill>
                  <a:schemeClr val="tx1">
                    <a:lumMod val="65000"/>
                    <a:lumOff val="35000"/>
                  </a:schemeClr>
                </a:solidFill>
              </a:rPr>
              <a:t>添加内容添加内容</a:t>
            </a:r>
          </a:p>
        </p:txBody>
      </p:sp>
      <p:sp>
        <p:nvSpPr>
          <p:cNvPr id="44" name="文本框 43"/>
          <p:cNvSpPr txBox="1"/>
          <p:nvPr/>
        </p:nvSpPr>
        <p:spPr>
          <a:xfrm>
            <a:off x="3761698" y="1317627"/>
            <a:ext cx="2856518" cy="830997"/>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ctr">
              <a:lnSpc>
                <a:spcPct val="120000"/>
              </a:lnSpc>
            </a:pPr>
            <a:r>
              <a:rPr lang="zh-CN" altLang="en-US" sz="1600" dirty="0">
                <a:solidFill>
                  <a:schemeClr val="tx1">
                    <a:lumMod val="65000"/>
                    <a:lumOff val="35000"/>
                  </a:schemeClr>
                </a:solidFill>
              </a:rPr>
              <a:t>添加内容添加内容</a:t>
            </a:r>
          </a:p>
        </p:txBody>
      </p:sp>
      <p:sp>
        <p:nvSpPr>
          <p:cNvPr id="45" name="文本框 44"/>
          <p:cNvSpPr txBox="1"/>
          <p:nvPr/>
        </p:nvSpPr>
        <p:spPr>
          <a:xfrm>
            <a:off x="5564234" y="5832488"/>
            <a:ext cx="2856518" cy="830997"/>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ctr">
              <a:lnSpc>
                <a:spcPct val="120000"/>
              </a:lnSpc>
            </a:pPr>
            <a:r>
              <a:rPr lang="zh-CN" altLang="en-US" sz="1600" dirty="0">
                <a:solidFill>
                  <a:schemeClr val="tx1">
                    <a:lumMod val="65000"/>
                    <a:lumOff val="35000"/>
                  </a:schemeClr>
                </a:solidFill>
              </a:rPr>
              <a:t>添加内容添加内容</a:t>
            </a:r>
          </a:p>
        </p:txBody>
      </p:sp>
      <p:sp>
        <p:nvSpPr>
          <p:cNvPr id="46" name="文本框 45"/>
          <p:cNvSpPr txBox="1"/>
          <p:nvPr/>
        </p:nvSpPr>
        <p:spPr>
          <a:xfrm>
            <a:off x="7522848" y="1317627"/>
            <a:ext cx="2856518" cy="830997"/>
          </a:xfrm>
          <a:prstGeom prst="rect">
            <a:avLst/>
          </a:prstGeom>
          <a:noFill/>
        </p:spPr>
        <p:txBody>
          <a:bodyPr wrap="square" rtlCol="0">
            <a:spAutoFit/>
          </a:bodyPr>
          <a:lstStyle/>
          <a:p>
            <a:pPr algn="ctr">
              <a:lnSpc>
                <a:spcPct val="120000"/>
              </a:lnSpc>
            </a:pPr>
            <a:r>
              <a:rPr lang="zh-CN" altLang="en-US" sz="2400" b="1" dirty="0">
                <a:solidFill>
                  <a:schemeClr val="tx1">
                    <a:lumMod val="65000"/>
                    <a:lumOff val="35000"/>
                  </a:schemeClr>
                </a:solidFill>
              </a:rPr>
              <a:t>添加标题</a:t>
            </a:r>
            <a:endParaRPr lang="en-US" altLang="zh-CN" sz="2400" b="1" dirty="0">
              <a:solidFill>
                <a:schemeClr val="tx1">
                  <a:lumMod val="65000"/>
                  <a:lumOff val="35000"/>
                </a:schemeClr>
              </a:solidFill>
            </a:endParaRPr>
          </a:p>
          <a:p>
            <a:pPr algn="ctr">
              <a:lnSpc>
                <a:spcPct val="120000"/>
              </a:lnSpc>
            </a:pPr>
            <a:r>
              <a:rPr lang="zh-CN" altLang="en-US" sz="1600" dirty="0">
                <a:solidFill>
                  <a:schemeClr val="tx1">
                    <a:lumMod val="65000"/>
                    <a:lumOff val="35000"/>
                  </a:schemeClr>
                </a:solidFill>
              </a:rPr>
              <a:t>添加内容添加内容</a:t>
            </a:r>
          </a:p>
        </p:txBody>
      </p:sp>
      <p:sp>
        <p:nvSpPr>
          <p:cNvPr id="47" name="矩形 39"/>
          <p:cNvSpPr/>
          <p:nvPr/>
        </p:nvSpPr>
        <p:spPr>
          <a:xfrm>
            <a:off x="0" y="203088"/>
            <a:ext cx="1261884" cy="523220"/>
          </a:xfrm>
          <a:prstGeom prst="rect">
            <a:avLst/>
          </a:prstGeom>
          <a:noFill/>
        </p:spPr>
        <p:txBody>
          <a:bodyPr wrap="none" rtlCol="0">
            <a:spAutoFit/>
          </a:bodyPr>
          <a:lstStyle/>
          <a:p>
            <a:r>
              <a:rPr lang="zh-CN" altLang="en-US" sz="2800" b="1" dirty="0">
                <a:solidFill>
                  <a:schemeClr val="tx1">
                    <a:lumMod val="65000"/>
                    <a:lumOff val="35000"/>
                  </a:schemeClr>
                </a:solidFill>
              </a:rPr>
              <a:t>时间线</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566834000"/>
      </p:ext>
    </p:extLst>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文本框 50"/>
          <p:cNvSpPr txBox="1"/>
          <p:nvPr/>
        </p:nvSpPr>
        <p:spPr>
          <a:xfrm>
            <a:off x="10992575" y="489353"/>
            <a:ext cx="877163" cy="369332"/>
          </a:xfrm>
          <a:prstGeom prst="rect">
            <a:avLst/>
          </a:prstGeom>
          <a:noFill/>
        </p:spPr>
        <p:txBody>
          <a:bodyPr wrap="none" rtlCol="0">
            <a:spAutoFit/>
          </a:bodyPr>
          <a:lstStyle/>
          <a:p>
            <a:r>
              <a:rPr lang="zh-CN" altLang="en-US" dirty="0">
                <a:solidFill>
                  <a:prstClr val="black">
                    <a:lumMod val="65000"/>
                    <a:lumOff val="35000"/>
                  </a:prstClr>
                </a:solidFill>
              </a:rPr>
              <a:t>时间线</a:t>
            </a:r>
          </a:p>
        </p:txBody>
      </p:sp>
      <p:sp>
        <p:nvSpPr>
          <p:cNvPr id="52" name="矩形 51"/>
          <p:cNvSpPr/>
          <p:nvPr/>
        </p:nvSpPr>
        <p:spPr>
          <a:xfrm>
            <a:off x="10705771" y="538264"/>
            <a:ext cx="246287" cy="246287"/>
          </a:xfrm>
          <a:prstGeom prst="rect">
            <a:avLst/>
          </a:prstGeom>
          <a:solidFill>
            <a:srgbClr val="EA502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9" name="文本框 8"/>
          <p:cNvSpPr txBox="1"/>
          <p:nvPr/>
        </p:nvSpPr>
        <p:spPr>
          <a:xfrm>
            <a:off x="1000603" y="858685"/>
            <a:ext cx="6522940" cy="369332"/>
          </a:xfrm>
          <a:prstGeom prst="rect">
            <a:avLst/>
          </a:prstGeom>
          <a:noFill/>
        </p:spPr>
        <p:txBody>
          <a:bodyPr wrap="none" rtlCol="0">
            <a:spAutoFit/>
          </a:bodyPr>
          <a:lstStyle/>
          <a:p>
            <a:r>
              <a:rPr lang="zh-CN" altLang="en-US" dirty="0">
                <a:solidFill>
                  <a:prstClr val="black">
                    <a:lumMod val="65000"/>
                    <a:lumOff val="35000"/>
                  </a:prstClr>
                </a:solidFill>
              </a:rPr>
              <a:t>网络</a:t>
            </a:r>
            <a:r>
              <a:rPr lang="en-US" altLang="zh-CN" dirty="0">
                <a:solidFill>
                  <a:prstClr val="black">
                    <a:lumMod val="65000"/>
                    <a:lumOff val="35000"/>
                  </a:prstClr>
                </a:solidFill>
              </a:rPr>
              <a:t>EPS</a:t>
            </a:r>
            <a:r>
              <a:rPr lang="zh-CN" altLang="en-US" dirty="0">
                <a:solidFill>
                  <a:prstClr val="black">
                    <a:lumMod val="65000"/>
                    <a:lumOff val="35000"/>
                  </a:prstClr>
                </a:solidFill>
              </a:rPr>
              <a:t>格式文件改编，可以根据具体作品的引用修改其颜色。</a:t>
            </a:r>
          </a:p>
        </p:txBody>
      </p:sp>
      <p:sp>
        <p:nvSpPr>
          <p:cNvPr id="15" name="Freeform 5"/>
          <p:cNvSpPr>
            <a:spLocks/>
          </p:cNvSpPr>
          <p:nvPr/>
        </p:nvSpPr>
        <p:spPr bwMode="auto">
          <a:xfrm>
            <a:off x="1816100" y="5616802"/>
            <a:ext cx="9521825" cy="117475"/>
          </a:xfrm>
          <a:custGeom>
            <a:avLst/>
            <a:gdLst>
              <a:gd name="T0" fmla="*/ 0 w 5998"/>
              <a:gd name="T1" fmla="*/ 0 h 74"/>
              <a:gd name="T2" fmla="*/ 5998 w 5998"/>
              <a:gd name="T3" fmla="*/ 0 h 74"/>
              <a:gd name="T4" fmla="*/ 5998 w 5998"/>
              <a:gd name="T5" fmla="*/ 74 h 74"/>
              <a:gd name="T6" fmla="*/ 0 w 5998"/>
              <a:gd name="T7" fmla="*/ 74 h 74"/>
              <a:gd name="T8" fmla="*/ 0 w 5998"/>
              <a:gd name="T9" fmla="*/ 0 h 74"/>
              <a:gd name="T10" fmla="*/ 0 w 5998"/>
              <a:gd name="T11" fmla="*/ 0 h 74"/>
            </a:gdLst>
            <a:ahLst/>
            <a:cxnLst>
              <a:cxn ang="0">
                <a:pos x="T0" y="T1"/>
              </a:cxn>
              <a:cxn ang="0">
                <a:pos x="T2" y="T3"/>
              </a:cxn>
              <a:cxn ang="0">
                <a:pos x="T4" y="T5"/>
              </a:cxn>
              <a:cxn ang="0">
                <a:pos x="T6" y="T7"/>
              </a:cxn>
              <a:cxn ang="0">
                <a:pos x="T8" y="T9"/>
              </a:cxn>
              <a:cxn ang="0">
                <a:pos x="T10" y="T11"/>
              </a:cxn>
            </a:cxnLst>
            <a:rect l="0" t="0" r="r" b="b"/>
            <a:pathLst>
              <a:path w="5998" h="74">
                <a:moveTo>
                  <a:pt x="0" y="0"/>
                </a:moveTo>
                <a:lnTo>
                  <a:pt x="5998" y="0"/>
                </a:lnTo>
                <a:lnTo>
                  <a:pt x="5998" y="74"/>
                </a:lnTo>
                <a:lnTo>
                  <a:pt x="0" y="74"/>
                </a:lnTo>
                <a:lnTo>
                  <a:pt x="0" y="0"/>
                </a:lnTo>
                <a:lnTo>
                  <a:pt x="0" y="0"/>
                </a:lnTo>
                <a:close/>
              </a:path>
            </a:pathLst>
          </a:custGeom>
          <a:solidFill>
            <a:srgbClr val="8989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 name="Oval 6"/>
          <p:cNvSpPr>
            <a:spLocks noChangeArrowheads="1"/>
          </p:cNvSpPr>
          <p:nvPr/>
        </p:nvSpPr>
        <p:spPr bwMode="auto">
          <a:xfrm>
            <a:off x="1571625" y="5429477"/>
            <a:ext cx="488950" cy="492125"/>
          </a:xfrm>
          <a:prstGeom prst="ellipse">
            <a:avLst/>
          </a:prstGeom>
          <a:solidFill>
            <a:srgbClr val="8989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 name="Oval 7"/>
          <p:cNvSpPr>
            <a:spLocks noChangeArrowheads="1"/>
          </p:cNvSpPr>
          <p:nvPr/>
        </p:nvSpPr>
        <p:spPr bwMode="auto">
          <a:xfrm>
            <a:off x="1677988" y="5527902"/>
            <a:ext cx="284163" cy="2857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 name="Oval 8"/>
          <p:cNvSpPr>
            <a:spLocks noChangeArrowheads="1"/>
          </p:cNvSpPr>
          <p:nvPr/>
        </p:nvSpPr>
        <p:spPr bwMode="auto">
          <a:xfrm>
            <a:off x="1717675" y="5577115"/>
            <a:ext cx="195263" cy="196850"/>
          </a:xfrm>
          <a:prstGeom prst="ellipse">
            <a:avLst/>
          </a:prstGeom>
          <a:solidFill>
            <a:srgbClr val="74A7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 name="Oval 9"/>
          <p:cNvSpPr>
            <a:spLocks noChangeArrowheads="1"/>
          </p:cNvSpPr>
          <p:nvPr/>
        </p:nvSpPr>
        <p:spPr bwMode="auto">
          <a:xfrm>
            <a:off x="3155950" y="5429477"/>
            <a:ext cx="488950" cy="492125"/>
          </a:xfrm>
          <a:prstGeom prst="ellipse">
            <a:avLst/>
          </a:prstGeom>
          <a:solidFill>
            <a:srgbClr val="8989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 name="Oval 10"/>
          <p:cNvSpPr>
            <a:spLocks noChangeArrowheads="1"/>
          </p:cNvSpPr>
          <p:nvPr/>
        </p:nvSpPr>
        <p:spPr bwMode="auto">
          <a:xfrm>
            <a:off x="3254375" y="5527902"/>
            <a:ext cx="293688" cy="2857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 name="Oval 11"/>
          <p:cNvSpPr>
            <a:spLocks noChangeArrowheads="1"/>
          </p:cNvSpPr>
          <p:nvPr/>
        </p:nvSpPr>
        <p:spPr bwMode="auto">
          <a:xfrm>
            <a:off x="3303588" y="5577115"/>
            <a:ext cx="195263" cy="196850"/>
          </a:xfrm>
          <a:prstGeom prst="ellipse">
            <a:avLst/>
          </a:prstGeom>
          <a:solidFill>
            <a:srgbClr val="CCB7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 name="Oval 12"/>
          <p:cNvSpPr>
            <a:spLocks noChangeArrowheads="1"/>
          </p:cNvSpPr>
          <p:nvPr/>
        </p:nvSpPr>
        <p:spPr bwMode="auto">
          <a:xfrm>
            <a:off x="4741863" y="5429477"/>
            <a:ext cx="488950" cy="492125"/>
          </a:xfrm>
          <a:prstGeom prst="ellipse">
            <a:avLst/>
          </a:prstGeom>
          <a:solidFill>
            <a:srgbClr val="8989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 name="Oval 13"/>
          <p:cNvSpPr>
            <a:spLocks noChangeArrowheads="1"/>
          </p:cNvSpPr>
          <p:nvPr/>
        </p:nvSpPr>
        <p:spPr bwMode="auto">
          <a:xfrm>
            <a:off x="4840288" y="5527902"/>
            <a:ext cx="282575" cy="2857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 name="Oval 14"/>
          <p:cNvSpPr>
            <a:spLocks noChangeArrowheads="1"/>
          </p:cNvSpPr>
          <p:nvPr/>
        </p:nvSpPr>
        <p:spPr bwMode="auto">
          <a:xfrm>
            <a:off x="4887913" y="5577115"/>
            <a:ext cx="187325" cy="196850"/>
          </a:xfrm>
          <a:prstGeom prst="ellipse">
            <a:avLst/>
          </a:prstGeom>
          <a:solidFill>
            <a:srgbClr val="EA50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 name="Oval 15"/>
          <p:cNvSpPr>
            <a:spLocks noChangeArrowheads="1"/>
          </p:cNvSpPr>
          <p:nvPr/>
        </p:nvSpPr>
        <p:spPr bwMode="auto">
          <a:xfrm>
            <a:off x="6316663" y="5429477"/>
            <a:ext cx="490538" cy="492125"/>
          </a:xfrm>
          <a:prstGeom prst="ellipse">
            <a:avLst/>
          </a:prstGeom>
          <a:solidFill>
            <a:srgbClr val="8989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 name="Oval 16"/>
          <p:cNvSpPr>
            <a:spLocks noChangeArrowheads="1"/>
          </p:cNvSpPr>
          <p:nvPr/>
        </p:nvSpPr>
        <p:spPr bwMode="auto">
          <a:xfrm>
            <a:off x="6424613" y="5527902"/>
            <a:ext cx="284163" cy="2857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 name="Oval 17"/>
          <p:cNvSpPr>
            <a:spLocks noChangeArrowheads="1"/>
          </p:cNvSpPr>
          <p:nvPr/>
        </p:nvSpPr>
        <p:spPr bwMode="auto">
          <a:xfrm>
            <a:off x="6464300" y="5577115"/>
            <a:ext cx="195263" cy="196850"/>
          </a:xfrm>
          <a:prstGeom prst="ellipse">
            <a:avLst/>
          </a:prstGeom>
          <a:solidFill>
            <a:srgbClr val="7B60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 name="Oval 18"/>
          <p:cNvSpPr>
            <a:spLocks noChangeArrowheads="1"/>
          </p:cNvSpPr>
          <p:nvPr/>
        </p:nvSpPr>
        <p:spPr bwMode="auto">
          <a:xfrm>
            <a:off x="7902575" y="5429477"/>
            <a:ext cx="488950" cy="492125"/>
          </a:xfrm>
          <a:prstGeom prst="ellipse">
            <a:avLst/>
          </a:prstGeom>
          <a:solidFill>
            <a:srgbClr val="8989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 name="Oval 19"/>
          <p:cNvSpPr>
            <a:spLocks noChangeArrowheads="1"/>
          </p:cNvSpPr>
          <p:nvPr/>
        </p:nvSpPr>
        <p:spPr bwMode="auto">
          <a:xfrm>
            <a:off x="8001000" y="5527902"/>
            <a:ext cx="284163" cy="2857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 name="Oval 20"/>
          <p:cNvSpPr>
            <a:spLocks noChangeArrowheads="1"/>
          </p:cNvSpPr>
          <p:nvPr/>
        </p:nvSpPr>
        <p:spPr bwMode="auto">
          <a:xfrm>
            <a:off x="8050213" y="5577115"/>
            <a:ext cx="195263" cy="196850"/>
          </a:xfrm>
          <a:prstGeom prst="ellipse">
            <a:avLst/>
          </a:prstGeom>
          <a:solidFill>
            <a:srgbClr val="74A7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 name="Oval 21"/>
          <p:cNvSpPr>
            <a:spLocks noChangeArrowheads="1"/>
          </p:cNvSpPr>
          <p:nvPr/>
        </p:nvSpPr>
        <p:spPr bwMode="auto">
          <a:xfrm>
            <a:off x="9478963" y="5429477"/>
            <a:ext cx="488950" cy="492125"/>
          </a:xfrm>
          <a:prstGeom prst="ellipse">
            <a:avLst/>
          </a:prstGeom>
          <a:solidFill>
            <a:srgbClr val="8989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 name="Oval 22"/>
          <p:cNvSpPr>
            <a:spLocks noChangeArrowheads="1"/>
          </p:cNvSpPr>
          <p:nvPr/>
        </p:nvSpPr>
        <p:spPr bwMode="auto">
          <a:xfrm>
            <a:off x="9585325" y="5527902"/>
            <a:ext cx="284163" cy="2857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 name="Oval 23"/>
          <p:cNvSpPr>
            <a:spLocks noChangeArrowheads="1"/>
          </p:cNvSpPr>
          <p:nvPr/>
        </p:nvSpPr>
        <p:spPr bwMode="auto">
          <a:xfrm>
            <a:off x="9625013" y="5577115"/>
            <a:ext cx="195263" cy="196850"/>
          </a:xfrm>
          <a:prstGeom prst="ellipse">
            <a:avLst/>
          </a:prstGeom>
          <a:solidFill>
            <a:srgbClr val="EA50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 name="Oval 24"/>
          <p:cNvSpPr>
            <a:spLocks noChangeArrowheads="1"/>
          </p:cNvSpPr>
          <p:nvPr/>
        </p:nvSpPr>
        <p:spPr bwMode="auto">
          <a:xfrm>
            <a:off x="11063288" y="5429477"/>
            <a:ext cx="490538" cy="492125"/>
          </a:xfrm>
          <a:prstGeom prst="ellipse">
            <a:avLst/>
          </a:prstGeom>
          <a:solidFill>
            <a:srgbClr val="8989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 name="Oval 25"/>
          <p:cNvSpPr>
            <a:spLocks noChangeArrowheads="1"/>
          </p:cNvSpPr>
          <p:nvPr/>
        </p:nvSpPr>
        <p:spPr bwMode="auto">
          <a:xfrm>
            <a:off x="11161713" y="5527902"/>
            <a:ext cx="284163" cy="2857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 name="Oval 26"/>
          <p:cNvSpPr>
            <a:spLocks noChangeArrowheads="1"/>
          </p:cNvSpPr>
          <p:nvPr/>
        </p:nvSpPr>
        <p:spPr bwMode="auto">
          <a:xfrm>
            <a:off x="11210925" y="5577115"/>
            <a:ext cx="195263" cy="196850"/>
          </a:xfrm>
          <a:prstGeom prst="ellipse">
            <a:avLst/>
          </a:prstGeom>
          <a:solidFill>
            <a:srgbClr val="7B60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 name="Freeform 27"/>
          <p:cNvSpPr>
            <a:spLocks/>
          </p:cNvSpPr>
          <p:nvPr/>
        </p:nvSpPr>
        <p:spPr bwMode="auto">
          <a:xfrm>
            <a:off x="2039938" y="3884840"/>
            <a:ext cx="2701925" cy="1033463"/>
          </a:xfrm>
          <a:custGeom>
            <a:avLst/>
            <a:gdLst>
              <a:gd name="T0" fmla="*/ 0 w 1702"/>
              <a:gd name="T1" fmla="*/ 651 h 651"/>
              <a:gd name="T2" fmla="*/ 1702 w 1702"/>
              <a:gd name="T3" fmla="*/ 651 h 651"/>
              <a:gd name="T4" fmla="*/ 1702 w 1702"/>
              <a:gd name="T5" fmla="*/ 0 h 651"/>
              <a:gd name="T6" fmla="*/ 0 w 1702"/>
              <a:gd name="T7" fmla="*/ 0 h 651"/>
              <a:gd name="T8" fmla="*/ 0 w 1702"/>
              <a:gd name="T9" fmla="*/ 651 h 651"/>
              <a:gd name="T10" fmla="*/ 0 w 1702"/>
              <a:gd name="T11" fmla="*/ 651 h 651"/>
            </a:gdLst>
            <a:ahLst/>
            <a:cxnLst>
              <a:cxn ang="0">
                <a:pos x="T0" y="T1"/>
              </a:cxn>
              <a:cxn ang="0">
                <a:pos x="T2" y="T3"/>
              </a:cxn>
              <a:cxn ang="0">
                <a:pos x="T4" y="T5"/>
              </a:cxn>
              <a:cxn ang="0">
                <a:pos x="T6" y="T7"/>
              </a:cxn>
              <a:cxn ang="0">
                <a:pos x="T8" y="T9"/>
              </a:cxn>
              <a:cxn ang="0">
                <a:pos x="T10" y="T11"/>
              </a:cxn>
            </a:cxnLst>
            <a:rect l="0" t="0" r="r" b="b"/>
            <a:pathLst>
              <a:path w="1702" h="651">
                <a:moveTo>
                  <a:pt x="0" y="651"/>
                </a:moveTo>
                <a:lnTo>
                  <a:pt x="1702" y="651"/>
                </a:lnTo>
                <a:lnTo>
                  <a:pt x="1702" y="0"/>
                </a:lnTo>
                <a:lnTo>
                  <a:pt x="0" y="0"/>
                </a:lnTo>
                <a:lnTo>
                  <a:pt x="0" y="651"/>
                </a:lnTo>
                <a:lnTo>
                  <a:pt x="0" y="651"/>
                </a:lnTo>
                <a:close/>
              </a:path>
            </a:pathLst>
          </a:custGeom>
          <a:solidFill>
            <a:srgbClr val="CCB7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 name="Freeform 28"/>
          <p:cNvSpPr>
            <a:spLocks/>
          </p:cNvSpPr>
          <p:nvPr/>
        </p:nvSpPr>
        <p:spPr bwMode="auto">
          <a:xfrm>
            <a:off x="9693275" y="4346802"/>
            <a:ext cx="58738" cy="1328738"/>
          </a:xfrm>
          <a:custGeom>
            <a:avLst/>
            <a:gdLst>
              <a:gd name="T0" fmla="*/ 37 w 37"/>
              <a:gd name="T1" fmla="*/ 837 h 837"/>
              <a:gd name="T2" fmla="*/ 0 w 37"/>
              <a:gd name="T3" fmla="*/ 837 h 837"/>
              <a:gd name="T4" fmla="*/ 0 w 37"/>
              <a:gd name="T5" fmla="*/ 0 h 837"/>
              <a:gd name="T6" fmla="*/ 37 w 37"/>
              <a:gd name="T7" fmla="*/ 0 h 837"/>
              <a:gd name="T8" fmla="*/ 37 w 37"/>
              <a:gd name="T9" fmla="*/ 837 h 837"/>
              <a:gd name="T10" fmla="*/ 37 w 37"/>
              <a:gd name="T11" fmla="*/ 837 h 837"/>
            </a:gdLst>
            <a:ahLst/>
            <a:cxnLst>
              <a:cxn ang="0">
                <a:pos x="T0" y="T1"/>
              </a:cxn>
              <a:cxn ang="0">
                <a:pos x="T2" y="T3"/>
              </a:cxn>
              <a:cxn ang="0">
                <a:pos x="T4" y="T5"/>
              </a:cxn>
              <a:cxn ang="0">
                <a:pos x="T6" y="T7"/>
              </a:cxn>
              <a:cxn ang="0">
                <a:pos x="T8" y="T9"/>
              </a:cxn>
              <a:cxn ang="0">
                <a:pos x="T10" y="T11"/>
              </a:cxn>
            </a:cxnLst>
            <a:rect l="0" t="0" r="r" b="b"/>
            <a:pathLst>
              <a:path w="37" h="837">
                <a:moveTo>
                  <a:pt x="37" y="837"/>
                </a:moveTo>
                <a:lnTo>
                  <a:pt x="0" y="837"/>
                </a:lnTo>
                <a:lnTo>
                  <a:pt x="0" y="0"/>
                </a:lnTo>
                <a:lnTo>
                  <a:pt x="37" y="0"/>
                </a:lnTo>
                <a:lnTo>
                  <a:pt x="37" y="837"/>
                </a:lnTo>
                <a:lnTo>
                  <a:pt x="37" y="837"/>
                </a:lnTo>
                <a:close/>
              </a:path>
            </a:pathLst>
          </a:custGeom>
          <a:solidFill>
            <a:srgbClr val="EA50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 name="Freeform 29"/>
          <p:cNvSpPr>
            <a:spLocks/>
          </p:cNvSpPr>
          <p:nvPr/>
        </p:nvSpPr>
        <p:spPr bwMode="auto">
          <a:xfrm>
            <a:off x="8353425" y="3884840"/>
            <a:ext cx="2709863" cy="1033463"/>
          </a:xfrm>
          <a:custGeom>
            <a:avLst/>
            <a:gdLst>
              <a:gd name="T0" fmla="*/ 0 w 1707"/>
              <a:gd name="T1" fmla="*/ 651 h 651"/>
              <a:gd name="T2" fmla="*/ 1707 w 1707"/>
              <a:gd name="T3" fmla="*/ 651 h 651"/>
              <a:gd name="T4" fmla="*/ 1707 w 1707"/>
              <a:gd name="T5" fmla="*/ 0 h 651"/>
              <a:gd name="T6" fmla="*/ 0 w 1707"/>
              <a:gd name="T7" fmla="*/ 0 h 651"/>
              <a:gd name="T8" fmla="*/ 0 w 1707"/>
              <a:gd name="T9" fmla="*/ 651 h 651"/>
              <a:gd name="T10" fmla="*/ 0 w 1707"/>
              <a:gd name="T11" fmla="*/ 651 h 651"/>
            </a:gdLst>
            <a:ahLst/>
            <a:cxnLst>
              <a:cxn ang="0">
                <a:pos x="T0" y="T1"/>
              </a:cxn>
              <a:cxn ang="0">
                <a:pos x="T2" y="T3"/>
              </a:cxn>
              <a:cxn ang="0">
                <a:pos x="T4" y="T5"/>
              </a:cxn>
              <a:cxn ang="0">
                <a:pos x="T6" y="T7"/>
              </a:cxn>
              <a:cxn ang="0">
                <a:pos x="T8" y="T9"/>
              </a:cxn>
              <a:cxn ang="0">
                <a:pos x="T10" y="T11"/>
              </a:cxn>
            </a:cxnLst>
            <a:rect l="0" t="0" r="r" b="b"/>
            <a:pathLst>
              <a:path w="1707" h="651">
                <a:moveTo>
                  <a:pt x="0" y="651"/>
                </a:moveTo>
                <a:lnTo>
                  <a:pt x="1707" y="651"/>
                </a:lnTo>
                <a:lnTo>
                  <a:pt x="1707" y="0"/>
                </a:lnTo>
                <a:lnTo>
                  <a:pt x="0" y="0"/>
                </a:lnTo>
                <a:lnTo>
                  <a:pt x="0" y="651"/>
                </a:lnTo>
                <a:lnTo>
                  <a:pt x="0" y="651"/>
                </a:lnTo>
                <a:close/>
              </a:path>
            </a:pathLst>
          </a:custGeom>
          <a:solidFill>
            <a:srgbClr val="EA50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 name="Freeform 30"/>
          <p:cNvSpPr>
            <a:spLocks/>
          </p:cNvSpPr>
          <p:nvPr/>
        </p:nvSpPr>
        <p:spPr bwMode="auto">
          <a:xfrm>
            <a:off x="5211763" y="3884840"/>
            <a:ext cx="2700338" cy="1033463"/>
          </a:xfrm>
          <a:custGeom>
            <a:avLst/>
            <a:gdLst>
              <a:gd name="T0" fmla="*/ 0 w 1701"/>
              <a:gd name="T1" fmla="*/ 651 h 651"/>
              <a:gd name="T2" fmla="*/ 1701 w 1701"/>
              <a:gd name="T3" fmla="*/ 651 h 651"/>
              <a:gd name="T4" fmla="*/ 1701 w 1701"/>
              <a:gd name="T5" fmla="*/ 0 h 651"/>
              <a:gd name="T6" fmla="*/ 0 w 1701"/>
              <a:gd name="T7" fmla="*/ 0 h 651"/>
              <a:gd name="T8" fmla="*/ 0 w 1701"/>
              <a:gd name="T9" fmla="*/ 651 h 651"/>
              <a:gd name="T10" fmla="*/ 0 w 1701"/>
              <a:gd name="T11" fmla="*/ 651 h 651"/>
            </a:gdLst>
            <a:ahLst/>
            <a:cxnLst>
              <a:cxn ang="0">
                <a:pos x="T0" y="T1"/>
              </a:cxn>
              <a:cxn ang="0">
                <a:pos x="T2" y="T3"/>
              </a:cxn>
              <a:cxn ang="0">
                <a:pos x="T4" y="T5"/>
              </a:cxn>
              <a:cxn ang="0">
                <a:pos x="T6" y="T7"/>
              </a:cxn>
              <a:cxn ang="0">
                <a:pos x="T8" y="T9"/>
              </a:cxn>
              <a:cxn ang="0">
                <a:pos x="T10" y="T11"/>
              </a:cxn>
            </a:cxnLst>
            <a:rect l="0" t="0" r="r" b="b"/>
            <a:pathLst>
              <a:path w="1701" h="651">
                <a:moveTo>
                  <a:pt x="0" y="651"/>
                </a:moveTo>
                <a:lnTo>
                  <a:pt x="1701" y="651"/>
                </a:lnTo>
                <a:lnTo>
                  <a:pt x="1701" y="0"/>
                </a:lnTo>
                <a:lnTo>
                  <a:pt x="0" y="0"/>
                </a:lnTo>
                <a:lnTo>
                  <a:pt x="0" y="651"/>
                </a:lnTo>
                <a:lnTo>
                  <a:pt x="0" y="651"/>
                </a:lnTo>
                <a:close/>
              </a:path>
            </a:pathLst>
          </a:custGeom>
          <a:solidFill>
            <a:srgbClr val="7B60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 name="Freeform 31"/>
          <p:cNvSpPr>
            <a:spLocks/>
          </p:cNvSpPr>
          <p:nvPr/>
        </p:nvSpPr>
        <p:spPr bwMode="auto">
          <a:xfrm>
            <a:off x="1571625" y="2429102"/>
            <a:ext cx="2709863" cy="1042988"/>
          </a:xfrm>
          <a:custGeom>
            <a:avLst/>
            <a:gdLst>
              <a:gd name="T0" fmla="*/ 0 w 1707"/>
              <a:gd name="T1" fmla="*/ 657 h 657"/>
              <a:gd name="T2" fmla="*/ 1707 w 1707"/>
              <a:gd name="T3" fmla="*/ 657 h 657"/>
              <a:gd name="T4" fmla="*/ 1707 w 1707"/>
              <a:gd name="T5" fmla="*/ 0 h 657"/>
              <a:gd name="T6" fmla="*/ 0 w 1707"/>
              <a:gd name="T7" fmla="*/ 0 h 657"/>
              <a:gd name="T8" fmla="*/ 0 w 1707"/>
              <a:gd name="T9" fmla="*/ 657 h 657"/>
              <a:gd name="T10" fmla="*/ 0 w 1707"/>
              <a:gd name="T11" fmla="*/ 657 h 657"/>
            </a:gdLst>
            <a:ahLst/>
            <a:cxnLst>
              <a:cxn ang="0">
                <a:pos x="T0" y="T1"/>
              </a:cxn>
              <a:cxn ang="0">
                <a:pos x="T2" y="T3"/>
              </a:cxn>
              <a:cxn ang="0">
                <a:pos x="T4" y="T5"/>
              </a:cxn>
              <a:cxn ang="0">
                <a:pos x="T6" y="T7"/>
              </a:cxn>
              <a:cxn ang="0">
                <a:pos x="T8" y="T9"/>
              </a:cxn>
              <a:cxn ang="0">
                <a:pos x="T10" y="T11"/>
              </a:cxn>
            </a:cxnLst>
            <a:rect l="0" t="0" r="r" b="b"/>
            <a:pathLst>
              <a:path w="1707" h="657">
                <a:moveTo>
                  <a:pt x="0" y="657"/>
                </a:moveTo>
                <a:lnTo>
                  <a:pt x="1707" y="657"/>
                </a:lnTo>
                <a:lnTo>
                  <a:pt x="1707" y="0"/>
                </a:lnTo>
                <a:lnTo>
                  <a:pt x="0" y="0"/>
                </a:lnTo>
                <a:lnTo>
                  <a:pt x="0" y="657"/>
                </a:lnTo>
                <a:lnTo>
                  <a:pt x="0" y="657"/>
                </a:lnTo>
                <a:close/>
              </a:path>
            </a:pathLst>
          </a:custGeom>
          <a:solidFill>
            <a:srgbClr val="74A7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 name="Freeform 32"/>
          <p:cNvSpPr>
            <a:spLocks/>
          </p:cNvSpPr>
          <p:nvPr/>
        </p:nvSpPr>
        <p:spPr bwMode="auto">
          <a:xfrm>
            <a:off x="7932738" y="2429102"/>
            <a:ext cx="2709863" cy="1042988"/>
          </a:xfrm>
          <a:custGeom>
            <a:avLst/>
            <a:gdLst>
              <a:gd name="T0" fmla="*/ 0 w 1707"/>
              <a:gd name="T1" fmla="*/ 657 h 657"/>
              <a:gd name="T2" fmla="*/ 1707 w 1707"/>
              <a:gd name="T3" fmla="*/ 657 h 657"/>
              <a:gd name="T4" fmla="*/ 1707 w 1707"/>
              <a:gd name="T5" fmla="*/ 0 h 657"/>
              <a:gd name="T6" fmla="*/ 0 w 1707"/>
              <a:gd name="T7" fmla="*/ 0 h 657"/>
              <a:gd name="T8" fmla="*/ 0 w 1707"/>
              <a:gd name="T9" fmla="*/ 657 h 657"/>
              <a:gd name="T10" fmla="*/ 0 w 1707"/>
              <a:gd name="T11" fmla="*/ 657 h 657"/>
            </a:gdLst>
            <a:ahLst/>
            <a:cxnLst>
              <a:cxn ang="0">
                <a:pos x="T0" y="T1"/>
              </a:cxn>
              <a:cxn ang="0">
                <a:pos x="T2" y="T3"/>
              </a:cxn>
              <a:cxn ang="0">
                <a:pos x="T4" y="T5"/>
              </a:cxn>
              <a:cxn ang="0">
                <a:pos x="T6" y="T7"/>
              </a:cxn>
              <a:cxn ang="0">
                <a:pos x="T8" y="T9"/>
              </a:cxn>
              <a:cxn ang="0">
                <a:pos x="T10" y="T11"/>
              </a:cxn>
            </a:cxnLst>
            <a:rect l="0" t="0" r="r" b="b"/>
            <a:pathLst>
              <a:path w="1707" h="657">
                <a:moveTo>
                  <a:pt x="0" y="657"/>
                </a:moveTo>
                <a:lnTo>
                  <a:pt x="1707" y="657"/>
                </a:lnTo>
                <a:lnTo>
                  <a:pt x="1707" y="0"/>
                </a:lnTo>
                <a:lnTo>
                  <a:pt x="0" y="0"/>
                </a:lnTo>
                <a:lnTo>
                  <a:pt x="0" y="657"/>
                </a:lnTo>
                <a:lnTo>
                  <a:pt x="0" y="657"/>
                </a:lnTo>
                <a:close/>
              </a:path>
            </a:pathLst>
          </a:custGeom>
          <a:solidFill>
            <a:srgbClr val="74A7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 name="Freeform 33"/>
          <p:cNvSpPr>
            <a:spLocks/>
          </p:cNvSpPr>
          <p:nvPr/>
        </p:nvSpPr>
        <p:spPr bwMode="auto">
          <a:xfrm>
            <a:off x="4760913" y="2429102"/>
            <a:ext cx="2711450" cy="1042988"/>
          </a:xfrm>
          <a:custGeom>
            <a:avLst/>
            <a:gdLst>
              <a:gd name="T0" fmla="*/ 0 w 1708"/>
              <a:gd name="T1" fmla="*/ 657 h 657"/>
              <a:gd name="T2" fmla="*/ 1708 w 1708"/>
              <a:gd name="T3" fmla="*/ 657 h 657"/>
              <a:gd name="T4" fmla="*/ 1708 w 1708"/>
              <a:gd name="T5" fmla="*/ 0 h 657"/>
              <a:gd name="T6" fmla="*/ 0 w 1708"/>
              <a:gd name="T7" fmla="*/ 0 h 657"/>
              <a:gd name="T8" fmla="*/ 0 w 1708"/>
              <a:gd name="T9" fmla="*/ 657 h 657"/>
              <a:gd name="T10" fmla="*/ 0 w 1708"/>
              <a:gd name="T11" fmla="*/ 657 h 657"/>
            </a:gdLst>
            <a:ahLst/>
            <a:cxnLst>
              <a:cxn ang="0">
                <a:pos x="T0" y="T1"/>
              </a:cxn>
              <a:cxn ang="0">
                <a:pos x="T2" y="T3"/>
              </a:cxn>
              <a:cxn ang="0">
                <a:pos x="T4" y="T5"/>
              </a:cxn>
              <a:cxn ang="0">
                <a:pos x="T6" y="T7"/>
              </a:cxn>
              <a:cxn ang="0">
                <a:pos x="T8" y="T9"/>
              </a:cxn>
              <a:cxn ang="0">
                <a:pos x="T10" y="T11"/>
              </a:cxn>
            </a:cxnLst>
            <a:rect l="0" t="0" r="r" b="b"/>
            <a:pathLst>
              <a:path w="1708" h="657">
                <a:moveTo>
                  <a:pt x="0" y="657"/>
                </a:moveTo>
                <a:lnTo>
                  <a:pt x="1708" y="657"/>
                </a:lnTo>
                <a:lnTo>
                  <a:pt x="1708" y="0"/>
                </a:lnTo>
                <a:lnTo>
                  <a:pt x="0" y="0"/>
                </a:lnTo>
                <a:lnTo>
                  <a:pt x="0" y="657"/>
                </a:lnTo>
                <a:lnTo>
                  <a:pt x="0" y="657"/>
                </a:lnTo>
                <a:close/>
              </a:path>
            </a:pathLst>
          </a:custGeom>
          <a:solidFill>
            <a:srgbClr val="EA50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 name="Freeform 34"/>
          <p:cNvSpPr>
            <a:spLocks/>
          </p:cNvSpPr>
          <p:nvPr/>
        </p:nvSpPr>
        <p:spPr bwMode="auto">
          <a:xfrm>
            <a:off x="8118475" y="3167290"/>
            <a:ext cx="58738" cy="2508250"/>
          </a:xfrm>
          <a:custGeom>
            <a:avLst/>
            <a:gdLst>
              <a:gd name="T0" fmla="*/ 37 w 37"/>
              <a:gd name="T1" fmla="*/ 1580 h 1580"/>
              <a:gd name="T2" fmla="*/ 0 w 37"/>
              <a:gd name="T3" fmla="*/ 1580 h 1580"/>
              <a:gd name="T4" fmla="*/ 0 w 37"/>
              <a:gd name="T5" fmla="*/ 0 h 1580"/>
              <a:gd name="T6" fmla="*/ 37 w 37"/>
              <a:gd name="T7" fmla="*/ 0 h 1580"/>
              <a:gd name="T8" fmla="*/ 37 w 37"/>
              <a:gd name="T9" fmla="*/ 1580 h 1580"/>
              <a:gd name="T10" fmla="*/ 37 w 37"/>
              <a:gd name="T11" fmla="*/ 1580 h 1580"/>
            </a:gdLst>
            <a:ahLst/>
            <a:cxnLst>
              <a:cxn ang="0">
                <a:pos x="T0" y="T1"/>
              </a:cxn>
              <a:cxn ang="0">
                <a:pos x="T2" y="T3"/>
              </a:cxn>
              <a:cxn ang="0">
                <a:pos x="T4" y="T5"/>
              </a:cxn>
              <a:cxn ang="0">
                <a:pos x="T6" y="T7"/>
              </a:cxn>
              <a:cxn ang="0">
                <a:pos x="T8" y="T9"/>
              </a:cxn>
              <a:cxn ang="0">
                <a:pos x="T10" y="T11"/>
              </a:cxn>
            </a:cxnLst>
            <a:rect l="0" t="0" r="r" b="b"/>
            <a:pathLst>
              <a:path w="37" h="1580">
                <a:moveTo>
                  <a:pt x="37" y="1580"/>
                </a:moveTo>
                <a:lnTo>
                  <a:pt x="0" y="1580"/>
                </a:lnTo>
                <a:lnTo>
                  <a:pt x="0" y="0"/>
                </a:lnTo>
                <a:lnTo>
                  <a:pt x="37" y="0"/>
                </a:lnTo>
                <a:lnTo>
                  <a:pt x="37" y="1580"/>
                </a:lnTo>
                <a:lnTo>
                  <a:pt x="37" y="1580"/>
                </a:lnTo>
                <a:close/>
              </a:path>
            </a:pathLst>
          </a:custGeom>
          <a:solidFill>
            <a:srgbClr val="74A7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 name="Freeform 35"/>
          <p:cNvSpPr>
            <a:spLocks/>
          </p:cNvSpPr>
          <p:nvPr/>
        </p:nvSpPr>
        <p:spPr bwMode="auto">
          <a:xfrm>
            <a:off x="6532563" y="4346802"/>
            <a:ext cx="58738" cy="1328738"/>
          </a:xfrm>
          <a:custGeom>
            <a:avLst/>
            <a:gdLst>
              <a:gd name="T0" fmla="*/ 37 w 37"/>
              <a:gd name="T1" fmla="*/ 837 h 837"/>
              <a:gd name="T2" fmla="*/ 0 w 37"/>
              <a:gd name="T3" fmla="*/ 837 h 837"/>
              <a:gd name="T4" fmla="*/ 0 w 37"/>
              <a:gd name="T5" fmla="*/ 0 h 837"/>
              <a:gd name="T6" fmla="*/ 37 w 37"/>
              <a:gd name="T7" fmla="*/ 0 h 837"/>
              <a:gd name="T8" fmla="*/ 37 w 37"/>
              <a:gd name="T9" fmla="*/ 837 h 837"/>
              <a:gd name="T10" fmla="*/ 37 w 37"/>
              <a:gd name="T11" fmla="*/ 837 h 837"/>
            </a:gdLst>
            <a:ahLst/>
            <a:cxnLst>
              <a:cxn ang="0">
                <a:pos x="T0" y="T1"/>
              </a:cxn>
              <a:cxn ang="0">
                <a:pos x="T2" y="T3"/>
              </a:cxn>
              <a:cxn ang="0">
                <a:pos x="T4" y="T5"/>
              </a:cxn>
              <a:cxn ang="0">
                <a:pos x="T6" y="T7"/>
              </a:cxn>
              <a:cxn ang="0">
                <a:pos x="T8" y="T9"/>
              </a:cxn>
              <a:cxn ang="0">
                <a:pos x="T10" y="T11"/>
              </a:cxn>
            </a:cxnLst>
            <a:rect l="0" t="0" r="r" b="b"/>
            <a:pathLst>
              <a:path w="37" h="837">
                <a:moveTo>
                  <a:pt x="37" y="837"/>
                </a:moveTo>
                <a:lnTo>
                  <a:pt x="0" y="837"/>
                </a:lnTo>
                <a:lnTo>
                  <a:pt x="0" y="0"/>
                </a:lnTo>
                <a:lnTo>
                  <a:pt x="37" y="0"/>
                </a:lnTo>
                <a:lnTo>
                  <a:pt x="37" y="837"/>
                </a:lnTo>
                <a:lnTo>
                  <a:pt x="37" y="837"/>
                </a:lnTo>
                <a:close/>
              </a:path>
            </a:pathLst>
          </a:custGeom>
          <a:solidFill>
            <a:srgbClr val="7B60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 name="Freeform 36"/>
          <p:cNvSpPr>
            <a:spLocks/>
          </p:cNvSpPr>
          <p:nvPr/>
        </p:nvSpPr>
        <p:spPr bwMode="auto">
          <a:xfrm>
            <a:off x="4946650" y="2989490"/>
            <a:ext cx="69850" cy="2686050"/>
          </a:xfrm>
          <a:custGeom>
            <a:avLst/>
            <a:gdLst>
              <a:gd name="T0" fmla="*/ 44 w 44"/>
              <a:gd name="T1" fmla="*/ 1692 h 1692"/>
              <a:gd name="T2" fmla="*/ 0 w 44"/>
              <a:gd name="T3" fmla="*/ 1692 h 1692"/>
              <a:gd name="T4" fmla="*/ 0 w 44"/>
              <a:gd name="T5" fmla="*/ 0 h 1692"/>
              <a:gd name="T6" fmla="*/ 44 w 44"/>
              <a:gd name="T7" fmla="*/ 0 h 1692"/>
              <a:gd name="T8" fmla="*/ 44 w 44"/>
              <a:gd name="T9" fmla="*/ 1692 h 1692"/>
              <a:gd name="T10" fmla="*/ 44 w 44"/>
              <a:gd name="T11" fmla="*/ 1692 h 1692"/>
            </a:gdLst>
            <a:ahLst/>
            <a:cxnLst>
              <a:cxn ang="0">
                <a:pos x="T0" y="T1"/>
              </a:cxn>
              <a:cxn ang="0">
                <a:pos x="T2" y="T3"/>
              </a:cxn>
              <a:cxn ang="0">
                <a:pos x="T4" y="T5"/>
              </a:cxn>
              <a:cxn ang="0">
                <a:pos x="T6" y="T7"/>
              </a:cxn>
              <a:cxn ang="0">
                <a:pos x="T8" y="T9"/>
              </a:cxn>
              <a:cxn ang="0">
                <a:pos x="T10" y="T11"/>
              </a:cxn>
            </a:cxnLst>
            <a:rect l="0" t="0" r="r" b="b"/>
            <a:pathLst>
              <a:path w="44" h="1692">
                <a:moveTo>
                  <a:pt x="44" y="1692"/>
                </a:moveTo>
                <a:lnTo>
                  <a:pt x="0" y="1692"/>
                </a:lnTo>
                <a:lnTo>
                  <a:pt x="0" y="0"/>
                </a:lnTo>
                <a:lnTo>
                  <a:pt x="44" y="0"/>
                </a:lnTo>
                <a:lnTo>
                  <a:pt x="44" y="1692"/>
                </a:lnTo>
                <a:lnTo>
                  <a:pt x="44" y="1692"/>
                </a:lnTo>
                <a:close/>
              </a:path>
            </a:pathLst>
          </a:custGeom>
          <a:solidFill>
            <a:srgbClr val="EA50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 name="Freeform 37"/>
          <p:cNvSpPr>
            <a:spLocks/>
          </p:cNvSpPr>
          <p:nvPr/>
        </p:nvSpPr>
        <p:spPr bwMode="auto">
          <a:xfrm>
            <a:off x="3371850" y="3992790"/>
            <a:ext cx="58738" cy="1682750"/>
          </a:xfrm>
          <a:custGeom>
            <a:avLst/>
            <a:gdLst>
              <a:gd name="T0" fmla="*/ 37 w 37"/>
              <a:gd name="T1" fmla="*/ 1060 h 1060"/>
              <a:gd name="T2" fmla="*/ 0 w 37"/>
              <a:gd name="T3" fmla="*/ 1060 h 1060"/>
              <a:gd name="T4" fmla="*/ 0 w 37"/>
              <a:gd name="T5" fmla="*/ 0 h 1060"/>
              <a:gd name="T6" fmla="*/ 37 w 37"/>
              <a:gd name="T7" fmla="*/ 0 h 1060"/>
              <a:gd name="T8" fmla="*/ 37 w 37"/>
              <a:gd name="T9" fmla="*/ 1060 h 1060"/>
              <a:gd name="T10" fmla="*/ 37 w 37"/>
              <a:gd name="T11" fmla="*/ 1060 h 1060"/>
            </a:gdLst>
            <a:ahLst/>
            <a:cxnLst>
              <a:cxn ang="0">
                <a:pos x="T0" y="T1"/>
              </a:cxn>
              <a:cxn ang="0">
                <a:pos x="T2" y="T3"/>
              </a:cxn>
              <a:cxn ang="0">
                <a:pos x="T4" y="T5"/>
              </a:cxn>
              <a:cxn ang="0">
                <a:pos x="T6" y="T7"/>
              </a:cxn>
              <a:cxn ang="0">
                <a:pos x="T8" y="T9"/>
              </a:cxn>
              <a:cxn ang="0">
                <a:pos x="T10" y="T11"/>
              </a:cxn>
            </a:cxnLst>
            <a:rect l="0" t="0" r="r" b="b"/>
            <a:pathLst>
              <a:path w="37" h="1060">
                <a:moveTo>
                  <a:pt x="37" y="1060"/>
                </a:moveTo>
                <a:lnTo>
                  <a:pt x="0" y="1060"/>
                </a:lnTo>
                <a:lnTo>
                  <a:pt x="0" y="0"/>
                </a:lnTo>
                <a:lnTo>
                  <a:pt x="37" y="0"/>
                </a:lnTo>
                <a:lnTo>
                  <a:pt x="37" y="1060"/>
                </a:lnTo>
                <a:lnTo>
                  <a:pt x="37" y="1060"/>
                </a:lnTo>
                <a:close/>
              </a:path>
            </a:pathLst>
          </a:custGeom>
          <a:solidFill>
            <a:srgbClr val="CCB7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 name="Freeform 38"/>
          <p:cNvSpPr>
            <a:spLocks/>
          </p:cNvSpPr>
          <p:nvPr/>
        </p:nvSpPr>
        <p:spPr bwMode="auto">
          <a:xfrm>
            <a:off x="1785938" y="2635477"/>
            <a:ext cx="58738" cy="3040063"/>
          </a:xfrm>
          <a:custGeom>
            <a:avLst/>
            <a:gdLst>
              <a:gd name="T0" fmla="*/ 37 w 37"/>
              <a:gd name="T1" fmla="*/ 1915 h 1915"/>
              <a:gd name="T2" fmla="*/ 0 w 37"/>
              <a:gd name="T3" fmla="*/ 1915 h 1915"/>
              <a:gd name="T4" fmla="*/ 0 w 37"/>
              <a:gd name="T5" fmla="*/ 0 h 1915"/>
              <a:gd name="T6" fmla="*/ 37 w 37"/>
              <a:gd name="T7" fmla="*/ 0 h 1915"/>
              <a:gd name="T8" fmla="*/ 37 w 37"/>
              <a:gd name="T9" fmla="*/ 1915 h 1915"/>
              <a:gd name="T10" fmla="*/ 37 w 37"/>
              <a:gd name="T11" fmla="*/ 1915 h 1915"/>
            </a:gdLst>
            <a:ahLst/>
            <a:cxnLst>
              <a:cxn ang="0">
                <a:pos x="T0" y="T1"/>
              </a:cxn>
              <a:cxn ang="0">
                <a:pos x="T2" y="T3"/>
              </a:cxn>
              <a:cxn ang="0">
                <a:pos x="T4" y="T5"/>
              </a:cxn>
              <a:cxn ang="0">
                <a:pos x="T6" y="T7"/>
              </a:cxn>
              <a:cxn ang="0">
                <a:pos x="T8" y="T9"/>
              </a:cxn>
              <a:cxn ang="0">
                <a:pos x="T10" y="T11"/>
              </a:cxn>
            </a:cxnLst>
            <a:rect l="0" t="0" r="r" b="b"/>
            <a:pathLst>
              <a:path w="37" h="1915">
                <a:moveTo>
                  <a:pt x="37" y="1915"/>
                </a:moveTo>
                <a:lnTo>
                  <a:pt x="0" y="1915"/>
                </a:lnTo>
                <a:lnTo>
                  <a:pt x="0" y="0"/>
                </a:lnTo>
                <a:lnTo>
                  <a:pt x="37" y="0"/>
                </a:lnTo>
                <a:lnTo>
                  <a:pt x="37" y="1915"/>
                </a:lnTo>
                <a:lnTo>
                  <a:pt x="37" y="1915"/>
                </a:lnTo>
                <a:close/>
              </a:path>
            </a:pathLst>
          </a:custGeom>
          <a:solidFill>
            <a:srgbClr val="74A7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 name="文本框 85"/>
          <p:cNvSpPr txBox="1"/>
          <p:nvPr/>
        </p:nvSpPr>
        <p:spPr>
          <a:xfrm>
            <a:off x="10959789" y="5982654"/>
            <a:ext cx="688009" cy="400110"/>
          </a:xfrm>
          <a:prstGeom prst="rect">
            <a:avLst/>
          </a:prstGeom>
          <a:noFill/>
        </p:spPr>
        <p:txBody>
          <a:bodyPr wrap="none" rtlCol="0">
            <a:spAutoFit/>
          </a:bodyPr>
          <a:lstStyle/>
          <a:p>
            <a:r>
              <a:rPr lang="en-US" altLang="zh-CN" sz="2000" dirty="0">
                <a:solidFill>
                  <a:prstClr val="black">
                    <a:lumMod val="65000"/>
                    <a:lumOff val="35000"/>
                  </a:prstClr>
                </a:solidFill>
                <a:latin typeface="Impact" panose="020B0806030902050204" pitchFamily="34" charset="0"/>
              </a:rPr>
              <a:t>2016</a:t>
            </a:r>
            <a:endParaRPr lang="zh-CN" altLang="en-US" sz="2000" dirty="0">
              <a:solidFill>
                <a:prstClr val="black">
                  <a:lumMod val="65000"/>
                  <a:lumOff val="35000"/>
                </a:prstClr>
              </a:solidFill>
              <a:latin typeface="Impact" panose="020B0806030902050204" pitchFamily="34" charset="0"/>
            </a:endParaRPr>
          </a:p>
        </p:txBody>
      </p:sp>
      <p:sp>
        <p:nvSpPr>
          <p:cNvPr id="88" name="文本框 87"/>
          <p:cNvSpPr txBox="1"/>
          <p:nvPr/>
        </p:nvSpPr>
        <p:spPr>
          <a:xfrm>
            <a:off x="1441933" y="5982654"/>
            <a:ext cx="686406" cy="400110"/>
          </a:xfrm>
          <a:prstGeom prst="rect">
            <a:avLst/>
          </a:prstGeom>
          <a:noFill/>
        </p:spPr>
        <p:txBody>
          <a:bodyPr wrap="none" rtlCol="0">
            <a:spAutoFit/>
          </a:bodyPr>
          <a:lstStyle/>
          <a:p>
            <a:r>
              <a:rPr lang="en-US" altLang="zh-CN" sz="2000" dirty="0">
                <a:solidFill>
                  <a:prstClr val="black">
                    <a:lumMod val="65000"/>
                    <a:lumOff val="35000"/>
                  </a:prstClr>
                </a:solidFill>
                <a:latin typeface="Impact" panose="020B0806030902050204" pitchFamily="34" charset="0"/>
              </a:rPr>
              <a:t>2010</a:t>
            </a:r>
            <a:endParaRPr lang="zh-CN" altLang="en-US" sz="2000" dirty="0">
              <a:solidFill>
                <a:prstClr val="black">
                  <a:lumMod val="65000"/>
                  <a:lumOff val="35000"/>
                </a:prstClr>
              </a:solidFill>
              <a:latin typeface="Impact" panose="020B0806030902050204" pitchFamily="34" charset="0"/>
            </a:endParaRPr>
          </a:p>
        </p:txBody>
      </p:sp>
      <p:sp>
        <p:nvSpPr>
          <p:cNvPr id="89" name="文本框 88"/>
          <p:cNvSpPr txBox="1"/>
          <p:nvPr/>
        </p:nvSpPr>
        <p:spPr>
          <a:xfrm>
            <a:off x="3028242" y="5982654"/>
            <a:ext cx="646331" cy="400110"/>
          </a:xfrm>
          <a:prstGeom prst="rect">
            <a:avLst/>
          </a:prstGeom>
          <a:noFill/>
        </p:spPr>
        <p:txBody>
          <a:bodyPr wrap="none" rtlCol="0">
            <a:spAutoFit/>
          </a:bodyPr>
          <a:lstStyle/>
          <a:p>
            <a:r>
              <a:rPr lang="en-US" altLang="zh-CN" sz="2000" dirty="0">
                <a:solidFill>
                  <a:prstClr val="black">
                    <a:lumMod val="65000"/>
                    <a:lumOff val="35000"/>
                  </a:prstClr>
                </a:solidFill>
                <a:latin typeface="Impact" panose="020B0806030902050204" pitchFamily="34" charset="0"/>
              </a:rPr>
              <a:t>2011</a:t>
            </a:r>
            <a:endParaRPr lang="zh-CN" altLang="en-US" sz="2000" dirty="0">
              <a:solidFill>
                <a:prstClr val="black">
                  <a:lumMod val="65000"/>
                  <a:lumOff val="35000"/>
                </a:prstClr>
              </a:solidFill>
              <a:latin typeface="Impact" panose="020B0806030902050204" pitchFamily="34" charset="0"/>
            </a:endParaRPr>
          </a:p>
        </p:txBody>
      </p:sp>
      <p:sp>
        <p:nvSpPr>
          <p:cNvPr id="90" name="文本框 89"/>
          <p:cNvSpPr txBox="1"/>
          <p:nvPr/>
        </p:nvSpPr>
        <p:spPr>
          <a:xfrm>
            <a:off x="4614551" y="5982654"/>
            <a:ext cx="676788" cy="400110"/>
          </a:xfrm>
          <a:prstGeom prst="rect">
            <a:avLst/>
          </a:prstGeom>
          <a:noFill/>
        </p:spPr>
        <p:txBody>
          <a:bodyPr wrap="none" rtlCol="0">
            <a:spAutoFit/>
          </a:bodyPr>
          <a:lstStyle/>
          <a:p>
            <a:r>
              <a:rPr lang="en-US" altLang="zh-CN" sz="2000" dirty="0">
                <a:solidFill>
                  <a:prstClr val="black">
                    <a:lumMod val="65000"/>
                    <a:lumOff val="35000"/>
                  </a:prstClr>
                </a:solidFill>
                <a:latin typeface="Impact" panose="020B0806030902050204" pitchFamily="34" charset="0"/>
              </a:rPr>
              <a:t>2012</a:t>
            </a:r>
            <a:endParaRPr lang="zh-CN" altLang="en-US" sz="2000" dirty="0">
              <a:solidFill>
                <a:prstClr val="black">
                  <a:lumMod val="65000"/>
                  <a:lumOff val="35000"/>
                </a:prstClr>
              </a:solidFill>
              <a:latin typeface="Impact" panose="020B0806030902050204" pitchFamily="34" charset="0"/>
            </a:endParaRPr>
          </a:p>
        </p:txBody>
      </p:sp>
      <p:sp>
        <p:nvSpPr>
          <p:cNvPr id="92" name="文本框 91"/>
          <p:cNvSpPr txBox="1"/>
          <p:nvPr/>
        </p:nvSpPr>
        <p:spPr>
          <a:xfrm>
            <a:off x="6200860" y="5982654"/>
            <a:ext cx="684803" cy="400110"/>
          </a:xfrm>
          <a:prstGeom prst="rect">
            <a:avLst/>
          </a:prstGeom>
          <a:noFill/>
        </p:spPr>
        <p:txBody>
          <a:bodyPr wrap="none" rtlCol="0">
            <a:spAutoFit/>
          </a:bodyPr>
          <a:lstStyle/>
          <a:p>
            <a:r>
              <a:rPr lang="en-US" altLang="zh-CN" sz="2000" dirty="0">
                <a:solidFill>
                  <a:prstClr val="black">
                    <a:lumMod val="65000"/>
                    <a:lumOff val="35000"/>
                  </a:prstClr>
                </a:solidFill>
                <a:latin typeface="Impact" panose="020B0806030902050204" pitchFamily="34" charset="0"/>
              </a:rPr>
              <a:t>2013</a:t>
            </a:r>
            <a:endParaRPr lang="zh-CN" altLang="en-US" sz="2000" dirty="0">
              <a:solidFill>
                <a:prstClr val="black">
                  <a:lumMod val="65000"/>
                  <a:lumOff val="35000"/>
                </a:prstClr>
              </a:solidFill>
              <a:latin typeface="Impact" panose="020B0806030902050204" pitchFamily="34" charset="0"/>
            </a:endParaRPr>
          </a:p>
        </p:txBody>
      </p:sp>
      <p:sp>
        <p:nvSpPr>
          <p:cNvPr id="93" name="文本框 92"/>
          <p:cNvSpPr txBox="1"/>
          <p:nvPr/>
        </p:nvSpPr>
        <p:spPr>
          <a:xfrm>
            <a:off x="7787169" y="5982654"/>
            <a:ext cx="676788" cy="400110"/>
          </a:xfrm>
          <a:prstGeom prst="rect">
            <a:avLst/>
          </a:prstGeom>
          <a:noFill/>
        </p:spPr>
        <p:txBody>
          <a:bodyPr wrap="none" rtlCol="0">
            <a:spAutoFit/>
          </a:bodyPr>
          <a:lstStyle/>
          <a:p>
            <a:r>
              <a:rPr lang="en-US" altLang="zh-CN" sz="2000" dirty="0">
                <a:solidFill>
                  <a:prstClr val="black">
                    <a:lumMod val="65000"/>
                    <a:lumOff val="35000"/>
                  </a:prstClr>
                </a:solidFill>
                <a:latin typeface="Impact" panose="020B0806030902050204" pitchFamily="34" charset="0"/>
              </a:rPr>
              <a:t>2014</a:t>
            </a:r>
            <a:endParaRPr lang="zh-CN" altLang="en-US" sz="2000" dirty="0">
              <a:solidFill>
                <a:prstClr val="black">
                  <a:lumMod val="65000"/>
                  <a:lumOff val="35000"/>
                </a:prstClr>
              </a:solidFill>
              <a:latin typeface="Impact" panose="020B0806030902050204" pitchFamily="34" charset="0"/>
            </a:endParaRPr>
          </a:p>
        </p:txBody>
      </p:sp>
      <p:sp>
        <p:nvSpPr>
          <p:cNvPr id="94" name="文本框 93"/>
          <p:cNvSpPr txBox="1"/>
          <p:nvPr/>
        </p:nvSpPr>
        <p:spPr>
          <a:xfrm>
            <a:off x="9373478" y="5982654"/>
            <a:ext cx="686406" cy="400110"/>
          </a:xfrm>
          <a:prstGeom prst="rect">
            <a:avLst/>
          </a:prstGeom>
          <a:noFill/>
        </p:spPr>
        <p:txBody>
          <a:bodyPr wrap="none" rtlCol="0">
            <a:spAutoFit/>
          </a:bodyPr>
          <a:lstStyle/>
          <a:p>
            <a:r>
              <a:rPr lang="en-US" altLang="zh-CN" sz="2000" dirty="0">
                <a:solidFill>
                  <a:prstClr val="black">
                    <a:lumMod val="65000"/>
                    <a:lumOff val="35000"/>
                  </a:prstClr>
                </a:solidFill>
                <a:latin typeface="Impact" panose="020B0806030902050204" pitchFamily="34" charset="0"/>
              </a:rPr>
              <a:t>2015</a:t>
            </a:r>
            <a:endParaRPr lang="zh-CN" altLang="en-US" sz="2000" dirty="0">
              <a:solidFill>
                <a:prstClr val="black">
                  <a:lumMod val="65000"/>
                  <a:lumOff val="35000"/>
                </a:prstClr>
              </a:solidFill>
              <a:latin typeface="Impact" panose="020B0806030902050204" pitchFamily="34" charset="0"/>
            </a:endParaRPr>
          </a:p>
        </p:txBody>
      </p:sp>
      <p:sp>
        <p:nvSpPr>
          <p:cNvPr id="95" name="文本框 94"/>
          <p:cNvSpPr txBox="1"/>
          <p:nvPr/>
        </p:nvSpPr>
        <p:spPr>
          <a:xfrm>
            <a:off x="1717675" y="2635839"/>
            <a:ext cx="2366962" cy="646331"/>
          </a:xfrm>
          <a:prstGeom prst="rect">
            <a:avLst/>
          </a:prstGeom>
          <a:noFill/>
        </p:spPr>
        <p:txBody>
          <a:bodyPr wrap="square" rtlCol="0">
            <a:spAutoFit/>
          </a:bodyPr>
          <a:lstStyle/>
          <a:p>
            <a:r>
              <a:rPr lang="en-US" altLang="zh-CN"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rPr>
              <a:t>Heading text of sample.</a:t>
            </a:r>
            <a:endParaRPr lang="zh-CN" altLang="en-US"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96" name="文本框 95"/>
          <p:cNvSpPr txBox="1"/>
          <p:nvPr/>
        </p:nvSpPr>
        <p:spPr>
          <a:xfrm>
            <a:off x="4910139" y="2635839"/>
            <a:ext cx="2366962" cy="646331"/>
          </a:xfrm>
          <a:prstGeom prst="rect">
            <a:avLst/>
          </a:prstGeom>
          <a:noFill/>
        </p:spPr>
        <p:txBody>
          <a:bodyPr wrap="square" rtlCol="0">
            <a:spAutoFit/>
          </a:bodyPr>
          <a:lstStyle/>
          <a:p>
            <a:r>
              <a:rPr lang="en-US" altLang="zh-CN"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rPr>
              <a:t>Heading text of sample.</a:t>
            </a:r>
            <a:endParaRPr lang="zh-CN" altLang="en-US"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97" name="文本框 96"/>
          <p:cNvSpPr txBox="1"/>
          <p:nvPr/>
        </p:nvSpPr>
        <p:spPr>
          <a:xfrm>
            <a:off x="8079243" y="2635839"/>
            <a:ext cx="2366962" cy="646331"/>
          </a:xfrm>
          <a:prstGeom prst="rect">
            <a:avLst/>
          </a:prstGeom>
          <a:noFill/>
        </p:spPr>
        <p:txBody>
          <a:bodyPr wrap="square" rtlCol="0">
            <a:spAutoFit/>
          </a:bodyPr>
          <a:lstStyle/>
          <a:p>
            <a:r>
              <a:rPr lang="en-US" altLang="zh-CN"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rPr>
              <a:t>Heading text of sample.</a:t>
            </a:r>
            <a:endParaRPr lang="zh-CN" altLang="en-US"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98" name="文本框 97"/>
          <p:cNvSpPr txBox="1"/>
          <p:nvPr/>
        </p:nvSpPr>
        <p:spPr>
          <a:xfrm>
            <a:off x="2206964" y="4093949"/>
            <a:ext cx="2366962" cy="646331"/>
          </a:xfrm>
          <a:prstGeom prst="rect">
            <a:avLst/>
          </a:prstGeom>
          <a:noFill/>
        </p:spPr>
        <p:txBody>
          <a:bodyPr wrap="square" rtlCol="0">
            <a:spAutoFit/>
          </a:bodyPr>
          <a:lstStyle/>
          <a:p>
            <a:r>
              <a:rPr lang="en-US" altLang="zh-CN"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rPr>
              <a:t>Heading text of sample.</a:t>
            </a:r>
            <a:endParaRPr lang="zh-CN" altLang="en-US"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99" name="文本框 98"/>
          <p:cNvSpPr txBox="1"/>
          <p:nvPr/>
        </p:nvSpPr>
        <p:spPr>
          <a:xfrm>
            <a:off x="5399428" y="4093949"/>
            <a:ext cx="2366962" cy="646331"/>
          </a:xfrm>
          <a:prstGeom prst="rect">
            <a:avLst/>
          </a:prstGeom>
          <a:noFill/>
        </p:spPr>
        <p:txBody>
          <a:bodyPr wrap="square" rtlCol="0">
            <a:spAutoFit/>
          </a:bodyPr>
          <a:lstStyle/>
          <a:p>
            <a:r>
              <a:rPr lang="en-US" altLang="zh-CN"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rPr>
              <a:t>Heading text of sample.</a:t>
            </a:r>
            <a:endParaRPr lang="zh-CN" altLang="en-US"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00" name="文本框 99"/>
          <p:cNvSpPr txBox="1"/>
          <p:nvPr/>
        </p:nvSpPr>
        <p:spPr>
          <a:xfrm>
            <a:off x="8568532" y="4093949"/>
            <a:ext cx="2366962" cy="646331"/>
          </a:xfrm>
          <a:prstGeom prst="rect">
            <a:avLst/>
          </a:prstGeom>
          <a:noFill/>
        </p:spPr>
        <p:txBody>
          <a:bodyPr wrap="square" rtlCol="0">
            <a:spAutoFit/>
          </a:bodyPr>
          <a:lstStyle/>
          <a:p>
            <a:r>
              <a:rPr lang="en-US" altLang="zh-CN"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rPr>
              <a:t>Heading text of sample.</a:t>
            </a:r>
            <a:endParaRPr lang="zh-CN" altLang="en-US" dirty="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54" name="矩形 39"/>
          <p:cNvSpPr/>
          <p:nvPr/>
        </p:nvSpPr>
        <p:spPr>
          <a:xfrm>
            <a:off x="0" y="203088"/>
            <a:ext cx="1261884" cy="523220"/>
          </a:xfrm>
          <a:prstGeom prst="rect">
            <a:avLst/>
          </a:prstGeom>
          <a:noFill/>
        </p:spPr>
        <p:txBody>
          <a:bodyPr wrap="none" rtlCol="0">
            <a:spAutoFit/>
          </a:bodyPr>
          <a:lstStyle/>
          <a:p>
            <a:r>
              <a:rPr lang="zh-CN" altLang="en-US" sz="2800" b="1" dirty="0">
                <a:solidFill>
                  <a:schemeClr val="tx1">
                    <a:lumMod val="65000"/>
                    <a:lumOff val="35000"/>
                  </a:schemeClr>
                </a:solidFill>
              </a:rPr>
              <a:t>时间线</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783173638"/>
      </p:ext>
    </p:extLst>
  </p:cSld>
  <p:clrMapOvr>
    <a:masterClrMapping/>
  </p:clrMapOvr>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 name="Freeform 60"/>
          <p:cNvSpPr>
            <a:spLocks/>
          </p:cNvSpPr>
          <p:nvPr/>
        </p:nvSpPr>
        <p:spPr bwMode="auto">
          <a:xfrm>
            <a:off x="1007063" y="3889553"/>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 name="文本框 66"/>
          <p:cNvSpPr txBox="1"/>
          <p:nvPr/>
        </p:nvSpPr>
        <p:spPr>
          <a:xfrm>
            <a:off x="940215" y="4689154"/>
            <a:ext cx="3555585" cy="1421928"/>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网络</a:t>
            </a:r>
            <a:r>
              <a:rPr lang="en-US" altLang="zh-CN" dirty="0">
                <a:solidFill>
                  <a:prstClr val="black">
                    <a:lumMod val="65000"/>
                    <a:lumOff val="35000"/>
                  </a:prstClr>
                </a:solidFill>
                <a:latin typeface="微软雅黑" panose="020B0503020204020204" pitchFamily="34" charset="-122"/>
              </a:rPr>
              <a:t>EPS</a:t>
            </a:r>
            <a:r>
              <a:rPr lang="zh-CN" altLang="en-US" dirty="0">
                <a:solidFill>
                  <a:prstClr val="black">
                    <a:lumMod val="65000"/>
                    <a:lumOff val="35000"/>
                  </a:prstClr>
                </a:solidFill>
                <a:latin typeface="微软雅黑" panose="020B0503020204020204" pitchFamily="34" charset="-122"/>
              </a:rPr>
              <a:t>素材改编；</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文字、颜色可随意更改；</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条目内容可增删；</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背景</a:t>
            </a:r>
            <a:r>
              <a:rPr lang="en-US" altLang="zh-CN" dirty="0">
                <a:solidFill>
                  <a:prstClr val="black">
                    <a:lumMod val="65000"/>
                    <a:lumOff val="35000"/>
                  </a:prstClr>
                </a:solidFill>
                <a:latin typeface="微软雅黑" panose="020B0503020204020204" pitchFamily="34" charset="-122"/>
              </a:rPr>
              <a:t>PNG</a:t>
            </a:r>
            <a:r>
              <a:rPr lang="zh-CN" altLang="en-US" dirty="0">
                <a:solidFill>
                  <a:prstClr val="black">
                    <a:lumMod val="65000"/>
                    <a:lumOff val="35000"/>
                  </a:prstClr>
                </a:solidFill>
                <a:latin typeface="微软雅黑" panose="020B0503020204020204" pitchFamily="34" charset="-122"/>
              </a:rPr>
              <a:t>文件可挪作他用。</a:t>
            </a:r>
            <a:endParaRPr lang="en-US" altLang="zh-CN" dirty="0">
              <a:solidFill>
                <a:prstClr val="black">
                  <a:lumMod val="65000"/>
                  <a:lumOff val="35000"/>
                </a:prstClr>
              </a:solidFill>
              <a:latin typeface="微软雅黑" panose="020B0503020204020204" pitchFamily="34" charset="-122"/>
            </a:endParaRPr>
          </a:p>
        </p:txBody>
      </p:sp>
      <p:sp>
        <p:nvSpPr>
          <p:cNvPr id="68" name="圆角矩形 67"/>
          <p:cNvSpPr/>
          <p:nvPr/>
        </p:nvSpPr>
        <p:spPr>
          <a:xfrm>
            <a:off x="1674755" y="4048838"/>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69" name="等腰三角形 68"/>
          <p:cNvSpPr/>
          <p:nvPr/>
        </p:nvSpPr>
        <p:spPr>
          <a:xfrm rot="16200000">
            <a:off x="1600123" y="4116382"/>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51" name="矩形 39"/>
          <p:cNvSpPr/>
          <p:nvPr/>
        </p:nvSpPr>
        <p:spPr>
          <a:xfrm>
            <a:off x="0" y="203088"/>
            <a:ext cx="1261884" cy="523220"/>
          </a:xfrm>
          <a:prstGeom prst="rect">
            <a:avLst/>
          </a:prstGeom>
          <a:noFill/>
        </p:spPr>
        <p:txBody>
          <a:bodyPr wrap="none" rtlCol="0">
            <a:spAutoFit/>
          </a:bodyPr>
          <a:lstStyle/>
          <a:p>
            <a:r>
              <a:rPr lang="zh-CN" altLang="en-US" sz="2800" b="1" dirty="0">
                <a:solidFill>
                  <a:schemeClr val="tx1">
                    <a:lumMod val="65000"/>
                    <a:lumOff val="35000"/>
                  </a:schemeClr>
                </a:solidFill>
              </a:rPr>
              <a:t>时间线</a:t>
            </a:r>
            <a:endParaRPr lang="zh-CN" altLang="zh-CN" sz="2800" b="1" dirty="0">
              <a:solidFill>
                <a:schemeClr val="tx1">
                  <a:lumMod val="65000"/>
                  <a:lumOff val="35000"/>
                </a:schemeClr>
              </a:solidFill>
            </a:endParaRPr>
          </a:p>
        </p:txBody>
      </p:sp>
      <p:sp>
        <p:nvSpPr>
          <p:cNvPr id="52" name="矩形 51"/>
          <p:cNvSpPr/>
          <p:nvPr/>
        </p:nvSpPr>
        <p:spPr>
          <a:xfrm>
            <a:off x="6096000" y="0"/>
            <a:ext cx="6096000" cy="6858000"/>
          </a:xfrm>
          <a:prstGeom prst="rect">
            <a:avLst/>
          </a:prstGeom>
          <a:solidFill>
            <a:srgbClr val="E3E3E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53" name="直接连接符 13"/>
          <p:cNvCxnSpPr/>
          <p:nvPr/>
        </p:nvCxnSpPr>
        <p:spPr>
          <a:xfrm>
            <a:off x="9175165" y="263924"/>
            <a:ext cx="0" cy="6345423"/>
          </a:xfrm>
          <a:prstGeom prst="line">
            <a:avLst/>
          </a:prstGeom>
          <a:ln w="9525">
            <a:solidFill>
              <a:srgbClr val="646464"/>
            </a:solidFill>
            <a:prstDash val="dash"/>
            <a:headEnd type="none" w="med" len="med"/>
            <a:tailEnd type="arrow" w="med" len="med"/>
          </a:ln>
        </p:spPr>
        <p:style>
          <a:lnRef idx="1">
            <a:schemeClr val="accent1"/>
          </a:lnRef>
          <a:fillRef idx="0">
            <a:schemeClr val="accent1"/>
          </a:fillRef>
          <a:effectRef idx="0">
            <a:schemeClr val="accent1"/>
          </a:effectRef>
          <a:fontRef idx="minor">
            <a:schemeClr val="tx1"/>
          </a:fontRef>
        </p:style>
      </p:cxnSp>
      <p:pic>
        <p:nvPicPr>
          <p:cNvPr id="61" name="图片 60"/>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9175165" y="5652612"/>
            <a:ext cx="2680840" cy="781200"/>
          </a:xfrm>
          <a:prstGeom prst="rect">
            <a:avLst/>
          </a:prstGeom>
        </p:spPr>
      </p:pic>
      <p:pic>
        <p:nvPicPr>
          <p:cNvPr id="70" name="图片 69"/>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9175165" y="3757377"/>
            <a:ext cx="2680840" cy="781200"/>
          </a:xfrm>
          <a:prstGeom prst="rect">
            <a:avLst/>
          </a:prstGeom>
        </p:spPr>
      </p:pic>
      <p:pic>
        <p:nvPicPr>
          <p:cNvPr id="71" name="图片 70"/>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9175165" y="1848456"/>
            <a:ext cx="2680840" cy="781200"/>
          </a:xfrm>
          <a:prstGeom prst="rect">
            <a:avLst/>
          </a:prstGeom>
        </p:spPr>
      </p:pic>
      <p:pic>
        <p:nvPicPr>
          <p:cNvPr id="72" name="图片 7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298283" y="4709776"/>
            <a:ext cx="2891201" cy="782677"/>
          </a:xfrm>
          <a:prstGeom prst="rect">
            <a:avLst/>
          </a:prstGeom>
        </p:spPr>
      </p:pic>
      <p:pic>
        <p:nvPicPr>
          <p:cNvPr id="73" name="图片 7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298283" y="2788805"/>
            <a:ext cx="2891201" cy="782677"/>
          </a:xfrm>
          <a:prstGeom prst="rect">
            <a:avLst/>
          </a:prstGeom>
        </p:spPr>
      </p:pic>
      <p:grpSp>
        <p:nvGrpSpPr>
          <p:cNvPr id="74" name="组合 6"/>
          <p:cNvGrpSpPr/>
          <p:nvPr/>
        </p:nvGrpSpPr>
        <p:grpSpPr>
          <a:xfrm>
            <a:off x="6298283" y="1839291"/>
            <a:ext cx="5775087" cy="4348108"/>
            <a:chOff x="5631533" y="1357229"/>
            <a:chExt cx="5596365" cy="4213547"/>
          </a:xfrm>
        </p:grpSpPr>
        <p:grpSp>
          <p:nvGrpSpPr>
            <p:cNvPr id="75" name="组合 5"/>
            <p:cNvGrpSpPr/>
            <p:nvPr/>
          </p:nvGrpSpPr>
          <p:grpSpPr>
            <a:xfrm>
              <a:off x="8060880" y="1357229"/>
              <a:ext cx="3167018" cy="540840"/>
              <a:chOff x="8060880" y="760883"/>
              <a:chExt cx="3167018" cy="540840"/>
            </a:xfrm>
          </p:grpSpPr>
          <p:sp>
            <p:nvSpPr>
              <p:cNvPr id="92" name="Freeform 56"/>
              <p:cNvSpPr>
                <a:spLocks/>
              </p:cNvSpPr>
              <p:nvPr/>
            </p:nvSpPr>
            <p:spPr bwMode="auto">
              <a:xfrm>
                <a:off x="8805644" y="760883"/>
                <a:ext cx="2422254" cy="430899"/>
              </a:xfrm>
              <a:custGeom>
                <a:avLst/>
                <a:gdLst>
                  <a:gd name="T0" fmla="*/ 2353 w 2385"/>
                  <a:gd name="T1" fmla="*/ 0 h 425"/>
                  <a:gd name="T2" fmla="*/ 0 w 2385"/>
                  <a:gd name="T3" fmla="*/ 0 h 425"/>
                  <a:gd name="T4" fmla="*/ 0 w 2385"/>
                  <a:gd name="T5" fmla="*/ 425 h 425"/>
                  <a:gd name="T6" fmla="*/ 2353 w 2385"/>
                  <a:gd name="T7" fmla="*/ 425 h 425"/>
                  <a:gd name="T8" fmla="*/ 2385 w 2385"/>
                  <a:gd name="T9" fmla="*/ 393 h 425"/>
                  <a:gd name="T10" fmla="*/ 2385 w 2385"/>
                  <a:gd name="T11" fmla="*/ 32 h 425"/>
                  <a:gd name="T12" fmla="*/ 2353 w 2385"/>
                  <a:gd name="T13" fmla="*/ 0 h 425"/>
                </a:gdLst>
                <a:ahLst/>
                <a:cxnLst>
                  <a:cxn ang="0">
                    <a:pos x="T0" y="T1"/>
                  </a:cxn>
                  <a:cxn ang="0">
                    <a:pos x="T2" y="T3"/>
                  </a:cxn>
                  <a:cxn ang="0">
                    <a:pos x="T4" y="T5"/>
                  </a:cxn>
                  <a:cxn ang="0">
                    <a:pos x="T6" y="T7"/>
                  </a:cxn>
                  <a:cxn ang="0">
                    <a:pos x="T8" y="T9"/>
                  </a:cxn>
                  <a:cxn ang="0">
                    <a:pos x="T10" y="T11"/>
                  </a:cxn>
                  <a:cxn ang="0">
                    <a:pos x="T12" y="T13"/>
                  </a:cxn>
                </a:cxnLst>
                <a:rect l="0" t="0" r="r" b="b"/>
                <a:pathLst>
                  <a:path w="2385" h="425">
                    <a:moveTo>
                      <a:pt x="2353" y="0"/>
                    </a:moveTo>
                    <a:cubicBezTo>
                      <a:pt x="0" y="0"/>
                      <a:pt x="0" y="0"/>
                      <a:pt x="0" y="0"/>
                    </a:cubicBezTo>
                    <a:cubicBezTo>
                      <a:pt x="0" y="425"/>
                      <a:pt x="0" y="425"/>
                      <a:pt x="0" y="425"/>
                    </a:cubicBezTo>
                    <a:cubicBezTo>
                      <a:pt x="2353" y="425"/>
                      <a:pt x="2353" y="425"/>
                      <a:pt x="2353" y="425"/>
                    </a:cubicBezTo>
                    <a:cubicBezTo>
                      <a:pt x="2370" y="425"/>
                      <a:pt x="2385" y="411"/>
                      <a:pt x="2385" y="393"/>
                    </a:cubicBezTo>
                    <a:cubicBezTo>
                      <a:pt x="2385" y="32"/>
                      <a:pt x="2385" y="32"/>
                      <a:pt x="2385" y="32"/>
                    </a:cubicBezTo>
                    <a:cubicBezTo>
                      <a:pt x="2385" y="15"/>
                      <a:pt x="2370" y="0"/>
                      <a:pt x="2353" y="0"/>
                    </a:cubicBezTo>
                    <a:close/>
                  </a:path>
                </a:pathLst>
              </a:custGeom>
              <a:solidFill>
                <a:srgbClr val="FF6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57"/>
              <p:cNvSpPr>
                <a:spLocks/>
              </p:cNvSpPr>
              <p:nvPr/>
            </p:nvSpPr>
            <p:spPr bwMode="auto">
              <a:xfrm>
                <a:off x="8060880" y="760883"/>
                <a:ext cx="744763" cy="430899"/>
              </a:xfrm>
              <a:custGeom>
                <a:avLst/>
                <a:gdLst>
                  <a:gd name="T0" fmla="*/ 32 w 734"/>
                  <a:gd name="T1" fmla="*/ 0 h 425"/>
                  <a:gd name="T2" fmla="*/ 0 w 734"/>
                  <a:gd name="T3" fmla="*/ 32 h 425"/>
                  <a:gd name="T4" fmla="*/ 0 w 734"/>
                  <a:gd name="T5" fmla="*/ 393 h 425"/>
                  <a:gd name="T6" fmla="*/ 32 w 734"/>
                  <a:gd name="T7" fmla="*/ 425 h 425"/>
                  <a:gd name="T8" fmla="*/ 734 w 734"/>
                  <a:gd name="T9" fmla="*/ 425 h 425"/>
                  <a:gd name="T10" fmla="*/ 734 w 734"/>
                  <a:gd name="T11" fmla="*/ 0 h 425"/>
                  <a:gd name="T12" fmla="*/ 32 w 734"/>
                  <a:gd name="T13" fmla="*/ 0 h 425"/>
                </a:gdLst>
                <a:ahLst/>
                <a:cxnLst>
                  <a:cxn ang="0">
                    <a:pos x="T0" y="T1"/>
                  </a:cxn>
                  <a:cxn ang="0">
                    <a:pos x="T2" y="T3"/>
                  </a:cxn>
                  <a:cxn ang="0">
                    <a:pos x="T4" y="T5"/>
                  </a:cxn>
                  <a:cxn ang="0">
                    <a:pos x="T6" y="T7"/>
                  </a:cxn>
                  <a:cxn ang="0">
                    <a:pos x="T8" y="T9"/>
                  </a:cxn>
                  <a:cxn ang="0">
                    <a:pos x="T10" y="T11"/>
                  </a:cxn>
                  <a:cxn ang="0">
                    <a:pos x="T12" y="T13"/>
                  </a:cxn>
                </a:cxnLst>
                <a:rect l="0" t="0" r="r" b="b"/>
                <a:pathLst>
                  <a:path w="734" h="425">
                    <a:moveTo>
                      <a:pt x="32" y="0"/>
                    </a:moveTo>
                    <a:cubicBezTo>
                      <a:pt x="14" y="0"/>
                      <a:pt x="0" y="15"/>
                      <a:pt x="0" y="32"/>
                    </a:cubicBezTo>
                    <a:cubicBezTo>
                      <a:pt x="0" y="393"/>
                      <a:pt x="0" y="393"/>
                      <a:pt x="0" y="393"/>
                    </a:cubicBezTo>
                    <a:cubicBezTo>
                      <a:pt x="0" y="411"/>
                      <a:pt x="14" y="425"/>
                      <a:pt x="32" y="425"/>
                    </a:cubicBezTo>
                    <a:cubicBezTo>
                      <a:pt x="734" y="425"/>
                      <a:pt x="734" y="425"/>
                      <a:pt x="734" y="425"/>
                    </a:cubicBezTo>
                    <a:cubicBezTo>
                      <a:pt x="734" y="0"/>
                      <a:pt x="734" y="0"/>
                      <a:pt x="734" y="0"/>
                    </a:cubicBezTo>
                    <a:lnTo>
                      <a:pt x="3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58"/>
              <p:cNvSpPr>
                <a:spLocks/>
              </p:cNvSpPr>
              <p:nvPr/>
            </p:nvSpPr>
            <p:spPr bwMode="auto">
              <a:xfrm>
                <a:off x="8305588" y="1044602"/>
                <a:ext cx="255347" cy="257121"/>
              </a:xfrm>
              <a:custGeom>
                <a:avLst/>
                <a:gdLst>
                  <a:gd name="T0" fmla="*/ 72 w 144"/>
                  <a:gd name="T1" fmla="*/ 145 h 145"/>
                  <a:gd name="T2" fmla="*/ 0 w 144"/>
                  <a:gd name="T3" fmla="*/ 73 h 145"/>
                  <a:gd name="T4" fmla="*/ 72 w 144"/>
                  <a:gd name="T5" fmla="*/ 0 h 145"/>
                  <a:gd name="T6" fmla="*/ 144 w 144"/>
                  <a:gd name="T7" fmla="*/ 73 h 145"/>
                  <a:gd name="T8" fmla="*/ 72 w 144"/>
                  <a:gd name="T9" fmla="*/ 145 h 145"/>
                </a:gdLst>
                <a:ahLst/>
                <a:cxnLst>
                  <a:cxn ang="0">
                    <a:pos x="T0" y="T1"/>
                  </a:cxn>
                  <a:cxn ang="0">
                    <a:pos x="T2" y="T3"/>
                  </a:cxn>
                  <a:cxn ang="0">
                    <a:pos x="T4" y="T5"/>
                  </a:cxn>
                  <a:cxn ang="0">
                    <a:pos x="T6" y="T7"/>
                  </a:cxn>
                  <a:cxn ang="0">
                    <a:pos x="T8" y="T9"/>
                  </a:cxn>
                </a:cxnLst>
                <a:rect l="0" t="0" r="r" b="b"/>
                <a:pathLst>
                  <a:path w="144" h="145">
                    <a:moveTo>
                      <a:pt x="72" y="145"/>
                    </a:moveTo>
                    <a:lnTo>
                      <a:pt x="0" y="73"/>
                    </a:lnTo>
                    <a:lnTo>
                      <a:pt x="72" y="0"/>
                    </a:lnTo>
                    <a:lnTo>
                      <a:pt x="144" y="73"/>
                    </a:lnTo>
                    <a:lnTo>
                      <a:pt x="72" y="14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6" name="组合 3"/>
            <p:cNvGrpSpPr/>
            <p:nvPr/>
          </p:nvGrpSpPr>
          <p:grpSpPr>
            <a:xfrm>
              <a:off x="8055560" y="3194469"/>
              <a:ext cx="3165245" cy="540841"/>
              <a:chOff x="8055560" y="3027091"/>
              <a:chExt cx="3165245" cy="540841"/>
            </a:xfrm>
          </p:grpSpPr>
          <p:sp>
            <p:nvSpPr>
              <p:cNvPr id="89" name="Freeform 59"/>
              <p:cNvSpPr>
                <a:spLocks/>
              </p:cNvSpPr>
              <p:nvPr/>
            </p:nvSpPr>
            <p:spPr bwMode="auto">
              <a:xfrm>
                <a:off x="8798551" y="3027091"/>
                <a:ext cx="2422254" cy="430899"/>
              </a:xfrm>
              <a:custGeom>
                <a:avLst/>
                <a:gdLst>
                  <a:gd name="T0" fmla="*/ 2353 w 2385"/>
                  <a:gd name="T1" fmla="*/ 0 h 425"/>
                  <a:gd name="T2" fmla="*/ 0 w 2385"/>
                  <a:gd name="T3" fmla="*/ 0 h 425"/>
                  <a:gd name="T4" fmla="*/ 0 w 2385"/>
                  <a:gd name="T5" fmla="*/ 425 h 425"/>
                  <a:gd name="T6" fmla="*/ 2353 w 2385"/>
                  <a:gd name="T7" fmla="*/ 425 h 425"/>
                  <a:gd name="T8" fmla="*/ 2385 w 2385"/>
                  <a:gd name="T9" fmla="*/ 393 h 425"/>
                  <a:gd name="T10" fmla="*/ 2385 w 2385"/>
                  <a:gd name="T11" fmla="*/ 32 h 425"/>
                  <a:gd name="T12" fmla="*/ 2353 w 2385"/>
                  <a:gd name="T13" fmla="*/ 0 h 425"/>
                </a:gdLst>
                <a:ahLst/>
                <a:cxnLst>
                  <a:cxn ang="0">
                    <a:pos x="T0" y="T1"/>
                  </a:cxn>
                  <a:cxn ang="0">
                    <a:pos x="T2" y="T3"/>
                  </a:cxn>
                  <a:cxn ang="0">
                    <a:pos x="T4" y="T5"/>
                  </a:cxn>
                  <a:cxn ang="0">
                    <a:pos x="T6" y="T7"/>
                  </a:cxn>
                  <a:cxn ang="0">
                    <a:pos x="T8" y="T9"/>
                  </a:cxn>
                  <a:cxn ang="0">
                    <a:pos x="T10" y="T11"/>
                  </a:cxn>
                  <a:cxn ang="0">
                    <a:pos x="T12" y="T13"/>
                  </a:cxn>
                </a:cxnLst>
                <a:rect l="0" t="0" r="r" b="b"/>
                <a:pathLst>
                  <a:path w="2385" h="425">
                    <a:moveTo>
                      <a:pt x="2353" y="0"/>
                    </a:moveTo>
                    <a:cubicBezTo>
                      <a:pt x="0" y="0"/>
                      <a:pt x="0" y="0"/>
                      <a:pt x="0" y="0"/>
                    </a:cubicBezTo>
                    <a:cubicBezTo>
                      <a:pt x="0" y="425"/>
                      <a:pt x="0" y="425"/>
                      <a:pt x="0" y="425"/>
                    </a:cubicBezTo>
                    <a:cubicBezTo>
                      <a:pt x="2353" y="425"/>
                      <a:pt x="2353" y="425"/>
                      <a:pt x="2353" y="425"/>
                    </a:cubicBezTo>
                    <a:cubicBezTo>
                      <a:pt x="2371" y="425"/>
                      <a:pt x="2385" y="411"/>
                      <a:pt x="2385" y="393"/>
                    </a:cubicBezTo>
                    <a:cubicBezTo>
                      <a:pt x="2385" y="32"/>
                      <a:pt x="2385" y="32"/>
                      <a:pt x="2385" y="32"/>
                    </a:cubicBezTo>
                    <a:cubicBezTo>
                      <a:pt x="2385" y="15"/>
                      <a:pt x="2371" y="0"/>
                      <a:pt x="2353" y="0"/>
                    </a:cubicBezTo>
                    <a:close/>
                  </a:path>
                </a:pathLst>
              </a:custGeom>
              <a:solidFill>
                <a:srgbClr val="FFD1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60"/>
              <p:cNvSpPr>
                <a:spLocks/>
              </p:cNvSpPr>
              <p:nvPr/>
            </p:nvSpPr>
            <p:spPr bwMode="auto">
              <a:xfrm>
                <a:off x="8055560" y="3027091"/>
                <a:ext cx="742991" cy="430899"/>
              </a:xfrm>
              <a:custGeom>
                <a:avLst/>
                <a:gdLst>
                  <a:gd name="T0" fmla="*/ 32 w 733"/>
                  <a:gd name="T1" fmla="*/ 0 h 425"/>
                  <a:gd name="T2" fmla="*/ 0 w 733"/>
                  <a:gd name="T3" fmla="*/ 32 h 425"/>
                  <a:gd name="T4" fmla="*/ 0 w 733"/>
                  <a:gd name="T5" fmla="*/ 393 h 425"/>
                  <a:gd name="T6" fmla="*/ 32 w 733"/>
                  <a:gd name="T7" fmla="*/ 425 h 425"/>
                  <a:gd name="T8" fmla="*/ 733 w 733"/>
                  <a:gd name="T9" fmla="*/ 425 h 425"/>
                  <a:gd name="T10" fmla="*/ 733 w 733"/>
                  <a:gd name="T11" fmla="*/ 0 h 425"/>
                  <a:gd name="T12" fmla="*/ 32 w 733"/>
                  <a:gd name="T13" fmla="*/ 0 h 425"/>
                </a:gdLst>
                <a:ahLst/>
                <a:cxnLst>
                  <a:cxn ang="0">
                    <a:pos x="T0" y="T1"/>
                  </a:cxn>
                  <a:cxn ang="0">
                    <a:pos x="T2" y="T3"/>
                  </a:cxn>
                  <a:cxn ang="0">
                    <a:pos x="T4" y="T5"/>
                  </a:cxn>
                  <a:cxn ang="0">
                    <a:pos x="T6" y="T7"/>
                  </a:cxn>
                  <a:cxn ang="0">
                    <a:pos x="T8" y="T9"/>
                  </a:cxn>
                  <a:cxn ang="0">
                    <a:pos x="T10" y="T11"/>
                  </a:cxn>
                  <a:cxn ang="0">
                    <a:pos x="T12" y="T13"/>
                  </a:cxn>
                </a:cxnLst>
                <a:rect l="0" t="0" r="r" b="b"/>
                <a:pathLst>
                  <a:path w="733" h="425">
                    <a:moveTo>
                      <a:pt x="32" y="0"/>
                    </a:moveTo>
                    <a:cubicBezTo>
                      <a:pt x="14" y="0"/>
                      <a:pt x="0" y="15"/>
                      <a:pt x="0" y="32"/>
                    </a:cubicBezTo>
                    <a:cubicBezTo>
                      <a:pt x="0" y="393"/>
                      <a:pt x="0" y="393"/>
                      <a:pt x="0" y="393"/>
                    </a:cubicBezTo>
                    <a:cubicBezTo>
                      <a:pt x="0" y="411"/>
                      <a:pt x="14" y="425"/>
                      <a:pt x="32" y="425"/>
                    </a:cubicBezTo>
                    <a:cubicBezTo>
                      <a:pt x="733" y="425"/>
                      <a:pt x="733" y="425"/>
                      <a:pt x="733" y="425"/>
                    </a:cubicBezTo>
                    <a:cubicBezTo>
                      <a:pt x="733" y="0"/>
                      <a:pt x="733" y="0"/>
                      <a:pt x="733" y="0"/>
                    </a:cubicBezTo>
                    <a:lnTo>
                      <a:pt x="3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61"/>
              <p:cNvSpPr>
                <a:spLocks/>
              </p:cNvSpPr>
              <p:nvPr/>
            </p:nvSpPr>
            <p:spPr bwMode="auto">
              <a:xfrm>
                <a:off x="8298495" y="3310811"/>
                <a:ext cx="255347" cy="257121"/>
              </a:xfrm>
              <a:custGeom>
                <a:avLst/>
                <a:gdLst>
                  <a:gd name="T0" fmla="*/ 72 w 144"/>
                  <a:gd name="T1" fmla="*/ 145 h 145"/>
                  <a:gd name="T2" fmla="*/ 0 w 144"/>
                  <a:gd name="T3" fmla="*/ 73 h 145"/>
                  <a:gd name="T4" fmla="*/ 72 w 144"/>
                  <a:gd name="T5" fmla="*/ 0 h 145"/>
                  <a:gd name="T6" fmla="*/ 144 w 144"/>
                  <a:gd name="T7" fmla="*/ 73 h 145"/>
                  <a:gd name="T8" fmla="*/ 72 w 144"/>
                  <a:gd name="T9" fmla="*/ 145 h 145"/>
                </a:gdLst>
                <a:ahLst/>
                <a:cxnLst>
                  <a:cxn ang="0">
                    <a:pos x="T0" y="T1"/>
                  </a:cxn>
                  <a:cxn ang="0">
                    <a:pos x="T2" y="T3"/>
                  </a:cxn>
                  <a:cxn ang="0">
                    <a:pos x="T4" y="T5"/>
                  </a:cxn>
                  <a:cxn ang="0">
                    <a:pos x="T6" y="T7"/>
                  </a:cxn>
                  <a:cxn ang="0">
                    <a:pos x="T8" y="T9"/>
                  </a:cxn>
                </a:cxnLst>
                <a:rect l="0" t="0" r="r" b="b"/>
                <a:pathLst>
                  <a:path w="144" h="145">
                    <a:moveTo>
                      <a:pt x="72" y="145"/>
                    </a:moveTo>
                    <a:lnTo>
                      <a:pt x="0" y="73"/>
                    </a:lnTo>
                    <a:lnTo>
                      <a:pt x="72" y="0"/>
                    </a:lnTo>
                    <a:lnTo>
                      <a:pt x="144" y="73"/>
                    </a:lnTo>
                    <a:lnTo>
                      <a:pt x="72" y="14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7" name="组合 1"/>
            <p:cNvGrpSpPr/>
            <p:nvPr/>
          </p:nvGrpSpPr>
          <p:grpSpPr>
            <a:xfrm>
              <a:off x="8055560" y="5029936"/>
              <a:ext cx="3165245" cy="540840"/>
              <a:chOff x="8055560" y="5639709"/>
              <a:chExt cx="3165245" cy="540840"/>
            </a:xfrm>
          </p:grpSpPr>
          <p:sp>
            <p:nvSpPr>
              <p:cNvPr id="86" name="Freeform 62"/>
              <p:cNvSpPr>
                <a:spLocks/>
              </p:cNvSpPr>
              <p:nvPr/>
            </p:nvSpPr>
            <p:spPr bwMode="auto">
              <a:xfrm>
                <a:off x="8798551" y="5639709"/>
                <a:ext cx="2422254" cy="430899"/>
              </a:xfrm>
              <a:custGeom>
                <a:avLst/>
                <a:gdLst>
                  <a:gd name="T0" fmla="*/ 2353 w 2385"/>
                  <a:gd name="T1" fmla="*/ 0 h 425"/>
                  <a:gd name="T2" fmla="*/ 0 w 2385"/>
                  <a:gd name="T3" fmla="*/ 0 h 425"/>
                  <a:gd name="T4" fmla="*/ 0 w 2385"/>
                  <a:gd name="T5" fmla="*/ 425 h 425"/>
                  <a:gd name="T6" fmla="*/ 2353 w 2385"/>
                  <a:gd name="T7" fmla="*/ 425 h 425"/>
                  <a:gd name="T8" fmla="*/ 2385 w 2385"/>
                  <a:gd name="T9" fmla="*/ 393 h 425"/>
                  <a:gd name="T10" fmla="*/ 2385 w 2385"/>
                  <a:gd name="T11" fmla="*/ 32 h 425"/>
                  <a:gd name="T12" fmla="*/ 2353 w 2385"/>
                  <a:gd name="T13" fmla="*/ 0 h 425"/>
                </a:gdLst>
                <a:ahLst/>
                <a:cxnLst>
                  <a:cxn ang="0">
                    <a:pos x="T0" y="T1"/>
                  </a:cxn>
                  <a:cxn ang="0">
                    <a:pos x="T2" y="T3"/>
                  </a:cxn>
                  <a:cxn ang="0">
                    <a:pos x="T4" y="T5"/>
                  </a:cxn>
                  <a:cxn ang="0">
                    <a:pos x="T6" y="T7"/>
                  </a:cxn>
                  <a:cxn ang="0">
                    <a:pos x="T8" y="T9"/>
                  </a:cxn>
                  <a:cxn ang="0">
                    <a:pos x="T10" y="T11"/>
                  </a:cxn>
                  <a:cxn ang="0">
                    <a:pos x="T12" y="T13"/>
                  </a:cxn>
                </a:cxnLst>
                <a:rect l="0" t="0" r="r" b="b"/>
                <a:pathLst>
                  <a:path w="2385" h="425">
                    <a:moveTo>
                      <a:pt x="2353" y="0"/>
                    </a:moveTo>
                    <a:cubicBezTo>
                      <a:pt x="0" y="0"/>
                      <a:pt x="0" y="0"/>
                      <a:pt x="0" y="0"/>
                    </a:cubicBezTo>
                    <a:cubicBezTo>
                      <a:pt x="0" y="425"/>
                      <a:pt x="0" y="425"/>
                      <a:pt x="0" y="425"/>
                    </a:cubicBezTo>
                    <a:cubicBezTo>
                      <a:pt x="2353" y="425"/>
                      <a:pt x="2353" y="425"/>
                      <a:pt x="2353" y="425"/>
                    </a:cubicBezTo>
                    <a:cubicBezTo>
                      <a:pt x="2371" y="425"/>
                      <a:pt x="2385" y="410"/>
                      <a:pt x="2385" y="393"/>
                    </a:cubicBezTo>
                    <a:cubicBezTo>
                      <a:pt x="2385" y="32"/>
                      <a:pt x="2385" y="32"/>
                      <a:pt x="2385" y="32"/>
                    </a:cubicBezTo>
                    <a:cubicBezTo>
                      <a:pt x="2385" y="14"/>
                      <a:pt x="2371" y="0"/>
                      <a:pt x="2353" y="0"/>
                    </a:cubicBezTo>
                    <a:close/>
                  </a:path>
                </a:pathLst>
              </a:custGeom>
              <a:solidFill>
                <a:srgbClr val="99AD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63"/>
              <p:cNvSpPr>
                <a:spLocks/>
              </p:cNvSpPr>
              <p:nvPr/>
            </p:nvSpPr>
            <p:spPr bwMode="auto">
              <a:xfrm>
                <a:off x="8055560" y="5639709"/>
                <a:ext cx="742991" cy="430899"/>
              </a:xfrm>
              <a:custGeom>
                <a:avLst/>
                <a:gdLst>
                  <a:gd name="T0" fmla="*/ 32 w 733"/>
                  <a:gd name="T1" fmla="*/ 0 h 425"/>
                  <a:gd name="T2" fmla="*/ 0 w 733"/>
                  <a:gd name="T3" fmla="*/ 32 h 425"/>
                  <a:gd name="T4" fmla="*/ 0 w 733"/>
                  <a:gd name="T5" fmla="*/ 393 h 425"/>
                  <a:gd name="T6" fmla="*/ 32 w 733"/>
                  <a:gd name="T7" fmla="*/ 425 h 425"/>
                  <a:gd name="T8" fmla="*/ 733 w 733"/>
                  <a:gd name="T9" fmla="*/ 425 h 425"/>
                  <a:gd name="T10" fmla="*/ 733 w 733"/>
                  <a:gd name="T11" fmla="*/ 0 h 425"/>
                  <a:gd name="T12" fmla="*/ 32 w 733"/>
                  <a:gd name="T13" fmla="*/ 0 h 425"/>
                </a:gdLst>
                <a:ahLst/>
                <a:cxnLst>
                  <a:cxn ang="0">
                    <a:pos x="T0" y="T1"/>
                  </a:cxn>
                  <a:cxn ang="0">
                    <a:pos x="T2" y="T3"/>
                  </a:cxn>
                  <a:cxn ang="0">
                    <a:pos x="T4" y="T5"/>
                  </a:cxn>
                  <a:cxn ang="0">
                    <a:pos x="T6" y="T7"/>
                  </a:cxn>
                  <a:cxn ang="0">
                    <a:pos x="T8" y="T9"/>
                  </a:cxn>
                  <a:cxn ang="0">
                    <a:pos x="T10" y="T11"/>
                  </a:cxn>
                  <a:cxn ang="0">
                    <a:pos x="T12" y="T13"/>
                  </a:cxn>
                </a:cxnLst>
                <a:rect l="0" t="0" r="r" b="b"/>
                <a:pathLst>
                  <a:path w="733" h="425">
                    <a:moveTo>
                      <a:pt x="32" y="0"/>
                    </a:moveTo>
                    <a:cubicBezTo>
                      <a:pt x="14" y="0"/>
                      <a:pt x="0" y="14"/>
                      <a:pt x="0" y="32"/>
                    </a:cubicBezTo>
                    <a:cubicBezTo>
                      <a:pt x="0" y="393"/>
                      <a:pt x="0" y="393"/>
                      <a:pt x="0" y="393"/>
                    </a:cubicBezTo>
                    <a:cubicBezTo>
                      <a:pt x="0" y="410"/>
                      <a:pt x="14" y="425"/>
                      <a:pt x="32" y="425"/>
                    </a:cubicBezTo>
                    <a:cubicBezTo>
                      <a:pt x="733" y="425"/>
                      <a:pt x="733" y="425"/>
                      <a:pt x="733" y="425"/>
                    </a:cubicBezTo>
                    <a:cubicBezTo>
                      <a:pt x="733" y="0"/>
                      <a:pt x="733" y="0"/>
                      <a:pt x="733" y="0"/>
                    </a:cubicBezTo>
                    <a:lnTo>
                      <a:pt x="3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64"/>
              <p:cNvSpPr>
                <a:spLocks/>
              </p:cNvSpPr>
              <p:nvPr/>
            </p:nvSpPr>
            <p:spPr bwMode="auto">
              <a:xfrm>
                <a:off x="8298495" y="5925202"/>
                <a:ext cx="255347" cy="255347"/>
              </a:xfrm>
              <a:custGeom>
                <a:avLst/>
                <a:gdLst>
                  <a:gd name="T0" fmla="*/ 72 w 144"/>
                  <a:gd name="T1" fmla="*/ 144 h 144"/>
                  <a:gd name="T2" fmla="*/ 0 w 144"/>
                  <a:gd name="T3" fmla="*/ 72 h 144"/>
                  <a:gd name="T4" fmla="*/ 72 w 144"/>
                  <a:gd name="T5" fmla="*/ 0 h 144"/>
                  <a:gd name="T6" fmla="*/ 144 w 144"/>
                  <a:gd name="T7" fmla="*/ 72 h 144"/>
                  <a:gd name="T8" fmla="*/ 72 w 144"/>
                  <a:gd name="T9" fmla="*/ 144 h 144"/>
                </a:gdLst>
                <a:ahLst/>
                <a:cxnLst>
                  <a:cxn ang="0">
                    <a:pos x="T0" y="T1"/>
                  </a:cxn>
                  <a:cxn ang="0">
                    <a:pos x="T2" y="T3"/>
                  </a:cxn>
                  <a:cxn ang="0">
                    <a:pos x="T4" y="T5"/>
                  </a:cxn>
                  <a:cxn ang="0">
                    <a:pos x="T6" y="T7"/>
                  </a:cxn>
                  <a:cxn ang="0">
                    <a:pos x="T8" y="T9"/>
                  </a:cxn>
                </a:cxnLst>
                <a:rect l="0" t="0" r="r" b="b"/>
                <a:pathLst>
                  <a:path w="144" h="144">
                    <a:moveTo>
                      <a:pt x="72" y="144"/>
                    </a:moveTo>
                    <a:lnTo>
                      <a:pt x="0" y="72"/>
                    </a:lnTo>
                    <a:lnTo>
                      <a:pt x="72" y="0"/>
                    </a:lnTo>
                    <a:lnTo>
                      <a:pt x="144" y="72"/>
                    </a:lnTo>
                    <a:lnTo>
                      <a:pt x="72" y="14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8" name="组合 4"/>
            <p:cNvGrpSpPr/>
            <p:nvPr/>
          </p:nvGrpSpPr>
          <p:grpSpPr>
            <a:xfrm>
              <a:off x="5631533" y="2275849"/>
              <a:ext cx="3165244" cy="540840"/>
              <a:chOff x="5631533" y="1961370"/>
              <a:chExt cx="3165244" cy="540840"/>
            </a:xfrm>
          </p:grpSpPr>
          <p:sp>
            <p:nvSpPr>
              <p:cNvPr id="83" name="Freeform 65"/>
              <p:cNvSpPr>
                <a:spLocks/>
              </p:cNvSpPr>
              <p:nvPr/>
            </p:nvSpPr>
            <p:spPr bwMode="auto">
              <a:xfrm>
                <a:off x="5631533" y="1961370"/>
                <a:ext cx="2420481" cy="430899"/>
              </a:xfrm>
              <a:custGeom>
                <a:avLst/>
                <a:gdLst>
                  <a:gd name="T0" fmla="*/ 32 w 2385"/>
                  <a:gd name="T1" fmla="*/ 0 h 425"/>
                  <a:gd name="T2" fmla="*/ 2385 w 2385"/>
                  <a:gd name="T3" fmla="*/ 0 h 425"/>
                  <a:gd name="T4" fmla="*/ 2385 w 2385"/>
                  <a:gd name="T5" fmla="*/ 425 h 425"/>
                  <a:gd name="T6" fmla="*/ 32 w 2385"/>
                  <a:gd name="T7" fmla="*/ 425 h 425"/>
                  <a:gd name="T8" fmla="*/ 0 w 2385"/>
                  <a:gd name="T9" fmla="*/ 393 h 425"/>
                  <a:gd name="T10" fmla="*/ 0 w 2385"/>
                  <a:gd name="T11" fmla="*/ 32 h 425"/>
                  <a:gd name="T12" fmla="*/ 32 w 2385"/>
                  <a:gd name="T13" fmla="*/ 0 h 425"/>
                </a:gdLst>
                <a:ahLst/>
                <a:cxnLst>
                  <a:cxn ang="0">
                    <a:pos x="T0" y="T1"/>
                  </a:cxn>
                  <a:cxn ang="0">
                    <a:pos x="T2" y="T3"/>
                  </a:cxn>
                  <a:cxn ang="0">
                    <a:pos x="T4" y="T5"/>
                  </a:cxn>
                  <a:cxn ang="0">
                    <a:pos x="T6" y="T7"/>
                  </a:cxn>
                  <a:cxn ang="0">
                    <a:pos x="T8" y="T9"/>
                  </a:cxn>
                  <a:cxn ang="0">
                    <a:pos x="T10" y="T11"/>
                  </a:cxn>
                  <a:cxn ang="0">
                    <a:pos x="T12" y="T13"/>
                  </a:cxn>
                </a:cxnLst>
                <a:rect l="0" t="0" r="r" b="b"/>
                <a:pathLst>
                  <a:path w="2385" h="425">
                    <a:moveTo>
                      <a:pt x="32" y="0"/>
                    </a:moveTo>
                    <a:cubicBezTo>
                      <a:pt x="2385" y="0"/>
                      <a:pt x="2385" y="0"/>
                      <a:pt x="2385" y="0"/>
                    </a:cubicBezTo>
                    <a:cubicBezTo>
                      <a:pt x="2385" y="425"/>
                      <a:pt x="2385" y="425"/>
                      <a:pt x="2385" y="425"/>
                    </a:cubicBezTo>
                    <a:cubicBezTo>
                      <a:pt x="32" y="425"/>
                      <a:pt x="32" y="425"/>
                      <a:pt x="32" y="425"/>
                    </a:cubicBezTo>
                    <a:cubicBezTo>
                      <a:pt x="15" y="425"/>
                      <a:pt x="0" y="410"/>
                      <a:pt x="0" y="393"/>
                    </a:cubicBezTo>
                    <a:cubicBezTo>
                      <a:pt x="0" y="32"/>
                      <a:pt x="0" y="32"/>
                      <a:pt x="0" y="32"/>
                    </a:cubicBezTo>
                    <a:cubicBezTo>
                      <a:pt x="0" y="15"/>
                      <a:pt x="15" y="0"/>
                      <a:pt x="32" y="0"/>
                    </a:cubicBezTo>
                    <a:close/>
                  </a:path>
                </a:pathLst>
              </a:custGeom>
              <a:solidFill>
                <a:srgbClr val="008C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66"/>
              <p:cNvSpPr>
                <a:spLocks/>
              </p:cNvSpPr>
              <p:nvPr/>
            </p:nvSpPr>
            <p:spPr bwMode="auto">
              <a:xfrm>
                <a:off x="8052014" y="1961370"/>
                <a:ext cx="744763" cy="430899"/>
              </a:xfrm>
              <a:custGeom>
                <a:avLst/>
                <a:gdLst>
                  <a:gd name="T0" fmla="*/ 702 w 734"/>
                  <a:gd name="T1" fmla="*/ 0 h 425"/>
                  <a:gd name="T2" fmla="*/ 734 w 734"/>
                  <a:gd name="T3" fmla="*/ 32 h 425"/>
                  <a:gd name="T4" fmla="*/ 734 w 734"/>
                  <a:gd name="T5" fmla="*/ 393 h 425"/>
                  <a:gd name="T6" fmla="*/ 702 w 734"/>
                  <a:gd name="T7" fmla="*/ 425 h 425"/>
                  <a:gd name="T8" fmla="*/ 0 w 734"/>
                  <a:gd name="T9" fmla="*/ 425 h 425"/>
                  <a:gd name="T10" fmla="*/ 0 w 734"/>
                  <a:gd name="T11" fmla="*/ 0 h 425"/>
                  <a:gd name="T12" fmla="*/ 702 w 734"/>
                  <a:gd name="T13" fmla="*/ 0 h 425"/>
                </a:gdLst>
                <a:ahLst/>
                <a:cxnLst>
                  <a:cxn ang="0">
                    <a:pos x="T0" y="T1"/>
                  </a:cxn>
                  <a:cxn ang="0">
                    <a:pos x="T2" y="T3"/>
                  </a:cxn>
                  <a:cxn ang="0">
                    <a:pos x="T4" y="T5"/>
                  </a:cxn>
                  <a:cxn ang="0">
                    <a:pos x="T6" y="T7"/>
                  </a:cxn>
                  <a:cxn ang="0">
                    <a:pos x="T8" y="T9"/>
                  </a:cxn>
                  <a:cxn ang="0">
                    <a:pos x="T10" y="T11"/>
                  </a:cxn>
                  <a:cxn ang="0">
                    <a:pos x="T12" y="T13"/>
                  </a:cxn>
                </a:cxnLst>
                <a:rect l="0" t="0" r="r" b="b"/>
                <a:pathLst>
                  <a:path w="734" h="425">
                    <a:moveTo>
                      <a:pt x="702" y="0"/>
                    </a:moveTo>
                    <a:cubicBezTo>
                      <a:pt x="720" y="0"/>
                      <a:pt x="734" y="15"/>
                      <a:pt x="734" y="32"/>
                    </a:cubicBezTo>
                    <a:cubicBezTo>
                      <a:pt x="734" y="393"/>
                      <a:pt x="734" y="393"/>
                      <a:pt x="734" y="393"/>
                    </a:cubicBezTo>
                    <a:cubicBezTo>
                      <a:pt x="734" y="410"/>
                      <a:pt x="720" y="425"/>
                      <a:pt x="702" y="425"/>
                    </a:cubicBezTo>
                    <a:cubicBezTo>
                      <a:pt x="0" y="425"/>
                      <a:pt x="0" y="425"/>
                      <a:pt x="0" y="425"/>
                    </a:cubicBezTo>
                    <a:cubicBezTo>
                      <a:pt x="0" y="0"/>
                      <a:pt x="0" y="0"/>
                      <a:pt x="0" y="0"/>
                    </a:cubicBezTo>
                    <a:lnTo>
                      <a:pt x="70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67"/>
              <p:cNvSpPr>
                <a:spLocks/>
              </p:cNvSpPr>
              <p:nvPr/>
            </p:nvSpPr>
            <p:spPr bwMode="auto">
              <a:xfrm>
                <a:off x="8296721" y="2246863"/>
                <a:ext cx="255347" cy="255347"/>
              </a:xfrm>
              <a:custGeom>
                <a:avLst/>
                <a:gdLst>
                  <a:gd name="T0" fmla="*/ 72 w 144"/>
                  <a:gd name="T1" fmla="*/ 144 h 144"/>
                  <a:gd name="T2" fmla="*/ 144 w 144"/>
                  <a:gd name="T3" fmla="*/ 72 h 144"/>
                  <a:gd name="T4" fmla="*/ 72 w 144"/>
                  <a:gd name="T5" fmla="*/ 0 h 144"/>
                  <a:gd name="T6" fmla="*/ 0 w 144"/>
                  <a:gd name="T7" fmla="*/ 72 h 144"/>
                  <a:gd name="T8" fmla="*/ 72 w 144"/>
                  <a:gd name="T9" fmla="*/ 144 h 144"/>
                </a:gdLst>
                <a:ahLst/>
                <a:cxnLst>
                  <a:cxn ang="0">
                    <a:pos x="T0" y="T1"/>
                  </a:cxn>
                  <a:cxn ang="0">
                    <a:pos x="T2" y="T3"/>
                  </a:cxn>
                  <a:cxn ang="0">
                    <a:pos x="T4" y="T5"/>
                  </a:cxn>
                  <a:cxn ang="0">
                    <a:pos x="T6" y="T7"/>
                  </a:cxn>
                  <a:cxn ang="0">
                    <a:pos x="T8" y="T9"/>
                  </a:cxn>
                </a:cxnLst>
                <a:rect l="0" t="0" r="r" b="b"/>
                <a:pathLst>
                  <a:path w="144" h="144">
                    <a:moveTo>
                      <a:pt x="72" y="144"/>
                    </a:moveTo>
                    <a:lnTo>
                      <a:pt x="144" y="72"/>
                    </a:lnTo>
                    <a:lnTo>
                      <a:pt x="72" y="0"/>
                    </a:lnTo>
                    <a:lnTo>
                      <a:pt x="0" y="72"/>
                    </a:lnTo>
                    <a:lnTo>
                      <a:pt x="72" y="14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9" name="组合 2"/>
            <p:cNvGrpSpPr/>
            <p:nvPr/>
          </p:nvGrpSpPr>
          <p:grpSpPr>
            <a:xfrm>
              <a:off x="5631533" y="4113090"/>
              <a:ext cx="3165244" cy="539066"/>
              <a:chOff x="5631533" y="4300282"/>
              <a:chExt cx="3165244" cy="539066"/>
            </a:xfrm>
          </p:grpSpPr>
          <p:sp>
            <p:nvSpPr>
              <p:cNvPr id="80" name="Freeform 68"/>
              <p:cNvSpPr>
                <a:spLocks/>
              </p:cNvSpPr>
              <p:nvPr/>
            </p:nvSpPr>
            <p:spPr bwMode="auto">
              <a:xfrm>
                <a:off x="5631533" y="4300282"/>
                <a:ext cx="2420481" cy="430899"/>
              </a:xfrm>
              <a:custGeom>
                <a:avLst/>
                <a:gdLst>
                  <a:gd name="T0" fmla="*/ 32 w 2385"/>
                  <a:gd name="T1" fmla="*/ 0 h 424"/>
                  <a:gd name="T2" fmla="*/ 2385 w 2385"/>
                  <a:gd name="T3" fmla="*/ 0 h 424"/>
                  <a:gd name="T4" fmla="*/ 2385 w 2385"/>
                  <a:gd name="T5" fmla="*/ 424 h 424"/>
                  <a:gd name="T6" fmla="*/ 32 w 2385"/>
                  <a:gd name="T7" fmla="*/ 424 h 424"/>
                  <a:gd name="T8" fmla="*/ 0 w 2385"/>
                  <a:gd name="T9" fmla="*/ 392 h 424"/>
                  <a:gd name="T10" fmla="*/ 0 w 2385"/>
                  <a:gd name="T11" fmla="*/ 32 h 424"/>
                  <a:gd name="T12" fmla="*/ 32 w 2385"/>
                  <a:gd name="T13" fmla="*/ 0 h 424"/>
                </a:gdLst>
                <a:ahLst/>
                <a:cxnLst>
                  <a:cxn ang="0">
                    <a:pos x="T0" y="T1"/>
                  </a:cxn>
                  <a:cxn ang="0">
                    <a:pos x="T2" y="T3"/>
                  </a:cxn>
                  <a:cxn ang="0">
                    <a:pos x="T4" y="T5"/>
                  </a:cxn>
                  <a:cxn ang="0">
                    <a:pos x="T6" y="T7"/>
                  </a:cxn>
                  <a:cxn ang="0">
                    <a:pos x="T8" y="T9"/>
                  </a:cxn>
                  <a:cxn ang="0">
                    <a:pos x="T10" y="T11"/>
                  </a:cxn>
                  <a:cxn ang="0">
                    <a:pos x="T12" y="T13"/>
                  </a:cxn>
                </a:cxnLst>
                <a:rect l="0" t="0" r="r" b="b"/>
                <a:pathLst>
                  <a:path w="2385" h="424">
                    <a:moveTo>
                      <a:pt x="32" y="0"/>
                    </a:moveTo>
                    <a:cubicBezTo>
                      <a:pt x="2385" y="0"/>
                      <a:pt x="2385" y="0"/>
                      <a:pt x="2385" y="0"/>
                    </a:cubicBezTo>
                    <a:cubicBezTo>
                      <a:pt x="2385" y="424"/>
                      <a:pt x="2385" y="424"/>
                      <a:pt x="2385" y="424"/>
                    </a:cubicBezTo>
                    <a:cubicBezTo>
                      <a:pt x="32" y="424"/>
                      <a:pt x="32" y="424"/>
                      <a:pt x="32" y="424"/>
                    </a:cubicBezTo>
                    <a:cubicBezTo>
                      <a:pt x="15" y="424"/>
                      <a:pt x="0" y="410"/>
                      <a:pt x="0" y="392"/>
                    </a:cubicBezTo>
                    <a:cubicBezTo>
                      <a:pt x="0" y="32"/>
                      <a:pt x="0" y="32"/>
                      <a:pt x="0" y="32"/>
                    </a:cubicBezTo>
                    <a:cubicBezTo>
                      <a:pt x="0" y="14"/>
                      <a:pt x="15" y="0"/>
                      <a:pt x="32" y="0"/>
                    </a:cubicBezTo>
                    <a:close/>
                  </a:path>
                </a:pathLst>
              </a:custGeom>
              <a:solidFill>
                <a:srgbClr val="FF2A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69"/>
              <p:cNvSpPr>
                <a:spLocks/>
              </p:cNvSpPr>
              <p:nvPr/>
            </p:nvSpPr>
            <p:spPr bwMode="auto">
              <a:xfrm>
                <a:off x="8052014" y="4300282"/>
                <a:ext cx="744763" cy="430899"/>
              </a:xfrm>
              <a:custGeom>
                <a:avLst/>
                <a:gdLst>
                  <a:gd name="T0" fmla="*/ 702 w 734"/>
                  <a:gd name="T1" fmla="*/ 0 h 424"/>
                  <a:gd name="T2" fmla="*/ 734 w 734"/>
                  <a:gd name="T3" fmla="*/ 32 h 424"/>
                  <a:gd name="T4" fmla="*/ 734 w 734"/>
                  <a:gd name="T5" fmla="*/ 392 h 424"/>
                  <a:gd name="T6" fmla="*/ 702 w 734"/>
                  <a:gd name="T7" fmla="*/ 424 h 424"/>
                  <a:gd name="T8" fmla="*/ 0 w 734"/>
                  <a:gd name="T9" fmla="*/ 424 h 424"/>
                  <a:gd name="T10" fmla="*/ 0 w 734"/>
                  <a:gd name="T11" fmla="*/ 0 h 424"/>
                  <a:gd name="T12" fmla="*/ 702 w 734"/>
                  <a:gd name="T13" fmla="*/ 0 h 424"/>
                </a:gdLst>
                <a:ahLst/>
                <a:cxnLst>
                  <a:cxn ang="0">
                    <a:pos x="T0" y="T1"/>
                  </a:cxn>
                  <a:cxn ang="0">
                    <a:pos x="T2" y="T3"/>
                  </a:cxn>
                  <a:cxn ang="0">
                    <a:pos x="T4" y="T5"/>
                  </a:cxn>
                  <a:cxn ang="0">
                    <a:pos x="T6" y="T7"/>
                  </a:cxn>
                  <a:cxn ang="0">
                    <a:pos x="T8" y="T9"/>
                  </a:cxn>
                  <a:cxn ang="0">
                    <a:pos x="T10" y="T11"/>
                  </a:cxn>
                  <a:cxn ang="0">
                    <a:pos x="T12" y="T13"/>
                  </a:cxn>
                </a:cxnLst>
                <a:rect l="0" t="0" r="r" b="b"/>
                <a:pathLst>
                  <a:path w="734" h="424">
                    <a:moveTo>
                      <a:pt x="702" y="0"/>
                    </a:moveTo>
                    <a:cubicBezTo>
                      <a:pt x="720" y="0"/>
                      <a:pt x="734" y="14"/>
                      <a:pt x="734" y="32"/>
                    </a:cubicBezTo>
                    <a:cubicBezTo>
                      <a:pt x="734" y="392"/>
                      <a:pt x="734" y="392"/>
                      <a:pt x="734" y="392"/>
                    </a:cubicBezTo>
                    <a:cubicBezTo>
                      <a:pt x="734" y="410"/>
                      <a:pt x="720" y="424"/>
                      <a:pt x="702" y="424"/>
                    </a:cubicBezTo>
                    <a:cubicBezTo>
                      <a:pt x="0" y="424"/>
                      <a:pt x="0" y="424"/>
                      <a:pt x="0" y="424"/>
                    </a:cubicBezTo>
                    <a:cubicBezTo>
                      <a:pt x="0" y="0"/>
                      <a:pt x="0" y="0"/>
                      <a:pt x="0" y="0"/>
                    </a:cubicBezTo>
                    <a:lnTo>
                      <a:pt x="70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70"/>
              <p:cNvSpPr>
                <a:spLocks/>
              </p:cNvSpPr>
              <p:nvPr/>
            </p:nvSpPr>
            <p:spPr bwMode="auto">
              <a:xfrm>
                <a:off x="8296721" y="4584001"/>
                <a:ext cx="255347" cy="255347"/>
              </a:xfrm>
              <a:custGeom>
                <a:avLst/>
                <a:gdLst>
                  <a:gd name="T0" fmla="*/ 72 w 144"/>
                  <a:gd name="T1" fmla="*/ 144 h 144"/>
                  <a:gd name="T2" fmla="*/ 144 w 144"/>
                  <a:gd name="T3" fmla="*/ 72 h 144"/>
                  <a:gd name="T4" fmla="*/ 72 w 144"/>
                  <a:gd name="T5" fmla="*/ 0 h 144"/>
                  <a:gd name="T6" fmla="*/ 0 w 144"/>
                  <a:gd name="T7" fmla="*/ 72 h 144"/>
                  <a:gd name="T8" fmla="*/ 72 w 144"/>
                  <a:gd name="T9" fmla="*/ 144 h 144"/>
                </a:gdLst>
                <a:ahLst/>
                <a:cxnLst>
                  <a:cxn ang="0">
                    <a:pos x="T0" y="T1"/>
                  </a:cxn>
                  <a:cxn ang="0">
                    <a:pos x="T2" y="T3"/>
                  </a:cxn>
                  <a:cxn ang="0">
                    <a:pos x="T4" y="T5"/>
                  </a:cxn>
                  <a:cxn ang="0">
                    <a:pos x="T6" y="T7"/>
                  </a:cxn>
                  <a:cxn ang="0">
                    <a:pos x="T8" y="T9"/>
                  </a:cxn>
                </a:cxnLst>
                <a:rect l="0" t="0" r="r" b="b"/>
                <a:pathLst>
                  <a:path w="144" h="144">
                    <a:moveTo>
                      <a:pt x="72" y="144"/>
                    </a:moveTo>
                    <a:lnTo>
                      <a:pt x="144" y="72"/>
                    </a:lnTo>
                    <a:lnTo>
                      <a:pt x="72" y="0"/>
                    </a:lnTo>
                    <a:lnTo>
                      <a:pt x="0" y="72"/>
                    </a:lnTo>
                    <a:lnTo>
                      <a:pt x="72" y="14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sp>
        <p:nvSpPr>
          <p:cNvPr id="95" name="文本框 94"/>
          <p:cNvSpPr txBox="1"/>
          <p:nvPr/>
        </p:nvSpPr>
        <p:spPr>
          <a:xfrm>
            <a:off x="10992575" y="489353"/>
            <a:ext cx="877163" cy="369332"/>
          </a:xfrm>
          <a:prstGeom prst="rect">
            <a:avLst/>
          </a:prstGeom>
          <a:noFill/>
        </p:spPr>
        <p:txBody>
          <a:bodyPr wrap="none" rtlCol="0">
            <a:spAutoFit/>
          </a:bodyPr>
          <a:lstStyle/>
          <a:p>
            <a:r>
              <a:rPr lang="zh-CN" altLang="en-US" dirty="0">
                <a:solidFill>
                  <a:schemeClr val="tx1">
                    <a:lumMod val="65000"/>
                    <a:lumOff val="35000"/>
                  </a:schemeClr>
                </a:solidFill>
              </a:rPr>
              <a:t>时间线</a:t>
            </a:r>
          </a:p>
        </p:txBody>
      </p:sp>
      <p:sp>
        <p:nvSpPr>
          <p:cNvPr id="96" name="矩形 95"/>
          <p:cNvSpPr/>
          <p:nvPr/>
        </p:nvSpPr>
        <p:spPr>
          <a:xfrm>
            <a:off x="10705771" y="538264"/>
            <a:ext cx="246287" cy="246287"/>
          </a:xfrm>
          <a:prstGeom prst="rect">
            <a:avLst/>
          </a:prstGeom>
          <a:solidFill>
            <a:srgbClr val="008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7" name="文本框 96"/>
          <p:cNvSpPr txBox="1"/>
          <p:nvPr/>
        </p:nvSpPr>
        <p:spPr>
          <a:xfrm>
            <a:off x="9737484" y="1869724"/>
            <a:ext cx="1848391" cy="400110"/>
          </a:xfrm>
          <a:prstGeom prst="rect">
            <a:avLst/>
          </a:prstGeom>
          <a:noFill/>
        </p:spPr>
        <p:txBody>
          <a:bodyPr wrap="none" rtlCol="0">
            <a:spAutoFit/>
          </a:bodyPr>
          <a:lstStyle/>
          <a:p>
            <a:r>
              <a:rPr lang="en-US" altLang="zh-CN" sz="2000" dirty="0">
                <a:solidFill>
                  <a:schemeClr val="bg1"/>
                </a:solidFill>
              </a:rPr>
              <a:t>Some Title Here</a:t>
            </a:r>
            <a:endParaRPr lang="zh-CN" altLang="en-US" sz="2000" dirty="0">
              <a:solidFill>
                <a:schemeClr val="bg1"/>
              </a:solidFill>
            </a:endParaRPr>
          </a:p>
        </p:txBody>
      </p:sp>
      <p:sp>
        <p:nvSpPr>
          <p:cNvPr id="98" name="文本框 97"/>
          <p:cNvSpPr txBox="1"/>
          <p:nvPr/>
        </p:nvSpPr>
        <p:spPr>
          <a:xfrm>
            <a:off x="9737484" y="3759056"/>
            <a:ext cx="1848391" cy="400110"/>
          </a:xfrm>
          <a:prstGeom prst="rect">
            <a:avLst/>
          </a:prstGeom>
          <a:noFill/>
        </p:spPr>
        <p:txBody>
          <a:bodyPr wrap="none" rtlCol="0">
            <a:spAutoFit/>
          </a:bodyPr>
          <a:lstStyle/>
          <a:p>
            <a:r>
              <a:rPr lang="en-US" altLang="zh-CN" sz="2000" dirty="0">
                <a:solidFill>
                  <a:schemeClr val="bg1"/>
                </a:solidFill>
              </a:rPr>
              <a:t>Some Title Here</a:t>
            </a:r>
            <a:endParaRPr lang="zh-CN" altLang="en-US" sz="2000" dirty="0">
              <a:solidFill>
                <a:schemeClr val="bg1"/>
              </a:solidFill>
            </a:endParaRPr>
          </a:p>
        </p:txBody>
      </p:sp>
      <p:sp>
        <p:nvSpPr>
          <p:cNvPr id="99" name="文本框 98"/>
          <p:cNvSpPr txBox="1"/>
          <p:nvPr/>
        </p:nvSpPr>
        <p:spPr>
          <a:xfrm>
            <a:off x="9737484" y="5651931"/>
            <a:ext cx="1848391" cy="400110"/>
          </a:xfrm>
          <a:prstGeom prst="rect">
            <a:avLst/>
          </a:prstGeom>
          <a:noFill/>
        </p:spPr>
        <p:txBody>
          <a:bodyPr wrap="none" rtlCol="0">
            <a:spAutoFit/>
          </a:bodyPr>
          <a:lstStyle/>
          <a:p>
            <a:r>
              <a:rPr lang="en-US" altLang="zh-CN" sz="2000" dirty="0">
                <a:solidFill>
                  <a:schemeClr val="bg1"/>
                </a:solidFill>
              </a:rPr>
              <a:t>Some Title Here</a:t>
            </a:r>
            <a:endParaRPr lang="zh-CN" altLang="en-US" sz="2000" dirty="0">
              <a:solidFill>
                <a:schemeClr val="bg1"/>
              </a:solidFill>
            </a:endParaRPr>
          </a:p>
        </p:txBody>
      </p:sp>
      <p:sp>
        <p:nvSpPr>
          <p:cNvPr id="100" name="文本框 99"/>
          <p:cNvSpPr txBox="1"/>
          <p:nvPr/>
        </p:nvSpPr>
        <p:spPr>
          <a:xfrm>
            <a:off x="6688744" y="2800490"/>
            <a:ext cx="1848391" cy="400110"/>
          </a:xfrm>
          <a:prstGeom prst="rect">
            <a:avLst/>
          </a:prstGeom>
          <a:noFill/>
        </p:spPr>
        <p:txBody>
          <a:bodyPr wrap="none" rtlCol="0">
            <a:spAutoFit/>
          </a:bodyPr>
          <a:lstStyle/>
          <a:p>
            <a:r>
              <a:rPr lang="en-US" altLang="zh-CN" sz="2000" dirty="0">
                <a:solidFill>
                  <a:schemeClr val="bg1"/>
                </a:solidFill>
              </a:rPr>
              <a:t>Some Title Here</a:t>
            </a:r>
            <a:endParaRPr lang="zh-CN" altLang="en-US" sz="2000" dirty="0">
              <a:solidFill>
                <a:schemeClr val="bg1"/>
              </a:solidFill>
            </a:endParaRPr>
          </a:p>
        </p:txBody>
      </p:sp>
      <p:sp>
        <p:nvSpPr>
          <p:cNvPr id="101" name="文本框 100"/>
          <p:cNvSpPr txBox="1"/>
          <p:nvPr/>
        </p:nvSpPr>
        <p:spPr>
          <a:xfrm>
            <a:off x="6688744" y="4697702"/>
            <a:ext cx="1848391" cy="400110"/>
          </a:xfrm>
          <a:prstGeom prst="rect">
            <a:avLst/>
          </a:prstGeom>
          <a:noFill/>
        </p:spPr>
        <p:txBody>
          <a:bodyPr wrap="none" rtlCol="0">
            <a:spAutoFit/>
          </a:bodyPr>
          <a:lstStyle/>
          <a:p>
            <a:r>
              <a:rPr lang="en-US" altLang="zh-CN" sz="2000" dirty="0">
                <a:solidFill>
                  <a:schemeClr val="bg1"/>
                </a:solidFill>
              </a:rPr>
              <a:t>Some Title Here</a:t>
            </a:r>
            <a:endParaRPr lang="zh-CN" altLang="en-US" sz="2000" dirty="0">
              <a:solidFill>
                <a:schemeClr val="bg1"/>
              </a:solidFill>
            </a:endParaRPr>
          </a:p>
        </p:txBody>
      </p:sp>
      <p:sp>
        <p:nvSpPr>
          <p:cNvPr id="102" name="文本框 101"/>
          <p:cNvSpPr txBox="1"/>
          <p:nvPr/>
        </p:nvSpPr>
        <p:spPr>
          <a:xfrm>
            <a:off x="8836861" y="1869071"/>
            <a:ext cx="697627" cy="369332"/>
          </a:xfrm>
          <a:prstGeom prst="rect">
            <a:avLst/>
          </a:prstGeom>
          <a:noFill/>
        </p:spPr>
        <p:txBody>
          <a:bodyPr wrap="none" rtlCol="0">
            <a:spAutoFit/>
          </a:bodyPr>
          <a:lstStyle/>
          <a:p>
            <a:r>
              <a:rPr lang="en-US" altLang="zh-CN" dirty="0">
                <a:solidFill>
                  <a:srgbClr val="FF6E00"/>
                </a:solidFill>
                <a:latin typeface="Arial Unicode MS" panose="020B0604020202020204" pitchFamily="34" charset="-122"/>
                <a:ea typeface="Arial Unicode MS" panose="020B0604020202020204" pitchFamily="34" charset="-122"/>
                <a:cs typeface="Arial Unicode MS" panose="020B0604020202020204" pitchFamily="34" charset="-122"/>
              </a:rPr>
              <a:t>2012</a:t>
            </a:r>
            <a:endParaRPr lang="zh-CN" altLang="en-US" dirty="0">
              <a:solidFill>
                <a:srgbClr val="FF6E00"/>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03" name="文本框 102"/>
          <p:cNvSpPr txBox="1"/>
          <p:nvPr/>
        </p:nvSpPr>
        <p:spPr>
          <a:xfrm>
            <a:off x="8836861" y="2815706"/>
            <a:ext cx="697627" cy="369332"/>
          </a:xfrm>
          <a:prstGeom prst="rect">
            <a:avLst/>
          </a:prstGeom>
          <a:noFill/>
        </p:spPr>
        <p:txBody>
          <a:bodyPr wrap="none" rtlCol="0">
            <a:spAutoFit/>
          </a:bodyPr>
          <a:lstStyle/>
          <a:p>
            <a:r>
              <a:rPr lang="en-US" altLang="zh-CN" dirty="0">
                <a:solidFill>
                  <a:srgbClr val="008CFF"/>
                </a:solidFill>
                <a:latin typeface="Arial Unicode MS" panose="020B0604020202020204" pitchFamily="34" charset="-122"/>
                <a:ea typeface="Arial Unicode MS" panose="020B0604020202020204" pitchFamily="34" charset="-122"/>
                <a:cs typeface="Arial Unicode MS" panose="020B0604020202020204" pitchFamily="34" charset="-122"/>
              </a:rPr>
              <a:t>2013</a:t>
            </a:r>
            <a:endParaRPr lang="zh-CN" altLang="en-US" dirty="0">
              <a:solidFill>
                <a:srgbClr val="008CFF"/>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04" name="文本框 103"/>
          <p:cNvSpPr txBox="1"/>
          <p:nvPr/>
        </p:nvSpPr>
        <p:spPr>
          <a:xfrm>
            <a:off x="8836861" y="3778645"/>
            <a:ext cx="697627" cy="369332"/>
          </a:xfrm>
          <a:prstGeom prst="rect">
            <a:avLst/>
          </a:prstGeom>
          <a:noFill/>
        </p:spPr>
        <p:txBody>
          <a:bodyPr wrap="none" rtlCol="0">
            <a:spAutoFit/>
          </a:bodyPr>
          <a:lstStyle/>
          <a:p>
            <a:r>
              <a:rPr lang="en-US" altLang="zh-CN" dirty="0">
                <a:solidFill>
                  <a:srgbClr val="FFD100"/>
                </a:solidFill>
                <a:latin typeface="Arial Unicode MS" panose="020B0604020202020204" pitchFamily="34" charset="-122"/>
                <a:ea typeface="Arial Unicode MS" panose="020B0604020202020204" pitchFamily="34" charset="-122"/>
                <a:cs typeface="Arial Unicode MS" panose="020B0604020202020204" pitchFamily="34" charset="-122"/>
              </a:rPr>
              <a:t>2014</a:t>
            </a:r>
            <a:endParaRPr lang="zh-CN" altLang="en-US" dirty="0">
              <a:solidFill>
                <a:srgbClr val="FFD100"/>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05" name="文本框 104"/>
          <p:cNvSpPr txBox="1"/>
          <p:nvPr/>
        </p:nvSpPr>
        <p:spPr>
          <a:xfrm>
            <a:off x="8836861" y="4709776"/>
            <a:ext cx="697627" cy="369332"/>
          </a:xfrm>
          <a:prstGeom prst="rect">
            <a:avLst/>
          </a:prstGeom>
          <a:noFill/>
        </p:spPr>
        <p:txBody>
          <a:bodyPr wrap="none" rtlCol="0">
            <a:spAutoFit/>
          </a:bodyPr>
          <a:lstStyle/>
          <a:p>
            <a:r>
              <a:rPr lang="en-US" altLang="zh-CN" dirty="0">
                <a:solidFill>
                  <a:srgbClr val="FF2A00"/>
                </a:solidFill>
                <a:latin typeface="Arial Unicode MS" panose="020B0604020202020204" pitchFamily="34" charset="-122"/>
                <a:ea typeface="Arial Unicode MS" panose="020B0604020202020204" pitchFamily="34" charset="-122"/>
                <a:cs typeface="Arial Unicode MS" panose="020B0604020202020204" pitchFamily="34" charset="-122"/>
              </a:rPr>
              <a:t>2015</a:t>
            </a:r>
            <a:endParaRPr lang="zh-CN" altLang="en-US" dirty="0">
              <a:solidFill>
                <a:srgbClr val="FF2A00"/>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06" name="文本框 105"/>
          <p:cNvSpPr txBox="1"/>
          <p:nvPr/>
        </p:nvSpPr>
        <p:spPr>
          <a:xfrm>
            <a:off x="8836861" y="5672665"/>
            <a:ext cx="697627" cy="369332"/>
          </a:xfrm>
          <a:prstGeom prst="rect">
            <a:avLst/>
          </a:prstGeom>
          <a:noFill/>
        </p:spPr>
        <p:txBody>
          <a:bodyPr wrap="none" rtlCol="0">
            <a:spAutoFit/>
          </a:bodyPr>
          <a:lstStyle/>
          <a:p>
            <a:r>
              <a:rPr lang="en-US" altLang="zh-CN" dirty="0">
                <a:solidFill>
                  <a:srgbClr val="99AD00"/>
                </a:solidFill>
                <a:latin typeface="Arial Unicode MS" panose="020B0604020202020204" pitchFamily="34" charset="-122"/>
                <a:ea typeface="Arial Unicode MS" panose="020B0604020202020204" pitchFamily="34" charset="-122"/>
                <a:cs typeface="Arial Unicode MS" panose="020B0604020202020204" pitchFamily="34" charset="-122"/>
              </a:rPr>
              <a:t>2016</a:t>
            </a:r>
            <a:endParaRPr lang="zh-CN" altLang="en-US" dirty="0">
              <a:solidFill>
                <a:srgbClr val="99AD00"/>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Tree>
    <p:extLst>
      <p:ext uri="{BB962C8B-B14F-4D97-AF65-F5344CB8AC3E}">
        <p14:creationId xmlns:p14="http://schemas.microsoft.com/office/powerpoint/2010/main" val="872061403"/>
      </p:ext>
    </p:extLst>
  </p:cSld>
  <p:clrMapOvr>
    <a:masterClrMapping/>
  </p:clrMapOvr>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 name="矩形 93"/>
          <p:cNvSpPr/>
          <p:nvPr/>
        </p:nvSpPr>
        <p:spPr>
          <a:xfrm>
            <a:off x="6096000" y="0"/>
            <a:ext cx="6096000" cy="6858000"/>
          </a:xfrm>
          <a:prstGeom prst="rect">
            <a:avLst/>
          </a:prstGeom>
          <a:solidFill>
            <a:srgbClr val="3E3E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cxnSp>
        <p:nvCxnSpPr>
          <p:cNvPr id="95" name="直接连接符 94"/>
          <p:cNvCxnSpPr/>
          <p:nvPr/>
        </p:nvCxnSpPr>
        <p:spPr>
          <a:xfrm>
            <a:off x="9175165" y="263924"/>
            <a:ext cx="0" cy="6345423"/>
          </a:xfrm>
          <a:prstGeom prst="line">
            <a:avLst/>
          </a:prstGeom>
          <a:ln w="12700">
            <a:solidFill>
              <a:srgbClr val="AAAAAA"/>
            </a:solidFill>
            <a:prstDash val="dash"/>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66" name="Freeform 60"/>
          <p:cNvSpPr>
            <a:spLocks/>
          </p:cNvSpPr>
          <p:nvPr/>
        </p:nvSpPr>
        <p:spPr bwMode="auto">
          <a:xfrm>
            <a:off x="1007063" y="3889553"/>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 name="文本框 66"/>
          <p:cNvSpPr txBox="1"/>
          <p:nvPr/>
        </p:nvSpPr>
        <p:spPr>
          <a:xfrm>
            <a:off x="940215" y="4689154"/>
            <a:ext cx="3555585" cy="1421928"/>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网络</a:t>
            </a:r>
            <a:r>
              <a:rPr lang="en-US" altLang="zh-CN" dirty="0">
                <a:solidFill>
                  <a:prstClr val="black">
                    <a:lumMod val="65000"/>
                    <a:lumOff val="35000"/>
                  </a:prstClr>
                </a:solidFill>
                <a:latin typeface="微软雅黑" panose="020B0503020204020204" pitchFamily="34" charset="-122"/>
              </a:rPr>
              <a:t>EPS</a:t>
            </a:r>
            <a:r>
              <a:rPr lang="zh-CN" altLang="en-US" dirty="0">
                <a:solidFill>
                  <a:prstClr val="black">
                    <a:lumMod val="65000"/>
                    <a:lumOff val="35000"/>
                  </a:prstClr>
                </a:solidFill>
                <a:latin typeface="微软雅黑" panose="020B0503020204020204" pitchFamily="34" charset="-122"/>
              </a:rPr>
              <a:t>素材改编；</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文字、颜色可随意更改；</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条目内容可增删；</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条目间距可自行调节。</a:t>
            </a:r>
            <a:endParaRPr lang="en-US" altLang="zh-CN" dirty="0">
              <a:solidFill>
                <a:prstClr val="black">
                  <a:lumMod val="65000"/>
                  <a:lumOff val="35000"/>
                </a:prstClr>
              </a:solidFill>
              <a:latin typeface="微软雅黑" panose="020B0503020204020204" pitchFamily="34" charset="-122"/>
            </a:endParaRPr>
          </a:p>
        </p:txBody>
      </p:sp>
      <p:sp>
        <p:nvSpPr>
          <p:cNvPr id="68" name="圆角矩形 67"/>
          <p:cNvSpPr/>
          <p:nvPr/>
        </p:nvSpPr>
        <p:spPr>
          <a:xfrm>
            <a:off x="1674755" y="4048838"/>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69" name="等腰三角形 68"/>
          <p:cNvSpPr/>
          <p:nvPr/>
        </p:nvSpPr>
        <p:spPr>
          <a:xfrm rot="16200000">
            <a:off x="1600123" y="4116382"/>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grpSp>
        <p:nvGrpSpPr>
          <p:cNvPr id="27" name="组合 26"/>
          <p:cNvGrpSpPr/>
          <p:nvPr/>
        </p:nvGrpSpPr>
        <p:grpSpPr>
          <a:xfrm>
            <a:off x="6358492" y="1749289"/>
            <a:ext cx="5620095" cy="4280528"/>
            <a:chOff x="6161088" y="1605675"/>
            <a:chExt cx="6000750" cy="4570453"/>
          </a:xfrm>
        </p:grpSpPr>
        <p:grpSp>
          <p:nvGrpSpPr>
            <p:cNvPr id="78" name="组合 77"/>
            <p:cNvGrpSpPr/>
            <p:nvPr/>
          </p:nvGrpSpPr>
          <p:grpSpPr>
            <a:xfrm>
              <a:off x="8307388" y="1605675"/>
              <a:ext cx="3854450" cy="579438"/>
              <a:chOff x="8307388" y="915988"/>
              <a:chExt cx="3854450" cy="579438"/>
            </a:xfrm>
          </p:grpSpPr>
          <p:sp>
            <p:nvSpPr>
              <p:cNvPr id="79" name="Freeform 5"/>
              <p:cNvSpPr>
                <a:spLocks/>
              </p:cNvSpPr>
              <p:nvPr/>
            </p:nvSpPr>
            <p:spPr bwMode="auto">
              <a:xfrm>
                <a:off x="8307388" y="915988"/>
                <a:ext cx="865188" cy="579438"/>
              </a:xfrm>
              <a:custGeom>
                <a:avLst/>
                <a:gdLst>
                  <a:gd name="T0" fmla="*/ 302 w 904"/>
                  <a:gd name="T1" fmla="*/ 0 h 605"/>
                  <a:gd name="T2" fmla="*/ 0 w 904"/>
                  <a:gd name="T3" fmla="*/ 303 h 605"/>
                  <a:gd name="T4" fmla="*/ 302 w 904"/>
                  <a:gd name="T5" fmla="*/ 605 h 605"/>
                  <a:gd name="T6" fmla="*/ 904 w 904"/>
                  <a:gd name="T7" fmla="*/ 605 h 605"/>
                  <a:gd name="T8" fmla="*/ 904 w 904"/>
                  <a:gd name="T9" fmla="*/ 0 h 605"/>
                  <a:gd name="T10" fmla="*/ 302 w 904"/>
                  <a:gd name="T11" fmla="*/ 0 h 605"/>
                </a:gdLst>
                <a:ahLst/>
                <a:cxnLst>
                  <a:cxn ang="0">
                    <a:pos x="T0" y="T1"/>
                  </a:cxn>
                  <a:cxn ang="0">
                    <a:pos x="T2" y="T3"/>
                  </a:cxn>
                  <a:cxn ang="0">
                    <a:pos x="T4" y="T5"/>
                  </a:cxn>
                  <a:cxn ang="0">
                    <a:pos x="T6" y="T7"/>
                  </a:cxn>
                  <a:cxn ang="0">
                    <a:pos x="T8" y="T9"/>
                  </a:cxn>
                  <a:cxn ang="0">
                    <a:pos x="T10" y="T11"/>
                  </a:cxn>
                </a:cxnLst>
                <a:rect l="0" t="0" r="r" b="b"/>
                <a:pathLst>
                  <a:path w="904" h="605">
                    <a:moveTo>
                      <a:pt x="302" y="0"/>
                    </a:moveTo>
                    <a:cubicBezTo>
                      <a:pt x="135" y="0"/>
                      <a:pt x="0" y="136"/>
                      <a:pt x="0" y="303"/>
                    </a:cubicBezTo>
                    <a:cubicBezTo>
                      <a:pt x="0" y="470"/>
                      <a:pt x="135" y="605"/>
                      <a:pt x="302" y="605"/>
                    </a:cubicBezTo>
                    <a:cubicBezTo>
                      <a:pt x="904" y="605"/>
                      <a:pt x="904" y="605"/>
                      <a:pt x="904" y="605"/>
                    </a:cubicBezTo>
                    <a:cubicBezTo>
                      <a:pt x="904" y="0"/>
                      <a:pt x="904" y="0"/>
                      <a:pt x="904" y="0"/>
                    </a:cubicBezTo>
                    <a:lnTo>
                      <a:pt x="302"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 name="Freeform 6"/>
              <p:cNvSpPr>
                <a:spLocks/>
              </p:cNvSpPr>
              <p:nvPr/>
            </p:nvSpPr>
            <p:spPr bwMode="auto">
              <a:xfrm>
                <a:off x="9172575" y="915988"/>
                <a:ext cx="2989263" cy="579438"/>
              </a:xfrm>
              <a:custGeom>
                <a:avLst/>
                <a:gdLst>
                  <a:gd name="T0" fmla="*/ 2826 w 3128"/>
                  <a:gd name="T1" fmla="*/ 0 h 605"/>
                  <a:gd name="T2" fmla="*/ 0 w 3128"/>
                  <a:gd name="T3" fmla="*/ 0 h 605"/>
                  <a:gd name="T4" fmla="*/ 0 w 3128"/>
                  <a:gd name="T5" fmla="*/ 605 h 605"/>
                  <a:gd name="T6" fmla="*/ 2826 w 3128"/>
                  <a:gd name="T7" fmla="*/ 605 h 605"/>
                  <a:gd name="T8" fmla="*/ 3128 w 3128"/>
                  <a:gd name="T9" fmla="*/ 303 h 605"/>
                  <a:gd name="T10" fmla="*/ 2826 w 3128"/>
                  <a:gd name="T11" fmla="*/ 0 h 605"/>
                </a:gdLst>
                <a:ahLst/>
                <a:cxnLst>
                  <a:cxn ang="0">
                    <a:pos x="T0" y="T1"/>
                  </a:cxn>
                  <a:cxn ang="0">
                    <a:pos x="T2" y="T3"/>
                  </a:cxn>
                  <a:cxn ang="0">
                    <a:pos x="T4" y="T5"/>
                  </a:cxn>
                  <a:cxn ang="0">
                    <a:pos x="T6" y="T7"/>
                  </a:cxn>
                  <a:cxn ang="0">
                    <a:pos x="T8" y="T9"/>
                  </a:cxn>
                  <a:cxn ang="0">
                    <a:pos x="T10" y="T11"/>
                  </a:cxn>
                </a:cxnLst>
                <a:rect l="0" t="0" r="r" b="b"/>
                <a:pathLst>
                  <a:path w="3128" h="605">
                    <a:moveTo>
                      <a:pt x="2826" y="0"/>
                    </a:moveTo>
                    <a:cubicBezTo>
                      <a:pt x="0" y="0"/>
                      <a:pt x="0" y="0"/>
                      <a:pt x="0" y="0"/>
                    </a:cubicBezTo>
                    <a:cubicBezTo>
                      <a:pt x="0" y="605"/>
                      <a:pt x="0" y="605"/>
                      <a:pt x="0" y="605"/>
                    </a:cubicBezTo>
                    <a:cubicBezTo>
                      <a:pt x="2826" y="605"/>
                      <a:pt x="2826" y="605"/>
                      <a:pt x="2826" y="605"/>
                    </a:cubicBezTo>
                    <a:cubicBezTo>
                      <a:pt x="2993" y="605"/>
                      <a:pt x="3128" y="470"/>
                      <a:pt x="3128" y="303"/>
                    </a:cubicBezTo>
                    <a:cubicBezTo>
                      <a:pt x="3128" y="136"/>
                      <a:pt x="2993" y="0"/>
                      <a:pt x="2826" y="0"/>
                    </a:cubicBezTo>
                    <a:close/>
                  </a:path>
                </a:pathLst>
              </a:custGeom>
              <a:solidFill>
                <a:srgbClr val="FE2C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FF2A00"/>
                  </a:solidFill>
                </a:endParaRPr>
              </a:p>
            </p:txBody>
          </p:sp>
        </p:grpSp>
        <p:grpSp>
          <p:nvGrpSpPr>
            <p:cNvPr id="81" name="组合 80"/>
            <p:cNvGrpSpPr/>
            <p:nvPr/>
          </p:nvGrpSpPr>
          <p:grpSpPr>
            <a:xfrm>
              <a:off x="6161088" y="2601841"/>
              <a:ext cx="3876675" cy="582613"/>
              <a:chOff x="6161088" y="2684463"/>
              <a:chExt cx="3876675" cy="582613"/>
            </a:xfrm>
          </p:grpSpPr>
          <p:sp>
            <p:nvSpPr>
              <p:cNvPr id="82" name="Freeform 10"/>
              <p:cNvSpPr>
                <a:spLocks/>
              </p:cNvSpPr>
              <p:nvPr/>
            </p:nvSpPr>
            <p:spPr bwMode="auto">
              <a:xfrm>
                <a:off x="9169400" y="2684463"/>
                <a:ext cx="868363" cy="582613"/>
              </a:xfrm>
              <a:custGeom>
                <a:avLst/>
                <a:gdLst>
                  <a:gd name="T0" fmla="*/ 602 w 904"/>
                  <a:gd name="T1" fmla="*/ 0 h 604"/>
                  <a:gd name="T2" fmla="*/ 904 w 904"/>
                  <a:gd name="T3" fmla="*/ 302 h 604"/>
                  <a:gd name="T4" fmla="*/ 602 w 904"/>
                  <a:gd name="T5" fmla="*/ 604 h 604"/>
                  <a:gd name="T6" fmla="*/ 0 w 904"/>
                  <a:gd name="T7" fmla="*/ 604 h 604"/>
                  <a:gd name="T8" fmla="*/ 0 w 904"/>
                  <a:gd name="T9" fmla="*/ 0 h 604"/>
                  <a:gd name="T10" fmla="*/ 602 w 904"/>
                  <a:gd name="T11" fmla="*/ 0 h 604"/>
                </a:gdLst>
                <a:ahLst/>
                <a:cxnLst>
                  <a:cxn ang="0">
                    <a:pos x="T0" y="T1"/>
                  </a:cxn>
                  <a:cxn ang="0">
                    <a:pos x="T2" y="T3"/>
                  </a:cxn>
                  <a:cxn ang="0">
                    <a:pos x="T4" y="T5"/>
                  </a:cxn>
                  <a:cxn ang="0">
                    <a:pos x="T6" y="T7"/>
                  </a:cxn>
                  <a:cxn ang="0">
                    <a:pos x="T8" y="T9"/>
                  </a:cxn>
                  <a:cxn ang="0">
                    <a:pos x="T10" y="T11"/>
                  </a:cxn>
                </a:cxnLst>
                <a:rect l="0" t="0" r="r" b="b"/>
                <a:pathLst>
                  <a:path w="904" h="604">
                    <a:moveTo>
                      <a:pt x="602" y="0"/>
                    </a:moveTo>
                    <a:cubicBezTo>
                      <a:pt x="769" y="0"/>
                      <a:pt x="904" y="135"/>
                      <a:pt x="904" y="302"/>
                    </a:cubicBezTo>
                    <a:cubicBezTo>
                      <a:pt x="904" y="469"/>
                      <a:pt x="769" y="604"/>
                      <a:pt x="602" y="604"/>
                    </a:cubicBezTo>
                    <a:cubicBezTo>
                      <a:pt x="0" y="604"/>
                      <a:pt x="0" y="604"/>
                      <a:pt x="0" y="604"/>
                    </a:cubicBezTo>
                    <a:cubicBezTo>
                      <a:pt x="0" y="0"/>
                      <a:pt x="0" y="0"/>
                      <a:pt x="0" y="0"/>
                    </a:cubicBezTo>
                    <a:lnTo>
                      <a:pt x="602"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 name="Freeform 11"/>
              <p:cNvSpPr>
                <a:spLocks/>
              </p:cNvSpPr>
              <p:nvPr/>
            </p:nvSpPr>
            <p:spPr bwMode="auto">
              <a:xfrm>
                <a:off x="6161088" y="2684463"/>
                <a:ext cx="3008313" cy="582613"/>
              </a:xfrm>
              <a:custGeom>
                <a:avLst/>
                <a:gdLst>
                  <a:gd name="T0" fmla="*/ 302 w 3128"/>
                  <a:gd name="T1" fmla="*/ 0 h 604"/>
                  <a:gd name="T2" fmla="*/ 3128 w 3128"/>
                  <a:gd name="T3" fmla="*/ 0 h 604"/>
                  <a:gd name="T4" fmla="*/ 3128 w 3128"/>
                  <a:gd name="T5" fmla="*/ 604 h 604"/>
                  <a:gd name="T6" fmla="*/ 302 w 3128"/>
                  <a:gd name="T7" fmla="*/ 604 h 604"/>
                  <a:gd name="T8" fmla="*/ 0 w 3128"/>
                  <a:gd name="T9" fmla="*/ 302 h 604"/>
                  <a:gd name="T10" fmla="*/ 302 w 3128"/>
                  <a:gd name="T11" fmla="*/ 0 h 604"/>
                </a:gdLst>
                <a:ahLst/>
                <a:cxnLst>
                  <a:cxn ang="0">
                    <a:pos x="T0" y="T1"/>
                  </a:cxn>
                  <a:cxn ang="0">
                    <a:pos x="T2" y="T3"/>
                  </a:cxn>
                  <a:cxn ang="0">
                    <a:pos x="T4" y="T5"/>
                  </a:cxn>
                  <a:cxn ang="0">
                    <a:pos x="T6" y="T7"/>
                  </a:cxn>
                  <a:cxn ang="0">
                    <a:pos x="T8" y="T9"/>
                  </a:cxn>
                  <a:cxn ang="0">
                    <a:pos x="T10" y="T11"/>
                  </a:cxn>
                </a:cxnLst>
                <a:rect l="0" t="0" r="r" b="b"/>
                <a:pathLst>
                  <a:path w="3128" h="604">
                    <a:moveTo>
                      <a:pt x="302" y="0"/>
                    </a:moveTo>
                    <a:cubicBezTo>
                      <a:pt x="3128" y="0"/>
                      <a:pt x="3128" y="0"/>
                      <a:pt x="3128" y="0"/>
                    </a:cubicBezTo>
                    <a:cubicBezTo>
                      <a:pt x="3128" y="604"/>
                      <a:pt x="3128" y="604"/>
                      <a:pt x="3128" y="604"/>
                    </a:cubicBezTo>
                    <a:cubicBezTo>
                      <a:pt x="302" y="604"/>
                      <a:pt x="302" y="604"/>
                      <a:pt x="302" y="604"/>
                    </a:cubicBezTo>
                    <a:cubicBezTo>
                      <a:pt x="135" y="604"/>
                      <a:pt x="0" y="469"/>
                      <a:pt x="0" y="302"/>
                    </a:cubicBezTo>
                    <a:cubicBezTo>
                      <a:pt x="0" y="135"/>
                      <a:pt x="135" y="0"/>
                      <a:pt x="302" y="0"/>
                    </a:cubicBezTo>
                    <a:close/>
                  </a:path>
                </a:pathLst>
              </a:custGeom>
              <a:solidFill>
                <a:srgbClr val="FF6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84" name="组合 83"/>
            <p:cNvGrpSpPr/>
            <p:nvPr/>
          </p:nvGrpSpPr>
          <p:grpSpPr>
            <a:xfrm>
              <a:off x="8307388" y="3601182"/>
              <a:ext cx="3854450" cy="579438"/>
              <a:chOff x="8307388" y="915988"/>
              <a:chExt cx="3854450" cy="579438"/>
            </a:xfrm>
          </p:grpSpPr>
          <p:sp>
            <p:nvSpPr>
              <p:cNvPr id="85" name="Freeform 5"/>
              <p:cNvSpPr>
                <a:spLocks/>
              </p:cNvSpPr>
              <p:nvPr/>
            </p:nvSpPr>
            <p:spPr bwMode="auto">
              <a:xfrm>
                <a:off x="8307388" y="915988"/>
                <a:ext cx="865188" cy="579438"/>
              </a:xfrm>
              <a:custGeom>
                <a:avLst/>
                <a:gdLst>
                  <a:gd name="T0" fmla="*/ 302 w 904"/>
                  <a:gd name="T1" fmla="*/ 0 h 605"/>
                  <a:gd name="T2" fmla="*/ 0 w 904"/>
                  <a:gd name="T3" fmla="*/ 303 h 605"/>
                  <a:gd name="T4" fmla="*/ 302 w 904"/>
                  <a:gd name="T5" fmla="*/ 605 h 605"/>
                  <a:gd name="T6" fmla="*/ 904 w 904"/>
                  <a:gd name="T7" fmla="*/ 605 h 605"/>
                  <a:gd name="T8" fmla="*/ 904 w 904"/>
                  <a:gd name="T9" fmla="*/ 0 h 605"/>
                  <a:gd name="T10" fmla="*/ 302 w 904"/>
                  <a:gd name="T11" fmla="*/ 0 h 605"/>
                </a:gdLst>
                <a:ahLst/>
                <a:cxnLst>
                  <a:cxn ang="0">
                    <a:pos x="T0" y="T1"/>
                  </a:cxn>
                  <a:cxn ang="0">
                    <a:pos x="T2" y="T3"/>
                  </a:cxn>
                  <a:cxn ang="0">
                    <a:pos x="T4" y="T5"/>
                  </a:cxn>
                  <a:cxn ang="0">
                    <a:pos x="T6" y="T7"/>
                  </a:cxn>
                  <a:cxn ang="0">
                    <a:pos x="T8" y="T9"/>
                  </a:cxn>
                  <a:cxn ang="0">
                    <a:pos x="T10" y="T11"/>
                  </a:cxn>
                </a:cxnLst>
                <a:rect l="0" t="0" r="r" b="b"/>
                <a:pathLst>
                  <a:path w="904" h="605">
                    <a:moveTo>
                      <a:pt x="302" y="0"/>
                    </a:moveTo>
                    <a:cubicBezTo>
                      <a:pt x="135" y="0"/>
                      <a:pt x="0" y="136"/>
                      <a:pt x="0" y="303"/>
                    </a:cubicBezTo>
                    <a:cubicBezTo>
                      <a:pt x="0" y="470"/>
                      <a:pt x="135" y="605"/>
                      <a:pt x="302" y="605"/>
                    </a:cubicBezTo>
                    <a:cubicBezTo>
                      <a:pt x="904" y="605"/>
                      <a:pt x="904" y="605"/>
                      <a:pt x="904" y="605"/>
                    </a:cubicBezTo>
                    <a:cubicBezTo>
                      <a:pt x="904" y="0"/>
                      <a:pt x="904" y="0"/>
                      <a:pt x="904" y="0"/>
                    </a:cubicBezTo>
                    <a:lnTo>
                      <a:pt x="302"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 name="Freeform 6"/>
              <p:cNvSpPr>
                <a:spLocks/>
              </p:cNvSpPr>
              <p:nvPr/>
            </p:nvSpPr>
            <p:spPr bwMode="auto">
              <a:xfrm>
                <a:off x="9172575" y="915988"/>
                <a:ext cx="2989263" cy="579438"/>
              </a:xfrm>
              <a:custGeom>
                <a:avLst/>
                <a:gdLst>
                  <a:gd name="T0" fmla="*/ 2826 w 3128"/>
                  <a:gd name="T1" fmla="*/ 0 h 605"/>
                  <a:gd name="T2" fmla="*/ 0 w 3128"/>
                  <a:gd name="T3" fmla="*/ 0 h 605"/>
                  <a:gd name="T4" fmla="*/ 0 w 3128"/>
                  <a:gd name="T5" fmla="*/ 605 h 605"/>
                  <a:gd name="T6" fmla="*/ 2826 w 3128"/>
                  <a:gd name="T7" fmla="*/ 605 h 605"/>
                  <a:gd name="T8" fmla="*/ 3128 w 3128"/>
                  <a:gd name="T9" fmla="*/ 303 h 605"/>
                  <a:gd name="T10" fmla="*/ 2826 w 3128"/>
                  <a:gd name="T11" fmla="*/ 0 h 605"/>
                </a:gdLst>
                <a:ahLst/>
                <a:cxnLst>
                  <a:cxn ang="0">
                    <a:pos x="T0" y="T1"/>
                  </a:cxn>
                  <a:cxn ang="0">
                    <a:pos x="T2" y="T3"/>
                  </a:cxn>
                  <a:cxn ang="0">
                    <a:pos x="T4" y="T5"/>
                  </a:cxn>
                  <a:cxn ang="0">
                    <a:pos x="T6" y="T7"/>
                  </a:cxn>
                  <a:cxn ang="0">
                    <a:pos x="T8" y="T9"/>
                  </a:cxn>
                  <a:cxn ang="0">
                    <a:pos x="T10" y="T11"/>
                  </a:cxn>
                </a:cxnLst>
                <a:rect l="0" t="0" r="r" b="b"/>
                <a:pathLst>
                  <a:path w="3128" h="605">
                    <a:moveTo>
                      <a:pt x="2826" y="0"/>
                    </a:moveTo>
                    <a:cubicBezTo>
                      <a:pt x="0" y="0"/>
                      <a:pt x="0" y="0"/>
                      <a:pt x="0" y="0"/>
                    </a:cubicBezTo>
                    <a:cubicBezTo>
                      <a:pt x="0" y="605"/>
                      <a:pt x="0" y="605"/>
                      <a:pt x="0" y="605"/>
                    </a:cubicBezTo>
                    <a:cubicBezTo>
                      <a:pt x="2826" y="605"/>
                      <a:pt x="2826" y="605"/>
                      <a:pt x="2826" y="605"/>
                    </a:cubicBezTo>
                    <a:cubicBezTo>
                      <a:pt x="2993" y="605"/>
                      <a:pt x="3128" y="470"/>
                      <a:pt x="3128" y="303"/>
                    </a:cubicBezTo>
                    <a:cubicBezTo>
                      <a:pt x="3128" y="136"/>
                      <a:pt x="2993" y="0"/>
                      <a:pt x="2826" y="0"/>
                    </a:cubicBezTo>
                    <a:close/>
                  </a:path>
                </a:pathLst>
              </a:custGeom>
              <a:solidFill>
                <a:srgbClr val="FED0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87" name="组合 86"/>
            <p:cNvGrpSpPr/>
            <p:nvPr/>
          </p:nvGrpSpPr>
          <p:grpSpPr>
            <a:xfrm>
              <a:off x="8307388" y="5596690"/>
              <a:ext cx="3854450" cy="579438"/>
              <a:chOff x="8307388" y="915988"/>
              <a:chExt cx="3854450" cy="579438"/>
            </a:xfrm>
          </p:grpSpPr>
          <p:sp>
            <p:nvSpPr>
              <p:cNvPr id="88" name="Freeform 5"/>
              <p:cNvSpPr>
                <a:spLocks/>
              </p:cNvSpPr>
              <p:nvPr/>
            </p:nvSpPr>
            <p:spPr bwMode="auto">
              <a:xfrm>
                <a:off x="8307388" y="915988"/>
                <a:ext cx="865188" cy="579438"/>
              </a:xfrm>
              <a:custGeom>
                <a:avLst/>
                <a:gdLst>
                  <a:gd name="T0" fmla="*/ 302 w 904"/>
                  <a:gd name="T1" fmla="*/ 0 h 605"/>
                  <a:gd name="T2" fmla="*/ 0 w 904"/>
                  <a:gd name="T3" fmla="*/ 303 h 605"/>
                  <a:gd name="T4" fmla="*/ 302 w 904"/>
                  <a:gd name="T5" fmla="*/ 605 h 605"/>
                  <a:gd name="T6" fmla="*/ 904 w 904"/>
                  <a:gd name="T7" fmla="*/ 605 h 605"/>
                  <a:gd name="T8" fmla="*/ 904 w 904"/>
                  <a:gd name="T9" fmla="*/ 0 h 605"/>
                  <a:gd name="T10" fmla="*/ 302 w 904"/>
                  <a:gd name="T11" fmla="*/ 0 h 605"/>
                </a:gdLst>
                <a:ahLst/>
                <a:cxnLst>
                  <a:cxn ang="0">
                    <a:pos x="T0" y="T1"/>
                  </a:cxn>
                  <a:cxn ang="0">
                    <a:pos x="T2" y="T3"/>
                  </a:cxn>
                  <a:cxn ang="0">
                    <a:pos x="T4" y="T5"/>
                  </a:cxn>
                  <a:cxn ang="0">
                    <a:pos x="T6" y="T7"/>
                  </a:cxn>
                  <a:cxn ang="0">
                    <a:pos x="T8" y="T9"/>
                  </a:cxn>
                  <a:cxn ang="0">
                    <a:pos x="T10" y="T11"/>
                  </a:cxn>
                </a:cxnLst>
                <a:rect l="0" t="0" r="r" b="b"/>
                <a:pathLst>
                  <a:path w="904" h="605">
                    <a:moveTo>
                      <a:pt x="302" y="0"/>
                    </a:moveTo>
                    <a:cubicBezTo>
                      <a:pt x="135" y="0"/>
                      <a:pt x="0" y="136"/>
                      <a:pt x="0" y="303"/>
                    </a:cubicBezTo>
                    <a:cubicBezTo>
                      <a:pt x="0" y="470"/>
                      <a:pt x="135" y="605"/>
                      <a:pt x="302" y="605"/>
                    </a:cubicBezTo>
                    <a:cubicBezTo>
                      <a:pt x="904" y="605"/>
                      <a:pt x="904" y="605"/>
                      <a:pt x="904" y="605"/>
                    </a:cubicBezTo>
                    <a:cubicBezTo>
                      <a:pt x="904" y="0"/>
                      <a:pt x="904" y="0"/>
                      <a:pt x="904" y="0"/>
                    </a:cubicBezTo>
                    <a:lnTo>
                      <a:pt x="302"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 name="Freeform 6"/>
              <p:cNvSpPr>
                <a:spLocks/>
              </p:cNvSpPr>
              <p:nvPr/>
            </p:nvSpPr>
            <p:spPr bwMode="auto">
              <a:xfrm>
                <a:off x="9172575" y="915988"/>
                <a:ext cx="2989263" cy="579438"/>
              </a:xfrm>
              <a:custGeom>
                <a:avLst/>
                <a:gdLst>
                  <a:gd name="T0" fmla="*/ 2826 w 3128"/>
                  <a:gd name="T1" fmla="*/ 0 h 605"/>
                  <a:gd name="T2" fmla="*/ 0 w 3128"/>
                  <a:gd name="T3" fmla="*/ 0 h 605"/>
                  <a:gd name="T4" fmla="*/ 0 w 3128"/>
                  <a:gd name="T5" fmla="*/ 605 h 605"/>
                  <a:gd name="T6" fmla="*/ 2826 w 3128"/>
                  <a:gd name="T7" fmla="*/ 605 h 605"/>
                  <a:gd name="T8" fmla="*/ 3128 w 3128"/>
                  <a:gd name="T9" fmla="*/ 303 h 605"/>
                  <a:gd name="T10" fmla="*/ 2826 w 3128"/>
                  <a:gd name="T11" fmla="*/ 0 h 605"/>
                </a:gdLst>
                <a:ahLst/>
                <a:cxnLst>
                  <a:cxn ang="0">
                    <a:pos x="T0" y="T1"/>
                  </a:cxn>
                  <a:cxn ang="0">
                    <a:pos x="T2" y="T3"/>
                  </a:cxn>
                  <a:cxn ang="0">
                    <a:pos x="T4" y="T5"/>
                  </a:cxn>
                  <a:cxn ang="0">
                    <a:pos x="T6" y="T7"/>
                  </a:cxn>
                  <a:cxn ang="0">
                    <a:pos x="T8" y="T9"/>
                  </a:cxn>
                  <a:cxn ang="0">
                    <a:pos x="T10" y="T11"/>
                  </a:cxn>
                </a:cxnLst>
                <a:rect l="0" t="0" r="r" b="b"/>
                <a:pathLst>
                  <a:path w="3128" h="605">
                    <a:moveTo>
                      <a:pt x="2826" y="0"/>
                    </a:moveTo>
                    <a:cubicBezTo>
                      <a:pt x="0" y="0"/>
                      <a:pt x="0" y="0"/>
                      <a:pt x="0" y="0"/>
                    </a:cubicBezTo>
                    <a:cubicBezTo>
                      <a:pt x="0" y="605"/>
                      <a:pt x="0" y="605"/>
                      <a:pt x="0" y="605"/>
                    </a:cubicBezTo>
                    <a:cubicBezTo>
                      <a:pt x="2826" y="605"/>
                      <a:pt x="2826" y="605"/>
                      <a:pt x="2826" y="605"/>
                    </a:cubicBezTo>
                    <a:cubicBezTo>
                      <a:pt x="2993" y="605"/>
                      <a:pt x="3128" y="470"/>
                      <a:pt x="3128" y="303"/>
                    </a:cubicBezTo>
                    <a:cubicBezTo>
                      <a:pt x="3128" y="136"/>
                      <a:pt x="2993" y="0"/>
                      <a:pt x="2826" y="0"/>
                    </a:cubicBezTo>
                    <a:close/>
                  </a:path>
                </a:pathLst>
              </a:custGeom>
              <a:solidFill>
                <a:srgbClr val="0087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90" name="组合 89"/>
            <p:cNvGrpSpPr/>
            <p:nvPr/>
          </p:nvGrpSpPr>
          <p:grpSpPr>
            <a:xfrm>
              <a:off x="6161088" y="4597348"/>
              <a:ext cx="3876675" cy="582613"/>
              <a:chOff x="6161088" y="2684463"/>
              <a:chExt cx="3876675" cy="582613"/>
            </a:xfrm>
          </p:grpSpPr>
          <p:sp>
            <p:nvSpPr>
              <p:cNvPr id="92" name="Freeform 10"/>
              <p:cNvSpPr>
                <a:spLocks/>
              </p:cNvSpPr>
              <p:nvPr/>
            </p:nvSpPr>
            <p:spPr bwMode="auto">
              <a:xfrm>
                <a:off x="9169400" y="2684463"/>
                <a:ext cx="868363" cy="582613"/>
              </a:xfrm>
              <a:custGeom>
                <a:avLst/>
                <a:gdLst>
                  <a:gd name="T0" fmla="*/ 602 w 904"/>
                  <a:gd name="T1" fmla="*/ 0 h 604"/>
                  <a:gd name="T2" fmla="*/ 904 w 904"/>
                  <a:gd name="T3" fmla="*/ 302 h 604"/>
                  <a:gd name="T4" fmla="*/ 602 w 904"/>
                  <a:gd name="T5" fmla="*/ 604 h 604"/>
                  <a:gd name="T6" fmla="*/ 0 w 904"/>
                  <a:gd name="T7" fmla="*/ 604 h 604"/>
                  <a:gd name="T8" fmla="*/ 0 w 904"/>
                  <a:gd name="T9" fmla="*/ 0 h 604"/>
                  <a:gd name="T10" fmla="*/ 602 w 904"/>
                  <a:gd name="T11" fmla="*/ 0 h 604"/>
                </a:gdLst>
                <a:ahLst/>
                <a:cxnLst>
                  <a:cxn ang="0">
                    <a:pos x="T0" y="T1"/>
                  </a:cxn>
                  <a:cxn ang="0">
                    <a:pos x="T2" y="T3"/>
                  </a:cxn>
                  <a:cxn ang="0">
                    <a:pos x="T4" y="T5"/>
                  </a:cxn>
                  <a:cxn ang="0">
                    <a:pos x="T6" y="T7"/>
                  </a:cxn>
                  <a:cxn ang="0">
                    <a:pos x="T8" y="T9"/>
                  </a:cxn>
                  <a:cxn ang="0">
                    <a:pos x="T10" y="T11"/>
                  </a:cxn>
                </a:cxnLst>
                <a:rect l="0" t="0" r="r" b="b"/>
                <a:pathLst>
                  <a:path w="904" h="604">
                    <a:moveTo>
                      <a:pt x="602" y="0"/>
                    </a:moveTo>
                    <a:cubicBezTo>
                      <a:pt x="769" y="0"/>
                      <a:pt x="904" y="135"/>
                      <a:pt x="904" y="302"/>
                    </a:cubicBezTo>
                    <a:cubicBezTo>
                      <a:pt x="904" y="469"/>
                      <a:pt x="769" y="604"/>
                      <a:pt x="602" y="604"/>
                    </a:cubicBezTo>
                    <a:cubicBezTo>
                      <a:pt x="0" y="604"/>
                      <a:pt x="0" y="604"/>
                      <a:pt x="0" y="604"/>
                    </a:cubicBezTo>
                    <a:cubicBezTo>
                      <a:pt x="0" y="0"/>
                      <a:pt x="0" y="0"/>
                      <a:pt x="0" y="0"/>
                    </a:cubicBezTo>
                    <a:lnTo>
                      <a:pt x="602"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 name="Freeform 11"/>
              <p:cNvSpPr>
                <a:spLocks/>
              </p:cNvSpPr>
              <p:nvPr/>
            </p:nvSpPr>
            <p:spPr bwMode="auto">
              <a:xfrm>
                <a:off x="6161088" y="2684463"/>
                <a:ext cx="3008313" cy="582613"/>
              </a:xfrm>
              <a:custGeom>
                <a:avLst/>
                <a:gdLst>
                  <a:gd name="T0" fmla="*/ 302 w 3128"/>
                  <a:gd name="T1" fmla="*/ 0 h 604"/>
                  <a:gd name="T2" fmla="*/ 3128 w 3128"/>
                  <a:gd name="T3" fmla="*/ 0 h 604"/>
                  <a:gd name="T4" fmla="*/ 3128 w 3128"/>
                  <a:gd name="T5" fmla="*/ 604 h 604"/>
                  <a:gd name="T6" fmla="*/ 302 w 3128"/>
                  <a:gd name="T7" fmla="*/ 604 h 604"/>
                  <a:gd name="T8" fmla="*/ 0 w 3128"/>
                  <a:gd name="T9" fmla="*/ 302 h 604"/>
                  <a:gd name="T10" fmla="*/ 302 w 3128"/>
                  <a:gd name="T11" fmla="*/ 0 h 604"/>
                </a:gdLst>
                <a:ahLst/>
                <a:cxnLst>
                  <a:cxn ang="0">
                    <a:pos x="T0" y="T1"/>
                  </a:cxn>
                  <a:cxn ang="0">
                    <a:pos x="T2" y="T3"/>
                  </a:cxn>
                  <a:cxn ang="0">
                    <a:pos x="T4" y="T5"/>
                  </a:cxn>
                  <a:cxn ang="0">
                    <a:pos x="T6" y="T7"/>
                  </a:cxn>
                  <a:cxn ang="0">
                    <a:pos x="T8" y="T9"/>
                  </a:cxn>
                  <a:cxn ang="0">
                    <a:pos x="T10" y="T11"/>
                  </a:cxn>
                </a:cxnLst>
                <a:rect l="0" t="0" r="r" b="b"/>
                <a:pathLst>
                  <a:path w="3128" h="604">
                    <a:moveTo>
                      <a:pt x="302" y="0"/>
                    </a:moveTo>
                    <a:cubicBezTo>
                      <a:pt x="3128" y="0"/>
                      <a:pt x="3128" y="0"/>
                      <a:pt x="3128" y="0"/>
                    </a:cubicBezTo>
                    <a:cubicBezTo>
                      <a:pt x="3128" y="604"/>
                      <a:pt x="3128" y="604"/>
                      <a:pt x="3128" y="604"/>
                    </a:cubicBezTo>
                    <a:cubicBezTo>
                      <a:pt x="302" y="604"/>
                      <a:pt x="302" y="604"/>
                      <a:pt x="302" y="604"/>
                    </a:cubicBezTo>
                    <a:cubicBezTo>
                      <a:pt x="135" y="604"/>
                      <a:pt x="0" y="469"/>
                      <a:pt x="0" y="302"/>
                    </a:cubicBezTo>
                    <a:cubicBezTo>
                      <a:pt x="0" y="135"/>
                      <a:pt x="135" y="0"/>
                      <a:pt x="302" y="0"/>
                    </a:cubicBezTo>
                    <a:close/>
                  </a:path>
                </a:pathLst>
              </a:custGeom>
              <a:solidFill>
                <a:srgbClr val="99A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sp>
        <p:nvSpPr>
          <p:cNvPr id="96" name="文本框 95"/>
          <p:cNvSpPr txBox="1"/>
          <p:nvPr/>
        </p:nvSpPr>
        <p:spPr>
          <a:xfrm>
            <a:off x="9582612" y="1815368"/>
            <a:ext cx="1848391" cy="400110"/>
          </a:xfrm>
          <a:prstGeom prst="rect">
            <a:avLst/>
          </a:prstGeom>
          <a:noFill/>
        </p:spPr>
        <p:txBody>
          <a:bodyPr wrap="none" rtlCol="0">
            <a:spAutoFit/>
          </a:bodyPr>
          <a:lstStyle/>
          <a:p>
            <a:r>
              <a:rPr lang="en-US" altLang="zh-CN" sz="2000" dirty="0">
                <a:solidFill>
                  <a:prstClr val="white"/>
                </a:solidFill>
              </a:rPr>
              <a:t>Some Title Here</a:t>
            </a:r>
            <a:endParaRPr lang="zh-CN" altLang="en-US" sz="2000" dirty="0">
              <a:solidFill>
                <a:prstClr val="white"/>
              </a:solidFill>
            </a:endParaRPr>
          </a:p>
        </p:txBody>
      </p:sp>
      <p:sp>
        <p:nvSpPr>
          <p:cNvPr id="99" name="文本框 98"/>
          <p:cNvSpPr txBox="1"/>
          <p:nvPr/>
        </p:nvSpPr>
        <p:spPr>
          <a:xfrm>
            <a:off x="6798071" y="2755036"/>
            <a:ext cx="1848391" cy="400110"/>
          </a:xfrm>
          <a:prstGeom prst="rect">
            <a:avLst/>
          </a:prstGeom>
          <a:noFill/>
        </p:spPr>
        <p:txBody>
          <a:bodyPr wrap="none" rtlCol="0">
            <a:spAutoFit/>
          </a:bodyPr>
          <a:lstStyle/>
          <a:p>
            <a:r>
              <a:rPr lang="en-US" altLang="zh-CN" sz="2000" dirty="0">
                <a:solidFill>
                  <a:prstClr val="white"/>
                </a:solidFill>
              </a:rPr>
              <a:t>Some Title Here</a:t>
            </a:r>
            <a:endParaRPr lang="zh-CN" altLang="en-US" sz="2000" dirty="0">
              <a:solidFill>
                <a:prstClr val="white"/>
              </a:solidFill>
            </a:endParaRPr>
          </a:p>
        </p:txBody>
      </p:sp>
      <p:sp>
        <p:nvSpPr>
          <p:cNvPr id="101" name="文本框 100"/>
          <p:cNvSpPr txBox="1"/>
          <p:nvPr/>
        </p:nvSpPr>
        <p:spPr>
          <a:xfrm>
            <a:off x="8446373" y="1830757"/>
            <a:ext cx="697627" cy="369332"/>
          </a:xfrm>
          <a:prstGeom prst="rect">
            <a:avLst/>
          </a:prstGeom>
          <a:noFill/>
        </p:spPr>
        <p:txBody>
          <a:bodyPr wrap="none" rtlCol="0">
            <a:spAutoFit/>
          </a:bodyPr>
          <a:lstStyle/>
          <a:p>
            <a:r>
              <a:rPr lang="en-US" altLang="zh-CN" dirty="0">
                <a:solidFill>
                  <a:srgbClr val="FE2C01"/>
                </a:solidFill>
                <a:latin typeface="Arial Unicode MS" panose="020B0604020202020204" pitchFamily="34" charset="-122"/>
                <a:ea typeface="Arial Unicode MS" panose="020B0604020202020204" pitchFamily="34" charset="-122"/>
                <a:cs typeface="Arial Unicode MS" panose="020B0604020202020204" pitchFamily="34" charset="-122"/>
              </a:rPr>
              <a:t>2012</a:t>
            </a:r>
            <a:endParaRPr lang="zh-CN" altLang="en-US" dirty="0">
              <a:solidFill>
                <a:srgbClr val="FE2C0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02" name="文本框 101"/>
          <p:cNvSpPr txBox="1"/>
          <p:nvPr/>
        </p:nvSpPr>
        <p:spPr>
          <a:xfrm>
            <a:off x="9219213" y="2770425"/>
            <a:ext cx="697627" cy="369332"/>
          </a:xfrm>
          <a:prstGeom prst="rect">
            <a:avLst/>
          </a:prstGeom>
          <a:noFill/>
        </p:spPr>
        <p:txBody>
          <a:bodyPr wrap="none" rtlCol="0">
            <a:spAutoFit/>
          </a:bodyPr>
          <a:lstStyle/>
          <a:p>
            <a:r>
              <a:rPr lang="en-US" altLang="zh-CN" dirty="0">
                <a:solidFill>
                  <a:srgbClr val="FF6900"/>
                </a:solidFill>
                <a:latin typeface="Arial Unicode MS" panose="020B0604020202020204" pitchFamily="34" charset="-122"/>
                <a:ea typeface="Arial Unicode MS" panose="020B0604020202020204" pitchFamily="34" charset="-122"/>
                <a:cs typeface="Arial Unicode MS" panose="020B0604020202020204" pitchFamily="34" charset="-122"/>
              </a:rPr>
              <a:t>2013</a:t>
            </a:r>
            <a:endParaRPr lang="zh-CN" altLang="en-US" dirty="0">
              <a:solidFill>
                <a:srgbClr val="FF6900"/>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06" name="文本框 105"/>
          <p:cNvSpPr txBox="1"/>
          <p:nvPr/>
        </p:nvSpPr>
        <p:spPr>
          <a:xfrm>
            <a:off x="6798071" y="4621951"/>
            <a:ext cx="1848391" cy="400110"/>
          </a:xfrm>
          <a:prstGeom prst="rect">
            <a:avLst/>
          </a:prstGeom>
          <a:noFill/>
        </p:spPr>
        <p:txBody>
          <a:bodyPr wrap="none" rtlCol="0">
            <a:spAutoFit/>
          </a:bodyPr>
          <a:lstStyle/>
          <a:p>
            <a:r>
              <a:rPr lang="en-US" altLang="zh-CN" sz="2000" dirty="0">
                <a:solidFill>
                  <a:prstClr val="white"/>
                </a:solidFill>
              </a:rPr>
              <a:t>Some Title Here</a:t>
            </a:r>
            <a:endParaRPr lang="zh-CN" altLang="en-US" sz="2000" dirty="0">
              <a:solidFill>
                <a:prstClr val="white"/>
              </a:solidFill>
            </a:endParaRPr>
          </a:p>
        </p:txBody>
      </p:sp>
      <p:sp>
        <p:nvSpPr>
          <p:cNvPr id="107" name="文本框 106"/>
          <p:cNvSpPr txBox="1"/>
          <p:nvPr/>
        </p:nvSpPr>
        <p:spPr>
          <a:xfrm>
            <a:off x="9219213" y="4637340"/>
            <a:ext cx="697627" cy="369332"/>
          </a:xfrm>
          <a:prstGeom prst="rect">
            <a:avLst/>
          </a:prstGeom>
          <a:noFill/>
        </p:spPr>
        <p:txBody>
          <a:bodyPr wrap="none" rtlCol="0">
            <a:spAutoFit/>
          </a:bodyPr>
          <a:lstStyle/>
          <a:p>
            <a:r>
              <a:rPr lang="en-US" altLang="zh-CN" dirty="0">
                <a:solidFill>
                  <a:srgbClr val="99AB01"/>
                </a:solidFill>
                <a:latin typeface="Arial Unicode MS" panose="020B0604020202020204" pitchFamily="34" charset="-122"/>
                <a:ea typeface="Arial Unicode MS" panose="020B0604020202020204" pitchFamily="34" charset="-122"/>
                <a:cs typeface="Arial Unicode MS" panose="020B0604020202020204" pitchFamily="34" charset="-122"/>
              </a:rPr>
              <a:t>2015</a:t>
            </a:r>
            <a:endParaRPr lang="zh-CN" altLang="en-US" dirty="0">
              <a:solidFill>
                <a:srgbClr val="99AB0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08" name="文本框 107"/>
          <p:cNvSpPr txBox="1"/>
          <p:nvPr/>
        </p:nvSpPr>
        <p:spPr>
          <a:xfrm>
            <a:off x="9582612" y="3689498"/>
            <a:ext cx="1848391" cy="400110"/>
          </a:xfrm>
          <a:prstGeom prst="rect">
            <a:avLst/>
          </a:prstGeom>
          <a:noFill/>
        </p:spPr>
        <p:txBody>
          <a:bodyPr wrap="none" rtlCol="0">
            <a:spAutoFit/>
          </a:bodyPr>
          <a:lstStyle/>
          <a:p>
            <a:r>
              <a:rPr lang="en-US" altLang="zh-CN" sz="2000" dirty="0">
                <a:solidFill>
                  <a:prstClr val="white"/>
                </a:solidFill>
              </a:rPr>
              <a:t>Some Title Here</a:t>
            </a:r>
            <a:endParaRPr lang="zh-CN" altLang="en-US" sz="2000" dirty="0">
              <a:solidFill>
                <a:prstClr val="white"/>
              </a:solidFill>
            </a:endParaRPr>
          </a:p>
        </p:txBody>
      </p:sp>
      <p:sp>
        <p:nvSpPr>
          <p:cNvPr id="109" name="文本框 108"/>
          <p:cNvSpPr txBox="1"/>
          <p:nvPr/>
        </p:nvSpPr>
        <p:spPr>
          <a:xfrm>
            <a:off x="8446373" y="3704887"/>
            <a:ext cx="697627" cy="369332"/>
          </a:xfrm>
          <a:prstGeom prst="rect">
            <a:avLst/>
          </a:prstGeom>
          <a:noFill/>
        </p:spPr>
        <p:txBody>
          <a:bodyPr wrap="none" rtlCol="0">
            <a:spAutoFit/>
          </a:bodyPr>
          <a:lstStyle/>
          <a:p>
            <a:r>
              <a:rPr lang="en-US" altLang="zh-CN" dirty="0">
                <a:solidFill>
                  <a:srgbClr val="FED001"/>
                </a:solidFill>
                <a:latin typeface="Arial Unicode MS" panose="020B0604020202020204" pitchFamily="34" charset="-122"/>
                <a:ea typeface="Arial Unicode MS" panose="020B0604020202020204" pitchFamily="34" charset="-122"/>
                <a:cs typeface="Arial Unicode MS" panose="020B0604020202020204" pitchFamily="34" charset="-122"/>
              </a:rPr>
              <a:t>2014</a:t>
            </a:r>
            <a:endParaRPr lang="zh-CN" altLang="en-US" dirty="0">
              <a:solidFill>
                <a:srgbClr val="FED00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10" name="文本框 109"/>
          <p:cNvSpPr txBox="1"/>
          <p:nvPr/>
        </p:nvSpPr>
        <p:spPr>
          <a:xfrm>
            <a:off x="9582612" y="5553979"/>
            <a:ext cx="1848391" cy="400110"/>
          </a:xfrm>
          <a:prstGeom prst="rect">
            <a:avLst/>
          </a:prstGeom>
          <a:noFill/>
        </p:spPr>
        <p:txBody>
          <a:bodyPr wrap="none" rtlCol="0">
            <a:spAutoFit/>
          </a:bodyPr>
          <a:lstStyle/>
          <a:p>
            <a:r>
              <a:rPr lang="en-US" altLang="zh-CN" sz="2000" dirty="0">
                <a:solidFill>
                  <a:prstClr val="white"/>
                </a:solidFill>
              </a:rPr>
              <a:t>Some Title Here</a:t>
            </a:r>
            <a:endParaRPr lang="zh-CN" altLang="en-US" sz="2000" dirty="0">
              <a:solidFill>
                <a:prstClr val="white"/>
              </a:solidFill>
            </a:endParaRPr>
          </a:p>
        </p:txBody>
      </p:sp>
      <p:sp>
        <p:nvSpPr>
          <p:cNvPr id="111" name="文本框 110"/>
          <p:cNvSpPr txBox="1"/>
          <p:nvPr/>
        </p:nvSpPr>
        <p:spPr>
          <a:xfrm>
            <a:off x="8446373" y="5569368"/>
            <a:ext cx="697627" cy="369332"/>
          </a:xfrm>
          <a:prstGeom prst="rect">
            <a:avLst/>
          </a:prstGeom>
          <a:noFill/>
        </p:spPr>
        <p:txBody>
          <a:bodyPr wrap="none" rtlCol="0">
            <a:spAutoFit/>
          </a:bodyPr>
          <a:lstStyle/>
          <a:p>
            <a:r>
              <a:rPr lang="en-US" altLang="zh-CN" dirty="0">
                <a:solidFill>
                  <a:srgbClr val="0087FF"/>
                </a:solidFill>
                <a:latin typeface="Arial Unicode MS" panose="020B0604020202020204" pitchFamily="34" charset="-122"/>
                <a:ea typeface="Arial Unicode MS" panose="020B0604020202020204" pitchFamily="34" charset="-122"/>
                <a:cs typeface="Arial Unicode MS" panose="020B0604020202020204" pitchFamily="34" charset="-122"/>
              </a:rPr>
              <a:t>2016</a:t>
            </a:r>
            <a:endParaRPr lang="zh-CN" altLang="en-US" dirty="0">
              <a:solidFill>
                <a:srgbClr val="0087FF"/>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12" name="文本框 111"/>
          <p:cNvSpPr txBox="1"/>
          <p:nvPr/>
        </p:nvSpPr>
        <p:spPr>
          <a:xfrm>
            <a:off x="10992575" y="489353"/>
            <a:ext cx="877163" cy="369332"/>
          </a:xfrm>
          <a:prstGeom prst="rect">
            <a:avLst/>
          </a:prstGeom>
          <a:noFill/>
        </p:spPr>
        <p:txBody>
          <a:bodyPr wrap="none" rtlCol="0">
            <a:spAutoFit/>
          </a:bodyPr>
          <a:lstStyle/>
          <a:p>
            <a:r>
              <a:rPr lang="zh-CN" altLang="en-US" dirty="0">
                <a:solidFill>
                  <a:prstClr val="white">
                    <a:lumMod val="75000"/>
                  </a:prstClr>
                </a:solidFill>
              </a:rPr>
              <a:t>时间线</a:t>
            </a:r>
          </a:p>
        </p:txBody>
      </p:sp>
      <p:sp>
        <p:nvSpPr>
          <p:cNvPr id="113" name="矩形 112"/>
          <p:cNvSpPr/>
          <p:nvPr/>
        </p:nvSpPr>
        <p:spPr>
          <a:xfrm>
            <a:off x="10705771" y="538264"/>
            <a:ext cx="246287" cy="246287"/>
          </a:xfrm>
          <a:prstGeom prst="rect">
            <a:avLst/>
          </a:prstGeom>
          <a:solidFill>
            <a:srgbClr val="008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37" name="矩形 39"/>
          <p:cNvSpPr/>
          <p:nvPr/>
        </p:nvSpPr>
        <p:spPr>
          <a:xfrm>
            <a:off x="0" y="203088"/>
            <a:ext cx="1261884" cy="523220"/>
          </a:xfrm>
          <a:prstGeom prst="rect">
            <a:avLst/>
          </a:prstGeom>
          <a:noFill/>
        </p:spPr>
        <p:txBody>
          <a:bodyPr wrap="none" rtlCol="0">
            <a:spAutoFit/>
          </a:bodyPr>
          <a:lstStyle/>
          <a:p>
            <a:r>
              <a:rPr lang="zh-CN" altLang="en-US" sz="2800" b="1" dirty="0">
                <a:solidFill>
                  <a:schemeClr val="tx1">
                    <a:lumMod val="65000"/>
                    <a:lumOff val="35000"/>
                  </a:schemeClr>
                </a:solidFill>
              </a:rPr>
              <a:t>时间线</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60109446"/>
      </p:ext>
    </p:extLst>
  </p:cSld>
  <p:clrMapOvr>
    <a:masterClrMapping/>
  </p:clrMapOvr>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5"/>
          <p:cNvSpPr>
            <a:spLocks noChangeAspect="1"/>
          </p:cNvSpPr>
          <p:nvPr/>
        </p:nvSpPr>
        <p:spPr bwMode="auto">
          <a:xfrm>
            <a:off x="9101619" y="215272"/>
            <a:ext cx="991851" cy="1206006"/>
          </a:xfrm>
          <a:custGeom>
            <a:avLst/>
            <a:gdLst>
              <a:gd name="T0" fmla="*/ 457 w 907"/>
              <a:gd name="T1" fmla="*/ 1103 h 1103"/>
              <a:gd name="T2" fmla="*/ 6 w 907"/>
              <a:gd name="T3" fmla="*/ 451 h 1103"/>
              <a:gd name="T4" fmla="*/ 457 w 907"/>
              <a:gd name="T5" fmla="*/ 0 h 1103"/>
              <a:gd name="T6" fmla="*/ 907 w 907"/>
              <a:gd name="T7" fmla="*/ 451 h 1103"/>
              <a:gd name="T8" fmla="*/ 457 w 907"/>
              <a:gd name="T9" fmla="*/ 1103 h 1103"/>
            </a:gdLst>
            <a:ahLst/>
            <a:cxnLst>
              <a:cxn ang="0">
                <a:pos x="T0" y="T1"/>
              </a:cxn>
              <a:cxn ang="0">
                <a:pos x="T2" y="T3"/>
              </a:cxn>
              <a:cxn ang="0">
                <a:pos x="T4" y="T5"/>
              </a:cxn>
              <a:cxn ang="0">
                <a:pos x="T6" y="T7"/>
              </a:cxn>
              <a:cxn ang="0">
                <a:pos x="T8" y="T9"/>
              </a:cxn>
            </a:cxnLst>
            <a:rect l="0" t="0" r="r" b="b"/>
            <a:pathLst>
              <a:path w="907" h="1103">
                <a:moveTo>
                  <a:pt x="457" y="1103"/>
                </a:moveTo>
                <a:cubicBezTo>
                  <a:pt x="405" y="993"/>
                  <a:pt x="0" y="792"/>
                  <a:pt x="6" y="451"/>
                </a:cubicBezTo>
                <a:cubicBezTo>
                  <a:pt x="10" y="202"/>
                  <a:pt x="208" y="0"/>
                  <a:pt x="457" y="0"/>
                </a:cubicBezTo>
                <a:cubicBezTo>
                  <a:pt x="705" y="0"/>
                  <a:pt x="907" y="216"/>
                  <a:pt x="907" y="451"/>
                </a:cubicBezTo>
                <a:cubicBezTo>
                  <a:pt x="907" y="792"/>
                  <a:pt x="519" y="993"/>
                  <a:pt x="457" y="1103"/>
                </a:cubicBezTo>
              </a:path>
            </a:pathLst>
          </a:custGeom>
          <a:solidFill>
            <a:srgbClr val="B9BC37"/>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 name="Freeform 5"/>
          <p:cNvSpPr>
            <a:spLocks noChangeAspect="1"/>
          </p:cNvSpPr>
          <p:nvPr/>
        </p:nvSpPr>
        <p:spPr bwMode="auto">
          <a:xfrm>
            <a:off x="8081083" y="395620"/>
            <a:ext cx="1239814" cy="1507507"/>
          </a:xfrm>
          <a:custGeom>
            <a:avLst/>
            <a:gdLst>
              <a:gd name="T0" fmla="*/ 457 w 907"/>
              <a:gd name="T1" fmla="*/ 1103 h 1103"/>
              <a:gd name="T2" fmla="*/ 6 w 907"/>
              <a:gd name="T3" fmla="*/ 451 h 1103"/>
              <a:gd name="T4" fmla="*/ 457 w 907"/>
              <a:gd name="T5" fmla="*/ 0 h 1103"/>
              <a:gd name="T6" fmla="*/ 907 w 907"/>
              <a:gd name="T7" fmla="*/ 451 h 1103"/>
              <a:gd name="T8" fmla="*/ 457 w 907"/>
              <a:gd name="T9" fmla="*/ 1103 h 1103"/>
            </a:gdLst>
            <a:ahLst/>
            <a:cxnLst>
              <a:cxn ang="0">
                <a:pos x="T0" y="T1"/>
              </a:cxn>
              <a:cxn ang="0">
                <a:pos x="T2" y="T3"/>
              </a:cxn>
              <a:cxn ang="0">
                <a:pos x="T4" y="T5"/>
              </a:cxn>
              <a:cxn ang="0">
                <a:pos x="T6" y="T7"/>
              </a:cxn>
              <a:cxn ang="0">
                <a:pos x="T8" y="T9"/>
              </a:cxn>
            </a:cxnLst>
            <a:rect l="0" t="0" r="r" b="b"/>
            <a:pathLst>
              <a:path w="907" h="1103">
                <a:moveTo>
                  <a:pt x="457" y="1103"/>
                </a:moveTo>
                <a:cubicBezTo>
                  <a:pt x="405" y="993"/>
                  <a:pt x="0" y="792"/>
                  <a:pt x="6" y="451"/>
                </a:cubicBezTo>
                <a:cubicBezTo>
                  <a:pt x="10" y="202"/>
                  <a:pt x="208" y="0"/>
                  <a:pt x="457" y="0"/>
                </a:cubicBezTo>
                <a:cubicBezTo>
                  <a:pt x="705" y="0"/>
                  <a:pt x="907" y="216"/>
                  <a:pt x="907" y="451"/>
                </a:cubicBezTo>
                <a:cubicBezTo>
                  <a:pt x="907" y="792"/>
                  <a:pt x="519" y="993"/>
                  <a:pt x="457" y="1103"/>
                </a:cubicBezTo>
              </a:path>
            </a:pathLst>
          </a:custGeom>
          <a:solidFill>
            <a:srgbClr val="017572"/>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 name="Freeform 5"/>
          <p:cNvSpPr>
            <a:spLocks noChangeAspect="1"/>
          </p:cNvSpPr>
          <p:nvPr/>
        </p:nvSpPr>
        <p:spPr bwMode="auto">
          <a:xfrm>
            <a:off x="6758413" y="648695"/>
            <a:ext cx="1549768" cy="1884384"/>
          </a:xfrm>
          <a:custGeom>
            <a:avLst/>
            <a:gdLst>
              <a:gd name="T0" fmla="*/ 457 w 907"/>
              <a:gd name="T1" fmla="*/ 1103 h 1103"/>
              <a:gd name="T2" fmla="*/ 6 w 907"/>
              <a:gd name="T3" fmla="*/ 451 h 1103"/>
              <a:gd name="T4" fmla="*/ 457 w 907"/>
              <a:gd name="T5" fmla="*/ 0 h 1103"/>
              <a:gd name="T6" fmla="*/ 907 w 907"/>
              <a:gd name="T7" fmla="*/ 451 h 1103"/>
              <a:gd name="T8" fmla="*/ 457 w 907"/>
              <a:gd name="T9" fmla="*/ 1103 h 1103"/>
            </a:gdLst>
            <a:ahLst/>
            <a:cxnLst>
              <a:cxn ang="0">
                <a:pos x="T0" y="T1"/>
              </a:cxn>
              <a:cxn ang="0">
                <a:pos x="T2" y="T3"/>
              </a:cxn>
              <a:cxn ang="0">
                <a:pos x="T4" y="T5"/>
              </a:cxn>
              <a:cxn ang="0">
                <a:pos x="T6" y="T7"/>
              </a:cxn>
              <a:cxn ang="0">
                <a:pos x="T8" y="T9"/>
              </a:cxn>
            </a:cxnLst>
            <a:rect l="0" t="0" r="r" b="b"/>
            <a:pathLst>
              <a:path w="907" h="1103">
                <a:moveTo>
                  <a:pt x="457" y="1103"/>
                </a:moveTo>
                <a:cubicBezTo>
                  <a:pt x="405" y="993"/>
                  <a:pt x="0" y="792"/>
                  <a:pt x="6" y="451"/>
                </a:cubicBezTo>
                <a:cubicBezTo>
                  <a:pt x="10" y="202"/>
                  <a:pt x="208" y="0"/>
                  <a:pt x="457" y="0"/>
                </a:cubicBezTo>
                <a:cubicBezTo>
                  <a:pt x="705" y="0"/>
                  <a:pt x="907" y="216"/>
                  <a:pt x="907" y="451"/>
                </a:cubicBezTo>
                <a:cubicBezTo>
                  <a:pt x="907" y="792"/>
                  <a:pt x="519" y="993"/>
                  <a:pt x="457" y="1103"/>
                </a:cubicBezTo>
              </a:path>
            </a:pathLst>
          </a:custGeom>
          <a:solidFill>
            <a:srgbClr val="F1B92E"/>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 name="Freeform 5"/>
          <p:cNvSpPr>
            <a:spLocks noChangeAspect="1"/>
          </p:cNvSpPr>
          <p:nvPr/>
        </p:nvSpPr>
        <p:spPr bwMode="auto">
          <a:xfrm>
            <a:off x="5084598" y="1002011"/>
            <a:ext cx="1937210" cy="2355480"/>
          </a:xfrm>
          <a:custGeom>
            <a:avLst/>
            <a:gdLst>
              <a:gd name="T0" fmla="*/ 457 w 907"/>
              <a:gd name="T1" fmla="*/ 1103 h 1103"/>
              <a:gd name="T2" fmla="*/ 6 w 907"/>
              <a:gd name="T3" fmla="*/ 451 h 1103"/>
              <a:gd name="T4" fmla="*/ 457 w 907"/>
              <a:gd name="T5" fmla="*/ 0 h 1103"/>
              <a:gd name="T6" fmla="*/ 907 w 907"/>
              <a:gd name="T7" fmla="*/ 451 h 1103"/>
              <a:gd name="T8" fmla="*/ 457 w 907"/>
              <a:gd name="T9" fmla="*/ 1103 h 1103"/>
            </a:gdLst>
            <a:ahLst/>
            <a:cxnLst>
              <a:cxn ang="0">
                <a:pos x="T0" y="T1"/>
              </a:cxn>
              <a:cxn ang="0">
                <a:pos x="T2" y="T3"/>
              </a:cxn>
              <a:cxn ang="0">
                <a:pos x="T4" y="T5"/>
              </a:cxn>
              <a:cxn ang="0">
                <a:pos x="T6" y="T7"/>
              </a:cxn>
              <a:cxn ang="0">
                <a:pos x="T8" y="T9"/>
              </a:cxn>
            </a:cxnLst>
            <a:rect l="0" t="0" r="r" b="b"/>
            <a:pathLst>
              <a:path w="907" h="1103">
                <a:moveTo>
                  <a:pt x="457" y="1103"/>
                </a:moveTo>
                <a:cubicBezTo>
                  <a:pt x="405" y="993"/>
                  <a:pt x="0" y="792"/>
                  <a:pt x="6" y="451"/>
                </a:cubicBezTo>
                <a:cubicBezTo>
                  <a:pt x="10" y="202"/>
                  <a:pt x="208" y="0"/>
                  <a:pt x="457" y="0"/>
                </a:cubicBezTo>
                <a:cubicBezTo>
                  <a:pt x="705" y="0"/>
                  <a:pt x="907" y="216"/>
                  <a:pt x="907" y="451"/>
                </a:cubicBezTo>
                <a:cubicBezTo>
                  <a:pt x="907" y="792"/>
                  <a:pt x="519" y="993"/>
                  <a:pt x="457" y="1103"/>
                </a:cubicBezTo>
              </a:path>
            </a:pathLst>
          </a:custGeom>
          <a:solidFill>
            <a:srgbClr val="DB4B29"/>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 name="Freeform 13"/>
          <p:cNvSpPr>
            <a:spLocks/>
          </p:cNvSpPr>
          <p:nvPr/>
        </p:nvSpPr>
        <p:spPr bwMode="auto">
          <a:xfrm>
            <a:off x="-1" y="1"/>
            <a:ext cx="12192001" cy="6858000"/>
          </a:xfrm>
          <a:custGeom>
            <a:avLst/>
            <a:gdLst>
              <a:gd name="T0" fmla="*/ 6496 w 6501"/>
              <a:gd name="T1" fmla="*/ 0 h 4018"/>
              <a:gd name="T2" fmla="*/ 0 w 6501"/>
              <a:gd name="T3" fmla="*/ 3957 h 4018"/>
              <a:gd name="T4" fmla="*/ 5 w 6501"/>
              <a:gd name="T5" fmla="*/ 4018 h 4018"/>
              <a:gd name="T6" fmla="*/ 6501 w 6501"/>
              <a:gd name="T7" fmla="*/ 7 h 4018"/>
              <a:gd name="T8" fmla="*/ 6496 w 6501"/>
              <a:gd name="T9" fmla="*/ 0 h 4018"/>
            </a:gdLst>
            <a:ahLst/>
            <a:cxnLst>
              <a:cxn ang="0">
                <a:pos x="T0" y="T1"/>
              </a:cxn>
              <a:cxn ang="0">
                <a:pos x="T2" y="T3"/>
              </a:cxn>
              <a:cxn ang="0">
                <a:pos x="T4" y="T5"/>
              </a:cxn>
              <a:cxn ang="0">
                <a:pos x="T6" y="T7"/>
              </a:cxn>
              <a:cxn ang="0">
                <a:pos x="T8" y="T9"/>
              </a:cxn>
            </a:cxnLst>
            <a:rect l="0" t="0" r="r" b="b"/>
            <a:pathLst>
              <a:path w="6501" h="4018">
                <a:moveTo>
                  <a:pt x="6496" y="0"/>
                </a:moveTo>
                <a:lnTo>
                  <a:pt x="0" y="3957"/>
                </a:lnTo>
                <a:lnTo>
                  <a:pt x="5" y="4018"/>
                </a:lnTo>
                <a:lnTo>
                  <a:pt x="6501" y="7"/>
                </a:lnTo>
                <a:lnTo>
                  <a:pt x="6496"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7" name="Group 8"/>
          <p:cNvGrpSpPr>
            <a:grpSpLocks noChangeAspect="1"/>
          </p:cNvGrpSpPr>
          <p:nvPr/>
        </p:nvGrpSpPr>
        <p:grpSpPr bwMode="auto">
          <a:xfrm>
            <a:off x="3956574" y="4423792"/>
            <a:ext cx="426086" cy="111199"/>
            <a:chOff x="0" y="0"/>
            <a:chExt cx="438150" cy="114300"/>
          </a:xfrm>
          <a:solidFill>
            <a:srgbClr val="DF9E40"/>
          </a:solidFill>
        </p:grpSpPr>
        <p:sp>
          <p:nvSpPr>
            <p:cNvPr id="8" name="同心圆 4"/>
            <p:cNvSpPr>
              <a:spLocks noChangeArrowheads="1"/>
            </p:cNvSpPr>
            <p:nvPr/>
          </p:nvSpPr>
          <p:spPr bwMode="auto">
            <a:xfrm>
              <a:off x="0" y="0"/>
              <a:ext cx="438150" cy="114300"/>
            </a:xfrm>
            <a:custGeom>
              <a:avLst/>
              <a:gdLst>
                <a:gd name="G0" fmla="+- 5400 0 0"/>
                <a:gd name="G1" fmla="+- 21600 0 5400"/>
                <a:gd name="G2" fmla="+- 21600 0 5400"/>
                <a:gd name="G3" fmla="*/ G0 2929 10000"/>
                <a:gd name="G4" fmla="+- 21600 0 G3"/>
                <a:gd name="G5" fmla="+- 21600 0 G3"/>
                <a:gd name="T0" fmla="*/ 10800 w 21600"/>
                <a:gd name="T1" fmla="*/ 0 h 21600"/>
                <a:gd name="T2" fmla="*/ 3163 w 21600"/>
                <a:gd name="T3" fmla="*/ 3163 h 21600"/>
                <a:gd name="T4" fmla="*/ 0 w 21600"/>
                <a:gd name="T5" fmla="*/ 10800 h 21600"/>
                <a:gd name="T6" fmla="*/ 3163 w 21600"/>
                <a:gd name="T7" fmla="*/ 18437 h 21600"/>
                <a:gd name="T8" fmla="*/ 10800 w 21600"/>
                <a:gd name="T9" fmla="*/ 21600 h 21600"/>
                <a:gd name="T10" fmla="*/ 18437 w 21600"/>
                <a:gd name="T11" fmla="*/ 18437 h 21600"/>
                <a:gd name="T12" fmla="*/ 21600 w 21600"/>
                <a:gd name="T13" fmla="*/ 10800 h 21600"/>
                <a:gd name="T14" fmla="*/ 18437 w 21600"/>
                <a:gd name="T15" fmla="*/ 3163 h 21600"/>
                <a:gd name="T16" fmla="*/ 3163 w 21600"/>
                <a:gd name="T17" fmla="*/ 3163 h 21600"/>
                <a:gd name="T18" fmla="*/ 18437 w 21600"/>
                <a:gd name="T19" fmla="*/ 18437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grpFill/>
            <a:ln>
              <a:noFill/>
            </a:ln>
            <a:extLst>
              <a:ext uri="{91240B29-F687-4F45-9708-019B960494DF}">
                <a14:hiddenLine xmlns:a14="http://schemas.microsoft.com/office/drawing/2010/main" w="12700" cap="flat" cmpd="sng">
                  <a:solidFill>
                    <a:srgbClr val="42719B"/>
                  </a:solidFill>
                  <a:bevel/>
                  <a:headEnd/>
                  <a:tailEnd/>
                </a14:hiddenLine>
              </a:ext>
            </a:extLst>
          </p:spPr>
          <p:txBody>
            <a:bodyPr anchor="ctr"/>
            <a:lstStyle/>
            <a:p>
              <a:pPr algn="ctr"/>
              <a:endParaRPr lang="zh-CN" altLang="zh-CN" sz="1799"/>
            </a:p>
          </p:txBody>
        </p:sp>
        <p:sp>
          <p:nvSpPr>
            <p:cNvPr id="9" name="椭圆 5"/>
            <p:cNvSpPr>
              <a:spLocks noChangeArrowheads="1"/>
            </p:cNvSpPr>
            <p:nvPr/>
          </p:nvSpPr>
          <p:spPr bwMode="auto">
            <a:xfrm>
              <a:off x="129075" y="39150"/>
              <a:ext cx="180000" cy="36000"/>
            </a:xfrm>
            <a:prstGeom prst="ellipse">
              <a:avLst/>
            </a:prstGeom>
            <a:grpFill/>
            <a:ln>
              <a:noFill/>
            </a:ln>
            <a:extLst>
              <a:ext uri="{91240B29-F687-4F45-9708-019B960494DF}">
                <a14:hiddenLine xmlns:a14="http://schemas.microsoft.com/office/drawing/2010/main" w="12700" cap="flat" cmpd="sng">
                  <a:solidFill>
                    <a:srgbClr val="42719B"/>
                  </a:solidFill>
                  <a:bevel/>
                  <a:headEnd/>
                  <a:tailEnd/>
                </a14:hiddenLine>
              </a:ext>
            </a:extLst>
          </p:spPr>
          <p:txBody>
            <a:bodyPr anchor="ctr"/>
            <a:lstStyle/>
            <a:p>
              <a:pPr algn="ctr"/>
              <a:endParaRPr lang="zh-CN" altLang="zh-CN" sz="1799">
                <a:solidFill>
                  <a:srgbClr val="FFFFFF"/>
                </a:solidFill>
              </a:endParaRPr>
            </a:p>
          </p:txBody>
        </p:sp>
      </p:grpSp>
      <p:sp>
        <p:nvSpPr>
          <p:cNvPr id="10" name="Freeform 5"/>
          <p:cNvSpPr>
            <a:spLocks noChangeAspect="1"/>
          </p:cNvSpPr>
          <p:nvPr/>
        </p:nvSpPr>
        <p:spPr bwMode="auto">
          <a:xfrm>
            <a:off x="2958861" y="1448048"/>
            <a:ext cx="2421512" cy="2944350"/>
          </a:xfrm>
          <a:custGeom>
            <a:avLst/>
            <a:gdLst>
              <a:gd name="T0" fmla="*/ 457 w 907"/>
              <a:gd name="T1" fmla="*/ 1103 h 1103"/>
              <a:gd name="T2" fmla="*/ 6 w 907"/>
              <a:gd name="T3" fmla="*/ 451 h 1103"/>
              <a:gd name="T4" fmla="*/ 457 w 907"/>
              <a:gd name="T5" fmla="*/ 0 h 1103"/>
              <a:gd name="T6" fmla="*/ 907 w 907"/>
              <a:gd name="T7" fmla="*/ 451 h 1103"/>
              <a:gd name="T8" fmla="*/ 457 w 907"/>
              <a:gd name="T9" fmla="*/ 1103 h 1103"/>
            </a:gdLst>
            <a:ahLst/>
            <a:cxnLst>
              <a:cxn ang="0">
                <a:pos x="T0" y="T1"/>
              </a:cxn>
              <a:cxn ang="0">
                <a:pos x="T2" y="T3"/>
              </a:cxn>
              <a:cxn ang="0">
                <a:pos x="T4" y="T5"/>
              </a:cxn>
              <a:cxn ang="0">
                <a:pos x="T6" y="T7"/>
              </a:cxn>
              <a:cxn ang="0">
                <a:pos x="T8" y="T9"/>
              </a:cxn>
            </a:cxnLst>
            <a:rect l="0" t="0" r="r" b="b"/>
            <a:pathLst>
              <a:path w="907" h="1103">
                <a:moveTo>
                  <a:pt x="457" y="1103"/>
                </a:moveTo>
                <a:cubicBezTo>
                  <a:pt x="405" y="993"/>
                  <a:pt x="0" y="792"/>
                  <a:pt x="6" y="451"/>
                </a:cubicBezTo>
                <a:cubicBezTo>
                  <a:pt x="10" y="202"/>
                  <a:pt x="208" y="0"/>
                  <a:pt x="457" y="0"/>
                </a:cubicBezTo>
                <a:cubicBezTo>
                  <a:pt x="705" y="0"/>
                  <a:pt x="907" y="216"/>
                  <a:pt x="907" y="451"/>
                </a:cubicBezTo>
                <a:cubicBezTo>
                  <a:pt x="907" y="792"/>
                  <a:pt x="519" y="993"/>
                  <a:pt x="457" y="1103"/>
                </a:cubicBezTo>
              </a:path>
            </a:pathLst>
          </a:custGeom>
          <a:solidFill>
            <a:srgbClr val="DF9E40"/>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14" name="Group 8"/>
          <p:cNvGrpSpPr>
            <a:grpSpLocks/>
          </p:cNvGrpSpPr>
          <p:nvPr/>
        </p:nvGrpSpPr>
        <p:grpSpPr bwMode="auto">
          <a:xfrm>
            <a:off x="1771539" y="5602190"/>
            <a:ext cx="532608" cy="138999"/>
            <a:chOff x="0" y="0"/>
            <a:chExt cx="438150" cy="114300"/>
          </a:xfrm>
          <a:solidFill>
            <a:srgbClr val="593ECA"/>
          </a:solidFill>
        </p:grpSpPr>
        <p:sp>
          <p:nvSpPr>
            <p:cNvPr id="15" name="同心圆 4"/>
            <p:cNvSpPr>
              <a:spLocks noChangeArrowheads="1"/>
            </p:cNvSpPr>
            <p:nvPr/>
          </p:nvSpPr>
          <p:spPr bwMode="auto">
            <a:xfrm>
              <a:off x="0" y="0"/>
              <a:ext cx="438150" cy="114300"/>
            </a:xfrm>
            <a:custGeom>
              <a:avLst/>
              <a:gdLst>
                <a:gd name="G0" fmla="+- 5400 0 0"/>
                <a:gd name="G1" fmla="+- 21600 0 5400"/>
                <a:gd name="G2" fmla="+- 21600 0 5400"/>
                <a:gd name="G3" fmla="*/ G0 2929 10000"/>
                <a:gd name="G4" fmla="+- 21600 0 G3"/>
                <a:gd name="G5" fmla="+- 21600 0 G3"/>
                <a:gd name="T0" fmla="*/ 10800 w 21600"/>
                <a:gd name="T1" fmla="*/ 0 h 21600"/>
                <a:gd name="T2" fmla="*/ 3163 w 21600"/>
                <a:gd name="T3" fmla="*/ 3163 h 21600"/>
                <a:gd name="T4" fmla="*/ 0 w 21600"/>
                <a:gd name="T5" fmla="*/ 10800 h 21600"/>
                <a:gd name="T6" fmla="*/ 3163 w 21600"/>
                <a:gd name="T7" fmla="*/ 18437 h 21600"/>
                <a:gd name="T8" fmla="*/ 10800 w 21600"/>
                <a:gd name="T9" fmla="*/ 21600 h 21600"/>
                <a:gd name="T10" fmla="*/ 18437 w 21600"/>
                <a:gd name="T11" fmla="*/ 18437 h 21600"/>
                <a:gd name="T12" fmla="*/ 21600 w 21600"/>
                <a:gd name="T13" fmla="*/ 10800 h 21600"/>
                <a:gd name="T14" fmla="*/ 18437 w 21600"/>
                <a:gd name="T15" fmla="*/ 3163 h 21600"/>
                <a:gd name="T16" fmla="*/ 3163 w 21600"/>
                <a:gd name="T17" fmla="*/ 3163 h 21600"/>
                <a:gd name="T18" fmla="*/ 18437 w 21600"/>
                <a:gd name="T19" fmla="*/ 18437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grpFill/>
            <a:ln>
              <a:noFill/>
            </a:ln>
            <a:extLst>
              <a:ext uri="{91240B29-F687-4F45-9708-019B960494DF}">
                <a14:hiddenLine xmlns:a14="http://schemas.microsoft.com/office/drawing/2010/main" w="12700" cap="flat" cmpd="sng">
                  <a:solidFill>
                    <a:srgbClr val="42719B"/>
                  </a:solidFill>
                  <a:bevel/>
                  <a:headEnd/>
                  <a:tailEnd/>
                </a14:hiddenLine>
              </a:ext>
            </a:extLst>
          </p:spPr>
          <p:txBody>
            <a:bodyPr anchor="ctr"/>
            <a:lstStyle/>
            <a:p>
              <a:pPr algn="ctr"/>
              <a:endParaRPr lang="zh-CN" altLang="zh-CN" sz="1799"/>
            </a:p>
          </p:txBody>
        </p:sp>
        <p:sp>
          <p:nvSpPr>
            <p:cNvPr id="16" name="椭圆 5"/>
            <p:cNvSpPr>
              <a:spLocks noChangeArrowheads="1"/>
            </p:cNvSpPr>
            <p:nvPr/>
          </p:nvSpPr>
          <p:spPr bwMode="auto">
            <a:xfrm>
              <a:off x="129075" y="39150"/>
              <a:ext cx="180000" cy="36000"/>
            </a:xfrm>
            <a:prstGeom prst="ellipse">
              <a:avLst/>
            </a:prstGeom>
            <a:grpFill/>
            <a:ln>
              <a:noFill/>
            </a:ln>
            <a:extLst>
              <a:ext uri="{91240B29-F687-4F45-9708-019B960494DF}">
                <a14:hiddenLine xmlns:a14="http://schemas.microsoft.com/office/drawing/2010/main" w="12700" cap="flat" cmpd="sng">
                  <a:solidFill>
                    <a:srgbClr val="42719B"/>
                  </a:solidFill>
                  <a:bevel/>
                  <a:headEnd/>
                  <a:tailEnd/>
                </a14:hiddenLine>
              </a:ext>
            </a:extLst>
          </p:spPr>
          <p:txBody>
            <a:bodyPr anchor="ctr"/>
            <a:lstStyle/>
            <a:p>
              <a:pPr algn="ctr"/>
              <a:endParaRPr lang="zh-CN" altLang="zh-CN" sz="1799">
                <a:solidFill>
                  <a:srgbClr val="FFFFFF"/>
                </a:solidFill>
              </a:endParaRPr>
            </a:p>
          </p:txBody>
        </p:sp>
      </p:grpSp>
      <p:sp>
        <p:nvSpPr>
          <p:cNvPr id="17" name="Freeform 5"/>
          <p:cNvSpPr>
            <a:spLocks/>
          </p:cNvSpPr>
          <p:nvPr/>
        </p:nvSpPr>
        <p:spPr bwMode="auto">
          <a:xfrm>
            <a:off x="524398" y="1903127"/>
            <a:ext cx="3026890" cy="3680438"/>
          </a:xfrm>
          <a:custGeom>
            <a:avLst/>
            <a:gdLst>
              <a:gd name="T0" fmla="*/ 457 w 907"/>
              <a:gd name="T1" fmla="*/ 1103 h 1103"/>
              <a:gd name="T2" fmla="*/ 6 w 907"/>
              <a:gd name="T3" fmla="*/ 451 h 1103"/>
              <a:gd name="T4" fmla="*/ 457 w 907"/>
              <a:gd name="T5" fmla="*/ 0 h 1103"/>
              <a:gd name="T6" fmla="*/ 907 w 907"/>
              <a:gd name="T7" fmla="*/ 451 h 1103"/>
              <a:gd name="T8" fmla="*/ 457 w 907"/>
              <a:gd name="T9" fmla="*/ 1103 h 1103"/>
            </a:gdLst>
            <a:ahLst/>
            <a:cxnLst>
              <a:cxn ang="0">
                <a:pos x="T0" y="T1"/>
              </a:cxn>
              <a:cxn ang="0">
                <a:pos x="T2" y="T3"/>
              </a:cxn>
              <a:cxn ang="0">
                <a:pos x="T4" y="T5"/>
              </a:cxn>
              <a:cxn ang="0">
                <a:pos x="T6" y="T7"/>
              </a:cxn>
              <a:cxn ang="0">
                <a:pos x="T8" y="T9"/>
              </a:cxn>
            </a:cxnLst>
            <a:rect l="0" t="0" r="r" b="b"/>
            <a:pathLst>
              <a:path w="907" h="1103">
                <a:moveTo>
                  <a:pt x="457" y="1103"/>
                </a:moveTo>
                <a:cubicBezTo>
                  <a:pt x="405" y="993"/>
                  <a:pt x="0" y="792"/>
                  <a:pt x="6" y="451"/>
                </a:cubicBezTo>
                <a:cubicBezTo>
                  <a:pt x="10" y="202"/>
                  <a:pt x="208" y="0"/>
                  <a:pt x="457" y="0"/>
                </a:cubicBezTo>
                <a:cubicBezTo>
                  <a:pt x="705" y="0"/>
                  <a:pt x="907" y="216"/>
                  <a:pt x="907" y="451"/>
                </a:cubicBezTo>
                <a:cubicBezTo>
                  <a:pt x="907" y="792"/>
                  <a:pt x="519" y="993"/>
                  <a:pt x="457" y="1103"/>
                </a:cubicBezTo>
              </a:path>
            </a:pathLst>
          </a:custGeom>
          <a:solidFill>
            <a:srgbClr val="5F54A3"/>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 name="矩形 17"/>
          <p:cNvSpPr/>
          <p:nvPr/>
        </p:nvSpPr>
        <p:spPr>
          <a:xfrm>
            <a:off x="1771539" y="5888760"/>
            <a:ext cx="5157725" cy="757130"/>
          </a:xfrm>
          <a:prstGeom prst="rect">
            <a:avLst/>
          </a:prstGeom>
        </p:spPr>
        <p:txBody>
          <a:bodyPr wrap="square">
            <a:spAutoFit/>
          </a:bodyPr>
          <a:lstStyle/>
          <a:p>
            <a:pPr marL="285750" indent="-285750" algn="just">
              <a:lnSpc>
                <a:spcPct val="120000"/>
              </a:lnSpc>
              <a:buFont typeface="Wingdings" panose="05000000000000000000" pitchFamily="2" charset="2"/>
              <a:buChar char="n"/>
            </a:pPr>
            <a:r>
              <a:rPr lang="zh-CN" altLang="en-US" dirty="0">
                <a:solidFill>
                  <a:schemeClr val="tx1">
                    <a:lumMod val="65000"/>
                    <a:lumOff val="35000"/>
                  </a:schemeClr>
                </a:solidFill>
                <a:latin typeface="Adobe 黑体 Std R" pitchFamily="34" charset="-122"/>
                <a:ea typeface="Adobe 黑体 Std R" pitchFamily="34" charset="-122"/>
              </a:rPr>
              <a:t>添加内容添加内容</a:t>
            </a:r>
            <a:endParaRPr lang="en-US" altLang="zh-CN" dirty="0">
              <a:solidFill>
                <a:schemeClr val="tx1">
                  <a:lumMod val="65000"/>
                  <a:lumOff val="35000"/>
                </a:schemeClr>
              </a:solidFill>
              <a:latin typeface="Adobe 黑体 Std R" pitchFamily="34" charset="-122"/>
              <a:ea typeface="Adobe 黑体 Std R" pitchFamily="34" charset="-122"/>
            </a:endParaRPr>
          </a:p>
          <a:p>
            <a:pPr marL="285750" indent="-285750" algn="just">
              <a:lnSpc>
                <a:spcPct val="120000"/>
              </a:lnSpc>
              <a:buFont typeface="Wingdings" panose="05000000000000000000" pitchFamily="2" charset="2"/>
              <a:buChar char="n"/>
            </a:pPr>
            <a:r>
              <a:rPr lang="zh-CN" altLang="en-US" dirty="0">
                <a:solidFill>
                  <a:schemeClr val="tx1">
                    <a:lumMod val="65000"/>
                    <a:lumOff val="35000"/>
                  </a:schemeClr>
                </a:solidFill>
                <a:latin typeface="Adobe 黑体 Std R" pitchFamily="34" charset="-122"/>
                <a:ea typeface="Adobe 黑体 Std R" pitchFamily="34" charset="-122"/>
              </a:rPr>
              <a:t>添加内容添加内容添加内容</a:t>
            </a:r>
            <a:endParaRPr lang="en-US" altLang="zh-CN" dirty="0">
              <a:solidFill>
                <a:schemeClr val="tx1">
                  <a:lumMod val="65000"/>
                  <a:lumOff val="35000"/>
                </a:schemeClr>
              </a:solidFill>
              <a:latin typeface="Adobe 黑体 Std R" pitchFamily="34" charset="-122"/>
              <a:ea typeface="Adobe 黑体 Std R" pitchFamily="34" charset="-122"/>
            </a:endParaRPr>
          </a:p>
        </p:txBody>
      </p:sp>
      <p:grpSp>
        <p:nvGrpSpPr>
          <p:cNvPr id="19" name="Group 8"/>
          <p:cNvGrpSpPr>
            <a:grpSpLocks noChangeAspect="1"/>
          </p:cNvGrpSpPr>
          <p:nvPr/>
        </p:nvGrpSpPr>
        <p:grpSpPr bwMode="auto">
          <a:xfrm>
            <a:off x="5882769" y="3384521"/>
            <a:ext cx="340869" cy="88959"/>
            <a:chOff x="0" y="0"/>
            <a:chExt cx="438150" cy="114300"/>
          </a:xfrm>
          <a:solidFill>
            <a:srgbClr val="DB4B29"/>
          </a:solidFill>
        </p:grpSpPr>
        <p:sp>
          <p:nvSpPr>
            <p:cNvPr id="20" name="同心圆 4"/>
            <p:cNvSpPr>
              <a:spLocks noChangeArrowheads="1"/>
            </p:cNvSpPr>
            <p:nvPr/>
          </p:nvSpPr>
          <p:spPr bwMode="auto">
            <a:xfrm>
              <a:off x="0" y="0"/>
              <a:ext cx="438150" cy="114300"/>
            </a:xfrm>
            <a:custGeom>
              <a:avLst/>
              <a:gdLst>
                <a:gd name="G0" fmla="+- 5400 0 0"/>
                <a:gd name="G1" fmla="+- 21600 0 5400"/>
                <a:gd name="G2" fmla="+- 21600 0 5400"/>
                <a:gd name="G3" fmla="*/ G0 2929 10000"/>
                <a:gd name="G4" fmla="+- 21600 0 G3"/>
                <a:gd name="G5" fmla="+- 21600 0 G3"/>
                <a:gd name="T0" fmla="*/ 10800 w 21600"/>
                <a:gd name="T1" fmla="*/ 0 h 21600"/>
                <a:gd name="T2" fmla="*/ 3163 w 21600"/>
                <a:gd name="T3" fmla="*/ 3163 h 21600"/>
                <a:gd name="T4" fmla="*/ 0 w 21600"/>
                <a:gd name="T5" fmla="*/ 10800 h 21600"/>
                <a:gd name="T6" fmla="*/ 3163 w 21600"/>
                <a:gd name="T7" fmla="*/ 18437 h 21600"/>
                <a:gd name="T8" fmla="*/ 10800 w 21600"/>
                <a:gd name="T9" fmla="*/ 21600 h 21600"/>
                <a:gd name="T10" fmla="*/ 18437 w 21600"/>
                <a:gd name="T11" fmla="*/ 18437 h 21600"/>
                <a:gd name="T12" fmla="*/ 21600 w 21600"/>
                <a:gd name="T13" fmla="*/ 10800 h 21600"/>
                <a:gd name="T14" fmla="*/ 18437 w 21600"/>
                <a:gd name="T15" fmla="*/ 3163 h 21600"/>
                <a:gd name="T16" fmla="*/ 3163 w 21600"/>
                <a:gd name="T17" fmla="*/ 3163 h 21600"/>
                <a:gd name="T18" fmla="*/ 18437 w 21600"/>
                <a:gd name="T19" fmla="*/ 18437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grpFill/>
            <a:ln>
              <a:noFill/>
            </a:ln>
            <a:extLst>
              <a:ext uri="{91240B29-F687-4F45-9708-019B960494DF}">
                <a14:hiddenLine xmlns:a14="http://schemas.microsoft.com/office/drawing/2010/main" w="12700" cap="flat" cmpd="sng">
                  <a:solidFill>
                    <a:srgbClr val="42719B"/>
                  </a:solidFill>
                  <a:bevel/>
                  <a:headEnd/>
                  <a:tailEnd/>
                </a14:hiddenLine>
              </a:ext>
            </a:extLst>
          </p:spPr>
          <p:txBody>
            <a:bodyPr anchor="ctr"/>
            <a:lstStyle/>
            <a:p>
              <a:pPr algn="ctr"/>
              <a:endParaRPr lang="zh-CN" altLang="zh-CN" sz="1799"/>
            </a:p>
          </p:txBody>
        </p:sp>
        <p:sp>
          <p:nvSpPr>
            <p:cNvPr id="21" name="椭圆 5"/>
            <p:cNvSpPr>
              <a:spLocks noChangeArrowheads="1"/>
            </p:cNvSpPr>
            <p:nvPr/>
          </p:nvSpPr>
          <p:spPr bwMode="auto">
            <a:xfrm>
              <a:off x="129075" y="39150"/>
              <a:ext cx="180000" cy="36000"/>
            </a:xfrm>
            <a:prstGeom prst="ellipse">
              <a:avLst/>
            </a:prstGeom>
            <a:grpFill/>
            <a:ln>
              <a:noFill/>
            </a:ln>
            <a:extLst>
              <a:ext uri="{91240B29-F687-4F45-9708-019B960494DF}">
                <a14:hiddenLine xmlns:a14="http://schemas.microsoft.com/office/drawing/2010/main" w="12700" cap="flat" cmpd="sng">
                  <a:solidFill>
                    <a:srgbClr val="42719B"/>
                  </a:solidFill>
                  <a:bevel/>
                  <a:headEnd/>
                  <a:tailEnd/>
                </a14:hiddenLine>
              </a:ext>
            </a:extLst>
          </p:spPr>
          <p:txBody>
            <a:bodyPr anchor="ctr"/>
            <a:lstStyle/>
            <a:p>
              <a:pPr algn="ctr"/>
              <a:endParaRPr lang="zh-CN" altLang="zh-CN" sz="1799">
                <a:solidFill>
                  <a:srgbClr val="FFFFFF"/>
                </a:solidFill>
              </a:endParaRPr>
            </a:p>
          </p:txBody>
        </p:sp>
      </p:grpSp>
      <p:grpSp>
        <p:nvGrpSpPr>
          <p:cNvPr id="22" name="Group 8"/>
          <p:cNvGrpSpPr>
            <a:grpSpLocks noChangeAspect="1"/>
          </p:cNvGrpSpPr>
          <p:nvPr/>
        </p:nvGrpSpPr>
        <p:grpSpPr bwMode="auto">
          <a:xfrm>
            <a:off x="7396950" y="2561604"/>
            <a:ext cx="272695" cy="71167"/>
            <a:chOff x="0" y="0"/>
            <a:chExt cx="438150" cy="114300"/>
          </a:xfrm>
          <a:solidFill>
            <a:srgbClr val="F1B92E"/>
          </a:solidFill>
        </p:grpSpPr>
        <p:sp>
          <p:nvSpPr>
            <p:cNvPr id="23" name="同心圆 4"/>
            <p:cNvSpPr>
              <a:spLocks noChangeArrowheads="1"/>
            </p:cNvSpPr>
            <p:nvPr/>
          </p:nvSpPr>
          <p:spPr bwMode="auto">
            <a:xfrm>
              <a:off x="0" y="0"/>
              <a:ext cx="438150" cy="114300"/>
            </a:xfrm>
            <a:custGeom>
              <a:avLst/>
              <a:gdLst>
                <a:gd name="G0" fmla="+- 5400 0 0"/>
                <a:gd name="G1" fmla="+- 21600 0 5400"/>
                <a:gd name="G2" fmla="+- 21600 0 5400"/>
                <a:gd name="G3" fmla="*/ G0 2929 10000"/>
                <a:gd name="G4" fmla="+- 21600 0 G3"/>
                <a:gd name="G5" fmla="+- 21600 0 G3"/>
                <a:gd name="T0" fmla="*/ 10800 w 21600"/>
                <a:gd name="T1" fmla="*/ 0 h 21600"/>
                <a:gd name="T2" fmla="*/ 3163 w 21600"/>
                <a:gd name="T3" fmla="*/ 3163 h 21600"/>
                <a:gd name="T4" fmla="*/ 0 w 21600"/>
                <a:gd name="T5" fmla="*/ 10800 h 21600"/>
                <a:gd name="T6" fmla="*/ 3163 w 21600"/>
                <a:gd name="T7" fmla="*/ 18437 h 21600"/>
                <a:gd name="T8" fmla="*/ 10800 w 21600"/>
                <a:gd name="T9" fmla="*/ 21600 h 21600"/>
                <a:gd name="T10" fmla="*/ 18437 w 21600"/>
                <a:gd name="T11" fmla="*/ 18437 h 21600"/>
                <a:gd name="T12" fmla="*/ 21600 w 21600"/>
                <a:gd name="T13" fmla="*/ 10800 h 21600"/>
                <a:gd name="T14" fmla="*/ 18437 w 21600"/>
                <a:gd name="T15" fmla="*/ 3163 h 21600"/>
                <a:gd name="T16" fmla="*/ 3163 w 21600"/>
                <a:gd name="T17" fmla="*/ 3163 h 21600"/>
                <a:gd name="T18" fmla="*/ 18437 w 21600"/>
                <a:gd name="T19" fmla="*/ 18437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grpFill/>
            <a:ln>
              <a:noFill/>
            </a:ln>
            <a:extLst>
              <a:ext uri="{91240B29-F687-4F45-9708-019B960494DF}">
                <a14:hiddenLine xmlns:a14="http://schemas.microsoft.com/office/drawing/2010/main" w="12700" cap="flat" cmpd="sng">
                  <a:solidFill>
                    <a:srgbClr val="42719B"/>
                  </a:solidFill>
                  <a:bevel/>
                  <a:headEnd/>
                  <a:tailEnd/>
                </a14:hiddenLine>
              </a:ext>
            </a:extLst>
          </p:spPr>
          <p:txBody>
            <a:bodyPr anchor="ctr"/>
            <a:lstStyle/>
            <a:p>
              <a:pPr algn="ctr"/>
              <a:endParaRPr lang="zh-CN" altLang="zh-CN" sz="1799"/>
            </a:p>
          </p:txBody>
        </p:sp>
        <p:sp>
          <p:nvSpPr>
            <p:cNvPr id="24" name="椭圆 5"/>
            <p:cNvSpPr>
              <a:spLocks noChangeArrowheads="1"/>
            </p:cNvSpPr>
            <p:nvPr/>
          </p:nvSpPr>
          <p:spPr bwMode="auto">
            <a:xfrm>
              <a:off x="129075" y="39150"/>
              <a:ext cx="180000" cy="36000"/>
            </a:xfrm>
            <a:prstGeom prst="ellipse">
              <a:avLst/>
            </a:prstGeom>
            <a:grpFill/>
            <a:ln>
              <a:noFill/>
            </a:ln>
            <a:extLst>
              <a:ext uri="{91240B29-F687-4F45-9708-019B960494DF}">
                <a14:hiddenLine xmlns:a14="http://schemas.microsoft.com/office/drawing/2010/main" w="12700" cap="flat" cmpd="sng">
                  <a:solidFill>
                    <a:srgbClr val="42719B"/>
                  </a:solidFill>
                  <a:bevel/>
                  <a:headEnd/>
                  <a:tailEnd/>
                </a14:hiddenLine>
              </a:ext>
            </a:extLst>
          </p:spPr>
          <p:txBody>
            <a:bodyPr anchor="ctr"/>
            <a:lstStyle/>
            <a:p>
              <a:pPr algn="ctr"/>
              <a:endParaRPr lang="zh-CN" altLang="zh-CN" sz="1799">
                <a:solidFill>
                  <a:srgbClr val="FFFFFF"/>
                </a:solidFill>
              </a:endParaRPr>
            </a:p>
          </p:txBody>
        </p:sp>
      </p:grpSp>
      <p:grpSp>
        <p:nvGrpSpPr>
          <p:cNvPr id="25" name="Group 8"/>
          <p:cNvGrpSpPr>
            <a:grpSpLocks noChangeAspect="1"/>
          </p:cNvGrpSpPr>
          <p:nvPr/>
        </p:nvGrpSpPr>
        <p:grpSpPr bwMode="auto">
          <a:xfrm>
            <a:off x="8596312" y="1918893"/>
            <a:ext cx="218156" cy="56934"/>
            <a:chOff x="0" y="0"/>
            <a:chExt cx="438150" cy="114300"/>
          </a:xfrm>
          <a:solidFill>
            <a:srgbClr val="017572"/>
          </a:solidFill>
        </p:grpSpPr>
        <p:sp>
          <p:nvSpPr>
            <p:cNvPr id="26" name="同心圆 4"/>
            <p:cNvSpPr>
              <a:spLocks noChangeArrowheads="1"/>
            </p:cNvSpPr>
            <p:nvPr/>
          </p:nvSpPr>
          <p:spPr bwMode="auto">
            <a:xfrm>
              <a:off x="0" y="0"/>
              <a:ext cx="438150" cy="114300"/>
            </a:xfrm>
            <a:custGeom>
              <a:avLst/>
              <a:gdLst>
                <a:gd name="G0" fmla="+- 5400 0 0"/>
                <a:gd name="G1" fmla="+- 21600 0 5400"/>
                <a:gd name="G2" fmla="+- 21600 0 5400"/>
                <a:gd name="G3" fmla="*/ G0 2929 10000"/>
                <a:gd name="G4" fmla="+- 21600 0 G3"/>
                <a:gd name="G5" fmla="+- 21600 0 G3"/>
                <a:gd name="T0" fmla="*/ 10800 w 21600"/>
                <a:gd name="T1" fmla="*/ 0 h 21600"/>
                <a:gd name="T2" fmla="*/ 3163 w 21600"/>
                <a:gd name="T3" fmla="*/ 3163 h 21600"/>
                <a:gd name="T4" fmla="*/ 0 w 21600"/>
                <a:gd name="T5" fmla="*/ 10800 h 21600"/>
                <a:gd name="T6" fmla="*/ 3163 w 21600"/>
                <a:gd name="T7" fmla="*/ 18437 h 21600"/>
                <a:gd name="T8" fmla="*/ 10800 w 21600"/>
                <a:gd name="T9" fmla="*/ 21600 h 21600"/>
                <a:gd name="T10" fmla="*/ 18437 w 21600"/>
                <a:gd name="T11" fmla="*/ 18437 h 21600"/>
                <a:gd name="T12" fmla="*/ 21600 w 21600"/>
                <a:gd name="T13" fmla="*/ 10800 h 21600"/>
                <a:gd name="T14" fmla="*/ 18437 w 21600"/>
                <a:gd name="T15" fmla="*/ 3163 h 21600"/>
                <a:gd name="T16" fmla="*/ 3163 w 21600"/>
                <a:gd name="T17" fmla="*/ 3163 h 21600"/>
                <a:gd name="T18" fmla="*/ 18437 w 21600"/>
                <a:gd name="T19" fmla="*/ 18437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grpFill/>
            <a:ln>
              <a:noFill/>
            </a:ln>
            <a:extLst>
              <a:ext uri="{91240B29-F687-4F45-9708-019B960494DF}">
                <a14:hiddenLine xmlns:a14="http://schemas.microsoft.com/office/drawing/2010/main" w="12700" cap="flat" cmpd="sng">
                  <a:solidFill>
                    <a:srgbClr val="42719B"/>
                  </a:solidFill>
                  <a:bevel/>
                  <a:headEnd/>
                  <a:tailEnd/>
                </a14:hiddenLine>
              </a:ext>
            </a:extLst>
          </p:spPr>
          <p:txBody>
            <a:bodyPr anchor="ctr"/>
            <a:lstStyle/>
            <a:p>
              <a:pPr algn="ctr"/>
              <a:endParaRPr lang="zh-CN" altLang="zh-CN" sz="1799"/>
            </a:p>
          </p:txBody>
        </p:sp>
        <p:sp>
          <p:nvSpPr>
            <p:cNvPr id="27" name="椭圆 5"/>
            <p:cNvSpPr>
              <a:spLocks noChangeArrowheads="1"/>
            </p:cNvSpPr>
            <p:nvPr/>
          </p:nvSpPr>
          <p:spPr bwMode="auto">
            <a:xfrm>
              <a:off x="129075" y="39150"/>
              <a:ext cx="180000" cy="36000"/>
            </a:xfrm>
            <a:prstGeom prst="ellipse">
              <a:avLst/>
            </a:prstGeom>
            <a:grpFill/>
            <a:ln>
              <a:noFill/>
            </a:ln>
            <a:extLst>
              <a:ext uri="{91240B29-F687-4F45-9708-019B960494DF}">
                <a14:hiddenLine xmlns:a14="http://schemas.microsoft.com/office/drawing/2010/main" w="12700" cap="flat" cmpd="sng">
                  <a:solidFill>
                    <a:srgbClr val="42719B"/>
                  </a:solidFill>
                  <a:bevel/>
                  <a:headEnd/>
                  <a:tailEnd/>
                </a14:hiddenLine>
              </a:ext>
            </a:extLst>
          </p:spPr>
          <p:txBody>
            <a:bodyPr anchor="ctr"/>
            <a:lstStyle/>
            <a:p>
              <a:pPr algn="ctr"/>
              <a:endParaRPr lang="zh-CN" altLang="zh-CN" sz="1799">
                <a:solidFill>
                  <a:srgbClr val="FFFFFF"/>
                </a:solidFill>
              </a:endParaRPr>
            </a:p>
          </p:txBody>
        </p:sp>
      </p:grpSp>
      <p:grpSp>
        <p:nvGrpSpPr>
          <p:cNvPr id="28" name="Group 8"/>
          <p:cNvGrpSpPr>
            <a:grpSpLocks noChangeAspect="1"/>
          </p:cNvGrpSpPr>
          <p:nvPr/>
        </p:nvGrpSpPr>
        <p:grpSpPr bwMode="auto">
          <a:xfrm>
            <a:off x="9510282" y="1431178"/>
            <a:ext cx="174525" cy="45547"/>
            <a:chOff x="0" y="0"/>
            <a:chExt cx="438150" cy="114300"/>
          </a:xfrm>
          <a:solidFill>
            <a:srgbClr val="B9BC37"/>
          </a:solidFill>
        </p:grpSpPr>
        <p:sp>
          <p:nvSpPr>
            <p:cNvPr id="29" name="同心圆 4"/>
            <p:cNvSpPr>
              <a:spLocks noChangeArrowheads="1"/>
            </p:cNvSpPr>
            <p:nvPr/>
          </p:nvSpPr>
          <p:spPr bwMode="auto">
            <a:xfrm>
              <a:off x="0" y="0"/>
              <a:ext cx="438150" cy="114300"/>
            </a:xfrm>
            <a:custGeom>
              <a:avLst/>
              <a:gdLst>
                <a:gd name="G0" fmla="+- 5400 0 0"/>
                <a:gd name="G1" fmla="+- 21600 0 5400"/>
                <a:gd name="G2" fmla="+- 21600 0 5400"/>
                <a:gd name="G3" fmla="*/ G0 2929 10000"/>
                <a:gd name="G4" fmla="+- 21600 0 G3"/>
                <a:gd name="G5" fmla="+- 21600 0 G3"/>
                <a:gd name="T0" fmla="*/ 10800 w 21600"/>
                <a:gd name="T1" fmla="*/ 0 h 21600"/>
                <a:gd name="T2" fmla="*/ 3163 w 21600"/>
                <a:gd name="T3" fmla="*/ 3163 h 21600"/>
                <a:gd name="T4" fmla="*/ 0 w 21600"/>
                <a:gd name="T5" fmla="*/ 10800 h 21600"/>
                <a:gd name="T6" fmla="*/ 3163 w 21600"/>
                <a:gd name="T7" fmla="*/ 18437 h 21600"/>
                <a:gd name="T8" fmla="*/ 10800 w 21600"/>
                <a:gd name="T9" fmla="*/ 21600 h 21600"/>
                <a:gd name="T10" fmla="*/ 18437 w 21600"/>
                <a:gd name="T11" fmla="*/ 18437 h 21600"/>
                <a:gd name="T12" fmla="*/ 21600 w 21600"/>
                <a:gd name="T13" fmla="*/ 10800 h 21600"/>
                <a:gd name="T14" fmla="*/ 18437 w 21600"/>
                <a:gd name="T15" fmla="*/ 3163 h 21600"/>
                <a:gd name="T16" fmla="*/ 3163 w 21600"/>
                <a:gd name="T17" fmla="*/ 3163 h 21600"/>
                <a:gd name="T18" fmla="*/ 18437 w 21600"/>
                <a:gd name="T19" fmla="*/ 18437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grpFill/>
            <a:ln>
              <a:noFill/>
            </a:ln>
            <a:extLst>
              <a:ext uri="{91240B29-F687-4F45-9708-019B960494DF}">
                <a14:hiddenLine xmlns:a14="http://schemas.microsoft.com/office/drawing/2010/main" w="12700" cap="flat" cmpd="sng">
                  <a:solidFill>
                    <a:srgbClr val="42719B"/>
                  </a:solidFill>
                  <a:bevel/>
                  <a:headEnd/>
                  <a:tailEnd/>
                </a14:hiddenLine>
              </a:ext>
            </a:extLst>
          </p:spPr>
          <p:txBody>
            <a:bodyPr anchor="ctr"/>
            <a:lstStyle/>
            <a:p>
              <a:pPr algn="ctr"/>
              <a:endParaRPr lang="zh-CN" altLang="zh-CN" sz="1799"/>
            </a:p>
          </p:txBody>
        </p:sp>
        <p:sp>
          <p:nvSpPr>
            <p:cNvPr id="30" name="椭圆 5"/>
            <p:cNvSpPr>
              <a:spLocks noChangeArrowheads="1"/>
            </p:cNvSpPr>
            <p:nvPr/>
          </p:nvSpPr>
          <p:spPr bwMode="auto">
            <a:xfrm>
              <a:off x="129075" y="39150"/>
              <a:ext cx="180000" cy="36000"/>
            </a:xfrm>
            <a:prstGeom prst="ellipse">
              <a:avLst/>
            </a:prstGeom>
            <a:grpFill/>
            <a:ln>
              <a:noFill/>
            </a:ln>
            <a:extLst>
              <a:ext uri="{91240B29-F687-4F45-9708-019B960494DF}">
                <a14:hiddenLine xmlns:a14="http://schemas.microsoft.com/office/drawing/2010/main" w="12700" cap="flat" cmpd="sng">
                  <a:solidFill>
                    <a:srgbClr val="42719B"/>
                  </a:solidFill>
                  <a:bevel/>
                  <a:headEnd/>
                  <a:tailEnd/>
                </a14:hiddenLine>
              </a:ext>
            </a:extLst>
          </p:spPr>
          <p:txBody>
            <a:bodyPr anchor="ctr"/>
            <a:lstStyle/>
            <a:p>
              <a:pPr algn="ctr"/>
              <a:endParaRPr lang="zh-CN" altLang="zh-CN" sz="1799">
                <a:solidFill>
                  <a:srgbClr val="FFFFFF"/>
                </a:solidFill>
              </a:endParaRPr>
            </a:p>
          </p:txBody>
        </p:sp>
      </p:grpSp>
      <p:sp>
        <p:nvSpPr>
          <p:cNvPr id="31" name="矩形 30"/>
          <p:cNvSpPr/>
          <p:nvPr/>
        </p:nvSpPr>
        <p:spPr>
          <a:xfrm>
            <a:off x="3883587" y="4644474"/>
            <a:ext cx="5157725" cy="757130"/>
          </a:xfrm>
          <a:prstGeom prst="rect">
            <a:avLst/>
          </a:prstGeom>
        </p:spPr>
        <p:txBody>
          <a:bodyPr wrap="square">
            <a:spAutoFit/>
          </a:bodyPr>
          <a:lstStyle/>
          <a:p>
            <a:pPr marL="285750" indent="-285750" algn="just">
              <a:lnSpc>
                <a:spcPct val="120000"/>
              </a:lnSpc>
              <a:buFont typeface="Wingdings" panose="05000000000000000000" pitchFamily="2" charset="2"/>
              <a:buChar char="n"/>
            </a:pPr>
            <a:r>
              <a:rPr lang="zh-CN" altLang="en-US" dirty="0">
                <a:solidFill>
                  <a:schemeClr val="tx1">
                    <a:lumMod val="65000"/>
                    <a:lumOff val="35000"/>
                  </a:schemeClr>
                </a:solidFill>
                <a:latin typeface="Adobe 黑体 Std R" pitchFamily="34" charset="-122"/>
                <a:ea typeface="Adobe 黑体 Std R" pitchFamily="34" charset="-122"/>
              </a:rPr>
              <a:t>添加内容添加内容</a:t>
            </a:r>
            <a:endParaRPr lang="en-US" altLang="zh-CN" dirty="0">
              <a:solidFill>
                <a:schemeClr val="tx1">
                  <a:lumMod val="65000"/>
                  <a:lumOff val="35000"/>
                </a:schemeClr>
              </a:solidFill>
              <a:latin typeface="Adobe 黑体 Std R" pitchFamily="34" charset="-122"/>
              <a:ea typeface="Adobe 黑体 Std R" pitchFamily="34" charset="-122"/>
            </a:endParaRPr>
          </a:p>
          <a:p>
            <a:pPr marL="285750" indent="-285750" algn="just">
              <a:lnSpc>
                <a:spcPct val="120000"/>
              </a:lnSpc>
              <a:buFont typeface="Wingdings" panose="05000000000000000000" pitchFamily="2" charset="2"/>
              <a:buChar char="n"/>
            </a:pPr>
            <a:r>
              <a:rPr lang="zh-CN" altLang="en-US" dirty="0">
                <a:solidFill>
                  <a:schemeClr val="tx1">
                    <a:lumMod val="65000"/>
                    <a:lumOff val="35000"/>
                  </a:schemeClr>
                </a:solidFill>
                <a:latin typeface="Adobe 黑体 Std R" pitchFamily="34" charset="-122"/>
                <a:ea typeface="Adobe 黑体 Std R" pitchFamily="34" charset="-122"/>
              </a:rPr>
              <a:t>添加内容添加内容添加内容</a:t>
            </a:r>
            <a:endParaRPr lang="en-US" altLang="zh-CN" dirty="0">
              <a:solidFill>
                <a:schemeClr val="tx1">
                  <a:lumMod val="65000"/>
                  <a:lumOff val="35000"/>
                </a:schemeClr>
              </a:solidFill>
              <a:latin typeface="Adobe 黑体 Std R" pitchFamily="34" charset="-122"/>
              <a:ea typeface="Adobe 黑体 Std R" pitchFamily="34" charset="-122"/>
            </a:endParaRPr>
          </a:p>
        </p:txBody>
      </p:sp>
      <p:sp>
        <p:nvSpPr>
          <p:cNvPr id="32" name="矩形 31"/>
          <p:cNvSpPr/>
          <p:nvPr/>
        </p:nvSpPr>
        <p:spPr>
          <a:xfrm>
            <a:off x="5882769" y="3623823"/>
            <a:ext cx="5157725" cy="683007"/>
          </a:xfrm>
          <a:prstGeom prst="rect">
            <a:avLst/>
          </a:prstGeom>
        </p:spPr>
        <p:txBody>
          <a:bodyPr wrap="square">
            <a:spAutoFit/>
          </a:bodyPr>
          <a:lstStyle/>
          <a:p>
            <a:pPr marL="285750" indent="-285750" algn="just">
              <a:lnSpc>
                <a:spcPct val="120000"/>
              </a:lnSpc>
              <a:buFont typeface="Wingdings" panose="05000000000000000000" pitchFamily="2" charset="2"/>
              <a:buChar char="n"/>
            </a:pPr>
            <a:r>
              <a:rPr lang="zh-CN" altLang="en-US" sz="1599" dirty="0">
                <a:solidFill>
                  <a:schemeClr val="tx1">
                    <a:lumMod val="65000"/>
                    <a:lumOff val="35000"/>
                  </a:schemeClr>
                </a:solidFill>
                <a:latin typeface="Adobe 黑体 Std R" pitchFamily="34" charset="-122"/>
                <a:ea typeface="Adobe 黑体 Std R" pitchFamily="34" charset="-122"/>
              </a:rPr>
              <a:t>添加内容添加内容</a:t>
            </a:r>
            <a:endParaRPr lang="en-US" altLang="zh-CN" sz="1599" dirty="0">
              <a:solidFill>
                <a:schemeClr val="tx1">
                  <a:lumMod val="65000"/>
                  <a:lumOff val="35000"/>
                </a:schemeClr>
              </a:solidFill>
              <a:latin typeface="Adobe 黑体 Std R" pitchFamily="34" charset="-122"/>
              <a:ea typeface="Adobe 黑体 Std R" pitchFamily="34" charset="-122"/>
            </a:endParaRPr>
          </a:p>
          <a:p>
            <a:pPr marL="285750" indent="-285750" algn="just">
              <a:lnSpc>
                <a:spcPct val="120000"/>
              </a:lnSpc>
              <a:buFont typeface="Wingdings" panose="05000000000000000000" pitchFamily="2" charset="2"/>
              <a:buChar char="n"/>
            </a:pPr>
            <a:r>
              <a:rPr lang="zh-CN" altLang="en-US" sz="1599" dirty="0">
                <a:solidFill>
                  <a:schemeClr val="tx1">
                    <a:lumMod val="65000"/>
                    <a:lumOff val="35000"/>
                  </a:schemeClr>
                </a:solidFill>
                <a:latin typeface="Adobe 黑体 Std R" pitchFamily="34" charset="-122"/>
                <a:ea typeface="Adobe 黑体 Std R" pitchFamily="34" charset="-122"/>
              </a:rPr>
              <a:t>添加内容添加内容添加内容</a:t>
            </a:r>
            <a:endParaRPr lang="en-US" altLang="zh-CN" sz="1599" dirty="0">
              <a:solidFill>
                <a:schemeClr val="tx1">
                  <a:lumMod val="65000"/>
                  <a:lumOff val="35000"/>
                </a:schemeClr>
              </a:solidFill>
              <a:latin typeface="Adobe 黑体 Std R" pitchFamily="34" charset="-122"/>
              <a:ea typeface="Adobe 黑体 Std R" pitchFamily="34" charset="-122"/>
            </a:endParaRPr>
          </a:p>
        </p:txBody>
      </p:sp>
      <p:sp>
        <p:nvSpPr>
          <p:cNvPr id="33" name="矩形 32"/>
          <p:cNvSpPr/>
          <p:nvPr/>
        </p:nvSpPr>
        <p:spPr>
          <a:xfrm>
            <a:off x="7396950" y="2683422"/>
            <a:ext cx="5157725" cy="683007"/>
          </a:xfrm>
          <a:prstGeom prst="rect">
            <a:avLst/>
          </a:prstGeom>
        </p:spPr>
        <p:txBody>
          <a:bodyPr wrap="square">
            <a:spAutoFit/>
          </a:bodyPr>
          <a:lstStyle/>
          <a:p>
            <a:pPr marL="285750" indent="-285750" algn="just">
              <a:lnSpc>
                <a:spcPct val="120000"/>
              </a:lnSpc>
              <a:buFont typeface="Wingdings" panose="05000000000000000000" pitchFamily="2" charset="2"/>
              <a:buChar char="n"/>
            </a:pPr>
            <a:r>
              <a:rPr lang="zh-CN" altLang="en-US" sz="1599" dirty="0">
                <a:solidFill>
                  <a:schemeClr val="tx1">
                    <a:lumMod val="65000"/>
                    <a:lumOff val="35000"/>
                  </a:schemeClr>
                </a:solidFill>
                <a:latin typeface="Adobe 黑体 Std R" pitchFamily="34" charset="-122"/>
                <a:ea typeface="Adobe 黑体 Std R" pitchFamily="34" charset="-122"/>
              </a:rPr>
              <a:t>添加内容添加内容</a:t>
            </a:r>
            <a:endParaRPr lang="en-US" altLang="zh-CN" sz="1599" dirty="0">
              <a:solidFill>
                <a:schemeClr val="tx1">
                  <a:lumMod val="65000"/>
                  <a:lumOff val="35000"/>
                </a:schemeClr>
              </a:solidFill>
              <a:latin typeface="Adobe 黑体 Std R" pitchFamily="34" charset="-122"/>
              <a:ea typeface="Adobe 黑体 Std R" pitchFamily="34" charset="-122"/>
            </a:endParaRPr>
          </a:p>
          <a:p>
            <a:pPr marL="285750" indent="-285750" algn="just">
              <a:lnSpc>
                <a:spcPct val="120000"/>
              </a:lnSpc>
              <a:buFont typeface="Wingdings" panose="05000000000000000000" pitchFamily="2" charset="2"/>
              <a:buChar char="n"/>
            </a:pPr>
            <a:r>
              <a:rPr lang="zh-CN" altLang="en-US" sz="1599" dirty="0">
                <a:solidFill>
                  <a:schemeClr val="tx1">
                    <a:lumMod val="65000"/>
                    <a:lumOff val="35000"/>
                  </a:schemeClr>
                </a:solidFill>
                <a:latin typeface="Adobe 黑体 Std R" pitchFamily="34" charset="-122"/>
                <a:ea typeface="Adobe 黑体 Std R" pitchFamily="34" charset="-122"/>
              </a:rPr>
              <a:t>添加内容添加内容添加内容</a:t>
            </a:r>
            <a:endParaRPr lang="en-US" altLang="zh-CN" sz="1599" dirty="0">
              <a:solidFill>
                <a:schemeClr val="tx1">
                  <a:lumMod val="65000"/>
                  <a:lumOff val="35000"/>
                </a:schemeClr>
              </a:solidFill>
              <a:latin typeface="Adobe 黑体 Std R" pitchFamily="34" charset="-122"/>
              <a:ea typeface="Adobe 黑体 Std R" pitchFamily="34" charset="-122"/>
            </a:endParaRPr>
          </a:p>
        </p:txBody>
      </p:sp>
      <p:sp>
        <p:nvSpPr>
          <p:cNvPr id="34" name="矩形 33"/>
          <p:cNvSpPr/>
          <p:nvPr/>
        </p:nvSpPr>
        <p:spPr>
          <a:xfrm>
            <a:off x="8555118" y="1986802"/>
            <a:ext cx="5157725" cy="609398"/>
          </a:xfrm>
          <a:prstGeom prst="rect">
            <a:avLst/>
          </a:prstGeom>
        </p:spPr>
        <p:txBody>
          <a:bodyPr wrap="square">
            <a:spAutoFit/>
          </a:bodyPr>
          <a:lstStyle/>
          <a:p>
            <a:pPr marL="285750" indent="-285750" algn="just">
              <a:lnSpc>
                <a:spcPct val="120000"/>
              </a:lnSpc>
              <a:buFont typeface="Wingdings" panose="05000000000000000000" pitchFamily="2" charset="2"/>
              <a:buChar char="n"/>
            </a:pPr>
            <a:r>
              <a:rPr lang="zh-CN" altLang="en-US" sz="1400" dirty="0">
                <a:solidFill>
                  <a:schemeClr val="tx1">
                    <a:lumMod val="65000"/>
                    <a:lumOff val="35000"/>
                  </a:schemeClr>
                </a:solidFill>
                <a:latin typeface="Adobe 黑体 Std R" pitchFamily="34" charset="-122"/>
                <a:ea typeface="Adobe 黑体 Std R" pitchFamily="34" charset="-122"/>
              </a:rPr>
              <a:t>添加内容添加内容</a:t>
            </a:r>
            <a:endParaRPr lang="en-US" altLang="zh-CN" sz="1400" dirty="0">
              <a:solidFill>
                <a:schemeClr val="tx1">
                  <a:lumMod val="65000"/>
                  <a:lumOff val="35000"/>
                </a:schemeClr>
              </a:solidFill>
              <a:latin typeface="Adobe 黑体 Std R" pitchFamily="34" charset="-122"/>
              <a:ea typeface="Adobe 黑体 Std R" pitchFamily="34" charset="-122"/>
            </a:endParaRPr>
          </a:p>
          <a:p>
            <a:pPr marL="285750" indent="-285750" algn="just">
              <a:lnSpc>
                <a:spcPct val="120000"/>
              </a:lnSpc>
              <a:buFont typeface="Wingdings" panose="05000000000000000000" pitchFamily="2" charset="2"/>
              <a:buChar char="n"/>
            </a:pPr>
            <a:r>
              <a:rPr lang="zh-CN" altLang="en-US" sz="1400" dirty="0">
                <a:solidFill>
                  <a:schemeClr val="tx1">
                    <a:lumMod val="65000"/>
                    <a:lumOff val="35000"/>
                  </a:schemeClr>
                </a:solidFill>
                <a:latin typeface="Adobe 黑体 Std R" pitchFamily="34" charset="-122"/>
                <a:ea typeface="Adobe 黑体 Std R" pitchFamily="34" charset="-122"/>
              </a:rPr>
              <a:t>添加内容添加内容添加内容</a:t>
            </a:r>
            <a:endParaRPr lang="en-US" altLang="zh-CN" sz="1400" dirty="0">
              <a:solidFill>
                <a:schemeClr val="tx1">
                  <a:lumMod val="65000"/>
                  <a:lumOff val="35000"/>
                </a:schemeClr>
              </a:solidFill>
              <a:latin typeface="Adobe 黑体 Std R" pitchFamily="34" charset="-122"/>
              <a:ea typeface="Adobe 黑体 Std R" pitchFamily="34" charset="-122"/>
            </a:endParaRPr>
          </a:p>
        </p:txBody>
      </p:sp>
      <p:sp>
        <p:nvSpPr>
          <p:cNvPr id="35" name="矩形 34"/>
          <p:cNvSpPr/>
          <p:nvPr/>
        </p:nvSpPr>
        <p:spPr>
          <a:xfrm>
            <a:off x="9713286" y="1290182"/>
            <a:ext cx="5157725" cy="570605"/>
          </a:xfrm>
          <a:prstGeom prst="rect">
            <a:avLst/>
          </a:prstGeom>
        </p:spPr>
        <p:txBody>
          <a:bodyPr wrap="square">
            <a:spAutoFit/>
          </a:bodyPr>
          <a:lstStyle/>
          <a:p>
            <a:pPr marL="285750" indent="-285750" algn="just">
              <a:lnSpc>
                <a:spcPct val="120000"/>
              </a:lnSpc>
              <a:buFont typeface="Wingdings" panose="05000000000000000000" pitchFamily="2" charset="2"/>
              <a:buChar char="n"/>
            </a:pPr>
            <a:r>
              <a:rPr lang="zh-CN" altLang="en-US" sz="1400" dirty="0">
                <a:solidFill>
                  <a:schemeClr val="tx1">
                    <a:lumMod val="65000"/>
                    <a:lumOff val="35000"/>
                  </a:schemeClr>
                </a:solidFill>
                <a:latin typeface="Adobe 黑体 Std R" pitchFamily="34" charset="-122"/>
                <a:ea typeface="Adobe 黑体 Std R" pitchFamily="34" charset="-122"/>
              </a:rPr>
              <a:t>添加内容添加内容</a:t>
            </a:r>
            <a:endParaRPr lang="en-US" altLang="zh-CN" sz="1400" dirty="0">
              <a:solidFill>
                <a:schemeClr val="tx1">
                  <a:lumMod val="65000"/>
                  <a:lumOff val="35000"/>
                </a:schemeClr>
              </a:solidFill>
              <a:latin typeface="Adobe 黑体 Std R" pitchFamily="34" charset="-122"/>
              <a:ea typeface="Adobe 黑体 Std R" pitchFamily="34" charset="-122"/>
            </a:endParaRPr>
          </a:p>
          <a:p>
            <a:pPr marL="285750" indent="-285750" algn="just">
              <a:lnSpc>
                <a:spcPct val="120000"/>
              </a:lnSpc>
              <a:buFont typeface="Wingdings" panose="05000000000000000000" pitchFamily="2" charset="2"/>
              <a:buChar char="n"/>
            </a:pPr>
            <a:r>
              <a:rPr lang="zh-CN" altLang="en-US" sz="1400" dirty="0">
                <a:solidFill>
                  <a:schemeClr val="tx1">
                    <a:lumMod val="65000"/>
                    <a:lumOff val="35000"/>
                  </a:schemeClr>
                </a:solidFill>
                <a:latin typeface="Adobe 黑体 Std R" pitchFamily="34" charset="-122"/>
                <a:ea typeface="Adobe 黑体 Std R" pitchFamily="34" charset="-122"/>
              </a:rPr>
              <a:t>添加内容添加内容</a:t>
            </a:r>
            <a:endParaRPr lang="en-US" altLang="zh-CN" sz="1400" dirty="0">
              <a:solidFill>
                <a:schemeClr val="tx1">
                  <a:lumMod val="65000"/>
                  <a:lumOff val="35000"/>
                </a:schemeClr>
              </a:solidFill>
              <a:latin typeface="Adobe 黑体 Std R" pitchFamily="34" charset="-122"/>
              <a:ea typeface="Adobe 黑体 Std R" pitchFamily="34" charset="-122"/>
            </a:endParaRPr>
          </a:p>
        </p:txBody>
      </p:sp>
      <p:sp>
        <p:nvSpPr>
          <p:cNvPr id="36" name="文本框 35"/>
          <p:cNvSpPr txBox="1"/>
          <p:nvPr/>
        </p:nvSpPr>
        <p:spPr>
          <a:xfrm>
            <a:off x="1019559" y="2457827"/>
            <a:ext cx="1909497" cy="1015663"/>
          </a:xfrm>
          <a:prstGeom prst="rect">
            <a:avLst/>
          </a:prstGeom>
          <a:noFill/>
        </p:spPr>
        <p:txBody>
          <a:bodyPr wrap="none" rtlCol="0">
            <a:spAutoFit/>
          </a:bodyPr>
          <a:lstStyle/>
          <a:p>
            <a:pPr defTabSz="457200"/>
            <a:r>
              <a:rPr kumimoji="1" lang="en-US" altLang="zh-CN" sz="6000" dirty="0">
                <a:solidFill>
                  <a:srgbClr val="FFFFFF"/>
                </a:solidFill>
                <a:latin typeface="Century Gothic"/>
                <a:ea typeface="微软雅黑" panose="020B0503020204020204" pitchFamily="34" charset="-122"/>
              </a:rPr>
              <a:t>2016</a:t>
            </a:r>
            <a:endParaRPr kumimoji="1" lang="zh-CN" altLang="en-US" sz="4400" dirty="0">
              <a:solidFill>
                <a:srgbClr val="FFFFFF"/>
              </a:solidFill>
              <a:latin typeface="Century Gothic"/>
              <a:ea typeface="微软雅黑" panose="020B0503020204020204" pitchFamily="34" charset="-122"/>
            </a:endParaRPr>
          </a:p>
        </p:txBody>
      </p:sp>
      <p:sp>
        <p:nvSpPr>
          <p:cNvPr id="37" name="文本框 36"/>
          <p:cNvSpPr txBox="1"/>
          <p:nvPr/>
        </p:nvSpPr>
        <p:spPr>
          <a:xfrm>
            <a:off x="3300692" y="1778210"/>
            <a:ext cx="1736373" cy="923330"/>
          </a:xfrm>
          <a:prstGeom prst="rect">
            <a:avLst/>
          </a:prstGeom>
          <a:noFill/>
        </p:spPr>
        <p:txBody>
          <a:bodyPr wrap="none" rtlCol="0">
            <a:spAutoFit/>
          </a:bodyPr>
          <a:lstStyle/>
          <a:p>
            <a:pPr defTabSz="457200"/>
            <a:r>
              <a:rPr kumimoji="1" lang="en-US" altLang="zh-CN" sz="5400" dirty="0">
                <a:solidFill>
                  <a:srgbClr val="FFFFFF"/>
                </a:solidFill>
                <a:latin typeface="Century Gothic"/>
                <a:ea typeface="微软雅黑" panose="020B0503020204020204" pitchFamily="34" charset="-122"/>
              </a:rPr>
              <a:t>2015</a:t>
            </a:r>
            <a:endParaRPr kumimoji="1" lang="zh-CN" altLang="en-US" sz="4000" dirty="0">
              <a:solidFill>
                <a:srgbClr val="FFFFFF"/>
              </a:solidFill>
              <a:latin typeface="Century Gothic"/>
              <a:ea typeface="微软雅黑" panose="020B0503020204020204" pitchFamily="34" charset="-122"/>
            </a:endParaRPr>
          </a:p>
        </p:txBody>
      </p:sp>
      <p:sp>
        <p:nvSpPr>
          <p:cNvPr id="38" name="文本框 37"/>
          <p:cNvSpPr txBox="1"/>
          <p:nvPr/>
        </p:nvSpPr>
        <p:spPr>
          <a:xfrm>
            <a:off x="5332830" y="1252482"/>
            <a:ext cx="1447832" cy="769441"/>
          </a:xfrm>
          <a:prstGeom prst="rect">
            <a:avLst/>
          </a:prstGeom>
          <a:noFill/>
        </p:spPr>
        <p:txBody>
          <a:bodyPr wrap="none" rtlCol="0">
            <a:spAutoFit/>
          </a:bodyPr>
          <a:lstStyle/>
          <a:p>
            <a:pPr defTabSz="457200"/>
            <a:r>
              <a:rPr kumimoji="1" lang="en-US" altLang="zh-CN" sz="4400" dirty="0">
                <a:solidFill>
                  <a:srgbClr val="FFFFFF"/>
                </a:solidFill>
                <a:latin typeface="Century Gothic"/>
                <a:ea typeface="微软雅黑" panose="020B0503020204020204" pitchFamily="34" charset="-122"/>
              </a:rPr>
              <a:t>2014</a:t>
            </a:r>
            <a:endParaRPr kumimoji="1" lang="zh-CN" altLang="en-US" sz="3200" dirty="0">
              <a:solidFill>
                <a:srgbClr val="FFFFFF"/>
              </a:solidFill>
              <a:latin typeface="Century Gothic"/>
              <a:ea typeface="微软雅黑" panose="020B0503020204020204" pitchFamily="34" charset="-122"/>
            </a:endParaRPr>
          </a:p>
        </p:txBody>
      </p:sp>
      <p:sp>
        <p:nvSpPr>
          <p:cNvPr id="39" name="文本框 38"/>
          <p:cNvSpPr txBox="1"/>
          <p:nvPr/>
        </p:nvSpPr>
        <p:spPr>
          <a:xfrm>
            <a:off x="6905495" y="849864"/>
            <a:ext cx="1217000" cy="646331"/>
          </a:xfrm>
          <a:prstGeom prst="rect">
            <a:avLst/>
          </a:prstGeom>
          <a:noFill/>
        </p:spPr>
        <p:txBody>
          <a:bodyPr wrap="none" rtlCol="0">
            <a:spAutoFit/>
          </a:bodyPr>
          <a:lstStyle/>
          <a:p>
            <a:pPr defTabSz="457200"/>
            <a:r>
              <a:rPr kumimoji="1" lang="en-US" altLang="zh-CN" sz="3600" dirty="0">
                <a:solidFill>
                  <a:srgbClr val="FFFFFF"/>
                </a:solidFill>
                <a:latin typeface="Century Gothic"/>
                <a:ea typeface="微软雅黑" panose="020B0503020204020204" pitchFamily="34" charset="-122"/>
              </a:rPr>
              <a:t>2013</a:t>
            </a:r>
          </a:p>
        </p:txBody>
      </p:sp>
      <p:sp>
        <p:nvSpPr>
          <p:cNvPr id="40" name="文本框 39"/>
          <p:cNvSpPr txBox="1"/>
          <p:nvPr/>
        </p:nvSpPr>
        <p:spPr>
          <a:xfrm>
            <a:off x="8183802" y="570357"/>
            <a:ext cx="979755" cy="523220"/>
          </a:xfrm>
          <a:prstGeom prst="rect">
            <a:avLst/>
          </a:prstGeom>
          <a:noFill/>
        </p:spPr>
        <p:txBody>
          <a:bodyPr wrap="none" rtlCol="0">
            <a:spAutoFit/>
          </a:bodyPr>
          <a:lstStyle/>
          <a:p>
            <a:pPr defTabSz="457200"/>
            <a:r>
              <a:rPr kumimoji="1" lang="en-US" altLang="zh-CN" sz="2800" dirty="0">
                <a:solidFill>
                  <a:srgbClr val="FFFFFF"/>
                </a:solidFill>
                <a:latin typeface="Century Gothic"/>
                <a:ea typeface="微软雅黑" panose="020B0503020204020204" pitchFamily="34" charset="-122"/>
              </a:rPr>
              <a:t>2012</a:t>
            </a:r>
          </a:p>
        </p:txBody>
      </p:sp>
      <p:sp>
        <p:nvSpPr>
          <p:cNvPr id="41" name="文本框 40"/>
          <p:cNvSpPr txBox="1"/>
          <p:nvPr/>
        </p:nvSpPr>
        <p:spPr>
          <a:xfrm>
            <a:off x="9233716" y="398720"/>
            <a:ext cx="755335" cy="400110"/>
          </a:xfrm>
          <a:prstGeom prst="rect">
            <a:avLst/>
          </a:prstGeom>
          <a:noFill/>
        </p:spPr>
        <p:txBody>
          <a:bodyPr wrap="none" rtlCol="0">
            <a:spAutoFit/>
          </a:bodyPr>
          <a:lstStyle/>
          <a:p>
            <a:pPr defTabSz="457200"/>
            <a:r>
              <a:rPr kumimoji="1" lang="en-US" altLang="zh-CN" sz="2000" dirty="0">
                <a:solidFill>
                  <a:srgbClr val="FFFFFF"/>
                </a:solidFill>
                <a:latin typeface="Century Gothic"/>
                <a:ea typeface="微软雅黑" panose="020B0503020204020204" pitchFamily="34" charset="-122"/>
              </a:rPr>
              <a:t>2011</a:t>
            </a:r>
          </a:p>
        </p:txBody>
      </p:sp>
      <p:sp>
        <p:nvSpPr>
          <p:cNvPr id="42" name="文本框 41"/>
          <p:cNvSpPr txBox="1"/>
          <p:nvPr/>
        </p:nvSpPr>
        <p:spPr>
          <a:xfrm>
            <a:off x="3460992" y="2637457"/>
            <a:ext cx="1415772" cy="830997"/>
          </a:xfrm>
          <a:prstGeom prst="rect">
            <a:avLst/>
          </a:prstGeom>
          <a:noFill/>
        </p:spPr>
        <p:txBody>
          <a:bodyPr wrap="none" rtlCol="0">
            <a:spAutoFit/>
          </a:bodyPr>
          <a:lstStyle/>
          <a:p>
            <a:r>
              <a:rPr lang="zh-CN" altLang="en-US" sz="4800" b="1" dirty="0">
                <a:solidFill>
                  <a:schemeClr val="bg1"/>
                </a:solidFill>
              </a:rPr>
              <a:t>优化</a:t>
            </a:r>
          </a:p>
        </p:txBody>
      </p:sp>
      <p:sp>
        <p:nvSpPr>
          <p:cNvPr id="43" name="文本框 42"/>
          <p:cNvSpPr txBox="1"/>
          <p:nvPr/>
        </p:nvSpPr>
        <p:spPr>
          <a:xfrm>
            <a:off x="1112533" y="3449043"/>
            <a:ext cx="1723549" cy="1015663"/>
          </a:xfrm>
          <a:prstGeom prst="rect">
            <a:avLst/>
          </a:prstGeom>
          <a:noFill/>
        </p:spPr>
        <p:txBody>
          <a:bodyPr wrap="none" rtlCol="0">
            <a:spAutoFit/>
          </a:bodyPr>
          <a:lstStyle/>
          <a:p>
            <a:r>
              <a:rPr lang="zh-CN" altLang="en-US" sz="6000" b="1" dirty="0">
                <a:solidFill>
                  <a:schemeClr val="bg1"/>
                </a:solidFill>
              </a:rPr>
              <a:t>超越</a:t>
            </a:r>
          </a:p>
        </p:txBody>
      </p:sp>
      <p:sp>
        <p:nvSpPr>
          <p:cNvPr id="44" name="文本框 43"/>
          <p:cNvSpPr txBox="1"/>
          <p:nvPr/>
        </p:nvSpPr>
        <p:spPr>
          <a:xfrm>
            <a:off x="5451452" y="1922307"/>
            <a:ext cx="1210588" cy="707886"/>
          </a:xfrm>
          <a:prstGeom prst="rect">
            <a:avLst/>
          </a:prstGeom>
          <a:noFill/>
        </p:spPr>
        <p:txBody>
          <a:bodyPr wrap="none" rtlCol="0">
            <a:spAutoFit/>
          </a:bodyPr>
          <a:lstStyle/>
          <a:p>
            <a:r>
              <a:rPr lang="zh-CN" altLang="en-US" sz="4000" b="1" dirty="0">
                <a:solidFill>
                  <a:schemeClr val="bg1"/>
                </a:solidFill>
              </a:rPr>
              <a:t>固本</a:t>
            </a:r>
          </a:p>
        </p:txBody>
      </p:sp>
      <p:sp>
        <p:nvSpPr>
          <p:cNvPr id="45" name="文本框 44"/>
          <p:cNvSpPr txBox="1"/>
          <p:nvPr/>
        </p:nvSpPr>
        <p:spPr>
          <a:xfrm>
            <a:off x="7011294" y="1390039"/>
            <a:ext cx="1005403" cy="584775"/>
          </a:xfrm>
          <a:prstGeom prst="rect">
            <a:avLst/>
          </a:prstGeom>
          <a:noFill/>
        </p:spPr>
        <p:txBody>
          <a:bodyPr wrap="none" rtlCol="0">
            <a:spAutoFit/>
          </a:bodyPr>
          <a:lstStyle/>
          <a:p>
            <a:r>
              <a:rPr lang="zh-CN" altLang="en-US" sz="3200" b="1" dirty="0">
                <a:solidFill>
                  <a:schemeClr val="bg1"/>
                </a:solidFill>
              </a:rPr>
              <a:t>攻坚</a:t>
            </a:r>
          </a:p>
        </p:txBody>
      </p:sp>
      <p:sp>
        <p:nvSpPr>
          <p:cNvPr id="46" name="文本框 45"/>
          <p:cNvSpPr txBox="1"/>
          <p:nvPr/>
        </p:nvSpPr>
        <p:spPr>
          <a:xfrm>
            <a:off x="8273570" y="965040"/>
            <a:ext cx="800219" cy="461665"/>
          </a:xfrm>
          <a:prstGeom prst="rect">
            <a:avLst/>
          </a:prstGeom>
          <a:noFill/>
        </p:spPr>
        <p:txBody>
          <a:bodyPr wrap="none" rtlCol="0">
            <a:spAutoFit/>
          </a:bodyPr>
          <a:lstStyle/>
          <a:p>
            <a:r>
              <a:rPr lang="zh-CN" altLang="en-US" sz="2400" b="1" dirty="0">
                <a:solidFill>
                  <a:schemeClr val="bg1"/>
                </a:solidFill>
              </a:rPr>
              <a:t>创新</a:t>
            </a:r>
          </a:p>
        </p:txBody>
      </p:sp>
      <p:sp>
        <p:nvSpPr>
          <p:cNvPr id="47" name="文本框 46"/>
          <p:cNvSpPr txBox="1"/>
          <p:nvPr/>
        </p:nvSpPr>
        <p:spPr>
          <a:xfrm>
            <a:off x="9262570" y="706289"/>
            <a:ext cx="697627" cy="400110"/>
          </a:xfrm>
          <a:prstGeom prst="rect">
            <a:avLst/>
          </a:prstGeom>
          <a:noFill/>
        </p:spPr>
        <p:txBody>
          <a:bodyPr wrap="none" rtlCol="0">
            <a:spAutoFit/>
          </a:bodyPr>
          <a:lstStyle/>
          <a:p>
            <a:r>
              <a:rPr lang="zh-CN" altLang="en-US" sz="2000" b="1" dirty="0">
                <a:solidFill>
                  <a:schemeClr val="bg1"/>
                </a:solidFill>
              </a:rPr>
              <a:t>起步</a:t>
            </a:r>
          </a:p>
        </p:txBody>
      </p:sp>
      <p:sp>
        <p:nvSpPr>
          <p:cNvPr id="48" name="矩形 39"/>
          <p:cNvSpPr/>
          <p:nvPr/>
        </p:nvSpPr>
        <p:spPr>
          <a:xfrm>
            <a:off x="0" y="203088"/>
            <a:ext cx="1261884" cy="523220"/>
          </a:xfrm>
          <a:prstGeom prst="rect">
            <a:avLst/>
          </a:prstGeom>
          <a:noFill/>
        </p:spPr>
        <p:txBody>
          <a:bodyPr wrap="none" rtlCol="0">
            <a:spAutoFit/>
          </a:bodyPr>
          <a:lstStyle/>
          <a:p>
            <a:r>
              <a:rPr lang="zh-CN" altLang="en-US" sz="2800" b="1" dirty="0">
                <a:solidFill>
                  <a:schemeClr val="tx1">
                    <a:lumMod val="65000"/>
                    <a:lumOff val="35000"/>
                  </a:schemeClr>
                </a:solidFill>
              </a:rPr>
              <a:t>时间线</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119308641"/>
      </p:ext>
    </p:extLst>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组合 16"/>
          <p:cNvGrpSpPr/>
          <p:nvPr/>
        </p:nvGrpSpPr>
        <p:grpSpPr>
          <a:xfrm>
            <a:off x="1284049" y="1778530"/>
            <a:ext cx="2673351" cy="6878638"/>
            <a:chOff x="-420688" y="1854200"/>
            <a:chExt cx="2673351" cy="6878638"/>
          </a:xfrm>
          <a:effectLst>
            <a:outerShdw blurRad="254000" dist="190500" dir="2700000" sx="102000" sy="102000" algn="tl" rotWithShape="0">
              <a:prstClr val="black">
                <a:alpha val="28000"/>
              </a:prstClr>
            </a:outerShdw>
          </a:effectLst>
        </p:grpSpPr>
        <p:sp>
          <p:nvSpPr>
            <p:cNvPr id="6" name="AutoShape 3"/>
            <p:cNvSpPr>
              <a:spLocks noChangeAspect="1" noChangeArrowheads="1" noTextEdit="1"/>
            </p:cNvSpPr>
            <p:nvPr userDrawn="1"/>
          </p:nvSpPr>
          <p:spPr bwMode="auto">
            <a:xfrm>
              <a:off x="-385763" y="1854200"/>
              <a:ext cx="2622551" cy="6861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5"/>
            <p:cNvSpPr>
              <a:spLocks/>
            </p:cNvSpPr>
            <p:nvPr userDrawn="1"/>
          </p:nvSpPr>
          <p:spPr bwMode="auto">
            <a:xfrm>
              <a:off x="214312" y="2141538"/>
              <a:ext cx="633413" cy="542925"/>
            </a:xfrm>
            <a:custGeom>
              <a:avLst/>
              <a:gdLst>
                <a:gd name="T0" fmla="*/ 19 w 37"/>
                <a:gd name="T1" fmla="*/ 0 h 32"/>
                <a:gd name="T2" fmla="*/ 0 w 37"/>
                <a:gd name="T3" fmla="*/ 18 h 32"/>
                <a:gd name="T4" fmla="*/ 7 w 37"/>
                <a:gd name="T5" fmla="*/ 32 h 32"/>
                <a:gd name="T6" fmla="*/ 7 w 37"/>
                <a:gd name="T7" fmla="*/ 24 h 32"/>
                <a:gd name="T8" fmla="*/ 5 w 37"/>
                <a:gd name="T9" fmla="*/ 18 h 32"/>
                <a:gd name="T10" fmla="*/ 19 w 37"/>
                <a:gd name="T11" fmla="*/ 5 h 32"/>
                <a:gd name="T12" fmla="*/ 32 w 37"/>
                <a:gd name="T13" fmla="*/ 18 h 32"/>
                <a:gd name="T14" fmla="*/ 31 w 37"/>
                <a:gd name="T15" fmla="*/ 25 h 32"/>
                <a:gd name="T16" fmla="*/ 31 w 37"/>
                <a:gd name="T17" fmla="*/ 32 h 32"/>
                <a:gd name="T18" fmla="*/ 37 w 37"/>
                <a:gd name="T19" fmla="*/ 18 h 32"/>
                <a:gd name="T20" fmla="*/ 19 w 37"/>
                <a:gd name="T21"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 h="32">
                  <a:moveTo>
                    <a:pt x="19" y="0"/>
                  </a:moveTo>
                  <a:cubicBezTo>
                    <a:pt x="9" y="0"/>
                    <a:pt x="0" y="8"/>
                    <a:pt x="0" y="18"/>
                  </a:cubicBezTo>
                  <a:cubicBezTo>
                    <a:pt x="0" y="24"/>
                    <a:pt x="3" y="29"/>
                    <a:pt x="7" y="32"/>
                  </a:cubicBezTo>
                  <a:cubicBezTo>
                    <a:pt x="7" y="24"/>
                    <a:pt x="7" y="24"/>
                    <a:pt x="7" y="24"/>
                  </a:cubicBezTo>
                  <a:cubicBezTo>
                    <a:pt x="6" y="22"/>
                    <a:pt x="5" y="20"/>
                    <a:pt x="5" y="18"/>
                  </a:cubicBezTo>
                  <a:cubicBezTo>
                    <a:pt x="5" y="11"/>
                    <a:pt x="11" y="5"/>
                    <a:pt x="19" y="5"/>
                  </a:cubicBezTo>
                  <a:cubicBezTo>
                    <a:pt x="26" y="5"/>
                    <a:pt x="32" y="11"/>
                    <a:pt x="32" y="18"/>
                  </a:cubicBezTo>
                  <a:cubicBezTo>
                    <a:pt x="32" y="21"/>
                    <a:pt x="32" y="23"/>
                    <a:pt x="31" y="25"/>
                  </a:cubicBezTo>
                  <a:cubicBezTo>
                    <a:pt x="31" y="32"/>
                    <a:pt x="31" y="32"/>
                    <a:pt x="31" y="32"/>
                  </a:cubicBezTo>
                  <a:cubicBezTo>
                    <a:pt x="35" y="29"/>
                    <a:pt x="37" y="24"/>
                    <a:pt x="37" y="18"/>
                  </a:cubicBezTo>
                  <a:cubicBezTo>
                    <a:pt x="37" y="8"/>
                    <a:pt x="29" y="0"/>
                    <a:pt x="19"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6"/>
            <p:cNvSpPr>
              <a:spLocks/>
            </p:cNvSpPr>
            <p:nvPr userDrawn="1"/>
          </p:nvSpPr>
          <p:spPr bwMode="auto">
            <a:xfrm>
              <a:off x="-60325" y="1870075"/>
              <a:ext cx="1182688" cy="1135063"/>
            </a:xfrm>
            <a:custGeom>
              <a:avLst/>
              <a:gdLst>
                <a:gd name="T0" fmla="*/ 35 w 69"/>
                <a:gd name="T1" fmla="*/ 0 h 67"/>
                <a:gd name="T2" fmla="*/ 0 w 69"/>
                <a:gd name="T3" fmla="*/ 34 h 67"/>
                <a:gd name="T4" fmla="*/ 23 w 69"/>
                <a:gd name="T5" fmla="*/ 66 h 67"/>
                <a:gd name="T6" fmla="*/ 23 w 69"/>
                <a:gd name="T7" fmla="*/ 61 h 67"/>
                <a:gd name="T8" fmla="*/ 5 w 69"/>
                <a:gd name="T9" fmla="*/ 34 h 67"/>
                <a:gd name="T10" fmla="*/ 35 w 69"/>
                <a:gd name="T11" fmla="*/ 5 h 67"/>
                <a:gd name="T12" fmla="*/ 64 w 69"/>
                <a:gd name="T13" fmla="*/ 34 h 67"/>
                <a:gd name="T14" fmla="*/ 47 w 69"/>
                <a:gd name="T15" fmla="*/ 61 h 67"/>
                <a:gd name="T16" fmla="*/ 47 w 69"/>
                <a:gd name="T17" fmla="*/ 67 h 67"/>
                <a:gd name="T18" fmla="*/ 69 w 69"/>
                <a:gd name="T19" fmla="*/ 34 h 67"/>
                <a:gd name="T20" fmla="*/ 35 w 69"/>
                <a:gd name="T21"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67">
                  <a:moveTo>
                    <a:pt x="35" y="0"/>
                  </a:moveTo>
                  <a:cubicBezTo>
                    <a:pt x="16" y="0"/>
                    <a:pt x="0" y="15"/>
                    <a:pt x="0" y="34"/>
                  </a:cubicBezTo>
                  <a:cubicBezTo>
                    <a:pt x="0" y="49"/>
                    <a:pt x="10" y="61"/>
                    <a:pt x="23" y="66"/>
                  </a:cubicBezTo>
                  <a:cubicBezTo>
                    <a:pt x="23" y="61"/>
                    <a:pt x="23" y="61"/>
                    <a:pt x="23" y="61"/>
                  </a:cubicBezTo>
                  <a:cubicBezTo>
                    <a:pt x="12" y="56"/>
                    <a:pt x="5" y="46"/>
                    <a:pt x="5" y="34"/>
                  </a:cubicBezTo>
                  <a:cubicBezTo>
                    <a:pt x="5" y="18"/>
                    <a:pt x="19" y="5"/>
                    <a:pt x="35" y="5"/>
                  </a:cubicBezTo>
                  <a:cubicBezTo>
                    <a:pt x="51" y="5"/>
                    <a:pt x="64" y="18"/>
                    <a:pt x="64" y="34"/>
                  </a:cubicBezTo>
                  <a:cubicBezTo>
                    <a:pt x="64" y="46"/>
                    <a:pt x="57" y="57"/>
                    <a:pt x="47" y="61"/>
                  </a:cubicBezTo>
                  <a:cubicBezTo>
                    <a:pt x="47" y="67"/>
                    <a:pt x="47" y="67"/>
                    <a:pt x="47" y="67"/>
                  </a:cubicBezTo>
                  <a:cubicBezTo>
                    <a:pt x="60" y="62"/>
                    <a:pt x="69" y="49"/>
                    <a:pt x="69" y="34"/>
                  </a:cubicBezTo>
                  <a:cubicBezTo>
                    <a:pt x="69" y="15"/>
                    <a:pt x="54" y="0"/>
                    <a:pt x="35"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7"/>
            <p:cNvSpPr>
              <a:spLocks/>
            </p:cNvSpPr>
            <p:nvPr userDrawn="1"/>
          </p:nvSpPr>
          <p:spPr bwMode="auto">
            <a:xfrm>
              <a:off x="-420688" y="2243138"/>
              <a:ext cx="2468563" cy="3778250"/>
            </a:xfrm>
            <a:custGeom>
              <a:avLst/>
              <a:gdLst>
                <a:gd name="T0" fmla="*/ 139 w 144"/>
                <a:gd name="T1" fmla="*/ 95 h 223"/>
                <a:gd name="T2" fmla="*/ 138 w 144"/>
                <a:gd name="T3" fmla="*/ 87 h 223"/>
                <a:gd name="T4" fmla="*/ 126 w 144"/>
                <a:gd name="T5" fmla="*/ 77 h 223"/>
                <a:gd name="T6" fmla="*/ 115 w 144"/>
                <a:gd name="T7" fmla="*/ 87 h 223"/>
                <a:gd name="T8" fmla="*/ 115 w 144"/>
                <a:gd name="T9" fmla="*/ 79 h 223"/>
                <a:gd name="T10" fmla="*/ 103 w 144"/>
                <a:gd name="T11" fmla="*/ 70 h 223"/>
                <a:gd name="T12" fmla="*/ 91 w 144"/>
                <a:gd name="T13" fmla="*/ 79 h 223"/>
                <a:gd name="T14" fmla="*/ 91 w 144"/>
                <a:gd name="T15" fmla="*/ 72 h 223"/>
                <a:gd name="T16" fmla="*/ 79 w 144"/>
                <a:gd name="T17" fmla="*/ 63 h 223"/>
                <a:gd name="T18" fmla="*/ 67 w 144"/>
                <a:gd name="T19" fmla="*/ 70 h 223"/>
                <a:gd name="T20" fmla="*/ 67 w 144"/>
                <a:gd name="T21" fmla="*/ 9 h 223"/>
                <a:gd name="T22" fmla="*/ 56 w 144"/>
                <a:gd name="T23" fmla="*/ 0 h 223"/>
                <a:gd name="T24" fmla="*/ 44 w 144"/>
                <a:gd name="T25" fmla="*/ 9 h 223"/>
                <a:gd name="T26" fmla="*/ 44 w 144"/>
                <a:gd name="T27" fmla="*/ 129 h 223"/>
                <a:gd name="T28" fmla="*/ 44 w 144"/>
                <a:gd name="T29" fmla="*/ 130 h 223"/>
                <a:gd name="T30" fmla="*/ 44 w 144"/>
                <a:gd name="T31" fmla="*/ 133 h 223"/>
                <a:gd name="T32" fmla="*/ 44 w 144"/>
                <a:gd name="T33" fmla="*/ 136 h 223"/>
                <a:gd name="T34" fmla="*/ 24 w 144"/>
                <a:gd name="T35" fmla="*/ 96 h 223"/>
                <a:gd name="T36" fmla="*/ 9 w 144"/>
                <a:gd name="T37" fmla="*/ 93 h 223"/>
                <a:gd name="T38" fmla="*/ 3 w 144"/>
                <a:gd name="T39" fmla="*/ 107 h 223"/>
                <a:gd name="T40" fmla="*/ 31 w 144"/>
                <a:gd name="T41" fmla="*/ 175 h 223"/>
                <a:gd name="T42" fmla="*/ 52 w 144"/>
                <a:gd name="T43" fmla="*/ 202 h 223"/>
                <a:gd name="T44" fmla="*/ 58 w 144"/>
                <a:gd name="T45" fmla="*/ 216 h 223"/>
                <a:gd name="T46" fmla="*/ 133 w 144"/>
                <a:gd name="T47" fmla="*/ 215 h 223"/>
                <a:gd name="T48" fmla="*/ 141 w 144"/>
                <a:gd name="T49" fmla="*/ 188 h 223"/>
                <a:gd name="T50" fmla="*/ 143 w 144"/>
                <a:gd name="T51" fmla="*/ 146 h 223"/>
                <a:gd name="T52" fmla="*/ 139 w 144"/>
                <a:gd name="T53" fmla="*/ 95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4" h="223">
                  <a:moveTo>
                    <a:pt x="139" y="95"/>
                  </a:moveTo>
                  <a:cubicBezTo>
                    <a:pt x="138" y="87"/>
                    <a:pt x="138" y="87"/>
                    <a:pt x="138" y="87"/>
                  </a:cubicBezTo>
                  <a:cubicBezTo>
                    <a:pt x="138" y="82"/>
                    <a:pt x="133" y="77"/>
                    <a:pt x="126" y="77"/>
                  </a:cubicBezTo>
                  <a:cubicBezTo>
                    <a:pt x="120" y="77"/>
                    <a:pt x="115" y="82"/>
                    <a:pt x="115" y="87"/>
                  </a:cubicBezTo>
                  <a:cubicBezTo>
                    <a:pt x="115" y="79"/>
                    <a:pt x="115" y="79"/>
                    <a:pt x="115" y="79"/>
                  </a:cubicBezTo>
                  <a:cubicBezTo>
                    <a:pt x="115" y="74"/>
                    <a:pt x="109" y="70"/>
                    <a:pt x="103" y="70"/>
                  </a:cubicBezTo>
                  <a:cubicBezTo>
                    <a:pt x="96" y="70"/>
                    <a:pt x="91" y="74"/>
                    <a:pt x="91" y="79"/>
                  </a:cubicBezTo>
                  <a:cubicBezTo>
                    <a:pt x="91" y="72"/>
                    <a:pt x="91" y="72"/>
                    <a:pt x="91" y="72"/>
                  </a:cubicBezTo>
                  <a:cubicBezTo>
                    <a:pt x="91" y="67"/>
                    <a:pt x="86" y="63"/>
                    <a:pt x="79" y="63"/>
                  </a:cubicBezTo>
                  <a:cubicBezTo>
                    <a:pt x="73" y="63"/>
                    <a:pt x="68" y="66"/>
                    <a:pt x="67" y="70"/>
                  </a:cubicBezTo>
                  <a:cubicBezTo>
                    <a:pt x="67" y="9"/>
                    <a:pt x="67" y="9"/>
                    <a:pt x="67" y="9"/>
                  </a:cubicBezTo>
                  <a:cubicBezTo>
                    <a:pt x="67" y="4"/>
                    <a:pt x="62" y="0"/>
                    <a:pt x="56" y="0"/>
                  </a:cubicBezTo>
                  <a:cubicBezTo>
                    <a:pt x="49" y="0"/>
                    <a:pt x="44" y="4"/>
                    <a:pt x="44" y="9"/>
                  </a:cubicBezTo>
                  <a:cubicBezTo>
                    <a:pt x="44" y="129"/>
                    <a:pt x="44" y="129"/>
                    <a:pt x="44" y="129"/>
                  </a:cubicBezTo>
                  <a:cubicBezTo>
                    <a:pt x="44" y="130"/>
                    <a:pt x="44" y="130"/>
                    <a:pt x="44" y="130"/>
                  </a:cubicBezTo>
                  <a:cubicBezTo>
                    <a:pt x="44" y="131"/>
                    <a:pt x="44" y="132"/>
                    <a:pt x="44" y="133"/>
                  </a:cubicBezTo>
                  <a:cubicBezTo>
                    <a:pt x="44" y="136"/>
                    <a:pt x="44" y="136"/>
                    <a:pt x="44" y="136"/>
                  </a:cubicBezTo>
                  <a:cubicBezTo>
                    <a:pt x="24" y="96"/>
                    <a:pt x="24" y="96"/>
                    <a:pt x="24" y="96"/>
                  </a:cubicBezTo>
                  <a:cubicBezTo>
                    <a:pt x="22" y="92"/>
                    <a:pt x="15" y="90"/>
                    <a:pt x="9" y="93"/>
                  </a:cubicBezTo>
                  <a:cubicBezTo>
                    <a:pt x="3" y="96"/>
                    <a:pt x="0" y="102"/>
                    <a:pt x="3" y="107"/>
                  </a:cubicBezTo>
                  <a:cubicBezTo>
                    <a:pt x="31" y="175"/>
                    <a:pt x="31" y="175"/>
                    <a:pt x="31" y="175"/>
                  </a:cubicBezTo>
                  <a:cubicBezTo>
                    <a:pt x="34" y="180"/>
                    <a:pt x="44" y="187"/>
                    <a:pt x="52" y="202"/>
                  </a:cubicBezTo>
                  <a:cubicBezTo>
                    <a:pt x="56" y="211"/>
                    <a:pt x="58" y="216"/>
                    <a:pt x="58" y="216"/>
                  </a:cubicBezTo>
                  <a:cubicBezTo>
                    <a:pt x="58" y="216"/>
                    <a:pt x="73" y="223"/>
                    <a:pt x="133" y="215"/>
                  </a:cubicBezTo>
                  <a:cubicBezTo>
                    <a:pt x="133" y="215"/>
                    <a:pt x="138" y="204"/>
                    <a:pt x="141" y="188"/>
                  </a:cubicBezTo>
                  <a:cubicBezTo>
                    <a:pt x="141" y="188"/>
                    <a:pt x="144" y="159"/>
                    <a:pt x="143" y="146"/>
                  </a:cubicBezTo>
                  <a:cubicBezTo>
                    <a:pt x="142" y="126"/>
                    <a:pt x="140" y="112"/>
                    <a:pt x="139" y="95"/>
                  </a:cubicBezTo>
                </a:path>
              </a:pathLst>
            </a:custGeom>
            <a:solidFill>
              <a:srgbClr val="FFB57D"/>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 name="Freeform 8"/>
            <p:cNvSpPr>
              <a:spLocks noEditPoints="1"/>
            </p:cNvSpPr>
            <p:nvPr userDrawn="1"/>
          </p:nvSpPr>
          <p:spPr bwMode="auto">
            <a:xfrm>
              <a:off x="-420688" y="2243138"/>
              <a:ext cx="2468563" cy="3709988"/>
            </a:xfrm>
            <a:custGeom>
              <a:avLst/>
              <a:gdLst>
                <a:gd name="T0" fmla="*/ 83 w 144"/>
                <a:gd name="T1" fmla="*/ 219 h 219"/>
                <a:gd name="T2" fmla="*/ 58 w 144"/>
                <a:gd name="T3" fmla="*/ 216 h 219"/>
                <a:gd name="T4" fmla="*/ 51 w 144"/>
                <a:gd name="T5" fmla="*/ 202 h 219"/>
                <a:gd name="T6" fmla="*/ 31 w 144"/>
                <a:gd name="T7" fmla="*/ 175 h 219"/>
                <a:gd name="T8" fmla="*/ 9 w 144"/>
                <a:gd name="T9" fmla="*/ 93 h 219"/>
                <a:gd name="T10" fmla="*/ 24 w 144"/>
                <a:gd name="T11" fmla="*/ 96 h 219"/>
                <a:gd name="T12" fmla="*/ 43 w 144"/>
                <a:gd name="T13" fmla="*/ 133 h 219"/>
                <a:gd name="T14" fmla="*/ 44 w 144"/>
                <a:gd name="T15" fmla="*/ 129 h 219"/>
                <a:gd name="T16" fmla="*/ 56 w 144"/>
                <a:gd name="T17" fmla="*/ 0 h 219"/>
                <a:gd name="T18" fmla="*/ 68 w 144"/>
                <a:gd name="T19" fmla="*/ 69 h 219"/>
                <a:gd name="T20" fmla="*/ 91 w 144"/>
                <a:gd name="T21" fmla="*/ 72 h 219"/>
                <a:gd name="T22" fmla="*/ 103 w 144"/>
                <a:gd name="T23" fmla="*/ 70 h 219"/>
                <a:gd name="T24" fmla="*/ 115 w 144"/>
                <a:gd name="T25" fmla="*/ 84 h 219"/>
                <a:gd name="T26" fmla="*/ 139 w 144"/>
                <a:gd name="T27" fmla="*/ 87 h 219"/>
                <a:gd name="T28" fmla="*/ 141 w 144"/>
                <a:gd name="T29" fmla="*/ 121 h 219"/>
                <a:gd name="T30" fmla="*/ 141 w 144"/>
                <a:gd name="T31" fmla="*/ 188 h 219"/>
                <a:gd name="T32" fmla="*/ 133 w 144"/>
                <a:gd name="T33" fmla="*/ 215 h 219"/>
                <a:gd name="T34" fmla="*/ 83 w 144"/>
                <a:gd name="T35" fmla="*/ 219 h 219"/>
                <a:gd name="T36" fmla="*/ 83 w 144"/>
                <a:gd name="T37" fmla="*/ 219 h 219"/>
                <a:gd name="T38" fmla="*/ 133 w 144"/>
                <a:gd name="T39" fmla="*/ 214 h 219"/>
                <a:gd name="T40" fmla="*/ 143 w 144"/>
                <a:gd name="T41" fmla="*/ 146 h 219"/>
                <a:gd name="T42" fmla="*/ 139 w 144"/>
                <a:gd name="T43" fmla="*/ 95 h 219"/>
                <a:gd name="T44" fmla="*/ 126 w 144"/>
                <a:gd name="T45" fmla="*/ 78 h 219"/>
                <a:gd name="T46" fmla="*/ 114 w 144"/>
                <a:gd name="T47" fmla="*/ 87 h 219"/>
                <a:gd name="T48" fmla="*/ 103 w 144"/>
                <a:gd name="T49" fmla="*/ 70 h 219"/>
                <a:gd name="T50" fmla="*/ 91 w 144"/>
                <a:gd name="T51" fmla="*/ 79 h 219"/>
                <a:gd name="T52" fmla="*/ 79 w 144"/>
                <a:gd name="T53" fmla="*/ 63 h 219"/>
                <a:gd name="T54" fmla="*/ 67 w 144"/>
                <a:gd name="T55" fmla="*/ 72 h 219"/>
                <a:gd name="T56" fmla="*/ 56 w 144"/>
                <a:gd name="T57" fmla="*/ 0 h 219"/>
                <a:gd name="T58" fmla="*/ 44 w 144"/>
                <a:gd name="T59" fmla="*/ 129 h 219"/>
                <a:gd name="T60" fmla="*/ 44 w 144"/>
                <a:gd name="T61" fmla="*/ 133 h 219"/>
                <a:gd name="T62" fmla="*/ 24 w 144"/>
                <a:gd name="T63" fmla="*/ 96 h 219"/>
                <a:gd name="T64" fmla="*/ 9 w 144"/>
                <a:gd name="T65" fmla="*/ 94 h 219"/>
                <a:gd name="T66" fmla="*/ 31 w 144"/>
                <a:gd name="T67" fmla="*/ 175 h 219"/>
                <a:gd name="T68" fmla="*/ 52 w 144"/>
                <a:gd name="T69" fmla="*/ 202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4" h="219">
                  <a:moveTo>
                    <a:pt x="83" y="219"/>
                  </a:moveTo>
                  <a:cubicBezTo>
                    <a:pt x="83" y="219"/>
                    <a:pt x="83" y="219"/>
                    <a:pt x="83" y="219"/>
                  </a:cubicBezTo>
                  <a:cubicBezTo>
                    <a:pt x="64" y="219"/>
                    <a:pt x="58" y="216"/>
                    <a:pt x="58" y="216"/>
                  </a:cubicBezTo>
                  <a:cubicBezTo>
                    <a:pt x="58" y="216"/>
                    <a:pt x="58" y="216"/>
                    <a:pt x="58" y="216"/>
                  </a:cubicBezTo>
                  <a:cubicBezTo>
                    <a:pt x="58" y="216"/>
                    <a:pt x="58" y="216"/>
                    <a:pt x="58" y="216"/>
                  </a:cubicBezTo>
                  <a:cubicBezTo>
                    <a:pt x="58" y="216"/>
                    <a:pt x="56" y="211"/>
                    <a:pt x="51" y="202"/>
                  </a:cubicBezTo>
                  <a:cubicBezTo>
                    <a:pt x="46" y="192"/>
                    <a:pt x="41" y="186"/>
                    <a:pt x="36" y="182"/>
                  </a:cubicBezTo>
                  <a:cubicBezTo>
                    <a:pt x="34" y="179"/>
                    <a:pt x="32" y="177"/>
                    <a:pt x="31" y="175"/>
                  </a:cubicBezTo>
                  <a:cubicBezTo>
                    <a:pt x="2" y="107"/>
                    <a:pt x="2" y="107"/>
                    <a:pt x="2" y="107"/>
                  </a:cubicBezTo>
                  <a:cubicBezTo>
                    <a:pt x="0" y="102"/>
                    <a:pt x="3" y="96"/>
                    <a:pt x="9" y="93"/>
                  </a:cubicBezTo>
                  <a:cubicBezTo>
                    <a:pt x="11" y="92"/>
                    <a:pt x="14" y="92"/>
                    <a:pt x="16" y="92"/>
                  </a:cubicBezTo>
                  <a:cubicBezTo>
                    <a:pt x="20" y="92"/>
                    <a:pt x="23" y="93"/>
                    <a:pt x="24" y="96"/>
                  </a:cubicBezTo>
                  <a:cubicBezTo>
                    <a:pt x="43" y="135"/>
                    <a:pt x="43" y="135"/>
                    <a:pt x="43" y="135"/>
                  </a:cubicBezTo>
                  <a:cubicBezTo>
                    <a:pt x="43" y="133"/>
                    <a:pt x="43" y="133"/>
                    <a:pt x="43" y="133"/>
                  </a:cubicBezTo>
                  <a:cubicBezTo>
                    <a:pt x="43" y="132"/>
                    <a:pt x="43" y="131"/>
                    <a:pt x="44" y="130"/>
                  </a:cubicBezTo>
                  <a:cubicBezTo>
                    <a:pt x="44" y="129"/>
                    <a:pt x="44" y="129"/>
                    <a:pt x="44" y="129"/>
                  </a:cubicBezTo>
                  <a:cubicBezTo>
                    <a:pt x="44" y="9"/>
                    <a:pt x="44" y="9"/>
                    <a:pt x="44" y="9"/>
                  </a:cubicBezTo>
                  <a:cubicBezTo>
                    <a:pt x="44" y="4"/>
                    <a:pt x="49" y="0"/>
                    <a:pt x="56" y="0"/>
                  </a:cubicBezTo>
                  <a:cubicBezTo>
                    <a:pt x="62" y="0"/>
                    <a:pt x="68" y="4"/>
                    <a:pt x="68" y="9"/>
                  </a:cubicBezTo>
                  <a:cubicBezTo>
                    <a:pt x="68" y="69"/>
                    <a:pt x="68" y="69"/>
                    <a:pt x="68" y="69"/>
                  </a:cubicBezTo>
                  <a:cubicBezTo>
                    <a:pt x="69" y="65"/>
                    <a:pt x="74" y="63"/>
                    <a:pt x="79" y="63"/>
                  </a:cubicBezTo>
                  <a:cubicBezTo>
                    <a:pt x="86" y="63"/>
                    <a:pt x="91" y="67"/>
                    <a:pt x="91" y="72"/>
                  </a:cubicBezTo>
                  <a:cubicBezTo>
                    <a:pt x="91" y="76"/>
                    <a:pt x="91" y="76"/>
                    <a:pt x="91" y="76"/>
                  </a:cubicBezTo>
                  <a:cubicBezTo>
                    <a:pt x="93" y="72"/>
                    <a:pt x="97" y="70"/>
                    <a:pt x="103" y="70"/>
                  </a:cubicBezTo>
                  <a:cubicBezTo>
                    <a:pt x="109" y="70"/>
                    <a:pt x="115" y="74"/>
                    <a:pt x="115" y="79"/>
                  </a:cubicBezTo>
                  <a:cubicBezTo>
                    <a:pt x="115" y="84"/>
                    <a:pt x="115" y="84"/>
                    <a:pt x="115" y="84"/>
                  </a:cubicBezTo>
                  <a:cubicBezTo>
                    <a:pt x="116" y="80"/>
                    <a:pt x="121" y="77"/>
                    <a:pt x="126" y="77"/>
                  </a:cubicBezTo>
                  <a:cubicBezTo>
                    <a:pt x="133" y="77"/>
                    <a:pt x="139" y="81"/>
                    <a:pt x="139" y="87"/>
                  </a:cubicBezTo>
                  <a:cubicBezTo>
                    <a:pt x="139" y="95"/>
                    <a:pt x="139" y="95"/>
                    <a:pt x="139" y="95"/>
                  </a:cubicBezTo>
                  <a:cubicBezTo>
                    <a:pt x="140" y="104"/>
                    <a:pt x="140" y="112"/>
                    <a:pt x="141" y="121"/>
                  </a:cubicBezTo>
                  <a:cubicBezTo>
                    <a:pt x="142" y="129"/>
                    <a:pt x="143" y="137"/>
                    <a:pt x="143" y="146"/>
                  </a:cubicBezTo>
                  <a:cubicBezTo>
                    <a:pt x="144" y="159"/>
                    <a:pt x="141" y="187"/>
                    <a:pt x="141" y="188"/>
                  </a:cubicBezTo>
                  <a:cubicBezTo>
                    <a:pt x="138" y="204"/>
                    <a:pt x="133" y="215"/>
                    <a:pt x="133" y="215"/>
                  </a:cubicBezTo>
                  <a:cubicBezTo>
                    <a:pt x="133" y="215"/>
                    <a:pt x="133" y="215"/>
                    <a:pt x="133" y="215"/>
                  </a:cubicBezTo>
                  <a:cubicBezTo>
                    <a:pt x="133" y="215"/>
                    <a:pt x="133" y="215"/>
                    <a:pt x="133" y="215"/>
                  </a:cubicBezTo>
                  <a:cubicBezTo>
                    <a:pt x="114" y="218"/>
                    <a:pt x="97" y="219"/>
                    <a:pt x="83" y="219"/>
                  </a:cubicBezTo>
                  <a:moveTo>
                    <a:pt x="58" y="216"/>
                  </a:moveTo>
                  <a:cubicBezTo>
                    <a:pt x="59" y="216"/>
                    <a:pt x="65" y="219"/>
                    <a:pt x="83" y="219"/>
                  </a:cubicBezTo>
                  <a:cubicBezTo>
                    <a:pt x="83" y="219"/>
                    <a:pt x="83" y="219"/>
                    <a:pt x="83" y="219"/>
                  </a:cubicBezTo>
                  <a:cubicBezTo>
                    <a:pt x="97" y="219"/>
                    <a:pt x="113" y="217"/>
                    <a:pt x="133" y="214"/>
                  </a:cubicBezTo>
                  <a:cubicBezTo>
                    <a:pt x="133" y="213"/>
                    <a:pt x="138" y="203"/>
                    <a:pt x="141" y="188"/>
                  </a:cubicBezTo>
                  <a:cubicBezTo>
                    <a:pt x="141" y="187"/>
                    <a:pt x="143" y="159"/>
                    <a:pt x="143" y="146"/>
                  </a:cubicBezTo>
                  <a:cubicBezTo>
                    <a:pt x="142" y="137"/>
                    <a:pt x="141" y="129"/>
                    <a:pt x="141" y="121"/>
                  </a:cubicBezTo>
                  <a:cubicBezTo>
                    <a:pt x="140" y="112"/>
                    <a:pt x="139" y="104"/>
                    <a:pt x="139" y="95"/>
                  </a:cubicBezTo>
                  <a:cubicBezTo>
                    <a:pt x="138" y="87"/>
                    <a:pt x="138" y="87"/>
                    <a:pt x="138" y="87"/>
                  </a:cubicBezTo>
                  <a:cubicBezTo>
                    <a:pt x="138" y="82"/>
                    <a:pt x="133" y="78"/>
                    <a:pt x="126" y="78"/>
                  </a:cubicBezTo>
                  <a:cubicBezTo>
                    <a:pt x="120" y="78"/>
                    <a:pt x="115" y="82"/>
                    <a:pt x="115" y="87"/>
                  </a:cubicBezTo>
                  <a:cubicBezTo>
                    <a:pt x="114" y="87"/>
                    <a:pt x="114" y="87"/>
                    <a:pt x="114" y="87"/>
                  </a:cubicBezTo>
                  <a:cubicBezTo>
                    <a:pt x="114" y="79"/>
                    <a:pt x="114" y="79"/>
                    <a:pt x="114" y="79"/>
                  </a:cubicBezTo>
                  <a:cubicBezTo>
                    <a:pt x="114" y="74"/>
                    <a:pt x="109" y="70"/>
                    <a:pt x="103" y="70"/>
                  </a:cubicBezTo>
                  <a:cubicBezTo>
                    <a:pt x="96" y="70"/>
                    <a:pt x="91" y="74"/>
                    <a:pt x="91" y="79"/>
                  </a:cubicBezTo>
                  <a:cubicBezTo>
                    <a:pt x="91" y="79"/>
                    <a:pt x="91" y="79"/>
                    <a:pt x="91" y="79"/>
                  </a:cubicBezTo>
                  <a:cubicBezTo>
                    <a:pt x="91" y="72"/>
                    <a:pt x="91" y="72"/>
                    <a:pt x="91" y="72"/>
                  </a:cubicBezTo>
                  <a:cubicBezTo>
                    <a:pt x="91" y="67"/>
                    <a:pt x="85" y="63"/>
                    <a:pt x="79" y="63"/>
                  </a:cubicBezTo>
                  <a:cubicBezTo>
                    <a:pt x="73" y="63"/>
                    <a:pt x="69" y="66"/>
                    <a:pt x="68" y="70"/>
                  </a:cubicBezTo>
                  <a:cubicBezTo>
                    <a:pt x="67" y="72"/>
                    <a:pt x="67" y="72"/>
                    <a:pt x="67" y="72"/>
                  </a:cubicBezTo>
                  <a:cubicBezTo>
                    <a:pt x="67" y="9"/>
                    <a:pt x="67" y="9"/>
                    <a:pt x="67" y="9"/>
                  </a:cubicBezTo>
                  <a:cubicBezTo>
                    <a:pt x="67" y="4"/>
                    <a:pt x="62" y="0"/>
                    <a:pt x="56" y="0"/>
                  </a:cubicBezTo>
                  <a:cubicBezTo>
                    <a:pt x="49" y="0"/>
                    <a:pt x="44" y="4"/>
                    <a:pt x="44" y="9"/>
                  </a:cubicBezTo>
                  <a:cubicBezTo>
                    <a:pt x="44" y="129"/>
                    <a:pt x="44" y="129"/>
                    <a:pt x="44" y="129"/>
                  </a:cubicBezTo>
                  <a:cubicBezTo>
                    <a:pt x="44" y="129"/>
                    <a:pt x="44" y="129"/>
                    <a:pt x="44" y="130"/>
                  </a:cubicBezTo>
                  <a:cubicBezTo>
                    <a:pt x="44" y="131"/>
                    <a:pt x="44" y="132"/>
                    <a:pt x="44" y="133"/>
                  </a:cubicBezTo>
                  <a:cubicBezTo>
                    <a:pt x="44" y="137"/>
                    <a:pt x="44" y="137"/>
                    <a:pt x="44" y="137"/>
                  </a:cubicBezTo>
                  <a:cubicBezTo>
                    <a:pt x="24" y="96"/>
                    <a:pt x="24" y="96"/>
                    <a:pt x="24" y="96"/>
                  </a:cubicBezTo>
                  <a:cubicBezTo>
                    <a:pt x="22" y="94"/>
                    <a:pt x="19" y="92"/>
                    <a:pt x="16" y="92"/>
                  </a:cubicBezTo>
                  <a:cubicBezTo>
                    <a:pt x="14" y="92"/>
                    <a:pt x="11" y="93"/>
                    <a:pt x="9" y="94"/>
                  </a:cubicBezTo>
                  <a:cubicBezTo>
                    <a:pt x="4" y="96"/>
                    <a:pt x="1" y="102"/>
                    <a:pt x="3" y="107"/>
                  </a:cubicBezTo>
                  <a:cubicBezTo>
                    <a:pt x="31" y="175"/>
                    <a:pt x="31" y="175"/>
                    <a:pt x="31" y="175"/>
                  </a:cubicBezTo>
                  <a:cubicBezTo>
                    <a:pt x="32" y="177"/>
                    <a:pt x="34" y="179"/>
                    <a:pt x="37" y="181"/>
                  </a:cubicBezTo>
                  <a:cubicBezTo>
                    <a:pt x="41" y="186"/>
                    <a:pt x="47" y="192"/>
                    <a:pt x="52" y="202"/>
                  </a:cubicBezTo>
                  <a:cubicBezTo>
                    <a:pt x="56" y="210"/>
                    <a:pt x="58" y="215"/>
                    <a:pt x="58" y="216"/>
                  </a:cubicBezTo>
                </a:path>
              </a:pathLst>
            </a:custGeom>
            <a:solidFill>
              <a:srgbClr val="FFB57D"/>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 name="Freeform 9"/>
            <p:cNvSpPr>
              <a:spLocks/>
            </p:cNvSpPr>
            <p:nvPr userDrawn="1"/>
          </p:nvSpPr>
          <p:spPr bwMode="auto">
            <a:xfrm>
              <a:off x="368300" y="2293938"/>
              <a:ext cx="325438" cy="322263"/>
            </a:xfrm>
            <a:custGeom>
              <a:avLst/>
              <a:gdLst>
                <a:gd name="T0" fmla="*/ 12 w 19"/>
                <a:gd name="T1" fmla="*/ 0 h 19"/>
                <a:gd name="T2" fmla="*/ 12 w 19"/>
                <a:gd name="T3" fmla="*/ 0 h 19"/>
                <a:gd name="T4" fmla="*/ 6 w 19"/>
                <a:gd name="T5" fmla="*/ 0 h 19"/>
                <a:gd name="T6" fmla="*/ 0 w 19"/>
                <a:gd name="T7" fmla="*/ 6 h 19"/>
                <a:gd name="T8" fmla="*/ 0 w 19"/>
                <a:gd name="T9" fmla="*/ 13 h 19"/>
                <a:gd name="T10" fmla="*/ 6 w 19"/>
                <a:gd name="T11" fmla="*/ 19 h 19"/>
                <a:gd name="T12" fmla="*/ 7 w 19"/>
                <a:gd name="T13" fmla="*/ 19 h 19"/>
                <a:gd name="T14" fmla="*/ 13 w 19"/>
                <a:gd name="T15" fmla="*/ 19 h 19"/>
                <a:gd name="T16" fmla="*/ 19 w 19"/>
                <a:gd name="T17" fmla="*/ 13 h 19"/>
                <a:gd name="T18" fmla="*/ 19 w 19"/>
                <a:gd name="T19" fmla="*/ 6 h 19"/>
                <a:gd name="T20" fmla="*/ 12 w 19"/>
                <a:gd name="T2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9">
                  <a:moveTo>
                    <a:pt x="12" y="0"/>
                  </a:moveTo>
                  <a:cubicBezTo>
                    <a:pt x="12" y="0"/>
                    <a:pt x="12" y="0"/>
                    <a:pt x="12" y="0"/>
                  </a:cubicBezTo>
                  <a:cubicBezTo>
                    <a:pt x="6" y="0"/>
                    <a:pt x="6" y="0"/>
                    <a:pt x="6" y="0"/>
                  </a:cubicBezTo>
                  <a:cubicBezTo>
                    <a:pt x="3" y="0"/>
                    <a:pt x="0" y="3"/>
                    <a:pt x="0" y="6"/>
                  </a:cubicBezTo>
                  <a:cubicBezTo>
                    <a:pt x="0" y="13"/>
                    <a:pt x="0" y="13"/>
                    <a:pt x="0" y="13"/>
                  </a:cubicBezTo>
                  <a:cubicBezTo>
                    <a:pt x="0" y="17"/>
                    <a:pt x="3" y="19"/>
                    <a:pt x="6" y="19"/>
                  </a:cubicBezTo>
                  <a:cubicBezTo>
                    <a:pt x="7" y="19"/>
                    <a:pt x="7" y="19"/>
                    <a:pt x="7" y="19"/>
                  </a:cubicBezTo>
                  <a:cubicBezTo>
                    <a:pt x="13" y="19"/>
                    <a:pt x="13" y="19"/>
                    <a:pt x="13" y="19"/>
                  </a:cubicBezTo>
                  <a:cubicBezTo>
                    <a:pt x="16" y="19"/>
                    <a:pt x="19" y="16"/>
                    <a:pt x="19" y="13"/>
                  </a:cubicBezTo>
                  <a:cubicBezTo>
                    <a:pt x="19" y="6"/>
                    <a:pt x="19" y="6"/>
                    <a:pt x="19" y="6"/>
                  </a:cubicBezTo>
                  <a:cubicBezTo>
                    <a:pt x="19" y="2"/>
                    <a:pt x="16" y="0"/>
                    <a:pt x="12" y="0"/>
                  </a:cubicBezTo>
                </a:path>
              </a:pathLst>
            </a:custGeom>
            <a:solidFill>
              <a:srgbClr val="FFD8BD"/>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 name="Freeform 10"/>
            <p:cNvSpPr>
              <a:spLocks/>
            </p:cNvSpPr>
            <p:nvPr userDrawn="1"/>
          </p:nvSpPr>
          <p:spPr bwMode="auto">
            <a:xfrm>
              <a:off x="-352425" y="3835400"/>
              <a:ext cx="377825" cy="373063"/>
            </a:xfrm>
            <a:custGeom>
              <a:avLst/>
              <a:gdLst>
                <a:gd name="T0" fmla="*/ 12 w 22"/>
                <a:gd name="T1" fmla="*/ 0 h 22"/>
                <a:gd name="T2" fmla="*/ 10 w 22"/>
                <a:gd name="T3" fmla="*/ 1 h 22"/>
                <a:gd name="T4" fmla="*/ 4 w 22"/>
                <a:gd name="T5" fmla="*/ 3 h 22"/>
                <a:gd name="T6" fmla="*/ 1 w 22"/>
                <a:gd name="T7" fmla="*/ 12 h 22"/>
                <a:gd name="T8" fmla="*/ 4 w 22"/>
                <a:gd name="T9" fmla="*/ 18 h 22"/>
                <a:gd name="T10" fmla="*/ 10 w 22"/>
                <a:gd name="T11" fmla="*/ 22 h 22"/>
                <a:gd name="T12" fmla="*/ 12 w 22"/>
                <a:gd name="T13" fmla="*/ 21 h 22"/>
                <a:gd name="T14" fmla="*/ 18 w 22"/>
                <a:gd name="T15" fmla="*/ 18 h 22"/>
                <a:gd name="T16" fmla="*/ 21 w 22"/>
                <a:gd name="T17" fmla="*/ 10 h 22"/>
                <a:gd name="T18" fmla="*/ 18 w 22"/>
                <a:gd name="T19" fmla="*/ 4 h 22"/>
                <a:gd name="T20" fmla="*/ 12 w 22"/>
                <a:gd name="T2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22">
                  <a:moveTo>
                    <a:pt x="12" y="0"/>
                  </a:moveTo>
                  <a:cubicBezTo>
                    <a:pt x="11" y="0"/>
                    <a:pt x="10" y="0"/>
                    <a:pt x="10" y="1"/>
                  </a:cubicBezTo>
                  <a:cubicBezTo>
                    <a:pt x="4" y="3"/>
                    <a:pt x="4" y="3"/>
                    <a:pt x="4" y="3"/>
                  </a:cubicBezTo>
                  <a:cubicBezTo>
                    <a:pt x="1" y="5"/>
                    <a:pt x="0" y="9"/>
                    <a:pt x="1" y="12"/>
                  </a:cubicBezTo>
                  <a:cubicBezTo>
                    <a:pt x="4" y="18"/>
                    <a:pt x="4" y="18"/>
                    <a:pt x="4" y="18"/>
                  </a:cubicBezTo>
                  <a:cubicBezTo>
                    <a:pt x="5" y="20"/>
                    <a:pt x="8" y="22"/>
                    <a:pt x="10" y="22"/>
                  </a:cubicBezTo>
                  <a:cubicBezTo>
                    <a:pt x="11" y="22"/>
                    <a:pt x="12" y="21"/>
                    <a:pt x="12" y="21"/>
                  </a:cubicBezTo>
                  <a:cubicBezTo>
                    <a:pt x="18" y="18"/>
                    <a:pt x="18" y="18"/>
                    <a:pt x="18" y="18"/>
                  </a:cubicBezTo>
                  <a:cubicBezTo>
                    <a:pt x="21" y="17"/>
                    <a:pt x="22" y="13"/>
                    <a:pt x="21" y="10"/>
                  </a:cubicBezTo>
                  <a:cubicBezTo>
                    <a:pt x="18" y="4"/>
                    <a:pt x="18" y="4"/>
                    <a:pt x="18" y="4"/>
                  </a:cubicBezTo>
                  <a:cubicBezTo>
                    <a:pt x="17" y="2"/>
                    <a:pt x="15" y="0"/>
                    <a:pt x="12" y="0"/>
                  </a:cubicBezTo>
                </a:path>
              </a:pathLst>
            </a:custGeom>
            <a:solidFill>
              <a:srgbClr val="FFD8BD"/>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 name="Rectangle 11"/>
            <p:cNvSpPr>
              <a:spLocks noChangeArrowheads="1"/>
            </p:cNvSpPr>
            <p:nvPr userDrawn="1"/>
          </p:nvSpPr>
          <p:spPr bwMode="auto">
            <a:xfrm>
              <a:off x="300037" y="5784850"/>
              <a:ext cx="1798638" cy="423863"/>
            </a:xfrm>
            <a:prstGeom prst="rect">
              <a:avLst/>
            </a:prstGeom>
            <a:solidFill>
              <a:srgbClr val="FFFFFF"/>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 name="Rectangle 12"/>
            <p:cNvSpPr>
              <a:spLocks noChangeArrowheads="1"/>
            </p:cNvSpPr>
            <p:nvPr userDrawn="1"/>
          </p:nvSpPr>
          <p:spPr bwMode="auto">
            <a:xfrm>
              <a:off x="179387" y="5970588"/>
              <a:ext cx="2073276" cy="2762250"/>
            </a:xfrm>
            <a:prstGeom prst="rect">
              <a:avLst/>
            </a:prstGeom>
            <a:solidFill>
              <a:srgbClr val="515A66"/>
            </a:solidFill>
            <a:ln>
              <a:noFill/>
            </a:ln>
          </p:spPr>
          <p:txBody>
            <a:bodyPr vert="horz" wrap="square" lIns="91440" tIns="45720" rIns="91440" bIns="45720" numCol="1" anchor="t" anchorCtr="0" compatLnSpc="1">
              <a:prstTxWarp prst="textNoShape">
                <a:avLst/>
              </a:prstTxWarp>
            </a:bodyPr>
            <a:lstStyle/>
            <a:p>
              <a:endParaRPr lang="zh-CN" altLang="en-US"/>
            </a:p>
          </p:txBody>
        </p:sp>
      </p:grpSp>
      <p:sp>
        <p:nvSpPr>
          <p:cNvPr id="15" name="文本框 14"/>
          <p:cNvSpPr txBox="1"/>
          <p:nvPr/>
        </p:nvSpPr>
        <p:spPr>
          <a:xfrm>
            <a:off x="4717314" y="2705725"/>
            <a:ext cx="4698722" cy="1446550"/>
          </a:xfrm>
          <a:prstGeom prst="rect">
            <a:avLst/>
          </a:prstGeom>
          <a:noFill/>
        </p:spPr>
        <p:txBody>
          <a:bodyPr wrap="none" rtlCol="0" anchor="ctr">
            <a:spAutoFit/>
          </a:bodyPr>
          <a:lstStyle>
            <a:defPPr>
              <a:defRPr lang="zh-CN"/>
            </a:defPPr>
            <a:lvl1pPr>
              <a:defRPr sz="3600" b="1">
                <a:solidFill>
                  <a:schemeClr val="bg1"/>
                </a:solidFill>
                <a:effectLst>
                  <a:outerShdw blurRad="266700" algn="ctr" rotWithShape="0">
                    <a:schemeClr val="bg1">
                      <a:alpha val="55000"/>
                    </a:schemeClr>
                  </a:outerShdw>
                </a:effectLst>
                <a:latin typeface="Impact" panose="020B0806030902050204" pitchFamily="34" charset="0"/>
              </a:defRPr>
            </a:lvl1pPr>
          </a:lstStyle>
          <a:p>
            <a:pPr algn="ctr"/>
            <a:r>
              <a:rPr lang="zh-CN" altLang="en-US" sz="8800" dirty="0">
                <a:solidFill>
                  <a:schemeClr val="tx1">
                    <a:lumMod val="65000"/>
                    <a:lumOff val="35000"/>
                  </a:schemeClr>
                </a:solidFill>
                <a:effectLst>
                  <a:outerShdw blurRad="152400" dist="101600" dir="2700000" algn="tl">
                    <a:srgbClr val="000000">
                      <a:alpha val="32000"/>
                    </a:srgbClr>
                  </a:outerShdw>
                </a:effectLst>
              </a:rPr>
              <a:t>信息图表</a:t>
            </a:r>
          </a:p>
        </p:txBody>
      </p:sp>
    </p:spTree>
    <p:extLst>
      <p:ext uri="{BB962C8B-B14F-4D97-AF65-F5344CB8AC3E}">
        <p14:creationId xmlns:p14="http://schemas.microsoft.com/office/powerpoint/2010/main" val="1359072203"/>
      </p:ext>
    </p:extLst>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1"/>
          <p:cNvSpPr>
            <a:spLocks noChangeArrowheads="1"/>
          </p:cNvSpPr>
          <p:nvPr/>
        </p:nvSpPr>
        <p:spPr bwMode="auto">
          <a:xfrm>
            <a:off x="5874938" y="4602657"/>
            <a:ext cx="1593720" cy="1714175"/>
          </a:xfrm>
          <a:prstGeom prst="rect">
            <a:avLst/>
          </a:prstGeom>
          <a:solidFill>
            <a:srgbClr val="0097E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 name="Rectangle 49"/>
          <p:cNvSpPr>
            <a:spLocks noChangeArrowheads="1"/>
          </p:cNvSpPr>
          <p:nvPr/>
        </p:nvSpPr>
        <p:spPr bwMode="auto">
          <a:xfrm>
            <a:off x="7746633" y="4602657"/>
            <a:ext cx="1593720" cy="1714175"/>
          </a:xfrm>
          <a:prstGeom prst="rect">
            <a:avLst/>
          </a:prstGeom>
          <a:solidFill>
            <a:srgbClr val="0097E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 name="Rectangle 56"/>
          <p:cNvSpPr>
            <a:spLocks noChangeArrowheads="1"/>
          </p:cNvSpPr>
          <p:nvPr/>
        </p:nvSpPr>
        <p:spPr bwMode="auto">
          <a:xfrm>
            <a:off x="9655390" y="4602657"/>
            <a:ext cx="1596810" cy="1714175"/>
          </a:xfrm>
          <a:prstGeom prst="rect">
            <a:avLst/>
          </a:prstGeom>
          <a:solidFill>
            <a:srgbClr val="0097E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 name="Rectangle 62"/>
          <p:cNvSpPr>
            <a:spLocks noChangeArrowheads="1"/>
          </p:cNvSpPr>
          <p:nvPr/>
        </p:nvSpPr>
        <p:spPr bwMode="auto">
          <a:xfrm>
            <a:off x="3987800" y="4602657"/>
            <a:ext cx="1593720" cy="1714175"/>
          </a:xfrm>
          <a:prstGeom prst="rect">
            <a:avLst/>
          </a:prstGeom>
          <a:solidFill>
            <a:srgbClr val="0097E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 name="Oval 68"/>
          <p:cNvSpPr>
            <a:spLocks noChangeArrowheads="1"/>
          </p:cNvSpPr>
          <p:nvPr/>
        </p:nvSpPr>
        <p:spPr bwMode="auto">
          <a:xfrm>
            <a:off x="5881116" y="451572"/>
            <a:ext cx="3459237" cy="346232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 name="Freeform 69"/>
          <p:cNvSpPr>
            <a:spLocks noEditPoints="1"/>
          </p:cNvSpPr>
          <p:nvPr/>
        </p:nvSpPr>
        <p:spPr bwMode="auto">
          <a:xfrm>
            <a:off x="5837875" y="408332"/>
            <a:ext cx="3548808" cy="3551896"/>
          </a:xfrm>
          <a:custGeom>
            <a:avLst/>
            <a:gdLst>
              <a:gd name="T0" fmla="*/ 243 w 485"/>
              <a:gd name="T1" fmla="*/ 12 h 485"/>
              <a:gd name="T2" fmla="*/ 473 w 485"/>
              <a:gd name="T3" fmla="*/ 242 h 485"/>
              <a:gd name="T4" fmla="*/ 243 w 485"/>
              <a:gd name="T5" fmla="*/ 473 h 485"/>
              <a:gd name="T6" fmla="*/ 13 w 485"/>
              <a:gd name="T7" fmla="*/ 242 h 485"/>
              <a:gd name="T8" fmla="*/ 243 w 485"/>
              <a:gd name="T9" fmla="*/ 12 h 485"/>
              <a:gd name="T10" fmla="*/ 243 w 485"/>
              <a:gd name="T11" fmla="*/ 0 h 485"/>
              <a:gd name="T12" fmla="*/ 148 w 485"/>
              <a:gd name="T13" fmla="*/ 19 h 485"/>
              <a:gd name="T14" fmla="*/ 71 w 485"/>
              <a:gd name="T15" fmla="*/ 71 h 485"/>
              <a:gd name="T16" fmla="*/ 19 w 485"/>
              <a:gd name="T17" fmla="*/ 148 h 485"/>
              <a:gd name="T18" fmla="*/ 0 w 485"/>
              <a:gd name="T19" fmla="*/ 242 h 485"/>
              <a:gd name="T20" fmla="*/ 19 w 485"/>
              <a:gd name="T21" fmla="*/ 337 h 485"/>
              <a:gd name="T22" fmla="*/ 71 w 485"/>
              <a:gd name="T23" fmla="*/ 414 h 485"/>
              <a:gd name="T24" fmla="*/ 148 w 485"/>
              <a:gd name="T25" fmla="*/ 466 h 485"/>
              <a:gd name="T26" fmla="*/ 243 w 485"/>
              <a:gd name="T27" fmla="*/ 485 h 485"/>
              <a:gd name="T28" fmla="*/ 337 w 485"/>
              <a:gd name="T29" fmla="*/ 466 h 485"/>
              <a:gd name="T30" fmla="*/ 414 w 485"/>
              <a:gd name="T31" fmla="*/ 414 h 485"/>
              <a:gd name="T32" fmla="*/ 466 w 485"/>
              <a:gd name="T33" fmla="*/ 337 h 485"/>
              <a:gd name="T34" fmla="*/ 485 w 485"/>
              <a:gd name="T35" fmla="*/ 242 h 485"/>
              <a:gd name="T36" fmla="*/ 466 w 485"/>
              <a:gd name="T37" fmla="*/ 148 h 485"/>
              <a:gd name="T38" fmla="*/ 414 w 485"/>
              <a:gd name="T39" fmla="*/ 71 h 485"/>
              <a:gd name="T40" fmla="*/ 337 w 485"/>
              <a:gd name="T41" fmla="*/ 19 h 485"/>
              <a:gd name="T42" fmla="*/ 243 w 485"/>
              <a:gd name="T43" fmla="*/ 0 h 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85" h="485">
                <a:moveTo>
                  <a:pt x="243" y="12"/>
                </a:moveTo>
                <a:cubicBezTo>
                  <a:pt x="370" y="12"/>
                  <a:pt x="473" y="115"/>
                  <a:pt x="473" y="242"/>
                </a:cubicBezTo>
                <a:cubicBezTo>
                  <a:pt x="473" y="370"/>
                  <a:pt x="370" y="473"/>
                  <a:pt x="243" y="473"/>
                </a:cubicBezTo>
                <a:cubicBezTo>
                  <a:pt x="116" y="473"/>
                  <a:pt x="13" y="370"/>
                  <a:pt x="13" y="242"/>
                </a:cubicBezTo>
                <a:cubicBezTo>
                  <a:pt x="13" y="115"/>
                  <a:pt x="116" y="12"/>
                  <a:pt x="243" y="12"/>
                </a:cubicBezTo>
                <a:moveTo>
                  <a:pt x="243" y="0"/>
                </a:moveTo>
                <a:cubicBezTo>
                  <a:pt x="210" y="0"/>
                  <a:pt x="178" y="6"/>
                  <a:pt x="148" y="19"/>
                </a:cubicBezTo>
                <a:cubicBezTo>
                  <a:pt x="120" y="31"/>
                  <a:pt x="94" y="49"/>
                  <a:pt x="71" y="71"/>
                </a:cubicBezTo>
                <a:cubicBezTo>
                  <a:pt x="49" y="93"/>
                  <a:pt x="32" y="119"/>
                  <a:pt x="19" y="148"/>
                </a:cubicBezTo>
                <a:cubicBezTo>
                  <a:pt x="7" y="178"/>
                  <a:pt x="0" y="210"/>
                  <a:pt x="0" y="242"/>
                </a:cubicBezTo>
                <a:cubicBezTo>
                  <a:pt x="0" y="275"/>
                  <a:pt x="7" y="307"/>
                  <a:pt x="19" y="337"/>
                </a:cubicBezTo>
                <a:cubicBezTo>
                  <a:pt x="32" y="366"/>
                  <a:pt x="49" y="392"/>
                  <a:pt x="71" y="414"/>
                </a:cubicBezTo>
                <a:cubicBezTo>
                  <a:pt x="94" y="436"/>
                  <a:pt x="120" y="454"/>
                  <a:pt x="148" y="466"/>
                </a:cubicBezTo>
                <a:cubicBezTo>
                  <a:pt x="178" y="479"/>
                  <a:pt x="210" y="485"/>
                  <a:pt x="243" y="485"/>
                </a:cubicBezTo>
                <a:cubicBezTo>
                  <a:pt x="276" y="485"/>
                  <a:pt x="307" y="479"/>
                  <a:pt x="337" y="466"/>
                </a:cubicBezTo>
                <a:cubicBezTo>
                  <a:pt x="366" y="454"/>
                  <a:pt x="392" y="436"/>
                  <a:pt x="414" y="414"/>
                </a:cubicBezTo>
                <a:cubicBezTo>
                  <a:pt x="437" y="392"/>
                  <a:pt x="454" y="366"/>
                  <a:pt x="466" y="337"/>
                </a:cubicBezTo>
                <a:cubicBezTo>
                  <a:pt x="479" y="307"/>
                  <a:pt x="485" y="275"/>
                  <a:pt x="485" y="242"/>
                </a:cubicBezTo>
                <a:cubicBezTo>
                  <a:pt x="485" y="210"/>
                  <a:pt x="479" y="178"/>
                  <a:pt x="466" y="148"/>
                </a:cubicBezTo>
                <a:cubicBezTo>
                  <a:pt x="454" y="119"/>
                  <a:pt x="437" y="93"/>
                  <a:pt x="414" y="71"/>
                </a:cubicBezTo>
                <a:cubicBezTo>
                  <a:pt x="392" y="49"/>
                  <a:pt x="366" y="31"/>
                  <a:pt x="337" y="19"/>
                </a:cubicBezTo>
                <a:cubicBezTo>
                  <a:pt x="307" y="6"/>
                  <a:pt x="276" y="0"/>
                  <a:pt x="243" y="0"/>
                </a:cubicBezTo>
                <a:close/>
              </a:path>
            </a:pathLst>
          </a:custGeom>
          <a:solidFill>
            <a:srgbClr val="0097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 name="Freeform 74"/>
          <p:cNvSpPr>
            <a:spLocks noEditPoints="1"/>
          </p:cNvSpPr>
          <p:nvPr/>
        </p:nvSpPr>
        <p:spPr bwMode="auto">
          <a:xfrm>
            <a:off x="6971392" y="948837"/>
            <a:ext cx="1325012" cy="1794478"/>
          </a:xfrm>
          <a:custGeom>
            <a:avLst/>
            <a:gdLst>
              <a:gd name="T0" fmla="*/ 429 w 429"/>
              <a:gd name="T1" fmla="*/ 154 h 581"/>
              <a:gd name="T2" fmla="*/ 429 w 429"/>
              <a:gd name="T3" fmla="*/ 581 h 581"/>
              <a:gd name="T4" fmla="*/ 0 w 429"/>
              <a:gd name="T5" fmla="*/ 581 h 581"/>
              <a:gd name="T6" fmla="*/ 0 w 429"/>
              <a:gd name="T7" fmla="*/ 0 h 581"/>
              <a:gd name="T8" fmla="*/ 275 w 429"/>
              <a:gd name="T9" fmla="*/ 0 h 581"/>
              <a:gd name="T10" fmla="*/ 429 w 429"/>
              <a:gd name="T11" fmla="*/ 154 h 581"/>
              <a:gd name="T12" fmla="*/ 429 w 429"/>
              <a:gd name="T13" fmla="*/ 154 h 581"/>
              <a:gd name="T14" fmla="*/ 279 w 429"/>
              <a:gd name="T15" fmla="*/ 57 h 581"/>
              <a:gd name="T16" fmla="*/ 279 w 429"/>
              <a:gd name="T17" fmla="*/ 150 h 581"/>
              <a:gd name="T18" fmla="*/ 372 w 429"/>
              <a:gd name="T19" fmla="*/ 150 h 581"/>
              <a:gd name="T20" fmla="*/ 279 w 429"/>
              <a:gd name="T21" fmla="*/ 57 h 581"/>
              <a:gd name="T22" fmla="*/ 279 w 429"/>
              <a:gd name="T23" fmla="*/ 57 h 581"/>
              <a:gd name="T24" fmla="*/ 242 w 429"/>
              <a:gd name="T25" fmla="*/ 38 h 581"/>
              <a:gd name="T26" fmla="*/ 35 w 429"/>
              <a:gd name="T27" fmla="*/ 38 h 581"/>
              <a:gd name="T28" fmla="*/ 35 w 429"/>
              <a:gd name="T29" fmla="*/ 543 h 581"/>
              <a:gd name="T30" fmla="*/ 391 w 429"/>
              <a:gd name="T31" fmla="*/ 543 h 581"/>
              <a:gd name="T32" fmla="*/ 391 w 429"/>
              <a:gd name="T33" fmla="*/ 188 h 581"/>
              <a:gd name="T34" fmla="*/ 242 w 429"/>
              <a:gd name="T35" fmla="*/ 188 h 581"/>
              <a:gd name="T36" fmla="*/ 242 w 429"/>
              <a:gd name="T37" fmla="*/ 38 h 581"/>
              <a:gd name="T38" fmla="*/ 242 w 429"/>
              <a:gd name="T39" fmla="*/ 38 h 581"/>
              <a:gd name="T40" fmla="*/ 73 w 429"/>
              <a:gd name="T41" fmla="*/ 486 h 581"/>
              <a:gd name="T42" fmla="*/ 353 w 429"/>
              <a:gd name="T43" fmla="*/ 486 h 581"/>
              <a:gd name="T44" fmla="*/ 353 w 429"/>
              <a:gd name="T45" fmla="*/ 451 h 581"/>
              <a:gd name="T46" fmla="*/ 73 w 429"/>
              <a:gd name="T47" fmla="*/ 451 h 581"/>
              <a:gd name="T48" fmla="*/ 73 w 429"/>
              <a:gd name="T49" fmla="*/ 486 h 581"/>
              <a:gd name="T50" fmla="*/ 73 w 429"/>
              <a:gd name="T51" fmla="*/ 486 h 581"/>
              <a:gd name="T52" fmla="*/ 73 w 429"/>
              <a:gd name="T53" fmla="*/ 413 h 581"/>
              <a:gd name="T54" fmla="*/ 353 w 429"/>
              <a:gd name="T55" fmla="*/ 413 h 581"/>
              <a:gd name="T56" fmla="*/ 353 w 429"/>
              <a:gd name="T57" fmla="*/ 375 h 581"/>
              <a:gd name="T58" fmla="*/ 73 w 429"/>
              <a:gd name="T59" fmla="*/ 375 h 581"/>
              <a:gd name="T60" fmla="*/ 73 w 429"/>
              <a:gd name="T61" fmla="*/ 413 h 581"/>
              <a:gd name="T62" fmla="*/ 73 w 429"/>
              <a:gd name="T63" fmla="*/ 413 h 581"/>
              <a:gd name="T64" fmla="*/ 73 w 429"/>
              <a:gd name="T65" fmla="*/ 337 h 581"/>
              <a:gd name="T66" fmla="*/ 353 w 429"/>
              <a:gd name="T67" fmla="*/ 337 h 581"/>
              <a:gd name="T68" fmla="*/ 353 w 429"/>
              <a:gd name="T69" fmla="*/ 299 h 581"/>
              <a:gd name="T70" fmla="*/ 73 w 429"/>
              <a:gd name="T71" fmla="*/ 299 h 581"/>
              <a:gd name="T72" fmla="*/ 73 w 429"/>
              <a:gd name="T73" fmla="*/ 337 h 581"/>
              <a:gd name="T74" fmla="*/ 73 w 429"/>
              <a:gd name="T75" fmla="*/ 337 h 581"/>
              <a:gd name="T76" fmla="*/ 73 w 429"/>
              <a:gd name="T77" fmla="*/ 261 h 581"/>
              <a:gd name="T78" fmla="*/ 353 w 429"/>
              <a:gd name="T79" fmla="*/ 261 h 581"/>
              <a:gd name="T80" fmla="*/ 353 w 429"/>
              <a:gd name="T81" fmla="*/ 226 h 581"/>
              <a:gd name="T82" fmla="*/ 73 w 429"/>
              <a:gd name="T83" fmla="*/ 226 h 581"/>
              <a:gd name="T84" fmla="*/ 73 w 429"/>
              <a:gd name="T85" fmla="*/ 261 h 581"/>
              <a:gd name="T86" fmla="*/ 73 w 429"/>
              <a:gd name="T87" fmla="*/ 261 h 581"/>
              <a:gd name="T88" fmla="*/ 73 w 429"/>
              <a:gd name="T89" fmla="*/ 188 h 581"/>
              <a:gd name="T90" fmla="*/ 204 w 429"/>
              <a:gd name="T91" fmla="*/ 188 h 581"/>
              <a:gd name="T92" fmla="*/ 204 w 429"/>
              <a:gd name="T93" fmla="*/ 150 h 581"/>
              <a:gd name="T94" fmla="*/ 73 w 429"/>
              <a:gd name="T95" fmla="*/ 150 h 581"/>
              <a:gd name="T96" fmla="*/ 73 w 429"/>
              <a:gd name="T97" fmla="*/ 188 h 581"/>
              <a:gd name="T98" fmla="*/ 73 w 429"/>
              <a:gd name="T99" fmla="*/ 188 h 581"/>
              <a:gd name="T100" fmla="*/ 73 w 429"/>
              <a:gd name="T101" fmla="*/ 112 h 581"/>
              <a:gd name="T102" fmla="*/ 204 w 429"/>
              <a:gd name="T103" fmla="*/ 112 h 581"/>
              <a:gd name="T104" fmla="*/ 204 w 429"/>
              <a:gd name="T105" fmla="*/ 76 h 581"/>
              <a:gd name="T106" fmla="*/ 73 w 429"/>
              <a:gd name="T107" fmla="*/ 76 h 581"/>
              <a:gd name="T108" fmla="*/ 73 w 429"/>
              <a:gd name="T109" fmla="*/ 112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29" h="581">
                <a:moveTo>
                  <a:pt x="429" y="154"/>
                </a:moveTo>
                <a:lnTo>
                  <a:pt x="429" y="581"/>
                </a:lnTo>
                <a:lnTo>
                  <a:pt x="0" y="581"/>
                </a:lnTo>
                <a:lnTo>
                  <a:pt x="0" y="0"/>
                </a:lnTo>
                <a:lnTo>
                  <a:pt x="275" y="0"/>
                </a:lnTo>
                <a:lnTo>
                  <a:pt x="429" y="154"/>
                </a:lnTo>
                <a:lnTo>
                  <a:pt x="429" y="154"/>
                </a:lnTo>
                <a:close/>
                <a:moveTo>
                  <a:pt x="279" y="57"/>
                </a:moveTo>
                <a:lnTo>
                  <a:pt x="279" y="150"/>
                </a:lnTo>
                <a:lnTo>
                  <a:pt x="372" y="150"/>
                </a:lnTo>
                <a:lnTo>
                  <a:pt x="279" y="57"/>
                </a:lnTo>
                <a:lnTo>
                  <a:pt x="279" y="57"/>
                </a:lnTo>
                <a:close/>
                <a:moveTo>
                  <a:pt x="242" y="38"/>
                </a:moveTo>
                <a:lnTo>
                  <a:pt x="35" y="38"/>
                </a:lnTo>
                <a:lnTo>
                  <a:pt x="35" y="543"/>
                </a:lnTo>
                <a:lnTo>
                  <a:pt x="391" y="543"/>
                </a:lnTo>
                <a:lnTo>
                  <a:pt x="391" y="188"/>
                </a:lnTo>
                <a:lnTo>
                  <a:pt x="242" y="188"/>
                </a:lnTo>
                <a:lnTo>
                  <a:pt x="242" y="38"/>
                </a:lnTo>
                <a:lnTo>
                  <a:pt x="242" y="38"/>
                </a:lnTo>
                <a:close/>
                <a:moveTo>
                  <a:pt x="73" y="486"/>
                </a:moveTo>
                <a:lnTo>
                  <a:pt x="353" y="486"/>
                </a:lnTo>
                <a:lnTo>
                  <a:pt x="353" y="451"/>
                </a:lnTo>
                <a:lnTo>
                  <a:pt x="73" y="451"/>
                </a:lnTo>
                <a:lnTo>
                  <a:pt x="73" y="486"/>
                </a:lnTo>
                <a:lnTo>
                  <a:pt x="73" y="486"/>
                </a:lnTo>
                <a:close/>
                <a:moveTo>
                  <a:pt x="73" y="413"/>
                </a:moveTo>
                <a:lnTo>
                  <a:pt x="353" y="413"/>
                </a:lnTo>
                <a:lnTo>
                  <a:pt x="353" y="375"/>
                </a:lnTo>
                <a:lnTo>
                  <a:pt x="73" y="375"/>
                </a:lnTo>
                <a:lnTo>
                  <a:pt x="73" y="413"/>
                </a:lnTo>
                <a:lnTo>
                  <a:pt x="73" y="413"/>
                </a:lnTo>
                <a:close/>
                <a:moveTo>
                  <a:pt x="73" y="337"/>
                </a:moveTo>
                <a:lnTo>
                  <a:pt x="353" y="337"/>
                </a:lnTo>
                <a:lnTo>
                  <a:pt x="353" y="299"/>
                </a:lnTo>
                <a:lnTo>
                  <a:pt x="73" y="299"/>
                </a:lnTo>
                <a:lnTo>
                  <a:pt x="73" y="337"/>
                </a:lnTo>
                <a:lnTo>
                  <a:pt x="73" y="337"/>
                </a:lnTo>
                <a:close/>
                <a:moveTo>
                  <a:pt x="73" y="261"/>
                </a:moveTo>
                <a:lnTo>
                  <a:pt x="353" y="261"/>
                </a:lnTo>
                <a:lnTo>
                  <a:pt x="353" y="226"/>
                </a:lnTo>
                <a:lnTo>
                  <a:pt x="73" y="226"/>
                </a:lnTo>
                <a:lnTo>
                  <a:pt x="73" y="261"/>
                </a:lnTo>
                <a:lnTo>
                  <a:pt x="73" y="261"/>
                </a:lnTo>
                <a:close/>
                <a:moveTo>
                  <a:pt x="73" y="188"/>
                </a:moveTo>
                <a:lnTo>
                  <a:pt x="204" y="188"/>
                </a:lnTo>
                <a:lnTo>
                  <a:pt x="204" y="150"/>
                </a:lnTo>
                <a:lnTo>
                  <a:pt x="73" y="150"/>
                </a:lnTo>
                <a:lnTo>
                  <a:pt x="73" y="188"/>
                </a:lnTo>
                <a:lnTo>
                  <a:pt x="73" y="188"/>
                </a:lnTo>
                <a:close/>
                <a:moveTo>
                  <a:pt x="73" y="112"/>
                </a:moveTo>
                <a:lnTo>
                  <a:pt x="204" y="112"/>
                </a:lnTo>
                <a:lnTo>
                  <a:pt x="204" y="76"/>
                </a:lnTo>
                <a:lnTo>
                  <a:pt x="73" y="76"/>
                </a:lnTo>
                <a:lnTo>
                  <a:pt x="73" y="112"/>
                </a:lnTo>
                <a:close/>
              </a:path>
            </a:pathLst>
          </a:custGeom>
          <a:solidFill>
            <a:srgbClr val="0097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 name="Freeform 75"/>
          <p:cNvSpPr>
            <a:spLocks/>
          </p:cNvSpPr>
          <p:nvPr/>
        </p:nvSpPr>
        <p:spPr bwMode="auto">
          <a:xfrm>
            <a:off x="5581520" y="3870657"/>
            <a:ext cx="4095490" cy="843188"/>
          </a:xfrm>
          <a:custGeom>
            <a:avLst/>
            <a:gdLst>
              <a:gd name="T0" fmla="*/ 0 w 560"/>
              <a:gd name="T1" fmla="*/ 114 h 115"/>
              <a:gd name="T2" fmla="*/ 0 w 560"/>
              <a:gd name="T3" fmla="*/ 100 h 115"/>
              <a:gd name="T4" fmla="*/ 124 w 560"/>
              <a:gd name="T5" fmla="*/ 28 h 115"/>
              <a:gd name="T6" fmla="*/ 278 w 560"/>
              <a:gd name="T7" fmla="*/ 0 h 115"/>
              <a:gd name="T8" fmla="*/ 432 w 560"/>
              <a:gd name="T9" fmla="*/ 27 h 115"/>
              <a:gd name="T10" fmla="*/ 560 w 560"/>
              <a:gd name="T11" fmla="*/ 100 h 115"/>
              <a:gd name="T12" fmla="*/ 557 w 560"/>
              <a:gd name="T13" fmla="*/ 115 h 115"/>
              <a:gd name="T14" fmla="*/ 278 w 560"/>
              <a:gd name="T15" fmla="*/ 14 h 115"/>
              <a:gd name="T16" fmla="*/ 0 w 560"/>
              <a:gd name="T17" fmla="*/ 11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0" h="115">
                <a:moveTo>
                  <a:pt x="0" y="114"/>
                </a:moveTo>
                <a:cubicBezTo>
                  <a:pt x="0" y="100"/>
                  <a:pt x="0" y="100"/>
                  <a:pt x="0" y="100"/>
                </a:cubicBezTo>
                <a:cubicBezTo>
                  <a:pt x="39" y="68"/>
                  <a:pt x="77" y="45"/>
                  <a:pt x="124" y="28"/>
                </a:cubicBezTo>
                <a:cubicBezTo>
                  <a:pt x="174" y="10"/>
                  <a:pt x="225" y="0"/>
                  <a:pt x="278" y="0"/>
                </a:cubicBezTo>
                <a:cubicBezTo>
                  <a:pt x="331" y="0"/>
                  <a:pt x="383" y="9"/>
                  <a:pt x="432" y="27"/>
                </a:cubicBezTo>
                <a:cubicBezTo>
                  <a:pt x="479" y="45"/>
                  <a:pt x="521" y="68"/>
                  <a:pt x="560" y="100"/>
                </a:cubicBezTo>
                <a:cubicBezTo>
                  <a:pt x="557" y="115"/>
                  <a:pt x="557" y="115"/>
                  <a:pt x="557" y="115"/>
                </a:cubicBezTo>
                <a:cubicBezTo>
                  <a:pt x="479" y="52"/>
                  <a:pt x="378" y="14"/>
                  <a:pt x="278" y="14"/>
                </a:cubicBezTo>
                <a:cubicBezTo>
                  <a:pt x="178" y="14"/>
                  <a:pt x="78" y="50"/>
                  <a:pt x="0" y="114"/>
                </a:cubicBezTo>
                <a:close/>
              </a:path>
            </a:pathLst>
          </a:custGeom>
          <a:solidFill>
            <a:srgbClr val="0097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 name="Freeform 76"/>
          <p:cNvSpPr>
            <a:spLocks/>
          </p:cNvSpPr>
          <p:nvPr/>
        </p:nvSpPr>
        <p:spPr bwMode="auto">
          <a:xfrm>
            <a:off x="6677976" y="3879924"/>
            <a:ext cx="1800657" cy="803037"/>
          </a:xfrm>
          <a:custGeom>
            <a:avLst/>
            <a:gdLst>
              <a:gd name="T0" fmla="*/ 14 w 246"/>
              <a:gd name="T1" fmla="*/ 110 h 110"/>
              <a:gd name="T2" fmla="*/ 0 w 246"/>
              <a:gd name="T3" fmla="*/ 108 h 110"/>
              <a:gd name="T4" fmla="*/ 123 w 246"/>
              <a:gd name="T5" fmla="*/ 0 h 110"/>
              <a:gd name="T6" fmla="*/ 246 w 246"/>
              <a:gd name="T7" fmla="*/ 106 h 110"/>
              <a:gd name="T8" fmla="*/ 233 w 246"/>
              <a:gd name="T9" fmla="*/ 108 h 110"/>
              <a:gd name="T10" fmla="*/ 123 w 246"/>
              <a:gd name="T11" fmla="*/ 13 h 110"/>
              <a:gd name="T12" fmla="*/ 14 w 246"/>
              <a:gd name="T13" fmla="*/ 110 h 110"/>
            </a:gdLst>
            <a:ahLst/>
            <a:cxnLst>
              <a:cxn ang="0">
                <a:pos x="T0" y="T1"/>
              </a:cxn>
              <a:cxn ang="0">
                <a:pos x="T2" y="T3"/>
              </a:cxn>
              <a:cxn ang="0">
                <a:pos x="T4" y="T5"/>
              </a:cxn>
              <a:cxn ang="0">
                <a:pos x="T6" y="T7"/>
              </a:cxn>
              <a:cxn ang="0">
                <a:pos x="T8" y="T9"/>
              </a:cxn>
              <a:cxn ang="0">
                <a:pos x="T10" y="T11"/>
              </a:cxn>
              <a:cxn ang="0">
                <a:pos x="T12" y="T13"/>
              </a:cxn>
            </a:cxnLst>
            <a:rect l="0" t="0" r="r" b="b"/>
            <a:pathLst>
              <a:path w="246" h="110">
                <a:moveTo>
                  <a:pt x="14" y="110"/>
                </a:moveTo>
                <a:cubicBezTo>
                  <a:pt x="0" y="108"/>
                  <a:pt x="0" y="108"/>
                  <a:pt x="0" y="108"/>
                </a:cubicBezTo>
                <a:cubicBezTo>
                  <a:pt x="8" y="46"/>
                  <a:pt x="61" y="0"/>
                  <a:pt x="123" y="0"/>
                </a:cubicBezTo>
                <a:cubicBezTo>
                  <a:pt x="185" y="0"/>
                  <a:pt x="238" y="45"/>
                  <a:pt x="246" y="106"/>
                </a:cubicBezTo>
                <a:cubicBezTo>
                  <a:pt x="233" y="108"/>
                  <a:pt x="233" y="108"/>
                  <a:pt x="233" y="108"/>
                </a:cubicBezTo>
                <a:cubicBezTo>
                  <a:pt x="225" y="54"/>
                  <a:pt x="178" y="13"/>
                  <a:pt x="123" y="13"/>
                </a:cubicBezTo>
                <a:cubicBezTo>
                  <a:pt x="67" y="13"/>
                  <a:pt x="20" y="55"/>
                  <a:pt x="14" y="110"/>
                </a:cubicBezTo>
                <a:close/>
              </a:path>
            </a:pathLst>
          </a:custGeom>
          <a:solidFill>
            <a:srgbClr val="0097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 name="矩形 40"/>
          <p:cNvSpPr/>
          <p:nvPr/>
        </p:nvSpPr>
        <p:spPr>
          <a:xfrm>
            <a:off x="4017463" y="5708134"/>
            <a:ext cx="1534394" cy="461665"/>
          </a:xfrm>
          <a:prstGeom prst="rect">
            <a:avLst/>
          </a:prstGeom>
        </p:spPr>
        <p:txBody>
          <a:bodyPr wrap="none">
            <a:spAutoFit/>
          </a:bodyPr>
          <a:lstStyle/>
          <a:p>
            <a:r>
              <a:rPr lang="zh-CN" altLang="en-US" sz="2400" dirty="0">
                <a:solidFill>
                  <a:prstClr val="white"/>
                </a:solidFill>
              </a:rPr>
              <a:t>柱</a:t>
            </a:r>
            <a:r>
              <a:rPr lang="en-US" altLang="zh-CN" sz="2400" dirty="0">
                <a:solidFill>
                  <a:prstClr val="white"/>
                </a:solidFill>
              </a:rPr>
              <a:t>/</a:t>
            </a:r>
            <a:r>
              <a:rPr lang="zh-CN" altLang="en-US" sz="2400" dirty="0">
                <a:solidFill>
                  <a:prstClr val="white"/>
                </a:solidFill>
              </a:rPr>
              <a:t>条形图</a:t>
            </a:r>
          </a:p>
        </p:txBody>
      </p:sp>
      <p:sp>
        <p:nvSpPr>
          <p:cNvPr id="44" name="矩形 43"/>
          <p:cNvSpPr/>
          <p:nvPr/>
        </p:nvSpPr>
        <p:spPr>
          <a:xfrm>
            <a:off x="5903979" y="5708134"/>
            <a:ext cx="1534394" cy="461665"/>
          </a:xfrm>
          <a:prstGeom prst="rect">
            <a:avLst/>
          </a:prstGeom>
        </p:spPr>
        <p:txBody>
          <a:bodyPr wrap="none">
            <a:spAutoFit/>
          </a:bodyPr>
          <a:lstStyle/>
          <a:p>
            <a:r>
              <a:rPr lang="zh-CN" altLang="en-US" sz="2400" dirty="0">
                <a:solidFill>
                  <a:prstClr val="white"/>
                </a:solidFill>
              </a:rPr>
              <a:t>饼</a:t>
            </a:r>
            <a:r>
              <a:rPr lang="en-US" altLang="zh-CN" sz="2400" dirty="0">
                <a:solidFill>
                  <a:prstClr val="white"/>
                </a:solidFill>
              </a:rPr>
              <a:t>/</a:t>
            </a:r>
            <a:r>
              <a:rPr lang="zh-CN" altLang="en-US" sz="2400" dirty="0">
                <a:solidFill>
                  <a:prstClr val="white"/>
                </a:solidFill>
              </a:rPr>
              <a:t>环形图</a:t>
            </a:r>
          </a:p>
        </p:txBody>
      </p:sp>
      <p:sp>
        <p:nvSpPr>
          <p:cNvPr id="45" name="矩形 44"/>
          <p:cNvSpPr/>
          <p:nvPr/>
        </p:nvSpPr>
        <p:spPr>
          <a:xfrm>
            <a:off x="7790495" y="5708134"/>
            <a:ext cx="1534394" cy="461665"/>
          </a:xfrm>
          <a:prstGeom prst="rect">
            <a:avLst/>
          </a:prstGeom>
        </p:spPr>
        <p:txBody>
          <a:bodyPr wrap="none">
            <a:spAutoFit/>
          </a:bodyPr>
          <a:lstStyle/>
          <a:p>
            <a:r>
              <a:rPr lang="zh-CN" altLang="en-US" sz="2400" dirty="0">
                <a:solidFill>
                  <a:prstClr val="white"/>
                </a:solidFill>
              </a:rPr>
              <a:t>折线</a:t>
            </a:r>
            <a:r>
              <a:rPr lang="en-US" altLang="zh-CN" sz="2400" dirty="0">
                <a:solidFill>
                  <a:prstClr val="white"/>
                </a:solidFill>
              </a:rPr>
              <a:t>/</a:t>
            </a:r>
            <a:r>
              <a:rPr lang="zh-CN" altLang="en-US" sz="2400" dirty="0">
                <a:solidFill>
                  <a:prstClr val="white"/>
                </a:solidFill>
              </a:rPr>
              <a:t>面图</a:t>
            </a:r>
          </a:p>
        </p:txBody>
      </p:sp>
      <p:sp>
        <p:nvSpPr>
          <p:cNvPr id="46" name="矩形 45"/>
          <p:cNvSpPr/>
          <p:nvPr/>
        </p:nvSpPr>
        <p:spPr>
          <a:xfrm>
            <a:off x="9740510" y="5708134"/>
            <a:ext cx="1415772" cy="461665"/>
          </a:xfrm>
          <a:prstGeom prst="rect">
            <a:avLst/>
          </a:prstGeom>
        </p:spPr>
        <p:txBody>
          <a:bodyPr wrap="none">
            <a:spAutoFit/>
          </a:bodyPr>
          <a:lstStyle/>
          <a:p>
            <a:r>
              <a:rPr lang="zh-CN" altLang="en-US" sz="2400" dirty="0">
                <a:solidFill>
                  <a:prstClr val="white"/>
                </a:solidFill>
              </a:rPr>
              <a:t>其他图表</a:t>
            </a:r>
          </a:p>
        </p:txBody>
      </p:sp>
      <p:sp>
        <p:nvSpPr>
          <p:cNvPr id="47" name="文本框 46"/>
          <p:cNvSpPr txBox="1"/>
          <p:nvPr/>
        </p:nvSpPr>
        <p:spPr>
          <a:xfrm>
            <a:off x="6382770" y="2828782"/>
            <a:ext cx="2492990" cy="553998"/>
          </a:xfrm>
          <a:prstGeom prst="rect">
            <a:avLst/>
          </a:prstGeom>
          <a:noFill/>
        </p:spPr>
        <p:txBody>
          <a:bodyPr wrap="none" rtlCol="0">
            <a:spAutoFit/>
          </a:bodyPr>
          <a:lstStyle/>
          <a:p>
            <a:r>
              <a:rPr lang="zh-CN" altLang="en-US" sz="3000" dirty="0">
                <a:solidFill>
                  <a:prstClr val="black">
                    <a:lumMod val="65000"/>
                    <a:lumOff val="35000"/>
                  </a:prstClr>
                </a:solidFill>
              </a:rPr>
              <a:t>信息图表精选</a:t>
            </a:r>
          </a:p>
        </p:txBody>
      </p:sp>
      <p:grpSp>
        <p:nvGrpSpPr>
          <p:cNvPr id="51" name="组合 50"/>
          <p:cNvGrpSpPr/>
          <p:nvPr/>
        </p:nvGrpSpPr>
        <p:grpSpPr>
          <a:xfrm>
            <a:off x="8134533" y="4907215"/>
            <a:ext cx="788630" cy="586095"/>
            <a:chOff x="7397485" y="3586794"/>
            <a:chExt cx="1720118" cy="1278360"/>
          </a:xfrm>
        </p:grpSpPr>
        <p:sp>
          <p:nvSpPr>
            <p:cNvPr id="48" name="Freeform 38"/>
            <p:cNvSpPr>
              <a:spLocks noEditPoints="1"/>
            </p:cNvSpPr>
            <p:nvPr/>
          </p:nvSpPr>
          <p:spPr bwMode="auto">
            <a:xfrm>
              <a:off x="7397485" y="3586794"/>
              <a:ext cx="1720118" cy="1278360"/>
            </a:xfrm>
            <a:custGeom>
              <a:avLst/>
              <a:gdLst>
                <a:gd name="T0" fmla="*/ 83 w 489"/>
                <a:gd name="T1" fmla="*/ 363 h 363"/>
                <a:gd name="T2" fmla="*/ 0 w 489"/>
                <a:gd name="T3" fmla="*/ 280 h 363"/>
                <a:gd name="T4" fmla="*/ 0 w 489"/>
                <a:gd name="T5" fmla="*/ 280 h 363"/>
                <a:gd name="T6" fmla="*/ 0 w 489"/>
                <a:gd name="T7" fmla="*/ 83 h 363"/>
                <a:gd name="T8" fmla="*/ 83 w 489"/>
                <a:gd name="T9" fmla="*/ 0 h 363"/>
                <a:gd name="T10" fmla="*/ 83 w 489"/>
                <a:gd name="T11" fmla="*/ 0 h 363"/>
                <a:gd name="T12" fmla="*/ 406 w 489"/>
                <a:gd name="T13" fmla="*/ 0 h 363"/>
                <a:gd name="T14" fmla="*/ 489 w 489"/>
                <a:gd name="T15" fmla="*/ 83 h 363"/>
                <a:gd name="T16" fmla="*/ 489 w 489"/>
                <a:gd name="T17" fmla="*/ 83 h 363"/>
                <a:gd name="T18" fmla="*/ 489 w 489"/>
                <a:gd name="T19" fmla="*/ 280 h 363"/>
                <a:gd name="T20" fmla="*/ 406 w 489"/>
                <a:gd name="T21" fmla="*/ 363 h 363"/>
                <a:gd name="T22" fmla="*/ 406 w 489"/>
                <a:gd name="T23" fmla="*/ 363 h 363"/>
                <a:gd name="T24" fmla="*/ 83 w 489"/>
                <a:gd name="T25" fmla="*/ 363 h 363"/>
                <a:gd name="T26" fmla="*/ 43 w 489"/>
                <a:gd name="T27" fmla="*/ 83 h 363"/>
                <a:gd name="T28" fmla="*/ 43 w 489"/>
                <a:gd name="T29" fmla="*/ 280 h 363"/>
                <a:gd name="T30" fmla="*/ 83 w 489"/>
                <a:gd name="T31" fmla="*/ 320 h 363"/>
                <a:gd name="T32" fmla="*/ 83 w 489"/>
                <a:gd name="T33" fmla="*/ 320 h 363"/>
                <a:gd name="T34" fmla="*/ 406 w 489"/>
                <a:gd name="T35" fmla="*/ 320 h 363"/>
                <a:gd name="T36" fmla="*/ 446 w 489"/>
                <a:gd name="T37" fmla="*/ 280 h 363"/>
                <a:gd name="T38" fmla="*/ 446 w 489"/>
                <a:gd name="T39" fmla="*/ 280 h 363"/>
                <a:gd name="T40" fmla="*/ 446 w 489"/>
                <a:gd name="T41" fmla="*/ 83 h 363"/>
                <a:gd name="T42" fmla="*/ 406 w 489"/>
                <a:gd name="T43" fmla="*/ 43 h 363"/>
                <a:gd name="T44" fmla="*/ 406 w 489"/>
                <a:gd name="T45" fmla="*/ 43 h 363"/>
                <a:gd name="T46" fmla="*/ 83 w 489"/>
                <a:gd name="T47" fmla="*/ 43 h 363"/>
                <a:gd name="T48" fmla="*/ 43 w 489"/>
                <a:gd name="T49" fmla="*/ 83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89" h="363">
                  <a:moveTo>
                    <a:pt x="83" y="363"/>
                  </a:moveTo>
                  <a:cubicBezTo>
                    <a:pt x="37" y="363"/>
                    <a:pt x="0" y="326"/>
                    <a:pt x="0" y="280"/>
                  </a:cubicBezTo>
                  <a:cubicBezTo>
                    <a:pt x="0" y="280"/>
                    <a:pt x="0" y="280"/>
                    <a:pt x="0" y="280"/>
                  </a:cubicBezTo>
                  <a:cubicBezTo>
                    <a:pt x="0" y="83"/>
                    <a:pt x="0" y="83"/>
                    <a:pt x="0" y="83"/>
                  </a:cubicBezTo>
                  <a:cubicBezTo>
                    <a:pt x="0" y="38"/>
                    <a:pt x="37" y="0"/>
                    <a:pt x="83" y="0"/>
                  </a:cubicBezTo>
                  <a:cubicBezTo>
                    <a:pt x="83" y="0"/>
                    <a:pt x="83" y="0"/>
                    <a:pt x="83" y="0"/>
                  </a:cubicBezTo>
                  <a:cubicBezTo>
                    <a:pt x="406" y="0"/>
                    <a:pt x="406" y="0"/>
                    <a:pt x="406" y="0"/>
                  </a:cubicBezTo>
                  <a:cubicBezTo>
                    <a:pt x="451" y="0"/>
                    <a:pt x="489" y="38"/>
                    <a:pt x="489" y="83"/>
                  </a:cubicBezTo>
                  <a:cubicBezTo>
                    <a:pt x="489" y="83"/>
                    <a:pt x="489" y="83"/>
                    <a:pt x="489" y="83"/>
                  </a:cubicBezTo>
                  <a:cubicBezTo>
                    <a:pt x="489" y="280"/>
                    <a:pt x="489" y="280"/>
                    <a:pt x="489" y="280"/>
                  </a:cubicBezTo>
                  <a:cubicBezTo>
                    <a:pt x="489" y="326"/>
                    <a:pt x="451" y="363"/>
                    <a:pt x="406" y="363"/>
                  </a:cubicBezTo>
                  <a:cubicBezTo>
                    <a:pt x="406" y="363"/>
                    <a:pt x="406" y="363"/>
                    <a:pt x="406" y="363"/>
                  </a:cubicBezTo>
                  <a:cubicBezTo>
                    <a:pt x="83" y="363"/>
                    <a:pt x="83" y="363"/>
                    <a:pt x="83" y="363"/>
                  </a:cubicBezTo>
                  <a:close/>
                  <a:moveTo>
                    <a:pt x="43" y="83"/>
                  </a:moveTo>
                  <a:cubicBezTo>
                    <a:pt x="43" y="280"/>
                    <a:pt x="43" y="280"/>
                    <a:pt x="43" y="280"/>
                  </a:cubicBezTo>
                  <a:cubicBezTo>
                    <a:pt x="43" y="302"/>
                    <a:pt x="61" y="320"/>
                    <a:pt x="83" y="320"/>
                  </a:cubicBezTo>
                  <a:cubicBezTo>
                    <a:pt x="83" y="320"/>
                    <a:pt x="83" y="320"/>
                    <a:pt x="83" y="320"/>
                  </a:cubicBezTo>
                  <a:cubicBezTo>
                    <a:pt x="406" y="320"/>
                    <a:pt x="406" y="320"/>
                    <a:pt x="406" y="320"/>
                  </a:cubicBezTo>
                  <a:cubicBezTo>
                    <a:pt x="428" y="320"/>
                    <a:pt x="446" y="302"/>
                    <a:pt x="446" y="280"/>
                  </a:cubicBezTo>
                  <a:cubicBezTo>
                    <a:pt x="446" y="280"/>
                    <a:pt x="446" y="280"/>
                    <a:pt x="446" y="280"/>
                  </a:cubicBezTo>
                  <a:cubicBezTo>
                    <a:pt x="446" y="83"/>
                    <a:pt x="446" y="83"/>
                    <a:pt x="446" y="83"/>
                  </a:cubicBezTo>
                  <a:cubicBezTo>
                    <a:pt x="446" y="61"/>
                    <a:pt x="428" y="43"/>
                    <a:pt x="406" y="43"/>
                  </a:cubicBezTo>
                  <a:cubicBezTo>
                    <a:pt x="406" y="43"/>
                    <a:pt x="406" y="43"/>
                    <a:pt x="406" y="43"/>
                  </a:cubicBezTo>
                  <a:cubicBezTo>
                    <a:pt x="83" y="43"/>
                    <a:pt x="83" y="43"/>
                    <a:pt x="83" y="43"/>
                  </a:cubicBezTo>
                  <a:cubicBezTo>
                    <a:pt x="61" y="43"/>
                    <a:pt x="43" y="61"/>
                    <a:pt x="43" y="83"/>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 name="Freeform 40"/>
            <p:cNvSpPr>
              <a:spLocks/>
            </p:cNvSpPr>
            <p:nvPr/>
          </p:nvSpPr>
          <p:spPr bwMode="auto">
            <a:xfrm>
              <a:off x="7661367" y="3921044"/>
              <a:ext cx="1192355" cy="619633"/>
            </a:xfrm>
            <a:custGeom>
              <a:avLst/>
              <a:gdLst>
                <a:gd name="T0" fmla="*/ 3 w 339"/>
                <a:gd name="T1" fmla="*/ 169 h 176"/>
                <a:gd name="T2" fmla="*/ 4 w 339"/>
                <a:gd name="T3" fmla="*/ 155 h 176"/>
                <a:gd name="T4" fmla="*/ 4 w 339"/>
                <a:gd name="T5" fmla="*/ 155 h 176"/>
                <a:gd name="T6" fmla="*/ 57 w 339"/>
                <a:gd name="T7" fmla="*/ 102 h 176"/>
                <a:gd name="T8" fmla="*/ 66 w 339"/>
                <a:gd name="T9" fmla="*/ 99 h 176"/>
                <a:gd name="T10" fmla="*/ 66 w 339"/>
                <a:gd name="T11" fmla="*/ 99 h 176"/>
                <a:gd name="T12" fmla="*/ 72 w 339"/>
                <a:gd name="T13" fmla="*/ 105 h 176"/>
                <a:gd name="T14" fmla="*/ 72 w 339"/>
                <a:gd name="T15" fmla="*/ 105 h 176"/>
                <a:gd name="T16" fmla="*/ 83 w 339"/>
                <a:gd name="T17" fmla="*/ 144 h 176"/>
                <a:gd name="T18" fmla="*/ 166 w 339"/>
                <a:gd name="T19" fmla="*/ 12 h 176"/>
                <a:gd name="T20" fmla="*/ 176 w 339"/>
                <a:gd name="T21" fmla="*/ 7 h 176"/>
                <a:gd name="T22" fmla="*/ 176 w 339"/>
                <a:gd name="T23" fmla="*/ 7 h 176"/>
                <a:gd name="T24" fmla="*/ 182 w 339"/>
                <a:gd name="T25" fmla="*/ 16 h 176"/>
                <a:gd name="T26" fmla="*/ 182 w 339"/>
                <a:gd name="T27" fmla="*/ 16 h 176"/>
                <a:gd name="T28" fmla="*/ 181 w 339"/>
                <a:gd name="T29" fmla="*/ 99 h 176"/>
                <a:gd name="T30" fmla="*/ 221 w 339"/>
                <a:gd name="T31" fmla="*/ 59 h 176"/>
                <a:gd name="T32" fmla="*/ 228 w 339"/>
                <a:gd name="T33" fmla="*/ 57 h 176"/>
                <a:gd name="T34" fmla="*/ 228 w 339"/>
                <a:gd name="T35" fmla="*/ 57 h 176"/>
                <a:gd name="T36" fmla="*/ 234 w 339"/>
                <a:gd name="T37" fmla="*/ 61 h 176"/>
                <a:gd name="T38" fmla="*/ 234 w 339"/>
                <a:gd name="T39" fmla="*/ 61 h 176"/>
                <a:gd name="T40" fmla="*/ 246 w 339"/>
                <a:gd name="T41" fmla="*/ 84 h 176"/>
                <a:gd name="T42" fmla="*/ 322 w 339"/>
                <a:gd name="T43" fmla="*/ 5 h 176"/>
                <a:gd name="T44" fmla="*/ 335 w 339"/>
                <a:gd name="T45" fmla="*/ 4 h 176"/>
                <a:gd name="T46" fmla="*/ 335 w 339"/>
                <a:gd name="T47" fmla="*/ 4 h 176"/>
                <a:gd name="T48" fmla="*/ 335 w 339"/>
                <a:gd name="T49" fmla="*/ 18 h 176"/>
                <a:gd name="T50" fmla="*/ 335 w 339"/>
                <a:gd name="T51" fmla="*/ 18 h 176"/>
                <a:gd name="T52" fmla="*/ 251 w 339"/>
                <a:gd name="T53" fmla="*/ 106 h 176"/>
                <a:gd name="T54" fmla="*/ 243 w 339"/>
                <a:gd name="T55" fmla="*/ 110 h 176"/>
                <a:gd name="T56" fmla="*/ 243 w 339"/>
                <a:gd name="T57" fmla="*/ 110 h 176"/>
                <a:gd name="T58" fmla="*/ 236 w 339"/>
                <a:gd name="T59" fmla="*/ 106 h 176"/>
                <a:gd name="T60" fmla="*/ 236 w 339"/>
                <a:gd name="T61" fmla="*/ 106 h 176"/>
                <a:gd name="T62" fmla="*/ 224 w 339"/>
                <a:gd name="T63" fmla="*/ 81 h 176"/>
                <a:gd name="T64" fmla="*/ 177 w 339"/>
                <a:gd name="T65" fmla="*/ 126 h 176"/>
                <a:gd name="T66" fmla="*/ 168 w 339"/>
                <a:gd name="T67" fmla="*/ 127 h 176"/>
                <a:gd name="T68" fmla="*/ 168 w 339"/>
                <a:gd name="T69" fmla="*/ 127 h 176"/>
                <a:gd name="T70" fmla="*/ 163 w 339"/>
                <a:gd name="T71" fmla="*/ 119 h 176"/>
                <a:gd name="T72" fmla="*/ 163 w 339"/>
                <a:gd name="T73" fmla="*/ 119 h 176"/>
                <a:gd name="T74" fmla="*/ 164 w 339"/>
                <a:gd name="T75" fmla="*/ 49 h 176"/>
                <a:gd name="T76" fmla="*/ 88 w 339"/>
                <a:gd name="T77" fmla="*/ 171 h 176"/>
                <a:gd name="T78" fmla="*/ 79 w 339"/>
                <a:gd name="T79" fmla="*/ 176 h 176"/>
                <a:gd name="T80" fmla="*/ 79 w 339"/>
                <a:gd name="T81" fmla="*/ 176 h 176"/>
                <a:gd name="T82" fmla="*/ 71 w 339"/>
                <a:gd name="T83" fmla="*/ 170 h 176"/>
                <a:gd name="T84" fmla="*/ 71 w 339"/>
                <a:gd name="T85" fmla="*/ 170 h 176"/>
                <a:gd name="T86" fmla="*/ 59 w 339"/>
                <a:gd name="T87" fmla="*/ 126 h 176"/>
                <a:gd name="T88" fmla="*/ 16 w 339"/>
                <a:gd name="T89" fmla="*/ 170 h 176"/>
                <a:gd name="T90" fmla="*/ 16 w 339"/>
                <a:gd name="T91" fmla="*/ 170 h 176"/>
                <a:gd name="T92" fmla="*/ 7 w 339"/>
                <a:gd name="T93" fmla="*/ 172 h 176"/>
                <a:gd name="T94" fmla="*/ 7 w 339"/>
                <a:gd name="T95" fmla="*/ 172 h 176"/>
                <a:gd name="T96" fmla="*/ 3 w 339"/>
                <a:gd name="T97" fmla="*/ 169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39" h="176">
                  <a:moveTo>
                    <a:pt x="3" y="169"/>
                  </a:moveTo>
                  <a:cubicBezTo>
                    <a:pt x="0" y="166"/>
                    <a:pt x="0" y="159"/>
                    <a:pt x="4" y="155"/>
                  </a:cubicBezTo>
                  <a:cubicBezTo>
                    <a:pt x="4" y="155"/>
                    <a:pt x="4" y="155"/>
                    <a:pt x="4" y="155"/>
                  </a:cubicBezTo>
                  <a:cubicBezTo>
                    <a:pt x="57" y="102"/>
                    <a:pt x="57" y="102"/>
                    <a:pt x="57" y="102"/>
                  </a:cubicBezTo>
                  <a:cubicBezTo>
                    <a:pt x="60" y="99"/>
                    <a:pt x="63" y="98"/>
                    <a:pt x="66" y="99"/>
                  </a:cubicBezTo>
                  <a:cubicBezTo>
                    <a:pt x="66" y="99"/>
                    <a:pt x="66" y="99"/>
                    <a:pt x="66" y="99"/>
                  </a:cubicBezTo>
                  <a:cubicBezTo>
                    <a:pt x="69" y="100"/>
                    <a:pt x="71" y="102"/>
                    <a:pt x="72" y="105"/>
                  </a:cubicBezTo>
                  <a:cubicBezTo>
                    <a:pt x="72" y="105"/>
                    <a:pt x="72" y="105"/>
                    <a:pt x="72" y="105"/>
                  </a:cubicBezTo>
                  <a:cubicBezTo>
                    <a:pt x="83" y="144"/>
                    <a:pt x="83" y="144"/>
                    <a:pt x="83" y="144"/>
                  </a:cubicBezTo>
                  <a:cubicBezTo>
                    <a:pt x="166" y="12"/>
                    <a:pt x="166" y="12"/>
                    <a:pt x="166" y="12"/>
                  </a:cubicBezTo>
                  <a:cubicBezTo>
                    <a:pt x="168" y="8"/>
                    <a:pt x="172" y="6"/>
                    <a:pt x="176" y="7"/>
                  </a:cubicBezTo>
                  <a:cubicBezTo>
                    <a:pt x="176" y="7"/>
                    <a:pt x="176" y="7"/>
                    <a:pt x="176" y="7"/>
                  </a:cubicBezTo>
                  <a:cubicBezTo>
                    <a:pt x="180" y="8"/>
                    <a:pt x="182" y="12"/>
                    <a:pt x="182" y="16"/>
                  </a:cubicBezTo>
                  <a:cubicBezTo>
                    <a:pt x="182" y="16"/>
                    <a:pt x="182" y="16"/>
                    <a:pt x="182" y="16"/>
                  </a:cubicBezTo>
                  <a:cubicBezTo>
                    <a:pt x="181" y="99"/>
                    <a:pt x="181" y="99"/>
                    <a:pt x="181" y="99"/>
                  </a:cubicBezTo>
                  <a:cubicBezTo>
                    <a:pt x="221" y="59"/>
                    <a:pt x="221" y="59"/>
                    <a:pt x="221" y="59"/>
                  </a:cubicBezTo>
                  <a:cubicBezTo>
                    <a:pt x="223" y="57"/>
                    <a:pt x="226" y="57"/>
                    <a:pt x="228" y="57"/>
                  </a:cubicBezTo>
                  <a:cubicBezTo>
                    <a:pt x="228" y="57"/>
                    <a:pt x="228" y="57"/>
                    <a:pt x="228" y="57"/>
                  </a:cubicBezTo>
                  <a:cubicBezTo>
                    <a:pt x="231" y="58"/>
                    <a:pt x="233" y="59"/>
                    <a:pt x="234" y="61"/>
                  </a:cubicBezTo>
                  <a:cubicBezTo>
                    <a:pt x="234" y="61"/>
                    <a:pt x="234" y="61"/>
                    <a:pt x="234" y="61"/>
                  </a:cubicBezTo>
                  <a:cubicBezTo>
                    <a:pt x="246" y="84"/>
                    <a:pt x="246" y="84"/>
                    <a:pt x="246" y="84"/>
                  </a:cubicBezTo>
                  <a:cubicBezTo>
                    <a:pt x="322" y="5"/>
                    <a:pt x="322" y="5"/>
                    <a:pt x="322" y="5"/>
                  </a:cubicBezTo>
                  <a:cubicBezTo>
                    <a:pt x="326" y="1"/>
                    <a:pt x="331" y="0"/>
                    <a:pt x="335" y="4"/>
                  </a:cubicBezTo>
                  <a:cubicBezTo>
                    <a:pt x="335" y="4"/>
                    <a:pt x="335" y="4"/>
                    <a:pt x="335" y="4"/>
                  </a:cubicBezTo>
                  <a:cubicBezTo>
                    <a:pt x="339" y="8"/>
                    <a:pt x="339" y="14"/>
                    <a:pt x="335" y="18"/>
                  </a:cubicBezTo>
                  <a:cubicBezTo>
                    <a:pt x="335" y="18"/>
                    <a:pt x="335" y="18"/>
                    <a:pt x="335" y="18"/>
                  </a:cubicBezTo>
                  <a:cubicBezTo>
                    <a:pt x="251" y="106"/>
                    <a:pt x="251" y="106"/>
                    <a:pt x="251" y="106"/>
                  </a:cubicBezTo>
                  <a:cubicBezTo>
                    <a:pt x="249" y="109"/>
                    <a:pt x="246" y="110"/>
                    <a:pt x="243" y="110"/>
                  </a:cubicBezTo>
                  <a:cubicBezTo>
                    <a:pt x="243" y="110"/>
                    <a:pt x="243" y="110"/>
                    <a:pt x="243" y="110"/>
                  </a:cubicBezTo>
                  <a:cubicBezTo>
                    <a:pt x="240" y="110"/>
                    <a:pt x="238" y="108"/>
                    <a:pt x="236" y="106"/>
                  </a:cubicBezTo>
                  <a:cubicBezTo>
                    <a:pt x="236" y="106"/>
                    <a:pt x="236" y="106"/>
                    <a:pt x="236" y="106"/>
                  </a:cubicBezTo>
                  <a:cubicBezTo>
                    <a:pt x="224" y="81"/>
                    <a:pt x="224" y="81"/>
                    <a:pt x="224" y="81"/>
                  </a:cubicBezTo>
                  <a:cubicBezTo>
                    <a:pt x="177" y="126"/>
                    <a:pt x="177" y="126"/>
                    <a:pt x="177" y="126"/>
                  </a:cubicBezTo>
                  <a:cubicBezTo>
                    <a:pt x="174" y="128"/>
                    <a:pt x="171" y="129"/>
                    <a:pt x="168" y="127"/>
                  </a:cubicBezTo>
                  <a:cubicBezTo>
                    <a:pt x="168" y="127"/>
                    <a:pt x="168" y="127"/>
                    <a:pt x="168" y="127"/>
                  </a:cubicBezTo>
                  <a:cubicBezTo>
                    <a:pt x="165" y="126"/>
                    <a:pt x="163" y="123"/>
                    <a:pt x="163" y="119"/>
                  </a:cubicBezTo>
                  <a:cubicBezTo>
                    <a:pt x="163" y="119"/>
                    <a:pt x="163" y="119"/>
                    <a:pt x="163" y="119"/>
                  </a:cubicBezTo>
                  <a:cubicBezTo>
                    <a:pt x="164" y="49"/>
                    <a:pt x="164" y="49"/>
                    <a:pt x="164" y="49"/>
                  </a:cubicBezTo>
                  <a:cubicBezTo>
                    <a:pt x="88" y="171"/>
                    <a:pt x="88" y="171"/>
                    <a:pt x="88" y="171"/>
                  </a:cubicBezTo>
                  <a:cubicBezTo>
                    <a:pt x="86" y="174"/>
                    <a:pt x="82" y="176"/>
                    <a:pt x="79" y="176"/>
                  </a:cubicBezTo>
                  <a:cubicBezTo>
                    <a:pt x="79" y="176"/>
                    <a:pt x="79" y="176"/>
                    <a:pt x="79" y="176"/>
                  </a:cubicBezTo>
                  <a:cubicBezTo>
                    <a:pt x="75" y="176"/>
                    <a:pt x="72" y="173"/>
                    <a:pt x="71" y="170"/>
                  </a:cubicBezTo>
                  <a:cubicBezTo>
                    <a:pt x="71" y="170"/>
                    <a:pt x="71" y="170"/>
                    <a:pt x="71" y="170"/>
                  </a:cubicBezTo>
                  <a:cubicBezTo>
                    <a:pt x="59" y="126"/>
                    <a:pt x="59" y="126"/>
                    <a:pt x="59" y="126"/>
                  </a:cubicBezTo>
                  <a:cubicBezTo>
                    <a:pt x="16" y="170"/>
                    <a:pt x="16" y="170"/>
                    <a:pt x="16" y="170"/>
                  </a:cubicBezTo>
                  <a:cubicBezTo>
                    <a:pt x="16" y="170"/>
                    <a:pt x="16" y="170"/>
                    <a:pt x="16" y="170"/>
                  </a:cubicBezTo>
                  <a:cubicBezTo>
                    <a:pt x="14" y="172"/>
                    <a:pt x="10" y="173"/>
                    <a:pt x="7" y="172"/>
                  </a:cubicBezTo>
                  <a:cubicBezTo>
                    <a:pt x="7" y="172"/>
                    <a:pt x="7" y="172"/>
                    <a:pt x="7" y="172"/>
                  </a:cubicBezTo>
                  <a:cubicBezTo>
                    <a:pt x="6" y="172"/>
                    <a:pt x="4" y="171"/>
                    <a:pt x="3" y="169"/>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63" name="组合 62"/>
          <p:cNvGrpSpPr/>
          <p:nvPr/>
        </p:nvGrpSpPr>
        <p:grpSpPr>
          <a:xfrm>
            <a:off x="4512403" y="4849424"/>
            <a:ext cx="544513" cy="701676"/>
            <a:chOff x="6842125" y="2565571"/>
            <a:chExt cx="544513" cy="701676"/>
          </a:xfrm>
          <a:solidFill>
            <a:schemeClr val="bg1"/>
          </a:solidFill>
        </p:grpSpPr>
        <p:sp>
          <p:nvSpPr>
            <p:cNvPr id="64" name="Freeform 72"/>
            <p:cNvSpPr>
              <a:spLocks/>
            </p:cNvSpPr>
            <p:nvPr/>
          </p:nvSpPr>
          <p:spPr bwMode="auto">
            <a:xfrm>
              <a:off x="6858000" y="3186284"/>
              <a:ext cx="104775" cy="80963"/>
            </a:xfrm>
            <a:custGeom>
              <a:avLst/>
              <a:gdLst>
                <a:gd name="T0" fmla="*/ 27 w 46"/>
                <a:gd name="T1" fmla="*/ 0 h 36"/>
                <a:gd name="T2" fmla="*/ 21 w 46"/>
                <a:gd name="T3" fmla="*/ 0 h 36"/>
                <a:gd name="T4" fmla="*/ 0 w 46"/>
                <a:gd name="T5" fmla="*/ 14 h 36"/>
                <a:gd name="T6" fmla="*/ 0 w 46"/>
                <a:gd name="T7" fmla="*/ 20 h 36"/>
                <a:gd name="T8" fmla="*/ 21 w 46"/>
                <a:gd name="T9" fmla="*/ 36 h 36"/>
                <a:gd name="T10" fmla="*/ 27 w 46"/>
                <a:gd name="T11" fmla="*/ 36 h 36"/>
                <a:gd name="T12" fmla="*/ 46 w 46"/>
                <a:gd name="T13" fmla="*/ 20 h 36"/>
                <a:gd name="T14" fmla="*/ 46 w 46"/>
                <a:gd name="T15" fmla="*/ 14 h 36"/>
                <a:gd name="T16" fmla="*/ 27 w 46"/>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36">
                  <a:moveTo>
                    <a:pt x="27" y="0"/>
                  </a:moveTo>
                  <a:cubicBezTo>
                    <a:pt x="21" y="0"/>
                    <a:pt x="21" y="0"/>
                    <a:pt x="21" y="0"/>
                  </a:cubicBezTo>
                  <a:cubicBezTo>
                    <a:pt x="11" y="0"/>
                    <a:pt x="0" y="4"/>
                    <a:pt x="0" y="14"/>
                  </a:cubicBezTo>
                  <a:cubicBezTo>
                    <a:pt x="0" y="20"/>
                    <a:pt x="0" y="20"/>
                    <a:pt x="0" y="20"/>
                  </a:cubicBezTo>
                  <a:cubicBezTo>
                    <a:pt x="0" y="29"/>
                    <a:pt x="11" y="36"/>
                    <a:pt x="21" y="36"/>
                  </a:cubicBezTo>
                  <a:cubicBezTo>
                    <a:pt x="27" y="36"/>
                    <a:pt x="27" y="36"/>
                    <a:pt x="27" y="36"/>
                  </a:cubicBezTo>
                  <a:cubicBezTo>
                    <a:pt x="36" y="36"/>
                    <a:pt x="46" y="29"/>
                    <a:pt x="46" y="20"/>
                  </a:cubicBezTo>
                  <a:cubicBezTo>
                    <a:pt x="46" y="14"/>
                    <a:pt x="46" y="14"/>
                    <a:pt x="46" y="14"/>
                  </a:cubicBezTo>
                  <a:cubicBezTo>
                    <a:pt x="46" y="4"/>
                    <a:pt x="36" y="0"/>
                    <a:pt x="2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 name="Freeform 73"/>
            <p:cNvSpPr>
              <a:spLocks/>
            </p:cNvSpPr>
            <p:nvPr/>
          </p:nvSpPr>
          <p:spPr bwMode="auto">
            <a:xfrm>
              <a:off x="6969125" y="3091034"/>
              <a:ext cx="96838" cy="176213"/>
            </a:xfrm>
            <a:custGeom>
              <a:avLst/>
              <a:gdLst>
                <a:gd name="T0" fmla="*/ 23 w 43"/>
                <a:gd name="T1" fmla="*/ 0 h 78"/>
                <a:gd name="T2" fmla="*/ 17 w 43"/>
                <a:gd name="T3" fmla="*/ 0 h 78"/>
                <a:gd name="T4" fmla="*/ 0 w 43"/>
                <a:gd name="T5" fmla="*/ 14 h 78"/>
                <a:gd name="T6" fmla="*/ 0 w 43"/>
                <a:gd name="T7" fmla="*/ 62 h 78"/>
                <a:gd name="T8" fmla="*/ 17 w 43"/>
                <a:gd name="T9" fmla="*/ 78 h 78"/>
                <a:gd name="T10" fmla="*/ 23 w 43"/>
                <a:gd name="T11" fmla="*/ 78 h 78"/>
                <a:gd name="T12" fmla="*/ 43 w 43"/>
                <a:gd name="T13" fmla="*/ 62 h 78"/>
                <a:gd name="T14" fmla="*/ 43 w 43"/>
                <a:gd name="T15" fmla="*/ 14 h 78"/>
                <a:gd name="T16" fmla="*/ 23 w 43"/>
                <a:gd name="T1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78">
                  <a:moveTo>
                    <a:pt x="23" y="0"/>
                  </a:moveTo>
                  <a:cubicBezTo>
                    <a:pt x="17" y="0"/>
                    <a:pt x="17" y="0"/>
                    <a:pt x="17" y="0"/>
                  </a:cubicBezTo>
                  <a:cubicBezTo>
                    <a:pt x="7" y="0"/>
                    <a:pt x="0" y="5"/>
                    <a:pt x="0" y="14"/>
                  </a:cubicBezTo>
                  <a:cubicBezTo>
                    <a:pt x="0" y="62"/>
                    <a:pt x="0" y="62"/>
                    <a:pt x="0" y="62"/>
                  </a:cubicBezTo>
                  <a:cubicBezTo>
                    <a:pt x="0" y="71"/>
                    <a:pt x="7" y="78"/>
                    <a:pt x="17" y="78"/>
                  </a:cubicBezTo>
                  <a:cubicBezTo>
                    <a:pt x="23" y="78"/>
                    <a:pt x="23" y="78"/>
                    <a:pt x="23" y="78"/>
                  </a:cubicBezTo>
                  <a:cubicBezTo>
                    <a:pt x="33" y="78"/>
                    <a:pt x="43" y="71"/>
                    <a:pt x="43" y="62"/>
                  </a:cubicBezTo>
                  <a:cubicBezTo>
                    <a:pt x="43" y="14"/>
                    <a:pt x="43" y="14"/>
                    <a:pt x="43" y="14"/>
                  </a:cubicBezTo>
                  <a:cubicBezTo>
                    <a:pt x="43" y="5"/>
                    <a:pt x="33" y="0"/>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 name="Freeform 74"/>
            <p:cNvSpPr>
              <a:spLocks/>
            </p:cNvSpPr>
            <p:nvPr/>
          </p:nvSpPr>
          <p:spPr bwMode="auto">
            <a:xfrm>
              <a:off x="7081838" y="3010071"/>
              <a:ext cx="87313" cy="257175"/>
            </a:xfrm>
            <a:custGeom>
              <a:avLst/>
              <a:gdLst>
                <a:gd name="T0" fmla="*/ 23 w 39"/>
                <a:gd name="T1" fmla="*/ 0 h 114"/>
                <a:gd name="T2" fmla="*/ 19 w 39"/>
                <a:gd name="T3" fmla="*/ 0 h 114"/>
                <a:gd name="T4" fmla="*/ 0 w 39"/>
                <a:gd name="T5" fmla="*/ 20 h 114"/>
                <a:gd name="T6" fmla="*/ 0 w 39"/>
                <a:gd name="T7" fmla="*/ 97 h 114"/>
                <a:gd name="T8" fmla="*/ 19 w 39"/>
                <a:gd name="T9" fmla="*/ 114 h 114"/>
                <a:gd name="T10" fmla="*/ 23 w 39"/>
                <a:gd name="T11" fmla="*/ 114 h 114"/>
                <a:gd name="T12" fmla="*/ 39 w 39"/>
                <a:gd name="T13" fmla="*/ 97 h 114"/>
                <a:gd name="T14" fmla="*/ 39 w 39"/>
                <a:gd name="T15" fmla="*/ 20 h 114"/>
                <a:gd name="T16" fmla="*/ 23 w 39"/>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114">
                  <a:moveTo>
                    <a:pt x="23" y="0"/>
                  </a:moveTo>
                  <a:cubicBezTo>
                    <a:pt x="19" y="0"/>
                    <a:pt x="19" y="0"/>
                    <a:pt x="19" y="0"/>
                  </a:cubicBezTo>
                  <a:cubicBezTo>
                    <a:pt x="9" y="0"/>
                    <a:pt x="0" y="10"/>
                    <a:pt x="0" y="20"/>
                  </a:cubicBezTo>
                  <a:cubicBezTo>
                    <a:pt x="0" y="97"/>
                    <a:pt x="0" y="97"/>
                    <a:pt x="0" y="97"/>
                  </a:cubicBezTo>
                  <a:cubicBezTo>
                    <a:pt x="0" y="107"/>
                    <a:pt x="9" y="114"/>
                    <a:pt x="19" y="114"/>
                  </a:cubicBezTo>
                  <a:cubicBezTo>
                    <a:pt x="23" y="114"/>
                    <a:pt x="23" y="114"/>
                    <a:pt x="23" y="114"/>
                  </a:cubicBezTo>
                  <a:cubicBezTo>
                    <a:pt x="33" y="114"/>
                    <a:pt x="39" y="107"/>
                    <a:pt x="39" y="97"/>
                  </a:cubicBezTo>
                  <a:cubicBezTo>
                    <a:pt x="39" y="20"/>
                    <a:pt x="39" y="20"/>
                    <a:pt x="39" y="20"/>
                  </a:cubicBezTo>
                  <a:cubicBezTo>
                    <a:pt x="39" y="10"/>
                    <a:pt x="33" y="0"/>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 name="Freeform 75"/>
            <p:cNvSpPr>
              <a:spLocks/>
            </p:cNvSpPr>
            <p:nvPr/>
          </p:nvSpPr>
          <p:spPr bwMode="auto">
            <a:xfrm>
              <a:off x="7185025" y="2921171"/>
              <a:ext cx="88900" cy="346075"/>
            </a:xfrm>
            <a:custGeom>
              <a:avLst/>
              <a:gdLst>
                <a:gd name="T0" fmla="*/ 39 w 39"/>
                <a:gd name="T1" fmla="*/ 18 h 153"/>
                <a:gd name="T2" fmla="*/ 22 w 39"/>
                <a:gd name="T3" fmla="*/ 0 h 153"/>
                <a:gd name="T4" fmla="*/ 18 w 39"/>
                <a:gd name="T5" fmla="*/ 0 h 153"/>
                <a:gd name="T6" fmla="*/ 0 w 39"/>
                <a:gd name="T7" fmla="*/ 18 h 153"/>
                <a:gd name="T8" fmla="*/ 0 w 39"/>
                <a:gd name="T9" fmla="*/ 135 h 153"/>
                <a:gd name="T10" fmla="*/ 18 w 39"/>
                <a:gd name="T11" fmla="*/ 153 h 153"/>
                <a:gd name="T12" fmla="*/ 22 w 39"/>
                <a:gd name="T13" fmla="*/ 153 h 153"/>
                <a:gd name="T14" fmla="*/ 39 w 39"/>
                <a:gd name="T15" fmla="*/ 135 h 153"/>
                <a:gd name="T16" fmla="*/ 39 w 39"/>
                <a:gd name="T17" fmla="*/ 18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153">
                  <a:moveTo>
                    <a:pt x="39" y="18"/>
                  </a:moveTo>
                  <a:cubicBezTo>
                    <a:pt x="39" y="8"/>
                    <a:pt x="31" y="0"/>
                    <a:pt x="22" y="0"/>
                  </a:cubicBezTo>
                  <a:cubicBezTo>
                    <a:pt x="18" y="0"/>
                    <a:pt x="18" y="0"/>
                    <a:pt x="18" y="0"/>
                  </a:cubicBezTo>
                  <a:cubicBezTo>
                    <a:pt x="8" y="0"/>
                    <a:pt x="0" y="8"/>
                    <a:pt x="0" y="18"/>
                  </a:cubicBezTo>
                  <a:cubicBezTo>
                    <a:pt x="0" y="135"/>
                    <a:pt x="0" y="135"/>
                    <a:pt x="0" y="135"/>
                  </a:cubicBezTo>
                  <a:cubicBezTo>
                    <a:pt x="0" y="145"/>
                    <a:pt x="8" y="153"/>
                    <a:pt x="18" y="153"/>
                  </a:cubicBezTo>
                  <a:cubicBezTo>
                    <a:pt x="22" y="153"/>
                    <a:pt x="22" y="153"/>
                    <a:pt x="22" y="153"/>
                  </a:cubicBezTo>
                  <a:cubicBezTo>
                    <a:pt x="31" y="153"/>
                    <a:pt x="39" y="145"/>
                    <a:pt x="39" y="135"/>
                  </a:cubicBezTo>
                  <a:lnTo>
                    <a:pt x="39"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 name="Freeform 76"/>
            <p:cNvSpPr>
              <a:spLocks/>
            </p:cNvSpPr>
            <p:nvPr/>
          </p:nvSpPr>
          <p:spPr bwMode="auto">
            <a:xfrm>
              <a:off x="7297738" y="2827509"/>
              <a:ext cx="88900" cy="439738"/>
            </a:xfrm>
            <a:custGeom>
              <a:avLst/>
              <a:gdLst>
                <a:gd name="T0" fmla="*/ 21 w 39"/>
                <a:gd name="T1" fmla="*/ 0 h 195"/>
                <a:gd name="T2" fmla="*/ 17 w 39"/>
                <a:gd name="T3" fmla="*/ 0 h 195"/>
                <a:gd name="T4" fmla="*/ 0 w 39"/>
                <a:gd name="T5" fmla="*/ 18 h 195"/>
                <a:gd name="T6" fmla="*/ 0 w 39"/>
                <a:gd name="T7" fmla="*/ 177 h 195"/>
                <a:gd name="T8" fmla="*/ 17 w 39"/>
                <a:gd name="T9" fmla="*/ 195 h 195"/>
                <a:gd name="T10" fmla="*/ 21 w 39"/>
                <a:gd name="T11" fmla="*/ 195 h 195"/>
                <a:gd name="T12" fmla="*/ 39 w 39"/>
                <a:gd name="T13" fmla="*/ 177 h 195"/>
                <a:gd name="T14" fmla="*/ 39 w 39"/>
                <a:gd name="T15" fmla="*/ 18 h 195"/>
                <a:gd name="T16" fmla="*/ 21 w 39"/>
                <a:gd name="T17" fmla="*/ 0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195">
                  <a:moveTo>
                    <a:pt x="21" y="0"/>
                  </a:moveTo>
                  <a:cubicBezTo>
                    <a:pt x="17" y="0"/>
                    <a:pt x="17" y="0"/>
                    <a:pt x="17" y="0"/>
                  </a:cubicBezTo>
                  <a:cubicBezTo>
                    <a:pt x="7" y="0"/>
                    <a:pt x="0" y="9"/>
                    <a:pt x="0" y="18"/>
                  </a:cubicBezTo>
                  <a:cubicBezTo>
                    <a:pt x="0" y="177"/>
                    <a:pt x="0" y="177"/>
                    <a:pt x="0" y="177"/>
                  </a:cubicBezTo>
                  <a:cubicBezTo>
                    <a:pt x="0" y="187"/>
                    <a:pt x="7" y="195"/>
                    <a:pt x="17" y="195"/>
                  </a:cubicBezTo>
                  <a:cubicBezTo>
                    <a:pt x="21" y="195"/>
                    <a:pt x="21" y="195"/>
                    <a:pt x="21" y="195"/>
                  </a:cubicBezTo>
                  <a:cubicBezTo>
                    <a:pt x="30" y="195"/>
                    <a:pt x="39" y="187"/>
                    <a:pt x="39" y="177"/>
                  </a:cubicBezTo>
                  <a:cubicBezTo>
                    <a:pt x="39" y="18"/>
                    <a:pt x="39" y="18"/>
                    <a:pt x="39" y="18"/>
                  </a:cubicBezTo>
                  <a:cubicBezTo>
                    <a:pt x="39" y="9"/>
                    <a:pt x="30" y="0"/>
                    <a:pt x="2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 name="Freeform 77"/>
            <p:cNvSpPr>
              <a:spLocks/>
            </p:cNvSpPr>
            <p:nvPr/>
          </p:nvSpPr>
          <p:spPr bwMode="auto">
            <a:xfrm>
              <a:off x="6842125" y="2565571"/>
              <a:ext cx="544513" cy="473075"/>
            </a:xfrm>
            <a:custGeom>
              <a:avLst/>
              <a:gdLst>
                <a:gd name="T0" fmla="*/ 238 w 241"/>
                <a:gd name="T1" fmla="*/ 9 h 210"/>
                <a:gd name="T2" fmla="*/ 221 w 241"/>
                <a:gd name="T3" fmla="*/ 2 h 210"/>
                <a:gd name="T4" fmla="*/ 160 w 241"/>
                <a:gd name="T5" fmla="*/ 26 h 210"/>
                <a:gd name="T6" fmla="*/ 152 w 241"/>
                <a:gd name="T7" fmla="*/ 44 h 210"/>
                <a:gd name="T8" fmla="*/ 165 w 241"/>
                <a:gd name="T9" fmla="*/ 53 h 210"/>
                <a:gd name="T10" fmla="*/ 170 w 241"/>
                <a:gd name="T11" fmla="*/ 52 h 210"/>
                <a:gd name="T12" fmla="*/ 193 w 241"/>
                <a:gd name="T13" fmla="*/ 43 h 210"/>
                <a:gd name="T14" fmla="*/ 11 w 241"/>
                <a:gd name="T15" fmla="*/ 183 h 210"/>
                <a:gd name="T16" fmla="*/ 3 w 241"/>
                <a:gd name="T17" fmla="*/ 201 h 210"/>
                <a:gd name="T18" fmla="*/ 16 w 241"/>
                <a:gd name="T19" fmla="*/ 210 h 210"/>
                <a:gd name="T20" fmla="*/ 21 w 241"/>
                <a:gd name="T21" fmla="*/ 209 h 210"/>
                <a:gd name="T22" fmla="*/ 209 w 241"/>
                <a:gd name="T23" fmla="*/ 70 h 210"/>
                <a:gd name="T24" fmla="*/ 209 w 241"/>
                <a:gd name="T25" fmla="*/ 83 h 210"/>
                <a:gd name="T26" fmla="*/ 225 w 241"/>
                <a:gd name="T27" fmla="*/ 97 h 210"/>
                <a:gd name="T28" fmla="*/ 241 w 241"/>
                <a:gd name="T29" fmla="*/ 83 h 210"/>
                <a:gd name="T30" fmla="*/ 241 w 241"/>
                <a:gd name="T31" fmla="*/ 18 h 210"/>
                <a:gd name="T32" fmla="*/ 241 w 241"/>
                <a:gd name="T33" fmla="*/ 18 h 210"/>
                <a:gd name="T34" fmla="*/ 238 w 241"/>
                <a:gd name="T35" fmla="*/ 9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1" h="210">
                  <a:moveTo>
                    <a:pt x="238" y="9"/>
                  </a:moveTo>
                  <a:cubicBezTo>
                    <a:pt x="235" y="3"/>
                    <a:pt x="228" y="0"/>
                    <a:pt x="221" y="2"/>
                  </a:cubicBezTo>
                  <a:cubicBezTo>
                    <a:pt x="160" y="26"/>
                    <a:pt x="160" y="26"/>
                    <a:pt x="160" y="26"/>
                  </a:cubicBezTo>
                  <a:cubicBezTo>
                    <a:pt x="153" y="28"/>
                    <a:pt x="149" y="37"/>
                    <a:pt x="152" y="44"/>
                  </a:cubicBezTo>
                  <a:cubicBezTo>
                    <a:pt x="154" y="49"/>
                    <a:pt x="160" y="53"/>
                    <a:pt x="165" y="53"/>
                  </a:cubicBezTo>
                  <a:cubicBezTo>
                    <a:pt x="167" y="53"/>
                    <a:pt x="169" y="52"/>
                    <a:pt x="170" y="52"/>
                  </a:cubicBezTo>
                  <a:cubicBezTo>
                    <a:pt x="193" y="43"/>
                    <a:pt x="193" y="43"/>
                    <a:pt x="193" y="43"/>
                  </a:cubicBezTo>
                  <a:cubicBezTo>
                    <a:pt x="122" y="141"/>
                    <a:pt x="12" y="182"/>
                    <a:pt x="11" y="183"/>
                  </a:cubicBezTo>
                  <a:cubicBezTo>
                    <a:pt x="4" y="185"/>
                    <a:pt x="0" y="193"/>
                    <a:pt x="3" y="201"/>
                  </a:cubicBezTo>
                  <a:cubicBezTo>
                    <a:pt x="5" y="206"/>
                    <a:pt x="10" y="210"/>
                    <a:pt x="16" y="210"/>
                  </a:cubicBezTo>
                  <a:cubicBezTo>
                    <a:pt x="18" y="210"/>
                    <a:pt x="20" y="209"/>
                    <a:pt x="21" y="209"/>
                  </a:cubicBezTo>
                  <a:cubicBezTo>
                    <a:pt x="26" y="207"/>
                    <a:pt x="131" y="167"/>
                    <a:pt x="209" y="70"/>
                  </a:cubicBezTo>
                  <a:cubicBezTo>
                    <a:pt x="209" y="83"/>
                    <a:pt x="209" y="83"/>
                    <a:pt x="209" y="83"/>
                  </a:cubicBezTo>
                  <a:cubicBezTo>
                    <a:pt x="209" y="90"/>
                    <a:pt x="217" y="97"/>
                    <a:pt x="225" y="97"/>
                  </a:cubicBezTo>
                  <a:cubicBezTo>
                    <a:pt x="233" y="97"/>
                    <a:pt x="241" y="90"/>
                    <a:pt x="241" y="83"/>
                  </a:cubicBezTo>
                  <a:cubicBezTo>
                    <a:pt x="241" y="18"/>
                    <a:pt x="241" y="18"/>
                    <a:pt x="241" y="18"/>
                  </a:cubicBezTo>
                  <a:cubicBezTo>
                    <a:pt x="241" y="18"/>
                    <a:pt x="241" y="18"/>
                    <a:pt x="241" y="18"/>
                  </a:cubicBezTo>
                  <a:cubicBezTo>
                    <a:pt x="241" y="15"/>
                    <a:pt x="240" y="12"/>
                    <a:pt x="238"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74" name="组合 73"/>
          <p:cNvGrpSpPr>
            <a:grpSpLocks noChangeAspect="1"/>
          </p:cNvGrpSpPr>
          <p:nvPr/>
        </p:nvGrpSpPr>
        <p:grpSpPr>
          <a:xfrm>
            <a:off x="10097603" y="4841824"/>
            <a:ext cx="722073" cy="716876"/>
            <a:chOff x="1749514" y="2523354"/>
            <a:chExt cx="494747" cy="491185"/>
          </a:xfrm>
          <a:solidFill>
            <a:schemeClr val="bg1"/>
          </a:solidFill>
        </p:grpSpPr>
        <p:sp>
          <p:nvSpPr>
            <p:cNvPr id="75" name="Freeform 635"/>
            <p:cNvSpPr>
              <a:spLocks/>
            </p:cNvSpPr>
            <p:nvPr/>
          </p:nvSpPr>
          <p:spPr bwMode="auto">
            <a:xfrm>
              <a:off x="1984429" y="2758268"/>
              <a:ext cx="259832" cy="256271"/>
            </a:xfrm>
            <a:custGeom>
              <a:avLst/>
              <a:gdLst>
                <a:gd name="T0" fmla="*/ 167 w 167"/>
                <a:gd name="T1" fmla="*/ 91 h 167"/>
                <a:gd name="T2" fmla="*/ 0 w 167"/>
                <a:gd name="T3" fmla="*/ 0 h 167"/>
                <a:gd name="T4" fmla="*/ 92 w 167"/>
                <a:gd name="T5" fmla="*/ 167 h 167"/>
                <a:gd name="T6" fmla="*/ 92 w 167"/>
                <a:gd name="T7" fmla="*/ 91 h 167"/>
                <a:gd name="T8" fmla="*/ 167 w 167"/>
                <a:gd name="T9" fmla="*/ 91 h 167"/>
              </a:gdLst>
              <a:ahLst/>
              <a:cxnLst>
                <a:cxn ang="0">
                  <a:pos x="T0" y="T1"/>
                </a:cxn>
                <a:cxn ang="0">
                  <a:pos x="T2" y="T3"/>
                </a:cxn>
                <a:cxn ang="0">
                  <a:pos x="T4" y="T5"/>
                </a:cxn>
                <a:cxn ang="0">
                  <a:pos x="T6" y="T7"/>
                </a:cxn>
                <a:cxn ang="0">
                  <a:pos x="T8" y="T9"/>
                </a:cxn>
              </a:cxnLst>
              <a:rect l="0" t="0" r="r" b="b"/>
              <a:pathLst>
                <a:path w="167" h="167">
                  <a:moveTo>
                    <a:pt x="167" y="91"/>
                  </a:moveTo>
                  <a:cubicBezTo>
                    <a:pt x="166" y="90"/>
                    <a:pt x="2" y="0"/>
                    <a:pt x="0" y="0"/>
                  </a:cubicBezTo>
                  <a:cubicBezTo>
                    <a:pt x="92" y="167"/>
                    <a:pt x="92" y="167"/>
                    <a:pt x="92" y="167"/>
                  </a:cubicBezTo>
                  <a:cubicBezTo>
                    <a:pt x="92" y="142"/>
                    <a:pt x="92" y="117"/>
                    <a:pt x="92" y="91"/>
                  </a:cubicBezTo>
                  <a:cubicBezTo>
                    <a:pt x="117" y="91"/>
                    <a:pt x="142" y="91"/>
                    <a:pt x="167" y="9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 name="Freeform 636"/>
            <p:cNvSpPr>
              <a:spLocks/>
            </p:cNvSpPr>
            <p:nvPr/>
          </p:nvSpPr>
          <p:spPr bwMode="auto">
            <a:xfrm>
              <a:off x="1852735" y="2626574"/>
              <a:ext cx="234915" cy="238475"/>
            </a:xfrm>
            <a:custGeom>
              <a:avLst/>
              <a:gdLst>
                <a:gd name="T0" fmla="*/ 97 w 154"/>
                <a:gd name="T1" fmla="*/ 130 h 154"/>
                <a:gd name="T2" fmla="*/ 77 w 154"/>
                <a:gd name="T3" fmla="*/ 134 h 154"/>
                <a:gd name="T4" fmla="*/ 21 w 154"/>
                <a:gd name="T5" fmla="*/ 77 h 154"/>
                <a:gd name="T6" fmla="*/ 77 w 154"/>
                <a:gd name="T7" fmla="*/ 20 h 154"/>
                <a:gd name="T8" fmla="*/ 134 w 154"/>
                <a:gd name="T9" fmla="*/ 77 h 154"/>
                <a:gd name="T10" fmla="*/ 132 w 154"/>
                <a:gd name="T11" fmla="*/ 95 h 154"/>
                <a:gd name="T12" fmla="*/ 149 w 154"/>
                <a:gd name="T13" fmla="*/ 104 h 154"/>
                <a:gd name="T14" fmla="*/ 154 w 154"/>
                <a:gd name="T15" fmla="*/ 77 h 154"/>
                <a:gd name="T16" fmla="*/ 77 w 154"/>
                <a:gd name="T17" fmla="*/ 0 h 154"/>
                <a:gd name="T18" fmla="*/ 0 w 154"/>
                <a:gd name="T19" fmla="*/ 77 h 154"/>
                <a:gd name="T20" fmla="*/ 77 w 154"/>
                <a:gd name="T21" fmla="*/ 154 h 154"/>
                <a:gd name="T22" fmla="*/ 106 w 154"/>
                <a:gd name="T23" fmla="*/ 148 h 154"/>
                <a:gd name="T24" fmla="*/ 97 w 154"/>
                <a:gd name="T25" fmla="*/ 13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4" h="154">
                  <a:moveTo>
                    <a:pt x="97" y="130"/>
                  </a:moveTo>
                  <a:cubicBezTo>
                    <a:pt x="91" y="133"/>
                    <a:pt x="84" y="134"/>
                    <a:pt x="77" y="134"/>
                  </a:cubicBezTo>
                  <a:cubicBezTo>
                    <a:pt x="46" y="134"/>
                    <a:pt x="21" y="108"/>
                    <a:pt x="21" y="77"/>
                  </a:cubicBezTo>
                  <a:cubicBezTo>
                    <a:pt x="21" y="46"/>
                    <a:pt x="46" y="20"/>
                    <a:pt x="77" y="20"/>
                  </a:cubicBezTo>
                  <a:cubicBezTo>
                    <a:pt x="109" y="20"/>
                    <a:pt x="134" y="46"/>
                    <a:pt x="134" y="77"/>
                  </a:cubicBezTo>
                  <a:cubicBezTo>
                    <a:pt x="134" y="83"/>
                    <a:pt x="133" y="89"/>
                    <a:pt x="132" y="95"/>
                  </a:cubicBezTo>
                  <a:cubicBezTo>
                    <a:pt x="137" y="98"/>
                    <a:pt x="143" y="101"/>
                    <a:pt x="149" y="104"/>
                  </a:cubicBezTo>
                  <a:cubicBezTo>
                    <a:pt x="153" y="96"/>
                    <a:pt x="154" y="87"/>
                    <a:pt x="154" y="77"/>
                  </a:cubicBezTo>
                  <a:cubicBezTo>
                    <a:pt x="154" y="34"/>
                    <a:pt x="120" y="0"/>
                    <a:pt x="77" y="0"/>
                  </a:cubicBezTo>
                  <a:cubicBezTo>
                    <a:pt x="35" y="0"/>
                    <a:pt x="0" y="34"/>
                    <a:pt x="0" y="77"/>
                  </a:cubicBezTo>
                  <a:cubicBezTo>
                    <a:pt x="0" y="119"/>
                    <a:pt x="35" y="154"/>
                    <a:pt x="77" y="154"/>
                  </a:cubicBezTo>
                  <a:cubicBezTo>
                    <a:pt x="88" y="154"/>
                    <a:pt x="97" y="152"/>
                    <a:pt x="106" y="148"/>
                  </a:cubicBezTo>
                  <a:lnTo>
                    <a:pt x="97" y="1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 name="Freeform 637"/>
            <p:cNvSpPr>
              <a:spLocks/>
            </p:cNvSpPr>
            <p:nvPr/>
          </p:nvSpPr>
          <p:spPr bwMode="auto">
            <a:xfrm>
              <a:off x="1749514" y="2523354"/>
              <a:ext cx="441354" cy="444917"/>
            </a:xfrm>
            <a:custGeom>
              <a:avLst/>
              <a:gdLst>
                <a:gd name="T0" fmla="*/ 195 w 287"/>
                <a:gd name="T1" fmla="*/ 257 h 288"/>
                <a:gd name="T2" fmla="*/ 143 w 287"/>
                <a:gd name="T3" fmla="*/ 268 h 288"/>
                <a:gd name="T4" fmla="*/ 20 w 287"/>
                <a:gd name="T5" fmla="*/ 144 h 288"/>
                <a:gd name="T6" fmla="*/ 143 w 287"/>
                <a:gd name="T7" fmla="*/ 20 h 288"/>
                <a:gd name="T8" fmla="*/ 267 w 287"/>
                <a:gd name="T9" fmla="*/ 144 h 288"/>
                <a:gd name="T10" fmla="*/ 257 w 287"/>
                <a:gd name="T11" fmla="*/ 194 h 288"/>
                <a:gd name="T12" fmla="*/ 274 w 287"/>
                <a:gd name="T13" fmla="*/ 204 h 288"/>
                <a:gd name="T14" fmla="*/ 287 w 287"/>
                <a:gd name="T15" fmla="*/ 144 h 288"/>
                <a:gd name="T16" fmla="*/ 143 w 287"/>
                <a:gd name="T17" fmla="*/ 0 h 288"/>
                <a:gd name="T18" fmla="*/ 0 w 287"/>
                <a:gd name="T19" fmla="*/ 144 h 288"/>
                <a:gd name="T20" fmla="*/ 143 w 287"/>
                <a:gd name="T21" fmla="*/ 288 h 288"/>
                <a:gd name="T22" fmla="*/ 205 w 287"/>
                <a:gd name="T23" fmla="*/ 274 h 288"/>
                <a:gd name="T24" fmla="*/ 195 w 287"/>
                <a:gd name="T25" fmla="*/ 257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7" h="288">
                  <a:moveTo>
                    <a:pt x="195" y="257"/>
                  </a:moveTo>
                  <a:cubicBezTo>
                    <a:pt x="179" y="264"/>
                    <a:pt x="162" y="268"/>
                    <a:pt x="143" y="268"/>
                  </a:cubicBezTo>
                  <a:cubicBezTo>
                    <a:pt x="75" y="268"/>
                    <a:pt x="20" y="212"/>
                    <a:pt x="20" y="144"/>
                  </a:cubicBezTo>
                  <a:cubicBezTo>
                    <a:pt x="20" y="76"/>
                    <a:pt x="75" y="20"/>
                    <a:pt x="143" y="20"/>
                  </a:cubicBezTo>
                  <a:cubicBezTo>
                    <a:pt x="212" y="20"/>
                    <a:pt x="267" y="76"/>
                    <a:pt x="267" y="144"/>
                  </a:cubicBezTo>
                  <a:cubicBezTo>
                    <a:pt x="267" y="162"/>
                    <a:pt x="264" y="179"/>
                    <a:pt x="257" y="194"/>
                  </a:cubicBezTo>
                  <a:cubicBezTo>
                    <a:pt x="263" y="197"/>
                    <a:pt x="269" y="201"/>
                    <a:pt x="274" y="204"/>
                  </a:cubicBezTo>
                  <a:cubicBezTo>
                    <a:pt x="283" y="185"/>
                    <a:pt x="287" y="165"/>
                    <a:pt x="287" y="144"/>
                  </a:cubicBezTo>
                  <a:cubicBezTo>
                    <a:pt x="287" y="65"/>
                    <a:pt x="223" y="0"/>
                    <a:pt x="143" y="0"/>
                  </a:cubicBezTo>
                  <a:cubicBezTo>
                    <a:pt x="64" y="0"/>
                    <a:pt x="0" y="65"/>
                    <a:pt x="0" y="144"/>
                  </a:cubicBezTo>
                  <a:cubicBezTo>
                    <a:pt x="0" y="223"/>
                    <a:pt x="64" y="288"/>
                    <a:pt x="143" y="288"/>
                  </a:cubicBezTo>
                  <a:cubicBezTo>
                    <a:pt x="165" y="288"/>
                    <a:pt x="186" y="283"/>
                    <a:pt x="205" y="274"/>
                  </a:cubicBezTo>
                  <a:lnTo>
                    <a:pt x="195" y="2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81" name="组合 80"/>
          <p:cNvGrpSpPr>
            <a:grpSpLocks noChangeAspect="1"/>
          </p:cNvGrpSpPr>
          <p:nvPr/>
        </p:nvGrpSpPr>
        <p:grpSpPr>
          <a:xfrm>
            <a:off x="6231357" y="4822959"/>
            <a:ext cx="728735" cy="754606"/>
            <a:chOff x="4418618" y="3789231"/>
            <a:chExt cx="1142820" cy="1183390"/>
          </a:xfrm>
        </p:grpSpPr>
        <p:sp>
          <p:nvSpPr>
            <p:cNvPr id="78" name="Freeform 237"/>
            <p:cNvSpPr>
              <a:spLocks/>
            </p:cNvSpPr>
            <p:nvPr/>
          </p:nvSpPr>
          <p:spPr bwMode="auto">
            <a:xfrm>
              <a:off x="4878450" y="3789231"/>
              <a:ext cx="426023" cy="561264"/>
            </a:xfrm>
            <a:custGeom>
              <a:avLst/>
              <a:gdLst>
                <a:gd name="T0" fmla="*/ 126 w 126"/>
                <a:gd name="T1" fmla="*/ 28 h 166"/>
                <a:gd name="T2" fmla="*/ 38 w 126"/>
                <a:gd name="T3" fmla="*/ 166 h 166"/>
                <a:gd name="T4" fmla="*/ 36 w 126"/>
                <a:gd name="T5" fmla="*/ 166 h 166"/>
                <a:gd name="T6" fmla="*/ 0 w 126"/>
                <a:gd name="T7" fmla="*/ 3 h 166"/>
                <a:gd name="T8" fmla="*/ 0 w 126"/>
                <a:gd name="T9" fmla="*/ 3 h 166"/>
                <a:gd name="T10" fmla="*/ 17 w 126"/>
                <a:gd name="T11" fmla="*/ 1 h 166"/>
                <a:gd name="T12" fmla="*/ 33 w 126"/>
                <a:gd name="T13" fmla="*/ 0 h 166"/>
                <a:gd name="T14" fmla="*/ 48 w 126"/>
                <a:gd name="T15" fmla="*/ 0 h 166"/>
                <a:gd name="T16" fmla="*/ 63 w 126"/>
                <a:gd name="T17" fmla="*/ 2 h 166"/>
                <a:gd name="T18" fmla="*/ 79 w 126"/>
                <a:gd name="T19" fmla="*/ 5 h 166"/>
                <a:gd name="T20" fmla="*/ 94 w 126"/>
                <a:gd name="T21" fmla="*/ 10 h 166"/>
                <a:gd name="T22" fmla="*/ 108 w 126"/>
                <a:gd name="T23" fmla="*/ 17 h 166"/>
                <a:gd name="T24" fmla="*/ 123 w 126"/>
                <a:gd name="T25" fmla="*/ 25 h 166"/>
                <a:gd name="T26" fmla="*/ 123 w 126"/>
                <a:gd name="T27" fmla="*/ 25 h 166"/>
                <a:gd name="T28" fmla="*/ 126 w 126"/>
                <a:gd name="T29" fmla="*/ 28 h 166"/>
                <a:gd name="T30" fmla="*/ 126 w 126"/>
                <a:gd name="T31" fmla="*/ 28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6" h="166">
                  <a:moveTo>
                    <a:pt x="126" y="28"/>
                  </a:moveTo>
                  <a:lnTo>
                    <a:pt x="38" y="166"/>
                  </a:lnTo>
                  <a:lnTo>
                    <a:pt x="36" y="166"/>
                  </a:lnTo>
                  <a:lnTo>
                    <a:pt x="0" y="3"/>
                  </a:lnTo>
                  <a:lnTo>
                    <a:pt x="0" y="3"/>
                  </a:lnTo>
                  <a:lnTo>
                    <a:pt x="17" y="1"/>
                  </a:lnTo>
                  <a:lnTo>
                    <a:pt x="33" y="0"/>
                  </a:lnTo>
                  <a:lnTo>
                    <a:pt x="48" y="0"/>
                  </a:lnTo>
                  <a:lnTo>
                    <a:pt x="63" y="2"/>
                  </a:lnTo>
                  <a:lnTo>
                    <a:pt x="79" y="5"/>
                  </a:lnTo>
                  <a:lnTo>
                    <a:pt x="94" y="10"/>
                  </a:lnTo>
                  <a:lnTo>
                    <a:pt x="108" y="17"/>
                  </a:lnTo>
                  <a:lnTo>
                    <a:pt x="123" y="25"/>
                  </a:lnTo>
                  <a:lnTo>
                    <a:pt x="123" y="25"/>
                  </a:lnTo>
                  <a:lnTo>
                    <a:pt x="126" y="28"/>
                  </a:lnTo>
                  <a:lnTo>
                    <a:pt x="126" y="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 name="Freeform 238"/>
            <p:cNvSpPr>
              <a:spLocks/>
            </p:cNvSpPr>
            <p:nvPr/>
          </p:nvSpPr>
          <p:spPr bwMode="auto">
            <a:xfrm>
              <a:off x="5020459" y="3951525"/>
              <a:ext cx="540979" cy="1000812"/>
            </a:xfrm>
            <a:custGeom>
              <a:avLst/>
              <a:gdLst>
                <a:gd name="T0" fmla="*/ 155 w 159"/>
                <a:gd name="T1" fmla="*/ 101 h 296"/>
                <a:gd name="T2" fmla="*/ 155 w 159"/>
                <a:gd name="T3" fmla="*/ 101 h 296"/>
                <a:gd name="T4" fmla="*/ 156 w 159"/>
                <a:gd name="T5" fmla="*/ 105 h 296"/>
                <a:gd name="T6" fmla="*/ 156 w 159"/>
                <a:gd name="T7" fmla="*/ 105 h 296"/>
                <a:gd name="T8" fmla="*/ 156 w 159"/>
                <a:gd name="T9" fmla="*/ 105 h 296"/>
                <a:gd name="T10" fmla="*/ 158 w 159"/>
                <a:gd name="T11" fmla="*/ 120 h 296"/>
                <a:gd name="T12" fmla="*/ 159 w 159"/>
                <a:gd name="T13" fmla="*/ 136 h 296"/>
                <a:gd name="T14" fmla="*/ 158 w 159"/>
                <a:gd name="T15" fmla="*/ 151 h 296"/>
                <a:gd name="T16" fmla="*/ 157 w 159"/>
                <a:gd name="T17" fmla="*/ 166 h 296"/>
                <a:gd name="T18" fmla="*/ 153 w 159"/>
                <a:gd name="T19" fmla="*/ 182 h 296"/>
                <a:gd name="T20" fmla="*/ 149 w 159"/>
                <a:gd name="T21" fmla="*/ 196 h 296"/>
                <a:gd name="T22" fmla="*/ 141 w 159"/>
                <a:gd name="T23" fmla="*/ 211 h 296"/>
                <a:gd name="T24" fmla="*/ 133 w 159"/>
                <a:gd name="T25" fmla="*/ 225 h 296"/>
                <a:gd name="T26" fmla="*/ 133 w 159"/>
                <a:gd name="T27" fmla="*/ 225 h 296"/>
                <a:gd name="T28" fmla="*/ 124 w 159"/>
                <a:gd name="T29" fmla="*/ 238 h 296"/>
                <a:gd name="T30" fmla="*/ 114 w 159"/>
                <a:gd name="T31" fmla="*/ 250 h 296"/>
                <a:gd name="T32" fmla="*/ 103 w 159"/>
                <a:gd name="T33" fmla="*/ 261 h 296"/>
                <a:gd name="T34" fmla="*/ 91 w 159"/>
                <a:gd name="T35" fmla="*/ 271 h 296"/>
                <a:gd name="T36" fmla="*/ 78 w 159"/>
                <a:gd name="T37" fmla="*/ 278 h 296"/>
                <a:gd name="T38" fmla="*/ 64 w 159"/>
                <a:gd name="T39" fmla="*/ 286 h 296"/>
                <a:gd name="T40" fmla="*/ 50 w 159"/>
                <a:gd name="T41" fmla="*/ 291 h 296"/>
                <a:gd name="T42" fmla="*/ 34 w 159"/>
                <a:gd name="T43" fmla="*/ 296 h 296"/>
                <a:gd name="T44" fmla="*/ 0 w 159"/>
                <a:gd name="T45" fmla="*/ 138 h 296"/>
                <a:gd name="T46" fmla="*/ 88 w 159"/>
                <a:gd name="T47" fmla="*/ 0 h 296"/>
                <a:gd name="T48" fmla="*/ 88 w 159"/>
                <a:gd name="T49" fmla="*/ 0 h 296"/>
                <a:gd name="T50" fmla="*/ 101 w 159"/>
                <a:gd name="T51" fmla="*/ 10 h 296"/>
                <a:gd name="T52" fmla="*/ 112 w 159"/>
                <a:gd name="T53" fmla="*/ 21 h 296"/>
                <a:gd name="T54" fmla="*/ 122 w 159"/>
                <a:gd name="T55" fmla="*/ 32 h 296"/>
                <a:gd name="T56" fmla="*/ 131 w 159"/>
                <a:gd name="T57" fmla="*/ 44 h 296"/>
                <a:gd name="T58" fmla="*/ 139 w 159"/>
                <a:gd name="T59" fmla="*/ 57 h 296"/>
                <a:gd name="T60" fmla="*/ 146 w 159"/>
                <a:gd name="T61" fmla="*/ 71 h 296"/>
                <a:gd name="T62" fmla="*/ 151 w 159"/>
                <a:gd name="T63" fmla="*/ 86 h 296"/>
                <a:gd name="T64" fmla="*/ 155 w 159"/>
                <a:gd name="T65" fmla="*/ 101 h 296"/>
                <a:gd name="T66" fmla="*/ 155 w 159"/>
                <a:gd name="T67" fmla="*/ 101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9" h="296">
                  <a:moveTo>
                    <a:pt x="155" y="101"/>
                  </a:moveTo>
                  <a:lnTo>
                    <a:pt x="155" y="101"/>
                  </a:lnTo>
                  <a:lnTo>
                    <a:pt x="156" y="105"/>
                  </a:lnTo>
                  <a:lnTo>
                    <a:pt x="156" y="105"/>
                  </a:lnTo>
                  <a:lnTo>
                    <a:pt x="156" y="105"/>
                  </a:lnTo>
                  <a:lnTo>
                    <a:pt x="158" y="120"/>
                  </a:lnTo>
                  <a:lnTo>
                    <a:pt x="159" y="136"/>
                  </a:lnTo>
                  <a:lnTo>
                    <a:pt x="158" y="151"/>
                  </a:lnTo>
                  <a:lnTo>
                    <a:pt x="157" y="166"/>
                  </a:lnTo>
                  <a:lnTo>
                    <a:pt x="153" y="182"/>
                  </a:lnTo>
                  <a:lnTo>
                    <a:pt x="149" y="196"/>
                  </a:lnTo>
                  <a:lnTo>
                    <a:pt x="141" y="211"/>
                  </a:lnTo>
                  <a:lnTo>
                    <a:pt x="133" y="225"/>
                  </a:lnTo>
                  <a:lnTo>
                    <a:pt x="133" y="225"/>
                  </a:lnTo>
                  <a:lnTo>
                    <a:pt x="124" y="238"/>
                  </a:lnTo>
                  <a:lnTo>
                    <a:pt x="114" y="250"/>
                  </a:lnTo>
                  <a:lnTo>
                    <a:pt x="103" y="261"/>
                  </a:lnTo>
                  <a:lnTo>
                    <a:pt x="91" y="271"/>
                  </a:lnTo>
                  <a:lnTo>
                    <a:pt x="78" y="278"/>
                  </a:lnTo>
                  <a:lnTo>
                    <a:pt x="64" y="286"/>
                  </a:lnTo>
                  <a:lnTo>
                    <a:pt x="50" y="291"/>
                  </a:lnTo>
                  <a:lnTo>
                    <a:pt x="34" y="296"/>
                  </a:lnTo>
                  <a:lnTo>
                    <a:pt x="0" y="138"/>
                  </a:lnTo>
                  <a:lnTo>
                    <a:pt x="88" y="0"/>
                  </a:lnTo>
                  <a:lnTo>
                    <a:pt x="88" y="0"/>
                  </a:lnTo>
                  <a:lnTo>
                    <a:pt x="101" y="10"/>
                  </a:lnTo>
                  <a:lnTo>
                    <a:pt x="112" y="21"/>
                  </a:lnTo>
                  <a:lnTo>
                    <a:pt x="122" y="32"/>
                  </a:lnTo>
                  <a:lnTo>
                    <a:pt x="131" y="44"/>
                  </a:lnTo>
                  <a:lnTo>
                    <a:pt x="139" y="57"/>
                  </a:lnTo>
                  <a:lnTo>
                    <a:pt x="146" y="71"/>
                  </a:lnTo>
                  <a:lnTo>
                    <a:pt x="151" y="86"/>
                  </a:lnTo>
                  <a:lnTo>
                    <a:pt x="155" y="101"/>
                  </a:lnTo>
                  <a:lnTo>
                    <a:pt x="155" y="10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 name="Freeform 239"/>
            <p:cNvSpPr>
              <a:spLocks/>
            </p:cNvSpPr>
            <p:nvPr/>
          </p:nvSpPr>
          <p:spPr bwMode="auto">
            <a:xfrm>
              <a:off x="4418618" y="3877138"/>
              <a:ext cx="676224" cy="1095483"/>
            </a:xfrm>
            <a:custGeom>
              <a:avLst/>
              <a:gdLst>
                <a:gd name="T0" fmla="*/ 131 w 201"/>
                <a:gd name="T1" fmla="*/ 0 h 323"/>
                <a:gd name="T2" fmla="*/ 201 w 201"/>
                <a:gd name="T3" fmla="*/ 319 h 323"/>
                <a:gd name="T4" fmla="*/ 201 w 201"/>
                <a:gd name="T5" fmla="*/ 319 h 323"/>
                <a:gd name="T6" fmla="*/ 200 w 201"/>
                <a:gd name="T7" fmla="*/ 320 h 323"/>
                <a:gd name="T8" fmla="*/ 200 w 201"/>
                <a:gd name="T9" fmla="*/ 320 h 323"/>
                <a:gd name="T10" fmla="*/ 184 w 201"/>
                <a:gd name="T11" fmla="*/ 322 h 323"/>
                <a:gd name="T12" fmla="*/ 168 w 201"/>
                <a:gd name="T13" fmla="*/ 323 h 323"/>
                <a:gd name="T14" fmla="*/ 152 w 201"/>
                <a:gd name="T15" fmla="*/ 323 h 323"/>
                <a:gd name="T16" fmla="*/ 136 w 201"/>
                <a:gd name="T17" fmla="*/ 321 h 323"/>
                <a:gd name="T18" fmla="*/ 121 w 201"/>
                <a:gd name="T19" fmla="*/ 318 h 323"/>
                <a:gd name="T20" fmla="*/ 106 w 201"/>
                <a:gd name="T21" fmla="*/ 312 h 323"/>
                <a:gd name="T22" fmla="*/ 91 w 201"/>
                <a:gd name="T23" fmla="*/ 306 h 323"/>
                <a:gd name="T24" fmla="*/ 77 w 201"/>
                <a:gd name="T25" fmla="*/ 297 h 323"/>
                <a:gd name="T26" fmla="*/ 77 w 201"/>
                <a:gd name="T27" fmla="*/ 297 h 323"/>
                <a:gd name="T28" fmla="*/ 63 w 201"/>
                <a:gd name="T29" fmla="*/ 288 h 323"/>
                <a:gd name="T30" fmla="*/ 50 w 201"/>
                <a:gd name="T31" fmla="*/ 278 h 323"/>
                <a:gd name="T32" fmla="*/ 40 w 201"/>
                <a:gd name="T33" fmla="*/ 266 h 323"/>
                <a:gd name="T34" fmla="*/ 30 w 201"/>
                <a:gd name="T35" fmla="*/ 254 h 323"/>
                <a:gd name="T36" fmla="*/ 22 w 201"/>
                <a:gd name="T37" fmla="*/ 241 h 323"/>
                <a:gd name="T38" fmla="*/ 15 w 201"/>
                <a:gd name="T39" fmla="*/ 227 h 323"/>
                <a:gd name="T40" fmla="*/ 9 w 201"/>
                <a:gd name="T41" fmla="*/ 211 h 323"/>
                <a:gd name="T42" fmla="*/ 5 w 201"/>
                <a:gd name="T43" fmla="*/ 195 h 323"/>
                <a:gd name="T44" fmla="*/ 5 w 201"/>
                <a:gd name="T45" fmla="*/ 195 h 323"/>
                <a:gd name="T46" fmla="*/ 2 w 201"/>
                <a:gd name="T47" fmla="*/ 179 h 323"/>
                <a:gd name="T48" fmla="*/ 0 w 201"/>
                <a:gd name="T49" fmla="*/ 162 h 323"/>
                <a:gd name="T50" fmla="*/ 2 w 201"/>
                <a:gd name="T51" fmla="*/ 146 h 323"/>
                <a:gd name="T52" fmla="*/ 3 w 201"/>
                <a:gd name="T53" fmla="*/ 131 h 323"/>
                <a:gd name="T54" fmla="*/ 7 w 201"/>
                <a:gd name="T55" fmla="*/ 116 h 323"/>
                <a:gd name="T56" fmla="*/ 11 w 201"/>
                <a:gd name="T57" fmla="*/ 101 h 323"/>
                <a:gd name="T58" fmla="*/ 18 w 201"/>
                <a:gd name="T59" fmla="*/ 86 h 323"/>
                <a:gd name="T60" fmla="*/ 27 w 201"/>
                <a:gd name="T61" fmla="*/ 71 h 323"/>
                <a:gd name="T62" fmla="*/ 27 w 201"/>
                <a:gd name="T63" fmla="*/ 71 h 323"/>
                <a:gd name="T64" fmla="*/ 36 w 201"/>
                <a:gd name="T65" fmla="*/ 58 h 323"/>
                <a:gd name="T66" fmla="*/ 47 w 201"/>
                <a:gd name="T67" fmla="*/ 45 h 323"/>
                <a:gd name="T68" fmla="*/ 58 w 201"/>
                <a:gd name="T69" fmla="*/ 34 h 323"/>
                <a:gd name="T70" fmla="*/ 71 w 201"/>
                <a:gd name="T71" fmla="*/ 25 h 323"/>
                <a:gd name="T72" fmla="*/ 84 w 201"/>
                <a:gd name="T73" fmla="*/ 17 h 323"/>
                <a:gd name="T74" fmla="*/ 98 w 201"/>
                <a:gd name="T75" fmla="*/ 9 h 323"/>
                <a:gd name="T76" fmla="*/ 113 w 201"/>
                <a:gd name="T77" fmla="*/ 4 h 323"/>
                <a:gd name="T78" fmla="*/ 130 w 201"/>
                <a:gd name="T79" fmla="*/ 0 h 323"/>
                <a:gd name="T80" fmla="*/ 130 w 201"/>
                <a:gd name="T81" fmla="*/ 0 h 323"/>
                <a:gd name="T82" fmla="*/ 131 w 201"/>
                <a:gd name="T83" fmla="*/ 0 h 323"/>
                <a:gd name="T84" fmla="*/ 131 w 201"/>
                <a:gd name="T85" fmla="*/ 0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1" h="323">
                  <a:moveTo>
                    <a:pt x="131" y="0"/>
                  </a:moveTo>
                  <a:lnTo>
                    <a:pt x="201" y="319"/>
                  </a:lnTo>
                  <a:lnTo>
                    <a:pt x="201" y="319"/>
                  </a:lnTo>
                  <a:lnTo>
                    <a:pt x="200" y="320"/>
                  </a:lnTo>
                  <a:lnTo>
                    <a:pt x="200" y="320"/>
                  </a:lnTo>
                  <a:lnTo>
                    <a:pt x="184" y="322"/>
                  </a:lnTo>
                  <a:lnTo>
                    <a:pt x="168" y="323"/>
                  </a:lnTo>
                  <a:lnTo>
                    <a:pt x="152" y="323"/>
                  </a:lnTo>
                  <a:lnTo>
                    <a:pt x="136" y="321"/>
                  </a:lnTo>
                  <a:lnTo>
                    <a:pt x="121" y="318"/>
                  </a:lnTo>
                  <a:lnTo>
                    <a:pt x="106" y="312"/>
                  </a:lnTo>
                  <a:lnTo>
                    <a:pt x="91" y="306"/>
                  </a:lnTo>
                  <a:lnTo>
                    <a:pt x="77" y="297"/>
                  </a:lnTo>
                  <a:lnTo>
                    <a:pt x="77" y="297"/>
                  </a:lnTo>
                  <a:lnTo>
                    <a:pt x="63" y="288"/>
                  </a:lnTo>
                  <a:lnTo>
                    <a:pt x="50" y="278"/>
                  </a:lnTo>
                  <a:lnTo>
                    <a:pt x="40" y="266"/>
                  </a:lnTo>
                  <a:lnTo>
                    <a:pt x="30" y="254"/>
                  </a:lnTo>
                  <a:lnTo>
                    <a:pt x="22" y="241"/>
                  </a:lnTo>
                  <a:lnTo>
                    <a:pt x="15" y="227"/>
                  </a:lnTo>
                  <a:lnTo>
                    <a:pt x="9" y="211"/>
                  </a:lnTo>
                  <a:lnTo>
                    <a:pt x="5" y="195"/>
                  </a:lnTo>
                  <a:lnTo>
                    <a:pt x="5" y="195"/>
                  </a:lnTo>
                  <a:lnTo>
                    <a:pt x="2" y="179"/>
                  </a:lnTo>
                  <a:lnTo>
                    <a:pt x="0" y="162"/>
                  </a:lnTo>
                  <a:lnTo>
                    <a:pt x="2" y="146"/>
                  </a:lnTo>
                  <a:lnTo>
                    <a:pt x="3" y="131"/>
                  </a:lnTo>
                  <a:lnTo>
                    <a:pt x="7" y="116"/>
                  </a:lnTo>
                  <a:lnTo>
                    <a:pt x="11" y="101"/>
                  </a:lnTo>
                  <a:lnTo>
                    <a:pt x="18" y="86"/>
                  </a:lnTo>
                  <a:lnTo>
                    <a:pt x="27" y="71"/>
                  </a:lnTo>
                  <a:lnTo>
                    <a:pt x="27" y="71"/>
                  </a:lnTo>
                  <a:lnTo>
                    <a:pt x="36" y="58"/>
                  </a:lnTo>
                  <a:lnTo>
                    <a:pt x="47" y="45"/>
                  </a:lnTo>
                  <a:lnTo>
                    <a:pt x="58" y="34"/>
                  </a:lnTo>
                  <a:lnTo>
                    <a:pt x="71" y="25"/>
                  </a:lnTo>
                  <a:lnTo>
                    <a:pt x="84" y="17"/>
                  </a:lnTo>
                  <a:lnTo>
                    <a:pt x="98" y="9"/>
                  </a:lnTo>
                  <a:lnTo>
                    <a:pt x="113" y="4"/>
                  </a:lnTo>
                  <a:lnTo>
                    <a:pt x="130" y="0"/>
                  </a:lnTo>
                  <a:lnTo>
                    <a:pt x="130" y="0"/>
                  </a:lnTo>
                  <a:lnTo>
                    <a:pt x="131" y="0"/>
                  </a:lnTo>
                  <a:lnTo>
                    <a:pt x="131"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34" name="矩形 39"/>
          <p:cNvSpPr/>
          <p:nvPr/>
        </p:nvSpPr>
        <p:spPr>
          <a:xfrm>
            <a:off x="0" y="203088"/>
            <a:ext cx="902811" cy="523220"/>
          </a:xfrm>
          <a:prstGeom prst="rect">
            <a:avLst/>
          </a:prstGeom>
          <a:noFill/>
        </p:spPr>
        <p:txBody>
          <a:bodyPr wrap="none" rtlCol="0">
            <a:spAutoFit/>
          </a:bodyPr>
          <a:lstStyle/>
          <a:p>
            <a:r>
              <a:rPr lang="zh-CN" altLang="en-US" sz="2800" b="1" dirty="0">
                <a:solidFill>
                  <a:schemeClr val="tx1">
                    <a:lumMod val="65000"/>
                    <a:lumOff val="35000"/>
                  </a:schemeClr>
                </a:solidFill>
              </a:rPr>
              <a:t>目录</a:t>
            </a:r>
            <a:endParaRPr lang="zh-CN" altLang="zh-CN" sz="2800" b="1" dirty="0">
              <a:solidFill>
                <a:schemeClr val="tx1">
                  <a:lumMod val="65000"/>
                  <a:lumOff val="35000"/>
                </a:schemeClr>
              </a:solidFill>
            </a:endParaRPr>
          </a:p>
        </p:txBody>
      </p:sp>
    </p:spTree>
    <p:extLst>
      <p:ext uri="{BB962C8B-B14F-4D97-AF65-F5344CB8AC3E}">
        <p14:creationId xmlns:p14="http://schemas.microsoft.com/office/powerpoint/2010/main" val="130272104"/>
      </p:ext>
    </p:extLst>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 name="组合 17"/>
          <p:cNvGrpSpPr/>
          <p:nvPr/>
        </p:nvGrpSpPr>
        <p:grpSpPr>
          <a:xfrm>
            <a:off x="5212169" y="596728"/>
            <a:ext cx="5694594" cy="5694594"/>
            <a:chOff x="5212169" y="596728"/>
            <a:chExt cx="5694594" cy="5694594"/>
          </a:xfrm>
        </p:grpSpPr>
        <p:grpSp>
          <p:nvGrpSpPr>
            <p:cNvPr id="9" name="组合 8"/>
            <p:cNvGrpSpPr/>
            <p:nvPr/>
          </p:nvGrpSpPr>
          <p:grpSpPr>
            <a:xfrm>
              <a:off x="5212169" y="596728"/>
              <a:ext cx="5694594" cy="5694594"/>
              <a:chOff x="4760621" y="1918353"/>
              <a:chExt cx="3312000" cy="3312000"/>
            </a:xfrm>
          </p:grpSpPr>
          <p:sp>
            <p:nvSpPr>
              <p:cNvPr id="2" name="椭圆 1"/>
              <p:cNvSpPr/>
              <p:nvPr/>
            </p:nvSpPr>
            <p:spPr>
              <a:xfrm>
                <a:off x="4760621" y="1918353"/>
                <a:ext cx="3312000" cy="3312000"/>
              </a:xfrm>
              <a:prstGeom prst="ellipse">
                <a:avLst/>
              </a:prstGeom>
              <a:noFill/>
              <a:ln w="196850">
                <a:solidFill>
                  <a:srgbClr val="72717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4" name="Freeform 97"/>
              <p:cNvSpPr>
                <a:spLocks/>
              </p:cNvSpPr>
              <p:nvPr/>
            </p:nvSpPr>
            <p:spPr bwMode="auto">
              <a:xfrm>
                <a:off x="4936783" y="3562582"/>
                <a:ext cx="2952749" cy="1477963"/>
              </a:xfrm>
              <a:custGeom>
                <a:avLst/>
                <a:gdLst>
                  <a:gd name="T0" fmla="*/ 1244 w 1244"/>
                  <a:gd name="T1" fmla="*/ 0 h 622"/>
                  <a:gd name="T2" fmla="*/ 622 w 1244"/>
                  <a:gd name="T3" fmla="*/ 622 h 622"/>
                  <a:gd name="T4" fmla="*/ 0 w 1244"/>
                  <a:gd name="T5" fmla="*/ 0 h 622"/>
                </a:gdLst>
                <a:ahLst/>
                <a:cxnLst>
                  <a:cxn ang="0">
                    <a:pos x="T0" y="T1"/>
                  </a:cxn>
                  <a:cxn ang="0">
                    <a:pos x="T2" y="T3"/>
                  </a:cxn>
                  <a:cxn ang="0">
                    <a:pos x="T4" y="T5"/>
                  </a:cxn>
                </a:cxnLst>
                <a:rect l="0" t="0" r="r" b="b"/>
                <a:pathLst>
                  <a:path w="1244" h="622">
                    <a:moveTo>
                      <a:pt x="1244" y="0"/>
                    </a:moveTo>
                    <a:cubicBezTo>
                      <a:pt x="1244" y="344"/>
                      <a:pt x="966" y="622"/>
                      <a:pt x="622" y="622"/>
                    </a:cubicBezTo>
                    <a:cubicBezTo>
                      <a:pt x="278" y="622"/>
                      <a:pt x="0" y="344"/>
                      <a:pt x="0" y="0"/>
                    </a:cubicBezTo>
                  </a:path>
                </a:pathLst>
              </a:custGeom>
              <a:solidFill>
                <a:srgbClr val="0097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10" name="矩形 9"/>
            <p:cNvSpPr/>
            <p:nvPr/>
          </p:nvSpPr>
          <p:spPr>
            <a:xfrm>
              <a:off x="6073987" y="3678364"/>
              <a:ext cx="3970959" cy="1107996"/>
            </a:xfrm>
            <a:prstGeom prst="rect">
              <a:avLst/>
            </a:prstGeom>
          </p:spPr>
          <p:txBody>
            <a:bodyPr wrap="none">
              <a:spAutoFit/>
            </a:bodyPr>
            <a:lstStyle/>
            <a:p>
              <a:r>
                <a:rPr lang="zh-CN" altLang="en-US" sz="6600" b="1" dirty="0">
                  <a:solidFill>
                    <a:prstClr val="white"/>
                  </a:solidFill>
                  <a:latin typeface="微软雅黑"/>
                </a:rPr>
                <a:t>柱</a:t>
              </a:r>
              <a:r>
                <a:rPr lang="en-US" altLang="zh-CN" sz="6600" b="1" dirty="0">
                  <a:solidFill>
                    <a:prstClr val="white"/>
                  </a:solidFill>
                  <a:latin typeface="微软雅黑"/>
                </a:rPr>
                <a:t>/</a:t>
              </a:r>
              <a:r>
                <a:rPr lang="zh-CN" altLang="en-US" sz="6600" b="1" dirty="0">
                  <a:solidFill>
                    <a:prstClr val="white"/>
                  </a:solidFill>
                  <a:latin typeface="微软雅黑"/>
                </a:rPr>
                <a:t>条形图</a:t>
              </a:r>
            </a:p>
          </p:txBody>
        </p:sp>
        <p:grpSp>
          <p:nvGrpSpPr>
            <p:cNvPr id="11" name="组合 10"/>
            <p:cNvGrpSpPr/>
            <p:nvPr/>
          </p:nvGrpSpPr>
          <p:grpSpPr>
            <a:xfrm>
              <a:off x="7187659" y="965603"/>
              <a:ext cx="1743615" cy="2246876"/>
              <a:chOff x="6842125" y="2565571"/>
              <a:chExt cx="544513" cy="701676"/>
            </a:xfrm>
            <a:solidFill>
              <a:srgbClr val="0097E0"/>
            </a:solidFill>
          </p:grpSpPr>
          <p:sp>
            <p:nvSpPr>
              <p:cNvPr id="12" name="Freeform 72"/>
              <p:cNvSpPr>
                <a:spLocks/>
              </p:cNvSpPr>
              <p:nvPr/>
            </p:nvSpPr>
            <p:spPr bwMode="auto">
              <a:xfrm>
                <a:off x="6858000" y="3186284"/>
                <a:ext cx="104775" cy="80963"/>
              </a:xfrm>
              <a:custGeom>
                <a:avLst/>
                <a:gdLst>
                  <a:gd name="T0" fmla="*/ 27 w 46"/>
                  <a:gd name="T1" fmla="*/ 0 h 36"/>
                  <a:gd name="T2" fmla="*/ 21 w 46"/>
                  <a:gd name="T3" fmla="*/ 0 h 36"/>
                  <a:gd name="T4" fmla="*/ 0 w 46"/>
                  <a:gd name="T5" fmla="*/ 14 h 36"/>
                  <a:gd name="T6" fmla="*/ 0 w 46"/>
                  <a:gd name="T7" fmla="*/ 20 h 36"/>
                  <a:gd name="T8" fmla="*/ 21 w 46"/>
                  <a:gd name="T9" fmla="*/ 36 h 36"/>
                  <a:gd name="T10" fmla="*/ 27 w 46"/>
                  <a:gd name="T11" fmla="*/ 36 h 36"/>
                  <a:gd name="T12" fmla="*/ 46 w 46"/>
                  <a:gd name="T13" fmla="*/ 20 h 36"/>
                  <a:gd name="T14" fmla="*/ 46 w 46"/>
                  <a:gd name="T15" fmla="*/ 14 h 36"/>
                  <a:gd name="T16" fmla="*/ 27 w 46"/>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36">
                    <a:moveTo>
                      <a:pt x="27" y="0"/>
                    </a:moveTo>
                    <a:cubicBezTo>
                      <a:pt x="21" y="0"/>
                      <a:pt x="21" y="0"/>
                      <a:pt x="21" y="0"/>
                    </a:cubicBezTo>
                    <a:cubicBezTo>
                      <a:pt x="11" y="0"/>
                      <a:pt x="0" y="4"/>
                      <a:pt x="0" y="14"/>
                    </a:cubicBezTo>
                    <a:cubicBezTo>
                      <a:pt x="0" y="20"/>
                      <a:pt x="0" y="20"/>
                      <a:pt x="0" y="20"/>
                    </a:cubicBezTo>
                    <a:cubicBezTo>
                      <a:pt x="0" y="29"/>
                      <a:pt x="11" y="36"/>
                      <a:pt x="21" y="36"/>
                    </a:cubicBezTo>
                    <a:cubicBezTo>
                      <a:pt x="27" y="36"/>
                      <a:pt x="27" y="36"/>
                      <a:pt x="27" y="36"/>
                    </a:cubicBezTo>
                    <a:cubicBezTo>
                      <a:pt x="36" y="36"/>
                      <a:pt x="46" y="29"/>
                      <a:pt x="46" y="20"/>
                    </a:cubicBezTo>
                    <a:cubicBezTo>
                      <a:pt x="46" y="14"/>
                      <a:pt x="46" y="14"/>
                      <a:pt x="46" y="14"/>
                    </a:cubicBezTo>
                    <a:cubicBezTo>
                      <a:pt x="46" y="4"/>
                      <a:pt x="36" y="0"/>
                      <a:pt x="2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 name="Freeform 73"/>
              <p:cNvSpPr>
                <a:spLocks/>
              </p:cNvSpPr>
              <p:nvPr/>
            </p:nvSpPr>
            <p:spPr bwMode="auto">
              <a:xfrm>
                <a:off x="6969125" y="3091034"/>
                <a:ext cx="96838" cy="176213"/>
              </a:xfrm>
              <a:custGeom>
                <a:avLst/>
                <a:gdLst>
                  <a:gd name="T0" fmla="*/ 23 w 43"/>
                  <a:gd name="T1" fmla="*/ 0 h 78"/>
                  <a:gd name="T2" fmla="*/ 17 w 43"/>
                  <a:gd name="T3" fmla="*/ 0 h 78"/>
                  <a:gd name="T4" fmla="*/ 0 w 43"/>
                  <a:gd name="T5" fmla="*/ 14 h 78"/>
                  <a:gd name="T6" fmla="*/ 0 w 43"/>
                  <a:gd name="T7" fmla="*/ 62 h 78"/>
                  <a:gd name="T8" fmla="*/ 17 w 43"/>
                  <a:gd name="T9" fmla="*/ 78 h 78"/>
                  <a:gd name="T10" fmla="*/ 23 w 43"/>
                  <a:gd name="T11" fmla="*/ 78 h 78"/>
                  <a:gd name="T12" fmla="*/ 43 w 43"/>
                  <a:gd name="T13" fmla="*/ 62 h 78"/>
                  <a:gd name="T14" fmla="*/ 43 w 43"/>
                  <a:gd name="T15" fmla="*/ 14 h 78"/>
                  <a:gd name="T16" fmla="*/ 23 w 43"/>
                  <a:gd name="T1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78">
                    <a:moveTo>
                      <a:pt x="23" y="0"/>
                    </a:moveTo>
                    <a:cubicBezTo>
                      <a:pt x="17" y="0"/>
                      <a:pt x="17" y="0"/>
                      <a:pt x="17" y="0"/>
                    </a:cubicBezTo>
                    <a:cubicBezTo>
                      <a:pt x="7" y="0"/>
                      <a:pt x="0" y="5"/>
                      <a:pt x="0" y="14"/>
                    </a:cubicBezTo>
                    <a:cubicBezTo>
                      <a:pt x="0" y="62"/>
                      <a:pt x="0" y="62"/>
                      <a:pt x="0" y="62"/>
                    </a:cubicBezTo>
                    <a:cubicBezTo>
                      <a:pt x="0" y="71"/>
                      <a:pt x="7" y="78"/>
                      <a:pt x="17" y="78"/>
                    </a:cubicBezTo>
                    <a:cubicBezTo>
                      <a:pt x="23" y="78"/>
                      <a:pt x="23" y="78"/>
                      <a:pt x="23" y="78"/>
                    </a:cubicBezTo>
                    <a:cubicBezTo>
                      <a:pt x="33" y="78"/>
                      <a:pt x="43" y="71"/>
                      <a:pt x="43" y="62"/>
                    </a:cubicBezTo>
                    <a:cubicBezTo>
                      <a:pt x="43" y="14"/>
                      <a:pt x="43" y="14"/>
                      <a:pt x="43" y="14"/>
                    </a:cubicBezTo>
                    <a:cubicBezTo>
                      <a:pt x="43" y="5"/>
                      <a:pt x="33" y="0"/>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 name="Freeform 74"/>
              <p:cNvSpPr>
                <a:spLocks/>
              </p:cNvSpPr>
              <p:nvPr/>
            </p:nvSpPr>
            <p:spPr bwMode="auto">
              <a:xfrm>
                <a:off x="7081838" y="3010071"/>
                <a:ext cx="87313" cy="257175"/>
              </a:xfrm>
              <a:custGeom>
                <a:avLst/>
                <a:gdLst>
                  <a:gd name="T0" fmla="*/ 23 w 39"/>
                  <a:gd name="T1" fmla="*/ 0 h 114"/>
                  <a:gd name="T2" fmla="*/ 19 w 39"/>
                  <a:gd name="T3" fmla="*/ 0 h 114"/>
                  <a:gd name="T4" fmla="*/ 0 w 39"/>
                  <a:gd name="T5" fmla="*/ 20 h 114"/>
                  <a:gd name="T6" fmla="*/ 0 w 39"/>
                  <a:gd name="T7" fmla="*/ 97 h 114"/>
                  <a:gd name="T8" fmla="*/ 19 w 39"/>
                  <a:gd name="T9" fmla="*/ 114 h 114"/>
                  <a:gd name="T10" fmla="*/ 23 w 39"/>
                  <a:gd name="T11" fmla="*/ 114 h 114"/>
                  <a:gd name="T12" fmla="*/ 39 w 39"/>
                  <a:gd name="T13" fmla="*/ 97 h 114"/>
                  <a:gd name="T14" fmla="*/ 39 w 39"/>
                  <a:gd name="T15" fmla="*/ 20 h 114"/>
                  <a:gd name="T16" fmla="*/ 23 w 39"/>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114">
                    <a:moveTo>
                      <a:pt x="23" y="0"/>
                    </a:moveTo>
                    <a:cubicBezTo>
                      <a:pt x="19" y="0"/>
                      <a:pt x="19" y="0"/>
                      <a:pt x="19" y="0"/>
                    </a:cubicBezTo>
                    <a:cubicBezTo>
                      <a:pt x="9" y="0"/>
                      <a:pt x="0" y="10"/>
                      <a:pt x="0" y="20"/>
                    </a:cubicBezTo>
                    <a:cubicBezTo>
                      <a:pt x="0" y="97"/>
                      <a:pt x="0" y="97"/>
                      <a:pt x="0" y="97"/>
                    </a:cubicBezTo>
                    <a:cubicBezTo>
                      <a:pt x="0" y="107"/>
                      <a:pt x="9" y="114"/>
                      <a:pt x="19" y="114"/>
                    </a:cubicBezTo>
                    <a:cubicBezTo>
                      <a:pt x="23" y="114"/>
                      <a:pt x="23" y="114"/>
                      <a:pt x="23" y="114"/>
                    </a:cubicBezTo>
                    <a:cubicBezTo>
                      <a:pt x="33" y="114"/>
                      <a:pt x="39" y="107"/>
                      <a:pt x="39" y="97"/>
                    </a:cubicBezTo>
                    <a:cubicBezTo>
                      <a:pt x="39" y="20"/>
                      <a:pt x="39" y="20"/>
                      <a:pt x="39" y="20"/>
                    </a:cubicBezTo>
                    <a:cubicBezTo>
                      <a:pt x="39" y="10"/>
                      <a:pt x="33" y="0"/>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 name="Freeform 75"/>
              <p:cNvSpPr>
                <a:spLocks/>
              </p:cNvSpPr>
              <p:nvPr/>
            </p:nvSpPr>
            <p:spPr bwMode="auto">
              <a:xfrm>
                <a:off x="7185025" y="2921171"/>
                <a:ext cx="88900" cy="346075"/>
              </a:xfrm>
              <a:custGeom>
                <a:avLst/>
                <a:gdLst>
                  <a:gd name="T0" fmla="*/ 39 w 39"/>
                  <a:gd name="T1" fmla="*/ 18 h 153"/>
                  <a:gd name="T2" fmla="*/ 22 w 39"/>
                  <a:gd name="T3" fmla="*/ 0 h 153"/>
                  <a:gd name="T4" fmla="*/ 18 w 39"/>
                  <a:gd name="T5" fmla="*/ 0 h 153"/>
                  <a:gd name="T6" fmla="*/ 0 w 39"/>
                  <a:gd name="T7" fmla="*/ 18 h 153"/>
                  <a:gd name="T8" fmla="*/ 0 w 39"/>
                  <a:gd name="T9" fmla="*/ 135 h 153"/>
                  <a:gd name="T10" fmla="*/ 18 w 39"/>
                  <a:gd name="T11" fmla="*/ 153 h 153"/>
                  <a:gd name="T12" fmla="*/ 22 w 39"/>
                  <a:gd name="T13" fmla="*/ 153 h 153"/>
                  <a:gd name="T14" fmla="*/ 39 w 39"/>
                  <a:gd name="T15" fmla="*/ 135 h 153"/>
                  <a:gd name="T16" fmla="*/ 39 w 39"/>
                  <a:gd name="T17" fmla="*/ 18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153">
                    <a:moveTo>
                      <a:pt x="39" y="18"/>
                    </a:moveTo>
                    <a:cubicBezTo>
                      <a:pt x="39" y="8"/>
                      <a:pt x="31" y="0"/>
                      <a:pt x="22" y="0"/>
                    </a:cubicBezTo>
                    <a:cubicBezTo>
                      <a:pt x="18" y="0"/>
                      <a:pt x="18" y="0"/>
                      <a:pt x="18" y="0"/>
                    </a:cubicBezTo>
                    <a:cubicBezTo>
                      <a:pt x="8" y="0"/>
                      <a:pt x="0" y="8"/>
                      <a:pt x="0" y="18"/>
                    </a:cubicBezTo>
                    <a:cubicBezTo>
                      <a:pt x="0" y="135"/>
                      <a:pt x="0" y="135"/>
                      <a:pt x="0" y="135"/>
                    </a:cubicBezTo>
                    <a:cubicBezTo>
                      <a:pt x="0" y="145"/>
                      <a:pt x="8" y="153"/>
                      <a:pt x="18" y="153"/>
                    </a:cubicBezTo>
                    <a:cubicBezTo>
                      <a:pt x="22" y="153"/>
                      <a:pt x="22" y="153"/>
                      <a:pt x="22" y="153"/>
                    </a:cubicBezTo>
                    <a:cubicBezTo>
                      <a:pt x="31" y="153"/>
                      <a:pt x="39" y="145"/>
                      <a:pt x="39" y="135"/>
                    </a:cubicBezTo>
                    <a:lnTo>
                      <a:pt x="39"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 name="Freeform 76"/>
              <p:cNvSpPr>
                <a:spLocks/>
              </p:cNvSpPr>
              <p:nvPr/>
            </p:nvSpPr>
            <p:spPr bwMode="auto">
              <a:xfrm>
                <a:off x="7297738" y="2827509"/>
                <a:ext cx="88900" cy="439738"/>
              </a:xfrm>
              <a:custGeom>
                <a:avLst/>
                <a:gdLst>
                  <a:gd name="T0" fmla="*/ 21 w 39"/>
                  <a:gd name="T1" fmla="*/ 0 h 195"/>
                  <a:gd name="T2" fmla="*/ 17 w 39"/>
                  <a:gd name="T3" fmla="*/ 0 h 195"/>
                  <a:gd name="T4" fmla="*/ 0 w 39"/>
                  <a:gd name="T5" fmla="*/ 18 h 195"/>
                  <a:gd name="T6" fmla="*/ 0 w 39"/>
                  <a:gd name="T7" fmla="*/ 177 h 195"/>
                  <a:gd name="T8" fmla="*/ 17 w 39"/>
                  <a:gd name="T9" fmla="*/ 195 h 195"/>
                  <a:gd name="T10" fmla="*/ 21 w 39"/>
                  <a:gd name="T11" fmla="*/ 195 h 195"/>
                  <a:gd name="T12" fmla="*/ 39 w 39"/>
                  <a:gd name="T13" fmla="*/ 177 h 195"/>
                  <a:gd name="T14" fmla="*/ 39 w 39"/>
                  <a:gd name="T15" fmla="*/ 18 h 195"/>
                  <a:gd name="T16" fmla="*/ 21 w 39"/>
                  <a:gd name="T17" fmla="*/ 0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195">
                    <a:moveTo>
                      <a:pt x="21" y="0"/>
                    </a:moveTo>
                    <a:cubicBezTo>
                      <a:pt x="17" y="0"/>
                      <a:pt x="17" y="0"/>
                      <a:pt x="17" y="0"/>
                    </a:cubicBezTo>
                    <a:cubicBezTo>
                      <a:pt x="7" y="0"/>
                      <a:pt x="0" y="9"/>
                      <a:pt x="0" y="18"/>
                    </a:cubicBezTo>
                    <a:cubicBezTo>
                      <a:pt x="0" y="177"/>
                      <a:pt x="0" y="177"/>
                      <a:pt x="0" y="177"/>
                    </a:cubicBezTo>
                    <a:cubicBezTo>
                      <a:pt x="0" y="187"/>
                      <a:pt x="7" y="195"/>
                      <a:pt x="17" y="195"/>
                    </a:cubicBezTo>
                    <a:cubicBezTo>
                      <a:pt x="21" y="195"/>
                      <a:pt x="21" y="195"/>
                      <a:pt x="21" y="195"/>
                    </a:cubicBezTo>
                    <a:cubicBezTo>
                      <a:pt x="30" y="195"/>
                      <a:pt x="39" y="187"/>
                      <a:pt x="39" y="177"/>
                    </a:cubicBezTo>
                    <a:cubicBezTo>
                      <a:pt x="39" y="18"/>
                      <a:pt x="39" y="18"/>
                      <a:pt x="39" y="18"/>
                    </a:cubicBezTo>
                    <a:cubicBezTo>
                      <a:pt x="39" y="9"/>
                      <a:pt x="30" y="0"/>
                      <a:pt x="2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 name="Freeform 77"/>
              <p:cNvSpPr>
                <a:spLocks/>
              </p:cNvSpPr>
              <p:nvPr/>
            </p:nvSpPr>
            <p:spPr bwMode="auto">
              <a:xfrm>
                <a:off x="6842125" y="2565571"/>
                <a:ext cx="544513" cy="473075"/>
              </a:xfrm>
              <a:custGeom>
                <a:avLst/>
                <a:gdLst>
                  <a:gd name="T0" fmla="*/ 238 w 241"/>
                  <a:gd name="T1" fmla="*/ 9 h 210"/>
                  <a:gd name="T2" fmla="*/ 221 w 241"/>
                  <a:gd name="T3" fmla="*/ 2 h 210"/>
                  <a:gd name="T4" fmla="*/ 160 w 241"/>
                  <a:gd name="T5" fmla="*/ 26 h 210"/>
                  <a:gd name="T6" fmla="*/ 152 w 241"/>
                  <a:gd name="T7" fmla="*/ 44 h 210"/>
                  <a:gd name="T8" fmla="*/ 165 w 241"/>
                  <a:gd name="T9" fmla="*/ 53 h 210"/>
                  <a:gd name="T10" fmla="*/ 170 w 241"/>
                  <a:gd name="T11" fmla="*/ 52 h 210"/>
                  <a:gd name="T12" fmla="*/ 193 w 241"/>
                  <a:gd name="T13" fmla="*/ 43 h 210"/>
                  <a:gd name="T14" fmla="*/ 11 w 241"/>
                  <a:gd name="T15" fmla="*/ 183 h 210"/>
                  <a:gd name="T16" fmla="*/ 3 w 241"/>
                  <a:gd name="T17" fmla="*/ 201 h 210"/>
                  <a:gd name="T18" fmla="*/ 16 w 241"/>
                  <a:gd name="T19" fmla="*/ 210 h 210"/>
                  <a:gd name="T20" fmla="*/ 21 w 241"/>
                  <a:gd name="T21" fmla="*/ 209 h 210"/>
                  <a:gd name="T22" fmla="*/ 209 w 241"/>
                  <a:gd name="T23" fmla="*/ 70 h 210"/>
                  <a:gd name="T24" fmla="*/ 209 w 241"/>
                  <a:gd name="T25" fmla="*/ 83 h 210"/>
                  <a:gd name="T26" fmla="*/ 225 w 241"/>
                  <a:gd name="T27" fmla="*/ 97 h 210"/>
                  <a:gd name="T28" fmla="*/ 241 w 241"/>
                  <a:gd name="T29" fmla="*/ 83 h 210"/>
                  <a:gd name="T30" fmla="*/ 241 w 241"/>
                  <a:gd name="T31" fmla="*/ 18 h 210"/>
                  <a:gd name="T32" fmla="*/ 241 w 241"/>
                  <a:gd name="T33" fmla="*/ 18 h 210"/>
                  <a:gd name="T34" fmla="*/ 238 w 241"/>
                  <a:gd name="T35" fmla="*/ 9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1" h="210">
                    <a:moveTo>
                      <a:pt x="238" y="9"/>
                    </a:moveTo>
                    <a:cubicBezTo>
                      <a:pt x="235" y="3"/>
                      <a:pt x="228" y="0"/>
                      <a:pt x="221" y="2"/>
                    </a:cubicBezTo>
                    <a:cubicBezTo>
                      <a:pt x="160" y="26"/>
                      <a:pt x="160" y="26"/>
                      <a:pt x="160" y="26"/>
                    </a:cubicBezTo>
                    <a:cubicBezTo>
                      <a:pt x="153" y="28"/>
                      <a:pt x="149" y="37"/>
                      <a:pt x="152" y="44"/>
                    </a:cubicBezTo>
                    <a:cubicBezTo>
                      <a:pt x="154" y="49"/>
                      <a:pt x="160" y="53"/>
                      <a:pt x="165" y="53"/>
                    </a:cubicBezTo>
                    <a:cubicBezTo>
                      <a:pt x="167" y="53"/>
                      <a:pt x="169" y="52"/>
                      <a:pt x="170" y="52"/>
                    </a:cubicBezTo>
                    <a:cubicBezTo>
                      <a:pt x="193" y="43"/>
                      <a:pt x="193" y="43"/>
                      <a:pt x="193" y="43"/>
                    </a:cubicBezTo>
                    <a:cubicBezTo>
                      <a:pt x="122" y="141"/>
                      <a:pt x="12" y="182"/>
                      <a:pt x="11" y="183"/>
                    </a:cubicBezTo>
                    <a:cubicBezTo>
                      <a:pt x="4" y="185"/>
                      <a:pt x="0" y="193"/>
                      <a:pt x="3" y="201"/>
                    </a:cubicBezTo>
                    <a:cubicBezTo>
                      <a:pt x="5" y="206"/>
                      <a:pt x="10" y="210"/>
                      <a:pt x="16" y="210"/>
                    </a:cubicBezTo>
                    <a:cubicBezTo>
                      <a:pt x="18" y="210"/>
                      <a:pt x="20" y="209"/>
                      <a:pt x="21" y="209"/>
                    </a:cubicBezTo>
                    <a:cubicBezTo>
                      <a:pt x="26" y="207"/>
                      <a:pt x="131" y="167"/>
                      <a:pt x="209" y="70"/>
                    </a:cubicBezTo>
                    <a:cubicBezTo>
                      <a:pt x="209" y="83"/>
                      <a:pt x="209" y="83"/>
                      <a:pt x="209" y="83"/>
                    </a:cubicBezTo>
                    <a:cubicBezTo>
                      <a:pt x="209" y="90"/>
                      <a:pt x="217" y="97"/>
                      <a:pt x="225" y="97"/>
                    </a:cubicBezTo>
                    <a:cubicBezTo>
                      <a:pt x="233" y="97"/>
                      <a:pt x="241" y="90"/>
                      <a:pt x="241" y="83"/>
                    </a:cubicBezTo>
                    <a:cubicBezTo>
                      <a:pt x="241" y="18"/>
                      <a:pt x="241" y="18"/>
                      <a:pt x="241" y="18"/>
                    </a:cubicBezTo>
                    <a:cubicBezTo>
                      <a:pt x="241" y="18"/>
                      <a:pt x="241" y="18"/>
                      <a:pt x="241" y="18"/>
                    </a:cubicBezTo>
                    <a:cubicBezTo>
                      <a:pt x="241" y="15"/>
                      <a:pt x="240" y="12"/>
                      <a:pt x="238"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spTree>
    <p:extLst>
      <p:ext uri="{BB962C8B-B14F-4D97-AF65-F5344CB8AC3E}">
        <p14:creationId xmlns:p14="http://schemas.microsoft.com/office/powerpoint/2010/main" val="248989727"/>
      </p:ext>
    </p:extLst>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图表 5"/>
          <p:cNvGraphicFramePr/>
          <p:nvPr/>
        </p:nvGraphicFramePr>
        <p:xfrm>
          <a:off x="2632587" y="1975159"/>
          <a:ext cx="6926827" cy="4695569"/>
        </p:xfrm>
        <a:graphic>
          <a:graphicData uri="http://schemas.openxmlformats.org/drawingml/2006/chart">
            <c:chart xmlns:c="http://schemas.openxmlformats.org/drawingml/2006/chart" xmlns:r="http://schemas.openxmlformats.org/officeDocument/2006/relationships" r:id="rId2"/>
          </a:graphicData>
        </a:graphic>
      </p:graphicFrame>
      <p:sp>
        <p:nvSpPr>
          <p:cNvPr id="13" name="Freeform 8"/>
          <p:cNvSpPr>
            <a:spLocks/>
          </p:cNvSpPr>
          <p:nvPr/>
        </p:nvSpPr>
        <p:spPr bwMode="auto">
          <a:xfrm>
            <a:off x="6334125" y="1870075"/>
            <a:ext cx="725488" cy="612775"/>
          </a:xfrm>
          <a:custGeom>
            <a:avLst/>
            <a:gdLst>
              <a:gd name="T0" fmla="*/ 0 w 457"/>
              <a:gd name="T1" fmla="*/ 0 h 386"/>
              <a:gd name="T2" fmla="*/ 457 w 457"/>
              <a:gd name="T3" fmla="*/ 0 h 386"/>
              <a:gd name="T4" fmla="*/ 457 w 457"/>
              <a:gd name="T5" fmla="*/ 257 h 386"/>
              <a:gd name="T6" fmla="*/ 272 w 457"/>
              <a:gd name="T7" fmla="*/ 257 h 386"/>
              <a:gd name="T8" fmla="*/ 229 w 457"/>
              <a:gd name="T9" fmla="*/ 386 h 386"/>
              <a:gd name="T10" fmla="*/ 186 w 457"/>
              <a:gd name="T11" fmla="*/ 257 h 386"/>
              <a:gd name="T12" fmla="*/ 0 w 457"/>
              <a:gd name="T13" fmla="*/ 257 h 386"/>
              <a:gd name="T14" fmla="*/ 0 w 457"/>
              <a:gd name="T15" fmla="*/ 0 h 386"/>
              <a:gd name="T16" fmla="*/ 0 w 457"/>
              <a:gd name="T17" fmla="*/ 0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7" h="386">
                <a:moveTo>
                  <a:pt x="0" y="0"/>
                </a:moveTo>
                <a:lnTo>
                  <a:pt x="457" y="0"/>
                </a:lnTo>
                <a:lnTo>
                  <a:pt x="457" y="257"/>
                </a:lnTo>
                <a:lnTo>
                  <a:pt x="272" y="257"/>
                </a:lnTo>
                <a:lnTo>
                  <a:pt x="229" y="386"/>
                </a:lnTo>
                <a:lnTo>
                  <a:pt x="186" y="257"/>
                </a:lnTo>
                <a:lnTo>
                  <a:pt x="0" y="257"/>
                </a:lnTo>
                <a:lnTo>
                  <a:pt x="0" y="0"/>
                </a:lnTo>
                <a:lnTo>
                  <a:pt x="0" y="0"/>
                </a:lnTo>
                <a:close/>
              </a:path>
            </a:pathLst>
          </a:custGeom>
          <a:solidFill>
            <a:srgbClr val="EA50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 name="Freeform 16"/>
          <p:cNvSpPr>
            <a:spLocks/>
          </p:cNvSpPr>
          <p:nvPr/>
        </p:nvSpPr>
        <p:spPr bwMode="auto">
          <a:xfrm>
            <a:off x="7580313" y="4106863"/>
            <a:ext cx="723900" cy="612775"/>
          </a:xfrm>
          <a:custGeom>
            <a:avLst/>
            <a:gdLst>
              <a:gd name="T0" fmla="*/ 0 w 456"/>
              <a:gd name="T1" fmla="*/ 0 h 386"/>
              <a:gd name="T2" fmla="*/ 456 w 456"/>
              <a:gd name="T3" fmla="*/ 0 h 386"/>
              <a:gd name="T4" fmla="*/ 456 w 456"/>
              <a:gd name="T5" fmla="*/ 257 h 386"/>
              <a:gd name="T6" fmla="*/ 271 w 456"/>
              <a:gd name="T7" fmla="*/ 257 h 386"/>
              <a:gd name="T8" fmla="*/ 228 w 456"/>
              <a:gd name="T9" fmla="*/ 386 h 386"/>
              <a:gd name="T10" fmla="*/ 185 w 456"/>
              <a:gd name="T11" fmla="*/ 257 h 386"/>
              <a:gd name="T12" fmla="*/ 0 w 456"/>
              <a:gd name="T13" fmla="*/ 257 h 386"/>
              <a:gd name="T14" fmla="*/ 0 w 456"/>
              <a:gd name="T15" fmla="*/ 0 h 386"/>
              <a:gd name="T16" fmla="*/ 0 w 456"/>
              <a:gd name="T17" fmla="*/ 0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6" h="386">
                <a:moveTo>
                  <a:pt x="0" y="0"/>
                </a:moveTo>
                <a:lnTo>
                  <a:pt x="456" y="0"/>
                </a:lnTo>
                <a:lnTo>
                  <a:pt x="456" y="257"/>
                </a:lnTo>
                <a:lnTo>
                  <a:pt x="271" y="257"/>
                </a:lnTo>
                <a:lnTo>
                  <a:pt x="228" y="386"/>
                </a:lnTo>
                <a:lnTo>
                  <a:pt x="185" y="257"/>
                </a:lnTo>
                <a:lnTo>
                  <a:pt x="0" y="257"/>
                </a:lnTo>
                <a:lnTo>
                  <a:pt x="0" y="0"/>
                </a:lnTo>
                <a:lnTo>
                  <a:pt x="0" y="0"/>
                </a:lnTo>
                <a:close/>
              </a:path>
            </a:pathLst>
          </a:custGeom>
          <a:solidFill>
            <a:srgbClr val="7B60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 name="Freeform 21"/>
          <p:cNvSpPr>
            <a:spLocks/>
          </p:cNvSpPr>
          <p:nvPr/>
        </p:nvSpPr>
        <p:spPr bwMode="auto">
          <a:xfrm>
            <a:off x="6648450" y="2982913"/>
            <a:ext cx="725488" cy="612775"/>
          </a:xfrm>
          <a:custGeom>
            <a:avLst/>
            <a:gdLst>
              <a:gd name="T0" fmla="*/ 0 w 457"/>
              <a:gd name="T1" fmla="*/ 0 h 386"/>
              <a:gd name="T2" fmla="*/ 457 w 457"/>
              <a:gd name="T3" fmla="*/ 0 h 386"/>
              <a:gd name="T4" fmla="*/ 457 w 457"/>
              <a:gd name="T5" fmla="*/ 257 h 386"/>
              <a:gd name="T6" fmla="*/ 271 w 457"/>
              <a:gd name="T7" fmla="*/ 257 h 386"/>
              <a:gd name="T8" fmla="*/ 229 w 457"/>
              <a:gd name="T9" fmla="*/ 386 h 386"/>
              <a:gd name="T10" fmla="*/ 186 w 457"/>
              <a:gd name="T11" fmla="*/ 257 h 386"/>
              <a:gd name="T12" fmla="*/ 0 w 457"/>
              <a:gd name="T13" fmla="*/ 257 h 386"/>
              <a:gd name="T14" fmla="*/ 0 w 457"/>
              <a:gd name="T15" fmla="*/ 0 h 386"/>
              <a:gd name="T16" fmla="*/ 0 w 457"/>
              <a:gd name="T17" fmla="*/ 0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7" h="386">
                <a:moveTo>
                  <a:pt x="0" y="0"/>
                </a:moveTo>
                <a:lnTo>
                  <a:pt x="457" y="0"/>
                </a:lnTo>
                <a:lnTo>
                  <a:pt x="457" y="257"/>
                </a:lnTo>
                <a:lnTo>
                  <a:pt x="271" y="257"/>
                </a:lnTo>
                <a:lnTo>
                  <a:pt x="229" y="386"/>
                </a:lnTo>
                <a:lnTo>
                  <a:pt x="186" y="257"/>
                </a:lnTo>
                <a:lnTo>
                  <a:pt x="0" y="257"/>
                </a:lnTo>
                <a:lnTo>
                  <a:pt x="0" y="0"/>
                </a:lnTo>
                <a:lnTo>
                  <a:pt x="0" y="0"/>
                </a:lnTo>
                <a:close/>
              </a:path>
            </a:pathLst>
          </a:custGeom>
          <a:solidFill>
            <a:srgbClr val="74A7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 name="Freeform 23"/>
          <p:cNvSpPr>
            <a:spLocks/>
          </p:cNvSpPr>
          <p:nvPr/>
        </p:nvSpPr>
        <p:spPr bwMode="auto">
          <a:xfrm>
            <a:off x="7524750" y="5219700"/>
            <a:ext cx="725488" cy="612775"/>
          </a:xfrm>
          <a:custGeom>
            <a:avLst/>
            <a:gdLst>
              <a:gd name="T0" fmla="*/ 0 w 457"/>
              <a:gd name="T1" fmla="*/ 0 h 386"/>
              <a:gd name="T2" fmla="*/ 457 w 457"/>
              <a:gd name="T3" fmla="*/ 0 h 386"/>
              <a:gd name="T4" fmla="*/ 457 w 457"/>
              <a:gd name="T5" fmla="*/ 257 h 386"/>
              <a:gd name="T6" fmla="*/ 271 w 457"/>
              <a:gd name="T7" fmla="*/ 257 h 386"/>
              <a:gd name="T8" fmla="*/ 229 w 457"/>
              <a:gd name="T9" fmla="*/ 386 h 386"/>
              <a:gd name="T10" fmla="*/ 186 w 457"/>
              <a:gd name="T11" fmla="*/ 257 h 386"/>
              <a:gd name="T12" fmla="*/ 0 w 457"/>
              <a:gd name="T13" fmla="*/ 257 h 386"/>
              <a:gd name="T14" fmla="*/ 0 w 457"/>
              <a:gd name="T15" fmla="*/ 0 h 386"/>
              <a:gd name="T16" fmla="*/ 0 w 457"/>
              <a:gd name="T17" fmla="*/ 0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7" h="386">
                <a:moveTo>
                  <a:pt x="0" y="0"/>
                </a:moveTo>
                <a:lnTo>
                  <a:pt x="457" y="0"/>
                </a:lnTo>
                <a:lnTo>
                  <a:pt x="457" y="257"/>
                </a:lnTo>
                <a:lnTo>
                  <a:pt x="271" y="257"/>
                </a:lnTo>
                <a:lnTo>
                  <a:pt x="229" y="386"/>
                </a:lnTo>
                <a:lnTo>
                  <a:pt x="186" y="257"/>
                </a:lnTo>
                <a:lnTo>
                  <a:pt x="0" y="257"/>
                </a:lnTo>
                <a:lnTo>
                  <a:pt x="0" y="0"/>
                </a:lnTo>
                <a:lnTo>
                  <a:pt x="0" y="0"/>
                </a:lnTo>
                <a:close/>
              </a:path>
            </a:pathLst>
          </a:custGeom>
          <a:solidFill>
            <a:srgbClr val="CCB7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 name="Freeform 25"/>
          <p:cNvSpPr>
            <a:spLocks/>
          </p:cNvSpPr>
          <p:nvPr/>
        </p:nvSpPr>
        <p:spPr bwMode="auto">
          <a:xfrm>
            <a:off x="4818063" y="1870075"/>
            <a:ext cx="725488" cy="612775"/>
          </a:xfrm>
          <a:custGeom>
            <a:avLst/>
            <a:gdLst>
              <a:gd name="T0" fmla="*/ 0 w 457"/>
              <a:gd name="T1" fmla="*/ 0 h 386"/>
              <a:gd name="T2" fmla="*/ 457 w 457"/>
              <a:gd name="T3" fmla="*/ 0 h 386"/>
              <a:gd name="T4" fmla="*/ 457 w 457"/>
              <a:gd name="T5" fmla="*/ 257 h 386"/>
              <a:gd name="T6" fmla="*/ 271 w 457"/>
              <a:gd name="T7" fmla="*/ 257 h 386"/>
              <a:gd name="T8" fmla="*/ 229 w 457"/>
              <a:gd name="T9" fmla="*/ 386 h 386"/>
              <a:gd name="T10" fmla="*/ 186 w 457"/>
              <a:gd name="T11" fmla="*/ 257 h 386"/>
              <a:gd name="T12" fmla="*/ 0 w 457"/>
              <a:gd name="T13" fmla="*/ 257 h 386"/>
              <a:gd name="T14" fmla="*/ 0 w 457"/>
              <a:gd name="T15" fmla="*/ 0 h 386"/>
              <a:gd name="T16" fmla="*/ 0 w 457"/>
              <a:gd name="T17" fmla="*/ 0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7" h="386">
                <a:moveTo>
                  <a:pt x="0" y="0"/>
                </a:moveTo>
                <a:lnTo>
                  <a:pt x="457" y="0"/>
                </a:lnTo>
                <a:lnTo>
                  <a:pt x="457" y="257"/>
                </a:lnTo>
                <a:lnTo>
                  <a:pt x="271" y="257"/>
                </a:lnTo>
                <a:lnTo>
                  <a:pt x="229" y="386"/>
                </a:lnTo>
                <a:lnTo>
                  <a:pt x="186" y="257"/>
                </a:lnTo>
                <a:lnTo>
                  <a:pt x="0" y="257"/>
                </a:lnTo>
                <a:lnTo>
                  <a:pt x="0" y="0"/>
                </a:lnTo>
                <a:lnTo>
                  <a:pt x="0" y="0"/>
                </a:lnTo>
                <a:close/>
              </a:path>
            </a:pathLst>
          </a:custGeom>
          <a:solidFill>
            <a:srgbClr val="D533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 name="Freeform 27"/>
          <p:cNvSpPr>
            <a:spLocks/>
          </p:cNvSpPr>
          <p:nvPr/>
        </p:nvSpPr>
        <p:spPr bwMode="auto">
          <a:xfrm>
            <a:off x="5243513" y="2982913"/>
            <a:ext cx="723900" cy="612775"/>
          </a:xfrm>
          <a:custGeom>
            <a:avLst/>
            <a:gdLst>
              <a:gd name="T0" fmla="*/ 0 w 456"/>
              <a:gd name="T1" fmla="*/ 0 h 386"/>
              <a:gd name="T2" fmla="*/ 456 w 456"/>
              <a:gd name="T3" fmla="*/ 0 h 386"/>
              <a:gd name="T4" fmla="*/ 456 w 456"/>
              <a:gd name="T5" fmla="*/ 257 h 386"/>
              <a:gd name="T6" fmla="*/ 271 w 456"/>
              <a:gd name="T7" fmla="*/ 257 h 386"/>
              <a:gd name="T8" fmla="*/ 228 w 456"/>
              <a:gd name="T9" fmla="*/ 386 h 386"/>
              <a:gd name="T10" fmla="*/ 185 w 456"/>
              <a:gd name="T11" fmla="*/ 257 h 386"/>
              <a:gd name="T12" fmla="*/ 0 w 456"/>
              <a:gd name="T13" fmla="*/ 257 h 386"/>
              <a:gd name="T14" fmla="*/ 0 w 456"/>
              <a:gd name="T15" fmla="*/ 0 h 386"/>
              <a:gd name="T16" fmla="*/ 0 w 456"/>
              <a:gd name="T17" fmla="*/ 0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6" h="386">
                <a:moveTo>
                  <a:pt x="0" y="0"/>
                </a:moveTo>
                <a:lnTo>
                  <a:pt x="456" y="0"/>
                </a:lnTo>
                <a:lnTo>
                  <a:pt x="456" y="257"/>
                </a:lnTo>
                <a:lnTo>
                  <a:pt x="271" y="257"/>
                </a:lnTo>
                <a:lnTo>
                  <a:pt x="228" y="386"/>
                </a:lnTo>
                <a:lnTo>
                  <a:pt x="185" y="257"/>
                </a:lnTo>
                <a:lnTo>
                  <a:pt x="0" y="257"/>
                </a:lnTo>
                <a:lnTo>
                  <a:pt x="0" y="0"/>
                </a:lnTo>
                <a:lnTo>
                  <a:pt x="0" y="0"/>
                </a:lnTo>
                <a:close/>
              </a:path>
            </a:pathLst>
          </a:custGeom>
          <a:solidFill>
            <a:srgbClr val="5891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 name="Freeform 29"/>
          <p:cNvSpPr>
            <a:spLocks/>
          </p:cNvSpPr>
          <p:nvPr/>
        </p:nvSpPr>
        <p:spPr bwMode="auto">
          <a:xfrm>
            <a:off x="4308475" y="4106863"/>
            <a:ext cx="735013" cy="612775"/>
          </a:xfrm>
          <a:custGeom>
            <a:avLst/>
            <a:gdLst>
              <a:gd name="T0" fmla="*/ 0 w 463"/>
              <a:gd name="T1" fmla="*/ 0 h 386"/>
              <a:gd name="T2" fmla="*/ 463 w 463"/>
              <a:gd name="T3" fmla="*/ 0 h 386"/>
              <a:gd name="T4" fmla="*/ 463 w 463"/>
              <a:gd name="T5" fmla="*/ 257 h 386"/>
              <a:gd name="T6" fmla="*/ 278 w 463"/>
              <a:gd name="T7" fmla="*/ 257 h 386"/>
              <a:gd name="T8" fmla="*/ 235 w 463"/>
              <a:gd name="T9" fmla="*/ 386 h 386"/>
              <a:gd name="T10" fmla="*/ 185 w 463"/>
              <a:gd name="T11" fmla="*/ 257 h 386"/>
              <a:gd name="T12" fmla="*/ 0 w 463"/>
              <a:gd name="T13" fmla="*/ 257 h 386"/>
              <a:gd name="T14" fmla="*/ 0 w 463"/>
              <a:gd name="T15" fmla="*/ 0 h 386"/>
              <a:gd name="T16" fmla="*/ 0 w 463"/>
              <a:gd name="T17" fmla="*/ 0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3" h="386">
                <a:moveTo>
                  <a:pt x="0" y="0"/>
                </a:moveTo>
                <a:lnTo>
                  <a:pt x="463" y="0"/>
                </a:lnTo>
                <a:lnTo>
                  <a:pt x="463" y="257"/>
                </a:lnTo>
                <a:lnTo>
                  <a:pt x="278" y="257"/>
                </a:lnTo>
                <a:lnTo>
                  <a:pt x="235" y="386"/>
                </a:lnTo>
                <a:lnTo>
                  <a:pt x="185" y="257"/>
                </a:lnTo>
                <a:lnTo>
                  <a:pt x="0" y="257"/>
                </a:lnTo>
                <a:lnTo>
                  <a:pt x="0" y="0"/>
                </a:lnTo>
                <a:lnTo>
                  <a:pt x="0" y="0"/>
                </a:lnTo>
                <a:close/>
              </a:path>
            </a:pathLst>
          </a:custGeom>
          <a:solidFill>
            <a:srgbClr val="7B60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 name="Freeform 31"/>
          <p:cNvSpPr>
            <a:spLocks/>
          </p:cNvSpPr>
          <p:nvPr/>
        </p:nvSpPr>
        <p:spPr bwMode="auto">
          <a:xfrm>
            <a:off x="5691188" y="5219700"/>
            <a:ext cx="723900" cy="612775"/>
          </a:xfrm>
          <a:custGeom>
            <a:avLst/>
            <a:gdLst>
              <a:gd name="T0" fmla="*/ 0 w 456"/>
              <a:gd name="T1" fmla="*/ 0 h 386"/>
              <a:gd name="T2" fmla="*/ 456 w 456"/>
              <a:gd name="T3" fmla="*/ 0 h 386"/>
              <a:gd name="T4" fmla="*/ 456 w 456"/>
              <a:gd name="T5" fmla="*/ 257 h 386"/>
              <a:gd name="T6" fmla="*/ 271 w 456"/>
              <a:gd name="T7" fmla="*/ 257 h 386"/>
              <a:gd name="T8" fmla="*/ 228 w 456"/>
              <a:gd name="T9" fmla="*/ 386 h 386"/>
              <a:gd name="T10" fmla="*/ 185 w 456"/>
              <a:gd name="T11" fmla="*/ 257 h 386"/>
              <a:gd name="T12" fmla="*/ 0 w 456"/>
              <a:gd name="T13" fmla="*/ 257 h 386"/>
              <a:gd name="T14" fmla="*/ 0 w 456"/>
              <a:gd name="T15" fmla="*/ 0 h 386"/>
              <a:gd name="T16" fmla="*/ 0 w 456"/>
              <a:gd name="T17" fmla="*/ 0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6" h="386">
                <a:moveTo>
                  <a:pt x="0" y="0"/>
                </a:moveTo>
                <a:lnTo>
                  <a:pt x="456" y="0"/>
                </a:lnTo>
                <a:lnTo>
                  <a:pt x="456" y="257"/>
                </a:lnTo>
                <a:lnTo>
                  <a:pt x="271" y="257"/>
                </a:lnTo>
                <a:lnTo>
                  <a:pt x="228" y="386"/>
                </a:lnTo>
                <a:lnTo>
                  <a:pt x="185" y="257"/>
                </a:lnTo>
                <a:lnTo>
                  <a:pt x="0" y="257"/>
                </a:lnTo>
                <a:lnTo>
                  <a:pt x="0" y="0"/>
                </a:lnTo>
                <a:lnTo>
                  <a:pt x="0" y="0"/>
                </a:lnTo>
                <a:close/>
              </a:path>
            </a:pathLst>
          </a:custGeom>
          <a:solidFill>
            <a:srgbClr val="AF9B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 name="文本框 21"/>
          <p:cNvSpPr txBox="1"/>
          <p:nvPr/>
        </p:nvSpPr>
        <p:spPr>
          <a:xfrm>
            <a:off x="4820276" y="1870075"/>
            <a:ext cx="723275" cy="369332"/>
          </a:xfrm>
          <a:prstGeom prst="rect">
            <a:avLst/>
          </a:prstGeom>
          <a:noFill/>
        </p:spPr>
        <p:txBody>
          <a:bodyPr wrap="none" rtlCol="0">
            <a:spAutoFit/>
          </a:bodyPr>
          <a:lstStyle/>
          <a:p>
            <a:r>
              <a:rPr lang="en-US" altLang="zh-CN" dirty="0">
                <a:solidFill>
                  <a:prstClr val="white"/>
                </a:solidFill>
                <a:latin typeface="Arial Black" panose="020B0A04020102020204" pitchFamily="34" charset="0"/>
              </a:rPr>
              <a:t>45%</a:t>
            </a:r>
            <a:endParaRPr lang="zh-CN" altLang="en-US" dirty="0">
              <a:solidFill>
                <a:prstClr val="white"/>
              </a:solidFill>
              <a:latin typeface="Arial Black" panose="020B0A04020102020204" pitchFamily="34" charset="0"/>
            </a:endParaRPr>
          </a:p>
        </p:txBody>
      </p:sp>
      <p:sp>
        <p:nvSpPr>
          <p:cNvPr id="23" name="文本框 22"/>
          <p:cNvSpPr txBox="1"/>
          <p:nvPr/>
        </p:nvSpPr>
        <p:spPr>
          <a:xfrm>
            <a:off x="6334125" y="1870075"/>
            <a:ext cx="723275" cy="369332"/>
          </a:xfrm>
          <a:prstGeom prst="rect">
            <a:avLst/>
          </a:prstGeom>
          <a:noFill/>
        </p:spPr>
        <p:txBody>
          <a:bodyPr wrap="none" rtlCol="0">
            <a:spAutoFit/>
          </a:bodyPr>
          <a:lstStyle/>
          <a:p>
            <a:r>
              <a:rPr lang="en-US" altLang="zh-CN" dirty="0">
                <a:solidFill>
                  <a:prstClr val="white"/>
                </a:solidFill>
                <a:latin typeface="Arial Black" panose="020B0A04020102020204" pitchFamily="34" charset="0"/>
              </a:rPr>
              <a:t>28%</a:t>
            </a:r>
            <a:endParaRPr lang="zh-CN" altLang="en-US" dirty="0">
              <a:solidFill>
                <a:prstClr val="white"/>
              </a:solidFill>
              <a:latin typeface="Arial Black" panose="020B0A04020102020204" pitchFamily="34" charset="0"/>
            </a:endParaRPr>
          </a:p>
        </p:txBody>
      </p:sp>
      <p:sp>
        <p:nvSpPr>
          <p:cNvPr id="24" name="文本框 23"/>
          <p:cNvSpPr txBox="1"/>
          <p:nvPr/>
        </p:nvSpPr>
        <p:spPr>
          <a:xfrm>
            <a:off x="5261093" y="2982913"/>
            <a:ext cx="723275" cy="369332"/>
          </a:xfrm>
          <a:prstGeom prst="rect">
            <a:avLst/>
          </a:prstGeom>
          <a:noFill/>
        </p:spPr>
        <p:txBody>
          <a:bodyPr wrap="none" rtlCol="0">
            <a:spAutoFit/>
          </a:bodyPr>
          <a:lstStyle/>
          <a:p>
            <a:r>
              <a:rPr lang="en-US" altLang="zh-CN" dirty="0">
                <a:solidFill>
                  <a:prstClr val="white"/>
                </a:solidFill>
                <a:latin typeface="Arial Black" panose="020B0A04020102020204" pitchFamily="34" charset="0"/>
              </a:rPr>
              <a:t>35%</a:t>
            </a:r>
            <a:endParaRPr lang="zh-CN" altLang="en-US" dirty="0">
              <a:solidFill>
                <a:prstClr val="white"/>
              </a:solidFill>
              <a:latin typeface="Arial Black" panose="020B0A04020102020204" pitchFamily="34" charset="0"/>
            </a:endParaRPr>
          </a:p>
        </p:txBody>
      </p:sp>
      <p:sp>
        <p:nvSpPr>
          <p:cNvPr id="25" name="文本框 24"/>
          <p:cNvSpPr txBox="1"/>
          <p:nvPr/>
        </p:nvSpPr>
        <p:spPr>
          <a:xfrm>
            <a:off x="6631495" y="2982913"/>
            <a:ext cx="723275" cy="369332"/>
          </a:xfrm>
          <a:prstGeom prst="rect">
            <a:avLst/>
          </a:prstGeom>
          <a:noFill/>
        </p:spPr>
        <p:txBody>
          <a:bodyPr wrap="none" rtlCol="0">
            <a:spAutoFit/>
          </a:bodyPr>
          <a:lstStyle/>
          <a:p>
            <a:r>
              <a:rPr lang="en-US" altLang="zh-CN" dirty="0">
                <a:solidFill>
                  <a:prstClr val="white"/>
                </a:solidFill>
                <a:latin typeface="Arial Black" panose="020B0A04020102020204" pitchFamily="34" charset="0"/>
              </a:rPr>
              <a:t>18%</a:t>
            </a:r>
            <a:endParaRPr lang="zh-CN" altLang="en-US" dirty="0">
              <a:solidFill>
                <a:prstClr val="white"/>
              </a:solidFill>
              <a:latin typeface="Arial Black" panose="020B0A04020102020204" pitchFamily="34" charset="0"/>
            </a:endParaRPr>
          </a:p>
        </p:txBody>
      </p:sp>
      <p:sp>
        <p:nvSpPr>
          <p:cNvPr id="26" name="文本框 25"/>
          <p:cNvSpPr txBox="1"/>
          <p:nvPr/>
        </p:nvSpPr>
        <p:spPr>
          <a:xfrm>
            <a:off x="4308475" y="4106863"/>
            <a:ext cx="723275" cy="369332"/>
          </a:xfrm>
          <a:prstGeom prst="rect">
            <a:avLst/>
          </a:prstGeom>
          <a:noFill/>
        </p:spPr>
        <p:txBody>
          <a:bodyPr wrap="none" rtlCol="0">
            <a:spAutoFit/>
          </a:bodyPr>
          <a:lstStyle/>
          <a:p>
            <a:r>
              <a:rPr lang="en-US" altLang="zh-CN" dirty="0">
                <a:solidFill>
                  <a:prstClr val="white"/>
                </a:solidFill>
                <a:latin typeface="Arial Black" panose="020B0A04020102020204" pitchFamily="34" charset="0"/>
              </a:rPr>
              <a:t>25%</a:t>
            </a:r>
            <a:endParaRPr lang="zh-CN" altLang="en-US" dirty="0">
              <a:solidFill>
                <a:prstClr val="white"/>
              </a:solidFill>
              <a:latin typeface="Arial Black" panose="020B0A04020102020204" pitchFamily="34" charset="0"/>
            </a:endParaRPr>
          </a:p>
        </p:txBody>
      </p:sp>
      <p:sp>
        <p:nvSpPr>
          <p:cNvPr id="27" name="文本框 26"/>
          <p:cNvSpPr txBox="1"/>
          <p:nvPr/>
        </p:nvSpPr>
        <p:spPr>
          <a:xfrm>
            <a:off x="7580938" y="4106863"/>
            <a:ext cx="723275" cy="369332"/>
          </a:xfrm>
          <a:prstGeom prst="rect">
            <a:avLst/>
          </a:prstGeom>
          <a:noFill/>
        </p:spPr>
        <p:txBody>
          <a:bodyPr wrap="none" rtlCol="0">
            <a:spAutoFit/>
          </a:bodyPr>
          <a:lstStyle/>
          <a:p>
            <a:r>
              <a:rPr lang="en-US" altLang="zh-CN" dirty="0">
                <a:solidFill>
                  <a:prstClr val="white"/>
                </a:solidFill>
                <a:latin typeface="Arial Black" panose="020B0A04020102020204" pitchFamily="34" charset="0"/>
              </a:rPr>
              <a:t>44%</a:t>
            </a:r>
            <a:endParaRPr lang="zh-CN" altLang="en-US" dirty="0">
              <a:solidFill>
                <a:prstClr val="white"/>
              </a:solidFill>
              <a:latin typeface="Arial Black" panose="020B0A04020102020204" pitchFamily="34" charset="0"/>
            </a:endParaRPr>
          </a:p>
        </p:txBody>
      </p:sp>
      <p:sp>
        <p:nvSpPr>
          <p:cNvPr id="28" name="文本框 27"/>
          <p:cNvSpPr txBox="1"/>
          <p:nvPr/>
        </p:nvSpPr>
        <p:spPr>
          <a:xfrm>
            <a:off x="7533438" y="5231575"/>
            <a:ext cx="723275" cy="369332"/>
          </a:xfrm>
          <a:prstGeom prst="rect">
            <a:avLst/>
          </a:prstGeom>
          <a:noFill/>
        </p:spPr>
        <p:txBody>
          <a:bodyPr wrap="none" rtlCol="0">
            <a:spAutoFit/>
          </a:bodyPr>
          <a:lstStyle/>
          <a:p>
            <a:r>
              <a:rPr lang="en-US" altLang="zh-CN" dirty="0">
                <a:solidFill>
                  <a:prstClr val="white"/>
                </a:solidFill>
                <a:latin typeface="Arial Black" panose="020B0A04020102020204" pitchFamily="34" charset="0"/>
              </a:rPr>
              <a:t>24%</a:t>
            </a:r>
            <a:endParaRPr lang="zh-CN" altLang="en-US" dirty="0">
              <a:solidFill>
                <a:prstClr val="white"/>
              </a:solidFill>
              <a:latin typeface="Arial Black" panose="020B0A04020102020204" pitchFamily="34" charset="0"/>
            </a:endParaRPr>
          </a:p>
        </p:txBody>
      </p:sp>
      <p:sp>
        <p:nvSpPr>
          <p:cNvPr id="29" name="文本框 28"/>
          <p:cNvSpPr txBox="1"/>
          <p:nvPr/>
        </p:nvSpPr>
        <p:spPr>
          <a:xfrm>
            <a:off x="5700501" y="5231575"/>
            <a:ext cx="723275" cy="369332"/>
          </a:xfrm>
          <a:prstGeom prst="rect">
            <a:avLst/>
          </a:prstGeom>
          <a:noFill/>
        </p:spPr>
        <p:txBody>
          <a:bodyPr wrap="none" rtlCol="0">
            <a:spAutoFit/>
          </a:bodyPr>
          <a:lstStyle/>
          <a:p>
            <a:r>
              <a:rPr lang="en-US" altLang="zh-CN" dirty="0">
                <a:solidFill>
                  <a:prstClr val="white"/>
                </a:solidFill>
                <a:latin typeface="Arial Black" panose="020B0A04020102020204" pitchFamily="34" charset="0"/>
              </a:rPr>
              <a:t>43%</a:t>
            </a:r>
            <a:endParaRPr lang="zh-CN" altLang="en-US" dirty="0">
              <a:solidFill>
                <a:prstClr val="white"/>
              </a:solidFill>
              <a:latin typeface="Arial Black" panose="020B0A04020102020204" pitchFamily="34" charset="0"/>
            </a:endParaRPr>
          </a:p>
        </p:txBody>
      </p:sp>
      <p:sp>
        <p:nvSpPr>
          <p:cNvPr id="30" name="文本框 29"/>
          <p:cNvSpPr txBox="1"/>
          <p:nvPr/>
        </p:nvSpPr>
        <p:spPr>
          <a:xfrm>
            <a:off x="1000603" y="858685"/>
            <a:ext cx="7109639" cy="369332"/>
          </a:xfrm>
          <a:prstGeom prst="rect">
            <a:avLst/>
          </a:prstGeom>
          <a:noFill/>
        </p:spPr>
        <p:txBody>
          <a:bodyPr wrap="none" rtlCol="0">
            <a:spAutoFit/>
          </a:bodyPr>
          <a:lstStyle/>
          <a:p>
            <a:r>
              <a:rPr lang="zh-CN" altLang="en-US" dirty="0">
                <a:solidFill>
                  <a:prstClr val="black">
                    <a:lumMod val="65000"/>
                    <a:lumOff val="35000"/>
                  </a:prstClr>
                </a:solidFill>
              </a:rPr>
              <a:t>下图为图表和图形组合而成，可以根据需要修改图表数字以及颜色。</a:t>
            </a:r>
          </a:p>
        </p:txBody>
      </p:sp>
      <p:sp>
        <p:nvSpPr>
          <p:cNvPr id="21" name="矩形 39"/>
          <p:cNvSpPr/>
          <p:nvPr/>
        </p:nvSpPr>
        <p:spPr>
          <a:xfrm>
            <a:off x="0" y="203088"/>
            <a:ext cx="1774845" cy="523220"/>
          </a:xfrm>
          <a:prstGeom prst="rect">
            <a:avLst/>
          </a:prstGeom>
          <a:noFill/>
        </p:spPr>
        <p:txBody>
          <a:bodyPr wrap="none" rtlCol="0">
            <a:spAutoFit/>
          </a:bodyPr>
          <a:lstStyle/>
          <a:p>
            <a:r>
              <a:rPr lang="zh-CN" altLang="en-US" sz="2800" b="1" dirty="0">
                <a:solidFill>
                  <a:schemeClr val="tx1">
                    <a:lumMod val="65000"/>
                    <a:lumOff val="35000"/>
                  </a:schemeClr>
                </a:solidFill>
              </a:rPr>
              <a:t>柱</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条形图</a:t>
            </a:r>
          </a:p>
        </p:txBody>
      </p:sp>
    </p:spTree>
    <p:extLst>
      <p:ext uri="{BB962C8B-B14F-4D97-AF65-F5344CB8AC3E}">
        <p14:creationId xmlns:p14="http://schemas.microsoft.com/office/powerpoint/2010/main" val="2061478644"/>
      </p:ext>
    </p:extLst>
  </p:cSld>
  <p:clrMapOvr>
    <a:masterClrMapping/>
  </p:clrMapOvr>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文本框 29"/>
          <p:cNvSpPr txBox="1"/>
          <p:nvPr/>
        </p:nvSpPr>
        <p:spPr>
          <a:xfrm>
            <a:off x="1000603" y="858685"/>
            <a:ext cx="7109639" cy="369332"/>
          </a:xfrm>
          <a:prstGeom prst="rect">
            <a:avLst/>
          </a:prstGeom>
          <a:noFill/>
        </p:spPr>
        <p:txBody>
          <a:bodyPr wrap="none" rtlCol="0">
            <a:spAutoFit/>
          </a:bodyPr>
          <a:lstStyle/>
          <a:p>
            <a:r>
              <a:rPr lang="zh-CN" altLang="en-US" dirty="0">
                <a:solidFill>
                  <a:prstClr val="black">
                    <a:lumMod val="65000"/>
                    <a:lumOff val="35000"/>
                  </a:prstClr>
                </a:solidFill>
              </a:rPr>
              <a:t>下图为图表和图形组合而成，可以根据需要修改图表数字以及颜色。</a:t>
            </a:r>
          </a:p>
        </p:txBody>
      </p:sp>
      <p:graphicFrame>
        <p:nvGraphicFramePr>
          <p:cNvPr id="7" name="图表 6"/>
          <p:cNvGraphicFramePr/>
          <p:nvPr/>
        </p:nvGraphicFramePr>
        <p:xfrm>
          <a:off x="3673096" y="2229508"/>
          <a:ext cx="8204563" cy="4382814"/>
        </p:xfrm>
        <a:graphic>
          <a:graphicData uri="http://schemas.openxmlformats.org/drawingml/2006/chart">
            <c:chart xmlns:c="http://schemas.openxmlformats.org/drawingml/2006/chart" xmlns:r="http://schemas.openxmlformats.org/officeDocument/2006/relationships" r:id="rId2"/>
          </a:graphicData>
        </a:graphic>
      </p:graphicFrame>
      <p:sp>
        <p:nvSpPr>
          <p:cNvPr id="23" name="Freeform 3940"/>
          <p:cNvSpPr>
            <a:spLocks/>
          </p:cNvSpPr>
          <p:nvPr/>
        </p:nvSpPr>
        <p:spPr bwMode="auto">
          <a:xfrm>
            <a:off x="7393215" y="1794513"/>
            <a:ext cx="1205752" cy="876431"/>
          </a:xfrm>
          <a:custGeom>
            <a:avLst/>
            <a:gdLst>
              <a:gd name="T0" fmla="*/ 0 w 96"/>
              <a:gd name="T1" fmla="*/ 11 h 70"/>
              <a:gd name="T2" fmla="*/ 0 w 96"/>
              <a:gd name="T3" fmla="*/ 38 h 70"/>
              <a:gd name="T4" fmla="*/ 10 w 96"/>
              <a:gd name="T5" fmla="*/ 48 h 70"/>
              <a:gd name="T6" fmla="*/ 60 w 96"/>
              <a:gd name="T7" fmla="*/ 48 h 70"/>
              <a:gd name="T8" fmla="*/ 40 w 96"/>
              <a:gd name="T9" fmla="*/ 70 h 70"/>
              <a:gd name="T10" fmla="*/ 85 w 96"/>
              <a:gd name="T11" fmla="*/ 48 h 70"/>
              <a:gd name="T12" fmla="*/ 86 w 96"/>
              <a:gd name="T13" fmla="*/ 48 h 70"/>
              <a:gd name="T14" fmla="*/ 96 w 96"/>
              <a:gd name="T15" fmla="*/ 38 h 70"/>
              <a:gd name="T16" fmla="*/ 96 w 96"/>
              <a:gd name="T17" fmla="*/ 11 h 70"/>
              <a:gd name="T18" fmla="*/ 86 w 96"/>
              <a:gd name="T19" fmla="*/ 0 h 70"/>
              <a:gd name="T20" fmla="*/ 10 w 96"/>
              <a:gd name="T21" fmla="*/ 0 h 70"/>
              <a:gd name="T22" fmla="*/ 0 w 96"/>
              <a:gd name="T23" fmla="*/ 1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6" h="70">
                <a:moveTo>
                  <a:pt x="0" y="11"/>
                </a:moveTo>
                <a:cubicBezTo>
                  <a:pt x="0" y="38"/>
                  <a:pt x="0" y="38"/>
                  <a:pt x="0" y="38"/>
                </a:cubicBezTo>
                <a:cubicBezTo>
                  <a:pt x="0" y="43"/>
                  <a:pt x="4" y="48"/>
                  <a:pt x="10" y="48"/>
                </a:cubicBezTo>
                <a:cubicBezTo>
                  <a:pt x="60" y="48"/>
                  <a:pt x="60" y="48"/>
                  <a:pt x="60" y="48"/>
                </a:cubicBezTo>
                <a:cubicBezTo>
                  <a:pt x="40" y="70"/>
                  <a:pt x="40" y="70"/>
                  <a:pt x="40" y="70"/>
                </a:cubicBezTo>
                <a:cubicBezTo>
                  <a:pt x="85" y="48"/>
                  <a:pt x="85" y="48"/>
                  <a:pt x="85" y="48"/>
                </a:cubicBezTo>
                <a:cubicBezTo>
                  <a:pt x="86" y="48"/>
                  <a:pt x="86" y="48"/>
                  <a:pt x="86" y="48"/>
                </a:cubicBezTo>
                <a:cubicBezTo>
                  <a:pt x="92" y="48"/>
                  <a:pt x="96" y="43"/>
                  <a:pt x="96" y="38"/>
                </a:cubicBezTo>
                <a:cubicBezTo>
                  <a:pt x="96" y="11"/>
                  <a:pt x="96" y="11"/>
                  <a:pt x="96" y="11"/>
                </a:cubicBezTo>
                <a:cubicBezTo>
                  <a:pt x="96" y="5"/>
                  <a:pt x="92" y="0"/>
                  <a:pt x="86" y="0"/>
                </a:cubicBezTo>
                <a:cubicBezTo>
                  <a:pt x="10" y="0"/>
                  <a:pt x="10" y="0"/>
                  <a:pt x="10" y="0"/>
                </a:cubicBezTo>
                <a:cubicBezTo>
                  <a:pt x="4" y="0"/>
                  <a:pt x="0" y="5"/>
                  <a:pt x="0" y="1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lumMod val="65000"/>
                  <a:lumOff val="35000"/>
                </a:prstClr>
              </a:solidFill>
            </a:endParaRPr>
          </a:p>
        </p:txBody>
      </p:sp>
      <p:sp>
        <p:nvSpPr>
          <p:cNvPr id="24" name="Freeform 3940"/>
          <p:cNvSpPr>
            <a:spLocks/>
          </p:cNvSpPr>
          <p:nvPr/>
        </p:nvSpPr>
        <p:spPr bwMode="auto">
          <a:xfrm>
            <a:off x="5832431" y="2827636"/>
            <a:ext cx="1205752" cy="876431"/>
          </a:xfrm>
          <a:custGeom>
            <a:avLst/>
            <a:gdLst>
              <a:gd name="T0" fmla="*/ 0 w 96"/>
              <a:gd name="T1" fmla="*/ 11 h 70"/>
              <a:gd name="T2" fmla="*/ 0 w 96"/>
              <a:gd name="T3" fmla="*/ 38 h 70"/>
              <a:gd name="T4" fmla="*/ 10 w 96"/>
              <a:gd name="T5" fmla="*/ 48 h 70"/>
              <a:gd name="T6" fmla="*/ 60 w 96"/>
              <a:gd name="T7" fmla="*/ 48 h 70"/>
              <a:gd name="T8" fmla="*/ 40 w 96"/>
              <a:gd name="T9" fmla="*/ 70 h 70"/>
              <a:gd name="T10" fmla="*/ 85 w 96"/>
              <a:gd name="T11" fmla="*/ 48 h 70"/>
              <a:gd name="T12" fmla="*/ 86 w 96"/>
              <a:gd name="T13" fmla="*/ 48 h 70"/>
              <a:gd name="T14" fmla="*/ 96 w 96"/>
              <a:gd name="T15" fmla="*/ 38 h 70"/>
              <a:gd name="T16" fmla="*/ 96 w 96"/>
              <a:gd name="T17" fmla="*/ 11 h 70"/>
              <a:gd name="T18" fmla="*/ 86 w 96"/>
              <a:gd name="T19" fmla="*/ 0 h 70"/>
              <a:gd name="T20" fmla="*/ 10 w 96"/>
              <a:gd name="T21" fmla="*/ 0 h 70"/>
              <a:gd name="T22" fmla="*/ 0 w 96"/>
              <a:gd name="T23" fmla="*/ 1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6" h="70">
                <a:moveTo>
                  <a:pt x="0" y="11"/>
                </a:moveTo>
                <a:cubicBezTo>
                  <a:pt x="0" y="38"/>
                  <a:pt x="0" y="38"/>
                  <a:pt x="0" y="38"/>
                </a:cubicBezTo>
                <a:cubicBezTo>
                  <a:pt x="0" y="43"/>
                  <a:pt x="4" y="48"/>
                  <a:pt x="10" y="48"/>
                </a:cubicBezTo>
                <a:cubicBezTo>
                  <a:pt x="60" y="48"/>
                  <a:pt x="60" y="48"/>
                  <a:pt x="60" y="48"/>
                </a:cubicBezTo>
                <a:cubicBezTo>
                  <a:pt x="40" y="70"/>
                  <a:pt x="40" y="70"/>
                  <a:pt x="40" y="70"/>
                </a:cubicBezTo>
                <a:cubicBezTo>
                  <a:pt x="85" y="48"/>
                  <a:pt x="85" y="48"/>
                  <a:pt x="85" y="48"/>
                </a:cubicBezTo>
                <a:cubicBezTo>
                  <a:pt x="86" y="48"/>
                  <a:pt x="86" y="48"/>
                  <a:pt x="86" y="48"/>
                </a:cubicBezTo>
                <a:cubicBezTo>
                  <a:pt x="92" y="48"/>
                  <a:pt x="96" y="43"/>
                  <a:pt x="96" y="38"/>
                </a:cubicBezTo>
                <a:cubicBezTo>
                  <a:pt x="96" y="11"/>
                  <a:pt x="96" y="11"/>
                  <a:pt x="96" y="11"/>
                </a:cubicBezTo>
                <a:cubicBezTo>
                  <a:pt x="96" y="5"/>
                  <a:pt x="92" y="0"/>
                  <a:pt x="86" y="0"/>
                </a:cubicBezTo>
                <a:cubicBezTo>
                  <a:pt x="10" y="0"/>
                  <a:pt x="10" y="0"/>
                  <a:pt x="10" y="0"/>
                </a:cubicBezTo>
                <a:cubicBezTo>
                  <a:pt x="4" y="0"/>
                  <a:pt x="0" y="5"/>
                  <a:pt x="0" y="1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lumMod val="65000"/>
                  <a:lumOff val="35000"/>
                </a:prstClr>
              </a:solidFill>
            </a:endParaRPr>
          </a:p>
        </p:txBody>
      </p:sp>
      <p:sp>
        <p:nvSpPr>
          <p:cNvPr id="25" name="Freeform 3940"/>
          <p:cNvSpPr>
            <a:spLocks/>
          </p:cNvSpPr>
          <p:nvPr/>
        </p:nvSpPr>
        <p:spPr bwMode="auto">
          <a:xfrm>
            <a:off x="9442742" y="3860759"/>
            <a:ext cx="1205752" cy="876431"/>
          </a:xfrm>
          <a:custGeom>
            <a:avLst/>
            <a:gdLst>
              <a:gd name="T0" fmla="*/ 0 w 96"/>
              <a:gd name="T1" fmla="*/ 11 h 70"/>
              <a:gd name="T2" fmla="*/ 0 w 96"/>
              <a:gd name="T3" fmla="*/ 38 h 70"/>
              <a:gd name="T4" fmla="*/ 10 w 96"/>
              <a:gd name="T5" fmla="*/ 48 h 70"/>
              <a:gd name="T6" fmla="*/ 60 w 96"/>
              <a:gd name="T7" fmla="*/ 48 h 70"/>
              <a:gd name="T8" fmla="*/ 40 w 96"/>
              <a:gd name="T9" fmla="*/ 70 h 70"/>
              <a:gd name="T10" fmla="*/ 85 w 96"/>
              <a:gd name="T11" fmla="*/ 48 h 70"/>
              <a:gd name="T12" fmla="*/ 86 w 96"/>
              <a:gd name="T13" fmla="*/ 48 h 70"/>
              <a:gd name="T14" fmla="*/ 96 w 96"/>
              <a:gd name="T15" fmla="*/ 38 h 70"/>
              <a:gd name="T16" fmla="*/ 96 w 96"/>
              <a:gd name="T17" fmla="*/ 11 h 70"/>
              <a:gd name="T18" fmla="*/ 86 w 96"/>
              <a:gd name="T19" fmla="*/ 0 h 70"/>
              <a:gd name="T20" fmla="*/ 10 w 96"/>
              <a:gd name="T21" fmla="*/ 0 h 70"/>
              <a:gd name="T22" fmla="*/ 0 w 96"/>
              <a:gd name="T23" fmla="*/ 1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6" h="70">
                <a:moveTo>
                  <a:pt x="0" y="11"/>
                </a:moveTo>
                <a:cubicBezTo>
                  <a:pt x="0" y="38"/>
                  <a:pt x="0" y="38"/>
                  <a:pt x="0" y="38"/>
                </a:cubicBezTo>
                <a:cubicBezTo>
                  <a:pt x="0" y="43"/>
                  <a:pt x="4" y="48"/>
                  <a:pt x="10" y="48"/>
                </a:cubicBezTo>
                <a:cubicBezTo>
                  <a:pt x="60" y="48"/>
                  <a:pt x="60" y="48"/>
                  <a:pt x="60" y="48"/>
                </a:cubicBezTo>
                <a:cubicBezTo>
                  <a:pt x="40" y="70"/>
                  <a:pt x="40" y="70"/>
                  <a:pt x="40" y="70"/>
                </a:cubicBezTo>
                <a:cubicBezTo>
                  <a:pt x="85" y="48"/>
                  <a:pt x="85" y="48"/>
                  <a:pt x="85" y="48"/>
                </a:cubicBezTo>
                <a:cubicBezTo>
                  <a:pt x="86" y="48"/>
                  <a:pt x="86" y="48"/>
                  <a:pt x="86" y="48"/>
                </a:cubicBezTo>
                <a:cubicBezTo>
                  <a:pt x="92" y="48"/>
                  <a:pt x="96" y="43"/>
                  <a:pt x="96" y="38"/>
                </a:cubicBezTo>
                <a:cubicBezTo>
                  <a:pt x="96" y="11"/>
                  <a:pt x="96" y="11"/>
                  <a:pt x="96" y="11"/>
                </a:cubicBezTo>
                <a:cubicBezTo>
                  <a:pt x="96" y="5"/>
                  <a:pt x="92" y="0"/>
                  <a:pt x="86" y="0"/>
                </a:cubicBezTo>
                <a:cubicBezTo>
                  <a:pt x="10" y="0"/>
                  <a:pt x="10" y="0"/>
                  <a:pt x="10" y="0"/>
                </a:cubicBezTo>
                <a:cubicBezTo>
                  <a:pt x="4" y="0"/>
                  <a:pt x="0" y="5"/>
                  <a:pt x="0" y="1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lumMod val="65000"/>
                  <a:lumOff val="35000"/>
                </a:prstClr>
              </a:solidFill>
            </a:endParaRPr>
          </a:p>
        </p:txBody>
      </p:sp>
      <p:sp>
        <p:nvSpPr>
          <p:cNvPr id="26" name="Freeform 3940"/>
          <p:cNvSpPr>
            <a:spLocks/>
          </p:cNvSpPr>
          <p:nvPr/>
        </p:nvSpPr>
        <p:spPr bwMode="auto">
          <a:xfrm>
            <a:off x="6750929" y="4893883"/>
            <a:ext cx="1205752" cy="876431"/>
          </a:xfrm>
          <a:custGeom>
            <a:avLst/>
            <a:gdLst>
              <a:gd name="T0" fmla="*/ 0 w 96"/>
              <a:gd name="T1" fmla="*/ 11 h 70"/>
              <a:gd name="T2" fmla="*/ 0 w 96"/>
              <a:gd name="T3" fmla="*/ 38 h 70"/>
              <a:gd name="T4" fmla="*/ 10 w 96"/>
              <a:gd name="T5" fmla="*/ 48 h 70"/>
              <a:gd name="T6" fmla="*/ 60 w 96"/>
              <a:gd name="T7" fmla="*/ 48 h 70"/>
              <a:gd name="T8" fmla="*/ 40 w 96"/>
              <a:gd name="T9" fmla="*/ 70 h 70"/>
              <a:gd name="T10" fmla="*/ 85 w 96"/>
              <a:gd name="T11" fmla="*/ 48 h 70"/>
              <a:gd name="T12" fmla="*/ 86 w 96"/>
              <a:gd name="T13" fmla="*/ 48 h 70"/>
              <a:gd name="T14" fmla="*/ 96 w 96"/>
              <a:gd name="T15" fmla="*/ 38 h 70"/>
              <a:gd name="T16" fmla="*/ 96 w 96"/>
              <a:gd name="T17" fmla="*/ 11 h 70"/>
              <a:gd name="T18" fmla="*/ 86 w 96"/>
              <a:gd name="T19" fmla="*/ 0 h 70"/>
              <a:gd name="T20" fmla="*/ 10 w 96"/>
              <a:gd name="T21" fmla="*/ 0 h 70"/>
              <a:gd name="T22" fmla="*/ 0 w 96"/>
              <a:gd name="T23" fmla="*/ 1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6" h="70">
                <a:moveTo>
                  <a:pt x="0" y="11"/>
                </a:moveTo>
                <a:cubicBezTo>
                  <a:pt x="0" y="38"/>
                  <a:pt x="0" y="38"/>
                  <a:pt x="0" y="38"/>
                </a:cubicBezTo>
                <a:cubicBezTo>
                  <a:pt x="0" y="43"/>
                  <a:pt x="4" y="48"/>
                  <a:pt x="10" y="48"/>
                </a:cubicBezTo>
                <a:cubicBezTo>
                  <a:pt x="60" y="48"/>
                  <a:pt x="60" y="48"/>
                  <a:pt x="60" y="48"/>
                </a:cubicBezTo>
                <a:cubicBezTo>
                  <a:pt x="40" y="70"/>
                  <a:pt x="40" y="70"/>
                  <a:pt x="40" y="70"/>
                </a:cubicBezTo>
                <a:cubicBezTo>
                  <a:pt x="85" y="48"/>
                  <a:pt x="85" y="48"/>
                  <a:pt x="85" y="48"/>
                </a:cubicBezTo>
                <a:cubicBezTo>
                  <a:pt x="86" y="48"/>
                  <a:pt x="86" y="48"/>
                  <a:pt x="86" y="48"/>
                </a:cubicBezTo>
                <a:cubicBezTo>
                  <a:pt x="92" y="48"/>
                  <a:pt x="96" y="43"/>
                  <a:pt x="96" y="38"/>
                </a:cubicBezTo>
                <a:cubicBezTo>
                  <a:pt x="96" y="11"/>
                  <a:pt x="96" y="11"/>
                  <a:pt x="96" y="11"/>
                </a:cubicBezTo>
                <a:cubicBezTo>
                  <a:pt x="96" y="5"/>
                  <a:pt x="92" y="0"/>
                  <a:pt x="86" y="0"/>
                </a:cubicBezTo>
                <a:cubicBezTo>
                  <a:pt x="10" y="0"/>
                  <a:pt x="10" y="0"/>
                  <a:pt x="10" y="0"/>
                </a:cubicBezTo>
                <a:cubicBezTo>
                  <a:pt x="4" y="0"/>
                  <a:pt x="0" y="5"/>
                  <a:pt x="0" y="1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lumMod val="65000"/>
                  <a:lumOff val="35000"/>
                </a:prstClr>
              </a:solidFill>
            </a:endParaRPr>
          </a:p>
        </p:txBody>
      </p:sp>
      <p:sp>
        <p:nvSpPr>
          <p:cNvPr id="2" name="文本框 1"/>
          <p:cNvSpPr txBox="1"/>
          <p:nvPr/>
        </p:nvSpPr>
        <p:spPr>
          <a:xfrm>
            <a:off x="7611209" y="1794513"/>
            <a:ext cx="769763" cy="646331"/>
          </a:xfrm>
          <a:prstGeom prst="rect">
            <a:avLst/>
          </a:prstGeom>
          <a:noFill/>
        </p:spPr>
        <p:txBody>
          <a:bodyPr wrap="none" rtlCol="0">
            <a:spAutoFit/>
          </a:bodyPr>
          <a:lstStyle/>
          <a:p>
            <a:r>
              <a:rPr lang="en-US" altLang="zh-CN" sz="3600" dirty="0">
                <a:solidFill>
                  <a:prstClr val="white"/>
                </a:solidFill>
                <a:latin typeface="Impact" panose="020B0806030902050204" pitchFamily="34" charset="0"/>
              </a:rPr>
              <a:t>2.8</a:t>
            </a:r>
            <a:endParaRPr lang="zh-CN" altLang="en-US" sz="3600" dirty="0">
              <a:solidFill>
                <a:prstClr val="white"/>
              </a:solidFill>
              <a:latin typeface="Impact" panose="020B0806030902050204" pitchFamily="34" charset="0"/>
            </a:endParaRPr>
          </a:p>
        </p:txBody>
      </p:sp>
      <p:sp>
        <p:nvSpPr>
          <p:cNvPr id="28" name="文本框 27"/>
          <p:cNvSpPr txBox="1"/>
          <p:nvPr/>
        </p:nvSpPr>
        <p:spPr>
          <a:xfrm>
            <a:off x="6066191" y="2796104"/>
            <a:ext cx="692818" cy="646331"/>
          </a:xfrm>
          <a:prstGeom prst="rect">
            <a:avLst/>
          </a:prstGeom>
          <a:noFill/>
        </p:spPr>
        <p:txBody>
          <a:bodyPr wrap="none" rtlCol="0">
            <a:spAutoFit/>
          </a:bodyPr>
          <a:lstStyle/>
          <a:p>
            <a:r>
              <a:rPr lang="en-US" altLang="zh-CN" sz="3600" dirty="0">
                <a:solidFill>
                  <a:prstClr val="white"/>
                </a:solidFill>
                <a:latin typeface="Impact" panose="020B0806030902050204" pitchFamily="34" charset="0"/>
              </a:rPr>
              <a:t>1.8</a:t>
            </a:r>
            <a:endParaRPr lang="zh-CN" altLang="en-US" sz="3600" dirty="0">
              <a:solidFill>
                <a:prstClr val="white"/>
              </a:solidFill>
              <a:latin typeface="Impact" panose="020B0806030902050204" pitchFamily="34" charset="0"/>
            </a:endParaRPr>
          </a:p>
        </p:txBody>
      </p:sp>
      <p:sp>
        <p:nvSpPr>
          <p:cNvPr id="29" name="文本框 28"/>
          <p:cNvSpPr txBox="1"/>
          <p:nvPr/>
        </p:nvSpPr>
        <p:spPr>
          <a:xfrm>
            <a:off x="6999508" y="4893883"/>
            <a:ext cx="732893" cy="646331"/>
          </a:xfrm>
          <a:prstGeom prst="rect">
            <a:avLst/>
          </a:prstGeom>
          <a:noFill/>
        </p:spPr>
        <p:txBody>
          <a:bodyPr wrap="none" rtlCol="0">
            <a:spAutoFit/>
          </a:bodyPr>
          <a:lstStyle/>
          <a:p>
            <a:r>
              <a:rPr lang="en-US" altLang="zh-CN" sz="3600" dirty="0">
                <a:solidFill>
                  <a:prstClr val="white"/>
                </a:solidFill>
                <a:latin typeface="Impact" panose="020B0806030902050204" pitchFamily="34" charset="0"/>
              </a:rPr>
              <a:t>2.4</a:t>
            </a:r>
            <a:endParaRPr lang="zh-CN" altLang="en-US" sz="3600" dirty="0">
              <a:solidFill>
                <a:prstClr val="white"/>
              </a:solidFill>
              <a:latin typeface="Impact" panose="020B0806030902050204" pitchFamily="34" charset="0"/>
            </a:endParaRPr>
          </a:p>
        </p:txBody>
      </p:sp>
      <p:sp>
        <p:nvSpPr>
          <p:cNvPr id="31" name="文本框 30"/>
          <p:cNvSpPr txBox="1"/>
          <p:nvPr/>
        </p:nvSpPr>
        <p:spPr>
          <a:xfrm>
            <a:off x="9679171" y="3844993"/>
            <a:ext cx="731290" cy="646331"/>
          </a:xfrm>
          <a:prstGeom prst="rect">
            <a:avLst/>
          </a:prstGeom>
          <a:noFill/>
        </p:spPr>
        <p:txBody>
          <a:bodyPr wrap="none" rtlCol="0">
            <a:spAutoFit/>
          </a:bodyPr>
          <a:lstStyle/>
          <a:p>
            <a:r>
              <a:rPr lang="en-US" altLang="zh-CN" sz="3600" dirty="0">
                <a:solidFill>
                  <a:prstClr val="white"/>
                </a:solidFill>
                <a:latin typeface="Impact" panose="020B0806030902050204" pitchFamily="34" charset="0"/>
              </a:rPr>
              <a:t>4.4</a:t>
            </a:r>
            <a:endParaRPr lang="zh-CN" altLang="en-US" sz="3600" dirty="0">
              <a:solidFill>
                <a:prstClr val="white"/>
              </a:solidFill>
              <a:latin typeface="Impact" panose="020B0806030902050204" pitchFamily="34" charset="0"/>
            </a:endParaRPr>
          </a:p>
        </p:txBody>
      </p:sp>
      <p:grpSp>
        <p:nvGrpSpPr>
          <p:cNvPr id="32" name="组合 31"/>
          <p:cNvGrpSpPr>
            <a:grpSpLocks noChangeAspect="1"/>
          </p:cNvGrpSpPr>
          <p:nvPr/>
        </p:nvGrpSpPr>
        <p:grpSpPr>
          <a:xfrm>
            <a:off x="2513576" y="2364104"/>
            <a:ext cx="864000" cy="864000"/>
            <a:chOff x="-9180513" y="2478088"/>
            <a:chExt cx="1368425" cy="1368425"/>
          </a:xfrm>
        </p:grpSpPr>
        <p:sp>
          <p:nvSpPr>
            <p:cNvPr id="33" name="Freeform 75"/>
            <p:cNvSpPr>
              <a:spLocks/>
            </p:cNvSpPr>
            <p:nvPr/>
          </p:nvSpPr>
          <p:spPr bwMode="auto">
            <a:xfrm flipH="1">
              <a:off x="-9180513" y="2478088"/>
              <a:ext cx="1368425" cy="1368425"/>
            </a:xfrm>
            <a:custGeom>
              <a:avLst/>
              <a:gdLst>
                <a:gd name="T0" fmla="*/ 528 w 528"/>
                <a:gd name="T1" fmla="*/ 488 h 528"/>
                <a:gd name="T2" fmla="*/ 488 w 528"/>
                <a:gd name="T3" fmla="*/ 528 h 528"/>
                <a:gd name="T4" fmla="*/ 40 w 528"/>
                <a:gd name="T5" fmla="*/ 528 h 528"/>
                <a:gd name="T6" fmla="*/ 0 w 528"/>
                <a:gd name="T7" fmla="*/ 488 h 528"/>
                <a:gd name="T8" fmla="*/ 0 w 528"/>
                <a:gd name="T9" fmla="*/ 40 h 528"/>
                <a:gd name="T10" fmla="*/ 40 w 528"/>
                <a:gd name="T11" fmla="*/ 0 h 528"/>
                <a:gd name="T12" fmla="*/ 488 w 528"/>
                <a:gd name="T13" fmla="*/ 0 h 528"/>
                <a:gd name="T14" fmla="*/ 528 w 528"/>
                <a:gd name="T15" fmla="*/ 40 h 528"/>
                <a:gd name="T16" fmla="*/ 528 w 528"/>
                <a:gd name="T17" fmla="*/ 488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8" h="528">
                  <a:moveTo>
                    <a:pt x="528" y="488"/>
                  </a:moveTo>
                  <a:cubicBezTo>
                    <a:pt x="528" y="510"/>
                    <a:pt x="510" y="528"/>
                    <a:pt x="488" y="528"/>
                  </a:cubicBezTo>
                  <a:cubicBezTo>
                    <a:pt x="40" y="528"/>
                    <a:pt x="40" y="528"/>
                    <a:pt x="40" y="528"/>
                  </a:cubicBezTo>
                  <a:cubicBezTo>
                    <a:pt x="18" y="528"/>
                    <a:pt x="0" y="510"/>
                    <a:pt x="0" y="488"/>
                  </a:cubicBezTo>
                  <a:cubicBezTo>
                    <a:pt x="0" y="40"/>
                    <a:pt x="0" y="40"/>
                    <a:pt x="0" y="40"/>
                  </a:cubicBezTo>
                  <a:cubicBezTo>
                    <a:pt x="0" y="18"/>
                    <a:pt x="18" y="0"/>
                    <a:pt x="40" y="0"/>
                  </a:cubicBezTo>
                  <a:cubicBezTo>
                    <a:pt x="488" y="0"/>
                    <a:pt x="488" y="0"/>
                    <a:pt x="488" y="0"/>
                  </a:cubicBezTo>
                  <a:cubicBezTo>
                    <a:pt x="510" y="0"/>
                    <a:pt x="528" y="18"/>
                    <a:pt x="528" y="40"/>
                  </a:cubicBezTo>
                  <a:cubicBezTo>
                    <a:pt x="528" y="488"/>
                    <a:pt x="528" y="488"/>
                    <a:pt x="528" y="488"/>
                  </a:cubicBezTo>
                </a:path>
              </a:pathLst>
            </a:custGeom>
            <a:solidFill>
              <a:srgbClr val="E465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a:solidFill>
                  <a:sysClr val="windowText" lastClr="000000"/>
                </a:solidFill>
                <a:ea typeface="宋体"/>
              </a:endParaRPr>
            </a:p>
          </p:txBody>
        </p:sp>
        <p:sp>
          <p:nvSpPr>
            <p:cNvPr id="34" name="Freeform 76"/>
            <p:cNvSpPr>
              <a:spLocks/>
            </p:cNvSpPr>
            <p:nvPr/>
          </p:nvSpPr>
          <p:spPr bwMode="auto">
            <a:xfrm flipH="1">
              <a:off x="-8836026" y="2809875"/>
              <a:ext cx="1023938" cy="1036638"/>
            </a:xfrm>
            <a:custGeom>
              <a:avLst/>
              <a:gdLst>
                <a:gd name="T0" fmla="*/ 352 w 395"/>
                <a:gd name="T1" fmla="*/ 0 h 400"/>
                <a:gd name="T2" fmla="*/ 319 w 395"/>
                <a:gd name="T3" fmla="*/ 33 h 400"/>
                <a:gd name="T4" fmla="*/ 188 w 395"/>
                <a:gd name="T5" fmla="*/ 35 h 400"/>
                <a:gd name="T6" fmla="*/ 161 w 395"/>
                <a:gd name="T7" fmla="*/ 7 h 400"/>
                <a:gd name="T8" fmla="*/ 133 w 395"/>
                <a:gd name="T9" fmla="*/ 5 h 400"/>
                <a:gd name="T10" fmla="*/ 0 w 395"/>
                <a:gd name="T11" fmla="*/ 138 h 400"/>
                <a:gd name="T12" fmla="*/ 0 w 395"/>
                <a:gd name="T13" fmla="*/ 360 h 400"/>
                <a:gd name="T14" fmla="*/ 40 w 395"/>
                <a:gd name="T15" fmla="*/ 400 h 400"/>
                <a:gd name="T16" fmla="*/ 247 w 395"/>
                <a:gd name="T17" fmla="*/ 400 h 400"/>
                <a:gd name="T18" fmla="*/ 395 w 395"/>
                <a:gd name="T19" fmla="*/ 251 h 400"/>
                <a:gd name="T20" fmla="*/ 386 w 395"/>
                <a:gd name="T21" fmla="*/ 189 h 400"/>
                <a:gd name="T22" fmla="*/ 387 w 395"/>
                <a:gd name="T23" fmla="*/ 8 h 400"/>
                <a:gd name="T24" fmla="*/ 352 w 395"/>
                <a:gd name="T25" fmla="*/ 0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5" h="400">
                  <a:moveTo>
                    <a:pt x="352" y="0"/>
                  </a:moveTo>
                  <a:cubicBezTo>
                    <a:pt x="319" y="33"/>
                    <a:pt x="319" y="33"/>
                    <a:pt x="319" y="33"/>
                  </a:cubicBezTo>
                  <a:cubicBezTo>
                    <a:pt x="188" y="35"/>
                    <a:pt x="188" y="35"/>
                    <a:pt x="188" y="35"/>
                  </a:cubicBezTo>
                  <a:cubicBezTo>
                    <a:pt x="161" y="7"/>
                    <a:pt x="161" y="7"/>
                    <a:pt x="161" y="7"/>
                  </a:cubicBezTo>
                  <a:cubicBezTo>
                    <a:pt x="133" y="5"/>
                    <a:pt x="133" y="5"/>
                    <a:pt x="133" y="5"/>
                  </a:cubicBezTo>
                  <a:cubicBezTo>
                    <a:pt x="0" y="138"/>
                    <a:pt x="0" y="138"/>
                    <a:pt x="0" y="138"/>
                  </a:cubicBezTo>
                  <a:cubicBezTo>
                    <a:pt x="0" y="360"/>
                    <a:pt x="0" y="360"/>
                    <a:pt x="0" y="360"/>
                  </a:cubicBezTo>
                  <a:cubicBezTo>
                    <a:pt x="0" y="382"/>
                    <a:pt x="18" y="400"/>
                    <a:pt x="40" y="400"/>
                  </a:cubicBezTo>
                  <a:cubicBezTo>
                    <a:pt x="247" y="400"/>
                    <a:pt x="247" y="400"/>
                    <a:pt x="247" y="400"/>
                  </a:cubicBezTo>
                  <a:cubicBezTo>
                    <a:pt x="395" y="251"/>
                    <a:pt x="395" y="251"/>
                    <a:pt x="395" y="251"/>
                  </a:cubicBezTo>
                  <a:cubicBezTo>
                    <a:pt x="386" y="189"/>
                    <a:pt x="386" y="189"/>
                    <a:pt x="386" y="189"/>
                  </a:cubicBezTo>
                  <a:cubicBezTo>
                    <a:pt x="387" y="8"/>
                    <a:pt x="387" y="8"/>
                    <a:pt x="387" y="8"/>
                  </a:cubicBezTo>
                  <a:cubicBezTo>
                    <a:pt x="352" y="0"/>
                    <a:pt x="352" y="0"/>
                    <a:pt x="352" y="0"/>
                  </a:cubicBezTo>
                </a:path>
              </a:pathLst>
            </a:custGeom>
            <a:solidFill>
              <a:srgbClr val="A647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a:solidFill>
                  <a:sysClr val="windowText" lastClr="000000"/>
                </a:solidFill>
                <a:ea typeface="宋体"/>
              </a:endParaRPr>
            </a:p>
          </p:txBody>
        </p:sp>
        <p:sp>
          <p:nvSpPr>
            <p:cNvPr id="35" name="Freeform 77"/>
            <p:cNvSpPr>
              <a:spLocks noEditPoints="1"/>
            </p:cNvSpPr>
            <p:nvPr/>
          </p:nvSpPr>
          <p:spPr bwMode="auto">
            <a:xfrm flipH="1">
              <a:off x="-8848726" y="2809875"/>
              <a:ext cx="704850" cy="663575"/>
            </a:xfrm>
            <a:custGeom>
              <a:avLst/>
              <a:gdLst>
                <a:gd name="T0" fmla="*/ 224 w 272"/>
                <a:gd name="T1" fmla="*/ 0 h 256"/>
                <a:gd name="T2" fmla="*/ 208 w 272"/>
                <a:gd name="T3" fmla="*/ 24 h 256"/>
                <a:gd name="T4" fmla="*/ 48 w 272"/>
                <a:gd name="T5" fmla="*/ 8 h 256"/>
                <a:gd name="T6" fmla="*/ 16 w 272"/>
                <a:gd name="T7" fmla="*/ 0 h 256"/>
                <a:gd name="T8" fmla="*/ 0 w 272"/>
                <a:gd name="T9" fmla="*/ 240 h 256"/>
                <a:gd name="T10" fmla="*/ 48 w 272"/>
                <a:gd name="T11" fmla="*/ 256 h 256"/>
                <a:gd name="T12" fmla="*/ 64 w 272"/>
                <a:gd name="T13" fmla="*/ 232 h 256"/>
                <a:gd name="T14" fmla="*/ 224 w 272"/>
                <a:gd name="T15" fmla="*/ 248 h 256"/>
                <a:gd name="T16" fmla="*/ 256 w 272"/>
                <a:gd name="T17" fmla="*/ 256 h 256"/>
                <a:gd name="T18" fmla="*/ 272 w 272"/>
                <a:gd name="T19" fmla="*/ 16 h 256"/>
                <a:gd name="T20" fmla="*/ 32 w 272"/>
                <a:gd name="T21" fmla="*/ 248 h 256"/>
                <a:gd name="T22" fmla="*/ 16 w 272"/>
                <a:gd name="T23" fmla="*/ 232 h 256"/>
                <a:gd name="T24" fmla="*/ 32 w 272"/>
                <a:gd name="T25" fmla="*/ 248 h 256"/>
                <a:gd name="T26" fmla="*/ 16 w 272"/>
                <a:gd name="T27" fmla="*/ 216 h 256"/>
                <a:gd name="T28" fmla="*/ 32 w 272"/>
                <a:gd name="T29" fmla="*/ 200 h 256"/>
                <a:gd name="T30" fmla="*/ 32 w 272"/>
                <a:gd name="T31" fmla="*/ 184 h 256"/>
                <a:gd name="T32" fmla="*/ 16 w 272"/>
                <a:gd name="T33" fmla="*/ 168 h 256"/>
                <a:gd name="T34" fmla="*/ 32 w 272"/>
                <a:gd name="T35" fmla="*/ 184 h 256"/>
                <a:gd name="T36" fmla="*/ 16 w 272"/>
                <a:gd name="T37" fmla="*/ 152 h 256"/>
                <a:gd name="T38" fmla="*/ 32 w 272"/>
                <a:gd name="T39" fmla="*/ 136 h 256"/>
                <a:gd name="T40" fmla="*/ 32 w 272"/>
                <a:gd name="T41" fmla="*/ 120 h 256"/>
                <a:gd name="T42" fmla="*/ 16 w 272"/>
                <a:gd name="T43" fmla="*/ 104 h 256"/>
                <a:gd name="T44" fmla="*/ 32 w 272"/>
                <a:gd name="T45" fmla="*/ 120 h 256"/>
                <a:gd name="T46" fmla="*/ 16 w 272"/>
                <a:gd name="T47" fmla="*/ 88 h 256"/>
                <a:gd name="T48" fmla="*/ 32 w 272"/>
                <a:gd name="T49" fmla="*/ 72 h 256"/>
                <a:gd name="T50" fmla="*/ 32 w 272"/>
                <a:gd name="T51" fmla="*/ 56 h 256"/>
                <a:gd name="T52" fmla="*/ 16 w 272"/>
                <a:gd name="T53" fmla="*/ 40 h 256"/>
                <a:gd name="T54" fmla="*/ 32 w 272"/>
                <a:gd name="T55" fmla="*/ 56 h 256"/>
                <a:gd name="T56" fmla="*/ 16 w 272"/>
                <a:gd name="T57" fmla="*/ 24 h 256"/>
                <a:gd name="T58" fmla="*/ 32 w 272"/>
                <a:gd name="T59" fmla="*/ 8 h 256"/>
                <a:gd name="T60" fmla="*/ 224 w 272"/>
                <a:gd name="T61" fmla="*/ 200 h 256"/>
                <a:gd name="T62" fmla="*/ 64 w 272"/>
                <a:gd name="T63" fmla="*/ 216 h 256"/>
                <a:gd name="T64" fmla="*/ 48 w 272"/>
                <a:gd name="T65" fmla="*/ 56 h 256"/>
                <a:gd name="T66" fmla="*/ 208 w 272"/>
                <a:gd name="T67" fmla="*/ 40 h 256"/>
                <a:gd name="T68" fmla="*/ 224 w 272"/>
                <a:gd name="T69" fmla="*/ 200 h 256"/>
                <a:gd name="T70" fmla="*/ 240 w 272"/>
                <a:gd name="T71" fmla="*/ 248 h 256"/>
                <a:gd name="T72" fmla="*/ 256 w 272"/>
                <a:gd name="T73" fmla="*/ 232 h 256"/>
                <a:gd name="T74" fmla="*/ 256 w 272"/>
                <a:gd name="T75" fmla="*/ 216 h 256"/>
                <a:gd name="T76" fmla="*/ 240 w 272"/>
                <a:gd name="T77" fmla="*/ 200 h 256"/>
                <a:gd name="T78" fmla="*/ 256 w 272"/>
                <a:gd name="T79" fmla="*/ 216 h 256"/>
                <a:gd name="T80" fmla="*/ 240 w 272"/>
                <a:gd name="T81" fmla="*/ 184 h 256"/>
                <a:gd name="T82" fmla="*/ 256 w 272"/>
                <a:gd name="T83" fmla="*/ 168 h 256"/>
                <a:gd name="T84" fmla="*/ 256 w 272"/>
                <a:gd name="T85" fmla="*/ 152 h 256"/>
                <a:gd name="T86" fmla="*/ 240 w 272"/>
                <a:gd name="T87" fmla="*/ 136 h 256"/>
                <a:gd name="T88" fmla="*/ 256 w 272"/>
                <a:gd name="T89" fmla="*/ 152 h 256"/>
                <a:gd name="T90" fmla="*/ 240 w 272"/>
                <a:gd name="T91" fmla="*/ 120 h 256"/>
                <a:gd name="T92" fmla="*/ 256 w 272"/>
                <a:gd name="T93" fmla="*/ 104 h 256"/>
                <a:gd name="T94" fmla="*/ 256 w 272"/>
                <a:gd name="T95" fmla="*/ 88 h 256"/>
                <a:gd name="T96" fmla="*/ 240 w 272"/>
                <a:gd name="T97" fmla="*/ 72 h 256"/>
                <a:gd name="T98" fmla="*/ 256 w 272"/>
                <a:gd name="T99" fmla="*/ 88 h 256"/>
                <a:gd name="T100" fmla="*/ 240 w 272"/>
                <a:gd name="T101" fmla="*/ 56 h 256"/>
                <a:gd name="T102" fmla="*/ 256 w 272"/>
                <a:gd name="T103" fmla="*/ 40 h 256"/>
                <a:gd name="T104" fmla="*/ 256 w 272"/>
                <a:gd name="T105" fmla="*/ 24 h 256"/>
                <a:gd name="T106" fmla="*/ 240 w 272"/>
                <a:gd name="T107" fmla="*/ 8 h 256"/>
                <a:gd name="T108" fmla="*/ 256 w 272"/>
                <a:gd name="T109" fmla="*/ 24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2" h="256">
                  <a:moveTo>
                    <a:pt x="256" y="0"/>
                  </a:moveTo>
                  <a:cubicBezTo>
                    <a:pt x="224" y="0"/>
                    <a:pt x="224" y="0"/>
                    <a:pt x="224" y="0"/>
                  </a:cubicBezTo>
                  <a:cubicBezTo>
                    <a:pt x="224" y="8"/>
                    <a:pt x="224" y="8"/>
                    <a:pt x="224" y="8"/>
                  </a:cubicBezTo>
                  <a:cubicBezTo>
                    <a:pt x="224" y="17"/>
                    <a:pt x="217" y="24"/>
                    <a:pt x="208" y="24"/>
                  </a:cubicBezTo>
                  <a:cubicBezTo>
                    <a:pt x="64" y="24"/>
                    <a:pt x="64" y="24"/>
                    <a:pt x="64" y="24"/>
                  </a:cubicBezTo>
                  <a:cubicBezTo>
                    <a:pt x="55" y="24"/>
                    <a:pt x="48" y="17"/>
                    <a:pt x="48" y="8"/>
                  </a:cubicBezTo>
                  <a:cubicBezTo>
                    <a:pt x="48" y="0"/>
                    <a:pt x="48" y="0"/>
                    <a:pt x="48" y="0"/>
                  </a:cubicBezTo>
                  <a:cubicBezTo>
                    <a:pt x="16" y="0"/>
                    <a:pt x="16" y="0"/>
                    <a:pt x="16" y="0"/>
                  </a:cubicBezTo>
                  <a:cubicBezTo>
                    <a:pt x="7" y="0"/>
                    <a:pt x="0" y="7"/>
                    <a:pt x="0" y="16"/>
                  </a:cubicBezTo>
                  <a:cubicBezTo>
                    <a:pt x="0" y="240"/>
                    <a:pt x="0" y="240"/>
                    <a:pt x="0" y="240"/>
                  </a:cubicBezTo>
                  <a:cubicBezTo>
                    <a:pt x="0" y="249"/>
                    <a:pt x="7" y="256"/>
                    <a:pt x="16" y="256"/>
                  </a:cubicBezTo>
                  <a:cubicBezTo>
                    <a:pt x="48" y="256"/>
                    <a:pt x="48" y="256"/>
                    <a:pt x="48" y="256"/>
                  </a:cubicBezTo>
                  <a:cubicBezTo>
                    <a:pt x="48" y="248"/>
                    <a:pt x="48" y="248"/>
                    <a:pt x="48" y="248"/>
                  </a:cubicBezTo>
                  <a:cubicBezTo>
                    <a:pt x="48" y="239"/>
                    <a:pt x="55" y="232"/>
                    <a:pt x="64" y="232"/>
                  </a:cubicBezTo>
                  <a:cubicBezTo>
                    <a:pt x="208" y="232"/>
                    <a:pt x="208" y="232"/>
                    <a:pt x="208" y="232"/>
                  </a:cubicBezTo>
                  <a:cubicBezTo>
                    <a:pt x="217" y="232"/>
                    <a:pt x="224" y="239"/>
                    <a:pt x="224" y="248"/>
                  </a:cubicBezTo>
                  <a:cubicBezTo>
                    <a:pt x="224" y="256"/>
                    <a:pt x="224" y="256"/>
                    <a:pt x="224" y="256"/>
                  </a:cubicBezTo>
                  <a:cubicBezTo>
                    <a:pt x="256" y="256"/>
                    <a:pt x="256" y="256"/>
                    <a:pt x="256" y="256"/>
                  </a:cubicBezTo>
                  <a:cubicBezTo>
                    <a:pt x="265" y="256"/>
                    <a:pt x="272" y="249"/>
                    <a:pt x="272" y="240"/>
                  </a:cubicBezTo>
                  <a:cubicBezTo>
                    <a:pt x="272" y="16"/>
                    <a:pt x="272" y="16"/>
                    <a:pt x="272" y="16"/>
                  </a:cubicBezTo>
                  <a:cubicBezTo>
                    <a:pt x="272" y="7"/>
                    <a:pt x="265" y="0"/>
                    <a:pt x="256" y="0"/>
                  </a:cubicBezTo>
                  <a:close/>
                  <a:moveTo>
                    <a:pt x="32" y="248"/>
                  </a:moveTo>
                  <a:cubicBezTo>
                    <a:pt x="16" y="248"/>
                    <a:pt x="16" y="248"/>
                    <a:pt x="16" y="248"/>
                  </a:cubicBezTo>
                  <a:cubicBezTo>
                    <a:pt x="16" y="232"/>
                    <a:pt x="16" y="232"/>
                    <a:pt x="16" y="232"/>
                  </a:cubicBezTo>
                  <a:cubicBezTo>
                    <a:pt x="32" y="232"/>
                    <a:pt x="32" y="232"/>
                    <a:pt x="32" y="232"/>
                  </a:cubicBezTo>
                  <a:lnTo>
                    <a:pt x="32" y="248"/>
                  </a:lnTo>
                  <a:close/>
                  <a:moveTo>
                    <a:pt x="32" y="216"/>
                  </a:moveTo>
                  <a:cubicBezTo>
                    <a:pt x="16" y="216"/>
                    <a:pt x="16" y="216"/>
                    <a:pt x="16" y="216"/>
                  </a:cubicBezTo>
                  <a:cubicBezTo>
                    <a:pt x="16" y="200"/>
                    <a:pt x="16" y="200"/>
                    <a:pt x="16" y="200"/>
                  </a:cubicBezTo>
                  <a:cubicBezTo>
                    <a:pt x="32" y="200"/>
                    <a:pt x="32" y="200"/>
                    <a:pt x="32" y="200"/>
                  </a:cubicBezTo>
                  <a:lnTo>
                    <a:pt x="32" y="216"/>
                  </a:lnTo>
                  <a:close/>
                  <a:moveTo>
                    <a:pt x="32" y="184"/>
                  </a:moveTo>
                  <a:cubicBezTo>
                    <a:pt x="16" y="184"/>
                    <a:pt x="16" y="184"/>
                    <a:pt x="16" y="184"/>
                  </a:cubicBezTo>
                  <a:cubicBezTo>
                    <a:pt x="16" y="168"/>
                    <a:pt x="16" y="168"/>
                    <a:pt x="16" y="168"/>
                  </a:cubicBezTo>
                  <a:cubicBezTo>
                    <a:pt x="32" y="168"/>
                    <a:pt x="32" y="168"/>
                    <a:pt x="32" y="168"/>
                  </a:cubicBezTo>
                  <a:lnTo>
                    <a:pt x="32" y="184"/>
                  </a:lnTo>
                  <a:close/>
                  <a:moveTo>
                    <a:pt x="32" y="152"/>
                  </a:moveTo>
                  <a:cubicBezTo>
                    <a:pt x="16" y="152"/>
                    <a:pt x="16" y="152"/>
                    <a:pt x="16" y="152"/>
                  </a:cubicBezTo>
                  <a:cubicBezTo>
                    <a:pt x="16" y="136"/>
                    <a:pt x="16" y="136"/>
                    <a:pt x="16" y="136"/>
                  </a:cubicBezTo>
                  <a:cubicBezTo>
                    <a:pt x="32" y="136"/>
                    <a:pt x="32" y="136"/>
                    <a:pt x="32" y="136"/>
                  </a:cubicBezTo>
                  <a:lnTo>
                    <a:pt x="32" y="152"/>
                  </a:lnTo>
                  <a:close/>
                  <a:moveTo>
                    <a:pt x="32" y="120"/>
                  </a:moveTo>
                  <a:cubicBezTo>
                    <a:pt x="16" y="120"/>
                    <a:pt x="16" y="120"/>
                    <a:pt x="16" y="120"/>
                  </a:cubicBezTo>
                  <a:cubicBezTo>
                    <a:pt x="16" y="104"/>
                    <a:pt x="16" y="104"/>
                    <a:pt x="16" y="104"/>
                  </a:cubicBezTo>
                  <a:cubicBezTo>
                    <a:pt x="32" y="104"/>
                    <a:pt x="32" y="104"/>
                    <a:pt x="32" y="104"/>
                  </a:cubicBezTo>
                  <a:lnTo>
                    <a:pt x="32" y="120"/>
                  </a:lnTo>
                  <a:close/>
                  <a:moveTo>
                    <a:pt x="32" y="88"/>
                  </a:moveTo>
                  <a:cubicBezTo>
                    <a:pt x="16" y="88"/>
                    <a:pt x="16" y="88"/>
                    <a:pt x="16" y="88"/>
                  </a:cubicBezTo>
                  <a:cubicBezTo>
                    <a:pt x="16" y="72"/>
                    <a:pt x="16" y="72"/>
                    <a:pt x="16" y="72"/>
                  </a:cubicBezTo>
                  <a:cubicBezTo>
                    <a:pt x="32" y="72"/>
                    <a:pt x="32" y="72"/>
                    <a:pt x="32" y="72"/>
                  </a:cubicBezTo>
                  <a:lnTo>
                    <a:pt x="32" y="88"/>
                  </a:lnTo>
                  <a:close/>
                  <a:moveTo>
                    <a:pt x="32" y="56"/>
                  </a:moveTo>
                  <a:cubicBezTo>
                    <a:pt x="16" y="56"/>
                    <a:pt x="16" y="56"/>
                    <a:pt x="16" y="56"/>
                  </a:cubicBezTo>
                  <a:cubicBezTo>
                    <a:pt x="16" y="40"/>
                    <a:pt x="16" y="40"/>
                    <a:pt x="16" y="40"/>
                  </a:cubicBezTo>
                  <a:cubicBezTo>
                    <a:pt x="32" y="40"/>
                    <a:pt x="32" y="40"/>
                    <a:pt x="32" y="40"/>
                  </a:cubicBezTo>
                  <a:lnTo>
                    <a:pt x="32" y="56"/>
                  </a:lnTo>
                  <a:close/>
                  <a:moveTo>
                    <a:pt x="32" y="24"/>
                  </a:moveTo>
                  <a:cubicBezTo>
                    <a:pt x="16" y="24"/>
                    <a:pt x="16" y="24"/>
                    <a:pt x="16" y="24"/>
                  </a:cubicBezTo>
                  <a:cubicBezTo>
                    <a:pt x="16" y="8"/>
                    <a:pt x="16" y="8"/>
                    <a:pt x="16" y="8"/>
                  </a:cubicBezTo>
                  <a:cubicBezTo>
                    <a:pt x="32" y="8"/>
                    <a:pt x="32" y="8"/>
                    <a:pt x="32" y="8"/>
                  </a:cubicBezTo>
                  <a:lnTo>
                    <a:pt x="32" y="24"/>
                  </a:lnTo>
                  <a:close/>
                  <a:moveTo>
                    <a:pt x="224" y="200"/>
                  </a:moveTo>
                  <a:cubicBezTo>
                    <a:pt x="224" y="209"/>
                    <a:pt x="217" y="216"/>
                    <a:pt x="208" y="216"/>
                  </a:cubicBezTo>
                  <a:cubicBezTo>
                    <a:pt x="64" y="216"/>
                    <a:pt x="64" y="216"/>
                    <a:pt x="64" y="216"/>
                  </a:cubicBezTo>
                  <a:cubicBezTo>
                    <a:pt x="55" y="216"/>
                    <a:pt x="48" y="209"/>
                    <a:pt x="48" y="200"/>
                  </a:cubicBezTo>
                  <a:cubicBezTo>
                    <a:pt x="48" y="56"/>
                    <a:pt x="48" y="56"/>
                    <a:pt x="48" y="56"/>
                  </a:cubicBezTo>
                  <a:cubicBezTo>
                    <a:pt x="48" y="47"/>
                    <a:pt x="55" y="40"/>
                    <a:pt x="64" y="40"/>
                  </a:cubicBezTo>
                  <a:cubicBezTo>
                    <a:pt x="208" y="40"/>
                    <a:pt x="208" y="40"/>
                    <a:pt x="208" y="40"/>
                  </a:cubicBezTo>
                  <a:cubicBezTo>
                    <a:pt x="217" y="40"/>
                    <a:pt x="224" y="47"/>
                    <a:pt x="224" y="56"/>
                  </a:cubicBezTo>
                  <a:lnTo>
                    <a:pt x="224" y="200"/>
                  </a:lnTo>
                  <a:close/>
                  <a:moveTo>
                    <a:pt x="256" y="248"/>
                  </a:moveTo>
                  <a:cubicBezTo>
                    <a:pt x="240" y="248"/>
                    <a:pt x="240" y="248"/>
                    <a:pt x="240" y="248"/>
                  </a:cubicBezTo>
                  <a:cubicBezTo>
                    <a:pt x="240" y="232"/>
                    <a:pt x="240" y="232"/>
                    <a:pt x="240" y="232"/>
                  </a:cubicBezTo>
                  <a:cubicBezTo>
                    <a:pt x="256" y="232"/>
                    <a:pt x="256" y="232"/>
                    <a:pt x="256" y="232"/>
                  </a:cubicBezTo>
                  <a:lnTo>
                    <a:pt x="256" y="248"/>
                  </a:lnTo>
                  <a:close/>
                  <a:moveTo>
                    <a:pt x="256" y="216"/>
                  </a:moveTo>
                  <a:cubicBezTo>
                    <a:pt x="240" y="216"/>
                    <a:pt x="240" y="216"/>
                    <a:pt x="240" y="216"/>
                  </a:cubicBezTo>
                  <a:cubicBezTo>
                    <a:pt x="240" y="200"/>
                    <a:pt x="240" y="200"/>
                    <a:pt x="240" y="200"/>
                  </a:cubicBezTo>
                  <a:cubicBezTo>
                    <a:pt x="256" y="200"/>
                    <a:pt x="256" y="200"/>
                    <a:pt x="256" y="200"/>
                  </a:cubicBezTo>
                  <a:lnTo>
                    <a:pt x="256" y="216"/>
                  </a:lnTo>
                  <a:close/>
                  <a:moveTo>
                    <a:pt x="256" y="184"/>
                  </a:moveTo>
                  <a:cubicBezTo>
                    <a:pt x="240" y="184"/>
                    <a:pt x="240" y="184"/>
                    <a:pt x="240" y="184"/>
                  </a:cubicBezTo>
                  <a:cubicBezTo>
                    <a:pt x="240" y="168"/>
                    <a:pt x="240" y="168"/>
                    <a:pt x="240" y="168"/>
                  </a:cubicBezTo>
                  <a:cubicBezTo>
                    <a:pt x="256" y="168"/>
                    <a:pt x="256" y="168"/>
                    <a:pt x="256" y="168"/>
                  </a:cubicBezTo>
                  <a:lnTo>
                    <a:pt x="256" y="184"/>
                  </a:lnTo>
                  <a:close/>
                  <a:moveTo>
                    <a:pt x="256" y="152"/>
                  </a:moveTo>
                  <a:cubicBezTo>
                    <a:pt x="240" y="152"/>
                    <a:pt x="240" y="152"/>
                    <a:pt x="240" y="152"/>
                  </a:cubicBezTo>
                  <a:cubicBezTo>
                    <a:pt x="240" y="136"/>
                    <a:pt x="240" y="136"/>
                    <a:pt x="240" y="136"/>
                  </a:cubicBezTo>
                  <a:cubicBezTo>
                    <a:pt x="256" y="136"/>
                    <a:pt x="256" y="136"/>
                    <a:pt x="256" y="136"/>
                  </a:cubicBezTo>
                  <a:lnTo>
                    <a:pt x="256" y="152"/>
                  </a:lnTo>
                  <a:close/>
                  <a:moveTo>
                    <a:pt x="256" y="120"/>
                  </a:moveTo>
                  <a:cubicBezTo>
                    <a:pt x="240" y="120"/>
                    <a:pt x="240" y="120"/>
                    <a:pt x="240" y="120"/>
                  </a:cubicBezTo>
                  <a:cubicBezTo>
                    <a:pt x="240" y="104"/>
                    <a:pt x="240" y="104"/>
                    <a:pt x="240" y="104"/>
                  </a:cubicBezTo>
                  <a:cubicBezTo>
                    <a:pt x="256" y="104"/>
                    <a:pt x="256" y="104"/>
                    <a:pt x="256" y="104"/>
                  </a:cubicBezTo>
                  <a:lnTo>
                    <a:pt x="256" y="120"/>
                  </a:lnTo>
                  <a:close/>
                  <a:moveTo>
                    <a:pt x="256" y="88"/>
                  </a:moveTo>
                  <a:cubicBezTo>
                    <a:pt x="240" y="88"/>
                    <a:pt x="240" y="88"/>
                    <a:pt x="240" y="88"/>
                  </a:cubicBezTo>
                  <a:cubicBezTo>
                    <a:pt x="240" y="72"/>
                    <a:pt x="240" y="72"/>
                    <a:pt x="240" y="72"/>
                  </a:cubicBezTo>
                  <a:cubicBezTo>
                    <a:pt x="256" y="72"/>
                    <a:pt x="256" y="72"/>
                    <a:pt x="256" y="72"/>
                  </a:cubicBezTo>
                  <a:lnTo>
                    <a:pt x="256" y="88"/>
                  </a:lnTo>
                  <a:close/>
                  <a:moveTo>
                    <a:pt x="256" y="56"/>
                  </a:moveTo>
                  <a:cubicBezTo>
                    <a:pt x="240" y="56"/>
                    <a:pt x="240" y="56"/>
                    <a:pt x="240" y="56"/>
                  </a:cubicBezTo>
                  <a:cubicBezTo>
                    <a:pt x="240" y="40"/>
                    <a:pt x="240" y="40"/>
                    <a:pt x="240" y="40"/>
                  </a:cubicBezTo>
                  <a:cubicBezTo>
                    <a:pt x="256" y="40"/>
                    <a:pt x="256" y="40"/>
                    <a:pt x="256" y="40"/>
                  </a:cubicBezTo>
                  <a:lnTo>
                    <a:pt x="256" y="56"/>
                  </a:lnTo>
                  <a:close/>
                  <a:moveTo>
                    <a:pt x="256" y="24"/>
                  </a:moveTo>
                  <a:cubicBezTo>
                    <a:pt x="240" y="24"/>
                    <a:pt x="240" y="24"/>
                    <a:pt x="240" y="24"/>
                  </a:cubicBezTo>
                  <a:cubicBezTo>
                    <a:pt x="240" y="8"/>
                    <a:pt x="240" y="8"/>
                    <a:pt x="240" y="8"/>
                  </a:cubicBezTo>
                  <a:cubicBezTo>
                    <a:pt x="256" y="8"/>
                    <a:pt x="256" y="8"/>
                    <a:pt x="256" y="8"/>
                  </a:cubicBezTo>
                  <a:lnTo>
                    <a:pt x="256"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a:solidFill>
                  <a:sysClr val="windowText" lastClr="000000"/>
                </a:solidFill>
                <a:ea typeface="宋体"/>
              </a:endParaRPr>
            </a:p>
          </p:txBody>
        </p:sp>
      </p:grpSp>
      <p:grpSp>
        <p:nvGrpSpPr>
          <p:cNvPr id="36" name="组合 35"/>
          <p:cNvGrpSpPr>
            <a:grpSpLocks noChangeAspect="1"/>
          </p:cNvGrpSpPr>
          <p:nvPr/>
        </p:nvGrpSpPr>
        <p:grpSpPr>
          <a:xfrm flipH="1">
            <a:off x="2513923" y="3422807"/>
            <a:ext cx="863307" cy="864000"/>
            <a:chOff x="-3592512" y="-1284288"/>
            <a:chExt cx="1979613" cy="1981201"/>
          </a:xfrm>
        </p:grpSpPr>
        <p:sp>
          <p:nvSpPr>
            <p:cNvPr id="37" name="Freeform 113"/>
            <p:cNvSpPr>
              <a:spLocks/>
            </p:cNvSpPr>
            <p:nvPr/>
          </p:nvSpPr>
          <p:spPr bwMode="auto">
            <a:xfrm>
              <a:off x="-3592512" y="-1284288"/>
              <a:ext cx="1979613" cy="1981201"/>
            </a:xfrm>
            <a:custGeom>
              <a:avLst/>
              <a:gdLst>
                <a:gd name="T0" fmla="*/ 528 w 528"/>
                <a:gd name="T1" fmla="*/ 488 h 528"/>
                <a:gd name="T2" fmla="*/ 488 w 528"/>
                <a:gd name="T3" fmla="*/ 528 h 528"/>
                <a:gd name="T4" fmla="*/ 40 w 528"/>
                <a:gd name="T5" fmla="*/ 528 h 528"/>
                <a:gd name="T6" fmla="*/ 0 w 528"/>
                <a:gd name="T7" fmla="*/ 488 h 528"/>
                <a:gd name="T8" fmla="*/ 0 w 528"/>
                <a:gd name="T9" fmla="*/ 40 h 528"/>
                <a:gd name="T10" fmla="*/ 40 w 528"/>
                <a:gd name="T11" fmla="*/ 0 h 528"/>
                <a:gd name="T12" fmla="*/ 488 w 528"/>
                <a:gd name="T13" fmla="*/ 0 h 528"/>
                <a:gd name="T14" fmla="*/ 528 w 528"/>
                <a:gd name="T15" fmla="*/ 40 h 528"/>
                <a:gd name="T16" fmla="*/ 528 w 528"/>
                <a:gd name="T17" fmla="*/ 488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8" h="528">
                  <a:moveTo>
                    <a:pt x="528" y="488"/>
                  </a:moveTo>
                  <a:cubicBezTo>
                    <a:pt x="528" y="510"/>
                    <a:pt x="510" y="528"/>
                    <a:pt x="488" y="528"/>
                  </a:cubicBezTo>
                  <a:cubicBezTo>
                    <a:pt x="40" y="528"/>
                    <a:pt x="40" y="528"/>
                    <a:pt x="40" y="528"/>
                  </a:cubicBezTo>
                  <a:cubicBezTo>
                    <a:pt x="18" y="528"/>
                    <a:pt x="0" y="510"/>
                    <a:pt x="0" y="488"/>
                  </a:cubicBezTo>
                  <a:cubicBezTo>
                    <a:pt x="0" y="40"/>
                    <a:pt x="0" y="40"/>
                    <a:pt x="0" y="40"/>
                  </a:cubicBezTo>
                  <a:cubicBezTo>
                    <a:pt x="0" y="18"/>
                    <a:pt x="18" y="0"/>
                    <a:pt x="40" y="0"/>
                  </a:cubicBezTo>
                  <a:cubicBezTo>
                    <a:pt x="488" y="0"/>
                    <a:pt x="488" y="0"/>
                    <a:pt x="488" y="0"/>
                  </a:cubicBezTo>
                  <a:cubicBezTo>
                    <a:pt x="510" y="0"/>
                    <a:pt x="528" y="18"/>
                    <a:pt x="528" y="40"/>
                  </a:cubicBezTo>
                  <a:cubicBezTo>
                    <a:pt x="528" y="488"/>
                    <a:pt x="528" y="488"/>
                    <a:pt x="528" y="488"/>
                  </a:cubicBezTo>
                </a:path>
              </a:pathLst>
            </a:custGeom>
            <a:solidFill>
              <a:srgbClr val="A1B9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a:solidFill>
                  <a:sysClr val="windowText" lastClr="000000"/>
                </a:solidFill>
                <a:ea typeface="宋体"/>
              </a:endParaRPr>
            </a:p>
          </p:txBody>
        </p:sp>
        <p:sp>
          <p:nvSpPr>
            <p:cNvPr id="38" name="Freeform 114"/>
            <p:cNvSpPr>
              <a:spLocks/>
            </p:cNvSpPr>
            <p:nvPr/>
          </p:nvSpPr>
          <p:spPr bwMode="auto">
            <a:xfrm>
              <a:off x="-3592512" y="-833438"/>
              <a:ext cx="1508125" cy="1530351"/>
            </a:xfrm>
            <a:custGeom>
              <a:avLst/>
              <a:gdLst>
                <a:gd name="T0" fmla="*/ 275 w 402"/>
                <a:gd name="T1" fmla="*/ 0 h 408"/>
                <a:gd name="T2" fmla="*/ 164 w 402"/>
                <a:gd name="T3" fmla="*/ 33 h 408"/>
                <a:gd name="T4" fmla="*/ 0 w 402"/>
                <a:gd name="T5" fmla="*/ 197 h 408"/>
                <a:gd name="T6" fmla="*/ 0 w 402"/>
                <a:gd name="T7" fmla="*/ 368 h 408"/>
                <a:gd name="T8" fmla="*/ 40 w 402"/>
                <a:gd name="T9" fmla="*/ 408 h 408"/>
                <a:gd name="T10" fmla="*/ 195 w 402"/>
                <a:gd name="T11" fmla="*/ 408 h 408"/>
                <a:gd name="T12" fmla="*/ 368 w 402"/>
                <a:gd name="T13" fmla="*/ 235 h 408"/>
                <a:gd name="T14" fmla="*/ 402 w 402"/>
                <a:gd name="T15" fmla="*/ 135 h 408"/>
                <a:gd name="T16" fmla="*/ 368 w 402"/>
                <a:gd name="T17" fmla="*/ 37 h 408"/>
                <a:gd name="T18" fmla="*/ 275 w 402"/>
                <a:gd name="T19" fmla="*/ 0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2" h="408">
                  <a:moveTo>
                    <a:pt x="275" y="0"/>
                  </a:moveTo>
                  <a:cubicBezTo>
                    <a:pt x="164" y="33"/>
                    <a:pt x="164" y="33"/>
                    <a:pt x="164" y="33"/>
                  </a:cubicBezTo>
                  <a:cubicBezTo>
                    <a:pt x="0" y="197"/>
                    <a:pt x="0" y="197"/>
                    <a:pt x="0" y="197"/>
                  </a:cubicBezTo>
                  <a:cubicBezTo>
                    <a:pt x="0" y="368"/>
                    <a:pt x="0" y="368"/>
                    <a:pt x="0" y="368"/>
                  </a:cubicBezTo>
                  <a:cubicBezTo>
                    <a:pt x="0" y="390"/>
                    <a:pt x="18" y="408"/>
                    <a:pt x="40" y="408"/>
                  </a:cubicBezTo>
                  <a:cubicBezTo>
                    <a:pt x="195" y="408"/>
                    <a:pt x="195" y="408"/>
                    <a:pt x="195" y="408"/>
                  </a:cubicBezTo>
                  <a:cubicBezTo>
                    <a:pt x="368" y="235"/>
                    <a:pt x="368" y="235"/>
                    <a:pt x="368" y="235"/>
                  </a:cubicBezTo>
                  <a:cubicBezTo>
                    <a:pt x="402" y="135"/>
                    <a:pt x="402" y="135"/>
                    <a:pt x="402" y="135"/>
                  </a:cubicBezTo>
                  <a:cubicBezTo>
                    <a:pt x="368" y="37"/>
                    <a:pt x="368" y="37"/>
                    <a:pt x="368" y="37"/>
                  </a:cubicBezTo>
                  <a:cubicBezTo>
                    <a:pt x="275" y="0"/>
                    <a:pt x="275" y="0"/>
                    <a:pt x="275" y="0"/>
                  </a:cubicBezTo>
                </a:path>
              </a:pathLst>
            </a:custGeom>
            <a:solidFill>
              <a:srgbClr val="7387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a:solidFill>
                  <a:sysClr val="windowText" lastClr="000000"/>
                </a:solidFill>
                <a:ea typeface="宋体"/>
              </a:endParaRPr>
            </a:p>
          </p:txBody>
        </p:sp>
        <p:sp>
          <p:nvSpPr>
            <p:cNvPr id="39" name="Freeform 115"/>
            <p:cNvSpPr>
              <a:spLocks noEditPoints="1"/>
            </p:cNvSpPr>
            <p:nvPr/>
          </p:nvSpPr>
          <p:spPr bwMode="auto">
            <a:xfrm>
              <a:off x="-3143250" y="-863600"/>
              <a:ext cx="1081088" cy="1081088"/>
            </a:xfrm>
            <a:custGeom>
              <a:avLst/>
              <a:gdLst>
                <a:gd name="T0" fmla="*/ 144 w 288"/>
                <a:gd name="T1" fmla="*/ 0 h 288"/>
                <a:gd name="T2" fmla="*/ 0 w 288"/>
                <a:gd name="T3" fmla="*/ 144 h 288"/>
                <a:gd name="T4" fmla="*/ 144 w 288"/>
                <a:gd name="T5" fmla="*/ 288 h 288"/>
                <a:gd name="T6" fmla="*/ 288 w 288"/>
                <a:gd name="T7" fmla="*/ 144 h 288"/>
                <a:gd name="T8" fmla="*/ 144 w 288"/>
                <a:gd name="T9" fmla="*/ 0 h 288"/>
                <a:gd name="T10" fmla="*/ 32 w 288"/>
                <a:gd name="T11" fmla="*/ 144 h 288"/>
                <a:gd name="T12" fmla="*/ 144 w 288"/>
                <a:gd name="T13" fmla="*/ 32 h 288"/>
                <a:gd name="T14" fmla="*/ 207 w 288"/>
                <a:gd name="T15" fmla="*/ 51 h 288"/>
                <a:gd name="T16" fmla="*/ 158 w 288"/>
                <a:gd name="T17" fmla="*/ 116 h 288"/>
                <a:gd name="T18" fmla="*/ 144 w 288"/>
                <a:gd name="T19" fmla="*/ 112 h 288"/>
                <a:gd name="T20" fmla="*/ 112 w 288"/>
                <a:gd name="T21" fmla="*/ 144 h 288"/>
                <a:gd name="T22" fmla="*/ 116 w 288"/>
                <a:gd name="T23" fmla="*/ 158 h 288"/>
                <a:gd name="T24" fmla="*/ 51 w 288"/>
                <a:gd name="T25" fmla="*/ 207 h 288"/>
                <a:gd name="T26" fmla="*/ 32 w 288"/>
                <a:gd name="T27" fmla="*/ 144 h 288"/>
                <a:gd name="T28" fmla="*/ 160 w 288"/>
                <a:gd name="T29" fmla="*/ 144 h 288"/>
                <a:gd name="T30" fmla="*/ 144 w 288"/>
                <a:gd name="T31" fmla="*/ 160 h 288"/>
                <a:gd name="T32" fmla="*/ 128 w 288"/>
                <a:gd name="T33" fmla="*/ 144 h 288"/>
                <a:gd name="T34" fmla="*/ 144 w 288"/>
                <a:gd name="T35" fmla="*/ 128 h 288"/>
                <a:gd name="T36" fmla="*/ 160 w 288"/>
                <a:gd name="T37" fmla="*/ 144 h 288"/>
                <a:gd name="T38" fmla="*/ 144 w 288"/>
                <a:gd name="T39" fmla="*/ 256 h 288"/>
                <a:gd name="T40" fmla="*/ 81 w 288"/>
                <a:gd name="T41" fmla="*/ 237 h 288"/>
                <a:gd name="T42" fmla="*/ 130 w 288"/>
                <a:gd name="T43" fmla="*/ 172 h 288"/>
                <a:gd name="T44" fmla="*/ 144 w 288"/>
                <a:gd name="T45" fmla="*/ 176 h 288"/>
                <a:gd name="T46" fmla="*/ 176 w 288"/>
                <a:gd name="T47" fmla="*/ 144 h 288"/>
                <a:gd name="T48" fmla="*/ 172 w 288"/>
                <a:gd name="T49" fmla="*/ 130 h 288"/>
                <a:gd name="T50" fmla="*/ 237 w 288"/>
                <a:gd name="T51" fmla="*/ 81 h 288"/>
                <a:gd name="T52" fmla="*/ 256 w 288"/>
                <a:gd name="T53" fmla="*/ 144 h 288"/>
                <a:gd name="T54" fmla="*/ 144 w 288"/>
                <a:gd name="T55" fmla="*/ 256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88" h="288">
                  <a:moveTo>
                    <a:pt x="144" y="0"/>
                  </a:moveTo>
                  <a:cubicBezTo>
                    <a:pt x="64" y="0"/>
                    <a:pt x="0" y="64"/>
                    <a:pt x="0" y="144"/>
                  </a:cubicBezTo>
                  <a:cubicBezTo>
                    <a:pt x="0" y="224"/>
                    <a:pt x="64" y="288"/>
                    <a:pt x="144" y="288"/>
                  </a:cubicBezTo>
                  <a:cubicBezTo>
                    <a:pt x="224" y="288"/>
                    <a:pt x="288" y="224"/>
                    <a:pt x="288" y="144"/>
                  </a:cubicBezTo>
                  <a:cubicBezTo>
                    <a:pt x="288" y="64"/>
                    <a:pt x="224" y="0"/>
                    <a:pt x="144" y="0"/>
                  </a:cubicBezTo>
                  <a:close/>
                  <a:moveTo>
                    <a:pt x="32" y="144"/>
                  </a:moveTo>
                  <a:cubicBezTo>
                    <a:pt x="32" y="82"/>
                    <a:pt x="82" y="32"/>
                    <a:pt x="144" y="32"/>
                  </a:cubicBezTo>
                  <a:cubicBezTo>
                    <a:pt x="167" y="32"/>
                    <a:pt x="189" y="39"/>
                    <a:pt x="207" y="51"/>
                  </a:cubicBezTo>
                  <a:cubicBezTo>
                    <a:pt x="158" y="116"/>
                    <a:pt x="158" y="116"/>
                    <a:pt x="158" y="116"/>
                  </a:cubicBezTo>
                  <a:cubicBezTo>
                    <a:pt x="154" y="113"/>
                    <a:pt x="149" y="112"/>
                    <a:pt x="144" y="112"/>
                  </a:cubicBezTo>
                  <a:cubicBezTo>
                    <a:pt x="126" y="112"/>
                    <a:pt x="112" y="126"/>
                    <a:pt x="112" y="144"/>
                  </a:cubicBezTo>
                  <a:cubicBezTo>
                    <a:pt x="112" y="149"/>
                    <a:pt x="113" y="154"/>
                    <a:pt x="116" y="158"/>
                  </a:cubicBezTo>
                  <a:cubicBezTo>
                    <a:pt x="51" y="207"/>
                    <a:pt x="51" y="207"/>
                    <a:pt x="51" y="207"/>
                  </a:cubicBezTo>
                  <a:cubicBezTo>
                    <a:pt x="39" y="189"/>
                    <a:pt x="32" y="167"/>
                    <a:pt x="32" y="144"/>
                  </a:cubicBezTo>
                  <a:close/>
                  <a:moveTo>
                    <a:pt x="160" y="144"/>
                  </a:moveTo>
                  <a:cubicBezTo>
                    <a:pt x="160" y="153"/>
                    <a:pt x="153" y="160"/>
                    <a:pt x="144" y="160"/>
                  </a:cubicBezTo>
                  <a:cubicBezTo>
                    <a:pt x="135" y="160"/>
                    <a:pt x="128" y="153"/>
                    <a:pt x="128" y="144"/>
                  </a:cubicBezTo>
                  <a:cubicBezTo>
                    <a:pt x="128" y="135"/>
                    <a:pt x="135" y="128"/>
                    <a:pt x="144" y="128"/>
                  </a:cubicBezTo>
                  <a:cubicBezTo>
                    <a:pt x="153" y="128"/>
                    <a:pt x="160" y="135"/>
                    <a:pt x="160" y="144"/>
                  </a:cubicBezTo>
                  <a:close/>
                  <a:moveTo>
                    <a:pt x="144" y="256"/>
                  </a:moveTo>
                  <a:cubicBezTo>
                    <a:pt x="121" y="256"/>
                    <a:pt x="99" y="249"/>
                    <a:pt x="81" y="237"/>
                  </a:cubicBezTo>
                  <a:cubicBezTo>
                    <a:pt x="130" y="172"/>
                    <a:pt x="130" y="172"/>
                    <a:pt x="130" y="172"/>
                  </a:cubicBezTo>
                  <a:cubicBezTo>
                    <a:pt x="134" y="175"/>
                    <a:pt x="139" y="176"/>
                    <a:pt x="144" y="176"/>
                  </a:cubicBezTo>
                  <a:cubicBezTo>
                    <a:pt x="162" y="176"/>
                    <a:pt x="176" y="162"/>
                    <a:pt x="176" y="144"/>
                  </a:cubicBezTo>
                  <a:cubicBezTo>
                    <a:pt x="176" y="139"/>
                    <a:pt x="175" y="134"/>
                    <a:pt x="172" y="130"/>
                  </a:cubicBezTo>
                  <a:cubicBezTo>
                    <a:pt x="237" y="81"/>
                    <a:pt x="237" y="81"/>
                    <a:pt x="237" y="81"/>
                  </a:cubicBezTo>
                  <a:cubicBezTo>
                    <a:pt x="249" y="99"/>
                    <a:pt x="256" y="121"/>
                    <a:pt x="256" y="144"/>
                  </a:cubicBezTo>
                  <a:cubicBezTo>
                    <a:pt x="256" y="206"/>
                    <a:pt x="206" y="256"/>
                    <a:pt x="144" y="25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a:solidFill>
                  <a:sysClr val="windowText" lastClr="000000"/>
                </a:solidFill>
                <a:ea typeface="宋体"/>
              </a:endParaRPr>
            </a:p>
          </p:txBody>
        </p:sp>
      </p:grpSp>
      <p:grpSp>
        <p:nvGrpSpPr>
          <p:cNvPr id="40" name="组合 39"/>
          <p:cNvGrpSpPr>
            <a:grpSpLocks noChangeAspect="1"/>
          </p:cNvGrpSpPr>
          <p:nvPr/>
        </p:nvGrpSpPr>
        <p:grpSpPr>
          <a:xfrm>
            <a:off x="2513576" y="4481510"/>
            <a:ext cx="864000" cy="864000"/>
            <a:chOff x="-2462213" y="695325"/>
            <a:chExt cx="1368425" cy="1368425"/>
          </a:xfrm>
        </p:grpSpPr>
        <p:sp>
          <p:nvSpPr>
            <p:cNvPr id="41" name="Freeform 7"/>
            <p:cNvSpPr>
              <a:spLocks/>
            </p:cNvSpPr>
            <p:nvPr/>
          </p:nvSpPr>
          <p:spPr bwMode="auto">
            <a:xfrm flipH="1">
              <a:off x="-2462213" y="695325"/>
              <a:ext cx="1368425" cy="1368425"/>
            </a:xfrm>
            <a:custGeom>
              <a:avLst/>
              <a:gdLst>
                <a:gd name="T0" fmla="*/ 528 w 528"/>
                <a:gd name="T1" fmla="*/ 488 h 528"/>
                <a:gd name="T2" fmla="*/ 488 w 528"/>
                <a:gd name="T3" fmla="*/ 528 h 528"/>
                <a:gd name="T4" fmla="*/ 40 w 528"/>
                <a:gd name="T5" fmla="*/ 528 h 528"/>
                <a:gd name="T6" fmla="*/ 0 w 528"/>
                <a:gd name="T7" fmla="*/ 488 h 528"/>
                <a:gd name="T8" fmla="*/ 0 w 528"/>
                <a:gd name="T9" fmla="*/ 40 h 528"/>
                <a:gd name="T10" fmla="*/ 40 w 528"/>
                <a:gd name="T11" fmla="*/ 0 h 528"/>
                <a:gd name="T12" fmla="*/ 488 w 528"/>
                <a:gd name="T13" fmla="*/ 0 h 528"/>
                <a:gd name="T14" fmla="*/ 528 w 528"/>
                <a:gd name="T15" fmla="*/ 40 h 528"/>
                <a:gd name="T16" fmla="*/ 528 w 528"/>
                <a:gd name="T17" fmla="*/ 488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8" h="528">
                  <a:moveTo>
                    <a:pt x="528" y="488"/>
                  </a:moveTo>
                  <a:cubicBezTo>
                    <a:pt x="528" y="510"/>
                    <a:pt x="510" y="528"/>
                    <a:pt x="488" y="528"/>
                  </a:cubicBezTo>
                  <a:cubicBezTo>
                    <a:pt x="40" y="528"/>
                    <a:pt x="40" y="528"/>
                    <a:pt x="40" y="528"/>
                  </a:cubicBezTo>
                  <a:cubicBezTo>
                    <a:pt x="18" y="528"/>
                    <a:pt x="0" y="510"/>
                    <a:pt x="0" y="488"/>
                  </a:cubicBezTo>
                  <a:cubicBezTo>
                    <a:pt x="0" y="40"/>
                    <a:pt x="0" y="40"/>
                    <a:pt x="0" y="40"/>
                  </a:cubicBezTo>
                  <a:cubicBezTo>
                    <a:pt x="0" y="18"/>
                    <a:pt x="18" y="0"/>
                    <a:pt x="40" y="0"/>
                  </a:cubicBezTo>
                  <a:cubicBezTo>
                    <a:pt x="488" y="0"/>
                    <a:pt x="488" y="0"/>
                    <a:pt x="488" y="0"/>
                  </a:cubicBezTo>
                  <a:cubicBezTo>
                    <a:pt x="510" y="0"/>
                    <a:pt x="528" y="18"/>
                    <a:pt x="528" y="40"/>
                  </a:cubicBezTo>
                  <a:cubicBezTo>
                    <a:pt x="528" y="488"/>
                    <a:pt x="528" y="488"/>
                    <a:pt x="528" y="488"/>
                  </a:cubicBezTo>
                </a:path>
              </a:pathLst>
            </a:custGeom>
            <a:solidFill>
              <a:srgbClr val="03AD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a:solidFill>
                  <a:sysClr val="windowText" lastClr="000000"/>
                </a:solidFill>
                <a:ea typeface="宋体"/>
              </a:endParaRPr>
            </a:p>
          </p:txBody>
        </p:sp>
        <p:sp>
          <p:nvSpPr>
            <p:cNvPr id="42" name="Freeform 8"/>
            <p:cNvSpPr>
              <a:spLocks/>
            </p:cNvSpPr>
            <p:nvPr/>
          </p:nvSpPr>
          <p:spPr bwMode="auto">
            <a:xfrm flipH="1">
              <a:off x="-2122487" y="1203324"/>
              <a:ext cx="1028699" cy="860426"/>
            </a:xfrm>
            <a:custGeom>
              <a:avLst/>
              <a:gdLst>
                <a:gd name="T0" fmla="*/ 189 w 397"/>
                <a:gd name="T1" fmla="*/ 0 h 332"/>
                <a:gd name="T2" fmla="*/ 0 w 397"/>
                <a:gd name="T3" fmla="*/ 189 h 332"/>
                <a:gd name="T4" fmla="*/ 0 w 397"/>
                <a:gd name="T5" fmla="*/ 292 h 332"/>
                <a:gd name="T6" fmla="*/ 40 w 397"/>
                <a:gd name="T7" fmla="*/ 332 h 332"/>
                <a:gd name="T8" fmla="*/ 215 w 397"/>
                <a:gd name="T9" fmla="*/ 332 h 332"/>
                <a:gd name="T10" fmla="*/ 397 w 397"/>
                <a:gd name="T11" fmla="*/ 151 h 332"/>
                <a:gd name="T12" fmla="*/ 189 w 397"/>
                <a:gd name="T13" fmla="*/ 0 h 332"/>
              </a:gdLst>
              <a:ahLst/>
              <a:cxnLst>
                <a:cxn ang="0">
                  <a:pos x="T0" y="T1"/>
                </a:cxn>
                <a:cxn ang="0">
                  <a:pos x="T2" y="T3"/>
                </a:cxn>
                <a:cxn ang="0">
                  <a:pos x="T4" y="T5"/>
                </a:cxn>
                <a:cxn ang="0">
                  <a:pos x="T6" y="T7"/>
                </a:cxn>
                <a:cxn ang="0">
                  <a:pos x="T8" y="T9"/>
                </a:cxn>
                <a:cxn ang="0">
                  <a:pos x="T10" y="T11"/>
                </a:cxn>
                <a:cxn ang="0">
                  <a:pos x="T12" y="T13"/>
                </a:cxn>
              </a:cxnLst>
              <a:rect l="0" t="0" r="r" b="b"/>
              <a:pathLst>
                <a:path w="397" h="332">
                  <a:moveTo>
                    <a:pt x="189" y="0"/>
                  </a:moveTo>
                  <a:cubicBezTo>
                    <a:pt x="0" y="189"/>
                    <a:pt x="0" y="189"/>
                    <a:pt x="0" y="189"/>
                  </a:cubicBezTo>
                  <a:cubicBezTo>
                    <a:pt x="0" y="292"/>
                    <a:pt x="0" y="292"/>
                    <a:pt x="0" y="292"/>
                  </a:cubicBezTo>
                  <a:cubicBezTo>
                    <a:pt x="0" y="314"/>
                    <a:pt x="18" y="332"/>
                    <a:pt x="40" y="332"/>
                  </a:cubicBezTo>
                  <a:cubicBezTo>
                    <a:pt x="215" y="332"/>
                    <a:pt x="215" y="332"/>
                    <a:pt x="215" y="332"/>
                  </a:cubicBezTo>
                  <a:cubicBezTo>
                    <a:pt x="397" y="151"/>
                    <a:pt x="397" y="151"/>
                    <a:pt x="397" y="151"/>
                  </a:cubicBezTo>
                  <a:cubicBezTo>
                    <a:pt x="189" y="0"/>
                    <a:pt x="189" y="0"/>
                    <a:pt x="189" y="0"/>
                  </a:cubicBezTo>
                </a:path>
              </a:pathLst>
            </a:custGeom>
            <a:solidFill>
              <a:srgbClr val="0385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a:solidFill>
                  <a:sysClr val="windowText" lastClr="000000"/>
                </a:solidFill>
                <a:ea typeface="宋体"/>
              </a:endParaRPr>
            </a:p>
          </p:txBody>
        </p:sp>
        <p:sp>
          <p:nvSpPr>
            <p:cNvPr id="43" name="Freeform 9"/>
            <p:cNvSpPr>
              <a:spLocks/>
            </p:cNvSpPr>
            <p:nvPr/>
          </p:nvSpPr>
          <p:spPr bwMode="auto">
            <a:xfrm flipH="1">
              <a:off x="-2171701" y="1130300"/>
              <a:ext cx="828675" cy="519113"/>
            </a:xfrm>
            <a:custGeom>
              <a:avLst/>
              <a:gdLst>
                <a:gd name="T0" fmla="*/ 262 w 320"/>
                <a:gd name="T1" fmla="*/ 70 h 200"/>
                <a:gd name="T2" fmla="*/ 163 w 320"/>
                <a:gd name="T3" fmla="*/ 0 h 200"/>
                <a:gd name="T4" fmla="*/ 63 w 320"/>
                <a:gd name="T5" fmla="*/ 94 h 200"/>
                <a:gd name="T6" fmla="*/ 54 w 320"/>
                <a:gd name="T7" fmla="*/ 93 h 200"/>
                <a:gd name="T8" fmla="*/ 0 w 320"/>
                <a:gd name="T9" fmla="*/ 146 h 200"/>
                <a:gd name="T10" fmla="*/ 43 w 320"/>
                <a:gd name="T11" fmla="*/ 200 h 200"/>
                <a:gd name="T12" fmla="*/ 251 w 320"/>
                <a:gd name="T13" fmla="*/ 200 h 200"/>
                <a:gd name="T14" fmla="*/ 320 w 320"/>
                <a:gd name="T15" fmla="*/ 134 h 200"/>
                <a:gd name="T16" fmla="*/ 262 w 320"/>
                <a:gd name="T17" fmla="*/ 7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0" h="200">
                  <a:moveTo>
                    <a:pt x="262" y="70"/>
                  </a:moveTo>
                  <a:cubicBezTo>
                    <a:pt x="249" y="29"/>
                    <a:pt x="209" y="0"/>
                    <a:pt x="163" y="0"/>
                  </a:cubicBezTo>
                  <a:cubicBezTo>
                    <a:pt x="108" y="0"/>
                    <a:pt x="66" y="41"/>
                    <a:pt x="63" y="94"/>
                  </a:cubicBezTo>
                  <a:cubicBezTo>
                    <a:pt x="60" y="94"/>
                    <a:pt x="57" y="93"/>
                    <a:pt x="54" y="93"/>
                  </a:cubicBezTo>
                  <a:cubicBezTo>
                    <a:pt x="24" y="93"/>
                    <a:pt x="0" y="117"/>
                    <a:pt x="0" y="146"/>
                  </a:cubicBezTo>
                  <a:cubicBezTo>
                    <a:pt x="0" y="171"/>
                    <a:pt x="19" y="195"/>
                    <a:pt x="43" y="200"/>
                  </a:cubicBezTo>
                  <a:cubicBezTo>
                    <a:pt x="251" y="200"/>
                    <a:pt x="251" y="200"/>
                    <a:pt x="251" y="200"/>
                  </a:cubicBezTo>
                  <a:cubicBezTo>
                    <a:pt x="287" y="200"/>
                    <a:pt x="320" y="170"/>
                    <a:pt x="320" y="134"/>
                  </a:cubicBezTo>
                  <a:cubicBezTo>
                    <a:pt x="320" y="101"/>
                    <a:pt x="295" y="74"/>
                    <a:pt x="262" y="7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a:solidFill>
                  <a:sysClr val="windowText" lastClr="000000"/>
                </a:solidFill>
                <a:ea typeface="宋体"/>
              </a:endParaRPr>
            </a:p>
          </p:txBody>
        </p:sp>
      </p:grpSp>
      <p:grpSp>
        <p:nvGrpSpPr>
          <p:cNvPr id="44" name="组合 43"/>
          <p:cNvGrpSpPr>
            <a:grpSpLocks noChangeAspect="1"/>
          </p:cNvGrpSpPr>
          <p:nvPr/>
        </p:nvGrpSpPr>
        <p:grpSpPr>
          <a:xfrm>
            <a:off x="2513576" y="5540214"/>
            <a:ext cx="864000" cy="864000"/>
            <a:chOff x="-2462213" y="4260850"/>
            <a:chExt cx="1368425" cy="1368425"/>
          </a:xfrm>
        </p:grpSpPr>
        <p:sp>
          <p:nvSpPr>
            <p:cNvPr id="45" name="Freeform 43"/>
            <p:cNvSpPr>
              <a:spLocks/>
            </p:cNvSpPr>
            <p:nvPr/>
          </p:nvSpPr>
          <p:spPr bwMode="auto">
            <a:xfrm flipH="1">
              <a:off x="-2462213" y="4260850"/>
              <a:ext cx="1368425" cy="1368425"/>
            </a:xfrm>
            <a:custGeom>
              <a:avLst/>
              <a:gdLst>
                <a:gd name="T0" fmla="*/ 528 w 528"/>
                <a:gd name="T1" fmla="*/ 488 h 528"/>
                <a:gd name="T2" fmla="*/ 488 w 528"/>
                <a:gd name="T3" fmla="*/ 528 h 528"/>
                <a:gd name="T4" fmla="*/ 40 w 528"/>
                <a:gd name="T5" fmla="*/ 528 h 528"/>
                <a:gd name="T6" fmla="*/ 0 w 528"/>
                <a:gd name="T7" fmla="*/ 488 h 528"/>
                <a:gd name="T8" fmla="*/ 0 w 528"/>
                <a:gd name="T9" fmla="*/ 40 h 528"/>
                <a:gd name="T10" fmla="*/ 40 w 528"/>
                <a:gd name="T11" fmla="*/ 0 h 528"/>
                <a:gd name="T12" fmla="*/ 488 w 528"/>
                <a:gd name="T13" fmla="*/ 0 h 528"/>
                <a:gd name="T14" fmla="*/ 528 w 528"/>
                <a:gd name="T15" fmla="*/ 40 h 528"/>
                <a:gd name="T16" fmla="*/ 528 w 528"/>
                <a:gd name="T17" fmla="*/ 488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8" h="528">
                  <a:moveTo>
                    <a:pt x="528" y="488"/>
                  </a:moveTo>
                  <a:cubicBezTo>
                    <a:pt x="528" y="510"/>
                    <a:pt x="510" y="528"/>
                    <a:pt x="488" y="528"/>
                  </a:cubicBezTo>
                  <a:cubicBezTo>
                    <a:pt x="40" y="528"/>
                    <a:pt x="40" y="528"/>
                    <a:pt x="40" y="528"/>
                  </a:cubicBezTo>
                  <a:cubicBezTo>
                    <a:pt x="18" y="528"/>
                    <a:pt x="0" y="510"/>
                    <a:pt x="0" y="488"/>
                  </a:cubicBezTo>
                  <a:cubicBezTo>
                    <a:pt x="0" y="40"/>
                    <a:pt x="0" y="40"/>
                    <a:pt x="0" y="40"/>
                  </a:cubicBezTo>
                  <a:cubicBezTo>
                    <a:pt x="0" y="18"/>
                    <a:pt x="18" y="0"/>
                    <a:pt x="40" y="0"/>
                  </a:cubicBezTo>
                  <a:cubicBezTo>
                    <a:pt x="488" y="0"/>
                    <a:pt x="488" y="0"/>
                    <a:pt x="488" y="0"/>
                  </a:cubicBezTo>
                  <a:cubicBezTo>
                    <a:pt x="510" y="0"/>
                    <a:pt x="528" y="18"/>
                    <a:pt x="528" y="40"/>
                  </a:cubicBezTo>
                  <a:cubicBezTo>
                    <a:pt x="528" y="488"/>
                    <a:pt x="528" y="488"/>
                    <a:pt x="528" y="488"/>
                  </a:cubicBezTo>
                </a:path>
              </a:pathLst>
            </a:custGeom>
            <a:solidFill>
              <a:srgbClr val="F36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a:solidFill>
                  <a:sysClr val="windowText" lastClr="000000"/>
                </a:solidFill>
                <a:ea typeface="宋体"/>
              </a:endParaRPr>
            </a:p>
          </p:txBody>
        </p:sp>
        <p:sp>
          <p:nvSpPr>
            <p:cNvPr id="46" name="Freeform 44"/>
            <p:cNvSpPr>
              <a:spLocks/>
            </p:cNvSpPr>
            <p:nvPr/>
          </p:nvSpPr>
          <p:spPr bwMode="auto">
            <a:xfrm flipH="1">
              <a:off x="-2085976" y="4584700"/>
              <a:ext cx="992188" cy="1044575"/>
            </a:xfrm>
            <a:custGeom>
              <a:avLst/>
              <a:gdLst>
                <a:gd name="T0" fmla="*/ 225 w 383"/>
                <a:gd name="T1" fmla="*/ 0 h 403"/>
                <a:gd name="T2" fmla="*/ 0 w 383"/>
                <a:gd name="T3" fmla="*/ 225 h 403"/>
                <a:gd name="T4" fmla="*/ 0 w 383"/>
                <a:gd name="T5" fmla="*/ 363 h 403"/>
                <a:gd name="T6" fmla="*/ 40 w 383"/>
                <a:gd name="T7" fmla="*/ 403 h 403"/>
                <a:gd name="T8" fmla="*/ 139 w 383"/>
                <a:gd name="T9" fmla="*/ 403 h 403"/>
                <a:gd name="T10" fmla="*/ 383 w 383"/>
                <a:gd name="T11" fmla="*/ 159 h 403"/>
                <a:gd name="T12" fmla="*/ 294 w 383"/>
                <a:gd name="T13" fmla="*/ 92 h 403"/>
                <a:gd name="T14" fmla="*/ 225 w 383"/>
                <a:gd name="T15" fmla="*/ 0 h 4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3" h="403">
                  <a:moveTo>
                    <a:pt x="225" y="0"/>
                  </a:moveTo>
                  <a:cubicBezTo>
                    <a:pt x="0" y="225"/>
                    <a:pt x="0" y="225"/>
                    <a:pt x="0" y="225"/>
                  </a:cubicBezTo>
                  <a:cubicBezTo>
                    <a:pt x="0" y="363"/>
                    <a:pt x="0" y="363"/>
                    <a:pt x="0" y="363"/>
                  </a:cubicBezTo>
                  <a:cubicBezTo>
                    <a:pt x="0" y="385"/>
                    <a:pt x="18" y="403"/>
                    <a:pt x="40" y="403"/>
                  </a:cubicBezTo>
                  <a:cubicBezTo>
                    <a:pt x="139" y="403"/>
                    <a:pt x="139" y="403"/>
                    <a:pt x="139" y="403"/>
                  </a:cubicBezTo>
                  <a:cubicBezTo>
                    <a:pt x="383" y="159"/>
                    <a:pt x="383" y="159"/>
                    <a:pt x="383" y="159"/>
                  </a:cubicBezTo>
                  <a:cubicBezTo>
                    <a:pt x="294" y="92"/>
                    <a:pt x="294" y="92"/>
                    <a:pt x="294" y="92"/>
                  </a:cubicBezTo>
                  <a:cubicBezTo>
                    <a:pt x="225" y="0"/>
                    <a:pt x="225" y="0"/>
                    <a:pt x="225" y="0"/>
                  </a:cubicBezTo>
                </a:path>
              </a:pathLst>
            </a:custGeom>
            <a:solidFill>
              <a:srgbClr val="BF56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a:solidFill>
                  <a:sysClr val="windowText" lastClr="000000"/>
                </a:solidFill>
                <a:ea typeface="宋体"/>
              </a:endParaRPr>
            </a:p>
          </p:txBody>
        </p:sp>
        <p:sp>
          <p:nvSpPr>
            <p:cNvPr id="47" name="Freeform 45"/>
            <p:cNvSpPr>
              <a:spLocks/>
            </p:cNvSpPr>
            <p:nvPr/>
          </p:nvSpPr>
          <p:spPr bwMode="auto">
            <a:xfrm flipH="1">
              <a:off x="-2100263" y="4572000"/>
              <a:ext cx="663575" cy="663575"/>
            </a:xfrm>
            <a:custGeom>
              <a:avLst/>
              <a:gdLst>
                <a:gd name="T0" fmla="*/ 240 w 256"/>
                <a:gd name="T1" fmla="*/ 88 h 256"/>
                <a:gd name="T2" fmla="*/ 168 w 256"/>
                <a:gd name="T3" fmla="*/ 88 h 256"/>
                <a:gd name="T4" fmla="*/ 168 w 256"/>
                <a:gd name="T5" fmla="*/ 16 h 256"/>
                <a:gd name="T6" fmla="*/ 152 w 256"/>
                <a:gd name="T7" fmla="*/ 0 h 256"/>
                <a:gd name="T8" fmla="*/ 104 w 256"/>
                <a:gd name="T9" fmla="*/ 0 h 256"/>
                <a:gd name="T10" fmla="*/ 88 w 256"/>
                <a:gd name="T11" fmla="*/ 16 h 256"/>
                <a:gd name="T12" fmla="*/ 88 w 256"/>
                <a:gd name="T13" fmla="*/ 88 h 256"/>
                <a:gd name="T14" fmla="*/ 16 w 256"/>
                <a:gd name="T15" fmla="*/ 88 h 256"/>
                <a:gd name="T16" fmla="*/ 0 w 256"/>
                <a:gd name="T17" fmla="*/ 104 h 256"/>
                <a:gd name="T18" fmla="*/ 0 w 256"/>
                <a:gd name="T19" fmla="*/ 152 h 256"/>
                <a:gd name="T20" fmla="*/ 16 w 256"/>
                <a:gd name="T21" fmla="*/ 168 h 256"/>
                <a:gd name="T22" fmla="*/ 88 w 256"/>
                <a:gd name="T23" fmla="*/ 168 h 256"/>
                <a:gd name="T24" fmla="*/ 88 w 256"/>
                <a:gd name="T25" fmla="*/ 240 h 256"/>
                <a:gd name="T26" fmla="*/ 104 w 256"/>
                <a:gd name="T27" fmla="*/ 256 h 256"/>
                <a:gd name="T28" fmla="*/ 152 w 256"/>
                <a:gd name="T29" fmla="*/ 256 h 256"/>
                <a:gd name="T30" fmla="*/ 168 w 256"/>
                <a:gd name="T31" fmla="*/ 240 h 256"/>
                <a:gd name="T32" fmla="*/ 168 w 256"/>
                <a:gd name="T33" fmla="*/ 168 h 256"/>
                <a:gd name="T34" fmla="*/ 240 w 256"/>
                <a:gd name="T35" fmla="*/ 168 h 256"/>
                <a:gd name="T36" fmla="*/ 256 w 256"/>
                <a:gd name="T37" fmla="*/ 152 h 256"/>
                <a:gd name="T38" fmla="*/ 256 w 256"/>
                <a:gd name="T39" fmla="*/ 104 h 256"/>
                <a:gd name="T40" fmla="*/ 240 w 256"/>
                <a:gd name="T41" fmla="*/ 88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6" h="256">
                  <a:moveTo>
                    <a:pt x="240" y="88"/>
                  </a:moveTo>
                  <a:cubicBezTo>
                    <a:pt x="168" y="88"/>
                    <a:pt x="168" y="88"/>
                    <a:pt x="168" y="88"/>
                  </a:cubicBezTo>
                  <a:cubicBezTo>
                    <a:pt x="168" y="16"/>
                    <a:pt x="168" y="16"/>
                    <a:pt x="168" y="16"/>
                  </a:cubicBezTo>
                  <a:cubicBezTo>
                    <a:pt x="168" y="7"/>
                    <a:pt x="161" y="0"/>
                    <a:pt x="152" y="0"/>
                  </a:cubicBezTo>
                  <a:cubicBezTo>
                    <a:pt x="104" y="0"/>
                    <a:pt x="104" y="0"/>
                    <a:pt x="104" y="0"/>
                  </a:cubicBezTo>
                  <a:cubicBezTo>
                    <a:pt x="95" y="0"/>
                    <a:pt x="88" y="7"/>
                    <a:pt x="88" y="16"/>
                  </a:cubicBezTo>
                  <a:cubicBezTo>
                    <a:pt x="88" y="88"/>
                    <a:pt x="88" y="88"/>
                    <a:pt x="88" y="88"/>
                  </a:cubicBezTo>
                  <a:cubicBezTo>
                    <a:pt x="16" y="88"/>
                    <a:pt x="16" y="88"/>
                    <a:pt x="16" y="88"/>
                  </a:cubicBezTo>
                  <a:cubicBezTo>
                    <a:pt x="7" y="88"/>
                    <a:pt x="0" y="95"/>
                    <a:pt x="0" y="104"/>
                  </a:cubicBezTo>
                  <a:cubicBezTo>
                    <a:pt x="0" y="152"/>
                    <a:pt x="0" y="152"/>
                    <a:pt x="0" y="152"/>
                  </a:cubicBezTo>
                  <a:cubicBezTo>
                    <a:pt x="0" y="161"/>
                    <a:pt x="7" y="168"/>
                    <a:pt x="16" y="168"/>
                  </a:cubicBezTo>
                  <a:cubicBezTo>
                    <a:pt x="88" y="168"/>
                    <a:pt x="88" y="168"/>
                    <a:pt x="88" y="168"/>
                  </a:cubicBezTo>
                  <a:cubicBezTo>
                    <a:pt x="88" y="240"/>
                    <a:pt x="88" y="240"/>
                    <a:pt x="88" y="240"/>
                  </a:cubicBezTo>
                  <a:cubicBezTo>
                    <a:pt x="88" y="249"/>
                    <a:pt x="95" y="256"/>
                    <a:pt x="104" y="256"/>
                  </a:cubicBezTo>
                  <a:cubicBezTo>
                    <a:pt x="152" y="256"/>
                    <a:pt x="152" y="256"/>
                    <a:pt x="152" y="256"/>
                  </a:cubicBezTo>
                  <a:cubicBezTo>
                    <a:pt x="161" y="256"/>
                    <a:pt x="168" y="249"/>
                    <a:pt x="168" y="240"/>
                  </a:cubicBezTo>
                  <a:cubicBezTo>
                    <a:pt x="168" y="168"/>
                    <a:pt x="168" y="168"/>
                    <a:pt x="168" y="168"/>
                  </a:cubicBezTo>
                  <a:cubicBezTo>
                    <a:pt x="240" y="168"/>
                    <a:pt x="240" y="168"/>
                    <a:pt x="240" y="168"/>
                  </a:cubicBezTo>
                  <a:cubicBezTo>
                    <a:pt x="249" y="168"/>
                    <a:pt x="256" y="161"/>
                    <a:pt x="256" y="152"/>
                  </a:cubicBezTo>
                  <a:cubicBezTo>
                    <a:pt x="256" y="104"/>
                    <a:pt x="256" y="104"/>
                    <a:pt x="256" y="104"/>
                  </a:cubicBezTo>
                  <a:cubicBezTo>
                    <a:pt x="256" y="95"/>
                    <a:pt x="249" y="88"/>
                    <a:pt x="240" y="8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a:solidFill>
                  <a:sysClr val="windowText" lastClr="000000"/>
                </a:solidFill>
                <a:ea typeface="宋体"/>
              </a:endParaRPr>
            </a:p>
          </p:txBody>
        </p:sp>
      </p:grpSp>
      <p:sp>
        <p:nvSpPr>
          <p:cNvPr id="48" name="矩形 39"/>
          <p:cNvSpPr/>
          <p:nvPr/>
        </p:nvSpPr>
        <p:spPr>
          <a:xfrm>
            <a:off x="0" y="203088"/>
            <a:ext cx="1774845" cy="523220"/>
          </a:xfrm>
          <a:prstGeom prst="rect">
            <a:avLst/>
          </a:prstGeom>
          <a:noFill/>
        </p:spPr>
        <p:txBody>
          <a:bodyPr wrap="none" rtlCol="0">
            <a:spAutoFit/>
          </a:bodyPr>
          <a:lstStyle/>
          <a:p>
            <a:r>
              <a:rPr lang="zh-CN" altLang="en-US" sz="2800" b="1" dirty="0">
                <a:solidFill>
                  <a:schemeClr val="tx1">
                    <a:lumMod val="65000"/>
                    <a:lumOff val="35000"/>
                  </a:schemeClr>
                </a:solidFill>
              </a:rPr>
              <a:t>柱</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条形图</a:t>
            </a:r>
          </a:p>
        </p:txBody>
      </p:sp>
    </p:spTree>
    <p:extLst>
      <p:ext uri="{BB962C8B-B14F-4D97-AF65-F5344CB8AC3E}">
        <p14:creationId xmlns:p14="http://schemas.microsoft.com/office/powerpoint/2010/main" val="1917892657"/>
      </p:ext>
    </p:extLst>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 name="组合 17"/>
          <p:cNvGrpSpPr/>
          <p:nvPr/>
        </p:nvGrpSpPr>
        <p:grpSpPr>
          <a:xfrm>
            <a:off x="5727647" y="994777"/>
            <a:ext cx="959754" cy="2444583"/>
            <a:chOff x="5727647" y="994777"/>
            <a:chExt cx="959754" cy="2444583"/>
          </a:xfrm>
        </p:grpSpPr>
        <p:sp>
          <p:nvSpPr>
            <p:cNvPr id="5" name="Freeform 5"/>
            <p:cNvSpPr>
              <a:spLocks/>
            </p:cNvSpPr>
            <p:nvPr/>
          </p:nvSpPr>
          <p:spPr bwMode="auto">
            <a:xfrm>
              <a:off x="5727647" y="1406375"/>
              <a:ext cx="959754" cy="2032985"/>
            </a:xfrm>
            <a:custGeom>
              <a:avLst/>
              <a:gdLst>
                <a:gd name="T0" fmla="*/ 91 w 119"/>
                <a:gd name="T1" fmla="*/ 1 h 252"/>
                <a:gd name="T2" fmla="*/ 31 w 119"/>
                <a:gd name="T3" fmla="*/ 0 h 252"/>
                <a:gd name="T4" fmla="*/ 0 w 119"/>
                <a:gd name="T5" fmla="*/ 25 h 252"/>
                <a:gd name="T6" fmla="*/ 0 w 119"/>
                <a:gd name="T7" fmla="*/ 26 h 252"/>
                <a:gd name="T8" fmla="*/ 0 w 119"/>
                <a:gd name="T9" fmla="*/ 30 h 252"/>
                <a:gd name="T10" fmla="*/ 0 w 119"/>
                <a:gd name="T11" fmla="*/ 114 h 252"/>
                <a:gd name="T12" fmla="*/ 10 w 119"/>
                <a:gd name="T13" fmla="*/ 124 h 252"/>
                <a:gd name="T14" fmla="*/ 20 w 119"/>
                <a:gd name="T15" fmla="*/ 114 h 252"/>
                <a:gd name="T16" fmla="*/ 20 w 119"/>
                <a:gd name="T17" fmla="*/ 41 h 252"/>
                <a:gd name="T18" fmla="*/ 28 w 119"/>
                <a:gd name="T19" fmla="*/ 41 h 252"/>
                <a:gd name="T20" fmla="*/ 28 w 119"/>
                <a:gd name="T21" fmla="*/ 111 h 252"/>
                <a:gd name="T22" fmla="*/ 29 w 119"/>
                <a:gd name="T23" fmla="*/ 113 h 252"/>
                <a:gd name="T24" fmla="*/ 29 w 119"/>
                <a:gd name="T25" fmla="*/ 238 h 252"/>
                <a:gd name="T26" fmla="*/ 42 w 119"/>
                <a:gd name="T27" fmla="*/ 252 h 252"/>
                <a:gd name="T28" fmla="*/ 56 w 119"/>
                <a:gd name="T29" fmla="*/ 238 h 252"/>
                <a:gd name="T30" fmla="*/ 56 w 119"/>
                <a:gd name="T31" fmla="*/ 128 h 252"/>
                <a:gd name="T32" fmla="*/ 63 w 119"/>
                <a:gd name="T33" fmla="*/ 128 h 252"/>
                <a:gd name="T34" fmla="*/ 63 w 119"/>
                <a:gd name="T35" fmla="*/ 238 h 252"/>
                <a:gd name="T36" fmla="*/ 77 w 119"/>
                <a:gd name="T37" fmla="*/ 252 h 252"/>
                <a:gd name="T38" fmla="*/ 91 w 119"/>
                <a:gd name="T39" fmla="*/ 238 h 252"/>
                <a:gd name="T40" fmla="*/ 91 w 119"/>
                <a:gd name="T41" fmla="*/ 111 h 252"/>
                <a:gd name="T42" fmla="*/ 91 w 119"/>
                <a:gd name="T43" fmla="*/ 110 h 252"/>
                <a:gd name="T44" fmla="*/ 91 w 119"/>
                <a:gd name="T45" fmla="*/ 41 h 252"/>
                <a:gd name="T46" fmla="*/ 98 w 119"/>
                <a:gd name="T47" fmla="*/ 41 h 252"/>
                <a:gd name="T48" fmla="*/ 98 w 119"/>
                <a:gd name="T49" fmla="*/ 114 h 252"/>
                <a:gd name="T50" fmla="*/ 109 w 119"/>
                <a:gd name="T51" fmla="*/ 124 h 252"/>
                <a:gd name="T52" fmla="*/ 119 w 119"/>
                <a:gd name="T53" fmla="*/ 114 h 252"/>
                <a:gd name="T54" fmla="*/ 119 w 119"/>
                <a:gd name="T55" fmla="*/ 30 h 252"/>
                <a:gd name="T56" fmla="*/ 119 w 119"/>
                <a:gd name="T57" fmla="*/ 26 h 252"/>
                <a:gd name="T58" fmla="*/ 119 w 119"/>
                <a:gd name="T59" fmla="*/ 24 h 252"/>
                <a:gd name="T60" fmla="*/ 91 w 119"/>
                <a:gd name="T61" fmla="*/ 1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9" h="252">
                  <a:moveTo>
                    <a:pt x="91" y="1"/>
                  </a:moveTo>
                  <a:cubicBezTo>
                    <a:pt x="31" y="0"/>
                    <a:pt x="31" y="0"/>
                    <a:pt x="31" y="0"/>
                  </a:cubicBezTo>
                  <a:cubicBezTo>
                    <a:pt x="8" y="1"/>
                    <a:pt x="0" y="19"/>
                    <a:pt x="0" y="25"/>
                  </a:cubicBezTo>
                  <a:cubicBezTo>
                    <a:pt x="0" y="26"/>
                    <a:pt x="0" y="26"/>
                    <a:pt x="0" y="26"/>
                  </a:cubicBezTo>
                  <a:cubicBezTo>
                    <a:pt x="0" y="30"/>
                    <a:pt x="0" y="30"/>
                    <a:pt x="0" y="30"/>
                  </a:cubicBezTo>
                  <a:cubicBezTo>
                    <a:pt x="0" y="114"/>
                    <a:pt x="0" y="114"/>
                    <a:pt x="0" y="114"/>
                  </a:cubicBezTo>
                  <a:cubicBezTo>
                    <a:pt x="0" y="119"/>
                    <a:pt x="5" y="124"/>
                    <a:pt x="10" y="124"/>
                  </a:cubicBezTo>
                  <a:cubicBezTo>
                    <a:pt x="15" y="124"/>
                    <a:pt x="20" y="119"/>
                    <a:pt x="20" y="114"/>
                  </a:cubicBezTo>
                  <a:cubicBezTo>
                    <a:pt x="20" y="41"/>
                    <a:pt x="20" y="41"/>
                    <a:pt x="20" y="41"/>
                  </a:cubicBezTo>
                  <a:cubicBezTo>
                    <a:pt x="28" y="41"/>
                    <a:pt x="28" y="41"/>
                    <a:pt x="28" y="41"/>
                  </a:cubicBezTo>
                  <a:cubicBezTo>
                    <a:pt x="28" y="111"/>
                    <a:pt x="28" y="111"/>
                    <a:pt x="28" y="111"/>
                  </a:cubicBezTo>
                  <a:cubicBezTo>
                    <a:pt x="28" y="112"/>
                    <a:pt x="28" y="112"/>
                    <a:pt x="29" y="113"/>
                  </a:cubicBezTo>
                  <a:cubicBezTo>
                    <a:pt x="29" y="238"/>
                    <a:pt x="29" y="238"/>
                    <a:pt x="29" y="238"/>
                  </a:cubicBezTo>
                  <a:cubicBezTo>
                    <a:pt x="29" y="246"/>
                    <a:pt x="35" y="252"/>
                    <a:pt x="42" y="252"/>
                  </a:cubicBezTo>
                  <a:cubicBezTo>
                    <a:pt x="50" y="252"/>
                    <a:pt x="56" y="246"/>
                    <a:pt x="56" y="238"/>
                  </a:cubicBezTo>
                  <a:cubicBezTo>
                    <a:pt x="56" y="128"/>
                    <a:pt x="56" y="128"/>
                    <a:pt x="56" y="128"/>
                  </a:cubicBezTo>
                  <a:cubicBezTo>
                    <a:pt x="63" y="128"/>
                    <a:pt x="63" y="128"/>
                    <a:pt x="63" y="128"/>
                  </a:cubicBezTo>
                  <a:cubicBezTo>
                    <a:pt x="63" y="238"/>
                    <a:pt x="63" y="238"/>
                    <a:pt x="63" y="238"/>
                  </a:cubicBezTo>
                  <a:cubicBezTo>
                    <a:pt x="63" y="246"/>
                    <a:pt x="69" y="252"/>
                    <a:pt x="77" y="252"/>
                  </a:cubicBezTo>
                  <a:cubicBezTo>
                    <a:pt x="84" y="252"/>
                    <a:pt x="91" y="246"/>
                    <a:pt x="91" y="238"/>
                  </a:cubicBezTo>
                  <a:cubicBezTo>
                    <a:pt x="91" y="111"/>
                    <a:pt x="91" y="111"/>
                    <a:pt x="91" y="111"/>
                  </a:cubicBezTo>
                  <a:cubicBezTo>
                    <a:pt x="91" y="110"/>
                    <a:pt x="91" y="110"/>
                    <a:pt x="91" y="110"/>
                  </a:cubicBezTo>
                  <a:cubicBezTo>
                    <a:pt x="91" y="41"/>
                    <a:pt x="91" y="41"/>
                    <a:pt x="91" y="41"/>
                  </a:cubicBezTo>
                  <a:cubicBezTo>
                    <a:pt x="98" y="41"/>
                    <a:pt x="98" y="41"/>
                    <a:pt x="98" y="41"/>
                  </a:cubicBezTo>
                  <a:cubicBezTo>
                    <a:pt x="98" y="114"/>
                    <a:pt x="98" y="114"/>
                    <a:pt x="98" y="114"/>
                  </a:cubicBezTo>
                  <a:cubicBezTo>
                    <a:pt x="98" y="119"/>
                    <a:pt x="103" y="124"/>
                    <a:pt x="109" y="124"/>
                  </a:cubicBezTo>
                  <a:cubicBezTo>
                    <a:pt x="114" y="124"/>
                    <a:pt x="119" y="119"/>
                    <a:pt x="119" y="114"/>
                  </a:cubicBezTo>
                  <a:cubicBezTo>
                    <a:pt x="119" y="30"/>
                    <a:pt x="119" y="30"/>
                    <a:pt x="119" y="30"/>
                  </a:cubicBezTo>
                  <a:cubicBezTo>
                    <a:pt x="119" y="26"/>
                    <a:pt x="119" y="26"/>
                    <a:pt x="119" y="26"/>
                  </a:cubicBezTo>
                  <a:cubicBezTo>
                    <a:pt x="119" y="24"/>
                    <a:pt x="119" y="24"/>
                    <a:pt x="119" y="24"/>
                  </a:cubicBezTo>
                  <a:cubicBezTo>
                    <a:pt x="119" y="16"/>
                    <a:pt x="109" y="1"/>
                    <a:pt x="91" y="1"/>
                  </a:cubicBezTo>
                  <a:close/>
                </a:path>
              </a:pathLst>
            </a:custGeom>
            <a:solidFill>
              <a:srgbClr val="279F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 name="Oval 6"/>
            <p:cNvSpPr>
              <a:spLocks noChangeArrowheads="1"/>
            </p:cNvSpPr>
            <p:nvPr/>
          </p:nvSpPr>
          <p:spPr bwMode="auto">
            <a:xfrm>
              <a:off x="6018074" y="994777"/>
              <a:ext cx="386595" cy="378900"/>
            </a:xfrm>
            <a:prstGeom prst="ellipse">
              <a:avLst/>
            </a:prstGeom>
            <a:solidFill>
              <a:srgbClr val="279F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9" name="组合 18"/>
          <p:cNvGrpSpPr/>
          <p:nvPr/>
        </p:nvGrpSpPr>
        <p:grpSpPr>
          <a:xfrm>
            <a:off x="5639173" y="3597256"/>
            <a:ext cx="1144396" cy="2444583"/>
            <a:chOff x="5639173" y="3745173"/>
            <a:chExt cx="1144396" cy="2444583"/>
          </a:xfrm>
        </p:grpSpPr>
        <p:sp>
          <p:nvSpPr>
            <p:cNvPr id="11" name="Oval 11"/>
            <p:cNvSpPr>
              <a:spLocks noChangeArrowheads="1"/>
            </p:cNvSpPr>
            <p:nvPr/>
          </p:nvSpPr>
          <p:spPr bwMode="auto">
            <a:xfrm>
              <a:off x="6018074" y="3745173"/>
              <a:ext cx="363515" cy="363513"/>
            </a:xfrm>
            <a:prstGeom prst="ellipse">
              <a:avLst/>
            </a:prstGeom>
            <a:solidFill>
              <a:srgbClr val="E55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 name="Freeform 12"/>
            <p:cNvSpPr>
              <a:spLocks/>
            </p:cNvSpPr>
            <p:nvPr/>
          </p:nvSpPr>
          <p:spPr bwMode="auto">
            <a:xfrm>
              <a:off x="5639173" y="4181774"/>
              <a:ext cx="1144396" cy="2007982"/>
            </a:xfrm>
            <a:custGeom>
              <a:avLst/>
              <a:gdLst>
                <a:gd name="T0" fmla="*/ 140 w 142"/>
                <a:gd name="T1" fmla="*/ 92 h 249"/>
                <a:gd name="T2" fmla="*/ 114 w 142"/>
                <a:gd name="T3" fmla="*/ 15 h 249"/>
                <a:gd name="T4" fmla="*/ 98 w 142"/>
                <a:gd name="T5" fmla="*/ 0 h 249"/>
                <a:gd name="T6" fmla="*/ 42 w 142"/>
                <a:gd name="T7" fmla="*/ 0 h 249"/>
                <a:gd name="T8" fmla="*/ 28 w 142"/>
                <a:gd name="T9" fmla="*/ 8 h 249"/>
                <a:gd name="T10" fmla="*/ 27 w 142"/>
                <a:gd name="T11" fmla="*/ 11 h 249"/>
                <a:gd name="T12" fmla="*/ 27 w 142"/>
                <a:gd name="T13" fmla="*/ 11 h 249"/>
                <a:gd name="T14" fmla="*/ 26 w 142"/>
                <a:gd name="T15" fmla="*/ 13 h 249"/>
                <a:gd name="T16" fmla="*/ 2 w 142"/>
                <a:gd name="T17" fmla="*/ 93 h 249"/>
                <a:gd name="T18" fmla="*/ 8 w 142"/>
                <a:gd name="T19" fmla="*/ 105 h 249"/>
                <a:gd name="T20" fmla="*/ 21 w 142"/>
                <a:gd name="T21" fmla="*/ 99 h 249"/>
                <a:gd name="T22" fmla="*/ 40 w 142"/>
                <a:gd name="T23" fmla="*/ 35 h 249"/>
                <a:gd name="T24" fmla="*/ 42 w 142"/>
                <a:gd name="T25" fmla="*/ 36 h 249"/>
                <a:gd name="T26" fmla="*/ 44 w 142"/>
                <a:gd name="T27" fmla="*/ 36 h 249"/>
                <a:gd name="T28" fmla="*/ 14 w 142"/>
                <a:gd name="T29" fmla="*/ 149 h 249"/>
                <a:gd name="T30" fmla="*/ 45 w 142"/>
                <a:gd name="T31" fmla="*/ 149 h 249"/>
                <a:gd name="T32" fmla="*/ 45 w 142"/>
                <a:gd name="T33" fmla="*/ 238 h 249"/>
                <a:gd name="T34" fmla="*/ 56 w 142"/>
                <a:gd name="T35" fmla="*/ 249 h 249"/>
                <a:gd name="T36" fmla="*/ 68 w 142"/>
                <a:gd name="T37" fmla="*/ 238 h 249"/>
                <a:gd name="T38" fmla="*/ 68 w 142"/>
                <a:gd name="T39" fmla="*/ 149 h 249"/>
                <a:gd name="T40" fmla="*/ 74 w 142"/>
                <a:gd name="T41" fmla="*/ 149 h 249"/>
                <a:gd name="T42" fmla="*/ 74 w 142"/>
                <a:gd name="T43" fmla="*/ 238 h 249"/>
                <a:gd name="T44" fmla="*/ 86 w 142"/>
                <a:gd name="T45" fmla="*/ 249 h 249"/>
                <a:gd name="T46" fmla="*/ 97 w 142"/>
                <a:gd name="T47" fmla="*/ 238 h 249"/>
                <a:gd name="T48" fmla="*/ 97 w 142"/>
                <a:gd name="T49" fmla="*/ 149 h 249"/>
                <a:gd name="T50" fmla="*/ 128 w 142"/>
                <a:gd name="T51" fmla="*/ 149 h 249"/>
                <a:gd name="T52" fmla="*/ 96 w 142"/>
                <a:gd name="T53" fmla="*/ 36 h 249"/>
                <a:gd name="T54" fmla="*/ 98 w 142"/>
                <a:gd name="T55" fmla="*/ 36 h 249"/>
                <a:gd name="T56" fmla="*/ 100 w 142"/>
                <a:gd name="T57" fmla="*/ 35 h 249"/>
                <a:gd name="T58" fmla="*/ 121 w 142"/>
                <a:gd name="T59" fmla="*/ 99 h 249"/>
                <a:gd name="T60" fmla="*/ 134 w 142"/>
                <a:gd name="T61" fmla="*/ 105 h 249"/>
                <a:gd name="T62" fmla="*/ 140 w 142"/>
                <a:gd name="T63" fmla="*/ 9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2" h="249">
                  <a:moveTo>
                    <a:pt x="140" y="92"/>
                  </a:moveTo>
                  <a:cubicBezTo>
                    <a:pt x="114" y="15"/>
                    <a:pt x="114" y="15"/>
                    <a:pt x="114" y="15"/>
                  </a:cubicBezTo>
                  <a:cubicBezTo>
                    <a:pt x="114" y="7"/>
                    <a:pt x="107" y="0"/>
                    <a:pt x="98" y="0"/>
                  </a:cubicBezTo>
                  <a:cubicBezTo>
                    <a:pt x="42" y="0"/>
                    <a:pt x="42" y="0"/>
                    <a:pt x="42" y="0"/>
                  </a:cubicBezTo>
                  <a:cubicBezTo>
                    <a:pt x="36" y="0"/>
                    <a:pt x="31" y="4"/>
                    <a:pt x="28" y="8"/>
                  </a:cubicBezTo>
                  <a:cubicBezTo>
                    <a:pt x="28" y="9"/>
                    <a:pt x="27" y="10"/>
                    <a:pt x="27" y="11"/>
                  </a:cubicBezTo>
                  <a:cubicBezTo>
                    <a:pt x="27" y="11"/>
                    <a:pt x="27" y="11"/>
                    <a:pt x="27" y="11"/>
                  </a:cubicBezTo>
                  <a:cubicBezTo>
                    <a:pt x="27" y="12"/>
                    <a:pt x="26" y="12"/>
                    <a:pt x="26" y="13"/>
                  </a:cubicBezTo>
                  <a:cubicBezTo>
                    <a:pt x="2" y="93"/>
                    <a:pt x="2" y="93"/>
                    <a:pt x="2" y="93"/>
                  </a:cubicBezTo>
                  <a:cubicBezTo>
                    <a:pt x="0" y="98"/>
                    <a:pt x="3" y="104"/>
                    <a:pt x="8" y="105"/>
                  </a:cubicBezTo>
                  <a:cubicBezTo>
                    <a:pt x="13" y="107"/>
                    <a:pt x="19" y="104"/>
                    <a:pt x="21" y="99"/>
                  </a:cubicBezTo>
                  <a:cubicBezTo>
                    <a:pt x="40" y="35"/>
                    <a:pt x="40" y="35"/>
                    <a:pt x="40" y="35"/>
                  </a:cubicBezTo>
                  <a:cubicBezTo>
                    <a:pt x="41" y="35"/>
                    <a:pt x="41" y="36"/>
                    <a:pt x="42" y="36"/>
                  </a:cubicBezTo>
                  <a:cubicBezTo>
                    <a:pt x="44" y="36"/>
                    <a:pt x="44" y="36"/>
                    <a:pt x="44" y="36"/>
                  </a:cubicBezTo>
                  <a:cubicBezTo>
                    <a:pt x="14" y="149"/>
                    <a:pt x="14" y="149"/>
                    <a:pt x="14" y="149"/>
                  </a:cubicBezTo>
                  <a:cubicBezTo>
                    <a:pt x="45" y="149"/>
                    <a:pt x="45" y="149"/>
                    <a:pt x="45" y="149"/>
                  </a:cubicBezTo>
                  <a:cubicBezTo>
                    <a:pt x="45" y="238"/>
                    <a:pt x="45" y="238"/>
                    <a:pt x="45" y="238"/>
                  </a:cubicBezTo>
                  <a:cubicBezTo>
                    <a:pt x="45" y="244"/>
                    <a:pt x="50" y="249"/>
                    <a:pt x="56" y="249"/>
                  </a:cubicBezTo>
                  <a:cubicBezTo>
                    <a:pt x="62" y="249"/>
                    <a:pt x="68" y="244"/>
                    <a:pt x="68" y="238"/>
                  </a:cubicBezTo>
                  <a:cubicBezTo>
                    <a:pt x="68" y="149"/>
                    <a:pt x="68" y="149"/>
                    <a:pt x="68" y="149"/>
                  </a:cubicBezTo>
                  <a:cubicBezTo>
                    <a:pt x="74" y="149"/>
                    <a:pt x="74" y="149"/>
                    <a:pt x="74" y="149"/>
                  </a:cubicBezTo>
                  <a:cubicBezTo>
                    <a:pt x="74" y="238"/>
                    <a:pt x="74" y="238"/>
                    <a:pt x="74" y="238"/>
                  </a:cubicBezTo>
                  <a:cubicBezTo>
                    <a:pt x="74" y="244"/>
                    <a:pt x="79" y="249"/>
                    <a:pt x="86" y="249"/>
                  </a:cubicBezTo>
                  <a:cubicBezTo>
                    <a:pt x="92" y="249"/>
                    <a:pt x="97" y="244"/>
                    <a:pt x="97" y="238"/>
                  </a:cubicBezTo>
                  <a:cubicBezTo>
                    <a:pt x="97" y="149"/>
                    <a:pt x="97" y="149"/>
                    <a:pt x="97" y="149"/>
                  </a:cubicBezTo>
                  <a:cubicBezTo>
                    <a:pt x="128" y="149"/>
                    <a:pt x="128" y="149"/>
                    <a:pt x="128" y="149"/>
                  </a:cubicBezTo>
                  <a:cubicBezTo>
                    <a:pt x="96" y="36"/>
                    <a:pt x="96" y="36"/>
                    <a:pt x="96" y="36"/>
                  </a:cubicBezTo>
                  <a:cubicBezTo>
                    <a:pt x="98" y="36"/>
                    <a:pt x="98" y="36"/>
                    <a:pt x="98" y="36"/>
                  </a:cubicBezTo>
                  <a:cubicBezTo>
                    <a:pt x="99" y="36"/>
                    <a:pt x="99" y="35"/>
                    <a:pt x="100" y="35"/>
                  </a:cubicBezTo>
                  <a:cubicBezTo>
                    <a:pt x="121" y="99"/>
                    <a:pt x="121" y="99"/>
                    <a:pt x="121" y="99"/>
                  </a:cubicBezTo>
                  <a:cubicBezTo>
                    <a:pt x="123" y="104"/>
                    <a:pt x="128" y="107"/>
                    <a:pt x="134" y="105"/>
                  </a:cubicBezTo>
                  <a:cubicBezTo>
                    <a:pt x="139" y="103"/>
                    <a:pt x="142" y="97"/>
                    <a:pt x="140" y="92"/>
                  </a:cubicBezTo>
                  <a:close/>
                </a:path>
              </a:pathLst>
            </a:custGeom>
            <a:solidFill>
              <a:srgbClr val="E55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aphicFrame>
        <p:nvGraphicFramePr>
          <p:cNvPr id="24" name="图表 23"/>
          <p:cNvGraphicFramePr/>
          <p:nvPr/>
        </p:nvGraphicFramePr>
        <p:xfrm>
          <a:off x="6804924" y="852034"/>
          <a:ext cx="5023405" cy="5722187"/>
        </p:xfrm>
        <a:graphic>
          <a:graphicData uri="http://schemas.openxmlformats.org/drawingml/2006/chart">
            <c:chart xmlns:c="http://schemas.openxmlformats.org/drawingml/2006/chart" xmlns:r="http://schemas.openxmlformats.org/officeDocument/2006/relationships" r:id="rId2"/>
          </a:graphicData>
        </a:graphic>
      </p:graphicFrame>
      <p:sp>
        <p:nvSpPr>
          <p:cNvPr id="27" name="Freeform 60"/>
          <p:cNvSpPr>
            <a:spLocks/>
          </p:cNvSpPr>
          <p:nvPr/>
        </p:nvSpPr>
        <p:spPr bwMode="auto">
          <a:xfrm>
            <a:off x="783743" y="3615797"/>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 name="文本框 27"/>
          <p:cNvSpPr txBox="1"/>
          <p:nvPr/>
        </p:nvSpPr>
        <p:spPr>
          <a:xfrm>
            <a:off x="716896" y="4415398"/>
            <a:ext cx="4446776" cy="1421928"/>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右图由柱形图表直接设置；</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可调整数据比例和颜色；</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可以辅助文字加以说明；</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可更换矢量图标。</a:t>
            </a:r>
            <a:endParaRPr lang="en-US" altLang="zh-CN" dirty="0">
              <a:solidFill>
                <a:prstClr val="black">
                  <a:lumMod val="65000"/>
                  <a:lumOff val="35000"/>
                </a:prstClr>
              </a:solidFill>
              <a:latin typeface="微软雅黑" panose="020B0503020204020204" pitchFamily="34" charset="-122"/>
            </a:endParaRPr>
          </a:p>
        </p:txBody>
      </p:sp>
      <p:sp>
        <p:nvSpPr>
          <p:cNvPr id="29" name="圆角矩形 28"/>
          <p:cNvSpPr/>
          <p:nvPr/>
        </p:nvSpPr>
        <p:spPr>
          <a:xfrm>
            <a:off x="1451435" y="3775082"/>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30" name="等腰三角形 29"/>
          <p:cNvSpPr/>
          <p:nvPr/>
        </p:nvSpPr>
        <p:spPr>
          <a:xfrm rot="16200000">
            <a:off x="1376803" y="3842626"/>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14" name="矩形 39"/>
          <p:cNvSpPr/>
          <p:nvPr/>
        </p:nvSpPr>
        <p:spPr>
          <a:xfrm>
            <a:off x="0" y="203088"/>
            <a:ext cx="1774845" cy="523220"/>
          </a:xfrm>
          <a:prstGeom prst="rect">
            <a:avLst/>
          </a:prstGeom>
          <a:noFill/>
        </p:spPr>
        <p:txBody>
          <a:bodyPr wrap="none" rtlCol="0">
            <a:spAutoFit/>
          </a:bodyPr>
          <a:lstStyle/>
          <a:p>
            <a:r>
              <a:rPr lang="zh-CN" altLang="en-US" sz="2800" b="1" dirty="0">
                <a:solidFill>
                  <a:schemeClr val="tx1">
                    <a:lumMod val="65000"/>
                    <a:lumOff val="35000"/>
                  </a:schemeClr>
                </a:solidFill>
              </a:rPr>
              <a:t>柱</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条形图</a:t>
            </a:r>
          </a:p>
        </p:txBody>
      </p:sp>
    </p:spTree>
    <p:extLst>
      <p:ext uri="{BB962C8B-B14F-4D97-AF65-F5344CB8AC3E}">
        <p14:creationId xmlns:p14="http://schemas.microsoft.com/office/powerpoint/2010/main" val="292344729"/>
      </p:ext>
    </p:extLst>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Freeform 20"/>
          <p:cNvSpPr>
            <a:spLocks noEditPoints="1"/>
          </p:cNvSpPr>
          <p:nvPr/>
        </p:nvSpPr>
        <p:spPr bwMode="auto">
          <a:xfrm>
            <a:off x="7531228" y="1261274"/>
            <a:ext cx="3431819" cy="944589"/>
          </a:xfrm>
          <a:custGeom>
            <a:avLst/>
            <a:gdLst>
              <a:gd name="T0" fmla="*/ 1161 w 1228"/>
              <a:gd name="T1" fmla="*/ 85 h 338"/>
              <a:gd name="T2" fmla="*/ 1228 w 1228"/>
              <a:gd name="T3" fmla="*/ 85 h 338"/>
              <a:gd name="T4" fmla="*/ 1228 w 1228"/>
              <a:gd name="T5" fmla="*/ 253 h 338"/>
              <a:gd name="T6" fmla="*/ 1161 w 1228"/>
              <a:gd name="T7" fmla="*/ 253 h 338"/>
              <a:gd name="T8" fmla="*/ 1161 w 1228"/>
              <a:gd name="T9" fmla="*/ 338 h 338"/>
              <a:gd name="T10" fmla="*/ 0 w 1228"/>
              <a:gd name="T11" fmla="*/ 338 h 338"/>
              <a:gd name="T12" fmla="*/ 0 w 1228"/>
              <a:gd name="T13" fmla="*/ 0 h 338"/>
              <a:gd name="T14" fmla="*/ 1161 w 1228"/>
              <a:gd name="T15" fmla="*/ 0 h 338"/>
              <a:gd name="T16" fmla="*/ 1161 w 1228"/>
              <a:gd name="T17" fmla="*/ 85 h 338"/>
              <a:gd name="T18" fmla="*/ 1161 w 1228"/>
              <a:gd name="T19" fmla="*/ 85 h 338"/>
              <a:gd name="T20" fmla="*/ 1116 w 1228"/>
              <a:gd name="T21" fmla="*/ 47 h 338"/>
              <a:gd name="T22" fmla="*/ 1116 w 1228"/>
              <a:gd name="T23" fmla="*/ 291 h 338"/>
              <a:gd name="T24" fmla="*/ 46 w 1228"/>
              <a:gd name="T25" fmla="*/ 291 h 338"/>
              <a:gd name="T26" fmla="*/ 46 w 1228"/>
              <a:gd name="T27" fmla="*/ 47 h 338"/>
              <a:gd name="T28" fmla="*/ 1116 w 1228"/>
              <a:gd name="T29" fmla="*/ 47 h 338"/>
              <a:gd name="T30" fmla="*/ 1116 w 1228"/>
              <a:gd name="T31" fmla="*/ 47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28" h="338">
                <a:moveTo>
                  <a:pt x="1161" y="85"/>
                </a:moveTo>
                <a:lnTo>
                  <a:pt x="1228" y="85"/>
                </a:lnTo>
                <a:lnTo>
                  <a:pt x="1228" y="253"/>
                </a:lnTo>
                <a:lnTo>
                  <a:pt x="1161" y="253"/>
                </a:lnTo>
                <a:lnTo>
                  <a:pt x="1161" y="338"/>
                </a:lnTo>
                <a:lnTo>
                  <a:pt x="0" y="338"/>
                </a:lnTo>
                <a:lnTo>
                  <a:pt x="0" y="0"/>
                </a:lnTo>
                <a:lnTo>
                  <a:pt x="1161" y="0"/>
                </a:lnTo>
                <a:lnTo>
                  <a:pt x="1161" y="85"/>
                </a:lnTo>
                <a:lnTo>
                  <a:pt x="1161" y="85"/>
                </a:lnTo>
                <a:close/>
                <a:moveTo>
                  <a:pt x="1116" y="47"/>
                </a:moveTo>
                <a:lnTo>
                  <a:pt x="1116" y="291"/>
                </a:lnTo>
                <a:lnTo>
                  <a:pt x="46" y="291"/>
                </a:lnTo>
                <a:lnTo>
                  <a:pt x="46" y="47"/>
                </a:lnTo>
                <a:lnTo>
                  <a:pt x="1116" y="47"/>
                </a:lnTo>
                <a:lnTo>
                  <a:pt x="1116" y="47"/>
                </a:lnTo>
                <a:close/>
              </a:path>
            </a:pathLst>
          </a:custGeom>
          <a:solidFill>
            <a:srgbClr val="B5B5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aphicFrame>
        <p:nvGraphicFramePr>
          <p:cNvPr id="7" name="图表 6"/>
          <p:cNvGraphicFramePr/>
          <p:nvPr/>
        </p:nvGraphicFramePr>
        <p:xfrm>
          <a:off x="7307960" y="1072819"/>
          <a:ext cx="3957320" cy="5040000"/>
        </p:xfrm>
        <a:graphic>
          <a:graphicData uri="http://schemas.openxmlformats.org/drawingml/2006/chart">
            <c:chart xmlns:c="http://schemas.openxmlformats.org/drawingml/2006/chart" xmlns:r="http://schemas.openxmlformats.org/officeDocument/2006/relationships" r:id="rId2"/>
          </a:graphicData>
        </a:graphic>
      </p:graphicFrame>
      <p:sp>
        <p:nvSpPr>
          <p:cNvPr id="20" name="Freeform 20"/>
          <p:cNvSpPr>
            <a:spLocks noEditPoints="1"/>
          </p:cNvSpPr>
          <p:nvPr/>
        </p:nvSpPr>
        <p:spPr bwMode="auto">
          <a:xfrm>
            <a:off x="7531228" y="2309042"/>
            <a:ext cx="3431819" cy="944589"/>
          </a:xfrm>
          <a:custGeom>
            <a:avLst/>
            <a:gdLst>
              <a:gd name="T0" fmla="*/ 1161 w 1228"/>
              <a:gd name="T1" fmla="*/ 85 h 338"/>
              <a:gd name="T2" fmla="*/ 1228 w 1228"/>
              <a:gd name="T3" fmla="*/ 85 h 338"/>
              <a:gd name="T4" fmla="*/ 1228 w 1228"/>
              <a:gd name="T5" fmla="*/ 253 h 338"/>
              <a:gd name="T6" fmla="*/ 1161 w 1228"/>
              <a:gd name="T7" fmla="*/ 253 h 338"/>
              <a:gd name="T8" fmla="*/ 1161 w 1228"/>
              <a:gd name="T9" fmla="*/ 338 h 338"/>
              <a:gd name="T10" fmla="*/ 0 w 1228"/>
              <a:gd name="T11" fmla="*/ 338 h 338"/>
              <a:gd name="T12" fmla="*/ 0 w 1228"/>
              <a:gd name="T13" fmla="*/ 0 h 338"/>
              <a:gd name="T14" fmla="*/ 1161 w 1228"/>
              <a:gd name="T15" fmla="*/ 0 h 338"/>
              <a:gd name="T16" fmla="*/ 1161 w 1228"/>
              <a:gd name="T17" fmla="*/ 85 h 338"/>
              <a:gd name="T18" fmla="*/ 1161 w 1228"/>
              <a:gd name="T19" fmla="*/ 85 h 338"/>
              <a:gd name="T20" fmla="*/ 1116 w 1228"/>
              <a:gd name="T21" fmla="*/ 47 h 338"/>
              <a:gd name="T22" fmla="*/ 1116 w 1228"/>
              <a:gd name="T23" fmla="*/ 291 h 338"/>
              <a:gd name="T24" fmla="*/ 46 w 1228"/>
              <a:gd name="T25" fmla="*/ 291 h 338"/>
              <a:gd name="T26" fmla="*/ 46 w 1228"/>
              <a:gd name="T27" fmla="*/ 47 h 338"/>
              <a:gd name="T28" fmla="*/ 1116 w 1228"/>
              <a:gd name="T29" fmla="*/ 47 h 338"/>
              <a:gd name="T30" fmla="*/ 1116 w 1228"/>
              <a:gd name="T31" fmla="*/ 47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28" h="338">
                <a:moveTo>
                  <a:pt x="1161" y="85"/>
                </a:moveTo>
                <a:lnTo>
                  <a:pt x="1228" y="85"/>
                </a:lnTo>
                <a:lnTo>
                  <a:pt x="1228" y="253"/>
                </a:lnTo>
                <a:lnTo>
                  <a:pt x="1161" y="253"/>
                </a:lnTo>
                <a:lnTo>
                  <a:pt x="1161" y="338"/>
                </a:lnTo>
                <a:lnTo>
                  <a:pt x="0" y="338"/>
                </a:lnTo>
                <a:lnTo>
                  <a:pt x="0" y="0"/>
                </a:lnTo>
                <a:lnTo>
                  <a:pt x="1161" y="0"/>
                </a:lnTo>
                <a:lnTo>
                  <a:pt x="1161" y="85"/>
                </a:lnTo>
                <a:lnTo>
                  <a:pt x="1161" y="85"/>
                </a:lnTo>
                <a:close/>
                <a:moveTo>
                  <a:pt x="1116" y="47"/>
                </a:moveTo>
                <a:lnTo>
                  <a:pt x="1116" y="291"/>
                </a:lnTo>
                <a:lnTo>
                  <a:pt x="46" y="291"/>
                </a:lnTo>
                <a:lnTo>
                  <a:pt x="46" y="47"/>
                </a:lnTo>
                <a:lnTo>
                  <a:pt x="1116" y="47"/>
                </a:lnTo>
                <a:lnTo>
                  <a:pt x="1116" y="47"/>
                </a:lnTo>
                <a:close/>
              </a:path>
            </a:pathLst>
          </a:custGeom>
          <a:solidFill>
            <a:srgbClr val="B5B5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 name="Freeform 20"/>
          <p:cNvSpPr>
            <a:spLocks noEditPoints="1"/>
          </p:cNvSpPr>
          <p:nvPr/>
        </p:nvSpPr>
        <p:spPr bwMode="auto">
          <a:xfrm>
            <a:off x="7531228" y="3356810"/>
            <a:ext cx="3431819" cy="944589"/>
          </a:xfrm>
          <a:custGeom>
            <a:avLst/>
            <a:gdLst>
              <a:gd name="T0" fmla="*/ 1161 w 1228"/>
              <a:gd name="T1" fmla="*/ 85 h 338"/>
              <a:gd name="T2" fmla="*/ 1228 w 1228"/>
              <a:gd name="T3" fmla="*/ 85 h 338"/>
              <a:gd name="T4" fmla="*/ 1228 w 1228"/>
              <a:gd name="T5" fmla="*/ 253 h 338"/>
              <a:gd name="T6" fmla="*/ 1161 w 1228"/>
              <a:gd name="T7" fmla="*/ 253 h 338"/>
              <a:gd name="T8" fmla="*/ 1161 w 1228"/>
              <a:gd name="T9" fmla="*/ 338 h 338"/>
              <a:gd name="T10" fmla="*/ 0 w 1228"/>
              <a:gd name="T11" fmla="*/ 338 h 338"/>
              <a:gd name="T12" fmla="*/ 0 w 1228"/>
              <a:gd name="T13" fmla="*/ 0 h 338"/>
              <a:gd name="T14" fmla="*/ 1161 w 1228"/>
              <a:gd name="T15" fmla="*/ 0 h 338"/>
              <a:gd name="T16" fmla="*/ 1161 w 1228"/>
              <a:gd name="T17" fmla="*/ 85 h 338"/>
              <a:gd name="T18" fmla="*/ 1161 w 1228"/>
              <a:gd name="T19" fmla="*/ 85 h 338"/>
              <a:gd name="T20" fmla="*/ 1116 w 1228"/>
              <a:gd name="T21" fmla="*/ 47 h 338"/>
              <a:gd name="T22" fmla="*/ 1116 w 1228"/>
              <a:gd name="T23" fmla="*/ 291 h 338"/>
              <a:gd name="T24" fmla="*/ 46 w 1228"/>
              <a:gd name="T25" fmla="*/ 291 h 338"/>
              <a:gd name="T26" fmla="*/ 46 w 1228"/>
              <a:gd name="T27" fmla="*/ 47 h 338"/>
              <a:gd name="T28" fmla="*/ 1116 w 1228"/>
              <a:gd name="T29" fmla="*/ 47 h 338"/>
              <a:gd name="T30" fmla="*/ 1116 w 1228"/>
              <a:gd name="T31" fmla="*/ 47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28" h="338">
                <a:moveTo>
                  <a:pt x="1161" y="85"/>
                </a:moveTo>
                <a:lnTo>
                  <a:pt x="1228" y="85"/>
                </a:lnTo>
                <a:lnTo>
                  <a:pt x="1228" y="253"/>
                </a:lnTo>
                <a:lnTo>
                  <a:pt x="1161" y="253"/>
                </a:lnTo>
                <a:lnTo>
                  <a:pt x="1161" y="338"/>
                </a:lnTo>
                <a:lnTo>
                  <a:pt x="0" y="338"/>
                </a:lnTo>
                <a:lnTo>
                  <a:pt x="0" y="0"/>
                </a:lnTo>
                <a:lnTo>
                  <a:pt x="1161" y="0"/>
                </a:lnTo>
                <a:lnTo>
                  <a:pt x="1161" y="85"/>
                </a:lnTo>
                <a:lnTo>
                  <a:pt x="1161" y="85"/>
                </a:lnTo>
                <a:close/>
                <a:moveTo>
                  <a:pt x="1116" y="47"/>
                </a:moveTo>
                <a:lnTo>
                  <a:pt x="1116" y="291"/>
                </a:lnTo>
                <a:lnTo>
                  <a:pt x="46" y="291"/>
                </a:lnTo>
                <a:lnTo>
                  <a:pt x="46" y="47"/>
                </a:lnTo>
                <a:lnTo>
                  <a:pt x="1116" y="47"/>
                </a:lnTo>
                <a:lnTo>
                  <a:pt x="1116" y="47"/>
                </a:lnTo>
                <a:close/>
              </a:path>
            </a:pathLst>
          </a:custGeom>
          <a:solidFill>
            <a:srgbClr val="B5B5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 name="Freeform 20"/>
          <p:cNvSpPr>
            <a:spLocks noEditPoints="1"/>
          </p:cNvSpPr>
          <p:nvPr/>
        </p:nvSpPr>
        <p:spPr bwMode="auto">
          <a:xfrm>
            <a:off x="7531228" y="4393561"/>
            <a:ext cx="3431819" cy="944589"/>
          </a:xfrm>
          <a:custGeom>
            <a:avLst/>
            <a:gdLst>
              <a:gd name="T0" fmla="*/ 1161 w 1228"/>
              <a:gd name="T1" fmla="*/ 85 h 338"/>
              <a:gd name="T2" fmla="*/ 1228 w 1228"/>
              <a:gd name="T3" fmla="*/ 85 h 338"/>
              <a:gd name="T4" fmla="*/ 1228 w 1228"/>
              <a:gd name="T5" fmla="*/ 253 h 338"/>
              <a:gd name="T6" fmla="*/ 1161 w 1228"/>
              <a:gd name="T7" fmla="*/ 253 h 338"/>
              <a:gd name="T8" fmla="*/ 1161 w 1228"/>
              <a:gd name="T9" fmla="*/ 338 h 338"/>
              <a:gd name="T10" fmla="*/ 0 w 1228"/>
              <a:gd name="T11" fmla="*/ 338 h 338"/>
              <a:gd name="T12" fmla="*/ 0 w 1228"/>
              <a:gd name="T13" fmla="*/ 0 h 338"/>
              <a:gd name="T14" fmla="*/ 1161 w 1228"/>
              <a:gd name="T15" fmla="*/ 0 h 338"/>
              <a:gd name="T16" fmla="*/ 1161 w 1228"/>
              <a:gd name="T17" fmla="*/ 85 h 338"/>
              <a:gd name="T18" fmla="*/ 1161 w 1228"/>
              <a:gd name="T19" fmla="*/ 85 h 338"/>
              <a:gd name="T20" fmla="*/ 1116 w 1228"/>
              <a:gd name="T21" fmla="*/ 47 h 338"/>
              <a:gd name="T22" fmla="*/ 1116 w 1228"/>
              <a:gd name="T23" fmla="*/ 291 h 338"/>
              <a:gd name="T24" fmla="*/ 46 w 1228"/>
              <a:gd name="T25" fmla="*/ 291 h 338"/>
              <a:gd name="T26" fmla="*/ 46 w 1228"/>
              <a:gd name="T27" fmla="*/ 47 h 338"/>
              <a:gd name="T28" fmla="*/ 1116 w 1228"/>
              <a:gd name="T29" fmla="*/ 47 h 338"/>
              <a:gd name="T30" fmla="*/ 1116 w 1228"/>
              <a:gd name="T31" fmla="*/ 47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28" h="338">
                <a:moveTo>
                  <a:pt x="1161" y="85"/>
                </a:moveTo>
                <a:lnTo>
                  <a:pt x="1228" y="85"/>
                </a:lnTo>
                <a:lnTo>
                  <a:pt x="1228" y="253"/>
                </a:lnTo>
                <a:lnTo>
                  <a:pt x="1161" y="253"/>
                </a:lnTo>
                <a:lnTo>
                  <a:pt x="1161" y="338"/>
                </a:lnTo>
                <a:lnTo>
                  <a:pt x="0" y="338"/>
                </a:lnTo>
                <a:lnTo>
                  <a:pt x="0" y="0"/>
                </a:lnTo>
                <a:lnTo>
                  <a:pt x="1161" y="0"/>
                </a:lnTo>
                <a:lnTo>
                  <a:pt x="1161" y="85"/>
                </a:lnTo>
                <a:lnTo>
                  <a:pt x="1161" y="85"/>
                </a:lnTo>
                <a:close/>
                <a:moveTo>
                  <a:pt x="1116" y="47"/>
                </a:moveTo>
                <a:lnTo>
                  <a:pt x="1116" y="291"/>
                </a:lnTo>
                <a:lnTo>
                  <a:pt x="46" y="291"/>
                </a:lnTo>
                <a:lnTo>
                  <a:pt x="46" y="47"/>
                </a:lnTo>
                <a:lnTo>
                  <a:pt x="1116" y="47"/>
                </a:lnTo>
                <a:lnTo>
                  <a:pt x="1116" y="47"/>
                </a:lnTo>
                <a:close/>
              </a:path>
            </a:pathLst>
          </a:custGeom>
          <a:solidFill>
            <a:srgbClr val="B5B5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26" name="组合 25"/>
          <p:cNvGrpSpPr/>
          <p:nvPr/>
        </p:nvGrpSpPr>
        <p:grpSpPr>
          <a:xfrm>
            <a:off x="3526943" y="1922617"/>
            <a:ext cx="2145885" cy="3012766"/>
            <a:chOff x="3600451" y="504825"/>
            <a:chExt cx="958850" cy="1346200"/>
          </a:xfrm>
        </p:grpSpPr>
        <p:sp>
          <p:nvSpPr>
            <p:cNvPr id="27" name="Freeform 647"/>
            <p:cNvSpPr>
              <a:spLocks noEditPoints="1"/>
            </p:cNvSpPr>
            <p:nvPr/>
          </p:nvSpPr>
          <p:spPr bwMode="auto">
            <a:xfrm>
              <a:off x="3600451" y="504825"/>
              <a:ext cx="958850" cy="284163"/>
            </a:xfrm>
            <a:custGeom>
              <a:avLst/>
              <a:gdLst>
                <a:gd name="T0" fmla="*/ 273 w 302"/>
                <a:gd name="T1" fmla="*/ 7 h 89"/>
                <a:gd name="T2" fmla="*/ 281 w 302"/>
                <a:gd name="T3" fmla="*/ 15 h 89"/>
                <a:gd name="T4" fmla="*/ 281 w 302"/>
                <a:gd name="T5" fmla="*/ 22 h 89"/>
                <a:gd name="T6" fmla="*/ 288 w 302"/>
                <a:gd name="T7" fmla="*/ 31 h 89"/>
                <a:gd name="T8" fmla="*/ 296 w 302"/>
                <a:gd name="T9" fmla="*/ 39 h 89"/>
                <a:gd name="T10" fmla="*/ 296 w 302"/>
                <a:gd name="T11" fmla="*/ 51 h 89"/>
                <a:gd name="T12" fmla="*/ 288 w 302"/>
                <a:gd name="T13" fmla="*/ 60 h 89"/>
                <a:gd name="T14" fmla="*/ 281 w 302"/>
                <a:gd name="T15" fmla="*/ 68 h 89"/>
                <a:gd name="T16" fmla="*/ 281 w 302"/>
                <a:gd name="T17" fmla="*/ 74 h 89"/>
                <a:gd name="T18" fmla="*/ 273 w 302"/>
                <a:gd name="T19" fmla="*/ 82 h 89"/>
                <a:gd name="T20" fmla="*/ 15 w 302"/>
                <a:gd name="T21" fmla="*/ 82 h 89"/>
                <a:gd name="T22" fmla="*/ 7 w 302"/>
                <a:gd name="T23" fmla="*/ 74 h 89"/>
                <a:gd name="T24" fmla="*/ 7 w 302"/>
                <a:gd name="T25" fmla="*/ 15 h 89"/>
                <a:gd name="T26" fmla="*/ 15 w 302"/>
                <a:gd name="T27" fmla="*/ 7 h 89"/>
                <a:gd name="T28" fmla="*/ 273 w 302"/>
                <a:gd name="T29" fmla="*/ 7 h 89"/>
                <a:gd name="T30" fmla="*/ 273 w 302"/>
                <a:gd name="T31" fmla="*/ 0 h 89"/>
                <a:gd name="T32" fmla="*/ 15 w 302"/>
                <a:gd name="T33" fmla="*/ 0 h 89"/>
                <a:gd name="T34" fmla="*/ 0 w 302"/>
                <a:gd name="T35" fmla="*/ 15 h 89"/>
                <a:gd name="T36" fmla="*/ 0 w 302"/>
                <a:gd name="T37" fmla="*/ 74 h 89"/>
                <a:gd name="T38" fmla="*/ 15 w 302"/>
                <a:gd name="T39" fmla="*/ 89 h 89"/>
                <a:gd name="T40" fmla="*/ 273 w 302"/>
                <a:gd name="T41" fmla="*/ 89 h 89"/>
                <a:gd name="T42" fmla="*/ 287 w 302"/>
                <a:gd name="T43" fmla="*/ 74 h 89"/>
                <a:gd name="T44" fmla="*/ 287 w 302"/>
                <a:gd name="T45" fmla="*/ 68 h 89"/>
                <a:gd name="T46" fmla="*/ 288 w 302"/>
                <a:gd name="T47" fmla="*/ 66 h 89"/>
                <a:gd name="T48" fmla="*/ 302 w 302"/>
                <a:gd name="T49" fmla="*/ 51 h 89"/>
                <a:gd name="T50" fmla="*/ 302 w 302"/>
                <a:gd name="T51" fmla="*/ 39 h 89"/>
                <a:gd name="T52" fmla="*/ 288 w 302"/>
                <a:gd name="T53" fmla="*/ 25 h 89"/>
                <a:gd name="T54" fmla="*/ 287 w 302"/>
                <a:gd name="T55" fmla="*/ 22 h 89"/>
                <a:gd name="T56" fmla="*/ 287 w 302"/>
                <a:gd name="T57" fmla="*/ 15 h 89"/>
                <a:gd name="T58" fmla="*/ 273 w 302"/>
                <a:gd name="T59"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02" h="89">
                  <a:moveTo>
                    <a:pt x="273" y="7"/>
                  </a:moveTo>
                  <a:cubicBezTo>
                    <a:pt x="277" y="7"/>
                    <a:pt x="281" y="10"/>
                    <a:pt x="281" y="15"/>
                  </a:cubicBezTo>
                  <a:cubicBezTo>
                    <a:pt x="281" y="22"/>
                    <a:pt x="281" y="22"/>
                    <a:pt x="281" y="22"/>
                  </a:cubicBezTo>
                  <a:cubicBezTo>
                    <a:pt x="281" y="27"/>
                    <a:pt x="284" y="31"/>
                    <a:pt x="288" y="31"/>
                  </a:cubicBezTo>
                  <a:cubicBezTo>
                    <a:pt x="292" y="31"/>
                    <a:pt x="296" y="34"/>
                    <a:pt x="296" y="39"/>
                  </a:cubicBezTo>
                  <a:cubicBezTo>
                    <a:pt x="296" y="51"/>
                    <a:pt x="296" y="51"/>
                    <a:pt x="296" y="51"/>
                  </a:cubicBezTo>
                  <a:cubicBezTo>
                    <a:pt x="296" y="56"/>
                    <a:pt x="292" y="60"/>
                    <a:pt x="288" y="60"/>
                  </a:cubicBezTo>
                  <a:cubicBezTo>
                    <a:pt x="284" y="60"/>
                    <a:pt x="281" y="63"/>
                    <a:pt x="281" y="68"/>
                  </a:cubicBezTo>
                  <a:cubicBezTo>
                    <a:pt x="281" y="74"/>
                    <a:pt x="281" y="74"/>
                    <a:pt x="281" y="74"/>
                  </a:cubicBezTo>
                  <a:cubicBezTo>
                    <a:pt x="281" y="79"/>
                    <a:pt x="277" y="82"/>
                    <a:pt x="273" y="82"/>
                  </a:cubicBezTo>
                  <a:cubicBezTo>
                    <a:pt x="15" y="82"/>
                    <a:pt x="15" y="82"/>
                    <a:pt x="15" y="82"/>
                  </a:cubicBezTo>
                  <a:cubicBezTo>
                    <a:pt x="10" y="82"/>
                    <a:pt x="7" y="79"/>
                    <a:pt x="7" y="74"/>
                  </a:cubicBezTo>
                  <a:cubicBezTo>
                    <a:pt x="7" y="15"/>
                    <a:pt x="7" y="15"/>
                    <a:pt x="7" y="15"/>
                  </a:cubicBezTo>
                  <a:cubicBezTo>
                    <a:pt x="7" y="10"/>
                    <a:pt x="10" y="7"/>
                    <a:pt x="15" y="7"/>
                  </a:cubicBezTo>
                  <a:cubicBezTo>
                    <a:pt x="273" y="7"/>
                    <a:pt x="273" y="7"/>
                    <a:pt x="273" y="7"/>
                  </a:cubicBezTo>
                  <a:moveTo>
                    <a:pt x="273" y="0"/>
                  </a:moveTo>
                  <a:cubicBezTo>
                    <a:pt x="15" y="0"/>
                    <a:pt x="15" y="0"/>
                    <a:pt x="15" y="0"/>
                  </a:cubicBezTo>
                  <a:cubicBezTo>
                    <a:pt x="7" y="0"/>
                    <a:pt x="0" y="7"/>
                    <a:pt x="0" y="15"/>
                  </a:cubicBezTo>
                  <a:cubicBezTo>
                    <a:pt x="0" y="74"/>
                    <a:pt x="0" y="74"/>
                    <a:pt x="0" y="74"/>
                  </a:cubicBezTo>
                  <a:cubicBezTo>
                    <a:pt x="0" y="82"/>
                    <a:pt x="7" y="89"/>
                    <a:pt x="15" y="89"/>
                  </a:cubicBezTo>
                  <a:cubicBezTo>
                    <a:pt x="273" y="89"/>
                    <a:pt x="273" y="89"/>
                    <a:pt x="273" y="89"/>
                  </a:cubicBezTo>
                  <a:cubicBezTo>
                    <a:pt x="281" y="89"/>
                    <a:pt x="287" y="82"/>
                    <a:pt x="287" y="74"/>
                  </a:cubicBezTo>
                  <a:cubicBezTo>
                    <a:pt x="287" y="68"/>
                    <a:pt x="287" y="68"/>
                    <a:pt x="287" y="68"/>
                  </a:cubicBezTo>
                  <a:cubicBezTo>
                    <a:pt x="287" y="67"/>
                    <a:pt x="288" y="66"/>
                    <a:pt x="288" y="66"/>
                  </a:cubicBezTo>
                  <a:cubicBezTo>
                    <a:pt x="296" y="66"/>
                    <a:pt x="302" y="59"/>
                    <a:pt x="302" y="51"/>
                  </a:cubicBezTo>
                  <a:cubicBezTo>
                    <a:pt x="302" y="39"/>
                    <a:pt x="302" y="39"/>
                    <a:pt x="302" y="39"/>
                  </a:cubicBezTo>
                  <a:cubicBezTo>
                    <a:pt x="302" y="31"/>
                    <a:pt x="296" y="25"/>
                    <a:pt x="288" y="25"/>
                  </a:cubicBezTo>
                  <a:cubicBezTo>
                    <a:pt x="288" y="25"/>
                    <a:pt x="287" y="24"/>
                    <a:pt x="287" y="22"/>
                  </a:cubicBezTo>
                  <a:cubicBezTo>
                    <a:pt x="287" y="15"/>
                    <a:pt x="287" y="15"/>
                    <a:pt x="287" y="15"/>
                  </a:cubicBezTo>
                  <a:cubicBezTo>
                    <a:pt x="287" y="7"/>
                    <a:pt x="281" y="0"/>
                    <a:pt x="273" y="0"/>
                  </a:cubicBezTo>
                  <a:close/>
                </a:path>
              </a:pathLst>
            </a:custGeom>
            <a:solidFill>
              <a:srgbClr val="515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 name="Rectangle 648"/>
            <p:cNvSpPr>
              <a:spLocks noChangeArrowheads="1"/>
            </p:cNvSpPr>
            <p:nvPr/>
          </p:nvSpPr>
          <p:spPr bwMode="auto">
            <a:xfrm>
              <a:off x="3654426" y="560388"/>
              <a:ext cx="187325" cy="177800"/>
            </a:xfrm>
            <a:prstGeom prst="rect">
              <a:avLst/>
            </a:prstGeom>
            <a:solidFill>
              <a:srgbClr val="47BA4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 name="Rectangle 649"/>
            <p:cNvSpPr>
              <a:spLocks noChangeArrowheads="1"/>
            </p:cNvSpPr>
            <p:nvPr/>
          </p:nvSpPr>
          <p:spPr bwMode="auto">
            <a:xfrm>
              <a:off x="3854451" y="560388"/>
              <a:ext cx="190500" cy="177800"/>
            </a:xfrm>
            <a:prstGeom prst="rect">
              <a:avLst/>
            </a:prstGeom>
            <a:solidFill>
              <a:srgbClr val="47BA4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 name="Rectangle 650"/>
            <p:cNvSpPr>
              <a:spLocks noChangeArrowheads="1"/>
            </p:cNvSpPr>
            <p:nvPr/>
          </p:nvSpPr>
          <p:spPr bwMode="auto">
            <a:xfrm>
              <a:off x="4057651" y="560388"/>
              <a:ext cx="187325" cy="177800"/>
            </a:xfrm>
            <a:prstGeom prst="rect">
              <a:avLst/>
            </a:prstGeom>
            <a:solidFill>
              <a:srgbClr val="47BA4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 name="Rectangle 651"/>
            <p:cNvSpPr>
              <a:spLocks noChangeArrowheads="1"/>
            </p:cNvSpPr>
            <p:nvPr/>
          </p:nvSpPr>
          <p:spPr bwMode="auto">
            <a:xfrm>
              <a:off x="4257676" y="560388"/>
              <a:ext cx="190500" cy="177800"/>
            </a:xfrm>
            <a:prstGeom prst="rect">
              <a:avLst/>
            </a:prstGeom>
            <a:solidFill>
              <a:srgbClr val="47BA4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 name="Freeform 652"/>
            <p:cNvSpPr>
              <a:spLocks noEditPoints="1"/>
            </p:cNvSpPr>
            <p:nvPr/>
          </p:nvSpPr>
          <p:spPr bwMode="auto">
            <a:xfrm>
              <a:off x="3600451" y="865188"/>
              <a:ext cx="958850" cy="279400"/>
            </a:xfrm>
            <a:custGeom>
              <a:avLst/>
              <a:gdLst>
                <a:gd name="T0" fmla="*/ 273 w 302"/>
                <a:gd name="T1" fmla="*/ 6 h 88"/>
                <a:gd name="T2" fmla="*/ 281 w 302"/>
                <a:gd name="T3" fmla="*/ 14 h 88"/>
                <a:gd name="T4" fmla="*/ 281 w 302"/>
                <a:gd name="T5" fmla="*/ 22 h 88"/>
                <a:gd name="T6" fmla="*/ 288 w 302"/>
                <a:gd name="T7" fmla="*/ 30 h 88"/>
                <a:gd name="T8" fmla="*/ 296 w 302"/>
                <a:gd name="T9" fmla="*/ 38 h 88"/>
                <a:gd name="T10" fmla="*/ 296 w 302"/>
                <a:gd name="T11" fmla="*/ 51 h 88"/>
                <a:gd name="T12" fmla="*/ 288 w 302"/>
                <a:gd name="T13" fmla="*/ 59 h 88"/>
                <a:gd name="T14" fmla="*/ 281 w 302"/>
                <a:gd name="T15" fmla="*/ 67 h 88"/>
                <a:gd name="T16" fmla="*/ 281 w 302"/>
                <a:gd name="T17" fmla="*/ 73 h 88"/>
                <a:gd name="T18" fmla="*/ 273 w 302"/>
                <a:gd name="T19" fmla="*/ 82 h 88"/>
                <a:gd name="T20" fmla="*/ 15 w 302"/>
                <a:gd name="T21" fmla="*/ 82 h 88"/>
                <a:gd name="T22" fmla="*/ 7 w 302"/>
                <a:gd name="T23" fmla="*/ 73 h 88"/>
                <a:gd name="T24" fmla="*/ 7 w 302"/>
                <a:gd name="T25" fmla="*/ 14 h 88"/>
                <a:gd name="T26" fmla="*/ 15 w 302"/>
                <a:gd name="T27" fmla="*/ 6 h 88"/>
                <a:gd name="T28" fmla="*/ 273 w 302"/>
                <a:gd name="T29" fmla="*/ 6 h 88"/>
                <a:gd name="T30" fmla="*/ 273 w 302"/>
                <a:gd name="T31" fmla="*/ 0 h 88"/>
                <a:gd name="T32" fmla="*/ 15 w 302"/>
                <a:gd name="T33" fmla="*/ 0 h 88"/>
                <a:gd name="T34" fmla="*/ 0 w 302"/>
                <a:gd name="T35" fmla="*/ 14 h 88"/>
                <a:gd name="T36" fmla="*/ 0 w 302"/>
                <a:gd name="T37" fmla="*/ 73 h 88"/>
                <a:gd name="T38" fmla="*/ 15 w 302"/>
                <a:gd name="T39" fmla="*/ 88 h 88"/>
                <a:gd name="T40" fmla="*/ 273 w 302"/>
                <a:gd name="T41" fmla="*/ 88 h 88"/>
                <a:gd name="T42" fmla="*/ 287 w 302"/>
                <a:gd name="T43" fmla="*/ 73 h 88"/>
                <a:gd name="T44" fmla="*/ 287 w 302"/>
                <a:gd name="T45" fmla="*/ 67 h 88"/>
                <a:gd name="T46" fmla="*/ 288 w 302"/>
                <a:gd name="T47" fmla="*/ 65 h 88"/>
                <a:gd name="T48" fmla="*/ 302 w 302"/>
                <a:gd name="T49" fmla="*/ 51 h 88"/>
                <a:gd name="T50" fmla="*/ 302 w 302"/>
                <a:gd name="T51" fmla="*/ 38 h 88"/>
                <a:gd name="T52" fmla="*/ 288 w 302"/>
                <a:gd name="T53" fmla="*/ 24 h 88"/>
                <a:gd name="T54" fmla="*/ 287 w 302"/>
                <a:gd name="T55" fmla="*/ 22 h 88"/>
                <a:gd name="T56" fmla="*/ 287 w 302"/>
                <a:gd name="T57" fmla="*/ 14 h 88"/>
                <a:gd name="T58" fmla="*/ 273 w 302"/>
                <a:gd name="T59"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02" h="88">
                  <a:moveTo>
                    <a:pt x="273" y="6"/>
                  </a:moveTo>
                  <a:cubicBezTo>
                    <a:pt x="277" y="6"/>
                    <a:pt x="281" y="10"/>
                    <a:pt x="281" y="14"/>
                  </a:cubicBezTo>
                  <a:cubicBezTo>
                    <a:pt x="281" y="22"/>
                    <a:pt x="281" y="22"/>
                    <a:pt x="281" y="22"/>
                  </a:cubicBezTo>
                  <a:cubicBezTo>
                    <a:pt x="281" y="26"/>
                    <a:pt x="284" y="30"/>
                    <a:pt x="288" y="30"/>
                  </a:cubicBezTo>
                  <a:cubicBezTo>
                    <a:pt x="292" y="30"/>
                    <a:pt x="296" y="34"/>
                    <a:pt x="296" y="38"/>
                  </a:cubicBezTo>
                  <a:cubicBezTo>
                    <a:pt x="296" y="51"/>
                    <a:pt x="296" y="51"/>
                    <a:pt x="296" y="51"/>
                  </a:cubicBezTo>
                  <a:cubicBezTo>
                    <a:pt x="296" y="55"/>
                    <a:pt x="292" y="59"/>
                    <a:pt x="288" y="59"/>
                  </a:cubicBezTo>
                  <a:cubicBezTo>
                    <a:pt x="284" y="59"/>
                    <a:pt x="281" y="63"/>
                    <a:pt x="281" y="67"/>
                  </a:cubicBezTo>
                  <a:cubicBezTo>
                    <a:pt x="281" y="73"/>
                    <a:pt x="281" y="73"/>
                    <a:pt x="281" y="73"/>
                  </a:cubicBezTo>
                  <a:cubicBezTo>
                    <a:pt x="281" y="78"/>
                    <a:pt x="277" y="82"/>
                    <a:pt x="273" y="82"/>
                  </a:cubicBezTo>
                  <a:cubicBezTo>
                    <a:pt x="15" y="82"/>
                    <a:pt x="15" y="82"/>
                    <a:pt x="15" y="82"/>
                  </a:cubicBezTo>
                  <a:cubicBezTo>
                    <a:pt x="10" y="82"/>
                    <a:pt x="7" y="78"/>
                    <a:pt x="7" y="73"/>
                  </a:cubicBezTo>
                  <a:cubicBezTo>
                    <a:pt x="7" y="14"/>
                    <a:pt x="7" y="14"/>
                    <a:pt x="7" y="14"/>
                  </a:cubicBezTo>
                  <a:cubicBezTo>
                    <a:pt x="7" y="10"/>
                    <a:pt x="10" y="6"/>
                    <a:pt x="15" y="6"/>
                  </a:cubicBezTo>
                  <a:cubicBezTo>
                    <a:pt x="273" y="6"/>
                    <a:pt x="273" y="6"/>
                    <a:pt x="273" y="6"/>
                  </a:cubicBezTo>
                  <a:moveTo>
                    <a:pt x="273" y="0"/>
                  </a:moveTo>
                  <a:cubicBezTo>
                    <a:pt x="15" y="0"/>
                    <a:pt x="15" y="0"/>
                    <a:pt x="15" y="0"/>
                  </a:cubicBezTo>
                  <a:cubicBezTo>
                    <a:pt x="7" y="0"/>
                    <a:pt x="0" y="6"/>
                    <a:pt x="0" y="14"/>
                  </a:cubicBezTo>
                  <a:cubicBezTo>
                    <a:pt x="0" y="73"/>
                    <a:pt x="0" y="73"/>
                    <a:pt x="0" y="73"/>
                  </a:cubicBezTo>
                  <a:cubicBezTo>
                    <a:pt x="0" y="81"/>
                    <a:pt x="7" y="88"/>
                    <a:pt x="15" y="88"/>
                  </a:cubicBezTo>
                  <a:cubicBezTo>
                    <a:pt x="273" y="88"/>
                    <a:pt x="273" y="88"/>
                    <a:pt x="273" y="88"/>
                  </a:cubicBezTo>
                  <a:cubicBezTo>
                    <a:pt x="281" y="88"/>
                    <a:pt x="287" y="81"/>
                    <a:pt x="287" y="73"/>
                  </a:cubicBezTo>
                  <a:cubicBezTo>
                    <a:pt x="287" y="67"/>
                    <a:pt x="287" y="67"/>
                    <a:pt x="287" y="67"/>
                  </a:cubicBezTo>
                  <a:cubicBezTo>
                    <a:pt x="287" y="66"/>
                    <a:pt x="288" y="65"/>
                    <a:pt x="288" y="65"/>
                  </a:cubicBezTo>
                  <a:cubicBezTo>
                    <a:pt x="296" y="65"/>
                    <a:pt x="302" y="59"/>
                    <a:pt x="302" y="51"/>
                  </a:cubicBezTo>
                  <a:cubicBezTo>
                    <a:pt x="302" y="38"/>
                    <a:pt x="302" y="38"/>
                    <a:pt x="302" y="38"/>
                  </a:cubicBezTo>
                  <a:cubicBezTo>
                    <a:pt x="302" y="30"/>
                    <a:pt x="296" y="24"/>
                    <a:pt x="288" y="24"/>
                  </a:cubicBezTo>
                  <a:cubicBezTo>
                    <a:pt x="288" y="24"/>
                    <a:pt x="287" y="23"/>
                    <a:pt x="287" y="22"/>
                  </a:cubicBezTo>
                  <a:cubicBezTo>
                    <a:pt x="287" y="14"/>
                    <a:pt x="287" y="14"/>
                    <a:pt x="287" y="14"/>
                  </a:cubicBezTo>
                  <a:cubicBezTo>
                    <a:pt x="287" y="6"/>
                    <a:pt x="281" y="0"/>
                    <a:pt x="273" y="0"/>
                  </a:cubicBezTo>
                  <a:close/>
                </a:path>
              </a:pathLst>
            </a:custGeom>
            <a:solidFill>
              <a:srgbClr val="515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 name="Rectangle 653"/>
            <p:cNvSpPr>
              <a:spLocks noChangeArrowheads="1"/>
            </p:cNvSpPr>
            <p:nvPr/>
          </p:nvSpPr>
          <p:spPr bwMode="auto">
            <a:xfrm>
              <a:off x="3654426" y="915988"/>
              <a:ext cx="187325" cy="177800"/>
            </a:xfrm>
            <a:prstGeom prst="rect">
              <a:avLst/>
            </a:prstGeom>
            <a:solidFill>
              <a:srgbClr val="CECE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 name="Rectangle 654"/>
            <p:cNvSpPr>
              <a:spLocks noChangeArrowheads="1"/>
            </p:cNvSpPr>
            <p:nvPr/>
          </p:nvSpPr>
          <p:spPr bwMode="auto">
            <a:xfrm>
              <a:off x="3854451" y="915988"/>
              <a:ext cx="190500" cy="177800"/>
            </a:xfrm>
            <a:prstGeom prst="rect">
              <a:avLst/>
            </a:prstGeom>
            <a:solidFill>
              <a:srgbClr val="CECE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 name="Rectangle 655"/>
            <p:cNvSpPr>
              <a:spLocks noChangeArrowheads="1"/>
            </p:cNvSpPr>
            <p:nvPr/>
          </p:nvSpPr>
          <p:spPr bwMode="auto">
            <a:xfrm>
              <a:off x="4057651" y="915988"/>
              <a:ext cx="187325" cy="177800"/>
            </a:xfrm>
            <a:prstGeom prst="rect">
              <a:avLst/>
            </a:prstGeom>
            <a:solidFill>
              <a:srgbClr val="CECE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 name="Rectangle 656"/>
            <p:cNvSpPr>
              <a:spLocks noChangeArrowheads="1"/>
            </p:cNvSpPr>
            <p:nvPr/>
          </p:nvSpPr>
          <p:spPr bwMode="auto">
            <a:xfrm>
              <a:off x="4257676" y="915988"/>
              <a:ext cx="190500" cy="177800"/>
            </a:xfrm>
            <a:prstGeom prst="rect">
              <a:avLst/>
            </a:prstGeom>
            <a:solidFill>
              <a:srgbClr val="51515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 name="Freeform 657"/>
            <p:cNvSpPr>
              <a:spLocks noEditPoints="1"/>
            </p:cNvSpPr>
            <p:nvPr/>
          </p:nvSpPr>
          <p:spPr bwMode="auto">
            <a:xfrm>
              <a:off x="3600451" y="1217613"/>
              <a:ext cx="958850" cy="279400"/>
            </a:xfrm>
            <a:custGeom>
              <a:avLst/>
              <a:gdLst>
                <a:gd name="T0" fmla="*/ 273 w 302"/>
                <a:gd name="T1" fmla="*/ 6 h 88"/>
                <a:gd name="T2" fmla="*/ 281 w 302"/>
                <a:gd name="T3" fmla="*/ 14 h 88"/>
                <a:gd name="T4" fmla="*/ 281 w 302"/>
                <a:gd name="T5" fmla="*/ 22 h 88"/>
                <a:gd name="T6" fmla="*/ 288 w 302"/>
                <a:gd name="T7" fmla="*/ 30 h 88"/>
                <a:gd name="T8" fmla="*/ 296 w 302"/>
                <a:gd name="T9" fmla="*/ 38 h 88"/>
                <a:gd name="T10" fmla="*/ 296 w 302"/>
                <a:gd name="T11" fmla="*/ 50 h 88"/>
                <a:gd name="T12" fmla="*/ 288 w 302"/>
                <a:gd name="T13" fmla="*/ 59 h 88"/>
                <a:gd name="T14" fmla="*/ 281 w 302"/>
                <a:gd name="T15" fmla="*/ 67 h 88"/>
                <a:gd name="T16" fmla="*/ 281 w 302"/>
                <a:gd name="T17" fmla="*/ 73 h 88"/>
                <a:gd name="T18" fmla="*/ 273 w 302"/>
                <a:gd name="T19" fmla="*/ 81 h 88"/>
                <a:gd name="T20" fmla="*/ 15 w 302"/>
                <a:gd name="T21" fmla="*/ 81 h 88"/>
                <a:gd name="T22" fmla="*/ 7 w 302"/>
                <a:gd name="T23" fmla="*/ 73 h 88"/>
                <a:gd name="T24" fmla="*/ 7 w 302"/>
                <a:gd name="T25" fmla="*/ 14 h 88"/>
                <a:gd name="T26" fmla="*/ 15 w 302"/>
                <a:gd name="T27" fmla="*/ 6 h 88"/>
                <a:gd name="T28" fmla="*/ 273 w 302"/>
                <a:gd name="T29" fmla="*/ 6 h 88"/>
                <a:gd name="T30" fmla="*/ 273 w 302"/>
                <a:gd name="T31" fmla="*/ 0 h 88"/>
                <a:gd name="T32" fmla="*/ 15 w 302"/>
                <a:gd name="T33" fmla="*/ 0 h 88"/>
                <a:gd name="T34" fmla="*/ 0 w 302"/>
                <a:gd name="T35" fmla="*/ 14 h 88"/>
                <a:gd name="T36" fmla="*/ 0 w 302"/>
                <a:gd name="T37" fmla="*/ 73 h 88"/>
                <a:gd name="T38" fmla="*/ 15 w 302"/>
                <a:gd name="T39" fmla="*/ 88 h 88"/>
                <a:gd name="T40" fmla="*/ 273 w 302"/>
                <a:gd name="T41" fmla="*/ 88 h 88"/>
                <a:gd name="T42" fmla="*/ 287 w 302"/>
                <a:gd name="T43" fmla="*/ 73 h 88"/>
                <a:gd name="T44" fmla="*/ 287 w 302"/>
                <a:gd name="T45" fmla="*/ 67 h 88"/>
                <a:gd name="T46" fmla="*/ 288 w 302"/>
                <a:gd name="T47" fmla="*/ 65 h 88"/>
                <a:gd name="T48" fmla="*/ 302 w 302"/>
                <a:gd name="T49" fmla="*/ 50 h 88"/>
                <a:gd name="T50" fmla="*/ 302 w 302"/>
                <a:gd name="T51" fmla="*/ 38 h 88"/>
                <a:gd name="T52" fmla="*/ 288 w 302"/>
                <a:gd name="T53" fmla="*/ 24 h 88"/>
                <a:gd name="T54" fmla="*/ 287 w 302"/>
                <a:gd name="T55" fmla="*/ 22 h 88"/>
                <a:gd name="T56" fmla="*/ 287 w 302"/>
                <a:gd name="T57" fmla="*/ 14 h 88"/>
                <a:gd name="T58" fmla="*/ 273 w 302"/>
                <a:gd name="T59"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02" h="88">
                  <a:moveTo>
                    <a:pt x="273" y="6"/>
                  </a:moveTo>
                  <a:cubicBezTo>
                    <a:pt x="277" y="6"/>
                    <a:pt x="281" y="9"/>
                    <a:pt x="281" y="14"/>
                  </a:cubicBezTo>
                  <a:cubicBezTo>
                    <a:pt x="281" y="22"/>
                    <a:pt x="281" y="22"/>
                    <a:pt x="281" y="22"/>
                  </a:cubicBezTo>
                  <a:cubicBezTo>
                    <a:pt x="281" y="26"/>
                    <a:pt x="284" y="30"/>
                    <a:pt x="288" y="30"/>
                  </a:cubicBezTo>
                  <a:cubicBezTo>
                    <a:pt x="292" y="30"/>
                    <a:pt x="296" y="34"/>
                    <a:pt x="296" y="38"/>
                  </a:cubicBezTo>
                  <a:cubicBezTo>
                    <a:pt x="296" y="50"/>
                    <a:pt x="296" y="50"/>
                    <a:pt x="296" y="50"/>
                  </a:cubicBezTo>
                  <a:cubicBezTo>
                    <a:pt x="296" y="55"/>
                    <a:pt x="292" y="59"/>
                    <a:pt x="288" y="59"/>
                  </a:cubicBezTo>
                  <a:cubicBezTo>
                    <a:pt x="284" y="59"/>
                    <a:pt x="281" y="62"/>
                    <a:pt x="281" y="67"/>
                  </a:cubicBezTo>
                  <a:cubicBezTo>
                    <a:pt x="281" y="73"/>
                    <a:pt x="281" y="73"/>
                    <a:pt x="281" y="73"/>
                  </a:cubicBezTo>
                  <a:cubicBezTo>
                    <a:pt x="281" y="78"/>
                    <a:pt x="277" y="81"/>
                    <a:pt x="273" y="81"/>
                  </a:cubicBezTo>
                  <a:cubicBezTo>
                    <a:pt x="15" y="81"/>
                    <a:pt x="15" y="81"/>
                    <a:pt x="15" y="81"/>
                  </a:cubicBezTo>
                  <a:cubicBezTo>
                    <a:pt x="10" y="81"/>
                    <a:pt x="7" y="78"/>
                    <a:pt x="7" y="73"/>
                  </a:cubicBezTo>
                  <a:cubicBezTo>
                    <a:pt x="7" y="14"/>
                    <a:pt x="7" y="14"/>
                    <a:pt x="7" y="14"/>
                  </a:cubicBezTo>
                  <a:cubicBezTo>
                    <a:pt x="7" y="9"/>
                    <a:pt x="10" y="6"/>
                    <a:pt x="15" y="6"/>
                  </a:cubicBezTo>
                  <a:cubicBezTo>
                    <a:pt x="273" y="6"/>
                    <a:pt x="273" y="6"/>
                    <a:pt x="273" y="6"/>
                  </a:cubicBezTo>
                  <a:moveTo>
                    <a:pt x="273" y="0"/>
                  </a:moveTo>
                  <a:cubicBezTo>
                    <a:pt x="15" y="0"/>
                    <a:pt x="15" y="0"/>
                    <a:pt x="15" y="0"/>
                  </a:cubicBezTo>
                  <a:cubicBezTo>
                    <a:pt x="7" y="0"/>
                    <a:pt x="0" y="6"/>
                    <a:pt x="0" y="14"/>
                  </a:cubicBezTo>
                  <a:cubicBezTo>
                    <a:pt x="0" y="73"/>
                    <a:pt x="0" y="73"/>
                    <a:pt x="0" y="73"/>
                  </a:cubicBezTo>
                  <a:cubicBezTo>
                    <a:pt x="0" y="81"/>
                    <a:pt x="7" y="88"/>
                    <a:pt x="15" y="88"/>
                  </a:cubicBezTo>
                  <a:cubicBezTo>
                    <a:pt x="273" y="88"/>
                    <a:pt x="273" y="88"/>
                    <a:pt x="273" y="88"/>
                  </a:cubicBezTo>
                  <a:cubicBezTo>
                    <a:pt x="281" y="88"/>
                    <a:pt x="287" y="81"/>
                    <a:pt x="287" y="73"/>
                  </a:cubicBezTo>
                  <a:cubicBezTo>
                    <a:pt x="287" y="67"/>
                    <a:pt x="287" y="67"/>
                    <a:pt x="287" y="67"/>
                  </a:cubicBezTo>
                  <a:cubicBezTo>
                    <a:pt x="287" y="66"/>
                    <a:pt x="288" y="65"/>
                    <a:pt x="288" y="65"/>
                  </a:cubicBezTo>
                  <a:cubicBezTo>
                    <a:pt x="296" y="65"/>
                    <a:pt x="302" y="58"/>
                    <a:pt x="302" y="50"/>
                  </a:cubicBezTo>
                  <a:cubicBezTo>
                    <a:pt x="302" y="38"/>
                    <a:pt x="302" y="38"/>
                    <a:pt x="302" y="38"/>
                  </a:cubicBezTo>
                  <a:cubicBezTo>
                    <a:pt x="302" y="30"/>
                    <a:pt x="296" y="24"/>
                    <a:pt x="288" y="24"/>
                  </a:cubicBezTo>
                  <a:cubicBezTo>
                    <a:pt x="288" y="24"/>
                    <a:pt x="287" y="23"/>
                    <a:pt x="287" y="22"/>
                  </a:cubicBezTo>
                  <a:cubicBezTo>
                    <a:pt x="287" y="14"/>
                    <a:pt x="287" y="14"/>
                    <a:pt x="287" y="14"/>
                  </a:cubicBezTo>
                  <a:cubicBezTo>
                    <a:pt x="287" y="6"/>
                    <a:pt x="281" y="0"/>
                    <a:pt x="273" y="0"/>
                  </a:cubicBezTo>
                  <a:close/>
                </a:path>
              </a:pathLst>
            </a:custGeom>
            <a:solidFill>
              <a:srgbClr val="515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 name="Rectangle 658"/>
            <p:cNvSpPr>
              <a:spLocks noChangeArrowheads="1"/>
            </p:cNvSpPr>
            <p:nvPr/>
          </p:nvSpPr>
          <p:spPr bwMode="auto">
            <a:xfrm>
              <a:off x="3654426" y="1268413"/>
              <a:ext cx="187325" cy="177800"/>
            </a:xfrm>
            <a:prstGeom prst="rect">
              <a:avLst/>
            </a:prstGeom>
            <a:solidFill>
              <a:srgbClr val="FFAA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 name="Rectangle 659"/>
            <p:cNvSpPr>
              <a:spLocks noChangeArrowheads="1"/>
            </p:cNvSpPr>
            <p:nvPr/>
          </p:nvSpPr>
          <p:spPr bwMode="auto">
            <a:xfrm>
              <a:off x="3854451" y="1268413"/>
              <a:ext cx="190500" cy="177800"/>
            </a:xfrm>
            <a:prstGeom prst="rect">
              <a:avLst/>
            </a:prstGeom>
            <a:solidFill>
              <a:srgbClr val="FFAA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 name="Rectangle 660"/>
            <p:cNvSpPr>
              <a:spLocks noChangeArrowheads="1"/>
            </p:cNvSpPr>
            <p:nvPr/>
          </p:nvSpPr>
          <p:spPr bwMode="auto">
            <a:xfrm>
              <a:off x="4057651" y="1268413"/>
              <a:ext cx="187325" cy="177800"/>
            </a:xfrm>
            <a:prstGeom prst="rect">
              <a:avLst/>
            </a:prstGeom>
            <a:solidFill>
              <a:srgbClr val="51515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 name="Rectangle 661"/>
            <p:cNvSpPr>
              <a:spLocks noChangeArrowheads="1"/>
            </p:cNvSpPr>
            <p:nvPr/>
          </p:nvSpPr>
          <p:spPr bwMode="auto">
            <a:xfrm>
              <a:off x="4257676" y="1268413"/>
              <a:ext cx="190500" cy="177800"/>
            </a:xfrm>
            <a:prstGeom prst="rect">
              <a:avLst/>
            </a:prstGeom>
            <a:solidFill>
              <a:srgbClr val="51515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 name="Freeform 662"/>
            <p:cNvSpPr>
              <a:spLocks noEditPoints="1"/>
            </p:cNvSpPr>
            <p:nvPr/>
          </p:nvSpPr>
          <p:spPr bwMode="auto">
            <a:xfrm>
              <a:off x="3600451" y="1571625"/>
              <a:ext cx="958850" cy="279400"/>
            </a:xfrm>
            <a:custGeom>
              <a:avLst/>
              <a:gdLst>
                <a:gd name="T0" fmla="*/ 273 w 302"/>
                <a:gd name="T1" fmla="*/ 6 h 88"/>
                <a:gd name="T2" fmla="*/ 281 w 302"/>
                <a:gd name="T3" fmla="*/ 14 h 88"/>
                <a:gd name="T4" fmla="*/ 281 w 302"/>
                <a:gd name="T5" fmla="*/ 22 h 88"/>
                <a:gd name="T6" fmla="*/ 288 w 302"/>
                <a:gd name="T7" fmla="*/ 30 h 88"/>
                <a:gd name="T8" fmla="*/ 296 w 302"/>
                <a:gd name="T9" fmla="*/ 38 h 88"/>
                <a:gd name="T10" fmla="*/ 296 w 302"/>
                <a:gd name="T11" fmla="*/ 51 h 88"/>
                <a:gd name="T12" fmla="*/ 288 w 302"/>
                <a:gd name="T13" fmla="*/ 59 h 88"/>
                <a:gd name="T14" fmla="*/ 281 w 302"/>
                <a:gd name="T15" fmla="*/ 67 h 88"/>
                <a:gd name="T16" fmla="*/ 281 w 302"/>
                <a:gd name="T17" fmla="*/ 73 h 88"/>
                <a:gd name="T18" fmla="*/ 273 w 302"/>
                <a:gd name="T19" fmla="*/ 82 h 88"/>
                <a:gd name="T20" fmla="*/ 15 w 302"/>
                <a:gd name="T21" fmla="*/ 82 h 88"/>
                <a:gd name="T22" fmla="*/ 7 w 302"/>
                <a:gd name="T23" fmla="*/ 73 h 88"/>
                <a:gd name="T24" fmla="*/ 7 w 302"/>
                <a:gd name="T25" fmla="*/ 14 h 88"/>
                <a:gd name="T26" fmla="*/ 15 w 302"/>
                <a:gd name="T27" fmla="*/ 6 h 88"/>
                <a:gd name="T28" fmla="*/ 273 w 302"/>
                <a:gd name="T29" fmla="*/ 6 h 88"/>
                <a:gd name="T30" fmla="*/ 273 w 302"/>
                <a:gd name="T31" fmla="*/ 0 h 88"/>
                <a:gd name="T32" fmla="*/ 15 w 302"/>
                <a:gd name="T33" fmla="*/ 0 h 88"/>
                <a:gd name="T34" fmla="*/ 0 w 302"/>
                <a:gd name="T35" fmla="*/ 14 h 88"/>
                <a:gd name="T36" fmla="*/ 0 w 302"/>
                <a:gd name="T37" fmla="*/ 73 h 88"/>
                <a:gd name="T38" fmla="*/ 15 w 302"/>
                <a:gd name="T39" fmla="*/ 88 h 88"/>
                <a:gd name="T40" fmla="*/ 273 w 302"/>
                <a:gd name="T41" fmla="*/ 88 h 88"/>
                <a:gd name="T42" fmla="*/ 287 w 302"/>
                <a:gd name="T43" fmla="*/ 73 h 88"/>
                <a:gd name="T44" fmla="*/ 287 w 302"/>
                <a:gd name="T45" fmla="*/ 67 h 88"/>
                <a:gd name="T46" fmla="*/ 288 w 302"/>
                <a:gd name="T47" fmla="*/ 65 h 88"/>
                <a:gd name="T48" fmla="*/ 302 w 302"/>
                <a:gd name="T49" fmla="*/ 51 h 88"/>
                <a:gd name="T50" fmla="*/ 302 w 302"/>
                <a:gd name="T51" fmla="*/ 38 h 88"/>
                <a:gd name="T52" fmla="*/ 288 w 302"/>
                <a:gd name="T53" fmla="*/ 24 h 88"/>
                <a:gd name="T54" fmla="*/ 287 w 302"/>
                <a:gd name="T55" fmla="*/ 22 h 88"/>
                <a:gd name="T56" fmla="*/ 287 w 302"/>
                <a:gd name="T57" fmla="*/ 14 h 88"/>
                <a:gd name="T58" fmla="*/ 273 w 302"/>
                <a:gd name="T59"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02" h="88">
                  <a:moveTo>
                    <a:pt x="273" y="6"/>
                  </a:moveTo>
                  <a:cubicBezTo>
                    <a:pt x="277" y="6"/>
                    <a:pt x="281" y="10"/>
                    <a:pt x="281" y="14"/>
                  </a:cubicBezTo>
                  <a:cubicBezTo>
                    <a:pt x="281" y="22"/>
                    <a:pt x="281" y="22"/>
                    <a:pt x="281" y="22"/>
                  </a:cubicBezTo>
                  <a:cubicBezTo>
                    <a:pt x="281" y="26"/>
                    <a:pt x="284" y="30"/>
                    <a:pt x="288" y="30"/>
                  </a:cubicBezTo>
                  <a:cubicBezTo>
                    <a:pt x="292" y="30"/>
                    <a:pt x="296" y="34"/>
                    <a:pt x="296" y="38"/>
                  </a:cubicBezTo>
                  <a:cubicBezTo>
                    <a:pt x="296" y="51"/>
                    <a:pt x="296" y="51"/>
                    <a:pt x="296" y="51"/>
                  </a:cubicBezTo>
                  <a:cubicBezTo>
                    <a:pt x="296" y="55"/>
                    <a:pt x="292" y="59"/>
                    <a:pt x="288" y="59"/>
                  </a:cubicBezTo>
                  <a:cubicBezTo>
                    <a:pt x="284" y="59"/>
                    <a:pt x="281" y="63"/>
                    <a:pt x="281" y="67"/>
                  </a:cubicBezTo>
                  <a:cubicBezTo>
                    <a:pt x="281" y="73"/>
                    <a:pt x="281" y="73"/>
                    <a:pt x="281" y="73"/>
                  </a:cubicBezTo>
                  <a:cubicBezTo>
                    <a:pt x="281" y="78"/>
                    <a:pt x="277" y="82"/>
                    <a:pt x="273" y="82"/>
                  </a:cubicBezTo>
                  <a:cubicBezTo>
                    <a:pt x="15" y="82"/>
                    <a:pt x="15" y="82"/>
                    <a:pt x="15" y="82"/>
                  </a:cubicBezTo>
                  <a:cubicBezTo>
                    <a:pt x="10" y="82"/>
                    <a:pt x="7" y="78"/>
                    <a:pt x="7" y="73"/>
                  </a:cubicBezTo>
                  <a:cubicBezTo>
                    <a:pt x="7" y="14"/>
                    <a:pt x="7" y="14"/>
                    <a:pt x="7" y="14"/>
                  </a:cubicBezTo>
                  <a:cubicBezTo>
                    <a:pt x="7" y="10"/>
                    <a:pt x="10" y="6"/>
                    <a:pt x="15" y="6"/>
                  </a:cubicBezTo>
                  <a:cubicBezTo>
                    <a:pt x="273" y="6"/>
                    <a:pt x="273" y="6"/>
                    <a:pt x="273" y="6"/>
                  </a:cubicBezTo>
                  <a:moveTo>
                    <a:pt x="273" y="0"/>
                  </a:moveTo>
                  <a:cubicBezTo>
                    <a:pt x="15" y="0"/>
                    <a:pt x="15" y="0"/>
                    <a:pt x="15" y="0"/>
                  </a:cubicBezTo>
                  <a:cubicBezTo>
                    <a:pt x="7" y="0"/>
                    <a:pt x="0" y="6"/>
                    <a:pt x="0" y="14"/>
                  </a:cubicBezTo>
                  <a:cubicBezTo>
                    <a:pt x="0" y="73"/>
                    <a:pt x="0" y="73"/>
                    <a:pt x="0" y="73"/>
                  </a:cubicBezTo>
                  <a:cubicBezTo>
                    <a:pt x="0" y="81"/>
                    <a:pt x="7" y="88"/>
                    <a:pt x="15" y="88"/>
                  </a:cubicBezTo>
                  <a:cubicBezTo>
                    <a:pt x="273" y="88"/>
                    <a:pt x="273" y="88"/>
                    <a:pt x="273" y="88"/>
                  </a:cubicBezTo>
                  <a:cubicBezTo>
                    <a:pt x="281" y="88"/>
                    <a:pt x="287" y="81"/>
                    <a:pt x="287" y="73"/>
                  </a:cubicBezTo>
                  <a:cubicBezTo>
                    <a:pt x="287" y="67"/>
                    <a:pt x="287" y="67"/>
                    <a:pt x="287" y="67"/>
                  </a:cubicBezTo>
                  <a:cubicBezTo>
                    <a:pt x="287" y="66"/>
                    <a:pt x="288" y="65"/>
                    <a:pt x="288" y="65"/>
                  </a:cubicBezTo>
                  <a:cubicBezTo>
                    <a:pt x="296" y="65"/>
                    <a:pt x="302" y="59"/>
                    <a:pt x="302" y="51"/>
                  </a:cubicBezTo>
                  <a:cubicBezTo>
                    <a:pt x="302" y="38"/>
                    <a:pt x="302" y="38"/>
                    <a:pt x="302" y="38"/>
                  </a:cubicBezTo>
                  <a:cubicBezTo>
                    <a:pt x="302" y="30"/>
                    <a:pt x="296" y="24"/>
                    <a:pt x="288" y="24"/>
                  </a:cubicBezTo>
                  <a:cubicBezTo>
                    <a:pt x="288" y="24"/>
                    <a:pt x="287" y="23"/>
                    <a:pt x="287" y="22"/>
                  </a:cubicBezTo>
                  <a:cubicBezTo>
                    <a:pt x="287" y="14"/>
                    <a:pt x="287" y="14"/>
                    <a:pt x="287" y="14"/>
                  </a:cubicBezTo>
                  <a:cubicBezTo>
                    <a:pt x="287" y="6"/>
                    <a:pt x="281" y="0"/>
                    <a:pt x="273" y="0"/>
                  </a:cubicBezTo>
                  <a:close/>
                </a:path>
              </a:pathLst>
            </a:custGeom>
            <a:solidFill>
              <a:srgbClr val="515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 name="Rectangle 663"/>
            <p:cNvSpPr>
              <a:spLocks noChangeArrowheads="1"/>
            </p:cNvSpPr>
            <p:nvPr/>
          </p:nvSpPr>
          <p:spPr bwMode="auto">
            <a:xfrm>
              <a:off x="3654426" y="1622425"/>
              <a:ext cx="187325" cy="177800"/>
            </a:xfrm>
            <a:prstGeom prst="rect">
              <a:avLst/>
            </a:prstGeom>
            <a:solidFill>
              <a:srgbClr val="ED513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 name="Rectangle 664"/>
            <p:cNvSpPr>
              <a:spLocks noChangeArrowheads="1"/>
            </p:cNvSpPr>
            <p:nvPr/>
          </p:nvSpPr>
          <p:spPr bwMode="auto">
            <a:xfrm>
              <a:off x="3854451" y="1622425"/>
              <a:ext cx="190500" cy="177800"/>
            </a:xfrm>
            <a:prstGeom prst="rect">
              <a:avLst/>
            </a:prstGeom>
            <a:solidFill>
              <a:srgbClr val="51515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 name="Rectangle 665"/>
            <p:cNvSpPr>
              <a:spLocks noChangeArrowheads="1"/>
            </p:cNvSpPr>
            <p:nvPr/>
          </p:nvSpPr>
          <p:spPr bwMode="auto">
            <a:xfrm>
              <a:off x="4057651" y="1622425"/>
              <a:ext cx="187325" cy="177800"/>
            </a:xfrm>
            <a:prstGeom prst="rect">
              <a:avLst/>
            </a:prstGeom>
            <a:solidFill>
              <a:srgbClr val="51515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 name="Rectangle 666"/>
            <p:cNvSpPr>
              <a:spLocks noChangeArrowheads="1"/>
            </p:cNvSpPr>
            <p:nvPr/>
          </p:nvSpPr>
          <p:spPr bwMode="auto">
            <a:xfrm>
              <a:off x="4257676" y="1622425"/>
              <a:ext cx="190500" cy="177800"/>
            </a:xfrm>
            <a:prstGeom prst="rect">
              <a:avLst/>
            </a:prstGeom>
            <a:solidFill>
              <a:srgbClr val="51515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47" name="Freeform 60"/>
          <p:cNvSpPr>
            <a:spLocks/>
          </p:cNvSpPr>
          <p:nvPr/>
        </p:nvSpPr>
        <p:spPr bwMode="auto">
          <a:xfrm>
            <a:off x="783743" y="4922081"/>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 name="文本框 47"/>
          <p:cNvSpPr txBox="1"/>
          <p:nvPr/>
        </p:nvSpPr>
        <p:spPr>
          <a:xfrm>
            <a:off x="716895" y="5721682"/>
            <a:ext cx="6165819" cy="757130"/>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右击图表，可以修改数据比例；</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可根据具体应用增加表示类别的文字或图标。</a:t>
            </a:r>
            <a:endParaRPr lang="en-US" altLang="zh-CN" dirty="0">
              <a:solidFill>
                <a:prstClr val="black">
                  <a:lumMod val="65000"/>
                  <a:lumOff val="35000"/>
                </a:prstClr>
              </a:solidFill>
              <a:latin typeface="微软雅黑" panose="020B0503020204020204" pitchFamily="34" charset="-122"/>
            </a:endParaRPr>
          </a:p>
        </p:txBody>
      </p:sp>
      <p:sp>
        <p:nvSpPr>
          <p:cNvPr id="49" name="圆角矩形 48"/>
          <p:cNvSpPr/>
          <p:nvPr/>
        </p:nvSpPr>
        <p:spPr>
          <a:xfrm>
            <a:off x="1451435" y="5081366"/>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50" name="等腰三角形 49"/>
          <p:cNvSpPr/>
          <p:nvPr/>
        </p:nvSpPr>
        <p:spPr>
          <a:xfrm rot="16200000">
            <a:off x="1376803" y="5148910"/>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grpSp>
        <p:nvGrpSpPr>
          <p:cNvPr id="53" name="组合 52"/>
          <p:cNvGrpSpPr/>
          <p:nvPr/>
        </p:nvGrpSpPr>
        <p:grpSpPr>
          <a:xfrm>
            <a:off x="6380124" y="3195000"/>
            <a:ext cx="324000" cy="468000"/>
            <a:chOff x="6132513" y="3142472"/>
            <a:chExt cx="469514" cy="573056"/>
          </a:xfrm>
          <a:solidFill>
            <a:srgbClr val="00A0E9"/>
          </a:solidFill>
        </p:grpSpPr>
        <p:sp>
          <p:nvSpPr>
            <p:cNvPr id="51" name="燕尾形 50"/>
            <p:cNvSpPr/>
            <p:nvPr/>
          </p:nvSpPr>
          <p:spPr>
            <a:xfrm>
              <a:off x="6132513" y="3142472"/>
              <a:ext cx="284329" cy="573056"/>
            </a:xfrm>
            <a:prstGeom prst="chevr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black"/>
                </a:solidFill>
              </a:endParaRPr>
            </a:p>
          </p:txBody>
        </p:sp>
        <p:sp>
          <p:nvSpPr>
            <p:cNvPr id="52" name="燕尾形 51"/>
            <p:cNvSpPr/>
            <p:nvPr/>
          </p:nvSpPr>
          <p:spPr>
            <a:xfrm>
              <a:off x="6317698" y="3142472"/>
              <a:ext cx="284329" cy="573056"/>
            </a:xfrm>
            <a:prstGeom prst="chevr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black"/>
                </a:solidFill>
              </a:endParaRPr>
            </a:p>
          </p:txBody>
        </p:sp>
      </p:grpSp>
      <p:grpSp>
        <p:nvGrpSpPr>
          <p:cNvPr id="63" name="组合 62"/>
          <p:cNvGrpSpPr/>
          <p:nvPr/>
        </p:nvGrpSpPr>
        <p:grpSpPr>
          <a:xfrm>
            <a:off x="3443193" y="1192087"/>
            <a:ext cx="221958" cy="455870"/>
            <a:chOff x="5024901" y="1727200"/>
            <a:chExt cx="221958" cy="455870"/>
          </a:xfrm>
        </p:grpSpPr>
        <p:sp>
          <p:nvSpPr>
            <p:cNvPr id="64" name="矩形 63"/>
            <p:cNvSpPr/>
            <p:nvPr/>
          </p:nvSpPr>
          <p:spPr>
            <a:xfrm>
              <a:off x="5044440" y="1727200"/>
              <a:ext cx="182880" cy="455870"/>
            </a:xfrm>
            <a:prstGeom prst="rect">
              <a:avLst/>
            </a:prstGeom>
            <a:solidFill>
              <a:srgbClr val="00A0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65" name="矩形 64"/>
            <p:cNvSpPr/>
            <p:nvPr/>
          </p:nvSpPr>
          <p:spPr>
            <a:xfrm>
              <a:off x="5024901" y="1727200"/>
              <a:ext cx="221958" cy="4558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sp>
        <p:nvSpPr>
          <p:cNvPr id="66" name="文本框 65"/>
          <p:cNvSpPr txBox="1"/>
          <p:nvPr/>
        </p:nvSpPr>
        <p:spPr>
          <a:xfrm>
            <a:off x="3718482" y="1304556"/>
            <a:ext cx="1107996" cy="369332"/>
          </a:xfrm>
          <a:prstGeom prst="rect">
            <a:avLst/>
          </a:prstGeom>
          <a:noFill/>
        </p:spPr>
        <p:txBody>
          <a:bodyPr wrap="none" rtlCol="0">
            <a:spAutoFit/>
          </a:bodyPr>
          <a:lstStyle/>
          <a:p>
            <a:r>
              <a:rPr lang="zh-CN" altLang="en-US" dirty="0">
                <a:solidFill>
                  <a:prstClr val="black">
                    <a:lumMod val="65000"/>
                    <a:lumOff val="35000"/>
                  </a:prstClr>
                </a:solidFill>
              </a:rPr>
              <a:t>创意来源</a:t>
            </a:r>
          </a:p>
        </p:txBody>
      </p:sp>
      <p:cxnSp>
        <p:nvCxnSpPr>
          <p:cNvPr id="68" name="直接连接符 67"/>
          <p:cNvCxnSpPr/>
          <p:nvPr/>
        </p:nvCxnSpPr>
        <p:spPr>
          <a:xfrm>
            <a:off x="3443193" y="1647957"/>
            <a:ext cx="1383285" cy="0"/>
          </a:xfrm>
          <a:prstGeom prst="line">
            <a:avLst/>
          </a:prstGeom>
        </p:spPr>
        <p:style>
          <a:lnRef idx="1">
            <a:schemeClr val="accent1"/>
          </a:lnRef>
          <a:fillRef idx="0">
            <a:schemeClr val="accent1"/>
          </a:fillRef>
          <a:effectRef idx="0">
            <a:schemeClr val="accent1"/>
          </a:effectRef>
          <a:fontRef idx="minor">
            <a:schemeClr val="tx1"/>
          </a:fontRef>
        </p:style>
      </p:cxnSp>
      <p:sp>
        <p:nvSpPr>
          <p:cNvPr id="54" name="矩形 39"/>
          <p:cNvSpPr/>
          <p:nvPr/>
        </p:nvSpPr>
        <p:spPr>
          <a:xfrm>
            <a:off x="0" y="203088"/>
            <a:ext cx="1774845" cy="523220"/>
          </a:xfrm>
          <a:prstGeom prst="rect">
            <a:avLst/>
          </a:prstGeom>
          <a:noFill/>
        </p:spPr>
        <p:txBody>
          <a:bodyPr wrap="none" rtlCol="0">
            <a:spAutoFit/>
          </a:bodyPr>
          <a:lstStyle/>
          <a:p>
            <a:r>
              <a:rPr lang="zh-CN" altLang="en-US" sz="2800" b="1" dirty="0">
                <a:solidFill>
                  <a:schemeClr val="tx1">
                    <a:lumMod val="65000"/>
                    <a:lumOff val="35000"/>
                  </a:schemeClr>
                </a:solidFill>
              </a:rPr>
              <a:t>柱</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条形图</a:t>
            </a:r>
          </a:p>
        </p:txBody>
      </p:sp>
    </p:spTree>
    <p:extLst>
      <p:ext uri="{BB962C8B-B14F-4D97-AF65-F5344CB8AC3E}">
        <p14:creationId xmlns:p14="http://schemas.microsoft.com/office/powerpoint/2010/main" val="2142759614"/>
      </p:ext>
    </p:extLst>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9" name="Freeform 11"/>
          <p:cNvSpPr>
            <a:spLocks/>
          </p:cNvSpPr>
          <p:nvPr/>
        </p:nvSpPr>
        <p:spPr bwMode="auto">
          <a:xfrm>
            <a:off x="9960937" y="2017063"/>
            <a:ext cx="1494944" cy="913173"/>
          </a:xfrm>
          <a:custGeom>
            <a:avLst/>
            <a:gdLst>
              <a:gd name="T0" fmla="*/ 1642 w 1642"/>
              <a:gd name="T1" fmla="*/ 219 h 1003"/>
              <a:gd name="T2" fmla="*/ 1230 w 1642"/>
              <a:gd name="T3" fmla="*/ 110 h 1003"/>
              <a:gd name="T4" fmla="*/ 821 w 1642"/>
              <a:gd name="T5" fmla="*/ 0 h 1003"/>
              <a:gd name="T6" fmla="*/ 412 w 1642"/>
              <a:gd name="T7" fmla="*/ 110 h 1003"/>
              <a:gd name="T8" fmla="*/ 0 w 1642"/>
              <a:gd name="T9" fmla="*/ 219 h 1003"/>
              <a:gd name="T10" fmla="*/ 0 w 1642"/>
              <a:gd name="T11" fmla="*/ 219 h 1003"/>
              <a:gd name="T12" fmla="*/ 0 w 1642"/>
              <a:gd name="T13" fmla="*/ 1003 h 1003"/>
              <a:gd name="T14" fmla="*/ 1642 w 1642"/>
              <a:gd name="T15" fmla="*/ 1003 h 1003"/>
              <a:gd name="T16" fmla="*/ 1642 w 1642"/>
              <a:gd name="T17" fmla="*/ 219 h 1003"/>
              <a:gd name="T18" fmla="*/ 1642 w 1642"/>
              <a:gd name="T19" fmla="*/ 219 h 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2" h="1003">
                <a:moveTo>
                  <a:pt x="1642" y="219"/>
                </a:moveTo>
                <a:lnTo>
                  <a:pt x="1230" y="110"/>
                </a:lnTo>
                <a:lnTo>
                  <a:pt x="821" y="0"/>
                </a:lnTo>
                <a:lnTo>
                  <a:pt x="412" y="110"/>
                </a:lnTo>
                <a:lnTo>
                  <a:pt x="0" y="219"/>
                </a:lnTo>
                <a:lnTo>
                  <a:pt x="0" y="219"/>
                </a:lnTo>
                <a:lnTo>
                  <a:pt x="0" y="1003"/>
                </a:lnTo>
                <a:lnTo>
                  <a:pt x="1642" y="1003"/>
                </a:lnTo>
                <a:lnTo>
                  <a:pt x="1642" y="219"/>
                </a:lnTo>
                <a:lnTo>
                  <a:pt x="1642" y="219"/>
                </a:lnTo>
                <a:close/>
              </a:path>
            </a:pathLst>
          </a:custGeom>
          <a:solidFill>
            <a:srgbClr val="79C4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0" name="Freeform 146"/>
          <p:cNvSpPr>
            <a:spLocks/>
          </p:cNvSpPr>
          <p:nvPr/>
        </p:nvSpPr>
        <p:spPr bwMode="auto">
          <a:xfrm>
            <a:off x="9960937" y="3053144"/>
            <a:ext cx="1494944" cy="562653"/>
          </a:xfrm>
          <a:custGeom>
            <a:avLst/>
            <a:gdLst>
              <a:gd name="T0" fmla="*/ 0 w 1642"/>
              <a:gd name="T1" fmla="*/ 0 h 618"/>
              <a:gd name="T2" fmla="*/ 0 w 1642"/>
              <a:gd name="T3" fmla="*/ 399 h 618"/>
              <a:gd name="T4" fmla="*/ 0 w 1642"/>
              <a:gd name="T5" fmla="*/ 399 h 618"/>
              <a:gd name="T6" fmla="*/ 412 w 1642"/>
              <a:gd name="T7" fmla="*/ 509 h 618"/>
              <a:gd name="T8" fmla="*/ 821 w 1642"/>
              <a:gd name="T9" fmla="*/ 618 h 618"/>
              <a:gd name="T10" fmla="*/ 1230 w 1642"/>
              <a:gd name="T11" fmla="*/ 509 h 618"/>
              <a:gd name="T12" fmla="*/ 1642 w 1642"/>
              <a:gd name="T13" fmla="*/ 399 h 618"/>
              <a:gd name="T14" fmla="*/ 1642 w 1642"/>
              <a:gd name="T15" fmla="*/ 399 h 618"/>
              <a:gd name="T16" fmla="*/ 1642 w 1642"/>
              <a:gd name="T17" fmla="*/ 0 h 618"/>
              <a:gd name="T18" fmla="*/ 0 w 1642"/>
              <a:gd name="T19" fmla="*/ 0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2" h="618">
                <a:moveTo>
                  <a:pt x="0" y="0"/>
                </a:moveTo>
                <a:lnTo>
                  <a:pt x="0" y="399"/>
                </a:lnTo>
                <a:lnTo>
                  <a:pt x="0" y="399"/>
                </a:lnTo>
                <a:lnTo>
                  <a:pt x="412" y="509"/>
                </a:lnTo>
                <a:lnTo>
                  <a:pt x="821" y="618"/>
                </a:lnTo>
                <a:lnTo>
                  <a:pt x="1230" y="509"/>
                </a:lnTo>
                <a:lnTo>
                  <a:pt x="1642" y="399"/>
                </a:lnTo>
                <a:lnTo>
                  <a:pt x="1642" y="399"/>
                </a:lnTo>
                <a:lnTo>
                  <a:pt x="1642" y="0"/>
                </a:lnTo>
                <a:lnTo>
                  <a:pt x="0" y="0"/>
                </a:lnTo>
                <a:close/>
              </a:path>
            </a:pathLst>
          </a:custGeom>
          <a:solidFill>
            <a:srgbClr val="E379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aphicFrame>
        <p:nvGraphicFramePr>
          <p:cNvPr id="15" name="图表 14"/>
          <p:cNvGraphicFramePr/>
          <p:nvPr/>
        </p:nvGraphicFramePr>
        <p:xfrm>
          <a:off x="3000077" y="-159059"/>
          <a:ext cx="8128000" cy="5418667"/>
        </p:xfrm>
        <a:graphic>
          <a:graphicData uri="http://schemas.openxmlformats.org/drawingml/2006/chart">
            <c:chart xmlns:c="http://schemas.openxmlformats.org/drawingml/2006/chart" xmlns:r="http://schemas.openxmlformats.org/officeDocument/2006/relationships" r:id="rId2"/>
          </a:graphicData>
        </a:graphic>
      </p:graphicFrame>
      <p:sp>
        <p:nvSpPr>
          <p:cNvPr id="311" name="Freeform 60"/>
          <p:cNvSpPr>
            <a:spLocks/>
          </p:cNvSpPr>
          <p:nvPr/>
        </p:nvSpPr>
        <p:spPr bwMode="auto">
          <a:xfrm>
            <a:off x="783743" y="3615797"/>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2" name="文本框 311"/>
          <p:cNvSpPr txBox="1"/>
          <p:nvPr/>
        </p:nvSpPr>
        <p:spPr>
          <a:xfrm>
            <a:off x="716895" y="4415398"/>
            <a:ext cx="6165819" cy="1421928"/>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右图由柱形图表直接设置；</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可调整数据比例；</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可以辅助文字加以说明；</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如需修改颜色，请在右图修改然后粘贴到图表上即可。</a:t>
            </a:r>
            <a:endParaRPr lang="en-US" altLang="zh-CN" dirty="0">
              <a:solidFill>
                <a:prstClr val="black">
                  <a:lumMod val="65000"/>
                  <a:lumOff val="35000"/>
                </a:prstClr>
              </a:solidFill>
              <a:latin typeface="微软雅黑" panose="020B0503020204020204" pitchFamily="34" charset="-122"/>
            </a:endParaRPr>
          </a:p>
        </p:txBody>
      </p:sp>
      <p:sp>
        <p:nvSpPr>
          <p:cNvPr id="313" name="圆角矩形 312"/>
          <p:cNvSpPr/>
          <p:nvPr/>
        </p:nvSpPr>
        <p:spPr>
          <a:xfrm>
            <a:off x="1451435" y="3775082"/>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314" name="等腰三角形 313"/>
          <p:cNvSpPr/>
          <p:nvPr/>
        </p:nvSpPr>
        <p:spPr>
          <a:xfrm rot="16200000">
            <a:off x="1376803" y="3842626"/>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10" name="矩形 39"/>
          <p:cNvSpPr/>
          <p:nvPr/>
        </p:nvSpPr>
        <p:spPr>
          <a:xfrm>
            <a:off x="0" y="203088"/>
            <a:ext cx="1774845" cy="523220"/>
          </a:xfrm>
          <a:prstGeom prst="rect">
            <a:avLst/>
          </a:prstGeom>
          <a:noFill/>
        </p:spPr>
        <p:txBody>
          <a:bodyPr wrap="none" rtlCol="0">
            <a:spAutoFit/>
          </a:bodyPr>
          <a:lstStyle/>
          <a:p>
            <a:r>
              <a:rPr lang="zh-CN" altLang="en-US" sz="2800" b="1" dirty="0">
                <a:solidFill>
                  <a:schemeClr val="tx1">
                    <a:lumMod val="65000"/>
                    <a:lumOff val="35000"/>
                  </a:schemeClr>
                </a:solidFill>
              </a:rPr>
              <a:t>柱</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条形图</a:t>
            </a:r>
          </a:p>
        </p:txBody>
      </p:sp>
    </p:spTree>
    <p:extLst>
      <p:ext uri="{BB962C8B-B14F-4D97-AF65-F5344CB8AC3E}">
        <p14:creationId xmlns:p14="http://schemas.microsoft.com/office/powerpoint/2010/main" val="60072308"/>
      </p:ext>
    </p:extLst>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9" name="Group 4"/>
          <p:cNvGrpSpPr>
            <a:grpSpLocks noChangeAspect="1"/>
          </p:cNvGrpSpPr>
          <p:nvPr/>
        </p:nvGrpSpPr>
        <p:grpSpPr bwMode="auto">
          <a:xfrm>
            <a:off x="3296946" y="1910150"/>
            <a:ext cx="8278802" cy="4267214"/>
            <a:chOff x="211" y="703"/>
            <a:chExt cx="5215" cy="2688"/>
          </a:xfrm>
        </p:grpSpPr>
        <p:sp>
          <p:nvSpPr>
            <p:cNvPr id="60" name="AutoShape 3"/>
            <p:cNvSpPr>
              <a:spLocks noChangeAspect="1" noChangeArrowheads="1" noTextEdit="1"/>
            </p:cNvSpPr>
            <p:nvPr/>
          </p:nvSpPr>
          <p:spPr bwMode="auto">
            <a:xfrm>
              <a:off x="211" y="709"/>
              <a:ext cx="5215" cy="26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 name="Freeform 5"/>
            <p:cNvSpPr>
              <a:spLocks noEditPoints="1"/>
            </p:cNvSpPr>
            <p:nvPr/>
          </p:nvSpPr>
          <p:spPr bwMode="auto">
            <a:xfrm>
              <a:off x="211" y="703"/>
              <a:ext cx="161" cy="75"/>
            </a:xfrm>
            <a:custGeom>
              <a:avLst/>
              <a:gdLst>
                <a:gd name="T0" fmla="*/ 3 w 28"/>
                <a:gd name="T1" fmla="*/ 13 h 13"/>
                <a:gd name="T2" fmla="*/ 6 w 28"/>
                <a:gd name="T3" fmla="*/ 13 h 13"/>
                <a:gd name="T4" fmla="*/ 6 w 28"/>
                <a:gd name="T5" fmla="*/ 0 h 13"/>
                <a:gd name="T6" fmla="*/ 4 w 28"/>
                <a:gd name="T7" fmla="*/ 0 h 13"/>
                <a:gd name="T8" fmla="*/ 0 w 28"/>
                <a:gd name="T9" fmla="*/ 3 h 13"/>
                <a:gd name="T10" fmla="*/ 1 w 28"/>
                <a:gd name="T11" fmla="*/ 5 h 13"/>
                <a:gd name="T12" fmla="*/ 3 w 28"/>
                <a:gd name="T13" fmla="*/ 3 h 13"/>
                <a:gd name="T14" fmla="*/ 3 w 28"/>
                <a:gd name="T15" fmla="*/ 13 h 13"/>
                <a:gd name="T16" fmla="*/ 10 w 28"/>
                <a:gd name="T17" fmla="*/ 11 h 13"/>
                <a:gd name="T18" fmla="*/ 14 w 28"/>
                <a:gd name="T19" fmla="*/ 13 h 13"/>
                <a:gd name="T20" fmla="*/ 17 w 28"/>
                <a:gd name="T21" fmla="*/ 11 h 13"/>
                <a:gd name="T22" fmla="*/ 18 w 28"/>
                <a:gd name="T23" fmla="*/ 7 h 13"/>
                <a:gd name="T24" fmla="*/ 17 w 28"/>
                <a:gd name="T25" fmla="*/ 2 h 13"/>
                <a:gd name="T26" fmla="*/ 14 w 28"/>
                <a:gd name="T27" fmla="*/ 0 h 13"/>
                <a:gd name="T28" fmla="*/ 10 w 28"/>
                <a:gd name="T29" fmla="*/ 2 h 13"/>
                <a:gd name="T30" fmla="*/ 9 w 28"/>
                <a:gd name="T31" fmla="*/ 7 h 13"/>
                <a:gd name="T32" fmla="*/ 10 w 28"/>
                <a:gd name="T33" fmla="*/ 11 h 13"/>
                <a:gd name="T34" fmla="*/ 14 w 28"/>
                <a:gd name="T35" fmla="*/ 11 h 13"/>
                <a:gd name="T36" fmla="*/ 12 w 28"/>
                <a:gd name="T37" fmla="*/ 7 h 13"/>
                <a:gd name="T38" fmla="*/ 14 w 28"/>
                <a:gd name="T39" fmla="*/ 2 h 13"/>
                <a:gd name="T40" fmla="*/ 15 w 28"/>
                <a:gd name="T41" fmla="*/ 7 h 13"/>
                <a:gd name="T42" fmla="*/ 14 w 28"/>
                <a:gd name="T43" fmla="*/ 11 h 13"/>
                <a:gd name="T44" fmla="*/ 21 w 28"/>
                <a:gd name="T45" fmla="*/ 11 h 13"/>
                <a:gd name="T46" fmla="*/ 24 w 28"/>
                <a:gd name="T47" fmla="*/ 13 h 13"/>
                <a:gd name="T48" fmla="*/ 27 w 28"/>
                <a:gd name="T49" fmla="*/ 11 h 13"/>
                <a:gd name="T50" fmla="*/ 28 w 28"/>
                <a:gd name="T51" fmla="*/ 7 h 13"/>
                <a:gd name="T52" fmla="*/ 27 w 28"/>
                <a:gd name="T53" fmla="*/ 2 h 13"/>
                <a:gd name="T54" fmla="*/ 24 w 28"/>
                <a:gd name="T55" fmla="*/ 0 h 13"/>
                <a:gd name="T56" fmla="*/ 20 w 28"/>
                <a:gd name="T57" fmla="*/ 2 h 13"/>
                <a:gd name="T58" fmla="*/ 19 w 28"/>
                <a:gd name="T59" fmla="*/ 7 h 13"/>
                <a:gd name="T60" fmla="*/ 21 w 28"/>
                <a:gd name="T61" fmla="*/ 11 h 13"/>
                <a:gd name="T62" fmla="*/ 24 w 28"/>
                <a:gd name="T63" fmla="*/ 11 h 13"/>
                <a:gd name="T64" fmla="*/ 22 w 28"/>
                <a:gd name="T65" fmla="*/ 7 h 13"/>
                <a:gd name="T66" fmla="*/ 24 w 28"/>
                <a:gd name="T67" fmla="*/ 2 h 13"/>
                <a:gd name="T68" fmla="*/ 26 w 28"/>
                <a:gd name="T69" fmla="*/ 7 h 13"/>
                <a:gd name="T70" fmla="*/ 24 w 28"/>
                <a:gd name="T71"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8" h="13">
                  <a:moveTo>
                    <a:pt x="3" y="13"/>
                  </a:moveTo>
                  <a:cubicBezTo>
                    <a:pt x="6" y="13"/>
                    <a:pt x="6" y="13"/>
                    <a:pt x="6" y="13"/>
                  </a:cubicBezTo>
                  <a:cubicBezTo>
                    <a:pt x="6" y="0"/>
                    <a:pt x="6" y="0"/>
                    <a:pt x="6" y="0"/>
                  </a:cubicBezTo>
                  <a:cubicBezTo>
                    <a:pt x="4" y="0"/>
                    <a:pt x="4" y="0"/>
                    <a:pt x="4" y="0"/>
                  </a:cubicBezTo>
                  <a:cubicBezTo>
                    <a:pt x="0" y="3"/>
                    <a:pt x="0" y="3"/>
                    <a:pt x="0" y="3"/>
                  </a:cubicBezTo>
                  <a:cubicBezTo>
                    <a:pt x="1" y="5"/>
                    <a:pt x="1" y="5"/>
                    <a:pt x="1" y="5"/>
                  </a:cubicBezTo>
                  <a:cubicBezTo>
                    <a:pt x="3" y="3"/>
                    <a:pt x="3" y="3"/>
                    <a:pt x="3" y="3"/>
                  </a:cubicBezTo>
                  <a:cubicBezTo>
                    <a:pt x="3" y="13"/>
                    <a:pt x="3" y="13"/>
                    <a:pt x="3" y="13"/>
                  </a:cubicBezTo>
                  <a:close/>
                  <a:moveTo>
                    <a:pt x="10" y="11"/>
                  </a:moveTo>
                  <a:cubicBezTo>
                    <a:pt x="11" y="12"/>
                    <a:pt x="12" y="13"/>
                    <a:pt x="14" y="13"/>
                  </a:cubicBezTo>
                  <a:cubicBezTo>
                    <a:pt x="15" y="13"/>
                    <a:pt x="16" y="12"/>
                    <a:pt x="17" y="11"/>
                  </a:cubicBezTo>
                  <a:cubicBezTo>
                    <a:pt x="18" y="10"/>
                    <a:pt x="18" y="9"/>
                    <a:pt x="18" y="7"/>
                  </a:cubicBezTo>
                  <a:cubicBezTo>
                    <a:pt x="18" y="4"/>
                    <a:pt x="18" y="3"/>
                    <a:pt x="17" y="2"/>
                  </a:cubicBezTo>
                  <a:cubicBezTo>
                    <a:pt x="16" y="0"/>
                    <a:pt x="15" y="0"/>
                    <a:pt x="14" y="0"/>
                  </a:cubicBezTo>
                  <a:cubicBezTo>
                    <a:pt x="12" y="0"/>
                    <a:pt x="11" y="1"/>
                    <a:pt x="10" y="2"/>
                  </a:cubicBezTo>
                  <a:cubicBezTo>
                    <a:pt x="9" y="3"/>
                    <a:pt x="9" y="4"/>
                    <a:pt x="9" y="7"/>
                  </a:cubicBezTo>
                  <a:cubicBezTo>
                    <a:pt x="9" y="9"/>
                    <a:pt x="9" y="10"/>
                    <a:pt x="10" y="11"/>
                  </a:cubicBezTo>
                  <a:close/>
                  <a:moveTo>
                    <a:pt x="14" y="11"/>
                  </a:moveTo>
                  <a:cubicBezTo>
                    <a:pt x="12" y="11"/>
                    <a:pt x="12" y="10"/>
                    <a:pt x="12" y="7"/>
                  </a:cubicBezTo>
                  <a:cubicBezTo>
                    <a:pt x="12" y="3"/>
                    <a:pt x="12" y="2"/>
                    <a:pt x="14" y="2"/>
                  </a:cubicBezTo>
                  <a:cubicBezTo>
                    <a:pt x="15" y="2"/>
                    <a:pt x="15" y="3"/>
                    <a:pt x="15" y="7"/>
                  </a:cubicBezTo>
                  <a:cubicBezTo>
                    <a:pt x="15" y="10"/>
                    <a:pt x="15" y="11"/>
                    <a:pt x="14" y="11"/>
                  </a:cubicBezTo>
                  <a:close/>
                  <a:moveTo>
                    <a:pt x="21" y="11"/>
                  </a:moveTo>
                  <a:cubicBezTo>
                    <a:pt x="21" y="12"/>
                    <a:pt x="23" y="13"/>
                    <a:pt x="24" y="13"/>
                  </a:cubicBezTo>
                  <a:cubicBezTo>
                    <a:pt x="25" y="13"/>
                    <a:pt x="27" y="12"/>
                    <a:pt x="27" y="11"/>
                  </a:cubicBezTo>
                  <a:cubicBezTo>
                    <a:pt x="28" y="10"/>
                    <a:pt x="28" y="9"/>
                    <a:pt x="28" y="7"/>
                  </a:cubicBezTo>
                  <a:cubicBezTo>
                    <a:pt x="28" y="4"/>
                    <a:pt x="28" y="3"/>
                    <a:pt x="27" y="2"/>
                  </a:cubicBezTo>
                  <a:cubicBezTo>
                    <a:pt x="27" y="0"/>
                    <a:pt x="25" y="0"/>
                    <a:pt x="24" y="0"/>
                  </a:cubicBezTo>
                  <a:cubicBezTo>
                    <a:pt x="22" y="0"/>
                    <a:pt x="21" y="1"/>
                    <a:pt x="20" y="2"/>
                  </a:cubicBezTo>
                  <a:cubicBezTo>
                    <a:pt x="20" y="3"/>
                    <a:pt x="19" y="4"/>
                    <a:pt x="19" y="7"/>
                  </a:cubicBezTo>
                  <a:cubicBezTo>
                    <a:pt x="19" y="9"/>
                    <a:pt x="20" y="10"/>
                    <a:pt x="21" y="11"/>
                  </a:cubicBezTo>
                  <a:close/>
                  <a:moveTo>
                    <a:pt x="24" y="11"/>
                  </a:moveTo>
                  <a:cubicBezTo>
                    <a:pt x="23" y="11"/>
                    <a:pt x="22" y="10"/>
                    <a:pt x="22" y="7"/>
                  </a:cubicBezTo>
                  <a:cubicBezTo>
                    <a:pt x="22" y="3"/>
                    <a:pt x="23" y="2"/>
                    <a:pt x="24" y="2"/>
                  </a:cubicBezTo>
                  <a:cubicBezTo>
                    <a:pt x="25" y="2"/>
                    <a:pt x="26" y="3"/>
                    <a:pt x="26" y="7"/>
                  </a:cubicBezTo>
                  <a:cubicBezTo>
                    <a:pt x="26" y="10"/>
                    <a:pt x="25" y="11"/>
                    <a:pt x="24" y="11"/>
                  </a:cubicBezTo>
                  <a:close/>
                </a:path>
              </a:pathLst>
            </a:custGeom>
            <a:solidFill>
              <a:srgbClr val="B5B5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 name="Freeform 6"/>
            <p:cNvSpPr>
              <a:spLocks noEditPoints="1"/>
            </p:cNvSpPr>
            <p:nvPr/>
          </p:nvSpPr>
          <p:spPr bwMode="auto">
            <a:xfrm>
              <a:off x="234" y="1227"/>
              <a:ext cx="109" cy="75"/>
            </a:xfrm>
            <a:custGeom>
              <a:avLst/>
              <a:gdLst>
                <a:gd name="T0" fmla="*/ 0 w 19"/>
                <a:gd name="T1" fmla="*/ 9 h 13"/>
                <a:gd name="T2" fmla="*/ 5 w 19"/>
                <a:gd name="T3" fmla="*/ 13 h 13"/>
                <a:gd name="T4" fmla="*/ 8 w 19"/>
                <a:gd name="T5" fmla="*/ 12 h 13"/>
                <a:gd name="T6" fmla="*/ 9 w 19"/>
                <a:gd name="T7" fmla="*/ 9 h 13"/>
                <a:gd name="T8" fmla="*/ 7 w 19"/>
                <a:gd name="T9" fmla="*/ 6 h 13"/>
                <a:gd name="T10" fmla="*/ 9 w 19"/>
                <a:gd name="T11" fmla="*/ 3 h 13"/>
                <a:gd name="T12" fmla="*/ 5 w 19"/>
                <a:gd name="T13" fmla="*/ 0 h 13"/>
                <a:gd name="T14" fmla="*/ 0 w 19"/>
                <a:gd name="T15" fmla="*/ 3 h 13"/>
                <a:gd name="T16" fmla="*/ 3 w 19"/>
                <a:gd name="T17" fmla="*/ 6 h 13"/>
                <a:gd name="T18" fmla="*/ 0 w 19"/>
                <a:gd name="T19" fmla="*/ 9 h 13"/>
                <a:gd name="T20" fmla="*/ 4 w 19"/>
                <a:gd name="T21" fmla="*/ 4 h 13"/>
                <a:gd name="T22" fmla="*/ 3 w 19"/>
                <a:gd name="T23" fmla="*/ 3 h 13"/>
                <a:gd name="T24" fmla="*/ 5 w 19"/>
                <a:gd name="T25" fmla="*/ 1 h 13"/>
                <a:gd name="T26" fmla="*/ 6 w 19"/>
                <a:gd name="T27" fmla="*/ 3 h 13"/>
                <a:gd name="T28" fmla="*/ 5 w 19"/>
                <a:gd name="T29" fmla="*/ 5 h 13"/>
                <a:gd name="T30" fmla="*/ 5 w 19"/>
                <a:gd name="T31" fmla="*/ 5 h 13"/>
                <a:gd name="T32" fmla="*/ 4 w 19"/>
                <a:gd name="T33" fmla="*/ 4 h 13"/>
                <a:gd name="T34" fmla="*/ 3 w 19"/>
                <a:gd name="T35" fmla="*/ 9 h 13"/>
                <a:gd name="T36" fmla="*/ 4 w 19"/>
                <a:gd name="T37" fmla="*/ 7 h 13"/>
                <a:gd name="T38" fmla="*/ 4 w 19"/>
                <a:gd name="T39" fmla="*/ 7 h 13"/>
                <a:gd name="T40" fmla="*/ 7 w 19"/>
                <a:gd name="T41" fmla="*/ 9 h 13"/>
                <a:gd name="T42" fmla="*/ 5 w 19"/>
                <a:gd name="T43" fmla="*/ 11 h 13"/>
                <a:gd name="T44" fmla="*/ 3 w 19"/>
                <a:gd name="T45" fmla="*/ 9 h 13"/>
                <a:gd name="T46" fmla="*/ 12 w 19"/>
                <a:gd name="T47" fmla="*/ 11 h 13"/>
                <a:gd name="T48" fmla="*/ 15 w 19"/>
                <a:gd name="T49" fmla="*/ 13 h 13"/>
                <a:gd name="T50" fmla="*/ 18 w 19"/>
                <a:gd name="T51" fmla="*/ 11 h 13"/>
                <a:gd name="T52" fmla="*/ 19 w 19"/>
                <a:gd name="T53" fmla="*/ 6 h 13"/>
                <a:gd name="T54" fmla="*/ 19 w 19"/>
                <a:gd name="T55" fmla="*/ 2 h 13"/>
                <a:gd name="T56" fmla="*/ 15 w 19"/>
                <a:gd name="T57" fmla="*/ 0 h 13"/>
                <a:gd name="T58" fmla="*/ 11 w 19"/>
                <a:gd name="T59" fmla="*/ 2 h 13"/>
                <a:gd name="T60" fmla="*/ 11 w 19"/>
                <a:gd name="T61" fmla="*/ 6 h 13"/>
                <a:gd name="T62" fmla="*/ 12 w 19"/>
                <a:gd name="T63" fmla="*/ 11 h 13"/>
                <a:gd name="T64" fmla="*/ 15 w 19"/>
                <a:gd name="T65" fmla="*/ 11 h 13"/>
                <a:gd name="T66" fmla="*/ 13 w 19"/>
                <a:gd name="T67" fmla="*/ 6 h 13"/>
                <a:gd name="T68" fmla="*/ 15 w 19"/>
                <a:gd name="T69" fmla="*/ 2 h 13"/>
                <a:gd name="T70" fmla="*/ 17 w 19"/>
                <a:gd name="T71" fmla="*/ 6 h 13"/>
                <a:gd name="T72" fmla="*/ 15 w 19"/>
                <a:gd name="T73"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13">
                  <a:moveTo>
                    <a:pt x="0" y="9"/>
                  </a:moveTo>
                  <a:cubicBezTo>
                    <a:pt x="0" y="11"/>
                    <a:pt x="2" y="13"/>
                    <a:pt x="5" y="13"/>
                  </a:cubicBezTo>
                  <a:cubicBezTo>
                    <a:pt x="6" y="13"/>
                    <a:pt x="7" y="13"/>
                    <a:pt x="8" y="12"/>
                  </a:cubicBezTo>
                  <a:cubicBezTo>
                    <a:pt x="9" y="11"/>
                    <a:pt x="9" y="10"/>
                    <a:pt x="9" y="9"/>
                  </a:cubicBezTo>
                  <a:cubicBezTo>
                    <a:pt x="9" y="7"/>
                    <a:pt x="8" y="6"/>
                    <a:pt x="7" y="6"/>
                  </a:cubicBezTo>
                  <a:cubicBezTo>
                    <a:pt x="8" y="5"/>
                    <a:pt x="9" y="4"/>
                    <a:pt x="9" y="3"/>
                  </a:cubicBezTo>
                  <a:cubicBezTo>
                    <a:pt x="9" y="1"/>
                    <a:pt x="7" y="0"/>
                    <a:pt x="5" y="0"/>
                  </a:cubicBezTo>
                  <a:cubicBezTo>
                    <a:pt x="2" y="0"/>
                    <a:pt x="0" y="1"/>
                    <a:pt x="0" y="3"/>
                  </a:cubicBezTo>
                  <a:cubicBezTo>
                    <a:pt x="0" y="4"/>
                    <a:pt x="1" y="6"/>
                    <a:pt x="3" y="6"/>
                  </a:cubicBezTo>
                  <a:cubicBezTo>
                    <a:pt x="1" y="6"/>
                    <a:pt x="0" y="7"/>
                    <a:pt x="0" y="9"/>
                  </a:cubicBezTo>
                  <a:close/>
                  <a:moveTo>
                    <a:pt x="4" y="4"/>
                  </a:moveTo>
                  <a:cubicBezTo>
                    <a:pt x="3" y="4"/>
                    <a:pt x="3" y="3"/>
                    <a:pt x="3" y="3"/>
                  </a:cubicBezTo>
                  <a:cubicBezTo>
                    <a:pt x="3" y="2"/>
                    <a:pt x="4" y="1"/>
                    <a:pt x="5" y="1"/>
                  </a:cubicBezTo>
                  <a:cubicBezTo>
                    <a:pt x="6" y="1"/>
                    <a:pt x="6" y="2"/>
                    <a:pt x="6" y="3"/>
                  </a:cubicBezTo>
                  <a:cubicBezTo>
                    <a:pt x="6" y="4"/>
                    <a:pt x="6" y="4"/>
                    <a:pt x="5" y="5"/>
                  </a:cubicBezTo>
                  <a:cubicBezTo>
                    <a:pt x="5" y="5"/>
                    <a:pt x="5" y="5"/>
                    <a:pt x="5" y="5"/>
                  </a:cubicBezTo>
                  <a:cubicBezTo>
                    <a:pt x="4" y="5"/>
                    <a:pt x="4" y="5"/>
                    <a:pt x="4" y="4"/>
                  </a:cubicBezTo>
                  <a:close/>
                  <a:moveTo>
                    <a:pt x="3" y="9"/>
                  </a:moveTo>
                  <a:cubicBezTo>
                    <a:pt x="3" y="8"/>
                    <a:pt x="3" y="8"/>
                    <a:pt x="4" y="7"/>
                  </a:cubicBezTo>
                  <a:cubicBezTo>
                    <a:pt x="4" y="7"/>
                    <a:pt x="4" y="7"/>
                    <a:pt x="4" y="7"/>
                  </a:cubicBezTo>
                  <a:cubicBezTo>
                    <a:pt x="6" y="8"/>
                    <a:pt x="7" y="8"/>
                    <a:pt x="7" y="9"/>
                  </a:cubicBezTo>
                  <a:cubicBezTo>
                    <a:pt x="7" y="10"/>
                    <a:pt x="6" y="11"/>
                    <a:pt x="5" y="11"/>
                  </a:cubicBezTo>
                  <a:cubicBezTo>
                    <a:pt x="4" y="11"/>
                    <a:pt x="3" y="10"/>
                    <a:pt x="3" y="9"/>
                  </a:cubicBezTo>
                  <a:close/>
                  <a:moveTo>
                    <a:pt x="12" y="11"/>
                  </a:moveTo>
                  <a:cubicBezTo>
                    <a:pt x="12" y="12"/>
                    <a:pt x="14" y="13"/>
                    <a:pt x="15" y="13"/>
                  </a:cubicBezTo>
                  <a:cubicBezTo>
                    <a:pt x="16" y="13"/>
                    <a:pt x="18" y="12"/>
                    <a:pt x="18" y="11"/>
                  </a:cubicBezTo>
                  <a:cubicBezTo>
                    <a:pt x="19" y="10"/>
                    <a:pt x="19" y="9"/>
                    <a:pt x="19" y="6"/>
                  </a:cubicBezTo>
                  <a:cubicBezTo>
                    <a:pt x="19" y="4"/>
                    <a:pt x="19" y="3"/>
                    <a:pt x="19" y="2"/>
                  </a:cubicBezTo>
                  <a:cubicBezTo>
                    <a:pt x="18" y="0"/>
                    <a:pt x="17" y="0"/>
                    <a:pt x="15" y="0"/>
                  </a:cubicBezTo>
                  <a:cubicBezTo>
                    <a:pt x="13" y="0"/>
                    <a:pt x="12" y="0"/>
                    <a:pt x="11" y="2"/>
                  </a:cubicBezTo>
                  <a:cubicBezTo>
                    <a:pt x="11" y="3"/>
                    <a:pt x="11" y="4"/>
                    <a:pt x="11" y="6"/>
                  </a:cubicBezTo>
                  <a:cubicBezTo>
                    <a:pt x="11" y="9"/>
                    <a:pt x="11" y="10"/>
                    <a:pt x="12" y="11"/>
                  </a:cubicBezTo>
                  <a:close/>
                  <a:moveTo>
                    <a:pt x="15" y="11"/>
                  </a:moveTo>
                  <a:cubicBezTo>
                    <a:pt x="14" y="11"/>
                    <a:pt x="13" y="9"/>
                    <a:pt x="13" y="6"/>
                  </a:cubicBezTo>
                  <a:cubicBezTo>
                    <a:pt x="13" y="3"/>
                    <a:pt x="14" y="2"/>
                    <a:pt x="15" y="2"/>
                  </a:cubicBezTo>
                  <a:cubicBezTo>
                    <a:pt x="16" y="2"/>
                    <a:pt x="17" y="3"/>
                    <a:pt x="17" y="6"/>
                  </a:cubicBezTo>
                  <a:cubicBezTo>
                    <a:pt x="17" y="9"/>
                    <a:pt x="16" y="11"/>
                    <a:pt x="15" y="11"/>
                  </a:cubicBezTo>
                  <a:close/>
                </a:path>
              </a:pathLst>
            </a:custGeom>
            <a:solidFill>
              <a:srgbClr val="B5B5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 name="Freeform 7"/>
            <p:cNvSpPr>
              <a:spLocks noEditPoints="1"/>
            </p:cNvSpPr>
            <p:nvPr/>
          </p:nvSpPr>
          <p:spPr bwMode="auto">
            <a:xfrm>
              <a:off x="234" y="1751"/>
              <a:ext cx="109" cy="74"/>
            </a:xfrm>
            <a:custGeom>
              <a:avLst/>
              <a:gdLst>
                <a:gd name="T0" fmla="*/ 8 w 19"/>
                <a:gd name="T1" fmla="*/ 0 h 13"/>
                <a:gd name="T2" fmla="*/ 6 w 19"/>
                <a:gd name="T3" fmla="*/ 0 h 13"/>
                <a:gd name="T4" fmla="*/ 0 w 19"/>
                <a:gd name="T5" fmla="*/ 7 h 13"/>
                <a:gd name="T6" fmla="*/ 5 w 19"/>
                <a:gd name="T7" fmla="*/ 13 h 13"/>
                <a:gd name="T8" fmla="*/ 9 w 19"/>
                <a:gd name="T9" fmla="*/ 9 h 13"/>
                <a:gd name="T10" fmla="*/ 5 w 19"/>
                <a:gd name="T11" fmla="*/ 5 h 13"/>
                <a:gd name="T12" fmla="*/ 3 w 19"/>
                <a:gd name="T13" fmla="*/ 6 h 13"/>
                <a:gd name="T14" fmla="*/ 6 w 19"/>
                <a:gd name="T15" fmla="*/ 2 h 13"/>
                <a:gd name="T16" fmla="*/ 8 w 19"/>
                <a:gd name="T17" fmla="*/ 2 h 13"/>
                <a:gd name="T18" fmla="*/ 8 w 19"/>
                <a:gd name="T19" fmla="*/ 0 h 13"/>
                <a:gd name="T20" fmla="*/ 3 w 19"/>
                <a:gd name="T21" fmla="*/ 9 h 13"/>
                <a:gd name="T22" fmla="*/ 5 w 19"/>
                <a:gd name="T23" fmla="*/ 7 h 13"/>
                <a:gd name="T24" fmla="*/ 7 w 19"/>
                <a:gd name="T25" fmla="*/ 9 h 13"/>
                <a:gd name="T26" fmla="*/ 5 w 19"/>
                <a:gd name="T27" fmla="*/ 11 h 13"/>
                <a:gd name="T28" fmla="*/ 3 w 19"/>
                <a:gd name="T29" fmla="*/ 9 h 13"/>
                <a:gd name="T30" fmla="*/ 12 w 19"/>
                <a:gd name="T31" fmla="*/ 12 h 13"/>
                <a:gd name="T32" fmla="*/ 15 w 19"/>
                <a:gd name="T33" fmla="*/ 13 h 13"/>
                <a:gd name="T34" fmla="*/ 18 w 19"/>
                <a:gd name="T35" fmla="*/ 12 h 13"/>
                <a:gd name="T36" fmla="*/ 19 w 19"/>
                <a:gd name="T37" fmla="*/ 7 h 13"/>
                <a:gd name="T38" fmla="*/ 19 w 19"/>
                <a:gd name="T39" fmla="*/ 2 h 13"/>
                <a:gd name="T40" fmla="*/ 15 w 19"/>
                <a:gd name="T41" fmla="*/ 0 h 13"/>
                <a:gd name="T42" fmla="*/ 11 w 19"/>
                <a:gd name="T43" fmla="*/ 2 h 13"/>
                <a:gd name="T44" fmla="*/ 11 w 19"/>
                <a:gd name="T45" fmla="*/ 7 h 13"/>
                <a:gd name="T46" fmla="*/ 12 w 19"/>
                <a:gd name="T47" fmla="*/ 12 h 13"/>
                <a:gd name="T48" fmla="*/ 15 w 19"/>
                <a:gd name="T49" fmla="*/ 11 h 13"/>
                <a:gd name="T50" fmla="*/ 13 w 19"/>
                <a:gd name="T51" fmla="*/ 7 h 13"/>
                <a:gd name="T52" fmla="*/ 15 w 19"/>
                <a:gd name="T53" fmla="*/ 2 h 13"/>
                <a:gd name="T54" fmla="*/ 17 w 19"/>
                <a:gd name="T55" fmla="*/ 7 h 13"/>
                <a:gd name="T56" fmla="*/ 15 w 19"/>
                <a:gd name="T57"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 h="13">
                  <a:moveTo>
                    <a:pt x="8" y="0"/>
                  </a:moveTo>
                  <a:cubicBezTo>
                    <a:pt x="7" y="0"/>
                    <a:pt x="7" y="0"/>
                    <a:pt x="6" y="0"/>
                  </a:cubicBezTo>
                  <a:cubicBezTo>
                    <a:pt x="2" y="0"/>
                    <a:pt x="0" y="2"/>
                    <a:pt x="0" y="7"/>
                  </a:cubicBezTo>
                  <a:cubicBezTo>
                    <a:pt x="0" y="11"/>
                    <a:pt x="2" y="13"/>
                    <a:pt x="5" y="13"/>
                  </a:cubicBezTo>
                  <a:cubicBezTo>
                    <a:pt x="7" y="13"/>
                    <a:pt x="9" y="12"/>
                    <a:pt x="9" y="9"/>
                  </a:cubicBezTo>
                  <a:cubicBezTo>
                    <a:pt x="9" y="6"/>
                    <a:pt x="8" y="5"/>
                    <a:pt x="5" y="5"/>
                  </a:cubicBezTo>
                  <a:cubicBezTo>
                    <a:pt x="4" y="5"/>
                    <a:pt x="3" y="5"/>
                    <a:pt x="3" y="6"/>
                  </a:cubicBezTo>
                  <a:cubicBezTo>
                    <a:pt x="3" y="3"/>
                    <a:pt x="4" y="2"/>
                    <a:pt x="6" y="2"/>
                  </a:cubicBezTo>
                  <a:cubicBezTo>
                    <a:pt x="7" y="2"/>
                    <a:pt x="7" y="2"/>
                    <a:pt x="8" y="2"/>
                  </a:cubicBezTo>
                  <a:cubicBezTo>
                    <a:pt x="8" y="0"/>
                    <a:pt x="8" y="0"/>
                    <a:pt x="8" y="0"/>
                  </a:cubicBezTo>
                  <a:close/>
                  <a:moveTo>
                    <a:pt x="3" y="9"/>
                  </a:moveTo>
                  <a:cubicBezTo>
                    <a:pt x="3" y="7"/>
                    <a:pt x="4" y="7"/>
                    <a:pt x="5" y="7"/>
                  </a:cubicBezTo>
                  <a:cubicBezTo>
                    <a:pt x="6" y="7"/>
                    <a:pt x="7" y="8"/>
                    <a:pt x="7" y="9"/>
                  </a:cubicBezTo>
                  <a:cubicBezTo>
                    <a:pt x="7" y="10"/>
                    <a:pt x="6" y="11"/>
                    <a:pt x="5" y="11"/>
                  </a:cubicBezTo>
                  <a:cubicBezTo>
                    <a:pt x="4" y="11"/>
                    <a:pt x="3" y="10"/>
                    <a:pt x="3" y="9"/>
                  </a:cubicBezTo>
                  <a:close/>
                  <a:moveTo>
                    <a:pt x="12" y="12"/>
                  </a:moveTo>
                  <a:cubicBezTo>
                    <a:pt x="12" y="13"/>
                    <a:pt x="14" y="13"/>
                    <a:pt x="15" y="13"/>
                  </a:cubicBezTo>
                  <a:cubicBezTo>
                    <a:pt x="16" y="13"/>
                    <a:pt x="18" y="13"/>
                    <a:pt x="18" y="12"/>
                  </a:cubicBezTo>
                  <a:cubicBezTo>
                    <a:pt x="19" y="10"/>
                    <a:pt x="19" y="9"/>
                    <a:pt x="19" y="7"/>
                  </a:cubicBezTo>
                  <a:cubicBezTo>
                    <a:pt x="19" y="5"/>
                    <a:pt x="19" y="3"/>
                    <a:pt x="19" y="2"/>
                  </a:cubicBezTo>
                  <a:cubicBezTo>
                    <a:pt x="18" y="1"/>
                    <a:pt x="17" y="0"/>
                    <a:pt x="15" y="0"/>
                  </a:cubicBezTo>
                  <a:cubicBezTo>
                    <a:pt x="13" y="0"/>
                    <a:pt x="12" y="1"/>
                    <a:pt x="11" y="2"/>
                  </a:cubicBezTo>
                  <a:cubicBezTo>
                    <a:pt x="11" y="3"/>
                    <a:pt x="11" y="5"/>
                    <a:pt x="11" y="7"/>
                  </a:cubicBezTo>
                  <a:cubicBezTo>
                    <a:pt x="11" y="9"/>
                    <a:pt x="11" y="10"/>
                    <a:pt x="12" y="12"/>
                  </a:cubicBezTo>
                  <a:close/>
                  <a:moveTo>
                    <a:pt x="15" y="11"/>
                  </a:moveTo>
                  <a:cubicBezTo>
                    <a:pt x="14" y="11"/>
                    <a:pt x="13" y="10"/>
                    <a:pt x="13" y="7"/>
                  </a:cubicBezTo>
                  <a:cubicBezTo>
                    <a:pt x="13" y="3"/>
                    <a:pt x="14" y="2"/>
                    <a:pt x="15" y="2"/>
                  </a:cubicBezTo>
                  <a:cubicBezTo>
                    <a:pt x="16" y="2"/>
                    <a:pt x="17" y="3"/>
                    <a:pt x="17" y="7"/>
                  </a:cubicBezTo>
                  <a:cubicBezTo>
                    <a:pt x="17" y="10"/>
                    <a:pt x="16" y="11"/>
                    <a:pt x="15" y="11"/>
                  </a:cubicBezTo>
                  <a:close/>
                </a:path>
              </a:pathLst>
            </a:custGeom>
            <a:solidFill>
              <a:srgbClr val="B5B5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 name="Freeform 8"/>
            <p:cNvSpPr>
              <a:spLocks noEditPoints="1"/>
            </p:cNvSpPr>
            <p:nvPr/>
          </p:nvSpPr>
          <p:spPr bwMode="auto">
            <a:xfrm>
              <a:off x="234" y="2263"/>
              <a:ext cx="109" cy="75"/>
            </a:xfrm>
            <a:custGeom>
              <a:avLst/>
              <a:gdLst>
                <a:gd name="T0" fmla="*/ 0 w 19"/>
                <a:gd name="T1" fmla="*/ 11 h 13"/>
                <a:gd name="T2" fmla="*/ 5 w 19"/>
                <a:gd name="T3" fmla="*/ 11 h 13"/>
                <a:gd name="T4" fmla="*/ 5 w 19"/>
                <a:gd name="T5" fmla="*/ 13 h 13"/>
                <a:gd name="T6" fmla="*/ 8 w 19"/>
                <a:gd name="T7" fmla="*/ 13 h 13"/>
                <a:gd name="T8" fmla="*/ 8 w 19"/>
                <a:gd name="T9" fmla="*/ 11 h 13"/>
                <a:gd name="T10" fmla="*/ 10 w 19"/>
                <a:gd name="T11" fmla="*/ 11 h 13"/>
                <a:gd name="T12" fmla="*/ 10 w 19"/>
                <a:gd name="T13" fmla="*/ 9 h 13"/>
                <a:gd name="T14" fmla="*/ 8 w 19"/>
                <a:gd name="T15" fmla="*/ 9 h 13"/>
                <a:gd name="T16" fmla="*/ 8 w 19"/>
                <a:gd name="T17" fmla="*/ 0 h 13"/>
                <a:gd name="T18" fmla="*/ 5 w 19"/>
                <a:gd name="T19" fmla="*/ 0 h 13"/>
                <a:gd name="T20" fmla="*/ 0 w 19"/>
                <a:gd name="T21" fmla="*/ 8 h 13"/>
                <a:gd name="T22" fmla="*/ 0 w 19"/>
                <a:gd name="T23" fmla="*/ 11 h 13"/>
                <a:gd name="T24" fmla="*/ 2 w 19"/>
                <a:gd name="T25" fmla="*/ 9 h 13"/>
                <a:gd name="T26" fmla="*/ 5 w 19"/>
                <a:gd name="T27" fmla="*/ 3 h 13"/>
                <a:gd name="T28" fmla="*/ 6 w 19"/>
                <a:gd name="T29" fmla="*/ 2 h 13"/>
                <a:gd name="T30" fmla="*/ 5 w 19"/>
                <a:gd name="T31" fmla="*/ 3 h 13"/>
                <a:gd name="T32" fmla="*/ 5 w 19"/>
                <a:gd name="T33" fmla="*/ 9 h 13"/>
                <a:gd name="T34" fmla="*/ 2 w 19"/>
                <a:gd name="T35" fmla="*/ 9 h 13"/>
                <a:gd name="T36" fmla="*/ 12 w 19"/>
                <a:gd name="T37" fmla="*/ 12 h 13"/>
                <a:gd name="T38" fmla="*/ 15 w 19"/>
                <a:gd name="T39" fmla="*/ 13 h 13"/>
                <a:gd name="T40" fmla="*/ 18 w 19"/>
                <a:gd name="T41" fmla="*/ 12 h 13"/>
                <a:gd name="T42" fmla="*/ 19 w 19"/>
                <a:gd name="T43" fmla="*/ 7 h 13"/>
                <a:gd name="T44" fmla="*/ 19 w 19"/>
                <a:gd name="T45" fmla="*/ 2 h 13"/>
                <a:gd name="T46" fmla="*/ 15 w 19"/>
                <a:gd name="T47" fmla="*/ 0 h 13"/>
                <a:gd name="T48" fmla="*/ 11 w 19"/>
                <a:gd name="T49" fmla="*/ 2 h 13"/>
                <a:gd name="T50" fmla="*/ 11 w 19"/>
                <a:gd name="T51" fmla="*/ 7 h 13"/>
                <a:gd name="T52" fmla="*/ 12 w 19"/>
                <a:gd name="T53" fmla="*/ 12 h 13"/>
                <a:gd name="T54" fmla="*/ 15 w 19"/>
                <a:gd name="T55" fmla="*/ 12 h 13"/>
                <a:gd name="T56" fmla="*/ 13 w 19"/>
                <a:gd name="T57" fmla="*/ 7 h 13"/>
                <a:gd name="T58" fmla="*/ 15 w 19"/>
                <a:gd name="T59" fmla="*/ 2 h 13"/>
                <a:gd name="T60" fmla="*/ 17 w 19"/>
                <a:gd name="T61" fmla="*/ 7 h 13"/>
                <a:gd name="T62" fmla="*/ 15 w 19"/>
                <a:gd name="T63"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9" h="13">
                  <a:moveTo>
                    <a:pt x="0" y="11"/>
                  </a:moveTo>
                  <a:cubicBezTo>
                    <a:pt x="5" y="11"/>
                    <a:pt x="5" y="11"/>
                    <a:pt x="5" y="11"/>
                  </a:cubicBezTo>
                  <a:cubicBezTo>
                    <a:pt x="5" y="13"/>
                    <a:pt x="5" y="13"/>
                    <a:pt x="5" y="13"/>
                  </a:cubicBezTo>
                  <a:cubicBezTo>
                    <a:pt x="8" y="13"/>
                    <a:pt x="8" y="13"/>
                    <a:pt x="8" y="13"/>
                  </a:cubicBezTo>
                  <a:cubicBezTo>
                    <a:pt x="8" y="11"/>
                    <a:pt x="8" y="11"/>
                    <a:pt x="8" y="11"/>
                  </a:cubicBezTo>
                  <a:cubicBezTo>
                    <a:pt x="10" y="11"/>
                    <a:pt x="10" y="11"/>
                    <a:pt x="10" y="11"/>
                  </a:cubicBezTo>
                  <a:cubicBezTo>
                    <a:pt x="10" y="9"/>
                    <a:pt x="10" y="9"/>
                    <a:pt x="10" y="9"/>
                  </a:cubicBezTo>
                  <a:cubicBezTo>
                    <a:pt x="8" y="9"/>
                    <a:pt x="8" y="9"/>
                    <a:pt x="8" y="9"/>
                  </a:cubicBezTo>
                  <a:cubicBezTo>
                    <a:pt x="8" y="0"/>
                    <a:pt x="8" y="0"/>
                    <a:pt x="8" y="0"/>
                  </a:cubicBezTo>
                  <a:cubicBezTo>
                    <a:pt x="5" y="0"/>
                    <a:pt x="5" y="0"/>
                    <a:pt x="5" y="0"/>
                  </a:cubicBezTo>
                  <a:cubicBezTo>
                    <a:pt x="0" y="8"/>
                    <a:pt x="0" y="8"/>
                    <a:pt x="0" y="8"/>
                  </a:cubicBezTo>
                  <a:cubicBezTo>
                    <a:pt x="0" y="11"/>
                    <a:pt x="0" y="11"/>
                    <a:pt x="0" y="11"/>
                  </a:cubicBezTo>
                  <a:close/>
                  <a:moveTo>
                    <a:pt x="2" y="9"/>
                  </a:moveTo>
                  <a:cubicBezTo>
                    <a:pt x="5" y="3"/>
                    <a:pt x="5" y="3"/>
                    <a:pt x="5" y="3"/>
                  </a:cubicBezTo>
                  <a:cubicBezTo>
                    <a:pt x="5" y="3"/>
                    <a:pt x="5" y="3"/>
                    <a:pt x="6" y="2"/>
                  </a:cubicBezTo>
                  <a:cubicBezTo>
                    <a:pt x="5" y="3"/>
                    <a:pt x="5" y="3"/>
                    <a:pt x="5" y="3"/>
                  </a:cubicBezTo>
                  <a:cubicBezTo>
                    <a:pt x="5" y="9"/>
                    <a:pt x="5" y="9"/>
                    <a:pt x="5" y="9"/>
                  </a:cubicBezTo>
                  <a:cubicBezTo>
                    <a:pt x="2" y="9"/>
                    <a:pt x="2" y="9"/>
                    <a:pt x="2" y="9"/>
                  </a:cubicBezTo>
                  <a:close/>
                  <a:moveTo>
                    <a:pt x="12" y="12"/>
                  </a:moveTo>
                  <a:cubicBezTo>
                    <a:pt x="12" y="13"/>
                    <a:pt x="14" y="13"/>
                    <a:pt x="15" y="13"/>
                  </a:cubicBezTo>
                  <a:cubicBezTo>
                    <a:pt x="16" y="13"/>
                    <a:pt x="18" y="13"/>
                    <a:pt x="18" y="12"/>
                  </a:cubicBezTo>
                  <a:cubicBezTo>
                    <a:pt x="19" y="11"/>
                    <a:pt x="19" y="9"/>
                    <a:pt x="19" y="7"/>
                  </a:cubicBezTo>
                  <a:cubicBezTo>
                    <a:pt x="19" y="5"/>
                    <a:pt x="19" y="3"/>
                    <a:pt x="19" y="2"/>
                  </a:cubicBezTo>
                  <a:cubicBezTo>
                    <a:pt x="18" y="1"/>
                    <a:pt x="17" y="0"/>
                    <a:pt x="15" y="0"/>
                  </a:cubicBezTo>
                  <a:cubicBezTo>
                    <a:pt x="13" y="0"/>
                    <a:pt x="12" y="1"/>
                    <a:pt x="11" y="2"/>
                  </a:cubicBezTo>
                  <a:cubicBezTo>
                    <a:pt x="11" y="3"/>
                    <a:pt x="11" y="5"/>
                    <a:pt x="11" y="7"/>
                  </a:cubicBezTo>
                  <a:cubicBezTo>
                    <a:pt x="11" y="9"/>
                    <a:pt x="11" y="11"/>
                    <a:pt x="12" y="12"/>
                  </a:cubicBezTo>
                  <a:close/>
                  <a:moveTo>
                    <a:pt x="15" y="12"/>
                  </a:moveTo>
                  <a:cubicBezTo>
                    <a:pt x="14" y="12"/>
                    <a:pt x="13" y="10"/>
                    <a:pt x="13" y="7"/>
                  </a:cubicBezTo>
                  <a:cubicBezTo>
                    <a:pt x="13" y="4"/>
                    <a:pt x="14" y="2"/>
                    <a:pt x="15" y="2"/>
                  </a:cubicBezTo>
                  <a:cubicBezTo>
                    <a:pt x="16" y="2"/>
                    <a:pt x="17" y="4"/>
                    <a:pt x="17" y="7"/>
                  </a:cubicBezTo>
                  <a:cubicBezTo>
                    <a:pt x="17" y="10"/>
                    <a:pt x="16" y="12"/>
                    <a:pt x="15" y="12"/>
                  </a:cubicBezTo>
                  <a:close/>
                </a:path>
              </a:pathLst>
            </a:custGeom>
            <a:solidFill>
              <a:srgbClr val="B5B5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 name="Freeform 9"/>
            <p:cNvSpPr>
              <a:spLocks noEditPoints="1"/>
            </p:cNvSpPr>
            <p:nvPr/>
          </p:nvSpPr>
          <p:spPr bwMode="auto">
            <a:xfrm>
              <a:off x="234" y="2781"/>
              <a:ext cx="109" cy="80"/>
            </a:xfrm>
            <a:custGeom>
              <a:avLst/>
              <a:gdLst>
                <a:gd name="T0" fmla="*/ 0 w 19"/>
                <a:gd name="T1" fmla="*/ 13 h 14"/>
                <a:gd name="T2" fmla="*/ 9 w 19"/>
                <a:gd name="T3" fmla="*/ 13 h 14"/>
                <a:gd name="T4" fmla="*/ 9 w 19"/>
                <a:gd name="T5" fmla="*/ 11 h 14"/>
                <a:gd name="T6" fmla="*/ 4 w 19"/>
                <a:gd name="T7" fmla="*/ 11 h 14"/>
                <a:gd name="T8" fmla="*/ 6 w 19"/>
                <a:gd name="T9" fmla="*/ 8 h 14"/>
                <a:gd name="T10" fmla="*/ 9 w 19"/>
                <a:gd name="T11" fmla="*/ 4 h 14"/>
                <a:gd name="T12" fmla="*/ 7 w 19"/>
                <a:gd name="T13" fmla="*/ 1 h 14"/>
                <a:gd name="T14" fmla="*/ 4 w 19"/>
                <a:gd name="T15" fmla="*/ 0 h 14"/>
                <a:gd name="T16" fmla="*/ 1 w 19"/>
                <a:gd name="T17" fmla="*/ 1 h 14"/>
                <a:gd name="T18" fmla="*/ 1 w 19"/>
                <a:gd name="T19" fmla="*/ 4 h 14"/>
                <a:gd name="T20" fmla="*/ 4 w 19"/>
                <a:gd name="T21" fmla="*/ 3 h 14"/>
                <a:gd name="T22" fmla="*/ 6 w 19"/>
                <a:gd name="T23" fmla="*/ 4 h 14"/>
                <a:gd name="T24" fmla="*/ 4 w 19"/>
                <a:gd name="T25" fmla="*/ 8 h 14"/>
                <a:gd name="T26" fmla="*/ 0 w 19"/>
                <a:gd name="T27" fmla="*/ 11 h 14"/>
                <a:gd name="T28" fmla="*/ 0 w 19"/>
                <a:gd name="T29" fmla="*/ 13 h 14"/>
                <a:gd name="T30" fmla="*/ 12 w 19"/>
                <a:gd name="T31" fmla="*/ 12 h 14"/>
                <a:gd name="T32" fmla="*/ 15 w 19"/>
                <a:gd name="T33" fmla="*/ 14 h 14"/>
                <a:gd name="T34" fmla="*/ 18 w 19"/>
                <a:gd name="T35" fmla="*/ 12 h 14"/>
                <a:gd name="T36" fmla="*/ 19 w 19"/>
                <a:gd name="T37" fmla="*/ 7 h 14"/>
                <a:gd name="T38" fmla="*/ 19 w 19"/>
                <a:gd name="T39" fmla="*/ 2 h 14"/>
                <a:gd name="T40" fmla="*/ 15 w 19"/>
                <a:gd name="T41" fmla="*/ 0 h 14"/>
                <a:gd name="T42" fmla="*/ 11 w 19"/>
                <a:gd name="T43" fmla="*/ 2 h 14"/>
                <a:gd name="T44" fmla="*/ 11 w 19"/>
                <a:gd name="T45" fmla="*/ 7 h 14"/>
                <a:gd name="T46" fmla="*/ 12 w 19"/>
                <a:gd name="T47" fmla="*/ 12 h 14"/>
                <a:gd name="T48" fmla="*/ 15 w 19"/>
                <a:gd name="T49" fmla="*/ 12 h 14"/>
                <a:gd name="T50" fmla="*/ 13 w 19"/>
                <a:gd name="T51" fmla="*/ 7 h 14"/>
                <a:gd name="T52" fmla="*/ 15 w 19"/>
                <a:gd name="T53" fmla="*/ 2 h 14"/>
                <a:gd name="T54" fmla="*/ 17 w 19"/>
                <a:gd name="T55" fmla="*/ 7 h 14"/>
                <a:gd name="T56" fmla="*/ 15 w 19"/>
                <a:gd name="T57"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 h="14">
                  <a:moveTo>
                    <a:pt x="0" y="13"/>
                  </a:moveTo>
                  <a:cubicBezTo>
                    <a:pt x="9" y="13"/>
                    <a:pt x="9" y="13"/>
                    <a:pt x="9" y="13"/>
                  </a:cubicBezTo>
                  <a:cubicBezTo>
                    <a:pt x="9" y="11"/>
                    <a:pt x="9" y="11"/>
                    <a:pt x="9" y="11"/>
                  </a:cubicBezTo>
                  <a:cubicBezTo>
                    <a:pt x="4" y="11"/>
                    <a:pt x="4" y="11"/>
                    <a:pt x="4" y="11"/>
                  </a:cubicBezTo>
                  <a:cubicBezTo>
                    <a:pt x="5" y="10"/>
                    <a:pt x="6" y="10"/>
                    <a:pt x="6" y="8"/>
                  </a:cubicBezTo>
                  <a:cubicBezTo>
                    <a:pt x="8" y="6"/>
                    <a:pt x="9" y="5"/>
                    <a:pt x="9" y="4"/>
                  </a:cubicBezTo>
                  <a:cubicBezTo>
                    <a:pt x="9" y="3"/>
                    <a:pt x="8" y="2"/>
                    <a:pt x="7" y="1"/>
                  </a:cubicBezTo>
                  <a:cubicBezTo>
                    <a:pt x="7" y="1"/>
                    <a:pt x="6" y="0"/>
                    <a:pt x="4" y="0"/>
                  </a:cubicBezTo>
                  <a:cubicBezTo>
                    <a:pt x="3" y="0"/>
                    <a:pt x="2" y="1"/>
                    <a:pt x="1" y="1"/>
                  </a:cubicBezTo>
                  <a:cubicBezTo>
                    <a:pt x="1" y="4"/>
                    <a:pt x="1" y="4"/>
                    <a:pt x="1" y="4"/>
                  </a:cubicBezTo>
                  <a:cubicBezTo>
                    <a:pt x="2" y="3"/>
                    <a:pt x="3" y="3"/>
                    <a:pt x="4" y="3"/>
                  </a:cubicBezTo>
                  <a:cubicBezTo>
                    <a:pt x="5" y="3"/>
                    <a:pt x="6" y="3"/>
                    <a:pt x="6" y="4"/>
                  </a:cubicBezTo>
                  <a:cubicBezTo>
                    <a:pt x="6" y="5"/>
                    <a:pt x="5" y="6"/>
                    <a:pt x="4" y="8"/>
                  </a:cubicBezTo>
                  <a:cubicBezTo>
                    <a:pt x="3" y="9"/>
                    <a:pt x="1" y="10"/>
                    <a:pt x="0" y="11"/>
                  </a:cubicBezTo>
                  <a:cubicBezTo>
                    <a:pt x="0" y="13"/>
                    <a:pt x="0" y="13"/>
                    <a:pt x="0" y="13"/>
                  </a:cubicBezTo>
                  <a:close/>
                  <a:moveTo>
                    <a:pt x="12" y="12"/>
                  </a:moveTo>
                  <a:cubicBezTo>
                    <a:pt x="12" y="13"/>
                    <a:pt x="14" y="14"/>
                    <a:pt x="15" y="14"/>
                  </a:cubicBezTo>
                  <a:cubicBezTo>
                    <a:pt x="16" y="14"/>
                    <a:pt x="18" y="13"/>
                    <a:pt x="18" y="12"/>
                  </a:cubicBezTo>
                  <a:cubicBezTo>
                    <a:pt x="19" y="11"/>
                    <a:pt x="19" y="9"/>
                    <a:pt x="19" y="7"/>
                  </a:cubicBezTo>
                  <a:cubicBezTo>
                    <a:pt x="19" y="5"/>
                    <a:pt x="19" y="4"/>
                    <a:pt x="19" y="2"/>
                  </a:cubicBezTo>
                  <a:cubicBezTo>
                    <a:pt x="18" y="1"/>
                    <a:pt x="17" y="0"/>
                    <a:pt x="15" y="0"/>
                  </a:cubicBezTo>
                  <a:cubicBezTo>
                    <a:pt x="13" y="0"/>
                    <a:pt x="12" y="1"/>
                    <a:pt x="11" y="2"/>
                  </a:cubicBezTo>
                  <a:cubicBezTo>
                    <a:pt x="11" y="4"/>
                    <a:pt x="11" y="5"/>
                    <a:pt x="11" y="7"/>
                  </a:cubicBezTo>
                  <a:cubicBezTo>
                    <a:pt x="11" y="9"/>
                    <a:pt x="11" y="11"/>
                    <a:pt x="12" y="12"/>
                  </a:cubicBezTo>
                  <a:close/>
                  <a:moveTo>
                    <a:pt x="15" y="12"/>
                  </a:moveTo>
                  <a:cubicBezTo>
                    <a:pt x="14" y="12"/>
                    <a:pt x="13" y="10"/>
                    <a:pt x="13" y="7"/>
                  </a:cubicBezTo>
                  <a:cubicBezTo>
                    <a:pt x="13" y="4"/>
                    <a:pt x="14" y="2"/>
                    <a:pt x="15" y="2"/>
                  </a:cubicBezTo>
                  <a:cubicBezTo>
                    <a:pt x="16" y="2"/>
                    <a:pt x="17" y="4"/>
                    <a:pt x="17" y="7"/>
                  </a:cubicBezTo>
                  <a:cubicBezTo>
                    <a:pt x="17" y="10"/>
                    <a:pt x="16" y="12"/>
                    <a:pt x="15" y="12"/>
                  </a:cubicBezTo>
                  <a:close/>
                </a:path>
              </a:pathLst>
            </a:custGeom>
            <a:solidFill>
              <a:srgbClr val="B5B5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 name="Freeform 10"/>
            <p:cNvSpPr>
              <a:spLocks noEditPoints="1"/>
            </p:cNvSpPr>
            <p:nvPr/>
          </p:nvSpPr>
          <p:spPr bwMode="auto">
            <a:xfrm>
              <a:off x="263" y="3316"/>
              <a:ext cx="51" cy="75"/>
            </a:xfrm>
            <a:custGeom>
              <a:avLst/>
              <a:gdLst>
                <a:gd name="T0" fmla="*/ 1 w 9"/>
                <a:gd name="T1" fmla="*/ 11 h 13"/>
                <a:gd name="T2" fmla="*/ 5 w 9"/>
                <a:gd name="T3" fmla="*/ 13 h 13"/>
                <a:gd name="T4" fmla="*/ 8 w 9"/>
                <a:gd name="T5" fmla="*/ 11 h 13"/>
                <a:gd name="T6" fmla="*/ 9 w 9"/>
                <a:gd name="T7" fmla="*/ 7 h 13"/>
                <a:gd name="T8" fmla="*/ 8 w 9"/>
                <a:gd name="T9" fmla="*/ 2 h 13"/>
                <a:gd name="T10" fmla="*/ 5 w 9"/>
                <a:gd name="T11" fmla="*/ 0 h 13"/>
                <a:gd name="T12" fmla="*/ 1 w 9"/>
                <a:gd name="T13" fmla="*/ 2 h 13"/>
                <a:gd name="T14" fmla="*/ 0 w 9"/>
                <a:gd name="T15" fmla="*/ 6 h 13"/>
                <a:gd name="T16" fmla="*/ 1 w 9"/>
                <a:gd name="T17" fmla="*/ 11 h 13"/>
                <a:gd name="T18" fmla="*/ 5 w 9"/>
                <a:gd name="T19" fmla="*/ 11 h 13"/>
                <a:gd name="T20" fmla="*/ 3 w 9"/>
                <a:gd name="T21" fmla="*/ 6 h 13"/>
                <a:gd name="T22" fmla="*/ 5 w 9"/>
                <a:gd name="T23" fmla="*/ 2 h 13"/>
                <a:gd name="T24" fmla="*/ 7 w 9"/>
                <a:gd name="T25" fmla="*/ 7 h 13"/>
                <a:gd name="T26" fmla="*/ 5 w 9"/>
                <a:gd name="T27"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13">
                  <a:moveTo>
                    <a:pt x="1" y="11"/>
                  </a:moveTo>
                  <a:cubicBezTo>
                    <a:pt x="2" y="12"/>
                    <a:pt x="3" y="13"/>
                    <a:pt x="5" y="13"/>
                  </a:cubicBezTo>
                  <a:cubicBezTo>
                    <a:pt x="6" y="13"/>
                    <a:pt x="7" y="12"/>
                    <a:pt x="8" y="11"/>
                  </a:cubicBezTo>
                  <a:cubicBezTo>
                    <a:pt x="9" y="10"/>
                    <a:pt x="9" y="9"/>
                    <a:pt x="9" y="7"/>
                  </a:cubicBezTo>
                  <a:cubicBezTo>
                    <a:pt x="9" y="4"/>
                    <a:pt x="9" y="3"/>
                    <a:pt x="8" y="2"/>
                  </a:cubicBezTo>
                  <a:cubicBezTo>
                    <a:pt x="8" y="0"/>
                    <a:pt x="6" y="0"/>
                    <a:pt x="5" y="0"/>
                  </a:cubicBezTo>
                  <a:cubicBezTo>
                    <a:pt x="3" y="0"/>
                    <a:pt x="2" y="0"/>
                    <a:pt x="1" y="2"/>
                  </a:cubicBezTo>
                  <a:cubicBezTo>
                    <a:pt x="1" y="3"/>
                    <a:pt x="0" y="4"/>
                    <a:pt x="0" y="6"/>
                  </a:cubicBezTo>
                  <a:cubicBezTo>
                    <a:pt x="0" y="9"/>
                    <a:pt x="1" y="10"/>
                    <a:pt x="1" y="11"/>
                  </a:cubicBezTo>
                  <a:close/>
                  <a:moveTo>
                    <a:pt x="5" y="11"/>
                  </a:moveTo>
                  <a:cubicBezTo>
                    <a:pt x="4" y="11"/>
                    <a:pt x="3" y="10"/>
                    <a:pt x="3" y="6"/>
                  </a:cubicBezTo>
                  <a:cubicBezTo>
                    <a:pt x="3" y="3"/>
                    <a:pt x="4" y="2"/>
                    <a:pt x="5" y="2"/>
                  </a:cubicBezTo>
                  <a:cubicBezTo>
                    <a:pt x="6" y="2"/>
                    <a:pt x="7" y="3"/>
                    <a:pt x="7" y="7"/>
                  </a:cubicBezTo>
                  <a:cubicBezTo>
                    <a:pt x="7" y="10"/>
                    <a:pt x="6" y="11"/>
                    <a:pt x="5" y="11"/>
                  </a:cubicBezTo>
                  <a:close/>
                </a:path>
              </a:pathLst>
            </a:custGeom>
            <a:solidFill>
              <a:srgbClr val="B5B5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 name="Freeform 11"/>
            <p:cNvSpPr>
              <a:spLocks noEditPoints="1"/>
            </p:cNvSpPr>
            <p:nvPr/>
          </p:nvSpPr>
          <p:spPr bwMode="auto">
            <a:xfrm>
              <a:off x="441" y="732"/>
              <a:ext cx="4985" cy="2624"/>
            </a:xfrm>
            <a:custGeom>
              <a:avLst/>
              <a:gdLst>
                <a:gd name="T0" fmla="*/ 18 w 869"/>
                <a:gd name="T1" fmla="*/ 362 h 456"/>
                <a:gd name="T2" fmla="*/ 36 w 869"/>
                <a:gd name="T3" fmla="*/ 229 h 456"/>
                <a:gd name="T4" fmla="*/ 55 w 869"/>
                <a:gd name="T5" fmla="*/ 136 h 456"/>
                <a:gd name="T6" fmla="*/ 86 w 869"/>
                <a:gd name="T7" fmla="*/ 3 h 456"/>
                <a:gd name="T8" fmla="*/ 73 w 869"/>
                <a:gd name="T9" fmla="*/ 365 h 456"/>
                <a:gd name="T10" fmla="*/ 104 w 869"/>
                <a:gd name="T11" fmla="*/ 272 h 456"/>
                <a:gd name="T12" fmla="*/ 109 w 869"/>
                <a:gd name="T13" fmla="*/ 139 h 456"/>
                <a:gd name="T14" fmla="*/ 128 w 869"/>
                <a:gd name="T15" fmla="*/ 45 h 456"/>
                <a:gd name="T16" fmla="*/ 141 w 869"/>
                <a:gd name="T17" fmla="*/ 410 h 456"/>
                <a:gd name="T18" fmla="*/ 146 w 869"/>
                <a:gd name="T19" fmla="*/ 272 h 456"/>
                <a:gd name="T20" fmla="*/ 177 w 869"/>
                <a:gd name="T21" fmla="*/ 181 h 456"/>
                <a:gd name="T22" fmla="*/ 182 w 869"/>
                <a:gd name="T23" fmla="*/ 48 h 456"/>
                <a:gd name="T24" fmla="*/ 182 w 869"/>
                <a:gd name="T25" fmla="*/ 453 h 456"/>
                <a:gd name="T26" fmla="*/ 213 w 869"/>
                <a:gd name="T27" fmla="*/ 320 h 456"/>
                <a:gd name="T28" fmla="*/ 219 w 869"/>
                <a:gd name="T29" fmla="*/ 181 h 456"/>
                <a:gd name="T30" fmla="*/ 250 w 869"/>
                <a:gd name="T31" fmla="*/ 91 h 456"/>
                <a:gd name="T32" fmla="*/ 237 w 869"/>
                <a:gd name="T33" fmla="*/ 456 h 456"/>
                <a:gd name="T34" fmla="*/ 255 w 869"/>
                <a:gd name="T35" fmla="*/ 365 h 456"/>
                <a:gd name="T36" fmla="*/ 286 w 869"/>
                <a:gd name="T37" fmla="*/ 229 h 456"/>
                <a:gd name="T38" fmla="*/ 291 w 869"/>
                <a:gd name="T39" fmla="*/ 91 h 456"/>
                <a:gd name="T40" fmla="*/ 323 w 869"/>
                <a:gd name="T41" fmla="*/ 0 h 456"/>
                <a:gd name="T42" fmla="*/ 323 w 869"/>
                <a:gd name="T43" fmla="*/ 365 h 456"/>
                <a:gd name="T44" fmla="*/ 328 w 869"/>
                <a:gd name="T45" fmla="*/ 272 h 456"/>
                <a:gd name="T46" fmla="*/ 359 w 869"/>
                <a:gd name="T47" fmla="*/ 139 h 456"/>
                <a:gd name="T48" fmla="*/ 364 w 869"/>
                <a:gd name="T49" fmla="*/ 0 h 456"/>
                <a:gd name="T50" fmla="*/ 377 w 869"/>
                <a:gd name="T51" fmla="*/ 408 h 456"/>
                <a:gd name="T52" fmla="*/ 383 w 869"/>
                <a:gd name="T53" fmla="*/ 274 h 456"/>
                <a:gd name="T54" fmla="*/ 401 w 869"/>
                <a:gd name="T55" fmla="*/ 181 h 456"/>
                <a:gd name="T56" fmla="*/ 432 w 869"/>
                <a:gd name="T57" fmla="*/ 48 h 456"/>
                <a:gd name="T58" fmla="*/ 419 w 869"/>
                <a:gd name="T59" fmla="*/ 408 h 456"/>
                <a:gd name="T60" fmla="*/ 450 w 869"/>
                <a:gd name="T61" fmla="*/ 317 h 456"/>
                <a:gd name="T62" fmla="*/ 455 w 869"/>
                <a:gd name="T63" fmla="*/ 184 h 456"/>
                <a:gd name="T64" fmla="*/ 474 w 869"/>
                <a:gd name="T65" fmla="*/ 91 h 456"/>
                <a:gd name="T66" fmla="*/ 487 w 869"/>
                <a:gd name="T67" fmla="*/ 456 h 456"/>
                <a:gd name="T68" fmla="*/ 492 w 869"/>
                <a:gd name="T69" fmla="*/ 317 h 456"/>
                <a:gd name="T70" fmla="*/ 523 w 869"/>
                <a:gd name="T71" fmla="*/ 227 h 456"/>
                <a:gd name="T72" fmla="*/ 528 w 869"/>
                <a:gd name="T73" fmla="*/ 93 h 456"/>
                <a:gd name="T74" fmla="*/ 546 w 869"/>
                <a:gd name="T75" fmla="*/ 0 h 456"/>
                <a:gd name="T76" fmla="*/ 559 w 869"/>
                <a:gd name="T77" fmla="*/ 362 h 456"/>
                <a:gd name="T78" fmla="*/ 565 w 869"/>
                <a:gd name="T79" fmla="*/ 227 h 456"/>
                <a:gd name="T80" fmla="*/ 596 w 869"/>
                <a:gd name="T81" fmla="*/ 136 h 456"/>
                <a:gd name="T82" fmla="*/ 601 w 869"/>
                <a:gd name="T83" fmla="*/ 3 h 456"/>
                <a:gd name="T84" fmla="*/ 601 w 869"/>
                <a:gd name="T85" fmla="*/ 408 h 456"/>
                <a:gd name="T86" fmla="*/ 632 w 869"/>
                <a:gd name="T87" fmla="*/ 274 h 456"/>
                <a:gd name="T88" fmla="*/ 638 w 869"/>
                <a:gd name="T89" fmla="*/ 136 h 456"/>
                <a:gd name="T90" fmla="*/ 669 w 869"/>
                <a:gd name="T91" fmla="*/ 45 h 456"/>
                <a:gd name="T92" fmla="*/ 656 w 869"/>
                <a:gd name="T93" fmla="*/ 410 h 456"/>
                <a:gd name="T94" fmla="*/ 674 w 869"/>
                <a:gd name="T95" fmla="*/ 317 h 456"/>
                <a:gd name="T96" fmla="*/ 705 w 869"/>
                <a:gd name="T97" fmla="*/ 184 h 456"/>
                <a:gd name="T98" fmla="*/ 710 w 869"/>
                <a:gd name="T99" fmla="*/ 45 h 456"/>
                <a:gd name="T100" fmla="*/ 723 w 869"/>
                <a:gd name="T101" fmla="*/ 453 h 456"/>
                <a:gd name="T102" fmla="*/ 729 w 869"/>
                <a:gd name="T103" fmla="*/ 320 h 456"/>
                <a:gd name="T104" fmla="*/ 747 w 869"/>
                <a:gd name="T105" fmla="*/ 227 h 456"/>
                <a:gd name="T106" fmla="*/ 778 w 869"/>
                <a:gd name="T107" fmla="*/ 93 h 456"/>
                <a:gd name="T108" fmla="*/ 765 w 869"/>
                <a:gd name="T109" fmla="*/ 453 h 456"/>
                <a:gd name="T110" fmla="*/ 783 w 869"/>
                <a:gd name="T111" fmla="*/ 362 h 456"/>
                <a:gd name="T112" fmla="*/ 802 w 869"/>
                <a:gd name="T113" fmla="*/ 229 h 456"/>
                <a:gd name="T114" fmla="*/ 820 w 869"/>
                <a:gd name="T115" fmla="*/ 136 h 456"/>
                <a:gd name="T116" fmla="*/ 851 w 869"/>
                <a:gd name="T117" fmla="*/ 3 h 456"/>
                <a:gd name="T118" fmla="*/ 838 w 869"/>
                <a:gd name="T119" fmla="*/ 365 h 456"/>
                <a:gd name="T120" fmla="*/ 13 w 869"/>
                <a:gd name="T121" fmla="*/ 272 h 456"/>
                <a:gd name="T122" fmla="*/ 856 w 869"/>
                <a:gd name="T123" fmla="*/ 139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69" h="456">
                  <a:moveTo>
                    <a:pt x="18" y="0"/>
                  </a:moveTo>
                  <a:cubicBezTo>
                    <a:pt x="23" y="0"/>
                    <a:pt x="27" y="0"/>
                    <a:pt x="31" y="0"/>
                  </a:cubicBezTo>
                  <a:cubicBezTo>
                    <a:pt x="31" y="1"/>
                    <a:pt x="31" y="2"/>
                    <a:pt x="31" y="3"/>
                  </a:cubicBezTo>
                  <a:cubicBezTo>
                    <a:pt x="27" y="3"/>
                    <a:pt x="23" y="3"/>
                    <a:pt x="18" y="3"/>
                  </a:cubicBezTo>
                  <a:cubicBezTo>
                    <a:pt x="18" y="2"/>
                    <a:pt x="18" y="1"/>
                    <a:pt x="18" y="0"/>
                  </a:cubicBezTo>
                  <a:close/>
                  <a:moveTo>
                    <a:pt x="18" y="45"/>
                  </a:moveTo>
                  <a:cubicBezTo>
                    <a:pt x="23" y="45"/>
                    <a:pt x="27" y="45"/>
                    <a:pt x="31" y="45"/>
                  </a:cubicBezTo>
                  <a:cubicBezTo>
                    <a:pt x="31" y="46"/>
                    <a:pt x="31" y="47"/>
                    <a:pt x="31" y="48"/>
                  </a:cubicBezTo>
                  <a:cubicBezTo>
                    <a:pt x="27" y="48"/>
                    <a:pt x="23" y="48"/>
                    <a:pt x="18" y="48"/>
                  </a:cubicBezTo>
                  <a:cubicBezTo>
                    <a:pt x="18" y="47"/>
                    <a:pt x="18" y="46"/>
                    <a:pt x="18" y="45"/>
                  </a:cubicBezTo>
                  <a:close/>
                  <a:moveTo>
                    <a:pt x="18" y="91"/>
                  </a:moveTo>
                  <a:cubicBezTo>
                    <a:pt x="23" y="91"/>
                    <a:pt x="27" y="91"/>
                    <a:pt x="31" y="91"/>
                  </a:cubicBezTo>
                  <a:cubicBezTo>
                    <a:pt x="31" y="92"/>
                    <a:pt x="31" y="92"/>
                    <a:pt x="31" y="93"/>
                  </a:cubicBezTo>
                  <a:cubicBezTo>
                    <a:pt x="27" y="93"/>
                    <a:pt x="23" y="93"/>
                    <a:pt x="18" y="93"/>
                  </a:cubicBezTo>
                  <a:cubicBezTo>
                    <a:pt x="18" y="92"/>
                    <a:pt x="18" y="92"/>
                    <a:pt x="18" y="91"/>
                  </a:cubicBezTo>
                  <a:close/>
                  <a:moveTo>
                    <a:pt x="18" y="136"/>
                  </a:moveTo>
                  <a:cubicBezTo>
                    <a:pt x="23" y="136"/>
                    <a:pt x="27" y="136"/>
                    <a:pt x="31" y="136"/>
                  </a:cubicBezTo>
                  <a:cubicBezTo>
                    <a:pt x="31" y="137"/>
                    <a:pt x="31" y="138"/>
                    <a:pt x="31" y="139"/>
                  </a:cubicBezTo>
                  <a:cubicBezTo>
                    <a:pt x="27" y="139"/>
                    <a:pt x="23" y="139"/>
                    <a:pt x="18" y="139"/>
                  </a:cubicBezTo>
                  <a:cubicBezTo>
                    <a:pt x="18" y="138"/>
                    <a:pt x="18" y="137"/>
                    <a:pt x="18" y="136"/>
                  </a:cubicBezTo>
                  <a:close/>
                  <a:moveTo>
                    <a:pt x="18" y="181"/>
                  </a:moveTo>
                  <a:cubicBezTo>
                    <a:pt x="23" y="181"/>
                    <a:pt x="27" y="181"/>
                    <a:pt x="31" y="181"/>
                  </a:cubicBezTo>
                  <a:cubicBezTo>
                    <a:pt x="31" y="182"/>
                    <a:pt x="31" y="183"/>
                    <a:pt x="31" y="184"/>
                  </a:cubicBezTo>
                  <a:cubicBezTo>
                    <a:pt x="27" y="184"/>
                    <a:pt x="23" y="184"/>
                    <a:pt x="18" y="184"/>
                  </a:cubicBezTo>
                  <a:cubicBezTo>
                    <a:pt x="18" y="183"/>
                    <a:pt x="18" y="182"/>
                    <a:pt x="18" y="181"/>
                  </a:cubicBezTo>
                  <a:close/>
                  <a:moveTo>
                    <a:pt x="18" y="227"/>
                  </a:moveTo>
                  <a:cubicBezTo>
                    <a:pt x="23" y="227"/>
                    <a:pt x="27" y="227"/>
                    <a:pt x="31" y="227"/>
                  </a:cubicBezTo>
                  <a:cubicBezTo>
                    <a:pt x="31" y="227"/>
                    <a:pt x="31" y="228"/>
                    <a:pt x="31" y="229"/>
                  </a:cubicBezTo>
                  <a:cubicBezTo>
                    <a:pt x="27" y="229"/>
                    <a:pt x="23" y="229"/>
                    <a:pt x="18" y="229"/>
                  </a:cubicBezTo>
                  <a:cubicBezTo>
                    <a:pt x="18" y="228"/>
                    <a:pt x="18" y="227"/>
                    <a:pt x="18" y="227"/>
                  </a:cubicBezTo>
                  <a:close/>
                  <a:moveTo>
                    <a:pt x="18" y="272"/>
                  </a:moveTo>
                  <a:cubicBezTo>
                    <a:pt x="23" y="272"/>
                    <a:pt x="27" y="272"/>
                    <a:pt x="31" y="272"/>
                  </a:cubicBezTo>
                  <a:cubicBezTo>
                    <a:pt x="31" y="273"/>
                    <a:pt x="31" y="274"/>
                    <a:pt x="31" y="274"/>
                  </a:cubicBezTo>
                  <a:cubicBezTo>
                    <a:pt x="27" y="274"/>
                    <a:pt x="23" y="274"/>
                    <a:pt x="18" y="274"/>
                  </a:cubicBezTo>
                  <a:cubicBezTo>
                    <a:pt x="18" y="274"/>
                    <a:pt x="18" y="273"/>
                    <a:pt x="18" y="272"/>
                  </a:cubicBezTo>
                  <a:close/>
                  <a:moveTo>
                    <a:pt x="18" y="317"/>
                  </a:moveTo>
                  <a:cubicBezTo>
                    <a:pt x="23" y="317"/>
                    <a:pt x="27" y="317"/>
                    <a:pt x="31" y="317"/>
                  </a:cubicBezTo>
                  <a:cubicBezTo>
                    <a:pt x="31" y="318"/>
                    <a:pt x="31" y="319"/>
                    <a:pt x="31" y="320"/>
                  </a:cubicBezTo>
                  <a:cubicBezTo>
                    <a:pt x="27" y="320"/>
                    <a:pt x="23" y="320"/>
                    <a:pt x="18" y="320"/>
                  </a:cubicBezTo>
                  <a:cubicBezTo>
                    <a:pt x="18" y="319"/>
                    <a:pt x="18" y="318"/>
                    <a:pt x="18" y="317"/>
                  </a:cubicBezTo>
                  <a:close/>
                  <a:moveTo>
                    <a:pt x="18" y="365"/>
                  </a:moveTo>
                  <a:cubicBezTo>
                    <a:pt x="18" y="364"/>
                    <a:pt x="18" y="363"/>
                    <a:pt x="18" y="362"/>
                  </a:cubicBezTo>
                  <a:cubicBezTo>
                    <a:pt x="23" y="362"/>
                    <a:pt x="27" y="362"/>
                    <a:pt x="31" y="362"/>
                  </a:cubicBezTo>
                  <a:cubicBezTo>
                    <a:pt x="31" y="363"/>
                    <a:pt x="31" y="364"/>
                    <a:pt x="31" y="365"/>
                  </a:cubicBezTo>
                  <a:cubicBezTo>
                    <a:pt x="27" y="365"/>
                    <a:pt x="23" y="365"/>
                    <a:pt x="18" y="365"/>
                  </a:cubicBezTo>
                  <a:close/>
                  <a:moveTo>
                    <a:pt x="18" y="408"/>
                  </a:moveTo>
                  <a:cubicBezTo>
                    <a:pt x="23" y="408"/>
                    <a:pt x="27" y="408"/>
                    <a:pt x="31" y="408"/>
                  </a:cubicBezTo>
                  <a:cubicBezTo>
                    <a:pt x="31" y="409"/>
                    <a:pt x="31" y="409"/>
                    <a:pt x="31" y="410"/>
                  </a:cubicBezTo>
                  <a:cubicBezTo>
                    <a:pt x="27" y="410"/>
                    <a:pt x="23" y="410"/>
                    <a:pt x="18" y="410"/>
                  </a:cubicBezTo>
                  <a:cubicBezTo>
                    <a:pt x="18" y="409"/>
                    <a:pt x="18" y="409"/>
                    <a:pt x="18" y="408"/>
                  </a:cubicBezTo>
                  <a:close/>
                  <a:moveTo>
                    <a:pt x="18" y="453"/>
                  </a:moveTo>
                  <a:cubicBezTo>
                    <a:pt x="23" y="453"/>
                    <a:pt x="27" y="453"/>
                    <a:pt x="31" y="453"/>
                  </a:cubicBezTo>
                  <a:cubicBezTo>
                    <a:pt x="31" y="454"/>
                    <a:pt x="31" y="455"/>
                    <a:pt x="31" y="456"/>
                  </a:cubicBezTo>
                  <a:cubicBezTo>
                    <a:pt x="27" y="456"/>
                    <a:pt x="23" y="456"/>
                    <a:pt x="18" y="456"/>
                  </a:cubicBezTo>
                  <a:cubicBezTo>
                    <a:pt x="18" y="455"/>
                    <a:pt x="18" y="454"/>
                    <a:pt x="18" y="453"/>
                  </a:cubicBezTo>
                  <a:close/>
                  <a:moveTo>
                    <a:pt x="36" y="0"/>
                  </a:moveTo>
                  <a:cubicBezTo>
                    <a:pt x="41" y="0"/>
                    <a:pt x="45" y="0"/>
                    <a:pt x="49" y="0"/>
                  </a:cubicBezTo>
                  <a:cubicBezTo>
                    <a:pt x="49" y="1"/>
                    <a:pt x="49" y="2"/>
                    <a:pt x="49" y="3"/>
                  </a:cubicBezTo>
                  <a:cubicBezTo>
                    <a:pt x="45" y="3"/>
                    <a:pt x="41" y="3"/>
                    <a:pt x="36" y="3"/>
                  </a:cubicBezTo>
                  <a:cubicBezTo>
                    <a:pt x="36" y="2"/>
                    <a:pt x="36" y="1"/>
                    <a:pt x="36" y="0"/>
                  </a:cubicBezTo>
                  <a:close/>
                  <a:moveTo>
                    <a:pt x="36" y="45"/>
                  </a:moveTo>
                  <a:cubicBezTo>
                    <a:pt x="41" y="45"/>
                    <a:pt x="45" y="45"/>
                    <a:pt x="49" y="45"/>
                  </a:cubicBezTo>
                  <a:cubicBezTo>
                    <a:pt x="49" y="46"/>
                    <a:pt x="49" y="47"/>
                    <a:pt x="49" y="48"/>
                  </a:cubicBezTo>
                  <a:cubicBezTo>
                    <a:pt x="45" y="48"/>
                    <a:pt x="41" y="48"/>
                    <a:pt x="36" y="48"/>
                  </a:cubicBezTo>
                  <a:cubicBezTo>
                    <a:pt x="36" y="47"/>
                    <a:pt x="36" y="46"/>
                    <a:pt x="36" y="45"/>
                  </a:cubicBezTo>
                  <a:close/>
                  <a:moveTo>
                    <a:pt x="36" y="91"/>
                  </a:moveTo>
                  <a:cubicBezTo>
                    <a:pt x="41" y="91"/>
                    <a:pt x="45" y="91"/>
                    <a:pt x="49" y="91"/>
                  </a:cubicBezTo>
                  <a:cubicBezTo>
                    <a:pt x="49" y="92"/>
                    <a:pt x="49" y="92"/>
                    <a:pt x="49" y="93"/>
                  </a:cubicBezTo>
                  <a:cubicBezTo>
                    <a:pt x="45" y="93"/>
                    <a:pt x="41" y="93"/>
                    <a:pt x="36" y="93"/>
                  </a:cubicBezTo>
                  <a:cubicBezTo>
                    <a:pt x="36" y="92"/>
                    <a:pt x="36" y="92"/>
                    <a:pt x="36" y="91"/>
                  </a:cubicBezTo>
                  <a:close/>
                  <a:moveTo>
                    <a:pt x="36" y="136"/>
                  </a:moveTo>
                  <a:cubicBezTo>
                    <a:pt x="41" y="136"/>
                    <a:pt x="45" y="136"/>
                    <a:pt x="49" y="136"/>
                  </a:cubicBezTo>
                  <a:cubicBezTo>
                    <a:pt x="49" y="137"/>
                    <a:pt x="49" y="138"/>
                    <a:pt x="49" y="139"/>
                  </a:cubicBezTo>
                  <a:cubicBezTo>
                    <a:pt x="45" y="139"/>
                    <a:pt x="41" y="139"/>
                    <a:pt x="36" y="139"/>
                  </a:cubicBezTo>
                  <a:cubicBezTo>
                    <a:pt x="36" y="138"/>
                    <a:pt x="36" y="137"/>
                    <a:pt x="36" y="136"/>
                  </a:cubicBezTo>
                  <a:close/>
                  <a:moveTo>
                    <a:pt x="36" y="181"/>
                  </a:moveTo>
                  <a:cubicBezTo>
                    <a:pt x="41" y="181"/>
                    <a:pt x="45" y="181"/>
                    <a:pt x="49" y="181"/>
                  </a:cubicBezTo>
                  <a:cubicBezTo>
                    <a:pt x="49" y="182"/>
                    <a:pt x="49" y="183"/>
                    <a:pt x="49" y="184"/>
                  </a:cubicBezTo>
                  <a:cubicBezTo>
                    <a:pt x="45" y="184"/>
                    <a:pt x="41" y="184"/>
                    <a:pt x="36" y="184"/>
                  </a:cubicBezTo>
                  <a:cubicBezTo>
                    <a:pt x="36" y="183"/>
                    <a:pt x="36" y="182"/>
                    <a:pt x="36" y="181"/>
                  </a:cubicBezTo>
                  <a:close/>
                  <a:moveTo>
                    <a:pt x="36" y="227"/>
                  </a:moveTo>
                  <a:cubicBezTo>
                    <a:pt x="41" y="227"/>
                    <a:pt x="45" y="227"/>
                    <a:pt x="49" y="227"/>
                  </a:cubicBezTo>
                  <a:cubicBezTo>
                    <a:pt x="49" y="227"/>
                    <a:pt x="49" y="228"/>
                    <a:pt x="49" y="229"/>
                  </a:cubicBezTo>
                  <a:cubicBezTo>
                    <a:pt x="45" y="229"/>
                    <a:pt x="41" y="229"/>
                    <a:pt x="36" y="229"/>
                  </a:cubicBezTo>
                  <a:cubicBezTo>
                    <a:pt x="36" y="228"/>
                    <a:pt x="36" y="227"/>
                    <a:pt x="36" y="227"/>
                  </a:cubicBezTo>
                  <a:close/>
                  <a:moveTo>
                    <a:pt x="36" y="272"/>
                  </a:moveTo>
                  <a:cubicBezTo>
                    <a:pt x="41" y="272"/>
                    <a:pt x="45" y="272"/>
                    <a:pt x="49" y="272"/>
                  </a:cubicBezTo>
                  <a:cubicBezTo>
                    <a:pt x="49" y="273"/>
                    <a:pt x="49" y="274"/>
                    <a:pt x="49" y="274"/>
                  </a:cubicBezTo>
                  <a:cubicBezTo>
                    <a:pt x="45" y="274"/>
                    <a:pt x="41" y="274"/>
                    <a:pt x="36" y="274"/>
                  </a:cubicBezTo>
                  <a:cubicBezTo>
                    <a:pt x="36" y="274"/>
                    <a:pt x="36" y="273"/>
                    <a:pt x="36" y="272"/>
                  </a:cubicBezTo>
                  <a:close/>
                  <a:moveTo>
                    <a:pt x="36" y="317"/>
                  </a:moveTo>
                  <a:cubicBezTo>
                    <a:pt x="41" y="317"/>
                    <a:pt x="45" y="317"/>
                    <a:pt x="49" y="317"/>
                  </a:cubicBezTo>
                  <a:cubicBezTo>
                    <a:pt x="49" y="318"/>
                    <a:pt x="49" y="319"/>
                    <a:pt x="49" y="320"/>
                  </a:cubicBezTo>
                  <a:cubicBezTo>
                    <a:pt x="45" y="320"/>
                    <a:pt x="41" y="320"/>
                    <a:pt x="36" y="320"/>
                  </a:cubicBezTo>
                  <a:cubicBezTo>
                    <a:pt x="36" y="319"/>
                    <a:pt x="36" y="318"/>
                    <a:pt x="36" y="317"/>
                  </a:cubicBezTo>
                  <a:close/>
                  <a:moveTo>
                    <a:pt x="36" y="365"/>
                  </a:moveTo>
                  <a:cubicBezTo>
                    <a:pt x="36" y="364"/>
                    <a:pt x="36" y="363"/>
                    <a:pt x="36" y="362"/>
                  </a:cubicBezTo>
                  <a:cubicBezTo>
                    <a:pt x="41" y="362"/>
                    <a:pt x="45" y="362"/>
                    <a:pt x="49" y="362"/>
                  </a:cubicBezTo>
                  <a:cubicBezTo>
                    <a:pt x="49" y="363"/>
                    <a:pt x="49" y="364"/>
                    <a:pt x="49" y="365"/>
                  </a:cubicBezTo>
                  <a:cubicBezTo>
                    <a:pt x="45" y="365"/>
                    <a:pt x="41" y="365"/>
                    <a:pt x="36" y="365"/>
                  </a:cubicBezTo>
                  <a:close/>
                  <a:moveTo>
                    <a:pt x="36" y="408"/>
                  </a:moveTo>
                  <a:cubicBezTo>
                    <a:pt x="41" y="408"/>
                    <a:pt x="45" y="408"/>
                    <a:pt x="49" y="408"/>
                  </a:cubicBezTo>
                  <a:cubicBezTo>
                    <a:pt x="49" y="409"/>
                    <a:pt x="49" y="409"/>
                    <a:pt x="49" y="410"/>
                  </a:cubicBezTo>
                  <a:cubicBezTo>
                    <a:pt x="45" y="410"/>
                    <a:pt x="41" y="410"/>
                    <a:pt x="36" y="410"/>
                  </a:cubicBezTo>
                  <a:cubicBezTo>
                    <a:pt x="36" y="409"/>
                    <a:pt x="36" y="409"/>
                    <a:pt x="36" y="408"/>
                  </a:cubicBezTo>
                  <a:close/>
                  <a:moveTo>
                    <a:pt x="36" y="453"/>
                  </a:moveTo>
                  <a:cubicBezTo>
                    <a:pt x="41" y="453"/>
                    <a:pt x="45" y="453"/>
                    <a:pt x="49" y="453"/>
                  </a:cubicBezTo>
                  <a:cubicBezTo>
                    <a:pt x="49" y="454"/>
                    <a:pt x="49" y="455"/>
                    <a:pt x="49" y="456"/>
                  </a:cubicBezTo>
                  <a:cubicBezTo>
                    <a:pt x="45" y="456"/>
                    <a:pt x="41" y="456"/>
                    <a:pt x="36" y="456"/>
                  </a:cubicBezTo>
                  <a:cubicBezTo>
                    <a:pt x="36" y="455"/>
                    <a:pt x="36" y="454"/>
                    <a:pt x="36" y="453"/>
                  </a:cubicBezTo>
                  <a:close/>
                  <a:moveTo>
                    <a:pt x="55" y="0"/>
                  </a:moveTo>
                  <a:cubicBezTo>
                    <a:pt x="59" y="0"/>
                    <a:pt x="63" y="0"/>
                    <a:pt x="68" y="0"/>
                  </a:cubicBezTo>
                  <a:cubicBezTo>
                    <a:pt x="68" y="1"/>
                    <a:pt x="68" y="2"/>
                    <a:pt x="68" y="3"/>
                  </a:cubicBezTo>
                  <a:cubicBezTo>
                    <a:pt x="63" y="3"/>
                    <a:pt x="59" y="3"/>
                    <a:pt x="55" y="3"/>
                  </a:cubicBezTo>
                  <a:cubicBezTo>
                    <a:pt x="55" y="2"/>
                    <a:pt x="55" y="1"/>
                    <a:pt x="55" y="0"/>
                  </a:cubicBezTo>
                  <a:close/>
                  <a:moveTo>
                    <a:pt x="55" y="45"/>
                  </a:moveTo>
                  <a:cubicBezTo>
                    <a:pt x="59" y="45"/>
                    <a:pt x="63" y="45"/>
                    <a:pt x="68" y="45"/>
                  </a:cubicBezTo>
                  <a:cubicBezTo>
                    <a:pt x="68" y="46"/>
                    <a:pt x="68" y="47"/>
                    <a:pt x="68" y="48"/>
                  </a:cubicBezTo>
                  <a:cubicBezTo>
                    <a:pt x="63" y="48"/>
                    <a:pt x="59" y="48"/>
                    <a:pt x="55" y="48"/>
                  </a:cubicBezTo>
                  <a:cubicBezTo>
                    <a:pt x="55" y="47"/>
                    <a:pt x="55" y="46"/>
                    <a:pt x="55" y="45"/>
                  </a:cubicBezTo>
                  <a:close/>
                  <a:moveTo>
                    <a:pt x="55" y="91"/>
                  </a:moveTo>
                  <a:cubicBezTo>
                    <a:pt x="59" y="91"/>
                    <a:pt x="63" y="91"/>
                    <a:pt x="68" y="91"/>
                  </a:cubicBezTo>
                  <a:cubicBezTo>
                    <a:pt x="68" y="92"/>
                    <a:pt x="68" y="92"/>
                    <a:pt x="68" y="93"/>
                  </a:cubicBezTo>
                  <a:cubicBezTo>
                    <a:pt x="63" y="93"/>
                    <a:pt x="59" y="93"/>
                    <a:pt x="55" y="93"/>
                  </a:cubicBezTo>
                  <a:cubicBezTo>
                    <a:pt x="55" y="92"/>
                    <a:pt x="55" y="92"/>
                    <a:pt x="55" y="91"/>
                  </a:cubicBezTo>
                  <a:close/>
                  <a:moveTo>
                    <a:pt x="55" y="136"/>
                  </a:moveTo>
                  <a:cubicBezTo>
                    <a:pt x="59" y="136"/>
                    <a:pt x="63" y="136"/>
                    <a:pt x="68" y="136"/>
                  </a:cubicBezTo>
                  <a:cubicBezTo>
                    <a:pt x="68" y="137"/>
                    <a:pt x="68" y="138"/>
                    <a:pt x="68" y="139"/>
                  </a:cubicBezTo>
                  <a:cubicBezTo>
                    <a:pt x="63" y="139"/>
                    <a:pt x="59" y="139"/>
                    <a:pt x="55" y="139"/>
                  </a:cubicBezTo>
                  <a:cubicBezTo>
                    <a:pt x="55" y="138"/>
                    <a:pt x="55" y="137"/>
                    <a:pt x="55" y="136"/>
                  </a:cubicBezTo>
                  <a:close/>
                  <a:moveTo>
                    <a:pt x="55" y="181"/>
                  </a:moveTo>
                  <a:cubicBezTo>
                    <a:pt x="59" y="181"/>
                    <a:pt x="63" y="181"/>
                    <a:pt x="68" y="181"/>
                  </a:cubicBezTo>
                  <a:cubicBezTo>
                    <a:pt x="68" y="182"/>
                    <a:pt x="68" y="183"/>
                    <a:pt x="68" y="184"/>
                  </a:cubicBezTo>
                  <a:cubicBezTo>
                    <a:pt x="63" y="184"/>
                    <a:pt x="59" y="184"/>
                    <a:pt x="55" y="184"/>
                  </a:cubicBezTo>
                  <a:cubicBezTo>
                    <a:pt x="55" y="183"/>
                    <a:pt x="55" y="182"/>
                    <a:pt x="55" y="181"/>
                  </a:cubicBezTo>
                  <a:close/>
                  <a:moveTo>
                    <a:pt x="55" y="227"/>
                  </a:moveTo>
                  <a:cubicBezTo>
                    <a:pt x="59" y="227"/>
                    <a:pt x="63" y="227"/>
                    <a:pt x="68" y="227"/>
                  </a:cubicBezTo>
                  <a:cubicBezTo>
                    <a:pt x="68" y="227"/>
                    <a:pt x="68" y="228"/>
                    <a:pt x="68" y="229"/>
                  </a:cubicBezTo>
                  <a:cubicBezTo>
                    <a:pt x="63" y="229"/>
                    <a:pt x="59" y="229"/>
                    <a:pt x="55" y="229"/>
                  </a:cubicBezTo>
                  <a:cubicBezTo>
                    <a:pt x="55" y="228"/>
                    <a:pt x="55" y="227"/>
                    <a:pt x="55" y="227"/>
                  </a:cubicBezTo>
                  <a:close/>
                  <a:moveTo>
                    <a:pt x="55" y="272"/>
                  </a:moveTo>
                  <a:cubicBezTo>
                    <a:pt x="59" y="272"/>
                    <a:pt x="63" y="272"/>
                    <a:pt x="68" y="272"/>
                  </a:cubicBezTo>
                  <a:cubicBezTo>
                    <a:pt x="68" y="273"/>
                    <a:pt x="68" y="274"/>
                    <a:pt x="68" y="274"/>
                  </a:cubicBezTo>
                  <a:cubicBezTo>
                    <a:pt x="63" y="274"/>
                    <a:pt x="59" y="274"/>
                    <a:pt x="55" y="274"/>
                  </a:cubicBezTo>
                  <a:cubicBezTo>
                    <a:pt x="55" y="274"/>
                    <a:pt x="55" y="273"/>
                    <a:pt x="55" y="272"/>
                  </a:cubicBezTo>
                  <a:close/>
                  <a:moveTo>
                    <a:pt x="55" y="317"/>
                  </a:moveTo>
                  <a:cubicBezTo>
                    <a:pt x="59" y="317"/>
                    <a:pt x="63" y="317"/>
                    <a:pt x="68" y="317"/>
                  </a:cubicBezTo>
                  <a:cubicBezTo>
                    <a:pt x="68" y="318"/>
                    <a:pt x="68" y="319"/>
                    <a:pt x="68" y="320"/>
                  </a:cubicBezTo>
                  <a:cubicBezTo>
                    <a:pt x="63" y="320"/>
                    <a:pt x="59" y="320"/>
                    <a:pt x="55" y="320"/>
                  </a:cubicBezTo>
                  <a:cubicBezTo>
                    <a:pt x="55" y="319"/>
                    <a:pt x="55" y="318"/>
                    <a:pt x="55" y="317"/>
                  </a:cubicBezTo>
                  <a:close/>
                  <a:moveTo>
                    <a:pt x="55" y="365"/>
                  </a:moveTo>
                  <a:cubicBezTo>
                    <a:pt x="55" y="364"/>
                    <a:pt x="55" y="363"/>
                    <a:pt x="55" y="362"/>
                  </a:cubicBezTo>
                  <a:cubicBezTo>
                    <a:pt x="59" y="362"/>
                    <a:pt x="63" y="362"/>
                    <a:pt x="68" y="362"/>
                  </a:cubicBezTo>
                  <a:cubicBezTo>
                    <a:pt x="68" y="363"/>
                    <a:pt x="68" y="364"/>
                    <a:pt x="68" y="365"/>
                  </a:cubicBezTo>
                  <a:cubicBezTo>
                    <a:pt x="63" y="365"/>
                    <a:pt x="59" y="365"/>
                    <a:pt x="55" y="365"/>
                  </a:cubicBezTo>
                  <a:close/>
                  <a:moveTo>
                    <a:pt x="55" y="408"/>
                  </a:moveTo>
                  <a:cubicBezTo>
                    <a:pt x="59" y="408"/>
                    <a:pt x="63" y="408"/>
                    <a:pt x="68" y="408"/>
                  </a:cubicBezTo>
                  <a:cubicBezTo>
                    <a:pt x="68" y="409"/>
                    <a:pt x="68" y="409"/>
                    <a:pt x="68" y="410"/>
                  </a:cubicBezTo>
                  <a:cubicBezTo>
                    <a:pt x="63" y="410"/>
                    <a:pt x="59" y="410"/>
                    <a:pt x="55" y="410"/>
                  </a:cubicBezTo>
                  <a:cubicBezTo>
                    <a:pt x="55" y="409"/>
                    <a:pt x="55" y="409"/>
                    <a:pt x="55" y="408"/>
                  </a:cubicBezTo>
                  <a:close/>
                  <a:moveTo>
                    <a:pt x="55" y="453"/>
                  </a:moveTo>
                  <a:cubicBezTo>
                    <a:pt x="59" y="453"/>
                    <a:pt x="63" y="453"/>
                    <a:pt x="68" y="453"/>
                  </a:cubicBezTo>
                  <a:cubicBezTo>
                    <a:pt x="68" y="454"/>
                    <a:pt x="68" y="455"/>
                    <a:pt x="68" y="456"/>
                  </a:cubicBezTo>
                  <a:cubicBezTo>
                    <a:pt x="63" y="456"/>
                    <a:pt x="59" y="456"/>
                    <a:pt x="55" y="456"/>
                  </a:cubicBezTo>
                  <a:cubicBezTo>
                    <a:pt x="55" y="455"/>
                    <a:pt x="55" y="454"/>
                    <a:pt x="55" y="453"/>
                  </a:cubicBezTo>
                  <a:close/>
                  <a:moveTo>
                    <a:pt x="73" y="0"/>
                  </a:moveTo>
                  <a:cubicBezTo>
                    <a:pt x="77" y="0"/>
                    <a:pt x="82" y="0"/>
                    <a:pt x="86" y="0"/>
                  </a:cubicBezTo>
                  <a:cubicBezTo>
                    <a:pt x="86" y="1"/>
                    <a:pt x="86" y="2"/>
                    <a:pt x="86" y="3"/>
                  </a:cubicBezTo>
                  <a:cubicBezTo>
                    <a:pt x="82" y="3"/>
                    <a:pt x="77" y="3"/>
                    <a:pt x="73" y="3"/>
                  </a:cubicBezTo>
                  <a:cubicBezTo>
                    <a:pt x="73" y="2"/>
                    <a:pt x="73" y="1"/>
                    <a:pt x="73" y="0"/>
                  </a:cubicBezTo>
                  <a:close/>
                  <a:moveTo>
                    <a:pt x="73" y="45"/>
                  </a:moveTo>
                  <a:cubicBezTo>
                    <a:pt x="77" y="45"/>
                    <a:pt x="82" y="45"/>
                    <a:pt x="86" y="45"/>
                  </a:cubicBezTo>
                  <a:cubicBezTo>
                    <a:pt x="86" y="46"/>
                    <a:pt x="86" y="47"/>
                    <a:pt x="86" y="48"/>
                  </a:cubicBezTo>
                  <a:cubicBezTo>
                    <a:pt x="82" y="48"/>
                    <a:pt x="77" y="48"/>
                    <a:pt x="73" y="48"/>
                  </a:cubicBezTo>
                  <a:cubicBezTo>
                    <a:pt x="73" y="47"/>
                    <a:pt x="73" y="46"/>
                    <a:pt x="73" y="45"/>
                  </a:cubicBezTo>
                  <a:close/>
                  <a:moveTo>
                    <a:pt x="73" y="91"/>
                  </a:moveTo>
                  <a:cubicBezTo>
                    <a:pt x="77" y="91"/>
                    <a:pt x="82" y="91"/>
                    <a:pt x="86" y="91"/>
                  </a:cubicBezTo>
                  <a:cubicBezTo>
                    <a:pt x="86" y="92"/>
                    <a:pt x="86" y="92"/>
                    <a:pt x="86" y="93"/>
                  </a:cubicBezTo>
                  <a:cubicBezTo>
                    <a:pt x="82" y="93"/>
                    <a:pt x="77" y="93"/>
                    <a:pt x="73" y="93"/>
                  </a:cubicBezTo>
                  <a:cubicBezTo>
                    <a:pt x="73" y="92"/>
                    <a:pt x="73" y="92"/>
                    <a:pt x="73" y="91"/>
                  </a:cubicBezTo>
                  <a:close/>
                  <a:moveTo>
                    <a:pt x="73" y="136"/>
                  </a:moveTo>
                  <a:cubicBezTo>
                    <a:pt x="77" y="136"/>
                    <a:pt x="82" y="136"/>
                    <a:pt x="86" y="136"/>
                  </a:cubicBezTo>
                  <a:cubicBezTo>
                    <a:pt x="86" y="137"/>
                    <a:pt x="86" y="138"/>
                    <a:pt x="86" y="139"/>
                  </a:cubicBezTo>
                  <a:cubicBezTo>
                    <a:pt x="82" y="139"/>
                    <a:pt x="77" y="139"/>
                    <a:pt x="73" y="139"/>
                  </a:cubicBezTo>
                  <a:cubicBezTo>
                    <a:pt x="73" y="138"/>
                    <a:pt x="73" y="137"/>
                    <a:pt x="73" y="136"/>
                  </a:cubicBezTo>
                  <a:close/>
                  <a:moveTo>
                    <a:pt x="73" y="181"/>
                  </a:moveTo>
                  <a:cubicBezTo>
                    <a:pt x="77" y="181"/>
                    <a:pt x="82" y="181"/>
                    <a:pt x="86" y="181"/>
                  </a:cubicBezTo>
                  <a:cubicBezTo>
                    <a:pt x="86" y="182"/>
                    <a:pt x="86" y="183"/>
                    <a:pt x="86" y="184"/>
                  </a:cubicBezTo>
                  <a:cubicBezTo>
                    <a:pt x="82" y="184"/>
                    <a:pt x="77" y="184"/>
                    <a:pt x="73" y="184"/>
                  </a:cubicBezTo>
                  <a:cubicBezTo>
                    <a:pt x="73" y="183"/>
                    <a:pt x="73" y="182"/>
                    <a:pt x="73" y="181"/>
                  </a:cubicBezTo>
                  <a:close/>
                  <a:moveTo>
                    <a:pt x="73" y="227"/>
                  </a:moveTo>
                  <a:cubicBezTo>
                    <a:pt x="77" y="227"/>
                    <a:pt x="82" y="227"/>
                    <a:pt x="86" y="227"/>
                  </a:cubicBezTo>
                  <a:cubicBezTo>
                    <a:pt x="86" y="227"/>
                    <a:pt x="86" y="228"/>
                    <a:pt x="86" y="229"/>
                  </a:cubicBezTo>
                  <a:cubicBezTo>
                    <a:pt x="82" y="229"/>
                    <a:pt x="77" y="229"/>
                    <a:pt x="73" y="229"/>
                  </a:cubicBezTo>
                  <a:cubicBezTo>
                    <a:pt x="73" y="228"/>
                    <a:pt x="73" y="227"/>
                    <a:pt x="73" y="227"/>
                  </a:cubicBezTo>
                  <a:close/>
                  <a:moveTo>
                    <a:pt x="73" y="272"/>
                  </a:moveTo>
                  <a:cubicBezTo>
                    <a:pt x="77" y="272"/>
                    <a:pt x="82" y="272"/>
                    <a:pt x="86" y="272"/>
                  </a:cubicBezTo>
                  <a:cubicBezTo>
                    <a:pt x="86" y="273"/>
                    <a:pt x="86" y="274"/>
                    <a:pt x="86" y="274"/>
                  </a:cubicBezTo>
                  <a:cubicBezTo>
                    <a:pt x="82" y="274"/>
                    <a:pt x="77" y="274"/>
                    <a:pt x="73" y="274"/>
                  </a:cubicBezTo>
                  <a:cubicBezTo>
                    <a:pt x="73" y="274"/>
                    <a:pt x="73" y="273"/>
                    <a:pt x="73" y="272"/>
                  </a:cubicBezTo>
                  <a:close/>
                  <a:moveTo>
                    <a:pt x="73" y="317"/>
                  </a:moveTo>
                  <a:cubicBezTo>
                    <a:pt x="77" y="317"/>
                    <a:pt x="82" y="317"/>
                    <a:pt x="86" y="317"/>
                  </a:cubicBezTo>
                  <a:cubicBezTo>
                    <a:pt x="86" y="318"/>
                    <a:pt x="86" y="319"/>
                    <a:pt x="86" y="320"/>
                  </a:cubicBezTo>
                  <a:cubicBezTo>
                    <a:pt x="82" y="320"/>
                    <a:pt x="77" y="320"/>
                    <a:pt x="73" y="320"/>
                  </a:cubicBezTo>
                  <a:cubicBezTo>
                    <a:pt x="73" y="319"/>
                    <a:pt x="73" y="318"/>
                    <a:pt x="73" y="317"/>
                  </a:cubicBezTo>
                  <a:close/>
                  <a:moveTo>
                    <a:pt x="73" y="365"/>
                  </a:moveTo>
                  <a:cubicBezTo>
                    <a:pt x="73" y="364"/>
                    <a:pt x="73" y="363"/>
                    <a:pt x="73" y="362"/>
                  </a:cubicBezTo>
                  <a:cubicBezTo>
                    <a:pt x="77" y="362"/>
                    <a:pt x="82" y="362"/>
                    <a:pt x="86" y="362"/>
                  </a:cubicBezTo>
                  <a:cubicBezTo>
                    <a:pt x="86" y="363"/>
                    <a:pt x="86" y="364"/>
                    <a:pt x="86" y="365"/>
                  </a:cubicBezTo>
                  <a:cubicBezTo>
                    <a:pt x="82" y="365"/>
                    <a:pt x="77" y="365"/>
                    <a:pt x="73" y="365"/>
                  </a:cubicBezTo>
                  <a:close/>
                  <a:moveTo>
                    <a:pt x="73" y="408"/>
                  </a:moveTo>
                  <a:cubicBezTo>
                    <a:pt x="77" y="408"/>
                    <a:pt x="82" y="408"/>
                    <a:pt x="86" y="408"/>
                  </a:cubicBezTo>
                  <a:cubicBezTo>
                    <a:pt x="86" y="409"/>
                    <a:pt x="86" y="409"/>
                    <a:pt x="86" y="410"/>
                  </a:cubicBezTo>
                  <a:cubicBezTo>
                    <a:pt x="82" y="410"/>
                    <a:pt x="77" y="410"/>
                    <a:pt x="73" y="410"/>
                  </a:cubicBezTo>
                  <a:cubicBezTo>
                    <a:pt x="73" y="409"/>
                    <a:pt x="73" y="409"/>
                    <a:pt x="73" y="408"/>
                  </a:cubicBezTo>
                  <a:close/>
                  <a:moveTo>
                    <a:pt x="73" y="453"/>
                  </a:moveTo>
                  <a:cubicBezTo>
                    <a:pt x="77" y="453"/>
                    <a:pt x="82" y="453"/>
                    <a:pt x="86" y="453"/>
                  </a:cubicBezTo>
                  <a:cubicBezTo>
                    <a:pt x="86" y="454"/>
                    <a:pt x="86" y="455"/>
                    <a:pt x="86" y="456"/>
                  </a:cubicBezTo>
                  <a:cubicBezTo>
                    <a:pt x="82" y="456"/>
                    <a:pt x="77" y="456"/>
                    <a:pt x="73" y="456"/>
                  </a:cubicBezTo>
                  <a:cubicBezTo>
                    <a:pt x="73" y="455"/>
                    <a:pt x="73" y="454"/>
                    <a:pt x="73" y="453"/>
                  </a:cubicBezTo>
                  <a:close/>
                  <a:moveTo>
                    <a:pt x="91" y="0"/>
                  </a:moveTo>
                  <a:cubicBezTo>
                    <a:pt x="95" y="0"/>
                    <a:pt x="100" y="0"/>
                    <a:pt x="104" y="0"/>
                  </a:cubicBezTo>
                  <a:cubicBezTo>
                    <a:pt x="104" y="1"/>
                    <a:pt x="104" y="2"/>
                    <a:pt x="104" y="3"/>
                  </a:cubicBezTo>
                  <a:cubicBezTo>
                    <a:pt x="100" y="3"/>
                    <a:pt x="95" y="3"/>
                    <a:pt x="91" y="3"/>
                  </a:cubicBezTo>
                  <a:cubicBezTo>
                    <a:pt x="91" y="2"/>
                    <a:pt x="91" y="1"/>
                    <a:pt x="91" y="0"/>
                  </a:cubicBezTo>
                  <a:close/>
                  <a:moveTo>
                    <a:pt x="91" y="45"/>
                  </a:moveTo>
                  <a:cubicBezTo>
                    <a:pt x="95" y="45"/>
                    <a:pt x="100" y="45"/>
                    <a:pt x="104" y="45"/>
                  </a:cubicBezTo>
                  <a:cubicBezTo>
                    <a:pt x="104" y="46"/>
                    <a:pt x="104" y="47"/>
                    <a:pt x="104" y="48"/>
                  </a:cubicBezTo>
                  <a:cubicBezTo>
                    <a:pt x="100" y="48"/>
                    <a:pt x="95" y="48"/>
                    <a:pt x="91" y="48"/>
                  </a:cubicBezTo>
                  <a:cubicBezTo>
                    <a:pt x="91" y="47"/>
                    <a:pt x="91" y="46"/>
                    <a:pt x="91" y="45"/>
                  </a:cubicBezTo>
                  <a:close/>
                  <a:moveTo>
                    <a:pt x="91" y="91"/>
                  </a:moveTo>
                  <a:cubicBezTo>
                    <a:pt x="95" y="91"/>
                    <a:pt x="100" y="91"/>
                    <a:pt x="104" y="91"/>
                  </a:cubicBezTo>
                  <a:cubicBezTo>
                    <a:pt x="104" y="92"/>
                    <a:pt x="104" y="92"/>
                    <a:pt x="104" y="93"/>
                  </a:cubicBezTo>
                  <a:cubicBezTo>
                    <a:pt x="100" y="93"/>
                    <a:pt x="95" y="93"/>
                    <a:pt x="91" y="93"/>
                  </a:cubicBezTo>
                  <a:cubicBezTo>
                    <a:pt x="91" y="92"/>
                    <a:pt x="91" y="92"/>
                    <a:pt x="91" y="91"/>
                  </a:cubicBezTo>
                  <a:close/>
                  <a:moveTo>
                    <a:pt x="91" y="136"/>
                  </a:moveTo>
                  <a:cubicBezTo>
                    <a:pt x="95" y="136"/>
                    <a:pt x="100" y="136"/>
                    <a:pt x="104" y="136"/>
                  </a:cubicBezTo>
                  <a:cubicBezTo>
                    <a:pt x="104" y="137"/>
                    <a:pt x="104" y="138"/>
                    <a:pt x="104" y="139"/>
                  </a:cubicBezTo>
                  <a:cubicBezTo>
                    <a:pt x="100" y="139"/>
                    <a:pt x="95" y="139"/>
                    <a:pt x="91" y="139"/>
                  </a:cubicBezTo>
                  <a:cubicBezTo>
                    <a:pt x="91" y="138"/>
                    <a:pt x="91" y="137"/>
                    <a:pt x="91" y="136"/>
                  </a:cubicBezTo>
                  <a:close/>
                  <a:moveTo>
                    <a:pt x="91" y="181"/>
                  </a:moveTo>
                  <a:cubicBezTo>
                    <a:pt x="95" y="181"/>
                    <a:pt x="100" y="181"/>
                    <a:pt x="104" y="181"/>
                  </a:cubicBezTo>
                  <a:cubicBezTo>
                    <a:pt x="104" y="182"/>
                    <a:pt x="104" y="183"/>
                    <a:pt x="104" y="184"/>
                  </a:cubicBezTo>
                  <a:cubicBezTo>
                    <a:pt x="100" y="184"/>
                    <a:pt x="95" y="184"/>
                    <a:pt x="91" y="184"/>
                  </a:cubicBezTo>
                  <a:cubicBezTo>
                    <a:pt x="91" y="183"/>
                    <a:pt x="91" y="182"/>
                    <a:pt x="91" y="181"/>
                  </a:cubicBezTo>
                  <a:close/>
                  <a:moveTo>
                    <a:pt x="91" y="227"/>
                  </a:moveTo>
                  <a:cubicBezTo>
                    <a:pt x="95" y="227"/>
                    <a:pt x="100" y="227"/>
                    <a:pt x="104" y="227"/>
                  </a:cubicBezTo>
                  <a:cubicBezTo>
                    <a:pt x="104" y="227"/>
                    <a:pt x="104" y="228"/>
                    <a:pt x="104" y="229"/>
                  </a:cubicBezTo>
                  <a:cubicBezTo>
                    <a:pt x="100" y="229"/>
                    <a:pt x="95" y="229"/>
                    <a:pt x="91" y="229"/>
                  </a:cubicBezTo>
                  <a:cubicBezTo>
                    <a:pt x="91" y="228"/>
                    <a:pt x="91" y="227"/>
                    <a:pt x="91" y="227"/>
                  </a:cubicBezTo>
                  <a:close/>
                  <a:moveTo>
                    <a:pt x="91" y="272"/>
                  </a:moveTo>
                  <a:cubicBezTo>
                    <a:pt x="95" y="272"/>
                    <a:pt x="100" y="272"/>
                    <a:pt x="104" y="272"/>
                  </a:cubicBezTo>
                  <a:cubicBezTo>
                    <a:pt x="104" y="273"/>
                    <a:pt x="104" y="274"/>
                    <a:pt x="104" y="274"/>
                  </a:cubicBezTo>
                  <a:cubicBezTo>
                    <a:pt x="100" y="274"/>
                    <a:pt x="95" y="274"/>
                    <a:pt x="91" y="274"/>
                  </a:cubicBezTo>
                  <a:cubicBezTo>
                    <a:pt x="91" y="274"/>
                    <a:pt x="91" y="273"/>
                    <a:pt x="91" y="272"/>
                  </a:cubicBezTo>
                  <a:close/>
                  <a:moveTo>
                    <a:pt x="91" y="317"/>
                  </a:moveTo>
                  <a:cubicBezTo>
                    <a:pt x="95" y="317"/>
                    <a:pt x="100" y="317"/>
                    <a:pt x="104" y="317"/>
                  </a:cubicBezTo>
                  <a:cubicBezTo>
                    <a:pt x="104" y="318"/>
                    <a:pt x="104" y="319"/>
                    <a:pt x="104" y="320"/>
                  </a:cubicBezTo>
                  <a:cubicBezTo>
                    <a:pt x="100" y="320"/>
                    <a:pt x="95" y="320"/>
                    <a:pt x="91" y="320"/>
                  </a:cubicBezTo>
                  <a:cubicBezTo>
                    <a:pt x="91" y="319"/>
                    <a:pt x="91" y="318"/>
                    <a:pt x="91" y="317"/>
                  </a:cubicBezTo>
                  <a:close/>
                  <a:moveTo>
                    <a:pt x="91" y="365"/>
                  </a:moveTo>
                  <a:cubicBezTo>
                    <a:pt x="91" y="364"/>
                    <a:pt x="91" y="363"/>
                    <a:pt x="91" y="362"/>
                  </a:cubicBezTo>
                  <a:cubicBezTo>
                    <a:pt x="95" y="362"/>
                    <a:pt x="100" y="362"/>
                    <a:pt x="104" y="362"/>
                  </a:cubicBezTo>
                  <a:cubicBezTo>
                    <a:pt x="104" y="363"/>
                    <a:pt x="104" y="364"/>
                    <a:pt x="104" y="365"/>
                  </a:cubicBezTo>
                  <a:cubicBezTo>
                    <a:pt x="100" y="365"/>
                    <a:pt x="95" y="365"/>
                    <a:pt x="91" y="365"/>
                  </a:cubicBezTo>
                  <a:close/>
                  <a:moveTo>
                    <a:pt x="91" y="408"/>
                  </a:moveTo>
                  <a:cubicBezTo>
                    <a:pt x="95" y="408"/>
                    <a:pt x="100" y="408"/>
                    <a:pt x="104" y="408"/>
                  </a:cubicBezTo>
                  <a:cubicBezTo>
                    <a:pt x="104" y="409"/>
                    <a:pt x="104" y="409"/>
                    <a:pt x="104" y="410"/>
                  </a:cubicBezTo>
                  <a:cubicBezTo>
                    <a:pt x="100" y="410"/>
                    <a:pt x="95" y="410"/>
                    <a:pt x="91" y="410"/>
                  </a:cubicBezTo>
                  <a:cubicBezTo>
                    <a:pt x="91" y="409"/>
                    <a:pt x="91" y="409"/>
                    <a:pt x="91" y="408"/>
                  </a:cubicBezTo>
                  <a:close/>
                  <a:moveTo>
                    <a:pt x="91" y="453"/>
                  </a:moveTo>
                  <a:cubicBezTo>
                    <a:pt x="95" y="453"/>
                    <a:pt x="100" y="453"/>
                    <a:pt x="104" y="453"/>
                  </a:cubicBezTo>
                  <a:cubicBezTo>
                    <a:pt x="104" y="454"/>
                    <a:pt x="104" y="455"/>
                    <a:pt x="104" y="456"/>
                  </a:cubicBezTo>
                  <a:cubicBezTo>
                    <a:pt x="100" y="456"/>
                    <a:pt x="95" y="456"/>
                    <a:pt x="91" y="456"/>
                  </a:cubicBezTo>
                  <a:cubicBezTo>
                    <a:pt x="91" y="455"/>
                    <a:pt x="91" y="454"/>
                    <a:pt x="91" y="453"/>
                  </a:cubicBezTo>
                  <a:close/>
                  <a:moveTo>
                    <a:pt x="109" y="0"/>
                  </a:moveTo>
                  <a:cubicBezTo>
                    <a:pt x="114" y="0"/>
                    <a:pt x="118" y="0"/>
                    <a:pt x="122" y="0"/>
                  </a:cubicBezTo>
                  <a:cubicBezTo>
                    <a:pt x="122" y="1"/>
                    <a:pt x="122" y="2"/>
                    <a:pt x="122" y="3"/>
                  </a:cubicBezTo>
                  <a:cubicBezTo>
                    <a:pt x="118" y="3"/>
                    <a:pt x="114" y="3"/>
                    <a:pt x="109" y="3"/>
                  </a:cubicBezTo>
                  <a:cubicBezTo>
                    <a:pt x="109" y="2"/>
                    <a:pt x="109" y="1"/>
                    <a:pt x="109" y="0"/>
                  </a:cubicBezTo>
                  <a:close/>
                  <a:moveTo>
                    <a:pt x="109" y="45"/>
                  </a:moveTo>
                  <a:cubicBezTo>
                    <a:pt x="114" y="45"/>
                    <a:pt x="118" y="45"/>
                    <a:pt x="122" y="45"/>
                  </a:cubicBezTo>
                  <a:cubicBezTo>
                    <a:pt x="122" y="46"/>
                    <a:pt x="122" y="47"/>
                    <a:pt x="122" y="48"/>
                  </a:cubicBezTo>
                  <a:cubicBezTo>
                    <a:pt x="118" y="48"/>
                    <a:pt x="114" y="48"/>
                    <a:pt x="109" y="48"/>
                  </a:cubicBezTo>
                  <a:cubicBezTo>
                    <a:pt x="109" y="47"/>
                    <a:pt x="109" y="46"/>
                    <a:pt x="109" y="45"/>
                  </a:cubicBezTo>
                  <a:close/>
                  <a:moveTo>
                    <a:pt x="109" y="91"/>
                  </a:moveTo>
                  <a:cubicBezTo>
                    <a:pt x="114" y="91"/>
                    <a:pt x="118" y="91"/>
                    <a:pt x="122" y="91"/>
                  </a:cubicBezTo>
                  <a:cubicBezTo>
                    <a:pt x="122" y="92"/>
                    <a:pt x="122" y="92"/>
                    <a:pt x="122" y="93"/>
                  </a:cubicBezTo>
                  <a:cubicBezTo>
                    <a:pt x="118" y="93"/>
                    <a:pt x="114" y="93"/>
                    <a:pt x="109" y="93"/>
                  </a:cubicBezTo>
                  <a:cubicBezTo>
                    <a:pt x="109" y="92"/>
                    <a:pt x="109" y="92"/>
                    <a:pt x="109" y="91"/>
                  </a:cubicBezTo>
                  <a:close/>
                  <a:moveTo>
                    <a:pt x="109" y="136"/>
                  </a:moveTo>
                  <a:cubicBezTo>
                    <a:pt x="114" y="136"/>
                    <a:pt x="118" y="136"/>
                    <a:pt x="122" y="136"/>
                  </a:cubicBezTo>
                  <a:cubicBezTo>
                    <a:pt x="122" y="137"/>
                    <a:pt x="122" y="138"/>
                    <a:pt x="122" y="139"/>
                  </a:cubicBezTo>
                  <a:cubicBezTo>
                    <a:pt x="118" y="139"/>
                    <a:pt x="114" y="139"/>
                    <a:pt x="109" y="139"/>
                  </a:cubicBezTo>
                  <a:cubicBezTo>
                    <a:pt x="109" y="138"/>
                    <a:pt x="109" y="137"/>
                    <a:pt x="109" y="136"/>
                  </a:cubicBezTo>
                  <a:close/>
                  <a:moveTo>
                    <a:pt x="109" y="181"/>
                  </a:moveTo>
                  <a:cubicBezTo>
                    <a:pt x="114" y="181"/>
                    <a:pt x="118" y="181"/>
                    <a:pt x="122" y="181"/>
                  </a:cubicBezTo>
                  <a:cubicBezTo>
                    <a:pt x="122" y="182"/>
                    <a:pt x="122" y="183"/>
                    <a:pt x="122" y="184"/>
                  </a:cubicBezTo>
                  <a:cubicBezTo>
                    <a:pt x="118" y="184"/>
                    <a:pt x="114" y="184"/>
                    <a:pt x="109" y="184"/>
                  </a:cubicBezTo>
                  <a:cubicBezTo>
                    <a:pt x="109" y="183"/>
                    <a:pt x="109" y="182"/>
                    <a:pt x="109" y="181"/>
                  </a:cubicBezTo>
                  <a:close/>
                  <a:moveTo>
                    <a:pt x="109" y="227"/>
                  </a:moveTo>
                  <a:cubicBezTo>
                    <a:pt x="114" y="227"/>
                    <a:pt x="118" y="227"/>
                    <a:pt x="122" y="227"/>
                  </a:cubicBezTo>
                  <a:cubicBezTo>
                    <a:pt x="122" y="227"/>
                    <a:pt x="122" y="228"/>
                    <a:pt x="122" y="229"/>
                  </a:cubicBezTo>
                  <a:cubicBezTo>
                    <a:pt x="118" y="229"/>
                    <a:pt x="114" y="229"/>
                    <a:pt x="109" y="229"/>
                  </a:cubicBezTo>
                  <a:cubicBezTo>
                    <a:pt x="109" y="228"/>
                    <a:pt x="109" y="227"/>
                    <a:pt x="109" y="227"/>
                  </a:cubicBezTo>
                  <a:close/>
                  <a:moveTo>
                    <a:pt x="109" y="272"/>
                  </a:moveTo>
                  <a:cubicBezTo>
                    <a:pt x="114" y="272"/>
                    <a:pt x="118" y="272"/>
                    <a:pt x="122" y="272"/>
                  </a:cubicBezTo>
                  <a:cubicBezTo>
                    <a:pt x="122" y="273"/>
                    <a:pt x="122" y="274"/>
                    <a:pt x="122" y="274"/>
                  </a:cubicBezTo>
                  <a:cubicBezTo>
                    <a:pt x="118" y="274"/>
                    <a:pt x="114" y="274"/>
                    <a:pt x="109" y="274"/>
                  </a:cubicBezTo>
                  <a:cubicBezTo>
                    <a:pt x="109" y="274"/>
                    <a:pt x="109" y="273"/>
                    <a:pt x="109" y="272"/>
                  </a:cubicBezTo>
                  <a:close/>
                  <a:moveTo>
                    <a:pt x="109" y="317"/>
                  </a:moveTo>
                  <a:cubicBezTo>
                    <a:pt x="114" y="317"/>
                    <a:pt x="118" y="317"/>
                    <a:pt x="122" y="317"/>
                  </a:cubicBezTo>
                  <a:cubicBezTo>
                    <a:pt x="122" y="318"/>
                    <a:pt x="122" y="319"/>
                    <a:pt x="122" y="320"/>
                  </a:cubicBezTo>
                  <a:cubicBezTo>
                    <a:pt x="118" y="320"/>
                    <a:pt x="114" y="320"/>
                    <a:pt x="109" y="320"/>
                  </a:cubicBezTo>
                  <a:cubicBezTo>
                    <a:pt x="109" y="319"/>
                    <a:pt x="109" y="318"/>
                    <a:pt x="109" y="317"/>
                  </a:cubicBezTo>
                  <a:close/>
                  <a:moveTo>
                    <a:pt x="109" y="365"/>
                  </a:moveTo>
                  <a:cubicBezTo>
                    <a:pt x="109" y="364"/>
                    <a:pt x="109" y="363"/>
                    <a:pt x="109" y="362"/>
                  </a:cubicBezTo>
                  <a:cubicBezTo>
                    <a:pt x="114" y="362"/>
                    <a:pt x="118" y="362"/>
                    <a:pt x="122" y="362"/>
                  </a:cubicBezTo>
                  <a:cubicBezTo>
                    <a:pt x="122" y="363"/>
                    <a:pt x="122" y="364"/>
                    <a:pt x="122" y="365"/>
                  </a:cubicBezTo>
                  <a:cubicBezTo>
                    <a:pt x="118" y="365"/>
                    <a:pt x="114" y="365"/>
                    <a:pt x="109" y="365"/>
                  </a:cubicBezTo>
                  <a:close/>
                  <a:moveTo>
                    <a:pt x="109" y="408"/>
                  </a:moveTo>
                  <a:cubicBezTo>
                    <a:pt x="114" y="408"/>
                    <a:pt x="118" y="408"/>
                    <a:pt x="122" y="408"/>
                  </a:cubicBezTo>
                  <a:cubicBezTo>
                    <a:pt x="122" y="409"/>
                    <a:pt x="122" y="409"/>
                    <a:pt x="122" y="410"/>
                  </a:cubicBezTo>
                  <a:cubicBezTo>
                    <a:pt x="118" y="410"/>
                    <a:pt x="114" y="410"/>
                    <a:pt x="109" y="410"/>
                  </a:cubicBezTo>
                  <a:cubicBezTo>
                    <a:pt x="109" y="409"/>
                    <a:pt x="109" y="409"/>
                    <a:pt x="109" y="408"/>
                  </a:cubicBezTo>
                  <a:close/>
                  <a:moveTo>
                    <a:pt x="109" y="453"/>
                  </a:moveTo>
                  <a:cubicBezTo>
                    <a:pt x="114" y="453"/>
                    <a:pt x="118" y="453"/>
                    <a:pt x="122" y="453"/>
                  </a:cubicBezTo>
                  <a:cubicBezTo>
                    <a:pt x="122" y="454"/>
                    <a:pt x="122" y="455"/>
                    <a:pt x="122" y="456"/>
                  </a:cubicBezTo>
                  <a:cubicBezTo>
                    <a:pt x="118" y="456"/>
                    <a:pt x="114" y="456"/>
                    <a:pt x="109" y="456"/>
                  </a:cubicBezTo>
                  <a:cubicBezTo>
                    <a:pt x="109" y="455"/>
                    <a:pt x="109" y="454"/>
                    <a:pt x="109" y="453"/>
                  </a:cubicBezTo>
                  <a:close/>
                  <a:moveTo>
                    <a:pt x="128" y="0"/>
                  </a:moveTo>
                  <a:cubicBezTo>
                    <a:pt x="132" y="0"/>
                    <a:pt x="136" y="0"/>
                    <a:pt x="141" y="0"/>
                  </a:cubicBezTo>
                  <a:cubicBezTo>
                    <a:pt x="141" y="1"/>
                    <a:pt x="141" y="2"/>
                    <a:pt x="141" y="3"/>
                  </a:cubicBezTo>
                  <a:cubicBezTo>
                    <a:pt x="136" y="3"/>
                    <a:pt x="132" y="3"/>
                    <a:pt x="128" y="3"/>
                  </a:cubicBezTo>
                  <a:cubicBezTo>
                    <a:pt x="128" y="2"/>
                    <a:pt x="128" y="1"/>
                    <a:pt x="128" y="0"/>
                  </a:cubicBezTo>
                  <a:close/>
                  <a:moveTo>
                    <a:pt x="128" y="45"/>
                  </a:moveTo>
                  <a:cubicBezTo>
                    <a:pt x="132" y="45"/>
                    <a:pt x="136" y="45"/>
                    <a:pt x="141" y="45"/>
                  </a:cubicBezTo>
                  <a:cubicBezTo>
                    <a:pt x="141" y="46"/>
                    <a:pt x="141" y="47"/>
                    <a:pt x="141" y="48"/>
                  </a:cubicBezTo>
                  <a:cubicBezTo>
                    <a:pt x="136" y="48"/>
                    <a:pt x="132" y="48"/>
                    <a:pt x="128" y="48"/>
                  </a:cubicBezTo>
                  <a:cubicBezTo>
                    <a:pt x="128" y="47"/>
                    <a:pt x="128" y="46"/>
                    <a:pt x="128" y="45"/>
                  </a:cubicBezTo>
                  <a:close/>
                  <a:moveTo>
                    <a:pt x="128" y="91"/>
                  </a:moveTo>
                  <a:cubicBezTo>
                    <a:pt x="132" y="91"/>
                    <a:pt x="136" y="91"/>
                    <a:pt x="141" y="91"/>
                  </a:cubicBezTo>
                  <a:cubicBezTo>
                    <a:pt x="141" y="92"/>
                    <a:pt x="141" y="92"/>
                    <a:pt x="141" y="93"/>
                  </a:cubicBezTo>
                  <a:cubicBezTo>
                    <a:pt x="136" y="93"/>
                    <a:pt x="132" y="93"/>
                    <a:pt x="128" y="93"/>
                  </a:cubicBezTo>
                  <a:cubicBezTo>
                    <a:pt x="128" y="92"/>
                    <a:pt x="128" y="92"/>
                    <a:pt x="128" y="91"/>
                  </a:cubicBezTo>
                  <a:close/>
                  <a:moveTo>
                    <a:pt x="128" y="136"/>
                  </a:moveTo>
                  <a:cubicBezTo>
                    <a:pt x="132" y="136"/>
                    <a:pt x="136" y="136"/>
                    <a:pt x="141" y="136"/>
                  </a:cubicBezTo>
                  <a:cubicBezTo>
                    <a:pt x="141" y="137"/>
                    <a:pt x="141" y="138"/>
                    <a:pt x="141" y="139"/>
                  </a:cubicBezTo>
                  <a:cubicBezTo>
                    <a:pt x="136" y="139"/>
                    <a:pt x="132" y="139"/>
                    <a:pt x="128" y="139"/>
                  </a:cubicBezTo>
                  <a:cubicBezTo>
                    <a:pt x="128" y="138"/>
                    <a:pt x="128" y="137"/>
                    <a:pt x="128" y="136"/>
                  </a:cubicBezTo>
                  <a:close/>
                  <a:moveTo>
                    <a:pt x="128" y="181"/>
                  </a:moveTo>
                  <a:cubicBezTo>
                    <a:pt x="132" y="181"/>
                    <a:pt x="136" y="181"/>
                    <a:pt x="141" y="181"/>
                  </a:cubicBezTo>
                  <a:cubicBezTo>
                    <a:pt x="141" y="182"/>
                    <a:pt x="141" y="183"/>
                    <a:pt x="141" y="184"/>
                  </a:cubicBezTo>
                  <a:cubicBezTo>
                    <a:pt x="136" y="184"/>
                    <a:pt x="132" y="184"/>
                    <a:pt x="128" y="184"/>
                  </a:cubicBezTo>
                  <a:cubicBezTo>
                    <a:pt x="128" y="183"/>
                    <a:pt x="128" y="182"/>
                    <a:pt x="128" y="181"/>
                  </a:cubicBezTo>
                  <a:close/>
                  <a:moveTo>
                    <a:pt x="128" y="227"/>
                  </a:moveTo>
                  <a:cubicBezTo>
                    <a:pt x="132" y="227"/>
                    <a:pt x="136" y="227"/>
                    <a:pt x="141" y="227"/>
                  </a:cubicBezTo>
                  <a:cubicBezTo>
                    <a:pt x="141" y="227"/>
                    <a:pt x="141" y="228"/>
                    <a:pt x="141" y="229"/>
                  </a:cubicBezTo>
                  <a:cubicBezTo>
                    <a:pt x="136" y="229"/>
                    <a:pt x="132" y="229"/>
                    <a:pt x="128" y="229"/>
                  </a:cubicBezTo>
                  <a:cubicBezTo>
                    <a:pt x="128" y="228"/>
                    <a:pt x="128" y="227"/>
                    <a:pt x="128" y="227"/>
                  </a:cubicBezTo>
                  <a:close/>
                  <a:moveTo>
                    <a:pt x="128" y="272"/>
                  </a:moveTo>
                  <a:cubicBezTo>
                    <a:pt x="132" y="272"/>
                    <a:pt x="136" y="272"/>
                    <a:pt x="141" y="272"/>
                  </a:cubicBezTo>
                  <a:cubicBezTo>
                    <a:pt x="141" y="273"/>
                    <a:pt x="141" y="274"/>
                    <a:pt x="141" y="274"/>
                  </a:cubicBezTo>
                  <a:cubicBezTo>
                    <a:pt x="136" y="274"/>
                    <a:pt x="132" y="274"/>
                    <a:pt x="128" y="274"/>
                  </a:cubicBezTo>
                  <a:cubicBezTo>
                    <a:pt x="128" y="274"/>
                    <a:pt x="128" y="273"/>
                    <a:pt x="128" y="272"/>
                  </a:cubicBezTo>
                  <a:close/>
                  <a:moveTo>
                    <a:pt x="128" y="317"/>
                  </a:moveTo>
                  <a:cubicBezTo>
                    <a:pt x="132" y="317"/>
                    <a:pt x="136" y="317"/>
                    <a:pt x="141" y="317"/>
                  </a:cubicBezTo>
                  <a:cubicBezTo>
                    <a:pt x="141" y="318"/>
                    <a:pt x="141" y="319"/>
                    <a:pt x="141" y="320"/>
                  </a:cubicBezTo>
                  <a:cubicBezTo>
                    <a:pt x="136" y="320"/>
                    <a:pt x="132" y="320"/>
                    <a:pt x="128" y="320"/>
                  </a:cubicBezTo>
                  <a:cubicBezTo>
                    <a:pt x="128" y="319"/>
                    <a:pt x="128" y="318"/>
                    <a:pt x="128" y="317"/>
                  </a:cubicBezTo>
                  <a:close/>
                  <a:moveTo>
                    <a:pt x="128" y="365"/>
                  </a:moveTo>
                  <a:cubicBezTo>
                    <a:pt x="128" y="364"/>
                    <a:pt x="128" y="363"/>
                    <a:pt x="128" y="362"/>
                  </a:cubicBezTo>
                  <a:cubicBezTo>
                    <a:pt x="132" y="362"/>
                    <a:pt x="136" y="362"/>
                    <a:pt x="141" y="362"/>
                  </a:cubicBezTo>
                  <a:cubicBezTo>
                    <a:pt x="141" y="363"/>
                    <a:pt x="141" y="364"/>
                    <a:pt x="141" y="365"/>
                  </a:cubicBezTo>
                  <a:cubicBezTo>
                    <a:pt x="136" y="365"/>
                    <a:pt x="132" y="365"/>
                    <a:pt x="128" y="365"/>
                  </a:cubicBezTo>
                  <a:close/>
                  <a:moveTo>
                    <a:pt x="128" y="408"/>
                  </a:moveTo>
                  <a:cubicBezTo>
                    <a:pt x="132" y="408"/>
                    <a:pt x="136" y="408"/>
                    <a:pt x="141" y="408"/>
                  </a:cubicBezTo>
                  <a:cubicBezTo>
                    <a:pt x="141" y="409"/>
                    <a:pt x="141" y="409"/>
                    <a:pt x="141" y="410"/>
                  </a:cubicBezTo>
                  <a:cubicBezTo>
                    <a:pt x="136" y="410"/>
                    <a:pt x="132" y="410"/>
                    <a:pt x="128" y="410"/>
                  </a:cubicBezTo>
                  <a:cubicBezTo>
                    <a:pt x="128" y="409"/>
                    <a:pt x="128" y="409"/>
                    <a:pt x="128" y="408"/>
                  </a:cubicBezTo>
                  <a:close/>
                  <a:moveTo>
                    <a:pt x="128" y="453"/>
                  </a:moveTo>
                  <a:cubicBezTo>
                    <a:pt x="132" y="453"/>
                    <a:pt x="136" y="453"/>
                    <a:pt x="141" y="453"/>
                  </a:cubicBezTo>
                  <a:cubicBezTo>
                    <a:pt x="141" y="454"/>
                    <a:pt x="141" y="455"/>
                    <a:pt x="141" y="456"/>
                  </a:cubicBezTo>
                  <a:cubicBezTo>
                    <a:pt x="136" y="456"/>
                    <a:pt x="132" y="456"/>
                    <a:pt x="128" y="456"/>
                  </a:cubicBezTo>
                  <a:cubicBezTo>
                    <a:pt x="128" y="455"/>
                    <a:pt x="128" y="454"/>
                    <a:pt x="128" y="453"/>
                  </a:cubicBezTo>
                  <a:close/>
                  <a:moveTo>
                    <a:pt x="146" y="0"/>
                  </a:moveTo>
                  <a:cubicBezTo>
                    <a:pt x="150" y="0"/>
                    <a:pt x="154" y="0"/>
                    <a:pt x="159" y="0"/>
                  </a:cubicBezTo>
                  <a:cubicBezTo>
                    <a:pt x="159" y="1"/>
                    <a:pt x="159" y="2"/>
                    <a:pt x="159" y="3"/>
                  </a:cubicBezTo>
                  <a:cubicBezTo>
                    <a:pt x="154" y="3"/>
                    <a:pt x="150" y="3"/>
                    <a:pt x="146" y="3"/>
                  </a:cubicBezTo>
                  <a:cubicBezTo>
                    <a:pt x="146" y="2"/>
                    <a:pt x="146" y="1"/>
                    <a:pt x="146" y="0"/>
                  </a:cubicBezTo>
                  <a:close/>
                  <a:moveTo>
                    <a:pt x="146" y="45"/>
                  </a:moveTo>
                  <a:cubicBezTo>
                    <a:pt x="150" y="45"/>
                    <a:pt x="154" y="45"/>
                    <a:pt x="159" y="45"/>
                  </a:cubicBezTo>
                  <a:cubicBezTo>
                    <a:pt x="159" y="46"/>
                    <a:pt x="159" y="47"/>
                    <a:pt x="159" y="48"/>
                  </a:cubicBezTo>
                  <a:cubicBezTo>
                    <a:pt x="154" y="48"/>
                    <a:pt x="150" y="48"/>
                    <a:pt x="146" y="48"/>
                  </a:cubicBezTo>
                  <a:cubicBezTo>
                    <a:pt x="146" y="47"/>
                    <a:pt x="146" y="46"/>
                    <a:pt x="146" y="45"/>
                  </a:cubicBezTo>
                  <a:close/>
                  <a:moveTo>
                    <a:pt x="146" y="91"/>
                  </a:moveTo>
                  <a:cubicBezTo>
                    <a:pt x="150" y="91"/>
                    <a:pt x="154" y="91"/>
                    <a:pt x="159" y="91"/>
                  </a:cubicBezTo>
                  <a:cubicBezTo>
                    <a:pt x="159" y="92"/>
                    <a:pt x="159" y="92"/>
                    <a:pt x="159" y="93"/>
                  </a:cubicBezTo>
                  <a:cubicBezTo>
                    <a:pt x="154" y="93"/>
                    <a:pt x="150" y="93"/>
                    <a:pt x="146" y="93"/>
                  </a:cubicBezTo>
                  <a:cubicBezTo>
                    <a:pt x="146" y="92"/>
                    <a:pt x="146" y="92"/>
                    <a:pt x="146" y="91"/>
                  </a:cubicBezTo>
                  <a:close/>
                  <a:moveTo>
                    <a:pt x="146" y="136"/>
                  </a:moveTo>
                  <a:cubicBezTo>
                    <a:pt x="150" y="136"/>
                    <a:pt x="154" y="136"/>
                    <a:pt x="159" y="136"/>
                  </a:cubicBezTo>
                  <a:cubicBezTo>
                    <a:pt x="159" y="137"/>
                    <a:pt x="159" y="138"/>
                    <a:pt x="159" y="139"/>
                  </a:cubicBezTo>
                  <a:cubicBezTo>
                    <a:pt x="154" y="139"/>
                    <a:pt x="150" y="139"/>
                    <a:pt x="146" y="139"/>
                  </a:cubicBezTo>
                  <a:cubicBezTo>
                    <a:pt x="146" y="138"/>
                    <a:pt x="146" y="137"/>
                    <a:pt x="146" y="136"/>
                  </a:cubicBezTo>
                  <a:close/>
                  <a:moveTo>
                    <a:pt x="146" y="181"/>
                  </a:moveTo>
                  <a:cubicBezTo>
                    <a:pt x="150" y="181"/>
                    <a:pt x="154" y="181"/>
                    <a:pt x="159" y="181"/>
                  </a:cubicBezTo>
                  <a:cubicBezTo>
                    <a:pt x="159" y="182"/>
                    <a:pt x="159" y="183"/>
                    <a:pt x="159" y="184"/>
                  </a:cubicBezTo>
                  <a:cubicBezTo>
                    <a:pt x="154" y="184"/>
                    <a:pt x="150" y="184"/>
                    <a:pt x="146" y="184"/>
                  </a:cubicBezTo>
                  <a:cubicBezTo>
                    <a:pt x="146" y="183"/>
                    <a:pt x="146" y="182"/>
                    <a:pt x="146" y="181"/>
                  </a:cubicBezTo>
                  <a:close/>
                  <a:moveTo>
                    <a:pt x="146" y="227"/>
                  </a:moveTo>
                  <a:cubicBezTo>
                    <a:pt x="150" y="227"/>
                    <a:pt x="154" y="227"/>
                    <a:pt x="159" y="227"/>
                  </a:cubicBezTo>
                  <a:cubicBezTo>
                    <a:pt x="159" y="227"/>
                    <a:pt x="159" y="228"/>
                    <a:pt x="159" y="229"/>
                  </a:cubicBezTo>
                  <a:cubicBezTo>
                    <a:pt x="154" y="229"/>
                    <a:pt x="150" y="229"/>
                    <a:pt x="146" y="229"/>
                  </a:cubicBezTo>
                  <a:cubicBezTo>
                    <a:pt x="146" y="228"/>
                    <a:pt x="146" y="227"/>
                    <a:pt x="146" y="227"/>
                  </a:cubicBezTo>
                  <a:close/>
                  <a:moveTo>
                    <a:pt x="146" y="272"/>
                  </a:moveTo>
                  <a:cubicBezTo>
                    <a:pt x="150" y="272"/>
                    <a:pt x="154" y="272"/>
                    <a:pt x="159" y="272"/>
                  </a:cubicBezTo>
                  <a:cubicBezTo>
                    <a:pt x="159" y="273"/>
                    <a:pt x="159" y="274"/>
                    <a:pt x="159" y="274"/>
                  </a:cubicBezTo>
                  <a:cubicBezTo>
                    <a:pt x="154" y="274"/>
                    <a:pt x="150" y="274"/>
                    <a:pt x="146" y="274"/>
                  </a:cubicBezTo>
                  <a:cubicBezTo>
                    <a:pt x="146" y="274"/>
                    <a:pt x="146" y="273"/>
                    <a:pt x="146" y="272"/>
                  </a:cubicBezTo>
                  <a:close/>
                  <a:moveTo>
                    <a:pt x="146" y="317"/>
                  </a:moveTo>
                  <a:cubicBezTo>
                    <a:pt x="150" y="317"/>
                    <a:pt x="154" y="317"/>
                    <a:pt x="159" y="317"/>
                  </a:cubicBezTo>
                  <a:cubicBezTo>
                    <a:pt x="159" y="318"/>
                    <a:pt x="159" y="319"/>
                    <a:pt x="159" y="320"/>
                  </a:cubicBezTo>
                  <a:cubicBezTo>
                    <a:pt x="154" y="320"/>
                    <a:pt x="150" y="320"/>
                    <a:pt x="146" y="320"/>
                  </a:cubicBezTo>
                  <a:cubicBezTo>
                    <a:pt x="146" y="319"/>
                    <a:pt x="146" y="318"/>
                    <a:pt x="146" y="317"/>
                  </a:cubicBezTo>
                  <a:close/>
                  <a:moveTo>
                    <a:pt x="146" y="365"/>
                  </a:moveTo>
                  <a:cubicBezTo>
                    <a:pt x="146" y="364"/>
                    <a:pt x="146" y="363"/>
                    <a:pt x="146" y="362"/>
                  </a:cubicBezTo>
                  <a:cubicBezTo>
                    <a:pt x="150" y="362"/>
                    <a:pt x="154" y="362"/>
                    <a:pt x="159" y="362"/>
                  </a:cubicBezTo>
                  <a:cubicBezTo>
                    <a:pt x="159" y="363"/>
                    <a:pt x="159" y="364"/>
                    <a:pt x="159" y="365"/>
                  </a:cubicBezTo>
                  <a:cubicBezTo>
                    <a:pt x="154" y="365"/>
                    <a:pt x="150" y="365"/>
                    <a:pt x="146" y="365"/>
                  </a:cubicBezTo>
                  <a:close/>
                  <a:moveTo>
                    <a:pt x="146" y="408"/>
                  </a:moveTo>
                  <a:cubicBezTo>
                    <a:pt x="150" y="408"/>
                    <a:pt x="154" y="408"/>
                    <a:pt x="159" y="408"/>
                  </a:cubicBezTo>
                  <a:cubicBezTo>
                    <a:pt x="159" y="409"/>
                    <a:pt x="159" y="409"/>
                    <a:pt x="159" y="410"/>
                  </a:cubicBezTo>
                  <a:cubicBezTo>
                    <a:pt x="154" y="410"/>
                    <a:pt x="150" y="410"/>
                    <a:pt x="146" y="410"/>
                  </a:cubicBezTo>
                  <a:cubicBezTo>
                    <a:pt x="146" y="409"/>
                    <a:pt x="146" y="409"/>
                    <a:pt x="146" y="408"/>
                  </a:cubicBezTo>
                  <a:close/>
                  <a:moveTo>
                    <a:pt x="146" y="453"/>
                  </a:moveTo>
                  <a:cubicBezTo>
                    <a:pt x="150" y="453"/>
                    <a:pt x="154" y="453"/>
                    <a:pt x="159" y="453"/>
                  </a:cubicBezTo>
                  <a:cubicBezTo>
                    <a:pt x="159" y="454"/>
                    <a:pt x="159" y="455"/>
                    <a:pt x="159" y="456"/>
                  </a:cubicBezTo>
                  <a:cubicBezTo>
                    <a:pt x="154" y="456"/>
                    <a:pt x="150" y="456"/>
                    <a:pt x="146" y="456"/>
                  </a:cubicBezTo>
                  <a:cubicBezTo>
                    <a:pt x="146" y="455"/>
                    <a:pt x="146" y="454"/>
                    <a:pt x="146" y="453"/>
                  </a:cubicBezTo>
                  <a:close/>
                  <a:moveTo>
                    <a:pt x="164" y="0"/>
                  </a:moveTo>
                  <a:cubicBezTo>
                    <a:pt x="168" y="0"/>
                    <a:pt x="173" y="0"/>
                    <a:pt x="177" y="0"/>
                  </a:cubicBezTo>
                  <a:cubicBezTo>
                    <a:pt x="177" y="1"/>
                    <a:pt x="177" y="2"/>
                    <a:pt x="177" y="3"/>
                  </a:cubicBezTo>
                  <a:cubicBezTo>
                    <a:pt x="173" y="3"/>
                    <a:pt x="168" y="3"/>
                    <a:pt x="164" y="3"/>
                  </a:cubicBezTo>
                  <a:cubicBezTo>
                    <a:pt x="164" y="2"/>
                    <a:pt x="164" y="1"/>
                    <a:pt x="164" y="0"/>
                  </a:cubicBezTo>
                  <a:close/>
                  <a:moveTo>
                    <a:pt x="164" y="45"/>
                  </a:moveTo>
                  <a:cubicBezTo>
                    <a:pt x="168" y="45"/>
                    <a:pt x="173" y="45"/>
                    <a:pt x="177" y="45"/>
                  </a:cubicBezTo>
                  <a:cubicBezTo>
                    <a:pt x="177" y="46"/>
                    <a:pt x="177" y="47"/>
                    <a:pt x="177" y="48"/>
                  </a:cubicBezTo>
                  <a:cubicBezTo>
                    <a:pt x="173" y="48"/>
                    <a:pt x="168" y="48"/>
                    <a:pt x="164" y="48"/>
                  </a:cubicBezTo>
                  <a:cubicBezTo>
                    <a:pt x="164" y="47"/>
                    <a:pt x="164" y="46"/>
                    <a:pt x="164" y="45"/>
                  </a:cubicBezTo>
                  <a:close/>
                  <a:moveTo>
                    <a:pt x="164" y="91"/>
                  </a:moveTo>
                  <a:cubicBezTo>
                    <a:pt x="168" y="91"/>
                    <a:pt x="173" y="91"/>
                    <a:pt x="177" y="91"/>
                  </a:cubicBezTo>
                  <a:cubicBezTo>
                    <a:pt x="177" y="92"/>
                    <a:pt x="177" y="92"/>
                    <a:pt x="177" y="93"/>
                  </a:cubicBezTo>
                  <a:cubicBezTo>
                    <a:pt x="173" y="93"/>
                    <a:pt x="168" y="93"/>
                    <a:pt x="164" y="93"/>
                  </a:cubicBezTo>
                  <a:cubicBezTo>
                    <a:pt x="164" y="92"/>
                    <a:pt x="164" y="92"/>
                    <a:pt x="164" y="91"/>
                  </a:cubicBezTo>
                  <a:close/>
                  <a:moveTo>
                    <a:pt x="164" y="136"/>
                  </a:moveTo>
                  <a:cubicBezTo>
                    <a:pt x="168" y="136"/>
                    <a:pt x="173" y="136"/>
                    <a:pt x="177" y="136"/>
                  </a:cubicBezTo>
                  <a:cubicBezTo>
                    <a:pt x="177" y="137"/>
                    <a:pt x="177" y="138"/>
                    <a:pt x="177" y="139"/>
                  </a:cubicBezTo>
                  <a:cubicBezTo>
                    <a:pt x="173" y="139"/>
                    <a:pt x="168" y="139"/>
                    <a:pt x="164" y="139"/>
                  </a:cubicBezTo>
                  <a:cubicBezTo>
                    <a:pt x="164" y="138"/>
                    <a:pt x="164" y="137"/>
                    <a:pt x="164" y="136"/>
                  </a:cubicBezTo>
                  <a:close/>
                  <a:moveTo>
                    <a:pt x="164" y="181"/>
                  </a:moveTo>
                  <a:cubicBezTo>
                    <a:pt x="168" y="181"/>
                    <a:pt x="173" y="181"/>
                    <a:pt x="177" y="181"/>
                  </a:cubicBezTo>
                  <a:cubicBezTo>
                    <a:pt x="177" y="182"/>
                    <a:pt x="177" y="183"/>
                    <a:pt x="177" y="184"/>
                  </a:cubicBezTo>
                  <a:cubicBezTo>
                    <a:pt x="173" y="184"/>
                    <a:pt x="168" y="184"/>
                    <a:pt x="164" y="184"/>
                  </a:cubicBezTo>
                  <a:cubicBezTo>
                    <a:pt x="164" y="183"/>
                    <a:pt x="164" y="182"/>
                    <a:pt x="164" y="181"/>
                  </a:cubicBezTo>
                  <a:close/>
                  <a:moveTo>
                    <a:pt x="164" y="227"/>
                  </a:moveTo>
                  <a:cubicBezTo>
                    <a:pt x="168" y="227"/>
                    <a:pt x="173" y="227"/>
                    <a:pt x="177" y="227"/>
                  </a:cubicBezTo>
                  <a:cubicBezTo>
                    <a:pt x="177" y="227"/>
                    <a:pt x="177" y="228"/>
                    <a:pt x="177" y="229"/>
                  </a:cubicBezTo>
                  <a:cubicBezTo>
                    <a:pt x="173" y="229"/>
                    <a:pt x="168" y="229"/>
                    <a:pt x="164" y="229"/>
                  </a:cubicBezTo>
                  <a:cubicBezTo>
                    <a:pt x="164" y="228"/>
                    <a:pt x="164" y="227"/>
                    <a:pt x="164" y="227"/>
                  </a:cubicBezTo>
                  <a:close/>
                  <a:moveTo>
                    <a:pt x="164" y="272"/>
                  </a:moveTo>
                  <a:cubicBezTo>
                    <a:pt x="168" y="272"/>
                    <a:pt x="173" y="272"/>
                    <a:pt x="177" y="272"/>
                  </a:cubicBezTo>
                  <a:cubicBezTo>
                    <a:pt x="177" y="273"/>
                    <a:pt x="177" y="274"/>
                    <a:pt x="177" y="274"/>
                  </a:cubicBezTo>
                  <a:cubicBezTo>
                    <a:pt x="173" y="274"/>
                    <a:pt x="168" y="274"/>
                    <a:pt x="164" y="274"/>
                  </a:cubicBezTo>
                  <a:cubicBezTo>
                    <a:pt x="164" y="274"/>
                    <a:pt x="164" y="273"/>
                    <a:pt x="164" y="272"/>
                  </a:cubicBezTo>
                  <a:close/>
                  <a:moveTo>
                    <a:pt x="164" y="317"/>
                  </a:moveTo>
                  <a:cubicBezTo>
                    <a:pt x="168" y="317"/>
                    <a:pt x="173" y="317"/>
                    <a:pt x="177" y="317"/>
                  </a:cubicBezTo>
                  <a:cubicBezTo>
                    <a:pt x="177" y="318"/>
                    <a:pt x="177" y="319"/>
                    <a:pt x="177" y="320"/>
                  </a:cubicBezTo>
                  <a:cubicBezTo>
                    <a:pt x="173" y="320"/>
                    <a:pt x="168" y="320"/>
                    <a:pt x="164" y="320"/>
                  </a:cubicBezTo>
                  <a:cubicBezTo>
                    <a:pt x="164" y="319"/>
                    <a:pt x="164" y="318"/>
                    <a:pt x="164" y="317"/>
                  </a:cubicBezTo>
                  <a:close/>
                  <a:moveTo>
                    <a:pt x="164" y="365"/>
                  </a:moveTo>
                  <a:cubicBezTo>
                    <a:pt x="164" y="364"/>
                    <a:pt x="164" y="363"/>
                    <a:pt x="164" y="362"/>
                  </a:cubicBezTo>
                  <a:cubicBezTo>
                    <a:pt x="168" y="362"/>
                    <a:pt x="173" y="362"/>
                    <a:pt x="177" y="362"/>
                  </a:cubicBezTo>
                  <a:cubicBezTo>
                    <a:pt x="177" y="363"/>
                    <a:pt x="177" y="364"/>
                    <a:pt x="177" y="365"/>
                  </a:cubicBezTo>
                  <a:cubicBezTo>
                    <a:pt x="173" y="365"/>
                    <a:pt x="168" y="365"/>
                    <a:pt x="164" y="365"/>
                  </a:cubicBezTo>
                  <a:close/>
                  <a:moveTo>
                    <a:pt x="164" y="408"/>
                  </a:moveTo>
                  <a:cubicBezTo>
                    <a:pt x="168" y="408"/>
                    <a:pt x="173" y="408"/>
                    <a:pt x="177" y="408"/>
                  </a:cubicBezTo>
                  <a:cubicBezTo>
                    <a:pt x="177" y="409"/>
                    <a:pt x="177" y="409"/>
                    <a:pt x="177" y="410"/>
                  </a:cubicBezTo>
                  <a:cubicBezTo>
                    <a:pt x="173" y="410"/>
                    <a:pt x="168" y="410"/>
                    <a:pt x="164" y="410"/>
                  </a:cubicBezTo>
                  <a:cubicBezTo>
                    <a:pt x="164" y="409"/>
                    <a:pt x="164" y="409"/>
                    <a:pt x="164" y="408"/>
                  </a:cubicBezTo>
                  <a:close/>
                  <a:moveTo>
                    <a:pt x="164" y="453"/>
                  </a:moveTo>
                  <a:cubicBezTo>
                    <a:pt x="168" y="453"/>
                    <a:pt x="173" y="453"/>
                    <a:pt x="177" y="453"/>
                  </a:cubicBezTo>
                  <a:cubicBezTo>
                    <a:pt x="177" y="454"/>
                    <a:pt x="177" y="455"/>
                    <a:pt x="177" y="456"/>
                  </a:cubicBezTo>
                  <a:cubicBezTo>
                    <a:pt x="173" y="456"/>
                    <a:pt x="168" y="456"/>
                    <a:pt x="164" y="456"/>
                  </a:cubicBezTo>
                  <a:cubicBezTo>
                    <a:pt x="164" y="455"/>
                    <a:pt x="164" y="454"/>
                    <a:pt x="164" y="453"/>
                  </a:cubicBezTo>
                  <a:close/>
                  <a:moveTo>
                    <a:pt x="182" y="0"/>
                  </a:moveTo>
                  <a:cubicBezTo>
                    <a:pt x="187" y="0"/>
                    <a:pt x="191" y="0"/>
                    <a:pt x="195" y="0"/>
                  </a:cubicBezTo>
                  <a:cubicBezTo>
                    <a:pt x="195" y="1"/>
                    <a:pt x="195" y="2"/>
                    <a:pt x="195" y="3"/>
                  </a:cubicBezTo>
                  <a:cubicBezTo>
                    <a:pt x="191" y="3"/>
                    <a:pt x="187" y="3"/>
                    <a:pt x="182" y="3"/>
                  </a:cubicBezTo>
                  <a:cubicBezTo>
                    <a:pt x="182" y="2"/>
                    <a:pt x="182" y="1"/>
                    <a:pt x="182" y="0"/>
                  </a:cubicBezTo>
                  <a:close/>
                  <a:moveTo>
                    <a:pt x="182" y="45"/>
                  </a:moveTo>
                  <a:cubicBezTo>
                    <a:pt x="187" y="45"/>
                    <a:pt x="191" y="45"/>
                    <a:pt x="195" y="45"/>
                  </a:cubicBezTo>
                  <a:cubicBezTo>
                    <a:pt x="195" y="46"/>
                    <a:pt x="195" y="47"/>
                    <a:pt x="195" y="48"/>
                  </a:cubicBezTo>
                  <a:cubicBezTo>
                    <a:pt x="191" y="48"/>
                    <a:pt x="187" y="48"/>
                    <a:pt x="182" y="48"/>
                  </a:cubicBezTo>
                  <a:cubicBezTo>
                    <a:pt x="182" y="47"/>
                    <a:pt x="182" y="46"/>
                    <a:pt x="182" y="45"/>
                  </a:cubicBezTo>
                  <a:close/>
                  <a:moveTo>
                    <a:pt x="182" y="91"/>
                  </a:moveTo>
                  <a:cubicBezTo>
                    <a:pt x="187" y="91"/>
                    <a:pt x="191" y="91"/>
                    <a:pt x="195" y="91"/>
                  </a:cubicBezTo>
                  <a:cubicBezTo>
                    <a:pt x="195" y="92"/>
                    <a:pt x="195" y="92"/>
                    <a:pt x="195" y="93"/>
                  </a:cubicBezTo>
                  <a:cubicBezTo>
                    <a:pt x="191" y="93"/>
                    <a:pt x="187" y="93"/>
                    <a:pt x="182" y="93"/>
                  </a:cubicBezTo>
                  <a:cubicBezTo>
                    <a:pt x="182" y="92"/>
                    <a:pt x="182" y="92"/>
                    <a:pt x="182" y="91"/>
                  </a:cubicBezTo>
                  <a:close/>
                  <a:moveTo>
                    <a:pt x="182" y="136"/>
                  </a:moveTo>
                  <a:cubicBezTo>
                    <a:pt x="187" y="136"/>
                    <a:pt x="191" y="136"/>
                    <a:pt x="195" y="136"/>
                  </a:cubicBezTo>
                  <a:cubicBezTo>
                    <a:pt x="195" y="137"/>
                    <a:pt x="195" y="138"/>
                    <a:pt x="195" y="139"/>
                  </a:cubicBezTo>
                  <a:cubicBezTo>
                    <a:pt x="191" y="139"/>
                    <a:pt x="187" y="139"/>
                    <a:pt x="182" y="139"/>
                  </a:cubicBezTo>
                  <a:cubicBezTo>
                    <a:pt x="182" y="138"/>
                    <a:pt x="182" y="137"/>
                    <a:pt x="182" y="136"/>
                  </a:cubicBezTo>
                  <a:close/>
                  <a:moveTo>
                    <a:pt x="182" y="181"/>
                  </a:moveTo>
                  <a:cubicBezTo>
                    <a:pt x="187" y="181"/>
                    <a:pt x="191" y="181"/>
                    <a:pt x="195" y="181"/>
                  </a:cubicBezTo>
                  <a:cubicBezTo>
                    <a:pt x="195" y="182"/>
                    <a:pt x="195" y="183"/>
                    <a:pt x="195" y="184"/>
                  </a:cubicBezTo>
                  <a:cubicBezTo>
                    <a:pt x="191" y="184"/>
                    <a:pt x="187" y="184"/>
                    <a:pt x="182" y="184"/>
                  </a:cubicBezTo>
                  <a:cubicBezTo>
                    <a:pt x="182" y="183"/>
                    <a:pt x="182" y="182"/>
                    <a:pt x="182" y="181"/>
                  </a:cubicBezTo>
                  <a:close/>
                  <a:moveTo>
                    <a:pt x="182" y="227"/>
                  </a:moveTo>
                  <a:cubicBezTo>
                    <a:pt x="187" y="227"/>
                    <a:pt x="191" y="227"/>
                    <a:pt x="195" y="227"/>
                  </a:cubicBezTo>
                  <a:cubicBezTo>
                    <a:pt x="195" y="227"/>
                    <a:pt x="195" y="228"/>
                    <a:pt x="195" y="229"/>
                  </a:cubicBezTo>
                  <a:cubicBezTo>
                    <a:pt x="191" y="229"/>
                    <a:pt x="187" y="229"/>
                    <a:pt x="182" y="229"/>
                  </a:cubicBezTo>
                  <a:cubicBezTo>
                    <a:pt x="182" y="228"/>
                    <a:pt x="182" y="227"/>
                    <a:pt x="182" y="227"/>
                  </a:cubicBezTo>
                  <a:close/>
                  <a:moveTo>
                    <a:pt x="182" y="272"/>
                  </a:moveTo>
                  <a:cubicBezTo>
                    <a:pt x="187" y="272"/>
                    <a:pt x="191" y="272"/>
                    <a:pt x="195" y="272"/>
                  </a:cubicBezTo>
                  <a:cubicBezTo>
                    <a:pt x="195" y="273"/>
                    <a:pt x="195" y="274"/>
                    <a:pt x="195" y="274"/>
                  </a:cubicBezTo>
                  <a:cubicBezTo>
                    <a:pt x="191" y="274"/>
                    <a:pt x="187" y="274"/>
                    <a:pt x="182" y="274"/>
                  </a:cubicBezTo>
                  <a:cubicBezTo>
                    <a:pt x="182" y="274"/>
                    <a:pt x="182" y="273"/>
                    <a:pt x="182" y="272"/>
                  </a:cubicBezTo>
                  <a:close/>
                  <a:moveTo>
                    <a:pt x="182" y="317"/>
                  </a:moveTo>
                  <a:cubicBezTo>
                    <a:pt x="187" y="317"/>
                    <a:pt x="191" y="317"/>
                    <a:pt x="195" y="317"/>
                  </a:cubicBezTo>
                  <a:cubicBezTo>
                    <a:pt x="195" y="318"/>
                    <a:pt x="195" y="319"/>
                    <a:pt x="195" y="320"/>
                  </a:cubicBezTo>
                  <a:cubicBezTo>
                    <a:pt x="191" y="320"/>
                    <a:pt x="187" y="320"/>
                    <a:pt x="182" y="320"/>
                  </a:cubicBezTo>
                  <a:cubicBezTo>
                    <a:pt x="182" y="319"/>
                    <a:pt x="182" y="318"/>
                    <a:pt x="182" y="317"/>
                  </a:cubicBezTo>
                  <a:close/>
                  <a:moveTo>
                    <a:pt x="182" y="365"/>
                  </a:moveTo>
                  <a:cubicBezTo>
                    <a:pt x="182" y="364"/>
                    <a:pt x="182" y="363"/>
                    <a:pt x="182" y="362"/>
                  </a:cubicBezTo>
                  <a:cubicBezTo>
                    <a:pt x="187" y="362"/>
                    <a:pt x="191" y="362"/>
                    <a:pt x="195" y="362"/>
                  </a:cubicBezTo>
                  <a:cubicBezTo>
                    <a:pt x="195" y="363"/>
                    <a:pt x="195" y="364"/>
                    <a:pt x="195" y="365"/>
                  </a:cubicBezTo>
                  <a:cubicBezTo>
                    <a:pt x="191" y="365"/>
                    <a:pt x="187" y="365"/>
                    <a:pt x="182" y="365"/>
                  </a:cubicBezTo>
                  <a:close/>
                  <a:moveTo>
                    <a:pt x="182" y="408"/>
                  </a:moveTo>
                  <a:cubicBezTo>
                    <a:pt x="187" y="408"/>
                    <a:pt x="191" y="408"/>
                    <a:pt x="195" y="408"/>
                  </a:cubicBezTo>
                  <a:cubicBezTo>
                    <a:pt x="195" y="409"/>
                    <a:pt x="195" y="409"/>
                    <a:pt x="195" y="410"/>
                  </a:cubicBezTo>
                  <a:cubicBezTo>
                    <a:pt x="191" y="410"/>
                    <a:pt x="187" y="410"/>
                    <a:pt x="182" y="410"/>
                  </a:cubicBezTo>
                  <a:cubicBezTo>
                    <a:pt x="182" y="409"/>
                    <a:pt x="182" y="409"/>
                    <a:pt x="182" y="408"/>
                  </a:cubicBezTo>
                  <a:close/>
                  <a:moveTo>
                    <a:pt x="182" y="453"/>
                  </a:moveTo>
                  <a:cubicBezTo>
                    <a:pt x="187" y="453"/>
                    <a:pt x="191" y="453"/>
                    <a:pt x="195" y="453"/>
                  </a:cubicBezTo>
                  <a:cubicBezTo>
                    <a:pt x="195" y="454"/>
                    <a:pt x="195" y="455"/>
                    <a:pt x="195" y="456"/>
                  </a:cubicBezTo>
                  <a:cubicBezTo>
                    <a:pt x="191" y="456"/>
                    <a:pt x="187" y="456"/>
                    <a:pt x="182" y="456"/>
                  </a:cubicBezTo>
                  <a:cubicBezTo>
                    <a:pt x="182" y="455"/>
                    <a:pt x="182" y="454"/>
                    <a:pt x="182" y="453"/>
                  </a:cubicBezTo>
                  <a:close/>
                  <a:moveTo>
                    <a:pt x="200" y="0"/>
                  </a:moveTo>
                  <a:cubicBezTo>
                    <a:pt x="205" y="0"/>
                    <a:pt x="209" y="0"/>
                    <a:pt x="213" y="0"/>
                  </a:cubicBezTo>
                  <a:cubicBezTo>
                    <a:pt x="213" y="1"/>
                    <a:pt x="213" y="2"/>
                    <a:pt x="213" y="3"/>
                  </a:cubicBezTo>
                  <a:cubicBezTo>
                    <a:pt x="209" y="3"/>
                    <a:pt x="205" y="3"/>
                    <a:pt x="200" y="3"/>
                  </a:cubicBezTo>
                  <a:cubicBezTo>
                    <a:pt x="200" y="2"/>
                    <a:pt x="200" y="1"/>
                    <a:pt x="200" y="0"/>
                  </a:cubicBezTo>
                  <a:close/>
                  <a:moveTo>
                    <a:pt x="200" y="45"/>
                  </a:moveTo>
                  <a:cubicBezTo>
                    <a:pt x="205" y="45"/>
                    <a:pt x="209" y="45"/>
                    <a:pt x="213" y="45"/>
                  </a:cubicBezTo>
                  <a:cubicBezTo>
                    <a:pt x="213" y="46"/>
                    <a:pt x="213" y="47"/>
                    <a:pt x="213" y="48"/>
                  </a:cubicBezTo>
                  <a:cubicBezTo>
                    <a:pt x="209" y="48"/>
                    <a:pt x="205" y="48"/>
                    <a:pt x="200" y="48"/>
                  </a:cubicBezTo>
                  <a:cubicBezTo>
                    <a:pt x="200" y="47"/>
                    <a:pt x="200" y="46"/>
                    <a:pt x="200" y="45"/>
                  </a:cubicBezTo>
                  <a:close/>
                  <a:moveTo>
                    <a:pt x="200" y="91"/>
                  </a:moveTo>
                  <a:cubicBezTo>
                    <a:pt x="205" y="91"/>
                    <a:pt x="209" y="91"/>
                    <a:pt x="213" y="91"/>
                  </a:cubicBezTo>
                  <a:cubicBezTo>
                    <a:pt x="213" y="92"/>
                    <a:pt x="213" y="92"/>
                    <a:pt x="213" y="93"/>
                  </a:cubicBezTo>
                  <a:cubicBezTo>
                    <a:pt x="209" y="93"/>
                    <a:pt x="205" y="93"/>
                    <a:pt x="200" y="93"/>
                  </a:cubicBezTo>
                  <a:cubicBezTo>
                    <a:pt x="200" y="92"/>
                    <a:pt x="200" y="92"/>
                    <a:pt x="200" y="91"/>
                  </a:cubicBezTo>
                  <a:close/>
                  <a:moveTo>
                    <a:pt x="200" y="136"/>
                  </a:moveTo>
                  <a:cubicBezTo>
                    <a:pt x="205" y="136"/>
                    <a:pt x="209" y="136"/>
                    <a:pt x="213" y="136"/>
                  </a:cubicBezTo>
                  <a:cubicBezTo>
                    <a:pt x="213" y="137"/>
                    <a:pt x="213" y="138"/>
                    <a:pt x="213" y="139"/>
                  </a:cubicBezTo>
                  <a:cubicBezTo>
                    <a:pt x="209" y="139"/>
                    <a:pt x="205" y="139"/>
                    <a:pt x="200" y="139"/>
                  </a:cubicBezTo>
                  <a:cubicBezTo>
                    <a:pt x="200" y="138"/>
                    <a:pt x="200" y="137"/>
                    <a:pt x="200" y="136"/>
                  </a:cubicBezTo>
                  <a:close/>
                  <a:moveTo>
                    <a:pt x="200" y="181"/>
                  </a:moveTo>
                  <a:cubicBezTo>
                    <a:pt x="205" y="181"/>
                    <a:pt x="209" y="181"/>
                    <a:pt x="213" y="181"/>
                  </a:cubicBezTo>
                  <a:cubicBezTo>
                    <a:pt x="213" y="182"/>
                    <a:pt x="213" y="183"/>
                    <a:pt x="213" y="184"/>
                  </a:cubicBezTo>
                  <a:cubicBezTo>
                    <a:pt x="209" y="184"/>
                    <a:pt x="205" y="184"/>
                    <a:pt x="200" y="184"/>
                  </a:cubicBezTo>
                  <a:cubicBezTo>
                    <a:pt x="200" y="183"/>
                    <a:pt x="200" y="182"/>
                    <a:pt x="200" y="181"/>
                  </a:cubicBezTo>
                  <a:close/>
                  <a:moveTo>
                    <a:pt x="200" y="227"/>
                  </a:moveTo>
                  <a:cubicBezTo>
                    <a:pt x="205" y="227"/>
                    <a:pt x="209" y="227"/>
                    <a:pt x="213" y="227"/>
                  </a:cubicBezTo>
                  <a:cubicBezTo>
                    <a:pt x="213" y="227"/>
                    <a:pt x="213" y="228"/>
                    <a:pt x="213" y="229"/>
                  </a:cubicBezTo>
                  <a:cubicBezTo>
                    <a:pt x="209" y="229"/>
                    <a:pt x="205" y="229"/>
                    <a:pt x="200" y="229"/>
                  </a:cubicBezTo>
                  <a:cubicBezTo>
                    <a:pt x="200" y="228"/>
                    <a:pt x="200" y="227"/>
                    <a:pt x="200" y="227"/>
                  </a:cubicBezTo>
                  <a:close/>
                  <a:moveTo>
                    <a:pt x="200" y="272"/>
                  </a:moveTo>
                  <a:cubicBezTo>
                    <a:pt x="205" y="272"/>
                    <a:pt x="209" y="272"/>
                    <a:pt x="213" y="272"/>
                  </a:cubicBezTo>
                  <a:cubicBezTo>
                    <a:pt x="213" y="273"/>
                    <a:pt x="213" y="274"/>
                    <a:pt x="213" y="274"/>
                  </a:cubicBezTo>
                  <a:cubicBezTo>
                    <a:pt x="209" y="274"/>
                    <a:pt x="205" y="274"/>
                    <a:pt x="200" y="274"/>
                  </a:cubicBezTo>
                  <a:cubicBezTo>
                    <a:pt x="200" y="274"/>
                    <a:pt x="200" y="273"/>
                    <a:pt x="200" y="272"/>
                  </a:cubicBezTo>
                  <a:close/>
                  <a:moveTo>
                    <a:pt x="200" y="317"/>
                  </a:moveTo>
                  <a:cubicBezTo>
                    <a:pt x="205" y="317"/>
                    <a:pt x="209" y="317"/>
                    <a:pt x="213" y="317"/>
                  </a:cubicBezTo>
                  <a:cubicBezTo>
                    <a:pt x="213" y="318"/>
                    <a:pt x="213" y="319"/>
                    <a:pt x="213" y="320"/>
                  </a:cubicBezTo>
                  <a:cubicBezTo>
                    <a:pt x="209" y="320"/>
                    <a:pt x="205" y="320"/>
                    <a:pt x="200" y="320"/>
                  </a:cubicBezTo>
                  <a:cubicBezTo>
                    <a:pt x="200" y="319"/>
                    <a:pt x="200" y="318"/>
                    <a:pt x="200" y="317"/>
                  </a:cubicBezTo>
                  <a:close/>
                  <a:moveTo>
                    <a:pt x="200" y="365"/>
                  </a:moveTo>
                  <a:cubicBezTo>
                    <a:pt x="200" y="364"/>
                    <a:pt x="200" y="363"/>
                    <a:pt x="200" y="362"/>
                  </a:cubicBezTo>
                  <a:cubicBezTo>
                    <a:pt x="205" y="362"/>
                    <a:pt x="209" y="362"/>
                    <a:pt x="213" y="362"/>
                  </a:cubicBezTo>
                  <a:cubicBezTo>
                    <a:pt x="213" y="363"/>
                    <a:pt x="213" y="364"/>
                    <a:pt x="213" y="365"/>
                  </a:cubicBezTo>
                  <a:cubicBezTo>
                    <a:pt x="209" y="365"/>
                    <a:pt x="205" y="365"/>
                    <a:pt x="200" y="365"/>
                  </a:cubicBezTo>
                  <a:close/>
                  <a:moveTo>
                    <a:pt x="200" y="408"/>
                  </a:moveTo>
                  <a:cubicBezTo>
                    <a:pt x="205" y="408"/>
                    <a:pt x="209" y="408"/>
                    <a:pt x="213" y="408"/>
                  </a:cubicBezTo>
                  <a:cubicBezTo>
                    <a:pt x="213" y="409"/>
                    <a:pt x="213" y="409"/>
                    <a:pt x="213" y="410"/>
                  </a:cubicBezTo>
                  <a:cubicBezTo>
                    <a:pt x="209" y="410"/>
                    <a:pt x="205" y="410"/>
                    <a:pt x="200" y="410"/>
                  </a:cubicBezTo>
                  <a:cubicBezTo>
                    <a:pt x="200" y="409"/>
                    <a:pt x="200" y="409"/>
                    <a:pt x="200" y="408"/>
                  </a:cubicBezTo>
                  <a:close/>
                  <a:moveTo>
                    <a:pt x="200" y="453"/>
                  </a:moveTo>
                  <a:cubicBezTo>
                    <a:pt x="205" y="453"/>
                    <a:pt x="209" y="453"/>
                    <a:pt x="213" y="453"/>
                  </a:cubicBezTo>
                  <a:cubicBezTo>
                    <a:pt x="213" y="454"/>
                    <a:pt x="213" y="455"/>
                    <a:pt x="213" y="456"/>
                  </a:cubicBezTo>
                  <a:cubicBezTo>
                    <a:pt x="209" y="456"/>
                    <a:pt x="205" y="456"/>
                    <a:pt x="200" y="456"/>
                  </a:cubicBezTo>
                  <a:cubicBezTo>
                    <a:pt x="200" y="455"/>
                    <a:pt x="200" y="454"/>
                    <a:pt x="200" y="453"/>
                  </a:cubicBezTo>
                  <a:close/>
                  <a:moveTo>
                    <a:pt x="219" y="0"/>
                  </a:moveTo>
                  <a:cubicBezTo>
                    <a:pt x="223" y="0"/>
                    <a:pt x="227" y="0"/>
                    <a:pt x="232" y="0"/>
                  </a:cubicBezTo>
                  <a:cubicBezTo>
                    <a:pt x="232" y="1"/>
                    <a:pt x="232" y="2"/>
                    <a:pt x="232" y="3"/>
                  </a:cubicBezTo>
                  <a:cubicBezTo>
                    <a:pt x="227" y="3"/>
                    <a:pt x="223" y="3"/>
                    <a:pt x="219" y="3"/>
                  </a:cubicBezTo>
                  <a:cubicBezTo>
                    <a:pt x="219" y="2"/>
                    <a:pt x="219" y="1"/>
                    <a:pt x="219" y="0"/>
                  </a:cubicBezTo>
                  <a:close/>
                  <a:moveTo>
                    <a:pt x="219" y="45"/>
                  </a:moveTo>
                  <a:cubicBezTo>
                    <a:pt x="223" y="45"/>
                    <a:pt x="227" y="45"/>
                    <a:pt x="232" y="45"/>
                  </a:cubicBezTo>
                  <a:cubicBezTo>
                    <a:pt x="232" y="46"/>
                    <a:pt x="232" y="47"/>
                    <a:pt x="232" y="48"/>
                  </a:cubicBezTo>
                  <a:cubicBezTo>
                    <a:pt x="227" y="48"/>
                    <a:pt x="223" y="48"/>
                    <a:pt x="219" y="48"/>
                  </a:cubicBezTo>
                  <a:cubicBezTo>
                    <a:pt x="219" y="47"/>
                    <a:pt x="219" y="46"/>
                    <a:pt x="219" y="45"/>
                  </a:cubicBezTo>
                  <a:close/>
                  <a:moveTo>
                    <a:pt x="219" y="91"/>
                  </a:moveTo>
                  <a:cubicBezTo>
                    <a:pt x="223" y="91"/>
                    <a:pt x="227" y="91"/>
                    <a:pt x="232" y="91"/>
                  </a:cubicBezTo>
                  <a:cubicBezTo>
                    <a:pt x="232" y="92"/>
                    <a:pt x="232" y="92"/>
                    <a:pt x="232" y="93"/>
                  </a:cubicBezTo>
                  <a:cubicBezTo>
                    <a:pt x="227" y="93"/>
                    <a:pt x="223" y="93"/>
                    <a:pt x="219" y="93"/>
                  </a:cubicBezTo>
                  <a:cubicBezTo>
                    <a:pt x="219" y="92"/>
                    <a:pt x="219" y="92"/>
                    <a:pt x="219" y="91"/>
                  </a:cubicBezTo>
                  <a:close/>
                  <a:moveTo>
                    <a:pt x="219" y="136"/>
                  </a:moveTo>
                  <a:cubicBezTo>
                    <a:pt x="223" y="136"/>
                    <a:pt x="227" y="136"/>
                    <a:pt x="232" y="136"/>
                  </a:cubicBezTo>
                  <a:cubicBezTo>
                    <a:pt x="232" y="137"/>
                    <a:pt x="232" y="138"/>
                    <a:pt x="232" y="139"/>
                  </a:cubicBezTo>
                  <a:cubicBezTo>
                    <a:pt x="227" y="139"/>
                    <a:pt x="223" y="139"/>
                    <a:pt x="219" y="139"/>
                  </a:cubicBezTo>
                  <a:cubicBezTo>
                    <a:pt x="219" y="138"/>
                    <a:pt x="219" y="137"/>
                    <a:pt x="219" y="136"/>
                  </a:cubicBezTo>
                  <a:close/>
                  <a:moveTo>
                    <a:pt x="219" y="181"/>
                  </a:moveTo>
                  <a:cubicBezTo>
                    <a:pt x="223" y="181"/>
                    <a:pt x="227" y="181"/>
                    <a:pt x="232" y="181"/>
                  </a:cubicBezTo>
                  <a:cubicBezTo>
                    <a:pt x="232" y="182"/>
                    <a:pt x="232" y="183"/>
                    <a:pt x="232" y="184"/>
                  </a:cubicBezTo>
                  <a:cubicBezTo>
                    <a:pt x="227" y="184"/>
                    <a:pt x="223" y="184"/>
                    <a:pt x="219" y="184"/>
                  </a:cubicBezTo>
                  <a:cubicBezTo>
                    <a:pt x="219" y="183"/>
                    <a:pt x="219" y="182"/>
                    <a:pt x="219" y="181"/>
                  </a:cubicBezTo>
                  <a:close/>
                  <a:moveTo>
                    <a:pt x="219" y="227"/>
                  </a:moveTo>
                  <a:cubicBezTo>
                    <a:pt x="223" y="227"/>
                    <a:pt x="227" y="227"/>
                    <a:pt x="232" y="227"/>
                  </a:cubicBezTo>
                  <a:cubicBezTo>
                    <a:pt x="232" y="227"/>
                    <a:pt x="232" y="228"/>
                    <a:pt x="232" y="229"/>
                  </a:cubicBezTo>
                  <a:cubicBezTo>
                    <a:pt x="227" y="229"/>
                    <a:pt x="223" y="229"/>
                    <a:pt x="219" y="229"/>
                  </a:cubicBezTo>
                  <a:cubicBezTo>
                    <a:pt x="219" y="228"/>
                    <a:pt x="219" y="227"/>
                    <a:pt x="219" y="227"/>
                  </a:cubicBezTo>
                  <a:close/>
                  <a:moveTo>
                    <a:pt x="219" y="272"/>
                  </a:moveTo>
                  <a:cubicBezTo>
                    <a:pt x="223" y="272"/>
                    <a:pt x="227" y="272"/>
                    <a:pt x="232" y="272"/>
                  </a:cubicBezTo>
                  <a:cubicBezTo>
                    <a:pt x="232" y="273"/>
                    <a:pt x="232" y="274"/>
                    <a:pt x="232" y="274"/>
                  </a:cubicBezTo>
                  <a:cubicBezTo>
                    <a:pt x="227" y="274"/>
                    <a:pt x="223" y="274"/>
                    <a:pt x="219" y="274"/>
                  </a:cubicBezTo>
                  <a:cubicBezTo>
                    <a:pt x="219" y="274"/>
                    <a:pt x="219" y="273"/>
                    <a:pt x="219" y="272"/>
                  </a:cubicBezTo>
                  <a:close/>
                  <a:moveTo>
                    <a:pt x="219" y="317"/>
                  </a:moveTo>
                  <a:cubicBezTo>
                    <a:pt x="223" y="317"/>
                    <a:pt x="227" y="317"/>
                    <a:pt x="232" y="317"/>
                  </a:cubicBezTo>
                  <a:cubicBezTo>
                    <a:pt x="232" y="318"/>
                    <a:pt x="232" y="319"/>
                    <a:pt x="232" y="320"/>
                  </a:cubicBezTo>
                  <a:cubicBezTo>
                    <a:pt x="227" y="320"/>
                    <a:pt x="223" y="320"/>
                    <a:pt x="219" y="320"/>
                  </a:cubicBezTo>
                  <a:cubicBezTo>
                    <a:pt x="219" y="319"/>
                    <a:pt x="219" y="318"/>
                    <a:pt x="219" y="317"/>
                  </a:cubicBezTo>
                  <a:close/>
                  <a:moveTo>
                    <a:pt x="219" y="365"/>
                  </a:moveTo>
                  <a:cubicBezTo>
                    <a:pt x="219" y="364"/>
                    <a:pt x="219" y="363"/>
                    <a:pt x="219" y="362"/>
                  </a:cubicBezTo>
                  <a:cubicBezTo>
                    <a:pt x="223" y="362"/>
                    <a:pt x="227" y="362"/>
                    <a:pt x="232" y="362"/>
                  </a:cubicBezTo>
                  <a:cubicBezTo>
                    <a:pt x="232" y="363"/>
                    <a:pt x="232" y="364"/>
                    <a:pt x="232" y="365"/>
                  </a:cubicBezTo>
                  <a:cubicBezTo>
                    <a:pt x="227" y="365"/>
                    <a:pt x="223" y="365"/>
                    <a:pt x="219" y="365"/>
                  </a:cubicBezTo>
                  <a:close/>
                  <a:moveTo>
                    <a:pt x="219" y="408"/>
                  </a:moveTo>
                  <a:cubicBezTo>
                    <a:pt x="223" y="408"/>
                    <a:pt x="227" y="408"/>
                    <a:pt x="232" y="408"/>
                  </a:cubicBezTo>
                  <a:cubicBezTo>
                    <a:pt x="232" y="409"/>
                    <a:pt x="232" y="409"/>
                    <a:pt x="232" y="410"/>
                  </a:cubicBezTo>
                  <a:cubicBezTo>
                    <a:pt x="227" y="410"/>
                    <a:pt x="223" y="410"/>
                    <a:pt x="219" y="410"/>
                  </a:cubicBezTo>
                  <a:cubicBezTo>
                    <a:pt x="219" y="409"/>
                    <a:pt x="219" y="409"/>
                    <a:pt x="219" y="408"/>
                  </a:cubicBezTo>
                  <a:close/>
                  <a:moveTo>
                    <a:pt x="219" y="453"/>
                  </a:moveTo>
                  <a:cubicBezTo>
                    <a:pt x="223" y="453"/>
                    <a:pt x="227" y="453"/>
                    <a:pt x="232" y="453"/>
                  </a:cubicBezTo>
                  <a:cubicBezTo>
                    <a:pt x="232" y="454"/>
                    <a:pt x="232" y="455"/>
                    <a:pt x="232" y="456"/>
                  </a:cubicBezTo>
                  <a:cubicBezTo>
                    <a:pt x="227" y="456"/>
                    <a:pt x="223" y="456"/>
                    <a:pt x="219" y="456"/>
                  </a:cubicBezTo>
                  <a:cubicBezTo>
                    <a:pt x="219" y="455"/>
                    <a:pt x="219" y="454"/>
                    <a:pt x="219" y="453"/>
                  </a:cubicBezTo>
                  <a:close/>
                  <a:moveTo>
                    <a:pt x="237" y="0"/>
                  </a:moveTo>
                  <a:cubicBezTo>
                    <a:pt x="241" y="0"/>
                    <a:pt x="245" y="0"/>
                    <a:pt x="250" y="0"/>
                  </a:cubicBezTo>
                  <a:cubicBezTo>
                    <a:pt x="250" y="1"/>
                    <a:pt x="250" y="2"/>
                    <a:pt x="250" y="3"/>
                  </a:cubicBezTo>
                  <a:cubicBezTo>
                    <a:pt x="245" y="3"/>
                    <a:pt x="241" y="3"/>
                    <a:pt x="237" y="3"/>
                  </a:cubicBezTo>
                  <a:cubicBezTo>
                    <a:pt x="237" y="2"/>
                    <a:pt x="237" y="1"/>
                    <a:pt x="237" y="0"/>
                  </a:cubicBezTo>
                  <a:close/>
                  <a:moveTo>
                    <a:pt x="237" y="45"/>
                  </a:moveTo>
                  <a:cubicBezTo>
                    <a:pt x="241" y="45"/>
                    <a:pt x="245" y="45"/>
                    <a:pt x="250" y="45"/>
                  </a:cubicBezTo>
                  <a:cubicBezTo>
                    <a:pt x="250" y="46"/>
                    <a:pt x="250" y="47"/>
                    <a:pt x="250" y="48"/>
                  </a:cubicBezTo>
                  <a:cubicBezTo>
                    <a:pt x="245" y="48"/>
                    <a:pt x="241" y="48"/>
                    <a:pt x="237" y="48"/>
                  </a:cubicBezTo>
                  <a:cubicBezTo>
                    <a:pt x="237" y="47"/>
                    <a:pt x="237" y="46"/>
                    <a:pt x="237" y="45"/>
                  </a:cubicBezTo>
                  <a:close/>
                  <a:moveTo>
                    <a:pt x="237" y="91"/>
                  </a:moveTo>
                  <a:cubicBezTo>
                    <a:pt x="241" y="91"/>
                    <a:pt x="245" y="91"/>
                    <a:pt x="250" y="91"/>
                  </a:cubicBezTo>
                  <a:cubicBezTo>
                    <a:pt x="250" y="92"/>
                    <a:pt x="250" y="92"/>
                    <a:pt x="250" y="93"/>
                  </a:cubicBezTo>
                  <a:cubicBezTo>
                    <a:pt x="245" y="93"/>
                    <a:pt x="241" y="93"/>
                    <a:pt x="237" y="93"/>
                  </a:cubicBezTo>
                  <a:cubicBezTo>
                    <a:pt x="237" y="92"/>
                    <a:pt x="237" y="92"/>
                    <a:pt x="237" y="91"/>
                  </a:cubicBezTo>
                  <a:close/>
                  <a:moveTo>
                    <a:pt x="237" y="136"/>
                  </a:moveTo>
                  <a:cubicBezTo>
                    <a:pt x="241" y="136"/>
                    <a:pt x="245" y="136"/>
                    <a:pt x="250" y="136"/>
                  </a:cubicBezTo>
                  <a:cubicBezTo>
                    <a:pt x="250" y="137"/>
                    <a:pt x="250" y="138"/>
                    <a:pt x="250" y="139"/>
                  </a:cubicBezTo>
                  <a:cubicBezTo>
                    <a:pt x="245" y="139"/>
                    <a:pt x="241" y="139"/>
                    <a:pt x="237" y="139"/>
                  </a:cubicBezTo>
                  <a:cubicBezTo>
                    <a:pt x="237" y="138"/>
                    <a:pt x="237" y="137"/>
                    <a:pt x="237" y="136"/>
                  </a:cubicBezTo>
                  <a:close/>
                  <a:moveTo>
                    <a:pt x="237" y="181"/>
                  </a:moveTo>
                  <a:cubicBezTo>
                    <a:pt x="241" y="181"/>
                    <a:pt x="245" y="181"/>
                    <a:pt x="250" y="181"/>
                  </a:cubicBezTo>
                  <a:cubicBezTo>
                    <a:pt x="250" y="182"/>
                    <a:pt x="250" y="183"/>
                    <a:pt x="250" y="184"/>
                  </a:cubicBezTo>
                  <a:cubicBezTo>
                    <a:pt x="245" y="184"/>
                    <a:pt x="241" y="184"/>
                    <a:pt x="237" y="184"/>
                  </a:cubicBezTo>
                  <a:cubicBezTo>
                    <a:pt x="237" y="183"/>
                    <a:pt x="237" y="182"/>
                    <a:pt x="237" y="181"/>
                  </a:cubicBezTo>
                  <a:close/>
                  <a:moveTo>
                    <a:pt x="237" y="227"/>
                  </a:moveTo>
                  <a:cubicBezTo>
                    <a:pt x="241" y="227"/>
                    <a:pt x="245" y="227"/>
                    <a:pt x="250" y="227"/>
                  </a:cubicBezTo>
                  <a:cubicBezTo>
                    <a:pt x="250" y="227"/>
                    <a:pt x="250" y="228"/>
                    <a:pt x="250" y="229"/>
                  </a:cubicBezTo>
                  <a:cubicBezTo>
                    <a:pt x="245" y="229"/>
                    <a:pt x="241" y="229"/>
                    <a:pt x="237" y="229"/>
                  </a:cubicBezTo>
                  <a:cubicBezTo>
                    <a:pt x="237" y="228"/>
                    <a:pt x="237" y="227"/>
                    <a:pt x="237" y="227"/>
                  </a:cubicBezTo>
                  <a:close/>
                  <a:moveTo>
                    <a:pt x="237" y="272"/>
                  </a:moveTo>
                  <a:cubicBezTo>
                    <a:pt x="241" y="272"/>
                    <a:pt x="245" y="272"/>
                    <a:pt x="250" y="272"/>
                  </a:cubicBezTo>
                  <a:cubicBezTo>
                    <a:pt x="250" y="273"/>
                    <a:pt x="250" y="274"/>
                    <a:pt x="250" y="274"/>
                  </a:cubicBezTo>
                  <a:cubicBezTo>
                    <a:pt x="245" y="274"/>
                    <a:pt x="241" y="274"/>
                    <a:pt x="237" y="274"/>
                  </a:cubicBezTo>
                  <a:cubicBezTo>
                    <a:pt x="237" y="274"/>
                    <a:pt x="237" y="273"/>
                    <a:pt x="237" y="272"/>
                  </a:cubicBezTo>
                  <a:close/>
                  <a:moveTo>
                    <a:pt x="237" y="317"/>
                  </a:moveTo>
                  <a:cubicBezTo>
                    <a:pt x="241" y="317"/>
                    <a:pt x="245" y="317"/>
                    <a:pt x="250" y="317"/>
                  </a:cubicBezTo>
                  <a:cubicBezTo>
                    <a:pt x="250" y="318"/>
                    <a:pt x="250" y="319"/>
                    <a:pt x="250" y="320"/>
                  </a:cubicBezTo>
                  <a:cubicBezTo>
                    <a:pt x="245" y="320"/>
                    <a:pt x="241" y="320"/>
                    <a:pt x="237" y="320"/>
                  </a:cubicBezTo>
                  <a:cubicBezTo>
                    <a:pt x="237" y="319"/>
                    <a:pt x="237" y="318"/>
                    <a:pt x="237" y="317"/>
                  </a:cubicBezTo>
                  <a:close/>
                  <a:moveTo>
                    <a:pt x="237" y="365"/>
                  </a:moveTo>
                  <a:cubicBezTo>
                    <a:pt x="237" y="364"/>
                    <a:pt x="237" y="363"/>
                    <a:pt x="237" y="362"/>
                  </a:cubicBezTo>
                  <a:cubicBezTo>
                    <a:pt x="241" y="362"/>
                    <a:pt x="245" y="362"/>
                    <a:pt x="250" y="362"/>
                  </a:cubicBezTo>
                  <a:cubicBezTo>
                    <a:pt x="250" y="363"/>
                    <a:pt x="250" y="364"/>
                    <a:pt x="250" y="365"/>
                  </a:cubicBezTo>
                  <a:cubicBezTo>
                    <a:pt x="245" y="365"/>
                    <a:pt x="241" y="365"/>
                    <a:pt x="237" y="365"/>
                  </a:cubicBezTo>
                  <a:close/>
                  <a:moveTo>
                    <a:pt x="237" y="408"/>
                  </a:moveTo>
                  <a:cubicBezTo>
                    <a:pt x="241" y="408"/>
                    <a:pt x="245" y="408"/>
                    <a:pt x="250" y="408"/>
                  </a:cubicBezTo>
                  <a:cubicBezTo>
                    <a:pt x="250" y="409"/>
                    <a:pt x="250" y="409"/>
                    <a:pt x="250" y="410"/>
                  </a:cubicBezTo>
                  <a:cubicBezTo>
                    <a:pt x="245" y="410"/>
                    <a:pt x="241" y="410"/>
                    <a:pt x="237" y="410"/>
                  </a:cubicBezTo>
                  <a:cubicBezTo>
                    <a:pt x="237" y="409"/>
                    <a:pt x="237" y="409"/>
                    <a:pt x="237" y="408"/>
                  </a:cubicBezTo>
                  <a:close/>
                  <a:moveTo>
                    <a:pt x="237" y="453"/>
                  </a:moveTo>
                  <a:cubicBezTo>
                    <a:pt x="241" y="453"/>
                    <a:pt x="245" y="453"/>
                    <a:pt x="250" y="453"/>
                  </a:cubicBezTo>
                  <a:cubicBezTo>
                    <a:pt x="250" y="454"/>
                    <a:pt x="250" y="455"/>
                    <a:pt x="250" y="456"/>
                  </a:cubicBezTo>
                  <a:cubicBezTo>
                    <a:pt x="245" y="456"/>
                    <a:pt x="241" y="456"/>
                    <a:pt x="237" y="456"/>
                  </a:cubicBezTo>
                  <a:cubicBezTo>
                    <a:pt x="237" y="455"/>
                    <a:pt x="237" y="454"/>
                    <a:pt x="237" y="453"/>
                  </a:cubicBezTo>
                  <a:close/>
                  <a:moveTo>
                    <a:pt x="255" y="0"/>
                  </a:moveTo>
                  <a:cubicBezTo>
                    <a:pt x="259" y="0"/>
                    <a:pt x="264" y="0"/>
                    <a:pt x="268" y="0"/>
                  </a:cubicBezTo>
                  <a:cubicBezTo>
                    <a:pt x="268" y="1"/>
                    <a:pt x="268" y="2"/>
                    <a:pt x="268" y="3"/>
                  </a:cubicBezTo>
                  <a:cubicBezTo>
                    <a:pt x="264" y="3"/>
                    <a:pt x="259" y="3"/>
                    <a:pt x="255" y="3"/>
                  </a:cubicBezTo>
                  <a:cubicBezTo>
                    <a:pt x="255" y="2"/>
                    <a:pt x="255" y="1"/>
                    <a:pt x="255" y="0"/>
                  </a:cubicBezTo>
                  <a:close/>
                  <a:moveTo>
                    <a:pt x="255" y="45"/>
                  </a:moveTo>
                  <a:cubicBezTo>
                    <a:pt x="259" y="45"/>
                    <a:pt x="264" y="45"/>
                    <a:pt x="268" y="45"/>
                  </a:cubicBezTo>
                  <a:cubicBezTo>
                    <a:pt x="268" y="46"/>
                    <a:pt x="268" y="47"/>
                    <a:pt x="268" y="48"/>
                  </a:cubicBezTo>
                  <a:cubicBezTo>
                    <a:pt x="264" y="48"/>
                    <a:pt x="259" y="48"/>
                    <a:pt x="255" y="48"/>
                  </a:cubicBezTo>
                  <a:cubicBezTo>
                    <a:pt x="255" y="47"/>
                    <a:pt x="255" y="46"/>
                    <a:pt x="255" y="45"/>
                  </a:cubicBezTo>
                  <a:close/>
                  <a:moveTo>
                    <a:pt x="255" y="91"/>
                  </a:moveTo>
                  <a:cubicBezTo>
                    <a:pt x="259" y="91"/>
                    <a:pt x="264" y="91"/>
                    <a:pt x="268" y="91"/>
                  </a:cubicBezTo>
                  <a:cubicBezTo>
                    <a:pt x="268" y="92"/>
                    <a:pt x="268" y="92"/>
                    <a:pt x="268" y="93"/>
                  </a:cubicBezTo>
                  <a:cubicBezTo>
                    <a:pt x="264" y="93"/>
                    <a:pt x="259" y="93"/>
                    <a:pt x="255" y="93"/>
                  </a:cubicBezTo>
                  <a:cubicBezTo>
                    <a:pt x="255" y="92"/>
                    <a:pt x="255" y="92"/>
                    <a:pt x="255" y="91"/>
                  </a:cubicBezTo>
                  <a:close/>
                  <a:moveTo>
                    <a:pt x="255" y="136"/>
                  </a:moveTo>
                  <a:cubicBezTo>
                    <a:pt x="259" y="136"/>
                    <a:pt x="264" y="136"/>
                    <a:pt x="268" y="136"/>
                  </a:cubicBezTo>
                  <a:cubicBezTo>
                    <a:pt x="268" y="137"/>
                    <a:pt x="268" y="138"/>
                    <a:pt x="268" y="139"/>
                  </a:cubicBezTo>
                  <a:cubicBezTo>
                    <a:pt x="264" y="139"/>
                    <a:pt x="259" y="139"/>
                    <a:pt x="255" y="139"/>
                  </a:cubicBezTo>
                  <a:cubicBezTo>
                    <a:pt x="255" y="138"/>
                    <a:pt x="255" y="137"/>
                    <a:pt x="255" y="136"/>
                  </a:cubicBezTo>
                  <a:close/>
                  <a:moveTo>
                    <a:pt x="255" y="181"/>
                  </a:moveTo>
                  <a:cubicBezTo>
                    <a:pt x="259" y="181"/>
                    <a:pt x="264" y="181"/>
                    <a:pt x="268" y="181"/>
                  </a:cubicBezTo>
                  <a:cubicBezTo>
                    <a:pt x="268" y="182"/>
                    <a:pt x="268" y="183"/>
                    <a:pt x="268" y="184"/>
                  </a:cubicBezTo>
                  <a:cubicBezTo>
                    <a:pt x="264" y="184"/>
                    <a:pt x="259" y="184"/>
                    <a:pt x="255" y="184"/>
                  </a:cubicBezTo>
                  <a:cubicBezTo>
                    <a:pt x="255" y="183"/>
                    <a:pt x="255" y="182"/>
                    <a:pt x="255" y="181"/>
                  </a:cubicBezTo>
                  <a:close/>
                  <a:moveTo>
                    <a:pt x="255" y="227"/>
                  </a:moveTo>
                  <a:cubicBezTo>
                    <a:pt x="259" y="227"/>
                    <a:pt x="264" y="227"/>
                    <a:pt x="268" y="227"/>
                  </a:cubicBezTo>
                  <a:cubicBezTo>
                    <a:pt x="268" y="227"/>
                    <a:pt x="268" y="228"/>
                    <a:pt x="268" y="229"/>
                  </a:cubicBezTo>
                  <a:cubicBezTo>
                    <a:pt x="264" y="229"/>
                    <a:pt x="259" y="229"/>
                    <a:pt x="255" y="229"/>
                  </a:cubicBezTo>
                  <a:cubicBezTo>
                    <a:pt x="255" y="228"/>
                    <a:pt x="255" y="227"/>
                    <a:pt x="255" y="227"/>
                  </a:cubicBezTo>
                  <a:close/>
                  <a:moveTo>
                    <a:pt x="255" y="272"/>
                  </a:moveTo>
                  <a:cubicBezTo>
                    <a:pt x="259" y="272"/>
                    <a:pt x="264" y="272"/>
                    <a:pt x="268" y="272"/>
                  </a:cubicBezTo>
                  <a:cubicBezTo>
                    <a:pt x="268" y="273"/>
                    <a:pt x="268" y="274"/>
                    <a:pt x="268" y="274"/>
                  </a:cubicBezTo>
                  <a:cubicBezTo>
                    <a:pt x="264" y="274"/>
                    <a:pt x="259" y="274"/>
                    <a:pt x="255" y="274"/>
                  </a:cubicBezTo>
                  <a:cubicBezTo>
                    <a:pt x="255" y="274"/>
                    <a:pt x="255" y="273"/>
                    <a:pt x="255" y="272"/>
                  </a:cubicBezTo>
                  <a:close/>
                  <a:moveTo>
                    <a:pt x="255" y="317"/>
                  </a:moveTo>
                  <a:cubicBezTo>
                    <a:pt x="259" y="317"/>
                    <a:pt x="264" y="317"/>
                    <a:pt x="268" y="317"/>
                  </a:cubicBezTo>
                  <a:cubicBezTo>
                    <a:pt x="268" y="318"/>
                    <a:pt x="268" y="319"/>
                    <a:pt x="268" y="320"/>
                  </a:cubicBezTo>
                  <a:cubicBezTo>
                    <a:pt x="264" y="320"/>
                    <a:pt x="259" y="320"/>
                    <a:pt x="255" y="320"/>
                  </a:cubicBezTo>
                  <a:cubicBezTo>
                    <a:pt x="255" y="319"/>
                    <a:pt x="255" y="318"/>
                    <a:pt x="255" y="317"/>
                  </a:cubicBezTo>
                  <a:close/>
                  <a:moveTo>
                    <a:pt x="255" y="365"/>
                  </a:moveTo>
                  <a:cubicBezTo>
                    <a:pt x="255" y="364"/>
                    <a:pt x="255" y="363"/>
                    <a:pt x="255" y="362"/>
                  </a:cubicBezTo>
                  <a:cubicBezTo>
                    <a:pt x="259" y="362"/>
                    <a:pt x="264" y="362"/>
                    <a:pt x="268" y="362"/>
                  </a:cubicBezTo>
                  <a:cubicBezTo>
                    <a:pt x="268" y="363"/>
                    <a:pt x="268" y="364"/>
                    <a:pt x="268" y="365"/>
                  </a:cubicBezTo>
                  <a:cubicBezTo>
                    <a:pt x="264" y="365"/>
                    <a:pt x="259" y="365"/>
                    <a:pt x="255" y="365"/>
                  </a:cubicBezTo>
                  <a:close/>
                  <a:moveTo>
                    <a:pt x="255" y="408"/>
                  </a:moveTo>
                  <a:cubicBezTo>
                    <a:pt x="259" y="408"/>
                    <a:pt x="264" y="408"/>
                    <a:pt x="268" y="408"/>
                  </a:cubicBezTo>
                  <a:cubicBezTo>
                    <a:pt x="268" y="409"/>
                    <a:pt x="268" y="409"/>
                    <a:pt x="268" y="410"/>
                  </a:cubicBezTo>
                  <a:cubicBezTo>
                    <a:pt x="264" y="410"/>
                    <a:pt x="259" y="410"/>
                    <a:pt x="255" y="410"/>
                  </a:cubicBezTo>
                  <a:cubicBezTo>
                    <a:pt x="255" y="409"/>
                    <a:pt x="255" y="409"/>
                    <a:pt x="255" y="408"/>
                  </a:cubicBezTo>
                  <a:close/>
                  <a:moveTo>
                    <a:pt x="255" y="453"/>
                  </a:moveTo>
                  <a:cubicBezTo>
                    <a:pt x="259" y="453"/>
                    <a:pt x="264" y="453"/>
                    <a:pt x="268" y="453"/>
                  </a:cubicBezTo>
                  <a:cubicBezTo>
                    <a:pt x="268" y="454"/>
                    <a:pt x="268" y="455"/>
                    <a:pt x="268" y="456"/>
                  </a:cubicBezTo>
                  <a:cubicBezTo>
                    <a:pt x="264" y="456"/>
                    <a:pt x="259" y="456"/>
                    <a:pt x="255" y="456"/>
                  </a:cubicBezTo>
                  <a:cubicBezTo>
                    <a:pt x="255" y="455"/>
                    <a:pt x="255" y="454"/>
                    <a:pt x="255" y="453"/>
                  </a:cubicBezTo>
                  <a:close/>
                  <a:moveTo>
                    <a:pt x="273" y="0"/>
                  </a:moveTo>
                  <a:cubicBezTo>
                    <a:pt x="278" y="0"/>
                    <a:pt x="282" y="0"/>
                    <a:pt x="286" y="0"/>
                  </a:cubicBezTo>
                  <a:cubicBezTo>
                    <a:pt x="286" y="1"/>
                    <a:pt x="286" y="2"/>
                    <a:pt x="286" y="3"/>
                  </a:cubicBezTo>
                  <a:cubicBezTo>
                    <a:pt x="282" y="3"/>
                    <a:pt x="278" y="3"/>
                    <a:pt x="273" y="3"/>
                  </a:cubicBezTo>
                  <a:cubicBezTo>
                    <a:pt x="273" y="2"/>
                    <a:pt x="273" y="1"/>
                    <a:pt x="273" y="0"/>
                  </a:cubicBezTo>
                  <a:close/>
                  <a:moveTo>
                    <a:pt x="273" y="45"/>
                  </a:moveTo>
                  <a:cubicBezTo>
                    <a:pt x="278" y="45"/>
                    <a:pt x="282" y="45"/>
                    <a:pt x="286" y="45"/>
                  </a:cubicBezTo>
                  <a:cubicBezTo>
                    <a:pt x="286" y="46"/>
                    <a:pt x="286" y="47"/>
                    <a:pt x="286" y="48"/>
                  </a:cubicBezTo>
                  <a:cubicBezTo>
                    <a:pt x="282" y="48"/>
                    <a:pt x="278" y="48"/>
                    <a:pt x="273" y="48"/>
                  </a:cubicBezTo>
                  <a:cubicBezTo>
                    <a:pt x="273" y="47"/>
                    <a:pt x="273" y="46"/>
                    <a:pt x="273" y="45"/>
                  </a:cubicBezTo>
                  <a:close/>
                  <a:moveTo>
                    <a:pt x="273" y="91"/>
                  </a:moveTo>
                  <a:cubicBezTo>
                    <a:pt x="278" y="91"/>
                    <a:pt x="282" y="91"/>
                    <a:pt x="286" y="91"/>
                  </a:cubicBezTo>
                  <a:cubicBezTo>
                    <a:pt x="286" y="92"/>
                    <a:pt x="286" y="92"/>
                    <a:pt x="286" y="93"/>
                  </a:cubicBezTo>
                  <a:cubicBezTo>
                    <a:pt x="282" y="93"/>
                    <a:pt x="278" y="93"/>
                    <a:pt x="273" y="93"/>
                  </a:cubicBezTo>
                  <a:cubicBezTo>
                    <a:pt x="273" y="92"/>
                    <a:pt x="273" y="92"/>
                    <a:pt x="273" y="91"/>
                  </a:cubicBezTo>
                  <a:close/>
                  <a:moveTo>
                    <a:pt x="273" y="136"/>
                  </a:moveTo>
                  <a:cubicBezTo>
                    <a:pt x="278" y="136"/>
                    <a:pt x="282" y="136"/>
                    <a:pt x="286" y="136"/>
                  </a:cubicBezTo>
                  <a:cubicBezTo>
                    <a:pt x="286" y="137"/>
                    <a:pt x="286" y="138"/>
                    <a:pt x="286" y="139"/>
                  </a:cubicBezTo>
                  <a:cubicBezTo>
                    <a:pt x="282" y="139"/>
                    <a:pt x="278" y="139"/>
                    <a:pt x="273" y="139"/>
                  </a:cubicBezTo>
                  <a:cubicBezTo>
                    <a:pt x="273" y="138"/>
                    <a:pt x="273" y="137"/>
                    <a:pt x="273" y="136"/>
                  </a:cubicBezTo>
                  <a:close/>
                  <a:moveTo>
                    <a:pt x="273" y="181"/>
                  </a:moveTo>
                  <a:cubicBezTo>
                    <a:pt x="278" y="181"/>
                    <a:pt x="282" y="181"/>
                    <a:pt x="286" y="181"/>
                  </a:cubicBezTo>
                  <a:cubicBezTo>
                    <a:pt x="286" y="182"/>
                    <a:pt x="286" y="183"/>
                    <a:pt x="286" y="184"/>
                  </a:cubicBezTo>
                  <a:cubicBezTo>
                    <a:pt x="282" y="184"/>
                    <a:pt x="278" y="184"/>
                    <a:pt x="273" y="184"/>
                  </a:cubicBezTo>
                  <a:cubicBezTo>
                    <a:pt x="273" y="183"/>
                    <a:pt x="273" y="182"/>
                    <a:pt x="273" y="181"/>
                  </a:cubicBezTo>
                  <a:close/>
                  <a:moveTo>
                    <a:pt x="273" y="227"/>
                  </a:moveTo>
                  <a:cubicBezTo>
                    <a:pt x="278" y="227"/>
                    <a:pt x="282" y="227"/>
                    <a:pt x="286" y="227"/>
                  </a:cubicBezTo>
                  <a:cubicBezTo>
                    <a:pt x="286" y="227"/>
                    <a:pt x="286" y="228"/>
                    <a:pt x="286" y="229"/>
                  </a:cubicBezTo>
                  <a:cubicBezTo>
                    <a:pt x="282" y="229"/>
                    <a:pt x="278" y="229"/>
                    <a:pt x="273" y="229"/>
                  </a:cubicBezTo>
                  <a:cubicBezTo>
                    <a:pt x="273" y="228"/>
                    <a:pt x="273" y="227"/>
                    <a:pt x="273" y="227"/>
                  </a:cubicBezTo>
                  <a:close/>
                  <a:moveTo>
                    <a:pt x="273" y="272"/>
                  </a:moveTo>
                  <a:cubicBezTo>
                    <a:pt x="278" y="272"/>
                    <a:pt x="282" y="272"/>
                    <a:pt x="286" y="272"/>
                  </a:cubicBezTo>
                  <a:cubicBezTo>
                    <a:pt x="286" y="273"/>
                    <a:pt x="286" y="274"/>
                    <a:pt x="286" y="274"/>
                  </a:cubicBezTo>
                  <a:cubicBezTo>
                    <a:pt x="282" y="274"/>
                    <a:pt x="278" y="274"/>
                    <a:pt x="273" y="274"/>
                  </a:cubicBezTo>
                  <a:cubicBezTo>
                    <a:pt x="273" y="274"/>
                    <a:pt x="273" y="273"/>
                    <a:pt x="273" y="272"/>
                  </a:cubicBezTo>
                  <a:close/>
                  <a:moveTo>
                    <a:pt x="273" y="317"/>
                  </a:moveTo>
                  <a:cubicBezTo>
                    <a:pt x="278" y="317"/>
                    <a:pt x="282" y="317"/>
                    <a:pt x="286" y="317"/>
                  </a:cubicBezTo>
                  <a:cubicBezTo>
                    <a:pt x="286" y="318"/>
                    <a:pt x="286" y="319"/>
                    <a:pt x="286" y="320"/>
                  </a:cubicBezTo>
                  <a:cubicBezTo>
                    <a:pt x="282" y="320"/>
                    <a:pt x="278" y="320"/>
                    <a:pt x="273" y="320"/>
                  </a:cubicBezTo>
                  <a:cubicBezTo>
                    <a:pt x="273" y="319"/>
                    <a:pt x="273" y="318"/>
                    <a:pt x="273" y="317"/>
                  </a:cubicBezTo>
                  <a:close/>
                  <a:moveTo>
                    <a:pt x="273" y="365"/>
                  </a:moveTo>
                  <a:cubicBezTo>
                    <a:pt x="273" y="364"/>
                    <a:pt x="273" y="363"/>
                    <a:pt x="273" y="362"/>
                  </a:cubicBezTo>
                  <a:cubicBezTo>
                    <a:pt x="278" y="362"/>
                    <a:pt x="282" y="362"/>
                    <a:pt x="286" y="362"/>
                  </a:cubicBezTo>
                  <a:cubicBezTo>
                    <a:pt x="286" y="363"/>
                    <a:pt x="286" y="364"/>
                    <a:pt x="286" y="365"/>
                  </a:cubicBezTo>
                  <a:cubicBezTo>
                    <a:pt x="282" y="365"/>
                    <a:pt x="278" y="365"/>
                    <a:pt x="273" y="365"/>
                  </a:cubicBezTo>
                  <a:close/>
                  <a:moveTo>
                    <a:pt x="273" y="408"/>
                  </a:moveTo>
                  <a:cubicBezTo>
                    <a:pt x="278" y="408"/>
                    <a:pt x="282" y="408"/>
                    <a:pt x="286" y="408"/>
                  </a:cubicBezTo>
                  <a:cubicBezTo>
                    <a:pt x="286" y="409"/>
                    <a:pt x="286" y="409"/>
                    <a:pt x="286" y="410"/>
                  </a:cubicBezTo>
                  <a:cubicBezTo>
                    <a:pt x="282" y="410"/>
                    <a:pt x="278" y="410"/>
                    <a:pt x="273" y="410"/>
                  </a:cubicBezTo>
                  <a:cubicBezTo>
                    <a:pt x="273" y="409"/>
                    <a:pt x="273" y="409"/>
                    <a:pt x="273" y="408"/>
                  </a:cubicBezTo>
                  <a:close/>
                  <a:moveTo>
                    <a:pt x="273" y="453"/>
                  </a:moveTo>
                  <a:cubicBezTo>
                    <a:pt x="278" y="453"/>
                    <a:pt x="282" y="453"/>
                    <a:pt x="286" y="453"/>
                  </a:cubicBezTo>
                  <a:cubicBezTo>
                    <a:pt x="286" y="454"/>
                    <a:pt x="286" y="455"/>
                    <a:pt x="286" y="456"/>
                  </a:cubicBezTo>
                  <a:cubicBezTo>
                    <a:pt x="282" y="456"/>
                    <a:pt x="278" y="456"/>
                    <a:pt x="273" y="456"/>
                  </a:cubicBezTo>
                  <a:cubicBezTo>
                    <a:pt x="273" y="455"/>
                    <a:pt x="273" y="454"/>
                    <a:pt x="273" y="453"/>
                  </a:cubicBezTo>
                  <a:close/>
                  <a:moveTo>
                    <a:pt x="291" y="0"/>
                  </a:moveTo>
                  <a:cubicBezTo>
                    <a:pt x="296" y="0"/>
                    <a:pt x="300" y="0"/>
                    <a:pt x="304" y="0"/>
                  </a:cubicBezTo>
                  <a:cubicBezTo>
                    <a:pt x="304" y="1"/>
                    <a:pt x="304" y="2"/>
                    <a:pt x="304" y="3"/>
                  </a:cubicBezTo>
                  <a:cubicBezTo>
                    <a:pt x="300" y="3"/>
                    <a:pt x="296" y="3"/>
                    <a:pt x="291" y="3"/>
                  </a:cubicBezTo>
                  <a:cubicBezTo>
                    <a:pt x="291" y="2"/>
                    <a:pt x="291" y="1"/>
                    <a:pt x="291" y="0"/>
                  </a:cubicBezTo>
                  <a:close/>
                  <a:moveTo>
                    <a:pt x="291" y="45"/>
                  </a:moveTo>
                  <a:cubicBezTo>
                    <a:pt x="296" y="45"/>
                    <a:pt x="300" y="45"/>
                    <a:pt x="304" y="45"/>
                  </a:cubicBezTo>
                  <a:cubicBezTo>
                    <a:pt x="304" y="46"/>
                    <a:pt x="304" y="47"/>
                    <a:pt x="304" y="48"/>
                  </a:cubicBezTo>
                  <a:cubicBezTo>
                    <a:pt x="300" y="48"/>
                    <a:pt x="296" y="48"/>
                    <a:pt x="291" y="48"/>
                  </a:cubicBezTo>
                  <a:cubicBezTo>
                    <a:pt x="291" y="47"/>
                    <a:pt x="291" y="46"/>
                    <a:pt x="291" y="45"/>
                  </a:cubicBezTo>
                  <a:close/>
                  <a:moveTo>
                    <a:pt x="291" y="91"/>
                  </a:moveTo>
                  <a:cubicBezTo>
                    <a:pt x="296" y="91"/>
                    <a:pt x="300" y="91"/>
                    <a:pt x="304" y="91"/>
                  </a:cubicBezTo>
                  <a:cubicBezTo>
                    <a:pt x="304" y="92"/>
                    <a:pt x="304" y="92"/>
                    <a:pt x="304" y="93"/>
                  </a:cubicBezTo>
                  <a:cubicBezTo>
                    <a:pt x="300" y="93"/>
                    <a:pt x="296" y="93"/>
                    <a:pt x="291" y="93"/>
                  </a:cubicBezTo>
                  <a:cubicBezTo>
                    <a:pt x="291" y="92"/>
                    <a:pt x="291" y="92"/>
                    <a:pt x="291" y="91"/>
                  </a:cubicBezTo>
                  <a:close/>
                  <a:moveTo>
                    <a:pt x="291" y="136"/>
                  </a:moveTo>
                  <a:cubicBezTo>
                    <a:pt x="296" y="136"/>
                    <a:pt x="300" y="136"/>
                    <a:pt x="304" y="136"/>
                  </a:cubicBezTo>
                  <a:cubicBezTo>
                    <a:pt x="304" y="137"/>
                    <a:pt x="304" y="138"/>
                    <a:pt x="304" y="139"/>
                  </a:cubicBezTo>
                  <a:cubicBezTo>
                    <a:pt x="300" y="139"/>
                    <a:pt x="296" y="139"/>
                    <a:pt x="291" y="139"/>
                  </a:cubicBezTo>
                  <a:cubicBezTo>
                    <a:pt x="291" y="138"/>
                    <a:pt x="291" y="137"/>
                    <a:pt x="291" y="136"/>
                  </a:cubicBezTo>
                  <a:close/>
                  <a:moveTo>
                    <a:pt x="291" y="181"/>
                  </a:moveTo>
                  <a:cubicBezTo>
                    <a:pt x="296" y="181"/>
                    <a:pt x="300" y="181"/>
                    <a:pt x="304" y="181"/>
                  </a:cubicBezTo>
                  <a:cubicBezTo>
                    <a:pt x="304" y="182"/>
                    <a:pt x="304" y="183"/>
                    <a:pt x="304" y="184"/>
                  </a:cubicBezTo>
                  <a:cubicBezTo>
                    <a:pt x="300" y="184"/>
                    <a:pt x="296" y="184"/>
                    <a:pt x="291" y="184"/>
                  </a:cubicBezTo>
                  <a:cubicBezTo>
                    <a:pt x="291" y="183"/>
                    <a:pt x="291" y="182"/>
                    <a:pt x="291" y="181"/>
                  </a:cubicBezTo>
                  <a:close/>
                  <a:moveTo>
                    <a:pt x="291" y="227"/>
                  </a:moveTo>
                  <a:cubicBezTo>
                    <a:pt x="296" y="227"/>
                    <a:pt x="300" y="227"/>
                    <a:pt x="304" y="227"/>
                  </a:cubicBezTo>
                  <a:cubicBezTo>
                    <a:pt x="304" y="227"/>
                    <a:pt x="304" y="228"/>
                    <a:pt x="304" y="229"/>
                  </a:cubicBezTo>
                  <a:cubicBezTo>
                    <a:pt x="300" y="229"/>
                    <a:pt x="296" y="229"/>
                    <a:pt x="291" y="229"/>
                  </a:cubicBezTo>
                  <a:cubicBezTo>
                    <a:pt x="291" y="228"/>
                    <a:pt x="291" y="227"/>
                    <a:pt x="291" y="227"/>
                  </a:cubicBezTo>
                  <a:close/>
                  <a:moveTo>
                    <a:pt x="291" y="272"/>
                  </a:moveTo>
                  <a:cubicBezTo>
                    <a:pt x="296" y="272"/>
                    <a:pt x="300" y="272"/>
                    <a:pt x="304" y="272"/>
                  </a:cubicBezTo>
                  <a:cubicBezTo>
                    <a:pt x="304" y="273"/>
                    <a:pt x="304" y="274"/>
                    <a:pt x="304" y="274"/>
                  </a:cubicBezTo>
                  <a:cubicBezTo>
                    <a:pt x="300" y="274"/>
                    <a:pt x="296" y="274"/>
                    <a:pt x="291" y="274"/>
                  </a:cubicBezTo>
                  <a:cubicBezTo>
                    <a:pt x="291" y="274"/>
                    <a:pt x="291" y="273"/>
                    <a:pt x="291" y="272"/>
                  </a:cubicBezTo>
                  <a:close/>
                  <a:moveTo>
                    <a:pt x="291" y="317"/>
                  </a:moveTo>
                  <a:cubicBezTo>
                    <a:pt x="296" y="317"/>
                    <a:pt x="300" y="317"/>
                    <a:pt x="304" y="317"/>
                  </a:cubicBezTo>
                  <a:cubicBezTo>
                    <a:pt x="304" y="318"/>
                    <a:pt x="304" y="319"/>
                    <a:pt x="304" y="320"/>
                  </a:cubicBezTo>
                  <a:cubicBezTo>
                    <a:pt x="300" y="320"/>
                    <a:pt x="296" y="320"/>
                    <a:pt x="291" y="320"/>
                  </a:cubicBezTo>
                  <a:cubicBezTo>
                    <a:pt x="291" y="319"/>
                    <a:pt x="291" y="318"/>
                    <a:pt x="291" y="317"/>
                  </a:cubicBezTo>
                  <a:close/>
                  <a:moveTo>
                    <a:pt x="291" y="365"/>
                  </a:moveTo>
                  <a:cubicBezTo>
                    <a:pt x="291" y="364"/>
                    <a:pt x="291" y="363"/>
                    <a:pt x="291" y="362"/>
                  </a:cubicBezTo>
                  <a:cubicBezTo>
                    <a:pt x="296" y="362"/>
                    <a:pt x="300" y="362"/>
                    <a:pt x="304" y="362"/>
                  </a:cubicBezTo>
                  <a:cubicBezTo>
                    <a:pt x="304" y="363"/>
                    <a:pt x="304" y="364"/>
                    <a:pt x="304" y="365"/>
                  </a:cubicBezTo>
                  <a:cubicBezTo>
                    <a:pt x="300" y="365"/>
                    <a:pt x="296" y="365"/>
                    <a:pt x="291" y="365"/>
                  </a:cubicBezTo>
                  <a:close/>
                  <a:moveTo>
                    <a:pt x="291" y="408"/>
                  </a:moveTo>
                  <a:cubicBezTo>
                    <a:pt x="296" y="408"/>
                    <a:pt x="300" y="408"/>
                    <a:pt x="304" y="408"/>
                  </a:cubicBezTo>
                  <a:cubicBezTo>
                    <a:pt x="304" y="409"/>
                    <a:pt x="304" y="409"/>
                    <a:pt x="304" y="410"/>
                  </a:cubicBezTo>
                  <a:cubicBezTo>
                    <a:pt x="300" y="410"/>
                    <a:pt x="296" y="410"/>
                    <a:pt x="291" y="410"/>
                  </a:cubicBezTo>
                  <a:cubicBezTo>
                    <a:pt x="291" y="409"/>
                    <a:pt x="291" y="409"/>
                    <a:pt x="291" y="408"/>
                  </a:cubicBezTo>
                  <a:close/>
                  <a:moveTo>
                    <a:pt x="291" y="453"/>
                  </a:moveTo>
                  <a:cubicBezTo>
                    <a:pt x="296" y="453"/>
                    <a:pt x="300" y="453"/>
                    <a:pt x="304" y="453"/>
                  </a:cubicBezTo>
                  <a:cubicBezTo>
                    <a:pt x="304" y="454"/>
                    <a:pt x="304" y="455"/>
                    <a:pt x="304" y="456"/>
                  </a:cubicBezTo>
                  <a:cubicBezTo>
                    <a:pt x="300" y="456"/>
                    <a:pt x="296" y="456"/>
                    <a:pt x="291" y="456"/>
                  </a:cubicBezTo>
                  <a:cubicBezTo>
                    <a:pt x="291" y="455"/>
                    <a:pt x="291" y="454"/>
                    <a:pt x="291" y="453"/>
                  </a:cubicBezTo>
                  <a:close/>
                  <a:moveTo>
                    <a:pt x="310" y="0"/>
                  </a:moveTo>
                  <a:cubicBezTo>
                    <a:pt x="314" y="0"/>
                    <a:pt x="318" y="0"/>
                    <a:pt x="323" y="0"/>
                  </a:cubicBezTo>
                  <a:cubicBezTo>
                    <a:pt x="323" y="1"/>
                    <a:pt x="323" y="2"/>
                    <a:pt x="323" y="3"/>
                  </a:cubicBezTo>
                  <a:cubicBezTo>
                    <a:pt x="318" y="3"/>
                    <a:pt x="314" y="3"/>
                    <a:pt x="310" y="3"/>
                  </a:cubicBezTo>
                  <a:cubicBezTo>
                    <a:pt x="310" y="2"/>
                    <a:pt x="310" y="1"/>
                    <a:pt x="310" y="0"/>
                  </a:cubicBezTo>
                  <a:close/>
                  <a:moveTo>
                    <a:pt x="310" y="45"/>
                  </a:moveTo>
                  <a:cubicBezTo>
                    <a:pt x="314" y="45"/>
                    <a:pt x="318" y="45"/>
                    <a:pt x="323" y="45"/>
                  </a:cubicBezTo>
                  <a:cubicBezTo>
                    <a:pt x="323" y="46"/>
                    <a:pt x="323" y="47"/>
                    <a:pt x="323" y="48"/>
                  </a:cubicBezTo>
                  <a:cubicBezTo>
                    <a:pt x="318" y="48"/>
                    <a:pt x="314" y="48"/>
                    <a:pt x="310" y="48"/>
                  </a:cubicBezTo>
                  <a:cubicBezTo>
                    <a:pt x="310" y="47"/>
                    <a:pt x="310" y="46"/>
                    <a:pt x="310" y="45"/>
                  </a:cubicBezTo>
                  <a:close/>
                  <a:moveTo>
                    <a:pt x="310" y="91"/>
                  </a:moveTo>
                  <a:cubicBezTo>
                    <a:pt x="314" y="91"/>
                    <a:pt x="318" y="91"/>
                    <a:pt x="323" y="91"/>
                  </a:cubicBezTo>
                  <a:cubicBezTo>
                    <a:pt x="323" y="92"/>
                    <a:pt x="323" y="92"/>
                    <a:pt x="323" y="93"/>
                  </a:cubicBezTo>
                  <a:cubicBezTo>
                    <a:pt x="318" y="93"/>
                    <a:pt x="314" y="93"/>
                    <a:pt x="310" y="93"/>
                  </a:cubicBezTo>
                  <a:cubicBezTo>
                    <a:pt x="310" y="92"/>
                    <a:pt x="310" y="92"/>
                    <a:pt x="310" y="91"/>
                  </a:cubicBezTo>
                  <a:close/>
                  <a:moveTo>
                    <a:pt x="310" y="136"/>
                  </a:moveTo>
                  <a:cubicBezTo>
                    <a:pt x="314" y="136"/>
                    <a:pt x="318" y="136"/>
                    <a:pt x="323" y="136"/>
                  </a:cubicBezTo>
                  <a:cubicBezTo>
                    <a:pt x="323" y="137"/>
                    <a:pt x="323" y="138"/>
                    <a:pt x="323" y="139"/>
                  </a:cubicBezTo>
                  <a:cubicBezTo>
                    <a:pt x="318" y="139"/>
                    <a:pt x="314" y="139"/>
                    <a:pt x="310" y="139"/>
                  </a:cubicBezTo>
                  <a:cubicBezTo>
                    <a:pt x="310" y="138"/>
                    <a:pt x="310" y="137"/>
                    <a:pt x="310" y="136"/>
                  </a:cubicBezTo>
                  <a:close/>
                  <a:moveTo>
                    <a:pt x="310" y="181"/>
                  </a:moveTo>
                  <a:cubicBezTo>
                    <a:pt x="314" y="181"/>
                    <a:pt x="318" y="181"/>
                    <a:pt x="323" y="181"/>
                  </a:cubicBezTo>
                  <a:cubicBezTo>
                    <a:pt x="323" y="182"/>
                    <a:pt x="323" y="183"/>
                    <a:pt x="323" y="184"/>
                  </a:cubicBezTo>
                  <a:cubicBezTo>
                    <a:pt x="318" y="184"/>
                    <a:pt x="314" y="184"/>
                    <a:pt x="310" y="184"/>
                  </a:cubicBezTo>
                  <a:cubicBezTo>
                    <a:pt x="310" y="183"/>
                    <a:pt x="310" y="182"/>
                    <a:pt x="310" y="181"/>
                  </a:cubicBezTo>
                  <a:close/>
                  <a:moveTo>
                    <a:pt x="310" y="227"/>
                  </a:moveTo>
                  <a:cubicBezTo>
                    <a:pt x="314" y="227"/>
                    <a:pt x="318" y="227"/>
                    <a:pt x="323" y="227"/>
                  </a:cubicBezTo>
                  <a:cubicBezTo>
                    <a:pt x="323" y="227"/>
                    <a:pt x="323" y="228"/>
                    <a:pt x="323" y="229"/>
                  </a:cubicBezTo>
                  <a:cubicBezTo>
                    <a:pt x="318" y="229"/>
                    <a:pt x="314" y="229"/>
                    <a:pt x="310" y="229"/>
                  </a:cubicBezTo>
                  <a:cubicBezTo>
                    <a:pt x="310" y="228"/>
                    <a:pt x="310" y="227"/>
                    <a:pt x="310" y="227"/>
                  </a:cubicBezTo>
                  <a:close/>
                  <a:moveTo>
                    <a:pt x="310" y="272"/>
                  </a:moveTo>
                  <a:cubicBezTo>
                    <a:pt x="314" y="272"/>
                    <a:pt x="318" y="272"/>
                    <a:pt x="323" y="272"/>
                  </a:cubicBezTo>
                  <a:cubicBezTo>
                    <a:pt x="323" y="273"/>
                    <a:pt x="323" y="274"/>
                    <a:pt x="323" y="274"/>
                  </a:cubicBezTo>
                  <a:cubicBezTo>
                    <a:pt x="318" y="274"/>
                    <a:pt x="314" y="274"/>
                    <a:pt x="310" y="274"/>
                  </a:cubicBezTo>
                  <a:cubicBezTo>
                    <a:pt x="310" y="274"/>
                    <a:pt x="310" y="273"/>
                    <a:pt x="310" y="272"/>
                  </a:cubicBezTo>
                  <a:close/>
                  <a:moveTo>
                    <a:pt x="310" y="317"/>
                  </a:moveTo>
                  <a:cubicBezTo>
                    <a:pt x="314" y="317"/>
                    <a:pt x="318" y="317"/>
                    <a:pt x="323" y="317"/>
                  </a:cubicBezTo>
                  <a:cubicBezTo>
                    <a:pt x="323" y="318"/>
                    <a:pt x="323" y="319"/>
                    <a:pt x="323" y="320"/>
                  </a:cubicBezTo>
                  <a:cubicBezTo>
                    <a:pt x="318" y="320"/>
                    <a:pt x="314" y="320"/>
                    <a:pt x="310" y="320"/>
                  </a:cubicBezTo>
                  <a:cubicBezTo>
                    <a:pt x="310" y="319"/>
                    <a:pt x="310" y="318"/>
                    <a:pt x="310" y="317"/>
                  </a:cubicBezTo>
                  <a:close/>
                  <a:moveTo>
                    <a:pt x="310" y="365"/>
                  </a:moveTo>
                  <a:cubicBezTo>
                    <a:pt x="310" y="364"/>
                    <a:pt x="310" y="363"/>
                    <a:pt x="310" y="362"/>
                  </a:cubicBezTo>
                  <a:cubicBezTo>
                    <a:pt x="314" y="362"/>
                    <a:pt x="318" y="362"/>
                    <a:pt x="323" y="362"/>
                  </a:cubicBezTo>
                  <a:cubicBezTo>
                    <a:pt x="323" y="363"/>
                    <a:pt x="323" y="364"/>
                    <a:pt x="323" y="365"/>
                  </a:cubicBezTo>
                  <a:cubicBezTo>
                    <a:pt x="318" y="365"/>
                    <a:pt x="314" y="365"/>
                    <a:pt x="310" y="365"/>
                  </a:cubicBezTo>
                  <a:close/>
                  <a:moveTo>
                    <a:pt x="310" y="408"/>
                  </a:moveTo>
                  <a:cubicBezTo>
                    <a:pt x="314" y="408"/>
                    <a:pt x="318" y="408"/>
                    <a:pt x="323" y="408"/>
                  </a:cubicBezTo>
                  <a:cubicBezTo>
                    <a:pt x="323" y="409"/>
                    <a:pt x="323" y="409"/>
                    <a:pt x="323" y="410"/>
                  </a:cubicBezTo>
                  <a:cubicBezTo>
                    <a:pt x="318" y="410"/>
                    <a:pt x="314" y="410"/>
                    <a:pt x="310" y="410"/>
                  </a:cubicBezTo>
                  <a:cubicBezTo>
                    <a:pt x="310" y="409"/>
                    <a:pt x="310" y="409"/>
                    <a:pt x="310" y="408"/>
                  </a:cubicBezTo>
                  <a:close/>
                  <a:moveTo>
                    <a:pt x="310" y="453"/>
                  </a:moveTo>
                  <a:cubicBezTo>
                    <a:pt x="314" y="453"/>
                    <a:pt x="318" y="453"/>
                    <a:pt x="323" y="453"/>
                  </a:cubicBezTo>
                  <a:cubicBezTo>
                    <a:pt x="323" y="454"/>
                    <a:pt x="323" y="455"/>
                    <a:pt x="323" y="456"/>
                  </a:cubicBezTo>
                  <a:cubicBezTo>
                    <a:pt x="318" y="456"/>
                    <a:pt x="314" y="456"/>
                    <a:pt x="310" y="456"/>
                  </a:cubicBezTo>
                  <a:cubicBezTo>
                    <a:pt x="310" y="455"/>
                    <a:pt x="310" y="454"/>
                    <a:pt x="310" y="453"/>
                  </a:cubicBezTo>
                  <a:close/>
                  <a:moveTo>
                    <a:pt x="328" y="0"/>
                  </a:moveTo>
                  <a:cubicBezTo>
                    <a:pt x="332" y="0"/>
                    <a:pt x="337" y="0"/>
                    <a:pt x="341" y="0"/>
                  </a:cubicBezTo>
                  <a:cubicBezTo>
                    <a:pt x="341" y="1"/>
                    <a:pt x="341" y="2"/>
                    <a:pt x="341" y="3"/>
                  </a:cubicBezTo>
                  <a:cubicBezTo>
                    <a:pt x="337" y="3"/>
                    <a:pt x="332" y="3"/>
                    <a:pt x="328" y="3"/>
                  </a:cubicBezTo>
                  <a:cubicBezTo>
                    <a:pt x="328" y="2"/>
                    <a:pt x="328" y="1"/>
                    <a:pt x="328" y="0"/>
                  </a:cubicBezTo>
                  <a:close/>
                  <a:moveTo>
                    <a:pt x="328" y="45"/>
                  </a:moveTo>
                  <a:cubicBezTo>
                    <a:pt x="332" y="45"/>
                    <a:pt x="337" y="45"/>
                    <a:pt x="341" y="45"/>
                  </a:cubicBezTo>
                  <a:cubicBezTo>
                    <a:pt x="341" y="46"/>
                    <a:pt x="341" y="47"/>
                    <a:pt x="341" y="48"/>
                  </a:cubicBezTo>
                  <a:cubicBezTo>
                    <a:pt x="337" y="48"/>
                    <a:pt x="332" y="48"/>
                    <a:pt x="328" y="48"/>
                  </a:cubicBezTo>
                  <a:cubicBezTo>
                    <a:pt x="328" y="47"/>
                    <a:pt x="328" y="46"/>
                    <a:pt x="328" y="45"/>
                  </a:cubicBezTo>
                  <a:close/>
                  <a:moveTo>
                    <a:pt x="328" y="91"/>
                  </a:moveTo>
                  <a:cubicBezTo>
                    <a:pt x="332" y="91"/>
                    <a:pt x="337" y="91"/>
                    <a:pt x="341" y="91"/>
                  </a:cubicBezTo>
                  <a:cubicBezTo>
                    <a:pt x="341" y="92"/>
                    <a:pt x="341" y="92"/>
                    <a:pt x="341" y="93"/>
                  </a:cubicBezTo>
                  <a:cubicBezTo>
                    <a:pt x="337" y="93"/>
                    <a:pt x="332" y="93"/>
                    <a:pt x="328" y="93"/>
                  </a:cubicBezTo>
                  <a:cubicBezTo>
                    <a:pt x="328" y="92"/>
                    <a:pt x="328" y="92"/>
                    <a:pt x="328" y="91"/>
                  </a:cubicBezTo>
                  <a:close/>
                  <a:moveTo>
                    <a:pt x="328" y="136"/>
                  </a:moveTo>
                  <a:cubicBezTo>
                    <a:pt x="332" y="136"/>
                    <a:pt x="337" y="136"/>
                    <a:pt x="341" y="136"/>
                  </a:cubicBezTo>
                  <a:cubicBezTo>
                    <a:pt x="341" y="137"/>
                    <a:pt x="341" y="138"/>
                    <a:pt x="341" y="139"/>
                  </a:cubicBezTo>
                  <a:cubicBezTo>
                    <a:pt x="337" y="139"/>
                    <a:pt x="332" y="139"/>
                    <a:pt x="328" y="139"/>
                  </a:cubicBezTo>
                  <a:cubicBezTo>
                    <a:pt x="328" y="138"/>
                    <a:pt x="328" y="137"/>
                    <a:pt x="328" y="136"/>
                  </a:cubicBezTo>
                  <a:close/>
                  <a:moveTo>
                    <a:pt x="328" y="181"/>
                  </a:moveTo>
                  <a:cubicBezTo>
                    <a:pt x="332" y="181"/>
                    <a:pt x="337" y="181"/>
                    <a:pt x="341" y="181"/>
                  </a:cubicBezTo>
                  <a:cubicBezTo>
                    <a:pt x="341" y="182"/>
                    <a:pt x="341" y="183"/>
                    <a:pt x="341" y="184"/>
                  </a:cubicBezTo>
                  <a:cubicBezTo>
                    <a:pt x="337" y="184"/>
                    <a:pt x="332" y="184"/>
                    <a:pt x="328" y="184"/>
                  </a:cubicBezTo>
                  <a:cubicBezTo>
                    <a:pt x="328" y="183"/>
                    <a:pt x="328" y="182"/>
                    <a:pt x="328" y="181"/>
                  </a:cubicBezTo>
                  <a:close/>
                  <a:moveTo>
                    <a:pt x="328" y="227"/>
                  </a:moveTo>
                  <a:cubicBezTo>
                    <a:pt x="332" y="227"/>
                    <a:pt x="337" y="227"/>
                    <a:pt x="341" y="227"/>
                  </a:cubicBezTo>
                  <a:cubicBezTo>
                    <a:pt x="341" y="227"/>
                    <a:pt x="341" y="228"/>
                    <a:pt x="341" y="229"/>
                  </a:cubicBezTo>
                  <a:cubicBezTo>
                    <a:pt x="337" y="229"/>
                    <a:pt x="332" y="229"/>
                    <a:pt x="328" y="229"/>
                  </a:cubicBezTo>
                  <a:cubicBezTo>
                    <a:pt x="328" y="228"/>
                    <a:pt x="328" y="227"/>
                    <a:pt x="328" y="227"/>
                  </a:cubicBezTo>
                  <a:close/>
                  <a:moveTo>
                    <a:pt x="328" y="272"/>
                  </a:moveTo>
                  <a:cubicBezTo>
                    <a:pt x="332" y="272"/>
                    <a:pt x="337" y="272"/>
                    <a:pt x="341" y="272"/>
                  </a:cubicBezTo>
                  <a:cubicBezTo>
                    <a:pt x="341" y="273"/>
                    <a:pt x="341" y="274"/>
                    <a:pt x="341" y="274"/>
                  </a:cubicBezTo>
                  <a:cubicBezTo>
                    <a:pt x="337" y="274"/>
                    <a:pt x="332" y="274"/>
                    <a:pt x="328" y="274"/>
                  </a:cubicBezTo>
                  <a:cubicBezTo>
                    <a:pt x="328" y="274"/>
                    <a:pt x="328" y="273"/>
                    <a:pt x="328" y="272"/>
                  </a:cubicBezTo>
                  <a:close/>
                  <a:moveTo>
                    <a:pt x="328" y="317"/>
                  </a:moveTo>
                  <a:cubicBezTo>
                    <a:pt x="332" y="317"/>
                    <a:pt x="337" y="317"/>
                    <a:pt x="341" y="317"/>
                  </a:cubicBezTo>
                  <a:cubicBezTo>
                    <a:pt x="341" y="318"/>
                    <a:pt x="341" y="319"/>
                    <a:pt x="341" y="320"/>
                  </a:cubicBezTo>
                  <a:cubicBezTo>
                    <a:pt x="337" y="320"/>
                    <a:pt x="332" y="320"/>
                    <a:pt x="328" y="320"/>
                  </a:cubicBezTo>
                  <a:cubicBezTo>
                    <a:pt x="328" y="319"/>
                    <a:pt x="328" y="318"/>
                    <a:pt x="328" y="317"/>
                  </a:cubicBezTo>
                  <a:close/>
                  <a:moveTo>
                    <a:pt x="328" y="365"/>
                  </a:moveTo>
                  <a:cubicBezTo>
                    <a:pt x="328" y="364"/>
                    <a:pt x="328" y="363"/>
                    <a:pt x="328" y="362"/>
                  </a:cubicBezTo>
                  <a:cubicBezTo>
                    <a:pt x="332" y="362"/>
                    <a:pt x="337" y="362"/>
                    <a:pt x="341" y="362"/>
                  </a:cubicBezTo>
                  <a:cubicBezTo>
                    <a:pt x="341" y="363"/>
                    <a:pt x="341" y="364"/>
                    <a:pt x="341" y="365"/>
                  </a:cubicBezTo>
                  <a:cubicBezTo>
                    <a:pt x="337" y="365"/>
                    <a:pt x="332" y="365"/>
                    <a:pt x="328" y="365"/>
                  </a:cubicBezTo>
                  <a:close/>
                  <a:moveTo>
                    <a:pt x="328" y="408"/>
                  </a:moveTo>
                  <a:cubicBezTo>
                    <a:pt x="332" y="408"/>
                    <a:pt x="337" y="408"/>
                    <a:pt x="341" y="408"/>
                  </a:cubicBezTo>
                  <a:cubicBezTo>
                    <a:pt x="341" y="409"/>
                    <a:pt x="341" y="409"/>
                    <a:pt x="341" y="410"/>
                  </a:cubicBezTo>
                  <a:cubicBezTo>
                    <a:pt x="337" y="410"/>
                    <a:pt x="332" y="410"/>
                    <a:pt x="328" y="410"/>
                  </a:cubicBezTo>
                  <a:cubicBezTo>
                    <a:pt x="328" y="409"/>
                    <a:pt x="328" y="409"/>
                    <a:pt x="328" y="408"/>
                  </a:cubicBezTo>
                  <a:close/>
                  <a:moveTo>
                    <a:pt x="328" y="453"/>
                  </a:moveTo>
                  <a:cubicBezTo>
                    <a:pt x="332" y="453"/>
                    <a:pt x="337" y="453"/>
                    <a:pt x="341" y="453"/>
                  </a:cubicBezTo>
                  <a:cubicBezTo>
                    <a:pt x="341" y="454"/>
                    <a:pt x="341" y="455"/>
                    <a:pt x="341" y="456"/>
                  </a:cubicBezTo>
                  <a:cubicBezTo>
                    <a:pt x="337" y="456"/>
                    <a:pt x="332" y="456"/>
                    <a:pt x="328" y="456"/>
                  </a:cubicBezTo>
                  <a:cubicBezTo>
                    <a:pt x="328" y="455"/>
                    <a:pt x="328" y="454"/>
                    <a:pt x="328" y="453"/>
                  </a:cubicBezTo>
                  <a:close/>
                  <a:moveTo>
                    <a:pt x="346" y="0"/>
                  </a:moveTo>
                  <a:cubicBezTo>
                    <a:pt x="350" y="0"/>
                    <a:pt x="355" y="0"/>
                    <a:pt x="359" y="0"/>
                  </a:cubicBezTo>
                  <a:cubicBezTo>
                    <a:pt x="359" y="1"/>
                    <a:pt x="359" y="2"/>
                    <a:pt x="359" y="3"/>
                  </a:cubicBezTo>
                  <a:cubicBezTo>
                    <a:pt x="355" y="3"/>
                    <a:pt x="350" y="3"/>
                    <a:pt x="346" y="3"/>
                  </a:cubicBezTo>
                  <a:cubicBezTo>
                    <a:pt x="346" y="2"/>
                    <a:pt x="346" y="1"/>
                    <a:pt x="346" y="0"/>
                  </a:cubicBezTo>
                  <a:close/>
                  <a:moveTo>
                    <a:pt x="346" y="45"/>
                  </a:moveTo>
                  <a:cubicBezTo>
                    <a:pt x="350" y="45"/>
                    <a:pt x="355" y="45"/>
                    <a:pt x="359" y="45"/>
                  </a:cubicBezTo>
                  <a:cubicBezTo>
                    <a:pt x="359" y="46"/>
                    <a:pt x="359" y="47"/>
                    <a:pt x="359" y="48"/>
                  </a:cubicBezTo>
                  <a:cubicBezTo>
                    <a:pt x="355" y="48"/>
                    <a:pt x="350" y="48"/>
                    <a:pt x="346" y="48"/>
                  </a:cubicBezTo>
                  <a:cubicBezTo>
                    <a:pt x="346" y="47"/>
                    <a:pt x="346" y="46"/>
                    <a:pt x="346" y="45"/>
                  </a:cubicBezTo>
                  <a:close/>
                  <a:moveTo>
                    <a:pt x="346" y="91"/>
                  </a:moveTo>
                  <a:cubicBezTo>
                    <a:pt x="350" y="91"/>
                    <a:pt x="355" y="91"/>
                    <a:pt x="359" y="91"/>
                  </a:cubicBezTo>
                  <a:cubicBezTo>
                    <a:pt x="359" y="92"/>
                    <a:pt x="359" y="92"/>
                    <a:pt x="359" y="93"/>
                  </a:cubicBezTo>
                  <a:cubicBezTo>
                    <a:pt x="355" y="93"/>
                    <a:pt x="350" y="93"/>
                    <a:pt x="346" y="93"/>
                  </a:cubicBezTo>
                  <a:cubicBezTo>
                    <a:pt x="346" y="92"/>
                    <a:pt x="346" y="92"/>
                    <a:pt x="346" y="91"/>
                  </a:cubicBezTo>
                  <a:close/>
                  <a:moveTo>
                    <a:pt x="346" y="136"/>
                  </a:moveTo>
                  <a:cubicBezTo>
                    <a:pt x="350" y="136"/>
                    <a:pt x="355" y="136"/>
                    <a:pt x="359" y="136"/>
                  </a:cubicBezTo>
                  <a:cubicBezTo>
                    <a:pt x="359" y="137"/>
                    <a:pt x="359" y="138"/>
                    <a:pt x="359" y="139"/>
                  </a:cubicBezTo>
                  <a:cubicBezTo>
                    <a:pt x="355" y="139"/>
                    <a:pt x="350" y="139"/>
                    <a:pt x="346" y="139"/>
                  </a:cubicBezTo>
                  <a:cubicBezTo>
                    <a:pt x="346" y="138"/>
                    <a:pt x="346" y="137"/>
                    <a:pt x="346" y="136"/>
                  </a:cubicBezTo>
                  <a:close/>
                  <a:moveTo>
                    <a:pt x="346" y="181"/>
                  </a:moveTo>
                  <a:cubicBezTo>
                    <a:pt x="350" y="181"/>
                    <a:pt x="355" y="181"/>
                    <a:pt x="359" y="181"/>
                  </a:cubicBezTo>
                  <a:cubicBezTo>
                    <a:pt x="359" y="182"/>
                    <a:pt x="359" y="183"/>
                    <a:pt x="359" y="184"/>
                  </a:cubicBezTo>
                  <a:cubicBezTo>
                    <a:pt x="355" y="184"/>
                    <a:pt x="350" y="184"/>
                    <a:pt x="346" y="184"/>
                  </a:cubicBezTo>
                  <a:cubicBezTo>
                    <a:pt x="346" y="183"/>
                    <a:pt x="346" y="182"/>
                    <a:pt x="346" y="181"/>
                  </a:cubicBezTo>
                  <a:close/>
                  <a:moveTo>
                    <a:pt x="346" y="227"/>
                  </a:moveTo>
                  <a:cubicBezTo>
                    <a:pt x="350" y="227"/>
                    <a:pt x="355" y="227"/>
                    <a:pt x="359" y="227"/>
                  </a:cubicBezTo>
                  <a:cubicBezTo>
                    <a:pt x="359" y="227"/>
                    <a:pt x="359" y="228"/>
                    <a:pt x="359" y="229"/>
                  </a:cubicBezTo>
                  <a:cubicBezTo>
                    <a:pt x="355" y="229"/>
                    <a:pt x="350" y="229"/>
                    <a:pt x="346" y="229"/>
                  </a:cubicBezTo>
                  <a:cubicBezTo>
                    <a:pt x="346" y="228"/>
                    <a:pt x="346" y="227"/>
                    <a:pt x="346" y="227"/>
                  </a:cubicBezTo>
                  <a:close/>
                  <a:moveTo>
                    <a:pt x="346" y="272"/>
                  </a:moveTo>
                  <a:cubicBezTo>
                    <a:pt x="350" y="272"/>
                    <a:pt x="355" y="272"/>
                    <a:pt x="359" y="272"/>
                  </a:cubicBezTo>
                  <a:cubicBezTo>
                    <a:pt x="359" y="273"/>
                    <a:pt x="359" y="274"/>
                    <a:pt x="359" y="274"/>
                  </a:cubicBezTo>
                  <a:cubicBezTo>
                    <a:pt x="355" y="274"/>
                    <a:pt x="350" y="274"/>
                    <a:pt x="346" y="274"/>
                  </a:cubicBezTo>
                  <a:cubicBezTo>
                    <a:pt x="346" y="274"/>
                    <a:pt x="346" y="273"/>
                    <a:pt x="346" y="272"/>
                  </a:cubicBezTo>
                  <a:close/>
                  <a:moveTo>
                    <a:pt x="346" y="317"/>
                  </a:moveTo>
                  <a:cubicBezTo>
                    <a:pt x="350" y="317"/>
                    <a:pt x="355" y="317"/>
                    <a:pt x="359" y="317"/>
                  </a:cubicBezTo>
                  <a:cubicBezTo>
                    <a:pt x="359" y="318"/>
                    <a:pt x="359" y="319"/>
                    <a:pt x="359" y="320"/>
                  </a:cubicBezTo>
                  <a:cubicBezTo>
                    <a:pt x="355" y="320"/>
                    <a:pt x="350" y="320"/>
                    <a:pt x="346" y="320"/>
                  </a:cubicBezTo>
                  <a:cubicBezTo>
                    <a:pt x="346" y="319"/>
                    <a:pt x="346" y="318"/>
                    <a:pt x="346" y="317"/>
                  </a:cubicBezTo>
                  <a:close/>
                  <a:moveTo>
                    <a:pt x="346" y="365"/>
                  </a:moveTo>
                  <a:cubicBezTo>
                    <a:pt x="346" y="364"/>
                    <a:pt x="346" y="363"/>
                    <a:pt x="346" y="362"/>
                  </a:cubicBezTo>
                  <a:cubicBezTo>
                    <a:pt x="350" y="362"/>
                    <a:pt x="355" y="362"/>
                    <a:pt x="359" y="362"/>
                  </a:cubicBezTo>
                  <a:cubicBezTo>
                    <a:pt x="359" y="363"/>
                    <a:pt x="359" y="364"/>
                    <a:pt x="359" y="365"/>
                  </a:cubicBezTo>
                  <a:cubicBezTo>
                    <a:pt x="355" y="365"/>
                    <a:pt x="350" y="365"/>
                    <a:pt x="346" y="365"/>
                  </a:cubicBezTo>
                  <a:close/>
                  <a:moveTo>
                    <a:pt x="346" y="408"/>
                  </a:moveTo>
                  <a:cubicBezTo>
                    <a:pt x="350" y="408"/>
                    <a:pt x="355" y="408"/>
                    <a:pt x="359" y="408"/>
                  </a:cubicBezTo>
                  <a:cubicBezTo>
                    <a:pt x="359" y="409"/>
                    <a:pt x="359" y="409"/>
                    <a:pt x="359" y="410"/>
                  </a:cubicBezTo>
                  <a:cubicBezTo>
                    <a:pt x="355" y="410"/>
                    <a:pt x="350" y="410"/>
                    <a:pt x="346" y="410"/>
                  </a:cubicBezTo>
                  <a:cubicBezTo>
                    <a:pt x="346" y="409"/>
                    <a:pt x="346" y="409"/>
                    <a:pt x="346" y="408"/>
                  </a:cubicBezTo>
                  <a:close/>
                  <a:moveTo>
                    <a:pt x="346" y="453"/>
                  </a:moveTo>
                  <a:cubicBezTo>
                    <a:pt x="350" y="453"/>
                    <a:pt x="355" y="453"/>
                    <a:pt x="359" y="453"/>
                  </a:cubicBezTo>
                  <a:cubicBezTo>
                    <a:pt x="359" y="454"/>
                    <a:pt x="359" y="455"/>
                    <a:pt x="359" y="456"/>
                  </a:cubicBezTo>
                  <a:cubicBezTo>
                    <a:pt x="355" y="456"/>
                    <a:pt x="350" y="456"/>
                    <a:pt x="346" y="456"/>
                  </a:cubicBezTo>
                  <a:cubicBezTo>
                    <a:pt x="346" y="455"/>
                    <a:pt x="346" y="454"/>
                    <a:pt x="346" y="453"/>
                  </a:cubicBezTo>
                  <a:close/>
                  <a:moveTo>
                    <a:pt x="364" y="0"/>
                  </a:moveTo>
                  <a:cubicBezTo>
                    <a:pt x="369" y="0"/>
                    <a:pt x="373" y="0"/>
                    <a:pt x="377" y="0"/>
                  </a:cubicBezTo>
                  <a:cubicBezTo>
                    <a:pt x="377" y="1"/>
                    <a:pt x="377" y="2"/>
                    <a:pt x="377" y="3"/>
                  </a:cubicBezTo>
                  <a:cubicBezTo>
                    <a:pt x="373" y="3"/>
                    <a:pt x="369" y="3"/>
                    <a:pt x="364" y="3"/>
                  </a:cubicBezTo>
                  <a:cubicBezTo>
                    <a:pt x="364" y="2"/>
                    <a:pt x="364" y="1"/>
                    <a:pt x="364" y="0"/>
                  </a:cubicBezTo>
                  <a:close/>
                  <a:moveTo>
                    <a:pt x="364" y="45"/>
                  </a:moveTo>
                  <a:cubicBezTo>
                    <a:pt x="369" y="45"/>
                    <a:pt x="373" y="45"/>
                    <a:pt x="377" y="45"/>
                  </a:cubicBezTo>
                  <a:cubicBezTo>
                    <a:pt x="377" y="46"/>
                    <a:pt x="377" y="47"/>
                    <a:pt x="377" y="48"/>
                  </a:cubicBezTo>
                  <a:cubicBezTo>
                    <a:pt x="373" y="48"/>
                    <a:pt x="369" y="48"/>
                    <a:pt x="364" y="48"/>
                  </a:cubicBezTo>
                  <a:cubicBezTo>
                    <a:pt x="364" y="47"/>
                    <a:pt x="364" y="46"/>
                    <a:pt x="364" y="45"/>
                  </a:cubicBezTo>
                  <a:close/>
                  <a:moveTo>
                    <a:pt x="364" y="91"/>
                  </a:moveTo>
                  <a:cubicBezTo>
                    <a:pt x="369" y="91"/>
                    <a:pt x="373" y="91"/>
                    <a:pt x="377" y="91"/>
                  </a:cubicBezTo>
                  <a:cubicBezTo>
                    <a:pt x="377" y="92"/>
                    <a:pt x="377" y="92"/>
                    <a:pt x="377" y="93"/>
                  </a:cubicBezTo>
                  <a:cubicBezTo>
                    <a:pt x="373" y="93"/>
                    <a:pt x="369" y="93"/>
                    <a:pt x="364" y="93"/>
                  </a:cubicBezTo>
                  <a:cubicBezTo>
                    <a:pt x="364" y="92"/>
                    <a:pt x="364" y="92"/>
                    <a:pt x="364" y="91"/>
                  </a:cubicBezTo>
                  <a:close/>
                  <a:moveTo>
                    <a:pt x="364" y="136"/>
                  </a:moveTo>
                  <a:cubicBezTo>
                    <a:pt x="369" y="136"/>
                    <a:pt x="373" y="136"/>
                    <a:pt x="377" y="136"/>
                  </a:cubicBezTo>
                  <a:cubicBezTo>
                    <a:pt x="377" y="137"/>
                    <a:pt x="377" y="138"/>
                    <a:pt x="377" y="139"/>
                  </a:cubicBezTo>
                  <a:cubicBezTo>
                    <a:pt x="373" y="139"/>
                    <a:pt x="369" y="139"/>
                    <a:pt x="364" y="139"/>
                  </a:cubicBezTo>
                  <a:cubicBezTo>
                    <a:pt x="364" y="138"/>
                    <a:pt x="364" y="137"/>
                    <a:pt x="364" y="136"/>
                  </a:cubicBezTo>
                  <a:close/>
                  <a:moveTo>
                    <a:pt x="364" y="181"/>
                  </a:moveTo>
                  <a:cubicBezTo>
                    <a:pt x="369" y="181"/>
                    <a:pt x="373" y="181"/>
                    <a:pt x="377" y="181"/>
                  </a:cubicBezTo>
                  <a:cubicBezTo>
                    <a:pt x="377" y="182"/>
                    <a:pt x="377" y="183"/>
                    <a:pt x="377" y="184"/>
                  </a:cubicBezTo>
                  <a:cubicBezTo>
                    <a:pt x="373" y="184"/>
                    <a:pt x="369" y="184"/>
                    <a:pt x="364" y="184"/>
                  </a:cubicBezTo>
                  <a:cubicBezTo>
                    <a:pt x="364" y="183"/>
                    <a:pt x="364" y="182"/>
                    <a:pt x="364" y="181"/>
                  </a:cubicBezTo>
                  <a:close/>
                  <a:moveTo>
                    <a:pt x="364" y="227"/>
                  </a:moveTo>
                  <a:cubicBezTo>
                    <a:pt x="369" y="227"/>
                    <a:pt x="373" y="227"/>
                    <a:pt x="377" y="227"/>
                  </a:cubicBezTo>
                  <a:cubicBezTo>
                    <a:pt x="377" y="227"/>
                    <a:pt x="377" y="228"/>
                    <a:pt x="377" y="229"/>
                  </a:cubicBezTo>
                  <a:cubicBezTo>
                    <a:pt x="373" y="229"/>
                    <a:pt x="369" y="229"/>
                    <a:pt x="364" y="229"/>
                  </a:cubicBezTo>
                  <a:cubicBezTo>
                    <a:pt x="364" y="228"/>
                    <a:pt x="364" y="227"/>
                    <a:pt x="364" y="227"/>
                  </a:cubicBezTo>
                  <a:close/>
                  <a:moveTo>
                    <a:pt x="364" y="272"/>
                  </a:moveTo>
                  <a:cubicBezTo>
                    <a:pt x="369" y="272"/>
                    <a:pt x="373" y="272"/>
                    <a:pt x="377" y="272"/>
                  </a:cubicBezTo>
                  <a:cubicBezTo>
                    <a:pt x="377" y="273"/>
                    <a:pt x="377" y="274"/>
                    <a:pt x="377" y="274"/>
                  </a:cubicBezTo>
                  <a:cubicBezTo>
                    <a:pt x="373" y="274"/>
                    <a:pt x="369" y="274"/>
                    <a:pt x="364" y="274"/>
                  </a:cubicBezTo>
                  <a:cubicBezTo>
                    <a:pt x="364" y="274"/>
                    <a:pt x="364" y="273"/>
                    <a:pt x="364" y="272"/>
                  </a:cubicBezTo>
                  <a:close/>
                  <a:moveTo>
                    <a:pt x="364" y="317"/>
                  </a:moveTo>
                  <a:cubicBezTo>
                    <a:pt x="369" y="317"/>
                    <a:pt x="373" y="317"/>
                    <a:pt x="377" y="317"/>
                  </a:cubicBezTo>
                  <a:cubicBezTo>
                    <a:pt x="377" y="318"/>
                    <a:pt x="377" y="319"/>
                    <a:pt x="377" y="320"/>
                  </a:cubicBezTo>
                  <a:cubicBezTo>
                    <a:pt x="373" y="320"/>
                    <a:pt x="369" y="320"/>
                    <a:pt x="364" y="320"/>
                  </a:cubicBezTo>
                  <a:cubicBezTo>
                    <a:pt x="364" y="319"/>
                    <a:pt x="364" y="318"/>
                    <a:pt x="364" y="317"/>
                  </a:cubicBezTo>
                  <a:close/>
                  <a:moveTo>
                    <a:pt x="364" y="365"/>
                  </a:moveTo>
                  <a:cubicBezTo>
                    <a:pt x="364" y="364"/>
                    <a:pt x="364" y="363"/>
                    <a:pt x="364" y="362"/>
                  </a:cubicBezTo>
                  <a:cubicBezTo>
                    <a:pt x="369" y="362"/>
                    <a:pt x="373" y="362"/>
                    <a:pt x="377" y="362"/>
                  </a:cubicBezTo>
                  <a:cubicBezTo>
                    <a:pt x="377" y="363"/>
                    <a:pt x="377" y="364"/>
                    <a:pt x="377" y="365"/>
                  </a:cubicBezTo>
                  <a:cubicBezTo>
                    <a:pt x="373" y="365"/>
                    <a:pt x="369" y="365"/>
                    <a:pt x="364" y="365"/>
                  </a:cubicBezTo>
                  <a:close/>
                  <a:moveTo>
                    <a:pt x="364" y="408"/>
                  </a:moveTo>
                  <a:cubicBezTo>
                    <a:pt x="369" y="408"/>
                    <a:pt x="373" y="408"/>
                    <a:pt x="377" y="408"/>
                  </a:cubicBezTo>
                  <a:cubicBezTo>
                    <a:pt x="377" y="409"/>
                    <a:pt x="377" y="409"/>
                    <a:pt x="377" y="410"/>
                  </a:cubicBezTo>
                  <a:cubicBezTo>
                    <a:pt x="373" y="410"/>
                    <a:pt x="369" y="410"/>
                    <a:pt x="364" y="410"/>
                  </a:cubicBezTo>
                  <a:cubicBezTo>
                    <a:pt x="364" y="409"/>
                    <a:pt x="364" y="409"/>
                    <a:pt x="364" y="408"/>
                  </a:cubicBezTo>
                  <a:close/>
                  <a:moveTo>
                    <a:pt x="364" y="453"/>
                  </a:moveTo>
                  <a:cubicBezTo>
                    <a:pt x="369" y="453"/>
                    <a:pt x="373" y="453"/>
                    <a:pt x="377" y="453"/>
                  </a:cubicBezTo>
                  <a:cubicBezTo>
                    <a:pt x="377" y="454"/>
                    <a:pt x="377" y="455"/>
                    <a:pt x="377" y="456"/>
                  </a:cubicBezTo>
                  <a:cubicBezTo>
                    <a:pt x="373" y="456"/>
                    <a:pt x="369" y="456"/>
                    <a:pt x="364" y="456"/>
                  </a:cubicBezTo>
                  <a:cubicBezTo>
                    <a:pt x="364" y="455"/>
                    <a:pt x="364" y="454"/>
                    <a:pt x="364" y="453"/>
                  </a:cubicBezTo>
                  <a:close/>
                  <a:moveTo>
                    <a:pt x="383" y="0"/>
                  </a:moveTo>
                  <a:cubicBezTo>
                    <a:pt x="387" y="0"/>
                    <a:pt x="391" y="0"/>
                    <a:pt x="396" y="0"/>
                  </a:cubicBezTo>
                  <a:cubicBezTo>
                    <a:pt x="396" y="1"/>
                    <a:pt x="396" y="2"/>
                    <a:pt x="396" y="3"/>
                  </a:cubicBezTo>
                  <a:cubicBezTo>
                    <a:pt x="391" y="3"/>
                    <a:pt x="387" y="3"/>
                    <a:pt x="383" y="3"/>
                  </a:cubicBezTo>
                  <a:cubicBezTo>
                    <a:pt x="383" y="2"/>
                    <a:pt x="383" y="1"/>
                    <a:pt x="383" y="0"/>
                  </a:cubicBezTo>
                  <a:close/>
                  <a:moveTo>
                    <a:pt x="383" y="45"/>
                  </a:moveTo>
                  <a:cubicBezTo>
                    <a:pt x="387" y="45"/>
                    <a:pt x="391" y="45"/>
                    <a:pt x="396" y="45"/>
                  </a:cubicBezTo>
                  <a:cubicBezTo>
                    <a:pt x="396" y="46"/>
                    <a:pt x="396" y="47"/>
                    <a:pt x="396" y="48"/>
                  </a:cubicBezTo>
                  <a:cubicBezTo>
                    <a:pt x="391" y="48"/>
                    <a:pt x="387" y="48"/>
                    <a:pt x="383" y="48"/>
                  </a:cubicBezTo>
                  <a:cubicBezTo>
                    <a:pt x="383" y="47"/>
                    <a:pt x="383" y="46"/>
                    <a:pt x="383" y="45"/>
                  </a:cubicBezTo>
                  <a:close/>
                  <a:moveTo>
                    <a:pt x="383" y="91"/>
                  </a:moveTo>
                  <a:cubicBezTo>
                    <a:pt x="387" y="91"/>
                    <a:pt x="391" y="91"/>
                    <a:pt x="396" y="91"/>
                  </a:cubicBezTo>
                  <a:cubicBezTo>
                    <a:pt x="396" y="92"/>
                    <a:pt x="396" y="92"/>
                    <a:pt x="396" y="93"/>
                  </a:cubicBezTo>
                  <a:cubicBezTo>
                    <a:pt x="391" y="93"/>
                    <a:pt x="387" y="93"/>
                    <a:pt x="383" y="93"/>
                  </a:cubicBezTo>
                  <a:cubicBezTo>
                    <a:pt x="383" y="92"/>
                    <a:pt x="383" y="92"/>
                    <a:pt x="383" y="91"/>
                  </a:cubicBezTo>
                  <a:close/>
                  <a:moveTo>
                    <a:pt x="383" y="136"/>
                  </a:moveTo>
                  <a:cubicBezTo>
                    <a:pt x="387" y="136"/>
                    <a:pt x="391" y="136"/>
                    <a:pt x="396" y="136"/>
                  </a:cubicBezTo>
                  <a:cubicBezTo>
                    <a:pt x="396" y="137"/>
                    <a:pt x="396" y="138"/>
                    <a:pt x="396" y="139"/>
                  </a:cubicBezTo>
                  <a:cubicBezTo>
                    <a:pt x="391" y="139"/>
                    <a:pt x="387" y="139"/>
                    <a:pt x="383" y="139"/>
                  </a:cubicBezTo>
                  <a:cubicBezTo>
                    <a:pt x="383" y="138"/>
                    <a:pt x="383" y="137"/>
                    <a:pt x="383" y="136"/>
                  </a:cubicBezTo>
                  <a:close/>
                  <a:moveTo>
                    <a:pt x="383" y="181"/>
                  </a:moveTo>
                  <a:cubicBezTo>
                    <a:pt x="387" y="181"/>
                    <a:pt x="391" y="181"/>
                    <a:pt x="396" y="181"/>
                  </a:cubicBezTo>
                  <a:cubicBezTo>
                    <a:pt x="396" y="182"/>
                    <a:pt x="396" y="183"/>
                    <a:pt x="396" y="184"/>
                  </a:cubicBezTo>
                  <a:cubicBezTo>
                    <a:pt x="391" y="184"/>
                    <a:pt x="387" y="184"/>
                    <a:pt x="383" y="184"/>
                  </a:cubicBezTo>
                  <a:cubicBezTo>
                    <a:pt x="383" y="183"/>
                    <a:pt x="383" y="182"/>
                    <a:pt x="383" y="181"/>
                  </a:cubicBezTo>
                  <a:close/>
                  <a:moveTo>
                    <a:pt x="383" y="227"/>
                  </a:moveTo>
                  <a:cubicBezTo>
                    <a:pt x="387" y="227"/>
                    <a:pt x="391" y="227"/>
                    <a:pt x="396" y="227"/>
                  </a:cubicBezTo>
                  <a:cubicBezTo>
                    <a:pt x="396" y="227"/>
                    <a:pt x="396" y="228"/>
                    <a:pt x="396" y="229"/>
                  </a:cubicBezTo>
                  <a:cubicBezTo>
                    <a:pt x="391" y="229"/>
                    <a:pt x="387" y="229"/>
                    <a:pt x="383" y="229"/>
                  </a:cubicBezTo>
                  <a:cubicBezTo>
                    <a:pt x="383" y="228"/>
                    <a:pt x="383" y="227"/>
                    <a:pt x="383" y="227"/>
                  </a:cubicBezTo>
                  <a:close/>
                  <a:moveTo>
                    <a:pt x="383" y="272"/>
                  </a:moveTo>
                  <a:cubicBezTo>
                    <a:pt x="387" y="272"/>
                    <a:pt x="391" y="272"/>
                    <a:pt x="396" y="272"/>
                  </a:cubicBezTo>
                  <a:cubicBezTo>
                    <a:pt x="396" y="273"/>
                    <a:pt x="396" y="274"/>
                    <a:pt x="396" y="274"/>
                  </a:cubicBezTo>
                  <a:cubicBezTo>
                    <a:pt x="391" y="274"/>
                    <a:pt x="387" y="274"/>
                    <a:pt x="383" y="274"/>
                  </a:cubicBezTo>
                  <a:cubicBezTo>
                    <a:pt x="383" y="274"/>
                    <a:pt x="383" y="273"/>
                    <a:pt x="383" y="272"/>
                  </a:cubicBezTo>
                  <a:close/>
                  <a:moveTo>
                    <a:pt x="383" y="317"/>
                  </a:moveTo>
                  <a:cubicBezTo>
                    <a:pt x="387" y="317"/>
                    <a:pt x="391" y="317"/>
                    <a:pt x="396" y="317"/>
                  </a:cubicBezTo>
                  <a:cubicBezTo>
                    <a:pt x="396" y="318"/>
                    <a:pt x="396" y="319"/>
                    <a:pt x="396" y="320"/>
                  </a:cubicBezTo>
                  <a:cubicBezTo>
                    <a:pt x="391" y="320"/>
                    <a:pt x="387" y="320"/>
                    <a:pt x="383" y="320"/>
                  </a:cubicBezTo>
                  <a:cubicBezTo>
                    <a:pt x="383" y="319"/>
                    <a:pt x="383" y="318"/>
                    <a:pt x="383" y="317"/>
                  </a:cubicBezTo>
                  <a:close/>
                  <a:moveTo>
                    <a:pt x="383" y="365"/>
                  </a:moveTo>
                  <a:cubicBezTo>
                    <a:pt x="383" y="364"/>
                    <a:pt x="383" y="363"/>
                    <a:pt x="383" y="362"/>
                  </a:cubicBezTo>
                  <a:cubicBezTo>
                    <a:pt x="387" y="362"/>
                    <a:pt x="391" y="362"/>
                    <a:pt x="396" y="362"/>
                  </a:cubicBezTo>
                  <a:cubicBezTo>
                    <a:pt x="396" y="363"/>
                    <a:pt x="396" y="364"/>
                    <a:pt x="396" y="365"/>
                  </a:cubicBezTo>
                  <a:cubicBezTo>
                    <a:pt x="391" y="365"/>
                    <a:pt x="387" y="365"/>
                    <a:pt x="383" y="365"/>
                  </a:cubicBezTo>
                  <a:close/>
                  <a:moveTo>
                    <a:pt x="383" y="408"/>
                  </a:moveTo>
                  <a:cubicBezTo>
                    <a:pt x="387" y="408"/>
                    <a:pt x="391" y="408"/>
                    <a:pt x="396" y="408"/>
                  </a:cubicBezTo>
                  <a:cubicBezTo>
                    <a:pt x="396" y="409"/>
                    <a:pt x="396" y="409"/>
                    <a:pt x="396" y="410"/>
                  </a:cubicBezTo>
                  <a:cubicBezTo>
                    <a:pt x="391" y="410"/>
                    <a:pt x="387" y="410"/>
                    <a:pt x="383" y="410"/>
                  </a:cubicBezTo>
                  <a:cubicBezTo>
                    <a:pt x="383" y="409"/>
                    <a:pt x="383" y="409"/>
                    <a:pt x="383" y="408"/>
                  </a:cubicBezTo>
                  <a:close/>
                  <a:moveTo>
                    <a:pt x="383" y="453"/>
                  </a:moveTo>
                  <a:cubicBezTo>
                    <a:pt x="387" y="453"/>
                    <a:pt x="391" y="453"/>
                    <a:pt x="396" y="453"/>
                  </a:cubicBezTo>
                  <a:cubicBezTo>
                    <a:pt x="396" y="454"/>
                    <a:pt x="396" y="455"/>
                    <a:pt x="396" y="456"/>
                  </a:cubicBezTo>
                  <a:cubicBezTo>
                    <a:pt x="391" y="456"/>
                    <a:pt x="387" y="456"/>
                    <a:pt x="383" y="456"/>
                  </a:cubicBezTo>
                  <a:cubicBezTo>
                    <a:pt x="383" y="455"/>
                    <a:pt x="383" y="454"/>
                    <a:pt x="383" y="453"/>
                  </a:cubicBezTo>
                  <a:close/>
                  <a:moveTo>
                    <a:pt x="401" y="0"/>
                  </a:moveTo>
                  <a:cubicBezTo>
                    <a:pt x="405" y="0"/>
                    <a:pt x="409" y="0"/>
                    <a:pt x="414" y="0"/>
                  </a:cubicBezTo>
                  <a:cubicBezTo>
                    <a:pt x="414" y="1"/>
                    <a:pt x="414" y="2"/>
                    <a:pt x="414" y="3"/>
                  </a:cubicBezTo>
                  <a:cubicBezTo>
                    <a:pt x="409" y="3"/>
                    <a:pt x="405" y="3"/>
                    <a:pt x="401" y="3"/>
                  </a:cubicBezTo>
                  <a:cubicBezTo>
                    <a:pt x="401" y="2"/>
                    <a:pt x="401" y="1"/>
                    <a:pt x="401" y="0"/>
                  </a:cubicBezTo>
                  <a:close/>
                  <a:moveTo>
                    <a:pt x="401" y="45"/>
                  </a:moveTo>
                  <a:cubicBezTo>
                    <a:pt x="405" y="45"/>
                    <a:pt x="409" y="45"/>
                    <a:pt x="414" y="45"/>
                  </a:cubicBezTo>
                  <a:cubicBezTo>
                    <a:pt x="414" y="46"/>
                    <a:pt x="414" y="47"/>
                    <a:pt x="414" y="48"/>
                  </a:cubicBezTo>
                  <a:cubicBezTo>
                    <a:pt x="409" y="48"/>
                    <a:pt x="405" y="48"/>
                    <a:pt x="401" y="48"/>
                  </a:cubicBezTo>
                  <a:cubicBezTo>
                    <a:pt x="401" y="47"/>
                    <a:pt x="401" y="46"/>
                    <a:pt x="401" y="45"/>
                  </a:cubicBezTo>
                  <a:close/>
                  <a:moveTo>
                    <a:pt x="401" y="91"/>
                  </a:moveTo>
                  <a:cubicBezTo>
                    <a:pt x="405" y="91"/>
                    <a:pt x="409" y="91"/>
                    <a:pt x="414" y="91"/>
                  </a:cubicBezTo>
                  <a:cubicBezTo>
                    <a:pt x="414" y="92"/>
                    <a:pt x="414" y="92"/>
                    <a:pt x="414" y="93"/>
                  </a:cubicBezTo>
                  <a:cubicBezTo>
                    <a:pt x="409" y="93"/>
                    <a:pt x="405" y="93"/>
                    <a:pt x="401" y="93"/>
                  </a:cubicBezTo>
                  <a:cubicBezTo>
                    <a:pt x="401" y="92"/>
                    <a:pt x="401" y="92"/>
                    <a:pt x="401" y="91"/>
                  </a:cubicBezTo>
                  <a:close/>
                  <a:moveTo>
                    <a:pt x="401" y="136"/>
                  </a:moveTo>
                  <a:cubicBezTo>
                    <a:pt x="405" y="136"/>
                    <a:pt x="409" y="136"/>
                    <a:pt x="414" y="136"/>
                  </a:cubicBezTo>
                  <a:cubicBezTo>
                    <a:pt x="414" y="137"/>
                    <a:pt x="414" y="138"/>
                    <a:pt x="414" y="139"/>
                  </a:cubicBezTo>
                  <a:cubicBezTo>
                    <a:pt x="409" y="139"/>
                    <a:pt x="405" y="139"/>
                    <a:pt x="401" y="139"/>
                  </a:cubicBezTo>
                  <a:cubicBezTo>
                    <a:pt x="401" y="138"/>
                    <a:pt x="401" y="137"/>
                    <a:pt x="401" y="136"/>
                  </a:cubicBezTo>
                  <a:close/>
                  <a:moveTo>
                    <a:pt x="401" y="181"/>
                  </a:moveTo>
                  <a:cubicBezTo>
                    <a:pt x="405" y="181"/>
                    <a:pt x="409" y="181"/>
                    <a:pt x="414" y="181"/>
                  </a:cubicBezTo>
                  <a:cubicBezTo>
                    <a:pt x="414" y="182"/>
                    <a:pt x="414" y="183"/>
                    <a:pt x="414" y="184"/>
                  </a:cubicBezTo>
                  <a:cubicBezTo>
                    <a:pt x="409" y="184"/>
                    <a:pt x="405" y="184"/>
                    <a:pt x="401" y="184"/>
                  </a:cubicBezTo>
                  <a:cubicBezTo>
                    <a:pt x="401" y="183"/>
                    <a:pt x="401" y="182"/>
                    <a:pt x="401" y="181"/>
                  </a:cubicBezTo>
                  <a:close/>
                  <a:moveTo>
                    <a:pt x="401" y="227"/>
                  </a:moveTo>
                  <a:cubicBezTo>
                    <a:pt x="405" y="227"/>
                    <a:pt x="409" y="227"/>
                    <a:pt x="414" y="227"/>
                  </a:cubicBezTo>
                  <a:cubicBezTo>
                    <a:pt x="414" y="227"/>
                    <a:pt x="414" y="228"/>
                    <a:pt x="414" y="229"/>
                  </a:cubicBezTo>
                  <a:cubicBezTo>
                    <a:pt x="409" y="229"/>
                    <a:pt x="405" y="229"/>
                    <a:pt x="401" y="229"/>
                  </a:cubicBezTo>
                  <a:cubicBezTo>
                    <a:pt x="401" y="228"/>
                    <a:pt x="401" y="227"/>
                    <a:pt x="401" y="227"/>
                  </a:cubicBezTo>
                  <a:close/>
                  <a:moveTo>
                    <a:pt x="401" y="272"/>
                  </a:moveTo>
                  <a:cubicBezTo>
                    <a:pt x="405" y="272"/>
                    <a:pt x="409" y="272"/>
                    <a:pt x="414" y="272"/>
                  </a:cubicBezTo>
                  <a:cubicBezTo>
                    <a:pt x="414" y="273"/>
                    <a:pt x="414" y="274"/>
                    <a:pt x="414" y="274"/>
                  </a:cubicBezTo>
                  <a:cubicBezTo>
                    <a:pt x="409" y="274"/>
                    <a:pt x="405" y="274"/>
                    <a:pt x="401" y="274"/>
                  </a:cubicBezTo>
                  <a:cubicBezTo>
                    <a:pt x="401" y="274"/>
                    <a:pt x="401" y="273"/>
                    <a:pt x="401" y="272"/>
                  </a:cubicBezTo>
                  <a:close/>
                  <a:moveTo>
                    <a:pt x="401" y="317"/>
                  </a:moveTo>
                  <a:cubicBezTo>
                    <a:pt x="405" y="317"/>
                    <a:pt x="409" y="317"/>
                    <a:pt x="414" y="317"/>
                  </a:cubicBezTo>
                  <a:cubicBezTo>
                    <a:pt x="414" y="318"/>
                    <a:pt x="414" y="319"/>
                    <a:pt x="414" y="320"/>
                  </a:cubicBezTo>
                  <a:cubicBezTo>
                    <a:pt x="409" y="320"/>
                    <a:pt x="405" y="320"/>
                    <a:pt x="401" y="320"/>
                  </a:cubicBezTo>
                  <a:cubicBezTo>
                    <a:pt x="401" y="319"/>
                    <a:pt x="401" y="318"/>
                    <a:pt x="401" y="317"/>
                  </a:cubicBezTo>
                  <a:close/>
                  <a:moveTo>
                    <a:pt x="401" y="365"/>
                  </a:moveTo>
                  <a:cubicBezTo>
                    <a:pt x="401" y="364"/>
                    <a:pt x="401" y="363"/>
                    <a:pt x="401" y="362"/>
                  </a:cubicBezTo>
                  <a:cubicBezTo>
                    <a:pt x="405" y="362"/>
                    <a:pt x="409" y="362"/>
                    <a:pt x="414" y="362"/>
                  </a:cubicBezTo>
                  <a:cubicBezTo>
                    <a:pt x="414" y="363"/>
                    <a:pt x="414" y="364"/>
                    <a:pt x="414" y="365"/>
                  </a:cubicBezTo>
                  <a:cubicBezTo>
                    <a:pt x="409" y="365"/>
                    <a:pt x="405" y="365"/>
                    <a:pt x="401" y="365"/>
                  </a:cubicBezTo>
                  <a:close/>
                  <a:moveTo>
                    <a:pt x="401" y="408"/>
                  </a:moveTo>
                  <a:cubicBezTo>
                    <a:pt x="405" y="408"/>
                    <a:pt x="409" y="408"/>
                    <a:pt x="414" y="408"/>
                  </a:cubicBezTo>
                  <a:cubicBezTo>
                    <a:pt x="414" y="409"/>
                    <a:pt x="414" y="409"/>
                    <a:pt x="414" y="410"/>
                  </a:cubicBezTo>
                  <a:cubicBezTo>
                    <a:pt x="409" y="410"/>
                    <a:pt x="405" y="410"/>
                    <a:pt x="401" y="410"/>
                  </a:cubicBezTo>
                  <a:cubicBezTo>
                    <a:pt x="401" y="409"/>
                    <a:pt x="401" y="409"/>
                    <a:pt x="401" y="408"/>
                  </a:cubicBezTo>
                  <a:close/>
                  <a:moveTo>
                    <a:pt x="401" y="453"/>
                  </a:moveTo>
                  <a:cubicBezTo>
                    <a:pt x="405" y="453"/>
                    <a:pt x="409" y="453"/>
                    <a:pt x="414" y="453"/>
                  </a:cubicBezTo>
                  <a:cubicBezTo>
                    <a:pt x="414" y="454"/>
                    <a:pt x="414" y="455"/>
                    <a:pt x="414" y="456"/>
                  </a:cubicBezTo>
                  <a:cubicBezTo>
                    <a:pt x="409" y="456"/>
                    <a:pt x="405" y="456"/>
                    <a:pt x="401" y="456"/>
                  </a:cubicBezTo>
                  <a:cubicBezTo>
                    <a:pt x="401" y="455"/>
                    <a:pt x="401" y="454"/>
                    <a:pt x="401" y="453"/>
                  </a:cubicBezTo>
                  <a:close/>
                  <a:moveTo>
                    <a:pt x="419" y="0"/>
                  </a:moveTo>
                  <a:cubicBezTo>
                    <a:pt x="423" y="0"/>
                    <a:pt x="428" y="0"/>
                    <a:pt x="432" y="0"/>
                  </a:cubicBezTo>
                  <a:cubicBezTo>
                    <a:pt x="432" y="1"/>
                    <a:pt x="432" y="2"/>
                    <a:pt x="432" y="3"/>
                  </a:cubicBezTo>
                  <a:cubicBezTo>
                    <a:pt x="428" y="3"/>
                    <a:pt x="423" y="3"/>
                    <a:pt x="419" y="3"/>
                  </a:cubicBezTo>
                  <a:cubicBezTo>
                    <a:pt x="419" y="2"/>
                    <a:pt x="419" y="1"/>
                    <a:pt x="419" y="0"/>
                  </a:cubicBezTo>
                  <a:close/>
                  <a:moveTo>
                    <a:pt x="419" y="45"/>
                  </a:moveTo>
                  <a:cubicBezTo>
                    <a:pt x="423" y="45"/>
                    <a:pt x="428" y="45"/>
                    <a:pt x="432" y="45"/>
                  </a:cubicBezTo>
                  <a:cubicBezTo>
                    <a:pt x="432" y="46"/>
                    <a:pt x="432" y="47"/>
                    <a:pt x="432" y="48"/>
                  </a:cubicBezTo>
                  <a:cubicBezTo>
                    <a:pt x="428" y="48"/>
                    <a:pt x="423" y="48"/>
                    <a:pt x="419" y="48"/>
                  </a:cubicBezTo>
                  <a:cubicBezTo>
                    <a:pt x="419" y="47"/>
                    <a:pt x="419" y="46"/>
                    <a:pt x="419" y="45"/>
                  </a:cubicBezTo>
                  <a:close/>
                  <a:moveTo>
                    <a:pt x="419" y="91"/>
                  </a:moveTo>
                  <a:cubicBezTo>
                    <a:pt x="423" y="91"/>
                    <a:pt x="428" y="91"/>
                    <a:pt x="432" y="91"/>
                  </a:cubicBezTo>
                  <a:cubicBezTo>
                    <a:pt x="432" y="92"/>
                    <a:pt x="432" y="92"/>
                    <a:pt x="432" y="93"/>
                  </a:cubicBezTo>
                  <a:cubicBezTo>
                    <a:pt x="428" y="93"/>
                    <a:pt x="423" y="93"/>
                    <a:pt x="419" y="93"/>
                  </a:cubicBezTo>
                  <a:cubicBezTo>
                    <a:pt x="419" y="92"/>
                    <a:pt x="419" y="92"/>
                    <a:pt x="419" y="91"/>
                  </a:cubicBezTo>
                  <a:close/>
                  <a:moveTo>
                    <a:pt x="419" y="136"/>
                  </a:moveTo>
                  <a:cubicBezTo>
                    <a:pt x="423" y="136"/>
                    <a:pt x="428" y="136"/>
                    <a:pt x="432" y="136"/>
                  </a:cubicBezTo>
                  <a:cubicBezTo>
                    <a:pt x="432" y="137"/>
                    <a:pt x="432" y="138"/>
                    <a:pt x="432" y="139"/>
                  </a:cubicBezTo>
                  <a:cubicBezTo>
                    <a:pt x="428" y="139"/>
                    <a:pt x="423" y="139"/>
                    <a:pt x="419" y="139"/>
                  </a:cubicBezTo>
                  <a:cubicBezTo>
                    <a:pt x="419" y="138"/>
                    <a:pt x="419" y="137"/>
                    <a:pt x="419" y="136"/>
                  </a:cubicBezTo>
                  <a:close/>
                  <a:moveTo>
                    <a:pt x="419" y="181"/>
                  </a:moveTo>
                  <a:cubicBezTo>
                    <a:pt x="423" y="181"/>
                    <a:pt x="428" y="181"/>
                    <a:pt x="432" y="181"/>
                  </a:cubicBezTo>
                  <a:cubicBezTo>
                    <a:pt x="432" y="182"/>
                    <a:pt x="432" y="183"/>
                    <a:pt x="432" y="184"/>
                  </a:cubicBezTo>
                  <a:cubicBezTo>
                    <a:pt x="428" y="184"/>
                    <a:pt x="423" y="184"/>
                    <a:pt x="419" y="184"/>
                  </a:cubicBezTo>
                  <a:cubicBezTo>
                    <a:pt x="419" y="183"/>
                    <a:pt x="419" y="182"/>
                    <a:pt x="419" y="181"/>
                  </a:cubicBezTo>
                  <a:close/>
                  <a:moveTo>
                    <a:pt x="419" y="227"/>
                  </a:moveTo>
                  <a:cubicBezTo>
                    <a:pt x="423" y="227"/>
                    <a:pt x="428" y="227"/>
                    <a:pt x="432" y="227"/>
                  </a:cubicBezTo>
                  <a:cubicBezTo>
                    <a:pt x="432" y="227"/>
                    <a:pt x="432" y="228"/>
                    <a:pt x="432" y="229"/>
                  </a:cubicBezTo>
                  <a:cubicBezTo>
                    <a:pt x="428" y="229"/>
                    <a:pt x="423" y="229"/>
                    <a:pt x="419" y="229"/>
                  </a:cubicBezTo>
                  <a:cubicBezTo>
                    <a:pt x="419" y="228"/>
                    <a:pt x="419" y="227"/>
                    <a:pt x="419" y="227"/>
                  </a:cubicBezTo>
                  <a:close/>
                  <a:moveTo>
                    <a:pt x="419" y="272"/>
                  </a:moveTo>
                  <a:cubicBezTo>
                    <a:pt x="423" y="272"/>
                    <a:pt x="428" y="272"/>
                    <a:pt x="432" y="272"/>
                  </a:cubicBezTo>
                  <a:cubicBezTo>
                    <a:pt x="432" y="273"/>
                    <a:pt x="432" y="274"/>
                    <a:pt x="432" y="274"/>
                  </a:cubicBezTo>
                  <a:cubicBezTo>
                    <a:pt x="428" y="274"/>
                    <a:pt x="423" y="274"/>
                    <a:pt x="419" y="274"/>
                  </a:cubicBezTo>
                  <a:cubicBezTo>
                    <a:pt x="419" y="274"/>
                    <a:pt x="419" y="273"/>
                    <a:pt x="419" y="272"/>
                  </a:cubicBezTo>
                  <a:close/>
                  <a:moveTo>
                    <a:pt x="419" y="317"/>
                  </a:moveTo>
                  <a:cubicBezTo>
                    <a:pt x="423" y="317"/>
                    <a:pt x="428" y="317"/>
                    <a:pt x="432" y="317"/>
                  </a:cubicBezTo>
                  <a:cubicBezTo>
                    <a:pt x="432" y="318"/>
                    <a:pt x="432" y="319"/>
                    <a:pt x="432" y="320"/>
                  </a:cubicBezTo>
                  <a:cubicBezTo>
                    <a:pt x="428" y="320"/>
                    <a:pt x="423" y="320"/>
                    <a:pt x="419" y="320"/>
                  </a:cubicBezTo>
                  <a:cubicBezTo>
                    <a:pt x="419" y="319"/>
                    <a:pt x="419" y="318"/>
                    <a:pt x="419" y="317"/>
                  </a:cubicBezTo>
                  <a:close/>
                  <a:moveTo>
                    <a:pt x="419" y="365"/>
                  </a:moveTo>
                  <a:cubicBezTo>
                    <a:pt x="419" y="364"/>
                    <a:pt x="419" y="363"/>
                    <a:pt x="419" y="362"/>
                  </a:cubicBezTo>
                  <a:cubicBezTo>
                    <a:pt x="423" y="362"/>
                    <a:pt x="428" y="362"/>
                    <a:pt x="432" y="362"/>
                  </a:cubicBezTo>
                  <a:cubicBezTo>
                    <a:pt x="432" y="363"/>
                    <a:pt x="432" y="364"/>
                    <a:pt x="432" y="365"/>
                  </a:cubicBezTo>
                  <a:cubicBezTo>
                    <a:pt x="428" y="365"/>
                    <a:pt x="423" y="365"/>
                    <a:pt x="419" y="365"/>
                  </a:cubicBezTo>
                  <a:close/>
                  <a:moveTo>
                    <a:pt x="419" y="408"/>
                  </a:moveTo>
                  <a:cubicBezTo>
                    <a:pt x="423" y="408"/>
                    <a:pt x="428" y="408"/>
                    <a:pt x="432" y="408"/>
                  </a:cubicBezTo>
                  <a:cubicBezTo>
                    <a:pt x="432" y="409"/>
                    <a:pt x="432" y="409"/>
                    <a:pt x="432" y="410"/>
                  </a:cubicBezTo>
                  <a:cubicBezTo>
                    <a:pt x="428" y="410"/>
                    <a:pt x="423" y="410"/>
                    <a:pt x="419" y="410"/>
                  </a:cubicBezTo>
                  <a:cubicBezTo>
                    <a:pt x="419" y="409"/>
                    <a:pt x="419" y="409"/>
                    <a:pt x="419" y="408"/>
                  </a:cubicBezTo>
                  <a:close/>
                  <a:moveTo>
                    <a:pt x="419" y="453"/>
                  </a:moveTo>
                  <a:cubicBezTo>
                    <a:pt x="423" y="453"/>
                    <a:pt x="428" y="453"/>
                    <a:pt x="432" y="453"/>
                  </a:cubicBezTo>
                  <a:cubicBezTo>
                    <a:pt x="432" y="454"/>
                    <a:pt x="432" y="455"/>
                    <a:pt x="432" y="456"/>
                  </a:cubicBezTo>
                  <a:cubicBezTo>
                    <a:pt x="428" y="456"/>
                    <a:pt x="423" y="456"/>
                    <a:pt x="419" y="456"/>
                  </a:cubicBezTo>
                  <a:cubicBezTo>
                    <a:pt x="419" y="455"/>
                    <a:pt x="419" y="454"/>
                    <a:pt x="419" y="453"/>
                  </a:cubicBezTo>
                  <a:close/>
                  <a:moveTo>
                    <a:pt x="437" y="0"/>
                  </a:moveTo>
                  <a:cubicBezTo>
                    <a:pt x="442" y="0"/>
                    <a:pt x="446" y="0"/>
                    <a:pt x="450" y="0"/>
                  </a:cubicBezTo>
                  <a:cubicBezTo>
                    <a:pt x="450" y="1"/>
                    <a:pt x="450" y="2"/>
                    <a:pt x="450" y="3"/>
                  </a:cubicBezTo>
                  <a:cubicBezTo>
                    <a:pt x="446" y="3"/>
                    <a:pt x="442" y="3"/>
                    <a:pt x="437" y="3"/>
                  </a:cubicBezTo>
                  <a:cubicBezTo>
                    <a:pt x="437" y="2"/>
                    <a:pt x="437" y="1"/>
                    <a:pt x="437" y="0"/>
                  </a:cubicBezTo>
                  <a:close/>
                  <a:moveTo>
                    <a:pt x="437" y="45"/>
                  </a:moveTo>
                  <a:cubicBezTo>
                    <a:pt x="442" y="45"/>
                    <a:pt x="446" y="45"/>
                    <a:pt x="450" y="45"/>
                  </a:cubicBezTo>
                  <a:cubicBezTo>
                    <a:pt x="450" y="46"/>
                    <a:pt x="450" y="47"/>
                    <a:pt x="450" y="48"/>
                  </a:cubicBezTo>
                  <a:cubicBezTo>
                    <a:pt x="446" y="48"/>
                    <a:pt x="442" y="48"/>
                    <a:pt x="437" y="48"/>
                  </a:cubicBezTo>
                  <a:cubicBezTo>
                    <a:pt x="437" y="47"/>
                    <a:pt x="437" y="46"/>
                    <a:pt x="437" y="45"/>
                  </a:cubicBezTo>
                  <a:close/>
                  <a:moveTo>
                    <a:pt x="437" y="91"/>
                  </a:moveTo>
                  <a:cubicBezTo>
                    <a:pt x="442" y="91"/>
                    <a:pt x="446" y="91"/>
                    <a:pt x="450" y="91"/>
                  </a:cubicBezTo>
                  <a:cubicBezTo>
                    <a:pt x="450" y="92"/>
                    <a:pt x="450" y="92"/>
                    <a:pt x="450" y="93"/>
                  </a:cubicBezTo>
                  <a:cubicBezTo>
                    <a:pt x="446" y="93"/>
                    <a:pt x="442" y="93"/>
                    <a:pt x="437" y="93"/>
                  </a:cubicBezTo>
                  <a:cubicBezTo>
                    <a:pt x="437" y="92"/>
                    <a:pt x="437" y="92"/>
                    <a:pt x="437" y="91"/>
                  </a:cubicBezTo>
                  <a:close/>
                  <a:moveTo>
                    <a:pt x="437" y="136"/>
                  </a:moveTo>
                  <a:cubicBezTo>
                    <a:pt x="442" y="136"/>
                    <a:pt x="446" y="136"/>
                    <a:pt x="450" y="136"/>
                  </a:cubicBezTo>
                  <a:cubicBezTo>
                    <a:pt x="450" y="137"/>
                    <a:pt x="450" y="138"/>
                    <a:pt x="450" y="139"/>
                  </a:cubicBezTo>
                  <a:cubicBezTo>
                    <a:pt x="446" y="139"/>
                    <a:pt x="442" y="139"/>
                    <a:pt x="437" y="139"/>
                  </a:cubicBezTo>
                  <a:cubicBezTo>
                    <a:pt x="437" y="138"/>
                    <a:pt x="437" y="137"/>
                    <a:pt x="437" y="136"/>
                  </a:cubicBezTo>
                  <a:close/>
                  <a:moveTo>
                    <a:pt x="437" y="181"/>
                  </a:moveTo>
                  <a:cubicBezTo>
                    <a:pt x="442" y="181"/>
                    <a:pt x="446" y="181"/>
                    <a:pt x="450" y="181"/>
                  </a:cubicBezTo>
                  <a:cubicBezTo>
                    <a:pt x="450" y="182"/>
                    <a:pt x="450" y="183"/>
                    <a:pt x="450" y="184"/>
                  </a:cubicBezTo>
                  <a:cubicBezTo>
                    <a:pt x="446" y="184"/>
                    <a:pt x="442" y="184"/>
                    <a:pt x="437" y="184"/>
                  </a:cubicBezTo>
                  <a:cubicBezTo>
                    <a:pt x="437" y="183"/>
                    <a:pt x="437" y="182"/>
                    <a:pt x="437" y="181"/>
                  </a:cubicBezTo>
                  <a:close/>
                  <a:moveTo>
                    <a:pt x="437" y="227"/>
                  </a:moveTo>
                  <a:cubicBezTo>
                    <a:pt x="442" y="227"/>
                    <a:pt x="446" y="227"/>
                    <a:pt x="450" y="227"/>
                  </a:cubicBezTo>
                  <a:cubicBezTo>
                    <a:pt x="450" y="227"/>
                    <a:pt x="450" y="228"/>
                    <a:pt x="450" y="229"/>
                  </a:cubicBezTo>
                  <a:cubicBezTo>
                    <a:pt x="446" y="229"/>
                    <a:pt x="442" y="229"/>
                    <a:pt x="437" y="229"/>
                  </a:cubicBezTo>
                  <a:cubicBezTo>
                    <a:pt x="437" y="228"/>
                    <a:pt x="437" y="227"/>
                    <a:pt x="437" y="227"/>
                  </a:cubicBezTo>
                  <a:close/>
                  <a:moveTo>
                    <a:pt x="437" y="272"/>
                  </a:moveTo>
                  <a:cubicBezTo>
                    <a:pt x="442" y="272"/>
                    <a:pt x="446" y="272"/>
                    <a:pt x="450" y="272"/>
                  </a:cubicBezTo>
                  <a:cubicBezTo>
                    <a:pt x="450" y="273"/>
                    <a:pt x="450" y="274"/>
                    <a:pt x="450" y="274"/>
                  </a:cubicBezTo>
                  <a:cubicBezTo>
                    <a:pt x="446" y="274"/>
                    <a:pt x="442" y="274"/>
                    <a:pt x="437" y="274"/>
                  </a:cubicBezTo>
                  <a:cubicBezTo>
                    <a:pt x="437" y="274"/>
                    <a:pt x="437" y="273"/>
                    <a:pt x="437" y="272"/>
                  </a:cubicBezTo>
                  <a:close/>
                  <a:moveTo>
                    <a:pt x="437" y="317"/>
                  </a:moveTo>
                  <a:cubicBezTo>
                    <a:pt x="442" y="317"/>
                    <a:pt x="446" y="317"/>
                    <a:pt x="450" y="317"/>
                  </a:cubicBezTo>
                  <a:cubicBezTo>
                    <a:pt x="450" y="318"/>
                    <a:pt x="450" y="319"/>
                    <a:pt x="450" y="320"/>
                  </a:cubicBezTo>
                  <a:cubicBezTo>
                    <a:pt x="446" y="320"/>
                    <a:pt x="442" y="320"/>
                    <a:pt x="437" y="320"/>
                  </a:cubicBezTo>
                  <a:cubicBezTo>
                    <a:pt x="437" y="319"/>
                    <a:pt x="437" y="318"/>
                    <a:pt x="437" y="317"/>
                  </a:cubicBezTo>
                  <a:close/>
                  <a:moveTo>
                    <a:pt x="437" y="365"/>
                  </a:moveTo>
                  <a:cubicBezTo>
                    <a:pt x="437" y="364"/>
                    <a:pt x="437" y="363"/>
                    <a:pt x="437" y="362"/>
                  </a:cubicBezTo>
                  <a:cubicBezTo>
                    <a:pt x="442" y="362"/>
                    <a:pt x="446" y="362"/>
                    <a:pt x="450" y="362"/>
                  </a:cubicBezTo>
                  <a:cubicBezTo>
                    <a:pt x="450" y="363"/>
                    <a:pt x="450" y="364"/>
                    <a:pt x="450" y="365"/>
                  </a:cubicBezTo>
                  <a:cubicBezTo>
                    <a:pt x="446" y="365"/>
                    <a:pt x="442" y="365"/>
                    <a:pt x="437" y="365"/>
                  </a:cubicBezTo>
                  <a:close/>
                  <a:moveTo>
                    <a:pt x="437" y="408"/>
                  </a:moveTo>
                  <a:cubicBezTo>
                    <a:pt x="442" y="408"/>
                    <a:pt x="446" y="408"/>
                    <a:pt x="450" y="408"/>
                  </a:cubicBezTo>
                  <a:cubicBezTo>
                    <a:pt x="450" y="409"/>
                    <a:pt x="450" y="409"/>
                    <a:pt x="450" y="410"/>
                  </a:cubicBezTo>
                  <a:cubicBezTo>
                    <a:pt x="446" y="410"/>
                    <a:pt x="442" y="410"/>
                    <a:pt x="437" y="410"/>
                  </a:cubicBezTo>
                  <a:cubicBezTo>
                    <a:pt x="437" y="409"/>
                    <a:pt x="437" y="409"/>
                    <a:pt x="437" y="408"/>
                  </a:cubicBezTo>
                  <a:close/>
                  <a:moveTo>
                    <a:pt x="437" y="453"/>
                  </a:moveTo>
                  <a:cubicBezTo>
                    <a:pt x="442" y="453"/>
                    <a:pt x="446" y="453"/>
                    <a:pt x="450" y="453"/>
                  </a:cubicBezTo>
                  <a:cubicBezTo>
                    <a:pt x="450" y="454"/>
                    <a:pt x="450" y="455"/>
                    <a:pt x="450" y="456"/>
                  </a:cubicBezTo>
                  <a:cubicBezTo>
                    <a:pt x="446" y="456"/>
                    <a:pt x="442" y="456"/>
                    <a:pt x="437" y="456"/>
                  </a:cubicBezTo>
                  <a:cubicBezTo>
                    <a:pt x="437" y="455"/>
                    <a:pt x="437" y="454"/>
                    <a:pt x="437" y="453"/>
                  </a:cubicBezTo>
                  <a:close/>
                  <a:moveTo>
                    <a:pt x="455" y="0"/>
                  </a:moveTo>
                  <a:cubicBezTo>
                    <a:pt x="460" y="0"/>
                    <a:pt x="464" y="0"/>
                    <a:pt x="468" y="0"/>
                  </a:cubicBezTo>
                  <a:cubicBezTo>
                    <a:pt x="468" y="1"/>
                    <a:pt x="468" y="2"/>
                    <a:pt x="468" y="3"/>
                  </a:cubicBezTo>
                  <a:cubicBezTo>
                    <a:pt x="464" y="3"/>
                    <a:pt x="460" y="3"/>
                    <a:pt x="455" y="3"/>
                  </a:cubicBezTo>
                  <a:cubicBezTo>
                    <a:pt x="455" y="2"/>
                    <a:pt x="455" y="1"/>
                    <a:pt x="455" y="0"/>
                  </a:cubicBezTo>
                  <a:close/>
                  <a:moveTo>
                    <a:pt x="455" y="45"/>
                  </a:moveTo>
                  <a:cubicBezTo>
                    <a:pt x="460" y="45"/>
                    <a:pt x="464" y="45"/>
                    <a:pt x="468" y="45"/>
                  </a:cubicBezTo>
                  <a:cubicBezTo>
                    <a:pt x="468" y="46"/>
                    <a:pt x="468" y="47"/>
                    <a:pt x="468" y="48"/>
                  </a:cubicBezTo>
                  <a:cubicBezTo>
                    <a:pt x="464" y="48"/>
                    <a:pt x="460" y="48"/>
                    <a:pt x="455" y="48"/>
                  </a:cubicBezTo>
                  <a:cubicBezTo>
                    <a:pt x="455" y="47"/>
                    <a:pt x="455" y="46"/>
                    <a:pt x="455" y="45"/>
                  </a:cubicBezTo>
                  <a:close/>
                  <a:moveTo>
                    <a:pt x="455" y="91"/>
                  </a:moveTo>
                  <a:cubicBezTo>
                    <a:pt x="460" y="91"/>
                    <a:pt x="464" y="91"/>
                    <a:pt x="468" y="91"/>
                  </a:cubicBezTo>
                  <a:cubicBezTo>
                    <a:pt x="468" y="92"/>
                    <a:pt x="468" y="92"/>
                    <a:pt x="468" y="93"/>
                  </a:cubicBezTo>
                  <a:cubicBezTo>
                    <a:pt x="464" y="93"/>
                    <a:pt x="460" y="93"/>
                    <a:pt x="455" y="93"/>
                  </a:cubicBezTo>
                  <a:cubicBezTo>
                    <a:pt x="455" y="92"/>
                    <a:pt x="455" y="92"/>
                    <a:pt x="455" y="91"/>
                  </a:cubicBezTo>
                  <a:close/>
                  <a:moveTo>
                    <a:pt x="455" y="136"/>
                  </a:moveTo>
                  <a:cubicBezTo>
                    <a:pt x="460" y="136"/>
                    <a:pt x="464" y="136"/>
                    <a:pt x="468" y="136"/>
                  </a:cubicBezTo>
                  <a:cubicBezTo>
                    <a:pt x="468" y="137"/>
                    <a:pt x="468" y="138"/>
                    <a:pt x="468" y="139"/>
                  </a:cubicBezTo>
                  <a:cubicBezTo>
                    <a:pt x="464" y="139"/>
                    <a:pt x="460" y="139"/>
                    <a:pt x="455" y="139"/>
                  </a:cubicBezTo>
                  <a:cubicBezTo>
                    <a:pt x="455" y="138"/>
                    <a:pt x="455" y="137"/>
                    <a:pt x="455" y="136"/>
                  </a:cubicBezTo>
                  <a:close/>
                  <a:moveTo>
                    <a:pt x="455" y="181"/>
                  </a:moveTo>
                  <a:cubicBezTo>
                    <a:pt x="460" y="181"/>
                    <a:pt x="464" y="181"/>
                    <a:pt x="468" y="181"/>
                  </a:cubicBezTo>
                  <a:cubicBezTo>
                    <a:pt x="468" y="182"/>
                    <a:pt x="468" y="183"/>
                    <a:pt x="468" y="184"/>
                  </a:cubicBezTo>
                  <a:cubicBezTo>
                    <a:pt x="464" y="184"/>
                    <a:pt x="460" y="184"/>
                    <a:pt x="455" y="184"/>
                  </a:cubicBezTo>
                  <a:cubicBezTo>
                    <a:pt x="455" y="183"/>
                    <a:pt x="455" y="182"/>
                    <a:pt x="455" y="181"/>
                  </a:cubicBezTo>
                  <a:close/>
                  <a:moveTo>
                    <a:pt x="455" y="227"/>
                  </a:moveTo>
                  <a:cubicBezTo>
                    <a:pt x="460" y="227"/>
                    <a:pt x="464" y="227"/>
                    <a:pt x="468" y="227"/>
                  </a:cubicBezTo>
                  <a:cubicBezTo>
                    <a:pt x="468" y="227"/>
                    <a:pt x="468" y="228"/>
                    <a:pt x="468" y="229"/>
                  </a:cubicBezTo>
                  <a:cubicBezTo>
                    <a:pt x="464" y="229"/>
                    <a:pt x="460" y="229"/>
                    <a:pt x="455" y="229"/>
                  </a:cubicBezTo>
                  <a:cubicBezTo>
                    <a:pt x="455" y="228"/>
                    <a:pt x="455" y="227"/>
                    <a:pt x="455" y="227"/>
                  </a:cubicBezTo>
                  <a:close/>
                  <a:moveTo>
                    <a:pt x="455" y="272"/>
                  </a:moveTo>
                  <a:cubicBezTo>
                    <a:pt x="460" y="272"/>
                    <a:pt x="464" y="272"/>
                    <a:pt x="468" y="272"/>
                  </a:cubicBezTo>
                  <a:cubicBezTo>
                    <a:pt x="468" y="273"/>
                    <a:pt x="468" y="274"/>
                    <a:pt x="468" y="274"/>
                  </a:cubicBezTo>
                  <a:cubicBezTo>
                    <a:pt x="464" y="274"/>
                    <a:pt x="460" y="274"/>
                    <a:pt x="455" y="274"/>
                  </a:cubicBezTo>
                  <a:cubicBezTo>
                    <a:pt x="455" y="274"/>
                    <a:pt x="455" y="273"/>
                    <a:pt x="455" y="272"/>
                  </a:cubicBezTo>
                  <a:close/>
                  <a:moveTo>
                    <a:pt x="455" y="317"/>
                  </a:moveTo>
                  <a:cubicBezTo>
                    <a:pt x="460" y="317"/>
                    <a:pt x="464" y="317"/>
                    <a:pt x="468" y="317"/>
                  </a:cubicBezTo>
                  <a:cubicBezTo>
                    <a:pt x="468" y="318"/>
                    <a:pt x="468" y="319"/>
                    <a:pt x="468" y="320"/>
                  </a:cubicBezTo>
                  <a:cubicBezTo>
                    <a:pt x="464" y="320"/>
                    <a:pt x="460" y="320"/>
                    <a:pt x="455" y="320"/>
                  </a:cubicBezTo>
                  <a:cubicBezTo>
                    <a:pt x="455" y="319"/>
                    <a:pt x="455" y="318"/>
                    <a:pt x="455" y="317"/>
                  </a:cubicBezTo>
                  <a:close/>
                  <a:moveTo>
                    <a:pt x="455" y="365"/>
                  </a:moveTo>
                  <a:cubicBezTo>
                    <a:pt x="455" y="364"/>
                    <a:pt x="455" y="363"/>
                    <a:pt x="455" y="362"/>
                  </a:cubicBezTo>
                  <a:cubicBezTo>
                    <a:pt x="460" y="362"/>
                    <a:pt x="464" y="362"/>
                    <a:pt x="468" y="362"/>
                  </a:cubicBezTo>
                  <a:cubicBezTo>
                    <a:pt x="468" y="363"/>
                    <a:pt x="468" y="364"/>
                    <a:pt x="468" y="365"/>
                  </a:cubicBezTo>
                  <a:cubicBezTo>
                    <a:pt x="464" y="365"/>
                    <a:pt x="460" y="365"/>
                    <a:pt x="455" y="365"/>
                  </a:cubicBezTo>
                  <a:close/>
                  <a:moveTo>
                    <a:pt x="455" y="408"/>
                  </a:moveTo>
                  <a:cubicBezTo>
                    <a:pt x="460" y="408"/>
                    <a:pt x="464" y="408"/>
                    <a:pt x="468" y="408"/>
                  </a:cubicBezTo>
                  <a:cubicBezTo>
                    <a:pt x="468" y="409"/>
                    <a:pt x="468" y="409"/>
                    <a:pt x="468" y="410"/>
                  </a:cubicBezTo>
                  <a:cubicBezTo>
                    <a:pt x="464" y="410"/>
                    <a:pt x="460" y="410"/>
                    <a:pt x="455" y="410"/>
                  </a:cubicBezTo>
                  <a:cubicBezTo>
                    <a:pt x="455" y="409"/>
                    <a:pt x="455" y="409"/>
                    <a:pt x="455" y="408"/>
                  </a:cubicBezTo>
                  <a:close/>
                  <a:moveTo>
                    <a:pt x="455" y="453"/>
                  </a:moveTo>
                  <a:cubicBezTo>
                    <a:pt x="460" y="453"/>
                    <a:pt x="464" y="453"/>
                    <a:pt x="468" y="453"/>
                  </a:cubicBezTo>
                  <a:cubicBezTo>
                    <a:pt x="468" y="454"/>
                    <a:pt x="468" y="455"/>
                    <a:pt x="468" y="456"/>
                  </a:cubicBezTo>
                  <a:cubicBezTo>
                    <a:pt x="464" y="456"/>
                    <a:pt x="460" y="456"/>
                    <a:pt x="455" y="456"/>
                  </a:cubicBezTo>
                  <a:cubicBezTo>
                    <a:pt x="455" y="455"/>
                    <a:pt x="455" y="454"/>
                    <a:pt x="455" y="453"/>
                  </a:cubicBezTo>
                  <a:close/>
                  <a:moveTo>
                    <a:pt x="474" y="0"/>
                  </a:moveTo>
                  <a:cubicBezTo>
                    <a:pt x="478" y="0"/>
                    <a:pt x="482" y="0"/>
                    <a:pt x="487" y="0"/>
                  </a:cubicBezTo>
                  <a:cubicBezTo>
                    <a:pt x="487" y="1"/>
                    <a:pt x="487" y="2"/>
                    <a:pt x="487" y="3"/>
                  </a:cubicBezTo>
                  <a:cubicBezTo>
                    <a:pt x="482" y="3"/>
                    <a:pt x="478" y="3"/>
                    <a:pt x="474" y="3"/>
                  </a:cubicBezTo>
                  <a:cubicBezTo>
                    <a:pt x="474" y="2"/>
                    <a:pt x="474" y="1"/>
                    <a:pt x="474" y="0"/>
                  </a:cubicBezTo>
                  <a:close/>
                  <a:moveTo>
                    <a:pt x="474" y="45"/>
                  </a:moveTo>
                  <a:cubicBezTo>
                    <a:pt x="478" y="45"/>
                    <a:pt x="482" y="45"/>
                    <a:pt x="487" y="45"/>
                  </a:cubicBezTo>
                  <a:cubicBezTo>
                    <a:pt x="487" y="46"/>
                    <a:pt x="487" y="47"/>
                    <a:pt x="487" y="48"/>
                  </a:cubicBezTo>
                  <a:cubicBezTo>
                    <a:pt x="482" y="48"/>
                    <a:pt x="478" y="48"/>
                    <a:pt x="474" y="48"/>
                  </a:cubicBezTo>
                  <a:cubicBezTo>
                    <a:pt x="474" y="47"/>
                    <a:pt x="474" y="46"/>
                    <a:pt x="474" y="45"/>
                  </a:cubicBezTo>
                  <a:close/>
                  <a:moveTo>
                    <a:pt x="474" y="91"/>
                  </a:moveTo>
                  <a:cubicBezTo>
                    <a:pt x="478" y="91"/>
                    <a:pt x="482" y="91"/>
                    <a:pt x="487" y="91"/>
                  </a:cubicBezTo>
                  <a:cubicBezTo>
                    <a:pt x="487" y="92"/>
                    <a:pt x="487" y="92"/>
                    <a:pt x="487" y="93"/>
                  </a:cubicBezTo>
                  <a:cubicBezTo>
                    <a:pt x="482" y="93"/>
                    <a:pt x="478" y="93"/>
                    <a:pt x="474" y="93"/>
                  </a:cubicBezTo>
                  <a:cubicBezTo>
                    <a:pt x="474" y="92"/>
                    <a:pt x="474" y="92"/>
                    <a:pt x="474" y="91"/>
                  </a:cubicBezTo>
                  <a:close/>
                  <a:moveTo>
                    <a:pt x="474" y="136"/>
                  </a:moveTo>
                  <a:cubicBezTo>
                    <a:pt x="478" y="136"/>
                    <a:pt x="482" y="136"/>
                    <a:pt x="487" y="136"/>
                  </a:cubicBezTo>
                  <a:cubicBezTo>
                    <a:pt x="487" y="137"/>
                    <a:pt x="487" y="138"/>
                    <a:pt x="487" y="139"/>
                  </a:cubicBezTo>
                  <a:cubicBezTo>
                    <a:pt x="482" y="139"/>
                    <a:pt x="478" y="139"/>
                    <a:pt x="474" y="139"/>
                  </a:cubicBezTo>
                  <a:cubicBezTo>
                    <a:pt x="474" y="138"/>
                    <a:pt x="474" y="137"/>
                    <a:pt x="474" y="136"/>
                  </a:cubicBezTo>
                  <a:close/>
                  <a:moveTo>
                    <a:pt x="474" y="181"/>
                  </a:moveTo>
                  <a:cubicBezTo>
                    <a:pt x="478" y="181"/>
                    <a:pt x="482" y="181"/>
                    <a:pt x="487" y="181"/>
                  </a:cubicBezTo>
                  <a:cubicBezTo>
                    <a:pt x="487" y="182"/>
                    <a:pt x="487" y="183"/>
                    <a:pt x="487" y="184"/>
                  </a:cubicBezTo>
                  <a:cubicBezTo>
                    <a:pt x="482" y="184"/>
                    <a:pt x="478" y="184"/>
                    <a:pt x="474" y="184"/>
                  </a:cubicBezTo>
                  <a:cubicBezTo>
                    <a:pt x="474" y="183"/>
                    <a:pt x="474" y="182"/>
                    <a:pt x="474" y="181"/>
                  </a:cubicBezTo>
                  <a:close/>
                  <a:moveTo>
                    <a:pt x="474" y="227"/>
                  </a:moveTo>
                  <a:cubicBezTo>
                    <a:pt x="478" y="227"/>
                    <a:pt x="482" y="227"/>
                    <a:pt x="487" y="227"/>
                  </a:cubicBezTo>
                  <a:cubicBezTo>
                    <a:pt x="487" y="227"/>
                    <a:pt x="487" y="228"/>
                    <a:pt x="487" y="229"/>
                  </a:cubicBezTo>
                  <a:cubicBezTo>
                    <a:pt x="482" y="229"/>
                    <a:pt x="478" y="229"/>
                    <a:pt x="474" y="229"/>
                  </a:cubicBezTo>
                  <a:cubicBezTo>
                    <a:pt x="474" y="228"/>
                    <a:pt x="474" y="227"/>
                    <a:pt x="474" y="227"/>
                  </a:cubicBezTo>
                  <a:close/>
                  <a:moveTo>
                    <a:pt x="474" y="272"/>
                  </a:moveTo>
                  <a:cubicBezTo>
                    <a:pt x="478" y="272"/>
                    <a:pt x="482" y="272"/>
                    <a:pt x="487" y="272"/>
                  </a:cubicBezTo>
                  <a:cubicBezTo>
                    <a:pt x="487" y="273"/>
                    <a:pt x="487" y="274"/>
                    <a:pt x="487" y="274"/>
                  </a:cubicBezTo>
                  <a:cubicBezTo>
                    <a:pt x="482" y="274"/>
                    <a:pt x="478" y="274"/>
                    <a:pt x="474" y="274"/>
                  </a:cubicBezTo>
                  <a:cubicBezTo>
                    <a:pt x="474" y="274"/>
                    <a:pt x="474" y="273"/>
                    <a:pt x="474" y="272"/>
                  </a:cubicBezTo>
                  <a:close/>
                  <a:moveTo>
                    <a:pt x="474" y="317"/>
                  </a:moveTo>
                  <a:cubicBezTo>
                    <a:pt x="478" y="317"/>
                    <a:pt x="482" y="317"/>
                    <a:pt x="487" y="317"/>
                  </a:cubicBezTo>
                  <a:cubicBezTo>
                    <a:pt x="487" y="318"/>
                    <a:pt x="487" y="319"/>
                    <a:pt x="487" y="320"/>
                  </a:cubicBezTo>
                  <a:cubicBezTo>
                    <a:pt x="482" y="320"/>
                    <a:pt x="478" y="320"/>
                    <a:pt x="474" y="320"/>
                  </a:cubicBezTo>
                  <a:cubicBezTo>
                    <a:pt x="474" y="319"/>
                    <a:pt x="474" y="318"/>
                    <a:pt x="474" y="317"/>
                  </a:cubicBezTo>
                  <a:close/>
                  <a:moveTo>
                    <a:pt x="474" y="365"/>
                  </a:moveTo>
                  <a:cubicBezTo>
                    <a:pt x="474" y="364"/>
                    <a:pt x="474" y="363"/>
                    <a:pt x="474" y="362"/>
                  </a:cubicBezTo>
                  <a:cubicBezTo>
                    <a:pt x="478" y="362"/>
                    <a:pt x="482" y="362"/>
                    <a:pt x="487" y="362"/>
                  </a:cubicBezTo>
                  <a:cubicBezTo>
                    <a:pt x="487" y="363"/>
                    <a:pt x="487" y="364"/>
                    <a:pt x="487" y="365"/>
                  </a:cubicBezTo>
                  <a:cubicBezTo>
                    <a:pt x="482" y="365"/>
                    <a:pt x="478" y="365"/>
                    <a:pt x="474" y="365"/>
                  </a:cubicBezTo>
                  <a:close/>
                  <a:moveTo>
                    <a:pt x="474" y="408"/>
                  </a:moveTo>
                  <a:cubicBezTo>
                    <a:pt x="478" y="408"/>
                    <a:pt x="482" y="408"/>
                    <a:pt x="487" y="408"/>
                  </a:cubicBezTo>
                  <a:cubicBezTo>
                    <a:pt x="487" y="409"/>
                    <a:pt x="487" y="409"/>
                    <a:pt x="487" y="410"/>
                  </a:cubicBezTo>
                  <a:cubicBezTo>
                    <a:pt x="482" y="410"/>
                    <a:pt x="478" y="410"/>
                    <a:pt x="474" y="410"/>
                  </a:cubicBezTo>
                  <a:cubicBezTo>
                    <a:pt x="474" y="409"/>
                    <a:pt x="474" y="409"/>
                    <a:pt x="474" y="408"/>
                  </a:cubicBezTo>
                  <a:close/>
                  <a:moveTo>
                    <a:pt x="474" y="453"/>
                  </a:moveTo>
                  <a:cubicBezTo>
                    <a:pt x="478" y="453"/>
                    <a:pt x="482" y="453"/>
                    <a:pt x="487" y="453"/>
                  </a:cubicBezTo>
                  <a:cubicBezTo>
                    <a:pt x="487" y="454"/>
                    <a:pt x="487" y="455"/>
                    <a:pt x="487" y="456"/>
                  </a:cubicBezTo>
                  <a:cubicBezTo>
                    <a:pt x="482" y="456"/>
                    <a:pt x="478" y="456"/>
                    <a:pt x="474" y="456"/>
                  </a:cubicBezTo>
                  <a:cubicBezTo>
                    <a:pt x="474" y="455"/>
                    <a:pt x="474" y="454"/>
                    <a:pt x="474" y="453"/>
                  </a:cubicBezTo>
                  <a:close/>
                  <a:moveTo>
                    <a:pt x="492" y="0"/>
                  </a:moveTo>
                  <a:cubicBezTo>
                    <a:pt x="496" y="0"/>
                    <a:pt x="500" y="0"/>
                    <a:pt x="505" y="0"/>
                  </a:cubicBezTo>
                  <a:cubicBezTo>
                    <a:pt x="505" y="1"/>
                    <a:pt x="505" y="2"/>
                    <a:pt x="505" y="3"/>
                  </a:cubicBezTo>
                  <a:cubicBezTo>
                    <a:pt x="500" y="3"/>
                    <a:pt x="496" y="3"/>
                    <a:pt x="492" y="3"/>
                  </a:cubicBezTo>
                  <a:cubicBezTo>
                    <a:pt x="492" y="2"/>
                    <a:pt x="492" y="1"/>
                    <a:pt x="492" y="0"/>
                  </a:cubicBezTo>
                  <a:close/>
                  <a:moveTo>
                    <a:pt x="492" y="45"/>
                  </a:moveTo>
                  <a:cubicBezTo>
                    <a:pt x="496" y="45"/>
                    <a:pt x="500" y="45"/>
                    <a:pt x="505" y="45"/>
                  </a:cubicBezTo>
                  <a:cubicBezTo>
                    <a:pt x="505" y="46"/>
                    <a:pt x="505" y="47"/>
                    <a:pt x="505" y="48"/>
                  </a:cubicBezTo>
                  <a:cubicBezTo>
                    <a:pt x="500" y="48"/>
                    <a:pt x="496" y="48"/>
                    <a:pt x="492" y="48"/>
                  </a:cubicBezTo>
                  <a:cubicBezTo>
                    <a:pt x="492" y="47"/>
                    <a:pt x="492" y="46"/>
                    <a:pt x="492" y="45"/>
                  </a:cubicBezTo>
                  <a:close/>
                  <a:moveTo>
                    <a:pt x="492" y="91"/>
                  </a:moveTo>
                  <a:cubicBezTo>
                    <a:pt x="496" y="91"/>
                    <a:pt x="500" y="91"/>
                    <a:pt x="505" y="91"/>
                  </a:cubicBezTo>
                  <a:cubicBezTo>
                    <a:pt x="505" y="92"/>
                    <a:pt x="505" y="92"/>
                    <a:pt x="505" y="93"/>
                  </a:cubicBezTo>
                  <a:cubicBezTo>
                    <a:pt x="500" y="93"/>
                    <a:pt x="496" y="93"/>
                    <a:pt x="492" y="93"/>
                  </a:cubicBezTo>
                  <a:cubicBezTo>
                    <a:pt x="492" y="92"/>
                    <a:pt x="492" y="92"/>
                    <a:pt x="492" y="91"/>
                  </a:cubicBezTo>
                  <a:close/>
                  <a:moveTo>
                    <a:pt x="492" y="136"/>
                  </a:moveTo>
                  <a:cubicBezTo>
                    <a:pt x="496" y="136"/>
                    <a:pt x="500" y="136"/>
                    <a:pt x="505" y="136"/>
                  </a:cubicBezTo>
                  <a:cubicBezTo>
                    <a:pt x="505" y="137"/>
                    <a:pt x="505" y="138"/>
                    <a:pt x="505" y="139"/>
                  </a:cubicBezTo>
                  <a:cubicBezTo>
                    <a:pt x="500" y="139"/>
                    <a:pt x="496" y="139"/>
                    <a:pt x="492" y="139"/>
                  </a:cubicBezTo>
                  <a:cubicBezTo>
                    <a:pt x="492" y="138"/>
                    <a:pt x="492" y="137"/>
                    <a:pt x="492" y="136"/>
                  </a:cubicBezTo>
                  <a:close/>
                  <a:moveTo>
                    <a:pt x="492" y="181"/>
                  </a:moveTo>
                  <a:cubicBezTo>
                    <a:pt x="496" y="181"/>
                    <a:pt x="500" y="181"/>
                    <a:pt x="505" y="181"/>
                  </a:cubicBezTo>
                  <a:cubicBezTo>
                    <a:pt x="505" y="182"/>
                    <a:pt x="505" y="183"/>
                    <a:pt x="505" y="184"/>
                  </a:cubicBezTo>
                  <a:cubicBezTo>
                    <a:pt x="500" y="184"/>
                    <a:pt x="496" y="184"/>
                    <a:pt x="492" y="184"/>
                  </a:cubicBezTo>
                  <a:cubicBezTo>
                    <a:pt x="492" y="183"/>
                    <a:pt x="492" y="182"/>
                    <a:pt x="492" y="181"/>
                  </a:cubicBezTo>
                  <a:close/>
                  <a:moveTo>
                    <a:pt x="492" y="227"/>
                  </a:moveTo>
                  <a:cubicBezTo>
                    <a:pt x="496" y="227"/>
                    <a:pt x="500" y="227"/>
                    <a:pt x="505" y="227"/>
                  </a:cubicBezTo>
                  <a:cubicBezTo>
                    <a:pt x="505" y="227"/>
                    <a:pt x="505" y="228"/>
                    <a:pt x="505" y="229"/>
                  </a:cubicBezTo>
                  <a:cubicBezTo>
                    <a:pt x="500" y="229"/>
                    <a:pt x="496" y="229"/>
                    <a:pt x="492" y="229"/>
                  </a:cubicBezTo>
                  <a:cubicBezTo>
                    <a:pt x="492" y="228"/>
                    <a:pt x="492" y="227"/>
                    <a:pt x="492" y="227"/>
                  </a:cubicBezTo>
                  <a:close/>
                  <a:moveTo>
                    <a:pt x="492" y="272"/>
                  </a:moveTo>
                  <a:cubicBezTo>
                    <a:pt x="496" y="272"/>
                    <a:pt x="500" y="272"/>
                    <a:pt x="505" y="272"/>
                  </a:cubicBezTo>
                  <a:cubicBezTo>
                    <a:pt x="505" y="273"/>
                    <a:pt x="505" y="274"/>
                    <a:pt x="505" y="274"/>
                  </a:cubicBezTo>
                  <a:cubicBezTo>
                    <a:pt x="500" y="274"/>
                    <a:pt x="496" y="274"/>
                    <a:pt x="492" y="274"/>
                  </a:cubicBezTo>
                  <a:cubicBezTo>
                    <a:pt x="492" y="274"/>
                    <a:pt x="492" y="273"/>
                    <a:pt x="492" y="272"/>
                  </a:cubicBezTo>
                  <a:close/>
                  <a:moveTo>
                    <a:pt x="492" y="317"/>
                  </a:moveTo>
                  <a:cubicBezTo>
                    <a:pt x="496" y="317"/>
                    <a:pt x="500" y="317"/>
                    <a:pt x="505" y="317"/>
                  </a:cubicBezTo>
                  <a:cubicBezTo>
                    <a:pt x="505" y="318"/>
                    <a:pt x="505" y="319"/>
                    <a:pt x="505" y="320"/>
                  </a:cubicBezTo>
                  <a:cubicBezTo>
                    <a:pt x="500" y="320"/>
                    <a:pt x="496" y="320"/>
                    <a:pt x="492" y="320"/>
                  </a:cubicBezTo>
                  <a:cubicBezTo>
                    <a:pt x="492" y="319"/>
                    <a:pt x="492" y="318"/>
                    <a:pt x="492" y="317"/>
                  </a:cubicBezTo>
                  <a:close/>
                  <a:moveTo>
                    <a:pt x="492" y="365"/>
                  </a:moveTo>
                  <a:cubicBezTo>
                    <a:pt x="492" y="364"/>
                    <a:pt x="492" y="363"/>
                    <a:pt x="492" y="362"/>
                  </a:cubicBezTo>
                  <a:cubicBezTo>
                    <a:pt x="496" y="362"/>
                    <a:pt x="500" y="362"/>
                    <a:pt x="505" y="362"/>
                  </a:cubicBezTo>
                  <a:cubicBezTo>
                    <a:pt x="505" y="363"/>
                    <a:pt x="505" y="364"/>
                    <a:pt x="505" y="365"/>
                  </a:cubicBezTo>
                  <a:cubicBezTo>
                    <a:pt x="500" y="365"/>
                    <a:pt x="496" y="365"/>
                    <a:pt x="492" y="365"/>
                  </a:cubicBezTo>
                  <a:close/>
                  <a:moveTo>
                    <a:pt x="492" y="408"/>
                  </a:moveTo>
                  <a:cubicBezTo>
                    <a:pt x="496" y="408"/>
                    <a:pt x="500" y="408"/>
                    <a:pt x="505" y="408"/>
                  </a:cubicBezTo>
                  <a:cubicBezTo>
                    <a:pt x="505" y="409"/>
                    <a:pt x="505" y="409"/>
                    <a:pt x="505" y="410"/>
                  </a:cubicBezTo>
                  <a:cubicBezTo>
                    <a:pt x="500" y="410"/>
                    <a:pt x="496" y="410"/>
                    <a:pt x="492" y="410"/>
                  </a:cubicBezTo>
                  <a:cubicBezTo>
                    <a:pt x="492" y="409"/>
                    <a:pt x="492" y="409"/>
                    <a:pt x="492" y="408"/>
                  </a:cubicBezTo>
                  <a:close/>
                  <a:moveTo>
                    <a:pt x="492" y="453"/>
                  </a:moveTo>
                  <a:cubicBezTo>
                    <a:pt x="496" y="453"/>
                    <a:pt x="500" y="453"/>
                    <a:pt x="505" y="453"/>
                  </a:cubicBezTo>
                  <a:cubicBezTo>
                    <a:pt x="505" y="454"/>
                    <a:pt x="505" y="455"/>
                    <a:pt x="505" y="456"/>
                  </a:cubicBezTo>
                  <a:cubicBezTo>
                    <a:pt x="500" y="456"/>
                    <a:pt x="496" y="456"/>
                    <a:pt x="492" y="456"/>
                  </a:cubicBezTo>
                  <a:cubicBezTo>
                    <a:pt x="492" y="455"/>
                    <a:pt x="492" y="454"/>
                    <a:pt x="492" y="453"/>
                  </a:cubicBezTo>
                  <a:close/>
                  <a:moveTo>
                    <a:pt x="510" y="0"/>
                  </a:moveTo>
                  <a:cubicBezTo>
                    <a:pt x="514" y="0"/>
                    <a:pt x="519" y="0"/>
                    <a:pt x="523" y="0"/>
                  </a:cubicBezTo>
                  <a:cubicBezTo>
                    <a:pt x="523" y="1"/>
                    <a:pt x="523" y="2"/>
                    <a:pt x="523" y="3"/>
                  </a:cubicBezTo>
                  <a:cubicBezTo>
                    <a:pt x="519" y="3"/>
                    <a:pt x="514" y="3"/>
                    <a:pt x="510" y="3"/>
                  </a:cubicBezTo>
                  <a:cubicBezTo>
                    <a:pt x="510" y="2"/>
                    <a:pt x="510" y="1"/>
                    <a:pt x="510" y="0"/>
                  </a:cubicBezTo>
                  <a:close/>
                  <a:moveTo>
                    <a:pt x="510" y="45"/>
                  </a:moveTo>
                  <a:cubicBezTo>
                    <a:pt x="514" y="45"/>
                    <a:pt x="519" y="45"/>
                    <a:pt x="523" y="45"/>
                  </a:cubicBezTo>
                  <a:cubicBezTo>
                    <a:pt x="523" y="46"/>
                    <a:pt x="523" y="47"/>
                    <a:pt x="523" y="48"/>
                  </a:cubicBezTo>
                  <a:cubicBezTo>
                    <a:pt x="519" y="48"/>
                    <a:pt x="514" y="48"/>
                    <a:pt x="510" y="48"/>
                  </a:cubicBezTo>
                  <a:cubicBezTo>
                    <a:pt x="510" y="47"/>
                    <a:pt x="510" y="46"/>
                    <a:pt x="510" y="45"/>
                  </a:cubicBezTo>
                  <a:close/>
                  <a:moveTo>
                    <a:pt x="510" y="91"/>
                  </a:moveTo>
                  <a:cubicBezTo>
                    <a:pt x="514" y="91"/>
                    <a:pt x="519" y="91"/>
                    <a:pt x="523" y="91"/>
                  </a:cubicBezTo>
                  <a:cubicBezTo>
                    <a:pt x="523" y="92"/>
                    <a:pt x="523" y="92"/>
                    <a:pt x="523" y="93"/>
                  </a:cubicBezTo>
                  <a:cubicBezTo>
                    <a:pt x="519" y="93"/>
                    <a:pt x="514" y="93"/>
                    <a:pt x="510" y="93"/>
                  </a:cubicBezTo>
                  <a:cubicBezTo>
                    <a:pt x="510" y="92"/>
                    <a:pt x="510" y="92"/>
                    <a:pt x="510" y="91"/>
                  </a:cubicBezTo>
                  <a:close/>
                  <a:moveTo>
                    <a:pt x="510" y="136"/>
                  </a:moveTo>
                  <a:cubicBezTo>
                    <a:pt x="514" y="136"/>
                    <a:pt x="519" y="136"/>
                    <a:pt x="523" y="136"/>
                  </a:cubicBezTo>
                  <a:cubicBezTo>
                    <a:pt x="523" y="137"/>
                    <a:pt x="523" y="138"/>
                    <a:pt x="523" y="139"/>
                  </a:cubicBezTo>
                  <a:cubicBezTo>
                    <a:pt x="519" y="139"/>
                    <a:pt x="514" y="139"/>
                    <a:pt x="510" y="139"/>
                  </a:cubicBezTo>
                  <a:cubicBezTo>
                    <a:pt x="510" y="138"/>
                    <a:pt x="510" y="137"/>
                    <a:pt x="510" y="136"/>
                  </a:cubicBezTo>
                  <a:close/>
                  <a:moveTo>
                    <a:pt x="510" y="181"/>
                  </a:moveTo>
                  <a:cubicBezTo>
                    <a:pt x="514" y="181"/>
                    <a:pt x="519" y="181"/>
                    <a:pt x="523" y="181"/>
                  </a:cubicBezTo>
                  <a:cubicBezTo>
                    <a:pt x="523" y="182"/>
                    <a:pt x="523" y="183"/>
                    <a:pt x="523" y="184"/>
                  </a:cubicBezTo>
                  <a:cubicBezTo>
                    <a:pt x="519" y="184"/>
                    <a:pt x="514" y="184"/>
                    <a:pt x="510" y="184"/>
                  </a:cubicBezTo>
                  <a:cubicBezTo>
                    <a:pt x="510" y="183"/>
                    <a:pt x="510" y="182"/>
                    <a:pt x="510" y="181"/>
                  </a:cubicBezTo>
                  <a:close/>
                  <a:moveTo>
                    <a:pt x="510" y="227"/>
                  </a:moveTo>
                  <a:cubicBezTo>
                    <a:pt x="514" y="227"/>
                    <a:pt x="519" y="227"/>
                    <a:pt x="523" y="227"/>
                  </a:cubicBezTo>
                  <a:cubicBezTo>
                    <a:pt x="523" y="227"/>
                    <a:pt x="523" y="228"/>
                    <a:pt x="523" y="229"/>
                  </a:cubicBezTo>
                  <a:cubicBezTo>
                    <a:pt x="519" y="229"/>
                    <a:pt x="514" y="229"/>
                    <a:pt x="510" y="229"/>
                  </a:cubicBezTo>
                  <a:cubicBezTo>
                    <a:pt x="510" y="228"/>
                    <a:pt x="510" y="227"/>
                    <a:pt x="510" y="227"/>
                  </a:cubicBezTo>
                  <a:close/>
                  <a:moveTo>
                    <a:pt x="510" y="272"/>
                  </a:moveTo>
                  <a:cubicBezTo>
                    <a:pt x="514" y="272"/>
                    <a:pt x="519" y="272"/>
                    <a:pt x="523" y="272"/>
                  </a:cubicBezTo>
                  <a:cubicBezTo>
                    <a:pt x="523" y="273"/>
                    <a:pt x="523" y="274"/>
                    <a:pt x="523" y="274"/>
                  </a:cubicBezTo>
                  <a:cubicBezTo>
                    <a:pt x="519" y="274"/>
                    <a:pt x="514" y="274"/>
                    <a:pt x="510" y="274"/>
                  </a:cubicBezTo>
                  <a:cubicBezTo>
                    <a:pt x="510" y="274"/>
                    <a:pt x="510" y="273"/>
                    <a:pt x="510" y="272"/>
                  </a:cubicBezTo>
                  <a:close/>
                  <a:moveTo>
                    <a:pt x="510" y="317"/>
                  </a:moveTo>
                  <a:cubicBezTo>
                    <a:pt x="514" y="317"/>
                    <a:pt x="519" y="317"/>
                    <a:pt x="523" y="317"/>
                  </a:cubicBezTo>
                  <a:cubicBezTo>
                    <a:pt x="523" y="318"/>
                    <a:pt x="523" y="319"/>
                    <a:pt x="523" y="320"/>
                  </a:cubicBezTo>
                  <a:cubicBezTo>
                    <a:pt x="519" y="320"/>
                    <a:pt x="514" y="320"/>
                    <a:pt x="510" y="320"/>
                  </a:cubicBezTo>
                  <a:cubicBezTo>
                    <a:pt x="510" y="319"/>
                    <a:pt x="510" y="318"/>
                    <a:pt x="510" y="317"/>
                  </a:cubicBezTo>
                  <a:close/>
                  <a:moveTo>
                    <a:pt x="510" y="365"/>
                  </a:moveTo>
                  <a:cubicBezTo>
                    <a:pt x="510" y="364"/>
                    <a:pt x="510" y="363"/>
                    <a:pt x="510" y="362"/>
                  </a:cubicBezTo>
                  <a:cubicBezTo>
                    <a:pt x="514" y="362"/>
                    <a:pt x="519" y="362"/>
                    <a:pt x="523" y="362"/>
                  </a:cubicBezTo>
                  <a:cubicBezTo>
                    <a:pt x="523" y="363"/>
                    <a:pt x="523" y="364"/>
                    <a:pt x="523" y="365"/>
                  </a:cubicBezTo>
                  <a:cubicBezTo>
                    <a:pt x="519" y="365"/>
                    <a:pt x="514" y="365"/>
                    <a:pt x="510" y="365"/>
                  </a:cubicBezTo>
                  <a:close/>
                  <a:moveTo>
                    <a:pt x="510" y="408"/>
                  </a:moveTo>
                  <a:cubicBezTo>
                    <a:pt x="514" y="408"/>
                    <a:pt x="519" y="408"/>
                    <a:pt x="523" y="408"/>
                  </a:cubicBezTo>
                  <a:cubicBezTo>
                    <a:pt x="523" y="409"/>
                    <a:pt x="523" y="409"/>
                    <a:pt x="523" y="410"/>
                  </a:cubicBezTo>
                  <a:cubicBezTo>
                    <a:pt x="519" y="410"/>
                    <a:pt x="514" y="410"/>
                    <a:pt x="510" y="410"/>
                  </a:cubicBezTo>
                  <a:cubicBezTo>
                    <a:pt x="510" y="409"/>
                    <a:pt x="510" y="409"/>
                    <a:pt x="510" y="408"/>
                  </a:cubicBezTo>
                  <a:close/>
                  <a:moveTo>
                    <a:pt x="510" y="453"/>
                  </a:moveTo>
                  <a:cubicBezTo>
                    <a:pt x="514" y="453"/>
                    <a:pt x="519" y="453"/>
                    <a:pt x="523" y="453"/>
                  </a:cubicBezTo>
                  <a:cubicBezTo>
                    <a:pt x="523" y="454"/>
                    <a:pt x="523" y="455"/>
                    <a:pt x="523" y="456"/>
                  </a:cubicBezTo>
                  <a:cubicBezTo>
                    <a:pt x="519" y="456"/>
                    <a:pt x="514" y="456"/>
                    <a:pt x="510" y="456"/>
                  </a:cubicBezTo>
                  <a:cubicBezTo>
                    <a:pt x="510" y="455"/>
                    <a:pt x="510" y="454"/>
                    <a:pt x="510" y="453"/>
                  </a:cubicBezTo>
                  <a:close/>
                  <a:moveTo>
                    <a:pt x="528" y="0"/>
                  </a:moveTo>
                  <a:cubicBezTo>
                    <a:pt x="533" y="0"/>
                    <a:pt x="537" y="0"/>
                    <a:pt x="541" y="0"/>
                  </a:cubicBezTo>
                  <a:cubicBezTo>
                    <a:pt x="541" y="1"/>
                    <a:pt x="541" y="2"/>
                    <a:pt x="541" y="3"/>
                  </a:cubicBezTo>
                  <a:cubicBezTo>
                    <a:pt x="537" y="3"/>
                    <a:pt x="533" y="3"/>
                    <a:pt x="528" y="3"/>
                  </a:cubicBezTo>
                  <a:cubicBezTo>
                    <a:pt x="528" y="2"/>
                    <a:pt x="528" y="1"/>
                    <a:pt x="528" y="0"/>
                  </a:cubicBezTo>
                  <a:close/>
                  <a:moveTo>
                    <a:pt x="528" y="45"/>
                  </a:moveTo>
                  <a:cubicBezTo>
                    <a:pt x="533" y="45"/>
                    <a:pt x="537" y="45"/>
                    <a:pt x="541" y="45"/>
                  </a:cubicBezTo>
                  <a:cubicBezTo>
                    <a:pt x="541" y="46"/>
                    <a:pt x="541" y="47"/>
                    <a:pt x="541" y="48"/>
                  </a:cubicBezTo>
                  <a:cubicBezTo>
                    <a:pt x="537" y="48"/>
                    <a:pt x="533" y="48"/>
                    <a:pt x="528" y="48"/>
                  </a:cubicBezTo>
                  <a:cubicBezTo>
                    <a:pt x="528" y="47"/>
                    <a:pt x="528" y="46"/>
                    <a:pt x="528" y="45"/>
                  </a:cubicBezTo>
                  <a:close/>
                  <a:moveTo>
                    <a:pt x="528" y="91"/>
                  </a:moveTo>
                  <a:cubicBezTo>
                    <a:pt x="533" y="91"/>
                    <a:pt x="537" y="91"/>
                    <a:pt x="541" y="91"/>
                  </a:cubicBezTo>
                  <a:cubicBezTo>
                    <a:pt x="541" y="92"/>
                    <a:pt x="541" y="92"/>
                    <a:pt x="541" y="93"/>
                  </a:cubicBezTo>
                  <a:cubicBezTo>
                    <a:pt x="537" y="93"/>
                    <a:pt x="533" y="93"/>
                    <a:pt x="528" y="93"/>
                  </a:cubicBezTo>
                  <a:cubicBezTo>
                    <a:pt x="528" y="92"/>
                    <a:pt x="528" y="92"/>
                    <a:pt x="528" y="91"/>
                  </a:cubicBezTo>
                  <a:close/>
                  <a:moveTo>
                    <a:pt x="528" y="136"/>
                  </a:moveTo>
                  <a:cubicBezTo>
                    <a:pt x="533" y="136"/>
                    <a:pt x="537" y="136"/>
                    <a:pt x="541" y="136"/>
                  </a:cubicBezTo>
                  <a:cubicBezTo>
                    <a:pt x="541" y="137"/>
                    <a:pt x="541" y="138"/>
                    <a:pt x="541" y="139"/>
                  </a:cubicBezTo>
                  <a:cubicBezTo>
                    <a:pt x="537" y="139"/>
                    <a:pt x="533" y="139"/>
                    <a:pt x="528" y="139"/>
                  </a:cubicBezTo>
                  <a:cubicBezTo>
                    <a:pt x="528" y="138"/>
                    <a:pt x="528" y="137"/>
                    <a:pt x="528" y="136"/>
                  </a:cubicBezTo>
                  <a:close/>
                  <a:moveTo>
                    <a:pt x="528" y="181"/>
                  </a:moveTo>
                  <a:cubicBezTo>
                    <a:pt x="533" y="181"/>
                    <a:pt x="537" y="181"/>
                    <a:pt x="541" y="181"/>
                  </a:cubicBezTo>
                  <a:cubicBezTo>
                    <a:pt x="541" y="182"/>
                    <a:pt x="541" y="183"/>
                    <a:pt x="541" y="184"/>
                  </a:cubicBezTo>
                  <a:cubicBezTo>
                    <a:pt x="537" y="184"/>
                    <a:pt x="533" y="184"/>
                    <a:pt x="528" y="184"/>
                  </a:cubicBezTo>
                  <a:cubicBezTo>
                    <a:pt x="528" y="183"/>
                    <a:pt x="528" y="182"/>
                    <a:pt x="528" y="181"/>
                  </a:cubicBezTo>
                  <a:close/>
                  <a:moveTo>
                    <a:pt x="528" y="227"/>
                  </a:moveTo>
                  <a:cubicBezTo>
                    <a:pt x="533" y="227"/>
                    <a:pt x="537" y="227"/>
                    <a:pt x="541" y="227"/>
                  </a:cubicBezTo>
                  <a:cubicBezTo>
                    <a:pt x="541" y="227"/>
                    <a:pt x="541" y="228"/>
                    <a:pt x="541" y="229"/>
                  </a:cubicBezTo>
                  <a:cubicBezTo>
                    <a:pt x="537" y="229"/>
                    <a:pt x="533" y="229"/>
                    <a:pt x="528" y="229"/>
                  </a:cubicBezTo>
                  <a:cubicBezTo>
                    <a:pt x="528" y="228"/>
                    <a:pt x="528" y="227"/>
                    <a:pt x="528" y="227"/>
                  </a:cubicBezTo>
                  <a:close/>
                  <a:moveTo>
                    <a:pt x="528" y="272"/>
                  </a:moveTo>
                  <a:cubicBezTo>
                    <a:pt x="533" y="272"/>
                    <a:pt x="537" y="272"/>
                    <a:pt x="541" y="272"/>
                  </a:cubicBezTo>
                  <a:cubicBezTo>
                    <a:pt x="541" y="273"/>
                    <a:pt x="541" y="274"/>
                    <a:pt x="541" y="274"/>
                  </a:cubicBezTo>
                  <a:cubicBezTo>
                    <a:pt x="537" y="274"/>
                    <a:pt x="533" y="274"/>
                    <a:pt x="528" y="274"/>
                  </a:cubicBezTo>
                  <a:cubicBezTo>
                    <a:pt x="528" y="274"/>
                    <a:pt x="528" y="273"/>
                    <a:pt x="528" y="272"/>
                  </a:cubicBezTo>
                  <a:close/>
                  <a:moveTo>
                    <a:pt x="528" y="317"/>
                  </a:moveTo>
                  <a:cubicBezTo>
                    <a:pt x="533" y="317"/>
                    <a:pt x="537" y="317"/>
                    <a:pt x="541" y="317"/>
                  </a:cubicBezTo>
                  <a:cubicBezTo>
                    <a:pt x="541" y="318"/>
                    <a:pt x="541" y="319"/>
                    <a:pt x="541" y="320"/>
                  </a:cubicBezTo>
                  <a:cubicBezTo>
                    <a:pt x="537" y="320"/>
                    <a:pt x="533" y="320"/>
                    <a:pt x="528" y="320"/>
                  </a:cubicBezTo>
                  <a:cubicBezTo>
                    <a:pt x="528" y="319"/>
                    <a:pt x="528" y="318"/>
                    <a:pt x="528" y="317"/>
                  </a:cubicBezTo>
                  <a:close/>
                  <a:moveTo>
                    <a:pt x="528" y="365"/>
                  </a:moveTo>
                  <a:cubicBezTo>
                    <a:pt x="528" y="364"/>
                    <a:pt x="528" y="363"/>
                    <a:pt x="528" y="362"/>
                  </a:cubicBezTo>
                  <a:cubicBezTo>
                    <a:pt x="533" y="362"/>
                    <a:pt x="537" y="362"/>
                    <a:pt x="541" y="362"/>
                  </a:cubicBezTo>
                  <a:cubicBezTo>
                    <a:pt x="541" y="363"/>
                    <a:pt x="541" y="364"/>
                    <a:pt x="541" y="365"/>
                  </a:cubicBezTo>
                  <a:cubicBezTo>
                    <a:pt x="537" y="365"/>
                    <a:pt x="533" y="365"/>
                    <a:pt x="528" y="365"/>
                  </a:cubicBezTo>
                  <a:close/>
                  <a:moveTo>
                    <a:pt x="528" y="408"/>
                  </a:moveTo>
                  <a:cubicBezTo>
                    <a:pt x="533" y="408"/>
                    <a:pt x="537" y="408"/>
                    <a:pt x="541" y="408"/>
                  </a:cubicBezTo>
                  <a:cubicBezTo>
                    <a:pt x="541" y="409"/>
                    <a:pt x="541" y="409"/>
                    <a:pt x="541" y="410"/>
                  </a:cubicBezTo>
                  <a:cubicBezTo>
                    <a:pt x="537" y="410"/>
                    <a:pt x="533" y="410"/>
                    <a:pt x="528" y="410"/>
                  </a:cubicBezTo>
                  <a:cubicBezTo>
                    <a:pt x="528" y="409"/>
                    <a:pt x="528" y="409"/>
                    <a:pt x="528" y="408"/>
                  </a:cubicBezTo>
                  <a:close/>
                  <a:moveTo>
                    <a:pt x="528" y="453"/>
                  </a:moveTo>
                  <a:cubicBezTo>
                    <a:pt x="533" y="453"/>
                    <a:pt x="537" y="453"/>
                    <a:pt x="541" y="453"/>
                  </a:cubicBezTo>
                  <a:cubicBezTo>
                    <a:pt x="541" y="454"/>
                    <a:pt x="541" y="455"/>
                    <a:pt x="541" y="456"/>
                  </a:cubicBezTo>
                  <a:cubicBezTo>
                    <a:pt x="537" y="456"/>
                    <a:pt x="533" y="456"/>
                    <a:pt x="528" y="456"/>
                  </a:cubicBezTo>
                  <a:cubicBezTo>
                    <a:pt x="528" y="455"/>
                    <a:pt x="528" y="454"/>
                    <a:pt x="528" y="453"/>
                  </a:cubicBezTo>
                  <a:close/>
                  <a:moveTo>
                    <a:pt x="546" y="0"/>
                  </a:moveTo>
                  <a:cubicBezTo>
                    <a:pt x="551" y="0"/>
                    <a:pt x="555" y="0"/>
                    <a:pt x="559" y="0"/>
                  </a:cubicBezTo>
                  <a:cubicBezTo>
                    <a:pt x="559" y="1"/>
                    <a:pt x="559" y="2"/>
                    <a:pt x="559" y="3"/>
                  </a:cubicBezTo>
                  <a:cubicBezTo>
                    <a:pt x="555" y="3"/>
                    <a:pt x="551" y="3"/>
                    <a:pt x="546" y="3"/>
                  </a:cubicBezTo>
                  <a:cubicBezTo>
                    <a:pt x="546" y="2"/>
                    <a:pt x="546" y="1"/>
                    <a:pt x="546" y="0"/>
                  </a:cubicBezTo>
                  <a:close/>
                  <a:moveTo>
                    <a:pt x="546" y="45"/>
                  </a:moveTo>
                  <a:cubicBezTo>
                    <a:pt x="551" y="45"/>
                    <a:pt x="555" y="45"/>
                    <a:pt x="559" y="45"/>
                  </a:cubicBezTo>
                  <a:cubicBezTo>
                    <a:pt x="559" y="46"/>
                    <a:pt x="559" y="47"/>
                    <a:pt x="559" y="48"/>
                  </a:cubicBezTo>
                  <a:cubicBezTo>
                    <a:pt x="555" y="48"/>
                    <a:pt x="551" y="48"/>
                    <a:pt x="546" y="48"/>
                  </a:cubicBezTo>
                  <a:cubicBezTo>
                    <a:pt x="546" y="47"/>
                    <a:pt x="546" y="46"/>
                    <a:pt x="546" y="45"/>
                  </a:cubicBezTo>
                  <a:close/>
                  <a:moveTo>
                    <a:pt x="546" y="91"/>
                  </a:moveTo>
                  <a:cubicBezTo>
                    <a:pt x="551" y="91"/>
                    <a:pt x="555" y="91"/>
                    <a:pt x="559" y="91"/>
                  </a:cubicBezTo>
                  <a:cubicBezTo>
                    <a:pt x="559" y="92"/>
                    <a:pt x="559" y="92"/>
                    <a:pt x="559" y="93"/>
                  </a:cubicBezTo>
                  <a:cubicBezTo>
                    <a:pt x="555" y="93"/>
                    <a:pt x="551" y="93"/>
                    <a:pt x="546" y="93"/>
                  </a:cubicBezTo>
                  <a:cubicBezTo>
                    <a:pt x="546" y="92"/>
                    <a:pt x="546" y="92"/>
                    <a:pt x="546" y="91"/>
                  </a:cubicBezTo>
                  <a:close/>
                  <a:moveTo>
                    <a:pt x="546" y="136"/>
                  </a:moveTo>
                  <a:cubicBezTo>
                    <a:pt x="551" y="136"/>
                    <a:pt x="555" y="136"/>
                    <a:pt x="559" y="136"/>
                  </a:cubicBezTo>
                  <a:cubicBezTo>
                    <a:pt x="559" y="137"/>
                    <a:pt x="559" y="138"/>
                    <a:pt x="559" y="139"/>
                  </a:cubicBezTo>
                  <a:cubicBezTo>
                    <a:pt x="555" y="139"/>
                    <a:pt x="551" y="139"/>
                    <a:pt x="546" y="139"/>
                  </a:cubicBezTo>
                  <a:cubicBezTo>
                    <a:pt x="546" y="138"/>
                    <a:pt x="546" y="137"/>
                    <a:pt x="546" y="136"/>
                  </a:cubicBezTo>
                  <a:close/>
                  <a:moveTo>
                    <a:pt x="546" y="181"/>
                  </a:moveTo>
                  <a:cubicBezTo>
                    <a:pt x="551" y="181"/>
                    <a:pt x="555" y="181"/>
                    <a:pt x="559" y="181"/>
                  </a:cubicBezTo>
                  <a:cubicBezTo>
                    <a:pt x="559" y="182"/>
                    <a:pt x="559" y="183"/>
                    <a:pt x="559" y="184"/>
                  </a:cubicBezTo>
                  <a:cubicBezTo>
                    <a:pt x="555" y="184"/>
                    <a:pt x="551" y="184"/>
                    <a:pt x="546" y="184"/>
                  </a:cubicBezTo>
                  <a:cubicBezTo>
                    <a:pt x="546" y="183"/>
                    <a:pt x="546" y="182"/>
                    <a:pt x="546" y="181"/>
                  </a:cubicBezTo>
                  <a:close/>
                  <a:moveTo>
                    <a:pt x="546" y="227"/>
                  </a:moveTo>
                  <a:cubicBezTo>
                    <a:pt x="551" y="227"/>
                    <a:pt x="555" y="227"/>
                    <a:pt x="559" y="227"/>
                  </a:cubicBezTo>
                  <a:cubicBezTo>
                    <a:pt x="559" y="227"/>
                    <a:pt x="559" y="228"/>
                    <a:pt x="559" y="229"/>
                  </a:cubicBezTo>
                  <a:cubicBezTo>
                    <a:pt x="555" y="229"/>
                    <a:pt x="551" y="229"/>
                    <a:pt x="546" y="229"/>
                  </a:cubicBezTo>
                  <a:cubicBezTo>
                    <a:pt x="546" y="228"/>
                    <a:pt x="546" y="227"/>
                    <a:pt x="546" y="227"/>
                  </a:cubicBezTo>
                  <a:close/>
                  <a:moveTo>
                    <a:pt x="546" y="272"/>
                  </a:moveTo>
                  <a:cubicBezTo>
                    <a:pt x="551" y="272"/>
                    <a:pt x="555" y="272"/>
                    <a:pt x="559" y="272"/>
                  </a:cubicBezTo>
                  <a:cubicBezTo>
                    <a:pt x="559" y="273"/>
                    <a:pt x="559" y="274"/>
                    <a:pt x="559" y="274"/>
                  </a:cubicBezTo>
                  <a:cubicBezTo>
                    <a:pt x="555" y="274"/>
                    <a:pt x="551" y="274"/>
                    <a:pt x="546" y="274"/>
                  </a:cubicBezTo>
                  <a:cubicBezTo>
                    <a:pt x="546" y="274"/>
                    <a:pt x="546" y="273"/>
                    <a:pt x="546" y="272"/>
                  </a:cubicBezTo>
                  <a:close/>
                  <a:moveTo>
                    <a:pt x="546" y="317"/>
                  </a:moveTo>
                  <a:cubicBezTo>
                    <a:pt x="551" y="317"/>
                    <a:pt x="555" y="317"/>
                    <a:pt x="559" y="317"/>
                  </a:cubicBezTo>
                  <a:cubicBezTo>
                    <a:pt x="559" y="318"/>
                    <a:pt x="559" y="319"/>
                    <a:pt x="559" y="320"/>
                  </a:cubicBezTo>
                  <a:cubicBezTo>
                    <a:pt x="555" y="320"/>
                    <a:pt x="551" y="320"/>
                    <a:pt x="546" y="320"/>
                  </a:cubicBezTo>
                  <a:cubicBezTo>
                    <a:pt x="546" y="319"/>
                    <a:pt x="546" y="318"/>
                    <a:pt x="546" y="317"/>
                  </a:cubicBezTo>
                  <a:close/>
                  <a:moveTo>
                    <a:pt x="546" y="365"/>
                  </a:moveTo>
                  <a:cubicBezTo>
                    <a:pt x="546" y="364"/>
                    <a:pt x="546" y="363"/>
                    <a:pt x="546" y="362"/>
                  </a:cubicBezTo>
                  <a:cubicBezTo>
                    <a:pt x="551" y="362"/>
                    <a:pt x="555" y="362"/>
                    <a:pt x="559" y="362"/>
                  </a:cubicBezTo>
                  <a:cubicBezTo>
                    <a:pt x="559" y="363"/>
                    <a:pt x="559" y="364"/>
                    <a:pt x="559" y="365"/>
                  </a:cubicBezTo>
                  <a:cubicBezTo>
                    <a:pt x="555" y="365"/>
                    <a:pt x="551" y="365"/>
                    <a:pt x="546" y="365"/>
                  </a:cubicBezTo>
                  <a:close/>
                  <a:moveTo>
                    <a:pt x="546" y="408"/>
                  </a:moveTo>
                  <a:cubicBezTo>
                    <a:pt x="551" y="408"/>
                    <a:pt x="555" y="408"/>
                    <a:pt x="559" y="408"/>
                  </a:cubicBezTo>
                  <a:cubicBezTo>
                    <a:pt x="559" y="409"/>
                    <a:pt x="559" y="409"/>
                    <a:pt x="559" y="410"/>
                  </a:cubicBezTo>
                  <a:cubicBezTo>
                    <a:pt x="555" y="410"/>
                    <a:pt x="551" y="410"/>
                    <a:pt x="546" y="410"/>
                  </a:cubicBezTo>
                  <a:cubicBezTo>
                    <a:pt x="546" y="409"/>
                    <a:pt x="546" y="409"/>
                    <a:pt x="546" y="408"/>
                  </a:cubicBezTo>
                  <a:close/>
                  <a:moveTo>
                    <a:pt x="546" y="453"/>
                  </a:moveTo>
                  <a:cubicBezTo>
                    <a:pt x="551" y="453"/>
                    <a:pt x="555" y="453"/>
                    <a:pt x="559" y="453"/>
                  </a:cubicBezTo>
                  <a:cubicBezTo>
                    <a:pt x="559" y="454"/>
                    <a:pt x="559" y="455"/>
                    <a:pt x="559" y="456"/>
                  </a:cubicBezTo>
                  <a:cubicBezTo>
                    <a:pt x="555" y="456"/>
                    <a:pt x="551" y="456"/>
                    <a:pt x="546" y="456"/>
                  </a:cubicBezTo>
                  <a:cubicBezTo>
                    <a:pt x="546" y="455"/>
                    <a:pt x="546" y="454"/>
                    <a:pt x="546" y="453"/>
                  </a:cubicBezTo>
                  <a:close/>
                  <a:moveTo>
                    <a:pt x="565" y="0"/>
                  </a:moveTo>
                  <a:cubicBezTo>
                    <a:pt x="569" y="0"/>
                    <a:pt x="573" y="0"/>
                    <a:pt x="578" y="0"/>
                  </a:cubicBezTo>
                  <a:cubicBezTo>
                    <a:pt x="578" y="1"/>
                    <a:pt x="578" y="2"/>
                    <a:pt x="578" y="3"/>
                  </a:cubicBezTo>
                  <a:cubicBezTo>
                    <a:pt x="573" y="3"/>
                    <a:pt x="569" y="3"/>
                    <a:pt x="565" y="3"/>
                  </a:cubicBezTo>
                  <a:cubicBezTo>
                    <a:pt x="565" y="2"/>
                    <a:pt x="565" y="1"/>
                    <a:pt x="565" y="0"/>
                  </a:cubicBezTo>
                  <a:close/>
                  <a:moveTo>
                    <a:pt x="565" y="45"/>
                  </a:moveTo>
                  <a:cubicBezTo>
                    <a:pt x="569" y="45"/>
                    <a:pt x="573" y="45"/>
                    <a:pt x="578" y="45"/>
                  </a:cubicBezTo>
                  <a:cubicBezTo>
                    <a:pt x="578" y="46"/>
                    <a:pt x="578" y="47"/>
                    <a:pt x="578" y="48"/>
                  </a:cubicBezTo>
                  <a:cubicBezTo>
                    <a:pt x="573" y="48"/>
                    <a:pt x="569" y="48"/>
                    <a:pt x="565" y="48"/>
                  </a:cubicBezTo>
                  <a:cubicBezTo>
                    <a:pt x="565" y="47"/>
                    <a:pt x="565" y="46"/>
                    <a:pt x="565" y="45"/>
                  </a:cubicBezTo>
                  <a:close/>
                  <a:moveTo>
                    <a:pt x="565" y="91"/>
                  </a:moveTo>
                  <a:cubicBezTo>
                    <a:pt x="569" y="91"/>
                    <a:pt x="573" y="91"/>
                    <a:pt x="578" y="91"/>
                  </a:cubicBezTo>
                  <a:cubicBezTo>
                    <a:pt x="578" y="92"/>
                    <a:pt x="578" y="92"/>
                    <a:pt x="578" y="93"/>
                  </a:cubicBezTo>
                  <a:cubicBezTo>
                    <a:pt x="573" y="93"/>
                    <a:pt x="569" y="93"/>
                    <a:pt x="565" y="93"/>
                  </a:cubicBezTo>
                  <a:cubicBezTo>
                    <a:pt x="565" y="92"/>
                    <a:pt x="565" y="92"/>
                    <a:pt x="565" y="91"/>
                  </a:cubicBezTo>
                  <a:close/>
                  <a:moveTo>
                    <a:pt x="565" y="136"/>
                  </a:moveTo>
                  <a:cubicBezTo>
                    <a:pt x="569" y="136"/>
                    <a:pt x="573" y="136"/>
                    <a:pt x="578" y="136"/>
                  </a:cubicBezTo>
                  <a:cubicBezTo>
                    <a:pt x="578" y="137"/>
                    <a:pt x="578" y="138"/>
                    <a:pt x="578" y="139"/>
                  </a:cubicBezTo>
                  <a:cubicBezTo>
                    <a:pt x="573" y="139"/>
                    <a:pt x="569" y="139"/>
                    <a:pt x="565" y="139"/>
                  </a:cubicBezTo>
                  <a:cubicBezTo>
                    <a:pt x="565" y="138"/>
                    <a:pt x="565" y="137"/>
                    <a:pt x="565" y="136"/>
                  </a:cubicBezTo>
                  <a:close/>
                  <a:moveTo>
                    <a:pt x="565" y="181"/>
                  </a:moveTo>
                  <a:cubicBezTo>
                    <a:pt x="569" y="181"/>
                    <a:pt x="573" y="181"/>
                    <a:pt x="578" y="181"/>
                  </a:cubicBezTo>
                  <a:cubicBezTo>
                    <a:pt x="578" y="182"/>
                    <a:pt x="578" y="183"/>
                    <a:pt x="578" y="184"/>
                  </a:cubicBezTo>
                  <a:cubicBezTo>
                    <a:pt x="573" y="184"/>
                    <a:pt x="569" y="184"/>
                    <a:pt x="565" y="184"/>
                  </a:cubicBezTo>
                  <a:cubicBezTo>
                    <a:pt x="565" y="183"/>
                    <a:pt x="565" y="182"/>
                    <a:pt x="565" y="181"/>
                  </a:cubicBezTo>
                  <a:close/>
                  <a:moveTo>
                    <a:pt x="565" y="227"/>
                  </a:moveTo>
                  <a:cubicBezTo>
                    <a:pt x="569" y="227"/>
                    <a:pt x="573" y="227"/>
                    <a:pt x="578" y="227"/>
                  </a:cubicBezTo>
                  <a:cubicBezTo>
                    <a:pt x="578" y="227"/>
                    <a:pt x="578" y="228"/>
                    <a:pt x="578" y="229"/>
                  </a:cubicBezTo>
                  <a:cubicBezTo>
                    <a:pt x="573" y="229"/>
                    <a:pt x="569" y="229"/>
                    <a:pt x="565" y="229"/>
                  </a:cubicBezTo>
                  <a:cubicBezTo>
                    <a:pt x="565" y="228"/>
                    <a:pt x="565" y="227"/>
                    <a:pt x="565" y="227"/>
                  </a:cubicBezTo>
                  <a:close/>
                  <a:moveTo>
                    <a:pt x="565" y="272"/>
                  </a:moveTo>
                  <a:cubicBezTo>
                    <a:pt x="569" y="272"/>
                    <a:pt x="573" y="272"/>
                    <a:pt x="578" y="272"/>
                  </a:cubicBezTo>
                  <a:cubicBezTo>
                    <a:pt x="578" y="273"/>
                    <a:pt x="578" y="274"/>
                    <a:pt x="578" y="274"/>
                  </a:cubicBezTo>
                  <a:cubicBezTo>
                    <a:pt x="573" y="274"/>
                    <a:pt x="569" y="274"/>
                    <a:pt x="565" y="274"/>
                  </a:cubicBezTo>
                  <a:cubicBezTo>
                    <a:pt x="565" y="274"/>
                    <a:pt x="565" y="273"/>
                    <a:pt x="565" y="272"/>
                  </a:cubicBezTo>
                  <a:close/>
                  <a:moveTo>
                    <a:pt x="565" y="317"/>
                  </a:moveTo>
                  <a:cubicBezTo>
                    <a:pt x="569" y="317"/>
                    <a:pt x="573" y="317"/>
                    <a:pt x="578" y="317"/>
                  </a:cubicBezTo>
                  <a:cubicBezTo>
                    <a:pt x="578" y="318"/>
                    <a:pt x="578" y="319"/>
                    <a:pt x="578" y="320"/>
                  </a:cubicBezTo>
                  <a:cubicBezTo>
                    <a:pt x="573" y="320"/>
                    <a:pt x="569" y="320"/>
                    <a:pt x="565" y="320"/>
                  </a:cubicBezTo>
                  <a:cubicBezTo>
                    <a:pt x="565" y="319"/>
                    <a:pt x="565" y="318"/>
                    <a:pt x="565" y="317"/>
                  </a:cubicBezTo>
                  <a:close/>
                  <a:moveTo>
                    <a:pt x="565" y="365"/>
                  </a:moveTo>
                  <a:cubicBezTo>
                    <a:pt x="565" y="364"/>
                    <a:pt x="565" y="363"/>
                    <a:pt x="565" y="362"/>
                  </a:cubicBezTo>
                  <a:cubicBezTo>
                    <a:pt x="569" y="362"/>
                    <a:pt x="573" y="362"/>
                    <a:pt x="578" y="362"/>
                  </a:cubicBezTo>
                  <a:cubicBezTo>
                    <a:pt x="578" y="363"/>
                    <a:pt x="578" y="364"/>
                    <a:pt x="578" y="365"/>
                  </a:cubicBezTo>
                  <a:cubicBezTo>
                    <a:pt x="573" y="365"/>
                    <a:pt x="569" y="365"/>
                    <a:pt x="565" y="365"/>
                  </a:cubicBezTo>
                  <a:close/>
                  <a:moveTo>
                    <a:pt x="565" y="408"/>
                  </a:moveTo>
                  <a:cubicBezTo>
                    <a:pt x="569" y="408"/>
                    <a:pt x="573" y="408"/>
                    <a:pt x="578" y="408"/>
                  </a:cubicBezTo>
                  <a:cubicBezTo>
                    <a:pt x="578" y="409"/>
                    <a:pt x="578" y="409"/>
                    <a:pt x="578" y="410"/>
                  </a:cubicBezTo>
                  <a:cubicBezTo>
                    <a:pt x="573" y="410"/>
                    <a:pt x="569" y="410"/>
                    <a:pt x="565" y="410"/>
                  </a:cubicBezTo>
                  <a:cubicBezTo>
                    <a:pt x="565" y="409"/>
                    <a:pt x="565" y="409"/>
                    <a:pt x="565" y="408"/>
                  </a:cubicBezTo>
                  <a:close/>
                  <a:moveTo>
                    <a:pt x="565" y="453"/>
                  </a:moveTo>
                  <a:cubicBezTo>
                    <a:pt x="569" y="453"/>
                    <a:pt x="573" y="453"/>
                    <a:pt x="578" y="453"/>
                  </a:cubicBezTo>
                  <a:cubicBezTo>
                    <a:pt x="578" y="454"/>
                    <a:pt x="578" y="455"/>
                    <a:pt x="578" y="456"/>
                  </a:cubicBezTo>
                  <a:cubicBezTo>
                    <a:pt x="573" y="456"/>
                    <a:pt x="569" y="456"/>
                    <a:pt x="565" y="456"/>
                  </a:cubicBezTo>
                  <a:cubicBezTo>
                    <a:pt x="565" y="455"/>
                    <a:pt x="565" y="454"/>
                    <a:pt x="565" y="453"/>
                  </a:cubicBezTo>
                  <a:close/>
                  <a:moveTo>
                    <a:pt x="583" y="0"/>
                  </a:moveTo>
                  <a:cubicBezTo>
                    <a:pt x="587" y="0"/>
                    <a:pt x="592" y="0"/>
                    <a:pt x="596" y="0"/>
                  </a:cubicBezTo>
                  <a:cubicBezTo>
                    <a:pt x="596" y="1"/>
                    <a:pt x="596" y="2"/>
                    <a:pt x="596" y="3"/>
                  </a:cubicBezTo>
                  <a:cubicBezTo>
                    <a:pt x="592" y="3"/>
                    <a:pt x="587" y="3"/>
                    <a:pt x="583" y="3"/>
                  </a:cubicBezTo>
                  <a:cubicBezTo>
                    <a:pt x="583" y="2"/>
                    <a:pt x="583" y="1"/>
                    <a:pt x="583" y="0"/>
                  </a:cubicBezTo>
                  <a:close/>
                  <a:moveTo>
                    <a:pt x="583" y="45"/>
                  </a:moveTo>
                  <a:cubicBezTo>
                    <a:pt x="587" y="45"/>
                    <a:pt x="592" y="45"/>
                    <a:pt x="596" y="45"/>
                  </a:cubicBezTo>
                  <a:cubicBezTo>
                    <a:pt x="596" y="46"/>
                    <a:pt x="596" y="47"/>
                    <a:pt x="596" y="48"/>
                  </a:cubicBezTo>
                  <a:cubicBezTo>
                    <a:pt x="592" y="48"/>
                    <a:pt x="587" y="48"/>
                    <a:pt x="583" y="48"/>
                  </a:cubicBezTo>
                  <a:cubicBezTo>
                    <a:pt x="583" y="47"/>
                    <a:pt x="583" y="46"/>
                    <a:pt x="583" y="45"/>
                  </a:cubicBezTo>
                  <a:close/>
                  <a:moveTo>
                    <a:pt x="583" y="91"/>
                  </a:moveTo>
                  <a:cubicBezTo>
                    <a:pt x="587" y="91"/>
                    <a:pt x="592" y="91"/>
                    <a:pt x="596" y="91"/>
                  </a:cubicBezTo>
                  <a:cubicBezTo>
                    <a:pt x="596" y="92"/>
                    <a:pt x="596" y="92"/>
                    <a:pt x="596" y="93"/>
                  </a:cubicBezTo>
                  <a:cubicBezTo>
                    <a:pt x="592" y="93"/>
                    <a:pt x="587" y="93"/>
                    <a:pt x="583" y="93"/>
                  </a:cubicBezTo>
                  <a:cubicBezTo>
                    <a:pt x="583" y="92"/>
                    <a:pt x="583" y="92"/>
                    <a:pt x="583" y="91"/>
                  </a:cubicBezTo>
                  <a:close/>
                  <a:moveTo>
                    <a:pt x="583" y="136"/>
                  </a:moveTo>
                  <a:cubicBezTo>
                    <a:pt x="587" y="136"/>
                    <a:pt x="592" y="136"/>
                    <a:pt x="596" y="136"/>
                  </a:cubicBezTo>
                  <a:cubicBezTo>
                    <a:pt x="596" y="137"/>
                    <a:pt x="596" y="138"/>
                    <a:pt x="596" y="139"/>
                  </a:cubicBezTo>
                  <a:cubicBezTo>
                    <a:pt x="592" y="139"/>
                    <a:pt x="587" y="139"/>
                    <a:pt x="583" y="139"/>
                  </a:cubicBezTo>
                  <a:cubicBezTo>
                    <a:pt x="583" y="138"/>
                    <a:pt x="583" y="137"/>
                    <a:pt x="583" y="136"/>
                  </a:cubicBezTo>
                  <a:close/>
                  <a:moveTo>
                    <a:pt x="583" y="181"/>
                  </a:moveTo>
                  <a:cubicBezTo>
                    <a:pt x="587" y="181"/>
                    <a:pt x="592" y="181"/>
                    <a:pt x="596" y="181"/>
                  </a:cubicBezTo>
                  <a:cubicBezTo>
                    <a:pt x="596" y="182"/>
                    <a:pt x="596" y="183"/>
                    <a:pt x="596" y="184"/>
                  </a:cubicBezTo>
                  <a:cubicBezTo>
                    <a:pt x="592" y="184"/>
                    <a:pt x="587" y="184"/>
                    <a:pt x="583" y="184"/>
                  </a:cubicBezTo>
                  <a:cubicBezTo>
                    <a:pt x="583" y="183"/>
                    <a:pt x="583" y="182"/>
                    <a:pt x="583" y="181"/>
                  </a:cubicBezTo>
                  <a:close/>
                  <a:moveTo>
                    <a:pt x="583" y="227"/>
                  </a:moveTo>
                  <a:cubicBezTo>
                    <a:pt x="587" y="227"/>
                    <a:pt x="592" y="227"/>
                    <a:pt x="596" y="227"/>
                  </a:cubicBezTo>
                  <a:cubicBezTo>
                    <a:pt x="596" y="227"/>
                    <a:pt x="596" y="228"/>
                    <a:pt x="596" y="229"/>
                  </a:cubicBezTo>
                  <a:cubicBezTo>
                    <a:pt x="592" y="229"/>
                    <a:pt x="587" y="229"/>
                    <a:pt x="583" y="229"/>
                  </a:cubicBezTo>
                  <a:cubicBezTo>
                    <a:pt x="583" y="228"/>
                    <a:pt x="583" y="227"/>
                    <a:pt x="583" y="227"/>
                  </a:cubicBezTo>
                  <a:close/>
                  <a:moveTo>
                    <a:pt x="583" y="272"/>
                  </a:moveTo>
                  <a:cubicBezTo>
                    <a:pt x="587" y="272"/>
                    <a:pt x="592" y="272"/>
                    <a:pt x="596" y="272"/>
                  </a:cubicBezTo>
                  <a:cubicBezTo>
                    <a:pt x="596" y="273"/>
                    <a:pt x="596" y="274"/>
                    <a:pt x="596" y="274"/>
                  </a:cubicBezTo>
                  <a:cubicBezTo>
                    <a:pt x="592" y="274"/>
                    <a:pt x="587" y="274"/>
                    <a:pt x="583" y="274"/>
                  </a:cubicBezTo>
                  <a:cubicBezTo>
                    <a:pt x="583" y="274"/>
                    <a:pt x="583" y="273"/>
                    <a:pt x="583" y="272"/>
                  </a:cubicBezTo>
                  <a:close/>
                  <a:moveTo>
                    <a:pt x="583" y="317"/>
                  </a:moveTo>
                  <a:cubicBezTo>
                    <a:pt x="587" y="317"/>
                    <a:pt x="592" y="317"/>
                    <a:pt x="596" y="317"/>
                  </a:cubicBezTo>
                  <a:cubicBezTo>
                    <a:pt x="596" y="318"/>
                    <a:pt x="596" y="319"/>
                    <a:pt x="596" y="320"/>
                  </a:cubicBezTo>
                  <a:cubicBezTo>
                    <a:pt x="592" y="320"/>
                    <a:pt x="587" y="320"/>
                    <a:pt x="583" y="320"/>
                  </a:cubicBezTo>
                  <a:cubicBezTo>
                    <a:pt x="583" y="319"/>
                    <a:pt x="583" y="318"/>
                    <a:pt x="583" y="317"/>
                  </a:cubicBezTo>
                  <a:close/>
                  <a:moveTo>
                    <a:pt x="583" y="365"/>
                  </a:moveTo>
                  <a:cubicBezTo>
                    <a:pt x="583" y="364"/>
                    <a:pt x="583" y="363"/>
                    <a:pt x="583" y="362"/>
                  </a:cubicBezTo>
                  <a:cubicBezTo>
                    <a:pt x="587" y="362"/>
                    <a:pt x="592" y="362"/>
                    <a:pt x="596" y="362"/>
                  </a:cubicBezTo>
                  <a:cubicBezTo>
                    <a:pt x="596" y="363"/>
                    <a:pt x="596" y="364"/>
                    <a:pt x="596" y="365"/>
                  </a:cubicBezTo>
                  <a:cubicBezTo>
                    <a:pt x="592" y="365"/>
                    <a:pt x="587" y="365"/>
                    <a:pt x="583" y="365"/>
                  </a:cubicBezTo>
                  <a:close/>
                  <a:moveTo>
                    <a:pt x="583" y="408"/>
                  </a:moveTo>
                  <a:cubicBezTo>
                    <a:pt x="587" y="408"/>
                    <a:pt x="592" y="408"/>
                    <a:pt x="596" y="408"/>
                  </a:cubicBezTo>
                  <a:cubicBezTo>
                    <a:pt x="596" y="409"/>
                    <a:pt x="596" y="409"/>
                    <a:pt x="596" y="410"/>
                  </a:cubicBezTo>
                  <a:cubicBezTo>
                    <a:pt x="592" y="410"/>
                    <a:pt x="587" y="410"/>
                    <a:pt x="583" y="410"/>
                  </a:cubicBezTo>
                  <a:cubicBezTo>
                    <a:pt x="583" y="409"/>
                    <a:pt x="583" y="409"/>
                    <a:pt x="583" y="408"/>
                  </a:cubicBezTo>
                  <a:close/>
                  <a:moveTo>
                    <a:pt x="583" y="453"/>
                  </a:moveTo>
                  <a:cubicBezTo>
                    <a:pt x="587" y="453"/>
                    <a:pt x="592" y="453"/>
                    <a:pt x="596" y="453"/>
                  </a:cubicBezTo>
                  <a:cubicBezTo>
                    <a:pt x="596" y="454"/>
                    <a:pt x="596" y="455"/>
                    <a:pt x="596" y="456"/>
                  </a:cubicBezTo>
                  <a:cubicBezTo>
                    <a:pt x="592" y="456"/>
                    <a:pt x="587" y="456"/>
                    <a:pt x="583" y="456"/>
                  </a:cubicBezTo>
                  <a:cubicBezTo>
                    <a:pt x="583" y="455"/>
                    <a:pt x="583" y="454"/>
                    <a:pt x="583" y="453"/>
                  </a:cubicBezTo>
                  <a:close/>
                  <a:moveTo>
                    <a:pt x="601" y="0"/>
                  </a:moveTo>
                  <a:cubicBezTo>
                    <a:pt x="605" y="0"/>
                    <a:pt x="610" y="0"/>
                    <a:pt x="614" y="0"/>
                  </a:cubicBezTo>
                  <a:cubicBezTo>
                    <a:pt x="614" y="1"/>
                    <a:pt x="614" y="2"/>
                    <a:pt x="614" y="3"/>
                  </a:cubicBezTo>
                  <a:cubicBezTo>
                    <a:pt x="610" y="3"/>
                    <a:pt x="605" y="3"/>
                    <a:pt x="601" y="3"/>
                  </a:cubicBezTo>
                  <a:cubicBezTo>
                    <a:pt x="601" y="2"/>
                    <a:pt x="601" y="1"/>
                    <a:pt x="601" y="0"/>
                  </a:cubicBezTo>
                  <a:close/>
                  <a:moveTo>
                    <a:pt x="601" y="45"/>
                  </a:moveTo>
                  <a:cubicBezTo>
                    <a:pt x="605" y="45"/>
                    <a:pt x="610" y="45"/>
                    <a:pt x="614" y="45"/>
                  </a:cubicBezTo>
                  <a:cubicBezTo>
                    <a:pt x="614" y="46"/>
                    <a:pt x="614" y="47"/>
                    <a:pt x="614" y="48"/>
                  </a:cubicBezTo>
                  <a:cubicBezTo>
                    <a:pt x="610" y="48"/>
                    <a:pt x="605" y="48"/>
                    <a:pt x="601" y="48"/>
                  </a:cubicBezTo>
                  <a:cubicBezTo>
                    <a:pt x="601" y="47"/>
                    <a:pt x="601" y="46"/>
                    <a:pt x="601" y="45"/>
                  </a:cubicBezTo>
                  <a:close/>
                  <a:moveTo>
                    <a:pt x="601" y="91"/>
                  </a:moveTo>
                  <a:cubicBezTo>
                    <a:pt x="605" y="91"/>
                    <a:pt x="610" y="91"/>
                    <a:pt x="614" y="91"/>
                  </a:cubicBezTo>
                  <a:cubicBezTo>
                    <a:pt x="614" y="92"/>
                    <a:pt x="614" y="92"/>
                    <a:pt x="614" y="93"/>
                  </a:cubicBezTo>
                  <a:cubicBezTo>
                    <a:pt x="610" y="93"/>
                    <a:pt x="605" y="93"/>
                    <a:pt x="601" y="93"/>
                  </a:cubicBezTo>
                  <a:cubicBezTo>
                    <a:pt x="601" y="92"/>
                    <a:pt x="601" y="92"/>
                    <a:pt x="601" y="91"/>
                  </a:cubicBezTo>
                  <a:close/>
                  <a:moveTo>
                    <a:pt x="601" y="136"/>
                  </a:moveTo>
                  <a:cubicBezTo>
                    <a:pt x="605" y="136"/>
                    <a:pt x="610" y="136"/>
                    <a:pt x="614" y="136"/>
                  </a:cubicBezTo>
                  <a:cubicBezTo>
                    <a:pt x="614" y="137"/>
                    <a:pt x="614" y="138"/>
                    <a:pt x="614" y="139"/>
                  </a:cubicBezTo>
                  <a:cubicBezTo>
                    <a:pt x="610" y="139"/>
                    <a:pt x="605" y="139"/>
                    <a:pt x="601" y="139"/>
                  </a:cubicBezTo>
                  <a:cubicBezTo>
                    <a:pt x="601" y="138"/>
                    <a:pt x="601" y="137"/>
                    <a:pt x="601" y="136"/>
                  </a:cubicBezTo>
                  <a:close/>
                  <a:moveTo>
                    <a:pt x="601" y="181"/>
                  </a:moveTo>
                  <a:cubicBezTo>
                    <a:pt x="605" y="181"/>
                    <a:pt x="610" y="181"/>
                    <a:pt x="614" y="181"/>
                  </a:cubicBezTo>
                  <a:cubicBezTo>
                    <a:pt x="614" y="182"/>
                    <a:pt x="614" y="183"/>
                    <a:pt x="614" y="184"/>
                  </a:cubicBezTo>
                  <a:cubicBezTo>
                    <a:pt x="610" y="184"/>
                    <a:pt x="605" y="184"/>
                    <a:pt x="601" y="184"/>
                  </a:cubicBezTo>
                  <a:cubicBezTo>
                    <a:pt x="601" y="183"/>
                    <a:pt x="601" y="182"/>
                    <a:pt x="601" y="181"/>
                  </a:cubicBezTo>
                  <a:close/>
                  <a:moveTo>
                    <a:pt x="601" y="227"/>
                  </a:moveTo>
                  <a:cubicBezTo>
                    <a:pt x="605" y="227"/>
                    <a:pt x="610" y="227"/>
                    <a:pt x="614" y="227"/>
                  </a:cubicBezTo>
                  <a:cubicBezTo>
                    <a:pt x="614" y="227"/>
                    <a:pt x="614" y="228"/>
                    <a:pt x="614" y="229"/>
                  </a:cubicBezTo>
                  <a:cubicBezTo>
                    <a:pt x="610" y="229"/>
                    <a:pt x="605" y="229"/>
                    <a:pt x="601" y="229"/>
                  </a:cubicBezTo>
                  <a:cubicBezTo>
                    <a:pt x="601" y="228"/>
                    <a:pt x="601" y="227"/>
                    <a:pt x="601" y="227"/>
                  </a:cubicBezTo>
                  <a:close/>
                  <a:moveTo>
                    <a:pt x="601" y="272"/>
                  </a:moveTo>
                  <a:cubicBezTo>
                    <a:pt x="605" y="272"/>
                    <a:pt x="610" y="272"/>
                    <a:pt x="614" y="272"/>
                  </a:cubicBezTo>
                  <a:cubicBezTo>
                    <a:pt x="614" y="273"/>
                    <a:pt x="614" y="274"/>
                    <a:pt x="614" y="274"/>
                  </a:cubicBezTo>
                  <a:cubicBezTo>
                    <a:pt x="610" y="274"/>
                    <a:pt x="605" y="274"/>
                    <a:pt x="601" y="274"/>
                  </a:cubicBezTo>
                  <a:cubicBezTo>
                    <a:pt x="601" y="274"/>
                    <a:pt x="601" y="273"/>
                    <a:pt x="601" y="272"/>
                  </a:cubicBezTo>
                  <a:close/>
                  <a:moveTo>
                    <a:pt x="601" y="317"/>
                  </a:moveTo>
                  <a:cubicBezTo>
                    <a:pt x="605" y="317"/>
                    <a:pt x="610" y="317"/>
                    <a:pt x="614" y="317"/>
                  </a:cubicBezTo>
                  <a:cubicBezTo>
                    <a:pt x="614" y="318"/>
                    <a:pt x="614" y="319"/>
                    <a:pt x="614" y="320"/>
                  </a:cubicBezTo>
                  <a:cubicBezTo>
                    <a:pt x="610" y="320"/>
                    <a:pt x="605" y="320"/>
                    <a:pt x="601" y="320"/>
                  </a:cubicBezTo>
                  <a:cubicBezTo>
                    <a:pt x="601" y="319"/>
                    <a:pt x="601" y="318"/>
                    <a:pt x="601" y="317"/>
                  </a:cubicBezTo>
                  <a:close/>
                  <a:moveTo>
                    <a:pt x="601" y="365"/>
                  </a:moveTo>
                  <a:cubicBezTo>
                    <a:pt x="601" y="364"/>
                    <a:pt x="601" y="363"/>
                    <a:pt x="601" y="362"/>
                  </a:cubicBezTo>
                  <a:cubicBezTo>
                    <a:pt x="605" y="362"/>
                    <a:pt x="610" y="362"/>
                    <a:pt x="614" y="362"/>
                  </a:cubicBezTo>
                  <a:cubicBezTo>
                    <a:pt x="614" y="363"/>
                    <a:pt x="614" y="364"/>
                    <a:pt x="614" y="365"/>
                  </a:cubicBezTo>
                  <a:cubicBezTo>
                    <a:pt x="610" y="365"/>
                    <a:pt x="605" y="365"/>
                    <a:pt x="601" y="365"/>
                  </a:cubicBezTo>
                  <a:close/>
                  <a:moveTo>
                    <a:pt x="601" y="408"/>
                  </a:moveTo>
                  <a:cubicBezTo>
                    <a:pt x="605" y="408"/>
                    <a:pt x="610" y="408"/>
                    <a:pt x="614" y="408"/>
                  </a:cubicBezTo>
                  <a:cubicBezTo>
                    <a:pt x="614" y="409"/>
                    <a:pt x="614" y="409"/>
                    <a:pt x="614" y="410"/>
                  </a:cubicBezTo>
                  <a:cubicBezTo>
                    <a:pt x="610" y="410"/>
                    <a:pt x="605" y="410"/>
                    <a:pt x="601" y="410"/>
                  </a:cubicBezTo>
                  <a:cubicBezTo>
                    <a:pt x="601" y="409"/>
                    <a:pt x="601" y="409"/>
                    <a:pt x="601" y="408"/>
                  </a:cubicBezTo>
                  <a:close/>
                  <a:moveTo>
                    <a:pt x="601" y="453"/>
                  </a:moveTo>
                  <a:cubicBezTo>
                    <a:pt x="605" y="453"/>
                    <a:pt x="610" y="453"/>
                    <a:pt x="614" y="453"/>
                  </a:cubicBezTo>
                  <a:cubicBezTo>
                    <a:pt x="614" y="454"/>
                    <a:pt x="614" y="455"/>
                    <a:pt x="614" y="456"/>
                  </a:cubicBezTo>
                  <a:cubicBezTo>
                    <a:pt x="610" y="456"/>
                    <a:pt x="605" y="456"/>
                    <a:pt x="601" y="456"/>
                  </a:cubicBezTo>
                  <a:cubicBezTo>
                    <a:pt x="601" y="455"/>
                    <a:pt x="601" y="454"/>
                    <a:pt x="601" y="453"/>
                  </a:cubicBezTo>
                  <a:close/>
                  <a:moveTo>
                    <a:pt x="619" y="0"/>
                  </a:moveTo>
                  <a:cubicBezTo>
                    <a:pt x="624" y="0"/>
                    <a:pt x="628" y="0"/>
                    <a:pt x="632" y="0"/>
                  </a:cubicBezTo>
                  <a:cubicBezTo>
                    <a:pt x="632" y="1"/>
                    <a:pt x="632" y="2"/>
                    <a:pt x="632" y="3"/>
                  </a:cubicBezTo>
                  <a:cubicBezTo>
                    <a:pt x="628" y="3"/>
                    <a:pt x="624" y="3"/>
                    <a:pt x="619" y="3"/>
                  </a:cubicBezTo>
                  <a:cubicBezTo>
                    <a:pt x="619" y="2"/>
                    <a:pt x="619" y="1"/>
                    <a:pt x="619" y="0"/>
                  </a:cubicBezTo>
                  <a:close/>
                  <a:moveTo>
                    <a:pt x="619" y="45"/>
                  </a:moveTo>
                  <a:cubicBezTo>
                    <a:pt x="624" y="45"/>
                    <a:pt x="628" y="45"/>
                    <a:pt x="632" y="45"/>
                  </a:cubicBezTo>
                  <a:cubicBezTo>
                    <a:pt x="632" y="46"/>
                    <a:pt x="632" y="47"/>
                    <a:pt x="632" y="48"/>
                  </a:cubicBezTo>
                  <a:cubicBezTo>
                    <a:pt x="628" y="48"/>
                    <a:pt x="624" y="48"/>
                    <a:pt x="619" y="48"/>
                  </a:cubicBezTo>
                  <a:cubicBezTo>
                    <a:pt x="619" y="47"/>
                    <a:pt x="619" y="46"/>
                    <a:pt x="619" y="45"/>
                  </a:cubicBezTo>
                  <a:close/>
                  <a:moveTo>
                    <a:pt x="619" y="91"/>
                  </a:moveTo>
                  <a:cubicBezTo>
                    <a:pt x="624" y="91"/>
                    <a:pt x="628" y="91"/>
                    <a:pt x="632" y="91"/>
                  </a:cubicBezTo>
                  <a:cubicBezTo>
                    <a:pt x="632" y="92"/>
                    <a:pt x="632" y="92"/>
                    <a:pt x="632" y="93"/>
                  </a:cubicBezTo>
                  <a:cubicBezTo>
                    <a:pt x="628" y="93"/>
                    <a:pt x="624" y="93"/>
                    <a:pt x="619" y="93"/>
                  </a:cubicBezTo>
                  <a:cubicBezTo>
                    <a:pt x="619" y="92"/>
                    <a:pt x="619" y="92"/>
                    <a:pt x="619" y="91"/>
                  </a:cubicBezTo>
                  <a:close/>
                  <a:moveTo>
                    <a:pt x="619" y="136"/>
                  </a:moveTo>
                  <a:cubicBezTo>
                    <a:pt x="624" y="136"/>
                    <a:pt x="628" y="136"/>
                    <a:pt x="632" y="136"/>
                  </a:cubicBezTo>
                  <a:cubicBezTo>
                    <a:pt x="632" y="137"/>
                    <a:pt x="632" y="138"/>
                    <a:pt x="632" y="139"/>
                  </a:cubicBezTo>
                  <a:cubicBezTo>
                    <a:pt x="628" y="139"/>
                    <a:pt x="624" y="139"/>
                    <a:pt x="619" y="139"/>
                  </a:cubicBezTo>
                  <a:cubicBezTo>
                    <a:pt x="619" y="138"/>
                    <a:pt x="619" y="137"/>
                    <a:pt x="619" y="136"/>
                  </a:cubicBezTo>
                  <a:close/>
                  <a:moveTo>
                    <a:pt x="619" y="181"/>
                  </a:moveTo>
                  <a:cubicBezTo>
                    <a:pt x="624" y="181"/>
                    <a:pt x="628" y="181"/>
                    <a:pt x="632" y="181"/>
                  </a:cubicBezTo>
                  <a:cubicBezTo>
                    <a:pt x="632" y="182"/>
                    <a:pt x="632" y="183"/>
                    <a:pt x="632" y="184"/>
                  </a:cubicBezTo>
                  <a:cubicBezTo>
                    <a:pt x="628" y="184"/>
                    <a:pt x="624" y="184"/>
                    <a:pt x="619" y="184"/>
                  </a:cubicBezTo>
                  <a:cubicBezTo>
                    <a:pt x="619" y="183"/>
                    <a:pt x="619" y="182"/>
                    <a:pt x="619" y="181"/>
                  </a:cubicBezTo>
                  <a:close/>
                  <a:moveTo>
                    <a:pt x="619" y="227"/>
                  </a:moveTo>
                  <a:cubicBezTo>
                    <a:pt x="624" y="227"/>
                    <a:pt x="628" y="227"/>
                    <a:pt x="632" y="227"/>
                  </a:cubicBezTo>
                  <a:cubicBezTo>
                    <a:pt x="632" y="227"/>
                    <a:pt x="632" y="228"/>
                    <a:pt x="632" y="229"/>
                  </a:cubicBezTo>
                  <a:cubicBezTo>
                    <a:pt x="628" y="229"/>
                    <a:pt x="624" y="229"/>
                    <a:pt x="619" y="229"/>
                  </a:cubicBezTo>
                  <a:cubicBezTo>
                    <a:pt x="619" y="228"/>
                    <a:pt x="619" y="227"/>
                    <a:pt x="619" y="227"/>
                  </a:cubicBezTo>
                  <a:close/>
                  <a:moveTo>
                    <a:pt x="619" y="272"/>
                  </a:moveTo>
                  <a:cubicBezTo>
                    <a:pt x="624" y="272"/>
                    <a:pt x="628" y="272"/>
                    <a:pt x="632" y="272"/>
                  </a:cubicBezTo>
                  <a:cubicBezTo>
                    <a:pt x="632" y="273"/>
                    <a:pt x="632" y="274"/>
                    <a:pt x="632" y="274"/>
                  </a:cubicBezTo>
                  <a:cubicBezTo>
                    <a:pt x="628" y="274"/>
                    <a:pt x="624" y="274"/>
                    <a:pt x="619" y="274"/>
                  </a:cubicBezTo>
                  <a:cubicBezTo>
                    <a:pt x="619" y="274"/>
                    <a:pt x="619" y="273"/>
                    <a:pt x="619" y="272"/>
                  </a:cubicBezTo>
                  <a:close/>
                  <a:moveTo>
                    <a:pt x="619" y="317"/>
                  </a:moveTo>
                  <a:cubicBezTo>
                    <a:pt x="624" y="317"/>
                    <a:pt x="628" y="317"/>
                    <a:pt x="632" y="317"/>
                  </a:cubicBezTo>
                  <a:cubicBezTo>
                    <a:pt x="632" y="318"/>
                    <a:pt x="632" y="319"/>
                    <a:pt x="632" y="320"/>
                  </a:cubicBezTo>
                  <a:cubicBezTo>
                    <a:pt x="628" y="320"/>
                    <a:pt x="624" y="320"/>
                    <a:pt x="619" y="320"/>
                  </a:cubicBezTo>
                  <a:cubicBezTo>
                    <a:pt x="619" y="319"/>
                    <a:pt x="619" y="318"/>
                    <a:pt x="619" y="317"/>
                  </a:cubicBezTo>
                  <a:close/>
                  <a:moveTo>
                    <a:pt x="619" y="365"/>
                  </a:moveTo>
                  <a:cubicBezTo>
                    <a:pt x="619" y="364"/>
                    <a:pt x="619" y="363"/>
                    <a:pt x="619" y="362"/>
                  </a:cubicBezTo>
                  <a:cubicBezTo>
                    <a:pt x="624" y="362"/>
                    <a:pt x="628" y="362"/>
                    <a:pt x="632" y="362"/>
                  </a:cubicBezTo>
                  <a:cubicBezTo>
                    <a:pt x="632" y="363"/>
                    <a:pt x="632" y="364"/>
                    <a:pt x="632" y="365"/>
                  </a:cubicBezTo>
                  <a:cubicBezTo>
                    <a:pt x="628" y="365"/>
                    <a:pt x="624" y="365"/>
                    <a:pt x="619" y="365"/>
                  </a:cubicBezTo>
                  <a:close/>
                  <a:moveTo>
                    <a:pt x="619" y="408"/>
                  </a:moveTo>
                  <a:cubicBezTo>
                    <a:pt x="624" y="408"/>
                    <a:pt x="628" y="408"/>
                    <a:pt x="632" y="408"/>
                  </a:cubicBezTo>
                  <a:cubicBezTo>
                    <a:pt x="632" y="409"/>
                    <a:pt x="632" y="409"/>
                    <a:pt x="632" y="410"/>
                  </a:cubicBezTo>
                  <a:cubicBezTo>
                    <a:pt x="628" y="410"/>
                    <a:pt x="624" y="410"/>
                    <a:pt x="619" y="410"/>
                  </a:cubicBezTo>
                  <a:cubicBezTo>
                    <a:pt x="619" y="409"/>
                    <a:pt x="619" y="409"/>
                    <a:pt x="619" y="408"/>
                  </a:cubicBezTo>
                  <a:close/>
                  <a:moveTo>
                    <a:pt x="619" y="453"/>
                  </a:moveTo>
                  <a:cubicBezTo>
                    <a:pt x="624" y="453"/>
                    <a:pt x="628" y="453"/>
                    <a:pt x="632" y="453"/>
                  </a:cubicBezTo>
                  <a:cubicBezTo>
                    <a:pt x="632" y="454"/>
                    <a:pt x="632" y="455"/>
                    <a:pt x="632" y="456"/>
                  </a:cubicBezTo>
                  <a:cubicBezTo>
                    <a:pt x="628" y="456"/>
                    <a:pt x="624" y="456"/>
                    <a:pt x="619" y="456"/>
                  </a:cubicBezTo>
                  <a:cubicBezTo>
                    <a:pt x="619" y="455"/>
                    <a:pt x="619" y="454"/>
                    <a:pt x="619" y="453"/>
                  </a:cubicBezTo>
                  <a:close/>
                  <a:moveTo>
                    <a:pt x="638" y="0"/>
                  </a:moveTo>
                  <a:cubicBezTo>
                    <a:pt x="642" y="0"/>
                    <a:pt x="646" y="0"/>
                    <a:pt x="651" y="0"/>
                  </a:cubicBezTo>
                  <a:cubicBezTo>
                    <a:pt x="651" y="1"/>
                    <a:pt x="651" y="2"/>
                    <a:pt x="651" y="3"/>
                  </a:cubicBezTo>
                  <a:cubicBezTo>
                    <a:pt x="646" y="3"/>
                    <a:pt x="642" y="3"/>
                    <a:pt x="638" y="3"/>
                  </a:cubicBezTo>
                  <a:cubicBezTo>
                    <a:pt x="638" y="2"/>
                    <a:pt x="638" y="1"/>
                    <a:pt x="638" y="0"/>
                  </a:cubicBezTo>
                  <a:close/>
                  <a:moveTo>
                    <a:pt x="638" y="45"/>
                  </a:moveTo>
                  <a:cubicBezTo>
                    <a:pt x="642" y="45"/>
                    <a:pt x="646" y="45"/>
                    <a:pt x="651" y="45"/>
                  </a:cubicBezTo>
                  <a:cubicBezTo>
                    <a:pt x="651" y="46"/>
                    <a:pt x="651" y="47"/>
                    <a:pt x="651" y="48"/>
                  </a:cubicBezTo>
                  <a:cubicBezTo>
                    <a:pt x="646" y="48"/>
                    <a:pt x="642" y="48"/>
                    <a:pt x="638" y="48"/>
                  </a:cubicBezTo>
                  <a:cubicBezTo>
                    <a:pt x="638" y="47"/>
                    <a:pt x="638" y="46"/>
                    <a:pt x="638" y="45"/>
                  </a:cubicBezTo>
                  <a:close/>
                  <a:moveTo>
                    <a:pt x="638" y="91"/>
                  </a:moveTo>
                  <a:cubicBezTo>
                    <a:pt x="642" y="91"/>
                    <a:pt x="646" y="91"/>
                    <a:pt x="651" y="91"/>
                  </a:cubicBezTo>
                  <a:cubicBezTo>
                    <a:pt x="651" y="92"/>
                    <a:pt x="651" y="92"/>
                    <a:pt x="651" y="93"/>
                  </a:cubicBezTo>
                  <a:cubicBezTo>
                    <a:pt x="646" y="93"/>
                    <a:pt x="642" y="93"/>
                    <a:pt x="638" y="93"/>
                  </a:cubicBezTo>
                  <a:cubicBezTo>
                    <a:pt x="638" y="92"/>
                    <a:pt x="638" y="92"/>
                    <a:pt x="638" y="91"/>
                  </a:cubicBezTo>
                  <a:close/>
                  <a:moveTo>
                    <a:pt x="638" y="136"/>
                  </a:moveTo>
                  <a:cubicBezTo>
                    <a:pt x="642" y="136"/>
                    <a:pt x="646" y="136"/>
                    <a:pt x="651" y="136"/>
                  </a:cubicBezTo>
                  <a:cubicBezTo>
                    <a:pt x="651" y="137"/>
                    <a:pt x="651" y="138"/>
                    <a:pt x="651" y="139"/>
                  </a:cubicBezTo>
                  <a:cubicBezTo>
                    <a:pt x="646" y="139"/>
                    <a:pt x="642" y="139"/>
                    <a:pt x="638" y="139"/>
                  </a:cubicBezTo>
                  <a:cubicBezTo>
                    <a:pt x="638" y="138"/>
                    <a:pt x="638" y="137"/>
                    <a:pt x="638" y="136"/>
                  </a:cubicBezTo>
                  <a:close/>
                  <a:moveTo>
                    <a:pt x="638" y="181"/>
                  </a:moveTo>
                  <a:cubicBezTo>
                    <a:pt x="642" y="181"/>
                    <a:pt x="646" y="181"/>
                    <a:pt x="651" y="181"/>
                  </a:cubicBezTo>
                  <a:cubicBezTo>
                    <a:pt x="651" y="182"/>
                    <a:pt x="651" y="183"/>
                    <a:pt x="651" y="184"/>
                  </a:cubicBezTo>
                  <a:cubicBezTo>
                    <a:pt x="646" y="184"/>
                    <a:pt x="642" y="184"/>
                    <a:pt x="638" y="184"/>
                  </a:cubicBezTo>
                  <a:cubicBezTo>
                    <a:pt x="638" y="183"/>
                    <a:pt x="638" y="182"/>
                    <a:pt x="638" y="181"/>
                  </a:cubicBezTo>
                  <a:close/>
                  <a:moveTo>
                    <a:pt x="638" y="227"/>
                  </a:moveTo>
                  <a:cubicBezTo>
                    <a:pt x="642" y="227"/>
                    <a:pt x="646" y="227"/>
                    <a:pt x="651" y="227"/>
                  </a:cubicBezTo>
                  <a:cubicBezTo>
                    <a:pt x="651" y="227"/>
                    <a:pt x="651" y="228"/>
                    <a:pt x="651" y="229"/>
                  </a:cubicBezTo>
                  <a:cubicBezTo>
                    <a:pt x="646" y="229"/>
                    <a:pt x="642" y="229"/>
                    <a:pt x="638" y="229"/>
                  </a:cubicBezTo>
                  <a:cubicBezTo>
                    <a:pt x="638" y="228"/>
                    <a:pt x="638" y="227"/>
                    <a:pt x="638" y="227"/>
                  </a:cubicBezTo>
                  <a:close/>
                  <a:moveTo>
                    <a:pt x="638" y="272"/>
                  </a:moveTo>
                  <a:cubicBezTo>
                    <a:pt x="642" y="272"/>
                    <a:pt x="646" y="272"/>
                    <a:pt x="651" y="272"/>
                  </a:cubicBezTo>
                  <a:cubicBezTo>
                    <a:pt x="651" y="273"/>
                    <a:pt x="651" y="274"/>
                    <a:pt x="651" y="274"/>
                  </a:cubicBezTo>
                  <a:cubicBezTo>
                    <a:pt x="646" y="274"/>
                    <a:pt x="642" y="274"/>
                    <a:pt x="638" y="274"/>
                  </a:cubicBezTo>
                  <a:cubicBezTo>
                    <a:pt x="638" y="274"/>
                    <a:pt x="638" y="273"/>
                    <a:pt x="638" y="272"/>
                  </a:cubicBezTo>
                  <a:close/>
                  <a:moveTo>
                    <a:pt x="638" y="317"/>
                  </a:moveTo>
                  <a:cubicBezTo>
                    <a:pt x="642" y="317"/>
                    <a:pt x="646" y="317"/>
                    <a:pt x="651" y="317"/>
                  </a:cubicBezTo>
                  <a:cubicBezTo>
                    <a:pt x="651" y="318"/>
                    <a:pt x="651" y="319"/>
                    <a:pt x="651" y="320"/>
                  </a:cubicBezTo>
                  <a:cubicBezTo>
                    <a:pt x="646" y="320"/>
                    <a:pt x="642" y="320"/>
                    <a:pt x="638" y="320"/>
                  </a:cubicBezTo>
                  <a:cubicBezTo>
                    <a:pt x="638" y="319"/>
                    <a:pt x="638" y="318"/>
                    <a:pt x="638" y="317"/>
                  </a:cubicBezTo>
                  <a:close/>
                  <a:moveTo>
                    <a:pt x="638" y="365"/>
                  </a:moveTo>
                  <a:cubicBezTo>
                    <a:pt x="638" y="364"/>
                    <a:pt x="638" y="363"/>
                    <a:pt x="638" y="362"/>
                  </a:cubicBezTo>
                  <a:cubicBezTo>
                    <a:pt x="642" y="362"/>
                    <a:pt x="646" y="362"/>
                    <a:pt x="651" y="362"/>
                  </a:cubicBezTo>
                  <a:cubicBezTo>
                    <a:pt x="651" y="363"/>
                    <a:pt x="651" y="364"/>
                    <a:pt x="651" y="365"/>
                  </a:cubicBezTo>
                  <a:cubicBezTo>
                    <a:pt x="646" y="365"/>
                    <a:pt x="642" y="365"/>
                    <a:pt x="638" y="365"/>
                  </a:cubicBezTo>
                  <a:close/>
                  <a:moveTo>
                    <a:pt x="638" y="408"/>
                  </a:moveTo>
                  <a:cubicBezTo>
                    <a:pt x="642" y="408"/>
                    <a:pt x="646" y="408"/>
                    <a:pt x="651" y="408"/>
                  </a:cubicBezTo>
                  <a:cubicBezTo>
                    <a:pt x="651" y="409"/>
                    <a:pt x="651" y="409"/>
                    <a:pt x="651" y="410"/>
                  </a:cubicBezTo>
                  <a:cubicBezTo>
                    <a:pt x="646" y="410"/>
                    <a:pt x="642" y="410"/>
                    <a:pt x="638" y="410"/>
                  </a:cubicBezTo>
                  <a:cubicBezTo>
                    <a:pt x="638" y="409"/>
                    <a:pt x="638" y="409"/>
                    <a:pt x="638" y="408"/>
                  </a:cubicBezTo>
                  <a:close/>
                  <a:moveTo>
                    <a:pt x="638" y="453"/>
                  </a:moveTo>
                  <a:cubicBezTo>
                    <a:pt x="642" y="453"/>
                    <a:pt x="646" y="453"/>
                    <a:pt x="651" y="453"/>
                  </a:cubicBezTo>
                  <a:cubicBezTo>
                    <a:pt x="651" y="454"/>
                    <a:pt x="651" y="455"/>
                    <a:pt x="651" y="456"/>
                  </a:cubicBezTo>
                  <a:cubicBezTo>
                    <a:pt x="646" y="456"/>
                    <a:pt x="642" y="456"/>
                    <a:pt x="638" y="456"/>
                  </a:cubicBezTo>
                  <a:cubicBezTo>
                    <a:pt x="638" y="455"/>
                    <a:pt x="638" y="454"/>
                    <a:pt x="638" y="453"/>
                  </a:cubicBezTo>
                  <a:close/>
                  <a:moveTo>
                    <a:pt x="656" y="0"/>
                  </a:moveTo>
                  <a:cubicBezTo>
                    <a:pt x="660" y="0"/>
                    <a:pt x="664" y="0"/>
                    <a:pt x="669" y="0"/>
                  </a:cubicBezTo>
                  <a:cubicBezTo>
                    <a:pt x="669" y="1"/>
                    <a:pt x="669" y="2"/>
                    <a:pt x="669" y="3"/>
                  </a:cubicBezTo>
                  <a:cubicBezTo>
                    <a:pt x="664" y="3"/>
                    <a:pt x="660" y="3"/>
                    <a:pt x="656" y="3"/>
                  </a:cubicBezTo>
                  <a:cubicBezTo>
                    <a:pt x="656" y="2"/>
                    <a:pt x="656" y="1"/>
                    <a:pt x="656" y="0"/>
                  </a:cubicBezTo>
                  <a:close/>
                  <a:moveTo>
                    <a:pt x="656" y="45"/>
                  </a:moveTo>
                  <a:cubicBezTo>
                    <a:pt x="660" y="45"/>
                    <a:pt x="664" y="45"/>
                    <a:pt x="669" y="45"/>
                  </a:cubicBezTo>
                  <a:cubicBezTo>
                    <a:pt x="669" y="46"/>
                    <a:pt x="669" y="47"/>
                    <a:pt x="669" y="48"/>
                  </a:cubicBezTo>
                  <a:cubicBezTo>
                    <a:pt x="664" y="48"/>
                    <a:pt x="660" y="48"/>
                    <a:pt x="656" y="48"/>
                  </a:cubicBezTo>
                  <a:cubicBezTo>
                    <a:pt x="656" y="47"/>
                    <a:pt x="656" y="46"/>
                    <a:pt x="656" y="45"/>
                  </a:cubicBezTo>
                  <a:close/>
                  <a:moveTo>
                    <a:pt x="656" y="91"/>
                  </a:moveTo>
                  <a:cubicBezTo>
                    <a:pt x="660" y="91"/>
                    <a:pt x="664" y="91"/>
                    <a:pt x="669" y="91"/>
                  </a:cubicBezTo>
                  <a:cubicBezTo>
                    <a:pt x="669" y="92"/>
                    <a:pt x="669" y="92"/>
                    <a:pt x="669" y="93"/>
                  </a:cubicBezTo>
                  <a:cubicBezTo>
                    <a:pt x="664" y="93"/>
                    <a:pt x="660" y="93"/>
                    <a:pt x="656" y="93"/>
                  </a:cubicBezTo>
                  <a:cubicBezTo>
                    <a:pt x="656" y="92"/>
                    <a:pt x="656" y="92"/>
                    <a:pt x="656" y="91"/>
                  </a:cubicBezTo>
                  <a:close/>
                  <a:moveTo>
                    <a:pt x="656" y="136"/>
                  </a:moveTo>
                  <a:cubicBezTo>
                    <a:pt x="660" y="136"/>
                    <a:pt x="664" y="136"/>
                    <a:pt x="669" y="136"/>
                  </a:cubicBezTo>
                  <a:cubicBezTo>
                    <a:pt x="669" y="137"/>
                    <a:pt x="669" y="138"/>
                    <a:pt x="669" y="139"/>
                  </a:cubicBezTo>
                  <a:cubicBezTo>
                    <a:pt x="664" y="139"/>
                    <a:pt x="660" y="139"/>
                    <a:pt x="656" y="139"/>
                  </a:cubicBezTo>
                  <a:cubicBezTo>
                    <a:pt x="656" y="138"/>
                    <a:pt x="656" y="137"/>
                    <a:pt x="656" y="136"/>
                  </a:cubicBezTo>
                  <a:close/>
                  <a:moveTo>
                    <a:pt x="656" y="181"/>
                  </a:moveTo>
                  <a:cubicBezTo>
                    <a:pt x="660" y="181"/>
                    <a:pt x="664" y="181"/>
                    <a:pt x="669" y="181"/>
                  </a:cubicBezTo>
                  <a:cubicBezTo>
                    <a:pt x="669" y="182"/>
                    <a:pt x="669" y="183"/>
                    <a:pt x="669" y="184"/>
                  </a:cubicBezTo>
                  <a:cubicBezTo>
                    <a:pt x="664" y="184"/>
                    <a:pt x="660" y="184"/>
                    <a:pt x="656" y="184"/>
                  </a:cubicBezTo>
                  <a:cubicBezTo>
                    <a:pt x="656" y="183"/>
                    <a:pt x="656" y="182"/>
                    <a:pt x="656" y="181"/>
                  </a:cubicBezTo>
                  <a:close/>
                  <a:moveTo>
                    <a:pt x="656" y="227"/>
                  </a:moveTo>
                  <a:cubicBezTo>
                    <a:pt x="660" y="227"/>
                    <a:pt x="664" y="227"/>
                    <a:pt x="669" y="227"/>
                  </a:cubicBezTo>
                  <a:cubicBezTo>
                    <a:pt x="669" y="227"/>
                    <a:pt x="669" y="228"/>
                    <a:pt x="669" y="229"/>
                  </a:cubicBezTo>
                  <a:cubicBezTo>
                    <a:pt x="664" y="229"/>
                    <a:pt x="660" y="229"/>
                    <a:pt x="656" y="229"/>
                  </a:cubicBezTo>
                  <a:cubicBezTo>
                    <a:pt x="656" y="228"/>
                    <a:pt x="656" y="227"/>
                    <a:pt x="656" y="227"/>
                  </a:cubicBezTo>
                  <a:close/>
                  <a:moveTo>
                    <a:pt x="656" y="272"/>
                  </a:moveTo>
                  <a:cubicBezTo>
                    <a:pt x="660" y="272"/>
                    <a:pt x="664" y="272"/>
                    <a:pt x="669" y="272"/>
                  </a:cubicBezTo>
                  <a:cubicBezTo>
                    <a:pt x="669" y="273"/>
                    <a:pt x="669" y="274"/>
                    <a:pt x="669" y="274"/>
                  </a:cubicBezTo>
                  <a:cubicBezTo>
                    <a:pt x="664" y="274"/>
                    <a:pt x="660" y="274"/>
                    <a:pt x="656" y="274"/>
                  </a:cubicBezTo>
                  <a:cubicBezTo>
                    <a:pt x="656" y="274"/>
                    <a:pt x="656" y="273"/>
                    <a:pt x="656" y="272"/>
                  </a:cubicBezTo>
                  <a:close/>
                  <a:moveTo>
                    <a:pt x="656" y="317"/>
                  </a:moveTo>
                  <a:cubicBezTo>
                    <a:pt x="660" y="317"/>
                    <a:pt x="664" y="317"/>
                    <a:pt x="669" y="317"/>
                  </a:cubicBezTo>
                  <a:cubicBezTo>
                    <a:pt x="669" y="318"/>
                    <a:pt x="669" y="319"/>
                    <a:pt x="669" y="320"/>
                  </a:cubicBezTo>
                  <a:cubicBezTo>
                    <a:pt x="664" y="320"/>
                    <a:pt x="660" y="320"/>
                    <a:pt x="656" y="320"/>
                  </a:cubicBezTo>
                  <a:cubicBezTo>
                    <a:pt x="656" y="319"/>
                    <a:pt x="656" y="318"/>
                    <a:pt x="656" y="317"/>
                  </a:cubicBezTo>
                  <a:close/>
                  <a:moveTo>
                    <a:pt x="656" y="365"/>
                  </a:moveTo>
                  <a:cubicBezTo>
                    <a:pt x="656" y="364"/>
                    <a:pt x="656" y="363"/>
                    <a:pt x="656" y="362"/>
                  </a:cubicBezTo>
                  <a:cubicBezTo>
                    <a:pt x="660" y="362"/>
                    <a:pt x="664" y="362"/>
                    <a:pt x="669" y="362"/>
                  </a:cubicBezTo>
                  <a:cubicBezTo>
                    <a:pt x="669" y="363"/>
                    <a:pt x="669" y="364"/>
                    <a:pt x="669" y="365"/>
                  </a:cubicBezTo>
                  <a:cubicBezTo>
                    <a:pt x="664" y="365"/>
                    <a:pt x="660" y="365"/>
                    <a:pt x="656" y="365"/>
                  </a:cubicBezTo>
                  <a:close/>
                  <a:moveTo>
                    <a:pt x="656" y="408"/>
                  </a:moveTo>
                  <a:cubicBezTo>
                    <a:pt x="660" y="408"/>
                    <a:pt x="664" y="408"/>
                    <a:pt x="669" y="408"/>
                  </a:cubicBezTo>
                  <a:cubicBezTo>
                    <a:pt x="669" y="409"/>
                    <a:pt x="669" y="409"/>
                    <a:pt x="669" y="410"/>
                  </a:cubicBezTo>
                  <a:cubicBezTo>
                    <a:pt x="664" y="410"/>
                    <a:pt x="660" y="410"/>
                    <a:pt x="656" y="410"/>
                  </a:cubicBezTo>
                  <a:cubicBezTo>
                    <a:pt x="656" y="409"/>
                    <a:pt x="656" y="409"/>
                    <a:pt x="656" y="408"/>
                  </a:cubicBezTo>
                  <a:close/>
                  <a:moveTo>
                    <a:pt x="656" y="453"/>
                  </a:moveTo>
                  <a:cubicBezTo>
                    <a:pt x="660" y="453"/>
                    <a:pt x="664" y="453"/>
                    <a:pt x="669" y="453"/>
                  </a:cubicBezTo>
                  <a:cubicBezTo>
                    <a:pt x="669" y="454"/>
                    <a:pt x="669" y="455"/>
                    <a:pt x="669" y="456"/>
                  </a:cubicBezTo>
                  <a:cubicBezTo>
                    <a:pt x="664" y="456"/>
                    <a:pt x="660" y="456"/>
                    <a:pt x="656" y="456"/>
                  </a:cubicBezTo>
                  <a:cubicBezTo>
                    <a:pt x="656" y="455"/>
                    <a:pt x="656" y="454"/>
                    <a:pt x="656" y="453"/>
                  </a:cubicBezTo>
                  <a:close/>
                  <a:moveTo>
                    <a:pt x="674" y="0"/>
                  </a:moveTo>
                  <a:cubicBezTo>
                    <a:pt x="678" y="0"/>
                    <a:pt x="683" y="0"/>
                    <a:pt x="687" y="0"/>
                  </a:cubicBezTo>
                  <a:cubicBezTo>
                    <a:pt x="687" y="1"/>
                    <a:pt x="687" y="2"/>
                    <a:pt x="687" y="3"/>
                  </a:cubicBezTo>
                  <a:cubicBezTo>
                    <a:pt x="683" y="3"/>
                    <a:pt x="678" y="3"/>
                    <a:pt x="674" y="3"/>
                  </a:cubicBezTo>
                  <a:cubicBezTo>
                    <a:pt x="674" y="2"/>
                    <a:pt x="674" y="1"/>
                    <a:pt x="674" y="0"/>
                  </a:cubicBezTo>
                  <a:close/>
                  <a:moveTo>
                    <a:pt x="674" y="45"/>
                  </a:moveTo>
                  <a:cubicBezTo>
                    <a:pt x="678" y="45"/>
                    <a:pt x="683" y="45"/>
                    <a:pt x="687" y="45"/>
                  </a:cubicBezTo>
                  <a:cubicBezTo>
                    <a:pt x="687" y="46"/>
                    <a:pt x="687" y="47"/>
                    <a:pt x="687" y="48"/>
                  </a:cubicBezTo>
                  <a:cubicBezTo>
                    <a:pt x="683" y="48"/>
                    <a:pt x="678" y="48"/>
                    <a:pt x="674" y="48"/>
                  </a:cubicBezTo>
                  <a:cubicBezTo>
                    <a:pt x="674" y="47"/>
                    <a:pt x="674" y="46"/>
                    <a:pt x="674" y="45"/>
                  </a:cubicBezTo>
                  <a:close/>
                  <a:moveTo>
                    <a:pt x="674" y="91"/>
                  </a:moveTo>
                  <a:cubicBezTo>
                    <a:pt x="678" y="91"/>
                    <a:pt x="683" y="91"/>
                    <a:pt x="687" y="91"/>
                  </a:cubicBezTo>
                  <a:cubicBezTo>
                    <a:pt x="687" y="92"/>
                    <a:pt x="687" y="92"/>
                    <a:pt x="687" y="93"/>
                  </a:cubicBezTo>
                  <a:cubicBezTo>
                    <a:pt x="683" y="93"/>
                    <a:pt x="678" y="93"/>
                    <a:pt x="674" y="93"/>
                  </a:cubicBezTo>
                  <a:cubicBezTo>
                    <a:pt x="674" y="92"/>
                    <a:pt x="674" y="92"/>
                    <a:pt x="674" y="91"/>
                  </a:cubicBezTo>
                  <a:close/>
                  <a:moveTo>
                    <a:pt x="674" y="136"/>
                  </a:moveTo>
                  <a:cubicBezTo>
                    <a:pt x="678" y="136"/>
                    <a:pt x="683" y="136"/>
                    <a:pt x="687" y="136"/>
                  </a:cubicBezTo>
                  <a:cubicBezTo>
                    <a:pt x="687" y="137"/>
                    <a:pt x="687" y="138"/>
                    <a:pt x="687" y="139"/>
                  </a:cubicBezTo>
                  <a:cubicBezTo>
                    <a:pt x="683" y="139"/>
                    <a:pt x="678" y="139"/>
                    <a:pt x="674" y="139"/>
                  </a:cubicBezTo>
                  <a:cubicBezTo>
                    <a:pt x="674" y="138"/>
                    <a:pt x="674" y="137"/>
                    <a:pt x="674" y="136"/>
                  </a:cubicBezTo>
                  <a:close/>
                  <a:moveTo>
                    <a:pt x="674" y="181"/>
                  </a:moveTo>
                  <a:cubicBezTo>
                    <a:pt x="678" y="181"/>
                    <a:pt x="683" y="181"/>
                    <a:pt x="687" y="181"/>
                  </a:cubicBezTo>
                  <a:cubicBezTo>
                    <a:pt x="687" y="182"/>
                    <a:pt x="687" y="183"/>
                    <a:pt x="687" y="184"/>
                  </a:cubicBezTo>
                  <a:cubicBezTo>
                    <a:pt x="683" y="184"/>
                    <a:pt x="678" y="184"/>
                    <a:pt x="674" y="184"/>
                  </a:cubicBezTo>
                  <a:cubicBezTo>
                    <a:pt x="674" y="183"/>
                    <a:pt x="674" y="182"/>
                    <a:pt x="674" y="181"/>
                  </a:cubicBezTo>
                  <a:close/>
                  <a:moveTo>
                    <a:pt x="674" y="227"/>
                  </a:moveTo>
                  <a:cubicBezTo>
                    <a:pt x="678" y="227"/>
                    <a:pt x="683" y="227"/>
                    <a:pt x="687" y="227"/>
                  </a:cubicBezTo>
                  <a:cubicBezTo>
                    <a:pt x="687" y="227"/>
                    <a:pt x="687" y="228"/>
                    <a:pt x="687" y="229"/>
                  </a:cubicBezTo>
                  <a:cubicBezTo>
                    <a:pt x="683" y="229"/>
                    <a:pt x="678" y="229"/>
                    <a:pt x="674" y="229"/>
                  </a:cubicBezTo>
                  <a:cubicBezTo>
                    <a:pt x="674" y="228"/>
                    <a:pt x="674" y="227"/>
                    <a:pt x="674" y="227"/>
                  </a:cubicBezTo>
                  <a:close/>
                  <a:moveTo>
                    <a:pt x="674" y="272"/>
                  </a:moveTo>
                  <a:cubicBezTo>
                    <a:pt x="678" y="272"/>
                    <a:pt x="683" y="272"/>
                    <a:pt x="687" y="272"/>
                  </a:cubicBezTo>
                  <a:cubicBezTo>
                    <a:pt x="687" y="273"/>
                    <a:pt x="687" y="274"/>
                    <a:pt x="687" y="274"/>
                  </a:cubicBezTo>
                  <a:cubicBezTo>
                    <a:pt x="683" y="274"/>
                    <a:pt x="678" y="274"/>
                    <a:pt x="674" y="274"/>
                  </a:cubicBezTo>
                  <a:cubicBezTo>
                    <a:pt x="674" y="274"/>
                    <a:pt x="674" y="273"/>
                    <a:pt x="674" y="272"/>
                  </a:cubicBezTo>
                  <a:close/>
                  <a:moveTo>
                    <a:pt x="674" y="317"/>
                  </a:moveTo>
                  <a:cubicBezTo>
                    <a:pt x="678" y="317"/>
                    <a:pt x="683" y="317"/>
                    <a:pt x="687" y="317"/>
                  </a:cubicBezTo>
                  <a:cubicBezTo>
                    <a:pt x="687" y="318"/>
                    <a:pt x="687" y="319"/>
                    <a:pt x="687" y="320"/>
                  </a:cubicBezTo>
                  <a:cubicBezTo>
                    <a:pt x="683" y="320"/>
                    <a:pt x="678" y="320"/>
                    <a:pt x="674" y="320"/>
                  </a:cubicBezTo>
                  <a:cubicBezTo>
                    <a:pt x="674" y="319"/>
                    <a:pt x="674" y="318"/>
                    <a:pt x="674" y="317"/>
                  </a:cubicBezTo>
                  <a:close/>
                  <a:moveTo>
                    <a:pt x="674" y="365"/>
                  </a:moveTo>
                  <a:cubicBezTo>
                    <a:pt x="674" y="364"/>
                    <a:pt x="674" y="363"/>
                    <a:pt x="674" y="362"/>
                  </a:cubicBezTo>
                  <a:cubicBezTo>
                    <a:pt x="678" y="362"/>
                    <a:pt x="683" y="362"/>
                    <a:pt x="687" y="362"/>
                  </a:cubicBezTo>
                  <a:cubicBezTo>
                    <a:pt x="687" y="363"/>
                    <a:pt x="687" y="364"/>
                    <a:pt x="687" y="365"/>
                  </a:cubicBezTo>
                  <a:cubicBezTo>
                    <a:pt x="683" y="365"/>
                    <a:pt x="678" y="365"/>
                    <a:pt x="674" y="365"/>
                  </a:cubicBezTo>
                  <a:close/>
                  <a:moveTo>
                    <a:pt x="674" y="408"/>
                  </a:moveTo>
                  <a:cubicBezTo>
                    <a:pt x="678" y="408"/>
                    <a:pt x="683" y="408"/>
                    <a:pt x="687" y="408"/>
                  </a:cubicBezTo>
                  <a:cubicBezTo>
                    <a:pt x="687" y="409"/>
                    <a:pt x="687" y="409"/>
                    <a:pt x="687" y="410"/>
                  </a:cubicBezTo>
                  <a:cubicBezTo>
                    <a:pt x="683" y="410"/>
                    <a:pt x="678" y="410"/>
                    <a:pt x="674" y="410"/>
                  </a:cubicBezTo>
                  <a:cubicBezTo>
                    <a:pt x="674" y="409"/>
                    <a:pt x="674" y="409"/>
                    <a:pt x="674" y="408"/>
                  </a:cubicBezTo>
                  <a:close/>
                  <a:moveTo>
                    <a:pt x="674" y="453"/>
                  </a:moveTo>
                  <a:cubicBezTo>
                    <a:pt x="678" y="453"/>
                    <a:pt x="683" y="453"/>
                    <a:pt x="687" y="453"/>
                  </a:cubicBezTo>
                  <a:cubicBezTo>
                    <a:pt x="687" y="454"/>
                    <a:pt x="687" y="455"/>
                    <a:pt x="687" y="456"/>
                  </a:cubicBezTo>
                  <a:cubicBezTo>
                    <a:pt x="683" y="456"/>
                    <a:pt x="678" y="456"/>
                    <a:pt x="674" y="456"/>
                  </a:cubicBezTo>
                  <a:cubicBezTo>
                    <a:pt x="674" y="455"/>
                    <a:pt x="674" y="454"/>
                    <a:pt x="674" y="453"/>
                  </a:cubicBezTo>
                  <a:close/>
                  <a:moveTo>
                    <a:pt x="692" y="0"/>
                  </a:moveTo>
                  <a:cubicBezTo>
                    <a:pt x="697" y="0"/>
                    <a:pt x="701" y="0"/>
                    <a:pt x="705" y="0"/>
                  </a:cubicBezTo>
                  <a:cubicBezTo>
                    <a:pt x="705" y="1"/>
                    <a:pt x="705" y="2"/>
                    <a:pt x="705" y="3"/>
                  </a:cubicBezTo>
                  <a:cubicBezTo>
                    <a:pt x="701" y="3"/>
                    <a:pt x="697" y="3"/>
                    <a:pt x="692" y="3"/>
                  </a:cubicBezTo>
                  <a:cubicBezTo>
                    <a:pt x="692" y="2"/>
                    <a:pt x="692" y="1"/>
                    <a:pt x="692" y="0"/>
                  </a:cubicBezTo>
                  <a:close/>
                  <a:moveTo>
                    <a:pt x="692" y="45"/>
                  </a:moveTo>
                  <a:cubicBezTo>
                    <a:pt x="697" y="45"/>
                    <a:pt x="701" y="45"/>
                    <a:pt x="705" y="45"/>
                  </a:cubicBezTo>
                  <a:cubicBezTo>
                    <a:pt x="705" y="46"/>
                    <a:pt x="705" y="47"/>
                    <a:pt x="705" y="48"/>
                  </a:cubicBezTo>
                  <a:cubicBezTo>
                    <a:pt x="701" y="48"/>
                    <a:pt x="697" y="48"/>
                    <a:pt x="692" y="48"/>
                  </a:cubicBezTo>
                  <a:cubicBezTo>
                    <a:pt x="692" y="47"/>
                    <a:pt x="692" y="46"/>
                    <a:pt x="692" y="45"/>
                  </a:cubicBezTo>
                  <a:close/>
                  <a:moveTo>
                    <a:pt x="692" y="91"/>
                  </a:moveTo>
                  <a:cubicBezTo>
                    <a:pt x="697" y="91"/>
                    <a:pt x="701" y="91"/>
                    <a:pt x="705" y="91"/>
                  </a:cubicBezTo>
                  <a:cubicBezTo>
                    <a:pt x="705" y="92"/>
                    <a:pt x="705" y="92"/>
                    <a:pt x="705" y="93"/>
                  </a:cubicBezTo>
                  <a:cubicBezTo>
                    <a:pt x="701" y="93"/>
                    <a:pt x="697" y="93"/>
                    <a:pt x="692" y="93"/>
                  </a:cubicBezTo>
                  <a:cubicBezTo>
                    <a:pt x="692" y="92"/>
                    <a:pt x="692" y="92"/>
                    <a:pt x="692" y="91"/>
                  </a:cubicBezTo>
                  <a:close/>
                  <a:moveTo>
                    <a:pt x="692" y="136"/>
                  </a:moveTo>
                  <a:cubicBezTo>
                    <a:pt x="697" y="136"/>
                    <a:pt x="701" y="136"/>
                    <a:pt x="705" y="136"/>
                  </a:cubicBezTo>
                  <a:cubicBezTo>
                    <a:pt x="705" y="137"/>
                    <a:pt x="705" y="138"/>
                    <a:pt x="705" y="139"/>
                  </a:cubicBezTo>
                  <a:cubicBezTo>
                    <a:pt x="701" y="139"/>
                    <a:pt x="697" y="139"/>
                    <a:pt x="692" y="139"/>
                  </a:cubicBezTo>
                  <a:cubicBezTo>
                    <a:pt x="692" y="138"/>
                    <a:pt x="692" y="137"/>
                    <a:pt x="692" y="136"/>
                  </a:cubicBezTo>
                  <a:close/>
                  <a:moveTo>
                    <a:pt x="692" y="181"/>
                  </a:moveTo>
                  <a:cubicBezTo>
                    <a:pt x="697" y="181"/>
                    <a:pt x="701" y="181"/>
                    <a:pt x="705" y="181"/>
                  </a:cubicBezTo>
                  <a:cubicBezTo>
                    <a:pt x="705" y="182"/>
                    <a:pt x="705" y="183"/>
                    <a:pt x="705" y="184"/>
                  </a:cubicBezTo>
                  <a:cubicBezTo>
                    <a:pt x="701" y="184"/>
                    <a:pt x="697" y="184"/>
                    <a:pt x="692" y="184"/>
                  </a:cubicBezTo>
                  <a:cubicBezTo>
                    <a:pt x="692" y="183"/>
                    <a:pt x="692" y="182"/>
                    <a:pt x="692" y="181"/>
                  </a:cubicBezTo>
                  <a:close/>
                  <a:moveTo>
                    <a:pt x="692" y="227"/>
                  </a:moveTo>
                  <a:cubicBezTo>
                    <a:pt x="697" y="227"/>
                    <a:pt x="701" y="227"/>
                    <a:pt x="705" y="227"/>
                  </a:cubicBezTo>
                  <a:cubicBezTo>
                    <a:pt x="705" y="227"/>
                    <a:pt x="705" y="228"/>
                    <a:pt x="705" y="229"/>
                  </a:cubicBezTo>
                  <a:cubicBezTo>
                    <a:pt x="701" y="229"/>
                    <a:pt x="697" y="229"/>
                    <a:pt x="692" y="229"/>
                  </a:cubicBezTo>
                  <a:cubicBezTo>
                    <a:pt x="692" y="228"/>
                    <a:pt x="692" y="227"/>
                    <a:pt x="692" y="227"/>
                  </a:cubicBezTo>
                  <a:close/>
                  <a:moveTo>
                    <a:pt x="692" y="272"/>
                  </a:moveTo>
                  <a:cubicBezTo>
                    <a:pt x="697" y="272"/>
                    <a:pt x="701" y="272"/>
                    <a:pt x="705" y="272"/>
                  </a:cubicBezTo>
                  <a:cubicBezTo>
                    <a:pt x="705" y="273"/>
                    <a:pt x="705" y="274"/>
                    <a:pt x="705" y="274"/>
                  </a:cubicBezTo>
                  <a:cubicBezTo>
                    <a:pt x="701" y="274"/>
                    <a:pt x="697" y="274"/>
                    <a:pt x="692" y="274"/>
                  </a:cubicBezTo>
                  <a:cubicBezTo>
                    <a:pt x="692" y="274"/>
                    <a:pt x="692" y="273"/>
                    <a:pt x="692" y="272"/>
                  </a:cubicBezTo>
                  <a:close/>
                  <a:moveTo>
                    <a:pt x="692" y="317"/>
                  </a:moveTo>
                  <a:cubicBezTo>
                    <a:pt x="697" y="317"/>
                    <a:pt x="701" y="317"/>
                    <a:pt x="705" y="317"/>
                  </a:cubicBezTo>
                  <a:cubicBezTo>
                    <a:pt x="705" y="318"/>
                    <a:pt x="705" y="319"/>
                    <a:pt x="705" y="320"/>
                  </a:cubicBezTo>
                  <a:cubicBezTo>
                    <a:pt x="701" y="320"/>
                    <a:pt x="697" y="320"/>
                    <a:pt x="692" y="320"/>
                  </a:cubicBezTo>
                  <a:cubicBezTo>
                    <a:pt x="692" y="319"/>
                    <a:pt x="692" y="318"/>
                    <a:pt x="692" y="317"/>
                  </a:cubicBezTo>
                  <a:close/>
                  <a:moveTo>
                    <a:pt x="692" y="365"/>
                  </a:moveTo>
                  <a:cubicBezTo>
                    <a:pt x="692" y="364"/>
                    <a:pt x="692" y="363"/>
                    <a:pt x="692" y="362"/>
                  </a:cubicBezTo>
                  <a:cubicBezTo>
                    <a:pt x="697" y="362"/>
                    <a:pt x="701" y="362"/>
                    <a:pt x="705" y="362"/>
                  </a:cubicBezTo>
                  <a:cubicBezTo>
                    <a:pt x="705" y="363"/>
                    <a:pt x="705" y="364"/>
                    <a:pt x="705" y="365"/>
                  </a:cubicBezTo>
                  <a:cubicBezTo>
                    <a:pt x="701" y="365"/>
                    <a:pt x="697" y="365"/>
                    <a:pt x="692" y="365"/>
                  </a:cubicBezTo>
                  <a:close/>
                  <a:moveTo>
                    <a:pt x="692" y="408"/>
                  </a:moveTo>
                  <a:cubicBezTo>
                    <a:pt x="697" y="408"/>
                    <a:pt x="701" y="408"/>
                    <a:pt x="705" y="408"/>
                  </a:cubicBezTo>
                  <a:cubicBezTo>
                    <a:pt x="705" y="409"/>
                    <a:pt x="705" y="409"/>
                    <a:pt x="705" y="410"/>
                  </a:cubicBezTo>
                  <a:cubicBezTo>
                    <a:pt x="701" y="410"/>
                    <a:pt x="697" y="410"/>
                    <a:pt x="692" y="410"/>
                  </a:cubicBezTo>
                  <a:cubicBezTo>
                    <a:pt x="692" y="409"/>
                    <a:pt x="692" y="409"/>
                    <a:pt x="692" y="408"/>
                  </a:cubicBezTo>
                  <a:close/>
                  <a:moveTo>
                    <a:pt x="692" y="453"/>
                  </a:moveTo>
                  <a:cubicBezTo>
                    <a:pt x="697" y="453"/>
                    <a:pt x="701" y="453"/>
                    <a:pt x="705" y="453"/>
                  </a:cubicBezTo>
                  <a:cubicBezTo>
                    <a:pt x="705" y="454"/>
                    <a:pt x="705" y="455"/>
                    <a:pt x="705" y="456"/>
                  </a:cubicBezTo>
                  <a:cubicBezTo>
                    <a:pt x="701" y="456"/>
                    <a:pt x="697" y="456"/>
                    <a:pt x="692" y="456"/>
                  </a:cubicBezTo>
                  <a:cubicBezTo>
                    <a:pt x="692" y="455"/>
                    <a:pt x="692" y="454"/>
                    <a:pt x="692" y="453"/>
                  </a:cubicBezTo>
                  <a:close/>
                  <a:moveTo>
                    <a:pt x="710" y="0"/>
                  </a:moveTo>
                  <a:cubicBezTo>
                    <a:pt x="715" y="0"/>
                    <a:pt x="719" y="0"/>
                    <a:pt x="723" y="0"/>
                  </a:cubicBezTo>
                  <a:cubicBezTo>
                    <a:pt x="723" y="1"/>
                    <a:pt x="723" y="2"/>
                    <a:pt x="723" y="3"/>
                  </a:cubicBezTo>
                  <a:cubicBezTo>
                    <a:pt x="719" y="3"/>
                    <a:pt x="715" y="3"/>
                    <a:pt x="710" y="3"/>
                  </a:cubicBezTo>
                  <a:cubicBezTo>
                    <a:pt x="710" y="2"/>
                    <a:pt x="710" y="1"/>
                    <a:pt x="710" y="0"/>
                  </a:cubicBezTo>
                  <a:close/>
                  <a:moveTo>
                    <a:pt x="710" y="45"/>
                  </a:moveTo>
                  <a:cubicBezTo>
                    <a:pt x="715" y="45"/>
                    <a:pt x="719" y="45"/>
                    <a:pt x="723" y="45"/>
                  </a:cubicBezTo>
                  <a:cubicBezTo>
                    <a:pt x="723" y="46"/>
                    <a:pt x="723" y="47"/>
                    <a:pt x="723" y="48"/>
                  </a:cubicBezTo>
                  <a:cubicBezTo>
                    <a:pt x="719" y="48"/>
                    <a:pt x="715" y="48"/>
                    <a:pt x="710" y="48"/>
                  </a:cubicBezTo>
                  <a:cubicBezTo>
                    <a:pt x="710" y="47"/>
                    <a:pt x="710" y="46"/>
                    <a:pt x="710" y="45"/>
                  </a:cubicBezTo>
                  <a:close/>
                  <a:moveTo>
                    <a:pt x="710" y="91"/>
                  </a:moveTo>
                  <a:cubicBezTo>
                    <a:pt x="715" y="91"/>
                    <a:pt x="719" y="91"/>
                    <a:pt x="723" y="91"/>
                  </a:cubicBezTo>
                  <a:cubicBezTo>
                    <a:pt x="723" y="92"/>
                    <a:pt x="723" y="92"/>
                    <a:pt x="723" y="93"/>
                  </a:cubicBezTo>
                  <a:cubicBezTo>
                    <a:pt x="719" y="93"/>
                    <a:pt x="715" y="93"/>
                    <a:pt x="710" y="93"/>
                  </a:cubicBezTo>
                  <a:cubicBezTo>
                    <a:pt x="710" y="92"/>
                    <a:pt x="710" y="92"/>
                    <a:pt x="710" y="91"/>
                  </a:cubicBezTo>
                  <a:close/>
                  <a:moveTo>
                    <a:pt x="710" y="136"/>
                  </a:moveTo>
                  <a:cubicBezTo>
                    <a:pt x="715" y="136"/>
                    <a:pt x="719" y="136"/>
                    <a:pt x="723" y="136"/>
                  </a:cubicBezTo>
                  <a:cubicBezTo>
                    <a:pt x="723" y="137"/>
                    <a:pt x="723" y="138"/>
                    <a:pt x="723" y="139"/>
                  </a:cubicBezTo>
                  <a:cubicBezTo>
                    <a:pt x="719" y="139"/>
                    <a:pt x="715" y="139"/>
                    <a:pt x="710" y="139"/>
                  </a:cubicBezTo>
                  <a:cubicBezTo>
                    <a:pt x="710" y="138"/>
                    <a:pt x="710" y="137"/>
                    <a:pt x="710" y="136"/>
                  </a:cubicBezTo>
                  <a:close/>
                  <a:moveTo>
                    <a:pt x="710" y="181"/>
                  </a:moveTo>
                  <a:cubicBezTo>
                    <a:pt x="715" y="181"/>
                    <a:pt x="719" y="181"/>
                    <a:pt x="723" y="181"/>
                  </a:cubicBezTo>
                  <a:cubicBezTo>
                    <a:pt x="723" y="182"/>
                    <a:pt x="723" y="183"/>
                    <a:pt x="723" y="184"/>
                  </a:cubicBezTo>
                  <a:cubicBezTo>
                    <a:pt x="719" y="184"/>
                    <a:pt x="715" y="184"/>
                    <a:pt x="710" y="184"/>
                  </a:cubicBezTo>
                  <a:cubicBezTo>
                    <a:pt x="710" y="183"/>
                    <a:pt x="710" y="182"/>
                    <a:pt x="710" y="181"/>
                  </a:cubicBezTo>
                  <a:close/>
                  <a:moveTo>
                    <a:pt x="710" y="227"/>
                  </a:moveTo>
                  <a:cubicBezTo>
                    <a:pt x="715" y="227"/>
                    <a:pt x="719" y="227"/>
                    <a:pt x="723" y="227"/>
                  </a:cubicBezTo>
                  <a:cubicBezTo>
                    <a:pt x="723" y="227"/>
                    <a:pt x="723" y="228"/>
                    <a:pt x="723" y="229"/>
                  </a:cubicBezTo>
                  <a:cubicBezTo>
                    <a:pt x="719" y="229"/>
                    <a:pt x="715" y="229"/>
                    <a:pt x="710" y="229"/>
                  </a:cubicBezTo>
                  <a:cubicBezTo>
                    <a:pt x="710" y="228"/>
                    <a:pt x="710" y="227"/>
                    <a:pt x="710" y="227"/>
                  </a:cubicBezTo>
                  <a:close/>
                  <a:moveTo>
                    <a:pt x="710" y="272"/>
                  </a:moveTo>
                  <a:cubicBezTo>
                    <a:pt x="715" y="272"/>
                    <a:pt x="719" y="272"/>
                    <a:pt x="723" y="272"/>
                  </a:cubicBezTo>
                  <a:cubicBezTo>
                    <a:pt x="723" y="273"/>
                    <a:pt x="723" y="274"/>
                    <a:pt x="723" y="274"/>
                  </a:cubicBezTo>
                  <a:cubicBezTo>
                    <a:pt x="719" y="274"/>
                    <a:pt x="715" y="274"/>
                    <a:pt x="710" y="274"/>
                  </a:cubicBezTo>
                  <a:cubicBezTo>
                    <a:pt x="710" y="274"/>
                    <a:pt x="710" y="273"/>
                    <a:pt x="710" y="272"/>
                  </a:cubicBezTo>
                  <a:close/>
                  <a:moveTo>
                    <a:pt x="710" y="317"/>
                  </a:moveTo>
                  <a:cubicBezTo>
                    <a:pt x="715" y="317"/>
                    <a:pt x="719" y="317"/>
                    <a:pt x="723" y="317"/>
                  </a:cubicBezTo>
                  <a:cubicBezTo>
                    <a:pt x="723" y="318"/>
                    <a:pt x="723" y="319"/>
                    <a:pt x="723" y="320"/>
                  </a:cubicBezTo>
                  <a:cubicBezTo>
                    <a:pt x="719" y="320"/>
                    <a:pt x="715" y="320"/>
                    <a:pt x="710" y="320"/>
                  </a:cubicBezTo>
                  <a:cubicBezTo>
                    <a:pt x="710" y="319"/>
                    <a:pt x="710" y="318"/>
                    <a:pt x="710" y="317"/>
                  </a:cubicBezTo>
                  <a:close/>
                  <a:moveTo>
                    <a:pt x="710" y="365"/>
                  </a:moveTo>
                  <a:cubicBezTo>
                    <a:pt x="710" y="364"/>
                    <a:pt x="710" y="363"/>
                    <a:pt x="710" y="362"/>
                  </a:cubicBezTo>
                  <a:cubicBezTo>
                    <a:pt x="715" y="362"/>
                    <a:pt x="719" y="362"/>
                    <a:pt x="723" y="362"/>
                  </a:cubicBezTo>
                  <a:cubicBezTo>
                    <a:pt x="723" y="363"/>
                    <a:pt x="723" y="364"/>
                    <a:pt x="723" y="365"/>
                  </a:cubicBezTo>
                  <a:cubicBezTo>
                    <a:pt x="719" y="365"/>
                    <a:pt x="715" y="365"/>
                    <a:pt x="710" y="365"/>
                  </a:cubicBezTo>
                  <a:close/>
                  <a:moveTo>
                    <a:pt x="710" y="408"/>
                  </a:moveTo>
                  <a:cubicBezTo>
                    <a:pt x="715" y="408"/>
                    <a:pt x="719" y="408"/>
                    <a:pt x="723" y="408"/>
                  </a:cubicBezTo>
                  <a:cubicBezTo>
                    <a:pt x="723" y="409"/>
                    <a:pt x="723" y="409"/>
                    <a:pt x="723" y="410"/>
                  </a:cubicBezTo>
                  <a:cubicBezTo>
                    <a:pt x="719" y="410"/>
                    <a:pt x="715" y="410"/>
                    <a:pt x="710" y="410"/>
                  </a:cubicBezTo>
                  <a:cubicBezTo>
                    <a:pt x="710" y="409"/>
                    <a:pt x="710" y="409"/>
                    <a:pt x="710" y="408"/>
                  </a:cubicBezTo>
                  <a:close/>
                  <a:moveTo>
                    <a:pt x="710" y="453"/>
                  </a:moveTo>
                  <a:cubicBezTo>
                    <a:pt x="715" y="453"/>
                    <a:pt x="719" y="453"/>
                    <a:pt x="723" y="453"/>
                  </a:cubicBezTo>
                  <a:cubicBezTo>
                    <a:pt x="723" y="454"/>
                    <a:pt x="723" y="455"/>
                    <a:pt x="723" y="456"/>
                  </a:cubicBezTo>
                  <a:cubicBezTo>
                    <a:pt x="719" y="456"/>
                    <a:pt x="715" y="456"/>
                    <a:pt x="710" y="456"/>
                  </a:cubicBezTo>
                  <a:cubicBezTo>
                    <a:pt x="710" y="455"/>
                    <a:pt x="710" y="454"/>
                    <a:pt x="710" y="453"/>
                  </a:cubicBezTo>
                  <a:close/>
                  <a:moveTo>
                    <a:pt x="729" y="0"/>
                  </a:moveTo>
                  <a:cubicBezTo>
                    <a:pt x="733" y="0"/>
                    <a:pt x="737" y="0"/>
                    <a:pt x="742" y="0"/>
                  </a:cubicBezTo>
                  <a:cubicBezTo>
                    <a:pt x="742" y="1"/>
                    <a:pt x="742" y="2"/>
                    <a:pt x="742" y="3"/>
                  </a:cubicBezTo>
                  <a:cubicBezTo>
                    <a:pt x="737" y="3"/>
                    <a:pt x="733" y="3"/>
                    <a:pt x="729" y="3"/>
                  </a:cubicBezTo>
                  <a:cubicBezTo>
                    <a:pt x="729" y="2"/>
                    <a:pt x="729" y="1"/>
                    <a:pt x="729" y="0"/>
                  </a:cubicBezTo>
                  <a:close/>
                  <a:moveTo>
                    <a:pt x="729" y="45"/>
                  </a:moveTo>
                  <a:cubicBezTo>
                    <a:pt x="733" y="45"/>
                    <a:pt x="737" y="45"/>
                    <a:pt x="742" y="45"/>
                  </a:cubicBezTo>
                  <a:cubicBezTo>
                    <a:pt x="742" y="46"/>
                    <a:pt x="742" y="47"/>
                    <a:pt x="742" y="48"/>
                  </a:cubicBezTo>
                  <a:cubicBezTo>
                    <a:pt x="737" y="48"/>
                    <a:pt x="733" y="48"/>
                    <a:pt x="729" y="48"/>
                  </a:cubicBezTo>
                  <a:cubicBezTo>
                    <a:pt x="729" y="47"/>
                    <a:pt x="729" y="46"/>
                    <a:pt x="729" y="45"/>
                  </a:cubicBezTo>
                  <a:close/>
                  <a:moveTo>
                    <a:pt x="729" y="91"/>
                  </a:moveTo>
                  <a:cubicBezTo>
                    <a:pt x="733" y="91"/>
                    <a:pt x="737" y="91"/>
                    <a:pt x="742" y="91"/>
                  </a:cubicBezTo>
                  <a:cubicBezTo>
                    <a:pt x="742" y="92"/>
                    <a:pt x="742" y="92"/>
                    <a:pt x="742" y="93"/>
                  </a:cubicBezTo>
                  <a:cubicBezTo>
                    <a:pt x="737" y="93"/>
                    <a:pt x="733" y="93"/>
                    <a:pt x="729" y="93"/>
                  </a:cubicBezTo>
                  <a:cubicBezTo>
                    <a:pt x="729" y="92"/>
                    <a:pt x="729" y="92"/>
                    <a:pt x="729" y="91"/>
                  </a:cubicBezTo>
                  <a:close/>
                  <a:moveTo>
                    <a:pt x="729" y="136"/>
                  </a:moveTo>
                  <a:cubicBezTo>
                    <a:pt x="733" y="136"/>
                    <a:pt x="737" y="136"/>
                    <a:pt x="742" y="136"/>
                  </a:cubicBezTo>
                  <a:cubicBezTo>
                    <a:pt x="742" y="137"/>
                    <a:pt x="742" y="138"/>
                    <a:pt x="742" y="139"/>
                  </a:cubicBezTo>
                  <a:cubicBezTo>
                    <a:pt x="737" y="139"/>
                    <a:pt x="733" y="139"/>
                    <a:pt x="729" y="139"/>
                  </a:cubicBezTo>
                  <a:cubicBezTo>
                    <a:pt x="729" y="138"/>
                    <a:pt x="729" y="137"/>
                    <a:pt x="729" y="136"/>
                  </a:cubicBezTo>
                  <a:close/>
                  <a:moveTo>
                    <a:pt x="729" y="181"/>
                  </a:moveTo>
                  <a:cubicBezTo>
                    <a:pt x="733" y="181"/>
                    <a:pt x="737" y="181"/>
                    <a:pt x="742" y="181"/>
                  </a:cubicBezTo>
                  <a:cubicBezTo>
                    <a:pt x="742" y="182"/>
                    <a:pt x="742" y="183"/>
                    <a:pt x="742" y="184"/>
                  </a:cubicBezTo>
                  <a:cubicBezTo>
                    <a:pt x="737" y="184"/>
                    <a:pt x="733" y="184"/>
                    <a:pt x="729" y="184"/>
                  </a:cubicBezTo>
                  <a:cubicBezTo>
                    <a:pt x="729" y="183"/>
                    <a:pt x="729" y="182"/>
                    <a:pt x="729" y="181"/>
                  </a:cubicBezTo>
                  <a:close/>
                  <a:moveTo>
                    <a:pt x="729" y="227"/>
                  </a:moveTo>
                  <a:cubicBezTo>
                    <a:pt x="733" y="227"/>
                    <a:pt x="737" y="227"/>
                    <a:pt x="742" y="227"/>
                  </a:cubicBezTo>
                  <a:cubicBezTo>
                    <a:pt x="742" y="227"/>
                    <a:pt x="742" y="228"/>
                    <a:pt x="742" y="229"/>
                  </a:cubicBezTo>
                  <a:cubicBezTo>
                    <a:pt x="737" y="229"/>
                    <a:pt x="733" y="229"/>
                    <a:pt x="729" y="229"/>
                  </a:cubicBezTo>
                  <a:cubicBezTo>
                    <a:pt x="729" y="228"/>
                    <a:pt x="729" y="227"/>
                    <a:pt x="729" y="227"/>
                  </a:cubicBezTo>
                  <a:close/>
                  <a:moveTo>
                    <a:pt x="729" y="272"/>
                  </a:moveTo>
                  <a:cubicBezTo>
                    <a:pt x="733" y="272"/>
                    <a:pt x="737" y="272"/>
                    <a:pt x="742" y="272"/>
                  </a:cubicBezTo>
                  <a:cubicBezTo>
                    <a:pt x="742" y="273"/>
                    <a:pt x="742" y="274"/>
                    <a:pt x="742" y="274"/>
                  </a:cubicBezTo>
                  <a:cubicBezTo>
                    <a:pt x="737" y="274"/>
                    <a:pt x="733" y="274"/>
                    <a:pt x="729" y="274"/>
                  </a:cubicBezTo>
                  <a:cubicBezTo>
                    <a:pt x="729" y="274"/>
                    <a:pt x="729" y="273"/>
                    <a:pt x="729" y="272"/>
                  </a:cubicBezTo>
                  <a:close/>
                  <a:moveTo>
                    <a:pt x="729" y="317"/>
                  </a:moveTo>
                  <a:cubicBezTo>
                    <a:pt x="733" y="317"/>
                    <a:pt x="737" y="317"/>
                    <a:pt x="742" y="317"/>
                  </a:cubicBezTo>
                  <a:cubicBezTo>
                    <a:pt x="742" y="318"/>
                    <a:pt x="742" y="319"/>
                    <a:pt x="742" y="320"/>
                  </a:cubicBezTo>
                  <a:cubicBezTo>
                    <a:pt x="737" y="320"/>
                    <a:pt x="733" y="320"/>
                    <a:pt x="729" y="320"/>
                  </a:cubicBezTo>
                  <a:cubicBezTo>
                    <a:pt x="729" y="319"/>
                    <a:pt x="729" y="318"/>
                    <a:pt x="729" y="317"/>
                  </a:cubicBezTo>
                  <a:close/>
                  <a:moveTo>
                    <a:pt x="729" y="365"/>
                  </a:moveTo>
                  <a:cubicBezTo>
                    <a:pt x="729" y="364"/>
                    <a:pt x="729" y="363"/>
                    <a:pt x="729" y="362"/>
                  </a:cubicBezTo>
                  <a:cubicBezTo>
                    <a:pt x="733" y="362"/>
                    <a:pt x="737" y="362"/>
                    <a:pt x="742" y="362"/>
                  </a:cubicBezTo>
                  <a:cubicBezTo>
                    <a:pt x="742" y="363"/>
                    <a:pt x="742" y="364"/>
                    <a:pt x="742" y="365"/>
                  </a:cubicBezTo>
                  <a:cubicBezTo>
                    <a:pt x="737" y="365"/>
                    <a:pt x="733" y="365"/>
                    <a:pt x="729" y="365"/>
                  </a:cubicBezTo>
                  <a:close/>
                  <a:moveTo>
                    <a:pt x="729" y="408"/>
                  </a:moveTo>
                  <a:cubicBezTo>
                    <a:pt x="733" y="408"/>
                    <a:pt x="737" y="408"/>
                    <a:pt x="742" y="408"/>
                  </a:cubicBezTo>
                  <a:cubicBezTo>
                    <a:pt x="742" y="409"/>
                    <a:pt x="742" y="409"/>
                    <a:pt x="742" y="410"/>
                  </a:cubicBezTo>
                  <a:cubicBezTo>
                    <a:pt x="737" y="410"/>
                    <a:pt x="733" y="410"/>
                    <a:pt x="729" y="410"/>
                  </a:cubicBezTo>
                  <a:cubicBezTo>
                    <a:pt x="729" y="409"/>
                    <a:pt x="729" y="409"/>
                    <a:pt x="729" y="408"/>
                  </a:cubicBezTo>
                  <a:close/>
                  <a:moveTo>
                    <a:pt x="729" y="453"/>
                  </a:moveTo>
                  <a:cubicBezTo>
                    <a:pt x="733" y="453"/>
                    <a:pt x="737" y="453"/>
                    <a:pt x="742" y="453"/>
                  </a:cubicBezTo>
                  <a:cubicBezTo>
                    <a:pt x="742" y="454"/>
                    <a:pt x="742" y="455"/>
                    <a:pt x="742" y="456"/>
                  </a:cubicBezTo>
                  <a:cubicBezTo>
                    <a:pt x="737" y="456"/>
                    <a:pt x="733" y="456"/>
                    <a:pt x="729" y="456"/>
                  </a:cubicBezTo>
                  <a:cubicBezTo>
                    <a:pt x="729" y="455"/>
                    <a:pt x="729" y="454"/>
                    <a:pt x="729" y="453"/>
                  </a:cubicBezTo>
                  <a:close/>
                  <a:moveTo>
                    <a:pt x="747" y="0"/>
                  </a:moveTo>
                  <a:cubicBezTo>
                    <a:pt x="751" y="0"/>
                    <a:pt x="756" y="0"/>
                    <a:pt x="760" y="0"/>
                  </a:cubicBezTo>
                  <a:cubicBezTo>
                    <a:pt x="760" y="1"/>
                    <a:pt x="760" y="2"/>
                    <a:pt x="760" y="3"/>
                  </a:cubicBezTo>
                  <a:cubicBezTo>
                    <a:pt x="756" y="3"/>
                    <a:pt x="751" y="3"/>
                    <a:pt x="747" y="3"/>
                  </a:cubicBezTo>
                  <a:cubicBezTo>
                    <a:pt x="747" y="2"/>
                    <a:pt x="747" y="1"/>
                    <a:pt x="747" y="0"/>
                  </a:cubicBezTo>
                  <a:close/>
                  <a:moveTo>
                    <a:pt x="747" y="45"/>
                  </a:moveTo>
                  <a:cubicBezTo>
                    <a:pt x="751" y="45"/>
                    <a:pt x="756" y="45"/>
                    <a:pt x="760" y="45"/>
                  </a:cubicBezTo>
                  <a:cubicBezTo>
                    <a:pt x="760" y="46"/>
                    <a:pt x="760" y="47"/>
                    <a:pt x="760" y="48"/>
                  </a:cubicBezTo>
                  <a:cubicBezTo>
                    <a:pt x="756" y="48"/>
                    <a:pt x="751" y="48"/>
                    <a:pt x="747" y="48"/>
                  </a:cubicBezTo>
                  <a:cubicBezTo>
                    <a:pt x="747" y="47"/>
                    <a:pt x="747" y="46"/>
                    <a:pt x="747" y="45"/>
                  </a:cubicBezTo>
                  <a:close/>
                  <a:moveTo>
                    <a:pt x="747" y="91"/>
                  </a:moveTo>
                  <a:cubicBezTo>
                    <a:pt x="751" y="91"/>
                    <a:pt x="756" y="91"/>
                    <a:pt x="760" y="91"/>
                  </a:cubicBezTo>
                  <a:cubicBezTo>
                    <a:pt x="760" y="92"/>
                    <a:pt x="760" y="92"/>
                    <a:pt x="760" y="93"/>
                  </a:cubicBezTo>
                  <a:cubicBezTo>
                    <a:pt x="756" y="93"/>
                    <a:pt x="751" y="93"/>
                    <a:pt x="747" y="93"/>
                  </a:cubicBezTo>
                  <a:cubicBezTo>
                    <a:pt x="747" y="92"/>
                    <a:pt x="747" y="92"/>
                    <a:pt x="747" y="91"/>
                  </a:cubicBezTo>
                  <a:close/>
                  <a:moveTo>
                    <a:pt x="747" y="136"/>
                  </a:moveTo>
                  <a:cubicBezTo>
                    <a:pt x="751" y="136"/>
                    <a:pt x="756" y="136"/>
                    <a:pt x="760" y="136"/>
                  </a:cubicBezTo>
                  <a:cubicBezTo>
                    <a:pt x="760" y="137"/>
                    <a:pt x="760" y="138"/>
                    <a:pt x="760" y="139"/>
                  </a:cubicBezTo>
                  <a:cubicBezTo>
                    <a:pt x="756" y="139"/>
                    <a:pt x="751" y="139"/>
                    <a:pt x="747" y="139"/>
                  </a:cubicBezTo>
                  <a:cubicBezTo>
                    <a:pt x="747" y="138"/>
                    <a:pt x="747" y="137"/>
                    <a:pt x="747" y="136"/>
                  </a:cubicBezTo>
                  <a:close/>
                  <a:moveTo>
                    <a:pt x="747" y="181"/>
                  </a:moveTo>
                  <a:cubicBezTo>
                    <a:pt x="751" y="181"/>
                    <a:pt x="756" y="181"/>
                    <a:pt x="760" y="181"/>
                  </a:cubicBezTo>
                  <a:cubicBezTo>
                    <a:pt x="760" y="182"/>
                    <a:pt x="760" y="183"/>
                    <a:pt x="760" y="184"/>
                  </a:cubicBezTo>
                  <a:cubicBezTo>
                    <a:pt x="756" y="184"/>
                    <a:pt x="751" y="184"/>
                    <a:pt x="747" y="184"/>
                  </a:cubicBezTo>
                  <a:cubicBezTo>
                    <a:pt x="747" y="183"/>
                    <a:pt x="747" y="182"/>
                    <a:pt x="747" y="181"/>
                  </a:cubicBezTo>
                  <a:close/>
                  <a:moveTo>
                    <a:pt x="747" y="227"/>
                  </a:moveTo>
                  <a:cubicBezTo>
                    <a:pt x="751" y="227"/>
                    <a:pt x="756" y="227"/>
                    <a:pt x="760" y="227"/>
                  </a:cubicBezTo>
                  <a:cubicBezTo>
                    <a:pt x="760" y="227"/>
                    <a:pt x="760" y="228"/>
                    <a:pt x="760" y="229"/>
                  </a:cubicBezTo>
                  <a:cubicBezTo>
                    <a:pt x="756" y="229"/>
                    <a:pt x="751" y="229"/>
                    <a:pt x="747" y="229"/>
                  </a:cubicBezTo>
                  <a:cubicBezTo>
                    <a:pt x="747" y="228"/>
                    <a:pt x="747" y="227"/>
                    <a:pt x="747" y="227"/>
                  </a:cubicBezTo>
                  <a:close/>
                  <a:moveTo>
                    <a:pt x="747" y="272"/>
                  </a:moveTo>
                  <a:cubicBezTo>
                    <a:pt x="751" y="272"/>
                    <a:pt x="756" y="272"/>
                    <a:pt x="760" y="272"/>
                  </a:cubicBezTo>
                  <a:cubicBezTo>
                    <a:pt x="760" y="273"/>
                    <a:pt x="760" y="274"/>
                    <a:pt x="760" y="274"/>
                  </a:cubicBezTo>
                  <a:cubicBezTo>
                    <a:pt x="756" y="274"/>
                    <a:pt x="751" y="274"/>
                    <a:pt x="747" y="274"/>
                  </a:cubicBezTo>
                  <a:cubicBezTo>
                    <a:pt x="747" y="274"/>
                    <a:pt x="747" y="273"/>
                    <a:pt x="747" y="272"/>
                  </a:cubicBezTo>
                  <a:close/>
                  <a:moveTo>
                    <a:pt x="747" y="317"/>
                  </a:moveTo>
                  <a:cubicBezTo>
                    <a:pt x="751" y="317"/>
                    <a:pt x="756" y="317"/>
                    <a:pt x="760" y="317"/>
                  </a:cubicBezTo>
                  <a:cubicBezTo>
                    <a:pt x="760" y="318"/>
                    <a:pt x="760" y="319"/>
                    <a:pt x="760" y="320"/>
                  </a:cubicBezTo>
                  <a:cubicBezTo>
                    <a:pt x="756" y="320"/>
                    <a:pt x="751" y="320"/>
                    <a:pt x="747" y="320"/>
                  </a:cubicBezTo>
                  <a:cubicBezTo>
                    <a:pt x="747" y="319"/>
                    <a:pt x="747" y="318"/>
                    <a:pt x="747" y="317"/>
                  </a:cubicBezTo>
                  <a:close/>
                  <a:moveTo>
                    <a:pt x="747" y="365"/>
                  </a:moveTo>
                  <a:cubicBezTo>
                    <a:pt x="747" y="364"/>
                    <a:pt x="747" y="363"/>
                    <a:pt x="747" y="362"/>
                  </a:cubicBezTo>
                  <a:cubicBezTo>
                    <a:pt x="751" y="362"/>
                    <a:pt x="756" y="362"/>
                    <a:pt x="760" y="362"/>
                  </a:cubicBezTo>
                  <a:cubicBezTo>
                    <a:pt x="760" y="363"/>
                    <a:pt x="760" y="364"/>
                    <a:pt x="760" y="365"/>
                  </a:cubicBezTo>
                  <a:cubicBezTo>
                    <a:pt x="756" y="365"/>
                    <a:pt x="751" y="365"/>
                    <a:pt x="747" y="365"/>
                  </a:cubicBezTo>
                  <a:close/>
                  <a:moveTo>
                    <a:pt x="747" y="408"/>
                  </a:moveTo>
                  <a:cubicBezTo>
                    <a:pt x="751" y="408"/>
                    <a:pt x="756" y="408"/>
                    <a:pt x="760" y="408"/>
                  </a:cubicBezTo>
                  <a:cubicBezTo>
                    <a:pt x="760" y="409"/>
                    <a:pt x="760" y="409"/>
                    <a:pt x="760" y="410"/>
                  </a:cubicBezTo>
                  <a:cubicBezTo>
                    <a:pt x="756" y="410"/>
                    <a:pt x="751" y="410"/>
                    <a:pt x="747" y="410"/>
                  </a:cubicBezTo>
                  <a:cubicBezTo>
                    <a:pt x="747" y="409"/>
                    <a:pt x="747" y="409"/>
                    <a:pt x="747" y="408"/>
                  </a:cubicBezTo>
                  <a:close/>
                  <a:moveTo>
                    <a:pt x="747" y="453"/>
                  </a:moveTo>
                  <a:cubicBezTo>
                    <a:pt x="751" y="453"/>
                    <a:pt x="756" y="453"/>
                    <a:pt x="760" y="453"/>
                  </a:cubicBezTo>
                  <a:cubicBezTo>
                    <a:pt x="760" y="454"/>
                    <a:pt x="760" y="455"/>
                    <a:pt x="760" y="456"/>
                  </a:cubicBezTo>
                  <a:cubicBezTo>
                    <a:pt x="756" y="456"/>
                    <a:pt x="751" y="456"/>
                    <a:pt x="747" y="456"/>
                  </a:cubicBezTo>
                  <a:cubicBezTo>
                    <a:pt x="747" y="455"/>
                    <a:pt x="747" y="454"/>
                    <a:pt x="747" y="453"/>
                  </a:cubicBezTo>
                  <a:close/>
                  <a:moveTo>
                    <a:pt x="765" y="0"/>
                  </a:moveTo>
                  <a:cubicBezTo>
                    <a:pt x="769" y="0"/>
                    <a:pt x="774" y="0"/>
                    <a:pt x="778" y="0"/>
                  </a:cubicBezTo>
                  <a:cubicBezTo>
                    <a:pt x="778" y="1"/>
                    <a:pt x="778" y="2"/>
                    <a:pt x="778" y="3"/>
                  </a:cubicBezTo>
                  <a:cubicBezTo>
                    <a:pt x="774" y="3"/>
                    <a:pt x="769" y="3"/>
                    <a:pt x="765" y="3"/>
                  </a:cubicBezTo>
                  <a:cubicBezTo>
                    <a:pt x="765" y="2"/>
                    <a:pt x="765" y="1"/>
                    <a:pt x="765" y="0"/>
                  </a:cubicBezTo>
                  <a:close/>
                  <a:moveTo>
                    <a:pt x="765" y="45"/>
                  </a:moveTo>
                  <a:cubicBezTo>
                    <a:pt x="769" y="45"/>
                    <a:pt x="774" y="45"/>
                    <a:pt x="778" y="45"/>
                  </a:cubicBezTo>
                  <a:cubicBezTo>
                    <a:pt x="778" y="46"/>
                    <a:pt x="778" y="47"/>
                    <a:pt x="778" y="48"/>
                  </a:cubicBezTo>
                  <a:cubicBezTo>
                    <a:pt x="774" y="48"/>
                    <a:pt x="769" y="48"/>
                    <a:pt x="765" y="48"/>
                  </a:cubicBezTo>
                  <a:cubicBezTo>
                    <a:pt x="765" y="47"/>
                    <a:pt x="765" y="46"/>
                    <a:pt x="765" y="45"/>
                  </a:cubicBezTo>
                  <a:close/>
                  <a:moveTo>
                    <a:pt x="765" y="91"/>
                  </a:moveTo>
                  <a:cubicBezTo>
                    <a:pt x="769" y="91"/>
                    <a:pt x="774" y="91"/>
                    <a:pt x="778" y="91"/>
                  </a:cubicBezTo>
                  <a:cubicBezTo>
                    <a:pt x="778" y="92"/>
                    <a:pt x="778" y="92"/>
                    <a:pt x="778" y="93"/>
                  </a:cubicBezTo>
                  <a:cubicBezTo>
                    <a:pt x="774" y="93"/>
                    <a:pt x="769" y="93"/>
                    <a:pt x="765" y="93"/>
                  </a:cubicBezTo>
                  <a:cubicBezTo>
                    <a:pt x="765" y="92"/>
                    <a:pt x="765" y="92"/>
                    <a:pt x="765" y="91"/>
                  </a:cubicBezTo>
                  <a:close/>
                  <a:moveTo>
                    <a:pt x="765" y="136"/>
                  </a:moveTo>
                  <a:cubicBezTo>
                    <a:pt x="769" y="136"/>
                    <a:pt x="774" y="136"/>
                    <a:pt x="778" y="136"/>
                  </a:cubicBezTo>
                  <a:cubicBezTo>
                    <a:pt x="778" y="137"/>
                    <a:pt x="778" y="138"/>
                    <a:pt x="778" y="139"/>
                  </a:cubicBezTo>
                  <a:cubicBezTo>
                    <a:pt x="774" y="139"/>
                    <a:pt x="769" y="139"/>
                    <a:pt x="765" y="139"/>
                  </a:cubicBezTo>
                  <a:cubicBezTo>
                    <a:pt x="765" y="138"/>
                    <a:pt x="765" y="137"/>
                    <a:pt x="765" y="136"/>
                  </a:cubicBezTo>
                  <a:close/>
                  <a:moveTo>
                    <a:pt x="765" y="181"/>
                  </a:moveTo>
                  <a:cubicBezTo>
                    <a:pt x="769" y="181"/>
                    <a:pt x="774" y="181"/>
                    <a:pt x="778" y="181"/>
                  </a:cubicBezTo>
                  <a:cubicBezTo>
                    <a:pt x="778" y="182"/>
                    <a:pt x="778" y="183"/>
                    <a:pt x="778" y="184"/>
                  </a:cubicBezTo>
                  <a:cubicBezTo>
                    <a:pt x="774" y="184"/>
                    <a:pt x="769" y="184"/>
                    <a:pt x="765" y="184"/>
                  </a:cubicBezTo>
                  <a:cubicBezTo>
                    <a:pt x="765" y="183"/>
                    <a:pt x="765" y="182"/>
                    <a:pt x="765" y="181"/>
                  </a:cubicBezTo>
                  <a:close/>
                  <a:moveTo>
                    <a:pt x="765" y="227"/>
                  </a:moveTo>
                  <a:cubicBezTo>
                    <a:pt x="769" y="227"/>
                    <a:pt x="774" y="227"/>
                    <a:pt x="778" y="227"/>
                  </a:cubicBezTo>
                  <a:cubicBezTo>
                    <a:pt x="778" y="227"/>
                    <a:pt x="778" y="228"/>
                    <a:pt x="778" y="229"/>
                  </a:cubicBezTo>
                  <a:cubicBezTo>
                    <a:pt x="774" y="229"/>
                    <a:pt x="769" y="229"/>
                    <a:pt x="765" y="229"/>
                  </a:cubicBezTo>
                  <a:cubicBezTo>
                    <a:pt x="765" y="228"/>
                    <a:pt x="765" y="227"/>
                    <a:pt x="765" y="227"/>
                  </a:cubicBezTo>
                  <a:close/>
                  <a:moveTo>
                    <a:pt x="765" y="272"/>
                  </a:moveTo>
                  <a:cubicBezTo>
                    <a:pt x="769" y="272"/>
                    <a:pt x="774" y="272"/>
                    <a:pt x="778" y="272"/>
                  </a:cubicBezTo>
                  <a:cubicBezTo>
                    <a:pt x="778" y="273"/>
                    <a:pt x="778" y="274"/>
                    <a:pt x="778" y="274"/>
                  </a:cubicBezTo>
                  <a:cubicBezTo>
                    <a:pt x="774" y="274"/>
                    <a:pt x="769" y="274"/>
                    <a:pt x="765" y="274"/>
                  </a:cubicBezTo>
                  <a:cubicBezTo>
                    <a:pt x="765" y="274"/>
                    <a:pt x="765" y="273"/>
                    <a:pt x="765" y="272"/>
                  </a:cubicBezTo>
                  <a:close/>
                  <a:moveTo>
                    <a:pt x="765" y="317"/>
                  </a:moveTo>
                  <a:cubicBezTo>
                    <a:pt x="769" y="317"/>
                    <a:pt x="774" y="317"/>
                    <a:pt x="778" y="317"/>
                  </a:cubicBezTo>
                  <a:cubicBezTo>
                    <a:pt x="778" y="318"/>
                    <a:pt x="778" y="319"/>
                    <a:pt x="778" y="320"/>
                  </a:cubicBezTo>
                  <a:cubicBezTo>
                    <a:pt x="774" y="320"/>
                    <a:pt x="769" y="320"/>
                    <a:pt x="765" y="320"/>
                  </a:cubicBezTo>
                  <a:cubicBezTo>
                    <a:pt x="765" y="319"/>
                    <a:pt x="765" y="318"/>
                    <a:pt x="765" y="317"/>
                  </a:cubicBezTo>
                  <a:close/>
                  <a:moveTo>
                    <a:pt x="765" y="365"/>
                  </a:moveTo>
                  <a:cubicBezTo>
                    <a:pt x="765" y="364"/>
                    <a:pt x="765" y="363"/>
                    <a:pt x="765" y="362"/>
                  </a:cubicBezTo>
                  <a:cubicBezTo>
                    <a:pt x="769" y="362"/>
                    <a:pt x="774" y="362"/>
                    <a:pt x="778" y="362"/>
                  </a:cubicBezTo>
                  <a:cubicBezTo>
                    <a:pt x="778" y="363"/>
                    <a:pt x="778" y="364"/>
                    <a:pt x="778" y="365"/>
                  </a:cubicBezTo>
                  <a:cubicBezTo>
                    <a:pt x="774" y="365"/>
                    <a:pt x="769" y="365"/>
                    <a:pt x="765" y="365"/>
                  </a:cubicBezTo>
                  <a:close/>
                  <a:moveTo>
                    <a:pt x="765" y="408"/>
                  </a:moveTo>
                  <a:cubicBezTo>
                    <a:pt x="769" y="408"/>
                    <a:pt x="774" y="408"/>
                    <a:pt x="778" y="408"/>
                  </a:cubicBezTo>
                  <a:cubicBezTo>
                    <a:pt x="778" y="409"/>
                    <a:pt x="778" y="409"/>
                    <a:pt x="778" y="410"/>
                  </a:cubicBezTo>
                  <a:cubicBezTo>
                    <a:pt x="774" y="410"/>
                    <a:pt x="769" y="410"/>
                    <a:pt x="765" y="410"/>
                  </a:cubicBezTo>
                  <a:cubicBezTo>
                    <a:pt x="765" y="409"/>
                    <a:pt x="765" y="409"/>
                    <a:pt x="765" y="408"/>
                  </a:cubicBezTo>
                  <a:close/>
                  <a:moveTo>
                    <a:pt x="765" y="453"/>
                  </a:moveTo>
                  <a:cubicBezTo>
                    <a:pt x="769" y="453"/>
                    <a:pt x="774" y="453"/>
                    <a:pt x="778" y="453"/>
                  </a:cubicBezTo>
                  <a:cubicBezTo>
                    <a:pt x="778" y="454"/>
                    <a:pt x="778" y="455"/>
                    <a:pt x="778" y="456"/>
                  </a:cubicBezTo>
                  <a:cubicBezTo>
                    <a:pt x="774" y="456"/>
                    <a:pt x="769" y="456"/>
                    <a:pt x="765" y="456"/>
                  </a:cubicBezTo>
                  <a:cubicBezTo>
                    <a:pt x="765" y="455"/>
                    <a:pt x="765" y="454"/>
                    <a:pt x="765" y="453"/>
                  </a:cubicBezTo>
                  <a:close/>
                  <a:moveTo>
                    <a:pt x="783" y="0"/>
                  </a:moveTo>
                  <a:cubicBezTo>
                    <a:pt x="788" y="0"/>
                    <a:pt x="792" y="0"/>
                    <a:pt x="796" y="0"/>
                  </a:cubicBezTo>
                  <a:cubicBezTo>
                    <a:pt x="796" y="1"/>
                    <a:pt x="796" y="2"/>
                    <a:pt x="796" y="3"/>
                  </a:cubicBezTo>
                  <a:cubicBezTo>
                    <a:pt x="792" y="3"/>
                    <a:pt x="788" y="3"/>
                    <a:pt x="783" y="3"/>
                  </a:cubicBezTo>
                  <a:cubicBezTo>
                    <a:pt x="783" y="2"/>
                    <a:pt x="783" y="1"/>
                    <a:pt x="783" y="0"/>
                  </a:cubicBezTo>
                  <a:close/>
                  <a:moveTo>
                    <a:pt x="783" y="45"/>
                  </a:moveTo>
                  <a:cubicBezTo>
                    <a:pt x="788" y="45"/>
                    <a:pt x="792" y="45"/>
                    <a:pt x="796" y="45"/>
                  </a:cubicBezTo>
                  <a:cubicBezTo>
                    <a:pt x="796" y="46"/>
                    <a:pt x="796" y="47"/>
                    <a:pt x="796" y="48"/>
                  </a:cubicBezTo>
                  <a:cubicBezTo>
                    <a:pt x="792" y="48"/>
                    <a:pt x="788" y="48"/>
                    <a:pt x="783" y="48"/>
                  </a:cubicBezTo>
                  <a:cubicBezTo>
                    <a:pt x="783" y="47"/>
                    <a:pt x="783" y="46"/>
                    <a:pt x="783" y="45"/>
                  </a:cubicBezTo>
                  <a:close/>
                  <a:moveTo>
                    <a:pt x="783" y="91"/>
                  </a:moveTo>
                  <a:cubicBezTo>
                    <a:pt x="788" y="91"/>
                    <a:pt x="792" y="91"/>
                    <a:pt x="796" y="91"/>
                  </a:cubicBezTo>
                  <a:cubicBezTo>
                    <a:pt x="796" y="92"/>
                    <a:pt x="796" y="92"/>
                    <a:pt x="796" y="93"/>
                  </a:cubicBezTo>
                  <a:cubicBezTo>
                    <a:pt x="792" y="93"/>
                    <a:pt x="788" y="93"/>
                    <a:pt x="783" y="93"/>
                  </a:cubicBezTo>
                  <a:cubicBezTo>
                    <a:pt x="783" y="92"/>
                    <a:pt x="783" y="92"/>
                    <a:pt x="783" y="91"/>
                  </a:cubicBezTo>
                  <a:close/>
                  <a:moveTo>
                    <a:pt x="783" y="136"/>
                  </a:moveTo>
                  <a:cubicBezTo>
                    <a:pt x="788" y="136"/>
                    <a:pt x="792" y="136"/>
                    <a:pt x="796" y="136"/>
                  </a:cubicBezTo>
                  <a:cubicBezTo>
                    <a:pt x="796" y="137"/>
                    <a:pt x="796" y="138"/>
                    <a:pt x="796" y="139"/>
                  </a:cubicBezTo>
                  <a:cubicBezTo>
                    <a:pt x="792" y="139"/>
                    <a:pt x="788" y="139"/>
                    <a:pt x="783" y="139"/>
                  </a:cubicBezTo>
                  <a:cubicBezTo>
                    <a:pt x="783" y="138"/>
                    <a:pt x="783" y="137"/>
                    <a:pt x="783" y="136"/>
                  </a:cubicBezTo>
                  <a:close/>
                  <a:moveTo>
                    <a:pt x="783" y="181"/>
                  </a:moveTo>
                  <a:cubicBezTo>
                    <a:pt x="788" y="181"/>
                    <a:pt x="792" y="181"/>
                    <a:pt x="796" y="181"/>
                  </a:cubicBezTo>
                  <a:cubicBezTo>
                    <a:pt x="796" y="182"/>
                    <a:pt x="796" y="183"/>
                    <a:pt x="796" y="184"/>
                  </a:cubicBezTo>
                  <a:cubicBezTo>
                    <a:pt x="792" y="184"/>
                    <a:pt x="788" y="184"/>
                    <a:pt x="783" y="184"/>
                  </a:cubicBezTo>
                  <a:cubicBezTo>
                    <a:pt x="783" y="183"/>
                    <a:pt x="783" y="182"/>
                    <a:pt x="783" y="181"/>
                  </a:cubicBezTo>
                  <a:close/>
                  <a:moveTo>
                    <a:pt x="783" y="227"/>
                  </a:moveTo>
                  <a:cubicBezTo>
                    <a:pt x="788" y="227"/>
                    <a:pt x="792" y="227"/>
                    <a:pt x="796" y="227"/>
                  </a:cubicBezTo>
                  <a:cubicBezTo>
                    <a:pt x="796" y="227"/>
                    <a:pt x="796" y="228"/>
                    <a:pt x="796" y="229"/>
                  </a:cubicBezTo>
                  <a:cubicBezTo>
                    <a:pt x="792" y="229"/>
                    <a:pt x="788" y="229"/>
                    <a:pt x="783" y="229"/>
                  </a:cubicBezTo>
                  <a:cubicBezTo>
                    <a:pt x="783" y="228"/>
                    <a:pt x="783" y="227"/>
                    <a:pt x="783" y="227"/>
                  </a:cubicBezTo>
                  <a:close/>
                  <a:moveTo>
                    <a:pt x="783" y="272"/>
                  </a:moveTo>
                  <a:cubicBezTo>
                    <a:pt x="788" y="272"/>
                    <a:pt x="792" y="272"/>
                    <a:pt x="796" y="272"/>
                  </a:cubicBezTo>
                  <a:cubicBezTo>
                    <a:pt x="796" y="273"/>
                    <a:pt x="796" y="274"/>
                    <a:pt x="796" y="274"/>
                  </a:cubicBezTo>
                  <a:cubicBezTo>
                    <a:pt x="792" y="274"/>
                    <a:pt x="788" y="274"/>
                    <a:pt x="783" y="274"/>
                  </a:cubicBezTo>
                  <a:cubicBezTo>
                    <a:pt x="783" y="274"/>
                    <a:pt x="783" y="273"/>
                    <a:pt x="783" y="272"/>
                  </a:cubicBezTo>
                  <a:close/>
                  <a:moveTo>
                    <a:pt x="783" y="317"/>
                  </a:moveTo>
                  <a:cubicBezTo>
                    <a:pt x="788" y="317"/>
                    <a:pt x="792" y="317"/>
                    <a:pt x="796" y="317"/>
                  </a:cubicBezTo>
                  <a:cubicBezTo>
                    <a:pt x="796" y="318"/>
                    <a:pt x="796" y="319"/>
                    <a:pt x="796" y="320"/>
                  </a:cubicBezTo>
                  <a:cubicBezTo>
                    <a:pt x="792" y="320"/>
                    <a:pt x="788" y="320"/>
                    <a:pt x="783" y="320"/>
                  </a:cubicBezTo>
                  <a:cubicBezTo>
                    <a:pt x="783" y="319"/>
                    <a:pt x="783" y="318"/>
                    <a:pt x="783" y="317"/>
                  </a:cubicBezTo>
                  <a:close/>
                  <a:moveTo>
                    <a:pt x="783" y="365"/>
                  </a:moveTo>
                  <a:cubicBezTo>
                    <a:pt x="783" y="364"/>
                    <a:pt x="783" y="363"/>
                    <a:pt x="783" y="362"/>
                  </a:cubicBezTo>
                  <a:cubicBezTo>
                    <a:pt x="788" y="362"/>
                    <a:pt x="792" y="362"/>
                    <a:pt x="796" y="362"/>
                  </a:cubicBezTo>
                  <a:cubicBezTo>
                    <a:pt x="796" y="363"/>
                    <a:pt x="796" y="364"/>
                    <a:pt x="796" y="365"/>
                  </a:cubicBezTo>
                  <a:cubicBezTo>
                    <a:pt x="792" y="365"/>
                    <a:pt x="788" y="365"/>
                    <a:pt x="783" y="365"/>
                  </a:cubicBezTo>
                  <a:close/>
                  <a:moveTo>
                    <a:pt x="783" y="408"/>
                  </a:moveTo>
                  <a:cubicBezTo>
                    <a:pt x="788" y="408"/>
                    <a:pt x="792" y="408"/>
                    <a:pt x="796" y="408"/>
                  </a:cubicBezTo>
                  <a:cubicBezTo>
                    <a:pt x="796" y="409"/>
                    <a:pt x="796" y="409"/>
                    <a:pt x="796" y="410"/>
                  </a:cubicBezTo>
                  <a:cubicBezTo>
                    <a:pt x="792" y="410"/>
                    <a:pt x="788" y="410"/>
                    <a:pt x="783" y="410"/>
                  </a:cubicBezTo>
                  <a:cubicBezTo>
                    <a:pt x="783" y="409"/>
                    <a:pt x="783" y="409"/>
                    <a:pt x="783" y="408"/>
                  </a:cubicBezTo>
                  <a:close/>
                  <a:moveTo>
                    <a:pt x="783" y="453"/>
                  </a:moveTo>
                  <a:cubicBezTo>
                    <a:pt x="788" y="453"/>
                    <a:pt x="792" y="453"/>
                    <a:pt x="796" y="453"/>
                  </a:cubicBezTo>
                  <a:cubicBezTo>
                    <a:pt x="796" y="454"/>
                    <a:pt x="796" y="455"/>
                    <a:pt x="796" y="456"/>
                  </a:cubicBezTo>
                  <a:cubicBezTo>
                    <a:pt x="792" y="456"/>
                    <a:pt x="788" y="456"/>
                    <a:pt x="783" y="456"/>
                  </a:cubicBezTo>
                  <a:cubicBezTo>
                    <a:pt x="783" y="455"/>
                    <a:pt x="783" y="454"/>
                    <a:pt x="783" y="453"/>
                  </a:cubicBezTo>
                  <a:close/>
                  <a:moveTo>
                    <a:pt x="802" y="0"/>
                  </a:moveTo>
                  <a:cubicBezTo>
                    <a:pt x="806" y="0"/>
                    <a:pt x="810" y="0"/>
                    <a:pt x="814" y="0"/>
                  </a:cubicBezTo>
                  <a:cubicBezTo>
                    <a:pt x="814" y="1"/>
                    <a:pt x="814" y="2"/>
                    <a:pt x="814" y="3"/>
                  </a:cubicBezTo>
                  <a:cubicBezTo>
                    <a:pt x="810" y="3"/>
                    <a:pt x="806" y="3"/>
                    <a:pt x="802" y="3"/>
                  </a:cubicBezTo>
                  <a:cubicBezTo>
                    <a:pt x="802" y="2"/>
                    <a:pt x="802" y="1"/>
                    <a:pt x="802" y="0"/>
                  </a:cubicBezTo>
                  <a:close/>
                  <a:moveTo>
                    <a:pt x="802" y="45"/>
                  </a:moveTo>
                  <a:cubicBezTo>
                    <a:pt x="806" y="45"/>
                    <a:pt x="810" y="45"/>
                    <a:pt x="814" y="45"/>
                  </a:cubicBezTo>
                  <a:cubicBezTo>
                    <a:pt x="814" y="46"/>
                    <a:pt x="814" y="47"/>
                    <a:pt x="814" y="48"/>
                  </a:cubicBezTo>
                  <a:cubicBezTo>
                    <a:pt x="810" y="48"/>
                    <a:pt x="806" y="48"/>
                    <a:pt x="802" y="48"/>
                  </a:cubicBezTo>
                  <a:cubicBezTo>
                    <a:pt x="802" y="47"/>
                    <a:pt x="802" y="46"/>
                    <a:pt x="802" y="45"/>
                  </a:cubicBezTo>
                  <a:close/>
                  <a:moveTo>
                    <a:pt x="802" y="91"/>
                  </a:moveTo>
                  <a:cubicBezTo>
                    <a:pt x="806" y="91"/>
                    <a:pt x="810" y="91"/>
                    <a:pt x="814" y="91"/>
                  </a:cubicBezTo>
                  <a:cubicBezTo>
                    <a:pt x="814" y="92"/>
                    <a:pt x="814" y="92"/>
                    <a:pt x="814" y="93"/>
                  </a:cubicBezTo>
                  <a:cubicBezTo>
                    <a:pt x="810" y="93"/>
                    <a:pt x="806" y="93"/>
                    <a:pt x="802" y="93"/>
                  </a:cubicBezTo>
                  <a:cubicBezTo>
                    <a:pt x="802" y="92"/>
                    <a:pt x="802" y="92"/>
                    <a:pt x="802" y="91"/>
                  </a:cubicBezTo>
                  <a:close/>
                  <a:moveTo>
                    <a:pt x="802" y="136"/>
                  </a:moveTo>
                  <a:cubicBezTo>
                    <a:pt x="806" y="136"/>
                    <a:pt x="810" y="136"/>
                    <a:pt x="814" y="136"/>
                  </a:cubicBezTo>
                  <a:cubicBezTo>
                    <a:pt x="814" y="137"/>
                    <a:pt x="814" y="138"/>
                    <a:pt x="814" y="139"/>
                  </a:cubicBezTo>
                  <a:cubicBezTo>
                    <a:pt x="810" y="139"/>
                    <a:pt x="806" y="139"/>
                    <a:pt x="802" y="139"/>
                  </a:cubicBezTo>
                  <a:cubicBezTo>
                    <a:pt x="802" y="138"/>
                    <a:pt x="802" y="137"/>
                    <a:pt x="802" y="136"/>
                  </a:cubicBezTo>
                  <a:close/>
                  <a:moveTo>
                    <a:pt x="802" y="181"/>
                  </a:moveTo>
                  <a:cubicBezTo>
                    <a:pt x="806" y="181"/>
                    <a:pt x="810" y="181"/>
                    <a:pt x="814" y="181"/>
                  </a:cubicBezTo>
                  <a:cubicBezTo>
                    <a:pt x="814" y="182"/>
                    <a:pt x="814" y="183"/>
                    <a:pt x="814" y="184"/>
                  </a:cubicBezTo>
                  <a:cubicBezTo>
                    <a:pt x="810" y="184"/>
                    <a:pt x="806" y="184"/>
                    <a:pt x="802" y="184"/>
                  </a:cubicBezTo>
                  <a:cubicBezTo>
                    <a:pt x="802" y="183"/>
                    <a:pt x="802" y="182"/>
                    <a:pt x="802" y="181"/>
                  </a:cubicBezTo>
                  <a:close/>
                  <a:moveTo>
                    <a:pt x="802" y="227"/>
                  </a:moveTo>
                  <a:cubicBezTo>
                    <a:pt x="806" y="227"/>
                    <a:pt x="810" y="227"/>
                    <a:pt x="814" y="227"/>
                  </a:cubicBezTo>
                  <a:cubicBezTo>
                    <a:pt x="814" y="227"/>
                    <a:pt x="814" y="228"/>
                    <a:pt x="814" y="229"/>
                  </a:cubicBezTo>
                  <a:cubicBezTo>
                    <a:pt x="810" y="229"/>
                    <a:pt x="806" y="229"/>
                    <a:pt x="802" y="229"/>
                  </a:cubicBezTo>
                  <a:cubicBezTo>
                    <a:pt x="802" y="228"/>
                    <a:pt x="802" y="227"/>
                    <a:pt x="802" y="227"/>
                  </a:cubicBezTo>
                  <a:close/>
                  <a:moveTo>
                    <a:pt x="802" y="272"/>
                  </a:moveTo>
                  <a:cubicBezTo>
                    <a:pt x="806" y="272"/>
                    <a:pt x="810" y="272"/>
                    <a:pt x="814" y="272"/>
                  </a:cubicBezTo>
                  <a:cubicBezTo>
                    <a:pt x="814" y="273"/>
                    <a:pt x="814" y="274"/>
                    <a:pt x="814" y="274"/>
                  </a:cubicBezTo>
                  <a:cubicBezTo>
                    <a:pt x="810" y="274"/>
                    <a:pt x="806" y="274"/>
                    <a:pt x="802" y="274"/>
                  </a:cubicBezTo>
                  <a:cubicBezTo>
                    <a:pt x="802" y="274"/>
                    <a:pt x="802" y="273"/>
                    <a:pt x="802" y="272"/>
                  </a:cubicBezTo>
                  <a:close/>
                  <a:moveTo>
                    <a:pt x="802" y="317"/>
                  </a:moveTo>
                  <a:cubicBezTo>
                    <a:pt x="806" y="317"/>
                    <a:pt x="810" y="317"/>
                    <a:pt x="814" y="317"/>
                  </a:cubicBezTo>
                  <a:cubicBezTo>
                    <a:pt x="814" y="318"/>
                    <a:pt x="814" y="319"/>
                    <a:pt x="814" y="320"/>
                  </a:cubicBezTo>
                  <a:cubicBezTo>
                    <a:pt x="810" y="320"/>
                    <a:pt x="806" y="320"/>
                    <a:pt x="802" y="320"/>
                  </a:cubicBezTo>
                  <a:cubicBezTo>
                    <a:pt x="802" y="319"/>
                    <a:pt x="802" y="318"/>
                    <a:pt x="802" y="317"/>
                  </a:cubicBezTo>
                  <a:close/>
                  <a:moveTo>
                    <a:pt x="802" y="365"/>
                  </a:moveTo>
                  <a:cubicBezTo>
                    <a:pt x="802" y="364"/>
                    <a:pt x="802" y="363"/>
                    <a:pt x="802" y="362"/>
                  </a:cubicBezTo>
                  <a:cubicBezTo>
                    <a:pt x="806" y="362"/>
                    <a:pt x="810" y="362"/>
                    <a:pt x="814" y="362"/>
                  </a:cubicBezTo>
                  <a:cubicBezTo>
                    <a:pt x="814" y="363"/>
                    <a:pt x="814" y="364"/>
                    <a:pt x="814" y="365"/>
                  </a:cubicBezTo>
                  <a:cubicBezTo>
                    <a:pt x="810" y="365"/>
                    <a:pt x="806" y="365"/>
                    <a:pt x="802" y="365"/>
                  </a:cubicBezTo>
                  <a:close/>
                  <a:moveTo>
                    <a:pt x="802" y="408"/>
                  </a:moveTo>
                  <a:cubicBezTo>
                    <a:pt x="806" y="408"/>
                    <a:pt x="810" y="408"/>
                    <a:pt x="814" y="408"/>
                  </a:cubicBezTo>
                  <a:cubicBezTo>
                    <a:pt x="814" y="409"/>
                    <a:pt x="814" y="409"/>
                    <a:pt x="814" y="410"/>
                  </a:cubicBezTo>
                  <a:cubicBezTo>
                    <a:pt x="810" y="410"/>
                    <a:pt x="806" y="410"/>
                    <a:pt x="802" y="410"/>
                  </a:cubicBezTo>
                  <a:cubicBezTo>
                    <a:pt x="802" y="409"/>
                    <a:pt x="802" y="409"/>
                    <a:pt x="802" y="408"/>
                  </a:cubicBezTo>
                  <a:close/>
                  <a:moveTo>
                    <a:pt x="802" y="453"/>
                  </a:moveTo>
                  <a:cubicBezTo>
                    <a:pt x="806" y="453"/>
                    <a:pt x="810" y="453"/>
                    <a:pt x="814" y="453"/>
                  </a:cubicBezTo>
                  <a:cubicBezTo>
                    <a:pt x="814" y="454"/>
                    <a:pt x="814" y="455"/>
                    <a:pt x="814" y="456"/>
                  </a:cubicBezTo>
                  <a:cubicBezTo>
                    <a:pt x="810" y="456"/>
                    <a:pt x="806" y="456"/>
                    <a:pt x="802" y="456"/>
                  </a:cubicBezTo>
                  <a:cubicBezTo>
                    <a:pt x="802" y="455"/>
                    <a:pt x="802" y="454"/>
                    <a:pt x="802" y="453"/>
                  </a:cubicBezTo>
                  <a:close/>
                  <a:moveTo>
                    <a:pt x="820" y="0"/>
                  </a:moveTo>
                  <a:cubicBezTo>
                    <a:pt x="824" y="0"/>
                    <a:pt x="828" y="0"/>
                    <a:pt x="833" y="0"/>
                  </a:cubicBezTo>
                  <a:cubicBezTo>
                    <a:pt x="833" y="1"/>
                    <a:pt x="833" y="2"/>
                    <a:pt x="833" y="3"/>
                  </a:cubicBezTo>
                  <a:cubicBezTo>
                    <a:pt x="828" y="3"/>
                    <a:pt x="824" y="3"/>
                    <a:pt x="820" y="3"/>
                  </a:cubicBezTo>
                  <a:cubicBezTo>
                    <a:pt x="820" y="2"/>
                    <a:pt x="820" y="1"/>
                    <a:pt x="820" y="0"/>
                  </a:cubicBezTo>
                  <a:close/>
                  <a:moveTo>
                    <a:pt x="820" y="45"/>
                  </a:moveTo>
                  <a:cubicBezTo>
                    <a:pt x="824" y="45"/>
                    <a:pt x="828" y="45"/>
                    <a:pt x="833" y="45"/>
                  </a:cubicBezTo>
                  <a:cubicBezTo>
                    <a:pt x="833" y="46"/>
                    <a:pt x="833" y="47"/>
                    <a:pt x="833" y="48"/>
                  </a:cubicBezTo>
                  <a:cubicBezTo>
                    <a:pt x="828" y="48"/>
                    <a:pt x="824" y="48"/>
                    <a:pt x="820" y="48"/>
                  </a:cubicBezTo>
                  <a:cubicBezTo>
                    <a:pt x="820" y="47"/>
                    <a:pt x="820" y="46"/>
                    <a:pt x="820" y="45"/>
                  </a:cubicBezTo>
                  <a:close/>
                  <a:moveTo>
                    <a:pt x="820" y="91"/>
                  </a:moveTo>
                  <a:cubicBezTo>
                    <a:pt x="824" y="91"/>
                    <a:pt x="828" y="91"/>
                    <a:pt x="833" y="91"/>
                  </a:cubicBezTo>
                  <a:cubicBezTo>
                    <a:pt x="833" y="92"/>
                    <a:pt x="833" y="92"/>
                    <a:pt x="833" y="93"/>
                  </a:cubicBezTo>
                  <a:cubicBezTo>
                    <a:pt x="828" y="93"/>
                    <a:pt x="824" y="93"/>
                    <a:pt x="820" y="93"/>
                  </a:cubicBezTo>
                  <a:cubicBezTo>
                    <a:pt x="820" y="92"/>
                    <a:pt x="820" y="92"/>
                    <a:pt x="820" y="91"/>
                  </a:cubicBezTo>
                  <a:close/>
                  <a:moveTo>
                    <a:pt x="820" y="136"/>
                  </a:moveTo>
                  <a:cubicBezTo>
                    <a:pt x="824" y="136"/>
                    <a:pt x="828" y="136"/>
                    <a:pt x="833" y="136"/>
                  </a:cubicBezTo>
                  <a:cubicBezTo>
                    <a:pt x="833" y="137"/>
                    <a:pt x="833" y="138"/>
                    <a:pt x="833" y="139"/>
                  </a:cubicBezTo>
                  <a:cubicBezTo>
                    <a:pt x="828" y="139"/>
                    <a:pt x="824" y="139"/>
                    <a:pt x="820" y="139"/>
                  </a:cubicBezTo>
                  <a:cubicBezTo>
                    <a:pt x="820" y="138"/>
                    <a:pt x="820" y="137"/>
                    <a:pt x="820" y="136"/>
                  </a:cubicBezTo>
                  <a:close/>
                  <a:moveTo>
                    <a:pt x="820" y="181"/>
                  </a:moveTo>
                  <a:cubicBezTo>
                    <a:pt x="824" y="181"/>
                    <a:pt x="828" y="181"/>
                    <a:pt x="833" y="181"/>
                  </a:cubicBezTo>
                  <a:cubicBezTo>
                    <a:pt x="833" y="182"/>
                    <a:pt x="833" y="183"/>
                    <a:pt x="833" y="184"/>
                  </a:cubicBezTo>
                  <a:cubicBezTo>
                    <a:pt x="828" y="184"/>
                    <a:pt x="824" y="184"/>
                    <a:pt x="820" y="184"/>
                  </a:cubicBezTo>
                  <a:cubicBezTo>
                    <a:pt x="820" y="183"/>
                    <a:pt x="820" y="182"/>
                    <a:pt x="820" y="181"/>
                  </a:cubicBezTo>
                  <a:close/>
                  <a:moveTo>
                    <a:pt x="820" y="227"/>
                  </a:moveTo>
                  <a:cubicBezTo>
                    <a:pt x="824" y="227"/>
                    <a:pt x="828" y="227"/>
                    <a:pt x="833" y="227"/>
                  </a:cubicBezTo>
                  <a:cubicBezTo>
                    <a:pt x="833" y="227"/>
                    <a:pt x="833" y="228"/>
                    <a:pt x="833" y="229"/>
                  </a:cubicBezTo>
                  <a:cubicBezTo>
                    <a:pt x="828" y="229"/>
                    <a:pt x="824" y="229"/>
                    <a:pt x="820" y="229"/>
                  </a:cubicBezTo>
                  <a:cubicBezTo>
                    <a:pt x="820" y="228"/>
                    <a:pt x="820" y="227"/>
                    <a:pt x="820" y="227"/>
                  </a:cubicBezTo>
                  <a:close/>
                  <a:moveTo>
                    <a:pt x="820" y="272"/>
                  </a:moveTo>
                  <a:cubicBezTo>
                    <a:pt x="824" y="272"/>
                    <a:pt x="828" y="272"/>
                    <a:pt x="833" y="272"/>
                  </a:cubicBezTo>
                  <a:cubicBezTo>
                    <a:pt x="833" y="273"/>
                    <a:pt x="833" y="274"/>
                    <a:pt x="833" y="274"/>
                  </a:cubicBezTo>
                  <a:cubicBezTo>
                    <a:pt x="828" y="274"/>
                    <a:pt x="824" y="274"/>
                    <a:pt x="820" y="274"/>
                  </a:cubicBezTo>
                  <a:cubicBezTo>
                    <a:pt x="820" y="274"/>
                    <a:pt x="820" y="273"/>
                    <a:pt x="820" y="272"/>
                  </a:cubicBezTo>
                  <a:close/>
                  <a:moveTo>
                    <a:pt x="820" y="317"/>
                  </a:moveTo>
                  <a:cubicBezTo>
                    <a:pt x="824" y="317"/>
                    <a:pt x="828" y="317"/>
                    <a:pt x="833" y="317"/>
                  </a:cubicBezTo>
                  <a:cubicBezTo>
                    <a:pt x="833" y="318"/>
                    <a:pt x="833" y="319"/>
                    <a:pt x="833" y="320"/>
                  </a:cubicBezTo>
                  <a:cubicBezTo>
                    <a:pt x="828" y="320"/>
                    <a:pt x="824" y="320"/>
                    <a:pt x="820" y="320"/>
                  </a:cubicBezTo>
                  <a:cubicBezTo>
                    <a:pt x="820" y="319"/>
                    <a:pt x="820" y="318"/>
                    <a:pt x="820" y="317"/>
                  </a:cubicBezTo>
                  <a:close/>
                  <a:moveTo>
                    <a:pt x="820" y="365"/>
                  </a:moveTo>
                  <a:cubicBezTo>
                    <a:pt x="820" y="364"/>
                    <a:pt x="820" y="363"/>
                    <a:pt x="820" y="362"/>
                  </a:cubicBezTo>
                  <a:cubicBezTo>
                    <a:pt x="824" y="362"/>
                    <a:pt x="828" y="362"/>
                    <a:pt x="833" y="362"/>
                  </a:cubicBezTo>
                  <a:cubicBezTo>
                    <a:pt x="833" y="363"/>
                    <a:pt x="833" y="364"/>
                    <a:pt x="833" y="365"/>
                  </a:cubicBezTo>
                  <a:cubicBezTo>
                    <a:pt x="828" y="365"/>
                    <a:pt x="824" y="365"/>
                    <a:pt x="820" y="365"/>
                  </a:cubicBezTo>
                  <a:close/>
                  <a:moveTo>
                    <a:pt x="820" y="408"/>
                  </a:moveTo>
                  <a:cubicBezTo>
                    <a:pt x="824" y="408"/>
                    <a:pt x="828" y="408"/>
                    <a:pt x="833" y="408"/>
                  </a:cubicBezTo>
                  <a:cubicBezTo>
                    <a:pt x="833" y="409"/>
                    <a:pt x="833" y="409"/>
                    <a:pt x="833" y="410"/>
                  </a:cubicBezTo>
                  <a:cubicBezTo>
                    <a:pt x="828" y="410"/>
                    <a:pt x="824" y="410"/>
                    <a:pt x="820" y="410"/>
                  </a:cubicBezTo>
                  <a:cubicBezTo>
                    <a:pt x="820" y="409"/>
                    <a:pt x="820" y="409"/>
                    <a:pt x="820" y="408"/>
                  </a:cubicBezTo>
                  <a:close/>
                  <a:moveTo>
                    <a:pt x="820" y="453"/>
                  </a:moveTo>
                  <a:cubicBezTo>
                    <a:pt x="824" y="453"/>
                    <a:pt x="828" y="453"/>
                    <a:pt x="833" y="453"/>
                  </a:cubicBezTo>
                  <a:cubicBezTo>
                    <a:pt x="833" y="454"/>
                    <a:pt x="833" y="455"/>
                    <a:pt x="833" y="456"/>
                  </a:cubicBezTo>
                  <a:cubicBezTo>
                    <a:pt x="828" y="456"/>
                    <a:pt x="824" y="456"/>
                    <a:pt x="820" y="456"/>
                  </a:cubicBezTo>
                  <a:cubicBezTo>
                    <a:pt x="820" y="455"/>
                    <a:pt x="820" y="454"/>
                    <a:pt x="820" y="453"/>
                  </a:cubicBezTo>
                  <a:close/>
                  <a:moveTo>
                    <a:pt x="838" y="0"/>
                  </a:moveTo>
                  <a:cubicBezTo>
                    <a:pt x="842" y="0"/>
                    <a:pt x="847" y="0"/>
                    <a:pt x="851" y="0"/>
                  </a:cubicBezTo>
                  <a:cubicBezTo>
                    <a:pt x="851" y="1"/>
                    <a:pt x="851" y="2"/>
                    <a:pt x="851" y="3"/>
                  </a:cubicBezTo>
                  <a:cubicBezTo>
                    <a:pt x="847" y="3"/>
                    <a:pt x="842" y="3"/>
                    <a:pt x="838" y="3"/>
                  </a:cubicBezTo>
                  <a:cubicBezTo>
                    <a:pt x="838" y="2"/>
                    <a:pt x="838" y="1"/>
                    <a:pt x="838" y="0"/>
                  </a:cubicBezTo>
                  <a:close/>
                  <a:moveTo>
                    <a:pt x="838" y="45"/>
                  </a:moveTo>
                  <a:cubicBezTo>
                    <a:pt x="842" y="45"/>
                    <a:pt x="847" y="45"/>
                    <a:pt x="851" y="45"/>
                  </a:cubicBezTo>
                  <a:cubicBezTo>
                    <a:pt x="851" y="46"/>
                    <a:pt x="851" y="47"/>
                    <a:pt x="851" y="48"/>
                  </a:cubicBezTo>
                  <a:cubicBezTo>
                    <a:pt x="847" y="48"/>
                    <a:pt x="842" y="48"/>
                    <a:pt x="838" y="48"/>
                  </a:cubicBezTo>
                  <a:cubicBezTo>
                    <a:pt x="838" y="47"/>
                    <a:pt x="838" y="46"/>
                    <a:pt x="838" y="45"/>
                  </a:cubicBezTo>
                  <a:close/>
                  <a:moveTo>
                    <a:pt x="838" y="91"/>
                  </a:moveTo>
                  <a:cubicBezTo>
                    <a:pt x="842" y="91"/>
                    <a:pt x="847" y="91"/>
                    <a:pt x="851" y="91"/>
                  </a:cubicBezTo>
                  <a:cubicBezTo>
                    <a:pt x="851" y="92"/>
                    <a:pt x="851" y="92"/>
                    <a:pt x="851" y="93"/>
                  </a:cubicBezTo>
                  <a:cubicBezTo>
                    <a:pt x="847" y="93"/>
                    <a:pt x="842" y="93"/>
                    <a:pt x="838" y="93"/>
                  </a:cubicBezTo>
                  <a:cubicBezTo>
                    <a:pt x="838" y="92"/>
                    <a:pt x="838" y="92"/>
                    <a:pt x="838" y="91"/>
                  </a:cubicBezTo>
                  <a:close/>
                  <a:moveTo>
                    <a:pt x="838" y="136"/>
                  </a:moveTo>
                  <a:cubicBezTo>
                    <a:pt x="842" y="136"/>
                    <a:pt x="847" y="136"/>
                    <a:pt x="851" y="136"/>
                  </a:cubicBezTo>
                  <a:cubicBezTo>
                    <a:pt x="851" y="137"/>
                    <a:pt x="851" y="138"/>
                    <a:pt x="851" y="139"/>
                  </a:cubicBezTo>
                  <a:cubicBezTo>
                    <a:pt x="847" y="139"/>
                    <a:pt x="842" y="139"/>
                    <a:pt x="838" y="139"/>
                  </a:cubicBezTo>
                  <a:cubicBezTo>
                    <a:pt x="838" y="138"/>
                    <a:pt x="838" y="137"/>
                    <a:pt x="838" y="136"/>
                  </a:cubicBezTo>
                  <a:close/>
                  <a:moveTo>
                    <a:pt x="838" y="181"/>
                  </a:moveTo>
                  <a:cubicBezTo>
                    <a:pt x="842" y="181"/>
                    <a:pt x="847" y="181"/>
                    <a:pt x="851" y="181"/>
                  </a:cubicBezTo>
                  <a:cubicBezTo>
                    <a:pt x="851" y="182"/>
                    <a:pt x="851" y="183"/>
                    <a:pt x="851" y="184"/>
                  </a:cubicBezTo>
                  <a:cubicBezTo>
                    <a:pt x="847" y="184"/>
                    <a:pt x="842" y="184"/>
                    <a:pt x="838" y="184"/>
                  </a:cubicBezTo>
                  <a:cubicBezTo>
                    <a:pt x="838" y="183"/>
                    <a:pt x="838" y="182"/>
                    <a:pt x="838" y="181"/>
                  </a:cubicBezTo>
                  <a:close/>
                  <a:moveTo>
                    <a:pt x="838" y="227"/>
                  </a:moveTo>
                  <a:cubicBezTo>
                    <a:pt x="842" y="227"/>
                    <a:pt x="847" y="227"/>
                    <a:pt x="851" y="227"/>
                  </a:cubicBezTo>
                  <a:cubicBezTo>
                    <a:pt x="851" y="227"/>
                    <a:pt x="851" y="228"/>
                    <a:pt x="851" y="229"/>
                  </a:cubicBezTo>
                  <a:cubicBezTo>
                    <a:pt x="847" y="229"/>
                    <a:pt x="842" y="229"/>
                    <a:pt x="838" y="229"/>
                  </a:cubicBezTo>
                  <a:cubicBezTo>
                    <a:pt x="838" y="228"/>
                    <a:pt x="838" y="227"/>
                    <a:pt x="838" y="227"/>
                  </a:cubicBezTo>
                  <a:close/>
                  <a:moveTo>
                    <a:pt x="838" y="272"/>
                  </a:moveTo>
                  <a:cubicBezTo>
                    <a:pt x="842" y="272"/>
                    <a:pt x="847" y="272"/>
                    <a:pt x="851" y="272"/>
                  </a:cubicBezTo>
                  <a:cubicBezTo>
                    <a:pt x="851" y="273"/>
                    <a:pt x="851" y="274"/>
                    <a:pt x="851" y="274"/>
                  </a:cubicBezTo>
                  <a:cubicBezTo>
                    <a:pt x="847" y="274"/>
                    <a:pt x="842" y="274"/>
                    <a:pt x="838" y="274"/>
                  </a:cubicBezTo>
                  <a:cubicBezTo>
                    <a:pt x="838" y="274"/>
                    <a:pt x="838" y="273"/>
                    <a:pt x="838" y="272"/>
                  </a:cubicBezTo>
                  <a:close/>
                  <a:moveTo>
                    <a:pt x="838" y="317"/>
                  </a:moveTo>
                  <a:cubicBezTo>
                    <a:pt x="842" y="317"/>
                    <a:pt x="847" y="317"/>
                    <a:pt x="851" y="317"/>
                  </a:cubicBezTo>
                  <a:cubicBezTo>
                    <a:pt x="851" y="318"/>
                    <a:pt x="851" y="319"/>
                    <a:pt x="851" y="320"/>
                  </a:cubicBezTo>
                  <a:cubicBezTo>
                    <a:pt x="847" y="320"/>
                    <a:pt x="842" y="320"/>
                    <a:pt x="838" y="320"/>
                  </a:cubicBezTo>
                  <a:cubicBezTo>
                    <a:pt x="838" y="319"/>
                    <a:pt x="838" y="318"/>
                    <a:pt x="838" y="317"/>
                  </a:cubicBezTo>
                  <a:close/>
                  <a:moveTo>
                    <a:pt x="838" y="365"/>
                  </a:moveTo>
                  <a:cubicBezTo>
                    <a:pt x="838" y="364"/>
                    <a:pt x="838" y="363"/>
                    <a:pt x="838" y="362"/>
                  </a:cubicBezTo>
                  <a:cubicBezTo>
                    <a:pt x="842" y="362"/>
                    <a:pt x="847" y="362"/>
                    <a:pt x="851" y="362"/>
                  </a:cubicBezTo>
                  <a:cubicBezTo>
                    <a:pt x="851" y="363"/>
                    <a:pt x="851" y="364"/>
                    <a:pt x="851" y="365"/>
                  </a:cubicBezTo>
                  <a:cubicBezTo>
                    <a:pt x="847" y="365"/>
                    <a:pt x="842" y="365"/>
                    <a:pt x="838" y="365"/>
                  </a:cubicBezTo>
                  <a:close/>
                  <a:moveTo>
                    <a:pt x="838" y="408"/>
                  </a:moveTo>
                  <a:cubicBezTo>
                    <a:pt x="842" y="408"/>
                    <a:pt x="847" y="408"/>
                    <a:pt x="851" y="408"/>
                  </a:cubicBezTo>
                  <a:cubicBezTo>
                    <a:pt x="851" y="409"/>
                    <a:pt x="851" y="409"/>
                    <a:pt x="851" y="410"/>
                  </a:cubicBezTo>
                  <a:cubicBezTo>
                    <a:pt x="847" y="410"/>
                    <a:pt x="842" y="410"/>
                    <a:pt x="838" y="410"/>
                  </a:cubicBezTo>
                  <a:cubicBezTo>
                    <a:pt x="838" y="409"/>
                    <a:pt x="838" y="409"/>
                    <a:pt x="838" y="408"/>
                  </a:cubicBezTo>
                  <a:close/>
                  <a:moveTo>
                    <a:pt x="838" y="453"/>
                  </a:moveTo>
                  <a:cubicBezTo>
                    <a:pt x="842" y="453"/>
                    <a:pt x="847" y="453"/>
                    <a:pt x="851" y="453"/>
                  </a:cubicBezTo>
                  <a:cubicBezTo>
                    <a:pt x="851" y="454"/>
                    <a:pt x="851" y="455"/>
                    <a:pt x="851" y="456"/>
                  </a:cubicBezTo>
                  <a:cubicBezTo>
                    <a:pt x="847" y="456"/>
                    <a:pt x="842" y="456"/>
                    <a:pt x="838" y="456"/>
                  </a:cubicBezTo>
                  <a:cubicBezTo>
                    <a:pt x="838" y="455"/>
                    <a:pt x="838" y="454"/>
                    <a:pt x="838" y="453"/>
                  </a:cubicBezTo>
                  <a:close/>
                  <a:moveTo>
                    <a:pt x="0" y="0"/>
                  </a:moveTo>
                  <a:cubicBezTo>
                    <a:pt x="13" y="0"/>
                    <a:pt x="13" y="0"/>
                    <a:pt x="13" y="0"/>
                  </a:cubicBezTo>
                  <a:cubicBezTo>
                    <a:pt x="13" y="3"/>
                    <a:pt x="13" y="3"/>
                    <a:pt x="13" y="3"/>
                  </a:cubicBezTo>
                  <a:cubicBezTo>
                    <a:pt x="0" y="3"/>
                    <a:pt x="0" y="3"/>
                    <a:pt x="0" y="3"/>
                  </a:cubicBezTo>
                  <a:cubicBezTo>
                    <a:pt x="0" y="0"/>
                    <a:pt x="0" y="0"/>
                    <a:pt x="0" y="0"/>
                  </a:cubicBezTo>
                  <a:close/>
                  <a:moveTo>
                    <a:pt x="0" y="45"/>
                  </a:moveTo>
                  <a:cubicBezTo>
                    <a:pt x="13" y="45"/>
                    <a:pt x="13" y="45"/>
                    <a:pt x="13" y="45"/>
                  </a:cubicBezTo>
                  <a:cubicBezTo>
                    <a:pt x="13" y="48"/>
                    <a:pt x="13" y="48"/>
                    <a:pt x="13" y="48"/>
                  </a:cubicBezTo>
                  <a:cubicBezTo>
                    <a:pt x="0" y="48"/>
                    <a:pt x="0" y="48"/>
                    <a:pt x="0" y="48"/>
                  </a:cubicBezTo>
                  <a:cubicBezTo>
                    <a:pt x="0" y="45"/>
                    <a:pt x="0" y="45"/>
                    <a:pt x="0" y="45"/>
                  </a:cubicBezTo>
                  <a:close/>
                  <a:moveTo>
                    <a:pt x="0" y="91"/>
                  </a:moveTo>
                  <a:cubicBezTo>
                    <a:pt x="13" y="91"/>
                    <a:pt x="13" y="91"/>
                    <a:pt x="13" y="91"/>
                  </a:cubicBezTo>
                  <a:cubicBezTo>
                    <a:pt x="13" y="93"/>
                    <a:pt x="13" y="93"/>
                    <a:pt x="13" y="93"/>
                  </a:cubicBezTo>
                  <a:cubicBezTo>
                    <a:pt x="0" y="93"/>
                    <a:pt x="0" y="93"/>
                    <a:pt x="0" y="93"/>
                  </a:cubicBezTo>
                  <a:cubicBezTo>
                    <a:pt x="0" y="91"/>
                    <a:pt x="0" y="91"/>
                    <a:pt x="0" y="91"/>
                  </a:cubicBezTo>
                  <a:close/>
                  <a:moveTo>
                    <a:pt x="0" y="136"/>
                  </a:moveTo>
                  <a:cubicBezTo>
                    <a:pt x="13" y="136"/>
                    <a:pt x="13" y="136"/>
                    <a:pt x="13" y="136"/>
                  </a:cubicBezTo>
                  <a:cubicBezTo>
                    <a:pt x="13" y="139"/>
                    <a:pt x="13" y="139"/>
                    <a:pt x="13" y="139"/>
                  </a:cubicBezTo>
                  <a:cubicBezTo>
                    <a:pt x="0" y="139"/>
                    <a:pt x="0" y="139"/>
                    <a:pt x="0" y="139"/>
                  </a:cubicBezTo>
                  <a:cubicBezTo>
                    <a:pt x="0" y="136"/>
                    <a:pt x="0" y="136"/>
                    <a:pt x="0" y="136"/>
                  </a:cubicBezTo>
                  <a:close/>
                  <a:moveTo>
                    <a:pt x="0" y="181"/>
                  </a:moveTo>
                  <a:cubicBezTo>
                    <a:pt x="13" y="181"/>
                    <a:pt x="13" y="181"/>
                    <a:pt x="13" y="181"/>
                  </a:cubicBezTo>
                  <a:cubicBezTo>
                    <a:pt x="13" y="184"/>
                    <a:pt x="13" y="184"/>
                    <a:pt x="13" y="184"/>
                  </a:cubicBezTo>
                  <a:cubicBezTo>
                    <a:pt x="0" y="184"/>
                    <a:pt x="0" y="184"/>
                    <a:pt x="0" y="184"/>
                  </a:cubicBezTo>
                  <a:cubicBezTo>
                    <a:pt x="0" y="181"/>
                    <a:pt x="0" y="181"/>
                    <a:pt x="0" y="181"/>
                  </a:cubicBezTo>
                  <a:close/>
                  <a:moveTo>
                    <a:pt x="0" y="227"/>
                  </a:moveTo>
                  <a:cubicBezTo>
                    <a:pt x="13" y="227"/>
                    <a:pt x="13" y="227"/>
                    <a:pt x="13" y="227"/>
                  </a:cubicBezTo>
                  <a:cubicBezTo>
                    <a:pt x="13" y="229"/>
                    <a:pt x="13" y="229"/>
                    <a:pt x="13" y="229"/>
                  </a:cubicBezTo>
                  <a:cubicBezTo>
                    <a:pt x="0" y="229"/>
                    <a:pt x="0" y="229"/>
                    <a:pt x="0" y="229"/>
                  </a:cubicBezTo>
                  <a:cubicBezTo>
                    <a:pt x="0" y="227"/>
                    <a:pt x="0" y="227"/>
                    <a:pt x="0" y="227"/>
                  </a:cubicBezTo>
                  <a:close/>
                  <a:moveTo>
                    <a:pt x="0" y="272"/>
                  </a:moveTo>
                  <a:cubicBezTo>
                    <a:pt x="13" y="272"/>
                    <a:pt x="13" y="272"/>
                    <a:pt x="13" y="272"/>
                  </a:cubicBezTo>
                  <a:cubicBezTo>
                    <a:pt x="13" y="274"/>
                    <a:pt x="13" y="274"/>
                    <a:pt x="13" y="274"/>
                  </a:cubicBezTo>
                  <a:cubicBezTo>
                    <a:pt x="0" y="274"/>
                    <a:pt x="0" y="274"/>
                    <a:pt x="0" y="274"/>
                  </a:cubicBezTo>
                  <a:cubicBezTo>
                    <a:pt x="0" y="272"/>
                    <a:pt x="0" y="272"/>
                    <a:pt x="0" y="272"/>
                  </a:cubicBezTo>
                  <a:close/>
                  <a:moveTo>
                    <a:pt x="0" y="317"/>
                  </a:moveTo>
                  <a:cubicBezTo>
                    <a:pt x="13" y="317"/>
                    <a:pt x="13" y="317"/>
                    <a:pt x="13" y="317"/>
                  </a:cubicBezTo>
                  <a:cubicBezTo>
                    <a:pt x="13" y="320"/>
                    <a:pt x="13" y="320"/>
                    <a:pt x="13" y="320"/>
                  </a:cubicBezTo>
                  <a:cubicBezTo>
                    <a:pt x="0" y="320"/>
                    <a:pt x="0" y="320"/>
                    <a:pt x="0" y="320"/>
                  </a:cubicBezTo>
                  <a:cubicBezTo>
                    <a:pt x="0" y="317"/>
                    <a:pt x="0" y="317"/>
                    <a:pt x="0" y="317"/>
                  </a:cubicBezTo>
                  <a:close/>
                  <a:moveTo>
                    <a:pt x="0" y="365"/>
                  </a:moveTo>
                  <a:cubicBezTo>
                    <a:pt x="0" y="362"/>
                    <a:pt x="0" y="362"/>
                    <a:pt x="0" y="362"/>
                  </a:cubicBezTo>
                  <a:cubicBezTo>
                    <a:pt x="13" y="362"/>
                    <a:pt x="13" y="362"/>
                    <a:pt x="13" y="362"/>
                  </a:cubicBezTo>
                  <a:cubicBezTo>
                    <a:pt x="13" y="365"/>
                    <a:pt x="13" y="365"/>
                    <a:pt x="13" y="365"/>
                  </a:cubicBezTo>
                  <a:cubicBezTo>
                    <a:pt x="0" y="365"/>
                    <a:pt x="0" y="365"/>
                    <a:pt x="0" y="365"/>
                  </a:cubicBezTo>
                  <a:close/>
                  <a:moveTo>
                    <a:pt x="0" y="408"/>
                  </a:moveTo>
                  <a:cubicBezTo>
                    <a:pt x="13" y="408"/>
                    <a:pt x="13" y="408"/>
                    <a:pt x="13" y="408"/>
                  </a:cubicBezTo>
                  <a:cubicBezTo>
                    <a:pt x="13" y="410"/>
                    <a:pt x="13" y="410"/>
                    <a:pt x="13" y="410"/>
                  </a:cubicBezTo>
                  <a:cubicBezTo>
                    <a:pt x="0" y="410"/>
                    <a:pt x="0" y="410"/>
                    <a:pt x="0" y="410"/>
                  </a:cubicBezTo>
                  <a:cubicBezTo>
                    <a:pt x="0" y="408"/>
                    <a:pt x="0" y="408"/>
                    <a:pt x="0" y="408"/>
                  </a:cubicBezTo>
                  <a:close/>
                  <a:moveTo>
                    <a:pt x="0" y="453"/>
                  </a:moveTo>
                  <a:cubicBezTo>
                    <a:pt x="13" y="453"/>
                    <a:pt x="13" y="453"/>
                    <a:pt x="13" y="453"/>
                  </a:cubicBezTo>
                  <a:cubicBezTo>
                    <a:pt x="13" y="456"/>
                    <a:pt x="13" y="456"/>
                    <a:pt x="13" y="456"/>
                  </a:cubicBezTo>
                  <a:cubicBezTo>
                    <a:pt x="0" y="456"/>
                    <a:pt x="0" y="456"/>
                    <a:pt x="0" y="456"/>
                  </a:cubicBezTo>
                  <a:cubicBezTo>
                    <a:pt x="0" y="453"/>
                    <a:pt x="0" y="453"/>
                    <a:pt x="0" y="453"/>
                  </a:cubicBezTo>
                  <a:close/>
                  <a:moveTo>
                    <a:pt x="856" y="0"/>
                  </a:moveTo>
                  <a:cubicBezTo>
                    <a:pt x="869" y="0"/>
                    <a:pt x="869" y="0"/>
                    <a:pt x="869" y="0"/>
                  </a:cubicBezTo>
                  <a:cubicBezTo>
                    <a:pt x="869" y="3"/>
                    <a:pt x="869" y="3"/>
                    <a:pt x="869" y="3"/>
                  </a:cubicBezTo>
                  <a:cubicBezTo>
                    <a:pt x="856" y="3"/>
                    <a:pt x="856" y="3"/>
                    <a:pt x="856" y="3"/>
                  </a:cubicBezTo>
                  <a:cubicBezTo>
                    <a:pt x="856" y="0"/>
                    <a:pt x="856" y="0"/>
                    <a:pt x="856" y="0"/>
                  </a:cubicBezTo>
                  <a:close/>
                  <a:moveTo>
                    <a:pt x="856" y="45"/>
                  </a:moveTo>
                  <a:cubicBezTo>
                    <a:pt x="869" y="45"/>
                    <a:pt x="869" y="45"/>
                    <a:pt x="869" y="45"/>
                  </a:cubicBezTo>
                  <a:cubicBezTo>
                    <a:pt x="869" y="48"/>
                    <a:pt x="869" y="48"/>
                    <a:pt x="869" y="48"/>
                  </a:cubicBezTo>
                  <a:cubicBezTo>
                    <a:pt x="856" y="48"/>
                    <a:pt x="856" y="48"/>
                    <a:pt x="856" y="48"/>
                  </a:cubicBezTo>
                  <a:cubicBezTo>
                    <a:pt x="856" y="45"/>
                    <a:pt x="856" y="45"/>
                    <a:pt x="856" y="45"/>
                  </a:cubicBezTo>
                  <a:close/>
                  <a:moveTo>
                    <a:pt x="856" y="91"/>
                  </a:moveTo>
                  <a:cubicBezTo>
                    <a:pt x="869" y="91"/>
                    <a:pt x="869" y="91"/>
                    <a:pt x="869" y="91"/>
                  </a:cubicBezTo>
                  <a:cubicBezTo>
                    <a:pt x="869" y="93"/>
                    <a:pt x="869" y="93"/>
                    <a:pt x="869" y="93"/>
                  </a:cubicBezTo>
                  <a:cubicBezTo>
                    <a:pt x="856" y="93"/>
                    <a:pt x="856" y="93"/>
                    <a:pt x="856" y="93"/>
                  </a:cubicBezTo>
                  <a:cubicBezTo>
                    <a:pt x="856" y="91"/>
                    <a:pt x="856" y="91"/>
                    <a:pt x="856" y="91"/>
                  </a:cubicBezTo>
                  <a:close/>
                  <a:moveTo>
                    <a:pt x="856" y="136"/>
                  </a:moveTo>
                  <a:cubicBezTo>
                    <a:pt x="869" y="136"/>
                    <a:pt x="869" y="136"/>
                    <a:pt x="869" y="136"/>
                  </a:cubicBezTo>
                  <a:cubicBezTo>
                    <a:pt x="869" y="139"/>
                    <a:pt x="869" y="139"/>
                    <a:pt x="869" y="139"/>
                  </a:cubicBezTo>
                  <a:cubicBezTo>
                    <a:pt x="856" y="139"/>
                    <a:pt x="856" y="139"/>
                    <a:pt x="856" y="139"/>
                  </a:cubicBezTo>
                  <a:cubicBezTo>
                    <a:pt x="856" y="136"/>
                    <a:pt x="856" y="136"/>
                    <a:pt x="856" y="136"/>
                  </a:cubicBezTo>
                  <a:close/>
                  <a:moveTo>
                    <a:pt x="856" y="181"/>
                  </a:moveTo>
                  <a:cubicBezTo>
                    <a:pt x="869" y="181"/>
                    <a:pt x="869" y="181"/>
                    <a:pt x="869" y="181"/>
                  </a:cubicBezTo>
                  <a:cubicBezTo>
                    <a:pt x="869" y="184"/>
                    <a:pt x="869" y="184"/>
                    <a:pt x="869" y="184"/>
                  </a:cubicBezTo>
                  <a:cubicBezTo>
                    <a:pt x="856" y="184"/>
                    <a:pt x="856" y="184"/>
                    <a:pt x="856" y="184"/>
                  </a:cubicBezTo>
                  <a:cubicBezTo>
                    <a:pt x="856" y="181"/>
                    <a:pt x="856" y="181"/>
                    <a:pt x="856" y="181"/>
                  </a:cubicBezTo>
                  <a:close/>
                  <a:moveTo>
                    <a:pt x="856" y="227"/>
                  </a:moveTo>
                  <a:cubicBezTo>
                    <a:pt x="869" y="227"/>
                    <a:pt x="869" y="227"/>
                    <a:pt x="869" y="227"/>
                  </a:cubicBezTo>
                  <a:cubicBezTo>
                    <a:pt x="869" y="229"/>
                    <a:pt x="869" y="229"/>
                    <a:pt x="869" y="229"/>
                  </a:cubicBezTo>
                  <a:cubicBezTo>
                    <a:pt x="856" y="229"/>
                    <a:pt x="856" y="229"/>
                    <a:pt x="856" y="229"/>
                  </a:cubicBezTo>
                  <a:cubicBezTo>
                    <a:pt x="856" y="227"/>
                    <a:pt x="856" y="227"/>
                    <a:pt x="856" y="227"/>
                  </a:cubicBezTo>
                  <a:close/>
                  <a:moveTo>
                    <a:pt x="856" y="272"/>
                  </a:moveTo>
                  <a:cubicBezTo>
                    <a:pt x="869" y="272"/>
                    <a:pt x="869" y="272"/>
                    <a:pt x="869" y="272"/>
                  </a:cubicBezTo>
                  <a:cubicBezTo>
                    <a:pt x="869" y="274"/>
                    <a:pt x="869" y="274"/>
                    <a:pt x="869" y="274"/>
                  </a:cubicBezTo>
                  <a:cubicBezTo>
                    <a:pt x="856" y="274"/>
                    <a:pt x="856" y="274"/>
                    <a:pt x="856" y="274"/>
                  </a:cubicBezTo>
                  <a:cubicBezTo>
                    <a:pt x="856" y="272"/>
                    <a:pt x="856" y="272"/>
                    <a:pt x="856" y="272"/>
                  </a:cubicBezTo>
                  <a:close/>
                  <a:moveTo>
                    <a:pt x="856" y="317"/>
                  </a:moveTo>
                  <a:cubicBezTo>
                    <a:pt x="869" y="317"/>
                    <a:pt x="869" y="317"/>
                    <a:pt x="869" y="317"/>
                  </a:cubicBezTo>
                  <a:cubicBezTo>
                    <a:pt x="869" y="320"/>
                    <a:pt x="869" y="320"/>
                    <a:pt x="869" y="320"/>
                  </a:cubicBezTo>
                  <a:cubicBezTo>
                    <a:pt x="856" y="320"/>
                    <a:pt x="856" y="320"/>
                    <a:pt x="856" y="320"/>
                  </a:cubicBezTo>
                  <a:cubicBezTo>
                    <a:pt x="856" y="317"/>
                    <a:pt x="856" y="317"/>
                    <a:pt x="856" y="317"/>
                  </a:cubicBezTo>
                  <a:close/>
                  <a:moveTo>
                    <a:pt x="856" y="365"/>
                  </a:moveTo>
                  <a:cubicBezTo>
                    <a:pt x="856" y="362"/>
                    <a:pt x="856" y="362"/>
                    <a:pt x="856" y="362"/>
                  </a:cubicBezTo>
                  <a:cubicBezTo>
                    <a:pt x="869" y="362"/>
                    <a:pt x="869" y="362"/>
                    <a:pt x="869" y="362"/>
                  </a:cubicBezTo>
                  <a:cubicBezTo>
                    <a:pt x="869" y="365"/>
                    <a:pt x="869" y="365"/>
                    <a:pt x="869" y="365"/>
                  </a:cubicBezTo>
                  <a:cubicBezTo>
                    <a:pt x="856" y="365"/>
                    <a:pt x="856" y="365"/>
                    <a:pt x="856" y="365"/>
                  </a:cubicBezTo>
                  <a:close/>
                  <a:moveTo>
                    <a:pt x="856" y="408"/>
                  </a:moveTo>
                  <a:cubicBezTo>
                    <a:pt x="869" y="408"/>
                    <a:pt x="869" y="408"/>
                    <a:pt x="869" y="408"/>
                  </a:cubicBezTo>
                  <a:cubicBezTo>
                    <a:pt x="869" y="410"/>
                    <a:pt x="869" y="410"/>
                    <a:pt x="869" y="410"/>
                  </a:cubicBezTo>
                  <a:cubicBezTo>
                    <a:pt x="856" y="410"/>
                    <a:pt x="856" y="410"/>
                    <a:pt x="856" y="410"/>
                  </a:cubicBezTo>
                  <a:cubicBezTo>
                    <a:pt x="856" y="408"/>
                    <a:pt x="856" y="408"/>
                    <a:pt x="856" y="408"/>
                  </a:cubicBezTo>
                  <a:close/>
                  <a:moveTo>
                    <a:pt x="856" y="453"/>
                  </a:moveTo>
                  <a:cubicBezTo>
                    <a:pt x="869" y="453"/>
                    <a:pt x="869" y="453"/>
                    <a:pt x="869" y="453"/>
                  </a:cubicBezTo>
                  <a:cubicBezTo>
                    <a:pt x="869" y="456"/>
                    <a:pt x="869" y="456"/>
                    <a:pt x="869" y="456"/>
                  </a:cubicBezTo>
                  <a:cubicBezTo>
                    <a:pt x="856" y="456"/>
                    <a:pt x="856" y="456"/>
                    <a:pt x="856" y="456"/>
                  </a:cubicBezTo>
                  <a:cubicBezTo>
                    <a:pt x="856" y="453"/>
                    <a:pt x="856" y="453"/>
                    <a:pt x="856" y="453"/>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 name="Freeform 12"/>
            <p:cNvSpPr>
              <a:spLocks noEditPoints="1"/>
            </p:cNvSpPr>
            <p:nvPr/>
          </p:nvSpPr>
          <p:spPr bwMode="auto">
            <a:xfrm>
              <a:off x="441" y="778"/>
              <a:ext cx="17" cy="2526"/>
            </a:xfrm>
            <a:custGeom>
              <a:avLst/>
              <a:gdLst>
                <a:gd name="T0" fmla="*/ 3 w 3"/>
                <a:gd name="T1" fmla="*/ 376 h 439"/>
                <a:gd name="T2" fmla="*/ 0 w 3"/>
                <a:gd name="T3" fmla="*/ 363 h 439"/>
                <a:gd name="T4" fmla="*/ 3 w 3"/>
                <a:gd name="T5" fmla="*/ 381 h 439"/>
                <a:gd name="T6" fmla="*/ 0 w 3"/>
                <a:gd name="T7" fmla="*/ 394 h 439"/>
                <a:gd name="T8" fmla="*/ 3 w 3"/>
                <a:gd name="T9" fmla="*/ 381 h 439"/>
                <a:gd name="T10" fmla="*/ 3 w 3"/>
                <a:gd name="T11" fmla="*/ 330 h 439"/>
                <a:gd name="T12" fmla="*/ 0 w 3"/>
                <a:gd name="T13" fmla="*/ 317 h 439"/>
                <a:gd name="T14" fmla="*/ 3 w 3"/>
                <a:gd name="T15" fmla="*/ 336 h 439"/>
                <a:gd name="T16" fmla="*/ 0 w 3"/>
                <a:gd name="T17" fmla="*/ 349 h 439"/>
                <a:gd name="T18" fmla="*/ 3 w 3"/>
                <a:gd name="T19" fmla="*/ 336 h 439"/>
                <a:gd name="T20" fmla="*/ 3 w 3"/>
                <a:gd name="T21" fmla="*/ 285 h 439"/>
                <a:gd name="T22" fmla="*/ 0 w 3"/>
                <a:gd name="T23" fmla="*/ 272 h 439"/>
                <a:gd name="T24" fmla="*/ 3 w 3"/>
                <a:gd name="T25" fmla="*/ 290 h 439"/>
                <a:gd name="T26" fmla="*/ 0 w 3"/>
                <a:gd name="T27" fmla="*/ 303 h 439"/>
                <a:gd name="T28" fmla="*/ 3 w 3"/>
                <a:gd name="T29" fmla="*/ 290 h 439"/>
                <a:gd name="T30" fmla="*/ 3 w 3"/>
                <a:gd name="T31" fmla="*/ 240 h 439"/>
                <a:gd name="T32" fmla="*/ 0 w 3"/>
                <a:gd name="T33" fmla="*/ 227 h 439"/>
                <a:gd name="T34" fmla="*/ 3 w 3"/>
                <a:gd name="T35" fmla="*/ 245 h 439"/>
                <a:gd name="T36" fmla="*/ 0 w 3"/>
                <a:gd name="T37" fmla="*/ 258 h 439"/>
                <a:gd name="T38" fmla="*/ 3 w 3"/>
                <a:gd name="T39" fmla="*/ 245 h 439"/>
                <a:gd name="T40" fmla="*/ 3 w 3"/>
                <a:gd name="T41" fmla="*/ 195 h 439"/>
                <a:gd name="T42" fmla="*/ 0 w 3"/>
                <a:gd name="T43" fmla="*/ 182 h 439"/>
                <a:gd name="T44" fmla="*/ 3 w 3"/>
                <a:gd name="T45" fmla="*/ 200 h 439"/>
                <a:gd name="T46" fmla="*/ 0 w 3"/>
                <a:gd name="T47" fmla="*/ 213 h 439"/>
                <a:gd name="T48" fmla="*/ 3 w 3"/>
                <a:gd name="T49" fmla="*/ 200 h 439"/>
                <a:gd name="T50" fmla="*/ 3 w 3"/>
                <a:gd name="T51" fmla="*/ 149 h 439"/>
                <a:gd name="T52" fmla="*/ 0 w 3"/>
                <a:gd name="T53" fmla="*/ 136 h 439"/>
                <a:gd name="T54" fmla="*/ 3 w 3"/>
                <a:gd name="T55" fmla="*/ 155 h 439"/>
                <a:gd name="T56" fmla="*/ 0 w 3"/>
                <a:gd name="T57" fmla="*/ 167 h 439"/>
                <a:gd name="T58" fmla="*/ 3 w 3"/>
                <a:gd name="T59" fmla="*/ 155 h 439"/>
                <a:gd name="T60" fmla="*/ 3 w 3"/>
                <a:gd name="T61" fmla="*/ 104 h 439"/>
                <a:gd name="T62" fmla="*/ 0 w 3"/>
                <a:gd name="T63" fmla="*/ 91 h 439"/>
                <a:gd name="T64" fmla="*/ 3 w 3"/>
                <a:gd name="T65" fmla="*/ 109 h 439"/>
                <a:gd name="T66" fmla="*/ 0 w 3"/>
                <a:gd name="T67" fmla="*/ 122 h 439"/>
                <a:gd name="T68" fmla="*/ 3 w 3"/>
                <a:gd name="T69" fmla="*/ 109 h 439"/>
                <a:gd name="T70" fmla="*/ 3 w 3"/>
                <a:gd name="T71" fmla="*/ 59 h 439"/>
                <a:gd name="T72" fmla="*/ 0 w 3"/>
                <a:gd name="T73" fmla="*/ 46 h 439"/>
                <a:gd name="T74" fmla="*/ 3 w 3"/>
                <a:gd name="T75" fmla="*/ 64 h 439"/>
                <a:gd name="T76" fmla="*/ 0 w 3"/>
                <a:gd name="T77" fmla="*/ 77 h 439"/>
                <a:gd name="T78" fmla="*/ 3 w 3"/>
                <a:gd name="T79" fmla="*/ 64 h 439"/>
                <a:gd name="T80" fmla="*/ 3 w 3"/>
                <a:gd name="T81" fmla="*/ 421 h 439"/>
                <a:gd name="T82" fmla="*/ 0 w 3"/>
                <a:gd name="T83" fmla="*/ 408 h 439"/>
                <a:gd name="T84" fmla="*/ 3 w 3"/>
                <a:gd name="T85" fmla="*/ 426 h 439"/>
                <a:gd name="T86" fmla="*/ 0 w 3"/>
                <a:gd name="T87" fmla="*/ 439 h 439"/>
                <a:gd name="T88" fmla="*/ 3 w 3"/>
                <a:gd name="T89" fmla="*/ 426 h 439"/>
                <a:gd name="T90" fmla="*/ 3 w 3"/>
                <a:gd name="T91" fmla="*/ 13 h 439"/>
                <a:gd name="T92" fmla="*/ 0 w 3"/>
                <a:gd name="T93" fmla="*/ 0 h 439"/>
                <a:gd name="T94" fmla="*/ 3 w 3"/>
                <a:gd name="T95" fmla="*/ 19 h 439"/>
                <a:gd name="T96" fmla="*/ 0 w 3"/>
                <a:gd name="T97" fmla="*/ 32 h 439"/>
                <a:gd name="T98" fmla="*/ 3 w 3"/>
                <a:gd name="T99" fmla="*/ 19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 h="439">
                  <a:moveTo>
                    <a:pt x="3" y="363"/>
                  </a:moveTo>
                  <a:cubicBezTo>
                    <a:pt x="3" y="367"/>
                    <a:pt x="3" y="371"/>
                    <a:pt x="3" y="376"/>
                  </a:cubicBezTo>
                  <a:cubicBezTo>
                    <a:pt x="2" y="376"/>
                    <a:pt x="1" y="376"/>
                    <a:pt x="0" y="376"/>
                  </a:cubicBezTo>
                  <a:cubicBezTo>
                    <a:pt x="0" y="371"/>
                    <a:pt x="0" y="367"/>
                    <a:pt x="0" y="363"/>
                  </a:cubicBezTo>
                  <a:cubicBezTo>
                    <a:pt x="1" y="363"/>
                    <a:pt x="2" y="363"/>
                    <a:pt x="3" y="363"/>
                  </a:cubicBezTo>
                  <a:close/>
                  <a:moveTo>
                    <a:pt x="3" y="381"/>
                  </a:moveTo>
                  <a:cubicBezTo>
                    <a:pt x="3" y="385"/>
                    <a:pt x="3" y="390"/>
                    <a:pt x="3" y="394"/>
                  </a:cubicBezTo>
                  <a:cubicBezTo>
                    <a:pt x="2" y="394"/>
                    <a:pt x="1" y="394"/>
                    <a:pt x="0" y="394"/>
                  </a:cubicBezTo>
                  <a:cubicBezTo>
                    <a:pt x="0" y="390"/>
                    <a:pt x="0" y="385"/>
                    <a:pt x="0" y="381"/>
                  </a:cubicBezTo>
                  <a:cubicBezTo>
                    <a:pt x="1" y="381"/>
                    <a:pt x="2" y="381"/>
                    <a:pt x="3" y="381"/>
                  </a:cubicBezTo>
                  <a:close/>
                  <a:moveTo>
                    <a:pt x="3" y="317"/>
                  </a:moveTo>
                  <a:cubicBezTo>
                    <a:pt x="3" y="322"/>
                    <a:pt x="3" y="326"/>
                    <a:pt x="3" y="330"/>
                  </a:cubicBezTo>
                  <a:cubicBezTo>
                    <a:pt x="2" y="330"/>
                    <a:pt x="1" y="330"/>
                    <a:pt x="0" y="330"/>
                  </a:cubicBezTo>
                  <a:cubicBezTo>
                    <a:pt x="0" y="326"/>
                    <a:pt x="0" y="322"/>
                    <a:pt x="0" y="317"/>
                  </a:cubicBezTo>
                  <a:cubicBezTo>
                    <a:pt x="1" y="317"/>
                    <a:pt x="2" y="317"/>
                    <a:pt x="3" y="317"/>
                  </a:cubicBezTo>
                  <a:close/>
                  <a:moveTo>
                    <a:pt x="3" y="336"/>
                  </a:moveTo>
                  <a:cubicBezTo>
                    <a:pt x="3" y="340"/>
                    <a:pt x="3" y="344"/>
                    <a:pt x="3" y="349"/>
                  </a:cubicBezTo>
                  <a:cubicBezTo>
                    <a:pt x="2" y="349"/>
                    <a:pt x="1" y="349"/>
                    <a:pt x="0" y="349"/>
                  </a:cubicBezTo>
                  <a:cubicBezTo>
                    <a:pt x="0" y="344"/>
                    <a:pt x="0" y="340"/>
                    <a:pt x="0" y="336"/>
                  </a:cubicBezTo>
                  <a:cubicBezTo>
                    <a:pt x="1" y="336"/>
                    <a:pt x="2" y="336"/>
                    <a:pt x="3" y="336"/>
                  </a:cubicBezTo>
                  <a:close/>
                  <a:moveTo>
                    <a:pt x="3" y="272"/>
                  </a:moveTo>
                  <a:cubicBezTo>
                    <a:pt x="3" y="277"/>
                    <a:pt x="3" y="281"/>
                    <a:pt x="3" y="285"/>
                  </a:cubicBezTo>
                  <a:cubicBezTo>
                    <a:pt x="2" y="285"/>
                    <a:pt x="1" y="285"/>
                    <a:pt x="0" y="285"/>
                  </a:cubicBezTo>
                  <a:cubicBezTo>
                    <a:pt x="0" y="281"/>
                    <a:pt x="0" y="277"/>
                    <a:pt x="0" y="272"/>
                  </a:cubicBezTo>
                  <a:cubicBezTo>
                    <a:pt x="1" y="272"/>
                    <a:pt x="2" y="272"/>
                    <a:pt x="3" y="272"/>
                  </a:cubicBezTo>
                  <a:close/>
                  <a:moveTo>
                    <a:pt x="3" y="290"/>
                  </a:moveTo>
                  <a:cubicBezTo>
                    <a:pt x="3" y="295"/>
                    <a:pt x="3" y="299"/>
                    <a:pt x="3" y="303"/>
                  </a:cubicBezTo>
                  <a:cubicBezTo>
                    <a:pt x="2" y="303"/>
                    <a:pt x="1" y="303"/>
                    <a:pt x="0" y="303"/>
                  </a:cubicBezTo>
                  <a:cubicBezTo>
                    <a:pt x="0" y="299"/>
                    <a:pt x="0" y="295"/>
                    <a:pt x="0" y="290"/>
                  </a:cubicBezTo>
                  <a:cubicBezTo>
                    <a:pt x="1" y="290"/>
                    <a:pt x="2" y="290"/>
                    <a:pt x="3" y="290"/>
                  </a:cubicBezTo>
                  <a:close/>
                  <a:moveTo>
                    <a:pt x="3" y="227"/>
                  </a:moveTo>
                  <a:cubicBezTo>
                    <a:pt x="3" y="231"/>
                    <a:pt x="3" y="236"/>
                    <a:pt x="3" y="240"/>
                  </a:cubicBezTo>
                  <a:cubicBezTo>
                    <a:pt x="2" y="240"/>
                    <a:pt x="1" y="240"/>
                    <a:pt x="0" y="240"/>
                  </a:cubicBezTo>
                  <a:cubicBezTo>
                    <a:pt x="0" y="236"/>
                    <a:pt x="0" y="231"/>
                    <a:pt x="0" y="227"/>
                  </a:cubicBezTo>
                  <a:cubicBezTo>
                    <a:pt x="1" y="227"/>
                    <a:pt x="2" y="227"/>
                    <a:pt x="3" y="227"/>
                  </a:cubicBezTo>
                  <a:close/>
                  <a:moveTo>
                    <a:pt x="3" y="245"/>
                  </a:moveTo>
                  <a:cubicBezTo>
                    <a:pt x="3" y="249"/>
                    <a:pt x="3" y="254"/>
                    <a:pt x="3" y="258"/>
                  </a:cubicBezTo>
                  <a:cubicBezTo>
                    <a:pt x="2" y="258"/>
                    <a:pt x="1" y="258"/>
                    <a:pt x="0" y="258"/>
                  </a:cubicBezTo>
                  <a:cubicBezTo>
                    <a:pt x="0" y="254"/>
                    <a:pt x="0" y="249"/>
                    <a:pt x="0" y="245"/>
                  </a:cubicBezTo>
                  <a:cubicBezTo>
                    <a:pt x="1" y="245"/>
                    <a:pt x="2" y="245"/>
                    <a:pt x="3" y="245"/>
                  </a:cubicBezTo>
                  <a:close/>
                  <a:moveTo>
                    <a:pt x="3" y="182"/>
                  </a:moveTo>
                  <a:cubicBezTo>
                    <a:pt x="3" y="186"/>
                    <a:pt x="3" y="190"/>
                    <a:pt x="3" y="195"/>
                  </a:cubicBezTo>
                  <a:cubicBezTo>
                    <a:pt x="2" y="195"/>
                    <a:pt x="1" y="195"/>
                    <a:pt x="0" y="195"/>
                  </a:cubicBezTo>
                  <a:cubicBezTo>
                    <a:pt x="0" y="190"/>
                    <a:pt x="0" y="186"/>
                    <a:pt x="0" y="182"/>
                  </a:cubicBezTo>
                  <a:cubicBezTo>
                    <a:pt x="1" y="182"/>
                    <a:pt x="2" y="182"/>
                    <a:pt x="3" y="182"/>
                  </a:cubicBezTo>
                  <a:close/>
                  <a:moveTo>
                    <a:pt x="3" y="200"/>
                  </a:moveTo>
                  <a:cubicBezTo>
                    <a:pt x="3" y="204"/>
                    <a:pt x="3" y="208"/>
                    <a:pt x="3" y="213"/>
                  </a:cubicBezTo>
                  <a:cubicBezTo>
                    <a:pt x="2" y="213"/>
                    <a:pt x="1" y="213"/>
                    <a:pt x="0" y="213"/>
                  </a:cubicBezTo>
                  <a:cubicBezTo>
                    <a:pt x="0" y="208"/>
                    <a:pt x="0" y="204"/>
                    <a:pt x="0" y="200"/>
                  </a:cubicBezTo>
                  <a:cubicBezTo>
                    <a:pt x="1" y="200"/>
                    <a:pt x="2" y="200"/>
                    <a:pt x="3" y="200"/>
                  </a:cubicBezTo>
                  <a:close/>
                  <a:moveTo>
                    <a:pt x="3" y="136"/>
                  </a:moveTo>
                  <a:cubicBezTo>
                    <a:pt x="3" y="141"/>
                    <a:pt x="3" y="145"/>
                    <a:pt x="3" y="149"/>
                  </a:cubicBezTo>
                  <a:cubicBezTo>
                    <a:pt x="2" y="149"/>
                    <a:pt x="1" y="149"/>
                    <a:pt x="0" y="149"/>
                  </a:cubicBezTo>
                  <a:cubicBezTo>
                    <a:pt x="0" y="145"/>
                    <a:pt x="0" y="141"/>
                    <a:pt x="0" y="136"/>
                  </a:cubicBezTo>
                  <a:cubicBezTo>
                    <a:pt x="1" y="136"/>
                    <a:pt x="2" y="136"/>
                    <a:pt x="3" y="136"/>
                  </a:cubicBezTo>
                  <a:close/>
                  <a:moveTo>
                    <a:pt x="3" y="155"/>
                  </a:moveTo>
                  <a:cubicBezTo>
                    <a:pt x="3" y="159"/>
                    <a:pt x="3" y="163"/>
                    <a:pt x="3" y="167"/>
                  </a:cubicBezTo>
                  <a:cubicBezTo>
                    <a:pt x="2" y="167"/>
                    <a:pt x="1" y="167"/>
                    <a:pt x="0" y="167"/>
                  </a:cubicBezTo>
                  <a:cubicBezTo>
                    <a:pt x="0" y="163"/>
                    <a:pt x="0" y="159"/>
                    <a:pt x="0" y="155"/>
                  </a:cubicBezTo>
                  <a:cubicBezTo>
                    <a:pt x="1" y="155"/>
                    <a:pt x="2" y="155"/>
                    <a:pt x="3" y="155"/>
                  </a:cubicBezTo>
                  <a:close/>
                  <a:moveTo>
                    <a:pt x="3" y="91"/>
                  </a:moveTo>
                  <a:cubicBezTo>
                    <a:pt x="3" y="95"/>
                    <a:pt x="3" y="100"/>
                    <a:pt x="3" y="104"/>
                  </a:cubicBezTo>
                  <a:cubicBezTo>
                    <a:pt x="2" y="104"/>
                    <a:pt x="1" y="104"/>
                    <a:pt x="0" y="104"/>
                  </a:cubicBezTo>
                  <a:cubicBezTo>
                    <a:pt x="0" y="100"/>
                    <a:pt x="0" y="95"/>
                    <a:pt x="0" y="91"/>
                  </a:cubicBezTo>
                  <a:cubicBezTo>
                    <a:pt x="1" y="91"/>
                    <a:pt x="2" y="91"/>
                    <a:pt x="3" y="91"/>
                  </a:cubicBezTo>
                  <a:close/>
                  <a:moveTo>
                    <a:pt x="3" y="109"/>
                  </a:moveTo>
                  <a:cubicBezTo>
                    <a:pt x="3" y="114"/>
                    <a:pt x="3" y="118"/>
                    <a:pt x="3" y="122"/>
                  </a:cubicBezTo>
                  <a:cubicBezTo>
                    <a:pt x="2" y="122"/>
                    <a:pt x="1" y="122"/>
                    <a:pt x="0" y="122"/>
                  </a:cubicBezTo>
                  <a:cubicBezTo>
                    <a:pt x="0" y="118"/>
                    <a:pt x="0" y="114"/>
                    <a:pt x="0" y="109"/>
                  </a:cubicBezTo>
                  <a:cubicBezTo>
                    <a:pt x="1" y="109"/>
                    <a:pt x="2" y="109"/>
                    <a:pt x="3" y="109"/>
                  </a:cubicBezTo>
                  <a:close/>
                  <a:moveTo>
                    <a:pt x="3" y="46"/>
                  </a:moveTo>
                  <a:cubicBezTo>
                    <a:pt x="3" y="50"/>
                    <a:pt x="3" y="54"/>
                    <a:pt x="3" y="59"/>
                  </a:cubicBezTo>
                  <a:cubicBezTo>
                    <a:pt x="2" y="59"/>
                    <a:pt x="1" y="59"/>
                    <a:pt x="0" y="59"/>
                  </a:cubicBezTo>
                  <a:cubicBezTo>
                    <a:pt x="0" y="54"/>
                    <a:pt x="0" y="50"/>
                    <a:pt x="0" y="46"/>
                  </a:cubicBezTo>
                  <a:cubicBezTo>
                    <a:pt x="1" y="46"/>
                    <a:pt x="2" y="46"/>
                    <a:pt x="3" y="46"/>
                  </a:cubicBezTo>
                  <a:close/>
                  <a:moveTo>
                    <a:pt x="3" y="64"/>
                  </a:moveTo>
                  <a:cubicBezTo>
                    <a:pt x="3" y="68"/>
                    <a:pt x="3" y="73"/>
                    <a:pt x="3" y="77"/>
                  </a:cubicBezTo>
                  <a:cubicBezTo>
                    <a:pt x="2" y="77"/>
                    <a:pt x="1" y="77"/>
                    <a:pt x="0" y="77"/>
                  </a:cubicBezTo>
                  <a:cubicBezTo>
                    <a:pt x="0" y="73"/>
                    <a:pt x="0" y="68"/>
                    <a:pt x="0" y="64"/>
                  </a:cubicBezTo>
                  <a:cubicBezTo>
                    <a:pt x="1" y="64"/>
                    <a:pt x="2" y="64"/>
                    <a:pt x="3" y="64"/>
                  </a:cubicBezTo>
                  <a:close/>
                  <a:moveTo>
                    <a:pt x="3" y="408"/>
                  </a:moveTo>
                  <a:cubicBezTo>
                    <a:pt x="3" y="412"/>
                    <a:pt x="3" y="417"/>
                    <a:pt x="3" y="421"/>
                  </a:cubicBezTo>
                  <a:cubicBezTo>
                    <a:pt x="2" y="421"/>
                    <a:pt x="1" y="421"/>
                    <a:pt x="0" y="421"/>
                  </a:cubicBezTo>
                  <a:cubicBezTo>
                    <a:pt x="0" y="417"/>
                    <a:pt x="0" y="412"/>
                    <a:pt x="0" y="408"/>
                  </a:cubicBezTo>
                  <a:cubicBezTo>
                    <a:pt x="1" y="408"/>
                    <a:pt x="2" y="408"/>
                    <a:pt x="3" y="408"/>
                  </a:cubicBezTo>
                  <a:close/>
                  <a:moveTo>
                    <a:pt x="3" y="426"/>
                  </a:moveTo>
                  <a:cubicBezTo>
                    <a:pt x="3" y="439"/>
                    <a:pt x="3" y="439"/>
                    <a:pt x="3" y="439"/>
                  </a:cubicBezTo>
                  <a:cubicBezTo>
                    <a:pt x="0" y="439"/>
                    <a:pt x="0" y="439"/>
                    <a:pt x="0" y="439"/>
                  </a:cubicBezTo>
                  <a:cubicBezTo>
                    <a:pt x="0" y="426"/>
                    <a:pt x="0" y="426"/>
                    <a:pt x="0" y="426"/>
                  </a:cubicBezTo>
                  <a:cubicBezTo>
                    <a:pt x="3" y="426"/>
                    <a:pt x="3" y="426"/>
                    <a:pt x="3" y="426"/>
                  </a:cubicBezTo>
                  <a:close/>
                  <a:moveTo>
                    <a:pt x="3" y="0"/>
                  </a:moveTo>
                  <a:cubicBezTo>
                    <a:pt x="3" y="5"/>
                    <a:pt x="3" y="9"/>
                    <a:pt x="3" y="13"/>
                  </a:cubicBezTo>
                  <a:cubicBezTo>
                    <a:pt x="2" y="13"/>
                    <a:pt x="1" y="13"/>
                    <a:pt x="0" y="13"/>
                  </a:cubicBezTo>
                  <a:cubicBezTo>
                    <a:pt x="0" y="9"/>
                    <a:pt x="0" y="5"/>
                    <a:pt x="0" y="0"/>
                  </a:cubicBezTo>
                  <a:cubicBezTo>
                    <a:pt x="1" y="0"/>
                    <a:pt x="2" y="0"/>
                    <a:pt x="3" y="0"/>
                  </a:cubicBezTo>
                  <a:close/>
                  <a:moveTo>
                    <a:pt x="3" y="19"/>
                  </a:moveTo>
                  <a:cubicBezTo>
                    <a:pt x="3" y="32"/>
                    <a:pt x="3" y="32"/>
                    <a:pt x="3" y="32"/>
                  </a:cubicBezTo>
                  <a:cubicBezTo>
                    <a:pt x="0" y="32"/>
                    <a:pt x="0" y="32"/>
                    <a:pt x="0" y="32"/>
                  </a:cubicBezTo>
                  <a:cubicBezTo>
                    <a:pt x="0" y="19"/>
                    <a:pt x="0" y="19"/>
                    <a:pt x="0" y="19"/>
                  </a:cubicBezTo>
                  <a:cubicBezTo>
                    <a:pt x="3" y="19"/>
                    <a:pt x="3" y="19"/>
                    <a:pt x="3" y="19"/>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 name="Freeform 13"/>
            <p:cNvSpPr>
              <a:spLocks noEditPoints="1"/>
            </p:cNvSpPr>
            <p:nvPr/>
          </p:nvSpPr>
          <p:spPr bwMode="auto">
            <a:xfrm>
              <a:off x="1433" y="778"/>
              <a:ext cx="17" cy="2526"/>
            </a:xfrm>
            <a:custGeom>
              <a:avLst/>
              <a:gdLst>
                <a:gd name="T0" fmla="*/ 3 w 3"/>
                <a:gd name="T1" fmla="*/ 376 h 439"/>
                <a:gd name="T2" fmla="*/ 0 w 3"/>
                <a:gd name="T3" fmla="*/ 363 h 439"/>
                <a:gd name="T4" fmla="*/ 3 w 3"/>
                <a:gd name="T5" fmla="*/ 381 h 439"/>
                <a:gd name="T6" fmla="*/ 0 w 3"/>
                <a:gd name="T7" fmla="*/ 394 h 439"/>
                <a:gd name="T8" fmla="*/ 3 w 3"/>
                <a:gd name="T9" fmla="*/ 381 h 439"/>
                <a:gd name="T10" fmla="*/ 3 w 3"/>
                <a:gd name="T11" fmla="*/ 330 h 439"/>
                <a:gd name="T12" fmla="*/ 0 w 3"/>
                <a:gd name="T13" fmla="*/ 317 h 439"/>
                <a:gd name="T14" fmla="*/ 3 w 3"/>
                <a:gd name="T15" fmla="*/ 336 h 439"/>
                <a:gd name="T16" fmla="*/ 0 w 3"/>
                <a:gd name="T17" fmla="*/ 349 h 439"/>
                <a:gd name="T18" fmla="*/ 3 w 3"/>
                <a:gd name="T19" fmla="*/ 336 h 439"/>
                <a:gd name="T20" fmla="*/ 3 w 3"/>
                <a:gd name="T21" fmla="*/ 285 h 439"/>
                <a:gd name="T22" fmla="*/ 0 w 3"/>
                <a:gd name="T23" fmla="*/ 272 h 439"/>
                <a:gd name="T24" fmla="*/ 3 w 3"/>
                <a:gd name="T25" fmla="*/ 290 h 439"/>
                <a:gd name="T26" fmla="*/ 0 w 3"/>
                <a:gd name="T27" fmla="*/ 303 h 439"/>
                <a:gd name="T28" fmla="*/ 3 w 3"/>
                <a:gd name="T29" fmla="*/ 290 h 439"/>
                <a:gd name="T30" fmla="*/ 3 w 3"/>
                <a:gd name="T31" fmla="*/ 240 h 439"/>
                <a:gd name="T32" fmla="*/ 0 w 3"/>
                <a:gd name="T33" fmla="*/ 227 h 439"/>
                <a:gd name="T34" fmla="*/ 3 w 3"/>
                <a:gd name="T35" fmla="*/ 245 h 439"/>
                <a:gd name="T36" fmla="*/ 0 w 3"/>
                <a:gd name="T37" fmla="*/ 258 h 439"/>
                <a:gd name="T38" fmla="*/ 3 w 3"/>
                <a:gd name="T39" fmla="*/ 245 h 439"/>
                <a:gd name="T40" fmla="*/ 3 w 3"/>
                <a:gd name="T41" fmla="*/ 195 h 439"/>
                <a:gd name="T42" fmla="*/ 0 w 3"/>
                <a:gd name="T43" fmla="*/ 182 h 439"/>
                <a:gd name="T44" fmla="*/ 3 w 3"/>
                <a:gd name="T45" fmla="*/ 200 h 439"/>
                <a:gd name="T46" fmla="*/ 0 w 3"/>
                <a:gd name="T47" fmla="*/ 213 h 439"/>
                <a:gd name="T48" fmla="*/ 3 w 3"/>
                <a:gd name="T49" fmla="*/ 200 h 439"/>
                <a:gd name="T50" fmla="*/ 3 w 3"/>
                <a:gd name="T51" fmla="*/ 149 h 439"/>
                <a:gd name="T52" fmla="*/ 0 w 3"/>
                <a:gd name="T53" fmla="*/ 136 h 439"/>
                <a:gd name="T54" fmla="*/ 3 w 3"/>
                <a:gd name="T55" fmla="*/ 155 h 439"/>
                <a:gd name="T56" fmla="*/ 0 w 3"/>
                <a:gd name="T57" fmla="*/ 167 h 439"/>
                <a:gd name="T58" fmla="*/ 3 w 3"/>
                <a:gd name="T59" fmla="*/ 155 h 439"/>
                <a:gd name="T60" fmla="*/ 3 w 3"/>
                <a:gd name="T61" fmla="*/ 104 h 439"/>
                <a:gd name="T62" fmla="*/ 0 w 3"/>
                <a:gd name="T63" fmla="*/ 91 h 439"/>
                <a:gd name="T64" fmla="*/ 3 w 3"/>
                <a:gd name="T65" fmla="*/ 109 h 439"/>
                <a:gd name="T66" fmla="*/ 0 w 3"/>
                <a:gd name="T67" fmla="*/ 122 h 439"/>
                <a:gd name="T68" fmla="*/ 3 w 3"/>
                <a:gd name="T69" fmla="*/ 109 h 439"/>
                <a:gd name="T70" fmla="*/ 3 w 3"/>
                <a:gd name="T71" fmla="*/ 59 h 439"/>
                <a:gd name="T72" fmla="*/ 0 w 3"/>
                <a:gd name="T73" fmla="*/ 46 h 439"/>
                <a:gd name="T74" fmla="*/ 3 w 3"/>
                <a:gd name="T75" fmla="*/ 64 h 439"/>
                <a:gd name="T76" fmla="*/ 0 w 3"/>
                <a:gd name="T77" fmla="*/ 77 h 439"/>
                <a:gd name="T78" fmla="*/ 3 w 3"/>
                <a:gd name="T79" fmla="*/ 64 h 439"/>
                <a:gd name="T80" fmla="*/ 3 w 3"/>
                <a:gd name="T81" fmla="*/ 421 h 439"/>
                <a:gd name="T82" fmla="*/ 0 w 3"/>
                <a:gd name="T83" fmla="*/ 408 h 439"/>
                <a:gd name="T84" fmla="*/ 3 w 3"/>
                <a:gd name="T85" fmla="*/ 426 h 439"/>
                <a:gd name="T86" fmla="*/ 0 w 3"/>
                <a:gd name="T87" fmla="*/ 439 h 439"/>
                <a:gd name="T88" fmla="*/ 3 w 3"/>
                <a:gd name="T89" fmla="*/ 426 h 439"/>
                <a:gd name="T90" fmla="*/ 3 w 3"/>
                <a:gd name="T91" fmla="*/ 13 h 439"/>
                <a:gd name="T92" fmla="*/ 0 w 3"/>
                <a:gd name="T93" fmla="*/ 0 h 439"/>
                <a:gd name="T94" fmla="*/ 3 w 3"/>
                <a:gd name="T95" fmla="*/ 19 h 439"/>
                <a:gd name="T96" fmla="*/ 0 w 3"/>
                <a:gd name="T97" fmla="*/ 32 h 439"/>
                <a:gd name="T98" fmla="*/ 3 w 3"/>
                <a:gd name="T99" fmla="*/ 19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 h="439">
                  <a:moveTo>
                    <a:pt x="3" y="363"/>
                  </a:moveTo>
                  <a:cubicBezTo>
                    <a:pt x="3" y="367"/>
                    <a:pt x="3" y="371"/>
                    <a:pt x="3" y="376"/>
                  </a:cubicBezTo>
                  <a:cubicBezTo>
                    <a:pt x="2" y="376"/>
                    <a:pt x="1" y="376"/>
                    <a:pt x="0" y="376"/>
                  </a:cubicBezTo>
                  <a:cubicBezTo>
                    <a:pt x="0" y="371"/>
                    <a:pt x="0" y="367"/>
                    <a:pt x="0" y="363"/>
                  </a:cubicBezTo>
                  <a:cubicBezTo>
                    <a:pt x="1" y="363"/>
                    <a:pt x="2" y="363"/>
                    <a:pt x="3" y="363"/>
                  </a:cubicBezTo>
                  <a:close/>
                  <a:moveTo>
                    <a:pt x="3" y="381"/>
                  </a:moveTo>
                  <a:cubicBezTo>
                    <a:pt x="3" y="385"/>
                    <a:pt x="3" y="390"/>
                    <a:pt x="3" y="394"/>
                  </a:cubicBezTo>
                  <a:cubicBezTo>
                    <a:pt x="2" y="394"/>
                    <a:pt x="1" y="394"/>
                    <a:pt x="0" y="394"/>
                  </a:cubicBezTo>
                  <a:cubicBezTo>
                    <a:pt x="0" y="390"/>
                    <a:pt x="0" y="385"/>
                    <a:pt x="0" y="381"/>
                  </a:cubicBezTo>
                  <a:cubicBezTo>
                    <a:pt x="1" y="381"/>
                    <a:pt x="2" y="381"/>
                    <a:pt x="3" y="381"/>
                  </a:cubicBezTo>
                  <a:close/>
                  <a:moveTo>
                    <a:pt x="3" y="317"/>
                  </a:moveTo>
                  <a:cubicBezTo>
                    <a:pt x="3" y="322"/>
                    <a:pt x="3" y="326"/>
                    <a:pt x="3" y="330"/>
                  </a:cubicBezTo>
                  <a:cubicBezTo>
                    <a:pt x="2" y="330"/>
                    <a:pt x="1" y="330"/>
                    <a:pt x="0" y="330"/>
                  </a:cubicBezTo>
                  <a:cubicBezTo>
                    <a:pt x="0" y="326"/>
                    <a:pt x="0" y="322"/>
                    <a:pt x="0" y="317"/>
                  </a:cubicBezTo>
                  <a:cubicBezTo>
                    <a:pt x="1" y="317"/>
                    <a:pt x="2" y="317"/>
                    <a:pt x="3" y="317"/>
                  </a:cubicBezTo>
                  <a:close/>
                  <a:moveTo>
                    <a:pt x="3" y="336"/>
                  </a:moveTo>
                  <a:cubicBezTo>
                    <a:pt x="3" y="340"/>
                    <a:pt x="3" y="344"/>
                    <a:pt x="3" y="349"/>
                  </a:cubicBezTo>
                  <a:cubicBezTo>
                    <a:pt x="2" y="349"/>
                    <a:pt x="1" y="349"/>
                    <a:pt x="0" y="349"/>
                  </a:cubicBezTo>
                  <a:cubicBezTo>
                    <a:pt x="0" y="344"/>
                    <a:pt x="0" y="340"/>
                    <a:pt x="0" y="336"/>
                  </a:cubicBezTo>
                  <a:cubicBezTo>
                    <a:pt x="1" y="336"/>
                    <a:pt x="2" y="336"/>
                    <a:pt x="3" y="336"/>
                  </a:cubicBezTo>
                  <a:close/>
                  <a:moveTo>
                    <a:pt x="3" y="272"/>
                  </a:moveTo>
                  <a:cubicBezTo>
                    <a:pt x="3" y="277"/>
                    <a:pt x="3" y="281"/>
                    <a:pt x="3" y="285"/>
                  </a:cubicBezTo>
                  <a:cubicBezTo>
                    <a:pt x="2" y="285"/>
                    <a:pt x="1" y="285"/>
                    <a:pt x="0" y="285"/>
                  </a:cubicBezTo>
                  <a:cubicBezTo>
                    <a:pt x="0" y="281"/>
                    <a:pt x="0" y="277"/>
                    <a:pt x="0" y="272"/>
                  </a:cubicBezTo>
                  <a:cubicBezTo>
                    <a:pt x="1" y="272"/>
                    <a:pt x="2" y="272"/>
                    <a:pt x="3" y="272"/>
                  </a:cubicBezTo>
                  <a:close/>
                  <a:moveTo>
                    <a:pt x="3" y="290"/>
                  </a:moveTo>
                  <a:cubicBezTo>
                    <a:pt x="3" y="295"/>
                    <a:pt x="3" y="299"/>
                    <a:pt x="3" y="303"/>
                  </a:cubicBezTo>
                  <a:cubicBezTo>
                    <a:pt x="2" y="303"/>
                    <a:pt x="1" y="303"/>
                    <a:pt x="0" y="303"/>
                  </a:cubicBezTo>
                  <a:cubicBezTo>
                    <a:pt x="0" y="299"/>
                    <a:pt x="0" y="295"/>
                    <a:pt x="0" y="290"/>
                  </a:cubicBezTo>
                  <a:cubicBezTo>
                    <a:pt x="1" y="290"/>
                    <a:pt x="2" y="290"/>
                    <a:pt x="3" y="290"/>
                  </a:cubicBezTo>
                  <a:close/>
                  <a:moveTo>
                    <a:pt x="3" y="227"/>
                  </a:moveTo>
                  <a:cubicBezTo>
                    <a:pt x="3" y="231"/>
                    <a:pt x="3" y="236"/>
                    <a:pt x="3" y="240"/>
                  </a:cubicBezTo>
                  <a:cubicBezTo>
                    <a:pt x="2" y="240"/>
                    <a:pt x="1" y="240"/>
                    <a:pt x="0" y="240"/>
                  </a:cubicBezTo>
                  <a:cubicBezTo>
                    <a:pt x="0" y="236"/>
                    <a:pt x="0" y="231"/>
                    <a:pt x="0" y="227"/>
                  </a:cubicBezTo>
                  <a:cubicBezTo>
                    <a:pt x="1" y="227"/>
                    <a:pt x="2" y="227"/>
                    <a:pt x="3" y="227"/>
                  </a:cubicBezTo>
                  <a:close/>
                  <a:moveTo>
                    <a:pt x="3" y="245"/>
                  </a:moveTo>
                  <a:cubicBezTo>
                    <a:pt x="3" y="249"/>
                    <a:pt x="3" y="254"/>
                    <a:pt x="3" y="258"/>
                  </a:cubicBezTo>
                  <a:cubicBezTo>
                    <a:pt x="2" y="258"/>
                    <a:pt x="1" y="258"/>
                    <a:pt x="0" y="258"/>
                  </a:cubicBezTo>
                  <a:cubicBezTo>
                    <a:pt x="0" y="254"/>
                    <a:pt x="0" y="249"/>
                    <a:pt x="0" y="245"/>
                  </a:cubicBezTo>
                  <a:cubicBezTo>
                    <a:pt x="1" y="245"/>
                    <a:pt x="2" y="245"/>
                    <a:pt x="3" y="245"/>
                  </a:cubicBezTo>
                  <a:close/>
                  <a:moveTo>
                    <a:pt x="3" y="182"/>
                  </a:moveTo>
                  <a:cubicBezTo>
                    <a:pt x="3" y="186"/>
                    <a:pt x="3" y="190"/>
                    <a:pt x="3" y="195"/>
                  </a:cubicBezTo>
                  <a:cubicBezTo>
                    <a:pt x="2" y="195"/>
                    <a:pt x="1" y="195"/>
                    <a:pt x="0" y="195"/>
                  </a:cubicBezTo>
                  <a:cubicBezTo>
                    <a:pt x="0" y="190"/>
                    <a:pt x="0" y="186"/>
                    <a:pt x="0" y="182"/>
                  </a:cubicBezTo>
                  <a:cubicBezTo>
                    <a:pt x="1" y="182"/>
                    <a:pt x="2" y="182"/>
                    <a:pt x="3" y="182"/>
                  </a:cubicBezTo>
                  <a:close/>
                  <a:moveTo>
                    <a:pt x="3" y="200"/>
                  </a:moveTo>
                  <a:cubicBezTo>
                    <a:pt x="3" y="204"/>
                    <a:pt x="3" y="208"/>
                    <a:pt x="3" y="213"/>
                  </a:cubicBezTo>
                  <a:cubicBezTo>
                    <a:pt x="2" y="213"/>
                    <a:pt x="1" y="213"/>
                    <a:pt x="0" y="213"/>
                  </a:cubicBezTo>
                  <a:cubicBezTo>
                    <a:pt x="0" y="208"/>
                    <a:pt x="0" y="204"/>
                    <a:pt x="0" y="200"/>
                  </a:cubicBezTo>
                  <a:cubicBezTo>
                    <a:pt x="1" y="200"/>
                    <a:pt x="2" y="200"/>
                    <a:pt x="3" y="200"/>
                  </a:cubicBezTo>
                  <a:close/>
                  <a:moveTo>
                    <a:pt x="3" y="136"/>
                  </a:moveTo>
                  <a:cubicBezTo>
                    <a:pt x="3" y="141"/>
                    <a:pt x="3" y="145"/>
                    <a:pt x="3" y="149"/>
                  </a:cubicBezTo>
                  <a:cubicBezTo>
                    <a:pt x="2" y="149"/>
                    <a:pt x="1" y="149"/>
                    <a:pt x="0" y="149"/>
                  </a:cubicBezTo>
                  <a:cubicBezTo>
                    <a:pt x="0" y="145"/>
                    <a:pt x="0" y="141"/>
                    <a:pt x="0" y="136"/>
                  </a:cubicBezTo>
                  <a:cubicBezTo>
                    <a:pt x="1" y="136"/>
                    <a:pt x="2" y="136"/>
                    <a:pt x="3" y="136"/>
                  </a:cubicBezTo>
                  <a:close/>
                  <a:moveTo>
                    <a:pt x="3" y="155"/>
                  </a:moveTo>
                  <a:cubicBezTo>
                    <a:pt x="3" y="159"/>
                    <a:pt x="3" y="163"/>
                    <a:pt x="3" y="167"/>
                  </a:cubicBezTo>
                  <a:cubicBezTo>
                    <a:pt x="2" y="167"/>
                    <a:pt x="1" y="167"/>
                    <a:pt x="0" y="167"/>
                  </a:cubicBezTo>
                  <a:cubicBezTo>
                    <a:pt x="0" y="163"/>
                    <a:pt x="0" y="159"/>
                    <a:pt x="0" y="155"/>
                  </a:cubicBezTo>
                  <a:cubicBezTo>
                    <a:pt x="1" y="155"/>
                    <a:pt x="2" y="155"/>
                    <a:pt x="3" y="155"/>
                  </a:cubicBezTo>
                  <a:close/>
                  <a:moveTo>
                    <a:pt x="3" y="91"/>
                  </a:moveTo>
                  <a:cubicBezTo>
                    <a:pt x="3" y="95"/>
                    <a:pt x="3" y="100"/>
                    <a:pt x="3" y="104"/>
                  </a:cubicBezTo>
                  <a:cubicBezTo>
                    <a:pt x="2" y="104"/>
                    <a:pt x="1" y="104"/>
                    <a:pt x="0" y="104"/>
                  </a:cubicBezTo>
                  <a:cubicBezTo>
                    <a:pt x="0" y="100"/>
                    <a:pt x="0" y="95"/>
                    <a:pt x="0" y="91"/>
                  </a:cubicBezTo>
                  <a:cubicBezTo>
                    <a:pt x="1" y="91"/>
                    <a:pt x="2" y="91"/>
                    <a:pt x="3" y="91"/>
                  </a:cubicBezTo>
                  <a:close/>
                  <a:moveTo>
                    <a:pt x="3" y="109"/>
                  </a:moveTo>
                  <a:cubicBezTo>
                    <a:pt x="3" y="114"/>
                    <a:pt x="3" y="118"/>
                    <a:pt x="3" y="122"/>
                  </a:cubicBezTo>
                  <a:cubicBezTo>
                    <a:pt x="2" y="122"/>
                    <a:pt x="1" y="122"/>
                    <a:pt x="0" y="122"/>
                  </a:cubicBezTo>
                  <a:cubicBezTo>
                    <a:pt x="0" y="118"/>
                    <a:pt x="0" y="114"/>
                    <a:pt x="0" y="109"/>
                  </a:cubicBezTo>
                  <a:cubicBezTo>
                    <a:pt x="1" y="109"/>
                    <a:pt x="2" y="109"/>
                    <a:pt x="3" y="109"/>
                  </a:cubicBezTo>
                  <a:close/>
                  <a:moveTo>
                    <a:pt x="3" y="46"/>
                  </a:moveTo>
                  <a:cubicBezTo>
                    <a:pt x="3" y="50"/>
                    <a:pt x="3" y="54"/>
                    <a:pt x="3" y="59"/>
                  </a:cubicBezTo>
                  <a:cubicBezTo>
                    <a:pt x="2" y="59"/>
                    <a:pt x="1" y="59"/>
                    <a:pt x="0" y="59"/>
                  </a:cubicBezTo>
                  <a:cubicBezTo>
                    <a:pt x="0" y="54"/>
                    <a:pt x="0" y="50"/>
                    <a:pt x="0" y="46"/>
                  </a:cubicBezTo>
                  <a:cubicBezTo>
                    <a:pt x="1" y="46"/>
                    <a:pt x="2" y="46"/>
                    <a:pt x="3" y="46"/>
                  </a:cubicBezTo>
                  <a:close/>
                  <a:moveTo>
                    <a:pt x="3" y="64"/>
                  </a:moveTo>
                  <a:cubicBezTo>
                    <a:pt x="3" y="68"/>
                    <a:pt x="3" y="73"/>
                    <a:pt x="3" y="77"/>
                  </a:cubicBezTo>
                  <a:cubicBezTo>
                    <a:pt x="2" y="77"/>
                    <a:pt x="1" y="77"/>
                    <a:pt x="0" y="77"/>
                  </a:cubicBezTo>
                  <a:cubicBezTo>
                    <a:pt x="0" y="73"/>
                    <a:pt x="0" y="68"/>
                    <a:pt x="0" y="64"/>
                  </a:cubicBezTo>
                  <a:cubicBezTo>
                    <a:pt x="1" y="64"/>
                    <a:pt x="2" y="64"/>
                    <a:pt x="3" y="64"/>
                  </a:cubicBezTo>
                  <a:close/>
                  <a:moveTo>
                    <a:pt x="3" y="408"/>
                  </a:moveTo>
                  <a:cubicBezTo>
                    <a:pt x="3" y="412"/>
                    <a:pt x="3" y="417"/>
                    <a:pt x="3" y="421"/>
                  </a:cubicBezTo>
                  <a:cubicBezTo>
                    <a:pt x="2" y="421"/>
                    <a:pt x="1" y="421"/>
                    <a:pt x="0" y="421"/>
                  </a:cubicBezTo>
                  <a:cubicBezTo>
                    <a:pt x="0" y="417"/>
                    <a:pt x="0" y="412"/>
                    <a:pt x="0" y="408"/>
                  </a:cubicBezTo>
                  <a:cubicBezTo>
                    <a:pt x="1" y="408"/>
                    <a:pt x="2" y="408"/>
                    <a:pt x="3" y="408"/>
                  </a:cubicBezTo>
                  <a:close/>
                  <a:moveTo>
                    <a:pt x="3" y="426"/>
                  </a:moveTo>
                  <a:cubicBezTo>
                    <a:pt x="3" y="431"/>
                    <a:pt x="3" y="435"/>
                    <a:pt x="3" y="439"/>
                  </a:cubicBezTo>
                  <a:cubicBezTo>
                    <a:pt x="2" y="439"/>
                    <a:pt x="1" y="439"/>
                    <a:pt x="0" y="439"/>
                  </a:cubicBezTo>
                  <a:cubicBezTo>
                    <a:pt x="0" y="435"/>
                    <a:pt x="0" y="431"/>
                    <a:pt x="0" y="426"/>
                  </a:cubicBezTo>
                  <a:cubicBezTo>
                    <a:pt x="1" y="426"/>
                    <a:pt x="2" y="426"/>
                    <a:pt x="3" y="426"/>
                  </a:cubicBezTo>
                  <a:close/>
                  <a:moveTo>
                    <a:pt x="3" y="0"/>
                  </a:moveTo>
                  <a:cubicBezTo>
                    <a:pt x="3" y="5"/>
                    <a:pt x="3" y="9"/>
                    <a:pt x="3" y="13"/>
                  </a:cubicBezTo>
                  <a:cubicBezTo>
                    <a:pt x="2" y="13"/>
                    <a:pt x="1" y="13"/>
                    <a:pt x="0" y="13"/>
                  </a:cubicBezTo>
                  <a:cubicBezTo>
                    <a:pt x="0" y="9"/>
                    <a:pt x="0" y="5"/>
                    <a:pt x="0" y="0"/>
                  </a:cubicBezTo>
                  <a:cubicBezTo>
                    <a:pt x="1" y="0"/>
                    <a:pt x="2" y="0"/>
                    <a:pt x="3" y="0"/>
                  </a:cubicBezTo>
                  <a:close/>
                  <a:moveTo>
                    <a:pt x="3" y="19"/>
                  </a:moveTo>
                  <a:cubicBezTo>
                    <a:pt x="3" y="23"/>
                    <a:pt x="3" y="27"/>
                    <a:pt x="3" y="32"/>
                  </a:cubicBezTo>
                  <a:cubicBezTo>
                    <a:pt x="2" y="32"/>
                    <a:pt x="1" y="32"/>
                    <a:pt x="0" y="32"/>
                  </a:cubicBezTo>
                  <a:cubicBezTo>
                    <a:pt x="0" y="27"/>
                    <a:pt x="0" y="23"/>
                    <a:pt x="0" y="19"/>
                  </a:cubicBezTo>
                  <a:cubicBezTo>
                    <a:pt x="1" y="19"/>
                    <a:pt x="2" y="19"/>
                    <a:pt x="3" y="19"/>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 name="Freeform 14"/>
            <p:cNvSpPr>
              <a:spLocks noEditPoints="1"/>
            </p:cNvSpPr>
            <p:nvPr/>
          </p:nvSpPr>
          <p:spPr bwMode="auto">
            <a:xfrm>
              <a:off x="2431" y="778"/>
              <a:ext cx="12" cy="2526"/>
            </a:xfrm>
            <a:custGeom>
              <a:avLst/>
              <a:gdLst>
                <a:gd name="T0" fmla="*/ 2 w 2"/>
                <a:gd name="T1" fmla="*/ 376 h 439"/>
                <a:gd name="T2" fmla="*/ 0 w 2"/>
                <a:gd name="T3" fmla="*/ 363 h 439"/>
                <a:gd name="T4" fmla="*/ 2 w 2"/>
                <a:gd name="T5" fmla="*/ 381 h 439"/>
                <a:gd name="T6" fmla="*/ 0 w 2"/>
                <a:gd name="T7" fmla="*/ 394 h 439"/>
                <a:gd name="T8" fmla="*/ 2 w 2"/>
                <a:gd name="T9" fmla="*/ 381 h 439"/>
                <a:gd name="T10" fmla="*/ 2 w 2"/>
                <a:gd name="T11" fmla="*/ 330 h 439"/>
                <a:gd name="T12" fmla="*/ 0 w 2"/>
                <a:gd name="T13" fmla="*/ 317 h 439"/>
                <a:gd name="T14" fmla="*/ 2 w 2"/>
                <a:gd name="T15" fmla="*/ 336 h 439"/>
                <a:gd name="T16" fmla="*/ 0 w 2"/>
                <a:gd name="T17" fmla="*/ 349 h 439"/>
                <a:gd name="T18" fmla="*/ 2 w 2"/>
                <a:gd name="T19" fmla="*/ 336 h 439"/>
                <a:gd name="T20" fmla="*/ 2 w 2"/>
                <a:gd name="T21" fmla="*/ 285 h 439"/>
                <a:gd name="T22" fmla="*/ 0 w 2"/>
                <a:gd name="T23" fmla="*/ 272 h 439"/>
                <a:gd name="T24" fmla="*/ 2 w 2"/>
                <a:gd name="T25" fmla="*/ 290 h 439"/>
                <a:gd name="T26" fmla="*/ 0 w 2"/>
                <a:gd name="T27" fmla="*/ 303 h 439"/>
                <a:gd name="T28" fmla="*/ 2 w 2"/>
                <a:gd name="T29" fmla="*/ 290 h 439"/>
                <a:gd name="T30" fmla="*/ 2 w 2"/>
                <a:gd name="T31" fmla="*/ 240 h 439"/>
                <a:gd name="T32" fmla="*/ 0 w 2"/>
                <a:gd name="T33" fmla="*/ 227 h 439"/>
                <a:gd name="T34" fmla="*/ 2 w 2"/>
                <a:gd name="T35" fmla="*/ 245 h 439"/>
                <a:gd name="T36" fmla="*/ 0 w 2"/>
                <a:gd name="T37" fmla="*/ 258 h 439"/>
                <a:gd name="T38" fmla="*/ 2 w 2"/>
                <a:gd name="T39" fmla="*/ 245 h 439"/>
                <a:gd name="T40" fmla="*/ 2 w 2"/>
                <a:gd name="T41" fmla="*/ 195 h 439"/>
                <a:gd name="T42" fmla="*/ 0 w 2"/>
                <a:gd name="T43" fmla="*/ 182 h 439"/>
                <a:gd name="T44" fmla="*/ 2 w 2"/>
                <a:gd name="T45" fmla="*/ 200 h 439"/>
                <a:gd name="T46" fmla="*/ 0 w 2"/>
                <a:gd name="T47" fmla="*/ 213 h 439"/>
                <a:gd name="T48" fmla="*/ 2 w 2"/>
                <a:gd name="T49" fmla="*/ 200 h 439"/>
                <a:gd name="T50" fmla="*/ 2 w 2"/>
                <a:gd name="T51" fmla="*/ 149 h 439"/>
                <a:gd name="T52" fmla="*/ 0 w 2"/>
                <a:gd name="T53" fmla="*/ 136 h 439"/>
                <a:gd name="T54" fmla="*/ 2 w 2"/>
                <a:gd name="T55" fmla="*/ 155 h 439"/>
                <a:gd name="T56" fmla="*/ 0 w 2"/>
                <a:gd name="T57" fmla="*/ 167 h 439"/>
                <a:gd name="T58" fmla="*/ 2 w 2"/>
                <a:gd name="T59" fmla="*/ 155 h 439"/>
                <a:gd name="T60" fmla="*/ 2 w 2"/>
                <a:gd name="T61" fmla="*/ 104 h 439"/>
                <a:gd name="T62" fmla="*/ 0 w 2"/>
                <a:gd name="T63" fmla="*/ 91 h 439"/>
                <a:gd name="T64" fmla="*/ 2 w 2"/>
                <a:gd name="T65" fmla="*/ 109 h 439"/>
                <a:gd name="T66" fmla="*/ 0 w 2"/>
                <a:gd name="T67" fmla="*/ 122 h 439"/>
                <a:gd name="T68" fmla="*/ 2 w 2"/>
                <a:gd name="T69" fmla="*/ 109 h 439"/>
                <a:gd name="T70" fmla="*/ 2 w 2"/>
                <a:gd name="T71" fmla="*/ 59 h 439"/>
                <a:gd name="T72" fmla="*/ 0 w 2"/>
                <a:gd name="T73" fmla="*/ 46 h 439"/>
                <a:gd name="T74" fmla="*/ 2 w 2"/>
                <a:gd name="T75" fmla="*/ 64 h 439"/>
                <a:gd name="T76" fmla="*/ 0 w 2"/>
                <a:gd name="T77" fmla="*/ 77 h 439"/>
                <a:gd name="T78" fmla="*/ 2 w 2"/>
                <a:gd name="T79" fmla="*/ 64 h 439"/>
                <a:gd name="T80" fmla="*/ 2 w 2"/>
                <a:gd name="T81" fmla="*/ 421 h 439"/>
                <a:gd name="T82" fmla="*/ 0 w 2"/>
                <a:gd name="T83" fmla="*/ 408 h 439"/>
                <a:gd name="T84" fmla="*/ 2 w 2"/>
                <a:gd name="T85" fmla="*/ 426 h 439"/>
                <a:gd name="T86" fmla="*/ 0 w 2"/>
                <a:gd name="T87" fmla="*/ 439 h 439"/>
                <a:gd name="T88" fmla="*/ 2 w 2"/>
                <a:gd name="T89" fmla="*/ 426 h 439"/>
                <a:gd name="T90" fmla="*/ 2 w 2"/>
                <a:gd name="T91" fmla="*/ 13 h 439"/>
                <a:gd name="T92" fmla="*/ 0 w 2"/>
                <a:gd name="T93" fmla="*/ 0 h 439"/>
                <a:gd name="T94" fmla="*/ 2 w 2"/>
                <a:gd name="T95" fmla="*/ 19 h 439"/>
                <a:gd name="T96" fmla="*/ 0 w 2"/>
                <a:gd name="T97" fmla="*/ 32 h 439"/>
                <a:gd name="T98" fmla="*/ 2 w 2"/>
                <a:gd name="T99" fmla="*/ 19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 h="439">
                  <a:moveTo>
                    <a:pt x="2" y="363"/>
                  </a:moveTo>
                  <a:cubicBezTo>
                    <a:pt x="2" y="367"/>
                    <a:pt x="2" y="371"/>
                    <a:pt x="2" y="376"/>
                  </a:cubicBezTo>
                  <a:cubicBezTo>
                    <a:pt x="1" y="376"/>
                    <a:pt x="0" y="376"/>
                    <a:pt x="0" y="376"/>
                  </a:cubicBezTo>
                  <a:cubicBezTo>
                    <a:pt x="0" y="371"/>
                    <a:pt x="0" y="367"/>
                    <a:pt x="0" y="363"/>
                  </a:cubicBezTo>
                  <a:cubicBezTo>
                    <a:pt x="0" y="363"/>
                    <a:pt x="1" y="363"/>
                    <a:pt x="2" y="363"/>
                  </a:cubicBezTo>
                  <a:close/>
                  <a:moveTo>
                    <a:pt x="2" y="381"/>
                  </a:moveTo>
                  <a:cubicBezTo>
                    <a:pt x="2" y="385"/>
                    <a:pt x="2" y="390"/>
                    <a:pt x="2" y="394"/>
                  </a:cubicBezTo>
                  <a:cubicBezTo>
                    <a:pt x="1" y="394"/>
                    <a:pt x="0" y="394"/>
                    <a:pt x="0" y="394"/>
                  </a:cubicBezTo>
                  <a:cubicBezTo>
                    <a:pt x="0" y="390"/>
                    <a:pt x="0" y="385"/>
                    <a:pt x="0" y="381"/>
                  </a:cubicBezTo>
                  <a:cubicBezTo>
                    <a:pt x="0" y="381"/>
                    <a:pt x="1" y="381"/>
                    <a:pt x="2" y="381"/>
                  </a:cubicBezTo>
                  <a:close/>
                  <a:moveTo>
                    <a:pt x="2" y="317"/>
                  </a:moveTo>
                  <a:cubicBezTo>
                    <a:pt x="2" y="322"/>
                    <a:pt x="2" y="326"/>
                    <a:pt x="2" y="330"/>
                  </a:cubicBezTo>
                  <a:cubicBezTo>
                    <a:pt x="1" y="330"/>
                    <a:pt x="0" y="330"/>
                    <a:pt x="0" y="330"/>
                  </a:cubicBezTo>
                  <a:cubicBezTo>
                    <a:pt x="0" y="326"/>
                    <a:pt x="0" y="322"/>
                    <a:pt x="0" y="317"/>
                  </a:cubicBezTo>
                  <a:cubicBezTo>
                    <a:pt x="0" y="317"/>
                    <a:pt x="1" y="317"/>
                    <a:pt x="2" y="317"/>
                  </a:cubicBezTo>
                  <a:close/>
                  <a:moveTo>
                    <a:pt x="2" y="336"/>
                  </a:moveTo>
                  <a:cubicBezTo>
                    <a:pt x="2" y="340"/>
                    <a:pt x="2" y="344"/>
                    <a:pt x="2" y="349"/>
                  </a:cubicBezTo>
                  <a:cubicBezTo>
                    <a:pt x="1" y="349"/>
                    <a:pt x="0" y="349"/>
                    <a:pt x="0" y="349"/>
                  </a:cubicBezTo>
                  <a:cubicBezTo>
                    <a:pt x="0" y="344"/>
                    <a:pt x="0" y="340"/>
                    <a:pt x="0" y="336"/>
                  </a:cubicBezTo>
                  <a:cubicBezTo>
                    <a:pt x="0" y="336"/>
                    <a:pt x="1" y="336"/>
                    <a:pt x="2" y="336"/>
                  </a:cubicBezTo>
                  <a:close/>
                  <a:moveTo>
                    <a:pt x="2" y="272"/>
                  </a:moveTo>
                  <a:cubicBezTo>
                    <a:pt x="2" y="277"/>
                    <a:pt x="2" y="281"/>
                    <a:pt x="2" y="285"/>
                  </a:cubicBezTo>
                  <a:cubicBezTo>
                    <a:pt x="1" y="285"/>
                    <a:pt x="0" y="285"/>
                    <a:pt x="0" y="285"/>
                  </a:cubicBezTo>
                  <a:cubicBezTo>
                    <a:pt x="0" y="281"/>
                    <a:pt x="0" y="277"/>
                    <a:pt x="0" y="272"/>
                  </a:cubicBezTo>
                  <a:cubicBezTo>
                    <a:pt x="0" y="272"/>
                    <a:pt x="1" y="272"/>
                    <a:pt x="2" y="272"/>
                  </a:cubicBezTo>
                  <a:close/>
                  <a:moveTo>
                    <a:pt x="2" y="290"/>
                  </a:moveTo>
                  <a:cubicBezTo>
                    <a:pt x="2" y="295"/>
                    <a:pt x="2" y="299"/>
                    <a:pt x="2" y="303"/>
                  </a:cubicBezTo>
                  <a:cubicBezTo>
                    <a:pt x="1" y="303"/>
                    <a:pt x="0" y="303"/>
                    <a:pt x="0" y="303"/>
                  </a:cubicBezTo>
                  <a:cubicBezTo>
                    <a:pt x="0" y="299"/>
                    <a:pt x="0" y="295"/>
                    <a:pt x="0" y="290"/>
                  </a:cubicBezTo>
                  <a:cubicBezTo>
                    <a:pt x="0" y="290"/>
                    <a:pt x="1" y="290"/>
                    <a:pt x="2" y="290"/>
                  </a:cubicBezTo>
                  <a:close/>
                  <a:moveTo>
                    <a:pt x="2" y="227"/>
                  </a:moveTo>
                  <a:cubicBezTo>
                    <a:pt x="2" y="231"/>
                    <a:pt x="2" y="236"/>
                    <a:pt x="2" y="240"/>
                  </a:cubicBezTo>
                  <a:cubicBezTo>
                    <a:pt x="1" y="240"/>
                    <a:pt x="0" y="240"/>
                    <a:pt x="0" y="240"/>
                  </a:cubicBezTo>
                  <a:cubicBezTo>
                    <a:pt x="0" y="236"/>
                    <a:pt x="0" y="231"/>
                    <a:pt x="0" y="227"/>
                  </a:cubicBezTo>
                  <a:cubicBezTo>
                    <a:pt x="0" y="227"/>
                    <a:pt x="1" y="227"/>
                    <a:pt x="2" y="227"/>
                  </a:cubicBezTo>
                  <a:close/>
                  <a:moveTo>
                    <a:pt x="2" y="245"/>
                  </a:moveTo>
                  <a:cubicBezTo>
                    <a:pt x="2" y="249"/>
                    <a:pt x="2" y="254"/>
                    <a:pt x="2" y="258"/>
                  </a:cubicBezTo>
                  <a:cubicBezTo>
                    <a:pt x="1" y="258"/>
                    <a:pt x="0" y="258"/>
                    <a:pt x="0" y="258"/>
                  </a:cubicBezTo>
                  <a:cubicBezTo>
                    <a:pt x="0" y="254"/>
                    <a:pt x="0" y="249"/>
                    <a:pt x="0" y="245"/>
                  </a:cubicBezTo>
                  <a:cubicBezTo>
                    <a:pt x="0" y="245"/>
                    <a:pt x="1" y="245"/>
                    <a:pt x="2" y="245"/>
                  </a:cubicBezTo>
                  <a:close/>
                  <a:moveTo>
                    <a:pt x="2" y="182"/>
                  </a:moveTo>
                  <a:cubicBezTo>
                    <a:pt x="2" y="186"/>
                    <a:pt x="2" y="190"/>
                    <a:pt x="2" y="195"/>
                  </a:cubicBezTo>
                  <a:cubicBezTo>
                    <a:pt x="1" y="195"/>
                    <a:pt x="0" y="195"/>
                    <a:pt x="0" y="195"/>
                  </a:cubicBezTo>
                  <a:cubicBezTo>
                    <a:pt x="0" y="190"/>
                    <a:pt x="0" y="186"/>
                    <a:pt x="0" y="182"/>
                  </a:cubicBezTo>
                  <a:cubicBezTo>
                    <a:pt x="0" y="182"/>
                    <a:pt x="1" y="182"/>
                    <a:pt x="2" y="182"/>
                  </a:cubicBezTo>
                  <a:close/>
                  <a:moveTo>
                    <a:pt x="2" y="200"/>
                  </a:moveTo>
                  <a:cubicBezTo>
                    <a:pt x="2" y="204"/>
                    <a:pt x="2" y="208"/>
                    <a:pt x="2" y="213"/>
                  </a:cubicBezTo>
                  <a:cubicBezTo>
                    <a:pt x="1" y="213"/>
                    <a:pt x="0" y="213"/>
                    <a:pt x="0" y="213"/>
                  </a:cubicBezTo>
                  <a:cubicBezTo>
                    <a:pt x="0" y="208"/>
                    <a:pt x="0" y="204"/>
                    <a:pt x="0" y="200"/>
                  </a:cubicBezTo>
                  <a:cubicBezTo>
                    <a:pt x="0" y="200"/>
                    <a:pt x="1" y="200"/>
                    <a:pt x="2" y="200"/>
                  </a:cubicBezTo>
                  <a:close/>
                  <a:moveTo>
                    <a:pt x="2" y="136"/>
                  </a:moveTo>
                  <a:cubicBezTo>
                    <a:pt x="2" y="141"/>
                    <a:pt x="2" y="145"/>
                    <a:pt x="2" y="149"/>
                  </a:cubicBezTo>
                  <a:cubicBezTo>
                    <a:pt x="1" y="149"/>
                    <a:pt x="0" y="149"/>
                    <a:pt x="0" y="149"/>
                  </a:cubicBezTo>
                  <a:cubicBezTo>
                    <a:pt x="0" y="145"/>
                    <a:pt x="0" y="141"/>
                    <a:pt x="0" y="136"/>
                  </a:cubicBezTo>
                  <a:cubicBezTo>
                    <a:pt x="0" y="136"/>
                    <a:pt x="1" y="136"/>
                    <a:pt x="2" y="136"/>
                  </a:cubicBezTo>
                  <a:close/>
                  <a:moveTo>
                    <a:pt x="2" y="155"/>
                  </a:moveTo>
                  <a:cubicBezTo>
                    <a:pt x="2" y="159"/>
                    <a:pt x="2" y="163"/>
                    <a:pt x="2" y="167"/>
                  </a:cubicBezTo>
                  <a:cubicBezTo>
                    <a:pt x="1" y="167"/>
                    <a:pt x="0" y="167"/>
                    <a:pt x="0" y="167"/>
                  </a:cubicBezTo>
                  <a:cubicBezTo>
                    <a:pt x="0" y="163"/>
                    <a:pt x="0" y="159"/>
                    <a:pt x="0" y="155"/>
                  </a:cubicBezTo>
                  <a:cubicBezTo>
                    <a:pt x="0" y="155"/>
                    <a:pt x="1" y="155"/>
                    <a:pt x="2" y="155"/>
                  </a:cubicBezTo>
                  <a:close/>
                  <a:moveTo>
                    <a:pt x="2" y="91"/>
                  </a:moveTo>
                  <a:cubicBezTo>
                    <a:pt x="2" y="95"/>
                    <a:pt x="2" y="100"/>
                    <a:pt x="2" y="104"/>
                  </a:cubicBezTo>
                  <a:cubicBezTo>
                    <a:pt x="1" y="104"/>
                    <a:pt x="0" y="104"/>
                    <a:pt x="0" y="104"/>
                  </a:cubicBezTo>
                  <a:cubicBezTo>
                    <a:pt x="0" y="100"/>
                    <a:pt x="0" y="95"/>
                    <a:pt x="0" y="91"/>
                  </a:cubicBezTo>
                  <a:cubicBezTo>
                    <a:pt x="0" y="91"/>
                    <a:pt x="1" y="91"/>
                    <a:pt x="2" y="91"/>
                  </a:cubicBezTo>
                  <a:close/>
                  <a:moveTo>
                    <a:pt x="2" y="109"/>
                  </a:moveTo>
                  <a:cubicBezTo>
                    <a:pt x="2" y="114"/>
                    <a:pt x="2" y="118"/>
                    <a:pt x="2" y="122"/>
                  </a:cubicBezTo>
                  <a:cubicBezTo>
                    <a:pt x="1" y="122"/>
                    <a:pt x="0" y="122"/>
                    <a:pt x="0" y="122"/>
                  </a:cubicBezTo>
                  <a:cubicBezTo>
                    <a:pt x="0" y="118"/>
                    <a:pt x="0" y="114"/>
                    <a:pt x="0" y="109"/>
                  </a:cubicBezTo>
                  <a:cubicBezTo>
                    <a:pt x="0" y="109"/>
                    <a:pt x="1" y="109"/>
                    <a:pt x="2" y="109"/>
                  </a:cubicBezTo>
                  <a:close/>
                  <a:moveTo>
                    <a:pt x="2" y="46"/>
                  </a:moveTo>
                  <a:cubicBezTo>
                    <a:pt x="2" y="50"/>
                    <a:pt x="2" y="54"/>
                    <a:pt x="2" y="59"/>
                  </a:cubicBezTo>
                  <a:cubicBezTo>
                    <a:pt x="1" y="59"/>
                    <a:pt x="0" y="59"/>
                    <a:pt x="0" y="59"/>
                  </a:cubicBezTo>
                  <a:cubicBezTo>
                    <a:pt x="0" y="54"/>
                    <a:pt x="0" y="50"/>
                    <a:pt x="0" y="46"/>
                  </a:cubicBezTo>
                  <a:cubicBezTo>
                    <a:pt x="0" y="46"/>
                    <a:pt x="1" y="46"/>
                    <a:pt x="2" y="46"/>
                  </a:cubicBezTo>
                  <a:close/>
                  <a:moveTo>
                    <a:pt x="2" y="64"/>
                  </a:moveTo>
                  <a:cubicBezTo>
                    <a:pt x="2" y="68"/>
                    <a:pt x="2" y="73"/>
                    <a:pt x="2" y="77"/>
                  </a:cubicBezTo>
                  <a:cubicBezTo>
                    <a:pt x="1" y="77"/>
                    <a:pt x="0" y="77"/>
                    <a:pt x="0" y="77"/>
                  </a:cubicBezTo>
                  <a:cubicBezTo>
                    <a:pt x="0" y="73"/>
                    <a:pt x="0" y="68"/>
                    <a:pt x="0" y="64"/>
                  </a:cubicBezTo>
                  <a:cubicBezTo>
                    <a:pt x="0" y="64"/>
                    <a:pt x="1" y="64"/>
                    <a:pt x="2" y="64"/>
                  </a:cubicBezTo>
                  <a:close/>
                  <a:moveTo>
                    <a:pt x="2" y="408"/>
                  </a:moveTo>
                  <a:cubicBezTo>
                    <a:pt x="2" y="412"/>
                    <a:pt x="2" y="417"/>
                    <a:pt x="2" y="421"/>
                  </a:cubicBezTo>
                  <a:cubicBezTo>
                    <a:pt x="1" y="421"/>
                    <a:pt x="0" y="421"/>
                    <a:pt x="0" y="421"/>
                  </a:cubicBezTo>
                  <a:cubicBezTo>
                    <a:pt x="0" y="417"/>
                    <a:pt x="0" y="412"/>
                    <a:pt x="0" y="408"/>
                  </a:cubicBezTo>
                  <a:cubicBezTo>
                    <a:pt x="0" y="408"/>
                    <a:pt x="1" y="408"/>
                    <a:pt x="2" y="408"/>
                  </a:cubicBezTo>
                  <a:close/>
                  <a:moveTo>
                    <a:pt x="2" y="426"/>
                  </a:moveTo>
                  <a:cubicBezTo>
                    <a:pt x="2" y="431"/>
                    <a:pt x="2" y="435"/>
                    <a:pt x="2" y="439"/>
                  </a:cubicBezTo>
                  <a:cubicBezTo>
                    <a:pt x="1" y="439"/>
                    <a:pt x="0" y="439"/>
                    <a:pt x="0" y="439"/>
                  </a:cubicBezTo>
                  <a:cubicBezTo>
                    <a:pt x="0" y="435"/>
                    <a:pt x="0" y="431"/>
                    <a:pt x="0" y="426"/>
                  </a:cubicBezTo>
                  <a:cubicBezTo>
                    <a:pt x="0" y="426"/>
                    <a:pt x="1" y="426"/>
                    <a:pt x="2" y="426"/>
                  </a:cubicBezTo>
                  <a:close/>
                  <a:moveTo>
                    <a:pt x="2" y="0"/>
                  </a:moveTo>
                  <a:cubicBezTo>
                    <a:pt x="2" y="5"/>
                    <a:pt x="2" y="9"/>
                    <a:pt x="2" y="13"/>
                  </a:cubicBezTo>
                  <a:cubicBezTo>
                    <a:pt x="1" y="13"/>
                    <a:pt x="0" y="13"/>
                    <a:pt x="0" y="13"/>
                  </a:cubicBezTo>
                  <a:cubicBezTo>
                    <a:pt x="0" y="9"/>
                    <a:pt x="0" y="5"/>
                    <a:pt x="0" y="0"/>
                  </a:cubicBezTo>
                  <a:cubicBezTo>
                    <a:pt x="0" y="0"/>
                    <a:pt x="1" y="0"/>
                    <a:pt x="2" y="0"/>
                  </a:cubicBezTo>
                  <a:close/>
                  <a:moveTo>
                    <a:pt x="2" y="19"/>
                  </a:moveTo>
                  <a:cubicBezTo>
                    <a:pt x="2" y="23"/>
                    <a:pt x="2" y="27"/>
                    <a:pt x="2" y="32"/>
                  </a:cubicBezTo>
                  <a:cubicBezTo>
                    <a:pt x="1" y="32"/>
                    <a:pt x="0" y="32"/>
                    <a:pt x="0" y="32"/>
                  </a:cubicBezTo>
                  <a:cubicBezTo>
                    <a:pt x="0" y="27"/>
                    <a:pt x="0" y="23"/>
                    <a:pt x="0" y="19"/>
                  </a:cubicBezTo>
                  <a:cubicBezTo>
                    <a:pt x="0" y="19"/>
                    <a:pt x="1" y="19"/>
                    <a:pt x="2" y="19"/>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 name="Freeform 15"/>
            <p:cNvSpPr>
              <a:spLocks noEditPoints="1"/>
            </p:cNvSpPr>
            <p:nvPr/>
          </p:nvSpPr>
          <p:spPr bwMode="auto">
            <a:xfrm>
              <a:off x="3424" y="778"/>
              <a:ext cx="17" cy="2526"/>
            </a:xfrm>
            <a:custGeom>
              <a:avLst/>
              <a:gdLst>
                <a:gd name="T0" fmla="*/ 3 w 3"/>
                <a:gd name="T1" fmla="*/ 376 h 439"/>
                <a:gd name="T2" fmla="*/ 0 w 3"/>
                <a:gd name="T3" fmla="*/ 363 h 439"/>
                <a:gd name="T4" fmla="*/ 3 w 3"/>
                <a:gd name="T5" fmla="*/ 381 h 439"/>
                <a:gd name="T6" fmla="*/ 0 w 3"/>
                <a:gd name="T7" fmla="*/ 394 h 439"/>
                <a:gd name="T8" fmla="*/ 3 w 3"/>
                <a:gd name="T9" fmla="*/ 381 h 439"/>
                <a:gd name="T10" fmla="*/ 3 w 3"/>
                <a:gd name="T11" fmla="*/ 330 h 439"/>
                <a:gd name="T12" fmla="*/ 0 w 3"/>
                <a:gd name="T13" fmla="*/ 317 h 439"/>
                <a:gd name="T14" fmla="*/ 3 w 3"/>
                <a:gd name="T15" fmla="*/ 336 h 439"/>
                <a:gd name="T16" fmla="*/ 0 w 3"/>
                <a:gd name="T17" fmla="*/ 349 h 439"/>
                <a:gd name="T18" fmla="*/ 3 w 3"/>
                <a:gd name="T19" fmla="*/ 336 h 439"/>
                <a:gd name="T20" fmla="*/ 3 w 3"/>
                <a:gd name="T21" fmla="*/ 285 h 439"/>
                <a:gd name="T22" fmla="*/ 0 w 3"/>
                <a:gd name="T23" fmla="*/ 272 h 439"/>
                <a:gd name="T24" fmla="*/ 3 w 3"/>
                <a:gd name="T25" fmla="*/ 290 h 439"/>
                <a:gd name="T26" fmla="*/ 0 w 3"/>
                <a:gd name="T27" fmla="*/ 303 h 439"/>
                <a:gd name="T28" fmla="*/ 3 w 3"/>
                <a:gd name="T29" fmla="*/ 290 h 439"/>
                <a:gd name="T30" fmla="*/ 3 w 3"/>
                <a:gd name="T31" fmla="*/ 240 h 439"/>
                <a:gd name="T32" fmla="*/ 0 w 3"/>
                <a:gd name="T33" fmla="*/ 227 h 439"/>
                <a:gd name="T34" fmla="*/ 3 w 3"/>
                <a:gd name="T35" fmla="*/ 245 h 439"/>
                <a:gd name="T36" fmla="*/ 0 w 3"/>
                <a:gd name="T37" fmla="*/ 258 h 439"/>
                <a:gd name="T38" fmla="*/ 3 w 3"/>
                <a:gd name="T39" fmla="*/ 245 h 439"/>
                <a:gd name="T40" fmla="*/ 3 w 3"/>
                <a:gd name="T41" fmla="*/ 195 h 439"/>
                <a:gd name="T42" fmla="*/ 0 w 3"/>
                <a:gd name="T43" fmla="*/ 182 h 439"/>
                <a:gd name="T44" fmla="*/ 3 w 3"/>
                <a:gd name="T45" fmla="*/ 200 h 439"/>
                <a:gd name="T46" fmla="*/ 0 w 3"/>
                <a:gd name="T47" fmla="*/ 213 h 439"/>
                <a:gd name="T48" fmla="*/ 3 w 3"/>
                <a:gd name="T49" fmla="*/ 200 h 439"/>
                <a:gd name="T50" fmla="*/ 3 w 3"/>
                <a:gd name="T51" fmla="*/ 149 h 439"/>
                <a:gd name="T52" fmla="*/ 0 w 3"/>
                <a:gd name="T53" fmla="*/ 136 h 439"/>
                <a:gd name="T54" fmla="*/ 3 w 3"/>
                <a:gd name="T55" fmla="*/ 155 h 439"/>
                <a:gd name="T56" fmla="*/ 0 w 3"/>
                <a:gd name="T57" fmla="*/ 167 h 439"/>
                <a:gd name="T58" fmla="*/ 3 w 3"/>
                <a:gd name="T59" fmla="*/ 155 h 439"/>
                <a:gd name="T60" fmla="*/ 3 w 3"/>
                <a:gd name="T61" fmla="*/ 104 h 439"/>
                <a:gd name="T62" fmla="*/ 0 w 3"/>
                <a:gd name="T63" fmla="*/ 91 h 439"/>
                <a:gd name="T64" fmla="*/ 3 w 3"/>
                <a:gd name="T65" fmla="*/ 109 h 439"/>
                <a:gd name="T66" fmla="*/ 0 w 3"/>
                <a:gd name="T67" fmla="*/ 122 h 439"/>
                <a:gd name="T68" fmla="*/ 3 w 3"/>
                <a:gd name="T69" fmla="*/ 109 h 439"/>
                <a:gd name="T70" fmla="*/ 3 w 3"/>
                <a:gd name="T71" fmla="*/ 59 h 439"/>
                <a:gd name="T72" fmla="*/ 0 w 3"/>
                <a:gd name="T73" fmla="*/ 46 h 439"/>
                <a:gd name="T74" fmla="*/ 3 w 3"/>
                <a:gd name="T75" fmla="*/ 64 h 439"/>
                <a:gd name="T76" fmla="*/ 0 w 3"/>
                <a:gd name="T77" fmla="*/ 77 h 439"/>
                <a:gd name="T78" fmla="*/ 3 w 3"/>
                <a:gd name="T79" fmla="*/ 64 h 439"/>
                <a:gd name="T80" fmla="*/ 3 w 3"/>
                <a:gd name="T81" fmla="*/ 421 h 439"/>
                <a:gd name="T82" fmla="*/ 0 w 3"/>
                <a:gd name="T83" fmla="*/ 408 h 439"/>
                <a:gd name="T84" fmla="*/ 3 w 3"/>
                <a:gd name="T85" fmla="*/ 426 h 439"/>
                <a:gd name="T86" fmla="*/ 0 w 3"/>
                <a:gd name="T87" fmla="*/ 439 h 439"/>
                <a:gd name="T88" fmla="*/ 3 w 3"/>
                <a:gd name="T89" fmla="*/ 426 h 439"/>
                <a:gd name="T90" fmla="*/ 3 w 3"/>
                <a:gd name="T91" fmla="*/ 13 h 439"/>
                <a:gd name="T92" fmla="*/ 0 w 3"/>
                <a:gd name="T93" fmla="*/ 0 h 439"/>
                <a:gd name="T94" fmla="*/ 3 w 3"/>
                <a:gd name="T95" fmla="*/ 19 h 439"/>
                <a:gd name="T96" fmla="*/ 0 w 3"/>
                <a:gd name="T97" fmla="*/ 32 h 439"/>
                <a:gd name="T98" fmla="*/ 3 w 3"/>
                <a:gd name="T99" fmla="*/ 19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 h="439">
                  <a:moveTo>
                    <a:pt x="3" y="363"/>
                  </a:moveTo>
                  <a:cubicBezTo>
                    <a:pt x="3" y="367"/>
                    <a:pt x="3" y="371"/>
                    <a:pt x="3" y="376"/>
                  </a:cubicBezTo>
                  <a:cubicBezTo>
                    <a:pt x="2" y="376"/>
                    <a:pt x="1" y="376"/>
                    <a:pt x="0" y="376"/>
                  </a:cubicBezTo>
                  <a:cubicBezTo>
                    <a:pt x="0" y="371"/>
                    <a:pt x="0" y="367"/>
                    <a:pt x="0" y="363"/>
                  </a:cubicBezTo>
                  <a:cubicBezTo>
                    <a:pt x="1" y="363"/>
                    <a:pt x="2" y="363"/>
                    <a:pt x="3" y="363"/>
                  </a:cubicBezTo>
                  <a:close/>
                  <a:moveTo>
                    <a:pt x="3" y="381"/>
                  </a:moveTo>
                  <a:cubicBezTo>
                    <a:pt x="3" y="385"/>
                    <a:pt x="3" y="390"/>
                    <a:pt x="3" y="394"/>
                  </a:cubicBezTo>
                  <a:cubicBezTo>
                    <a:pt x="2" y="394"/>
                    <a:pt x="1" y="394"/>
                    <a:pt x="0" y="394"/>
                  </a:cubicBezTo>
                  <a:cubicBezTo>
                    <a:pt x="0" y="390"/>
                    <a:pt x="0" y="385"/>
                    <a:pt x="0" y="381"/>
                  </a:cubicBezTo>
                  <a:cubicBezTo>
                    <a:pt x="1" y="381"/>
                    <a:pt x="2" y="381"/>
                    <a:pt x="3" y="381"/>
                  </a:cubicBezTo>
                  <a:close/>
                  <a:moveTo>
                    <a:pt x="3" y="317"/>
                  </a:moveTo>
                  <a:cubicBezTo>
                    <a:pt x="3" y="322"/>
                    <a:pt x="3" y="326"/>
                    <a:pt x="3" y="330"/>
                  </a:cubicBezTo>
                  <a:cubicBezTo>
                    <a:pt x="2" y="330"/>
                    <a:pt x="1" y="330"/>
                    <a:pt x="0" y="330"/>
                  </a:cubicBezTo>
                  <a:cubicBezTo>
                    <a:pt x="0" y="326"/>
                    <a:pt x="0" y="322"/>
                    <a:pt x="0" y="317"/>
                  </a:cubicBezTo>
                  <a:cubicBezTo>
                    <a:pt x="1" y="317"/>
                    <a:pt x="2" y="317"/>
                    <a:pt x="3" y="317"/>
                  </a:cubicBezTo>
                  <a:close/>
                  <a:moveTo>
                    <a:pt x="3" y="336"/>
                  </a:moveTo>
                  <a:cubicBezTo>
                    <a:pt x="3" y="340"/>
                    <a:pt x="3" y="344"/>
                    <a:pt x="3" y="349"/>
                  </a:cubicBezTo>
                  <a:cubicBezTo>
                    <a:pt x="2" y="349"/>
                    <a:pt x="1" y="349"/>
                    <a:pt x="0" y="349"/>
                  </a:cubicBezTo>
                  <a:cubicBezTo>
                    <a:pt x="0" y="344"/>
                    <a:pt x="0" y="340"/>
                    <a:pt x="0" y="336"/>
                  </a:cubicBezTo>
                  <a:cubicBezTo>
                    <a:pt x="1" y="336"/>
                    <a:pt x="2" y="336"/>
                    <a:pt x="3" y="336"/>
                  </a:cubicBezTo>
                  <a:close/>
                  <a:moveTo>
                    <a:pt x="3" y="272"/>
                  </a:moveTo>
                  <a:cubicBezTo>
                    <a:pt x="3" y="277"/>
                    <a:pt x="3" y="281"/>
                    <a:pt x="3" y="285"/>
                  </a:cubicBezTo>
                  <a:cubicBezTo>
                    <a:pt x="2" y="285"/>
                    <a:pt x="1" y="285"/>
                    <a:pt x="0" y="285"/>
                  </a:cubicBezTo>
                  <a:cubicBezTo>
                    <a:pt x="0" y="281"/>
                    <a:pt x="0" y="277"/>
                    <a:pt x="0" y="272"/>
                  </a:cubicBezTo>
                  <a:cubicBezTo>
                    <a:pt x="1" y="272"/>
                    <a:pt x="2" y="272"/>
                    <a:pt x="3" y="272"/>
                  </a:cubicBezTo>
                  <a:close/>
                  <a:moveTo>
                    <a:pt x="3" y="290"/>
                  </a:moveTo>
                  <a:cubicBezTo>
                    <a:pt x="3" y="295"/>
                    <a:pt x="3" y="299"/>
                    <a:pt x="3" y="303"/>
                  </a:cubicBezTo>
                  <a:cubicBezTo>
                    <a:pt x="2" y="303"/>
                    <a:pt x="1" y="303"/>
                    <a:pt x="0" y="303"/>
                  </a:cubicBezTo>
                  <a:cubicBezTo>
                    <a:pt x="0" y="299"/>
                    <a:pt x="0" y="295"/>
                    <a:pt x="0" y="290"/>
                  </a:cubicBezTo>
                  <a:cubicBezTo>
                    <a:pt x="1" y="290"/>
                    <a:pt x="2" y="290"/>
                    <a:pt x="3" y="290"/>
                  </a:cubicBezTo>
                  <a:close/>
                  <a:moveTo>
                    <a:pt x="3" y="227"/>
                  </a:moveTo>
                  <a:cubicBezTo>
                    <a:pt x="3" y="231"/>
                    <a:pt x="3" y="236"/>
                    <a:pt x="3" y="240"/>
                  </a:cubicBezTo>
                  <a:cubicBezTo>
                    <a:pt x="2" y="240"/>
                    <a:pt x="1" y="240"/>
                    <a:pt x="0" y="240"/>
                  </a:cubicBezTo>
                  <a:cubicBezTo>
                    <a:pt x="0" y="236"/>
                    <a:pt x="0" y="231"/>
                    <a:pt x="0" y="227"/>
                  </a:cubicBezTo>
                  <a:cubicBezTo>
                    <a:pt x="1" y="227"/>
                    <a:pt x="2" y="227"/>
                    <a:pt x="3" y="227"/>
                  </a:cubicBezTo>
                  <a:close/>
                  <a:moveTo>
                    <a:pt x="3" y="245"/>
                  </a:moveTo>
                  <a:cubicBezTo>
                    <a:pt x="3" y="249"/>
                    <a:pt x="3" y="254"/>
                    <a:pt x="3" y="258"/>
                  </a:cubicBezTo>
                  <a:cubicBezTo>
                    <a:pt x="2" y="258"/>
                    <a:pt x="1" y="258"/>
                    <a:pt x="0" y="258"/>
                  </a:cubicBezTo>
                  <a:cubicBezTo>
                    <a:pt x="0" y="254"/>
                    <a:pt x="0" y="249"/>
                    <a:pt x="0" y="245"/>
                  </a:cubicBezTo>
                  <a:cubicBezTo>
                    <a:pt x="1" y="245"/>
                    <a:pt x="2" y="245"/>
                    <a:pt x="3" y="245"/>
                  </a:cubicBezTo>
                  <a:close/>
                  <a:moveTo>
                    <a:pt x="3" y="182"/>
                  </a:moveTo>
                  <a:cubicBezTo>
                    <a:pt x="3" y="186"/>
                    <a:pt x="3" y="190"/>
                    <a:pt x="3" y="195"/>
                  </a:cubicBezTo>
                  <a:cubicBezTo>
                    <a:pt x="2" y="195"/>
                    <a:pt x="1" y="195"/>
                    <a:pt x="0" y="195"/>
                  </a:cubicBezTo>
                  <a:cubicBezTo>
                    <a:pt x="0" y="190"/>
                    <a:pt x="0" y="186"/>
                    <a:pt x="0" y="182"/>
                  </a:cubicBezTo>
                  <a:cubicBezTo>
                    <a:pt x="1" y="182"/>
                    <a:pt x="2" y="182"/>
                    <a:pt x="3" y="182"/>
                  </a:cubicBezTo>
                  <a:close/>
                  <a:moveTo>
                    <a:pt x="3" y="200"/>
                  </a:moveTo>
                  <a:cubicBezTo>
                    <a:pt x="3" y="204"/>
                    <a:pt x="3" y="208"/>
                    <a:pt x="3" y="213"/>
                  </a:cubicBezTo>
                  <a:cubicBezTo>
                    <a:pt x="2" y="213"/>
                    <a:pt x="1" y="213"/>
                    <a:pt x="0" y="213"/>
                  </a:cubicBezTo>
                  <a:cubicBezTo>
                    <a:pt x="0" y="208"/>
                    <a:pt x="0" y="204"/>
                    <a:pt x="0" y="200"/>
                  </a:cubicBezTo>
                  <a:cubicBezTo>
                    <a:pt x="1" y="200"/>
                    <a:pt x="2" y="200"/>
                    <a:pt x="3" y="200"/>
                  </a:cubicBezTo>
                  <a:close/>
                  <a:moveTo>
                    <a:pt x="3" y="136"/>
                  </a:moveTo>
                  <a:cubicBezTo>
                    <a:pt x="3" y="141"/>
                    <a:pt x="3" y="145"/>
                    <a:pt x="3" y="149"/>
                  </a:cubicBezTo>
                  <a:cubicBezTo>
                    <a:pt x="2" y="149"/>
                    <a:pt x="1" y="149"/>
                    <a:pt x="0" y="149"/>
                  </a:cubicBezTo>
                  <a:cubicBezTo>
                    <a:pt x="0" y="145"/>
                    <a:pt x="0" y="141"/>
                    <a:pt x="0" y="136"/>
                  </a:cubicBezTo>
                  <a:cubicBezTo>
                    <a:pt x="1" y="136"/>
                    <a:pt x="2" y="136"/>
                    <a:pt x="3" y="136"/>
                  </a:cubicBezTo>
                  <a:close/>
                  <a:moveTo>
                    <a:pt x="3" y="155"/>
                  </a:moveTo>
                  <a:cubicBezTo>
                    <a:pt x="3" y="159"/>
                    <a:pt x="3" y="163"/>
                    <a:pt x="3" y="167"/>
                  </a:cubicBezTo>
                  <a:cubicBezTo>
                    <a:pt x="2" y="167"/>
                    <a:pt x="1" y="167"/>
                    <a:pt x="0" y="167"/>
                  </a:cubicBezTo>
                  <a:cubicBezTo>
                    <a:pt x="0" y="163"/>
                    <a:pt x="0" y="159"/>
                    <a:pt x="0" y="155"/>
                  </a:cubicBezTo>
                  <a:cubicBezTo>
                    <a:pt x="1" y="155"/>
                    <a:pt x="2" y="155"/>
                    <a:pt x="3" y="155"/>
                  </a:cubicBezTo>
                  <a:close/>
                  <a:moveTo>
                    <a:pt x="3" y="91"/>
                  </a:moveTo>
                  <a:cubicBezTo>
                    <a:pt x="3" y="95"/>
                    <a:pt x="3" y="100"/>
                    <a:pt x="3" y="104"/>
                  </a:cubicBezTo>
                  <a:cubicBezTo>
                    <a:pt x="2" y="104"/>
                    <a:pt x="1" y="104"/>
                    <a:pt x="0" y="104"/>
                  </a:cubicBezTo>
                  <a:cubicBezTo>
                    <a:pt x="0" y="100"/>
                    <a:pt x="0" y="95"/>
                    <a:pt x="0" y="91"/>
                  </a:cubicBezTo>
                  <a:cubicBezTo>
                    <a:pt x="1" y="91"/>
                    <a:pt x="2" y="91"/>
                    <a:pt x="3" y="91"/>
                  </a:cubicBezTo>
                  <a:close/>
                  <a:moveTo>
                    <a:pt x="3" y="109"/>
                  </a:moveTo>
                  <a:cubicBezTo>
                    <a:pt x="3" y="114"/>
                    <a:pt x="3" y="118"/>
                    <a:pt x="3" y="122"/>
                  </a:cubicBezTo>
                  <a:cubicBezTo>
                    <a:pt x="2" y="122"/>
                    <a:pt x="1" y="122"/>
                    <a:pt x="0" y="122"/>
                  </a:cubicBezTo>
                  <a:cubicBezTo>
                    <a:pt x="0" y="118"/>
                    <a:pt x="0" y="114"/>
                    <a:pt x="0" y="109"/>
                  </a:cubicBezTo>
                  <a:cubicBezTo>
                    <a:pt x="1" y="109"/>
                    <a:pt x="2" y="109"/>
                    <a:pt x="3" y="109"/>
                  </a:cubicBezTo>
                  <a:close/>
                  <a:moveTo>
                    <a:pt x="3" y="46"/>
                  </a:moveTo>
                  <a:cubicBezTo>
                    <a:pt x="3" y="50"/>
                    <a:pt x="3" y="54"/>
                    <a:pt x="3" y="59"/>
                  </a:cubicBezTo>
                  <a:cubicBezTo>
                    <a:pt x="2" y="59"/>
                    <a:pt x="1" y="59"/>
                    <a:pt x="0" y="59"/>
                  </a:cubicBezTo>
                  <a:cubicBezTo>
                    <a:pt x="0" y="54"/>
                    <a:pt x="0" y="50"/>
                    <a:pt x="0" y="46"/>
                  </a:cubicBezTo>
                  <a:cubicBezTo>
                    <a:pt x="1" y="46"/>
                    <a:pt x="2" y="46"/>
                    <a:pt x="3" y="46"/>
                  </a:cubicBezTo>
                  <a:close/>
                  <a:moveTo>
                    <a:pt x="3" y="64"/>
                  </a:moveTo>
                  <a:cubicBezTo>
                    <a:pt x="3" y="68"/>
                    <a:pt x="3" y="73"/>
                    <a:pt x="3" y="77"/>
                  </a:cubicBezTo>
                  <a:cubicBezTo>
                    <a:pt x="2" y="77"/>
                    <a:pt x="1" y="77"/>
                    <a:pt x="0" y="77"/>
                  </a:cubicBezTo>
                  <a:cubicBezTo>
                    <a:pt x="0" y="73"/>
                    <a:pt x="0" y="68"/>
                    <a:pt x="0" y="64"/>
                  </a:cubicBezTo>
                  <a:cubicBezTo>
                    <a:pt x="1" y="64"/>
                    <a:pt x="2" y="64"/>
                    <a:pt x="3" y="64"/>
                  </a:cubicBezTo>
                  <a:close/>
                  <a:moveTo>
                    <a:pt x="3" y="408"/>
                  </a:moveTo>
                  <a:cubicBezTo>
                    <a:pt x="3" y="412"/>
                    <a:pt x="3" y="417"/>
                    <a:pt x="3" y="421"/>
                  </a:cubicBezTo>
                  <a:cubicBezTo>
                    <a:pt x="2" y="421"/>
                    <a:pt x="1" y="421"/>
                    <a:pt x="0" y="421"/>
                  </a:cubicBezTo>
                  <a:cubicBezTo>
                    <a:pt x="0" y="417"/>
                    <a:pt x="0" y="412"/>
                    <a:pt x="0" y="408"/>
                  </a:cubicBezTo>
                  <a:cubicBezTo>
                    <a:pt x="1" y="408"/>
                    <a:pt x="2" y="408"/>
                    <a:pt x="3" y="408"/>
                  </a:cubicBezTo>
                  <a:close/>
                  <a:moveTo>
                    <a:pt x="3" y="426"/>
                  </a:moveTo>
                  <a:cubicBezTo>
                    <a:pt x="3" y="431"/>
                    <a:pt x="3" y="435"/>
                    <a:pt x="3" y="439"/>
                  </a:cubicBezTo>
                  <a:cubicBezTo>
                    <a:pt x="2" y="439"/>
                    <a:pt x="1" y="439"/>
                    <a:pt x="0" y="439"/>
                  </a:cubicBezTo>
                  <a:cubicBezTo>
                    <a:pt x="0" y="435"/>
                    <a:pt x="0" y="431"/>
                    <a:pt x="0" y="426"/>
                  </a:cubicBezTo>
                  <a:cubicBezTo>
                    <a:pt x="1" y="426"/>
                    <a:pt x="2" y="426"/>
                    <a:pt x="3" y="426"/>
                  </a:cubicBezTo>
                  <a:close/>
                  <a:moveTo>
                    <a:pt x="3" y="0"/>
                  </a:moveTo>
                  <a:cubicBezTo>
                    <a:pt x="3" y="5"/>
                    <a:pt x="3" y="9"/>
                    <a:pt x="3" y="13"/>
                  </a:cubicBezTo>
                  <a:cubicBezTo>
                    <a:pt x="2" y="13"/>
                    <a:pt x="1" y="13"/>
                    <a:pt x="0" y="13"/>
                  </a:cubicBezTo>
                  <a:cubicBezTo>
                    <a:pt x="0" y="9"/>
                    <a:pt x="0" y="5"/>
                    <a:pt x="0" y="0"/>
                  </a:cubicBezTo>
                  <a:cubicBezTo>
                    <a:pt x="1" y="0"/>
                    <a:pt x="2" y="0"/>
                    <a:pt x="3" y="0"/>
                  </a:cubicBezTo>
                  <a:close/>
                  <a:moveTo>
                    <a:pt x="3" y="19"/>
                  </a:moveTo>
                  <a:cubicBezTo>
                    <a:pt x="3" y="23"/>
                    <a:pt x="3" y="27"/>
                    <a:pt x="3" y="32"/>
                  </a:cubicBezTo>
                  <a:cubicBezTo>
                    <a:pt x="2" y="32"/>
                    <a:pt x="1" y="32"/>
                    <a:pt x="0" y="32"/>
                  </a:cubicBezTo>
                  <a:cubicBezTo>
                    <a:pt x="0" y="27"/>
                    <a:pt x="0" y="23"/>
                    <a:pt x="0" y="19"/>
                  </a:cubicBezTo>
                  <a:cubicBezTo>
                    <a:pt x="1" y="19"/>
                    <a:pt x="2" y="19"/>
                    <a:pt x="3" y="19"/>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 name="Freeform 16"/>
            <p:cNvSpPr>
              <a:spLocks noEditPoints="1"/>
            </p:cNvSpPr>
            <p:nvPr/>
          </p:nvSpPr>
          <p:spPr bwMode="auto">
            <a:xfrm>
              <a:off x="4416" y="778"/>
              <a:ext cx="18" cy="2526"/>
            </a:xfrm>
            <a:custGeom>
              <a:avLst/>
              <a:gdLst>
                <a:gd name="T0" fmla="*/ 3 w 3"/>
                <a:gd name="T1" fmla="*/ 376 h 439"/>
                <a:gd name="T2" fmla="*/ 0 w 3"/>
                <a:gd name="T3" fmla="*/ 363 h 439"/>
                <a:gd name="T4" fmla="*/ 3 w 3"/>
                <a:gd name="T5" fmla="*/ 381 h 439"/>
                <a:gd name="T6" fmla="*/ 0 w 3"/>
                <a:gd name="T7" fmla="*/ 394 h 439"/>
                <a:gd name="T8" fmla="*/ 3 w 3"/>
                <a:gd name="T9" fmla="*/ 381 h 439"/>
                <a:gd name="T10" fmla="*/ 3 w 3"/>
                <a:gd name="T11" fmla="*/ 330 h 439"/>
                <a:gd name="T12" fmla="*/ 0 w 3"/>
                <a:gd name="T13" fmla="*/ 317 h 439"/>
                <a:gd name="T14" fmla="*/ 3 w 3"/>
                <a:gd name="T15" fmla="*/ 336 h 439"/>
                <a:gd name="T16" fmla="*/ 0 w 3"/>
                <a:gd name="T17" fmla="*/ 349 h 439"/>
                <a:gd name="T18" fmla="*/ 3 w 3"/>
                <a:gd name="T19" fmla="*/ 336 h 439"/>
                <a:gd name="T20" fmla="*/ 3 w 3"/>
                <a:gd name="T21" fmla="*/ 285 h 439"/>
                <a:gd name="T22" fmla="*/ 0 w 3"/>
                <a:gd name="T23" fmla="*/ 272 h 439"/>
                <a:gd name="T24" fmla="*/ 3 w 3"/>
                <a:gd name="T25" fmla="*/ 290 h 439"/>
                <a:gd name="T26" fmla="*/ 0 w 3"/>
                <a:gd name="T27" fmla="*/ 303 h 439"/>
                <a:gd name="T28" fmla="*/ 3 w 3"/>
                <a:gd name="T29" fmla="*/ 290 h 439"/>
                <a:gd name="T30" fmla="*/ 3 w 3"/>
                <a:gd name="T31" fmla="*/ 240 h 439"/>
                <a:gd name="T32" fmla="*/ 0 w 3"/>
                <a:gd name="T33" fmla="*/ 227 h 439"/>
                <a:gd name="T34" fmla="*/ 3 w 3"/>
                <a:gd name="T35" fmla="*/ 245 h 439"/>
                <a:gd name="T36" fmla="*/ 0 w 3"/>
                <a:gd name="T37" fmla="*/ 258 h 439"/>
                <a:gd name="T38" fmla="*/ 3 w 3"/>
                <a:gd name="T39" fmla="*/ 245 h 439"/>
                <a:gd name="T40" fmla="*/ 3 w 3"/>
                <a:gd name="T41" fmla="*/ 195 h 439"/>
                <a:gd name="T42" fmla="*/ 0 w 3"/>
                <a:gd name="T43" fmla="*/ 182 h 439"/>
                <a:gd name="T44" fmla="*/ 3 w 3"/>
                <a:gd name="T45" fmla="*/ 200 h 439"/>
                <a:gd name="T46" fmla="*/ 0 w 3"/>
                <a:gd name="T47" fmla="*/ 213 h 439"/>
                <a:gd name="T48" fmla="*/ 3 w 3"/>
                <a:gd name="T49" fmla="*/ 200 h 439"/>
                <a:gd name="T50" fmla="*/ 3 w 3"/>
                <a:gd name="T51" fmla="*/ 149 h 439"/>
                <a:gd name="T52" fmla="*/ 0 w 3"/>
                <a:gd name="T53" fmla="*/ 136 h 439"/>
                <a:gd name="T54" fmla="*/ 3 w 3"/>
                <a:gd name="T55" fmla="*/ 155 h 439"/>
                <a:gd name="T56" fmla="*/ 0 w 3"/>
                <a:gd name="T57" fmla="*/ 167 h 439"/>
                <a:gd name="T58" fmla="*/ 3 w 3"/>
                <a:gd name="T59" fmla="*/ 155 h 439"/>
                <a:gd name="T60" fmla="*/ 3 w 3"/>
                <a:gd name="T61" fmla="*/ 104 h 439"/>
                <a:gd name="T62" fmla="*/ 0 w 3"/>
                <a:gd name="T63" fmla="*/ 91 h 439"/>
                <a:gd name="T64" fmla="*/ 3 w 3"/>
                <a:gd name="T65" fmla="*/ 109 h 439"/>
                <a:gd name="T66" fmla="*/ 0 w 3"/>
                <a:gd name="T67" fmla="*/ 122 h 439"/>
                <a:gd name="T68" fmla="*/ 3 w 3"/>
                <a:gd name="T69" fmla="*/ 109 h 439"/>
                <a:gd name="T70" fmla="*/ 3 w 3"/>
                <a:gd name="T71" fmla="*/ 59 h 439"/>
                <a:gd name="T72" fmla="*/ 0 w 3"/>
                <a:gd name="T73" fmla="*/ 46 h 439"/>
                <a:gd name="T74" fmla="*/ 3 w 3"/>
                <a:gd name="T75" fmla="*/ 64 h 439"/>
                <a:gd name="T76" fmla="*/ 0 w 3"/>
                <a:gd name="T77" fmla="*/ 77 h 439"/>
                <a:gd name="T78" fmla="*/ 3 w 3"/>
                <a:gd name="T79" fmla="*/ 64 h 439"/>
                <a:gd name="T80" fmla="*/ 3 w 3"/>
                <a:gd name="T81" fmla="*/ 421 h 439"/>
                <a:gd name="T82" fmla="*/ 0 w 3"/>
                <a:gd name="T83" fmla="*/ 408 h 439"/>
                <a:gd name="T84" fmla="*/ 3 w 3"/>
                <a:gd name="T85" fmla="*/ 426 h 439"/>
                <a:gd name="T86" fmla="*/ 0 w 3"/>
                <a:gd name="T87" fmla="*/ 439 h 439"/>
                <a:gd name="T88" fmla="*/ 3 w 3"/>
                <a:gd name="T89" fmla="*/ 426 h 439"/>
                <a:gd name="T90" fmla="*/ 3 w 3"/>
                <a:gd name="T91" fmla="*/ 13 h 439"/>
                <a:gd name="T92" fmla="*/ 0 w 3"/>
                <a:gd name="T93" fmla="*/ 0 h 439"/>
                <a:gd name="T94" fmla="*/ 3 w 3"/>
                <a:gd name="T95" fmla="*/ 19 h 439"/>
                <a:gd name="T96" fmla="*/ 0 w 3"/>
                <a:gd name="T97" fmla="*/ 32 h 439"/>
                <a:gd name="T98" fmla="*/ 3 w 3"/>
                <a:gd name="T99" fmla="*/ 19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 h="439">
                  <a:moveTo>
                    <a:pt x="3" y="363"/>
                  </a:moveTo>
                  <a:cubicBezTo>
                    <a:pt x="3" y="367"/>
                    <a:pt x="3" y="371"/>
                    <a:pt x="3" y="376"/>
                  </a:cubicBezTo>
                  <a:cubicBezTo>
                    <a:pt x="2" y="376"/>
                    <a:pt x="1" y="376"/>
                    <a:pt x="0" y="376"/>
                  </a:cubicBezTo>
                  <a:cubicBezTo>
                    <a:pt x="0" y="371"/>
                    <a:pt x="0" y="367"/>
                    <a:pt x="0" y="363"/>
                  </a:cubicBezTo>
                  <a:cubicBezTo>
                    <a:pt x="1" y="363"/>
                    <a:pt x="2" y="363"/>
                    <a:pt x="3" y="363"/>
                  </a:cubicBezTo>
                  <a:close/>
                  <a:moveTo>
                    <a:pt x="3" y="381"/>
                  </a:moveTo>
                  <a:cubicBezTo>
                    <a:pt x="3" y="385"/>
                    <a:pt x="3" y="390"/>
                    <a:pt x="3" y="394"/>
                  </a:cubicBezTo>
                  <a:cubicBezTo>
                    <a:pt x="2" y="394"/>
                    <a:pt x="1" y="394"/>
                    <a:pt x="0" y="394"/>
                  </a:cubicBezTo>
                  <a:cubicBezTo>
                    <a:pt x="0" y="390"/>
                    <a:pt x="0" y="385"/>
                    <a:pt x="0" y="381"/>
                  </a:cubicBezTo>
                  <a:cubicBezTo>
                    <a:pt x="1" y="381"/>
                    <a:pt x="2" y="381"/>
                    <a:pt x="3" y="381"/>
                  </a:cubicBezTo>
                  <a:close/>
                  <a:moveTo>
                    <a:pt x="3" y="317"/>
                  </a:moveTo>
                  <a:cubicBezTo>
                    <a:pt x="3" y="322"/>
                    <a:pt x="3" y="326"/>
                    <a:pt x="3" y="330"/>
                  </a:cubicBezTo>
                  <a:cubicBezTo>
                    <a:pt x="2" y="330"/>
                    <a:pt x="1" y="330"/>
                    <a:pt x="0" y="330"/>
                  </a:cubicBezTo>
                  <a:cubicBezTo>
                    <a:pt x="0" y="326"/>
                    <a:pt x="0" y="322"/>
                    <a:pt x="0" y="317"/>
                  </a:cubicBezTo>
                  <a:cubicBezTo>
                    <a:pt x="1" y="317"/>
                    <a:pt x="2" y="317"/>
                    <a:pt x="3" y="317"/>
                  </a:cubicBezTo>
                  <a:close/>
                  <a:moveTo>
                    <a:pt x="3" y="336"/>
                  </a:moveTo>
                  <a:cubicBezTo>
                    <a:pt x="3" y="340"/>
                    <a:pt x="3" y="344"/>
                    <a:pt x="3" y="349"/>
                  </a:cubicBezTo>
                  <a:cubicBezTo>
                    <a:pt x="2" y="349"/>
                    <a:pt x="1" y="349"/>
                    <a:pt x="0" y="349"/>
                  </a:cubicBezTo>
                  <a:cubicBezTo>
                    <a:pt x="0" y="344"/>
                    <a:pt x="0" y="340"/>
                    <a:pt x="0" y="336"/>
                  </a:cubicBezTo>
                  <a:cubicBezTo>
                    <a:pt x="1" y="336"/>
                    <a:pt x="2" y="336"/>
                    <a:pt x="3" y="336"/>
                  </a:cubicBezTo>
                  <a:close/>
                  <a:moveTo>
                    <a:pt x="3" y="272"/>
                  </a:moveTo>
                  <a:cubicBezTo>
                    <a:pt x="3" y="277"/>
                    <a:pt x="3" y="281"/>
                    <a:pt x="3" y="285"/>
                  </a:cubicBezTo>
                  <a:cubicBezTo>
                    <a:pt x="2" y="285"/>
                    <a:pt x="1" y="285"/>
                    <a:pt x="0" y="285"/>
                  </a:cubicBezTo>
                  <a:cubicBezTo>
                    <a:pt x="0" y="281"/>
                    <a:pt x="0" y="277"/>
                    <a:pt x="0" y="272"/>
                  </a:cubicBezTo>
                  <a:cubicBezTo>
                    <a:pt x="1" y="272"/>
                    <a:pt x="2" y="272"/>
                    <a:pt x="3" y="272"/>
                  </a:cubicBezTo>
                  <a:close/>
                  <a:moveTo>
                    <a:pt x="3" y="290"/>
                  </a:moveTo>
                  <a:cubicBezTo>
                    <a:pt x="3" y="295"/>
                    <a:pt x="3" y="299"/>
                    <a:pt x="3" y="303"/>
                  </a:cubicBezTo>
                  <a:cubicBezTo>
                    <a:pt x="2" y="303"/>
                    <a:pt x="1" y="303"/>
                    <a:pt x="0" y="303"/>
                  </a:cubicBezTo>
                  <a:cubicBezTo>
                    <a:pt x="0" y="299"/>
                    <a:pt x="0" y="295"/>
                    <a:pt x="0" y="290"/>
                  </a:cubicBezTo>
                  <a:cubicBezTo>
                    <a:pt x="1" y="290"/>
                    <a:pt x="2" y="290"/>
                    <a:pt x="3" y="290"/>
                  </a:cubicBezTo>
                  <a:close/>
                  <a:moveTo>
                    <a:pt x="3" y="227"/>
                  </a:moveTo>
                  <a:cubicBezTo>
                    <a:pt x="3" y="231"/>
                    <a:pt x="3" y="236"/>
                    <a:pt x="3" y="240"/>
                  </a:cubicBezTo>
                  <a:cubicBezTo>
                    <a:pt x="2" y="240"/>
                    <a:pt x="1" y="240"/>
                    <a:pt x="0" y="240"/>
                  </a:cubicBezTo>
                  <a:cubicBezTo>
                    <a:pt x="0" y="236"/>
                    <a:pt x="0" y="231"/>
                    <a:pt x="0" y="227"/>
                  </a:cubicBezTo>
                  <a:cubicBezTo>
                    <a:pt x="1" y="227"/>
                    <a:pt x="2" y="227"/>
                    <a:pt x="3" y="227"/>
                  </a:cubicBezTo>
                  <a:close/>
                  <a:moveTo>
                    <a:pt x="3" y="245"/>
                  </a:moveTo>
                  <a:cubicBezTo>
                    <a:pt x="3" y="249"/>
                    <a:pt x="3" y="254"/>
                    <a:pt x="3" y="258"/>
                  </a:cubicBezTo>
                  <a:cubicBezTo>
                    <a:pt x="2" y="258"/>
                    <a:pt x="1" y="258"/>
                    <a:pt x="0" y="258"/>
                  </a:cubicBezTo>
                  <a:cubicBezTo>
                    <a:pt x="0" y="254"/>
                    <a:pt x="0" y="249"/>
                    <a:pt x="0" y="245"/>
                  </a:cubicBezTo>
                  <a:cubicBezTo>
                    <a:pt x="1" y="245"/>
                    <a:pt x="2" y="245"/>
                    <a:pt x="3" y="245"/>
                  </a:cubicBezTo>
                  <a:close/>
                  <a:moveTo>
                    <a:pt x="3" y="182"/>
                  </a:moveTo>
                  <a:cubicBezTo>
                    <a:pt x="3" y="186"/>
                    <a:pt x="3" y="190"/>
                    <a:pt x="3" y="195"/>
                  </a:cubicBezTo>
                  <a:cubicBezTo>
                    <a:pt x="2" y="195"/>
                    <a:pt x="1" y="195"/>
                    <a:pt x="0" y="195"/>
                  </a:cubicBezTo>
                  <a:cubicBezTo>
                    <a:pt x="0" y="190"/>
                    <a:pt x="0" y="186"/>
                    <a:pt x="0" y="182"/>
                  </a:cubicBezTo>
                  <a:cubicBezTo>
                    <a:pt x="1" y="182"/>
                    <a:pt x="2" y="182"/>
                    <a:pt x="3" y="182"/>
                  </a:cubicBezTo>
                  <a:close/>
                  <a:moveTo>
                    <a:pt x="3" y="200"/>
                  </a:moveTo>
                  <a:cubicBezTo>
                    <a:pt x="3" y="204"/>
                    <a:pt x="3" y="208"/>
                    <a:pt x="3" y="213"/>
                  </a:cubicBezTo>
                  <a:cubicBezTo>
                    <a:pt x="2" y="213"/>
                    <a:pt x="1" y="213"/>
                    <a:pt x="0" y="213"/>
                  </a:cubicBezTo>
                  <a:cubicBezTo>
                    <a:pt x="0" y="208"/>
                    <a:pt x="0" y="204"/>
                    <a:pt x="0" y="200"/>
                  </a:cubicBezTo>
                  <a:cubicBezTo>
                    <a:pt x="1" y="200"/>
                    <a:pt x="2" y="200"/>
                    <a:pt x="3" y="200"/>
                  </a:cubicBezTo>
                  <a:close/>
                  <a:moveTo>
                    <a:pt x="3" y="136"/>
                  </a:moveTo>
                  <a:cubicBezTo>
                    <a:pt x="3" y="141"/>
                    <a:pt x="3" y="145"/>
                    <a:pt x="3" y="149"/>
                  </a:cubicBezTo>
                  <a:cubicBezTo>
                    <a:pt x="2" y="149"/>
                    <a:pt x="1" y="149"/>
                    <a:pt x="0" y="149"/>
                  </a:cubicBezTo>
                  <a:cubicBezTo>
                    <a:pt x="0" y="145"/>
                    <a:pt x="0" y="141"/>
                    <a:pt x="0" y="136"/>
                  </a:cubicBezTo>
                  <a:cubicBezTo>
                    <a:pt x="1" y="136"/>
                    <a:pt x="2" y="136"/>
                    <a:pt x="3" y="136"/>
                  </a:cubicBezTo>
                  <a:close/>
                  <a:moveTo>
                    <a:pt x="3" y="155"/>
                  </a:moveTo>
                  <a:cubicBezTo>
                    <a:pt x="3" y="159"/>
                    <a:pt x="3" y="163"/>
                    <a:pt x="3" y="167"/>
                  </a:cubicBezTo>
                  <a:cubicBezTo>
                    <a:pt x="2" y="167"/>
                    <a:pt x="1" y="167"/>
                    <a:pt x="0" y="167"/>
                  </a:cubicBezTo>
                  <a:cubicBezTo>
                    <a:pt x="0" y="163"/>
                    <a:pt x="0" y="159"/>
                    <a:pt x="0" y="155"/>
                  </a:cubicBezTo>
                  <a:cubicBezTo>
                    <a:pt x="1" y="155"/>
                    <a:pt x="2" y="155"/>
                    <a:pt x="3" y="155"/>
                  </a:cubicBezTo>
                  <a:close/>
                  <a:moveTo>
                    <a:pt x="3" y="91"/>
                  </a:moveTo>
                  <a:cubicBezTo>
                    <a:pt x="3" y="95"/>
                    <a:pt x="3" y="100"/>
                    <a:pt x="3" y="104"/>
                  </a:cubicBezTo>
                  <a:cubicBezTo>
                    <a:pt x="2" y="104"/>
                    <a:pt x="1" y="104"/>
                    <a:pt x="0" y="104"/>
                  </a:cubicBezTo>
                  <a:cubicBezTo>
                    <a:pt x="0" y="100"/>
                    <a:pt x="0" y="95"/>
                    <a:pt x="0" y="91"/>
                  </a:cubicBezTo>
                  <a:cubicBezTo>
                    <a:pt x="1" y="91"/>
                    <a:pt x="2" y="91"/>
                    <a:pt x="3" y="91"/>
                  </a:cubicBezTo>
                  <a:close/>
                  <a:moveTo>
                    <a:pt x="3" y="109"/>
                  </a:moveTo>
                  <a:cubicBezTo>
                    <a:pt x="3" y="114"/>
                    <a:pt x="3" y="118"/>
                    <a:pt x="3" y="122"/>
                  </a:cubicBezTo>
                  <a:cubicBezTo>
                    <a:pt x="2" y="122"/>
                    <a:pt x="1" y="122"/>
                    <a:pt x="0" y="122"/>
                  </a:cubicBezTo>
                  <a:cubicBezTo>
                    <a:pt x="0" y="118"/>
                    <a:pt x="0" y="114"/>
                    <a:pt x="0" y="109"/>
                  </a:cubicBezTo>
                  <a:cubicBezTo>
                    <a:pt x="1" y="109"/>
                    <a:pt x="2" y="109"/>
                    <a:pt x="3" y="109"/>
                  </a:cubicBezTo>
                  <a:close/>
                  <a:moveTo>
                    <a:pt x="3" y="46"/>
                  </a:moveTo>
                  <a:cubicBezTo>
                    <a:pt x="3" y="50"/>
                    <a:pt x="3" y="54"/>
                    <a:pt x="3" y="59"/>
                  </a:cubicBezTo>
                  <a:cubicBezTo>
                    <a:pt x="2" y="59"/>
                    <a:pt x="1" y="59"/>
                    <a:pt x="0" y="59"/>
                  </a:cubicBezTo>
                  <a:cubicBezTo>
                    <a:pt x="0" y="54"/>
                    <a:pt x="0" y="50"/>
                    <a:pt x="0" y="46"/>
                  </a:cubicBezTo>
                  <a:cubicBezTo>
                    <a:pt x="1" y="46"/>
                    <a:pt x="2" y="46"/>
                    <a:pt x="3" y="46"/>
                  </a:cubicBezTo>
                  <a:close/>
                  <a:moveTo>
                    <a:pt x="3" y="64"/>
                  </a:moveTo>
                  <a:cubicBezTo>
                    <a:pt x="3" y="68"/>
                    <a:pt x="3" y="73"/>
                    <a:pt x="3" y="77"/>
                  </a:cubicBezTo>
                  <a:cubicBezTo>
                    <a:pt x="2" y="77"/>
                    <a:pt x="1" y="77"/>
                    <a:pt x="0" y="77"/>
                  </a:cubicBezTo>
                  <a:cubicBezTo>
                    <a:pt x="0" y="73"/>
                    <a:pt x="0" y="68"/>
                    <a:pt x="0" y="64"/>
                  </a:cubicBezTo>
                  <a:cubicBezTo>
                    <a:pt x="1" y="64"/>
                    <a:pt x="2" y="64"/>
                    <a:pt x="3" y="64"/>
                  </a:cubicBezTo>
                  <a:close/>
                  <a:moveTo>
                    <a:pt x="3" y="408"/>
                  </a:moveTo>
                  <a:cubicBezTo>
                    <a:pt x="3" y="412"/>
                    <a:pt x="3" y="417"/>
                    <a:pt x="3" y="421"/>
                  </a:cubicBezTo>
                  <a:cubicBezTo>
                    <a:pt x="2" y="421"/>
                    <a:pt x="1" y="421"/>
                    <a:pt x="0" y="421"/>
                  </a:cubicBezTo>
                  <a:cubicBezTo>
                    <a:pt x="0" y="417"/>
                    <a:pt x="0" y="412"/>
                    <a:pt x="0" y="408"/>
                  </a:cubicBezTo>
                  <a:cubicBezTo>
                    <a:pt x="1" y="408"/>
                    <a:pt x="2" y="408"/>
                    <a:pt x="3" y="408"/>
                  </a:cubicBezTo>
                  <a:close/>
                  <a:moveTo>
                    <a:pt x="3" y="426"/>
                  </a:moveTo>
                  <a:cubicBezTo>
                    <a:pt x="3" y="431"/>
                    <a:pt x="3" y="435"/>
                    <a:pt x="3" y="439"/>
                  </a:cubicBezTo>
                  <a:cubicBezTo>
                    <a:pt x="2" y="439"/>
                    <a:pt x="1" y="439"/>
                    <a:pt x="0" y="439"/>
                  </a:cubicBezTo>
                  <a:cubicBezTo>
                    <a:pt x="0" y="435"/>
                    <a:pt x="0" y="431"/>
                    <a:pt x="0" y="426"/>
                  </a:cubicBezTo>
                  <a:cubicBezTo>
                    <a:pt x="1" y="426"/>
                    <a:pt x="2" y="426"/>
                    <a:pt x="3" y="426"/>
                  </a:cubicBezTo>
                  <a:close/>
                  <a:moveTo>
                    <a:pt x="3" y="0"/>
                  </a:moveTo>
                  <a:cubicBezTo>
                    <a:pt x="3" y="5"/>
                    <a:pt x="3" y="9"/>
                    <a:pt x="3" y="13"/>
                  </a:cubicBezTo>
                  <a:cubicBezTo>
                    <a:pt x="2" y="13"/>
                    <a:pt x="1" y="13"/>
                    <a:pt x="0" y="13"/>
                  </a:cubicBezTo>
                  <a:cubicBezTo>
                    <a:pt x="0" y="9"/>
                    <a:pt x="0" y="5"/>
                    <a:pt x="0" y="0"/>
                  </a:cubicBezTo>
                  <a:cubicBezTo>
                    <a:pt x="1" y="0"/>
                    <a:pt x="2" y="0"/>
                    <a:pt x="3" y="0"/>
                  </a:cubicBezTo>
                  <a:close/>
                  <a:moveTo>
                    <a:pt x="3" y="19"/>
                  </a:moveTo>
                  <a:cubicBezTo>
                    <a:pt x="3" y="23"/>
                    <a:pt x="3" y="27"/>
                    <a:pt x="3" y="32"/>
                  </a:cubicBezTo>
                  <a:cubicBezTo>
                    <a:pt x="2" y="32"/>
                    <a:pt x="1" y="32"/>
                    <a:pt x="0" y="32"/>
                  </a:cubicBezTo>
                  <a:cubicBezTo>
                    <a:pt x="0" y="27"/>
                    <a:pt x="0" y="23"/>
                    <a:pt x="0" y="19"/>
                  </a:cubicBezTo>
                  <a:cubicBezTo>
                    <a:pt x="1" y="19"/>
                    <a:pt x="2" y="19"/>
                    <a:pt x="3" y="19"/>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 name="Freeform 17"/>
            <p:cNvSpPr>
              <a:spLocks noEditPoints="1"/>
            </p:cNvSpPr>
            <p:nvPr/>
          </p:nvSpPr>
          <p:spPr bwMode="auto">
            <a:xfrm>
              <a:off x="5409" y="778"/>
              <a:ext cx="17" cy="2526"/>
            </a:xfrm>
            <a:custGeom>
              <a:avLst/>
              <a:gdLst>
                <a:gd name="T0" fmla="*/ 3 w 3"/>
                <a:gd name="T1" fmla="*/ 376 h 439"/>
                <a:gd name="T2" fmla="*/ 1 w 3"/>
                <a:gd name="T3" fmla="*/ 363 h 439"/>
                <a:gd name="T4" fmla="*/ 3 w 3"/>
                <a:gd name="T5" fmla="*/ 381 h 439"/>
                <a:gd name="T6" fmla="*/ 1 w 3"/>
                <a:gd name="T7" fmla="*/ 394 h 439"/>
                <a:gd name="T8" fmla="*/ 3 w 3"/>
                <a:gd name="T9" fmla="*/ 381 h 439"/>
                <a:gd name="T10" fmla="*/ 3 w 3"/>
                <a:gd name="T11" fmla="*/ 330 h 439"/>
                <a:gd name="T12" fmla="*/ 1 w 3"/>
                <a:gd name="T13" fmla="*/ 317 h 439"/>
                <a:gd name="T14" fmla="*/ 3 w 3"/>
                <a:gd name="T15" fmla="*/ 336 h 439"/>
                <a:gd name="T16" fmla="*/ 1 w 3"/>
                <a:gd name="T17" fmla="*/ 349 h 439"/>
                <a:gd name="T18" fmla="*/ 3 w 3"/>
                <a:gd name="T19" fmla="*/ 336 h 439"/>
                <a:gd name="T20" fmla="*/ 3 w 3"/>
                <a:gd name="T21" fmla="*/ 285 h 439"/>
                <a:gd name="T22" fmla="*/ 1 w 3"/>
                <a:gd name="T23" fmla="*/ 272 h 439"/>
                <a:gd name="T24" fmla="*/ 3 w 3"/>
                <a:gd name="T25" fmla="*/ 290 h 439"/>
                <a:gd name="T26" fmla="*/ 1 w 3"/>
                <a:gd name="T27" fmla="*/ 303 h 439"/>
                <a:gd name="T28" fmla="*/ 3 w 3"/>
                <a:gd name="T29" fmla="*/ 290 h 439"/>
                <a:gd name="T30" fmla="*/ 3 w 3"/>
                <a:gd name="T31" fmla="*/ 240 h 439"/>
                <a:gd name="T32" fmla="*/ 1 w 3"/>
                <a:gd name="T33" fmla="*/ 227 h 439"/>
                <a:gd name="T34" fmla="*/ 3 w 3"/>
                <a:gd name="T35" fmla="*/ 245 h 439"/>
                <a:gd name="T36" fmla="*/ 1 w 3"/>
                <a:gd name="T37" fmla="*/ 258 h 439"/>
                <a:gd name="T38" fmla="*/ 3 w 3"/>
                <a:gd name="T39" fmla="*/ 245 h 439"/>
                <a:gd name="T40" fmla="*/ 3 w 3"/>
                <a:gd name="T41" fmla="*/ 195 h 439"/>
                <a:gd name="T42" fmla="*/ 1 w 3"/>
                <a:gd name="T43" fmla="*/ 182 h 439"/>
                <a:gd name="T44" fmla="*/ 3 w 3"/>
                <a:gd name="T45" fmla="*/ 200 h 439"/>
                <a:gd name="T46" fmla="*/ 1 w 3"/>
                <a:gd name="T47" fmla="*/ 213 h 439"/>
                <a:gd name="T48" fmla="*/ 3 w 3"/>
                <a:gd name="T49" fmla="*/ 200 h 439"/>
                <a:gd name="T50" fmla="*/ 3 w 3"/>
                <a:gd name="T51" fmla="*/ 149 h 439"/>
                <a:gd name="T52" fmla="*/ 1 w 3"/>
                <a:gd name="T53" fmla="*/ 136 h 439"/>
                <a:gd name="T54" fmla="*/ 3 w 3"/>
                <a:gd name="T55" fmla="*/ 155 h 439"/>
                <a:gd name="T56" fmla="*/ 1 w 3"/>
                <a:gd name="T57" fmla="*/ 167 h 439"/>
                <a:gd name="T58" fmla="*/ 3 w 3"/>
                <a:gd name="T59" fmla="*/ 155 h 439"/>
                <a:gd name="T60" fmla="*/ 3 w 3"/>
                <a:gd name="T61" fmla="*/ 104 h 439"/>
                <a:gd name="T62" fmla="*/ 1 w 3"/>
                <a:gd name="T63" fmla="*/ 91 h 439"/>
                <a:gd name="T64" fmla="*/ 3 w 3"/>
                <a:gd name="T65" fmla="*/ 109 h 439"/>
                <a:gd name="T66" fmla="*/ 1 w 3"/>
                <a:gd name="T67" fmla="*/ 122 h 439"/>
                <a:gd name="T68" fmla="*/ 3 w 3"/>
                <a:gd name="T69" fmla="*/ 109 h 439"/>
                <a:gd name="T70" fmla="*/ 3 w 3"/>
                <a:gd name="T71" fmla="*/ 59 h 439"/>
                <a:gd name="T72" fmla="*/ 1 w 3"/>
                <a:gd name="T73" fmla="*/ 46 h 439"/>
                <a:gd name="T74" fmla="*/ 3 w 3"/>
                <a:gd name="T75" fmla="*/ 64 h 439"/>
                <a:gd name="T76" fmla="*/ 1 w 3"/>
                <a:gd name="T77" fmla="*/ 77 h 439"/>
                <a:gd name="T78" fmla="*/ 3 w 3"/>
                <a:gd name="T79" fmla="*/ 64 h 439"/>
                <a:gd name="T80" fmla="*/ 3 w 3"/>
                <a:gd name="T81" fmla="*/ 421 h 439"/>
                <a:gd name="T82" fmla="*/ 0 w 3"/>
                <a:gd name="T83" fmla="*/ 408 h 439"/>
                <a:gd name="T84" fmla="*/ 3 w 3"/>
                <a:gd name="T85" fmla="*/ 426 h 439"/>
                <a:gd name="T86" fmla="*/ 0 w 3"/>
                <a:gd name="T87" fmla="*/ 439 h 439"/>
                <a:gd name="T88" fmla="*/ 3 w 3"/>
                <a:gd name="T89" fmla="*/ 426 h 439"/>
                <a:gd name="T90" fmla="*/ 3 w 3"/>
                <a:gd name="T91" fmla="*/ 13 h 439"/>
                <a:gd name="T92" fmla="*/ 0 w 3"/>
                <a:gd name="T93" fmla="*/ 0 h 439"/>
                <a:gd name="T94" fmla="*/ 3 w 3"/>
                <a:gd name="T95" fmla="*/ 19 h 439"/>
                <a:gd name="T96" fmla="*/ 0 w 3"/>
                <a:gd name="T97" fmla="*/ 32 h 439"/>
                <a:gd name="T98" fmla="*/ 3 w 3"/>
                <a:gd name="T99" fmla="*/ 19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 h="439">
                  <a:moveTo>
                    <a:pt x="3" y="363"/>
                  </a:moveTo>
                  <a:cubicBezTo>
                    <a:pt x="3" y="367"/>
                    <a:pt x="3" y="371"/>
                    <a:pt x="3" y="376"/>
                  </a:cubicBezTo>
                  <a:cubicBezTo>
                    <a:pt x="2" y="376"/>
                    <a:pt x="1" y="376"/>
                    <a:pt x="1" y="376"/>
                  </a:cubicBezTo>
                  <a:cubicBezTo>
                    <a:pt x="1" y="371"/>
                    <a:pt x="1" y="367"/>
                    <a:pt x="1" y="363"/>
                  </a:cubicBezTo>
                  <a:cubicBezTo>
                    <a:pt x="1" y="363"/>
                    <a:pt x="2" y="363"/>
                    <a:pt x="3" y="363"/>
                  </a:cubicBezTo>
                  <a:close/>
                  <a:moveTo>
                    <a:pt x="3" y="381"/>
                  </a:moveTo>
                  <a:cubicBezTo>
                    <a:pt x="3" y="385"/>
                    <a:pt x="3" y="390"/>
                    <a:pt x="3" y="394"/>
                  </a:cubicBezTo>
                  <a:cubicBezTo>
                    <a:pt x="2" y="394"/>
                    <a:pt x="1" y="394"/>
                    <a:pt x="1" y="394"/>
                  </a:cubicBezTo>
                  <a:cubicBezTo>
                    <a:pt x="1" y="390"/>
                    <a:pt x="1" y="385"/>
                    <a:pt x="1" y="381"/>
                  </a:cubicBezTo>
                  <a:cubicBezTo>
                    <a:pt x="1" y="381"/>
                    <a:pt x="2" y="381"/>
                    <a:pt x="3" y="381"/>
                  </a:cubicBezTo>
                  <a:close/>
                  <a:moveTo>
                    <a:pt x="3" y="317"/>
                  </a:moveTo>
                  <a:cubicBezTo>
                    <a:pt x="3" y="322"/>
                    <a:pt x="3" y="326"/>
                    <a:pt x="3" y="330"/>
                  </a:cubicBezTo>
                  <a:cubicBezTo>
                    <a:pt x="2" y="330"/>
                    <a:pt x="1" y="330"/>
                    <a:pt x="1" y="330"/>
                  </a:cubicBezTo>
                  <a:cubicBezTo>
                    <a:pt x="1" y="326"/>
                    <a:pt x="1" y="322"/>
                    <a:pt x="1" y="317"/>
                  </a:cubicBezTo>
                  <a:cubicBezTo>
                    <a:pt x="1" y="317"/>
                    <a:pt x="2" y="317"/>
                    <a:pt x="3" y="317"/>
                  </a:cubicBezTo>
                  <a:close/>
                  <a:moveTo>
                    <a:pt x="3" y="336"/>
                  </a:moveTo>
                  <a:cubicBezTo>
                    <a:pt x="3" y="340"/>
                    <a:pt x="3" y="344"/>
                    <a:pt x="3" y="349"/>
                  </a:cubicBezTo>
                  <a:cubicBezTo>
                    <a:pt x="2" y="349"/>
                    <a:pt x="1" y="349"/>
                    <a:pt x="1" y="349"/>
                  </a:cubicBezTo>
                  <a:cubicBezTo>
                    <a:pt x="1" y="344"/>
                    <a:pt x="1" y="340"/>
                    <a:pt x="1" y="336"/>
                  </a:cubicBezTo>
                  <a:cubicBezTo>
                    <a:pt x="1" y="336"/>
                    <a:pt x="2" y="336"/>
                    <a:pt x="3" y="336"/>
                  </a:cubicBezTo>
                  <a:close/>
                  <a:moveTo>
                    <a:pt x="3" y="272"/>
                  </a:moveTo>
                  <a:cubicBezTo>
                    <a:pt x="3" y="277"/>
                    <a:pt x="3" y="281"/>
                    <a:pt x="3" y="285"/>
                  </a:cubicBezTo>
                  <a:cubicBezTo>
                    <a:pt x="2" y="285"/>
                    <a:pt x="1" y="285"/>
                    <a:pt x="1" y="285"/>
                  </a:cubicBezTo>
                  <a:cubicBezTo>
                    <a:pt x="1" y="281"/>
                    <a:pt x="1" y="277"/>
                    <a:pt x="1" y="272"/>
                  </a:cubicBezTo>
                  <a:cubicBezTo>
                    <a:pt x="1" y="272"/>
                    <a:pt x="2" y="272"/>
                    <a:pt x="3" y="272"/>
                  </a:cubicBezTo>
                  <a:close/>
                  <a:moveTo>
                    <a:pt x="3" y="290"/>
                  </a:moveTo>
                  <a:cubicBezTo>
                    <a:pt x="3" y="295"/>
                    <a:pt x="3" y="299"/>
                    <a:pt x="3" y="303"/>
                  </a:cubicBezTo>
                  <a:cubicBezTo>
                    <a:pt x="2" y="303"/>
                    <a:pt x="1" y="303"/>
                    <a:pt x="1" y="303"/>
                  </a:cubicBezTo>
                  <a:cubicBezTo>
                    <a:pt x="1" y="299"/>
                    <a:pt x="1" y="295"/>
                    <a:pt x="1" y="290"/>
                  </a:cubicBezTo>
                  <a:cubicBezTo>
                    <a:pt x="1" y="290"/>
                    <a:pt x="2" y="290"/>
                    <a:pt x="3" y="290"/>
                  </a:cubicBezTo>
                  <a:close/>
                  <a:moveTo>
                    <a:pt x="3" y="227"/>
                  </a:moveTo>
                  <a:cubicBezTo>
                    <a:pt x="3" y="231"/>
                    <a:pt x="3" y="236"/>
                    <a:pt x="3" y="240"/>
                  </a:cubicBezTo>
                  <a:cubicBezTo>
                    <a:pt x="2" y="240"/>
                    <a:pt x="1" y="240"/>
                    <a:pt x="1" y="240"/>
                  </a:cubicBezTo>
                  <a:cubicBezTo>
                    <a:pt x="1" y="236"/>
                    <a:pt x="1" y="231"/>
                    <a:pt x="1" y="227"/>
                  </a:cubicBezTo>
                  <a:cubicBezTo>
                    <a:pt x="1" y="227"/>
                    <a:pt x="2" y="227"/>
                    <a:pt x="3" y="227"/>
                  </a:cubicBezTo>
                  <a:close/>
                  <a:moveTo>
                    <a:pt x="3" y="245"/>
                  </a:moveTo>
                  <a:cubicBezTo>
                    <a:pt x="3" y="249"/>
                    <a:pt x="3" y="254"/>
                    <a:pt x="3" y="258"/>
                  </a:cubicBezTo>
                  <a:cubicBezTo>
                    <a:pt x="2" y="258"/>
                    <a:pt x="1" y="258"/>
                    <a:pt x="1" y="258"/>
                  </a:cubicBezTo>
                  <a:cubicBezTo>
                    <a:pt x="1" y="254"/>
                    <a:pt x="1" y="249"/>
                    <a:pt x="1" y="245"/>
                  </a:cubicBezTo>
                  <a:cubicBezTo>
                    <a:pt x="1" y="245"/>
                    <a:pt x="2" y="245"/>
                    <a:pt x="3" y="245"/>
                  </a:cubicBezTo>
                  <a:close/>
                  <a:moveTo>
                    <a:pt x="3" y="182"/>
                  </a:moveTo>
                  <a:cubicBezTo>
                    <a:pt x="3" y="186"/>
                    <a:pt x="3" y="190"/>
                    <a:pt x="3" y="195"/>
                  </a:cubicBezTo>
                  <a:cubicBezTo>
                    <a:pt x="2" y="195"/>
                    <a:pt x="1" y="195"/>
                    <a:pt x="1" y="195"/>
                  </a:cubicBezTo>
                  <a:cubicBezTo>
                    <a:pt x="1" y="190"/>
                    <a:pt x="1" y="186"/>
                    <a:pt x="1" y="182"/>
                  </a:cubicBezTo>
                  <a:cubicBezTo>
                    <a:pt x="1" y="182"/>
                    <a:pt x="2" y="182"/>
                    <a:pt x="3" y="182"/>
                  </a:cubicBezTo>
                  <a:close/>
                  <a:moveTo>
                    <a:pt x="3" y="200"/>
                  </a:moveTo>
                  <a:cubicBezTo>
                    <a:pt x="3" y="204"/>
                    <a:pt x="3" y="208"/>
                    <a:pt x="3" y="213"/>
                  </a:cubicBezTo>
                  <a:cubicBezTo>
                    <a:pt x="2" y="213"/>
                    <a:pt x="1" y="213"/>
                    <a:pt x="1" y="213"/>
                  </a:cubicBezTo>
                  <a:cubicBezTo>
                    <a:pt x="1" y="208"/>
                    <a:pt x="1" y="204"/>
                    <a:pt x="1" y="200"/>
                  </a:cubicBezTo>
                  <a:cubicBezTo>
                    <a:pt x="1" y="200"/>
                    <a:pt x="2" y="200"/>
                    <a:pt x="3" y="200"/>
                  </a:cubicBezTo>
                  <a:close/>
                  <a:moveTo>
                    <a:pt x="3" y="136"/>
                  </a:moveTo>
                  <a:cubicBezTo>
                    <a:pt x="3" y="141"/>
                    <a:pt x="3" y="145"/>
                    <a:pt x="3" y="149"/>
                  </a:cubicBezTo>
                  <a:cubicBezTo>
                    <a:pt x="2" y="149"/>
                    <a:pt x="1" y="149"/>
                    <a:pt x="1" y="149"/>
                  </a:cubicBezTo>
                  <a:cubicBezTo>
                    <a:pt x="1" y="145"/>
                    <a:pt x="1" y="141"/>
                    <a:pt x="1" y="136"/>
                  </a:cubicBezTo>
                  <a:cubicBezTo>
                    <a:pt x="1" y="136"/>
                    <a:pt x="2" y="136"/>
                    <a:pt x="3" y="136"/>
                  </a:cubicBezTo>
                  <a:close/>
                  <a:moveTo>
                    <a:pt x="3" y="155"/>
                  </a:moveTo>
                  <a:cubicBezTo>
                    <a:pt x="3" y="159"/>
                    <a:pt x="3" y="163"/>
                    <a:pt x="3" y="167"/>
                  </a:cubicBezTo>
                  <a:cubicBezTo>
                    <a:pt x="2" y="167"/>
                    <a:pt x="1" y="167"/>
                    <a:pt x="1" y="167"/>
                  </a:cubicBezTo>
                  <a:cubicBezTo>
                    <a:pt x="1" y="163"/>
                    <a:pt x="1" y="159"/>
                    <a:pt x="1" y="155"/>
                  </a:cubicBezTo>
                  <a:cubicBezTo>
                    <a:pt x="1" y="155"/>
                    <a:pt x="2" y="155"/>
                    <a:pt x="3" y="155"/>
                  </a:cubicBezTo>
                  <a:close/>
                  <a:moveTo>
                    <a:pt x="3" y="91"/>
                  </a:moveTo>
                  <a:cubicBezTo>
                    <a:pt x="3" y="95"/>
                    <a:pt x="3" y="100"/>
                    <a:pt x="3" y="104"/>
                  </a:cubicBezTo>
                  <a:cubicBezTo>
                    <a:pt x="2" y="104"/>
                    <a:pt x="1" y="104"/>
                    <a:pt x="1" y="104"/>
                  </a:cubicBezTo>
                  <a:cubicBezTo>
                    <a:pt x="1" y="100"/>
                    <a:pt x="1" y="95"/>
                    <a:pt x="1" y="91"/>
                  </a:cubicBezTo>
                  <a:cubicBezTo>
                    <a:pt x="1" y="91"/>
                    <a:pt x="2" y="91"/>
                    <a:pt x="3" y="91"/>
                  </a:cubicBezTo>
                  <a:close/>
                  <a:moveTo>
                    <a:pt x="3" y="109"/>
                  </a:moveTo>
                  <a:cubicBezTo>
                    <a:pt x="3" y="114"/>
                    <a:pt x="3" y="118"/>
                    <a:pt x="3" y="122"/>
                  </a:cubicBezTo>
                  <a:cubicBezTo>
                    <a:pt x="2" y="122"/>
                    <a:pt x="1" y="122"/>
                    <a:pt x="1" y="122"/>
                  </a:cubicBezTo>
                  <a:cubicBezTo>
                    <a:pt x="1" y="118"/>
                    <a:pt x="1" y="114"/>
                    <a:pt x="1" y="109"/>
                  </a:cubicBezTo>
                  <a:cubicBezTo>
                    <a:pt x="1" y="109"/>
                    <a:pt x="2" y="109"/>
                    <a:pt x="3" y="109"/>
                  </a:cubicBezTo>
                  <a:close/>
                  <a:moveTo>
                    <a:pt x="3" y="46"/>
                  </a:moveTo>
                  <a:cubicBezTo>
                    <a:pt x="3" y="50"/>
                    <a:pt x="3" y="54"/>
                    <a:pt x="3" y="59"/>
                  </a:cubicBezTo>
                  <a:cubicBezTo>
                    <a:pt x="2" y="59"/>
                    <a:pt x="1" y="59"/>
                    <a:pt x="1" y="59"/>
                  </a:cubicBezTo>
                  <a:cubicBezTo>
                    <a:pt x="1" y="54"/>
                    <a:pt x="1" y="50"/>
                    <a:pt x="1" y="46"/>
                  </a:cubicBezTo>
                  <a:cubicBezTo>
                    <a:pt x="1" y="46"/>
                    <a:pt x="2" y="46"/>
                    <a:pt x="3" y="46"/>
                  </a:cubicBezTo>
                  <a:close/>
                  <a:moveTo>
                    <a:pt x="3" y="64"/>
                  </a:moveTo>
                  <a:cubicBezTo>
                    <a:pt x="3" y="68"/>
                    <a:pt x="3" y="73"/>
                    <a:pt x="3" y="77"/>
                  </a:cubicBezTo>
                  <a:cubicBezTo>
                    <a:pt x="2" y="77"/>
                    <a:pt x="1" y="77"/>
                    <a:pt x="1" y="77"/>
                  </a:cubicBezTo>
                  <a:cubicBezTo>
                    <a:pt x="1" y="73"/>
                    <a:pt x="1" y="68"/>
                    <a:pt x="1" y="64"/>
                  </a:cubicBezTo>
                  <a:cubicBezTo>
                    <a:pt x="1" y="64"/>
                    <a:pt x="2" y="64"/>
                    <a:pt x="3" y="64"/>
                  </a:cubicBezTo>
                  <a:close/>
                  <a:moveTo>
                    <a:pt x="3" y="408"/>
                  </a:moveTo>
                  <a:cubicBezTo>
                    <a:pt x="3" y="412"/>
                    <a:pt x="3" y="417"/>
                    <a:pt x="3" y="421"/>
                  </a:cubicBezTo>
                  <a:cubicBezTo>
                    <a:pt x="2" y="421"/>
                    <a:pt x="1" y="421"/>
                    <a:pt x="0" y="421"/>
                  </a:cubicBezTo>
                  <a:cubicBezTo>
                    <a:pt x="0" y="417"/>
                    <a:pt x="0" y="412"/>
                    <a:pt x="0" y="408"/>
                  </a:cubicBezTo>
                  <a:cubicBezTo>
                    <a:pt x="1" y="408"/>
                    <a:pt x="2" y="408"/>
                    <a:pt x="3" y="408"/>
                  </a:cubicBezTo>
                  <a:close/>
                  <a:moveTo>
                    <a:pt x="3" y="426"/>
                  </a:moveTo>
                  <a:cubicBezTo>
                    <a:pt x="3" y="439"/>
                    <a:pt x="3" y="439"/>
                    <a:pt x="3" y="439"/>
                  </a:cubicBezTo>
                  <a:cubicBezTo>
                    <a:pt x="0" y="439"/>
                    <a:pt x="0" y="439"/>
                    <a:pt x="0" y="439"/>
                  </a:cubicBezTo>
                  <a:cubicBezTo>
                    <a:pt x="0" y="426"/>
                    <a:pt x="0" y="426"/>
                    <a:pt x="0" y="426"/>
                  </a:cubicBezTo>
                  <a:cubicBezTo>
                    <a:pt x="3" y="426"/>
                    <a:pt x="3" y="426"/>
                    <a:pt x="3" y="426"/>
                  </a:cubicBezTo>
                  <a:close/>
                  <a:moveTo>
                    <a:pt x="3" y="0"/>
                  </a:moveTo>
                  <a:cubicBezTo>
                    <a:pt x="3" y="5"/>
                    <a:pt x="3" y="9"/>
                    <a:pt x="3" y="13"/>
                  </a:cubicBezTo>
                  <a:cubicBezTo>
                    <a:pt x="2" y="13"/>
                    <a:pt x="1" y="13"/>
                    <a:pt x="0" y="13"/>
                  </a:cubicBezTo>
                  <a:cubicBezTo>
                    <a:pt x="0" y="9"/>
                    <a:pt x="0" y="5"/>
                    <a:pt x="0" y="0"/>
                  </a:cubicBezTo>
                  <a:cubicBezTo>
                    <a:pt x="1" y="0"/>
                    <a:pt x="2" y="0"/>
                    <a:pt x="3" y="0"/>
                  </a:cubicBezTo>
                  <a:close/>
                  <a:moveTo>
                    <a:pt x="3" y="19"/>
                  </a:moveTo>
                  <a:cubicBezTo>
                    <a:pt x="3" y="32"/>
                    <a:pt x="3" y="32"/>
                    <a:pt x="3" y="32"/>
                  </a:cubicBezTo>
                  <a:cubicBezTo>
                    <a:pt x="0" y="32"/>
                    <a:pt x="0" y="32"/>
                    <a:pt x="0" y="32"/>
                  </a:cubicBezTo>
                  <a:cubicBezTo>
                    <a:pt x="0" y="19"/>
                    <a:pt x="0" y="19"/>
                    <a:pt x="0" y="19"/>
                  </a:cubicBezTo>
                  <a:cubicBezTo>
                    <a:pt x="3" y="19"/>
                    <a:pt x="3" y="19"/>
                    <a:pt x="3" y="19"/>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aphicFrame>
        <p:nvGraphicFramePr>
          <p:cNvPr id="66" name="图表 65"/>
          <p:cNvGraphicFramePr/>
          <p:nvPr/>
        </p:nvGraphicFramePr>
        <p:xfrm>
          <a:off x="4322185" y="1890399"/>
          <a:ext cx="6625134" cy="4362988"/>
        </p:xfrm>
        <a:graphic>
          <a:graphicData uri="http://schemas.openxmlformats.org/drawingml/2006/chart">
            <c:chart xmlns:c="http://schemas.openxmlformats.org/drawingml/2006/chart" xmlns:r="http://schemas.openxmlformats.org/officeDocument/2006/relationships" r:id="rId2"/>
          </a:graphicData>
        </a:graphic>
      </p:graphicFrame>
      <p:sp>
        <p:nvSpPr>
          <p:cNvPr id="80" name="Freeform 20"/>
          <p:cNvSpPr>
            <a:spLocks/>
          </p:cNvSpPr>
          <p:nvPr/>
        </p:nvSpPr>
        <p:spPr bwMode="auto">
          <a:xfrm>
            <a:off x="4863807" y="4436510"/>
            <a:ext cx="774699" cy="1671643"/>
          </a:xfrm>
          <a:custGeom>
            <a:avLst/>
            <a:gdLst>
              <a:gd name="T0" fmla="*/ 379 w 488"/>
              <a:gd name="T1" fmla="*/ 1053 h 1053"/>
              <a:gd name="T2" fmla="*/ 109 w 488"/>
              <a:gd name="T3" fmla="*/ 1053 h 1053"/>
              <a:gd name="T4" fmla="*/ 109 w 488"/>
              <a:gd name="T5" fmla="*/ 247 h 1053"/>
              <a:gd name="T6" fmla="*/ 0 w 488"/>
              <a:gd name="T7" fmla="*/ 247 h 1053"/>
              <a:gd name="T8" fmla="*/ 241 w 488"/>
              <a:gd name="T9" fmla="*/ 0 h 1053"/>
              <a:gd name="T10" fmla="*/ 488 w 488"/>
              <a:gd name="T11" fmla="*/ 247 h 1053"/>
              <a:gd name="T12" fmla="*/ 379 w 488"/>
              <a:gd name="T13" fmla="*/ 247 h 1053"/>
              <a:gd name="T14" fmla="*/ 379 w 488"/>
              <a:gd name="T15" fmla="*/ 1053 h 1053"/>
              <a:gd name="T16" fmla="*/ 379 w 488"/>
              <a:gd name="T17" fmla="*/ 1053 h 10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8" h="1053">
                <a:moveTo>
                  <a:pt x="379" y="1053"/>
                </a:moveTo>
                <a:lnTo>
                  <a:pt x="109" y="1053"/>
                </a:lnTo>
                <a:lnTo>
                  <a:pt x="109" y="247"/>
                </a:lnTo>
                <a:lnTo>
                  <a:pt x="0" y="247"/>
                </a:lnTo>
                <a:lnTo>
                  <a:pt x="241" y="0"/>
                </a:lnTo>
                <a:lnTo>
                  <a:pt x="488" y="247"/>
                </a:lnTo>
                <a:lnTo>
                  <a:pt x="379" y="247"/>
                </a:lnTo>
                <a:lnTo>
                  <a:pt x="379" y="1053"/>
                </a:lnTo>
                <a:lnTo>
                  <a:pt x="379" y="1053"/>
                </a:lnTo>
                <a:close/>
              </a:path>
            </a:pathLst>
          </a:custGeom>
          <a:solidFill>
            <a:srgbClr val="EE76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 name="Freeform 22"/>
          <p:cNvSpPr>
            <a:spLocks/>
          </p:cNvSpPr>
          <p:nvPr/>
        </p:nvSpPr>
        <p:spPr bwMode="auto">
          <a:xfrm>
            <a:off x="6452673" y="3465447"/>
            <a:ext cx="774699" cy="1433517"/>
          </a:xfrm>
          <a:custGeom>
            <a:avLst/>
            <a:gdLst>
              <a:gd name="T0" fmla="*/ 115 w 488"/>
              <a:gd name="T1" fmla="*/ 0 h 903"/>
              <a:gd name="T2" fmla="*/ 379 w 488"/>
              <a:gd name="T3" fmla="*/ 0 h 903"/>
              <a:gd name="T4" fmla="*/ 379 w 488"/>
              <a:gd name="T5" fmla="*/ 662 h 903"/>
              <a:gd name="T6" fmla="*/ 488 w 488"/>
              <a:gd name="T7" fmla="*/ 662 h 903"/>
              <a:gd name="T8" fmla="*/ 247 w 488"/>
              <a:gd name="T9" fmla="*/ 903 h 903"/>
              <a:gd name="T10" fmla="*/ 0 w 488"/>
              <a:gd name="T11" fmla="*/ 662 h 903"/>
              <a:gd name="T12" fmla="*/ 115 w 488"/>
              <a:gd name="T13" fmla="*/ 662 h 903"/>
              <a:gd name="T14" fmla="*/ 115 w 488"/>
              <a:gd name="T15" fmla="*/ 0 h 903"/>
              <a:gd name="T16" fmla="*/ 115 w 488"/>
              <a:gd name="T17" fmla="*/ 0 h 9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8" h="903">
                <a:moveTo>
                  <a:pt x="115" y="0"/>
                </a:moveTo>
                <a:lnTo>
                  <a:pt x="379" y="0"/>
                </a:lnTo>
                <a:lnTo>
                  <a:pt x="379" y="662"/>
                </a:lnTo>
                <a:lnTo>
                  <a:pt x="488" y="662"/>
                </a:lnTo>
                <a:lnTo>
                  <a:pt x="247" y="903"/>
                </a:lnTo>
                <a:lnTo>
                  <a:pt x="0" y="662"/>
                </a:lnTo>
                <a:lnTo>
                  <a:pt x="115" y="662"/>
                </a:lnTo>
                <a:lnTo>
                  <a:pt x="115" y="0"/>
                </a:lnTo>
                <a:lnTo>
                  <a:pt x="115" y="0"/>
                </a:lnTo>
                <a:close/>
              </a:path>
            </a:pathLst>
          </a:custGeom>
          <a:solidFill>
            <a:srgbClr val="7579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 name="Freeform 26"/>
          <p:cNvSpPr>
            <a:spLocks/>
          </p:cNvSpPr>
          <p:nvPr/>
        </p:nvSpPr>
        <p:spPr bwMode="auto">
          <a:xfrm>
            <a:off x="8038583" y="4436510"/>
            <a:ext cx="773112" cy="1671643"/>
          </a:xfrm>
          <a:custGeom>
            <a:avLst/>
            <a:gdLst>
              <a:gd name="T0" fmla="*/ 373 w 487"/>
              <a:gd name="T1" fmla="*/ 1053 h 1053"/>
              <a:gd name="T2" fmla="*/ 109 w 487"/>
              <a:gd name="T3" fmla="*/ 1053 h 1053"/>
              <a:gd name="T4" fmla="*/ 109 w 487"/>
              <a:gd name="T5" fmla="*/ 247 h 1053"/>
              <a:gd name="T6" fmla="*/ 0 w 487"/>
              <a:gd name="T7" fmla="*/ 247 h 1053"/>
              <a:gd name="T8" fmla="*/ 241 w 487"/>
              <a:gd name="T9" fmla="*/ 0 h 1053"/>
              <a:gd name="T10" fmla="*/ 487 w 487"/>
              <a:gd name="T11" fmla="*/ 247 h 1053"/>
              <a:gd name="T12" fmla="*/ 373 w 487"/>
              <a:gd name="T13" fmla="*/ 247 h 1053"/>
              <a:gd name="T14" fmla="*/ 373 w 487"/>
              <a:gd name="T15" fmla="*/ 1053 h 1053"/>
              <a:gd name="T16" fmla="*/ 373 w 487"/>
              <a:gd name="T17" fmla="*/ 1053 h 10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7" h="1053">
                <a:moveTo>
                  <a:pt x="373" y="1053"/>
                </a:moveTo>
                <a:lnTo>
                  <a:pt x="109" y="1053"/>
                </a:lnTo>
                <a:lnTo>
                  <a:pt x="109" y="247"/>
                </a:lnTo>
                <a:lnTo>
                  <a:pt x="0" y="247"/>
                </a:lnTo>
                <a:lnTo>
                  <a:pt x="241" y="0"/>
                </a:lnTo>
                <a:lnTo>
                  <a:pt x="487" y="247"/>
                </a:lnTo>
                <a:lnTo>
                  <a:pt x="373" y="247"/>
                </a:lnTo>
                <a:lnTo>
                  <a:pt x="373" y="1053"/>
                </a:lnTo>
                <a:lnTo>
                  <a:pt x="373" y="1053"/>
                </a:lnTo>
                <a:close/>
              </a:path>
            </a:pathLst>
          </a:custGeom>
          <a:solidFill>
            <a:srgbClr val="FDD8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 name="Freeform 28"/>
          <p:cNvSpPr>
            <a:spLocks/>
          </p:cNvSpPr>
          <p:nvPr/>
        </p:nvSpPr>
        <p:spPr bwMode="auto">
          <a:xfrm>
            <a:off x="9627449" y="2934091"/>
            <a:ext cx="774699" cy="1908181"/>
          </a:xfrm>
          <a:custGeom>
            <a:avLst/>
            <a:gdLst>
              <a:gd name="T0" fmla="*/ 115 w 488"/>
              <a:gd name="T1" fmla="*/ 0 h 1202"/>
              <a:gd name="T2" fmla="*/ 379 w 488"/>
              <a:gd name="T3" fmla="*/ 0 h 1202"/>
              <a:gd name="T4" fmla="*/ 379 w 488"/>
              <a:gd name="T5" fmla="*/ 955 h 1202"/>
              <a:gd name="T6" fmla="*/ 488 w 488"/>
              <a:gd name="T7" fmla="*/ 955 h 1202"/>
              <a:gd name="T8" fmla="*/ 247 w 488"/>
              <a:gd name="T9" fmla="*/ 1202 h 1202"/>
              <a:gd name="T10" fmla="*/ 0 w 488"/>
              <a:gd name="T11" fmla="*/ 955 h 1202"/>
              <a:gd name="T12" fmla="*/ 115 w 488"/>
              <a:gd name="T13" fmla="*/ 955 h 1202"/>
              <a:gd name="T14" fmla="*/ 115 w 488"/>
              <a:gd name="T15" fmla="*/ 0 h 1202"/>
              <a:gd name="T16" fmla="*/ 115 w 488"/>
              <a:gd name="T17" fmla="*/ 0 h 1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8" h="1202">
                <a:moveTo>
                  <a:pt x="115" y="0"/>
                </a:moveTo>
                <a:lnTo>
                  <a:pt x="379" y="0"/>
                </a:lnTo>
                <a:lnTo>
                  <a:pt x="379" y="955"/>
                </a:lnTo>
                <a:lnTo>
                  <a:pt x="488" y="955"/>
                </a:lnTo>
                <a:lnTo>
                  <a:pt x="247" y="1202"/>
                </a:lnTo>
                <a:lnTo>
                  <a:pt x="0" y="955"/>
                </a:lnTo>
                <a:lnTo>
                  <a:pt x="115" y="955"/>
                </a:lnTo>
                <a:lnTo>
                  <a:pt x="115" y="0"/>
                </a:lnTo>
                <a:lnTo>
                  <a:pt x="115" y="0"/>
                </a:lnTo>
                <a:close/>
              </a:path>
            </a:pathLst>
          </a:custGeom>
          <a:solidFill>
            <a:srgbClr val="5CB5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 name="文本框 83"/>
          <p:cNvSpPr txBox="1"/>
          <p:nvPr/>
        </p:nvSpPr>
        <p:spPr>
          <a:xfrm>
            <a:off x="1000603" y="858685"/>
            <a:ext cx="7109639" cy="369332"/>
          </a:xfrm>
          <a:prstGeom prst="rect">
            <a:avLst/>
          </a:prstGeom>
          <a:noFill/>
        </p:spPr>
        <p:txBody>
          <a:bodyPr wrap="none" rtlCol="0">
            <a:spAutoFit/>
          </a:bodyPr>
          <a:lstStyle/>
          <a:p>
            <a:r>
              <a:rPr lang="zh-CN" altLang="en-US" dirty="0">
                <a:solidFill>
                  <a:prstClr val="black">
                    <a:lumMod val="65000"/>
                    <a:lumOff val="35000"/>
                  </a:prstClr>
                </a:solidFill>
              </a:rPr>
              <a:t>下图为图表和图形组合而成，可以根据需要修改图表数字以及颜色。</a:t>
            </a:r>
          </a:p>
        </p:txBody>
      </p:sp>
      <p:sp>
        <p:nvSpPr>
          <p:cNvPr id="24" name="矩形 39"/>
          <p:cNvSpPr/>
          <p:nvPr/>
        </p:nvSpPr>
        <p:spPr>
          <a:xfrm>
            <a:off x="0" y="203088"/>
            <a:ext cx="1774845" cy="523220"/>
          </a:xfrm>
          <a:prstGeom prst="rect">
            <a:avLst/>
          </a:prstGeom>
          <a:noFill/>
        </p:spPr>
        <p:txBody>
          <a:bodyPr wrap="none" rtlCol="0">
            <a:spAutoFit/>
          </a:bodyPr>
          <a:lstStyle/>
          <a:p>
            <a:r>
              <a:rPr lang="zh-CN" altLang="en-US" sz="2800" b="1" dirty="0">
                <a:solidFill>
                  <a:schemeClr val="tx1">
                    <a:lumMod val="65000"/>
                    <a:lumOff val="35000"/>
                  </a:schemeClr>
                </a:solidFill>
              </a:rPr>
              <a:t>柱</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条形图</a:t>
            </a:r>
          </a:p>
        </p:txBody>
      </p:sp>
    </p:spTree>
    <p:extLst>
      <p:ext uri="{BB962C8B-B14F-4D97-AF65-F5344CB8AC3E}">
        <p14:creationId xmlns:p14="http://schemas.microsoft.com/office/powerpoint/2010/main" val="317966466"/>
      </p:ext>
    </p:extLst>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Rectangle 35"/>
          <p:cNvSpPr>
            <a:spLocks noChangeArrowheads="1"/>
          </p:cNvSpPr>
          <p:nvPr/>
        </p:nvSpPr>
        <p:spPr bwMode="auto">
          <a:xfrm>
            <a:off x="10197122" y="2708493"/>
            <a:ext cx="855405" cy="2935985"/>
          </a:xfrm>
          <a:prstGeom prst="rect">
            <a:avLst/>
          </a:prstGeom>
          <a:solidFill>
            <a:srgbClr val="D0C5A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 name="Rectangle 25"/>
          <p:cNvSpPr>
            <a:spLocks noChangeArrowheads="1"/>
          </p:cNvSpPr>
          <p:nvPr/>
        </p:nvSpPr>
        <p:spPr bwMode="auto">
          <a:xfrm>
            <a:off x="8932503" y="2708493"/>
            <a:ext cx="855405" cy="2935985"/>
          </a:xfrm>
          <a:prstGeom prst="rect">
            <a:avLst/>
          </a:prstGeom>
          <a:solidFill>
            <a:srgbClr val="D0C5A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 name="Rectangle 15"/>
          <p:cNvSpPr>
            <a:spLocks noChangeArrowheads="1"/>
          </p:cNvSpPr>
          <p:nvPr/>
        </p:nvSpPr>
        <p:spPr bwMode="auto">
          <a:xfrm>
            <a:off x="7667886" y="2708493"/>
            <a:ext cx="852939" cy="2935985"/>
          </a:xfrm>
          <a:prstGeom prst="rect">
            <a:avLst/>
          </a:prstGeom>
          <a:solidFill>
            <a:srgbClr val="D0C5A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 name="Rectangle 5"/>
          <p:cNvSpPr>
            <a:spLocks noChangeArrowheads="1"/>
          </p:cNvSpPr>
          <p:nvPr/>
        </p:nvSpPr>
        <p:spPr bwMode="auto">
          <a:xfrm>
            <a:off x="6400803" y="2708493"/>
            <a:ext cx="855405" cy="2935985"/>
          </a:xfrm>
          <a:prstGeom prst="rect">
            <a:avLst/>
          </a:prstGeom>
          <a:solidFill>
            <a:srgbClr val="D0C5A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aphicFrame>
        <p:nvGraphicFramePr>
          <p:cNvPr id="59" name="图表 58"/>
          <p:cNvGraphicFramePr/>
          <p:nvPr/>
        </p:nvGraphicFramePr>
        <p:xfrm>
          <a:off x="6053816" y="3225825"/>
          <a:ext cx="5342400" cy="2592000"/>
        </p:xfrm>
        <a:graphic>
          <a:graphicData uri="http://schemas.openxmlformats.org/drawingml/2006/chart">
            <c:chart xmlns:c="http://schemas.openxmlformats.org/drawingml/2006/chart" xmlns:r="http://schemas.openxmlformats.org/officeDocument/2006/relationships" r:id="rId2"/>
          </a:graphicData>
        </a:graphic>
      </p:graphicFrame>
      <p:sp>
        <p:nvSpPr>
          <p:cNvPr id="28" name="Oval 6"/>
          <p:cNvSpPr>
            <a:spLocks noChangeArrowheads="1"/>
          </p:cNvSpPr>
          <p:nvPr/>
        </p:nvSpPr>
        <p:spPr bwMode="auto">
          <a:xfrm>
            <a:off x="6400803" y="2447187"/>
            <a:ext cx="855405" cy="522610"/>
          </a:xfrm>
          <a:prstGeom prst="ellipse">
            <a:avLst/>
          </a:prstGeom>
          <a:solidFill>
            <a:srgbClr val="C9BC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 name="Oval 8"/>
          <p:cNvSpPr>
            <a:spLocks noChangeArrowheads="1"/>
          </p:cNvSpPr>
          <p:nvPr/>
        </p:nvSpPr>
        <p:spPr bwMode="auto">
          <a:xfrm>
            <a:off x="6397671" y="5396367"/>
            <a:ext cx="855405" cy="525076"/>
          </a:xfrm>
          <a:prstGeom prst="ellipse">
            <a:avLst/>
          </a:prstGeom>
          <a:solidFill>
            <a:srgbClr val="B96A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 name="Oval 9"/>
          <p:cNvSpPr>
            <a:spLocks noChangeArrowheads="1"/>
          </p:cNvSpPr>
          <p:nvPr/>
        </p:nvSpPr>
        <p:spPr bwMode="auto">
          <a:xfrm>
            <a:off x="6397537" y="3392204"/>
            <a:ext cx="855405" cy="522610"/>
          </a:xfrm>
          <a:prstGeom prst="ellipse">
            <a:avLst/>
          </a:prstGeom>
          <a:solidFill>
            <a:srgbClr val="AA59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 name="Freeform 10"/>
          <p:cNvSpPr>
            <a:spLocks/>
          </p:cNvSpPr>
          <p:nvPr/>
        </p:nvSpPr>
        <p:spPr bwMode="auto">
          <a:xfrm>
            <a:off x="6450106" y="1542481"/>
            <a:ext cx="756799" cy="527540"/>
          </a:xfrm>
          <a:custGeom>
            <a:avLst/>
            <a:gdLst>
              <a:gd name="T0" fmla="*/ 227 w 227"/>
              <a:gd name="T1" fmla="*/ 104 h 159"/>
              <a:gd name="T2" fmla="*/ 172 w 227"/>
              <a:gd name="T3" fmla="*/ 159 h 159"/>
              <a:gd name="T4" fmla="*/ 55 w 227"/>
              <a:gd name="T5" fmla="*/ 159 h 159"/>
              <a:gd name="T6" fmla="*/ 0 w 227"/>
              <a:gd name="T7" fmla="*/ 104 h 159"/>
              <a:gd name="T8" fmla="*/ 0 w 227"/>
              <a:gd name="T9" fmla="*/ 55 h 159"/>
              <a:gd name="T10" fmla="*/ 55 w 227"/>
              <a:gd name="T11" fmla="*/ 0 h 159"/>
              <a:gd name="T12" fmla="*/ 172 w 227"/>
              <a:gd name="T13" fmla="*/ 0 h 159"/>
              <a:gd name="T14" fmla="*/ 227 w 227"/>
              <a:gd name="T15" fmla="*/ 55 h 159"/>
              <a:gd name="T16" fmla="*/ 227 w 227"/>
              <a:gd name="T17" fmla="*/ 104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7" h="159">
                <a:moveTo>
                  <a:pt x="227" y="104"/>
                </a:moveTo>
                <a:cubicBezTo>
                  <a:pt x="227" y="134"/>
                  <a:pt x="202" y="159"/>
                  <a:pt x="172" y="159"/>
                </a:cubicBezTo>
                <a:cubicBezTo>
                  <a:pt x="55" y="159"/>
                  <a:pt x="55" y="159"/>
                  <a:pt x="55" y="159"/>
                </a:cubicBezTo>
                <a:cubicBezTo>
                  <a:pt x="25" y="159"/>
                  <a:pt x="0" y="134"/>
                  <a:pt x="0" y="104"/>
                </a:cubicBezTo>
                <a:cubicBezTo>
                  <a:pt x="0" y="55"/>
                  <a:pt x="0" y="55"/>
                  <a:pt x="0" y="55"/>
                </a:cubicBezTo>
                <a:cubicBezTo>
                  <a:pt x="0" y="25"/>
                  <a:pt x="25" y="0"/>
                  <a:pt x="55" y="0"/>
                </a:cubicBezTo>
                <a:cubicBezTo>
                  <a:pt x="172" y="0"/>
                  <a:pt x="172" y="0"/>
                  <a:pt x="172" y="0"/>
                </a:cubicBezTo>
                <a:cubicBezTo>
                  <a:pt x="202" y="0"/>
                  <a:pt x="227" y="25"/>
                  <a:pt x="227" y="55"/>
                </a:cubicBezTo>
                <a:lnTo>
                  <a:pt x="227" y="104"/>
                </a:lnTo>
                <a:close/>
              </a:path>
            </a:pathLst>
          </a:custGeom>
          <a:solidFill>
            <a:srgbClr val="814E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 name="Freeform 14"/>
          <p:cNvSpPr>
            <a:spLocks/>
          </p:cNvSpPr>
          <p:nvPr/>
        </p:nvSpPr>
        <p:spPr bwMode="auto">
          <a:xfrm>
            <a:off x="6681829" y="1981276"/>
            <a:ext cx="295817" cy="241584"/>
          </a:xfrm>
          <a:custGeom>
            <a:avLst/>
            <a:gdLst>
              <a:gd name="T0" fmla="*/ 0 w 120"/>
              <a:gd name="T1" fmla="*/ 0 h 98"/>
              <a:gd name="T2" fmla="*/ 60 w 120"/>
              <a:gd name="T3" fmla="*/ 98 h 98"/>
              <a:gd name="T4" fmla="*/ 120 w 120"/>
              <a:gd name="T5" fmla="*/ 0 h 98"/>
              <a:gd name="T6" fmla="*/ 0 w 120"/>
              <a:gd name="T7" fmla="*/ 0 h 98"/>
            </a:gdLst>
            <a:ahLst/>
            <a:cxnLst>
              <a:cxn ang="0">
                <a:pos x="T0" y="T1"/>
              </a:cxn>
              <a:cxn ang="0">
                <a:pos x="T2" y="T3"/>
              </a:cxn>
              <a:cxn ang="0">
                <a:pos x="T4" y="T5"/>
              </a:cxn>
              <a:cxn ang="0">
                <a:pos x="T6" y="T7"/>
              </a:cxn>
            </a:cxnLst>
            <a:rect l="0" t="0" r="r" b="b"/>
            <a:pathLst>
              <a:path w="120" h="98">
                <a:moveTo>
                  <a:pt x="0" y="0"/>
                </a:moveTo>
                <a:lnTo>
                  <a:pt x="60" y="98"/>
                </a:lnTo>
                <a:lnTo>
                  <a:pt x="120" y="0"/>
                </a:lnTo>
                <a:lnTo>
                  <a:pt x="0" y="0"/>
                </a:lnTo>
                <a:close/>
              </a:path>
            </a:pathLst>
          </a:custGeom>
          <a:solidFill>
            <a:srgbClr val="D36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 name="Oval 16"/>
          <p:cNvSpPr>
            <a:spLocks noChangeArrowheads="1"/>
          </p:cNvSpPr>
          <p:nvPr/>
        </p:nvSpPr>
        <p:spPr bwMode="auto">
          <a:xfrm>
            <a:off x="7667886" y="2447187"/>
            <a:ext cx="852939" cy="522610"/>
          </a:xfrm>
          <a:prstGeom prst="ellipse">
            <a:avLst/>
          </a:prstGeom>
          <a:solidFill>
            <a:srgbClr val="C9BC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 name="Oval 18"/>
          <p:cNvSpPr>
            <a:spLocks noChangeArrowheads="1"/>
          </p:cNvSpPr>
          <p:nvPr/>
        </p:nvSpPr>
        <p:spPr bwMode="auto">
          <a:xfrm>
            <a:off x="7667886" y="5396367"/>
            <a:ext cx="852939" cy="525076"/>
          </a:xfrm>
          <a:prstGeom prst="ellipse">
            <a:avLst/>
          </a:prstGeom>
          <a:solidFill>
            <a:srgbClr val="60A6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 name="Oval 19"/>
          <p:cNvSpPr>
            <a:spLocks noChangeArrowheads="1"/>
          </p:cNvSpPr>
          <p:nvPr/>
        </p:nvSpPr>
        <p:spPr bwMode="auto">
          <a:xfrm>
            <a:off x="7667886" y="3960202"/>
            <a:ext cx="852939" cy="525076"/>
          </a:xfrm>
          <a:prstGeom prst="ellipse">
            <a:avLst/>
          </a:prstGeom>
          <a:solidFill>
            <a:srgbClr val="3599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 name="Freeform 20"/>
          <p:cNvSpPr>
            <a:spLocks/>
          </p:cNvSpPr>
          <p:nvPr/>
        </p:nvSpPr>
        <p:spPr bwMode="auto">
          <a:xfrm>
            <a:off x="7719653" y="1542481"/>
            <a:ext cx="751869" cy="527540"/>
          </a:xfrm>
          <a:custGeom>
            <a:avLst/>
            <a:gdLst>
              <a:gd name="T0" fmla="*/ 226 w 226"/>
              <a:gd name="T1" fmla="*/ 104 h 159"/>
              <a:gd name="T2" fmla="*/ 171 w 226"/>
              <a:gd name="T3" fmla="*/ 159 h 159"/>
              <a:gd name="T4" fmla="*/ 55 w 226"/>
              <a:gd name="T5" fmla="*/ 159 h 159"/>
              <a:gd name="T6" fmla="*/ 0 w 226"/>
              <a:gd name="T7" fmla="*/ 104 h 159"/>
              <a:gd name="T8" fmla="*/ 0 w 226"/>
              <a:gd name="T9" fmla="*/ 55 h 159"/>
              <a:gd name="T10" fmla="*/ 55 w 226"/>
              <a:gd name="T11" fmla="*/ 0 h 159"/>
              <a:gd name="T12" fmla="*/ 171 w 226"/>
              <a:gd name="T13" fmla="*/ 0 h 159"/>
              <a:gd name="T14" fmla="*/ 226 w 226"/>
              <a:gd name="T15" fmla="*/ 55 h 159"/>
              <a:gd name="T16" fmla="*/ 226 w 226"/>
              <a:gd name="T17" fmla="*/ 104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6" h="159">
                <a:moveTo>
                  <a:pt x="226" y="104"/>
                </a:moveTo>
                <a:cubicBezTo>
                  <a:pt x="226" y="134"/>
                  <a:pt x="202" y="159"/>
                  <a:pt x="171" y="159"/>
                </a:cubicBezTo>
                <a:cubicBezTo>
                  <a:pt x="55" y="159"/>
                  <a:pt x="55" y="159"/>
                  <a:pt x="55" y="159"/>
                </a:cubicBezTo>
                <a:cubicBezTo>
                  <a:pt x="24" y="159"/>
                  <a:pt x="0" y="134"/>
                  <a:pt x="0" y="104"/>
                </a:cubicBezTo>
                <a:cubicBezTo>
                  <a:pt x="0" y="55"/>
                  <a:pt x="0" y="55"/>
                  <a:pt x="0" y="55"/>
                </a:cubicBezTo>
                <a:cubicBezTo>
                  <a:pt x="0" y="25"/>
                  <a:pt x="24" y="0"/>
                  <a:pt x="55" y="0"/>
                </a:cubicBezTo>
                <a:cubicBezTo>
                  <a:pt x="171" y="0"/>
                  <a:pt x="171" y="0"/>
                  <a:pt x="171" y="0"/>
                </a:cubicBezTo>
                <a:cubicBezTo>
                  <a:pt x="202" y="0"/>
                  <a:pt x="226" y="25"/>
                  <a:pt x="226" y="55"/>
                </a:cubicBezTo>
                <a:lnTo>
                  <a:pt x="226" y="104"/>
                </a:lnTo>
                <a:close/>
              </a:path>
            </a:pathLst>
          </a:custGeom>
          <a:solidFill>
            <a:srgbClr val="814E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 name="Freeform 24"/>
          <p:cNvSpPr>
            <a:spLocks/>
          </p:cNvSpPr>
          <p:nvPr/>
        </p:nvSpPr>
        <p:spPr bwMode="auto">
          <a:xfrm>
            <a:off x="7948912" y="1981276"/>
            <a:ext cx="293353" cy="241584"/>
          </a:xfrm>
          <a:custGeom>
            <a:avLst/>
            <a:gdLst>
              <a:gd name="T0" fmla="*/ 0 w 119"/>
              <a:gd name="T1" fmla="*/ 0 h 98"/>
              <a:gd name="T2" fmla="*/ 59 w 119"/>
              <a:gd name="T3" fmla="*/ 98 h 98"/>
              <a:gd name="T4" fmla="*/ 119 w 119"/>
              <a:gd name="T5" fmla="*/ 0 h 98"/>
              <a:gd name="T6" fmla="*/ 0 w 119"/>
              <a:gd name="T7" fmla="*/ 0 h 98"/>
            </a:gdLst>
            <a:ahLst/>
            <a:cxnLst>
              <a:cxn ang="0">
                <a:pos x="T0" y="T1"/>
              </a:cxn>
              <a:cxn ang="0">
                <a:pos x="T2" y="T3"/>
              </a:cxn>
              <a:cxn ang="0">
                <a:pos x="T4" y="T5"/>
              </a:cxn>
              <a:cxn ang="0">
                <a:pos x="T6" y="T7"/>
              </a:cxn>
            </a:cxnLst>
            <a:rect l="0" t="0" r="r" b="b"/>
            <a:pathLst>
              <a:path w="119" h="98">
                <a:moveTo>
                  <a:pt x="0" y="0"/>
                </a:moveTo>
                <a:lnTo>
                  <a:pt x="59" y="98"/>
                </a:lnTo>
                <a:lnTo>
                  <a:pt x="119" y="0"/>
                </a:lnTo>
                <a:lnTo>
                  <a:pt x="0" y="0"/>
                </a:lnTo>
                <a:close/>
              </a:path>
            </a:pathLst>
          </a:custGeom>
          <a:solidFill>
            <a:srgbClr val="D36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 name="Oval 26"/>
          <p:cNvSpPr>
            <a:spLocks noChangeArrowheads="1"/>
          </p:cNvSpPr>
          <p:nvPr/>
        </p:nvSpPr>
        <p:spPr bwMode="auto">
          <a:xfrm>
            <a:off x="8932503" y="2447187"/>
            <a:ext cx="855405" cy="522610"/>
          </a:xfrm>
          <a:prstGeom prst="ellipse">
            <a:avLst/>
          </a:prstGeom>
          <a:solidFill>
            <a:srgbClr val="C9BC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 name="Oval 28"/>
          <p:cNvSpPr>
            <a:spLocks noChangeArrowheads="1"/>
          </p:cNvSpPr>
          <p:nvPr/>
        </p:nvSpPr>
        <p:spPr bwMode="auto">
          <a:xfrm>
            <a:off x="8932503" y="5396367"/>
            <a:ext cx="855405" cy="525076"/>
          </a:xfrm>
          <a:prstGeom prst="ellipse">
            <a:avLst/>
          </a:prstGeom>
          <a:solidFill>
            <a:srgbClr val="8CA7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 name="Oval 29"/>
          <p:cNvSpPr>
            <a:spLocks noChangeArrowheads="1"/>
          </p:cNvSpPr>
          <p:nvPr/>
        </p:nvSpPr>
        <p:spPr bwMode="auto">
          <a:xfrm>
            <a:off x="8932503" y="4543613"/>
            <a:ext cx="855405" cy="525076"/>
          </a:xfrm>
          <a:prstGeom prst="ellipse">
            <a:avLst/>
          </a:prstGeom>
          <a:solidFill>
            <a:srgbClr val="7A9A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 name="Freeform 30"/>
          <p:cNvSpPr>
            <a:spLocks/>
          </p:cNvSpPr>
          <p:nvPr/>
        </p:nvSpPr>
        <p:spPr bwMode="auto">
          <a:xfrm>
            <a:off x="8981806" y="1542481"/>
            <a:ext cx="751869" cy="527540"/>
          </a:xfrm>
          <a:custGeom>
            <a:avLst/>
            <a:gdLst>
              <a:gd name="T0" fmla="*/ 226 w 226"/>
              <a:gd name="T1" fmla="*/ 104 h 159"/>
              <a:gd name="T2" fmla="*/ 171 w 226"/>
              <a:gd name="T3" fmla="*/ 159 h 159"/>
              <a:gd name="T4" fmla="*/ 55 w 226"/>
              <a:gd name="T5" fmla="*/ 159 h 159"/>
              <a:gd name="T6" fmla="*/ 0 w 226"/>
              <a:gd name="T7" fmla="*/ 104 h 159"/>
              <a:gd name="T8" fmla="*/ 0 w 226"/>
              <a:gd name="T9" fmla="*/ 55 h 159"/>
              <a:gd name="T10" fmla="*/ 55 w 226"/>
              <a:gd name="T11" fmla="*/ 0 h 159"/>
              <a:gd name="T12" fmla="*/ 171 w 226"/>
              <a:gd name="T13" fmla="*/ 0 h 159"/>
              <a:gd name="T14" fmla="*/ 226 w 226"/>
              <a:gd name="T15" fmla="*/ 55 h 159"/>
              <a:gd name="T16" fmla="*/ 226 w 226"/>
              <a:gd name="T17" fmla="*/ 104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6" h="159">
                <a:moveTo>
                  <a:pt x="226" y="104"/>
                </a:moveTo>
                <a:cubicBezTo>
                  <a:pt x="226" y="134"/>
                  <a:pt x="202" y="159"/>
                  <a:pt x="171" y="159"/>
                </a:cubicBezTo>
                <a:cubicBezTo>
                  <a:pt x="55" y="159"/>
                  <a:pt x="55" y="159"/>
                  <a:pt x="55" y="159"/>
                </a:cubicBezTo>
                <a:cubicBezTo>
                  <a:pt x="24" y="159"/>
                  <a:pt x="0" y="134"/>
                  <a:pt x="0" y="104"/>
                </a:cubicBezTo>
                <a:cubicBezTo>
                  <a:pt x="0" y="55"/>
                  <a:pt x="0" y="55"/>
                  <a:pt x="0" y="55"/>
                </a:cubicBezTo>
                <a:cubicBezTo>
                  <a:pt x="0" y="25"/>
                  <a:pt x="24" y="0"/>
                  <a:pt x="55" y="0"/>
                </a:cubicBezTo>
                <a:cubicBezTo>
                  <a:pt x="171" y="0"/>
                  <a:pt x="171" y="0"/>
                  <a:pt x="171" y="0"/>
                </a:cubicBezTo>
                <a:cubicBezTo>
                  <a:pt x="202" y="0"/>
                  <a:pt x="226" y="25"/>
                  <a:pt x="226" y="55"/>
                </a:cubicBezTo>
                <a:lnTo>
                  <a:pt x="226" y="104"/>
                </a:lnTo>
                <a:close/>
              </a:path>
            </a:pathLst>
          </a:custGeom>
          <a:solidFill>
            <a:srgbClr val="814E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 name="Freeform 34"/>
          <p:cNvSpPr>
            <a:spLocks/>
          </p:cNvSpPr>
          <p:nvPr/>
        </p:nvSpPr>
        <p:spPr bwMode="auto">
          <a:xfrm>
            <a:off x="9213529" y="1981276"/>
            <a:ext cx="295817" cy="241584"/>
          </a:xfrm>
          <a:custGeom>
            <a:avLst/>
            <a:gdLst>
              <a:gd name="T0" fmla="*/ 0 w 120"/>
              <a:gd name="T1" fmla="*/ 0 h 98"/>
              <a:gd name="T2" fmla="*/ 59 w 120"/>
              <a:gd name="T3" fmla="*/ 98 h 98"/>
              <a:gd name="T4" fmla="*/ 120 w 120"/>
              <a:gd name="T5" fmla="*/ 0 h 98"/>
              <a:gd name="T6" fmla="*/ 0 w 120"/>
              <a:gd name="T7" fmla="*/ 0 h 98"/>
            </a:gdLst>
            <a:ahLst/>
            <a:cxnLst>
              <a:cxn ang="0">
                <a:pos x="T0" y="T1"/>
              </a:cxn>
              <a:cxn ang="0">
                <a:pos x="T2" y="T3"/>
              </a:cxn>
              <a:cxn ang="0">
                <a:pos x="T4" y="T5"/>
              </a:cxn>
              <a:cxn ang="0">
                <a:pos x="T6" y="T7"/>
              </a:cxn>
            </a:cxnLst>
            <a:rect l="0" t="0" r="r" b="b"/>
            <a:pathLst>
              <a:path w="120" h="98">
                <a:moveTo>
                  <a:pt x="0" y="0"/>
                </a:moveTo>
                <a:lnTo>
                  <a:pt x="59" y="98"/>
                </a:lnTo>
                <a:lnTo>
                  <a:pt x="120" y="0"/>
                </a:lnTo>
                <a:lnTo>
                  <a:pt x="0" y="0"/>
                </a:lnTo>
                <a:close/>
              </a:path>
            </a:pathLst>
          </a:custGeom>
          <a:solidFill>
            <a:srgbClr val="D36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 name="Oval 36"/>
          <p:cNvSpPr>
            <a:spLocks noChangeArrowheads="1"/>
          </p:cNvSpPr>
          <p:nvPr/>
        </p:nvSpPr>
        <p:spPr bwMode="auto">
          <a:xfrm>
            <a:off x="10197122" y="2447187"/>
            <a:ext cx="855405" cy="522610"/>
          </a:xfrm>
          <a:prstGeom prst="ellipse">
            <a:avLst/>
          </a:prstGeom>
          <a:solidFill>
            <a:srgbClr val="C9BC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 name="Oval 38"/>
          <p:cNvSpPr>
            <a:spLocks noChangeArrowheads="1"/>
          </p:cNvSpPr>
          <p:nvPr/>
        </p:nvSpPr>
        <p:spPr bwMode="auto">
          <a:xfrm>
            <a:off x="10197122" y="5396367"/>
            <a:ext cx="855405" cy="525076"/>
          </a:xfrm>
          <a:prstGeom prst="ellipse">
            <a:avLst/>
          </a:prstGeom>
          <a:solidFill>
            <a:srgbClr val="E3A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 name="Oval 39"/>
          <p:cNvSpPr>
            <a:spLocks noChangeArrowheads="1"/>
          </p:cNvSpPr>
          <p:nvPr/>
        </p:nvSpPr>
        <p:spPr bwMode="auto">
          <a:xfrm>
            <a:off x="10197122" y="5106354"/>
            <a:ext cx="855405" cy="522610"/>
          </a:xfrm>
          <a:prstGeom prst="ellipse">
            <a:avLst/>
          </a:prstGeom>
          <a:solidFill>
            <a:srgbClr val="D996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 name="Freeform 40"/>
          <p:cNvSpPr>
            <a:spLocks/>
          </p:cNvSpPr>
          <p:nvPr/>
        </p:nvSpPr>
        <p:spPr bwMode="auto">
          <a:xfrm>
            <a:off x="10246425" y="1542481"/>
            <a:ext cx="756799" cy="527540"/>
          </a:xfrm>
          <a:custGeom>
            <a:avLst/>
            <a:gdLst>
              <a:gd name="T0" fmla="*/ 227 w 227"/>
              <a:gd name="T1" fmla="*/ 104 h 159"/>
              <a:gd name="T2" fmla="*/ 172 w 227"/>
              <a:gd name="T3" fmla="*/ 159 h 159"/>
              <a:gd name="T4" fmla="*/ 55 w 227"/>
              <a:gd name="T5" fmla="*/ 159 h 159"/>
              <a:gd name="T6" fmla="*/ 0 w 227"/>
              <a:gd name="T7" fmla="*/ 104 h 159"/>
              <a:gd name="T8" fmla="*/ 0 w 227"/>
              <a:gd name="T9" fmla="*/ 55 h 159"/>
              <a:gd name="T10" fmla="*/ 55 w 227"/>
              <a:gd name="T11" fmla="*/ 0 h 159"/>
              <a:gd name="T12" fmla="*/ 172 w 227"/>
              <a:gd name="T13" fmla="*/ 0 h 159"/>
              <a:gd name="T14" fmla="*/ 227 w 227"/>
              <a:gd name="T15" fmla="*/ 55 h 159"/>
              <a:gd name="T16" fmla="*/ 227 w 227"/>
              <a:gd name="T17" fmla="*/ 104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7" h="159">
                <a:moveTo>
                  <a:pt x="227" y="104"/>
                </a:moveTo>
                <a:cubicBezTo>
                  <a:pt x="227" y="134"/>
                  <a:pt x="202" y="159"/>
                  <a:pt x="172" y="159"/>
                </a:cubicBezTo>
                <a:cubicBezTo>
                  <a:pt x="55" y="159"/>
                  <a:pt x="55" y="159"/>
                  <a:pt x="55" y="159"/>
                </a:cubicBezTo>
                <a:cubicBezTo>
                  <a:pt x="25" y="159"/>
                  <a:pt x="0" y="134"/>
                  <a:pt x="0" y="104"/>
                </a:cubicBezTo>
                <a:cubicBezTo>
                  <a:pt x="0" y="55"/>
                  <a:pt x="0" y="55"/>
                  <a:pt x="0" y="55"/>
                </a:cubicBezTo>
                <a:cubicBezTo>
                  <a:pt x="0" y="25"/>
                  <a:pt x="25" y="0"/>
                  <a:pt x="55" y="0"/>
                </a:cubicBezTo>
                <a:cubicBezTo>
                  <a:pt x="172" y="0"/>
                  <a:pt x="172" y="0"/>
                  <a:pt x="172" y="0"/>
                </a:cubicBezTo>
                <a:cubicBezTo>
                  <a:pt x="202" y="0"/>
                  <a:pt x="227" y="25"/>
                  <a:pt x="227" y="55"/>
                </a:cubicBezTo>
                <a:lnTo>
                  <a:pt x="227" y="104"/>
                </a:lnTo>
                <a:close/>
              </a:path>
            </a:pathLst>
          </a:custGeom>
          <a:solidFill>
            <a:srgbClr val="814E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 name="Freeform 44"/>
          <p:cNvSpPr>
            <a:spLocks/>
          </p:cNvSpPr>
          <p:nvPr/>
        </p:nvSpPr>
        <p:spPr bwMode="auto">
          <a:xfrm>
            <a:off x="10475682" y="1981276"/>
            <a:ext cx="298283" cy="241584"/>
          </a:xfrm>
          <a:custGeom>
            <a:avLst/>
            <a:gdLst>
              <a:gd name="T0" fmla="*/ 0 w 121"/>
              <a:gd name="T1" fmla="*/ 0 h 98"/>
              <a:gd name="T2" fmla="*/ 61 w 121"/>
              <a:gd name="T3" fmla="*/ 98 h 98"/>
              <a:gd name="T4" fmla="*/ 121 w 121"/>
              <a:gd name="T5" fmla="*/ 0 h 98"/>
              <a:gd name="T6" fmla="*/ 0 w 121"/>
              <a:gd name="T7" fmla="*/ 0 h 98"/>
            </a:gdLst>
            <a:ahLst/>
            <a:cxnLst>
              <a:cxn ang="0">
                <a:pos x="T0" y="T1"/>
              </a:cxn>
              <a:cxn ang="0">
                <a:pos x="T2" y="T3"/>
              </a:cxn>
              <a:cxn ang="0">
                <a:pos x="T4" y="T5"/>
              </a:cxn>
              <a:cxn ang="0">
                <a:pos x="T6" y="T7"/>
              </a:cxn>
            </a:cxnLst>
            <a:rect l="0" t="0" r="r" b="b"/>
            <a:pathLst>
              <a:path w="121" h="98">
                <a:moveTo>
                  <a:pt x="0" y="0"/>
                </a:moveTo>
                <a:lnTo>
                  <a:pt x="61" y="98"/>
                </a:lnTo>
                <a:lnTo>
                  <a:pt x="121" y="0"/>
                </a:lnTo>
                <a:lnTo>
                  <a:pt x="0" y="0"/>
                </a:lnTo>
                <a:close/>
              </a:path>
            </a:pathLst>
          </a:custGeom>
          <a:solidFill>
            <a:srgbClr val="D36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 name="文本框 1"/>
          <p:cNvSpPr txBox="1"/>
          <p:nvPr/>
        </p:nvSpPr>
        <p:spPr>
          <a:xfrm>
            <a:off x="6471871" y="1609526"/>
            <a:ext cx="723275" cy="369332"/>
          </a:xfrm>
          <a:prstGeom prst="rect">
            <a:avLst/>
          </a:prstGeom>
          <a:noFill/>
        </p:spPr>
        <p:txBody>
          <a:bodyPr wrap="none" rtlCol="0">
            <a:spAutoFit/>
          </a:bodyPr>
          <a:lstStyle/>
          <a:p>
            <a:r>
              <a:rPr lang="en-US" altLang="zh-CN" dirty="0">
                <a:solidFill>
                  <a:prstClr val="white"/>
                </a:solidFill>
                <a:latin typeface="Arial Black" panose="020B0A04020102020204" pitchFamily="34" charset="0"/>
              </a:rPr>
              <a:t>70%</a:t>
            </a:r>
            <a:endParaRPr lang="zh-CN" altLang="en-US" dirty="0">
              <a:solidFill>
                <a:prstClr val="white"/>
              </a:solidFill>
              <a:latin typeface="Arial Black" panose="020B0A04020102020204" pitchFamily="34" charset="0"/>
            </a:endParaRPr>
          </a:p>
        </p:txBody>
      </p:sp>
      <p:sp>
        <p:nvSpPr>
          <p:cNvPr id="60" name="文本框 59"/>
          <p:cNvSpPr txBox="1"/>
          <p:nvPr/>
        </p:nvSpPr>
        <p:spPr>
          <a:xfrm>
            <a:off x="7735642" y="1609526"/>
            <a:ext cx="723275" cy="369332"/>
          </a:xfrm>
          <a:prstGeom prst="rect">
            <a:avLst/>
          </a:prstGeom>
          <a:noFill/>
        </p:spPr>
        <p:txBody>
          <a:bodyPr wrap="none" rtlCol="0">
            <a:spAutoFit/>
          </a:bodyPr>
          <a:lstStyle/>
          <a:p>
            <a:r>
              <a:rPr lang="en-US" altLang="zh-CN" dirty="0">
                <a:solidFill>
                  <a:prstClr val="white"/>
                </a:solidFill>
                <a:latin typeface="Arial Black" panose="020B0A04020102020204" pitchFamily="34" charset="0"/>
              </a:rPr>
              <a:t>50%</a:t>
            </a:r>
            <a:endParaRPr lang="zh-CN" altLang="en-US" dirty="0">
              <a:solidFill>
                <a:prstClr val="white"/>
              </a:solidFill>
              <a:latin typeface="Arial Black" panose="020B0A04020102020204" pitchFamily="34" charset="0"/>
            </a:endParaRPr>
          </a:p>
        </p:txBody>
      </p:sp>
      <p:sp>
        <p:nvSpPr>
          <p:cNvPr id="61" name="文本框 60"/>
          <p:cNvSpPr txBox="1"/>
          <p:nvPr/>
        </p:nvSpPr>
        <p:spPr>
          <a:xfrm>
            <a:off x="8999413" y="1609526"/>
            <a:ext cx="723275" cy="369332"/>
          </a:xfrm>
          <a:prstGeom prst="rect">
            <a:avLst/>
          </a:prstGeom>
          <a:noFill/>
        </p:spPr>
        <p:txBody>
          <a:bodyPr wrap="none" rtlCol="0">
            <a:spAutoFit/>
          </a:bodyPr>
          <a:lstStyle/>
          <a:p>
            <a:r>
              <a:rPr lang="en-US" altLang="zh-CN" dirty="0">
                <a:solidFill>
                  <a:prstClr val="white"/>
                </a:solidFill>
                <a:latin typeface="Arial Black" panose="020B0A04020102020204" pitchFamily="34" charset="0"/>
              </a:rPr>
              <a:t>30%</a:t>
            </a:r>
            <a:endParaRPr lang="zh-CN" altLang="en-US" dirty="0">
              <a:solidFill>
                <a:prstClr val="white"/>
              </a:solidFill>
              <a:latin typeface="Arial Black" panose="020B0A04020102020204" pitchFamily="34" charset="0"/>
            </a:endParaRPr>
          </a:p>
        </p:txBody>
      </p:sp>
      <p:sp>
        <p:nvSpPr>
          <p:cNvPr id="62" name="文本框 61"/>
          <p:cNvSpPr txBox="1"/>
          <p:nvPr/>
        </p:nvSpPr>
        <p:spPr>
          <a:xfrm>
            <a:off x="10263185" y="1609526"/>
            <a:ext cx="723275" cy="369332"/>
          </a:xfrm>
          <a:prstGeom prst="rect">
            <a:avLst/>
          </a:prstGeom>
          <a:noFill/>
        </p:spPr>
        <p:txBody>
          <a:bodyPr wrap="none" rtlCol="0">
            <a:spAutoFit/>
          </a:bodyPr>
          <a:lstStyle/>
          <a:p>
            <a:r>
              <a:rPr lang="en-US" altLang="zh-CN" dirty="0">
                <a:solidFill>
                  <a:prstClr val="white"/>
                </a:solidFill>
                <a:latin typeface="Arial Black" panose="020B0A04020102020204" pitchFamily="34" charset="0"/>
              </a:rPr>
              <a:t>10%</a:t>
            </a:r>
            <a:endParaRPr lang="zh-CN" altLang="en-US" dirty="0">
              <a:solidFill>
                <a:prstClr val="white"/>
              </a:solidFill>
              <a:latin typeface="Arial Black" panose="020B0A04020102020204" pitchFamily="34" charset="0"/>
            </a:endParaRPr>
          </a:p>
        </p:txBody>
      </p:sp>
      <p:sp>
        <p:nvSpPr>
          <p:cNvPr id="63" name="Freeform 60"/>
          <p:cNvSpPr>
            <a:spLocks/>
          </p:cNvSpPr>
          <p:nvPr/>
        </p:nvSpPr>
        <p:spPr bwMode="auto">
          <a:xfrm>
            <a:off x="783743" y="3615797"/>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 name="文本框 63"/>
          <p:cNvSpPr txBox="1"/>
          <p:nvPr/>
        </p:nvSpPr>
        <p:spPr>
          <a:xfrm>
            <a:off x="716895" y="4415398"/>
            <a:ext cx="6165819" cy="1421928"/>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右图由图形和图表组合而成；</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可以辅助文字加以说明；</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可以根据需要调整颜色；</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可调整数据比例，同时移动椭圆。</a:t>
            </a:r>
            <a:endParaRPr lang="en-US" altLang="zh-CN" dirty="0">
              <a:solidFill>
                <a:prstClr val="black">
                  <a:lumMod val="65000"/>
                  <a:lumOff val="35000"/>
                </a:prstClr>
              </a:solidFill>
              <a:latin typeface="微软雅黑" panose="020B0503020204020204" pitchFamily="34" charset="-122"/>
            </a:endParaRPr>
          </a:p>
        </p:txBody>
      </p:sp>
      <p:sp>
        <p:nvSpPr>
          <p:cNvPr id="65" name="圆角矩形 64"/>
          <p:cNvSpPr/>
          <p:nvPr/>
        </p:nvSpPr>
        <p:spPr>
          <a:xfrm>
            <a:off x="1451435" y="3775082"/>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66" name="等腰三角形 65"/>
          <p:cNvSpPr/>
          <p:nvPr/>
        </p:nvSpPr>
        <p:spPr>
          <a:xfrm rot="16200000">
            <a:off x="1376803" y="3842626"/>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39" name="矩形 39"/>
          <p:cNvSpPr/>
          <p:nvPr/>
        </p:nvSpPr>
        <p:spPr>
          <a:xfrm>
            <a:off x="0" y="203088"/>
            <a:ext cx="1774845" cy="523220"/>
          </a:xfrm>
          <a:prstGeom prst="rect">
            <a:avLst/>
          </a:prstGeom>
          <a:noFill/>
        </p:spPr>
        <p:txBody>
          <a:bodyPr wrap="none" rtlCol="0">
            <a:spAutoFit/>
          </a:bodyPr>
          <a:lstStyle/>
          <a:p>
            <a:r>
              <a:rPr lang="zh-CN" altLang="en-US" sz="2800" b="1" dirty="0">
                <a:solidFill>
                  <a:schemeClr val="tx1">
                    <a:lumMod val="65000"/>
                    <a:lumOff val="35000"/>
                  </a:schemeClr>
                </a:solidFill>
              </a:rPr>
              <a:t>柱</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条形图</a:t>
            </a:r>
          </a:p>
        </p:txBody>
      </p:sp>
    </p:spTree>
    <p:extLst>
      <p:ext uri="{BB962C8B-B14F-4D97-AF65-F5344CB8AC3E}">
        <p14:creationId xmlns:p14="http://schemas.microsoft.com/office/powerpoint/2010/main" val="1123080326"/>
      </p:ext>
    </p:extLst>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5"/>
          <p:cNvSpPr>
            <a:spLocks/>
          </p:cNvSpPr>
          <p:nvPr/>
        </p:nvSpPr>
        <p:spPr bwMode="auto">
          <a:xfrm>
            <a:off x="1752600" y="5942013"/>
            <a:ext cx="9215438" cy="636588"/>
          </a:xfrm>
          <a:custGeom>
            <a:avLst/>
            <a:gdLst>
              <a:gd name="T0" fmla="*/ 5805 w 5805"/>
              <a:gd name="T1" fmla="*/ 401 h 401"/>
              <a:gd name="T2" fmla="*/ 0 w 5805"/>
              <a:gd name="T3" fmla="*/ 401 h 401"/>
              <a:gd name="T4" fmla="*/ 280 w 5805"/>
              <a:gd name="T5" fmla="*/ 0 h 401"/>
              <a:gd name="T6" fmla="*/ 5508 w 5805"/>
              <a:gd name="T7" fmla="*/ 0 h 401"/>
              <a:gd name="T8" fmla="*/ 5805 w 5805"/>
              <a:gd name="T9" fmla="*/ 401 h 401"/>
            </a:gdLst>
            <a:ahLst/>
            <a:cxnLst>
              <a:cxn ang="0">
                <a:pos x="T0" y="T1"/>
              </a:cxn>
              <a:cxn ang="0">
                <a:pos x="T2" y="T3"/>
              </a:cxn>
              <a:cxn ang="0">
                <a:pos x="T4" y="T5"/>
              </a:cxn>
              <a:cxn ang="0">
                <a:pos x="T6" y="T7"/>
              </a:cxn>
              <a:cxn ang="0">
                <a:pos x="T8" y="T9"/>
              </a:cxn>
            </a:cxnLst>
            <a:rect l="0" t="0" r="r" b="b"/>
            <a:pathLst>
              <a:path w="5805" h="401">
                <a:moveTo>
                  <a:pt x="5805" y="401"/>
                </a:moveTo>
                <a:lnTo>
                  <a:pt x="0" y="401"/>
                </a:lnTo>
                <a:lnTo>
                  <a:pt x="280" y="0"/>
                </a:lnTo>
                <a:lnTo>
                  <a:pt x="5508" y="0"/>
                </a:lnTo>
                <a:lnTo>
                  <a:pt x="5805" y="401"/>
                </a:lnTo>
                <a:close/>
              </a:path>
            </a:pathLst>
          </a:custGeom>
          <a:solidFill>
            <a:srgbClr val="245A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 name="Freeform 6"/>
          <p:cNvSpPr>
            <a:spLocks/>
          </p:cNvSpPr>
          <p:nvPr/>
        </p:nvSpPr>
        <p:spPr bwMode="auto">
          <a:xfrm>
            <a:off x="2479675" y="2435226"/>
            <a:ext cx="417513" cy="3940175"/>
          </a:xfrm>
          <a:custGeom>
            <a:avLst/>
            <a:gdLst>
              <a:gd name="T0" fmla="*/ 263 w 263"/>
              <a:gd name="T1" fmla="*/ 2482 h 2482"/>
              <a:gd name="T2" fmla="*/ 0 w 263"/>
              <a:gd name="T3" fmla="*/ 2405 h 2482"/>
              <a:gd name="T4" fmla="*/ 0 w 263"/>
              <a:gd name="T5" fmla="*/ 120 h 2482"/>
              <a:gd name="T6" fmla="*/ 263 w 263"/>
              <a:gd name="T7" fmla="*/ 0 h 2482"/>
              <a:gd name="T8" fmla="*/ 263 w 263"/>
              <a:gd name="T9" fmla="*/ 2482 h 2482"/>
            </a:gdLst>
            <a:ahLst/>
            <a:cxnLst>
              <a:cxn ang="0">
                <a:pos x="T0" y="T1"/>
              </a:cxn>
              <a:cxn ang="0">
                <a:pos x="T2" y="T3"/>
              </a:cxn>
              <a:cxn ang="0">
                <a:pos x="T4" y="T5"/>
              </a:cxn>
              <a:cxn ang="0">
                <a:pos x="T6" y="T7"/>
              </a:cxn>
              <a:cxn ang="0">
                <a:pos x="T8" y="T9"/>
              </a:cxn>
            </a:cxnLst>
            <a:rect l="0" t="0" r="r" b="b"/>
            <a:pathLst>
              <a:path w="263" h="2482">
                <a:moveTo>
                  <a:pt x="263" y="2482"/>
                </a:moveTo>
                <a:lnTo>
                  <a:pt x="0" y="2405"/>
                </a:lnTo>
                <a:lnTo>
                  <a:pt x="0" y="120"/>
                </a:lnTo>
                <a:lnTo>
                  <a:pt x="263" y="0"/>
                </a:lnTo>
                <a:lnTo>
                  <a:pt x="263" y="2482"/>
                </a:lnTo>
                <a:close/>
              </a:path>
            </a:pathLst>
          </a:custGeom>
          <a:solidFill>
            <a:srgbClr val="E835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 name="Freeform 7"/>
          <p:cNvSpPr>
            <a:spLocks/>
          </p:cNvSpPr>
          <p:nvPr/>
        </p:nvSpPr>
        <p:spPr bwMode="auto">
          <a:xfrm>
            <a:off x="2897188" y="2435226"/>
            <a:ext cx="269875" cy="3940175"/>
          </a:xfrm>
          <a:custGeom>
            <a:avLst/>
            <a:gdLst>
              <a:gd name="T0" fmla="*/ 0 w 170"/>
              <a:gd name="T1" fmla="*/ 2482 h 2482"/>
              <a:gd name="T2" fmla="*/ 170 w 170"/>
              <a:gd name="T3" fmla="*/ 2405 h 2482"/>
              <a:gd name="T4" fmla="*/ 170 w 170"/>
              <a:gd name="T5" fmla="*/ 111 h 2482"/>
              <a:gd name="T6" fmla="*/ 0 w 170"/>
              <a:gd name="T7" fmla="*/ 0 h 2482"/>
              <a:gd name="T8" fmla="*/ 0 w 170"/>
              <a:gd name="T9" fmla="*/ 2482 h 2482"/>
            </a:gdLst>
            <a:ahLst/>
            <a:cxnLst>
              <a:cxn ang="0">
                <a:pos x="T0" y="T1"/>
              </a:cxn>
              <a:cxn ang="0">
                <a:pos x="T2" y="T3"/>
              </a:cxn>
              <a:cxn ang="0">
                <a:pos x="T4" y="T5"/>
              </a:cxn>
              <a:cxn ang="0">
                <a:pos x="T6" y="T7"/>
              </a:cxn>
              <a:cxn ang="0">
                <a:pos x="T8" y="T9"/>
              </a:cxn>
            </a:cxnLst>
            <a:rect l="0" t="0" r="r" b="b"/>
            <a:pathLst>
              <a:path w="170" h="2482">
                <a:moveTo>
                  <a:pt x="0" y="2482"/>
                </a:moveTo>
                <a:lnTo>
                  <a:pt x="170" y="2405"/>
                </a:lnTo>
                <a:lnTo>
                  <a:pt x="170" y="111"/>
                </a:lnTo>
                <a:lnTo>
                  <a:pt x="0" y="0"/>
                </a:lnTo>
                <a:lnTo>
                  <a:pt x="0" y="2482"/>
                </a:lnTo>
                <a:close/>
              </a:path>
            </a:pathLst>
          </a:custGeom>
          <a:solidFill>
            <a:srgbClr val="C22A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 name="Freeform 8"/>
          <p:cNvSpPr>
            <a:spLocks/>
          </p:cNvSpPr>
          <p:nvPr/>
        </p:nvSpPr>
        <p:spPr bwMode="auto">
          <a:xfrm>
            <a:off x="3449638" y="3206751"/>
            <a:ext cx="404813" cy="3168650"/>
          </a:xfrm>
          <a:custGeom>
            <a:avLst/>
            <a:gdLst>
              <a:gd name="T0" fmla="*/ 255 w 255"/>
              <a:gd name="T1" fmla="*/ 1996 h 1996"/>
              <a:gd name="T2" fmla="*/ 0 w 255"/>
              <a:gd name="T3" fmla="*/ 1919 h 1996"/>
              <a:gd name="T4" fmla="*/ 0 w 255"/>
              <a:gd name="T5" fmla="*/ 120 h 1996"/>
              <a:gd name="T6" fmla="*/ 255 w 255"/>
              <a:gd name="T7" fmla="*/ 0 h 1996"/>
              <a:gd name="T8" fmla="*/ 255 w 255"/>
              <a:gd name="T9" fmla="*/ 1996 h 1996"/>
            </a:gdLst>
            <a:ahLst/>
            <a:cxnLst>
              <a:cxn ang="0">
                <a:pos x="T0" y="T1"/>
              </a:cxn>
              <a:cxn ang="0">
                <a:pos x="T2" y="T3"/>
              </a:cxn>
              <a:cxn ang="0">
                <a:pos x="T4" y="T5"/>
              </a:cxn>
              <a:cxn ang="0">
                <a:pos x="T6" y="T7"/>
              </a:cxn>
              <a:cxn ang="0">
                <a:pos x="T8" y="T9"/>
              </a:cxn>
            </a:cxnLst>
            <a:rect l="0" t="0" r="r" b="b"/>
            <a:pathLst>
              <a:path w="255" h="1996">
                <a:moveTo>
                  <a:pt x="255" y="1996"/>
                </a:moveTo>
                <a:lnTo>
                  <a:pt x="0" y="1919"/>
                </a:lnTo>
                <a:lnTo>
                  <a:pt x="0" y="120"/>
                </a:lnTo>
                <a:lnTo>
                  <a:pt x="255" y="0"/>
                </a:lnTo>
                <a:lnTo>
                  <a:pt x="255" y="1996"/>
                </a:lnTo>
                <a:close/>
              </a:path>
            </a:pathLst>
          </a:custGeom>
          <a:solidFill>
            <a:srgbClr val="ED7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 name="Freeform 9"/>
          <p:cNvSpPr>
            <a:spLocks/>
          </p:cNvSpPr>
          <p:nvPr/>
        </p:nvSpPr>
        <p:spPr bwMode="auto">
          <a:xfrm>
            <a:off x="3854450" y="3206751"/>
            <a:ext cx="282575" cy="3168650"/>
          </a:xfrm>
          <a:custGeom>
            <a:avLst/>
            <a:gdLst>
              <a:gd name="T0" fmla="*/ 0 w 178"/>
              <a:gd name="T1" fmla="*/ 1996 h 1996"/>
              <a:gd name="T2" fmla="*/ 178 w 178"/>
              <a:gd name="T3" fmla="*/ 1919 h 1996"/>
              <a:gd name="T4" fmla="*/ 178 w 178"/>
              <a:gd name="T5" fmla="*/ 111 h 1996"/>
              <a:gd name="T6" fmla="*/ 0 w 178"/>
              <a:gd name="T7" fmla="*/ 0 h 1996"/>
              <a:gd name="T8" fmla="*/ 0 w 178"/>
              <a:gd name="T9" fmla="*/ 1996 h 1996"/>
            </a:gdLst>
            <a:ahLst/>
            <a:cxnLst>
              <a:cxn ang="0">
                <a:pos x="T0" y="T1"/>
              </a:cxn>
              <a:cxn ang="0">
                <a:pos x="T2" y="T3"/>
              </a:cxn>
              <a:cxn ang="0">
                <a:pos x="T4" y="T5"/>
              </a:cxn>
              <a:cxn ang="0">
                <a:pos x="T6" y="T7"/>
              </a:cxn>
              <a:cxn ang="0">
                <a:pos x="T8" y="T9"/>
              </a:cxn>
            </a:cxnLst>
            <a:rect l="0" t="0" r="r" b="b"/>
            <a:pathLst>
              <a:path w="178" h="1996">
                <a:moveTo>
                  <a:pt x="0" y="1996"/>
                </a:moveTo>
                <a:lnTo>
                  <a:pt x="178" y="1919"/>
                </a:lnTo>
                <a:lnTo>
                  <a:pt x="178" y="111"/>
                </a:lnTo>
                <a:lnTo>
                  <a:pt x="0" y="0"/>
                </a:lnTo>
                <a:lnTo>
                  <a:pt x="0" y="1996"/>
                </a:lnTo>
                <a:close/>
              </a:path>
            </a:pathLst>
          </a:custGeom>
          <a:solidFill>
            <a:srgbClr val="CD61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 name="Freeform 10"/>
          <p:cNvSpPr>
            <a:spLocks/>
          </p:cNvSpPr>
          <p:nvPr/>
        </p:nvSpPr>
        <p:spPr bwMode="auto">
          <a:xfrm>
            <a:off x="4473575" y="3748088"/>
            <a:ext cx="419100" cy="2627313"/>
          </a:xfrm>
          <a:custGeom>
            <a:avLst/>
            <a:gdLst>
              <a:gd name="T0" fmla="*/ 264 w 264"/>
              <a:gd name="T1" fmla="*/ 1655 h 1655"/>
              <a:gd name="T2" fmla="*/ 0 w 264"/>
              <a:gd name="T3" fmla="*/ 1578 h 1655"/>
              <a:gd name="T4" fmla="*/ 0 w 264"/>
              <a:gd name="T5" fmla="*/ 120 h 1655"/>
              <a:gd name="T6" fmla="*/ 264 w 264"/>
              <a:gd name="T7" fmla="*/ 0 h 1655"/>
              <a:gd name="T8" fmla="*/ 264 w 264"/>
              <a:gd name="T9" fmla="*/ 1655 h 1655"/>
            </a:gdLst>
            <a:ahLst/>
            <a:cxnLst>
              <a:cxn ang="0">
                <a:pos x="T0" y="T1"/>
              </a:cxn>
              <a:cxn ang="0">
                <a:pos x="T2" y="T3"/>
              </a:cxn>
              <a:cxn ang="0">
                <a:pos x="T4" y="T5"/>
              </a:cxn>
              <a:cxn ang="0">
                <a:pos x="T6" y="T7"/>
              </a:cxn>
              <a:cxn ang="0">
                <a:pos x="T8" y="T9"/>
              </a:cxn>
            </a:cxnLst>
            <a:rect l="0" t="0" r="r" b="b"/>
            <a:pathLst>
              <a:path w="264" h="1655">
                <a:moveTo>
                  <a:pt x="264" y="1655"/>
                </a:moveTo>
                <a:lnTo>
                  <a:pt x="0" y="1578"/>
                </a:lnTo>
                <a:lnTo>
                  <a:pt x="0" y="120"/>
                </a:lnTo>
                <a:lnTo>
                  <a:pt x="264" y="0"/>
                </a:lnTo>
                <a:lnTo>
                  <a:pt x="264" y="1655"/>
                </a:lnTo>
                <a:close/>
              </a:path>
            </a:pathLst>
          </a:custGeom>
          <a:solidFill>
            <a:srgbClr val="F8B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 name="Freeform 11"/>
          <p:cNvSpPr>
            <a:spLocks/>
          </p:cNvSpPr>
          <p:nvPr/>
        </p:nvSpPr>
        <p:spPr bwMode="auto">
          <a:xfrm>
            <a:off x="4892675" y="3748088"/>
            <a:ext cx="268288" cy="2627313"/>
          </a:xfrm>
          <a:custGeom>
            <a:avLst/>
            <a:gdLst>
              <a:gd name="T0" fmla="*/ 0 w 169"/>
              <a:gd name="T1" fmla="*/ 1655 h 1655"/>
              <a:gd name="T2" fmla="*/ 169 w 169"/>
              <a:gd name="T3" fmla="*/ 1578 h 1655"/>
              <a:gd name="T4" fmla="*/ 169 w 169"/>
              <a:gd name="T5" fmla="*/ 111 h 1655"/>
              <a:gd name="T6" fmla="*/ 0 w 169"/>
              <a:gd name="T7" fmla="*/ 0 h 1655"/>
              <a:gd name="T8" fmla="*/ 0 w 169"/>
              <a:gd name="T9" fmla="*/ 1655 h 1655"/>
            </a:gdLst>
            <a:ahLst/>
            <a:cxnLst>
              <a:cxn ang="0">
                <a:pos x="T0" y="T1"/>
              </a:cxn>
              <a:cxn ang="0">
                <a:pos x="T2" y="T3"/>
              </a:cxn>
              <a:cxn ang="0">
                <a:pos x="T4" y="T5"/>
              </a:cxn>
              <a:cxn ang="0">
                <a:pos x="T6" y="T7"/>
              </a:cxn>
              <a:cxn ang="0">
                <a:pos x="T8" y="T9"/>
              </a:cxn>
            </a:cxnLst>
            <a:rect l="0" t="0" r="r" b="b"/>
            <a:pathLst>
              <a:path w="169" h="1655">
                <a:moveTo>
                  <a:pt x="0" y="1655"/>
                </a:moveTo>
                <a:lnTo>
                  <a:pt x="169" y="1578"/>
                </a:lnTo>
                <a:lnTo>
                  <a:pt x="169" y="111"/>
                </a:lnTo>
                <a:lnTo>
                  <a:pt x="0" y="0"/>
                </a:lnTo>
                <a:lnTo>
                  <a:pt x="0" y="1655"/>
                </a:lnTo>
                <a:close/>
              </a:path>
            </a:pathLst>
          </a:custGeom>
          <a:solidFill>
            <a:srgbClr val="E8A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 name="Freeform 12"/>
          <p:cNvSpPr>
            <a:spLocks/>
          </p:cNvSpPr>
          <p:nvPr/>
        </p:nvSpPr>
        <p:spPr bwMode="auto">
          <a:xfrm>
            <a:off x="5511800" y="4398963"/>
            <a:ext cx="404813" cy="1976438"/>
          </a:xfrm>
          <a:custGeom>
            <a:avLst/>
            <a:gdLst>
              <a:gd name="T0" fmla="*/ 255 w 255"/>
              <a:gd name="T1" fmla="*/ 1245 h 1245"/>
              <a:gd name="T2" fmla="*/ 0 w 255"/>
              <a:gd name="T3" fmla="*/ 1168 h 1245"/>
              <a:gd name="T4" fmla="*/ 0 w 255"/>
              <a:gd name="T5" fmla="*/ 128 h 1245"/>
              <a:gd name="T6" fmla="*/ 255 w 255"/>
              <a:gd name="T7" fmla="*/ 0 h 1245"/>
              <a:gd name="T8" fmla="*/ 255 w 255"/>
              <a:gd name="T9" fmla="*/ 1245 h 1245"/>
            </a:gdLst>
            <a:ahLst/>
            <a:cxnLst>
              <a:cxn ang="0">
                <a:pos x="T0" y="T1"/>
              </a:cxn>
              <a:cxn ang="0">
                <a:pos x="T2" y="T3"/>
              </a:cxn>
              <a:cxn ang="0">
                <a:pos x="T4" y="T5"/>
              </a:cxn>
              <a:cxn ang="0">
                <a:pos x="T6" y="T7"/>
              </a:cxn>
              <a:cxn ang="0">
                <a:pos x="T8" y="T9"/>
              </a:cxn>
            </a:cxnLst>
            <a:rect l="0" t="0" r="r" b="b"/>
            <a:pathLst>
              <a:path w="255" h="1245">
                <a:moveTo>
                  <a:pt x="255" y="1245"/>
                </a:moveTo>
                <a:lnTo>
                  <a:pt x="0" y="1168"/>
                </a:lnTo>
                <a:lnTo>
                  <a:pt x="0" y="128"/>
                </a:lnTo>
                <a:lnTo>
                  <a:pt x="255" y="0"/>
                </a:lnTo>
                <a:lnTo>
                  <a:pt x="255" y="1245"/>
                </a:lnTo>
                <a:close/>
              </a:path>
            </a:pathLst>
          </a:custGeom>
          <a:solidFill>
            <a:srgbClr val="A8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 name="Freeform 13"/>
          <p:cNvSpPr>
            <a:spLocks/>
          </p:cNvSpPr>
          <p:nvPr/>
        </p:nvSpPr>
        <p:spPr bwMode="auto">
          <a:xfrm>
            <a:off x="5916613" y="4398963"/>
            <a:ext cx="282575" cy="1976438"/>
          </a:xfrm>
          <a:custGeom>
            <a:avLst/>
            <a:gdLst>
              <a:gd name="T0" fmla="*/ 0 w 178"/>
              <a:gd name="T1" fmla="*/ 1245 h 1245"/>
              <a:gd name="T2" fmla="*/ 178 w 178"/>
              <a:gd name="T3" fmla="*/ 1168 h 1245"/>
              <a:gd name="T4" fmla="*/ 178 w 178"/>
              <a:gd name="T5" fmla="*/ 111 h 1245"/>
              <a:gd name="T6" fmla="*/ 0 w 178"/>
              <a:gd name="T7" fmla="*/ 0 h 1245"/>
              <a:gd name="T8" fmla="*/ 0 w 178"/>
              <a:gd name="T9" fmla="*/ 1245 h 1245"/>
            </a:gdLst>
            <a:ahLst/>
            <a:cxnLst>
              <a:cxn ang="0">
                <a:pos x="T0" y="T1"/>
              </a:cxn>
              <a:cxn ang="0">
                <a:pos x="T2" y="T3"/>
              </a:cxn>
              <a:cxn ang="0">
                <a:pos x="T4" y="T5"/>
              </a:cxn>
              <a:cxn ang="0">
                <a:pos x="T6" y="T7"/>
              </a:cxn>
              <a:cxn ang="0">
                <a:pos x="T8" y="T9"/>
              </a:cxn>
            </a:cxnLst>
            <a:rect l="0" t="0" r="r" b="b"/>
            <a:pathLst>
              <a:path w="178" h="1245">
                <a:moveTo>
                  <a:pt x="0" y="1245"/>
                </a:moveTo>
                <a:lnTo>
                  <a:pt x="178" y="1168"/>
                </a:lnTo>
                <a:lnTo>
                  <a:pt x="178" y="111"/>
                </a:lnTo>
                <a:lnTo>
                  <a:pt x="0" y="0"/>
                </a:lnTo>
                <a:lnTo>
                  <a:pt x="0" y="1245"/>
                </a:lnTo>
                <a:close/>
              </a:path>
            </a:pathLst>
          </a:custGeom>
          <a:solidFill>
            <a:srgbClr val="98A6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 name="Freeform 14"/>
          <p:cNvSpPr>
            <a:spLocks/>
          </p:cNvSpPr>
          <p:nvPr/>
        </p:nvSpPr>
        <p:spPr bwMode="auto">
          <a:xfrm>
            <a:off x="6508750" y="3125788"/>
            <a:ext cx="404813" cy="3249613"/>
          </a:xfrm>
          <a:custGeom>
            <a:avLst/>
            <a:gdLst>
              <a:gd name="T0" fmla="*/ 255 w 255"/>
              <a:gd name="T1" fmla="*/ 2047 h 2047"/>
              <a:gd name="T2" fmla="*/ 0 w 255"/>
              <a:gd name="T3" fmla="*/ 1970 h 2047"/>
              <a:gd name="T4" fmla="*/ 0 w 255"/>
              <a:gd name="T5" fmla="*/ 128 h 2047"/>
              <a:gd name="T6" fmla="*/ 255 w 255"/>
              <a:gd name="T7" fmla="*/ 0 h 2047"/>
              <a:gd name="T8" fmla="*/ 255 w 255"/>
              <a:gd name="T9" fmla="*/ 2047 h 2047"/>
            </a:gdLst>
            <a:ahLst/>
            <a:cxnLst>
              <a:cxn ang="0">
                <a:pos x="T0" y="T1"/>
              </a:cxn>
              <a:cxn ang="0">
                <a:pos x="T2" y="T3"/>
              </a:cxn>
              <a:cxn ang="0">
                <a:pos x="T4" y="T5"/>
              </a:cxn>
              <a:cxn ang="0">
                <a:pos x="T6" y="T7"/>
              </a:cxn>
              <a:cxn ang="0">
                <a:pos x="T8" y="T9"/>
              </a:cxn>
            </a:cxnLst>
            <a:rect l="0" t="0" r="r" b="b"/>
            <a:pathLst>
              <a:path w="255" h="2047">
                <a:moveTo>
                  <a:pt x="255" y="2047"/>
                </a:moveTo>
                <a:lnTo>
                  <a:pt x="0" y="1970"/>
                </a:lnTo>
                <a:lnTo>
                  <a:pt x="0" y="128"/>
                </a:lnTo>
                <a:lnTo>
                  <a:pt x="255" y="0"/>
                </a:lnTo>
                <a:lnTo>
                  <a:pt x="255" y="2047"/>
                </a:lnTo>
                <a:close/>
              </a:path>
            </a:pathLst>
          </a:custGeom>
          <a:solidFill>
            <a:srgbClr val="E835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 name="Freeform 15"/>
          <p:cNvSpPr>
            <a:spLocks/>
          </p:cNvSpPr>
          <p:nvPr/>
        </p:nvSpPr>
        <p:spPr bwMode="auto">
          <a:xfrm>
            <a:off x="6913563" y="3125788"/>
            <a:ext cx="282575" cy="3249613"/>
          </a:xfrm>
          <a:custGeom>
            <a:avLst/>
            <a:gdLst>
              <a:gd name="T0" fmla="*/ 0 w 178"/>
              <a:gd name="T1" fmla="*/ 2047 h 2047"/>
              <a:gd name="T2" fmla="*/ 178 w 178"/>
              <a:gd name="T3" fmla="*/ 1970 h 2047"/>
              <a:gd name="T4" fmla="*/ 178 w 178"/>
              <a:gd name="T5" fmla="*/ 111 h 2047"/>
              <a:gd name="T6" fmla="*/ 0 w 178"/>
              <a:gd name="T7" fmla="*/ 0 h 2047"/>
              <a:gd name="T8" fmla="*/ 0 w 178"/>
              <a:gd name="T9" fmla="*/ 2047 h 2047"/>
            </a:gdLst>
            <a:ahLst/>
            <a:cxnLst>
              <a:cxn ang="0">
                <a:pos x="T0" y="T1"/>
              </a:cxn>
              <a:cxn ang="0">
                <a:pos x="T2" y="T3"/>
              </a:cxn>
              <a:cxn ang="0">
                <a:pos x="T4" y="T5"/>
              </a:cxn>
              <a:cxn ang="0">
                <a:pos x="T6" y="T7"/>
              </a:cxn>
              <a:cxn ang="0">
                <a:pos x="T8" y="T9"/>
              </a:cxn>
            </a:cxnLst>
            <a:rect l="0" t="0" r="r" b="b"/>
            <a:pathLst>
              <a:path w="178" h="2047">
                <a:moveTo>
                  <a:pt x="0" y="2047"/>
                </a:moveTo>
                <a:lnTo>
                  <a:pt x="178" y="1970"/>
                </a:lnTo>
                <a:lnTo>
                  <a:pt x="178" y="111"/>
                </a:lnTo>
                <a:lnTo>
                  <a:pt x="0" y="0"/>
                </a:lnTo>
                <a:lnTo>
                  <a:pt x="0" y="2047"/>
                </a:lnTo>
                <a:close/>
              </a:path>
            </a:pathLst>
          </a:custGeom>
          <a:solidFill>
            <a:srgbClr val="C22A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 name="Freeform 16"/>
          <p:cNvSpPr>
            <a:spLocks/>
          </p:cNvSpPr>
          <p:nvPr/>
        </p:nvSpPr>
        <p:spPr bwMode="auto">
          <a:xfrm>
            <a:off x="7466013" y="3830638"/>
            <a:ext cx="417513" cy="2544763"/>
          </a:xfrm>
          <a:custGeom>
            <a:avLst/>
            <a:gdLst>
              <a:gd name="T0" fmla="*/ 263 w 263"/>
              <a:gd name="T1" fmla="*/ 1603 h 1603"/>
              <a:gd name="T2" fmla="*/ 0 w 263"/>
              <a:gd name="T3" fmla="*/ 1526 h 1603"/>
              <a:gd name="T4" fmla="*/ 0 w 263"/>
              <a:gd name="T5" fmla="*/ 128 h 1603"/>
              <a:gd name="T6" fmla="*/ 263 w 263"/>
              <a:gd name="T7" fmla="*/ 0 h 1603"/>
              <a:gd name="T8" fmla="*/ 263 w 263"/>
              <a:gd name="T9" fmla="*/ 1603 h 1603"/>
            </a:gdLst>
            <a:ahLst/>
            <a:cxnLst>
              <a:cxn ang="0">
                <a:pos x="T0" y="T1"/>
              </a:cxn>
              <a:cxn ang="0">
                <a:pos x="T2" y="T3"/>
              </a:cxn>
              <a:cxn ang="0">
                <a:pos x="T4" y="T5"/>
              </a:cxn>
              <a:cxn ang="0">
                <a:pos x="T6" y="T7"/>
              </a:cxn>
              <a:cxn ang="0">
                <a:pos x="T8" y="T9"/>
              </a:cxn>
            </a:cxnLst>
            <a:rect l="0" t="0" r="r" b="b"/>
            <a:pathLst>
              <a:path w="263" h="1603">
                <a:moveTo>
                  <a:pt x="263" y="1603"/>
                </a:moveTo>
                <a:lnTo>
                  <a:pt x="0" y="1526"/>
                </a:lnTo>
                <a:lnTo>
                  <a:pt x="0" y="128"/>
                </a:lnTo>
                <a:lnTo>
                  <a:pt x="263" y="0"/>
                </a:lnTo>
                <a:lnTo>
                  <a:pt x="263" y="1603"/>
                </a:lnTo>
                <a:close/>
              </a:path>
            </a:pathLst>
          </a:custGeom>
          <a:solidFill>
            <a:srgbClr val="ED7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 name="Freeform 17"/>
          <p:cNvSpPr>
            <a:spLocks/>
          </p:cNvSpPr>
          <p:nvPr/>
        </p:nvSpPr>
        <p:spPr bwMode="auto">
          <a:xfrm>
            <a:off x="7883525" y="3830638"/>
            <a:ext cx="268288" cy="2544763"/>
          </a:xfrm>
          <a:custGeom>
            <a:avLst/>
            <a:gdLst>
              <a:gd name="T0" fmla="*/ 0 w 169"/>
              <a:gd name="T1" fmla="*/ 1603 h 1603"/>
              <a:gd name="T2" fmla="*/ 169 w 169"/>
              <a:gd name="T3" fmla="*/ 1526 h 1603"/>
              <a:gd name="T4" fmla="*/ 169 w 169"/>
              <a:gd name="T5" fmla="*/ 110 h 1603"/>
              <a:gd name="T6" fmla="*/ 0 w 169"/>
              <a:gd name="T7" fmla="*/ 0 h 1603"/>
              <a:gd name="T8" fmla="*/ 0 w 169"/>
              <a:gd name="T9" fmla="*/ 1603 h 1603"/>
            </a:gdLst>
            <a:ahLst/>
            <a:cxnLst>
              <a:cxn ang="0">
                <a:pos x="T0" y="T1"/>
              </a:cxn>
              <a:cxn ang="0">
                <a:pos x="T2" y="T3"/>
              </a:cxn>
              <a:cxn ang="0">
                <a:pos x="T4" y="T5"/>
              </a:cxn>
              <a:cxn ang="0">
                <a:pos x="T6" y="T7"/>
              </a:cxn>
              <a:cxn ang="0">
                <a:pos x="T8" y="T9"/>
              </a:cxn>
            </a:cxnLst>
            <a:rect l="0" t="0" r="r" b="b"/>
            <a:pathLst>
              <a:path w="169" h="1603">
                <a:moveTo>
                  <a:pt x="0" y="1603"/>
                </a:moveTo>
                <a:lnTo>
                  <a:pt x="169" y="1526"/>
                </a:lnTo>
                <a:lnTo>
                  <a:pt x="169" y="110"/>
                </a:lnTo>
                <a:lnTo>
                  <a:pt x="0" y="0"/>
                </a:lnTo>
                <a:lnTo>
                  <a:pt x="0" y="1603"/>
                </a:lnTo>
                <a:close/>
              </a:path>
            </a:pathLst>
          </a:custGeom>
          <a:solidFill>
            <a:srgbClr val="CD61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 name="Freeform 18"/>
          <p:cNvSpPr>
            <a:spLocks/>
          </p:cNvSpPr>
          <p:nvPr/>
        </p:nvSpPr>
        <p:spPr bwMode="auto">
          <a:xfrm>
            <a:off x="8502650" y="3546476"/>
            <a:ext cx="404813" cy="2828925"/>
          </a:xfrm>
          <a:custGeom>
            <a:avLst/>
            <a:gdLst>
              <a:gd name="T0" fmla="*/ 255 w 255"/>
              <a:gd name="T1" fmla="*/ 1782 h 1782"/>
              <a:gd name="T2" fmla="*/ 0 w 255"/>
              <a:gd name="T3" fmla="*/ 1705 h 1782"/>
              <a:gd name="T4" fmla="*/ 0 w 255"/>
              <a:gd name="T5" fmla="*/ 127 h 1782"/>
              <a:gd name="T6" fmla="*/ 255 w 255"/>
              <a:gd name="T7" fmla="*/ 0 h 1782"/>
              <a:gd name="T8" fmla="*/ 255 w 255"/>
              <a:gd name="T9" fmla="*/ 1782 h 1782"/>
            </a:gdLst>
            <a:ahLst/>
            <a:cxnLst>
              <a:cxn ang="0">
                <a:pos x="T0" y="T1"/>
              </a:cxn>
              <a:cxn ang="0">
                <a:pos x="T2" y="T3"/>
              </a:cxn>
              <a:cxn ang="0">
                <a:pos x="T4" y="T5"/>
              </a:cxn>
              <a:cxn ang="0">
                <a:pos x="T6" y="T7"/>
              </a:cxn>
              <a:cxn ang="0">
                <a:pos x="T8" y="T9"/>
              </a:cxn>
            </a:cxnLst>
            <a:rect l="0" t="0" r="r" b="b"/>
            <a:pathLst>
              <a:path w="255" h="1782">
                <a:moveTo>
                  <a:pt x="255" y="1782"/>
                </a:moveTo>
                <a:lnTo>
                  <a:pt x="0" y="1705"/>
                </a:lnTo>
                <a:lnTo>
                  <a:pt x="0" y="127"/>
                </a:lnTo>
                <a:lnTo>
                  <a:pt x="255" y="0"/>
                </a:lnTo>
                <a:lnTo>
                  <a:pt x="255" y="1782"/>
                </a:lnTo>
                <a:close/>
              </a:path>
            </a:pathLst>
          </a:custGeom>
          <a:solidFill>
            <a:srgbClr val="F8B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 name="Freeform 19"/>
          <p:cNvSpPr>
            <a:spLocks/>
          </p:cNvSpPr>
          <p:nvPr/>
        </p:nvSpPr>
        <p:spPr bwMode="auto">
          <a:xfrm>
            <a:off x="8907463" y="3546476"/>
            <a:ext cx="282575" cy="2828925"/>
          </a:xfrm>
          <a:custGeom>
            <a:avLst/>
            <a:gdLst>
              <a:gd name="T0" fmla="*/ 0 w 178"/>
              <a:gd name="T1" fmla="*/ 1782 h 1782"/>
              <a:gd name="T2" fmla="*/ 178 w 178"/>
              <a:gd name="T3" fmla="*/ 1705 h 1782"/>
              <a:gd name="T4" fmla="*/ 178 w 178"/>
              <a:gd name="T5" fmla="*/ 110 h 1782"/>
              <a:gd name="T6" fmla="*/ 0 w 178"/>
              <a:gd name="T7" fmla="*/ 0 h 1782"/>
              <a:gd name="T8" fmla="*/ 0 w 178"/>
              <a:gd name="T9" fmla="*/ 1782 h 1782"/>
            </a:gdLst>
            <a:ahLst/>
            <a:cxnLst>
              <a:cxn ang="0">
                <a:pos x="T0" y="T1"/>
              </a:cxn>
              <a:cxn ang="0">
                <a:pos x="T2" y="T3"/>
              </a:cxn>
              <a:cxn ang="0">
                <a:pos x="T4" y="T5"/>
              </a:cxn>
              <a:cxn ang="0">
                <a:pos x="T6" y="T7"/>
              </a:cxn>
              <a:cxn ang="0">
                <a:pos x="T8" y="T9"/>
              </a:cxn>
            </a:cxnLst>
            <a:rect l="0" t="0" r="r" b="b"/>
            <a:pathLst>
              <a:path w="178" h="1782">
                <a:moveTo>
                  <a:pt x="0" y="1782"/>
                </a:moveTo>
                <a:lnTo>
                  <a:pt x="178" y="1705"/>
                </a:lnTo>
                <a:lnTo>
                  <a:pt x="178" y="110"/>
                </a:lnTo>
                <a:lnTo>
                  <a:pt x="0" y="0"/>
                </a:lnTo>
                <a:lnTo>
                  <a:pt x="0" y="1782"/>
                </a:lnTo>
                <a:close/>
              </a:path>
            </a:pathLst>
          </a:custGeom>
          <a:solidFill>
            <a:srgbClr val="E8A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 name="Freeform 20"/>
          <p:cNvSpPr>
            <a:spLocks/>
          </p:cNvSpPr>
          <p:nvPr/>
        </p:nvSpPr>
        <p:spPr bwMode="auto">
          <a:xfrm>
            <a:off x="9526588" y="2760663"/>
            <a:ext cx="404813" cy="3614738"/>
          </a:xfrm>
          <a:custGeom>
            <a:avLst/>
            <a:gdLst>
              <a:gd name="T0" fmla="*/ 255 w 255"/>
              <a:gd name="T1" fmla="*/ 2277 h 2277"/>
              <a:gd name="T2" fmla="*/ 0 w 255"/>
              <a:gd name="T3" fmla="*/ 2200 h 2277"/>
              <a:gd name="T4" fmla="*/ 0 w 255"/>
              <a:gd name="T5" fmla="*/ 119 h 2277"/>
              <a:gd name="T6" fmla="*/ 255 w 255"/>
              <a:gd name="T7" fmla="*/ 0 h 2277"/>
              <a:gd name="T8" fmla="*/ 255 w 255"/>
              <a:gd name="T9" fmla="*/ 2277 h 2277"/>
            </a:gdLst>
            <a:ahLst/>
            <a:cxnLst>
              <a:cxn ang="0">
                <a:pos x="T0" y="T1"/>
              </a:cxn>
              <a:cxn ang="0">
                <a:pos x="T2" y="T3"/>
              </a:cxn>
              <a:cxn ang="0">
                <a:pos x="T4" y="T5"/>
              </a:cxn>
              <a:cxn ang="0">
                <a:pos x="T6" y="T7"/>
              </a:cxn>
              <a:cxn ang="0">
                <a:pos x="T8" y="T9"/>
              </a:cxn>
            </a:cxnLst>
            <a:rect l="0" t="0" r="r" b="b"/>
            <a:pathLst>
              <a:path w="255" h="2277">
                <a:moveTo>
                  <a:pt x="255" y="2277"/>
                </a:moveTo>
                <a:lnTo>
                  <a:pt x="0" y="2200"/>
                </a:lnTo>
                <a:lnTo>
                  <a:pt x="0" y="119"/>
                </a:lnTo>
                <a:lnTo>
                  <a:pt x="255" y="0"/>
                </a:lnTo>
                <a:lnTo>
                  <a:pt x="255" y="2277"/>
                </a:lnTo>
                <a:close/>
              </a:path>
            </a:pathLst>
          </a:custGeom>
          <a:solidFill>
            <a:srgbClr val="A8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 name="Freeform 21"/>
          <p:cNvSpPr>
            <a:spLocks/>
          </p:cNvSpPr>
          <p:nvPr/>
        </p:nvSpPr>
        <p:spPr bwMode="auto">
          <a:xfrm>
            <a:off x="9931400" y="2760663"/>
            <a:ext cx="282575" cy="3614738"/>
          </a:xfrm>
          <a:custGeom>
            <a:avLst/>
            <a:gdLst>
              <a:gd name="T0" fmla="*/ 0 w 178"/>
              <a:gd name="T1" fmla="*/ 2277 h 2277"/>
              <a:gd name="T2" fmla="*/ 178 w 178"/>
              <a:gd name="T3" fmla="*/ 2200 h 2277"/>
              <a:gd name="T4" fmla="*/ 178 w 178"/>
              <a:gd name="T5" fmla="*/ 111 h 2277"/>
              <a:gd name="T6" fmla="*/ 0 w 178"/>
              <a:gd name="T7" fmla="*/ 0 h 2277"/>
              <a:gd name="T8" fmla="*/ 0 w 178"/>
              <a:gd name="T9" fmla="*/ 2277 h 2277"/>
            </a:gdLst>
            <a:ahLst/>
            <a:cxnLst>
              <a:cxn ang="0">
                <a:pos x="T0" y="T1"/>
              </a:cxn>
              <a:cxn ang="0">
                <a:pos x="T2" y="T3"/>
              </a:cxn>
              <a:cxn ang="0">
                <a:pos x="T4" y="T5"/>
              </a:cxn>
              <a:cxn ang="0">
                <a:pos x="T6" y="T7"/>
              </a:cxn>
              <a:cxn ang="0">
                <a:pos x="T8" y="T9"/>
              </a:cxn>
            </a:cxnLst>
            <a:rect l="0" t="0" r="r" b="b"/>
            <a:pathLst>
              <a:path w="178" h="2277">
                <a:moveTo>
                  <a:pt x="0" y="2277"/>
                </a:moveTo>
                <a:lnTo>
                  <a:pt x="178" y="2200"/>
                </a:lnTo>
                <a:lnTo>
                  <a:pt x="178" y="111"/>
                </a:lnTo>
                <a:lnTo>
                  <a:pt x="0" y="0"/>
                </a:lnTo>
                <a:lnTo>
                  <a:pt x="0" y="2277"/>
                </a:lnTo>
                <a:close/>
              </a:path>
            </a:pathLst>
          </a:custGeom>
          <a:solidFill>
            <a:srgbClr val="98A6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 name="文本框 48"/>
          <p:cNvSpPr txBox="1"/>
          <p:nvPr/>
        </p:nvSpPr>
        <p:spPr>
          <a:xfrm>
            <a:off x="2501220" y="2012423"/>
            <a:ext cx="736099" cy="400110"/>
          </a:xfrm>
          <a:prstGeom prst="rect">
            <a:avLst/>
          </a:prstGeom>
          <a:noFill/>
        </p:spPr>
        <p:txBody>
          <a:bodyPr wrap="none" rtlCol="0">
            <a:spAutoFit/>
          </a:bodyPr>
          <a:lstStyle/>
          <a:p>
            <a:r>
              <a:rPr lang="en-US" altLang="zh-CN" sz="2000" dirty="0">
                <a:solidFill>
                  <a:srgbClr val="3E3A39"/>
                </a:solidFill>
                <a:latin typeface="Impact" panose="020B0806030902050204" pitchFamily="34" charset="0"/>
              </a:rPr>
              <a:t>100%</a:t>
            </a:r>
            <a:endParaRPr lang="zh-CN" altLang="en-US" sz="2000" dirty="0">
              <a:solidFill>
                <a:srgbClr val="3E3A39"/>
              </a:solidFill>
              <a:latin typeface="Impact" panose="020B0806030902050204" pitchFamily="34" charset="0"/>
            </a:endParaRPr>
          </a:p>
        </p:txBody>
      </p:sp>
      <p:sp>
        <p:nvSpPr>
          <p:cNvPr id="50" name="文本框 49"/>
          <p:cNvSpPr txBox="1"/>
          <p:nvPr/>
        </p:nvSpPr>
        <p:spPr>
          <a:xfrm>
            <a:off x="9608476" y="2369364"/>
            <a:ext cx="639919" cy="400110"/>
          </a:xfrm>
          <a:prstGeom prst="rect">
            <a:avLst/>
          </a:prstGeom>
          <a:noFill/>
        </p:spPr>
        <p:txBody>
          <a:bodyPr wrap="none" rtlCol="0">
            <a:spAutoFit/>
          </a:bodyPr>
          <a:lstStyle/>
          <a:p>
            <a:r>
              <a:rPr lang="en-US" altLang="zh-CN" sz="2000" dirty="0">
                <a:solidFill>
                  <a:srgbClr val="3E3A39"/>
                </a:solidFill>
                <a:latin typeface="Impact" panose="020B0806030902050204" pitchFamily="34" charset="0"/>
              </a:rPr>
              <a:t>95%</a:t>
            </a:r>
            <a:endParaRPr lang="zh-CN" altLang="en-US" sz="2000" dirty="0">
              <a:solidFill>
                <a:srgbClr val="3E3A39"/>
              </a:solidFill>
              <a:latin typeface="Impact" panose="020B0806030902050204" pitchFamily="34" charset="0"/>
            </a:endParaRPr>
          </a:p>
        </p:txBody>
      </p:sp>
      <p:sp>
        <p:nvSpPr>
          <p:cNvPr id="51" name="文本框 50"/>
          <p:cNvSpPr txBox="1"/>
          <p:nvPr/>
        </p:nvSpPr>
        <p:spPr>
          <a:xfrm>
            <a:off x="3553751" y="2801406"/>
            <a:ext cx="638316" cy="400110"/>
          </a:xfrm>
          <a:prstGeom prst="rect">
            <a:avLst/>
          </a:prstGeom>
          <a:noFill/>
        </p:spPr>
        <p:txBody>
          <a:bodyPr wrap="none" rtlCol="0">
            <a:spAutoFit/>
          </a:bodyPr>
          <a:lstStyle/>
          <a:p>
            <a:r>
              <a:rPr lang="en-US" altLang="zh-CN" sz="2000" dirty="0">
                <a:solidFill>
                  <a:srgbClr val="3E3A39"/>
                </a:solidFill>
                <a:latin typeface="Impact" panose="020B0806030902050204" pitchFamily="34" charset="0"/>
              </a:rPr>
              <a:t>80%</a:t>
            </a:r>
            <a:endParaRPr lang="zh-CN" altLang="en-US" sz="2000" dirty="0">
              <a:solidFill>
                <a:srgbClr val="3E3A39"/>
              </a:solidFill>
              <a:latin typeface="Impact" panose="020B0806030902050204" pitchFamily="34" charset="0"/>
            </a:endParaRPr>
          </a:p>
        </p:txBody>
      </p:sp>
      <p:sp>
        <p:nvSpPr>
          <p:cNvPr id="52" name="文本框 51"/>
          <p:cNvSpPr txBox="1"/>
          <p:nvPr/>
        </p:nvSpPr>
        <p:spPr>
          <a:xfrm>
            <a:off x="4551523" y="3347056"/>
            <a:ext cx="601447" cy="400110"/>
          </a:xfrm>
          <a:prstGeom prst="rect">
            <a:avLst/>
          </a:prstGeom>
          <a:noFill/>
        </p:spPr>
        <p:txBody>
          <a:bodyPr wrap="none" rtlCol="0">
            <a:spAutoFit/>
          </a:bodyPr>
          <a:lstStyle/>
          <a:p>
            <a:r>
              <a:rPr lang="en-US" altLang="zh-CN" sz="2000" dirty="0">
                <a:solidFill>
                  <a:srgbClr val="3E3A39"/>
                </a:solidFill>
                <a:latin typeface="Impact" panose="020B0806030902050204" pitchFamily="34" charset="0"/>
              </a:rPr>
              <a:t>70%</a:t>
            </a:r>
            <a:endParaRPr lang="zh-CN" altLang="en-US" sz="2000" dirty="0">
              <a:solidFill>
                <a:srgbClr val="3E3A39"/>
              </a:solidFill>
              <a:latin typeface="Impact" panose="020B0806030902050204" pitchFamily="34" charset="0"/>
            </a:endParaRPr>
          </a:p>
        </p:txBody>
      </p:sp>
      <p:sp>
        <p:nvSpPr>
          <p:cNvPr id="53" name="文本框 52"/>
          <p:cNvSpPr txBox="1"/>
          <p:nvPr/>
        </p:nvSpPr>
        <p:spPr>
          <a:xfrm>
            <a:off x="5624570" y="3990866"/>
            <a:ext cx="638316" cy="400110"/>
          </a:xfrm>
          <a:prstGeom prst="rect">
            <a:avLst/>
          </a:prstGeom>
          <a:noFill/>
        </p:spPr>
        <p:txBody>
          <a:bodyPr wrap="none" rtlCol="0">
            <a:spAutoFit/>
          </a:bodyPr>
          <a:lstStyle/>
          <a:p>
            <a:r>
              <a:rPr lang="en-US" altLang="zh-CN" sz="2000" dirty="0">
                <a:solidFill>
                  <a:srgbClr val="3E3A39"/>
                </a:solidFill>
                <a:latin typeface="Impact" panose="020B0806030902050204" pitchFamily="34" charset="0"/>
              </a:rPr>
              <a:t>50%</a:t>
            </a:r>
            <a:endParaRPr lang="zh-CN" altLang="en-US" sz="2000" dirty="0">
              <a:solidFill>
                <a:srgbClr val="3E3A39"/>
              </a:solidFill>
              <a:latin typeface="Impact" panose="020B0806030902050204" pitchFamily="34" charset="0"/>
            </a:endParaRPr>
          </a:p>
        </p:txBody>
      </p:sp>
      <p:sp>
        <p:nvSpPr>
          <p:cNvPr id="54" name="文本框 53"/>
          <p:cNvSpPr txBox="1"/>
          <p:nvPr/>
        </p:nvSpPr>
        <p:spPr>
          <a:xfrm>
            <a:off x="6598277" y="2721042"/>
            <a:ext cx="639919" cy="400110"/>
          </a:xfrm>
          <a:prstGeom prst="rect">
            <a:avLst/>
          </a:prstGeom>
          <a:noFill/>
        </p:spPr>
        <p:txBody>
          <a:bodyPr wrap="none" rtlCol="0">
            <a:spAutoFit/>
          </a:bodyPr>
          <a:lstStyle/>
          <a:p>
            <a:r>
              <a:rPr lang="en-US" altLang="zh-CN" sz="2000" dirty="0">
                <a:solidFill>
                  <a:srgbClr val="3E3A39"/>
                </a:solidFill>
                <a:latin typeface="Impact" panose="020B0806030902050204" pitchFamily="34" charset="0"/>
              </a:rPr>
              <a:t>90%</a:t>
            </a:r>
            <a:endParaRPr lang="zh-CN" altLang="en-US" sz="2000" dirty="0">
              <a:solidFill>
                <a:srgbClr val="3E3A39"/>
              </a:solidFill>
              <a:latin typeface="Impact" panose="020B0806030902050204" pitchFamily="34" charset="0"/>
            </a:endParaRPr>
          </a:p>
        </p:txBody>
      </p:sp>
      <p:sp>
        <p:nvSpPr>
          <p:cNvPr id="56" name="文本框 55"/>
          <p:cNvSpPr txBox="1"/>
          <p:nvPr/>
        </p:nvSpPr>
        <p:spPr>
          <a:xfrm>
            <a:off x="7562112" y="3446843"/>
            <a:ext cx="639919" cy="400110"/>
          </a:xfrm>
          <a:prstGeom prst="rect">
            <a:avLst/>
          </a:prstGeom>
          <a:noFill/>
        </p:spPr>
        <p:txBody>
          <a:bodyPr wrap="none" rtlCol="0">
            <a:spAutoFit/>
          </a:bodyPr>
          <a:lstStyle/>
          <a:p>
            <a:r>
              <a:rPr lang="en-US" altLang="zh-CN" sz="2000" dirty="0">
                <a:solidFill>
                  <a:srgbClr val="3E3A39"/>
                </a:solidFill>
                <a:latin typeface="Impact" panose="020B0806030902050204" pitchFamily="34" charset="0"/>
              </a:rPr>
              <a:t>65%</a:t>
            </a:r>
            <a:endParaRPr lang="zh-CN" altLang="en-US" sz="2000" dirty="0">
              <a:solidFill>
                <a:srgbClr val="3E3A39"/>
              </a:solidFill>
              <a:latin typeface="Impact" panose="020B0806030902050204" pitchFamily="34" charset="0"/>
            </a:endParaRPr>
          </a:p>
        </p:txBody>
      </p:sp>
      <p:sp>
        <p:nvSpPr>
          <p:cNvPr id="57" name="文本框 56"/>
          <p:cNvSpPr txBox="1"/>
          <p:nvPr/>
        </p:nvSpPr>
        <p:spPr>
          <a:xfrm>
            <a:off x="8590046" y="3183964"/>
            <a:ext cx="601447" cy="400110"/>
          </a:xfrm>
          <a:prstGeom prst="rect">
            <a:avLst/>
          </a:prstGeom>
          <a:noFill/>
        </p:spPr>
        <p:txBody>
          <a:bodyPr wrap="none" rtlCol="0">
            <a:spAutoFit/>
          </a:bodyPr>
          <a:lstStyle/>
          <a:p>
            <a:r>
              <a:rPr lang="en-US" altLang="zh-CN" sz="2000" dirty="0">
                <a:solidFill>
                  <a:srgbClr val="3E3A39"/>
                </a:solidFill>
                <a:latin typeface="Impact" panose="020B0806030902050204" pitchFamily="34" charset="0"/>
              </a:rPr>
              <a:t>75%</a:t>
            </a:r>
            <a:endParaRPr lang="zh-CN" altLang="en-US" sz="2000" dirty="0">
              <a:solidFill>
                <a:srgbClr val="3E3A39"/>
              </a:solidFill>
              <a:latin typeface="Impact" panose="020B0806030902050204" pitchFamily="34" charset="0"/>
            </a:endParaRPr>
          </a:p>
        </p:txBody>
      </p:sp>
      <p:sp>
        <p:nvSpPr>
          <p:cNvPr id="58" name="文本框 57"/>
          <p:cNvSpPr txBox="1"/>
          <p:nvPr/>
        </p:nvSpPr>
        <p:spPr>
          <a:xfrm>
            <a:off x="1000603" y="858685"/>
            <a:ext cx="10341293" cy="369332"/>
          </a:xfrm>
          <a:prstGeom prst="rect">
            <a:avLst/>
          </a:prstGeom>
          <a:noFill/>
        </p:spPr>
        <p:txBody>
          <a:bodyPr wrap="none" rtlCol="0">
            <a:spAutoFit/>
          </a:bodyPr>
          <a:lstStyle/>
          <a:p>
            <a:r>
              <a:rPr lang="zh-CN" altLang="en-US" dirty="0">
                <a:solidFill>
                  <a:prstClr val="black">
                    <a:lumMod val="65000"/>
                    <a:lumOff val="35000"/>
                  </a:prstClr>
                </a:solidFill>
              </a:rPr>
              <a:t>纯图形做成的图表，需要根据数据手动调整柱形长度，调整方法是制作一个对应的柱形图表作参考。</a:t>
            </a:r>
          </a:p>
        </p:txBody>
      </p:sp>
      <p:sp>
        <p:nvSpPr>
          <p:cNvPr id="29" name="矩形 39"/>
          <p:cNvSpPr/>
          <p:nvPr/>
        </p:nvSpPr>
        <p:spPr>
          <a:xfrm>
            <a:off x="0" y="203088"/>
            <a:ext cx="1774845" cy="523220"/>
          </a:xfrm>
          <a:prstGeom prst="rect">
            <a:avLst/>
          </a:prstGeom>
          <a:noFill/>
        </p:spPr>
        <p:txBody>
          <a:bodyPr wrap="none" rtlCol="0">
            <a:spAutoFit/>
          </a:bodyPr>
          <a:lstStyle/>
          <a:p>
            <a:r>
              <a:rPr lang="zh-CN" altLang="en-US" sz="2800" b="1" dirty="0">
                <a:solidFill>
                  <a:schemeClr val="tx1">
                    <a:lumMod val="65000"/>
                    <a:lumOff val="35000"/>
                  </a:schemeClr>
                </a:solidFill>
              </a:rPr>
              <a:t>柱</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条形图</a:t>
            </a:r>
          </a:p>
        </p:txBody>
      </p:sp>
    </p:spTree>
    <p:extLst>
      <p:ext uri="{BB962C8B-B14F-4D97-AF65-F5344CB8AC3E}">
        <p14:creationId xmlns:p14="http://schemas.microsoft.com/office/powerpoint/2010/main" val="1377265599"/>
      </p:ext>
    </p:extLst>
  </p:cSld>
  <p:clrMapOvr>
    <a:masterClrMapping/>
  </p:clrMapOvr>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 name="图表 70"/>
          <p:cNvGraphicFramePr/>
          <p:nvPr/>
        </p:nvGraphicFramePr>
        <p:xfrm>
          <a:off x="4261272" y="1183518"/>
          <a:ext cx="7793568" cy="4339848"/>
        </p:xfrm>
        <a:graphic>
          <a:graphicData uri="http://schemas.openxmlformats.org/drawingml/2006/chart">
            <c:chart xmlns:c="http://schemas.openxmlformats.org/drawingml/2006/chart" xmlns:r="http://schemas.openxmlformats.org/officeDocument/2006/relationships" r:id="rId2"/>
          </a:graphicData>
        </a:graphic>
      </p:graphicFrame>
      <p:grpSp>
        <p:nvGrpSpPr>
          <p:cNvPr id="102" name="组合 101"/>
          <p:cNvGrpSpPr/>
          <p:nvPr/>
        </p:nvGrpSpPr>
        <p:grpSpPr>
          <a:xfrm>
            <a:off x="4528808" y="5550043"/>
            <a:ext cx="849198" cy="864000"/>
            <a:chOff x="995012" y="5604633"/>
            <a:chExt cx="855427" cy="870337"/>
          </a:xfrm>
        </p:grpSpPr>
        <p:sp>
          <p:nvSpPr>
            <p:cNvPr id="74" name="Oval 41"/>
            <p:cNvSpPr>
              <a:spLocks noChangeArrowheads="1"/>
            </p:cNvSpPr>
            <p:nvPr/>
          </p:nvSpPr>
          <p:spPr bwMode="auto">
            <a:xfrm>
              <a:off x="995012" y="5604633"/>
              <a:ext cx="855427" cy="870337"/>
            </a:xfrm>
            <a:prstGeom prst="ellipse">
              <a:avLst/>
            </a:prstGeom>
            <a:solidFill>
              <a:srgbClr val="EB60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 name="Freeform 42"/>
            <p:cNvSpPr>
              <a:spLocks/>
            </p:cNvSpPr>
            <p:nvPr/>
          </p:nvSpPr>
          <p:spPr bwMode="auto">
            <a:xfrm>
              <a:off x="1237290" y="5811501"/>
              <a:ext cx="613149" cy="663469"/>
            </a:xfrm>
            <a:custGeom>
              <a:avLst/>
              <a:gdLst>
                <a:gd name="T0" fmla="*/ 109 w 109"/>
                <a:gd name="T1" fmla="*/ 48 h 116"/>
                <a:gd name="T2" fmla="*/ 64 w 109"/>
                <a:gd name="T3" fmla="*/ 0 h 116"/>
                <a:gd name="T4" fmla="*/ 40 w 109"/>
                <a:gd name="T5" fmla="*/ 1 h 116"/>
                <a:gd name="T6" fmla="*/ 1 w 109"/>
                <a:gd name="T7" fmla="*/ 1 h 116"/>
                <a:gd name="T8" fmla="*/ 2 w 109"/>
                <a:gd name="T9" fmla="*/ 43 h 116"/>
                <a:gd name="T10" fmla="*/ 0 w 109"/>
                <a:gd name="T11" fmla="*/ 78 h 116"/>
                <a:gd name="T12" fmla="*/ 34 w 109"/>
                <a:gd name="T13" fmla="*/ 116 h 116"/>
                <a:gd name="T14" fmla="*/ 109 w 109"/>
                <a:gd name="T15" fmla="*/ 48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 h="116">
                  <a:moveTo>
                    <a:pt x="109" y="48"/>
                  </a:moveTo>
                  <a:cubicBezTo>
                    <a:pt x="64" y="0"/>
                    <a:pt x="64" y="0"/>
                    <a:pt x="64" y="0"/>
                  </a:cubicBezTo>
                  <a:cubicBezTo>
                    <a:pt x="40" y="1"/>
                    <a:pt x="40" y="1"/>
                    <a:pt x="40" y="1"/>
                  </a:cubicBezTo>
                  <a:cubicBezTo>
                    <a:pt x="1" y="1"/>
                    <a:pt x="1" y="1"/>
                    <a:pt x="1" y="1"/>
                  </a:cubicBezTo>
                  <a:cubicBezTo>
                    <a:pt x="2" y="43"/>
                    <a:pt x="2" y="43"/>
                    <a:pt x="2" y="43"/>
                  </a:cubicBezTo>
                  <a:cubicBezTo>
                    <a:pt x="0" y="78"/>
                    <a:pt x="0" y="78"/>
                    <a:pt x="0" y="78"/>
                  </a:cubicBezTo>
                  <a:cubicBezTo>
                    <a:pt x="34" y="116"/>
                    <a:pt x="34" y="116"/>
                    <a:pt x="34" y="116"/>
                  </a:cubicBezTo>
                  <a:cubicBezTo>
                    <a:pt x="72" y="115"/>
                    <a:pt x="104" y="86"/>
                    <a:pt x="109" y="48"/>
                  </a:cubicBezTo>
                  <a:close/>
                </a:path>
              </a:pathLst>
            </a:custGeom>
            <a:solidFill>
              <a:srgbClr val="B350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 name="Freeform 43"/>
            <p:cNvSpPr>
              <a:spLocks noEditPoints="1"/>
            </p:cNvSpPr>
            <p:nvPr/>
          </p:nvSpPr>
          <p:spPr bwMode="auto">
            <a:xfrm>
              <a:off x="1231699" y="5811501"/>
              <a:ext cx="382053" cy="456601"/>
            </a:xfrm>
            <a:custGeom>
              <a:avLst/>
              <a:gdLst>
                <a:gd name="T0" fmla="*/ 4 w 68"/>
                <a:gd name="T1" fmla="*/ 0 h 80"/>
                <a:gd name="T2" fmla="*/ 1 w 68"/>
                <a:gd name="T3" fmla="*/ 76 h 80"/>
                <a:gd name="T4" fmla="*/ 64 w 68"/>
                <a:gd name="T5" fmla="*/ 80 h 80"/>
                <a:gd name="T6" fmla="*/ 67 w 68"/>
                <a:gd name="T7" fmla="*/ 4 h 80"/>
                <a:gd name="T8" fmla="*/ 14 w 68"/>
                <a:gd name="T9" fmla="*/ 68 h 80"/>
                <a:gd name="T10" fmla="*/ 14 w 68"/>
                <a:gd name="T11" fmla="*/ 60 h 80"/>
                <a:gd name="T12" fmla="*/ 14 w 68"/>
                <a:gd name="T13" fmla="*/ 68 h 80"/>
                <a:gd name="T14" fmla="*/ 10 w 68"/>
                <a:gd name="T15" fmla="*/ 51 h 80"/>
                <a:gd name="T16" fmla="*/ 18 w 68"/>
                <a:gd name="T17" fmla="*/ 51 h 80"/>
                <a:gd name="T18" fmla="*/ 14 w 68"/>
                <a:gd name="T19" fmla="*/ 42 h 80"/>
                <a:gd name="T20" fmla="*/ 14 w 68"/>
                <a:gd name="T21" fmla="*/ 33 h 80"/>
                <a:gd name="T22" fmla="*/ 14 w 68"/>
                <a:gd name="T23" fmla="*/ 42 h 80"/>
                <a:gd name="T24" fmla="*/ 23 w 68"/>
                <a:gd name="T25" fmla="*/ 64 h 80"/>
                <a:gd name="T26" fmla="*/ 32 w 68"/>
                <a:gd name="T27" fmla="*/ 64 h 80"/>
                <a:gd name="T28" fmla="*/ 27 w 68"/>
                <a:gd name="T29" fmla="*/ 55 h 80"/>
                <a:gd name="T30" fmla="*/ 27 w 68"/>
                <a:gd name="T31" fmla="*/ 46 h 80"/>
                <a:gd name="T32" fmla="*/ 27 w 68"/>
                <a:gd name="T33" fmla="*/ 55 h 80"/>
                <a:gd name="T34" fmla="*/ 23 w 68"/>
                <a:gd name="T35" fmla="*/ 37 h 80"/>
                <a:gd name="T36" fmla="*/ 31 w 68"/>
                <a:gd name="T37" fmla="*/ 37 h 80"/>
                <a:gd name="T38" fmla="*/ 41 w 68"/>
                <a:gd name="T39" fmla="*/ 68 h 80"/>
                <a:gd name="T40" fmla="*/ 41 w 68"/>
                <a:gd name="T41" fmla="*/ 59 h 80"/>
                <a:gd name="T42" fmla="*/ 41 w 68"/>
                <a:gd name="T43" fmla="*/ 68 h 80"/>
                <a:gd name="T44" fmla="*/ 36 w 68"/>
                <a:gd name="T45" fmla="*/ 50 h 80"/>
                <a:gd name="T46" fmla="*/ 45 w 68"/>
                <a:gd name="T47" fmla="*/ 50 h 80"/>
                <a:gd name="T48" fmla="*/ 41 w 68"/>
                <a:gd name="T49" fmla="*/ 41 h 80"/>
                <a:gd name="T50" fmla="*/ 40 w 68"/>
                <a:gd name="T51" fmla="*/ 33 h 80"/>
                <a:gd name="T52" fmla="*/ 41 w 68"/>
                <a:gd name="T53" fmla="*/ 41 h 80"/>
                <a:gd name="T54" fmla="*/ 54 w 68"/>
                <a:gd name="T55" fmla="*/ 68 h 80"/>
                <a:gd name="T56" fmla="*/ 49 w 68"/>
                <a:gd name="T57" fmla="*/ 50 h 80"/>
                <a:gd name="T58" fmla="*/ 58 w 68"/>
                <a:gd name="T59" fmla="*/ 50 h 80"/>
                <a:gd name="T60" fmla="*/ 50 w 68"/>
                <a:gd name="T61" fmla="*/ 37 h 80"/>
                <a:gd name="T62" fmla="*/ 58 w 68"/>
                <a:gd name="T63" fmla="*/ 37 h 80"/>
                <a:gd name="T64" fmla="*/ 50 w 68"/>
                <a:gd name="T65" fmla="*/ 37 h 80"/>
                <a:gd name="T66" fmla="*/ 15 w 68"/>
                <a:gd name="T67" fmla="*/ 23 h 80"/>
                <a:gd name="T68" fmla="*/ 15 w 68"/>
                <a:gd name="T69" fmla="*/ 8 h 80"/>
                <a:gd name="T70" fmla="*/ 60 w 68"/>
                <a:gd name="T71" fmla="*/ 1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8" h="80">
                  <a:moveTo>
                    <a:pt x="63" y="0"/>
                  </a:moveTo>
                  <a:cubicBezTo>
                    <a:pt x="4" y="0"/>
                    <a:pt x="4" y="0"/>
                    <a:pt x="4" y="0"/>
                  </a:cubicBezTo>
                  <a:cubicBezTo>
                    <a:pt x="2" y="0"/>
                    <a:pt x="0" y="2"/>
                    <a:pt x="0" y="4"/>
                  </a:cubicBezTo>
                  <a:cubicBezTo>
                    <a:pt x="1" y="76"/>
                    <a:pt x="1" y="76"/>
                    <a:pt x="1" y="76"/>
                  </a:cubicBezTo>
                  <a:cubicBezTo>
                    <a:pt x="1" y="78"/>
                    <a:pt x="3" y="80"/>
                    <a:pt x="5" y="80"/>
                  </a:cubicBezTo>
                  <a:cubicBezTo>
                    <a:pt x="64" y="80"/>
                    <a:pt x="64" y="80"/>
                    <a:pt x="64" y="80"/>
                  </a:cubicBezTo>
                  <a:cubicBezTo>
                    <a:pt x="66" y="79"/>
                    <a:pt x="68" y="78"/>
                    <a:pt x="68" y="76"/>
                  </a:cubicBezTo>
                  <a:cubicBezTo>
                    <a:pt x="67" y="4"/>
                    <a:pt x="67" y="4"/>
                    <a:pt x="67" y="4"/>
                  </a:cubicBezTo>
                  <a:cubicBezTo>
                    <a:pt x="67" y="1"/>
                    <a:pt x="65" y="0"/>
                    <a:pt x="63" y="0"/>
                  </a:cubicBezTo>
                  <a:close/>
                  <a:moveTo>
                    <a:pt x="14" y="68"/>
                  </a:moveTo>
                  <a:cubicBezTo>
                    <a:pt x="12" y="68"/>
                    <a:pt x="10" y="66"/>
                    <a:pt x="10" y="64"/>
                  </a:cubicBezTo>
                  <a:cubicBezTo>
                    <a:pt x="10" y="62"/>
                    <a:pt x="12" y="60"/>
                    <a:pt x="14" y="60"/>
                  </a:cubicBezTo>
                  <a:cubicBezTo>
                    <a:pt x="17" y="60"/>
                    <a:pt x="18" y="62"/>
                    <a:pt x="18" y="64"/>
                  </a:cubicBezTo>
                  <a:cubicBezTo>
                    <a:pt x="18" y="66"/>
                    <a:pt x="17" y="68"/>
                    <a:pt x="14" y="68"/>
                  </a:cubicBezTo>
                  <a:close/>
                  <a:moveTo>
                    <a:pt x="14" y="55"/>
                  </a:moveTo>
                  <a:cubicBezTo>
                    <a:pt x="12" y="55"/>
                    <a:pt x="10" y="53"/>
                    <a:pt x="10" y="51"/>
                  </a:cubicBezTo>
                  <a:cubicBezTo>
                    <a:pt x="10" y="48"/>
                    <a:pt x="12" y="46"/>
                    <a:pt x="14" y="46"/>
                  </a:cubicBezTo>
                  <a:cubicBezTo>
                    <a:pt x="16" y="46"/>
                    <a:pt x="18" y="48"/>
                    <a:pt x="18" y="51"/>
                  </a:cubicBezTo>
                  <a:cubicBezTo>
                    <a:pt x="18" y="53"/>
                    <a:pt x="16" y="55"/>
                    <a:pt x="14" y="55"/>
                  </a:cubicBezTo>
                  <a:close/>
                  <a:moveTo>
                    <a:pt x="14" y="42"/>
                  </a:moveTo>
                  <a:cubicBezTo>
                    <a:pt x="12" y="42"/>
                    <a:pt x="10" y="40"/>
                    <a:pt x="10" y="37"/>
                  </a:cubicBezTo>
                  <a:cubicBezTo>
                    <a:pt x="10" y="35"/>
                    <a:pt x="11" y="33"/>
                    <a:pt x="14" y="33"/>
                  </a:cubicBezTo>
                  <a:cubicBezTo>
                    <a:pt x="16" y="33"/>
                    <a:pt x="18" y="35"/>
                    <a:pt x="18" y="37"/>
                  </a:cubicBezTo>
                  <a:cubicBezTo>
                    <a:pt x="18" y="40"/>
                    <a:pt x="16" y="42"/>
                    <a:pt x="14" y="42"/>
                  </a:cubicBezTo>
                  <a:close/>
                  <a:moveTo>
                    <a:pt x="28" y="68"/>
                  </a:moveTo>
                  <a:cubicBezTo>
                    <a:pt x="25" y="68"/>
                    <a:pt x="23" y="66"/>
                    <a:pt x="23" y="64"/>
                  </a:cubicBezTo>
                  <a:cubicBezTo>
                    <a:pt x="23" y="61"/>
                    <a:pt x="25" y="60"/>
                    <a:pt x="27" y="60"/>
                  </a:cubicBezTo>
                  <a:cubicBezTo>
                    <a:pt x="30" y="60"/>
                    <a:pt x="32" y="61"/>
                    <a:pt x="32" y="64"/>
                  </a:cubicBezTo>
                  <a:cubicBezTo>
                    <a:pt x="32" y="66"/>
                    <a:pt x="30" y="68"/>
                    <a:pt x="28" y="68"/>
                  </a:cubicBezTo>
                  <a:close/>
                  <a:moveTo>
                    <a:pt x="27" y="55"/>
                  </a:moveTo>
                  <a:cubicBezTo>
                    <a:pt x="25" y="55"/>
                    <a:pt x="23" y="53"/>
                    <a:pt x="23" y="51"/>
                  </a:cubicBezTo>
                  <a:cubicBezTo>
                    <a:pt x="23" y="48"/>
                    <a:pt x="25" y="46"/>
                    <a:pt x="27" y="46"/>
                  </a:cubicBezTo>
                  <a:cubicBezTo>
                    <a:pt x="30" y="46"/>
                    <a:pt x="32" y="48"/>
                    <a:pt x="32" y="50"/>
                  </a:cubicBezTo>
                  <a:cubicBezTo>
                    <a:pt x="32" y="53"/>
                    <a:pt x="30" y="55"/>
                    <a:pt x="27" y="55"/>
                  </a:cubicBezTo>
                  <a:close/>
                  <a:moveTo>
                    <a:pt x="27" y="41"/>
                  </a:moveTo>
                  <a:cubicBezTo>
                    <a:pt x="25" y="41"/>
                    <a:pt x="23" y="40"/>
                    <a:pt x="23" y="37"/>
                  </a:cubicBezTo>
                  <a:cubicBezTo>
                    <a:pt x="23" y="35"/>
                    <a:pt x="25" y="33"/>
                    <a:pt x="27" y="33"/>
                  </a:cubicBezTo>
                  <a:cubicBezTo>
                    <a:pt x="29" y="33"/>
                    <a:pt x="31" y="35"/>
                    <a:pt x="31" y="37"/>
                  </a:cubicBezTo>
                  <a:cubicBezTo>
                    <a:pt x="31" y="39"/>
                    <a:pt x="30" y="41"/>
                    <a:pt x="27" y="41"/>
                  </a:cubicBezTo>
                  <a:close/>
                  <a:moveTo>
                    <a:pt x="41" y="68"/>
                  </a:moveTo>
                  <a:cubicBezTo>
                    <a:pt x="38" y="68"/>
                    <a:pt x="37" y="66"/>
                    <a:pt x="37" y="64"/>
                  </a:cubicBezTo>
                  <a:cubicBezTo>
                    <a:pt x="37" y="61"/>
                    <a:pt x="38" y="59"/>
                    <a:pt x="41" y="59"/>
                  </a:cubicBezTo>
                  <a:cubicBezTo>
                    <a:pt x="43" y="59"/>
                    <a:pt x="45" y="61"/>
                    <a:pt x="45" y="64"/>
                  </a:cubicBezTo>
                  <a:cubicBezTo>
                    <a:pt x="45" y="66"/>
                    <a:pt x="43" y="68"/>
                    <a:pt x="41" y="68"/>
                  </a:cubicBezTo>
                  <a:close/>
                  <a:moveTo>
                    <a:pt x="41" y="55"/>
                  </a:moveTo>
                  <a:cubicBezTo>
                    <a:pt x="38" y="55"/>
                    <a:pt x="36" y="53"/>
                    <a:pt x="36" y="50"/>
                  </a:cubicBezTo>
                  <a:cubicBezTo>
                    <a:pt x="36" y="48"/>
                    <a:pt x="38" y="46"/>
                    <a:pt x="41" y="46"/>
                  </a:cubicBezTo>
                  <a:cubicBezTo>
                    <a:pt x="43" y="46"/>
                    <a:pt x="45" y="48"/>
                    <a:pt x="45" y="50"/>
                  </a:cubicBezTo>
                  <a:cubicBezTo>
                    <a:pt x="45" y="53"/>
                    <a:pt x="43" y="55"/>
                    <a:pt x="41" y="55"/>
                  </a:cubicBezTo>
                  <a:close/>
                  <a:moveTo>
                    <a:pt x="41" y="41"/>
                  </a:moveTo>
                  <a:cubicBezTo>
                    <a:pt x="38" y="41"/>
                    <a:pt x="36" y="39"/>
                    <a:pt x="36" y="37"/>
                  </a:cubicBezTo>
                  <a:cubicBezTo>
                    <a:pt x="36" y="35"/>
                    <a:pt x="38" y="33"/>
                    <a:pt x="40" y="33"/>
                  </a:cubicBezTo>
                  <a:cubicBezTo>
                    <a:pt x="43" y="33"/>
                    <a:pt x="45" y="35"/>
                    <a:pt x="45" y="37"/>
                  </a:cubicBezTo>
                  <a:cubicBezTo>
                    <a:pt x="45" y="39"/>
                    <a:pt x="43" y="41"/>
                    <a:pt x="41" y="41"/>
                  </a:cubicBezTo>
                  <a:close/>
                  <a:moveTo>
                    <a:pt x="59" y="64"/>
                  </a:moveTo>
                  <a:cubicBezTo>
                    <a:pt x="59" y="66"/>
                    <a:pt x="57" y="68"/>
                    <a:pt x="54" y="68"/>
                  </a:cubicBezTo>
                  <a:cubicBezTo>
                    <a:pt x="52" y="68"/>
                    <a:pt x="50" y="66"/>
                    <a:pt x="50" y="64"/>
                  </a:cubicBezTo>
                  <a:cubicBezTo>
                    <a:pt x="49" y="50"/>
                    <a:pt x="49" y="50"/>
                    <a:pt x="49" y="50"/>
                  </a:cubicBezTo>
                  <a:cubicBezTo>
                    <a:pt x="49" y="48"/>
                    <a:pt x="51" y="46"/>
                    <a:pt x="54" y="46"/>
                  </a:cubicBezTo>
                  <a:cubicBezTo>
                    <a:pt x="56" y="46"/>
                    <a:pt x="58" y="48"/>
                    <a:pt x="58" y="50"/>
                  </a:cubicBezTo>
                  <a:lnTo>
                    <a:pt x="59" y="64"/>
                  </a:lnTo>
                  <a:close/>
                  <a:moveTo>
                    <a:pt x="50" y="37"/>
                  </a:moveTo>
                  <a:cubicBezTo>
                    <a:pt x="50" y="35"/>
                    <a:pt x="51" y="33"/>
                    <a:pt x="54" y="33"/>
                  </a:cubicBezTo>
                  <a:cubicBezTo>
                    <a:pt x="56" y="33"/>
                    <a:pt x="58" y="34"/>
                    <a:pt x="58" y="37"/>
                  </a:cubicBezTo>
                  <a:cubicBezTo>
                    <a:pt x="58" y="39"/>
                    <a:pt x="56" y="41"/>
                    <a:pt x="54" y="41"/>
                  </a:cubicBezTo>
                  <a:cubicBezTo>
                    <a:pt x="51" y="41"/>
                    <a:pt x="50" y="39"/>
                    <a:pt x="50" y="37"/>
                  </a:cubicBezTo>
                  <a:close/>
                  <a:moveTo>
                    <a:pt x="52" y="22"/>
                  </a:moveTo>
                  <a:cubicBezTo>
                    <a:pt x="15" y="23"/>
                    <a:pt x="15" y="23"/>
                    <a:pt x="15" y="23"/>
                  </a:cubicBezTo>
                  <a:cubicBezTo>
                    <a:pt x="11" y="23"/>
                    <a:pt x="8" y="19"/>
                    <a:pt x="8" y="15"/>
                  </a:cubicBezTo>
                  <a:cubicBezTo>
                    <a:pt x="8" y="11"/>
                    <a:pt x="11" y="8"/>
                    <a:pt x="15" y="8"/>
                  </a:cubicBezTo>
                  <a:cubicBezTo>
                    <a:pt x="52" y="7"/>
                    <a:pt x="52" y="7"/>
                    <a:pt x="52" y="7"/>
                  </a:cubicBezTo>
                  <a:cubicBezTo>
                    <a:pt x="56" y="7"/>
                    <a:pt x="60" y="10"/>
                    <a:pt x="60" y="15"/>
                  </a:cubicBezTo>
                  <a:cubicBezTo>
                    <a:pt x="60" y="19"/>
                    <a:pt x="56" y="22"/>
                    <a:pt x="52" y="22"/>
                  </a:cubicBezTo>
                  <a:close/>
                </a:path>
              </a:pathLst>
            </a:custGeom>
            <a:solidFill>
              <a:srgbClr val="EAE9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03" name="组合 102"/>
          <p:cNvGrpSpPr/>
          <p:nvPr/>
        </p:nvGrpSpPr>
        <p:grpSpPr>
          <a:xfrm>
            <a:off x="5606891" y="5550043"/>
            <a:ext cx="851049" cy="864000"/>
            <a:chOff x="1951078" y="5604633"/>
            <a:chExt cx="857291" cy="870337"/>
          </a:xfrm>
        </p:grpSpPr>
        <p:sp>
          <p:nvSpPr>
            <p:cNvPr id="77" name="Oval 44"/>
            <p:cNvSpPr>
              <a:spLocks noChangeArrowheads="1"/>
            </p:cNvSpPr>
            <p:nvPr/>
          </p:nvSpPr>
          <p:spPr bwMode="auto">
            <a:xfrm>
              <a:off x="1951078" y="5604633"/>
              <a:ext cx="857291" cy="870337"/>
            </a:xfrm>
            <a:prstGeom prst="ellipse">
              <a:avLst/>
            </a:prstGeom>
            <a:solidFill>
              <a:srgbClr val="1F8F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 name="Freeform 45"/>
            <p:cNvSpPr>
              <a:spLocks/>
            </p:cNvSpPr>
            <p:nvPr/>
          </p:nvSpPr>
          <p:spPr bwMode="auto">
            <a:xfrm>
              <a:off x="2098308" y="5753727"/>
              <a:ext cx="710060" cy="721243"/>
            </a:xfrm>
            <a:custGeom>
              <a:avLst/>
              <a:gdLst>
                <a:gd name="T0" fmla="*/ 85 w 126"/>
                <a:gd name="T1" fmla="*/ 12 h 126"/>
                <a:gd name="T2" fmla="*/ 84 w 126"/>
                <a:gd name="T3" fmla="*/ 11 h 126"/>
                <a:gd name="T4" fmla="*/ 83 w 126"/>
                <a:gd name="T5" fmla="*/ 10 h 126"/>
                <a:gd name="T6" fmla="*/ 51 w 126"/>
                <a:gd name="T7" fmla="*/ 0 h 126"/>
                <a:gd name="T8" fmla="*/ 21 w 126"/>
                <a:gd name="T9" fmla="*/ 10 h 126"/>
                <a:gd name="T10" fmla="*/ 0 w 126"/>
                <a:gd name="T11" fmla="*/ 38 h 126"/>
                <a:gd name="T12" fmla="*/ 10 w 126"/>
                <a:gd name="T13" fmla="*/ 81 h 126"/>
                <a:gd name="T14" fmla="*/ 49 w 126"/>
                <a:gd name="T15" fmla="*/ 100 h 126"/>
                <a:gd name="T16" fmla="*/ 101 w 126"/>
                <a:gd name="T17" fmla="*/ 49 h 126"/>
                <a:gd name="T18" fmla="*/ 91 w 126"/>
                <a:gd name="T19" fmla="*/ 19 h 126"/>
                <a:gd name="T20" fmla="*/ 101 w 126"/>
                <a:gd name="T21" fmla="*/ 50 h 126"/>
                <a:gd name="T22" fmla="*/ 50 w 126"/>
                <a:gd name="T23" fmla="*/ 101 h 126"/>
                <a:gd name="T24" fmla="*/ 10 w 126"/>
                <a:gd name="T25" fmla="*/ 82 h 126"/>
                <a:gd name="T26" fmla="*/ 10 w 126"/>
                <a:gd name="T27" fmla="*/ 82 h 126"/>
                <a:gd name="T28" fmla="*/ 52 w 126"/>
                <a:gd name="T29" fmla="*/ 126 h 126"/>
                <a:gd name="T30" fmla="*/ 126 w 126"/>
                <a:gd name="T31" fmla="*/ 55 h 126"/>
                <a:gd name="T32" fmla="*/ 85 w 126"/>
                <a:gd name="T33" fmla="*/ 12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6" h="126">
                  <a:moveTo>
                    <a:pt x="85" y="12"/>
                  </a:moveTo>
                  <a:cubicBezTo>
                    <a:pt x="84" y="11"/>
                    <a:pt x="84" y="11"/>
                    <a:pt x="84" y="11"/>
                  </a:cubicBezTo>
                  <a:cubicBezTo>
                    <a:pt x="84" y="11"/>
                    <a:pt x="83" y="11"/>
                    <a:pt x="83" y="10"/>
                  </a:cubicBezTo>
                  <a:cubicBezTo>
                    <a:pt x="51" y="0"/>
                    <a:pt x="51" y="0"/>
                    <a:pt x="51" y="0"/>
                  </a:cubicBezTo>
                  <a:cubicBezTo>
                    <a:pt x="21" y="10"/>
                    <a:pt x="21" y="10"/>
                    <a:pt x="21" y="10"/>
                  </a:cubicBezTo>
                  <a:cubicBezTo>
                    <a:pt x="0" y="38"/>
                    <a:pt x="0" y="38"/>
                    <a:pt x="0" y="38"/>
                  </a:cubicBezTo>
                  <a:cubicBezTo>
                    <a:pt x="10" y="81"/>
                    <a:pt x="10" y="81"/>
                    <a:pt x="10" y="81"/>
                  </a:cubicBezTo>
                  <a:cubicBezTo>
                    <a:pt x="19" y="92"/>
                    <a:pt x="33" y="100"/>
                    <a:pt x="49" y="100"/>
                  </a:cubicBezTo>
                  <a:cubicBezTo>
                    <a:pt x="78" y="100"/>
                    <a:pt x="101" y="77"/>
                    <a:pt x="101" y="49"/>
                  </a:cubicBezTo>
                  <a:cubicBezTo>
                    <a:pt x="101" y="38"/>
                    <a:pt x="97" y="27"/>
                    <a:pt x="91" y="19"/>
                  </a:cubicBezTo>
                  <a:cubicBezTo>
                    <a:pt x="97" y="27"/>
                    <a:pt x="101" y="38"/>
                    <a:pt x="101" y="50"/>
                  </a:cubicBezTo>
                  <a:cubicBezTo>
                    <a:pt x="101" y="78"/>
                    <a:pt x="78" y="101"/>
                    <a:pt x="50" y="101"/>
                  </a:cubicBezTo>
                  <a:cubicBezTo>
                    <a:pt x="34" y="101"/>
                    <a:pt x="20" y="93"/>
                    <a:pt x="10" y="82"/>
                  </a:cubicBezTo>
                  <a:cubicBezTo>
                    <a:pt x="10" y="82"/>
                    <a:pt x="10" y="82"/>
                    <a:pt x="10" y="82"/>
                  </a:cubicBezTo>
                  <a:cubicBezTo>
                    <a:pt x="52" y="126"/>
                    <a:pt x="52" y="126"/>
                    <a:pt x="52" y="126"/>
                  </a:cubicBezTo>
                  <a:cubicBezTo>
                    <a:pt x="91" y="125"/>
                    <a:pt x="123" y="94"/>
                    <a:pt x="126" y="55"/>
                  </a:cubicBezTo>
                  <a:lnTo>
                    <a:pt x="85" y="12"/>
                  </a:lnTo>
                  <a:close/>
                </a:path>
              </a:pathLst>
            </a:custGeom>
            <a:solidFill>
              <a:srgbClr val="1478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 name="Freeform 46"/>
            <p:cNvSpPr>
              <a:spLocks noEditPoints="1"/>
            </p:cNvSpPr>
            <p:nvPr/>
          </p:nvSpPr>
          <p:spPr bwMode="auto">
            <a:xfrm>
              <a:off x="2092717" y="5748136"/>
              <a:ext cx="574012" cy="583331"/>
            </a:xfrm>
            <a:custGeom>
              <a:avLst/>
              <a:gdLst>
                <a:gd name="T0" fmla="*/ 51 w 102"/>
                <a:gd name="T1" fmla="*/ 0 h 102"/>
                <a:gd name="T2" fmla="*/ 0 w 102"/>
                <a:gd name="T3" fmla="*/ 51 h 102"/>
                <a:gd name="T4" fmla="*/ 51 w 102"/>
                <a:gd name="T5" fmla="*/ 102 h 102"/>
                <a:gd name="T6" fmla="*/ 102 w 102"/>
                <a:gd name="T7" fmla="*/ 51 h 102"/>
                <a:gd name="T8" fmla="*/ 51 w 102"/>
                <a:gd name="T9" fmla="*/ 0 h 102"/>
                <a:gd name="T10" fmla="*/ 75 w 102"/>
                <a:gd name="T11" fmla="*/ 90 h 102"/>
                <a:gd name="T12" fmla="*/ 72 w 102"/>
                <a:gd name="T13" fmla="*/ 84 h 102"/>
                <a:gd name="T14" fmla="*/ 69 w 102"/>
                <a:gd name="T15" fmla="*/ 85 h 102"/>
                <a:gd name="T16" fmla="*/ 73 w 102"/>
                <a:gd name="T17" fmla="*/ 91 h 102"/>
                <a:gd name="T18" fmla="*/ 53 w 102"/>
                <a:gd name="T19" fmla="*/ 97 h 102"/>
                <a:gd name="T20" fmla="*/ 53 w 102"/>
                <a:gd name="T21" fmla="*/ 89 h 102"/>
                <a:gd name="T22" fmla="*/ 51 w 102"/>
                <a:gd name="T23" fmla="*/ 89 h 102"/>
                <a:gd name="T24" fmla="*/ 50 w 102"/>
                <a:gd name="T25" fmla="*/ 89 h 102"/>
                <a:gd name="T26" fmla="*/ 50 w 102"/>
                <a:gd name="T27" fmla="*/ 97 h 102"/>
                <a:gd name="T28" fmla="*/ 30 w 102"/>
                <a:gd name="T29" fmla="*/ 91 h 102"/>
                <a:gd name="T30" fmla="*/ 33 w 102"/>
                <a:gd name="T31" fmla="*/ 85 h 102"/>
                <a:gd name="T32" fmla="*/ 31 w 102"/>
                <a:gd name="T33" fmla="*/ 84 h 102"/>
                <a:gd name="T34" fmla="*/ 27 w 102"/>
                <a:gd name="T35" fmla="*/ 90 h 102"/>
                <a:gd name="T36" fmla="*/ 12 w 102"/>
                <a:gd name="T37" fmla="*/ 75 h 102"/>
                <a:gd name="T38" fmla="*/ 19 w 102"/>
                <a:gd name="T39" fmla="*/ 72 h 102"/>
                <a:gd name="T40" fmla="*/ 17 w 102"/>
                <a:gd name="T41" fmla="*/ 69 h 102"/>
                <a:gd name="T42" fmla="*/ 11 w 102"/>
                <a:gd name="T43" fmla="*/ 72 h 102"/>
                <a:gd name="T44" fmla="*/ 6 w 102"/>
                <a:gd name="T45" fmla="*/ 53 h 102"/>
                <a:gd name="T46" fmla="*/ 13 w 102"/>
                <a:gd name="T47" fmla="*/ 53 h 102"/>
                <a:gd name="T48" fmla="*/ 13 w 102"/>
                <a:gd name="T49" fmla="*/ 51 h 102"/>
                <a:gd name="T50" fmla="*/ 13 w 102"/>
                <a:gd name="T51" fmla="*/ 49 h 102"/>
                <a:gd name="T52" fmla="*/ 6 w 102"/>
                <a:gd name="T53" fmla="*/ 49 h 102"/>
                <a:gd name="T54" fmla="*/ 11 w 102"/>
                <a:gd name="T55" fmla="*/ 29 h 102"/>
                <a:gd name="T56" fmla="*/ 17 w 102"/>
                <a:gd name="T57" fmla="*/ 33 h 102"/>
                <a:gd name="T58" fmla="*/ 19 w 102"/>
                <a:gd name="T59" fmla="*/ 30 h 102"/>
                <a:gd name="T60" fmla="*/ 12 w 102"/>
                <a:gd name="T61" fmla="*/ 27 h 102"/>
                <a:gd name="T62" fmla="*/ 27 w 102"/>
                <a:gd name="T63" fmla="*/ 12 h 102"/>
                <a:gd name="T64" fmla="*/ 31 w 102"/>
                <a:gd name="T65" fmla="*/ 18 h 102"/>
                <a:gd name="T66" fmla="*/ 33 w 102"/>
                <a:gd name="T67" fmla="*/ 17 h 102"/>
                <a:gd name="T68" fmla="*/ 30 w 102"/>
                <a:gd name="T69" fmla="*/ 11 h 102"/>
                <a:gd name="T70" fmla="*/ 50 w 102"/>
                <a:gd name="T71" fmla="*/ 5 h 102"/>
                <a:gd name="T72" fmla="*/ 50 w 102"/>
                <a:gd name="T73" fmla="*/ 12 h 102"/>
                <a:gd name="T74" fmla="*/ 51 w 102"/>
                <a:gd name="T75" fmla="*/ 12 h 102"/>
                <a:gd name="T76" fmla="*/ 53 w 102"/>
                <a:gd name="T77" fmla="*/ 12 h 102"/>
                <a:gd name="T78" fmla="*/ 53 w 102"/>
                <a:gd name="T79" fmla="*/ 5 h 102"/>
                <a:gd name="T80" fmla="*/ 73 w 102"/>
                <a:gd name="T81" fmla="*/ 11 h 102"/>
                <a:gd name="T82" fmla="*/ 69 w 102"/>
                <a:gd name="T83" fmla="*/ 17 h 102"/>
                <a:gd name="T84" fmla="*/ 72 w 102"/>
                <a:gd name="T85" fmla="*/ 18 h 102"/>
                <a:gd name="T86" fmla="*/ 75 w 102"/>
                <a:gd name="T87" fmla="*/ 12 h 102"/>
                <a:gd name="T88" fmla="*/ 90 w 102"/>
                <a:gd name="T89" fmla="*/ 27 h 102"/>
                <a:gd name="T90" fmla="*/ 84 w 102"/>
                <a:gd name="T91" fmla="*/ 30 h 102"/>
                <a:gd name="T92" fmla="*/ 85 w 102"/>
                <a:gd name="T93" fmla="*/ 33 h 102"/>
                <a:gd name="T94" fmla="*/ 92 w 102"/>
                <a:gd name="T95" fmla="*/ 29 h 102"/>
                <a:gd name="T96" fmla="*/ 97 w 102"/>
                <a:gd name="T97" fmla="*/ 49 h 102"/>
                <a:gd name="T98" fmla="*/ 90 w 102"/>
                <a:gd name="T99" fmla="*/ 49 h 102"/>
                <a:gd name="T100" fmla="*/ 90 w 102"/>
                <a:gd name="T101" fmla="*/ 51 h 102"/>
                <a:gd name="T102" fmla="*/ 90 w 102"/>
                <a:gd name="T103" fmla="*/ 53 h 102"/>
                <a:gd name="T104" fmla="*/ 97 w 102"/>
                <a:gd name="T105" fmla="*/ 53 h 102"/>
                <a:gd name="T106" fmla="*/ 92 w 102"/>
                <a:gd name="T107" fmla="*/ 72 h 102"/>
                <a:gd name="T108" fmla="*/ 85 w 102"/>
                <a:gd name="T109" fmla="*/ 69 h 102"/>
                <a:gd name="T110" fmla="*/ 84 w 102"/>
                <a:gd name="T111" fmla="*/ 72 h 102"/>
                <a:gd name="T112" fmla="*/ 90 w 102"/>
                <a:gd name="T113" fmla="*/ 75 h 102"/>
                <a:gd name="T114" fmla="*/ 75 w 102"/>
                <a:gd name="T115" fmla="*/ 9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2" h="102">
                  <a:moveTo>
                    <a:pt x="51" y="0"/>
                  </a:moveTo>
                  <a:cubicBezTo>
                    <a:pt x="23" y="0"/>
                    <a:pt x="0" y="23"/>
                    <a:pt x="0" y="51"/>
                  </a:cubicBezTo>
                  <a:cubicBezTo>
                    <a:pt x="0" y="79"/>
                    <a:pt x="23" y="102"/>
                    <a:pt x="51" y="102"/>
                  </a:cubicBezTo>
                  <a:cubicBezTo>
                    <a:pt x="79" y="102"/>
                    <a:pt x="102" y="79"/>
                    <a:pt x="102" y="51"/>
                  </a:cubicBezTo>
                  <a:cubicBezTo>
                    <a:pt x="102" y="23"/>
                    <a:pt x="79" y="0"/>
                    <a:pt x="51" y="0"/>
                  </a:cubicBezTo>
                  <a:close/>
                  <a:moveTo>
                    <a:pt x="75" y="90"/>
                  </a:moveTo>
                  <a:cubicBezTo>
                    <a:pt x="72" y="84"/>
                    <a:pt x="72" y="84"/>
                    <a:pt x="72" y="84"/>
                  </a:cubicBezTo>
                  <a:cubicBezTo>
                    <a:pt x="71" y="84"/>
                    <a:pt x="70" y="85"/>
                    <a:pt x="69" y="85"/>
                  </a:cubicBezTo>
                  <a:cubicBezTo>
                    <a:pt x="73" y="91"/>
                    <a:pt x="73" y="91"/>
                    <a:pt x="73" y="91"/>
                  </a:cubicBezTo>
                  <a:cubicBezTo>
                    <a:pt x="67" y="95"/>
                    <a:pt x="60" y="96"/>
                    <a:pt x="53" y="97"/>
                  </a:cubicBezTo>
                  <a:cubicBezTo>
                    <a:pt x="53" y="89"/>
                    <a:pt x="53" y="89"/>
                    <a:pt x="53" y="89"/>
                  </a:cubicBezTo>
                  <a:cubicBezTo>
                    <a:pt x="52" y="89"/>
                    <a:pt x="52" y="89"/>
                    <a:pt x="51" y="89"/>
                  </a:cubicBezTo>
                  <a:cubicBezTo>
                    <a:pt x="51" y="89"/>
                    <a:pt x="50" y="89"/>
                    <a:pt x="50" y="89"/>
                  </a:cubicBezTo>
                  <a:cubicBezTo>
                    <a:pt x="50" y="97"/>
                    <a:pt x="50" y="97"/>
                    <a:pt x="50" y="97"/>
                  </a:cubicBezTo>
                  <a:cubicBezTo>
                    <a:pt x="42" y="96"/>
                    <a:pt x="36" y="95"/>
                    <a:pt x="30" y="91"/>
                  </a:cubicBezTo>
                  <a:cubicBezTo>
                    <a:pt x="33" y="85"/>
                    <a:pt x="33" y="85"/>
                    <a:pt x="33" y="85"/>
                  </a:cubicBezTo>
                  <a:cubicBezTo>
                    <a:pt x="32" y="85"/>
                    <a:pt x="32" y="84"/>
                    <a:pt x="31" y="84"/>
                  </a:cubicBezTo>
                  <a:cubicBezTo>
                    <a:pt x="27" y="90"/>
                    <a:pt x="27" y="90"/>
                    <a:pt x="27" y="90"/>
                  </a:cubicBezTo>
                  <a:cubicBezTo>
                    <a:pt x="21" y="86"/>
                    <a:pt x="16" y="81"/>
                    <a:pt x="12" y="75"/>
                  </a:cubicBezTo>
                  <a:cubicBezTo>
                    <a:pt x="19" y="72"/>
                    <a:pt x="19" y="72"/>
                    <a:pt x="19" y="72"/>
                  </a:cubicBezTo>
                  <a:cubicBezTo>
                    <a:pt x="18" y="71"/>
                    <a:pt x="18" y="70"/>
                    <a:pt x="17" y="69"/>
                  </a:cubicBezTo>
                  <a:cubicBezTo>
                    <a:pt x="11" y="72"/>
                    <a:pt x="11" y="72"/>
                    <a:pt x="11" y="72"/>
                  </a:cubicBezTo>
                  <a:cubicBezTo>
                    <a:pt x="8" y="66"/>
                    <a:pt x="6" y="60"/>
                    <a:pt x="6" y="53"/>
                  </a:cubicBezTo>
                  <a:cubicBezTo>
                    <a:pt x="13" y="53"/>
                    <a:pt x="13" y="53"/>
                    <a:pt x="13" y="53"/>
                  </a:cubicBezTo>
                  <a:cubicBezTo>
                    <a:pt x="13" y="52"/>
                    <a:pt x="13" y="51"/>
                    <a:pt x="13" y="51"/>
                  </a:cubicBezTo>
                  <a:cubicBezTo>
                    <a:pt x="13" y="50"/>
                    <a:pt x="13" y="50"/>
                    <a:pt x="13" y="49"/>
                  </a:cubicBezTo>
                  <a:cubicBezTo>
                    <a:pt x="6" y="49"/>
                    <a:pt x="6" y="49"/>
                    <a:pt x="6" y="49"/>
                  </a:cubicBezTo>
                  <a:cubicBezTo>
                    <a:pt x="6" y="42"/>
                    <a:pt x="8" y="35"/>
                    <a:pt x="11" y="29"/>
                  </a:cubicBezTo>
                  <a:cubicBezTo>
                    <a:pt x="17" y="33"/>
                    <a:pt x="17" y="33"/>
                    <a:pt x="17" y="33"/>
                  </a:cubicBezTo>
                  <a:cubicBezTo>
                    <a:pt x="18" y="32"/>
                    <a:pt x="18" y="31"/>
                    <a:pt x="19" y="30"/>
                  </a:cubicBezTo>
                  <a:cubicBezTo>
                    <a:pt x="12" y="27"/>
                    <a:pt x="12" y="27"/>
                    <a:pt x="12" y="27"/>
                  </a:cubicBezTo>
                  <a:cubicBezTo>
                    <a:pt x="16" y="21"/>
                    <a:pt x="21" y="16"/>
                    <a:pt x="27" y="12"/>
                  </a:cubicBezTo>
                  <a:cubicBezTo>
                    <a:pt x="31" y="18"/>
                    <a:pt x="31" y="18"/>
                    <a:pt x="31" y="18"/>
                  </a:cubicBezTo>
                  <a:cubicBezTo>
                    <a:pt x="32" y="18"/>
                    <a:pt x="32" y="17"/>
                    <a:pt x="33" y="17"/>
                  </a:cubicBezTo>
                  <a:cubicBezTo>
                    <a:pt x="30" y="11"/>
                    <a:pt x="30" y="11"/>
                    <a:pt x="30" y="11"/>
                  </a:cubicBezTo>
                  <a:cubicBezTo>
                    <a:pt x="36" y="7"/>
                    <a:pt x="42" y="5"/>
                    <a:pt x="50" y="5"/>
                  </a:cubicBezTo>
                  <a:cubicBezTo>
                    <a:pt x="50" y="12"/>
                    <a:pt x="50" y="12"/>
                    <a:pt x="50" y="12"/>
                  </a:cubicBezTo>
                  <a:cubicBezTo>
                    <a:pt x="50" y="12"/>
                    <a:pt x="51" y="12"/>
                    <a:pt x="51" y="12"/>
                  </a:cubicBezTo>
                  <a:cubicBezTo>
                    <a:pt x="52" y="12"/>
                    <a:pt x="52" y="12"/>
                    <a:pt x="53" y="12"/>
                  </a:cubicBezTo>
                  <a:cubicBezTo>
                    <a:pt x="53" y="5"/>
                    <a:pt x="53" y="5"/>
                    <a:pt x="53" y="5"/>
                  </a:cubicBezTo>
                  <a:cubicBezTo>
                    <a:pt x="60" y="5"/>
                    <a:pt x="67" y="7"/>
                    <a:pt x="73" y="11"/>
                  </a:cubicBezTo>
                  <a:cubicBezTo>
                    <a:pt x="69" y="17"/>
                    <a:pt x="69" y="17"/>
                    <a:pt x="69" y="17"/>
                  </a:cubicBezTo>
                  <a:cubicBezTo>
                    <a:pt x="70" y="17"/>
                    <a:pt x="71" y="18"/>
                    <a:pt x="72" y="18"/>
                  </a:cubicBezTo>
                  <a:cubicBezTo>
                    <a:pt x="75" y="12"/>
                    <a:pt x="75" y="12"/>
                    <a:pt x="75" y="12"/>
                  </a:cubicBezTo>
                  <a:cubicBezTo>
                    <a:pt x="81" y="16"/>
                    <a:pt x="86" y="21"/>
                    <a:pt x="90" y="27"/>
                  </a:cubicBezTo>
                  <a:cubicBezTo>
                    <a:pt x="84" y="30"/>
                    <a:pt x="84" y="30"/>
                    <a:pt x="84" y="30"/>
                  </a:cubicBezTo>
                  <a:cubicBezTo>
                    <a:pt x="84" y="31"/>
                    <a:pt x="85" y="32"/>
                    <a:pt x="85" y="33"/>
                  </a:cubicBezTo>
                  <a:cubicBezTo>
                    <a:pt x="92" y="29"/>
                    <a:pt x="92" y="29"/>
                    <a:pt x="92" y="29"/>
                  </a:cubicBezTo>
                  <a:cubicBezTo>
                    <a:pt x="95" y="35"/>
                    <a:pt x="97" y="42"/>
                    <a:pt x="97" y="49"/>
                  </a:cubicBezTo>
                  <a:cubicBezTo>
                    <a:pt x="90" y="49"/>
                    <a:pt x="90" y="49"/>
                    <a:pt x="90" y="49"/>
                  </a:cubicBezTo>
                  <a:cubicBezTo>
                    <a:pt x="90" y="50"/>
                    <a:pt x="90" y="50"/>
                    <a:pt x="90" y="51"/>
                  </a:cubicBezTo>
                  <a:cubicBezTo>
                    <a:pt x="90" y="51"/>
                    <a:pt x="90" y="52"/>
                    <a:pt x="90" y="53"/>
                  </a:cubicBezTo>
                  <a:cubicBezTo>
                    <a:pt x="97" y="53"/>
                    <a:pt x="97" y="53"/>
                    <a:pt x="97" y="53"/>
                  </a:cubicBezTo>
                  <a:cubicBezTo>
                    <a:pt x="97" y="60"/>
                    <a:pt x="95" y="66"/>
                    <a:pt x="92" y="72"/>
                  </a:cubicBezTo>
                  <a:cubicBezTo>
                    <a:pt x="85" y="69"/>
                    <a:pt x="85" y="69"/>
                    <a:pt x="85" y="69"/>
                  </a:cubicBezTo>
                  <a:cubicBezTo>
                    <a:pt x="85" y="70"/>
                    <a:pt x="84" y="71"/>
                    <a:pt x="84" y="72"/>
                  </a:cubicBezTo>
                  <a:cubicBezTo>
                    <a:pt x="90" y="75"/>
                    <a:pt x="90" y="75"/>
                    <a:pt x="90" y="75"/>
                  </a:cubicBezTo>
                  <a:cubicBezTo>
                    <a:pt x="86" y="81"/>
                    <a:pt x="81" y="86"/>
                    <a:pt x="75" y="90"/>
                  </a:cubicBezTo>
                  <a:close/>
                </a:path>
              </a:pathLst>
            </a:custGeom>
            <a:solidFill>
              <a:srgbClr val="EAE9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 name="Freeform 47"/>
            <p:cNvSpPr>
              <a:spLocks/>
            </p:cNvSpPr>
            <p:nvPr/>
          </p:nvSpPr>
          <p:spPr bwMode="auto">
            <a:xfrm>
              <a:off x="2357359" y="5873002"/>
              <a:ext cx="203141" cy="190095"/>
            </a:xfrm>
            <a:custGeom>
              <a:avLst/>
              <a:gdLst>
                <a:gd name="T0" fmla="*/ 36 w 36"/>
                <a:gd name="T1" fmla="*/ 13 h 33"/>
                <a:gd name="T2" fmla="*/ 35 w 36"/>
                <a:gd name="T3" fmla="*/ 9 h 33"/>
                <a:gd name="T4" fmla="*/ 7 w 36"/>
                <a:gd name="T5" fmla="*/ 25 h 33"/>
                <a:gd name="T6" fmla="*/ 7 w 36"/>
                <a:gd name="T7" fmla="*/ 25 h 33"/>
                <a:gd name="T8" fmla="*/ 7 w 36"/>
                <a:gd name="T9" fmla="*/ 0 h 33"/>
                <a:gd name="T10" fmla="*/ 2 w 36"/>
                <a:gd name="T11" fmla="*/ 0 h 33"/>
                <a:gd name="T12" fmla="*/ 2 w 36"/>
                <a:gd name="T13" fmla="*/ 25 h 33"/>
                <a:gd name="T14" fmla="*/ 0 w 36"/>
                <a:gd name="T15" fmla="*/ 29 h 33"/>
                <a:gd name="T16" fmla="*/ 4 w 36"/>
                <a:gd name="T17" fmla="*/ 33 h 33"/>
                <a:gd name="T18" fmla="*/ 9 w 36"/>
                <a:gd name="T19" fmla="*/ 29 h 33"/>
                <a:gd name="T20" fmla="*/ 9 w 36"/>
                <a:gd name="T21" fmla="*/ 29 h 33"/>
                <a:gd name="T22" fmla="*/ 36 w 36"/>
                <a:gd name="T23" fmla="*/ 1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33">
                  <a:moveTo>
                    <a:pt x="36" y="13"/>
                  </a:moveTo>
                  <a:cubicBezTo>
                    <a:pt x="35" y="9"/>
                    <a:pt x="35" y="9"/>
                    <a:pt x="35" y="9"/>
                  </a:cubicBezTo>
                  <a:cubicBezTo>
                    <a:pt x="7" y="25"/>
                    <a:pt x="7" y="25"/>
                    <a:pt x="7" y="25"/>
                  </a:cubicBezTo>
                  <a:cubicBezTo>
                    <a:pt x="7" y="25"/>
                    <a:pt x="7" y="25"/>
                    <a:pt x="7" y="25"/>
                  </a:cubicBezTo>
                  <a:cubicBezTo>
                    <a:pt x="7" y="0"/>
                    <a:pt x="7" y="0"/>
                    <a:pt x="7" y="0"/>
                  </a:cubicBezTo>
                  <a:cubicBezTo>
                    <a:pt x="2" y="0"/>
                    <a:pt x="2" y="0"/>
                    <a:pt x="2" y="0"/>
                  </a:cubicBezTo>
                  <a:cubicBezTo>
                    <a:pt x="2" y="25"/>
                    <a:pt x="2" y="25"/>
                    <a:pt x="2" y="25"/>
                  </a:cubicBezTo>
                  <a:cubicBezTo>
                    <a:pt x="1" y="26"/>
                    <a:pt x="0" y="27"/>
                    <a:pt x="0" y="29"/>
                  </a:cubicBezTo>
                  <a:cubicBezTo>
                    <a:pt x="0" y="31"/>
                    <a:pt x="2" y="33"/>
                    <a:pt x="4" y="33"/>
                  </a:cubicBezTo>
                  <a:cubicBezTo>
                    <a:pt x="7" y="33"/>
                    <a:pt x="9" y="31"/>
                    <a:pt x="9" y="29"/>
                  </a:cubicBezTo>
                  <a:cubicBezTo>
                    <a:pt x="9" y="29"/>
                    <a:pt x="9" y="29"/>
                    <a:pt x="9" y="29"/>
                  </a:cubicBezTo>
                  <a:lnTo>
                    <a:pt x="36" y="13"/>
                  </a:lnTo>
                  <a:close/>
                </a:path>
              </a:pathLst>
            </a:custGeom>
            <a:solidFill>
              <a:srgbClr val="EAE9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04" name="组合 103"/>
          <p:cNvGrpSpPr/>
          <p:nvPr/>
        </p:nvGrpSpPr>
        <p:grpSpPr>
          <a:xfrm>
            <a:off x="6686825" y="5550043"/>
            <a:ext cx="854748" cy="864000"/>
            <a:chOff x="2942553" y="5604633"/>
            <a:chExt cx="861018" cy="870337"/>
          </a:xfrm>
        </p:grpSpPr>
        <p:sp>
          <p:nvSpPr>
            <p:cNvPr id="81" name="Oval 48"/>
            <p:cNvSpPr>
              <a:spLocks noChangeArrowheads="1"/>
            </p:cNvSpPr>
            <p:nvPr/>
          </p:nvSpPr>
          <p:spPr bwMode="auto">
            <a:xfrm>
              <a:off x="2942553" y="5604633"/>
              <a:ext cx="861018" cy="870337"/>
            </a:xfrm>
            <a:prstGeom prst="ellipse">
              <a:avLst/>
            </a:prstGeom>
            <a:solidFill>
              <a:srgbClr val="EAA7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 name="Freeform 49"/>
            <p:cNvSpPr>
              <a:spLocks/>
            </p:cNvSpPr>
            <p:nvPr/>
          </p:nvSpPr>
          <p:spPr bwMode="auto">
            <a:xfrm>
              <a:off x="3140103" y="5873002"/>
              <a:ext cx="657877" cy="601968"/>
            </a:xfrm>
            <a:custGeom>
              <a:avLst/>
              <a:gdLst>
                <a:gd name="T0" fmla="*/ 81 w 117"/>
                <a:gd name="T1" fmla="*/ 0 h 105"/>
                <a:gd name="T2" fmla="*/ 66 w 117"/>
                <a:gd name="T3" fmla="*/ 1 h 105"/>
                <a:gd name="T4" fmla="*/ 9 w 117"/>
                <a:gd name="T5" fmla="*/ 2 h 105"/>
                <a:gd name="T6" fmla="*/ 8 w 117"/>
                <a:gd name="T7" fmla="*/ 19 h 105"/>
                <a:gd name="T8" fmla="*/ 0 w 117"/>
                <a:gd name="T9" fmla="*/ 18 h 105"/>
                <a:gd name="T10" fmla="*/ 0 w 117"/>
                <a:gd name="T11" fmla="*/ 56 h 105"/>
                <a:gd name="T12" fmla="*/ 45 w 117"/>
                <a:gd name="T13" fmla="*/ 105 h 105"/>
                <a:gd name="T14" fmla="*/ 117 w 117"/>
                <a:gd name="T15" fmla="*/ 39 h 105"/>
                <a:gd name="T16" fmla="*/ 81 w 117"/>
                <a:gd name="T17"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7" h="105">
                  <a:moveTo>
                    <a:pt x="81" y="0"/>
                  </a:moveTo>
                  <a:cubicBezTo>
                    <a:pt x="66" y="1"/>
                    <a:pt x="66" y="1"/>
                    <a:pt x="66" y="1"/>
                  </a:cubicBezTo>
                  <a:cubicBezTo>
                    <a:pt x="9" y="2"/>
                    <a:pt x="9" y="2"/>
                    <a:pt x="9" y="2"/>
                  </a:cubicBezTo>
                  <a:cubicBezTo>
                    <a:pt x="8" y="19"/>
                    <a:pt x="8" y="19"/>
                    <a:pt x="8" y="19"/>
                  </a:cubicBezTo>
                  <a:cubicBezTo>
                    <a:pt x="0" y="18"/>
                    <a:pt x="0" y="18"/>
                    <a:pt x="0" y="18"/>
                  </a:cubicBezTo>
                  <a:cubicBezTo>
                    <a:pt x="0" y="56"/>
                    <a:pt x="0" y="56"/>
                    <a:pt x="0" y="56"/>
                  </a:cubicBezTo>
                  <a:cubicBezTo>
                    <a:pt x="45" y="105"/>
                    <a:pt x="45" y="105"/>
                    <a:pt x="45" y="105"/>
                  </a:cubicBezTo>
                  <a:cubicBezTo>
                    <a:pt x="82" y="103"/>
                    <a:pt x="112" y="75"/>
                    <a:pt x="117" y="39"/>
                  </a:cubicBezTo>
                  <a:cubicBezTo>
                    <a:pt x="81" y="0"/>
                    <a:pt x="81" y="0"/>
                    <a:pt x="81" y="0"/>
                  </a:cubicBezTo>
                </a:path>
              </a:pathLst>
            </a:custGeom>
            <a:solidFill>
              <a:srgbClr val="CD8C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 name="Freeform 50"/>
            <p:cNvSpPr>
              <a:spLocks/>
            </p:cNvSpPr>
            <p:nvPr/>
          </p:nvSpPr>
          <p:spPr bwMode="auto">
            <a:xfrm>
              <a:off x="3134512" y="6063097"/>
              <a:ext cx="410009" cy="136048"/>
            </a:xfrm>
            <a:custGeom>
              <a:avLst/>
              <a:gdLst>
                <a:gd name="T0" fmla="*/ 0 w 73"/>
                <a:gd name="T1" fmla="*/ 21 h 24"/>
                <a:gd name="T2" fmla="*/ 3 w 73"/>
                <a:gd name="T3" fmla="*/ 24 h 24"/>
                <a:gd name="T4" fmla="*/ 70 w 73"/>
                <a:gd name="T5" fmla="*/ 24 h 24"/>
                <a:gd name="T6" fmla="*/ 73 w 73"/>
                <a:gd name="T7" fmla="*/ 21 h 24"/>
                <a:gd name="T8" fmla="*/ 73 w 73"/>
                <a:gd name="T9" fmla="*/ 0 h 24"/>
                <a:gd name="T10" fmla="*/ 0 w 73"/>
                <a:gd name="T11" fmla="*/ 0 h 24"/>
                <a:gd name="T12" fmla="*/ 0 w 73"/>
                <a:gd name="T13" fmla="*/ 21 h 24"/>
              </a:gdLst>
              <a:ahLst/>
              <a:cxnLst>
                <a:cxn ang="0">
                  <a:pos x="T0" y="T1"/>
                </a:cxn>
                <a:cxn ang="0">
                  <a:pos x="T2" y="T3"/>
                </a:cxn>
                <a:cxn ang="0">
                  <a:pos x="T4" y="T5"/>
                </a:cxn>
                <a:cxn ang="0">
                  <a:pos x="T6" y="T7"/>
                </a:cxn>
                <a:cxn ang="0">
                  <a:pos x="T8" y="T9"/>
                </a:cxn>
                <a:cxn ang="0">
                  <a:pos x="T10" y="T11"/>
                </a:cxn>
                <a:cxn ang="0">
                  <a:pos x="T12" y="T13"/>
                </a:cxn>
              </a:cxnLst>
              <a:rect l="0" t="0" r="r" b="b"/>
              <a:pathLst>
                <a:path w="73" h="24">
                  <a:moveTo>
                    <a:pt x="0" y="21"/>
                  </a:moveTo>
                  <a:cubicBezTo>
                    <a:pt x="0" y="23"/>
                    <a:pt x="1" y="24"/>
                    <a:pt x="3" y="24"/>
                  </a:cubicBezTo>
                  <a:cubicBezTo>
                    <a:pt x="70" y="24"/>
                    <a:pt x="70" y="24"/>
                    <a:pt x="70" y="24"/>
                  </a:cubicBezTo>
                  <a:cubicBezTo>
                    <a:pt x="72" y="24"/>
                    <a:pt x="73" y="23"/>
                    <a:pt x="73" y="21"/>
                  </a:cubicBezTo>
                  <a:cubicBezTo>
                    <a:pt x="73" y="0"/>
                    <a:pt x="73" y="0"/>
                    <a:pt x="73" y="0"/>
                  </a:cubicBezTo>
                  <a:cubicBezTo>
                    <a:pt x="0" y="0"/>
                    <a:pt x="0" y="0"/>
                    <a:pt x="0" y="0"/>
                  </a:cubicBezTo>
                  <a:lnTo>
                    <a:pt x="0" y="21"/>
                  </a:lnTo>
                  <a:close/>
                </a:path>
              </a:pathLst>
            </a:custGeom>
            <a:solidFill>
              <a:srgbClr val="EAE9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 name="Freeform 51"/>
            <p:cNvSpPr>
              <a:spLocks/>
            </p:cNvSpPr>
            <p:nvPr/>
          </p:nvSpPr>
          <p:spPr bwMode="auto">
            <a:xfrm>
              <a:off x="3134512" y="5941958"/>
              <a:ext cx="410009" cy="46592"/>
            </a:xfrm>
            <a:custGeom>
              <a:avLst/>
              <a:gdLst>
                <a:gd name="T0" fmla="*/ 70 w 73"/>
                <a:gd name="T1" fmla="*/ 0 h 8"/>
                <a:gd name="T2" fmla="*/ 3 w 73"/>
                <a:gd name="T3" fmla="*/ 0 h 8"/>
                <a:gd name="T4" fmla="*/ 0 w 73"/>
                <a:gd name="T5" fmla="*/ 3 h 8"/>
                <a:gd name="T6" fmla="*/ 0 w 73"/>
                <a:gd name="T7" fmla="*/ 8 h 8"/>
                <a:gd name="T8" fmla="*/ 73 w 73"/>
                <a:gd name="T9" fmla="*/ 8 h 8"/>
                <a:gd name="T10" fmla="*/ 73 w 73"/>
                <a:gd name="T11" fmla="*/ 3 h 8"/>
                <a:gd name="T12" fmla="*/ 70 w 73"/>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73" h="8">
                  <a:moveTo>
                    <a:pt x="70" y="0"/>
                  </a:moveTo>
                  <a:cubicBezTo>
                    <a:pt x="3" y="0"/>
                    <a:pt x="3" y="0"/>
                    <a:pt x="3" y="0"/>
                  </a:cubicBezTo>
                  <a:cubicBezTo>
                    <a:pt x="1" y="0"/>
                    <a:pt x="0" y="1"/>
                    <a:pt x="0" y="3"/>
                  </a:cubicBezTo>
                  <a:cubicBezTo>
                    <a:pt x="0" y="8"/>
                    <a:pt x="0" y="8"/>
                    <a:pt x="0" y="8"/>
                  </a:cubicBezTo>
                  <a:cubicBezTo>
                    <a:pt x="73" y="8"/>
                    <a:pt x="73" y="8"/>
                    <a:pt x="73" y="8"/>
                  </a:cubicBezTo>
                  <a:cubicBezTo>
                    <a:pt x="73" y="3"/>
                    <a:pt x="73" y="3"/>
                    <a:pt x="73" y="3"/>
                  </a:cubicBezTo>
                  <a:cubicBezTo>
                    <a:pt x="73" y="1"/>
                    <a:pt x="72" y="0"/>
                    <a:pt x="70" y="0"/>
                  </a:cubicBezTo>
                  <a:close/>
                </a:path>
              </a:pathLst>
            </a:custGeom>
            <a:solidFill>
              <a:srgbClr val="EAE9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 name="Freeform 52"/>
            <p:cNvSpPr>
              <a:spLocks/>
            </p:cNvSpPr>
            <p:nvPr/>
          </p:nvSpPr>
          <p:spPr bwMode="auto">
            <a:xfrm>
              <a:off x="3179240" y="5878593"/>
              <a:ext cx="432373" cy="259051"/>
            </a:xfrm>
            <a:custGeom>
              <a:avLst/>
              <a:gdLst>
                <a:gd name="T0" fmla="*/ 77 w 77"/>
                <a:gd name="T1" fmla="*/ 3 h 45"/>
                <a:gd name="T2" fmla="*/ 77 w 77"/>
                <a:gd name="T3" fmla="*/ 42 h 45"/>
                <a:gd name="T4" fmla="*/ 73 w 77"/>
                <a:gd name="T5" fmla="*/ 45 h 45"/>
                <a:gd name="T6" fmla="*/ 70 w 77"/>
                <a:gd name="T7" fmla="*/ 45 h 45"/>
                <a:gd name="T8" fmla="*/ 70 w 77"/>
                <a:gd name="T9" fmla="*/ 7 h 45"/>
                <a:gd name="T10" fmla="*/ 0 w 77"/>
                <a:gd name="T11" fmla="*/ 7 h 45"/>
                <a:gd name="T12" fmla="*/ 0 w 77"/>
                <a:gd name="T13" fmla="*/ 3 h 45"/>
                <a:gd name="T14" fmla="*/ 4 w 77"/>
                <a:gd name="T15" fmla="*/ 0 h 45"/>
                <a:gd name="T16" fmla="*/ 73 w 77"/>
                <a:gd name="T17" fmla="*/ 0 h 45"/>
                <a:gd name="T18" fmla="*/ 77 w 77"/>
                <a:gd name="T19" fmla="*/ 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7" h="45">
                  <a:moveTo>
                    <a:pt x="77" y="3"/>
                  </a:moveTo>
                  <a:cubicBezTo>
                    <a:pt x="77" y="42"/>
                    <a:pt x="77" y="42"/>
                    <a:pt x="77" y="42"/>
                  </a:cubicBezTo>
                  <a:cubicBezTo>
                    <a:pt x="77" y="43"/>
                    <a:pt x="75" y="45"/>
                    <a:pt x="73" y="45"/>
                  </a:cubicBezTo>
                  <a:cubicBezTo>
                    <a:pt x="70" y="45"/>
                    <a:pt x="70" y="45"/>
                    <a:pt x="70" y="45"/>
                  </a:cubicBezTo>
                  <a:cubicBezTo>
                    <a:pt x="70" y="7"/>
                    <a:pt x="70" y="7"/>
                    <a:pt x="70" y="7"/>
                  </a:cubicBezTo>
                  <a:cubicBezTo>
                    <a:pt x="0" y="7"/>
                    <a:pt x="0" y="7"/>
                    <a:pt x="0" y="7"/>
                  </a:cubicBezTo>
                  <a:cubicBezTo>
                    <a:pt x="0" y="3"/>
                    <a:pt x="0" y="3"/>
                    <a:pt x="0" y="3"/>
                  </a:cubicBezTo>
                  <a:cubicBezTo>
                    <a:pt x="0" y="1"/>
                    <a:pt x="2" y="0"/>
                    <a:pt x="4" y="0"/>
                  </a:cubicBezTo>
                  <a:cubicBezTo>
                    <a:pt x="73" y="0"/>
                    <a:pt x="73" y="0"/>
                    <a:pt x="73" y="0"/>
                  </a:cubicBezTo>
                  <a:cubicBezTo>
                    <a:pt x="75" y="0"/>
                    <a:pt x="77" y="1"/>
                    <a:pt x="77" y="3"/>
                  </a:cubicBezTo>
                  <a:close/>
                </a:path>
              </a:pathLst>
            </a:custGeom>
            <a:solidFill>
              <a:srgbClr val="EAE9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05" name="组合 104"/>
          <p:cNvGrpSpPr/>
          <p:nvPr/>
        </p:nvGrpSpPr>
        <p:grpSpPr>
          <a:xfrm>
            <a:off x="7770458" y="5550043"/>
            <a:ext cx="854748" cy="864000"/>
            <a:chOff x="3934028" y="5604633"/>
            <a:chExt cx="861018" cy="870337"/>
          </a:xfrm>
        </p:grpSpPr>
        <p:sp>
          <p:nvSpPr>
            <p:cNvPr id="86" name="Oval 53"/>
            <p:cNvSpPr>
              <a:spLocks noChangeArrowheads="1"/>
            </p:cNvSpPr>
            <p:nvPr/>
          </p:nvSpPr>
          <p:spPr bwMode="auto">
            <a:xfrm>
              <a:off x="3934028" y="5604633"/>
              <a:ext cx="861018" cy="870337"/>
            </a:xfrm>
            <a:prstGeom prst="ellipse">
              <a:avLst/>
            </a:prstGeom>
            <a:solidFill>
              <a:srgbClr val="E043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 name="Freeform 54"/>
            <p:cNvSpPr>
              <a:spLocks/>
            </p:cNvSpPr>
            <p:nvPr/>
          </p:nvSpPr>
          <p:spPr bwMode="auto">
            <a:xfrm>
              <a:off x="4068213" y="5839456"/>
              <a:ext cx="721242" cy="635514"/>
            </a:xfrm>
            <a:custGeom>
              <a:avLst/>
              <a:gdLst>
                <a:gd name="T0" fmla="*/ 128 w 128"/>
                <a:gd name="T1" fmla="*/ 35 h 111"/>
                <a:gd name="T2" fmla="*/ 128 w 128"/>
                <a:gd name="T3" fmla="*/ 30 h 111"/>
                <a:gd name="T4" fmla="*/ 100 w 128"/>
                <a:gd name="T5" fmla="*/ 0 h 111"/>
                <a:gd name="T6" fmla="*/ 2 w 128"/>
                <a:gd name="T7" fmla="*/ 1 h 111"/>
                <a:gd name="T8" fmla="*/ 0 w 128"/>
                <a:gd name="T9" fmla="*/ 69 h 111"/>
                <a:gd name="T10" fmla="*/ 39 w 128"/>
                <a:gd name="T11" fmla="*/ 110 h 111"/>
                <a:gd name="T12" fmla="*/ 52 w 128"/>
                <a:gd name="T13" fmla="*/ 111 h 111"/>
                <a:gd name="T14" fmla="*/ 128 w 128"/>
                <a:gd name="T15" fmla="*/ 35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111">
                  <a:moveTo>
                    <a:pt x="128" y="35"/>
                  </a:moveTo>
                  <a:cubicBezTo>
                    <a:pt x="128" y="33"/>
                    <a:pt x="128" y="32"/>
                    <a:pt x="128" y="30"/>
                  </a:cubicBezTo>
                  <a:cubicBezTo>
                    <a:pt x="100" y="0"/>
                    <a:pt x="100" y="0"/>
                    <a:pt x="100" y="0"/>
                  </a:cubicBezTo>
                  <a:cubicBezTo>
                    <a:pt x="2" y="1"/>
                    <a:pt x="2" y="1"/>
                    <a:pt x="2" y="1"/>
                  </a:cubicBezTo>
                  <a:cubicBezTo>
                    <a:pt x="0" y="69"/>
                    <a:pt x="0" y="69"/>
                    <a:pt x="0" y="69"/>
                  </a:cubicBezTo>
                  <a:cubicBezTo>
                    <a:pt x="39" y="110"/>
                    <a:pt x="39" y="110"/>
                    <a:pt x="39" y="110"/>
                  </a:cubicBezTo>
                  <a:cubicBezTo>
                    <a:pt x="43" y="111"/>
                    <a:pt x="47" y="111"/>
                    <a:pt x="52" y="111"/>
                  </a:cubicBezTo>
                  <a:cubicBezTo>
                    <a:pt x="94" y="111"/>
                    <a:pt x="128" y="77"/>
                    <a:pt x="128" y="35"/>
                  </a:cubicBezTo>
                  <a:close/>
                </a:path>
              </a:pathLst>
            </a:custGeom>
            <a:solidFill>
              <a:srgbClr val="AE2A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 name="Freeform 55"/>
            <p:cNvSpPr>
              <a:spLocks noEditPoints="1"/>
            </p:cNvSpPr>
            <p:nvPr/>
          </p:nvSpPr>
          <p:spPr bwMode="auto">
            <a:xfrm>
              <a:off x="4062622" y="5833865"/>
              <a:ext cx="601967" cy="411873"/>
            </a:xfrm>
            <a:custGeom>
              <a:avLst/>
              <a:gdLst>
                <a:gd name="T0" fmla="*/ 100 w 107"/>
                <a:gd name="T1" fmla="*/ 1 h 72"/>
                <a:gd name="T2" fmla="*/ 1 w 107"/>
                <a:gd name="T3" fmla="*/ 72 h 72"/>
                <a:gd name="T4" fmla="*/ 66 w 107"/>
                <a:gd name="T5" fmla="*/ 41 h 72"/>
                <a:gd name="T6" fmla="*/ 95 w 107"/>
                <a:gd name="T7" fmla="*/ 21 h 72"/>
                <a:gd name="T8" fmla="*/ 100 w 107"/>
                <a:gd name="T9" fmla="*/ 60 h 72"/>
                <a:gd name="T10" fmla="*/ 100 w 107"/>
                <a:gd name="T11" fmla="*/ 40 h 72"/>
                <a:gd name="T12" fmla="*/ 90 w 107"/>
                <a:gd name="T13" fmla="*/ 30 h 72"/>
                <a:gd name="T14" fmla="*/ 90 w 107"/>
                <a:gd name="T15" fmla="*/ 50 h 72"/>
                <a:gd name="T16" fmla="*/ 81 w 107"/>
                <a:gd name="T17" fmla="*/ 51 h 72"/>
                <a:gd name="T18" fmla="*/ 80 w 107"/>
                <a:gd name="T19" fmla="*/ 47 h 72"/>
                <a:gd name="T20" fmla="*/ 71 w 107"/>
                <a:gd name="T21" fmla="*/ 51 h 72"/>
                <a:gd name="T22" fmla="*/ 71 w 107"/>
                <a:gd name="T23" fmla="*/ 50 h 72"/>
                <a:gd name="T24" fmla="*/ 61 w 107"/>
                <a:gd name="T25" fmla="*/ 51 h 72"/>
                <a:gd name="T26" fmla="*/ 52 w 107"/>
                <a:gd name="T27" fmla="*/ 50 h 72"/>
                <a:gd name="T28" fmla="*/ 42 w 107"/>
                <a:gd name="T29" fmla="*/ 51 h 72"/>
                <a:gd name="T30" fmla="*/ 42 w 107"/>
                <a:gd name="T31" fmla="*/ 45 h 72"/>
                <a:gd name="T32" fmla="*/ 32 w 107"/>
                <a:gd name="T33" fmla="*/ 51 h 72"/>
                <a:gd name="T34" fmla="*/ 13 w 107"/>
                <a:gd name="T35" fmla="*/ 11 h 72"/>
                <a:gd name="T36" fmla="*/ 13 w 107"/>
                <a:gd name="T37" fmla="*/ 31 h 72"/>
                <a:gd name="T38" fmla="*/ 4 w 107"/>
                <a:gd name="T39" fmla="*/ 50 h 72"/>
                <a:gd name="T40" fmla="*/ 4 w 107"/>
                <a:gd name="T41" fmla="*/ 51 h 72"/>
                <a:gd name="T42" fmla="*/ 7 w 107"/>
                <a:gd name="T43" fmla="*/ 69 h 72"/>
                <a:gd name="T44" fmla="*/ 23 w 107"/>
                <a:gd name="T45" fmla="*/ 69 h 72"/>
                <a:gd name="T46" fmla="*/ 23 w 107"/>
                <a:gd name="T47" fmla="*/ 61 h 72"/>
                <a:gd name="T48" fmla="*/ 42 w 107"/>
                <a:gd name="T49" fmla="*/ 69 h 72"/>
                <a:gd name="T50" fmla="*/ 42 w 107"/>
                <a:gd name="T51" fmla="*/ 61 h 72"/>
                <a:gd name="T52" fmla="*/ 71 w 107"/>
                <a:gd name="T53" fmla="*/ 61 h 72"/>
                <a:gd name="T54" fmla="*/ 71 w 107"/>
                <a:gd name="T55" fmla="*/ 69 h 72"/>
                <a:gd name="T56" fmla="*/ 90 w 107"/>
                <a:gd name="T57" fmla="*/ 61 h 72"/>
                <a:gd name="T58" fmla="*/ 100 w 107"/>
                <a:gd name="T59" fmla="*/ 11 h 72"/>
                <a:gd name="T60" fmla="*/ 90 w 107"/>
                <a:gd name="T61" fmla="*/ 10 h 72"/>
                <a:gd name="T62" fmla="*/ 90 w 107"/>
                <a:gd name="T63" fmla="*/ 2 h 72"/>
                <a:gd name="T64" fmla="*/ 90 w 107"/>
                <a:gd name="T65" fmla="*/ 20 h 72"/>
                <a:gd name="T66" fmla="*/ 81 w 107"/>
                <a:gd name="T67" fmla="*/ 21 h 72"/>
                <a:gd name="T68" fmla="*/ 80 w 107"/>
                <a:gd name="T69" fmla="*/ 10 h 72"/>
                <a:gd name="T70" fmla="*/ 71 w 107"/>
                <a:gd name="T71" fmla="*/ 11 h 72"/>
                <a:gd name="T72" fmla="*/ 80 w 107"/>
                <a:gd name="T73" fmla="*/ 31 h 72"/>
                <a:gd name="T74" fmla="*/ 71 w 107"/>
                <a:gd name="T75" fmla="*/ 41 h 72"/>
                <a:gd name="T76" fmla="*/ 62 w 107"/>
                <a:gd name="T77" fmla="*/ 2 h 72"/>
                <a:gd name="T78" fmla="*/ 71 w 107"/>
                <a:gd name="T79" fmla="*/ 21 h 72"/>
                <a:gd name="T80" fmla="*/ 62 w 107"/>
                <a:gd name="T81" fmla="*/ 40 h 72"/>
                <a:gd name="T82" fmla="*/ 52 w 107"/>
                <a:gd name="T83" fmla="*/ 11 h 72"/>
                <a:gd name="T84" fmla="*/ 61 w 107"/>
                <a:gd name="T85" fmla="*/ 30 h 72"/>
                <a:gd name="T86" fmla="*/ 52 w 107"/>
                <a:gd name="T87" fmla="*/ 31 h 72"/>
                <a:gd name="T88" fmla="*/ 42 w 107"/>
                <a:gd name="T89" fmla="*/ 11 h 72"/>
                <a:gd name="T90" fmla="*/ 52 w 107"/>
                <a:gd name="T91" fmla="*/ 30 h 72"/>
                <a:gd name="T92" fmla="*/ 42 w 107"/>
                <a:gd name="T93" fmla="*/ 31 h 72"/>
                <a:gd name="T94" fmla="*/ 33 w 107"/>
                <a:gd name="T95" fmla="*/ 11 h 72"/>
                <a:gd name="T96" fmla="*/ 42 w 107"/>
                <a:gd name="T97" fmla="*/ 30 h 72"/>
                <a:gd name="T98" fmla="*/ 39 w 107"/>
                <a:gd name="T99" fmla="*/ 40 h 72"/>
                <a:gd name="T100" fmla="*/ 23 w 107"/>
                <a:gd name="T101" fmla="*/ 2 h 72"/>
                <a:gd name="T102" fmla="*/ 32 w 107"/>
                <a:gd name="T103" fmla="*/ 20 h 72"/>
                <a:gd name="T104" fmla="*/ 23 w 107"/>
                <a:gd name="T105" fmla="*/ 21 h 72"/>
                <a:gd name="T106" fmla="*/ 32 w 107"/>
                <a:gd name="T107" fmla="*/ 41 h 72"/>
                <a:gd name="T108" fmla="*/ 23 w 107"/>
                <a:gd name="T109" fmla="*/ 51 h 72"/>
                <a:gd name="T110" fmla="*/ 13 w 107"/>
                <a:gd name="T111" fmla="*/ 11 h 72"/>
                <a:gd name="T112" fmla="*/ 23 w 107"/>
                <a:gd name="T113" fmla="*/ 30 h 72"/>
                <a:gd name="T114" fmla="*/ 13 w 107"/>
                <a:gd name="T115" fmla="*/ 31 h 72"/>
                <a:gd name="T116" fmla="*/ 23 w 107"/>
                <a:gd name="T117" fmla="*/ 52 h 72"/>
                <a:gd name="T118" fmla="*/ 4 w 107"/>
                <a:gd name="T119" fmla="*/ 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7" h="72">
                  <a:moveTo>
                    <a:pt x="100" y="69"/>
                  </a:moveTo>
                  <a:cubicBezTo>
                    <a:pt x="100" y="10"/>
                    <a:pt x="100" y="10"/>
                    <a:pt x="100" y="10"/>
                  </a:cubicBezTo>
                  <a:cubicBezTo>
                    <a:pt x="101" y="8"/>
                    <a:pt x="101" y="8"/>
                    <a:pt x="101" y="8"/>
                  </a:cubicBezTo>
                  <a:cubicBezTo>
                    <a:pt x="103" y="7"/>
                    <a:pt x="103" y="6"/>
                    <a:pt x="103" y="4"/>
                  </a:cubicBezTo>
                  <a:cubicBezTo>
                    <a:pt x="103" y="3"/>
                    <a:pt x="102" y="1"/>
                    <a:pt x="100" y="1"/>
                  </a:cubicBezTo>
                  <a:cubicBezTo>
                    <a:pt x="100" y="1"/>
                    <a:pt x="100" y="1"/>
                    <a:pt x="100" y="1"/>
                  </a:cubicBezTo>
                  <a:cubicBezTo>
                    <a:pt x="100" y="1"/>
                    <a:pt x="100" y="1"/>
                    <a:pt x="100" y="1"/>
                  </a:cubicBezTo>
                  <a:cubicBezTo>
                    <a:pt x="4" y="1"/>
                    <a:pt x="4" y="1"/>
                    <a:pt x="4" y="1"/>
                  </a:cubicBezTo>
                  <a:cubicBezTo>
                    <a:pt x="4" y="0"/>
                    <a:pt x="4" y="0"/>
                    <a:pt x="4" y="0"/>
                  </a:cubicBezTo>
                  <a:cubicBezTo>
                    <a:pt x="1" y="0"/>
                    <a:pt x="1" y="0"/>
                    <a:pt x="1" y="0"/>
                  </a:cubicBezTo>
                  <a:cubicBezTo>
                    <a:pt x="1" y="66"/>
                    <a:pt x="1" y="66"/>
                    <a:pt x="1" y="66"/>
                  </a:cubicBezTo>
                  <a:cubicBezTo>
                    <a:pt x="1" y="67"/>
                    <a:pt x="0" y="67"/>
                    <a:pt x="0" y="68"/>
                  </a:cubicBezTo>
                  <a:cubicBezTo>
                    <a:pt x="1" y="69"/>
                    <a:pt x="1" y="70"/>
                    <a:pt x="1" y="70"/>
                  </a:cubicBezTo>
                  <a:cubicBezTo>
                    <a:pt x="1" y="72"/>
                    <a:pt x="1" y="72"/>
                    <a:pt x="1" y="72"/>
                  </a:cubicBezTo>
                  <a:cubicBezTo>
                    <a:pt x="4" y="72"/>
                    <a:pt x="4" y="72"/>
                    <a:pt x="4" y="72"/>
                  </a:cubicBezTo>
                  <a:cubicBezTo>
                    <a:pt x="4" y="71"/>
                    <a:pt x="4" y="71"/>
                    <a:pt x="4" y="71"/>
                  </a:cubicBezTo>
                  <a:cubicBezTo>
                    <a:pt x="107" y="71"/>
                    <a:pt x="107" y="71"/>
                    <a:pt x="107" y="71"/>
                  </a:cubicBezTo>
                  <a:cubicBezTo>
                    <a:pt x="107" y="69"/>
                    <a:pt x="107" y="69"/>
                    <a:pt x="107" y="69"/>
                  </a:cubicBezTo>
                  <a:lnTo>
                    <a:pt x="100" y="69"/>
                  </a:lnTo>
                  <a:close/>
                  <a:moveTo>
                    <a:pt x="71" y="41"/>
                  </a:moveTo>
                  <a:cubicBezTo>
                    <a:pt x="66" y="41"/>
                    <a:pt x="66" y="41"/>
                    <a:pt x="66" y="41"/>
                  </a:cubicBezTo>
                  <a:cubicBezTo>
                    <a:pt x="71" y="41"/>
                    <a:pt x="71" y="41"/>
                    <a:pt x="71" y="41"/>
                  </a:cubicBezTo>
                  <a:close/>
                  <a:moveTo>
                    <a:pt x="95" y="21"/>
                  </a:moveTo>
                  <a:cubicBezTo>
                    <a:pt x="100" y="21"/>
                    <a:pt x="100" y="21"/>
                    <a:pt x="100" y="21"/>
                  </a:cubicBezTo>
                  <a:cubicBezTo>
                    <a:pt x="100" y="30"/>
                    <a:pt x="100" y="30"/>
                    <a:pt x="100" y="30"/>
                  </a:cubicBezTo>
                  <a:cubicBezTo>
                    <a:pt x="90" y="30"/>
                    <a:pt x="90" y="30"/>
                    <a:pt x="90" y="30"/>
                  </a:cubicBezTo>
                  <a:cubicBezTo>
                    <a:pt x="90" y="29"/>
                    <a:pt x="90" y="29"/>
                    <a:pt x="90" y="29"/>
                  </a:cubicBezTo>
                  <a:lnTo>
                    <a:pt x="95" y="21"/>
                  </a:lnTo>
                  <a:close/>
                  <a:moveTo>
                    <a:pt x="90" y="50"/>
                  </a:moveTo>
                  <a:cubicBezTo>
                    <a:pt x="90" y="41"/>
                    <a:pt x="90" y="41"/>
                    <a:pt x="90" y="41"/>
                  </a:cubicBezTo>
                  <a:cubicBezTo>
                    <a:pt x="100" y="41"/>
                    <a:pt x="100" y="41"/>
                    <a:pt x="100" y="41"/>
                  </a:cubicBezTo>
                  <a:cubicBezTo>
                    <a:pt x="100" y="50"/>
                    <a:pt x="100" y="50"/>
                    <a:pt x="100" y="50"/>
                  </a:cubicBezTo>
                  <a:lnTo>
                    <a:pt x="90" y="50"/>
                  </a:lnTo>
                  <a:close/>
                  <a:moveTo>
                    <a:pt x="100" y="51"/>
                  </a:moveTo>
                  <a:cubicBezTo>
                    <a:pt x="100" y="60"/>
                    <a:pt x="100" y="60"/>
                    <a:pt x="100" y="60"/>
                  </a:cubicBezTo>
                  <a:cubicBezTo>
                    <a:pt x="90" y="60"/>
                    <a:pt x="90" y="60"/>
                    <a:pt x="90" y="60"/>
                  </a:cubicBezTo>
                  <a:cubicBezTo>
                    <a:pt x="90" y="51"/>
                    <a:pt x="90" y="51"/>
                    <a:pt x="90" y="51"/>
                  </a:cubicBezTo>
                  <a:lnTo>
                    <a:pt x="100" y="51"/>
                  </a:lnTo>
                  <a:close/>
                  <a:moveTo>
                    <a:pt x="90" y="40"/>
                  </a:moveTo>
                  <a:cubicBezTo>
                    <a:pt x="90" y="31"/>
                    <a:pt x="90" y="31"/>
                    <a:pt x="90" y="31"/>
                  </a:cubicBezTo>
                  <a:cubicBezTo>
                    <a:pt x="100" y="31"/>
                    <a:pt x="100" y="31"/>
                    <a:pt x="100" y="31"/>
                  </a:cubicBezTo>
                  <a:cubicBezTo>
                    <a:pt x="100" y="40"/>
                    <a:pt x="100" y="40"/>
                    <a:pt x="100" y="40"/>
                  </a:cubicBezTo>
                  <a:lnTo>
                    <a:pt x="90" y="40"/>
                  </a:lnTo>
                  <a:close/>
                  <a:moveTo>
                    <a:pt x="90" y="31"/>
                  </a:moveTo>
                  <a:cubicBezTo>
                    <a:pt x="90" y="40"/>
                    <a:pt x="90" y="40"/>
                    <a:pt x="90" y="40"/>
                  </a:cubicBezTo>
                  <a:cubicBezTo>
                    <a:pt x="85" y="40"/>
                    <a:pt x="85" y="40"/>
                    <a:pt x="85" y="40"/>
                  </a:cubicBezTo>
                  <a:cubicBezTo>
                    <a:pt x="90" y="31"/>
                    <a:pt x="90" y="31"/>
                    <a:pt x="90" y="31"/>
                  </a:cubicBezTo>
                  <a:close/>
                  <a:moveTo>
                    <a:pt x="90" y="30"/>
                  </a:moveTo>
                  <a:cubicBezTo>
                    <a:pt x="90" y="30"/>
                    <a:pt x="90" y="30"/>
                    <a:pt x="90" y="30"/>
                  </a:cubicBezTo>
                  <a:cubicBezTo>
                    <a:pt x="90" y="30"/>
                    <a:pt x="90" y="30"/>
                    <a:pt x="90" y="30"/>
                  </a:cubicBezTo>
                  <a:close/>
                  <a:moveTo>
                    <a:pt x="83" y="44"/>
                  </a:moveTo>
                  <a:cubicBezTo>
                    <a:pt x="83" y="44"/>
                    <a:pt x="83" y="44"/>
                    <a:pt x="83" y="44"/>
                  </a:cubicBezTo>
                  <a:cubicBezTo>
                    <a:pt x="83" y="44"/>
                    <a:pt x="83" y="44"/>
                    <a:pt x="83" y="44"/>
                  </a:cubicBezTo>
                  <a:cubicBezTo>
                    <a:pt x="85" y="41"/>
                    <a:pt x="85" y="41"/>
                    <a:pt x="85" y="41"/>
                  </a:cubicBezTo>
                  <a:cubicBezTo>
                    <a:pt x="90" y="41"/>
                    <a:pt x="90" y="41"/>
                    <a:pt x="90" y="41"/>
                  </a:cubicBezTo>
                  <a:cubicBezTo>
                    <a:pt x="90" y="50"/>
                    <a:pt x="90" y="50"/>
                    <a:pt x="90" y="50"/>
                  </a:cubicBezTo>
                  <a:cubicBezTo>
                    <a:pt x="81" y="50"/>
                    <a:pt x="81" y="50"/>
                    <a:pt x="81" y="50"/>
                  </a:cubicBezTo>
                  <a:cubicBezTo>
                    <a:pt x="81" y="47"/>
                    <a:pt x="81" y="47"/>
                    <a:pt x="81" y="47"/>
                  </a:cubicBezTo>
                  <a:cubicBezTo>
                    <a:pt x="82" y="46"/>
                    <a:pt x="83" y="45"/>
                    <a:pt x="83" y="44"/>
                  </a:cubicBezTo>
                  <a:close/>
                  <a:moveTo>
                    <a:pt x="90" y="51"/>
                  </a:moveTo>
                  <a:cubicBezTo>
                    <a:pt x="90" y="60"/>
                    <a:pt x="90" y="60"/>
                    <a:pt x="90" y="60"/>
                  </a:cubicBezTo>
                  <a:cubicBezTo>
                    <a:pt x="81" y="60"/>
                    <a:pt x="81" y="60"/>
                    <a:pt x="81" y="60"/>
                  </a:cubicBezTo>
                  <a:cubicBezTo>
                    <a:pt x="81" y="51"/>
                    <a:pt x="81" y="51"/>
                    <a:pt x="81" y="51"/>
                  </a:cubicBezTo>
                  <a:lnTo>
                    <a:pt x="90" y="51"/>
                  </a:lnTo>
                  <a:close/>
                  <a:moveTo>
                    <a:pt x="80" y="47"/>
                  </a:moveTo>
                  <a:cubicBezTo>
                    <a:pt x="80" y="50"/>
                    <a:pt x="80" y="50"/>
                    <a:pt x="80" y="50"/>
                  </a:cubicBezTo>
                  <a:cubicBezTo>
                    <a:pt x="71" y="50"/>
                    <a:pt x="71" y="50"/>
                    <a:pt x="71" y="50"/>
                  </a:cubicBezTo>
                  <a:cubicBezTo>
                    <a:pt x="71" y="46"/>
                    <a:pt x="71" y="46"/>
                    <a:pt x="71" y="46"/>
                  </a:cubicBezTo>
                  <a:cubicBezTo>
                    <a:pt x="78" y="46"/>
                    <a:pt x="78" y="46"/>
                    <a:pt x="78" y="46"/>
                  </a:cubicBezTo>
                  <a:cubicBezTo>
                    <a:pt x="78" y="47"/>
                    <a:pt x="79" y="47"/>
                    <a:pt x="80" y="47"/>
                  </a:cubicBezTo>
                  <a:close/>
                  <a:moveTo>
                    <a:pt x="80" y="51"/>
                  </a:moveTo>
                  <a:cubicBezTo>
                    <a:pt x="80" y="60"/>
                    <a:pt x="80" y="60"/>
                    <a:pt x="80" y="60"/>
                  </a:cubicBezTo>
                  <a:cubicBezTo>
                    <a:pt x="71" y="60"/>
                    <a:pt x="71" y="60"/>
                    <a:pt x="71" y="60"/>
                  </a:cubicBezTo>
                  <a:cubicBezTo>
                    <a:pt x="71" y="51"/>
                    <a:pt x="71" y="51"/>
                    <a:pt x="71" y="51"/>
                  </a:cubicBezTo>
                  <a:lnTo>
                    <a:pt x="80" y="51"/>
                  </a:lnTo>
                  <a:close/>
                  <a:moveTo>
                    <a:pt x="62" y="51"/>
                  </a:moveTo>
                  <a:cubicBezTo>
                    <a:pt x="71" y="51"/>
                    <a:pt x="71" y="51"/>
                    <a:pt x="71" y="51"/>
                  </a:cubicBezTo>
                  <a:cubicBezTo>
                    <a:pt x="71" y="60"/>
                    <a:pt x="71" y="60"/>
                    <a:pt x="71" y="60"/>
                  </a:cubicBezTo>
                  <a:cubicBezTo>
                    <a:pt x="62" y="60"/>
                    <a:pt x="62" y="60"/>
                    <a:pt x="62" y="60"/>
                  </a:cubicBezTo>
                  <a:lnTo>
                    <a:pt x="62" y="51"/>
                  </a:lnTo>
                  <a:close/>
                  <a:moveTo>
                    <a:pt x="62" y="50"/>
                  </a:moveTo>
                  <a:cubicBezTo>
                    <a:pt x="62" y="45"/>
                    <a:pt x="62" y="45"/>
                    <a:pt x="62" y="45"/>
                  </a:cubicBezTo>
                  <a:cubicBezTo>
                    <a:pt x="71" y="46"/>
                    <a:pt x="71" y="46"/>
                    <a:pt x="71" y="46"/>
                  </a:cubicBezTo>
                  <a:cubicBezTo>
                    <a:pt x="71" y="50"/>
                    <a:pt x="71" y="50"/>
                    <a:pt x="71" y="50"/>
                  </a:cubicBezTo>
                  <a:lnTo>
                    <a:pt x="62" y="50"/>
                  </a:lnTo>
                  <a:close/>
                  <a:moveTo>
                    <a:pt x="61" y="45"/>
                  </a:moveTo>
                  <a:cubicBezTo>
                    <a:pt x="61" y="50"/>
                    <a:pt x="61" y="50"/>
                    <a:pt x="61" y="50"/>
                  </a:cubicBezTo>
                  <a:cubicBezTo>
                    <a:pt x="52" y="50"/>
                    <a:pt x="52" y="50"/>
                    <a:pt x="52" y="50"/>
                  </a:cubicBezTo>
                  <a:cubicBezTo>
                    <a:pt x="52" y="44"/>
                    <a:pt x="52" y="44"/>
                    <a:pt x="52" y="44"/>
                  </a:cubicBezTo>
                  <a:lnTo>
                    <a:pt x="61" y="45"/>
                  </a:lnTo>
                  <a:close/>
                  <a:moveTo>
                    <a:pt x="61" y="51"/>
                  </a:moveTo>
                  <a:cubicBezTo>
                    <a:pt x="61" y="60"/>
                    <a:pt x="61" y="60"/>
                    <a:pt x="61" y="60"/>
                  </a:cubicBezTo>
                  <a:cubicBezTo>
                    <a:pt x="52" y="60"/>
                    <a:pt x="52" y="60"/>
                    <a:pt x="52" y="60"/>
                  </a:cubicBezTo>
                  <a:cubicBezTo>
                    <a:pt x="52" y="51"/>
                    <a:pt x="52" y="51"/>
                    <a:pt x="52" y="51"/>
                  </a:cubicBezTo>
                  <a:lnTo>
                    <a:pt x="61" y="51"/>
                  </a:lnTo>
                  <a:close/>
                  <a:moveTo>
                    <a:pt x="44" y="44"/>
                  </a:moveTo>
                  <a:cubicBezTo>
                    <a:pt x="52" y="44"/>
                    <a:pt x="52" y="44"/>
                    <a:pt x="52" y="44"/>
                  </a:cubicBezTo>
                  <a:cubicBezTo>
                    <a:pt x="52" y="50"/>
                    <a:pt x="52" y="50"/>
                    <a:pt x="52" y="50"/>
                  </a:cubicBezTo>
                  <a:cubicBezTo>
                    <a:pt x="42" y="50"/>
                    <a:pt x="42" y="50"/>
                    <a:pt x="42" y="50"/>
                  </a:cubicBezTo>
                  <a:cubicBezTo>
                    <a:pt x="42" y="45"/>
                    <a:pt x="42" y="45"/>
                    <a:pt x="42" y="45"/>
                  </a:cubicBezTo>
                  <a:cubicBezTo>
                    <a:pt x="43" y="45"/>
                    <a:pt x="44" y="44"/>
                    <a:pt x="44" y="44"/>
                  </a:cubicBezTo>
                  <a:close/>
                  <a:moveTo>
                    <a:pt x="52" y="51"/>
                  </a:moveTo>
                  <a:cubicBezTo>
                    <a:pt x="52" y="60"/>
                    <a:pt x="52" y="60"/>
                    <a:pt x="52" y="60"/>
                  </a:cubicBezTo>
                  <a:cubicBezTo>
                    <a:pt x="42" y="60"/>
                    <a:pt x="42" y="60"/>
                    <a:pt x="42" y="60"/>
                  </a:cubicBezTo>
                  <a:cubicBezTo>
                    <a:pt x="42" y="51"/>
                    <a:pt x="42" y="51"/>
                    <a:pt x="42" y="51"/>
                  </a:cubicBezTo>
                  <a:lnTo>
                    <a:pt x="52" y="51"/>
                  </a:lnTo>
                  <a:close/>
                  <a:moveTo>
                    <a:pt x="42" y="45"/>
                  </a:moveTo>
                  <a:cubicBezTo>
                    <a:pt x="42" y="45"/>
                    <a:pt x="42" y="45"/>
                    <a:pt x="42" y="45"/>
                  </a:cubicBezTo>
                  <a:cubicBezTo>
                    <a:pt x="42" y="50"/>
                    <a:pt x="42" y="50"/>
                    <a:pt x="42" y="50"/>
                  </a:cubicBezTo>
                  <a:cubicBezTo>
                    <a:pt x="33" y="50"/>
                    <a:pt x="33" y="50"/>
                    <a:pt x="33" y="50"/>
                  </a:cubicBezTo>
                  <a:cubicBezTo>
                    <a:pt x="41" y="45"/>
                    <a:pt x="41" y="45"/>
                    <a:pt x="41" y="45"/>
                  </a:cubicBezTo>
                  <a:cubicBezTo>
                    <a:pt x="41" y="45"/>
                    <a:pt x="42" y="45"/>
                    <a:pt x="42" y="45"/>
                  </a:cubicBezTo>
                  <a:close/>
                  <a:moveTo>
                    <a:pt x="42" y="51"/>
                  </a:moveTo>
                  <a:cubicBezTo>
                    <a:pt x="42" y="60"/>
                    <a:pt x="42" y="60"/>
                    <a:pt x="42" y="60"/>
                  </a:cubicBezTo>
                  <a:cubicBezTo>
                    <a:pt x="33" y="60"/>
                    <a:pt x="33" y="60"/>
                    <a:pt x="33" y="60"/>
                  </a:cubicBezTo>
                  <a:cubicBezTo>
                    <a:pt x="33" y="51"/>
                    <a:pt x="33" y="51"/>
                    <a:pt x="33" y="51"/>
                  </a:cubicBezTo>
                  <a:lnTo>
                    <a:pt x="42" y="51"/>
                  </a:lnTo>
                  <a:close/>
                  <a:moveTo>
                    <a:pt x="23" y="57"/>
                  </a:moveTo>
                  <a:cubicBezTo>
                    <a:pt x="32" y="51"/>
                    <a:pt x="32" y="51"/>
                    <a:pt x="32" y="51"/>
                  </a:cubicBezTo>
                  <a:cubicBezTo>
                    <a:pt x="32" y="60"/>
                    <a:pt x="32" y="60"/>
                    <a:pt x="32" y="60"/>
                  </a:cubicBezTo>
                  <a:cubicBezTo>
                    <a:pt x="23" y="60"/>
                    <a:pt x="23" y="60"/>
                    <a:pt x="23" y="60"/>
                  </a:cubicBezTo>
                  <a:lnTo>
                    <a:pt x="23" y="57"/>
                  </a:lnTo>
                  <a:close/>
                  <a:moveTo>
                    <a:pt x="13" y="20"/>
                  </a:moveTo>
                  <a:cubicBezTo>
                    <a:pt x="4" y="20"/>
                    <a:pt x="4" y="20"/>
                    <a:pt x="4" y="20"/>
                  </a:cubicBezTo>
                  <a:cubicBezTo>
                    <a:pt x="4" y="11"/>
                    <a:pt x="4" y="11"/>
                    <a:pt x="4" y="11"/>
                  </a:cubicBezTo>
                  <a:cubicBezTo>
                    <a:pt x="13" y="11"/>
                    <a:pt x="13" y="11"/>
                    <a:pt x="13" y="11"/>
                  </a:cubicBezTo>
                  <a:lnTo>
                    <a:pt x="13" y="20"/>
                  </a:lnTo>
                  <a:close/>
                  <a:moveTo>
                    <a:pt x="13" y="21"/>
                  </a:moveTo>
                  <a:cubicBezTo>
                    <a:pt x="13" y="30"/>
                    <a:pt x="13" y="30"/>
                    <a:pt x="13" y="30"/>
                  </a:cubicBezTo>
                  <a:cubicBezTo>
                    <a:pt x="4" y="30"/>
                    <a:pt x="4" y="30"/>
                    <a:pt x="4" y="30"/>
                  </a:cubicBezTo>
                  <a:cubicBezTo>
                    <a:pt x="4" y="21"/>
                    <a:pt x="4" y="21"/>
                    <a:pt x="4" y="21"/>
                  </a:cubicBezTo>
                  <a:lnTo>
                    <a:pt x="13" y="21"/>
                  </a:lnTo>
                  <a:close/>
                  <a:moveTo>
                    <a:pt x="13" y="31"/>
                  </a:moveTo>
                  <a:cubicBezTo>
                    <a:pt x="13" y="40"/>
                    <a:pt x="13" y="40"/>
                    <a:pt x="13" y="40"/>
                  </a:cubicBezTo>
                  <a:cubicBezTo>
                    <a:pt x="4" y="40"/>
                    <a:pt x="4" y="40"/>
                    <a:pt x="4" y="40"/>
                  </a:cubicBezTo>
                  <a:cubicBezTo>
                    <a:pt x="4" y="31"/>
                    <a:pt x="4" y="31"/>
                    <a:pt x="4" y="31"/>
                  </a:cubicBezTo>
                  <a:lnTo>
                    <a:pt x="13" y="31"/>
                  </a:lnTo>
                  <a:close/>
                  <a:moveTo>
                    <a:pt x="13" y="41"/>
                  </a:moveTo>
                  <a:cubicBezTo>
                    <a:pt x="13" y="50"/>
                    <a:pt x="13" y="50"/>
                    <a:pt x="13" y="50"/>
                  </a:cubicBezTo>
                  <a:cubicBezTo>
                    <a:pt x="4" y="50"/>
                    <a:pt x="4" y="50"/>
                    <a:pt x="4" y="50"/>
                  </a:cubicBezTo>
                  <a:cubicBezTo>
                    <a:pt x="4" y="41"/>
                    <a:pt x="4" y="41"/>
                    <a:pt x="4" y="41"/>
                  </a:cubicBezTo>
                  <a:lnTo>
                    <a:pt x="13" y="41"/>
                  </a:lnTo>
                  <a:close/>
                  <a:moveTo>
                    <a:pt x="13" y="51"/>
                  </a:moveTo>
                  <a:cubicBezTo>
                    <a:pt x="13" y="58"/>
                    <a:pt x="13" y="58"/>
                    <a:pt x="13" y="58"/>
                  </a:cubicBezTo>
                  <a:cubicBezTo>
                    <a:pt x="11" y="60"/>
                    <a:pt x="11" y="60"/>
                    <a:pt x="11" y="60"/>
                  </a:cubicBezTo>
                  <a:cubicBezTo>
                    <a:pt x="4" y="60"/>
                    <a:pt x="4" y="60"/>
                    <a:pt x="4" y="60"/>
                  </a:cubicBezTo>
                  <a:cubicBezTo>
                    <a:pt x="4" y="51"/>
                    <a:pt x="4" y="51"/>
                    <a:pt x="4" y="51"/>
                  </a:cubicBezTo>
                  <a:lnTo>
                    <a:pt x="13" y="51"/>
                  </a:lnTo>
                  <a:close/>
                  <a:moveTo>
                    <a:pt x="10" y="61"/>
                  </a:moveTo>
                  <a:cubicBezTo>
                    <a:pt x="4" y="65"/>
                    <a:pt x="4" y="65"/>
                    <a:pt x="4" y="65"/>
                  </a:cubicBezTo>
                  <a:cubicBezTo>
                    <a:pt x="4" y="65"/>
                    <a:pt x="4" y="65"/>
                    <a:pt x="4" y="65"/>
                  </a:cubicBezTo>
                  <a:cubicBezTo>
                    <a:pt x="4" y="61"/>
                    <a:pt x="4" y="61"/>
                    <a:pt x="4" y="61"/>
                  </a:cubicBezTo>
                  <a:lnTo>
                    <a:pt x="10" y="61"/>
                  </a:lnTo>
                  <a:close/>
                  <a:moveTo>
                    <a:pt x="7" y="69"/>
                  </a:moveTo>
                  <a:cubicBezTo>
                    <a:pt x="13" y="64"/>
                    <a:pt x="13" y="64"/>
                    <a:pt x="13" y="64"/>
                  </a:cubicBezTo>
                  <a:cubicBezTo>
                    <a:pt x="13" y="69"/>
                    <a:pt x="13" y="69"/>
                    <a:pt x="13" y="69"/>
                  </a:cubicBezTo>
                  <a:cubicBezTo>
                    <a:pt x="7" y="69"/>
                    <a:pt x="7" y="69"/>
                    <a:pt x="7" y="69"/>
                  </a:cubicBezTo>
                  <a:close/>
                  <a:moveTo>
                    <a:pt x="13" y="64"/>
                  </a:moveTo>
                  <a:cubicBezTo>
                    <a:pt x="18" y="61"/>
                    <a:pt x="18" y="61"/>
                    <a:pt x="18" y="61"/>
                  </a:cubicBezTo>
                  <a:cubicBezTo>
                    <a:pt x="23" y="61"/>
                    <a:pt x="23" y="61"/>
                    <a:pt x="23" y="61"/>
                  </a:cubicBezTo>
                  <a:cubicBezTo>
                    <a:pt x="23" y="69"/>
                    <a:pt x="23" y="69"/>
                    <a:pt x="23" y="69"/>
                  </a:cubicBezTo>
                  <a:cubicBezTo>
                    <a:pt x="13" y="69"/>
                    <a:pt x="13" y="69"/>
                    <a:pt x="13" y="69"/>
                  </a:cubicBezTo>
                  <a:lnTo>
                    <a:pt x="13" y="64"/>
                  </a:lnTo>
                  <a:close/>
                  <a:moveTo>
                    <a:pt x="19" y="60"/>
                  </a:moveTo>
                  <a:cubicBezTo>
                    <a:pt x="23" y="58"/>
                    <a:pt x="23" y="58"/>
                    <a:pt x="23" y="58"/>
                  </a:cubicBezTo>
                  <a:cubicBezTo>
                    <a:pt x="23" y="60"/>
                    <a:pt x="23" y="60"/>
                    <a:pt x="23" y="60"/>
                  </a:cubicBezTo>
                  <a:lnTo>
                    <a:pt x="19" y="60"/>
                  </a:lnTo>
                  <a:close/>
                  <a:moveTo>
                    <a:pt x="23" y="61"/>
                  </a:moveTo>
                  <a:cubicBezTo>
                    <a:pt x="32" y="61"/>
                    <a:pt x="32" y="61"/>
                    <a:pt x="32" y="61"/>
                  </a:cubicBezTo>
                  <a:cubicBezTo>
                    <a:pt x="32" y="69"/>
                    <a:pt x="32" y="69"/>
                    <a:pt x="32" y="69"/>
                  </a:cubicBezTo>
                  <a:cubicBezTo>
                    <a:pt x="23" y="69"/>
                    <a:pt x="23" y="69"/>
                    <a:pt x="23" y="69"/>
                  </a:cubicBezTo>
                  <a:lnTo>
                    <a:pt x="23" y="61"/>
                  </a:lnTo>
                  <a:close/>
                  <a:moveTo>
                    <a:pt x="33" y="61"/>
                  </a:moveTo>
                  <a:cubicBezTo>
                    <a:pt x="42" y="61"/>
                    <a:pt x="42" y="61"/>
                    <a:pt x="42" y="61"/>
                  </a:cubicBezTo>
                  <a:cubicBezTo>
                    <a:pt x="42" y="69"/>
                    <a:pt x="42" y="69"/>
                    <a:pt x="42" y="69"/>
                  </a:cubicBezTo>
                  <a:cubicBezTo>
                    <a:pt x="33" y="69"/>
                    <a:pt x="33" y="69"/>
                    <a:pt x="33" y="69"/>
                  </a:cubicBezTo>
                  <a:lnTo>
                    <a:pt x="33" y="61"/>
                  </a:lnTo>
                  <a:close/>
                  <a:moveTo>
                    <a:pt x="42" y="61"/>
                  </a:moveTo>
                  <a:cubicBezTo>
                    <a:pt x="52" y="61"/>
                    <a:pt x="52" y="61"/>
                    <a:pt x="52" y="61"/>
                  </a:cubicBezTo>
                  <a:cubicBezTo>
                    <a:pt x="52" y="69"/>
                    <a:pt x="52" y="69"/>
                    <a:pt x="52" y="69"/>
                  </a:cubicBezTo>
                  <a:cubicBezTo>
                    <a:pt x="42" y="69"/>
                    <a:pt x="42" y="69"/>
                    <a:pt x="42" y="69"/>
                  </a:cubicBezTo>
                  <a:lnTo>
                    <a:pt x="42" y="61"/>
                  </a:lnTo>
                  <a:close/>
                  <a:moveTo>
                    <a:pt x="52" y="61"/>
                  </a:moveTo>
                  <a:cubicBezTo>
                    <a:pt x="61" y="61"/>
                    <a:pt x="61" y="61"/>
                    <a:pt x="61" y="61"/>
                  </a:cubicBezTo>
                  <a:cubicBezTo>
                    <a:pt x="61" y="69"/>
                    <a:pt x="61" y="69"/>
                    <a:pt x="61" y="69"/>
                  </a:cubicBezTo>
                  <a:cubicBezTo>
                    <a:pt x="52" y="69"/>
                    <a:pt x="52" y="69"/>
                    <a:pt x="52" y="69"/>
                  </a:cubicBezTo>
                  <a:lnTo>
                    <a:pt x="52" y="61"/>
                  </a:lnTo>
                  <a:close/>
                  <a:moveTo>
                    <a:pt x="62" y="61"/>
                  </a:moveTo>
                  <a:cubicBezTo>
                    <a:pt x="71" y="61"/>
                    <a:pt x="71" y="61"/>
                    <a:pt x="71" y="61"/>
                  </a:cubicBezTo>
                  <a:cubicBezTo>
                    <a:pt x="71" y="69"/>
                    <a:pt x="71" y="69"/>
                    <a:pt x="71" y="69"/>
                  </a:cubicBezTo>
                  <a:cubicBezTo>
                    <a:pt x="62" y="69"/>
                    <a:pt x="62" y="69"/>
                    <a:pt x="62" y="69"/>
                  </a:cubicBezTo>
                  <a:lnTo>
                    <a:pt x="62" y="61"/>
                  </a:lnTo>
                  <a:close/>
                  <a:moveTo>
                    <a:pt x="71" y="61"/>
                  </a:moveTo>
                  <a:cubicBezTo>
                    <a:pt x="80" y="61"/>
                    <a:pt x="80" y="61"/>
                    <a:pt x="80" y="61"/>
                  </a:cubicBezTo>
                  <a:cubicBezTo>
                    <a:pt x="80" y="69"/>
                    <a:pt x="80" y="69"/>
                    <a:pt x="80" y="69"/>
                  </a:cubicBezTo>
                  <a:cubicBezTo>
                    <a:pt x="71" y="69"/>
                    <a:pt x="71" y="69"/>
                    <a:pt x="71" y="69"/>
                  </a:cubicBezTo>
                  <a:lnTo>
                    <a:pt x="71" y="61"/>
                  </a:lnTo>
                  <a:close/>
                  <a:moveTo>
                    <a:pt x="81" y="61"/>
                  </a:moveTo>
                  <a:cubicBezTo>
                    <a:pt x="90" y="61"/>
                    <a:pt x="90" y="61"/>
                    <a:pt x="90" y="61"/>
                  </a:cubicBezTo>
                  <a:cubicBezTo>
                    <a:pt x="90" y="69"/>
                    <a:pt x="90" y="69"/>
                    <a:pt x="90" y="69"/>
                  </a:cubicBezTo>
                  <a:cubicBezTo>
                    <a:pt x="81" y="69"/>
                    <a:pt x="81" y="69"/>
                    <a:pt x="81" y="69"/>
                  </a:cubicBezTo>
                  <a:lnTo>
                    <a:pt x="81" y="61"/>
                  </a:lnTo>
                  <a:close/>
                  <a:moveTo>
                    <a:pt x="90" y="61"/>
                  </a:moveTo>
                  <a:cubicBezTo>
                    <a:pt x="100" y="61"/>
                    <a:pt x="100" y="61"/>
                    <a:pt x="100" y="61"/>
                  </a:cubicBezTo>
                  <a:cubicBezTo>
                    <a:pt x="100" y="69"/>
                    <a:pt x="100" y="69"/>
                    <a:pt x="100" y="69"/>
                  </a:cubicBezTo>
                  <a:cubicBezTo>
                    <a:pt x="90" y="69"/>
                    <a:pt x="90" y="69"/>
                    <a:pt x="90" y="69"/>
                  </a:cubicBezTo>
                  <a:lnTo>
                    <a:pt x="90" y="61"/>
                  </a:lnTo>
                  <a:close/>
                  <a:moveTo>
                    <a:pt x="100" y="20"/>
                  </a:moveTo>
                  <a:cubicBezTo>
                    <a:pt x="95" y="20"/>
                    <a:pt x="95" y="20"/>
                    <a:pt x="95" y="20"/>
                  </a:cubicBezTo>
                  <a:cubicBezTo>
                    <a:pt x="100" y="11"/>
                    <a:pt x="100" y="11"/>
                    <a:pt x="100" y="11"/>
                  </a:cubicBezTo>
                  <a:lnTo>
                    <a:pt x="100" y="20"/>
                  </a:lnTo>
                  <a:close/>
                  <a:moveTo>
                    <a:pt x="90" y="2"/>
                  </a:moveTo>
                  <a:cubicBezTo>
                    <a:pt x="99" y="2"/>
                    <a:pt x="99" y="2"/>
                    <a:pt x="99" y="2"/>
                  </a:cubicBezTo>
                  <a:cubicBezTo>
                    <a:pt x="97" y="2"/>
                    <a:pt x="97" y="4"/>
                    <a:pt x="97" y="5"/>
                  </a:cubicBezTo>
                  <a:cubicBezTo>
                    <a:pt x="97" y="6"/>
                    <a:pt x="97" y="6"/>
                    <a:pt x="97" y="6"/>
                  </a:cubicBezTo>
                  <a:cubicBezTo>
                    <a:pt x="95" y="10"/>
                    <a:pt x="95" y="10"/>
                    <a:pt x="95" y="10"/>
                  </a:cubicBezTo>
                  <a:cubicBezTo>
                    <a:pt x="90" y="10"/>
                    <a:pt x="90" y="10"/>
                    <a:pt x="90" y="10"/>
                  </a:cubicBezTo>
                  <a:lnTo>
                    <a:pt x="90" y="2"/>
                  </a:lnTo>
                  <a:close/>
                  <a:moveTo>
                    <a:pt x="94" y="11"/>
                  </a:moveTo>
                  <a:cubicBezTo>
                    <a:pt x="90" y="19"/>
                    <a:pt x="90" y="19"/>
                    <a:pt x="90" y="19"/>
                  </a:cubicBezTo>
                  <a:cubicBezTo>
                    <a:pt x="90" y="11"/>
                    <a:pt x="90" y="11"/>
                    <a:pt x="90" y="11"/>
                  </a:cubicBezTo>
                  <a:lnTo>
                    <a:pt x="94" y="11"/>
                  </a:lnTo>
                  <a:close/>
                  <a:moveTo>
                    <a:pt x="81" y="2"/>
                  </a:moveTo>
                  <a:cubicBezTo>
                    <a:pt x="90" y="2"/>
                    <a:pt x="90" y="2"/>
                    <a:pt x="90" y="2"/>
                  </a:cubicBezTo>
                  <a:cubicBezTo>
                    <a:pt x="90" y="10"/>
                    <a:pt x="90" y="10"/>
                    <a:pt x="90" y="10"/>
                  </a:cubicBezTo>
                  <a:cubicBezTo>
                    <a:pt x="81" y="10"/>
                    <a:pt x="81" y="10"/>
                    <a:pt x="81" y="10"/>
                  </a:cubicBezTo>
                  <a:lnTo>
                    <a:pt x="81" y="2"/>
                  </a:lnTo>
                  <a:close/>
                  <a:moveTo>
                    <a:pt x="81" y="11"/>
                  </a:moveTo>
                  <a:cubicBezTo>
                    <a:pt x="90" y="11"/>
                    <a:pt x="90" y="11"/>
                    <a:pt x="90" y="11"/>
                  </a:cubicBezTo>
                  <a:cubicBezTo>
                    <a:pt x="90" y="19"/>
                    <a:pt x="90" y="19"/>
                    <a:pt x="90" y="19"/>
                  </a:cubicBezTo>
                  <a:cubicBezTo>
                    <a:pt x="90" y="20"/>
                    <a:pt x="90" y="20"/>
                    <a:pt x="90" y="20"/>
                  </a:cubicBezTo>
                  <a:cubicBezTo>
                    <a:pt x="81" y="20"/>
                    <a:pt x="81" y="20"/>
                    <a:pt x="81" y="20"/>
                  </a:cubicBezTo>
                  <a:lnTo>
                    <a:pt x="81" y="11"/>
                  </a:lnTo>
                  <a:close/>
                  <a:moveTo>
                    <a:pt x="81" y="21"/>
                  </a:moveTo>
                  <a:cubicBezTo>
                    <a:pt x="89" y="21"/>
                    <a:pt x="89" y="21"/>
                    <a:pt x="89" y="21"/>
                  </a:cubicBezTo>
                  <a:cubicBezTo>
                    <a:pt x="85" y="30"/>
                    <a:pt x="85" y="30"/>
                    <a:pt x="85" y="30"/>
                  </a:cubicBezTo>
                  <a:cubicBezTo>
                    <a:pt x="81" y="30"/>
                    <a:pt x="81" y="30"/>
                    <a:pt x="81" y="30"/>
                  </a:cubicBezTo>
                  <a:lnTo>
                    <a:pt x="81" y="21"/>
                  </a:lnTo>
                  <a:close/>
                  <a:moveTo>
                    <a:pt x="84" y="31"/>
                  </a:moveTo>
                  <a:cubicBezTo>
                    <a:pt x="81" y="38"/>
                    <a:pt x="81" y="38"/>
                    <a:pt x="81" y="38"/>
                  </a:cubicBezTo>
                  <a:cubicBezTo>
                    <a:pt x="81" y="31"/>
                    <a:pt x="81" y="31"/>
                    <a:pt x="81" y="31"/>
                  </a:cubicBezTo>
                  <a:lnTo>
                    <a:pt x="84" y="31"/>
                  </a:lnTo>
                  <a:close/>
                  <a:moveTo>
                    <a:pt x="71" y="2"/>
                  </a:moveTo>
                  <a:cubicBezTo>
                    <a:pt x="80" y="2"/>
                    <a:pt x="80" y="2"/>
                    <a:pt x="80" y="2"/>
                  </a:cubicBezTo>
                  <a:cubicBezTo>
                    <a:pt x="80" y="10"/>
                    <a:pt x="80" y="10"/>
                    <a:pt x="80" y="10"/>
                  </a:cubicBezTo>
                  <a:cubicBezTo>
                    <a:pt x="71" y="10"/>
                    <a:pt x="71" y="10"/>
                    <a:pt x="71" y="10"/>
                  </a:cubicBezTo>
                  <a:lnTo>
                    <a:pt x="71" y="2"/>
                  </a:lnTo>
                  <a:close/>
                  <a:moveTo>
                    <a:pt x="71" y="11"/>
                  </a:moveTo>
                  <a:cubicBezTo>
                    <a:pt x="80" y="11"/>
                    <a:pt x="80" y="11"/>
                    <a:pt x="80" y="11"/>
                  </a:cubicBezTo>
                  <a:cubicBezTo>
                    <a:pt x="80" y="20"/>
                    <a:pt x="80" y="20"/>
                    <a:pt x="80" y="20"/>
                  </a:cubicBezTo>
                  <a:cubicBezTo>
                    <a:pt x="71" y="20"/>
                    <a:pt x="71" y="20"/>
                    <a:pt x="71" y="20"/>
                  </a:cubicBezTo>
                  <a:lnTo>
                    <a:pt x="71" y="11"/>
                  </a:lnTo>
                  <a:close/>
                  <a:moveTo>
                    <a:pt x="71" y="21"/>
                  </a:moveTo>
                  <a:cubicBezTo>
                    <a:pt x="80" y="21"/>
                    <a:pt x="80" y="21"/>
                    <a:pt x="80" y="21"/>
                  </a:cubicBezTo>
                  <a:cubicBezTo>
                    <a:pt x="80" y="30"/>
                    <a:pt x="80" y="30"/>
                    <a:pt x="80" y="30"/>
                  </a:cubicBezTo>
                  <a:cubicBezTo>
                    <a:pt x="71" y="30"/>
                    <a:pt x="71" y="30"/>
                    <a:pt x="71" y="30"/>
                  </a:cubicBezTo>
                  <a:lnTo>
                    <a:pt x="71" y="21"/>
                  </a:lnTo>
                  <a:close/>
                  <a:moveTo>
                    <a:pt x="71" y="31"/>
                  </a:moveTo>
                  <a:cubicBezTo>
                    <a:pt x="80" y="31"/>
                    <a:pt x="80" y="31"/>
                    <a:pt x="80" y="31"/>
                  </a:cubicBezTo>
                  <a:cubicBezTo>
                    <a:pt x="80" y="38"/>
                    <a:pt x="80" y="38"/>
                    <a:pt x="80" y="38"/>
                  </a:cubicBezTo>
                  <a:cubicBezTo>
                    <a:pt x="79" y="40"/>
                    <a:pt x="79" y="40"/>
                    <a:pt x="79" y="40"/>
                  </a:cubicBezTo>
                  <a:cubicBezTo>
                    <a:pt x="71" y="40"/>
                    <a:pt x="71" y="40"/>
                    <a:pt x="71" y="40"/>
                  </a:cubicBezTo>
                  <a:lnTo>
                    <a:pt x="71" y="31"/>
                  </a:lnTo>
                  <a:close/>
                  <a:moveTo>
                    <a:pt x="79" y="41"/>
                  </a:moveTo>
                  <a:cubicBezTo>
                    <a:pt x="78" y="41"/>
                    <a:pt x="78" y="41"/>
                    <a:pt x="78" y="41"/>
                  </a:cubicBezTo>
                  <a:cubicBezTo>
                    <a:pt x="71" y="41"/>
                    <a:pt x="71" y="41"/>
                    <a:pt x="71" y="41"/>
                  </a:cubicBezTo>
                  <a:cubicBezTo>
                    <a:pt x="71" y="41"/>
                    <a:pt x="71" y="41"/>
                    <a:pt x="71" y="41"/>
                  </a:cubicBezTo>
                  <a:lnTo>
                    <a:pt x="79" y="41"/>
                  </a:lnTo>
                  <a:close/>
                  <a:moveTo>
                    <a:pt x="62" y="2"/>
                  </a:moveTo>
                  <a:cubicBezTo>
                    <a:pt x="71" y="2"/>
                    <a:pt x="71" y="2"/>
                    <a:pt x="71" y="2"/>
                  </a:cubicBezTo>
                  <a:cubicBezTo>
                    <a:pt x="71" y="10"/>
                    <a:pt x="71" y="10"/>
                    <a:pt x="71" y="10"/>
                  </a:cubicBezTo>
                  <a:cubicBezTo>
                    <a:pt x="62" y="10"/>
                    <a:pt x="62" y="10"/>
                    <a:pt x="62" y="10"/>
                  </a:cubicBezTo>
                  <a:lnTo>
                    <a:pt x="62" y="2"/>
                  </a:lnTo>
                  <a:close/>
                  <a:moveTo>
                    <a:pt x="62" y="11"/>
                  </a:moveTo>
                  <a:cubicBezTo>
                    <a:pt x="71" y="11"/>
                    <a:pt x="71" y="11"/>
                    <a:pt x="71" y="11"/>
                  </a:cubicBezTo>
                  <a:cubicBezTo>
                    <a:pt x="71" y="20"/>
                    <a:pt x="71" y="20"/>
                    <a:pt x="71" y="20"/>
                  </a:cubicBezTo>
                  <a:cubicBezTo>
                    <a:pt x="62" y="20"/>
                    <a:pt x="62" y="20"/>
                    <a:pt x="62" y="20"/>
                  </a:cubicBezTo>
                  <a:lnTo>
                    <a:pt x="62" y="11"/>
                  </a:lnTo>
                  <a:close/>
                  <a:moveTo>
                    <a:pt x="62" y="21"/>
                  </a:moveTo>
                  <a:cubicBezTo>
                    <a:pt x="71" y="21"/>
                    <a:pt x="71" y="21"/>
                    <a:pt x="71" y="21"/>
                  </a:cubicBezTo>
                  <a:cubicBezTo>
                    <a:pt x="71" y="30"/>
                    <a:pt x="71" y="30"/>
                    <a:pt x="71" y="30"/>
                  </a:cubicBezTo>
                  <a:cubicBezTo>
                    <a:pt x="62" y="30"/>
                    <a:pt x="62" y="30"/>
                    <a:pt x="62" y="30"/>
                  </a:cubicBezTo>
                  <a:lnTo>
                    <a:pt x="62" y="21"/>
                  </a:lnTo>
                  <a:close/>
                  <a:moveTo>
                    <a:pt x="62" y="31"/>
                  </a:moveTo>
                  <a:cubicBezTo>
                    <a:pt x="71" y="31"/>
                    <a:pt x="71" y="31"/>
                    <a:pt x="71" y="31"/>
                  </a:cubicBezTo>
                  <a:cubicBezTo>
                    <a:pt x="71" y="40"/>
                    <a:pt x="71" y="40"/>
                    <a:pt x="71" y="40"/>
                  </a:cubicBezTo>
                  <a:cubicBezTo>
                    <a:pt x="62" y="40"/>
                    <a:pt x="62" y="40"/>
                    <a:pt x="62" y="40"/>
                  </a:cubicBezTo>
                  <a:lnTo>
                    <a:pt x="62" y="31"/>
                  </a:lnTo>
                  <a:close/>
                  <a:moveTo>
                    <a:pt x="52" y="2"/>
                  </a:moveTo>
                  <a:cubicBezTo>
                    <a:pt x="61" y="2"/>
                    <a:pt x="61" y="2"/>
                    <a:pt x="61" y="2"/>
                  </a:cubicBezTo>
                  <a:cubicBezTo>
                    <a:pt x="61" y="10"/>
                    <a:pt x="61" y="10"/>
                    <a:pt x="61" y="10"/>
                  </a:cubicBezTo>
                  <a:cubicBezTo>
                    <a:pt x="52" y="10"/>
                    <a:pt x="52" y="10"/>
                    <a:pt x="52" y="10"/>
                  </a:cubicBezTo>
                  <a:lnTo>
                    <a:pt x="52" y="2"/>
                  </a:lnTo>
                  <a:close/>
                  <a:moveTo>
                    <a:pt x="52" y="11"/>
                  </a:moveTo>
                  <a:cubicBezTo>
                    <a:pt x="61" y="11"/>
                    <a:pt x="61" y="11"/>
                    <a:pt x="61" y="11"/>
                  </a:cubicBezTo>
                  <a:cubicBezTo>
                    <a:pt x="61" y="20"/>
                    <a:pt x="61" y="20"/>
                    <a:pt x="61" y="20"/>
                  </a:cubicBezTo>
                  <a:cubicBezTo>
                    <a:pt x="52" y="20"/>
                    <a:pt x="52" y="20"/>
                    <a:pt x="52" y="20"/>
                  </a:cubicBezTo>
                  <a:lnTo>
                    <a:pt x="52" y="11"/>
                  </a:lnTo>
                  <a:close/>
                  <a:moveTo>
                    <a:pt x="52" y="21"/>
                  </a:moveTo>
                  <a:cubicBezTo>
                    <a:pt x="61" y="21"/>
                    <a:pt x="61" y="21"/>
                    <a:pt x="61" y="21"/>
                  </a:cubicBezTo>
                  <a:cubicBezTo>
                    <a:pt x="61" y="30"/>
                    <a:pt x="61" y="30"/>
                    <a:pt x="61" y="30"/>
                  </a:cubicBezTo>
                  <a:cubicBezTo>
                    <a:pt x="52" y="30"/>
                    <a:pt x="52" y="30"/>
                    <a:pt x="52" y="30"/>
                  </a:cubicBezTo>
                  <a:lnTo>
                    <a:pt x="52" y="21"/>
                  </a:lnTo>
                  <a:close/>
                  <a:moveTo>
                    <a:pt x="61" y="31"/>
                  </a:moveTo>
                  <a:cubicBezTo>
                    <a:pt x="61" y="40"/>
                    <a:pt x="61" y="40"/>
                    <a:pt x="61" y="40"/>
                  </a:cubicBezTo>
                  <a:cubicBezTo>
                    <a:pt x="61" y="40"/>
                    <a:pt x="61" y="40"/>
                    <a:pt x="61" y="40"/>
                  </a:cubicBezTo>
                  <a:cubicBezTo>
                    <a:pt x="52" y="40"/>
                    <a:pt x="52" y="40"/>
                    <a:pt x="52" y="40"/>
                  </a:cubicBezTo>
                  <a:cubicBezTo>
                    <a:pt x="52" y="31"/>
                    <a:pt x="52" y="31"/>
                    <a:pt x="52" y="31"/>
                  </a:cubicBezTo>
                  <a:lnTo>
                    <a:pt x="61" y="31"/>
                  </a:lnTo>
                  <a:close/>
                  <a:moveTo>
                    <a:pt x="42" y="2"/>
                  </a:moveTo>
                  <a:cubicBezTo>
                    <a:pt x="52" y="2"/>
                    <a:pt x="52" y="2"/>
                    <a:pt x="52" y="2"/>
                  </a:cubicBezTo>
                  <a:cubicBezTo>
                    <a:pt x="52" y="10"/>
                    <a:pt x="52" y="10"/>
                    <a:pt x="52" y="10"/>
                  </a:cubicBezTo>
                  <a:cubicBezTo>
                    <a:pt x="42" y="10"/>
                    <a:pt x="42" y="10"/>
                    <a:pt x="42" y="10"/>
                  </a:cubicBezTo>
                  <a:lnTo>
                    <a:pt x="42" y="2"/>
                  </a:lnTo>
                  <a:close/>
                  <a:moveTo>
                    <a:pt x="42" y="11"/>
                  </a:moveTo>
                  <a:cubicBezTo>
                    <a:pt x="52" y="11"/>
                    <a:pt x="52" y="11"/>
                    <a:pt x="52" y="11"/>
                  </a:cubicBezTo>
                  <a:cubicBezTo>
                    <a:pt x="52" y="20"/>
                    <a:pt x="52" y="20"/>
                    <a:pt x="52" y="20"/>
                  </a:cubicBezTo>
                  <a:cubicBezTo>
                    <a:pt x="42" y="20"/>
                    <a:pt x="42" y="20"/>
                    <a:pt x="42" y="20"/>
                  </a:cubicBezTo>
                  <a:lnTo>
                    <a:pt x="42" y="11"/>
                  </a:lnTo>
                  <a:close/>
                  <a:moveTo>
                    <a:pt x="42" y="21"/>
                  </a:moveTo>
                  <a:cubicBezTo>
                    <a:pt x="52" y="21"/>
                    <a:pt x="52" y="21"/>
                    <a:pt x="52" y="21"/>
                  </a:cubicBezTo>
                  <a:cubicBezTo>
                    <a:pt x="52" y="30"/>
                    <a:pt x="52" y="30"/>
                    <a:pt x="52" y="30"/>
                  </a:cubicBezTo>
                  <a:cubicBezTo>
                    <a:pt x="42" y="30"/>
                    <a:pt x="42" y="30"/>
                    <a:pt x="42" y="30"/>
                  </a:cubicBezTo>
                  <a:lnTo>
                    <a:pt x="42" y="21"/>
                  </a:lnTo>
                  <a:close/>
                  <a:moveTo>
                    <a:pt x="52" y="31"/>
                  </a:moveTo>
                  <a:cubicBezTo>
                    <a:pt x="52" y="40"/>
                    <a:pt x="52" y="40"/>
                    <a:pt x="52" y="40"/>
                  </a:cubicBezTo>
                  <a:cubicBezTo>
                    <a:pt x="44" y="39"/>
                    <a:pt x="44" y="39"/>
                    <a:pt x="44" y="39"/>
                  </a:cubicBezTo>
                  <a:cubicBezTo>
                    <a:pt x="43" y="39"/>
                    <a:pt x="43" y="38"/>
                    <a:pt x="42" y="38"/>
                  </a:cubicBezTo>
                  <a:cubicBezTo>
                    <a:pt x="42" y="31"/>
                    <a:pt x="42" y="31"/>
                    <a:pt x="42" y="31"/>
                  </a:cubicBezTo>
                  <a:lnTo>
                    <a:pt x="52" y="31"/>
                  </a:lnTo>
                  <a:close/>
                  <a:moveTo>
                    <a:pt x="33" y="2"/>
                  </a:moveTo>
                  <a:cubicBezTo>
                    <a:pt x="42" y="2"/>
                    <a:pt x="42" y="2"/>
                    <a:pt x="42" y="2"/>
                  </a:cubicBezTo>
                  <a:cubicBezTo>
                    <a:pt x="42" y="10"/>
                    <a:pt x="42" y="10"/>
                    <a:pt x="42" y="10"/>
                  </a:cubicBezTo>
                  <a:cubicBezTo>
                    <a:pt x="33" y="10"/>
                    <a:pt x="33" y="10"/>
                    <a:pt x="33" y="10"/>
                  </a:cubicBezTo>
                  <a:lnTo>
                    <a:pt x="33" y="2"/>
                  </a:lnTo>
                  <a:close/>
                  <a:moveTo>
                    <a:pt x="33" y="11"/>
                  </a:moveTo>
                  <a:cubicBezTo>
                    <a:pt x="42" y="11"/>
                    <a:pt x="42" y="11"/>
                    <a:pt x="42" y="11"/>
                  </a:cubicBezTo>
                  <a:cubicBezTo>
                    <a:pt x="42" y="20"/>
                    <a:pt x="42" y="20"/>
                    <a:pt x="42" y="20"/>
                  </a:cubicBezTo>
                  <a:cubicBezTo>
                    <a:pt x="33" y="20"/>
                    <a:pt x="33" y="20"/>
                    <a:pt x="33" y="20"/>
                  </a:cubicBezTo>
                  <a:lnTo>
                    <a:pt x="33" y="11"/>
                  </a:lnTo>
                  <a:close/>
                  <a:moveTo>
                    <a:pt x="33" y="21"/>
                  </a:moveTo>
                  <a:cubicBezTo>
                    <a:pt x="42" y="21"/>
                    <a:pt x="42" y="21"/>
                    <a:pt x="42" y="21"/>
                  </a:cubicBezTo>
                  <a:cubicBezTo>
                    <a:pt x="42" y="30"/>
                    <a:pt x="42" y="30"/>
                    <a:pt x="42" y="30"/>
                  </a:cubicBezTo>
                  <a:cubicBezTo>
                    <a:pt x="33" y="30"/>
                    <a:pt x="33" y="30"/>
                    <a:pt x="33" y="30"/>
                  </a:cubicBezTo>
                  <a:lnTo>
                    <a:pt x="33" y="21"/>
                  </a:lnTo>
                  <a:close/>
                  <a:moveTo>
                    <a:pt x="33" y="31"/>
                  </a:moveTo>
                  <a:cubicBezTo>
                    <a:pt x="42" y="31"/>
                    <a:pt x="42" y="31"/>
                    <a:pt x="42" y="31"/>
                  </a:cubicBezTo>
                  <a:cubicBezTo>
                    <a:pt x="42" y="38"/>
                    <a:pt x="42" y="38"/>
                    <a:pt x="42" y="38"/>
                  </a:cubicBezTo>
                  <a:cubicBezTo>
                    <a:pt x="42" y="38"/>
                    <a:pt x="42" y="38"/>
                    <a:pt x="42" y="38"/>
                  </a:cubicBezTo>
                  <a:cubicBezTo>
                    <a:pt x="40" y="38"/>
                    <a:pt x="39" y="39"/>
                    <a:pt x="39" y="40"/>
                  </a:cubicBezTo>
                  <a:cubicBezTo>
                    <a:pt x="33" y="40"/>
                    <a:pt x="33" y="40"/>
                    <a:pt x="33" y="40"/>
                  </a:cubicBezTo>
                  <a:lnTo>
                    <a:pt x="33" y="31"/>
                  </a:lnTo>
                  <a:close/>
                  <a:moveTo>
                    <a:pt x="38" y="41"/>
                  </a:moveTo>
                  <a:cubicBezTo>
                    <a:pt x="33" y="45"/>
                    <a:pt x="33" y="45"/>
                    <a:pt x="33" y="45"/>
                  </a:cubicBezTo>
                  <a:cubicBezTo>
                    <a:pt x="33" y="41"/>
                    <a:pt x="33" y="41"/>
                    <a:pt x="33" y="41"/>
                  </a:cubicBezTo>
                  <a:lnTo>
                    <a:pt x="38" y="41"/>
                  </a:lnTo>
                  <a:close/>
                  <a:moveTo>
                    <a:pt x="23" y="2"/>
                  </a:moveTo>
                  <a:cubicBezTo>
                    <a:pt x="32" y="2"/>
                    <a:pt x="32" y="2"/>
                    <a:pt x="32" y="2"/>
                  </a:cubicBezTo>
                  <a:cubicBezTo>
                    <a:pt x="32" y="10"/>
                    <a:pt x="32" y="10"/>
                    <a:pt x="32" y="10"/>
                  </a:cubicBezTo>
                  <a:cubicBezTo>
                    <a:pt x="23" y="10"/>
                    <a:pt x="23" y="10"/>
                    <a:pt x="23" y="10"/>
                  </a:cubicBezTo>
                  <a:lnTo>
                    <a:pt x="23" y="2"/>
                  </a:lnTo>
                  <a:close/>
                  <a:moveTo>
                    <a:pt x="23" y="11"/>
                  </a:moveTo>
                  <a:cubicBezTo>
                    <a:pt x="32" y="11"/>
                    <a:pt x="32" y="11"/>
                    <a:pt x="32" y="11"/>
                  </a:cubicBezTo>
                  <a:cubicBezTo>
                    <a:pt x="32" y="20"/>
                    <a:pt x="32" y="20"/>
                    <a:pt x="32" y="20"/>
                  </a:cubicBezTo>
                  <a:cubicBezTo>
                    <a:pt x="23" y="20"/>
                    <a:pt x="23" y="20"/>
                    <a:pt x="23" y="20"/>
                  </a:cubicBezTo>
                  <a:lnTo>
                    <a:pt x="23" y="11"/>
                  </a:lnTo>
                  <a:close/>
                  <a:moveTo>
                    <a:pt x="23" y="21"/>
                  </a:moveTo>
                  <a:cubicBezTo>
                    <a:pt x="32" y="21"/>
                    <a:pt x="32" y="21"/>
                    <a:pt x="32" y="21"/>
                  </a:cubicBezTo>
                  <a:cubicBezTo>
                    <a:pt x="32" y="30"/>
                    <a:pt x="32" y="30"/>
                    <a:pt x="32" y="30"/>
                  </a:cubicBezTo>
                  <a:cubicBezTo>
                    <a:pt x="23" y="30"/>
                    <a:pt x="23" y="30"/>
                    <a:pt x="23" y="30"/>
                  </a:cubicBezTo>
                  <a:lnTo>
                    <a:pt x="23" y="21"/>
                  </a:lnTo>
                  <a:close/>
                  <a:moveTo>
                    <a:pt x="23" y="31"/>
                  </a:moveTo>
                  <a:cubicBezTo>
                    <a:pt x="32" y="31"/>
                    <a:pt x="32" y="31"/>
                    <a:pt x="32" y="31"/>
                  </a:cubicBezTo>
                  <a:cubicBezTo>
                    <a:pt x="32" y="40"/>
                    <a:pt x="32" y="40"/>
                    <a:pt x="32" y="40"/>
                  </a:cubicBezTo>
                  <a:cubicBezTo>
                    <a:pt x="23" y="40"/>
                    <a:pt x="23" y="40"/>
                    <a:pt x="23" y="40"/>
                  </a:cubicBezTo>
                  <a:lnTo>
                    <a:pt x="23" y="31"/>
                  </a:lnTo>
                  <a:close/>
                  <a:moveTo>
                    <a:pt x="23" y="41"/>
                  </a:moveTo>
                  <a:cubicBezTo>
                    <a:pt x="32" y="41"/>
                    <a:pt x="32" y="41"/>
                    <a:pt x="32" y="41"/>
                  </a:cubicBezTo>
                  <a:cubicBezTo>
                    <a:pt x="32" y="45"/>
                    <a:pt x="32" y="45"/>
                    <a:pt x="32" y="45"/>
                  </a:cubicBezTo>
                  <a:cubicBezTo>
                    <a:pt x="25" y="50"/>
                    <a:pt x="25" y="50"/>
                    <a:pt x="25" y="50"/>
                  </a:cubicBezTo>
                  <a:cubicBezTo>
                    <a:pt x="23" y="50"/>
                    <a:pt x="23" y="50"/>
                    <a:pt x="23" y="50"/>
                  </a:cubicBezTo>
                  <a:lnTo>
                    <a:pt x="23" y="41"/>
                  </a:lnTo>
                  <a:close/>
                  <a:moveTo>
                    <a:pt x="24" y="51"/>
                  </a:moveTo>
                  <a:cubicBezTo>
                    <a:pt x="23" y="51"/>
                    <a:pt x="23" y="51"/>
                    <a:pt x="23" y="51"/>
                  </a:cubicBezTo>
                  <a:cubicBezTo>
                    <a:pt x="23" y="51"/>
                    <a:pt x="23" y="51"/>
                    <a:pt x="23" y="51"/>
                  </a:cubicBezTo>
                  <a:lnTo>
                    <a:pt x="24" y="51"/>
                  </a:lnTo>
                  <a:close/>
                  <a:moveTo>
                    <a:pt x="13" y="2"/>
                  </a:moveTo>
                  <a:cubicBezTo>
                    <a:pt x="23" y="2"/>
                    <a:pt x="23" y="2"/>
                    <a:pt x="23" y="2"/>
                  </a:cubicBezTo>
                  <a:cubicBezTo>
                    <a:pt x="23" y="10"/>
                    <a:pt x="23" y="10"/>
                    <a:pt x="23" y="10"/>
                  </a:cubicBezTo>
                  <a:cubicBezTo>
                    <a:pt x="13" y="10"/>
                    <a:pt x="13" y="10"/>
                    <a:pt x="13" y="10"/>
                  </a:cubicBezTo>
                  <a:lnTo>
                    <a:pt x="13" y="2"/>
                  </a:lnTo>
                  <a:close/>
                  <a:moveTo>
                    <a:pt x="13" y="11"/>
                  </a:moveTo>
                  <a:cubicBezTo>
                    <a:pt x="23" y="11"/>
                    <a:pt x="23" y="11"/>
                    <a:pt x="23" y="11"/>
                  </a:cubicBezTo>
                  <a:cubicBezTo>
                    <a:pt x="23" y="20"/>
                    <a:pt x="23" y="20"/>
                    <a:pt x="23" y="20"/>
                  </a:cubicBezTo>
                  <a:cubicBezTo>
                    <a:pt x="13" y="20"/>
                    <a:pt x="13" y="20"/>
                    <a:pt x="13" y="20"/>
                  </a:cubicBezTo>
                  <a:lnTo>
                    <a:pt x="13" y="11"/>
                  </a:lnTo>
                  <a:close/>
                  <a:moveTo>
                    <a:pt x="13" y="21"/>
                  </a:moveTo>
                  <a:cubicBezTo>
                    <a:pt x="23" y="21"/>
                    <a:pt x="23" y="21"/>
                    <a:pt x="23" y="21"/>
                  </a:cubicBezTo>
                  <a:cubicBezTo>
                    <a:pt x="23" y="30"/>
                    <a:pt x="23" y="30"/>
                    <a:pt x="23" y="30"/>
                  </a:cubicBezTo>
                  <a:cubicBezTo>
                    <a:pt x="13" y="30"/>
                    <a:pt x="13" y="30"/>
                    <a:pt x="13" y="30"/>
                  </a:cubicBezTo>
                  <a:lnTo>
                    <a:pt x="13" y="21"/>
                  </a:lnTo>
                  <a:close/>
                  <a:moveTo>
                    <a:pt x="13" y="31"/>
                  </a:moveTo>
                  <a:cubicBezTo>
                    <a:pt x="23" y="31"/>
                    <a:pt x="23" y="31"/>
                    <a:pt x="23" y="31"/>
                  </a:cubicBezTo>
                  <a:cubicBezTo>
                    <a:pt x="23" y="40"/>
                    <a:pt x="23" y="40"/>
                    <a:pt x="23" y="40"/>
                  </a:cubicBezTo>
                  <a:cubicBezTo>
                    <a:pt x="13" y="40"/>
                    <a:pt x="13" y="40"/>
                    <a:pt x="13" y="40"/>
                  </a:cubicBezTo>
                  <a:lnTo>
                    <a:pt x="13" y="31"/>
                  </a:lnTo>
                  <a:close/>
                  <a:moveTo>
                    <a:pt x="13" y="41"/>
                  </a:moveTo>
                  <a:cubicBezTo>
                    <a:pt x="23" y="41"/>
                    <a:pt x="23" y="41"/>
                    <a:pt x="23" y="41"/>
                  </a:cubicBezTo>
                  <a:cubicBezTo>
                    <a:pt x="23" y="50"/>
                    <a:pt x="23" y="50"/>
                    <a:pt x="23" y="50"/>
                  </a:cubicBezTo>
                  <a:cubicBezTo>
                    <a:pt x="13" y="50"/>
                    <a:pt x="13" y="50"/>
                    <a:pt x="13" y="50"/>
                  </a:cubicBezTo>
                  <a:lnTo>
                    <a:pt x="13" y="41"/>
                  </a:lnTo>
                  <a:close/>
                  <a:moveTo>
                    <a:pt x="23" y="51"/>
                  </a:moveTo>
                  <a:cubicBezTo>
                    <a:pt x="23" y="52"/>
                    <a:pt x="23" y="52"/>
                    <a:pt x="23" y="52"/>
                  </a:cubicBezTo>
                  <a:cubicBezTo>
                    <a:pt x="13" y="58"/>
                    <a:pt x="13" y="58"/>
                    <a:pt x="13" y="58"/>
                  </a:cubicBezTo>
                  <a:cubicBezTo>
                    <a:pt x="13" y="51"/>
                    <a:pt x="13" y="51"/>
                    <a:pt x="13" y="51"/>
                  </a:cubicBezTo>
                  <a:lnTo>
                    <a:pt x="23" y="51"/>
                  </a:lnTo>
                  <a:close/>
                  <a:moveTo>
                    <a:pt x="13" y="2"/>
                  </a:moveTo>
                  <a:cubicBezTo>
                    <a:pt x="13" y="10"/>
                    <a:pt x="13" y="10"/>
                    <a:pt x="13" y="10"/>
                  </a:cubicBezTo>
                  <a:cubicBezTo>
                    <a:pt x="4" y="10"/>
                    <a:pt x="4" y="10"/>
                    <a:pt x="4" y="10"/>
                  </a:cubicBezTo>
                  <a:cubicBezTo>
                    <a:pt x="4" y="2"/>
                    <a:pt x="4" y="2"/>
                    <a:pt x="4" y="2"/>
                  </a:cubicBezTo>
                  <a:lnTo>
                    <a:pt x="13" y="2"/>
                  </a:lnTo>
                  <a:close/>
                </a:path>
              </a:pathLst>
            </a:custGeom>
            <a:solidFill>
              <a:srgbClr val="EAE9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06" name="组合 105"/>
          <p:cNvGrpSpPr/>
          <p:nvPr/>
        </p:nvGrpSpPr>
        <p:grpSpPr>
          <a:xfrm>
            <a:off x="8854091" y="5555593"/>
            <a:ext cx="832547" cy="852900"/>
            <a:chOff x="4906867" y="5610224"/>
            <a:chExt cx="838654" cy="859155"/>
          </a:xfrm>
        </p:grpSpPr>
        <p:sp>
          <p:nvSpPr>
            <p:cNvPr id="89" name="Oval 56"/>
            <p:cNvSpPr>
              <a:spLocks noChangeArrowheads="1"/>
            </p:cNvSpPr>
            <p:nvPr/>
          </p:nvSpPr>
          <p:spPr bwMode="auto">
            <a:xfrm>
              <a:off x="4906867" y="5610224"/>
              <a:ext cx="838654" cy="859155"/>
            </a:xfrm>
            <a:prstGeom prst="ellipse">
              <a:avLst/>
            </a:prstGeom>
            <a:solidFill>
              <a:srgbClr val="EB60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 name="Freeform 57"/>
            <p:cNvSpPr>
              <a:spLocks noEditPoints="1"/>
            </p:cNvSpPr>
            <p:nvPr/>
          </p:nvSpPr>
          <p:spPr bwMode="auto">
            <a:xfrm>
              <a:off x="5065279" y="5748136"/>
              <a:ext cx="674651" cy="715652"/>
            </a:xfrm>
            <a:custGeom>
              <a:avLst/>
              <a:gdLst>
                <a:gd name="T0" fmla="*/ 117 w 120"/>
                <a:gd name="T1" fmla="*/ 64 h 125"/>
                <a:gd name="T2" fmla="*/ 113 w 120"/>
                <a:gd name="T3" fmla="*/ 61 h 125"/>
                <a:gd name="T4" fmla="*/ 110 w 120"/>
                <a:gd name="T5" fmla="*/ 57 h 125"/>
                <a:gd name="T6" fmla="*/ 107 w 120"/>
                <a:gd name="T7" fmla="*/ 54 h 125"/>
                <a:gd name="T8" fmla="*/ 104 w 120"/>
                <a:gd name="T9" fmla="*/ 51 h 125"/>
                <a:gd name="T10" fmla="*/ 101 w 120"/>
                <a:gd name="T11" fmla="*/ 48 h 125"/>
                <a:gd name="T12" fmla="*/ 97 w 120"/>
                <a:gd name="T13" fmla="*/ 45 h 125"/>
                <a:gd name="T14" fmla="*/ 94 w 120"/>
                <a:gd name="T15" fmla="*/ 41 h 125"/>
                <a:gd name="T16" fmla="*/ 91 w 120"/>
                <a:gd name="T17" fmla="*/ 38 h 125"/>
                <a:gd name="T18" fmla="*/ 88 w 120"/>
                <a:gd name="T19" fmla="*/ 35 h 125"/>
                <a:gd name="T20" fmla="*/ 85 w 120"/>
                <a:gd name="T21" fmla="*/ 32 h 125"/>
                <a:gd name="T22" fmla="*/ 81 w 120"/>
                <a:gd name="T23" fmla="*/ 28 h 125"/>
                <a:gd name="T24" fmla="*/ 78 w 120"/>
                <a:gd name="T25" fmla="*/ 25 h 125"/>
                <a:gd name="T26" fmla="*/ 75 w 120"/>
                <a:gd name="T27" fmla="*/ 22 h 125"/>
                <a:gd name="T28" fmla="*/ 72 w 120"/>
                <a:gd name="T29" fmla="*/ 19 h 125"/>
                <a:gd name="T30" fmla="*/ 69 w 120"/>
                <a:gd name="T31" fmla="*/ 16 h 125"/>
                <a:gd name="T32" fmla="*/ 58 w 120"/>
                <a:gd name="T33" fmla="*/ 8 h 125"/>
                <a:gd name="T34" fmla="*/ 56 w 120"/>
                <a:gd name="T35" fmla="*/ 6 h 125"/>
                <a:gd name="T36" fmla="*/ 55 w 120"/>
                <a:gd name="T37" fmla="*/ 7 h 125"/>
                <a:gd name="T38" fmla="*/ 55 w 120"/>
                <a:gd name="T39" fmla="*/ 6 h 125"/>
                <a:gd name="T40" fmla="*/ 53 w 120"/>
                <a:gd name="T41" fmla="*/ 3 h 125"/>
                <a:gd name="T42" fmla="*/ 52 w 120"/>
                <a:gd name="T43" fmla="*/ 3 h 125"/>
                <a:gd name="T44" fmla="*/ 52 w 120"/>
                <a:gd name="T45" fmla="*/ 3 h 125"/>
                <a:gd name="T46" fmla="*/ 49 w 120"/>
                <a:gd name="T47" fmla="*/ 0 h 125"/>
                <a:gd name="T48" fmla="*/ 46 w 120"/>
                <a:gd name="T49" fmla="*/ 3 h 125"/>
                <a:gd name="T50" fmla="*/ 47 w 120"/>
                <a:gd name="T51" fmla="*/ 3 h 125"/>
                <a:gd name="T52" fmla="*/ 46 w 120"/>
                <a:gd name="T53" fmla="*/ 3 h 125"/>
                <a:gd name="T54" fmla="*/ 46 w 120"/>
                <a:gd name="T55" fmla="*/ 3 h 125"/>
                <a:gd name="T56" fmla="*/ 44 w 120"/>
                <a:gd name="T57" fmla="*/ 0 h 125"/>
                <a:gd name="T58" fmla="*/ 41 w 120"/>
                <a:gd name="T59" fmla="*/ 3 h 125"/>
                <a:gd name="T60" fmla="*/ 44 w 120"/>
                <a:gd name="T61" fmla="*/ 6 h 125"/>
                <a:gd name="T62" fmla="*/ 17 w 120"/>
                <a:gd name="T63" fmla="*/ 29 h 125"/>
                <a:gd name="T64" fmla="*/ 17 w 120"/>
                <a:gd name="T65" fmla="*/ 34 h 125"/>
                <a:gd name="T66" fmla="*/ 23 w 120"/>
                <a:gd name="T67" fmla="*/ 25 h 125"/>
                <a:gd name="T68" fmla="*/ 20 w 120"/>
                <a:gd name="T69" fmla="*/ 32 h 125"/>
                <a:gd name="T70" fmla="*/ 19 w 120"/>
                <a:gd name="T71" fmla="*/ 34 h 125"/>
                <a:gd name="T72" fmla="*/ 16 w 120"/>
                <a:gd name="T73" fmla="*/ 40 h 125"/>
                <a:gd name="T74" fmla="*/ 9 w 120"/>
                <a:gd name="T75" fmla="*/ 75 h 125"/>
                <a:gd name="T76" fmla="*/ 12 w 120"/>
                <a:gd name="T77" fmla="*/ 78 h 125"/>
                <a:gd name="T78" fmla="*/ 15 w 120"/>
                <a:gd name="T79" fmla="*/ 82 h 125"/>
                <a:gd name="T80" fmla="*/ 18 w 120"/>
                <a:gd name="T81" fmla="*/ 85 h 125"/>
                <a:gd name="T82" fmla="*/ 21 w 120"/>
                <a:gd name="T83" fmla="*/ 88 h 125"/>
                <a:gd name="T84" fmla="*/ 25 w 120"/>
                <a:gd name="T85" fmla="*/ 91 h 125"/>
                <a:gd name="T86" fmla="*/ 28 w 120"/>
                <a:gd name="T87" fmla="*/ 94 h 125"/>
                <a:gd name="T88" fmla="*/ 31 w 120"/>
                <a:gd name="T89" fmla="*/ 98 h 125"/>
                <a:gd name="T90" fmla="*/ 34 w 120"/>
                <a:gd name="T91" fmla="*/ 101 h 125"/>
                <a:gd name="T92" fmla="*/ 38 w 120"/>
                <a:gd name="T93" fmla="*/ 104 h 125"/>
                <a:gd name="T94" fmla="*/ 41 w 120"/>
                <a:gd name="T95" fmla="*/ 107 h 125"/>
                <a:gd name="T96" fmla="*/ 44 w 120"/>
                <a:gd name="T97" fmla="*/ 111 h 125"/>
                <a:gd name="T98" fmla="*/ 47 w 120"/>
                <a:gd name="T99" fmla="*/ 114 h 125"/>
                <a:gd name="T100" fmla="*/ 50 w 120"/>
                <a:gd name="T101" fmla="*/ 117 h 125"/>
                <a:gd name="T102" fmla="*/ 54 w 120"/>
                <a:gd name="T103" fmla="*/ 120 h 125"/>
                <a:gd name="T104" fmla="*/ 57 w 120"/>
                <a:gd name="T105" fmla="*/ 123 h 125"/>
                <a:gd name="T106" fmla="*/ 58 w 120"/>
                <a:gd name="T107" fmla="*/ 125 h 125"/>
                <a:gd name="T108" fmla="*/ 120 w 120"/>
                <a:gd name="T109" fmla="*/ 67 h 125"/>
                <a:gd name="T110" fmla="*/ 117 w 120"/>
                <a:gd name="T111" fmla="*/ 64 h 125"/>
                <a:gd name="T112" fmla="*/ 44 w 120"/>
                <a:gd name="T113" fmla="*/ 6 h 125"/>
                <a:gd name="T114" fmla="*/ 44 w 120"/>
                <a:gd name="T115" fmla="*/ 6 h 125"/>
                <a:gd name="T116" fmla="*/ 44 w 120"/>
                <a:gd name="T117" fmla="*/ 6 h 125"/>
                <a:gd name="T118" fmla="*/ 50 w 120"/>
                <a:gd name="T119" fmla="*/ 6 h 125"/>
                <a:gd name="T120" fmla="*/ 50 w 120"/>
                <a:gd name="T121" fmla="*/ 6 h 125"/>
                <a:gd name="T122" fmla="*/ 50 w 120"/>
                <a:gd name="T123" fmla="*/ 6 h 125"/>
                <a:gd name="T124" fmla="*/ 50 w 120"/>
                <a:gd name="T125" fmla="*/ 6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0" h="125">
                  <a:moveTo>
                    <a:pt x="117" y="64"/>
                  </a:moveTo>
                  <a:cubicBezTo>
                    <a:pt x="116" y="63"/>
                    <a:pt x="115" y="62"/>
                    <a:pt x="113" y="61"/>
                  </a:cubicBezTo>
                  <a:cubicBezTo>
                    <a:pt x="112" y="59"/>
                    <a:pt x="111" y="58"/>
                    <a:pt x="110" y="57"/>
                  </a:cubicBezTo>
                  <a:cubicBezTo>
                    <a:pt x="109" y="56"/>
                    <a:pt x="108" y="55"/>
                    <a:pt x="107" y="54"/>
                  </a:cubicBezTo>
                  <a:cubicBezTo>
                    <a:pt x="106" y="53"/>
                    <a:pt x="105" y="52"/>
                    <a:pt x="104" y="51"/>
                  </a:cubicBezTo>
                  <a:cubicBezTo>
                    <a:pt x="103" y="50"/>
                    <a:pt x="102" y="49"/>
                    <a:pt x="101" y="48"/>
                  </a:cubicBezTo>
                  <a:cubicBezTo>
                    <a:pt x="100" y="47"/>
                    <a:pt x="99" y="45"/>
                    <a:pt x="97" y="45"/>
                  </a:cubicBezTo>
                  <a:cubicBezTo>
                    <a:pt x="96" y="43"/>
                    <a:pt x="95" y="42"/>
                    <a:pt x="94" y="41"/>
                  </a:cubicBezTo>
                  <a:cubicBezTo>
                    <a:pt x="93" y="40"/>
                    <a:pt x="92" y="39"/>
                    <a:pt x="91" y="38"/>
                  </a:cubicBezTo>
                  <a:cubicBezTo>
                    <a:pt x="90" y="37"/>
                    <a:pt x="89" y="36"/>
                    <a:pt x="88" y="35"/>
                  </a:cubicBezTo>
                  <a:cubicBezTo>
                    <a:pt x="87" y="34"/>
                    <a:pt x="86" y="33"/>
                    <a:pt x="85" y="32"/>
                  </a:cubicBezTo>
                  <a:cubicBezTo>
                    <a:pt x="84" y="30"/>
                    <a:pt x="82" y="29"/>
                    <a:pt x="81" y="28"/>
                  </a:cubicBezTo>
                  <a:cubicBezTo>
                    <a:pt x="80" y="27"/>
                    <a:pt x="79" y="26"/>
                    <a:pt x="78" y="25"/>
                  </a:cubicBezTo>
                  <a:cubicBezTo>
                    <a:pt x="77" y="24"/>
                    <a:pt x="76" y="23"/>
                    <a:pt x="75" y="22"/>
                  </a:cubicBezTo>
                  <a:cubicBezTo>
                    <a:pt x="74" y="21"/>
                    <a:pt x="73" y="20"/>
                    <a:pt x="72" y="19"/>
                  </a:cubicBezTo>
                  <a:cubicBezTo>
                    <a:pt x="71" y="18"/>
                    <a:pt x="70" y="17"/>
                    <a:pt x="69" y="16"/>
                  </a:cubicBezTo>
                  <a:cubicBezTo>
                    <a:pt x="65" y="12"/>
                    <a:pt x="62" y="9"/>
                    <a:pt x="58" y="8"/>
                  </a:cubicBezTo>
                  <a:cubicBezTo>
                    <a:pt x="58" y="7"/>
                    <a:pt x="57" y="6"/>
                    <a:pt x="56" y="6"/>
                  </a:cubicBezTo>
                  <a:cubicBezTo>
                    <a:pt x="55" y="7"/>
                    <a:pt x="55" y="7"/>
                    <a:pt x="55" y="7"/>
                  </a:cubicBezTo>
                  <a:cubicBezTo>
                    <a:pt x="55" y="6"/>
                    <a:pt x="55" y="6"/>
                    <a:pt x="55" y="6"/>
                  </a:cubicBezTo>
                  <a:cubicBezTo>
                    <a:pt x="55" y="5"/>
                    <a:pt x="54" y="3"/>
                    <a:pt x="53" y="3"/>
                  </a:cubicBezTo>
                  <a:cubicBezTo>
                    <a:pt x="52" y="3"/>
                    <a:pt x="52" y="3"/>
                    <a:pt x="52" y="3"/>
                  </a:cubicBezTo>
                  <a:cubicBezTo>
                    <a:pt x="52" y="3"/>
                    <a:pt x="52" y="3"/>
                    <a:pt x="52" y="3"/>
                  </a:cubicBezTo>
                  <a:cubicBezTo>
                    <a:pt x="52" y="1"/>
                    <a:pt x="51" y="0"/>
                    <a:pt x="49" y="0"/>
                  </a:cubicBezTo>
                  <a:cubicBezTo>
                    <a:pt x="48" y="0"/>
                    <a:pt x="46" y="1"/>
                    <a:pt x="46" y="3"/>
                  </a:cubicBezTo>
                  <a:cubicBezTo>
                    <a:pt x="47" y="3"/>
                    <a:pt x="47" y="3"/>
                    <a:pt x="47" y="3"/>
                  </a:cubicBezTo>
                  <a:cubicBezTo>
                    <a:pt x="46" y="3"/>
                    <a:pt x="46" y="3"/>
                    <a:pt x="46" y="3"/>
                  </a:cubicBezTo>
                  <a:cubicBezTo>
                    <a:pt x="46" y="3"/>
                    <a:pt x="46" y="3"/>
                    <a:pt x="46" y="3"/>
                  </a:cubicBezTo>
                  <a:cubicBezTo>
                    <a:pt x="46" y="1"/>
                    <a:pt x="45" y="0"/>
                    <a:pt x="44" y="0"/>
                  </a:cubicBezTo>
                  <a:cubicBezTo>
                    <a:pt x="42" y="0"/>
                    <a:pt x="41" y="1"/>
                    <a:pt x="41" y="3"/>
                  </a:cubicBezTo>
                  <a:cubicBezTo>
                    <a:pt x="41" y="4"/>
                    <a:pt x="42" y="6"/>
                    <a:pt x="44" y="6"/>
                  </a:cubicBezTo>
                  <a:cubicBezTo>
                    <a:pt x="37" y="6"/>
                    <a:pt x="24" y="9"/>
                    <a:pt x="17" y="29"/>
                  </a:cubicBezTo>
                  <a:cubicBezTo>
                    <a:pt x="17" y="29"/>
                    <a:pt x="15" y="33"/>
                    <a:pt x="17" y="34"/>
                  </a:cubicBezTo>
                  <a:cubicBezTo>
                    <a:pt x="17" y="34"/>
                    <a:pt x="20" y="30"/>
                    <a:pt x="23" y="25"/>
                  </a:cubicBezTo>
                  <a:cubicBezTo>
                    <a:pt x="22" y="27"/>
                    <a:pt x="21" y="30"/>
                    <a:pt x="20" y="32"/>
                  </a:cubicBezTo>
                  <a:cubicBezTo>
                    <a:pt x="20" y="32"/>
                    <a:pt x="20" y="33"/>
                    <a:pt x="19" y="34"/>
                  </a:cubicBezTo>
                  <a:cubicBezTo>
                    <a:pt x="18" y="36"/>
                    <a:pt x="17" y="38"/>
                    <a:pt x="16" y="40"/>
                  </a:cubicBezTo>
                  <a:cubicBezTo>
                    <a:pt x="5" y="56"/>
                    <a:pt x="0" y="69"/>
                    <a:pt x="9" y="75"/>
                  </a:cubicBezTo>
                  <a:cubicBezTo>
                    <a:pt x="9" y="76"/>
                    <a:pt x="10" y="77"/>
                    <a:pt x="12" y="78"/>
                  </a:cubicBezTo>
                  <a:cubicBezTo>
                    <a:pt x="13" y="80"/>
                    <a:pt x="14" y="81"/>
                    <a:pt x="15" y="82"/>
                  </a:cubicBezTo>
                  <a:cubicBezTo>
                    <a:pt x="16" y="83"/>
                    <a:pt x="17" y="84"/>
                    <a:pt x="18" y="85"/>
                  </a:cubicBezTo>
                  <a:cubicBezTo>
                    <a:pt x="19" y="86"/>
                    <a:pt x="20" y="87"/>
                    <a:pt x="21" y="88"/>
                  </a:cubicBezTo>
                  <a:cubicBezTo>
                    <a:pt x="22" y="89"/>
                    <a:pt x="23" y="90"/>
                    <a:pt x="25" y="91"/>
                  </a:cubicBezTo>
                  <a:cubicBezTo>
                    <a:pt x="25" y="92"/>
                    <a:pt x="27" y="94"/>
                    <a:pt x="28" y="94"/>
                  </a:cubicBezTo>
                  <a:cubicBezTo>
                    <a:pt x="29" y="96"/>
                    <a:pt x="30" y="97"/>
                    <a:pt x="31" y="98"/>
                  </a:cubicBezTo>
                  <a:cubicBezTo>
                    <a:pt x="32" y="99"/>
                    <a:pt x="33" y="100"/>
                    <a:pt x="34" y="101"/>
                  </a:cubicBezTo>
                  <a:cubicBezTo>
                    <a:pt x="35" y="102"/>
                    <a:pt x="36" y="103"/>
                    <a:pt x="38" y="104"/>
                  </a:cubicBezTo>
                  <a:cubicBezTo>
                    <a:pt x="38" y="105"/>
                    <a:pt x="39" y="106"/>
                    <a:pt x="41" y="107"/>
                  </a:cubicBezTo>
                  <a:cubicBezTo>
                    <a:pt x="42" y="109"/>
                    <a:pt x="43" y="110"/>
                    <a:pt x="44" y="111"/>
                  </a:cubicBezTo>
                  <a:cubicBezTo>
                    <a:pt x="45" y="112"/>
                    <a:pt x="46" y="113"/>
                    <a:pt x="47" y="114"/>
                  </a:cubicBezTo>
                  <a:cubicBezTo>
                    <a:pt x="48" y="115"/>
                    <a:pt x="49" y="116"/>
                    <a:pt x="50" y="117"/>
                  </a:cubicBezTo>
                  <a:cubicBezTo>
                    <a:pt x="51" y="118"/>
                    <a:pt x="52" y="119"/>
                    <a:pt x="54" y="120"/>
                  </a:cubicBezTo>
                  <a:cubicBezTo>
                    <a:pt x="54" y="121"/>
                    <a:pt x="55" y="122"/>
                    <a:pt x="57" y="123"/>
                  </a:cubicBezTo>
                  <a:cubicBezTo>
                    <a:pt x="57" y="124"/>
                    <a:pt x="58" y="125"/>
                    <a:pt x="58" y="125"/>
                  </a:cubicBezTo>
                  <a:cubicBezTo>
                    <a:pt x="89" y="120"/>
                    <a:pt x="113" y="97"/>
                    <a:pt x="120" y="67"/>
                  </a:cubicBezTo>
                  <a:cubicBezTo>
                    <a:pt x="119" y="66"/>
                    <a:pt x="118" y="65"/>
                    <a:pt x="117" y="64"/>
                  </a:cubicBezTo>
                  <a:close/>
                  <a:moveTo>
                    <a:pt x="44" y="6"/>
                  </a:moveTo>
                  <a:cubicBezTo>
                    <a:pt x="44" y="6"/>
                    <a:pt x="44" y="6"/>
                    <a:pt x="44" y="6"/>
                  </a:cubicBezTo>
                  <a:cubicBezTo>
                    <a:pt x="44" y="6"/>
                    <a:pt x="44" y="6"/>
                    <a:pt x="44" y="6"/>
                  </a:cubicBezTo>
                  <a:close/>
                  <a:moveTo>
                    <a:pt x="50" y="6"/>
                  </a:moveTo>
                  <a:cubicBezTo>
                    <a:pt x="50" y="6"/>
                    <a:pt x="50" y="6"/>
                    <a:pt x="50" y="6"/>
                  </a:cubicBezTo>
                  <a:cubicBezTo>
                    <a:pt x="50" y="6"/>
                    <a:pt x="50" y="6"/>
                    <a:pt x="50" y="6"/>
                  </a:cubicBezTo>
                  <a:cubicBezTo>
                    <a:pt x="50" y="6"/>
                    <a:pt x="50" y="6"/>
                    <a:pt x="50" y="6"/>
                  </a:cubicBezTo>
                  <a:close/>
                </a:path>
              </a:pathLst>
            </a:custGeom>
            <a:solidFill>
              <a:srgbClr val="B350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1" name="Freeform 58"/>
            <p:cNvSpPr>
              <a:spLocks/>
            </p:cNvSpPr>
            <p:nvPr/>
          </p:nvSpPr>
          <p:spPr bwMode="auto">
            <a:xfrm>
              <a:off x="5048506" y="5822683"/>
              <a:ext cx="551648" cy="370872"/>
            </a:xfrm>
            <a:custGeom>
              <a:avLst/>
              <a:gdLst>
                <a:gd name="T0" fmla="*/ 80 w 98"/>
                <a:gd name="T1" fmla="*/ 26 h 65"/>
                <a:gd name="T2" fmla="*/ 64 w 98"/>
                <a:gd name="T3" fmla="*/ 5 h 65"/>
                <a:gd name="T4" fmla="*/ 49 w 98"/>
                <a:gd name="T5" fmla="*/ 1 h 65"/>
                <a:gd name="T6" fmla="*/ 34 w 98"/>
                <a:gd name="T7" fmla="*/ 5 h 65"/>
                <a:gd name="T8" fmla="*/ 18 w 98"/>
                <a:gd name="T9" fmla="*/ 26 h 65"/>
                <a:gd name="T10" fmla="*/ 20 w 98"/>
                <a:gd name="T11" fmla="*/ 65 h 65"/>
                <a:gd name="T12" fmla="*/ 49 w 98"/>
                <a:gd name="T13" fmla="*/ 65 h 65"/>
                <a:gd name="T14" fmla="*/ 79 w 98"/>
                <a:gd name="T15" fmla="*/ 65 h 65"/>
                <a:gd name="T16" fmla="*/ 80 w 98"/>
                <a:gd name="T17" fmla="*/ 26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65">
                  <a:moveTo>
                    <a:pt x="80" y="26"/>
                  </a:moveTo>
                  <a:cubicBezTo>
                    <a:pt x="68" y="8"/>
                    <a:pt x="64" y="5"/>
                    <a:pt x="64" y="5"/>
                  </a:cubicBezTo>
                  <a:cubicBezTo>
                    <a:pt x="58" y="1"/>
                    <a:pt x="49" y="1"/>
                    <a:pt x="49" y="1"/>
                  </a:cubicBezTo>
                  <a:cubicBezTo>
                    <a:pt x="49" y="1"/>
                    <a:pt x="40" y="0"/>
                    <a:pt x="34" y="5"/>
                  </a:cubicBezTo>
                  <a:cubicBezTo>
                    <a:pt x="34" y="5"/>
                    <a:pt x="31" y="7"/>
                    <a:pt x="18" y="26"/>
                  </a:cubicBezTo>
                  <a:cubicBezTo>
                    <a:pt x="5" y="47"/>
                    <a:pt x="0" y="61"/>
                    <a:pt x="20" y="65"/>
                  </a:cubicBezTo>
                  <a:cubicBezTo>
                    <a:pt x="49" y="65"/>
                    <a:pt x="49" y="65"/>
                    <a:pt x="49" y="65"/>
                  </a:cubicBezTo>
                  <a:cubicBezTo>
                    <a:pt x="79" y="65"/>
                    <a:pt x="79" y="65"/>
                    <a:pt x="79" y="65"/>
                  </a:cubicBezTo>
                  <a:cubicBezTo>
                    <a:pt x="98" y="61"/>
                    <a:pt x="93" y="47"/>
                    <a:pt x="80" y="26"/>
                  </a:cubicBezTo>
                  <a:close/>
                </a:path>
              </a:pathLst>
            </a:custGeom>
            <a:solidFill>
              <a:srgbClr val="EAE9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 name="Freeform 59"/>
            <p:cNvSpPr>
              <a:spLocks/>
            </p:cNvSpPr>
            <p:nvPr/>
          </p:nvSpPr>
          <p:spPr bwMode="auto">
            <a:xfrm>
              <a:off x="5149145" y="5748136"/>
              <a:ext cx="348507" cy="193822"/>
            </a:xfrm>
            <a:custGeom>
              <a:avLst/>
              <a:gdLst>
                <a:gd name="T0" fmla="*/ 60 w 62"/>
                <a:gd name="T1" fmla="*/ 28 h 34"/>
                <a:gd name="T2" fmla="*/ 31 w 62"/>
                <a:gd name="T3" fmla="*/ 5 h 34"/>
                <a:gd name="T4" fmla="*/ 28 w 62"/>
                <a:gd name="T5" fmla="*/ 5 h 34"/>
                <a:gd name="T6" fmla="*/ 31 w 62"/>
                <a:gd name="T7" fmla="*/ 3 h 34"/>
                <a:gd name="T8" fmla="*/ 28 w 62"/>
                <a:gd name="T9" fmla="*/ 0 h 34"/>
                <a:gd name="T10" fmla="*/ 25 w 62"/>
                <a:gd name="T11" fmla="*/ 3 h 34"/>
                <a:gd name="T12" fmla="*/ 28 w 62"/>
                <a:gd name="T13" fmla="*/ 5 h 34"/>
                <a:gd name="T14" fmla="*/ 1 w 62"/>
                <a:gd name="T15" fmla="*/ 28 h 34"/>
                <a:gd name="T16" fmla="*/ 1 w 62"/>
                <a:gd name="T17" fmla="*/ 34 h 34"/>
                <a:gd name="T18" fmla="*/ 10 w 62"/>
                <a:gd name="T19" fmla="*/ 22 h 34"/>
                <a:gd name="T20" fmla="*/ 31 w 62"/>
                <a:gd name="T21" fmla="*/ 11 h 34"/>
                <a:gd name="T22" fmla="*/ 52 w 62"/>
                <a:gd name="T23" fmla="*/ 22 h 34"/>
                <a:gd name="T24" fmla="*/ 61 w 62"/>
                <a:gd name="T25" fmla="*/ 34 h 34"/>
                <a:gd name="T26" fmla="*/ 60 w 62"/>
                <a:gd name="T27" fmla="*/ 28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 h="34">
                  <a:moveTo>
                    <a:pt x="60" y="28"/>
                  </a:moveTo>
                  <a:cubicBezTo>
                    <a:pt x="52" y="4"/>
                    <a:pt x="33" y="5"/>
                    <a:pt x="31" y="5"/>
                  </a:cubicBezTo>
                  <a:cubicBezTo>
                    <a:pt x="31" y="5"/>
                    <a:pt x="30" y="5"/>
                    <a:pt x="28" y="5"/>
                  </a:cubicBezTo>
                  <a:cubicBezTo>
                    <a:pt x="30" y="5"/>
                    <a:pt x="31" y="4"/>
                    <a:pt x="31" y="3"/>
                  </a:cubicBezTo>
                  <a:cubicBezTo>
                    <a:pt x="31" y="1"/>
                    <a:pt x="30" y="0"/>
                    <a:pt x="28" y="0"/>
                  </a:cubicBezTo>
                  <a:cubicBezTo>
                    <a:pt x="27" y="0"/>
                    <a:pt x="25" y="1"/>
                    <a:pt x="25" y="3"/>
                  </a:cubicBezTo>
                  <a:cubicBezTo>
                    <a:pt x="25" y="4"/>
                    <a:pt x="27" y="5"/>
                    <a:pt x="28" y="5"/>
                  </a:cubicBezTo>
                  <a:cubicBezTo>
                    <a:pt x="22" y="6"/>
                    <a:pt x="8" y="9"/>
                    <a:pt x="1" y="28"/>
                  </a:cubicBezTo>
                  <a:cubicBezTo>
                    <a:pt x="1" y="28"/>
                    <a:pt x="0" y="33"/>
                    <a:pt x="1" y="34"/>
                  </a:cubicBezTo>
                  <a:cubicBezTo>
                    <a:pt x="1" y="34"/>
                    <a:pt x="6" y="27"/>
                    <a:pt x="10" y="22"/>
                  </a:cubicBezTo>
                  <a:cubicBezTo>
                    <a:pt x="14" y="16"/>
                    <a:pt x="20" y="12"/>
                    <a:pt x="31" y="11"/>
                  </a:cubicBezTo>
                  <a:cubicBezTo>
                    <a:pt x="42" y="12"/>
                    <a:pt x="48" y="16"/>
                    <a:pt x="52" y="22"/>
                  </a:cubicBezTo>
                  <a:cubicBezTo>
                    <a:pt x="56" y="27"/>
                    <a:pt x="61" y="34"/>
                    <a:pt x="61" y="34"/>
                  </a:cubicBezTo>
                  <a:cubicBezTo>
                    <a:pt x="62" y="33"/>
                    <a:pt x="60" y="28"/>
                    <a:pt x="60" y="28"/>
                  </a:cubicBezTo>
                  <a:close/>
                </a:path>
              </a:pathLst>
            </a:custGeom>
            <a:solidFill>
              <a:srgbClr val="EAE9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 name="Oval 60"/>
            <p:cNvSpPr>
              <a:spLocks noChangeArrowheads="1"/>
            </p:cNvSpPr>
            <p:nvPr/>
          </p:nvSpPr>
          <p:spPr bwMode="auto">
            <a:xfrm>
              <a:off x="5324330" y="5748136"/>
              <a:ext cx="33546" cy="27955"/>
            </a:xfrm>
            <a:prstGeom prst="ellipse">
              <a:avLst/>
            </a:prstGeom>
            <a:solidFill>
              <a:srgbClr val="EAE9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01" name="组合 100"/>
          <p:cNvGrpSpPr/>
          <p:nvPr/>
        </p:nvGrpSpPr>
        <p:grpSpPr>
          <a:xfrm>
            <a:off x="10982508" y="5555593"/>
            <a:ext cx="832547" cy="852900"/>
            <a:chOff x="6854408" y="5610224"/>
            <a:chExt cx="838654" cy="859155"/>
          </a:xfrm>
        </p:grpSpPr>
        <p:sp>
          <p:nvSpPr>
            <p:cNvPr id="94" name="Oval 61"/>
            <p:cNvSpPr>
              <a:spLocks noChangeArrowheads="1"/>
            </p:cNvSpPr>
            <p:nvPr/>
          </p:nvSpPr>
          <p:spPr bwMode="auto">
            <a:xfrm>
              <a:off x="6854408" y="5610224"/>
              <a:ext cx="838654" cy="859155"/>
            </a:xfrm>
            <a:prstGeom prst="ellipse">
              <a:avLst/>
            </a:prstGeom>
            <a:solidFill>
              <a:srgbClr val="EAA7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 name="Freeform 62"/>
            <p:cNvSpPr>
              <a:spLocks/>
            </p:cNvSpPr>
            <p:nvPr/>
          </p:nvSpPr>
          <p:spPr bwMode="auto">
            <a:xfrm>
              <a:off x="7018411" y="5811501"/>
              <a:ext cx="674651" cy="652287"/>
            </a:xfrm>
            <a:custGeom>
              <a:avLst/>
              <a:gdLst>
                <a:gd name="T0" fmla="*/ 115 w 120"/>
                <a:gd name="T1" fmla="*/ 17 h 114"/>
                <a:gd name="T2" fmla="*/ 114 w 120"/>
                <a:gd name="T3" fmla="*/ 16 h 114"/>
                <a:gd name="T4" fmla="*/ 113 w 120"/>
                <a:gd name="T5" fmla="*/ 14 h 114"/>
                <a:gd name="T6" fmla="*/ 111 w 120"/>
                <a:gd name="T7" fmla="*/ 13 h 114"/>
                <a:gd name="T8" fmla="*/ 110 w 120"/>
                <a:gd name="T9" fmla="*/ 12 h 114"/>
                <a:gd name="T10" fmla="*/ 108 w 120"/>
                <a:gd name="T11" fmla="*/ 10 h 114"/>
                <a:gd name="T12" fmla="*/ 107 w 120"/>
                <a:gd name="T13" fmla="*/ 9 h 114"/>
                <a:gd name="T14" fmla="*/ 105 w 120"/>
                <a:gd name="T15" fmla="*/ 7 h 114"/>
                <a:gd name="T16" fmla="*/ 104 w 120"/>
                <a:gd name="T17" fmla="*/ 6 h 114"/>
                <a:gd name="T18" fmla="*/ 103 w 120"/>
                <a:gd name="T19" fmla="*/ 4 h 114"/>
                <a:gd name="T20" fmla="*/ 101 w 120"/>
                <a:gd name="T21" fmla="*/ 3 h 114"/>
                <a:gd name="T22" fmla="*/ 100 w 120"/>
                <a:gd name="T23" fmla="*/ 2 h 114"/>
                <a:gd name="T24" fmla="*/ 97 w 120"/>
                <a:gd name="T25" fmla="*/ 0 h 114"/>
                <a:gd name="T26" fmla="*/ 80 w 120"/>
                <a:gd name="T27" fmla="*/ 7 h 114"/>
                <a:gd name="T28" fmla="*/ 0 w 120"/>
                <a:gd name="T29" fmla="*/ 20 h 114"/>
                <a:gd name="T30" fmla="*/ 13 w 120"/>
                <a:gd name="T31" fmla="*/ 66 h 114"/>
                <a:gd name="T32" fmla="*/ 15 w 120"/>
                <a:gd name="T33" fmla="*/ 67 h 114"/>
                <a:gd name="T34" fmla="*/ 16 w 120"/>
                <a:gd name="T35" fmla="*/ 68 h 114"/>
                <a:gd name="T36" fmla="*/ 16 w 120"/>
                <a:gd name="T37" fmla="*/ 72 h 114"/>
                <a:gd name="T38" fmla="*/ 19 w 120"/>
                <a:gd name="T39" fmla="*/ 80 h 114"/>
                <a:gd name="T40" fmla="*/ 21 w 120"/>
                <a:gd name="T41" fmla="*/ 81 h 114"/>
                <a:gd name="T42" fmla="*/ 22 w 120"/>
                <a:gd name="T43" fmla="*/ 82 h 114"/>
                <a:gd name="T44" fmla="*/ 24 w 120"/>
                <a:gd name="T45" fmla="*/ 84 h 114"/>
                <a:gd name="T46" fmla="*/ 25 w 120"/>
                <a:gd name="T47" fmla="*/ 85 h 114"/>
                <a:gd name="T48" fmla="*/ 27 w 120"/>
                <a:gd name="T49" fmla="*/ 87 h 114"/>
                <a:gd name="T50" fmla="*/ 28 w 120"/>
                <a:gd name="T51" fmla="*/ 88 h 114"/>
                <a:gd name="T52" fmla="*/ 29 w 120"/>
                <a:gd name="T53" fmla="*/ 90 h 114"/>
                <a:gd name="T54" fmla="*/ 31 w 120"/>
                <a:gd name="T55" fmla="*/ 91 h 114"/>
                <a:gd name="T56" fmla="*/ 32 w 120"/>
                <a:gd name="T57" fmla="*/ 92 h 114"/>
                <a:gd name="T58" fmla="*/ 34 w 120"/>
                <a:gd name="T59" fmla="*/ 94 h 114"/>
                <a:gd name="T60" fmla="*/ 35 w 120"/>
                <a:gd name="T61" fmla="*/ 95 h 114"/>
                <a:gd name="T62" fmla="*/ 36 w 120"/>
                <a:gd name="T63" fmla="*/ 97 h 114"/>
                <a:gd name="T64" fmla="*/ 38 w 120"/>
                <a:gd name="T65" fmla="*/ 98 h 114"/>
                <a:gd name="T66" fmla="*/ 39 w 120"/>
                <a:gd name="T67" fmla="*/ 99 h 114"/>
                <a:gd name="T68" fmla="*/ 41 w 120"/>
                <a:gd name="T69" fmla="*/ 101 h 114"/>
                <a:gd name="T70" fmla="*/ 42 w 120"/>
                <a:gd name="T71" fmla="*/ 102 h 114"/>
                <a:gd name="T72" fmla="*/ 44 w 120"/>
                <a:gd name="T73" fmla="*/ 104 h 114"/>
                <a:gd name="T74" fmla="*/ 45 w 120"/>
                <a:gd name="T75" fmla="*/ 105 h 114"/>
                <a:gd name="T76" fmla="*/ 46 w 120"/>
                <a:gd name="T77" fmla="*/ 107 h 114"/>
                <a:gd name="T78" fmla="*/ 48 w 120"/>
                <a:gd name="T79" fmla="*/ 108 h 114"/>
                <a:gd name="T80" fmla="*/ 49 w 120"/>
                <a:gd name="T81" fmla="*/ 109 h 114"/>
                <a:gd name="T82" fmla="*/ 51 w 120"/>
                <a:gd name="T83" fmla="*/ 111 h 114"/>
                <a:gd name="T84" fmla="*/ 52 w 120"/>
                <a:gd name="T85" fmla="*/ 112 h 114"/>
                <a:gd name="T86" fmla="*/ 53 w 120"/>
                <a:gd name="T87" fmla="*/ 114 h 114"/>
                <a:gd name="T88" fmla="*/ 120 w 120"/>
                <a:gd name="T89" fmla="*/ 40 h 114"/>
                <a:gd name="T90" fmla="*/ 116 w 120"/>
                <a:gd name="T91" fmla="*/ 18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0" h="114">
                  <a:moveTo>
                    <a:pt x="116" y="18"/>
                  </a:moveTo>
                  <a:cubicBezTo>
                    <a:pt x="116" y="18"/>
                    <a:pt x="116" y="18"/>
                    <a:pt x="116" y="18"/>
                  </a:cubicBezTo>
                  <a:cubicBezTo>
                    <a:pt x="115" y="17"/>
                    <a:pt x="115" y="17"/>
                    <a:pt x="115" y="17"/>
                  </a:cubicBezTo>
                  <a:cubicBezTo>
                    <a:pt x="115" y="17"/>
                    <a:pt x="115" y="17"/>
                    <a:pt x="115" y="17"/>
                  </a:cubicBezTo>
                  <a:cubicBezTo>
                    <a:pt x="114" y="16"/>
                    <a:pt x="114" y="16"/>
                    <a:pt x="114" y="16"/>
                  </a:cubicBezTo>
                  <a:cubicBezTo>
                    <a:pt x="114" y="16"/>
                    <a:pt x="114" y="16"/>
                    <a:pt x="114" y="16"/>
                  </a:cubicBezTo>
                  <a:cubicBezTo>
                    <a:pt x="113" y="15"/>
                    <a:pt x="113" y="15"/>
                    <a:pt x="113" y="15"/>
                  </a:cubicBezTo>
                  <a:cubicBezTo>
                    <a:pt x="113" y="15"/>
                    <a:pt x="113" y="15"/>
                    <a:pt x="113" y="15"/>
                  </a:cubicBezTo>
                  <a:cubicBezTo>
                    <a:pt x="113" y="14"/>
                    <a:pt x="113" y="14"/>
                    <a:pt x="113" y="14"/>
                  </a:cubicBezTo>
                  <a:cubicBezTo>
                    <a:pt x="112" y="14"/>
                    <a:pt x="112" y="14"/>
                    <a:pt x="112" y="14"/>
                  </a:cubicBezTo>
                  <a:cubicBezTo>
                    <a:pt x="112" y="13"/>
                    <a:pt x="112" y="13"/>
                    <a:pt x="112" y="13"/>
                  </a:cubicBezTo>
                  <a:cubicBezTo>
                    <a:pt x="111" y="13"/>
                    <a:pt x="111" y="13"/>
                    <a:pt x="111" y="13"/>
                  </a:cubicBezTo>
                  <a:cubicBezTo>
                    <a:pt x="111" y="12"/>
                    <a:pt x="111" y="12"/>
                    <a:pt x="111" y="12"/>
                  </a:cubicBezTo>
                  <a:cubicBezTo>
                    <a:pt x="110" y="12"/>
                    <a:pt x="110" y="12"/>
                    <a:pt x="110" y="12"/>
                  </a:cubicBezTo>
                  <a:cubicBezTo>
                    <a:pt x="110" y="12"/>
                    <a:pt x="110" y="12"/>
                    <a:pt x="110" y="12"/>
                  </a:cubicBezTo>
                  <a:cubicBezTo>
                    <a:pt x="109" y="11"/>
                    <a:pt x="109" y="11"/>
                    <a:pt x="109" y="11"/>
                  </a:cubicBezTo>
                  <a:cubicBezTo>
                    <a:pt x="109" y="11"/>
                    <a:pt x="109" y="11"/>
                    <a:pt x="109" y="11"/>
                  </a:cubicBezTo>
                  <a:cubicBezTo>
                    <a:pt x="108" y="10"/>
                    <a:pt x="108" y="10"/>
                    <a:pt x="108" y="10"/>
                  </a:cubicBezTo>
                  <a:cubicBezTo>
                    <a:pt x="108" y="10"/>
                    <a:pt x="108" y="10"/>
                    <a:pt x="108" y="10"/>
                  </a:cubicBezTo>
                  <a:cubicBezTo>
                    <a:pt x="107" y="9"/>
                    <a:pt x="107" y="9"/>
                    <a:pt x="107" y="9"/>
                  </a:cubicBezTo>
                  <a:cubicBezTo>
                    <a:pt x="107" y="9"/>
                    <a:pt x="107" y="9"/>
                    <a:pt x="107" y="9"/>
                  </a:cubicBezTo>
                  <a:cubicBezTo>
                    <a:pt x="106" y="8"/>
                    <a:pt x="106" y="8"/>
                    <a:pt x="106" y="8"/>
                  </a:cubicBezTo>
                  <a:cubicBezTo>
                    <a:pt x="106" y="8"/>
                    <a:pt x="106" y="8"/>
                    <a:pt x="106" y="8"/>
                  </a:cubicBezTo>
                  <a:cubicBezTo>
                    <a:pt x="105" y="7"/>
                    <a:pt x="105" y="7"/>
                    <a:pt x="105" y="7"/>
                  </a:cubicBezTo>
                  <a:cubicBezTo>
                    <a:pt x="105" y="7"/>
                    <a:pt x="105" y="7"/>
                    <a:pt x="105" y="7"/>
                  </a:cubicBezTo>
                  <a:cubicBezTo>
                    <a:pt x="104" y="6"/>
                    <a:pt x="104" y="6"/>
                    <a:pt x="104" y="6"/>
                  </a:cubicBezTo>
                  <a:cubicBezTo>
                    <a:pt x="104" y="6"/>
                    <a:pt x="104" y="6"/>
                    <a:pt x="104" y="6"/>
                  </a:cubicBezTo>
                  <a:cubicBezTo>
                    <a:pt x="104" y="5"/>
                    <a:pt x="104" y="5"/>
                    <a:pt x="104" y="5"/>
                  </a:cubicBezTo>
                  <a:cubicBezTo>
                    <a:pt x="103" y="5"/>
                    <a:pt x="103" y="5"/>
                    <a:pt x="103" y="5"/>
                  </a:cubicBezTo>
                  <a:cubicBezTo>
                    <a:pt x="103" y="4"/>
                    <a:pt x="103" y="4"/>
                    <a:pt x="103" y="4"/>
                  </a:cubicBezTo>
                  <a:cubicBezTo>
                    <a:pt x="102" y="4"/>
                    <a:pt x="102" y="4"/>
                    <a:pt x="102" y="4"/>
                  </a:cubicBezTo>
                  <a:cubicBezTo>
                    <a:pt x="102" y="3"/>
                    <a:pt x="102" y="3"/>
                    <a:pt x="102" y="3"/>
                  </a:cubicBezTo>
                  <a:cubicBezTo>
                    <a:pt x="101" y="3"/>
                    <a:pt x="101" y="3"/>
                    <a:pt x="101" y="3"/>
                  </a:cubicBezTo>
                  <a:cubicBezTo>
                    <a:pt x="101" y="3"/>
                    <a:pt x="101" y="3"/>
                    <a:pt x="101" y="3"/>
                  </a:cubicBezTo>
                  <a:cubicBezTo>
                    <a:pt x="100" y="2"/>
                    <a:pt x="100" y="2"/>
                    <a:pt x="100" y="2"/>
                  </a:cubicBezTo>
                  <a:cubicBezTo>
                    <a:pt x="100" y="2"/>
                    <a:pt x="100" y="2"/>
                    <a:pt x="100" y="2"/>
                  </a:cubicBezTo>
                  <a:cubicBezTo>
                    <a:pt x="99" y="1"/>
                    <a:pt x="99" y="1"/>
                    <a:pt x="99" y="1"/>
                  </a:cubicBezTo>
                  <a:cubicBezTo>
                    <a:pt x="99" y="1"/>
                    <a:pt x="99" y="1"/>
                    <a:pt x="99" y="1"/>
                  </a:cubicBezTo>
                  <a:cubicBezTo>
                    <a:pt x="98" y="0"/>
                    <a:pt x="97" y="0"/>
                    <a:pt x="97" y="0"/>
                  </a:cubicBezTo>
                  <a:cubicBezTo>
                    <a:pt x="83" y="4"/>
                    <a:pt x="83" y="4"/>
                    <a:pt x="83" y="4"/>
                  </a:cubicBezTo>
                  <a:cubicBezTo>
                    <a:pt x="83" y="4"/>
                    <a:pt x="82" y="4"/>
                    <a:pt x="81" y="5"/>
                  </a:cubicBezTo>
                  <a:cubicBezTo>
                    <a:pt x="80" y="6"/>
                    <a:pt x="80" y="7"/>
                    <a:pt x="80" y="7"/>
                  </a:cubicBezTo>
                  <a:cubicBezTo>
                    <a:pt x="77" y="20"/>
                    <a:pt x="77" y="20"/>
                    <a:pt x="77" y="20"/>
                  </a:cubicBezTo>
                  <a:cubicBezTo>
                    <a:pt x="1" y="19"/>
                    <a:pt x="1" y="19"/>
                    <a:pt x="1" y="19"/>
                  </a:cubicBezTo>
                  <a:cubicBezTo>
                    <a:pt x="1" y="19"/>
                    <a:pt x="0" y="19"/>
                    <a:pt x="0" y="20"/>
                  </a:cubicBezTo>
                  <a:cubicBezTo>
                    <a:pt x="0" y="20"/>
                    <a:pt x="0" y="21"/>
                    <a:pt x="0" y="21"/>
                  </a:cubicBezTo>
                  <a:cubicBezTo>
                    <a:pt x="0" y="21"/>
                    <a:pt x="10" y="55"/>
                    <a:pt x="12" y="64"/>
                  </a:cubicBezTo>
                  <a:cubicBezTo>
                    <a:pt x="13" y="65"/>
                    <a:pt x="13" y="65"/>
                    <a:pt x="13" y="66"/>
                  </a:cubicBezTo>
                  <a:cubicBezTo>
                    <a:pt x="14" y="66"/>
                    <a:pt x="14" y="66"/>
                    <a:pt x="14" y="66"/>
                  </a:cubicBezTo>
                  <a:cubicBezTo>
                    <a:pt x="14" y="66"/>
                    <a:pt x="14" y="66"/>
                    <a:pt x="14" y="66"/>
                  </a:cubicBezTo>
                  <a:cubicBezTo>
                    <a:pt x="15" y="67"/>
                    <a:pt x="15" y="67"/>
                    <a:pt x="15" y="67"/>
                  </a:cubicBezTo>
                  <a:cubicBezTo>
                    <a:pt x="15" y="67"/>
                    <a:pt x="15" y="67"/>
                    <a:pt x="15" y="67"/>
                  </a:cubicBezTo>
                  <a:cubicBezTo>
                    <a:pt x="16" y="68"/>
                    <a:pt x="16" y="68"/>
                    <a:pt x="16" y="68"/>
                  </a:cubicBezTo>
                  <a:cubicBezTo>
                    <a:pt x="16" y="68"/>
                    <a:pt x="16" y="68"/>
                    <a:pt x="16" y="68"/>
                  </a:cubicBezTo>
                  <a:cubicBezTo>
                    <a:pt x="17" y="69"/>
                    <a:pt x="17" y="69"/>
                    <a:pt x="17" y="69"/>
                  </a:cubicBezTo>
                  <a:cubicBezTo>
                    <a:pt x="17" y="69"/>
                    <a:pt x="17" y="69"/>
                    <a:pt x="17" y="69"/>
                  </a:cubicBezTo>
                  <a:cubicBezTo>
                    <a:pt x="16" y="70"/>
                    <a:pt x="16" y="71"/>
                    <a:pt x="16" y="72"/>
                  </a:cubicBezTo>
                  <a:cubicBezTo>
                    <a:pt x="16" y="75"/>
                    <a:pt x="17" y="77"/>
                    <a:pt x="19" y="79"/>
                  </a:cubicBezTo>
                  <a:cubicBezTo>
                    <a:pt x="19" y="79"/>
                    <a:pt x="19" y="79"/>
                    <a:pt x="19" y="79"/>
                  </a:cubicBezTo>
                  <a:cubicBezTo>
                    <a:pt x="19" y="80"/>
                    <a:pt x="19" y="80"/>
                    <a:pt x="19" y="80"/>
                  </a:cubicBezTo>
                  <a:cubicBezTo>
                    <a:pt x="20" y="80"/>
                    <a:pt x="20" y="80"/>
                    <a:pt x="20" y="80"/>
                  </a:cubicBezTo>
                  <a:cubicBezTo>
                    <a:pt x="20" y="81"/>
                    <a:pt x="20" y="81"/>
                    <a:pt x="20" y="81"/>
                  </a:cubicBezTo>
                  <a:cubicBezTo>
                    <a:pt x="21" y="81"/>
                    <a:pt x="21" y="81"/>
                    <a:pt x="21" y="81"/>
                  </a:cubicBezTo>
                  <a:cubicBezTo>
                    <a:pt x="21" y="81"/>
                    <a:pt x="21" y="81"/>
                    <a:pt x="21" y="81"/>
                  </a:cubicBezTo>
                  <a:cubicBezTo>
                    <a:pt x="22" y="82"/>
                    <a:pt x="22" y="82"/>
                    <a:pt x="22" y="82"/>
                  </a:cubicBezTo>
                  <a:cubicBezTo>
                    <a:pt x="22" y="82"/>
                    <a:pt x="22" y="82"/>
                    <a:pt x="22" y="82"/>
                  </a:cubicBezTo>
                  <a:cubicBezTo>
                    <a:pt x="23" y="83"/>
                    <a:pt x="23" y="83"/>
                    <a:pt x="23" y="83"/>
                  </a:cubicBezTo>
                  <a:cubicBezTo>
                    <a:pt x="23" y="83"/>
                    <a:pt x="23" y="83"/>
                    <a:pt x="23" y="83"/>
                  </a:cubicBezTo>
                  <a:cubicBezTo>
                    <a:pt x="24" y="84"/>
                    <a:pt x="24" y="84"/>
                    <a:pt x="24" y="84"/>
                  </a:cubicBezTo>
                  <a:cubicBezTo>
                    <a:pt x="24" y="84"/>
                    <a:pt x="24" y="84"/>
                    <a:pt x="24" y="84"/>
                  </a:cubicBezTo>
                  <a:cubicBezTo>
                    <a:pt x="25" y="85"/>
                    <a:pt x="25" y="85"/>
                    <a:pt x="25" y="85"/>
                  </a:cubicBezTo>
                  <a:cubicBezTo>
                    <a:pt x="25" y="85"/>
                    <a:pt x="25" y="85"/>
                    <a:pt x="25" y="85"/>
                  </a:cubicBezTo>
                  <a:cubicBezTo>
                    <a:pt x="26" y="86"/>
                    <a:pt x="26" y="86"/>
                    <a:pt x="26" y="86"/>
                  </a:cubicBezTo>
                  <a:cubicBezTo>
                    <a:pt x="26" y="86"/>
                    <a:pt x="26" y="86"/>
                    <a:pt x="26" y="86"/>
                  </a:cubicBezTo>
                  <a:cubicBezTo>
                    <a:pt x="27" y="87"/>
                    <a:pt x="27" y="87"/>
                    <a:pt x="27" y="87"/>
                  </a:cubicBezTo>
                  <a:cubicBezTo>
                    <a:pt x="27" y="87"/>
                    <a:pt x="27" y="87"/>
                    <a:pt x="27" y="87"/>
                  </a:cubicBezTo>
                  <a:cubicBezTo>
                    <a:pt x="28" y="88"/>
                    <a:pt x="28" y="88"/>
                    <a:pt x="28" y="88"/>
                  </a:cubicBezTo>
                  <a:cubicBezTo>
                    <a:pt x="28" y="88"/>
                    <a:pt x="28" y="88"/>
                    <a:pt x="28" y="88"/>
                  </a:cubicBezTo>
                  <a:cubicBezTo>
                    <a:pt x="28" y="89"/>
                    <a:pt x="28" y="89"/>
                    <a:pt x="28" y="89"/>
                  </a:cubicBezTo>
                  <a:cubicBezTo>
                    <a:pt x="29" y="89"/>
                    <a:pt x="29" y="89"/>
                    <a:pt x="29" y="89"/>
                  </a:cubicBezTo>
                  <a:cubicBezTo>
                    <a:pt x="29" y="90"/>
                    <a:pt x="29" y="90"/>
                    <a:pt x="29" y="90"/>
                  </a:cubicBezTo>
                  <a:cubicBezTo>
                    <a:pt x="30" y="90"/>
                    <a:pt x="30" y="90"/>
                    <a:pt x="30" y="90"/>
                  </a:cubicBezTo>
                  <a:cubicBezTo>
                    <a:pt x="30" y="90"/>
                    <a:pt x="30" y="90"/>
                    <a:pt x="30" y="90"/>
                  </a:cubicBezTo>
                  <a:cubicBezTo>
                    <a:pt x="31" y="91"/>
                    <a:pt x="31" y="91"/>
                    <a:pt x="31" y="91"/>
                  </a:cubicBezTo>
                  <a:cubicBezTo>
                    <a:pt x="31" y="91"/>
                    <a:pt x="31" y="91"/>
                    <a:pt x="31" y="91"/>
                  </a:cubicBezTo>
                  <a:cubicBezTo>
                    <a:pt x="32" y="92"/>
                    <a:pt x="32" y="92"/>
                    <a:pt x="32" y="92"/>
                  </a:cubicBezTo>
                  <a:cubicBezTo>
                    <a:pt x="32" y="92"/>
                    <a:pt x="32" y="92"/>
                    <a:pt x="32" y="92"/>
                  </a:cubicBezTo>
                  <a:cubicBezTo>
                    <a:pt x="33" y="93"/>
                    <a:pt x="33" y="93"/>
                    <a:pt x="33" y="93"/>
                  </a:cubicBezTo>
                  <a:cubicBezTo>
                    <a:pt x="33" y="93"/>
                    <a:pt x="33" y="93"/>
                    <a:pt x="33" y="93"/>
                  </a:cubicBezTo>
                  <a:cubicBezTo>
                    <a:pt x="34" y="94"/>
                    <a:pt x="34" y="94"/>
                    <a:pt x="34" y="94"/>
                  </a:cubicBezTo>
                  <a:cubicBezTo>
                    <a:pt x="34" y="94"/>
                    <a:pt x="34" y="94"/>
                    <a:pt x="34" y="94"/>
                  </a:cubicBezTo>
                  <a:cubicBezTo>
                    <a:pt x="35" y="95"/>
                    <a:pt x="35" y="95"/>
                    <a:pt x="35" y="95"/>
                  </a:cubicBezTo>
                  <a:cubicBezTo>
                    <a:pt x="35" y="95"/>
                    <a:pt x="35" y="95"/>
                    <a:pt x="35" y="95"/>
                  </a:cubicBezTo>
                  <a:cubicBezTo>
                    <a:pt x="36" y="96"/>
                    <a:pt x="36" y="96"/>
                    <a:pt x="36" y="96"/>
                  </a:cubicBezTo>
                  <a:cubicBezTo>
                    <a:pt x="36" y="96"/>
                    <a:pt x="36" y="96"/>
                    <a:pt x="36" y="96"/>
                  </a:cubicBezTo>
                  <a:cubicBezTo>
                    <a:pt x="36" y="97"/>
                    <a:pt x="36" y="97"/>
                    <a:pt x="36" y="97"/>
                  </a:cubicBezTo>
                  <a:cubicBezTo>
                    <a:pt x="37" y="97"/>
                    <a:pt x="37" y="97"/>
                    <a:pt x="37" y="97"/>
                  </a:cubicBezTo>
                  <a:cubicBezTo>
                    <a:pt x="37" y="98"/>
                    <a:pt x="37" y="98"/>
                    <a:pt x="37" y="98"/>
                  </a:cubicBezTo>
                  <a:cubicBezTo>
                    <a:pt x="38" y="98"/>
                    <a:pt x="38" y="98"/>
                    <a:pt x="38" y="98"/>
                  </a:cubicBezTo>
                  <a:cubicBezTo>
                    <a:pt x="38" y="98"/>
                    <a:pt x="38" y="98"/>
                    <a:pt x="38" y="98"/>
                  </a:cubicBezTo>
                  <a:cubicBezTo>
                    <a:pt x="39" y="99"/>
                    <a:pt x="39" y="99"/>
                    <a:pt x="39" y="99"/>
                  </a:cubicBezTo>
                  <a:cubicBezTo>
                    <a:pt x="39" y="99"/>
                    <a:pt x="39" y="99"/>
                    <a:pt x="39" y="99"/>
                  </a:cubicBezTo>
                  <a:cubicBezTo>
                    <a:pt x="40" y="100"/>
                    <a:pt x="40" y="100"/>
                    <a:pt x="40" y="100"/>
                  </a:cubicBezTo>
                  <a:cubicBezTo>
                    <a:pt x="40" y="100"/>
                    <a:pt x="40" y="100"/>
                    <a:pt x="40" y="100"/>
                  </a:cubicBezTo>
                  <a:cubicBezTo>
                    <a:pt x="41" y="101"/>
                    <a:pt x="41" y="101"/>
                    <a:pt x="41" y="101"/>
                  </a:cubicBezTo>
                  <a:cubicBezTo>
                    <a:pt x="41" y="101"/>
                    <a:pt x="41" y="101"/>
                    <a:pt x="41" y="101"/>
                  </a:cubicBezTo>
                  <a:cubicBezTo>
                    <a:pt x="42" y="102"/>
                    <a:pt x="42" y="102"/>
                    <a:pt x="42" y="102"/>
                  </a:cubicBezTo>
                  <a:cubicBezTo>
                    <a:pt x="42" y="102"/>
                    <a:pt x="42" y="102"/>
                    <a:pt x="42" y="102"/>
                  </a:cubicBezTo>
                  <a:cubicBezTo>
                    <a:pt x="43" y="103"/>
                    <a:pt x="43" y="103"/>
                    <a:pt x="43" y="103"/>
                  </a:cubicBezTo>
                  <a:cubicBezTo>
                    <a:pt x="43" y="103"/>
                    <a:pt x="43" y="103"/>
                    <a:pt x="43" y="103"/>
                  </a:cubicBezTo>
                  <a:cubicBezTo>
                    <a:pt x="44" y="104"/>
                    <a:pt x="44" y="104"/>
                    <a:pt x="44" y="104"/>
                  </a:cubicBezTo>
                  <a:cubicBezTo>
                    <a:pt x="44" y="104"/>
                    <a:pt x="44" y="104"/>
                    <a:pt x="44" y="104"/>
                  </a:cubicBezTo>
                  <a:cubicBezTo>
                    <a:pt x="45" y="105"/>
                    <a:pt x="45" y="105"/>
                    <a:pt x="45" y="105"/>
                  </a:cubicBezTo>
                  <a:cubicBezTo>
                    <a:pt x="45" y="105"/>
                    <a:pt x="45" y="105"/>
                    <a:pt x="45" y="105"/>
                  </a:cubicBezTo>
                  <a:cubicBezTo>
                    <a:pt x="45" y="106"/>
                    <a:pt x="45" y="106"/>
                    <a:pt x="45" y="106"/>
                  </a:cubicBezTo>
                  <a:cubicBezTo>
                    <a:pt x="46" y="106"/>
                    <a:pt x="46" y="106"/>
                    <a:pt x="46" y="106"/>
                  </a:cubicBezTo>
                  <a:cubicBezTo>
                    <a:pt x="46" y="107"/>
                    <a:pt x="46" y="107"/>
                    <a:pt x="46" y="107"/>
                  </a:cubicBezTo>
                  <a:cubicBezTo>
                    <a:pt x="47" y="107"/>
                    <a:pt x="47" y="107"/>
                    <a:pt x="47" y="107"/>
                  </a:cubicBezTo>
                  <a:cubicBezTo>
                    <a:pt x="47" y="107"/>
                    <a:pt x="47" y="107"/>
                    <a:pt x="47" y="107"/>
                  </a:cubicBezTo>
                  <a:cubicBezTo>
                    <a:pt x="48" y="108"/>
                    <a:pt x="48" y="108"/>
                    <a:pt x="48" y="108"/>
                  </a:cubicBezTo>
                  <a:cubicBezTo>
                    <a:pt x="48" y="108"/>
                    <a:pt x="48" y="108"/>
                    <a:pt x="48" y="108"/>
                  </a:cubicBezTo>
                  <a:cubicBezTo>
                    <a:pt x="49" y="109"/>
                    <a:pt x="49" y="109"/>
                    <a:pt x="49" y="109"/>
                  </a:cubicBezTo>
                  <a:cubicBezTo>
                    <a:pt x="49" y="109"/>
                    <a:pt x="49" y="109"/>
                    <a:pt x="49" y="109"/>
                  </a:cubicBezTo>
                  <a:cubicBezTo>
                    <a:pt x="50" y="110"/>
                    <a:pt x="50" y="110"/>
                    <a:pt x="50" y="110"/>
                  </a:cubicBezTo>
                  <a:cubicBezTo>
                    <a:pt x="50" y="110"/>
                    <a:pt x="50" y="110"/>
                    <a:pt x="50" y="110"/>
                  </a:cubicBezTo>
                  <a:cubicBezTo>
                    <a:pt x="51" y="111"/>
                    <a:pt x="51" y="111"/>
                    <a:pt x="51" y="111"/>
                  </a:cubicBezTo>
                  <a:cubicBezTo>
                    <a:pt x="51" y="111"/>
                    <a:pt x="51" y="111"/>
                    <a:pt x="51" y="111"/>
                  </a:cubicBezTo>
                  <a:cubicBezTo>
                    <a:pt x="52" y="112"/>
                    <a:pt x="52" y="112"/>
                    <a:pt x="52" y="112"/>
                  </a:cubicBezTo>
                  <a:cubicBezTo>
                    <a:pt x="52" y="112"/>
                    <a:pt x="52" y="112"/>
                    <a:pt x="52" y="112"/>
                  </a:cubicBezTo>
                  <a:cubicBezTo>
                    <a:pt x="53" y="113"/>
                    <a:pt x="53" y="113"/>
                    <a:pt x="53" y="113"/>
                  </a:cubicBezTo>
                  <a:cubicBezTo>
                    <a:pt x="53" y="113"/>
                    <a:pt x="53" y="113"/>
                    <a:pt x="53" y="113"/>
                  </a:cubicBezTo>
                  <a:cubicBezTo>
                    <a:pt x="53" y="114"/>
                    <a:pt x="53" y="114"/>
                    <a:pt x="53" y="114"/>
                  </a:cubicBezTo>
                  <a:cubicBezTo>
                    <a:pt x="54" y="114"/>
                    <a:pt x="54" y="114"/>
                    <a:pt x="54" y="114"/>
                  </a:cubicBezTo>
                  <a:cubicBezTo>
                    <a:pt x="54" y="114"/>
                    <a:pt x="54" y="114"/>
                    <a:pt x="54" y="114"/>
                  </a:cubicBezTo>
                  <a:cubicBezTo>
                    <a:pt x="91" y="110"/>
                    <a:pt x="120" y="79"/>
                    <a:pt x="120" y="40"/>
                  </a:cubicBezTo>
                  <a:cubicBezTo>
                    <a:pt x="120" y="33"/>
                    <a:pt x="119" y="26"/>
                    <a:pt x="117" y="19"/>
                  </a:cubicBezTo>
                  <a:cubicBezTo>
                    <a:pt x="117" y="19"/>
                    <a:pt x="117" y="19"/>
                    <a:pt x="117" y="19"/>
                  </a:cubicBezTo>
                  <a:lnTo>
                    <a:pt x="116" y="18"/>
                  </a:lnTo>
                  <a:close/>
                </a:path>
              </a:pathLst>
            </a:custGeom>
            <a:solidFill>
              <a:srgbClr val="C080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 name="Freeform 63"/>
            <p:cNvSpPr>
              <a:spLocks noEditPoints="1"/>
            </p:cNvSpPr>
            <p:nvPr/>
          </p:nvSpPr>
          <p:spPr bwMode="auto">
            <a:xfrm>
              <a:off x="7018411" y="5804046"/>
              <a:ext cx="562830" cy="469647"/>
            </a:xfrm>
            <a:custGeom>
              <a:avLst/>
              <a:gdLst>
                <a:gd name="T0" fmla="*/ 0 w 100"/>
                <a:gd name="T1" fmla="*/ 22 h 82"/>
                <a:gd name="T2" fmla="*/ 13 w 100"/>
                <a:gd name="T3" fmla="*/ 64 h 82"/>
                <a:gd name="T4" fmla="*/ 14 w 100"/>
                <a:gd name="T5" fmla="*/ 66 h 82"/>
                <a:gd name="T6" fmla="*/ 15 w 100"/>
                <a:gd name="T7" fmla="*/ 67 h 82"/>
                <a:gd name="T8" fmla="*/ 19 w 100"/>
                <a:gd name="T9" fmla="*/ 67 h 82"/>
                <a:gd name="T10" fmla="*/ 16 w 100"/>
                <a:gd name="T11" fmla="*/ 73 h 82"/>
                <a:gd name="T12" fmla="*/ 25 w 100"/>
                <a:gd name="T13" fmla="*/ 82 h 82"/>
                <a:gd name="T14" fmla="*/ 33 w 100"/>
                <a:gd name="T15" fmla="*/ 73 h 82"/>
                <a:gd name="T16" fmla="*/ 30 w 100"/>
                <a:gd name="T17" fmla="*/ 67 h 82"/>
                <a:gd name="T18" fmla="*/ 51 w 100"/>
                <a:gd name="T19" fmla="*/ 67 h 82"/>
                <a:gd name="T20" fmla="*/ 48 w 100"/>
                <a:gd name="T21" fmla="*/ 73 h 82"/>
                <a:gd name="T22" fmla="*/ 56 w 100"/>
                <a:gd name="T23" fmla="*/ 82 h 82"/>
                <a:gd name="T24" fmla="*/ 64 w 100"/>
                <a:gd name="T25" fmla="*/ 73 h 82"/>
                <a:gd name="T26" fmla="*/ 61 w 100"/>
                <a:gd name="T27" fmla="*/ 67 h 82"/>
                <a:gd name="T28" fmla="*/ 65 w 100"/>
                <a:gd name="T29" fmla="*/ 67 h 82"/>
                <a:gd name="T30" fmla="*/ 67 w 100"/>
                <a:gd name="T31" fmla="*/ 66 h 82"/>
                <a:gd name="T32" fmla="*/ 69 w 100"/>
                <a:gd name="T33" fmla="*/ 64 h 82"/>
                <a:gd name="T34" fmla="*/ 84 w 100"/>
                <a:gd name="T35" fmla="*/ 10 h 82"/>
                <a:gd name="T36" fmla="*/ 84 w 100"/>
                <a:gd name="T37" fmla="*/ 8 h 82"/>
                <a:gd name="T38" fmla="*/ 86 w 100"/>
                <a:gd name="T39" fmla="*/ 8 h 82"/>
                <a:gd name="T40" fmla="*/ 98 w 100"/>
                <a:gd name="T41" fmla="*/ 4 h 82"/>
                <a:gd name="T42" fmla="*/ 99 w 100"/>
                <a:gd name="T43" fmla="*/ 2 h 82"/>
                <a:gd name="T44" fmla="*/ 97 w 100"/>
                <a:gd name="T45" fmla="*/ 0 h 82"/>
                <a:gd name="T46" fmla="*/ 83 w 100"/>
                <a:gd name="T47" fmla="*/ 4 h 82"/>
                <a:gd name="T48" fmla="*/ 81 w 100"/>
                <a:gd name="T49" fmla="*/ 6 h 82"/>
                <a:gd name="T50" fmla="*/ 81 w 100"/>
                <a:gd name="T51" fmla="*/ 8 h 82"/>
                <a:gd name="T52" fmla="*/ 77 w 100"/>
                <a:gd name="T53" fmla="*/ 21 h 82"/>
                <a:gd name="T54" fmla="*/ 1 w 100"/>
                <a:gd name="T55" fmla="*/ 20 h 82"/>
                <a:gd name="T56" fmla="*/ 0 w 100"/>
                <a:gd name="T57" fmla="*/ 20 h 82"/>
                <a:gd name="T58" fmla="*/ 0 w 100"/>
                <a:gd name="T59" fmla="*/ 22 h 82"/>
                <a:gd name="T60" fmla="*/ 51 w 100"/>
                <a:gd name="T61" fmla="*/ 73 h 82"/>
                <a:gd name="T62" fmla="*/ 56 w 100"/>
                <a:gd name="T63" fmla="*/ 68 h 82"/>
                <a:gd name="T64" fmla="*/ 61 w 100"/>
                <a:gd name="T65" fmla="*/ 73 h 82"/>
                <a:gd name="T66" fmla="*/ 56 w 100"/>
                <a:gd name="T67" fmla="*/ 78 h 82"/>
                <a:gd name="T68" fmla="*/ 51 w 100"/>
                <a:gd name="T69" fmla="*/ 73 h 82"/>
                <a:gd name="T70" fmla="*/ 20 w 100"/>
                <a:gd name="T71" fmla="*/ 73 h 82"/>
                <a:gd name="T72" fmla="*/ 25 w 100"/>
                <a:gd name="T73" fmla="*/ 68 h 82"/>
                <a:gd name="T74" fmla="*/ 29 w 100"/>
                <a:gd name="T75" fmla="*/ 73 h 82"/>
                <a:gd name="T76" fmla="*/ 25 w 100"/>
                <a:gd name="T77" fmla="*/ 78 h 82"/>
                <a:gd name="T78" fmla="*/ 20 w 100"/>
                <a:gd name="T79" fmla="*/ 73 h 82"/>
                <a:gd name="T80" fmla="*/ 5 w 100"/>
                <a:gd name="T81" fmla="*/ 24 h 82"/>
                <a:gd name="T82" fmla="*/ 76 w 100"/>
                <a:gd name="T83" fmla="*/ 24 h 82"/>
                <a:gd name="T84" fmla="*/ 65 w 100"/>
                <a:gd name="T85" fmla="*/ 63 h 82"/>
                <a:gd name="T86" fmla="*/ 16 w 100"/>
                <a:gd name="T87" fmla="*/ 63 h 82"/>
                <a:gd name="T88" fmla="*/ 5 w 100"/>
                <a:gd name="T89" fmla="*/ 24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0" h="82">
                  <a:moveTo>
                    <a:pt x="0" y="22"/>
                  </a:moveTo>
                  <a:cubicBezTo>
                    <a:pt x="0" y="22"/>
                    <a:pt x="10" y="55"/>
                    <a:pt x="13" y="64"/>
                  </a:cubicBezTo>
                  <a:cubicBezTo>
                    <a:pt x="13" y="66"/>
                    <a:pt x="13" y="66"/>
                    <a:pt x="14" y="66"/>
                  </a:cubicBezTo>
                  <a:cubicBezTo>
                    <a:pt x="14" y="67"/>
                    <a:pt x="15" y="67"/>
                    <a:pt x="15" y="67"/>
                  </a:cubicBezTo>
                  <a:cubicBezTo>
                    <a:pt x="19" y="67"/>
                    <a:pt x="19" y="67"/>
                    <a:pt x="19" y="67"/>
                  </a:cubicBezTo>
                  <a:cubicBezTo>
                    <a:pt x="17" y="68"/>
                    <a:pt x="16" y="71"/>
                    <a:pt x="16" y="73"/>
                  </a:cubicBezTo>
                  <a:cubicBezTo>
                    <a:pt x="16" y="78"/>
                    <a:pt x="20" y="82"/>
                    <a:pt x="25" y="82"/>
                  </a:cubicBezTo>
                  <a:cubicBezTo>
                    <a:pt x="29" y="82"/>
                    <a:pt x="33" y="78"/>
                    <a:pt x="33" y="73"/>
                  </a:cubicBezTo>
                  <a:cubicBezTo>
                    <a:pt x="33" y="71"/>
                    <a:pt x="32" y="68"/>
                    <a:pt x="30" y="67"/>
                  </a:cubicBezTo>
                  <a:cubicBezTo>
                    <a:pt x="51" y="67"/>
                    <a:pt x="51" y="67"/>
                    <a:pt x="51" y="67"/>
                  </a:cubicBezTo>
                  <a:cubicBezTo>
                    <a:pt x="49" y="68"/>
                    <a:pt x="48" y="71"/>
                    <a:pt x="48" y="73"/>
                  </a:cubicBezTo>
                  <a:cubicBezTo>
                    <a:pt x="48" y="78"/>
                    <a:pt x="51" y="82"/>
                    <a:pt x="56" y="82"/>
                  </a:cubicBezTo>
                  <a:cubicBezTo>
                    <a:pt x="61" y="82"/>
                    <a:pt x="64" y="78"/>
                    <a:pt x="64" y="73"/>
                  </a:cubicBezTo>
                  <a:cubicBezTo>
                    <a:pt x="64" y="71"/>
                    <a:pt x="63" y="68"/>
                    <a:pt x="61" y="67"/>
                  </a:cubicBezTo>
                  <a:cubicBezTo>
                    <a:pt x="65" y="67"/>
                    <a:pt x="65" y="67"/>
                    <a:pt x="65" y="67"/>
                  </a:cubicBezTo>
                  <a:cubicBezTo>
                    <a:pt x="65" y="67"/>
                    <a:pt x="67" y="67"/>
                    <a:pt x="67" y="66"/>
                  </a:cubicBezTo>
                  <a:cubicBezTo>
                    <a:pt x="68" y="65"/>
                    <a:pt x="69" y="64"/>
                    <a:pt x="69" y="64"/>
                  </a:cubicBezTo>
                  <a:cubicBezTo>
                    <a:pt x="84" y="10"/>
                    <a:pt x="84" y="10"/>
                    <a:pt x="84" y="10"/>
                  </a:cubicBezTo>
                  <a:cubicBezTo>
                    <a:pt x="84" y="10"/>
                    <a:pt x="84" y="9"/>
                    <a:pt x="84" y="8"/>
                  </a:cubicBezTo>
                  <a:cubicBezTo>
                    <a:pt x="85" y="8"/>
                    <a:pt x="86" y="8"/>
                    <a:pt x="86" y="8"/>
                  </a:cubicBezTo>
                  <a:cubicBezTo>
                    <a:pt x="98" y="4"/>
                    <a:pt x="98" y="4"/>
                    <a:pt x="98" y="4"/>
                  </a:cubicBezTo>
                  <a:cubicBezTo>
                    <a:pt x="98" y="4"/>
                    <a:pt x="100" y="3"/>
                    <a:pt x="99" y="2"/>
                  </a:cubicBezTo>
                  <a:cubicBezTo>
                    <a:pt x="99" y="0"/>
                    <a:pt x="97" y="0"/>
                    <a:pt x="97" y="0"/>
                  </a:cubicBezTo>
                  <a:cubicBezTo>
                    <a:pt x="83" y="4"/>
                    <a:pt x="83" y="4"/>
                    <a:pt x="83" y="4"/>
                  </a:cubicBezTo>
                  <a:cubicBezTo>
                    <a:pt x="83" y="4"/>
                    <a:pt x="82" y="5"/>
                    <a:pt x="81" y="6"/>
                  </a:cubicBezTo>
                  <a:cubicBezTo>
                    <a:pt x="81" y="6"/>
                    <a:pt x="81" y="8"/>
                    <a:pt x="81" y="8"/>
                  </a:cubicBezTo>
                  <a:cubicBezTo>
                    <a:pt x="77" y="21"/>
                    <a:pt x="77" y="21"/>
                    <a:pt x="77" y="21"/>
                  </a:cubicBezTo>
                  <a:cubicBezTo>
                    <a:pt x="1" y="20"/>
                    <a:pt x="1" y="20"/>
                    <a:pt x="1" y="20"/>
                  </a:cubicBezTo>
                  <a:cubicBezTo>
                    <a:pt x="1" y="20"/>
                    <a:pt x="1" y="20"/>
                    <a:pt x="0" y="20"/>
                  </a:cubicBezTo>
                  <a:cubicBezTo>
                    <a:pt x="0" y="21"/>
                    <a:pt x="0" y="21"/>
                    <a:pt x="0" y="22"/>
                  </a:cubicBezTo>
                  <a:close/>
                  <a:moveTo>
                    <a:pt x="51" y="73"/>
                  </a:moveTo>
                  <a:cubicBezTo>
                    <a:pt x="51" y="71"/>
                    <a:pt x="53" y="68"/>
                    <a:pt x="56" y="68"/>
                  </a:cubicBezTo>
                  <a:cubicBezTo>
                    <a:pt x="59" y="68"/>
                    <a:pt x="61" y="71"/>
                    <a:pt x="61" y="73"/>
                  </a:cubicBezTo>
                  <a:cubicBezTo>
                    <a:pt x="61" y="76"/>
                    <a:pt x="59" y="78"/>
                    <a:pt x="56" y="78"/>
                  </a:cubicBezTo>
                  <a:cubicBezTo>
                    <a:pt x="53" y="78"/>
                    <a:pt x="51" y="76"/>
                    <a:pt x="51" y="73"/>
                  </a:cubicBezTo>
                  <a:close/>
                  <a:moveTo>
                    <a:pt x="20" y="73"/>
                  </a:moveTo>
                  <a:cubicBezTo>
                    <a:pt x="20" y="71"/>
                    <a:pt x="22" y="68"/>
                    <a:pt x="25" y="68"/>
                  </a:cubicBezTo>
                  <a:cubicBezTo>
                    <a:pt x="27" y="68"/>
                    <a:pt x="29" y="71"/>
                    <a:pt x="29" y="73"/>
                  </a:cubicBezTo>
                  <a:cubicBezTo>
                    <a:pt x="29" y="76"/>
                    <a:pt x="27" y="78"/>
                    <a:pt x="25" y="78"/>
                  </a:cubicBezTo>
                  <a:cubicBezTo>
                    <a:pt x="22" y="78"/>
                    <a:pt x="20" y="76"/>
                    <a:pt x="20" y="73"/>
                  </a:cubicBezTo>
                  <a:close/>
                  <a:moveTo>
                    <a:pt x="5" y="24"/>
                  </a:moveTo>
                  <a:cubicBezTo>
                    <a:pt x="76" y="24"/>
                    <a:pt x="76" y="24"/>
                    <a:pt x="76" y="24"/>
                  </a:cubicBezTo>
                  <a:cubicBezTo>
                    <a:pt x="65" y="63"/>
                    <a:pt x="65" y="63"/>
                    <a:pt x="65" y="63"/>
                  </a:cubicBezTo>
                  <a:cubicBezTo>
                    <a:pt x="16" y="63"/>
                    <a:pt x="16" y="63"/>
                    <a:pt x="16" y="63"/>
                  </a:cubicBezTo>
                  <a:lnTo>
                    <a:pt x="5" y="24"/>
                  </a:lnTo>
                  <a:close/>
                </a:path>
              </a:pathLst>
            </a:custGeom>
            <a:solidFill>
              <a:srgbClr val="EAE9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07" name="组合 106"/>
          <p:cNvGrpSpPr/>
          <p:nvPr/>
        </p:nvGrpSpPr>
        <p:grpSpPr>
          <a:xfrm>
            <a:off x="9915523" y="5555593"/>
            <a:ext cx="838098" cy="852900"/>
            <a:chOff x="5892751" y="5610224"/>
            <a:chExt cx="844245" cy="859155"/>
          </a:xfrm>
        </p:grpSpPr>
        <p:sp>
          <p:nvSpPr>
            <p:cNvPr id="97" name="Oval 64"/>
            <p:cNvSpPr>
              <a:spLocks noChangeArrowheads="1"/>
            </p:cNvSpPr>
            <p:nvPr/>
          </p:nvSpPr>
          <p:spPr bwMode="auto">
            <a:xfrm>
              <a:off x="5892751" y="5610224"/>
              <a:ext cx="844245" cy="859155"/>
            </a:xfrm>
            <a:prstGeom prst="ellipse">
              <a:avLst/>
            </a:prstGeom>
            <a:solidFill>
              <a:srgbClr val="269F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 name="Freeform 65"/>
            <p:cNvSpPr>
              <a:spLocks/>
            </p:cNvSpPr>
            <p:nvPr/>
          </p:nvSpPr>
          <p:spPr bwMode="auto">
            <a:xfrm>
              <a:off x="6066073" y="5764909"/>
              <a:ext cx="659741" cy="698879"/>
            </a:xfrm>
            <a:custGeom>
              <a:avLst/>
              <a:gdLst>
                <a:gd name="T0" fmla="*/ 115 w 117"/>
                <a:gd name="T1" fmla="*/ 50 h 122"/>
                <a:gd name="T2" fmla="*/ 114 w 117"/>
                <a:gd name="T3" fmla="*/ 49 h 122"/>
                <a:gd name="T4" fmla="*/ 112 w 117"/>
                <a:gd name="T5" fmla="*/ 47 h 122"/>
                <a:gd name="T6" fmla="*/ 111 w 117"/>
                <a:gd name="T7" fmla="*/ 46 h 122"/>
                <a:gd name="T8" fmla="*/ 109 w 117"/>
                <a:gd name="T9" fmla="*/ 44 h 122"/>
                <a:gd name="T10" fmla="*/ 108 w 117"/>
                <a:gd name="T11" fmla="*/ 43 h 122"/>
                <a:gd name="T12" fmla="*/ 107 w 117"/>
                <a:gd name="T13" fmla="*/ 42 h 122"/>
                <a:gd name="T14" fmla="*/ 105 w 117"/>
                <a:gd name="T15" fmla="*/ 40 h 122"/>
                <a:gd name="T16" fmla="*/ 104 w 117"/>
                <a:gd name="T17" fmla="*/ 39 h 122"/>
                <a:gd name="T18" fmla="*/ 102 w 117"/>
                <a:gd name="T19" fmla="*/ 37 h 122"/>
                <a:gd name="T20" fmla="*/ 101 w 117"/>
                <a:gd name="T21" fmla="*/ 36 h 122"/>
                <a:gd name="T22" fmla="*/ 100 w 117"/>
                <a:gd name="T23" fmla="*/ 35 h 122"/>
                <a:gd name="T24" fmla="*/ 98 w 117"/>
                <a:gd name="T25" fmla="*/ 33 h 122"/>
                <a:gd name="T26" fmla="*/ 97 w 117"/>
                <a:gd name="T27" fmla="*/ 32 h 122"/>
                <a:gd name="T28" fmla="*/ 95 w 117"/>
                <a:gd name="T29" fmla="*/ 30 h 122"/>
                <a:gd name="T30" fmla="*/ 94 w 117"/>
                <a:gd name="T31" fmla="*/ 29 h 122"/>
                <a:gd name="T32" fmla="*/ 92 w 117"/>
                <a:gd name="T33" fmla="*/ 27 h 122"/>
                <a:gd name="T34" fmla="*/ 91 w 117"/>
                <a:gd name="T35" fmla="*/ 26 h 122"/>
                <a:gd name="T36" fmla="*/ 90 w 117"/>
                <a:gd name="T37" fmla="*/ 25 h 122"/>
                <a:gd name="T38" fmla="*/ 88 w 117"/>
                <a:gd name="T39" fmla="*/ 23 h 122"/>
                <a:gd name="T40" fmla="*/ 87 w 117"/>
                <a:gd name="T41" fmla="*/ 22 h 122"/>
                <a:gd name="T42" fmla="*/ 85 w 117"/>
                <a:gd name="T43" fmla="*/ 20 h 122"/>
                <a:gd name="T44" fmla="*/ 84 w 117"/>
                <a:gd name="T45" fmla="*/ 19 h 122"/>
                <a:gd name="T46" fmla="*/ 83 w 117"/>
                <a:gd name="T47" fmla="*/ 18 h 122"/>
                <a:gd name="T48" fmla="*/ 81 w 117"/>
                <a:gd name="T49" fmla="*/ 16 h 122"/>
                <a:gd name="T50" fmla="*/ 80 w 117"/>
                <a:gd name="T51" fmla="*/ 15 h 122"/>
                <a:gd name="T52" fmla="*/ 78 w 117"/>
                <a:gd name="T53" fmla="*/ 13 h 122"/>
                <a:gd name="T54" fmla="*/ 77 w 117"/>
                <a:gd name="T55" fmla="*/ 12 h 122"/>
                <a:gd name="T56" fmla="*/ 75 w 117"/>
                <a:gd name="T57" fmla="*/ 10 h 122"/>
                <a:gd name="T58" fmla="*/ 74 w 117"/>
                <a:gd name="T59" fmla="*/ 9 h 122"/>
                <a:gd name="T60" fmla="*/ 73 w 117"/>
                <a:gd name="T61" fmla="*/ 8 h 122"/>
                <a:gd name="T62" fmla="*/ 44 w 117"/>
                <a:gd name="T63" fmla="*/ 2 h 122"/>
                <a:gd name="T64" fmla="*/ 1 w 117"/>
                <a:gd name="T65" fmla="*/ 39 h 122"/>
                <a:gd name="T66" fmla="*/ 3 w 117"/>
                <a:gd name="T67" fmla="*/ 42 h 122"/>
                <a:gd name="T68" fmla="*/ 4 w 117"/>
                <a:gd name="T69" fmla="*/ 83 h 122"/>
                <a:gd name="T70" fmla="*/ 6 w 117"/>
                <a:gd name="T71" fmla="*/ 84 h 122"/>
                <a:gd name="T72" fmla="*/ 7 w 117"/>
                <a:gd name="T73" fmla="*/ 86 h 122"/>
                <a:gd name="T74" fmla="*/ 8 w 117"/>
                <a:gd name="T75" fmla="*/ 87 h 122"/>
                <a:gd name="T76" fmla="*/ 10 w 117"/>
                <a:gd name="T77" fmla="*/ 89 h 122"/>
                <a:gd name="T78" fmla="*/ 11 w 117"/>
                <a:gd name="T79" fmla="*/ 90 h 122"/>
                <a:gd name="T80" fmla="*/ 13 w 117"/>
                <a:gd name="T81" fmla="*/ 92 h 122"/>
                <a:gd name="T82" fmla="*/ 14 w 117"/>
                <a:gd name="T83" fmla="*/ 93 h 122"/>
                <a:gd name="T84" fmla="*/ 15 w 117"/>
                <a:gd name="T85" fmla="*/ 94 h 122"/>
                <a:gd name="T86" fmla="*/ 17 w 117"/>
                <a:gd name="T87" fmla="*/ 96 h 122"/>
                <a:gd name="T88" fmla="*/ 18 w 117"/>
                <a:gd name="T89" fmla="*/ 97 h 122"/>
                <a:gd name="T90" fmla="*/ 20 w 117"/>
                <a:gd name="T91" fmla="*/ 99 h 122"/>
                <a:gd name="T92" fmla="*/ 21 w 117"/>
                <a:gd name="T93" fmla="*/ 100 h 122"/>
                <a:gd name="T94" fmla="*/ 23 w 117"/>
                <a:gd name="T95" fmla="*/ 101 h 122"/>
                <a:gd name="T96" fmla="*/ 24 w 117"/>
                <a:gd name="T97" fmla="*/ 103 h 122"/>
                <a:gd name="T98" fmla="*/ 25 w 117"/>
                <a:gd name="T99" fmla="*/ 104 h 122"/>
                <a:gd name="T100" fmla="*/ 27 w 117"/>
                <a:gd name="T101" fmla="*/ 106 h 122"/>
                <a:gd name="T102" fmla="*/ 28 w 117"/>
                <a:gd name="T103" fmla="*/ 107 h 122"/>
                <a:gd name="T104" fmla="*/ 30 w 117"/>
                <a:gd name="T105" fmla="*/ 109 h 122"/>
                <a:gd name="T106" fmla="*/ 31 w 117"/>
                <a:gd name="T107" fmla="*/ 110 h 122"/>
                <a:gd name="T108" fmla="*/ 32 w 117"/>
                <a:gd name="T109" fmla="*/ 111 h 122"/>
                <a:gd name="T110" fmla="*/ 34 w 117"/>
                <a:gd name="T111" fmla="*/ 113 h 122"/>
                <a:gd name="T112" fmla="*/ 35 w 117"/>
                <a:gd name="T113" fmla="*/ 114 h 122"/>
                <a:gd name="T114" fmla="*/ 37 w 117"/>
                <a:gd name="T115" fmla="*/ 116 h 122"/>
                <a:gd name="T116" fmla="*/ 38 w 117"/>
                <a:gd name="T117" fmla="*/ 117 h 122"/>
                <a:gd name="T118" fmla="*/ 40 w 117"/>
                <a:gd name="T119" fmla="*/ 118 h 122"/>
                <a:gd name="T120" fmla="*/ 41 w 117"/>
                <a:gd name="T121" fmla="*/ 120 h 122"/>
                <a:gd name="T122" fmla="*/ 42 w 117"/>
                <a:gd name="T123" fmla="*/ 121 h 122"/>
                <a:gd name="T124" fmla="*/ 117 w 117"/>
                <a:gd name="T125" fmla="*/ 51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7" h="122">
                  <a:moveTo>
                    <a:pt x="117" y="51"/>
                  </a:moveTo>
                  <a:cubicBezTo>
                    <a:pt x="116" y="51"/>
                    <a:pt x="116" y="51"/>
                    <a:pt x="116" y="51"/>
                  </a:cubicBezTo>
                  <a:cubicBezTo>
                    <a:pt x="116" y="51"/>
                    <a:pt x="116" y="51"/>
                    <a:pt x="116" y="51"/>
                  </a:cubicBezTo>
                  <a:cubicBezTo>
                    <a:pt x="116" y="51"/>
                    <a:pt x="116" y="51"/>
                    <a:pt x="116" y="51"/>
                  </a:cubicBezTo>
                  <a:cubicBezTo>
                    <a:pt x="116" y="50"/>
                    <a:pt x="116" y="50"/>
                    <a:pt x="116" y="50"/>
                  </a:cubicBezTo>
                  <a:cubicBezTo>
                    <a:pt x="115" y="50"/>
                    <a:pt x="115" y="50"/>
                    <a:pt x="115" y="50"/>
                  </a:cubicBezTo>
                  <a:cubicBezTo>
                    <a:pt x="115" y="50"/>
                    <a:pt x="115" y="50"/>
                    <a:pt x="115" y="50"/>
                  </a:cubicBezTo>
                  <a:cubicBezTo>
                    <a:pt x="115" y="50"/>
                    <a:pt x="115" y="50"/>
                    <a:pt x="115" y="50"/>
                  </a:cubicBezTo>
                  <a:cubicBezTo>
                    <a:pt x="115" y="49"/>
                    <a:pt x="115" y="49"/>
                    <a:pt x="115" y="49"/>
                  </a:cubicBezTo>
                  <a:cubicBezTo>
                    <a:pt x="114" y="49"/>
                    <a:pt x="114" y="49"/>
                    <a:pt x="114" y="49"/>
                  </a:cubicBezTo>
                  <a:cubicBezTo>
                    <a:pt x="114" y="49"/>
                    <a:pt x="114" y="49"/>
                    <a:pt x="114" y="49"/>
                  </a:cubicBezTo>
                  <a:cubicBezTo>
                    <a:pt x="114" y="49"/>
                    <a:pt x="114" y="49"/>
                    <a:pt x="114" y="49"/>
                  </a:cubicBezTo>
                  <a:cubicBezTo>
                    <a:pt x="114" y="48"/>
                    <a:pt x="114" y="48"/>
                    <a:pt x="114" y="48"/>
                  </a:cubicBezTo>
                  <a:cubicBezTo>
                    <a:pt x="113" y="48"/>
                    <a:pt x="113" y="48"/>
                    <a:pt x="113" y="48"/>
                  </a:cubicBezTo>
                  <a:cubicBezTo>
                    <a:pt x="113" y="48"/>
                    <a:pt x="113" y="48"/>
                    <a:pt x="113" y="48"/>
                  </a:cubicBezTo>
                  <a:cubicBezTo>
                    <a:pt x="113" y="48"/>
                    <a:pt x="113" y="48"/>
                    <a:pt x="113" y="48"/>
                  </a:cubicBezTo>
                  <a:cubicBezTo>
                    <a:pt x="113" y="47"/>
                    <a:pt x="113" y="47"/>
                    <a:pt x="113" y="47"/>
                  </a:cubicBezTo>
                  <a:cubicBezTo>
                    <a:pt x="112" y="47"/>
                    <a:pt x="112" y="47"/>
                    <a:pt x="112" y="47"/>
                  </a:cubicBezTo>
                  <a:cubicBezTo>
                    <a:pt x="112" y="47"/>
                    <a:pt x="112" y="47"/>
                    <a:pt x="112" y="47"/>
                  </a:cubicBezTo>
                  <a:cubicBezTo>
                    <a:pt x="112" y="47"/>
                    <a:pt x="112" y="47"/>
                    <a:pt x="112" y="47"/>
                  </a:cubicBezTo>
                  <a:cubicBezTo>
                    <a:pt x="112" y="46"/>
                    <a:pt x="112" y="46"/>
                    <a:pt x="112" y="46"/>
                  </a:cubicBezTo>
                  <a:cubicBezTo>
                    <a:pt x="111" y="46"/>
                    <a:pt x="111" y="46"/>
                    <a:pt x="111" y="46"/>
                  </a:cubicBezTo>
                  <a:cubicBezTo>
                    <a:pt x="111" y="46"/>
                    <a:pt x="111" y="46"/>
                    <a:pt x="111" y="46"/>
                  </a:cubicBezTo>
                  <a:cubicBezTo>
                    <a:pt x="111" y="46"/>
                    <a:pt x="111" y="46"/>
                    <a:pt x="111" y="46"/>
                  </a:cubicBezTo>
                  <a:cubicBezTo>
                    <a:pt x="111" y="45"/>
                    <a:pt x="111" y="45"/>
                    <a:pt x="111" y="45"/>
                  </a:cubicBezTo>
                  <a:cubicBezTo>
                    <a:pt x="110" y="45"/>
                    <a:pt x="110" y="45"/>
                    <a:pt x="110" y="45"/>
                  </a:cubicBezTo>
                  <a:cubicBezTo>
                    <a:pt x="110" y="45"/>
                    <a:pt x="110" y="45"/>
                    <a:pt x="110" y="45"/>
                  </a:cubicBezTo>
                  <a:cubicBezTo>
                    <a:pt x="110" y="45"/>
                    <a:pt x="110" y="45"/>
                    <a:pt x="110" y="45"/>
                  </a:cubicBezTo>
                  <a:cubicBezTo>
                    <a:pt x="110" y="44"/>
                    <a:pt x="110" y="44"/>
                    <a:pt x="110" y="44"/>
                  </a:cubicBezTo>
                  <a:cubicBezTo>
                    <a:pt x="109" y="44"/>
                    <a:pt x="109" y="44"/>
                    <a:pt x="109" y="44"/>
                  </a:cubicBezTo>
                  <a:cubicBezTo>
                    <a:pt x="109" y="44"/>
                    <a:pt x="109" y="44"/>
                    <a:pt x="109" y="44"/>
                  </a:cubicBezTo>
                  <a:cubicBezTo>
                    <a:pt x="109" y="44"/>
                    <a:pt x="109" y="44"/>
                    <a:pt x="109" y="44"/>
                  </a:cubicBezTo>
                  <a:cubicBezTo>
                    <a:pt x="109" y="44"/>
                    <a:pt x="109" y="44"/>
                    <a:pt x="109" y="44"/>
                  </a:cubicBezTo>
                  <a:cubicBezTo>
                    <a:pt x="109" y="44"/>
                    <a:pt x="109" y="44"/>
                    <a:pt x="109" y="44"/>
                  </a:cubicBezTo>
                  <a:cubicBezTo>
                    <a:pt x="109" y="43"/>
                    <a:pt x="109" y="43"/>
                    <a:pt x="109" y="43"/>
                  </a:cubicBezTo>
                  <a:cubicBezTo>
                    <a:pt x="108" y="43"/>
                    <a:pt x="108" y="43"/>
                    <a:pt x="108" y="43"/>
                  </a:cubicBezTo>
                  <a:cubicBezTo>
                    <a:pt x="108" y="43"/>
                    <a:pt x="108" y="43"/>
                    <a:pt x="108" y="43"/>
                  </a:cubicBezTo>
                  <a:cubicBezTo>
                    <a:pt x="108" y="43"/>
                    <a:pt x="108" y="43"/>
                    <a:pt x="108" y="43"/>
                  </a:cubicBezTo>
                  <a:cubicBezTo>
                    <a:pt x="108" y="42"/>
                    <a:pt x="108" y="42"/>
                    <a:pt x="108" y="42"/>
                  </a:cubicBezTo>
                  <a:cubicBezTo>
                    <a:pt x="107" y="42"/>
                    <a:pt x="107" y="42"/>
                    <a:pt x="107" y="42"/>
                  </a:cubicBezTo>
                  <a:cubicBezTo>
                    <a:pt x="107" y="42"/>
                    <a:pt x="107" y="42"/>
                    <a:pt x="107" y="42"/>
                  </a:cubicBezTo>
                  <a:cubicBezTo>
                    <a:pt x="107" y="42"/>
                    <a:pt x="107" y="42"/>
                    <a:pt x="107" y="42"/>
                  </a:cubicBezTo>
                  <a:cubicBezTo>
                    <a:pt x="107" y="41"/>
                    <a:pt x="107" y="41"/>
                    <a:pt x="107" y="41"/>
                  </a:cubicBezTo>
                  <a:cubicBezTo>
                    <a:pt x="106" y="41"/>
                    <a:pt x="106" y="41"/>
                    <a:pt x="106" y="41"/>
                  </a:cubicBezTo>
                  <a:cubicBezTo>
                    <a:pt x="106" y="41"/>
                    <a:pt x="106" y="41"/>
                    <a:pt x="106" y="41"/>
                  </a:cubicBezTo>
                  <a:cubicBezTo>
                    <a:pt x="106" y="41"/>
                    <a:pt x="106" y="41"/>
                    <a:pt x="106" y="41"/>
                  </a:cubicBezTo>
                  <a:cubicBezTo>
                    <a:pt x="106" y="40"/>
                    <a:pt x="106" y="40"/>
                    <a:pt x="106" y="40"/>
                  </a:cubicBezTo>
                  <a:cubicBezTo>
                    <a:pt x="105" y="40"/>
                    <a:pt x="105" y="40"/>
                    <a:pt x="105" y="40"/>
                  </a:cubicBezTo>
                  <a:cubicBezTo>
                    <a:pt x="105" y="40"/>
                    <a:pt x="105" y="40"/>
                    <a:pt x="105" y="40"/>
                  </a:cubicBezTo>
                  <a:cubicBezTo>
                    <a:pt x="105" y="40"/>
                    <a:pt x="105" y="40"/>
                    <a:pt x="105" y="40"/>
                  </a:cubicBezTo>
                  <a:cubicBezTo>
                    <a:pt x="105" y="39"/>
                    <a:pt x="105" y="39"/>
                    <a:pt x="105" y="39"/>
                  </a:cubicBezTo>
                  <a:cubicBezTo>
                    <a:pt x="104" y="39"/>
                    <a:pt x="104" y="39"/>
                    <a:pt x="104" y="39"/>
                  </a:cubicBezTo>
                  <a:cubicBezTo>
                    <a:pt x="104" y="39"/>
                    <a:pt x="104" y="39"/>
                    <a:pt x="104" y="39"/>
                  </a:cubicBezTo>
                  <a:cubicBezTo>
                    <a:pt x="104" y="39"/>
                    <a:pt x="104" y="39"/>
                    <a:pt x="104" y="39"/>
                  </a:cubicBezTo>
                  <a:cubicBezTo>
                    <a:pt x="104" y="38"/>
                    <a:pt x="104" y="38"/>
                    <a:pt x="104" y="38"/>
                  </a:cubicBezTo>
                  <a:cubicBezTo>
                    <a:pt x="103" y="38"/>
                    <a:pt x="103" y="38"/>
                    <a:pt x="103" y="38"/>
                  </a:cubicBezTo>
                  <a:cubicBezTo>
                    <a:pt x="103" y="38"/>
                    <a:pt x="103" y="38"/>
                    <a:pt x="103" y="38"/>
                  </a:cubicBezTo>
                  <a:cubicBezTo>
                    <a:pt x="103" y="38"/>
                    <a:pt x="103" y="38"/>
                    <a:pt x="103" y="38"/>
                  </a:cubicBezTo>
                  <a:cubicBezTo>
                    <a:pt x="103" y="37"/>
                    <a:pt x="103" y="37"/>
                    <a:pt x="103" y="37"/>
                  </a:cubicBezTo>
                  <a:cubicBezTo>
                    <a:pt x="102" y="37"/>
                    <a:pt x="102" y="37"/>
                    <a:pt x="102" y="37"/>
                  </a:cubicBezTo>
                  <a:cubicBezTo>
                    <a:pt x="102" y="37"/>
                    <a:pt x="102" y="37"/>
                    <a:pt x="102" y="37"/>
                  </a:cubicBezTo>
                  <a:cubicBezTo>
                    <a:pt x="102" y="37"/>
                    <a:pt x="102" y="37"/>
                    <a:pt x="102" y="37"/>
                  </a:cubicBezTo>
                  <a:cubicBezTo>
                    <a:pt x="102" y="36"/>
                    <a:pt x="102" y="36"/>
                    <a:pt x="102" y="36"/>
                  </a:cubicBezTo>
                  <a:cubicBezTo>
                    <a:pt x="101" y="36"/>
                    <a:pt x="101" y="36"/>
                    <a:pt x="101" y="36"/>
                  </a:cubicBezTo>
                  <a:cubicBezTo>
                    <a:pt x="101" y="36"/>
                    <a:pt x="101" y="36"/>
                    <a:pt x="101" y="36"/>
                  </a:cubicBezTo>
                  <a:cubicBezTo>
                    <a:pt x="101" y="36"/>
                    <a:pt x="101" y="36"/>
                    <a:pt x="101" y="36"/>
                  </a:cubicBezTo>
                  <a:cubicBezTo>
                    <a:pt x="101" y="36"/>
                    <a:pt x="101" y="36"/>
                    <a:pt x="101" y="36"/>
                  </a:cubicBezTo>
                  <a:cubicBezTo>
                    <a:pt x="100" y="35"/>
                    <a:pt x="100" y="35"/>
                    <a:pt x="100" y="35"/>
                  </a:cubicBezTo>
                  <a:cubicBezTo>
                    <a:pt x="100" y="35"/>
                    <a:pt x="100" y="35"/>
                    <a:pt x="100" y="35"/>
                  </a:cubicBezTo>
                  <a:cubicBezTo>
                    <a:pt x="100" y="35"/>
                    <a:pt x="100" y="35"/>
                    <a:pt x="100" y="35"/>
                  </a:cubicBezTo>
                  <a:cubicBezTo>
                    <a:pt x="100" y="35"/>
                    <a:pt x="100" y="35"/>
                    <a:pt x="100" y="35"/>
                  </a:cubicBezTo>
                  <a:cubicBezTo>
                    <a:pt x="100" y="35"/>
                    <a:pt x="100" y="35"/>
                    <a:pt x="100" y="35"/>
                  </a:cubicBezTo>
                  <a:cubicBezTo>
                    <a:pt x="100" y="34"/>
                    <a:pt x="100" y="34"/>
                    <a:pt x="100" y="34"/>
                  </a:cubicBezTo>
                  <a:cubicBezTo>
                    <a:pt x="99" y="34"/>
                    <a:pt x="99" y="34"/>
                    <a:pt x="99" y="34"/>
                  </a:cubicBezTo>
                  <a:cubicBezTo>
                    <a:pt x="99" y="34"/>
                    <a:pt x="99" y="34"/>
                    <a:pt x="99" y="34"/>
                  </a:cubicBezTo>
                  <a:cubicBezTo>
                    <a:pt x="99" y="34"/>
                    <a:pt x="99" y="34"/>
                    <a:pt x="99" y="34"/>
                  </a:cubicBezTo>
                  <a:cubicBezTo>
                    <a:pt x="99" y="33"/>
                    <a:pt x="99" y="33"/>
                    <a:pt x="99" y="33"/>
                  </a:cubicBezTo>
                  <a:cubicBezTo>
                    <a:pt x="98" y="33"/>
                    <a:pt x="98" y="33"/>
                    <a:pt x="98" y="33"/>
                  </a:cubicBezTo>
                  <a:cubicBezTo>
                    <a:pt x="98" y="33"/>
                    <a:pt x="98" y="33"/>
                    <a:pt x="98" y="33"/>
                  </a:cubicBezTo>
                  <a:cubicBezTo>
                    <a:pt x="98" y="33"/>
                    <a:pt x="98" y="33"/>
                    <a:pt x="98" y="33"/>
                  </a:cubicBezTo>
                  <a:cubicBezTo>
                    <a:pt x="98" y="32"/>
                    <a:pt x="98" y="32"/>
                    <a:pt x="98" y="32"/>
                  </a:cubicBezTo>
                  <a:cubicBezTo>
                    <a:pt x="97" y="32"/>
                    <a:pt x="97" y="32"/>
                    <a:pt x="97" y="32"/>
                  </a:cubicBezTo>
                  <a:cubicBezTo>
                    <a:pt x="97" y="32"/>
                    <a:pt x="97" y="32"/>
                    <a:pt x="97" y="32"/>
                  </a:cubicBezTo>
                  <a:cubicBezTo>
                    <a:pt x="97" y="32"/>
                    <a:pt x="97" y="32"/>
                    <a:pt x="97" y="32"/>
                  </a:cubicBezTo>
                  <a:cubicBezTo>
                    <a:pt x="97" y="31"/>
                    <a:pt x="97" y="31"/>
                    <a:pt x="97" y="31"/>
                  </a:cubicBezTo>
                  <a:cubicBezTo>
                    <a:pt x="96" y="31"/>
                    <a:pt x="96" y="31"/>
                    <a:pt x="96" y="31"/>
                  </a:cubicBezTo>
                  <a:cubicBezTo>
                    <a:pt x="96" y="31"/>
                    <a:pt x="96" y="31"/>
                    <a:pt x="96" y="31"/>
                  </a:cubicBezTo>
                  <a:cubicBezTo>
                    <a:pt x="96" y="31"/>
                    <a:pt x="96" y="31"/>
                    <a:pt x="96" y="31"/>
                  </a:cubicBezTo>
                  <a:cubicBezTo>
                    <a:pt x="96" y="30"/>
                    <a:pt x="96" y="30"/>
                    <a:pt x="96" y="30"/>
                  </a:cubicBezTo>
                  <a:cubicBezTo>
                    <a:pt x="95" y="30"/>
                    <a:pt x="95" y="30"/>
                    <a:pt x="95" y="30"/>
                  </a:cubicBezTo>
                  <a:cubicBezTo>
                    <a:pt x="95" y="30"/>
                    <a:pt x="95" y="30"/>
                    <a:pt x="95" y="30"/>
                  </a:cubicBezTo>
                  <a:cubicBezTo>
                    <a:pt x="95" y="30"/>
                    <a:pt x="95" y="30"/>
                    <a:pt x="95" y="30"/>
                  </a:cubicBezTo>
                  <a:cubicBezTo>
                    <a:pt x="95" y="29"/>
                    <a:pt x="95" y="29"/>
                    <a:pt x="95" y="29"/>
                  </a:cubicBezTo>
                  <a:cubicBezTo>
                    <a:pt x="94" y="29"/>
                    <a:pt x="94" y="29"/>
                    <a:pt x="94" y="29"/>
                  </a:cubicBezTo>
                  <a:cubicBezTo>
                    <a:pt x="94" y="29"/>
                    <a:pt x="94" y="29"/>
                    <a:pt x="94" y="29"/>
                  </a:cubicBezTo>
                  <a:cubicBezTo>
                    <a:pt x="94" y="29"/>
                    <a:pt x="94" y="29"/>
                    <a:pt x="94" y="29"/>
                  </a:cubicBezTo>
                  <a:cubicBezTo>
                    <a:pt x="94" y="28"/>
                    <a:pt x="94" y="28"/>
                    <a:pt x="94" y="28"/>
                  </a:cubicBezTo>
                  <a:cubicBezTo>
                    <a:pt x="93" y="28"/>
                    <a:pt x="93" y="28"/>
                    <a:pt x="93" y="28"/>
                  </a:cubicBezTo>
                  <a:cubicBezTo>
                    <a:pt x="93" y="28"/>
                    <a:pt x="93" y="28"/>
                    <a:pt x="93" y="28"/>
                  </a:cubicBezTo>
                  <a:cubicBezTo>
                    <a:pt x="93" y="28"/>
                    <a:pt x="93" y="28"/>
                    <a:pt x="93" y="28"/>
                  </a:cubicBezTo>
                  <a:cubicBezTo>
                    <a:pt x="93" y="27"/>
                    <a:pt x="93" y="27"/>
                    <a:pt x="93" y="27"/>
                  </a:cubicBezTo>
                  <a:cubicBezTo>
                    <a:pt x="92" y="27"/>
                    <a:pt x="92" y="27"/>
                    <a:pt x="92" y="27"/>
                  </a:cubicBezTo>
                  <a:cubicBezTo>
                    <a:pt x="92" y="27"/>
                    <a:pt x="92" y="27"/>
                    <a:pt x="92" y="27"/>
                  </a:cubicBezTo>
                  <a:cubicBezTo>
                    <a:pt x="92" y="27"/>
                    <a:pt x="92" y="27"/>
                    <a:pt x="92" y="27"/>
                  </a:cubicBezTo>
                  <a:cubicBezTo>
                    <a:pt x="92" y="27"/>
                    <a:pt x="92" y="27"/>
                    <a:pt x="92" y="27"/>
                  </a:cubicBezTo>
                  <a:cubicBezTo>
                    <a:pt x="91" y="27"/>
                    <a:pt x="91" y="27"/>
                    <a:pt x="91" y="27"/>
                  </a:cubicBezTo>
                  <a:cubicBezTo>
                    <a:pt x="92" y="26"/>
                    <a:pt x="92" y="26"/>
                    <a:pt x="92" y="26"/>
                  </a:cubicBezTo>
                  <a:cubicBezTo>
                    <a:pt x="91" y="26"/>
                    <a:pt x="91" y="26"/>
                    <a:pt x="91" y="26"/>
                  </a:cubicBezTo>
                  <a:cubicBezTo>
                    <a:pt x="91" y="26"/>
                    <a:pt x="91" y="26"/>
                    <a:pt x="91" y="26"/>
                  </a:cubicBezTo>
                  <a:cubicBezTo>
                    <a:pt x="91" y="26"/>
                    <a:pt x="91" y="26"/>
                    <a:pt x="91" y="26"/>
                  </a:cubicBezTo>
                  <a:cubicBezTo>
                    <a:pt x="91" y="25"/>
                    <a:pt x="91" y="25"/>
                    <a:pt x="91" y="25"/>
                  </a:cubicBezTo>
                  <a:cubicBezTo>
                    <a:pt x="90" y="25"/>
                    <a:pt x="90" y="25"/>
                    <a:pt x="90" y="25"/>
                  </a:cubicBezTo>
                  <a:cubicBezTo>
                    <a:pt x="90" y="25"/>
                    <a:pt x="90" y="25"/>
                    <a:pt x="90" y="25"/>
                  </a:cubicBezTo>
                  <a:cubicBezTo>
                    <a:pt x="90" y="25"/>
                    <a:pt x="90" y="25"/>
                    <a:pt x="90" y="25"/>
                  </a:cubicBezTo>
                  <a:cubicBezTo>
                    <a:pt x="90" y="24"/>
                    <a:pt x="90" y="24"/>
                    <a:pt x="90" y="24"/>
                  </a:cubicBezTo>
                  <a:cubicBezTo>
                    <a:pt x="89" y="24"/>
                    <a:pt x="89" y="24"/>
                    <a:pt x="89" y="24"/>
                  </a:cubicBezTo>
                  <a:cubicBezTo>
                    <a:pt x="89" y="24"/>
                    <a:pt x="89" y="24"/>
                    <a:pt x="89" y="24"/>
                  </a:cubicBezTo>
                  <a:cubicBezTo>
                    <a:pt x="89" y="24"/>
                    <a:pt x="89" y="24"/>
                    <a:pt x="89" y="24"/>
                  </a:cubicBezTo>
                  <a:cubicBezTo>
                    <a:pt x="89" y="23"/>
                    <a:pt x="89" y="23"/>
                    <a:pt x="89" y="23"/>
                  </a:cubicBezTo>
                  <a:cubicBezTo>
                    <a:pt x="88" y="23"/>
                    <a:pt x="88" y="23"/>
                    <a:pt x="88" y="23"/>
                  </a:cubicBezTo>
                  <a:cubicBezTo>
                    <a:pt x="88" y="23"/>
                    <a:pt x="88" y="23"/>
                    <a:pt x="88" y="23"/>
                  </a:cubicBezTo>
                  <a:cubicBezTo>
                    <a:pt x="88" y="23"/>
                    <a:pt x="88" y="23"/>
                    <a:pt x="88" y="23"/>
                  </a:cubicBezTo>
                  <a:cubicBezTo>
                    <a:pt x="88" y="22"/>
                    <a:pt x="88" y="22"/>
                    <a:pt x="88" y="22"/>
                  </a:cubicBezTo>
                  <a:cubicBezTo>
                    <a:pt x="87" y="22"/>
                    <a:pt x="87" y="22"/>
                    <a:pt x="87" y="22"/>
                  </a:cubicBezTo>
                  <a:cubicBezTo>
                    <a:pt x="87" y="22"/>
                    <a:pt x="87" y="22"/>
                    <a:pt x="87" y="22"/>
                  </a:cubicBezTo>
                  <a:cubicBezTo>
                    <a:pt x="87" y="22"/>
                    <a:pt x="87" y="22"/>
                    <a:pt x="87" y="22"/>
                  </a:cubicBezTo>
                  <a:cubicBezTo>
                    <a:pt x="87" y="21"/>
                    <a:pt x="87" y="21"/>
                    <a:pt x="87" y="21"/>
                  </a:cubicBezTo>
                  <a:cubicBezTo>
                    <a:pt x="86" y="21"/>
                    <a:pt x="86" y="21"/>
                    <a:pt x="86" y="21"/>
                  </a:cubicBezTo>
                  <a:cubicBezTo>
                    <a:pt x="86" y="21"/>
                    <a:pt x="86" y="21"/>
                    <a:pt x="86" y="21"/>
                  </a:cubicBezTo>
                  <a:cubicBezTo>
                    <a:pt x="86" y="21"/>
                    <a:pt x="86" y="21"/>
                    <a:pt x="86" y="21"/>
                  </a:cubicBezTo>
                  <a:cubicBezTo>
                    <a:pt x="86" y="20"/>
                    <a:pt x="86" y="20"/>
                    <a:pt x="86" y="20"/>
                  </a:cubicBezTo>
                  <a:cubicBezTo>
                    <a:pt x="85" y="20"/>
                    <a:pt x="85" y="20"/>
                    <a:pt x="85" y="20"/>
                  </a:cubicBezTo>
                  <a:cubicBezTo>
                    <a:pt x="85" y="20"/>
                    <a:pt x="85" y="20"/>
                    <a:pt x="85" y="20"/>
                  </a:cubicBezTo>
                  <a:cubicBezTo>
                    <a:pt x="85" y="20"/>
                    <a:pt x="85" y="20"/>
                    <a:pt x="85" y="20"/>
                  </a:cubicBezTo>
                  <a:cubicBezTo>
                    <a:pt x="85" y="19"/>
                    <a:pt x="85" y="19"/>
                    <a:pt x="85" y="19"/>
                  </a:cubicBezTo>
                  <a:cubicBezTo>
                    <a:pt x="84" y="19"/>
                    <a:pt x="84" y="19"/>
                    <a:pt x="84" y="19"/>
                  </a:cubicBezTo>
                  <a:cubicBezTo>
                    <a:pt x="84" y="19"/>
                    <a:pt x="84" y="19"/>
                    <a:pt x="84" y="19"/>
                  </a:cubicBezTo>
                  <a:cubicBezTo>
                    <a:pt x="84" y="19"/>
                    <a:pt x="84" y="19"/>
                    <a:pt x="84" y="19"/>
                  </a:cubicBezTo>
                  <a:cubicBezTo>
                    <a:pt x="84" y="18"/>
                    <a:pt x="84" y="18"/>
                    <a:pt x="84" y="18"/>
                  </a:cubicBezTo>
                  <a:cubicBezTo>
                    <a:pt x="83" y="18"/>
                    <a:pt x="83" y="18"/>
                    <a:pt x="83" y="18"/>
                  </a:cubicBezTo>
                  <a:cubicBezTo>
                    <a:pt x="83" y="18"/>
                    <a:pt x="83" y="18"/>
                    <a:pt x="83" y="18"/>
                  </a:cubicBezTo>
                  <a:cubicBezTo>
                    <a:pt x="83" y="18"/>
                    <a:pt x="83" y="18"/>
                    <a:pt x="83" y="18"/>
                  </a:cubicBezTo>
                  <a:cubicBezTo>
                    <a:pt x="83" y="18"/>
                    <a:pt x="83" y="18"/>
                    <a:pt x="83" y="18"/>
                  </a:cubicBezTo>
                  <a:cubicBezTo>
                    <a:pt x="83" y="18"/>
                    <a:pt x="83" y="18"/>
                    <a:pt x="83" y="18"/>
                  </a:cubicBezTo>
                  <a:cubicBezTo>
                    <a:pt x="83" y="17"/>
                    <a:pt x="83" y="17"/>
                    <a:pt x="83" y="17"/>
                  </a:cubicBezTo>
                  <a:cubicBezTo>
                    <a:pt x="82" y="17"/>
                    <a:pt x="82" y="17"/>
                    <a:pt x="82" y="17"/>
                  </a:cubicBezTo>
                  <a:cubicBezTo>
                    <a:pt x="82" y="17"/>
                    <a:pt x="82" y="17"/>
                    <a:pt x="82" y="17"/>
                  </a:cubicBezTo>
                  <a:cubicBezTo>
                    <a:pt x="82" y="17"/>
                    <a:pt x="82" y="17"/>
                    <a:pt x="82" y="17"/>
                  </a:cubicBezTo>
                  <a:cubicBezTo>
                    <a:pt x="82" y="16"/>
                    <a:pt x="82" y="16"/>
                    <a:pt x="82" y="16"/>
                  </a:cubicBezTo>
                  <a:cubicBezTo>
                    <a:pt x="81" y="16"/>
                    <a:pt x="81" y="16"/>
                    <a:pt x="81" y="16"/>
                  </a:cubicBezTo>
                  <a:cubicBezTo>
                    <a:pt x="81" y="16"/>
                    <a:pt x="81" y="16"/>
                    <a:pt x="81" y="16"/>
                  </a:cubicBezTo>
                  <a:cubicBezTo>
                    <a:pt x="81" y="16"/>
                    <a:pt x="81" y="16"/>
                    <a:pt x="81" y="16"/>
                  </a:cubicBezTo>
                  <a:cubicBezTo>
                    <a:pt x="81" y="15"/>
                    <a:pt x="81" y="15"/>
                    <a:pt x="81" y="15"/>
                  </a:cubicBezTo>
                  <a:cubicBezTo>
                    <a:pt x="80" y="15"/>
                    <a:pt x="80" y="15"/>
                    <a:pt x="80" y="15"/>
                  </a:cubicBezTo>
                  <a:cubicBezTo>
                    <a:pt x="80" y="15"/>
                    <a:pt x="80" y="15"/>
                    <a:pt x="80" y="15"/>
                  </a:cubicBezTo>
                  <a:cubicBezTo>
                    <a:pt x="80" y="15"/>
                    <a:pt x="80" y="15"/>
                    <a:pt x="80" y="15"/>
                  </a:cubicBezTo>
                  <a:cubicBezTo>
                    <a:pt x="80" y="14"/>
                    <a:pt x="80" y="14"/>
                    <a:pt x="80" y="14"/>
                  </a:cubicBezTo>
                  <a:cubicBezTo>
                    <a:pt x="79" y="14"/>
                    <a:pt x="79" y="14"/>
                    <a:pt x="79" y="14"/>
                  </a:cubicBezTo>
                  <a:cubicBezTo>
                    <a:pt x="79" y="14"/>
                    <a:pt x="79" y="14"/>
                    <a:pt x="79" y="14"/>
                  </a:cubicBezTo>
                  <a:cubicBezTo>
                    <a:pt x="79" y="14"/>
                    <a:pt x="79" y="14"/>
                    <a:pt x="79" y="14"/>
                  </a:cubicBezTo>
                  <a:cubicBezTo>
                    <a:pt x="79" y="13"/>
                    <a:pt x="79" y="13"/>
                    <a:pt x="79" y="13"/>
                  </a:cubicBezTo>
                  <a:cubicBezTo>
                    <a:pt x="78" y="13"/>
                    <a:pt x="78" y="13"/>
                    <a:pt x="78" y="13"/>
                  </a:cubicBezTo>
                  <a:cubicBezTo>
                    <a:pt x="78" y="13"/>
                    <a:pt x="78" y="13"/>
                    <a:pt x="78" y="13"/>
                  </a:cubicBezTo>
                  <a:cubicBezTo>
                    <a:pt x="78" y="13"/>
                    <a:pt x="78" y="13"/>
                    <a:pt x="78" y="13"/>
                  </a:cubicBezTo>
                  <a:cubicBezTo>
                    <a:pt x="78" y="12"/>
                    <a:pt x="78" y="12"/>
                    <a:pt x="78" y="12"/>
                  </a:cubicBezTo>
                  <a:cubicBezTo>
                    <a:pt x="77" y="12"/>
                    <a:pt x="77" y="12"/>
                    <a:pt x="77" y="12"/>
                  </a:cubicBezTo>
                  <a:cubicBezTo>
                    <a:pt x="77" y="12"/>
                    <a:pt x="77" y="12"/>
                    <a:pt x="77" y="12"/>
                  </a:cubicBezTo>
                  <a:cubicBezTo>
                    <a:pt x="77" y="12"/>
                    <a:pt x="77" y="12"/>
                    <a:pt x="77" y="12"/>
                  </a:cubicBezTo>
                  <a:cubicBezTo>
                    <a:pt x="77" y="11"/>
                    <a:pt x="77" y="11"/>
                    <a:pt x="77" y="11"/>
                  </a:cubicBezTo>
                  <a:cubicBezTo>
                    <a:pt x="76" y="11"/>
                    <a:pt x="76" y="11"/>
                    <a:pt x="76" y="11"/>
                  </a:cubicBezTo>
                  <a:cubicBezTo>
                    <a:pt x="76" y="11"/>
                    <a:pt x="76" y="11"/>
                    <a:pt x="76" y="11"/>
                  </a:cubicBezTo>
                  <a:cubicBezTo>
                    <a:pt x="76" y="11"/>
                    <a:pt x="76" y="11"/>
                    <a:pt x="76" y="11"/>
                  </a:cubicBezTo>
                  <a:cubicBezTo>
                    <a:pt x="76" y="10"/>
                    <a:pt x="76" y="10"/>
                    <a:pt x="76" y="10"/>
                  </a:cubicBezTo>
                  <a:cubicBezTo>
                    <a:pt x="75" y="10"/>
                    <a:pt x="75" y="10"/>
                    <a:pt x="75" y="10"/>
                  </a:cubicBezTo>
                  <a:cubicBezTo>
                    <a:pt x="75" y="10"/>
                    <a:pt x="75" y="10"/>
                    <a:pt x="75" y="10"/>
                  </a:cubicBezTo>
                  <a:cubicBezTo>
                    <a:pt x="75" y="10"/>
                    <a:pt x="75" y="10"/>
                    <a:pt x="75" y="10"/>
                  </a:cubicBezTo>
                  <a:cubicBezTo>
                    <a:pt x="75" y="10"/>
                    <a:pt x="75" y="10"/>
                    <a:pt x="75" y="10"/>
                  </a:cubicBezTo>
                  <a:cubicBezTo>
                    <a:pt x="74" y="10"/>
                    <a:pt x="74" y="10"/>
                    <a:pt x="74" y="10"/>
                  </a:cubicBezTo>
                  <a:cubicBezTo>
                    <a:pt x="75" y="9"/>
                    <a:pt x="75" y="9"/>
                    <a:pt x="75" y="9"/>
                  </a:cubicBezTo>
                  <a:cubicBezTo>
                    <a:pt x="74" y="9"/>
                    <a:pt x="74" y="9"/>
                    <a:pt x="74" y="9"/>
                  </a:cubicBezTo>
                  <a:cubicBezTo>
                    <a:pt x="74" y="9"/>
                    <a:pt x="74" y="9"/>
                    <a:pt x="74" y="9"/>
                  </a:cubicBezTo>
                  <a:cubicBezTo>
                    <a:pt x="74" y="9"/>
                    <a:pt x="74" y="9"/>
                    <a:pt x="74" y="9"/>
                  </a:cubicBezTo>
                  <a:cubicBezTo>
                    <a:pt x="74" y="8"/>
                    <a:pt x="74" y="8"/>
                    <a:pt x="74" y="8"/>
                  </a:cubicBezTo>
                  <a:cubicBezTo>
                    <a:pt x="73" y="8"/>
                    <a:pt x="73" y="8"/>
                    <a:pt x="73" y="8"/>
                  </a:cubicBezTo>
                  <a:cubicBezTo>
                    <a:pt x="73" y="8"/>
                    <a:pt x="73" y="8"/>
                    <a:pt x="73" y="8"/>
                  </a:cubicBezTo>
                  <a:cubicBezTo>
                    <a:pt x="73" y="8"/>
                    <a:pt x="73" y="8"/>
                    <a:pt x="73" y="8"/>
                  </a:cubicBezTo>
                  <a:cubicBezTo>
                    <a:pt x="73" y="7"/>
                    <a:pt x="73" y="7"/>
                    <a:pt x="73" y="7"/>
                  </a:cubicBezTo>
                  <a:cubicBezTo>
                    <a:pt x="72" y="7"/>
                    <a:pt x="72" y="7"/>
                    <a:pt x="72" y="7"/>
                  </a:cubicBezTo>
                  <a:cubicBezTo>
                    <a:pt x="72" y="7"/>
                    <a:pt x="72" y="7"/>
                    <a:pt x="72" y="7"/>
                  </a:cubicBezTo>
                  <a:cubicBezTo>
                    <a:pt x="63" y="6"/>
                    <a:pt x="63" y="6"/>
                    <a:pt x="63" y="6"/>
                  </a:cubicBezTo>
                  <a:cubicBezTo>
                    <a:pt x="63" y="20"/>
                    <a:pt x="63" y="20"/>
                    <a:pt x="63" y="20"/>
                  </a:cubicBezTo>
                  <a:cubicBezTo>
                    <a:pt x="44" y="2"/>
                    <a:pt x="44" y="2"/>
                    <a:pt x="44" y="2"/>
                  </a:cubicBezTo>
                  <a:cubicBezTo>
                    <a:pt x="43" y="0"/>
                    <a:pt x="43" y="0"/>
                    <a:pt x="43" y="0"/>
                  </a:cubicBezTo>
                  <a:cubicBezTo>
                    <a:pt x="0" y="38"/>
                    <a:pt x="0" y="38"/>
                    <a:pt x="0" y="38"/>
                  </a:cubicBezTo>
                  <a:cubicBezTo>
                    <a:pt x="0" y="39"/>
                    <a:pt x="0" y="39"/>
                    <a:pt x="0" y="39"/>
                  </a:cubicBezTo>
                  <a:cubicBezTo>
                    <a:pt x="0" y="39"/>
                    <a:pt x="0" y="39"/>
                    <a:pt x="0" y="39"/>
                  </a:cubicBezTo>
                  <a:cubicBezTo>
                    <a:pt x="1" y="39"/>
                    <a:pt x="1" y="39"/>
                    <a:pt x="1" y="39"/>
                  </a:cubicBezTo>
                  <a:cubicBezTo>
                    <a:pt x="1" y="39"/>
                    <a:pt x="1" y="39"/>
                    <a:pt x="1" y="39"/>
                  </a:cubicBezTo>
                  <a:cubicBezTo>
                    <a:pt x="1" y="40"/>
                    <a:pt x="1" y="40"/>
                    <a:pt x="1" y="40"/>
                  </a:cubicBezTo>
                  <a:cubicBezTo>
                    <a:pt x="2" y="40"/>
                    <a:pt x="2" y="40"/>
                    <a:pt x="2" y="40"/>
                  </a:cubicBezTo>
                  <a:cubicBezTo>
                    <a:pt x="2" y="41"/>
                    <a:pt x="2" y="41"/>
                    <a:pt x="2" y="41"/>
                  </a:cubicBezTo>
                  <a:cubicBezTo>
                    <a:pt x="2" y="41"/>
                    <a:pt x="2" y="41"/>
                    <a:pt x="2" y="41"/>
                  </a:cubicBezTo>
                  <a:cubicBezTo>
                    <a:pt x="3" y="41"/>
                    <a:pt x="3" y="41"/>
                    <a:pt x="3" y="41"/>
                  </a:cubicBezTo>
                  <a:cubicBezTo>
                    <a:pt x="3" y="42"/>
                    <a:pt x="3" y="42"/>
                    <a:pt x="3" y="42"/>
                  </a:cubicBezTo>
                  <a:cubicBezTo>
                    <a:pt x="4" y="42"/>
                    <a:pt x="4" y="42"/>
                    <a:pt x="4" y="42"/>
                  </a:cubicBezTo>
                  <a:cubicBezTo>
                    <a:pt x="4" y="43"/>
                    <a:pt x="4" y="43"/>
                    <a:pt x="4" y="43"/>
                  </a:cubicBezTo>
                  <a:cubicBezTo>
                    <a:pt x="3" y="83"/>
                    <a:pt x="3" y="83"/>
                    <a:pt x="3" y="83"/>
                  </a:cubicBezTo>
                  <a:cubicBezTo>
                    <a:pt x="4" y="83"/>
                    <a:pt x="4" y="83"/>
                    <a:pt x="4" y="83"/>
                  </a:cubicBezTo>
                  <a:cubicBezTo>
                    <a:pt x="4" y="83"/>
                    <a:pt x="4" y="83"/>
                    <a:pt x="4" y="83"/>
                  </a:cubicBezTo>
                  <a:cubicBezTo>
                    <a:pt x="4" y="83"/>
                    <a:pt x="4" y="83"/>
                    <a:pt x="4" y="83"/>
                  </a:cubicBezTo>
                  <a:cubicBezTo>
                    <a:pt x="4" y="83"/>
                    <a:pt x="4" y="83"/>
                    <a:pt x="4" y="83"/>
                  </a:cubicBezTo>
                  <a:cubicBezTo>
                    <a:pt x="5" y="83"/>
                    <a:pt x="5" y="83"/>
                    <a:pt x="5" y="83"/>
                  </a:cubicBezTo>
                  <a:cubicBezTo>
                    <a:pt x="5" y="84"/>
                    <a:pt x="5" y="84"/>
                    <a:pt x="5" y="84"/>
                  </a:cubicBezTo>
                  <a:cubicBezTo>
                    <a:pt x="5" y="84"/>
                    <a:pt x="5" y="84"/>
                    <a:pt x="5" y="84"/>
                  </a:cubicBezTo>
                  <a:cubicBezTo>
                    <a:pt x="5" y="84"/>
                    <a:pt x="5" y="84"/>
                    <a:pt x="5" y="84"/>
                  </a:cubicBezTo>
                  <a:cubicBezTo>
                    <a:pt x="6" y="84"/>
                    <a:pt x="6" y="84"/>
                    <a:pt x="6" y="84"/>
                  </a:cubicBezTo>
                  <a:cubicBezTo>
                    <a:pt x="6" y="85"/>
                    <a:pt x="6" y="85"/>
                    <a:pt x="6" y="85"/>
                  </a:cubicBezTo>
                  <a:cubicBezTo>
                    <a:pt x="6" y="85"/>
                    <a:pt x="6" y="85"/>
                    <a:pt x="6" y="85"/>
                  </a:cubicBezTo>
                  <a:cubicBezTo>
                    <a:pt x="6" y="85"/>
                    <a:pt x="6" y="85"/>
                    <a:pt x="6" y="85"/>
                  </a:cubicBezTo>
                  <a:cubicBezTo>
                    <a:pt x="6" y="85"/>
                    <a:pt x="6" y="85"/>
                    <a:pt x="6" y="85"/>
                  </a:cubicBezTo>
                  <a:cubicBezTo>
                    <a:pt x="6" y="86"/>
                    <a:pt x="6" y="86"/>
                    <a:pt x="6" y="86"/>
                  </a:cubicBezTo>
                  <a:cubicBezTo>
                    <a:pt x="7" y="86"/>
                    <a:pt x="7" y="86"/>
                    <a:pt x="7" y="86"/>
                  </a:cubicBezTo>
                  <a:cubicBezTo>
                    <a:pt x="7" y="86"/>
                    <a:pt x="7" y="86"/>
                    <a:pt x="7" y="86"/>
                  </a:cubicBezTo>
                  <a:cubicBezTo>
                    <a:pt x="7" y="86"/>
                    <a:pt x="7" y="86"/>
                    <a:pt x="7" y="86"/>
                  </a:cubicBezTo>
                  <a:cubicBezTo>
                    <a:pt x="7" y="87"/>
                    <a:pt x="7" y="87"/>
                    <a:pt x="7" y="87"/>
                  </a:cubicBezTo>
                  <a:cubicBezTo>
                    <a:pt x="8" y="87"/>
                    <a:pt x="8" y="87"/>
                    <a:pt x="8" y="87"/>
                  </a:cubicBezTo>
                  <a:cubicBezTo>
                    <a:pt x="8" y="87"/>
                    <a:pt x="8" y="87"/>
                    <a:pt x="8" y="87"/>
                  </a:cubicBezTo>
                  <a:cubicBezTo>
                    <a:pt x="8" y="87"/>
                    <a:pt x="8" y="87"/>
                    <a:pt x="8" y="87"/>
                  </a:cubicBezTo>
                  <a:cubicBezTo>
                    <a:pt x="8" y="88"/>
                    <a:pt x="8" y="88"/>
                    <a:pt x="8" y="88"/>
                  </a:cubicBezTo>
                  <a:cubicBezTo>
                    <a:pt x="9" y="88"/>
                    <a:pt x="9" y="88"/>
                    <a:pt x="9" y="88"/>
                  </a:cubicBezTo>
                  <a:cubicBezTo>
                    <a:pt x="9" y="88"/>
                    <a:pt x="9" y="88"/>
                    <a:pt x="9" y="88"/>
                  </a:cubicBezTo>
                  <a:cubicBezTo>
                    <a:pt x="9" y="88"/>
                    <a:pt x="9" y="88"/>
                    <a:pt x="9" y="88"/>
                  </a:cubicBezTo>
                  <a:cubicBezTo>
                    <a:pt x="9" y="89"/>
                    <a:pt x="9" y="89"/>
                    <a:pt x="9" y="89"/>
                  </a:cubicBezTo>
                  <a:cubicBezTo>
                    <a:pt x="10" y="89"/>
                    <a:pt x="10" y="89"/>
                    <a:pt x="10" y="89"/>
                  </a:cubicBezTo>
                  <a:cubicBezTo>
                    <a:pt x="10" y="89"/>
                    <a:pt x="10" y="89"/>
                    <a:pt x="10" y="89"/>
                  </a:cubicBezTo>
                  <a:cubicBezTo>
                    <a:pt x="10" y="89"/>
                    <a:pt x="10" y="89"/>
                    <a:pt x="10" y="89"/>
                  </a:cubicBezTo>
                  <a:cubicBezTo>
                    <a:pt x="10" y="90"/>
                    <a:pt x="10" y="90"/>
                    <a:pt x="10" y="90"/>
                  </a:cubicBezTo>
                  <a:cubicBezTo>
                    <a:pt x="11" y="90"/>
                    <a:pt x="11" y="90"/>
                    <a:pt x="11" y="90"/>
                  </a:cubicBezTo>
                  <a:cubicBezTo>
                    <a:pt x="11" y="90"/>
                    <a:pt x="11" y="90"/>
                    <a:pt x="11" y="90"/>
                  </a:cubicBezTo>
                  <a:cubicBezTo>
                    <a:pt x="11" y="90"/>
                    <a:pt x="11" y="90"/>
                    <a:pt x="11" y="90"/>
                  </a:cubicBezTo>
                  <a:cubicBezTo>
                    <a:pt x="11" y="91"/>
                    <a:pt x="11" y="91"/>
                    <a:pt x="11" y="91"/>
                  </a:cubicBezTo>
                  <a:cubicBezTo>
                    <a:pt x="12" y="91"/>
                    <a:pt x="12" y="91"/>
                    <a:pt x="12" y="91"/>
                  </a:cubicBezTo>
                  <a:cubicBezTo>
                    <a:pt x="12" y="91"/>
                    <a:pt x="12" y="91"/>
                    <a:pt x="12" y="91"/>
                  </a:cubicBezTo>
                  <a:cubicBezTo>
                    <a:pt x="12" y="91"/>
                    <a:pt x="12" y="91"/>
                    <a:pt x="12" y="91"/>
                  </a:cubicBezTo>
                  <a:cubicBezTo>
                    <a:pt x="12" y="92"/>
                    <a:pt x="12" y="92"/>
                    <a:pt x="12" y="92"/>
                  </a:cubicBezTo>
                  <a:cubicBezTo>
                    <a:pt x="13" y="92"/>
                    <a:pt x="13" y="92"/>
                    <a:pt x="13" y="92"/>
                  </a:cubicBezTo>
                  <a:cubicBezTo>
                    <a:pt x="13" y="92"/>
                    <a:pt x="13" y="92"/>
                    <a:pt x="13" y="92"/>
                  </a:cubicBezTo>
                  <a:cubicBezTo>
                    <a:pt x="13" y="92"/>
                    <a:pt x="13" y="92"/>
                    <a:pt x="13" y="92"/>
                  </a:cubicBezTo>
                  <a:cubicBezTo>
                    <a:pt x="13" y="92"/>
                    <a:pt x="13" y="92"/>
                    <a:pt x="13" y="92"/>
                  </a:cubicBezTo>
                  <a:cubicBezTo>
                    <a:pt x="14" y="92"/>
                    <a:pt x="14" y="92"/>
                    <a:pt x="14" y="92"/>
                  </a:cubicBezTo>
                  <a:cubicBezTo>
                    <a:pt x="14" y="93"/>
                    <a:pt x="14" y="93"/>
                    <a:pt x="14" y="93"/>
                  </a:cubicBezTo>
                  <a:cubicBezTo>
                    <a:pt x="14" y="93"/>
                    <a:pt x="14" y="93"/>
                    <a:pt x="14" y="93"/>
                  </a:cubicBezTo>
                  <a:cubicBezTo>
                    <a:pt x="14" y="93"/>
                    <a:pt x="14" y="93"/>
                    <a:pt x="14" y="93"/>
                  </a:cubicBezTo>
                  <a:cubicBezTo>
                    <a:pt x="15" y="93"/>
                    <a:pt x="15" y="93"/>
                    <a:pt x="15" y="93"/>
                  </a:cubicBezTo>
                  <a:cubicBezTo>
                    <a:pt x="14" y="94"/>
                    <a:pt x="14" y="94"/>
                    <a:pt x="14" y="94"/>
                  </a:cubicBezTo>
                  <a:cubicBezTo>
                    <a:pt x="15" y="94"/>
                    <a:pt x="15" y="94"/>
                    <a:pt x="15" y="94"/>
                  </a:cubicBezTo>
                  <a:cubicBezTo>
                    <a:pt x="15" y="94"/>
                    <a:pt x="15" y="94"/>
                    <a:pt x="15" y="94"/>
                  </a:cubicBezTo>
                  <a:cubicBezTo>
                    <a:pt x="15" y="94"/>
                    <a:pt x="15" y="94"/>
                    <a:pt x="15" y="94"/>
                  </a:cubicBezTo>
                  <a:cubicBezTo>
                    <a:pt x="15" y="95"/>
                    <a:pt x="15" y="95"/>
                    <a:pt x="15" y="95"/>
                  </a:cubicBezTo>
                  <a:cubicBezTo>
                    <a:pt x="16" y="95"/>
                    <a:pt x="16" y="95"/>
                    <a:pt x="16" y="95"/>
                  </a:cubicBezTo>
                  <a:cubicBezTo>
                    <a:pt x="16" y="95"/>
                    <a:pt x="16" y="95"/>
                    <a:pt x="16" y="95"/>
                  </a:cubicBezTo>
                  <a:cubicBezTo>
                    <a:pt x="16" y="95"/>
                    <a:pt x="16" y="95"/>
                    <a:pt x="16" y="95"/>
                  </a:cubicBezTo>
                  <a:cubicBezTo>
                    <a:pt x="16" y="96"/>
                    <a:pt x="16" y="96"/>
                    <a:pt x="16" y="96"/>
                  </a:cubicBezTo>
                  <a:cubicBezTo>
                    <a:pt x="17" y="96"/>
                    <a:pt x="17" y="96"/>
                    <a:pt x="17" y="96"/>
                  </a:cubicBezTo>
                  <a:cubicBezTo>
                    <a:pt x="17" y="96"/>
                    <a:pt x="17" y="96"/>
                    <a:pt x="17" y="96"/>
                  </a:cubicBezTo>
                  <a:cubicBezTo>
                    <a:pt x="17" y="96"/>
                    <a:pt x="17" y="96"/>
                    <a:pt x="17" y="96"/>
                  </a:cubicBezTo>
                  <a:cubicBezTo>
                    <a:pt x="17" y="97"/>
                    <a:pt x="17" y="97"/>
                    <a:pt x="17" y="97"/>
                  </a:cubicBezTo>
                  <a:cubicBezTo>
                    <a:pt x="18" y="97"/>
                    <a:pt x="18" y="97"/>
                    <a:pt x="18" y="97"/>
                  </a:cubicBezTo>
                  <a:cubicBezTo>
                    <a:pt x="18" y="97"/>
                    <a:pt x="18" y="97"/>
                    <a:pt x="18" y="97"/>
                  </a:cubicBezTo>
                  <a:cubicBezTo>
                    <a:pt x="18" y="97"/>
                    <a:pt x="18" y="97"/>
                    <a:pt x="18" y="97"/>
                  </a:cubicBezTo>
                  <a:cubicBezTo>
                    <a:pt x="18" y="98"/>
                    <a:pt x="18" y="98"/>
                    <a:pt x="18" y="98"/>
                  </a:cubicBezTo>
                  <a:cubicBezTo>
                    <a:pt x="19" y="98"/>
                    <a:pt x="19" y="98"/>
                    <a:pt x="19" y="98"/>
                  </a:cubicBezTo>
                  <a:cubicBezTo>
                    <a:pt x="19" y="98"/>
                    <a:pt x="19" y="98"/>
                    <a:pt x="19" y="98"/>
                  </a:cubicBezTo>
                  <a:cubicBezTo>
                    <a:pt x="19" y="98"/>
                    <a:pt x="19" y="98"/>
                    <a:pt x="19" y="98"/>
                  </a:cubicBezTo>
                  <a:cubicBezTo>
                    <a:pt x="19" y="99"/>
                    <a:pt x="19" y="99"/>
                    <a:pt x="19" y="99"/>
                  </a:cubicBezTo>
                  <a:cubicBezTo>
                    <a:pt x="20" y="99"/>
                    <a:pt x="20" y="99"/>
                    <a:pt x="20" y="99"/>
                  </a:cubicBezTo>
                  <a:cubicBezTo>
                    <a:pt x="20" y="99"/>
                    <a:pt x="20" y="99"/>
                    <a:pt x="20" y="99"/>
                  </a:cubicBezTo>
                  <a:cubicBezTo>
                    <a:pt x="20" y="99"/>
                    <a:pt x="20" y="99"/>
                    <a:pt x="20" y="99"/>
                  </a:cubicBezTo>
                  <a:cubicBezTo>
                    <a:pt x="20" y="100"/>
                    <a:pt x="20" y="100"/>
                    <a:pt x="20" y="100"/>
                  </a:cubicBezTo>
                  <a:cubicBezTo>
                    <a:pt x="21" y="100"/>
                    <a:pt x="21" y="100"/>
                    <a:pt x="21" y="100"/>
                  </a:cubicBezTo>
                  <a:cubicBezTo>
                    <a:pt x="21" y="100"/>
                    <a:pt x="21" y="100"/>
                    <a:pt x="21" y="100"/>
                  </a:cubicBezTo>
                  <a:cubicBezTo>
                    <a:pt x="21" y="100"/>
                    <a:pt x="21" y="100"/>
                    <a:pt x="21" y="100"/>
                  </a:cubicBezTo>
                  <a:cubicBezTo>
                    <a:pt x="21" y="100"/>
                    <a:pt x="21" y="100"/>
                    <a:pt x="21" y="100"/>
                  </a:cubicBezTo>
                  <a:cubicBezTo>
                    <a:pt x="22" y="101"/>
                    <a:pt x="22" y="101"/>
                    <a:pt x="22" y="101"/>
                  </a:cubicBezTo>
                  <a:cubicBezTo>
                    <a:pt x="22" y="101"/>
                    <a:pt x="22" y="101"/>
                    <a:pt x="22" y="101"/>
                  </a:cubicBezTo>
                  <a:cubicBezTo>
                    <a:pt x="22" y="101"/>
                    <a:pt x="22" y="101"/>
                    <a:pt x="22" y="101"/>
                  </a:cubicBezTo>
                  <a:cubicBezTo>
                    <a:pt x="22" y="101"/>
                    <a:pt x="22" y="101"/>
                    <a:pt x="22" y="101"/>
                  </a:cubicBezTo>
                  <a:cubicBezTo>
                    <a:pt x="23" y="101"/>
                    <a:pt x="23" y="101"/>
                    <a:pt x="23" y="101"/>
                  </a:cubicBezTo>
                  <a:cubicBezTo>
                    <a:pt x="23" y="102"/>
                    <a:pt x="23" y="102"/>
                    <a:pt x="23" y="102"/>
                  </a:cubicBezTo>
                  <a:cubicBezTo>
                    <a:pt x="23" y="102"/>
                    <a:pt x="23" y="102"/>
                    <a:pt x="23" y="102"/>
                  </a:cubicBezTo>
                  <a:cubicBezTo>
                    <a:pt x="23" y="102"/>
                    <a:pt x="23" y="102"/>
                    <a:pt x="23" y="102"/>
                  </a:cubicBezTo>
                  <a:cubicBezTo>
                    <a:pt x="23" y="102"/>
                    <a:pt x="23" y="102"/>
                    <a:pt x="23" y="102"/>
                  </a:cubicBezTo>
                  <a:cubicBezTo>
                    <a:pt x="23" y="103"/>
                    <a:pt x="23" y="103"/>
                    <a:pt x="23" y="103"/>
                  </a:cubicBezTo>
                  <a:cubicBezTo>
                    <a:pt x="24" y="103"/>
                    <a:pt x="24" y="103"/>
                    <a:pt x="24" y="103"/>
                  </a:cubicBezTo>
                  <a:cubicBezTo>
                    <a:pt x="24" y="103"/>
                    <a:pt x="24" y="103"/>
                    <a:pt x="24" y="103"/>
                  </a:cubicBezTo>
                  <a:cubicBezTo>
                    <a:pt x="24" y="103"/>
                    <a:pt x="24" y="103"/>
                    <a:pt x="24" y="103"/>
                  </a:cubicBezTo>
                  <a:cubicBezTo>
                    <a:pt x="24" y="104"/>
                    <a:pt x="24" y="104"/>
                    <a:pt x="24" y="104"/>
                  </a:cubicBezTo>
                  <a:cubicBezTo>
                    <a:pt x="25" y="104"/>
                    <a:pt x="25" y="104"/>
                    <a:pt x="25" y="104"/>
                  </a:cubicBezTo>
                  <a:cubicBezTo>
                    <a:pt x="25" y="104"/>
                    <a:pt x="25" y="104"/>
                    <a:pt x="25" y="104"/>
                  </a:cubicBezTo>
                  <a:cubicBezTo>
                    <a:pt x="25" y="104"/>
                    <a:pt x="25" y="104"/>
                    <a:pt x="25" y="104"/>
                  </a:cubicBezTo>
                  <a:cubicBezTo>
                    <a:pt x="25" y="105"/>
                    <a:pt x="25" y="105"/>
                    <a:pt x="25" y="105"/>
                  </a:cubicBezTo>
                  <a:cubicBezTo>
                    <a:pt x="26" y="105"/>
                    <a:pt x="26" y="105"/>
                    <a:pt x="26" y="105"/>
                  </a:cubicBezTo>
                  <a:cubicBezTo>
                    <a:pt x="26" y="105"/>
                    <a:pt x="26" y="105"/>
                    <a:pt x="26" y="105"/>
                  </a:cubicBezTo>
                  <a:cubicBezTo>
                    <a:pt x="26" y="105"/>
                    <a:pt x="26" y="105"/>
                    <a:pt x="26" y="105"/>
                  </a:cubicBezTo>
                  <a:cubicBezTo>
                    <a:pt x="26" y="106"/>
                    <a:pt x="26" y="106"/>
                    <a:pt x="26" y="106"/>
                  </a:cubicBezTo>
                  <a:cubicBezTo>
                    <a:pt x="27" y="106"/>
                    <a:pt x="27" y="106"/>
                    <a:pt x="27" y="106"/>
                  </a:cubicBezTo>
                  <a:cubicBezTo>
                    <a:pt x="27" y="106"/>
                    <a:pt x="27" y="106"/>
                    <a:pt x="27" y="106"/>
                  </a:cubicBezTo>
                  <a:cubicBezTo>
                    <a:pt x="27" y="106"/>
                    <a:pt x="27" y="106"/>
                    <a:pt x="27" y="106"/>
                  </a:cubicBezTo>
                  <a:cubicBezTo>
                    <a:pt x="27" y="107"/>
                    <a:pt x="27" y="107"/>
                    <a:pt x="27" y="107"/>
                  </a:cubicBezTo>
                  <a:cubicBezTo>
                    <a:pt x="28" y="107"/>
                    <a:pt x="28" y="107"/>
                    <a:pt x="28" y="107"/>
                  </a:cubicBezTo>
                  <a:cubicBezTo>
                    <a:pt x="28" y="107"/>
                    <a:pt x="28" y="107"/>
                    <a:pt x="28" y="107"/>
                  </a:cubicBezTo>
                  <a:cubicBezTo>
                    <a:pt x="28" y="107"/>
                    <a:pt x="28" y="107"/>
                    <a:pt x="28" y="107"/>
                  </a:cubicBezTo>
                  <a:cubicBezTo>
                    <a:pt x="28" y="108"/>
                    <a:pt x="28" y="108"/>
                    <a:pt x="28" y="108"/>
                  </a:cubicBezTo>
                  <a:cubicBezTo>
                    <a:pt x="29" y="108"/>
                    <a:pt x="29" y="108"/>
                    <a:pt x="29" y="108"/>
                  </a:cubicBezTo>
                  <a:cubicBezTo>
                    <a:pt x="29" y="108"/>
                    <a:pt x="29" y="108"/>
                    <a:pt x="29" y="108"/>
                  </a:cubicBezTo>
                  <a:cubicBezTo>
                    <a:pt x="29" y="108"/>
                    <a:pt x="29" y="108"/>
                    <a:pt x="29" y="108"/>
                  </a:cubicBezTo>
                  <a:cubicBezTo>
                    <a:pt x="29" y="109"/>
                    <a:pt x="29" y="109"/>
                    <a:pt x="29" y="109"/>
                  </a:cubicBezTo>
                  <a:cubicBezTo>
                    <a:pt x="30" y="109"/>
                    <a:pt x="30" y="109"/>
                    <a:pt x="30" y="109"/>
                  </a:cubicBezTo>
                  <a:cubicBezTo>
                    <a:pt x="30" y="109"/>
                    <a:pt x="30" y="109"/>
                    <a:pt x="30" y="109"/>
                  </a:cubicBezTo>
                  <a:cubicBezTo>
                    <a:pt x="30" y="109"/>
                    <a:pt x="30" y="109"/>
                    <a:pt x="30" y="109"/>
                  </a:cubicBezTo>
                  <a:cubicBezTo>
                    <a:pt x="30" y="109"/>
                    <a:pt x="30" y="109"/>
                    <a:pt x="30" y="109"/>
                  </a:cubicBezTo>
                  <a:cubicBezTo>
                    <a:pt x="31" y="109"/>
                    <a:pt x="31" y="109"/>
                    <a:pt x="31" y="109"/>
                  </a:cubicBezTo>
                  <a:cubicBezTo>
                    <a:pt x="31" y="110"/>
                    <a:pt x="31" y="110"/>
                    <a:pt x="31" y="110"/>
                  </a:cubicBezTo>
                  <a:cubicBezTo>
                    <a:pt x="31" y="110"/>
                    <a:pt x="31" y="110"/>
                    <a:pt x="31" y="110"/>
                  </a:cubicBezTo>
                  <a:cubicBezTo>
                    <a:pt x="31" y="110"/>
                    <a:pt x="31" y="110"/>
                    <a:pt x="31" y="110"/>
                  </a:cubicBezTo>
                  <a:cubicBezTo>
                    <a:pt x="32" y="110"/>
                    <a:pt x="32" y="110"/>
                    <a:pt x="32" y="110"/>
                  </a:cubicBezTo>
                  <a:cubicBezTo>
                    <a:pt x="31" y="111"/>
                    <a:pt x="31" y="111"/>
                    <a:pt x="31" y="111"/>
                  </a:cubicBezTo>
                  <a:cubicBezTo>
                    <a:pt x="32" y="111"/>
                    <a:pt x="32" y="111"/>
                    <a:pt x="32" y="111"/>
                  </a:cubicBezTo>
                  <a:cubicBezTo>
                    <a:pt x="32" y="111"/>
                    <a:pt x="32" y="111"/>
                    <a:pt x="32" y="111"/>
                  </a:cubicBezTo>
                  <a:cubicBezTo>
                    <a:pt x="32" y="111"/>
                    <a:pt x="32" y="111"/>
                    <a:pt x="32" y="111"/>
                  </a:cubicBezTo>
                  <a:cubicBezTo>
                    <a:pt x="32" y="112"/>
                    <a:pt x="32" y="112"/>
                    <a:pt x="32" y="112"/>
                  </a:cubicBezTo>
                  <a:cubicBezTo>
                    <a:pt x="33" y="112"/>
                    <a:pt x="33" y="112"/>
                    <a:pt x="33" y="112"/>
                  </a:cubicBezTo>
                  <a:cubicBezTo>
                    <a:pt x="33" y="112"/>
                    <a:pt x="33" y="112"/>
                    <a:pt x="33" y="112"/>
                  </a:cubicBezTo>
                  <a:cubicBezTo>
                    <a:pt x="33" y="112"/>
                    <a:pt x="33" y="112"/>
                    <a:pt x="33" y="112"/>
                  </a:cubicBezTo>
                  <a:cubicBezTo>
                    <a:pt x="33" y="113"/>
                    <a:pt x="33" y="113"/>
                    <a:pt x="33" y="113"/>
                  </a:cubicBezTo>
                  <a:cubicBezTo>
                    <a:pt x="34" y="113"/>
                    <a:pt x="34" y="113"/>
                    <a:pt x="34" y="113"/>
                  </a:cubicBezTo>
                  <a:cubicBezTo>
                    <a:pt x="34" y="113"/>
                    <a:pt x="34" y="113"/>
                    <a:pt x="34" y="113"/>
                  </a:cubicBezTo>
                  <a:cubicBezTo>
                    <a:pt x="34" y="113"/>
                    <a:pt x="34" y="113"/>
                    <a:pt x="34" y="113"/>
                  </a:cubicBezTo>
                  <a:cubicBezTo>
                    <a:pt x="34" y="114"/>
                    <a:pt x="34" y="114"/>
                    <a:pt x="34" y="114"/>
                  </a:cubicBezTo>
                  <a:cubicBezTo>
                    <a:pt x="35" y="114"/>
                    <a:pt x="35" y="114"/>
                    <a:pt x="35" y="114"/>
                  </a:cubicBezTo>
                  <a:cubicBezTo>
                    <a:pt x="35" y="114"/>
                    <a:pt x="35" y="114"/>
                    <a:pt x="35" y="114"/>
                  </a:cubicBezTo>
                  <a:cubicBezTo>
                    <a:pt x="35" y="114"/>
                    <a:pt x="35" y="114"/>
                    <a:pt x="35" y="114"/>
                  </a:cubicBezTo>
                  <a:cubicBezTo>
                    <a:pt x="35" y="115"/>
                    <a:pt x="35" y="115"/>
                    <a:pt x="35" y="115"/>
                  </a:cubicBezTo>
                  <a:cubicBezTo>
                    <a:pt x="36" y="115"/>
                    <a:pt x="36" y="115"/>
                    <a:pt x="36" y="115"/>
                  </a:cubicBezTo>
                  <a:cubicBezTo>
                    <a:pt x="36" y="115"/>
                    <a:pt x="36" y="115"/>
                    <a:pt x="36" y="115"/>
                  </a:cubicBezTo>
                  <a:cubicBezTo>
                    <a:pt x="36" y="115"/>
                    <a:pt x="36" y="115"/>
                    <a:pt x="36" y="115"/>
                  </a:cubicBezTo>
                  <a:cubicBezTo>
                    <a:pt x="36" y="116"/>
                    <a:pt x="36" y="116"/>
                    <a:pt x="36" y="116"/>
                  </a:cubicBezTo>
                  <a:cubicBezTo>
                    <a:pt x="37" y="116"/>
                    <a:pt x="37" y="116"/>
                    <a:pt x="37" y="116"/>
                  </a:cubicBezTo>
                  <a:cubicBezTo>
                    <a:pt x="37" y="116"/>
                    <a:pt x="37" y="116"/>
                    <a:pt x="37" y="116"/>
                  </a:cubicBezTo>
                  <a:cubicBezTo>
                    <a:pt x="37" y="116"/>
                    <a:pt x="37" y="116"/>
                    <a:pt x="37" y="116"/>
                  </a:cubicBezTo>
                  <a:cubicBezTo>
                    <a:pt x="37" y="117"/>
                    <a:pt x="37" y="117"/>
                    <a:pt x="37" y="117"/>
                  </a:cubicBezTo>
                  <a:cubicBezTo>
                    <a:pt x="38" y="117"/>
                    <a:pt x="38" y="117"/>
                    <a:pt x="38" y="117"/>
                  </a:cubicBezTo>
                  <a:cubicBezTo>
                    <a:pt x="38" y="117"/>
                    <a:pt x="38" y="117"/>
                    <a:pt x="38" y="117"/>
                  </a:cubicBezTo>
                  <a:cubicBezTo>
                    <a:pt x="38" y="117"/>
                    <a:pt x="38" y="117"/>
                    <a:pt x="38" y="117"/>
                  </a:cubicBezTo>
                  <a:cubicBezTo>
                    <a:pt x="38" y="118"/>
                    <a:pt x="38" y="118"/>
                    <a:pt x="38" y="118"/>
                  </a:cubicBezTo>
                  <a:cubicBezTo>
                    <a:pt x="39" y="118"/>
                    <a:pt x="39" y="118"/>
                    <a:pt x="39" y="118"/>
                  </a:cubicBezTo>
                  <a:cubicBezTo>
                    <a:pt x="39" y="118"/>
                    <a:pt x="39" y="118"/>
                    <a:pt x="39" y="118"/>
                  </a:cubicBezTo>
                  <a:cubicBezTo>
                    <a:pt x="39" y="118"/>
                    <a:pt x="39" y="118"/>
                    <a:pt x="39" y="118"/>
                  </a:cubicBezTo>
                  <a:cubicBezTo>
                    <a:pt x="39" y="118"/>
                    <a:pt x="39" y="118"/>
                    <a:pt x="39" y="118"/>
                  </a:cubicBezTo>
                  <a:cubicBezTo>
                    <a:pt x="40" y="118"/>
                    <a:pt x="40" y="118"/>
                    <a:pt x="40" y="118"/>
                  </a:cubicBezTo>
                  <a:cubicBezTo>
                    <a:pt x="40" y="119"/>
                    <a:pt x="40" y="119"/>
                    <a:pt x="40" y="119"/>
                  </a:cubicBezTo>
                  <a:cubicBezTo>
                    <a:pt x="40" y="119"/>
                    <a:pt x="40" y="119"/>
                    <a:pt x="40" y="119"/>
                  </a:cubicBezTo>
                  <a:cubicBezTo>
                    <a:pt x="40" y="119"/>
                    <a:pt x="40" y="119"/>
                    <a:pt x="40" y="119"/>
                  </a:cubicBezTo>
                  <a:cubicBezTo>
                    <a:pt x="40" y="119"/>
                    <a:pt x="40" y="119"/>
                    <a:pt x="40" y="119"/>
                  </a:cubicBezTo>
                  <a:cubicBezTo>
                    <a:pt x="40" y="120"/>
                    <a:pt x="40" y="120"/>
                    <a:pt x="40" y="120"/>
                  </a:cubicBezTo>
                  <a:cubicBezTo>
                    <a:pt x="41" y="120"/>
                    <a:pt x="41" y="120"/>
                    <a:pt x="41" y="120"/>
                  </a:cubicBezTo>
                  <a:cubicBezTo>
                    <a:pt x="41" y="120"/>
                    <a:pt x="41" y="120"/>
                    <a:pt x="41" y="120"/>
                  </a:cubicBezTo>
                  <a:cubicBezTo>
                    <a:pt x="41" y="120"/>
                    <a:pt x="41" y="120"/>
                    <a:pt x="41" y="120"/>
                  </a:cubicBezTo>
                  <a:cubicBezTo>
                    <a:pt x="41" y="121"/>
                    <a:pt x="41" y="121"/>
                    <a:pt x="41" y="121"/>
                  </a:cubicBezTo>
                  <a:cubicBezTo>
                    <a:pt x="42" y="121"/>
                    <a:pt x="42" y="121"/>
                    <a:pt x="42" y="121"/>
                  </a:cubicBezTo>
                  <a:cubicBezTo>
                    <a:pt x="42" y="121"/>
                    <a:pt x="42" y="121"/>
                    <a:pt x="42" y="121"/>
                  </a:cubicBezTo>
                  <a:cubicBezTo>
                    <a:pt x="42" y="121"/>
                    <a:pt x="42" y="121"/>
                    <a:pt x="42" y="121"/>
                  </a:cubicBezTo>
                  <a:cubicBezTo>
                    <a:pt x="42" y="122"/>
                    <a:pt x="42" y="122"/>
                    <a:pt x="42" y="122"/>
                  </a:cubicBezTo>
                  <a:cubicBezTo>
                    <a:pt x="43" y="122"/>
                    <a:pt x="43" y="122"/>
                    <a:pt x="43" y="122"/>
                  </a:cubicBezTo>
                  <a:cubicBezTo>
                    <a:pt x="43" y="122"/>
                    <a:pt x="43" y="122"/>
                    <a:pt x="43" y="122"/>
                  </a:cubicBezTo>
                  <a:cubicBezTo>
                    <a:pt x="82" y="122"/>
                    <a:pt x="115" y="91"/>
                    <a:pt x="117" y="52"/>
                  </a:cubicBezTo>
                  <a:cubicBezTo>
                    <a:pt x="117" y="52"/>
                    <a:pt x="117" y="52"/>
                    <a:pt x="117" y="52"/>
                  </a:cubicBezTo>
                  <a:lnTo>
                    <a:pt x="117" y="51"/>
                  </a:lnTo>
                  <a:close/>
                </a:path>
              </a:pathLst>
            </a:custGeom>
            <a:solidFill>
              <a:srgbClr val="1987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 name="Freeform 66"/>
            <p:cNvSpPr>
              <a:spLocks/>
            </p:cNvSpPr>
            <p:nvPr/>
          </p:nvSpPr>
          <p:spPr bwMode="auto">
            <a:xfrm>
              <a:off x="6094028" y="5811501"/>
              <a:ext cx="428645" cy="439828"/>
            </a:xfrm>
            <a:custGeom>
              <a:avLst/>
              <a:gdLst>
                <a:gd name="T0" fmla="*/ 118 w 230"/>
                <a:gd name="T1" fmla="*/ 0 h 236"/>
                <a:gd name="T2" fmla="*/ 3 w 230"/>
                <a:gd name="T3" fmla="*/ 104 h 236"/>
                <a:gd name="T4" fmla="*/ 0 w 230"/>
                <a:gd name="T5" fmla="*/ 230 h 236"/>
                <a:gd name="T6" fmla="*/ 67 w 230"/>
                <a:gd name="T7" fmla="*/ 230 h 236"/>
                <a:gd name="T8" fmla="*/ 67 w 230"/>
                <a:gd name="T9" fmla="*/ 129 h 236"/>
                <a:gd name="T10" fmla="*/ 163 w 230"/>
                <a:gd name="T11" fmla="*/ 129 h 236"/>
                <a:gd name="T12" fmla="*/ 163 w 230"/>
                <a:gd name="T13" fmla="*/ 233 h 236"/>
                <a:gd name="T14" fmla="*/ 230 w 230"/>
                <a:gd name="T15" fmla="*/ 236 h 236"/>
                <a:gd name="T16" fmla="*/ 230 w 230"/>
                <a:gd name="T17" fmla="*/ 110 h 236"/>
                <a:gd name="T18" fmla="*/ 118 w 230"/>
                <a:gd name="T19" fmla="*/ 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0" h="236">
                  <a:moveTo>
                    <a:pt x="118" y="0"/>
                  </a:moveTo>
                  <a:lnTo>
                    <a:pt x="3" y="104"/>
                  </a:lnTo>
                  <a:lnTo>
                    <a:pt x="0" y="230"/>
                  </a:lnTo>
                  <a:lnTo>
                    <a:pt x="67" y="230"/>
                  </a:lnTo>
                  <a:lnTo>
                    <a:pt x="67" y="129"/>
                  </a:lnTo>
                  <a:lnTo>
                    <a:pt x="163" y="129"/>
                  </a:lnTo>
                  <a:lnTo>
                    <a:pt x="163" y="233"/>
                  </a:lnTo>
                  <a:lnTo>
                    <a:pt x="230" y="236"/>
                  </a:lnTo>
                  <a:lnTo>
                    <a:pt x="230" y="110"/>
                  </a:lnTo>
                  <a:lnTo>
                    <a:pt x="118" y="0"/>
                  </a:lnTo>
                  <a:close/>
                </a:path>
              </a:pathLst>
            </a:custGeom>
            <a:solidFill>
              <a:srgbClr val="EAE9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 name="Freeform 67"/>
            <p:cNvSpPr>
              <a:spLocks/>
            </p:cNvSpPr>
            <p:nvPr/>
          </p:nvSpPr>
          <p:spPr bwMode="auto">
            <a:xfrm>
              <a:off x="6071664" y="5770500"/>
              <a:ext cx="478965" cy="240414"/>
            </a:xfrm>
            <a:custGeom>
              <a:avLst/>
              <a:gdLst>
                <a:gd name="T0" fmla="*/ 221 w 257"/>
                <a:gd name="T1" fmla="*/ 86 h 129"/>
                <a:gd name="T2" fmla="*/ 221 w 257"/>
                <a:gd name="T3" fmla="*/ 18 h 129"/>
                <a:gd name="T4" fmla="*/ 194 w 257"/>
                <a:gd name="T5" fmla="*/ 18 h 129"/>
                <a:gd name="T6" fmla="*/ 190 w 257"/>
                <a:gd name="T7" fmla="*/ 58 h 129"/>
                <a:gd name="T8" fmla="*/ 136 w 257"/>
                <a:gd name="T9" fmla="*/ 6 h 129"/>
                <a:gd name="T10" fmla="*/ 130 w 257"/>
                <a:gd name="T11" fmla="*/ 0 h 129"/>
                <a:gd name="T12" fmla="*/ 0 w 257"/>
                <a:gd name="T13" fmla="*/ 117 h 129"/>
                <a:gd name="T14" fmla="*/ 6 w 257"/>
                <a:gd name="T15" fmla="*/ 123 h 129"/>
                <a:gd name="T16" fmla="*/ 130 w 257"/>
                <a:gd name="T17" fmla="*/ 12 h 129"/>
                <a:gd name="T18" fmla="*/ 251 w 257"/>
                <a:gd name="T19" fmla="*/ 129 h 129"/>
                <a:gd name="T20" fmla="*/ 257 w 257"/>
                <a:gd name="T21" fmla="*/ 123 h 129"/>
                <a:gd name="T22" fmla="*/ 221 w 257"/>
                <a:gd name="T23" fmla="*/ 86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7" h="129">
                  <a:moveTo>
                    <a:pt x="221" y="86"/>
                  </a:moveTo>
                  <a:lnTo>
                    <a:pt x="221" y="18"/>
                  </a:lnTo>
                  <a:lnTo>
                    <a:pt x="194" y="18"/>
                  </a:lnTo>
                  <a:lnTo>
                    <a:pt x="190" y="58"/>
                  </a:lnTo>
                  <a:lnTo>
                    <a:pt x="136" y="6"/>
                  </a:lnTo>
                  <a:lnTo>
                    <a:pt x="130" y="0"/>
                  </a:lnTo>
                  <a:lnTo>
                    <a:pt x="0" y="117"/>
                  </a:lnTo>
                  <a:lnTo>
                    <a:pt x="6" y="123"/>
                  </a:lnTo>
                  <a:lnTo>
                    <a:pt x="130" y="12"/>
                  </a:lnTo>
                  <a:lnTo>
                    <a:pt x="251" y="129"/>
                  </a:lnTo>
                  <a:lnTo>
                    <a:pt x="257" y="123"/>
                  </a:lnTo>
                  <a:lnTo>
                    <a:pt x="221" y="86"/>
                  </a:lnTo>
                  <a:close/>
                </a:path>
              </a:pathLst>
            </a:custGeom>
            <a:solidFill>
              <a:srgbClr val="EAE9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110" name="Freeform 60"/>
          <p:cNvSpPr>
            <a:spLocks/>
          </p:cNvSpPr>
          <p:nvPr/>
        </p:nvSpPr>
        <p:spPr bwMode="auto">
          <a:xfrm>
            <a:off x="783743" y="4247946"/>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1" name="文本框 110"/>
          <p:cNvSpPr txBox="1"/>
          <p:nvPr/>
        </p:nvSpPr>
        <p:spPr>
          <a:xfrm>
            <a:off x="716895" y="5047547"/>
            <a:ext cx="3625585" cy="1421928"/>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右图由图表设置而成；</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可以更改数据及颜色；</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可以替换原有矢量图标；</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可以辅助文字加以说明。</a:t>
            </a:r>
            <a:endParaRPr lang="en-US" altLang="zh-CN" dirty="0">
              <a:solidFill>
                <a:prstClr val="black">
                  <a:lumMod val="65000"/>
                  <a:lumOff val="35000"/>
                </a:prstClr>
              </a:solidFill>
              <a:latin typeface="微软雅黑" panose="020B0503020204020204" pitchFamily="34" charset="-122"/>
            </a:endParaRPr>
          </a:p>
        </p:txBody>
      </p:sp>
      <p:sp>
        <p:nvSpPr>
          <p:cNvPr id="112" name="圆角矩形 111"/>
          <p:cNvSpPr/>
          <p:nvPr/>
        </p:nvSpPr>
        <p:spPr>
          <a:xfrm>
            <a:off x="1451435" y="4407231"/>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113" name="等腰三角形 112"/>
          <p:cNvSpPr/>
          <p:nvPr/>
        </p:nvSpPr>
        <p:spPr>
          <a:xfrm rot="16200000">
            <a:off x="1376803" y="4474775"/>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42" name="矩形 39"/>
          <p:cNvSpPr/>
          <p:nvPr/>
        </p:nvSpPr>
        <p:spPr>
          <a:xfrm>
            <a:off x="0" y="203088"/>
            <a:ext cx="1774845" cy="523220"/>
          </a:xfrm>
          <a:prstGeom prst="rect">
            <a:avLst/>
          </a:prstGeom>
          <a:noFill/>
        </p:spPr>
        <p:txBody>
          <a:bodyPr wrap="none" rtlCol="0">
            <a:spAutoFit/>
          </a:bodyPr>
          <a:lstStyle/>
          <a:p>
            <a:r>
              <a:rPr lang="zh-CN" altLang="en-US" sz="2800" b="1" dirty="0">
                <a:solidFill>
                  <a:schemeClr val="tx1">
                    <a:lumMod val="65000"/>
                    <a:lumOff val="35000"/>
                  </a:schemeClr>
                </a:solidFill>
              </a:rPr>
              <a:t>柱</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条形图</a:t>
            </a:r>
          </a:p>
        </p:txBody>
      </p:sp>
    </p:spTree>
    <p:extLst>
      <p:ext uri="{BB962C8B-B14F-4D97-AF65-F5344CB8AC3E}">
        <p14:creationId xmlns:p14="http://schemas.microsoft.com/office/powerpoint/2010/main" val="2124175027"/>
      </p:ext>
    </p:extLst>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组合 8"/>
          <p:cNvGrpSpPr/>
          <p:nvPr/>
        </p:nvGrpSpPr>
        <p:grpSpPr>
          <a:xfrm>
            <a:off x="6013450" y="2440800"/>
            <a:ext cx="900000" cy="3009600"/>
            <a:chOff x="6013451" y="2462213"/>
            <a:chExt cx="890587" cy="2986088"/>
          </a:xfrm>
        </p:grpSpPr>
        <p:sp>
          <p:nvSpPr>
            <p:cNvPr id="2130" name="Freeform 107"/>
            <p:cNvSpPr>
              <a:spLocks/>
            </p:cNvSpPr>
            <p:nvPr/>
          </p:nvSpPr>
          <p:spPr bwMode="auto">
            <a:xfrm>
              <a:off x="6013451" y="5245101"/>
              <a:ext cx="198437" cy="203200"/>
            </a:xfrm>
            <a:custGeom>
              <a:avLst/>
              <a:gdLst>
                <a:gd name="T0" fmla="*/ 0 w 125"/>
                <a:gd name="T1" fmla="*/ 128 h 128"/>
                <a:gd name="T2" fmla="*/ 125 w 125"/>
                <a:gd name="T3" fmla="*/ 128 h 128"/>
                <a:gd name="T4" fmla="*/ 0 w 125"/>
                <a:gd name="T5" fmla="*/ 0 h 128"/>
                <a:gd name="T6" fmla="*/ 0 w 125"/>
                <a:gd name="T7" fmla="*/ 128 h 128"/>
              </a:gdLst>
              <a:ahLst/>
              <a:cxnLst>
                <a:cxn ang="0">
                  <a:pos x="T0" y="T1"/>
                </a:cxn>
                <a:cxn ang="0">
                  <a:pos x="T2" y="T3"/>
                </a:cxn>
                <a:cxn ang="0">
                  <a:pos x="T4" y="T5"/>
                </a:cxn>
                <a:cxn ang="0">
                  <a:pos x="T6" y="T7"/>
                </a:cxn>
              </a:cxnLst>
              <a:rect l="0" t="0" r="r" b="b"/>
              <a:pathLst>
                <a:path w="125" h="128">
                  <a:moveTo>
                    <a:pt x="0" y="128"/>
                  </a:moveTo>
                  <a:lnTo>
                    <a:pt x="125" y="128"/>
                  </a:lnTo>
                  <a:lnTo>
                    <a:pt x="0" y="0"/>
                  </a:lnTo>
                  <a:lnTo>
                    <a:pt x="0" y="128"/>
                  </a:lnTo>
                  <a:close/>
                </a:path>
              </a:pathLst>
            </a:custGeom>
            <a:solidFill>
              <a:srgbClr val="EDED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31" name="Freeform 108"/>
            <p:cNvSpPr>
              <a:spLocks/>
            </p:cNvSpPr>
            <p:nvPr/>
          </p:nvSpPr>
          <p:spPr bwMode="auto">
            <a:xfrm>
              <a:off x="6013451" y="4979988"/>
              <a:ext cx="468312" cy="468312"/>
            </a:xfrm>
            <a:custGeom>
              <a:avLst/>
              <a:gdLst>
                <a:gd name="T0" fmla="*/ 0 w 295"/>
                <a:gd name="T1" fmla="*/ 167 h 295"/>
                <a:gd name="T2" fmla="*/ 125 w 295"/>
                <a:gd name="T3" fmla="*/ 295 h 295"/>
                <a:gd name="T4" fmla="*/ 295 w 295"/>
                <a:gd name="T5" fmla="*/ 295 h 295"/>
                <a:gd name="T6" fmla="*/ 0 w 295"/>
                <a:gd name="T7" fmla="*/ 0 h 295"/>
                <a:gd name="T8" fmla="*/ 0 w 295"/>
                <a:gd name="T9" fmla="*/ 167 h 295"/>
              </a:gdLst>
              <a:ahLst/>
              <a:cxnLst>
                <a:cxn ang="0">
                  <a:pos x="T0" y="T1"/>
                </a:cxn>
                <a:cxn ang="0">
                  <a:pos x="T2" y="T3"/>
                </a:cxn>
                <a:cxn ang="0">
                  <a:pos x="T4" y="T5"/>
                </a:cxn>
                <a:cxn ang="0">
                  <a:pos x="T6" y="T7"/>
                </a:cxn>
                <a:cxn ang="0">
                  <a:pos x="T8" y="T9"/>
                </a:cxn>
              </a:cxnLst>
              <a:rect l="0" t="0" r="r" b="b"/>
              <a:pathLst>
                <a:path w="295" h="295">
                  <a:moveTo>
                    <a:pt x="0" y="167"/>
                  </a:moveTo>
                  <a:lnTo>
                    <a:pt x="125" y="295"/>
                  </a:lnTo>
                  <a:lnTo>
                    <a:pt x="295" y="295"/>
                  </a:lnTo>
                  <a:lnTo>
                    <a:pt x="0" y="0"/>
                  </a:lnTo>
                  <a:lnTo>
                    <a:pt x="0" y="167"/>
                  </a:lnTo>
                  <a:close/>
                </a:path>
              </a:pathLst>
            </a:custGeom>
            <a:solidFill>
              <a:srgbClr val="A19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32" name="Freeform 109"/>
            <p:cNvSpPr>
              <a:spLocks/>
            </p:cNvSpPr>
            <p:nvPr/>
          </p:nvSpPr>
          <p:spPr bwMode="auto">
            <a:xfrm>
              <a:off x="6013451" y="4710113"/>
              <a:ext cx="733425" cy="738187"/>
            </a:xfrm>
            <a:custGeom>
              <a:avLst/>
              <a:gdLst>
                <a:gd name="T0" fmla="*/ 0 w 462"/>
                <a:gd name="T1" fmla="*/ 170 h 465"/>
                <a:gd name="T2" fmla="*/ 295 w 462"/>
                <a:gd name="T3" fmla="*/ 465 h 465"/>
                <a:gd name="T4" fmla="*/ 462 w 462"/>
                <a:gd name="T5" fmla="*/ 465 h 465"/>
                <a:gd name="T6" fmla="*/ 0 w 462"/>
                <a:gd name="T7" fmla="*/ 0 h 465"/>
                <a:gd name="T8" fmla="*/ 0 w 462"/>
                <a:gd name="T9" fmla="*/ 170 h 465"/>
              </a:gdLst>
              <a:ahLst/>
              <a:cxnLst>
                <a:cxn ang="0">
                  <a:pos x="T0" y="T1"/>
                </a:cxn>
                <a:cxn ang="0">
                  <a:pos x="T2" y="T3"/>
                </a:cxn>
                <a:cxn ang="0">
                  <a:pos x="T4" y="T5"/>
                </a:cxn>
                <a:cxn ang="0">
                  <a:pos x="T6" y="T7"/>
                </a:cxn>
                <a:cxn ang="0">
                  <a:pos x="T8" y="T9"/>
                </a:cxn>
              </a:cxnLst>
              <a:rect l="0" t="0" r="r" b="b"/>
              <a:pathLst>
                <a:path w="462" h="465">
                  <a:moveTo>
                    <a:pt x="0" y="170"/>
                  </a:moveTo>
                  <a:lnTo>
                    <a:pt x="295" y="465"/>
                  </a:lnTo>
                  <a:lnTo>
                    <a:pt x="462" y="465"/>
                  </a:lnTo>
                  <a:lnTo>
                    <a:pt x="0" y="0"/>
                  </a:lnTo>
                  <a:lnTo>
                    <a:pt x="0" y="170"/>
                  </a:lnTo>
                  <a:close/>
                </a:path>
              </a:pathLst>
            </a:custGeom>
            <a:solidFill>
              <a:srgbClr val="D5D5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33" name="Freeform 110"/>
            <p:cNvSpPr>
              <a:spLocks/>
            </p:cNvSpPr>
            <p:nvPr/>
          </p:nvSpPr>
          <p:spPr bwMode="auto">
            <a:xfrm>
              <a:off x="6013451" y="4446588"/>
              <a:ext cx="890587" cy="1001712"/>
            </a:xfrm>
            <a:custGeom>
              <a:avLst/>
              <a:gdLst>
                <a:gd name="T0" fmla="*/ 0 w 561"/>
                <a:gd name="T1" fmla="*/ 166 h 631"/>
                <a:gd name="T2" fmla="*/ 462 w 561"/>
                <a:gd name="T3" fmla="*/ 631 h 631"/>
                <a:gd name="T4" fmla="*/ 561 w 561"/>
                <a:gd name="T5" fmla="*/ 631 h 631"/>
                <a:gd name="T6" fmla="*/ 561 w 561"/>
                <a:gd name="T7" fmla="*/ 561 h 631"/>
                <a:gd name="T8" fmla="*/ 0 w 561"/>
                <a:gd name="T9" fmla="*/ 0 h 631"/>
                <a:gd name="T10" fmla="*/ 0 w 561"/>
                <a:gd name="T11" fmla="*/ 166 h 631"/>
              </a:gdLst>
              <a:ahLst/>
              <a:cxnLst>
                <a:cxn ang="0">
                  <a:pos x="T0" y="T1"/>
                </a:cxn>
                <a:cxn ang="0">
                  <a:pos x="T2" y="T3"/>
                </a:cxn>
                <a:cxn ang="0">
                  <a:pos x="T4" y="T5"/>
                </a:cxn>
                <a:cxn ang="0">
                  <a:pos x="T6" y="T7"/>
                </a:cxn>
                <a:cxn ang="0">
                  <a:pos x="T8" y="T9"/>
                </a:cxn>
                <a:cxn ang="0">
                  <a:pos x="T10" y="T11"/>
                </a:cxn>
              </a:cxnLst>
              <a:rect l="0" t="0" r="r" b="b"/>
              <a:pathLst>
                <a:path w="561" h="631">
                  <a:moveTo>
                    <a:pt x="0" y="166"/>
                  </a:moveTo>
                  <a:lnTo>
                    <a:pt x="462" y="631"/>
                  </a:lnTo>
                  <a:lnTo>
                    <a:pt x="561" y="631"/>
                  </a:lnTo>
                  <a:lnTo>
                    <a:pt x="561" y="561"/>
                  </a:lnTo>
                  <a:lnTo>
                    <a:pt x="0" y="0"/>
                  </a:lnTo>
                  <a:lnTo>
                    <a:pt x="0" y="166"/>
                  </a:lnTo>
                  <a:close/>
                </a:path>
              </a:pathLst>
            </a:custGeom>
            <a:solidFill>
              <a:srgbClr val="A19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34" name="Freeform 111"/>
            <p:cNvSpPr>
              <a:spLocks/>
            </p:cNvSpPr>
            <p:nvPr/>
          </p:nvSpPr>
          <p:spPr bwMode="auto">
            <a:xfrm>
              <a:off x="6013451" y="4176713"/>
              <a:ext cx="890587" cy="1160462"/>
            </a:xfrm>
            <a:custGeom>
              <a:avLst/>
              <a:gdLst>
                <a:gd name="T0" fmla="*/ 0 w 561"/>
                <a:gd name="T1" fmla="*/ 170 h 731"/>
                <a:gd name="T2" fmla="*/ 561 w 561"/>
                <a:gd name="T3" fmla="*/ 731 h 731"/>
                <a:gd name="T4" fmla="*/ 561 w 561"/>
                <a:gd name="T5" fmla="*/ 561 h 731"/>
                <a:gd name="T6" fmla="*/ 0 w 561"/>
                <a:gd name="T7" fmla="*/ 0 h 731"/>
                <a:gd name="T8" fmla="*/ 0 w 561"/>
                <a:gd name="T9" fmla="*/ 170 h 731"/>
              </a:gdLst>
              <a:ahLst/>
              <a:cxnLst>
                <a:cxn ang="0">
                  <a:pos x="T0" y="T1"/>
                </a:cxn>
                <a:cxn ang="0">
                  <a:pos x="T2" y="T3"/>
                </a:cxn>
                <a:cxn ang="0">
                  <a:pos x="T4" y="T5"/>
                </a:cxn>
                <a:cxn ang="0">
                  <a:pos x="T6" y="T7"/>
                </a:cxn>
                <a:cxn ang="0">
                  <a:pos x="T8" y="T9"/>
                </a:cxn>
              </a:cxnLst>
              <a:rect l="0" t="0" r="r" b="b"/>
              <a:pathLst>
                <a:path w="561" h="731">
                  <a:moveTo>
                    <a:pt x="0" y="170"/>
                  </a:moveTo>
                  <a:lnTo>
                    <a:pt x="561" y="731"/>
                  </a:lnTo>
                  <a:lnTo>
                    <a:pt x="561" y="561"/>
                  </a:lnTo>
                  <a:lnTo>
                    <a:pt x="0" y="0"/>
                  </a:lnTo>
                  <a:lnTo>
                    <a:pt x="0" y="170"/>
                  </a:lnTo>
                  <a:close/>
                </a:path>
              </a:pathLst>
            </a:custGeom>
            <a:solidFill>
              <a:srgbClr val="D5D5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35" name="Freeform 112"/>
            <p:cNvSpPr>
              <a:spLocks/>
            </p:cNvSpPr>
            <p:nvPr/>
          </p:nvSpPr>
          <p:spPr bwMode="auto">
            <a:xfrm>
              <a:off x="6013451" y="3911601"/>
              <a:ext cx="890587" cy="1155700"/>
            </a:xfrm>
            <a:custGeom>
              <a:avLst/>
              <a:gdLst>
                <a:gd name="T0" fmla="*/ 0 w 561"/>
                <a:gd name="T1" fmla="*/ 167 h 728"/>
                <a:gd name="T2" fmla="*/ 561 w 561"/>
                <a:gd name="T3" fmla="*/ 728 h 728"/>
                <a:gd name="T4" fmla="*/ 561 w 561"/>
                <a:gd name="T5" fmla="*/ 561 h 728"/>
                <a:gd name="T6" fmla="*/ 0 w 561"/>
                <a:gd name="T7" fmla="*/ 0 h 728"/>
                <a:gd name="T8" fmla="*/ 0 w 561"/>
                <a:gd name="T9" fmla="*/ 167 h 728"/>
              </a:gdLst>
              <a:ahLst/>
              <a:cxnLst>
                <a:cxn ang="0">
                  <a:pos x="T0" y="T1"/>
                </a:cxn>
                <a:cxn ang="0">
                  <a:pos x="T2" y="T3"/>
                </a:cxn>
                <a:cxn ang="0">
                  <a:pos x="T4" y="T5"/>
                </a:cxn>
                <a:cxn ang="0">
                  <a:pos x="T6" y="T7"/>
                </a:cxn>
                <a:cxn ang="0">
                  <a:pos x="T8" y="T9"/>
                </a:cxn>
              </a:cxnLst>
              <a:rect l="0" t="0" r="r" b="b"/>
              <a:pathLst>
                <a:path w="561" h="728">
                  <a:moveTo>
                    <a:pt x="0" y="167"/>
                  </a:moveTo>
                  <a:lnTo>
                    <a:pt x="561" y="728"/>
                  </a:lnTo>
                  <a:lnTo>
                    <a:pt x="561" y="561"/>
                  </a:lnTo>
                  <a:lnTo>
                    <a:pt x="0" y="0"/>
                  </a:lnTo>
                  <a:lnTo>
                    <a:pt x="0" y="167"/>
                  </a:lnTo>
                  <a:close/>
                </a:path>
              </a:pathLst>
            </a:custGeom>
            <a:solidFill>
              <a:srgbClr val="A19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36" name="Freeform 113"/>
            <p:cNvSpPr>
              <a:spLocks/>
            </p:cNvSpPr>
            <p:nvPr/>
          </p:nvSpPr>
          <p:spPr bwMode="auto">
            <a:xfrm>
              <a:off x="6013451" y="3641726"/>
              <a:ext cx="890587" cy="1160462"/>
            </a:xfrm>
            <a:custGeom>
              <a:avLst/>
              <a:gdLst>
                <a:gd name="T0" fmla="*/ 0 w 561"/>
                <a:gd name="T1" fmla="*/ 170 h 731"/>
                <a:gd name="T2" fmla="*/ 561 w 561"/>
                <a:gd name="T3" fmla="*/ 731 h 731"/>
                <a:gd name="T4" fmla="*/ 561 w 561"/>
                <a:gd name="T5" fmla="*/ 561 h 731"/>
                <a:gd name="T6" fmla="*/ 0 w 561"/>
                <a:gd name="T7" fmla="*/ 0 h 731"/>
                <a:gd name="T8" fmla="*/ 0 w 561"/>
                <a:gd name="T9" fmla="*/ 170 h 731"/>
              </a:gdLst>
              <a:ahLst/>
              <a:cxnLst>
                <a:cxn ang="0">
                  <a:pos x="T0" y="T1"/>
                </a:cxn>
                <a:cxn ang="0">
                  <a:pos x="T2" y="T3"/>
                </a:cxn>
                <a:cxn ang="0">
                  <a:pos x="T4" y="T5"/>
                </a:cxn>
                <a:cxn ang="0">
                  <a:pos x="T6" y="T7"/>
                </a:cxn>
                <a:cxn ang="0">
                  <a:pos x="T8" y="T9"/>
                </a:cxn>
              </a:cxnLst>
              <a:rect l="0" t="0" r="r" b="b"/>
              <a:pathLst>
                <a:path w="561" h="731">
                  <a:moveTo>
                    <a:pt x="0" y="170"/>
                  </a:moveTo>
                  <a:lnTo>
                    <a:pt x="561" y="731"/>
                  </a:lnTo>
                  <a:lnTo>
                    <a:pt x="561" y="561"/>
                  </a:lnTo>
                  <a:lnTo>
                    <a:pt x="0" y="0"/>
                  </a:lnTo>
                  <a:lnTo>
                    <a:pt x="0" y="170"/>
                  </a:lnTo>
                  <a:close/>
                </a:path>
              </a:pathLst>
            </a:custGeom>
            <a:solidFill>
              <a:srgbClr val="D5D5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37" name="Freeform 114"/>
            <p:cNvSpPr>
              <a:spLocks/>
            </p:cNvSpPr>
            <p:nvPr/>
          </p:nvSpPr>
          <p:spPr bwMode="auto">
            <a:xfrm>
              <a:off x="6013451" y="3378201"/>
              <a:ext cx="890587" cy="1154112"/>
            </a:xfrm>
            <a:custGeom>
              <a:avLst/>
              <a:gdLst>
                <a:gd name="T0" fmla="*/ 0 w 561"/>
                <a:gd name="T1" fmla="*/ 166 h 727"/>
                <a:gd name="T2" fmla="*/ 561 w 561"/>
                <a:gd name="T3" fmla="*/ 727 h 727"/>
                <a:gd name="T4" fmla="*/ 561 w 561"/>
                <a:gd name="T5" fmla="*/ 561 h 727"/>
                <a:gd name="T6" fmla="*/ 0 w 561"/>
                <a:gd name="T7" fmla="*/ 0 h 727"/>
                <a:gd name="T8" fmla="*/ 0 w 561"/>
                <a:gd name="T9" fmla="*/ 166 h 727"/>
              </a:gdLst>
              <a:ahLst/>
              <a:cxnLst>
                <a:cxn ang="0">
                  <a:pos x="T0" y="T1"/>
                </a:cxn>
                <a:cxn ang="0">
                  <a:pos x="T2" y="T3"/>
                </a:cxn>
                <a:cxn ang="0">
                  <a:pos x="T4" y="T5"/>
                </a:cxn>
                <a:cxn ang="0">
                  <a:pos x="T6" y="T7"/>
                </a:cxn>
                <a:cxn ang="0">
                  <a:pos x="T8" y="T9"/>
                </a:cxn>
              </a:cxnLst>
              <a:rect l="0" t="0" r="r" b="b"/>
              <a:pathLst>
                <a:path w="561" h="727">
                  <a:moveTo>
                    <a:pt x="0" y="166"/>
                  </a:moveTo>
                  <a:lnTo>
                    <a:pt x="561" y="727"/>
                  </a:lnTo>
                  <a:lnTo>
                    <a:pt x="561" y="561"/>
                  </a:lnTo>
                  <a:lnTo>
                    <a:pt x="0" y="0"/>
                  </a:lnTo>
                  <a:lnTo>
                    <a:pt x="0" y="166"/>
                  </a:lnTo>
                  <a:close/>
                </a:path>
              </a:pathLst>
            </a:custGeom>
            <a:solidFill>
              <a:srgbClr val="A19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38" name="Freeform 115"/>
            <p:cNvSpPr>
              <a:spLocks/>
            </p:cNvSpPr>
            <p:nvPr/>
          </p:nvSpPr>
          <p:spPr bwMode="auto">
            <a:xfrm>
              <a:off x="6013451" y="3108326"/>
              <a:ext cx="890587" cy="1160462"/>
            </a:xfrm>
            <a:custGeom>
              <a:avLst/>
              <a:gdLst>
                <a:gd name="T0" fmla="*/ 0 w 561"/>
                <a:gd name="T1" fmla="*/ 170 h 731"/>
                <a:gd name="T2" fmla="*/ 561 w 561"/>
                <a:gd name="T3" fmla="*/ 731 h 731"/>
                <a:gd name="T4" fmla="*/ 561 w 561"/>
                <a:gd name="T5" fmla="*/ 561 h 731"/>
                <a:gd name="T6" fmla="*/ 0 w 561"/>
                <a:gd name="T7" fmla="*/ 0 h 731"/>
                <a:gd name="T8" fmla="*/ 0 w 561"/>
                <a:gd name="T9" fmla="*/ 170 h 731"/>
              </a:gdLst>
              <a:ahLst/>
              <a:cxnLst>
                <a:cxn ang="0">
                  <a:pos x="T0" y="T1"/>
                </a:cxn>
                <a:cxn ang="0">
                  <a:pos x="T2" y="T3"/>
                </a:cxn>
                <a:cxn ang="0">
                  <a:pos x="T4" y="T5"/>
                </a:cxn>
                <a:cxn ang="0">
                  <a:pos x="T6" y="T7"/>
                </a:cxn>
                <a:cxn ang="0">
                  <a:pos x="T8" y="T9"/>
                </a:cxn>
              </a:cxnLst>
              <a:rect l="0" t="0" r="r" b="b"/>
              <a:pathLst>
                <a:path w="561" h="731">
                  <a:moveTo>
                    <a:pt x="0" y="170"/>
                  </a:moveTo>
                  <a:lnTo>
                    <a:pt x="561" y="731"/>
                  </a:lnTo>
                  <a:lnTo>
                    <a:pt x="561" y="561"/>
                  </a:lnTo>
                  <a:lnTo>
                    <a:pt x="0" y="0"/>
                  </a:lnTo>
                  <a:lnTo>
                    <a:pt x="0" y="170"/>
                  </a:lnTo>
                  <a:close/>
                </a:path>
              </a:pathLst>
            </a:custGeom>
            <a:solidFill>
              <a:srgbClr val="D5D5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39" name="Freeform 116"/>
            <p:cNvSpPr>
              <a:spLocks/>
            </p:cNvSpPr>
            <p:nvPr/>
          </p:nvSpPr>
          <p:spPr bwMode="auto">
            <a:xfrm>
              <a:off x="6013451" y="2838451"/>
              <a:ext cx="890587" cy="1160462"/>
            </a:xfrm>
            <a:custGeom>
              <a:avLst/>
              <a:gdLst>
                <a:gd name="T0" fmla="*/ 0 w 561"/>
                <a:gd name="T1" fmla="*/ 170 h 731"/>
                <a:gd name="T2" fmla="*/ 561 w 561"/>
                <a:gd name="T3" fmla="*/ 731 h 731"/>
                <a:gd name="T4" fmla="*/ 561 w 561"/>
                <a:gd name="T5" fmla="*/ 564 h 731"/>
                <a:gd name="T6" fmla="*/ 0 w 561"/>
                <a:gd name="T7" fmla="*/ 0 h 731"/>
                <a:gd name="T8" fmla="*/ 0 w 561"/>
                <a:gd name="T9" fmla="*/ 170 h 731"/>
              </a:gdLst>
              <a:ahLst/>
              <a:cxnLst>
                <a:cxn ang="0">
                  <a:pos x="T0" y="T1"/>
                </a:cxn>
                <a:cxn ang="0">
                  <a:pos x="T2" y="T3"/>
                </a:cxn>
                <a:cxn ang="0">
                  <a:pos x="T4" y="T5"/>
                </a:cxn>
                <a:cxn ang="0">
                  <a:pos x="T6" y="T7"/>
                </a:cxn>
                <a:cxn ang="0">
                  <a:pos x="T8" y="T9"/>
                </a:cxn>
              </a:cxnLst>
              <a:rect l="0" t="0" r="r" b="b"/>
              <a:pathLst>
                <a:path w="561" h="731">
                  <a:moveTo>
                    <a:pt x="0" y="170"/>
                  </a:moveTo>
                  <a:lnTo>
                    <a:pt x="561" y="731"/>
                  </a:lnTo>
                  <a:lnTo>
                    <a:pt x="561" y="564"/>
                  </a:lnTo>
                  <a:lnTo>
                    <a:pt x="0" y="0"/>
                  </a:lnTo>
                  <a:lnTo>
                    <a:pt x="0" y="170"/>
                  </a:lnTo>
                  <a:close/>
                </a:path>
              </a:pathLst>
            </a:custGeom>
            <a:solidFill>
              <a:srgbClr val="A19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40" name="Freeform 117"/>
            <p:cNvSpPr>
              <a:spLocks/>
            </p:cNvSpPr>
            <p:nvPr/>
          </p:nvSpPr>
          <p:spPr bwMode="auto">
            <a:xfrm>
              <a:off x="6013451" y="2573338"/>
              <a:ext cx="890587" cy="1160462"/>
            </a:xfrm>
            <a:custGeom>
              <a:avLst/>
              <a:gdLst>
                <a:gd name="T0" fmla="*/ 0 w 561"/>
                <a:gd name="T1" fmla="*/ 167 h 731"/>
                <a:gd name="T2" fmla="*/ 561 w 561"/>
                <a:gd name="T3" fmla="*/ 731 h 731"/>
                <a:gd name="T4" fmla="*/ 561 w 561"/>
                <a:gd name="T5" fmla="*/ 561 h 731"/>
                <a:gd name="T6" fmla="*/ 0 w 561"/>
                <a:gd name="T7" fmla="*/ 0 h 731"/>
                <a:gd name="T8" fmla="*/ 0 w 561"/>
                <a:gd name="T9" fmla="*/ 167 h 731"/>
              </a:gdLst>
              <a:ahLst/>
              <a:cxnLst>
                <a:cxn ang="0">
                  <a:pos x="T0" y="T1"/>
                </a:cxn>
                <a:cxn ang="0">
                  <a:pos x="T2" y="T3"/>
                </a:cxn>
                <a:cxn ang="0">
                  <a:pos x="T4" y="T5"/>
                </a:cxn>
                <a:cxn ang="0">
                  <a:pos x="T6" y="T7"/>
                </a:cxn>
                <a:cxn ang="0">
                  <a:pos x="T8" y="T9"/>
                </a:cxn>
              </a:cxnLst>
              <a:rect l="0" t="0" r="r" b="b"/>
              <a:pathLst>
                <a:path w="561" h="731">
                  <a:moveTo>
                    <a:pt x="0" y="167"/>
                  </a:moveTo>
                  <a:lnTo>
                    <a:pt x="561" y="731"/>
                  </a:lnTo>
                  <a:lnTo>
                    <a:pt x="561" y="561"/>
                  </a:lnTo>
                  <a:lnTo>
                    <a:pt x="0" y="0"/>
                  </a:lnTo>
                  <a:lnTo>
                    <a:pt x="0" y="167"/>
                  </a:lnTo>
                  <a:close/>
                </a:path>
              </a:pathLst>
            </a:custGeom>
            <a:solidFill>
              <a:srgbClr val="D5D5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41" name="Freeform 118"/>
            <p:cNvSpPr>
              <a:spLocks/>
            </p:cNvSpPr>
            <p:nvPr/>
          </p:nvSpPr>
          <p:spPr bwMode="auto">
            <a:xfrm>
              <a:off x="6013451" y="2462213"/>
              <a:ext cx="890587" cy="1001712"/>
            </a:xfrm>
            <a:custGeom>
              <a:avLst/>
              <a:gdLst>
                <a:gd name="T0" fmla="*/ 0 w 561"/>
                <a:gd name="T1" fmla="*/ 0 h 631"/>
                <a:gd name="T2" fmla="*/ 0 w 561"/>
                <a:gd name="T3" fmla="*/ 70 h 631"/>
                <a:gd name="T4" fmla="*/ 561 w 561"/>
                <a:gd name="T5" fmla="*/ 631 h 631"/>
                <a:gd name="T6" fmla="*/ 561 w 561"/>
                <a:gd name="T7" fmla="*/ 465 h 631"/>
                <a:gd name="T8" fmla="*/ 96 w 561"/>
                <a:gd name="T9" fmla="*/ 0 h 631"/>
                <a:gd name="T10" fmla="*/ 0 w 561"/>
                <a:gd name="T11" fmla="*/ 0 h 631"/>
              </a:gdLst>
              <a:ahLst/>
              <a:cxnLst>
                <a:cxn ang="0">
                  <a:pos x="T0" y="T1"/>
                </a:cxn>
                <a:cxn ang="0">
                  <a:pos x="T2" y="T3"/>
                </a:cxn>
                <a:cxn ang="0">
                  <a:pos x="T4" y="T5"/>
                </a:cxn>
                <a:cxn ang="0">
                  <a:pos x="T6" y="T7"/>
                </a:cxn>
                <a:cxn ang="0">
                  <a:pos x="T8" y="T9"/>
                </a:cxn>
                <a:cxn ang="0">
                  <a:pos x="T10" y="T11"/>
                </a:cxn>
              </a:cxnLst>
              <a:rect l="0" t="0" r="r" b="b"/>
              <a:pathLst>
                <a:path w="561" h="631">
                  <a:moveTo>
                    <a:pt x="0" y="0"/>
                  </a:moveTo>
                  <a:lnTo>
                    <a:pt x="0" y="70"/>
                  </a:lnTo>
                  <a:lnTo>
                    <a:pt x="561" y="631"/>
                  </a:lnTo>
                  <a:lnTo>
                    <a:pt x="561" y="465"/>
                  </a:lnTo>
                  <a:lnTo>
                    <a:pt x="96" y="0"/>
                  </a:lnTo>
                  <a:lnTo>
                    <a:pt x="0" y="0"/>
                  </a:lnTo>
                  <a:close/>
                </a:path>
              </a:pathLst>
            </a:custGeom>
            <a:solidFill>
              <a:srgbClr val="A19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42" name="Freeform 119"/>
            <p:cNvSpPr>
              <a:spLocks/>
            </p:cNvSpPr>
            <p:nvPr/>
          </p:nvSpPr>
          <p:spPr bwMode="auto">
            <a:xfrm>
              <a:off x="6165851" y="2462213"/>
              <a:ext cx="738187" cy="738187"/>
            </a:xfrm>
            <a:custGeom>
              <a:avLst/>
              <a:gdLst>
                <a:gd name="T0" fmla="*/ 0 w 465"/>
                <a:gd name="T1" fmla="*/ 0 h 465"/>
                <a:gd name="T2" fmla="*/ 465 w 465"/>
                <a:gd name="T3" fmla="*/ 465 h 465"/>
                <a:gd name="T4" fmla="*/ 465 w 465"/>
                <a:gd name="T5" fmla="*/ 295 h 465"/>
                <a:gd name="T6" fmla="*/ 167 w 465"/>
                <a:gd name="T7" fmla="*/ 0 h 465"/>
                <a:gd name="T8" fmla="*/ 0 w 465"/>
                <a:gd name="T9" fmla="*/ 0 h 465"/>
              </a:gdLst>
              <a:ahLst/>
              <a:cxnLst>
                <a:cxn ang="0">
                  <a:pos x="T0" y="T1"/>
                </a:cxn>
                <a:cxn ang="0">
                  <a:pos x="T2" y="T3"/>
                </a:cxn>
                <a:cxn ang="0">
                  <a:pos x="T4" y="T5"/>
                </a:cxn>
                <a:cxn ang="0">
                  <a:pos x="T6" y="T7"/>
                </a:cxn>
                <a:cxn ang="0">
                  <a:pos x="T8" y="T9"/>
                </a:cxn>
              </a:cxnLst>
              <a:rect l="0" t="0" r="r" b="b"/>
              <a:pathLst>
                <a:path w="465" h="465">
                  <a:moveTo>
                    <a:pt x="0" y="0"/>
                  </a:moveTo>
                  <a:lnTo>
                    <a:pt x="465" y="465"/>
                  </a:lnTo>
                  <a:lnTo>
                    <a:pt x="465" y="295"/>
                  </a:lnTo>
                  <a:lnTo>
                    <a:pt x="167" y="0"/>
                  </a:lnTo>
                  <a:lnTo>
                    <a:pt x="0" y="0"/>
                  </a:lnTo>
                  <a:close/>
                </a:path>
              </a:pathLst>
            </a:custGeom>
            <a:solidFill>
              <a:srgbClr val="D5D5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43" name="Freeform 120"/>
            <p:cNvSpPr>
              <a:spLocks/>
            </p:cNvSpPr>
            <p:nvPr/>
          </p:nvSpPr>
          <p:spPr bwMode="auto">
            <a:xfrm>
              <a:off x="6430963" y="2462213"/>
              <a:ext cx="473075" cy="468312"/>
            </a:xfrm>
            <a:custGeom>
              <a:avLst/>
              <a:gdLst>
                <a:gd name="T0" fmla="*/ 298 w 298"/>
                <a:gd name="T1" fmla="*/ 295 h 295"/>
                <a:gd name="T2" fmla="*/ 298 w 298"/>
                <a:gd name="T3" fmla="*/ 125 h 295"/>
                <a:gd name="T4" fmla="*/ 170 w 298"/>
                <a:gd name="T5" fmla="*/ 0 h 295"/>
                <a:gd name="T6" fmla="*/ 0 w 298"/>
                <a:gd name="T7" fmla="*/ 0 h 295"/>
                <a:gd name="T8" fmla="*/ 298 w 298"/>
                <a:gd name="T9" fmla="*/ 295 h 295"/>
              </a:gdLst>
              <a:ahLst/>
              <a:cxnLst>
                <a:cxn ang="0">
                  <a:pos x="T0" y="T1"/>
                </a:cxn>
                <a:cxn ang="0">
                  <a:pos x="T2" y="T3"/>
                </a:cxn>
                <a:cxn ang="0">
                  <a:pos x="T4" y="T5"/>
                </a:cxn>
                <a:cxn ang="0">
                  <a:pos x="T6" y="T7"/>
                </a:cxn>
                <a:cxn ang="0">
                  <a:pos x="T8" y="T9"/>
                </a:cxn>
              </a:cxnLst>
              <a:rect l="0" t="0" r="r" b="b"/>
              <a:pathLst>
                <a:path w="298" h="295">
                  <a:moveTo>
                    <a:pt x="298" y="295"/>
                  </a:moveTo>
                  <a:lnTo>
                    <a:pt x="298" y="125"/>
                  </a:lnTo>
                  <a:lnTo>
                    <a:pt x="170" y="0"/>
                  </a:lnTo>
                  <a:lnTo>
                    <a:pt x="0" y="0"/>
                  </a:lnTo>
                  <a:lnTo>
                    <a:pt x="298" y="295"/>
                  </a:lnTo>
                  <a:close/>
                </a:path>
              </a:pathLst>
            </a:custGeom>
            <a:solidFill>
              <a:srgbClr val="A19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44" name="Freeform 121"/>
            <p:cNvSpPr>
              <a:spLocks/>
            </p:cNvSpPr>
            <p:nvPr/>
          </p:nvSpPr>
          <p:spPr bwMode="auto">
            <a:xfrm>
              <a:off x="6700838" y="2462213"/>
              <a:ext cx="203200" cy="198437"/>
            </a:xfrm>
            <a:custGeom>
              <a:avLst/>
              <a:gdLst>
                <a:gd name="T0" fmla="*/ 128 w 128"/>
                <a:gd name="T1" fmla="*/ 0 h 125"/>
                <a:gd name="T2" fmla="*/ 0 w 128"/>
                <a:gd name="T3" fmla="*/ 0 h 125"/>
                <a:gd name="T4" fmla="*/ 128 w 128"/>
                <a:gd name="T5" fmla="*/ 125 h 125"/>
                <a:gd name="T6" fmla="*/ 128 w 128"/>
                <a:gd name="T7" fmla="*/ 0 h 125"/>
              </a:gdLst>
              <a:ahLst/>
              <a:cxnLst>
                <a:cxn ang="0">
                  <a:pos x="T0" y="T1"/>
                </a:cxn>
                <a:cxn ang="0">
                  <a:pos x="T2" y="T3"/>
                </a:cxn>
                <a:cxn ang="0">
                  <a:pos x="T4" y="T5"/>
                </a:cxn>
                <a:cxn ang="0">
                  <a:pos x="T6" y="T7"/>
                </a:cxn>
              </a:cxnLst>
              <a:rect l="0" t="0" r="r" b="b"/>
              <a:pathLst>
                <a:path w="128" h="125">
                  <a:moveTo>
                    <a:pt x="128" y="0"/>
                  </a:moveTo>
                  <a:lnTo>
                    <a:pt x="0" y="0"/>
                  </a:lnTo>
                  <a:lnTo>
                    <a:pt x="128" y="125"/>
                  </a:lnTo>
                  <a:lnTo>
                    <a:pt x="128" y="0"/>
                  </a:lnTo>
                  <a:close/>
                </a:path>
              </a:pathLst>
            </a:custGeom>
            <a:solidFill>
              <a:srgbClr val="D5D5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0" name="组合 9"/>
          <p:cNvGrpSpPr/>
          <p:nvPr/>
        </p:nvGrpSpPr>
        <p:grpSpPr>
          <a:xfrm>
            <a:off x="7508167" y="2440800"/>
            <a:ext cx="900000" cy="3009600"/>
            <a:chOff x="7513638" y="2462213"/>
            <a:chExt cx="890588" cy="2986088"/>
          </a:xfrm>
        </p:grpSpPr>
        <p:sp>
          <p:nvSpPr>
            <p:cNvPr id="2146" name="Freeform 123"/>
            <p:cNvSpPr>
              <a:spLocks/>
            </p:cNvSpPr>
            <p:nvPr/>
          </p:nvSpPr>
          <p:spPr bwMode="auto">
            <a:xfrm>
              <a:off x="7513638" y="5245101"/>
              <a:ext cx="198437" cy="203200"/>
            </a:xfrm>
            <a:custGeom>
              <a:avLst/>
              <a:gdLst>
                <a:gd name="T0" fmla="*/ 0 w 125"/>
                <a:gd name="T1" fmla="*/ 128 h 128"/>
                <a:gd name="T2" fmla="*/ 125 w 125"/>
                <a:gd name="T3" fmla="*/ 128 h 128"/>
                <a:gd name="T4" fmla="*/ 0 w 125"/>
                <a:gd name="T5" fmla="*/ 0 h 128"/>
                <a:gd name="T6" fmla="*/ 0 w 125"/>
                <a:gd name="T7" fmla="*/ 128 h 128"/>
              </a:gdLst>
              <a:ahLst/>
              <a:cxnLst>
                <a:cxn ang="0">
                  <a:pos x="T0" y="T1"/>
                </a:cxn>
                <a:cxn ang="0">
                  <a:pos x="T2" y="T3"/>
                </a:cxn>
                <a:cxn ang="0">
                  <a:pos x="T4" y="T5"/>
                </a:cxn>
                <a:cxn ang="0">
                  <a:pos x="T6" y="T7"/>
                </a:cxn>
              </a:cxnLst>
              <a:rect l="0" t="0" r="r" b="b"/>
              <a:pathLst>
                <a:path w="125" h="128">
                  <a:moveTo>
                    <a:pt x="0" y="128"/>
                  </a:moveTo>
                  <a:lnTo>
                    <a:pt x="125" y="128"/>
                  </a:lnTo>
                  <a:lnTo>
                    <a:pt x="0" y="0"/>
                  </a:lnTo>
                  <a:lnTo>
                    <a:pt x="0" y="128"/>
                  </a:lnTo>
                  <a:close/>
                </a:path>
              </a:pathLst>
            </a:custGeom>
            <a:solidFill>
              <a:srgbClr val="EDED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47" name="Freeform 124"/>
            <p:cNvSpPr>
              <a:spLocks/>
            </p:cNvSpPr>
            <p:nvPr/>
          </p:nvSpPr>
          <p:spPr bwMode="auto">
            <a:xfrm>
              <a:off x="7513638" y="4979988"/>
              <a:ext cx="468312" cy="468312"/>
            </a:xfrm>
            <a:custGeom>
              <a:avLst/>
              <a:gdLst>
                <a:gd name="T0" fmla="*/ 0 w 295"/>
                <a:gd name="T1" fmla="*/ 167 h 295"/>
                <a:gd name="T2" fmla="*/ 125 w 295"/>
                <a:gd name="T3" fmla="*/ 295 h 295"/>
                <a:gd name="T4" fmla="*/ 295 w 295"/>
                <a:gd name="T5" fmla="*/ 295 h 295"/>
                <a:gd name="T6" fmla="*/ 0 w 295"/>
                <a:gd name="T7" fmla="*/ 0 h 295"/>
                <a:gd name="T8" fmla="*/ 0 w 295"/>
                <a:gd name="T9" fmla="*/ 167 h 295"/>
              </a:gdLst>
              <a:ahLst/>
              <a:cxnLst>
                <a:cxn ang="0">
                  <a:pos x="T0" y="T1"/>
                </a:cxn>
                <a:cxn ang="0">
                  <a:pos x="T2" y="T3"/>
                </a:cxn>
                <a:cxn ang="0">
                  <a:pos x="T4" y="T5"/>
                </a:cxn>
                <a:cxn ang="0">
                  <a:pos x="T6" y="T7"/>
                </a:cxn>
                <a:cxn ang="0">
                  <a:pos x="T8" y="T9"/>
                </a:cxn>
              </a:cxnLst>
              <a:rect l="0" t="0" r="r" b="b"/>
              <a:pathLst>
                <a:path w="295" h="295">
                  <a:moveTo>
                    <a:pt x="0" y="167"/>
                  </a:moveTo>
                  <a:lnTo>
                    <a:pt x="125" y="295"/>
                  </a:lnTo>
                  <a:lnTo>
                    <a:pt x="295" y="295"/>
                  </a:lnTo>
                  <a:lnTo>
                    <a:pt x="0" y="0"/>
                  </a:lnTo>
                  <a:lnTo>
                    <a:pt x="0" y="167"/>
                  </a:lnTo>
                  <a:close/>
                </a:path>
              </a:pathLst>
            </a:custGeom>
            <a:solidFill>
              <a:srgbClr val="A19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48" name="Freeform 125"/>
            <p:cNvSpPr>
              <a:spLocks/>
            </p:cNvSpPr>
            <p:nvPr/>
          </p:nvSpPr>
          <p:spPr bwMode="auto">
            <a:xfrm>
              <a:off x="7513638" y="4710113"/>
              <a:ext cx="733425" cy="738187"/>
            </a:xfrm>
            <a:custGeom>
              <a:avLst/>
              <a:gdLst>
                <a:gd name="T0" fmla="*/ 0 w 462"/>
                <a:gd name="T1" fmla="*/ 170 h 465"/>
                <a:gd name="T2" fmla="*/ 295 w 462"/>
                <a:gd name="T3" fmla="*/ 465 h 465"/>
                <a:gd name="T4" fmla="*/ 462 w 462"/>
                <a:gd name="T5" fmla="*/ 465 h 465"/>
                <a:gd name="T6" fmla="*/ 0 w 462"/>
                <a:gd name="T7" fmla="*/ 0 h 465"/>
                <a:gd name="T8" fmla="*/ 0 w 462"/>
                <a:gd name="T9" fmla="*/ 170 h 465"/>
              </a:gdLst>
              <a:ahLst/>
              <a:cxnLst>
                <a:cxn ang="0">
                  <a:pos x="T0" y="T1"/>
                </a:cxn>
                <a:cxn ang="0">
                  <a:pos x="T2" y="T3"/>
                </a:cxn>
                <a:cxn ang="0">
                  <a:pos x="T4" y="T5"/>
                </a:cxn>
                <a:cxn ang="0">
                  <a:pos x="T6" y="T7"/>
                </a:cxn>
                <a:cxn ang="0">
                  <a:pos x="T8" y="T9"/>
                </a:cxn>
              </a:cxnLst>
              <a:rect l="0" t="0" r="r" b="b"/>
              <a:pathLst>
                <a:path w="462" h="465">
                  <a:moveTo>
                    <a:pt x="0" y="170"/>
                  </a:moveTo>
                  <a:lnTo>
                    <a:pt x="295" y="465"/>
                  </a:lnTo>
                  <a:lnTo>
                    <a:pt x="462" y="465"/>
                  </a:lnTo>
                  <a:lnTo>
                    <a:pt x="0" y="0"/>
                  </a:lnTo>
                  <a:lnTo>
                    <a:pt x="0" y="170"/>
                  </a:lnTo>
                  <a:close/>
                </a:path>
              </a:pathLst>
            </a:custGeom>
            <a:solidFill>
              <a:srgbClr val="D5D5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49" name="Freeform 126"/>
            <p:cNvSpPr>
              <a:spLocks/>
            </p:cNvSpPr>
            <p:nvPr/>
          </p:nvSpPr>
          <p:spPr bwMode="auto">
            <a:xfrm>
              <a:off x="7513638" y="4446588"/>
              <a:ext cx="890587" cy="1001712"/>
            </a:xfrm>
            <a:custGeom>
              <a:avLst/>
              <a:gdLst>
                <a:gd name="T0" fmla="*/ 0 w 561"/>
                <a:gd name="T1" fmla="*/ 166 h 631"/>
                <a:gd name="T2" fmla="*/ 462 w 561"/>
                <a:gd name="T3" fmla="*/ 631 h 631"/>
                <a:gd name="T4" fmla="*/ 561 w 561"/>
                <a:gd name="T5" fmla="*/ 631 h 631"/>
                <a:gd name="T6" fmla="*/ 561 w 561"/>
                <a:gd name="T7" fmla="*/ 561 h 631"/>
                <a:gd name="T8" fmla="*/ 0 w 561"/>
                <a:gd name="T9" fmla="*/ 0 h 631"/>
                <a:gd name="T10" fmla="*/ 0 w 561"/>
                <a:gd name="T11" fmla="*/ 166 h 631"/>
              </a:gdLst>
              <a:ahLst/>
              <a:cxnLst>
                <a:cxn ang="0">
                  <a:pos x="T0" y="T1"/>
                </a:cxn>
                <a:cxn ang="0">
                  <a:pos x="T2" y="T3"/>
                </a:cxn>
                <a:cxn ang="0">
                  <a:pos x="T4" y="T5"/>
                </a:cxn>
                <a:cxn ang="0">
                  <a:pos x="T6" y="T7"/>
                </a:cxn>
                <a:cxn ang="0">
                  <a:pos x="T8" y="T9"/>
                </a:cxn>
                <a:cxn ang="0">
                  <a:pos x="T10" y="T11"/>
                </a:cxn>
              </a:cxnLst>
              <a:rect l="0" t="0" r="r" b="b"/>
              <a:pathLst>
                <a:path w="561" h="631">
                  <a:moveTo>
                    <a:pt x="0" y="166"/>
                  </a:moveTo>
                  <a:lnTo>
                    <a:pt x="462" y="631"/>
                  </a:lnTo>
                  <a:lnTo>
                    <a:pt x="561" y="631"/>
                  </a:lnTo>
                  <a:lnTo>
                    <a:pt x="561" y="561"/>
                  </a:lnTo>
                  <a:lnTo>
                    <a:pt x="0" y="0"/>
                  </a:lnTo>
                  <a:lnTo>
                    <a:pt x="0" y="166"/>
                  </a:lnTo>
                  <a:close/>
                </a:path>
              </a:pathLst>
            </a:custGeom>
            <a:solidFill>
              <a:srgbClr val="A19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50" name="Freeform 127"/>
            <p:cNvSpPr>
              <a:spLocks/>
            </p:cNvSpPr>
            <p:nvPr/>
          </p:nvSpPr>
          <p:spPr bwMode="auto">
            <a:xfrm>
              <a:off x="7513638" y="4176713"/>
              <a:ext cx="890587" cy="1160462"/>
            </a:xfrm>
            <a:custGeom>
              <a:avLst/>
              <a:gdLst>
                <a:gd name="T0" fmla="*/ 0 w 561"/>
                <a:gd name="T1" fmla="*/ 170 h 731"/>
                <a:gd name="T2" fmla="*/ 561 w 561"/>
                <a:gd name="T3" fmla="*/ 731 h 731"/>
                <a:gd name="T4" fmla="*/ 561 w 561"/>
                <a:gd name="T5" fmla="*/ 561 h 731"/>
                <a:gd name="T6" fmla="*/ 0 w 561"/>
                <a:gd name="T7" fmla="*/ 0 h 731"/>
                <a:gd name="T8" fmla="*/ 0 w 561"/>
                <a:gd name="T9" fmla="*/ 170 h 731"/>
              </a:gdLst>
              <a:ahLst/>
              <a:cxnLst>
                <a:cxn ang="0">
                  <a:pos x="T0" y="T1"/>
                </a:cxn>
                <a:cxn ang="0">
                  <a:pos x="T2" y="T3"/>
                </a:cxn>
                <a:cxn ang="0">
                  <a:pos x="T4" y="T5"/>
                </a:cxn>
                <a:cxn ang="0">
                  <a:pos x="T6" y="T7"/>
                </a:cxn>
                <a:cxn ang="0">
                  <a:pos x="T8" y="T9"/>
                </a:cxn>
              </a:cxnLst>
              <a:rect l="0" t="0" r="r" b="b"/>
              <a:pathLst>
                <a:path w="561" h="731">
                  <a:moveTo>
                    <a:pt x="0" y="170"/>
                  </a:moveTo>
                  <a:lnTo>
                    <a:pt x="561" y="731"/>
                  </a:lnTo>
                  <a:lnTo>
                    <a:pt x="561" y="561"/>
                  </a:lnTo>
                  <a:lnTo>
                    <a:pt x="0" y="0"/>
                  </a:lnTo>
                  <a:lnTo>
                    <a:pt x="0" y="170"/>
                  </a:lnTo>
                  <a:close/>
                </a:path>
              </a:pathLst>
            </a:custGeom>
            <a:solidFill>
              <a:srgbClr val="D5D5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51" name="Freeform 128"/>
            <p:cNvSpPr>
              <a:spLocks/>
            </p:cNvSpPr>
            <p:nvPr/>
          </p:nvSpPr>
          <p:spPr bwMode="auto">
            <a:xfrm>
              <a:off x="7513638" y="3911601"/>
              <a:ext cx="890587" cy="1155700"/>
            </a:xfrm>
            <a:custGeom>
              <a:avLst/>
              <a:gdLst>
                <a:gd name="T0" fmla="*/ 0 w 561"/>
                <a:gd name="T1" fmla="*/ 167 h 728"/>
                <a:gd name="T2" fmla="*/ 561 w 561"/>
                <a:gd name="T3" fmla="*/ 728 h 728"/>
                <a:gd name="T4" fmla="*/ 561 w 561"/>
                <a:gd name="T5" fmla="*/ 561 h 728"/>
                <a:gd name="T6" fmla="*/ 0 w 561"/>
                <a:gd name="T7" fmla="*/ 0 h 728"/>
                <a:gd name="T8" fmla="*/ 0 w 561"/>
                <a:gd name="T9" fmla="*/ 167 h 728"/>
              </a:gdLst>
              <a:ahLst/>
              <a:cxnLst>
                <a:cxn ang="0">
                  <a:pos x="T0" y="T1"/>
                </a:cxn>
                <a:cxn ang="0">
                  <a:pos x="T2" y="T3"/>
                </a:cxn>
                <a:cxn ang="0">
                  <a:pos x="T4" y="T5"/>
                </a:cxn>
                <a:cxn ang="0">
                  <a:pos x="T6" y="T7"/>
                </a:cxn>
                <a:cxn ang="0">
                  <a:pos x="T8" y="T9"/>
                </a:cxn>
              </a:cxnLst>
              <a:rect l="0" t="0" r="r" b="b"/>
              <a:pathLst>
                <a:path w="561" h="728">
                  <a:moveTo>
                    <a:pt x="0" y="167"/>
                  </a:moveTo>
                  <a:lnTo>
                    <a:pt x="561" y="728"/>
                  </a:lnTo>
                  <a:lnTo>
                    <a:pt x="561" y="561"/>
                  </a:lnTo>
                  <a:lnTo>
                    <a:pt x="0" y="0"/>
                  </a:lnTo>
                  <a:lnTo>
                    <a:pt x="0" y="167"/>
                  </a:lnTo>
                  <a:close/>
                </a:path>
              </a:pathLst>
            </a:custGeom>
            <a:solidFill>
              <a:srgbClr val="A19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52" name="Freeform 129"/>
            <p:cNvSpPr>
              <a:spLocks/>
            </p:cNvSpPr>
            <p:nvPr/>
          </p:nvSpPr>
          <p:spPr bwMode="auto">
            <a:xfrm>
              <a:off x="7513638" y="3641726"/>
              <a:ext cx="890587" cy="1160462"/>
            </a:xfrm>
            <a:custGeom>
              <a:avLst/>
              <a:gdLst>
                <a:gd name="T0" fmla="*/ 0 w 561"/>
                <a:gd name="T1" fmla="*/ 170 h 731"/>
                <a:gd name="T2" fmla="*/ 561 w 561"/>
                <a:gd name="T3" fmla="*/ 731 h 731"/>
                <a:gd name="T4" fmla="*/ 561 w 561"/>
                <a:gd name="T5" fmla="*/ 561 h 731"/>
                <a:gd name="T6" fmla="*/ 0 w 561"/>
                <a:gd name="T7" fmla="*/ 0 h 731"/>
                <a:gd name="T8" fmla="*/ 0 w 561"/>
                <a:gd name="T9" fmla="*/ 170 h 731"/>
              </a:gdLst>
              <a:ahLst/>
              <a:cxnLst>
                <a:cxn ang="0">
                  <a:pos x="T0" y="T1"/>
                </a:cxn>
                <a:cxn ang="0">
                  <a:pos x="T2" y="T3"/>
                </a:cxn>
                <a:cxn ang="0">
                  <a:pos x="T4" y="T5"/>
                </a:cxn>
                <a:cxn ang="0">
                  <a:pos x="T6" y="T7"/>
                </a:cxn>
                <a:cxn ang="0">
                  <a:pos x="T8" y="T9"/>
                </a:cxn>
              </a:cxnLst>
              <a:rect l="0" t="0" r="r" b="b"/>
              <a:pathLst>
                <a:path w="561" h="731">
                  <a:moveTo>
                    <a:pt x="0" y="170"/>
                  </a:moveTo>
                  <a:lnTo>
                    <a:pt x="561" y="731"/>
                  </a:lnTo>
                  <a:lnTo>
                    <a:pt x="561" y="561"/>
                  </a:lnTo>
                  <a:lnTo>
                    <a:pt x="0" y="0"/>
                  </a:lnTo>
                  <a:lnTo>
                    <a:pt x="0" y="170"/>
                  </a:lnTo>
                  <a:close/>
                </a:path>
              </a:pathLst>
            </a:custGeom>
            <a:solidFill>
              <a:srgbClr val="D5D5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53" name="Freeform 130"/>
            <p:cNvSpPr>
              <a:spLocks/>
            </p:cNvSpPr>
            <p:nvPr/>
          </p:nvSpPr>
          <p:spPr bwMode="auto">
            <a:xfrm>
              <a:off x="7513638" y="3378201"/>
              <a:ext cx="890587" cy="1154112"/>
            </a:xfrm>
            <a:custGeom>
              <a:avLst/>
              <a:gdLst>
                <a:gd name="T0" fmla="*/ 0 w 561"/>
                <a:gd name="T1" fmla="*/ 166 h 727"/>
                <a:gd name="T2" fmla="*/ 561 w 561"/>
                <a:gd name="T3" fmla="*/ 727 h 727"/>
                <a:gd name="T4" fmla="*/ 561 w 561"/>
                <a:gd name="T5" fmla="*/ 561 h 727"/>
                <a:gd name="T6" fmla="*/ 0 w 561"/>
                <a:gd name="T7" fmla="*/ 0 h 727"/>
                <a:gd name="T8" fmla="*/ 0 w 561"/>
                <a:gd name="T9" fmla="*/ 166 h 727"/>
              </a:gdLst>
              <a:ahLst/>
              <a:cxnLst>
                <a:cxn ang="0">
                  <a:pos x="T0" y="T1"/>
                </a:cxn>
                <a:cxn ang="0">
                  <a:pos x="T2" y="T3"/>
                </a:cxn>
                <a:cxn ang="0">
                  <a:pos x="T4" y="T5"/>
                </a:cxn>
                <a:cxn ang="0">
                  <a:pos x="T6" y="T7"/>
                </a:cxn>
                <a:cxn ang="0">
                  <a:pos x="T8" y="T9"/>
                </a:cxn>
              </a:cxnLst>
              <a:rect l="0" t="0" r="r" b="b"/>
              <a:pathLst>
                <a:path w="561" h="727">
                  <a:moveTo>
                    <a:pt x="0" y="166"/>
                  </a:moveTo>
                  <a:lnTo>
                    <a:pt x="561" y="727"/>
                  </a:lnTo>
                  <a:lnTo>
                    <a:pt x="561" y="561"/>
                  </a:lnTo>
                  <a:lnTo>
                    <a:pt x="0" y="0"/>
                  </a:lnTo>
                  <a:lnTo>
                    <a:pt x="0" y="166"/>
                  </a:lnTo>
                  <a:close/>
                </a:path>
              </a:pathLst>
            </a:custGeom>
            <a:solidFill>
              <a:srgbClr val="A19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54" name="Freeform 131"/>
            <p:cNvSpPr>
              <a:spLocks/>
            </p:cNvSpPr>
            <p:nvPr/>
          </p:nvSpPr>
          <p:spPr bwMode="auto">
            <a:xfrm>
              <a:off x="7513638" y="3108326"/>
              <a:ext cx="890587" cy="1160462"/>
            </a:xfrm>
            <a:custGeom>
              <a:avLst/>
              <a:gdLst>
                <a:gd name="T0" fmla="*/ 0 w 561"/>
                <a:gd name="T1" fmla="*/ 170 h 731"/>
                <a:gd name="T2" fmla="*/ 561 w 561"/>
                <a:gd name="T3" fmla="*/ 731 h 731"/>
                <a:gd name="T4" fmla="*/ 561 w 561"/>
                <a:gd name="T5" fmla="*/ 561 h 731"/>
                <a:gd name="T6" fmla="*/ 0 w 561"/>
                <a:gd name="T7" fmla="*/ 0 h 731"/>
                <a:gd name="T8" fmla="*/ 0 w 561"/>
                <a:gd name="T9" fmla="*/ 170 h 731"/>
              </a:gdLst>
              <a:ahLst/>
              <a:cxnLst>
                <a:cxn ang="0">
                  <a:pos x="T0" y="T1"/>
                </a:cxn>
                <a:cxn ang="0">
                  <a:pos x="T2" y="T3"/>
                </a:cxn>
                <a:cxn ang="0">
                  <a:pos x="T4" y="T5"/>
                </a:cxn>
                <a:cxn ang="0">
                  <a:pos x="T6" y="T7"/>
                </a:cxn>
                <a:cxn ang="0">
                  <a:pos x="T8" y="T9"/>
                </a:cxn>
              </a:cxnLst>
              <a:rect l="0" t="0" r="r" b="b"/>
              <a:pathLst>
                <a:path w="561" h="731">
                  <a:moveTo>
                    <a:pt x="0" y="170"/>
                  </a:moveTo>
                  <a:lnTo>
                    <a:pt x="561" y="731"/>
                  </a:lnTo>
                  <a:lnTo>
                    <a:pt x="561" y="561"/>
                  </a:lnTo>
                  <a:lnTo>
                    <a:pt x="0" y="0"/>
                  </a:lnTo>
                  <a:lnTo>
                    <a:pt x="0" y="170"/>
                  </a:lnTo>
                  <a:close/>
                </a:path>
              </a:pathLst>
            </a:custGeom>
            <a:solidFill>
              <a:srgbClr val="D5D5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55" name="Freeform 132"/>
            <p:cNvSpPr>
              <a:spLocks/>
            </p:cNvSpPr>
            <p:nvPr/>
          </p:nvSpPr>
          <p:spPr bwMode="auto">
            <a:xfrm>
              <a:off x="7513638" y="2838451"/>
              <a:ext cx="890587" cy="1160462"/>
            </a:xfrm>
            <a:custGeom>
              <a:avLst/>
              <a:gdLst>
                <a:gd name="T0" fmla="*/ 0 w 561"/>
                <a:gd name="T1" fmla="*/ 170 h 731"/>
                <a:gd name="T2" fmla="*/ 561 w 561"/>
                <a:gd name="T3" fmla="*/ 731 h 731"/>
                <a:gd name="T4" fmla="*/ 561 w 561"/>
                <a:gd name="T5" fmla="*/ 564 h 731"/>
                <a:gd name="T6" fmla="*/ 0 w 561"/>
                <a:gd name="T7" fmla="*/ 0 h 731"/>
                <a:gd name="T8" fmla="*/ 0 w 561"/>
                <a:gd name="T9" fmla="*/ 170 h 731"/>
              </a:gdLst>
              <a:ahLst/>
              <a:cxnLst>
                <a:cxn ang="0">
                  <a:pos x="T0" y="T1"/>
                </a:cxn>
                <a:cxn ang="0">
                  <a:pos x="T2" y="T3"/>
                </a:cxn>
                <a:cxn ang="0">
                  <a:pos x="T4" y="T5"/>
                </a:cxn>
                <a:cxn ang="0">
                  <a:pos x="T6" y="T7"/>
                </a:cxn>
                <a:cxn ang="0">
                  <a:pos x="T8" y="T9"/>
                </a:cxn>
              </a:cxnLst>
              <a:rect l="0" t="0" r="r" b="b"/>
              <a:pathLst>
                <a:path w="561" h="731">
                  <a:moveTo>
                    <a:pt x="0" y="170"/>
                  </a:moveTo>
                  <a:lnTo>
                    <a:pt x="561" y="731"/>
                  </a:lnTo>
                  <a:lnTo>
                    <a:pt x="561" y="564"/>
                  </a:lnTo>
                  <a:lnTo>
                    <a:pt x="0" y="0"/>
                  </a:lnTo>
                  <a:lnTo>
                    <a:pt x="0" y="170"/>
                  </a:lnTo>
                  <a:close/>
                </a:path>
              </a:pathLst>
            </a:custGeom>
            <a:solidFill>
              <a:srgbClr val="A19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56" name="Freeform 133"/>
            <p:cNvSpPr>
              <a:spLocks/>
            </p:cNvSpPr>
            <p:nvPr/>
          </p:nvSpPr>
          <p:spPr bwMode="auto">
            <a:xfrm>
              <a:off x="7513638" y="2573338"/>
              <a:ext cx="890587" cy="1160462"/>
            </a:xfrm>
            <a:custGeom>
              <a:avLst/>
              <a:gdLst>
                <a:gd name="T0" fmla="*/ 0 w 561"/>
                <a:gd name="T1" fmla="*/ 167 h 731"/>
                <a:gd name="T2" fmla="*/ 561 w 561"/>
                <a:gd name="T3" fmla="*/ 731 h 731"/>
                <a:gd name="T4" fmla="*/ 561 w 561"/>
                <a:gd name="T5" fmla="*/ 561 h 731"/>
                <a:gd name="T6" fmla="*/ 0 w 561"/>
                <a:gd name="T7" fmla="*/ 0 h 731"/>
                <a:gd name="T8" fmla="*/ 0 w 561"/>
                <a:gd name="T9" fmla="*/ 167 h 731"/>
              </a:gdLst>
              <a:ahLst/>
              <a:cxnLst>
                <a:cxn ang="0">
                  <a:pos x="T0" y="T1"/>
                </a:cxn>
                <a:cxn ang="0">
                  <a:pos x="T2" y="T3"/>
                </a:cxn>
                <a:cxn ang="0">
                  <a:pos x="T4" y="T5"/>
                </a:cxn>
                <a:cxn ang="0">
                  <a:pos x="T6" y="T7"/>
                </a:cxn>
                <a:cxn ang="0">
                  <a:pos x="T8" y="T9"/>
                </a:cxn>
              </a:cxnLst>
              <a:rect l="0" t="0" r="r" b="b"/>
              <a:pathLst>
                <a:path w="561" h="731">
                  <a:moveTo>
                    <a:pt x="0" y="167"/>
                  </a:moveTo>
                  <a:lnTo>
                    <a:pt x="561" y="731"/>
                  </a:lnTo>
                  <a:lnTo>
                    <a:pt x="561" y="561"/>
                  </a:lnTo>
                  <a:lnTo>
                    <a:pt x="0" y="0"/>
                  </a:lnTo>
                  <a:lnTo>
                    <a:pt x="0" y="167"/>
                  </a:lnTo>
                  <a:close/>
                </a:path>
              </a:pathLst>
            </a:custGeom>
            <a:solidFill>
              <a:srgbClr val="D5D5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57" name="Freeform 134"/>
            <p:cNvSpPr>
              <a:spLocks/>
            </p:cNvSpPr>
            <p:nvPr/>
          </p:nvSpPr>
          <p:spPr bwMode="auto">
            <a:xfrm>
              <a:off x="7513638" y="2462213"/>
              <a:ext cx="890587" cy="1001712"/>
            </a:xfrm>
            <a:custGeom>
              <a:avLst/>
              <a:gdLst>
                <a:gd name="T0" fmla="*/ 0 w 561"/>
                <a:gd name="T1" fmla="*/ 0 h 631"/>
                <a:gd name="T2" fmla="*/ 0 w 561"/>
                <a:gd name="T3" fmla="*/ 70 h 631"/>
                <a:gd name="T4" fmla="*/ 561 w 561"/>
                <a:gd name="T5" fmla="*/ 631 h 631"/>
                <a:gd name="T6" fmla="*/ 561 w 561"/>
                <a:gd name="T7" fmla="*/ 465 h 631"/>
                <a:gd name="T8" fmla="*/ 97 w 561"/>
                <a:gd name="T9" fmla="*/ 0 h 631"/>
                <a:gd name="T10" fmla="*/ 0 w 561"/>
                <a:gd name="T11" fmla="*/ 0 h 631"/>
              </a:gdLst>
              <a:ahLst/>
              <a:cxnLst>
                <a:cxn ang="0">
                  <a:pos x="T0" y="T1"/>
                </a:cxn>
                <a:cxn ang="0">
                  <a:pos x="T2" y="T3"/>
                </a:cxn>
                <a:cxn ang="0">
                  <a:pos x="T4" y="T5"/>
                </a:cxn>
                <a:cxn ang="0">
                  <a:pos x="T6" y="T7"/>
                </a:cxn>
                <a:cxn ang="0">
                  <a:pos x="T8" y="T9"/>
                </a:cxn>
                <a:cxn ang="0">
                  <a:pos x="T10" y="T11"/>
                </a:cxn>
              </a:cxnLst>
              <a:rect l="0" t="0" r="r" b="b"/>
              <a:pathLst>
                <a:path w="561" h="631">
                  <a:moveTo>
                    <a:pt x="0" y="0"/>
                  </a:moveTo>
                  <a:lnTo>
                    <a:pt x="0" y="70"/>
                  </a:lnTo>
                  <a:lnTo>
                    <a:pt x="561" y="631"/>
                  </a:lnTo>
                  <a:lnTo>
                    <a:pt x="561" y="465"/>
                  </a:lnTo>
                  <a:lnTo>
                    <a:pt x="97" y="0"/>
                  </a:lnTo>
                  <a:lnTo>
                    <a:pt x="0" y="0"/>
                  </a:lnTo>
                  <a:close/>
                </a:path>
              </a:pathLst>
            </a:custGeom>
            <a:solidFill>
              <a:srgbClr val="A19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58" name="Freeform 135"/>
            <p:cNvSpPr>
              <a:spLocks/>
            </p:cNvSpPr>
            <p:nvPr/>
          </p:nvSpPr>
          <p:spPr bwMode="auto">
            <a:xfrm>
              <a:off x="7667626" y="2462213"/>
              <a:ext cx="736600" cy="738187"/>
            </a:xfrm>
            <a:custGeom>
              <a:avLst/>
              <a:gdLst>
                <a:gd name="T0" fmla="*/ 0 w 464"/>
                <a:gd name="T1" fmla="*/ 0 h 465"/>
                <a:gd name="T2" fmla="*/ 464 w 464"/>
                <a:gd name="T3" fmla="*/ 465 h 465"/>
                <a:gd name="T4" fmla="*/ 464 w 464"/>
                <a:gd name="T5" fmla="*/ 295 h 465"/>
                <a:gd name="T6" fmla="*/ 166 w 464"/>
                <a:gd name="T7" fmla="*/ 0 h 465"/>
                <a:gd name="T8" fmla="*/ 0 w 464"/>
                <a:gd name="T9" fmla="*/ 0 h 465"/>
              </a:gdLst>
              <a:ahLst/>
              <a:cxnLst>
                <a:cxn ang="0">
                  <a:pos x="T0" y="T1"/>
                </a:cxn>
                <a:cxn ang="0">
                  <a:pos x="T2" y="T3"/>
                </a:cxn>
                <a:cxn ang="0">
                  <a:pos x="T4" y="T5"/>
                </a:cxn>
                <a:cxn ang="0">
                  <a:pos x="T6" y="T7"/>
                </a:cxn>
                <a:cxn ang="0">
                  <a:pos x="T8" y="T9"/>
                </a:cxn>
              </a:cxnLst>
              <a:rect l="0" t="0" r="r" b="b"/>
              <a:pathLst>
                <a:path w="464" h="465">
                  <a:moveTo>
                    <a:pt x="0" y="0"/>
                  </a:moveTo>
                  <a:lnTo>
                    <a:pt x="464" y="465"/>
                  </a:lnTo>
                  <a:lnTo>
                    <a:pt x="464" y="295"/>
                  </a:lnTo>
                  <a:lnTo>
                    <a:pt x="166" y="0"/>
                  </a:lnTo>
                  <a:lnTo>
                    <a:pt x="0" y="0"/>
                  </a:lnTo>
                  <a:close/>
                </a:path>
              </a:pathLst>
            </a:custGeom>
            <a:solidFill>
              <a:srgbClr val="D5D5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59" name="Freeform 136"/>
            <p:cNvSpPr>
              <a:spLocks/>
            </p:cNvSpPr>
            <p:nvPr/>
          </p:nvSpPr>
          <p:spPr bwMode="auto">
            <a:xfrm>
              <a:off x="7931151" y="2462213"/>
              <a:ext cx="473075" cy="468312"/>
            </a:xfrm>
            <a:custGeom>
              <a:avLst/>
              <a:gdLst>
                <a:gd name="T0" fmla="*/ 298 w 298"/>
                <a:gd name="T1" fmla="*/ 295 h 295"/>
                <a:gd name="T2" fmla="*/ 298 w 298"/>
                <a:gd name="T3" fmla="*/ 125 h 295"/>
                <a:gd name="T4" fmla="*/ 170 w 298"/>
                <a:gd name="T5" fmla="*/ 0 h 295"/>
                <a:gd name="T6" fmla="*/ 0 w 298"/>
                <a:gd name="T7" fmla="*/ 0 h 295"/>
                <a:gd name="T8" fmla="*/ 298 w 298"/>
                <a:gd name="T9" fmla="*/ 295 h 295"/>
              </a:gdLst>
              <a:ahLst/>
              <a:cxnLst>
                <a:cxn ang="0">
                  <a:pos x="T0" y="T1"/>
                </a:cxn>
                <a:cxn ang="0">
                  <a:pos x="T2" y="T3"/>
                </a:cxn>
                <a:cxn ang="0">
                  <a:pos x="T4" y="T5"/>
                </a:cxn>
                <a:cxn ang="0">
                  <a:pos x="T6" y="T7"/>
                </a:cxn>
                <a:cxn ang="0">
                  <a:pos x="T8" y="T9"/>
                </a:cxn>
              </a:cxnLst>
              <a:rect l="0" t="0" r="r" b="b"/>
              <a:pathLst>
                <a:path w="298" h="295">
                  <a:moveTo>
                    <a:pt x="298" y="295"/>
                  </a:moveTo>
                  <a:lnTo>
                    <a:pt x="298" y="125"/>
                  </a:lnTo>
                  <a:lnTo>
                    <a:pt x="170" y="0"/>
                  </a:lnTo>
                  <a:lnTo>
                    <a:pt x="0" y="0"/>
                  </a:lnTo>
                  <a:lnTo>
                    <a:pt x="298" y="295"/>
                  </a:lnTo>
                  <a:close/>
                </a:path>
              </a:pathLst>
            </a:custGeom>
            <a:solidFill>
              <a:srgbClr val="A19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60" name="Freeform 137"/>
            <p:cNvSpPr>
              <a:spLocks/>
            </p:cNvSpPr>
            <p:nvPr/>
          </p:nvSpPr>
          <p:spPr bwMode="auto">
            <a:xfrm>
              <a:off x="8201026" y="2462213"/>
              <a:ext cx="203200" cy="198437"/>
            </a:xfrm>
            <a:custGeom>
              <a:avLst/>
              <a:gdLst>
                <a:gd name="T0" fmla="*/ 128 w 128"/>
                <a:gd name="T1" fmla="*/ 0 h 125"/>
                <a:gd name="T2" fmla="*/ 0 w 128"/>
                <a:gd name="T3" fmla="*/ 0 h 125"/>
                <a:gd name="T4" fmla="*/ 128 w 128"/>
                <a:gd name="T5" fmla="*/ 125 h 125"/>
                <a:gd name="T6" fmla="*/ 128 w 128"/>
                <a:gd name="T7" fmla="*/ 0 h 125"/>
              </a:gdLst>
              <a:ahLst/>
              <a:cxnLst>
                <a:cxn ang="0">
                  <a:pos x="T0" y="T1"/>
                </a:cxn>
                <a:cxn ang="0">
                  <a:pos x="T2" y="T3"/>
                </a:cxn>
                <a:cxn ang="0">
                  <a:pos x="T4" y="T5"/>
                </a:cxn>
                <a:cxn ang="0">
                  <a:pos x="T6" y="T7"/>
                </a:cxn>
              </a:cxnLst>
              <a:rect l="0" t="0" r="r" b="b"/>
              <a:pathLst>
                <a:path w="128" h="125">
                  <a:moveTo>
                    <a:pt x="128" y="0"/>
                  </a:moveTo>
                  <a:lnTo>
                    <a:pt x="0" y="0"/>
                  </a:lnTo>
                  <a:lnTo>
                    <a:pt x="128" y="125"/>
                  </a:lnTo>
                  <a:lnTo>
                    <a:pt x="128" y="0"/>
                  </a:lnTo>
                  <a:close/>
                </a:path>
              </a:pathLst>
            </a:custGeom>
            <a:solidFill>
              <a:srgbClr val="D5D5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1" name="组合 10"/>
          <p:cNvGrpSpPr/>
          <p:nvPr/>
        </p:nvGrpSpPr>
        <p:grpSpPr>
          <a:xfrm>
            <a:off x="9002884" y="2440800"/>
            <a:ext cx="900000" cy="3009600"/>
            <a:chOff x="8999538" y="2462213"/>
            <a:chExt cx="890587" cy="2986088"/>
          </a:xfrm>
        </p:grpSpPr>
        <p:sp>
          <p:nvSpPr>
            <p:cNvPr id="2162" name="Freeform 139"/>
            <p:cNvSpPr>
              <a:spLocks/>
            </p:cNvSpPr>
            <p:nvPr/>
          </p:nvSpPr>
          <p:spPr bwMode="auto">
            <a:xfrm>
              <a:off x="8999538" y="5245101"/>
              <a:ext cx="203200" cy="203200"/>
            </a:xfrm>
            <a:custGeom>
              <a:avLst/>
              <a:gdLst>
                <a:gd name="T0" fmla="*/ 0 w 128"/>
                <a:gd name="T1" fmla="*/ 128 h 128"/>
                <a:gd name="T2" fmla="*/ 128 w 128"/>
                <a:gd name="T3" fmla="*/ 128 h 128"/>
                <a:gd name="T4" fmla="*/ 0 w 128"/>
                <a:gd name="T5" fmla="*/ 0 h 128"/>
                <a:gd name="T6" fmla="*/ 0 w 128"/>
                <a:gd name="T7" fmla="*/ 128 h 128"/>
              </a:gdLst>
              <a:ahLst/>
              <a:cxnLst>
                <a:cxn ang="0">
                  <a:pos x="T0" y="T1"/>
                </a:cxn>
                <a:cxn ang="0">
                  <a:pos x="T2" y="T3"/>
                </a:cxn>
                <a:cxn ang="0">
                  <a:pos x="T4" y="T5"/>
                </a:cxn>
                <a:cxn ang="0">
                  <a:pos x="T6" y="T7"/>
                </a:cxn>
              </a:cxnLst>
              <a:rect l="0" t="0" r="r" b="b"/>
              <a:pathLst>
                <a:path w="128" h="128">
                  <a:moveTo>
                    <a:pt x="0" y="128"/>
                  </a:moveTo>
                  <a:lnTo>
                    <a:pt x="128" y="128"/>
                  </a:lnTo>
                  <a:lnTo>
                    <a:pt x="0" y="0"/>
                  </a:lnTo>
                  <a:lnTo>
                    <a:pt x="0" y="128"/>
                  </a:lnTo>
                  <a:close/>
                </a:path>
              </a:pathLst>
            </a:custGeom>
            <a:solidFill>
              <a:srgbClr val="D5D5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63" name="Freeform 140"/>
            <p:cNvSpPr>
              <a:spLocks/>
            </p:cNvSpPr>
            <p:nvPr/>
          </p:nvSpPr>
          <p:spPr bwMode="auto">
            <a:xfrm>
              <a:off x="8999538" y="4979988"/>
              <a:ext cx="468312" cy="468312"/>
            </a:xfrm>
            <a:custGeom>
              <a:avLst/>
              <a:gdLst>
                <a:gd name="T0" fmla="*/ 0 w 295"/>
                <a:gd name="T1" fmla="*/ 167 h 295"/>
                <a:gd name="T2" fmla="*/ 128 w 295"/>
                <a:gd name="T3" fmla="*/ 295 h 295"/>
                <a:gd name="T4" fmla="*/ 295 w 295"/>
                <a:gd name="T5" fmla="*/ 295 h 295"/>
                <a:gd name="T6" fmla="*/ 0 w 295"/>
                <a:gd name="T7" fmla="*/ 0 h 295"/>
                <a:gd name="T8" fmla="*/ 0 w 295"/>
                <a:gd name="T9" fmla="*/ 167 h 295"/>
              </a:gdLst>
              <a:ahLst/>
              <a:cxnLst>
                <a:cxn ang="0">
                  <a:pos x="T0" y="T1"/>
                </a:cxn>
                <a:cxn ang="0">
                  <a:pos x="T2" y="T3"/>
                </a:cxn>
                <a:cxn ang="0">
                  <a:pos x="T4" y="T5"/>
                </a:cxn>
                <a:cxn ang="0">
                  <a:pos x="T6" y="T7"/>
                </a:cxn>
                <a:cxn ang="0">
                  <a:pos x="T8" y="T9"/>
                </a:cxn>
              </a:cxnLst>
              <a:rect l="0" t="0" r="r" b="b"/>
              <a:pathLst>
                <a:path w="295" h="295">
                  <a:moveTo>
                    <a:pt x="0" y="167"/>
                  </a:moveTo>
                  <a:lnTo>
                    <a:pt x="128" y="295"/>
                  </a:lnTo>
                  <a:lnTo>
                    <a:pt x="295" y="295"/>
                  </a:lnTo>
                  <a:lnTo>
                    <a:pt x="0" y="0"/>
                  </a:lnTo>
                  <a:lnTo>
                    <a:pt x="0" y="167"/>
                  </a:lnTo>
                  <a:close/>
                </a:path>
              </a:pathLst>
            </a:custGeom>
            <a:solidFill>
              <a:srgbClr val="A19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64" name="Freeform 141"/>
            <p:cNvSpPr>
              <a:spLocks/>
            </p:cNvSpPr>
            <p:nvPr/>
          </p:nvSpPr>
          <p:spPr bwMode="auto">
            <a:xfrm>
              <a:off x="8999538" y="4710113"/>
              <a:ext cx="738187" cy="738187"/>
            </a:xfrm>
            <a:custGeom>
              <a:avLst/>
              <a:gdLst>
                <a:gd name="T0" fmla="*/ 0 w 465"/>
                <a:gd name="T1" fmla="*/ 170 h 465"/>
                <a:gd name="T2" fmla="*/ 295 w 465"/>
                <a:gd name="T3" fmla="*/ 465 h 465"/>
                <a:gd name="T4" fmla="*/ 465 w 465"/>
                <a:gd name="T5" fmla="*/ 465 h 465"/>
                <a:gd name="T6" fmla="*/ 0 w 465"/>
                <a:gd name="T7" fmla="*/ 0 h 465"/>
                <a:gd name="T8" fmla="*/ 0 w 465"/>
                <a:gd name="T9" fmla="*/ 170 h 465"/>
              </a:gdLst>
              <a:ahLst/>
              <a:cxnLst>
                <a:cxn ang="0">
                  <a:pos x="T0" y="T1"/>
                </a:cxn>
                <a:cxn ang="0">
                  <a:pos x="T2" y="T3"/>
                </a:cxn>
                <a:cxn ang="0">
                  <a:pos x="T4" y="T5"/>
                </a:cxn>
                <a:cxn ang="0">
                  <a:pos x="T6" y="T7"/>
                </a:cxn>
                <a:cxn ang="0">
                  <a:pos x="T8" y="T9"/>
                </a:cxn>
              </a:cxnLst>
              <a:rect l="0" t="0" r="r" b="b"/>
              <a:pathLst>
                <a:path w="465" h="465">
                  <a:moveTo>
                    <a:pt x="0" y="170"/>
                  </a:moveTo>
                  <a:lnTo>
                    <a:pt x="295" y="465"/>
                  </a:lnTo>
                  <a:lnTo>
                    <a:pt x="465" y="465"/>
                  </a:lnTo>
                  <a:lnTo>
                    <a:pt x="0" y="0"/>
                  </a:lnTo>
                  <a:lnTo>
                    <a:pt x="0" y="170"/>
                  </a:lnTo>
                  <a:close/>
                </a:path>
              </a:pathLst>
            </a:custGeom>
            <a:solidFill>
              <a:srgbClr val="D5D5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65" name="Freeform 142"/>
            <p:cNvSpPr>
              <a:spLocks/>
            </p:cNvSpPr>
            <p:nvPr/>
          </p:nvSpPr>
          <p:spPr bwMode="auto">
            <a:xfrm>
              <a:off x="8999538" y="4446588"/>
              <a:ext cx="890587" cy="1001712"/>
            </a:xfrm>
            <a:custGeom>
              <a:avLst/>
              <a:gdLst>
                <a:gd name="T0" fmla="*/ 0 w 561"/>
                <a:gd name="T1" fmla="*/ 166 h 631"/>
                <a:gd name="T2" fmla="*/ 465 w 561"/>
                <a:gd name="T3" fmla="*/ 631 h 631"/>
                <a:gd name="T4" fmla="*/ 561 w 561"/>
                <a:gd name="T5" fmla="*/ 631 h 631"/>
                <a:gd name="T6" fmla="*/ 561 w 561"/>
                <a:gd name="T7" fmla="*/ 561 h 631"/>
                <a:gd name="T8" fmla="*/ 0 w 561"/>
                <a:gd name="T9" fmla="*/ 0 h 631"/>
                <a:gd name="T10" fmla="*/ 0 w 561"/>
                <a:gd name="T11" fmla="*/ 166 h 631"/>
              </a:gdLst>
              <a:ahLst/>
              <a:cxnLst>
                <a:cxn ang="0">
                  <a:pos x="T0" y="T1"/>
                </a:cxn>
                <a:cxn ang="0">
                  <a:pos x="T2" y="T3"/>
                </a:cxn>
                <a:cxn ang="0">
                  <a:pos x="T4" y="T5"/>
                </a:cxn>
                <a:cxn ang="0">
                  <a:pos x="T6" y="T7"/>
                </a:cxn>
                <a:cxn ang="0">
                  <a:pos x="T8" y="T9"/>
                </a:cxn>
                <a:cxn ang="0">
                  <a:pos x="T10" y="T11"/>
                </a:cxn>
              </a:cxnLst>
              <a:rect l="0" t="0" r="r" b="b"/>
              <a:pathLst>
                <a:path w="561" h="631">
                  <a:moveTo>
                    <a:pt x="0" y="166"/>
                  </a:moveTo>
                  <a:lnTo>
                    <a:pt x="465" y="631"/>
                  </a:lnTo>
                  <a:lnTo>
                    <a:pt x="561" y="631"/>
                  </a:lnTo>
                  <a:lnTo>
                    <a:pt x="561" y="561"/>
                  </a:lnTo>
                  <a:lnTo>
                    <a:pt x="0" y="0"/>
                  </a:lnTo>
                  <a:lnTo>
                    <a:pt x="0" y="166"/>
                  </a:lnTo>
                  <a:close/>
                </a:path>
              </a:pathLst>
            </a:custGeom>
            <a:solidFill>
              <a:srgbClr val="A19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66" name="Freeform 143"/>
            <p:cNvSpPr>
              <a:spLocks/>
            </p:cNvSpPr>
            <p:nvPr/>
          </p:nvSpPr>
          <p:spPr bwMode="auto">
            <a:xfrm>
              <a:off x="8999538" y="4176713"/>
              <a:ext cx="890587" cy="1160462"/>
            </a:xfrm>
            <a:custGeom>
              <a:avLst/>
              <a:gdLst>
                <a:gd name="T0" fmla="*/ 0 w 561"/>
                <a:gd name="T1" fmla="*/ 170 h 731"/>
                <a:gd name="T2" fmla="*/ 561 w 561"/>
                <a:gd name="T3" fmla="*/ 731 h 731"/>
                <a:gd name="T4" fmla="*/ 561 w 561"/>
                <a:gd name="T5" fmla="*/ 561 h 731"/>
                <a:gd name="T6" fmla="*/ 0 w 561"/>
                <a:gd name="T7" fmla="*/ 0 h 731"/>
                <a:gd name="T8" fmla="*/ 0 w 561"/>
                <a:gd name="T9" fmla="*/ 170 h 731"/>
              </a:gdLst>
              <a:ahLst/>
              <a:cxnLst>
                <a:cxn ang="0">
                  <a:pos x="T0" y="T1"/>
                </a:cxn>
                <a:cxn ang="0">
                  <a:pos x="T2" y="T3"/>
                </a:cxn>
                <a:cxn ang="0">
                  <a:pos x="T4" y="T5"/>
                </a:cxn>
                <a:cxn ang="0">
                  <a:pos x="T6" y="T7"/>
                </a:cxn>
                <a:cxn ang="0">
                  <a:pos x="T8" y="T9"/>
                </a:cxn>
              </a:cxnLst>
              <a:rect l="0" t="0" r="r" b="b"/>
              <a:pathLst>
                <a:path w="561" h="731">
                  <a:moveTo>
                    <a:pt x="0" y="170"/>
                  </a:moveTo>
                  <a:lnTo>
                    <a:pt x="561" y="731"/>
                  </a:lnTo>
                  <a:lnTo>
                    <a:pt x="561" y="561"/>
                  </a:lnTo>
                  <a:lnTo>
                    <a:pt x="0" y="0"/>
                  </a:lnTo>
                  <a:lnTo>
                    <a:pt x="0" y="170"/>
                  </a:lnTo>
                  <a:close/>
                </a:path>
              </a:pathLst>
            </a:custGeom>
            <a:solidFill>
              <a:srgbClr val="D5D5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67" name="Freeform 144"/>
            <p:cNvSpPr>
              <a:spLocks/>
            </p:cNvSpPr>
            <p:nvPr/>
          </p:nvSpPr>
          <p:spPr bwMode="auto">
            <a:xfrm>
              <a:off x="8999538" y="3911601"/>
              <a:ext cx="890587" cy="1155700"/>
            </a:xfrm>
            <a:custGeom>
              <a:avLst/>
              <a:gdLst>
                <a:gd name="T0" fmla="*/ 0 w 561"/>
                <a:gd name="T1" fmla="*/ 167 h 728"/>
                <a:gd name="T2" fmla="*/ 561 w 561"/>
                <a:gd name="T3" fmla="*/ 728 h 728"/>
                <a:gd name="T4" fmla="*/ 561 w 561"/>
                <a:gd name="T5" fmla="*/ 561 h 728"/>
                <a:gd name="T6" fmla="*/ 0 w 561"/>
                <a:gd name="T7" fmla="*/ 0 h 728"/>
                <a:gd name="T8" fmla="*/ 0 w 561"/>
                <a:gd name="T9" fmla="*/ 167 h 728"/>
              </a:gdLst>
              <a:ahLst/>
              <a:cxnLst>
                <a:cxn ang="0">
                  <a:pos x="T0" y="T1"/>
                </a:cxn>
                <a:cxn ang="0">
                  <a:pos x="T2" y="T3"/>
                </a:cxn>
                <a:cxn ang="0">
                  <a:pos x="T4" y="T5"/>
                </a:cxn>
                <a:cxn ang="0">
                  <a:pos x="T6" y="T7"/>
                </a:cxn>
                <a:cxn ang="0">
                  <a:pos x="T8" y="T9"/>
                </a:cxn>
              </a:cxnLst>
              <a:rect l="0" t="0" r="r" b="b"/>
              <a:pathLst>
                <a:path w="561" h="728">
                  <a:moveTo>
                    <a:pt x="0" y="167"/>
                  </a:moveTo>
                  <a:lnTo>
                    <a:pt x="561" y="728"/>
                  </a:lnTo>
                  <a:lnTo>
                    <a:pt x="561" y="561"/>
                  </a:lnTo>
                  <a:lnTo>
                    <a:pt x="0" y="0"/>
                  </a:lnTo>
                  <a:lnTo>
                    <a:pt x="0" y="167"/>
                  </a:lnTo>
                  <a:close/>
                </a:path>
              </a:pathLst>
            </a:custGeom>
            <a:solidFill>
              <a:srgbClr val="A19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68" name="Freeform 145"/>
            <p:cNvSpPr>
              <a:spLocks/>
            </p:cNvSpPr>
            <p:nvPr/>
          </p:nvSpPr>
          <p:spPr bwMode="auto">
            <a:xfrm>
              <a:off x="8999538" y="3641726"/>
              <a:ext cx="890587" cy="1160462"/>
            </a:xfrm>
            <a:custGeom>
              <a:avLst/>
              <a:gdLst>
                <a:gd name="T0" fmla="*/ 0 w 561"/>
                <a:gd name="T1" fmla="*/ 170 h 731"/>
                <a:gd name="T2" fmla="*/ 561 w 561"/>
                <a:gd name="T3" fmla="*/ 731 h 731"/>
                <a:gd name="T4" fmla="*/ 561 w 561"/>
                <a:gd name="T5" fmla="*/ 561 h 731"/>
                <a:gd name="T6" fmla="*/ 0 w 561"/>
                <a:gd name="T7" fmla="*/ 0 h 731"/>
                <a:gd name="T8" fmla="*/ 0 w 561"/>
                <a:gd name="T9" fmla="*/ 170 h 731"/>
              </a:gdLst>
              <a:ahLst/>
              <a:cxnLst>
                <a:cxn ang="0">
                  <a:pos x="T0" y="T1"/>
                </a:cxn>
                <a:cxn ang="0">
                  <a:pos x="T2" y="T3"/>
                </a:cxn>
                <a:cxn ang="0">
                  <a:pos x="T4" y="T5"/>
                </a:cxn>
                <a:cxn ang="0">
                  <a:pos x="T6" y="T7"/>
                </a:cxn>
                <a:cxn ang="0">
                  <a:pos x="T8" y="T9"/>
                </a:cxn>
              </a:cxnLst>
              <a:rect l="0" t="0" r="r" b="b"/>
              <a:pathLst>
                <a:path w="561" h="731">
                  <a:moveTo>
                    <a:pt x="0" y="170"/>
                  </a:moveTo>
                  <a:lnTo>
                    <a:pt x="561" y="731"/>
                  </a:lnTo>
                  <a:lnTo>
                    <a:pt x="561" y="561"/>
                  </a:lnTo>
                  <a:lnTo>
                    <a:pt x="0" y="0"/>
                  </a:lnTo>
                  <a:lnTo>
                    <a:pt x="0" y="170"/>
                  </a:lnTo>
                  <a:close/>
                </a:path>
              </a:pathLst>
            </a:custGeom>
            <a:solidFill>
              <a:srgbClr val="D5D5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69" name="Freeform 146"/>
            <p:cNvSpPr>
              <a:spLocks/>
            </p:cNvSpPr>
            <p:nvPr/>
          </p:nvSpPr>
          <p:spPr bwMode="auto">
            <a:xfrm>
              <a:off x="8999538" y="3378201"/>
              <a:ext cx="890587" cy="1154112"/>
            </a:xfrm>
            <a:custGeom>
              <a:avLst/>
              <a:gdLst>
                <a:gd name="T0" fmla="*/ 0 w 561"/>
                <a:gd name="T1" fmla="*/ 166 h 727"/>
                <a:gd name="T2" fmla="*/ 561 w 561"/>
                <a:gd name="T3" fmla="*/ 727 h 727"/>
                <a:gd name="T4" fmla="*/ 561 w 561"/>
                <a:gd name="T5" fmla="*/ 561 h 727"/>
                <a:gd name="T6" fmla="*/ 0 w 561"/>
                <a:gd name="T7" fmla="*/ 0 h 727"/>
                <a:gd name="T8" fmla="*/ 0 w 561"/>
                <a:gd name="T9" fmla="*/ 166 h 727"/>
              </a:gdLst>
              <a:ahLst/>
              <a:cxnLst>
                <a:cxn ang="0">
                  <a:pos x="T0" y="T1"/>
                </a:cxn>
                <a:cxn ang="0">
                  <a:pos x="T2" y="T3"/>
                </a:cxn>
                <a:cxn ang="0">
                  <a:pos x="T4" y="T5"/>
                </a:cxn>
                <a:cxn ang="0">
                  <a:pos x="T6" y="T7"/>
                </a:cxn>
                <a:cxn ang="0">
                  <a:pos x="T8" y="T9"/>
                </a:cxn>
              </a:cxnLst>
              <a:rect l="0" t="0" r="r" b="b"/>
              <a:pathLst>
                <a:path w="561" h="727">
                  <a:moveTo>
                    <a:pt x="0" y="166"/>
                  </a:moveTo>
                  <a:lnTo>
                    <a:pt x="561" y="727"/>
                  </a:lnTo>
                  <a:lnTo>
                    <a:pt x="561" y="561"/>
                  </a:lnTo>
                  <a:lnTo>
                    <a:pt x="0" y="0"/>
                  </a:lnTo>
                  <a:lnTo>
                    <a:pt x="0" y="166"/>
                  </a:lnTo>
                  <a:close/>
                </a:path>
              </a:pathLst>
            </a:custGeom>
            <a:solidFill>
              <a:srgbClr val="A19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70" name="Freeform 147"/>
            <p:cNvSpPr>
              <a:spLocks/>
            </p:cNvSpPr>
            <p:nvPr/>
          </p:nvSpPr>
          <p:spPr bwMode="auto">
            <a:xfrm>
              <a:off x="8999538" y="3108326"/>
              <a:ext cx="890587" cy="1160462"/>
            </a:xfrm>
            <a:custGeom>
              <a:avLst/>
              <a:gdLst>
                <a:gd name="T0" fmla="*/ 0 w 561"/>
                <a:gd name="T1" fmla="*/ 170 h 731"/>
                <a:gd name="T2" fmla="*/ 561 w 561"/>
                <a:gd name="T3" fmla="*/ 731 h 731"/>
                <a:gd name="T4" fmla="*/ 561 w 561"/>
                <a:gd name="T5" fmla="*/ 561 h 731"/>
                <a:gd name="T6" fmla="*/ 0 w 561"/>
                <a:gd name="T7" fmla="*/ 0 h 731"/>
                <a:gd name="T8" fmla="*/ 0 w 561"/>
                <a:gd name="T9" fmla="*/ 170 h 731"/>
              </a:gdLst>
              <a:ahLst/>
              <a:cxnLst>
                <a:cxn ang="0">
                  <a:pos x="T0" y="T1"/>
                </a:cxn>
                <a:cxn ang="0">
                  <a:pos x="T2" y="T3"/>
                </a:cxn>
                <a:cxn ang="0">
                  <a:pos x="T4" y="T5"/>
                </a:cxn>
                <a:cxn ang="0">
                  <a:pos x="T6" y="T7"/>
                </a:cxn>
                <a:cxn ang="0">
                  <a:pos x="T8" y="T9"/>
                </a:cxn>
              </a:cxnLst>
              <a:rect l="0" t="0" r="r" b="b"/>
              <a:pathLst>
                <a:path w="561" h="731">
                  <a:moveTo>
                    <a:pt x="0" y="170"/>
                  </a:moveTo>
                  <a:lnTo>
                    <a:pt x="561" y="731"/>
                  </a:lnTo>
                  <a:lnTo>
                    <a:pt x="561" y="561"/>
                  </a:lnTo>
                  <a:lnTo>
                    <a:pt x="0" y="0"/>
                  </a:lnTo>
                  <a:lnTo>
                    <a:pt x="0" y="170"/>
                  </a:lnTo>
                  <a:close/>
                </a:path>
              </a:pathLst>
            </a:custGeom>
            <a:solidFill>
              <a:srgbClr val="D5D5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71" name="Freeform 148"/>
            <p:cNvSpPr>
              <a:spLocks/>
            </p:cNvSpPr>
            <p:nvPr/>
          </p:nvSpPr>
          <p:spPr bwMode="auto">
            <a:xfrm>
              <a:off x="8999538" y="2838451"/>
              <a:ext cx="890587" cy="1160462"/>
            </a:xfrm>
            <a:custGeom>
              <a:avLst/>
              <a:gdLst>
                <a:gd name="T0" fmla="*/ 0 w 561"/>
                <a:gd name="T1" fmla="*/ 170 h 731"/>
                <a:gd name="T2" fmla="*/ 561 w 561"/>
                <a:gd name="T3" fmla="*/ 731 h 731"/>
                <a:gd name="T4" fmla="*/ 561 w 561"/>
                <a:gd name="T5" fmla="*/ 564 h 731"/>
                <a:gd name="T6" fmla="*/ 0 w 561"/>
                <a:gd name="T7" fmla="*/ 0 h 731"/>
                <a:gd name="T8" fmla="*/ 0 w 561"/>
                <a:gd name="T9" fmla="*/ 170 h 731"/>
              </a:gdLst>
              <a:ahLst/>
              <a:cxnLst>
                <a:cxn ang="0">
                  <a:pos x="T0" y="T1"/>
                </a:cxn>
                <a:cxn ang="0">
                  <a:pos x="T2" y="T3"/>
                </a:cxn>
                <a:cxn ang="0">
                  <a:pos x="T4" y="T5"/>
                </a:cxn>
                <a:cxn ang="0">
                  <a:pos x="T6" y="T7"/>
                </a:cxn>
                <a:cxn ang="0">
                  <a:pos x="T8" y="T9"/>
                </a:cxn>
              </a:cxnLst>
              <a:rect l="0" t="0" r="r" b="b"/>
              <a:pathLst>
                <a:path w="561" h="731">
                  <a:moveTo>
                    <a:pt x="0" y="170"/>
                  </a:moveTo>
                  <a:lnTo>
                    <a:pt x="561" y="731"/>
                  </a:lnTo>
                  <a:lnTo>
                    <a:pt x="561" y="564"/>
                  </a:lnTo>
                  <a:lnTo>
                    <a:pt x="0" y="0"/>
                  </a:lnTo>
                  <a:lnTo>
                    <a:pt x="0" y="170"/>
                  </a:lnTo>
                  <a:close/>
                </a:path>
              </a:pathLst>
            </a:custGeom>
            <a:solidFill>
              <a:srgbClr val="A19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72" name="Freeform 149"/>
            <p:cNvSpPr>
              <a:spLocks/>
            </p:cNvSpPr>
            <p:nvPr/>
          </p:nvSpPr>
          <p:spPr bwMode="auto">
            <a:xfrm>
              <a:off x="8999538" y="2573338"/>
              <a:ext cx="890587" cy="1160462"/>
            </a:xfrm>
            <a:custGeom>
              <a:avLst/>
              <a:gdLst>
                <a:gd name="T0" fmla="*/ 0 w 561"/>
                <a:gd name="T1" fmla="*/ 167 h 731"/>
                <a:gd name="T2" fmla="*/ 561 w 561"/>
                <a:gd name="T3" fmla="*/ 731 h 731"/>
                <a:gd name="T4" fmla="*/ 561 w 561"/>
                <a:gd name="T5" fmla="*/ 561 h 731"/>
                <a:gd name="T6" fmla="*/ 0 w 561"/>
                <a:gd name="T7" fmla="*/ 0 h 731"/>
                <a:gd name="T8" fmla="*/ 0 w 561"/>
                <a:gd name="T9" fmla="*/ 167 h 731"/>
              </a:gdLst>
              <a:ahLst/>
              <a:cxnLst>
                <a:cxn ang="0">
                  <a:pos x="T0" y="T1"/>
                </a:cxn>
                <a:cxn ang="0">
                  <a:pos x="T2" y="T3"/>
                </a:cxn>
                <a:cxn ang="0">
                  <a:pos x="T4" y="T5"/>
                </a:cxn>
                <a:cxn ang="0">
                  <a:pos x="T6" y="T7"/>
                </a:cxn>
                <a:cxn ang="0">
                  <a:pos x="T8" y="T9"/>
                </a:cxn>
              </a:cxnLst>
              <a:rect l="0" t="0" r="r" b="b"/>
              <a:pathLst>
                <a:path w="561" h="731">
                  <a:moveTo>
                    <a:pt x="0" y="167"/>
                  </a:moveTo>
                  <a:lnTo>
                    <a:pt x="561" y="731"/>
                  </a:lnTo>
                  <a:lnTo>
                    <a:pt x="561" y="561"/>
                  </a:lnTo>
                  <a:lnTo>
                    <a:pt x="0" y="0"/>
                  </a:lnTo>
                  <a:lnTo>
                    <a:pt x="0" y="167"/>
                  </a:lnTo>
                  <a:close/>
                </a:path>
              </a:pathLst>
            </a:custGeom>
            <a:solidFill>
              <a:srgbClr val="D5D5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73" name="Freeform 150"/>
            <p:cNvSpPr>
              <a:spLocks/>
            </p:cNvSpPr>
            <p:nvPr/>
          </p:nvSpPr>
          <p:spPr bwMode="auto">
            <a:xfrm>
              <a:off x="8999538" y="2462213"/>
              <a:ext cx="890587" cy="1001712"/>
            </a:xfrm>
            <a:custGeom>
              <a:avLst/>
              <a:gdLst>
                <a:gd name="T0" fmla="*/ 0 w 561"/>
                <a:gd name="T1" fmla="*/ 0 h 631"/>
                <a:gd name="T2" fmla="*/ 0 w 561"/>
                <a:gd name="T3" fmla="*/ 70 h 631"/>
                <a:gd name="T4" fmla="*/ 561 w 561"/>
                <a:gd name="T5" fmla="*/ 631 h 631"/>
                <a:gd name="T6" fmla="*/ 561 w 561"/>
                <a:gd name="T7" fmla="*/ 465 h 631"/>
                <a:gd name="T8" fmla="*/ 99 w 561"/>
                <a:gd name="T9" fmla="*/ 0 h 631"/>
                <a:gd name="T10" fmla="*/ 0 w 561"/>
                <a:gd name="T11" fmla="*/ 0 h 631"/>
              </a:gdLst>
              <a:ahLst/>
              <a:cxnLst>
                <a:cxn ang="0">
                  <a:pos x="T0" y="T1"/>
                </a:cxn>
                <a:cxn ang="0">
                  <a:pos x="T2" y="T3"/>
                </a:cxn>
                <a:cxn ang="0">
                  <a:pos x="T4" y="T5"/>
                </a:cxn>
                <a:cxn ang="0">
                  <a:pos x="T6" y="T7"/>
                </a:cxn>
                <a:cxn ang="0">
                  <a:pos x="T8" y="T9"/>
                </a:cxn>
                <a:cxn ang="0">
                  <a:pos x="T10" y="T11"/>
                </a:cxn>
              </a:cxnLst>
              <a:rect l="0" t="0" r="r" b="b"/>
              <a:pathLst>
                <a:path w="561" h="631">
                  <a:moveTo>
                    <a:pt x="0" y="0"/>
                  </a:moveTo>
                  <a:lnTo>
                    <a:pt x="0" y="70"/>
                  </a:lnTo>
                  <a:lnTo>
                    <a:pt x="561" y="631"/>
                  </a:lnTo>
                  <a:lnTo>
                    <a:pt x="561" y="465"/>
                  </a:lnTo>
                  <a:lnTo>
                    <a:pt x="99" y="0"/>
                  </a:lnTo>
                  <a:lnTo>
                    <a:pt x="0" y="0"/>
                  </a:lnTo>
                  <a:close/>
                </a:path>
              </a:pathLst>
            </a:custGeom>
            <a:solidFill>
              <a:srgbClr val="A19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74" name="Freeform 151"/>
            <p:cNvSpPr>
              <a:spLocks/>
            </p:cNvSpPr>
            <p:nvPr/>
          </p:nvSpPr>
          <p:spPr bwMode="auto">
            <a:xfrm>
              <a:off x="9156700" y="2462213"/>
              <a:ext cx="733425" cy="738187"/>
            </a:xfrm>
            <a:custGeom>
              <a:avLst/>
              <a:gdLst>
                <a:gd name="T0" fmla="*/ 0 w 462"/>
                <a:gd name="T1" fmla="*/ 0 h 465"/>
                <a:gd name="T2" fmla="*/ 462 w 462"/>
                <a:gd name="T3" fmla="*/ 465 h 465"/>
                <a:gd name="T4" fmla="*/ 462 w 462"/>
                <a:gd name="T5" fmla="*/ 295 h 465"/>
                <a:gd name="T6" fmla="*/ 167 w 462"/>
                <a:gd name="T7" fmla="*/ 0 h 465"/>
                <a:gd name="T8" fmla="*/ 0 w 462"/>
                <a:gd name="T9" fmla="*/ 0 h 465"/>
              </a:gdLst>
              <a:ahLst/>
              <a:cxnLst>
                <a:cxn ang="0">
                  <a:pos x="T0" y="T1"/>
                </a:cxn>
                <a:cxn ang="0">
                  <a:pos x="T2" y="T3"/>
                </a:cxn>
                <a:cxn ang="0">
                  <a:pos x="T4" y="T5"/>
                </a:cxn>
                <a:cxn ang="0">
                  <a:pos x="T6" y="T7"/>
                </a:cxn>
                <a:cxn ang="0">
                  <a:pos x="T8" y="T9"/>
                </a:cxn>
              </a:cxnLst>
              <a:rect l="0" t="0" r="r" b="b"/>
              <a:pathLst>
                <a:path w="462" h="465">
                  <a:moveTo>
                    <a:pt x="0" y="0"/>
                  </a:moveTo>
                  <a:lnTo>
                    <a:pt x="462" y="465"/>
                  </a:lnTo>
                  <a:lnTo>
                    <a:pt x="462" y="295"/>
                  </a:lnTo>
                  <a:lnTo>
                    <a:pt x="167" y="0"/>
                  </a:lnTo>
                  <a:lnTo>
                    <a:pt x="0" y="0"/>
                  </a:lnTo>
                  <a:close/>
                </a:path>
              </a:pathLst>
            </a:custGeom>
            <a:solidFill>
              <a:srgbClr val="D5D5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75" name="Freeform 152"/>
            <p:cNvSpPr>
              <a:spLocks/>
            </p:cNvSpPr>
            <p:nvPr/>
          </p:nvSpPr>
          <p:spPr bwMode="auto">
            <a:xfrm>
              <a:off x="9421813" y="2462213"/>
              <a:ext cx="468312" cy="468312"/>
            </a:xfrm>
            <a:custGeom>
              <a:avLst/>
              <a:gdLst>
                <a:gd name="T0" fmla="*/ 295 w 295"/>
                <a:gd name="T1" fmla="*/ 295 h 295"/>
                <a:gd name="T2" fmla="*/ 295 w 295"/>
                <a:gd name="T3" fmla="*/ 125 h 295"/>
                <a:gd name="T4" fmla="*/ 170 w 295"/>
                <a:gd name="T5" fmla="*/ 0 h 295"/>
                <a:gd name="T6" fmla="*/ 0 w 295"/>
                <a:gd name="T7" fmla="*/ 0 h 295"/>
                <a:gd name="T8" fmla="*/ 295 w 295"/>
                <a:gd name="T9" fmla="*/ 295 h 295"/>
              </a:gdLst>
              <a:ahLst/>
              <a:cxnLst>
                <a:cxn ang="0">
                  <a:pos x="T0" y="T1"/>
                </a:cxn>
                <a:cxn ang="0">
                  <a:pos x="T2" y="T3"/>
                </a:cxn>
                <a:cxn ang="0">
                  <a:pos x="T4" y="T5"/>
                </a:cxn>
                <a:cxn ang="0">
                  <a:pos x="T6" y="T7"/>
                </a:cxn>
                <a:cxn ang="0">
                  <a:pos x="T8" y="T9"/>
                </a:cxn>
              </a:cxnLst>
              <a:rect l="0" t="0" r="r" b="b"/>
              <a:pathLst>
                <a:path w="295" h="295">
                  <a:moveTo>
                    <a:pt x="295" y="295"/>
                  </a:moveTo>
                  <a:lnTo>
                    <a:pt x="295" y="125"/>
                  </a:lnTo>
                  <a:lnTo>
                    <a:pt x="170" y="0"/>
                  </a:lnTo>
                  <a:lnTo>
                    <a:pt x="0" y="0"/>
                  </a:lnTo>
                  <a:lnTo>
                    <a:pt x="295" y="295"/>
                  </a:lnTo>
                  <a:close/>
                </a:path>
              </a:pathLst>
            </a:custGeom>
            <a:solidFill>
              <a:srgbClr val="A19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76" name="Freeform 153"/>
            <p:cNvSpPr>
              <a:spLocks/>
            </p:cNvSpPr>
            <p:nvPr/>
          </p:nvSpPr>
          <p:spPr bwMode="auto">
            <a:xfrm>
              <a:off x="9691688" y="2462213"/>
              <a:ext cx="198437" cy="198437"/>
            </a:xfrm>
            <a:custGeom>
              <a:avLst/>
              <a:gdLst>
                <a:gd name="T0" fmla="*/ 125 w 125"/>
                <a:gd name="T1" fmla="*/ 0 h 125"/>
                <a:gd name="T2" fmla="*/ 0 w 125"/>
                <a:gd name="T3" fmla="*/ 0 h 125"/>
                <a:gd name="T4" fmla="*/ 125 w 125"/>
                <a:gd name="T5" fmla="*/ 125 h 125"/>
                <a:gd name="T6" fmla="*/ 125 w 125"/>
                <a:gd name="T7" fmla="*/ 0 h 125"/>
              </a:gdLst>
              <a:ahLst/>
              <a:cxnLst>
                <a:cxn ang="0">
                  <a:pos x="T0" y="T1"/>
                </a:cxn>
                <a:cxn ang="0">
                  <a:pos x="T2" y="T3"/>
                </a:cxn>
                <a:cxn ang="0">
                  <a:pos x="T4" y="T5"/>
                </a:cxn>
                <a:cxn ang="0">
                  <a:pos x="T6" y="T7"/>
                </a:cxn>
              </a:cxnLst>
              <a:rect l="0" t="0" r="r" b="b"/>
              <a:pathLst>
                <a:path w="125" h="125">
                  <a:moveTo>
                    <a:pt x="125" y="0"/>
                  </a:moveTo>
                  <a:lnTo>
                    <a:pt x="0" y="0"/>
                  </a:lnTo>
                  <a:lnTo>
                    <a:pt x="125" y="125"/>
                  </a:lnTo>
                  <a:lnTo>
                    <a:pt x="125" y="0"/>
                  </a:lnTo>
                  <a:close/>
                </a:path>
              </a:pathLst>
            </a:custGeom>
            <a:solidFill>
              <a:srgbClr val="D5D5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2" name="组合 11"/>
          <p:cNvGrpSpPr/>
          <p:nvPr/>
        </p:nvGrpSpPr>
        <p:grpSpPr>
          <a:xfrm>
            <a:off x="10497600" y="2440800"/>
            <a:ext cx="896400" cy="3009600"/>
            <a:chOff x="10504488" y="2462213"/>
            <a:chExt cx="890587" cy="2986088"/>
          </a:xfrm>
        </p:grpSpPr>
        <p:sp>
          <p:nvSpPr>
            <p:cNvPr id="2178" name="Freeform 155"/>
            <p:cNvSpPr>
              <a:spLocks/>
            </p:cNvSpPr>
            <p:nvPr/>
          </p:nvSpPr>
          <p:spPr bwMode="auto">
            <a:xfrm>
              <a:off x="10504488" y="5245101"/>
              <a:ext cx="204787" cy="203200"/>
            </a:xfrm>
            <a:custGeom>
              <a:avLst/>
              <a:gdLst>
                <a:gd name="T0" fmla="*/ 0 w 129"/>
                <a:gd name="T1" fmla="*/ 128 h 128"/>
                <a:gd name="T2" fmla="*/ 129 w 129"/>
                <a:gd name="T3" fmla="*/ 128 h 128"/>
                <a:gd name="T4" fmla="*/ 0 w 129"/>
                <a:gd name="T5" fmla="*/ 0 h 128"/>
                <a:gd name="T6" fmla="*/ 0 w 129"/>
                <a:gd name="T7" fmla="*/ 128 h 128"/>
              </a:gdLst>
              <a:ahLst/>
              <a:cxnLst>
                <a:cxn ang="0">
                  <a:pos x="T0" y="T1"/>
                </a:cxn>
                <a:cxn ang="0">
                  <a:pos x="T2" y="T3"/>
                </a:cxn>
                <a:cxn ang="0">
                  <a:pos x="T4" y="T5"/>
                </a:cxn>
                <a:cxn ang="0">
                  <a:pos x="T6" y="T7"/>
                </a:cxn>
              </a:cxnLst>
              <a:rect l="0" t="0" r="r" b="b"/>
              <a:pathLst>
                <a:path w="129" h="128">
                  <a:moveTo>
                    <a:pt x="0" y="128"/>
                  </a:moveTo>
                  <a:lnTo>
                    <a:pt x="129" y="128"/>
                  </a:lnTo>
                  <a:lnTo>
                    <a:pt x="0" y="0"/>
                  </a:lnTo>
                  <a:lnTo>
                    <a:pt x="0" y="128"/>
                  </a:lnTo>
                  <a:close/>
                </a:path>
              </a:pathLst>
            </a:custGeom>
            <a:solidFill>
              <a:srgbClr val="D5D5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79" name="Freeform 156"/>
            <p:cNvSpPr>
              <a:spLocks/>
            </p:cNvSpPr>
            <p:nvPr/>
          </p:nvSpPr>
          <p:spPr bwMode="auto">
            <a:xfrm>
              <a:off x="10504488" y="4979988"/>
              <a:ext cx="468312" cy="468312"/>
            </a:xfrm>
            <a:custGeom>
              <a:avLst/>
              <a:gdLst>
                <a:gd name="T0" fmla="*/ 0 w 295"/>
                <a:gd name="T1" fmla="*/ 167 h 295"/>
                <a:gd name="T2" fmla="*/ 129 w 295"/>
                <a:gd name="T3" fmla="*/ 295 h 295"/>
                <a:gd name="T4" fmla="*/ 295 w 295"/>
                <a:gd name="T5" fmla="*/ 295 h 295"/>
                <a:gd name="T6" fmla="*/ 0 w 295"/>
                <a:gd name="T7" fmla="*/ 0 h 295"/>
                <a:gd name="T8" fmla="*/ 0 w 295"/>
                <a:gd name="T9" fmla="*/ 167 h 295"/>
              </a:gdLst>
              <a:ahLst/>
              <a:cxnLst>
                <a:cxn ang="0">
                  <a:pos x="T0" y="T1"/>
                </a:cxn>
                <a:cxn ang="0">
                  <a:pos x="T2" y="T3"/>
                </a:cxn>
                <a:cxn ang="0">
                  <a:pos x="T4" y="T5"/>
                </a:cxn>
                <a:cxn ang="0">
                  <a:pos x="T6" y="T7"/>
                </a:cxn>
                <a:cxn ang="0">
                  <a:pos x="T8" y="T9"/>
                </a:cxn>
              </a:cxnLst>
              <a:rect l="0" t="0" r="r" b="b"/>
              <a:pathLst>
                <a:path w="295" h="295">
                  <a:moveTo>
                    <a:pt x="0" y="167"/>
                  </a:moveTo>
                  <a:lnTo>
                    <a:pt x="129" y="295"/>
                  </a:lnTo>
                  <a:lnTo>
                    <a:pt x="295" y="295"/>
                  </a:lnTo>
                  <a:lnTo>
                    <a:pt x="0" y="0"/>
                  </a:lnTo>
                  <a:lnTo>
                    <a:pt x="0" y="167"/>
                  </a:lnTo>
                  <a:close/>
                </a:path>
              </a:pathLst>
            </a:custGeom>
            <a:solidFill>
              <a:srgbClr val="A19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80" name="Freeform 157"/>
            <p:cNvSpPr>
              <a:spLocks/>
            </p:cNvSpPr>
            <p:nvPr/>
          </p:nvSpPr>
          <p:spPr bwMode="auto">
            <a:xfrm>
              <a:off x="10504488" y="4710113"/>
              <a:ext cx="738187" cy="738187"/>
            </a:xfrm>
            <a:custGeom>
              <a:avLst/>
              <a:gdLst>
                <a:gd name="T0" fmla="*/ 0 w 465"/>
                <a:gd name="T1" fmla="*/ 170 h 465"/>
                <a:gd name="T2" fmla="*/ 295 w 465"/>
                <a:gd name="T3" fmla="*/ 465 h 465"/>
                <a:gd name="T4" fmla="*/ 465 w 465"/>
                <a:gd name="T5" fmla="*/ 465 h 465"/>
                <a:gd name="T6" fmla="*/ 0 w 465"/>
                <a:gd name="T7" fmla="*/ 0 h 465"/>
                <a:gd name="T8" fmla="*/ 0 w 465"/>
                <a:gd name="T9" fmla="*/ 170 h 465"/>
              </a:gdLst>
              <a:ahLst/>
              <a:cxnLst>
                <a:cxn ang="0">
                  <a:pos x="T0" y="T1"/>
                </a:cxn>
                <a:cxn ang="0">
                  <a:pos x="T2" y="T3"/>
                </a:cxn>
                <a:cxn ang="0">
                  <a:pos x="T4" y="T5"/>
                </a:cxn>
                <a:cxn ang="0">
                  <a:pos x="T6" y="T7"/>
                </a:cxn>
                <a:cxn ang="0">
                  <a:pos x="T8" y="T9"/>
                </a:cxn>
              </a:cxnLst>
              <a:rect l="0" t="0" r="r" b="b"/>
              <a:pathLst>
                <a:path w="465" h="465">
                  <a:moveTo>
                    <a:pt x="0" y="170"/>
                  </a:moveTo>
                  <a:lnTo>
                    <a:pt x="295" y="465"/>
                  </a:lnTo>
                  <a:lnTo>
                    <a:pt x="465" y="465"/>
                  </a:lnTo>
                  <a:lnTo>
                    <a:pt x="0" y="0"/>
                  </a:lnTo>
                  <a:lnTo>
                    <a:pt x="0" y="170"/>
                  </a:lnTo>
                  <a:close/>
                </a:path>
              </a:pathLst>
            </a:custGeom>
            <a:solidFill>
              <a:srgbClr val="D5D5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81" name="Freeform 158"/>
            <p:cNvSpPr>
              <a:spLocks/>
            </p:cNvSpPr>
            <p:nvPr/>
          </p:nvSpPr>
          <p:spPr bwMode="auto">
            <a:xfrm>
              <a:off x="10504488" y="4446588"/>
              <a:ext cx="890587" cy="1001712"/>
            </a:xfrm>
            <a:custGeom>
              <a:avLst/>
              <a:gdLst>
                <a:gd name="T0" fmla="*/ 0 w 561"/>
                <a:gd name="T1" fmla="*/ 166 h 631"/>
                <a:gd name="T2" fmla="*/ 465 w 561"/>
                <a:gd name="T3" fmla="*/ 631 h 631"/>
                <a:gd name="T4" fmla="*/ 561 w 561"/>
                <a:gd name="T5" fmla="*/ 631 h 631"/>
                <a:gd name="T6" fmla="*/ 561 w 561"/>
                <a:gd name="T7" fmla="*/ 561 h 631"/>
                <a:gd name="T8" fmla="*/ 0 w 561"/>
                <a:gd name="T9" fmla="*/ 0 h 631"/>
                <a:gd name="T10" fmla="*/ 0 w 561"/>
                <a:gd name="T11" fmla="*/ 166 h 631"/>
              </a:gdLst>
              <a:ahLst/>
              <a:cxnLst>
                <a:cxn ang="0">
                  <a:pos x="T0" y="T1"/>
                </a:cxn>
                <a:cxn ang="0">
                  <a:pos x="T2" y="T3"/>
                </a:cxn>
                <a:cxn ang="0">
                  <a:pos x="T4" y="T5"/>
                </a:cxn>
                <a:cxn ang="0">
                  <a:pos x="T6" y="T7"/>
                </a:cxn>
                <a:cxn ang="0">
                  <a:pos x="T8" y="T9"/>
                </a:cxn>
                <a:cxn ang="0">
                  <a:pos x="T10" y="T11"/>
                </a:cxn>
              </a:cxnLst>
              <a:rect l="0" t="0" r="r" b="b"/>
              <a:pathLst>
                <a:path w="561" h="631">
                  <a:moveTo>
                    <a:pt x="0" y="166"/>
                  </a:moveTo>
                  <a:lnTo>
                    <a:pt x="465" y="631"/>
                  </a:lnTo>
                  <a:lnTo>
                    <a:pt x="561" y="631"/>
                  </a:lnTo>
                  <a:lnTo>
                    <a:pt x="561" y="561"/>
                  </a:lnTo>
                  <a:lnTo>
                    <a:pt x="0" y="0"/>
                  </a:lnTo>
                  <a:lnTo>
                    <a:pt x="0" y="166"/>
                  </a:lnTo>
                  <a:close/>
                </a:path>
              </a:pathLst>
            </a:custGeom>
            <a:solidFill>
              <a:srgbClr val="A19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82" name="Freeform 159"/>
            <p:cNvSpPr>
              <a:spLocks/>
            </p:cNvSpPr>
            <p:nvPr/>
          </p:nvSpPr>
          <p:spPr bwMode="auto">
            <a:xfrm>
              <a:off x="10504488" y="4176713"/>
              <a:ext cx="890587" cy="1160462"/>
            </a:xfrm>
            <a:custGeom>
              <a:avLst/>
              <a:gdLst>
                <a:gd name="T0" fmla="*/ 0 w 561"/>
                <a:gd name="T1" fmla="*/ 170 h 731"/>
                <a:gd name="T2" fmla="*/ 561 w 561"/>
                <a:gd name="T3" fmla="*/ 731 h 731"/>
                <a:gd name="T4" fmla="*/ 561 w 561"/>
                <a:gd name="T5" fmla="*/ 561 h 731"/>
                <a:gd name="T6" fmla="*/ 0 w 561"/>
                <a:gd name="T7" fmla="*/ 0 h 731"/>
                <a:gd name="T8" fmla="*/ 0 w 561"/>
                <a:gd name="T9" fmla="*/ 170 h 731"/>
              </a:gdLst>
              <a:ahLst/>
              <a:cxnLst>
                <a:cxn ang="0">
                  <a:pos x="T0" y="T1"/>
                </a:cxn>
                <a:cxn ang="0">
                  <a:pos x="T2" y="T3"/>
                </a:cxn>
                <a:cxn ang="0">
                  <a:pos x="T4" y="T5"/>
                </a:cxn>
                <a:cxn ang="0">
                  <a:pos x="T6" y="T7"/>
                </a:cxn>
                <a:cxn ang="0">
                  <a:pos x="T8" y="T9"/>
                </a:cxn>
              </a:cxnLst>
              <a:rect l="0" t="0" r="r" b="b"/>
              <a:pathLst>
                <a:path w="561" h="731">
                  <a:moveTo>
                    <a:pt x="0" y="170"/>
                  </a:moveTo>
                  <a:lnTo>
                    <a:pt x="561" y="731"/>
                  </a:lnTo>
                  <a:lnTo>
                    <a:pt x="561" y="561"/>
                  </a:lnTo>
                  <a:lnTo>
                    <a:pt x="0" y="0"/>
                  </a:lnTo>
                  <a:lnTo>
                    <a:pt x="0" y="170"/>
                  </a:lnTo>
                  <a:close/>
                </a:path>
              </a:pathLst>
            </a:custGeom>
            <a:solidFill>
              <a:srgbClr val="D5D5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83" name="Freeform 160"/>
            <p:cNvSpPr>
              <a:spLocks/>
            </p:cNvSpPr>
            <p:nvPr/>
          </p:nvSpPr>
          <p:spPr bwMode="auto">
            <a:xfrm>
              <a:off x="10504488" y="3911601"/>
              <a:ext cx="890587" cy="1155700"/>
            </a:xfrm>
            <a:custGeom>
              <a:avLst/>
              <a:gdLst>
                <a:gd name="T0" fmla="*/ 0 w 561"/>
                <a:gd name="T1" fmla="*/ 167 h 728"/>
                <a:gd name="T2" fmla="*/ 561 w 561"/>
                <a:gd name="T3" fmla="*/ 728 h 728"/>
                <a:gd name="T4" fmla="*/ 561 w 561"/>
                <a:gd name="T5" fmla="*/ 561 h 728"/>
                <a:gd name="T6" fmla="*/ 0 w 561"/>
                <a:gd name="T7" fmla="*/ 0 h 728"/>
                <a:gd name="T8" fmla="*/ 0 w 561"/>
                <a:gd name="T9" fmla="*/ 167 h 728"/>
              </a:gdLst>
              <a:ahLst/>
              <a:cxnLst>
                <a:cxn ang="0">
                  <a:pos x="T0" y="T1"/>
                </a:cxn>
                <a:cxn ang="0">
                  <a:pos x="T2" y="T3"/>
                </a:cxn>
                <a:cxn ang="0">
                  <a:pos x="T4" y="T5"/>
                </a:cxn>
                <a:cxn ang="0">
                  <a:pos x="T6" y="T7"/>
                </a:cxn>
                <a:cxn ang="0">
                  <a:pos x="T8" y="T9"/>
                </a:cxn>
              </a:cxnLst>
              <a:rect l="0" t="0" r="r" b="b"/>
              <a:pathLst>
                <a:path w="561" h="728">
                  <a:moveTo>
                    <a:pt x="0" y="167"/>
                  </a:moveTo>
                  <a:lnTo>
                    <a:pt x="561" y="728"/>
                  </a:lnTo>
                  <a:lnTo>
                    <a:pt x="561" y="561"/>
                  </a:lnTo>
                  <a:lnTo>
                    <a:pt x="0" y="0"/>
                  </a:lnTo>
                  <a:lnTo>
                    <a:pt x="0" y="167"/>
                  </a:lnTo>
                  <a:close/>
                </a:path>
              </a:pathLst>
            </a:custGeom>
            <a:solidFill>
              <a:srgbClr val="A19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84" name="Freeform 161"/>
            <p:cNvSpPr>
              <a:spLocks/>
            </p:cNvSpPr>
            <p:nvPr/>
          </p:nvSpPr>
          <p:spPr bwMode="auto">
            <a:xfrm>
              <a:off x="10504488" y="3641726"/>
              <a:ext cx="890587" cy="1160462"/>
            </a:xfrm>
            <a:custGeom>
              <a:avLst/>
              <a:gdLst>
                <a:gd name="T0" fmla="*/ 0 w 561"/>
                <a:gd name="T1" fmla="*/ 170 h 731"/>
                <a:gd name="T2" fmla="*/ 561 w 561"/>
                <a:gd name="T3" fmla="*/ 731 h 731"/>
                <a:gd name="T4" fmla="*/ 561 w 561"/>
                <a:gd name="T5" fmla="*/ 561 h 731"/>
                <a:gd name="T6" fmla="*/ 0 w 561"/>
                <a:gd name="T7" fmla="*/ 0 h 731"/>
                <a:gd name="T8" fmla="*/ 0 w 561"/>
                <a:gd name="T9" fmla="*/ 170 h 731"/>
              </a:gdLst>
              <a:ahLst/>
              <a:cxnLst>
                <a:cxn ang="0">
                  <a:pos x="T0" y="T1"/>
                </a:cxn>
                <a:cxn ang="0">
                  <a:pos x="T2" y="T3"/>
                </a:cxn>
                <a:cxn ang="0">
                  <a:pos x="T4" y="T5"/>
                </a:cxn>
                <a:cxn ang="0">
                  <a:pos x="T6" y="T7"/>
                </a:cxn>
                <a:cxn ang="0">
                  <a:pos x="T8" y="T9"/>
                </a:cxn>
              </a:cxnLst>
              <a:rect l="0" t="0" r="r" b="b"/>
              <a:pathLst>
                <a:path w="561" h="731">
                  <a:moveTo>
                    <a:pt x="0" y="170"/>
                  </a:moveTo>
                  <a:lnTo>
                    <a:pt x="561" y="731"/>
                  </a:lnTo>
                  <a:lnTo>
                    <a:pt x="561" y="561"/>
                  </a:lnTo>
                  <a:lnTo>
                    <a:pt x="0" y="0"/>
                  </a:lnTo>
                  <a:lnTo>
                    <a:pt x="0" y="170"/>
                  </a:lnTo>
                  <a:close/>
                </a:path>
              </a:pathLst>
            </a:custGeom>
            <a:solidFill>
              <a:srgbClr val="D5D5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85" name="Freeform 162"/>
            <p:cNvSpPr>
              <a:spLocks/>
            </p:cNvSpPr>
            <p:nvPr/>
          </p:nvSpPr>
          <p:spPr bwMode="auto">
            <a:xfrm>
              <a:off x="10504488" y="3378201"/>
              <a:ext cx="890587" cy="1154112"/>
            </a:xfrm>
            <a:custGeom>
              <a:avLst/>
              <a:gdLst>
                <a:gd name="T0" fmla="*/ 0 w 561"/>
                <a:gd name="T1" fmla="*/ 166 h 727"/>
                <a:gd name="T2" fmla="*/ 561 w 561"/>
                <a:gd name="T3" fmla="*/ 727 h 727"/>
                <a:gd name="T4" fmla="*/ 561 w 561"/>
                <a:gd name="T5" fmla="*/ 561 h 727"/>
                <a:gd name="T6" fmla="*/ 0 w 561"/>
                <a:gd name="T7" fmla="*/ 0 h 727"/>
                <a:gd name="T8" fmla="*/ 0 w 561"/>
                <a:gd name="T9" fmla="*/ 166 h 727"/>
              </a:gdLst>
              <a:ahLst/>
              <a:cxnLst>
                <a:cxn ang="0">
                  <a:pos x="T0" y="T1"/>
                </a:cxn>
                <a:cxn ang="0">
                  <a:pos x="T2" y="T3"/>
                </a:cxn>
                <a:cxn ang="0">
                  <a:pos x="T4" y="T5"/>
                </a:cxn>
                <a:cxn ang="0">
                  <a:pos x="T6" y="T7"/>
                </a:cxn>
                <a:cxn ang="0">
                  <a:pos x="T8" y="T9"/>
                </a:cxn>
              </a:cxnLst>
              <a:rect l="0" t="0" r="r" b="b"/>
              <a:pathLst>
                <a:path w="561" h="727">
                  <a:moveTo>
                    <a:pt x="0" y="166"/>
                  </a:moveTo>
                  <a:lnTo>
                    <a:pt x="561" y="727"/>
                  </a:lnTo>
                  <a:lnTo>
                    <a:pt x="561" y="561"/>
                  </a:lnTo>
                  <a:lnTo>
                    <a:pt x="0" y="0"/>
                  </a:lnTo>
                  <a:lnTo>
                    <a:pt x="0" y="166"/>
                  </a:lnTo>
                  <a:close/>
                </a:path>
              </a:pathLst>
            </a:custGeom>
            <a:solidFill>
              <a:srgbClr val="A19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86" name="Freeform 163"/>
            <p:cNvSpPr>
              <a:spLocks/>
            </p:cNvSpPr>
            <p:nvPr/>
          </p:nvSpPr>
          <p:spPr bwMode="auto">
            <a:xfrm>
              <a:off x="10504488" y="3108326"/>
              <a:ext cx="890587" cy="1160462"/>
            </a:xfrm>
            <a:custGeom>
              <a:avLst/>
              <a:gdLst>
                <a:gd name="T0" fmla="*/ 0 w 561"/>
                <a:gd name="T1" fmla="*/ 170 h 731"/>
                <a:gd name="T2" fmla="*/ 561 w 561"/>
                <a:gd name="T3" fmla="*/ 731 h 731"/>
                <a:gd name="T4" fmla="*/ 561 w 561"/>
                <a:gd name="T5" fmla="*/ 561 h 731"/>
                <a:gd name="T6" fmla="*/ 0 w 561"/>
                <a:gd name="T7" fmla="*/ 0 h 731"/>
                <a:gd name="T8" fmla="*/ 0 w 561"/>
                <a:gd name="T9" fmla="*/ 170 h 731"/>
              </a:gdLst>
              <a:ahLst/>
              <a:cxnLst>
                <a:cxn ang="0">
                  <a:pos x="T0" y="T1"/>
                </a:cxn>
                <a:cxn ang="0">
                  <a:pos x="T2" y="T3"/>
                </a:cxn>
                <a:cxn ang="0">
                  <a:pos x="T4" y="T5"/>
                </a:cxn>
                <a:cxn ang="0">
                  <a:pos x="T6" y="T7"/>
                </a:cxn>
                <a:cxn ang="0">
                  <a:pos x="T8" y="T9"/>
                </a:cxn>
              </a:cxnLst>
              <a:rect l="0" t="0" r="r" b="b"/>
              <a:pathLst>
                <a:path w="561" h="731">
                  <a:moveTo>
                    <a:pt x="0" y="170"/>
                  </a:moveTo>
                  <a:lnTo>
                    <a:pt x="561" y="731"/>
                  </a:lnTo>
                  <a:lnTo>
                    <a:pt x="561" y="561"/>
                  </a:lnTo>
                  <a:lnTo>
                    <a:pt x="0" y="0"/>
                  </a:lnTo>
                  <a:lnTo>
                    <a:pt x="0" y="170"/>
                  </a:lnTo>
                  <a:close/>
                </a:path>
              </a:pathLst>
            </a:custGeom>
            <a:solidFill>
              <a:srgbClr val="D5D5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87" name="Freeform 164"/>
            <p:cNvSpPr>
              <a:spLocks/>
            </p:cNvSpPr>
            <p:nvPr/>
          </p:nvSpPr>
          <p:spPr bwMode="auto">
            <a:xfrm>
              <a:off x="10504488" y="2838451"/>
              <a:ext cx="890587" cy="1160462"/>
            </a:xfrm>
            <a:custGeom>
              <a:avLst/>
              <a:gdLst>
                <a:gd name="T0" fmla="*/ 0 w 561"/>
                <a:gd name="T1" fmla="*/ 170 h 731"/>
                <a:gd name="T2" fmla="*/ 561 w 561"/>
                <a:gd name="T3" fmla="*/ 731 h 731"/>
                <a:gd name="T4" fmla="*/ 561 w 561"/>
                <a:gd name="T5" fmla="*/ 564 h 731"/>
                <a:gd name="T6" fmla="*/ 0 w 561"/>
                <a:gd name="T7" fmla="*/ 0 h 731"/>
                <a:gd name="T8" fmla="*/ 0 w 561"/>
                <a:gd name="T9" fmla="*/ 170 h 731"/>
              </a:gdLst>
              <a:ahLst/>
              <a:cxnLst>
                <a:cxn ang="0">
                  <a:pos x="T0" y="T1"/>
                </a:cxn>
                <a:cxn ang="0">
                  <a:pos x="T2" y="T3"/>
                </a:cxn>
                <a:cxn ang="0">
                  <a:pos x="T4" y="T5"/>
                </a:cxn>
                <a:cxn ang="0">
                  <a:pos x="T6" y="T7"/>
                </a:cxn>
                <a:cxn ang="0">
                  <a:pos x="T8" y="T9"/>
                </a:cxn>
              </a:cxnLst>
              <a:rect l="0" t="0" r="r" b="b"/>
              <a:pathLst>
                <a:path w="561" h="731">
                  <a:moveTo>
                    <a:pt x="0" y="170"/>
                  </a:moveTo>
                  <a:lnTo>
                    <a:pt x="561" y="731"/>
                  </a:lnTo>
                  <a:lnTo>
                    <a:pt x="561" y="564"/>
                  </a:lnTo>
                  <a:lnTo>
                    <a:pt x="0" y="0"/>
                  </a:lnTo>
                  <a:lnTo>
                    <a:pt x="0" y="170"/>
                  </a:lnTo>
                  <a:close/>
                </a:path>
              </a:pathLst>
            </a:custGeom>
            <a:solidFill>
              <a:srgbClr val="A19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88" name="Freeform 165"/>
            <p:cNvSpPr>
              <a:spLocks/>
            </p:cNvSpPr>
            <p:nvPr/>
          </p:nvSpPr>
          <p:spPr bwMode="auto">
            <a:xfrm>
              <a:off x="10504488" y="2573338"/>
              <a:ext cx="890587" cy="1160462"/>
            </a:xfrm>
            <a:custGeom>
              <a:avLst/>
              <a:gdLst>
                <a:gd name="T0" fmla="*/ 0 w 561"/>
                <a:gd name="T1" fmla="*/ 167 h 731"/>
                <a:gd name="T2" fmla="*/ 561 w 561"/>
                <a:gd name="T3" fmla="*/ 731 h 731"/>
                <a:gd name="T4" fmla="*/ 561 w 561"/>
                <a:gd name="T5" fmla="*/ 561 h 731"/>
                <a:gd name="T6" fmla="*/ 0 w 561"/>
                <a:gd name="T7" fmla="*/ 0 h 731"/>
                <a:gd name="T8" fmla="*/ 0 w 561"/>
                <a:gd name="T9" fmla="*/ 167 h 731"/>
              </a:gdLst>
              <a:ahLst/>
              <a:cxnLst>
                <a:cxn ang="0">
                  <a:pos x="T0" y="T1"/>
                </a:cxn>
                <a:cxn ang="0">
                  <a:pos x="T2" y="T3"/>
                </a:cxn>
                <a:cxn ang="0">
                  <a:pos x="T4" y="T5"/>
                </a:cxn>
                <a:cxn ang="0">
                  <a:pos x="T6" y="T7"/>
                </a:cxn>
                <a:cxn ang="0">
                  <a:pos x="T8" y="T9"/>
                </a:cxn>
              </a:cxnLst>
              <a:rect l="0" t="0" r="r" b="b"/>
              <a:pathLst>
                <a:path w="561" h="731">
                  <a:moveTo>
                    <a:pt x="0" y="167"/>
                  </a:moveTo>
                  <a:lnTo>
                    <a:pt x="561" y="731"/>
                  </a:lnTo>
                  <a:lnTo>
                    <a:pt x="561" y="561"/>
                  </a:lnTo>
                  <a:lnTo>
                    <a:pt x="0" y="0"/>
                  </a:lnTo>
                  <a:lnTo>
                    <a:pt x="0" y="167"/>
                  </a:lnTo>
                  <a:close/>
                </a:path>
              </a:pathLst>
            </a:custGeom>
            <a:solidFill>
              <a:srgbClr val="D5D5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89" name="Freeform 166"/>
            <p:cNvSpPr>
              <a:spLocks/>
            </p:cNvSpPr>
            <p:nvPr/>
          </p:nvSpPr>
          <p:spPr bwMode="auto">
            <a:xfrm>
              <a:off x="10504488" y="2462213"/>
              <a:ext cx="890587" cy="1001712"/>
            </a:xfrm>
            <a:custGeom>
              <a:avLst/>
              <a:gdLst>
                <a:gd name="T0" fmla="*/ 0 w 561"/>
                <a:gd name="T1" fmla="*/ 0 h 631"/>
                <a:gd name="T2" fmla="*/ 0 w 561"/>
                <a:gd name="T3" fmla="*/ 70 h 631"/>
                <a:gd name="T4" fmla="*/ 561 w 561"/>
                <a:gd name="T5" fmla="*/ 631 h 631"/>
                <a:gd name="T6" fmla="*/ 561 w 561"/>
                <a:gd name="T7" fmla="*/ 465 h 631"/>
                <a:gd name="T8" fmla="*/ 97 w 561"/>
                <a:gd name="T9" fmla="*/ 0 h 631"/>
                <a:gd name="T10" fmla="*/ 0 w 561"/>
                <a:gd name="T11" fmla="*/ 0 h 631"/>
              </a:gdLst>
              <a:ahLst/>
              <a:cxnLst>
                <a:cxn ang="0">
                  <a:pos x="T0" y="T1"/>
                </a:cxn>
                <a:cxn ang="0">
                  <a:pos x="T2" y="T3"/>
                </a:cxn>
                <a:cxn ang="0">
                  <a:pos x="T4" y="T5"/>
                </a:cxn>
                <a:cxn ang="0">
                  <a:pos x="T6" y="T7"/>
                </a:cxn>
                <a:cxn ang="0">
                  <a:pos x="T8" y="T9"/>
                </a:cxn>
                <a:cxn ang="0">
                  <a:pos x="T10" y="T11"/>
                </a:cxn>
              </a:cxnLst>
              <a:rect l="0" t="0" r="r" b="b"/>
              <a:pathLst>
                <a:path w="561" h="631">
                  <a:moveTo>
                    <a:pt x="0" y="0"/>
                  </a:moveTo>
                  <a:lnTo>
                    <a:pt x="0" y="70"/>
                  </a:lnTo>
                  <a:lnTo>
                    <a:pt x="561" y="631"/>
                  </a:lnTo>
                  <a:lnTo>
                    <a:pt x="561" y="465"/>
                  </a:lnTo>
                  <a:lnTo>
                    <a:pt x="97" y="0"/>
                  </a:lnTo>
                  <a:lnTo>
                    <a:pt x="0" y="0"/>
                  </a:lnTo>
                  <a:close/>
                </a:path>
              </a:pathLst>
            </a:custGeom>
            <a:solidFill>
              <a:srgbClr val="A19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90" name="Freeform 167"/>
            <p:cNvSpPr>
              <a:spLocks/>
            </p:cNvSpPr>
            <p:nvPr/>
          </p:nvSpPr>
          <p:spPr bwMode="auto">
            <a:xfrm>
              <a:off x="10658475" y="2462213"/>
              <a:ext cx="736600" cy="738187"/>
            </a:xfrm>
            <a:custGeom>
              <a:avLst/>
              <a:gdLst>
                <a:gd name="T0" fmla="*/ 0 w 464"/>
                <a:gd name="T1" fmla="*/ 0 h 465"/>
                <a:gd name="T2" fmla="*/ 464 w 464"/>
                <a:gd name="T3" fmla="*/ 465 h 465"/>
                <a:gd name="T4" fmla="*/ 464 w 464"/>
                <a:gd name="T5" fmla="*/ 295 h 465"/>
                <a:gd name="T6" fmla="*/ 169 w 464"/>
                <a:gd name="T7" fmla="*/ 0 h 465"/>
                <a:gd name="T8" fmla="*/ 0 w 464"/>
                <a:gd name="T9" fmla="*/ 0 h 465"/>
              </a:gdLst>
              <a:ahLst/>
              <a:cxnLst>
                <a:cxn ang="0">
                  <a:pos x="T0" y="T1"/>
                </a:cxn>
                <a:cxn ang="0">
                  <a:pos x="T2" y="T3"/>
                </a:cxn>
                <a:cxn ang="0">
                  <a:pos x="T4" y="T5"/>
                </a:cxn>
                <a:cxn ang="0">
                  <a:pos x="T6" y="T7"/>
                </a:cxn>
                <a:cxn ang="0">
                  <a:pos x="T8" y="T9"/>
                </a:cxn>
              </a:cxnLst>
              <a:rect l="0" t="0" r="r" b="b"/>
              <a:pathLst>
                <a:path w="464" h="465">
                  <a:moveTo>
                    <a:pt x="0" y="0"/>
                  </a:moveTo>
                  <a:lnTo>
                    <a:pt x="464" y="465"/>
                  </a:lnTo>
                  <a:lnTo>
                    <a:pt x="464" y="295"/>
                  </a:lnTo>
                  <a:lnTo>
                    <a:pt x="169" y="0"/>
                  </a:lnTo>
                  <a:lnTo>
                    <a:pt x="0" y="0"/>
                  </a:lnTo>
                  <a:close/>
                </a:path>
              </a:pathLst>
            </a:custGeom>
            <a:solidFill>
              <a:srgbClr val="D5D5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91" name="Freeform 168"/>
            <p:cNvSpPr>
              <a:spLocks/>
            </p:cNvSpPr>
            <p:nvPr/>
          </p:nvSpPr>
          <p:spPr bwMode="auto">
            <a:xfrm>
              <a:off x="10926763" y="2462213"/>
              <a:ext cx="468312" cy="468312"/>
            </a:xfrm>
            <a:custGeom>
              <a:avLst/>
              <a:gdLst>
                <a:gd name="T0" fmla="*/ 295 w 295"/>
                <a:gd name="T1" fmla="*/ 295 h 295"/>
                <a:gd name="T2" fmla="*/ 295 w 295"/>
                <a:gd name="T3" fmla="*/ 125 h 295"/>
                <a:gd name="T4" fmla="*/ 170 w 295"/>
                <a:gd name="T5" fmla="*/ 0 h 295"/>
                <a:gd name="T6" fmla="*/ 0 w 295"/>
                <a:gd name="T7" fmla="*/ 0 h 295"/>
                <a:gd name="T8" fmla="*/ 295 w 295"/>
                <a:gd name="T9" fmla="*/ 295 h 295"/>
              </a:gdLst>
              <a:ahLst/>
              <a:cxnLst>
                <a:cxn ang="0">
                  <a:pos x="T0" y="T1"/>
                </a:cxn>
                <a:cxn ang="0">
                  <a:pos x="T2" y="T3"/>
                </a:cxn>
                <a:cxn ang="0">
                  <a:pos x="T4" y="T5"/>
                </a:cxn>
                <a:cxn ang="0">
                  <a:pos x="T6" y="T7"/>
                </a:cxn>
                <a:cxn ang="0">
                  <a:pos x="T8" y="T9"/>
                </a:cxn>
              </a:cxnLst>
              <a:rect l="0" t="0" r="r" b="b"/>
              <a:pathLst>
                <a:path w="295" h="295">
                  <a:moveTo>
                    <a:pt x="295" y="295"/>
                  </a:moveTo>
                  <a:lnTo>
                    <a:pt x="295" y="125"/>
                  </a:lnTo>
                  <a:lnTo>
                    <a:pt x="170" y="0"/>
                  </a:lnTo>
                  <a:lnTo>
                    <a:pt x="0" y="0"/>
                  </a:lnTo>
                  <a:lnTo>
                    <a:pt x="295" y="295"/>
                  </a:lnTo>
                  <a:close/>
                </a:path>
              </a:pathLst>
            </a:custGeom>
            <a:solidFill>
              <a:srgbClr val="A19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92" name="Freeform 169"/>
            <p:cNvSpPr>
              <a:spLocks/>
            </p:cNvSpPr>
            <p:nvPr/>
          </p:nvSpPr>
          <p:spPr bwMode="auto">
            <a:xfrm>
              <a:off x="11196638" y="2462213"/>
              <a:ext cx="198437" cy="198437"/>
            </a:xfrm>
            <a:custGeom>
              <a:avLst/>
              <a:gdLst>
                <a:gd name="T0" fmla="*/ 125 w 125"/>
                <a:gd name="T1" fmla="*/ 0 h 125"/>
                <a:gd name="T2" fmla="*/ 0 w 125"/>
                <a:gd name="T3" fmla="*/ 0 h 125"/>
                <a:gd name="T4" fmla="*/ 125 w 125"/>
                <a:gd name="T5" fmla="*/ 125 h 125"/>
                <a:gd name="T6" fmla="*/ 125 w 125"/>
                <a:gd name="T7" fmla="*/ 0 h 125"/>
              </a:gdLst>
              <a:ahLst/>
              <a:cxnLst>
                <a:cxn ang="0">
                  <a:pos x="T0" y="T1"/>
                </a:cxn>
                <a:cxn ang="0">
                  <a:pos x="T2" y="T3"/>
                </a:cxn>
                <a:cxn ang="0">
                  <a:pos x="T4" y="T5"/>
                </a:cxn>
                <a:cxn ang="0">
                  <a:pos x="T6" y="T7"/>
                </a:cxn>
              </a:cxnLst>
              <a:rect l="0" t="0" r="r" b="b"/>
              <a:pathLst>
                <a:path w="125" h="125">
                  <a:moveTo>
                    <a:pt x="125" y="0"/>
                  </a:moveTo>
                  <a:lnTo>
                    <a:pt x="0" y="0"/>
                  </a:lnTo>
                  <a:lnTo>
                    <a:pt x="125" y="125"/>
                  </a:lnTo>
                  <a:lnTo>
                    <a:pt x="125" y="0"/>
                  </a:lnTo>
                  <a:close/>
                </a:path>
              </a:pathLst>
            </a:custGeom>
            <a:solidFill>
              <a:srgbClr val="D5D5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aphicFrame>
        <p:nvGraphicFramePr>
          <p:cNvPr id="93" name="图表 92"/>
          <p:cNvGraphicFramePr/>
          <p:nvPr/>
        </p:nvGraphicFramePr>
        <p:xfrm>
          <a:off x="5576400" y="1697857"/>
          <a:ext cx="6256800" cy="3887737"/>
        </p:xfrm>
        <a:graphic>
          <a:graphicData uri="http://schemas.openxmlformats.org/drawingml/2006/chart">
            <c:chart xmlns:c="http://schemas.openxmlformats.org/drawingml/2006/chart" xmlns:r="http://schemas.openxmlformats.org/officeDocument/2006/relationships" r:id="rId2"/>
          </a:graphicData>
        </a:graphic>
      </p:graphicFrame>
      <p:sp>
        <p:nvSpPr>
          <p:cNvPr id="2124" name="Freeform 101"/>
          <p:cNvSpPr>
            <a:spLocks/>
          </p:cNvSpPr>
          <p:nvPr/>
        </p:nvSpPr>
        <p:spPr bwMode="auto">
          <a:xfrm>
            <a:off x="7245351" y="711201"/>
            <a:ext cx="1387475" cy="1587500"/>
          </a:xfrm>
          <a:custGeom>
            <a:avLst/>
            <a:gdLst>
              <a:gd name="T0" fmla="*/ 224 w 273"/>
              <a:gd name="T1" fmla="*/ 224 h 312"/>
              <a:gd name="T2" fmla="*/ 224 w 273"/>
              <a:gd name="T3" fmla="*/ 49 h 312"/>
              <a:gd name="T4" fmla="*/ 49 w 273"/>
              <a:gd name="T5" fmla="*/ 49 h 312"/>
              <a:gd name="T6" fmla="*/ 49 w 273"/>
              <a:gd name="T7" fmla="*/ 224 h 312"/>
              <a:gd name="T8" fmla="*/ 136 w 273"/>
              <a:gd name="T9" fmla="*/ 312 h 312"/>
              <a:gd name="T10" fmla="*/ 224 w 273"/>
              <a:gd name="T11" fmla="*/ 224 h 312"/>
            </a:gdLst>
            <a:ahLst/>
            <a:cxnLst>
              <a:cxn ang="0">
                <a:pos x="T0" y="T1"/>
              </a:cxn>
              <a:cxn ang="0">
                <a:pos x="T2" y="T3"/>
              </a:cxn>
              <a:cxn ang="0">
                <a:pos x="T4" y="T5"/>
              </a:cxn>
              <a:cxn ang="0">
                <a:pos x="T6" y="T7"/>
              </a:cxn>
              <a:cxn ang="0">
                <a:pos x="T8" y="T9"/>
              </a:cxn>
              <a:cxn ang="0">
                <a:pos x="T10" y="T11"/>
              </a:cxn>
            </a:cxnLst>
            <a:rect l="0" t="0" r="r" b="b"/>
            <a:pathLst>
              <a:path w="273" h="312">
                <a:moveTo>
                  <a:pt x="224" y="224"/>
                </a:moveTo>
                <a:cubicBezTo>
                  <a:pt x="273" y="176"/>
                  <a:pt x="273" y="97"/>
                  <a:pt x="224" y="49"/>
                </a:cubicBezTo>
                <a:cubicBezTo>
                  <a:pt x="176" y="0"/>
                  <a:pt x="97" y="0"/>
                  <a:pt x="49" y="49"/>
                </a:cubicBezTo>
                <a:cubicBezTo>
                  <a:pt x="0" y="97"/>
                  <a:pt x="0" y="176"/>
                  <a:pt x="49" y="224"/>
                </a:cubicBezTo>
                <a:cubicBezTo>
                  <a:pt x="136" y="312"/>
                  <a:pt x="136" y="312"/>
                  <a:pt x="136" y="312"/>
                </a:cubicBezTo>
                <a:lnTo>
                  <a:pt x="224" y="224"/>
                </a:lnTo>
                <a:close/>
              </a:path>
            </a:pathLst>
          </a:custGeom>
          <a:solidFill>
            <a:srgbClr val="514F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25" name="Freeform 102"/>
          <p:cNvSpPr>
            <a:spLocks/>
          </p:cNvSpPr>
          <p:nvPr/>
        </p:nvSpPr>
        <p:spPr bwMode="auto">
          <a:xfrm>
            <a:off x="7372351" y="844551"/>
            <a:ext cx="1128712" cy="1128712"/>
          </a:xfrm>
          <a:custGeom>
            <a:avLst/>
            <a:gdLst>
              <a:gd name="T0" fmla="*/ 40 w 222"/>
              <a:gd name="T1" fmla="*/ 182 h 222"/>
              <a:gd name="T2" fmla="*/ 40 w 222"/>
              <a:gd name="T3" fmla="*/ 39 h 222"/>
              <a:gd name="T4" fmla="*/ 182 w 222"/>
              <a:gd name="T5" fmla="*/ 39 h 222"/>
              <a:gd name="T6" fmla="*/ 182 w 222"/>
              <a:gd name="T7" fmla="*/ 182 h 222"/>
              <a:gd name="T8" fmla="*/ 40 w 222"/>
              <a:gd name="T9" fmla="*/ 182 h 222"/>
            </a:gdLst>
            <a:ahLst/>
            <a:cxnLst>
              <a:cxn ang="0">
                <a:pos x="T0" y="T1"/>
              </a:cxn>
              <a:cxn ang="0">
                <a:pos x="T2" y="T3"/>
              </a:cxn>
              <a:cxn ang="0">
                <a:pos x="T4" y="T5"/>
              </a:cxn>
              <a:cxn ang="0">
                <a:pos x="T6" y="T7"/>
              </a:cxn>
              <a:cxn ang="0">
                <a:pos x="T8" y="T9"/>
              </a:cxn>
            </a:cxnLst>
            <a:rect l="0" t="0" r="r" b="b"/>
            <a:pathLst>
              <a:path w="222" h="222">
                <a:moveTo>
                  <a:pt x="40" y="182"/>
                </a:moveTo>
                <a:cubicBezTo>
                  <a:pt x="0" y="143"/>
                  <a:pt x="0" y="79"/>
                  <a:pt x="40" y="39"/>
                </a:cubicBezTo>
                <a:cubicBezTo>
                  <a:pt x="79" y="0"/>
                  <a:pt x="143" y="0"/>
                  <a:pt x="182" y="39"/>
                </a:cubicBezTo>
                <a:cubicBezTo>
                  <a:pt x="222" y="79"/>
                  <a:pt x="222" y="143"/>
                  <a:pt x="182" y="182"/>
                </a:cubicBezTo>
                <a:cubicBezTo>
                  <a:pt x="143" y="222"/>
                  <a:pt x="79" y="222"/>
                  <a:pt x="40" y="182"/>
                </a:cubicBezTo>
                <a:close/>
              </a:path>
            </a:pathLst>
          </a:custGeom>
          <a:solidFill>
            <a:srgbClr val="A19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26" name="Freeform 103"/>
          <p:cNvSpPr>
            <a:spLocks/>
          </p:cNvSpPr>
          <p:nvPr/>
        </p:nvSpPr>
        <p:spPr bwMode="auto">
          <a:xfrm>
            <a:off x="8755063" y="711201"/>
            <a:ext cx="1384300" cy="1587500"/>
          </a:xfrm>
          <a:custGeom>
            <a:avLst/>
            <a:gdLst>
              <a:gd name="T0" fmla="*/ 223 w 272"/>
              <a:gd name="T1" fmla="*/ 224 h 312"/>
              <a:gd name="T2" fmla="*/ 223 w 272"/>
              <a:gd name="T3" fmla="*/ 49 h 312"/>
              <a:gd name="T4" fmla="*/ 48 w 272"/>
              <a:gd name="T5" fmla="*/ 49 h 312"/>
              <a:gd name="T6" fmla="*/ 48 w 272"/>
              <a:gd name="T7" fmla="*/ 224 h 312"/>
              <a:gd name="T8" fmla="*/ 136 w 272"/>
              <a:gd name="T9" fmla="*/ 312 h 312"/>
              <a:gd name="T10" fmla="*/ 223 w 272"/>
              <a:gd name="T11" fmla="*/ 224 h 312"/>
            </a:gdLst>
            <a:ahLst/>
            <a:cxnLst>
              <a:cxn ang="0">
                <a:pos x="T0" y="T1"/>
              </a:cxn>
              <a:cxn ang="0">
                <a:pos x="T2" y="T3"/>
              </a:cxn>
              <a:cxn ang="0">
                <a:pos x="T4" y="T5"/>
              </a:cxn>
              <a:cxn ang="0">
                <a:pos x="T6" y="T7"/>
              </a:cxn>
              <a:cxn ang="0">
                <a:pos x="T8" y="T9"/>
              </a:cxn>
              <a:cxn ang="0">
                <a:pos x="T10" y="T11"/>
              </a:cxn>
            </a:cxnLst>
            <a:rect l="0" t="0" r="r" b="b"/>
            <a:pathLst>
              <a:path w="272" h="312">
                <a:moveTo>
                  <a:pt x="223" y="224"/>
                </a:moveTo>
                <a:cubicBezTo>
                  <a:pt x="272" y="176"/>
                  <a:pt x="272" y="97"/>
                  <a:pt x="223" y="49"/>
                </a:cubicBezTo>
                <a:cubicBezTo>
                  <a:pt x="175" y="0"/>
                  <a:pt x="96" y="0"/>
                  <a:pt x="48" y="49"/>
                </a:cubicBezTo>
                <a:cubicBezTo>
                  <a:pt x="0" y="97"/>
                  <a:pt x="0" y="176"/>
                  <a:pt x="48" y="224"/>
                </a:cubicBezTo>
                <a:cubicBezTo>
                  <a:pt x="136" y="312"/>
                  <a:pt x="136" y="312"/>
                  <a:pt x="136" y="312"/>
                </a:cubicBezTo>
                <a:lnTo>
                  <a:pt x="223" y="224"/>
                </a:lnTo>
                <a:close/>
              </a:path>
            </a:pathLst>
          </a:custGeom>
          <a:solidFill>
            <a:srgbClr val="514F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27" name="Freeform 104"/>
          <p:cNvSpPr>
            <a:spLocks/>
          </p:cNvSpPr>
          <p:nvPr/>
        </p:nvSpPr>
        <p:spPr bwMode="auto">
          <a:xfrm>
            <a:off x="8877300" y="844551"/>
            <a:ext cx="1128712" cy="1128712"/>
          </a:xfrm>
          <a:custGeom>
            <a:avLst/>
            <a:gdLst>
              <a:gd name="T0" fmla="*/ 40 w 222"/>
              <a:gd name="T1" fmla="*/ 182 h 222"/>
              <a:gd name="T2" fmla="*/ 40 w 222"/>
              <a:gd name="T3" fmla="*/ 39 h 222"/>
              <a:gd name="T4" fmla="*/ 183 w 222"/>
              <a:gd name="T5" fmla="*/ 39 h 222"/>
              <a:gd name="T6" fmla="*/ 183 w 222"/>
              <a:gd name="T7" fmla="*/ 182 h 222"/>
              <a:gd name="T8" fmla="*/ 40 w 222"/>
              <a:gd name="T9" fmla="*/ 182 h 222"/>
            </a:gdLst>
            <a:ahLst/>
            <a:cxnLst>
              <a:cxn ang="0">
                <a:pos x="T0" y="T1"/>
              </a:cxn>
              <a:cxn ang="0">
                <a:pos x="T2" y="T3"/>
              </a:cxn>
              <a:cxn ang="0">
                <a:pos x="T4" y="T5"/>
              </a:cxn>
              <a:cxn ang="0">
                <a:pos x="T6" y="T7"/>
              </a:cxn>
              <a:cxn ang="0">
                <a:pos x="T8" y="T9"/>
              </a:cxn>
            </a:cxnLst>
            <a:rect l="0" t="0" r="r" b="b"/>
            <a:pathLst>
              <a:path w="222" h="222">
                <a:moveTo>
                  <a:pt x="40" y="182"/>
                </a:moveTo>
                <a:cubicBezTo>
                  <a:pt x="0" y="143"/>
                  <a:pt x="0" y="79"/>
                  <a:pt x="40" y="39"/>
                </a:cubicBezTo>
                <a:cubicBezTo>
                  <a:pt x="79" y="0"/>
                  <a:pt x="143" y="0"/>
                  <a:pt x="183" y="39"/>
                </a:cubicBezTo>
                <a:cubicBezTo>
                  <a:pt x="222" y="79"/>
                  <a:pt x="222" y="143"/>
                  <a:pt x="183" y="182"/>
                </a:cubicBezTo>
                <a:cubicBezTo>
                  <a:pt x="143" y="222"/>
                  <a:pt x="79" y="222"/>
                  <a:pt x="40" y="182"/>
                </a:cubicBezTo>
                <a:close/>
              </a:path>
            </a:pathLst>
          </a:custGeom>
          <a:solidFill>
            <a:srgbClr val="A19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28" name="Freeform 105"/>
          <p:cNvSpPr>
            <a:spLocks/>
          </p:cNvSpPr>
          <p:nvPr/>
        </p:nvSpPr>
        <p:spPr bwMode="auto">
          <a:xfrm>
            <a:off x="10229850" y="711201"/>
            <a:ext cx="1389062" cy="1587500"/>
          </a:xfrm>
          <a:custGeom>
            <a:avLst/>
            <a:gdLst>
              <a:gd name="T0" fmla="*/ 224 w 273"/>
              <a:gd name="T1" fmla="*/ 224 h 312"/>
              <a:gd name="T2" fmla="*/ 224 w 273"/>
              <a:gd name="T3" fmla="*/ 49 h 312"/>
              <a:gd name="T4" fmla="*/ 49 w 273"/>
              <a:gd name="T5" fmla="*/ 49 h 312"/>
              <a:gd name="T6" fmla="*/ 49 w 273"/>
              <a:gd name="T7" fmla="*/ 224 h 312"/>
              <a:gd name="T8" fmla="*/ 136 w 273"/>
              <a:gd name="T9" fmla="*/ 312 h 312"/>
              <a:gd name="T10" fmla="*/ 224 w 273"/>
              <a:gd name="T11" fmla="*/ 224 h 312"/>
            </a:gdLst>
            <a:ahLst/>
            <a:cxnLst>
              <a:cxn ang="0">
                <a:pos x="T0" y="T1"/>
              </a:cxn>
              <a:cxn ang="0">
                <a:pos x="T2" y="T3"/>
              </a:cxn>
              <a:cxn ang="0">
                <a:pos x="T4" y="T5"/>
              </a:cxn>
              <a:cxn ang="0">
                <a:pos x="T6" y="T7"/>
              </a:cxn>
              <a:cxn ang="0">
                <a:pos x="T8" y="T9"/>
              </a:cxn>
              <a:cxn ang="0">
                <a:pos x="T10" y="T11"/>
              </a:cxn>
            </a:cxnLst>
            <a:rect l="0" t="0" r="r" b="b"/>
            <a:pathLst>
              <a:path w="273" h="312">
                <a:moveTo>
                  <a:pt x="224" y="224"/>
                </a:moveTo>
                <a:cubicBezTo>
                  <a:pt x="273" y="176"/>
                  <a:pt x="273" y="97"/>
                  <a:pt x="224" y="49"/>
                </a:cubicBezTo>
                <a:cubicBezTo>
                  <a:pt x="176" y="0"/>
                  <a:pt x="97" y="0"/>
                  <a:pt x="49" y="49"/>
                </a:cubicBezTo>
                <a:cubicBezTo>
                  <a:pt x="0" y="97"/>
                  <a:pt x="0" y="176"/>
                  <a:pt x="49" y="224"/>
                </a:cubicBezTo>
                <a:cubicBezTo>
                  <a:pt x="136" y="312"/>
                  <a:pt x="136" y="312"/>
                  <a:pt x="136" y="312"/>
                </a:cubicBezTo>
                <a:lnTo>
                  <a:pt x="224" y="224"/>
                </a:lnTo>
                <a:close/>
              </a:path>
            </a:pathLst>
          </a:custGeom>
          <a:solidFill>
            <a:srgbClr val="514F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29" name="Freeform 106"/>
          <p:cNvSpPr>
            <a:spLocks/>
          </p:cNvSpPr>
          <p:nvPr/>
        </p:nvSpPr>
        <p:spPr bwMode="auto">
          <a:xfrm>
            <a:off x="10358438" y="844551"/>
            <a:ext cx="1128712" cy="1128712"/>
          </a:xfrm>
          <a:custGeom>
            <a:avLst/>
            <a:gdLst>
              <a:gd name="T0" fmla="*/ 40 w 222"/>
              <a:gd name="T1" fmla="*/ 182 h 222"/>
              <a:gd name="T2" fmla="*/ 40 w 222"/>
              <a:gd name="T3" fmla="*/ 39 h 222"/>
              <a:gd name="T4" fmla="*/ 182 w 222"/>
              <a:gd name="T5" fmla="*/ 39 h 222"/>
              <a:gd name="T6" fmla="*/ 182 w 222"/>
              <a:gd name="T7" fmla="*/ 182 h 222"/>
              <a:gd name="T8" fmla="*/ 40 w 222"/>
              <a:gd name="T9" fmla="*/ 182 h 222"/>
            </a:gdLst>
            <a:ahLst/>
            <a:cxnLst>
              <a:cxn ang="0">
                <a:pos x="T0" y="T1"/>
              </a:cxn>
              <a:cxn ang="0">
                <a:pos x="T2" y="T3"/>
              </a:cxn>
              <a:cxn ang="0">
                <a:pos x="T4" y="T5"/>
              </a:cxn>
              <a:cxn ang="0">
                <a:pos x="T6" y="T7"/>
              </a:cxn>
              <a:cxn ang="0">
                <a:pos x="T8" y="T9"/>
              </a:cxn>
            </a:cxnLst>
            <a:rect l="0" t="0" r="r" b="b"/>
            <a:pathLst>
              <a:path w="222" h="222">
                <a:moveTo>
                  <a:pt x="40" y="182"/>
                </a:moveTo>
                <a:cubicBezTo>
                  <a:pt x="0" y="143"/>
                  <a:pt x="0" y="79"/>
                  <a:pt x="40" y="39"/>
                </a:cubicBezTo>
                <a:cubicBezTo>
                  <a:pt x="79" y="0"/>
                  <a:pt x="143" y="0"/>
                  <a:pt x="182" y="39"/>
                </a:cubicBezTo>
                <a:cubicBezTo>
                  <a:pt x="222" y="79"/>
                  <a:pt x="222" y="143"/>
                  <a:pt x="182" y="182"/>
                </a:cubicBezTo>
                <a:cubicBezTo>
                  <a:pt x="143" y="222"/>
                  <a:pt x="79" y="222"/>
                  <a:pt x="40" y="182"/>
                </a:cubicBezTo>
                <a:close/>
              </a:path>
            </a:pathLst>
          </a:custGeom>
          <a:solidFill>
            <a:srgbClr val="A19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93" name="Freeform 171"/>
          <p:cNvSpPr>
            <a:spLocks/>
          </p:cNvSpPr>
          <p:nvPr/>
        </p:nvSpPr>
        <p:spPr bwMode="auto">
          <a:xfrm>
            <a:off x="5708651" y="711201"/>
            <a:ext cx="1382712" cy="1587500"/>
          </a:xfrm>
          <a:custGeom>
            <a:avLst/>
            <a:gdLst>
              <a:gd name="T0" fmla="*/ 224 w 272"/>
              <a:gd name="T1" fmla="*/ 224 h 312"/>
              <a:gd name="T2" fmla="*/ 224 w 272"/>
              <a:gd name="T3" fmla="*/ 49 h 312"/>
              <a:gd name="T4" fmla="*/ 48 w 272"/>
              <a:gd name="T5" fmla="*/ 49 h 312"/>
              <a:gd name="T6" fmla="*/ 48 w 272"/>
              <a:gd name="T7" fmla="*/ 224 h 312"/>
              <a:gd name="T8" fmla="*/ 136 w 272"/>
              <a:gd name="T9" fmla="*/ 312 h 312"/>
              <a:gd name="T10" fmla="*/ 224 w 272"/>
              <a:gd name="T11" fmla="*/ 224 h 312"/>
            </a:gdLst>
            <a:ahLst/>
            <a:cxnLst>
              <a:cxn ang="0">
                <a:pos x="T0" y="T1"/>
              </a:cxn>
              <a:cxn ang="0">
                <a:pos x="T2" y="T3"/>
              </a:cxn>
              <a:cxn ang="0">
                <a:pos x="T4" y="T5"/>
              </a:cxn>
              <a:cxn ang="0">
                <a:pos x="T6" y="T7"/>
              </a:cxn>
              <a:cxn ang="0">
                <a:pos x="T8" y="T9"/>
              </a:cxn>
              <a:cxn ang="0">
                <a:pos x="T10" y="T11"/>
              </a:cxn>
            </a:cxnLst>
            <a:rect l="0" t="0" r="r" b="b"/>
            <a:pathLst>
              <a:path w="272" h="312">
                <a:moveTo>
                  <a:pt x="224" y="224"/>
                </a:moveTo>
                <a:cubicBezTo>
                  <a:pt x="272" y="176"/>
                  <a:pt x="272" y="97"/>
                  <a:pt x="224" y="49"/>
                </a:cubicBezTo>
                <a:cubicBezTo>
                  <a:pt x="175" y="0"/>
                  <a:pt x="97" y="0"/>
                  <a:pt x="48" y="49"/>
                </a:cubicBezTo>
                <a:cubicBezTo>
                  <a:pt x="0" y="97"/>
                  <a:pt x="0" y="176"/>
                  <a:pt x="48" y="224"/>
                </a:cubicBezTo>
                <a:cubicBezTo>
                  <a:pt x="136" y="312"/>
                  <a:pt x="136" y="312"/>
                  <a:pt x="136" y="312"/>
                </a:cubicBezTo>
                <a:lnTo>
                  <a:pt x="224" y="224"/>
                </a:lnTo>
                <a:close/>
              </a:path>
            </a:pathLst>
          </a:custGeom>
          <a:solidFill>
            <a:srgbClr val="514F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94" name="Freeform 172"/>
          <p:cNvSpPr>
            <a:spLocks/>
          </p:cNvSpPr>
          <p:nvPr/>
        </p:nvSpPr>
        <p:spPr bwMode="auto">
          <a:xfrm>
            <a:off x="5835651" y="844551"/>
            <a:ext cx="1128712" cy="1128712"/>
          </a:xfrm>
          <a:custGeom>
            <a:avLst/>
            <a:gdLst>
              <a:gd name="T0" fmla="*/ 39 w 222"/>
              <a:gd name="T1" fmla="*/ 182 h 222"/>
              <a:gd name="T2" fmla="*/ 39 w 222"/>
              <a:gd name="T3" fmla="*/ 39 h 222"/>
              <a:gd name="T4" fmla="*/ 182 w 222"/>
              <a:gd name="T5" fmla="*/ 39 h 222"/>
              <a:gd name="T6" fmla="*/ 182 w 222"/>
              <a:gd name="T7" fmla="*/ 182 h 222"/>
              <a:gd name="T8" fmla="*/ 39 w 222"/>
              <a:gd name="T9" fmla="*/ 182 h 222"/>
            </a:gdLst>
            <a:ahLst/>
            <a:cxnLst>
              <a:cxn ang="0">
                <a:pos x="T0" y="T1"/>
              </a:cxn>
              <a:cxn ang="0">
                <a:pos x="T2" y="T3"/>
              </a:cxn>
              <a:cxn ang="0">
                <a:pos x="T4" y="T5"/>
              </a:cxn>
              <a:cxn ang="0">
                <a:pos x="T6" y="T7"/>
              </a:cxn>
              <a:cxn ang="0">
                <a:pos x="T8" y="T9"/>
              </a:cxn>
            </a:cxnLst>
            <a:rect l="0" t="0" r="r" b="b"/>
            <a:pathLst>
              <a:path w="222" h="222">
                <a:moveTo>
                  <a:pt x="39" y="182"/>
                </a:moveTo>
                <a:cubicBezTo>
                  <a:pt x="0" y="143"/>
                  <a:pt x="0" y="79"/>
                  <a:pt x="39" y="39"/>
                </a:cubicBezTo>
                <a:cubicBezTo>
                  <a:pt x="79" y="0"/>
                  <a:pt x="143" y="0"/>
                  <a:pt x="182" y="39"/>
                </a:cubicBezTo>
                <a:cubicBezTo>
                  <a:pt x="222" y="79"/>
                  <a:pt x="222" y="143"/>
                  <a:pt x="182" y="182"/>
                </a:cubicBezTo>
                <a:cubicBezTo>
                  <a:pt x="143" y="222"/>
                  <a:pt x="79" y="222"/>
                  <a:pt x="39" y="182"/>
                </a:cubicBezTo>
                <a:close/>
              </a:path>
            </a:pathLst>
          </a:custGeom>
          <a:solidFill>
            <a:srgbClr val="A19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95" name="Freeform 173"/>
          <p:cNvSpPr>
            <a:spLocks/>
          </p:cNvSpPr>
          <p:nvPr/>
        </p:nvSpPr>
        <p:spPr bwMode="auto">
          <a:xfrm>
            <a:off x="5607051" y="5102226"/>
            <a:ext cx="6184899" cy="717550"/>
          </a:xfrm>
          <a:custGeom>
            <a:avLst/>
            <a:gdLst>
              <a:gd name="T0" fmla="*/ 1195 w 1216"/>
              <a:gd name="T1" fmla="*/ 0 h 141"/>
              <a:gd name="T2" fmla="*/ 1195 w 1216"/>
              <a:gd name="T3" fmla="*/ 68 h 141"/>
              <a:gd name="T4" fmla="*/ 472 w 1216"/>
              <a:gd name="T5" fmla="*/ 68 h 141"/>
              <a:gd name="T6" fmla="*/ 452 w 1216"/>
              <a:gd name="T7" fmla="*/ 68 h 141"/>
              <a:gd name="T8" fmla="*/ 177 w 1216"/>
              <a:gd name="T9" fmla="*/ 68 h 141"/>
              <a:gd name="T10" fmla="*/ 157 w 1216"/>
              <a:gd name="T11" fmla="*/ 68 h 141"/>
              <a:gd name="T12" fmla="*/ 21 w 1216"/>
              <a:gd name="T13" fmla="*/ 68 h 141"/>
              <a:gd name="T14" fmla="*/ 21 w 1216"/>
              <a:gd name="T15" fmla="*/ 2 h 141"/>
              <a:gd name="T16" fmla="*/ 0 w 1216"/>
              <a:gd name="T17" fmla="*/ 2 h 141"/>
              <a:gd name="T18" fmla="*/ 0 w 1216"/>
              <a:gd name="T19" fmla="*/ 68 h 141"/>
              <a:gd name="T20" fmla="*/ 0 w 1216"/>
              <a:gd name="T21" fmla="*/ 86 h 141"/>
              <a:gd name="T22" fmla="*/ 21 w 1216"/>
              <a:gd name="T23" fmla="*/ 86 h 141"/>
              <a:gd name="T24" fmla="*/ 157 w 1216"/>
              <a:gd name="T25" fmla="*/ 86 h 141"/>
              <a:gd name="T26" fmla="*/ 157 w 1216"/>
              <a:gd name="T27" fmla="*/ 139 h 141"/>
              <a:gd name="T28" fmla="*/ 177 w 1216"/>
              <a:gd name="T29" fmla="*/ 139 h 141"/>
              <a:gd name="T30" fmla="*/ 177 w 1216"/>
              <a:gd name="T31" fmla="*/ 86 h 141"/>
              <a:gd name="T32" fmla="*/ 452 w 1216"/>
              <a:gd name="T33" fmla="*/ 86 h 141"/>
              <a:gd name="T34" fmla="*/ 452 w 1216"/>
              <a:gd name="T35" fmla="*/ 139 h 141"/>
              <a:gd name="T36" fmla="*/ 472 w 1216"/>
              <a:gd name="T37" fmla="*/ 139 h 141"/>
              <a:gd name="T38" fmla="*/ 472 w 1216"/>
              <a:gd name="T39" fmla="*/ 86 h 141"/>
              <a:gd name="T40" fmla="*/ 744 w 1216"/>
              <a:gd name="T41" fmla="*/ 86 h 141"/>
              <a:gd name="T42" fmla="*/ 744 w 1216"/>
              <a:gd name="T43" fmla="*/ 141 h 141"/>
              <a:gd name="T44" fmla="*/ 765 w 1216"/>
              <a:gd name="T45" fmla="*/ 141 h 141"/>
              <a:gd name="T46" fmla="*/ 765 w 1216"/>
              <a:gd name="T47" fmla="*/ 86 h 141"/>
              <a:gd name="T48" fmla="*/ 1040 w 1216"/>
              <a:gd name="T49" fmla="*/ 86 h 141"/>
              <a:gd name="T50" fmla="*/ 1040 w 1216"/>
              <a:gd name="T51" fmla="*/ 129 h 141"/>
              <a:gd name="T52" fmla="*/ 1040 w 1216"/>
              <a:gd name="T53" fmla="*/ 134 h 141"/>
              <a:gd name="T54" fmla="*/ 1040 w 1216"/>
              <a:gd name="T55" fmla="*/ 140 h 141"/>
              <a:gd name="T56" fmla="*/ 1061 w 1216"/>
              <a:gd name="T57" fmla="*/ 140 h 141"/>
              <a:gd name="T58" fmla="*/ 1061 w 1216"/>
              <a:gd name="T59" fmla="*/ 86 h 141"/>
              <a:gd name="T60" fmla="*/ 1216 w 1216"/>
              <a:gd name="T61" fmla="*/ 86 h 141"/>
              <a:gd name="T62" fmla="*/ 1216 w 1216"/>
              <a:gd name="T63" fmla="*/ 84 h 141"/>
              <a:gd name="T64" fmla="*/ 1216 w 1216"/>
              <a:gd name="T65" fmla="*/ 68 h 141"/>
              <a:gd name="T66" fmla="*/ 1216 w 1216"/>
              <a:gd name="T67" fmla="*/ 0 h 141"/>
              <a:gd name="T68" fmla="*/ 1195 w 1216"/>
              <a:gd name="T69"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16" h="141">
                <a:moveTo>
                  <a:pt x="1195" y="0"/>
                </a:moveTo>
                <a:cubicBezTo>
                  <a:pt x="1195" y="68"/>
                  <a:pt x="1195" y="68"/>
                  <a:pt x="1195" y="68"/>
                </a:cubicBezTo>
                <a:cubicBezTo>
                  <a:pt x="472" y="68"/>
                  <a:pt x="472" y="68"/>
                  <a:pt x="472" y="68"/>
                </a:cubicBezTo>
                <a:cubicBezTo>
                  <a:pt x="452" y="68"/>
                  <a:pt x="452" y="68"/>
                  <a:pt x="452" y="68"/>
                </a:cubicBezTo>
                <a:cubicBezTo>
                  <a:pt x="177" y="68"/>
                  <a:pt x="177" y="68"/>
                  <a:pt x="177" y="68"/>
                </a:cubicBezTo>
                <a:cubicBezTo>
                  <a:pt x="157" y="68"/>
                  <a:pt x="157" y="68"/>
                  <a:pt x="157" y="68"/>
                </a:cubicBezTo>
                <a:cubicBezTo>
                  <a:pt x="21" y="68"/>
                  <a:pt x="21" y="68"/>
                  <a:pt x="21" y="68"/>
                </a:cubicBezTo>
                <a:cubicBezTo>
                  <a:pt x="21" y="2"/>
                  <a:pt x="21" y="2"/>
                  <a:pt x="21" y="2"/>
                </a:cubicBezTo>
                <a:cubicBezTo>
                  <a:pt x="0" y="2"/>
                  <a:pt x="0" y="2"/>
                  <a:pt x="0" y="2"/>
                </a:cubicBezTo>
                <a:cubicBezTo>
                  <a:pt x="0" y="68"/>
                  <a:pt x="0" y="68"/>
                  <a:pt x="0" y="68"/>
                </a:cubicBezTo>
                <a:cubicBezTo>
                  <a:pt x="0" y="86"/>
                  <a:pt x="0" y="86"/>
                  <a:pt x="0" y="86"/>
                </a:cubicBezTo>
                <a:cubicBezTo>
                  <a:pt x="21" y="86"/>
                  <a:pt x="21" y="86"/>
                  <a:pt x="21" y="86"/>
                </a:cubicBezTo>
                <a:cubicBezTo>
                  <a:pt x="157" y="86"/>
                  <a:pt x="157" y="86"/>
                  <a:pt x="157" y="86"/>
                </a:cubicBezTo>
                <a:cubicBezTo>
                  <a:pt x="157" y="139"/>
                  <a:pt x="157" y="139"/>
                  <a:pt x="157" y="139"/>
                </a:cubicBezTo>
                <a:cubicBezTo>
                  <a:pt x="177" y="139"/>
                  <a:pt x="177" y="139"/>
                  <a:pt x="177" y="139"/>
                </a:cubicBezTo>
                <a:cubicBezTo>
                  <a:pt x="177" y="86"/>
                  <a:pt x="177" y="86"/>
                  <a:pt x="177" y="86"/>
                </a:cubicBezTo>
                <a:cubicBezTo>
                  <a:pt x="452" y="86"/>
                  <a:pt x="452" y="86"/>
                  <a:pt x="452" y="86"/>
                </a:cubicBezTo>
                <a:cubicBezTo>
                  <a:pt x="452" y="139"/>
                  <a:pt x="452" y="139"/>
                  <a:pt x="452" y="139"/>
                </a:cubicBezTo>
                <a:cubicBezTo>
                  <a:pt x="472" y="139"/>
                  <a:pt x="472" y="139"/>
                  <a:pt x="472" y="139"/>
                </a:cubicBezTo>
                <a:cubicBezTo>
                  <a:pt x="472" y="86"/>
                  <a:pt x="472" y="86"/>
                  <a:pt x="472" y="86"/>
                </a:cubicBezTo>
                <a:cubicBezTo>
                  <a:pt x="744" y="86"/>
                  <a:pt x="744" y="86"/>
                  <a:pt x="744" y="86"/>
                </a:cubicBezTo>
                <a:cubicBezTo>
                  <a:pt x="744" y="141"/>
                  <a:pt x="744" y="141"/>
                  <a:pt x="744" y="141"/>
                </a:cubicBezTo>
                <a:cubicBezTo>
                  <a:pt x="765" y="141"/>
                  <a:pt x="765" y="141"/>
                  <a:pt x="765" y="141"/>
                </a:cubicBezTo>
                <a:cubicBezTo>
                  <a:pt x="765" y="86"/>
                  <a:pt x="765" y="86"/>
                  <a:pt x="765" y="86"/>
                </a:cubicBezTo>
                <a:cubicBezTo>
                  <a:pt x="1040" y="86"/>
                  <a:pt x="1040" y="86"/>
                  <a:pt x="1040" y="86"/>
                </a:cubicBezTo>
                <a:cubicBezTo>
                  <a:pt x="1040" y="129"/>
                  <a:pt x="1040" y="129"/>
                  <a:pt x="1040" y="129"/>
                </a:cubicBezTo>
                <a:cubicBezTo>
                  <a:pt x="1040" y="131"/>
                  <a:pt x="1040" y="132"/>
                  <a:pt x="1040" y="134"/>
                </a:cubicBezTo>
                <a:cubicBezTo>
                  <a:pt x="1040" y="140"/>
                  <a:pt x="1040" y="140"/>
                  <a:pt x="1040" y="140"/>
                </a:cubicBezTo>
                <a:cubicBezTo>
                  <a:pt x="1061" y="140"/>
                  <a:pt x="1061" y="140"/>
                  <a:pt x="1061" y="140"/>
                </a:cubicBezTo>
                <a:cubicBezTo>
                  <a:pt x="1061" y="86"/>
                  <a:pt x="1061" y="86"/>
                  <a:pt x="1061" y="86"/>
                </a:cubicBezTo>
                <a:cubicBezTo>
                  <a:pt x="1216" y="86"/>
                  <a:pt x="1216" y="86"/>
                  <a:pt x="1216" y="86"/>
                </a:cubicBezTo>
                <a:cubicBezTo>
                  <a:pt x="1216" y="84"/>
                  <a:pt x="1216" y="84"/>
                  <a:pt x="1216" y="84"/>
                </a:cubicBezTo>
                <a:cubicBezTo>
                  <a:pt x="1216" y="68"/>
                  <a:pt x="1216" y="68"/>
                  <a:pt x="1216" y="68"/>
                </a:cubicBezTo>
                <a:cubicBezTo>
                  <a:pt x="1216" y="0"/>
                  <a:pt x="1216" y="0"/>
                  <a:pt x="1216" y="0"/>
                </a:cubicBezTo>
                <a:lnTo>
                  <a:pt x="1195" y="0"/>
                </a:lnTo>
                <a:close/>
              </a:path>
            </a:pathLst>
          </a:custGeom>
          <a:solidFill>
            <a:srgbClr val="A19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2" name="Freeform 174"/>
          <p:cNvSpPr>
            <a:spLocks/>
          </p:cNvSpPr>
          <p:nvPr/>
        </p:nvSpPr>
        <p:spPr bwMode="auto">
          <a:xfrm>
            <a:off x="7483476" y="5942013"/>
            <a:ext cx="950912" cy="514350"/>
          </a:xfrm>
          <a:custGeom>
            <a:avLst/>
            <a:gdLst>
              <a:gd name="T0" fmla="*/ 187 w 187"/>
              <a:gd name="T1" fmla="*/ 84 h 101"/>
              <a:gd name="T2" fmla="*/ 170 w 187"/>
              <a:gd name="T3" fmla="*/ 101 h 101"/>
              <a:gd name="T4" fmla="*/ 16 w 187"/>
              <a:gd name="T5" fmla="*/ 101 h 101"/>
              <a:gd name="T6" fmla="*/ 0 w 187"/>
              <a:gd name="T7" fmla="*/ 84 h 101"/>
              <a:gd name="T8" fmla="*/ 0 w 187"/>
              <a:gd name="T9" fmla="*/ 17 h 101"/>
              <a:gd name="T10" fmla="*/ 16 w 187"/>
              <a:gd name="T11" fmla="*/ 0 h 101"/>
              <a:gd name="T12" fmla="*/ 170 w 187"/>
              <a:gd name="T13" fmla="*/ 0 h 101"/>
              <a:gd name="T14" fmla="*/ 187 w 187"/>
              <a:gd name="T15" fmla="*/ 17 h 101"/>
              <a:gd name="T16" fmla="*/ 187 w 187"/>
              <a:gd name="T17" fmla="*/ 8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7" h="101">
                <a:moveTo>
                  <a:pt x="187" y="84"/>
                </a:moveTo>
                <a:cubicBezTo>
                  <a:pt x="187" y="94"/>
                  <a:pt x="179" y="101"/>
                  <a:pt x="170" y="101"/>
                </a:cubicBezTo>
                <a:cubicBezTo>
                  <a:pt x="16" y="101"/>
                  <a:pt x="16" y="101"/>
                  <a:pt x="16" y="101"/>
                </a:cubicBezTo>
                <a:cubicBezTo>
                  <a:pt x="7" y="101"/>
                  <a:pt x="0" y="94"/>
                  <a:pt x="0" y="84"/>
                </a:cubicBezTo>
                <a:cubicBezTo>
                  <a:pt x="0" y="17"/>
                  <a:pt x="0" y="17"/>
                  <a:pt x="0" y="17"/>
                </a:cubicBezTo>
                <a:cubicBezTo>
                  <a:pt x="0" y="8"/>
                  <a:pt x="7" y="0"/>
                  <a:pt x="16" y="0"/>
                </a:cubicBezTo>
                <a:cubicBezTo>
                  <a:pt x="170" y="0"/>
                  <a:pt x="170" y="0"/>
                  <a:pt x="170" y="0"/>
                </a:cubicBezTo>
                <a:cubicBezTo>
                  <a:pt x="179" y="0"/>
                  <a:pt x="187" y="8"/>
                  <a:pt x="187" y="17"/>
                </a:cubicBezTo>
                <a:lnTo>
                  <a:pt x="187" y="84"/>
                </a:lnTo>
                <a:close/>
              </a:path>
            </a:pathLst>
          </a:custGeom>
          <a:solidFill>
            <a:srgbClr val="2EA7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3" name="Freeform 213"/>
          <p:cNvSpPr>
            <a:spLocks/>
          </p:cNvSpPr>
          <p:nvPr/>
        </p:nvSpPr>
        <p:spPr bwMode="auto">
          <a:xfrm>
            <a:off x="5978526" y="5951538"/>
            <a:ext cx="955675" cy="514350"/>
          </a:xfrm>
          <a:custGeom>
            <a:avLst/>
            <a:gdLst>
              <a:gd name="T0" fmla="*/ 188 w 188"/>
              <a:gd name="T1" fmla="*/ 84 h 101"/>
              <a:gd name="T2" fmla="*/ 171 w 188"/>
              <a:gd name="T3" fmla="*/ 101 h 101"/>
              <a:gd name="T4" fmla="*/ 17 w 188"/>
              <a:gd name="T5" fmla="*/ 101 h 101"/>
              <a:gd name="T6" fmla="*/ 0 w 188"/>
              <a:gd name="T7" fmla="*/ 84 h 101"/>
              <a:gd name="T8" fmla="*/ 0 w 188"/>
              <a:gd name="T9" fmla="*/ 17 h 101"/>
              <a:gd name="T10" fmla="*/ 17 w 188"/>
              <a:gd name="T11" fmla="*/ 0 h 101"/>
              <a:gd name="T12" fmla="*/ 171 w 188"/>
              <a:gd name="T13" fmla="*/ 0 h 101"/>
              <a:gd name="T14" fmla="*/ 188 w 188"/>
              <a:gd name="T15" fmla="*/ 17 h 101"/>
              <a:gd name="T16" fmla="*/ 188 w 188"/>
              <a:gd name="T17" fmla="*/ 8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 h="101">
                <a:moveTo>
                  <a:pt x="188" y="84"/>
                </a:moveTo>
                <a:cubicBezTo>
                  <a:pt x="188" y="94"/>
                  <a:pt x="180" y="101"/>
                  <a:pt x="171" y="101"/>
                </a:cubicBezTo>
                <a:cubicBezTo>
                  <a:pt x="17" y="101"/>
                  <a:pt x="17" y="101"/>
                  <a:pt x="17" y="101"/>
                </a:cubicBezTo>
                <a:cubicBezTo>
                  <a:pt x="8" y="101"/>
                  <a:pt x="0" y="94"/>
                  <a:pt x="0" y="84"/>
                </a:cubicBezTo>
                <a:cubicBezTo>
                  <a:pt x="0" y="17"/>
                  <a:pt x="0" y="17"/>
                  <a:pt x="0" y="17"/>
                </a:cubicBezTo>
                <a:cubicBezTo>
                  <a:pt x="0" y="8"/>
                  <a:pt x="8" y="0"/>
                  <a:pt x="17" y="0"/>
                </a:cubicBezTo>
                <a:cubicBezTo>
                  <a:pt x="171" y="0"/>
                  <a:pt x="171" y="0"/>
                  <a:pt x="171" y="0"/>
                </a:cubicBezTo>
                <a:cubicBezTo>
                  <a:pt x="180" y="0"/>
                  <a:pt x="188" y="8"/>
                  <a:pt x="188" y="17"/>
                </a:cubicBezTo>
                <a:lnTo>
                  <a:pt x="188" y="84"/>
                </a:lnTo>
                <a:close/>
              </a:path>
            </a:pathLst>
          </a:custGeom>
          <a:solidFill>
            <a:srgbClr val="2EA7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dirty="0">
              <a:solidFill>
                <a:prstClr val="black"/>
              </a:solidFill>
            </a:endParaRPr>
          </a:p>
        </p:txBody>
      </p:sp>
      <p:sp>
        <p:nvSpPr>
          <p:cNvPr id="374" name="Freeform 252"/>
          <p:cNvSpPr>
            <a:spLocks/>
          </p:cNvSpPr>
          <p:nvPr/>
        </p:nvSpPr>
        <p:spPr bwMode="auto">
          <a:xfrm>
            <a:off x="10474325" y="5957888"/>
            <a:ext cx="950912" cy="512762"/>
          </a:xfrm>
          <a:custGeom>
            <a:avLst/>
            <a:gdLst>
              <a:gd name="T0" fmla="*/ 187 w 187"/>
              <a:gd name="T1" fmla="*/ 85 h 101"/>
              <a:gd name="T2" fmla="*/ 170 w 187"/>
              <a:gd name="T3" fmla="*/ 101 h 101"/>
              <a:gd name="T4" fmla="*/ 17 w 187"/>
              <a:gd name="T5" fmla="*/ 101 h 101"/>
              <a:gd name="T6" fmla="*/ 0 w 187"/>
              <a:gd name="T7" fmla="*/ 85 h 101"/>
              <a:gd name="T8" fmla="*/ 0 w 187"/>
              <a:gd name="T9" fmla="*/ 17 h 101"/>
              <a:gd name="T10" fmla="*/ 17 w 187"/>
              <a:gd name="T11" fmla="*/ 0 h 101"/>
              <a:gd name="T12" fmla="*/ 170 w 187"/>
              <a:gd name="T13" fmla="*/ 0 h 101"/>
              <a:gd name="T14" fmla="*/ 187 w 187"/>
              <a:gd name="T15" fmla="*/ 17 h 101"/>
              <a:gd name="T16" fmla="*/ 187 w 187"/>
              <a:gd name="T17" fmla="*/ 8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7" h="101">
                <a:moveTo>
                  <a:pt x="187" y="85"/>
                </a:moveTo>
                <a:cubicBezTo>
                  <a:pt x="187" y="94"/>
                  <a:pt x="180" y="101"/>
                  <a:pt x="170" y="101"/>
                </a:cubicBezTo>
                <a:cubicBezTo>
                  <a:pt x="17" y="101"/>
                  <a:pt x="17" y="101"/>
                  <a:pt x="17" y="101"/>
                </a:cubicBezTo>
                <a:cubicBezTo>
                  <a:pt x="8" y="101"/>
                  <a:pt x="0" y="94"/>
                  <a:pt x="0" y="85"/>
                </a:cubicBezTo>
                <a:cubicBezTo>
                  <a:pt x="0" y="17"/>
                  <a:pt x="0" y="17"/>
                  <a:pt x="0" y="17"/>
                </a:cubicBezTo>
                <a:cubicBezTo>
                  <a:pt x="0" y="8"/>
                  <a:pt x="8" y="0"/>
                  <a:pt x="17" y="0"/>
                </a:cubicBezTo>
                <a:cubicBezTo>
                  <a:pt x="170" y="0"/>
                  <a:pt x="170" y="0"/>
                  <a:pt x="170" y="0"/>
                </a:cubicBezTo>
                <a:cubicBezTo>
                  <a:pt x="180" y="0"/>
                  <a:pt x="187" y="8"/>
                  <a:pt x="187" y="17"/>
                </a:cubicBezTo>
                <a:lnTo>
                  <a:pt x="187" y="85"/>
                </a:lnTo>
                <a:close/>
              </a:path>
            </a:pathLst>
          </a:custGeom>
          <a:solidFill>
            <a:srgbClr val="2EA7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5" name="Freeform 291"/>
          <p:cNvSpPr>
            <a:spLocks/>
          </p:cNvSpPr>
          <p:nvPr/>
        </p:nvSpPr>
        <p:spPr bwMode="auto">
          <a:xfrm>
            <a:off x="8969375" y="5951538"/>
            <a:ext cx="950912" cy="519112"/>
          </a:xfrm>
          <a:custGeom>
            <a:avLst/>
            <a:gdLst>
              <a:gd name="T0" fmla="*/ 187 w 187"/>
              <a:gd name="T1" fmla="*/ 85 h 102"/>
              <a:gd name="T2" fmla="*/ 171 w 187"/>
              <a:gd name="T3" fmla="*/ 102 h 102"/>
              <a:gd name="T4" fmla="*/ 17 w 187"/>
              <a:gd name="T5" fmla="*/ 102 h 102"/>
              <a:gd name="T6" fmla="*/ 0 w 187"/>
              <a:gd name="T7" fmla="*/ 85 h 102"/>
              <a:gd name="T8" fmla="*/ 0 w 187"/>
              <a:gd name="T9" fmla="*/ 17 h 102"/>
              <a:gd name="T10" fmla="*/ 17 w 187"/>
              <a:gd name="T11" fmla="*/ 0 h 102"/>
              <a:gd name="T12" fmla="*/ 171 w 187"/>
              <a:gd name="T13" fmla="*/ 0 h 102"/>
              <a:gd name="T14" fmla="*/ 187 w 187"/>
              <a:gd name="T15" fmla="*/ 17 h 102"/>
              <a:gd name="T16" fmla="*/ 187 w 187"/>
              <a:gd name="T17" fmla="*/ 85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7" h="102">
                <a:moveTo>
                  <a:pt x="187" y="85"/>
                </a:moveTo>
                <a:cubicBezTo>
                  <a:pt x="187" y="94"/>
                  <a:pt x="180" y="102"/>
                  <a:pt x="171" y="102"/>
                </a:cubicBezTo>
                <a:cubicBezTo>
                  <a:pt x="17" y="102"/>
                  <a:pt x="17" y="102"/>
                  <a:pt x="17" y="102"/>
                </a:cubicBezTo>
                <a:cubicBezTo>
                  <a:pt x="8" y="102"/>
                  <a:pt x="0" y="94"/>
                  <a:pt x="0" y="85"/>
                </a:cubicBezTo>
                <a:cubicBezTo>
                  <a:pt x="0" y="17"/>
                  <a:pt x="0" y="17"/>
                  <a:pt x="0" y="17"/>
                </a:cubicBezTo>
                <a:cubicBezTo>
                  <a:pt x="0" y="8"/>
                  <a:pt x="8" y="0"/>
                  <a:pt x="17" y="0"/>
                </a:cubicBezTo>
                <a:cubicBezTo>
                  <a:pt x="171" y="0"/>
                  <a:pt x="171" y="0"/>
                  <a:pt x="171" y="0"/>
                </a:cubicBezTo>
                <a:cubicBezTo>
                  <a:pt x="180" y="0"/>
                  <a:pt x="187" y="8"/>
                  <a:pt x="187" y="17"/>
                </a:cubicBezTo>
                <a:lnTo>
                  <a:pt x="187" y="85"/>
                </a:lnTo>
                <a:close/>
              </a:path>
            </a:pathLst>
          </a:custGeom>
          <a:solidFill>
            <a:srgbClr val="2EA7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 name="文本框 93"/>
          <p:cNvSpPr txBox="1"/>
          <p:nvPr/>
        </p:nvSpPr>
        <p:spPr>
          <a:xfrm>
            <a:off x="9030332" y="5975024"/>
            <a:ext cx="845103" cy="461665"/>
          </a:xfrm>
          <a:prstGeom prst="rect">
            <a:avLst/>
          </a:prstGeom>
          <a:noFill/>
        </p:spPr>
        <p:txBody>
          <a:bodyPr wrap="none" rtlCol="0">
            <a:spAutoFit/>
          </a:bodyPr>
          <a:lstStyle/>
          <a:p>
            <a:r>
              <a:rPr lang="en-US" altLang="zh-CN" sz="2400" dirty="0">
                <a:solidFill>
                  <a:prstClr val="white"/>
                </a:solidFill>
                <a:latin typeface="Impact" panose="020B0806030902050204" pitchFamily="34" charset="0"/>
              </a:rPr>
              <a:t>100%</a:t>
            </a:r>
            <a:endParaRPr lang="zh-CN" altLang="en-US" sz="2400" dirty="0">
              <a:solidFill>
                <a:prstClr val="white"/>
              </a:solidFill>
              <a:latin typeface="Impact" panose="020B0806030902050204" pitchFamily="34" charset="0"/>
            </a:endParaRPr>
          </a:p>
        </p:txBody>
      </p:sp>
      <p:sp>
        <p:nvSpPr>
          <p:cNvPr id="95" name="文本框 94"/>
          <p:cNvSpPr txBox="1"/>
          <p:nvPr/>
        </p:nvSpPr>
        <p:spPr>
          <a:xfrm>
            <a:off x="10585735" y="5975024"/>
            <a:ext cx="728084" cy="461665"/>
          </a:xfrm>
          <a:prstGeom prst="rect">
            <a:avLst/>
          </a:prstGeom>
          <a:noFill/>
        </p:spPr>
        <p:txBody>
          <a:bodyPr wrap="none" rtlCol="0">
            <a:spAutoFit/>
          </a:bodyPr>
          <a:lstStyle/>
          <a:p>
            <a:r>
              <a:rPr lang="en-US" altLang="zh-CN" sz="2400" dirty="0">
                <a:solidFill>
                  <a:prstClr val="white"/>
                </a:solidFill>
                <a:latin typeface="Impact" panose="020B0806030902050204" pitchFamily="34" charset="0"/>
              </a:rPr>
              <a:t>80%</a:t>
            </a:r>
            <a:endParaRPr lang="zh-CN" altLang="en-US" sz="2400" dirty="0">
              <a:solidFill>
                <a:prstClr val="white"/>
              </a:solidFill>
              <a:latin typeface="Impact" panose="020B0806030902050204" pitchFamily="34" charset="0"/>
            </a:endParaRPr>
          </a:p>
        </p:txBody>
      </p:sp>
      <p:sp>
        <p:nvSpPr>
          <p:cNvPr id="96" name="文本框 95"/>
          <p:cNvSpPr txBox="1"/>
          <p:nvPr/>
        </p:nvSpPr>
        <p:spPr>
          <a:xfrm>
            <a:off x="7619281" y="5975024"/>
            <a:ext cx="716863" cy="461665"/>
          </a:xfrm>
          <a:prstGeom prst="rect">
            <a:avLst/>
          </a:prstGeom>
          <a:noFill/>
        </p:spPr>
        <p:txBody>
          <a:bodyPr wrap="none" rtlCol="0">
            <a:spAutoFit/>
          </a:bodyPr>
          <a:lstStyle/>
          <a:p>
            <a:r>
              <a:rPr lang="en-US" altLang="zh-CN" sz="2400" dirty="0">
                <a:solidFill>
                  <a:prstClr val="white"/>
                </a:solidFill>
                <a:latin typeface="Impact" panose="020B0806030902050204" pitchFamily="34" charset="0"/>
              </a:rPr>
              <a:t>25%</a:t>
            </a:r>
            <a:endParaRPr lang="zh-CN" altLang="en-US" sz="2400" dirty="0">
              <a:solidFill>
                <a:prstClr val="white"/>
              </a:solidFill>
              <a:latin typeface="Impact" panose="020B0806030902050204" pitchFamily="34" charset="0"/>
            </a:endParaRPr>
          </a:p>
        </p:txBody>
      </p:sp>
      <p:sp>
        <p:nvSpPr>
          <p:cNvPr id="97" name="文本框 96"/>
          <p:cNvSpPr txBox="1"/>
          <p:nvPr/>
        </p:nvSpPr>
        <p:spPr>
          <a:xfrm>
            <a:off x="6118508" y="5975024"/>
            <a:ext cx="683200" cy="461665"/>
          </a:xfrm>
          <a:prstGeom prst="rect">
            <a:avLst/>
          </a:prstGeom>
          <a:noFill/>
        </p:spPr>
        <p:txBody>
          <a:bodyPr wrap="none" rtlCol="0">
            <a:spAutoFit/>
          </a:bodyPr>
          <a:lstStyle/>
          <a:p>
            <a:r>
              <a:rPr lang="en-US" altLang="zh-CN" sz="2400" dirty="0">
                <a:solidFill>
                  <a:prstClr val="white"/>
                </a:solidFill>
                <a:latin typeface="Impact" panose="020B0806030902050204" pitchFamily="34" charset="0"/>
              </a:rPr>
              <a:t>75%</a:t>
            </a:r>
            <a:endParaRPr lang="zh-CN" altLang="en-US" sz="2400" dirty="0">
              <a:solidFill>
                <a:prstClr val="white"/>
              </a:solidFill>
              <a:latin typeface="Impact" panose="020B0806030902050204" pitchFamily="34" charset="0"/>
            </a:endParaRPr>
          </a:p>
        </p:txBody>
      </p:sp>
      <p:sp>
        <p:nvSpPr>
          <p:cNvPr id="107" name="Freeform 578"/>
          <p:cNvSpPr>
            <a:spLocks noEditPoints="1"/>
          </p:cNvSpPr>
          <p:nvPr/>
        </p:nvSpPr>
        <p:spPr bwMode="auto">
          <a:xfrm>
            <a:off x="9071865" y="1143063"/>
            <a:ext cx="695340" cy="455568"/>
          </a:xfrm>
          <a:custGeom>
            <a:avLst/>
            <a:gdLst>
              <a:gd name="T0" fmla="*/ 81 w 87"/>
              <a:gd name="T1" fmla="*/ 0 h 57"/>
              <a:gd name="T2" fmla="*/ 80 w 87"/>
              <a:gd name="T3" fmla="*/ 0 h 57"/>
              <a:gd name="T4" fmla="*/ 7 w 87"/>
              <a:gd name="T5" fmla="*/ 0 h 57"/>
              <a:gd name="T6" fmla="*/ 7 w 87"/>
              <a:gd name="T7" fmla="*/ 0 h 57"/>
              <a:gd name="T8" fmla="*/ 44 w 87"/>
              <a:gd name="T9" fmla="*/ 26 h 57"/>
              <a:gd name="T10" fmla="*/ 81 w 87"/>
              <a:gd name="T11" fmla="*/ 0 h 57"/>
              <a:gd name="T12" fmla="*/ 85 w 87"/>
              <a:gd name="T13" fmla="*/ 2 h 57"/>
              <a:gd name="T14" fmla="*/ 44 w 87"/>
              <a:gd name="T15" fmla="*/ 31 h 57"/>
              <a:gd name="T16" fmla="*/ 3 w 87"/>
              <a:gd name="T17" fmla="*/ 1 h 57"/>
              <a:gd name="T18" fmla="*/ 0 w 87"/>
              <a:gd name="T19" fmla="*/ 7 h 57"/>
              <a:gd name="T20" fmla="*/ 0 w 87"/>
              <a:gd name="T21" fmla="*/ 50 h 57"/>
              <a:gd name="T22" fmla="*/ 7 w 87"/>
              <a:gd name="T23" fmla="*/ 57 h 57"/>
              <a:gd name="T24" fmla="*/ 80 w 87"/>
              <a:gd name="T25" fmla="*/ 57 h 57"/>
              <a:gd name="T26" fmla="*/ 87 w 87"/>
              <a:gd name="T27" fmla="*/ 50 h 57"/>
              <a:gd name="T28" fmla="*/ 87 w 87"/>
              <a:gd name="T29" fmla="*/ 7 h 57"/>
              <a:gd name="T30" fmla="*/ 85 w 87"/>
              <a:gd name="T31" fmla="*/ 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57">
                <a:moveTo>
                  <a:pt x="81" y="0"/>
                </a:moveTo>
                <a:cubicBezTo>
                  <a:pt x="81" y="0"/>
                  <a:pt x="81" y="0"/>
                  <a:pt x="80" y="0"/>
                </a:cubicBezTo>
                <a:cubicBezTo>
                  <a:pt x="7" y="0"/>
                  <a:pt x="7" y="0"/>
                  <a:pt x="7" y="0"/>
                </a:cubicBezTo>
                <a:cubicBezTo>
                  <a:pt x="7" y="0"/>
                  <a:pt x="7" y="0"/>
                  <a:pt x="7" y="0"/>
                </a:cubicBezTo>
                <a:cubicBezTo>
                  <a:pt x="44" y="26"/>
                  <a:pt x="44" y="26"/>
                  <a:pt x="44" y="26"/>
                </a:cubicBezTo>
                <a:lnTo>
                  <a:pt x="81" y="0"/>
                </a:lnTo>
                <a:close/>
                <a:moveTo>
                  <a:pt x="85" y="2"/>
                </a:moveTo>
                <a:cubicBezTo>
                  <a:pt x="44" y="31"/>
                  <a:pt x="44" y="31"/>
                  <a:pt x="44" y="31"/>
                </a:cubicBezTo>
                <a:cubicBezTo>
                  <a:pt x="3" y="1"/>
                  <a:pt x="3" y="1"/>
                  <a:pt x="3" y="1"/>
                </a:cubicBezTo>
                <a:cubicBezTo>
                  <a:pt x="1" y="3"/>
                  <a:pt x="0" y="5"/>
                  <a:pt x="0" y="7"/>
                </a:cubicBezTo>
                <a:cubicBezTo>
                  <a:pt x="0" y="50"/>
                  <a:pt x="0" y="50"/>
                  <a:pt x="0" y="50"/>
                </a:cubicBezTo>
                <a:cubicBezTo>
                  <a:pt x="0" y="54"/>
                  <a:pt x="3" y="57"/>
                  <a:pt x="7" y="57"/>
                </a:cubicBezTo>
                <a:cubicBezTo>
                  <a:pt x="80" y="57"/>
                  <a:pt x="80" y="57"/>
                  <a:pt x="80" y="57"/>
                </a:cubicBezTo>
                <a:cubicBezTo>
                  <a:pt x="84" y="57"/>
                  <a:pt x="87" y="54"/>
                  <a:pt x="87" y="50"/>
                </a:cubicBezTo>
                <a:cubicBezTo>
                  <a:pt x="87" y="7"/>
                  <a:pt x="87" y="7"/>
                  <a:pt x="87" y="7"/>
                </a:cubicBezTo>
                <a:cubicBezTo>
                  <a:pt x="87" y="5"/>
                  <a:pt x="86" y="3"/>
                  <a:pt x="85" y="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0" name="Freeform 583"/>
          <p:cNvSpPr>
            <a:spLocks noEditPoints="1"/>
          </p:cNvSpPr>
          <p:nvPr/>
        </p:nvSpPr>
        <p:spPr bwMode="auto">
          <a:xfrm>
            <a:off x="6041984" y="1051306"/>
            <a:ext cx="695340" cy="699338"/>
          </a:xfrm>
          <a:custGeom>
            <a:avLst/>
            <a:gdLst>
              <a:gd name="T0" fmla="*/ 64 w 87"/>
              <a:gd name="T1" fmla="*/ 14 h 87"/>
              <a:gd name="T2" fmla="*/ 14 w 87"/>
              <a:gd name="T3" fmla="*/ 14 h 87"/>
              <a:gd name="T4" fmla="*/ 14 w 87"/>
              <a:gd name="T5" fmla="*/ 64 h 87"/>
              <a:gd name="T6" fmla="*/ 59 w 87"/>
              <a:gd name="T7" fmla="*/ 69 h 87"/>
              <a:gd name="T8" fmla="*/ 74 w 87"/>
              <a:gd name="T9" fmla="*/ 84 h 87"/>
              <a:gd name="T10" fmla="*/ 83 w 87"/>
              <a:gd name="T11" fmla="*/ 84 h 87"/>
              <a:gd name="T12" fmla="*/ 84 w 87"/>
              <a:gd name="T13" fmla="*/ 83 h 87"/>
              <a:gd name="T14" fmla="*/ 84 w 87"/>
              <a:gd name="T15" fmla="*/ 74 h 87"/>
              <a:gd name="T16" fmla="*/ 69 w 87"/>
              <a:gd name="T17" fmla="*/ 59 h 87"/>
              <a:gd name="T18" fmla="*/ 64 w 87"/>
              <a:gd name="T19" fmla="*/ 14 h 87"/>
              <a:gd name="T20" fmla="*/ 58 w 87"/>
              <a:gd name="T21" fmla="*/ 58 h 87"/>
              <a:gd name="T22" fmla="*/ 20 w 87"/>
              <a:gd name="T23" fmla="*/ 58 h 87"/>
              <a:gd name="T24" fmla="*/ 20 w 87"/>
              <a:gd name="T25" fmla="*/ 21 h 87"/>
              <a:gd name="T26" fmla="*/ 58 w 87"/>
              <a:gd name="T27" fmla="*/ 21 h 87"/>
              <a:gd name="T28" fmla="*/ 58 w 87"/>
              <a:gd name="T29" fmla="*/ 58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 h="87">
                <a:moveTo>
                  <a:pt x="64" y="14"/>
                </a:moveTo>
                <a:cubicBezTo>
                  <a:pt x="50" y="0"/>
                  <a:pt x="28" y="0"/>
                  <a:pt x="14" y="14"/>
                </a:cubicBezTo>
                <a:cubicBezTo>
                  <a:pt x="0" y="28"/>
                  <a:pt x="0" y="51"/>
                  <a:pt x="14" y="64"/>
                </a:cubicBezTo>
                <a:cubicBezTo>
                  <a:pt x="26" y="77"/>
                  <a:pt x="45" y="78"/>
                  <a:pt x="59" y="69"/>
                </a:cubicBezTo>
                <a:cubicBezTo>
                  <a:pt x="74" y="84"/>
                  <a:pt x="74" y="84"/>
                  <a:pt x="74" y="84"/>
                </a:cubicBezTo>
                <a:cubicBezTo>
                  <a:pt x="76" y="87"/>
                  <a:pt x="80" y="87"/>
                  <a:pt x="83" y="84"/>
                </a:cubicBezTo>
                <a:cubicBezTo>
                  <a:pt x="84" y="83"/>
                  <a:pt x="84" y="83"/>
                  <a:pt x="84" y="83"/>
                </a:cubicBezTo>
                <a:cubicBezTo>
                  <a:pt x="87" y="81"/>
                  <a:pt x="87" y="77"/>
                  <a:pt x="84" y="74"/>
                </a:cubicBezTo>
                <a:cubicBezTo>
                  <a:pt x="69" y="59"/>
                  <a:pt x="69" y="59"/>
                  <a:pt x="69" y="59"/>
                </a:cubicBezTo>
                <a:cubicBezTo>
                  <a:pt x="78" y="45"/>
                  <a:pt x="76" y="26"/>
                  <a:pt x="64" y="14"/>
                </a:cubicBezTo>
                <a:close/>
                <a:moveTo>
                  <a:pt x="58" y="58"/>
                </a:moveTo>
                <a:cubicBezTo>
                  <a:pt x="47" y="68"/>
                  <a:pt x="31" y="68"/>
                  <a:pt x="20" y="58"/>
                </a:cubicBezTo>
                <a:cubicBezTo>
                  <a:pt x="10" y="48"/>
                  <a:pt x="10" y="31"/>
                  <a:pt x="20" y="21"/>
                </a:cubicBezTo>
                <a:cubicBezTo>
                  <a:pt x="31" y="10"/>
                  <a:pt x="47" y="10"/>
                  <a:pt x="58" y="21"/>
                </a:cubicBezTo>
                <a:cubicBezTo>
                  <a:pt x="68" y="31"/>
                  <a:pt x="68" y="48"/>
                  <a:pt x="58" y="58"/>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1" name="Freeform 584"/>
          <p:cNvSpPr>
            <a:spLocks noEditPoints="1"/>
          </p:cNvSpPr>
          <p:nvPr/>
        </p:nvSpPr>
        <p:spPr bwMode="auto">
          <a:xfrm>
            <a:off x="7619281" y="990124"/>
            <a:ext cx="559469" cy="667368"/>
          </a:xfrm>
          <a:custGeom>
            <a:avLst/>
            <a:gdLst>
              <a:gd name="T0" fmla="*/ 64 w 70"/>
              <a:gd name="T1" fmla="*/ 30 h 83"/>
              <a:gd name="T2" fmla="*/ 64 w 70"/>
              <a:gd name="T3" fmla="*/ 30 h 83"/>
              <a:gd name="T4" fmla="*/ 35 w 70"/>
              <a:gd name="T5" fmla="*/ 0 h 83"/>
              <a:gd name="T6" fmla="*/ 5 w 70"/>
              <a:gd name="T7" fmla="*/ 30 h 83"/>
              <a:gd name="T8" fmla="*/ 5 w 70"/>
              <a:gd name="T9" fmla="*/ 30 h 83"/>
              <a:gd name="T10" fmla="*/ 0 w 70"/>
              <a:gd name="T11" fmla="*/ 36 h 83"/>
              <a:gd name="T12" fmla="*/ 0 w 70"/>
              <a:gd name="T13" fmla="*/ 77 h 83"/>
              <a:gd name="T14" fmla="*/ 7 w 70"/>
              <a:gd name="T15" fmla="*/ 83 h 83"/>
              <a:gd name="T16" fmla="*/ 63 w 70"/>
              <a:gd name="T17" fmla="*/ 83 h 83"/>
              <a:gd name="T18" fmla="*/ 70 w 70"/>
              <a:gd name="T19" fmla="*/ 77 h 83"/>
              <a:gd name="T20" fmla="*/ 70 w 70"/>
              <a:gd name="T21" fmla="*/ 36 h 83"/>
              <a:gd name="T22" fmla="*/ 64 w 70"/>
              <a:gd name="T23" fmla="*/ 30 h 83"/>
              <a:gd name="T24" fmla="*/ 35 w 70"/>
              <a:gd name="T25" fmla="*/ 11 h 83"/>
              <a:gd name="T26" fmla="*/ 54 w 70"/>
              <a:gd name="T27" fmla="*/ 30 h 83"/>
              <a:gd name="T28" fmla="*/ 16 w 70"/>
              <a:gd name="T29" fmla="*/ 30 h 83"/>
              <a:gd name="T30" fmla="*/ 35 w 70"/>
              <a:gd name="T31" fmla="*/ 1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0" h="83">
                <a:moveTo>
                  <a:pt x="64" y="30"/>
                </a:moveTo>
                <a:cubicBezTo>
                  <a:pt x="64" y="30"/>
                  <a:pt x="64" y="30"/>
                  <a:pt x="64" y="30"/>
                </a:cubicBezTo>
                <a:cubicBezTo>
                  <a:pt x="64" y="13"/>
                  <a:pt x="51" y="0"/>
                  <a:pt x="35" y="0"/>
                </a:cubicBezTo>
                <a:cubicBezTo>
                  <a:pt x="19" y="0"/>
                  <a:pt x="5" y="13"/>
                  <a:pt x="5" y="30"/>
                </a:cubicBezTo>
                <a:cubicBezTo>
                  <a:pt x="5" y="30"/>
                  <a:pt x="5" y="30"/>
                  <a:pt x="5" y="30"/>
                </a:cubicBezTo>
                <a:cubicBezTo>
                  <a:pt x="2" y="30"/>
                  <a:pt x="0" y="33"/>
                  <a:pt x="0" y="36"/>
                </a:cubicBezTo>
                <a:cubicBezTo>
                  <a:pt x="0" y="77"/>
                  <a:pt x="0" y="77"/>
                  <a:pt x="0" y="77"/>
                </a:cubicBezTo>
                <a:cubicBezTo>
                  <a:pt x="0" y="81"/>
                  <a:pt x="3" y="83"/>
                  <a:pt x="7" y="83"/>
                </a:cubicBezTo>
                <a:cubicBezTo>
                  <a:pt x="63" y="83"/>
                  <a:pt x="63" y="83"/>
                  <a:pt x="63" y="83"/>
                </a:cubicBezTo>
                <a:cubicBezTo>
                  <a:pt x="67" y="83"/>
                  <a:pt x="70" y="81"/>
                  <a:pt x="70" y="77"/>
                </a:cubicBezTo>
                <a:cubicBezTo>
                  <a:pt x="70" y="36"/>
                  <a:pt x="70" y="36"/>
                  <a:pt x="70" y="36"/>
                </a:cubicBezTo>
                <a:cubicBezTo>
                  <a:pt x="70" y="33"/>
                  <a:pt x="67" y="30"/>
                  <a:pt x="64" y="30"/>
                </a:cubicBezTo>
                <a:close/>
                <a:moveTo>
                  <a:pt x="35" y="11"/>
                </a:moveTo>
                <a:cubicBezTo>
                  <a:pt x="45" y="11"/>
                  <a:pt x="54" y="19"/>
                  <a:pt x="54" y="30"/>
                </a:cubicBezTo>
                <a:cubicBezTo>
                  <a:pt x="16" y="30"/>
                  <a:pt x="16" y="30"/>
                  <a:pt x="16" y="30"/>
                </a:cubicBezTo>
                <a:cubicBezTo>
                  <a:pt x="16" y="19"/>
                  <a:pt x="24" y="11"/>
                  <a:pt x="35" y="1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13" name="组合 12"/>
          <p:cNvGrpSpPr/>
          <p:nvPr/>
        </p:nvGrpSpPr>
        <p:grpSpPr>
          <a:xfrm>
            <a:off x="10548199" y="1106533"/>
            <a:ext cx="748864" cy="569867"/>
            <a:chOff x="2389112" y="3591168"/>
            <a:chExt cx="819224" cy="623409"/>
          </a:xfrm>
          <a:solidFill>
            <a:schemeClr val="bg1"/>
          </a:solidFill>
        </p:grpSpPr>
        <p:sp>
          <p:nvSpPr>
            <p:cNvPr id="115" name="Freeform 588"/>
            <p:cNvSpPr>
              <a:spLocks/>
            </p:cNvSpPr>
            <p:nvPr/>
          </p:nvSpPr>
          <p:spPr bwMode="auto">
            <a:xfrm>
              <a:off x="2429074" y="3966811"/>
              <a:ext cx="527500" cy="79924"/>
            </a:xfrm>
            <a:custGeom>
              <a:avLst/>
              <a:gdLst>
                <a:gd name="T0" fmla="*/ 61 w 66"/>
                <a:gd name="T1" fmla="*/ 0 h 10"/>
                <a:gd name="T2" fmla="*/ 4 w 66"/>
                <a:gd name="T3" fmla="*/ 0 h 10"/>
                <a:gd name="T4" fmla="*/ 0 w 66"/>
                <a:gd name="T5" fmla="*/ 5 h 10"/>
                <a:gd name="T6" fmla="*/ 4 w 66"/>
                <a:gd name="T7" fmla="*/ 10 h 10"/>
                <a:gd name="T8" fmla="*/ 61 w 66"/>
                <a:gd name="T9" fmla="*/ 10 h 10"/>
                <a:gd name="T10" fmla="*/ 66 w 66"/>
                <a:gd name="T11" fmla="*/ 5 h 10"/>
                <a:gd name="T12" fmla="*/ 61 w 66"/>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66" h="10">
                  <a:moveTo>
                    <a:pt x="61" y="0"/>
                  </a:moveTo>
                  <a:cubicBezTo>
                    <a:pt x="4" y="0"/>
                    <a:pt x="4" y="0"/>
                    <a:pt x="4" y="0"/>
                  </a:cubicBezTo>
                  <a:cubicBezTo>
                    <a:pt x="2" y="0"/>
                    <a:pt x="0" y="2"/>
                    <a:pt x="0" y="5"/>
                  </a:cubicBezTo>
                  <a:cubicBezTo>
                    <a:pt x="0" y="7"/>
                    <a:pt x="2" y="10"/>
                    <a:pt x="4" y="10"/>
                  </a:cubicBezTo>
                  <a:cubicBezTo>
                    <a:pt x="61" y="10"/>
                    <a:pt x="61" y="10"/>
                    <a:pt x="61" y="10"/>
                  </a:cubicBezTo>
                  <a:cubicBezTo>
                    <a:pt x="64" y="10"/>
                    <a:pt x="66" y="7"/>
                    <a:pt x="66" y="5"/>
                  </a:cubicBezTo>
                  <a:cubicBezTo>
                    <a:pt x="66" y="2"/>
                    <a:pt x="64" y="0"/>
                    <a:pt x="6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white"/>
                </a:solidFill>
              </a:endParaRPr>
            </a:p>
          </p:txBody>
        </p:sp>
        <p:sp>
          <p:nvSpPr>
            <p:cNvPr id="116" name="Freeform 589"/>
            <p:cNvSpPr>
              <a:spLocks/>
            </p:cNvSpPr>
            <p:nvPr/>
          </p:nvSpPr>
          <p:spPr bwMode="auto">
            <a:xfrm>
              <a:off x="2988543" y="3591168"/>
              <a:ext cx="219793" cy="79924"/>
            </a:xfrm>
            <a:custGeom>
              <a:avLst/>
              <a:gdLst>
                <a:gd name="T0" fmla="*/ 22 w 27"/>
                <a:gd name="T1" fmla="*/ 0 h 10"/>
                <a:gd name="T2" fmla="*/ 4 w 27"/>
                <a:gd name="T3" fmla="*/ 0 h 10"/>
                <a:gd name="T4" fmla="*/ 0 w 27"/>
                <a:gd name="T5" fmla="*/ 5 h 10"/>
                <a:gd name="T6" fmla="*/ 4 w 27"/>
                <a:gd name="T7" fmla="*/ 10 h 10"/>
                <a:gd name="T8" fmla="*/ 22 w 27"/>
                <a:gd name="T9" fmla="*/ 10 h 10"/>
                <a:gd name="T10" fmla="*/ 27 w 27"/>
                <a:gd name="T11" fmla="*/ 5 h 10"/>
                <a:gd name="T12" fmla="*/ 22 w 27"/>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27" h="10">
                  <a:moveTo>
                    <a:pt x="22" y="0"/>
                  </a:moveTo>
                  <a:cubicBezTo>
                    <a:pt x="4" y="0"/>
                    <a:pt x="4" y="0"/>
                    <a:pt x="4" y="0"/>
                  </a:cubicBezTo>
                  <a:cubicBezTo>
                    <a:pt x="2" y="0"/>
                    <a:pt x="0" y="2"/>
                    <a:pt x="0" y="5"/>
                  </a:cubicBezTo>
                  <a:cubicBezTo>
                    <a:pt x="0" y="8"/>
                    <a:pt x="2" y="10"/>
                    <a:pt x="4" y="10"/>
                  </a:cubicBezTo>
                  <a:cubicBezTo>
                    <a:pt x="22" y="10"/>
                    <a:pt x="22" y="10"/>
                    <a:pt x="22" y="10"/>
                  </a:cubicBezTo>
                  <a:cubicBezTo>
                    <a:pt x="25" y="10"/>
                    <a:pt x="27" y="8"/>
                    <a:pt x="27" y="5"/>
                  </a:cubicBezTo>
                  <a:cubicBezTo>
                    <a:pt x="27" y="2"/>
                    <a:pt x="25" y="0"/>
                    <a:pt x="2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white"/>
                </a:solidFill>
              </a:endParaRPr>
            </a:p>
          </p:txBody>
        </p:sp>
        <p:sp>
          <p:nvSpPr>
            <p:cNvPr id="117" name="Freeform 590"/>
            <p:cNvSpPr>
              <a:spLocks/>
            </p:cNvSpPr>
            <p:nvPr/>
          </p:nvSpPr>
          <p:spPr bwMode="auto">
            <a:xfrm>
              <a:off x="2405097" y="3838933"/>
              <a:ext cx="623409" cy="79924"/>
            </a:xfrm>
            <a:custGeom>
              <a:avLst/>
              <a:gdLst>
                <a:gd name="T0" fmla="*/ 73 w 78"/>
                <a:gd name="T1" fmla="*/ 0 h 10"/>
                <a:gd name="T2" fmla="*/ 5 w 78"/>
                <a:gd name="T3" fmla="*/ 0 h 10"/>
                <a:gd name="T4" fmla="*/ 0 w 78"/>
                <a:gd name="T5" fmla="*/ 5 h 10"/>
                <a:gd name="T6" fmla="*/ 5 w 78"/>
                <a:gd name="T7" fmla="*/ 10 h 10"/>
                <a:gd name="T8" fmla="*/ 73 w 78"/>
                <a:gd name="T9" fmla="*/ 10 h 10"/>
                <a:gd name="T10" fmla="*/ 78 w 78"/>
                <a:gd name="T11" fmla="*/ 5 h 10"/>
                <a:gd name="T12" fmla="*/ 73 w 78"/>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78" h="10">
                  <a:moveTo>
                    <a:pt x="73" y="0"/>
                  </a:moveTo>
                  <a:cubicBezTo>
                    <a:pt x="5" y="0"/>
                    <a:pt x="5" y="0"/>
                    <a:pt x="5" y="0"/>
                  </a:cubicBezTo>
                  <a:cubicBezTo>
                    <a:pt x="2" y="0"/>
                    <a:pt x="0" y="3"/>
                    <a:pt x="0" y="5"/>
                  </a:cubicBezTo>
                  <a:cubicBezTo>
                    <a:pt x="0" y="8"/>
                    <a:pt x="2" y="10"/>
                    <a:pt x="5" y="10"/>
                  </a:cubicBezTo>
                  <a:cubicBezTo>
                    <a:pt x="73" y="10"/>
                    <a:pt x="73" y="10"/>
                    <a:pt x="73" y="10"/>
                  </a:cubicBezTo>
                  <a:cubicBezTo>
                    <a:pt x="76" y="10"/>
                    <a:pt x="78" y="8"/>
                    <a:pt x="78" y="5"/>
                  </a:cubicBezTo>
                  <a:cubicBezTo>
                    <a:pt x="78" y="3"/>
                    <a:pt x="76" y="0"/>
                    <a:pt x="7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white"/>
                </a:solidFill>
              </a:endParaRPr>
            </a:p>
          </p:txBody>
        </p:sp>
        <p:sp>
          <p:nvSpPr>
            <p:cNvPr id="118" name="Freeform 591"/>
            <p:cNvSpPr>
              <a:spLocks/>
            </p:cNvSpPr>
            <p:nvPr/>
          </p:nvSpPr>
          <p:spPr bwMode="auto">
            <a:xfrm>
              <a:off x="2389112" y="3711054"/>
              <a:ext cx="703333" cy="79924"/>
            </a:xfrm>
            <a:custGeom>
              <a:avLst/>
              <a:gdLst>
                <a:gd name="T0" fmla="*/ 83 w 88"/>
                <a:gd name="T1" fmla="*/ 0 h 10"/>
                <a:gd name="T2" fmla="*/ 4 w 88"/>
                <a:gd name="T3" fmla="*/ 0 h 10"/>
                <a:gd name="T4" fmla="*/ 0 w 88"/>
                <a:gd name="T5" fmla="*/ 5 h 10"/>
                <a:gd name="T6" fmla="*/ 4 w 88"/>
                <a:gd name="T7" fmla="*/ 10 h 10"/>
                <a:gd name="T8" fmla="*/ 83 w 88"/>
                <a:gd name="T9" fmla="*/ 10 h 10"/>
                <a:gd name="T10" fmla="*/ 88 w 88"/>
                <a:gd name="T11" fmla="*/ 5 h 10"/>
                <a:gd name="T12" fmla="*/ 83 w 88"/>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88" h="10">
                  <a:moveTo>
                    <a:pt x="83" y="0"/>
                  </a:moveTo>
                  <a:cubicBezTo>
                    <a:pt x="4" y="0"/>
                    <a:pt x="4" y="0"/>
                    <a:pt x="4" y="0"/>
                  </a:cubicBezTo>
                  <a:cubicBezTo>
                    <a:pt x="2" y="0"/>
                    <a:pt x="0" y="3"/>
                    <a:pt x="0" y="5"/>
                  </a:cubicBezTo>
                  <a:cubicBezTo>
                    <a:pt x="0" y="8"/>
                    <a:pt x="2" y="10"/>
                    <a:pt x="4" y="10"/>
                  </a:cubicBezTo>
                  <a:cubicBezTo>
                    <a:pt x="83" y="10"/>
                    <a:pt x="83" y="10"/>
                    <a:pt x="83" y="10"/>
                  </a:cubicBezTo>
                  <a:cubicBezTo>
                    <a:pt x="86" y="10"/>
                    <a:pt x="88" y="8"/>
                    <a:pt x="88" y="5"/>
                  </a:cubicBezTo>
                  <a:cubicBezTo>
                    <a:pt x="88" y="3"/>
                    <a:pt x="86" y="0"/>
                    <a:pt x="8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white"/>
                </a:solidFill>
              </a:endParaRPr>
            </a:p>
          </p:txBody>
        </p:sp>
        <p:sp>
          <p:nvSpPr>
            <p:cNvPr id="119" name="Oval 592"/>
            <p:cNvSpPr>
              <a:spLocks noChangeArrowheads="1"/>
            </p:cNvSpPr>
            <p:nvPr/>
          </p:nvSpPr>
          <p:spPr bwMode="auto">
            <a:xfrm>
              <a:off x="2469036" y="4070713"/>
              <a:ext cx="143864" cy="14386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white"/>
                </a:solidFill>
              </a:endParaRPr>
            </a:p>
          </p:txBody>
        </p:sp>
        <p:sp>
          <p:nvSpPr>
            <p:cNvPr id="120" name="Oval 593"/>
            <p:cNvSpPr>
              <a:spLocks noChangeArrowheads="1"/>
            </p:cNvSpPr>
            <p:nvPr/>
          </p:nvSpPr>
          <p:spPr bwMode="auto">
            <a:xfrm>
              <a:off x="2780741" y="4070713"/>
              <a:ext cx="143864" cy="14386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white"/>
                </a:solidFill>
              </a:endParaRPr>
            </a:p>
          </p:txBody>
        </p:sp>
      </p:grpSp>
      <p:sp>
        <p:nvSpPr>
          <p:cNvPr id="127" name="Freeform 60"/>
          <p:cNvSpPr>
            <a:spLocks/>
          </p:cNvSpPr>
          <p:nvPr/>
        </p:nvSpPr>
        <p:spPr bwMode="auto">
          <a:xfrm>
            <a:off x="783743" y="4247946"/>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8" name="文本框 127"/>
          <p:cNvSpPr txBox="1"/>
          <p:nvPr/>
        </p:nvSpPr>
        <p:spPr>
          <a:xfrm>
            <a:off x="716895" y="5047547"/>
            <a:ext cx="5542015" cy="1421928"/>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右图由图形和图表组合而成；</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可以更改数据及颜色；</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可以替换原有矢量图标；</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可以辅助文字加以说明。</a:t>
            </a:r>
            <a:endParaRPr lang="en-US" altLang="zh-CN" dirty="0">
              <a:solidFill>
                <a:prstClr val="black">
                  <a:lumMod val="65000"/>
                  <a:lumOff val="35000"/>
                </a:prstClr>
              </a:solidFill>
              <a:latin typeface="微软雅黑" panose="020B0503020204020204" pitchFamily="34" charset="-122"/>
            </a:endParaRPr>
          </a:p>
        </p:txBody>
      </p:sp>
      <p:sp>
        <p:nvSpPr>
          <p:cNvPr id="129" name="圆角矩形 128"/>
          <p:cNvSpPr/>
          <p:nvPr/>
        </p:nvSpPr>
        <p:spPr>
          <a:xfrm>
            <a:off x="1451435" y="4407231"/>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130" name="等腰三角形 129"/>
          <p:cNvSpPr/>
          <p:nvPr/>
        </p:nvSpPr>
        <p:spPr>
          <a:xfrm rot="16200000">
            <a:off x="1376803" y="4474775"/>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99" name="矩形 39"/>
          <p:cNvSpPr/>
          <p:nvPr/>
        </p:nvSpPr>
        <p:spPr>
          <a:xfrm>
            <a:off x="0" y="203088"/>
            <a:ext cx="1774845" cy="523220"/>
          </a:xfrm>
          <a:prstGeom prst="rect">
            <a:avLst/>
          </a:prstGeom>
          <a:noFill/>
        </p:spPr>
        <p:txBody>
          <a:bodyPr wrap="none" rtlCol="0">
            <a:spAutoFit/>
          </a:bodyPr>
          <a:lstStyle/>
          <a:p>
            <a:r>
              <a:rPr lang="zh-CN" altLang="en-US" sz="2800" b="1" dirty="0">
                <a:solidFill>
                  <a:schemeClr val="tx1">
                    <a:lumMod val="65000"/>
                    <a:lumOff val="35000"/>
                  </a:schemeClr>
                </a:solidFill>
              </a:rPr>
              <a:t>柱</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条形图</a:t>
            </a:r>
          </a:p>
        </p:txBody>
      </p:sp>
    </p:spTree>
    <p:extLst>
      <p:ext uri="{BB962C8B-B14F-4D97-AF65-F5344CB8AC3E}">
        <p14:creationId xmlns:p14="http://schemas.microsoft.com/office/powerpoint/2010/main" val="1241531061"/>
      </p:ext>
    </p:extLst>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图表 2"/>
          <p:cNvGraphicFramePr/>
          <p:nvPr/>
        </p:nvGraphicFramePr>
        <p:xfrm>
          <a:off x="4932218" y="1302326"/>
          <a:ext cx="7077954" cy="5318145"/>
        </p:xfrm>
        <a:graphic>
          <a:graphicData uri="http://schemas.openxmlformats.org/drawingml/2006/chart">
            <c:chart xmlns:c="http://schemas.openxmlformats.org/drawingml/2006/chart" xmlns:r="http://schemas.openxmlformats.org/officeDocument/2006/relationships" r:id="rId2"/>
          </a:graphicData>
        </a:graphic>
      </p:graphicFrame>
      <p:sp>
        <p:nvSpPr>
          <p:cNvPr id="16" name="Freeform 60"/>
          <p:cNvSpPr>
            <a:spLocks/>
          </p:cNvSpPr>
          <p:nvPr/>
        </p:nvSpPr>
        <p:spPr bwMode="auto">
          <a:xfrm>
            <a:off x="783743" y="4247946"/>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 name="文本框 16"/>
          <p:cNvSpPr txBox="1"/>
          <p:nvPr/>
        </p:nvSpPr>
        <p:spPr>
          <a:xfrm>
            <a:off x="716896" y="5047547"/>
            <a:ext cx="3938232" cy="1421928"/>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右图由图表设置而成；</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修改数据注意是系列</a:t>
            </a:r>
            <a:r>
              <a:rPr lang="en-US" altLang="zh-CN" dirty="0">
                <a:solidFill>
                  <a:prstClr val="black">
                    <a:lumMod val="65000"/>
                    <a:lumOff val="35000"/>
                  </a:prstClr>
                </a:solidFill>
                <a:latin typeface="微软雅黑" panose="020B0503020204020204" pitchFamily="34" charset="-122"/>
              </a:rPr>
              <a:t>2</a:t>
            </a:r>
            <a:r>
              <a:rPr lang="zh-CN" altLang="en-US" dirty="0">
                <a:solidFill>
                  <a:prstClr val="black">
                    <a:lumMod val="65000"/>
                    <a:lumOff val="35000"/>
                  </a:prstClr>
                </a:solidFill>
                <a:latin typeface="微软雅黑" panose="020B0503020204020204" pitchFamily="34" charset="-122"/>
              </a:rPr>
              <a:t>；</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可以自行调整颜色；</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可以辅助文字加以说明。</a:t>
            </a:r>
            <a:endParaRPr lang="en-US" altLang="zh-CN" dirty="0">
              <a:solidFill>
                <a:prstClr val="black">
                  <a:lumMod val="65000"/>
                  <a:lumOff val="35000"/>
                </a:prstClr>
              </a:solidFill>
              <a:latin typeface="微软雅黑" panose="020B0503020204020204" pitchFamily="34" charset="-122"/>
            </a:endParaRPr>
          </a:p>
        </p:txBody>
      </p:sp>
      <p:sp>
        <p:nvSpPr>
          <p:cNvPr id="18" name="圆角矩形 17"/>
          <p:cNvSpPr/>
          <p:nvPr/>
        </p:nvSpPr>
        <p:spPr>
          <a:xfrm>
            <a:off x="1451435" y="4407231"/>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19" name="等腰三角形 18"/>
          <p:cNvSpPr/>
          <p:nvPr/>
        </p:nvSpPr>
        <p:spPr>
          <a:xfrm rot="16200000">
            <a:off x="1376803" y="4474775"/>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8" name="矩形 39"/>
          <p:cNvSpPr/>
          <p:nvPr/>
        </p:nvSpPr>
        <p:spPr>
          <a:xfrm>
            <a:off x="0" y="203088"/>
            <a:ext cx="1774845" cy="523220"/>
          </a:xfrm>
          <a:prstGeom prst="rect">
            <a:avLst/>
          </a:prstGeom>
          <a:noFill/>
        </p:spPr>
        <p:txBody>
          <a:bodyPr wrap="none" rtlCol="0">
            <a:spAutoFit/>
          </a:bodyPr>
          <a:lstStyle/>
          <a:p>
            <a:r>
              <a:rPr lang="zh-CN" altLang="en-US" sz="2800" b="1" dirty="0">
                <a:solidFill>
                  <a:schemeClr val="tx1">
                    <a:lumMod val="65000"/>
                    <a:lumOff val="35000"/>
                  </a:schemeClr>
                </a:solidFill>
              </a:rPr>
              <a:t>柱</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条形图</a:t>
            </a:r>
          </a:p>
        </p:txBody>
      </p:sp>
    </p:spTree>
    <p:extLst>
      <p:ext uri="{BB962C8B-B14F-4D97-AF65-F5344CB8AC3E}">
        <p14:creationId xmlns:p14="http://schemas.microsoft.com/office/powerpoint/2010/main" val="1461427975"/>
      </p:ext>
    </p:extLst>
  </p:cSld>
  <p:clrMapOvr>
    <a:masterClrMapping/>
  </p:clrMapOvr>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Freeform 60"/>
          <p:cNvSpPr>
            <a:spLocks/>
          </p:cNvSpPr>
          <p:nvPr/>
        </p:nvSpPr>
        <p:spPr bwMode="auto">
          <a:xfrm>
            <a:off x="783743" y="4247946"/>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 name="文本框 16"/>
          <p:cNvSpPr txBox="1"/>
          <p:nvPr/>
        </p:nvSpPr>
        <p:spPr>
          <a:xfrm>
            <a:off x="716896" y="5047547"/>
            <a:ext cx="3938232" cy="1421928"/>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右图由图表设置而成；</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可根据需要修改数据；</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可以自行调整颜色；</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可以辅助文字加以说明。</a:t>
            </a:r>
            <a:endParaRPr lang="en-US" altLang="zh-CN" dirty="0">
              <a:solidFill>
                <a:prstClr val="black">
                  <a:lumMod val="65000"/>
                  <a:lumOff val="35000"/>
                </a:prstClr>
              </a:solidFill>
              <a:latin typeface="微软雅黑" panose="020B0503020204020204" pitchFamily="34" charset="-122"/>
            </a:endParaRPr>
          </a:p>
        </p:txBody>
      </p:sp>
      <p:sp>
        <p:nvSpPr>
          <p:cNvPr id="18" name="圆角矩形 17"/>
          <p:cNvSpPr/>
          <p:nvPr/>
        </p:nvSpPr>
        <p:spPr>
          <a:xfrm>
            <a:off x="1451435" y="4407231"/>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19" name="等腰三角形 18"/>
          <p:cNvSpPr/>
          <p:nvPr/>
        </p:nvSpPr>
        <p:spPr>
          <a:xfrm rot="16200000">
            <a:off x="1376803" y="4474775"/>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graphicFrame>
        <p:nvGraphicFramePr>
          <p:cNvPr id="8" name="图表 7"/>
          <p:cNvGraphicFramePr/>
          <p:nvPr/>
        </p:nvGraphicFramePr>
        <p:xfrm>
          <a:off x="4090779" y="1634836"/>
          <a:ext cx="8101221" cy="5038138"/>
        </p:xfrm>
        <a:graphic>
          <a:graphicData uri="http://schemas.openxmlformats.org/drawingml/2006/chart">
            <c:chart xmlns:c="http://schemas.openxmlformats.org/drawingml/2006/chart" xmlns:r="http://schemas.openxmlformats.org/officeDocument/2006/relationships" r:id="rId2"/>
          </a:graphicData>
        </a:graphic>
      </p:graphicFrame>
      <p:sp>
        <p:nvSpPr>
          <p:cNvPr id="9" name="矩形 39"/>
          <p:cNvSpPr/>
          <p:nvPr/>
        </p:nvSpPr>
        <p:spPr>
          <a:xfrm>
            <a:off x="0" y="203088"/>
            <a:ext cx="1774845" cy="523220"/>
          </a:xfrm>
          <a:prstGeom prst="rect">
            <a:avLst/>
          </a:prstGeom>
          <a:noFill/>
        </p:spPr>
        <p:txBody>
          <a:bodyPr wrap="none" rtlCol="0">
            <a:spAutoFit/>
          </a:bodyPr>
          <a:lstStyle/>
          <a:p>
            <a:r>
              <a:rPr lang="zh-CN" altLang="en-US" sz="2800" b="1" dirty="0">
                <a:solidFill>
                  <a:schemeClr val="tx1">
                    <a:lumMod val="65000"/>
                    <a:lumOff val="35000"/>
                  </a:schemeClr>
                </a:solidFill>
              </a:rPr>
              <a:t>柱</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条形图</a:t>
            </a:r>
          </a:p>
        </p:txBody>
      </p:sp>
    </p:spTree>
    <p:extLst>
      <p:ext uri="{BB962C8B-B14F-4D97-AF65-F5344CB8AC3E}">
        <p14:creationId xmlns:p14="http://schemas.microsoft.com/office/powerpoint/2010/main" val="1449505086"/>
      </p:ext>
    </p:extLst>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组合 14"/>
          <p:cNvGrpSpPr/>
          <p:nvPr/>
        </p:nvGrpSpPr>
        <p:grpSpPr>
          <a:xfrm>
            <a:off x="5636359" y="1688253"/>
            <a:ext cx="1729682" cy="367708"/>
            <a:chOff x="1000603" y="2188584"/>
            <a:chExt cx="1729682" cy="367708"/>
          </a:xfrm>
        </p:grpSpPr>
        <p:sp>
          <p:nvSpPr>
            <p:cNvPr id="55" name="Rectangle 300"/>
            <p:cNvSpPr>
              <a:spLocks noChangeArrowheads="1"/>
            </p:cNvSpPr>
            <p:nvPr/>
          </p:nvSpPr>
          <p:spPr bwMode="auto">
            <a:xfrm>
              <a:off x="1000603" y="2188584"/>
              <a:ext cx="1729682" cy="367708"/>
            </a:xfrm>
            <a:prstGeom prst="rect">
              <a:avLst/>
            </a:prstGeom>
            <a:solidFill>
              <a:srgbClr val="C86A3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 name="Freeform 302"/>
            <p:cNvSpPr>
              <a:spLocks/>
            </p:cNvSpPr>
            <p:nvPr/>
          </p:nvSpPr>
          <p:spPr bwMode="auto">
            <a:xfrm>
              <a:off x="2449664" y="2428077"/>
              <a:ext cx="280620" cy="128215"/>
            </a:xfrm>
            <a:custGeom>
              <a:avLst/>
              <a:gdLst>
                <a:gd name="T0" fmla="*/ 116 w 116"/>
                <a:gd name="T1" fmla="*/ 53 h 53"/>
                <a:gd name="T2" fmla="*/ 116 w 116"/>
                <a:gd name="T3" fmla="*/ 0 h 53"/>
                <a:gd name="T4" fmla="*/ 0 w 116"/>
                <a:gd name="T5" fmla="*/ 0 h 53"/>
                <a:gd name="T6" fmla="*/ 116 w 116"/>
                <a:gd name="T7" fmla="*/ 53 h 53"/>
              </a:gdLst>
              <a:ahLst/>
              <a:cxnLst>
                <a:cxn ang="0">
                  <a:pos x="T0" y="T1"/>
                </a:cxn>
                <a:cxn ang="0">
                  <a:pos x="T2" y="T3"/>
                </a:cxn>
                <a:cxn ang="0">
                  <a:pos x="T4" y="T5"/>
                </a:cxn>
                <a:cxn ang="0">
                  <a:pos x="T6" y="T7"/>
                </a:cxn>
              </a:cxnLst>
              <a:rect l="0" t="0" r="r" b="b"/>
              <a:pathLst>
                <a:path w="116" h="53">
                  <a:moveTo>
                    <a:pt x="116" y="53"/>
                  </a:moveTo>
                  <a:lnTo>
                    <a:pt x="116" y="0"/>
                  </a:lnTo>
                  <a:lnTo>
                    <a:pt x="0" y="0"/>
                  </a:lnTo>
                  <a:lnTo>
                    <a:pt x="116" y="53"/>
                  </a:lnTo>
                  <a:close/>
                </a:path>
              </a:pathLst>
            </a:custGeom>
            <a:solidFill>
              <a:srgbClr val="9129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4" name="组合 13"/>
          <p:cNvGrpSpPr/>
          <p:nvPr/>
        </p:nvGrpSpPr>
        <p:grpSpPr>
          <a:xfrm>
            <a:off x="5636359" y="2276732"/>
            <a:ext cx="1729682" cy="367710"/>
            <a:chOff x="1000603" y="2786109"/>
            <a:chExt cx="1729682" cy="367710"/>
          </a:xfrm>
        </p:grpSpPr>
        <p:sp>
          <p:nvSpPr>
            <p:cNvPr id="58" name="Rectangle 303"/>
            <p:cNvSpPr>
              <a:spLocks noChangeArrowheads="1"/>
            </p:cNvSpPr>
            <p:nvPr/>
          </p:nvSpPr>
          <p:spPr bwMode="auto">
            <a:xfrm>
              <a:off x="1000603" y="2786109"/>
              <a:ext cx="1729682" cy="367708"/>
            </a:xfrm>
            <a:prstGeom prst="rect">
              <a:avLst/>
            </a:prstGeom>
            <a:solidFill>
              <a:srgbClr val="65A5C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 name="Freeform 305"/>
            <p:cNvSpPr>
              <a:spLocks/>
            </p:cNvSpPr>
            <p:nvPr/>
          </p:nvSpPr>
          <p:spPr bwMode="auto">
            <a:xfrm>
              <a:off x="2449664" y="3015928"/>
              <a:ext cx="280620" cy="137891"/>
            </a:xfrm>
            <a:custGeom>
              <a:avLst/>
              <a:gdLst>
                <a:gd name="T0" fmla="*/ 116 w 116"/>
                <a:gd name="T1" fmla="*/ 57 h 57"/>
                <a:gd name="T2" fmla="*/ 116 w 116"/>
                <a:gd name="T3" fmla="*/ 0 h 57"/>
                <a:gd name="T4" fmla="*/ 0 w 116"/>
                <a:gd name="T5" fmla="*/ 0 h 57"/>
                <a:gd name="T6" fmla="*/ 116 w 116"/>
                <a:gd name="T7" fmla="*/ 57 h 57"/>
              </a:gdLst>
              <a:ahLst/>
              <a:cxnLst>
                <a:cxn ang="0">
                  <a:pos x="T0" y="T1"/>
                </a:cxn>
                <a:cxn ang="0">
                  <a:pos x="T2" y="T3"/>
                </a:cxn>
                <a:cxn ang="0">
                  <a:pos x="T4" y="T5"/>
                </a:cxn>
                <a:cxn ang="0">
                  <a:pos x="T6" y="T7"/>
                </a:cxn>
              </a:cxnLst>
              <a:rect l="0" t="0" r="r" b="b"/>
              <a:pathLst>
                <a:path w="116" h="57">
                  <a:moveTo>
                    <a:pt x="116" y="57"/>
                  </a:moveTo>
                  <a:lnTo>
                    <a:pt x="116" y="0"/>
                  </a:lnTo>
                  <a:lnTo>
                    <a:pt x="0" y="0"/>
                  </a:lnTo>
                  <a:lnTo>
                    <a:pt x="116" y="57"/>
                  </a:lnTo>
                  <a:close/>
                </a:path>
              </a:pathLst>
            </a:custGeom>
            <a:solidFill>
              <a:srgbClr val="3966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3" name="组合 12"/>
          <p:cNvGrpSpPr/>
          <p:nvPr/>
        </p:nvGrpSpPr>
        <p:grpSpPr>
          <a:xfrm>
            <a:off x="5636359" y="2865215"/>
            <a:ext cx="1729682" cy="367709"/>
            <a:chOff x="1000603" y="3383636"/>
            <a:chExt cx="1729682" cy="367709"/>
          </a:xfrm>
        </p:grpSpPr>
        <p:sp>
          <p:nvSpPr>
            <p:cNvPr id="61" name="Rectangle 306"/>
            <p:cNvSpPr>
              <a:spLocks noChangeArrowheads="1"/>
            </p:cNvSpPr>
            <p:nvPr/>
          </p:nvSpPr>
          <p:spPr bwMode="auto">
            <a:xfrm>
              <a:off x="1000603" y="3383636"/>
              <a:ext cx="1729682" cy="367708"/>
            </a:xfrm>
            <a:prstGeom prst="rect">
              <a:avLst/>
            </a:prstGeom>
            <a:solidFill>
              <a:srgbClr val="C86A3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 name="Freeform 308"/>
            <p:cNvSpPr>
              <a:spLocks/>
            </p:cNvSpPr>
            <p:nvPr/>
          </p:nvSpPr>
          <p:spPr bwMode="auto">
            <a:xfrm>
              <a:off x="2449664" y="3615873"/>
              <a:ext cx="280620" cy="135472"/>
            </a:xfrm>
            <a:custGeom>
              <a:avLst/>
              <a:gdLst>
                <a:gd name="T0" fmla="*/ 116 w 116"/>
                <a:gd name="T1" fmla="*/ 56 h 56"/>
                <a:gd name="T2" fmla="*/ 116 w 116"/>
                <a:gd name="T3" fmla="*/ 0 h 56"/>
                <a:gd name="T4" fmla="*/ 0 w 116"/>
                <a:gd name="T5" fmla="*/ 0 h 56"/>
                <a:gd name="T6" fmla="*/ 116 w 116"/>
                <a:gd name="T7" fmla="*/ 56 h 56"/>
              </a:gdLst>
              <a:ahLst/>
              <a:cxnLst>
                <a:cxn ang="0">
                  <a:pos x="T0" y="T1"/>
                </a:cxn>
                <a:cxn ang="0">
                  <a:pos x="T2" y="T3"/>
                </a:cxn>
                <a:cxn ang="0">
                  <a:pos x="T4" y="T5"/>
                </a:cxn>
                <a:cxn ang="0">
                  <a:pos x="T6" y="T7"/>
                </a:cxn>
              </a:cxnLst>
              <a:rect l="0" t="0" r="r" b="b"/>
              <a:pathLst>
                <a:path w="116" h="56">
                  <a:moveTo>
                    <a:pt x="116" y="56"/>
                  </a:moveTo>
                  <a:lnTo>
                    <a:pt x="116" y="0"/>
                  </a:lnTo>
                  <a:lnTo>
                    <a:pt x="0" y="0"/>
                  </a:lnTo>
                  <a:lnTo>
                    <a:pt x="116" y="56"/>
                  </a:lnTo>
                  <a:close/>
                </a:path>
              </a:pathLst>
            </a:custGeom>
            <a:solidFill>
              <a:srgbClr val="9129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1" name="组合 10"/>
          <p:cNvGrpSpPr/>
          <p:nvPr/>
        </p:nvGrpSpPr>
        <p:grpSpPr>
          <a:xfrm>
            <a:off x="5636359" y="3463373"/>
            <a:ext cx="1729682" cy="367708"/>
            <a:chOff x="1000603" y="3983582"/>
            <a:chExt cx="1729682" cy="367708"/>
          </a:xfrm>
        </p:grpSpPr>
        <p:sp>
          <p:nvSpPr>
            <p:cNvPr id="69" name="Rectangle 309"/>
            <p:cNvSpPr>
              <a:spLocks noChangeArrowheads="1"/>
            </p:cNvSpPr>
            <p:nvPr/>
          </p:nvSpPr>
          <p:spPr bwMode="auto">
            <a:xfrm>
              <a:off x="1000603" y="3983582"/>
              <a:ext cx="1729682" cy="367708"/>
            </a:xfrm>
            <a:prstGeom prst="rect">
              <a:avLst/>
            </a:prstGeom>
            <a:solidFill>
              <a:srgbClr val="65A5C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 name="Freeform 311"/>
            <p:cNvSpPr>
              <a:spLocks/>
            </p:cNvSpPr>
            <p:nvPr/>
          </p:nvSpPr>
          <p:spPr bwMode="auto">
            <a:xfrm>
              <a:off x="2449664" y="4213399"/>
              <a:ext cx="280620" cy="137891"/>
            </a:xfrm>
            <a:custGeom>
              <a:avLst/>
              <a:gdLst>
                <a:gd name="T0" fmla="*/ 116 w 116"/>
                <a:gd name="T1" fmla="*/ 57 h 57"/>
                <a:gd name="T2" fmla="*/ 116 w 116"/>
                <a:gd name="T3" fmla="*/ 0 h 57"/>
                <a:gd name="T4" fmla="*/ 0 w 116"/>
                <a:gd name="T5" fmla="*/ 0 h 57"/>
                <a:gd name="T6" fmla="*/ 116 w 116"/>
                <a:gd name="T7" fmla="*/ 57 h 57"/>
              </a:gdLst>
              <a:ahLst/>
              <a:cxnLst>
                <a:cxn ang="0">
                  <a:pos x="T0" y="T1"/>
                </a:cxn>
                <a:cxn ang="0">
                  <a:pos x="T2" y="T3"/>
                </a:cxn>
                <a:cxn ang="0">
                  <a:pos x="T4" y="T5"/>
                </a:cxn>
                <a:cxn ang="0">
                  <a:pos x="T6" y="T7"/>
                </a:cxn>
              </a:cxnLst>
              <a:rect l="0" t="0" r="r" b="b"/>
              <a:pathLst>
                <a:path w="116" h="57">
                  <a:moveTo>
                    <a:pt x="116" y="57"/>
                  </a:moveTo>
                  <a:lnTo>
                    <a:pt x="116" y="0"/>
                  </a:lnTo>
                  <a:lnTo>
                    <a:pt x="0" y="0"/>
                  </a:lnTo>
                  <a:lnTo>
                    <a:pt x="116" y="57"/>
                  </a:lnTo>
                  <a:close/>
                </a:path>
              </a:pathLst>
            </a:custGeom>
            <a:solidFill>
              <a:srgbClr val="3966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aphicFrame>
        <p:nvGraphicFramePr>
          <p:cNvPr id="10" name="图表 9"/>
          <p:cNvGraphicFramePr/>
          <p:nvPr/>
        </p:nvGraphicFramePr>
        <p:xfrm>
          <a:off x="6824634" y="1318349"/>
          <a:ext cx="5023405" cy="2648389"/>
        </p:xfrm>
        <a:graphic>
          <a:graphicData uri="http://schemas.openxmlformats.org/drawingml/2006/chart">
            <c:chart xmlns:c="http://schemas.openxmlformats.org/drawingml/2006/chart" xmlns:r="http://schemas.openxmlformats.org/officeDocument/2006/relationships" r:id="rId2"/>
          </a:graphicData>
        </a:graphic>
      </p:graphicFrame>
      <p:sp>
        <p:nvSpPr>
          <p:cNvPr id="125" name="Freeform 60"/>
          <p:cNvSpPr>
            <a:spLocks/>
          </p:cNvSpPr>
          <p:nvPr/>
        </p:nvSpPr>
        <p:spPr bwMode="auto">
          <a:xfrm>
            <a:off x="783743" y="3719315"/>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6" name="文本框 125"/>
          <p:cNvSpPr txBox="1"/>
          <p:nvPr/>
        </p:nvSpPr>
        <p:spPr>
          <a:xfrm>
            <a:off x="716895" y="4518916"/>
            <a:ext cx="6165819" cy="1421928"/>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右图由图形和数据图表组合而成；</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可根据需要修改图表数据；</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可以辅助文字加以说明；</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颜色可以根据需要进行修改。</a:t>
            </a:r>
            <a:endParaRPr lang="en-US" altLang="zh-CN" dirty="0">
              <a:solidFill>
                <a:prstClr val="black">
                  <a:lumMod val="65000"/>
                  <a:lumOff val="35000"/>
                </a:prstClr>
              </a:solidFill>
              <a:latin typeface="微软雅黑" panose="020B0503020204020204" pitchFamily="34" charset="-122"/>
            </a:endParaRPr>
          </a:p>
        </p:txBody>
      </p:sp>
      <p:sp>
        <p:nvSpPr>
          <p:cNvPr id="127" name="圆角矩形 126"/>
          <p:cNvSpPr/>
          <p:nvPr/>
        </p:nvSpPr>
        <p:spPr>
          <a:xfrm>
            <a:off x="1451435" y="3878600"/>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128" name="等腰三角形 127"/>
          <p:cNvSpPr/>
          <p:nvPr/>
        </p:nvSpPr>
        <p:spPr>
          <a:xfrm rot="16200000">
            <a:off x="1376803" y="3946144"/>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grpSp>
        <p:nvGrpSpPr>
          <p:cNvPr id="129" name="组合 128"/>
          <p:cNvGrpSpPr/>
          <p:nvPr/>
        </p:nvGrpSpPr>
        <p:grpSpPr>
          <a:xfrm>
            <a:off x="5001842" y="1563227"/>
            <a:ext cx="365125" cy="428626"/>
            <a:chOff x="3049588" y="0"/>
            <a:chExt cx="365125" cy="428626"/>
          </a:xfrm>
          <a:solidFill>
            <a:schemeClr val="tx1">
              <a:lumMod val="65000"/>
              <a:lumOff val="35000"/>
            </a:schemeClr>
          </a:solidFill>
        </p:grpSpPr>
        <p:sp>
          <p:nvSpPr>
            <p:cNvPr id="130" name="Freeform 21"/>
            <p:cNvSpPr>
              <a:spLocks noEditPoints="1"/>
            </p:cNvSpPr>
            <p:nvPr/>
          </p:nvSpPr>
          <p:spPr bwMode="auto">
            <a:xfrm>
              <a:off x="3054351" y="0"/>
              <a:ext cx="355600" cy="306388"/>
            </a:xfrm>
            <a:custGeom>
              <a:avLst/>
              <a:gdLst>
                <a:gd name="T0" fmla="*/ 84 w 674"/>
                <a:gd name="T1" fmla="*/ 0 h 579"/>
                <a:gd name="T2" fmla="*/ 52 w 674"/>
                <a:gd name="T3" fmla="*/ 7 h 579"/>
                <a:gd name="T4" fmla="*/ 14 w 674"/>
                <a:gd name="T5" fmla="*/ 38 h 579"/>
                <a:gd name="T6" fmla="*/ 0 w 674"/>
                <a:gd name="T7" fmla="*/ 77 h 579"/>
                <a:gd name="T8" fmla="*/ 0 w 674"/>
                <a:gd name="T9" fmla="*/ 493 h 579"/>
                <a:gd name="T10" fmla="*/ 7 w 674"/>
                <a:gd name="T11" fmla="*/ 527 h 579"/>
                <a:gd name="T12" fmla="*/ 36 w 674"/>
                <a:gd name="T13" fmla="*/ 563 h 579"/>
                <a:gd name="T14" fmla="*/ 76 w 674"/>
                <a:gd name="T15" fmla="*/ 577 h 579"/>
                <a:gd name="T16" fmla="*/ 589 w 674"/>
                <a:gd name="T17" fmla="*/ 579 h 579"/>
                <a:gd name="T18" fmla="*/ 622 w 674"/>
                <a:gd name="T19" fmla="*/ 572 h 579"/>
                <a:gd name="T20" fmla="*/ 659 w 674"/>
                <a:gd name="T21" fmla="*/ 541 h 579"/>
                <a:gd name="T22" fmla="*/ 673 w 674"/>
                <a:gd name="T23" fmla="*/ 502 h 579"/>
                <a:gd name="T24" fmla="*/ 674 w 674"/>
                <a:gd name="T25" fmla="*/ 85 h 579"/>
                <a:gd name="T26" fmla="*/ 667 w 674"/>
                <a:gd name="T27" fmla="*/ 52 h 579"/>
                <a:gd name="T28" fmla="*/ 636 w 674"/>
                <a:gd name="T29" fmla="*/ 15 h 579"/>
                <a:gd name="T30" fmla="*/ 598 w 674"/>
                <a:gd name="T31" fmla="*/ 1 h 579"/>
                <a:gd name="T32" fmla="*/ 137 w 674"/>
                <a:gd name="T33" fmla="*/ 492 h 579"/>
                <a:gd name="T34" fmla="*/ 115 w 674"/>
                <a:gd name="T35" fmla="*/ 488 h 579"/>
                <a:gd name="T36" fmla="*/ 91 w 674"/>
                <a:gd name="T37" fmla="*/ 468 h 579"/>
                <a:gd name="T38" fmla="*/ 81 w 674"/>
                <a:gd name="T39" fmla="*/ 437 h 579"/>
                <a:gd name="T40" fmla="*/ 86 w 674"/>
                <a:gd name="T41" fmla="*/ 415 h 579"/>
                <a:gd name="T42" fmla="*/ 107 w 674"/>
                <a:gd name="T43" fmla="*/ 391 h 579"/>
                <a:gd name="T44" fmla="*/ 137 w 674"/>
                <a:gd name="T45" fmla="*/ 381 h 579"/>
                <a:gd name="T46" fmla="*/ 158 w 674"/>
                <a:gd name="T47" fmla="*/ 385 h 579"/>
                <a:gd name="T48" fmla="*/ 182 w 674"/>
                <a:gd name="T49" fmla="*/ 406 h 579"/>
                <a:gd name="T50" fmla="*/ 192 w 674"/>
                <a:gd name="T51" fmla="*/ 437 h 579"/>
                <a:gd name="T52" fmla="*/ 188 w 674"/>
                <a:gd name="T53" fmla="*/ 458 h 579"/>
                <a:gd name="T54" fmla="*/ 168 w 674"/>
                <a:gd name="T55" fmla="*/ 482 h 579"/>
                <a:gd name="T56" fmla="*/ 137 w 674"/>
                <a:gd name="T57" fmla="*/ 492 h 579"/>
                <a:gd name="T58" fmla="*/ 558 w 674"/>
                <a:gd name="T59" fmla="*/ 492 h 579"/>
                <a:gd name="T60" fmla="*/ 527 w 674"/>
                <a:gd name="T61" fmla="*/ 482 h 579"/>
                <a:gd name="T62" fmla="*/ 506 w 674"/>
                <a:gd name="T63" fmla="*/ 458 h 579"/>
                <a:gd name="T64" fmla="*/ 502 w 674"/>
                <a:gd name="T65" fmla="*/ 437 h 579"/>
                <a:gd name="T66" fmla="*/ 511 w 674"/>
                <a:gd name="T67" fmla="*/ 406 h 579"/>
                <a:gd name="T68" fmla="*/ 535 w 674"/>
                <a:gd name="T69" fmla="*/ 385 h 579"/>
                <a:gd name="T70" fmla="*/ 558 w 674"/>
                <a:gd name="T71" fmla="*/ 381 h 579"/>
                <a:gd name="T72" fmla="*/ 589 w 674"/>
                <a:gd name="T73" fmla="*/ 391 h 579"/>
                <a:gd name="T74" fmla="*/ 608 w 674"/>
                <a:gd name="T75" fmla="*/ 415 h 579"/>
                <a:gd name="T76" fmla="*/ 612 w 674"/>
                <a:gd name="T77" fmla="*/ 437 h 579"/>
                <a:gd name="T78" fmla="*/ 603 w 674"/>
                <a:gd name="T79" fmla="*/ 468 h 579"/>
                <a:gd name="T80" fmla="*/ 579 w 674"/>
                <a:gd name="T81" fmla="*/ 488 h 579"/>
                <a:gd name="T82" fmla="*/ 558 w 674"/>
                <a:gd name="T83" fmla="*/ 492 h 579"/>
                <a:gd name="T84" fmla="*/ 618 w 674"/>
                <a:gd name="T85" fmla="*/ 284 h 579"/>
                <a:gd name="T86" fmla="*/ 604 w 674"/>
                <a:gd name="T87" fmla="*/ 310 h 579"/>
                <a:gd name="T88" fmla="*/ 579 w 674"/>
                <a:gd name="T89" fmla="*/ 324 h 579"/>
                <a:gd name="T90" fmla="*/ 105 w 674"/>
                <a:gd name="T91" fmla="*/ 325 h 579"/>
                <a:gd name="T92" fmla="*/ 77 w 674"/>
                <a:gd name="T93" fmla="*/ 315 h 579"/>
                <a:gd name="T94" fmla="*/ 59 w 674"/>
                <a:gd name="T95" fmla="*/ 294 h 579"/>
                <a:gd name="T96" fmla="*/ 55 w 674"/>
                <a:gd name="T97" fmla="*/ 111 h 579"/>
                <a:gd name="T98" fmla="*/ 59 w 674"/>
                <a:gd name="T99" fmla="*/ 91 h 579"/>
                <a:gd name="T100" fmla="*/ 77 w 674"/>
                <a:gd name="T101" fmla="*/ 69 h 579"/>
                <a:gd name="T102" fmla="*/ 105 w 674"/>
                <a:gd name="T103" fmla="*/ 60 h 579"/>
                <a:gd name="T104" fmla="*/ 579 w 674"/>
                <a:gd name="T105" fmla="*/ 62 h 579"/>
                <a:gd name="T106" fmla="*/ 604 w 674"/>
                <a:gd name="T107" fmla="*/ 76 h 579"/>
                <a:gd name="T108" fmla="*/ 618 w 674"/>
                <a:gd name="T109" fmla="*/ 101 h 5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74" h="579">
                  <a:moveTo>
                    <a:pt x="589" y="0"/>
                  </a:moveTo>
                  <a:lnTo>
                    <a:pt x="84" y="0"/>
                  </a:lnTo>
                  <a:lnTo>
                    <a:pt x="84" y="0"/>
                  </a:lnTo>
                  <a:lnTo>
                    <a:pt x="76" y="1"/>
                  </a:lnTo>
                  <a:lnTo>
                    <a:pt x="67" y="3"/>
                  </a:lnTo>
                  <a:lnTo>
                    <a:pt x="52" y="7"/>
                  </a:lnTo>
                  <a:lnTo>
                    <a:pt x="36" y="15"/>
                  </a:lnTo>
                  <a:lnTo>
                    <a:pt x="24" y="25"/>
                  </a:lnTo>
                  <a:lnTo>
                    <a:pt x="14" y="38"/>
                  </a:lnTo>
                  <a:lnTo>
                    <a:pt x="7" y="52"/>
                  </a:lnTo>
                  <a:lnTo>
                    <a:pt x="1" y="69"/>
                  </a:lnTo>
                  <a:lnTo>
                    <a:pt x="0" y="77"/>
                  </a:lnTo>
                  <a:lnTo>
                    <a:pt x="0" y="85"/>
                  </a:lnTo>
                  <a:lnTo>
                    <a:pt x="0" y="493"/>
                  </a:lnTo>
                  <a:lnTo>
                    <a:pt x="0" y="493"/>
                  </a:lnTo>
                  <a:lnTo>
                    <a:pt x="0" y="502"/>
                  </a:lnTo>
                  <a:lnTo>
                    <a:pt x="1" y="510"/>
                  </a:lnTo>
                  <a:lnTo>
                    <a:pt x="7" y="527"/>
                  </a:lnTo>
                  <a:lnTo>
                    <a:pt x="14" y="541"/>
                  </a:lnTo>
                  <a:lnTo>
                    <a:pt x="24" y="553"/>
                  </a:lnTo>
                  <a:lnTo>
                    <a:pt x="36" y="563"/>
                  </a:lnTo>
                  <a:lnTo>
                    <a:pt x="52" y="572"/>
                  </a:lnTo>
                  <a:lnTo>
                    <a:pt x="67" y="576"/>
                  </a:lnTo>
                  <a:lnTo>
                    <a:pt x="76" y="577"/>
                  </a:lnTo>
                  <a:lnTo>
                    <a:pt x="84" y="579"/>
                  </a:lnTo>
                  <a:lnTo>
                    <a:pt x="589" y="579"/>
                  </a:lnTo>
                  <a:lnTo>
                    <a:pt x="589" y="579"/>
                  </a:lnTo>
                  <a:lnTo>
                    <a:pt x="598" y="577"/>
                  </a:lnTo>
                  <a:lnTo>
                    <a:pt x="607" y="576"/>
                  </a:lnTo>
                  <a:lnTo>
                    <a:pt x="622" y="572"/>
                  </a:lnTo>
                  <a:lnTo>
                    <a:pt x="636" y="563"/>
                  </a:lnTo>
                  <a:lnTo>
                    <a:pt x="649" y="553"/>
                  </a:lnTo>
                  <a:lnTo>
                    <a:pt x="659" y="541"/>
                  </a:lnTo>
                  <a:lnTo>
                    <a:pt x="667" y="527"/>
                  </a:lnTo>
                  <a:lnTo>
                    <a:pt x="671" y="510"/>
                  </a:lnTo>
                  <a:lnTo>
                    <a:pt x="673" y="502"/>
                  </a:lnTo>
                  <a:lnTo>
                    <a:pt x="674" y="493"/>
                  </a:lnTo>
                  <a:lnTo>
                    <a:pt x="674" y="85"/>
                  </a:lnTo>
                  <a:lnTo>
                    <a:pt x="674" y="85"/>
                  </a:lnTo>
                  <a:lnTo>
                    <a:pt x="673" y="77"/>
                  </a:lnTo>
                  <a:lnTo>
                    <a:pt x="671" y="69"/>
                  </a:lnTo>
                  <a:lnTo>
                    <a:pt x="667" y="52"/>
                  </a:lnTo>
                  <a:lnTo>
                    <a:pt x="659" y="38"/>
                  </a:lnTo>
                  <a:lnTo>
                    <a:pt x="649" y="25"/>
                  </a:lnTo>
                  <a:lnTo>
                    <a:pt x="636" y="15"/>
                  </a:lnTo>
                  <a:lnTo>
                    <a:pt x="622" y="7"/>
                  </a:lnTo>
                  <a:lnTo>
                    <a:pt x="607" y="3"/>
                  </a:lnTo>
                  <a:lnTo>
                    <a:pt x="598" y="1"/>
                  </a:lnTo>
                  <a:lnTo>
                    <a:pt x="589" y="0"/>
                  </a:lnTo>
                  <a:lnTo>
                    <a:pt x="589" y="0"/>
                  </a:lnTo>
                  <a:close/>
                  <a:moveTo>
                    <a:pt x="137" y="492"/>
                  </a:moveTo>
                  <a:lnTo>
                    <a:pt x="137" y="492"/>
                  </a:lnTo>
                  <a:lnTo>
                    <a:pt x="126" y="490"/>
                  </a:lnTo>
                  <a:lnTo>
                    <a:pt x="115" y="488"/>
                  </a:lnTo>
                  <a:lnTo>
                    <a:pt x="107" y="482"/>
                  </a:lnTo>
                  <a:lnTo>
                    <a:pt x="98" y="475"/>
                  </a:lnTo>
                  <a:lnTo>
                    <a:pt x="91" y="468"/>
                  </a:lnTo>
                  <a:lnTo>
                    <a:pt x="86" y="458"/>
                  </a:lnTo>
                  <a:lnTo>
                    <a:pt x="83" y="447"/>
                  </a:lnTo>
                  <a:lnTo>
                    <a:pt x="81" y="437"/>
                  </a:lnTo>
                  <a:lnTo>
                    <a:pt x="81" y="437"/>
                  </a:lnTo>
                  <a:lnTo>
                    <a:pt x="83" y="426"/>
                  </a:lnTo>
                  <a:lnTo>
                    <a:pt x="86" y="415"/>
                  </a:lnTo>
                  <a:lnTo>
                    <a:pt x="91" y="406"/>
                  </a:lnTo>
                  <a:lnTo>
                    <a:pt x="98" y="398"/>
                  </a:lnTo>
                  <a:lnTo>
                    <a:pt x="107" y="391"/>
                  </a:lnTo>
                  <a:lnTo>
                    <a:pt x="115" y="385"/>
                  </a:lnTo>
                  <a:lnTo>
                    <a:pt x="126" y="383"/>
                  </a:lnTo>
                  <a:lnTo>
                    <a:pt x="137" y="381"/>
                  </a:lnTo>
                  <a:lnTo>
                    <a:pt x="137" y="381"/>
                  </a:lnTo>
                  <a:lnTo>
                    <a:pt x="149" y="383"/>
                  </a:lnTo>
                  <a:lnTo>
                    <a:pt x="158" y="385"/>
                  </a:lnTo>
                  <a:lnTo>
                    <a:pt x="168" y="391"/>
                  </a:lnTo>
                  <a:lnTo>
                    <a:pt x="177" y="398"/>
                  </a:lnTo>
                  <a:lnTo>
                    <a:pt x="182" y="406"/>
                  </a:lnTo>
                  <a:lnTo>
                    <a:pt x="188" y="415"/>
                  </a:lnTo>
                  <a:lnTo>
                    <a:pt x="191" y="426"/>
                  </a:lnTo>
                  <a:lnTo>
                    <a:pt x="192" y="437"/>
                  </a:lnTo>
                  <a:lnTo>
                    <a:pt x="192" y="437"/>
                  </a:lnTo>
                  <a:lnTo>
                    <a:pt x="191" y="447"/>
                  </a:lnTo>
                  <a:lnTo>
                    <a:pt x="188" y="458"/>
                  </a:lnTo>
                  <a:lnTo>
                    <a:pt x="182" y="468"/>
                  </a:lnTo>
                  <a:lnTo>
                    <a:pt x="177" y="475"/>
                  </a:lnTo>
                  <a:lnTo>
                    <a:pt x="168" y="482"/>
                  </a:lnTo>
                  <a:lnTo>
                    <a:pt x="158" y="488"/>
                  </a:lnTo>
                  <a:lnTo>
                    <a:pt x="149" y="490"/>
                  </a:lnTo>
                  <a:lnTo>
                    <a:pt x="137" y="492"/>
                  </a:lnTo>
                  <a:lnTo>
                    <a:pt x="137" y="492"/>
                  </a:lnTo>
                  <a:close/>
                  <a:moveTo>
                    <a:pt x="558" y="492"/>
                  </a:moveTo>
                  <a:lnTo>
                    <a:pt x="558" y="492"/>
                  </a:lnTo>
                  <a:lnTo>
                    <a:pt x="547" y="490"/>
                  </a:lnTo>
                  <a:lnTo>
                    <a:pt x="535" y="488"/>
                  </a:lnTo>
                  <a:lnTo>
                    <a:pt x="527" y="482"/>
                  </a:lnTo>
                  <a:lnTo>
                    <a:pt x="518" y="475"/>
                  </a:lnTo>
                  <a:lnTo>
                    <a:pt x="511" y="468"/>
                  </a:lnTo>
                  <a:lnTo>
                    <a:pt x="506" y="458"/>
                  </a:lnTo>
                  <a:lnTo>
                    <a:pt x="503" y="447"/>
                  </a:lnTo>
                  <a:lnTo>
                    <a:pt x="502" y="437"/>
                  </a:lnTo>
                  <a:lnTo>
                    <a:pt x="502" y="437"/>
                  </a:lnTo>
                  <a:lnTo>
                    <a:pt x="503" y="426"/>
                  </a:lnTo>
                  <a:lnTo>
                    <a:pt x="506" y="415"/>
                  </a:lnTo>
                  <a:lnTo>
                    <a:pt x="511" y="406"/>
                  </a:lnTo>
                  <a:lnTo>
                    <a:pt x="518" y="398"/>
                  </a:lnTo>
                  <a:lnTo>
                    <a:pt x="527" y="391"/>
                  </a:lnTo>
                  <a:lnTo>
                    <a:pt x="535" y="385"/>
                  </a:lnTo>
                  <a:lnTo>
                    <a:pt x="547" y="383"/>
                  </a:lnTo>
                  <a:lnTo>
                    <a:pt x="558" y="381"/>
                  </a:lnTo>
                  <a:lnTo>
                    <a:pt x="558" y="381"/>
                  </a:lnTo>
                  <a:lnTo>
                    <a:pt x="569" y="383"/>
                  </a:lnTo>
                  <a:lnTo>
                    <a:pt x="579" y="385"/>
                  </a:lnTo>
                  <a:lnTo>
                    <a:pt x="589" y="391"/>
                  </a:lnTo>
                  <a:lnTo>
                    <a:pt x="597" y="398"/>
                  </a:lnTo>
                  <a:lnTo>
                    <a:pt x="603" y="406"/>
                  </a:lnTo>
                  <a:lnTo>
                    <a:pt x="608" y="415"/>
                  </a:lnTo>
                  <a:lnTo>
                    <a:pt x="611" y="426"/>
                  </a:lnTo>
                  <a:lnTo>
                    <a:pt x="612" y="437"/>
                  </a:lnTo>
                  <a:lnTo>
                    <a:pt x="612" y="437"/>
                  </a:lnTo>
                  <a:lnTo>
                    <a:pt x="611" y="447"/>
                  </a:lnTo>
                  <a:lnTo>
                    <a:pt x="608" y="458"/>
                  </a:lnTo>
                  <a:lnTo>
                    <a:pt x="603" y="468"/>
                  </a:lnTo>
                  <a:lnTo>
                    <a:pt x="597" y="475"/>
                  </a:lnTo>
                  <a:lnTo>
                    <a:pt x="589" y="482"/>
                  </a:lnTo>
                  <a:lnTo>
                    <a:pt x="579" y="488"/>
                  </a:lnTo>
                  <a:lnTo>
                    <a:pt x="569" y="490"/>
                  </a:lnTo>
                  <a:lnTo>
                    <a:pt x="558" y="492"/>
                  </a:lnTo>
                  <a:lnTo>
                    <a:pt x="558" y="492"/>
                  </a:lnTo>
                  <a:close/>
                  <a:moveTo>
                    <a:pt x="619" y="273"/>
                  </a:moveTo>
                  <a:lnTo>
                    <a:pt x="619" y="273"/>
                  </a:lnTo>
                  <a:lnTo>
                    <a:pt x="618" y="284"/>
                  </a:lnTo>
                  <a:lnTo>
                    <a:pt x="615" y="294"/>
                  </a:lnTo>
                  <a:lnTo>
                    <a:pt x="611" y="303"/>
                  </a:lnTo>
                  <a:lnTo>
                    <a:pt x="604" y="310"/>
                  </a:lnTo>
                  <a:lnTo>
                    <a:pt x="597" y="315"/>
                  </a:lnTo>
                  <a:lnTo>
                    <a:pt x="589" y="321"/>
                  </a:lnTo>
                  <a:lnTo>
                    <a:pt x="579" y="324"/>
                  </a:lnTo>
                  <a:lnTo>
                    <a:pt x="569" y="325"/>
                  </a:lnTo>
                  <a:lnTo>
                    <a:pt x="105" y="325"/>
                  </a:lnTo>
                  <a:lnTo>
                    <a:pt x="105" y="325"/>
                  </a:lnTo>
                  <a:lnTo>
                    <a:pt x="95" y="324"/>
                  </a:lnTo>
                  <a:lnTo>
                    <a:pt x="86" y="321"/>
                  </a:lnTo>
                  <a:lnTo>
                    <a:pt x="77" y="315"/>
                  </a:lnTo>
                  <a:lnTo>
                    <a:pt x="69" y="310"/>
                  </a:lnTo>
                  <a:lnTo>
                    <a:pt x="63" y="303"/>
                  </a:lnTo>
                  <a:lnTo>
                    <a:pt x="59" y="294"/>
                  </a:lnTo>
                  <a:lnTo>
                    <a:pt x="56" y="284"/>
                  </a:lnTo>
                  <a:lnTo>
                    <a:pt x="55" y="273"/>
                  </a:lnTo>
                  <a:lnTo>
                    <a:pt x="55" y="111"/>
                  </a:lnTo>
                  <a:lnTo>
                    <a:pt x="55" y="111"/>
                  </a:lnTo>
                  <a:lnTo>
                    <a:pt x="56" y="101"/>
                  </a:lnTo>
                  <a:lnTo>
                    <a:pt x="59" y="91"/>
                  </a:lnTo>
                  <a:lnTo>
                    <a:pt x="63" y="83"/>
                  </a:lnTo>
                  <a:lnTo>
                    <a:pt x="69" y="76"/>
                  </a:lnTo>
                  <a:lnTo>
                    <a:pt x="77" y="69"/>
                  </a:lnTo>
                  <a:lnTo>
                    <a:pt x="86" y="64"/>
                  </a:lnTo>
                  <a:lnTo>
                    <a:pt x="95" y="62"/>
                  </a:lnTo>
                  <a:lnTo>
                    <a:pt x="105" y="60"/>
                  </a:lnTo>
                  <a:lnTo>
                    <a:pt x="569" y="60"/>
                  </a:lnTo>
                  <a:lnTo>
                    <a:pt x="569" y="60"/>
                  </a:lnTo>
                  <a:lnTo>
                    <a:pt x="579" y="62"/>
                  </a:lnTo>
                  <a:lnTo>
                    <a:pt x="589" y="64"/>
                  </a:lnTo>
                  <a:lnTo>
                    <a:pt x="597" y="69"/>
                  </a:lnTo>
                  <a:lnTo>
                    <a:pt x="604" y="76"/>
                  </a:lnTo>
                  <a:lnTo>
                    <a:pt x="611" y="83"/>
                  </a:lnTo>
                  <a:lnTo>
                    <a:pt x="615" y="91"/>
                  </a:lnTo>
                  <a:lnTo>
                    <a:pt x="618" y="101"/>
                  </a:lnTo>
                  <a:lnTo>
                    <a:pt x="619" y="111"/>
                  </a:lnTo>
                  <a:lnTo>
                    <a:pt x="619" y="2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1" name="Freeform 22"/>
            <p:cNvSpPr>
              <a:spLocks noEditPoints="1"/>
            </p:cNvSpPr>
            <p:nvPr/>
          </p:nvSpPr>
          <p:spPr bwMode="auto">
            <a:xfrm>
              <a:off x="3124201" y="333375"/>
              <a:ext cx="215900" cy="82550"/>
            </a:xfrm>
            <a:custGeom>
              <a:avLst/>
              <a:gdLst>
                <a:gd name="T0" fmla="*/ 349 w 407"/>
                <a:gd name="T1" fmla="*/ 62 h 156"/>
                <a:gd name="T2" fmla="*/ 59 w 407"/>
                <a:gd name="T3" fmla="*/ 62 h 156"/>
                <a:gd name="T4" fmla="*/ 38 w 407"/>
                <a:gd name="T5" fmla="*/ 95 h 156"/>
                <a:gd name="T6" fmla="*/ 369 w 407"/>
                <a:gd name="T7" fmla="*/ 95 h 156"/>
                <a:gd name="T8" fmla="*/ 349 w 407"/>
                <a:gd name="T9" fmla="*/ 62 h 156"/>
                <a:gd name="T10" fmla="*/ 310 w 407"/>
                <a:gd name="T11" fmla="*/ 0 h 156"/>
                <a:gd name="T12" fmla="*/ 97 w 407"/>
                <a:gd name="T13" fmla="*/ 0 h 156"/>
                <a:gd name="T14" fmla="*/ 76 w 407"/>
                <a:gd name="T15" fmla="*/ 34 h 156"/>
                <a:gd name="T16" fmla="*/ 331 w 407"/>
                <a:gd name="T17" fmla="*/ 34 h 156"/>
                <a:gd name="T18" fmla="*/ 310 w 407"/>
                <a:gd name="T19" fmla="*/ 0 h 156"/>
                <a:gd name="T20" fmla="*/ 384 w 407"/>
                <a:gd name="T21" fmla="*/ 0 h 156"/>
                <a:gd name="T22" fmla="*/ 383 w 407"/>
                <a:gd name="T23" fmla="*/ 0 h 156"/>
                <a:gd name="T24" fmla="*/ 384 w 407"/>
                <a:gd name="T25" fmla="*/ 3 h 156"/>
                <a:gd name="T26" fmla="*/ 384 w 407"/>
                <a:gd name="T27" fmla="*/ 0 h 156"/>
                <a:gd name="T28" fmla="*/ 387 w 407"/>
                <a:gd name="T29" fmla="*/ 122 h 156"/>
                <a:gd name="T30" fmla="*/ 21 w 407"/>
                <a:gd name="T31" fmla="*/ 122 h 156"/>
                <a:gd name="T32" fmla="*/ 0 w 407"/>
                <a:gd name="T33" fmla="*/ 156 h 156"/>
                <a:gd name="T34" fmla="*/ 407 w 407"/>
                <a:gd name="T35" fmla="*/ 156 h 156"/>
                <a:gd name="T36" fmla="*/ 387 w 407"/>
                <a:gd name="T37" fmla="*/ 12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07" h="156">
                  <a:moveTo>
                    <a:pt x="349" y="62"/>
                  </a:moveTo>
                  <a:lnTo>
                    <a:pt x="59" y="62"/>
                  </a:lnTo>
                  <a:lnTo>
                    <a:pt x="38" y="95"/>
                  </a:lnTo>
                  <a:lnTo>
                    <a:pt x="369" y="95"/>
                  </a:lnTo>
                  <a:lnTo>
                    <a:pt x="349" y="62"/>
                  </a:lnTo>
                  <a:close/>
                  <a:moveTo>
                    <a:pt x="310" y="0"/>
                  </a:moveTo>
                  <a:lnTo>
                    <a:pt x="97" y="0"/>
                  </a:lnTo>
                  <a:lnTo>
                    <a:pt x="76" y="34"/>
                  </a:lnTo>
                  <a:lnTo>
                    <a:pt x="331" y="34"/>
                  </a:lnTo>
                  <a:lnTo>
                    <a:pt x="310" y="0"/>
                  </a:lnTo>
                  <a:close/>
                  <a:moveTo>
                    <a:pt x="384" y="0"/>
                  </a:moveTo>
                  <a:lnTo>
                    <a:pt x="383" y="0"/>
                  </a:lnTo>
                  <a:lnTo>
                    <a:pt x="384" y="3"/>
                  </a:lnTo>
                  <a:lnTo>
                    <a:pt x="384" y="0"/>
                  </a:lnTo>
                  <a:close/>
                  <a:moveTo>
                    <a:pt x="387" y="122"/>
                  </a:moveTo>
                  <a:lnTo>
                    <a:pt x="21" y="122"/>
                  </a:lnTo>
                  <a:lnTo>
                    <a:pt x="0" y="156"/>
                  </a:lnTo>
                  <a:lnTo>
                    <a:pt x="407" y="156"/>
                  </a:lnTo>
                  <a:lnTo>
                    <a:pt x="387" y="1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 name="Freeform 23"/>
            <p:cNvSpPr>
              <a:spLocks noEditPoints="1"/>
            </p:cNvSpPr>
            <p:nvPr/>
          </p:nvSpPr>
          <p:spPr bwMode="auto">
            <a:xfrm>
              <a:off x="3049588" y="325438"/>
              <a:ext cx="365125" cy="103188"/>
            </a:xfrm>
            <a:custGeom>
              <a:avLst/>
              <a:gdLst>
                <a:gd name="T0" fmla="*/ 567 w 690"/>
                <a:gd name="T1" fmla="*/ 0 h 197"/>
                <a:gd name="T2" fmla="*/ 480 w 690"/>
                <a:gd name="T3" fmla="*/ 0 h 197"/>
                <a:gd name="T4" fmla="*/ 602 w 690"/>
                <a:gd name="T5" fmla="*/ 197 h 197"/>
                <a:gd name="T6" fmla="*/ 690 w 690"/>
                <a:gd name="T7" fmla="*/ 197 h 197"/>
                <a:gd name="T8" fmla="*/ 567 w 690"/>
                <a:gd name="T9" fmla="*/ 0 h 197"/>
                <a:gd name="T10" fmla="*/ 0 w 690"/>
                <a:gd name="T11" fmla="*/ 197 h 197"/>
                <a:gd name="T12" fmla="*/ 88 w 690"/>
                <a:gd name="T13" fmla="*/ 197 h 197"/>
                <a:gd name="T14" fmla="*/ 210 w 690"/>
                <a:gd name="T15" fmla="*/ 0 h 197"/>
                <a:gd name="T16" fmla="*/ 122 w 690"/>
                <a:gd name="T17" fmla="*/ 0 h 197"/>
                <a:gd name="T18" fmla="*/ 0 w 690"/>
                <a:gd name="T19"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0" h="197">
                  <a:moveTo>
                    <a:pt x="567" y="0"/>
                  </a:moveTo>
                  <a:lnTo>
                    <a:pt x="480" y="0"/>
                  </a:lnTo>
                  <a:lnTo>
                    <a:pt x="602" y="197"/>
                  </a:lnTo>
                  <a:lnTo>
                    <a:pt x="690" y="197"/>
                  </a:lnTo>
                  <a:lnTo>
                    <a:pt x="567" y="0"/>
                  </a:lnTo>
                  <a:close/>
                  <a:moveTo>
                    <a:pt x="0" y="197"/>
                  </a:moveTo>
                  <a:lnTo>
                    <a:pt x="88" y="197"/>
                  </a:lnTo>
                  <a:lnTo>
                    <a:pt x="210" y="0"/>
                  </a:lnTo>
                  <a:lnTo>
                    <a:pt x="122" y="0"/>
                  </a:lnTo>
                  <a:lnTo>
                    <a:pt x="0" y="19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33" name="组合 132"/>
          <p:cNvGrpSpPr/>
          <p:nvPr/>
        </p:nvGrpSpPr>
        <p:grpSpPr>
          <a:xfrm>
            <a:off x="4901829" y="2195400"/>
            <a:ext cx="565150" cy="311151"/>
            <a:chOff x="4256088" y="117475"/>
            <a:chExt cx="565150" cy="311151"/>
          </a:xfrm>
          <a:solidFill>
            <a:schemeClr val="tx1">
              <a:lumMod val="65000"/>
              <a:lumOff val="35000"/>
            </a:schemeClr>
          </a:solidFill>
        </p:grpSpPr>
        <p:sp>
          <p:nvSpPr>
            <p:cNvPr id="134" name="Freeform 28"/>
            <p:cNvSpPr>
              <a:spLocks noEditPoints="1"/>
            </p:cNvSpPr>
            <p:nvPr/>
          </p:nvSpPr>
          <p:spPr bwMode="auto">
            <a:xfrm>
              <a:off x="4256088" y="117475"/>
              <a:ext cx="565150" cy="282575"/>
            </a:xfrm>
            <a:custGeom>
              <a:avLst/>
              <a:gdLst>
                <a:gd name="T0" fmla="*/ 1064 w 1068"/>
                <a:gd name="T1" fmla="*/ 441 h 534"/>
                <a:gd name="T2" fmla="*/ 1043 w 1068"/>
                <a:gd name="T3" fmla="*/ 426 h 534"/>
                <a:gd name="T4" fmla="*/ 1036 w 1068"/>
                <a:gd name="T5" fmla="*/ 426 h 534"/>
                <a:gd name="T6" fmla="*/ 1005 w 1068"/>
                <a:gd name="T7" fmla="*/ 332 h 534"/>
                <a:gd name="T8" fmla="*/ 970 w 1068"/>
                <a:gd name="T9" fmla="*/ 279 h 534"/>
                <a:gd name="T10" fmla="*/ 918 w 1068"/>
                <a:gd name="T11" fmla="*/ 237 h 534"/>
                <a:gd name="T12" fmla="*/ 875 w 1068"/>
                <a:gd name="T13" fmla="*/ 195 h 534"/>
                <a:gd name="T14" fmla="*/ 807 w 1068"/>
                <a:gd name="T15" fmla="*/ 102 h 534"/>
                <a:gd name="T16" fmla="*/ 723 w 1068"/>
                <a:gd name="T17" fmla="*/ 39 h 534"/>
                <a:gd name="T18" fmla="*/ 627 w 1068"/>
                <a:gd name="T19" fmla="*/ 5 h 534"/>
                <a:gd name="T20" fmla="*/ 524 w 1068"/>
                <a:gd name="T21" fmla="*/ 1 h 534"/>
                <a:gd name="T22" fmla="*/ 424 w 1068"/>
                <a:gd name="T23" fmla="*/ 26 h 534"/>
                <a:gd name="T24" fmla="*/ 331 w 1068"/>
                <a:gd name="T25" fmla="*/ 78 h 534"/>
                <a:gd name="T26" fmla="*/ 253 w 1068"/>
                <a:gd name="T27" fmla="*/ 157 h 534"/>
                <a:gd name="T28" fmla="*/ 208 w 1068"/>
                <a:gd name="T29" fmla="*/ 234 h 534"/>
                <a:gd name="T30" fmla="*/ 152 w 1068"/>
                <a:gd name="T31" fmla="*/ 241 h 534"/>
                <a:gd name="T32" fmla="*/ 105 w 1068"/>
                <a:gd name="T33" fmla="*/ 262 h 534"/>
                <a:gd name="T34" fmla="*/ 54 w 1068"/>
                <a:gd name="T35" fmla="*/ 312 h 534"/>
                <a:gd name="T36" fmla="*/ 14 w 1068"/>
                <a:gd name="T37" fmla="*/ 405 h 534"/>
                <a:gd name="T38" fmla="*/ 0 w 1068"/>
                <a:gd name="T39" fmla="*/ 508 h 534"/>
                <a:gd name="T40" fmla="*/ 135 w 1068"/>
                <a:gd name="T41" fmla="*/ 521 h 534"/>
                <a:gd name="T42" fmla="*/ 126 w 1068"/>
                <a:gd name="T43" fmla="*/ 478 h 534"/>
                <a:gd name="T44" fmla="*/ 138 w 1068"/>
                <a:gd name="T45" fmla="*/ 426 h 534"/>
                <a:gd name="T46" fmla="*/ 167 w 1068"/>
                <a:gd name="T47" fmla="*/ 385 h 534"/>
                <a:gd name="T48" fmla="*/ 211 w 1068"/>
                <a:gd name="T49" fmla="*/ 357 h 534"/>
                <a:gd name="T50" fmla="*/ 262 w 1068"/>
                <a:gd name="T51" fmla="*/ 347 h 534"/>
                <a:gd name="T52" fmla="*/ 303 w 1068"/>
                <a:gd name="T53" fmla="*/ 353 h 534"/>
                <a:gd name="T54" fmla="*/ 349 w 1068"/>
                <a:gd name="T55" fmla="*/ 377 h 534"/>
                <a:gd name="T56" fmla="*/ 383 w 1068"/>
                <a:gd name="T57" fmla="*/ 415 h 534"/>
                <a:gd name="T58" fmla="*/ 398 w 1068"/>
                <a:gd name="T59" fmla="*/ 464 h 534"/>
                <a:gd name="T60" fmla="*/ 396 w 1068"/>
                <a:gd name="T61" fmla="*/ 507 h 534"/>
                <a:gd name="T62" fmla="*/ 722 w 1068"/>
                <a:gd name="T63" fmla="*/ 534 h 534"/>
                <a:gd name="T64" fmla="*/ 708 w 1068"/>
                <a:gd name="T65" fmla="*/ 478 h 534"/>
                <a:gd name="T66" fmla="*/ 715 w 1068"/>
                <a:gd name="T67" fmla="*/ 438 h 534"/>
                <a:gd name="T68" fmla="*/ 739 w 1068"/>
                <a:gd name="T69" fmla="*/ 394 h 534"/>
                <a:gd name="T70" fmla="*/ 779 w 1068"/>
                <a:gd name="T71" fmla="*/ 363 h 534"/>
                <a:gd name="T72" fmla="*/ 831 w 1068"/>
                <a:gd name="T73" fmla="*/ 347 h 534"/>
                <a:gd name="T74" fmla="*/ 871 w 1068"/>
                <a:gd name="T75" fmla="*/ 349 h 534"/>
                <a:gd name="T76" fmla="*/ 917 w 1068"/>
                <a:gd name="T77" fmla="*/ 367 h 534"/>
                <a:gd name="T78" fmla="*/ 953 w 1068"/>
                <a:gd name="T79" fmla="*/ 399 h 534"/>
                <a:gd name="T80" fmla="*/ 976 w 1068"/>
                <a:gd name="T81" fmla="*/ 441 h 534"/>
                <a:gd name="T82" fmla="*/ 981 w 1068"/>
                <a:gd name="T83" fmla="*/ 476 h 534"/>
                <a:gd name="T84" fmla="*/ 980 w 1068"/>
                <a:gd name="T85" fmla="*/ 492 h 534"/>
                <a:gd name="T86" fmla="*/ 1040 w 1068"/>
                <a:gd name="T87" fmla="*/ 534 h 534"/>
                <a:gd name="T88" fmla="*/ 1050 w 1068"/>
                <a:gd name="T89" fmla="*/ 518 h 534"/>
                <a:gd name="T90" fmla="*/ 1067 w 1068"/>
                <a:gd name="T91" fmla="*/ 496 h 534"/>
                <a:gd name="T92" fmla="*/ 530 w 1068"/>
                <a:gd name="T93" fmla="*/ 258 h 534"/>
                <a:gd name="T94" fmla="*/ 286 w 1068"/>
                <a:gd name="T95" fmla="*/ 255 h 534"/>
                <a:gd name="T96" fmla="*/ 306 w 1068"/>
                <a:gd name="T97" fmla="*/ 195 h 534"/>
                <a:gd name="T98" fmla="*/ 356 w 1068"/>
                <a:gd name="T99" fmla="*/ 137 h 534"/>
                <a:gd name="T100" fmla="*/ 433 w 1068"/>
                <a:gd name="T101" fmla="*/ 94 h 534"/>
                <a:gd name="T102" fmla="*/ 530 w 1068"/>
                <a:gd name="T103" fmla="*/ 73 h 534"/>
                <a:gd name="T104" fmla="*/ 589 w 1068"/>
                <a:gd name="T105" fmla="*/ 74 h 534"/>
                <a:gd name="T106" fmla="*/ 679 w 1068"/>
                <a:gd name="T107" fmla="*/ 98 h 534"/>
                <a:gd name="T108" fmla="*/ 750 w 1068"/>
                <a:gd name="T109" fmla="*/ 143 h 534"/>
                <a:gd name="T110" fmla="*/ 796 w 1068"/>
                <a:gd name="T111" fmla="*/ 199 h 534"/>
                <a:gd name="T112" fmla="*/ 816 w 1068"/>
                <a:gd name="T113" fmla="*/ 258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68" h="534">
                  <a:moveTo>
                    <a:pt x="1068" y="464"/>
                  </a:moveTo>
                  <a:lnTo>
                    <a:pt x="1068" y="464"/>
                  </a:lnTo>
                  <a:lnTo>
                    <a:pt x="1067" y="451"/>
                  </a:lnTo>
                  <a:lnTo>
                    <a:pt x="1064" y="441"/>
                  </a:lnTo>
                  <a:lnTo>
                    <a:pt x="1058" y="434"/>
                  </a:lnTo>
                  <a:lnTo>
                    <a:pt x="1053" y="430"/>
                  </a:lnTo>
                  <a:lnTo>
                    <a:pt x="1047" y="427"/>
                  </a:lnTo>
                  <a:lnTo>
                    <a:pt x="1043" y="426"/>
                  </a:lnTo>
                  <a:lnTo>
                    <a:pt x="1037" y="426"/>
                  </a:lnTo>
                  <a:lnTo>
                    <a:pt x="1037" y="426"/>
                  </a:lnTo>
                  <a:lnTo>
                    <a:pt x="1036" y="426"/>
                  </a:lnTo>
                  <a:lnTo>
                    <a:pt x="1036" y="426"/>
                  </a:lnTo>
                  <a:lnTo>
                    <a:pt x="1029" y="394"/>
                  </a:lnTo>
                  <a:lnTo>
                    <a:pt x="1019" y="361"/>
                  </a:lnTo>
                  <a:lnTo>
                    <a:pt x="1012" y="346"/>
                  </a:lnTo>
                  <a:lnTo>
                    <a:pt x="1005" y="332"/>
                  </a:lnTo>
                  <a:lnTo>
                    <a:pt x="998" y="318"/>
                  </a:lnTo>
                  <a:lnTo>
                    <a:pt x="990" y="304"/>
                  </a:lnTo>
                  <a:lnTo>
                    <a:pt x="980" y="290"/>
                  </a:lnTo>
                  <a:lnTo>
                    <a:pt x="970" y="279"/>
                  </a:lnTo>
                  <a:lnTo>
                    <a:pt x="959" y="266"/>
                  </a:lnTo>
                  <a:lnTo>
                    <a:pt x="946" y="256"/>
                  </a:lnTo>
                  <a:lnTo>
                    <a:pt x="934" y="246"/>
                  </a:lnTo>
                  <a:lnTo>
                    <a:pt x="918" y="237"/>
                  </a:lnTo>
                  <a:lnTo>
                    <a:pt x="904" y="228"/>
                  </a:lnTo>
                  <a:lnTo>
                    <a:pt x="887" y="223"/>
                  </a:lnTo>
                  <a:lnTo>
                    <a:pt x="887" y="223"/>
                  </a:lnTo>
                  <a:lnTo>
                    <a:pt x="875" y="195"/>
                  </a:lnTo>
                  <a:lnTo>
                    <a:pt x="861" y="168"/>
                  </a:lnTo>
                  <a:lnTo>
                    <a:pt x="844" y="144"/>
                  </a:lnTo>
                  <a:lnTo>
                    <a:pt x="827" y="122"/>
                  </a:lnTo>
                  <a:lnTo>
                    <a:pt x="807" y="102"/>
                  </a:lnTo>
                  <a:lnTo>
                    <a:pt x="788" y="82"/>
                  </a:lnTo>
                  <a:lnTo>
                    <a:pt x="768" y="67"/>
                  </a:lnTo>
                  <a:lnTo>
                    <a:pt x="746" y="52"/>
                  </a:lnTo>
                  <a:lnTo>
                    <a:pt x="723" y="39"/>
                  </a:lnTo>
                  <a:lnTo>
                    <a:pt x="700" y="28"/>
                  </a:lnTo>
                  <a:lnTo>
                    <a:pt x="676" y="19"/>
                  </a:lnTo>
                  <a:lnTo>
                    <a:pt x="651" y="11"/>
                  </a:lnTo>
                  <a:lnTo>
                    <a:pt x="627" y="5"/>
                  </a:lnTo>
                  <a:lnTo>
                    <a:pt x="602" y="3"/>
                  </a:lnTo>
                  <a:lnTo>
                    <a:pt x="575" y="0"/>
                  </a:lnTo>
                  <a:lnTo>
                    <a:pt x="550" y="0"/>
                  </a:lnTo>
                  <a:lnTo>
                    <a:pt x="524" y="1"/>
                  </a:lnTo>
                  <a:lnTo>
                    <a:pt x="498" y="5"/>
                  </a:lnTo>
                  <a:lnTo>
                    <a:pt x="473" y="10"/>
                  </a:lnTo>
                  <a:lnTo>
                    <a:pt x="447" y="17"/>
                  </a:lnTo>
                  <a:lnTo>
                    <a:pt x="424" y="26"/>
                  </a:lnTo>
                  <a:lnTo>
                    <a:pt x="398" y="36"/>
                  </a:lnTo>
                  <a:lnTo>
                    <a:pt x="376" y="49"/>
                  </a:lnTo>
                  <a:lnTo>
                    <a:pt x="352" y="61"/>
                  </a:lnTo>
                  <a:lnTo>
                    <a:pt x="331" y="78"/>
                  </a:lnTo>
                  <a:lnTo>
                    <a:pt x="310" y="95"/>
                  </a:lnTo>
                  <a:lnTo>
                    <a:pt x="289" y="113"/>
                  </a:lnTo>
                  <a:lnTo>
                    <a:pt x="271" y="134"/>
                  </a:lnTo>
                  <a:lnTo>
                    <a:pt x="253" y="157"/>
                  </a:lnTo>
                  <a:lnTo>
                    <a:pt x="236" y="181"/>
                  </a:lnTo>
                  <a:lnTo>
                    <a:pt x="222" y="207"/>
                  </a:lnTo>
                  <a:lnTo>
                    <a:pt x="208" y="234"/>
                  </a:lnTo>
                  <a:lnTo>
                    <a:pt x="208" y="234"/>
                  </a:lnTo>
                  <a:lnTo>
                    <a:pt x="192" y="234"/>
                  </a:lnTo>
                  <a:lnTo>
                    <a:pt x="178" y="235"/>
                  </a:lnTo>
                  <a:lnTo>
                    <a:pt x="164" y="238"/>
                  </a:lnTo>
                  <a:lnTo>
                    <a:pt x="152" y="241"/>
                  </a:lnTo>
                  <a:lnTo>
                    <a:pt x="139" y="245"/>
                  </a:lnTo>
                  <a:lnTo>
                    <a:pt x="126" y="251"/>
                  </a:lnTo>
                  <a:lnTo>
                    <a:pt x="115" y="256"/>
                  </a:lnTo>
                  <a:lnTo>
                    <a:pt x="105" y="262"/>
                  </a:lnTo>
                  <a:lnTo>
                    <a:pt x="96" y="269"/>
                  </a:lnTo>
                  <a:lnTo>
                    <a:pt x="86" y="277"/>
                  </a:lnTo>
                  <a:lnTo>
                    <a:pt x="69" y="294"/>
                  </a:lnTo>
                  <a:lnTo>
                    <a:pt x="54" y="312"/>
                  </a:lnTo>
                  <a:lnTo>
                    <a:pt x="41" y="333"/>
                  </a:lnTo>
                  <a:lnTo>
                    <a:pt x="30" y="357"/>
                  </a:lnTo>
                  <a:lnTo>
                    <a:pt x="21" y="381"/>
                  </a:lnTo>
                  <a:lnTo>
                    <a:pt x="14" y="405"/>
                  </a:lnTo>
                  <a:lnTo>
                    <a:pt x="9" y="431"/>
                  </a:lnTo>
                  <a:lnTo>
                    <a:pt x="5" y="457"/>
                  </a:lnTo>
                  <a:lnTo>
                    <a:pt x="2" y="483"/>
                  </a:lnTo>
                  <a:lnTo>
                    <a:pt x="0" y="508"/>
                  </a:lnTo>
                  <a:lnTo>
                    <a:pt x="0" y="534"/>
                  </a:lnTo>
                  <a:lnTo>
                    <a:pt x="141" y="534"/>
                  </a:lnTo>
                  <a:lnTo>
                    <a:pt x="141" y="534"/>
                  </a:lnTo>
                  <a:lnTo>
                    <a:pt x="135" y="521"/>
                  </a:lnTo>
                  <a:lnTo>
                    <a:pt x="131" y="507"/>
                  </a:lnTo>
                  <a:lnTo>
                    <a:pt x="128" y="492"/>
                  </a:lnTo>
                  <a:lnTo>
                    <a:pt x="126" y="478"/>
                  </a:lnTo>
                  <a:lnTo>
                    <a:pt x="126" y="478"/>
                  </a:lnTo>
                  <a:lnTo>
                    <a:pt x="128" y="464"/>
                  </a:lnTo>
                  <a:lnTo>
                    <a:pt x="129" y="451"/>
                  </a:lnTo>
                  <a:lnTo>
                    <a:pt x="134" y="438"/>
                  </a:lnTo>
                  <a:lnTo>
                    <a:pt x="138" y="426"/>
                  </a:lnTo>
                  <a:lnTo>
                    <a:pt x="143" y="415"/>
                  </a:lnTo>
                  <a:lnTo>
                    <a:pt x="150" y="405"/>
                  </a:lnTo>
                  <a:lnTo>
                    <a:pt x="157" y="394"/>
                  </a:lnTo>
                  <a:lnTo>
                    <a:pt x="167" y="385"/>
                  </a:lnTo>
                  <a:lnTo>
                    <a:pt x="177" y="377"/>
                  </a:lnTo>
                  <a:lnTo>
                    <a:pt x="187" y="368"/>
                  </a:lnTo>
                  <a:lnTo>
                    <a:pt x="198" y="363"/>
                  </a:lnTo>
                  <a:lnTo>
                    <a:pt x="211" y="357"/>
                  </a:lnTo>
                  <a:lnTo>
                    <a:pt x="223" y="353"/>
                  </a:lnTo>
                  <a:lnTo>
                    <a:pt x="236" y="349"/>
                  </a:lnTo>
                  <a:lnTo>
                    <a:pt x="250" y="347"/>
                  </a:lnTo>
                  <a:lnTo>
                    <a:pt x="262" y="347"/>
                  </a:lnTo>
                  <a:lnTo>
                    <a:pt x="262" y="347"/>
                  </a:lnTo>
                  <a:lnTo>
                    <a:pt x="276" y="347"/>
                  </a:lnTo>
                  <a:lnTo>
                    <a:pt x="290" y="349"/>
                  </a:lnTo>
                  <a:lnTo>
                    <a:pt x="303" y="353"/>
                  </a:lnTo>
                  <a:lnTo>
                    <a:pt x="316" y="357"/>
                  </a:lnTo>
                  <a:lnTo>
                    <a:pt x="328" y="363"/>
                  </a:lnTo>
                  <a:lnTo>
                    <a:pt x="339" y="368"/>
                  </a:lnTo>
                  <a:lnTo>
                    <a:pt x="349" y="377"/>
                  </a:lnTo>
                  <a:lnTo>
                    <a:pt x="359" y="385"/>
                  </a:lnTo>
                  <a:lnTo>
                    <a:pt x="369" y="394"/>
                  </a:lnTo>
                  <a:lnTo>
                    <a:pt x="376" y="405"/>
                  </a:lnTo>
                  <a:lnTo>
                    <a:pt x="383" y="415"/>
                  </a:lnTo>
                  <a:lnTo>
                    <a:pt x="389" y="426"/>
                  </a:lnTo>
                  <a:lnTo>
                    <a:pt x="393" y="438"/>
                  </a:lnTo>
                  <a:lnTo>
                    <a:pt x="397" y="451"/>
                  </a:lnTo>
                  <a:lnTo>
                    <a:pt x="398" y="464"/>
                  </a:lnTo>
                  <a:lnTo>
                    <a:pt x="400" y="478"/>
                  </a:lnTo>
                  <a:lnTo>
                    <a:pt x="400" y="478"/>
                  </a:lnTo>
                  <a:lnTo>
                    <a:pt x="398" y="492"/>
                  </a:lnTo>
                  <a:lnTo>
                    <a:pt x="396" y="507"/>
                  </a:lnTo>
                  <a:lnTo>
                    <a:pt x="391" y="521"/>
                  </a:lnTo>
                  <a:lnTo>
                    <a:pt x="386" y="534"/>
                  </a:lnTo>
                  <a:lnTo>
                    <a:pt x="722" y="534"/>
                  </a:lnTo>
                  <a:lnTo>
                    <a:pt x="722" y="534"/>
                  </a:lnTo>
                  <a:lnTo>
                    <a:pt x="716" y="521"/>
                  </a:lnTo>
                  <a:lnTo>
                    <a:pt x="712" y="507"/>
                  </a:lnTo>
                  <a:lnTo>
                    <a:pt x="709" y="492"/>
                  </a:lnTo>
                  <a:lnTo>
                    <a:pt x="708" y="478"/>
                  </a:lnTo>
                  <a:lnTo>
                    <a:pt x="708" y="478"/>
                  </a:lnTo>
                  <a:lnTo>
                    <a:pt x="709" y="464"/>
                  </a:lnTo>
                  <a:lnTo>
                    <a:pt x="711" y="451"/>
                  </a:lnTo>
                  <a:lnTo>
                    <a:pt x="715" y="438"/>
                  </a:lnTo>
                  <a:lnTo>
                    <a:pt x="719" y="426"/>
                  </a:lnTo>
                  <a:lnTo>
                    <a:pt x="725" y="415"/>
                  </a:lnTo>
                  <a:lnTo>
                    <a:pt x="732" y="405"/>
                  </a:lnTo>
                  <a:lnTo>
                    <a:pt x="739" y="394"/>
                  </a:lnTo>
                  <a:lnTo>
                    <a:pt x="749" y="385"/>
                  </a:lnTo>
                  <a:lnTo>
                    <a:pt x="758" y="377"/>
                  </a:lnTo>
                  <a:lnTo>
                    <a:pt x="768" y="368"/>
                  </a:lnTo>
                  <a:lnTo>
                    <a:pt x="779" y="363"/>
                  </a:lnTo>
                  <a:lnTo>
                    <a:pt x="792" y="357"/>
                  </a:lnTo>
                  <a:lnTo>
                    <a:pt x="805" y="353"/>
                  </a:lnTo>
                  <a:lnTo>
                    <a:pt x="817" y="349"/>
                  </a:lnTo>
                  <a:lnTo>
                    <a:pt x="831" y="347"/>
                  </a:lnTo>
                  <a:lnTo>
                    <a:pt x="844" y="347"/>
                  </a:lnTo>
                  <a:lnTo>
                    <a:pt x="844" y="347"/>
                  </a:lnTo>
                  <a:lnTo>
                    <a:pt x="858" y="347"/>
                  </a:lnTo>
                  <a:lnTo>
                    <a:pt x="871" y="349"/>
                  </a:lnTo>
                  <a:lnTo>
                    <a:pt x="883" y="351"/>
                  </a:lnTo>
                  <a:lnTo>
                    <a:pt x="894" y="356"/>
                  </a:lnTo>
                  <a:lnTo>
                    <a:pt x="907" y="361"/>
                  </a:lnTo>
                  <a:lnTo>
                    <a:pt x="917" y="367"/>
                  </a:lnTo>
                  <a:lnTo>
                    <a:pt x="928" y="374"/>
                  </a:lnTo>
                  <a:lnTo>
                    <a:pt x="936" y="381"/>
                  </a:lnTo>
                  <a:lnTo>
                    <a:pt x="946" y="389"/>
                  </a:lnTo>
                  <a:lnTo>
                    <a:pt x="953" y="399"/>
                  </a:lnTo>
                  <a:lnTo>
                    <a:pt x="960" y="409"/>
                  </a:lnTo>
                  <a:lnTo>
                    <a:pt x="967" y="419"/>
                  </a:lnTo>
                  <a:lnTo>
                    <a:pt x="971" y="430"/>
                  </a:lnTo>
                  <a:lnTo>
                    <a:pt x="976" y="441"/>
                  </a:lnTo>
                  <a:lnTo>
                    <a:pt x="978" y="454"/>
                  </a:lnTo>
                  <a:lnTo>
                    <a:pt x="980" y="465"/>
                  </a:lnTo>
                  <a:lnTo>
                    <a:pt x="980" y="465"/>
                  </a:lnTo>
                  <a:lnTo>
                    <a:pt x="981" y="476"/>
                  </a:lnTo>
                  <a:lnTo>
                    <a:pt x="981" y="476"/>
                  </a:lnTo>
                  <a:lnTo>
                    <a:pt x="981" y="478"/>
                  </a:lnTo>
                  <a:lnTo>
                    <a:pt x="981" y="478"/>
                  </a:lnTo>
                  <a:lnTo>
                    <a:pt x="980" y="492"/>
                  </a:lnTo>
                  <a:lnTo>
                    <a:pt x="977" y="507"/>
                  </a:lnTo>
                  <a:lnTo>
                    <a:pt x="973" y="521"/>
                  </a:lnTo>
                  <a:lnTo>
                    <a:pt x="967" y="534"/>
                  </a:lnTo>
                  <a:lnTo>
                    <a:pt x="1040" y="534"/>
                  </a:lnTo>
                  <a:lnTo>
                    <a:pt x="1040" y="534"/>
                  </a:lnTo>
                  <a:lnTo>
                    <a:pt x="1041" y="521"/>
                  </a:lnTo>
                  <a:lnTo>
                    <a:pt x="1041" y="521"/>
                  </a:lnTo>
                  <a:lnTo>
                    <a:pt x="1050" y="518"/>
                  </a:lnTo>
                  <a:lnTo>
                    <a:pt x="1055" y="515"/>
                  </a:lnTo>
                  <a:lnTo>
                    <a:pt x="1061" y="510"/>
                  </a:lnTo>
                  <a:lnTo>
                    <a:pt x="1064" y="503"/>
                  </a:lnTo>
                  <a:lnTo>
                    <a:pt x="1067" y="496"/>
                  </a:lnTo>
                  <a:lnTo>
                    <a:pt x="1068" y="486"/>
                  </a:lnTo>
                  <a:lnTo>
                    <a:pt x="1068" y="464"/>
                  </a:lnTo>
                  <a:lnTo>
                    <a:pt x="1068" y="464"/>
                  </a:lnTo>
                  <a:close/>
                  <a:moveTo>
                    <a:pt x="530" y="258"/>
                  </a:moveTo>
                  <a:lnTo>
                    <a:pt x="288" y="258"/>
                  </a:lnTo>
                  <a:lnTo>
                    <a:pt x="288" y="258"/>
                  </a:lnTo>
                  <a:lnTo>
                    <a:pt x="286" y="255"/>
                  </a:lnTo>
                  <a:lnTo>
                    <a:pt x="286" y="255"/>
                  </a:lnTo>
                  <a:lnTo>
                    <a:pt x="288" y="239"/>
                  </a:lnTo>
                  <a:lnTo>
                    <a:pt x="292" y="224"/>
                  </a:lnTo>
                  <a:lnTo>
                    <a:pt x="297" y="209"/>
                  </a:lnTo>
                  <a:lnTo>
                    <a:pt x="306" y="195"/>
                  </a:lnTo>
                  <a:lnTo>
                    <a:pt x="316" y="179"/>
                  </a:lnTo>
                  <a:lnTo>
                    <a:pt x="327" y="165"/>
                  </a:lnTo>
                  <a:lnTo>
                    <a:pt x="341" y="151"/>
                  </a:lnTo>
                  <a:lnTo>
                    <a:pt x="356" y="137"/>
                  </a:lnTo>
                  <a:lnTo>
                    <a:pt x="373" y="124"/>
                  </a:lnTo>
                  <a:lnTo>
                    <a:pt x="391" y="113"/>
                  </a:lnTo>
                  <a:lnTo>
                    <a:pt x="412" y="103"/>
                  </a:lnTo>
                  <a:lnTo>
                    <a:pt x="433" y="94"/>
                  </a:lnTo>
                  <a:lnTo>
                    <a:pt x="456" y="85"/>
                  </a:lnTo>
                  <a:lnTo>
                    <a:pt x="480" y="80"/>
                  </a:lnTo>
                  <a:lnTo>
                    <a:pt x="505" y="75"/>
                  </a:lnTo>
                  <a:lnTo>
                    <a:pt x="530" y="73"/>
                  </a:lnTo>
                  <a:lnTo>
                    <a:pt x="530" y="258"/>
                  </a:lnTo>
                  <a:close/>
                  <a:moveTo>
                    <a:pt x="589" y="258"/>
                  </a:moveTo>
                  <a:lnTo>
                    <a:pt x="589" y="74"/>
                  </a:lnTo>
                  <a:lnTo>
                    <a:pt x="589" y="74"/>
                  </a:lnTo>
                  <a:lnTo>
                    <a:pt x="614" y="77"/>
                  </a:lnTo>
                  <a:lnTo>
                    <a:pt x="637" y="82"/>
                  </a:lnTo>
                  <a:lnTo>
                    <a:pt x="659" y="89"/>
                  </a:lnTo>
                  <a:lnTo>
                    <a:pt x="679" y="98"/>
                  </a:lnTo>
                  <a:lnTo>
                    <a:pt x="698" y="108"/>
                  </a:lnTo>
                  <a:lnTo>
                    <a:pt x="718" y="117"/>
                  </a:lnTo>
                  <a:lnTo>
                    <a:pt x="735" y="130"/>
                  </a:lnTo>
                  <a:lnTo>
                    <a:pt x="750" y="143"/>
                  </a:lnTo>
                  <a:lnTo>
                    <a:pt x="764" y="155"/>
                  </a:lnTo>
                  <a:lnTo>
                    <a:pt x="777" y="169"/>
                  </a:lnTo>
                  <a:lnTo>
                    <a:pt x="788" y="183"/>
                  </a:lnTo>
                  <a:lnTo>
                    <a:pt x="796" y="199"/>
                  </a:lnTo>
                  <a:lnTo>
                    <a:pt x="805" y="213"/>
                  </a:lnTo>
                  <a:lnTo>
                    <a:pt x="810" y="228"/>
                  </a:lnTo>
                  <a:lnTo>
                    <a:pt x="814" y="242"/>
                  </a:lnTo>
                  <a:lnTo>
                    <a:pt x="816" y="258"/>
                  </a:lnTo>
                  <a:lnTo>
                    <a:pt x="589" y="2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35" name="Freeform 29"/>
            <p:cNvSpPr>
              <a:spLocks noEditPoints="1"/>
            </p:cNvSpPr>
            <p:nvPr/>
          </p:nvSpPr>
          <p:spPr bwMode="auto">
            <a:xfrm>
              <a:off x="4641851" y="312738"/>
              <a:ext cx="122238" cy="115888"/>
            </a:xfrm>
            <a:custGeom>
              <a:avLst/>
              <a:gdLst>
                <a:gd name="T0" fmla="*/ 115 w 231"/>
                <a:gd name="T1" fmla="*/ 0 h 221"/>
                <a:gd name="T2" fmla="*/ 92 w 231"/>
                <a:gd name="T3" fmla="*/ 1 h 221"/>
                <a:gd name="T4" fmla="*/ 70 w 231"/>
                <a:gd name="T5" fmla="*/ 8 h 221"/>
                <a:gd name="T6" fmla="*/ 50 w 231"/>
                <a:gd name="T7" fmla="*/ 18 h 221"/>
                <a:gd name="T8" fmla="*/ 34 w 231"/>
                <a:gd name="T9" fmla="*/ 32 h 221"/>
                <a:gd name="T10" fmla="*/ 20 w 231"/>
                <a:gd name="T11" fmla="*/ 48 h 221"/>
                <a:gd name="T12" fmla="*/ 8 w 231"/>
                <a:gd name="T13" fmla="*/ 67 h 221"/>
                <a:gd name="T14" fmla="*/ 1 w 231"/>
                <a:gd name="T15" fmla="*/ 88 h 221"/>
                <a:gd name="T16" fmla="*/ 0 w 231"/>
                <a:gd name="T17" fmla="*/ 111 h 221"/>
                <a:gd name="T18" fmla="*/ 0 w 231"/>
                <a:gd name="T19" fmla="*/ 122 h 221"/>
                <a:gd name="T20" fmla="*/ 4 w 231"/>
                <a:gd name="T21" fmla="*/ 143 h 221"/>
                <a:gd name="T22" fmla="*/ 14 w 231"/>
                <a:gd name="T23" fmla="*/ 162 h 221"/>
                <a:gd name="T24" fmla="*/ 27 w 231"/>
                <a:gd name="T25" fmla="*/ 181 h 221"/>
                <a:gd name="T26" fmla="*/ 42 w 231"/>
                <a:gd name="T27" fmla="*/ 195 h 221"/>
                <a:gd name="T28" fmla="*/ 60 w 231"/>
                <a:gd name="T29" fmla="*/ 207 h 221"/>
                <a:gd name="T30" fmla="*/ 81 w 231"/>
                <a:gd name="T31" fmla="*/ 216 h 221"/>
                <a:gd name="T32" fmla="*/ 104 w 231"/>
                <a:gd name="T33" fmla="*/ 220 h 221"/>
                <a:gd name="T34" fmla="*/ 115 w 231"/>
                <a:gd name="T35" fmla="*/ 221 h 221"/>
                <a:gd name="T36" fmla="*/ 139 w 231"/>
                <a:gd name="T37" fmla="*/ 218 h 221"/>
                <a:gd name="T38" fmla="*/ 161 w 231"/>
                <a:gd name="T39" fmla="*/ 211 h 221"/>
                <a:gd name="T40" fmla="*/ 181 w 231"/>
                <a:gd name="T41" fmla="*/ 202 h 221"/>
                <a:gd name="T42" fmla="*/ 198 w 231"/>
                <a:gd name="T43" fmla="*/ 188 h 221"/>
                <a:gd name="T44" fmla="*/ 212 w 231"/>
                <a:gd name="T45" fmla="*/ 172 h 221"/>
                <a:gd name="T46" fmla="*/ 223 w 231"/>
                <a:gd name="T47" fmla="*/ 153 h 221"/>
                <a:gd name="T48" fmla="*/ 228 w 231"/>
                <a:gd name="T49" fmla="*/ 132 h 221"/>
                <a:gd name="T50" fmla="*/ 231 w 231"/>
                <a:gd name="T51" fmla="*/ 111 h 221"/>
                <a:gd name="T52" fmla="*/ 231 w 231"/>
                <a:gd name="T53" fmla="*/ 98 h 221"/>
                <a:gd name="T54" fmla="*/ 226 w 231"/>
                <a:gd name="T55" fmla="*/ 77 h 221"/>
                <a:gd name="T56" fmla="*/ 217 w 231"/>
                <a:gd name="T57" fmla="*/ 57 h 221"/>
                <a:gd name="T58" fmla="*/ 205 w 231"/>
                <a:gd name="T59" fmla="*/ 39 h 221"/>
                <a:gd name="T60" fmla="*/ 189 w 231"/>
                <a:gd name="T61" fmla="*/ 25 h 221"/>
                <a:gd name="T62" fmla="*/ 171 w 231"/>
                <a:gd name="T63" fmla="*/ 13 h 221"/>
                <a:gd name="T64" fmla="*/ 150 w 231"/>
                <a:gd name="T65" fmla="*/ 4 h 221"/>
                <a:gd name="T66" fmla="*/ 128 w 231"/>
                <a:gd name="T67" fmla="*/ 0 h 221"/>
                <a:gd name="T68" fmla="*/ 115 w 231"/>
                <a:gd name="T69" fmla="*/ 0 h 221"/>
                <a:gd name="T70" fmla="*/ 116 w 231"/>
                <a:gd name="T71" fmla="*/ 153 h 221"/>
                <a:gd name="T72" fmla="*/ 98 w 231"/>
                <a:gd name="T73" fmla="*/ 148 h 221"/>
                <a:gd name="T74" fmla="*/ 84 w 231"/>
                <a:gd name="T75" fmla="*/ 139 h 221"/>
                <a:gd name="T76" fmla="*/ 74 w 231"/>
                <a:gd name="T77" fmla="*/ 125 h 221"/>
                <a:gd name="T78" fmla="*/ 71 w 231"/>
                <a:gd name="T79" fmla="*/ 108 h 221"/>
                <a:gd name="T80" fmla="*/ 71 w 231"/>
                <a:gd name="T81" fmla="*/ 98 h 221"/>
                <a:gd name="T82" fmla="*/ 78 w 231"/>
                <a:gd name="T83" fmla="*/ 83 h 221"/>
                <a:gd name="T84" fmla="*/ 91 w 231"/>
                <a:gd name="T85" fmla="*/ 70 h 221"/>
                <a:gd name="T86" fmla="*/ 107 w 231"/>
                <a:gd name="T87" fmla="*/ 63 h 221"/>
                <a:gd name="T88" fmla="*/ 116 w 231"/>
                <a:gd name="T89" fmla="*/ 62 h 221"/>
                <a:gd name="T90" fmla="*/ 133 w 231"/>
                <a:gd name="T91" fmla="*/ 66 h 221"/>
                <a:gd name="T92" fmla="*/ 147 w 231"/>
                <a:gd name="T93" fmla="*/ 76 h 221"/>
                <a:gd name="T94" fmla="*/ 157 w 231"/>
                <a:gd name="T95" fmla="*/ 90 h 221"/>
                <a:gd name="T96" fmla="*/ 161 w 231"/>
                <a:gd name="T97" fmla="*/ 108 h 221"/>
                <a:gd name="T98" fmla="*/ 160 w 231"/>
                <a:gd name="T99" fmla="*/ 116 h 221"/>
                <a:gd name="T100" fmla="*/ 153 w 231"/>
                <a:gd name="T101" fmla="*/ 132 h 221"/>
                <a:gd name="T102" fmla="*/ 142 w 231"/>
                <a:gd name="T103" fmla="*/ 144 h 221"/>
                <a:gd name="T104" fmla="*/ 125 w 231"/>
                <a:gd name="T105" fmla="*/ 151 h 221"/>
                <a:gd name="T106" fmla="*/ 116 w 231"/>
                <a:gd name="T107" fmla="*/ 153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1" h="221">
                  <a:moveTo>
                    <a:pt x="115" y="0"/>
                  </a:moveTo>
                  <a:lnTo>
                    <a:pt x="115" y="0"/>
                  </a:lnTo>
                  <a:lnTo>
                    <a:pt x="104" y="0"/>
                  </a:lnTo>
                  <a:lnTo>
                    <a:pt x="92" y="1"/>
                  </a:lnTo>
                  <a:lnTo>
                    <a:pt x="81" y="4"/>
                  </a:lnTo>
                  <a:lnTo>
                    <a:pt x="70" y="8"/>
                  </a:lnTo>
                  <a:lnTo>
                    <a:pt x="60" y="13"/>
                  </a:lnTo>
                  <a:lnTo>
                    <a:pt x="50" y="18"/>
                  </a:lnTo>
                  <a:lnTo>
                    <a:pt x="42" y="25"/>
                  </a:lnTo>
                  <a:lnTo>
                    <a:pt x="34" y="32"/>
                  </a:lnTo>
                  <a:lnTo>
                    <a:pt x="27" y="39"/>
                  </a:lnTo>
                  <a:lnTo>
                    <a:pt x="20" y="48"/>
                  </a:lnTo>
                  <a:lnTo>
                    <a:pt x="14" y="57"/>
                  </a:lnTo>
                  <a:lnTo>
                    <a:pt x="8" y="67"/>
                  </a:lnTo>
                  <a:lnTo>
                    <a:pt x="4" y="77"/>
                  </a:lnTo>
                  <a:lnTo>
                    <a:pt x="1" y="88"/>
                  </a:lnTo>
                  <a:lnTo>
                    <a:pt x="0" y="98"/>
                  </a:lnTo>
                  <a:lnTo>
                    <a:pt x="0" y="111"/>
                  </a:lnTo>
                  <a:lnTo>
                    <a:pt x="0" y="111"/>
                  </a:lnTo>
                  <a:lnTo>
                    <a:pt x="0" y="122"/>
                  </a:lnTo>
                  <a:lnTo>
                    <a:pt x="1" y="132"/>
                  </a:lnTo>
                  <a:lnTo>
                    <a:pt x="4" y="143"/>
                  </a:lnTo>
                  <a:lnTo>
                    <a:pt x="8" y="153"/>
                  </a:lnTo>
                  <a:lnTo>
                    <a:pt x="14" y="162"/>
                  </a:lnTo>
                  <a:lnTo>
                    <a:pt x="20" y="172"/>
                  </a:lnTo>
                  <a:lnTo>
                    <a:pt x="27" y="181"/>
                  </a:lnTo>
                  <a:lnTo>
                    <a:pt x="34" y="188"/>
                  </a:lnTo>
                  <a:lnTo>
                    <a:pt x="42" y="195"/>
                  </a:lnTo>
                  <a:lnTo>
                    <a:pt x="50" y="202"/>
                  </a:lnTo>
                  <a:lnTo>
                    <a:pt x="60" y="207"/>
                  </a:lnTo>
                  <a:lnTo>
                    <a:pt x="70" y="211"/>
                  </a:lnTo>
                  <a:lnTo>
                    <a:pt x="81" y="216"/>
                  </a:lnTo>
                  <a:lnTo>
                    <a:pt x="92" y="218"/>
                  </a:lnTo>
                  <a:lnTo>
                    <a:pt x="104" y="220"/>
                  </a:lnTo>
                  <a:lnTo>
                    <a:pt x="115" y="221"/>
                  </a:lnTo>
                  <a:lnTo>
                    <a:pt x="115" y="221"/>
                  </a:lnTo>
                  <a:lnTo>
                    <a:pt x="128" y="220"/>
                  </a:lnTo>
                  <a:lnTo>
                    <a:pt x="139" y="218"/>
                  </a:lnTo>
                  <a:lnTo>
                    <a:pt x="150" y="216"/>
                  </a:lnTo>
                  <a:lnTo>
                    <a:pt x="161" y="211"/>
                  </a:lnTo>
                  <a:lnTo>
                    <a:pt x="171" y="207"/>
                  </a:lnTo>
                  <a:lnTo>
                    <a:pt x="181" y="202"/>
                  </a:lnTo>
                  <a:lnTo>
                    <a:pt x="189" y="195"/>
                  </a:lnTo>
                  <a:lnTo>
                    <a:pt x="198" y="188"/>
                  </a:lnTo>
                  <a:lnTo>
                    <a:pt x="205" y="181"/>
                  </a:lnTo>
                  <a:lnTo>
                    <a:pt x="212" y="172"/>
                  </a:lnTo>
                  <a:lnTo>
                    <a:pt x="217" y="162"/>
                  </a:lnTo>
                  <a:lnTo>
                    <a:pt x="223" y="153"/>
                  </a:lnTo>
                  <a:lnTo>
                    <a:pt x="226" y="143"/>
                  </a:lnTo>
                  <a:lnTo>
                    <a:pt x="228" y="132"/>
                  </a:lnTo>
                  <a:lnTo>
                    <a:pt x="231" y="122"/>
                  </a:lnTo>
                  <a:lnTo>
                    <a:pt x="231" y="111"/>
                  </a:lnTo>
                  <a:lnTo>
                    <a:pt x="231" y="111"/>
                  </a:lnTo>
                  <a:lnTo>
                    <a:pt x="231" y="98"/>
                  </a:lnTo>
                  <a:lnTo>
                    <a:pt x="228" y="88"/>
                  </a:lnTo>
                  <a:lnTo>
                    <a:pt x="226" y="77"/>
                  </a:lnTo>
                  <a:lnTo>
                    <a:pt x="223" y="67"/>
                  </a:lnTo>
                  <a:lnTo>
                    <a:pt x="217" y="57"/>
                  </a:lnTo>
                  <a:lnTo>
                    <a:pt x="212" y="48"/>
                  </a:lnTo>
                  <a:lnTo>
                    <a:pt x="205" y="39"/>
                  </a:lnTo>
                  <a:lnTo>
                    <a:pt x="198" y="32"/>
                  </a:lnTo>
                  <a:lnTo>
                    <a:pt x="189" y="25"/>
                  </a:lnTo>
                  <a:lnTo>
                    <a:pt x="181" y="18"/>
                  </a:lnTo>
                  <a:lnTo>
                    <a:pt x="171" y="13"/>
                  </a:lnTo>
                  <a:lnTo>
                    <a:pt x="161" y="8"/>
                  </a:lnTo>
                  <a:lnTo>
                    <a:pt x="150" y="4"/>
                  </a:lnTo>
                  <a:lnTo>
                    <a:pt x="139" y="1"/>
                  </a:lnTo>
                  <a:lnTo>
                    <a:pt x="128" y="0"/>
                  </a:lnTo>
                  <a:lnTo>
                    <a:pt x="115" y="0"/>
                  </a:lnTo>
                  <a:lnTo>
                    <a:pt x="115" y="0"/>
                  </a:lnTo>
                  <a:close/>
                  <a:moveTo>
                    <a:pt x="116" y="153"/>
                  </a:moveTo>
                  <a:lnTo>
                    <a:pt x="116" y="153"/>
                  </a:lnTo>
                  <a:lnTo>
                    <a:pt x="107" y="151"/>
                  </a:lnTo>
                  <a:lnTo>
                    <a:pt x="98" y="148"/>
                  </a:lnTo>
                  <a:lnTo>
                    <a:pt x="91" y="144"/>
                  </a:lnTo>
                  <a:lnTo>
                    <a:pt x="84" y="139"/>
                  </a:lnTo>
                  <a:lnTo>
                    <a:pt x="78" y="132"/>
                  </a:lnTo>
                  <a:lnTo>
                    <a:pt x="74" y="125"/>
                  </a:lnTo>
                  <a:lnTo>
                    <a:pt x="71" y="116"/>
                  </a:lnTo>
                  <a:lnTo>
                    <a:pt x="71" y="108"/>
                  </a:lnTo>
                  <a:lnTo>
                    <a:pt x="71" y="108"/>
                  </a:lnTo>
                  <a:lnTo>
                    <a:pt x="71" y="98"/>
                  </a:lnTo>
                  <a:lnTo>
                    <a:pt x="74" y="90"/>
                  </a:lnTo>
                  <a:lnTo>
                    <a:pt x="78" y="83"/>
                  </a:lnTo>
                  <a:lnTo>
                    <a:pt x="84" y="76"/>
                  </a:lnTo>
                  <a:lnTo>
                    <a:pt x="91" y="70"/>
                  </a:lnTo>
                  <a:lnTo>
                    <a:pt x="98" y="66"/>
                  </a:lnTo>
                  <a:lnTo>
                    <a:pt x="107" y="63"/>
                  </a:lnTo>
                  <a:lnTo>
                    <a:pt x="116" y="62"/>
                  </a:lnTo>
                  <a:lnTo>
                    <a:pt x="116" y="62"/>
                  </a:lnTo>
                  <a:lnTo>
                    <a:pt x="125" y="63"/>
                  </a:lnTo>
                  <a:lnTo>
                    <a:pt x="133" y="66"/>
                  </a:lnTo>
                  <a:lnTo>
                    <a:pt x="142" y="70"/>
                  </a:lnTo>
                  <a:lnTo>
                    <a:pt x="147" y="76"/>
                  </a:lnTo>
                  <a:lnTo>
                    <a:pt x="153" y="83"/>
                  </a:lnTo>
                  <a:lnTo>
                    <a:pt x="157" y="90"/>
                  </a:lnTo>
                  <a:lnTo>
                    <a:pt x="160" y="98"/>
                  </a:lnTo>
                  <a:lnTo>
                    <a:pt x="161" y="108"/>
                  </a:lnTo>
                  <a:lnTo>
                    <a:pt x="161" y="108"/>
                  </a:lnTo>
                  <a:lnTo>
                    <a:pt x="160" y="116"/>
                  </a:lnTo>
                  <a:lnTo>
                    <a:pt x="157" y="125"/>
                  </a:lnTo>
                  <a:lnTo>
                    <a:pt x="153" y="132"/>
                  </a:lnTo>
                  <a:lnTo>
                    <a:pt x="147" y="139"/>
                  </a:lnTo>
                  <a:lnTo>
                    <a:pt x="142" y="144"/>
                  </a:lnTo>
                  <a:lnTo>
                    <a:pt x="133" y="148"/>
                  </a:lnTo>
                  <a:lnTo>
                    <a:pt x="125" y="151"/>
                  </a:lnTo>
                  <a:lnTo>
                    <a:pt x="116" y="153"/>
                  </a:lnTo>
                  <a:lnTo>
                    <a:pt x="116" y="1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36" name="Freeform 30"/>
            <p:cNvSpPr>
              <a:spLocks noEditPoints="1"/>
            </p:cNvSpPr>
            <p:nvPr/>
          </p:nvSpPr>
          <p:spPr bwMode="auto">
            <a:xfrm>
              <a:off x="4333876" y="312738"/>
              <a:ext cx="122238" cy="115888"/>
            </a:xfrm>
            <a:custGeom>
              <a:avLst/>
              <a:gdLst>
                <a:gd name="T0" fmla="*/ 114 w 231"/>
                <a:gd name="T1" fmla="*/ 0 h 221"/>
                <a:gd name="T2" fmla="*/ 92 w 231"/>
                <a:gd name="T3" fmla="*/ 1 h 221"/>
                <a:gd name="T4" fmla="*/ 70 w 231"/>
                <a:gd name="T5" fmla="*/ 8 h 221"/>
                <a:gd name="T6" fmla="*/ 50 w 231"/>
                <a:gd name="T7" fmla="*/ 18 h 221"/>
                <a:gd name="T8" fmla="*/ 33 w 231"/>
                <a:gd name="T9" fmla="*/ 32 h 221"/>
                <a:gd name="T10" fmla="*/ 19 w 231"/>
                <a:gd name="T11" fmla="*/ 48 h 221"/>
                <a:gd name="T12" fmla="*/ 8 w 231"/>
                <a:gd name="T13" fmla="*/ 67 h 221"/>
                <a:gd name="T14" fmla="*/ 1 w 231"/>
                <a:gd name="T15" fmla="*/ 88 h 221"/>
                <a:gd name="T16" fmla="*/ 0 w 231"/>
                <a:gd name="T17" fmla="*/ 111 h 221"/>
                <a:gd name="T18" fmla="*/ 0 w 231"/>
                <a:gd name="T19" fmla="*/ 122 h 221"/>
                <a:gd name="T20" fmla="*/ 5 w 231"/>
                <a:gd name="T21" fmla="*/ 143 h 221"/>
                <a:gd name="T22" fmla="*/ 14 w 231"/>
                <a:gd name="T23" fmla="*/ 162 h 221"/>
                <a:gd name="T24" fmla="*/ 26 w 231"/>
                <a:gd name="T25" fmla="*/ 181 h 221"/>
                <a:gd name="T26" fmla="*/ 42 w 231"/>
                <a:gd name="T27" fmla="*/ 195 h 221"/>
                <a:gd name="T28" fmla="*/ 60 w 231"/>
                <a:gd name="T29" fmla="*/ 207 h 221"/>
                <a:gd name="T30" fmla="*/ 81 w 231"/>
                <a:gd name="T31" fmla="*/ 216 h 221"/>
                <a:gd name="T32" fmla="*/ 103 w 231"/>
                <a:gd name="T33" fmla="*/ 220 h 221"/>
                <a:gd name="T34" fmla="*/ 114 w 231"/>
                <a:gd name="T35" fmla="*/ 221 h 221"/>
                <a:gd name="T36" fmla="*/ 138 w 231"/>
                <a:gd name="T37" fmla="*/ 218 h 221"/>
                <a:gd name="T38" fmla="*/ 161 w 231"/>
                <a:gd name="T39" fmla="*/ 211 h 221"/>
                <a:gd name="T40" fmla="*/ 180 w 231"/>
                <a:gd name="T41" fmla="*/ 202 h 221"/>
                <a:gd name="T42" fmla="*/ 197 w 231"/>
                <a:gd name="T43" fmla="*/ 188 h 221"/>
                <a:gd name="T44" fmla="*/ 211 w 231"/>
                <a:gd name="T45" fmla="*/ 172 h 221"/>
                <a:gd name="T46" fmla="*/ 222 w 231"/>
                <a:gd name="T47" fmla="*/ 153 h 221"/>
                <a:gd name="T48" fmla="*/ 229 w 231"/>
                <a:gd name="T49" fmla="*/ 132 h 221"/>
                <a:gd name="T50" fmla="*/ 231 w 231"/>
                <a:gd name="T51" fmla="*/ 111 h 221"/>
                <a:gd name="T52" fmla="*/ 231 w 231"/>
                <a:gd name="T53" fmla="*/ 98 h 221"/>
                <a:gd name="T54" fmla="*/ 225 w 231"/>
                <a:gd name="T55" fmla="*/ 77 h 221"/>
                <a:gd name="T56" fmla="*/ 217 w 231"/>
                <a:gd name="T57" fmla="*/ 57 h 221"/>
                <a:gd name="T58" fmla="*/ 204 w 231"/>
                <a:gd name="T59" fmla="*/ 39 h 221"/>
                <a:gd name="T60" fmla="*/ 189 w 231"/>
                <a:gd name="T61" fmla="*/ 25 h 221"/>
                <a:gd name="T62" fmla="*/ 170 w 231"/>
                <a:gd name="T63" fmla="*/ 13 h 221"/>
                <a:gd name="T64" fmla="*/ 149 w 231"/>
                <a:gd name="T65" fmla="*/ 4 h 221"/>
                <a:gd name="T66" fmla="*/ 127 w 231"/>
                <a:gd name="T67" fmla="*/ 0 h 221"/>
                <a:gd name="T68" fmla="*/ 114 w 231"/>
                <a:gd name="T69" fmla="*/ 0 h 221"/>
                <a:gd name="T70" fmla="*/ 110 w 231"/>
                <a:gd name="T71" fmla="*/ 153 h 221"/>
                <a:gd name="T72" fmla="*/ 92 w 231"/>
                <a:gd name="T73" fmla="*/ 148 h 221"/>
                <a:gd name="T74" fmla="*/ 78 w 231"/>
                <a:gd name="T75" fmla="*/ 139 h 221"/>
                <a:gd name="T76" fmla="*/ 68 w 231"/>
                <a:gd name="T77" fmla="*/ 125 h 221"/>
                <a:gd name="T78" fmla="*/ 65 w 231"/>
                <a:gd name="T79" fmla="*/ 108 h 221"/>
                <a:gd name="T80" fmla="*/ 65 w 231"/>
                <a:gd name="T81" fmla="*/ 98 h 221"/>
                <a:gd name="T82" fmla="*/ 72 w 231"/>
                <a:gd name="T83" fmla="*/ 83 h 221"/>
                <a:gd name="T84" fmla="*/ 85 w 231"/>
                <a:gd name="T85" fmla="*/ 70 h 221"/>
                <a:gd name="T86" fmla="*/ 100 w 231"/>
                <a:gd name="T87" fmla="*/ 63 h 221"/>
                <a:gd name="T88" fmla="*/ 110 w 231"/>
                <a:gd name="T89" fmla="*/ 62 h 221"/>
                <a:gd name="T90" fmla="*/ 127 w 231"/>
                <a:gd name="T91" fmla="*/ 66 h 221"/>
                <a:gd name="T92" fmla="*/ 142 w 231"/>
                <a:gd name="T93" fmla="*/ 76 h 221"/>
                <a:gd name="T94" fmla="*/ 152 w 231"/>
                <a:gd name="T95" fmla="*/ 90 h 221"/>
                <a:gd name="T96" fmla="*/ 155 w 231"/>
                <a:gd name="T97" fmla="*/ 108 h 221"/>
                <a:gd name="T98" fmla="*/ 154 w 231"/>
                <a:gd name="T99" fmla="*/ 116 h 221"/>
                <a:gd name="T100" fmla="*/ 148 w 231"/>
                <a:gd name="T101" fmla="*/ 132 h 221"/>
                <a:gd name="T102" fmla="*/ 135 w 231"/>
                <a:gd name="T103" fmla="*/ 144 h 221"/>
                <a:gd name="T104" fmla="*/ 119 w 231"/>
                <a:gd name="T105" fmla="*/ 151 h 221"/>
                <a:gd name="T106" fmla="*/ 110 w 231"/>
                <a:gd name="T107" fmla="*/ 153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1" h="221">
                  <a:moveTo>
                    <a:pt x="114" y="0"/>
                  </a:moveTo>
                  <a:lnTo>
                    <a:pt x="114" y="0"/>
                  </a:lnTo>
                  <a:lnTo>
                    <a:pt x="103" y="0"/>
                  </a:lnTo>
                  <a:lnTo>
                    <a:pt x="92" y="1"/>
                  </a:lnTo>
                  <a:lnTo>
                    <a:pt x="81" y="4"/>
                  </a:lnTo>
                  <a:lnTo>
                    <a:pt x="70" y="8"/>
                  </a:lnTo>
                  <a:lnTo>
                    <a:pt x="60" y="13"/>
                  </a:lnTo>
                  <a:lnTo>
                    <a:pt x="50" y="18"/>
                  </a:lnTo>
                  <a:lnTo>
                    <a:pt x="42" y="25"/>
                  </a:lnTo>
                  <a:lnTo>
                    <a:pt x="33" y="32"/>
                  </a:lnTo>
                  <a:lnTo>
                    <a:pt x="26" y="39"/>
                  </a:lnTo>
                  <a:lnTo>
                    <a:pt x="19" y="48"/>
                  </a:lnTo>
                  <a:lnTo>
                    <a:pt x="14" y="57"/>
                  </a:lnTo>
                  <a:lnTo>
                    <a:pt x="8" y="67"/>
                  </a:lnTo>
                  <a:lnTo>
                    <a:pt x="5" y="77"/>
                  </a:lnTo>
                  <a:lnTo>
                    <a:pt x="1" y="88"/>
                  </a:lnTo>
                  <a:lnTo>
                    <a:pt x="0" y="98"/>
                  </a:lnTo>
                  <a:lnTo>
                    <a:pt x="0" y="111"/>
                  </a:lnTo>
                  <a:lnTo>
                    <a:pt x="0" y="111"/>
                  </a:lnTo>
                  <a:lnTo>
                    <a:pt x="0" y="122"/>
                  </a:lnTo>
                  <a:lnTo>
                    <a:pt x="1" y="132"/>
                  </a:lnTo>
                  <a:lnTo>
                    <a:pt x="5" y="143"/>
                  </a:lnTo>
                  <a:lnTo>
                    <a:pt x="8" y="153"/>
                  </a:lnTo>
                  <a:lnTo>
                    <a:pt x="14" y="162"/>
                  </a:lnTo>
                  <a:lnTo>
                    <a:pt x="19" y="172"/>
                  </a:lnTo>
                  <a:lnTo>
                    <a:pt x="26" y="181"/>
                  </a:lnTo>
                  <a:lnTo>
                    <a:pt x="33" y="188"/>
                  </a:lnTo>
                  <a:lnTo>
                    <a:pt x="42" y="195"/>
                  </a:lnTo>
                  <a:lnTo>
                    <a:pt x="50" y="202"/>
                  </a:lnTo>
                  <a:lnTo>
                    <a:pt x="60" y="207"/>
                  </a:lnTo>
                  <a:lnTo>
                    <a:pt x="70" y="211"/>
                  </a:lnTo>
                  <a:lnTo>
                    <a:pt x="81" y="216"/>
                  </a:lnTo>
                  <a:lnTo>
                    <a:pt x="92" y="218"/>
                  </a:lnTo>
                  <a:lnTo>
                    <a:pt x="103" y="220"/>
                  </a:lnTo>
                  <a:lnTo>
                    <a:pt x="114" y="221"/>
                  </a:lnTo>
                  <a:lnTo>
                    <a:pt x="114" y="221"/>
                  </a:lnTo>
                  <a:lnTo>
                    <a:pt x="127" y="220"/>
                  </a:lnTo>
                  <a:lnTo>
                    <a:pt x="138" y="218"/>
                  </a:lnTo>
                  <a:lnTo>
                    <a:pt x="149" y="216"/>
                  </a:lnTo>
                  <a:lnTo>
                    <a:pt x="161" y="211"/>
                  </a:lnTo>
                  <a:lnTo>
                    <a:pt x="170" y="207"/>
                  </a:lnTo>
                  <a:lnTo>
                    <a:pt x="180" y="202"/>
                  </a:lnTo>
                  <a:lnTo>
                    <a:pt x="189" y="195"/>
                  </a:lnTo>
                  <a:lnTo>
                    <a:pt x="197" y="188"/>
                  </a:lnTo>
                  <a:lnTo>
                    <a:pt x="204" y="181"/>
                  </a:lnTo>
                  <a:lnTo>
                    <a:pt x="211" y="172"/>
                  </a:lnTo>
                  <a:lnTo>
                    <a:pt x="217" y="162"/>
                  </a:lnTo>
                  <a:lnTo>
                    <a:pt x="222" y="153"/>
                  </a:lnTo>
                  <a:lnTo>
                    <a:pt x="225" y="143"/>
                  </a:lnTo>
                  <a:lnTo>
                    <a:pt x="229" y="132"/>
                  </a:lnTo>
                  <a:lnTo>
                    <a:pt x="231" y="122"/>
                  </a:lnTo>
                  <a:lnTo>
                    <a:pt x="231" y="111"/>
                  </a:lnTo>
                  <a:lnTo>
                    <a:pt x="231" y="111"/>
                  </a:lnTo>
                  <a:lnTo>
                    <a:pt x="231" y="98"/>
                  </a:lnTo>
                  <a:lnTo>
                    <a:pt x="229" y="88"/>
                  </a:lnTo>
                  <a:lnTo>
                    <a:pt x="225" y="77"/>
                  </a:lnTo>
                  <a:lnTo>
                    <a:pt x="222" y="67"/>
                  </a:lnTo>
                  <a:lnTo>
                    <a:pt x="217" y="57"/>
                  </a:lnTo>
                  <a:lnTo>
                    <a:pt x="211" y="48"/>
                  </a:lnTo>
                  <a:lnTo>
                    <a:pt x="204" y="39"/>
                  </a:lnTo>
                  <a:lnTo>
                    <a:pt x="197" y="32"/>
                  </a:lnTo>
                  <a:lnTo>
                    <a:pt x="189" y="25"/>
                  </a:lnTo>
                  <a:lnTo>
                    <a:pt x="180" y="18"/>
                  </a:lnTo>
                  <a:lnTo>
                    <a:pt x="170" y="13"/>
                  </a:lnTo>
                  <a:lnTo>
                    <a:pt x="161" y="8"/>
                  </a:lnTo>
                  <a:lnTo>
                    <a:pt x="149" y="4"/>
                  </a:lnTo>
                  <a:lnTo>
                    <a:pt x="138" y="1"/>
                  </a:lnTo>
                  <a:lnTo>
                    <a:pt x="127" y="0"/>
                  </a:lnTo>
                  <a:lnTo>
                    <a:pt x="114" y="0"/>
                  </a:lnTo>
                  <a:lnTo>
                    <a:pt x="114" y="0"/>
                  </a:lnTo>
                  <a:close/>
                  <a:moveTo>
                    <a:pt x="110" y="153"/>
                  </a:moveTo>
                  <a:lnTo>
                    <a:pt x="110" y="153"/>
                  </a:lnTo>
                  <a:lnTo>
                    <a:pt x="100" y="151"/>
                  </a:lnTo>
                  <a:lnTo>
                    <a:pt x="92" y="148"/>
                  </a:lnTo>
                  <a:lnTo>
                    <a:pt x="85" y="144"/>
                  </a:lnTo>
                  <a:lnTo>
                    <a:pt x="78" y="139"/>
                  </a:lnTo>
                  <a:lnTo>
                    <a:pt x="72" y="132"/>
                  </a:lnTo>
                  <a:lnTo>
                    <a:pt x="68" y="125"/>
                  </a:lnTo>
                  <a:lnTo>
                    <a:pt x="65" y="116"/>
                  </a:lnTo>
                  <a:lnTo>
                    <a:pt x="65" y="108"/>
                  </a:lnTo>
                  <a:lnTo>
                    <a:pt x="65" y="108"/>
                  </a:lnTo>
                  <a:lnTo>
                    <a:pt x="65" y="98"/>
                  </a:lnTo>
                  <a:lnTo>
                    <a:pt x="68" y="90"/>
                  </a:lnTo>
                  <a:lnTo>
                    <a:pt x="72" y="83"/>
                  </a:lnTo>
                  <a:lnTo>
                    <a:pt x="78" y="76"/>
                  </a:lnTo>
                  <a:lnTo>
                    <a:pt x="85" y="70"/>
                  </a:lnTo>
                  <a:lnTo>
                    <a:pt x="92" y="66"/>
                  </a:lnTo>
                  <a:lnTo>
                    <a:pt x="100" y="63"/>
                  </a:lnTo>
                  <a:lnTo>
                    <a:pt x="110" y="62"/>
                  </a:lnTo>
                  <a:lnTo>
                    <a:pt x="110" y="62"/>
                  </a:lnTo>
                  <a:lnTo>
                    <a:pt x="119" y="63"/>
                  </a:lnTo>
                  <a:lnTo>
                    <a:pt x="127" y="66"/>
                  </a:lnTo>
                  <a:lnTo>
                    <a:pt x="135" y="70"/>
                  </a:lnTo>
                  <a:lnTo>
                    <a:pt x="142" y="76"/>
                  </a:lnTo>
                  <a:lnTo>
                    <a:pt x="148" y="83"/>
                  </a:lnTo>
                  <a:lnTo>
                    <a:pt x="152" y="90"/>
                  </a:lnTo>
                  <a:lnTo>
                    <a:pt x="154" y="98"/>
                  </a:lnTo>
                  <a:lnTo>
                    <a:pt x="155" y="108"/>
                  </a:lnTo>
                  <a:lnTo>
                    <a:pt x="155" y="108"/>
                  </a:lnTo>
                  <a:lnTo>
                    <a:pt x="154" y="116"/>
                  </a:lnTo>
                  <a:lnTo>
                    <a:pt x="152" y="125"/>
                  </a:lnTo>
                  <a:lnTo>
                    <a:pt x="148" y="132"/>
                  </a:lnTo>
                  <a:lnTo>
                    <a:pt x="142" y="139"/>
                  </a:lnTo>
                  <a:lnTo>
                    <a:pt x="135" y="144"/>
                  </a:lnTo>
                  <a:lnTo>
                    <a:pt x="127" y="148"/>
                  </a:lnTo>
                  <a:lnTo>
                    <a:pt x="119" y="151"/>
                  </a:lnTo>
                  <a:lnTo>
                    <a:pt x="110" y="153"/>
                  </a:lnTo>
                  <a:lnTo>
                    <a:pt x="110" y="1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grpSp>
      <p:grpSp>
        <p:nvGrpSpPr>
          <p:cNvPr id="137" name="组合 136"/>
          <p:cNvGrpSpPr/>
          <p:nvPr/>
        </p:nvGrpSpPr>
        <p:grpSpPr>
          <a:xfrm>
            <a:off x="4881274" y="2803760"/>
            <a:ext cx="547688" cy="319088"/>
            <a:chOff x="6983413" y="2925763"/>
            <a:chExt cx="547688" cy="319088"/>
          </a:xfrm>
          <a:solidFill>
            <a:schemeClr val="tx1">
              <a:lumMod val="65000"/>
              <a:lumOff val="35000"/>
            </a:schemeClr>
          </a:solidFill>
        </p:grpSpPr>
        <p:sp>
          <p:nvSpPr>
            <p:cNvPr id="138" name="Freeform 3843"/>
            <p:cNvSpPr>
              <a:spLocks/>
            </p:cNvSpPr>
            <p:nvPr/>
          </p:nvSpPr>
          <p:spPr bwMode="auto">
            <a:xfrm>
              <a:off x="7286626" y="2959101"/>
              <a:ext cx="104775" cy="150813"/>
            </a:xfrm>
            <a:custGeom>
              <a:avLst/>
              <a:gdLst>
                <a:gd name="T0" fmla="*/ 4 w 28"/>
                <a:gd name="T1" fmla="*/ 40 h 40"/>
                <a:gd name="T2" fmla="*/ 2 w 28"/>
                <a:gd name="T3" fmla="*/ 40 h 40"/>
                <a:gd name="T4" fmla="*/ 1 w 28"/>
                <a:gd name="T5" fmla="*/ 35 h 40"/>
                <a:gd name="T6" fmla="*/ 21 w 28"/>
                <a:gd name="T7" fmla="*/ 2 h 40"/>
                <a:gd name="T8" fmla="*/ 26 w 28"/>
                <a:gd name="T9" fmla="*/ 1 h 40"/>
                <a:gd name="T10" fmla="*/ 27 w 28"/>
                <a:gd name="T11" fmla="*/ 5 h 40"/>
                <a:gd name="T12" fmla="*/ 7 w 28"/>
                <a:gd name="T13" fmla="*/ 39 h 40"/>
                <a:gd name="T14" fmla="*/ 4 w 28"/>
                <a:gd name="T15" fmla="*/ 40 h 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40">
                  <a:moveTo>
                    <a:pt x="4" y="40"/>
                  </a:moveTo>
                  <a:cubicBezTo>
                    <a:pt x="4" y="40"/>
                    <a:pt x="3" y="40"/>
                    <a:pt x="2" y="40"/>
                  </a:cubicBezTo>
                  <a:cubicBezTo>
                    <a:pt x="1" y="39"/>
                    <a:pt x="0" y="37"/>
                    <a:pt x="1" y="35"/>
                  </a:cubicBezTo>
                  <a:cubicBezTo>
                    <a:pt x="21" y="2"/>
                    <a:pt x="21" y="2"/>
                    <a:pt x="21" y="2"/>
                  </a:cubicBezTo>
                  <a:cubicBezTo>
                    <a:pt x="22" y="0"/>
                    <a:pt x="24" y="0"/>
                    <a:pt x="26" y="1"/>
                  </a:cubicBezTo>
                  <a:cubicBezTo>
                    <a:pt x="28" y="2"/>
                    <a:pt x="28" y="4"/>
                    <a:pt x="27" y="5"/>
                  </a:cubicBezTo>
                  <a:cubicBezTo>
                    <a:pt x="7" y="39"/>
                    <a:pt x="7" y="39"/>
                    <a:pt x="7" y="39"/>
                  </a:cubicBezTo>
                  <a:cubicBezTo>
                    <a:pt x="6" y="40"/>
                    <a:pt x="5" y="40"/>
                    <a:pt x="4"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 name="Freeform 3844"/>
            <p:cNvSpPr>
              <a:spLocks/>
            </p:cNvSpPr>
            <p:nvPr/>
          </p:nvSpPr>
          <p:spPr bwMode="auto">
            <a:xfrm>
              <a:off x="7316788" y="2952751"/>
              <a:ext cx="109538" cy="25400"/>
            </a:xfrm>
            <a:custGeom>
              <a:avLst/>
              <a:gdLst>
                <a:gd name="T0" fmla="*/ 26 w 29"/>
                <a:gd name="T1" fmla="*/ 7 h 7"/>
                <a:gd name="T2" fmla="*/ 4 w 29"/>
                <a:gd name="T3" fmla="*/ 7 h 7"/>
                <a:gd name="T4" fmla="*/ 0 w 29"/>
                <a:gd name="T5" fmla="*/ 4 h 7"/>
                <a:gd name="T6" fmla="*/ 4 w 29"/>
                <a:gd name="T7" fmla="*/ 0 h 7"/>
                <a:gd name="T8" fmla="*/ 26 w 29"/>
                <a:gd name="T9" fmla="*/ 0 h 7"/>
                <a:gd name="T10" fmla="*/ 29 w 29"/>
                <a:gd name="T11" fmla="*/ 4 h 7"/>
                <a:gd name="T12" fmla="*/ 26 w 29"/>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29" h="7">
                  <a:moveTo>
                    <a:pt x="26" y="7"/>
                  </a:moveTo>
                  <a:cubicBezTo>
                    <a:pt x="4" y="7"/>
                    <a:pt x="4" y="7"/>
                    <a:pt x="4" y="7"/>
                  </a:cubicBezTo>
                  <a:cubicBezTo>
                    <a:pt x="2" y="7"/>
                    <a:pt x="0" y="5"/>
                    <a:pt x="0" y="4"/>
                  </a:cubicBezTo>
                  <a:cubicBezTo>
                    <a:pt x="0" y="2"/>
                    <a:pt x="2" y="0"/>
                    <a:pt x="4" y="0"/>
                  </a:cubicBezTo>
                  <a:cubicBezTo>
                    <a:pt x="26" y="0"/>
                    <a:pt x="26" y="0"/>
                    <a:pt x="26" y="0"/>
                  </a:cubicBezTo>
                  <a:cubicBezTo>
                    <a:pt x="28" y="0"/>
                    <a:pt x="29" y="2"/>
                    <a:pt x="29" y="4"/>
                  </a:cubicBezTo>
                  <a:cubicBezTo>
                    <a:pt x="29" y="5"/>
                    <a:pt x="28" y="7"/>
                    <a:pt x="26"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0" name="Freeform 3845"/>
            <p:cNvSpPr>
              <a:spLocks/>
            </p:cNvSpPr>
            <p:nvPr/>
          </p:nvSpPr>
          <p:spPr bwMode="auto">
            <a:xfrm>
              <a:off x="7129463" y="2925763"/>
              <a:ext cx="101600" cy="90488"/>
            </a:xfrm>
            <a:custGeom>
              <a:avLst/>
              <a:gdLst>
                <a:gd name="T0" fmla="*/ 10 w 27"/>
                <a:gd name="T1" fmla="*/ 24 h 24"/>
                <a:gd name="T2" fmla="*/ 7 w 27"/>
                <a:gd name="T3" fmla="*/ 22 h 24"/>
                <a:gd name="T4" fmla="*/ 1 w 27"/>
                <a:gd name="T5" fmla="*/ 9 h 24"/>
                <a:gd name="T6" fmla="*/ 1 w 27"/>
                <a:gd name="T7" fmla="*/ 6 h 24"/>
                <a:gd name="T8" fmla="*/ 3 w 27"/>
                <a:gd name="T9" fmla="*/ 4 h 24"/>
                <a:gd name="T10" fmla="*/ 22 w 27"/>
                <a:gd name="T11" fmla="*/ 1 h 24"/>
                <a:gd name="T12" fmla="*/ 26 w 27"/>
                <a:gd name="T13" fmla="*/ 3 h 24"/>
                <a:gd name="T14" fmla="*/ 24 w 27"/>
                <a:gd name="T15" fmla="*/ 7 h 24"/>
                <a:gd name="T16" fmla="*/ 9 w 27"/>
                <a:gd name="T17" fmla="*/ 10 h 24"/>
                <a:gd name="T18" fmla="*/ 13 w 27"/>
                <a:gd name="T19" fmla="*/ 19 h 24"/>
                <a:gd name="T20" fmla="*/ 11 w 27"/>
                <a:gd name="T21" fmla="*/ 23 h 24"/>
                <a:gd name="T22" fmla="*/ 10 w 27"/>
                <a:gd name="T23"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 h="24">
                  <a:moveTo>
                    <a:pt x="10" y="24"/>
                  </a:moveTo>
                  <a:cubicBezTo>
                    <a:pt x="8" y="24"/>
                    <a:pt x="7" y="23"/>
                    <a:pt x="7" y="22"/>
                  </a:cubicBezTo>
                  <a:cubicBezTo>
                    <a:pt x="1" y="9"/>
                    <a:pt x="1" y="9"/>
                    <a:pt x="1" y="9"/>
                  </a:cubicBezTo>
                  <a:cubicBezTo>
                    <a:pt x="0" y="8"/>
                    <a:pt x="0" y="7"/>
                    <a:pt x="1" y="6"/>
                  </a:cubicBezTo>
                  <a:cubicBezTo>
                    <a:pt x="1" y="5"/>
                    <a:pt x="2" y="5"/>
                    <a:pt x="3" y="4"/>
                  </a:cubicBezTo>
                  <a:cubicBezTo>
                    <a:pt x="22" y="1"/>
                    <a:pt x="22" y="1"/>
                    <a:pt x="22" y="1"/>
                  </a:cubicBezTo>
                  <a:cubicBezTo>
                    <a:pt x="24" y="0"/>
                    <a:pt x="26" y="1"/>
                    <a:pt x="26" y="3"/>
                  </a:cubicBezTo>
                  <a:cubicBezTo>
                    <a:pt x="27" y="5"/>
                    <a:pt x="26" y="7"/>
                    <a:pt x="24" y="7"/>
                  </a:cubicBezTo>
                  <a:cubicBezTo>
                    <a:pt x="9" y="10"/>
                    <a:pt x="9" y="10"/>
                    <a:pt x="9" y="10"/>
                  </a:cubicBezTo>
                  <a:cubicBezTo>
                    <a:pt x="13" y="19"/>
                    <a:pt x="13" y="19"/>
                    <a:pt x="13" y="19"/>
                  </a:cubicBezTo>
                  <a:cubicBezTo>
                    <a:pt x="13" y="20"/>
                    <a:pt x="13" y="22"/>
                    <a:pt x="11" y="23"/>
                  </a:cubicBezTo>
                  <a:cubicBezTo>
                    <a:pt x="11" y="23"/>
                    <a:pt x="10" y="24"/>
                    <a:pt x="10"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 name="Freeform 3846"/>
            <p:cNvSpPr>
              <a:spLocks noEditPoints="1"/>
            </p:cNvSpPr>
            <p:nvPr/>
          </p:nvSpPr>
          <p:spPr bwMode="auto">
            <a:xfrm>
              <a:off x="7339013" y="3052763"/>
              <a:ext cx="192088" cy="192088"/>
            </a:xfrm>
            <a:custGeom>
              <a:avLst/>
              <a:gdLst>
                <a:gd name="T0" fmla="*/ 26 w 51"/>
                <a:gd name="T1" fmla="*/ 51 h 51"/>
                <a:gd name="T2" fmla="*/ 0 w 51"/>
                <a:gd name="T3" fmla="*/ 26 h 51"/>
                <a:gd name="T4" fmla="*/ 26 w 51"/>
                <a:gd name="T5" fmla="*/ 0 h 51"/>
                <a:gd name="T6" fmla="*/ 51 w 51"/>
                <a:gd name="T7" fmla="*/ 26 h 51"/>
                <a:gd name="T8" fmla="*/ 26 w 51"/>
                <a:gd name="T9" fmla="*/ 51 h 51"/>
                <a:gd name="T10" fmla="*/ 26 w 51"/>
                <a:gd name="T11" fmla="*/ 7 h 51"/>
                <a:gd name="T12" fmla="*/ 7 w 51"/>
                <a:gd name="T13" fmla="*/ 26 h 51"/>
                <a:gd name="T14" fmla="*/ 26 w 51"/>
                <a:gd name="T15" fmla="*/ 44 h 51"/>
                <a:gd name="T16" fmla="*/ 44 w 51"/>
                <a:gd name="T17" fmla="*/ 26 h 51"/>
                <a:gd name="T18" fmla="*/ 26 w 51"/>
                <a:gd name="T19" fmla="*/ 7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51"/>
                  </a:moveTo>
                  <a:cubicBezTo>
                    <a:pt x="12" y="51"/>
                    <a:pt x="0" y="40"/>
                    <a:pt x="0" y="26"/>
                  </a:cubicBezTo>
                  <a:cubicBezTo>
                    <a:pt x="0" y="12"/>
                    <a:pt x="12" y="0"/>
                    <a:pt x="26" y="0"/>
                  </a:cubicBezTo>
                  <a:cubicBezTo>
                    <a:pt x="40" y="0"/>
                    <a:pt x="51" y="12"/>
                    <a:pt x="51" y="26"/>
                  </a:cubicBezTo>
                  <a:cubicBezTo>
                    <a:pt x="51" y="40"/>
                    <a:pt x="40" y="51"/>
                    <a:pt x="26" y="51"/>
                  </a:cubicBezTo>
                  <a:close/>
                  <a:moveTo>
                    <a:pt x="26" y="7"/>
                  </a:moveTo>
                  <a:cubicBezTo>
                    <a:pt x="15" y="7"/>
                    <a:pt x="7" y="15"/>
                    <a:pt x="7" y="26"/>
                  </a:cubicBezTo>
                  <a:cubicBezTo>
                    <a:pt x="7" y="36"/>
                    <a:pt x="15" y="44"/>
                    <a:pt x="26" y="44"/>
                  </a:cubicBezTo>
                  <a:cubicBezTo>
                    <a:pt x="36" y="44"/>
                    <a:pt x="44" y="36"/>
                    <a:pt x="44" y="26"/>
                  </a:cubicBezTo>
                  <a:cubicBezTo>
                    <a:pt x="44" y="15"/>
                    <a:pt x="36" y="7"/>
                    <a:pt x="26"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2" name="Freeform 3847"/>
            <p:cNvSpPr>
              <a:spLocks noEditPoints="1"/>
            </p:cNvSpPr>
            <p:nvPr/>
          </p:nvSpPr>
          <p:spPr bwMode="auto">
            <a:xfrm>
              <a:off x="6983413" y="3052763"/>
              <a:ext cx="190500" cy="192088"/>
            </a:xfrm>
            <a:custGeom>
              <a:avLst/>
              <a:gdLst>
                <a:gd name="T0" fmla="*/ 26 w 51"/>
                <a:gd name="T1" fmla="*/ 51 h 51"/>
                <a:gd name="T2" fmla="*/ 0 w 51"/>
                <a:gd name="T3" fmla="*/ 26 h 51"/>
                <a:gd name="T4" fmla="*/ 26 w 51"/>
                <a:gd name="T5" fmla="*/ 0 h 51"/>
                <a:gd name="T6" fmla="*/ 51 w 51"/>
                <a:gd name="T7" fmla="*/ 26 h 51"/>
                <a:gd name="T8" fmla="*/ 26 w 51"/>
                <a:gd name="T9" fmla="*/ 51 h 51"/>
                <a:gd name="T10" fmla="*/ 26 w 51"/>
                <a:gd name="T11" fmla="*/ 7 h 51"/>
                <a:gd name="T12" fmla="*/ 7 w 51"/>
                <a:gd name="T13" fmla="*/ 26 h 51"/>
                <a:gd name="T14" fmla="*/ 26 w 51"/>
                <a:gd name="T15" fmla="*/ 44 h 51"/>
                <a:gd name="T16" fmla="*/ 44 w 51"/>
                <a:gd name="T17" fmla="*/ 26 h 51"/>
                <a:gd name="T18" fmla="*/ 26 w 51"/>
                <a:gd name="T19" fmla="*/ 7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51"/>
                  </a:moveTo>
                  <a:cubicBezTo>
                    <a:pt x="12" y="51"/>
                    <a:pt x="0" y="40"/>
                    <a:pt x="0" y="26"/>
                  </a:cubicBezTo>
                  <a:cubicBezTo>
                    <a:pt x="0" y="12"/>
                    <a:pt x="12" y="0"/>
                    <a:pt x="26" y="0"/>
                  </a:cubicBezTo>
                  <a:cubicBezTo>
                    <a:pt x="40" y="0"/>
                    <a:pt x="51" y="12"/>
                    <a:pt x="51" y="26"/>
                  </a:cubicBezTo>
                  <a:cubicBezTo>
                    <a:pt x="51" y="40"/>
                    <a:pt x="40" y="51"/>
                    <a:pt x="26" y="51"/>
                  </a:cubicBezTo>
                  <a:close/>
                  <a:moveTo>
                    <a:pt x="26" y="7"/>
                  </a:moveTo>
                  <a:cubicBezTo>
                    <a:pt x="15" y="7"/>
                    <a:pt x="7" y="15"/>
                    <a:pt x="7" y="26"/>
                  </a:cubicBezTo>
                  <a:cubicBezTo>
                    <a:pt x="7" y="36"/>
                    <a:pt x="15" y="44"/>
                    <a:pt x="26" y="44"/>
                  </a:cubicBezTo>
                  <a:cubicBezTo>
                    <a:pt x="36" y="44"/>
                    <a:pt x="44" y="36"/>
                    <a:pt x="44" y="26"/>
                  </a:cubicBezTo>
                  <a:cubicBezTo>
                    <a:pt x="44" y="15"/>
                    <a:pt x="36" y="7"/>
                    <a:pt x="26"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3" name="Freeform 3848"/>
            <p:cNvSpPr>
              <a:spLocks/>
            </p:cNvSpPr>
            <p:nvPr/>
          </p:nvSpPr>
          <p:spPr bwMode="auto">
            <a:xfrm>
              <a:off x="7065963" y="2989263"/>
              <a:ext cx="385763" cy="176213"/>
            </a:xfrm>
            <a:custGeom>
              <a:avLst/>
              <a:gdLst>
                <a:gd name="T0" fmla="*/ 4 w 103"/>
                <a:gd name="T1" fmla="*/ 47 h 47"/>
                <a:gd name="T2" fmla="*/ 2 w 103"/>
                <a:gd name="T3" fmla="*/ 46 h 47"/>
                <a:gd name="T4" fmla="*/ 1 w 103"/>
                <a:gd name="T5" fmla="*/ 42 h 47"/>
                <a:gd name="T6" fmla="*/ 24 w 103"/>
                <a:gd name="T7" fmla="*/ 2 h 47"/>
                <a:gd name="T8" fmla="*/ 27 w 103"/>
                <a:gd name="T9" fmla="*/ 0 h 47"/>
                <a:gd name="T10" fmla="*/ 80 w 103"/>
                <a:gd name="T11" fmla="*/ 0 h 47"/>
                <a:gd name="T12" fmla="*/ 83 w 103"/>
                <a:gd name="T13" fmla="*/ 2 h 47"/>
                <a:gd name="T14" fmla="*/ 103 w 103"/>
                <a:gd name="T15" fmla="*/ 42 h 47"/>
                <a:gd name="T16" fmla="*/ 102 w 103"/>
                <a:gd name="T17" fmla="*/ 45 h 47"/>
                <a:gd name="T18" fmla="*/ 100 w 103"/>
                <a:gd name="T19" fmla="*/ 47 h 47"/>
                <a:gd name="T20" fmla="*/ 67 w 103"/>
                <a:gd name="T21" fmla="*/ 47 h 47"/>
                <a:gd name="T22" fmla="*/ 64 w 103"/>
                <a:gd name="T23" fmla="*/ 44 h 47"/>
                <a:gd name="T24" fmla="*/ 67 w 103"/>
                <a:gd name="T25" fmla="*/ 40 h 47"/>
                <a:gd name="T26" fmla="*/ 94 w 103"/>
                <a:gd name="T27" fmla="*/ 40 h 47"/>
                <a:gd name="T28" fmla="*/ 78 w 103"/>
                <a:gd name="T29" fmla="*/ 7 h 47"/>
                <a:gd name="T30" fmla="*/ 29 w 103"/>
                <a:gd name="T31" fmla="*/ 7 h 47"/>
                <a:gd name="T32" fmla="*/ 7 w 103"/>
                <a:gd name="T33" fmla="*/ 45 h 47"/>
                <a:gd name="T34" fmla="*/ 4 w 103"/>
                <a:gd name="T35"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3" h="47">
                  <a:moveTo>
                    <a:pt x="4" y="47"/>
                  </a:moveTo>
                  <a:cubicBezTo>
                    <a:pt x="3" y="47"/>
                    <a:pt x="2" y="47"/>
                    <a:pt x="2" y="46"/>
                  </a:cubicBezTo>
                  <a:cubicBezTo>
                    <a:pt x="0" y="45"/>
                    <a:pt x="0" y="43"/>
                    <a:pt x="1" y="42"/>
                  </a:cubicBezTo>
                  <a:cubicBezTo>
                    <a:pt x="24" y="2"/>
                    <a:pt x="24" y="2"/>
                    <a:pt x="24" y="2"/>
                  </a:cubicBezTo>
                  <a:cubicBezTo>
                    <a:pt x="24" y="0"/>
                    <a:pt x="25" y="0"/>
                    <a:pt x="27" y="0"/>
                  </a:cubicBezTo>
                  <a:cubicBezTo>
                    <a:pt x="80" y="0"/>
                    <a:pt x="80" y="0"/>
                    <a:pt x="80" y="0"/>
                  </a:cubicBezTo>
                  <a:cubicBezTo>
                    <a:pt x="82" y="0"/>
                    <a:pt x="83" y="1"/>
                    <a:pt x="83" y="2"/>
                  </a:cubicBezTo>
                  <a:cubicBezTo>
                    <a:pt x="103" y="42"/>
                    <a:pt x="103" y="42"/>
                    <a:pt x="103" y="42"/>
                  </a:cubicBezTo>
                  <a:cubicBezTo>
                    <a:pt x="103" y="43"/>
                    <a:pt x="103" y="44"/>
                    <a:pt x="102" y="45"/>
                  </a:cubicBezTo>
                  <a:cubicBezTo>
                    <a:pt x="102" y="46"/>
                    <a:pt x="101" y="47"/>
                    <a:pt x="100" y="47"/>
                  </a:cubicBezTo>
                  <a:cubicBezTo>
                    <a:pt x="67" y="47"/>
                    <a:pt x="67" y="47"/>
                    <a:pt x="67" y="47"/>
                  </a:cubicBezTo>
                  <a:cubicBezTo>
                    <a:pt x="65" y="47"/>
                    <a:pt x="64" y="45"/>
                    <a:pt x="64" y="44"/>
                  </a:cubicBezTo>
                  <a:cubicBezTo>
                    <a:pt x="64" y="42"/>
                    <a:pt x="65" y="40"/>
                    <a:pt x="67" y="40"/>
                  </a:cubicBezTo>
                  <a:cubicBezTo>
                    <a:pt x="94" y="40"/>
                    <a:pt x="94" y="40"/>
                    <a:pt x="94" y="40"/>
                  </a:cubicBezTo>
                  <a:cubicBezTo>
                    <a:pt x="78" y="7"/>
                    <a:pt x="78" y="7"/>
                    <a:pt x="78" y="7"/>
                  </a:cubicBezTo>
                  <a:cubicBezTo>
                    <a:pt x="29" y="7"/>
                    <a:pt x="29" y="7"/>
                    <a:pt x="29" y="7"/>
                  </a:cubicBezTo>
                  <a:cubicBezTo>
                    <a:pt x="7" y="45"/>
                    <a:pt x="7" y="45"/>
                    <a:pt x="7" y="45"/>
                  </a:cubicBezTo>
                  <a:cubicBezTo>
                    <a:pt x="6" y="46"/>
                    <a:pt x="5" y="47"/>
                    <a:pt x="4"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4" name="Freeform 3849"/>
            <p:cNvSpPr>
              <a:spLocks/>
            </p:cNvSpPr>
            <p:nvPr/>
          </p:nvSpPr>
          <p:spPr bwMode="auto">
            <a:xfrm>
              <a:off x="7132638" y="3038476"/>
              <a:ext cx="112713" cy="90488"/>
            </a:xfrm>
            <a:custGeom>
              <a:avLst/>
              <a:gdLst>
                <a:gd name="T0" fmla="*/ 26 w 30"/>
                <a:gd name="T1" fmla="*/ 24 h 24"/>
                <a:gd name="T2" fmla="*/ 24 w 30"/>
                <a:gd name="T3" fmla="*/ 23 h 24"/>
                <a:gd name="T4" fmla="*/ 2 w 30"/>
                <a:gd name="T5" fmla="*/ 6 h 24"/>
                <a:gd name="T6" fmla="*/ 1 w 30"/>
                <a:gd name="T7" fmla="*/ 2 h 24"/>
                <a:gd name="T8" fmla="*/ 6 w 30"/>
                <a:gd name="T9" fmla="*/ 1 h 24"/>
                <a:gd name="T10" fmla="*/ 28 w 30"/>
                <a:gd name="T11" fmla="*/ 18 h 24"/>
                <a:gd name="T12" fmla="*/ 29 w 30"/>
                <a:gd name="T13" fmla="*/ 23 h 24"/>
                <a:gd name="T14" fmla="*/ 26 w 30"/>
                <a:gd name="T15" fmla="*/ 24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4">
                  <a:moveTo>
                    <a:pt x="26" y="24"/>
                  </a:moveTo>
                  <a:cubicBezTo>
                    <a:pt x="25" y="24"/>
                    <a:pt x="25" y="24"/>
                    <a:pt x="24" y="23"/>
                  </a:cubicBezTo>
                  <a:cubicBezTo>
                    <a:pt x="2" y="6"/>
                    <a:pt x="2" y="6"/>
                    <a:pt x="2" y="6"/>
                  </a:cubicBezTo>
                  <a:cubicBezTo>
                    <a:pt x="0" y="5"/>
                    <a:pt x="0" y="3"/>
                    <a:pt x="1" y="2"/>
                  </a:cubicBezTo>
                  <a:cubicBezTo>
                    <a:pt x="2" y="0"/>
                    <a:pt x="4" y="0"/>
                    <a:pt x="6" y="1"/>
                  </a:cubicBezTo>
                  <a:cubicBezTo>
                    <a:pt x="28" y="18"/>
                    <a:pt x="28" y="18"/>
                    <a:pt x="28" y="18"/>
                  </a:cubicBezTo>
                  <a:cubicBezTo>
                    <a:pt x="30" y="19"/>
                    <a:pt x="30" y="21"/>
                    <a:pt x="29" y="23"/>
                  </a:cubicBezTo>
                  <a:cubicBezTo>
                    <a:pt x="28" y="24"/>
                    <a:pt x="27" y="24"/>
                    <a:pt x="26"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5" name="Freeform 3850"/>
            <p:cNvSpPr>
              <a:spLocks noEditPoints="1"/>
            </p:cNvSpPr>
            <p:nvPr/>
          </p:nvSpPr>
          <p:spPr bwMode="auto">
            <a:xfrm>
              <a:off x="7219951" y="3082926"/>
              <a:ext cx="104775" cy="109538"/>
            </a:xfrm>
            <a:custGeom>
              <a:avLst/>
              <a:gdLst>
                <a:gd name="T0" fmla="*/ 14 w 28"/>
                <a:gd name="T1" fmla="*/ 29 h 29"/>
                <a:gd name="T2" fmla="*/ 0 w 28"/>
                <a:gd name="T3" fmla="*/ 14 h 29"/>
                <a:gd name="T4" fmla="*/ 14 w 28"/>
                <a:gd name="T5" fmla="*/ 0 h 29"/>
                <a:gd name="T6" fmla="*/ 28 w 28"/>
                <a:gd name="T7" fmla="*/ 14 h 29"/>
                <a:gd name="T8" fmla="*/ 14 w 28"/>
                <a:gd name="T9" fmla="*/ 29 h 29"/>
                <a:gd name="T10" fmla="*/ 14 w 28"/>
                <a:gd name="T11" fmla="*/ 7 h 29"/>
                <a:gd name="T12" fmla="*/ 6 w 28"/>
                <a:gd name="T13" fmla="*/ 14 h 29"/>
                <a:gd name="T14" fmla="*/ 14 w 28"/>
                <a:gd name="T15" fmla="*/ 22 h 29"/>
                <a:gd name="T16" fmla="*/ 22 w 28"/>
                <a:gd name="T17" fmla="*/ 14 h 29"/>
                <a:gd name="T18" fmla="*/ 14 w 28"/>
                <a:gd name="T19" fmla="*/ 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29">
                  <a:moveTo>
                    <a:pt x="14" y="29"/>
                  </a:moveTo>
                  <a:cubicBezTo>
                    <a:pt x="6" y="29"/>
                    <a:pt x="0" y="22"/>
                    <a:pt x="0" y="14"/>
                  </a:cubicBezTo>
                  <a:cubicBezTo>
                    <a:pt x="0" y="6"/>
                    <a:pt x="6" y="0"/>
                    <a:pt x="14" y="0"/>
                  </a:cubicBezTo>
                  <a:cubicBezTo>
                    <a:pt x="22" y="0"/>
                    <a:pt x="28" y="6"/>
                    <a:pt x="28" y="14"/>
                  </a:cubicBezTo>
                  <a:cubicBezTo>
                    <a:pt x="28" y="22"/>
                    <a:pt x="22" y="29"/>
                    <a:pt x="14" y="29"/>
                  </a:cubicBezTo>
                  <a:close/>
                  <a:moveTo>
                    <a:pt x="14" y="7"/>
                  </a:moveTo>
                  <a:cubicBezTo>
                    <a:pt x="10" y="7"/>
                    <a:pt x="6" y="10"/>
                    <a:pt x="6" y="14"/>
                  </a:cubicBezTo>
                  <a:cubicBezTo>
                    <a:pt x="6" y="18"/>
                    <a:pt x="10" y="22"/>
                    <a:pt x="14" y="22"/>
                  </a:cubicBezTo>
                  <a:cubicBezTo>
                    <a:pt x="18" y="22"/>
                    <a:pt x="22" y="18"/>
                    <a:pt x="22" y="14"/>
                  </a:cubicBezTo>
                  <a:cubicBezTo>
                    <a:pt x="22" y="10"/>
                    <a:pt x="18" y="7"/>
                    <a:pt x="1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46" name="组合 145"/>
          <p:cNvGrpSpPr/>
          <p:nvPr/>
        </p:nvGrpSpPr>
        <p:grpSpPr>
          <a:xfrm>
            <a:off x="4936141" y="3326347"/>
            <a:ext cx="496526" cy="619125"/>
            <a:chOff x="6059488" y="2238376"/>
            <a:chExt cx="514350" cy="641350"/>
          </a:xfrm>
          <a:solidFill>
            <a:schemeClr val="tx1">
              <a:lumMod val="65000"/>
              <a:lumOff val="35000"/>
            </a:schemeClr>
          </a:solidFill>
        </p:grpSpPr>
        <p:sp>
          <p:nvSpPr>
            <p:cNvPr id="147" name="Freeform 48"/>
            <p:cNvSpPr>
              <a:spLocks/>
            </p:cNvSpPr>
            <p:nvPr/>
          </p:nvSpPr>
          <p:spPr bwMode="auto">
            <a:xfrm>
              <a:off x="6535738" y="2392363"/>
              <a:ext cx="38100" cy="38100"/>
            </a:xfrm>
            <a:custGeom>
              <a:avLst/>
              <a:gdLst>
                <a:gd name="T0" fmla="*/ 0 w 10"/>
                <a:gd name="T1" fmla="*/ 5 h 10"/>
                <a:gd name="T2" fmla="*/ 4 w 10"/>
                <a:gd name="T3" fmla="*/ 10 h 10"/>
                <a:gd name="T4" fmla="*/ 10 w 10"/>
                <a:gd name="T5" fmla="*/ 4 h 10"/>
                <a:gd name="T6" fmla="*/ 6 w 10"/>
                <a:gd name="T7" fmla="*/ 0 h 10"/>
                <a:gd name="T8" fmla="*/ 0 w 10"/>
                <a:gd name="T9" fmla="*/ 5 h 10"/>
              </a:gdLst>
              <a:ahLst/>
              <a:cxnLst>
                <a:cxn ang="0">
                  <a:pos x="T0" y="T1"/>
                </a:cxn>
                <a:cxn ang="0">
                  <a:pos x="T2" y="T3"/>
                </a:cxn>
                <a:cxn ang="0">
                  <a:pos x="T4" y="T5"/>
                </a:cxn>
                <a:cxn ang="0">
                  <a:pos x="T6" y="T7"/>
                </a:cxn>
                <a:cxn ang="0">
                  <a:pos x="T8" y="T9"/>
                </a:cxn>
              </a:cxnLst>
              <a:rect l="0" t="0" r="r" b="b"/>
              <a:pathLst>
                <a:path w="10" h="10">
                  <a:moveTo>
                    <a:pt x="0" y="5"/>
                  </a:moveTo>
                  <a:cubicBezTo>
                    <a:pt x="0" y="7"/>
                    <a:pt x="1" y="10"/>
                    <a:pt x="4" y="10"/>
                  </a:cubicBezTo>
                  <a:cubicBezTo>
                    <a:pt x="6" y="10"/>
                    <a:pt x="10" y="7"/>
                    <a:pt x="10" y="4"/>
                  </a:cubicBezTo>
                  <a:cubicBezTo>
                    <a:pt x="10" y="2"/>
                    <a:pt x="9" y="0"/>
                    <a:pt x="6" y="0"/>
                  </a:cubicBezTo>
                  <a:cubicBezTo>
                    <a:pt x="3" y="0"/>
                    <a:pt x="0" y="2"/>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 name="Freeform 49"/>
            <p:cNvSpPr>
              <a:spLocks/>
            </p:cNvSpPr>
            <p:nvPr/>
          </p:nvSpPr>
          <p:spPr bwMode="auto">
            <a:xfrm>
              <a:off x="6340475" y="2347913"/>
              <a:ext cx="209550" cy="382588"/>
            </a:xfrm>
            <a:custGeom>
              <a:avLst/>
              <a:gdLst>
                <a:gd name="T0" fmla="*/ 54 w 56"/>
                <a:gd name="T1" fmla="*/ 57 h 102"/>
                <a:gd name="T2" fmla="*/ 55 w 56"/>
                <a:gd name="T3" fmla="*/ 51 h 102"/>
                <a:gd name="T4" fmla="*/ 55 w 56"/>
                <a:gd name="T5" fmla="*/ 40 h 102"/>
                <a:gd name="T6" fmla="*/ 22 w 56"/>
                <a:gd name="T7" fmla="*/ 1 h 102"/>
                <a:gd name="T8" fmla="*/ 1 w 56"/>
                <a:gd name="T9" fmla="*/ 19 h 102"/>
                <a:gd name="T10" fmla="*/ 1 w 56"/>
                <a:gd name="T11" fmla="*/ 20 h 102"/>
                <a:gd name="T12" fmla="*/ 13 w 56"/>
                <a:gd name="T13" fmla="*/ 50 h 102"/>
                <a:gd name="T14" fmla="*/ 11 w 56"/>
                <a:gd name="T15" fmla="*/ 57 h 102"/>
                <a:gd name="T16" fmla="*/ 4 w 56"/>
                <a:gd name="T17" fmla="*/ 80 h 102"/>
                <a:gd name="T18" fmla="*/ 4 w 56"/>
                <a:gd name="T19" fmla="*/ 83 h 102"/>
                <a:gd name="T20" fmla="*/ 15 w 56"/>
                <a:gd name="T21" fmla="*/ 100 h 102"/>
                <a:gd name="T22" fmla="*/ 24 w 56"/>
                <a:gd name="T23" fmla="*/ 100 h 102"/>
                <a:gd name="T24" fmla="*/ 46 w 56"/>
                <a:gd name="T25" fmla="*/ 76 h 102"/>
                <a:gd name="T26" fmla="*/ 54 w 56"/>
                <a:gd name="T27" fmla="*/ 57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6" h="102">
                  <a:moveTo>
                    <a:pt x="54" y="57"/>
                  </a:moveTo>
                  <a:cubicBezTo>
                    <a:pt x="55" y="55"/>
                    <a:pt x="55" y="52"/>
                    <a:pt x="55" y="51"/>
                  </a:cubicBezTo>
                  <a:cubicBezTo>
                    <a:pt x="55" y="51"/>
                    <a:pt x="56" y="44"/>
                    <a:pt x="55" y="40"/>
                  </a:cubicBezTo>
                  <a:cubicBezTo>
                    <a:pt x="54" y="26"/>
                    <a:pt x="38" y="1"/>
                    <a:pt x="22" y="1"/>
                  </a:cubicBezTo>
                  <a:cubicBezTo>
                    <a:pt x="12" y="0"/>
                    <a:pt x="1" y="9"/>
                    <a:pt x="1" y="19"/>
                  </a:cubicBezTo>
                  <a:cubicBezTo>
                    <a:pt x="1" y="20"/>
                    <a:pt x="1" y="20"/>
                    <a:pt x="1" y="20"/>
                  </a:cubicBezTo>
                  <a:cubicBezTo>
                    <a:pt x="0" y="31"/>
                    <a:pt x="13" y="40"/>
                    <a:pt x="13" y="50"/>
                  </a:cubicBezTo>
                  <a:cubicBezTo>
                    <a:pt x="13" y="52"/>
                    <a:pt x="12" y="54"/>
                    <a:pt x="11" y="57"/>
                  </a:cubicBezTo>
                  <a:cubicBezTo>
                    <a:pt x="9" y="64"/>
                    <a:pt x="4" y="75"/>
                    <a:pt x="4" y="80"/>
                  </a:cubicBezTo>
                  <a:cubicBezTo>
                    <a:pt x="4" y="80"/>
                    <a:pt x="4" y="82"/>
                    <a:pt x="4" y="83"/>
                  </a:cubicBezTo>
                  <a:cubicBezTo>
                    <a:pt x="4" y="89"/>
                    <a:pt x="7" y="96"/>
                    <a:pt x="15" y="100"/>
                  </a:cubicBezTo>
                  <a:cubicBezTo>
                    <a:pt x="19" y="102"/>
                    <a:pt x="24" y="100"/>
                    <a:pt x="24" y="100"/>
                  </a:cubicBezTo>
                  <a:cubicBezTo>
                    <a:pt x="33" y="98"/>
                    <a:pt x="43" y="85"/>
                    <a:pt x="46" y="76"/>
                  </a:cubicBezTo>
                  <a:cubicBezTo>
                    <a:pt x="48" y="73"/>
                    <a:pt x="52" y="64"/>
                    <a:pt x="54" y="5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9" name="Freeform 50"/>
            <p:cNvSpPr>
              <a:spLocks/>
            </p:cNvSpPr>
            <p:nvPr/>
          </p:nvSpPr>
          <p:spPr bwMode="auto">
            <a:xfrm>
              <a:off x="6472238" y="2298701"/>
              <a:ext cx="52388" cy="55563"/>
            </a:xfrm>
            <a:custGeom>
              <a:avLst/>
              <a:gdLst>
                <a:gd name="T0" fmla="*/ 5 w 14"/>
                <a:gd name="T1" fmla="*/ 15 h 15"/>
                <a:gd name="T2" fmla="*/ 14 w 14"/>
                <a:gd name="T3" fmla="*/ 6 h 15"/>
                <a:gd name="T4" fmla="*/ 9 w 14"/>
                <a:gd name="T5" fmla="*/ 0 h 15"/>
                <a:gd name="T6" fmla="*/ 0 w 14"/>
                <a:gd name="T7" fmla="*/ 8 h 15"/>
                <a:gd name="T8" fmla="*/ 5 w 14"/>
                <a:gd name="T9" fmla="*/ 15 h 15"/>
              </a:gdLst>
              <a:ahLst/>
              <a:cxnLst>
                <a:cxn ang="0">
                  <a:pos x="T0" y="T1"/>
                </a:cxn>
                <a:cxn ang="0">
                  <a:pos x="T2" y="T3"/>
                </a:cxn>
                <a:cxn ang="0">
                  <a:pos x="T4" y="T5"/>
                </a:cxn>
                <a:cxn ang="0">
                  <a:pos x="T6" y="T7"/>
                </a:cxn>
                <a:cxn ang="0">
                  <a:pos x="T8" y="T9"/>
                </a:cxn>
              </a:cxnLst>
              <a:rect l="0" t="0" r="r" b="b"/>
              <a:pathLst>
                <a:path w="14" h="15">
                  <a:moveTo>
                    <a:pt x="5" y="15"/>
                  </a:moveTo>
                  <a:cubicBezTo>
                    <a:pt x="9" y="15"/>
                    <a:pt x="14" y="10"/>
                    <a:pt x="14" y="6"/>
                  </a:cubicBezTo>
                  <a:cubicBezTo>
                    <a:pt x="14" y="4"/>
                    <a:pt x="12" y="1"/>
                    <a:pt x="9" y="0"/>
                  </a:cubicBezTo>
                  <a:cubicBezTo>
                    <a:pt x="5" y="0"/>
                    <a:pt x="1" y="4"/>
                    <a:pt x="0" y="8"/>
                  </a:cubicBezTo>
                  <a:cubicBezTo>
                    <a:pt x="0" y="11"/>
                    <a:pt x="2" y="14"/>
                    <a:pt x="5" y="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0" name="Freeform 51"/>
            <p:cNvSpPr>
              <a:spLocks/>
            </p:cNvSpPr>
            <p:nvPr/>
          </p:nvSpPr>
          <p:spPr bwMode="auto">
            <a:xfrm>
              <a:off x="6419850" y="2260601"/>
              <a:ext cx="60325" cy="71438"/>
            </a:xfrm>
            <a:custGeom>
              <a:avLst/>
              <a:gdLst>
                <a:gd name="T0" fmla="*/ 6 w 16"/>
                <a:gd name="T1" fmla="*/ 18 h 19"/>
                <a:gd name="T2" fmla="*/ 9 w 16"/>
                <a:gd name="T3" fmla="*/ 18 h 19"/>
                <a:gd name="T4" fmla="*/ 16 w 16"/>
                <a:gd name="T5" fmla="*/ 8 h 19"/>
                <a:gd name="T6" fmla="*/ 9 w 16"/>
                <a:gd name="T7" fmla="*/ 0 h 19"/>
                <a:gd name="T8" fmla="*/ 1 w 16"/>
                <a:gd name="T9" fmla="*/ 8 h 19"/>
                <a:gd name="T10" fmla="*/ 6 w 16"/>
                <a:gd name="T11" fmla="*/ 18 h 19"/>
              </a:gdLst>
              <a:ahLst/>
              <a:cxnLst>
                <a:cxn ang="0">
                  <a:pos x="T0" y="T1"/>
                </a:cxn>
                <a:cxn ang="0">
                  <a:pos x="T2" y="T3"/>
                </a:cxn>
                <a:cxn ang="0">
                  <a:pos x="T4" y="T5"/>
                </a:cxn>
                <a:cxn ang="0">
                  <a:pos x="T6" y="T7"/>
                </a:cxn>
                <a:cxn ang="0">
                  <a:pos x="T8" y="T9"/>
                </a:cxn>
                <a:cxn ang="0">
                  <a:pos x="T10" y="T11"/>
                </a:cxn>
              </a:cxnLst>
              <a:rect l="0" t="0" r="r" b="b"/>
              <a:pathLst>
                <a:path w="16" h="19">
                  <a:moveTo>
                    <a:pt x="6" y="18"/>
                  </a:moveTo>
                  <a:cubicBezTo>
                    <a:pt x="7" y="19"/>
                    <a:pt x="9" y="18"/>
                    <a:pt x="9" y="18"/>
                  </a:cubicBezTo>
                  <a:cubicBezTo>
                    <a:pt x="13" y="17"/>
                    <a:pt x="16" y="11"/>
                    <a:pt x="16" y="8"/>
                  </a:cubicBezTo>
                  <a:cubicBezTo>
                    <a:pt x="16" y="4"/>
                    <a:pt x="13" y="0"/>
                    <a:pt x="9" y="0"/>
                  </a:cubicBezTo>
                  <a:cubicBezTo>
                    <a:pt x="6" y="0"/>
                    <a:pt x="1" y="4"/>
                    <a:pt x="1" y="8"/>
                  </a:cubicBezTo>
                  <a:cubicBezTo>
                    <a:pt x="0" y="13"/>
                    <a:pt x="2" y="17"/>
                    <a:pt x="6"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1" name="Freeform 52"/>
            <p:cNvSpPr>
              <a:spLocks/>
            </p:cNvSpPr>
            <p:nvPr/>
          </p:nvSpPr>
          <p:spPr bwMode="auto">
            <a:xfrm>
              <a:off x="6510338" y="2343151"/>
              <a:ext cx="39688" cy="46038"/>
            </a:xfrm>
            <a:custGeom>
              <a:avLst/>
              <a:gdLst>
                <a:gd name="T0" fmla="*/ 1 w 11"/>
                <a:gd name="T1" fmla="*/ 4 h 12"/>
                <a:gd name="T2" fmla="*/ 1 w 11"/>
                <a:gd name="T3" fmla="*/ 9 h 12"/>
                <a:gd name="T4" fmla="*/ 5 w 11"/>
                <a:gd name="T5" fmla="*/ 12 h 12"/>
                <a:gd name="T6" fmla="*/ 11 w 11"/>
                <a:gd name="T7" fmla="*/ 5 h 12"/>
                <a:gd name="T8" fmla="*/ 7 w 11"/>
                <a:gd name="T9" fmla="*/ 1 h 12"/>
                <a:gd name="T10" fmla="*/ 1 w 11"/>
                <a:gd name="T11" fmla="*/ 4 h 12"/>
              </a:gdLst>
              <a:ahLst/>
              <a:cxnLst>
                <a:cxn ang="0">
                  <a:pos x="T0" y="T1"/>
                </a:cxn>
                <a:cxn ang="0">
                  <a:pos x="T2" y="T3"/>
                </a:cxn>
                <a:cxn ang="0">
                  <a:pos x="T4" y="T5"/>
                </a:cxn>
                <a:cxn ang="0">
                  <a:pos x="T6" y="T7"/>
                </a:cxn>
                <a:cxn ang="0">
                  <a:pos x="T8" y="T9"/>
                </a:cxn>
                <a:cxn ang="0">
                  <a:pos x="T10" y="T11"/>
                </a:cxn>
              </a:cxnLst>
              <a:rect l="0" t="0" r="r" b="b"/>
              <a:pathLst>
                <a:path w="11" h="12">
                  <a:moveTo>
                    <a:pt x="1" y="4"/>
                  </a:moveTo>
                  <a:cubicBezTo>
                    <a:pt x="0" y="6"/>
                    <a:pt x="0" y="9"/>
                    <a:pt x="1" y="9"/>
                  </a:cubicBezTo>
                  <a:cubicBezTo>
                    <a:pt x="1" y="10"/>
                    <a:pt x="2" y="11"/>
                    <a:pt x="5" y="12"/>
                  </a:cubicBezTo>
                  <a:cubicBezTo>
                    <a:pt x="8" y="12"/>
                    <a:pt x="11" y="8"/>
                    <a:pt x="11" y="5"/>
                  </a:cubicBezTo>
                  <a:cubicBezTo>
                    <a:pt x="11" y="3"/>
                    <a:pt x="10" y="1"/>
                    <a:pt x="7" y="1"/>
                  </a:cubicBezTo>
                  <a:cubicBezTo>
                    <a:pt x="5" y="0"/>
                    <a:pt x="3" y="2"/>
                    <a:pt x="1"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2" name="Freeform 53"/>
            <p:cNvSpPr>
              <a:spLocks/>
            </p:cNvSpPr>
            <p:nvPr/>
          </p:nvSpPr>
          <p:spPr bwMode="auto">
            <a:xfrm>
              <a:off x="6334125" y="2238376"/>
              <a:ext cx="80963" cy="101600"/>
            </a:xfrm>
            <a:custGeom>
              <a:avLst/>
              <a:gdLst>
                <a:gd name="T0" fmla="*/ 10 w 22"/>
                <a:gd name="T1" fmla="*/ 27 h 27"/>
                <a:gd name="T2" fmla="*/ 22 w 22"/>
                <a:gd name="T3" fmla="*/ 15 h 27"/>
                <a:gd name="T4" fmla="*/ 22 w 22"/>
                <a:gd name="T5" fmla="*/ 9 h 27"/>
                <a:gd name="T6" fmla="*/ 12 w 22"/>
                <a:gd name="T7" fmla="*/ 0 h 27"/>
                <a:gd name="T8" fmla="*/ 1 w 22"/>
                <a:gd name="T9" fmla="*/ 14 h 27"/>
                <a:gd name="T10" fmla="*/ 10 w 22"/>
                <a:gd name="T11" fmla="*/ 27 h 27"/>
              </a:gdLst>
              <a:ahLst/>
              <a:cxnLst>
                <a:cxn ang="0">
                  <a:pos x="T0" y="T1"/>
                </a:cxn>
                <a:cxn ang="0">
                  <a:pos x="T2" y="T3"/>
                </a:cxn>
                <a:cxn ang="0">
                  <a:pos x="T4" y="T5"/>
                </a:cxn>
                <a:cxn ang="0">
                  <a:pos x="T6" y="T7"/>
                </a:cxn>
                <a:cxn ang="0">
                  <a:pos x="T8" y="T9"/>
                </a:cxn>
                <a:cxn ang="0">
                  <a:pos x="T10" y="T11"/>
                </a:cxn>
              </a:cxnLst>
              <a:rect l="0" t="0" r="r" b="b"/>
              <a:pathLst>
                <a:path w="22" h="27">
                  <a:moveTo>
                    <a:pt x="10" y="27"/>
                  </a:moveTo>
                  <a:cubicBezTo>
                    <a:pt x="15" y="27"/>
                    <a:pt x="22" y="22"/>
                    <a:pt x="22" y="15"/>
                  </a:cubicBezTo>
                  <a:cubicBezTo>
                    <a:pt x="22" y="15"/>
                    <a:pt x="22" y="11"/>
                    <a:pt x="22" y="9"/>
                  </a:cubicBezTo>
                  <a:cubicBezTo>
                    <a:pt x="21" y="4"/>
                    <a:pt x="17" y="0"/>
                    <a:pt x="12" y="0"/>
                  </a:cubicBezTo>
                  <a:cubicBezTo>
                    <a:pt x="5" y="0"/>
                    <a:pt x="1" y="8"/>
                    <a:pt x="1" y="14"/>
                  </a:cubicBezTo>
                  <a:cubicBezTo>
                    <a:pt x="0" y="18"/>
                    <a:pt x="2" y="27"/>
                    <a:pt x="10" y="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3" name="Freeform 54"/>
            <p:cNvSpPr>
              <a:spLocks/>
            </p:cNvSpPr>
            <p:nvPr/>
          </p:nvSpPr>
          <p:spPr bwMode="auto">
            <a:xfrm>
              <a:off x="6164263" y="2455863"/>
              <a:ext cx="52388" cy="63500"/>
            </a:xfrm>
            <a:custGeom>
              <a:avLst/>
              <a:gdLst>
                <a:gd name="T0" fmla="*/ 7 w 14"/>
                <a:gd name="T1" fmla="*/ 17 h 17"/>
                <a:gd name="T2" fmla="*/ 14 w 14"/>
                <a:gd name="T3" fmla="*/ 9 h 17"/>
                <a:gd name="T4" fmla="*/ 7 w 14"/>
                <a:gd name="T5" fmla="*/ 0 h 17"/>
                <a:gd name="T6" fmla="*/ 0 w 14"/>
                <a:gd name="T7" fmla="*/ 8 h 17"/>
                <a:gd name="T8" fmla="*/ 7 w 14"/>
                <a:gd name="T9" fmla="*/ 17 h 17"/>
              </a:gdLst>
              <a:ahLst/>
              <a:cxnLst>
                <a:cxn ang="0">
                  <a:pos x="T0" y="T1"/>
                </a:cxn>
                <a:cxn ang="0">
                  <a:pos x="T2" y="T3"/>
                </a:cxn>
                <a:cxn ang="0">
                  <a:pos x="T4" y="T5"/>
                </a:cxn>
                <a:cxn ang="0">
                  <a:pos x="T6" y="T7"/>
                </a:cxn>
                <a:cxn ang="0">
                  <a:pos x="T8" y="T9"/>
                </a:cxn>
              </a:cxnLst>
              <a:rect l="0" t="0" r="r" b="b"/>
              <a:pathLst>
                <a:path w="14" h="17">
                  <a:moveTo>
                    <a:pt x="7" y="17"/>
                  </a:moveTo>
                  <a:cubicBezTo>
                    <a:pt x="11" y="17"/>
                    <a:pt x="14" y="12"/>
                    <a:pt x="14" y="9"/>
                  </a:cubicBezTo>
                  <a:cubicBezTo>
                    <a:pt x="14" y="5"/>
                    <a:pt x="11" y="0"/>
                    <a:pt x="7" y="0"/>
                  </a:cubicBezTo>
                  <a:cubicBezTo>
                    <a:pt x="2" y="0"/>
                    <a:pt x="0" y="5"/>
                    <a:pt x="0" y="8"/>
                  </a:cubicBezTo>
                  <a:cubicBezTo>
                    <a:pt x="0" y="12"/>
                    <a:pt x="2" y="17"/>
                    <a:pt x="7"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4" name="Freeform 55"/>
            <p:cNvSpPr>
              <a:spLocks/>
            </p:cNvSpPr>
            <p:nvPr/>
          </p:nvSpPr>
          <p:spPr bwMode="auto">
            <a:xfrm>
              <a:off x="6119813" y="2486026"/>
              <a:ext cx="44450" cy="49213"/>
            </a:xfrm>
            <a:custGeom>
              <a:avLst/>
              <a:gdLst>
                <a:gd name="T0" fmla="*/ 6 w 12"/>
                <a:gd name="T1" fmla="*/ 13 h 13"/>
                <a:gd name="T2" fmla="*/ 11 w 12"/>
                <a:gd name="T3" fmla="*/ 7 h 13"/>
                <a:gd name="T4" fmla="*/ 5 w 12"/>
                <a:gd name="T5" fmla="*/ 0 h 13"/>
                <a:gd name="T6" fmla="*/ 0 w 12"/>
                <a:gd name="T7" fmla="*/ 5 h 13"/>
                <a:gd name="T8" fmla="*/ 6 w 12"/>
                <a:gd name="T9" fmla="*/ 13 h 13"/>
              </a:gdLst>
              <a:ahLst/>
              <a:cxnLst>
                <a:cxn ang="0">
                  <a:pos x="T0" y="T1"/>
                </a:cxn>
                <a:cxn ang="0">
                  <a:pos x="T2" y="T3"/>
                </a:cxn>
                <a:cxn ang="0">
                  <a:pos x="T4" y="T5"/>
                </a:cxn>
                <a:cxn ang="0">
                  <a:pos x="T6" y="T7"/>
                </a:cxn>
                <a:cxn ang="0">
                  <a:pos x="T8" y="T9"/>
                </a:cxn>
              </a:cxnLst>
              <a:rect l="0" t="0" r="r" b="b"/>
              <a:pathLst>
                <a:path w="12" h="13">
                  <a:moveTo>
                    <a:pt x="6" y="13"/>
                  </a:moveTo>
                  <a:cubicBezTo>
                    <a:pt x="9" y="13"/>
                    <a:pt x="12" y="10"/>
                    <a:pt x="11" y="7"/>
                  </a:cubicBezTo>
                  <a:cubicBezTo>
                    <a:pt x="11" y="4"/>
                    <a:pt x="8" y="0"/>
                    <a:pt x="5" y="0"/>
                  </a:cubicBezTo>
                  <a:cubicBezTo>
                    <a:pt x="2" y="0"/>
                    <a:pt x="0" y="2"/>
                    <a:pt x="0" y="5"/>
                  </a:cubicBezTo>
                  <a:cubicBezTo>
                    <a:pt x="0" y="8"/>
                    <a:pt x="2" y="13"/>
                    <a:pt x="6"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5" name="Freeform 56"/>
            <p:cNvSpPr>
              <a:spLocks/>
            </p:cNvSpPr>
            <p:nvPr/>
          </p:nvSpPr>
          <p:spPr bwMode="auto">
            <a:xfrm>
              <a:off x="6081713" y="2524126"/>
              <a:ext cx="46038" cy="44450"/>
            </a:xfrm>
            <a:custGeom>
              <a:avLst/>
              <a:gdLst>
                <a:gd name="T0" fmla="*/ 5 w 12"/>
                <a:gd name="T1" fmla="*/ 11 h 12"/>
                <a:gd name="T2" fmla="*/ 9 w 12"/>
                <a:gd name="T3" fmla="*/ 11 h 12"/>
                <a:gd name="T4" fmla="*/ 12 w 12"/>
                <a:gd name="T5" fmla="*/ 8 h 12"/>
                <a:gd name="T6" fmla="*/ 5 w 12"/>
                <a:gd name="T7" fmla="*/ 0 h 12"/>
                <a:gd name="T8" fmla="*/ 1 w 12"/>
                <a:gd name="T9" fmla="*/ 1 h 12"/>
                <a:gd name="T10" fmla="*/ 0 w 12"/>
                <a:gd name="T11" fmla="*/ 5 h 12"/>
                <a:gd name="T12" fmla="*/ 5 w 12"/>
                <a:gd name="T13" fmla="*/ 11 h 12"/>
              </a:gdLst>
              <a:ahLst/>
              <a:cxnLst>
                <a:cxn ang="0">
                  <a:pos x="T0" y="T1"/>
                </a:cxn>
                <a:cxn ang="0">
                  <a:pos x="T2" y="T3"/>
                </a:cxn>
                <a:cxn ang="0">
                  <a:pos x="T4" y="T5"/>
                </a:cxn>
                <a:cxn ang="0">
                  <a:pos x="T6" y="T7"/>
                </a:cxn>
                <a:cxn ang="0">
                  <a:pos x="T8" y="T9"/>
                </a:cxn>
                <a:cxn ang="0">
                  <a:pos x="T10" y="T11"/>
                </a:cxn>
                <a:cxn ang="0">
                  <a:pos x="T12" y="T13"/>
                </a:cxn>
              </a:cxnLst>
              <a:rect l="0" t="0" r="r" b="b"/>
              <a:pathLst>
                <a:path w="12" h="12">
                  <a:moveTo>
                    <a:pt x="5" y="11"/>
                  </a:moveTo>
                  <a:cubicBezTo>
                    <a:pt x="7" y="12"/>
                    <a:pt x="8" y="11"/>
                    <a:pt x="9" y="11"/>
                  </a:cubicBezTo>
                  <a:cubicBezTo>
                    <a:pt x="11" y="10"/>
                    <a:pt x="12" y="9"/>
                    <a:pt x="12" y="8"/>
                  </a:cubicBezTo>
                  <a:cubicBezTo>
                    <a:pt x="12" y="5"/>
                    <a:pt x="9" y="0"/>
                    <a:pt x="5" y="0"/>
                  </a:cubicBezTo>
                  <a:cubicBezTo>
                    <a:pt x="4" y="0"/>
                    <a:pt x="2" y="0"/>
                    <a:pt x="1" y="1"/>
                  </a:cubicBezTo>
                  <a:cubicBezTo>
                    <a:pt x="0" y="2"/>
                    <a:pt x="0" y="3"/>
                    <a:pt x="0" y="5"/>
                  </a:cubicBezTo>
                  <a:cubicBezTo>
                    <a:pt x="0" y="7"/>
                    <a:pt x="3" y="10"/>
                    <a:pt x="5"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6" name="Freeform 57"/>
            <p:cNvSpPr>
              <a:spLocks/>
            </p:cNvSpPr>
            <p:nvPr/>
          </p:nvSpPr>
          <p:spPr bwMode="auto">
            <a:xfrm>
              <a:off x="6221413" y="2436813"/>
              <a:ext cx="74613" cy="93663"/>
            </a:xfrm>
            <a:custGeom>
              <a:avLst/>
              <a:gdLst>
                <a:gd name="T0" fmla="*/ 11 w 20"/>
                <a:gd name="T1" fmla="*/ 0 h 25"/>
                <a:gd name="T2" fmla="*/ 0 w 20"/>
                <a:gd name="T3" fmla="*/ 11 h 25"/>
                <a:gd name="T4" fmla="*/ 5 w 20"/>
                <a:gd name="T5" fmla="*/ 22 h 25"/>
                <a:gd name="T6" fmla="*/ 12 w 20"/>
                <a:gd name="T7" fmla="*/ 24 h 25"/>
                <a:gd name="T8" fmla="*/ 20 w 20"/>
                <a:gd name="T9" fmla="*/ 12 h 25"/>
                <a:gd name="T10" fmla="*/ 11 w 20"/>
                <a:gd name="T11" fmla="*/ 0 h 25"/>
              </a:gdLst>
              <a:ahLst/>
              <a:cxnLst>
                <a:cxn ang="0">
                  <a:pos x="T0" y="T1"/>
                </a:cxn>
                <a:cxn ang="0">
                  <a:pos x="T2" y="T3"/>
                </a:cxn>
                <a:cxn ang="0">
                  <a:pos x="T4" y="T5"/>
                </a:cxn>
                <a:cxn ang="0">
                  <a:pos x="T6" y="T7"/>
                </a:cxn>
                <a:cxn ang="0">
                  <a:pos x="T8" y="T9"/>
                </a:cxn>
                <a:cxn ang="0">
                  <a:pos x="T10" y="T11"/>
                </a:cxn>
              </a:cxnLst>
              <a:rect l="0" t="0" r="r" b="b"/>
              <a:pathLst>
                <a:path w="20" h="25">
                  <a:moveTo>
                    <a:pt x="11" y="0"/>
                  </a:moveTo>
                  <a:cubicBezTo>
                    <a:pt x="5" y="0"/>
                    <a:pt x="0" y="6"/>
                    <a:pt x="0" y="11"/>
                  </a:cubicBezTo>
                  <a:cubicBezTo>
                    <a:pt x="0" y="15"/>
                    <a:pt x="0" y="19"/>
                    <a:pt x="5" y="22"/>
                  </a:cubicBezTo>
                  <a:cubicBezTo>
                    <a:pt x="8" y="25"/>
                    <a:pt x="11" y="24"/>
                    <a:pt x="12" y="24"/>
                  </a:cubicBezTo>
                  <a:cubicBezTo>
                    <a:pt x="17" y="22"/>
                    <a:pt x="20" y="18"/>
                    <a:pt x="20" y="12"/>
                  </a:cubicBezTo>
                  <a:cubicBezTo>
                    <a:pt x="20" y="6"/>
                    <a:pt x="17"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 name="Freeform 58"/>
            <p:cNvSpPr>
              <a:spLocks/>
            </p:cNvSpPr>
            <p:nvPr/>
          </p:nvSpPr>
          <p:spPr bwMode="auto">
            <a:xfrm>
              <a:off x="6078538" y="2535238"/>
              <a:ext cx="209550" cy="344488"/>
            </a:xfrm>
            <a:custGeom>
              <a:avLst/>
              <a:gdLst>
                <a:gd name="T0" fmla="*/ 56 w 56"/>
                <a:gd name="T1" fmla="*/ 16 h 92"/>
                <a:gd name="T2" fmla="*/ 37 w 56"/>
                <a:gd name="T3" fmla="*/ 1 h 92"/>
                <a:gd name="T4" fmla="*/ 0 w 56"/>
                <a:gd name="T5" fmla="*/ 36 h 92"/>
                <a:gd name="T6" fmla="*/ 0 w 56"/>
                <a:gd name="T7" fmla="*/ 39 h 92"/>
                <a:gd name="T8" fmla="*/ 0 w 56"/>
                <a:gd name="T9" fmla="*/ 39 h 92"/>
                <a:gd name="T10" fmla="*/ 0 w 56"/>
                <a:gd name="T11" fmla="*/ 43 h 92"/>
                <a:gd name="T12" fmla="*/ 0 w 56"/>
                <a:gd name="T13" fmla="*/ 48 h 92"/>
                <a:gd name="T14" fmla="*/ 37 w 56"/>
                <a:gd name="T15" fmla="*/ 92 h 92"/>
                <a:gd name="T16" fmla="*/ 52 w 56"/>
                <a:gd name="T17" fmla="*/ 81 h 92"/>
                <a:gd name="T18" fmla="*/ 43 w 56"/>
                <a:gd name="T19" fmla="*/ 50 h 92"/>
                <a:gd name="T20" fmla="*/ 46 w 56"/>
                <a:gd name="T21" fmla="*/ 39 h 92"/>
                <a:gd name="T22" fmla="*/ 56 w 56"/>
                <a:gd name="T23"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6" h="92">
                  <a:moveTo>
                    <a:pt x="56" y="16"/>
                  </a:moveTo>
                  <a:cubicBezTo>
                    <a:pt x="56" y="6"/>
                    <a:pt x="45" y="1"/>
                    <a:pt x="37" y="1"/>
                  </a:cubicBezTo>
                  <a:cubicBezTo>
                    <a:pt x="19" y="0"/>
                    <a:pt x="0" y="17"/>
                    <a:pt x="0" y="36"/>
                  </a:cubicBezTo>
                  <a:cubicBezTo>
                    <a:pt x="0" y="36"/>
                    <a:pt x="0" y="38"/>
                    <a:pt x="0" y="39"/>
                  </a:cubicBezTo>
                  <a:cubicBezTo>
                    <a:pt x="0" y="39"/>
                    <a:pt x="0" y="39"/>
                    <a:pt x="0" y="39"/>
                  </a:cubicBezTo>
                  <a:cubicBezTo>
                    <a:pt x="0" y="43"/>
                    <a:pt x="0" y="43"/>
                    <a:pt x="0" y="43"/>
                  </a:cubicBezTo>
                  <a:cubicBezTo>
                    <a:pt x="0" y="44"/>
                    <a:pt x="0" y="47"/>
                    <a:pt x="0" y="48"/>
                  </a:cubicBezTo>
                  <a:cubicBezTo>
                    <a:pt x="1" y="61"/>
                    <a:pt x="21" y="92"/>
                    <a:pt x="37" y="92"/>
                  </a:cubicBezTo>
                  <a:cubicBezTo>
                    <a:pt x="42" y="92"/>
                    <a:pt x="52" y="88"/>
                    <a:pt x="52" y="81"/>
                  </a:cubicBezTo>
                  <a:cubicBezTo>
                    <a:pt x="52" y="76"/>
                    <a:pt x="42" y="60"/>
                    <a:pt x="43" y="50"/>
                  </a:cubicBezTo>
                  <a:cubicBezTo>
                    <a:pt x="43" y="46"/>
                    <a:pt x="44" y="43"/>
                    <a:pt x="46" y="39"/>
                  </a:cubicBezTo>
                  <a:cubicBezTo>
                    <a:pt x="50" y="31"/>
                    <a:pt x="56" y="23"/>
                    <a:pt x="56"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8" name="Freeform 59"/>
            <p:cNvSpPr>
              <a:spLocks/>
            </p:cNvSpPr>
            <p:nvPr/>
          </p:nvSpPr>
          <p:spPr bwMode="auto">
            <a:xfrm>
              <a:off x="6059488" y="2557463"/>
              <a:ext cx="38100" cy="41275"/>
            </a:xfrm>
            <a:custGeom>
              <a:avLst/>
              <a:gdLst>
                <a:gd name="T0" fmla="*/ 10 w 10"/>
                <a:gd name="T1" fmla="*/ 7 h 11"/>
                <a:gd name="T2" fmla="*/ 7 w 10"/>
                <a:gd name="T3" fmla="*/ 1 h 11"/>
                <a:gd name="T4" fmla="*/ 2 w 10"/>
                <a:gd name="T5" fmla="*/ 1 h 11"/>
                <a:gd name="T6" fmla="*/ 0 w 10"/>
                <a:gd name="T7" fmla="*/ 5 h 11"/>
                <a:gd name="T8" fmla="*/ 6 w 10"/>
                <a:gd name="T9" fmla="*/ 11 h 11"/>
                <a:gd name="T10" fmla="*/ 10 w 10"/>
                <a:gd name="T11" fmla="*/ 7 h 11"/>
              </a:gdLst>
              <a:ahLst/>
              <a:cxnLst>
                <a:cxn ang="0">
                  <a:pos x="T0" y="T1"/>
                </a:cxn>
                <a:cxn ang="0">
                  <a:pos x="T2" y="T3"/>
                </a:cxn>
                <a:cxn ang="0">
                  <a:pos x="T4" y="T5"/>
                </a:cxn>
                <a:cxn ang="0">
                  <a:pos x="T6" y="T7"/>
                </a:cxn>
                <a:cxn ang="0">
                  <a:pos x="T8" y="T9"/>
                </a:cxn>
                <a:cxn ang="0">
                  <a:pos x="T10" y="T11"/>
                </a:cxn>
              </a:cxnLst>
              <a:rect l="0" t="0" r="r" b="b"/>
              <a:pathLst>
                <a:path w="10" h="11">
                  <a:moveTo>
                    <a:pt x="10" y="7"/>
                  </a:moveTo>
                  <a:cubicBezTo>
                    <a:pt x="10" y="5"/>
                    <a:pt x="8" y="3"/>
                    <a:pt x="7" y="1"/>
                  </a:cubicBezTo>
                  <a:cubicBezTo>
                    <a:pt x="6" y="1"/>
                    <a:pt x="5" y="0"/>
                    <a:pt x="2" y="1"/>
                  </a:cubicBezTo>
                  <a:cubicBezTo>
                    <a:pt x="1" y="1"/>
                    <a:pt x="0" y="3"/>
                    <a:pt x="0" y="5"/>
                  </a:cubicBezTo>
                  <a:cubicBezTo>
                    <a:pt x="0" y="7"/>
                    <a:pt x="2" y="10"/>
                    <a:pt x="6" y="11"/>
                  </a:cubicBezTo>
                  <a:cubicBezTo>
                    <a:pt x="8" y="11"/>
                    <a:pt x="10" y="10"/>
                    <a:pt x="10"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50" name="矩形 39"/>
          <p:cNvSpPr/>
          <p:nvPr/>
        </p:nvSpPr>
        <p:spPr>
          <a:xfrm>
            <a:off x="0" y="203088"/>
            <a:ext cx="1774845" cy="523220"/>
          </a:xfrm>
          <a:prstGeom prst="rect">
            <a:avLst/>
          </a:prstGeom>
          <a:noFill/>
        </p:spPr>
        <p:txBody>
          <a:bodyPr wrap="none" rtlCol="0">
            <a:spAutoFit/>
          </a:bodyPr>
          <a:lstStyle/>
          <a:p>
            <a:r>
              <a:rPr lang="zh-CN" altLang="en-US" sz="2800" b="1" dirty="0">
                <a:solidFill>
                  <a:schemeClr val="tx1">
                    <a:lumMod val="65000"/>
                    <a:lumOff val="35000"/>
                  </a:schemeClr>
                </a:solidFill>
              </a:rPr>
              <a:t>柱</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条形图</a:t>
            </a:r>
          </a:p>
        </p:txBody>
      </p:sp>
    </p:spTree>
    <p:extLst>
      <p:ext uri="{BB962C8B-B14F-4D97-AF65-F5344CB8AC3E}">
        <p14:creationId xmlns:p14="http://schemas.microsoft.com/office/powerpoint/2010/main" val="777488834"/>
      </p:ext>
    </p:extLst>
  </p:cSld>
  <p:clrMapOvr>
    <a:masterClrMapping/>
  </p:clrMapOvr>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 name="Freeform 60"/>
          <p:cNvSpPr>
            <a:spLocks/>
          </p:cNvSpPr>
          <p:nvPr/>
        </p:nvSpPr>
        <p:spPr bwMode="auto">
          <a:xfrm>
            <a:off x="783743" y="3719315"/>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6" name="文本框 125"/>
          <p:cNvSpPr txBox="1"/>
          <p:nvPr/>
        </p:nvSpPr>
        <p:spPr>
          <a:xfrm>
            <a:off x="716895" y="4518916"/>
            <a:ext cx="6165819" cy="1421928"/>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右图由数据图表设计而成；</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可根据需要修改图表数据；</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可以辅助文字加以说明；</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颜色可以根据需要进行修改。</a:t>
            </a:r>
            <a:endParaRPr lang="en-US" altLang="zh-CN" dirty="0">
              <a:solidFill>
                <a:prstClr val="black">
                  <a:lumMod val="65000"/>
                  <a:lumOff val="35000"/>
                </a:prstClr>
              </a:solidFill>
              <a:latin typeface="微软雅黑" panose="020B0503020204020204" pitchFamily="34" charset="-122"/>
            </a:endParaRPr>
          </a:p>
        </p:txBody>
      </p:sp>
      <p:sp>
        <p:nvSpPr>
          <p:cNvPr id="127" name="圆角矩形 126"/>
          <p:cNvSpPr/>
          <p:nvPr/>
        </p:nvSpPr>
        <p:spPr>
          <a:xfrm>
            <a:off x="1451435" y="3878600"/>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128" name="等腰三角形 127"/>
          <p:cNvSpPr/>
          <p:nvPr/>
        </p:nvSpPr>
        <p:spPr>
          <a:xfrm rot="16200000">
            <a:off x="1376803" y="3946144"/>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graphicFrame>
        <p:nvGraphicFramePr>
          <p:cNvPr id="50" name="图表 49"/>
          <p:cNvGraphicFramePr/>
          <p:nvPr/>
        </p:nvGraphicFramePr>
        <p:xfrm>
          <a:off x="4726745" y="2250831"/>
          <a:ext cx="7296443" cy="4367242"/>
        </p:xfrm>
        <a:graphic>
          <a:graphicData uri="http://schemas.openxmlformats.org/drawingml/2006/chart">
            <c:chart xmlns:c="http://schemas.openxmlformats.org/drawingml/2006/chart" xmlns:r="http://schemas.openxmlformats.org/officeDocument/2006/relationships" r:id="rId2"/>
          </a:graphicData>
        </a:graphic>
      </p:graphicFrame>
      <p:sp>
        <p:nvSpPr>
          <p:cNvPr id="51" name="文本框 50"/>
          <p:cNvSpPr txBox="1"/>
          <p:nvPr/>
        </p:nvSpPr>
        <p:spPr>
          <a:xfrm>
            <a:off x="5329573" y="1633058"/>
            <a:ext cx="4909101" cy="584775"/>
          </a:xfrm>
          <a:prstGeom prst="rect">
            <a:avLst/>
          </a:prstGeom>
          <a:noFill/>
        </p:spPr>
        <p:txBody>
          <a:bodyPr wrap="none" rtlCol="0">
            <a:spAutoFit/>
          </a:bodyPr>
          <a:lstStyle/>
          <a:p>
            <a:r>
              <a:rPr lang="en-US" altLang="zh-CN" sz="3200" b="1" dirty="0">
                <a:solidFill>
                  <a:prstClr val="black">
                    <a:lumMod val="65000"/>
                    <a:lumOff val="35000"/>
                  </a:prstClr>
                </a:solidFill>
                <a:latin typeface="微软雅黑" panose="020B0503020204020204" pitchFamily="34" charset="-122"/>
              </a:rPr>
              <a:t>ADD YOUR TITLE HERE</a:t>
            </a:r>
            <a:endParaRPr lang="zh-CN" altLang="en-US" sz="3200" b="1" dirty="0">
              <a:solidFill>
                <a:prstClr val="black">
                  <a:lumMod val="65000"/>
                  <a:lumOff val="35000"/>
                </a:prstClr>
              </a:solidFill>
              <a:latin typeface="微软雅黑" panose="020B0503020204020204" pitchFamily="34" charset="-122"/>
            </a:endParaRPr>
          </a:p>
        </p:txBody>
      </p:sp>
      <p:sp>
        <p:nvSpPr>
          <p:cNvPr id="9" name="矩形 39"/>
          <p:cNvSpPr/>
          <p:nvPr/>
        </p:nvSpPr>
        <p:spPr>
          <a:xfrm>
            <a:off x="0" y="203088"/>
            <a:ext cx="1774845" cy="523220"/>
          </a:xfrm>
          <a:prstGeom prst="rect">
            <a:avLst/>
          </a:prstGeom>
          <a:noFill/>
        </p:spPr>
        <p:txBody>
          <a:bodyPr wrap="none" rtlCol="0">
            <a:spAutoFit/>
          </a:bodyPr>
          <a:lstStyle/>
          <a:p>
            <a:r>
              <a:rPr lang="zh-CN" altLang="en-US" sz="2800" b="1" dirty="0">
                <a:solidFill>
                  <a:schemeClr val="tx1">
                    <a:lumMod val="65000"/>
                    <a:lumOff val="35000"/>
                  </a:schemeClr>
                </a:solidFill>
              </a:rPr>
              <a:t>柱</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条形图</a:t>
            </a:r>
          </a:p>
        </p:txBody>
      </p:sp>
    </p:spTree>
    <p:extLst>
      <p:ext uri="{BB962C8B-B14F-4D97-AF65-F5344CB8AC3E}">
        <p14:creationId xmlns:p14="http://schemas.microsoft.com/office/powerpoint/2010/main" val="1964324690"/>
      </p:ext>
    </p:extLst>
  </p:cSld>
  <p:clrMapOvr>
    <a:masterClrMapping/>
  </p:clrMapOvr>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0" name="组合 49"/>
          <p:cNvGrpSpPr/>
          <p:nvPr/>
        </p:nvGrpSpPr>
        <p:grpSpPr>
          <a:xfrm>
            <a:off x="3510403" y="3005203"/>
            <a:ext cx="8072438" cy="661988"/>
            <a:chOff x="3179327" y="1428641"/>
            <a:chExt cx="8072438" cy="661988"/>
          </a:xfrm>
        </p:grpSpPr>
        <p:sp>
          <p:nvSpPr>
            <p:cNvPr id="51" name="Oval 93"/>
            <p:cNvSpPr>
              <a:spLocks noChangeArrowheads="1"/>
            </p:cNvSpPr>
            <p:nvPr/>
          </p:nvSpPr>
          <p:spPr bwMode="auto">
            <a:xfrm>
              <a:off x="3262624" y="1508810"/>
              <a:ext cx="500063" cy="501650"/>
            </a:xfrm>
            <a:prstGeom prst="ellipse">
              <a:avLst/>
            </a:prstGeom>
            <a:solidFill>
              <a:srgbClr val="E60A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 name="Freeform 94"/>
            <p:cNvSpPr>
              <a:spLocks/>
            </p:cNvSpPr>
            <p:nvPr/>
          </p:nvSpPr>
          <p:spPr bwMode="auto">
            <a:xfrm>
              <a:off x="3179327" y="1428641"/>
              <a:ext cx="8072438" cy="661988"/>
            </a:xfrm>
            <a:custGeom>
              <a:avLst/>
              <a:gdLst>
                <a:gd name="T0" fmla="*/ 876 w 906"/>
                <a:gd name="T1" fmla="*/ 10 h 74"/>
                <a:gd name="T2" fmla="*/ 61 w 906"/>
                <a:gd name="T3" fmla="*/ 10 h 74"/>
                <a:gd name="T4" fmla="*/ 36 w 906"/>
                <a:gd name="T5" fmla="*/ 0 h 74"/>
                <a:gd name="T6" fmla="*/ 0 w 906"/>
                <a:gd name="T7" fmla="*/ 37 h 74"/>
                <a:gd name="T8" fmla="*/ 36 w 906"/>
                <a:gd name="T9" fmla="*/ 74 h 74"/>
                <a:gd name="T10" fmla="*/ 61 w 906"/>
                <a:gd name="T11" fmla="*/ 64 h 74"/>
                <a:gd name="T12" fmla="*/ 876 w 906"/>
                <a:gd name="T13" fmla="*/ 64 h 74"/>
                <a:gd name="T14" fmla="*/ 906 w 906"/>
                <a:gd name="T15" fmla="*/ 37 h 74"/>
                <a:gd name="T16" fmla="*/ 876 w 906"/>
                <a:gd name="T17" fmla="*/ 1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6" h="74">
                  <a:moveTo>
                    <a:pt x="876" y="10"/>
                  </a:moveTo>
                  <a:cubicBezTo>
                    <a:pt x="61" y="10"/>
                    <a:pt x="61" y="10"/>
                    <a:pt x="61" y="10"/>
                  </a:cubicBezTo>
                  <a:cubicBezTo>
                    <a:pt x="54" y="4"/>
                    <a:pt x="46" y="0"/>
                    <a:pt x="36" y="0"/>
                  </a:cubicBezTo>
                  <a:cubicBezTo>
                    <a:pt x="16" y="0"/>
                    <a:pt x="0" y="17"/>
                    <a:pt x="0" y="37"/>
                  </a:cubicBezTo>
                  <a:cubicBezTo>
                    <a:pt x="0" y="57"/>
                    <a:pt x="16" y="74"/>
                    <a:pt x="36" y="74"/>
                  </a:cubicBezTo>
                  <a:cubicBezTo>
                    <a:pt x="46" y="74"/>
                    <a:pt x="54" y="70"/>
                    <a:pt x="61" y="64"/>
                  </a:cubicBezTo>
                  <a:cubicBezTo>
                    <a:pt x="876" y="64"/>
                    <a:pt x="876" y="64"/>
                    <a:pt x="876" y="64"/>
                  </a:cubicBezTo>
                  <a:cubicBezTo>
                    <a:pt x="893" y="64"/>
                    <a:pt x="906" y="52"/>
                    <a:pt x="906" y="37"/>
                  </a:cubicBezTo>
                  <a:cubicBezTo>
                    <a:pt x="906" y="22"/>
                    <a:pt x="893" y="10"/>
                    <a:pt x="876" y="10"/>
                  </a:cubicBezTo>
                  <a:close/>
                </a:path>
              </a:pathLst>
            </a:custGeom>
            <a:noFill/>
            <a:ln w="36513" cap="flat">
              <a:solidFill>
                <a:srgbClr val="05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aphicFrame>
        <p:nvGraphicFramePr>
          <p:cNvPr id="53" name="图表 52"/>
          <p:cNvGraphicFramePr/>
          <p:nvPr/>
        </p:nvGraphicFramePr>
        <p:xfrm>
          <a:off x="3709572" y="2505769"/>
          <a:ext cx="6238470" cy="4210351"/>
        </p:xfrm>
        <a:graphic>
          <a:graphicData uri="http://schemas.openxmlformats.org/drawingml/2006/chart">
            <c:chart xmlns:c="http://schemas.openxmlformats.org/drawingml/2006/chart" xmlns:r="http://schemas.openxmlformats.org/officeDocument/2006/relationships" r:id="rId2"/>
          </a:graphicData>
        </a:graphic>
      </p:graphicFrame>
      <p:grpSp>
        <p:nvGrpSpPr>
          <p:cNvPr id="54" name="组合 53"/>
          <p:cNvGrpSpPr/>
          <p:nvPr/>
        </p:nvGrpSpPr>
        <p:grpSpPr>
          <a:xfrm>
            <a:off x="3510403" y="4250679"/>
            <a:ext cx="8072438" cy="661988"/>
            <a:chOff x="3179327" y="1428641"/>
            <a:chExt cx="8072438" cy="661988"/>
          </a:xfrm>
        </p:grpSpPr>
        <p:sp>
          <p:nvSpPr>
            <p:cNvPr id="56" name="Oval 93"/>
            <p:cNvSpPr>
              <a:spLocks noChangeArrowheads="1"/>
            </p:cNvSpPr>
            <p:nvPr/>
          </p:nvSpPr>
          <p:spPr bwMode="auto">
            <a:xfrm>
              <a:off x="3262624" y="1508810"/>
              <a:ext cx="500063" cy="501650"/>
            </a:xfrm>
            <a:prstGeom prst="ellipse">
              <a:avLst/>
            </a:prstGeom>
            <a:solidFill>
              <a:srgbClr val="E60A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 name="Freeform 94"/>
            <p:cNvSpPr>
              <a:spLocks/>
            </p:cNvSpPr>
            <p:nvPr/>
          </p:nvSpPr>
          <p:spPr bwMode="auto">
            <a:xfrm>
              <a:off x="3179327" y="1428641"/>
              <a:ext cx="8072438" cy="661988"/>
            </a:xfrm>
            <a:custGeom>
              <a:avLst/>
              <a:gdLst>
                <a:gd name="T0" fmla="*/ 876 w 906"/>
                <a:gd name="T1" fmla="*/ 10 h 74"/>
                <a:gd name="T2" fmla="*/ 61 w 906"/>
                <a:gd name="T3" fmla="*/ 10 h 74"/>
                <a:gd name="T4" fmla="*/ 36 w 906"/>
                <a:gd name="T5" fmla="*/ 0 h 74"/>
                <a:gd name="T6" fmla="*/ 0 w 906"/>
                <a:gd name="T7" fmla="*/ 37 h 74"/>
                <a:gd name="T8" fmla="*/ 36 w 906"/>
                <a:gd name="T9" fmla="*/ 74 h 74"/>
                <a:gd name="T10" fmla="*/ 61 w 906"/>
                <a:gd name="T11" fmla="*/ 64 h 74"/>
                <a:gd name="T12" fmla="*/ 876 w 906"/>
                <a:gd name="T13" fmla="*/ 64 h 74"/>
                <a:gd name="T14" fmla="*/ 906 w 906"/>
                <a:gd name="T15" fmla="*/ 37 h 74"/>
                <a:gd name="T16" fmla="*/ 876 w 906"/>
                <a:gd name="T17" fmla="*/ 1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6" h="74">
                  <a:moveTo>
                    <a:pt x="876" y="10"/>
                  </a:moveTo>
                  <a:cubicBezTo>
                    <a:pt x="61" y="10"/>
                    <a:pt x="61" y="10"/>
                    <a:pt x="61" y="10"/>
                  </a:cubicBezTo>
                  <a:cubicBezTo>
                    <a:pt x="54" y="4"/>
                    <a:pt x="46" y="0"/>
                    <a:pt x="36" y="0"/>
                  </a:cubicBezTo>
                  <a:cubicBezTo>
                    <a:pt x="16" y="0"/>
                    <a:pt x="0" y="17"/>
                    <a:pt x="0" y="37"/>
                  </a:cubicBezTo>
                  <a:cubicBezTo>
                    <a:pt x="0" y="57"/>
                    <a:pt x="16" y="74"/>
                    <a:pt x="36" y="74"/>
                  </a:cubicBezTo>
                  <a:cubicBezTo>
                    <a:pt x="46" y="74"/>
                    <a:pt x="54" y="70"/>
                    <a:pt x="61" y="64"/>
                  </a:cubicBezTo>
                  <a:cubicBezTo>
                    <a:pt x="876" y="64"/>
                    <a:pt x="876" y="64"/>
                    <a:pt x="876" y="64"/>
                  </a:cubicBezTo>
                  <a:cubicBezTo>
                    <a:pt x="893" y="64"/>
                    <a:pt x="906" y="52"/>
                    <a:pt x="906" y="37"/>
                  </a:cubicBezTo>
                  <a:cubicBezTo>
                    <a:pt x="906" y="22"/>
                    <a:pt x="893" y="10"/>
                    <a:pt x="876" y="10"/>
                  </a:cubicBezTo>
                  <a:close/>
                </a:path>
              </a:pathLst>
            </a:custGeom>
            <a:noFill/>
            <a:ln w="36513" cap="flat">
              <a:solidFill>
                <a:srgbClr val="05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62" name="组合 61"/>
          <p:cNvGrpSpPr/>
          <p:nvPr/>
        </p:nvGrpSpPr>
        <p:grpSpPr>
          <a:xfrm>
            <a:off x="3510403" y="5496155"/>
            <a:ext cx="8072438" cy="661988"/>
            <a:chOff x="3179327" y="1428641"/>
            <a:chExt cx="8072438" cy="661988"/>
          </a:xfrm>
        </p:grpSpPr>
        <p:sp>
          <p:nvSpPr>
            <p:cNvPr id="63" name="Oval 93"/>
            <p:cNvSpPr>
              <a:spLocks noChangeArrowheads="1"/>
            </p:cNvSpPr>
            <p:nvPr/>
          </p:nvSpPr>
          <p:spPr bwMode="auto">
            <a:xfrm>
              <a:off x="3262624" y="1508810"/>
              <a:ext cx="500063" cy="501650"/>
            </a:xfrm>
            <a:prstGeom prst="ellipse">
              <a:avLst/>
            </a:prstGeom>
            <a:solidFill>
              <a:srgbClr val="E60A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 name="Freeform 94"/>
            <p:cNvSpPr>
              <a:spLocks/>
            </p:cNvSpPr>
            <p:nvPr/>
          </p:nvSpPr>
          <p:spPr bwMode="auto">
            <a:xfrm>
              <a:off x="3179327" y="1428641"/>
              <a:ext cx="8072438" cy="661988"/>
            </a:xfrm>
            <a:custGeom>
              <a:avLst/>
              <a:gdLst>
                <a:gd name="T0" fmla="*/ 876 w 906"/>
                <a:gd name="T1" fmla="*/ 10 h 74"/>
                <a:gd name="T2" fmla="*/ 61 w 906"/>
                <a:gd name="T3" fmla="*/ 10 h 74"/>
                <a:gd name="T4" fmla="*/ 36 w 906"/>
                <a:gd name="T5" fmla="*/ 0 h 74"/>
                <a:gd name="T6" fmla="*/ 0 w 906"/>
                <a:gd name="T7" fmla="*/ 37 h 74"/>
                <a:gd name="T8" fmla="*/ 36 w 906"/>
                <a:gd name="T9" fmla="*/ 74 h 74"/>
                <a:gd name="T10" fmla="*/ 61 w 906"/>
                <a:gd name="T11" fmla="*/ 64 h 74"/>
                <a:gd name="T12" fmla="*/ 876 w 906"/>
                <a:gd name="T13" fmla="*/ 64 h 74"/>
                <a:gd name="T14" fmla="*/ 906 w 906"/>
                <a:gd name="T15" fmla="*/ 37 h 74"/>
                <a:gd name="T16" fmla="*/ 876 w 906"/>
                <a:gd name="T17" fmla="*/ 1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6" h="74">
                  <a:moveTo>
                    <a:pt x="876" y="10"/>
                  </a:moveTo>
                  <a:cubicBezTo>
                    <a:pt x="61" y="10"/>
                    <a:pt x="61" y="10"/>
                    <a:pt x="61" y="10"/>
                  </a:cubicBezTo>
                  <a:cubicBezTo>
                    <a:pt x="54" y="4"/>
                    <a:pt x="46" y="0"/>
                    <a:pt x="36" y="0"/>
                  </a:cubicBezTo>
                  <a:cubicBezTo>
                    <a:pt x="16" y="0"/>
                    <a:pt x="0" y="17"/>
                    <a:pt x="0" y="37"/>
                  </a:cubicBezTo>
                  <a:cubicBezTo>
                    <a:pt x="0" y="57"/>
                    <a:pt x="16" y="74"/>
                    <a:pt x="36" y="74"/>
                  </a:cubicBezTo>
                  <a:cubicBezTo>
                    <a:pt x="46" y="74"/>
                    <a:pt x="54" y="70"/>
                    <a:pt x="61" y="64"/>
                  </a:cubicBezTo>
                  <a:cubicBezTo>
                    <a:pt x="876" y="64"/>
                    <a:pt x="876" y="64"/>
                    <a:pt x="876" y="64"/>
                  </a:cubicBezTo>
                  <a:cubicBezTo>
                    <a:pt x="893" y="64"/>
                    <a:pt x="906" y="52"/>
                    <a:pt x="906" y="37"/>
                  </a:cubicBezTo>
                  <a:cubicBezTo>
                    <a:pt x="906" y="22"/>
                    <a:pt x="893" y="10"/>
                    <a:pt x="876" y="10"/>
                  </a:cubicBezTo>
                  <a:close/>
                </a:path>
              </a:pathLst>
            </a:custGeom>
            <a:noFill/>
            <a:ln w="36513" cap="flat">
              <a:solidFill>
                <a:srgbClr val="05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2" name="文本框 1"/>
          <p:cNvSpPr txBox="1"/>
          <p:nvPr/>
        </p:nvSpPr>
        <p:spPr>
          <a:xfrm>
            <a:off x="2198367" y="3036735"/>
            <a:ext cx="1085554" cy="646331"/>
          </a:xfrm>
          <a:prstGeom prst="rect">
            <a:avLst/>
          </a:prstGeom>
          <a:noFill/>
        </p:spPr>
        <p:txBody>
          <a:bodyPr wrap="none" rtlCol="0">
            <a:spAutoFit/>
          </a:bodyPr>
          <a:lstStyle/>
          <a:p>
            <a:r>
              <a:rPr lang="en-US" altLang="zh-CN" sz="3600" dirty="0">
                <a:solidFill>
                  <a:prstClr val="black">
                    <a:lumMod val="65000"/>
                    <a:lumOff val="35000"/>
                  </a:prstClr>
                </a:solidFill>
                <a:latin typeface="Impact" panose="020B0806030902050204" pitchFamily="34" charset="0"/>
              </a:rPr>
              <a:t>2013</a:t>
            </a:r>
            <a:endParaRPr lang="zh-CN" altLang="en-US" sz="3600" dirty="0">
              <a:solidFill>
                <a:prstClr val="black">
                  <a:lumMod val="65000"/>
                  <a:lumOff val="35000"/>
                </a:prstClr>
              </a:solidFill>
              <a:latin typeface="Impact" panose="020B0806030902050204" pitchFamily="34" charset="0"/>
            </a:endParaRPr>
          </a:p>
        </p:txBody>
      </p:sp>
      <p:sp>
        <p:nvSpPr>
          <p:cNvPr id="65" name="文本框 64"/>
          <p:cNvSpPr txBox="1"/>
          <p:nvPr/>
        </p:nvSpPr>
        <p:spPr>
          <a:xfrm>
            <a:off x="2198367" y="4291901"/>
            <a:ext cx="1071127" cy="646331"/>
          </a:xfrm>
          <a:prstGeom prst="rect">
            <a:avLst/>
          </a:prstGeom>
          <a:noFill/>
        </p:spPr>
        <p:txBody>
          <a:bodyPr wrap="none" rtlCol="0">
            <a:spAutoFit/>
          </a:bodyPr>
          <a:lstStyle/>
          <a:p>
            <a:r>
              <a:rPr lang="en-US" altLang="zh-CN" sz="3600" dirty="0">
                <a:solidFill>
                  <a:prstClr val="black">
                    <a:lumMod val="65000"/>
                    <a:lumOff val="35000"/>
                  </a:prstClr>
                </a:solidFill>
                <a:latin typeface="Impact" panose="020B0806030902050204" pitchFamily="34" charset="0"/>
              </a:rPr>
              <a:t>2014</a:t>
            </a:r>
            <a:endParaRPr lang="zh-CN" altLang="en-US" sz="3600" dirty="0">
              <a:solidFill>
                <a:prstClr val="black">
                  <a:lumMod val="65000"/>
                  <a:lumOff val="35000"/>
                </a:prstClr>
              </a:solidFill>
              <a:latin typeface="Impact" panose="020B0806030902050204" pitchFamily="34" charset="0"/>
            </a:endParaRPr>
          </a:p>
        </p:txBody>
      </p:sp>
      <p:sp>
        <p:nvSpPr>
          <p:cNvPr id="66" name="文本框 65"/>
          <p:cNvSpPr txBox="1"/>
          <p:nvPr/>
        </p:nvSpPr>
        <p:spPr>
          <a:xfrm>
            <a:off x="2198367" y="5547067"/>
            <a:ext cx="1088760" cy="646331"/>
          </a:xfrm>
          <a:prstGeom prst="rect">
            <a:avLst/>
          </a:prstGeom>
          <a:noFill/>
        </p:spPr>
        <p:txBody>
          <a:bodyPr wrap="none" rtlCol="0">
            <a:spAutoFit/>
          </a:bodyPr>
          <a:lstStyle/>
          <a:p>
            <a:r>
              <a:rPr lang="en-US" altLang="zh-CN" sz="3600" dirty="0">
                <a:solidFill>
                  <a:prstClr val="black">
                    <a:lumMod val="65000"/>
                    <a:lumOff val="35000"/>
                  </a:prstClr>
                </a:solidFill>
                <a:latin typeface="Impact" panose="020B0806030902050204" pitchFamily="34" charset="0"/>
              </a:rPr>
              <a:t>2015</a:t>
            </a:r>
            <a:endParaRPr lang="zh-CN" altLang="en-US" sz="3600" dirty="0">
              <a:solidFill>
                <a:prstClr val="black">
                  <a:lumMod val="65000"/>
                  <a:lumOff val="35000"/>
                </a:prstClr>
              </a:solidFill>
              <a:latin typeface="Impact" panose="020B0806030902050204" pitchFamily="34" charset="0"/>
            </a:endParaRPr>
          </a:p>
        </p:txBody>
      </p:sp>
      <p:sp>
        <p:nvSpPr>
          <p:cNvPr id="68" name="文本框 67"/>
          <p:cNvSpPr txBox="1"/>
          <p:nvPr/>
        </p:nvSpPr>
        <p:spPr>
          <a:xfrm>
            <a:off x="1000603" y="858685"/>
            <a:ext cx="7109639" cy="369332"/>
          </a:xfrm>
          <a:prstGeom prst="rect">
            <a:avLst/>
          </a:prstGeom>
          <a:noFill/>
        </p:spPr>
        <p:txBody>
          <a:bodyPr wrap="none" rtlCol="0">
            <a:spAutoFit/>
          </a:bodyPr>
          <a:lstStyle/>
          <a:p>
            <a:r>
              <a:rPr lang="zh-CN" altLang="en-US" dirty="0">
                <a:solidFill>
                  <a:prstClr val="black">
                    <a:lumMod val="65000"/>
                    <a:lumOff val="35000"/>
                  </a:prstClr>
                </a:solidFill>
              </a:rPr>
              <a:t>下图为图表和图形组合而成，可以根据需要修改图表数字以及颜色。</a:t>
            </a:r>
          </a:p>
        </p:txBody>
      </p:sp>
      <p:sp>
        <p:nvSpPr>
          <p:cNvPr id="71" name="文本框 70"/>
          <p:cNvSpPr txBox="1"/>
          <p:nvPr/>
        </p:nvSpPr>
        <p:spPr>
          <a:xfrm>
            <a:off x="5856387" y="2046078"/>
            <a:ext cx="3570208" cy="461665"/>
          </a:xfrm>
          <a:prstGeom prst="rect">
            <a:avLst/>
          </a:prstGeom>
          <a:noFill/>
        </p:spPr>
        <p:txBody>
          <a:bodyPr wrap="none" rtlCol="0">
            <a:spAutoFit/>
          </a:bodyPr>
          <a:lstStyle/>
          <a:p>
            <a:r>
              <a:rPr lang="zh-CN" altLang="en-US" sz="2400" b="1" dirty="0">
                <a:solidFill>
                  <a:prstClr val="black">
                    <a:lumMod val="50000"/>
                    <a:lumOff val="50000"/>
                  </a:prstClr>
                </a:solidFill>
              </a:rPr>
              <a:t>某地区夏季历年最高气温</a:t>
            </a:r>
          </a:p>
        </p:txBody>
      </p:sp>
      <p:sp>
        <p:nvSpPr>
          <p:cNvPr id="73" name="Freeform 92"/>
          <p:cNvSpPr>
            <a:spLocks noEditPoints="1"/>
          </p:cNvSpPr>
          <p:nvPr/>
        </p:nvSpPr>
        <p:spPr bwMode="auto">
          <a:xfrm>
            <a:off x="5129021" y="1840631"/>
            <a:ext cx="727366" cy="750735"/>
          </a:xfrm>
          <a:custGeom>
            <a:avLst/>
            <a:gdLst>
              <a:gd name="T0" fmla="*/ 190 w 200"/>
              <a:gd name="T1" fmla="*/ 52 h 207"/>
              <a:gd name="T2" fmla="*/ 106 w 200"/>
              <a:gd name="T3" fmla="*/ 139 h 207"/>
              <a:gd name="T4" fmla="*/ 92 w 200"/>
              <a:gd name="T5" fmla="*/ 187 h 207"/>
              <a:gd name="T6" fmla="*/ 20 w 200"/>
              <a:gd name="T7" fmla="*/ 187 h 207"/>
              <a:gd name="T8" fmla="*/ 20 w 200"/>
              <a:gd name="T9" fmla="*/ 115 h 207"/>
              <a:gd name="T10" fmla="*/ 61 w 200"/>
              <a:gd name="T11" fmla="*/ 100 h 207"/>
              <a:gd name="T12" fmla="*/ 148 w 200"/>
              <a:gd name="T13" fmla="*/ 10 h 207"/>
              <a:gd name="T14" fmla="*/ 185 w 200"/>
              <a:gd name="T15" fmla="*/ 11 h 207"/>
              <a:gd name="T16" fmla="*/ 189 w 200"/>
              <a:gd name="T17" fmla="*/ 15 h 207"/>
              <a:gd name="T18" fmla="*/ 190 w 200"/>
              <a:gd name="T19" fmla="*/ 52 h 207"/>
              <a:gd name="T20" fmla="*/ 180 w 200"/>
              <a:gd name="T21" fmla="*/ 23 h 207"/>
              <a:gd name="T22" fmla="*/ 178 w 200"/>
              <a:gd name="T23" fmla="*/ 21 h 207"/>
              <a:gd name="T24" fmla="*/ 154 w 200"/>
              <a:gd name="T25" fmla="*/ 20 h 207"/>
              <a:gd name="T26" fmla="*/ 69 w 200"/>
              <a:gd name="T27" fmla="*/ 107 h 207"/>
              <a:gd name="T28" fmla="*/ 60 w 200"/>
              <a:gd name="T29" fmla="*/ 113 h 207"/>
              <a:gd name="T30" fmla="*/ 29 w 200"/>
              <a:gd name="T31" fmla="*/ 124 h 207"/>
              <a:gd name="T32" fmla="*/ 29 w 200"/>
              <a:gd name="T33" fmla="*/ 178 h 207"/>
              <a:gd name="T34" fmla="*/ 83 w 200"/>
              <a:gd name="T35" fmla="*/ 178 h 207"/>
              <a:gd name="T36" fmla="*/ 93 w 200"/>
              <a:gd name="T37" fmla="*/ 140 h 207"/>
              <a:gd name="T38" fmla="*/ 96 w 200"/>
              <a:gd name="T39" fmla="*/ 133 h 207"/>
              <a:gd name="T40" fmla="*/ 120 w 200"/>
              <a:gd name="T41" fmla="*/ 109 h 207"/>
              <a:gd name="T42" fmla="*/ 121 w 200"/>
              <a:gd name="T43" fmla="*/ 110 h 207"/>
              <a:gd name="T44" fmla="*/ 126 w 200"/>
              <a:gd name="T45" fmla="*/ 103 h 207"/>
              <a:gd name="T46" fmla="*/ 126 w 200"/>
              <a:gd name="T47" fmla="*/ 103 h 207"/>
              <a:gd name="T48" fmla="*/ 136 w 200"/>
              <a:gd name="T49" fmla="*/ 93 h 207"/>
              <a:gd name="T50" fmla="*/ 137 w 200"/>
              <a:gd name="T51" fmla="*/ 93 h 207"/>
              <a:gd name="T52" fmla="*/ 142 w 200"/>
              <a:gd name="T53" fmla="*/ 87 h 207"/>
              <a:gd name="T54" fmla="*/ 142 w 200"/>
              <a:gd name="T55" fmla="*/ 87 h 207"/>
              <a:gd name="T56" fmla="*/ 157 w 200"/>
              <a:gd name="T57" fmla="*/ 71 h 207"/>
              <a:gd name="T58" fmla="*/ 147 w 200"/>
              <a:gd name="T59" fmla="*/ 61 h 207"/>
              <a:gd name="T60" fmla="*/ 153 w 200"/>
              <a:gd name="T61" fmla="*/ 55 h 207"/>
              <a:gd name="T62" fmla="*/ 163 w 200"/>
              <a:gd name="T63" fmla="*/ 65 h 207"/>
              <a:gd name="T64" fmla="*/ 173 w 200"/>
              <a:gd name="T65" fmla="*/ 54 h 207"/>
              <a:gd name="T66" fmla="*/ 157 w 200"/>
              <a:gd name="T67" fmla="*/ 38 h 207"/>
              <a:gd name="T68" fmla="*/ 163 w 200"/>
              <a:gd name="T69" fmla="*/ 33 h 207"/>
              <a:gd name="T70" fmla="*/ 179 w 200"/>
              <a:gd name="T71" fmla="*/ 49 h 207"/>
              <a:gd name="T72" fmla="*/ 181 w 200"/>
              <a:gd name="T73" fmla="*/ 47 h 207"/>
              <a:gd name="T74" fmla="*/ 180 w 200"/>
              <a:gd name="T75" fmla="*/ 23 h 207"/>
              <a:gd name="T76" fmla="*/ 136 w 200"/>
              <a:gd name="T77" fmla="*/ 81 h 207"/>
              <a:gd name="T78" fmla="*/ 127 w 200"/>
              <a:gd name="T79" fmla="*/ 73 h 207"/>
              <a:gd name="T80" fmla="*/ 121 w 200"/>
              <a:gd name="T81" fmla="*/ 78 h 207"/>
              <a:gd name="T82" fmla="*/ 130 w 200"/>
              <a:gd name="T83" fmla="*/ 87 h 207"/>
              <a:gd name="T84" fmla="*/ 120 w 200"/>
              <a:gd name="T85" fmla="*/ 98 h 207"/>
              <a:gd name="T86" fmla="*/ 114 w 200"/>
              <a:gd name="T87" fmla="*/ 92 h 207"/>
              <a:gd name="T88" fmla="*/ 108 w 200"/>
              <a:gd name="T89" fmla="*/ 98 h 207"/>
              <a:gd name="T90" fmla="*/ 114 w 200"/>
              <a:gd name="T91" fmla="*/ 104 h 207"/>
              <a:gd name="T92" fmla="*/ 83 w 200"/>
              <a:gd name="T93" fmla="*/ 136 h 207"/>
              <a:gd name="T94" fmla="*/ 78 w 200"/>
              <a:gd name="T95" fmla="*/ 172 h 207"/>
              <a:gd name="T96" fmla="*/ 35 w 200"/>
              <a:gd name="T97" fmla="*/ 172 h 207"/>
              <a:gd name="T98" fmla="*/ 35 w 200"/>
              <a:gd name="T99" fmla="*/ 129 h 207"/>
              <a:gd name="T100" fmla="*/ 65 w 200"/>
              <a:gd name="T101" fmla="*/ 122 h 207"/>
              <a:gd name="T102" fmla="*/ 127 w 200"/>
              <a:gd name="T103" fmla="*/ 59 h 207"/>
              <a:gd name="T104" fmla="*/ 141 w 200"/>
              <a:gd name="T105" fmla="*/ 60 h 207"/>
              <a:gd name="T106" fmla="*/ 142 w 200"/>
              <a:gd name="T107" fmla="*/ 61 h 207"/>
              <a:gd name="T108" fmla="*/ 142 w 200"/>
              <a:gd name="T109" fmla="*/ 75 h 207"/>
              <a:gd name="T110" fmla="*/ 136 w 200"/>
              <a:gd name="T111" fmla="*/ 81 h 207"/>
              <a:gd name="T112" fmla="*/ 43 w 200"/>
              <a:gd name="T113" fmla="*/ 135 h 207"/>
              <a:gd name="T114" fmla="*/ 38 w 200"/>
              <a:gd name="T115" fmla="*/ 162 h 207"/>
              <a:gd name="T116" fmla="*/ 66 w 200"/>
              <a:gd name="T117" fmla="*/ 134 h 207"/>
              <a:gd name="T118" fmla="*/ 43 w 200"/>
              <a:gd name="T119" fmla="*/ 135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0" h="207">
                <a:moveTo>
                  <a:pt x="190" y="52"/>
                </a:moveTo>
                <a:cubicBezTo>
                  <a:pt x="106" y="139"/>
                  <a:pt x="106" y="139"/>
                  <a:pt x="106" y="139"/>
                </a:cubicBezTo>
                <a:cubicBezTo>
                  <a:pt x="110" y="156"/>
                  <a:pt x="105" y="174"/>
                  <a:pt x="92" y="187"/>
                </a:cubicBezTo>
                <a:cubicBezTo>
                  <a:pt x="72" y="207"/>
                  <a:pt x="40" y="207"/>
                  <a:pt x="20" y="187"/>
                </a:cubicBezTo>
                <a:cubicBezTo>
                  <a:pt x="0" y="167"/>
                  <a:pt x="0" y="135"/>
                  <a:pt x="20" y="115"/>
                </a:cubicBezTo>
                <a:cubicBezTo>
                  <a:pt x="31" y="103"/>
                  <a:pt x="47" y="99"/>
                  <a:pt x="61" y="100"/>
                </a:cubicBezTo>
                <a:cubicBezTo>
                  <a:pt x="148" y="10"/>
                  <a:pt x="148" y="10"/>
                  <a:pt x="148" y="10"/>
                </a:cubicBezTo>
                <a:cubicBezTo>
                  <a:pt x="158" y="0"/>
                  <a:pt x="175" y="1"/>
                  <a:pt x="185" y="11"/>
                </a:cubicBezTo>
                <a:cubicBezTo>
                  <a:pt x="189" y="15"/>
                  <a:pt x="189" y="15"/>
                  <a:pt x="189" y="15"/>
                </a:cubicBezTo>
                <a:cubicBezTo>
                  <a:pt x="199" y="25"/>
                  <a:pt x="200" y="42"/>
                  <a:pt x="190" y="52"/>
                </a:cubicBezTo>
                <a:close/>
                <a:moveTo>
                  <a:pt x="180" y="23"/>
                </a:moveTo>
                <a:cubicBezTo>
                  <a:pt x="178" y="21"/>
                  <a:pt x="178" y="21"/>
                  <a:pt x="178" y="21"/>
                </a:cubicBezTo>
                <a:cubicBezTo>
                  <a:pt x="171" y="15"/>
                  <a:pt x="160" y="14"/>
                  <a:pt x="154" y="20"/>
                </a:cubicBezTo>
                <a:cubicBezTo>
                  <a:pt x="69" y="107"/>
                  <a:pt x="69" y="107"/>
                  <a:pt x="69" y="107"/>
                </a:cubicBezTo>
                <a:cubicBezTo>
                  <a:pt x="68" y="112"/>
                  <a:pt x="60" y="113"/>
                  <a:pt x="60" y="113"/>
                </a:cubicBezTo>
                <a:cubicBezTo>
                  <a:pt x="49" y="112"/>
                  <a:pt x="38" y="115"/>
                  <a:pt x="29" y="124"/>
                </a:cubicBezTo>
                <a:cubicBezTo>
                  <a:pt x="14" y="139"/>
                  <a:pt x="14" y="163"/>
                  <a:pt x="29" y="178"/>
                </a:cubicBezTo>
                <a:cubicBezTo>
                  <a:pt x="44" y="193"/>
                  <a:pt x="68" y="193"/>
                  <a:pt x="83" y="178"/>
                </a:cubicBezTo>
                <a:cubicBezTo>
                  <a:pt x="93" y="168"/>
                  <a:pt x="97" y="153"/>
                  <a:pt x="93" y="140"/>
                </a:cubicBezTo>
                <a:cubicBezTo>
                  <a:pt x="93" y="140"/>
                  <a:pt x="92" y="136"/>
                  <a:pt x="96" y="133"/>
                </a:cubicBezTo>
                <a:cubicBezTo>
                  <a:pt x="120" y="109"/>
                  <a:pt x="120" y="109"/>
                  <a:pt x="120" y="109"/>
                </a:cubicBezTo>
                <a:cubicBezTo>
                  <a:pt x="121" y="110"/>
                  <a:pt x="121" y="110"/>
                  <a:pt x="121" y="110"/>
                </a:cubicBezTo>
                <a:cubicBezTo>
                  <a:pt x="126" y="103"/>
                  <a:pt x="126" y="103"/>
                  <a:pt x="126" y="103"/>
                </a:cubicBezTo>
                <a:cubicBezTo>
                  <a:pt x="126" y="103"/>
                  <a:pt x="126" y="103"/>
                  <a:pt x="126" y="103"/>
                </a:cubicBezTo>
                <a:cubicBezTo>
                  <a:pt x="136" y="93"/>
                  <a:pt x="136" y="93"/>
                  <a:pt x="136" y="93"/>
                </a:cubicBezTo>
                <a:cubicBezTo>
                  <a:pt x="137" y="93"/>
                  <a:pt x="137" y="93"/>
                  <a:pt x="137" y="93"/>
                </a:cubicBezTo>
                <a:cubicBezTo>
                  <a:pt x="142" y="87"/>
                  <a:pt x="142" y="87"/>
                  <a:pt x="142" y="87"/>
                </a:cubicBezTo>
                <a:cubicBezTo>
                  <a:pt x="142" y="87"/>
                  <a:pt x="142" y="87"/>
                  <a:pt x="142" y="87"/>
                </a:cubicBezTo>
                <a:cubicBezTo>
                  <a:pt x="157" y="71"/>
                  <a:pt x="157" y="71"/>
                  <a:pt x="157" y="71"/>
                </a:cubicBezTo>
                <a:cubicBezTo>
                  <a:pt x="147" y="61"/>
                  <a:pt x="147" y="61"/>
                  <a:pt x="147" y="61"/>
                </a:cubicBezTo>
                <a:cubicBezTo>
                  <a:pt x="153" y="55"/>
                  <a:pt x="153" y="55"/>
                  <a:pt x="153" y="55"/>
                </a:cubicBezTo>
                <a:cubicBezTo>
                  <a:pt x="163" y="65"/>
                  <a:pt x="163" y="65"/>
                  <a:pt x="163" y="65"/>
                </a:cubicBezTo>
                <a:cubicBezTo>
                  <a:pt x="173" y="54"/>
                  <a:pt x="173" y="54"/>
                  <a:pt x="173" y="54"/>
                </a:cubicBezTo>
                <a:cubicBezTo>
                  <a:pt x="157" y="38"/>
                  <a:pt x="157" y="38"/>
                  <a:pt x="157" y="38"/>
                </a:cubicBezTo>
                <a:cubicBezTo>
                  <a:pt x="163" y="33"/>
                  <a:pt x="163" y="33"/>
                  <a:pt x="163" y="33"/>
                </a:cubicBezTo>
                <a:cubicBezTo>
                  <a:pt x="179" y="49"/>
                  <a:pt x="179" y="49"/>
                  <a:pt x="179" y="49"/>
                </a:cubicBezTo>
                <a:cubicBezTo>
                  <a:pt x="181" y="47"/>
                  <a:pt x="181" y="47"/>
                  <a:pt x="181" y="47"/>
                </a:cubicBezTo>
                <a:cubicBezTo>
                  <a:pt x="187" y="41"/>
                  <a:pt x="186" y="30"/>
                  <a:pt x="180" y="23"/>
                </a:cubicBezTo>
                <a:close/>
                <a:moveTo>
                  <a:pt x="136" y="81"/>
                </a:moveTo>
                <a:cubicBezTo>
                  <a:pt x="127" y="73"/>
                  <a:pt x="127" y="73"/>
                  <a:pt x="127" y="73"/>
                </a:cubicBezTo>
                <a:cubicBezTo>
                  <a:pt x="121" y="78"/>
                  <a:pt x="121" y="78"/>
                  <a:pt x="121" y="78"/>
                </a:cubicBezTo>
                <a:cubicBezTo>
                  <a:pt x="130" y="87"/>
                  <a:pt x="130" y="87"/>
                  <a:pt x="130" y="87"/>
                </a:cubicBezTo>
                <a:cubicBezTo>
                  <a:pt x="120" y="98"/>
                  <a:pt x="120" y="98"/>
                  <a:pt x="120" y="98"/>
                </a:cubicBezTo>
                <a:cubicBezTo>
                  <a:pt x="114" y="92"/>
                  <a:pt x="114" y="92"/>
                  <a:pt x="114" y="92"/>
                </a:cubicBezTo>
                <a:cubicBezTo>
                  <a:pt x="108" y="98"/>
                  <a:pt x="108" y="98"/>
                  <a:pt x="108" y="98"/>
                </a:cubicBezTo>
                <a:cubicBezTo>
                  <a:pt x="114" y="104"/>
                  <a:pt x="114" y="104"/>
                  <a:pt x="114" y="104"/>
                </a:cubicBezTo>
                <a:cubicBezTo>
                  <a:pt x="83" y="136"/>
                  <a:pt x="83" y="136"/>
                  <a:pt x="83" y="136"/>
                </a:cubicBezTo>
                <a:cubicBezTo>
                  <a:pt x="89" y="148"/>
                  <a:pt x="88" y="163"/>
                  <a:pt x="78" y="172"/>
                </a:cubicBezTo>
                <a:cubicBezTo>
                  <a:pt x="66" y="184"/>
                  <a:pt x="46" y="184"/>
                  <a:pt x="35" y="172"/>
                </a:cubicBezTo>
                <a:cubicBezTo>
                  <a:pt x="23" y="160"/>
                  <a:pt x="23" y="141"/>
                  <a:pt x="35" y="129"/>
                </a:cubicBezTo>
                <a:cubicBezTo>
                  <a:pt x="43" y="121"/>
                  <a:pt x="55" y="119"/>
                  <a:pt x="65" y="122"/>
                </a:cubicBezTo>
                <a:cubicBezTo>
                  <a:pt x="127" y="59"/>
                  <a:pt x="127" y="59"/>
                  <a:pt x="127" y="59"/>
                </a:cubicBezTo>
                <a:cubicBezTo>
                  <a:pt x="130" y="55"/>
                  <a:pt x="137" y="56"/>
                  <a:pt x="141" y="60"/>
                </a:cubicBezTo>
                <a:cubicBezTo>
                  <a:pt x="142" y="61"/>
                  <a:pt x="142" y="61"/>
                  <a:pt x="142" y="61"/>
                </a:cubicBezTo>
                <a:cubicBezTo>
                  <a:pt x="146" y="65"/>
                  <a:pt x="146" y="71"/>
                  <a:pt x="142" y="75"/>
                </a:cubicBezTo>
                <a:lnTo>
                  <a:pt x="136" y="81"/>
                </a:lnTo>
                <a:close/>
                <a:moveTo>
                  <a:pt x="43" y="135"/>
                </a:moveTo>
                <a:cubicBezTo>
                  <a:pt x="30" y="147"/>
                  <a:pt x="38" y="166"/>
                  <a:pt x="38" y="162"/>
                </a:cubicBezTo>
                <a:cubicBezTo>
                  <a:pt x="41" y="135"/>
                  <a:pt x="66" y="134"/>
                  <a:pt x="66" y="134"/>
                </a:cubicBezTo>
                <a:cubicBezTo>
                  <a:pt x="66" y="134"/>
                  <a:pt x="56" y="124"/>
                  <a:pt x="43" y="135"/>
                </a:cubicBezTo>
                <a:close/>
              </a:path>
            </a:pathLst>
          </a:custGeom>
          <a:solidFill>
            <a:srgbClr val="E60A1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 name="矩形 39"/>
          <p:cNvSpPr/>
          <p:nvPr/>
        </p:nvSpPr>
        <p:spPr>
          <a:xfrm>
            <a:off x="0" y="203088"/>
            <a:ext cx="1774845" cy="523220"/>
          </a:xfrm>
          <a:prstGeom prst="rect">
            <a:avLst/>
          </a:prstGeom>
          <a:noFill/>
        </p:spPr>
        <p:txBody>
          <a:bodyPr wrap="none" rtlCol="0">
            <a:spAutoFit/>
          </a:bodyPr>
          <a:lstStyle/>
          <a:p>
            <a:r>
              <a:rPr lang="zh-CN" altLang="en-US" sz="2800" b="1" dirty="0">
                <a:solidFill>
                  <a:schemeClr val="tx1">
                    <a:lumMod val="65000"/>
                    <a:lumOff val="35000"/>
                  </a:schemeClr>
                </a:solidFill>
              </a:rPr>
              <a:t>柱</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条形图</a:t>
            </a:r>
          </a:p>
        </p:txBody>
      </p:sp>
    </p:spTree>
    <p:extLst>
      <p:ext uri="{BB962C8B-B14F-4D97-AF65-F5344CB8AC3E}">
        <p14:creationId xmlns:p14="http://schemas.microsoft.com/office/powerpoint/2010/main" val="1138959499"/>
      </p:ext>
    </p:extLst>
  </p:cSld>
  <p:clrMapOvr>
    <a:masterClrMapping/>
  </p:clrMapOvr>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图表 4"/>
          <p:cNvGraphicFramePr/>
          <p:nvPr/>
        </p:nvGraphicFramePr>
        <p:xfrm>
          <a:off x="6558956" y="2634202"/>
          <a:ext cx="5425172" cy="2969872"/>
        </p:xfrm>
        <a:graphic>
          <a:graphicData uri="http://schemas.openxmlformats.org/drawingml/2006/chart">
            <c:chart xmlns:c="http://schemas.openxmlformats.org/drawingml/2006/chart" xmlns:r="http://schemas.openxmlformats.org/officeDocument/2006/relationships" r:id="rId2"/>
          </a:graphicData>
        </a:graphic>
      </p:graphicFrame>
      <p:grpSp>
        <p:nvGrpSpPr>
          <p:cNvPr id="18" name="组合 17"/>
          <p:cNvGrpSpPr/>
          <p:nvPr/>
        </p:nvGrpSpPr>
        <p:grpSpPr>
          <a:xfrm>
            <a:off x="5697600" y="1074904"/>
            <a:ext cx="1792288" cy="5213351"/>
            <a:chOff x="5681834" y="1074904"/>
            <a:chExt cx="1792288" cy="5213351"/>
          </a:xfrm>
        </p:grpSpPr>
        <p:sp>
          <p:nvSpPr>
            <p:cNvPr id="10" name="Rectangle 8"/>
            <p:cNvSpPr>
              <a:spLocks noChangeArrowheads="1"/>
            </p:cNvSpPr>
            <p:nvPr/>
          </p:nvSpPr>
          <p:spPr bwMode="auto">
            <a:xfrm>
              <a:off x="6448597" y="1879767"/>
              <a:ext cx="393700" cy="4408488"/>
            </a:xfrm>
            <a:prstGeom prst="rect">
              <a:avLst/>
            </a:prstGeom>
            <a:solidFill>
              <a:srgbClr val="F5BD1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 name="Oval 9"/>
            <p:cNvSpPr>
              <a:spLocks noChangeArrowheads="1"/>
            </p:cNvSpPr>
            <p:nvPr/>
          </p:nvSpPr>
          <p:spPr bwMode="auto">
            <a:xfrm>
              <a:off x="5681834" y="1074904"/>
              <a:ext cx="1792288" cy="1792288"/>
            </a:xfrm>
            <a:prstGeom prst="ellipse">
              <a:avLst/>
            </a:prstGeom>
            <a:solidFill>
              <a:srgbClr val="F5B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 name="Oval 10"/>
            <p:cNvSpPr>
              <a:spLocks noChangeArrowheads="1"/>
            </p:cNvSpPr>
            <p:nvPr/>
          </p:nvSpPr>
          <p:spPr bwMode="auto">
            <a:xfrm>
              <a:off x="6346997" y="1357479"/>
              <a:ext cx="434975" cy="434975"/>
            </a:xfrm>
            <a:prstGeom prst="ellipse">
              <a:avLst/>
            </a:prstGeom>
            <a:solidFill>
              <a:srgbClr val="6750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17" name="文本框 16"/>
          <p:cNvSpPr txBox="1"/>
          <p:nvPr/>
        </p:nvSpPr>
        <p:spPr>
          <a:xfrm>
            <a:off x="7418020" y="2979683"/>
            <a:ext cx="1439818" cy="461665"/>
          </a:xfrm>
          <a:prstGeom prst="rect">
            <a:avLst/>
          </a:prstGeom>
          <a:noFill/>
        </p:spPr>
        <p:txBody>
          <a:bodyPr wrap="none" rtlCol="0">
            <a:spAutoFit/>
          </a:bodyPr>
          <a:lstStyle/>
          <a:p>
            <a:r>
              <a:rPr lang="en-US" altLang="zh-CN" sz="2400" dirty="0">
                <a:solidFill>
                  <a:prstClr val="white"/>
                </a:solidFill>
                <a:latin typeface="Impact" panose="020B0806030902050204" pitchFamily="34" charset="0"/>
              </a:rPr>
              <a:t>A solution</a:t>
            </a:r>
            <a:endParaRPr lang="zh-CN" altLang="en-US" sz="2400" dirty="0">
              <a:solidFill>
                <a:prstClr val="white"/>
              </a:solidFill>
              <a:latin typeface="Impact" panose="020B0806030902050204" pitchFamily="34" charset="0"/>
            </a:endParaRPr>
          </a:p>
        </p:txBody>
      </p:sp>
      <p:sp>
        <p:nvSpPr>
          <p:cNvPr id="19" name="文本框 18"/>
          <p:cNvSpPr txBox="1"/>
          <p:nvPr/>
        </p:nvSpPr>
        <p:spPr>
          <a:xfrm>
            <a:off x="7418020" y="3868944"/>
            <a:ext cx="1452642" cy="461665"/>
          </a:xfrm>
          <a:prstGeom prst="rect">
            <a:avLst/>
          </a:prstGeom>
          <a:noFill/>
        </p:spPr>
        <p:txBody>
          <a:bodyPr wrap="none" rtlCol="0">
            <a:spAutoFit/>
          </a:bodyPr>
          <a:lstStyle/>
          <a:p>
            <a:r>
              <a:rPr lang="en-US" altLang="zh-CN" sz="2400" dirty="0">
                <a:solidFill>
                  <a:prstClr val="white"/>
                </a:solidFill>
                <a:latin typeface="Impact" panose="020B0806030902050204" pitchFamily="34" charset="0"/>
              </a:rPr>
              <a:t>B solution</a:t>
            </a:r>
            <a:endParaRPr lang="zh-CN" altLang="en-US" sz="2400" dirty="0">
              <a:solidFill>
                <a:prstClr val="white"/>
              </a:solidFill>
              <a:latin typeface="Impact" panose="020B0806030902050204" pitchFamily="34" charset="0"/>
            </a:endParaRPr>
          </a:p>
        </p:txBody>
      </p:sp>
      <p:sp>
        <p:nvSpPr>
          <p:cNvPr id="20" name="文本框 19"/>
          <p:cNvSpPr txBox="1"/>
          <p:nvPr/>
        </p:nvSpPr>
        <p:spPr>
          <a:xfrm>
            <a:off x="7418020" y="4758205"/>
            <a:ext cx="1452642" cy="461665"/>
          </a:xfrm>
          <a:prstGeom prst="rect">
            <a:avLst/>
          </a:prstGeom>
          <a:noFill/>
        </p:spPr>
        <p:txBody>
          <a:bodyPr wrap="none" rtlCol="0">
            <a:spAutoFit/>
          </a:bodyPr>
          <a:lstStyle/>
          <a:p>
            <a:r>
              <a:rPr lang="en-US" altLang="zh-CN" sz="2400" dirty="0">
                <a:solidFill>
                  <a:prstClr val="white"/>
                </a:solidFill>
                <a:latin typeface="Impact" panose="020B0806030902050204" pitchFamily="34" charset="0"/>
              </a:rPr>
              <a:t>C solution</a:t>
            </a:r>
            <a:endParaRPr lang="zh-CN" altLang="en-US" sz="2400" dirty="0">
              <a:solidFill>
                <a:prstClr val="white"/>
              </a:solidFill>
              <a:latin typeface="Impact" panose="020B0806030902050204" pitchFamily="34" charset="0"/>
            </a:endParaRPr>
          </a:p>
        </p:txBody>
      </p:sp>
      <p:sp>
        <p:nvSpPr>
          <p:cNvPr id="21" name="Freeform 60"/>
          <p:cNvSpPr>
            <a:spLocks/>
          </p:cNvSpPr>
          <p:nvPr/>
        </p:nvSpPr>
        <p:spPr bwMode="auto">
          <a:xfrm>
            <a:off x="783743" y="3719315"/>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 name="文本框 21"/>
          <p:cNvSpPr txBox="1"/>
          <p:nvPr/>
        </p:nvSpPr>
        <p:spPr>
          <a:xfrm>
            <a:off x="716895" y="4518916"/>
            <a:ext cx="4769505" cy="1421928"/>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右图由图标和数据图表组合而成；</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可根据需要修改图表数据；</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可以辅助文字加以说明；</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颜色可以根据需要进行修改。</a:t>
            </a:r>
            <a:endParaRPr lang="en-US" altLang="zh-CN" dirty="0">
              <a:solidFill>
                <a:prstClr val="black">
                  <a:lumMod val="65000"/>
                  <a:lumOff val="35000"/>
                </a:prstClr>
              </a:solidFill>
              <a:latin typeface="微软雅黑" panose="020B0503020204020204" pitchFamily="34" charset="-122"/>
            </a:endParaRPr>
          </a:p>
        </p:txBody>
      </p:sp>
      <p:sp>
        <p:nvSpPr>
          <p:cNvPr id="23" name="圆角矩形 22"/>
          <p:cNvSpPr/>
          <p:nvPr/>
        </p:nvSpPr>
        <p:spPr>
          <a:xfrm>
            <a:off x="1451435" y="3878600"/>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24" name="等腰三角形 23"/>
          <p:cNvSpPr/>
          <p:nvPr/>
        </p:nvSpPr>
        <p:spPr>
          <a:xfrm rot="16200000">
            <a:off x="1376803" y="3946144"/>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15" name="矩形 39"/>
          <p:cNvSpPr/>
          <p:nvPr/>
        </p:nvSpPr>
        <p:spPr>
          <a:xfrm>
            <a:off x="0" y="203088"/>
            <a:ext cx="1774845" cy="523220"/>
          </a:xfrm>
          <a:prstGeom prst="rect">
            <a:avLst/>
          </a:prstGeom>
          <a:noFill/>
        </p:spPr>
        <p:txBody>
          <a:bodyPr wrap="none" rtlCol="0">
            <a:spAutoFit/>
          </a:bodyPr>
          <a:lstStyle/>
          <a:p>
            <a:r>
              <a:rPr lang="zh-CN" altLang="en-US" sz="2800" b="1" dirty="0">
                <a:solidFill>
                  <a:schemeClr val="tx1">
                    <a:lumMod val="65000"/>
                    <a:lumOff val="35000"/>
                  </a:schemeClr>
                </a:solidFill>
              </a:rPr>
              <a:t>柱</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条形图</a:t>
            </a:r>
          </a:p>
        </p:txBody>
      </p:sp>
    </p:spTree>
    <p:extLst>
      <p:ext uri="{BB962C8B-B14F-4D97-AF65-F5344CB8AC3E}">
        <p14:creationId xmlns:p14="http://schemas.microsoft.com/office/powerpoint/2010/main" val="1970553982"/>
      </p:ext>
    </p:extLst>
  </p:cSld>
  <p:clrMapOvr>
    <a:masterClrMapping/>
  </p:clrMapOvr>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 name="组合 17"/>
          <p:cNvGrpSpPr/>
          <p:nvPr/>
        </p:nvGrpSpPr>
        <p:grpSpPr>
          <a:xfrm>
            <a:off x="5212169" y="596728"/>
            <a:ext cx="5694594" cy="5694594"/>
            <a:chOff x="5212169" y="596728"/>
            <a:chExt cx="5694594" cy="5694594"/>
          </a:xfrm>
        </p:grpSpPr>
        <p:grpSp>
          <p:nvGrpSpPr>
            <p:cNvPr id="9" name="组合 8"/>
            <p:cNvGrpSpPr/>
            <p:nvPr/>
          </p:nvGrpSpPr>
          <p:grpSpPr>
            <a:xfrm>
              <a:off x="5212169" y="596728"/>
              <a:ext cx="5694594" cy="5694594"/>
              <a:chOff x="4760621" y="1918353"/>
              <a:chExt cx="3312000" cy="3312000"/>
            </a:xfrm>
          </p:grpSpPr>
          <p:sp>
            <p:nvSpPr>
              <p:cNvPr id="2" name="椭圆 1"/>
              <p:cNvSpPr/>
              <p:nvPr/>
            </p:nvSpPr>
            <p:spPr>
              <a:xfrm>
                <a:off x="4760621" y="1918353"/>
                <a:ext cx="3312000" cy="3312000"/>
              </a:xfrm>
              <a:prstGeom prst="ellipse">
                <a:avLst/>
              </a:prstGeom>
              <a:noFill/>
              <a:ln w="196850">
                <a:solidFill>
                  <a:srgbClr val="72717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4" name="Freeform 97"/>
              <p:cNvSpPr>
                <a:spLocks/>
              </p:cNvSpPr>
              <p:nvPr/>
            </p:nvSpPr>
            <p:spPr bwMode="auto">
              <a:xfrm>
                <a:off x="4936783" y="3562582"/>
                <a:ext cx="2952749" cy="1477963"/>
              </a:xfrm>
              <a:custGeom>
                <a:avLst/>
                <a:gdLst>
                  <a:gd name="T0" fmla="*/ 1244 w 1244"/>
                  <a:gd name="T1" fmla="*/ 0 h 622"/>
                  <a:gd name="T2" fmla="*/ 622 w 1244"/>
                  <a:gd name="T3" fmla="*/ 622 h 622"/>
                  <a:gd name="T4" fmla="*/ 0 w 1244"/>
                  <a:gd name="T5" fmla="*/ 0 h 622"/>
                </a:gdLst>
                <a:ahLst/>
                <a:cxnLst>
                  <a:cxn ang="0">
                    <a:pos x="T0" y="T1"/>
                  </a:cxn>
                  <a:cxn ang="0">
                    <a:pos x="T2" y="T3"/>
                  </a:cxn>
                  <a:cxn ang="0">
                    <a:pos x="T4" y="T5"/>
                  </a:cxn>
                </a:cxnLst>
                <a:rect l="0" t="0" r="r" b="b"/>
                <a:pathLst>
                  <a:path w="1244" h="622">
                    <a:moveTo>
                      <a:pt x="1244" y="0"/>
                    </a:moveTo>
                    <a:cubicBezTo>
                      <a:pt x="1244" y="344"/>
                      <a:pt x="966" y="622"/>
                      <a:pt x="622" y="622"/>
                    </a:cubicBezTo>
                    <a:cubicBezTo>
                      <a:pt x="278" y="622"/>
                      <a:pt x="0" y="344"/>
                      <a:pt x="0" y="0"/>
                    </a:cubicBezTo>
                  </a:path>
                </a:pathLst>
              </a:custGeom>
              <a:solidFill>
                <a:srgbClr val="0097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10" name="矩形 9"/>
            <p:cNvSpPr/>
            <p:nvPr/>
          </p:nvSpPr>
          <p:spPr>
            <a:xfrm>
              <a:off x="6073987" y="3678364"/>
              <a:ext cx="3970959" cy="1107996"/>
            </a:xfrm>
            <a:prstGeom prst="rect">
              <a:avLst/>
            </a:prstGeom>
          </p:spPr>
          <p:txBody>
            <a:bodyPr wrap="none">
              <a:spAutoFit/>
            </a:bodyPr>
            <a:lstStyle/>
            <a:p>
              <a:r>
                <a:rPr lang="zh-CN" altLang="en-US" sz="6600" b="1" dirty="0">
                  <a:solidFill>
                    <a:prstClr val="white"/>
                  </a:solidFill>
                  <a:latin typeface="微软雅黑"/>
                </a:rPr>
                <a:t>饼</a:t>
              </a:r>
              <a:r>
                <a:rPr lang="en-US" altLang="zh-CN" sz="6600" b="1" dirty="0">
                  <a:solidFill>
                    <a:prstClr val="white"/>
                  </a:solidFill>
                  <a:latin typeface="微软雅黑"/>
                </a:rPr>
                <a:t>/</a:t>
              </a:r>
              <a:r>
                <a:rPr lang="zh-CN" altLang="en-US" sz="6600" b="1" dirty="0">
                  <a:solidFill>
                    <a:prstClr val="white"/>
                  </a:solidFill>
                  <a:latin typeface="微软雅黑"/>
                </a:rPr>
                <a:t>环形图</a:t>
              </a:r>
            </a:p>
          </p:txBody>
        </p:sp>
      </p:grpSp>
      <p:grpSp>
        <p:nvGrpSpPr>
          <p:cNvPr id="19" name="组合 18"/>
          <p:cNvGrpSpPr>
            <a:grpSpLocks noChangeAspect="1"/>
          </p:cNvGrpSpPr>
          <p:nvPr/>
        </p:nvGrpSpPr>
        <p:grpSpPr>
          <a:xfrm>
            <a:off x="6948291" y="965762"/>
            <a:ext cx="2222351" cy="2301247"/>
            <a:chOff x="4418618" y="3789231"/>
            <a:chExt cx="1142820" cy="1183390"/>
          </a:xfrm>
          <a:solidFill>
            <a:srgbClr val="0097E0"/>
          </a:solidFill>
        </p:grpSpPr>
        <p:sp>
          <p:nvSpPr>
            <p:cNvPr id="20" name="Freeform 237"/>
            <p:cNvSpPr>
              <a:spLocks/>
            </p:cNvSpPr>
            <p:nvPr/>
          </p:nvSpPr>
          <p:spPr bwMode="auto">
            <a:xfrm>
              <a:off x="4878450" y="3789231"/>
              <a:ext cx="426023" cy="561264"/>
            </a:xfrm>
            <a:custGeom>
              <a:avLst/>
              <a:gdLst>
                <a:gd name="T0" fmla="*/ 126 w 126"/>
                <a:gd name="T1" fmla="*/ 28 h 166"/>
                <a:gd name="T2" fmla="*/ 38 w 126"/>
                <a:gd name="T3" fmla="*/ 166 h 166"/>
                <a:gd name="T4" fmla="*/ 36 w 126"/>
                <a:gd name="T5" fmla="*/ 166 h 166"/>
                <a:gd name="T6" fmla="*/ 0 w 126"/>
                <a:gd name="T7" fmla="*/ 3 h 166"/>
                <a:gd name="T8" fmla="*/ 0 w 126"/>
                <a:gd name="T9" fmla="*/ 3 h 166"/>
                <a:gd name="T10" fmla="*/ 17 w 126"/>
                <a:gd name="T11" fmla="*/ 1 h 166"/>
                <a:gd name="T12" fmla="*/ 33 w 126"/>
                <a:gd name="T13" fmla="*/ 0 h 166"/>
                <a:gd name="T14" fmla="*/ 48 w 126"/>
                <a:gd name="T15" fmla="*/ 0 h 166"/>
                <a:gd name="T16" fmla="*/ 63 w 126"/>
                <a:gd name="T17" fmla="*/ 2 h 166"/>
                <a:gd name="T18" fmla="*/ 79 w 126"/>
                <a:gd name="T19" fmla="*/ 5 h 166"/>
                <a:gd name="T20" fmla="*/ 94 w 126"/>
                <a:gd name="T21" fmla="*/ 10 h 166"/>
                <a:gd name="T22" fmla="*/ 108 w 126"/>
                <a:gd name="T23" fmla="*/ 17 h 166"/>
                <a:gd name="T24" fmla="*/ 123 w 126"/>
                <a:gd name="T25" fmla="*/ 25 h 166"/>
                <a:gd name="T26" fmla="*/ 123 w 126"/>
                <a:gd name="T27" fmla="*/ 25 h 166"/>
                <a:gd name="T28" fmla="*/ 126 w 126"/>
                <a:gd name="T29" fmla="*/ 28 h 166"/>
                <a:gd name="T30" fmla="*/ 126 w 126"/>
                <a:gd name="T31" fmla="*/ 28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6" h="166">
                  <a:moveTo>
                    <a:pt x="126" y="28"/>
                  </a:moveTo>
                  <a:lnTo>
                    <a:pt x="38" y="166"/>
                  </a:lnTo>
                  <a:lnTo>
                    <a:pt x="36" y="166"/>
                  </a:lnTo>
                  <a:lnTo>
                    <a:pt x="0" y="3"/>
                  </a:lnTo>
                  <a:lnTo>
                    <a:pt x="0" y="3"/>
                  </a:lnTo>
                  <a:lnTo>
                    <a:pt x="17" y="1"/>
                  </a:lnTo>
                  <a:lnTo>
                    <a:pt x="33" y="0"/>
                  </a:lnTo>
                  <a:lnTo>
                    <a:pt x="48" y="0"/>
                  </a:lnTo>
                  <a:lnTo>
                    <a:pt x="63" y="2"/>
                  </a:lnTo>
                  <a:lnTo>
                    <a:pt x="79" y="5"/>
                  </a:lnTo>
                  <a:lnTo>
                    <a:pt x="94" y="10"/>
                  </a:lnTo>
                  <a:lnTo>
                    <a:pt x="108" y="17"/>
                  </a:lnTo>
                  <a:lnTo>
                    <a:pt x="123" y="25"/>
                  </a:lnTo>
                  <a:lnTo>
                    <a:pt x="123" y="25"/>
                  </a:lnTo>
                  <a:lnTo>
                    <a:pt x="126" y="28"/>
                  </a:lnTo>
                  <a:lnTo>
                    <a:pt x="126"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 name="Freeform 238"/>
            <p:cNvSpPr>
              <a:spLocks/>
            </p:cNvSpPr>
            <p:nvPr/>
          </p:nvSpPr>
          <p:spPr bwMode="auto">
            <a:xfrm>
              <a:off x="5020459" y="3951525"/>
              <a:ext cx="540979" cy="1000812"/>
            </a:xfrm>
            <a:custGeom>
              <a:avLst/>
              <a:gdLst>
                <a:gd name="T0" fmla="*/ 155 w 159"/>
                <a:gd name="T1" fmla="*/ 101 h 296"/>
                <a:gd name="T2" fmla="*/ 155 w 159"/>
                <a:gd name="T3" fmla="*/ 101 h 296"/>
                <a:gd name="T4" fmla="*/ 156 w 159"/>
                <a:gd name="T5" fmla="*/ 105 h 296"/>
                <a:gd name="T6" fmla="*/ 156 w 159"/>
                <a:gd name="T7" fmla="*/ 105 h 296"/>
                <a:gd name="T8" fmla="*/ 156 w 159"/>
                <a:gd name="T9" fmla="*/ 105 h 296"/>
                <a:gd name="T10" fmla="*/ 158 w 159"/>
                <a:gd name="T11" fmla="*/ 120 h 296"/>
                <a:gd name="T12" fmla="*/ 159 w 159"/>
                <a:gd name="T13" fmla="*/ 136 h 296"/>
                <a:gd name="T14" fmla="*/ 158 w 159"/>
                <a:gd name="T15" fmla="*/ 151 h 296"/>
                <a:gd name="T16" fmla="*/ 157 w 159"/>
                <a:gd name="T17" fmla="*/ 166 h 296"/>
                <a:gd name="T18" fmla="*/ 153 w 159"/>
                <a:gd name="T19" fmla="*/ 182 h 296"/>
                <a:gd name="T20" fmla="*/ 149 w 159"/>
                <a:gd name="T21" fmla="*/ 196 h 296"/>
                <a:gd name="T22" fmla="*/ 141 w 159"/>
                <a:gd name="T23" fmla="*/ 211 h 296"/>
                <a:gd name="T24" fmla="*/ 133 w 159"/>
                <a:gd name="T25" fmla="*/ 225 h 296"/>
                <a:gd name="T26" fmla="*/ 133 w 159"/>
                <a:gd name="T27" fmla="*/ 225 h 296"/>
                <a:gd name="T28" fmla="*/ 124 w 159"/>
                <a:gd name="T29" fmla="*/ 238 h 296"/>
                <a:gd name="T30" fmla="*/ 114 w 159"/>
                <a:gd name="T31" fmla="*/ 250 h 296"/>
                <a:gd name="T32" fmla="*/ 103 w 159"/>
                <a:gd name="T33" fmla="*/ 261 h 296"/>
                <a:gd name="T34" fmla="*/ 91 w 159"/>
                <a:gd name="T35" fmla="*/ 271 h 296"/>
                <a:gd name="T36" fmla="*/ 78 w 159"/>
                <a:gd name="T37" fmla="*/ 278 h 296"/>
                <a:gd name="T38" fmla="*/ 64 w 159"/>
                <a:gd name="T39" fmla="*/ 286 h 296"/>
                <a:gd name="T40" fmla="*/ 50 w 159"/>
                <a:gd name="T41" fmla="*/ 291 h 296"/>
                <a:gd name="T42" fmla="*/ 34 w 159"/>
                <a:gd name="T43" fmla="*/ 296 h 296"/>
                <a:gd name="T44" fmla="*/ 0 w 159"/>
                <a:gd name="T45" fmla="*/ 138 h 296"/>
                <a:gd name="T46" fmla="*/ 88 w 159"/>
                <a:gd name="T47" fmla="*/ 0 h 296"/>
                <a:gd name="T48" fmla="*/ 88 w 159"/>
                <a:gd name="T49" fmla="*/ 0 h 296"/>
                <a:gd name="T50" fmla="*/ 101 w 159"/>
                <a:gd name="T51" fmla="*/ 10 h 296"/>
                <a:gd name="T52" fmla="*/ 112 w 159"/>
                <a:gd name="T53" fmla="*/ 21 h 296"/>
                <a:gd name="T54" fmla="*/ 122 w 159"/>
                <a:gd name="T55" fmla="*/ 32 h 296"/>
                <a:gd name="T56" fmla="*/ 131 w 159"/>
                <a:gd name="T57" fmla="*/ 44 h 296"/>
                <a:gd name="T58" fmla="*/ 139 w 159"/>
                <a:gd name="T59" fmla="*/ 57 h 296"/>
                <a:gd name="T60" fmla="*/ 146 w 159"/>
                <a:gd name="T61" fmla="*/ 71 h 296"/>
                <a:gd name="T62" fmla="*/ 151 w 159"/>
                <a:gd name="T63" fmla="*/ 86 h 296"/>
                <a:gd name="T64" fmla="*/ 155 w 159"/>
                <a:gd name="T65" fmla="*/ 101 h 296"/>
                <a:gd name="T66" fmla="*/ 155 w 159"/>
                <a:gd name="T67" fmla="*/ 101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9" h="296">
                  <a:moveTo>
                    <a:pt x="155" y="101"/>
                  </a:moveTo>
                  <a:lnTo>
                    <a:pt x="155" y="101"/>
                  </a:lnTo>
                  <a:lnTo>
                    <a:pt x="156" y="105"/>
                  </a:lnTo>
                  <a:lnTo>
                    <a:pt x="156" y="105"/>
                  </a:lnTo>
                  <a:lnTo>
                    <a:pt x="156" y="105"/>
                  </a:lnTo>
                  <a:lnTo>
                    <a:pt x="158" y="120"/>
                  </a:lnTo>
                  <a:lnTo>
                    <a:pt x="159" y="136"/>
                  </a:lnTo>
                  <a:lnTo>
                    <a:pt x="158" y="151"/>
                  </a:lnTo>
                  <a:lnTo>
                    <a:pt x="157" y="166"/>
                  </a:lnTo>
                  <a:lnTo>
                    <a:pt x="153" y="182"/>
                  </a:lnTo>
                  <a:lnTo>
                    <a:pt x="149" y="196"/>
                  </a:lnTo>
                  <a:lnTo>
                    <a:pt x="141" y="211"/>
                  </a:lnTo>
                  <a:lnTo>
                    <a:pt x="133" y="225"/>
                  </a:lnTo>
                  <a:lnTo>
                    <a:pt x="133" y="225"/>
                  </a:lnTo>
                  <a:lnTo>
                    <a:pt x="124" y="238"/>
                  </a:lnTo>
                  <a:lnTo>
                    <a:pt x="114" y="250"/>
                  </a:lnTo>
                  <a:lnTo>
                    <a:pt x="103" y="261"/>
                  </a:lnTo>
                  <a:lnTo>
                    <a:pt x="91" y="271"/>
                  </a:lnTo>
                  <a:lnTo>
                    <a:pt x="78" y="278"/>
                  </a:lnTo>
                  <a:lnTo>
                    <a:pt x="64" y="286"/>
                  </a:lnTo>
                  <a:lnTo>
                    <a:pt x="50" y="291"/>
                  </a:lnTo>
                  <a:lnTo>
                    <a:pt x="34" y="296"/>
                  </a:lnTo>
                  <a:lnTo>
                    <a:pt x="0" y="138"/>
                  </a:lnTo>
                  <a:lnTo>
                    <a:pt x="88" y="0"/>
                  </a:lnTo>
                  <a:lnTo>
                    <a:pt x="88" y="0"/>
                  </a:lnTo>
                  <a:lnTo>
                    <a:pt x="101" y="10"/>
                  </a:lnTo>
                  <a:lnTo>
                    <a:pt x="112" y="21"/>
                  </a:lnTo>
                  <a:lnTo>
                    <a:pt x="122" y="32"/>
                  </a:lnTo>
                  <a:lnTo>
                    <a:pt x="131" y="44"/>
                  </a:lnTo>
                  <a:lnTo>
                    <a:pt x="139" y="57"/>
                  </a:lnTo>
                  <a:lnTo>
                    <a:pt x="146" y="71"/>
                  </a:lnTo>
                  <a:lnTo>
                    <a:pt x="151" y="86"/>
                  </a:lnTo>
                  <a:lnTo>
                    <a:pt x="155" y="101"/>
                  </a:lnTo>
                  <a:lnTo>
                    <a:pt x="155" y="10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 name="Freeform 239"/>
            <p:cNvSpPr>
              <a:spLocks/>
            </p:cNvSpPr>
            <p:nvPr/>
          </p:nvSpPr>
          <p:spPr bwMode="auto">
            <a:xfrm>
              <a:off x="4418618" y="3877138"/>
              <a:ext cx="676224" cy="1095483"/>
            </a:xfrm>
            <a:custGeom>
              <a:avLst/>
              <a:gdLst>
                <a:gd name="T0" fmla="*/ 131 w 201"/>
                <a:gd name="T1" fmla="*/ 0 h 323"/>
                <a:gd name="T2" fmla="*/ 201 w 201"/>
                <a:gd name="T3" fmla="*/ 319 h 323"/>
                <a:gd name="T4" fmla="*/ 201 w 201"/>
                <a:gd name="T5" fmla="*/ 319 h 323"/>
                <a:gd name="T6" fmla="*/ 200 w 201"/>
                <a:gd name="T7" fmla="*/ 320 h 323"/>
                <a:gd name="T8" fmla="*/ 200 w 201"/>
                <a:gd name="T9" fmla="*/ 320 h 323"/>
                <a:gd name="T10" fmla="*/ 184 w 201"/>
                <a:gd name="T11" fmla="*/ 322 h 323"/>
                <a:gd name="T12" fmla="*/ 168 w 201"/>
                <a:gd name="T13" fmla="*/ 323 h 323"/>
                <a:gd name="T14" fmla="*/ 152 w 201"/>
                <a:gd name="T15" fmla="*/ 323 h 323"/>
                <a:gd name="T16" fmla="*/ 136 w 201"/>
                <a:gd name="T17" fmla="*/ 321 h 323"/>
                <a:gd name="T18" fmla="*/ 121 w 201"/>
                <a:gd name="T19" fmla="*/ 318 h 323"/>
                <a:gd name="T20" fmla="*/ 106 w 201"/>
                <a:gd name="T21" fmla="*/ 312 h 323"/>
                <a:gd name="T22" fmla="*/ 91 w 201"/>
                <a:gd name="T23" fmla="*/ 306 h 323"/>
                <a:gd name="T24" fmla="*/ 77 w 201"/>
                <a:gd name="T25" fmla="*/ 297 h 323"/>
                <a:gd name="T26" fmla="*/ 77 w 201"/>
                <a:gd name="T27" fmla="*/ 297 h 323"/>
                <a:gd name="T28" fmla="*/ 63 w 201"/>
                <a:gd name="T29" fmla="*/ 288 h 323"/>
                <a:gd name="T30" fmla="*/ 50 w 201"/>
                <a:gd name="T31" fmla="*/ 278 h 323"/>
                <a:gd name="T32" fmla="*/ 40 w 201"/>
                <a:gd name="T33" fmla="*/ 266 h 323"/>
                <a:gd name="T34" fmla="*/ 30 w 201"/>
                <a:gd name="T35" fmla="*/ 254 h 323"/>
                <a:gd name="T36" fmla="*/ 22 w 201"/>
                <a:gd name="T37" fmla="*/ 241 h 323"/>
                <a:gd name="T38" fmla="*/ 15 w 201"/>
                <a:gd name="T39" fmla="*/ 227 h 323"/>
                <a:gd name="T40" fmla="*/ 9 w 201"/>
                <a:gd name="T41" fmla="*/ 211 h 323"/>
                <a:gd name="T42" fmla="*/ 5 w 201"/>
                <a:gd name="T43" fmla="*/ 195 h 323"/>
                <a:gd name="T44" fmla="*/ 5 w 201"/>
                <a:gd name="T45" fmla="*/ 195 h 323"/>
                <a:gd name="T46" fmla="*/ 2 w 201"/>
                <a:gd name="T47" fmla="*/ 179 h 323"/>
                <a:gd name="T48" fmla="*/ 0 w 201"/>
                <a:gd name="T49" fmla="*/ 162 h 323"/>
                <a:gd name="T50" fmla="*/ 2 w 201"/>
                <a:gd name="T51" fmla="*/ 146 h 323"/>
                <a:gd name="T52" fmla="*/ 3 w 201"/>
                <a:gd name="T53" fmla="*/ 131 h 323"/>
                <a:gd name="T54" fmla="*/ 7 w 201"/>
                <a:gd name="T55" fmla="*/ 116 h 323"/>
                <a:gd name="T56" fmla="*/ 11 w 201"/>
                <a:gd name="T57" fmla="*/ 101 h 323"/>
                <a:gd name="T58" fmla="*/ 18 w 201"/>
                <a:gd name="T59" fmla="*/ 86 h 323"/>
                <a:gd name="T60" fmla="*/ 27 w 201"/>
                <a:gd name="T61" fmla="*/ 71 h 323"/>
                <a:gd name="T62" fmla="*/ 27 w 201"/>
                <a:gd name="T63" fmla="*/ 71 h 323"/>
                <a:gd name="T64" fmla="*/ 36 w 201"/>
                <a:gd name="T65" fmla="*/ 58 h 323"/>
                <a:gd name="T66" fmla="*/ 47 w 201"/>
                <a:gd name="T67" fmla="*/ 45 h 323"/>
                <a:gd name="T68" fmla="*/ 58 w 201"/>
                <a:gd name="T69" fmla="*/ 34 h 323"/>
                <a:gd name="T70" fmla="*/ 71 w 201"/>
                <a:gd name="T71" fmla="*/ 25 h 323"/>
                <a:gd name="T72" fmla="*/ 84 w 201"/>
                <a:gd name="T73" fmla="*/ 17 h 323"/>
                <a:gd name="T74" fmla="*/ 98 w 201"/>
                <a:gd name="T75" fmla="*/ 9 h 323"/>
                <a:gd name="T76" fmla="*/ 113 w 201"/>
                <a:gd name="T77" fmla="*/ 4 h 323"/>
                <a:gd name="T78" fmla="*/ 130 w 201"/>
                <a:gd name="T79" fmla="*/ 0 h 323"/>
                <a:gd name="T80" fmla="*/ 130 w 201"/>
                <a:gd name="T81" fmla="*/ 0 h 323"/>
                <a:gd name="T82" fmla="*/ 131 w 201"/>
                <a:gd name="T83" fmla="*/ 0 h 323"/>
                <a:gd name="T84" fmla="*/ 131 w 201"/>
                <a:gd name="T85" fmla="*/ 0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1" h="323">
                  <a:moveTo>
                    <a:pt x="131" y="0"/>
                  </a:moveTo>
                  <a:lnTo>
                    <a:pt x="201" y="319"/>
                  </a:lnTo>
                  <a:lnTo>
                    <a:pt x="201" y="319"/>
                  </a:lnTo>
                  <a:lnTo>
                    <a:pt x="200" y="320"/>
                  </a:lnTo>
                  <a:lnTo>
                    <a:pt x="200" y="320"/>
                  </a:lnTo>
                  <a:lnTo>
                    <a:pt x="184" y="322"/>
                  </a:lnTo>
                  <a:lnTo>
                    <a:pt x="168" y="323"/>
                  </a:lnTo>
                  <a:lnTo>
                    <a:pt x="152" y="323"/>
                  </a:lnTo>
                  <a:lnTo>
                    <a:pt x="136" y="321"/>
                  </a:lnTo>
                  <a:lnTo>
                    <a:pt x="121" y="318"/>
                  </a:lnTo>
                  <a:lnTo>
                    <a:pt x="106" y="312"/>
                  </a:lnTo>
                  <a:lnTo>
                    <a:pt x="91" y="306"/>
                  </a:lnTo>
                  <a:lnTo>
                    <a:pt x="77" y="297"/>
                  </a:lnTo>
                  <a:lnTo>
                    <a:pt x="77" y="297"/>
                  </a:lnTo>
                  <a:lnTo>
                    <a:pt x="63" y="288"/>
                  </a:lnTo>
                  <a:lnTo>
                    <a:pt x="50" y="278"/>
                  </a:lnTo>
                  <a:lnTo>
                    <a:pt x="40" y="266"/>
                  </a:lnTo>
                  <a:lnTo>
                    <a:pt x="30" y="254"/>
                  </a:lnTo>
                  <a:lnTo>
                    <a:pt x="22" y="241"/>
                  </a:lnTo>
                  <a:lnTo>
                    <a:pt x="15" y="227"/>
                  </a:lnTo>
                  <a:lnTo>
                    <a:pt x="9" y="211"/>
                  </a:lnTo>
                  <a:lnTo>
                    <a:pt x="5" y="195"/>
                  </a:lnTo>
                  <a:lnTo>
                    <a:pt x="5" y="195"/>
                  </a:lnTo>
                  <a:lnTo>
                    <a:pt x="2" y="179"/>
                  </a:lnTo>
                  <a:lnTo>
                    <a:pt x="0" y="162"/>
                  </a:lnTo>
                  <a:lnTo>
                    <a:pt x="2" y="146"/>
                  </a:lnTo>
                  <a:lnTo>
                    <a:pt x="3" y="131"/>
                  </a:lnTo>
                  <a:lnTo>
                    <a:pt x="7" y="116"/>
                  </a:lnTo>
                  <a:lnTo>
                    <a:pt x="11" y="101"/>
                  </a:lnTo>
                  <a:lnTo>
                    <a:pt x="18" y="86"/>
                  </a:lnTo>
                  <a:lnTo>
                    <a:pt x="27" y="71"/>
                  </a:lnTo>
                  <a:lnTo>
                    <a:pt x="27" y="71"/>
                  </a:lnTo>
                  <a:lnTo>
                    <a:pt x="36" y="58"/>
                  </a:lnTo>
                  <a:lnTo>
                    <a:pt x="47" y="45"/>
                  </a:lnTo>
                  <a:lnTo>
                    <a:pt x="58" y="34"/>
                  </a:lnTo>
                  <a:lnTo>
                    <a:pt x="71" y="25"/>
                  </a:lnTo>
                  <a:lnTo>
                    <a:pt x="84" y="17"/>
                  </a:lnTo>
                  <a:lnTo>
                    <a:pt x="98" y="9"/>
                  </a:lnTo>
                  <a:lnTo>
                    <a:pt x="113" y="4"/>
                  </a:lnTo>
                  <a:lnTo>
                    <a:pt x="130" y="0"/>
                  </a:lnTo>
                  <a:lnTo>
                    <a:pt x="130" y="0"/>
                  </a:lnTo>
                  <a:lnTo>
                    <a:pt x="131" y="0"/>
                  </a:lnTo>
                  <a:lnTo>
                    <a:pt x="13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Tree>
    <p:extLst>
      <p:ext uri="{BB962C8B-B14F-4D97-AF65-F5344CB8AC3E}">
        <p14:creationId xmlns:p14="http://schemas.microsoft.com/office/powerpoint/2010/main" val="607971440"/>
      </p:ext>
    </p:extLst>
  </p:cSld>
  <p:clrMapOvr>
    <a:masterClrMapping/>
  </p:clrMapOvr>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图表 6"/>
          <p:cNvGraphicFramePr/>
          <p:nvPr/>
        </p:nvGraphicFramePr>
        <p:xfrm>
          <a:off x="7005731" y="3076672"/>
          <a:ext cx="4341899" cy="2968884"/>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9" name="图表 8"/>
          <p:cNvGraphicFramePr/>
          <p:nvPr/>
        </p:nvGraphicFramePr>
        <p:xfrm>
          <a:off x="6874914" y="2987223"/>
          <a:ext cx="4603532" cy="3147782"/>
        </p:xfrm>
        <a:graphic>
          <a:graphicData uri="http://schemas.openxmlformats.org/drawingml/2006/chart">
            <c:chart xmlns:c="http://schemas.openxmlformats.org/drawingml/2006/chart" xmlns:r="http://schemas.openxmlformats.org/officeDocument/2006/relationships" r:id="rId3"/>
          </a:graphicData>
        </a:graphic>
      </p:graphicFrame>
      <p:sp>
        <p:nvSpPr>
          <p:cNvPr id="74" name="Freeform 35"/>
          <p:cNvSpPr>
            <a:spLocks/>
          </p:cNvSpPr>
          <p:nvPr/>
        </p:nvSpPr>
        <p:spPr bwMode="auto">
          <a:xfrm>
            <a:off x="10227496" y="3596592"/>
            <a:ext cx="946150" cy="681038"/>
          </a:xfrm>
          <a:custGeom>
            <a:avLst/>
            <a:gdLst>
              <a:gd name="T0" fmla="*/ 596 w 596"/>
              <a:gd name="T1" fmla="*/ 429 h 429"/>
              <a:gd name="T2" fmla="*/ 0 w 596"/>
              <a:gd name="T3" fmla="*/ 429 h 429"/>
              <a:gd name="T4" fmla="*/ 0 w 596"/>
              <a:gd name="T5" fmla="*/ 421 h 429"/>
              <a:gd name="T6" fmla="*/ 583 w 596"/>
              <a:gd name="T7" fmla="*/ 421 h 429"/>
              <a:gd name="T8" fmla="*/ 583 w 596"/>
              <a:gd name="T9" fmla="*/ 0 h 429"/>
              <a:gd name="T10" fmla="*/ 596 w 596"/>
              <a:gd name="T11" fmla="*/ 0 h 429"/>
              <a:gd name="T12" fmla="*/ 596 w 596"/>
              <a:gd name="T13" fmla="*/ 429 h 429"/>
            </a:gdLst>
            <a:ahLst/>
            <a:cxnLst>
              <a:cxn ang="0">
                <a:pos x="T0" y="T1"/>
              </a:cxn>
              <a:cxn ang="0">
                <a:pos x="T2" y="T3"/>
              </a:cxn>
              <a:cxn ang="0">
                <a:pos x="T4" y="T5"/>
              </a:cxn>
              <a:cxn ang="0">
                <a:pos x="T6" y="T7"/>
              </a:cxn>
              <a:cxn ang="0">
                <a:pos x="T8" y="T9"/>
              </a:cxn>
              <a:cxn ang="0">
                <a:pos x="T10" y="T11"/>
              </a:cxn>
              <a:cxn ang="0">
                <a:pos x="T12" y="T13"/>
              </a:cxn>
            </a:cxnLst>
            <a:rect l="0" t="0" r="r" b="b"/>
            <a:pathLst>
              <a:path w="596" h="429">
                <a:moveTo>
                  <a:pt x="596" y="429"/>
                </a:moveTo>
                <a:lnTo>
                  <a:pt x="0" y="429"/>
                </a:lnTo>
                <a:lnTo>
                  <a:pt x="0" y="421"/>
                </a:lnTo>
                <a:lnTo>
                  <a:pt x="583" y="421"/>
                </a:lnTo>
                <a:lnTo>
                  <a:pt x="583" y="0"/>
                </a:lnTo>
                <a:lnTo>
                  <a:pt x="596" y="0"/>
                </a:lnTo>
                <a:lnTo>
                  <a:pt x="596" y="429"/>
                </a:lnTo>
                <a:close/>
              </a:path>
            </a:pathLst>
          </a:custGeom>
          <a:solidFill>
            <a:srgbClr val="C6C5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 name="Oval 37"/>
          <p:cNvSpPr>
            <a:spLocks noChangeArrowheads="1"/>
          </p:cNvSpPr>
          <p:nvPr/>
        </p:nvSpPr>
        <p:spPr bwMode="auto">
          <a:xfrm>
            <a:off x="7487471" y="5238067"/>
            <a:ext cx="84138" cy="76200"/>
          </a:xfrm>
          <a:prstGeom prst="ellipse">
            <a:avLst/>
          </a:prstGeom>
          <a:solidFill>
            <a:srgbClr val="C6C5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 name="Oval 38"/>
          <p:cNvSpPr>
            <a:spLocks noChangeArrowheads="1"/>
          </p:cNvSpPr>
          <p:nvPr/>
        </p:nvSpPr>
        <p:spPr bwMode="auto">
          <a:xfrm>
            <a:off x="8530458" y="5982605"/>
            <a:ext cx="76200" cy="82550"/>
          </a:xfrm>
          <a:prstGeom prst="ellipse">
            <a:avLst/>
          </a:prstGeom>
          <a:solidFill>
            <a:srgbClr val="C6C5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 name="Freeform 39"/>
          <p:cNvSpPr>
            <a:spLocks/>
          </p:cNvSpPr>
          <p:nvPr/>
        </p:nvSpPr>
        <p:spPr bwMode="auto">
          <a:xfrm>
            <a:off x="8565383" y="5760355"/>
            <a:ext cx="952500" cy="269875"/>
          </a:xfrm>
          <a:custGeom>
            <a:avLst/>
            <a:gdLst>
              <a:gd name="T0" fmla="*/ 600 w 600"/>
              <a:gd name="T1" fmla="*/ 170 h 170"/>
              <a:gd name="T2" fmla="*/ 0 w 600"/>
              <a:gd name="T3" fmla="*/ 170 h 170"/>
              <a:gd name="T4" fmla="*/ 0 w 600"/>
              <a:gd name="T5" fmla="*/ 162 h 170"/>
              <a:gd name="T6" fmla="*/ 591 w 600"/>
              <a:gd name="T7" fmla="*/ 162 h 170"/>
              <a:gd name="T8" fmla="*/ 591 w 600"/>
              <a:gd name="T9" fmla="*/ 0 h 170"/>
              <a:gd name="T10" fmla="*/ 600 w 600"/>
              <a:gd name="T11" fmla="*/ 0 h 170"/>
              <a:gd name="T12" fmla="*/ 600 w 600"/>
              <a:gd name="T13" fmla="*/ 170 h 170"/>
            </a:gdLst>
            <a:ahLst/>
            <a:cxnLst>
              <a:cxn ang="0">
                <a:pos x="T0" y="T1"/>
              </a:cxn>
              <a:cxn ang="0">
                <a:pos x="T2" y="T3"/>
              </a:cxn>
              <a:cxn ang="0">
                <a:pos x="T4" y="T5"/>
              </a:cxn>
              <a:cxn ang="0">
                <a:pos x="T6" y="T7"/>
              </a:cxn>
              <a:cxn ang="0">
                <a:pos x="T8" y="T9"/>
              </a:cxn>
              <a:cxn ang="0">
                <a:pos x="T10" y="T11"/>
              </a:cxn>
              <a:cxn ang="0">
                <a:pos x="T12" y="T13"/>
              </a:cxn>
            </a:cxnLst>
            <a:rect l="0" t="0" r="r" b="b"/>
            <a:pathLst>
              <a:path w="600" h="170">
                <a:moveTo>
                  <a:pt x="600" y="170"/>
                </a:moveTo>
                <a:lnTo>
                  <a:pt x="0" y="170"/>
                </a:lnTo>
                <a:lnTo>
                  <a:pt x="0" y="162"/>
                </a:lnTo>
                <a:lnTo>
                  <a:pt x="591" y="162"/>
                </a:lnTo>
                <a:lnTo>
                  <a:pt x="591" y="0"/>
                </a:lnTo>
                <a:lnTo>
                  <a:pt x="600" y="0"/>
                </a:lnTo>
                <a:lnTo>
                  <a:pt x="600" y="170"/>
                </a:lnTo>
                <a:close/>
              </a:path>
            </a:pathLst>
          </a:custGeom>
          <a:solidFill>
            <a:srgbClr val="C6C5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 name="Freeform 40"/>
          <p:cNvSpPr>
            <a:spLocks/>
          </p:cNvSpPr>
          <p:nvPr/>
        </p:nvSpPr>
        <p:spPr bwMode="auto">
          <a:xfrm>
            <a:off x="7522396" y="5279342"/>
            <a:ext cx="911225" cy="139700"/>
          </a:xfrm>
          <a:custGeom>
            <a:avLst/>
            <a:gdLst>
              <a:gd name="T0" fmla="*/ 574 w 574"/>
              <a:gd name="T1" fmla="*/ 88 h 88"/>
              <a:gd name="T2" fmla="*/ 0 w 574"/>
              <a:gd name="T3" fmla="*/ 88 h 88"/>
              <a:gd name="T4" fmla="*/ 0 w 574"/>
              <a:gd name="T5" fmla="*/ 0 h 88"/>
              <a:gd name="T6" fmla="*/ 9 w 574"/>
              <a:gd name="T7" fmla="*/ 0 h 88"/>
              <a:gd name="T8" fmla="*/ 9 w 574"/>
              <a:gd name="T9" fmla="*/ 79 h 88"/>
              <a:gd name="T10" fmla="*/ 574 w 574"/>
              <a:gd name="T11" fmla="*/ 79 h 88"/>
              <a:gd name="T12" fmla="*/ 574 w 574"/>
              <a:gd name="T13" fmla="*/ 88 h 88"/>
            </a:gdLst>
            <a:ahLst/>
            <a:cxnLst>
              <a:cxn ang="0">
                <a:pos x="T0" y="T1"/>
              </a:cxn>
              <a:cxn ang="0">
                <a:pos x="T2" y="T3"/>
              </a:cxn>
              <a:cxn ang="0">
                <a:pos x="T4" y="T5"/>
              </a:cxn>
              <a:cxn ang="0">
                <a:pos x="T6" y="T7"/>
              </a:cxn>
              <a:cxn ang="0">
                <a:pos x="T8" y="T9"/>
              </a:cxn>
              <a:cxn ang="0">
                <a:pos x="T10" y="T11"/>
              </a:cxn>
              <a:cxn ang="0">
                <a:pos x="T12" y="T13"/>
              </a:cxn>
            </a:cxnLst>
            <a:rect l="0" t="0" r="r" b="b"/>
            <a:pathLst>
              <a:path w="574" h="88">
                <a:moveTo>
                  <a:pt x="574" y="88"/>
                </a:moveTo>
                <a:lnTo>
                  <a:pt x="0" y="88"/>
                </a:lnTo>
                <a:lnTo>
                  <a:pt x="0" y="0"/>
                </a:lnTo>
                <a:lnTo>
                  <a:pt x="9" y="0"/>
                </a:lnTo>
                <a:lnTo>
                  <a:pt x="9" y="79"/>
                </a:lnTo>
                <a:lnTo>
                  <a:pt x="574" y="79"/>
                </a:lnTo>
                <a:lnTo>
                  <a:pt x="574" y="88"/>
                </a:lnTo>
                <a:close/>
              </a:path>
            </a:pathLst>
          </a:custGeom>
          <a:solidFill>
            <a:srgbClr val="C6C5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 name="Oval 41"/>
          <p:cNvSpPr>
            <a:spLocks noChangeArrowheads="1"/>
          </p:cNvSpPr>
          <p:nvPr/>
        </p:nvSpPr>
        <p:spPr bwMode="auto">
          <a:xfrm>
            <a:off x="7257283" y="3625167"/>
            <a:ext cx="84138" cy="82550"/>
          </a:xfrm>
          <a:prstGeom prst="ellipse">
            <a:avLst/>
          </a:prstGeom>
          <a:solidFill>
            <a:srgbClr val="C6C5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 name="Freeform 42"/>
          <p:cNvSpPr>
            <a:spLocks/>
          </p:cNvSpPr>
          <p:nvPr/>
        </p:nvSpPr>
        <p:spPr bwMode="auto">
          <a:xfrm>
            <a:off x="7292208" y="3666442"/>
            <a:ext cx="966788" cy="409575"/>
          </a:xfrm>
          <a:custGeom>
            <a:avLst/>
            <a:gdLst>
              <a:gd name="T0" fmla="*/ 609 w 609"/>
              <a:gd name="T1" fmla="*/ 258 h 258"/>
              <a:gd name="T2" fmla="*/ 0 w 609"/>
              <a:gd name="T3" fmla="*/ 258 h 258"/>
              <a:gd name="T4" fmla="*/ 0 w 609"/>
              <a:gd name="T5" fmla="*/ 0 h 258"/>
              <a:gd name="T6" fmla="*/ 14 w 609"/>
              <a:gd name="T7" fmla="*/ 0 h 258"/>
              <a:gd name="T8" fmla="*/ 14 w 609"/>
              <a:gd name="T9" fmla="*/ 250 h 258"/>
              <a:gd name="T10" fmla="*/ 609 w 609"/>
              <a:gd name="T11" fmla="*/ 250 h 258"/>
              <a:gd name="T12" fmla="*/ 609 w 609"/>
              <a:gd name="T13" fmla="*/ 258 h 258"/>
            </a:gdLst>
            <a:ahLst/>
            <a:cxnLst>
              <a:cxn ang="0">
                <a:pos x="T0" y="T1"/>
              </a:cxn>
              <a:cxn ang="0">
                <a:pos x="T2" y="T3"/>
              </a:cxn>
              <a:cxn ang="0">
                <a:pos x="T4" y="T5"/>
              </a:cxn>
              <a:cxn ang="0">
                <a:pos x="T6" y="T7"/>
              </a:cxn>
              <a:cxn ang="0">
                <a:pos x="T8" y="T9"/>
              </a:cxn>
              <a:cxn ang="0">
                <a:pos x="T10" y="T11"/>
              </a:cxn>
              <a:cxn ang="0">
                <a:pos x="T12" y="T13"/>
              </a:cxn>
            </a:cxnLst>
            <a:rect l="0" t="0" r="r" b="b"/>
            <a:pathLst>
              <a:path w="609" h="258">
                <a:moveTo>
                  <a:pt x="609" y="258"/>
                </a:moveTo>
                <a:lnTo>
                  <a:pt x="0" y="258"/>
                </a:lnTo>
                <a:lnTo>
                  <a:pt x="0" y="0"/>
                </a:lnTo>
                <a:lnTo>
                  <a:pt x="14" y="0"/>
                </a:lnTo>
                <a:lnTo>
                  <a:pt x="14" y="250"/>
                </a:lnTo>
                <a:lnTo>
                  <a:pt x="609" y="250"/>
                </a:lnTo>
                <a:lnTo>
                  <a:pt x="609" y="258"/>
                </a:lnTo>
                <a:close/>
              </a:path>
            </a:pathLst>
          </a:custGeom>
          <a:solidFill>
            <a:srgbClr val="C6C5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 name="Freeform 43"/>
          <p:cNvSpPr>
            <a:spLocks/>
          </p:cNvSpPr>
          <p:nvPr/>
        </p:nvSpPr>
        <p:spPr bwMode="auto">
          <a:xfrm>
            <a:off x="8933683" y="4209367"/>
            <a:ext cx="493713" cy="1028700"/>
          </a:xfrm>
          <a:custGeom>
            <a:avLst/>
            <a:gdLst>
              <a:gd name="T0" fmla="*/ 54 w 71"/>
              <a:gd name="T1" fmla="*/ 0 h 148"/>
              <a:gd name="T2" fmla="*/ 18 w 71"/>
              <a:gd name="T3" fmla="*/ 0 h 148"/>
              <a:gd name="T4" fmla="*/ 0 w 71"/>
              <a:gd name="T5" fmla="*/ 14 h 148"/>
              <a:gd name="T6" fmla="*/ 0 w 71"/>
              <a:gd name="T7" fmla="*/ 15 h 148"/>
              <a:gd name="T8" fmla="*/ 0 w 71"/>
              <a:gd name="T9" fmla="*/ 17 h 148"/>
              <a:gd name="T10" fmla="*/ 0 w 71"/>
              <a:gd name="T11" fmla="*/ 66 h 148"/>
              <a:gd name="T12" fmla="*/ 6 w 71"/>
              <a:gd name="T13" fmla="*/ 72 h 148"/>
              <a:gd name="T14" fmla="*/ 12 w 71"/>
              <a:gd name="T15" fmla="*/ 66 h 148"/>
              <a:gd name="T16" fmla="*/ 12 w 71"/>
              <a:gd name="T17" fmla="*/ 24 h 148"/>
              <a:gd name="T18" fmla="*/ 17 w 71"/>
              <a:gd name="T19" fmla="*/ 24 h 148"/>
              <a:gd name="T20" fmla="*/ 17 w 71"/>
              <a:gd name="T21" fmla="*/ 65 h 148"/>
              <a:gd name="T22" fmla="*/ 17 w 71"/>
              <a:gd name="T23" fmla="*/ 66 h 148"/>
              <a:gd name="T24" fmla="*/ 17 w 71"/>
              <a:gd name="T25" fmla="*/ 139 h 148"/>
              <a:gd name="T26" fmla="*/ 25 w 71"/>
              <a:gd name="T27" fmla="*/ 148 h 148"/>
              <a:gd name="T28" fmla="*/ 33 w 71"/>
              <a:gd name="T29" fmla="*/ 139 h 148"/>
              <a:gd name="T30" fmla="*/ 33 w 71"/>
              <a:gd name="T31" fmla="*/ 75 h 148"/>
              <a:gd name="T32" fmla="*/ 37 w 71"/>
              <a:gd name="T33" fmla="*/ 75 h 148"/>
              <a:gd name="T34" fmla="*/ 37 w 71"/>
              <a:gd name="T35" fmla="*/ 139 h 148"/>
              <a:gd name="T36" fmla="*/ 45 w 71"/>
              <a:gd name="T37" fmla="*/ 148 h 148"/>
              <a:gd name="T38" fmla="*/ 54 w 71"/>
              <a:gd name="T39" fmla="*/ 139 h 148"/>
              <a:gd name="T40" fmla="*/ 54 w 71"/>
              <a:gd name="T41" fmla="*/ 65 h 148"/>
              <a:gd name="T42" fmla="*/ 54 w 71"/>
              <a:gd name="T43" fmla="*/ 64 h 148"/>
              <a:gd name="T44" fmla="*/ 54 w 71"/>
              <a:gd name="T45" fmla="*/ 24 h 148"/>
              <a:gd name="T46" fmla="*/ 58 w 71"/>
              <a:gd name="T47" fmla="*/ 24 h 148"/>
              <a:gd name="T48" fmla="*/ 58 w 71"/>
              <a:gd name="T49" fmla="*/ 66 h 148"/>
              <a:gd name="T50" fmla="*/ 64 w 71"/>
              <a:gd name="T51" fmla="*/ 72 h 148"/>
              <a:gd name="T52" fmla="*/ 71 w 71"/>
              <a:gd name="T53" fmla="*/ 66 h 148"/>
              <a:gd name="T54" fmla="*/ 71 w 71"/>
              <a:gd name="T55" fmla="*/ 17 h 148"/>
              <a:gd name="T56" fmla="*/ 71 w 71"/>
              <a:gd name="T57" fmla="*/ 15 h 148"/>
              <a:gd name="T58" fmla="*/ 71 w 71"/>
              <a:gd name="T59" fmla="*/ 14 h 148"/>
              <a:gd name="T60" fmla="*/ 54 w 71"/>
              <a:gd name="T61"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1" h="148">
                <a:moveTo>
                  <a:pt x="54" y="0"/>
                </a:moveTo>
                <a:cubicBezTo>
                  <a:pt x="18" y="0"/>
                  <a:pt x="18" y="0"/>
                  <a:pt x="18" y="0"/>
                </a:cubicBezTo>
                <a:cubicBezTo>
                  <a:pt x="5" y="0"/>
                  <a:pt x="0" y="11"/>
                  <a:pt x="0" y="14"/>
                </a:cubicBezTo>
                <a:cubicBezTo>
                  <a:pt x="0" y="15"/>
                  <a:pt x="0" y="15"/>
                  <a:pt x="0" y="15"/>
                </a:cubicBezTo>
                <a:cubicBezTo>
                  <a:pt x="0" y="17"/>
                  <a:pt x="0" y="17"/>
                  <a:pt x="0" y="17"/>
                </a:cubicBezTo>
                <a:cubicBezTo>
                  <a:pt x="0" y="66"/>
                  <a:pt x="0" y="66"/>
                  <a:pt x="0" y="66"/>
                </a:cubicBezTo>
                <a:cubicBezTo>
                  <a:pt x="0" y="70"/>
                  <a:pt x="3" y="72"/>
                  <a:pt x="6" y="72"/>
                </a:cubicBezTo>
                <a:cubicBezTo>
                  <a:pt x="9" y="72"/>
                  <a:pt x="12" y="70"/>
                  <a:pt x="12" y="66"/>
                </a:cubicBezTo>
                <a:cubicBezTo>
                  <a:pt x="12" y="24"/>
                  <a:pt x="12" y="24"/>
                  <a:pt x="12" y="24"/>
                </a:cubicBezTo>
                <a:cubicBezTo>
                  <a:pt x="17" y="24"/>
                  <a:pt x="17" y="24"/>
                  <a:pt x="17" y="24"/>
                </a:cubicBezTo>
                <a:cubicBezTo>
                  <a:pt x="17" y="65"/>
                  <a:pt x="17" y="65"/>
                  <a:pt x="17" y="65"/>
                </a:cubicBezTo>
                <a:cubicBezTo>
                  <a:pt x="17" y="65"/>
                  <a:pt x="17" y="66"/>
                  <a:pt x="17" y="66"/>
                </a:cubicBezTo>
                <a:cubicBezTo>
                  <a:pt x="17" y="139"/>
                  <a:pt x="17" y="139"/>
                  <a:pt x="17" y="139"/>
                </a:cubicBezTo>
                <a:cubicBezTo>
                  <a:pt x="17" y="144"/>
                  <a:pt x="21" y="148"/>
                  <a:pt x="25" y="148"/>
                </a:cubicBezTo>
                <a:cubicBezTo>
                  <a:pt x="30" y="148"/>
                  <a:pt x="33" y="144"/>
                  <a:pt x="33" y="139"/>
                </a:cubicBezTo>
                <a:cubicBezTo>
                  <a:pt x="33" y="75"/>
                  <a:pt x="33" y="75"/>
                  <a:pt x="33" y="75"/>
                </a:cubicBezTo>
                <a:cubicBezTo>
                  <a:pt x="37" y="75"/>
                  <a:pt x="37" y="75"/>
                  <a:pt x="37" y="75"/>
                </a:cubicBezTo>
                <a:cubicBezTo>
                  <a:pt x="37" y="139"/>
                  <a:pt x="37" y="139"/>
                  <a:pt x="37" y="139"/>
                </a:cubicBezTo>
                <a:cubicBezTo>
                  <a:pt x="37" y="144"/>
                  <a:pt x="41" y="148"/>
                  <a:pt x="45" y="148"/>
                </a:cubicBezTo>
                <a:cubicBezTo>
                  <a:pt x="50" y="148"/>
                  <a:pt x="54" y="144"/>
                  <a:pt x="54" y="139"/>
                </a:cubicBezTo>
                <a:cubicBezTo>
                  <a:pt x="54" y="65"/>
                  <a:pt x="54" y="65"/>
                  <a:pt x="54" y="65"/>
                </a:cubicBezTo>
                <a:cubicBezTo>
                  <a:pt x="54" y="64"/>
                  <a:pt x="54" y="64"/>
                  <a:pt x="54" y="64"/>
                </a:cubicBezTo>
                <a:cubicBezTo>
                  <a:pt x="54" y="24"/>
                  <a:pt x="54" y="24"/>
                  <a:pt x="54" y="24"/>
                </a:cubicBezTo>
                <a:cubicBezTo>
                  <a:pt x="58" y="24"/>
                  <a:pt x="58" y="24"/>
                  <a:pt x="58" y="24"/>
                </a:cubicBezTo>
                <a:cubicBezTo>
                  <a:pt x="58" y="66"/>
                  <a:pt x="58" y="66"/>
                  <a:pt x="58" y="66"/>
                </a:cubicBezTo>
                <a:cubicBezTo>
                  <a:pt x="58" y="70"/>
                  <a:pt x="61" y="72"/>
                  <a:pt x="64" y="72"/>
                </a:cubicBezTo>
                <a:cubicBezTo>
                  <a:pt x="68" y="72"/>
                  <a:pt x="71" y="70"/>
                  <a:pt x="71" y="66"/>
                </a:cubicBezTo>
                <a:cubicBezTo>
                  <a:pt x="71" y="17"/>
                  <a:pt x="71" y="17"/>
                  <a:pt x="71" y="17"/>
                </a:cubicBezTo>
                <a:cubicBezTo>
                  <a:pt x="71" y="15"/>
                  <a:pt x="71" y="15"/>
                  <a:pt x="71" y="15"/>
                </a:cubicBezTo>
                <a:cubicBezTo>
                  <a:pt x="71" y="14"/>
                  <a:pt x="71" y="14"/>
                  <a:pt x="71" y="14"/>
                </a:cubicBezTo>
                <a:cubicBezTo>
                  <a:pt x="71" y="9"/>
                  <a:pt x="65" y="0"/>
                  <a:pt x="54" y="0"/>
                </a:cubicBezTo>
                <a:close/>
              </a:path>
            </a:pathLst>
          </a:custGeom>
          <a:solidFill>
            <a:srgbClr val="90C3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 name="Oval 44"/>
          <p:cNvSpPr>
            <a:spLocks noChangeArrowheads="1"/>
          </p:cNvSpPr>
          <p:nvPr/>
        </p:nvSpPr>
        <p:spPr bwMode="auto">
          <a:xfrm>
            <a:off x="9079733" y="3993467"/>
            <a:ext cx="195263" cy="193675"/>
          </a:xfrm>
          <a:prstGeom prst="ellipse">
            <a:avLst/>
          </a:prstGeom>
          <a:solidFill>
            <a:srgbClr val="90C3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 name="文本框 1"/>
          <p:cNvSpPr txBox="1"/>
          <p:nvPr/>
        </p:nvSpPr>
        <p:spPr>
          <a:xfrm>
            <a:off x="6943482" y="3131454"/>
            <a:ext cx="678391" cy="461665"/>
          </a:xfrm>
          <a:prstGeom prst="rect">
            <a:avLst/>
          </a:prstGeom>
          <a:noFill/>
        </p:spPr>
        <p:txBody>
          <a:bodyPr wrap="none" rtlCol="0">
            <a:spAutoFit/>
          </a:bodyPr>
          <a:lstStyle/>
          <a:p>
            <a:r>
              <a:rPr lang="en-US" altLang="zh-CN" sz="2400" dirty="0">
                <a:solidFill>
                  <a:prstClr val="black">
                    <a:lumMod val="65000"/>
                    <a:lumOff val="35000"/>
                  </a:prstClr>
                </a:solidFill>
                <a:latin typeface="Impact" panose="020B0806030902050204" pitchFamily="34" charset="0"/>
              </a:rPr>
              <a:t>31%</a:t>
            </a:r>
            <a:endParaRPr lang="zh-CN" altLang="en-US" sz="2400" dirty="0">
              <a:solidFill>
                <a:prstClr val="black">
                  <a:lumMod val="65000"/>
                  <a:lumOff val="35000"/>
                </a:prstClr>
              </a:solidFill>
              <a:latin typeface="Impact" panose="020B0806030902050204" pitchFamily="34" charset="0"/>
            </a:endParaRPr>
          </a:p>
        </p:txBody>
      </p:sp>
      <p:grpSp>
        <p:nvGrpSpPr>
          <p:cNvPr id="3" name="组合 2"/>
          <p:cNvGrpSpPr/>
          <p:nvPr/>
        </p:nvGrpSpPr>
        <p:grpSpPr>
          <a:xfrm>
            <a:off x="8876106" y="1025297"/>
            <a:ext cx="555625" cy="1168400"/>
            <a:chOff x="2346325" y="4533900"/>
            <a:chExt cx="555625" cy="1168400"/>
          </a:xfrm>
        </p:grpSpPr>
        <p:sp>
          <p:nvSpPr>
            <p:cNvPr id="60" name="Oval 29"/>
            <p:cNvSpPr>
              <a:spLocks noChangeArrowheads="1"/>
            </p:cNvSpPr>
            <p:nvPr/>
          </p:nvSpPr>
          <p:spPr bwMode="auto">
            <a:xfrm>
              <a:off x="2533650" y="4533900"/>
              <a:ext cx="174625" cy="180975"/>
            </a:xfrm>
            <a:prstGeom prst="ellipse">
              <a:avLst/>
            </a:prstGeom>
            <a:solidFill>
              <a:srgbClr val="90C3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 name="Freeform 30"/>
            <p:cNvSpPr>
              <a:spLocks/>
            </p:cNvSpPr>
            <p:nvPr/>
          </p:nvSpPr>
          <p:spPr bwMode="auto">
            <a:xfrm>
              <a:off x="2346325" y="4749800"/>
              <a:ext cx="555625" cy="952500"/>
            </a:xfrm>
            <a:custGeom>
              <a:avLst/>
              <a:gdLst>
                <a:gd name="T0" fmla="*/ 79 w 80"/>
                <a:gd name="T1" fmla="*/ 50 h 137"/>
                <a:gd name="T2" fmla="*/ 64 w 80"/>
                <a:gd name="T3" fmla="*/ 8 h 137"/>
                <a:gd name="T4" fmla="*/ 55 w 80"/>
                <a:gd name="T5" fmla="*/ 0 h 137"/>
                <a:gd name="T6" fmla="*/ 24 w 80"/>
                <a:gd name="T7" fmla="*/ 0 h 137"/>
                <a:gd name="T8" fmla="*/ 16 w 80"/>
                <a:gd name="T9" fmla="*/ 4 h 137"/>
                <a:gd name="T10" fmla="*/ 15 w 80"/>
                <a:gd name="T11" fmla="*/ 5 h 137"/>
                <a:gd name="T12" fmla="*/ 15 w 80"/>
                <a:gd name="T13" fmla="*/ 6 h 137"/>
                <a:gd name="T14" fmla="*/ 15 w 80"/>
                <a:gd name="T15" fmla="*/ 6 h 137"/>
                <a:gd name="T16" fmla="*/ 1 w 80"/>
                <a:gd name="T17" fmla="*/ 50 h 137"/>
                <a:gd name="T18" fmla="*/ 5 w 80"/>
                <a:gd name="T19" fmla="*/ 57 h 137"/>
                <a:gd name="T20" fmla="*/ 12 w 80"/>
                <a:gd name="T21" fmla="*/ 54 h 137"/>
                <a:gd name="T22" fmla="*/ 23 w 80"/>
                <a:gd name="T23" fmla="*/ 19 h 137"/>
                <a:gd name="T24" fmla="*/ 24 w 80"/>
                <a:gd name="T25" fmla="*/ 19 h 137"/>
                <a:gd name="T26" fmla="*/ 25 w 80"/>
                <a:gd name="T27" fmla="*/ 19 h 137"/>
                <a:gd name="T28" fmla="*/ 8 w 80"/>
                <a:gd name="T29" fmla="*/ 81 h 137"/>
                <a:gd name="T30" fmla="*/ 25 w 80"/>
                <a:gd name="T31" fmla="*/ 81 h 137"/>
                <a:gd name="T32" fmla="*/ 25 w 80"/>
                <a:gd name="T33" fmla="*/ 131 h 137"/>
                <a:gd name="T34" fmla="*/ 32 w 80"/>
                <a:gd name="T35" fmla="*/ 137 h 137"/>
                <a:gd name="T36" fmla="*/ 38 w 80"/>
                <a:gd name="T37" fmla="*/ 131 h 137"/>
                <a:gd name="T38" fmla="*/ 38 w 80"/>
                <a:gd name="T39" fmla="*/ 81 h 137"/>
                <a:gd name="T40" fmla="*/ 42 w 80"/>
                <a:gd name="T41" fmla="*/ 81 h 137"/>
                <a:gd name="T42" fmla="*/ 42 w 80"/>
                <a:gd name="T43" fmla="*/ 131 h 137"/>
                <a:gd name="T44" fmla="*/ 48 w 80"/>
                <a:gd name="T45" fmla="*/ 137 h 137"/>
                <a:gd name="T46" fmla="*/ 55 w 80"/>
                <a:gd name="T47" fmla="*/ 131 h 137"/>
                <a:gd name="T48" fmla="*/ 55 w 80"/>
                <a:gd name="T49" fmla="*/ 81 h 137"/>
                <a:gd name="T50" fmla="*/ 72 w 80"/>
                <a:gd name="T51" fmla="*/ 81 h 137"/>
                <a:gd name="T52" fmla="*/ 54 w 80"/>
                <a:gd name="T53" fmla="*/ 19 h 137"/>
                <a:gd name="T54" fmla="*/ 55 w 80"/>
                <a:gd name="T55" fmla="*/ 19 h 137"/>
                <a:gd name="T56" fmla="*/ 56 w 80"/>
                <a:gd name="T57" fmla="*/ 19 h 137"/>
                <a:gd name="T58" fmla="*/ 68 w 80"/>
                <a:gd name="T59" fmla="*/ 54 h 137"/>
                <a:gd name="T60" fmla="*/ 75 w 80"/>
                <a:gd name="T61" fmla="*/ 57 h 137"/>
                <a:gd name="T62" fmla="*/ 79 w 80"/>
                <a:gd name="T63" fmla="*/ 5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0" h="137">
                  <a:moveTo>
                    <a:pt x="79" y="50"/>
                  </a:moveTo>
                  <a:cubicBezTo>
                    <a:pt x="64" y="8"/>
                    <a:pt x="64" y="8"/>
                    <a:pt x="64" y="8"/>
                  </a:cubicBezTo>
                  <a:cubicBezTo>
                    <a:pt x="64" y="3"/>
                    <a:pt x="60" y="0"/>
                    <a:pt x="55" y="0"/>
                  </a:cubicBezTo>
                  <a:cubicBezTo>
                    <a:pt x="24" y="0"/>
                    <a:pt x="24" y="0"/>
                    <a:pt x="24" y="0"/>
                  </a:cubicBezTo>
                  <a:cubicBezTo>
                    <a:pt x="21" y="0"/>
                    <a:pt x="18" y="1"/>
                    <a:pt x="16" y="4"/>
                  </a:cubicBezTo>
                  <a:cubicBezTo>
                    <a:pt x="16" y="4"/>
                    <a:pt x="16" y="5"/>
                    <a:pt x="15" y="5"/>
                  </a:cubicBezTo>
                  <a:cubicBezTo>
                    <a:pt x="15" y="6"/>
                    <a:pt x="15" y="6"/>
                    <a:pt x="15" y="6"/>
                  </a:cubicBezTo>
                  <a:cubicBezTo>
                    <a:pt x="15" y="6"/>
                    <a:pt x="15" y="6"/>
                    <a:pt x="15" y="6"/>
                  </a:cubicBezTo>
                  <a:cubicBezTo>
                    <a:pt x="1" y="50"/>
                    <a:pt x="1" y="50"/>
                    <a:pt x="1" y="50"/>
                  </a:cubicBezTo>
                  <a:cubicBezTo>
                    <a:pt x="0" y="53"/>
                    <a:pt x="2" y="56"/>
                    <a:pt x="5" y="57"/>
                  </a:cubicBezTo>
                  <a:cubicBezTo>
                    <a:pt x="8" y="58"/>
                    <a:pt x="11" y="57"/>
                    <a:pt x="12" y="54"/>
                  </a:cubicBezTo>
                  <a:cubicBezTo>
                    <a:pt x="23" y="19"/>
                    <a:pt x="23" y="19"/>
                    <a:pt x="23" y="19"/>
                  </a:cubicBezTo>
                  <a:cubicBezTo>
                    <a:pt x="23" y="19"/>
                    <a:pt x="24" y="19"/>
                    <a:pt x="24" y="19"/>
                  </a:cubicBezTo>
                  <a:cubicBezTo>
                    <a:pt x="25" y="19"/>
                    <a:pt x="25" y="19"/>
                    <a:pt x="25" y="19"/>
                  </a:cubicBezTo>
                  <a:cubicBezTo>
                    <a:pt x="8" y="81"/>
                    <a:pt x="8" y="81"/>
                    <a:pt x="8" y="81"/>
                  </a:cubicBezTo>
                  <a:cubicBezTo>
                    <a:pt x="25" y="81"/>
                    <a:pt x="25" y="81"/>
                    <a:pt x="25" y="81"/>
                  </a:cubicBezTo>
                  <a:cubicBezTo>
                    <a:pt x="25" y="131"/>
                    <a:pt x="25" y="131"/>
                    <a:pt x="25" y="131"/>
                  </a:cubicBezTo>
                  <a:cubicBezTo>
                    <a:pt x="25" y="134"/>
                    <a:pt x="28" y="137"/>
                    <a:pt x="32" y="137"/>
                  </a:cubicBezTo>
                  <a:cubicBezTo>
                    <a:pt x="35" y="137"/>
                    <a:pt x="38" y="134"/>
                    <a:pt x="38" y="131"/>
                  </a:cubicBezTo>
                  <a:cubicBezTo>
                    <a:pt x="38" y="81"/>
                    <a:pt x="38" y="81"/>
                    <a:pt x="38" y="81"/>
                  </a:cubicBezTo>
                  <a:cubicBezTo>
                    <a:pt x="42" y="81"/>
                    <a:pt x="42" y="81"/>
                    <a:pt x="42" y="81"/>
                  </a:cubicBezTo>
                  <a:cubicBezTo>
                    <a:pt x="42" y="131"/>
                    <a:pt x="42" y="131"/>
                    <a:pt x="42" y="131"/>
                  </a:cubicBezTo>
                  <a:cubicBezTo>
                    <a:pt x="42" y="134"/>
                    <a:pt x="45" y="137"/>
                    <a:pt x="48" y="137"/>
                  </a:cubicBezTo>
                  <a:cubicBezTo>
                    <a:pt x="52" y="137"/>
                    <a:pt x="55" y="134"/>
                    <a:pt x="55" y="131"/>
                  </a:cubicBezTo>
                  <a:cubicBezTo>
                    <a:pt x="55" y="81"/>
                    <a:pt x="55" y="81"/>
                    <a:pt x="55" y="81"/>
                  </a:cubicBezTo>
                  <a:cubicBezTo>
                    <a:pt x="72" y="81"/>
                    <a:pt x="72" y="81"/>
                    <a:pt x="72" y="81"/>
                  </a:cubicBezTo>
                  <a:cubicBezTo>
                    <a:pt x="54" y="19"/>
                    <a:pt x="54" y="19"/>
                    <a:pt x="54" y="19"/>
                  </a:cubicBezTo>
                  <a:cubicBezTo>
                    <a:pt x="55" y="19"/>
                    <a:pt x="55" y="19"/>
                    <a:pt x="55" y="19"/>
                  </a:cubicBezTo>
                  <a:cubicBezTo>
                    <a:pt x="56" y="19"/>
                    <a:pt x="56" y="19"/>
                    <a:pt x="56" y="19"/>
                  </a:cubicBezTo>
                  <a:cubicBezTo>
                    <a:pt x="68" y="54"/>
                    <a:pt x="68" y="54"/>
                    <a:pt x="68" y="54"/>
                  </a:cubicBezTo>
                  <a:cubicBezTo>
                    <a:pt x="69" y="57"/>
                    <a:pt x="72" y="58"/>
                    <a:pt x="75" y="57"/>
                  </a:cubicBezTo>
                  <a:cubicBezTo>
                    <a:pt x="78" y="56"/>
                    <a:pt x="80" y="53"/>
                    <a:pt x="79" y="50"/>
                  </a:cubicBezTo>
                  <a:close/>
                </a:path>
              </a:pathLst>
            </a:custGeom>
            <a:solidFill>
              <a:srgbClr val="90C3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63" name="文本框 62"/>
          <p:cNvSpPr txBox="1"/>
          <p:nvPr/>
        </p:nvSpPr>
        <p:spPr>
          <a:xfrm>
            <a:off x="7095608" y="4796444"/>
            <a:ext cx="679994" cy="461665"/>
          </a:xfrm>
          <a:prstGeom prst="rect">
            <a:avLst/>
          </a:prstGeom>
          <a:noFill/>
        </p:spPr>
        <p:txBody>
          <a:bodyPr wrap="none" rtlCol="0">
            <a:spAutoFit/>
          </a:bodyPr>
          <a:lstStyle/>
          <a:p>
            <a:r>
              <a:rPr lang="en-US" altLang="zh-CN" sz="2400" dirty="0">
                <a:solidFill>
                  <a:prstClr val="black">
                    <a:lumMod val="65000"/>
                    <a:lumOff val="35000"/>
                  </a:prstClr>
                </a:solidFill>
                <a:latin typeface="Impact" panose="020B0806030902050204" pitchFamily="34" charset="0"/>
              </a:rPr>
              <a:t>15%</a:t>
            </a:r>
            <a:endParaRPr lang="zh-CN" altLang="en-US" sz="2400" dirty="0">
              <a:solidFill>
                <a:prstClr val="black">
                  <a:lumMod val="65000"/>
                  <a:lumOff val="35000"/>
                </a:prstClr>
              </a:solidFill>
              <a:latin typeface="Impact" panose="020B0806030902050204" pitchFamily="34" charset="0"/>
            </a:endParaRPr>
          </a:p>
        </p:txBody>
      </p:sp>
      <p:sp>
        <p:nvSpPr>
          <p:cNvPr id="96" name="文本框 95"/>
          <p:cNvSpPr txBox="1"/>
          <p:nvPr/>
        </p:nvSpPr>
        <p:spPr>
          <a:xfrm>
            <a:off x="7775602" y="5799397"/>
            <a:ext cx="668773" cy="461665"/>
          </a:xfrm>
          <a:prstGeom prst="rect">
            <a:avLst/>
          </a:prstGeom>
          <a:noFill/>
        </p:spPr>
        <p:txBody>
          <a:bodyPr wrap="none" rtlCol="0">
            <a:spAutoFit/>
          </a:bodyPr>
          <a:lstStyle/>
          <a:p>
            <a:r>
              <a:rPr lang="en-US" altLang="zh-CN" sz="2400" dirty="0">
                <a:solidFill>
                  <a:prstClr val="black">
                    <a:lumMod val="65000"/>
                    <a:lumOff val="35000"/>
                  </a:prstClr>
                </a:solidFill>
                <a:latin typeface="Impact" panose="020B0806030902050204" pitchFamily="34" charset="0"/>
              </a:rPr>
              <a:t>14%</a:t>
            </a:r>
            <a:endParaRPr lang="zh-CN" altLang="en-US" sz="2400" dirty="0">
              <a:solidFill>
                <a:prstClr val="black">
                  <a:lumMod val="65000"/>
                  <a:lumOff val="35000"/>
                </a:prstClr>
              </a:solidFill>
              <a:latin typeface="Impact" panose="020B0806030902050204" pitchFamily="34" charset="0"/>
            </a:endParaRPr>
          </a:p>
        </p:txBody>
      </p:sp>
      <p:sp>
        <p:nvSpPr>
          <p:cNvPr id="98" name="Oval 36"/>
          <p:cNvSpPr>
            <a:spLocks noChangeArrowheads="1"/>
          </p:cNvSpPr>
          <p:nvPr/>
        </p:nvSpPr>
        <p:spPr bwMode="auto">
          <a:xfrm>
            <a:off x="11119914" y="3550433"/>
            <a:ext cx="76200" cy="82550"/>
          </a:xfrm>
          <a:prstGeom prst="ellipse">
            <a:avLst/>
          </a:prstGeom>
          <a:solidFill>
            <a:srgbClr val="C6C5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 name="文本框 98"/>
          <p:cNvSpPr txBox="1"/>
          <p:nvPr/>
        </p:nvSpPr>
        <p:spPr>
          <a:xfrm>
            <a:off x="10709436" y="3048328"/>
            <a:ext cx="805029" cy="523220"/>
          </a:xfrm>
          <a:prstGeom prst="rect">
            <a:avLst/>
          </a:prstGeom>
          <a:noFill/>
        </p:spPr>
        <p:txBody>
          <a:bodyPr wrap="none" rtlCol="0">
            <a:spAutoFit/>
          </a:bodyPr>
          <a:lstStyle/>
          <a:p>
            <a:r>
              <a:rPr lang="en-US" altLang="zh-CN" sz="2800" dirty="0">
                <a:solidFill>
                  <a:srgbClr val="90C326"/>
                </a:solidFill>
                <a:latin typeface="Impact" panose="020B0806030902050204" pitchFamily="34" charset="0"/>
              </a:rPr>
              <a:t>40%</a:t>
            </a:r>
            <a:endParaRPr lang="zh-CN" altLang="en-US" sz="2800" dirty="0">
              <a:solidFill>
                <a:srgbClr val="90C326"/>
              </a:solidFill>
              <a:latin typeface="Impact" panose="020B0806030902050204" pitchFamily="34" charset="0"/>
            </a:endParaRPr>
          </a:p>
        </p:txBody>
      </p:sp>
      <p:sp>
        <p:nvSpPr>
          <p:cNvPr id="4" name="文本框 3"/>
          <p:cNvSpPr txBox="1"/>
          <p:nvPr/>
        </p:nvSpPr>
        <p:spPr>
          <a:xfrm>
            <a:off x="7268592" y="1906977"/>
            <a:ext cx="3445174" cy="369332"/>
          </a:xfrm>
          <a:prstGeom prst="rect">
            <a:avLst/>
          </a:prstGeom>
          <a:noFill/>
        </p:spPr>
        <p:txBody>
          <a:bodyPr wrap="none" rtlCol="0">
            <a:spAutoFit/>
          </a:bodyPr>
          <a:lstStyle/>
          <a:p>
            <a:r>
              <a:rPr lang="zh-CN" altLang="en-US" dirty="0">
                <a:solidFill>
                  <a:prstClr val="black">
                    <a:lumMod val="65000"/>
                    <a:lumOff val="35000"/>
                  </a:prstClr>
                </a:solidFill>
              </a:rPr>
              <a:t>下图也可以用                来替换。</a:t>
            </a:r>
          </a:p>
        </p:txBody>
      </p:sp>
      <p:sp>
        <p:nvSpPr>
          <p:cNvPr id="100" name="Freeform 60"/>
          <p:cNvSpPr>
            <a:spLocks/>
          </p:cNvSpPr>
          <p:nvPr/>
        </p:nvSpPr>
        <p:spPr bwMode="auto">
          <a:xfrm>
            <a:off x="783743" y="3615797"/>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 name="文本框 100"/>
          <p:cNvSpPr txBox="1"/>
          <p:nvPr/>
        </p:nvSpPr>
        <p:spPr>
          <a:xfrm>
            <a:off x="716895" y="4415398"/>
            <a:ext cx="6165819" cy="1754326"/>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右图由两个同样数据的环形图叠加而成；</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使用时需同时修改两个图形的对应数据；</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注意数字也同时需要修改；</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可以辅助文字加以说明；</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颜色可以根据需要进行修改。</a:t>
            </a:r>
            <a:endParaRPr lang="en-US" altLang="zh-CN" dirty="0">
              <a:solidFill>
                <a:prstClr val="black">
                  <a:lumMod val="65000"/>
                  <a:lumOff val="35000"/>
                </a:prstClr>
              </a:solidFill>
              <a:latin typeface="微软雅黑" panose="020B0503020204020204" pitchFamily="34" charset="-122"/>
            </a:endParaRPr>
          </a:p>
        </p:txBody>
      </p:sp>
      <p:sp>
        <p:nvSpPr>
          <p:cNvPr id="102" name="圆角矩形 101"/>
          <p:cNvSpPr/>
          <p:nvPr/>
        </p:nvSpPr>
        <p:spPr>
          <a:xfrm>
            <a:off x="1451435" y="3775082"/>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103" name="等腰三角形 102"/>
          <p:cNvSpPr/>
          <p:nvPr/>
        </p:nvSpPr>
        <p:spPr>
          <a:xfrm rot="16200000">
            <a:off x="1376803" y="3842626"/>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27" name="矩形 39"/>
          <p:cNvSpPr/>
          <p:nvPr/>
        </p:nvSpPr>
        <p:spPr>
          <a:xfrm>
            <a:off x="0" y="203088"/>
            <a:ext cx="1760418" cy="523220"/>
          </a:xfrm>
          <a:prstGeom prst="rect">
            <a:avLst/>
          </a:prstGeom>
          <a:noFill/>
        </p:spPr>
        <p:txBody>
          <a:bodyPr wrap="none" rtlCol="0">
            <a:spAutoFit/>
          </a:bodyPr>
          <a:lstStyle/>
          <a:p>
            <a:r>
              <a:rPr lang="zh-CN" altLang="en-US" sz="2800" b="1" dirty="0">
                <a:solidFill>
                  <a:schemeClr val="tx1">
                    <a:lumMod val="65000"/>
                    <a:lumOff val="35000"/>
                  </a:schemeClr>
                </a:solidFill>
              </a:rPr>
              <a:t>饼</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环形图</a:t>
            </a:r>
          </a:p>
        </p:txBody>
      </p:sp>
    </p:spTree>
    <p:extLst>
      <p:ext uri="{BB962C8B-B14F-4D97-AF65-F5344CB8AC3E}">
        <p14:creationId xmlns:p14="http://schemas.microsoft.com/office/powerpoint/2010/main" val="448799654"/>
      </p:ext>
    </p:extLst>
  </p:cSld>
  <p:clrMapOvr>
    <a:masterClrMapping/>
  </p:clrMapOvr>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 name="Freeform 60"/>
          <p:cNvSpPr>
            <a:spLocks/>
          </p:cNvSpPr>
          <p:nvPr/>
        </p:nvSpPr>
        <p:spPr bwMode="auto">
          <a:xfrm>
            <a:off x="783743" y="3615797"/>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 name="文本框 100"/>
          <p:cNvSpPr txBox="1"/>
          <p:nvPr/>
        </p:nvSpPr>
        <p:spPr>
          <a:xfrm>
            <a:off x="716896" y="4415398"/>
            <a:ext cx="4302974" cy="1754326"/>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右图由圆环图表设置而成；</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可根据需要修改对应比例；</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注意数字也同时需要修改；</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可辅助文字加以补充说明；</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颜色可根据需要进行修改。</a:t>
            </a:r>
            <a:endParaRPr lang="en-US" altLang="zh-CN" dirty="0">
              <a:solidFill>
                <a:prstClr val="black">
                  <a:lumMod val="65000"/>
                  <a:lumOff val="35000"/>
                </a:prstClr>
              </a:solidFill>
              <a:latin typeface="微软雅黑" panose="020B0503020204020204" pitchFamily="34" charset="-122"/>
            </a:endParaRPr>
          </a:p>
        </p:txBody>
      </p:sp>
      <p:sp>
        <p:nvSpPr>
          <p:cNvPr id="102" name="圆角矩形 101"/>
          <p:cNvSpPr/>
          <p:nvPr/>
        </p:nvSpPr>
        <p:spPr>
          <a:xfrm>
            <a:off x="1451435" y="3775082"/>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103" name="等腰三角形 102"/>
          <p:cNvSpPr/>
          <p:nvPr/>
        </p:nvSpPr>
        <p:spPr>
          <a:xfrm rot="16200000">
            <a:off x="1376803" y="3842626"/>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grpSp>
        <p:nvGrpSpPr>
          <p:cNvPr id="27" name="组合 26"/>
          <p:cNvGrpSpPr/>
          <p:nvPr/>
        </p:nvGrpSpPr>
        <p:grpSpPr>
          <a:xfrm>
            <a:off x="4777628" y="891682"/>
            <a:ext cx="7131166" cy="5439955"/>
            <a:chOff x="1008062" y="496644"/>
            <a:chExt cx="7131166" cy="5439955"/>
          </a:xfrm>
        </p:grpSpPr>
        <p:graphicFrame>
          <p:nvGraphicFramePr>
            <p:cNvPr id="28" name="图表 27"/>
            <p:cNvGraphicFramePr/>
            <p:nvPr/>
          </p:nvGraphicFramePr>
          <p:xfrm>
            <a:off x="1008062" y="496644"/>
            <a:ext cx="6102186" cy="5439955"/>
          </p:xfrm>
          <a:graphic>
            <a:graphicData uri="http://schemas.openxmlformats.org/drawingml/2006/chart">
              <c:chart xmlns:c="http://schemas.openxmlformats.org/drawingml/2006/chart" xmlns:r="http://schemas.openxmlformats.org/officeDocument/2006/relationships" r:id="rId2"/>
            </a:graphicData>
          </a:graphic>
        </p:graphicFrame>
        <p:grpSp>
          <p:nvGrpSpPr>
            <p:cNvPr id="29" name="组合 28"/>
            <p:cNvGrpSpPr/>
            <p:nvPr/>
          </p:nvGrpSpPr>
          <p:grpSpPr>
            <a:xfrm>
              <a:off x="3866711" y="801688"/>
              <a:ext cx="3355976" cy="120650"/>
              <a:chOff x="7555843" y="873126"/>
              <a:chExt cx="3355976" cy="120650"/>
            </a:xfrm>
          </p:grpSpPr>
          <p:sp>
            <p:nvSpPr>
              <p:cNvPr id="43" name="Oval 12"/>
              <p:cNvSpPr>
                <a:spLocks noChangeArrowheads="1"/>
              </p:cNvSpPr>
              <p:nvPr/>
            </p:nvSpPr>
            <p:spPr bwMode="auto">
              <a:xfrm>
                <a:off x="7555843" y="873126"/>
                <a:ext cx="119063" cy="120650"/>
              </a:xfrm>
              <a:prstGeom prst="ellipse">
                <a:avLst/>
              </a:prstGeom>
              <a:solidFill>
                <a:srgbClr val="3B46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 name="Rectangle 13"/>
              <p:cNvSpPr>
                <a:spLocks noChangeArrowheads="1"/>
              </p:cNvSpPr>
              <p:nvPr/>
            </p:nvSpPr>
            <p:spPr bwMode="auto">
              <a:xfrm>
                <a:off x="7627281" y="922339"/>
                <a:ext cx="3284538" cy="22225"/>
              </a:xfrm>
              <a:prstGeom prst="rect">
                <a:avLst/>
              </a:prstGeom>
              <a:solidFill>
                <a:srgbClr val="3B462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0" name="组合 29"/>
            <p:cNvGrpSpPr/>
            <p:nvPr/>
          </p:nvGrpSpPr>
          <p:grpSpPr>
            <a:xfrm>
              <a:off x="3866711" y="1273440"/>
              <a:ext cx="3355976" cy="120650"/>
              <a:chOff x="7555843" y="873126"/>
              <a:chExt cx="3355976" cy="120650"/>
            </a:xfrm>
          </p:grpSpPr>
          <p:sp>
            <p:nvSpPr>
              <p:cNvPr id="41" name="Oval 12"/>
              <p:cNvSpPr>
                <a:spLocks noChangeArrowheads="1"/>
              </p:cNvSpPr>
              <p:nvPr/>
            </p:nvSpPr>
            <p:spPr bwMode="auto">
              <a:xfrm>
                <a:off x="7555843" y="873126"/>
                <a:ext cx="119063" cy="120650"/>
              </a:xfrm>
              <a:prstGeom prst="ellipse">
                <a:avLst/>
              </a:prstGeom>
              <a:solidFill>
                <a:srgbClr val="3B46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 name="Rectangle 13"/>
              <p:cNvSpPr>
                <a:spLocks noChangeArrowheads="1"/>
              </p:cNvSpPr>
              <p:nvPr/>
            </p:nvSpPr>
            <p:spPr bwMode="auto">
              <a:xfrm>
                <a:off x="7627281" y="922339"/>
                <a:ext cx="3284538" cy="22225"/>
              </a:xfrm>
              <a:prstGeom prst="rect">
                <a:avLst/>
              </a:prstGeom>
              <a:solidFill>
                <a:srgbClr val="3B462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1" name="组合 30"/>
            <p:cNvGrpSpPr/>
            <p:nvPr/>
          </p:nvGrpSpPr>
          <p:grpSpPr>
            <a:xfrm>
              <a:off x="3866711" y="1745192"/>
              <a:ext cx="3355976" cy="120650"/>
              <a:chOff x="7555843" y="873126"/>
              <a:chExt cx="3355976" cy="120650"/>
            </a:xfrm>
          </p:grpSpPr>
          <p:sp>
            <p:nvSpPr>
              <p:cNvPr id="39" name="Oval 12"/>
              <p:cNvSpPr>
                <a:spLocks noChangeArrowheads="1"/>
              </p:cNvSpPr>
              <p:nvPr/>
            </p:nvSpPr>
            <p:spPr bwMode="auto">
              <a:xfrm>
                <a:off x="7555843" y="873126"/>
                <a:ext cx="119063" cy="120650"/>
              </a:xfrm>
              <a:prstGeom prst="ellipse">
                <a:avLst/>
              </a:prstGeom>
              <a:solidFill>
                <a:srgbClr val="3B46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 name="Rectangle 13"/>
              <p:cNvSpPr>
                <a:spLocks noChangeArrowheads="1"/>
              </p:cNvSpPr>
              <p:nvPr/>
            </p:nvSpPr>
            <p:spPr bwMode="auto">
              <a:xfrm>
                <a:off x="7627281" y="922339"/>
                <a:ext cx="3284538" cy="22225"/>
              </a:xfrm>
              <a:prstGeom prst="rect">
                <a:avLst/>
              </a:prstGeom>
              <a:solidFill>
                <a:srgbClr val="3B462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2" name="组合 31"/>
            <p:cNvGrpSpPr/>
            <p:nvPr/>
          </p:nvGrpSpPr>
          <p:grpSpPr>
            <a:xfrm>
              <a:off x="3866711" y="2216945"/>
              <a:ext cx="3355976" cy="120650"/>
              <a:chOff x="7555843" y="873126"/>
              <a:chExt cx="3355976" cy="120650"/>
            </a:xfrm>
          </p:grpSpPr>
          <p:sp>
            <p:nvSpPr>
              <p:cNvPr id="37" name="Oval 12"/>
              <p:cNvSpPr>
                <a:spLocks noChangeArrowheads="1"/>
              </p:cNvSpPr>
              <p:nvPr/>
            </p:nvSpPr>
            <p:spPr bwMode="auto">
              <a:xfrm>
                <a:off x="7555843" y="873126"/>
                <a:ext cx="119063" cy="120650"/>
              </a:xfrm>
              <a:prstGeom prst="ellipse">
                <a:avLst/>
              </a:prstGeom>
              <a:solidFill>
                <a:srgbClr val="3B46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 name="Rectangle 13"/>
              <p:cNvSpPr>
                <a:spLocks noChangeArrowheads="1"/>
              </p:cNvSpPr>
              <p:nvPr/>
            </p:nvSpPr>
            <p:spPr bwMode="auto">
              <a:xfrm>
                <a:off x="7627281" y="922339"/>
                <a:ext cx="3284538" cy="22225"/>
              </a:xfrm>
              <a:prstGeom prst="rect">
                <a:avLst/>
              </a:prstGeom>
              <a:solidFill>
                <a:srgbClr val="3B462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33" name="文本框 32"/>
            <p:cNvSpPr txBox="1"/>
            <p:nvPr/>
          </p:nvSpPr>
          <p:spPr>
            <a:xfrm>
              <a:off x="7294125" y="570855"/>
              <a:ext cx="716863" cy="461665"/>
            </a:xfrm>
            <a:prstGeom prst="rect">
              <a:avLst/>
            </a:prstGeom>
            <a:noFill/>
          </p:spPr>
          <p:txBody>
            <a:bodyPr wrap="none" rtlCol="0">
              <a:spAutoFit/>
            </a:bodyPr>
            <a:lstStyle/>
            <a:p>
              <a:r>
                <a:rPr lang="en-US" altLang="zh-CN" sz="2400" dirty="0">
                  <a:solidFill>
                    <a:srgbClr val="3B4622"/>
                  </a:solidFill>
                  <a:latin typeface="Impact" panose="020B0806030902050204" pitchFamily="34" charset="0"/>
                </a:rPr>
                <a:t>25%</a:t>
              </a:r>
              <a:endParaRPr lang="zh-CN" altLang="en-US" sz="2400" dirty="0">
                <a:solidFill>
                  <a:srgbClr val="3B4622"/>
                </a:solidFill>
                <a:latin typeface="Impact" panose="020B0806030902050204" pitchFamily="34" charset="0"/>
              </a:endParaRPr>
            </a:p>
          </p:txBody>
        </p:sp>
        <p:sp>
          <p:nvSpPr>
            <p:cNvPr id="34" name="文本框 33"/>
            <p:cNvSpPr txBox="1"/>
            <p:nvPr/>
          </p:nvSpPr>
          <p:spPr>
            <a:xfrm>
              <a:off x="7294125" y="1064163"/>
              <a:ext cx="728084" cy="461665"/>
            </a:xfrm>
            <a:prstGeom prst="rect">
              <a:avLst/>
            </a:prstGeom>
            <a:noFill/>
          </p:spPr>
          <p:txBody>
            <a:bodyPr wrap="none" rtlCol="0">
              <a:spAutoFit/>
            </a:bodyPr>
            <a:lstStyle/>
            <a:p>
              <a:r>
                <a:rPr lang="en-US" altLang="zh-CN" sz="2400" dirty="0">
                  <a:solidFill>
                    <a:srgbClr val="3B4622"/>
                  </a:solidFill>
                  <a:latin typeface="Impact" panose="020B0806030902050204" pitchFamily="34" charset="0"/>
                </a:rPr>
                <a:t>50%</a:t>
              </a:r>
              <a:endParaRPr lang="zh-CN" altLang="en-US" sz="2400" dirty="0">
                <a:solidFill>
                  <a:srgbClr val="3B4622"/>
                </a:solidFill>
                <a:latin typeface="Impact" panose="020B0806030902050204" pitchFamily="34" charset="0"/>
              </a:endParaRPr>
            </a:p>
          </p:txBody>
        </p:sp>
        <p:sp>
          <p:nvSpPr>
            <p:cNvPr id="35" name="文本框 34"/>
            <p:cNvSpPr txBox="1"/>
            <p:nvPr/>
          </p:nvSpPr>
          <p:spPr>
            <a:xfrm>
              <a:off x="7294125" y="1557471"/>
              <a:ext cx="683200" cy="461665"/>
            </a:xfrm>
            <a:prstGeom prst="rect">
              <a:avLst/>
            </a:prstGeom>
            <a:noFill/>
          </p:spPr>
          <p:txBody>
            <a:bodyPr wrap="none" rtlCol="0">
              <a:spAutoFit/>
            </a:bodyPr>
            <a:lstStyle/>
            <a:p>
              <a:r>
                <a:rPr lang="en-US" altLang="zh-CN" sz="2400" dirty="0">
                  <a:solidFill>
                    <a:srgbClr val="3B4622"/>
                  </a:solidFill>
                  <a:latin typeface="Impact" panose="020B0806030902050204" pitchFamily="34" charset="0"/>
                </a:rPr>
                <a:t>75%</a:t>
              </a:r>
              <a:endParaRPr lang="zh-CN" altLang="en-US" sz="2400" dirty="0">
                <a:solidFill>
                  <a:srgbClr val="3B4622"/>
                </a:solidFill>
                <a:latin typeface="Impact" panose="020B0806030902050204" pitchFamily="34" charset="0"/>
              </a:endParaRPr>
            </a:p>
          </p:txBody>
        </p:sp>
        <p:sp>
          <p:nvSpPr>
            <p:cNvPr id="36" name="文本框 35"/>
            <p:cNvSpPr txBox="1"/>
            <p:nvPr/>
          </p:nvSpPr>
          <p:spPr>
            <a:xfrm>
              <a:off x="7294125" y="2050779"/>
              <a:ext cx="845103" cy="461665"/>
            </a:xfrm>
            <a:prstGeom prst="rect">
              <a:avLst/>
            </a:prstGeom>
            <a:noFill/>
          </p:spPr>
          <p:txBody>
            <a:bodyPr wrap="none" rtlCol="0">
              <a:spAutoFit/>
            </a:bodyPr>
            <a:lstStyle/>
            <a:p>
              <a:r>
                <a:rPr lang="en-US" altLang="zh-CN" sz="2400" dirty="0">
                  <a:solidFill>
                    <a:srgbClr val="3B4622"/>
                  </a:solidFill>
                  <a:latin typeface="Impact" panose="020B0806030902050204" pitchFamily="34" charset="0"/>
                </a:rPr>
                <a:t>100%</a:t>
              </a:r>
              <a:endParaRPr lang="zh-CN" altLang="en-US" sz="2400" dirty="0">
                <a:solidFill>
                  <a:srgbClr val="3B4622"/>
                </a:solidFill>
                <a:latin typeface="Impact" panose="020B0806030902050204" pitchFamily="34" charset="0"/>
              </a:endParaRPr>
            </a:p>
          </p:txBody>
        </p:sp>
      </p:grpSp>
      <p:sp>
        <p:nvSpPr>
          <p:cNvPr id="25" name="矩形 39"/>
          <p:cNvSpPr/>
          <p:nvPr/>
        </p:nvSpPr>
        <p:spPr>
          <a:xfrm>
            <a:off x="0" y="203088"/>
            <a:ext cx="1760418" cy="523220"/>
          </a:xfrm>
          <a:prstGeom prst="rect">
            <a:avLst/>
          </a:prstGeom>
          <a:noFill/>
        </p:spPr>
        <p:txBody>
          <a:bodyPr wrap="none" rtlCol="0">
            <a:spAutoFit/>
          </a:bodyPr>
          <a:lstStyle/>
          <a:p>
            <a:r>
              <a:rPr lang="zh-CN" altLang="en-US" sz="2800" b="1" dirty="0">
                <a:solidFill>
                  <a:schemeClr val="tx1">
                    <a:lumMod val="65000"/>
                    <a:lumOff val="35000"/>
                  </a:schemeClr>
                </a:solidFill>
              </a:rPr>
              <a:t>饼</a:t>
            </a:r>
            <a:r>
              <a:rPr lang="en-US" altLang="zh-CN" sz="2800" b="1" dirty="0">
                <a:solidFill>
                  <a:schemeClr val="tx1">
                    <a:lumMod val="65000"/>
                    <a:lumOff val="35000"/>
                  </a:schemeClr>
                </a:solidFill>
              </a:rPr>
              <a:t>/</a:t>
            </a:r>
            <a:r>
              <a:rPr lang="zh-CN" altLang="en-US" sz="2800" b="1">
                <a:solidFill>
                  <a:schemeClr val="tx1">
                    <a:lumMod val="65000"/>
                    <a:lumOff val="35000"/>
                  </a:schemeClr>
                </a:solidFill>
              </a:rPr>
              <a:t>环形图</a:t>
            </a:r>
          </a:p>
        </p:txBody>
      </p:sp>
    </p:spTree>
    <p:extLst>
      <p:ext uri="{BB962C8B-B14F-4D97-AF65-F5344CB8AC3E}">
        <p14:creationId xmlns:p14="http://schemas.microsoft.com/office/powerpoint/2010/main" val="1013216514"/>
      </p:ext>
    </p:extLst>
  </p:cSld>
  <p:clrMapOvr>
    <a:masterClrMapping/>
  </p:clrMapOvr>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 name="Freeform 60"/>
          <p:cNvSpPr>
            <a:spLocks/>
          </p:cNvSpPr>
          <p:nvPr/>
        </p:nvSpPr>
        <p:spPr bwMode="auto">
          <a:xfrm>
            <a:off x="783743" y="3615797"/>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 name="文本框 100"/>
          <p:cNvSpPr txBox="1"/>
          <p:nvPr/>
        </p:nvSpPr>
        <p:spPr>
          <a:xfrm>
            <a:off x="716896" y="4415398"/>
            <a:ext cx="4302974" cy="1754326"/>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右图由圆环图表设置而成；</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可根据需要修改对应比例；</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注意数字也同时需要修改；</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可辅助文字加以补充说明；</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颜色可根据需要进行修改。</a:t>
            </a:r>
            <a:endParaRPr lang="en-US" altLang="zh-CN" dirty="0">
              <a:solidFill>
                <a:prstClr val="black">
                  <a:lumMod val="65000"/>
                  <a:lumOff val="35000"/>
                </a:prstClr>
              </a:solidFill>
              <a:latin typeface="微软雅黑" panose="020B0503020204020204" pitchFamily="34" charset="-122"/>
            </a:endParaRPr>
          </a:p>
        </p:txBody>
      </p:sp>
      <p:sp>
        <p:nvSpPr>
          <p:cNvPr id="102" name="圆角矩形 101"/>
          <p:cNvSpPr/>
          <p:nvPr/>
        </p:nvSpPr>
        <p:spPr>
          <a:xfrm>
            <a:off x="1451435" y="3775082"/>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103" name="等腰三角形 102"/>
          <p:cNvSpPr/>
          <p:nvPr/>
        </p:nvSpPr>
        <p:spPr>
          <a:xfrm rot="16200000">
            <a:off x="1376803" y="3842626"/>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grpSp>
        <p:nvGrpSpPr>
          <p:cNvPr id="2" name="组合 1"/>
          <p:cNvGrpSpPr/>
          <p:nvPr/>
        </p:nvGrpSpPr>
        <p:grpSpPr>
          <a:xfrm>
            <a:off x="5914449" y="1055104"/>
            <a:ext cx="6102186" cy="5439955"/>
            <a:chOff x="4777628" y="891682"/>
            <a:chExt cx="6102186" cy="5439955"/>
          </a:xfrm>
        </p:grpSpPr>
        <p:graphicFrame>
          <p:nvGraphicFramePr>
            <p:cNvPr id="28" name="图表 27"/>
            <p:cNvGraphicFramePr/>
            <p:nvPr/>
          </p:nvGraphicFramePr>
          <p:xfrm>
            <a:off x="4777628" y="891682"/>
            <a:ext cx="6102186" cy="5439955"/>
          </p:xfrm>
          <a:graphic>
            <a:graphicData uri="http://schemas.openxmlformats.org/drawingml/2006/chart">
              <c:chart xmlns:c="http://schemas.openxmlformats.org/drawingml/2006/chart" xmlns:r="http://schemas.openxmlformats.org/officeDocument/2006/relationships" r:id="rId2"/>
            </a:graphicData>
          </a:graphic>
        </p:graphicFrame>
        <p:sp>
          <p:nvSpPr>
            <p:cNvPr id="33" name="文本框 32"/>
            <p:cNvSpPr txBox="1"/>
            <p:nvPr/>
          </p:nvSpPr>
          <p:spPr>
            <a:xfrm>
              <a:off x="6998318" y="965893"/>
              <a:ext cx="683200" cy="461665"/>
            </a:xfrm>
            <a:prstGeom prst="rect">
              <a:avLst/>
            </a:prstGeom>
            <a:noFill/>
          </p:spPr>
          <p:txBody>
            <a:bodyPr wrap="none" rtlCol="0">
              <a:spAutoFit/>
            </a:bodyPr>
            <a:lstStyle/>
            <a:p>
              <a:r>
                <a:rPr lang="en-US" altLang="zh-CN" sz="2400" dirty="0">
                  <a:solidFill>
                    <a:srgbClr val="3B4622"/>
                  </a:solidFill>
                  <a:latin typeface="Impact" panose="020B0806030902050204" pitchFamily="34" charset="0"/>
                </a:rPr>
                <a:t>75%</a:t>
              </a:r>
              <a:endParaRPr lang="zh-CN" altLang="en-US" sz="2400" dirty="0">
                <a:solidFill>
                  <a:srgbClr val="3B4622"/>
                </a:solidFill>
                <a:latin typeface="Impact" panose="020B0806030902050204" pitchFamily="34" charset="0"/>
              </a:endParaRPr>
            </a:p>
          </p:txBody>
        </p:sp>
        <p:sp>
          <p:nvSpPr>
            <p:cNvPr id="34" name="文本框 33"/>
            <p:cNvSpPr txBox="1"/>
            <p:nvPr/>
          </p:nvSpPr>
          <p:spPr>
            <a:xfrm>
              <a:off x="6998318" y="1459201"/>
              <a:ext cx="728084" cy="461665"/>
            </a:xfrm>
            <a:prstGeom prst="rect">
              <a:avLst/>
            </a:prstGeom>
            <a:noFill/>
          </p:spPr>
          <p:txBody>
            <a:bodyPr wrap="none" rtlCol="0">
              <a:spAutoFit/>
            </a:bodyPr>
            <a:lstStyle/>
            <a:p>
              <a:r>
                <a:rPr lang="en-US" altLang="zh-CN" sz="2400" dirty="0">
                  <a:solidFill>
                    <a:srgbClr val="3B4622"/>
                  </a:solidFill>
                  <a:latin typeface="Impact" panose="020B0806030902050204" pitchFamily="34" charset="0"/>
                </a:rPr>
                <a:t>50%</a:t>
              </a:r>
              <a:endParaRPr lang="zh-CN" altLang="en-US" sz="2400" dirty="0">
                <a:solidFill>
                  <a:srgbClr val="3B4622"/>
                </a:solidFill>
                <a:latin typeface="Impact" panose="020B0806030902050204" pitchFamily="34" charset="0"/>
              </a:endParaRPr>
            </a:p>
          </p:txBody>
        </p:sp>
        <p:sp>
          <p:nvSpPr>
            <p:cNvPr id="35" name="文本框 34"/>
            <p:cNvSpPr txBox="1"/>
            <p:nvPr/>
          </p:nvSpPr>
          <p:spPr>
            <a:xfrm>
              <a:off x="6998318" y="1952509"/>
              <a:ext cx="683200" cy="461665"/>
            </a:xfrm>
            <a:prstGeom prst="rect">
              <a:avLst/>
            </a:prstGeom>
            <a:noFill/>
          </p:spPr>
          <p:txBody>
            <a:bodyPr wrap="none" rtlCol="0">
              <a:spAutoFit/>
            </a:bodyPr>
            <a:lstStyle/>
            <a:p>
              <a:r>
                <a:rPr lang="en-US" altLang="zh-CN" sz="2400" dirty="0">
                  <a:solidFill>
                    <a:srgbClr val="3B4622"/>
                  </a:solidFill>
                  <a:latin typeface="Impact" panose="020B0806030902050204" pitchFamily="34" charset="0"/>
                </a:rPr>
                <a:t>70%</a:t>
              </a:r>
              <a:endParaRPr lang="zh-CN" altLang="en-US" sz="2400" dirty="0">
                <a:solidFill>
                  <a:srgbClr val="3B4622"/>
                </a:solidFill>
                <a:latin typeface="Impact" panose="020B0806030902050204" pitchFamily="34" charset="0"/>
              </a:endParaRPr>
            </a:p>
          </p:txBody>
        </p:sp>
        <p:sp>
          <p:nvSpPr>
            <p:cNvPr id="36" name="文本框 35"/>
            <p:cNvSpPr txBox="1"/>
            <p:nvPr/>
          </p:nvSpPr>
          <p:spPr>
            <a:xfrm>
              <a:off x="6998318" y="2445817"/>
              <a:ext cx="716863" cy="461665"/>
            </a:xfrm>
            <a:prstGeom prst="rect">
              <a:avLst/>
            </a:prstGeom>
            <a:noFill/>
          </p:spPr>
          <p:txBody>
            <a:bodyPr wrap="none" rtlCol="0">
              <a:spAutoFit/>
            </a:bodyPr>
            <a:lstStyle/>
            <a:p>
              <a:r>
                <a:rPr lang="en-US" altLang="zh-CN" sz="2400" dirty="0">
                  <a:solidFill>
                    <a:srgbClr val="3B4622"/>
                  </a:solidFill>
                  <a:latin typeface="Impact" panose="020B0806030902050204" pitchFamily="34" charset="0"/>
                </a:rPr>
                <a:t>40%</a:t>
              </a:r>
              <a:endParaRPr lang="zh-CN" altLang="en-US" sz="2400" dirty="0">
                <a:solidFill>
                  <a:srgbClr val="3B4622"/>
                </a:solidFill>
                <a:latin typeface="Impact" panose="020B0806030902050204" pitchFamily="34" charset="0"/>
              </a:endParaRPr>
            </a:p>
          </p:txBody>
        </p:sp>
      </p:grpSp>
      <p:sp>
        <p:nvSpPr>
          <p:cNvPr id="13" name="矩形 39"/>
          <p:cNvSpPr/>
          <p:nvPr/>
        </p:nvSpPr>
        <p:spPr>
          <a:xfrm>
            <a:off x="0" y="203088"/>
            <a:ext cx="1760418" cy="523220"/>
          </a:xfrm>
          <a:prstGeom prst="rect">
            <a:avLst/>
          </a:prstGeom>
          <a:noFill/>
        </p:spPr>
        <p:txBody>
          <a:bodyPr wrap="none" rtlCol="0">
            <a:spAutoFit/>
          </a:bodyPr>
          <a:lstStyle/>
          <a:p>
            <a:r>
              <a:rPr lang="zh-CN" altLang="en-US" sz="2800" b="1" dirty="0">
                <a:solidFill>
                  <a:schemeClr val="tx1">
                    <a:lumMod val="65000"/>
                    <a:lumOff val="35000"/>
                  </a:schemeClr>
                </a:solidFill>
              </a:rPr>
              <a:t>饼</a:t>
            </a:r>
            <a:r>
              <a:rPr lang="en-US" altLang="zh-CN" sz="2800" b="1" dirty="0">
                <a:solidFill>
                  <a:schemeClr val="tx1">
                    <a:lumMod val="65000"/>
                    <a:lumOff val="35000"/>
                  </a:schemeClr>
                </a:solidFill>
              </a:rPr>
              <a:t>/</a:t>
            </a:r>
            <a:r>
              <a:rPr lang="zh-CN" altLang="en-US" sz="2800" b="1">
                <a:solidFill>
                  <a:schemeClr val="tx1">
                    <a:lumMod val="65000"/>
                    <a:lumOff val="35000"/>
                  </a:schemeClr>
                </a:solidFill>
              </a:rPr>
              <a:t>环形图</a:t>
            </a:r>
          </a:p>
        </p:txBody>
      </p:sp>
    </p:spTree>
    <p:extLst>
      <p:ext uri="{BB962C8B-B14F-4D97-AF65-F5344CB8AC3E}">
        <p14:creationId xmlns:p14="http://schemas.microsoft.com/office/powerpoint/2010/main" val="1732113735"/>
      </p:ext>
    </p:extLst>
  </p:cSld>
  <p:clrMapOvr>
    <a:masterClrMapping/>
  </p:clrMapOvr>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 name="文本框 66"/>
          <p:cNvSpPr txBox="1"/>
          <p:nvPr/>
        </p:nvSpPr>
        <p:spPr>
          <a:xfrm>
            <a:off x="1000603" y="858685"/>
            <a:ext cx="7109639" cy="424732"/>
          </a:xfrm>
          <a:prstGeom prst="rect">
            <a:avLst/>
          </a:prstGeom>
          <a:noFill/>
        </p:spPr>
        <p:txBody>
          <a:bodyPr wrap="none" rtlCol="0">
            <a:spAutoFit/>
          </a:bodyPr>
          <a:lstStyle/>
          <a:p>
            <a:pPr>
              <a:lnSpc>
                <a:spcPct val="120000"/>
              </a:lnSpc>
            </a:pPr>
            <a:r>
              <a:rPr lang="zh-CN" altLang="en-US" dirty="0">
                <a:solidFill>
                  <a:prstClr val="black">
                    <a:lumMod val="65000"/>
                    <a:lumOff val="35000"/>
                  </a:prstClr>
                </a:solidFill>
              </a:rPr>
              <a:t>下图为图表和图形组合而成，可以根据需要修改图表数字以及颜色。</a:t>
            </a:r>
            <a:endParaRPr lang="en-US" altLang="zh-CN" dirty="0">
              <a:solidFill>
                <a:prstClr val="black">
                  <a:lumMod val="65000"/>
                  <a:lumOff val="35000"/>
                </a:prstClr>
              </a:solidFill>
            </a:endParaRPr>
          </a:p>
        </p:txBody>
      </p:sp>
      <p:grpSp>
        <p:nvGrpSpPr>
          <p:cNvPr id="115" name="组合 114"/>
          <p:cNvGrpSpPr/>
          <p:nvPr/>
        </p:nvGrpSpPr>
        <p:grpSpPr>
          <a:xfrm>
            <a:off x="-906629" y="2583360"/>
            <a:ext cx="6463745" cy="4309163"/>
            <a:chOff x="2616200" y="2623673"/>
            <a:chExt cx="6959600" cy="4639733"/>
          </a:xfrm>
        </p:grpSpPr>
        <p:graphicFrame>
          <p:nvGraphicFramePr>
            <p:cNvPr id="116" name="图表 115"/>
            <p:cNvGraphicFramePr/>
            <p:nvPr/>
          </p:nvGraphicFramePr>
          <p:xfrm>
            <a:off x="2616200" y="2623673"/>
            <a:ext cx="6959600" cy="4639733"/>
          </p:xfrm>
          <a:graphic>
            <a:graphicData uri="http://schemas.openxmlformats.org/drawingml/2006/chart">
              <c:chart xmlns:c="http://schemas.openxmlformats.org/drawingml/2006/chart" xmlns:r="http://schemas.openxmlformats.org/officeDocument/2006/relationships" r:id="rId2"/>
            </a:graphicData>
          </a:graphic>
        </p:graphicFrame>
        <p:grpSp>
          <p:nvGrpSpPr>
            <p:cNvPr id="117" name="组合 116"/>
            <p:cNvGrpSpPr/>
            <p:nvPr/>
          </p:nvGrpSpPr>
          <p:grpSpPr>
            <a:xfrm>
              <a:off x="4094872" y="2903838"/>
              <a:ext cx="4002257" cy="2089379"/>
              <a:chOff x="6021079" y="948035"/>
              <a:chExt cx="3908781" cy="2040580"/>
            </a:xfrm>
          </p:grpSpPr>
          <p:sp>
            <p:nvSpPr>
              <p:cNvPr id="118" name="Freeform 21"/>
              <p:cNvSpPr>
                <a:spLocks/>
              </p:cNvSpPr>
              <p:nvPr/>
            </p:nvSpPr>
            <p:spPr bwMode="auto">
              <a:xfrm>
                <a:off x="6021079" y="2748827"/>
                <a:ext cx="99981" cy="23820"/>
              </a:xfrm>
              <a:custGeom>
                <a:avLst/>
                <a:gdLst>
                  <a:gd name="T0" fmla="*/ 0 w 63"/>
                  <a:gd name="T1" fmla="*/ 0 h 15"/>
                  <a:gd name="T2" fmla="*/ 63 w 63"/>
                  <a:gd name="T3" fmla="*/ 5 h 15"/>
                  <a:gd name="T4" fmla="*/ 63 w 63"/>
                  <a:gd name="T5" fmla="*/ 15 h 15"/>
                  <a:gd name="T6" fmla="*/ 0 w 63"/>
                  <a:gd name="T7" fmla="*/ 10 h 15"/>
                  <a:gd name="T8" fmla="*/ 0 w 63"/>
                  <a:gd name="T9" fmla="*/ 0 h 15"/>
                </a:gdLst>
                <a:ahLst/>
                <a:cxnLst>
                  <a:cxn ang="0">
                    <a:pos x="T0" y="T1"/>
                  </a:cxn>
                  <a:cxn ang="0">
                    <a:pos x="T2" y="T3"/>
                  </a:cxn>
                  <a:cxn ang="0">
                    <a:pos x="T4" y="T5"/>
                  </a:cxn>
                  <a:cxn ang="0">
                    <a:pos x="T6" y="T7"/>
                  </a:cxn>
                  <a:cxn ang="0">
                    <a:pos x="T8" y="T9"/>
                  </a:cxn>
                </a:cxnLst>
                <a:rect l="0" t="0" r="r" b="b"/>
                <a:pathLst>
                  <a:path w="63" h="15">
                    <a:moveTo>
                      <a:pt x="0" y="0"/>
                    </a:moveTo>
                    <a:lnTo>
                      <a:pt x="63" y="5"/>
                    </a:lnTo>
                    <a:lnTo>
                      <a:pt x="63" y="15"/>
                    </a:lnTo>
                    <a:lnTo>
                      <a:pt x="0" y="10"/>
                    </a:lnTo>
                    <a:lnTo>
                      <a:pt x="0" y="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9" name="Freeform 22"/>
              <p:cNvSpPr>
                <a:spLocks/>
              </p:cNvSpPr>
              <p:nvPr/>
            </p:nvSpPr>
            <p:spPr bwMode="auto">
              <a:xfrm>
                <a:off x="6038536" y="2590027"/>
                <a:ext cx="98394" cy="25408"/>
              </a:xfrm>
              <a:custGeom>
                <a:avLst/>
                <a:gdLst>
                  <a:gd name="T0" fmla="*/ 5 w 62"/>
                  <a:gd name="T1" fmla="*/ 0 h 16"/>
                  <a:gd name="T2" fmla="*/ 62 w 62"/>
                  <a:gd name="T3" fmla="*/ 11 h 16"/>
                  <a:gd name="T4" fmla="*/ 62 w 62"/>
                  <a:gd name="T5" fmla="*/ 16 h 16"/>
                  <a:gd name="T6" fmla="*/ 0 w 62"/>
                  <a:gd name="T7" fmla="*/ 6 h 16"/>
                  <a:gd name="T8" fmla="*/ 5 w 62"/>
                  <a:gd name="T9" fmla="*/ 0 h 16"/>
                </a:gdLst>
                <a:ahLst/>
                <a:cxnLst>
                  <a:cxn ang="0">
                    <a:pos x="T0" y="T1"/>
                  </a:cxn>
                  <a:cxn ang="0">
                    <a:pos x="T2" y="T3"/>
                  </a:cxn>
                  <a:cxn ang="0">
                    <a:pos x="T4" y="T5"/>
                  </a:cxn>
                  <a:cxn ang="0">
                    <a:pos x="T6" y="T7"/>
                  </a:cxn>
                  <a:cxn ang="0">
                    <a:pos x="T8" y="T9"/>
                  </a:cxn>
                </a:cxnLst>
                <a:rect l="0" t="0" r="r" b="b"/>
                <a:pathLst>
                  <a:path w="62" h="16">
                    <a:moveTo>
                      <a:pt x="5" y="0"/>
                    </a:moveTo>
                    <a:lnTo>
                      <a:pt x="62" y="11"/>
                    </a:lnTo>
                    <a:lnTo>
                      <a:pt x="62" y="16"/>
                    </a:lnTo>
                    <a:lnTo>
                      <a:pt x="0" y="6"/>
                    </a:lnTo>
                    <a:lnTo>
                      <a:pt x="5" y="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 name="Freeform 23"/>
              <p:cNvSpPr>
                <a:spLocks/>
              </p:cNvSpPr>
              <p:nvPr/>
            </p:nvSpPr>
            <p:spPr bwMode="auto">
              <a:xfrm>
                <a:off x="6079798" y="2401055"/>
                <a:ext cx="98394" cy="33348"/>
              </a:xfrm>
              <a:custGeom>
                <a:avLst/>
                <a:gdLst>
                  <a:gd name="T0" fmla="*/ 0 w 62"/>
                  <a:gd name="T1" fmla="*/ 0 h 21"/>
                  <a:gd name="T2" fmla="*/ 62 w 62"/>
                  <a:gd name="T3" fmla="*/ 16 h 21"/>
                  <a:gd name="T4" fmla="*/ 57 w 62"/>
                  <a:gd name="T5" fmla="*/ 21 h 21"/>
                  <a:gd name="T6" fmla="*/ 0 w 62"/>
                  <a:gd name="T7" fmla="*/ 5 h 21"/>
                  <a:gd name="T8" fmla="*/ 0 w 62"/>
                  <a:gd name="T9" fmla="*/ 0 h 21"/>
                </a:gdLst>
                <a:ahLst/>
                <a:cxnLst>
                  <a:cxn ang="0">
                    <a:pos x="T0" y="T1"/>
                  </a:cxn>
                  <a:cxn ang="0">
                    <a:pos x="T2" y="T3"/>
                  </a:cxn>
                  <a:cxn ang="0">
                    <a:pos x="T4" y="T5"/>
                  </a:cxn>
                  <a:cxn ang="0">
                    <a:pos x="T6" y="T7"/>
                  </a:cxn>
                  <a:cxn ang="0">
                    <a:pos x="T8" y="T9"/>
                  </a:cxn>
                </a:cxnLst>
                <a:rect l="0" t="0" r="r" b="b"/>
                <a:pathLst>
                  <a:path w="62" h="21">
                    <a:moveTo>
                      <a:pt x="0" y="0"/>
                    </a:moveTo>
                    <a:lnTo>
                      <a:pt x="62" y="16"/>
                    </a:lnTo>
                    <a:lnTo>
                      <a:pt x="57" y="21"/>
                    </a:lnTo>
                    <a:lnTo>
                      <a:pt x="0" y="5"/>
                    </a:lnTo>
                    <a:lnTo>
                      <a:pt x="0" y="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1" name="Freeform 24"/>
              <p:cNvSpPr>
                <a:spLocks/>
              </p:cNvSpPr>
              <p:nvPr/>
            </p:nvSpPr>
            <p:spPr bwMode="auto">
              <a:xfrm>
                <a:off x="6136930" y="2210495"/>
                <a:ext cx="90459" cy="49228"/>
              </a:xfrm>
              <a:custGeom>
                <a:avLst/>
                <a:gdLst>
                  <a:gd name="T0" fmla="*/ 5 w 57"/>
                  <a:gd name="T1" fmla="*/ 0 h 31"/>
                  <a:gd name="T2" fmla="*/ 57 w 57"/>
                  <a:gd name="T3" fmla="*/ 26 h 31"/>
                  <a:gd name="T4" fmla="*/ 57 w 57"/>
                  <a:gd name="T5" fmla="*/ 31 h 31"/>
                  <a:gd name="T6" fmla="*/ 0 w 57"/>
                  <a:gd name="T7" fmla="*/ 10 h 31"/>
                  <a:gd name="T8" fmla="*/ 5 w 57"/>
                  <a:gd name="T9" fmla="*/ 0 h 31"/>
                </a:gdLst>
                <a:ahLst/>
                <a:cxnLst>
                  <a:cxn ang="0">
                    <a:pos x="T0" y="T1"/>
                  </a:cxn>
                  <a:cxn ang="0">
                    <a:pos x="T2" y="T3"/>
                  </a:cxn>
                  <a:cxn ang="0">
                    <a:pos x="T4" y="T5"/>
                  </a:cxn>
                  <a:cxn ang="0">
                    <a:pos x="T6" y="T7"/>
                  </a:cxn>
                  <a:cxn ang="0">
                    <a:pos x="T8" y="T9"/>
                  </a:cxn>
                </a:cxnLst>
                <a:rect l="0" t="0" r="r" b="b"/>
                <a:pathLst>
                  <a:path w="57" h="31">
                    <a:moveTo>
                      <a:pt x="5" y="0"/>
                    </a:moveTo>
                    <a:lnTo>
                      <a:pt x="57" y="26"/>
                    </a:lnTo>
                    <a:lnTo>
                      <a:pt x="57" y="31"/>
                    </a:lnTo>
                    <a:lnTo>
                      <a:pt x="0" y="10"/>
                    </a:lnTo>
                    <a:lnTo>
                      <a:pt x="5" y="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 name="Freeform 25"/>
              <p:cNvSpPr>
                <a:spLocks/>
              </p:cNvSpPr>
              <p:nvPr/>
            </p:nvSpPr>
            <p:spPr bwMode="auto">
              <a:xfrm>
                <a:off x="6211519" y="2035815"/>
                <a:ext cx="90459" cy="49228"/>
              </a:xfrm>
              <a:custGeom>
                <a:avLst/>
                <a:gdLst>
                  <a:gd name="T0" fmla="*/ 5 w 57"/>
                  <a:gd name="T1" fmla="*/ 0 h 31"/>
                  <a:gd name="T2" fmla="*/ 57 w 57"/>
                  <a:gd name="T3" fmla="*/ 26 h 31"/>
                  <a:gd name="T4" fmla="*/ 57 w 57"/>
                  <a:gd name="T5" fmla="*/ 31 h 31"/>
                  <a:gd name="T6" fmla="*/ 0 w 57"/>
                  <a:gd name="T7" fmla="*/ 5 h 31"/>
                  <a:gd name="T8" fmla="*/ 5 w 57"/>
                  <a:gd name="T9" fmla="*/ 0 h 31"/>
                </a:gdLst>
                <a:ahLst/>
                <a:cxnLst>
                  <a:cxn ang="0">
                    <a:pos x="T0" y="T1"/>
                  </a:cxn>
                  <a:cxn ang="0">
                    <a:pos x="T2" y="T3"/>
                  </a:cxn>
                  <a:cxn ang="0">
                    <a:pos x="T4" y="T5"/>
                  </a:cxn>
                  <a:cxn ang="0">
                    <a:pos x="T6" y="T7"/>
                  </a:cxn>
                  <a:cxn ang="0">
                    <a:pos x="T8" y="T9"/>
                  </a:cxn>
                </a:cxnLst>
                <a:rect l="0" t="0" r="r" b="b"/>
                <a:pathLst>
                  <a:path w="57" h="31">
                    <a:moveTo>
                      <a:pt x="5" y="0"/>
                    </a:moveTo>
                    <a:lnTo>
                      <a:pt x="57" y="26"/>
                    </a:lnTo>
                    <a:lnTo>
                      <a:pt x="57" y="31"/>
                    </a:lnTo>
                    <a:lnTo>
                      <a:pt x="0" y="5"/>
                    </a:lnTo>
                    <a:lnTo>
                      <a:pt x="5" y="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3" name="Freeform 26"/>
              <p:cNvSpPr>
                <a:spLocks/>
              </p:cNvSpPr>
              <p:nvPr/>
            </p:nvSpPr>
            <p:spPr bwMode="auto">
              <a:xfrm>
                <a:off x="6309913" y="1861135"/>
                <a:ext cx="82524" cy="66696"/>
              </a:xfrm>
              <a:custGeom>
                <a:avLst/>
                <a:gdLst>
                  <a:gd name="T0" fmla="*/ 5 w 52"/>
                  <a:gd name="T1" fmla="*/ 0 h 42"/>
                  <a:gd name="T2" fmla="*/ 52 w 52"/>
                  <a:gd name="T3" fmla="*/ 37 h 42"/>
                  <a:gd name="T4" fmla="*/ 52 w 52"/>
                  <a:gd name="T5" fmla="*/ 42 h 42"/>
                  <a:gd name="T6" fmla="*/ 0 w 52"/>
                  <a:gd name="T7" fmla="*/ 11 h 42"/>
                  <a:gd name="T8" fmla="*/ 5 w 52"/>
                  <a:gd name="T9" fmla="*/ 0 h 42"/>
                </a:gdLst>
                <a:ahLst/>
                <a:cxnLst>
                  <a:cxn ang="0">
                    <a:pos x="T0" y="T1"/>
                  </a:cxn>
                  <a:cxn ang="0">
                    <a:pos x="T2" y="T3"/>
                  </a:cxn>
                  <a:cxn ang="0">
                    <a:pos x="T4" y="T5"/>
                  </a:cxn>
                  <a:cxn ang="0">
                    <a:pos x="T6" y="T7"/>
                  </a:cxn>
                  <a:cxn ang="0">
                    <a:pos x="T8" y="T9"/>
                  </a:cxn>
                </a:cxnLst>
                <a:rect l="0" t="0" r="r" b="b"/>
                <a:pathLst>
                  <a:path w="52" h="42">
                    <a:moveTo>
                      <a:pt x="5" y="0"/>
                    </a:moveTo>
                    <a:lnTo>
                      <a:pt x="52" y="37"/>
                    </a:lnTo>
                    <a:lnTo>
                      <a:pt x="52" y="42"/>
                    </a:lnTo>
                    <a:lnTo>
                      <a:pt x="0" y="11"/>
                    </a:lnTo>
                    <a:lnTo>
                      <a:pt x="5" y="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4" name="Freeform 27"/>
              <p:cNvSpPr>
                <a:spLocks/>
              </p:cNvSpPr>
              <p:nvPr/>
            </p:nvSpPr>
            <p:spPr bwMode="auto">
              <a:xfrm>
                <a:off x="6417829" y="1703923"/>
                <a:ext cx="82524" cy="74636"/>
              </a:xfrm>
              <a:custGeom>
                <a:avLst/>
                <a:gdLst>
                  <a:gd name="T0" fmla="*/ 5 w 52"/>
                  <a:gd name="T1" fmla="*/ 0 h 47"/>
                  <a:gd name="T2" fmla="*/ 52 w 52"/>
                  <a:gd name="T3" fmla="*/ 36 h 47"/>
                  <a:gd name="T4" fmla="*/ 46 w 52"/>
                  <a:gd name="T5" fmla="*/ 47 h 47"/>
                  <a:gd name="T6" fmla="*/ 0 w 52"/>
                  <a:gd name="T7" fmla="*/ 5 h 47"/>
                  <a:gd name="T8" fmla="*/ 5 w 52"/>
                  <a:gd name="T9" fmla="*/ 0 h 47"/>
                </a:gdLst>
                <a:ahLst/>
                <a:cxnLst>
                  <a:cxn ang="0">
                    <a:pos x="T0" y="T1"/>
                  </a:cxn>
                  <a:cxn ang="0">
                    <a:pos x="T2" y="T3"/>
                  </a:cxn>
                  <a:cxn ang="0">
                    <a:pos x="T4" y="T5"/>
                  </a:cxn>
                  <a:cxn ang="0">
                    <a:pos x="T6" y="T7"/>
                  </a:cxn>
                  <a:cxn ang="0">
                    <a:pos x="T8" y="T9"/>
                  </a:cxn>
                </a:cxnLst>
                <a:rect l="0" t="0" r="r" b="b"/>
                <a:pathLst>
                  <a:path w="52" h="47">
                    <a:moveTo>
                      <a:pt x="5" y="0"/>
                    </a:moveTo>
                    <a:lnTo>
                      <a:pt x="52" y="36"/>
                    </a:lnTo>
                    <a:lnTo>
                      <a:pt x="46" y="47"/>
                    </a:lnTo>
                    <a:lnTo>
                      <a:pt x="0" y="5"/>
                    </a:lnTo>
                    <a:lnTo>
                      <a:pt x="5" y="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5" name="Freeform 28"/>
              <p:cNvSpPr>
                <a:spLocks/>
              </p:cNvSpPr>
              <p:nvPr/>
            </p:nvSpPr>
            <p:spPr bwMode="auto">
              <a:xfrm>
                <a:off x="6549550" y="1562591"/>
                <a:ext cx="74589" cy="74636"/>
              </a:xfrm>
              <a:custGeom>
                <a:avLst/>
                <a:gdLst>
                  <a:gd name="T0" fmla="*/ 5 w 47"/>
                  <a:gd name="T1" fmla="*/ 0 h 47"/>
                  <a:gd name="T2" fmla="*/ 47 w 47"/>
                  <a:gd name="T3" fmla="*/ 42 h 47"/>
                  <a:gd name="T4" fmla="*/ 41 w 47"/>
                  <a:gd name="T5" fmla="*/ 47 h 47"/>
                  <a:gd name="T6" fmla="*/ 0 w 47"/>
                  <a:gd name="T7" fmla="*/ 5 h 47"/>
                  <a:gd name="T8" fmla="*/ 5 w 47"/>
                  <a:gd name="T9" fmla="*/ 0 h 47"/>
                </a:gdLst>
                <a:ahLst/>
                <a:cxnLst>
                  <a:cxn ang="0">
                    <a:pos x="T0" y="T1"/>
                  </a:cxn>
                  <a:cxn ang="0">
                    <a:pos x="T2" y="T3"/>
                  </a:cxn>
                  <a:cxn ang="0">
                    <a:pos x="T4" y="T5"/>
                  </a:cxn>
                  <a:cxn ang="0">
                    <a:pos x="T6" y="T7"/>
                  </a:cxn>
                  <a:cxn ang="0">
                    <a:pos x="T8" y="T9"/>
                  </a:cxn>
                </a:cxnLst>
                <a:rect l="0" t="0" r="r" b="b"/>
                <a:pathLst>
                  <a:path w="47" h="47">
                    <a:moveTo>
                      <a:pt x="5" y="0"/>
                    </a:moveTo>
                    <a:lnTo>
                      <a:pt x="47" y="42"/>
                    </a:lnTo>
                    <a:lnTo>
                      <a:pt x="41" y="47"/>
                    </a:lnTo>
                    <a:lnTo>
                      <a:pt x="0" y="5"/>
                    </a:lnTo>
                    <a:lnTo>
                      <a:pt x="5" y="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6" name="Freeform 29"/>
              <p:cNvSpPr>
                <a:spLocks/>
              </p:cNvSpPr>
              <p:nvPr/>
            </p:nvSpPr>
            <p:spPr bwMode="auto">
              <a:xfrm>
                <a:off x="6689206" y="1429199"/>
                <a:ext cx="74589" cy="74636"/>
              </a:xfrm>
              <a:custGeom>
                <a:avLst/>
                <a:gdLst>
                  <a:gd name="T0" fmla="*/ 5 w 47"/>
                  <a:gd name="T1" fmla="*/ 0 h 47"/>
                  <a:gd name="T2" fmla="*/ 47 w 47"/>
                  <a:gd name="T3" fmla="*/ 42 h 47"/>
                  <a:gd name="T4" fmla="*/ 36 w 47"/>
                  <a:gd name="T5" fmla="*/ 47 h 47"/>
                  <a:gd name="T6" fmla="*/ 0 w 47"/>
                  <a:gd name="T7" fmla="*/ 5 h 47"/>
                  <a:gd name="T8" fmla="*/ 5 w 47"/>
                  <a:gd name="T9" fmla="*/ 0 h 47"/>
                </a:gdLst>
                <a:ahLst/>
                <a:cxnLst>
                  <a:cxn ang="0">
                    <a:pos x="T0" y="T1"/>
                  </a:cxn>
                  <a:cxn ang="0">
                    <a:pos x="T2" y="T3"/>
                  </a:cxn>
                  <a:cxn ang="0">
                    <a:pos x="T4" y="T5"/>
                  </a:cxn>
                  <a:cxn ang="0">
                    <a:pos x="T6" y="T7"/>
                  </a:cxn>
                  <a:cxn ang="0">
                    <a:pos x="T8" y="T9"/>
                  </a:cxn>
                </a:cxnLst>
                <a:rect l="0" t="0" r="r" b="b"/>
                <a:pathLst>
                  <a:path w="47" h="47">
                    <a:moveTo>
                      <a:pt x="5" y="0"/>
                    </a:moveTo>
                    <a:lnTo>
                      <a:pt x="47" y="42"/>
                    </a:lnTo>
                    <a:lnTo>
                      <a:pt x="36" y="47"/>
                    </a:lnTo>
                    <a:lnTo>
                      <a:pt x="0" y="5"/>
                    </a:lnTo>
                    <a:lnTo>
                      <a:pt x="5" y="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7" name="Freeform 30"/>
              <p:cNvSpPr>
                <a:spLocks/>
              </p:cNvSpPr>
              <p:nvPr/>
            </p:nvSpPr>
            <p:spPr bwMode="auto">
              <a:xfrm>
                <a:off x="6838384" y="1305335"/>
                <a:ext cx="65067" cy="90516"/>
              </a:xfrm>
              <a:custGeom>
                <a:avLst/>
                <a:gdLst>
                  <a:gd name="T0" fmla="*/ 10 w 41"/>
                  <a:gd name="T1" fmla="*/ 0 h 57"/>
                  <a:gd name="T2" fmla="*/ 41 w 41"/>
                  <a:gd name="T3" fmla="*/ 52 h 57"/>
                  <a:gd name="T4" fmla="*/ 36 w 41"/>
                  <a:gd name="T5" fmla="*/ 57 h 57"/>
                  <a:gd name="T6" fmla="*/ 0 w 41"/>
                  <a:gd name="T7" fmla="*/ 5 h 57"/>
                  <a:gd name="T8" fmla="*/ 10 w 41"/>
                  <a:gd name="T9" fmla="*/ 0 h 57"/>
                </a:gdLst>
                <a:ahLst/>
                <a:cxnLst>
                  <a:cxn ang="0">
                    <a:pos x="T0" y="T1"/>
                  </a:cxn>
                  <a:cxn ang="0">
                    <a:pos x="T2" y="T3"/>
                  </a:cxn>
                  <a:cxn ang="0">
                    <a:pos x="T4" y="T5"/>
                  </a:cxn>
                  <a:cxn ang="0">
                    <a:pos x="T6" y="T7"/>
                  </a:cxn>
                  <a:cxn ang="0">
                    <a:pos x="T8" y="T9"/>
                  </a:cxn>
                </a:cxnLst>
                <a:rect l="0" t="0" r="r" b="b"/>
                <a:pathLst>
                  <a:path w="41" h="57">
                    <a:moveTo>
                      <a:pt x="10" y="0"/>
                    </a:moveTo>
                    <a:lnTo>
                      <a:pt x="41" y="52"/>
                    </a:lnTo>
                    <a:lnTo>
                      <a:pt x="36" y="57"/>
                    </a:lnTo>
                    <a:lnTo>
                      <a:pt x="0" y="5"/>
                    </a:lnTo>
                    <a:lnTo>
                      <a:pt x="10" y="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9" name="Freeform 31"/>
              <p:cNvSpPr>
                <a:spLocks/>
              </p:cNvSpPr>
              <p:nvPr/>
            </p:nvSpPr>
            <p:spPr bwMode="auto">
              <a:xfrm>
                <a:off x="7001845" y="1205291"/>
                <a:ext cx="58719" cy="90516"/>
              </a:xfrm>
              <a:custGeom>
                <a:avLst/>
                <a:gdLst>
                  <a:gd name="T0" fmla="*/ 6 w 37"/>
                  <a:gd name="T1" fmla="*/ 0 h 57"/>
                  <a:gd name="T2" fmla="*/ 37 w 37"/>
                  <a:gd name="T3" fmla="*/ 52 h 57"/>
                  <a:gd name="T4" fmla="*/ 32 w 37"/>
                  <a:gd name="T5" fmla="*/ 57 h 57"/>
                  <a:gd name="T6" fmla="*/ 0 w 37"/>
                  <a:gd name="T7" fmla="*/ 0 h 57"/>
                  <a:gd name="T8" fmla="*/ 6 w 37"/>
                  <a:gd name="T9" fmla="*/ 0 h 57"/>
                </a:gdLst>
                <a:ahLst/>
                <a:cxnLst>
                  <a:cxn ang="0">
                    <a:pos x="T0" y="T1"/>
                  </a:cxn>
                  <a:cxn ang="0">
                    <a:pos x="T2" y="T3"/>
                  </a:cxn>
                  <a:cxn ang="0">
                    <a:pos x="T4" y="T5"/>
                  </a:cxn>
                  <a:cxn ang="0">
                    <a:pos x="T6" y="T7"/>
                  </a:cxn>
                  <a:cxn ang="0">
                    <a:pos x="T8" y="T9"/>
                  </a:cxn>
                </a:cxnLst>
                <a:rect l="0" t="0" r="r" b="b"/>
                <a:pathLst>
                  <a:path w="37" h="57">
                    <a:moveTo>
                      <a:pt x="6" y="0"/>
                    </a:moveTo>
                    <a:lnTo>
                      <a:pt x="37" y="52"/>
                    </a:lnTo>
                    <a:lnTo>
                      <a:pt x="32" y="57"/>
                    </a:lnTo>
                    <a:lnTo>
                      <a:pt x="0" y="0"/>
                    </a:lnTo>
                    <a:lnTo>
                      <a:pt x="6" y="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0" name="Freeform 32"/>
              <p:cNvSpPr>
                <a:spLocks/>
              </p:cNvSpPr>
              <p:nvPr/>
            </p:nvSpPr>
            <p:spPr bwMode="auto">
              <a:xfrm>
                <a:off x="7174828" y="1113187"/>
                <a:ext cx="50784" cy="92104"/>
              </a:xfrm>
              <a:custGeom>
                <a:avLst/>
                <a:gdLst>
                  <a:gd name="T0" fmla="*/ 6 w 32"/>
                  <a:gd name="T1" fmla="*/ 0 h 58"/>
                  <a:gd name="T2" fmla="*/ 32 w 32"/>
                  <a:gd name="T3" fmla="*/ 58 h 58"/>
                  <a:gd name="T4" fmla="*/ 26 w 32"/>
                  <a:gd name="T5" fmla="*/ 58 h 58"/>
                  <a:gd name="T6" fmla="*/ 0 w 32"/>
                  <a:gd name="T7" fmla="*/ 5 h 58"/>
                  <a:gd name="T8" fmla="*/ 6 w 32"/>
                  <a:gd name="T9" fmla="*/ 0 h 58"/>
                </a:gdLst>
                <a:ahLst/>
                <a:cxnLst>
                  <a:cxn ang="0">
                    <a:pos x="T0" y="T1"/>
                  </a:cxn>
                  <a:cxn ang="0">
                    <a:pos x="T2" y="T3"/>
                  </a:cxn>
                  <a:cxn ang="0">
                    <a:pos x="T4" y="T5"/>
                  </a:cxn>
                  <a:cxn ang="0">
                    <a:pos x="T6" y="T7"/>
                  </a:cxn>
                  <a:cxn ang="0">
                    <a:pos x="T8" y="T9"/>
                  </a:cxn>
                </a:cxnLst>
                <a:rect l="0" t="0" r="r" b="b"/>
                <a:pathLst>
                  <a:path w="32" h="58">
                    <a:moveTo>
                      <a:pt x="6" y="0"/>
                    </a:moveTo>
                    <a:lnTo>
                      <a:pt x="32" y="58"/>
                    </a:lnTo>
                    <a:lnTo>
                      <a:pt x="26" y="58"/>
                    </a:lnTo>
                    <a:lnTo>
                      <a:pt x="0" y="5"/>
                    </a:lnTo>
                    <a:lnTo>
                      <a:pt x="6" y="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1" name="Freeform 33"/>
              <p:cNvSpPr>
                <a:spLocks/>
              </p:cNvSpPr>
              <p:nvPr/>
            </p:nvSpPr>
            <p:spPr bwMode="auto">
              <a:xfrm>
                <a:off x="7357333" y="1046491"/>
                <a:ext cx="41262" cy="92104"/>
              </a:xfrm>
              <a:custGeom>
                <a:avLst/>
                <a:gdLst>
                  <a:gd name="T0" fmla="*/ 5 w 26"/>
                  <a:gd name="T1" fmla="*/ 0 h 58"/>
                  <a:gd name="T2" fmla="*/ 26 w 26"/>
                  <a:gd name="T3" fmla="*/ 58 h 58"/>
                  <a:gd name="T4" fmla="*/ 20 w 26"/>
                  <a:gd name="T5" fmla="*/ 58 h 58"/>
                  <a:gd name="T6" fmla="*/ 0 w 26"/>
                  <a:gd name="T7" fmla="*/ 0 h 58"/>
                  <a:gd name="T8" fmla="*/ 5 w 26"/>
                  <a:gd name="T9" fmla="*/ 0 h 58"/>
                </a:gdLst>
                <a:ahLst/>
                <a:cxnLst>
                  <a:cxn ang="0">
                    <a:pos x="T0" y="T1"/>
                  </a:cxn>
                  <a:cxn ang="0">
                    <a:pos x="T2" y="T3"/>
                  </a:cxn>
                  <a:cxn ang="0">
                    <a:pos x="T4" y="T5"/>
                  </a:cxn>
                  <a:cxn ang="0">
                    <a:pos x="T6" y="T7"/>
                  </a:cxn>
                  <a:cxn ang="0">
                    <a:pos x="T8" y="T9"/>
                  </a:cxn>
                </a:cxnLst>
                <a:rect l="0" t="0" r="r" b="b"/>
                <a:pathLst>
                  <a:path w="26" h="58">
                    <a:moveTo>
                      <a:pt x="5" y="0"/>
                    </a:moveTo>
                    <a:lnTo>
                      <a:pt x="26" y="58"/>
                    </a:lnTo>
                    <a:lnTo>
                      <a:pt x="20" y="58"/>
                    </a:lnTo>
                    <a:lnTo>
                      <a:pt x="0" y="0"/>
                    </a:lnTo>
                    <a:lnTo>
                      <a:pt x="5" y="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 name="Freeform 34"/>
              <p:cNvSpPr>
                <a:spLocks/>
              </p:cNvSpPr>
              <p:nvPr/>
            </p:nvSpPr>
            <p:spPr bwMode="auto">
              <a:xfrm>
                <a:off x="7546186" y="997263"/>
                <a:ext cx="33327" cy="92104"/>
              </a:xfrm>
              <a:custGeom>
                <a:avLst/>
                <a:gdLst>
                  <a:gd name="T0" fmla="*/ 5 w 21"/>
                  <a:gd name="T1" fmla="*/ 0 h 58"/>
                  <a:gd name="T2" fmla="*/ 21 w 21"/>
                  <a:gd name="T3" fmla="*/ 58 h 58"/>
                  <a:gd name="T4" fmla="*/ 11 w 21"/>
                  <a:gd name="T5" fmla="*/ 58 h 58"/>
                  <a:gd name="T6" fmla="*/ 0 w 21"/>
                  <a:gd name="T7" fmla="*/ 0 h 58"/>
                  <a:gd name="T8" fmla="*/ 5 w 21"/>
                  <a:gd name="T9" fmla="*/ 0 h 58"/>
                </a:gdLst>
                <a:ahLst/>
                <a:cxnLst>
                  <a:cxn ang="0">
                    <a:pos x="T0" y="T1"/>
                  </a:cxn>
                  <a:cxn ang="0">
                    <a:pos x="T2" y="T3"/>
                  </a:cxn>
                  <a:cxn ang="0">
                    <a:pos x="T4" y="T5"/>
                  </a:cxn>
                  <a:cxn ang="0">
                    <a:pos x="T6" y="T7"/>
                  </a:cxn>
                  <a:cxn ang="0">
                    <a:pos x="T8" y="T9"/>
                  </a:cxn>
                </a:cxnLst>
                <a:rect l="0" t="0" r="r" b="b"/>
                <a:pathLst>
                  <a:path w="21" h="58">
                    <a:moveTo>
                      <a:pt x="5" y="0"/>
                    </a:moveTo>
                    <a:lnTo>
                      <a:pt x="21" y="58"/>
                    </a:lnTo>
                    <a:lnTo>
                      <a:pt x="11" y="58"/>
                    </a:lnTo>
                    <a:lnTo>
                      <a:pt x="0" y="0"/>
                    </a:lnTo>
                    <a:lnTo>
                      <a:pt x="5" y="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 name="Freeform 35"/>
              <p:cNvSpPr>
                <a:spLocks/>
              </p:cNvSpPr>
              <p:nvPr/>
            </p:nvSpPr>
            <p:spPr bwMode="auto">
              <a:xfrm>
                <a:off x="7738213" y="963915"/>
                <a:ext cx="23805" cy="92104"/>
              </a:xfrm>
              <a:custGeom>
                <a:avLst/>
                <a:gdLst>
                  <a:gd name="T0" fmla="*/ 5 w 15"/>
                  <a:gd name="T1" fmla="*/ 0 h 58"/>
                  <a:gd name="T2" fmla="*/ 15 w 15"/>
                  <a:gd name="T3" fmla="*/ 58 h 58"/>
                  <a:gd name="T4" fmla="*/ 5 w 15"/>
                  <a:gd name="T5" fmla="*/ 58 h 58"/>
                  <a:gd name="T6" fmla="*/ 0 w 15"/>
                  <a:gd name="T7" fmla="*/ 0 h 58"/>
                  <a:gd name="T8" fmla="*/ 5 w 15"/>
                  <a:gd name="T9" fmla="*/ 0 h 58"/>
                </a:gdLst>
                <a:ahLst/>
                <a:cxnLst>
                  <a:cxn ang="0">
                    <a:pos x="T0" y="T1"/>
                  </a:cxn>
                  <a:cxn ang="0">
                    <a:pos x="T2" y="T3"/>
                  </a:cxn>
                  <a:cxn ang="0">
                    <a:pos x="T4" y="T5"/>
                  </a:cxn>
                  <a:cxn ang="0">
                    <a:pos x="T6" y="T7"/>
                  </a:cxn>
                  <a:cxn ang="0">
                    <a:pos x="T8" y="T9"/>
                  </a:cxn>
                </a:cxnLst>
                <a:rect l="0" t="0" r="r" b="b"/>
                <a:pathLst>
                  <a:path w="15" h="58">
                    <a:moveTo>
                      <a:pt x="5" y="0"/>
                    </a:moveTo>
                    <a:lnTo>
                      <a:pt x="15" y="58"/>
                    </a:lnTo>
                    <a:lnTo>
                      <a:pt x="5" y="58"/>
                    </a:lnTo>
                    <a:lnTo>
                      <a:pt x="0" y="0"/>
                    </a:lnTo>
                    <a:lnTo>
                      <a:pt x="5" y="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 name="Rectangle 36"/>
              <p:cNvSpPr>
                <a:spLocks noChangeArrowheads="1"/>
              </p:cNvSpPr>
              <p:nvPr/>
            </p:nvSpPr>
            <p:spPr bwMode="auto">
              <a:xfrm>
                <a:off x="7927066" y="948035"/>
                <a:ext cx="15870" cy="98456"/>
              </a:xfrm>
              <a:prstGeom prst="rect">
                <a:avLst/>
              </a:prstGeom>
              <a:solidFill>
                <a:srgbClr val="05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 name="Freeform 37"/>
              <p:cNvSpPr>
                <a:spLocks/>
              </p:cNvSpPr>
              <p:nvPr/>
            </p:nvSpPr>
            <p:spPr bwMode="auto">
              <a:xfrm>
                <a:off x="8115919" y="955975"/>
                <a:ext cx="17457" cy="90516"/>
              </a:xfrm>
              <a:custGeom>
                <a:avLst/>
                <a:gdLst>
                  <a:gd name="T0" fmla="*/ 11 w 11"/>
                  <a:gd name="T1" fmla="*/ 0 h 57"/>
                  <a:gd name="T2" fmla="*/ 6 w 11"/>
                  <a:gd name="T3" fmla="*/ 57 h 57"/>
                  <a:gd name="T4" fmla="*/ 0 w 11"/>
                  <a:gd name="T5" fmla="*/ 57 h 57"/>
                  <a:gd name="T6" fmla="*/ 6 w 11"/>
                  <a:gd name="T7" fmla="*/ 0 h 57"/>
                  <a:gd name="T8" fmla="*/ 11 w 11"/>
                  <a:gd name="T9" fmla="*/ 0 h 57"/>
                </a:gdLst>
                <a:ahLst/>
                <a:cxnLst>
                  <a:cxn ang="0">
                    <a:pos x="T0" y="T1"/>
                  </a:cxn>
                  <a:cxn ang="0">
                    <a:pos x="T2" y="T3"/>
                  </a:cxn>
                  <a:cxn ang="0">
                    <a:pos x="T4" y="T5"/>
                  </a:cxn>
                  <a:cxn ang="0">
                    <a:pos x="T6" y="T7"/>
                  </a:cxn>
                  <a:cxn ang="0">
                    <a:pos x="T8" y="T9"/>
                  </a:cxn>
                </a:cxnLst>
                <a:rect l="0" t="0" r="r" b="b"/>
                <a:pathLst>
                  <a:path w="11" h="57">
                    <a:moveTo>
                      <a:pt x="11" y="0"/>
                    </a:moveTo>
                    <a:lnTo>
                      <a:pt x="6" y="57"/>
                    </a:lnTo>
                    <a:lnTo>
                      <a:pt x="0" y="57"/>
                    </a:lnTo>
                    <a:lnTo>
                      <a:pt x="6" y="0"/>
                    </a:lnTo>
                    <a:lnTo>
                      <a:pt x="11" y="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 name="Freeform 38"/>
              <p:cNvSpPr>
                <a:spLocks/>
              </p:cNvSpPr>
              <p:nvPr/>
            </p:nvSpPr>
            <p:spPr bwMode="auto">
              <a:xfrm>
                <a:off x="8298424" y="971855"/>
                <a:ext cx="31740" cy="100044"/>
              </a:xfrm>
              <a:custGeom>
                <a:avLst/>
                <a:gdLst>
                  <a:gd name="T0" fmla="*/ 20 w 20"/>
                  <a:gd name="T1" fmla="*/ 6 h 63"/>
                  <a:gd name="T2" fmla="*/ 10 w 20"/>
                  <a:gd name="T3" fmla="*/ 63 h 63"/>
                  <a:gd name="T4" fmla="*/ 0 w 20"/>
                  <a:gd name="T5" fmla="*/ 63 h 63"/>
                  <a:gd name="T6" fmla="*/ 10 w 20"/>
                  <a:gd name="T7" fmla="*/ 0 h 63"/>
                  <a:gd name="T8" fmla="*/ 20 w 20"/>
                  <a:gd name="T9" fmla="*/ 6 h 63"/>
                </a:gdLst>
                <a:ahLst/>
                <a:cxnLst>
                  <a:cxn ang="0">
                    <a:pos x="T0" y="T1"/>
                  </a:cxn>
                  <a:cxn ang="0">
                    <a:pos x="T2" y="T3"/>
                  </a:cxn>
                  <a:cxn ang="0">
                    <a:pos x="T4" y="T5"/>
                  </a:cxn>
                  <a:cxn ang="0">
                    <a:pos x="T6" y="T7"/>
                  </a:cxn>
                  <a:cxn ang="0">
                    <a:pos x="T8" y="T9"/>
                  </a:cxn>
                </a:cxnLst>
                <a:rect l="0" t="0" r="r" b="b"/>
                <a:pathLst>
                  <a:path w="20" h="63">
                    <a:moveTo>
                      <a:pt x="20" y="6"/>
                    </a:moveTo>
                    <a:lnTo>
                      <a:pt x="10" y="63"/>
                    </a:lnTo>
                    <a:lnTo>
                      <a:pt x="0" y="63"/>
                    </a:lnTo>
                    <a:lnTo>
                      <a:pt x="10" y="0"/>
                    </a:lnTo>
                    <a:lnTo>
                      <a:pt x="20" y="6"/>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 name="Freeform 39"/>
              <p:cNvSpPr>
                <a:spLocks/>
              </p:cNvSpPr>
              <p:nvPr/>
            </p:nvSpPr>
            <p:spPr bwMode="auto">
              <a:xfrm>
                <a:off x="8479342" y="1022671"/>
                <a:ext cx="33327" cy="90516"/>
              </a:xfrm>
              <a:custGeom>
                <a:avLst/>
                <a:gdLst>
                  <a:gd name="T0" fmla="*/ 21 w 21"/>
                  <a:gd name="T1" fmla="*/ 0 h 57"/>
                  <a:gd name="T2" fmla="*/ 5 w 21"/>
                  <a:gd name="T3" fmla="*/ 57 h 57"/>
                  <a:gd name="T4" fmla="*/ 0 w 21"/>
                  <a:gd name="T5" fmla="*/ 57 h 57"/>
                  <a:gd name="T6" fmla="*/ 15 w 21"/>
                  <a:gd name="T7" fmla="*/ 0 h 57"/>
                  <a:gd name="T8" fmla="*/ 21 w 21"/>
                  <a:gd name="T9" fmla="*/ 0 h 57"/>
                </a:gdLst>
                <a:ahLst/>
                <a:cxnLst>
                  <a:cxn ang="0">
                    <a:pos x="T0" y="T1"/>
                  </a:cxn>
                  <a:cxn ang="0">
                    <a:pos x="T2" y="T3"/>
                  </a:cxn>
                  <a:cxn ang="0">
                    <a:pos x="T4" y="T5"/>
                  </a:cxn>
                  <a:cxn ang="0">
                    <a:pos x="T6" y="T7"/>
                  </a:cxn>
                  <a:cxn ang="0">
                    <a:pos x="T8" y="T9"/>
                  </a:cxn>
                </a:cxnLst>
                <a:rect l="0" t="0" r="r" b="b"/>
                <a:pathLst>
                  <a:path w="21" h="57">
                    <a:moveTo>
                      <a:pt x="21" y="0"/>
                    </a:moveTo>
                    <a:lnTo>
                      <a:pt x="5" y="57"/>
                    </a:lnTo>
                    <a:lnTo>
                      <a:pt x="0" y="57"/>
                    </a:lnTo>
                    <a:lnTo>
                      <a:pt x="15" y="0"/>
                    </a:lnTo>
                    <a:lnTo>
                      <a:pt x="21" y="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 name="Freeform 40"/>
              <p:cNvSpPr>
                <a:spLocks/>
              </p:cNvSpPr>
              <p:nvPr/>
            </p:nvSpPr>
            <p:spPr bwMode="auto">
              <a:xfrm>
                <a:off x="8652325" y="1079839"/>
                <a:ext cx="49197" cy="92104"/>
              </a:xfrm>
              <a:custGeom>
                <a:avLst/>
                <a:gdLst>
                  <a:gd name="T0" fmla="*/ 31 w 31"/>
                  <a:gd name="T1" fmla="*/ 0 h 58"/>
                  <a:gd name="T2" fmla="*/ 10 w 31"/>
                  <a:gd name="T3" fmla="*/ 58 h 58"/>
                  <a:gd name="T4" fmla="*/ 0 w 31"/>
                  <a:gd name="T5" fmla="*/ 58 h 58"/>
                  <a:gd name="T6" fmla="*/ 21 w 31"/>
                  <a:gd name="T7" fmla="*/ 0 h 58"/>
                  <a:gd name="T8" fmla="*/ 31 w 31"/>
                  <a:gd name="T9" fmla="*/ 0 h 58"/>
                </a:gdLst>
                <a:ahLst/>
                <a:cxnLst>
                  <a:cxn ang="0">
                    <a:pos x="T0" y="T1"/>
                  </a:cxn>
                  <a:cxn ang="0">
                    <a:pos x="T2" y="T3"/>
                  </a:cxn>
                  <a:cxn ang="0">
                    <a:pos x="T4" y="T5"/>
                  </a:cxn>
                  <a:cxn ang="0">
                    <a:pos x="T6" y="T7"/>
                  </a:cxn>
                  <a:cxn ang="0">
                    <a:pos x="T8" y="T9"/>
                  </a:cxn>
                </a:cxnLst>
                <a:rect l="0" t="0" r="r" b="b"/>
                <a:pathLst>
                  <a:path w="31" h="58">
                    <a:moveTo>
                      <a:pt x="31" y="0"/>
                    </a:moveTo>
                    <a:lnTo>
                      <a:pt x="10" y="58"/>
                    </a:lnTo>
                    <a:lnTo>
                      <a:pt x="0" y="58"/>
                    </a:lnTo>
                    <a:lnTo>
                      <a:pt x="21" y="0"/>
                    </a:lnTo>
                    <a:lnTo>
                      <a:pt x="31" y="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2" name="Freeform 41"/>
              <p:cNvSpPr>
                <a:spLocks/>
              </p:cNvSpPr>
              <p:nvPr/>
            </p:nvSpPr>
            <p:spPr bwMode="auto">
              <a:xfrm>
                <a:off x="8825308" y="1154475"/>
                <a:ext cx="49197" cy="92104"/>
              </a:xfrm>
              <a:custGeom>
                <a:avLst/>
                <a:gdLst>
                  <a:gd name="T0" fmla="*/ 31 w 31"/>
                  <a:gd name="T1" fmla="*/ 6 h 58"/>
                  <a:gd name="T2" fmla="*/ 5 w 31"/>
                  <a:gd name="T3" fmla="*/ 58 h 58"/>
                  <a:gd name="T4" fmla="*/ 0 w 31"/>
                  <a:gd name="T5" fmla="*/ 58 h 58"/>
                  <a:gd name="T6" fmla="*/ 26 w 31"/>
                  <a:gd name="T7" fmla="*/ 0 h 58"/>
                  <a:gd name="T8" fmla="*/ 31 w 31"/>
                  <a:gd name="T9" fmla="*/ 6 h 58"/>
                </a:gdLst>
                <a:ahLst/>
                <a:cxnLst>
                  <a:cxn ang="0">
                    <a:pos x="T0" y="T1"/>
                  </a:cxn>
                  <a:cxn ang="0">
                    <a:pos x="T2" y="T3"/>
                  </a:cxn>
                  <a:cxn ang="0">
                    <a:pos x="T4" y="T5"/>
                  </a:cxn>
                  <a:cxn ang="0">
                    <a:pos x="T6" y="T7"/>
                  </a:cxn>
                  <a:cxn ang="0">
                    <a:pos x="T8" y="T9"/>
                  </a:cxn>
                </a:cxnLst>
                <a:rect l="0" t="0" r="r" b="b"/>
                <a:pathLst>
                  <a:path w="31" h="58">
                    <a:moveTo>
                      <a:pt x="31" y="6"/>
                    </a:moveTo>
                    <a:lnTo>
                      <a:pt x="5" y="58"/>
                    </a:lnTo>
                    <a:lnTo>
                      <a:pt x="0" y="58"/>
                    </a:lnTo>
                    <a:lnTo>
                      <a:pt x="26" y="0"/>
                    </a:lnTo>
                    <a:lnTo>
                      <a:pt x="31" y="6"/>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3" name="Freeform 42"/>
              <p:cNvSpPr>
                <a:spLocks/>
              </p:cNvSpPr>
              <p:nvPr/>
            </p:nvSpPr>
            <p:spPr bwMode="auto">
              <a:xfrm>
                <a:off x="8982421" y="1254519"/>
                <a:ext cx="65067" cy="92104"/>
              </a:xfrm>
              <a:custGeom>
                <a:avLst/>
                <a:gdLst>
                  <a:gd name="T0" fmla="*/ 41 w 41"/>
                  <a:gd name="T1" fmla="*/ 5 h 58"/>
                  <a:gd name="T2" fmla="*/ 5 w 41"/>
                  <a:gd name="T3" fmla="*/ 58 h 58"/>
                  <a:gd name="T4" fmla="*/ 0 w 41"/>
                  <a:gd name="T5" fmla="*/ 52 h 58"/>
                  <a:gd name="T6" fmla="*/ 31 w 41"/>
                  <a:gd name="T7" fmla="*/ 0 h 58"/>
                  <a:gd name="T8" fmla="*/ 41 w 41"/>
                  <a:gd name="T9" fmla="*/ 5 h 58"/>
                </a:gdLst>
                <a:ahLst/>
                <a:cxnLst>
                  <a:cxn ang="0">
                    <a:pos x="T0" y="T1"/>
                  </a:cxn>
                  <a:cxn ang="0">
                    <a:pos x="T2" y="T3"/>
                  </a:cxn>
                  <a:cxn ang="0">
                    <a:pos x="T4" y="T5"/>
                  </a:cxn>
                  <a:cxn ang="0">
                    <a:pos x="T6" y="T7"/>
                  </a:cxn>
                  <a:cxn ang="0">
                    <a:pos x="T8" y="T9"/>
                  </a:cxn>
                </a:cxnLst>
                <a:rect l="0" t="0" r="r" b="b"/>
                <a:pathLst>
                  <a:path w="41" h="58">
                    <a:moveTo>
                      <a:pt x="41" y="5"/>
                    </a:moveTo>
                    <a:lnTo>
                      <a:pt x="5" y="58"/>
                    </a:lnTo>
                    <a:lnTo>
                      <a:pt x="0" y="52"/>
                    </a:lnTo>
                    <a:lnTo>
                      <a:pt x="31" y="0"/>
                    </a:lnTo>
                    <a:lnTo>
                      <a:pt x="41" y="5"/>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4" name="Freeform 43"/>
              <p:cNvSpPr>
                <a:spLocks/>
              </p:cNvSpPr>
              <p:nvPr/>
            </p:nvSpPr>
            <p:spPr bwMode="auto">
              <a:xfrm>
                <a:off x="9130012" y="1370443"/>
                <a:ext cx="74589" cy="84164"/>
              </a:xfrm>
              <a:custGeom>
                <a:avLst/>
                <a:gdLst>
                  <a:gd name="T0" fmla="*/ 47 w 47"/>
                  <a:gd name="T1" fmla="*/ 6 h 53"/>
                  <a:gd name="T2" fmla="*/ 5 w 47"/>
                  <a:gd name="T3" fmla="*/ 53 h 53"/>
                  <a:gd name="T4" fmla="*/ 0 w 47"/>
                  <a:gd name="T5" fmla="*/ 47 h 53"/>
                  <a:gd name="T6" fmla="*/ 42 w 47"/>
                  <a:gd name="T7" fmla="*/ 0 h 53"/>
                  <a:gd name="T8" fmla="*/ 47 w 47"/>
                  <a:gd name="T9" fmla="*/ 6 h 53"/>
                </a:gdLst>
                <a:ahLst/>
                <a:cxnLst>
                  <a:cxn ang="0">
                    <a:pos x="T0" y="T1"/>
                  </a:cxn>
                  <a:cxn ang="0">
                    <a:pos x="T2" y="T3"/>
                  </a:cxn>
                  <a:cxn ang="0">
                    <a:pos x="T4" y="T5"/>
                  </a:cxn>
                  <a:cxn ang="0">
                    <a:pos x="T6" y="T7"/>
                  </a:cxn>
                  <a:cxn ang="0">
                    <a:pos x="T8" y="T9"/>
                  </a:cxn>
                </a:cxnLst>
                <a:rect l="0" t="0" r="r" b="b"/>
                <a:pathLst>
                  <a:path w="47" h="53">
                    <a:moveTo>
                      <a:pt x="47" y="6"/>
                    </a:moveTo>
                    <a:lnTo>
                      <a:pt x="5" y="53"/>
                    </a:lnTo>
                    <a:lnTo>
                      <a:pt x="0" y="47"/>
                    </a:lnTo>
                    <a:lnTo>
                      <a:pt x="42" y="0"/>
                    </a:lnTo>
                    <a:lnTo>
                      <a:pt x="47" y="6"/>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5" name="Freeform 44"/>
              <p:cNvSpPr>
                <a:spLocks/>
              </p:cNvSpPr>
              <p:nvPr/>
            </p:nvSpPr>
            <p:spPr bwMode="auto">
              <a:xfrm>
                <a:off x="9269668" y="1495895"/>
                <a:ext cx="74589" cy="74636"/>
              </a:xfrm>
              <a:custGeom>
                <a:avLst/>
                <a:gdLst>
                  <a:gd name="T0" fmla="*/ 47 w 47"/>
                  <a:gd name="T1" fmla="*/ 5 h 47"/>
                  <a:gd name="T2" fmla="*/ 6 w 47"/>
                  <a:gd name="T3" fmla="*/ 47 h 47"/>
                  <a:gd name="T4" fmla="*/ 0 w 47"/>
                  <a:gd name="T5" fmla="*/ 42 h 47"/>
                  <a:gd name="T6" fmla="*/ 42 w 47"/>
                  <a:gd name="T7" fmla="*/ 0 h 47"/>
                  <a:gd name="T8" fmla="*/ 47 w 47"/>
                  <a:gd name="T9" fmla="*/ 5 h 47"/>
                </a:gdLst>
                <a:ahLst/>
                <a:cxnLst>
                  <a:cxn ang="0">
                    <a:pos x="T0" y="T1"/>
                  </a:cxn>
                  <a:cxn ang="0">
                    <a:pos x="T2" y="T3"/>
                  </a:cxn>
                  <a:cxn ang="0">
                    <a:pos x="T4" y="T5"/>
                  </a:cxn>
                  <a:cxn ang="0">
                    <a:pos x="T6" y="T7"/>
                  </a:cxn>
                  <a:cxn ang="0">
                    <a:pos x="T8" y="T9"/>
                  </a:cxn>
                </a:cxnLst>
                <a:rect l="0" t="0" r="r" b="b"/>
                <a:pathLst>
                  <a:path w="47" h="47">
                    <a:moveTo>
                      <a:pt x="47" y="5"/>
                    </a:moveTo>
                    <a:lnTo>
                      <a:pt x="6" y="47"/>
                    </a:lnTo>
                    <a:lnTo>
                      <a:pt x="0" y="42"/>
                    </a:lnTo>
                    <a:lnTo>
                      <a:pt x="42" y="0"/>
                    </a:lnTo>
                    <a:lnTo>
                      <a:pt x="47" y="5"/>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6" name="Freeform 45"/>
              <p:cNvSpPr>
                <a:spLocks/>
              </p:cNvSpPr>
              <p:nvPr/>
            </p:nvSpPr>
            <p:spPr bwMode="auto">
              <a:xfrm>
                <a:off x="9401389" y="1637227"/>
                <a:ext cx="74589" cy="74636"/>
              </a:xfrm>
              <a:custGeom>
                <a:avLst/>
                <a:gdLst>
                  <a:gd name="T0" fmla="*/ 47 w 47"/>
                  <a:gd name="T1" fmla="*/ 5 h 47"/>
                  <a:gd name="T2" fmla="*/ 6 w 47"/>
                  <a:gd name="T3" fmla="*/ 47 h 47"/>
                  <a:gd name="T4" fmla="*/ 0 w 47"/>
                  <a:gd name="T5" fmla="*/ 42 h 47"/>
                  <a:gd name="T6" fmla="*/ 42 w 47"/>
                  <a:gd name="T7" fmla="*/ 0 h 47"/>
                  <a:gd name="T8" fmla="*/ 47 w 47"/>
                  <a:gd name="T9" fmla="*/ 5 h 47"/>
                </a:gdLst>
                <a:ahLst/>
                <a:cxnLst>
                  <a:cxn ang="0">
                    <a:pos x="T0" y="T1"/>
                  </a:cxn>
                  <a:cxn ang="0">
                    <a:pos x="T2" y="T3"/>
                  </a:cxn>
                  <a:cxn ang="0">
                    <a:pos x="T4" y="T5"/>
                  </a:cxn>
                  <a:cxn ang="0">
                    <a:pos x="T6" y="T7"/>
                  </a:cxn>
                  <a:cxn ang="0">
                    <a:pos x="T8" y="T9"/>
                  </a:cxn>
                </a:cxnLst>
                <a:rect l="0" t="0" r="r" b="b"/>
                <a:pathLst>
                  <a:path w="47" h="47">
                    <a:moveTo>
                      <a:pt x="47" y="5"/>
                    </a:moveTo>
                    <a:lnTo>
                      <a:pt x="6" y="47"/>
                    </a:lnTo>
                    <a:lnTo>
                      <a:pt x="0" y="42"/>
                    </a:lnTo>
                    <a:lnTo>
                      <a:pt x="42" y="0"/>
                    </a:lnTo>
                    <a:lnTo>
                      <a:pt x="47" y="5"/>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 name="Freeform 46"/>
              <p:cNvSpPr>
                <a:spLocks/>
              </p:cNvSpPr>
              <p:nvPr/>
            </p:nvSpPr>
            <p:spPr bwMode="auto">
              <a:xfrm>
                <a:off x="9509305" y="1794439"/>
                <a:ext cx="90459" cy="66696"/>
              </a:xfrm>
              <a:custGeom>
                <a:avLst/>
                <a:gdLst>
                  <a:gd name="T0" fmla="*/ 57 w 57"/>
                  <a:gd name="T1" fmla="*/ 5 h 42"/>
                  <a:gd name="T2" fmla="*/ 5 w 57"/>
                  <a:gd name="T3" fmla="*/ 42 h 42"/>
                  <a:gd name="T4" fmla="*/ 0 w 57"/>
                  <a:gd name="T5" fmla="*/ 32 h 42"/>
                  <a:gd name="T6" fmla="*/ 52 w 57"/>
                  <a:gd name="T7" fmla="*/ 0 h 42"/>
                  <a:gd name="T8" fmla="*/ 57 w 57"/>
                  <a:gd name="T9" fmla="*/ 5 h 42"/>
                </a:gdLst>
                <a:ahLst/>
                <a:cxnLst>
                  <a:cxn ang="0">
                    <a:pos x="T0" y="T1"/>
                  </a:cxn>
                  <a:cxn ang="0">
                    <a:pos x="T2" y="T3"/>
                  </a:cxn>
                  <a:cxn ang="0">
                    <a:pos x="T4" y="T5"/>
                  </a:cxn>
                  <a:cxn ang="0">
                    <a:pos x="T6" y="T7"/>
                  </a:cxn>
                  <a:cxn ang="0">
                    <a:pos x="T8" y="T9"/>
                  </a:cxn>
                </a:cxnLst>
                <a:rect l="0" t="0" r="r" b="b"/>
                <a:pathLst>
                  <a:path w="57" h="42">
                    <a:moveTo>
                      <a:pt x="57" y="5"/>
                    </a:moveTo>
                    <a:lnTo>
                      <a:pt x="5" y="42"/>
                    </a:lnTo>
                    <a:lnTo>
                      <a:pt x="0" y="32"/>
                    </a:lnTo>
                    <a:lnTo>
                      <a:pt x="52" y="0"/>
                    </a:lnTo>
                    <a:lnTo>
                      <a:pt x="57" y="5"/>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 name="Freeform 47"/>
              <p:cNvSpPr>
                <a:spLocks/>
              </p:cNvSpPr>
              <p:nvPr/>
            </p:nvSpPr>
            <p:spPr bwMode="auto">
              <a:xfrm>
                <a:off x="9607699" y="1953239"/>
                <a:ext cx="90459" cy="65108"/>
              </a:xfrm>
              <a:custGeom>
                <a:avLst/>
                <a:gdLst>
                  <a:gd name="T0" fmla="*/ 57 w 57"/>
                  <a:gd name="T1" fmla="*/ 10 h 41"/>
                  <a:gd name="T2" fmla="*/ 6 w 57"/>
                  <a:gd name="T3" fmla="*/ 41 h 41"/>
                  <a:gd name="T4" fmla="*/ 0 w 57"/>
                  <a:gd name="T5" fmla="*/ 31 h 41"/>
                  <a:gd name="T6" fmla="*/ 52 w 57"/>
                  <a:gd name="T7" fmla="*/ 0 h 41"/>
                  <a:gd name="T8" fmla="*/ 57 w 57"/>
                  <a:gd name="T9" fmla="*/ 10 h 41"/>
                </a:gdLst>
                <a:ahLst/>
                <a:cxnLst>
                  <a:cxn ang="0">
                    <a:pos x="T0" y="T1"/>
                  </a:cxn>
                  <a:cxn ang="0">
                    <a:pos x="T2" y="T3"/>
                  </a:cxn>
                  <a:cxn ang="0">
                    <a:pos x="T4" y="T5"/>
                  </a:cxn>
                  <a:cxn ang="0">
                    <a:pos x="T6" y="T7"/>
                  </a:cxn>
                  <a:cxn ang="0">
                    <a:pos x="T8" y="T9"/>
                  </a:cxn>
                </a:cxnLst>
                <a:rect l="0" t="0" r="r" b="b"/>
                <a:pathLst>
                  <a:path w="57" h="41">
                    <a:moveTo>
                      <a:pt x="57" y="10"/>
                    </a:moveTo>
                    <a:lnTo>
                      <a:pt x="6" y="41"/>
                    </a:lnTo>
                    <a:lnTo>
                      <a:pt x="0" y="31"/>
                    </a:lnTo>
                    <a:lnTo>
                      <a:pt x="52" y="0"/>
                    </a:lnTo>
                    <a:lnTo>
                      <a:pt x="57" y="1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9" name="Freeform 48"/>
              <p:cNvSpPr>
                <a:spLocks/>
              </p:cNvSpPr>
              <p:nvPr/>
            </p:nvSpPr>
            <p:spPr bwMode="auto">
              <a:xfrm>
                <a:off x="9690223" y="2126331"/>
                <a:ext cx="99981" cy="50816"/>
              </a:xfrm>
              <a:custGeom>
                <a:avLst/>
                <a:gdLst>
                  <a:gd name="T0" fmla="*/ 63 w 63"/>
                  <a:gd name="T1" fmla="*/ 11 h 32"/>
                  <a:gd name="T2" fmla="*/ 5 w 63"/>
                  <a:gd name="T3" fmla="*/ 32 h 32"/>
                  <a:gd name="T4" fmla="*/ 0 w 63"/>
                  <a:gd name="T5" fmla="*/ 27 h 32"/>
                  <a:gd name="T6" fmla="*/ 57 w 63"/>
                  <a:gd name="T7" fmla="*/ 0 h 32"/>
                  <a:gd name="T8" fmla="*/ 63 w 63"/>
                  <a:gd name="T9" fmla="*/ 11 h 32"/>
                </a:gdLst>
                <a:ahLst/>
                <a:cxnLst>
                  <a:cxn ang="0">
                    <a:pos x="T0" y="T1"/>
                  </a:cxn>
                  <a:cxn ang="0">
                    <a:pos x="T2" y="T3"/>
                  </a:cxn>
                  <a:cxn ang="0">
                    <a:pos x="T4" y="T5"/>
                  </a:cxn>
                  <a:cxn ang="0">
                    <a:pos x="T6" y="T7"/>
                  </a:cxn>
                  <a:cxn ang="0">
                    <a:pos x="T8" y="T9"/>
                  </a:cxn>
                </a:cxnLst>
                <a:rect l="0" t="0" r="r" b="b"/>
                <a:pathLst>
                  <a:path w="63" h="32">
                    <a:moveTo>
                      <a:pt x="63" y="11"/>
                    </a:moveTo>
                    <a:lnTo>
                      <a:pt x="5" y="32"/>
                    </a:lnTo>
                    <a:lnTo>
                      <a:pt x="0" y="27"/>
                    </a:lnTo>
                    <a:lnTo>
                      <a:pt x="57" y="0"/>
                    </a:lnTo>
                    <a:lnTo>
                      <a:pt x="63" y="11"/>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0" name="Freeform 49"/>
              <p:cNvSpPr>
                <a:spLocks/>
              </p:cNvSpPr>
              <p:nvPr/>
            </p:nvSpPr>
            <p:spPr bwMode="auto">
              <a:xfrm>
                <a:off x="9756877" y="2310539"/>
                <a:ext cx="98394" cy="41288"/>
              </a:xfrm>
              <a:custGeom>
                <a:avLst/>
                <a:gdLst>
                  <a:gd name="T0" fmla="*/ 62 w 62"/>
                  <a:gd name="T1" fmla="*/ 10 h 26"/>
                  <a:gd name="T2" fmla="*/ 5 w 62"/>
                  <a:gd name="T3" fmla="*/ 26 h 26"/>
                  <a:gd name="T4" fmla="*/ 0 w 62"/>
                  <a:gd name="T5" fmla="*/ 20 h 26"/>
                  <a:gd name="T6" fmla="*/ 62 w 62"/>
                  <a:gd name="T7" fmla="*/ 0 h 26"/>
                  <a:gd name="T8" fmla="*/ 62 w 62"/>
                  <a:gd name="T9" fmla="*/ 10 h 26"/>
                </a:gdLst>
                <a:ahLst/>
                <a:cxnLst>
                  <a:cxn ang="0">
                    <a:pos x="T0" y="T1"/>
                  </a:cxn>
                  <a:cxn ang="0">
                    <a:pos x="T2" y="T3"/>
                  </a:cxn>
                  <a:cxn ang="0">
                    <a:pos x="T4" y="T5"/>
                  </a:cxn>
                  <a:cxn ang="0">
                    <a:pos x="T6" y="T7"/>
                  </a:cxn>
                  <a:cxn ang="0">
                    <a:pos x="T8" y="T9"/>
                  </a:cxn>
                </a:cxnLst>
                <a:rect l="0" t="0" r="r" b="b"/>
                <a:pathLst>
                  <a:path w="62" h="26">
                    <a:moveTo>
                      <a:pt x="62" y="10"/>
                    </a:moveTo>
                    <a:lnTo>
                      <a:pt x="5" y="26"/>
                    </a:lnTo>
                    <a:lnTo>
                      <a:pt x="0" y="20"/>
                    </a:lnTo>
                    <a:lnTo>
                      <a:pt x="62" y="0"/>
                    </a:lnTo>
                    <a:lnTo>
                      <a:pt x="62" y="1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1" name="Freeform 50"/>
              <p:cNvSpPr>
                <a:spLocks/>
              </p:cNvSpPr>
              <p:nvPr/>
            </p:nvSpPr>
            <p:spPr bwMode="auto">
              <a:xfrm>
                <a:off x="9806074" y="2501099"/>
                <a:ext cx="98394" cy="33348"/>
              </a:xfrm>
              <a:custGeom>
                <a:avLst/>
                <a:gdLst>
                  <a:gd name="T0" fmla="*/ 62 w 62"/>
                  <a:gd name="T1" fmla="*/ 10 h 21"/>
                  <a:gd name="T2" fmla="*/ 5 w 62"/>
                  <a:gd name="T3" fmla="*/ 21 h 21"/>
                  <a:gd name="T4" fmla="*/ 0 w 62"/>
                  <a:gd name="T5" fmla="*/ 16 h 21"/>
                  <a:gd name="T6" fmla="*/ 62 w 62"/>
                  <a:gd name="T7" fmla="*/ 0 h 21"/>
                  <a:gd name="T8" fmla="*/ 62 w 62"/>
                  <a:gd name="T9" fmla="*/ 10 h 21"/>
                </a:gdLst>
                <a:ahLst/>
                <a:cxnLst>
                  <a:cxn ang="0">
                    <a:pos x="T0" y="T1"/>
                  </a:cxn>
                  <a:cxn ang="0">
                    <a:pos x="T2" y="T3"/>
                  </a:cxn>
                  <a:cxn ang="0">
                    <a:pos x="T4" y="T5"/>
                  </a:cxn>
                  <a:cxn ang="0">
                    <a:pos x="T6" y="T7"/>
                  </a:cxn>
                  <a:cxn ang="0">
                    <a:pos x="T8" y="T9"/>
                  </a:cxn>
                </a:cxnLst>
                <a:rect l="0" t="0" r="r" b="b"/>
                <a:pathLst>
                  <a:path w="62" h="21">
                    <a:moveTo>
                      <a:pt x="62" y="10"/>
                    </a:moveTo>
                    <a:lnTo>
                      <a:pt x="5" y="21"/>
                    </a:lnTo>
                    <a:lnTo>
                      <a:pt x="0" y="16"/>
                    </a:lnTo>
                    <a:lnTo>
                      <a:pt x="62" y="0"/>
                    </a:lnTo>
                    <a:lnTo>
                      <a:pt x="62" y="1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2" name="Freeform 51"/>
              <p:cNvSpPr>
                <a:spLocks/>
              </p:cNvSpPr>
              <p:nvPr/>
            </p:nvSpPr>
            <p:spPr bwMode="auto">
              <a:xfrm>
                <a:off x="9839401" y="2698011"/>
                <a:ext cx="90459" cy="17468"/>
              </a:xfrm>
              <a:custGeom>
                <a:avLst/>
                <a:gdLst>
                  <a:gd name="T0" fmla="*/ 57 w 57"/>
                  <a:gd name="T1" fmla="*/ 6 h 11"/>
                  <a:gd name="T2" fmla="*/ 0 w 57"/>
                  <a:gd name="T3" fmla="*/ 11 h 11"/>
                  <a:gd name="T4" fmla="*/ 0 w 57"/>
                  <a:gd name="T5" fmla="*/ 6 h 11"/>
                  <a:gd name="T6" fmla="*/ 57 w 57"/>
                  <a:gd name="T7" fmla="*/ 0 h 11"/>
                  <a:gd name="T8" fmla="*/ 57 w 57"/>
                  <a:gd name="T9" fmla="*/ 6 h 11"/>
                </a:gdLst>
                <a:ahLst/>
                <a:cxnLst>
                  <a:cxn ang="0">
                    <a:pos x="T0" y="T1"/>
                  </a:cxn>
                  <a:cxn ang="0">
                    <a:pos x="T2" y="T3"/>
                  </a:cxn>
                  <a:cxn ang="0">
                    <a:pos x="T4" y="T5"/>
                  </a:cxn>
                  <a:cxn ang="0">
                    <a:pos x="T6" y="T7"/>
                  </a:cxn>
                  <a:cxn ang="0">
                    <a:pos x="T8" y="T9"/>
                  </a:cxn>
                </a:cxnLst>
                <a:rect l="0" t="0" r="r" b="b"/>
                <a:pathLst>
                  <a:path w="57" h="11">
                    <a:moveTo>
                      <a:pt x="57" y="6"/>
                    </a:moveTo>
                    <a:lnTo>
                      <a:pt x="0" y="11"/>
                    </a:lnTo>
                    <a:lnTo>
                      <a:pt x="0" y="6"/>
                    </a:lnTo>
                    <a:lnTo>
                      <a:pt x="57" y="0"/>
                    </a:lnTo>
                    <a:lnTo>
                      <a:pt x="57" y="6"/>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3" name="Rectangle 52"/>
              <p:cNvSpPr>
                <a:spLocks noChangeArrowheads="1"/>
              </p:cNvSpPr>
              <p:nvPr/>
            </p:nvSpPr>
            <p:spPr bwMode="auto">
              <a:xfrm>
                <a:off x="7935001" y="2069163"/>
                <a:ext cx="82524" cy="871812"/>
              </a:xfrm>
              <a:prstGeom prst="rect">
                <a:avLst/>
              </a:prstGeom>
              <a:solidFill>
                <a:srgbClr val="050000"/>
              </a:solidFill>
              <a:ln w="3333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4" name="Freeform 53"/>
              <p:cNvSpPr>
                <a:spLocks/>
              </p:cNvSpPr>
              <p:nvPr/>
            </p:nvSpPr>
            <p:spPr bwMode="auto">
              <a:xfrm>
                <a:off x="7877869" y="1910363"/>
                <a:ext cx="196788" cy="208028"/>
              </a:xfrm>
              <a:custGeom>
                <a:avLst/>
                <a:gdLst>
                  <a:gd name="T0" fmla="*/ 62 w 124"/>
                  <a:gd name="T1" fmla="*/ 0 h 131"/>
                  <a:gd name="T2" fmla="*/ 93 w 124"/>
                  <a:gd name="T3" fmla="*/ 63 h 131"/>
                  <a:gd name="T4" fmla="*/ 124 w 124"/>
                  <a:gd name="T5" fmla="*/ 131 h 131"/>
                  <a:gd name="T6" fmla="*/ 62 w 124"/>
                  <a:gd name="T7" fmla="*/ 131 h 131"/>
                  <a:gd name="T8" fmla="*/ 0 w 124"/>
                  <a:gd name="T9" fmla="*/ 131 h 131"/>
                  <a:gd name="T10" fmla="*/ 31 w 124"/>
                  <a:gd name="T11" fmla="*/ 63 h 131"/>
                  <a:gd name="T12" fmla="*/ 62 w 124"/>
                  <a:gd name="T13" fmla="*/ 0 h 131"/>
                </a:gdLst>
                <a:ahLst/>
                <a:cxnLst>
                  <a:cxn ang="0">
                    <a:pos x="T0" y="T1"/>
                  </a:cxn>
                  <a:cxn ang="0">
                    <a:pos x="T2" y="T3"/>
                  </a:cxn>
                  <a:cxn ang="0">
                    <a:pos x="T4" y="T5"/>
                  </a:cxn>
                  <a:cxn ang="0">
                    <a:pos x="T6" y="T7"/>
                  </a:cxn>
                  <a:cxn ang="0">
                    <a:pos x="T8" y="T9"/>
                  </a:cxn>
                  <a:cxn ang="0">
                    <a:pos x="T10" y="T11"/>
                  </a:cxn>
                  <a:cxn ang="0">
                    <a:pos x="T12" y="T13"/>
                  </a:cxn>
                </a:cxnLst>
                <a:rect l="0" t="0" r="r" b="b"/>
                <a:pathLst>
                  <a:path w="124" h="131">
                    <a:moveTo>
                      <a:pt x="62" y="0"/>
                    </a:moveTo>
                    <a:lnTo>
                      <a:pt x="93" y="63"/>
                    </a:lnTo>
                    <a:lnTo>
                      <a:pt x="124" y="131"/>
                    </a:lnTo>
                    <a:lnTo>
                      <a:pt x="62" y="131"/>
                    </a:lnTo>
                    <a:lnTo>
                      <a:pt x="0" y="131"/>
                    </a:lnTo>
                    <a:lnTo>
                      <a:pt x="31" y="63"/>
                    </a:lnTo>
                    <a:lnTo>
                      <a:pt x="62" y="0"/>
                    </a:lnTo>
                    <a:close/>
                  </a:path>
                </a:pathLst>
              </a:custGeom>
              <a:solidFill>
                <a:srgbClr val="050000"/>
              </a:solidFill>
              <a:ln w="3333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5" name="Oval 54"/>
              <p:cNvSpPr>
                <a:spLocks noChangeArrowheads="1"/>
              </p:cNvSpPr>
              <p:nvPr/>
            </p:nvSpPr>
            <p:spPr bwMode="auto">
              <a:xfrm>
                <a:off x="7901674" y="2831403"/>
                <a:ext cx="149178" cy="157212"/>
              </a:xfrm>
              <a:prstGeom prst="ellipse">
                <a:avLst/>
              </a:prstGeom>
              <a:solidFill>
                <a:srgbClr val="050000"/>
              </a:solidFill>
              <a:ln w="3333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grpSp>
        <p:nvGrpSpPr>
          <p:cNvPr id="156" name="组合 155"/>
          <p:cNvGrpSpPr/>
          <p:nvPr/>
        </p:nvGrpSpPr>
        <p:grpSpPr>
          <a:xfrm>
            <a:off x="710409" y="5001556"/>
            <a:ext cx="1123950" cy="511175"/>
            <a:chOff x="8478838" y="1247776"/>
            <a:chExt cx="1123950" cy="511175"/>
          </a:xfrm>
        </p:grpSpPr>
        <p:sp>
          <p:nvSpPr>
            <p:cNvPr id="157" name="Freeform 24"/>
            <p:cNvSpPr>
              <a:spLocks/>
            </p:cNvSpPr>
            <p:nvPr/>
          </p:nvSpPr>
          <p:spPr bwMode="auto">
            <a:xfrm>
              <a:off x="8478838" y="1408113"/>
              <a:ext cx="1123950" cy="269875"/>
            </a:xfrm>
            <a:custGeom>
              <a:avLst/>
              <a:gdLst>
                <a:gd name="T0" fmla="*/ 0 w 182"/>
                <a:gd name="T1" fmla="*/ 3 h 44"/>
                <a:gd name="T2" fmla="*/ 1 w 182"/>
                <a:gd name="T3" fmla="*/ 3 h 44"/>
                <a:gd name="T4" fmla="*/ 153 w 182"/>
                <a:gd name="T5" fmla="*/ 3 h 44"/>
                <a:gd name="T6" fmla="*/ 182 w 182"/>
                <a:gd name="T7" fmla="*/ 41 h 44"/>
                <a:gd name="T8" fmla="*/ 182 w 182"/>
                <a:gd name="T9" fmla="*/ 41 h 44"/>
                <a:gd name="T10" fmla="*/ 182 w 182"/>
                <a:gd name="T11" fmla="*/ 41 h 44"/>
                <a:gd name="T12" fmla="*/ 170 w 182"/>
                <a:gd name="T13" fmla="*/ 41 h 44"/>
                <a:gd name="T14" fmla="*/ 150 w 182"/>
                <a:gd name="T15" fmla="*/ 22 h 44"/>
                <a:gd name="T16" fmla="*/ 130 w 182"/>
                <a:gd name="T17" fmla="*/ 41 h 44"/>
                <a:gd name="T18" fmla="*/ 65 w 182"/>
                <a:gd name="T19" fmla="*/ 41 h 44"/>
                <a:gd name="T20" fmla="*/ 45 w 182"/>
                <a:gd name="T21" fmla="*/ 22 h 44"/>
                <a:gd name="T22" fmla="*/ 26 w 182"/>
                <a:gd name="T23" fmla="*/ 41 h 44"/>
                <a:gd name="T24" fmla="*/ 22 w 182"/>
                <a:gd name="T25" fmla="*/ 41 h 44"/>
                <a:gd name="T26" fmla="*/ 0 w 182"/>
                <a:gd name="T27" fmla="*/ 3 h 44"/>
                <a:gd name="T28" fmla="*/ 0 w 182"/>
                <a:gd name="T29" fmla="*/ 3 h 44"/>
                <a:gd name="T30" fmla="*/ 0 w 182"/>
                <a:gd name="T31"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2" h="44">
                  <a:moveTo>
                    <a:pt x="0" y="3"/>
                  </a:moveTo>
                  <a:cubicBezTo>
                    <a:pt x="1" y="3"/>
                    <a:pt x="1" y="3"/>
                    <a:pt x="1" y="3"/>
                  </a:cubicBezTo>
                  <a:cubicBezTo>
                    <a:pt x="153" y="3"/>
                    <a:pt x="153" y="3"/>
                    <a:pt x="153" y="3"/>
                  </a:cubicBezTo>
                  <a:cubicBezTo>
                    <a:pt x="153" y="3"/>
                    <a:pt x="182" y="0"/>
                    <a:pt x="182" y="41"/>
                  </a:cubicBezTo>
                  <a:cubicBezTo>
                    <a:pt x="182" y="41"/>
                    <a:pt x="182" y="41"/>
                    <a:pt x="182" y="41"/>
                  </a:cubicBezTo>
                  <a:cubicBezTo>
                    <a:pt x="182" y="41"/>
                    <a:pt x="182" y="41"/>
                    <a:pt x="182" y="41"/>
                  </a:cubicBezTo>
                  <a:cubicBezTo>
                    <a:pt x="170" y="41"/>
                    <a:pt x="170" y="41"/>
                    <a:pt x="170" y="41"/>
                  </a:cubicBezTo>
                  <a:cubicBezTo>
                    <a:pt x="170" y="30"/>
                    <a:pt x="161" y="22"/>
                    <a:pt x="150" y="22"/>
                  </a:cubicBezTo>
                  <a:cubicBezTo>
                    <a:pt x="139" y="22"/>
                    <a:pt x="131" y="30"/>
                    <a:pt x="130" y="41"/>
                  </a:cubicBezTo>
                  <a:cubicBezTo>
                    <a:pt x="65" y="41"/>
                    <a:pt x="65" y="41"/>
                    <a:pt x="65" y="41"/>
                  </a:cubicBezTo>
                  <a:cubicBezTo>
                    <a:pt x="65" y="30"/>
                    <a:pt x="56" y="22"/>
                    <a:pt x="45" y="22"/>
                  </a:cubicBezTo>
                  <a:cubicBezTo>
                    <a:pt x="35" y="22"/>
                    <a:pt x="26" y="30"/>
                    <a:pt x="26" y="41"/>
                  </a:cubicBezTo>
                  <a:cubicBezTo>
                    <a:pt x="22" y="41"/>
                    <a:pt x="22" y="41"/>
                    <a:pt x="22" y="41"/>
                  </a:cubicBezTo>
                  <a:cubicBezTo>
                    <a:pt x="22" y="41"/>
                    <a:pt x="0" y="44"/>
                    <a:pt x="0" y="3"/>
                  </a:cubicBezTo>
                  <a:cubicBezTo>
                    <a:pt x="0" y="3"/>
                    <a:pt x="0" y="3"/>
                    <a:pt x="0" y="3"/>
                  </a:cubicBezTo>
                  <a:cubicBezTo>
                    <a:pt x="0" y="3"/>
                    <a:pt x="0" y="3"/>
                    <a:pt x="0" y="3"/>
                  </a:cubicBez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lumMod val="65000"/>
                    <a:lumOff val="35000"/>
                  </a:prstClr>
                </a:solidFill>
              </a:endParaRPr>
            </a:p>
          </p:txBody>
        </p:sp>
        <p:sp>
          <p:nvSpPr>
            <p:cNvPr id="158" name="Freeform 25"/>
            <p:cNvSpPr>
              <a:spLocks/>
            </p:cNvSpPr>
            <p:nvPr/>
          </p:nvSpPr>
          <p:spPr bwMode="auto">
            <a:xfrm>
              <a:off x="8651875" y="1284288"/>
              <a:ext cx="666750" cy="173038"/>
            </a:xfrm>
            <a:custGeom>
              <a:avLst/>
              <a:gdLst>
                <a:gd name="T0" fmla="*/ 27 w 108"/>
                <a:gd name="T1" fmla="*/ 2 h 28"/>
                <a:gd name="T2" fmla="*/ 30 w 108"/>
                <a:gd name="T3" fmla="*/ 0 h 28"/>
                <a:gd name="T4" fmla="*/ 78 w 108"/>
                <a:gd name="T5" fmla="*/ 0 h 28"/>
                <a:gd name="T6" fmla="*/ 98 w 108"/>
                <a:gd name="T7" fmla="*/ 12 h 28"/>
                <a:gd name="T8" fmla="*/ 108 w 108"/>
                <a:gd name="T9" fmla="*/ 22 h 28"/>
                <a:gd name="T10" fmla="*/ 108 w 108"/>
                <a:gd name="T11" fmla="*/ 28 h 28"/>
                <a:gd name="T12" fmla="*/ 0 w 108"/>
                <a:gd name="T13" fmla="*/ 28 h 28"/>
                <a:gd name="T14" fmla="*/ 0 w 108"/>
                <a:gd name="T15" fmla="*/ 19 h 28"/>
                <a:gd name="T16" fmla="*/ 27 w 108"/>
                <a:gd name="T17" fmla="*/ 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28">
                  <a:moveTo>
                    <a:pt x="27" y="2"/>
                  </a:moveTo>
                  <a:cubicBezTo>
                    <a:pt x="28" y="2"/>
                    <a:pt x="29" y="1"/>
                    <a:pt x="30" y="0"/>
                  </a:cubicBezTo>
                  <a:cubicBezTo>
                    <a:pt x="78" y="0"/>
                    <a:pt x="78" y="0"/>
                    <a:pt x="78" y="0"/>
                  </a:cubicBezTo>
                  <a:cubicBezTo>
                    <a:pt x="85" y="3"/>
                    <a:pt x="92" y="6"/>
                    <a:pt x="98" y="12"/>
                  </a:cubicBezTo>
                  <a:cubicBezTo>
                    <a:pt x="101" y="15"/>
                    <a:pt x="104" y="19"/>
                    <a:pt x="108" y="22"/>
                  </a:cubicBezTo>
                  <a:cubicBezTo>
                    <a:pt x="108" y="28"/>
                    <a:pt x="108" y="28"/>
                    <a:pt x="108" y="28"/>
                  </a:cubicBezTo>
                  <a:cubicBezTo>
                    <a:pt x="0" y="28"/>
                    <a:pt x="0" y="28"/>
                    <a:pt x="0" y="28"/>
                  </a:cubicBezTo>
                  <a:cubicBezTo>
                    <a:pt x="0" y="19"/>
                    <a:pt x="0" y="19"/>
                    <a:pt x="0" y="19"/>
                  </a:cubicBezTo>
                  <a:cubicBezTo>
                    <a:pt x="8" y="12"/>
                    <a:pt x="18" y="8"/>
                    <a:pt x="27" y="2"/>
                  </a:cubicBezTo>
                  <a:close/>
                </a:path>
              </a:pathLst>
            </a:custGeom>
            <a:solidFill>
              <a:srgbClr val="F0ED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9" name="Freeform 26"/>
            <p:cNvSpPr>
              <a:spLocks noEditPoints="1"/>
            </p:cNvSpPr>
            <p:nvPr/>
          </p:nvSpPr>
          <p:spPr bwMode="auto">
            <a:xfrm>
              <a:off x="8553450" y="1247776"/>
              <a:ext cx="833437" cy="227013"/>
            </a:xfrm>
            <a:custGeom>
              <a:avLst/>
              <a:gdLst>
                <a:gd name="T0" fmla="*/ 6 w 135"/>
                <a:gd name="T1" fmla="*/ 29 h 37"/>
                <a:gd name="T2" fmla="*/ 57 w 135"/>
                <a:gd name="T3" fmla="*/ 1 h 37"/>
                <a:gd name="T4" fmla="*/ 68 w 135"/>
                <a:gd name="T5" fmla="*/ 0 h 37"/>
                <a:gd name="T6" fmla="*/ 78 w 135"/>
                <a:gd name="T7" fmla="*/ 1 h 37"/>
                <a:gd name="T8" fmla="*/ 129 w 135"/>
                <a:gd name="T9" fmla="*/ 29 h 37"/>
                <a:gd name="T10" fmla="*/ 135 w 135"/>
                <a:gd name="T11" fmla="*/ 37 h 37"/>
                <a:gd name="T12" fmla="*/ 0 w 135"/>
                <a:gd name="T13" fmla="*/ 37 h 37"/>
                <a:gd name="T14" fmla="*/ 6 w 135"/>
                <a:gd name="T15" fmla="*/ 29 h 37"/>
                <a:gd name="T16" fmla="*/ 77 w 135"/>
                <a:gd name="T17" fmla="*/ 10 h 37"/>
                <a:gd name="T18" fmla="*/ 68 w 135"/>
                <a:gd name="T19" fmla="*/ 9 h 37"/>
                <a:gd name="T20" fmla="*/ 58 w 135"/>
                <a:gd name="T21" fmla="*/ 10 h 37"/>
                <a:gd name="T22" fmla="*/ 20 w 135"/>
                <a:gd name="T23" fmla="*/ 28 h 37"/>
                <a:gd name="T24" fmla="*/ 115 w 135"/>
                <a:gd name="T25" fmla="*/ 28 h 37"/>
                <a:gd name="T26" fmla="*/ 77 w 135"/>
                <a:gd name="T27" fmla="*/ 1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5" h="37">
                  <a:moveTo>
                    <a:pt x="6" y="29"/>
                  </a:moveTo>
                  <a:cubicBezTo>
                    <a:pt x="21" y="10"/>
                    <a:pt x="42" y="3"/>
                    <a:pt x="57" y="1"/>
                  </a:cubicBezTo>
                  <a:cubicBezTo>
                    <a:pt x="58" y="1"/>
                    <a:pt x="65" y="0"/>
                    <a:pt x="68" y="0"/>
                  </a:cubicBezTo>
                  <a:cubicBezTo>
                    <a:pt x="71" y="0"/>
                    <a:pt x="77" y="1"/>
                    <a:pt x="78" y="1"/>
                  </a:cubicBezTo>
                  <a:cubicBezTo>
                    <a:pt x="93" y="3"/>
                    <a:pt x="114" y="10"/>
                    <a:pt x="129" y="29"/>
                  </a:cubicBezTo>
                  <a:cubicBezTo>
                    <a:pt x="135" y="37"/>
                    <a:pt x="135" y="37"/>
                    <a:pt x="135" y="37"/>
                  </a:cubicBezTo>
                  <a:cubicBezTo>
                    <a:pt x="0" y="37"/>
                    <a:pt x="0" y="37"/>
                    <a:pt x="0" y="37"/>
                  </a:cubicBezTo>
                  <a:lnTo>
                    <a:pt x="6" y="29"/>
                  </a:lnTo>
                  <a:close/>
                  <a:moveTo>
                    <a:pt x="77" y="10"/>
                  </a:moveTo>
                  <a:cubicBezTo>
                    <a:pt x="75" y="10"/>
                    <a:pt x="70" y="9"/>
                    <a:pt x="68" y="9"/>
                  </a:cubicBezTo>
                  <a:cubicBezTo>
                    <a:pt x="66" y="9"/>
                    <a:pt x="60" y="10"/>
                    <a:pt x="58" y="10"/>
                  </a:cubicBezTo>
                  <a:cubicBezTo>
                    <a:pt x="47" y="12"/>
                    <a:pt x="32" y="16"/>
                    <a:pt x="20" y="28"/>
                  </a:cubicBezTo>
                  <a:cubicBezTo>
                    <a:pt x="115" y="28"/>
                    <a:pt x="115" y="28"/>
                    <a:pt x="115" y="28"/>
                  </a:cubicBezTo>
                  <a:cubicBezTo>
                    <a:pt x="103" y="16"/>
                    <a:pt x="88" y="12"/>
                    <a:pt x="77" y="10"/>
                  </a:cubicBez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lumMod val="65000"/>
                    <a:lumOff val="35000"/>
                  </a:prstClr>
                </a:solidFill>
              </a:endParaRPr>
            </a:p>
          </p:txBody>
        </p:sp>
        <p:sp>
          <p:nvSpPr>
            <p:cNvPr id="160" name="Rectangle 27"/>
            <p:cNvSpPr>
              <a:spLocks noChangeArrowheads="1"/>
            </p:cNvSpPr>
            <p:nvPr/>
          </p:nvSpPr>
          <p:spPr bwMode="auto">
            <a:xfrm>
              <a:off x="8953500" y="1265238"/>
              <a:ext cx="38100" cy="185738"/>
            </a:xfrm>
            <a:prstGeom prst="rect">
              <a:avLst/>
            </a:prstGeom>
            <a:solidFill>
              <a:schemeClr val="tx1">
                <a:lumMod val="65000"/>
                <a:lumOff val="3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1" name="Freeform 28"/>
            <p:cNvSpPr>
              <a:spLocks/>
            </p:cNvSpPr>
            <p:nvPr/>
          </p:nvSpPr>
          <p:spPr bwMode="auto">
            <a:xfrm>
              <a:off x="9521825" y="1536701"/>
              <a:ext cx="80962" cy="61913"/>
            </a:xfrm>
            <a:custGeom>
              <a:avLst/>
              <a:gdLst>
                <a:gd name="T0" fmla="*/ 5 w 13"/>
                <a:gd name="T1" fmla="*/ 10 h 10"/>
                <a:gd name="T2" fmla="*/ 0 w 13"/>
                <a:gd name="T3" fmla="*/ 5 h 10"/>
                <a:gd name="T4" fmla="*/ 5 w 13"/>
                <a:gd name="T5" fmla="*/ 0 h 10"/>
                <a:gd name="T6" fmla="*/ 10 w 13"/>
                <a:gd name="T7" fmla="*/ 0 h 10"/>
                <a:gd name="T8" fmla="*/ 13 w 13"/>
                <a:gd name="T9" fmla="*/ 10 h 10"/>
                <a:gd name="T10" fmla="*/ 5 w 13"/>
                <a:gd name="T11" fmla="*/ 10 h 10"/>
              </a:gdLst>
              <a:ahLst/>
              <a:cxnLst>
                <a:cxn ang="0">
                  <a:pos x="T0" y="T1"/>
                </a:cxn>
                <a:cxn ang="0">
                  <a:pos x="T2" y="T3"/>
                </a:cxn>
                <a:cxn ang="0">
                  <a:pos x="T4" y="T5"/>
                </a:cxn>
                <a:cxn ang="0">
                  <a:pos x="T6" y="T7"/>
                </a:cxn>
                <a:cxn ang="0">
                  <a:pos x="T8" y="T9"/>
                </a:cxn>
                <a:cxn ang="0">
                  <a:pos x="T10" y="T11"/>
                </a:cxn>
              </a:cxnLst>
              <a:rect l="0" t="0" r="r" b="b"/>
              <a:pathLst>
                <a:path w="13" h="10">
                  <a:moveTo>
                    <a:pt x="5" y="10"/>
                  </a:moveTo>
                  <a:cubicBezTo>
                    <a:pt x="3" y="10"/>
                    <a:pt x="0" y="8"/>
                    <a:pt x="0" y="5"/>
                  </a:cubicBezTo>
                  <a:cubicBezTo>
                    <a:pt x="0" y="2"/>
                    <a:pt x="3" y="0"/>
                    <a:pt x="5" y="0"/>
                  </a:cubicBezTo>
                  <a:cubicBezTo>
                    <a:pt x="6" y="0"/>
                    <a:pt x="8" y="0"/>
                    <a:pt x="10" y="0"/>
                  </a:cubicBezTo>
                  <a:cubicBezTo>
                    <a:pt x="11" y="3"/>
                    <a:pt x="12" y="6"/>
                    <a:pt x="13" y="10"/>
                  </a:cubicBezTo>
                  <a:cubicBezTo>
                    <a:pt x="11" y="10"/>
                    <a:pt x="6" y="10"/>
                    <a:pt x="5" y="10"/>
                  </a:cubicBez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2" name="Oval 29"/>
            <p:cNvSpPr>
              <a:spLocks noChangeArrowheads="1"/>
            </p:cNvSpPr>
            <p:nvPr/>
          </p:nvSpPr>
          <p:spPr bwMode="auto">
            <a:xfrm>
              <a:off x="8664575" y="1566863"/>
              <a:ext cx="190500" cy="192088"/>
            </a:xfrm>
            <a:prstGeom prst="ellipse">
              <a:avLst/>
            </a:pr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3" name="Oval 30"/>
            <p:cNvSpPr>
              <a:spLocks noChangeArrowheads="1"/>
            </p:cNvSpPr>
            <p:nvPr/>
          </p:nvSpPr>
          <p:spPr bwMode="auto">
            <a:xfrm>
              <a:off x="9312275" y="1566863"/>
              <a:ext cx="185737" cy="192088"/>
            </a:xfrm>
            <a:prstGeom prst="ellipse">
              <a:avLst/>
            </a:pr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lumMod val="65000"/>
                    <a:lumOff val="35000"/>
                  </a:prstClr>
                </a:solidFill>
              </a:endParaRPr>
            </a:p>
          </p:txBody>
        </p:sp>
        <p:sp>
          <p:nvSpPr>
            <p:cNvPr id="164" name="Freeform 31"/>
            <p:cNvSpPr>
              <a:spLocks/>
            </p:cNvSpPr>
            <p:nvPr/>
          </p:nvSpPr>
          <p:spPr bwMode="auto">
            <a:xfrm>
              <a:off x="9361488" y="1616076"/>
              <a:ext cx="93662" cy="93663"/>
            </a:xfrm>
            <a:custGeom>
              <a:avLst/>
              <a:gdLst>
                <a:gd name="T0" fmla="*/ 0 w 15"/>
                <a:gd name="T1" fmla="*/ 8 h 15"/>
                <a:gd name="T2" fmla="*/ 7 w 15"/>
                <a:gd name="T3" fmla="*/ 15 h 15"/>
                <a:gd name="T4" fmla="*/ 15 w 15"/>
                <a:gd name="T5" fmla="*/ 7 h 15"/>
                <a:gd name="T6" fmla="*/ 7 w 15"/>
                <a:gd name="T7" fmla="*/ 0 h 15"/>
                <a:gd name="T8" fmla="*/ 0 w 15"/>
                <a:gd name="T9" fmla="*/ 8 h 15"/>
              </a:gdLst>
              <a:ahLst/>
              <a:cxnLst>
                <a:cxn ang="0">
                  <a:pos x="T0" y="T1"/>
                </a:cxn>
                <a:cxn ang="0">
                  <a:pos x="T2" y="T3"/>
                </a:cxn>
                <a:cxn ang="0">
                  <a:pos x="T4" y="T5"/>
                </a:cxn>
                <a:cxn ang="0">
                  <a:pos x="T6" y="T7"/>
                </a:cxn>
                <a:cxn ang="0">
                  <a:pos x="T8" y="T9"/>
                </a:cxn>
              </a:cxnLst>
              <a:rect l="0" t="0" r="r" b="b"/>
              <a:pathLst>
                <a:path w="15" h="15">
                  <a:moveTo>
                    <a:pt x="0" y="8"/>
                  </a:moveTo>
                  <a:cubicBezTo>
                    <a:pt x="0" y="12"/>
                    <a:pt x="3" y="15"/>
                    <a:pt x="7" y="15"/>
                  </a:cubicBezTo>
                  <a:cubicBezTo>
                    <a:pt x="11" y="15"/>
                    <a:pt x="15" y="12"/>
                    <a:pt x="15" y="7"/>
                  </a:cubicBezTo>
                  <a:cubicBezTo>
                    <a:pt x="15" y="3"/>
                    <a:pt x="11" y="0"/>
                    <a:pt x="7" y="0"/>
                  </a:cubicBezTo>
                  <a:cubicBezTo>
                    <a:pt x="3" y="0"/>
                    <a:pt x="0" y="3"/>
                    <a:pt x="0" y="8"/>
                  </a:cubicBezTo>
                  <a:close/>
                </a:path>
              </a:pathLst>
            </a:custGeom>
            <a:solidFill>
              <a:srgbClr val="F0ED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5" name="Oval 32"/>
            <p:cNvSpPr>
              <a:spLocks noChangeArrowheads="1"/>
            </p:cNvSpPr>
            <p:nvPr/>
          </p:nvSpPr>
          <p:spPr bwMode="auto">
            <a:xfrm>
              <a:off x="8713788" y="1616076"/>
              <a:ext cx="92075" cy="93663"/>
            </a:xfrm>
            <a:prstGeom prst="ellipse">
              <a:avLst/>
            </a:prstGeom>
            <a:solidFill>
              <a:srgbClr val="F0ED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66" name="组合 165"/>
          <p:cNvGrpSpPr/>
          <p:nvPr/>
        </p:nvGrpSpPr>
        <p:grpSpPr>
          <a:xfrm>
            <a:off x="8679467" y="4903131"/>
            <a:ext cx="703262" cy="708025"/>
            <a:chOff x="10121900" y="1050926"/>
            <a:chExt cx="703262" cy="708025"/>
          </a:xfrm>
        </p:grpSpPr>
        <p:sp>
          <p:nvSpPr>
            <p:cNvPr id="167" name="Freeform 44"/>
            <p:cNvSpPr>
              <a:spLocks/>
            </p:cNvSpPr>
            <p:nvPr/>
          </p:nvSpPr>
          <p:spPr bwMode="auto">
            <a:xfrm>
              <a:off x="10331450" y="1068388"/>
              <a:ext cx="493712" cy="690563"/>
            </a:xfrm>
            <a:custGeom>
              <a:avLst/>
              <a:gdLst>
                <a:gd name="T0" fmla="*/ 60 w 80"/>
                <a:gd name="T1" fmla="*/ 27 h 112"/>
                <a:gd name="T2" fmla="*/ 63 w 80"/>
                <a:gd name="T3" fmla="*/ 43 h 112"/>
                <a:gd name="T4" fmla="*/ 66 w 80"/>
                <a:gd name="T5" fmla="*/ 39 h 112"/>
                <a:gd name="T6" fmla="*/ 72 w 80"/>
                <a:gd name="T7" fmla="*/ 44 h 112"/>
                <a:gd name="T8" fmla="*/ 64 w 80"/>
                <a:gd name="T9" fmla="*/ 52 h 112"/>
                <a:gd name="T10" fmla="*/ 66 w 80"/>
                <a:gd name="T11" fmla="*/ 65 h 112"/>
                <a:gd name="T12" fmla="*/ 70 w 80"/>
                <a:gd name="T13" fmla="*/ 61 h 112"/>
                <a:gd name="T14" fmla="*/ 75 w 80"/>
                <a:gd name="T15" fmla="*/ 66 h 112"/>
                <a:gd name="T16" fmla="*/ 68 w 80"/>
                <a:gd name="T17" fmla="*/ 74 h 112"/>
                <a:gd name="T18" fmla="*/ 73 w 80"/>
                <a:gd name="T19" fmla="*/ 108 h 112"/>
                <a:gd name="T20" fmla="*/ 70 w 80"/>
                <a:gd name="T21" fmla="*/ 112 h 112"/>
                <a:gd name="T22" fmla="*/ 38 w 80"/>
                <a:gd name="T23" fmla="*/ 51 h 112"/>
                <a:gd name="T24" fmla="*/ 11 w 80"/>
                <a:gd name="T25" fmla="*/ 80 h 112"/>
                <a:gd name="T26" fmla="*/ 17 w 80"/>
                <a:gd name="T27" fmla="*/ 104 h 112"/>
                <a:gd name="T28" fmla="*/ 12 w 80"/>
                <a:gd name="T29" fmla="*/ 110 h 112"/>
                <a:gd name="T30" fmla="*/ 0 w 80"/>
                <a:gd name="T31" fmla="*/ 86 h 112"/>
                <a:gd name="T32" fmla="*/ 45 w 80"/>
                <a:gd name="T33" fmla="*/ 30 h 112"/>
                <a:gd name="T34" fmla="*/ 76 w 80"/>
                <a:gd name="T35" fmla="*/ 0 h 112"/>
                <a:gd name="T36" fmla="*/ 60 w 80"/>
                <a:gd name="T37" fmla="*/ 2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0" h="112">
                  <a:moveTo>
                    <a:pt x="60" y="27"/>
                  </a:moveTo>
                  <a:cubicBezTo>
                    <a:pt x="63" y="43"/>
                    <a:pt x="63" y="43"/>
                    <a:pt x="63" y="43"/>
                  </a:cubicBezTo>
                  <a:cubicBezTo>
                    <a:pt x="66" y="39"/>
                    <a:pt x="66" y="39"/>
                    <a:pt x="66" y="39"/>
                  </a:cubicBezTo>
                  <a:cubicBezTo>
                    <a:pt x="72" y="44"/>
                    <a:pt x="72" y="44"/>
                    <a:pt x="72" y="44"/>
                  </a:cubicBezTo>
                  <a:cubicBezTo>
                    <a:pt x="64" y="52"/>
                    <a:pt x="64" y="52"/>
                    <a:pt x="64" y="52"/>
                  </a:cubicBezTo>
                  <a:cubicBezTo>
                    <a:pt x="66" y="65"/>
                    <a:pt x="66" y="65"/>
                    <a:pt x="66" y="65"/>
                  </a:cubicBezTo>
                  <a:cubicBezTo>
                    <a:pt x="70" y="61"/>
                    <a:pt x="70" y="61"/>
                    <a:pt x="70" y="61"/>
                  </a:cubicBezTo>
                  <a:cubicBezTo>
                    <a:pt x="75" y="66"/>
                    <a:pt x="75" y="66"/>
                    <a:pt x="75" y="66"/>
                  </a:cubicBezTo>
                  <a:cubicBezTo>
                    <a:pt x="68" y="74"/>
                    <a:pt x="68" y="74"/>
                    <a:pt x="68" y="74"/>
                  </a:cubicBezTo>
                  <a:cubicBezTo>
                    <a:pt x="73" y="108"/>
                    <a:pt x="73" y="108"/>
                    <a:pt x="73" y="108"/>
                  </a:cubicBezTo>
                  <a:cubicBezTo>
                    <a:pt x="70" y="112"/>
                    <a:pt x="70" y="112"/>
                    <a:pt x="70" y="112"/>
                  </a:cubicBezTo>
                  <a:cubicBezTo>
                    <a:pt x="38" y="51"/>
                    <a:pt x="38" y="51"/>
                    <a:pt x="38" y="51"/>
                  </a:cubicBezTo>
                  <a:cubicBezTo>
                    <a:pt x="11" y="80"/>
                    <a:pt x="11" y="80"/>
                    <a:pt x="11" y="80"/>
                  </a:cubicBezTo>
                  <a:cubicBezTo>
                    <a:pt x="17" y="104"/>
                    <a:pt x="17" y="104"/>
                    <a:pt x="17" y="104"/>
                  </a:cubicBezTo>
                  <a:cubicBezTo>
                    <a:pt x="12" y="110"/>
                    <a:pt x="12" y="110"/>
                    <a:pt x="12" y="110"/>
                  </a:cubicBezTo>
                  <a:cubicBezTo>
                    <a:pt x="0" y="86"/>
                    <a:pt x="0" y="86"/>
                    <a:pt x="0" y="86"/>
                  </a:cubicBezTo>
                  <a:cubicBezTo>
                    <a:pt x="45" y="30"/>
                    <a:pt x="45" y="30"/>
                    <a:pt x="45" y="30"/>
                  </a:cubicBezTo>
                  <a:cubicBezTo>
                    <a:pt x="76" y="0"/>
                    <a:pt x="76" y="0"/>
                    <a:pt x="76" y="0"/>
                  </a:cubicBezTo>
                  <a:cubicBezTo>
                    <a:pt x="76" y="0"/>
                    <a:pt x="80" y="5"/>
                    <a:pt x="60" y="27"/>
                  </a:cubicBezTo>
                  <a:close/>
                </a:path>
              </a:pathLst>
            </a:custGeom>
            <a:solidFill>
              <a:srgbClr val="646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 name="Freeform 45"/>
            <p:cNvSpPr>
              <a:spLocks/>
            </p:cNvSpPr>
            <p:nvPr/>
          </p:nvSpPr>
          <p:spPr bwMode="auto">
            <a:xfrm>
              <a:off x="10121900" y="1050926"/>
              <a:ext cx="677862" cy="547688"/>
            </a:xfrm>
            <a:custGeom>
              <a:avLst/>
              <a:gdLst>
                <a:gd name="T0" fmla="*/ 85 w 110"/>
                <a:gd name="T1" fmla="*/ 22 h 89"/>
                <a:gd name="T2" fmla="*/ 69 w 110"/>
                <a:gd name="T3" fmla="*/ 22 h 89"/>
                <a:gd name="T4" fmla="*/ 73 w 110"/>
                <a:gd name="T5" fmla="*/ 18 h 89"/>
                <a:gd name="T6" fmla="*/ 67 w 110"/>
                <a:gd name="T7" fmla="*/ 13 h 89"/>
                <a:gd name="T8" fmla="*/ 60 w 110"/>
                <a:gd name="T9" fmla="*/ 22 h 89"/>
                <a:gd name="T10" fmla="*/ 47 w 110"/>
                <a:gd name="T11" fmla="*/ 21 h 89"/>
                <a:gd name="T12" fmla="*/ 50 w 110"/>
                <a:gd name="T13" fmla="*/ 17 h 89"/>
                <a:gd name="T14" fmla="*/ 45 w 110"/>
                <a:gd name="T15" fmla="*/ 13 h 89"/>
                <a:gd name="T16" fmla="*/ 38 w 110"/>
                <a:gd name="T17" fmla="*/ 21 h 89"/>
                <a:gd name="T18" fmla="*/ 4 w 110"/>
                <a:gd name="T19" fmla="*/ 20 h 89"/>
                <a:gd name="T20" fmla="*/ 0 w 110"/>
                <a:gd name="T21" fmla="*/ 24 h 89"/>
                <a:gd name="T22" fmla="*/ 64 w 110"/>
                <a:gd name="T23" fmla="*/ 47 h 89"/>
                <a:gd name="T24" fmla="*/ 39 w 110"/>
                <a:gd name="T25" fmla="*/ 78 h 89"/>
                <a:gd name="T26" fmla="*/ 15 w 110"/>
                <a:gd name="T27" fmla="*/ 75 h 89"/>
                <a:gd name="T28" fmla="*/ 10 w 110"/>
                <a:gd name="T29" fmla="*/ 81 h 89"/>
                <a:gd name="T30" fmla="*/ 34 w 110"/>
                <a:gd name="T31" fmla="*/ 89 h 89"/>
                <a:gd name="T32" fmla="*/ 110 w 110"/>
                <a:gd name="T33" fmla="*/ 3 h 89"/>
                <a:gd name="T34" fmla="*/ 85 w 110"/>
                <a:gd name="T35" fmla="*/ 22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0" h="89">
                  <a:moveTo>
                    <a:pt x="85" y="22"/>
                  </a:moveTo>
                  <a:cubicBezTo>
                    <a:pt x="69" y="22"/>
                    <a:pt x="69" y="22"/>
                    <a:pt x="69" y="22"/>
                  </a:cubicBezTo>
                  <a:cubicBezTo>
                    <a:pt x="73" y="18"/>
                    <a:pt x="73" y="18"/>
                    <a:pt x="73" y="18"/>
                  </a:cubicBezTo>
                  <a:cubicBezTo>
                    <a:pt x="67" y="13"/>
                    <a:pt x="67" y="13"/>
                    <a:pt x="67" y="13"/>
                  </a:cubicBezTo>
                  <a:cubicBezTo>
                    <a:pt x="60" y="22"/>
                    <a:pt x="60" y="22"/>
                    <a:pt x="60" y="22"/>
                  </a:cubicBezTo>
                  <a:cubicBezTo>
                    <a:pt x="47" y="21"/>
                    <a:pt x="47" y="21"/>
                    <a:pt x="47" y="21"/>
                  </a:cubicBezTo>
                  <a:cubicBezTo>
                    <a:pt x="50" y="17"/>
                    <a:pt x="50" y="17"/>
                    <a:pt x="50" y="17"/>
                  </a:cubicBezTo>
                  <a:cubicBezTo>
                    <a:pt x="45" y="13"/>
                    <a:pt x="45" y="13"/>
                    <a:pt x="45" y="13"/>
                  </a:cubicBezTo>
                  <a:cubicBezTo>
                    <a:pt x="38" y="21"/>
                    <a:pt x="38" y="21"/>
                    <a:pt x="38" y="21"/>
                  </a:cubicBezTo>
                  <a:cubicBezTo>
                    <a:pt x="4" y="20"/>
                    <a:pt x="4" y="20"/>
                    <a:pt x="4" y="20"/>
                  </a:cubicBezTo>
                  <a:cubicBezTo>
                    <a:pt x="0" y="24"/>
                    <a:pt x="0" y="24"/>
                    <a:pt x="0" y="24"/>
                  </a:cubicBezTo>
                  <a:cubicBezTo>
                    <a:pt x="64" y="47"/>
                    <a:pt x="64" y="47"/>
                    <a:pt x="64" y="47"/>
                  </a:cubicBezTo>
                  <a:cubicBezTo>
                    <a:pt x="39" y="78"/>
                    <a:pt x="39" y="78"/>
                    <a:pt x="39" y="78"/>
                  </a:cubicBezTo>
                  <a:cubicBezTo>
                    <a:pt x="15" y="75"/>
                    <a:pt x="15" y="75"/>
                    <a:pt x="15" y="75"/>
                  </a:cubicBezTo>
                  <a:cubicBezTo>
                    <a:pt x="10" y="81"/>
                    <a:pt x="10" y="81"/>
                    <a:pt x="10" y="81"/>
                  </a:cubicBezTo>
                  <a:cubicBezTo>
                    <a:pt x="34" y="89"/>
                    <a:pt x="34" y="89"/>
                    <a:pt x="34" y="89"/>
                  </a:cubicBezTo>
                  <a:cubicBezTo>
                    <a:pt x="110" y="3"/>
                    <a:pt x="110" y="3"/>
                    <a:pt x="110" y="3"/>
                  </a:cubicBezTo>
                  <a:cubicBezTo>
                    <a:pt x="110" y="3"/>
                    <a:pt x="105" y="0"/>
                    <a:pt x="85" y="22"/>
                  </a:cubicBez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69" name="组合 168"/>
          <p:cNvGrpSpPr/>
          <p:nvPr/>
        </p:nvGrpSpPr>
        <p:grpSpPr>
          <a:xfrm>
            <a:off x="4605056" y="4942818"/>
            <a:ext cx="1000124" cy="628650"/>
            <a:chOff x="8491538" y="3690938"/>
            <a:chExt cx="1000124" cy="628650"/>
          </a:xfrm>
          <a:solidFill>
            <a:schemeClr val="tx1">
              <a:lumMod val="65000"/>
              <a:lumOff val="35000"/>
            </a:schemeClr>
          </a:solidFill>
        </p:grpSpPr>
        <p:sp>
          <p:nvSpPr>
            <p:cNvPr id="170" name="Freeform 57"/>
            <p:cNvSpPr>
              <a:spLocks noEditPoints="1"/>
            </p:cNvSpPr>
            <p:nvPr/>
          </p:nvSpPr>
          <p:spPr bwMode="auto">
            <a:xfrm>
              <a:off x="8491538" y="3925888"/>
              <a:ext cx="395287" cy="393700"/>
            </a:xfrm>
            <a:custGeom>
              <a:avLst/>
              <a:gdLst>
                <a:gd name="T0" fmla="*/ 32 w 64"/>
                <a:gd name="T1" fmla="*/ 0 h 64"/>
                <a:gd name="T2" fmla="*/ 0 w 64"/>
                <a:gd name="T3" fmla="*/ 32 h 64"/>
                <a:gd name="T4" fmla="*/ 33 w 64"/>
                <a:gd name="T5" fmla="*/ 64 h 64"/>
                <a:gd name="T6" fmla="*/ 64 w 64"/>
                <a:gd name="T7" fmla="*/ 32 h 64"/>
                <a:gd name="T8" fmla="*/ 32 w 64"/>
                <a:gd name="T9" fmla="*/ 0 h 64"/>
                <a:gd name="T10" fmla="*/ 33 w 64"/>
                <a:gd name="T11" fmla="*/ 56 h 64"/>
                <a:gd name="T12" fmla="*/ 9 w 64"/>
                <a:gd name="T13" fmla="*/ 32 h 64"/>
                <a:gd name="T14" fmla="*/ 32 w 64"/>
                <a:gd name="T15" fmla="*/ 9 h 64"/>
                <a:gd name="T16" fmla="*/ 56 w 64"/>
                <a:gd name="T17" fmla="*/ 33 h 64"/>
                <a:gd name="T18" fmla="*/ 33 w 64"/>
                <a:gd name="T19" fmla="*/ 56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0"/>
                  </a:moveTo>
                  <a:cubicBezTo>
                    <a:pt x="14" y="0"/>
                    <a:pt x="0" y="15"/>
                    <a:pt x="0" y="32"/>
                  </a:cubicBezTo>
                  <a:cubicBezTo>
                    <a:pt x="1" y="50"/>
                    <a:pt x="15" y="64"/>
                    <a:pt x="33" y="64"/>
                  </a:cubicBezTo>
                  <a:cubicBezTo>
                    <a:pt x="50" y="64"/>
                    <a:pt x="64" y="50"/>
                    <a:pt x="64" y="32"/>
                  </a:cubicBezTo>
                  <a:cubicBezTo>
                    <a:pt x="64" y="14"/>
                    <a:pt x="50" y="0"/>
                    <a:pt x="32" y="0"/>
                  </a:cubicBezTo>
                  <a:close/>
                  <a:moveTo>
                    <a:pt x="33" y="56"/>
                  </a:moveTo>
                  <a:cubicBezTo>
                    <a:pt x="20" y="56"/>
                    <a:pt x="9" y="45"/>
                    <a:pt x="9" y="32"/>
                  </a:cubicBezTo>
                  <a:cubicBezTo>
                    <a:pt x="8" y="19"/>
                    <a:pt x="19" y="9"/>
                    <a:pt x="32" y="9"/>
                  </a:cubicBezTo>
                  <a:cubicBezTo>
                    <a:pt x="45" y="9"/>
                    <a:pt x="56" y="20"/>
                    <a:pt x="56" y="33"/>
                  </a:cubicBezTo>
                  <a:cubicBezTo>
                    <a:pt x="56" y="45"/>
                    <a:pt x="46" y="56"/>
                    <a:pt x="33" y="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1" name="Freeform 58"/>
            <p:cNvSpPr>
              <a:spLocks noEditPoints="1"/>
            </p:cNvSpPr>
            <p:nvPr/>
          </p:nvSpPr>
          <p:spPr bwMode="auto">
            <a:xfrm>
              <a:off x="9096375" y="3919538"/>
              <a:ext cx="395287" cy="400050"/>
            </a:xfrm>
            <a:custGeom>
              <a:avLst/>
              <a:gdLst>
                <a:gd name="T0" fmla="*/ 32 w 64"/>
                <a:gd name="T1" fmla="*/ 0 h 65"/>
                <a:gd name="T2" fmla="*/ 0 w 64"/>
                <a:gd name="T3" fmla="*/ 33 h 65"/>
                <a:gd name="T4" fmla="*/ 32 w 64"/>
                <a:gd name="T5" fmla="*/ 64 h 65"/>
                <a:gd name="T6" fmla="*/ 64 w 64"/>
                <a:gd name="T7" fmla="*/ 32 h 65"/>
                <a:gd name="T8" fmla="*/ 32 w 64"/>
                <a:gd name="T9" fmla="*/ 0 h 65"/>
                <a:gd name="T10" fmla="*/ 32 w 64"/>
                <a:gd name="T11" fmla="*/ 56 h 65"/>
                <a:gd name="T12" fmla="*/ 8 w 64"/>
                <a:gd name="T13" fmla="*/ 32 h 65"/>
                <a:gd name="T14" fmla="*/ 32 w 64"/>
                <a:gd name="T15" fmla="*/ 9 h 65"/>
                <a:gd name="T16" fmla="*/ 55 w 64"/>
                <a:gd name="T17" fmla="*/ 33 h 65"/>
                <a:gd name="T18" fmla="*/ 32 w 64"/>
                <a:gd name="T19" fmla="*/ 56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5">
                  <a:moveTo>
                    <a:pt x="32" y="0"/>
                  </a:moveTo>
                  <a:cubicBezTo>
                    <a:pt x="14" y="1"/>
                    <a:pt x="0" y="15"/>
                    <a:pt x="0" y="33"/>
                  </a:cubicBezTo>
                  <a:cubicBezTo>
                    <a:pt x="0" y="50"/>
                    <a:pt x="14" y="65"/>
                    <a:pt x="32" y="64"/>
                  </a:cubicBezTo>
                  <a:cubicBezTo>
                    <a:pt x="50" y="64"/>
                    <a:pt x="64" y="50"/>
                    <a:pt x="64" y="32"/>
                  </a:cubicBezTo>
                  <a:cubicBezTo>
                    <a:pt x="64" y="15"/>
                    <a:pt x="49" y="0"/>
                    <a:pt x="32" y="0"/>
                  </a:cubicBezTo>
                  <a:close/>
                  <a:moveTo>
                    <a:pt x="32" y="56"/>
                  </a:moveTo>
                  <a:cubicBezTo>
                    <a:pt x="19" y="56"/>
                    <a:pt x="8" y="46"/>
                    <a:pt x="8" y="32"/>
                  </a:cubicBezTo>
                  <a:cubicBezTo>
                    <a:pt x="8" y="19"/>
                    <a:pt x="19" y="9"/>
                    <a:pt x="32" y="9"/>
                  </a:cubicBezTo>
                  <a:cubicBezTo>
                    <a:pt x="44" y="10"/>
                    <a:pt x="55" y="20"/>
                    <a:pt x="55" y="33"/>
                  </a:cubicBezTo>
                  <a:cubicBezTo>
                    <a:pt x="56" y="46"/>
                    <a:pt x="45" y="56"/>
                    <a:pt x="32" y="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2" name="Freeform 59"/>
            <p:cNvSpPr>
              <a:spLocks/>
            </p:cNvSpPr>
            <p:nvPr/>
          </p:nvSpPr>
          <p:spPr bwMode="auto">
            <a:xfrm>
              <a:off x="9059863" y="3716338"/>
              <a:ext cx="239712" cy="393700"/>
            </a:xfrm>
            <a:custGeom>
              <a:avLst/>
              <a:gdLst>
                <a:gd name="T0" fmla="*/ 151 w 151"/>
                <a:gd name="T1" fmla="*/ 244 h 248"/>
                <a:gd name="T2" fmla="*/ 62 w 151"/>
                <a:gd name="T3" fmla="*/ 0 h 248"/>
                <a:gd name="T4" fmla="*/ 3 w 151"/>
                <a:gd name="T5" fmla="*/ 0 h 248"/>
                <a:gd name="T6" fmla="*/ 0 w 151"/>
                <a:gd name="T7" fmla="*/ 15 h 248"/>
                <a:gd name="T8" fmla="*/ 46 w 151"/>
                <a:gd name="T9" fmla="*/ 19 h 248"/>
                <a:gd name="T10" fmla="*/ 140 w 151"/>
                <a:gd name="T11" fmla="*/ 248 h 248"/>
                <a:gd name="T12" fmla="*/ 151 w 151"/>
                <a:gd name="T13" fmla="*/ 244 h 248"/>
              </a:gdLst>
              <a:ahLst/>
              <a:cxnLst>
                <a:cxn ang="0">
                  <a:pos x="T0" y="T1"/>
                </a:cxn>
                <a:cxn ang="0">
                  <a:pos x="T2" y="T3"/>
                </a:cxn>
                <a:cxn ang="0">
                  <a:pos x="T4" y="T5"/>
                </a:cxn>
                <a:cxn ang="0">
                  <a:pos x="T6" y="T7"/>
                </a:cxn>
                <a:cxn ang="0">
                  <a:pos x="T8" y="T9"/>
                </a:cxn>
                <a:cxn ang="0">
                  <a:pos x="T10" y="T11"/>
                </a:cxn>
                <a:cxn ang="0">
                  <a:pos x="T12" y="T13"/>
                </a:cxn>
              </a:cxnLst>
              <a:rect l="0" t="0" r="r" b="b"/>
              <a:pathLst>
                <a:path w="151" h="248">
                  <a:moveTo>
                    <a:pt x="151" y="244"/>
                  </a:moveTo>
                  <a:lnTo>
                    <a:pt x="62" y="0"/>
                  </a:lnTo>
                  <a:lnTo>
                    <a:pt x="3" y="0"/>
                  </a:lnTo>
                  <a:lnTo>
                    <a:pt x="0" y="15"/>
                  </a:lnTo>
                  <a:lnTo>
                    <a:pt x="46" y="19"/>
                  </a:lnTo>
                  <a:lnTo>
                    <a:pt x="140" y="248"/>
                  </a:lnTo>
                  <a:lnTo>
                    <a:pt x="151" y="2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3" name="Freeform 60"/>
            <p:cNvSpPr>
              <a:spLocks noEditPoints="1"/>
            </p:cNvSpPr>
            <p:nvPr/>
          </p:nvSpPr>
          <p:spPr bwMode="auto">
            <a:xfrm>
              <a:off x="8682038" y="3740151"/>
              <a:ext cx="512762" cy="461963"/>
            </a:xfrm>
            <a:custGeom>
              <a:avLst/>
              <a:gdLst>
                <a:gd name="T0" fmla="*/ 81 w 83"/>
                <a:gd name="T1" fmla="*/ 15 h 75"/>
                <a:gd name="T2" fmla="*/ 27 w 83"/>
                <a:gd name="T3" fmla="*/ 15 h 75"/>
                <a:gd name="T4" fmla="*/ 21 w 83"/>
                <a:gd name="T5" fmla="*/ 0 h 75"/>
                <a:gd name="T6" fmla="*/ 18 w 83"/>
                <a:gd name="T7" fmla="*/ 5 h 75"/>
                <a:gd name="T8" fmla="*/ 23 w 83"/>
                <a:gd name="T9" fmla="*/ 17 h 75"/>
                <a:gd name="T10" fmla="*/ 0 w 83"/>
                <a:gd name="T11" fmla="*/ 58 h 75"/>
                <a:gd name="T12" fmla="*/ 3 w 83"/>
                <a:gd name="T13" fmla="*/ 62 h 75"/>
                <a:gd name="T14" fmla="*/ 4 w 83"/>
                <a:gd name="T15" fmla="*/ 60 h 75"/>
                <a:gd name="T16" fmla="*/ 5 w 83"/>
                <a:gd name="T17" fmla="*/ 64 h 75"/>
                <a:gd name="T18" fmla="*/ 45 w 83"/>
                <a:gd name="T19" fmla="*/ 69 h 75"/>
                <a:gd name="T20" fmla="*/ 59 w 83"/>
                <a:gd name="T21" fmla="*/ 68 h 75"/>
                <a:gd name="T22" fmla="*/ 57 w 83"/>
                <a:gd name="T23" fmla="*/ 57 h 75"/>
                <a:gd name="T24" fmla="*/ 77 w 83"/>
                <a:gd name="T25" fmla="*/ 27 h 75"/>
                <a:gd name="T26" fmla="*/ 83 w 83"/>
                <a:gd name="T27" fmla="*/ 20 h 75"/>
                <a:gd name="T28" fmla="*/ 81 w 83"/>
                <a:gd name="T29" fmla="*/ 15 h 75"/>
                <a:gd name="T30" fmla="*/ 5 w 83"/>
                <a:gd name="T31" fmla="*/ 59 h 75"/>
                <a:gd name="T32" fmla="*/ 27 w 83"/>
                <a:gd name="T33" fmla="*/ 21 h 75"/>
                <a:gd name="T34" fmla="*/ 44 w 83"/>
                <a:gd name="T35" fmla="*/ 57 h 75"/>
                <a:gd name="T36" fmla="*/ 5 w 83"/>
                <a:gd name="T37" fmla="*/ 59 h 75"/>
                <a:gd name="T38" fmla="*/ 53 w 83"/>
                <a:gd name="T39" fmla="*/ 55 h 75"/>
                <a:gd name="T40" fmla="*/ 50 w 83"/>
                <a:gd name="T41" fmla="*/ 55 h 75"/>
                <a:gd name="T42" fmla="*/ 31 w 83"/>
                <a:gd name="T43" fmla="*/ 20 h 75"/>
                <a:gd name="T44" fmla="*/ 75 w 83"/>
                <a:gd name="T45" fmla="*/ 20 h 75"/>
                <a:gd name="T46" fmla="*/ 53 w 83"/>
                <a:gd name="T47" fmla="*/ 5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3" h="75">
                  <a:moveTo>
                    <a:pt x="81" y="15"/>
                  </a:moveTo>
                  <a:cubicBezTo>
                    <a:pt x="27" y="15"/>
                    <a:pt x="27" y="15"/>
                    <a:pt x="27" y="15"/>
                  </a:cubicBezTo>
                  <a:cubicBezTo>
                    <a:pt x="21" y="0"/>
                    <a:pt x="21" y="0"/>
                    <a:pt x="21" y="0"/>
                  </a:cubicBezTo>
                  <a:cubicBezTo>
                    <a:pt x="18" y="5"/>
                    <a:pt x="18" y="5"/>
                    <a:pt x="18" y="5"/>
                  </a:cubicBezTo>
                  <a:cubicBezTo>
                    <a:pt x="23" y="17"/>
                    <a:pt x="23" y="17"/>
                    <a:pt x="23" y="17"/>
                  </a:cubicBezTo>
                  <a:cubicBezTo>
                    <a:pt x="0" y="58"/>
                    <a:pt x="0" y="58"/>
                    <a:pt x="0" y="58"/>
                  </a:cubicBezTo>
                  <a:cubicBezTo>
                    <a:pt x="3" y="62"/>
                    <a:pt x="3" y="62"/>
                    <a:pt x="3" y="62"/>
                  </a:cubicBezTo>
                  <a:cubicBezTo>
                    <a:pt x="4" y="60"/>
                    <a:pt x="4" y="60"/>
                    <a:pt x="4" y="60"/>
                  </a:cubicBezTo>
                  <a:cubicBezTo>
                    <a:pt x="5" y="64"/>
                    <a:pt x="5" y="64"/>
                    <a:pt x="5" y="64"/>
                  </a:cubicBezTo>
                  <a:cubicBezTo>
                    <a:pt x="45" y="69"/>
                    <a:pt x="45" y="69"/>
                    <a:pt x="45" y="69"/>
                  </a:cubicBezTo>
                  <a:cubicBezTo>
                    <a:pt x="45" y="69"/>
                    <a:pt x="56" y="75"/>
                    <a:pt x="59" y="68"/>
                  </a:cubicBezTo>
                  <a:cubicBezTo>
                    <a:pt x="63" y="60"/>
                    <a:pt x="57" y="57"/>
                    <a:pt x="57" y="57"/>
                  </a:cubicBezTo>
                  <a:cubicBezTo>
                    <a:pt x="57" y="57"/>
                    <a:pt x="74" y="31"/>
                    <a:pt x="77" y="27"/>
                  </a:cubicBezTo>
                  <a:cubicBezTo>
                    <a:pt x="80" y="22"/>
                    <a:pt x="83" y="20"/>
                    <a:pt x="83" y="20"/>
                  </a:cubicBezTo>
                  <a:lnTo>
                    <a:pt x="81" y="15"/>
                  </a:lnTo>
                  <a:close/>
                  <a:moveTo>
                    <a:pt x="5" y="59"/>
                  </a:moveTo>
                  <a:cubicBezTo>
                    <a:pt x="27" y="21"/>
                    <a:pt x="27" y="21"/>
                    <a:pt x="27" y="21"/>
                  </a:cubicBezTo>
                  <a:cubicBezTo>
                    <a:pt x="32" y="28"/>
                    <a:pt x="44" y="57"/>
                    <a:pt x="44" y="57"/>
                  </a:cubicBezTo>
                  <a:lnTo>
                    <a:pt x="5" y="59"/>
                  </a:lnTo>
                  <a:close/>
                  <a:moveTo>
                    <a:pt x="53" y="55"/>
                  </a:moveTo>
                  <a:cubicBezTo>
                    <a:pt x="50" y="55"/>
                    <a:pt x="50" y="55"/>
                    <a:pt x="50" y="55"/>
                  </a:cubicBezTo>
                  <a:cubicBezTo>
                    <a:pt x="31" y="20"/>
                    <a:pt x="31" y="20"/>
                    <a:pt x="31" y="20"/>
                  </a:cubicBezTo>
                  <a:cubicBezTo>
                    <a:pt x="75" y="20"/>
                    <a:pt x="75" y="20"/>
                    <a:pt x="75" y="20"/>
                  </a:cubicBezTo>
                  <a:lnTo>
                    <a:pt x="53" y="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4" name="Freeform 61"/>
            <p:cNvSpPr>
              <a:spLocks/>
            </p:cNvSpPr>
            <p:nvPr/>
          </p:nvSpPr>
          <p:spPr bwMode="auto">
            <a:xfrm>
              <a:off x="8726488" y="3690938"/>
              <a:ext cx="209550" cy="111125"/>
            </a:xfrm>
            <a:custGeom>
              <a:avLst/>
              <a:gdLst>
                <a:gd name="T0" fmla="*/ 34 w 34"/>
                <a:gd name="T1" fmla="*/ 9 h 18"/>
                <a:gd name="T2" fmla="*/ 24 w 34"/>
                <a:gd name="T3" fmla="*/ 4 h 18"/>
                <a:gd name="T4" fmla="*/ 3 w 34"/>
                <a:gd name="T5" fmla="*/ 3 h 18"/>
                <a:gd name="T6" fmla="*/ 7 w 34"/>
                <a:gd name="T7" fmla="*/ 15 h 18"/>
                <a:gd name="T8" fmla="*/ 19 w 34"/>
                <a:gd name="T9" fmla="*/ 11 h 18"/>
                <a:gd name="T10" fmla="*/ 34 w 34"/>
                <a:gd name="T11" fmla="*/ 9 h 18"/>
              </a:gdLst>
              <a:ahLst/>
              <a:cxnLst>
                <a:cxn ang="0">
                  <a:pos x="T0" y="T1"/>
                </a:cxn>
                <a:cxn ang="0">
                  <a:pos x="T2" y="T3"/>
                </a:cxn>
                <a:cxn ang="0">
                  <a:pos x="T4" y="T5"/>
                </a:cxn>
                <a:cxn ang="0">
                  <a:pos x="T6" y="T7"/>
                </a:cxn>
                <a:cxn ang="0">
                  <a:pos x="T8" y="T9"/>
                </a:cxn>
                <a:cxn ang="0">
                  <a:pos x="T10" y="T11"/>
                </a:cxn>
              </a:cxnLst>
              <a:rect l="0" t="0" r="r" b="b"/>
              <a:pathLst>
                <a:path w="34" h="18">
                  <a:moveTo>
                    <a:pt x="34" y="9"/>
                  </a:moveTo>
                  <a:cubicBezTo>
                    <a:pt x="34" y="9"/>
                    <a:pt x="33" y="5"/>
                    <a:pt x="24" y="4"/>
                  </a:cubicBezTo>
                  <a:cubicBezTo>
                    <a:pt x="15" y="3"/>
                    <a:pt x="5" y="0"/>
                    <a:pt x="3" y="3"/>
                  </a:cubicBezTo>
                  <a:cubicBezTo>
                    <a:pt x="0" y="6"/>
                    <a:pt x="4" y="13"/>
                    <a:pt x="7" y="15"/>
                  </a:cubicBezTo>
                  <a:cubicBezTo>
                    <a:pt x="10" y="18"/>
                    <a:pt x="16" y="11"/>
                    <a:pt x="19" y="11"/>
                  </a:cubicBezTo>
                  <a:cubicBezTo>
                    <a:pt x="22" y="11"/>
                    <a:pt x="32" y="12"/>
                    <a:pt x="3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5" name="Freeform 62"/>
            <p:cNvSpPr>
              <a:spLocks/>
            </p:cNvSpPr>
            <p:nvPr/>
          </p:nvSpPr>
          <p:spPr bwMode="auto">
            <a:xfrm>
              <a:off x="8645525" y="4079876"/>
              <a:ext cx="85725" cy="85725"/>
            </a:xfrm>
            <a:custGeom>
              <a:avLst/>
              <a:gdLst>
                <a:gd name="T0" fmla="*/ 14 w 14"/>
                <a:gd name="T1" fmla="*/ 7 h 14"/>
                <a:gd name="T2" fmla="*/ 7 w 14"/>
                <a:gd name="T3" fmla="*/ 14 h 14"/>
                <a:gd name="T4" fmla="*/ 0 w 14"/>
                <a:gd name="T5" fmla="*/ 7 h 14"/>
                <a:gd name="T6" fmla="*/ 7 w 14"/>
                <a:gd name="T7" fmla="*/ 0 h 14"/>
                <a:gd name="T8" fmla="*/ 14 w 14"/>
                <a:gd name="T9" fmla="*/ 7 h 14"/>
              </a:gdLst>
              <a:ahLst/>
              <a:cxnLst>
                <a:cxn ang="0">
                  <a:pos x="T0" y="T1"/>
                </a:cxn>
                <a:cxn ang="0">
                  <a:pos x="T2" y="T3"/>
                </a:cxn>
                <a:cxn ang="0">
                  <a:pos x="T4" y="T5"/>
                </a:cxn>
                <a:cxn ang="0">
                  <a:pos x="T6" y="T7"/>
                </a:cxn>
                <a:cxn ang="0">
                  <a:pos x="T8" y="T9"/>
                </a:cxn>
              </a:cxnLst>
              <a:rect l="0" t="0" r="r" b="b"/>
              <a:pathLst>
                <a:path w="14" h="14">
                  <a:moveTo>
                    <a:pt x="14" y="7"/>
                  </a:moveTo>
                  <a:cubicBezTo>
                    <a:pt x="14" y="11"/>
                    <a:pt x="11" y="14"/>
                    <a:pt x="7" y="14"/>
                  </a:cubicBezTo>
                  <a:cubicBezTo>
                    <a:pt x="3" y="14"/>
                    <a:pt x="0" y="11"/>
                    <a:pt x="0" y="7"/>
                  </a:cubicBezTo>
                  <a:cubicBezTo>
                    <a:pt x="0" y="4"/>
                    <a:pt x="3" y="0"/>
                    <a:pt x="7" y="0"/>
                  </a:cubicBezTo>
                  <a:cubicBezTo>
                    <a:pt x="11" y="0"/>
                    <a:pt x="14" y="3"/>
                    <a:pt x="1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6" name="Freeform 63"/>
            <p:cNvSpPr>
              <a:spLocks/>
            </p:cNvSpPr>
            <p:nvPr/>
          </p:nvSpPr>
          <p:spPr bwMode="auto">
            <a:xfrm>
              <a:off x="9250363" y="4079876"/>
              <a:ext cx="87312" cy="85725"/>
            </a:xfrm>
            <a:custGeom>
              <a:avLst/>
              <a:gdLst>
                <a:gd name="T0" fmla="*/ 14 w 14"/>
                <a:gd name="T1" fmla="*/ 7 h 14"/>
                <a:gd name="T2" fmla="*/ 7 w 14"/>
                <a:gd name="T3" fmla="*/ 14 h 14"/>
                <a:gd name="T4" fmla="*/ 1 w 14"/>
                <a:gd name="T5" fmla="*/ 7 h 14"/>
                <a:gd name="T6" fmla="*/ 7 w 14"/>
                <a:gd name="T7" fmla="*/ 1 h 14"/>
                <a:gd name="T8" fmla="*/ 14 w 14"/>
                <a:gd name="T9" fmla="*/ 7 h 14"/>
              </a:gdLst>
              <a:ahLst/>
              <a:cxnLst>
                <a:cxn ang="0">
                  <a:pos x="T0" y="T1"/>
                </a:cxn>
                <a:cxn ang="0">
                  <a:pos x="T2" y="T3"/>
                </a:cxn>
                <a:cxn ang="0">
                  <a:pos x="T4" y="T5"/>
                </a:cxn>
                <a:cxn ang="0">
                  <a:pos x="T6" y="T7"/>
                </a:cxn>
                <a:cxn ang="0">
                  <a:pos x="T8" y="T9"/>
                </a:cxn>
              </a:cxnLst>
              <a:rect l="0" t="0" r="r" b="b"/>
              <a:pathLst>
                <a:path w="14" h="14">
                  <a:moveTo>
                    <a:pt x="14" y="7"/>
                  </a:moveTo>
                  <a:cubicBezTo>
                    <a:pt x="14" y="11"/>
                    <a:pt x="11" y="14"/>
                    <a:pt x="7" y="14"/>
                  </a:cubicBezTo>
                  <a:cubicBezTo>
                    <a:pt x="3" y="14"/>
                    <a:pt x="1" y="11"/>
                    <a:pt x="1" y="7"/>
                  </a:cubicBezTo>
                  <a:cubicBezTo>
                    <a:pt x="0" y="3"/>
                    <a:pt x="3" y="1"/>
                    <a:pt x="7" y="1"/>
                  </a:cubicBezTo>
                  <a:cubicBezTo>
                    <a:pt x="11" y="0"/>
                    <a:pt x="13" y="3"/>
                    <a:pt x="1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7" name="Freeform 64"/>
            <p:cNvSpPr>
              <a:spLocks/>
            </p:cNvSpPr>
            <p:nvPr/>
          </p:nvSpPr>
          <p:spPr bwMode="auto">
            <a:xfrm>
              <a:off x="8786813" y="3765551"/>
              <a:ext cx="44450" cy="30163"/>
            </a:xfrm>
            <a:custGeom>
              <a:avLst/>
              <a:gdLst>
                <a:gd name="T0" fmla="*/ 6 w 7"/>
                <a:gd name="T1" fmla="*/ 0 h 5"/>
                <a:gd name="T2" fmla="*/ 1 w 7"/>
                <a:gd name="T3" fmla="*/ 3 h 5"/>
                <a:gd name="T4" fmla="*/ 1 w 7"/>
                <a:gd name="T5" fmla="*/ 5 h 5"/>
                <a:gd name="T6" fmla="*/ 7 w 7"/>
                <a:gd name="T7" fmla="*/ 2 h 5"/>
                <a:gd name="T8" fmla="*/ 6 w 7"/>
                <a:gd name="T9" fmla="*/ 0 h 5"/>
              </a:gdLst>
              <a:ahLst/>
              <a:cxnLst>
                <a:cxn ang="0">
                  <a:pos x="T0" y="T1"/>
                </a:cxn>
                <a:cxn ang="0">
                  <a:pos x="T2" y="T3"/>
                </a:cxn>
                <a:cxn ang="0">
                  <a:pos x="T4" y="T5"/>
                </a:cxn>
                <a:cxn ang="0">
                  <a:pos x="T6" y="T7"/>
                </a:cxn>
                <a:cxn ang="0">
                  <a:pos x="T8" y="T9"/>
                </a:cxn>
              </a:cxnLst>
              <a:rect l="0" t="0" r="r" b="b"/>
              <a:pathLst>
                <a:path w="7" h="5">
                  <a:moveTo>
                    <a:pt x="6" y="0"/>
                  </a:moveTo>
                  <a:cubicBezTo>
                    <a:pt x="6" y="0"/>
                    <a:pt x="2" y="3"/>
                    <a:pt x="1" y="3"/>
                  </a:cubicBezTo>
                  <a:cubicBezTo>
                    <a:pt x="0" y="4"/>
                    <a:pt x="1" y="5"/>
                    <a:pt x="1" y="5"/>
                  </a:cubicBezTo>
                  <a:cubicBezTo>
                    <a:pt x="7" y="2"/>
                    <a:pt x="7" y="2"/>
                    <a:pt x="7" y="2"/>
                  </a:cubicBezTo>
                  <a:lnTo>
                    <a:pt x="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8" name="Freeform 65"/>
            <p:cNvSpPr>
              <a:spLocks/>
            </p:cNvSpPr>
            <p:nvPr/>
          </p:nvSpPr>
          <p:spPr bwMode="auto">
            <a:xfrm>
              <a:off x="9053513" y="3697288"/>
              <a:ext cx="73025" cy="61913"/>
            </a:xfrm>
            <a:custGeom>
              <a:avLst/>
              <a:gdLst>
                <a:gd name="T0" fmla="*/ 46 w 46"/>
                <a:gd name="T1" fmla="*/ 39 h 39"/>
                <a:gd name="T2" fmla="*/ 46 w 46"/>
                <a:gd name="T3" fmla="*/ 0 h 39"/>
                <a:gd name="T4" fmla="*/ 0 w 46"/>
                <a:gd name="T5" fmla="*/ 8 h 39"/>
                <a:gd name="T6" fmla="*/ 0 w 46"/>
                <a:gd name="T7" fmla="*/ 35 h 39"/>
                <a:gd name="T8" fmla="*/ 46 w 46"/>
                <a:gd name="T9" fmla="*/ 39 h 39"/>
              </a:gdLst>
              <a:ahLst/>
              <a:cxnLst>
                <a:cxn ang="0">
                  <a:pos x="T0" y="T1"/>
                </a:cxn>
                <a:cxn ang="0">
                  <a:pos x="T2" y="T3"/>
                </a:cxn>
                <a:cxn ang="0">
                  <a:pos x="T4" y="T5"/>
                </a:cxn>
                <a:cxn ang="0">
                  <a:pos x="T6" y="T7"/>
                </a:cxn>
                <a:cxn ang="0">
                  <a:pos x="T8" y="T9"/>
                </a:cxn>
              </a:cxnLst>
              <a:rect l="0" t="0" r="r" b="b"/>
              <a:pathLst>
                <a:path w="46" h="39">
                  <a:moveTo>
                    <a:pt x="46" y="39"/>
                  </a:moveTo>
                  <a:lnTo>
                    <a:pt x="46" y="0"/>
                  </a:lnTo>
                  <a:lnTo>
                    <a:pt x="0" y="8"/>
                  </a:lnTo>
                  <a:lnTo>
                    <a:pt x="0" y="35"/>
                  </a:lnTo>
                  <a:lnTo>
                    <a:pt x="46"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179" name="文本框 178"/>
          <p:cNvSpPr txBox="1"/>
          <p:nvPr/>
        </p:nvSpPr>
        <p:spPr>
          <a:xfrm>
            <a:off x="2031729" y="4964756"/>
            <a:ext cx="1800493" cy="584775"/>
          </a:xfrm>
          <a:prstGeom prst="rect">
            <a:avLst/>
          </a:prstGeom>
          <a:noFill/>
        </p:spPr>
        <p:txBody>
          <a:bodyPr wrap="none" rtlCol="0">
            <a:spAutoFit/>
          </a:bodyPr>
          <a:lstStyle/>
          <a:p>
            <a:r>
              <a:rPr lang="en-US" altLang="zh-CN" sz="3200" dirty="0">
                <a:solidFill>
                  <a:prstClr val="black">
                    <a:lumMod val="65000"/>
                    <a:lumOff val="35000"/>
                  </a:prstClr>
                </a:solidFill>
                <a:latin typeface="Impact" panose="020B0806030902050204" pitchFamily="34" charset="0"/>
                <a:ea typeface="Arial Unicode MS" panose="020B0604020202020204" pitchFamily="34" charset="-122"/>
                <a:cs typeface="Arial Unicode MS" panose="020B0604020202020204" pitchFamily="34" charset="-122"/>
              </a:rPr>
              <a:t>Title Here</a:t>
            </a:r>
            <a:endParaRPr lang="zh-CN" altLang="en-US" sz="3200" dirty="0">
              <a:solidFill>
                <a:prstClr val="black">
                  <a:lumMod val="65000"/>
                  <a:lumOff val="35000"/>
                </a:prstClr>
              </a:solidFill>
              <a:latin typeface="Impact" panose="020B0806030902050204" pitchFamily="34" charset="0"/>
              <a:ea typeface="Arial Unicode MS" panose="020B0604020202020204" pitchFamily="34" charset="-122"/>
              <a:cs typeface="Arial Unicode MS" panose="020B0604020202020204" pitchFamily="34" charset="-122"/>
            </a:endParaRPr>
          </a:p>
        </p:txBody>
      </p:sp>
      <p:sp>
        <p:nvSpPr>
          <p:cNvPr id="180" name="文本框 179"/>
          <p:cNvSpPr txBox="1"/>
          <p:nvPr/>
        </p:nvSpPr>
        <p:spPr>
          <a:xfrm>
            <a:off x="5899281" y="4964756"/>
            <a:ext cx="1800493" cy="584775"/>
          </a:xfrm>
          <a:prstGeom prst="rect">
            <a:avLst/>
          </a:prstGeom>
          <a:noFill/>
        </p:spPr>
        <p:txBody>
          <a:bodyPr wrap="none" rtlCol="0">
            <a:spAutoFit/>
          </a:bodyPr>
          <a:lstStyle/>
          <a:p>
            <a:r>
              <a:rPr lang="en-US" altLang="zh-CN" sz="3200" dirty="0">
                <a:solidFill>
                  <a:prstClr val="black">
                    <a:lumMod val="65000"/>
                    <a:lumOff val="35000"/>
                  </a:prstClr>
                </a:solidFill>
                <a:latin typeface="Impact" panose="020B0806030902050204" pitchFamily="34" charset="0"/>
                <a:ea typeface="Arial Unicode MS" panose="020B0604020202020204" pitchFamily="34" charset="-122"/>
                <a:cs typeface="Arial Unicode MS" panose="020B0604020202020204" pitchFamily="34" charset="-122"/>
              </a:rPr>
              <a:t>Title Here</a:t>
            </a:r>
            <a:endParaRPr lang="zh-CN" altLang="en-US" sz="3200" dirty="0">
              <a:solidFill>
                <a:prstClr val="black">
                  <a:lumMod val="65000"/>
                  <a:lumOff val="35000"/>
                </a:prstClr>
              </a:solidFill>
              <a:latin typeface="Impact" panose="020B0806030902050204" pitchFamily="34" charset="0"/>
              <a:ea typeface="Arial Unicode MS" panose="020B0604020202020204" pitchFamily="34" charset="-122"/>
              <a:cs typeface="Arial Unicode MS" panose="020B0604020202020204" pitchFamily="34" charset="-122"/>
            </a:endParaRPr>
          </a:p>
        </p:txBody>
      </p:sp>
      <p:sp>
        <p:nvSpPr>
          <p:cNvPr id="181" name="文本框 180"/>
          <p:cNvSpPr txBox="1"/>
          <p:nvPr/>
        </p:nvSpPr>
        <p:spPr>
          <a:xfrm>
            <a:off x="9766832" y="4964756"/>
            <a:ext cx="1800493" cy="584775"/>
          </a:xfrm>
          <a:prstGeom prst="rect">
            <a:avLst/>
          </a:prstGeom>
          <a:noFill/>
        </p:spPr>
        <p:txBody>
          <a:bodyPr wrap="none" rtlCol="0">
            <a:spAutoFit/>
          </a:bodyPr>
          <a:lstStyle/>
          <a:p>
            <a:r>
              <a:rPr lang="en-US" altLang="zh-CN" sz="3200" dirty="0">
                <a:solidFill>
                  <a:prstClr val="black">
                    <a:lumMod val="65000"/>
                    <a:lumOff val="35000"/>
                  </a:prstClr>
                </a:solidFill>
                <a:latin typeface="Impact" panose="020B0806030902050204" pitchFamily="34" charset="0"/>
                <a:ea typeface="Arial Unicode MS" panose="020B0604020202020204" pitchFamily="34" charset="-122"/>
                <a:cs typeface="Arial Unicode MS" panose="020B0604020202020204" pitchFamily="34" charset="-122"/>
              </a:rPr>
              <a:t>Title Here</a:t>
            </a:r>
            <a:endParaRPr lang="zh-CN" altLang="en-US" sz="3200" dirty="0">
              <a:solidFill>
                <a:prstClr val="black">
                  <a:lumMod val="65000"/>
                  <a:lumOff val="35000"/>
                </a:prstClr>
              </a:solidFill>
              <a:latin typeface="Impact" panose="020B0806030902050204" pitchFamily="34" charset="0"/>
              <a:ea typeface="Arial Unicode MS" panose="020B0604020202020204" pitchFamily="34" charset="-122"/>
              <a:cs typeface="Arial Unicode MS" panose="020B0604020202020204" pitchFamily="34" charset="-122"/>
            </a:endParaRPr>
          </a:p>
        </p:txBody>
      </p:sp>
      <p:grpSp>
        <p:nvGrpSpPr>
          <p:cNvPr id="182" name="组合 181"/>
          <p:cNvGrpSpPr/>
          <p:nvPr/>
        </p:nvGrpSpPr>
        <p:grpSpPr>
          <a:xfrm>
            <a:off x="2861450" y="2583360"/>
            <a:ext cx="6463745" cy="4309163"/>
            <a:chOff x="2616200" y="2623673"/>
            <a:chExt cx="6959600" cy="4639733"/>
          </a:xfrm>
        </p:grpSpPr>
        <p:graphicFrame>
          <p:nvGraphicFramePr>
            <p:cNvPr id="183" name="图表 182"/>
            <p:cNvGraphicFramePr/>
            <p:nvPr/>
          </p:nvGraphicFramePr>
          <p:xfrm>
            <a:off x="2616200" y="2623673"/>
            <a:ext cx="6959600" cy="4639733"/>
          </p:xfrm>
          <a:graphic>
            <a:graphicData uri="http://schemas.openxmlformats.org/drawingml/2006/chart">
              <c:chart xmlns:c="http://schemas.openxmlformats.org/drawingml/2006/chart" xmlns:r="http://schemas.openxmlformats.org/officeDocument/2006/relationships" r:id="rId3"/>
            </a:graphicData>
          </a:graphic>
        </p:graphicFrame>
        <p:grpSp>
          <p:nvGrpSpPr>
            <p:cNvPr id="184" name="组合 183"/>
            <p:cNvGrpSpPr/>
            <p:nvPr/>
          </p:nvGrpSpPr>
          <p:grpSpPr>
            <a:xfrm>
              <a:off x="4094872" y="2903838"/>
              <a:ext cx="4002257" cy="2089379"/>
              <a:chOff x="6021079" y="948035"/>
              <a:chExt cx="3908781" cy="2040580"/>
            </a:xfrm>
          </p:grpSpPr>
          <p:sp>
            <p:nvSpPr>
              <p:cNvPr id="185" name="Freeform 21"/>
              <p:cNvSpPr>
                <a:spLocks/>
              </p:cNvSpPr>
              <p:nvPr/>
            </p:nvSpPr>
            <p:spPr bwMode="auto">
              <a:xfrm>
                <a:off x="6021079" y="2748827"/>
                <a:ext cx="99981" cy="23820"/>
              </a:xfrm>
              <a:custGeom>
                <a:avLst/>
                <a:gdLst>
                  <a:gd name="T0" fmla="*/ 0 w 63"/>
                  <a:gd name="T1" fmla="*/ 0 h 15"/>
                  <a:gd name="T2" fmla="*/ 63 w 63"/>
                  <a:gd name="T3" fmla="*/ 5 h 15"/>
                  <a:gd name="T4" fmla="*/ 63 w 63"/>
                  <a:gd name="T5" fmla="*/ 15 h 15"/>
                  <a:gd name="T6" fmla="*/ 0 w 63"/>
                  <a:gd name="T7" fmla="*/ 10 h 15"/>
                  <a:gd name="T8" fmla="*/ 0 w 63"/>
                  <a:gd name="T9" fmla="*/ 0 h 15"/>
                </a:gdLst>
                <a:ahLst/>
                <a:cxnLst>
                  <a:cxn ang="0">
                    <a:pos x="T0" y="T1"/>
                  </a:cxn>
                  <a:cxn ang="0">
                    <a:pos x="T2" y="T3"/>
                  </a:cxn>
                  <a:cxn ang="0">
                    <a:pos x="T4" y="T5"/>
                  </a:cxn>
                  <a:cxn ang="0">
                    <a:pos x="T6" y="T7"/>
                  </a:cxn>
                  <a:cxn ang="0">
                    <a:pos x="T8" y="T9"/>
                  </a:cxn>
                </a:cxnLst>
                <a:rect l="0" t="0" r="r" b="b"/>
                <a:pathLst>
                  <a:path w="63" h="15">
                    <a:moveTo>
                      <a:pt x="0" y="0"/>
                    </a:moveTo>
                    <a:lnTo>
                      <a:pt x="63" y="5"/>
                    </a:lnTo>
                    <a:lnTo>
                      <a:pt x="63" y="15"/>
                    </a:lnTo>
                    <a:lnTo>
                      <a:pt x="0" y="10"/>
                    </a:lnTo>
                    <a:lnTo>
                      <a:pt x="0" y="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6" name="Freeform 22"/>
              <p:cNvSpPr>
                <a:spLocks/>
              </p:cNvSpPr>
              <p:nvPr/>
            </p:nvSpPr>
            <p:spPr bwMode="auto">
              <a:xfrm>
                <a:off x="6038536" y="2590027"/>
                <a:ext cx="98394" cy="25408"/>
              </a:xfrm>
              <a:custGeom>
                <a:avLst/>
                <a:gdLst>
                  <a:gd name="T0" fmla="*/ 5 w 62"/>
                  <a:gd name="T1" fmla="*/ 0 h 16"/>
                  <a:gd name="T2" fmla="*/ 62 w 62"/>
                  <a:gd name="T3" fmla="*/ 11 h 16"/>
                  <a:gd name="T4" fmla="*/ 62 w 62"/>
                  <a:gd name="T5" fmla="*/ 16 h 16"/>
                  <a:gd name="T6" fmla="*/ 0 w 62"/>
                  <a:gd name="T7" fmla="*/ 6 h 16"/>
                  <a:gd name="T8" fmla="*/ 5 w 62"/>
                  <a:gd name="T9" fmla="*/ 0 h 16"/>
                </a:gdLst>
                <a:ahLst/>
                <a:cxnLst>
                  <a:cxn ang="0">
                    <a:pos x="T0" y="T1"/>
                  </a:cxn>
                  <a:cxn ang="0">
                    <a:pos x="T2" y="T3"/>
                  </a:cxn>
                  <a:cxn ang="0">
                    <a:pos x="T4" y="T5"/>
                  </a:cxn>
                  <a:cxn ang="0">
                    <a:pos x="T6" y="T7"/>
                  </a:cxn>
                  <a:cxn ang="0">
                    <a:pos x="T8" y="T9"/>
                  </a:cxn>
                </a:cxnLst>
                <a:rect l="0" t="0" r="r" b="b"/>
                <a:pathLst>
                  <a:path w="62" h="16">
                    <a:moveTo>
                      <a:pt x="5" y="0"/>
                    </a:moveTo>
                    <a:lnTo>
                      <a:pt x="62" y="11"/>
                    </a:lnTo>
                    <a:lnTo>
                      <a:pt x="62" y="16"/>
                    </a:lnTo>
                    <a:lnTo>
                      <a:pt x="0" y="6"/>
                    </a:lnTo>
                    <a:lnTo>
                      <a:pt x="5" y="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7" name="Freeform 23"/>
              <p:cNvSpPr>
                <a:spLocks/>
              </p:cNvSpPr>
              <p:nvPr/>
            </p:nvSpPr>
            <p:spPr bwMode="auto">
              <a:xfrm>
                <a:off x="6079798" y="2401055"/>
                <a:ext cx="98394" cy="33348"/>
              </a:xfrm>
              <a:custGeom>
                <a:avLst/>
                <a:gdLst>
                  <a:gd name="T0" fmla="*/ 0 w 62"/>
                  <a:gd name="T1" fmla="*/ 0 h 21"/>
                  <a:gd name="T2" fmla="*/ 62 w 62"/>
                  <a:gd name="T3" fmla="*/ 16 h 21"/>
                  <a:gd name="T4" fmla="*/ 57 w 62"/>
                  <a:gd name="T5" fmla="*/ 21 h 21"/>
                  <a:gd name="T6" fmla="*/ 0 w 62"/>
                  <a:gd name="T7" fmla="*/ 5 h 21"/>
                  <a:gd name="T8" fmla="*/ 0 w 62"/>
                  <a:gd name="T9" fmla="*/ 0 h 21"/>
                </a:gdLst>
                <a:ahLst/>
                <a:cxnLst>
                  <a:cxn ang="0">
                    <a:pos x="T0" y="T1"/>
                  </a:cxn>
                  <a:cxn ang="0">
                    <a:pos x="T2" y="T3"/>
                  </a:cxn>
                  <a:cxn ang="0">
                    <a:pos x="T4" y="T5"/>
                  </a:cxn>
                  <a:cxn ang="0">
                    <a:pos x="T6" y="T7"/>
                  </a:cxn>
                  <a:cxn ang="0">
                    <a:pos x="T8" y="T9"/>
                  </a:cxn>
                </a:cxnLst>
                <a:rect l="0" t="0" r="r" b="b"/>
                <a:pathLst>
                  <a:path w="62" h="21">
                    <a:moveTo>
                      <a:pt x="0" y="0"/>
                    </a:moveTo>
                    <a:lnTo>
                      <a:pt x="62" y="16"/>
                    </a:lnTo>
                    <a:lnTo>
                      <a:pt x="57" y="21"/>
                    </a:lnTo>
                    <a:lnTo>
                      <a:pt x="0" y="5"/>
                    </a:lnTo>
                    <a:lnTo>
                      <a:pt x="0" y="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8" name="Freeform 24"/>
              <p:cNvSpPr>
                <a:spLocks/>
              </p:cNvSpPr>
              <p:nvPr/>
            </p:nvSpPr>
            <p:spPr bwMode="auto">
              <a:xfrm>
                <a:off x="6136930" y="2210495"/>
                <a:ext cx="90459" cy="49228"/>
              </a:xfrm>
              <a:custGeom>
                <a:avLst/>
                <a:gdLst>
                  <a:gd name="T0" fmla="*/ 5 w 57"/>
                  <a:gd name="T1" fmla="*/ 0 h 31"/>
                  <a:gd name="T2" fmla="*/ 57 w 57"/>
                  <a:gd name="T3" fmla="*/ 26 h 31"/>
                  <a:gd name="T4" fmla="*/ 57 w 57"/>
                  <a:gd name="T5" fmla="*/ 31 h 31"/>
                  <a:gd name="T6" fmla="*/ 0 w 57"/>
                  <a:gd name="T7" fmla="*/ 10 h 31"/>
                  <a:gd name="T8" fmla="*/ 5 w 57"/>
                  <a:gd name="T9" fmla="*/ 0 h 31"/>
                </a:gdLst>
                <a:ahLst/>
                <a:cxnLst>
                  <a:cxn ang="0">
                    <a:pos x="T0" y="T1"/>
                  </a:cxn>
                  <a:cxn ang="0">
                    <a:pos x="T2" y="T3"/>
                  </a:cxn>
                  <a:cxn ang="0">
                    <a:pos x="T4" y="T5"/>
                  </a:cxn>
                  <a:cxn ang="0">
                    <a:pos x="T6" y="T7"/>
                  </a:cxn>
                  <a:cxn ang="0">
                    <a:pos x="T8" y="T9"/>
                  </a:cxn>
                </a:cxnLst>
                <a:rect l="0" t="0" r="r" b="b"/>
                <a:pathLst>
                  <a:path w="57" h="31">
                    <a:moveTo>
                      <a:pt x="5" y="0"/>
                    </a:moveTo>
                    <a:lnTo>
                      <a:pt x="57" y="26"/>
                    </a:lnTo>
                    <a:lnTo>
                      <a:pt x="57" y="31"/>
                    </a:lnTo>
                    <a:lnTo>
                      <a:pt x="0" y="10"/>
                    </a:lnTo>
                    <a:lnTo>
                      <a:pt x="5" y="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9" name="Freeform 25"/>
              <p:cNvSpPr>
                <a:spLocks/>
              </p:cNvSpPr>
              <p:nvPr/>
            </p:nvSpPr>
            <p:spPr bwMode="auto">
              <a:xfrm>
                <a:off x="6211519" y="2035815"/>
                <a:ext cx="90459" cy="49228"/>
              </a:xfrm>
              <a:custGeom>
                <a:avLst/>
                <a:gdLst>
                  <a:gd name="T0" fmla="*/ 5 w 57"/>
                  <a:gd name="T1" fmla="*/ 0 h 31"/>
                  <a:gd name="T2" fmla="*/ 57 w 57"/>
                  <a:gd name="T3" fmla="*/ 26 h 31"/>
                  <a:gd name="T4" fmla="*/ 57 w 57"/>
                  <a:gd name="T5" fmla="*/ 31 h 31"/>
                  <a:gd name="T6" fmla="*/ 0 w 57"/>
                  <a:gd name="T7" fmla="*/ 5 h 31"/>
                  <a:gd name="T8" fmla="*/ 5 w 57"/>
                  <a:gd name="T9" fmla="*/ 0 h 31"/>
                </a:gdLst>
                <a:ahLst/>
                <a:cxnLst>
                  <a:cxn ang="0">
                    <a:pos x="T0" y="T1"/>
                  </a:cxn>
                  <a:cxn ang="0">
                    <a:pos x="T2" y="T3"/>
                  </a:cxn>
                  <a:cxn ang="0">
                    <a:pos x="T4" y="T5"/>
                  </a:cxn>
                  <a:cxn ang="0">
                    <a:pos x="T6" y="T7"/>
                  </a:cxn>
                  <a:cxn ang="0">
                    <a:pos x="T8" y="T9"/>
                  </a:cxn>
                </a:cxnLst>
                <a:rect l="0" t="0" r="r" b="b"/>
                <a:pathLst>
                  <a:path w="57" h="31">
                    <a:moveTo>
                      <a:pt x="5" y="0"/>
                    </a:moveTo>
                    <a:lnTo>
                      <a:pt x="57" y="26"/>
                    </a:lnTo>
                    <a:lnTo>
                      <a:pt x="57" y="31"/>
                    </a:lnTo>
                    <a:lnTo>
                      <a:pt x="0" y="5"/>
                    </a:lnTo>
                    <a:lnTo>
                      <a:pt x="5" y="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0" name="Freeform 26"/>
              <p:cNvSpPr>
                <a:spLocks/>
              </p:cNvSpPr>
              <p:nvPr/>
            </p:nvSpPr>
            <p:spPr bwMode="auto">
              <a:xfrm>
                <a:off x="6309913" y="1861135"/>
                <a:ext cx="82524" cy="66696"/>
              </a:xfrm>
              <a:custGeom>
                <a:avLst/>
                <a:gdLst>
                  <a:gd name="T0" fmla="*/ 5 w 52"/>
                  <a:gd name="T1" fmla="*/ 0 h 42"/>
                  <a:gd name="T2" fmla="*/ 52 w 52"/>
                  <a:gd name="T3" fmla="*/ 37 h 42"/>
                  <a:gd name="T4" fmla="*/ 52 w 52"/>
                  <a:gd name="T5" fmla="*/ 42 h 42"/>
                  <a:gd name="T6" fmla="*/ 0 w 52"/>
                  <a:gd name="T7" fmla="*/ 11 h 42"/>
                  <a:gd name="T8" fmla="*/ 5 w 52"/>
                  <a:gd name="T9" fmla="*/ 0 h 42"/>
                </a:gdLst>
                <a:ahLst/>
                <a:cxnLst>
                  <a:cxn ang="0">
                    <a:pos x="T0" y="T1"/>
                  </a:cxn>
                  <a:cxn ang="0">
                    <a:pos x="T2" y="T3"/>
                  </a:cxn>
                  <a:cxn ang="0">
                    <a:pos x="T4" y="T5"/>
                  </a:cxn>
                  <a:cxn ang="0">
                    <a:pos x="T6" y="T7"/>
                  </a:cxn>
                  <a:cxn ang="0">
                    <a:pos x="T8" y="T9"/>
                  </a:cxn>
                </a:cxnLst>
                <a:rect l="0" t="0" r="r" b="b"/>
                <a:pathLst>
                  <a:path w="52" h="42">
                    <a:moveTo>
                      <a:pt x="5" y="0"/>
                    </a:moveTo>
                    <a:lnTo>
                      <a:pt x="52" y="37"/>
                    </a:lnTo>
                    <a:lnTo>
                      <a:pt x="52" y="42"/>
                    </a:lnTo>
                    <a:lnTo>
                      <a:pt x="0" y="11"/>
                    </a:lnTo>
                    <a:lnTo>
                      <a:pt x="5" y="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1" name="Freeform 27"/>
              <p:cNvSpPr>
                <a:spLocks/>
              </p:cNvSpPr>
              <p:nvPr/>
            </p:nvSpPr>
            <p:spPr bwMode="auto">
              <a:xfrm>
                <a:off x="6417829" y="1703923"/>
                <a:ext cx="82524" cy="74636"/>
              </a:xfrm>
              <a:custGeom>
                <a:avLst/>
                <a:gdLst>
                  <a:gd name="T0" fmla="*/ 5 w 52"/>
                  <a:gd name="T1" fmla="*/ 0 h 47"/>
                  <a:gd name="T2" fmla="*/ 52 w 52"/>
                  <a:gd name="T3" fmla="*/ 36 h 47"/>
                  <a:gd name="T4" fmla="*/ 46 w 52"/>
                  <a:gd name="T5" fmla="*/ 47 h 47"/>
                  <a:gd name="T6" fmla="*/ 0 w 52"/>
                  <a:gd name="T7" fmla="*/ 5 h 47"/>
                  <a:gd name="T8" fmla="*/ 5 w 52"/>
                  <a:gd name="T9" fmla="*/ 0 h 47"/>
                </a:gdLst>
                <a:ahLst/>
                <a:cxnLst>
                  <a:cxn ang="0">
                    <a:pos x="T0" y="T1"/>
                  </a:cxn>
                  <a:cxn ang="0">
                    <a:pos x="T2" y="T3"/>
                  </a:cxn>
                  <a:cxn ang="0">
                    <a:pos x="T4" y="T5"/>
                  </a:cxn>
                  <a:cxn ang="0">
                    <a:pos x="T6" y="T7"/>
                  </a:cxn>
                  <a:cxn ang="0">
                    <a:pos x="T8" y="T9"/>
                  </a:cxn>
                </a:cxnLst>
                <a:rect l="0" t="0" r="r" b="b"/>
                <a:pathLst>
                  <a:path w="52" h="47">
                    <a:moveTo>
                      <a:pt x="5" y="0"/>
                    </a:moveTo>
                    <a:lnTo>
                      <a:pt x="52" y="36"/>
                    </a:lnTo>
                    <a:lnTo>
                      <a:pt x="46" y="47"/>
                    </a:lnTo>
                    <a:lnTo>
                      <a:pt x="0" y="5"/>
                    </a:lnTo>
                    <a:lnTo>
                      <a:pt x="5" y="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2" name="Freeform 28"/>
              <p:cNvSpPr>
                <a:spLocks/>
              </p:cNvSpPr>
              <p:nvPr/>
            </p:nvSpPr>
            <p:spPr bwMode="auto">
              <a:xfrm>
                <a:off x="6549550" y="1562591"/>
                <a:ext cx="74589" cy="74636"/>
              </a:xfrm>
              <a:custGeom>
                <a:avLst/>
                <a:gdLst>
                  <a:gd name="T0" fmla="*/ 5 w 47"/>
                  <a:gd name="T1" fmla="*/ 0 h 47"/>
                  <a:gd name="T2" fmla="*/ 47 w 47"/>
                  <a:gd name="T3" fmla="*/ 42 h 47"/>
                  <a:gd name="T4" fmla="*/ 41 w 47"/>
                  <a:gd name="T5" fmla="*/ 47 h 47"/>
                  <a:gd name="T6" fmla="*/ 0 w 47"/>
                  <a:gd name="T7" fmla="*/ 5 h 47"/>
                  <a:gd name="T8" fmla="*/ 5 w 47"/>
                  <a:gd name="T9" fmla="*/ 0 h 47"/>
                </a:gdLst>
                <a:ahLst/>
                <a:cxnLst>
                  <a:cxn ang="0">
                    <a:pos x="T0" y="T1"/>
                  </a:cxn>
                  <a:cxn ang="0">
                    <a:pos x="T2" y="T3"/>
                  </a:cxn>
                  <a:cxn ang="0">
                    <a:pos x="T4" y="T5"/>
                  </a:cxn>
                  <a:cxn ang="0">
                    <a:pos x="T6" y="T7"/>
                  </a:cxn>
                  <a:cxn ang="0">
                    <a:pos x="T8" y="T9"/>
                  </a:cxn>
                </a:cxnLst>
                <a:rect l="0" t="0" r="r" b="b"/>
                <a:pathLst>
                  <a:path w="47" h="47">
                    <a:moveTo>
                      <a:pt x="5" y="0"/>
                    </a:moveTo>
                    <a:lnTo>
                      <a:pt x="47" y="42"/>
                    </a:lnTo>
                    <a:lnTo>
                      <a:pt x="41" y="47"/>
                    </a:lnTo>
                    <a:lnTo>
                      <a:pt x="0" y="5"/>
                    </a:lnTo>
                    <a:lnTo>
                      <a:pt x="5" y="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3" name="Freeform 29"/>
              <p:cNvSpPr>
                <a:spLocks/>
              </p:cNvSpPr>
              <p:nvPr/>
            </p:nvSpPr>
            <p:spPr bwMode="auto">
              <a:xfrm>
                <a:off x="6689206" y="1429199"/>
                <a:ext cx="74589" cy="74636"/>
              </a:xfrm>
              <a:custGeom>
                <a:avLst/>
                <a:gdLst>
                  <a:gd name="T0" fmla="*/ 5 w 47"/>
                  <a:gd name="T1" fmla="*/ 0 h 47"/>
                  <a:gd name="T2" fmla="*/ 47 w 47"/>
                  <a:gd name="T3" fmla="*/ 42 h 47"/>
                  <a:gd name="T4" fmla="*/ 36 w 47"/>
                  <a:gd name="T5" fmla="*/ 47 h 47"/>
                  <a:gd name="T6" fmla="*/ 0 w 47"/>
                  <a:gd name="T7" fmla="*/ 5 h 47"/>
                  <a:gd name="T8" fmla="*/ 5 w 47"/>
                  <a:gd name="T9" fmla="*/ 0 h 47"/>
                </a:gdLst>
                <a:ahLst/>
                <a:cxnLst>
                  <a:cxn ang="0">
                    <a:pos x="T0" y="T1"/>
                  </a:cxn>
                  <a:cxn ang="0">
                    <a:pos x="T2" y="T3"/>
                  </a:cxn>
                  <a:cxn ang="0">
                    <a:pos x="T4" y="T5"/>
                  </a:cxn>
                  <a:cxn ang="0">
                    <a:pos x="T6" y="T7"/>
                  </a:cxn>
                  <a:cxn ang="0">
                    <a:pos x="T8" y="T9"/>
                  </a:cxn>
                </a:cxnLst>
                <a:rect l="0" t="0" r="r" b="b"/>
                <a:pathLst>
                  <a:path w="47" h="47">
                    <a:moveTo>
                      <a:pt x="5" y="0"/>
                    </a:moveTo>
                    <a:lnTo>
                      <a:pt x="47" y="42"/>
                    </a:lnTo>
                    <a:lnTo>
                      <a:pt x="36" y="47"/>
                    </a:lnTo>
                    <a:lnTo>
                      <a:pt x="0" y="5"/>
                    </a:lnTo>
                    <a:lnTo>
                      <a:pt x="5" y="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4" name="Freeform 30"/>
              <p:cNvSpPr>
                <a:spLocks/>
              </p:cNvSpPr>
              <p:nvPr/>
            </p:nvSpPr>
            <p:spPr bwMode="auto">
              <a:xfrm>
                <a:off x="6838384" y="1305335"/>
                <a:ext cx="65067" cy="90516"/>
              </a:xfrm>
              <a:custGeom>
                <a:avLst/>
                <a:gdLst>
                  <a:gd name="T0" fmla="*/ 10 w 41"/>
                  <a:gd name="T1" fmla="*/ 0 h 57"/>
                  <a:gd name="T2" fmla="*/ 41 w 41"/>
                  <a:gd name="T3" fmla="*/ 52 h 57"/>
                  <a:gd name="T4" fmla="*/ 36 w 41"/>
                  <a:gd name="T5" fmla="*/ 57 h 57"/>
                  <a:gd name="T6" fmla="*/ 0 w 41"/>
                  <a:gd name="T7" fmla="*/ 5 h 57"/>
                  <a:gd name="T8" fmla="*/ 10 w 41"/>
                  <a:gd name="T9" fmla="*/ 0 h 57"/>
                </a:gdLst>
                <a:ahLst/>
                <a:cxnLst>
                  <a:cxn ang="0">
                    <a:pos x="T0" y="T1"/>
                  </a:cxn>
                  <a:cxn ang="0">
                    <a:pos x="T2" y="T3"/>
                  </a:cxn>
                  <a:cxn ang="0">
                    <a:pos x="T4" y="T5"/>
                  </a:cxn>
                  <a:cxn ang="0">
                    <a:pos x="T6" y="T7"/>
                  </a:cxn>
                  <a:cxn ang="0">
                    <a:pos x="T8" y="T9"/>
                  </a:cxn>
                </a:cxnLst>
                <a:rect l="0" t="0" r="r" b="b"/>
                <a:pathLst>
                  <a:path w="41" h="57">
                    <a:moveTo>
                      <a:pt x="10" y="0"/>
                    </a:moveTo>
                    <a:lnTo>
                      <a:pt x="41" y="52"/>
                    </a:lnTo>
                    <a:lnTo>
                      <a:pt x="36" y="57"/>
                    </a:lnTo>
                    <a:lnTo>
                      <a:pt x="0" y="5"/>
                    </a:lnTo>
                    <a:lnTo>
                      <a:pt x="10" y="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5" name="Freeform 31"/>
              <p:cNvSpPr>
                <a:spLocks/>
              </p:cNvSpPr>
              <p:nvPr/>
            </p:nvSpPr>
            <p:spPr bwMode="auto">
              <a:xfrm>
                <a:off x="7001845" y="1205291"/>
                <a:ext cx="58719" cy="90516"/>
              </a:xfrm>
              <a:custGeom>
                <a:avLst/>
                <a:gdLst>
                  <a:gd name="T0" fmla="*/ 6 w 37"/>
                  <a:gd name="T1" fmla="*/ 0 h 57"/>
                  <a:gd name="T2" fmla="*/ 37 w 37"/>
                  <a:gd name="T3" fmla="*/ 52 h 57"/>
                  <a:gd name="T4" fmla="*/ 32 w 37"/>
                  <a:gd name="T5" fmla="*/ 57 h 57"/>
                  <a:gd name="T6" fmla="*/ 0 w 37"/>
                  <a:gd name="T7" fmla="*/ 0 h 57"/>
                  <a:gd name="T8" fmla="*/ 6 w 37"/>
                  <a:gd name="T9" fmla="*/ 0 h 57"/>
                </a:gdLst>
                <a:ahLst/>
                <a:cxnLst>
                  <a:cxn ang="0">
                    <a:pos x="T0" y="T1"/>
                  </a:cxn>
                  <a:cxn ang="0">
                    <a:pos x="T2" y="T3"/>
                  </a:cxn>
                  <a:cxn ang="0">
                    <a:pos x="T4" y="T5"/>
                  </a:cxn>
                  <a:cxn ang="0">
                    <a:pos x="T6" y="T7"/>
                  </a:cxn>
                  <a:cxn ang="0">
                    <a:pos x="T8" y="T9"/>
                  </a:cxn>
                </a:cxnLst>
                <a:rect l="0" t="0" r="r" b="b"/>
                <a:pathLst>
                  <a:path w="37" h="57">
                    <a:moveTo>
                      <a:pt x="6" y="0"/>
                    </a:moveTo>
                    <a:lnTo>
                      <a:pt x="37" y="52"/>
                    </a:lnTo>
                    <a:lnTo>
                      <a:pt x="32" y="57"/>
                    </a:lnTo>
                    <a:lnTo>
                      <a:pt x="0" y="0"/>
                    </a:lnTo>
                    <a:lnTo>
                      <a:pt x="6" y="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6" name="Freeform 32"/>
              <p:cNvSpPr>
                <a:spLocks/>
              </p:cNvSpPr>
              <p:nvPr/>
            </p:nvSpPr>
            <p:spPr bwMode="auto">
              <a:xfrm>
                <a:off x="7174828" y="1113187"/>
                <a:ext cx="50784" cy="92104"/>
              </a:xfrm>
              <a:custGeom>
                <a:avLst/>
                <a:gdLst>
                  <a:gd name="T0" fmla="*/ 6 w 32"/>
                  <a:gd name="T1" fmla="*/ 0 h 58"/>
                  <a:gd name="T2" fmla="*/ 32 w 32"/>
                  <a:gd name="T3" fmla="*/ 58 h 58"/>
                  <a:gd name="T4" fmla="*/ 26 w 32"/>
                  <a:gd name="T5" fmla="*/ 58 h 58"/>
                  <a:gd name="T6" fmla="*/ 0 w 32"/>
                  <a:gd name="T7" fmla="*/ 5 h 58"/>
                  <a:gd name="T8" fmla="*/ 6 w 32"/>
                  <a:gd name="T9" fmla="*/ 0 h 58"/>
                </a:gdLst>
                <a:ahLst/>
                <a:cxnLst>
                  <a:cxn ang="0">
                    <a:pos x="T0" y="T1"/>
                  </a:cxn>
                  <a:cxn ang="0">
                    <a:pos x="T2" y="T3"/>
                  </a:cxn>
                  <a:cxn ang="0">
                    <a:pos x="T4" y="T5"/>
                  </a:cxn>
                  <a:cxn ang="0">
                    <a:pos x="T6" y="T7"/>
                  </a:cxn>
                  <a:cxn ang="0">
                    <a:pos x="T8" y="T9"/>
                  </a:cxn>
                </a:cxnLst>
                <a:rect l="0" t="0" r="r" b="b"/>
                <a:pathLst>
                  <a:path w="32" h="58">
                    <a:moveTo>
                      <a:pt x="6" y="0"/>
                    </a:moveTo>
                    <a:lnTo>
                      <a:pt x="32" y="58"/>
                    </a:lnTo>
                    <a:lnTo>
                      <a:pt x="26" y="58"/>
                    </a:lnTo>
                    <a:lnTo>
                      <a:pt x="0" y="5"/>
                    </a:lnTo>
                    <a:lnTo>
                      <a:pt x="6" y="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7" name="Freeform 33"/>
              <p:cNvSpPr>
                <a:spLocks/>
              </p:cNvSpPr>
              <p:nvPr/>
            </p:nvSpPr>
            <p:spPr bwMode="auto">
              <a:xfrm>
                <a:off x="7357333" y="1046491"/>
                <a:ext cx="41262" cy="92104"/>
              </a:xfrm>
              <a:custGeom>
                <a:avLst/>
                <a:gdLst>
                  <a:gd name="T0" fmla="*/ 5 w 26"/>
                  <a:gd name="T1" fmla="*/ 0 h 58"/>
                  <a:gd name="T2" fmla="*/ 26 w 26"/>
                  <a:gd name="T3" fmla="*/ 58 h 58"/>
                  <a:gd name="T4" fmla="*/ 20 w 26"/>
                  <a:gd name="T5" fmla="*/ 58 h 58"/>
                  <a:gd name="T6" fmla="*/ 0 w 26"/>
                  <a:gd name="T7" fmla="*/ 0 h 58"/>
                  <a:gd name="T8" fmla="*/ 5 w 26"/>
                  <a:gd name="T9" fmla="*/ 0 h 58"/>
                </a:gdLst>
                <a:ahLst/>
                <a:cxnLst>
                  <a:cxn ang="0">
                    <a:pos x="T0" y="T1"/>
                  </a:cxn>
                  <a:cxn ang="0">
                    <a:pos x="T2" y="T3"/>
                  </a:cxn>
                  <a:cxn ang="0">
                    <a:pos x="T4" y="T5"/>
                  </a:cxn>
                  <a:cxn ang="0">
                    <a:pos x="T6" y="T7"/>
                  </a:cxn>
                  <a:cxn ang="0">
                    <a:pos x="T8" y="T9"/>
                  </a:cxn>
                </a:cxnLst>
                <a:rect l="0" t="0" r="r" b="b"/>
                <a:pathLst>
                  <a:path w="26" h="58">
                    <a:moveTo>
                      <a:pt x="5" y="0"/>
                    </a:moveTo>
                    <a:lnTo>
                      <a:pt x="26" y="58"/>
                    </a:lnTo>
                    <a:lnTo>
                      <a:pt x="20" y="58"/>
                    </a:lnTo>
                    <a:lnTo>
                      <a:pt x="0" y="0"/>
                    </a:lnTo>
                    <a:lnTo>
                      <a:pt x="5" y="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8" name="Freeform 34"/>
              <p:cNvSpPr>
                <a:spLocks/>
              </p:cNvSpPr>
              <p:nvPr/>
            </p:nvSpPr>
            <p:spPr bwMode="auto">
              <a:xfrm>
                <a:off x="7546186" y="997263"/>
                <a:ext cx="33327" cy="92104"/>
              </a:xfrm>
              <a:custGeom>
                <a:avLst/>
                <a:gdLst>
                  <a:gd name="T0" fmla="*/ 5 w 21"/>
                  <a:gd name="T1" fmla="*/ 0 h 58"/>
                  <a:gd name="T2" fmla="*/ 21 w 21"/>
                  <a:gd name="T3" fmla="*/ 58 h 58"/>
                  <a:gd name="T4" fmla="*/ 11 w 21"/>
                  <a:gd name="T5" fmla="*/ 58 h 58"/>
                  <a:gd name="T6" fmla="*/ 0 w 21"/>
                  <a:gd name="T7" fmla="*/ 0 h 58"/>
                  <a:gd name="T8" fmla="*/ 5 w 21"/>
                  <a:gd name="T9" fmla="*/ 0 h 58"/>
                </a:gdLst>
                <a:ahLst/>
                <a:cxnLst>
                  <a:cxn ang="0">
                    <a:pos x="T0" y="T1"/>
                  </a:cxn>
                  <a:cxn ang="0">
                    <a:pos x="T2" y="T3"/>
                  </a:cxn>
                  <a:cxn ang="0">
                    <a:pos x="T4" y="T5"/>
                  </a:cxn>
                  <a:cxn ang="0">
                    <a:pos x="T6" y="T7"/>
                  </a:cxn>
                  <a:cxn ang="0">
                    <a:pos x="T8" y="T9"/>
                  </a:cxn>
                </a:cxnLst>
                <a:rect l="0" t="0" r="r" b="b"/>
                <a:pathLst>
                  <a:path w="21" h="58">
                    <a:moveTo>
                      <a:pt x="5" y="0"/>
                    </a:moveTo>
                    <a:lnTo>
                      <a:pt x="21" y="58"/>
                    </a:lnTo>
                    <a:lnTo>
                      <a:pt x="11" y="58"/>
                    </a:lnTo>
                    <a:lnTo>
                      <a:pt x="0" y="0"/>
                    </a:lnTo>
                    <a:lnTo>
                      <a:pt x="5" y="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9" name="Freeform 35"/>
              <p:cNvSpPr>
                <a:spLocks/>
              </p:cNvSpPr>
              <p:nvPr/>
            </p:nvSpPr>
            <p:spPr bwMode="auto">
              <a:xfrm>
                <a:off x="7738213" y="963915"/>
                <a:ext cx="23805" cy="92104"/>
              </a:xfrm>
              <a:custGeom>
                <a:avLst/>
                <a:gdLst>
                  <a:gd name="T0" fmla="*/ 5 w 15"/>
                  <a:gd name="T1" fmla="*/ 0 h 58"/>
                  <a:gd name="T2" fmla="*/ 15 w 15"/>
                  <a:gd name="T3" fmla="*/ 58 h 58"/>
                  <a:gd name="T4" fmla="*/ 5 w 15"/>
                  <a:gd name="T5" fmla="*/ 58 h 58"/>
                  <a:gd name="T6" fmla="*/ 0 w 15"/>
                  <a:gd name="T7" fmla="*/ 0 h 58"/>
                  <a:gd name="T8" fmla="*/ 5 w 15"/>
                  <a:gd name="T9" fmla="*/ 0 h 58"/>
                </a:gdLst>
                <a:ahLst/>
                <a:cxnLst>
                  <a:cxn ang="0">
                    <a:pos x="T0" y="T1"/>
                  </a:cxn>
                  <a:cxn ang="0">
                    <a:pos x="T2" y="T3"/>
                  </a:cxn>
                  <a:cxn ang="0">
                    <a:pos x="T4" y="T5"/>
                  </a:cxn>
                  <a:cxn ang="0">
                    <a:pos x="T6" y="T7"/>
                  </a:cxn>
                  <a:cxn ang="0">
                    <a:pos x="T8" y="T9"/>
                  </a:cxn>
                </a:cxnLst>
                <a:rect l="0" t="0" r="r" b="b"/>
                <a:pathLst>
                  <a:path w="15" h="58">
                    <a:moveTo>
                      <a:pt x="5" y="0"/>
                    </a:moveTo>
                    <a:lnTo>
                      <a:pt x="15" y="58"/>
                    </a:lnTo>
                    <a:lnTo>
                      <a:pt x="5" y="58"/>
                    </a:lnTo>
                    <a:lnTo>
                      <a:pt x="0" y="0"/>
                    </a:lnTo>
                    <a:lnTo>
                      <a:pt x="5" y="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0" name="Rectangle 36"/>
              <p:cNvSpPr>
                <a:spLocks noChangeArrowheads="1"/>
              </p:cNvSpPr>
              <p:nvPr/>
            </p:nvSpPr>
            <p:spPr bwMode="auto">
              <a:xfrm>
                <a:off x="7927066" y="948035"/>
                <a:ext cx="15870" cy="98456"/>
              </a:xfrm>
              <a:prstGeom prst="rect">
                <a:avLst/>
              </a:prstGeom>
              <a:solidFill>
                <a:srgbClr val="05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1" name="Freeform 37"/>
              <p:cNvSpPr>
                <a:spLocks/>
              </p:cNvSpPr>
              <p:nvPr/>
            </p:nvSpPr>
            <p:spPr bwMode="auto">
              <a:xfrm>
                <a:off x="8115919" y="955975"/>
                <a:ext cx="17457" cy="90516"/>
              </a:xfrm>
              <a:custGeom>
                <a:avLst/>
                <a:gdLst>
                  <a:gd name="T0" fmla="*/ 11 w 11"/>
                  <a:gd name="T1" fmla="*/ 0 h 57"/>
                  <a:gd name="T2" fmla="*/ 6 w 11"/>
                  <a:gd name="T3" fmla="*/ 57 h 57"/>
                  <a:gd name="T4" fmla="*/ 0 w 11"/>
                  <a:gd name="T5" fmla="*/ 57 h 57"/>
                  <a:gd name="T6" fmla="*/ 6 w 11"/>
                  <a:gd name="T7" fmla="*/ 0 h 57"/>
                  <a:gd name="T8" fmla="*/ 11 w 11"/>
                  <a:gd name="T9" fmla="*/ 0 h 57"/>
                </a:gdLst>
                <a:ahLst/>
                <a:cxnLst>
                  <a:cxn ang="0">
                    <a:pos x="T0" y="T1"/>
                  </a:cxn>
                  <a:cxn ang="0">
                    <a:pos x="T2" y="T3"/>
                  </a:cxn>
                  <a:cxn ang="0">
                    <a:pos x="T4" y="T5"/>
                  </a:cxn>
                  <a:cxn ang="0">
                    <a:pos x="T6" y="T7"/>
                  </a:cxn>
                  <a:cxn ang="0">
                    <a:pos x="T8" y="T9"/>
                  </a:cxn>
                </a:cxnLst>
                <a:rect l="0" t="0" r="r" b="b"/>
                <a:pathLst>
                  <a:path w="11" h="57">
                    <a:moveTo>
                      <a:pt x="11" y="0"/>
                    </a:moveTo>
                    <a:lnTo>
                      <a:pt x="6" y="57"/>
                    </a:lnTo>
                    <a:lnTo>
                      <a:pt x="0" y="57"/>
                    </a:lnTo>
                    <a:lnTo>
                      <a:pt x="6" y="0"/>
                    </a:lnTo>
                    <a:lnTo>
                      <a:pt x="11" y="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2" name="Freeform 38"/>
              <p:cNvSpPr>
                <a:spLocks/>
              </p:cNvSpPr>
              <p:nvPr/>
            </p:nvSpPr>
            <p:spPr bwMode="auto">
              <a:xfrm>
                <a:off x="8298424" y="971855"/>
                <a:ext cx="31740" cy="100044"/>
              </a:xfrm>
              <a:custGeom>
                <a:avLst/>
                <a:gdLst>
                  <a:gd name="T0" fmla="*/ 20 w 20"/>
                  <a:gd name="T1" fmla="*/ 6 h 63"/>
                  <a:gd name="T2" fmla="*/ 10 w 20"/>
                  <a:gd name="T3" fmla="*/ 63 h 63"/>
                  <a:gd name="T4" fmla="*/ 0 w 20"/>
                  <a:gd name="T5" fmla="*/ 63 h 63"/>
                  <a:gd name="T6" fmla="*/ 10 w 20"/>
                  <a:gd name="T7" fmla="*/ 0 h 63"/>
                  <a:gd name="T8" fmla="*/ 20 w 20"/>
                  <a:gd name="T9" fmla="*/ 6 h 63"/>
                </a:gdLst>
                <a:ahLst/>
                <a:cxnLst>
                  <a:cxn ang="0">
                    <a:pos x="T0" y="T1"/>
                  </a:cxn>
                  <a:cxn ang="0">
                    <a:pos x="T2" y="T3"/>
                  </a:cxn>
                  <a:cxn ang="0">
                    <a:pos x="T4" y="T5"/>
                  </a:cxn>
                  <a:cxn ang="0">
                    <a:pos x="T6" y="T7"/>
                  </a:cxn>
                  <a:cxn ang="0">
                    <a:pos x="T8" y="T9"/>
                  </a:cxn>
                </a:cxnLst>
                <a:rect l="0" t="0" r="r" b="b"/>
                <a:pathLst>
                  <a:path w="20" h="63">
                    <a:moveTo>
                      <a:pt x="20" y="6"/>
                    </a:moveTo>
                    <a:lnTo>
                      <a:pt x="10" y="63"/>
                    </a:lnTo>
                    <a:lnTo>
                      <a:pt x="0" y="63"/>
                    </a:lnTo>
                    <a:lnTo>
                      <a:pt x="10" y="0"/>
                    </a:lnTo>
                    <a:lnTo>
                      <a:pt x="20" y="6"/>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3" name="Freeform 39"/>
              <p:cNvSpPr>
                <a:spLocks/>
              </p:cNvSpPr>
              <p:nvPr/>
            </p:nvSpPr>
            <p:spPr bwMode="auto">
              <a:xfrm>
                <a:off x="8479342" y="1022671"/>
                <a:ext cx="33327" cy="90516"/>
              </a:xfrm>
              <a:custGeom>
                <a:avLst/>
                <a:gdLst>
                  <a:gd name="T0" fmla="*/ 21 w 21"/>
                  <a:gd name="T1" fmla="*/ 0 h 57"/>
                  <a:gd name="T2" fmla="*/ 5 w 21"/>
                  <a:gd name="T3" fmla="*/ 57 h 57"/>
                  <a:gd name="T4" fmla="*/ 0 w 21"/>
                  <a:gd name="T5" fmla="*/ 57 h 57"/>
                  <a:gd name="T6" fmla="*/ 15 w 21"/>
                  <a:gd name="T7" fmla="*/ 0 h 57"/>
                  <a:gd name="T8" fmla="*/ 21 w 21"/>
                  <a:gd name="T9" fmla="*/ 0 h 57"/>
                </a:gdLst>
                <a:ahLst/>
                <a:cxnLst>
                  <a:cxn ang="0">
                    <a:pos x="T0" y="T1"/>
                  </a:cxn>
                  <a:cxn ang="0">
                    <a:pos x="T2" y="T3"/>
                  </a:cxn>
                  <a:cxn ang="0">
                    <a:pos x="T4" y="T5"/>
                  </a:cxn>
                  <a:cxn ang="0">
                    <a:pos x="T6" y="T7"/>
                  </a:cxn>
                  <a:cxn ang="0">
                    <a:pos x="T8" y="T9"/>
                  </a:cxn>
                </a:cxnLst>
                <a:rect l="0" t="0" r="r" b="b"/>
                <a:pathLst>
                  <a:path w="21" h="57">
                    <a:moveTo>
                      <a:pt x="21" y="0"/>
                    </a:moveTo>
                    <a:lnTo>
                      <a:pt x="5" y="57"/>
                    </a:lnTo>
                    <a:lnTo>
                      <a:pt x="0" y="57"/>
                    </a:lnTo>
                    <a:lnTo>
                      <a:pt x="15" y="0"/>
                    </a:lnTo>
                    <a:lnTo>
                      <a:pt x="21" y="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4" name="Freeform 40"/>
              <p:cNvSpPr>
                <a:spLocks/>
              </p:cNvSpPr>
              <p:nvPr/>
            </p:nvSpPr>
            <p:spPr bwMode="auto">
              <a:xfrm>
                <a:off x="8652325" y="1079839"/>
                <a:ext cx="49197" cy="92104"/>
              </a:xfrm>
              <a:custGeom>
                <a:avLst/>
                <a:gdLst>
                  <a:gd name="T0" fmla="*/ 31 w 31"/>
                  <a:gd name="T1" fmla="*/ 0 h 58"/>
                  <a:gd name="T2" fmla="*/ 10 w 31"/>
                  <a:gd name="T3" fmla="*/ 58 h 58"/>
                  <a:gd name="T4" fmla="*/ 0 w 31"/>
                  <a:gd name="T5" fmla="*/ 58 h 58"/>
                  <a:gd name="T6" fmla="*/ 21 w 31"/>
                  <a:gd name="T7" fmla="*/ 0 h 58"/>
                  <a:gd name="T8" fmla="*/ 31 w 31"/>
                  <a:gd name="T9" fmla="*/ 0 h 58"/>
                </a:gdLst>
                <a:ahLst/>
                <a:cxnLst>
                  <a:cxn ang="0">
                    <a:pos x="T0" y="T1"/>
                  </a:cxn>
                  <a:cxn ang="0">
                    <a:pos x="T2" y="T3"/>
                  </a:cxn>
                  <a:cxn ang="0">
                    <a:pos x="T4" y="T5"/>
                  </a:cxn>
                  <a:cxn ang="0">
                    <a:pos x="T6" y="T7"/>
                  </a:cxn>
                  <a:cxn ang="0">
                    <a:pos x="T8" y="T9"/>
                  </a:cxn>
                </a:cxnLst>
                <a:rect l="0" t="0" r="r" b="b"/>
                <a:pathLst>
                  <a:path w="31" h="58">
                    <a:moveTo>
                      <a:pt x="31" y="0"/>
                    </a:moveTo>
                    <a:lnTo>
                      <a:pt x="10" y="58"/>
                    </a:lnTo>
                    <a:lnTo>
                      <a:pt x="0" y="58"/>
                    </a:lnTo>
                    <a:lnTo>
                      <a:pt x="21" y="0"/>
                    </a:lnTo>
                    <a:lnTo>
                      <a:pt x="31" y="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5" name="Freeform 41"/>
              <p:cNvSpPr>
                <a:spLocks/>
              </p:cNvSpPr>
              <p:nvPr/>
            </p:nvSpPr>
            <p:spPr bwMode="auto">
              <a:xfrm>
                <a:off x="8825308" y="1154475"/>
                <a:ext cx="49197" cy="92104"/>
              </a:xfrm>
              <a:custGeom>
                <a:avLst/>
                <a:gdLst>
                  <a:gd name="T0" fmla="*/ 31 w 31"/>
                  <a:gd name="T1" fmla="*/ 6 h 58"/>
                  <a:gd name="T2" fmla="*/ 5 w 31"/>
                  <a:gd name="T3" fmla="*/ 58 h 58"/>
                  <a:gd name="T4" fmla="*/ 0 w 31"/>
                  <a:gd name="T5" fmla="*/ 58 h 58"/>
                  <a:gd name="T6" fmla="*/ 26 w 31"/>
                  <a:gd name="T7" fmla="*/ 0 h 58"/>
                  <a:gd name="T8" fmla="*/ 31 w 31"/>
                  <a:gd name="T9" fmla="*/ 6 h 58"/>
                </a:gdLst>
                <a:ahLst/>
                <a:cxnLst>
                  <a:cxn ang="0">
                    <a:pos x="T0" y="T1"/>
                  </a:cxn>
                  <a:cxn ang="0">
                    <a:pos x="T2" y="T3"/>
                  </a:cxn>
                  <a:cxn ang="0">
                    <a:pos x="T4" y="T5"/>
                  </a:cxn>
                  <a:cxn ang="0">
                    <a:pos x="T6" y="T7"/>
                  </a:cxn>
                  <a:cxn ang="0">
                    <a:pos x="T8" y="T9"/>
                  </a:cxn>
                </a:cxnLst>
                <a:rect l="0" t="0" r="r" b="b"/>
                <a:pathLst>
                  <a:path w="31" h="58">
                    <a:moveTo>
                      <a:pt x="31" y="6"/>
                    </a:moveTo>
                    <a:lnTo>
                      <a:pt x="5" y="58"/>
                    </a:lnTo>
                    <a:lnTo>
                      <a:pt x="0" y="58"/>
                    </a:lnTo>
                    <a:lnTo>
                      <a:pt x="26" y="0"/>
                    </a:lnTo>
                    <a:lnTo>
                      <a:pt x="31" y="6"/>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6" name="Freeform 42"/>
              <p:cNvSpPr>
                <a:spLocks/>
              </p:cNvSpPr>
              <p:nvPr/>
            </p:nvSpPr>
            <p:spPr bwMode="auto">
              <a:xfrm>
                <a:off x="8982421" y="1254519"/>
                <a:ext cx="65067" cy="92104"/>
              </a:xfrm>
              <a:custGeom>
                <a:avLst/>
                <a:gdLst>
                  <a:gd name="T0" fmla="*/ 41 w 41"/>
                  <a:gd name="T1" fmla="*/ 5 h 58"/>
                  <a:gd name="T2" fmla="*/ 5 w 41"/>
                  <a:gd name="T3" fmla="*/ 58 h 58"/>
                  <a:gd name="T4" fmla="*/ 0 w 41"/>
                  <a:gd name="T5" fmla="*/ 52 h 58"/>
                  <a:gd name="T6" fmla="*/ 31 w 41"/>
                  <a:gd name="T7" fmla="*/ 0 h 58"/>
                  <a:gd name="T8" fmla="*/ 41 w 41"/>
                  <a:gd name="T9" fmla="*/ 5 h 58"/>
                </a:gdLst>
                <a:ahLst/>
                <a:cxnLst>
                  <a:cxn ang="0">
                    <a:pos x="T0" y="T1"/>
                  </a:cxn>
                  <a:cxn ang="0">
                    <a:pos x="T2" y="T3"/>
                  </a:cxn>
                  <a:cxn ang="0">
                    <a:pos x="T4" y="T5"/>
                  </a:cxn>
                  <a:cxn ang="0">
                    <a:pos x="T6" y="T7"/>
                  </a:cxn>
                  <a:cxn ang="0">
                    <a:pos x="T8" y="T9"/>
                  </a:cxn>
                </a:cxnLst>
                <a:rect l="0" t="0" r="r" b="b"/>
                <a:pathLst>
                  <a:path w="41" h="58">
                    <a:moveTo>
                      <a:pt x="41" y="5"/>
                    </a:moveTo>
                    <a:lnTo>
                      <a:pt x="5" y="58"/>
                    </a:lnTo>
                    <a:lnTo>
                      <a:pt x="0" y="52"/>
                    </a:lnTo>
                    <a:lnTo>
                      <a:pt x="31" y="0"/>
                    </a:lnTo>
                    <a:lnTo>
                      <a:pt x="41" y="5"/>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7" name="Freeform 43"/>
              <p:cNvSpPr>
                <a:spLocks/>
              </p:cNvSpPr>
              <p:nvPr/>
            </p:nvSpPr>
            <p:spPr bwMode="auto">
              <a:xfrm>
                <a:off x="9130012" y="1370443"/>
                <a:ext cx="74589" cy="84164"/>
              </a:xfrm>
              <a:custGeom>
                <a:avLst/>
                <a:gdLst>
                  <a:gd name="T0" fmla="*/ 47 w 47"/>
                  <a:gd name="T1" fmla="*/ 6 h 53"/>
                  <a:gd name="T2" fmla="*/ 5 w 47"/>
                  <a:gd name="T3" fmla="*/ 53 h 53"/>
                  <a:gd name="T4" fmla="*/ 0 w 47"/>
                  <a:gd name="T5" fmla="*/ 47 h 53"/>
                  <a:gd name="T6" fmla="*/ 42 w 47"/>
                  <a:gd name="T7" fmla="*/ 0 h 53"/>
                  <a:gd name="T8" fmla="*/ 47 w 47"/>
                  <a:gd name="T9" fmla="*/ 6 h 53"/>
                </a:gdLst>
                <a:ahLst/>
                <a:cxnLst>
                  <a:cxn ang="0">
                    <a:pos x="T0" y="T1"/>
                  </a:cxn>
                  <a:cxn ang="0">
                    <a:pos x="T2" y="T3"/>
                  </a:cxn>
                  <a:cxn ang="0">
                    <a:pos x="T4" y="T5"/>
                  </a:cxn>
                  <a:cxn ang="0">
                    <a:pos x="T6" y="T7"/>
                  </a:cxn>
                  <a:cxn ang="0">
                    <a:pos x="T8" y="T9"/>
                  </a:cxn>
                </a:cxnLst>
                <a:rect l="0" t="0" r="r" b="b"/>
                <a:pathLst>
                  <a:path w="47" h="53">
                    <a:moveTo>
                      <a:pt x="47" y="6"/>
                    </a:moveTo>
                    <a:lnTo>
                      <a:pt x="5" y="53"/>
                    </a:lnTo>
                    <a:lnTo>
                      <a:pt x="0" y="47"/>
                    </a:lnTo>
                    <a:lnTo>
                      <a:pt x="42" y="0"/>
                    </a:lnTo>
                    <a:lnTo>
                      <a:pt x="47" y="6"/>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8" name="Freeform 44"/>
              <p:cNvSpPr>
                <a:spLocks/>
              </p:cNvSpPr>
              <p:nvPr/>
            </p:nvSpPr>
            <p:spPr bwMode="auto">
              <a:xfrm>
                <a:off x="9269668" y="1495895"/>
                <a:ext cx="74589" cy="74636"/>
              </a:xfrm>
              <a:custGeom>
                <a:avLst/>
                <a:gdLst>
                  <a:gd name="T0" fmla="*/ 47 w 47"/>
                  <a:gd name="T1" fmla="*/ 5 h 47"/>
                  <a:gd name="T2" fmla="*/ 6 w 47"/>
                  <a:gd name="T3" fmla="*/ 47 h 47"/>
                  <a:gd name="T4" fmla="*/ 0 w 47"/>
                  <a:gd name="T5" fmla="*/ 42 h 47"/>
                  <a:gd name="T6" fmla="*/ 42 w 47"/>
                  <a:gd name="T7" fmla="*/ 0 h 47"/>
                  <a:gd name="T8" fmla="*/ 47 w 47"/>
                  <a:gd name="T9" fmla="*/ 5 h 47"/>
                </a:gdLst>
                <a:ahLst/>
                <a:cxnLst>
                  <a:cxn ang="0">
                    <a:pos x="T0" y="T1"/>
                  </a:cxn>
                  <a:cxn ang="0">
                    <a:pos x="T2" y="T3"/>
                  </a:cxn>
                  <a:cxn ang="0">
                    <a:pos x="T4" y="T5"/>
                  </a:cxn>
                  <a:cxn ang="0">
                    <a:pos x="T6" y="T7"/>
                  </a:cxn>
                  <a:cxn ang="0">
                    <a:pos x="T8" y="T9"/>
                  </a:cxn>
                </a:cxnLst>
                <a:rect l="0" t="0" r="r" b="b"/>
                <a:pathLst>
                  <a:path w="47" h="47">
                    <a:moveTo>
                      <a:pt x="47" y="5"/>
                    </a:moveTo>
                    <a:lnTo>
                      <a:pt x="6" y="47"/>
                    </a:lnTo>
                    <a:lnTo>
                      <a:pt x="0" y="42"/>
                    </a:lnTo>
                    <a:lnTo>
                      <a:pt x="42" y="0"/>
                    </a:lnTo>
                    <a:lnTo>
                      <a:pt x="47" y="5"/>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9" name="Freeform 45"/>
              <p:cNvSpPr>
                <a:spLocks/>
              </p:cNvSpPr>
              <p:nvPr/>
            </p:nvSpPr>
            <p:spPr bwMode="auto">
              <a:xfrm>
                <a:off x="9401389" y="1637227"/>
                <a:ext cx="74589" cy="74636"/>
              </a:xfrm>
              <a:custGeom>
                <a:avLst/>
                <a:gdLst>
                  <a:gd name="T0" fmla="*/ 47 w 47"/>
                  <a:gd name="T1" fmla="*/ 5 h 47"/>
                  <a:gd name="T2" fmla="*/ 6 w 47"/>
                  <a:gd name="T3" fmla="*/ 47 h 47"/>
                  <a:gd name="T4" fmla="*/ 0 w 47"/>
                  <a:gd name="T5" fmla="*/ 42 h 47"/>
                  <a:gd name="T6" fmla="*/ 42 w 47"/>
                  <a:gd name="T7" fmla="*/ 0 h 47"/>
                  <a:gd name="T8" fmla="*/ 47 w 47"/>
                  <a:gd name="T9" fmla="*/ 5 h 47"/>
                </a:gdLst>
                <a:ahLst/>
                <a:cxnLst>
                  <a:cxn ang="0">
                    <a:pos x="T0" y="T1"/>
                  </a:cxn>
                  <a:cxn ang="0">
                    <a:pos x="T2" y="T3"/>
                  </a:cxn>
                  <a:cxn ang="0">
                    <a:pos x="T4" y="T5"/>
                  </a:cxn>
                  <a:cxn ang="0">
                    <a:pos x="T6" y="T7"/>
                  </a:cxn>
                  <a:cxn ang="0">
                    <a:pos x="T8" y="T9"/>
                  </a:cxn>
                </a:cxnLst>
                <a:rect l="0" t="0" r="r" b="b"/>
                <a:pathLst>
                  <a:path w="47" h="47">
                    <a:moveTo>
                      <a:pt x="47" y="5"/>
                    </a:moveTo>
                    <a:lnTo>
                      <a:pt x="6" y="47"/>
                    </a:lnTo>
                    <a:lnTo>
                      <a:pt x="0" y="42"/>
                    </a:lnTo>
                    <a:lnTo>
                      <a:pt x="42" y="0"/>
                    </a:lnTo>
                    <a:lnTo>
                      <a:pt x="47" y="5"/>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0" name="Freeform 46"/>
              <p:cNvSpPr>
                <a:spLocks/>
              </p:cNvSpPr>
              <p:nvPr/>
            </p:nvSpPr>
            <p:spPr bwMode="auto">
              <a:xfrm>
                <a:off x="9509305" y="1794439"/>
                <a:ext cx="90459" cy="66696"/>
              </a:xfrm>
              <a:custGeom>
                <a:avLst/>
                <a:gdLst>
                  <a:gd name="T0" fmla="*/ 57 w 57"/>
                  <a:gd name="T1" fmla="*/ 5 h 42"/>
                  <a:gd name="T2" fmla="*/ 5 w 57"/>
                  <a:gd name="T3" fmla="*/ 42 h 42"/>
                  <a:gd name="T4" fmla="*/ 0 w 57"/>
                  <a:gd name="T5" fmla="*/ 32 h 42"/>
                  <a:gd name="T6" fmla="*/ 52 w 57"/>
                  <a:gd name="T7" fmla="*/ 0 h 42"/>
                  <a:gd name="T8" fmla="*/ 57 w 57"/>
                  <a:gd name="T9" fmla="*/ 5 h 42"/>
                </a:gdLst>
                <a:ahLst/>
                <a:cxnLst>
                  <a:cxn ang="0">
                    <a:pos x="T0" y="T1"/>
                  </a:cxn>
                  <a:cxn ang="0">
                    <a:pos x="T2" y="T3"/>
                  </a:cxn>
                  <a:cxn ang="0">
                    <a:pos x="T4" y="T5"/>
                  </a:cxn>
                  <a:cxn ang="0">
                    <a:pos x="T6" y="T7"/>
                  </a:cxn>
                  <a:cxn ang="0">
                    <a:pos x="T8" y="T9"/>
                  </a:cxn>
                </a:cxnLst>
                <a:rect l="0" t="0" r="r" b="b"/>
                <a:pathLst>
                  <a:path w="57" h="42">
                    <a:moveTo>
                      <a:pt x="57" y="5"/>
                    </a:moveTo>
                    <a:lnTo>
                      <a:pt x="5" y="42"/>
                    </a:lnTo>
                    <a:lnTo>
                      <a:pt x="0" y="32"/>
                    </a:lnTo>
                    <a:lnTo>
                      <a:pt x="52" y="0"/>
                    </a:lnTo>
                    <a:lnTo>
                      <a:pt x="57" y="5"/>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1" name="Freeform 47"/>
              <p:cNvSpPr>
                <a:spLocks/>
              </p:cNvSpPr>
              <p:nvPr/>
            </p:nvSpPr>
            <p:spPr bwMode="auto">
              <a:xfrm>
                <a:off x="9607699" y="1953239"/>
                <a:ext cx="90459" cy="65108"/>
              </a:xfrm>
              <a:custGeom>
                <a:avLst/>
                <a:gdLst>
                  <a:gd name="T0" fmla="*/ 57 w 57"/>
                  <a:gd name="T1" fmla="*/ 10 h 41"/>
                  <a:gd name="T2" fmla="*/ 6 w 57"/>
                  <a:gd name="T3" fmla="*/ 41 h 41"/>
                  <a:gd name="T4" fmla="*/ 0 w 57"/>
                  <a:gd name="T5" fmla="*/ 31 h 41"/>
                  <a:gd name="T6" fmla="*/ 52 w 57"/>
                  <a:gd name="T7" fmla="*/ 0 h 41"/>
                  <a:gd name="T8" fmla="*/ 57 w 57"/>
                  <a:gd name="T9" fmla="*/ 10 h 41"/>
                </a:gdLst>
                <a:ahLst/>
                <a:cxnLst>
                  <a:cxn ang="0">
                    <a:pos x="T0" y="T1"/>
                  </a:cxn>
                  <a:cxn ang="0">
                    <a:pos x="T2" y="T3"/>
                  </a:cxn>
                  <a:cxn ang="0">
                    <a:pos x="T4" y="T5"/>
                  </a:cxn>
                  <a:cxn ang="0">
                    <a:pos x="T6" y="T7"/>
                  </a:cxn>
                  <a:cxn ang="0">
                    <a:pos x="T8" y="T9"/>
                  </a:cxn>
                </a:cxnLst>
                <a:rect l="0" t="0" r="r" b="b"/>
                <a:pathLst>
                  <a:path w="57" h="41">
                    <a:moveTo>
                      <a:pt x="57" y="10"/>
                    </a:moveTo>
                    <a:lnTo>
                      <a:pt x="6" y="41"/>
                    </a:lnTo>
                    <a:lnTo>
                      <a:pt x="0" y="31"/>
                    </a:lnTo>
                    <a:lnTo>
                      <a:pt x="52" y="0"/>
                    </a:lnTo>
                    <a:lnTo>
                      <a:pt x="57" y="1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2" name="Freeform 48"/>
              <p:cNvSpPr>
                <a:spLocks/>
              </p:cNvSpPr>
              <p:nvPr/>
            </p:nvSpPr>
            <p:spPr bwMode="auto">
              <a:xfrm>
                <a:off x="9690223" y="2126331"/>
                <a:ext cx="99981" cy="50816"/>
              </a:xfrm>
              <a:custGeom>
                <a:avLst/>
                <a:gdLst>
                  <a:gd name="T0" fmla="*/ 63 w 63"/>
                  <a:gd name="T1" fmla="*/ 11 h 32"/>
                  <a:gd name="T2" fmla="*/ 5 w 63"/>
                  <a:gd name="T3" fmla="*/ 32 h 32"/>
                  <a:gd name="T4" fmla="*/ 0 w 63"/>
                  <a:gd name="T5" fmla="*/ 27 h 32"/>
                  <a:gd name="T6" fmla="*/ 57 w 63"/>
                  <a:gd name="T7" fmla="*/ 0 h 32"/>
                  <a:gd name="T8" fmla="*/ 63 w 63"/>
                  <a:gd name="T9" fmla="*/ 11 h 32"/>
                </a:gdLst>
                <a:ahLst/>
                <a:cxnLst>
                  <a:cxn ang="0">
                    <a:pos x="T0" y="T1"/>
                  </a:cxn>
                  <a:cxn ang="0">
                    <a:pos x="T2" y="T3"/>
                  </a:cxn>
                  <a:cxn ang="0">
                    <a:pos x="T4" y="T5"/>
                  </a:cxn>
                  <a:cxn ang="0">
                    <a:pos x="T6" y="T7"/>
                  </a:cxn>
                  <a:cxn ang="0">
                    <a:pos x="T8" y="T9"/>
                  </a:cxn>
                </a:cxnLst>
                <a:rect l="0" t="0" r="r" b="b"/>
                <a:pathLst>
                  <a:path w="63" h="32">
                    <a:moveTo>
                      <a:pt x="63" y="11"/>
                    </a:moveTo>
                    <a:lnTo>
                      <a:pt x="5" y="32"/>
                    </a:lnTo>
                    <a:lnTo>
                      <a:pt x="0" y="27"/>
                    </a:lnTo>
                    <a:lnTo>
                      <a:pt x="57" y="0"/>
                    </a:lnTo>
                    <a:lnTo>
                      <a:pt x="63" y="11"/>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3" name="Freeform 49"/>
              <p:cNvSpPr>
                <a:spLocks/>
              </p:cNvSpPr>
              <p:nvPr/>
            </p:nvSpPr>
            <p:spPr bwMode="auto">
              <a:xfrm>
                <a:off x="9756877" y="2310539"/>
                <a:ext cx="98394" cy="41288"/>
              </a:xfrm>
              <a:custGeom>
                <a:avLst/>
                <a:gdLst>
                  <a:gd name="T0" fmla="*/ 62 w 62"/>
                  <a:gd name="T1" fmla="*/ 10 h 26"/>
                  <a:gd name="T2" fmla="*/ 5 w 62"/>
                  <a:gd name="T3" fmla="*/ 26 h 26"/>
                  <a:gd name="T4" fmla="*/ 0 w 62"/>
                  <a:gd name="T5" fmla="*/ 20 h 26"/>
                  <a:gd name="T6" fmla="*/ 62 w 62"/>
                  <a:gd name="T7" fmla="*/ 0 h 26"/>
                  <a:gd name="T8" fmla="*/ 62 w 62"/>
                  <a:gd name="T9" fmla="*/ 10 h 26"/>
                </a:gdLst>
                <a:ahLst/>
                <a:cxnLst>
                  <a:cxn ang="0">
                    <a:pos x="T0" y="T1"/>
                  </a:cxn>
                  <a:cxn ang="0">
                    <a:pos x="T2" y="T3"/>
                  </a:cxn>
                  <a:cxn ang="0">
                    <a:pos x="T4" y="T5"/>
                  </a:cxn>
                  <a:cxn ang="0">
                    <a:pos x="T6" y="T7"/>
                  </a:cxn>
                  <a:cxn ang="0">
                    <a:pos x="T8" y="T9"/>
                  </a:cxn>
                </a:cxnLst>
                <a:rect l="0" t="0" r="r" b="b"/>
                <a:pathLst>
                  <a:path w="62" h="26">
                    <a:moveTo>
                      <a:pt x="62" y="10"/>
                    </a:moveTo>
                    <a:lnTo>
                      <a:pt x="5" y="26"/>
                    </a:lnTo>
                    <a:lnTo>
                      <a:pt x="0" y="20"/>
                    </a:lnTo>
                    <a:lnTo>
                      <a:pt x="62" y="0"/>
                    </a:lnTo>
                    <a:lnTo>
                      <a:pt x="62" y="1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4" name="Freeform 50"/>
              <p:cNvSpPr>
                <a:spLocks/>
              </p:cNvSpPr>
              <p:nvPr/>
            </p:nvSpPr>
            <p:spPr bwMode="auto">
              <a:xfrm>
                <a:off x="9806074" y="2501099"/>
                <a:ext cx="98394" cy="33348"/>
              </a:xfrm>
              <a:custGeom>
                <a:avLst/>
                <a:gdLst>
                  <a:gd name="T0" fmla="*/ 62 w 62"/>
                  <a:gd name="T1" fmla="*/ 10 h 21"/>
                  <a:gd name="T2" fmla="*/ 5 w 62"/>
                  <a:gd name="T3" fmla="*/ 21 h 21"/>
                  <a:gd name="T4" fmla="*/ 0 w 62"/>
                  <a:gd name="T5" fmla="*/ 16 h 21"/>
                  <a:gd name="T6" fmla="*/ 62 w 62"/>
                  <a:gd name="T7" fmla="*/ 0 h 21"/>
                  <a:gd name="T8" fmla="*/ 62 w 62"/>
                  <a:gd name="T9" fmla="*/ 10 h 21"/>
                </a:gdLst>
                <a:ahLst/>
                <a:cxnLst>
                  <a:cxn ang="0">
                    <a:pos x="T0" y="T1"/>
                  </a:cxn>
                  <a:cxn ang="0">
                    <a:pos x="T2" y="T3"/>
                  </a:cxn>
                  <a:cxn ang="0">
                    <a:pos x="T4" y="T5"/>
                  </a:cxn>
                  <a:cxn ang="0">
                    <a:pos x="T6" y="T7"/>
                  </a:cxn>
                  <a:cxn ang="0">
                    <a:pos x="T8" y="T9"/>
                  </a:cxn>
                </a:cxnLst>
                <a:rect l="0" t="0" r="r" b="b"/>
                <a:pathLst>
                  <a:path w="62" h="21">
                    <a:moveTo>
                      <a:pt x="62" y="10"/>
                    </a:moveTo>
                    <a:lnTo>
                      <a:pt x="5" y="21"/>
                    </a:lnTo>
                    <a:lnTo>
                      <a:pt x="0" y="16"/>
                    </a:lnTo>
                    <a:lnTo>
                      <a:pt x="62" y="0"/>
                    </a:lnTo>
                    <a:lnTo>
                      <a:pt x="62" y="1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5" name="Freeform 51"/>
              <p:cNvSpPr>
                <a:spLocks/>
              </p:cNvSpPr>
              <p:nvPr/>
            </p:nvSpPr>
            <p:spPr bwMode="auto">
              <a:xfrm>
                <a:off x="9839401" y="2698011"/>
                <a:ext cx="90459" cy="17468"/>
              </a:xfrm>
              <a:custGeom>
                <a:avLst/>
                <a:gdLst>
                  <a:gd name="T0" fmla="*/ 57 w 57"/>
                  <a:gd name="T1" fmla="*/ 6 h 11"/>
                  <a:gd name="T2" fmla="*/ 0 w 57"/>
                  <a:gd name="T3" fmla="*/ 11 h 11"/>
                  <a:gd name="T4" fmla="*/ 0 w 57"/>
                  <a:gd name="T5" fmla="*/ 6 h 11"/>
                  <a:gd name="T6" fmla="*/ 57 w 57"/>
                  <a:gd name="T7" fmla="*/ 0 h 11"/>
                  <a:gd name="T8" fmla="*/ 57 w 57"/>
                  <a:gd name="T9" fmla="*/ 6 h 11"/>
                </a:gdLst>
                <a:ahLst/>
                <a:cxnLst>
                  <a:cxn ang="0">
                    <a:pos x="T0" y="T1"/>
                  </a:cxn>
                  <a:cxn ang="0">
                    <a:pos x="T2" y="T3"/>
                  </a:cxn>
                  <a:cxn ang="0">
                    <a:pos x="T4" y="T5"/>
                  </a:cxn>
                  <a:cxn ang="0">
                    <a:pos x="T6" y="T7"/>
                  </a:cxn>
                  <a:cxn ang="0">
                    <a:pos x="T8" y="T9"/>
                  </a:cxn>
                </a:cxnLst>
                <a:rect l="0" t="0" r="r" b="b"/>
                <a:pathLst>
                  <a:path w="57" h="11">
                    <a:moveTo>
                      <a:pt x="57" y="6"/>
                    </a:moveTo>
                    <a:lnTo>
                      <a:pt x="0" y="11"/>
                    </a:lnTo>
                    <a:lnTo>
                      <a:pt x="0" y="6"/>
                    </a:lnTo>
                    <a:lnTo>
                      <a:pt x="57" y="0"/>
                    </a:lnTo>
                    <a:lnTo>
                      <a:pt x="57" y="6"/>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6" name="Rectangle 52"/>
              <p:cNvSpPr>
                <a:spLocks noChangeArrowheads="1"/>
              </p:cNvSpPr>
              <p:nvPr/>
            </p:nvSpPr>
            <p:spPr bwMode="auto">
              <a:xfrm>
                <a:off x="7935001" y="2069163"/>
                <a:ext cx="82524" cy="871812"/>
              </a:xfrm>
              <a:prstGeom prst="rect">
                <a:avLst/>
              </a:prstGeom>
              <a:solidFill>
                <a:srgbClr val="050000"/>
              </a:solidFill>
              <a:ln w="3333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7" name="Freeform 53"/>
              <p:cNvSpPr>
                <a:spLocks/>
              </p:cNvSpPr>
              <p:nvPr/>
            </p:nvSpPr>
            <p:spPr bwMode="auto">
              <a:xfrm>
                <a:off x="7877869" y="1910363"/>
                <a:ext cx="196788" cy="208028"/>
              </a:xfrm>
              <a:custGeom>
                <a:avLst/>
                <a:gdLst>
                  <a:gd name="T0" fmla="*/ 62 w 124"/>
                  <a:gd name="T1" fmla="*/ 0 h 131"/>
                  <a:gd name="T2" fmla="*/ 93 w 124"/>
                  <a:gd name="T3" fmla="*/ 63 h 131"/>
                  <a:gd name="T4" fmla="*/ 124 w 124"/>
                  <a:gd name="T5" fmla="*/ 131 h 131"/>
                  <a:gd name="T6" fmla="*/ 62 w 124"/>
                  <a:gd name="T7" fmla="*/ 131 h 131"/>
                  <a:gd name="T8" fmla="*/ 0 w 124"/>
                  <a:gd name="T9" fmla="*/ 131 h 131"/>
                  <a:gd name="T10" fmla="*/ 31 w 124"/>
                  <a:gd name="T11" fmla="*/ 63 h 131"/>
                  <a:gd name="T12" fmla="*/ 62 w 124"/>
                  <a:gd name="T13" fmla="*/ 0 h 131"/>
                </a:gdLst>
                <a:ahLst/>
                <a:cxnLst>
                  <a:cxn ang="0">
                    <a:pos x="T0" y="T1"/>
                  </a:cxn>
                  <a:cxn ang="0">
                    <a:pos x="T2" y="T3"/>
                  </a:cxn>
                  <a:cxn ang="0">
                    <a:pos x="T4" y="T5"/>
                  </a:cxn>
                  <a:cxn ang="0">
                    <a:pos x="T6" y="T7"/>
                  </a:cxn>
                  <a:cxn ang="0">
                    <a:pos x="T8" y="T9"/>
                  </a:cxn>
                  <a:cxn ang="0">
                    <a:pos x="T10" y="T11"/>
                  </a:cxn>
                  <a:cxn ang="0">
                    <a:pos x="T12" y="T13"/>
                  </a:cxn>
                </a:cxnLst>
                <a:rect l="0" t="0" r="r" b="b"/>
                <a:pathLst>
                  <a:path w="124" h="131">
                    <a:moveTo>
                      <a:pt x="62" y="0"/>
                    </a:moveTo>
                    <a:lnTo>
                      <a:pt x="93" y="63"/>
                    </a:lnTo>
                    <a:lnTo>
                      <a:pt x="124" y="131"/>
                    </a:lnTo>
                    <a:lnTo>
                      <a:pt x="62" y="131"/>
                    </a:lnTo>
                    <a:lnTo>
                      <a:pt x="0" y="131"/>
                    </a:lnTo>
                    <a:lnTo>
                      <a:pt x="31" y="63"/>
                    </a:lnTo>
                    <a:lnTo>
                      <a:pt x="62" y="0"/>
                    </a:lnTo>
                    <a:close/>
                  </a:path>
                </a:pathLst>
              </a:custGeom>
              <a:solidFill>
                <a:srgbClr val="050000"/>
              </a:solidFill>
              <a:ln w="3333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8" name="Oval 54"/>
              <p:cNvSpPr>
                <a:spLocks noChangeArrowheads="1"/>
              </p:cNvSpPr>
              <p:nvPr/>
            </p:nvSpPr>
            <p:spPr bwMode="auto">
              <a:xfrm>
                <a:off x="7901674" y="2831403"/>
                <a:ext cx="149178" cy="157212"/>
              </a:xfrm>
              <a:prstGeom prst="ellipse">
                <a:avLst/>
              </a:prstGeom>
              <a:solidFill>
                <a:srgbClr val="050000"/>
              </a:solidFill>
              <a:ln w="3333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grpSp>
        <p:nvGrpSpPr>
          <p:cNvPr id="219" name="组合 218"/>
          <p:cNvGrpSpPr/>
          <p:nvPr/>
        </p:nvGrpSpPr>
        <p:grpSpPr>
          <a:xfrm>
            <a:off x="6629529" y="2583360"/>
            <a:ext cx="6463745" cy="4309163"/>
            <a:chOff x="2616200" y="2623673"/>
            <a:chExt cx="6959600" cy="4639733"/>
          </a:xfrm>
        </p:grpSpPr>
        <p:graphicFrame>
          <p:nvGraphicFramePr>
            <p:cNvPr id="220" name="图表 219"/>
            <p:cNvGraphicFramePr/>
            <p:nvPr/>
          </p:nvGraphicFramePr>
          <p:xfrm>
            <a:off x="2616200" y="2623673"/>
            <a:ext cx="6959600" cy="4639733"/>
          </p:xfrm>
          <a:graphic>
            <a:graphicData uri="http://schemas.openxmlformats.org/drawingml/2006/chart">
              <c:chart xmlns:c="http://schemas.openxmlformats.org/drawingml/2006/chart" xmlns:r="http://schemas.openxmlformats.org/officeDocument/2006/relationships" r:id="rId4"/>
            </a:graphicData>
          </a:graphic>
        </p:graphicFrame>
        <p:grpSp>
          <p:nvGrpSpPr>
            <p:cNvPr id="221" name="组合 220"/>
            <p:cNvGrpSpPr/>
            <p:nvPr/>
          </p:nvGrpSpPr>
          <p:grpSpPr>
            <a:xfrm>
              <a:off x="4094872" y="2903838"/>
              <a:ext cx="4002257" cy="2089379"/>
              <a:chOff x="6021079" y="948035"/>
              <a:chExt cx="3908781" cy="2040580"/>
            </a:xfrm>
          </p:grpSpPr>
          <p:sp>
            <p:nvSpPr>
              <p:cNvPr id="222" name="Freeform 21"/>
              <p:cNvSpPr>
                <a:spLocks/>
              </p:cNvSpPr>
              <p:nvPr/>
            </p:nvSpPr>
            <p:spPr bwMode="auto">
              <a:xfrm>
                <a:off x="6021079" y="2748827"/>
                <a:ext cx="99981" cy="23820"/>
              </a:xfrm>
              <a:custGeom>
                <a:avLst/>
                <a:gdLst>
                  <a:gd name="T0" fmla="*/ 0 w 63"/>
                  <a:gd name="T1" fmla="*/ 0 h 15"/>
                  <a:gd name="T2" fmla="*/ 63 w 63"/>
                  <a:gd name="T3" fmla="*/ 5 h 15"/>
                  <a:gd name="T4" fmla="*/ 63 w 63"/>
                  <a:gd name="T5" fmla="*/ 15 h 15"/>
                  <a:gd name="T6" fmla="*/ 0 w 63"/>
                  <a:gd name="T7" fmla="*/ 10 h 15"/>
                  <a:gd name="T8" fmla="*/ 0 w 63"/>
                  <a:gd name="T9" fmla="*/ 0 h 15"/>
                </a:gdLst>
                <a:ahLst/>
                <a:cxnLst>
                  <a:cxn ang="0">
                    <a:pos x="T0" y="T1"/>
                  </a:cxn>
                  <a:cxn ang="0">
                    <a:pos x="T2" y="T3"/>
                  </a:cxn>
                  <a:cxn ang="0">
                    <a:pos x="T4" y="T5"/>
                  </a:cxn>
                  <a:cxn ang="0">
                    <a:pos x="T6" y="T7"/>
                  </a:cxn>
                  <a:cxn ang="0">
                    <a:pos x="T8" y="T9"/>
                  </a:cxn>
                </a:cxnLst>
                <a:rect l="0" t="0" r="r" b="b"/>
                <a:pathLst>
                  <a:path w="63" h="15">
                    <a:moveTo>
                      <a:pt x="0" y="0"/>
                    </a:moveTo>
                    <a:lnTo>
                      <a:pt x="63" y="5"/>
                    </a:lnTo>
                    <a:lnTo>
                      <a:pt x="63" y="15"/>
                    </a:lnTo>
                    <a:lnTo>
                      <a:pt x="0" y="10"/>
                    </a:lnTo>
                    <a:lnTo>
                      <a:pt x="0" y="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3" name="Freeform 22"/>
              <p:cNvSpPr>
                <a:spLocks/>
              </p:cNvSpPr>
              <p:nvPr/>
            </p:nvSpPr>
            <p:spPr bwMode="auto">
              <a:xfrm>
                <a:off x="6038536" y="2590027"/>
                <a:ext cx="98394" cy="25408"/>
              </a:xfrm>
              <a:custGeom>
                <a:avLst/>
                <a:gdLst>
                  <a:gd name="T0" fmla="*/ 5 w 62"/>
                  <a:gd name="T1" fmla="*/ 0 h 16"/>
                  <a:gd name="T2" fmla="*/ 62 w 62"/>
                  <a:gd name="T3" fmla="*/ 11 h 16"/>
                  <a:gd name="T4" fmla="*/ 62 w 62"/>
                  <a:gd name="T5" fmla="*/ 16 h 16"/>
                  <a:gd name="T6" fmla="*/ 0 w 62"/>
                  <a:gd name="T7" fmla="*/ 6 h 16"/>
                  <a:gd name="T8" fmla="*/ 5 w 62"/>
                  <a:gd name="T9" fmla="*/ 0 h 16"/>
                </a:gdLst>
                <a:ahLst/>
                <a:cxnLst>
                  <a:cxn ang="0">
                    <a:pos x="T0" y="T1"/>
                  </a:cxn>
                  <a:cxn ang="0">
                    <a:pos x="T2" y="T3"/>
                  </a:cxn>
                  <a:cxn ang="0">
                    <a:pos x="T4" y="T5"/>
                  </a:cxn>
                  <a:cxn ang="0">
                    <a:pos x="T6" y="T7"/>
                  </a:cxn>
                  <a:cxn ang="0">
                    <a:pos x="T8" y="T9"/>
                  </a:cxn>
                </a:cxnLst>
                <a:rect l="0" t="0" r="r" b="b"/>
                <a:pathLst>
                  <a:path w="62" h="16">
                    <a:moveTo>
                      <a:pt x="5" y="0"/>
                    </a:moveTo>
                    <a:lnTo>
                      <a:pt x="62" y="11"/>
                    </a:lnTo>
                    <a:lnTo>
                      <a:pt x="62" y="16"/>
                    </a:lnTo>
                    <a:lnTo>
                      <a:pt x="0" y="6"/>
                    </a:lnTo>
                    <a:lnTo>
                      <a:pt x="5" y="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4" name="Freeform 23"/>
              <p:cNvSpPr>
                <a:spLocks/>
              </p:cNvSpPr>
              <p:nvPr/>
            </p:nvSpPr>
            <p:spPr bwMode="auto">
              <a:xfrm>
                <a:off x="6079798" y="2401055"/>
                <a:ext cx="98394" cy="33348"/>
              </a:xfrm>
              <a:custGeom>
                <a:avLst/>
                <a:gdLst>
                  <a:gd name="T0" fmla="*/ 0 w 62"/>
                  <a:gd name="T1" fmla="*/ 0 h 21"/>
                  <a:gd name="T2" fmla="*/ 62 w 62"/>
                  <a:gd name="T3" fmla="*/ 16 h 21"/>
                  <a:gd name="T4" fmla="*/ 57 w 62"/>
                  <a:gd name="T5" fmla="*/ 21 h 21"/>
                  <a:gd name="T6" fmla="*/ 0 w 62"/>
                  <a:gd name="T7" fmla="*/ 5 h 21"/>
                  <a:gd name="T8" fmla="*/ 0 w 62"/>
                  <a:gd name="T9" fmla="*/ 0 h 21"/>
                </a:gdLst>
                <a:ahLst/>
                <a:cxnLst>
                  <a:cxn ang="0">
                    <a:pos x="T0" y="T1"/>
                  </a:cxn>
                  <a:cxn ang="0">
                    <a:pos x="T2" y="T3"/>
                  </a:cxn>
                  <a:cxn ang="0">
                    <a:pos x="T4" y="T5"/>
                  </a:cxn>
                  <a:cxn ang="0">
                    <a:pos x="T6" y="T7"/>
                  </a:cxn>
                  <a:cxn ang="0">
                    <a:pos x="T8" y="T9"/>
                  </a:cxn>
                </a:cxnLst>
                <a:rect l="0" t="0" r="r" b="b"/>
                <a:pathLst>
                  <a:path w="62" h="21">
                    <a:moveTo>
                      <a:pt x="0" y="0"/>
                    </a:moveTo>
                    <a:lnTo>
                      <a:pt x="62" y="16"/>
                    </a:lnTo>
                    <a:lnTo>
                      <a:pt x="57" y="21"/>
                    </a:lnTo>
                    <a:lnTo>
                      <a:pt x="0" y="5"/>
                    </a:lnTo>
                    <a:lnTo>
                      <a:pt x="0" y="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5" name="Freeform 24"/>
              <p:cNvSpPr>
                <a:spLocks/>
              </p:cNvSpPr>
              <p:nvPr/>
            </p:nvSpPr>
            <p:spPr bwMode="auto">
              <a:xfrm>
                <a:off x="6136930" y="2210495"/>
                <a:ext cx="90459" cy="49228"/>
              </a:xfrm>
              <a:custGeom>
                <a:avLst/>
                <a:gdLst>
                  <a:gd name="T0" fmla="*/ 5 w 57"/>
                  <a:gd name="T1" fmla="*/ 0 h 31"/>
                  <a:gd name="T2" fmla="*/ 57 w 57"/>
                  <a:gd name="T3" fmla="*/ 26 h 31"/>
                  <a:gd name="T4" fmla="*/ 57 w 57"/>
                  <a:gd name="T5" fmla="*/ 31 h 31"/>
                  <a:gd name="T6" fmla="*/ 0 w 57"/>
                  <a:gd name="T7" fmla="*/ 10 h 31"/>
                  <a:gd name="T8" fmla="*/ 5 w 57"/>
                  <a:gd name="T9" fmla="*/ 0 h 31"/>
                </a:gdLst>
                <a:ahLst/>
                <a:cxnLst>
                  <a:cxn ang="0">
                    <a:pos x="T0" y="T1"/>
                  </a:cxn>
                  <a:cxn ang="0">
                    <a:pos x="T2" y="T3"/>
                  </a:cxn>
                  <a:cxn ang="0">
                    <a:pos x="T4" y="T5"/>
                  </a:cxn>
                  <a:cxn ang="0">
                    <a:pos x="T6" y="T7"/>
                  </a:cxn>
                  <a:cxn ang="0">
                    <a:pos x="T8" y="T9"/>
                  </a:cxn>
                </a:cxnLst>
                <a:rect l="0" t="0" r="r" b="b"/>
                <a:pathLst>
                  <a:path w="57" h="31">
                    <a:moveTo>
                      <a:pt x="5" y="0"/>
                    </a:moveTo>
                    <a:lnTo>
                      <a:pt x="57" y="26"/>
                    </a:lnTo>
                    <a:lnTo>
                      <a:pt x="57" y="31"/>
                    </a:lnTo>
                    <a:lnTo>
                      <a:pt x="0" y="10"/>
                    </a:lnTo>
                    <a:lnTo>
                      <a:pt x="5" y="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6" name="Freeform 25"/>
              <p:cNvSpPr>
                <a:spLocks/>
              </p:cNvSpPr>
              <p:nvPr/>
            </p:nvSpPr>
            <p:spPr bwMode="auto">
              <a:xfrm>
                <a:off x="6211519" y="2035815"/>
                <a:ext cx="90459" cy="49228"/>
              </a:xfrm>
              <a:custGeom>
                <a:avLst/>
                <a:gdLst>
                  <a:gd name="T0" fmla="*/ 5 w 57"/>
                  <a:gd name="T1" fmla="*/ 0 h 31"/>
                  <a:gd name="T2" fmla="*/ 57 w 57"/>
                  <a:gd name="T3" fmla="*/ 26 h 31"/>
                  <a:gd name="T4" fmla="*/ 57 w 57"/>
                  <a:gd name="T5" fmla="*/ 31 h 31"/>
                  <a:gd name="T6" fmla="*/ 0 w 57"/>
                  <a:gd name="T7" fmla="*/ 5 h 31"/>
                  <a:gd name="T8" fmla="*/ 5 w 57"/>
                  <a:gd name="T9" fmla="*/ 0 h 31"/>
                </a:gdLst>
                <a:ahLst/>
                <a:cxnLst>
                  <a:cxn ang="0">
                    <a:pos x="T0" y="T1"/>
                  </a:cxn>
                  <a:cxn ang="0">
                    <a:pos x="T2" y="T3"/>
                  </a:cxn>
                  <a:cxn ang="0">
                    <a:pos x="T4" y="T5"/>
                  </a:cxn>
                  <a:cxn ang="0">
                    <a:pos x="T6" y="T7"/>
                  </a:cxn>
                  <a:cxn ang="0">
                    <a:pos x="T8" y="T9"/>
                  </a:cxn>
                </a:cxnLst>
                <a:rect l="0" t="0" r="r" b="b"/>
                <a:pathLst>
                  <a:path w="57" h="31">
                    <a:moveTo>
                      <a:pt x="5" y="0"/>
                    </a:moveTo>
                    <a:lnTo>
                      <a:pt x="57" y="26"/>
                    </a:lnTo>
                    <a:lnTo>
                      <a:pt x="57" y="31"/>
                    </a:lnTo>
                    <a:lnTo>
                      <a:pt x="0" y="5"/>
                    </a:lnTo>
                    <a:lnTo>
                      <a:pt x="5" y="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7" name="Freeform 26"/>
              <p:cNvSpPr>
                <a:spLocks/>
              </p:cNvSpPr>
              <p:nvPr/>
            </p:nvSpPr>
            <p:spPr bwMode="auto">
              <a:xfrm>
                <a:off x="6309913" y="1861135"/>
                <a:ext cx="82524" cy="66696"/>
              </a:xfrm>
              <a:custGeom>
                <a:avLst/>
                <a:gdLst>
                  <a:gd name="T0" fmla="*/ 5 w 52"/>
                  <a:gd name="T1" fmla="*/ 0 h 42"/>
                  <a:gd name="T2" fmla="*/ 52 w 52"/>
                  <a:gd name="T3" fmla="*/ 37 h 42"/>
                  <a:gd name="T4" fmla="*/ 52 w 52"/>
                  <a:gd name="T5" fmla="*/ 42 h 42"/>
                  <a:gd name="T6" fmla="*/ 0 w 52"/>
                  <a:gd name="T7" fmla="*/ 11 h 42"/>
                  <a:gd name="T8" fmla="*/ 5 w 52"/>
                  <a:gd name="T9" fmla="*/ 0 h 42"/>
                </a:gdLst>
                <a:ahLst/>
                <a:cxnLst>
                  <a:cxn ang="0">
                    <a:pos x="T0" y="T1"/>
                  </a:cxn>
                  <a:cxn ang="0">
                    <a:pos x="T2" y="T3"/>
                  </a:cxn>
                  <a:cxn ang="0">
                    <a:pos x="T4" y="T5"/>
                  </a:cxn>
                  <a:cxn ang="0">
                    <a:pos x="T6" y="T7"/>
                  </a:cxn>
                  <a:cxn ang="0">
                    <a:pos x="T8" y="T9"/>
                  </a:cxn>
                </a:cxnLst>
                <a:rect l="0" t="0" r="r" b="b"/>
                <a:pathLst>
                  <a:path w="52" h="42">
                    <a:moveTo>
                      <a:pt x="5" y="0"/>
                    </a:moveTo>
                    <a:lnTo>
                      <a:pt x="52" y="37"/>
                    </a:lnTo>
                    <a:lnTo>
                      <a:pt x="52" y="42"/>
                    </a:lnTo>
                    <a:lnTo>
                      <a:pt x="0" y="11"/>
                    </a:lnTo>
                    <a:lnTo>
                      <a:pt x="5" y="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8" name="Freeform 27"/>
              <p:cNvSpPr>
                <a:spLocks/>
              </p:cNvSpPr>
              <p:nvPr/>
            </p:nvSpPr>
            <p:spPr bwMode="auto">
              <a:xfrm>
                <a:off x="6417829" y="1703923"/>
                <a:ext cx="82524" cy="74636"/>
              </a:xfrm>
              <a:custGeom>
                <a:avLst/>
                <a:gdLst>
                  <a:gd name="T0" fmla="*/ 5 w 52"/>
                  <a:gd name="T1" fmla="*/ 0 h 47"/>
                  <a:gd name="T2" fmla="*/ 52 w 52"/>
                  <a:gd name="T3" fmla="*/ 36 h 47"/>
                  <a:gd name="T4" fmla="*/ 46 w 52"/>
                  <a:gd name="T5" fmla="*/ 47 h 47"/>
                  <a:gd name="T6" fmla="*/ 0 w 52"/>
                  <a:gd name="T7" fmla="*/ 5 h 47"/>
                  <a:gd name="T8" fmla="*/ 5 w 52"/>
                  <a:gd name="T9" fmla="*/ 0 h 47"/>
                </a:gdLst>
                <a:ahLst/>
                <a:cxnLst>
                  <a:cxn ang="0">
                    <a:pos x="T0" y="T1"/>
                  </a:cxn>
                  <a:cxn ang="0">
                    <a:pos x="T2" y="T3"/>
                  </a:cxn>
                  <a:cxn ang="0">
                    <a:pos x="T4" y="T5"/>
                  </a:cxn>
                  <a:cxn ang="0">
                    <a:pos x="T6" y="T7"/>
                  </a:cxn>
                  <a:cxn ang="0">
                    <a:pos x="T8" y="T9"/>
                  </a:cxn>
                </a:cxnLst>
                <a:rect l="0" t="0" r="r" b="b"/>
                <a:pathLst>
                  <a:path w="52" h="47">
                    <a:moveTo>
                      <a:pt x="5" y="0"/>
                    </a:moveTo>
                    <a:lnTo>
                      <a:pt x="52" y="36"/>
                    </a:lnTo>
                    <a:lnTo>
                      <a:pt x="46" y="47"/>
                    </a:lnTo>
                    <a:lnTo>
                      <a:pt x="0" y="5"/>
                    </a:lnTo>
                    <a:lnTo>
                      <a:pt x="5" y="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9" name="Freeform 28"/>
              <p:cNvSpPr>
                <a:spLocks/>
              </p:cNvSpPr>
              <p:nvPr/>
            </p:nvSpPr>
            <p:spPr bwMode="auto">
              <a:xfrm>
                <a:off x="6549550" y="1562591"/>
                <a:ext cx="74589" cy="74636"/>
              </a:xfrm>
              <a:custGeom>
                <a:avLst/>
                <a:gdLst>
                  <a:gd name="T0" fmla="*/ 5 w 47"/>
                  <a:gd name="T1" fmla="*/ 0 h 47"/>
                  <a:gd name="T2" fmla="*/ 47 w 47"/>
                  <a:gd name="T3" fmla="*/ 42 h 47"/>
                  <a:gd name="T4" fmla="*/ 41 w 47"/>
                  <a:gd name="T5" fmla="*/ 47 h 47"/>
                  <a:gd name="T6" fmla="*/ 0 w 47"/>
                  <a:gd name="T7" fmla="*/ 5 h 47"/>
                  <a:gd name="T8" fmla="*/ 5 w 47"/>
                  <a:gd name="T9" fmla="*/ 0 h 47"/>
                </a:gdLst>
                <a:ahLst/>
                <a:cxnLst>
                  <a:cxn ang="0">
                    <a:pos x="T0" y="T1"/>
                  </a:cxn>
                  <a:cxn ang="0">
                    <a:pos x="T2" y="T3"/>
                  </a:cxn>
                  <a:cxn ang="0">
                    <a:pos x="T4" y="T5"/>
                  </a:cxn>
                  <a:cxn ang="0">
                    <a:pos x="T6" y="T7"/>
                  </a:cxn>
                  <a:cxn ang="0">
                    <a:pos x="T8" y="T9"/>
                  </a:cxn>
                </a:cxnLst>
                <a:rect l="0" t="0" r="r" b="b"/>
                <a:pathLst>
                  <a:path w="47" h="47">
                    <a:moveTo>
                      <a:pt x="5" y="0"/>
                    </a:moveTo>
                    <a:lnTo>
                      <a:pt x="47" y="42"/>
                    </a:lnTo>
                    <a:lnTo>
                      <a:pt x="41" y="47"/>
                    </a:lnTo>
                    <a:lnTo>
                      <a:pt x="0" y="5"/>
                    </a:lnTo>
                    <a:lnTo>
                      <a:pt x="5" y="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0" name="Freeform 29"/>
              <p:cNvSpPr>
                <a:spLocks/>
              </p:cNvSpPr>
              <p:nvPr/>
            </p:nvSpPr>
            <p:spPr bwMode="auto">
              <a:xfrm>
                <a:off x="6689206" y="1429199"/>
                <a:ext cx="74589" cy="74636"/>
              </a:xfrm>
              <a:custGeom>
                <a:avLst/>
                <a:gdLst>
                  <a:gd name="T0" fmla="*/ 5 w 47"/>
                  <a:gd name="T1" fmla="*/ 0 h 47"/>
                  <a:gd name="T2" fmla="*/ 47 w 47"/>
                  <a:gd name="T3" fmla="*/ 42 h 47"/>
                  <a:gd name="T4" fmla="*/ 36 w 47"/>
                  <a:gd name="T5" fmla="*/ 47 h 47"/>
                  <a:gd name="T6" fmla="*/ 0 w 47"/>
                  <a:gd name="T7" fmla="*/ 5 h 47"/>
                  <a:gd name="T8" fmla="*/ 5 w 47"/>
                  <a:gd name="T9" fmla="*/ 0 h 47"/>
                </a:gdLst>
                <a:ahLst/>
                <a:cxnLst>
                  <a:cxn ang="0">
                    <a:pos x="T0" y="T1"/>
                  </a:cxn>
                  <a:cxn ang="0">
                    <a:pos x="T2" y="T3"/>
                  </a:cxn>
                  <a:cxn ang="0">
                    <a:pos x="T4" y="T5"/>
                  </a:cxn>
                  <a:cxn ang="0">
                    <a:pos x="T6" y="T7"/>
                  </a:cxn>
                  <a:cxn ang="0">
                    <a:pos x="T8" y="T9"/>
                  </a:cxn>
                </a:cxnLst>
                <a:rect l="0" t="0" r="r" b="b"/>
                <a:pathLst>
                  <a:path w="47" h="47">
                    <a:moveTo>
                      <a:pt x="5" y="0"/>
                    </a:moveTo>
                    <a:lnTo>
                      <a:pt x="47" y="42"/>
                    </a:lnTo>
                    <a:lnTo>
                      <a:pt x="36" y="47"/>
                    </a:lnTo>
                    <a:lnTo>
                      <a:pt x="0" y="5"/>
                    </a:lnTo>
                    <a:lnTo>
                      <a:pt x="5" y="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1" name="Freeform 30"/>
              <p:cNvSpPr>
                <a:spLocks/>
              </p:cNvSpPr>
              <p:nvPr/>
            </p:nvSpPr>
            <p:spPr bwMode="auto">
              <a:xfrm>
                <a:off x="6838384" y="1305335"/>
                <a:ext cx="65067" cy="90516"/>
              </a:xfrm>
              <a:custGeom>
                <a:avLst/>
                <a:gdLst>
                  <a:gd name="T0" fmla="*/ 10 w 41"/>
                  <a:gd name="T1" fmla="*/ 0 h 57"/>
                  <a:gd name="T2" fmla="*/ 41 w 41"/>
                  <a:gd name="T3" fmla="*/ 52 h 57"/>
                  <a:gd name="T4" fmla="*/ 36 w 41"/>
                  <a:gd name="T5" fmla="*/ 57 h 57"/>
                  <a:gd name="T6" fmla="*/ 0 w 41"/>
                  <a:gd name="T7" fmla="*/ 5 h 57"/>
                  <a:gd name="T8" fmla="*/ 10 w 41"/>
                  <a:gd name="T9" fmla="*/ 0 h 57"/>
                </a:gdLst>
                <a:ahLst/>
                <a:cxnLst>
                  <a:cxn ang="0">
                    <a:pos x="T0" y="T1"/>
                  </a:cxn>
                  <a:cxn ang="0">
                    <a:pos x="T2" y="T3"/>
                  </a:cxn>
                  <a:cxn ang="0">
                    <a:pos x="T4" y="T5"/>
                  </a:cxn>
                  <a:cxn ang="0">
                    <a:pos x="T6" y="T7"/>
                  </a:cxn>
                  <a:cxn ang="0">
                    <a:pos x="T8" y="T9"/>
                  </a:cxn>
                </a:cxnLst>
                <a:rect l="0" t="0" r="r" b="b"/>
                <a:pathLst>
                  <a:path w="41" h="57">
                    <a:moveTo>
                      <a:pt x="10" y="0"/>
                    </a:moveTo>
                    <a:lnTo>
                      <a:pt x="41" y="52"/>
                    </a:lnTo>
                    <a:lnTo>
                      <a:pt x="36" y="57"/>
                    </a:lnTo>
                    <a:lnTo>
                      <a:pt x="0" y="5"/>
                    </a:lnTo>
                    <a:lnTo>
                      <a:pt x="10" y="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2" name="Freeform 31"/>
              <p:cNvSpPr>
                <a:spLocks/>
              </p:cNvSpPr>
              <p:nvPr/>
            </p:nvSpPr>
            <p:spPr bwMode="auto">
              <a:xfrm>
                <a:off x="7001845" y="1205291"/>
                <a:ext cx="58719" cy="90516"/>
              </a:xfrm>
              <a:custGeom>
                <a:avLst/>
                <a:gdLst>
                  <a:gd name="T0" fmla="*/ 6 w 37"/>
                  <a:gd name="T1" fmla="*/ 0 h 57"/>
                  <a:gd name="T2" fmla="*/ 37 w 37"/>
                  <a:gd name="T3" fmla="*/ 52 h 57"/>
                  <a:gd name="T4" fmla="*/ 32 w 37"/>
                  <a:gd name="T5" fmla="*/ 57 h 57"/>
                  <a:gd name="T6" fmla="*/ 0 w 37"/>
                  <a:gd name="T7" fmla="*/ 0 h 57"/>
                  <a:gd name="T8" fmla="*/ 6 w 37"/>
                  <a:gd name="T9" fmla="*/ 0 h 57"/>
                </a:gdLst>
                <a:ahLst/>
                <a:cxnLst>
                  <a:cxn ang="0">
                    <a:pos x="T0" y="T1"/>
                  </a:cxn>
                  <a:cxn ang="0">
                    <a:pos x="T2" y="T3"/>
                  </a:cxn>
                  <a:cxn ang="0">
                    <a:pos x="T4" y="T5"/>
                  </a:cxn>
                  <a:cxn ang="0">
                    <a:pos x="T6" y="T7"/>
                  </a:cxn>
                  <a:cxn ang="0">
                    <a:pos x="T8" y="T9"/>
                  </a:cxn>
                </a:cxnLst>
                <a:rect l="0" t="0" r="r" b="b"/>
                <a:pathLst>
                  <a:path w="37" h="57">
                    <a:moveTo>
                      <a:pt x="6" y="0"/>
                    </a:moveTo>
                    <a:lnTo>
                      <a:pt x="37" y="52"/>
                    </a:lnTo>
                    <a:lnTo>
                      <a:pt x="32" y="57"/>
                    </a:lnTo>
                    <a:lnTo>
                      <a:pt x="0" y="0"/>
                    </a:lnTo>
                    <a:lnTo>
                      <a:pt x="6" y="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3" name="Freeform 32"/>
              <p:cNvSpPr>
                <a:spLocks/>
              </p:cNvSpPr>
              <p:nvPr/>
            </p:nvSpPr>
            <p:spPr bwMode="auto">
              <a:xfrm>
                <a:off x="7174828" y="1113187"/>
                <a:ext cx="50784" cy="92104"/>
              </a:xfrm>
              <a:custGeom>
                <a:avLst/>
                <a:gdLst>
                  <a:gd name="T0" fmla="*/ 6 w 32"/>
                  <a:gd name="T1" fmla="*/ 0 h 58"/>
                  <a:gd name="T2" fmla="*/ 32 w 32"/>
                  <a:gd name="T3" fmla="*/ 58 h 58"/>
                  <a:gd name="T4" fmla="*/ 26 w 32"/>
                  <a:gd name="T5" fmla="*/ 58 h 58"/>
                  <a:gd name="T6" fmla="*/ 0 w 32"/>
                  <a:gd name="T7" fmla="*/ 5 h 58"/>
                  <a:gd name="T8" fmla="*/ 6 w 32"/>
                  <a:gd name="T9" fmla="*/ 0 h 58"/>
                </a:gdLst>
                <a:ahLst/>
                <a:cxnLst>
                  <a:cxn ang="0">
                    <a:pos x="T0" y="T1"/>
                  </a:cxn>
                  <a:cxn ang="0">
                    <a:pos x="T2" y="T3"/>
                  </a:cxn>
                  <a:cxn ang="0">
                    <a:pos x="T4" y="T5"/>
                  </a:cxn>
                  <a:cxn ang="0">
                    <a:pos x="T6" y="T7"/>
                  </a:cxn>
                  <a:cxn ang="0">
                    <a:pos x="T8" y="T9"/>
                  </a:cxn>
                </a:cxnLst>
                <a:rect l="0" t="0" r="r" b="b"/>
                <a:pathLst>
                  <a:path w="32" h="58">
                    <a:moveTo>
                      <a:pt x="6" y="0"/>
                    </a:moveTo>
                    <a:lnTo>
                      <a:pt x="32" y="58"/>
                    </a:lnTo>
                    <a:lnTo>
                      <a:pt x="26" y="58"/>
                    </a:lnTo>
                    <a:lnTo>
                      <a:pt x="0" y="5"/>
                    </a:lnTo>
                    <a:lnTo>
                      <a:pt x="6" y="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4" name="Freeform 33"/>
              <p:cNvSpPr>
                <a:spLocks/>
              </p:cNvSpPr>
              <p:nvPr/>
            </p:nvSpPr>
            <p:spPr bwMode="auto">
              <a:xfrm>
                <a:off x="7357333" y="1046491"/>
                <a:ext cx="41262" cy="92104"/>
              </a:xfrm>
              <a:custGeom>
                <a:avLst/>
                <a:gdLst>
                  <a:gd name="T0" fmla="*/ 5 w 26"/>
                  <a:gd name="T1" fmla="*/ 0 h 58"/>
                  <a:gd name="T2" fmla="*/ 26 w 26"/>
                  <a:gd name="T3" fmla="*/ 58 h 58"/>
                  <a:gd name="T4" fmla="*/ 20 w 26"/>
                  <a:gd name="T5" fmla="*/ 58 h 58"/>
                  <a:gd name="T6" fmla="*/ 0 w 26"/>
                  <a:gd name="T7" fmla="*/ 0 h 58"/>
                  <a:gd name="T8" fmla="*/ 5 w 26"/>
                  <a:gd name="T9" fmla="*/ 0 h 58"/>
                </a:gdLst>
                <a:ahLst/>
                <a:cxnLst>
                  <a:cxn ang="0">
                    <a:pos x="T0" y="T1"/>
                  </a:cxn>
                  <a:cxn ang="0">
                    <a:pos x="T2" y="T3"/>
                  </a:cxn>
                  <a:cxn ang="0">
                    <a:pos x="T4" y="T5"/>
                  </a:cxn>
                  <a:cxn ang="0">
                    <a:pos x="T6" y="T7"/>
                  </a:cxn>
                  <a:cxn ang="0">
                    <a:pos x="T8" y="T9"/>
                  </a:cxn>
                </a:cxnLst>
                <a:rect l="0" t="0" r="r" b="b"/>
                <a:pathLst>
                  <a:path w="26" h="58">
                    <a:moveTo>
                      <a:pt x="5" y="0"/>
                    </a:moveTo>
                    <a:lnTo>
                      <a:pt x="26" y="58"/>
                    </a:lnTo>
                    <a:lnTo>
                      <a:pt x="20" y="58"/>
                    </a:lnTo>
                    <a:lnTo>
                      <a:pt x="0" y="0"/>
                    </a:lnTo>
                    <a:lnTo>
                      <a:pt x="5" y="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5" name="Freeform 34"/>
              <p:cNvSpPr>
                <a:spLocks/>
              </p:cNvSpPr>
              <p:nvPr/>
            </p:nvSpPr>
            <p:spPr bwMode="auto">
              <a:xfrm>
                <a:off x="7546186" y="997263"/>
                <a:ext cx="33327" cy="92104"/>
              </a:xfrm>
              <a:custGeom>
                <a:avLst/>
                <a:gdLst>
                  <a:gd name="T0" fmla="*/ 5 w 21"/>
                  <a:gd name="T1" fmla="*/ 0 h 58"/>
                  <a:gd name="T2" fmla="*/ 21 w 21"/>
                  <a:gd name="T3" fmla="*/ 58 h 58"/>
                  <a:gd name="T4" fmla="*/ 11 w 21"/>
                  <a:gd name="T5" fmla="*/ 58 h 58"/>
                  <a:gd name="T6" fmla="*/ 0 w 21"/>
                  <a:gd name="T7" fmla="*/ 0 h 58"/>
                  <a:gd name="T8" fmla="*/ 5 w 21"/>
                  <a:gd name="T9" fmla="*/ 0 h 58"/>
                </a:gdLst>
                <a:ahLst/>
                <a:cxnLst>
                  <a:cxn ang="0">
                    <a:pos x="T0" y="T1"/>
                  </a:cxn>
                  <a:cxn ang="0">
                    <a:pos x="T2" y="T3"/>
                  </a:cxn>
                  <a:cxn ang="0">
                    <a:pos x="T4" y="T5"/>
                  </a:cxn>
                  <a:cxn ang="0">
                    <a:pos x="T6" y="T7"/>
                  </a:cxn>
                  <a:cxn ang="0">
                    <a:pos x="T8" y="T9"/>
                  </a:cxn>
                </a:cxnLst>
                <a:rect l="0" t="0" r="r" b="b"/>
                <a:pathLst>
                  <a:path w="21" h="58">
                    <a:moveTo>
                      <a:pt x="5" y="0"/>
                    </a:moveTo>
                    <a:lnTo>
                      <a:pt x="21" y="58"/>
                    </a:lnTo>
                    <a:lnTo>
                      <a:pt x="11" y="58"/>
                    </a:lnTo>
                    <a:lnTo>
                      <a:pt x="0" y="0"/>
                    </a:lnTo>
                    <a:lnTo>
                      <a:pt x="5" y="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6" name="Freeform 35"/>
              <p:cNvSpPr>
                <a:spLocks/>
              </p:cNvSpPr>
              <p:nvPr/>
            </p:nvSpPr>
            <p:spPr bwMode="auto">
              <a:xfrm>
                <a:off x="7738213" y="963915"/>
                <a:ext cx="23805" cy="92104"/>
              </a:xfrm>
              <a:custGeom>
                <a:avLst/>
                <a:gdLst>
                  <a:gd name="T0" fmla="*/ 5 w 15"/>
                  <a:gd name="T1" fmla="*/ 0 h 58"/>
                  <a:gd name="T2" fmla="*/ 15 w 15"/>
                  <a:gd name="T3" fmla="*/ 58 h 58"/>
                  <a:gd name="T4" fmla="*/ 5 w 15"/>
                  <a:gd name="T5" fmla="*/ 58 h 58"/>
                  <a:gd name="T6" fmla="*/ 0 w 15"/>
                  <a:gd name="T7" fmla="*/ 0 h 58"/>
                  <a:gd name="T8" fmla="*/ 5 w 15"/>
                  <a:gd name="T9" fmla="*/ 0 h 58"/>
                </a:gdLst>
                <a:ahLst/>
                <a:cxnLst>
                  <a:cxn ang="0">
                    <a:pos x="T0" y="T1"/>
                  </a:cxn>
                  <a:cxn ang="0">
                    <a:pos x="T2" y="T3"/>
                  </a:cxn>
                  <a:cxn ang="0">
                    <a:pos x="T4" y="T5"/>
                  </a:cxn>
                  <a:cxn ang="0">
                    <a:pos x="T6" y="T7"/>
                  </a:cxn>
                  <a:cxn ang="0">
                    <a:pos x="T8" y="T9"/>
                  </a:cxn>
                </a:cxnLst>
                <a:rect l="0" t="0" r="r" b="b"/>
                <a:pathLst>
                  <a:path w="15" h="58">
                    <a:moveTo>
                      <a:pt x="5" y="0"/>
                    </a:moveTo>
                    <a:lnTo>
                      <a:pt x="15" y="58"/>
                    </a:lnTo>
                    <a:lnTo>
                      <a:pt x="5" y="58"/>
                    </a:lnTo>
                    <a:lnTo>
                      <a:pt x="0" y="0"/>
                    </a:lnTo>
                    <a:lnTo>
                      <a:pt x="5" y="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7" name="Rectangle 36"/>
              <p:cNvSpPr>
                <a:spLocks noChangeArrowheads="1"/>
              </p:cNvSpPr>
              <p:nvPr/>
            </p:nvSpPr>
            <p:spPr bwMode="auto">
              <a:xfrm>
                <a:off x="7927066" y="948035"/>
                <a:ext cx="15870" cy="98456"/>
              </a:xfrm>
              <a:prstGeom prst="rect">
                <a:avLst/>
              </a:prstGeom>
              <a:solidFill>
                <a:srgbClr val="05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8" name="Freeform 37"/>
              <p:cNvSpPr>
                <a:spLocks/>
              </p:cNvSpPr>
              <p:nvPr/>
            </p:nvSpPr>
            <p:spPr bwMode="auto">
              <a:xfrm>
                <a:off x="8115919" y="955975"/>
                <a:ext cx="17457" cy="90516"/>
              </a:xfrm>
              <a:custGeom>
                <a:avLst/>
                <a:gdLst>
                  <a:gd name="T0" fmla="*/ 11 w 11"/>
                  <a:gd name="T1" fmla="*/ 0 h 57"/>
                  <a:gd name="T2" fmla="*/ 6 w 11"/>
                  <a:gd name="T3" fmla="*/ 57 h 57"/>
                  <a:gd name="T4" fmla="*/ 0 w 11"/>
                  <a:gd name="T5" fmla="*/ 57 h 57"/>
                  <a:gd name="T6" fmla="*/ 6 w 11"/>
                  <a:gd name="T7" fmla="*/ 0 h 57"/>
                  <a:gd name="T8" fmla="*/ 11 w 11"/>
                  <a:gd name="T9" fmla="*/ 0 h 57"/>
                </a:gdLst>
                <a:ahLst/>
                <a:cxnLst>
                  <a:cxn ang="0">
                    <a:pos x="T0" y="T1"/>
                  </a:cxn>
                  <a:cxn ang="0">
                    <a:pos x="T2" y="T3"/>
                  </a:cxn>
                  <a:cxn ang="0">
                    <a:pos x="T4" y="T5"/>
                  </a:cxn>
                  <a:cxn ang="0">
                    <a:pos x="T6" y="T7"/>
                  </a:cxn>
                  <a:cxn ang="0">
                    <a:pos x="T8" y="T9"/>
                  </a:cxn>
                </a:cxnLst>
                <a:rect l="0" t="0" r="r" b="b"/>
                <a:pathLst>
                  <a:path w="11" h="57">
                    <a:moveTo>
                      <a:pt x="11" y="0"/>
                    </a:moveTo>
                    <a:lnTo>
                      <a:pt x="6" y="57"/>
                    </a:lnTo>
                    <a:lnTo>
                      <a:pt x="0" y="57"/>
                    </a:lnTo>
                    <a:lnTo>
                      <a:pt x="6" y="0"/>
                    </a:lnTo>
                    <a:lnTo>
                      <a:pt x="11" y="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9" name="Freeform 38"/>
              <p:cNvSpPr>
                <a:spLocks/>
              </p:cNvSpPr>
              <p:nvPr/>
            </p:nvSpPr>
            <p:spPr bwMode="auto">
              <a:xfrm>
                <a:off x="8298424" y="971855"/>
                <a:ext cx="31740" cy="100044"/>
              </a:xfrm>
              <a:custGeom>
                <a:avLst/>
                <a:gdLst>
                  <a:gd name="T0" fmla="*/ 20 w 20"/>
                  <a:gd name="T1" fmla="*/ 6 h 63"/>
                  <a:gd name="T2" fmla="*/ 10 w 20"/>
                  <a:gd name="T3" fmla="*/ 63 h 63"/>
                  <a:gd name="T4" fmla="*/ 0 w 20"/>
                  <a:gd name="T5" fmla="*/ 63 h 63"/>
                  <a:gd name="T6" fmla="*/ 10 w 20"/>
                  <a:gd name="T7" fmla="*/ 0 h 63"/>
                  <a:gd name="T8" fmla="*/ 20 w 20"/>
                  <a:gd name="T9" fmla="*/ 6 h 63"/>
                </a:gdLst>
                <a:ahLst/>
                <a:cxnLst>
                  <a:cxn ang="0">
                    <a:pos x="T0" y="T1"/>
                  </a:cxn>
                  <a:cxn ang="0">
                    <a:pos x="T2" y="T3"/>
                  </a:cxn>
                  <a:cxn ang="0">
                    <a:pos x="T4" y="T5"/>
                  </a:cxn>
                  <a:cxn ang="0">
                    <a:pos x="T6" y="T7"/>
                  </a:cxn>
                  <a:cxn ang="0">
                    <a:pos x="T8" y="T9"/>
                  </a:cxn>
                </a:cxnLst>
                <a:rect l="0" t="0" r="r" b="b"/>
                <a:pathLst>
                  <a:path w="20" h="63">
                    <a:moveTo>
                      <a:pt x="20" y="6"/>
                    </a:moveTo>
                    <a:lnTo>
                      <a:pt x="10" y="63"/>
                    </a:lnTo>
                    <a:lnTo>
                      <a:pt x="0" y="63"/>
                    </a:lnTo>
                    <a:lnTo>
                      <a:pt x="10" y="0"/>
                    </a:lnTo>
                    <a:lnTo>
                      <a:pt x="20" y="6"/>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0" name="Freeform 39"/>
              <p:cNvSpPr>
                <a:spLocks/>
              </p:cNvSpPr>
              <p:nvPr/>
            </p:nvSpPr>
            <p:spPr bwMode="auto">
              <a:xfrm>
                <a:off x="8479342" y="1022671"/>
                <a:ext cx="33327" cy="90516"/>
              </a:xfrm>
              <a:custGeom>
                <a:avLst/>
                <a:gdLst>
                  <a:gd name="T0" fmla="*/ 21 w 21"/>
                  <a:gd name="T1" fmla="*/ 0 h 57"/>
                  <a:gd name="T2" fmla="*/ 5 w 21"/>
                  <a:gd name="T3" fmla="*/ 57 h 57"/>
                  <a:gd name="T4" fmla="*/ 0 w 21"/>
                  <a:gd name="T5" fmla="*/ 57 h 57"/>
                  <a:gd name="T6" fmla="*/ 15 w 21"/>
                  <a:gd name="T7" fmla="*/ 0 h 57"/>
                  <a:gd name="T8" fmla="*/ 21 w 21"/>
                  <a:gd name="T9" fmla="*/ 0 h 57"/>
                </a:gdLst>
                <a:ahLst/>
                <a:cxnLst>
                  <a:cxn ang="0">
                    <a:pos x="T0" y="T1"/>
                  </a:cxn>
                  <a:cxn ang="0">
                    <a:pos x="T2" y="T3"/>
                  </a:cxn>
                  <a:cxn ang="0">
                    <a:pos x="T4" y="T5"/>
                  </a:cxn>
                  <a:cxn ang="0">
                    <a:pos x="T6" y="T7"/>
                  </a:cxn>
                  <a:cxn ang="0">
                    <a:pos x="T8" y="T9"/>
                  </a:cxn>
                </a:cxnLst>
                <a:rect l="0" t="0" r="r" b="b"/>
                <a:pathLst>
                  <a:path w="21" h="57">
                    <a:moveTo>
                      <a:pt x="21" y="0"/>
                    </a:moveTo>
                    <a:lnTo>
                      <a:pt x="5" y="57"/>
                    </a:lnTo>
                    <a:lnTo>
                      <a:pt x="0" y="57"/>
                    </a:lnTo>
                    <a:lnTo>
                      <a:pt x="15" y="0"/>
                    </a:lnTo>
                    <a:lnTo>
                      <a:pt x="21" y="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1" name="Freeform 40"/>
              <p:cNvSpPr>
                <a:spLocks/>
              </p:cNvSpPr>
              <p:nvPr/>
            </p:nvSpPr>
            <p:spPr bwMode="auto">
              <a:xfrm>
                <a:off x="8652325" y="1079839"/>
                <a:ext cx="49197" cy="92104"/>
              </a:xfrm>
              <a:custGeom>
                <a:avLst/>
                <a:gdLst>
                  <a:gd name="T0" fmla="*/ 31 w 31"/>
                  <a:gd name="T1" fmla="*/ 0 h 58"/>
                  <a:gd name="T2" fmla="*/ 10 w 31"/>
                  <a:gd name="T3" fmla="*/ 58 h 58"/>
                  <a:gd name="T4" fmla="*/ 0 w 31"/>
                  <a:gd name="T5" fmla="*/ 58 h 58"/>
                  <a:gd name="T6" fmla="*/ 21 w 31"/>
                  <a:gd name="T7" fmla="*/ 0 h 58"/>
                  <a:gd name="T8" fmla="*/ 31 w 31"/>
                  <a:gd name="T9" fmla="*/ 0 h 58"/>
                </a:gdLst>
                <a:ahLst/>
                <a:cxnLst>
                  <a:cxn ang="0">
                    <a:pos x="T0" y="T1"/>
                  </a:cxn>
                  <a:cxn ang="0">
                    <a:pos x="T2" y="T3"/>
                  </a:cxn>
                  <a:cxn ang="0">
                    <a:pos x="T4" y="T5"/>
                  </a:cxn>
                  <a:cxn ang="0">
                    <a:pos x="T6" y="T7"/>
                  </a:cxn>
                  <a:cxn ang="0">
                    <a:pos x="T8" y="T9"/>
                  </a:cxn>
                </a:cxnLst>
                <a:rect l="0" t="0" r="r" b="b"/>
                <a:pathLst>
                  <a:path w="31" h="58">
                    <a:moveTo>
                      <a:pt x="31" y="0"/>
                    </a:moveTo>
                    <a:lnTo>
                      <a:pt x="10" y="58"/>
                    </a:lnTo>
                    <a:lnTo>
                      <a:pt x="0" y="58"/>
                    </a:lnTo>
                    <a:lnTo>
                      <a:pt x="21" y="0"/>
                    </a:lnTo>
                    <a:lnTo>
                      <a:pt x="31" y="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2" name="Freeform 41"/>
              <p:cNvSpPr>
                <a:spLocks/>
              </p:cNvSpPr>
              <p:nvPr/>
            </p:nvSpPr>
            <p:spPr bwMode="auto">
              <a:xfrm>
                <a:off x="8825308" y="1154475"/>
                <a:ext cx="49197" cy="92104"/>
              </a:xfrm>
              <a:custGeom>
                <a:avLst/>
                <a:gdLst>
                  <a:gd name="T0" fmla="*/ 31 w 31"/>
                  <a:gd name="T1" fmla="*/ 6 h 58"/>
                  <a:gd name="T2" fmla="*/ 5 w 31"/>
                  <a:gd name="T3" fmla="*/ 58 h 58"/>
                  <a:gd name="T4" fmla="*/ 0 w 31"/>
                  <a:gd name="T5" fmla="*/ 58 h 58"/>
                  <a:gd name="T6" fmla="*/ 26 w 31"/>
                  <a:gd name="T7" fmla="*/ 0 h 58"/>
                  <a:gd name="T8" fmla="*/ 31 w 31"/>
                  <a:gd name="T9" fmla="*/ 6 h 58"/>
                </a:gdLst>
                <a:ahLst/>
                <a:cxnLst>
                  <a:cxn ang="0">
                    <a:pos x="T0" y="T1"/>
                  </a:cxn>
                  <a:cxn ang="0">
                    <a:pos x="T2" y="T3"/>
                  </a:cxn>
                  <a:cxn ang="0">
                    <a:pos x="T4" y="T5"/>
                  </a:cxn>
                  <a:cxn ang="0">
                    <a:pos x="T6" y="T7"/>
                  </a:cxn>
                  <a:cxn ang="0">
                    <a:pos x="T8" y="T9"/>
                  </a:cxn>
                </a:cxnLst>
                <a:rect l="0" t="0" r="r" b="b"/>
                <a:pathLst>
                  <a:path w="31" h="58">
                    <a:moveTo>
                      <a:pt x="31" y="6"/>
                    </a:moveTo>
                    <a:lnTo>
                      <a:pt x="5" y="58"/>
                    </a:lnTo>
                    <a:lnTo>
                      <a:pt x="0" y="58"/>
                    </a:lnTo>
                    <a:lnTo>
                      <a:pt x="26" y="0"/>
                    </a:lnTo>
                    <a:lnTo>
                      <a:pt x="31" y="6"/>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3" name="Freeform 42"/>
              <p:cNvSpPr>
                <a:spLocks/>
              </p:cNvSpPr>
              <p:nvPr/>
            </p:nvSpPr>
            <p:spPr bwMode="auto">
              <a:xfrm>
                <a:off x="8982421" y="1254519"/>
                <a:ext cx="65067" cy="92104"/>
              </a:xfrm>
              <a:custGeom>
                <a:avLst/>
                <a:gdLst>
                  <a:gd name="T0" fmla="*/ 41 w 41"/>
                  <a:gd name="T1" fmla="*/ 5 h 58"/>
                  <a:gd name="T2" fmla="*/ 5 w 41"/>
                  <a:gd name="T3" fmla="*/ 58 h 58"/>
                  <a:gd name="T4" fmla="*/ 0 w 41"/>
                  <a:gd name="T5" fmla="*/ 52 h 58"/>
                  <a:gd name="T6" fmla="*/ 31 w 41"/>
                  <a:gd name="T7" fmla="*/ 0 h 58"/>
                  <a:gd name="T8" fmla="*/ 41 w 41"/>
                  <a:gd name="T9" fmla="*/ 5 h 58"/>
                </a:gdLst>
                <a:ahLst/>
                <a:cxnLst>
                  <a:cxn ang="0">
                    <a:pos x="T0" y="T1"/>
                  </a:cxn>
                  <a:cxn ang="0">
                    <a:pos x="T2" y="T3"/>
                  </a:cxn>
                  <a:cxn ang="0">
                    <a:pos x="T4" y="T5"/>
                  </a:cxn>
                  <a:cxn ang="0">
                    <a:pos x="T6" y="T7"/>
                  </a:cxn>
                  <a:cxn ang="0">
                    <a:pos x="T8" y="T9"/>
                  </a:cxn>
                </a:cxnLst>
                <a:rect l="0" t="0" r="r" b="b"/>
                <a:pathLst>
                  <a:path w="41" h="58">
                    <a:moveTo>
                      <a:pt x="41" y="5"/>
                    </a:moveTo>
                    <a:lnTo>
                      <a:pt x="5" y="58"/>
                    </a:lnTo>
                    <a:lnTo>
                      <a:pt x="0" y="52"/>
                    </a:lnTo>
                    <a:lnTo>
                      <a:pt x="31" y="0"/>
                    </a:lnTo>
                    <a:lnTo>
                      <a:pt x="41" y="5"/>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4" name="Freeform 43"/>
              <p:cNvSpPr>
                <a:spLocks/>
              </p:cNvSpPr>
              <p:nvPr/>
            </p:nvSpPr>
            <p:spPr bwMode="auto">
              <a:xfrm>
                <a:off x="9130012" y="1370443"/>
                <a:ext cx="74589" cy="84164"/>
              </a:xfrm>
              <a:custGeom>
                <a:avLst/>
                <a:gdLst>
                  <a:gd name="T0" fmla="*/ 47 w 47"/>
                  <a:gd name="T1" fmla="*/ 6 h 53"/>
                  <a:gd name="T2" fmla="*/ 5 w 47"/>
                  <a:gd name="T3" fmla="*/ 53 h 53"/>
                  <a:gd name="T4" fmla="*/ 0 w 47"/>
                  <a:gd name="T5" fmla="*/ 47 h 53"/>
                  <a:gd name="T6" fmla="*/ 42 w 47"/>
                  <a:gd name="T7" fmla="*/ 0 h 53"/>
                  <a:gd name="T8" fmla="*/ 47 w 47"/>
                  <a:gd name="T9" fmla="*/ 6 h 53"/>
                </a:gdLst>
                <a:ahLst/>
                <a:cxnLst>
                  <a:cxn ang="0">
                    <a:pos x="T0" y="T1"/>
                  </a:cxn>
                  <a:cxn ang="0">
                    <a:pos x="T2" y="T3"/>
                  </a:cxn>
                  <a:cxn ang="0">
                    <a:pos x="T4" y="T5"/>
                  </a:cxn>
                  <a:cxn ang="0">
                    <a:pos x="T6" y="T7"/>
                  </a:cxn>
                  <a:cxn ang="0">
                    <a:pos x="T8" y="T9"/>
                  </a:cxn>
                </a:cxnLst>
                <a:rect l="0" t="0" r="r" b="b"/>
                <a:pathLst>
                  <a:path w="47" h="53">
                    <a:moveTo>
                      <a:pt x="47" y="6"/>
                    </a:moveTo>
                    <a:lnTo>
                      <a:pt x="5" y="53"/>
                    </a:lnTo>
                    <a:lnTo>
                      <a:pt x="0" y="47"/>
                    </a:lnTo>
                    <a:lnTo>
                      <a:pt x="42" y="0"/>
                    </a:lnTo>
                    <a:lnTo>
                      <a:pt x="47" y="6"/>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5" name="Freeform 44"/>
              <p:cNvSpPr>
                <a:spLocks/>
              </p:cNvSpPr>
              <p:nvPr/>
            </p:nvSpPr>
            <p:spPr bwMode="auto">
              <a:xfrm>
                <a:off x="9269668" y="1495895"/>
                <a:ext cx="74589" cy="74636"/>
              </a:xfrm>
              <a:custGeom>
                <a:avLst/>
                <a:gdLst>
                  <a:gd name="T0" fmla="*/ 47 w 47"/>
                  <a:gd name="T1" fmla="*/ 5 h 47"/>
                  <a:gd name="T2" fmla="*/ 6 w 47"/>
                  <a:gd name="T3" fmla="*/ 47 h 47"/>
                  <a:gd name="T4" fmla="*/ 0 w 47"/>
                  <a:gd name="T5" fmla="*/ 42 h 47"/>
                  <a:gd name="T6" fmla="*/ 42 w 47"/>
                  <a:gd name="T7" fmla="*/ 0 h 47"/>
                  <a:gd name="T8" fmla="*/ 47 w 47"/>
                  <a:gd name="T9" fmla="*/ 5 h 47"/>
                </a:gdLst>
                <a:ahLst/>
                <a:cxnLst>
                  <a:cxn ang="0">
                    <a:pos x="T0" y="T1"/>
                  </a:cxn>
                  <a:cxn ang="0">
                    <a:pos x="T2" y="T3"/>
                  </a:cxn>
                  <a:cxn ang="0">
                    <a:pos x="T4" y="T5"/>
                  </a:cxn>
                  <a:cxn ang="0">
                    <a:pos x="T6" y="T7"/>
                  </a:cxn>
                  <a:cxn ang="0">
                    <a:pos x="T8" y="T9"/>
                  </a:cxn>
                </a:cxnLst>
                <a:rect l="0" t="0" r="r" b="b"/>
                <a:pathLst>
                  <a:path w="47" h="47">
                    <a:moveTo>
                      <a:pt x="47" y="5"/>
                    </a:moveTo>
                    <a:lnTo>
                      <a:pt x="6" y="47"/>
                    </a:lnTo>
                    <a:lnTo>
                      <a:pt x="0" y="42"/>
                    </a:lnTo>
                    <a:lnTo>
                      <a:pt x="42" y="0"/>
                    </a:lnTo>
                    <a:lnTo>
                      <a:pt x="47" y="5"/>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6" name="Freeform 45"/>
              <p:cNvSpPr>
                <a:spLocks/>
              </p:cNvSpPr>
              <p:nvPr/>
            </p:nvSpPr>
            <p:spPr bwMode="auto">
              <a:xfrm>
                <a:off x="9401389" y="1637227"/>
                <a:ext cx="74589" cy="74636"/>
              </a:xfrm>
              <a:custGeom>
                <a:avLst/>
                <a:gdLst>
                  <a:gd name="T0" fmla="*/ 47 w 47"/>
                  <a:gd name="T1" fmla="*/ 5 h 47"/>
                  <a:gd name="T2" fmla="*/ 6 w 47"/>
                  <a:gd name="T3" fmla="*/ 47 h 47"/>
                  <a:gd name="T4" fmla="*/ 0 w 47"/>
                  <a:gd name="T5" fmla="*/ 42 h 47"/>
                  <a:gd name="T6" fmla="*/ 42 w 47"/>
                  <a:gd name="T7" fmla="*/ 0 h 47"/>
                  <a:gd name="T8" fmla="*/ 47 w 47"/>
                  <a:gd name="T9" fmla="*/ 5 h 47"/>
                </a:gdLst>
                <a:ahLst/>
                <a:cxnLst>
                  <a:cxn ang="0">
                    <a:pos x="T0" y="T1"/>
                  </a:cxn>
                  <a:cxn ang="0">
                    <a:pos x="T2" y="T3"/>
                  </a:cxn>
                  <a:cxn ang="0">
                    <a:pos x="T4" y="T5"/>
                  </a:cxn>
                  <a:cxn ang="0">
                    <a:pos x="T6" y="T7"/>
                  </a:cxn>
                  <a:cxn ang="0">
                    <a:pos x="T8" y="T9"/>
                  </a:cxn>
                </a:cxnLst>
                <a:rect l="0" t="0" r="r" b="b"/>
                <a:pathLst>
                  <a:path w="47" h="47">
                    <a:moveTo>
                      <a:pt x="47" y="5"/>
                    </a:moveTo>
                    <a:lnTo>
                      <a:pt x="6" y="47"/>
                    </a:lnTo>
                    <a:lnTo>
                      <a:pt x="0" y="42"/>
                    </a:lnTo>
                    <a:lnTo>
                      <a:pt x="42" y="0"/>
                    </a:lnTo>
                    <a:lnTo>
                      <a:pt x="47" y="5"/>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7" name="Freeform 46"/>
              <p:cNvSpPr>
                <a:spLocks/>
              </p:cNvSpPr>
              <p:nvPr/>
            </p:nvSpPr>
            <p:spPr bwMode="auto">
              <a:xfrm>
                <a:off x="9509305" y="1794439"/>
                <a:ext cx="90459" cy="66696"/>
              </a:xfrm>
              <a:custGeom>
                <a:avLst/>
                <a:gdLst>
                  <a:gd name="T0" fmla="*/ 57 w 57"/>
                  <a:gd name="T1" fmla="*/ 5 h 42"/>
                  <a:gd name="T2" fmla="*/ 5 w 57"/>
                  <a:gd name="T3" fmla="*/ 42 h 42"/>
                  <a:gd name="T4" fmla="*/ 0 w 57"/>
                  <a:gd name="T5" fmla="*/ 32 h 42"/>
                  <a:gd name="T6" fmla="*/ 52 w 57"/>
                  <a:gd name="T7" fmla="*/ 0 h 42"/>
                  <a:gd name="T8" fmla="*/ 57 w 57"/>
                  <a:gd name="T9" fmla="*/ 5 h 42"/>
                </a:gdLst>
                <a:ahLst/>
                <a:cxnLst>
                  <a:cxn ang="0">
                    <a:pos x="T0" y="T1"/>
                  </a:cxn>
                  <a:cxn ang="0">
                    <a:pos x="T2" y="T3"/>
                  </a:cxn>
                  <a:cxn ang="0">
                    <a:pos x="T4" y="T5"/>
                  </a:cxn>
                  <a:cxn ang="0">
                    <a:pos x="T6" y="T7"/>
                  </a:cxn>
                  <a:cxn ang="0">
                    <a:pos x="T8" y="T9"/>
                  </a:cxn>
                </a:cxnLst>
                <a:rect l="0" t="0" r="r" b="b"/>
                <a:pathLst>
                  <a:path w="57" h="42">
                    <a:moveTo>
                      <a:pt x="57" y="5"/>
                    </a:moveTo>
                    <a:lnTo>
                      <a:pt x="5" y="42"/>
                    </a:lnTo>
                    <a:lnTo>
                      <a:pt x="0" y="32"/>
                    </a:lnTo>
                    <a:lnTo>
                      <a:pt x="52" y="0"/>
                    </a:lnTo>
                    <a:lnTo>
                      <a:pt x="57" y="5"/>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8" name="Freeform 47"/>
              <p:cNvSpPr>
                <a:spLocks/>
              </p:cNvSpPr>
              <p:nvPr/>
            </p:nvSpPr>
            <p:spPr bwMode="auto">
              <a:xfrm>
                <a:off x="9607699" y="1953239"/>
                <a:ext cx="90459" cy="65108"/>
              </a:xfrm>
              <a:custGeom>
                <a:avLst/>
                <a:gdLst>
                  <a:gd name="T0" fmla="*/ 57 w 57"/>
                  <a:gd name="T1" fmla="*/ 10 h 41"/>
                  <a:gd name="T2" fmla="*/ 6 w 57"/>
                  <a:gd name="T3" fmla="*/ 41 h 41"/>
                  <a:gd name="T4" fmla="*/ 0 w 57"/>
                  <a:gd name="T5" fmla="*/ 31 h 41"/>
                  <a:gd name="T6" fmla="*/ 52 w 57"/>
                  <a:gd name="T7" fmla="*/ 0 h 41"/>
                  <a:gd name="T8" fmla="*/ 57 w 57"/>
                  <a:gd name="T9" fmla="*/ 10 h 41"/>
                </a:gdLst>
                <a:ahLst/>
                <a:cxnLst>
                  <a:cxn ang="0">
                    <a:pos x="T0" y="T1"/>
                  </a:cxn>
                  <a:cxn ang="0">
                    <a:pos x="T2" y="T3"/>
                  </a:cxn>
                  <a:cxn ang="0">
                    <a:pos x="T4" y="T5"/>
                  </a:cxn>
                  <a:cxn ang="0">
                    <a:pos x="T6" y="T7"/>
                  </a:cxn>
                  <a:cxn ang="0">
                    <a:pos x="T8" y="T9"/>
                  </a:cxn>
                </a:cxnLst>
                <a:rect l="0" t="0" r="r" b="b"/>
                <a:pathLst>
                  <a:path w="57" h="41">
                    <a:moveTo>
                      <a:pt x="57" y="10"/>
                    </a:moveTo>
                    <a:lnTo>
                      <a:pt x="6" y="41"/>
                    </a:lnTo>
                    <a:lnTo>
                      <a:pt x="0" y="31"/>
                    </a:lnTo>
                    <a:lnTo>
                      <a:pt x="52" y="0"/>
                    </a:lnTo>
                    <a:lnTo>
                      <a:pt x="57" y="1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9" name="Freeform 48"/>
              <p:cNvSpPr>
                <a:spLocks/>
              </p:cNvSpPr>
              <p:nvPr/>
            </p:nvSpPr>
            <p:spPr bwMode="auto">
              <a:xfrm>
                <a:off x="9690223" y="2126331"/>
                <a:ext cx="99981" cy="50816"/>
              </a:xfrm>
              <a:custGeom>
                <a:avLst/>
                <a:gdLst>
                  <a:gd name="T0" fmla="*/ 63 w 63"/>
                  <a:gd name="T1" fmla="*/ 11 h 32"/>
                  <a:gd name="T2" fmla="*/ 5 w 63"/>
                  <a:gd name="T3" fmla="*/ 32 h 32"/>
                  <a:gd name="T4" fmla="*/ 0 w 63"/>
                  <a:gd name="T5" fmla="*/ 27 h 32"/>
                  <a:gd name="T6" fmla="*/ 57 w 63"/>
                  <a:gd name="T7" fmla="*/ 0 h 32"/>
                  <a:gd name="T8" fmla="*/ 63 w 63"/>
                  <a:gd name="T9" fmla="*/ 11 h 32"/>
                </a:gdLst>
                <a:ahLst/>
                <a:cxnLst>
                  <a:cxn ang="0">
                    <a:pos x="T0" y="T1"/>
                  </a:cxn>
                  <a:cxn ang="0">
                    <a:pos x="T2" y="T3"/>
                  </a:cxn>
                  <a:cxn ang="0">
                    <a:pos x="T4" y="T5"/>
                  </a:cxn>
                  <a:cxn ang="0">
                    <a:pos x="T6" y="T7"/>
                  </a:cxn>
                  <a:cxn ang="0">
                    <a:pos x="T8" y="T9"/>
                  </a:cxn>
                </a:cxnLst>
                <a:rect l="0" t="0" r="r" b="b"/>
                <a:pathLst>
                  <a:path w="63" h="32">
                    <a:moveTo>
                      <a:pt x="63" y="11"/>
                    </a:moveTo>
                    <a:lnTo>
                      <a:pt x="5" y="32"/>
                    </a:lnTo>
                    <a:lnTo>
                      <a:pt x="0" y="27"/>
                    </a:lnTo>
                    <a:lnTo>
                      <a:pt x="57" y="0"/>
                    </a:lnTo>
                    <a:lnTo>
                      <a:pt x="63" y="11"/>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0" name="Freeform 49"/>
              <p:cNvSpPr>
                <a:spLocks/>
              </p:cNvSpPr>
              <p:nvPr/>
            </p:nvSpPr>
            <p:spPr bwMode="auto">
              <a:xfrm>
                <a:off x="9756877" y="2310539"/>
                <a:ext cx="98394" cy="41288"/>
              </a:xfrm>
              <a:custGeom>
                <a:avLst/>
                <a:gdLst>
                  <a:gd name="T0" fmla="*/ 62 w 62"/>
                  <a:gd name="T1" fmla="*/ 10 h 26"/>
                  <a:gd name="T2" fmla="*/ 5 w 62"/>
                  <a:gd name="T3" fmla="*/ 26 h 26"/>
                  <a:gd name="T4" fmla="*/ 0 w 62"/>
                  <a:gd name="T5" fmla="*/ 20 h 26"/>
                  <a:gd name="T6" fmla="*/ 62 w 62"/>
                  <a:gd name="T7" fmla="*/ 0 h 26"/>
                  <a:gd name="T8" fmla="*/ 62 w 62"/>
                  <a:gd name="T9" fmla="*/ 10 h 26"/>
                </a:gdLst>
                <a:ahLst/>
                <a:cxnLst>
                  <a:cxn ang="0">
                    <a:pos x="T0" y="T1"/>
                  </a:cxn>
                  <a:cxn ang="0">
                    <a:pos x="T2" y="T3"/>
                  </a:cxn>
                  <a:cxn ang="0">
                    <a:pos x="T4" y="T5"/>
                  </a:cxn>
                  <a:cxn ang="0">
                    <a:pos x="T6" y="T7"/>
                  </a:cxn>
                  <a:cxn ang="0">
                    <a:pos x="T8" y="T9"/>
                  </a:cxn>
                </a:cxnLst>
                <a:rect l="0" t="0" r="r" b="b"/>
                <a:pathLst>
                  <a:path w="62" h="26">
                    <a:moveTo>
                      <a:pt x="62" y="10"/>
                    </a:moveTo>
                    <a:lnTo>
                      <a:pt x="5" y="26"/>
                    </a:lnTo>
                    <a:lnTo>
                      <a:pt x="0" y="20"/>
                    </a:lnTo>
                    <a:lnTo>
                      <a:pt x="62" y="0"/>
                    </a:lnTo>
                    <a:lnTo>
                      <a:pt x="62" y="1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1" name="Freeform 50"/>
              <p:cNvSpPr>
                <a:spLocks/>
              </p:cNvSpPr>
              <p:nvPr/>
            </p:nvSpPr>
            <p:spPr bwMode="auto">
              <a:xfrm>
                <a:off x="9806074" y="2501099"/>
                <a:ext cx="98394" cy="33348"/>
              </a:xfrm>
              <a:custGeom>
                <a:avLst/>
                <a:gdLst>
                  <a:gd name="T0" fmla="*/ 62 w 62"/>
                  <a:gd name="T1" fmla="*/ 10 h 21"/>
                  <a:gd name="T2" fmla="*/ 5 w 62"/>
                  <a:gd name="T3" fmla="*/ 21 h 21"/>
                  <a:gd name="T4" fmla="*/ 0 w 62"/>
                  <a:gd name="T5" fmla="*/ 16 h 21"/>
                  <a:gd name="T6" fmla="*/ 62 w 62"/>
                  <a:gd name="T7" fmla="*/ 0 h 21"/>
                  <a:gd name="T8" fmla="*/ 62 w 62"/>
                  <a:gd name="T9" fmla="*/ 10 h 21"/>
                </a:gdLst>
                <a:ahLst/>
                <a:cxnLst>
                  <a:cxn ang="0">
                    <a:pos x="T0" y="T1"/>
                  </a:cxn>
                  <a:cxn ang="0">
                    <a:pos x="T2" y="T3"/>
                  </a:cxn>
                  <a:cxn ang="0">
                    <a:pos x="T4" y="T5"/>
                  </a:cxn>
                  <a:cxn ang="0">
                    <a:pos x="T6" y="T7"/>
                  </a:cxn>
                  <a:cxn ang="0">
                    <a:pos x="T8" y="T9"/>
                  </a:cxn>
                </a:cxnLst>
                <a:rect l="0" t="0" r="r" b="b"/>
                <a:pathLst>
                  <a:path w="62" h="21">
                    <a:moveTo>
                      <a:pt x="62" y="10"/>
                    </a:moveTo>
                    <a:lnTo>
                      <a:pt x="5" y="21"/>
                    </a:lnTo>
                    <a:lnTo>
                      <a:pt x="0" y="16"/>
                    </a:lnTo>
                    <a:lnTo>
                      <a:pt x="62" y="0"/>
                    </a:lnTo>
                    <a:lnTo>
                      <a:pt x="62" y="10"/>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2" name="Freeform 51"/>
              <p:cNvSpPr>
                <a:spLocks/>
              </p:cNvSpPr>
              <p:nvPr/>
            </p:nvSpPr>
            <p:spPr bwMode="auto">
              <a:xfrm>
                <a:off x="9839401" y="2698011"/>
                <a:ext cx="90459" cy="17468"/>
              </a:xfrm>
              <a:custGeom>
                <a:avLst/>
                <a:gdLst>
                  <a:gd name="T0" fmla="*/ 57 w 57"/>
                  <a:gd name="T1" fmla="*/ 6 h 11"/>
                  <a:gd name="T2" fmla="*/ 0 w 57"/>
                  <a:gd name="T3" fmla="*/ 11 h 11"/>
                  <a:gd name="T4" fmla="*/ 0 w 57"/>
                  <a:gd name="T5" fmla="*/ 6 h 11"/>
                  <a:gd name="T6" fmla="*/ 57 w 57"/>
                  <a:gd name="T7" fmla="*/ 0 h 11"/>
                  <a:gd name="T8" fmla="*/ 57 w 57"/>
                  <a:gd name="T9" fmla="*/ 6 h 11"/>
                </a:gdLst>
                <a:ahLst/>
                <a:cxnLst>
                  <a:cxn ang="0">
                    <a:pos x="T0" y="T1"/>
                  </a:cxn>
                  <a:cxn ang="0">
                    <a:pos x="T2" y="T3"/>
                  </a:cxn>
                  <a:cxn ang="0">
                    <a:pos x="T4" y="T5"/>
                  </a:cxn>
                  <a:cxn ang="0">
                    <a:pos x="T6" y="T7"/>
                  </a:cxn>
                  <a:cxn ang="0">
                    <a:pos x="T8" y="T9"/>
                  </a:cxn>
                </a:cxnLst>
                <a:rect l="0" t="0" r="r" b="b"/>
                <a:pathLst>
                  <a:path w="57" h="11">
                    <a:moveTo>
                      <a:pt x="57" y="6"/>
                    </a:moveTo>
                    <a:lnTo>
                      <a:pt x="0" y="11"/>
                    </a:lnTo>
                    <a:lnTo>
                      <a:pt x="0" y="6"/>
                    </a:lnTo>
                    <a:lnTo>
                      <a:pt x="57" y="0"/>
                    </a:lnTo>
                    <a:lnTo>
                      <a:pt x="57" y="6"/>
                    </a:ln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3" name="Rectangle 52"/>
              <p:cNvSpPr>
                <a:spLocks noChangeArrowheads="1"/>
              </p:cNvSpPr>
              <p:nvPr/>
            </p:nvSpPr>
            <p:spPr bwMode="auto">
              <a:xfrm>
                <a:off x="7935001" y="2069163"/>
                <a:ext cx="82524" cy="871812"/>
              </a:xfrm>
              <a:prstGeom prst="rect">
                <a:avLst/>
              </a:prstGeom>
              <a:solidFill>
                <a:srgbClr val="050000"/>
              </a:solidFill>
              <a:ln w="3333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4" name="Freeform 53"/>
              <p:cNvSpPr>
                <a:spLocks/>
              </p:cNvSpPr>
              <p:nvPr/>
            </p:nvSpPr>
            <p:spPr bwMode="auto">
              <a:xfrm>
                <a:off x="7877869" y="1910363"/>
                <a:ext cx="196788" cy="208028"/>
              </a:xfrm>
              <a:custGeom>
                <a:avLst/>
                <a:gdLst>
                  <a:gd name="T0" fmla="*/ 62 w 124"/>
                  <a:gd name="T1" fmla="*/ 0 h 131"/>
                  <a:gd name="T2" fmla="*/ 93 w 124"/>
                  <a:gd name="T3" fmla="*/ 63 h 131"/>
                  <a:gd name="T4" fmla="*/ 124 w 124"/>
                  <a:gd name="T5" fmla="*/ 131 h 131"/>
                  <a:gd name="T6" fmla="*/ 62 w 124"/>
                  <a:gd name="T7" fmla="*/ 131 h 131"/>
                  <a:gd name="T8" fmla="*/ 0 w 124"/>
                  <a:gd name="T9" fmla="*/ 131 h 131"/>
                  <a:gd name="T10" fmla="*/ 31 w 124"/>
                  <a:gd name="T11" fmla="*/ 63 h 131"/>
                  <a:gd name="T12" fmla="*/ 62 w 124"/>
                  <a:gd name="T13" fmla="*/ 0 h 131"/>
                </a:gdLst>
                <a:ahLst/>
                <a:cxnLst>
                  <a:cxn ang="0">
                    <a:pos x="T0" y="T1"/>
                  </a:cxn>
                  <a:cxn ang="0">
                    <a:pos x="T2" y="T3"/>
                  </a:cxn>
                  <a:cxn ang="0">
                    <a:pos x="T4" y="T5"/>
                  </a:cxn>
                  <a:cxn ang="0">
                    <a:pos x="T6" y="T7"/>
                  </a:cxn>
                  <a:cxn ang="0">
                    <a:pos x="T8" y="T9"/>
                  </a:cxn>
                  <a:cxn ang="0">
                    <a:pos x="T10" y="T11"/>
                  </a:cxn>
                  <a:cxn ang="0">
                    <a:pos x="T12" y="T13"/>
                  </a:cxn>
                </a:cxnLst>
                <a:rect l="0" t="0" r="r" b="b"/>
                <a:pathLst>
                  <a:path w="124" h="131">
                    <a:moveTo>
                      <a:pt x="62" y="0"/>
                    </a:moveTo>
                    <a:lnTo>
                      <a:pt x="93" y="63"/>
                    </a:lnTo>
                    <a:lnTo>
                      <a:pt x="124" y="131"/>
                    </a:lnTo>
                    <a:lnTo>
                      <a:pt x="62" y="131"/>
                    </a:lnTo>
                    <a:lnTo>
                      <a:pt x="0" y="131"/>
                    </a:lnTo>
                    <a:lnTo>
                      <a:pt x="31" y="63"/>
                    </a:lnTo>
                    <a:lnTo>
                      <a:pt x="62" y="0"/>
                    </a:lnTo>
                    <a:close/>
                  </a:path>
                </a:pathLst>
              </a:custGeom>
              <a:solidFill>
                <a:srgbClr val="050000"/>
              </a:solidFill>
              <a:ln w="3333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5" name="Oval 54"/>
              <p:cNvSpPr>
                <a:spLocks noChangeArrowheads="1"/>
              </p:cNvSpPr>
              <p:nvPr/>
            </p:nvSpPr>
            <p:spPr bwMode="auto">
              <a:xfrm>
                <a:off x="7901674" y="2831403"/>
                <a:ext cx="149178" cy="157212"/>
              </a:xfrm>
              <a:prstGeom prst="ellipse">
                <a:avLst/>
              </a:prstGeom>
              <a:solidFill>
                <a:srgbClr val="050000"/>
              </a:solidFill>
              <a:ln w="3333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sp>
        <p:nvSpPr>
          <p:cNvPr id="256" name="矩形 39"/>
          <p:cNvSpPr/>
          <p:nvPr/>
        </p:nvSpPr>
        <p:spPr>
          <a:xfrm>
            <a:off x="0" y="203088"/>
            <a:ext cx="1760418" cy="523220"/>
          </a:xfrm>
          <a:prstGeom prst="rect">
            <a:avLst/>
          </a:prstGeom>
          <a:noFill/>
        </p:spPr>
        <p:txBody>
          <a:bodyPr wrap="none" rtlCol="0">
            <a:spAutoFit/>
          </a:bodyPr>
          <a:lstStyle/>
          <a:p>
            <a:r>
              <a:rPr lang="zh-CN" altLang="en-US" sz="2800" b="1" dirty="0">
                <a:solidFill>
                  <a:schemeClr val="tx1">
                    <a:lumMod val="65000"/>
                    <a:lumOff val="35000"/>
                  </a:schemeClr>
                </a:solidFill>
              </a:rPr>
              <a:t>饼</a:t>
            </a:r>
            <a:r>
              <a:rPr lang="en-US" altLang="zh-CN" sz="2800" b="1" dirty="0">
                <a:solidFill>
                  <a:schemeClr val="tx1">
                    <a:lumMod val="65000"/>
                    <a:lumOff val="35000"/>
                  </a:schemeClr>
                </a:solidFill>
              </a:rPr>
              <a:t>/</a:t>
            </a:r>
            <a:r>
              <a:rPr lang="zh-CN" altLang="en-US" sz="2800" b="1">
                <a:solidFill>
                  <a:schemeClr val="tx1">
                    <a:lumMod val="65000"/>
                    <a:lumOff val="35000"/>
                  </a:schemeClr>
                </a:solidFill>
              </a:rPr>
              <a:t>环形图</a:t>
            </a:r>
          </a:p>
        </p:txBody>
      </p:sp>
    </p:spTree>
    <p:extLst>
      <p:ext uri="{BB962C8B-B14F-4D97-AF65-F5344CB8AC3E}">
        <p14:creationId xmlns:p14="http://schemas.microsoft.com/office/powerpoint/2010/main" val="347225413"/>
      </p:ext>
    </p:extLst>
  </p:cSld>
  <p:clrMapOvr>
    <a:masterClrMapping/>
  </p:clrMapOvr>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 name="文本框 66"/>
          <p:cNvSpPr txBox="1"/>
          <p:nvPr/>
        </p:nvSpPr>
        <p:spPr>
          <a:xfrm>
            <a:off x="1000603" y="858685"/>
            <a:ext cx="7109639" cy="424732"/>
          </a:xfrm>
          <a:prstGeom prst="rect">
            <a:avLst/>
          </a:prstGeom>
          <a:noFill/>
        </p:spPr>
        <p:txBody>
          <a:bodyPr wrap="none" rtlCol="0">
            <a:spAutoFit/>
          </a:bodyPr>
          <a:lstStyle/>
          <a:p>
            <a:pPr>
              <a:lnSpc>
                <a:spcPct val="120000"/>
              </a:lnSpc>
            </a:pPr>
            <a:r>
              <a:rPr lang="zh-CN" altLang="en-US" dirty="0">
                <a:solidFill>
                  <a:prstClr val="black">
                    <a:lumMod val="65000"/>
                    <a:lumOff val="35000"/>
                  </a:prstClr>
                </a:solidFill>
              </a:rPr>
              <a:t>下图为图表和图形组合而成，可以根据需要修改图表数字以及颜色。</a:t>
            </a:r>
            <a:endParaRPr lang="en-US" altLang="zh-CN" dirty="0">
              <a:solidFill>
                <a:prstClr val="black">
                  <a:lumMod val="65000"/>
                  <a:lumOff val="35000"/>
                </a:prstClr>
              </a:solidFill>
            </a:endParaRPr>
          </a:p>
        </p:txBody>
      </p:sp>
      <p:grpSp>
        <p:nvGrpSpPr>
          <p:cNvPr id="10" name="组合 9"/>
          <p:cNvGrpSpPr/>
          <p:nvPr/>
        </p:nvGrpSpPr>
        <p:grpSpPr>
          <a:xfrm>
            <a:off x="605618" y="2611197"/>
            <a:ext cx="4399970" cy="2933313"/>
            <a:chOff x="230126" y="2180286"/>
            <a:chExt cx="4399970" cy="2933313"/>
          </a:xfrm>
        </p:grpSpPr>
        <p:graphicFrame>
          <p:nvGraphicFramePr>
            <p:cNvPr id="9" name="图表 8"/>
            <p:cNvGraphicFramePr/>
            <p:nvPr/>
          </p:nvGraphicFramePr>
          <p:xfrm>
            <a:off x="230126" y="2180286"/>
            <a:ext cx="4399970" cy="2933313"/>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Box 3"/>
            <p:cNvSpPr txBox="1"/>
            <p:nvPr/>
          </p:nvSpPr>
          <p:spPr>
            <a:xfrm>
              <a:off x="1828825" y="3171445"/>
              <a:ext cx="1460656" cy="830997"/>
            </a:xfrm>
            <a:prstGeom prst="rect">
              <a:avLst/>
            </a:prstGeom>
            <a:noFill/>
          </p:spPr>
          <p:txBody>
            <a:bodyPr wrap="none" rtlCol="0">
              <a:spAutoFit/>
            </a:bodyPr>
            <a:lstStyle/>
            <a:p>
              <a:r>
                <a:rPr lang="en-US" altLang="zh-CN" sz="4800" dirty="0">
                  <a:solidFill>
                    <a:prstClr val="black">
                      <a:lumMod val="65000"/>
                      <a:lumOff val="35000"/>
                    </a:prstClr>
                  </a:solidFill>
                  <a:latin typeface="方正正粗黑简体" pitchFamily="2" charset="-122"/>
                  <a:ea typeface="方正正粗黑简体" pitchFamily="2" charset="-122"/>
                </a:rPr>
                <a:t>60</a:t>
              </a:r>
              <a:r>
                <a:rPr lang="en-US" altLang="zh-CN" sz="2800" dirty="0">
                  <a:solidFill>
                    <a:prstClr val="black">
                      <a:lumMod val="65000"/>
                      <a:lumOff val="35000"/>
                    </a:prstClr>
                  </a:solidFill>
                  <a:latin typeface="方正正粗黑简体" pitchFamily="2" charset="-122"/>
                  <a:ea typeface="方正正粗黑简体" pitchFamily="2" charset="-122"/>
                </a:rPr>
                <a:t>%</a:t>
              </a:r>
              <a:endParaRPr lang="zh-CN" altLang="en-US" sz="4800" dirty="0">
                <a:solidFill>
                  <a:prstClr val="black">
                    <a:lumMod val="65000"/>
                    <a:lumOff val="35000"/>
                  </a:prstClr>
                </a:solidFill>
                <a:latin typeface="方正正粗黑简体" pitchFamily="2" charset="-122"/>
                <a:ea typeface="方正正粗黑简体" pitchFamily="2" charset="-122"/>
              </a:endParaRPr>
            </a:p>
          </p:txBody>
        </p:sp>
      </p:grpSp>
      <p:grpSp>
        <p:nvGrpSpPr>
          <p:cNvPr id="63" name="组合 62"/>
          <p:cNvGrpSpPr/>
          <p:nvPr/>
        </p:nvGrpSpPr>
        <p:grpSpPr>
          <a:xfrm>
            <a:off x="4048877" y="2611197"/>
            <a:ext cx="4399970" cy="2933313"/>
            <a:chOff x="230126" y="2180286"/>
            <a:chExt cx="4399970" cy="2933313"/>
          </a:xfrm>
        </p:grpSpPr>
        <p:graphicFrame>
          <p:nvGraphicFramePr>
            <p:cNvPr id="65" name="图表 64"/>
            <p:cNvGraphicFramePr/>
            <p:nvPr/>
          </p:nvGraphicFramePr>
          <p:xfrm>
            <a:off x="230126" y="2180286"/>
            <a:ext cx="4399970" cy="2933313"/>
          </p:xfrm>
          <a:graphic>
            <a:graphicData uri="http://schemas.openxmlformats.org/drawingml/2006/chart">
              <c:chart xmlns:c="http://schemas.openxmlformats.org/drawingml/2006/chart" xmlns:r="http://schemas.openxmlformats.org/officeDocument/2006/relationships" r:id="rId3"/>
            </a:graphicData>
          </a:graphic>
        </p:graphicFrame>
        <p:sp>
          <p:nvSpPr>
            <p:cNvPr id="68" name="TextBox 3"/>
            <p:cNvSpPr txBox="1"/>
            <p:nvPr/>
          </p:nvSpPr>
          <p:spPr>
            <a:xfrm>
              <a:off x="1828825" y="3171445"/>
              <a:ext cx="1441420" cy="830997"/>
            </a:xfrm>
            <a:prstGeom prst="rect">
              <a:avLst/>
            </a:prstGeom>
            <a:noFill/>
          </p:spPr>
          <p:txBody>
            <a:bodyPr wrap="none" rtlCol="0">
              <a:spAutoFit/>
            </a:bodyPr>
            <a:lstStyle/>
            <a:p>
              <a:r>
                <a:rPr lang="en-US" altLang="zh-CN" sz="4800" dirty="0">
                  <a:solidFill>
                    <a:prstClr val="black">
                      <a:lumMod val="65000"/>
                      <a:lumOff val="35000"/>
                    </a:prstClr>
                  </a:solidFill>
                  <a:latin typeface="方正正粗黑简体" pitchFamily="2" charset="-122"/>
                  <a:ea typeface="方正正粗黑简体" pitchFamily="2" charset="-122"/>
                </a:rPr>
                <a:t>36</a:t>
              </a:r>
              <a:r>
                <a:rPr lang="en-US" altLang="zh-CN" sz="2800" dirty="0">
                  <a:solidFill>
                    <a:prstClr val="black">
                      <a:lumMod val="65000"/>
                      <a:lumOff val="35000"/>
                    </a:prstClr>
                  </a:solidFill>
                  <a:latin typeface="方正正粗黑简体" pitchFamily="2" charset="-122"/>
                  <a:ea typeface="方正正粗黑简体" pitchFamily="2" charset="-122"/>
                </a:rPr>
                <a:t>%</a:t>
              </a:r>
              <a:endParaRPr lang="zh-CN" altLang="en-US" sz="4800" dirty="0">
                <a:solidFill>
                  <a:prstClr val="black">
                    <a:lumMod val="65000"/>
                    <a:lumOff val="35000"/>
                  </a:prstClr>
                </a:solidFill>
                <a:latin typeface="方正正粗黑简体" pitchFamily="2" charset="-122"/>
                <a:ea typeface="方正正粗黑简体" pitchFamily="2" charset="-122"/>
              </a:endParaRPr>
            </a:p>
          </p:txBody>
        </p:sp>
      </p:grpSp>
      <p:grpSp>
        <p:nvGrpSpPr>
          <p:cNvPr id="69" name="组合 68"/>
          <p:cNvGrpSpPr/>
          <p:nvPr/>
        </p:nvGrpSpPr>
        <p:grpSpPr>
          <a:xfrm>
            <a:off x="7492137" y="2611197"/>
            <a:ext cx="4399970" cy="2933313"/>
            <a:chOff x="230126" y="2180286"/>
            <a:chExt cx="4399970" cy="2933313"/>
          </a:xfrm>
        </p:grpSpPr>
        <p:graphicFrame>
          <p:nvGraphicFramePr>
            <p:cNvPr id="70" name="图表 69"/>
            <p:cNvGraphicFramePr/>
            <p:nvPr/>
          </p:nvGraphicFramePr>
          <p:xfrm>
            <a:off x="230126" y="2180286"/>
            <a:ext cx="4399970" cy="2933313"/>
          </p:xfrm>
          <a:graphic>
            <a:graphicData uri="http://schemas.openxmlformats.org/drawingml/2006/chart">
              <c:chart xmlns:c="http://schemas.openxmlformats.org/drawingml/2006/chart" xmlns:r="http://schemas.openxmlformats.org/officeDocument/2006/relationships" r:id="rId4"/>
            </a:graphicData>
          </a:graphic>
        </p:graphicFrame>
        <p:sp>
          <p:nvSpPr>
            <p:cNvPr id="71" name="TextBox 3"/>
            <p:cNvSpPr txBox="1"/>
            <p:nvPr/>
          </p:nvSpPr>
          <p:spPr>
            <a:xfrm>
              <a:off x="1828825" y="3171445"/>
              <a:ext cx="1441420" cy="830997"/>
            </a:xfrm>
            <a:prstGeom prst="rect">
              <a:avLst/>
            </a:prstGeom>
            <a:noFill/>
          </p:spPr>
          <p:txBody>
            <a:bodyPr wrap="none" rtlCol="0">
              <a:spAutoFit/>
            </a:bodyPr>
            <a:lstStyle/>
            <a:p>
              <a:r>
                <a:rPr lang="en-US" altLang="zh-CN" sz="4800" dirty="0">
                  <a:solidFill>
                    <a:prstClr val="black">
                      <a:lumMod val="65000"/>
                      <a:lumOff val="35000"/>
                    </a:prstClr>
                  </a:solidFill>
                  <a:latin typeface="方正正粗黑简体" pitchFamily="2" charset="-122"/>
                  <a:ea typeface="方正正粗黑简体" pitchFamily="2" charset="-122"/>
                </a:rPr>
                <a:t>20</a:t>
              </a:r>
              <a:r>
                <a:rPr lang="en-US" altLang="zh-CN" sz="2800" dirty="0">
                  <a:solidFill>
                    <a:prstClr val="black">
                      <a:lumMod val="65000"/>
                      <a:lumOff val="35000"/>
                    </a:prstClr>
                  </a:solidFill>
                  <a:latin typeface="方正正粗黑简体" pitchFamily="2" charset="-122"/>
                  <a:ea typeface="方正正粗黑简体" pitchFamily="2" charset="-122"/>
                </a:rPr>
                <a:t>%</a:t>
              </a:r>
              <a:endParaRPr lang="zh-CN" altLang="en-US" sz="4800" dirty="0">
                <a:solidFill>
                  <a:prstClr val="black">
                    <a:lumMod val="65000"/>
                    <a:lumOff val="35000"/>
                  </a:prstClr>
                </a:solidFill>
                <a:latin typeface="方正正粗黑简体" pitchFamily="2" charset="-122"/>
                <a:ea typeface="方正正粗黑简体" pitchFamily="2" charset="-122"/>
              </a:endParaRPr>
            </a:p>
          </p:txBody>
        </p:sp>
      </p:grpSp>
      <p:sp>
        <p:nvSpPr>
          <p:cNvPr id="72" name="Freeform 571"/>
          <p:cNvSpPr>
            <a:spLocks noEditPoints="1"/>
          </p:cNvSpPr>
          <p:nvPr/>
        </p:nvSpPr>
        <p:spPr bwMode="auto">
          <a:xfrm>
            <a:off x="2198367" y="5589828"/>
            <a:ext cx="1226406" cy="914518"/>
          </a:xfrm>
          <a:custGeom>
            <a:avLst/>
            <a:gdLst>
              <a:gd name="T0" fmla="*/ 505 w 540"/>
              <a:gd name="T1" fmla="*/ 161 h 402"/>
              <a:gd name="T2" fmla="*/ 540 w 540"/>
              <a:gd name="T3" fmla="*/ 196 h 402"/>
              <a:gd name="T4" fmla="*/ 0 w 540"/>
              <a:gd name="T5" fmla="*/ 196 h 402"/>
              <a:gd name="T6" fmla="*/ 51 w 540"/>
              <a:gd name="T7" fmla="*/ 154 h 402"/>
              <a:gd name="T8" fmla="*/ 127 w 540"/>
              <a:gd name="T9" fmla="*/ 65 h 402"/>
              <a:gd name="T10" fmla="*/ 146 w 540"/>
              <a:gd name="T11" fmla="*/ 69 h 402"/>
              <a:gd name="T12" fmla="*/ 181 w 540"/>
              <a:gd name="T13" fmla="*/ 19 h 402"/>
              <a:gd name="T14" fmla="*/ 238 w 540"/>
              <a:gd name="T15" fmla="*/ 0 h 402"/>
              <a:gd name="T16" fmla="*/ 318 w 540"/>
              <a:gd name="T17" fmla="*/ 34 h 402"/>
              <a:gd name="T18" fmla="*/ 364 w 540"/>
              <a:gd name="T19" fmla="*/ 23 h 402"/>
              <a:gd name="T20" fmla="*/ 437 w 540"/>
              <a:gd name="T21" fmla="*/ 96 h 402"/>
              <a:gd name="T22" fmla="*/ 452 w 540"/>
              <a:gd name="T23" fmla="*/ 92 h 402"/>
              <a:gd name="T24" fmla="*/ 494 w 540"/>
              <a:gd name="T25" fmla="*/ 107 h 402"/>
              <a:gd name="T26" fmla="*/ 509 w 540"/>
              <a:gd name="T27" fmla="*/ 146 h 402"/>
              <a:gd name="T28" fmla="*/ 505 w 540"/>
              <a:gd name="T29" fmla="*/ 161 h 402"/>
              <a:gd name="T30" fmla="*/ 284 w 540"/>
              <a:gd name="T31" fmla="*/ 226 h 402"/>
              <a:gd name="T32" fmla="*/ 253 w 540"/>
              <a:gd name="T33" fmla="*/ 276 h 402"/>
              <a:gd name="T34" fmla="*/ 311 w 540"/>
              <a:gd name="T35" fmla="*/ 287 h 402"/>
              <a:gd name="T36" fmla="*/ 215 w 540"/>
              <a:gd name="T37" fmla="*/ 402 h 402"/>
              <a:gd name="T38" fmla="*/ 245 w 540"/>
              <a:gd name="T39" fmla="*/ 314 h 402"/>
              <a:gd name="T40" fmla="*/ 188 w 540"/>
              <a:gd name="T41" fmla="*/ 299 h 402"/>
              <a:gd name="T42" fmla="*/ 234 w 540"/>
              <a:gd name="T43" fmla="*/ 226 h 402"/>
              <a:gd name="T44" fmla="*/ 284 w 540"/>
              <a:gd name="T45" fmla="*/ 226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40" h="402">
                <a:moveTo>
                  <a:pt x="505" y="161"/>
                </a:moveTo>
                <a:cubicBezTo>
                  <a:pt x="526" y="168"/>
                  <a:pt x="537" y="180"/>
                  <a:pt x="540" y="196"/>
                </a:cubicBezTo>
                <a:cubicBezTo>
                  <a:pt x="0" y="196"/>
                  <a:pt x="0" y="196"/>
                  <a:pt x="0" y="196"/>
                </a:cubicBezTo>
                <a:cubicBezTo>
                  <a:pt x="13" y="170"/>
                  <a:pt x="30" y="156"/>
                  <a:pt x="51" y="154"/>
                </a:cubicBezTo>
                <a:cubicBezTo>
                  <a:pt x="51" y="95"/>
                  <a:pt x="76" y="65"/>
                  <a:pt x="127" y="65"/>
                </a:cubicBezTo>
                <a:cubicBezTo>
                  <a:pt x="146" y="69"/>
                  <a:pt x="146" y="69"/>
                  <a:pt x="146" y="69"/>
                </a:cubicBezTo>
                <a:cubicBezTo>
                  <a:pt x="148" y="51"/>
                  <a:pt x="160" y="34"/>
                  <a:pt x="181" y="19"/>
                </a:cubicBezTo>
                <a:cubicBezTo>
                  <a:pt x="198" y="6"/>
                  <a:pt x="217" y="0"/>
                  <a:pt x="238" y="0"/>
                </a:cubicBezTo>
                <a:cubicBezTo>
                  <a:pt x="266" y="0"/>
                  <a:pt x="292" y="11"/>
                  <a:pt x="318" y="34"/>
                </a:cubicBezTo>
                <a:cubicBezTo>
                  <a:pt x="364" y="23"/>
                  <a:pt x="364" y="23"/>
                  <a:pt x="364" y="23"/>
                </a:cubicBezTo>
                <a:cubicBezTo>
                  <a:pt x="410" y="23"/>
                  <a:pt x="434" y="47"/>
                  <a:pt x="437" y="96"/>
                </a:cubicBezTo>
                <a:cubicBezTo>
                  <a:pt x="452" y="92"/>
                  <a:pt x="452" y="92"/>
                  <a:pt x="452" y="92"/>
                </a:cubicBezTo>
                <a:cubicBezTo>
                  <a:pt x="494" y="107"/>
                  <a:pt x="494" y="107"/>
                  <a:pt x="494" y="107"/>
                </a:cubicBezTo>
                <a:cubicBezTo>
                  <a:pt x="509" y="146"/>
                  <a:pt x="509" y="146"/>
                  <a:pt x="509" y="146"/>
                </a:cubicBezTo>
                <a:cubicBezTo>
                  <a:pt x="509" y="153"/>
                  <a:pt x="507" y="158"/>
                  <a:pt x="505" y="161"/>
                </a:cubicBezTo>
                <a:moveTo>
                  <a:pt x="284" y="226"/>
                </a:moveTo>
                <a:cubicBezTo>
                  <a:pt x="253" y="276"/>
                  <a:pt x="253" y="276"/>
                  <a:pt x="253" y="276"/>
                </a:cubicBezTo>
                <a:cubicBezTo>
                  <a:pt x="311" y="287"/>
                  <a:pt x="311" y="287"/>
                  <a:pt x="311" y="287"/>
                </a:cubicBezTo>
                <a:cubicBezTo>
                  <a:pt x="215" y="402"/>
                  <a:pt x="215" y="402"/>
                  <a:pt x="215" y="402"/>
                </a:cubicBezTo>
                <a:cubicBezTo>
                  <a:pt x="245" y="314"/>
                  <a:pt x="245" y="314"/>
                  <a:pt x="245" y="314"/>
                </a:cubicBezTo>
                <a:cubicBezTo>
                  <a:pt x="188" y="299"/>
                  <a:pt x="188" y="299"/>
                  <a:pt x="188" y="299"/>
                </a:cubicBezTo>
                <a:cubicBezTo>
                  <a:pt x="234" y="226"/>
                  <a:pt x="234" y="226"/>
                  <a:pt x="234" y="226"/>
                </a:cubicBezTo>
                <a:cubicBezTo>
                  <a:pt x="284" y="226"/>
                  <a:pt x="284" y="226"/>
                  <a:pt x="284" y="226"/>
                </a:cubicBezTo>
              </a:path>
            </a:pathLst>
          </a:custGeom>
          <a:solidFill>
            <a:srgbClr val="3A3635"/>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 name="Freeform 572"/>
          <p:cNvSpPr>
            <a:spLocks noEditPoints="1"/>
          </p:cNvSpPr>
          <p:nvPr/>
        </p:nvSpPr>
        <p:spPr bwMode="auto">
          <a:xfrm>
            <a:off x="5836160" y="5536581"/>
            <a:ext cx="1141416" cy="1021013"/>
          </a:xfrm>
          <a:custGeom>
            <a:avLst/>
            <a:gdLst>
              <a:gd name="T0" fmla="*/ 491 w 551"/>
              <a:gd name="T1" fmla="*/ 174 h 492"/>
              <a:gd name="T2" fmla="*/ 549 w 551"/>
              <a:gd name="T3" fmla="*/ 236 h 492"/>
              <a:gd name="T4" fmla="*/ 478 w 551"/>
              <a:gd name="T5" fmla="*/ 279 h 492"/>
              <a:gd name="T6" fmla="*/ 425 w 551"/>
              <a:gd name="T7" fmla="*/ 267 h 492"/>
              <a:gd name="T8" fmla="*/ 383 w 551"/>
              <a:gd name="T9" fmla="*/ 279 h 492"/>
              <a:gd name="T10" fmla="*/ 327 w 551"/>
              <a:gd name="T11" fmla="*/ 295 h 492"/>
              <a:gd name="T12" fmla="*/ 280 w 551"/>
              <a:gd name="T13" fmla="*/ 311 h 492"/>
              <a:gd name="T14" fmla="*/ 267 w 551"/>
              <a:gd name="T15" fmla="*/ 374 h 492"/>
              <a:gd name="T16" fmla="*/ 182 w 551"/>
              <a:gd name="T17" fmla="*/ 492 h 492"/>
              <a:gd name="T18" fmla="*/ 234 w 551"/>
              <a:gd name="T19" fmla="*/ 398 h 492"/>
              <a:gd name="T20" fmla="*/ 205 w 551"/>
              <a:gd name="T21" fmla="*/ 398 h 492"/>
              <a:gd name="T22" fmla="*/ 267 w 551"/>
              <a:gd name="T23" fmla="*/ 312 h 492"/>
              <a:gd name="T24" fmla="*/ 195 w 551"/>
              <a:gd name="T25" fmla="*/ 281 h 492"/>
              <a:gd name="T26" fmla="*/ 152 w 551"/>
              <a:gd name="T27" fmla="*/ 295 h 492"/>
              <a:gd name="T28" fmla="*/ 79 w 551"/>
              <a:gd name="T29" fmla="*/ 281 h 492"/>
              <a:gd name="T30" fmla="*/ 0 w 551"/>
              <a:gd name="T31" fmla="*/ 207 h 492"/>
              <a:gd name="T32" fmla="*/ 67 w 551"/>
              <a:gd name="T33" fmla="*/ 133 h 492"/>
              <a:gd name="T34" fmla="*/ 116 w 551"/>
              <a:gd name="T35" fmla="*/ 88 h 492"/>
              <a:gd name="T36" fmla="*/ 152 w 551"/>
              <a:gd name="T37" fmla="*/ 33 h 492"/>
              <a:gd name="T38" fmla="*/ 237 w 551"/>
              <a:gd name="T39" fmla="*/ 0 h 492"/>
              <a:gd name="T40" fmla="*/ 318 w 551"/>
              <a:gd name="T41" fmla="*/ 19 h 492"/>
              <a:gd name="T42" fmla="*/ 405 w 551"/>
              <a:gd name="T43" fmla="*/ 66 h 492"/>
              <a:gd name="T44" fmla="*/ 421 w 551"/>
              <a:gd name="T45" fmla="*/ 102 h 492"/>
              <a:gd name="T46" fmla="*/ 493 w 551"/>
              <a:gd name="T47" fmla="*/ 167 h 492"/>
              <a:gd name="T48" fmla="*/ 367 w 551"/>
              <a:gd name="T49" fmla="*/ 330 h 492"/>
              <a:gd name="T50" fmla="*/ 389 w 551"/>
              <a:gd name="T51" fmla="*/ 312 h 492"/>
              <a:gd name="T52" fmla="*/ 404 w 551"/>
              <a:gd name="T53" fmla="*/ 318 h 492"/>
              <a:gd name="T54" fmla="*/ 396 w 551"/>
              <a:gd name="T55" fmla="*/ 368 h 492"/>
              <a:gd name="T56" fmla="*/ 375 w 551"/>
              <a:gd name="T57" fmla="*/ 369 h 492"/>
              <a:gd name="T58" fmla="*/ 362 w 551"/>
              <a:gd name="T59" fmla="*/ 341 h 492"/>
              <a:gd name="T60" fmla="*/ 189 w 551"/>
              <a:gd name="T61" fmla="*/ 317 h 492"/>
              <a:gd name="T62" fmla="*/ 203 w 551"/>
              <a:gd name="T63" fmla="*/ 323 h 492"/>
              <a:gd name="T64" fmla="*/ 196 w 551"/>
              <a:gd name="T65" fmla="*/ 372 h 492"/>
              <a:gd name="T66" fmla="*/ 175 w 551"/>
              <a:gd name="T67" fmla="*/ 374 h 492"/>
              <a:gd name="T68" fmla="*/ 162 w 551"/>
              <a:gd name="T69" fmla="*/ 346 h 492"/>
              <a:gd name="T70" fmla="*/ 287 w 551"/>
              <a:gd name="T71" fmla="*/ 418 h 492"/>
              <a:gd name="T72" fmla="*/ 309 w 551"/>
              <a:gd name="T73" fmla="*/ 392 h 492"/>
              <a:gd name="T74" fmla="*/ 340 w 551"/>
              <a:gd name="T75" fmla="*/ 363 h 492"/>
              <a:gd name="T76" fmla="*/ 342 w 551"/>
              <a:gd name="T77" fmla="*/ 423 h 492"/>
              <a:gd name="T78" fmla="*/ 316 w 551"/>
              <a:gd name="T79" fmla="*/ 455 h 492"/>
              <a:gd name="T80" fmla="*/ 287 w 551"/>
              <a:gd name="T81" fmla="*/ 434 h 492"/>
              <a:gd name="T82" fmla="*/ 91 w 551"/>
              <a:gd name="T83" fmla="*/ 424 h 492"/>
              <a:gd name="T84" fmla="*/ 113 w 551"/>
              <a:gd name="T85" fmla="*/ 398 h 492"/>
              <a:gd name="T86" fmla="*/ 144 w 551"/>
              <a:gd name="T87" fmla="*/ 368 h 492"/>
              <a:gd name="T88" fmla="*/ 146 w 551"/>
              <a:gd name="T89" fmla="*/ 428 h 492"/>
              <a:gd name="T90" fmla="*/ 120 w 551"/>
              <a:gd name="T91" fmla="*/ 461 h 492"/>
              <a:gd name="T92" fmla="*/ 92 w 551"/>
              <a:gd name="T93" fmla="*/ 440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51" h="492">
                <a:moveTo>
                  <a:pt x="493" y="167"/>
                </a:moveTo>
                <a:cubicBezTo>
                  <a:pt x="491" y="174"/>
                  <a:pt x="491" y="174"/>
                  <a:pt x="491" y="174"/>
                </a:cubicBezTo>
                <a:cubicBezTo>
                  <a:pt x="510" y="179"/>
                  <a:pt x="525" y="187"/>
                  <a:pt x="535" y="199"/>
                </a:cubicBezTo>
                <a:cubicBezTo>
                  <a:pt x="546" y="211"/>
                  <a:pt x="551" y="223"/>
                  <a:pt x="549" y="236"/>
                </a:cubicBezTo>
                <a:cubicBezTo>
                  <a:pt x="547" y="249"/>
                  <a:pt x="539" y="259"/>
                  <a:pt x="526" y="267"/>
                </a:cubicBezTo>
                <a:cubicBezTo>
                  <a:pt x="513" y="275"/>
                  <a:pt x="497" y="279"/>
                  <a:pt x="478" y="279"/>
                </a:cubicBezTo>
                <a:cubicBezTo>
                  <a:pt x="461" y="278"/>
                  <a:pt x="461" y="278"/>
                  <a:pt x="461" y="278"/>
                </a:cubicBezTo>
                <a:cubicBezTo>
                  <a:pt x="449" y="276"/>
                  <a:pt x="437" y="272"/>
                  <a:pt x="425" y="267"/>
                </a:cubicBezTo>
                <a:cubicBezTo>
                  <a:pt x="416" y="275"/>
                  <a:pt x="405" y="280"/>
                  <a:pt x="392" y="280"/>
                </a:cubicBezTo>
                <a:cubicBezTo>
                  <a:pt x="383" y="279"/>
                  <a:pt x="383" y="279"/>
                  <a:pt x="383" y="279"/>
                </a:cubicBezTo>
                <a:cubicBezTo>
                  <a:pt x="373" y="277"/>
                  <a:pt x="363" y="272"/>
                  <a:pt x="356" y="264"/>
                </a:cubicBezTo>
                <a:cubicBezTo>
                  <a:pt x="349" y="276"/>
                  <a:pt x="339" y="287"/>
                  <a:pt x="327" y="295"/>
                </a:cubicBezTo>
                <a:cubicBezTo>
                  <a:pt x="314" y="303"/>
                  <a:pt x="300" y="308"/>
                  <a:pt x="285" y="311"/>
                </a:cubicBezTo>
                <a:cubicBezTo>
                  <a:pt x="280" y="311"/>
                  <a:pt x="280" y="311"/>
                  <a:pt x="280" y="311"/>
                </a:cubicBezTo>
                <a:cubicBezTo>
                  <a:pt x="246" y="376"/>
                  <a:pt x="246" y="376"/>
                  <a:pt x="246" y="376"/>
                </a:cubicBezTo>
                <a:cubicBezTo>
                  <a:pt x="267" y="374"/>
                  <a:pt x="267" y="374"/>
                  <a:pt x="267" y="374"/>
                </a:cubicBezTo>
                <a:cubicBezTo>
                  <a:pt x="269" y="375"/>
                  <a:pt x="269" y="375"/>
                  <a:pt x="269" y="375"/>
                </a:cubicBezTo>
                <a:cubicBezTo>
                  <a:pt x="182" y="492"/>
                  <a:pt x="182" y="492"/>
                  <a:pt x="182" y="492"/>
                </a:cubicBezTo>
                <a:cubicBezTo>
                  <a:pt x="180" y="490"/>
                  <a:pt x="180" y="490"/>
                  <a:pt x="180" y="490"/>
                </a:cubicBezTo>
                <a:cubicBezTo>
                  <a:pt x="234" y="398"/>
                  <a:pt x="234" y="398"/>
                  <a:pt x="234" y="398"/>
                </a:cubicBezTo>
                <a:cubicBezTo>
                  <a:pt x="207" y="400"/>
                  <a:pt x="207" y="400"/>
                  <a:pt x="207" y="400"/>
                </a:cubicBezTo>
                <a:cubicBezTo>
                  <a:pt x="205" y="398"/>
                  <a:pt x="205" y="398"/>
                  <a:pt x="205" y="398"/>
                </a:cubicBezTo>
                <a:cubicBezTo>
                  <a:pt x="273" y="312"/>
                  <a:pt x="273" y="312"/>
                  <a:pt x="273" y="312"/>
                </a:cubicBezTo>
                <a:cubicBezTo>
                  <a:pt x="267" y="312"/>
                  <a:pt x="267" y="312"/>
                  <a:pt x="267" y="312"/>
                </a:cubicBezTo>
                <a:cubicBezTo>
                  <a:pt x="253" y="312"/>
                  <a:pt x="239" y="309"/>
                  <a:pt x="226" y="304"/>
                </a:cubicBezTo>
                <a:cubicBezTo>
                  <a:pt x="214" y="298"/>
                  <a:pt x="204" y="291"/>
                  <a:pt x="195" y="281"/>
                </a:cubicBezTo>
                <a:cubicBezTo>
                  <a:pt x="186" y="291"/>
                  <a:pt x="174" y="296"/>
                  <a:pt x="160" y="296"/>
                </a:cubicBezTo>
                <a:cubicBezTo>
                  <a:pt x="152" y="295"/>
                  <a:pt x="152" y="295"/>
                  <a:pt x="152" y="295"/>
                </a:cubicBezTo>
                <a:cubicBezTo>
                  <a:pt x="136" y="292"/>
                  <a:pt x="125" y="284"/>
                  <a:pt x="118" y="271"/>
                </a:cubicBezTo>
                <a:cubicBezTo>
                  <a:pt x="106" y="277"/>
                  <a:pt x="93" y="281"/>
                  <a:pt x="79" y="281"/>
                </a:cubicBezTo>
                <a:cubicBezTo>
                  <a:pt x="57" y="281"/>
                  <a:pt x="38" y="273"/>
                  <a:pt x="23" y="259"/>
                </a:cubicBezTo>
                <a:cubicBezTo>
                  <a:pt x="7" y="244"/>
                  <a:pt x="0" y="227"/>
                  <a:pt x="0" y="207"/>
                </a:cubicBezTo>
                <a:cubicBezTo>
                  <a:pt x="0" y="188"/>
                  <a:pt x="6" y="172"/>
                  <a:pt x="19" y="158"/>
                </a:cubicBezTo>
                <a:cubicBezTo>
                  <a:pt x="32" y="144"/>
                  <a:pt x="48" y="136"/>
                  <a:pt x="67" y="133"/>
                </a:cubicBezTo>
                <a:cubicBezTo>
                  <a:pt x="68" y="121"/>
                  <a:pt x="73" y="110"/>
                  <a:pt x="83" y="101"/>
                </a:cubicBezTo>
                <a:cubicBezTo>
                  <a:pt x="92" y="93"/>
                  <a:pt x="104" y="88"/>
                  <a:pt x="116" y="88"/>
                </a:cubicBezTo>
                <a:cubicBezTo>
                  <a:pt x="121" y="88"/>
                  <a:pt x="126" y="89"/>
                  <a:pt x="129" y="90"/>
                </a:cubicBezTo>
                <a:cubicBezTo>
                  <a:pt x="128" y="69"/>
                  <a:pt x="135" y="50"/>
                  <a:pt x="152" y="33"/>
                </a:cubicBezTo>
                <a:cubicBezTo>
                  <a:pt x="169" y="16"/>
                  <a:pt x="191" y="6"/>
                  <a:pt x="217" y="2"/>
                </a:cubicBezTo>
                <a:cubicBezTo>
                  <a:pt x="237" y="0"/>
                  <a:pt x="237" y="0"/>
                  <a:pt x="237" y="0"/>
                </a:cubicBezTo>
                <a:cubicBezTo>
                  <a:pt x="263" y="0"/>
                  <a:pt x="285" y="7"/>
                  <a:pt x="303" y="21"/>
                </a:cubicBezTo>
                <a:cubicBezTo>
                  <a:pt x="318" y="19"/>
                  <a:pt x="318" y="19"/>
                  <a:pt x="318" y="19"/>
                </a:cubicBezTo>
                <a:cubicBezTo>
                  <a:pt x="336" y="19"/>
                  <a:pt x="354" y="24"/>
                  <a:pt x="372" y="36"/>
                </a:cubicBezTo>
                <a:cubicBezTo>
                  <a:pt x="386" y="44"/>
                  <a:pt x="397" y="54"/>
                  <a:pt x="405" y="66"/>
                </a:cubicBezTo>
                <a:cubicBezTo>
                  <a:pt x="414" y="78"/>
                  <a:pt x="418" y="90"/>
                  <a:pt x="418" y="102"/>
                </a:cubicBezTo>
                <a:cubicBezTo>
                  <a:pt x="421" y="102"/>
                  <a:pt x="421" y="102"/>
                  <a:pt x="421" y="102"/>
                </a:cubicBezTo>
                <a:cubicBezTo>
                  <a:pt x="442" y="105"/>
                  <a:pt x="460" y="113"/>
                  <a:pt x="474" y="126"/>
                </a:cubicBezTo>
                <a:cubicBezTo>
                  <a:pt x="489" y="138"/>
                  <a:pt x="495" y="152"/>
                  <a:pt x="493" y="167"/>
                </a:cubicBezTo>
                <a:moveTo>
                  <a:pt x="362" y="341"/>
                </a:moveTo>
                <a:cubicBezTo>
                  <a:pt x="362" y="337"/>
                  <a:pt x="364" y="333"/>
                  <a:pt x="367" y="330"/>
                </a:cubicBezTo>
                <a:cubicBezTo>
                  <a:pt x="380" y="320"/>
                  <a:pt x="380" y="320"/>
                  <a:pt x="380" y="320"/>
                </a:cubicBezTo>
                <a:cubicBezTo>
                  <a:pt x="389" y="312"/>
                  <a:pt x="389" y="312"/>
                  <a:pt x="389" y="312"/>
                </a:cubicBezTo>
                <a:cubicBezTo>
                  <a:pt x="404" y="296"/>
                  <a:pt x="404" y="296"/>
                  <a:pt x="404" y="296"/>
                </a:cubicBezTo>
                <a:cubicBezTo>
                  <a:pt x="404" y="318"/>
                  <a:pt x="404" y="318"/>
                  <a:pt x="404" y="318"/>
                </a:cubicBezTo>
                <a:cubicBezTo>
                  <a:pt x="404" y="323"/>
                  <a:pt x="404" y="331"/>
                  <a:pt x="405" y="345"/>
                </a:cubicBezTo>
                <a:cubicBezTo>
                  <a:pt x="405" y="355"/>
                  <a:pt x="402" y="363"/>
                  <a:pt x="396" y="368"/>
                </a:cubicBezTo>
                <a:cubicBezTo>
                  <a:pt x="393" y="370"/>
                  <a:pt x="389" y="371"/>
                  <a:pt x="385" y="371"/>
                </a:cubicBezTo>
                <a:cubicBezTo>
                  <a:pt x="375" y="369"/>
                  <a:pt x="375" y="369"/>
                  <a:pt x="375" y="369"/>
                </a:cubicBezTo>
                <a:cubicBezTo>
                  <a:pt x="368" y="366"/>
                  <a:pt x="364" y="361"/>
                  <a:pt x="362" y="354"/>
                </a:cubicBezTo>
                <a:cubicBezTo>
                  <a:pt x="360" y="350"/>
                  <a:pt x="360" y="345"/>
                  <a:pt x="362" y="341"/>
                </a:cubicBezTo>
                <a:moveTo>
                  <a:pt x="167" y="335"/>
                </a:moveTo>
                <a:cubicBezTo>
                  <a:pt x="189" y="317"/>
                  <a:pt x="189" y="317"/>
                  <a:pt x="189" y="317"/>
                </a:cubicBezTo>
                <a:cubicBezTo>
                  <a:pt x="204" y="301"/>
                  <a:pt x="204" y="301"/>
                  <a:pt x="204" y="301"/>
                </a:cubicBezTo>
                <a:cubicBezTo>
                  <a:pt x="203" y="323"/>
                  <a:pt x="203" y="323"/>
                  <a:pt x="203" y="323"/>
                </a:cubicBezTo>
                <a:cubicBezTo>
                  <a:pt x="205" y="349"/>
                  <a:pt x="205" y="349"/>
                  <a:pt x="205" y="349"/>
                </a:cubicBezTo>
                <a:cubicBezTo>
                  <a:pt x="205" y="360"/>
                  <a:pt x="202" y="367"/>
                  <a:pt x="196" y="372"/>
                </a:cubicBezTo>
                <a:cubicBezTo>
                  <a:pt x="193" y="374"/>
                  <a:pt x="190" y="376"/>
                  <a:pt x="185" y="376"/>
                </a:cubicBezTo>
                <a:cubicBezTo>
                  <a:pt x="175" y="374"/>
                  <a:pt x="175" y="374"/>
                  <a:pt x="175" y="374"/>
                </a:cubicBezTo>
                <a:cubicBezTo>
                  <a:pt x="168" y="371"/>
                  <a:pt x="164" y="366"/>
                  <a:pt x="162" y="358"/>
                </a:cubicBezTo>
                <a:cubicBezTo>
                  <a:pt x="160" y="355"/>
                  <a:pt x="160" y="351"/>
                  <a:pt x="162" y="346"/>
                </a:cubicBezTo>
                <a:cubicBezTo>
                  <a:pt x="162" y="341"/>
                  <a:pt x="164" y="338"/>
                  <a:pt x="167" y="335"/>
                </a:cubicBezTo>
                <a:moveTo>
                  <a:pt x="287" y="418"/>
                </a:moveTo>
                <a:cubicBezTo>
                  <a:pt x="288" y="413"/>
                  <a:pt x="291" y="408"/>
                  <a:pt x="294" y="405"/>
                </a:cubicBezTo>
                <a:cubicBezTo>
                  <a:pt x="309" y="392"/>
                  <a:pt x="309" y="392"/>
                  <a:pt x="309" y="392"/>
                </a:cubicBezTo>
                <a:cubicBezTo>
                  <a:pt x="322" y="382"/>
                  <a:pt x="322" y="382"/>
                  <a:pt x="322" y="382"/>
                </a:cubicBezTo>
                <a:cubicBezTo>
                  <a:pt x="340" y="363"/>
                  <a:pt x="340" y="363"/>
                  <a:pt x="340" y="363"/>
                </a:cubicBezTo>
                <a:cubicBezTo>
                  <a:pt x="340" y="390"/>
                  <a:pt x="340" y="390"/>
                  <a:pt x="340" y="390"/>
                </a:cubicBezTo>
                <a:cubicBezTo>
                  <a:pt x="340" y="395"/>
                  <a:pt x="340" y="406"/>
                  <a:pt x="342" y="423"/>
                </a:cubicBezTo>
                <a:cubicBezTo>
                  <a:pt x="342" y="436"/>
                  <a:pt x="338" y="446"/>
                  <a:pt x="330" y="451"/>
                </a:cubicBezTo>
                <a:cubicBezTo>
                  <a:pt x="326" y="454"/>
                  <a:pt x="322" y="455"/>
                  <a:pt x="316" y="455"/>
                </a:cubicBezTo>
                <a:cubicBezTo>
                  <a:pt x="304" y="453"/>
                  <a:pt x="304" y="453"/>
                  <a:pt x="304" y="453"/>
                </a:cubicBezTo>
                <a:cubicBezTo>
                  <a:pt x="296" y="449"/>
                  <a:pt x="290" y="443"/>
                  <a:pt x="287" y="434"/>
                </a:cubicBezTo>
                <a:cubicBezTo>
                  <a:pt x="286" y="429"/>
                  <a:pt x="286" y="424"/>
                  <a:pt x="287" y="418"/>
                </a:cubicBezTo>
                <a:moveTo>
                  <a:pt x="91" y="424"/>
                </a:moveTo>
                <a:cubicBezTo>
                  <a:pt x="92" y="418"/>
                  <a:pt x="95" y="414"/>
                  <a:pt x="99" y="410"/>
                </a:cubicBezTo>
                <a:cubicBezTo>
                  <a:pt x="102" y="407"/>
                  <a:pt x="107" y="403"/>
                  <a:pt x="113" y="398"/>
                </a:cubicBezTo>
                <a:cubicBezTo>
                  <a:pt x="125" y="388"/>
                  <a:pt x="125" y="388"/>
                  <a:pt x="125" y="388"/>
                </a:cubicBezTo>
                <a:cubicBezTo>
                  <a:pt x="144" y="368"/>
                  <a:pt x="144" y="368"/>
                  <a:pt x="144" y="368"/>
                </a:cubicBezTo>
                <a:cubicBezTo>
                  <a:pt x="144" y="396"/>
                  <a:pt x="144" y="396"/>
                  <a:pt x="144" y="396"/>
                </a:cubicBezTo>
                <a:cubicBezTo>
                  <a:pt x="146" y="428"/>
                  <a:pt x="146" y="428"/>
                  <a:pt x="146" y="428"/>
                </a:cubicBezTo>
                <a:cubicBezTo>
                  <a:pt x="146" y="442"/>
                  <a:pt x="142" y="451"/>
                  <a:pt x="134" y="457"/>
                </a:cubicBezTo>
                <a:cubicBezTo>
                  <a:pt x="131" y="460"/>
                  <a:pt x="126" y="461"/>
                  <a:pt x="120" y="461"/>
                </a:cubicBezTo>
                <a:cubicBezTo>
                  <a:pt x="116" y="461"/>
                  <a:pt x="112" y="460"/>
                  <a:pt x="108" y="459"/>
                </a:cubicBezTo>
                <a:cubicBezTo>
                  <a:pt x="100" y="455"/>
                  <a:pt x="94" y="449"/>
                  <a:pt x="92" y="440"/>
                </a:cubicBezTo>
                <a:cubicBezTo>
                  <a:pt x="90" y="435"/>
                  <a:pt x="90" y="430"/>
                  <a:pt x="91" y="424"/>
                </a:cubicBezTo>
              </a:path>
            </a:pathLst>
          </a:custGeom>
          <a:solidFill>
            <a:srgbClr val="3A3635"/>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 name="Freeform 573"/>
          <p:cNvSpPr>
            <a:spLocks noEditPoints="1"/>
          </p:cNvSpPr>
          <p:nvPr/>
        </p:nvSpPr>
        <p:spPr bwMode="auto">
          <a:xfrm>
            <a:off x="9464569" y="5472379"/>
            <a:ext cx="1067687" cy="970624"/>
          </a:xfrm>
          <a:custGeom>
            <a:avLst/>
            <a:gdLst>
              <a:gd name="T0" fmla="*/ 537 w 550"/>
              <a:gd name="T1" fmla="*/ 173 h 499"/>
              <a:gd name="T2" fmla="*/ 541 w 550"/>
              <a:gd name="T3" fmla="*/ 234 h 499"/>
              <a:gd name="T4" fmla="*/ 421 w 550"/>
              <a:gd name="T5" fmla="*/ 271 h 499"/>
              <a:gd name="T6" fmla="*/ 142 w 550"/>
              <a:gd name="T7" fmla="*/ 271 h 499"/>
              <a:gd name="T8" fmla="*/ 14 w 550"/>
              <a:gd name="T9" fmla="*/ 231 h 499"/>
              <a:gd name="T10" fmla="*/ 19 w 550"/>
              <a:gd name="T11" fmla="*/ 147 h 499"/>
              <a:gd name="T12" fmla="*/ 94 w 550"/>
              <a:gd name="T13" fmla="*/ 137 h 499"/>
              <a:gd name="T14" fmla="*/ 126 w 550"/>
              <a:gd name="T15" fmla="*/ 34 h 499"/>
              <a:gd name="T16" fmla="*/ 281 w 550"/>
              <a:gd name="T17" fmla="*/ 26 h 499"/>
              <a:gd name="T18" fmla="*/ 351 w 550"/>
              <a:gd name="T19" fmla="*/ 67 h 499"/>
              <a:gd name="T20" fmla="*/ 451 w 550"/>
              <a:gd name="T21" fmla="*/ 85 h 499"/>
              <a:gd name="T22" fmla="*/ 474 w 550"/>
              <a:gd name="T23" fmla="*/ 172 h 499"/>
              <a:gd name="T24" fmla="*/ 410 w 550"/>
              <a:gd name="T25" fmla="*/ 328 h 499"/>
              <a:gd name="T26" fmla="*/ 452 w 550"/>
              <a:gd name="T27" fmla="*/ 308 h 499"/>
              <a:gd name="T28" fmla="*/ 455 w 550"/>
              <a:gd name="T29" fmla="*/ 381 h 499"/>
              <a:gd name="T30" fmla="*/ 450 w 550"/>
              <a:gd name="T31" fmla="*/ 467 h 499"/>
              <a:gd name="T32" fmla="*/ 397 w 550"/>
              <a:gd name="T33" fmla="*/ 499 h 499"/>
              <a:gd name="T34" fmla="*/ 331 w 550"/>
              <a:gd name="T35" fmla="*/ 450 h 499"/>
              <a:gd name="T36" fmla="*/ 347 w 550"/>
              <a:gd name="T37" fmla="*/ 381 h 499"/>
              <a:gd name="T38" fmla="*/ 410 w 550"/>
              <a:gd name="T39" fmla="*/ 328 h 499"/>
              <a:gd name="T40" fmla="*/ 153 w 550"/>
              <a:gd name="T41" fmla="*/ 288 h 499"/>
              <a:gd name="T42" fmla="*/ 155 w 550"/>
              <a:gd name="T43" fmla="*/ 377 h 499"/>
              <a:gd name="T44" fmla="*/ 150 w 550"/>
              <a:gd name="T45" fmla="*/ 456 h 499"/>
              <a:gd name="T46" fmla="*/ 102 w 550"/>
              <a:gd name="T47" fmla="*/ 486 h 499"/>
              <a:gd name="T48" fmla="*/ 41 w 550"/>
              <a:gd name="T49" fmla="*/ 440 h 499"/>
              <a:gd name="T50" fmla="*/ 56 w 550"/>
              <a:gd name="T51" fmla="*/ 378 h 499"/>
              <a:gd name="T52" fmla="*/ 114 w 550"/>
              <a:gd name="T53" fmla="*/ 329 h 499"/>
              <a:gd name="T54" fmla="*/ 283 w 550"/>
              <a:gd name="T55" fmla="*/ 367 h 499"/>
              <a:gd name="T56" fmla="*/ 280 w 550"/>
              <a:gd name="T57" fmla="*/ 419 h 499"/>
              <a:gd name="T58" fmla="*/ 248 w 550"/>
              <a:gd name="T59" fmla="*/ 439 h 499"/>
              <a:gd name="T60" fmla="*/ 208 w 550"/>
              <a:gd name="T61" fmla="*/ 409 h 499"/>
              <a:gd name="T62" fmla="*/ 218 w 550"/>
              <a:gd name="T63" fmla="*/ 367 h 499"/>
              <a:gd name="T64" fmla="*/ 256 w 550"/>
              <a:gd name="T65" fmla="*/ 335 h 499"/>
              <a:gd name="T66" fmla="*/ 282 w 550"/>
              <a:gd name="T67" fmla="*/ 346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50" h="499">
                <a:moveTo>
                  <a:pt x="505" y="159"/>
                </a:moveTo>
                <a:cubicBezTo>
                  <a:pt x="517" y="159"/>
                  <a:pt x="528" y="164"/>
                  <a:pt x="537" y="173"/>
                </a:cubicBezTo>
                <a:cubicBezTo>
                  <a:pt x="546" y="182"/>
                  <a:pt x="550" y="193"/>
                  <a:pt x="550" y="205"/>
                </a:cubicBezTo>
                <a:cubicBezTo>
                  <a:pt x="550" y="216"/>
                  <a:pt x="547" y="226"/>
                  <a:pt x="541" y="234"/>
                </a:cubicBezTo>
                <a:cubicBezTo>
                  <a:pt x="534" y="242"/>
                  <a:pt x="526" y="247"/>
                  <a:pt x="515" y="250"/>
                </a:cubicBezTo>
                <a:cubicBezTo>
                  <a:pt x="494" y="259"/>
                  <a:pt x="463" y="266"/>
                  <a:pt x="421" y="271"/>
                </a:cubicBezTo>
                <a:cubicBezTo>
                  <a:pt x="378" y="276"/>
                  <a:pt x="330" y="279"/>
                  <a:pt x="278" y="279"/>
                </a:cubicBezTo>
                <a:cubicBezTo>
                  <a:pt x="229" y="279"/>
                  <a:pt x="184" y="276"/>
                  <a:pt x="142" y="271"/>
                </a:cubicBezTo>
                <a:cubicBezTo>
                  <a:pt x="101" y="267"/>
                  <a:pt x="70" y="260"/>
                  <a:pt x="48" y="253"/>
                </a:cubicBezTo>
                <a:cubicBezTo>
                  <a:pt x="34" y="249"/>
                  <a:pt x="23" y="242"/>
                  <a:pt x="14" y="231"/>
                </a:cubicBezTo>
                <a:cubicBezTo>
                  <a:pt x="5" y="219"/>
                  <a:pt x="0" y="206"/>
                  <a:pt x="0" y="192"/>
                </a:cubicBezTo>
                <a:cubicBezTo>
                  <a:pt x="0" y="174"/>
                  <a:pt x="6" y="160"/>
                  <a:pt x="19" y="147"/>
                </a:cubicBezTo>
                <a:cubicBezTo>
                  <a:pt x="31" y="135"/>
                  <a:pt x="45" y="129"/>
                  <a:pt x="63" y="129"/>
                </a:cubicBezTo>
                <a:cubicBezTo>
                  <a:pt x="74" y="129"/>
                  <a:pt x="84" y="132"/>
                  <a:pt x="94" y="137"/>
                </a:cubicBezTo>
                <a:cubicBezTo>
                  <a:pt x="92" y="129"/>
                  <a:pt x="92" y="122"/>
                  <a:pt x="92" y="117"/>
                </a:cubicBezTo>
                <a:cubicBezTo>
                  <a:pt x="92" y="85"/>
                  <a:pt x="103" y="57"/>
                  <a:pt x="126" y="34"/>
                </a:cubicBezTo>
                <a:cubicBezTo>
                  <a:pt x="148" y="12"/>
                  <a:pt x="176" y="0"/>
                  <a:pt x="208" y="0"/>
                </a:cubicBezTo>
                <a:cubicBezTo>
                  <a:pt x="235" y="0"/>
                  <a:pt x="259" y="9"/>
                  <a:pt x="281" y="26"/>
                </a:cubicBezTo>
                <a:cubicBezTo>
                  <a:pt x="301" y="43"/>
                  <a:pt x="315" y="64"/>
                  <a:pt x="321" y="90"/>
                </a:cubicBezTo>
                <a:cubicBezTo>
                  <a:pt x="329" y="80"/>
                  <a:pt x="339" y="73"/>
                  <a:pt x="351" y="67"/>
                </a:cubicBezTo>
                <a:cubicBezTo>
                  <a:pt x="363" y="61"/>
                  <a:pt x="375" y="59"/>
                  <a:pt x="389" y="59"/>
                </a:cubicBezTo>
                <a:cubicBezTo>
                  <a:pt x="413" y="59"/>
                  <a:pt x="434" y="67"/>
                  <a:pt x="451" y="85"/>
                </a:cubicBezTo>
                <a:cubicBezTo>
                  <a:pt x="468" y="102"/>
                  <a:pt x="477" y="123"/>
                  <a:pt x="477" y="147"/>
                </a:cubicBezTo>
                <a:cubicBezTo>
                  <a:pt x="477" y="156"/>
                  <a:pt x="476" y="164"/>
                  <a:pt x="474" y="172"/>
                </a:cubicBezTo>
                <a:cubicBezTo>
                  <a:pt x="482" y="163"/>
                  <a:pt x="493" y="159"/>
                  <a:pt x="505" y="159"/>
                </a:cubicBezTo>
                <a:moveTo>
                  <a:pt x="410" y="328"/>
                </a:moveTo>
                <a:cubicBezTo>
                  <a:pt x="453" y="284"/>
                  <a:pt x="453" y="284"/>
                  <a:pt x="453" y="284"/>
                </a:cubicBezTo>
                <a:cubicBezTo>
                  <a:pt x="452" y="308"/>
                  <a:pt x="452" y="308"/>
                  <a:pt x="452" y="308"/>
                </a:cubicBezTo>
                <a:cubicBezTo>
                  <a:pt x="452" y="347"/>
                  <a:pt x="452" y="347"/>
                  <a:pt x="452" y="347"/>
                </a:cubicBezTo>
                <a:cubicBezTo>
                  <a:pt x="455" y="381"/>
                  <a:pt x="455" y="381"/>
                  <a:pt x="455" y="381"/>
                </a:cubicBezTo>
                <a:cubicBezTo>
                  <a:pt x="457" y="398"/>
                  <a:pt x="457" y="412"/>
                  <a:pt x="457" y="423"/>
                </a:cubicBezTo>
                <a:cubicBezTo>
                  <a:pt x="457" y="442"/>
                  <a:pt x="455" y="456"/>
                  <a:pt x="450" y="467"/>
                </a:cubicBezTo>
                <a:cubicBezTo>
                  <a:pt x="446" y="475"/>
                  <a:pt x="440" y="483"/>
                  <a:pt x="431" y="489"/>
                </a:cubicBezTo>
                <a:cubicBezTo>
                  <a:pt x="421" y="496"/>
                  <a:pt x="410" y="499"/>
                  <a:pt x="397" y="499"/>
                </a:cubicBezTo>
                <a:cubicBezTo>
                  <a:pt x="388" y="499"/>
                  <a:pt x="379" y="498"/>
                  <a:pt x="370" y="494"/>
                </a:cubicBezTo>
                <a:cubicBezTo>
                  <a:pt x="351" y="486"/>
                  <a:pt x="338" y="471"/>
                  <a:pt x="331" y="450"/>
                </a:cubicBezTo>
                <a:cubicBezTo>
                  <a:pt x="327" y="439"/>
                  <a:pt x="327" y="426"/>
                  <a:pt x="330" y="413"/>
                </a:cubicBezTo>
                <a:cubicBezTo>
                  <a:pt x="333" y="400"/>
                  <a:pt x="339" y="389"/>
                  <a:pt x="347" y="381"/>
                </a:cubicBezTo>
                <a:cubicBezTo>
                  <a:pt x="356" y="373"/>
                  <a:pt x="367" y="363"/>
                  <a:pt x="382" y="352"/>
                </a:cubicBezTo>
                <a:cubicBezTo>
                  <a:pt x="410" y="328"/>
                  <a:pt x="410" y="328"/>
                  <a:pt x="410" y="328"/>
                </a:cubicBezTo>
                <a:moveTo>
                  <a:pt x="114" y="329"/>
                </a:moveTo>
                <a:cubicBezTo>
                  <a:pt x="153" y="288"/>
                  <a:pt x="153" y="288"/>
                  <a:pt x="153" y="288"/>
                </a:cubicBezTo>
                <a:cubicBezTo>
                  <a:pt x="152" y="346"/>
                  <a:pt x="152" y="346"/>
                  <a:pt x="152" y="346"/>
                </a:cubicBezTo>
                <a:cubicBezTo>
                  <a:pt x="155" y="377"/>
                  <a:pt x="155" y="377"/>
                  <a:pt x="155" y="377"/>
                </a:cubicBezTo>
                <a:cubicBezTo>
                  <a:pt x="156" y="393"/>
                  <a:pt x="157" y="406"/>
                  <a:pt x="157" y="416"/>
                </a:cubicBezTo>
                <a:cubicBezTo>
                  <a:pt x="157" y="433"/>
                  <a:pt x="155" y="446"/>
                  <a:pt x="150" y="456"/>
                </a:cubicBezTo>
                <a:cubicBezTo>
                  <a:pt x="146" y="464"/>
                  <a:pt x="141" y="471"/>
                  <a:pt x="132" y="477"/>
                </a:cubicBezTo>
                <a:cubicBezTo>
                  <a:pt x="124" y="483"/>
                  <a:pt x="114" y="486"/>
                  <a:pt x="102" y="486"/>
                </a:cubicBezTo>
                <a:cubicBezTo>
                  <a:pt x="93" y="486"/>
                  <a:pt x="85" y="484"/>
                  <a:pt x="77" y="481"/>
                </a:cubicBezTo>
                <a:cubicBezTo>
                  <a:pt x="59" y="473"/>
                  <a:pt x="47" y="459"/>
                  <a:pt x="41" y="440"/>
                </a:cubicBezTo>
                <a:cubicBezTo>
                  <a:pt x="38" y="430"/>
                  <a:pt x="38" y="419"/>
                  <a:pt x="41" y="407"/>
                </a:cubicBezTo>
                <a:cubicBezTo>
                  <a:pt x="43" y="395"/>
                  <a:pt x="49" y="385"/>
                  <a:pt x="56" y="378"/>
                </a:cubicBezTo>
                <a:cubicBezTo>
                  <a:pt x="64" y="370"/>
                  <a:pt x="75" y="361"/>
                  <a:pt x="88" y="350"/>
                </a:cubicBezTo>
                <a:cubicBezTo>
                  <a:pt x="114" y="329"/>
                  <a:pt x="114" y="329"/>
                  <a:pt x="114" y="329"/>
                </a:cubicBezTo>
                <a:moveTo>
                  <a:pt x="282" y="346"/>
                </a:moveTo>
                <a:cubicBezTo>
                  <a:pt x="283" y="367"/>
                  <a:pt x="283" y="367"/>
                  <a:pt x="283" y="367"/>
                </a:cubicBezTo>
                <a:cubicBezTo>
                  <a:pt x="284" y="377"/>
                  <a:pt x="285" y="386"/>
                  <a:pt x="285" y="393"/>
                </a:cubicBezTo>
                <a:cubicBezTo>
                  <a:pt x="285" y="404"/>
                  <a:pt x="283" y="413"/>
                  <a:pt x="280" y="419"/>
                </a:cubicBezTo>
                <a:cubicBezTo>
                  <a:pt x="278" y="425"/>
                  <a:pt x="274" y="429"/>
                  <a:pt x="269" y="433"/>
                </a:cubicBezTo>
                <a:cubicBezTo>
                  <a:pt x="263" y="437"/>
                  <a:pt x="256" y="439"/>
                  <a:pt x="248" y="439"/>
                </a:cubicBezTo>
                <a:cubicBezTo>
                  <a:pt x="243" y="439"/>
                  <a:pt x="237" y="438"/>
                  <a:pt x="231" y="436"/>
                </a:cubicBezTo>
                <a:cubicBezTo>
                  <a:pt x="220" y="430"/>
                  <a:pt x="212" y="422"/>
                  <a:pt x="208" y="409"/>
                </a:cubicBezTo>
                <a:cubicBezTo>
                  <a:pt x="206" y="402"/>
                  <a:pt x="205" y="395"/>
                  <a:pt x="207" y="387"/>
                </a:cubicBezTo>
                <a:cubicBezTo>
                  <a:pt x="209" y="378"/>
                  <a:pt x="213" y="372"/>
                  <a:pt x="218" y="367"/>
                </a:cubicBezTo>
                <a:cubicBezTo>
                  <a:pt x="223" y="362"/>
                  <a:pt x="230" y="356"/>
                  <a:pt x="239" y="349"/>
                </a:cubicBezTo>
                <a:cubicBezTo>
                  <a:pt x="256" y="335"/>
                  <a:pt x="256" y="335"/>
                  <a:pt x="256" y="335"/>
                </a:cubicBezTo>
                <a:cubicBezTo>
                  <a:pt x="282" y="308"/>
                  <a:pt x="282" y="308"/>
                  <a:pt x="282" y="308"/>
                </a:cubicBezTo>
                <a:cubicBezTo>
                  <a:pt x="282" y="346"/>
                  <a:pt x="282" y="346"/>
                  <a:pt x="282" y="346"/>
                </a:cubicBezTo>
              </a:path>
            </a:pathLst>
          </a:custGeom>
          <a:solidFill>
            <a:srgbClr val="3A3635"/>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 name="文本框 75"/>
          <p:cNvSpPr txBox="1"/>
          <p:nvPr/>
        </p:nvSpPr>
        <p:spPr>
          <a:xfrm>
            <a:off x="3641450" y="1801870"/>
            <a:ext cx="4909101" cy="584775"/>
          </a:xfrm>
          <a:prstGeom prst="rect">
            <a:avLst/>
          </a:prstGeom>
          <a:noFill/>
        </p:spPr>
        <p:txBody>
          <a:bodyPr wrap="none" rtlCol="0">
            <a:spAutoFit/>
          </a:bodyPr>
          <a:lstStyle/>
          <a:p>
            <a:r>
              <a:rPr lang="en-US" altLang="zh-CN" sz="3200" b="1" dirty="0">
                <a:solidFill>
                  <a:prstClr val="black">
                    <a:lumMod val="65000"/>
                    <a:lumOff val="35000"/>
                  </a:prstClr>
                </a:solidFill>
                <a:latin typeface="微软雅黑" panose="020B0503020204020204" pitchFamily="34" charset="-122"/>
              </a:rPr>
              <a:t>ADD YOUR TITLE HERE</a:t>
            </a:r>
            <a:endParaRPr lang="zh-CN" altLang="en-US" sz="3200" b="1" dirty="0">
              <a:solidFill>
                <a:prstClr val="black">
                  <a:lumMod val="65000"/>
                  <a:lumOff val="35000"/>
                </a:prstClr>
              </a:solidFill>
              <a:latin typeface="微软雅黑" panose="020B0503020204020204" pitchFamily="34" charset="-122"/>
            </a:endParaRPr>
          </a:p>
        </p:txBody>
      </p:sp>
      <p:sp>
        <p:nvSpPr>
          <p:cNvPr id="17" name="矩形 39"/>
          <p:cNvSpPr/>
          <p:nvPr/>
        </p:nvSpPr>
        <p:spPr>
          <a:xfrm>
            <a:off x="0" y="203088"/>
            <a:ext cx="1760418" cy="523220"/>
          </a:xfrm>
          <a:prstGeom prst="rect">
            <a:avLst/>
          </a:prstGeom>
          <a:noFill/>
        </p:spPr>
        <p:txBody>
          <a:bodyPr wrap="none" rtlCol="0">
            <a:spAutoFit/>
          </a:bodyPr>
          <a:lstStyle/>
          <a:p>
            <a:r>
              <a:rPr lang="zh-CN" altLang="en-US" sz="2800" b="1" dirty="0">
                <a:solidFill>
                  <a:schemeClr val="tx1">
                    <a:lumMod val="65000"/>
                    <a:lumOff val="35000"/>
                  </a:schemeClr>
                </a:solidFill>
              </a:rPr>
              <a:t>饼</a:t>
            </a:r>
            <a:r>
              <a:rPr lang="en-US" altLang="zh-CN" sz="2800" b="1" dirty="0">
                <a:solidFill>
                  <a:schemeClr val="tx1">
                    <a:lumMod val="65000"/>
                    <a:lumOff val="35000"/>
                  </a:schemeClr>
                </a:solidFill>
              </a:rPr>
              <a:t>/</a:t>
            </a:r>
            <a:r>
              <a:rPr lang="zh-CN" altLang="en-US" sz="2800" b="1">
                <a:solidFill>
                  <a:schemeClr val="tx1">
                    <a:lumMod val="65000"/>
                    <a:lumOff val="35000"/>
                  </a:schemeClr>
                </a:solidFill>
              </a:rPr>
              <a:t>环形图</a:t>
            </a:r>
          </a:p>
        </p:txBody>
      </p:sp>
    </p:spTree>
    <p:extLst>
      <p:ext uri="{BB962C8B-B14F-4D97-AF65-F5344CB8AC3E}">
        <p14:creationId xmlns:p14="http://schemas.microsoft.com/office/powerpoint/2010/main" val="520932930"/>
      </p:ext>
    </p:extLst>
  </p:cSld>
  <p:clrMapOvr>
    <a:masterClrMapping/>
  </p:clrMapOvr>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p:cNvGrpSpPr/>
          <p:nvPr/>
        </p:nvGrpSpPr>
        <p:grpSpPr>
          <a:xfrm>
            <a:off x="6962747" y="2737601"/>
            <a:ext cx="4735900" cy="3572905"/>
            <a:chOff x="1785835" y="1868775"/>
            <a:chExt cx="4735900" cy="3572905"/>
          </a:xfrm>
        </p:grpSpPr>
        <p:sp>
          <p:nvSpPr>
            <p:cNvPr id="2" name="椭圆 1"/>
            <p:cNvSpPr/>
            <p:nvPr/>
          </p:nvSpPr>
          <p:spPr>
            <a:xfrm>
              <a:off x="2971967" y="2681229"/>
              <a:ext cx="2363637" cy="2363637"/>
            </a:xfrm>
            <a:prstGeom prst="ellipse">
              <a:avLst/>
            </a:prstGeom>
            <a:solidFill>
              <a:srgbClr val="245A6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aphicFrame>
          <p:nvGraphicFramePr>
            <p:cNvPr id="7" name="图表 6"/>
            <p:cNvGraphicFramePr/>
            <p:nvPr/>
          </p:nvGraphicFramePr>
          <p:xfrm>
            <a:off x="1785835" y="2284413"/>
            <a:ext cx="4735900" cy="3157267"/>
          </p:xfrm>
          <a:graphic>
            <a:graphicData uri="http://schemas.openxmlformats.org/drawingml/2006/chart">
              <c:chart xmlns:c="http://schemas.openxmlformats.org/drawingml/2006/chart" xmlns:r="http://schemas.openxmlformats.org/officeDocument/2006/relationships" r:id="rId2"/>
            </a:graphicData>
          </a:graphic>
        </p:graphicFrame>
        <p:sp>
          <p:nvSpPr>
            <p:cNvPr id="128" name="Freeform 89"/>
            <p:cNvSpPr>
              <a:spLocks/>
            </p:cNvSpPr>
            <p:nvPr/>
          </p:nvSpPr>
          <p:spPr bwMode="auto">
            <a:xfrm>
              <a:off x="4615368" y="2244810"/>
              <a:ext cx="573088" cy="638175"/>
            </a:xfrm>
            <a:custGeom>
              <a:avLst/>
              <a:gdLst>
                <a:gd name="T0" fmla="*/ 12 w 361"/>
                <a:gd name="T1" fmla="*/ 402 h 402"/>
                <a:gd name="T2" fmla="*/ 145 w 361"/>
                <a:gd name="T3" fmla="*/ 13 h 402"/>
                <a:gd name="T4" fmla="*/ 361 w 361"/>
                <a:gd name="T5" fmla="*/ 13 h 402"/>
                <a:gd name="T6" fmla="*/ 361 w 361"/>
                <a:gd name="T7" fmla="*/ 0 h 402"/>
                <a:gd name="T8" fmla="*/ 139 w 361"/>
                <a:gd name="T9" fmla="*/ 0 h 402"/>
                <a:gd name="T10" fmla="*/ 0 w 361"/>
                <a:gd name="T11" fmla="*/ 396 h 402"/>
                <a:gd name="T12" fmla="*/ 12 w 361"/>
                <a:gd name="T13" fmla="*/ 402 h 402"/>
              </a:gdLst>
              <a:ahLst/>
              <a:cxnLst>
                <a:cxn ang="0">
                  <a:pos x="T0" y="T1"/>
                </a:cxn>
                <a:cxn ang="0">
                  <a:pos x="T2" y="T3"/>
                </a:cxn>
                <a:cxn ang="0">
                  <a:pos x="T4" y="T5"/>
                </a:cxn>
                <a:cxn ang="0">
                  <a:pos x="T6" y="T7"/>
                </a:cxn>
                <a:cxn ang="0">
                  <a:pos x="T8" y="T9"/>
                </a:cxn>
                <a:cxn ang="0">
                  <a:pos x="T10" y="T11"/>
                </a:cxn>
                <a:cxn ang="0">
                  <a:pos x="T12" y="T13"/>
                </a:cxn>
              </a:cxnLst>
              <a:rect l="0" t="0" r="r" b="b"/>
              <a:pathLst>
                <a:path w="361" h="402">
                  <a:moveTo>
                    <a:pt x="12" y="402"/>
                  </a:moveTo>
                  <a:lnTo>
                    <a:pt x="145" y="13"/>
                  </a:lnTo>
                  <a:lnTo>
                    <a:pt x="361" y="13"/>
                  </a:lnTo>
                  <a:lnTo>
                    <a:pt x="361" y="0"/>
                  </a:lnTo>
                  <a:lnTo>
                    <a:pt x="139" y="0"/>
                  </a:lnTo>
                  <a:lnTo>
                    <a:pt x="0" y="396"/>
                  </a:lnTo>
                  <a:lnTo>
                    <a:pt x="12" y="402"/>
                  </a:lnTo>
                  <a:close/>
                </a:path>
              </a:pathLst>
            </a:custGeom>
            <a:solidFill>
              <a:srgbClr val="3E3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 name="Freeform 93"/>
            <p:cNvSpPr>
              <a:spLocks/>
            </p:cNvSpPr>
            <p:nvPr/>
          </p:nvSpPr>
          <p:spPr bwMode="auto">
            <a:xfrm>
              <a:off x="5319357" y="3259015"/>
              <a:ext cx="908050" cy="214313"/>
            </a:xfrm>
            <a:custGeom>
              <a:avLst/>
              <a:gdLst>
                <a:gd name="T0" fmla="*/ 0 w 572"/>
                <a:gd name="T1" fmla="*/ 135 h 135"/>
                <a:gd name="T2" fmla="*/ 356 w 572"/>
                <a:gd name="T3" fmla="*/ 13 h 135"/>
                <a:gd name="T4" fmla="*/ 572 w 572"/>
                <a:gd name="T5" fmla="*/ 13 h 135"/>
                <a:gd name="T6" fmla="*/ 572 w 572"/>
                <a:gd name="T7" fmla="*/ 0 h 135"/>
                <a:gd name="T8" fmla="*/ 349 w 572"/>
                <a:gd name="T9" fmla="*/ 0 h 135"/>
                <a:gd name="T10" fmla="*/ 0 w 572"/>
                <a:gd name="T11" fmla="*/ 128 h 135"/>
                <a:gd name="T12" fmla="*/ 0 w 572"/>
                <a:gd name="T13" fmla="*/ 135 h 135"/>
              </a:gdLst>
              <a:ahLst/>
              <a:cxnLst>
                <a:cxn ang="0">
                  <a:pos x="T0" y="T1"/>
                </a:cxn>
                <a:cxn ang="0">
                  <a:pos x="T2" y="T3"/>
                </a:cxn>
                <a:cxn ang="0">
                  <a:pos x="T4" y="T5"/>
                </a:cxn>
                <a:cxn ang="0">
                  <a:pos x="T6" y="T7"/>
                </a:cxn>
                <a:cxn ang="0">
                  <a:pos x="T8" y="T9"/>
                </a:cxn>
                <a:cxn ang="0">
                  <a:pos x="T10" y="T11"/>
                </a:cxn>
                <a:cxn ang="0">
                  <a:pos x="T12" y="T13"/>
                </a:cxn>
              </a:cxnLst>
              <a:rect l="0" t="0" r="r" b="b"/>
              <a:pathLst>
                <a:path w="572" h="135">
                  <a:moveTo>
                    <a:pt x="0" y="135"/>
                  </a:moveTo>
                  <a:lnTo>
                    <a:pt x="356" y="13"/>
                  </a:lnTo>
                  <a:lnTo>
                    <a:pt x="572" y="13"/>
                  </a:lnTo>
                  <a:lnTo>
                    <a:pt x="572" y="0"/>
                  </a:lnTo>
                  <a:lnTo>
                    <a:pt x="349" y="0"/>
                  </a:lnTo>
                  <a:lnTo>
                    <a:pt x="0" y="128"/>
                  </a:lnTo>
                  <a:lnTo>
                    <a:pt x="0" y="135"/>
                  </a:lnTo>
                  <a:close/>
                </a:path>
              </a:pathLst>
            </a:custGeom>
            <a:solidFill>
              <a:srgbClr val="3E3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 name="Freeform 97"/>
            <p:cNvSpPr>
              <a:spLocks/>
            </p:cNvSpPr>
            <p:nvPr/>
          </p:nvSpPr>
          <p:spPr bwMode="auto">
            <a:xfrm>
              <a:off x="5046492" y="4518342"/>
              <a:ext cx="735013" cy="628650"/>
            </a:xfrm>
            <a:custGeom>
              <a:avLst/>
              <a:gdLst>
                <a:gd name="T0" fmla="*/ 0 w 463"/>
                <a:gd name="T1" fmla="*/ 7 h 396"/>
                <a:gd name="T2" fmla="*/ 196 w 463"/>
                <a:gd name="T3" fmla="*/ 396 h 396"/>
                <a:gd name="T4" fmla="*/ 463 w 463"/>
                <a:gd name="T5" fmla="*/ 396 h 396"/>
                <a:gd name="T6" fmla="*/ 463 w 463"/>
                <a:gd name="T7" fmla="*/ 384 h 396"/>
                <a:gd name="T8" fmla="*/ 203 w 463"/>
                <a:gd name="T9" fmla="*/ 384 h 396"/>
                <a:gd name="T10" fmla="*/ 12 w 463"/>
                <a:gd name="T11" fmla="*/ 0 h 396"/>
                <a:gd name="T12" fmla="*/ 0 w 463"/>
                <a:gd name="T13" fmla="*/ 7 h 396"/>
              </a:gdLst>
              <a:ahLst/>
              <a:cxnLst>
                <a:cxn ang="0">
                  <a:pos x="T0" y="T1"/>
                </a:cxn>
                <a:cxn ang="0">
                  <a:pos x="T2" y="T3"/>
                </a:cxn>
                <a:cxn ang="0">
                  <a:pos x="T4" y="T5"/>
                </a:cxn>
                <a:cxn ang="0">
                  <a:pos x="T6" y="T7"/>
                </a:cxn>
                <a:cxn ang="0">
                  <a:pos x="T8" y="T9"/>
                </a:cxn>
                <a:cxn ang="0">
                  <a:pos x="T10" y="T11"/>
                </a:cxn>
                <a:cxn ang="0">
                  <a:pos x="T12" y="T13"/>
                </a:cxn>
              </a:cxnLst>
              <a:rect l="0" t="0" r="r" b="b"/>
              <a:pathLst>
                <a:path w="463" h="396">
                  <a:moveTo>
                    <a:pt x="0" y="7"/>
                  </a:moveTo>
                  <a:lnTo>
                    <a:pt x="196" y="396"/>
                  </a:lnTo>
                  <a:lnTo>
                    <a:pt x="463" y="396"/>
                  </a:lnTo>
                  <a:lnTo>
                    <a:pt x="463" y="384"/>
                  </a:lnTo>
                  <a:lnTo>
                    <a:pt x="203" y="384"/>
                  </a:lnTo>
                  <a:lnTo>
                    <a:pt x="12" y="0"/>
                  </a:lnTo>
                  <a:lnTo>
                    <a:pt x="0" y="7"/>
                  </a:lnTo>
                  <a:close/>
                </a:path>
              </a:pathLst>
            </a:custGeom>
            <a:solidFill>
              <a:srgbClr val="3E3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0" name="文本框 139"/>
            <p:cNvSpPr txBox="1"/>
            <p:nvPr/>
          </p:nvSpPr>
          <p:spPr>
            <a:xfrm>
              <a:off x="5319357" y="4731886"/>
              <a:ext cx="628698" cy="400110"/>
            </a:xfrm>
            <a:prstGeom prst="rect">
              <a:avLst/>
            </a:prstGeom>
            <a:noFill/>
          </p:spPr>
          <p:txBody>
            <a:bodyPr wrap="none" rtlCol="0">
              <a:spAutoFit/>
            </a:bodyPr>
            <a:lstStyle/>
            <a:p>
              <a:r>
                <a:rPr lang="en-US" altLang="zh-CN" sz="2000" dirty="0">
                  <a:solidFill>
                    <a:sysClr val="windowText" lastClr="000000"/>
                  </a:solidFill>
                  <a:latin typeface="Impact" panose="020B0806030902050204" pitchFamily="34" charset="0"/>
                </a:rPr>
                <a:t>20%</a:t>
              </a:r>
              <a:endParaRPr lang="zh-CN" altLang="en-US" sz="2000" dirty="0">
                <a:solidFill>
                  <a:sysClr val="windowText" lastClr="000000"/>
                </a:solidFill>
                <a:latin typeface="Impact" panose="020B0806030902050204" pitchFamily="34" charset="0"/>
              </a:endParaRPr>
            </a:p>
          </p:txBody>
        </p:sp>
        <p:sp>
          <p:nvSpPr>
            <p:cNvPr id="52" name="文本框 51"/>
            <p:cNvSpPr txBox="1"/>
            <p:nvPr/>
          </p:nvSpPr>
          <p:spPr>
            <a:xfrm>
              <a:off x="4768862" y="1868775"/>
              <a:ext cx="598241" cy="400110"/>
            </a:xfrm>
            <a:prstGeom prst="rect">
              <a:avLst/>
            </a:prstGeom>
            <a:noFill/>
          </p:spPr>
          <p:txBody>
            <a:bodyPr wrap="none" rtlCol="0">
              <a:spAutoFit/>
            </a:bodyPr>
            <a:lstStyle/>
            <a:p>
              <a:r>
                <a:rPr lang="en-US" altLang="zh-CN" sz="2000" dirty="0">
                  <a:solidFill>
                    <a:sysClr val="windowText" lastClr="000000"/>
                  </a:solidFill>
                  <a:latin typeface="Impact" panose="020B0806030902050204" pitchFamily="34" charset="0"/>
                </a:rPr>
                <a:t>15%</a:t>
              </a:r>
              <a:endParaRPr lang="zh-CN" altLang="en-US" sz="2000" dirty="0">
                <a:solidFill>
                  <a:sysClr val="windowText" lastClr="000000"/>
                </a:solidFill>
                <a:latin typeface="Impact" panose="020B0806030902050204" pitchFamily="34" charset="0"/>
              </a:endParaRPr>
            </a:p>
          </p:txBody>
        </p:sp>
        <p:sp>
          <p:nvSpPr>
            <p:cNvPr id="53" name="文本框 52"/>
            <p:cNvSpPr txBox="1"/>
            <p:nvPr/>
          </p:nvSpPr>
          <p:spPr>
            <a:xfrm>
              <a:off x="5765221" y="2893494"/>
              <a:ext cx="500458" cy="400110"/>
            </a:xfrm>
            <a:prstGeom prst="rect">
              <a:avLst/>
            </a:prstGeom>
            <a:noFill/>
          </p:spPr>
          <p:txBody>
            <a:bodyPr wrap="none" rtlCol="0">
              <a:spAutoFit/>
            </a:bodyPr>
            <a:lstStyle/>
            <a:p>
              <a:r>
                <a:rPr lang="en-US" altLang="zh-CN" sz="2000" dirty="0">
                  <a:solidFill>
                    <a:sysClr val="windowText" lastClr="000000"/>
                  </a:solidFill>
                  <a:latin typeface="Impact" panose="020B0806030902050204" pitchFamily="34" charset="0"/>
                </a:rPr>
                <a:t>8%</a:t>
              </a:r>
              <a:endParaRPr lang="zh-CN" altLang="en-US" sz="2000" dirty="0">
                <a:solidFill>
                  <a:sysClr val="windowText" lastClr="000000"/>
                </a:solidFill>
                <a:latin typeface="Impact" panose="020B0806030902050204" pitchFamily="34" charset="0"/>
              </a:endParaRPr>
            </a:p>
          </p:txBody>
        </p:sp>
      </p:grpSp>
      <p:grpSp>
        <p:nvGrpSpPr>
          <p:cNvPr id="55" name="组合 54"/>
          <p:cNvGrpSpPr/>
          <p:nvPr/>
        </p:nvGrpSpPr>
        <p:grpSpPr>
          <a:xfrm>
            <a:off x="3851951" y="2686514"/>
            <a:ext cx="4735900" cy="3623992"/>
            <a:chOff x="3744120" y="2598738"/>
            <a:chExt cx="4735900" cy="3623992"/>
          </a:xfrm>
        </p:grpSpPr>
        <p:sp>
          <p:nvSpPr>
            <p:cNvPr id="56" name="椭圆 55"/>
            <p:cNvSpPr/>
            <p:nvPr/>
          </p:nvSpPr>
          <p:spPr>
            <a:xfrm>
              <a:off x="4930252" y="3462279"/>
              <a:ext cx="2363637" cy="2363637"/>
            </a:xfrm>
            <a:prstGeom prst="ellipse">
              <a:avLst/>
            </a:prstGeom>
            <a:solidFill>
              <a:srgbClr val="245A6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aphicFrame>
          <p:nvGraphicFramePr>
            <p:cNvPr id="57" name="图表 56"/>
            <p:cNvGraphicFramePr/>
            <p:nvPr/>
          </p:nvGraphicFramePr>
          <p:xfrm>
            <a:off x="3744120" y="3065463"/>
            <a:ext cx="4735900" cy="3157267"/>
          </p:xfrm>
          <a:graphic>
            <a:graphicData uri="http://schemas.openxmlformats.org/drawingml/2006/chart">
              <c:chart xmlns:c="http://schemas.openxmlformats.org/drawingml/2006/chart" xmlns:r="http://schemas.openxmlformats.org/officeDocument/2006/relationships" r:id="rId3"/>
            </a:graphicData>
          </a:graphic>
        </p:graphicFrame>
        <p:sp>
          <p:nvSpPr>
            <p:cNvPr id="58" name="Freeform 32"/>
            <p:cNvSpPr>
              <a:spLocks/>
            </p:cNvSpPr>
            <p:nvPr/>
          </p:nvSpPr>
          <p:spPr bwMode="auto">
            <a:xfrm>
              <a:off x="5846800" y="2956452"/>
              <a:ext cx="574675" cy="628650"/>
            </a:xfrm>
            <a:custGeom>
              <a:avLst/>
              <a:gdLst>
                <a:gd name="T0" fmla="*/ 6 w 362"/>
                <a:gd name="T1" fmla="*/ 396 h 396"/>
                <a:gd name="T2" fmla="*/ 140 w 362"/>
                <a:gd name="T3" fmla="*/ 6 h 396"/>
                <a:gd name="T4" fmla="*/ 362 w 362"/>
                <a:gd name="T5" fmla="*/ 6 h 396"/>
                <a:gd name="T6" fmla="*/ 362 w 362"/>
                <a:gd name="T7" fmla="*/ 0 h 396"/>
                <a:gd name="T8" fmla="*/ 133 w 362"/>
                <a:gd name="T9" fmla="*/ 0 h 396"/>
                <a:gd name="T10" fmla="*/ 0 w 362"/>
                <a:gd name="T11" fmla="*/ 389 h 396"/>
                <a:gd name="T12" fmla="*/ 6 w 362"/>
                <a:gd name="T13" fmla="*/ 396 h 396"/>
              </a:gdLst>
              <a:ahLst/>
              <a:cxnLst>
                <a:cxn ang="0">
                  <a:pos x="T0" y="T1"/>
                </a:cxn>
                <a:cxn ang="0">
                  <a:pos x="T2" y="T3"/>
                </a:cxn>
                <a:cxn ang="0">
                  <a:pos x="T4" y="T5"/>
                </a:cxn>
                <a:cxn ang="0">
                  <a:pos x="T6" y="T7"/>
                </a:cxn>
                <a:cxn ang="0">
                  <a:pos x="T8" y="T9"/>
                </a:cxn>
                <a:cxn ang="0">
                  <a:pos x="T10" y="T11"/>
                </a:cxn>
                <a:cxn ang="0">
                  <a:pos x="T12" y="T13"/>
                </a:cxn>
              </a:cxnLst>
              <a:rect l="0" t="0" r="r" b="b"/>
              <a:pathLst>
                <a:path w="362" h="396">
                  <a:moveTo>
                    <a:pt x="6" y="396"/>
                  </a:moveTo>
                  <a:lnTo>
                    <a:pt x="140" y="6"/>
                  </a:lnTo>
                  <a:lnTo>
                    <a:pt x="362" y="6"/>
                  </a:lnTo>
                  <a:lnTo>
                    <a:pt x="362" y="0"/>
                  </a:lnTo>
                  <a:lnTo>
                    <a:pt x="133" y="0"/>
                  </a:lnTo>
                  <a:lnTo>
                    <a:pt x="0" y="389"/>
                  </a:lnTo>
                  <a:lnTo>
                    <a:pt x="6" y="396"/>
                  </a:lnTo>
                  <a:close/>
                </a:path>
              </a:pathLst>
            </a:custGeom>
            <a:solidFill>
              <a:srgbClr val="3E3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 name="文本框 58"/>
            <p:cNvSpPr txBox="1"/>
            <p:nvPr/>
          </p:nvSpPr>
          <p:spPr>
            <a:xfrm>
              <a:off x="5910013" y="2598738"/>
              <a:ext cx="598241" cy="400110"/>
            </a:xfrm>
            <a:prstGeom prst="rect">
              <a:avLst/>
            </a:prstGeom>
            <a:noFill/>
          </p:spPr>
          <p:txBody>
            <a:bodyPr wrap="none" rtlCol="0">
              <a:spAutoFit/>
            </a:bodyPr>
            <a:lstStyle/>
            <a:p>
              <a:r>
                <a:rPr lang="en-US" altLang="zh-CN" sz="2000" dirty="0">
                  <a:solidFill>
                    <a:sysClr val="windowText" lastClr="000000"/>
                  </a:solidFill>
                  <a:latin typeface="Impact" panose="020B0806030902050204" pitchFamily="34" charset="0"/>
                </a:rPr>
                <a:t>15%</a:t>
              </a:r>
              <a:endParaRPr lang="zh-CN" altLang="en-US" sz="2000" dirty="0">
                <a:solidFill>
                  <a:sysClr val="windowText" lastClr="000000"/>
                </a:solidFill>
                <a:latin typeface="Impact" panose="020B0806030902050204" pitchFamily="34" charset="0"/>
              </a:endParaRPr>
            </a:p>
          </p:txBody>
        </p:sp>
      </p:grpSp>
      <p:grpSp>
        <p:nvGrpSpPr>
          <p:cNvPr id="60" name="组合 59"/>
          <p:cNvGrpSpPr/>
          <p:nvPr/>
        </p:nvGrpSpPr>
        <p:grpSpPr>
          <a:xfrm>
            <a:off x="741155" y="3153239"/>
            <a:ext cx="4735900" cy="3157267"/>
            <a:chOff x="-1052899" y="3029153"/>
            <a:chExt cx="4735900" cy="3157267"/>
          </a:xfrm>
        </p:grpSpPr>
        <p:sp>
          <p:nvSpPr>
            <p:cNvPr id="61" name="椭圆 60"/>
            <p:cNvSpPr/>
            <p:nvPr/>
          </p:nvSpPr>
          <p:spPr>
            <a:xfrm>
              <a:off x="133233" y="3425969"/>
              <a:ext cx="2363637" cy="2363637"/>
            </a:xfrm>
            <a:prstGeom prst="ellipse">
              <a:avLst/>
            </a:prstGeom>
            <a:solidFill>
              <a:srgbClr val="245A6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aphicFrame>
          <p:nvGraphicFramePr>
            <p:cNvPr id="62" name="图表 61"/>
            <p:cNvGraphicFramePr/>
            <p:nvPr/>
          </p:nvGraphicFramePr>
          <p:xfrm>
            <a:off x="-1052899" y="3029153"/>
            <a:ext cx="4735900" cy="3157267"/>
          </p:xfrm>
          <a:graphic>
            <a:graphicData uri="http://schemas.openxmlformats.org/drawingml/2006/chart">
              <c:chart xmlns:c="http://schemas.openxmlformats.org/drawingml/2006/chart" xmlns:r="http://schemas.openxmlformats.org/officeDocument/2006/relationships" r:id="rId4"/>
            </a:graphicData>
          </a:graphic>
        </p:graphicFrame>
        <p:sp>
          <p:nvSpPr>
            <p:cNvPr id="63" name="Freeform 60"/>
            <p:cNvSpPr>
              <a:spLocks/>
            </p:cNvSpPr>
            <p:nvPr/>
          </p:nvSpPr>
          <p:spPr bwMode="auto">
            <a:xfrm>
              <a:off x="-487556" y="3669037"/>
              <a:ext cx="623888" cy="638175"/>
            </a:xfrm>
            <a:custGeom>
              <a:avLst/>
              <a:gdLst>
                <a:gd name="T0" fmla="*/ 393 w 393"/>
                <a:gd name="T1" fmla="*/ 396 h 402"/>
                <a:gd name="T2" fmla="*/ 228 w 393"/>
                <a:gd name="T3" fmla="*/ 0 h 402"/>
                <a:gd name="T4" fmla="*/ 0 w 393"/>
                <a:gd name="T5" fmla="*/ 0 h 402"/>
                <a:gd name="T6" fmla="*/ 0 w 393"/>
                <a:gd name="T7" fmla="*/ 13 h 402"/>
                <a:gd name="T8" fmla="*/ 222 w 393"/>
                <a:gd name="T9" fmla="*/ 13 h 402"/>
                <a:gd name="T10" fmla="*/ 380 w 393"/>
                <a:gd name="T11" fmla="*/ 402 h 402"/>
                <a:gd name="T12" fmla="*/ 393 w 393"/>
                <a:gd name="T13" fmla="*/ 396 h 402"/>
              </a:gdLst>
              <a:ahLst/>
              <a:cxnLst>
                <a:cxn ang="0">
                  <a:pos x="T0" y="T1"/>
                </a:cxn>
                <a:cxn ang="0">
                  <a:pos x="T2" y="T3"/>
                </a:cxn>
                <a:cxn ang="0">
                  <a:pos x="T4" y="T5"/>
                </a:cxn>
                <a:cxn ang="0">
                  <a:pos x="T6" y="T7"/>
                </a:cxn>
                <a:cxn ang="0">
                  <a:pos x="T8" y="T9"/>
                </a:cxn>
                <a:cxn ang="0">
                  <a:pos x="T10" y="T11"/>
                </a:cxn>
                <a:cxn ang="0">
                  <a:pos x="T12" y="T13"/>
                </a:cxn>
              </a:cxnLst>
              <a:rect l="0" t="0" r="r" b="b"/>
              <a:pathLst>
                <a:path w="393" h="402">
                  <a:moveTo>
                    <a:pt x="393" y="396"/>
                  </a:moveTo>
                  <a:lnTo>
                    <a:pt x="228" y="0"/>
                  </a:lnTo>
                  <a:lnTo>
                    <a:pt x="0" y="0"/>
                  </a:lnTo>
                  <a:lnTo>
                    <a:pt x="0" y="13"/>
                  </a:lnTo>
                  <a:lnTo>
                    <a:pt x="222" y="13"/>
                  </a:lnTo>
                  <a:lnTo>
                    <a:pt x="380" y="402"/>
                  </a:lnTo>
                  <a:lnTo>
                    <a:pt x="393" y="396"/>
                  </a:lnTo>
                  <a:close/>
                </a:path>
              </a:pathLst>
            </a:custGeom>
            <a:solidFill>
              <a:srgbClr val="3E3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 name="Freeform 61"/>
            <p:cNvSpPr>
              <a:spLocks/>
            </p:cNvSpPr>
            <p:nvPr/>
          </p:nvSpPr>
          <p:spPr bwMode="auto">
            <a:xfrm>
              <a:off x="-582489" y="5163203"/>
              <a:ext cx="836613" cy="628650"/>
            </a:xfrm>
            <a:custGeom>
              <a:avLst/>
              <a:gdLst>
                <a:gd name="T0" fmla="*/ 521 w 527"/>
                <a:gd name="T1" fmla="*/ 0 h 396"/>
                <a:gd name="T2" fmla="*/ 292 w 527"/>
                <a:gd name="T3" fmla="*/ 383 h 396"/>
                <a:gd name="T4" fmla="*/ 0 w 527"/>
                <a:gd name="T5" fmla="*/ 383 h 396"/>
                <a:gd name="T6" fmla="*/ 0 w 527"/>
                <a:gd name="T7" fmla="*/ 396 h 396"/>
                <a:gd name="T8" fmla="*/ 298 w 527"/>
                <a:gd name="T9" fmla="*/ 396 h 396"/>
                <a:gd name="T10" fmla="*/ 527 w 527"/>
                <a:gd name="T11" fmla="*/ 7 h 396"/>
                <a:gd name="T12" fmla="*/ 521 w 527"/>
                <a:gd name="T13" fmla="*/ 0 h 396"/>
              </a:gdLst>
              <a:ahLst/>
              <a:cxnLst>
                <a:cxn ang="0">
                  <a:pos x="T0" y="T1"/>
                </a:cxn>
                <a:cxn ang="0">
                  <a:pos x="T2" y="T3"/>
                </a:cxn>
                <a:cxn ang="0">
                  <a:pos x="T4" y="T5"/>
                </a:cxn>
                <a:cxn ang="0">
                  <a:pos x="T6" y="T7"/>
                </a:cxn>
                <a:cxn ang="0">
                  <a:pos x="T8" y="T9"/>
                </a:cxn>
                <a:cxn ang="0">
                  <a:pos x="T10" y="T11"/>
                </a:cxn>
                <a:cxn ang="0">
                  <a:pos x="T12" y="T13"/>
                </a:cxn>
              </a:cxnLst>
              <a:rect l="0" t="0" r="r" b="b"/>
              <a:pathLst>
                <a:path w="527" h="396">
                  <a:moveTo>
                    <a:pt x="521" y="0"/>
                  </a:moveTo>
                  <a:lnTo>
                    <a:pt x="292" y="383"/>
                  </a:lnTo>
                  <a:lnTo>
                    <a:pt x="0" y="383"/>
                  </a:lnTo>
                  <a:lnTo>
                    <a:pt x="0" y="396"/>
                  </a:lnTo>
                  <a:lnTo>
                    <a:pt x="298" y="396"/>
                  </a:lnTo>
                  <a:lnTo>
                    <a:pt x="527" y="7"/>
                  </a:lnTo>
                  <a:lnTo>
                    <a:pt x="521" y="0"/>
                  </a:lnTo>
                  <a:close/>
                </a:path>
              </a:pathLst>
            </a:custGeom>
            <a:solidFill>
              <a:srgbClr val="3E3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 name="文本框 64"/>
            <p:cNvSpPr txBox="1"/>
            <p:nvPr/>
          </p:nvSpPr>
          <p:spPr>
            <a:xfrm>
              <a:off x="-603329" y="3268927"/>
              <a:ext cx="628698" cy="400110"/>
            </a:xfrm>
            <a:prstGeom prst="rect">
              <a:avLst/>
            </a:prstGeom>
            <a:noFill/>
          </p:spPr>
          <p:txBody>
            <a:bodyPr wrap="none" rtlCol="0">
              <a:spAutoFit/>
            </a:bodyPr>
            <a:lstStyle/>
            <a:p>
              <a:r>
                <a:rPr lang="en-US" altLang="zh-CN" sz="2000" dirty="0">
                  <a:solidFill>
                    <a:sysClr val="windowText" lastClr="000000"/>
                  </a:solidFill>
                  <a:latin typeface="Impact" panose="020B0806030902050204" pitchFamily="34" charset="0"/>
                </a:rPr>
                <a:t>20%</a:t>
              </a:r>
              <a:endParaRPr lang="zh-CN" altLang="en-US" sz="2000" dirty="0">
                <a:solidFill>
                  <a:sysClr val="windowText" lastClr="000000"/>
                </a:solidFill>
                <a:latin typeface="Impact" panose="020B0806030902050204" pitchFamily="34" charset="0"/>
              </a:endParaRPr>
            </a:p>
          </p:txBody>
        </p:sp>
        <p:sp>
          <p:nvSpPr>
            <p:cNvPr id="66" name="文本框 65"/>
            <p:cNvSpPr txBox="1"/>
            <p:nvPr/>
          </p:nvSpPr>
          <p:spPr>
            <a:xfrm>
              <a:off x="-729941" y="5365833"/>
              <a:ext cx="598241" cy="400110"/>
            </a:xfrm>
            <a:prstGeom prst="rect">
              <a:avLst/>
            </a:prstGeom>
            <a:noFill/>
          </p:spPr>
          <p:txBody>
            <a:bodyPr wrap="none" rtlCol="0">
              <a:spAutoFit/>
            </a:bodyPr>
            <a:lstStyle/>
            <a:p>
              <a:r>
                <a:rPr lang="en-US" altLang="zh-CN" sz="2000" dirty="0">
                  <a:solidFill>
                    <a:sysClr val="windowText" lastClr="000000"/>
                  </a:solidFill>
                  <a:latin typeface="Impact" panose="020B0806030902050204" pitchFamily="34" charset="0"/>
                </a:rPr>
                <a:t>10%</a:t>
              </a:r>
              <a:endParaRPr lang="zh-CN" altLang="en-US" sz="2000" dirty="0">
                <a:solidFill>
                  <a:sysClr val="windowText" lastClr="000000"/>
                </a:solidFill>
                <a:latin typeface="Impact" panose="020B0806030902050204" pitchFamily="34" charset="0"/>
              </a:endParaRPr>
            </a:p>
          </p:txBody>
        </p:sp>
      </p:grpSp>
      <p:sp>
        <p:nvSpPr>
          <p:cNvPr id="67" name="文本框 66"/>
          <p:cNvSpPr txBox="1"/>
          <p:nvPr/>
        </p:nvSpPr>
        <p:spPr>
          <a:xfrm>
            <a:off x="1000603" y="858685"/>
            <a:ext cx="7109639" cy="424732"/>
          </a:xfrm>
          <a:prstGeom prst="rect">
            <a:avLst/>
          </a:prstGeom>
          <a:noFill/>
        </p:spPr>
        <p:txBody>
          <a:bodyPr wrap="none" rtlCol="0">
            <a:spAutoFit/>
          </a:bodyPr>
          <a:lstStyle/>
          <a:p>
            <a:pPr>
              <a:lnSpc>
                <a:spcPct val="120000"/>
              </a:lnSpc>
            </a:pPr>
            <a:r>
              <a:rPr lang="zh-CN" altLang="en-US" dirty="0">
                <a:solidFill>
                  <a:prstClr val="black">
                    <a:lumMod val="65000"/>
                    <a:lumOff val="35000"/>
                  </a:prstClr>
                </a:solidFill>
              </a:rPr>
              <a:t>下图为图表和图形组合而成，可以根据需要修改图表数字以及颜色。</a:t>
            </a:r>
            <a:endParaRPr lang="en-US" altLang="zh-CN" dirty="0">
              <a:solidFill>
                <a:prstClr val="black">
                  <a:lumMod val="65000"/>
                  <a:lumOff val="35000"/>
                </a:prstClr>
              </a:solidFill>
            </a:endParaRPr>
          </a:p>
        </p:txBody>
      </p:sp>
      <p:sp>
        <p:nvSpPr>
          <p:cNvPr id="25" name="文本框 24"/>
          <p:cNvSpPr txBox="1"/>
          <p:nvPr/>
        </p:nvSpPr>
        <p:spPr>
          <a:xfrm>
            <a:off x="3641450" y="1801870"/>
            <a:ext cx="4909101" cy="584775"/>
          </a:xfrm>
          <a:prstGeom prst="rect">
            <a:avLst/>
          </a:prstGeom>
          <a:noFill/>
        </p:spPr>
        <p:txBody>
          <a:bodyPr wrap="none" rtlCol="0">
            <a:spAutoFit/>
          </a:bodyPr>
          <a:lstStyle/>
          <a:p>
            <a:r>
              <a:rPr lang="en-US" altLang="zh-CN" sz="3200" b="1" dirty="0">
                <a:solidFill>
                  <a:prstClr val="black">
                    <a:lumMod val="65000"/>
                    <a:lumOff val="35000"/>
                  </a:prstClr>
                </a:solidFill>
                <a:latin typeface="微软雅黑" panose="020B0503020204020204" pitchFamily="34" charset="-122"/>
              </a:rPr>
              <a:t>ADD YOUR TITLE HERE</a:t>
            </a:r>
            <a:endParaRPr lang="zh-CN" altLang="en-US" sz="3200" b="1" dirty="0">
              <a:solidFill>
                <a:prstClr val="black">
                  <a:lumMod val="65000"/>
                  <a:lumOff val="35000"/>
                </a:prstClr>
              </a:solidFill>
              <a:latin typeface="微软雅黑" panose="020B0503020204020204" pitchFamily="34" charset="-122"/>
            </a:endParaRPr>
          </a:p>
        </p:txBody>
      </p:sp>
      <p:sp>
        <p:nvSpPr>
          <p:cNvPr id="26" name="矩形 39"/>
          <p:cNvSpPr/>
          <p:nvPr/>
        </p:nvSpPr>
        <p:spPr>
          <a:xfrm>
            <a:off x="0" y="203088"/>
            <a:ext cx="1760418" cy="523220"/>
          </a:xfrm>
          <a:prstGeom prst="rect">
            <a:avLst/>
          </a:prstGeom>
          <a:noFill/>
        </p:spPr>
        <p:txBody>
          <a:bodyPr wrap="none" rtlCol="0">
            <a:spAutoFit/>
          </a:bodyPr>
          <a:lstStyle/>
          <a:p>
            <a:r>
              <a:rPr lang="zh-CN" altLang="en-US" sz="2800" b="1" dirty="0">
                <a:solidFill>
                  <a:schemeClr val="tx1">
                    <a:lumMod val="65000"/>
                    <a:lumOff val="35000"/>
                  </a:schemeClr>
                </a:solidFill>
              </a:rPr>
              <a:t>饼</a:t>
            </a:r>
            <a:r>
              <a:rPr lang="en-US" altLang="zh-CN" sz="2800" b="1" dirty="0">
                <a:solidFill>
                  <a:schemeClr val="tx1">
                    <a:lumMod val="65000"/>
                    <a:lumOff val="35000"/>
                  </a:schemeClr>
                </a:solidFill>
              </a:rPr>
              <a:t>/</a:t>
            </a:r>
            <a:r>
              <a:rPr lang="zh-CN" altLang="en-US" sz="2800" b="1">
                <a:solidFill>
                  <a:schemeClr val="tx1">
                    <a:lumMod val="65000"/>
                    <a:lumOff val="35000"/>
                  </a:schemeClr>
                </a:solidFill>
              </a:rPr>
              <a:t>环形图</a:t>
            </a:r>
          </a:p>
        </p:txBody>
      </p:sp>
    </p:spTree>
    <p:extLst>
      <p:ext uri="{BB962C8B-B14F-4D97-AF65-F5344CB8AC3E}">
        <p14:creationId xmlns:p14="http://schemas.microsoft.com/office/powerpoint/2010/main" val="28925691"/>
      </p:ext>
    </p:extLst>
  </p:cSld>
  <p:clrMapOvr>
    <a:masterClrMapping/>
  </p:clrMapOvr>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组合 24"/>
          <p:cNvGrpSpPr/>
          <p:nvPr/>
        </p:nvGrpSpPr>
        <p:grpSpPr>
          <a:xfrm>
            <a:off x="112383" y="3028228"/>
            <a:ext cx="3630108" cy="2420072"/>
            <a:chOff x="617414" y="138807"/>
            <a:chExt cx="3942080" cy="2628053"/>
          </a:xfrm>
        </p:grpSpPr>
        <p:graphicFrame>
          <p:nvGraphicFramePr>
            <p:cNvPr id="26" name="图表 25"/>
            <p:cNvGraphicFramePr/>
            <p:nvPr/>
          </p:nvGraphicFramePr>
          <p:xfrm>
            <a:off x="617414" y="138807"/>
            <a:ext cx="3942080" cy="2628053"/>
          </p:xfrm>
          <a:graphic>
            <a:graphicData uri="http://schemas.openxmlformats.org/drawingml/2006/chart">
              <c:chart xmlns:c="http://schemas.openxmlformats.org/drawingml/2006/chart" xmlns:r="http://schemas.openxmlformats.org/officeDocument/2006/relationships" r:id="rId2"/>
            </a:graphicData>
          </a:graphic>
        </p:graphicFrame>
        <p:grpSp>
          <p:nvGrpSpPr>
            <p:cNvPr id="27" name="组合 26"/>
            <p:cNvGrpSpPr/>
            <p:nvPr/>
          </p:nvGrpSpPr>
          <p:grpSpPr>
            <a:xfrm>
              <a:off x="2155252" y="1034074"/>
              <a:ext cx="866404" cy="855884"/>
              <a:chOff x="1630363" y="3460750"/>
              <a:chExt cx="392112" cy="387351"/>
            </a:xfrm>
            <a:solidFill>
              <a:srgbClr val="008689"/>
            </a:solidFill>
          </p:grpSpPr>
          <p:sp>
            <p:nvSpPr>
              <p:cNvPr id="28" name="Freeform 9"/>
              <p:cNvSpPr>
                <a:spLocks/>
              </p:cNvSpPr>
              <p:nvPr/>
            </p:nvSpPr>
            <p:spPr bwMode="auto">
              <a:xfrm>
                <a:off x="1700213" y="3662363"/>
                <a:ext cx="157163" cy="185738"/>
              </a:xfrm>
              <a:custGeom>
                <a:avLst/>
                <a:gdLst>
                  <a:gd name="T0" fmla="*/ 33 w 41"/>
                  <a:gd name="T1" fmla="*/ 0 h 48"/>
                  <a:gd name="T2" fmla="*/ 0 w 41"/>
                  <a:gd name="T3" fmla="*/ 36 h 48"/>
                  <a:gd name="T4" fmla="*/ 30 w 41"/>
                  <a:gd name="T5" fmla="*/ 48 h 48"/>
                  <a:gd name="T6" fmla="*/ 32 w 41"/>
                  <a:gd name="T7" fmla="*/ 35 h 48"/>
                  <a:gd name="T8" fmla="*/ 41 w 41"/>
                  <a:gd name="T9" fmla="*/ 7 h 48"/>
                  <a:gd name="T10" fmla="*/ 33 w 41"/>
                  <a:gd name="T11" fmla="*/ 0 h 48"/>
                </a:gdLst>
                <a:ahLst/>
                <a:cxnLst>
                  <a:cxn ang="0">
                    <a:pos x="T0" y="T1"/>
                  </a:cxn>
                  <a:cxn ang="0">
                    <a:pos x="T2" y="T3"/>
                  </a:cxn>
                  <a:cxn ang="0">
                    <a:pos x="T4" y="T5"/>
                  </a:cxn>
                  <a:cxn ang="0">
                    <a:pos x="T6" y="T7"/>
                  </a:cxn>
                  <a:cxn ang="0">
                    <a:pos x="T8" y="T9"/>
                  </a:cxn>
                  <a:cxn ang="0">
                    <a:pos x="T10" y="T11"/>
                  </a:cxn>
                </a:cxnLst>
                <a:rect l="0" t="0" r="r" b="b"/>
                <a:pathLst>
                  <a:path w="41" h="48">
                    <a:moveTo>
                      <a:pt x="33" y="0"/>
                    </a:moveTo>
                    <a:cubicBezTo>
                      <a:pt x="0" y="36"/>
                      <a:pt x="0" y="36"/>
                      <a:pt x="0" y="36"/>
                    </a:cubicBezTo>
                    <a:cubicBezTo>
                      <a:pt x="9" y="43"/>
                      <a:pt x="20" y="47"/>
                      <a:pt x="30" y="48"/>
                    </a:cubicBezTo>
                    <a:cubicBezTo>
                      <a:pt x="31" y="45"/>
                      <a:pt x="32" y="40"/>
                      <a:pt x="32" y="35"/>
                    </a:cubicBezTo>
                    <a:cubicBezTo>
                      <a:pt x="32" y="28"/>
                      <a:pt x="32" y="17"/>
                      <a:pt x="41" y="7"/>
                    </a:cubicBezTo>
                    <a:lnTo>
                      <a:pt x="33" y="0"/>
                    </a:lnTo>
                    <a:close/>
                  </a:path>
                </a:pathLst>
              </a:custGeom>
              <a:solidFill>
                <a:srgbClr val="515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 name="Freeform 10"/>
              <p:cNvSpPr>
                <a:spLocks/>
              </p:cNvSpPr>
              <p:nvPr/>
            </p:nvSpPr>
            <p:spPr bwMode="auto">
              <a:xfrm>
                <a:off x="1635125" y="3627438"/>
                <a:ext cx="180975" cy="166688"/>
              </a:xfrm>
              <a:custGeom>
                <a:avLst/>
                <a:gdLst>
                  <a:gd name="T0" fmla="*/ 40 w 47"/>
                  <a:gd name="T1" fmla="*/ 0 h 43"/>
                  <a:gd name="T2" fmla="*/ 12 w 47"/>
                  <a:gd name="T3" fmla="*/ 11 h 43"/>
                  <a:gd name="T4" fmla="*/ 0 w 47"/>
                  <a:gd name="T5" fmla="*/ 14 h 43"/>
                  <a:gd name="T6" fmla="*/ 15 w 47"/>
                  <a:gd name="T7" fmla="*/ 43 h 43"/>
                  <a:gd name="T8" fmla="*/ 47 w 47"/>
                  <a:gd name="T9" fmla="*/ 7 h 43"/>
                  <a:gd name="T10" fmla="*/ 40 w 47"/>
                  <a:gd name="T11" fmla="*/ 0 h 43"/>
                </a:gdLst>
                <a:ahLst/>
                <a:cxnLst>
                  <a:cxn ang="0">
                    <a:pos x="T0" y="T1"/>
                  </a:cxn>
                  <a:cxn ang="0">
                    <a:pos x="T2" y="T3"/>
                  </a:cxn>
                  <a:cxn ang="0">
                    <a:pos x="T4" y="T5"/>
                  </a:cxn>
                  <a:cxn ang="0">
                    <a:pos x="T6" y="T7"/>
                  </a:cxn>
                  <a:cxn ang="0">
                    <a:pos x="T8" y="T9"/>
                  </a:cxn>
                  <a:cxn ang="0">
                    <a:pos x="T10" y="T11"/>
                  </a:cxn>
                </a:cxnLst>
                <a:rect l="0" t="0" r="r" b="b"/>
                <a:pathLst>
                  <a:path w="47" h="43">
                    <a:moveTo>
                      <a:pt x="40" y="0"/>
                    </a:moveTo>
                    <a:cubicBezTo>
                      <a:pt x="30" y="9"/>
                      <a:pt x="20" y="10"/>
                      <a:pt x="12" y="11"/>
                    </a:cubicBezTo>
                    <a:cubicBezTo>
                      <a:pt x="7" y="11"/>
                      <a:pt x="3" y="13"/>
                      <a:pt x="0" y="14"/>
                    </a:cubicBezTo>
                    <a:cubicBezTo>
                      <a:pt x="2" y="24"/>
                      <a:pt x="7" y="35"/>
                      <a:pt x="15" y="43"/>
                    </a:cubicBezTo>
                    <a:cubicBezTo>
                      <a:pt x="47" y="7"/>
                      <a:pt x="47" y="7"/>
                      <a:pt x="47" y="7"/>
                    </a:cubicBezTo>
                    <a:lnTo>
                      <a:pt x="40" y="0"/>
                    </a:lnTo>
                    <a:close/>
                  </a:path>
                </a:pathLst>
              </a:custGeom>
              <a:solidFill>
                <a:srgbClr val="515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 name="Freeform 11"/>
              <p:cNvSpPr>
                <a:spLocks/>
              </p:cNvSpPr>
              <p:nvPr/>
            </p:nvSpPr>
            <p:spPr bwMode="auto">
              <a:xfrm>
                <a:off x="1795463" y="3460750"/>
                <a:ext cx="153988" cy="185738"/>
              </a:xfrm>
              <a:custGeom>
                <a:avLst/>
                <a:gdLst>
                  <a:gd name="T0" fmla="*/ 7 w 40"/>
                  <a:gd name="T1" fmla="*/ 48 h 48"/>
                  <a:gd name="T2" fmla="*/ 40 w 40"/>
                  <a:gd name="T3" fmla="*/ 11 h 48"/>
                  <a:gd name="T4" fmla="*/ 10 w 40"/>
                  <a:gd name="T5" fmla="*/ 0 h 48"/>
                  <a:gd name="T6" fmla="*/ 8 w 40"/>
                  <a:gd name="T7" fmla="*/ 12 h 48"/>
                  <a:gd name="T8" fmla="*/ 0 w 40"/>
                  <a:gd name="T9" fmla="*/ 40 h 48"/>
                  <a:gd name="T10" fmla="*/ 7 w 40"/>
                  <a:gd name="T11" fmla="*/ 48 h 48"/>
                </a:gdLst>
                <a:ahLst/>
                <a:cxnLst>
                  <a:cxn ang="0">
                    <a:pos x="T0" y="T1"/>
                  </a:cxn>
                  <a:cxn ang="0">
                    <a:pos x="T2" y="T3"/>
                  </a:cxn>
                  <a:cxn ang="0">
                    <a:pos x="T4" y="T5"/>
                  </a:cxn>
                  <a:cxn ang="0">
                    <a:pos x="T6" y="T7"/>
                  </a:cxn>
                  <a:cxn ang="0">
                    <a:pos x="T8" y="T9"/>
                  </a:cxn>
                  <a:cxn ang="0">
                    <a:pos x="T10" y="T11"/>
                  </a:cxn>
                </a:cxnLst>
                <a:rect l="0" t="0" r="r" b="b"/>
                <a:pathLst>
                  <a:path w="40" h="48">
                    <a:moveTo>
                      <a:pt x="7" y="48"/>
                    </a:moveTo>
                    <a:cubicBezTo>
                      <a:pt x="40" y="11"/>
                      <a:pt x="40" y="11"/>
                      <a:pt x="40" y="11"/>
                    </a:cubicBezTo>
                    <a:cubicBezTo>
                      <a:pt x="32" y="4"/>
                      <a:pt x="21" y="0"/>
                      <a:pt x="10" y="0"/>
                    </a:cubicBezTo>
                    <a:cubicBezTo>
                      <a:pt x="9" y="2"/>
                      <a:pt x="8" y="7"/>
                      <a:pt x="8" y="12"/>
                    </a:cubicBezTo>
                    <a:cubicBezTo>
                      <a:pt x="8" y="20"/>
                      <a:pt x="8" y="30"/>
                      <a:pt x="0" y="40"/>
                    </a:cubicBezTo>
                    <a:lnTo>
                      <a:pt x="7" y="48"/>
                    </a:lnTo>
                    <a:close/>
                  </a:path>
                </a:pathLst>
              </a:custGeom>
              <a:solidFill>
                <a:srgbClr val="515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 name="Freeform 12"/>
              <p:cNvSpPr>
                <a:spLocks/>
              </p:cNvSpPr>
              <p:nvPr/>
            </p:nvSpPr>
            <p:spPr bwMode="auto">
              <a:xfrm>
                <a:off x="1835150" y="3511550"/>
                <a:ext cx="184150" cy="169863"/>
              </a:xfrm>
              <a:custGeom>
                <a:avLst/>
                <a:gdLst>
                  <a:gd name="T0" fmla="*/ 8 w 48"/>
                  <a:gd name="T1" fmla="*/ 44 h 44"/>
                  <a:gd name="T2" fmla="*/ 35 w 48"/>
                  <a:gd name="T3" fmla="*/ 33 h 44"/>
                  <a:gd name="T4" fmla="*/ 48 w 48"/>
                  <a:gd name="T5" fmla="*/ 30 h 44"/>
                  <a:gd name="T6" fmla="*/ 33 w 48"/>
                  <a:gd name="T7" fmla="*/ 0 h 44"/>
                  <a:gd name="T8" fmla="*/ 0 w 48"/>
                  <a:gd name="T9" fmla="*/ 37 h 44"/>
                  <a:gd name="T10" fmla="*/ 8 w 48"/>
                  <a:gd name="T11" fmla="*/ 44 h 44"/>
                </a:gdLst>
                <a:ahLst/>
                <a:cxnLst>
                  <a:cxn ang="0">
                    <a:pos x="T0" y="T1"/>
                  </a:cxn>
                  <a:cxn ang="0">
                    <a:pos x="T2" y="T3"/>
                  </a:cxn>
                  <a:cxn ang="0">
                    <a:pos x="T4" y="T5"/>
                  </a:cxn>
                  <a:cxn ang="0">
                    <a:pos x="T6" y="T7"/>
                  </a:cxn>
                  <a:cxn ang="0">
                    <a:pos x="T8" y="T9"/>
                  </a:cxn>
                  <a:cxn ang="0">
                    <a:pos x="T10" y="T11"/>
                  </a:cxn>
                </a:cxnLst>
                <a:rect l="0" t="0" r="r" b="b"/>
                <a:pathLst>
                  <a:path w="48" h="44">
                    <a:moveTo>
                      <a:pt x="8" y="44"/>
                    </a:moveTo>
                    <a:cubicBezTo>
                      <a:pt x="17" y="34"/>
                      <a:pt x="28" y="33"/>
                      <a:pt x="35" y="33"/>
                    </a:cubicBezTo>
                    <a:cubicBezTo>
                      <a:pt x="40" y="32"/>
                      <a:pt x="45" y="30"/>
                      <a:pt x="48" y="30"/>
                    </a:cubicBezTo>
                    <a:cubicBezTo>
                      <a:pt x="46" y="19"/>
                      <a:pt x="41" y="8"/>
                      <a:pt x="33" y="0"/>
                    </a:cubicBezTo>
                    <a:cubicBezTo>
                      <a:pt x="0" y="37"/>
                      <a:pt x="0" y="37"/>
                      <a:pt x="0" y="37"/>
                    </a:cubicBezTo>
                    <a:lnTo>
                      <a:pt x="8" y="44"/>
                    </a:lnTo>
                    <a:close/>
                  </a:path>
                </a:pathLst>
              </a:custGeom>
              <a:solidFill>
                <a:srgbClr val="515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 name="Freeform 13"/>
              <p:cNvSpPr>
                <a:spLocks/>
              </p:cNvSpPr>
              <p:nvPr/>
            </p:nvSpPr>
            <p:spPr bwMode="auto">
              <a:xfrm>
                <a:off x="1827213" y="3697288"/>
                <a:ext cx="138113" cy="150813"/>
              </a:xfrm>
              <a:custGeom>
                <a:avLst/>
                <a:gdLst>
                  <a:gd name="T0" fmla="*/ 2 w 36"/>
                  <a:gd name="T1" fmla="*/ 26 h 39"/>
                  <a:gd name="T2" fmla="*/ 0 w 36"/>
                  <a:gd name="T3" fmla="*/ 39 h 39"/>
                  <a:gd name="T4" fmla="*/ 36 w 36"/>
                  <a:gd name="T5" fmla="*/ 24 h 39"/>
                  <a:gd name="T6" fmla="*/ 10 w 36"/>
                  <a:gd name="T7" fmla="*/ 0 h 39"/>
                  <a:gd name="T8" fmla="*/ 2 w 36"/>
                  <a:gd name="T9" fmla="*/ 26 h 39"/>
                </a:gdLst>
                <a:ahLst/>
                <a:cxnLst>
                  <a:cxn ang="0">
                    <a:pos x="T0" y="T1"/>
                  </a:cxn>
                  <a:cxn ang="0">
                    <a:pos x="T2" y="T3"/>
                  </a:cxn>
                  <a:cxn ang="0">
                    <a:pos x="T4" y="T5"/>
                  </a:cxn>
                  <a:cxn ang="0">
                    <a:pos x="T6" y="T7"/>
                  </a:cxn>
                  <a:cxn ang="0">
                    <a:pos x="T8" y="T9"/>
                  </a:cxn>
                </a:cxnLst>
                <a:rect l="0" t="0" r="r" b="b"/>
                <a:pathLst>
                  <a:path w="36" h="39">
                    <a:moveTo>
                      <a:pt x="2" y="26"/>
                    </a:moveTo>
                    <a:cubicBezTo>
                      <a:pt x="2" y="31"/>
                      <a:pt x="1" y="36"/>
                      <a:pt x="0" y="39"/>
                    </a:cubicBezTo>
                    <a:cubicBezTo>
                      <a:pt x="13" y="39"/>
                      <a:pt x="26" y="34"/>
                      <a:pt x="36" y="24"/>
                    </a:cubicBezTo>
                    <a:cubicBezTo>
                      <a:pt x="10" y="0"/>
                      <a:pt x="10" y="0"/>
                      <a:pt x="10" y="0"/>
                    </a:cubicBezTo>
                    <a:cubicBezTo>
                      <a:pt x="2" y="9"/>
                      <a:pt x="2" y="19"/>
                      <a:pt x="2" y="26"/>
                    </a:cubicBezTo>
                  </a:path>
                </a:pathLst>
              </a:custGeom>
              <a:solidFill>
                <a:srgbClr val="515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 name="Freeform 14"/>
              <p:cNvSpPr>
                <a:spLocks/>
              </p:cNvSpPr>
              <p:nvPr/>
            </p:nvSpPr>
            <p:spPr bwMode="auto">
              <a:xfrm>
                <a:off x="1630363" y="3527425"/>
                <a:ext cx="146050" cy="138113"/>
              </a:xfrm>
              <a:custGeom>
                <a:avLst/>
                <a:gdLst>
                  <a:gd name="T0" fmla="*/ 38 w 38"/>
                  <a:gd name="T1" fmla="*/ 24 h 36"/>
                  <a:gd name="T2" fmla="*/ 13 w 38"/>
                  <a:gd name="T3" fmla="*/ 0 h 36"/>
                  <a:gd name="T4" fmla="*/ 1 w 38"/>
                  <a:gd name="T5" fmla="*/ 36 h 36"/>
                  <a:gd name="T6" fmla="*/ 13 w 38"/>
                  <a:gd name="T7" fmla="*/ 34 h 36"/>
                  <a:gd name="T8" fmla="*/ 38 w 38"/>
                  <a:gd name="T9" fmla="*/ 24 h 36"/>
                </a:gdLst>
                <a:ahLst/>
                <a:cxnLst>
                  <a:cxn ang="0">
                    <a:pos x="T0" y="T1"/>
                  </a:cxn>
                  <a:cxn ang="0">
                    <a:pos x="T2" y="T3"/>
                  </a:cxn>
                  <a:cxn ang="0">
                    <a:pos x="T4" y="T5"/>
                  </a:cxn>
                  <a:cxn ang="0">
                    <a:pos x="T6" y="T7"/>
                  </a:cxn>
                  <a:cxn ang="0">
                    <a:pos x="T8" y="T9"/>
                  </a:cxn>
                </a:cxnLst>
                <a:rect l="0" t="0" r="r" b="b"/>
                <a:pathLst>
                  <a:path w="38" h="36">
                    <a:moveTo>
                      <a:pt x="38" y="24"/>
                    </a:moveTo>
                    <a:cubicBezTo>
                      <a:pt x="13" y="0"/>
                      <a:pt x="13" y="0"/>
                      <a:pt x="13" y="0"/>
                    </a:cubicBezTo>
                    <a:cubicBezTo>
                      <a:pt x="4" y="11"/>
                      <a:pt x="0" y="24"/>
                      <a:pt x="1" y="36"/>
                    </a:cubicBezTo>
                    <a:cubicBezTo>
                      <a:pt x="4" y="35"/>
                      <a:pt x="8" y="34"/>
                      <a:pt x="13" y="34"/>
                    </a:cubicBezTo>
                    <a:cubicBezTo>
                      <a:pt x="20" y="33"/>
                      <a:pt x="30" y="32"/>
                      <a:pt x="38" y="24"/>
                    </a:cubicBezTo>
                  </a:path>
                </a:pathLst>
              </a:custGeom>
              <a:solidFill>
                <a:srgbClr val="515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 name="Freeform 15"/>
              <p:cNvSpPr>
                <a:spLocks/>
              </p:cNvSpPr>
              <p:nvPr/>
            </p:nvSpPr>
            <p:spPr bwMode="auto">
              <a:xfrm>
                <a:off x="1873250" y="3638550"/>
                <a:ext cx="149225" cy="139700"/>
              </a:xfrm>
              <a:custGeom>
                <a:avLst/>
                <a:gdLst>
                  <a:gd name="T0" fmla="*/ 38 w 39"/>
                  <a:gd name="T1" fmla="*/ 0 h 36"/>
                  <a:gd name="T2" fmla="*/ 25 w 39"/>
                  <a:gd name="T3" fmla="*/ 3 h 36"/>
                  <a:gd name="T4" fmla="*/ 0 w 39"/>
                  <a:gd name="T5" fmla="*/ 13 h 36"/>
                  <a:gd name="T6" fmla="*/ 26 w 39"/>
                  <a:gd name="T7" fmla="*/ 36 h 36"/>
                  <a:gd name="T8" fmla="*/ 38 w 39"/>
                  <a:gd name="T9" fmla="*/ 0 h 36"/>
                </a:gdLst>
                <a:ahLst/>
                <a:cxnLst>
                  <a:cxn ang="0">
                    <a:pos x="T0" y="T1"/>
                  </a:cxn>
                  <a:cxn ang="0">
                    <a:pos x="T2" y="T3"/>
                  </a:cxn>
                  <a:cxn ang="0">
                    <a:pos x="T4" y="T5"/>
                  </a:cxn>
                  <a:cxn ang="0">
                    <a:pos x="T6" y="T7"/>
                  </a:cxn>
                  <a:cxn ang="0">
                    <a:pos x="T8" y="T9"/>
                  </a:cxn>
                </a:cxnLst>
                <a:rect l="0" t="0" r="r" b="b"/>
                <a:pathLst>
                  <a:path w="39" h="36">
                    <a:moveTo>
                      <a:pt x="38" y="0"/>
                    </a:moveTo>
                    <a:cubicBezTo>
                      <a:pt x="35" y="1"/>
                      <a:pt x="30" y="2"/>
                      <a:pt x="25" y="3"/>
                    </a:cubicBezTo>
                    <a:cubicBezTo>
                      <a:pt x="18" y="3"/>
                      <a:pt x="8" y="4"/>
                      <a:pt x="0" y="13"/>
                    </a:cubicBezTo>
                    <a:cubicBezTo>
                      <a:pt x="26" y="36"/>
                      <a:pt x="26" y="36"/>
                      <a:pt x="26" y="36"/>
                    </a:cubicBezTo>
                    <a:cubicBezTo>
                      <a:pt x="35" y="26"/>
                      <a:pt x="39" y="13"/>
                      <a:pt x="38" y="0"/>
                    </a:cubicBezTo>
                  </a:path>
                </a:pathLst>
              </a:custGeom>
              <a:solidFill>
                <a:srgbClr val="515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 name="Freeform 16"/>
              <p:cNvSpPr>
                <a:spLocks/>
              </p:cNvSpPr>
              <p:nvPr/>
            </p:nvSpPr>
            <p:spPr bwMode="auto">
              <a:xfrm>
                <a:off x="1689100" y="3460750"/>
                <a:ext cx="133350" cy="147638"/>
              </a:xfrm>
              <a:custGeom>
                <a:avLst/>
                <a:gdLst>
                  <a:gd name="T0" fmla="*/ 33 w 35"/>
                  <a:gd name="T1" fmla="*/ 12 h 38"/>
                  <a:gd name="T2" fmla="*/ 35 w 35"/>
                  <a:gd name="T3" fmla="*/ 0 h 38"/>
                  <a:gd name="T4" fmla="*/ 0 w 35"/>
                  <a:gd name="T5" fmla="*/ 15 h 38"/>
                  <a:gd name="T6" fmla="*/ 25 w 35"/>
                  <a:gd name="T7" fmla="*/ 38 h 38"/>
                  <a:gd name="T8" fmla="*/ 33 w 35"/>
                  <a:gd name="T9" fmla="*/ 12 h 38"/>
                </a:gdLst>
                <a:ahLst/>
                <a:cxnLst>
                  <a:cxn ang="0">
                    <a:pos x="T0" y="T1"/>
                  </a:cxn>
                  <a:cxn ang="0">
                    <a:pos x="T2" y="T3"/>
                  </a:cxn>
                  <a:cxn ang="0">
                    <a:pos x="T4" y="T5"/>
                  </a:cxn>
                  <a:cxn ang="0">
                    <a:pos x="T6" y="T7"/>
                  </a:cxn>
                  <a:cxn ang="0">
                    <a:pos x="T8" y="T9"/>
                  </a:cxn>
                </a:cxnLst>
                <a:rect l="0" t="0" r="r" b="b"/>
                <a:pathLst>
                  <a:path w="35" h="38">
                    <a:moveTo>
                      <a:pt x="33" y="12"/>
                    </a:moveTo>
                    <a:cubicBezTo>
                      <a:pt x="33" y="7"/>
                      <a:pt x="34" y="2"/>
                      <a:pt x="35" y="0"/>
                    </a:cubicBezTo>
                    <a:cubicBezTo>
                      <a:pt x="22" y="0"/>
                      <a:pt x="9" y="5"/>
                      <a:pt x="0" y="15"/>
                    </a:cubicBezTo>
                    <a:cubicBezTo>
                      <a:pt x="25" y="38"/>
                      <a:pt x="25" y="38"/>
                      <a:pt x="25" y="38"/>
                    </a:cubicBezTo>
                    <a:cubicBezTo>
                      <a:pt x="33" y="29"/>
                      <a:pt x="33" y="20"/>
                      <a:pt x="33" y="12"/>
                    </a:cubicBezTo>
                  </a:path>
                </a:pathLst>
              </a:custGeom>
              <a:solidFill>
                <a:srgbClr val="515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grpSp>
        <p:nvGrpSpPr>
          <p:cNvPr id="36" name="组合 35"/>
          <p:cNvGrpSpPr/>
          <p:nvPr/>
        </p:nvGrpSpPr>
        <p:grpSpPr>
          <a:xfrm>
            <a:off x="3025236" y="3062176"/>
            <a:ext cx="3528266" cy="2352177"/>
            <a:chOff x="3589049" y="595309"/>
            <a:chExt cx="4031105" cy="2687403"/>
          </a:xfrm>
        </p:grpSpPr>
        <p:graphicFrame>
          <p:nvGraphicFramePr>
            <p:cNvPr id="37" name="图表 36"/>
            <p:cNvGraphicFramePr/>
            <p:nvPr/>
          </p:nvGraphicFramePr>
          <p:xfrm>
            <a:off x="3589049" y="595309"/>
            <a:ext cx="4031105" cy="2687403"/>
          </p:xfrm>
          <a:graphic>
            <a:graphicData uri="http://schemas.openxmlformats.org/drawingml/2006/chart">
              <c:chart xmlns:c="http://schemas.openxmlformats.org/drawingml/2006/chart" xmlns:r="http://schemas.openxmlformats.org/officeDocument/2006/relationships" r:id="rId3"/>
            </a:graphicData>
          </a:graphic>
        </p:graphicFrame>
        <p:sp>
          <p:nvSpPr>
            <p:cNvPr id="38" name="Freeform 20"/>
            <p:cNvSpPr>
              <a:spLocks noEditPoints="1"/>
            </p:cNvSpPr>
            <p:nvPr/>
          </p:nvSpPr>
          <p:spPr bwMode="auto">
            <a:xfrm>
              <a:off x="5190001" y="1542656"/>
              <a:ext cx="847722" cy="851047"/>
            </a:xfrm>
            <a:custGeom>
              <a:avLst/>
              <a:gdLst>
                <a:gd name="T0" fmla="*/ 53 w 105"/>
                <a:gd name="T1" fmla="*/ 105 h 105"/>
                <a:gd name="T2" fmla="*/ 43 w 105"/>
                <a:gd name="T3" fmla="*/ 65 h 105"/>
                <a:gd name="T4" fmla="*/ 37 w 105"/>
                <a:gd name="T5" fmla="*/ 47 h 105"/>
                <a:gd name="T6" fmla="*/ 54 w 105"/>
                <a:gd name="T7" fmla="*/ 36 h 105"/>
                <a:gd name="T8" fmla="*/ 68 w 105"/>
                <a:gd name="T9" fmla="*/ 47 h 105"/>
                <a:gd name="T10" fmla="*/ 59 w 105"/>
                <a:gd name="T11" fmla="*/ 65 h 105"/>
                <a:gd name="T12" fmla="*/ 36 w 105"/>
                <a:gd name="T13" fmla="*/ 79 h 105"/>
                <a:gd name="T14" fmla="*/ 45 w 105"/>
                <a:gd name="T15" fmla="*/ 67 h 105"/>
                <a:gd name="T16" fmla="*/ 53 w 105"/>
                <a:gd name="T17" fmla="*/ 21 h 105"/>
                <a:gd name="T18" fmla="*/ 53 w 105"/>
                <a:gd name="T19" fmla="*/ 34 h 105"/>
                <a:gd name="T20" fmla="*/ 70 w 105"/>
                <a:gd name="T21" fmla="*/ 77 h 105"/>
                <a:gd name="T22" fmla="*/ 60 w 105"/>
                <a:gd name="T23" fmla="*/ 67 h 105"/>
                <a:gd name="T24" fmla="*/ 70 w 105"/>
                <a:gd name="T25" fmla="*/ 46 h 105"/>
                <a:gd name="T26" fmla="*/ 69 w 105"/>
                <a:gd name="T27" fmla="*/ 49 h 105"/>
                <a:gd name="T28" fmla="*/ 66 w 105"/>
                <a:gd name="T29" fmla="*/ 15 h 105"/>
                <a:gd name="T30" fmla="*/ 41 w 105"/>
                <a:gd name="T31" fmla="*/ 6 h 105"/>
                <a:gd name="T32" fmla="*/ 63 w 105"/>
                <a:gd name="T33" fmla="*/ 3 h 105"/>
                <a:gd name="T34" fmla="*/ 67 w 105"/>
                <a:gd name="T35" fmla="*/ 13 h 105"/>
                <a:gd name="T36" fmla="*/ 53 w 105"/>
                <a:gd name="T37" fmla="*/ 19 h 105"/>
                <a:gd name="T38" fmla="*/ 38 w 105"/>
                <a:gd name="T39" fmla="*/ 13 h 105"/>
                <a:gd name="T40" fmla="*/ 36 w 105"/>
                <a:gd name="T41" fmla="*/ 14 h 105"/>
                <a:gd name="T42" fmla="*/ 22 w 105"/>
                <a:gd name="T43" fmla="*/ 24 h 105"/>
                <a:gd name="T44" fmla="*/ 35 w 105"/>
                <a:gd name="T45" fmla="*/ 46 h 105"/>
                <a:gd name="T46" fmla="*/ 23 w 105"/>
                <a:gd name="T47" fmla="*/ 42 h 105"/>
                <a:gd name="T48" fmla="*/ 3 w 105"/>
                <a:gd name="T49" fmla="*/ 47 h 105"/>
                <a:gd name="T50" fmla="*/ 21 w 105"/>
                <a:gd name="T51" fmla="*/ 26 h 105"/>
                <a:gd name="T52" fmla="*/ 22 w 105"/>
                <a:gd name="T53" fmla="*/ 42 h 105"/>
                <a:gd name="T54" fmla="*/ 14 w 105"/>
                <a:gd name="T55" fmla="*/ 52 h 105"/>
                <a:gd name="T56" fmla="*/ 12 w 105"/>
                <a:gd name="T57" fmla="*/ 57 h 105"/>
                <a:gd name="T58" fmla="*/ 20 w 105"/>
                <a:gd name="T59" fmla="*/ 73 h 105"/>
                <a:gd name="T60" fmla="*/ 36 w 105"/>
                <a:gd name="T61" fmla="*/ 96 h 105"/>
                <a:gd name="T62" fmla="*/ 17 w 105"/>
                <a:gd name="T63" fmla="*/ 83 h 105"/>
                <a:gd name="T64" fmla="*/ 21 w 105"/>
                <a:gd name="T65" fmla="*/ 75 h 105"/>
                <a:gd name="T66" fmla="*/ 35 w 105"/>
                <a:gd name="T67" fmla="*/ 80 h 105"/>
                <a:gd name="T68" fmla="*/ 43 w 105"/>
                <a:gd name="T69" fmla="*/ 92 h 105"/>
                <a:gd name="T70" fmla="*/ 45 w 105"/>
                <a:gd name="T71" fmla="*/ 92 h 105"/>
                <a:gd name="T72" fmla="*/ 62 w 105"/>
                <a:gd name="T73" fmla="*/ 89 h 105"/>
                <a:gd name="T74" fmla="*/ 72 w 105"/>
                <a:gd name="T75" fmla="*/ 97 h 105"/>
                <a:gd name="T76" fmla="*/ 63 w 105"/>
                <a:gd name="T77" fmla="*/ 92 h 105"/>
                <a:gd name="T78" fmla="*/ 84 w 105"/>
                <a:gd name="T79" fmla="*/ 75 h 105"/>
                <a:gd name="T80" fmla="*/ 89 w 105"/>
                <a:gd name="T81" fmla="*/ 82 h 105"/>
                <a:gd name="T82" fmla="*/ 88 w 105"/>
                <a:gd name="T83" fmla="*/ 72 h 105"/>
                <a:gd name="T84" fmla="*/ 93 w 105"/>
                <a:gd name="T85" fmla="*/ 57 h 105"/>
                <a:gd name="T86" fmla="*/ 94 w 105"/>
                <a:gd name="T87" fmla="*/ 55 h 105"/>
                <a:gd name="T88" fmla="*/ 84 w 105"/>
                <a:gd name="T89" fmla="*/ 42 h 105"/>
                <a:gd name="T90" fmla="*/ 85 w 105"/>
                <a:gd name="T91" fmla="*/ 26 h 105"/>
                <a:gd name="T92" fmla="*/ 95 w 105"/>
                <a:gd name="T93" fmla="*/ 27 h 105"/>
                <a:gd name="T94" fmla="*/ 94 w 105"/>
                <a:gd name="T95" fmla="*/ 5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 h="105">
                  <a:moveTo>
                    <a:pt x="53" y="0"/>
                  </a:moveTo>
                  <a:cubicBezTo>
                    <a:pt x="24" y="0"/>
                    <a:pt x="0" y="23"/>
                    <a:pt x="0" y="52"/>
                  </a:cubicBezTo>
                  <a:cubicBezTo>
                    <a:pt x="0" y="81"/>
                    <a:pt x="24" y="105"/>
                    <a:pt x="53" y="105"/>
                  </a:cubicBezTo>
                  <a:cubicBezTo>
                    <a:pt x="82" y="105"/>
                    <a:pt x="105" y="81"/>
                    <a:pt x="105" y="52"/>
                  </a:cubicBezTo>
                  <a:cubicBezTo>
                    <a:pt x="105" y="23"/>
                    <a:pt x="82" y="0"/>
                    <a:pt x="53" y="0"/>
                  </a:cubicBezTo>
                  <a:moveTo>
                    <a:pt x="43" y="65"/>
                  </a:moveTo>
                  <a:cubicBezTo>
                    <a:pt x="43" y="64"/>
                    <a:pt x="38" y="49"/>
                    <a:pt x="37" y="47"/>
                  </a:cubicBezTo>
                  <a:cubicBezTo>
                    <a:pt x="37" y="47"/>
                    <a:pt x="37" y="47"/>
                    <a:pt x="37" y="47"/>
                  </a:cubicBezTo>
                  <a:cubicBezTo>
                    <a:pt x="37" y="47"/>
                    <a:pt x="37" y="47"/>
                    <a:pt x="37" y="47"/>
                  </a:cubicBezTo>
                  <a:cubicBezTo>
                    <a:pt x="38" y="46"/>
                    <a:pt x="48" y="39"/>
                    <a:pt x="51" y="36"/>
                  </a:cubicBezTo>
                  <a:cubicBezTo>
                    <a:pt x="52" y="36"/>
                    <a:pt x="53" y="36"/>
                    <a:pt x="53" y="36"/>
                  </a:cubicBezTo>
                  <a:cubicBezTo>
                    <a:pt x="53" y="36"/>
                    <a:pt x="53" y="36"/>
                    <a:pt x="54" y="36"/>
                  </a:cubicBezTo>
                  <a:cubicBezTo>
                    <a:pt x="57" y="39"/>
                    <a:pt x="68" y="46"/>
                    <a:pt x="68" y="47"/>
                  </a:cubicBezTo>
                  <a:cubicBezTo>
                    <a:pt x="68" y="47"/>
                    <a:pt x="68" y="47"/>
                    <a:pt x="68" y="47"/>
                  </a:cubicBezTo>
                  <a:cubicBezTo>
                    <a:pt x="68" y="47"/>
                    <a:pt x="68" y="47"/>
                    <a:pt x="68" y="47"/>
                  </a:cubicBezTo>
                  <a:cubicBezTo>
                    <a:pt x="67" y="49"/>
                    <a:pt x="63" y="64"/>
                    <a:pt x="62" y="65"/>
                  </a:cubicBezTo>
                  <a:cubicBezTo>
                    <a:pt x="62" y="65"/>
                    <a:pt x="62" y="65"/>
                    <a:pt x="62" y="65"/>
                  </a:cubicBezTo>
                  <a:cubicBezTo>
                    <a:pt x="59" y="65"/>
                    <a:pt x="59" y="65"/>
                    <a:pt x="59" y="65"/>
                  </a:cubicBezTo>
                  <a:lnTo>
                    <a:pt x="43" y="65"/>
                  </a:lnTo>
                  <a:close/>
                  <a:moveTo>
                    <a:pt x="45" y="67"/>
                  </a:moveTo>
                  <a:cubicBezTo>
                    <a:pt x="36" y="79"/>
                    <a:pt x="36" y="79"/>
                    <a:pt x="36" y="79"/>
                  </a:cubicBezTo>
                  <a:cubicBezTo>
                    <a:pt x="35" y="77"/>
                    <a:pt x="35" y="77"/>
                    <a:pt x="35" y="77"/>
                  </a:cubicBezTo>
                  <a:cubicBezTo>
                    <a:pt x="42" y="67"/>
                    <a:pt x="42" y="67"/>
                    <a:pt x="42" y="67"/>
                  </a:cubicBezTo>
                  <a:lnTo>
                    <a:pt x="45" y="67"/>
                  </a:lnTo>
                  <a:close/>
                  <a:moveTo>
                    <a:pt x="51" y="34"/>
                  </a:moveTo>
                  <a:cubicBezTo>
                    <a:pt x="51" y="20"/>
                    <a:pt x="51" y="20"/>
                    <a:pt x="51" y="20"/>
                  </a:cubicBezTo>
                  <a:cubicBezTo>
                    <a:pt x="53" y="21"/>
                    <a:pt x="53" y="21"/>
                    <a:pt x="53" y="21"/>
                  </a:cubicBezTo>
                  <a:cubicBezTo>
                    <a:pt x="54" y="20"/>
                    <a:pt x="54" y="20"/>
                    <a:pt x="54" y="20"/>
                  </a:cubicBezTo>
                  <a:cubicBezTo>
                    <a:pt x="54" y="34"/>
                    <a:pt x="54" y="34"/>
                    <a:pt x="54" y="34"/>
                  </a:cubicBezTo>
                  <a:cubicBezTo>
                    <a:pt x="53" y="34"/>
                    <a:pt x="53" y="34"/>
                    <a:pt x="53" y="34"/>
                  </a:cubicBezTo>
                  <a:lnTo>
                    <a:pt x="51" y="34"/>
                  </a:lnTo>
                  <a:close/>
                  <a:moveTo>
                    <a:pt x="63" y="67"/>
                  </a:moveTo>
                  <a:cubicBezTo>
                    <a:pt x="70" y="77"/>
                    <a:pt x="70" y="77"/>
                    <a:pt x="70" y="77"/>
                  </a:cubicBezTo>
                  <a:cubicBezTo>
                    <a:pt x="70" y="77"/>
                    <a:pt x="70" y="77"/>
                    <a:pt x="70" y="77"/>
                  </a:cubicBezTo>
                  <a:cubicBezTo>
                    <a:pt x="69" y="79"/>
                    <a:pt x="69" y="79"/>
                    <a:pt x="69" y="79"/>
                  </a:cubicBezTo>
                  <a:cubicBezTo>
                    <a:pt x="60" y="67"/>
                    <a:pt x="60" y="67"/>
                    <a:pt x="60" y="67"/>
                  </a:cubicBezTo>
                  <a:lnTo>
                    <a:pt x="63" y="67"/>
                  </a:lnTo>
                  <a:close/>
                  <a:moveTo>
                    <a:pt x="69" y="49"/>
                  </a:moveTo>
                  <a:cubicBezTo>
                    <a:pt x="70" y="46"/>
                    <a:pt x="70" y="46"/>
                    <a:pt x="70" y="46"/>
                  </a:cubicBezTo>
                  <a:cubicBezTo>
                    <a:pt x="82" y="43"/>
                    <a:pt x="82" y="43"/>
                    <a:pt x="82" y="43"/>
                  </a:cubicBezTo>
                  <a:cubicBezTo>
                    <a:pt x="83" y="44"/>
                    <a:pt x="83" y="44"/>
                    <a:pt x="83" y="44"/>
                  </a:cubicBezTo>
                  <a:lnTo>
                    <a:pt x="69" y="49"/>
                  </a:lnTo>
                  <a:close/>
                  <a:moveTo>
                    <a:pt x="83" y="24"/>
                  </a:moveTo>
                  <a:cubicBezTo>
                    <a:pt x="83" y="28"/>
                    <a:pt x="83" y="28"/>
                    <a:pt x="83" y="28"/>
                  </a:cubicBezTo>
                  <a:cubicBezTo>
                    <a:pt x="79" y="22"/>
                    <a:pt x="73" y="18"/>
                    <a:pt x="66" y="15"/>
                  </a:cubicBezTo>
                  <a:cubicBezTo>
                    <a:pt x="69" y="14"/>
                    <a:pt x="69" y="14"/>
                    <a:pt x="69" y="14"/>
                  </a:cubicBezTo>
                  <a:cubicBezTo>
                    <a:pt x="75" y="17"/>
                    <a:pt x="79" y="20"/>
                    <a:pt x="83" y="24"/>
                  </a:cubicBezTo>
                  <a:moveTo>
                    <a:pt x="41" y="6"/>
                  </a:moveTo>
                  <a:cubicBezTo>
                    <a:pt x="41" y="5"/>
                    <a:pt x="42" y="4"/>
                    <a:pt x="42" y="3"/>
                  </a:cubicBezTo>
                  <a:cubicBezTo>
                    <a:pt x="45" y="3"/>
                    <a:pt x="49" y="2"/>
                    <a:pt x="52" y="2"/>
                  </a:cubicBezTo>
                  <a:cubicBezTo>
                    <a:pt x="56" y="2"/>
                    <a:pt x="59" y="3"/>
                    <a:pt x="63" y="3"/>
                  </a:cubicBezTo>
                  <a:cubicBezTo>
                    <a:pt x="63" y="4"/>
                    <a:pt x="64" y="5"/>
                    <a:pt x="64" y="6"/>
                  </a:cubicBezTo>
                  <a:cubicBezTo>
                    <a:pt x="66" y="9"/>
                    <a:pt x="68" y="12"/>
                    <a:pt x="68" y="13"/>
                  </a:cubicBezTo>
                  <a:cubicBezTo>
                    <a:pt x="68" y="13"/>
                    <a:pt x="68" y="13"/>
                    <a:pt x="67" y="13"/>
                  </a:cubicBezTo>
                  <a:cubicBezTo>
                    <a:pt x="67" y="14"/>
                    <a:pt x="65" y="14"/>
                    <a:pt x="64" y="15"/>
                  </a:cubicBezTo>
                  <a:cubicBezTo>
                    <a:pt x="61" y="16"/>
                    <a:pt x="56" y="18"/>
                    <a:pt x="54" y="19"/>
                  </a:cubicBezTo>
                  <a:cubicBezTo>
                    <a:pt x="53" y="19"/>
                    <a:pt x="53" y="19"/>
                    <a:pt x="53" y="19"/>
                  </a:cubicBezTo>
                  <a:cubicBezTo>
                    <a:pt x="53" y="19"/>
                    <a:pt x="52" y="19"/>
                    <a:pt x="51" y="19"/>
                  </a:cubicBezTo>
                  <a:cubicBezTo>
                    <a:pt x="49" y="18"/>
                    <a:pt x="45" y="16"/>
                    <a:pt x="41" y="14"/>
                  </a:cubicBezTo>
                  <a:cubicBezTo>
                    <a:pt x="40" y="14"/>
                    <a:pt x="39" y="13"/>
                    <a:pt x="38" y="13"/>
                  </a:cubicBezTo>
                  <a:cubicBezTo>
                    <a:pt x="38" y="13"/>
                    <a:pt x="37" y="13"/>
                    <a:pt x="37" y="13"/>
                  </a:cubicBezTo>
                  <a:cubicBezTo>
                    <a:pt x="38" y="12"/>
                    <a:pt x="39" y="9"/>
                    <a:pt x="41" y="6"/>
                  </a:cubicBezTo>
                  <a:moveTo>
                    <a:pt x="36" y="14"/>
                  </a:moveTo>
                  <a:cubicBezTo>
                    <a:pt x="39" y="15"/>
                    <a:pt x="39" y="15"/>
                    <a:pt x="39" y="15"/>
                  </a:cubicBezTo>
                  <a:cubicBezTo>
                    <a:pt x="32" y="18"/>
                    <a:pt x="27" y="22"/>
                    <a:pt x="22" y="27"/>
                  </a:cubicBezTo>
                  <a:cubicBezTo>
                    <a:pt x="22" y="24"/>
                    <a:pt x="22" y="24"/>
                    <a:pt x="22" y="24"/>
                  </a:cubicBezTo>
                  <a:cubicBezTo>
                    <a:pt x="26" y="20"/>
                    <a:pt x="31" y="16"/>
                    <a:pt x="36" y="14"/>
                  </a:cubicBezTo>
                  <a:moveTo>
                    <a:pt x="23" y="42"/>
                  </a:moveTo>
                  <a:cubicBezTo>
                    <a:pt x="35" y="46"/>
                    <a:pt x="35" y="46"/>
                    <a:pt x="35" y="46"/>
                  </a:cubicBezTo>
                  <a:cubicBezTo>
                    <a:pt x="36" y="49"/>
                    <a:pt x="36" y="49"/>
                    <a:pt x="36" y="49"/>
                  </a:cubicBezTo>
                  <a:cubicBezTo>
                    <a:pt x="22" y="44"/>
                    <a:pt x="22" y="44"/>
                    <a:pt x="22" y="44"/>
                  </a:cubicBezTo>
                  <a:lnTo>
                    <a:pt x="23" y="42"/>
                  </a:lnTo>
                  <a:close/>
                  <a:moveTo>
                    <a:pt x="11" y="55"/>
                  </a:moveTo>
                  <a:cubicBezTo>
                    <a:pt x="10" y="54"/>
                    <a:pt x="8" y="51"/>
                    <a:pt x="5" y="49"/>
                  </a:cubicBezTo>
                  <a:cubicBezTo>
                    <a:pt x="5" y="48"/>
                    <a:pt x="4" y="48"/>
                    <a:pt x="3" y="47"/>
                  </a:cubicBezTo>
                  <a:cubicBezTo>
                    <a:pt x="4" y="40"/>
                    <a:pt x="6" y="33"/>
                    <a:pt x="9" y="27"/>
                  </a:cubicBezTo>
                  <a:cubicBezTo>
                    <a:pt x="10" y="27"/>
                    <a:pt x="11" y="27"/>
                    <a:pt x="12" y="27"/>
                  </a:cubicBezTo>
                  <a:cubicBezTo>
                    <a:pt x="16" y="26"/>
                    <a:pt x="20" y="26"/>
                    <a:pt x="21" y="26"/>
                  </a:cubicBezTo>
                  <a:cubicBezTo>
                    <a:pt x="21" y="26"/>
                    <a:pt x="21" y="26"/>
                    <a:pt x="21" y="26"/>
                  </a:cubicBezTo>
                  <a:cubicBezTo>
                    <a:pt x="21" y="26"/>
                    <a:pt x="21" y="27"/>
                    <a:pt x="21" y="29"/>
                  </a:cubicBezTo>
                  <a:cubicBezTo>
                    <a:pt x="21" y="33"/>
                    <a:pt x="22" y="40"/>
                    <a:pt x="22" y="42"/>
                  </a:cubicBezTo>
                  <a:cubicBezTo>
                    <a:pt x="22" y="42"/>
                    <a:pt x="22" y="42"/>
                    <a:pt x="22" y="42"/>
                  </a:cubicBezTo>
                  <a:cubicBezTo>
                    <a:pt x="22" y="42"/>
                    <a:pt x="21" y="43"/>
                    <a:pt x="20" y="44"/>
                  </a:cubicBezTo>
                  <a:cubicBezTo>
                    <a:pt x="19" y="46"/>
                    <a:pt x="16" y="50"/>
                    <a:pt x="14" y="52"/>
                  </a:cubicBezTo>
                  <a:cubicBezTo>
                    <a:pt x="12" y="54"/>
                    <a:pt x="12" y="55"/>
                    <a:pt x="11" y="55"/>
                  </a:cubicBezTo>
                  <a:cubicBezTo>
                    <a:pt x="11" y="55"/>
                    <a:pt x="11" y="55"/>
                    <a:pt x="11" y="55"/>
                  </a:cubicBezTo>
                  <a:moveTo>
                    <a:pt x="12" y="57"/>
                  </a:moveTo>
                  <a:cubicBezTo>
                    <a:pt x="12" y="57"/>
                    <a:pt x="12" y="57"/>
                    <a:pt x="12" y="57"/>
                  </a:cubicBezTo>
                  <a:cubicBezTo>
                    <a:pt x="14" y="55"/>
                    <a:pt x="14" y="55"/>
                    <a:pt x="14" y="55"/>
                  </a:cubicBezTo>
                  <a:cubicBezTo>
                    <a:pt x="14" y="61"/>
                    <a:pt x="16" y="68"/>
                    <a:pt x="20" y="73"/>
                  </a:cubicBezTo>
                  <a:cubicBezTo>
                    <a:pt x="17" y="72"/>
                    <a:pt x="17" y="72"/>
                    <a:pt x="17" y="72"/>
                  </a:cubicBezTo>
                  <a:cubicBezTo>
                    <a:pt x="14" y="68"/>
                    <a:pt x="12" y="63"/>
                    <a:pt x="12" y="57"/>
                  </a:cubicBezTo>
                  <a:moveTo>
                    <a:pt x="36" y="96"/>
                  </a:moveTo>
                  <a:cubicBezTo>
                    <a:pt x="35" y="96"/>
                    <a:pt x="34" y="97"/>
                    <a:pt x="33" y="97"/>
                  </a:cubicBezTo>
                  <a:cubicBezTo>
                    <a:pt x="27" y="95"/>
                    <a:pt x="21" y="91"/>
                    <a:pt x="16" y="86"/>
                  </a:cubicBezTo>
                  <a:cubicBezTo>
                    <a:pt x="16" y="85"/>
                    <a:pt x="17" y="84"/>
                    <a:pt x="17" y="83"/>
                  </a:cubicBezTo>
                  <a:cubicBezTo>
                    <a:pt x="17" y="80"/>
                    <a:pt x="18" y="76"/>
                    <a:pt x="18" y="75"/>
                  </a:cubicBezTo>
                  <a:cubicBezTo>
                    <a:pt x="18" y="74"/>
                    <a:pt x="18" y="74"/>
                    <a:pt x="18" y="74"/>
                  </a:cubicBezTo>
                  <a:cubicBezTo>
                    <a:pt x="19" y="74"/>
                    <a:pt x="20" y="74"/>
                    <a:pt x="21" y="75"/>
                  </a:cubicBezTo>
                  <a:cubicBezTo>
                    <a:pt x="25" y="76"/>
                    <a:pt x="32" y="78"/>
                    <a:pt x="34" y="78"/>
                  </a:cubicBezTo>
                  <a:cubicBezTo>
                    <a:pt x="34" y="78"/>
                    <a:pt x="34" y="78"/>
                    <a:pt x="34" y="78"/>
                  </a:cubicBezTo>
                  <a:cubicBezTo>
                    <a:pt x="34" y="78"/>
                    <a:pt x="35" y="79"/>
                    <a:pt x="35" y="80"/>
                  </a:cubicBezTo>
                  <a:cubicBezTo>
                    <a:pt x="37" y="82"/>
                    <a:pt x="39" y="86"/>
                    <a:pt x="41" y="89"/>
                  </a:cubicBezTo>
                  <a:cubicBezTo>
                    <a:pt x="42" y="90"/>
                    <a:pt x="42" y="91"/>
                    <a:pt x="43" y="92"/>
                  </a:cubicBezTo>
                  <a:cubicBezTo>
                    <a:pt x="43" y="92"/>
                    <a:pt x="43" y="92"/>
                    <a:pt x="43" y="92"/>
                  </a:cubicBezTo>
                  <a:cubicBezTo>
                    <a:pt x="42" y="93"/>
                    <a:pt x="39" y="94"/>
                    <a:pt x="36" y="96"/>
                  </a:cubicBezTo>
                  <a:moveTo>
                    <a:pt x="52" y="93"/>
                  </a:moveTo>
                  <a:cubicBezTo>
                    <a:pt x="50" y="93"/>
                    <a:pt x="47" y="93"/>
                    <a:pt x="45" y="92"/>
                  </a:cubicBezTo>
                  <a:cubicBezTo>
                    <a:pt x="43" y="89"/>
                    <a:pt x="43" y="89"/>
                    <a:pt x="43" y="89"/>
                  </a:cubicBezTo>
                  <a:cubicBezTo>
                    <a:pt x="46" y="90"/>
                    <a:pt x="49" y="91"/>
                    <a:pt x="52" y="91"/>
                  </a:cubicBezTo>
                  <a:cubicBezTo>
                    <a:pt x="56" y="91"/>
                    <a:pt x="59" y="90"/>
                    <a:pt x="62" y="89"/>
                  </a:cubicBezTo>
                  <a:cubicBezTo>
                    <a:pt x="61" y="92"/>
                    <a:pt x="61" y="92"/>
                    <a:pt x="61" y="92"/>
                  </a:cubicBezTo>
                  <a:cubicBezTo>
                    <a:pt x="58" y="93"/>
                    <a:pt x="55" y="93"/>
                    <a:pt x="52" y="93"/>
                  </a:cubicBezTo>
                  <a:moveTo>
                    <a:pt x="72" y="97"/>
                  </a:moveTo>
                  <a:cubicBezTo>
                    <a:pt x="71" y="97"/>
                    <a:pt x="70" y="96"/>
                    <a:pt x="69" y="96"/>
                  </a:cubicBezTo>
                  <a:cubicBezTo>
                    <a:pt x="66" y="94"/>
                    <a:pt x="63" y="93"/>
                    <a:pt x="62" y="92"/>
                  </a:cubicBezTo>
                  <a:cubicBezTo>
                    <a:pt x="62" y="92"/>
                    <a:pt x="63" y="92"/>
                    <a:pt x="63" y="92"/>
                  </a:cubicBezTo>
                  <a:cubicBezTo>
                    <a:pt x="63" y="91"/>
                    <a:pt x="64" y="90"/>
                    <a:pt x="65" y="89"/>
                  </a:cubicBezTo>
                  <a:cubicBezTo>
                    <a:pt x="67" y="85"/>
                    <a:pt x="71" y="79"/>
                    <a:pt x="71" y="78"/>
                  </a:cubicBezTo>
                  <a:cubicBezTo>
                    <a:pt x="72" y="78"/>
                    <a:pt x="79" y="76"/>
                    <a:pt x="84" y="75"/>
                  </a:cubicBezTo>
                  <a:cubicBezTo>
                    <a:pt x="85" y="75"/>
                    <a:pt x="87" y="74"/>
                    <a:pt x="87" y="74"/>
                  </a:cubicBezTo>
                  <a:cubicBezTo>
                    <a:pt x="87" y="74"/>
                    <a:pt x="87" y="74"/>
                    <a:pt x="87" y="74"/>
                  </a:cubicBezTo>
                  <a:cubicBezTo>
                    <a:pt x="87" y="75"/>
                    <a:pt x="88" y="79"/>
                    <a:pt x="89" y="82"/>
                  </a:cubicBezTo>
                  <a:cubicBezTo>
                    <a:pt x="89" y="83"/>
                    <a:pt x="89" y="84"/>
                    <a:pt x="89" y="85"/>
                  </a:cubicBezTo>
                  <a:cubicBezTo>
                    <a:pt x="84" y="90"/>
                    <a:pt x="79" y="94"/>
                    <a:pt x="72" y="97"/>
                  </a:cubicBezTo>
                  <a:moveTo>
                    <a:pt x="88" y="72"/>
                  </a:moveTo>
                  <a:cubicBezTo>
                    <a:pt x="85" y="73"/>
                    <a:pt x="85" y="73"/>
                    <a:pt x="85" y="73"/>
                  </a:cubicBezTo>
                  <a:cubicBezTo>
                    <a:pt x="89" y="68"/>
                    <a:pt x="91" y="61"/>
                    <a:pt x="91" y="54"/>
                  </a:cubicBezTo>
                  <a:cubicBezTo>
                    <a:pt x="93" y="57"/>
                    <a:pt x="93" y="57"/>
                    <a:pt x="93" y="57"/>
                  </a:cubicBezTo>
                  <a:cubicBezTo>
                    <a:pt x="93" y="62"/>
                    <a:pt x="91" y="68"/>
                    <a:pt x="88" y="72"/>
                  </a:cubicBezTo>
                  <a:moveTo>
                    <a:pt x="94" y="55"/>
                  </a:moveTo>
                  <a:cubicBezTo>
                    <a:pt x="94" y="55"/>
                    <a:pt x="94" y="55"/>
                    <a:pt x="94" y="55"/>
                  </a:cubicBezTo>
                  <a:cubicBezTo>
                    <a:pt x="93" y="54"/>
                    <a:pt x="92" y="53"/>
                    <a:pt x="91" y="52"/>
                  </a:cubicBezTo>
                  <a:cubicBezTo>
                    <a:pt x="89" y="49"/>
                    <a:pt x="87" y="46"/>
                    <a:pt x="85" y="44"/>
                  </a:cubicBezTo>
                  <a:cubicBezTo>
                    <a:pt x="84" y="43"/>
                    <a:pt x="84" y="42"/>
                    <a:pt x="84" y="42"/>
                  </a:cubicBezTo>
                  <a:cubicBezTo>
                    <a:pt x="84" y="42"/>
                    <a:pt x="84" y="42"/>
                    <a:pt x="84" y="42"/>
                  </a:cubicBezTo>
                  <a:cubicBezTo>
                    <a:pt x="84" y="40"/>
                    <a:pt x="84" y="34"/>
                    <a:pt x="84" y="30"/>
                  </a:cubicBezTo>
                  <a:cubicBezTo>
                    <a:pt x="85" y="28"/>
                    <a:pt x="85" y="27"/>
                    <a:pt x="85" y="26"/>
                  </a:cubicBezTo>
                  <a:cubicBezTo>
                    <a:pt x="85" y="26"/>
                    <a:pt x="85" y="26"/>
                    <a:pt x="85" y="26"/>
                  </a:cubicBezTo>
                  <a:cubicBezTo>
                    <a:pt x="86" y="26"/>
                    <a:pt x="89" y="26"/>
                    <a:pt x="92" y="27"/>
                  </a:cubicBezTo>
                  <a:cubicBezTo>
                    <a:pt x="94" y="27"/>
                    <a:pt x="95" y="27"/>
                    <a:pt x="95" y="27"/>
                  </a:cubicBezTo>
                  <a:cubicBezTo>
                    <a:pt x="99" y="33"/>
                    <a:pt x="101" y="40"/>
                    <a:pt x="102" y="47"/>
                  </a:cubicBezTo>
                  <a:cubicBezTo>
                    <a:pt x="101" y="48"/>
                    <a:pt x="100" y="49"/>
                    <a:pt x="100" y="50"/>
                  </a:cubicBezTo>
                  <a:cubicBezTo>
                    <a:pt x="97" y="52"/>
                    <a:pt x="94" y="54"/>
                    <a:pt x="94" y="55"/>
                  </a:cubicBezTo>
                </a:path>
              </a:pathLst>
            </a:custGeom>
            <a:solidFill>
              <a:srgbClr val="8F3540"/>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9" name="组合 38"/>
          <p:cNvGrpSpPr/>
          <p:nvPr/>
        </p:nvGrpSpPr>
        <p:grpSpPr>
          <a:xfrm>
            <a:off x="5836247" y="3030909"/>
            <a:ext cx="3622067" cy="2414711"/>
            <a:chOff x="6482148" y="1160347"/>
            <a:chExt cx="4031105" cy="2687403"/>
          </a:xfrm>
        </p:grpSpPr>
        <p:graphicFrame>
          <p:nvGraphicFramePr>
            <p:cNvPr id="40" name="图表 39"/>
            <p:cNvGraphicFramePr/>
            <p:nvPr/>
          </p:nvGraphicFramePr>
          <p:xfrm>
            <a:off x="6482148" y="1160347"/>
            <a:ext cx="4031105" cy="2687403"/>
          </p:xfrm>
          <a:graphic>
            <a:graphicData uri="http://schemas.openxmlformats.org/drawingml/2006/chart">
              <c:chart xmlns:c="http://schemas.openxmlformats.org/drawingml/2006/chart" xmlns:r="http://schemas.openxmlformats.org/officeDocument/2006/relationships" r:id="rId4"/>
            </a:graphicData>
          </a:graphic>
        </p:graphicFrame>
        <p:sp>
          <p:nvSpPr>
            <p:cNvPr id="41" name="Freeform 28"/>
            <p:cNvSpPr>
              <a:spLocks noEditPoints="1"/>
            </p:cNvSpPr>
            <p:nvPr/>
          </p:nvSpPr>
          <p:spPr bwMode="auto">
            <a:xfrm>
              <a:off x="8159265" y="2118357"/>
              <a:ext cx="623785" cy="789746"/>
            </a:xfrm>
            <a:custGeom>
              <a:avLst/>
              <a:gdLst>
                <a:gd name="T0" fmla="*/ 62 w 89"/>
                <a:gd name="T1" fmla="*/ 91 h 114"/>
                <a:gd name="T2" fmla="*/ 89 w 89"/>
                <a:gd name="T3" fmla="*/ 6 h 114"/>
                <a:gd name="T4" fmla="*/ 72 w 89"/>
                <a:gd name="T5" fmla="*/ 0 h 114"/>
                <a:gd name="T6" fmla="*/ 60 w 89"/>
                <a:gd name="T7" fmla="*/ 6 h 114"/>
                <a:gd name="T8" fmla="*/ 45 w 89"/>
                <a:gd name="T9" fmla="*/ 0 h 114"/>
                <a:gd name="T10" fmla="*/ 32 w 89"/>
                <a:gd name="T11" fmla="*/ 6 h 114"/>
                <a:gd name="T12" fmla="*/ 32 w 89"/>
                <a:gd name="T13" fmla="*/ 6 h 114"/>
                <a:gd name="T14" fmla="*/ 15 w 89"/>
                <a:gd name="T15" fmla="*/ 0 h 114"/>
                <a:gd name="T16" fmla="*/ 0 w 89"/>
                <a:gd name="T17" fmla="*/ 6 h 114"/>
                <a:gd name="T18" fmla="*/ 27 w 89"/>
                <a:gd name="T19" fmla="*/ 91 h 114"/>
                <a:gd name="T20" fmla="*/ 27 w 89"/>
                <a:gd name="T21" fmla="*/ 91 h 114"/>
                <a:gd name="T22" fmla="*/ 26 w 89"/>
                <a:gd name="T23" fmla="*/ 96 h 114"/>
                <a:gd name="T24" fmla="*/ 45 w 89"/>
                <a:gd name="T25" fmla="*/ 114 h 114"/>
                <a:gd name="T26" fmla="*/ 63 w 89"/>
                <a:gd name="T27" fmla="*/ 96 h 114"/>
                <a:gd name="T28" fmla="*/ 62 w 89"/>
                <a:gd name="T29" fmla="*/ 91 h 114"/>
                <a:gd name="T30" fmla="*/ 60 w 89"/>
                <a:gd name="T31" fmla="*/ 88 h 114"/>
                <a:gd name="T32" fmla="*/ 58 w 89"/>
                <a:gd name="T33" fmla="*/ 88 h 114"/>
                <a:gd name="T34" fmla="*/ 48 w 89"/>
                <a:gd name="T35" fmla="*/ 87 h 114"/>
                <a:gd name="T36" fmla="*/ 53 w 89"/>
                <a:gd name="T37" fmla="*/ 55 h 114"/>
                <a:gd name="T38" fmla="*/ 72 w 89"/>
                <a:gd name="T39" fmla="*/ 51 h 114"/>
                <a:gd name="T40" fmla="*/ 60 w 89"/>
                <a:gd name="T41" fmla="*/ 88 h 114"/>
                <a:gd name="T42" fmla="*/ 40 w 89"/>
                <a:gd name="T43" fmla="*/ 55 h 114"/>
                <a:gd name="T44" fmla="*/ 46 w 89"/>
                <a:gd name="T45" fmla="*/ 55 h 114"/>
                <a:gd name="T46" fmla="*/ 50 w 89"/>
                <a:gd name="T47" fmla="*/ 55 h 114"/>
                <a:gd name="T48" fmla="*/ 45 w 89"/>
                <a:gd name="T49" fmla="*/ 86 h 114"/>
                <a:gd name="T50" fmla="*/ 40 w 89"/>
                <a:gd name="T51" fmla="*/ 55 h 114"/>
                <a:gd name="T52" fmla="*/ 72 w 89"/>
                <a:gd name="T53" fmla="*/ 4 h 114"/>
                <a:gd name="T54" fmla="*/ 85 w 89"/>
                <a:gd name="T55" fmla="*/ 8 h 114"/>
                <a:gd name="T56" fmla="*/ 73 w 89"/>
                <a:gd name="T57" fmla="*/ 47 h 114"/>
                <a:gd name="T58" fmla="*/ 54 w 89"/>
                <a:gd name="T59" fmla="*/ 52 h 114"/>
                <a:gd name="T60" fmla="*/ 61 w 89"/>
                <a:gd name="T61" fmla="*/ 9 h 114"/>
                <a:gd name="T62" fmla="*/ 72 w 89"/>
                <a:gd name="T63" fmla="*/ 4 h 114"/>
                <a:gd name="T64" fmla="*/ 45 w 89"/>
                <a:gd name="T65" fmla="*/ 4 h 114"/>
                <a:gd name="T66" fmla="*/ 58 w 89"/>
                <a:gd name="T67" fmla="*/ 9 h 114"/>
                <a:gd name="T68" fmla="*/ 51 w 89"/>
                <a:gd name="T69" fmla="*/ 52 h 114"/>
                <a:gd name="T70" fmla="*/ 40 w 89"/>
                <a:gd name="T71" fmla="*/ 52 h 114"/>
                <a:gd name="T72" fmla="*/ 34 w 89"/>
                <a:gd name="T73" fmla="*/ 9 h 114"/>
                <a:gd name="T74" fmla="*/ 45 w 89"/>
                <a:gd name="T75" fmla="*/ 4 h 114"/>
                <a:gd name="T76" fmla="*/ 15 w 89"/>
                <a:gd name="T77" fmla="*/ 3 h 114"/>
                <a:gd name="T78" fmla="*/ 31 w 89"/>
                <a:gd name="T79" fmla="*/ 9 h 114"/>
                <a:gd name="T80" fmla="*/ 37 w 89"/>
                <a:gd name="T81" fmla="*/ 52 h 114"/>
                <a:gd name="T82" fmla="*/ 16 w 89"/>
                <a:gd name="T83" fmla="*/ 47 h 114"/>
                <a:gd name="T84" fmla="*/ 3 w 89"/>
                <a:gd name="T85" fmla="*/ 8 h 114"/>
                <a:gd name="T86" fmla="*/ 15 w 89"/>
                <a:gd name="T87" fmla="*/ 3 h 114"/>
                <a:gd name="T88" fmla="*/ 17 w 89"/>
                <a:gd name="T89" fmla="*/ 51 h 114"/>
                <a:gd name="T90" fmla="*/ 37 w 89"/>
                <a:gd name="T91" fmla="*/ 55 h 114"/>
                <a:gd name="T92" fmla="*/ 42 w 89"/>
                <a:gd name="T93" fmla="*/ 87 h 114"/>
                <a:gd name="T94" fmla="*/ 31 w 89"/>
                <a:gd name="T95" fmla="*/ 88 h 114"/>
                <a:gd name="T96" fmla="*/ 29 w 89"/>
                <a:gd name="T97" fmla="*/ 88 h 114"/>
                <a:gd name="T98" fmla="*/ 17 w 89"/>
                <a:gd name="T99" fmla="*/ 51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9" h="114">
                  <a:moveTo>
                    <a:pt x="62" y="91"/>
                  </a:moveTo>
                  <a:cubicBezTo>
                    <a:pt x="89" y="6"/>
                    <a:pt x="89" y="6"/>
                    <a:pt x="89" y="6"/>
                  </a:cubicBezTo>
                  <a:cubicBezTo>
                    <a:pt x="72" y="0"/>
                    <a:pt x="72" y="0"/>
                    <a:pt x="72" y="0"/>
                  </a:cubicBezTo>
                  <a:cubicBezTo>
                    <a:pt x="60" y="6"/>
                    <a:pt x="60" y="6"/>
                    <a:pt x="60" y="6"/>
                  </a:cubicBezTo>
                  <a:cubicBezTo>
                    <a:pt x="45" y="0"/>
                    <a:pt x="45" y="0"/>
                    <a:pt x="45" y="0"/>
                  </a:cubicBezTo>
                  <a:cubicBezTo>
                    <a:pt x="32" y="6"/>
                    <a:pt x="32" y="6"/>
                    <a:pt x="32" y="6"/>
                  </a:cubicBezTo>
                  <a:cubicBezTo>
                    <a:pt x="32" y="6"/>
                    <a:pt x="32" y="6"/>
                    <a:pt x="32" y="6"/>
                  </a:cubicBezTo>
                  <a:cubicBezTo>
                    <a:pt x="15" y="0"/>
                    <a:pt x="15" y="0"/>
                    <a:pt x="15" y="0"/>
                  </a:cubicBezTo>
                  <a:cubicBezTo>
                    <a:pt x="0" y="6"/>
                    <a:pt x="0" y="6"/>
                    <a:pt x="0" y="6"/>
                  </a:cubicBezTo>
                  <a:cubicBezTo>
                    <a:pt x="27" y="91"/>
                    <a:pt x="27" y="91"/>
                    <a:pt x="27" y="91"/>
                  </a:cubicBezTo>
                  <a:cubicBezTo>
                    <a:pt x="27" y="91"/>
                    <a:pt x="27" y="91"/>
                    <a:pt x="27" y="91"/>
                  </a:cubicBezTo>
                  <a:cubicBezTo>
                    <a:pt x="27" y="92"/>
                    <a:pt x="26" y="94"/>
                    <a:pt x="26" y="96"/>
                  </a:cubicBezTo>
                  <a:cubicBezTo>
                    <a:pt x="26" y="106"/>
                    <a:pt x="34" y="114"/>
                    <a:pt x="45" y="114"/>
                  </a:cubicBezTo>
                  <a:cubicBezTo>
                    <a:pt x="55" y="114"/>
                    <a:pt x="63" y="106"/>
                    <a:pt x="63" y="96"/>
                  </a:cubicBezTo>
                  <a:cubicBezTo>
                    <a:pt x="63" y="94"/>
                    <a:pt x="62" y="92"/>
                    <a:pt x="62" y="91"/>
                  </a:cubicBezTo>
                  <a:close/>
                  <a:moveTo>
                    <a:pt x="60" y="88"/>
                  </a:moveTo>
                  <a:cubicBezTo>
                    <a:pt x="58" y="88"/>
                    <a:pt x="58" y="88"/>
                    <a:pt x="58" y="88"/>
                  </a:cubicBezTo>
                  <a:cubicBezTo>
                    <a:pt x="56" y="87"/>
                    <a:pt x="52" y="87"/>
                    <a:pt x="48" y="87"/>
                  </a:cubicBezTo>
                  <a:cubicBezTo>
                    <a:pt x="53" y="55"/>
                    <a:pt x="53" y="55"/>
                    <a:pt x="53" y="55"/>
                  </a:cubicBezTo>
                  <a:cubicBezTo>
                    <a:pt x="62" y="54"/>
                    <a:pt x="68" y="52"/>
                    <a:pt x="72" y="51"/>
                  </a:cubicBezTo>
                  <a:lnTo>
                    <a:pt x="60" y="88"/>
                  </a:lnTo>
                  <a:close/>
                  <a:moveTo>
                    <a:pt x="40" y="55"/>
                  </a:moveTo>
                  <a:cubicBezTo>
                    <a:pt x="43" y="55"/>
                    <a:pt x="45" y="55"/>
                    <a:pt x="46" y="55"/>
                  </a:cubicBezTo>
                  <a:cubicBezTo>
                    <a:pt x="48" y="55"/>
                    <a:pt x="49" y="55"/>
                    <a:pt x="50" y="55"/>
                  </a:cubicBezTo>
                  <a:cubicBezTo>
                    <a:pt x="45" y="86"/>
                    <a:pt x="45" y="86"/>
                    <a:pt x="45" y="86"/>
                  </a:cubicBezTo>
                  <a:lnTo>
                    <a:pt x="40" y="55"/>
                  </a:lnTo>
                  <a:close/>
                  <a:moveTo>
                    <a:pt x="72" y="4"/>
                  </a:moveTo>
                  <a:cubicBezTo>
                    <a:pt x="85" y="8"/>
                    <a:pt x="85" y="8"/>
                    <a:pt x="85" y="8"/>
                  </a:cubicBezTo>
                  <a:cubicBezTo>
                    <a:pt x="73" y="47"/>
                    <a:pt x="73" y="47"/>
                    <a:pt x="73" y="47"/>
                  </a:cubicBezTo>
                  <a:cubicBezTo>
                    <a:pt x="71" y="48"/>
                    <a:pt x="64" y="51"/>
                    <a:pt x="54" y="52"/>
                  </a:cubicBezTo>
                  <a:cubicBezTo>
                    <a:pt x="61" y="9"/>
                    <a:pt x="61" y="9"/>
                    <a:pt x="61" y="9"/>
                  </a:cubicBezTo>
                  <a:lnTo>
                    <a:pt x="72" y="4"/>
                  </a:lnTo>
                  <a:close/>
                  <a:moveTo>
                    <a:pt x="45" y="4"/>
                  </a:moveTo>
                  <a:cubicBezTo>
                    <a:pt x="58" y="9"/>
                    <a:pt x="58" y="9"/>
                    <a:pt x="58" y="9"/>
                  </a:cubicBezTo>
                  <a:cubicBezTo>
                    <a:pt x="51" y="52"/>
                    <a:pt x="51" y="52"/>
                    <a:pt x="51" y="52"/>
                  </a:cubicBezTo>
                  <a:cubicBezTo>
                    <a:pt x="47" y="52"/>
                    <a:pt x="44" y="52"/>
                    <a:pt x="40" y="52"/>
                  </a:cubicBezTo>
                  <a:cubicBezTo>
                    <a:pt x="34" y="9"/>
                    <a:pt x="34" y="9"/>
                    <a:pt x="34" y="9"/>
                  </a:cubicBezTo>
                  <a:lnTo>
                    <a:pt x="45" y="4"/>
                  </a:lnTo>
                  <a:close/>
                  <a:moveTo>
                    <a:pt x="15" y="3"/>
                  </a:moveTo>
                  <a:cubicBezTo>
                    <a:pt x="31" y="9"/>
                    <a:pt x="31" y="9"/>
                    <a:pt x="31" y="9"/>
                  </a:cubicBezTo>
                  <a:cubicBezTo>
                    <a:pt x="37" y="52"/>
                    <a:pt x="37" y="52"/>
                    <a:pt x="37" y="52"/>
                  </a:cubicBezTo>
                  <a:cubicBezTo>
                    <a:pt x="31" y="51"/>
                    <a:pt x="24" y="50"/>
                    <a:pt x="16" y="47"/>
                  </a:cubicBezTo>
                  <a:cubicBezTo>
                    <a:pt x="3" y="8"/>
                    <a:pt x="3" y="8"/>
                    <a:pt x="3" y="8"/>
                  </a:cubicBezTo>
                  <a:lnTo>
                    <a:pt x="15" y="3"/>
                  </a:lnTo>
                  <a:close/>
                  <a:moveTo>
                    <a:pt x="17" y="51"/>
                  </a:moveTo>
                  <a:cubicBezTo>
                    <a:pt x="24" y="53"/>
                    <a:pt x="31" y="54"/>
                    <a:pt x="37" y="55"/>
                  </a:cubicBezTo>
                  <a:cubicBezTo>
                    <a:pt x="42" y="87"/>
                    <a:pt x="42" y="87"/>
                    <a:pt x="42" y="87"/>
                  </a:cubicBezTo>
                  <a:cubicBezTo>
                    <a:pt x="37" y="87"/>
                    <a:pt x="34" y="87"/>
                    <a:pt x="31" y="88"/>
                  </a:cubicBezTo>
                  <a:cubicBezTo>
                    <a:pt x="29" y="88"/>
                    <a:pt x="29" y="88"/>
                    <a:pt x="29" y="88"/>
                  </a:cubicBezTo>
                  <a:lnTo>
                    <a:pt x="17" y="51"/>
                  </a:lnTo>
                  <a:close/>
                </a:path>
              </a:pathLst>
            </a:custGeom>
            <a:solidFill>
              <a:srgbClr val="FF8900"/>
            </a:solidFill>
            <a:ln>
              <a:solidFill>
                <a:srgbClr val="FF8900"/>
              </a:solid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42" name="组合 41"/>
          <p:cNvGrpSpPr/>
          <p:nvPr/>
        </p:nvGrpSpPr>
        <p:grpSpPr>
          <a:xfrm>
            <a:off x="8741059" y="3080806"/>
            <a:ext cx="3472375" cy="2314916"/>
            <a:chOff x="8741059" y="3028228"/>
            <a:chExt cx="3472375" cy="2314916"/>
          </a:xfrm>
        </p:grpSpPr>
        <p:graphicFrame>
          <p:nvGraphicFramePr>
            <p:cNvPr id="43" name="图表 42"/>
            <p:cNvGraphicFramePr/>
            <p:nvPr/>
          </p:nvGraphicFramePr>
          <p:xfrm>
            <a:off x="8741059" y="3028228"/>
            <a:ext cx="3472375" cy="2314916"/>
          </p:xfrm>
          <a:graphic>
            <a:graphicData uri="http://schemas.openxmlformats.org/drawingml/2006/chart">
              <c:chart xmlns:c="http://schemas.openxmlformats.org/drawingml/2006/chart" xmlns:r="http://schemas.openxmlformats.org/officeDocument/2006/relationships" r:id="rId5"/>
            </a:graphicData>
          </a:graphic>
        </p:graphicFrame>
        <p:grpSp>
          <p:nvGrpSpPr>
            <p:cNvPr id="44" name="组合 43"/>
            <p:cNvGrpSpPr/>
            <p:nvPr/>
          </p:nvGrpSpPr>
          <p:grpSpPr>
            <a:xfrm>
              <a:off x="10106534" y="3825289"/>
              <a:ext cx="720000" cy="720000"/>
              <a:chOff x="7445376" y="2097088"/>
              <a:chExt cx="569913" cy="571500"/>
            </a:xfrm>
            <a:solidFill>
              <a:srgbClr val="619D09"/>
            </a:solidFill>
          </p:grpSpPr>
          <p:sp>
            <p:nvSpPr>
              <p:cNvPr id="45" name="Freeform 44"/>
              <p:cNvSpPr>
                <a:spLocks/>
              </p:cNvSpPr>
              <p:nvPr/>
            </p:nvSpPr>
            <p:spPr bwMode="auto">
              <a:xfrm>
                <a:off x="7448551" y="2097088"/>
                <a:ext cx="566738" cy="566738"/>
              </a:xfrm>
              <a:custGeom>
                <a:avLst/>
                <a:gdLst>
                  <a:gd name="T0" fmla="*/ 136 w 151"/>
                  <a:gd name="T1" fmla="*/ 96 h 151"/>
                  <a:gd name="T2" fmla="*/ 126 w 151"/>
                  <a:gd name="T3" fmla="*/ 92 h 151"/>
                  <a:gd name="T4" fmla="*/ 131 w 151"/>
                  <a:gd name="T5" fmla="*/ 78 h 151"/>
                  <a:gd name="T6" fmla="*/ 119 w 151"/>
                  <a:gd name="T7" fmla="*/ 72 h 151"/>
                  <a:gd name="T8" fmla="*/ 112 w 151"/>
                  <a:gd name="T9" fmla="*/ 84 h 151"/>
                  <a:gd name="T10" fmla="*/ 103 w 151"/>
                  <a:gd name="T11" fmla="*/ 79 h 151"/>
                  <a:gd name="T12" fmla="*/ 110 w 151"/>
                  <a:gd name="T13" fmla="*/ 67 h 151"/>
                  <a:gd name="T14" fmla="*/ 98 w 151"/>
                  <a:gd name="T15" fmla="*/ 56 h 151"/>
                  <a:gd name="T16" fmla="*/ 88 w 151"/>
                  <a:gd name="T17" fmla="*/ 66 h 151"/>
                  <a:gd name="T18" fmla="*/ 81 w 151"/>
                  <a:gd name="T19" fmla="*/ 59 h 151"/>
                  <a:gd name="T20" fmla="*/ 90 w 151"/>
                  <a:gd name="T21" fmla="*/ 49 h 151"/>
                  <a:gd name="T22" fmla="*/ 81 w 151"/>
                  <a:gd name="T23" fmla="*/ 36 h 151"/>
                  <a:gd name="T24" fmla="*/ 68 w 151"/>
                  <a:gd name="T25" fmla="*/ 42 h 151"/>
                  <a:gd name="T26" fmla="*/ 64 w 151"/>
                  <a:gd name="T27" fmla="*/ 33 h 151"/>
                  <a:gd name="T28" fmla="*/ 76 w 151"/>
                  <a:gd name="T29" fmla="*/ 27 h 151"/>
                  <a:gd name="T30" fmla="*/ 72 w 151"/>
                  <a:gd name="T31" fmla="*/ 16 h 151"/>
                  <a:gd name="T32" fmla="*/ 55 w 151"/>
                  <a:gd name="T33" fmla="*/ 20 h 151"/>
                  <a:gd name="T34" fmla="*/ 53 w 151"/>
                  <a:gd name="T35" fmla="*/ 10 h 151"/>
                  <a:gd name="T36" fmla="*/ 69 w 151"/>
                  <a:gd name="T37" fmla="*/ 6 h 151"/>
                  <a:gd name="T38" fmla="*/ 68 w 151"/>
                  <a:gd name="T39" fmla="*/ 0 h 151"/>
                  <a:gd name="T40" fmla="*/ 22 w 151"/>
                  <a:gd name="T41" fmla="*/ 22 h 151"/>
                  <a:gd name="T42" fmla="*/ 0 w 151"/>
                  <a:gd name="T43" fmla="*/ 69 h 151"/>
                  <a:gd name="T44" fmla="*/ 8 w 151"/>
                  <a:gd name="T45" fmla="*/ 70 h 151"/>
                  <a:gd name="T46" fmla="*/ 14 w 151"/>
                  <a:gd name="T47" fmla="*/ 54 h 151"/>
                  <a:gd name="T48" fmla="*/ 23 w 151"/>
                  <a:gd name="T49" fmla="*/ 57 h 151"/>
                  <a:gd name="T50" fmla="*/ 18 w 151"/>
                  <a:gd name="T51" fmla="*/ 73 h 151"/>
                  <a:gd name="T52" fmla="*/ 30 w 151"/>
                  <a:gd name="T53" fmla="*/ 78 h 151"/>
                  <a:gd name="T54" fmla="*/ 37 w 151"/>
                  <a:gd name="T55" fmla="*/ 65 h 151"/>
                  <a:gd name="T56" fmla="*/ 46 w 151"/>
                  <a:gd name="T57" fmla="*/ 70 h 151"/>
                  <a:gd name="T58" fmla="*/ 38 w 151"/>
                  <a:gd name="T59" fmla="*/ 84 h 151"/>
                  <a:gd name="T60" fmla="*/ 51 w 151"/>
                  <a:gd name="T61" fmla="*/ 94 h 151"/>
                  <a:gd name="T62" fmla="*/ 62 w 151"/>
                  <a:gd name="T63" fmla="*/ 83 h 151"/>
                  <a:gd name="T64" fmla="*/ 69 w 151"/>
                  <a:gd name="T65" fmla="*/ 91 h 151"/>
                  <a:gd name="T66" fmla="*/ 58 w 151"/>
                  <a:gd name="T67" fmla="*/ 101 h 151"/>
                  <a:gd name="T68" fmla="*/ 68 w 151"/>
                  <a:gd name="T69" fmla="*/ 113 h 151"/>
                  <a:gd name="T70" fmla="*/ 81 w 151"/>
                  <a:gd name="T71" fmla="*/ 107 h 151"/>
                  <a:gd name="T72" fmla="*/ 86 w 151"/>
                  <a:gd name="T73" fmla="*/ 116 h 151"/>
                  <a:gd name="T74" fmla="*/ 73 w 151"/>
                  <a:gd name="T75" fmla="*/ 122 h 151"/>
                  <a:gd name="T76" fmla="*/ 78 w 151"/>
                  <a:gd name="T77" fmla="*/ 133 h 151"/>
                  <a:gd name="T78" fmla="*/ 95 w 151"/>
                  <a:gd name="T79" fmla="*/ 129 h 151"/>
                  <a:gd name="T80" fmla="*/ 97 w 151"/>
                  <a:gd name="T81" fmla="*/ 139 h 151"/>
                  <a:gd name="T82" fmla="*/ 81 w 151"/>
                  <a:gd name="T83" fmla="*/ 143 h 151"/>
                  <a:gd name="T84" fmla="*/ 82 w 151"/>
                  <a:gd name="T85" fmla="*/ 151 h 151"/>
                  <a:gd name="T86" fmla="*/ 129 w 151"/>
                  <a:gd name="T87" fmla="*/ 129 h 151"/>
                  <a:gd name="T88" fmla="*/ 151 w 151"/>
                  <a:gd name="T89" fmla="*/ 83 h 151"/>
                  <a:gd name="T90" fmla="*/ 141 w 151"/>
                  <a:gd name="T91" fmla="*/ 81 h 151"/>
                  <a:gd name="T92" fmla="*/ 136 w 151"/>
                  <a:gd name="T93" fmla="*/ 96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1" h="151">
                    <a:moveTo>
                      <a:pt x="136" y="96"/>
                    </a:moveTo>
                    <a:cubicBezTo>
                      <a:pt x="126" y="92"/>
                      <a:pt x="126" y="92"/>
                      <a:pt x="126" y="92"/>
                    </a:cubicBezTo>
                    <a:cubicBezTo>
                      <a:pt x="131" y="78"/>
                      <a:pt x="131" y="78"/>
                      <a:pt x="131" y="78"/>
                    </a:cubicBezTo>
                    <a:cubicBezTo>
                      <a:pt x="127" y="76"/>
                      <a:pt x="123" y="75"/>
                      <a:pt x="119" y="72"/>
                    </a:cubicBezTo>
                    <a:cubicBezTo>
                      <a:pt x="112" y="84"/>
                      <a:pt x="112" y="84"/>
                      <a:pt x="112" y="84"/>
                    </a:cubicBezTo>
                    <a:cubicBezTo>
                      <a:pt x="103" y="79"/>
                      <a:pt x="103" y="79"/>
                      <a:pt x="103" y="79"/>
                    </a:cubicBezTo>
                    <a:cubicBezTo>
                      <a:pt x="110" y="67"/>
                      <a:pt x="110" y="67"/>
                      <a:pt x="110" y="67"/>
                    </a:cubicBezTo>
                    <a:cubicBezTo>
                      <a:pt x="106" y="64"/>
                      <a:pt x="102" y="60"/>
                      <a:pt x="98" y="56"/>
                    </a:cubicBezTo>
                    <a:cubicBezTo>
                      <a:pt x="88" y="66"/>
                      <a:pt x="88" y="66"/>
                      <a:pt x="88" y="66"/>
                    </a:cubicBezTo>
                    <a:cubicBezTo>
                      <a:pt x="81" y="59"/>
                      <a:pt x="81" y="59"/>
                      <a:pt x="81" y="59"/>
                    </a:cubicBezTo>
                    <a:cubicBezTo>
                      <a:pt x="90" y="49"/>
                      <a:pt x="90" y="49"/>
                      <a:pt x="90" y="49"/>
                    </a:cubicBezTo>
                    <a:cubicBezTo>
                      <a:pt x="87" y="45"/>
                      <a:pt x="84" y="41"/>
                      <a:pt x="81" y="36"/>
                    </a:cubicBezTo>
                    <a:cubicBezTo>
                      <a:pt x="68" y="42"/>
                      <a:pt x="68" y="42"/>
                      <a:pt x="68" y="42"/>
                    </a:cubicBezTo>
                    <a:cubicBezTo>
                      <a:pt x="64" y="33"/>
                      <a:pt x="64" y="33"/>
                      <a:pt x="64" y="33"/>
                    </a:cubicBezTo>
                    <a:cubicBezTo>
                      <a:pt x="76" y="27"/>
                      <a:pt x="76" y="27"/>
                      <a:pt x="76" y="27"/>
                    </a:cubicBezTo>
                    <a:cubicBezTo>
                      <a:pt x="74" y="24"/>
                      <a:pt x="73" y="20"/>
                      <a:pt x="72" y="16"/>
                    </a:cubicBezTo>
                    <a:cubicBezTo>
                      <a:pt x="55" y="20"/>
                      <a:pt x="55" y="20"/>
                      <a:pt x="55" y="20"/>
                    </a:cubicBezTo>
                    <a:cubicBezTo>
                      <a:pt x="53" y="10"/>
                      <a:pt x="53" y="10"/>
                      <a:pt x="53" y="10"/>
                    </a:cubicBezTo>
                    <a:cubicBezTo>
                      <a:pt x="69" y="6"/>
                      <a:pt x="69" y="6"/>
                      <a:pt x="69" y="6"/>
                    </a:cubicBezTo>
                    <a:cubicBezTo>
                      <a:pt x="69" y="4"/>
                      <a:pt x="68" y="2"/>
                      <a:pt x="68" y="0"/>
                    </a:cubicBezTo>
                    <a:cubicBezTo>
                      <a:pt x="51" y="2"/>
                      <a:pt x="35" y="9"/>
                      <a:pt x="22" y="22"/>
                    </a:cubicBezTo>
                    <a:cubicBezTo>
                      <a:pt x="9" y="35"/>
                      <a:pt x="1" y="52"/>
                      <a:pt x="0" y="69"/>
                    </a:cubicBezTo>
                    <a:cubicBezTo>
                      <a:pt x="2" y="69"/>
                      <a:pt x="5" y="70"/>
                      <a:pt x="8" y="70"/>
                    </a:cubicBezTo>
                    <a:cubicBezTo>
                      <a:pt x="14" y="54"/>
                      <a:pt x="14" y="54"/>
                      <a:pt x="14" y="54"/>
                    </a:cubicBezTo>
                    <a:cubicBezTo>
                      <a:pt x="23" y="57"/>
                      <a:pt x="23" y="57"/>
                      <a:pt x="23" y="57"/>
                    </a:cubicBezTo>
                    <a:cubicBezTo>
                      <a:pt x="18" y="73"/>
                      <a:pt x="18" y="73"/>
                      <a:pt x="18" y="73"/>
                    </a:cubicBezTo>
                    <a:cubicBezTo>
                      <a:pt x="22" y="75"/>
                      <a:pt x="26" y="76"/>
                      <a:pt x="30" y="78"/>
                    </a:cubicBezTo>
                    <a:cubicBezTo>
                      <a:pt x="37" y="65"/>
                      <a:pt x="37" y="65"/>
                      <a:pt x="37" y="65"/>
                    </a:cubicBezTo>
                    <a:cubicBezTo>
                      <a:pt x="46" y="70"/>
                      <a:pt x="46" y="70"/>
                      <a:pt x="46" y="70"/>
                    </a:cubicBezTo>
                    <a:cubicBezTo>
                      <a:pt x="38" y="84"/>
                      <a:pt x="38" y="84"/>
                      <a:pt x="38" y="84"/>
                    </a:cubicBezTo>
                    <a:cubicBezTo>
                      <a:pt x="43" y="87"/>
                      <a:pt x="47" y="90"/>
                      <a:pt x="51" y="94"/>
                    </a:cubicBezTo>
                    <a:cubicBezTo>
                      <a:pt x="62" y="83"/>
                      <a:pt x="62" y="83"/>
                      <a:pt x="62" y="83"/>
                    </a:cubicBezTo>
                    <a:cubicBezTo>
                      <a:pt x="69" y="91"/>
                      <a:pt x="69" y="91"/>
                      <a:pt x="69" y="91"/>
                    </a:cubicBezTo>
                    <a:cubicBezTo>
                      <a:pt x="58" y="101"/>
                      <a:pt x="58" y="101"/>
                      <a:pt x="58" y="101"/>
                    </a:cubicBezTo>
                    <a:cubicBezTo>
                      <a:pt x="62" y="105"/>
                      <a:pt x="65" y="109"/>
                      <a:pt x="68" y="113"/>
                    </a:cubicBezTo>
                    <a:cubicBezTo>
                      <a:pt x="81" y="107"/>
                      <a:pt x="81" y="107"/>
                      <a:pt x="81" y="107"/>
                    </a:cubicBezTo>
                    <a:cubicBezTo>
                      <a:pt x="86" y="116"/>
                      <a:pt x="86" y="116"/>
                      <a:pt x="86" y="116"/>
                    </a:cubicBezTo>
                    <a:cubicBezTo>
                      <a:pt x="73" y="122"/>
                      <a:pt x="73" y="122"/>
                      <a:pt x="73" y="122"/>
                    </a:cubicBezTo>
                    <a:cubicBezTo>
                      <a:pt x="75" y="126"/>
                      <a:pt x="77" y="130"/>
                      <a:pt x="78" y="133"/>
                    </a:cubicBezTo>
                    <a:cubicBezTo>
                      <a:pt x="95" y="129"/>
                      <a:pt x="95" y="129"/>
                      <a:pt x="95" y="129"/>
                    </a:cubicBezTo>
                    <a:cubicBezTo>
                      <a:pt x="97" y="139"/>
                      <a:pt x="97" y="139"/>
                      <a:pt x="97" y="139"/>
                    </a:cubicBezTo>
                    <a:cubicBezTo>
                      <a:pt x="81" y="143"/>
                      <a:pt x="81" y="143"/>
                      <a:pt x="81" y="143"/>
                    </a:cubicBezTo>
                    <a:cubicBezTo>
                      <a:pt x="81" y="146"/>
                      <a:pt x="82" y="149"/>
                      <a:pt x="82" y="151"/>
                    </a:cubicBezTo>
                    <a:cubicBezTo>
                      <a:pt x="99" y="150"/>
                      <a:pt x="116" y="142"/>
                      <a:pt x="129" y="129"/>
                    </a:cubicBezTo>
                    <a:cubicBezTo>
                      <a:pt x="142" y="116"/>
                      <a:pt x="149" y="100"/>
                      <a:pt x="151" y="83"/>
                    </a:cubicBezTo>
                    <a:cubicBezTo>
                      <a:pt x="147" y="83"/>
                      <a:pt x="144" y="82"/>
                      <a:pt x="141" y="81"/>
                    </a:cubicBezTo>
                    <a:lnTo>
                      <a:pt x="136" y="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 name="Freeform 45"/>
              <p:cNvSpPr>
                <a:spLocks/>
              </p:cNvSpPr>
              <p:nvPr/>
            </p:nvSpPr>
            <p:spPr bwMode="auto">
              <a:xfrm>
                <a:off x="7737476" y="2097088"/>
                <a:ext cx="277813" cy="277813"/>
              </a:xfrm>
              <a:custGeom>
                <a:avLst/>
                <a:gdLst>
                  <a:gd name="T0" fmla="*/ 11 w 74"/>
                  <a:gd name="T1" fmla="*/ 2 h 74"/>
                  <a:gd name="T2" fmla="*/ 13 w 74"/>
                  <a:gd name="T3" fmla="*/ 12 h 74"/>
                  <a:gd name="T4" fmla="*/ 4 w 74"/>
                  <a:gd name="T5" fmla="*/ 14 h 74"/>
                  <a:gd name="T6" fmla="*/ 8 w 74"/>
                  <a:gd name="T7" fmla="*/ 23 h 74"/>
                  <a:gd name="T8" fmla="*/ 20 w 74"/>
                  <a:gd name="T9" fmla="*/ 18 h 74"/>
                  <a:gd name="T10" fmla="*/ 24 w 74"/>
                  <a:gd name="T11" fmla="*/ 27 h 74"/>
                  <a:gd name="T12" fmla="*/ 13 w 74"/>
                  <a:gd name="T13" fmla="*/ 32 h 74"/>
                  <a:gd name="T14" fmla="*/ 20 w 74"/>
                  <a:gd name="T15" fmla="*/ 42 h 74"/>
                  <a:gd name="T16" fmla="*/ 29 w 74"/>
                  <a:gd name="T17" fmla="*/ 34 h 74"/>
                  <a:gd name="T18" fmla="*/ 36 w 74"/>
                  <a:gd name="T19" fmla="*/ 41 h 74"/>
                  <a:gd name="T20" fmla="*/ 27 w 74"/>
                  <a:gd name="T21" fmla="*/ 50 h 74"/>
                  <a:gd name="T22" fmla="*/ 38 w 74"/>
                  <a:gd name="T23" fmla="*/ 59 h 74"/>
                  <a:gd name="T24" fmla="*/ 44 w 74"/>
                  <a:gd name="T25" fmla="*/ 48 h 74"/>
                  <a:gd name="T26" fmla="*/ 53 w 74"/>
                  <a:gd name="T27" fmla="*/ 53 h 74"/>
                  <a:gd name="T28" fmla="*/ 47 w 74"/>
                  <a:gd name="T29" fmla="*/ 64 h 74"/>
                  <a:gd name="T30" fmla="*/ 57 w 74"/>
                  <a:gd name="T31" fmla="*/ 69 h 74"/>
                  <a:gd name="T32" fmla="*/ 61 w 74"/>
                  <a:gd name="T33" fmla="*/ 58 h 74"/>
                  <a:gd name="T34" fmla="*/ 71 w 74"/>
                  <a:gd name="T35" fmla="*/ 62 h 74"/>
                  <a:gd name="T36" fmla="*/ 67 w 74"/>
                  <a:gd name="T37" fmla="*/ 72 h 74"/>
                  <a:gd name="T38" fmla="*/ 74 w 74"/>
                  <a:gd name="T39" fmla="*/ 74 h 74"/>
                  <a:gd name="T40" fmla="*/ 52 w 74"/>
                  <a:gd name="T41" fmla="*/ 22 h 74"/>
                  <a:gd name="T42" fmla="*/ 0 w 74"/>
                  <a:gd name="T43" fmla="*/ 0 h 74"/>
                  <a:gd name="T44" fmla="*/ 1 w 74"/>
                  <a:gd name="T45" fmla="*/ 4 h 74"/>
                  <a:gd name="T46" fmla="*/ 11 w 74"/>
                  <a:gd name="T47" fmla="*/ 2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4" h="74">
                    <a:moveTo>
                      <a:pt x="11" y="2"/>
                    </a:moveTo>
                    <a:cubicBezTo>
                      <a:pt x="13" y="12"/>
                      <a:pt x="13" y="12"/>
                      <a:pt x="13" y="12"/>
                    </a:cubicBezTo>
                    <a:cubicBezTo>
                      <a:pt x="4" y="14"/>
                      <a:pt x="4" y="14"/>
                      <a:pt x="4" y="14"/>
                    </a:cubicBezTo>
                    <a:cubicBezTo>
                      <a:pt x="5" y="17"/>
                      <a:pt x="6" y="20"/>
                      <a:pt x="8" y="23"/>
                    </a:cubicBezTo>
                    <a:cubicBezTo>
                      <a:pt x="20" y="18"/>
                      <a:pt x="20" y="18"/>
                      <a:pt x="20" y="18"/>
                    </a:cubicBezTo>
                    <a:cubicBezTo>
                      <a:pt x="24" y="27"/>
                      <a:pt x="24" y="27"/>
                      <a:pt x="24" y="27"/>
                    </a:cubicBezTo>
                    <a:cubicBezTo>
                      <a:pt x="13" y="32"/>
                      <a:pt x="13" y="32"/>
                      <a:pt x="13" y="32"/>
                    </a:cubicBezTo>
                    <a:cubicBezTo>
                      <a:pt x="15" y="36"/>
                      <a:pt x="17" y="39"/>
                      <a:pt x="20" y="42"/>
                    </a:cubicBezTo>
                    <a:cubicBezTo>
                      <a:pt x="29" y="34"/>
                      <a:pt x="29" y="34"/>
                      <a:pt x="29" y="34"/>
                    </a:cubicBezTo>
                    <a:cubicBezTo>
                      <a:pt x="36" y="41"/>
                      <a:pt x="36" y="41"/>
                      <a:pt x="36" y="41"/>
                    </a:cubicBezTo>
                    <a:cubicBezTo>
                      <a:pt x="27" y="50"/>
                      <a:pt x="27" y="50"/>
                      <a:pt x="27" y="50"/>
                    </a:cubicBezTo>
                    <a:cubicBezTo>
                      <a:pt x="31" y="53"/>
                      <a:pt x="34" y="56"/>
                      <a:pt x="38" y="59"/>
                    </a:cubicBezTo>
                    <a:cubicBezTo>
                      <a:pt x="44" y="48"/>
                      <a:pt x="44" y="48"/>
                      <a:pt x="44" y="48"/>
                    </a:cubicBezTo>
                    <a:cubicBezTo>
                      <a:pt x="53" y="53"/>
                      <a:pt x="53" y="53"/>
                      <a:pt x="53" y="53"/>
                    </a:cubicBezTo>
                    <a:cubicBezTo>
                      <a:pt x="47" y="64"/>
                      <a:pt x="47" y="64"/>
                      <a:pt x="47" y="64"/>
                    </a:cubicBezTo>
                    <a:cubicBezTo>
                      <a:pt x="50" y="66"/>
                      <a:pt x="54" y="68"/>
                      <a:pt x="57" y="69"/>
                    </a:cubicBezTo>
                    <a:cubicBezTo>
                      <a:pt x="61" y="58"/>
                      <a:pt x="61" y="58"/>
                      <a:pt x="61" y="58"/>
                    </a:cubicBezTo>
                    <a:cubicBezTo>
                      <a:pt x="71" y="62"/>
                      <a:pt x="71" y="62"/>
                      <a:pt x="71" y="62"/>
                    </a:cubicBezTo>
                    <a:cubicBezTo>
                      <a:pt x="67" y="72"/>
                      <a:pt x="67" y="72"/>
                      <a:pt x="67" y="72"/>
                    </a:cubicBezTo>
                    <a:cubicBezTo>
                      <a:pt x="69" y="73"/>
                      <a:pt x="72" y="73"/>
                      <a:pt x="74" y="74"/>
                    </a:cubicBezTo>
                    <a:cubicBezTo>
                      <a:pt x="73" y="55"/>
                      <a:pt x="66" y="36"/>
                      <a:pt x="52" y="22"/>
                    </a:cubicBezTo>
                    <a:cubicBezTo>
                      <a:pt x="38" y="8"/>
                      <a:pt x="19" y="1"/>
                      <a:pt x="0" y="0"/>
                    </a:cubicBezTo>
                    <a:cubicBezTo>
                      <a:pt x="1" y="1"/>
                      <a:pt x="1" y="3"/>
                      <a:pt x="1" y="4"/>
                    </a:cubicBezTo>
                    <a:lnTo>
                      <a:pt x="11"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 name="Freeform 46"/>
              <p:cNvSpPr>
                <a:spLocks/>
              </p:cNvSpPr>
              <p:nvPr/>
            </p:nvSpPr>
            <p:spPr bwMode="auto">
              <a:xfrm>
                <a:off x="7445376" y="2389188"/>
                <a:ext cx="277813" cy="279400"/>
              </a:xfrm>
              <a:custGeom>
                <a:avLst/>
                <a:gdLst>
                  <a:gd name="T0" fmla="*/ 63 w 74"/>
                  <a:gd name="T1" fmla="*/ 69 h 74"/>
                  <a:gd name="T2" fmla="*/ 61 w 74"/>
                  <a:gd name="T3" fmla="*/ 60 h 74"/>
                  <a:gd name="T4" fmla="*/ 70 w 74"/>
                  <a:gd name="T5" fmla="*/ 57 h 74"/>
                  <a:gd name="T6" fmla="*/ 66 w 74"/>
                  <a:gd name="T7" fmla="*/ 48 h 74"/>
                  <a:gd name="T8" fmla="*/ 54 w 74"/>
                  <a:gd name="T9" fmla="*/ 53 h 74"/>
                  <a:gd name="T10" fmla="*/ 50 w 74"/>
                  <a:gd name="T11" fmla="*/ 44 h 74"/>
                  <a:gd name="T12" fmla="*/ 60 w 74"/>
                  <a:gd name="T13" fmla="*/ 39 h 74"/>
                  <a:gd name="T14" fmla="*/ 53 w 74"/>
                  <a:gd name="T15" fmla="*/ 30 h 74"/>
                  <a:gd name="T16" fmla="*/ 44 w 74"/>
                  <a:gd name="T17" fmla="*/ 38 h 74"/>
                  <a:gd name="T18" fmla="*/ 37 w 74"/>
                  <a:gd name="T19" fmla="*/ 31 h 74"/>
                  <a:gd name="T20" fmla="*/ 45 w 74"/>
                  <a:gd name="T21" fmla="*/ 22 h 74"/>
                  <a:gd name="T22" fmla="*/ 35 w 74"/>
                  <a:gd name="T23" fmla="*/ 14 h 74"/>
                  <a:gd name="T24" fmla="*/ 29 w 74"/>
                  <a:gd name="T25" fmla="*/ 23 h 74"/>
                  <a:gd name="T26" fmla="*/ 21 w 74"/>
                  <a:gd name="T27" fmla="*/ 18 h 74"/>
                  <a:gd name="T28" fmla="*/ 26 w 74"/>
                  <a:gd name="T29" fmla="*/ 9 h 74"/>
                  <a:gd name="T30" fmla="*/ 16 w 74"/>
                  <a:gd name="T31" fmla="*/ 4 h 74"/>
                  <a:gd name="T32" fmla="*/ 12 w 74"/>
                  <a:gd name="T33" fmla="*/ 13 h 74"/>
                  <a:gd name="T34" fmla="*/ 3 w 74"/>
                  <a:gd name="T35" fmla="*/ 10 h 74"/>
                  <a:gd name="T36" fmla="*/ 6 w 74"/>
                  <a:gd name="T37" fmla="*/ 1 h 74"/>
                  <a:gd name="T38" fmla="*/ 0 w 74"/>
                  <a:gd name="T39" fmla="*/ 0 h 74"/>
                  <a:gd name="T40" fmla="*/ 23 w 74"/>
                  <a:gd name="T41" fmla="*/ 51 h 74"/>
                  <a:gd name="T42" fmla="*/ 74 w 74"/>
                  <a:gd name="T43" fmla="*/ 74 h 74"/>
                  <a:gd name="T44" fmla="*/ 73 w 74"/>
                  <a:gd name="T45" fmla="*/ 67 h 74"/>
                  <a:gd name="T46" fmla="*/ 63 w 74"/>
                  <a:gd name="T47" fmla="*/ 69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4" h="74">
                    <a:moveTo>
                      <a:pt x="63" y="69"/>
                    </a:moveTo>
                    <a:cubicBezTo>
                      <a:pt x="61" y="60"/>
                      <a:pt x="61" y="60"/>
                      <a:pt x="61" y="60"/>
                    </a:cubicBezTo>
                    <a:cubicBezTo>
                      <a:pt x="70" y="57"/>
                      <a:pt x="70" y="57"/>
                      <a:pt x="70" y="57"/>
                    </a:cubicBezTo>
                    <a:cubicBezTo>
                      <a:pt x="68" y="54"/>
                      <a:pt x="67" y="51"/>
                      <a:pt x="66" y="48"/>
                    </a:cubicBezTo>
                    <a:cubicBezTo>
                      <a:pt x="54" y="53"/>
                      <a:pt x="54" y="53"/>
                      <a:pt x="54" y="53"/>
                    </a:cubicBezTo>
                    <a:cubicBezTo>
                      <a:pt x="50" y="44"/>
                      <a:pt x="50" y="44"/>
                      <a:pt x="50" y="44"/>
                    </a:cubicBezTo>
                    <a:cubicBezTo>
                      <a:pt x="60" y="39"/>
                      <a:pt x="60" y="39"/>
                      <a:pt x="60" y="39"/>
                    </a:cubicBezTo>
                    <a:cubicBezTo>
                      <a:pt x="58" y="36"/>
                      <a:pt x="55" y="33"/>
                      <a:pt x="53" y="30"/>
                    </a:cubicBezTo>
                    <a:cubicBezTo>
                      <a:pt x="44" y="38"/>
                      <a:pt x="44" y="38"/>
                      <a:pt x="44" y="38"/>
                    </a:cubicBezTo>
                    <a:cubicBezTo>
                      <a:pt x="37" y="31"/>
                      <a:pt x="37" y="31"/>
                      <a:pt x="37" y="31"/>
                    </a:cubicBezTo>
                    <a:cubicBezTo>
                      <a:pt x="45" y="22"/>
                      <a:pt x="45" y="22"/>
                      <a:pt x="45" y="22"/>
                    </a:cubicBezTo>
                    <a:cubicBezTo>
                      <a:pt x="42" y="19"/>
                      <a:pt x="38" y="16"/>
                      <a:pt x="35" y="14"/>
                    </a:cubicBezTo>
                    <a:cubicBezTo>
                      <a:pt x="29" y="23"/>
                      <a:pt x="29" y="23"/>
                      <a:pt x="29" y="23"/>
                    </a:cubicBezTo>
                    <a:cubicBezTo>
                      <a:pt x="21" y="18"/>
                      <a:pt x="21" y="18"/>
                      <a:pt x="21" y="18"/>
                    </a:cubicBezTo>
                    <a:cubicBezTo>
                      <a:pt x="26" y="9"/>
                      <a:pt x="26" y="9"/>
                      <a:pt x="26" y="9"/>
                    </a:cubicBezTo>
                    <a:cubicBezTo>
                      <a:pt x="23" y="7"/>
                      <a:pt x="19" y="5"/>
                      <a:pt x="16" y="4"/>
                    </a:cubicBezTo>
                    <a:cubicBezTo>
                      <a:pt x="12" y="13"/>
                      <a:pt x="12" y="13"/>
                      <a:pt x="12" y="13"/>
                    </a:cubicBezTo>
                    <a:cubicBezTo>
                      <a:pt x="3" y="10"/>
                      <a:pt x="3" y="10"/>
                      <a:pt x="3" y="10"/>
                    </a:cubicBezTo>
                    <a:cubicBezTo>
                      <a:pt x="6" y="1"/>
                      <a:pt x="6" y="1"/>
                      <a:pt x="6" y="1"/>
                    </a:cubicBezTo>
                    <a:cubicBezTo>
                      <a:pt x="4" y="1"/>
                      <a:pt x="2" y="0"/>
                      <a:pt x="0" y="0"/>
                    </a:cubicBezTo>
                    <a:cubicBezTo>
                      <a:pt x="1" y="19"/>
                      <a:pt x="8" y="37"/>
                      <a:pt x="23" y="51"/>
                    </a:cubicBezTo>
                    <a:cubicBezTo>
                      <a:pt x="37" y="66"/>
                      <a:pt x="55" y="73"/>
                      <a:pt x="74" y="74"/>
                    </a:cubicBezTo>
                    <a:cubicBezTo>
                      <a:pt x="74" y="71"/>
                      <a:pt x="73" y="69"/>
                      <a:pt x="73" y="67"/>
                    </a:cubicBezTo>
                    <a:lnTo>
                      <a:pt x="63"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sp>
        <p:nvSpPr>
          <p:cNvPr id="48" name="文本框 47"/>
          <p:cNvSpPr txBox="1"/>
          <p:nvPr/>
        </p:nvSpPr>
        <p:spPr>
          <a:xfrm>
            <a:off x="10214929" y="5557837"/>
            <a:ext cx="785793" cy="584775"/>
          </a:xfrm>
          <a:prstGeom prst="rect">
            <a:avLst/>
          </a:prstGeom>
          <a:noFill/>
        </p:spPr>
        <p:txBody>
          <a:bodyPr wrap="none" rtlCol="0">
            <a:spAutoFit/>
          </a:bodyPr>
          <a:lstStyle/>
          <a:p>
            <a:r>
              <a:rPr lang="en-US" altLang="zh-CN" sz="3200" dirty="0">
                <a:solidFill>
                  <a:prstClr val="black">
                    <a:lumMod val="65000"/>
                    <a:lumOff val="35000"/>
                  </a:prstClr>
                </a:solidFill>
                <a:latin typeface="Impact" panose="020B0806030902050204" pitchFamily="34" charset="0"/>
              </a:rPr>
              <a:t>17%</a:t>
            </a:r>
            <a:endParaRPr lang="zh-CN" altLang="en-US" sz="3200" dirty="0">
              <a:solidFill>
                <a:prstClr val="black">
                  <a:lumMod val="65000"/>
                  <a:lumOff val="35000"/>
                </a:prstClr>
              </a:solidFill>
              <a:latin typeface="Impact" panose="020B0806030902050204" pitchFamily="34" charset="0"/>
            </a:endParaRPr>
          </a:p>
        </p:txBody>
      </p:sp>
      <p:sp>
        <p:nvSpPr>
          <p:cNvPr id="49" name="文本框 48"/>
          <p:cNvSpPr txBox="1"/>
          <p:nvPr/>
        </p:nvSpPr>
        <p:spPr>
          <a:xfrm>
            <a:off x="1378290" y="5557837"/>
            <a:ext cx="894797" cy="584775"/>
          </a:xfrm>
          <a:prstGeom prst="rect">
            <a:avLst/>
          </a:prstGeom>
          <a:noFill/>
        </p:spPr>
        <p:txBody>
          <a:bodyPr wrap="none" rtlCol="0">
            <a:spAutoFit/>
          </a:bodyPr>
          <a:lstStyle/>
          <a:p>
            <a:r>
              <a:rPr lang="en-US" altLang="zh-CN" sz="3200" dirty="0">
                <a:solidFill>
                  <a:prstClr val="black">
                    <a:lumMod val="65000"/>
                    <a:lumOff val="35000"/>
                  </a:prstClr>
                </a:solidFill>
                <a:latin typeface="Impact" panose="020B0806030902050204" pitchFamily="34" charset="0"/>
              </a:rPr>
              <a:t>28%</a:t>
            </a:r>
            <a:endParaRPr lang="zh-CN" altLang="en-US" sz="3200" dirty="0">
              <a:solidFill>
                <a:prstClr val="black">
                  <a:lumMod val="65000"/>
                  <a:lumOff val="35000"/>
                </a:prstClr>
              </a:solidFill>
              <a:latin typeface="Impact" panose="020B0806030902050204" pitchFamily="34" charset="0"/>
            </a:endParaRPr>
          </a:p>
        </p:txBody>
      </p:sp>
      <p:sp>
        <p:nvSpPr>
          <p:cNvPr id="50" name="文本框 49"/>
          <p:cNvSpPr txBox="1"/>
          <p:nvPr/>
        </p:nvSpPr>
        <p:spPr>
          <a:xfrm>
            <a:off x="4321764" y="5557837"/>
            <a:ext cx="909223" cy="584775"/>
          </a:xfrm>
          <a:prstGeom prst="rect">
            <a:avLst/>
          </a:prstGeom>
          <a:noFill/>
        </p:spPr>
        <p:txBody>
          <a:bodyPr wrap="none" rtlCol="0">
            <a:spAutoFit/>
          </a:bodyPr>
          <a:lstStyle/>
          <a:p>
            <a:r>
              <a:rPr lang="en-US" altLang="zh-CN" sz="3200" dirty="0">
                <a:solidFill>
                  <a:prstClr val="black">
                    <a:lumMod val="65000"/>
                    <a:lumOff val="35000"/>
                  </a:prstClr>
                </a:solidFill>
                <a:latin typeface="Impact" panose="020B0806030902050204" pitchFamily="34" charset="0"/>
              </a:rPr>
              <a:t>36%</a:t>
            </a:r>
            <a:endParaRPr lang="zh-CN" altLang="en-US" sz="3200" dirty="0">
              <a:solidFill>
                <a:prstClr val="black">
                  <a:lumMod val="65000"/>
                  <a:lumOff val="35000"/>
                </a:prstClr>
              </a:solidFill>
              <a:latin typeface="Impact" panose="020B0806030902050204" pitchFamily="34" charset="0"/>
            </a:endParaRPr>
          </a:p>
        </p:txBody>
      </p:sp>
      <p:sp>
        <p:nvSpPr>
          <p:cNvPr id="51" name="文本框 50"/>
          <p:cNvSpPr txBox="1"/>
          <p:nvPr/>
        </p:nvSpPr>
        <p:spPr>
          <a:xfrm>
            <a:off x="7279664" y="5557837"/>
            <a:ext cx="886589" cy="584775"/>
          </a:xfrm>
          <a:prstGeom prst="rect">
            <a:avLst/>
          </a:prstGeom>
          <a:noFill/>
        </p:spPr>
        <p:txBody>
          <a:bodyPr wrap="none" rtlCol="0">
            <a:spAutoFit/>
          </a:bodyPr>
          <a:lstStyle/>
          <a:p>
            <a:r>
              <a:rPr lang="en-US" altLang="zh-CN" sz="3200" dirty="0">
                <a:solidFill>
                  <a:prstClr val="black">
                    <a:lumMod val="65000"/>
                    <a:lumOff val="35000"/>
                  </a:prstClr>
                </a:solidFill>
                <a:latin typeface="Impact" panose="020B0806030902050204" pitchFamily="34" charset="0"/>
              </a:rPr>
              <a:t>52%</a:t>
            </a:r>
            <a:endParaRPr lang="zh-CN" altLang="en-US" sz="3200" dirty="0">
              <a:solidFill>
                <a:prstClr val="black">
                  <a:lumMod val="65000"/>
                  <a:lumOff val="35000"/>
                </a:prstClr>
              </a:solidFill>
              <a:latin typeface="Impact" panose="020B0806030902050204" pitchFamily="34" charset="0"/>
            </a:endParaRPr>
          </a:p>
        </p:txBody>
      </p:sp>
      <p:sp>
        <p:nvSpPr>
          <p:cNvPr id="54" name="文本框 53"/>
          <p:cNvSpPr txBox="1"/>
          <p:nvPr/>
        </p:nvSpPr>
        <p:spPr>
          <a:xfrm>
            <a:off x="1000603" y="858685"/>
            <a:ext cx="7109639" cy="424732"/>
          </a:xfrm>
          <a:prstGeom prst="rect">
            <a:avLst/>
          </a:prstGeom>
          <a:noFill/>
        </p:spPr>
        <p:txBody>
          <a:bodyPr wrap="none" rtlCol="0">
            <a:spAutoFit/>
          </a:bodyPr>
          <a:lstStyle/>
          <a:p>
            <a:pPr>
              <a:lnSpc>
                <a:spcPct val="120000"/>
              </a:lnSpc>
            </a:pPr>
            <a:r>
              <a:rPr lang="zh-CN" altLang="en-US" dirty="0">
                <a:solidFill>
                  <a:prstClr val="black">
                    <a:lumMod val="65000"/>
                    <a:lumOff val="35000"/>
                  </a:prstClr>
                </a:solidFill>
              </a:rPr>
              <a:t>下图为图标和图表组合而成，可以根据需要修改图表数字以及颜色。</a:t>
            </a:r>
            <a:endParaRPr lang="en-US" altLang="zh-CN" dirty="0">
              <a:solidFill>
                <a:prstClr val="black">
                  <a:lumMod val="65000"/>
                  <a:lumOff val="35000"/>
                </a:prstClr>
              </a:solidFill>
            </a:endParaRPr>
          </a:p>
        </p:txBody>
      </p:sp>
      <p:sp>
        <p:nvSpPr>
          <p:cNvPr id="68" name="文本框 67"/>
          <p:cNvSpPr txBox="1"/>
          <p:nvPr/>
        </p:nvSpPr>
        <p:spPr>
          <a:xfrm>
            <a:off x="3641450" y="2205015"/>
            <a:ext cx="4909101" cy="584775"/>
          </a:xfrm>
          <a:prstGeom prst="rect">
            <a:avLst/>
          </a:prstGeom>
          <a:noFill/>
        </p:spPr>
        <p:txBody>
          <a:bodyPr wrap="none" rtlCol="0">
            <a:spAutoFit/>
          </a:bodyPr>
          <a:lstStyle/>
          <a:p>
            <a:r>
              <a:rPr lang="en-US" altLang="zh-CN" sz="3200" b="1" dirty="0">
                <a:solidFill>
                  <a:prstClr val="black">
                    <a:lumMod val="65000"/>
                    <a:lumOff val="35000"/>
                  </a:prstClr>
                </a:solidFill>
                <a:latin typeface="微软雅黑" panose="020B0503020204020204" pitchFamily="34" charset="-122"/>
              </a:rPr>
              <a:t>ADD YOUR TITLE HERE</a:t>
            </a:r>
            <a:endParaRPr lang="zh-CN" altLang="en-US" sz="3200" b="1" dirty="0">
              <a:solidFill>
                <a:prstClr val="black">
                  <a:lumMod val="65000"/>
                  <a:lumOff val="35000"/>
                </a:prstClr>
              </a:solidFill>
              <a:latin typeface="微软雅黑" panose="020B0503020204020204" pitchFamily="34" charset="-122"/>
            </a:endParaRPr>
          </a:p>
        </p:txBody>
      </p:sp>
      <p:sp>
        <p:nvSpPr>
          <p:cNvPr id="52" name="矩形 39"/>
          <p:cNvSpPr/>
          <p:nvPr/>
        </p:nvSpPr>
        <p:spPr>
          <a:xfrm>
            <a:off x="0" y="203088"/>
            <a:ext cx="1760418" cy="523220"/>
          </a:xfrm>
          <a:prstGeom prst="rect">
            <a:avLst/>
          </a:prstGeom>
          <a:noFill/>
        </p:spPr>
        <p:txBody>
          <a:bodyPr wrap="none" rtlCol="0">
            <a:spAutoFit/>
          </a:bodyPr>
          <a:lstStyle/>
          <a:p>
            <a:r>
              <a:rPr lang="zh-CN" altLang="en-US" sz="2800" b="1" dirty="0">
                <a:solidFill>
                  <a:schemeClr val="tx1">
                    <a:lumMod val="65000"/>
                    <a:lumOff val="35000"/>
                  </a:schemeClr>
                </a:solidFill>
              </a:rPr>
              <a:t>饼</a:t>
            </a:r>
            <a:r>
              <a:rPr lang="en-US" altLang="zh-CN" sz="2800" b="1" dirty="0">
                <a:solidFill>
                  <a:schemeClr val="tx1">
                    <a:lumMod val="65000"/>
                    <a:lumOff val="35000"/>
                  </a:schemeClr>
                </a:solidFill>
              </a:rPr>
              <a:t>/</a:t>
            </a:r>
            <a:r>
              <a:rPr lang="zh-CN" altLang="en-US" sz="2800" b="1">
                <a:solidFill>
                  <a:schemeClr val="tx1">
                    <a:lumMod val="65000"/>
                    <a:lumOff val="35000"/>
                  </a:schemeClr>
                </a:solidFill>
              </a:rPr>
              <a:t>环形图</a:t>
            </a:r>
          </a:p>
        </p:txBody>
      </p:sp>
    </p:spTree>
    <p:extLst>
      <p:ext uri="{BB962C8B-B14F-4D97-AF65-F5344CB8AC3E}">
        <p14:creationId xmlns:p14="http://schemas.microsoft.com/office/powerpoint/2010/main" val="822784415"/>
      </p:ext>
    </p:extLst>
  </p:cSld>
  <p:clrMapOvr>
    <a:masterClrMapping/>
  </p:clrMapOvr>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文本框 53"/>
          <p:cNvSpPr txBox="1"/>
          <p:nvPr/>
        </p:nvSpPr>
        <p:spPr>
          <a:xfrm>
            <a:off x="1000603" y="858685"/>
            <a:ext cx="7984878" cy="424732"/>
          </a:xfrm>
          <a:prstGeom prst="rect">
            <a:avLst/>
          </a:prstGeom>
          <a:noFill/>
        </p:spPr>
        <p:txBody>
          <a:bodyPr wrap="none" rtlCol="0">
            <a:spAutoFit/>
          </a:bodyPr>
          <a:lstStyle/>
          <a:p>
            <a:pPr>
              <a:lnSpc>
                <a:spcPct val="120000"/>
              </a:lnSpc>
            </a:pPr>
            <a:r>
              <a:rPr lang="zh-CN" altLang="en-US" dirty="0">
                <a:solidFill>
                  <a:prstClr val="black">
                    <a:lumMod val="65000"/>
                    <a:lumOff val="35000"/>
                  </a:prstClr>
                </a:solidFill>
              </a:rPr>
              <a:t>下图为底部</a:t>
            </a:r>
            <a:r>
              <a:rPr lang="en-US" altLang="zh-CN" dirty="0">
                <a:solidFill>
                  <a:prstClr val="black">
                    <a:lumMod val="65000"/>
                    <a:lumOff val="35000"/>
                  </a:prstClr>
                </a:solidFill>
              </a:rPr>
              <a:t>PNG</a:t>
            </a:r>
            <a:r>
              <a:rPr lang="zh-CN" altLang="en-US" dirty="0">
                <a:solidFill>
                  <a:prstClr val="black">
                    <a:lumMod val="65000"/>
                    <a:lumOff val="35000"/>
                  </a:prstClr>
                </a:solidFill>
              </a:rPr>
              <a:t>素材和图表组合而成，可以根据需要修改图表数字以及颜色。</a:t>
            </a:r>
            <a:endParaRPr lang="en-US" altLang="zh-CN" dirty="0">
              <a:solidFill>
                <a:prstClr val="black">
                  <a:lumMod val="65000"/>
                  <a:lumOff val="35000"/>
                </a:prstClr>
              </a:solidFill>
            </a:endParaRPr>
          </a:p>
        </p:txBody>
      </p:sp>
      <p:grpSp>
        <p:nvGrpSpPr>
          <p:cNvPr id="8" name="组合 7"/>
          <p:cNvGrpSpPr/>
          <p:nvPr/>
        </p:nvGrpSpPr>
        <p:grpSpPr>
          <a:xfrm>
            <a:off x="408100" y="2913994"/>
            <a:ext cx="4083270" cy="2898264"/>
            <a:chOff x="408100" y="2837794"/>
            <a:chExt cx="4083270" cy="2898264"/>
          </a:xfrm>
        </p:grpSpPr>
        <p:pic>
          <p:nvPicPr>
            <p:cNvPr id="52" name="图片 5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00603" y="2837794"/>
              <a:ext cx="2898264" cy="2898264"/>
            </a:xfrm>
            <a:prstGeom prst="rect">
              <a:avLst/>
            </a:prstGeom>
            <a:effectLst>
              <a:outerShdw blurRad="279400" dist="228600" dir="2700000" sx="101000" sy="101000" algn="tl" rotWithShape="0">
                <a:prstClr val="black">
                  <a:alpha val="23000"/>
                </a:prstClr>
              </a:outerShdw>
            </a:effectLst>
          </p:spPr>
        </p:pic>
        <p:graphicFrame>
          <p:nvGraphicFramePr>
            <p:cNvPr id="6" name="图表 5"/>
            <p:cNvGraphicFramePr/>
            <p:nvPr/>
          </p:nvGraphicFramePr>
          <p:xfrm>
            <a:off x="408100" y="2925836"/>
            <a:ext cx="4083270" cy="2722180"/>
          </p:xfrm>
          <a:graphic>
            <a:graphicData uri="http://schemas.openxmlformats.org/drawingml/2006/chart">
              <c:chart xmlns:c="http://schemas.openxmlformats.org/drawingml/2006/chart" xmlns:r="http://schemas.openxmlformats.org/officeDocument/2006/relationships" r:id="rId3"/>
            </a:graphicData>
          </a:graphic>
        </p:graphicFrame>
      </p:grpSp>
      <p:grpSp>
        <p:nvGrpSpPr>
          <p:cNvPr id="53" name="组合 52"/>
          <p:cNvGrpSpPr/>
          <p:nvPr/>
        </p:nvGrpSpPr>
        <p:grpSpPr>
          <a:xfrm>
            <a:off x="4122850" y="2913994"/>
            <a:ext cx="4083270" cy="2898264"/>
            <a:chOff x="408100" y="2837794"/>
            <a:chExt cx="4083270" cy="2898264"/>
          </a:xfrm>
        </p:grpSpPr>
        <p:pic>
          <p:nvPicPr>
            <p:cNvPr id="55" name="图片 5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00603" y="2837794"/>
              <a:ext cx="2898264" cy="2898264"/>
            </a:xfrm>
            <a:prstGeom prst="rect">
              <a:avLst/>
            </a:prstGeom>
            <a:effectLst>
              <a:outerShdw blurRad="279400" dist="228600" dir="2700000" sx="101000" sy="101000" algn="tl" rotWithShape="0">
                <a:prstClr val="black">
                  <a:alpha val="23000"/>
                </a:prstClr>
              </a:outerShdw>
            </a:effectLst>
          </p:spPr>
        </p:pic>
        <p:graphicFrame>
          <p:nvGraphicFramePr>
            <p:cNvPr id="56" name="图表 55"/>
            <p:cNvGraphicFramePr/>
            <p:nvPr/>
          </p:nvGraphicFramePr>
          <p:xfrm>
            <a:off x="408100" y="2925836"/>
            <a:ext cx="4083270" cy="2722180"/>
          </p:xfrm>
          <a:graphic>
            <a:graphicData uri="http://schemas.openxmlformats.org/drawingml/2006/chart">
              <c:chart xmlns:c="http://schemas.openxmlformats.org/drawingml/2006/chart" xmlns:r="http://schemas.openxmlformats.org/officeDocument/2006/relationships" r:id="rId4"/>
            </a:graphicData>
          </a:graphic>
        </p:graphicFrame>
      </p:grpSp>
      <p:grpSp>
        <p:nvGrpSpPr>
          <p:cNvPr id="57" name="组合 56"/>
          <p:cNvGrpSpPr/>
          <p:nvPr/>
        </p:nvGrpSpPr>
        <p:grpSpPr>
          <a:xfrm>
            <a:off x="7837600" y="2913994"/>
            <a:ext cx="4083270" cy="2898264"/>
            <a:chOff x="408100" y="2837794"/>
            <a:chExt cx="4083270" cy="2898264"/>
          </a:xfrm>
        </p:grpSpPr>
        <p:pic>
          <p:nvPicPr>
            <p:cNvPr id="58" name="图片 57"/>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00603" y="2837794"/>
              <a:ext cx="2898264" cy="2898264"/>
            </a:xfrm>
            <a:prstGeom prst="rect">
              <a:avLst/>
            </a:prstGeom>
            <a:effectLst>
              <a:outerShdw blurRad="279400" dist="228600" dir="2700000" sx="101000" sy="101000" algn="tl" rotWithShape="0">
                <a:prstClr val="black">
                  <a:alpha val="23000"/>
                </a:prstClr>
              </a:outerShdw>
            </a:effectLst>
          </p:spPr>
        </p:pic>
        <p:graphicFrame>
          <p:nvGraphicFramePr>
            <p:cNvPr id="59" name="图表 58"/>
            <p:cNvGraphicFramePr/>
            <p:nvPr/>
          </p:nvGraphicFramePr>
          <p:xfrm>
            <a:off x="408100" y="2925836"/>
            <a:ext cx="4083270" cy="2722180"/>
          </p:xfrm>
          <a:graphic>
            <a:graphicData uri="http://schemas.openxmlformats.org/drawingml/2006/chart">
              <c:chart xmlns:c="http://schemas.openxmlformats.org/drawingml/2006/chart" xmlns:r="http://schemas.openxmlformats.org/officeDocument/2006/relationships" r:id="rId5"/>
            </a:graphicData>
          </a:graphic>
        </p:graphicFrame>
      </p:grpSp>
      <p:sp>
        <p:nvSpPr>
          <p:cNvPr id="61" name="文本框 60"/>
          <p:cNvSpPr txBox="1"/>
          <p:nvPr/>
        </p:nvSpPr>
        <p:spPr>
          <a:xfrm>
            <a:off x="1599485" y="6050153"/>
            <a:ext cx="1596912" cy="523220"/>
          </a:xfrm>
          <a:prstGeom prst="rect">
            <a:avLst/>
          </a:prstGeom>
          <a:noFill/>
        </p:spPr>
        <p:txBody>
          <a:bodyPr wrap="none" rtlCol="0">
            <a:spAutoFit/>
          </a:bodyPr>
          <a:lstStyle/>
          <a:p>
            <a:r>
              <a:rPr lang="en-US" altLang="zh-CN" sz="2800" dirty="0">
                <a:solidFill>
                  <a:srgbClr val="605E5E"/>
                </a:solidFill>
                <a:latin typeface="Impact" panose="020B0806030902050204" pitchFamily="34" charset="0"/>
                <a:ea typeface="Arial Unicode MS" panose="020B0604020202020204" pitchFamily="34" charset="-122"/>
                <a:cs typeface="Arial Unicode MS" panose="020B0604020202020204" pitchFamily="34" charset="-122"/>
              </a:rPr>
              <a:t>Title Here</a:t>
            </a:r>
            <a:endParaRPr lang="zh-CN" altLang="en-US" sz="2800" dirty="0">
              <a:solidFill>
                <a:srgbClr val="605E5E"/>
              </a:solidFill>
              <a:latin typeface="Impact" panose="020B0806030902050204" pitchFamily="34" charset="0"/>
              <a:ea typeface="Arial Unicode MS" panose="020B0604020202020204" pitchFamily="34" charset="-122"/>
              <a:cs typeface="Arial Unicode MS" panose="020B0604020202020204" pitchFamily="34" charset="-122"/>
            </a:endParaRPr>
          </a:p>
        </p:txBody>
      </p:sp>
      <p:sp>
        <p:nvSpPr>
          <p:cNvPr id="62" name="文本框 61"/>
          <p:cNvSpPr txBox="1"/>
          <p:nvPr/>
        </p:nvSpPr>
        <p:spPr>
          <a:xfrm>
            <a:off x="5366029" y="6050153"/>
            <a:ext cx="1596912" cy="523220"/>
          </a:xfrm>
          <a:prstGeom prst="rect">
            <a:avLst/>
          </a:prstGeom>
          <a:noFill/>
        </p:spPr>
        <p:txBody>
          <a:bodyPr wrap="none" rtlCol="0">
            <a:spAutoFit/>
          </a:bodyPr>
          <a:lstStyle/>
          <a:p>
            <a:r>
              <a:rPr lang="en-US" altLang="zh-CN" sz="2800" dirty="0">
                <a:solidFill>
                  <a:srgbClr val="605E5E"/>
                </a:solidFill>
                <a:latin typeface="Impact" panose="020B0806030902050204" pitchFamily="34" charset="0"/>
                <a:ea typeface="Arial Unicode MS" panose="020B0604020202020204" pitchFamily="34" charset="-122"/>
                <a:cs typeface="Arial Unicode MS" panose="020B0604020202020204" pitchFamily="34" charset="-122"/>
              </a:rPr>
              <a:t>Title Here</a:t>
            </a:r>
            <a:endParaRPr lang="zh-CN" altLang="en-US" sz="2800" dirty="0">
              <a:solidFill>
                <a:srgbClr val="605E5E"/>
              </a:solidFill>
              <a:latin typeface="Impact" panose="020B0806030902050204" pitchFamily="34" charset="0"/>
              <a:ea typeface="Arial Unicode MS" panose="020B0604020202020204" pitchFamily="34" charset="-122"/>
              <a:cs typeface="Arial Unicode MS" panose="020B0604020202020204" pitchFamily="34" charset="-122"/>
            </a:endParaRPr>
          </a:p>
        </p:txBody>
      </p:sp>
      <p:sp>
        <p:nvSpPr>
          <p:cNvPr id="63" name="文本框 62"/>
          <p:cNvSpPr txBox="1"/>
          <p:nvPr/>
        </p:nvSpPr>
        <p:spPr>
          <a:xfrm>
            <a:off x="9080779" y="6050153"/>
            <a:ext cx="1596912" cy="523220"/>
          </a:xfrm>
          <a:prstGeom prst="rect">
            <a:avLst/>
          </a:prstGeom>
          <a:noFill/>
        </p:spPr>
        <p:txBody>
          <a:bodyPr wrap="none" rtlCol="0">
            <a:spAutoFit/>
          </a:bodyPr>
          <a:lstStyle/>
          <a:p>
            <a:r>
              <a:rPr lang="en-US" altLang="zh-CN" sz="2800" dirty="0">
                <a:solidFill>
                  <a:srgbClr val="605E5E"/>
                </a:solidFill>
                <a:latin typeface="Impact" panose="020B0806030902050204" pitchFamily="34" charset="0"/>
                <a:ea typeface="Arial Unicode MS" panose="020B0604020202020204" pitchFamily="34" charset="-122"/>
                <a:cs typeface="Arial Unicode MS" panose="020B0604020202020204" pitchFamily="34" charset="-122"/>
              </a:rPr>
              <a:t>Title Here</a:t>
            </a:r>
            <a:endParaRPr lang="zh-CN" altLang="en-US" sz="2800" dirty="0">
              <a:solidFill>
                <a:srgbClr val="605E5E"/>
              </a:solidFill>
              <a:latin typeface="Impact" panose="020B0806030902050204" pitchFamily="34" charset="0"/>
              <a:ea typeface="Arial Unicode MS" panose="020B0604020202020204" pitchFamily="34" charset="-122"/>
              <a:cs typeface="Arial Unicode MS" panose="020B0604020202020204" pitchFamily="34" charset="-122"/>
            </a:endParaRPr>
          </a:p>
        </p:txBody>
      </p:sp>
      <p:sp>
        <p:nvSpPr>
          <p:cNvPr id="64" name="文本框 63"/>
          <p:cNvSpPr txBox="1"/>
          <p:nvPr/>
        </p:nvSpPr>
        <p:spPr>
          <a:xfrm>
            <a:off x="2544331" y="3665970"/>
            <a:ext cx="1091966" cy="707886"/>
          </a:xfrm>
          <a:prstGeom prst="rect">
            <a:avLst/>
          </a:prstGeom>
          <a:noFill/>
        </p:spPr>
        <p:txBody>
          <a:bodyPr wrap="none" rtlCol="0">
            <a:spAutoFit/>
          </a:bodyPr>
          <a:lstStyle/>
          <a:p>
            <a:r>
              <a:rPr lang="en-US" altLang="zh-CN" sz="4000" dirty="0">
                <a:solidFill>
                  <a:prstClr val="black">
                    <a:lumMod val="65000"/>
                    <a:lumOff val="35000"/>
                  </a:prstClr>
                </a:solidFill>
                <a:latin typeface="Impact" panose="020B0806030902050204" pitchFamily="34" charset="0"/>
              </a:rPr>
              <a:t>68%</a:t>
            </a:r>
            <a:endParaRPr lang="zh-CN" altLang="en-US" sz="4000" dirty="0">
              <a:solidFill>
                <a:prstClr val="black">
                  <a:lumMod val="65000"/>
                  <a:lumOff val="35000"/>
                </a:prstClr>
              </a:solidFill>
              <a:latin typeface="Impact" panose="020B0806030902050204" pitchFamily="34" charset="0"/>
            </a:endParaRPr>
          </a:p>
        </p:txBody>
      </p:sp>
      <p:sp>
        <p:nvSpPr>
          <p:cNvPr id="65" name="文本框 64"/>
          <p:cNvSpPr txBox="1"/>
          <p:nvPr/>
        </p:nvSpPr>
        <p:spPr>
          <a:xfrm>
            <a:off x="6318429" y="3665970"/>
            <a:ext cx="1016625" cy="707886"/>
          </a:xfrm>
          <a:prstGeom prst="rect">
            <a:avLst/>
          </a:prstGeom>
          <a:noFill/>
        </p:spPr>
        <p:txBody>
          <a:bodyPr wrap="none" rtlCol="0">
            <a:spAutoFit/>
          </a:bodyPr>
          <a:lstStyle/>
          <a:p>
            <a:r>
              <a:rPr lang="en-US" altLang="zh-CN" sz="4000" dirty="0">
                <a:solidFill>
                  <a:prstClr val="black">
                    <a:lumMod val="65000"/>
                    <a:lumOff val="35000"/>
                  </a:prstClr>
                </a:solidFill>
                <a:latin typeface="Impact" panose="020B0806030902050204" pitchFamily="34" charset="0"/>
              </a:rPr>
              <a:t>75%</a:t>
            </a:r>
            <a:endParaRPr lang="zh-CN" altLang="en-US" sz="4000" dirty="0">
              <a:solidFill>
                <a:prstClr val="black">
                  <a:lumMod val="65000"/>
                  <a:lumOff val="35000"/>
                </a:prstClr>
              </a:solidFill>
              <a:latin typeface="Impact" panose="020B0806030902050204" pitchFamily="34" charset="0"/>
            </a:endParaRPr>
          </a:p>
        </p:txBody>
      </p:sp>
      <p:sp>
        <p:nvSpPr>
          <p:cNvPr id="66" name="文本框 65"/>
          <p:cNvSpPr txBox="1"/>
          <p:nvPr/>
        </p:nvSpPr>
        <p:spPr>
          <a:xfrm>
            <a:off x="10017186" y="3665970"/>
            <a:ext cx="1093569" cy="707886"/>
          </a:xfrm>
          <a:prstGeom prst="rect">
            <a:avLst/>
          </a:prstGeom>
          <a:noFill/>
        </p:spPr>
        <p:txBody>
          <a:bodyPr wrap="none" rtlCol="0">
            <a:spAutoFit/>
          </a:bodyPr>
          <a:lstStyle/>
          <a:p>
            <a:r>
              <a:rPr lang="en-US" altLang="zh-CN" sz="4000" dirty="0">
                <a:solidFill>
                  <a:prstClr val="black">
                    <a:lumMod val="65000"/>
                    <a:lumOff val="35000"/>
                  </a:prstClr>
                </a:solidFill>
                <a:latin typeface="Impact" panose="020B0806030902050204" pitchFamily="34" charset="0"/>
              </a:rPr>
              <a:t>60%</a:t>
            </a:r>
            <a:endParaRPr lang="zh-CN" altLang="en-US" sz="4000" dirty="0">
              <a:solidFill>
                <a:prstClr val="black">
                  <a:lumMod val="65000"/>
                  <a:lumOff val="35000"/>
                </a:prstClr>
              </a:solidFill>
              <a:latin typeface="Impact" panose="020B0806030902050204" pitchFamily="34" charset="0"/>
            </a:endParaRPr>
          </a:p>
        </p:txBody>
      </p:sp>
      <p:sp>
        <p:nvSpPr>
          <p:cNvPr id="19" name="矩形 39"/>
          <p:cNvSpPr/>
          <p:nvPr/>
        </p:nvSpPr>
        <p:spPr>
          <a:xfrm>
            <a:off x="0" y="203088"/>
            <a:ext cx="1760418" cy="523220"/>
          </a:xfrm>
          <a:prstGeom prst="rect">
            <a:avLst/>
          </a:prstGeom>
          <a:noFill/>
        </p:spPr>
        <p:txBody>
          <a:bodyPr wrap="none" rtlCol="0">
            <a:spAutoFit/>
          </a:bodyPr>
          <a:lstStyle/>
          <a:p>
            <a:r>
              <a:rPr lang="zh-CN" altLang="en-US" sz="2800" b="1" dirty="0">
                <a:solidFill>
                  <a:schemeClr val="tx1">
                    <a:lumMod val="65000"/>
                    <a:lumOff val="35000"/>
                  </a:schemeClr>
                </a:solidFill>
              </a:rPr>
              <a:t>饼</a:t>
            </a:r>
            <a:r>
              <a:rPr lang="en-US" altLang="zh-CN" sz="2800" b="1" dirty="0">
                <a:solidFill>
                  <a:schemeClr val="tx1">
                    <a:lumMod val="65000"/>
                    <a:lumOff val="35000"/>
                  </a:schemeClr>
                </a:solidFill>
              </a:rPr>
              <a:t>/</a:t>
            </a:r>
            <a:r>
              <a:rPr lang="zh-CN" altLang="en-US" sz="2800" b="1">
                <a:solidFill>
                  <a:schemeClr val="tx1">
                    <a:lumMod val="65000"/>
                    <a:lumOff val="35000"/>
                  </a:schemeClr>
                </a:solidFill>
              </a:rPr>
              <a:t>环形图</a:t>
            </a:r>
          </a:p>
        </p:txBody>
      </p:sp>
    </p:spTree>
    <p:extLst>
      <p:ext uri="{BB962C8B-B14F-4D97-AF65-F5344CB8AC3E}">
        <p14:creationId xmlns:p14="http://schemas.microsoft.com/office/powerpoint/2010/main" val="890459872"/>
      </p:ext>
    </p:extLst>
  </p:cSld>
  <p:clrMapOvr>
    <a:masterClrMapping/>
  </p:clrMapOvr>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组合 4"/>
          <p:cNvGrpSpPr/>
          <p:nvPr/>
        </p:nvGrpSpPr>
        <p:grpSpPr>
          <a:xfrm>
            <a:off x="-402972" y="3042552"/>
            <a:ext cx="4162574" cy="2775049"/>
            <a:chOff x="392848" y="2988371"/>
            <a:chExt cx="4162574" cy="2775049"/>
          </a:xfrm>
        </p:grpSpPr>
        <p:grpSp>
          <p:nvGrpSpPr>
            <p:cNvPr id="133" name="组合 132"/>
            <p:cNvGrpSpPr/>
            <p:nvPr/>
          </p:nvGrpSpPr>
          <p:grpSpPr>
            <a:xfrm>
              <a:off x="392848" y="2988371"/>
              <a:ext cx="4162574" cy="2775049"/>
              <a:chOff x="-268491" y="2565401"/>
              <a:chExt cx="4335861" cy="2890574"/>
            </a:xfrm>
          </p:grpSpPr>
          <p:sp>
            <p:nvSpPr>
              <p:cNvPr id="134" name="椭圆 133"/>
              <p:cNvSpPr/>
              <p:nvPr/>
            </p:nvSpPr>
            <p:spPr>
              <a:xfrm>
                <a:off x="513439" y="2624688"/>
                <a:ext cx="2772000" cy="2772000"/>
              </a:xfrm>
              <a:prstGeom prst="ellipse">
                <a:avLst/>
              </a:prstGeom>
              <a:solidFill>
                <a:schemeClr val="bg1"/>
              </a:solidFill>
              <a:ln w="76200">
                <a:solidFill>
                  <a:srgbClr val="548C9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aphicFrame>
            <p:nvGraphicFramePr>
              <p:cNvPr id="135" name="图表 134"/>
              <p:cNvGraphicFramePr/>
              <p:nvPr/>
            </p:nvGraphicFramePr>
            <p:xfrm>
              <a:off x="-268491" y="2565401"/>
              <a:ext cx="4335861" cy="2890574"/>
            </p:xfrm>
            <a:graphic>
              <a:graphicData uri="http://schemas.openxmlformats.org/drawingml/2006/chart">
                <c:chart xmlns:c="http://schemas.openxmlformats.org/drawingml/2006/chart" xmlns:r="http://schemas.openxmlformats.org/officeDocument/2006/relationships" r:id="rId2"/>
              </a:graphicData>
            </a:graphic>
          </p:graphicFrame>
        </p:grpSp>
        <p:sp>
          <p:nvSpPr>
            <p:cNvPr id="4" name="同心圆 3"/>
            <p:cNvSpPr/>
            <p:nvPr/>
          </p:nvSpPr>
          <p:spPr>
            <a:xfrm>
              <a:off x="1898692" y="3800454"/>
              <a:ext cx="1150883" cy="1150883"/>
            </a:xfrm>
            <a:prstGeom prst="donut">
              <a:avLst>
                <a:gd name="adj" fmla="val 12646"/>
              </a:avLst>
            </a:prstGeom>
            <a:solidFill>
              <a:srgbClr val="0D0D0D">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black"/>
                </a:solidFill>
              </a:endParaRPr>
            </a:p>
          </p:txBody>
        </p:sp>
      </p:grpSp>
      <p:grpSp>
        <p:nvGrpSpPr>
          <p:cNvPr id="136" name="组合 135"/>
          <p:cNvGrpSpPr/>
          <p:nvPr/>
        </p:nvGrpSpPr>
        <p:grpSpPr>
          <a:xfrm>
            <a:off x="2545180" y="3042552"/>
            <a:ext cx="4162574" cy="2775049"/>
            <a:chOff x="392848" y="2988371"/>
            <a:chExt cx="4162574" cy="2775049"/>
          </a:xfrm>
        </p:grpSpPr>
        <p:grpSp>
          <p:nvGrpSpPr>
            <p:cNvPr id="137" name="组合 136"/>
            <p:cNvGrpSpPr/>
            <p:nvPr/>
          </p:nvGrpSpPr>
          <p:grpSpPr>
            <a:xfrm>
              <a:off x="392848" y="2988371"/>
              <a:ext cx="4162574" cy="2775049"/>
              <a:chOff x="-268491" y="2565401"/>
              <a:chExt cx="4335861" cy="2890574"/>
            </a:xfrm>
          </p:grpSpPr>
          <p:sp>
            <p:nvSpPr>
              <p:cNvPr id="139" name="椭圆 138"/>
              <p:cNvSpPr/>
              <p:nvPr/>
            </p:nvSpPr>
            <p:spPr>
              <a:xfrm>
                <a:off x="513439" y="2624688"/>
                <a:ext cx="2772000" cy="2772000"/>
              </a:xfrm>
              <a:prstGeom prst="ellipse">
                <a:avLst/>
              </a:prstGeom>
              <a:solidFill>
                <a:schemeClr val="bg1"/>
              </a:solidFill>
              <a:ln w="76200">
                <a:solidFill>
                  <a:srgbClr val="548C9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aphicFrame>
            <p:nvGraphicFramePr>
              <p:cNvPr id="140" name="图表 139"/>
              <p:cNvGraphicFramePr/>
              <p:nvPr/>
            </p:nvGraphicFramePr>
            <p:xfrm>
              <a:off x="-268491" y="2565401"/>
              <a:ext cx="4335861" cy="2890574"/>
            </p:xfrm>
            <a:graphic>
              <a:graphicData uri="http://schemas.openxmlformats.org/drawingml/2006/chart">
                <c:chart xmlns:c="http://schemas.openxmlformats.org/drawingml/2006/chart" xmlns:r="http://schemas.openxmlformats.org/officeDocument/2006/relationships" r:id="rId3"/>
              </a:graphicData>
            </a:graphic>
          </p:graphicFrame>
        </p:grpSp>
        <p:sp>
          <p:nvSpPr>
            <p:cNvPr id="138" name="同心圆 137"/>
            <p:cNvSpPr/>
            <p:nvPr/>
          </p:nvSpPr>
          <p:spPr>
            <a:xfrm>
              <a:off x="1898692" y="3800454"/>
              <a:ext cx="1150883" cy="1150883"/>
            </a:xfrm>
            <a:prstGeom prst="donut">
              <a:avLst>
                <a:gd name="adj" fmla="val 12646"/>
              </a:avLst>
            </a:prstGeom>
            <a:solidFill>
              <a:srgbClr val="0D0D0D">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black"/>
                </a:solidFill>
              </a:endParaRPr>
            </a:p>
          </p:txBody>
        </p:sp>
      </p:grpSp>
      <p:grpSp>
        <p:nvGrpSpPr>
          <p:cNvPr id="141" name="组合 140"/>
          <p:cNvGrpSpPr/>
          <p:nvPr/>
        </p:nvGrpSpPr>
        <p:grpSpPr>
          <a:xfrm>
            <a:off x="5493332" y="3042552"/>
            <a:ext cx="4162574" cy="2775049"/>
            <a:chOff x="392848" y="2988371"/>
            <a:chExt cx="4162574" cy="2775049"/>
          </a:xfrm>
        </p:grpSpPr>
        <p:grpSp>
          <p:nvGrpSpPr>
            <p:cNvPr id="142" name="组合 141"/>
            <p:cNvGrpSpPr/>
            <p:nvPr/>
          </p:nvGrpSpPr>
          <p:grpSpPr>
            <a:xfrm>
              <a:off x="392848" y="2988371"/>
              <a:ext cx="4162574" cy="2775049"/>
              <a:chOff x="-268491" y="2565401"/>
              <a:chExt cx="4335861" cy="2890574"/>
            </a:xfrm>
          </p:grpSpPr>
          <p:sp>
            <p:nvSpPr>
              <p:cNvPr id="144" name="椭圆 143"/>
              <p:cNvSpPr/>
              <p:nvPr/>
            </p:nvSpPr>
            <p:spPr>
              <a:xfrm>
                <a:off x="513439" y="2624688"/>
                <a:ext cx="2772000" cy="2772000"/>
              </a:xfrm>
              <a:prstGeom prst="ellipse">
                <a:avLst/>
              </a:prstGeom>
              <a:solidFill>
                <a:schemeClr val="bg1"/>
              </a:solidFill>
              <a:ln w="76200">
                <a:solidFill>
                  <a:srgbClr val="548C9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aphicFrame>
            <p:nvGraphicFramePr>
              <p:cNvPr id="145" name="图表 144"/>
              <p:cNvGraphicFramePr/>
              <p:nvPr/>
            </p:nvGraphicFramePr>
            <p:xfrm>
              <a:off x="-268491" y="2565401"/>
              <a:ext cx="4335861" cy="2890574"/>
            </p:xfrm>
            <a:graphic>
              <a:graphicData uri="http://schemas.openxmlformats.org/drawingml/2006/chart">
                <c:chart xmlns:c="http://schemas.openxmlformats.org/drawingml/2006/chart" xmlns:r="http://schemas.openxmlformats.org/officeDocument/2006/relationships" r:id="rId4"/>
              </a:graphicData>
            </a:graphic>
          </p:graphicFrame>
        </p:grpSp>
        <p:sp>
          <p:nvSpPr>
            <p:cNvPr id="143" name="同心圆 142"/>
            <p:cNvSpPr/>
            <p:nvPr/>
          </p:nvSpPr>
          <p:spPr>
            <a:xfrm>
              <a:off x="1898692" y="3800454"/>
              <a:ext cx="1150883" cy="1150883"/>
            </a:xfrm>
            <a:prstGeom prst="donut">
              <a:avLst>
                <a:gd name="adj" fmla="val 12646"/>
              </a:avLst>
            </a:prstGeom>
            <a:solidFill>
              <a:srgbClr val="0D0D0D">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black"/>
                </a:solidFill>
              </a:endParaRPr>
            </a:p>
          </p:txBody>
        </p:sp>
      </p:grpSp>
      <p:grpSp>
        <p:nvGrpSpPr>
          <p:cNvPr id="146" name="组合 145"/>
          <p:cNvGrpSpPr/>
          <p:nvPr/>
        </p:nvGrpSpPr>
        <p:grpSpPr>
          <a:xfrm>
            <a:off x="8441483" y="3042552"/>
            <a:ext cx="4162574" cy="2775049"/>
            <a:chOff x="392848" y="2988371"/>
            <a:chExt cx="4162574" cy="2775049"/>
          </a:xfrm>
        </p:grpSpPr>
        <p:grpSp>
          <p:nvGrpSpPr>
            <p:cNvPr id="147" name="组合 146"/>
            <p:cNvGrpSpPr/>
            <p:nvPr/>
          </p:nvGrpSpPr>
          <p:grpSpPr>
            <a:xfrm>
              <a:off x="392848" y="2988371"/>
              <a:ext cx="4162574" cy="2775049"/>
              <a:chOff x="-268491" y="2565401"/>
              <a:chExt cx="4335861" cy="2890574"/>
            </a:xfrm>
          </p:grpSpPr>
          <p:sp>
            <p:nvSpPr>
              <p:cNvPr id="149" name="椭圆 148"/>
              <p:cNvSpPr/>
              <p:nvPr/>
            </p:nvSpPr>
            <p:spPr>
              <a:xfrm>
                <a:off x="513439" y="2624688"/>
                <a:ext cx="2772000" cy="2772000"/>
              </a:xfrm>
              <a:prstGeom prst="ellipse">
                <a:avLst/>
              </a:prstGeom>
              <a:solidFill>
                <a:schemeClr val="bg1"/>
              </a:solidFill>
              <a:ln w="76200">
                <a:solidFill>
                  <a:srgbClr val="548C9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aphicFrame>
            <p:nvGraphicFramePr>
              <p:cNvPr id="150" name="图表 149"/>
              <p:cNvGraphicFramePr/>
              <p:nvPr/>
            </p:nvGraphicFramePr>
            <p:xfrm>
              <a:off x="-268491" y="2565401"/>
              <a:ext cx="4335861" cy="2890574"/>
            </p:xfrm>
            <a:graphic>
              <a:graphicData uri="http://schemas.openxmlformats.org/drawingml/2006/chart">
                <c:chart xmlns:c="http://schemas.openxmlformats.org/drawingml/2006/chart" xmlns:r="http://schemas.openxmlformats.org/officeDocument/2006/relationships" r:id="rId5"/>
              </a:graphicData>
            </a:graphic>
          </p:graphicFrame>
        </p:grpSp>
        <p:sp>
          <p:nvSpPr>
            <p:cNvPr id="148" name="同心圆 147"/>
            <p:cNvSpPr/>
            <p:nvPr/>
          </p:nvSpPr>
          <p:spPr>
            <a:xfrm>
              <a:off x="1898692" y="3800454"/>
              <a:ext cx="1150883" cy="1150883"/>
            </a:xfrm>
            <a:prstGeom prst="donut">
              <a:avLst>
                <a:gd name="adj" fmla="val 12646"/>
              </a:avLst>
            </a:prstGeom>
            <a:solidFill>
              <a:srgbClr val="0D0D0D">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black"/>
                </a:solidFill>
              </a:endParaRPr>
            </a:p>
          </p:txBody>
        </p:sp>
      </p:grpSp>
      <p:grpSp>
        <p:nvGrpSpPr>
          <p:cNvPr id="152" name="组合 151"/>
          <p:cNvGrpSpPr/>
          <p:nvPr/>
        </p:nvGrpSpPr>
        <p:grpSpPr>
          <a:xfrm>
            <a:off x="10260136" y="4037161"/>
            <a:ext cx="525264" cy="785829"/>
            <a:chOff x="10158413" y="3421063"/>
            <a:chExt cx="604837" cy="904876"/>
          </a:xfrm>
        </p:grpSpPr>
        <p:sp>
          <p:nvSpPr>
            <p:cNvPr id="176" name="Freeform 5"/>
            <p:cNvSpPr>
              <a:spLocks noEditPoints="1"/>
            </p:cNvSpPr>
            <p:nvPr/>
          </p:nvSpPr>
          <p:spPr bwMode="auto">
            <a:xfrm>
              <a:off x="10158413" y="3981451"/>
              <a:ext cx="604837" cy="301625"/>
            </a:xfrm>
            <a:custGeom>
              <a:avLst/>
              <a:gdLst>
                <a:gd name="T0" fmla="*/ 0 w 98"/>
                <a:gd name="T1" fmla="*/ 0 h 49"/>
                <a:gd name="T2" fmla="*/ 49 w 98"/>
                <a:gd name="T3" fmla="*/ 49 h 49"/>
                <a:gd name="T4" fmla="*/ 98 w 98"/>
                <a:gd name="T5" fmla="*/ 0 h 49"/>
                <a:gd name="T6" fmla="*/ 0 w 98"/>
                <a:gd name="T7" fmla="*/ 0 h 49"/>
                <a:gd name="T8" fmla="*/ 21 w 98"/>
                <a:gd name="T9" fmla="*/ 18 h 49"/>
                <a:gd name="T10" fmla="*/ 16 w 98"/>
                <a:gd name="T11" fmla="*/ 14 h 49"/>
                <a:gd name="T12" fmla="*/ 21 w 98"/>
                <a:gd name="T13" fmla="*/ 9 h 49"/>
                <a:gd name="T14" fmla="*/ 26 w 98"/>
                <a:gd name="T15" fmla="*/ 14 h 49"/>
                <a:gd name="T16" fmla="*/ 21 w 98"/>
                <a:gd name="T17" fmla="*/ 18 h 49"/>
                <a:gd name="T18" fmla="*/ 40 w 98"/>
                <a:gd name="T19" fmla="*/ 18 h 49"/>
                <a:gd name="T20" fmla="*/ 35 w 98"/>
                <a:gd name="T21" fmla="*/ 14 h 49"/>
                <a:gd name="T22" fmla="*/ 40 w 98"/>
                <a:gd name="T23" fmla="*/ 9 h 49"/>
                <a:gd name="T24" fmla="*/ 45 w 98"/>
                <a:gd name="T25" fmla="*/ 14 h 49"/>
                <a:gd name="T26" fmla="*/ 40 w 98"/>
                <a:gd name="T27" fmla="*/ 18 h 49"/>
                <a:gd name="T28" fmla="*/ 59 w 98"/>
                <a:gd name="T29" fmla="*/ 18 h 49"/>
                <a:gd name="T30" fmla="*/ 54 w 98"/>
                <a:gd name="T31" fmla="*/ 14 h 49"/>
                <a:gd name="T32" fmla="*/ 59 w 98"/>
                <a:gd name="T33" fmla="*/ 9 h 49"/>
                <a:gd name="T34" fmla="*/ 64 w 98"/>
                <a:gd name="T35" fmla="*/ 14 h 49"/>
                <a:gd name="T36" fmla="*/ 59 w 98"/>
                <a:gd name="T37" fmla="*/ 18 h 49"/>
                <a:gd name="T38" fmla="*/ 78 w 98"/>
                <a:gd name="T39" fmla="*/ 18 h 49"/>
                <a:gd name="T40" fmla="*/ 73 w 98"/>
                <a:gd name="T41" fmla="*/ 14 h 49"/>
                <a:gd name="T42" fmla="*/ 78 w 98"/>
                <a:gd name="T43" fmla="*/ 9 h 49"/>
                <a:gd name="T44" fmla="*/ 83 w 98"/>
                <a:gd name="T45" fmla="*/ 14 h 49"/>
                <a:gd name="T46" fmla="*/ 78 w 98"/>
                <a:gd name="T47" fmla="*/ 18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8" h="49">
                  <a:moveTo>
                    <a:pt x="0" y="0"/>
                  </a:moveTo>
                  <a:cubicBezTo>
                    <a:pt x="0" y="27"/>
                    <a:pt x="22" y="49"/>
                    <a:pt x="49" y="49"/>
                  </a:cubicBezTo>
                  <a:cubicBezTo>
                    <a:pt x="76" y="49"/>
                    <a:pt x="98" y="27"/>
                    <a:pt x="98" y="0"/>
                  </a:cubicBezTo>
                  <a:lnTo>
                    <a:pt x="0" y="0"/>
                  </a:lnTo>
                  <a:close/>
                  <a:moveTo>
                    <a:pt x="21" y="18"/>
                  </a:moveTo>
                  <a:cubicBezTo>
                    <a:pt x="18" y="18"/>
                    <a:pt x="16" y="16"/>
                    <a:pt x="16" y="14"/>
                  </a:cubicBezTo>
                  <a:cubicBezTo>
                    <a:pt x="16" y="11"/>
                    <a:pt x="18" y="9"/>
                    <a:pt x="21" y="9"/>
                  </a:cubicBezTo>
                  <a:cubicBezTo>
                    <a:pt x="23" y="9"/>
                    <a:pt x="26" y="11"/>
                    <a:pt x="26" y="14"/>
                  </a:cubicBezTo>
                  <a:cubicBezTo>
                    <a:pt x="26" y="16"/>
                    <a:pt x="23" y="18"/>
                    <a:pt x="21" y="18"/>
                  </a:cubicBezTo>
                  <a:close/>
                  <a:moveTo>
                    <a:pt x="40" y="18"/>
                  </a:moveTo>
                  <a:cubicBezTo>
                    <a:pt x="37" y="18"/>
                    <a:pt x="35" y="16"/>
                    <a:pt x="35" y="14"/>
                  </a:cubicBezTo>
                  <a:cubicBezTo>
                    <a:pt x="35" y="11"/>
                    <a:pt x="37" y="9"/>
                    <a:pt x="40" y="9"/>
                  </a:cubicBezTo>
                  <a:cubicBezTo>
                    <a:pt x="42" y="9"/>
                    <a:pt x="45" y="11"/>
                    <a:pt x="45" y="14"/>
                  </a:cubicBezTo>
                  <a:cubicBezTo>
                    <a:pt x="45" y="16"/>
                    <a:pt x="42" y="18"/>
                    <a:pt x="40" y="18"/>
                  </a:cubicBezTo>
                  <a:close/>
                  <a:moveTo>
                    <a:pt x="59" y="18"/>
                  </a:moveTo>
                  <a:cubicBezTo>
                    <a:pt x="56" y="18"/>
                    <a:pt x="54" y="16"/>
                    <a:pt x="54" y="14"/>
                  </a:cubicBezTo>
                  <a:cubicBezTo>
                    <a:pt x="54" y="11"/>
                    <a:pt x="56" y="9"/>
                    <a:pt x="59" y="9"/>
                  </a:cubicBezTo>
                  <a:cubicBezTo>
                    <a:pt x="61" y="9"/>
                    <a:pt x="64" y="11"/>
                    <a:pt x="64" y="14"/>
                  </a:cubicBezTo>
                  <a:cubicBezTo>
                    <a:pt x="64" y="16"/>
                    <a:pt x="61" y="18"/>
                    <a:pt x="59" y="18"/>
                  </a:cubicBezTo>
                  <a:close/>
                  <a:moveTo>
                    <a:pt x="78" y="18"/>
                  </a:moveTo>
                  <a:cubicBezTo>
                    <a:pt x="75" y="18"/>
                    <a:pt x="73" y="16"/>
                    <a:pt x="73" y="14"/>
                  </a:cubicBezTo>
                  <a:cubicBezTo>
                    <a:pt x="73" y="11"/>
                    <a:pt x="75" y="9"/>
                    <a:pt x="78" y="9"/>
                  </a:cubicBezTo>
                  <a:cubicBezTo>
                    <a:pt x="81" y="9"/>
                    <a:pt x="83" y="11"/>
                    <a:pt x="83" y="14"/>
                  </a:cubicBezTo>
                  <a:cubicBezTo>
                    <a:pt x="83" y="16"/>
                    <a:pt x="81" y="18"/>
                    <a:pt x="78" y="18"/>
                  </a:cubicBezTo>
                  <a:close/>
                </a:path>
              </a:pathLst>
            </a:custGeom>
            <a:solidFill>
              <a:srgbClr val="427D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7" name="Freeform 6"/>
            <p:cNvSpPr>
              <a:spLocks/>
            </p:cNvSpPr>
            <p:nvPr/>
          </p:nvSpPr>
          <p:spPr bwMode="auto">
            <a:xfrm>
              <a:off x="10171113" y="3532188"/>
              <a:ext cx="307975" cy="387350"/>
            </a:xfrm>
            <a:custGeom>
              <a:avLst/>
              <a:gdLst>
                <a:gd name="T0" fmla="*/ 183 w 194"/>
                <a:gd name="T1" fmla="*/ 0 h 244"/>
                <a:gd name="T2" fmla="*/ 0 w 194"/>
                <a:gd name="T3" fmla="*/ 244 h 244"/>
                <a:gd name="T4" fmla="*/ 194 w 194"/>
                <a:gd name="T5" fmla="*/ 244 h 244"/>
                <a:gd name="T6" fmla="*/ 183 w 194"/>
                <a:gd name="T7" fmla="*/ 0 h 244"/>
              </a:gdLst>
              <a:ahLst/>
              <a:cxnLst>
                <a:cxn ang="0">
                  <a:pos x="T0" y="T1"/>
                </a:cxn>
                <a:cxn ang="0">
                  <a:pos x="T2" y="T3"/>
                </a:cxn>
                <a:cxn ang="0">
                  <a:pos x="T4" y="T5"/>
                </a:cxn>
                <a:cxn ang="0">
                  <a:pos x="T6" y="T7"/>
                </a:cxn>
              </a:cxnLst>
              <a:rect l="0" t="0" r="r" b="b"/>
              <a:pathLst>
                <a:path w="194" h="244">
                  <a:moveTo>
                    <a:pt x="183" y="0"/>
                  </a:moveTo>
                  <a:lnTo>
                    <a:pt x="0" y="244"/>
                  </a:lnTo>
                  <a:lnTo>
                    <a:pt x="194" y="244"/>
                  </a:lnTo>
                  <a:lnTo>
                    <a:pt x="183" y="0"/>
                  </a:lnTo>
                  <a:close/>
                </a:path>
              </a:pathLst>
            </a:custGeom>
            <a:solidFill>
              <a:srgbClr val="427D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8" name="Freeform 7"/>
            <p:cNvSpPr>
              <a:spLocks/>
            </p:cNvSpPr>
            <p:nvPr/>
          </p:nvSpPr>
          <p:spPr bwMode="auto">
            <a:xfrm>
              <a:off x="10461625" y="3532188"/>
              <a:ext cx="301625" cy="387350"/>
            </a:xfrm>
            <a:custGeom>
              <a:avLst/>
              <a:gdLst>
                <a:gd name="T0" fmla="*/ 11 w 190"/>
                <a:gd name="T1" fmla="*/ 0 h 244"/>
                <a:gd name="T2" fmla="*/ 190 w 190"/>
                <a:gd name="T3" fmla="*/ 244 h 244"/>
                <a:gd name="T4" fmla="*/ 0 w 190"/>
                <a:gd name="T5" fmla="*/ 244 h 244"/>
                <a:gd name="T6" fmla="*/ 11 w 190"/>
                <a:gd name="T7" fmla="*/ 0 h 244"/>
              </a:gdLst>
              <a:ahLst/>
              <a:cxnLst>
                <a:cxn ang="0">
                  <a:pos x="T0" y="T1"/>
                </a:cxn>
                <a:cxn ang="0">
                  <a:pos x="T2" y="T3"/>
                </a:cxn>
                <a:cxn ang="0">
                  <a:pos x="T4" y="T5"/>
                </a:cxn>
                <a:cxn ang="0">
                  <a:pos x="T6" y="T7"/>
                </a:cxn>
              </a:cxnLst>
              <a:rect l="0" t="0" r="r" b="b"/>
              <a:pathLst>
                <a:path w="190" h="244">
                  <a:moveTo>
                    <a:pt x="11" y="0"/>
                  </a:moveTo>
                  <a:lnTo>
                    <a:pt x="190" y="244"/>
                  </a:lnTo>
                  <a:lnTo>
                    <a:pt x="0" y="244"/>
                  </a:lnTo>
                  <a:lnTo>
                    <a:pt x="11" y="0"/>
                  </a:lnTo>
                  <a:close/>
                </a:path>
              </a:pathLst>
            </a:custGeom>
            <a:solidFill>
              <a:srgbClr val="538C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9" name="Rectangle 8"/>
            <p:cNvSpPr>
              <a:spLocks noChangeArrowheads="1"/>
            </p:cNvSpPr>
            <p:nvPr/>
          </p:nvSpPr>
          <p:spPr bwMode="auto">
            <a:xfrm>
              <a:off x="10448925" y="3421063"/>
              <a:ext cx="36512" cy="560388"/>
            </a:xfrm>
            <a:prstGeom prst="rect">
              <a:avLst/>
            </a:prstGeom>
            <a:solidFill>
              <a:srgbClr val="538C9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0" name="Freeform 9"/>
            <p:cNvSpPr>
              <a:spLocks/>
            </p:cNvSpPr>
            <p:nvPr/>
          </p:nvSpPr>
          <p:spPr bwMode="auto">
            <a:xfrm>
              <a:off x="10250488" y="4178301"/>
              <a:ext cx="149225" cy="141288"/>
            </a:xfrm>
            <a:custGeom>
              <a:avLst/>
              <a:gdLst>
                <a:gd name="T0" fmla="*/ 15 w 24"/>
                <a:gd name="T1" fmla="*/ 5 h 23"/>
                <a:gd name="T2" fmla="*/ 6 w 24"/>
                <a:gd name="T3" fmla="*/ 14 h 23"/>
                <a:gd name="T4" fmla="*/ 6 w 24"/>
                <a:gd name="T5" fmla="*/ 23 h 23"/>
                <a:gd name="T6" fmla="*/ 24 w 24"/>
                <a:gd name="T7" fmla="*/ 5 h 23"/>
                <a:gd name="T8" fmla="*/ 15 w 24"/>
                <a:gd name="T9" fmla="*/ 5 h 23"/>
              </a:gdLst>
              <a:ahLst/>
              <a:cxnLst>
                <a:cxn ang="0">
                  <a:pos x="T0" y="T1"/>
                </a:cxn>
                <a:cxn ang="0">
                  <a:pos x="T2" y="T3"/>
                </a:cxn>
                <a:cxn ang="0">
                  <a:pos x="T4" y="T5"/>
                </a:cxn>
                <a:cxn ang="0">
                  <a:pos x="T6" y="T7"/>
                </a:cxn>
                <a:cxn ang="0">
                  <a:pos x="T8" y="T9"/>
                </a:cxn>
              </a:cxnLst>
              <a:rect l="0" t="0" r="r" b="b"/>
              <a:pathLst>
                <a:path w="24" h="23">
                  <a:moveTo>
                    <a:pt x="15" y="5"/>
                  </a:moveTo>
                  <a:cubicBezTo>
                    <a:pt x="15" y="10"/>
                    <a:pt x="11" y="14"/>
                    <a:pt x="6" y="14"/>
                  </a:cubicBezTo>
                  <a:cubicBezTo>
                    <a:pt x="0" y="14"/>
                    <a:pt x="0" y="23"/>
                    <a:pt x="6" y="23"/>
                  </a:cubicBezTo>
                  <a:cubicBezTo>
                    <a:pt x="16" y="23"/>
                    <a:pt x="23" y="15"/>
                    <a:pt x="24" y="5"/>
                  </a:cubicBezTo>
                  <a:cubicBezTo>
                    <a:pt x="24" y="0"/>
                    <a:pt x="15" y="0"/>
                    <a:pt x="15" y="5"/>
                  </a:cubicBezTo>
                  <a:close/>
                </a:path>
              </a:pathLst>
            </a:custGeom>
            <a:solidFill>
              <a:srgbClr val="538C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1" name="Freeform 10"/>
            <p:cNvSpPr>
              <a:spLocks/>
            </p:cNvSpPr>
            <p:nvPr/>
          </p:nvSpPr>
          <p:spPr bwMode="auto">
            <a:xfrm>
              <a:off x="10344150" y="4178301"/>
              <a:ext cx="215900" cy="147638"/>
            </a:xfrm>
            <a:custGeom>
              <a:avLst/>
              <a:gdLst>
                <a:gd name="T0" fmla="*/ 26 w 35"/>
                <a:gd name="T1" fmla="*/ 5 h 24"/>
                <a:gd name="T2" fmla="*/ 9 w 35"/>
                <a:gd name="T3" fmla="*/ 5 h 24"/>
                <a:gd name="T4" fmla="*/ 0 w 35"/>
                <a:gd name="T5" fmla="*/ 5 h 24"/>
                <a:gd name="T6" fmla="*/ 18 w 35"/>
                <a:gd name="T7" fmla="*/ 23 h 24"/>
                <a:gd name="T8" fmla="*/ 35 w 35"/>
                <a:gd name="T9" fmla="*/ 5 h 24"/>
                <a:gd name="T10" fmla="*/ 26 w 35"/>
                <a:gd name="T11" fmla="*/ 5 h 24"/>
              </a:gdLst>
              <a:ahLst/>
              <a:cxnLst>
                <a:cxn ang="0">
                  <a:pos x="T0" y="T1"/>
                </a:cxn>
                <a:cxn ang="0">
                  <a:pos x="T2" y="T3"/>
                </a:cxn>
                <a:cxn ang="0">
                  <a:pos x="T4" y="T5"/>
                </a:cxn>
                <a:cxn ang="0">
                  <a:pos x="T6" y="T7"/>
                </a:cxn>
                <a:cxn ang="0">
                  <a:pos x="T8" y="T9"/>
                </a:cxn>
                <a:cxn ang="0">
                  <a:pos x="T10" y="T11"/>
                </a:cxn>
              </a:cxnLst>
              <a:rect l="0" t="0" r="r" b="b"/>
              <a:pathLst>
                <a:path w="35" h="24">
                  <a:moveTo>
                    <a:pt x="26" y="5"/>
                  </a:moveTo>
                  <a:cubicBezTo>
                    <a:pt x="26" y="17"/>
                    <a:pt x="9" y="17"/>
                    <a:pt x="9" y="5"/>
                  </a:cubicBezTo>
                  <a:cubicBezTo>
                    <a:pt x="8" y="0"/>
                    <a:pt x="0" y="0"/>
                    <a:pt x="0" y="5"/>
                  </a:cubicBezTo>
                  <a:cubicBezTo>
                    <a:pt x="0" y="15"/>
                    <a:pt x="8" y="23"/>
                    <a:pt x="18" y="23"/>
                  </a:cubicBezTo>
                  <a:cubicBezTo>
                    <a:pt x="27" y="24"/>
                    <a:pt x="35" y="15"/>
                    <a:pt x="35" y="5"/>
                  </a:cubicBezTo>
                  <a:cubicBezTo>
                    <a:pt x="35" y="0"/>
                    <a:pt x="27" y="0"/>
                    <a:pt x="26" y="5"/>
                  </a:cubicBezTo>
                  <a:close/>
                </a:path>
              </a:pathLst>
            </a:custGeom>
            <a:solidFill>
              <a:srgbClr val="538C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2" name="Freeform 11"/>
            <p:cNvSpPr>
              <a:spLocks/>
            </p:cNvSpPr>
            <p:nvPr/>
          </p:nvSpPr>
          <p:spPr bwMode="auto">
            <a:xfrm>
              <a:off x="10504488" y="4178301"/>
              <a:ext cx="147637" cy="141288"/>
            </a:xfrm>
            <a:custGeom>
              <a:avLst/>
              <a:gdLst>
                <a:gd name="T0" fmla="*/ 18 w 24"/>
                <a:gd name="T1" fmla="*/ 14 h 23"/>
                <a:gd name="T2" fmla="*/ 9 w 24"/>
                <a:gd name="T3" fmla="*/ 5 h 23"/>
                <a:gd name="T4" fmla="*/ 0 w 24"/>
                <a:gd name="T5" fmla="*/ 5 h 23"/>
                <a:gd name="T6" fmla="*/ 18 w 24"/>
                <a:gd name="T7" fmla="*/ 23 h 23"/>
                <a:gd name="T8" fmla="*/ 18 w 24"/>
                <a:gd name="T9" fmla="*/ 14 h 23"/>
              </a:gdLst>
              <a:ahLst/>
              <a:cxnLst>
                <a:cxn ang="0">
                  <a:pos x="T0" y="T1"/>
                </a:cxn>
                <a:cxn ang="0">
                  <a:pos x="T2" y="T3"/>
                </a:cxn>
                <a:cxn ang="0">
                  <a:pos x="T4" y="T5"/>
                </a:cxn>
                <a:cxn ang="0">
                  <a:pos x="T6" y="T7"/>
                </a:cxn>
                <a:cxn ang="0">
                  <a:pos x="T8" y="T9"/>
                </a:cxn>
              </a:cxnLst>
              <a:rect l="0" t="0" r="r" b="b"/>
              <a:pathLst>
                <a:path w="24" h="23">
                  <a:moveTo>
                    <a:pt x="18" y="14"/>
                  </a:moveTo>
                  <a:cubicBezTo>
                    <a:pt x="13" y="14"/>
                    <a:pt x="9" y="10"/>
                    <a:pt x="9" y="5"/>
                  </a:cubicBezTo>
                  <a:cubicBezTo>
                    <a:pt x="9" y="0"/>
                    <a:pt x="0" y="0"/>
                    <a:pt x="0" y="5"/>
                  </a:cubicBezTo>
                  <a:cubicBezTo>
                    <a:pt x="1" y="15"/>
                    <a:pt x="8" y="23"/>
                    <a:pt x="18" y="23"/>
                  </a:cubicBezTo>
                  <a:cubicBezTo>
                    <a:pt x="24" y="23"/>
                    <a:pt x="24" y="14"/>
                    <a:pt x="18" y="14"/>
                  </a:cubicBezTo>
                  <a:close/>
                </a:path>
              </a:pathLst>
            </a:custGeom>
            <a:solidFill>
              <a:srgbClr val="538C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3" name="Freeform 12"/>
            <p:cNvSpPr>
              <a:spLocks/>
            </p:cNvSpPr>
            <p:nvPr/>
          </p:nvSpPr>
          <p:spPr bwMode="auto">
            <a:xfrm>
              <a:off x="10479088" y="3427413"/>
              <a:ext cx="130175" cy="98425"/>
            </a:xfrm>
            <a:custGeom>
              <a:avLst/>
              <a:gdLst>
                <a:gd name="T0" fmla="*/ 0 w 82"/>
                <a:gd name="T1" fmla="*/ 0 h 62"/>
                <a:gd name="T2" fmla="*/ 82 w 82"/>
                <a:gd name="T3" fmla="*/ 31 h 62"/>
                <a:gd name="T4" fmla="*/ 0 w 82"/>
                <a:gd name="T5" fmla="*/ 62 h 62"/>
                <a:gd name="T6" fmla="*/ 0 w 82"/>
                <a:gd name="T7" fmla="*/ 0 h 62"/>
              </a:gdLst>
              <a:ahLst/>
              <a:cxnLst>
                <a:cxn ang="0">
                  <a:pos x="T0" y="T1"/>
                </a:cxn>
                <a:cxn ang="0">
                  <a:pos x="T2" y="T3"/>
                </a:cxn>
                <a:cxn ang="0">
                  <a:pos x="T4" y="T5"/>
                </a:cxn>
                <a:cxn ang="0">
                  <a:pos x="T6" y="T7"/>
                </a:cxn>
              </a:cxnLst>
              <a:rect l="0" t="0" r="r" b="b"/>
              <a:pathLst>
                <a:path w="82" h="62">
                  <a:moveTo>
                    <a:pt x="0" y="0"/>
                  </a:moveTo>
                  <a:lnTo>
                    <a:pt x="82" y="31"/>
                  </a:lnTo>
                  <a:lnTo>
                    <a:pt x="0" y="62"/>
                  </a:lnTo>
                  <a:lnTo>
                    <a:pt x="0" y="0"/>
                  </a:lnTo>
                  <a:close/>
                </a:path>
              </a:pathLst>
            </a:custGeom>
            <a:solidFill>
              <a:srgbClr val="427D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54" name="组合 153"/>
          <p:cNvGrpSpPr/>
          <p:nvPr/>
        </p:nvGrpSpPr>
        <p:grpSpPr>
          <a:xfrm>
            <a:off x="7233950" y="4136171"/>
            <a:ext cx="610740" cy="614876"/>
            <a:chOff x="10121900" y="1050926"/>
            <a:chExt cx="703262" cy="708025"/>
          </a:xfrm>
        </p:grpSpPr>
        <p:sp>
          <p:nvSpPr>
            <p:cNvPr id="165" name="Freeform 44"/>
            <p:cNvSpPr>
              <a:spLocks/>
            </p:cNvSpPr>
            <p:nvPr/>
          </p:nvSpPr>
          <p:spPr bwMode="auto">
            <a:xfrm>
              <a:off x="10331450" y="1068388"/>
              <a:ext cx="493712" cy="690563"/>
            </a:xfrm>
            <a:custGeom>
              <a:avLst/>
              <a:gdLst>
                <a:gd name="T0" fmla="*/ 60 w 80"/>
                <a:gd name="T1" fmla="*/ 27 h 112"/>
                <a:gd name="T2" fmla="*/ 63 w 80"/>
                <a:gd name="T3" fmla="*/ 43 h 112"/>
                <a:gd name="T4" fmla="*/ 66 w 80"/>
                <a:gd name="T5" fmla="*/ 39 h 112"/>
                <a:gd name="T6" fmla="*/ 72 w 80"/>
                <a:gd name="T7" fmla="*/ 44 h 112"/>
                <a:gd name="T8" fmla="*/ 64 w 80"/>
                <a:gd name="T9" fmla="*/ 52 h 112"/>
                <a:gd name="T10" fmla="*/ 66 w 80"/>
                <a:gd name="T11" fmla="*/ 65 h 112"/>
                <a:gd name="T12" fmla="*/ 70 w 80"/>
                <a:gd name="T13" fmla="*/ 61 h 112"/>
                <a:gd name="T14" fmla="*/ 75 w 80"/>
                <a:gd name="T15" fmla="*/ 66 h 112"/>
                <a:gd name="T16" fmla="*/ 68 w 80"/>
                <a:gd name="T17" fmla="*/ 74 h 112"/>
                <a:gd name="T18" fmla="*/ 73 w 80"/>
                <a:gd name="T19" fmla="*/ 108 h 112"/>
                <a:gd name="T20" fmla="*/ 70 w 80"/>
                <a:gd name="T21" fmla="*/ 112 h 112"/>
                <a:gd name="T22" fmla="*/ 38 w 80"/>
                <a:gd name="T23" fmla="*/ 51 h 112"/>
                <a:gd name="T24" fmla="*/ 11 w 80"/>
                <a:gd name="T25" fmla="*/ 80 h 112"/>
                <a:gd name="T26" fmla="*/ 17 w 80"/>
                <a:gd name="T27" fmla="*/ 104 h 112"/>
                <a:gd name="T28" fmla="*/ 12 w 80"/>
                <a:gd name="T29" fmla="*/ 110 h 112"/>
                <a:gd name="T30" fmla="*/ 0 w 80"/>
                <a:gd name="T31" fmla="*/ 86 h 112"/>
                <a:gd name="T32" fmla="*/ 45 w 80"/>
                <a:gd name="T33" fmla="*/ 30 h 112"/>
                <a:gd name="T34" fmla="*/ 76 w 80"/>
                <a:gd name="T35" fmla="*/ 0 h 112"/>
                <a:gd name="T36" fmla="*/ 60 w 80"/>
                <a:gd name="T37" fmla="*/ 2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0" h="112">
                  <a:moveTo>
                    <a:pt x="60" y="27"/>
                  </a:moveTo>
                  <a:cubicBezTo>
                    <a:pt x="63" y="43"/>
                    <a:pt x="63" y="43"/>
                    <a:pt x="63" y="43"/>
                  </a:cubicBezTo>
                  <a:cubicBezTo>
                    <a:pt x="66" y="39"/>
                    <a:pt x="66" y="39"/>
                    <a:pt x="66" y="39"/>
                  </a:cubicBezTo>
                  <a:cubicBezTo>
                    <a:pt x="72" y="44"/>
                    <a:pt x="72" y="44"/>
                    <a:pt x="72" y="44"/>
                  </a:cubicBezTo>
                  <a:cubicBezTo>
                    <a:pt x="64" y="52"/>
                    <a:pt x="64" y="52"/>
                    <a:pt x="64" y="52"/>
                  </a:cubicBezTo>
                  <a:cubicBezTo>
                    <a:pt x="66" y="65"/>
                    <a:pt x="66" y="65"/>
                    <a:pt x="66" y="65"/>
                  </a:cubicBezTo>
                  <a:cubicBezTo>
                    <a:pt x="70" y="61"/>
                    <a:pt x="70" y="61"/>
                    <a:pt x="70" y="61"/>
                  </a:cubicBezTo>
                  <a:cubicBezTo>
                    <a:pt x="75" y="66"/>
                    <a:pt x="75" y="66"/>
                    <a:pt x="75" y="66"/>
                  </a:cubicBezTo>
                  <a:cubicBezTo>
                    <a:pt x="68" y="74"/>
                    <a:pt x="68" y="74"/>
                    <a:pt x="68" y="74"/>
                  </a:cubicBezTo>
                  <a:cubicBezTo>
                    <a:pt x="73" y="108"/>
                    <a:pt x="73" y="108"/>
                    <a:pt x="73" y="108"/>
                  </a:cubicBezTo>
                  <a:cubicBezTo>
                    <a:pt x="70" y="112"/>
                    <a:pt x="70" y="112"/>
                    <a:pt x="70" y="112"/>
                  </a:cubicBezTo>
                  <a:cubicBezTo>
                    <a:pt x="38" y="51"/>
                    <a:pt x="38" y="51"/>
                    <a:pt x="38" y="51"/>
                  </a:cubicBezTo>
                  <a:cubicBezTo>
                    <a:pt x="11" y="80"/>
                    <a:pt x="11" y="80"/>
                    <a:pt x="11" y="80"/>
                  </a:cubicBezTo>
                  <a:cubicBezTo>
                    <a:pt x="17" y="104"/>
                    <a:pt x="17" y="104"/>
                    <a:pt x="17" y="104"/>
                  </a:cubicBezTo>
                  <a:cubicBezTo>
                    <a:pt x="12" y="110"/>
                    <a:pt x="12" y="110"/>
                    <a:pt x="12" y="110"/>
                  </a:cubicBezTo>
                  <a:cubicBezTo>
                    <a:pt x="0" y="86"/>
                    <a:pt x="0" y="86"/>
                    <a:pt x="0" y="86"/>
                  </a:cubicBezTo>
                  <a:cubicBezTo>
                    <a:pt x="45" y="30"/>
                    <a:pt x="45" y="30"/>
                    <a:pt x="45" y="30"/>
                  </a:cubicBezTo>
                  <a:cubicBezTo>
                    <a:pt x="76" y="0"/>
                    <a:pt x="76" y="0"/>
                    <a:pt x="76" y="0"/>
                  </a:cubicBezTo>
                  <a:cubicBezTo>
                    <a:pt x="76" y="0"/>
                    <a:pt x="80" y="5"/>
                    <a:pt x="60" y="27"/>
                  </a:cubicBezTo>
                  <a:close/>
                </a:path>
              </a:pathLst>
            </a:custGeom>
            <a:solidFill>
              <a:srgbClr val="427D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6" name="Freeform 45"/>
            <p:cNvSpPr>
              <a:spLocks/>
            </p:cNvSpPr>
            <p:nvPr/>
          </p:nvSpPr>
          <p:spPr bwMode="auto">
            <a:xfrm>
              <a:off x="10121900" y="1050926"/>
              <a:ext cx="677862" cy="547688"/>
            </a:xfrm>
            <a:custGeom>
              <a:avLst/>
              <a:gdLst>
                <a:gd name="T0" fmla="*/ 85 w 110"/>
                <a:gd name="T1" fmla="*/ 22 h 89"/>
                <a:gd name="T2" fmla="*/ 69 w 110"/>
                <a:gd name="T3" fmla="*/ 22 h 89"/>
                <a:gd name="T4" fmla="*/ 73 w 110"/>
                <a:gd name="T5" fmla="*/ 18 h 89"/>
                <a:gd name="T6" fmla="*/ 67 w 110"/>
                <a:gd name="T7" fmla="*/ 13 h 89"/>
                <a:gd name="T8" fmla="*/ 60 w 110"/>
                <a:gd name="T9" fmla="*/ 22 h 89"/>
                <a:gd name="T10" fmla="*/ 47 w 110"/>
                <a:gd name="T11" fmla="*/ 21 h 89"/>
                <a:gd name="T12" fmla="*/ 50 w 110"/>
                <a:gd name="T13" fmla="*/ 17 h 89"/>
                <a:gd name="T14" fmla="*/ 45 w 110"/>
                <a:gd name="T15" fmla="*/ 13 h 89"/>
                <a:gd name="T16" fmla="*/ 38 w 110"/>
                <a:gd name="T17" fmla="*/ 21 h 89"/>
                <a:gd name="T18" fmla="*/ 4 w 110"/>
                <a:gd name="T19" fmla="*/ 20 h 89"/>
                <a:gd name="T20" fmla="*/ 0 w 110"/>
                <a:gd name="T21" fmla="*/ 24 h 89"/>
                <a:gd name="T22" fmla="*/ 64 w 110"/>
                <a:gd name="T23" fmla="*/ 47 h 89"/>
                <a:gd name="T24" fmla="*/ 39 w 110"/>
                <a:gd name="T25" fmla="*/ 78 h 89"/>
                <a:gd name="T26" fmla="*/ 15 w 110"/>
                <a:gd name="T27" fmla="*/ 75 h 89"/>
                <a:gd name="T28" fmla="*/ 10 w 110"/>
                <a:gd name="T29" fmla="*/ 81 h 89"/>
                <a:gd name="T30" fmla="*/ 34 w 110"/>
                <a:gd name="T31" fmla="*/ 89 h 89"/>
                <a:gd name="T32" fmla="*/ 110 w 110"/>
                <a:gd name="T33" fmla="*/ 3 h 89"/>
                <a:gd name="T34" fmla="*/ 85 w 110"/>
                <a:gd name="T35" fmla="*/ 22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0" h="89">
                  <a:moveTo>
                    <a:pt x="85" y="22"/>
                  </a:moveTo>
                  <a:cubicBezTo>
                    <a:pt x="69" y="22"/>
                    <a:pt x="69" y="22"/>
                    <a:pt x="69" y="22"/>
                  </a:cubicBezTo>
                  <a:cubicBezTo>
                    <a:pt x="73" y="18"/>
                    <a:pt x="73" y="18"/>
                    <a:pt x="73" y="18"/>
                  </a:cubicBezTo>
                  <a:cubicBezTo>
                    <a:pt x="67" y="13"/>
                    <a:pt x="67" y="13"/>
                    <a:pt x="67" y="13"/>
                  </a:cubicBezTo>
                  <a:cubicBezTo>
                    <a:pt x="60" y="22"/>
                    <a:pt x="60" y="22"/>
                    <a:pt x="60" y="22"/>
                  </a:cubicBezTo>
                  <a:cubicBezTo>
                    <a:pt x="47" y="21"/>
                    <a:pt x="47" y="21"/>
                    <a:pt x="47" y="21"/>
                  </a:cubicBezTo>
                  <a:cubicBezTo>
                    <a:pt x="50" y="17"/>
                    <a:pt x="50" y="17"/>
                    <a:pt x="50" y="17"/>
                  </a:cubicBezTo>
                  <a:cubicBezTo>
                    <a:pt x="45" y="13"/>
                    <a:pt x="45" y="13"/>
                    <a:pt x="45" y="13"/>
                  </a:cubicBezTo>
                  <a:cubicBezTo>
                    <a:pt x="38" y="21"/>
                    <a:pt x="38" y="21"/>
                    <a:pt x="38" y="21"/>
                  </a:cubicBezTo>
                  <a:cubicBezTo>
                    <a:pt x="4" y="20"/>
                    <a:pt x="4" y="20"/>
                    <a:pt x="4" y="20"/>
                  </a:cubicBezTo>
                  <a:cubicBezTo>
                    <a:pt x="0" y="24"/>
                    <a:pt x="0" y="24"/>
                    <a:pt x="0" y="24"/>
                  </a:cubicBezTo>
                  <a:cubicBezTo>
                    <a:pt x="64" y="47"/>
                    <a:pt x="64" y="47"/>
                    <a:pt x="64" y="47"/>
                  </a:cubicBezTo>
                  <a:cubicBezTo>
                    <a:pt x="39" y="78"/>
                    <a:pt x="39" y="78"/>
                    <a:pt x="39" y="78"/>
                  </a:cubicBezTo>
                  <a:cubicBezTo>
                    <a:pt x="15" y="75"/>
                    <a:pt x="15" y="75"/>
                    <a:pt x="15" y="75"/>
                  </a:cubicBezTo>
                  <a:cubicBezTo>
                    <a:pt x="10" y="81"/>
                    <a:pt x="10" y="81"/>
                    <a:pt x="10" y="81"/>
                  </a:cubicBezTo>
                  <a:cubicBezTo>
                    <a:pt x="34" y="89"/>
                    <a:pt x="34" y="89"/>
                    <a:pt x="34" y="89"/>
                  </a:cubicBezTo>
                  <a:cubicBezTo>
                    <a:pt x="110" y="3"/>
                    <a:pt x="110" y="3"/>
                    <a:pt x="110" y="3"/>
                  </a:cubicBezTo>
                  <a:cubicBezTo>
                    <a:pt x="110" y="3"/>
                    <a:pt x="105" y="0"/>
                    <a:pt x="85" y="22"/>
                  </a:cubicBezTo>
                  <a:close/>
                </a:path>
              </a:pathLst>
            </a:custGeom>
            <a:solidFill>
              <a:srgbClr val="538C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53" name="组合 152"/>
          <p:cNvGrpSpPr/>
          <p:nvPr/>
        </p:nvGrpSpPr>
        <p:grpSpPr>
          <a:xfrm>
            <a:off x="1272536" y="4189439"/>
            <a:ext cx="811553" cy="369096"/>
            <a:chOff x="8478838" y="1247776"/>
            <a:chExt cx="1123950" cy="511175"/>
          </a:xfrm>
        </p:grpSpPr>
        <p:sp>
          <p:nvSpPr>
            <p:cNvPr id="167" name="Freeform 24"/>
            <p:cNvSpPr>
              <a:spLocks/>
            </p:cNvSpPr>
            <p:nvPr/>
          </p:nvSpPr>
          <p:spPr bwMode="auto">
            <a:xfrm>
              <a:off x="8478838" y="1408113"/>
              <a:ext cx="1123950" cy="269875"/>
            </a:xfrm>
            <a:custGeom>
              <a:avLst/>
              <a:gdLst>
                <a:gd name="T0" fmla="*/ 0 w 182"/>
                <a:gd name="T1" fmla="*/ 3 h 44"/>
                <a:gd name="T2" fmla="*/ 1 w 182"/>
                <a:gd name="T3" fmla="*/ 3 h 44"/>
                <a:gd name="T4" fmla="*/ 153 w 182"/>
                <a:gd name="T5" fmla="*/ 3 h 44"/>
                <a:gd name="T6" fmla="*/ 182 w 182"/>
                <a:gd name="T7" fmla="*/ 41 h 44"/>
                <a:gd name="T8" fmla="*/ 182 w 182"/>
                <a:gd name="T9" fmla="*/ 41 h 44"/>
                <a:gd name="T10" fmla="*/ 182 w 182"/>
                <a:gd name="T11" fmla="*/ 41 h 44"/>
                <a:gd name="T12" fmla="*/ 170 w 182"/>
                <a:gd name="T13" fmla="*/ 41 h 44"/>
                <a:gd name="T14" fmla="*/ 150 w 182"/>
                <a:gd name="T15" fmla="*/ 22 h 44"/>
                <a:gd name="T16" fmla="*/ 130 w 182"/>
                <a:gd name="T17" fmla="*/ 41 h 44"/>
                <a:gd name="T18" fmla="*/ 65 w 182"/>
                <a:gd name="T19" fmla="*/ 41 h 44"/>
                <a:gd name="T20" fmla="*/ 45 w 182"/>
                <a:gd name="T21" fmla="*/ 22 h 44"/>
                <a:gd name="T22" fmla="*/ 26 w 182"/>
                <a:gd name="T23" fmla="*/ 41 h 44"/>
                <a:gd name="T24" fmla="*/ 22 w 182"/>
                <a:gd name="T25" fmla="*/ 41 h 44"/>
                <a:gd name="T26" fmla="*/ 0 w 182"/>
                <a:gd name="T27" fmla="*/ 3 h 44"/>
                <a:gd name="T28" fmla="*/ 0 w 182"/>
                <a:gd name="T29" fmla="*/ 3 h 44"/>
                <a:gd name="T30" fmla="*/ 0 w 182"/>
                <a:gd name="T31"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2" h="44">
                  <a:moveTo>
                    <a:pt x="0" y="3"/>
                  </a:moveTo>
                  <a:cubicBezTo>
                    <a:pt x="1" y="3"/>
                    <a:pt x="1" y="3"/>
                    <a:pt x="1" y="3"/>
                  </a:cubicBezTo>
                  <a:cubicBezTo>
                    <a:pt x="153" y="3"/>
                    <a:pt x="153" y="3"/>
                    <a:pt x="153" y="3"/>
                  </a:cubicBezTo>
                  <a:cubicBezTo>
                    <a:pt x="153" y="3"/>
                    <a:pt x="182" y="0"/>
                    <a:pt x="182" y="41"/>
                  </a:cubicBezTo>
                  <a:cubicBezTo>
                    <a:pt x="182" y="41"/>
                    <a:pt x="182" y="41"/>
                    <a:pt x="182" y="41"/>
                  </a:cubicBezTo>
                  <a:cubicBezTo>
                    <a:pt x="182" y="41"/>
                    <a:pt x="182" y="41"/>
                    <a:pt x="182" y="41"/>
                  </a:cubicBezTo>
                  <a:cubicBezTo>
                    <a:pt x="170" y="41"/>
                    <a:pt x="170" y="41"/>
                    <a:pt x="170" y="41"/>
                  </a:cubicBezTo>
                  <a:cubicBezTo>
                    <a:pt x="170" y="30"/>
                    <a:pt x="161" y="22"/>
                    <a:pt x="150" y="22"/>
                  </a:cubicBezTo>
                  <a:cubicBezTo>
                    <a:pt x="139" y="22"/>
                    <a:pt x="131" y="30"/>
                    <a:pt x="130" y="41"/>
                  </a:cubicBezTo>
                  <a:cubicBezTo>
                    <a:pt x="65" y="41"/>
                    <a:pt x="65" y="41"/>
                    <a:pt x="65" y="41"/>
                  </a:cubicBezTo>
                  <a:cubicBezTo>
                    <a:pt x="65" y="30"/>
                    <a:pt x="56" y="22"/>
                    <a:pt x="45" y="22"/>
                  </a:cubicBezTo>
                  <a:cubicBezTo>
                    <a:pt x="35" y="22"/>
                    <a:pt x="26" y="30"/>
                    <a:pt x="26" y="41"/>
                  </a:cubicBezTo>
                  <a:cubicBezTo>
                    <a:pt x="22" y="41"/>
                    <a:pt x="22" y="41"/>
                    <a:pt x="22" y="41"/>
                  </a:cubicBezTo>
                  <a:cubicBezTo>
                    <a:pt x="22" y="41"/>
                    <a:pt x="0" y="44"/>
                    <a:pt x="0" y="3"/>
                  </a:cubicBezTo>
                  <a:cubicBezTo>
                    <a:pt x="0" y="3"/>
                    <a:pt x="0" y="3"/>
                    <a:pt x="0" y="3"/>
                  </a:cubicBezTo>
                  <a:cubicBezTo>
                    <a:pt x="0" y="3"/>
                    <a:pt x="0" y="3"/>
                    <a:pt x="0" y="3"/>
                  </a:cubicBezTo>
                  <a:close/>
                </a:path>
              </a:pathLst>
            </a:custGeom>
            <a:solidFill>
              <a:srgbClr val="538C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 name="Freeform 25"/>
            <p:cNvSpPr>
              <a:spLocks/>
            </p:cNvSpPr>
            <p:nvPr/>
          </p:nvSpPr>
          <p:spPr bwMode="auto">
            <a:xfrm>
              <a:off x="8651875" y="1284288"/>
              <a:ext cx="666750" cy="173038"/>
            </a:xfrm>
            <a:custGeom>
              <a:avLst/>
              <a:gdLst>
                <a:gd name="T0" fmla="*/ 27 w 108"/>
                <a:gd name="T1" fmla="*/ 2 h 28"/>
                <a:gd name="T2" fmla="*/ 30 w 108"/>
                <a:gd name="T3" fmla="*/ 0 h 28"/>
                <a:gd name="T4" fmla="*/ 78 w 108"/>
                <a:gd name="T5" fmla="*/ 0 h 28"/>
                <a:gd name="T6" fmla="*/ 98 w 108"/>
                <a:gd name="T7" fmla="*/ 12 h 28"/>
                <a:gd name="T8" fmla="*/ 108 w 108"/>
                <a:gd name="T9" fmla="*/ 22 h 28"/>
                <a:gd name="T10" fmla="*/ 108 w 108"/>
                <a:gd name="T11" fmla="*/ 28 h 28"/>
                <a:gd name="T12" fmla="*/ 0 w 108"/>
                <a:gd name="T13" fmla="*/ 28 h 28"/>
                <a:gd name="T14" fmla="*/ 0 w 108"/>
                <a:gd name="T15" fmla="*/ 19 h 28"/>
                <a:gd name="T16" fmla="*/ 27 w 108"/>
                <a:gd name="T17" fmla="*/ 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28">
                  <a:moveTo>
                    <a:pt x="27" y="2"/>
                  </a:moveTo>
                  <a:cubicBezTo>
                    <a:pt x="28" y="2"/>
                    <a:pt x="29" y="1"/>
                    <a:pt x="30" y="0"/>
                  </a:cubicBezTo>
                  <a:cubicBezTo>
                    <a:pt x="78" y="0"/>
                    <a:pt x="78" y="0"/>
                    <a:pt x="78" y="0"/>
                  </a:cubicBezTo>
                  <a:cubicBezTo>
                    <a:pt x="85" y="3"/>
                    <a:pt x="92" y="6"/>
                    <a:pt x="98" y="12"/>
                  </a:cubicBezTo>
                  <a:cubicBezTo>
                    <a:pt x="101" y="15"/>
                    <a:pt x="104" y="19"/>
                    <a:pt x="108" y="22"/>
                  </a:cubicBezTo>
                  <a:cubicBezTo>
                    <a:pt x="108" y="28"/>
                    <a:pt x="108" y="28"/>
                    <a:pt x="108" y="28"/>
                  </a:cubicBezTo>
                  <a:cubicBezTo>
                    <a:pt x="0" y="28"/>
                    <a:pt x="0" y="28"/>
                    <a:pt x="0" y="28"/>
                  </a:cubicBezTo>
                  <a:cubicBezTo>
                    <a:pt x="0" y="19"/>
                    <a:pt x="0" y="19"/>
                    <a:pt x="0" y="19"/>
                  </a:cubicBezTo>
                  <a:cubicBezTo>
                    <a:pt x="8" y="12"/>
                    <a:pt x="18" y="8"/>
                    <a:pt x="27" y="2"/>
                  </a:cubicBezTo>
                  <a:close/>
                </a:path>
              </a:pathLst>
            </a:custGeom>
            <a:solidFill>
              <a:srgbClr val="F0ED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 name="Freeform 26"/>
            <p:cNvSpPr>
              <a:spLocks noEditPoints="1"/>
            </p:cNvSpPr>
            <p:nvPr/>
          </p:nvSpPr>
          <p:spPr bwMode="auto">
            <a:xfrm>
              <a:off x="8553450" y="1247776"/>
              <a:ext cx="833437" cy="227013"/>
            </a:xfrm>
            <a:custGeom>
              <a:avLst/>
              <a:gdLst>
                <a:gd name="T0" fmla="*/ 6 w 135"/>
                <a:gd name="T1" fmla="*/ 29 h 37"/>
                <a:gd name="T2" fmla="*/ 57 w 135"/>
                <a:gd name="T3" fmla="*/ 1 h 37"/>
                <a:gd name="T4" fmla="*/ 68 w 135"/>
                <a:gd name="T5" fmla="*/ 0 h 37"/>
                <a:gd name="T6" fmla="*/ 78 w 135"/>
                <a:gd name="T7" fmla="*/ 1 h 37"/>
                <a:gd name="T8" fmla="*/ 129 w 135"/>
                <a:gd name="T9" fmla="*/ 29 h 37"/>
                <a:gd name="T10" fmla="*/ 135 w 135"/>
                <a:gd name="T11" fmla="*/ 37 h 37"/>
                <a:gd name="T12" fmla="*/ 0 w 135"/>
                <a:gd name="T13" fmla="*/ 37 h 37"/>
                <a:gd name="T14" fmla="*/ 6 w 135"/>
                <a:gd name="T15" fmla="*/ 29 h 37"/>
                <a:gd name="T16" fmla="*/ 77 w 135"/>
                <a:gd name="T17" fmla="*/ 10 h 37"/>
                <a:gd name="T18" fmla="*/ 68 w 135"/>
                <a:gd name="T19" fmla="*/ 9 h 37"/>
                <a:gd name="T20" fmla="*/ 58 w 135"/>
                <a:gd name="T21" fmla="*/ 10 h 37"/>
                <a:gd name="T22" fmla="*/ 20 w 135"/>
                <a:gd name="T23" fmla="*/ 28 h 37"/>
                <a:gd name="T24" fmla="*/ 115 w 135"/>
                <a:gd name="T25" fmla="*/ 28 h 37"/>
                <a:gd name="T26" fmla="*/ 77 w 135"/>
                <a:gd name="T27" fmla="*/ 1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5" h="37">
                  <a:moveTo>
                    <a:pt x="6" y="29"/>
                  </a:moveTo>
                  <a:cubicBezTo>
                    <a:pt x="21" y="10"/>
                    <a:pt x="42" y="3"/>
                    <a:pt x="57" y="1"/>
                  </a:cubicBezTo>
                  <a:cubicBezTo>
                    <a:pt x="58" y="1"/>
                    <a:pt x="65" y="0"/>
                    <a:pt x="68" y="0"/>
                  </a:cubicBezTo>
                  <a:cubicBezTo>
                    <a:pt x="71" y="0"/>
                    <a:pt x="77" y="1"/>
                    <a:pt x="78" y="1"/>
                  </a:cubicBezTo>
                  <a:cubicBezTo>
                    <a:pt x="93" y="3"/>
                    <a:pt x="114" y="10"/>
                    <a:pt x="129" y="29"/>
                  </a:cubicBezTo>
                  <a:cubicBezTo>
                    <a:pt x="135" y="37"/>
                    <a:pt x="135" y="37"/>
                    <a:pt x="135" y="37"/>
                  </a:cubicBezTo>
                  <a:cubicBezTo>
                    <a:pt x="0" y="37"/>
                    <a:pt x="0" y="37"/>
                    <a:pt x="0" y="37"/>
                  </a:cubicBezTo>
                  <a:lnTo>
                    <a:pt x="6" y="29"/>
                  </a:lnTo>
                  <a:close/>
                  <a:moveTo>
                    <a:pt x="77" y="10"/>
                  </a:moveTo>
                  <a:cubicBezTo>
                    <a:pt x="75" y="10"/>
                    <a:pt x="70" y="9"/>
                    <a:pt x="68" y="9"/>
                  </a:cubicBezTo>
                  <a:cubicBezTo>
                    <a:pt x="66" y="9"/>
                    <a:pt x="60" y="10"/>
                    <a:pt x="58" y="10"/>
                  </a:cubicBezTo>
                  <a:cubicBezTo>
                    <a:pt x="47" y="12"/>
                    <a:pt x="32" y="16"/>
                    <a:pt x="20" y="28"/>
                  </a:cubicBezTo>
                  <a:cubicBezTo>
                    <a:pt x="115" y="28"/>
                    <a:pt x="115" y="28"/>
                    <a:pt x="115" y="28"/>
                  </a:cubicBezTo>
                  <a:cubicBezTo>
                    <a:pt x="103" y="16"/>
                    <a:pt x="88" y="12"/>
                    <a:pt x="77" y="10"/>
                  </a:cubicBezTo>
                  <a:close/>
                </a:path>
              </a:pathLst>
            </a:custGeom>
            <a:solidFill>
              <a:srgbClr val="538C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 name="Rectangle 27"/>
            <p:cNvSpPr>
              <a:spLocks noChangeArrowheads="1"/>
            </p:cNvSpPr>
            <p:nvPr/>
          </p:nvSpPr>
          <p:spPr bwMode="auto">
            <a:xfrm>
              <a:off x="8953500" y="1265238"/>
              <a:ext cx="38100" cy="185738"/>
            </a:xfrm>
            <a:prstGeom prst="rect">
              <a:avLst/>
            </a:prstGeom>
            <a:solidFill>
              <a:srgbClr val="538C9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1" name="Freeform 28"/>
            <p:cNvSpPr>
              <a:spLocks/>
            </p:cNvSpPr>
            <p:nvPr/>
          </p:nvSpPr>
          <p:spPr bwMode="auto">
            <a:xfrm>
              <a:off x="9521825" y="1536701"/>
              <a:ext cx="80962" cy="61913"/>
            </a:xfrm>
            <a:custGeom>
              <a:avLst/>
              <a:gdLst>
                <a:gd name="T0" fmla="*/ 5 w 13"/>
                <a:gd name="T1" fmla="*/ 10 h 10"/>
                <a:gd name="T2" fmla="*/ 0 w 13"/>
                <a:gd name="T3" fmla="*/ 5 h 10"/>
                <a:gd name="T4" fmla="*/ 5 w 13"/>
                <a:gd name="T5" fmla="*/ 0 h 10"/>
                <a:gd name="T6" fmla="*/ 10 w 13"/>
                <a:gd name="T7" fmla="*/ 0 h 10"/>
                <a:gd name="T8" fmla="*/ 13 w 13"/>
                <a:gd name="T9" fmla="*/ 10 h 10"/>
                <a:gd name="T10" fmla="*/ 5 w 13"/>
                <a:gd name="T11" fmla="*/ 10 h 10"/>
              </a:gdLst>
              <a:ahLst/>
              <a:cxnLst>
                <a:cxn ang="0">
                  <a:pos x="T0" y="T1"/>
                </a:cxn>
                <a:cxn ang="0">
                  <a:pos x="T2" y="T3"/>
                </a:cxn>
                <a:cxn ang="0">
                  <a:pos x="T4" y="T5"/>
                </a:cxn>
                <a:cxn ang="0">
                  <a:pos x="T6" y="T7"/>
                </a:cxn>
                <a:cxn ang="0">
                  <a:pos x="T8" y="T9"/>
                </a:cxn>
                <a:cxn ang="0">
                  <a:pos x="T10" y="T11"/>
                </a:cxn>
              </a:cxnLst>
              <a:rect l="0" t="0" r="r" b="b"/>
              <a:pathLst>
                <a:path w="13" h="10">
                  <a:moveTo>
                    <a:pt x="5" y="10"/>
                  </a:moveTo>
                  <a:cubicBezTo>
                    <a:pt x="3" y="10"/>
                    <a:pt x="0" y="8"/>
                    <a:pt x="0" y="5"/>
                  </a:cubicBezTo>
                  <a:cubicBezTo>
                    <a:pt x="0" y="2"/>
                    <a:pt x="3" y="0"/>
                    <a:pt x="5" y="0"/>
                  </a:cubicBezTo>
                  <a:cubicBezTo>
                    <a:pt x="6" y="0"/>
                    <a:pt x="8" y="0"/>
                    <a:pt x="10" y="0"/>
                  </a:cubicBezTo>
                  <a:cubicBezTo>
                    <a:pt x="11" y="3"/>
                    <a:pt x="12" y="6"/>
                    <a:pt x="13" y="10"/>
                  </a:cubicBezTo>
                  <a:cubicBezTo>
                    <a:pt x="11" y="10"/>
                    <a:pt x="6" y="10"/>
                    <a:pt x="5" y="10"/>
                  </a:cubicBezTo>
                  <a:close/>
                </a:path>
              </a:pathLst>
            </a:custGeom>
            <a:solidFill>
              <a:srgbClr val="538C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2" name="Oval 29"/>
            <p:cNvSpPr>
              <a:spLocks noChangeArrowheads="1"/>
            </p:cNvSpPr>
            <p:nvPr/>
          </p:nvSpPr>
          <p:spPr bwMode="auto">
            <a:xfrm>
              <a:off x="8664575" y="1566863"/>
              <a:ext cx="190500" cy="192088"/>
            </a:xfrm>
            <a:prstGeom prst="ellipse">
              <a:avLst/>
            </a:prstGeom>
            <a:solidFill>
              <a:srgbClr val="538C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3" name="Oval 30"/>
            <p:cNvSpPr>
              <a:spLocks noChangeArrowheads="1"/>
            </p:cNvSpPr>
            <p:nvPr/>
          </p:nvSpPr>
          <p:spPr bwMode="auto">
            <a:xfrm>
              <a:off x="9312275" y="1566863"/>
              <a:ext cx="185737" cy="192088"/>
            </a:xfrm>
            <a:prstGeom prst="ellipse">
              <a:avLst/>
            </a:prstGeom>
            <a:solidFill>
              <a:srgbClr val="538C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4" name="Freeform 31"/>
            <p:cNvSpPr>
              <a:spLocks/>
            </p:cNvSpPr>
            <p:nvPr/>
          </p:nvSpPr>
          <p:spPr bwMode="auto">
            <a:xfrm>
              <a:off x="9361488" y="1616076"/>
              <a:ext cx="93662" cy="93663"/>
            </a:xfrm>
            <a:custGeom>
              <a:avLst/>
              <a:gdLst>
                <a:gd name="T0" fmla="*/ 0 w 15"/>
                <a:gd name="T1" fmla="*/ 8 h 15"/>
                <a:gd name="T2" fmla="*/ 7 w 15"/>
                <a:gd name="T3" fmla="*/ 15 h 15"/>
                <a:gd name="T4" fmla="*/ 15 w 15"/>
                <a:gd name="T5" fmla="*/ 7 h 15"/>
                <a:gd name="T6" fmla="*/ 7 w 15"/>
                <a:gd name="T7" fmla="*/ 0 h 15"/>
                <a:gd name="T8" fmla="*/ 0 w 15"/>
                <a:gd name="T9" fmla="*/ 8 h 15"/>
              </a:gdLst>
              <a:ahLst/>
              <a:cxnLst>
                <a:cxn ang="0">
                  <a:pos x="T0" y="T1"/>
                </a:cxn>
                <a:cxn ang="0">
                  <a:pos x="T2" y="T3"/>
                </a:cxn>
                <a:cxn ang="0">
                  <a:pos x="T4" y="T5"/>
                </a:cxn>
                <a:cxn ang="0">
                  <a:pos x="T6" y="T7"/>
                </a:cxn>
                <a:cxn ang="0">
                  <a:pos x="T8" y="T9"/>
                </a:cxn>
              </a:cxnLst>
              <a:rect l="0" t="0" r="r" b="b"/>
              <a:pathLst>
                <a:path w="15" h="15">
                  <a:moveTo>
                    <a:pt x="0" y="8"/>
                  </a:moveTo>
                  <a:cubicBezTo>
                    <a:pt x="0" y="12"/>
                    <a:pt x="3" y="15"/>
                    <a:pt x="7" y="15"/>
                  </a:cubicBezTo>
                  <a:cubicBezTo>
                    <a:pt x="11" y="15"/>
                    <a:pt x="15" y="12"/>
                    <a:pt x="15" y="7"/>
                  </a:cubicBezTo>
                  <a:cubicBezTo>
                    <a:pt x="15" y="3"/>
                    <a:pt x="11" y="0"/>
                    <a:pt x="7" y="0"/>
                  </a:cubicBezTo>
                  <a:cubicBezTo>
                    <a:pt x="3" y="0"/>
                    <a:pt x="0" y="3"/>
                    <a:pt x="0" y="8"/>
                  </a:cubicBezTo>
                  <a:close/>
                </a:path>
              </a:pathLst>
            </a:custGeom>
            <a:solidFill>
              <a:srgbClr val="F0ED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5" name="Oval 32"/>
            <p:cNvSpPr>
              <a:spLocks noChangeArrowheads="1"/>
            </p:cNvSpPr>
            <p:nvPr/>
          </p:nvSpPr>
          <p:spPr bwMode="auto">
            <a:xfrm>
              <a:off x="8713788" y="1616076"/>
              <a:ext cx="92075" cy="93663"/>
            </a:xfrm>
            <a:prstGeom prst="ellipse">
              <a:avLst/>
            </a:prstGeom>
            <a:solidFill>
              <a:srgbClr val="F0ED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55" name="组合 154"/>
          <p:cNvGrpSpPr/>
          <p:nvPr/>
        </p:nvGrpSpPr>
        <p:grpSpPr>
          <a:xfrm>
            <a:off x="4271376" y="4147027"/>
            <a:ext cx="722144" cy="453919"/>
            <a:chOff x="8491538" y="3690938"/>
            <a:chExt cx="1000124" cy="628650"/>
          </a:xfrm>
        </p:grpSpPr>
        <p:sp>
          <p:nvSpPr>
            <p:cNvPr id="156" name="Freeform 57"/>
            <p:cNvSpPr>
              <a:spLocks noEditPoints="1"/>
            </p:cNvSpPr>
            <p:nvPr/>
          </p:nvSpPr>
          <p:spPr bwMode="auto">
            <a:xfrm>
              <a:off x="8491538" y="3925888"/>
              <a:ext cx="395287" cy="393700"/>
            </a:xfrm>
            <a:custGeom>
              <a:avLst/>
              <a:gdLst>
                <a:gd name="T0" fmla="*/ 32 w 64"/>
                <a:gd name="T1" fmla="*/ 0 h 64"/>
                <a:gd name="T2" fmla="*/ 0 w 64"/>
                <a:gd name="T3" fmla="*/ 32 h 64"/>
                <a:gd name="T4" fmla="*/ 33 w 64"/>
                <a:gd name="T5" fmla="*/ 64 h 64"/>
                <a:gd name="T6" fmla="*/ 64 w 64"/>
                <a:gd name="T7" fmla="*/ 32 h 64"/>
                <a:gd name="T8" fmla="*/ 32 w 64"/>
                <a:gd name="T9" fmla="*/ 0 h 64"/>
                <a:gd name="T10" fmla="*/ 33 w 64"/>
                <a:gd name="T11" fmla="*/ 56 h 64"/>
                <a:gd name="T12" fmla="*/ 9 w 64"/>
                <a:gd name="T13" fmla="*/ 32 h 64"/>
                <a:gd name="T14" fmla="*/ 32 w 64"/>
                <a:gd name="T15" fmla="*/ 9 h 64"/>
                <a:gd name="T16" fmla="*/ 56 w 64"/>
                <a:gd name="T17" fmla="*/ 33 h 64"/>
                <a:gd name="T18" fmla="*/ 33 w 64"/>
                <a:gd name="T19" fmla="*/ 56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0"/>
                  </a:moveTo>
                  <a:cubicBezTo>
                    <a:pt x="14" y="0"/>
                    <a:pt x="0" y="15"/>
                    <a:pt x="0" y="32"/>
                  </a:cubicBezTo>
                  <a:cubicBezTo>
                    <a:pt x="1" y="50"/>
                    <a:pt x="15" y="64"/>
                    <a:pt x="33" y="64"/>
                  </a:cubicBezTo>
                  <a:cubicBezTo>
                    <a:pt x="50" y="64"/>
                    <a:pt x="64" y="50"/>
                    <a:pt x="64" y="32"/>
                  </a:cubicBezTo>
                  <a:cubicBezTo>
                    <a:pt x="64" y="14"/>
                    <a:pt x="50" y="0"/>
                    <a:pt x="32" y="0"/>
                  </a:cubicBezTo>
                  <a:close/>
                  <a:moveTo>
                    <a:pt x="33" y="56"/>
                  </a:moveTo>
                  <a:cubicBezTo>
                    <a:pt x="20" y="56"/>
                    <a:pt x="9" y="45"/>
                    <a:pt x="9" y="32"/>
                  </a:cubicBezTo>
                  <a:cubicBezTo>
                    <a:pt x="8" y="19"/>
                    <a:pt x="19" y="9"/>
                    <a:pt x="32" y="9"/>
                  </a:cubicBezTo>
                  <a:cubicBezTo>
                    <a:pt x="45" y="9"/>
                    <a:pt x="56" y="20"/>
                    <a:pt x="56" y="33"/>
                  </a:cubicBezTo>
                  <a:cubicBezTo>
                    <a:pt x="56" y="45"/>
                    <a:pt x="46" y="56"/>
                    <a:pt x="33" y="56"/>
                  </a:cubicBezTo>
                  <a:close/>
                </a:path>
              </a:pathLst>
            </a:custGeom>
            <a:solidFill>
              <a:srgbClr val="427D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 name="Freeform 58"/>
            <p:cNvSpPr>
              <a:spLocks noEditPoints="1"/>
            </p:cNvSpPr>
            <p:nvPr/>
          </p:nvSpPr>
          <p:spPr bwMode="auto">
            <a:xfrm>
              <a:off x="9096375" y="3919538"/>
              <a:ext cx="395287" cy="400050"/>
            </a:xfrm>
            <a:custGeom>
              <a:avLst/>
              <a:gdLst>
                <a:gd name="T0" fmla="*/ 32 w 64"/>
                <a:gd name="T1" fmla="*/ 0 h 65"/>
                <a:gd name="T2" fmla="*/ 0 w 64"/>
                <a:gd name="T3" fmla="*/ 33 h 65"/>
                <a:gd name="T4" fmla="*/ 32 w 64"/>
                <a:gd name="T5" fmla="*/ 64 h 65"/>
                <a:gd name="T6" fmla="*/ 64 w 64"/>
                <a:gd name="T7" fmla="*/ 32 h 65"/>
                <a:gd name="T8" fmla="*/ 32 w 64"/>
                <a:gd name="T9" fmla="*/ 0 h 65"/>
                <a:gd name="T10" fmla="*/ 32 w 64"/>
                <a:gd name="T11" fmla="*/ 56 h 65"/>
                <a:gd name="T12" fmla="*/ 8 w 64"/>
                <a:gd name="T13" fmla="*/ 32 h 65"/>
                <a:gd name="T14" fmla="*/ 32 w 64"/>
                <a:gd name="T15" fmla="*/ 9 h 65"/>
                <a:gd name="T16" fmla="*/ 55 w 64"/>
                <a:gd name="T17" fmla="*/ 33 h 65"/>
                <a:gd name="T18" fmla="*/ 32 w 64"/>
                <a:gd name="T19" fmla="*/ 56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5">
                  <a:moveTo>
                    <a:pt x="32" y="0"/>
                  </a:moveTo>
                  <a:cubicBezTo>
                    <a:pt x="14" y="1"/>
                    <a:pt x="0" y="15"/>
                    <a:pt x="0" y="33"/>
                  </a:cubicBezTo>
                  <a:cubicBezTo>
                    <a:pt x="0" y="50"/>
                    <a:pt x="14" y="65"/>
                    <a:pt x="32" y="64"/>
                  </a:cubicBezTo>
                  <a:cubicBezTo>
                    <a:pt x="50" y="64"/>
                    <a:pt x="64" y="50"/>
                    <a:pt x="64" y="32"/>
                  </a:cubicBezTo>
                  <a:cubicBezTo>
                    <a:pt x="64" y="15"/>
                    <a:pt x="49" y="0"/>
                    <a:pt x="32" y="0"/>
                  </a:cubicBezTo>
                  <a:close/>
                  <a:moveTo>
                    <a:pt x="32" y="56"/>
                  </a:moveTo>
                  <a:cubicBezTo>
                    <a:pt x="19" y="56"/>
                    <a:pt x="8" y="46"/>
                    <a:pt x="8" y="32"/>
                  </a:cubicBezTo>
                  <a:cubicBezTo>
                    <a:pt x="8" y="19"/>
                    <a:pt x="19" y="9"/>
                    <a:pt x="32" y="9"/>
                  </a:cubicBezTo>
                  <a:cubicBezTo>
                    <a:pt x="44" y="10"/>
                    <a:pt x="55" y="20"/>
                    <a:pt x="55" y="33"/>
                  </a:cubicBezTo>
                  <a:cubicBezTo>
                    <a:pt x="56" y="46"/>
                    <a:pt x="45" y="56"/>
                    <a:pt x="32" y="56"/>
                  </a:cubicBezTo>
                  <a:close/>
                </a:path>
              </a:pathLst>
            </a:custGeom>
            <a:solidFill>
              <a:srgbClr val="427D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8" name="Freeform 59"/>
            <p:cNvSpPr>
              <a:spLocks/>
            </p:cNvSpPr>
            <p:nvPr/>
          </p:nvSpPr>
          <p:spPr bwMode="auto">
            <a:xfrm>
              <a:off x="9059863" y="3716338"/>
              <a:ext cx="239712" cy="393700"/>
            </a:xfrm>
            <a:custGeom>
              <a:avLst/>
              <a:gdLst>
                <a:gd name="T0" fmla="*/ 151 w 151"/>
                <a:gd name="T1" fmla="*/ 244 h 248"/>
                <a:gd name="T2" fmla="*/ 62 w 151"/>
                <a:gd name="T3" fmla="*/ 0 h 248"/>
                <a:gd name="T4" fmla="*/ 3 w 151"/>
                <a:gd name="T5" fmla="*/ 0 h 248"/>
                <a:gd name="T6" fmla="*/ 0 w 151"/>
                <a:gd name="T7" fmla="*/ 15 h 248"/>
                <a:gd name="T8" fmla="*/ 46 w 151"/>
                <a:gd name="T9" fmla="*/ 19 h 248"/>
                <a:gd name="T10" fmla="*/ 140 w 151"/>
                <a:gd name="T11" fmla="*/ 248 h 248"/>
                <a:gd name="T12" fmla="*/ 151 w 151"/>
                <a:gd name="T13" fmla="*/ 244 h 248"/>
              </a:gdLst>
              <a:ahLst/>
              <a:cxnLst>
                <a:cxn ang="0">
                  <a:pos x="T0" y="T1"/>
                </a:cxn>
                <a:cxn ang="0">
                  <a:pos x="T2" y="T3"/>
                </a:cxn>
                <a:cxn ang="0">
                  <a:pos x="T4" y="T5"/>
                </a:cxn>
                <a:cxn ang="0">
                  <a:pos x="T6" y="T7"/>
                </a:cxn>
                <a:cxn ang="0">
                  <a:pos x="T8" y="T9"/>
                </a:cxn>
                <a:cxn ang="0">
                  <a:pos x="T10" y="T11"/>
                </a:cxn>
                <a:cxn ang="0">
                  <a:pos x="T12" y="T13"/>
                </a:cxn>
              </a:cxnLst>
              <a:rect l="0" t="0" r="r" b="b"/>
              <a:pathLst>
                <a:path w="151" h="248">
                  <a:moveTo>
                    <a:pt x="151" y="244"/>
                  </a:moveTo>
                  <a:lnTo>
                    <a:pt x="62" y="0"/>
                  </a:lnTo>
                  <a:lnTo>
                    <a:pt x="3" y="0"/>
                  </a:lnTo>
                  <a:lnTo>
                    <a:pt x="0" y="15"/>
                  </a:lnTo>
                  <a:lnTo>
                    <a:pt x="46" y="19"/>
                  </a:lnTo>
                  <a:lnTo>
                    <a:pt x="140" y="248"/>
                  </a:lnTo>
                  <a:lnTo>
                    <a:pt x="151" y="244"/>
                  </a:lnTo>
                  <a:close/>
                </a:path>
              </a:pathLst>
            </a:custGeom>
            <a:solidFill>
              <a:srgbClr val="538C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9" name="Freeform 60"/>
            <p:cNvSpPr>
              <a:spLocks noEditPoints="1"/>
            </p:cNvSpPr>
            <p:nvPr/>
          </p:nvSpPr>
          <p:spPr bwMode="auto">
            <a:xfrm>
              <a:off x="8682038" y="3740151"/>
              <a:ext cx="512762" cy="461963"/>
            </a:xfrm>
            <a:custGeom>
              <a:avLst/>
              <a:gdLst>
                <a:gd name="T0" fmla="*/ 81 w 83"/>
                <a:gd name="T1" fmla="*/ 15 h 75"/>
                <a:gd name="T2" fmla="*/ 27 w 83"/>
                <a:gd name="T3" fmla="*/ 15 h 75"/>
                <a:gd name="T4" fmla="*/ 21 w 83"/>
                <a:gd name="T5" fmla="*/ 0 h 75"/>
                <a:gd name="T6" fmla="*/ 18 w 83"/>
                <a:gd name="T7" fmla="*/ 5 h 75"/>
                <a:gd name="T8" fmla="*/ 23 w 83"/>
                <a:gd name="T9" fmla="*/ 17 h 75"/>
                <a:gd name="T10" fmla="*/ 0 w 83"/>
                <a:gd name="T11" fmla="*/ 58 h 75"/>
                <a:gd name="T12" fmla="*/ 3 w 83"/>
                <a:gd name="T13" fmla="*/ 62 h 75"/>
                <a:gd name="T14" fmla="*/ 4 w 83"/>
                <a:gd name="T15" fmla="*/ 60 h 75"/>
                <a:gd name="T16" fmla="*/ 5 w 83"/>
                <a:gd name="T17" fmla="*/ 64 h 75"/>
                <a:gd name="T18" fmla="*/ 45 w 83"/>
                <a:gd name="T19" fmla="*/ 69 h 75"/>
                <a:gd name="T20" fmla="*/ 59 w 83"/>
                <a:gd name="T21" fmla="*/ 68 h 75"/>
                <a:gd name="T22" fmla="*/ 57 w 83"/>
                <a:gd name="T23" fmla="*/ 57 h 75"/>
                <a:gd name="T24" fmla="*/ 77 w 83"/>
                <a:gd name="T25" fmla="*/ 27 h 75"/>
                <a:gd name="T26" fmla="*/ 83 w 83"/>
                <a:gd name="T27" fmla="*/ 20 h 75"/>
                <a:gd name="T28" fmla="*/ 81 w 83"/>
                <a:gd name="T29" fmla="*/ 15 h 75"/>
                <a:gd name="T30" fmla="*/ 5 w 83"/>
                <a:gd name="T31" fmla="*/ 59 h 75"/>
                <a:gd name="T32" fmla="*/ 27 w 83"/>
                <a:gd name="T33" fmla="*/ 21 h 75"/>
                <a:gd name="T34" fmla="*/ 44 w 83"/>
                <a:gd name="T35" fmla="*/ 57 h 75"/>
                <a:gd name="T36" fmla="*/ 5 w 83"/>
                <a:gd name="T37" fmla="*/ 59 h 75"/>
                <a:gd name="T38" fmla="*/ 53 w 83"/>
                <a:gd name="T39" fmla="*/ 55 h 75"/>
                <a:gd name="T40" fmla="*/ 50 w 83"/>
                <a:gd name="T41" fmla="*/ 55 h 75"/>
                <a:gd name="T42" fmla="*/ 31 w 83"/>
                <a:gd name="T43" fmla="*/ 20 h 75"/>
                <a:gd name="T44" fmla="*/ 75 w 83"/>
                <a:gd name="T45" fmla="*/ 20 h 75"/>
                <a:gd name="T46" fmla="*/ 53 w 83"/>
                <a:gd name="T47" fmla="*/ 5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3" h="75">
                  <a:moveTo>
                    <a:pt x="81" y="15"/>
                  </a:moveTo>
                  <a:cubicBezTo>
                    <a:pt x="27" y="15"/>
                    <a:pt x="27" y="15"/>
                    <a:pt x="27" y="15"/>
                  </a:cubicBezTo>
                  <a:cubicBezTo>
                    <a:pt x="21" y="0"/>
                    <a:pt x="21" y="0"/>
                    <a:pt x="21" y="0"/>
                  </a:cubicBezTo>
                  <a:cubicBezTo>
                    <a:pt x="18" y="5"/>
                    <a:pt x="18" y="5"/>
                    <a:pt x="18" y="5"/>
                  </a:cubicBezTo>
                  <a:cubicBezTo>
                    <a:pt x="23" y="17"/>
                    <a:pt x="23" y="17"/>
                    <a:pt x="23" y="17"/>
                  </a:cubicBezTo>
                  <a:cubicBezTo>
                    <a:pt x="0" y="58"/>
                    <a:pt x="0" y="58"/>
                    <a:pt x="0" y="58"/>
                  </a:cubicBezTo>
                  <a:cubicBezTo>
                    <a:pt x="3" y="62"/>
                    <a:pt x="3" y="62"/>
                    <a:pt x="3" y="62"/>
                  </a:cubicBezTo>
                  <a:cubicBezTo>
                    <a:pt x="4" y="60"/>
                    <a:pt x="4" y="60"/>
                    <a:pt x="4" y="60"/>
                  </a:cubicBezTo>
                  <a:cubicBezTo>
                    <a:pt x="5" y="64"/>
                    <a:pt x="5" y="64"/>
                    <a:pt x="5" y="64"/>
                  </a:cubicBezTo>
                  <a:cubicBezTo>
                    <a:pt x="45" y="69"/>
                    <a:pt x="45" y="69"/>
                    <a:pt x="45" y="69"/>
                  </a:cubicBezTo>
                  <a:cubicBezTo>
                    <a:pt x="45" y="69"/>
                    <a:pt x="56" y="75"/>
                    <a:pt x="59" y="68"/>
                  </a:cubicBezTo>
                  <a:cubicBezTo>
                    <a:pt x="63" y="60"/>
                    <a:pt x="57" y="57"/>
                    <a:pt x="57" y="57"/>
                  </a:cubicBezTo>
                  <a:cubicBezTo>
                    <a:pt x="57" y="57"/>
                    <a:pt x="74" y="31"/>
                    <a:pt x="77" y="27"/>
                  </a:cubicBezTo>
                  <a:cubicBezTo>
                    <a:pt x="80" y="22"/>
                    <a:pt x="83" y="20"/>
                    <a:pt x="83" y="20"/>
                  </a:cubicBezTo>
                  <a:lnTo>
                    <a:pt x="81" y="15"/>
                  </a:lnTo>
                  <a:close/>
                  <a:moveTo>
                    <a:pt x="5" y="59"/>
                  </a:moveTo>
                  <a:cubicBezTo>
                    <a:pt x="27" y="21"/>
                    <a:pt x="27" y="21"/>
                    <a:pt x="27" y="21"/>
                  </a:cubicBezTo>
                  <a:cubicBezTo>
                    <a:pt x="32" y="28"/>
                    <a:pt x="44" y="57"/>
                    <a:pt x="44" y="57"/>
                  </a:cubicBezTo>
                  <a:lnTo>
                    <a:pt x="5" y="59"/>
                  </a:lnTo>
                  <a:close/>
                  <a:moveTo>
                    <a:pt x="53" y="55"/>
                  </a:moveTo>
                  <a:cubicBezTo>
                    <a:pt x="50" y="55"/>
                    <a:pt x="50" y="55"/>
                    <a:pt x="50" y="55"/>
                  </a:cubicBezTo>
                  <a:cubicBezTo>
                    <a:pt x="31" y="20"/>
                    <a:pt x="31" y="20"/>
                    <a:pt x="31" y="20"/>
                  </a:cubicBezTo>
                  <a:cubicBezTo>
                    <a:pt x="75" y="20"/>
                    <a:pt x="75" y="20"/>
                    <a:pt x="75" y="20"/>
                  </a:cubicBezTo>
                  <a:lnTo>
                    <a:pt x="53" y="55"/>
                  </a:lnTo>
                  <a:close/>
                </a:path>
              </a:pathLst>
            </a:custGeom>
            <a:solidFill>
              <a:srgbClr val="427D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0" name="Freeform 61"/>
            <p:cNvSpPr>
              <a:spLocks/>
            </p:cNvSpPr>
            <p:nvPr/>
          </p:nvSpPr>
          <p:spPr bwMode="auto">
            <a:xfrm>
              <a:off x="8726488" y="3690938"/>
              <a:ext cx="209550" cy="111125"/>
            </a:xfrm>
            <a:custGeom>
              <a:avLst/>
              <a:gdLst>
                <a:gd name="T0" fmla="*/ 34 w 34"/>
                <a:gd name="T1" fmla="*/ 9 h 18"/>
                <a:gd name="T2" fmla="*/ 24 w 34"/>
                <a:gd name="T3" fmla="*/ 4 h 18"/>
                <a:gd name="T4" fmla="*/ 3 w 34"/>
                <a:gd name="T5" fmla="*/ 3 h 18"/>
                <a:gd name="T6" fmla="*/ 7 w 34"/>
                <a:gd name="T7" fmla="*/ 15 h 18"/>
                <a:gd name="T8" fmla="*/ 19 w 34"/>
                <a:gd name="T9" fmla="*/ 11 h 18"/>
                <a:gd name="T10" fmla="*/ 34 w 34"/>
                <a:gd name="T11" fmla="*/ 9 h 18"/>
              </a:gdLst>
              <a:ahLst/>
              <a:cxnLst>
                <a:cxn ang="0">
                  <a:pos x="T0" y="T1"/>
                </a:cxn>
                <a:cxn ang="0">
                  <a:pos x="T2" y="T3"/>
                </a:cxn>
                <a:cxn ang="0">
                  <a:pos x="T4" y="T5"/>
                </a:cxn>
                <a:cxn ang="0">
                  <a:pos x="T6" y="T7"/>
                </a:cxn>
                <a:cxn ang="0">
                  <a:pos x="T8" y="T9"/>
                </a:cxn>
                <a:cxn ang="0">
                  <a:pos x="T10" y="T11"/>
                </a:cxn>
              </a:cxnLst>
              <a:rect l="0" t="0" r="r" b="b"/>
              <a:pathLst>
                <a:path w="34" h="18">
                  <a:moveTo>
                    <a:pt x="34" y="9"/>
                  </a:moveTo>
                  <a:cubicBezTo>
                    <a:pt x="34" y="9"/>
                    <a:pt x="33" y="5"/>
                    <a:pt x="24" y="4"/>
                  </a:cubicBezTo>
                  <a:cubicBezTo>
                    <a:pt x="15" y="3"/>
                    <a:pt x="5" y="0"/>
                    <a:pt x="3" y="3"/>
                  </a:cubicBezTo>
                  <a:cubicBezTo>
                    <a:pt x="0" y="6"/>
                    <a:pt x="4" y="13"/>
                    <a:pt x="7" y="15"/>
                  </a:cubicBezTo>
                  <a:cubicBezTo>
                    <a:pt x="10" y="18"/>
                    <a:pt x="16" y="11"/>
                    <a:pt x="19" y="11"/>
                  </a:cubicBezTo>
                  <a:cubicBezTo>
                    <a:pt x="22" y="11"/>
                    <a:pt x="32" y="12"/>
                    <a:pt x="34" y="9"/>
                  </a:cubicBezTo>
                  <a:close/>
                </a:path>
              </a:pathLst>
            </a:custGeom>
            <a:solidFill>
              <a:srgbClr val="538C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1" name="Freeform 62"/>
            <p:cNvSpPr>
              <a:spLocks/>
            </p:cNvSpPr>
            <p:nvPr/>
          </p:nvSpPr>
          <p:spPr bwMode="auto">
            <a:xfrm>
              <a:off x="8645525" y="4079876"/>
              <a:ext cx="85725" cy="85725"/>
            </a:xfrm>
            <a:custGeom>
              <a:avLst/>
              <a:gdLst>
                <a:gd name="T0" fmla="*/ 14 w 14"/>
                <a:gd name="T1" fmla="*/ 7 h 14"/>
                <a:gd name="T2" fmla="*/ 7 w 14"/>
                <a:gd name="T3" fmla="*/ 14 h 14"/>
                <a:gd name="T4" fmla="*/ 0 w 14"/>
                <a:gd name="T5" fmla="*/ 7 h 14"/>
                <a:gd name="T6" fmla="*/ 7 w 14"/>
                <a:gd name="T7" fmla="*/ 0 h 14"/>
                <a:gd name="T8" fmla="*/ 14 w 14"/>
                <a:gd name="T9" fmla="*/ 7 h 14"/>
              </a:gdLst>
              <a:ahLst/>
              <a:cxnLst>
                <a:cxn ang="0">
                  <a:pos x="T0" y="T1"/>
                </a:cxn>
                <a:cxn ang="0">
                  <a:pos x="T2" y="T3"/>
                </a:cxn>
                <a:cxn ang="0">
                  <a:pos x="T4" y="T5"/>
                </a:cxn>
                <a:cxn ang="0">
                  <a:pos x="T6" y="T7"/>
                </a:cxn>
                <a:cxn ang="0">
                  <a:pos x="T8" y="T9"/>
                </a:cxn>
              </a:cxnLst>
              <a:rect l="0" t="0" r="r" b="b"/>
              <a:pathLst>
                <a:path w="14" h="14">
                  <a:moveTo>
                    <a:pt x="14" y="7"/>
                  </a:moveTo>
                  <a:cubicBezTo>
                    <a:pt x="14" y="11"/>
                    <a:pt x="11" y="14"/>
                    <a:pt x="7" y="14"/>
                  </a:cubicBezTo>
                  <a:cubicBezTo>
                    <a:pt x="3" y="14"/>
                    <a:pt x="0" y="11"/>
                    <a:pt x="0" y="7"/>
                  </a:cubicBezTo>
                  <a:cubicBezTo>
                    <a:pt x="0" y="4"/>
                    <a:pt x="3" y="0"/>
                    <a:pt x="7" y="0"/>
                  </a:cubicBezTo>
                  <a:cubicBezTo>
                    <a:pt x="11" y="0"/>
                    <a:pt x="14" y="3"/>
                    <a:pt x="14" y="7"/>
                  </a:cubicBezTo>
                  <a:close/>
                </a:path>
              </a:pathLst>
            </a:custGeom>
            <a:solidFill>
              <a:srgbClr val="538C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2" name="Freeform 63"/>
            <p:cNvSpPr>
              <a:spLocks/>
            </p:cNvSpPr>
            <p:nvPr/>
          </p:nvSpPr>
          <p:spPr bwMode="auto">
            <a:xfrm>
              <a:off x="9250363" y="4079876"/>
              <a:ext cx="87312" cy="85725"/>
            </a:xfrm>
            <a:custGeom>
              <a:avLst/>
              <a:gdLst>
                <a:gd name="T0" fmla="*/ 14 w 14"/>
                <a:gd name="T1" fmla="*/ 7 h 14"/>
                <a:gd name="T2" fmla="*/ 7 w 14"/>
                <a:gd name="T3" fmla="*/ 14 h 14"/>
                <a:gd name="T4" fmla="*/ 1 w 14"/>
                <a:gd name="T5" fmla="*/ 7 h 14"/>
                <a:gd name="T6" fmla="*/ 7 w 14"/>
                <a:gd name="T7" fmla="*/ 1 h 14"/>
                <a:gd name="T8" fmla="*/ 14 w 14"/>
                <a:gd name="T9" fmla="*/ 7 h 14"/>
              </a:gdLst>
              <a:ahLst/>
              <a:cxnLst>
                <a:cxn ang="0">
                  <a:pos x="T0" y="T1"/>
                </a:cxn>
                <a:cxn ang="0">
                  <a:pos x="T2" y="T3"/>
                </a:cxn>
                <a:cxn ang="0">
                  <a:pos x="T4" y="T5"/>
                </a:cxn>
                <a:cxn ang="0">
                  <a:pos x="T6" y="T7"/>
                </a:cxn>
                <a:cxn ang="0">
                  <a:pos x="T8" y="T9"/>
                </a:cxn>
              </a:cxnLst>
              <a:rect l="0" t="0" r="r" b="b"/>
              <a:pathLst>
                <a:path w="14" h="14">
                  <a:moveTo>
                    <a:pt x="14" y="7"/>
                  </a:moveTo>
                  <a:cubicBezTo>
                    <a:pt x="14" y="11"/>
                    <a:pt x="11" y="14"/>
                    <a:pt x="7" y="14"/>
                  </a:cubicBezTo>
                  <a:cubicBezTo>
                    <a:pt x="3" y="14"/>
                    <a:pt x="1" y="11"/>
                    <a:pt x="1" y="7"/>
                  </a:cubicBezTo>
                  <a:cubicBezTo>
                    <a:pt x="0" y="3"/>
                    <a:pt x="3" y="1"/>
                    <a:pt x="7" y="1"/>
                  </a:cubicBezTo>
                  <a:cubicBezTo>
                    <a:pt x="11" y="0"/>
                    <a:pt x="13" y="3"/>
                    <a:pt x="14" y="7"/>
                  </a:cubicBezTo>
                  <a:close/>
                </a:path>
              </a:pathLst>
            </a:custGeom>
            <a:solidFill>
              <a:srgbClr val="538C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3" name="Freeform 64"/>
            <p:cNvSpPr>
              <a:spLocks/>
            </p:cNvSpPr>
            <p:nvPr/>
          </p:nvSpPr>
          <p:spPr bwMode="auto">
            <a:xfrm>
              <a:off x="8786813" y="3765551"/>
              <a:ext cx="44450" cy="30163"/>
            </a:xfrm>
            <a:custGeom>
              <a:avLst/>
              <a:gdLst>
                <a:gd name="T0" fmla="*/ 6 w 7"/>
                <a:gd name="T1" fmla="*/ 0 h 5"/>
                <a:gd name="T2" fmla="*/ 1 w 7"/>
                <a:gd name="T3" fmla="*/ 3 h 5"/>
                <a:gd name="T4" fmla="*/ 1 w 7"/>
                <a:gd name="T5" fmla="*/ 5 h 5"/>
                <a:gd name="T6" fmla="*/ 7 w 7"/>
                <a:gd name="T7" fmla="*/ 2 h 5"/>
                <a:gd name="T8" fmla="*/ 6 w 7"/>
                <a:gd name="T9" fmla="*/ 0 h 5"/>
              </a:gdLst>
              <a:ahLst/>
              <a:cxnLst>
                <a:cxn ang="0">
                  <a:pos x="T0" y="T1"/>
                </a:cxn>
                <a:cxn ang="0">
                  <a:pos x="T2" y="T3"/>
                </a:cxn>
                <a:cxn ang="0">
                  <a:pos x="T4" y="T5"/>
                </a:cxn>
                <a:cxn ang="0">
                  <a:pos x="T6" y="T7"/>
                </a:cxn>
                <a:cxn ang="0">
                  <a:pos x="T8" y="T9"/>
                </a:cxn>
              </a:cxnLst>
              <a:rect l="0" t="0" r="r" b="b"/>
              <a:pathLst>
                <a:path w="7" h="5">
                  <a:moveTo>
                    <a:pt x="6" y="0"/>
                  </a:moveTo>
                  <a:cubicBezTo>
                    <a:pt x="6" y="0"/>
                    <a:pt x="2" y="3"/>
                    <a:pt x="1" y="3"/>
                  </a:cubicBezTo>
                  <a:cubicBezTo>
                    <a:pt x="0" y="4"/>
                    <a:pt x="1" y="5"/>
                    <a:pt x="1" y="5"/>
                  </a:cubicBezTo>
                  <a:cubicBezTo>
                    <a:pt x="7" y="2"/>
                    <a:pt x="7" y="2"/>
                    <a:pt x="7" y="2"/>
                  </a:cubicBezTo>
                  <a:lnTo>
                    <a:pt x="6" y="0"/>
                  </a:lnTo>
                  <a:close/>
                </a:path>
              </a:pathLst>
            </a:custGeom>
            <a:solidFill>
              <a:srgbClr val="538C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4" name="Freeform 65"/>
            <p:cNvSpPr>
              <a:spLocks/>
            </p:cNvSpPr>
            <p:nvPr/>
          </p:nvSpPr>
          <p:spPr bwMode="auto">
            <a:xfrm>
              <a:off x="9053513" y="3697288"/>
              <a:ext cx="73025" cy="61913"/>
            </a:xfrm>
            <a:custGeom>
              <a:avLst/>
              <a:gdLst>
                <a:gd name="T0" fmla="*/ 46 w 46"/>
                <a:gd name="T1" fmla="*/ 39 h 39"/>
                <a:gd name="T2" fmla="*/ 46 w 46"/>
                <a:gd name="T3" fmla="*/ 0 h 39"/>
                <a:gd name="T4" fmla="*/ 0 w 46"/>
                <a:gd name="T5" fmla="*/ 8 h 39"/>
                <a:gd name="T6" fmla="*/ 0 w 46"/>
                <a:gd name="T7" fmla="*/ 35 h 39"/>
                <a:gd name="T8" fmla="*/ 46 w 46"/>
                <a:gd name="T9" fmla="*/ 39 h 39"/>
              </a:gdLst>
              <a:ahLst/>
              <a:cxnLst>
                <a:cxn ang="0">
                  <a:pos x="T0" y="T1"/>
                </a:cxn>
                <a:cxn ang="0">
                  <a:pos x="T2" y="T3"/>
                </a:cxn>
                <a:cxn ang="0">
                  <a:pos x="T4" y="T5"/>
                </a:cxn>
                <a:cxn ang="0">
                  <a:pos x="T6" y="T7"/>
                </a:cxn>
                <a:cxn ang="0">
                  <a:pos x="T8" y="T9"/>
                </a:cxn>
              </a:cxnLst>
              <a:rect l="0" t="0" r="r" b="b"/>
              <a:pathLst>
                <a:path w="46" h="39">
                  <a:moveTo>
                    <a:pt x="46" y="39"/>
                  </a:moveTo>
                  <a:lnTo>
                    <a:pt x="46" y="0"/>
                  </a:lnTo>
                  <a:lnTo>
                    <a:pt x="0" y="8"/>
                  </a:lnTo>
                  <a:lnTo>
                    <a:pt x="0" y="35"/>
                  </a:lnTo>
                  <a:lnTo>
                    <a:pt x="46" y="39"/>
                  </a:lnTo>
                  <a:close/>
                </a:path>
              </a:pathLst>
            </a:custGeom>
            <a:solidFill>
              <a:srgbClr val="538C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184" name="文本框 183"/>
          <p:cNvSpPr txBox="1"/>
          <p:nvPr/>
        </p:nvSpPr>
        <p:spPr>
          <a:xfrm>
            <a:off x="1244150" y="5918872"/>
            <a:ext cx="910827" cy="584775"/>
          </a:xfrm>
          <a:prstGeom prst="rect">
            <a:avLst/>
          </a:prstGeom>
          <a:noFill/>
        </p:spPr>
        <p:txBody>
          <a:bodyPr wrap="none" rtlCol="0">
            <a:spAutoFit/>
          </a:bodyPr>
          <a:lstStyle/>
          <a:p>
            <a:r>
              <a:rPr lang="en-US" altLang="zh-CN" sz="3200" dirty="0">
                <a:solidFill>
                  <a:prstClr val="black">
                    <a:lumMod val="65000"/>
                    <a:lumOff val="35000"/>
                  </a:prstClr>
                </a:solidFill>
                <a:latin typeface="Impact" panose="020B0806030902050204" pitchFamily="34" charset="0"/>
              </a:rPr>
              <a:t>68%</a:t>
            </a:r>
            <a:endParaRPr lang="zh-CN" altLang="en-US" sz="3200" dirty="0">
              <a:solidFill>
                <a:prstClr val="black">
                  <a:lumMod val="65000"/>
                  <a:lumOff val="35000"/>
                </a:prstClr>
              </a:solidFill>
              <a:latin typeface="Impact" panose="020B0806030902050204" pitchFamily="34" charset="0"/>
            </a:endParaRPr>
          </a:p>
        </p:txBody>
      </p:sp>
      <p:sp>
        <p:nvSpPr>
          <p:cNvPr id="185" name="文本框 184"/>
          <p:cNvSpPr txBox="1"/>
          <p:nvPr/>
        </p:nvSpPr>
        <p:spPr>
          <a:xfrm>
            <a:off x="4212818" y="5918872"/>
            <a:ext cx="907621" cy="584775"/>
          </a:xfrm>
          <a:prstGeom prst="rect">
            <a:avLst/>
          </a:prstGeom>
          <a:noFill/>
        </p:spPr>
        <p:txBody>
          <a:bodyPr wrap="none" rtlCol="0">
            <a:spAutoFit/>
          </a:bodyPr>
          <a:lstStyle/>
          <a:p>
            <a:r>
              <a:rPr lang="en-US" altLang="zh-CN" sz="3200" dirty="0">
                <a:solidFill>
                  <a:prstClr val="black">
                    <a:lumMod val="65000"/>
                    <a:lumOff val="35000"/>
                  </a:prstClr>
                </a:solidFill>
                <a:latin typeface="Impact" panose="020B0806030902050204" pitchFamily="34" charset="0"/>
              </a:rPr>
              <a:t>80%</a:t>
            </a:r>
            <a:endParaRPr lang="zh-CN" altLang="en-US" sz="3200" dirty="0">
              <a:solidFill>
                <a:prstClr val="black">
                  <a:lumMod val="65000"/>
                  <a:lumOff val="35000"/>
                </a:prstClr>
              </a:solidFill>
              <a:latin typeface="Impact" panose="020B0806030902050204" pitchFamily="34" charset="0"/>
            </a:endParaRPr>
          </a:p>
        </p:txBody>
      </p:sp>
      <p:sp>
        <p:nvSpPr>
          <p:cNvPr id="186" name="文本框 185"/>
          <p:cNvSpPr txBox="1"/>
          <p:nvPr/>
        </p:nvSpPr>
        <p:spPr>
          <a:xfrm>
            <a:off x="7178280" y="5918872"/>
            <a:ext cx="906017" cy="584775"/>
          </a:xfrm>
          <a:prstGeom prst="rect">
            <a:avLst/>
          </a:prstGeom>
          <a:noFill/>
        </p:spPr>
        <p:txBody>
          <a:bodyPr wrap="none" rtlCol="0">
            <a:spAutoFit/>
          </a:bodyPr>
          <a:lstStyle/>
          <a:p>
            <a:r>
              <a:rPr lang="en-US" altLang="zh-CN" sz="3200" dirty="0">
                <a:solidFill>
                  <a:prstClr val="black">
                    <a:lumMod val="65000"/>
                    <a:lumOff val="35000"/>
                  </a:prstClr>
                </a:solidFill>
                <a:latin typeface="Impact" panose="020B0806030902050204" pitchFamily="34" charset="0"/>
              </a:rPr>
              <a:t>38%</a:t>
            </a:r>
            <a:endParaRPr lang="zh-CN" altLang="en-US" sz="3200" dirty="0">
              <a:solidFill>
                <a:prstClr val="black">
                  <a:lumMod val="65000"/>
                  <a:lumOff val="35000"/>
                </a:prstClr>
              </a:solidFill>
              <a:latin typeface="Impact" panose="020B0806030902050204" pitchFamily="34" charset="0"/>
            </a:endParaRPr>
          </a:p>
        </p:txBody>
      </p:sp>
      <p:sp>
        <p:nvSpPr>
          <p:cNvPr id="187" name="文本框 186"/>
          <p:cNvSpPr txBox="1"/>
          <p:nvPr/>
        </p:nvSpPr>
        <p:spPr>
          <a:xfrm>
            <a:off x="10142138" y="5918872"/>
            <a:ext cx="894797" cy="584775"/>
          </a:xfrm>
          <a:prstGeom prst="rect">
            <a:avLst/>
          </a:prstGeom>
          <a:noFill/>
        </p:spPr>
        <p:txBody>
          <a:bodyPr wrap="none" rtlCol="0">
            <a:spAutoFit/>
          </a:bodyPr>
          <a:lstStyle/>
          <a:p>
            <a:r>
              <a:rPr lang="en-US" altLang="zh-CN" sz="3200" dirty="0">
                <a:solidFill>
                  <a:prstClr val="black">
                    <a:lumMod val="65000"/>
                    <a:lumOff val="35000"/>
                  </a:prstClr>
                </a:solidFill>
                <a:latin typeface="Impact" panose="020B0806030902050204" pitchFamily="34" charset="0"/>
              </a:rPr>
              <a:t>25%</a:t>
            </a:r>
            <a:endParaRPr lang="zh-CN" altLang="en-US" sz="3200" dirty="0">
              <a:solidFill>
                <a:prstClr val="black">
                  <a:lumMod val="65000"/>
                  <a:lumOff val="35000"/>
                </a:prstClr>
              </a:solidFill>
              <a:latin typeface="Impact" panose="020B0806030902050204" pitchFamily="34" charset="0"/>
            </a:endParaRPr>
          </a:p>
        </p:txBody>
      </p:sp>
      <p:sp>
        <p:nvSpPr>
          <p:cNvPr id="188" name="文本框 187"/>
          <p:cNvSpPr txBox="1"/>
          <p:nvPr/>
        </p:nvSpPr>
        <p:spPr>
          <a:xfrm>
            <a:off x="3641450" y="2008064"/>
            <a:ext cx="4909101" cy="584775"/>
          </a:xfrm>
          <a:prstGeom prst="rect">
            <a:avLst/>
          </a:prstGeom>
          <a:noFill/>
        </p:spPr>
        <p:txBody>
          <a:bodyPr wrap="none" rtlCol="0">
            <a:spAutoFit/>
          </a:bodyPr>
          <a:lstStyle/>
          <a:p>
            <a:r>
              <a:rPr lang="en-US" altLang="zh-CN" sz="3200" b="1" dirty="0">
                <a:solidFill>
                  <a:prstClr val="black">
                    <a:lumMod val="65000"/>
                    <a:lumOff val="35000"/>
                  </a:prstClr>
                </a:solidFill>
                <a:latin typeface="微软雅黑" panose="020B0503020204020204" pitchFamily="34" charset="-122"/>
              </a:rPr>
              <a:t>ADD YOUR TITLE HERE</a:t>
            </a:r>
            <a:endParaRPr lang="zh-CN" altLang="en-US" sz="3200" b="1" dirty="0">
              <a:solidFill>
                <a:prstClr val="black">
                  <a:lumMod val="65000"/>
                  <a:lumOff val="35000"/>
                </a:prstClr>
              </a:solidFill>
              <a:latin typeface="微软雅黑" panose="020B0503020204020204" pitchFamily="34" charset="-122"/>
            </a:endParaRPr>
          </a:p>
        </p:txBody>
      </p:sp>
      <p:sp>
        <p:nvSpPr>
          <p:cNvPr id="189" name="文本框 188"/>
          <p:cNvSpPr txBox="1"/>
          <p:nvPr/>
        </p:nvSpPr>
        <p:spPr>
          <a:xfrm>
            <a:off x="1000603" y="858685"/>
            <a:ext cx="7109639" cy="424732"/>
          </a:xfrm>
          <a:prstGeom prst="rect">
            <a:avLst/>
          </a:prstGeom>
          <a:noFill/>
        </p:spPr>
        <p:txBody>
          <a:bodyPr wrap="none" rtlCol="0">
            <a:spAutoFit/>
          </a:bodyPr>
          <a:lstStyle/>
          <a:p>
            <a:pPr>
              <a:lnSpc>
                <a:spcPct val="120000"/>
              </a:lnSpc>
            </a:pPr>
            <a:r>
              <a:rPr lang="zh-CN" altLang="en-US" dirty="0">
                <a:solidFill>
                  <a:prstClr val="black">
                    <a:lumMod val="65000"/>
                    <a:lumOff val="35000"/>
                  </a:prstClr>
                </a:solidFill>
              </a:rPr>
              <a:t>下图为图标和图表组合而成，可以根据需要修改图表数字以及颜色。</a:t>
            </a:r>
            <a:endParaRPr lang="en-US" altLang="zh-CN" dirty="0">
              <a:solidFill>
                <a:prstClr val="black">
                  <a:lumMod val="65000"/>
                  <a:lumOff val="35000"/>
                </a:prstClr>
              </a:solidFill>
            </a:endParaRPr>
          </a:p>
        </p:txBody>
      </p:sp>
      <p:sp>
        <p:nvSpPr>
          <p:cNvPr id="61" name="矩形 39"/>
          <p:cNvSpPr/>
          <p:nvPr/>
        </p:nvSpPr>
        <p:spPr>
          <a:xfrm>
            <a:off x="0" y="203088"/>
            <a:ext cx="1760418" cy="523220"/>
          </a:xfrm>
          <a:prstGeom prst="rect">
            <a:avLst/>
          </a:prstGeom>
          <a:noFill/>
        </p:spPr>
        <p:txBody>
          <a:bodyPr wrap="none" rtlCol="0">
            <a:spAutoFit/>
          </a:bodyPr>
          <a:lstStyle/>
          <a:p>
            <a:r>
              <a:rPr lang="zh-CN" altLang="en-US" sz="2800" b="1" dirty="0">
                <a:solidFill>
                  <a:schemeClr val="tx1">
                    <a:lumMod val="65000"/>
                    <a:lumOff val="35000"/>
                  </a:schemeClr>
                </a:solidFill>
              </a:rPr>
              <a:t>饼</a:t>
            </a:r>
            <a:r>
              <a:rPr lang="en-US" altLang="zh-CN" sz="2800" b="1" dirty="0">
                <a:solidFill>
                  <a:schemeClr val="tx1">
                    <a:lumMod val="65000"/>
                    <a:lumOff val="35000"/>
                  </a:schemeClr>
                </a:solidFill>
              </a:rPr>
              <a:t>/</a:t>
            </a:r>
            <a:r>
              <a:rPr lang="zh-CN" altLang="en-US" sz="2800" b="1">
                <a:solidFill>
                  <a:schemeClr val="tx1">
                    <a:lumMod val="65000"/>
                    <a:lumOff val="35000"/>
                  </a:schemeClr>
                </a:solidFill>
              </a:rPr>
              <a:t>环形图</a:t>
            </a:r>
          </a:p>
        </p:txBody>
      </p:sp>
    </p:spTree>
    <p:extLst>
      <p:ext uri="{BB962C8B-B14F-4D97-AF65-F5344CB8AC3E}">
        <p14:creationId xmlns:p14="http://schemas.microsoft.com/office/powerpoint/2010/main" val="145532761"/>
      </p:ext>
    </p:extLst>
  </p:cSld>
  <p:clrMapOvr>
    <a:masterClrMapping/>
  </p:clrMapOvr>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组合 24"/>
          <p:cNvGrpSpPr/>
          <p:nvPr/>
        </p:nvGrpSpPr>
        <p:grpSpPr>
          <a:xfrm>
            <a:off x="6837175" y="263631"/>
            <a:ext cx="4216307" cy="6231579"/>
            <a:chOff x="4954588" y="523875"/>
            <a:chExt cx="3567112" cy="5272088"/>
          </a:xfrm>
        </p:grpSpPr>
        <p:sp>
          <p:nvSpPr>
            <p:cNvPr id="26" name="Freeform 5"/>
            <p:cNvSpPr>
              <a:spLocks/>
            </p:cNvSpPr>
            <p:nvPr/>
          </p:nvSpPr>
          <p:spPr bwMode="auto">
            <a:xfrm>
              <a:off x="4954588" y="2236788"/>
              <a:ext cx="3567112" cy="3559175"/>
            </a:xfrm>
            <a:custGeom>
              <a:avLst/>
              <a:gdLst>
                <a:gd name="T0" fmla="*/ 948 w 948"/>
                <a:gd name="T1" fmla="*/ 861 h 947"/>
                <a:gd name="T2" fmla="*/ 862 w 948"/>
                <a:gd name="T3" fmla="*/ 947 h 947"/>
                <a:gd name="T4" fmla="*/ 86 w 948"/>
                <a:gd name="T5" fmla="*/ 947 h 947"/>
                <a:gd name="T6" fmla="*/ 0 w 948"/>
                <a:gd name="T7" fmla="*/ 861 h 947"/>
                <a:gd name="T8" fmla="*/ 0 w 948"/>
                <a:gd name="T9" fmla="*/ 86 h 947"/>
                <a:gd name="T10" fmla="*/ 86 w 948"/>
                <a:gd name="T11" fmla="*/ 0 h 947"/>
                <a:gd name="T12" fmla="*/ 862 w 948"/>
                <a:gd name="T13" fmla="*/ 0 h 947"/>
                <a:gd name="T14" fmla="*/ 948 w 948"/>
                <a:gd name="T15" fmla="*/ 86 h 947"/>
                <a:gd name="T16" fmla="*/ 948 w 948"/>
                <a:gd name="T17" fmla="*/ 861 h 9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48" h="947">
                  <a:moveTo>
                    <a:pt x="948" y="861"/>
                  </a:moveTo>
                  <a:cubicBezTo>
                    <a:pt x="948" y="909"/>
                    <a:pt x="909" y="947"/>
                    <a:pt x="862" y="947"/>
                  </a:cubicBezTo>
                  <a:cubicBezTo>
                    <a:pt x="86" y="947"/>
                    <a:pt x="86" y="947"/>
                    <a:pt x="86" y="947"/>
                  </a:cubicBezTo>
                  <a:cubicBezTo>
                    <a:pt x="38" y="947"/>
                    <a:pt x="0" y="909"/>
                    <a:pt x="0" y="861"/>
                  </a:cubicBezTo>
                  <a:cubicBezTo>
                    <a:pt x="0" y="86"/>
                    <a:pt x="0" y="86"/>
                    <a:pt x="0" y="86"/>
                  </a:cubicBezTo>
                  <a:cubicBezTo>
                    <a:pt x="0" y="38"/>
                    <a:pt x="38" y="0"/>
                    <a:pt x="86" y="0"/>
                  </a:cubicBezTo>
                  <a:cubicBezTo>
                    <a:pt x="862" y="0"/>
                    <a:pt x="862" y="0"/>
                    <a:pt x="862" y="0"/>
                  </a:cubicBezTo>
                  <a:cubicBezTo>
                    <a:pt x="909" y="0"/>
                    <a:pt x="948" y="38"/>
                    <a:pt x="948" y="86"/>
                  </a:cubicBezTo>
                  <a:lnTo>
                    <a:pt x="948" y="861"/>
                  </a:lnTo>
                  <a:close/>
                </a:path>
              </a:pathLst>
            </a:custGeom>
            <a:solidFill>
              <a:srgbClr val="F5B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 name="Freeform 6"/>
            <p:cNvSpPr>
              <a:spLocks noEditPoints="1"/>
            </p:cNvSpPr>
            <p:nvPr/>
          </p:nvSpPr>
          <p:spPr bwMode="auto">
            <a:xfrm>
              <a:off x="5334000" y="523875"/>
              <a:ext cx="2754312" cy="2751138"/>
            </a:xfrm>
            <a:custGeom>
              <a:avLst/>
              <a:gdLst>
                <a:gd name="T0" fmla="*/ 366 w 732"/>
                <a:gd name="T1" fmla="*/ 0 h 732"/>
                <a:gd name="T2" fmla="*/ 0 w 732"/>
                <a:gd name="T3" fmla="*/ 366 h 732"/>
                <a:gd name="T4" fmla="*/ 366 w 732"/>
                <a:gd name="T5" fmla="*/ 732 h 732"/>
                <a:gd name="T6" fmla="*/ 732 w 732"/>
                <a:gd name="T7" fmla="*/ 366 h 732"/>
                <a:gd name="T8" fmla="*/ 366 w 732"/>
                <a:gd name="T9" fmla="*/ 0 h 732"/>
                <a:gd name="T10" fmla="*/ 366 w 732"/>
                <a:gd name="T11" fmla="*/ 627 h 732"/>
                <a:gd name="T12" fmla="*/ 105 w 732"/>
                <a:gd name="T13" fmla="*/ 366 h 732"/>
                <a:gd name="T14" fmla="*/ 366 w 732"/>
                <a:gd name="T15" fmla="*/ 105 h 732"/>
                <a:gd name="T16" fmla="*/ 627 w 732"/>
                <a:gd name="T17" fmla="*/ 366 h 732"/>
                <a:gd name="T18" fmla="*/ 366 w 732"/>
                <a:gd name="T19" fmla="*/ 627 h 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2" h="732">
                  <a:moveTo>
                    <a:pt x="366" y="0"/>
                  </a:moveTo>
                  <a:cubicBezTo>
                    <a:pt x="164" y="0"/>
                    <a:pt x="0" y="164"/>
                    <a:pt x="0" y="366"/>
                  </a:cubicBezTo>
                  <a:cubicBezTo>
                    <a:pt x="0" y="568"/>
                    <a:pt x="164" y="732"/>
                    <a:pt x="366" y="732"/>
                  </a:cubicBezTo>
                  <a:cubicBezTo>
                    <a:pt x="568" y="732"/>
                    <a:pt x="732" y="568"/>
                    <a:pt x="732" y="366"/>
                  </a:cubicBezTo>
                  <a:cubicBezTo>
                    <a:pt x="732" y="164"/>
                    <a:pt x="568" y="0"/>
                    <a:pt x="366" y="0"/>
                  </a:cubicBezTo>
                  <a:close/>
                  <a:moveTo>
                    <a:pt x="366" y="627"/>
                  </a:moveTo>
                  <a:cubicBezTo>
                    <a:pt x="222" y="627"/>
                    <a:pt x="105" y="510"/>
                    <a:pt x="105" y="366"/>
                  </a:cubicBezTo>
                  <a:cubicBezTo>
                    <a:pt x="105" y="222"/>
                    <a:pt x="222" y="105"/>
                    <a:pt x="366" y="105"/>
                  </a:cubicBezTo>
                  <a:cubicBezTo>
                    <a:pt x="510" y="105"/>
                    <a:pt x="627" y="222"/>
                    <a:pt x="627" y="366"/>
                  </a:cubicBezTo>
                  <a:cubicBezTo>
                    <a:pt x="627" y="510"/>
                    <a:pt x="510" y="627"/>
                    <a:pt x="366" y="627"/>
                  </a:cubicBezTo>
                  <a:close/>
                </a:path>
              </a:pathLst>
            </a:custGeom>
            <a:solidFill>
              <a:srgbClr val="F5B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aphicFrame>
        <p:nvGraphicFramePr>
          <p:cNvPr id="12" name="图表 11"/>
          <p:cNvGraphicFramePr/>
          <p:nvPr/>
        </p:nvGraphicFramePr>
        <p:xfrm>
          <a:off x="6431880" y="2716115"/>
          <a:ext cx="5026895" cy="3351264"/>
        </p:xfrm>
        <a:graphic>
          <a:graphicData uri="http://schemas.openxmlformats.org/drawingml/2006/chart">
            <c:chart xmlns:c="http://schemas.openxmlformats.org/drawingml/2006/chart" xmlns:r="http://schemas.openxmlformats.org/officeDocument/2006/relationships" r:id="rId2"/>
          </a:graphicData>
        </a:graphic>
      </p:graphicFrame>
      <p:sp>
        <p:nvSpPr>
          <p:cNvPr id="15" name="Oval 5"/>
          <p:cNvSpPr>
            <a:spLocks noChangeArrowheads="1"/>
          </p:cNvSpPr>
          <p:nvPr/>
        </p:nvSpPr>
        <p:spPr bwMode="auto">
          <a:xfrm>
            <a:off x="8484158" y="3930578"/>
            <a:ext cx="922338" cy="922338"/>
          </a:xfrm>
          <a:prstGeom prst="ellipse">
            <a:avLst/>
          </a:prstGeom>
          <a:solidFill>
            <a:srgbClr val="6750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 name="Freeform 60"/>
          <p:cNvSpPr>
            <a:spLocks/>
          </p:cNvSpPr>
          <p:nvPr/>
        </p:nvSpPr>
        <p:spPr bwMode="auto">
          <a:xfrm>
            <a:off x="7062469" y="3292403"/>
            <a:ext cx="623888" cy="638175"/>
          </a:xfrm>
          <a:custGeom>
            <a:avLst/>
            <a:gdLst>
              <a:gd name="T0" fmla="*/ 393 w 393"/>
              <a:gd name="T1" fmla="*/ 396 h 402"/>
              <a:gd name="T2" fmla="*/ 228 w 393"/>
              <a:gd name="T3" fmla="*/ 0 h 402"/>
              <a:gd name="T4" fmla="*/ 0 w 393"/>
              <a:gd name="T5" fmla="*/ 0 h 402"/>
              <a:gd name="T6" fmla="*/ 0 w 393"/>
              <a:gd name="T7" fmla="*/ 13 h 402"/>
              <a:gd name="T8" fmla="*/ 222 w 393"/>
              <a:gd name="T9" fmla="*/ 13 h 402"/>
              <a:gd name="T10" fmla="*/ 380 w 393"/>
              <a:gd name="T11" fmla="*/ 402 h 402"/>
              <a:gd name="T12" fmla="*/ 393 w 393"/>
              <a:gd name="T13" fmla="*/ 396 h 402"/>
            </a:gdLst>
            <a:ahLst/>
            <a:cxnLst>
              <a:cxn ang="0">
                <a:pos x="T0" y="T1"/>
              </a:cxn>
              <a:cxn ang="0">
                <a:pos x="T2" y="T3"/>
              </a:cxn>
              <a:cxn ang="0">
                <a:pos x="T4" y="T5"/>
              </a:cxn>
              <a:cxn ang="0">
                <a:pos x="T6" y="T7"/>
              </a:cxn>
              <a:cxn ang="0">
                <a:pos x="T8" y="T9"/>
              </a:cxn>
              <a:cxn ang="0">
                <a:pos x="T10" y="T11"/>
              </a:cxn>
              <a:cxn ang="0">
                <a:pos x="T12" y="T13"/>
              </a:cxn>
            </a:cxnLst>
            <a:rect l="0" t="0" r="r" b="b"/>
            <a:pathLst>
              <a:path w="393" h="402">
                <a:moveTo>
                  <a:pt x="393" y="396"/>
                </a:moveTo>
                <a:lnTo>
                  <a:pt x="228" y="0"/>
                </a:lnTo>
                <a:lnTo>
                  <a:pt x="0" y="0"/>
                </a:lnTo>
                <a:lnTo>
                  <a:pt x="0" y="13"/>
                </a:lnTo>
                <a:lnTo>
                  <a:pt x="222" y="13"/>
                </a:lnTo>
                <a:lnTo>
                  <a:pt x="380" y="402"/>
                </a:lnTo>
                <a:lnTo>
                  <a:pt x="393" y="396"/>
                </a:lnTo>
                <a:close/>
              </a:path>
            </a:pathLst>
          </a:custGeom>
          <a:solidFill>
            <a:srgbClr val="675046"/>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 name="Freeform 61"/>
          <p:cNvSpPr>
            <a:spLocks/>
          </p:cNvSpPr>
          <p:nvPr/>
        </p:nvSpPr>
        <p:spPr bwMode="auto">
          <a:xfrm>
            <a:off x="7433090" y="5540115"/>
            <a:ext cx="836613" cy="628650"/>
          </a:xfrm>
          <a:custGeom>
            <a:avLst/>
            <a:gdLst>
              <a:gd name="T0" fmla="*/ 521 w 527"/>
              <a:gd name="T1" fmla="*/ 0 h 396"/>
              <a:gd name="T2" fmla="*/ 292 w 527"/>
              <a:gd name="T3" fmla="*/ 383 h 396"/>
              <a:gd name="T4" fmla="*/ 0 w 527"/>
              <a:gd name="T5" fmla="*/ 383 h 396"/>
              <a:gd name="T6" fmla="*/ 0 w 527"/>
              <a:gd name="T7" fmla="*/ 396 h 396"/>
              <a:gd name="T8" fmla="*/ 298 w 527"/>
              <a:gd name="T9" fmla="*/ 396 h 396"/>
              <a:gd name="T10" fmla="*/ 527 w 527"/>
              <a:gd name="T11" fmla="*/ 7 h 396"/>
              <a:gd name="T12" fmla="*/ 521 w 527"/>
              <a:gd name="T13" fmla="*/ 0 h 396"/>
            </a:gdLst>
            <a:ahLst/>
            <a:cxnLst>
              <a:cxn ang="0">
                <a:pos x="T0" y="T1"/>
              </a:cxn>
              <a:cxn ang="0">
                <a:pos x="T2" y="T3"/>
              </a:cxn>
              <a:cxn ang="0">
                <a:pos x="T4" y="T5"/>
              </a:cxn>
              <a:cxn ang="0">
                <a:pos x="T6" y="T7"/>
              </a:cxn>
              <a:cxn ang="0">
                <a:pos x="T8" y="T9"/>
              </a:cxn>
              <a:cxn ang="0">
                <a:pos x="T10" y="T11"/>
              </a:cxn>
              <a:cxn ang="0">
                <a:pos x="T12" y="T13"/>
              </a:cxn>
            </a:cxnLst>
            <a:rect l="0" t="0" r="r" b="b"/>
            <a:pathLst>
              <a:path w="527" h="396">
                <a:moveTo>
                  <a:pt x="521" y="0"/>
                </a:moveTo>
                <a:lnTo>
                  <a:pt x="292" y="383"/>
                </a:lnTo>
                <a:lnTo>
                  <a:pt x="0" y="383"/>
                </a:lnTo>
                <a:lnTo>
                  <a:pt x="0" y="396"/>
                </a:lnTo>
                <a:lnTo>
                  <a:pt x="298" y="396"/>
                </a:lnTo>
                <a:lnTo>
                  <a:pt x="527" y="7"/>
                </a:lnTo>
                <a:lnTo>
                  <a:pt x="521" y="0"/>
                </a:lnTo>
                <a:close/>
              </a:path>
            </a:pathLst>
          </a:custGeom>
          <a:solidFill>
            <a:srgbClr val="675046"/>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 name="文本框 46"/>
          <p:cNvSpPr txBox="1"/>
          <p:nvPr/>
        </p:nvSpPr>
        <p:spPr>
          <a:xfrm>
            <a:off x="6971289" y="2921484"/>
            <a:ext cx="628698" cy="400110"/>
          </a:xfrm>
          <a:prstGeom prst="rect">
            <a:avLst/>
          </a:prstGeom>
          <a:noFill/>
        </p:spPr>
        <p:txBody>
          <a:bodyPr wrap="none" rtlCol="0">
            <a:spAutoFit/>
          </a:bodyPr>
          <a:lstStyle/>
          <a:p>
            <a:r>
              <a:rPr lang="en-US" altLang="zh-CN" sz="2000" dirty="0">
                <a:solidFill>
                  <a:srgbClr val="675046"/>
                </a:solidFill>
                <a:latin typeface="Impact" panose="020B0806030902050204" pitchFamily="34" charset="0"/>
              </a:rPr>
              <a:t>25%</a:t>
            </a:r>
            <a:endParaRPr lang="zh-CN" altLang="en-US" sz="2000" dirty="0">
              <a:solidFill>
                <a:srgbClr val="675046"/>
              </a:solidFill>
              <a:latin typeface="Impact" panose="020B0806030902050204" pitchFamily="34" charset="0"/>
            </a:endParaRPr>
          </a:p>
        </p:txBody>
      </p:sp>
      <p:sp>
        <p:nvSpPr>
          <p:cNvPr id="48" name="文本框 47"/>
          <p:cNvSpPr txBox="1"/>
          <p:nvPr/>
        </p:nvSpPr>
        <p:spPr>
          <a:xfrm>
            <a:off x="7348702" y="5758511"/>
            <a:ext cx="630301" cy="400110"/>
          </a:xfrm>
          <a:prstGeom prst="rect">
            <a:avLst/>
          </a:prstGeom>
          <a:noFill/>
        </p:spPr>
        <p:txBody>
          <a:bodyPr wrap="none" rtlCol="0">
            <a:spAutoFit/>
          </a:bodyPr>
          <a:lstStyle/>
          <a:p>
            <a:r>
              <a:rPr lang="en-US" altLang="zh-CN" sz="2000" dirty="0">
                <a:solidFill>
                  <a:srgbClr val="675046"/>
                </a:solidFill>
                <a:latin typeface="Impact" panose="020B0806030902050204" pitchFamily="34" charset="0"/>
              </a:rPr>
              <a:t>64%</a:t>
            </a:r>
            <a:endParaRPr lang="zh-CN" altLang="en-US" sz="2000" dirty="0">
              <a:solidFill>
                <a:srgbClr val="675046"/>
              </a:solidFill>
              <a:latin typeface="Impact" panose="020B0806030902050204" pitchFamily="34" charset="0"/>
            </a:endParaRPr>
          </a:p>
        </p:txBody>
      </p:sp>
      <p:sp>
        <p:nvSpPr>
          <p:cNvPr id="49" name="Freeform 32"/>
          <p:cNvSpPr>
            <a:spLocks/>
          </p:cNvSpPr>
          <p:nvPr/>
        </p:nvSpPr>
        <p:spPr bwMode="auto">
          <a:xfrm flipH="1">
            <a:off x="7788210" y="2777351"/>
            <a:ext cx="537924" cy="628650"/>
          </a:xfrm>
          <a:custGeom>
            <a:avLst/>
            <a:gdLst>
              <a:gd name="T0" fmla="*/ 6 w 362"/>
              <a:gd name="T1" fmla="*/ 396 h 396"/>
              <a:gd name="T2" fmla="*/ 140 w 362"/>
              <a:gd name="T3" fmla="*/ 6 h 396"/>
              <a:gd name="T4" fmla="*/ 362 w 362"/>
              <a:gd name="T5" fmla="*/ 6 h 396"/>
              <a:gd name="T6" fmla="*/ 362 w 362"/>
              <a:gd name="T7" fmla="*/ 0 h 396"/>
              <a:gd name="T8" fmla="*/ 133 w 362"/>
              <a:gd name="T9" fmla="*/ 0 h 396"/>
              <a:gd name="T10" fmla="*/ 0 w 362"/>
              <a:gd name="T11" fmla="*/ 389 h 396"/>
              <a:gd name="T12" fmla="*/ 6 w 362"/>
              <a:gd name="T13" fmla="*/ 396 h 396"/>
            </a:gdLst>
            <a:ahLst/>
            <a:cxnLst>
              <a:cxn ang="0">
                <a:pos x="T0" y="T1"/>
              </a:cxn>
              <a:cxn ang="0">
                <a:pos x="T2" y="T3"/>
              </a:cxn>
              <a:cxn ang="0">
                <a:pos x="T4" y="T5"/>
              </a:cxn>
              <a:cxn ang="0">
                <a:pos x="T6" y="T7"/>
              </a:cxn>
              <a:cxn ang="0">
                <a:pos x="T8" y="T9"/>
              </a:cxn>
              <a:cxn ang="0">
                <a:pos x="T10" y="T11"/>
              </a:cxn>
              <a:cxn ang="0">
                <a:pos x="T12" y="T13"/>
              </a:cxn>
            </a:cxnLst>
            <a:rect l="0" t="0" r="r" b="b"/>
            <a:pathLst>
              <a:path w="362" h="396">
                <a:moveTo>
                  <a:pt x="6" y="396"/>
                </a:moveTo>
                <a:lnTo>
                  <a:pt x="140" y="6"/>
                </a:lnTo>
                <a:lnTo>
                  <a:pt x="362" y="6"/>
                </a:lnTo>
                <a:lnTo>
                  <a:pt x="362" y="0"/>
                </a:lnTo>
                <a:lnTo>
                  <a:pt x="133" y="0"/>
                </a:lnTo>
                <a:lnTo>
                  <a:pt x="0" y="389"/>
                </a:lnTo>
                <a:lnTo>
                  <a:pt x="6" y="396"/>
                </a:lnTo>
                <a:close/>
              </a:path>
            </a:pathLst>
          </a:custGeom>
          <a:solidFill>
            <a:srgbClr val="3E3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675046"/>
              </a:solidFill>
            </a:endParaRPr>
          </a:p>
        </p:txBody>
      </p:sp>
      <p:sp>
        <p:nvSpPr>
          <p:cNvPr id="50" name="文本框 49"/>
          <p:cNvSpPr txBox="1"/>
          <p:nvPr/>
        </p:nvSpPr>
        <p:spPr>
          <a:xfrm>
            <a:off x="7680420" y="2403492"/>
            <a:ext cx="558166" cy="400110"/>
          </a:xfrm>
          <a:prstGeom prst="rect">
            <a:avLst/>
          </a:prstGeom>
          <a:noFill/>
        </p:spPr>
        <p:txBody>
          <a:bodyPr wrap="none" rtlCol="0">
            <a:spAutoFit/>
          </a:bodyPr>
          <a:lstStyle/>
          <a:p>
            <a:r>
              <a:rPr lang="en-US" altLang="zh-CN" sz="2000" dirty="0">
                <a:solidFill>
                  <a:srgbClr val="675046"/>
                </a:solidFill>
                <a:latin typeface="Impact" panose="020B0806030902050204" pitchFamily="34" charset="0"/>
              </a:rPr>
              <a:t>11%</a:t>
            </a:r>
            <a:endParaRPr lang="zh-CN" altLang="en-US" sz="2000" dirty="0">
              <a:solidFill>
                <a:srgbClr val="675046"/>
              </a:solidFill>
              <a:latin typeface="Impact" panose="020B0806030902050204" pitchFamily="34" charset="0"/>
            </a:endParaRPr>
          </a:p>
        </p:txBody>
      </p:sp>
      <p:sp>
        <p:nvSpPr>
          <p:cNvPr id="51" name="Freeform 60"/>
          <p:cNvSpPr>
            <a:spLocks/>
          </p:cNvSpPr>
          <p:nvPr/>
        </p:nvSpPr>
        <p:spPr bwMode="auto">
          <a:xfrm>
            <a:off x="783743" y="4247946"/>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 name="文本框 53"/>
          <p:cNvSpPr txBox="1"/>
          <p:nvPr/>
        </p:nvSpPr>
        <p:spPr>
          <a:xfrm>
            <a:off x="716895" y="5047547"/>
            <a:ext cx="5542015" cy="1421928"/>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右图由矢量图标和图表组合而成；</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可以更改数据及颜色；</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可更改图标，重要是借鉴其思路；</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可以辅助文字加以说明。</a:t>
            </a:r>
            <a:endParaRPr lang="en-US" altLang="zh-CN" dirty="0">
              <a:solidFill>
                <a:prstClr val="black">
                  <a:lumMod val="65000"/>
                  <a:lumOff val="35000"/>
                </a:prstClr>
              </a:solidFill>
              <a:latin typeface="微软雅黑" panose="020B0503020204020204" pitchFamily="34" charset="-122"/>
            </a:endParaRPr>
          </a:p>
        </p:txBody>
      </p:sp>
      <p:sp>
        <p:nvSpPr>
          <p:cNvPr id="68" name="圆角矩形 67"/>
          <p:cNvSpPr/>
          <p:nvPr/>
        </p:nvSpPr>
        <p:spPr>
          <a:xfrm>
            <a:off x="1451435" y="4407231"/>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69" name="等腰三角形 68"/>
          <p:cNvSpPr/>
          <p:nvPr/>
        </p:nvSpPr>
        <p:spPr>
          <a:xfrm rot="16200000">
            <a:off x="1376803" y="4474775"/>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18" name="矩形 39"/>
          <p:cNvSpPr/>
          <p:nvPr/>
        </p:nvSpPr>
        <p:spPr>
          <a:xfrm>
            <a:off x="0" y="203088"/>
            <a:ext cx="1760418" cy="523220"/>
          </a:xfrm>
          <a:prstGeom prst="rect">
            <a:avLst/>
          </a:prstGeom>
          <a:noFill/>
        </p:spPr>
        <p:txBody>
          <a:bodyPr wrap="none" rtlCol="0">
            <a:spAutoFit/>
          </a:bodyPr>
          <a:lstStyle/>
          <a:p>
            <a:r>
              <a:rPr lang="zh-CN" altLang="en-US" sz="2800" b="1" dirty="0">
                <a:solidFill>
                  <a:schemeClr val="tx1">
                    <a:lumMod val="65000"/>
                    <a:lumOff val="35000"/>
                  </a:schemeClr>
                </a:solidFill>
              </a:rPr>
              <a:t>饼</a:t>
            </a:r>
            <a:r>
              <a:rPr lang="en-US" altLang="zh-CN" sz="2800" b="1" dirty="0">
                <a:solidFill>
                  <a:schemeClr val="tx1">
                    <a:lumMod val="65000"/>
                    <a:lumOff val="35000"/>
                  </a:schemeClr>
                </a:solidFill>
              </a:rPr>
              <a:t>/</a:t>
            </a:r>
            <a:r>
              <a:rPr lang="zh-CN" altLang="en-US" sz="2800" b="1">
                <a:solidFill>
                  <a:schemeClr val="tx1">
                    <a:lumMod val="65000"/>
                    <a:lumOff val="35000"/>
                  </a:schemeClr>
                </a:solidFill>
              </a:rPr>
              <a:t>环形图</a:t>
            </a:r>
          </a:p>
        </p:txBody>
      </p:sp>
    </p:spTree>
    <p:extLst>
      <p:ext uri="{BB962C8B-B14F-4D97-AF65-F5344CB8AC3E}">
        <p14:creationId xmlns:p14="http://schemas.microsoft.com/office/powerpoint/2010/main" val="2132723841"/>
      </p:ext>
    </p:extLst>
  </p:cSld>
  <p:clrMapOvr>
    <a:masterClrMapping/>
  </p:clrMapOvr>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Oval 5"/>
          <p:cNvSpPr>
            <a:spLocks noChangeArrowheads="1"/>
          </p:cNvSpPr>
          <p:nvPr/>
        </p:nvSpPr>
        <p:spPr bwMode="auto">
          <a:xfrm>
            <a:off x="6369050" y="719138"/>
            <a:ext cx="4219575" cy="4217988"/>
          </a:xfrm>
          <a:prstGeom prst="ellipse">
            <a:avLst/>
          </a:prstGeom>
          <a:solidFill>
            <a:srgbClr val="6750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 name="Oval 6"/>
          <p:cNvSpPr>
            <a:spLocks noChangeArrowheads="1"/>
          </p:cNvSpPr>
          <p:nvPr/>
        </p:nvSpPr>
        <p:spPr bwMode="auto">
          <a:xfrm>
            <a:off x="6684963" y="1033463"/>
            <a:ext cx="3589338" cy="3589338"/>
          </a:xfrm>
          <a:prstGeom prst="ellipse">
            <a:avLst/>
          </a:prstGeom>
          <a:solidFill>
            <a:srgbClr val="F8F4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 name="Freeform 7"/>
          <p:cNvSpPr>
            <a:spLocks/>
          </p:cNvSpPr>
          <p:nvPr/>
        </p:nvSpPr>
        <p:spPr bwMode="auto">
          <a:xfrm>
            <a:off x="9412288" y="4568825"/>
            <a:ext cx="1747838" cy="2130425"/>
          </a:xfrm>
          <a:custGeom>
            <a:avLst/>
            <a:gdLst>
              <a:gd name="T0" fmla="*/ 0 w 1101"/>
              <a:gd name="T1" fmla="*/ 161 h 1342"/>
              <a:gd name="T2" fmla="*/ 846 w 1101"/>
              <a:gd name="T3" fmla="*/ 1342 h 1342"/>
              <a:gd name="T4" fmla="*/ 1101 w 1101"/>
              <a:gd name="T5" fmla="*/ 1167 h 1342"/>
              <a:gd name="T6" fmla="*/ 282 w 1101"/>
              <a:gd name="T7" fmla="*/ 0 h 1342"/>
              <a:gd name="T8" fmla="*/ 0 w 1101"/>
              <a:gd name="T9" fmla="*/ 161 h 1342"/>
            </a:gdLst>
            <a:ahLst/>
            <a:cxnLst>
              <a:cxn ang="0">
                <a:pos x="T0" y="T1"/>
              </a:cxn>
              <a:cxn ang="0">
                <a:pos x="T2" y="T3"/>
              </a:cxn>
              <a:cxn ang="0">
                <a:pos x="T4" y="T5"/>
              </a:cxn>
              <a:cxn ang="0">
                <a:pos x="T6" y="T7"/>
              </a:cxn>
              <a:cxn ang="0">
                <a:pos x="T8" y="T9"/>
              </a:cxn>
            </a:cxnLst>
            <a:rect l="0" t="0" r="r" b="b"/>
            <a:pathLst>
              <a:path w="1101" h="1342">
                <a:moveTo>
                  <a:pt x="0" y="161"/>
                </a:moveTo>
                <a:lnTo>
                  <a:pt x="846" y="1342"/>
                </a:lnTo>
                <a:lnTo>
                  <a:pt x="1101" y="1167"/>
                </a:lnTo>
                <a:lnTo>
                  <a:pt x="282" y="0"/>
                </a:lnTo>
                <a:lnTo>
                  <a:pt x="0" y="161"/>
                </a:lnTo>
                <a:close/>
              </a:path>
            </a:pathLst>
          </a:custGeom>
          <a:solidFill>
            <a:srgbClr val="6750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 name="Rectangle 16"/>
          <p:cNvSpPr>
            <a:spLocks noChangeArrowheads="1"/>
          </p:cNvSpPr>
          <p:nvPr/>
        </p:nvSpPr>
        <p:spPr bwMode="auto">
          <a:xfrm>
            <a:off x="8389938" y="1136650"/>
            <a:ext cx="95250" cy="842963"/>
          </a:xfrm>
          <a:prstGeom prst="rect">
            <a:avLst/>
          </a:prstGeom>
          <a:solidFill>
            <a:srgbClr val="F8F4E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 name="Rectangle 17"/>
          <p:cNvSpPr>
            <a:spLocks noChangeArrowheads="1"/>
          </p:cNvSpPr>
          <p:nvPr/>
        </p:nvSpPr>
        <p:spPr bwMode="auto">
          <a:xfrm>
            <a:off x="8389938" y="3705225"/>
            <a:ext cx="95250" cy="841375"/>
          </a:xfrm>
          <a:prstGeom prst="rect">
            <a:avLst/>
          </a:prstGeom>
          <a:solidFill>
            <a:srgbClr val="F8F4E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 name="Freeform 18"/>
          <p:cNvSpPr>
            <a:spLocks/>
          </p:cNvSpPr>
          <p:nvPr/>
        </p:nvSpPr>
        <p:spPr bwMode="auto">
          <a:xfrm>
            <a:off x="7178675" y="3368675"/>
            <a:ext cx="663575" cy="661988"/>
          </a:xfrm>
          <a:custGeom>
            <a:avLst/>
            <a:gdLst>
              <a:gd name="T0" fmla="*/ 43 w 418"/>
              <a:gd name="T1" fmla="*/ 417 h 417"/>
              <a:gd name="T2" fmla="*/ 0 w 418"/>
              <a:gd name="T3" fmla="*/ 375 h 417"/>
              <a:gd name="T4" fmla="*/ 375 w 418"/>
              <a:gd name="T5" fmla="*/ 0 h 417"/>
              <a:gd name="T6" fmla="*/ 418 w 418"/>
              <a:gd name="T7" fmla="*/ 42 h 417"/>
              <a:gd name="T8" fmla="*/ 43 w 418"/>
              <a:gd name="T9" fmla="*/ 417 h 417"/>
            </a:gdLst>
            <a:ahLst/>
            <a:cxnLst>
              <a:cxn ang="0">
                <a:pos x="T0" y="T1"/>
              </a:cxn>
              <a:cxn ang="0">
                <a:pos x="T2" y="T3"/>
              </a:cxn>
              <a:cxn ang="0">
                <a:pos x="T4" y="T5"/>
              </a:cxn>
              <a:cxn ang="0">
                <a:pos x="T6" y="T7"/>
              </a:cxn>
              <a:cxn ang="0">
                <a:pos x="T8" y="T9"/>
              </a:cxn>
            </a:cxnLst>
            <a:rect l="0" t="0" r="r" b="b"/>
            <a:pathLst>
              <a:path w="418" h="417">
                <a:moveTo>
                  <a:pt x="43" y="417"/>
                </a:moveTo>
                <a:lnTo>
                  <a:pt x="0" y="375"/>
                </a:lnTo>
                <a:lnTo>
                  <a:pt x="375" y="0"/>
                </a:lnTo>
                <a:lnTo>
                  <a:pt x="418" y="42"/>
                </a:lnTo>
                <a:lnTo>
                  <a:pt x="43" y="417"/>
                </a:lnTo>
                <a:close/>
              </a:path>
            </a:pathLst>
          </a:custGeom>
          <a:solidFill>
            <a:srgbClr val="F8F4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 name="Freeform 19"/>
          <p:cNvSpPr>
            <a:spLocks/>
          </p:cNvSpPr>
          <p:nvPr/>
        </p:nvSpPr>
        <p:spPr bwMode="auto">
          <a:xfrm>
            <a:off x="9064625" y="3378200"/>
            <a:ext cx="663575" cy="663575"/>
          </a:xfrm>
          <a:custGeom>
            <a:avLst/>
            <a:gdLst>
              <a:gd name="T0" fmla="*/ 418 w 418"/>
              <a:gd name="T1" fmla="*/ 375 h 418"/>
              <a:gd name="T2" fmla="*/ 375 w 418"/>
              <a:gd name="T3" fmla="*/ 418 h 418"/>
              <a:gd name="T4" fmla="*/ 0 w 418"/>
              <a:gd name="T5" fmla="*/ 43 h 418"/>
              <a:gd name="T6" fmla="*/ 43 w 418"/>
              <a:gd name="T7" fmla="*/ 0 h 418"/>
              <a:gd name="T8" fmla="*/ 418 w 418"/>
              <a:gd name="T9" fmla="*/ 375 h 418"/>
            </a:gdLst>
            <a:ahLst/>
            <a:cxnLst>
              <a:cxn ang="0">
                <a:pos x="T0" y="T1"/>
              </a:cxn>
              <a:cxn ang="0">
                <a:pos x="T2" y="T3"/>
              </a:cxn>
              <a:cxn ang="0">
                <a:pos x="T4" y="T5"/>
              </a:cxn>
              <a:cxn ang="0">
                <a:pos x="T6" y="T7"/>
              </a:cxn>
              <a:cxn ang="0">
                <a:pos x="T8" y="T9"/>
              </a:cxn>
            </a:cxnLst>
            <a:rect l="0" t="0" r="r" b="b"/>
            <a:pathLst>
              <a:path w="418" h="418">
                <a:moveTo>
                  <a:pt x="418" y="375"/>
                </a:moveTo>
                <a:lnTo>
                  <a:pt x="375" y="418"/>
                </a:lnTo>
                <a:lnTo>
                  <a:pt x="0" y="43"/>
                </a:lnTo>
                <a:lnTo>
                  <a:pt x="43" y="0"/>
                </a:lnTo>
                <a:lnTo>
                  <a:pt x="418" y="375"/>
                </a:lnTo>
                <a:close/>
              </a:path>
            </a:pathLst>
          </a:custGeom>
          <a:solidFill>
            <a:srgbClr val="F8F4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 name="Freeform 20"/>
          <p:cNvSpPr>
            <a:spLocks/>
          </p:cNvSpPr>
          <p:nvPr/>
        </p:nvSpPr>
        <p:spPr bwMode="auto">
          <a:xfrm>
            <a:off x="7189788" y="1665288"/>
            <a:ext cx="663575" cy="658813"/>
          </a:xfrm>
          <a:custGeom>
            <a:avLst/>
            <a:gdLst>
              <a:gd name="T0" fmla="*/ 43 w 418"/>
              <a:gd name="T1" fmla="*/ 0 h 415"/>
              <a:gd name="T2" fmla="*/ 0 w 418"/>
              <a:gd name="T3" fmla="*/ 42 h 415"/>
              <a:gd name="T4" fmla="*/ 375 w 418"/>
              <a:gd name="T5" fmla="*/ 415 h 415"/>
              <a:gd name="T6" fmla="*/ 418 w 418"/>
              <a:gd name="T7" fmla="*/ 372 h 415"/>
              <a:gd name="T8" fmla="*/ 43 w 418"/>
              <a:gd name="T9" fmla="*/ 0 h 415"/>
            </a:gdLst>
            <a:ahLst/>
            <a:cxnLst>
              <a:cxn ang="0">
                <a:pos x="T0" y="T1"/>
              </a:cxn>
              <a:cxn ang="0">
                <a:pos x="T2" y="T3"/>
              </a:cxn>
              <a:cxn ang="0">
                <a:pos x="T4" y="T5"/>
              </a:cxn>
              <a:cxn ang="0">
                <a:pos x="T6" y="T7"/>
              </a:cxn>
              <a:cxn ang="0">
                <a:pos x="T8" y="T9"/>
              </a:cxn>
            </a:cxnLst>
            <a:rect l="0" t="0" r="r" b="b"/>
            <a:pathLst>
              <a:path w="418" h="415">
                <a:moveTo>
                  <a:pt x="43" y="0"/>
                </a:moveTo>
                <a:lnTo>
                  <a:pt x="0" y="42"/>
                </a:lnTo>
                <a:lnTo>
                  <a:pt x="375" y="415"/>
                </a:lnTo>
                <a:lnTo>
                  <a:pt x="418" y="372"/>
                </a:lnTo>
                <a:lnTo>
                  <a:pt x="43" y="0"/>
                </a:lnTo>
                <a:close/>
              </a:path>
            </a:pathLst>
          </a:custGeom>
          <a:solidFill>
            <a:srgbClr val="F8F4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 name="Freeform 21"/>
          <p:cNvSpPr>
            <a:spLocks/>
          </p:cNvSpPr>
          <p:nvPr/>
        </p:nvSpPr>
        <p:spPr bwMode="auto">
          <a:xfrm>
            <a:off x="9055100" y="1549400"/>
            <a:ext cx="661988" cy="657225"/>
          </a:xfrm>
          <a:custGeom>
            <a:avLst/>
            <a:gdLst>
              <a:gd name="T0" fmla="*/ 417 w 417"/>
              <a:gd name="T1" fmla="*/ 41 h 414"/>
              <a:gd name="T2" fmla="*/ 375 w 417"/>
              <a:gd name="T3" fmla="*/ 0 h 414"/>
              <a:gd name="T4" fmla="*/ 0 w 417"/>
              <a:gd name="T5" fmla="*/ 371 h 414"/>
              <a:gd name="T6" fmla="*/ 42 w 417"/>
              <a:gd name="T7" fmla="*/ 414 h 414"/>
              <a:gd name="T8" fmla="*/ 417 w 417"/>
              <a:gd name="T9" fmla="*/ 41 h 414"/>
            </a:gdLst>
            <a:ahLst/>
            <a:cxnLst>
              <a:cxn ang="0">
                <a:pos x="T0" y="T1"/>
              </a:cxn>
              <a:cxn ang="0">
                <a:pos x="T2" y="T3"/>
              </a:cxn>
              <a:cxn ang="0">
                <a:pos x="T4" y="T5"/>
              </a:cxn>
              <a:cxn ang="0">
                <a:pos x="T6" y="T7"/>
              </a:cxn>
              <a:cxn ang="0">
                <a:pos x="T8" y="T9"/>
              </a:cxn>
            </a:cxnLst>
            <a:rect l="0" t="0" r="r" b="b"/>
            <a:pathLst>
              <a:path w="417" h="414">
                <a:moveTo>
                  <a:pt x="417" y="41"/>
                </a:moveTo>
                <a:lnTo>
                  <a:pt x="375" y="0"/>
                </a:lnTo>
                <a:lnTo>
                  <a:pt x="0" y="371"/>
                </a:lnTo>
                <a:lnTo>
                  <a:pt x="42" y="414"/>
                </a:lnTo>
                <a:lnTo>
                  <a:pt x="417" y="41"/>
                </a:lnTo>
                <a:close/>
              </a:path>
            </a:pathLst>
          </a:custGeom>
          <a:solidFill>
            <a:srgbClr val="F8F4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 name="Rectangle 22"/>
          <p:cNvSpPr>
            <a:spLocks noChangeArrowheads="1"/>
          </p:cNvSpPr>
          <p:nvPr/>
        </p:nvSpPr>
        <p:spPr bwMode="auto">
          <a:xfrm>
            <a:off x="9317038" y="2735263"/>
            <a:ext cx="841375" cy="95250"/>
          </a:xfrm>
          <a:prstGeom prst="rect">
            <a:avLst/>
          </a:prstGeom>
          <a:solidFill>
            <a:srgbClr val="F8F4E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 name="Rectangle 23"/>
          <p:cNvSpPr>
            <a:spLocks noChangeArrowheads="1"/>
          </p:cNvSpPr>
          <p:nvPr/>
        </p:nvSpPr>
        <p:spPr bwMode="auto">
          <a:xfrm>
            <a:off x="6802438" y="2735263"/>
            <a:ext cx="841375" cy="95250"/>
          </a:xfrm>
          <a:prstGeom prst="rect">
            <a:avLst/>
          </a:prstGeom>
          <a:solidFill>
            <a:srgbClr val="F8F4E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 name="Freeform 24"/>
          <p:cNvSpPr>
            <a:spLocks/>
          </p:cNvSpPr>
          <p:nvPr/>
        </p:nvSpPr>
        <p:spPr bwMode="auto">
          <a:xfrm>
            <a:off x="7772400" y="1690688"/>
            <a:ext cx="1485900" cy="2078038"/>
          </a:xfrm>
          <a:custGeom>
            <a:avLst/>
            <a:gdLst>
              <a:gd name="T0" fmla="*/ 0 w 1116"/>
              <a:gd name="T1" fmla="*/ 888 h 1560"/>
              <a:gd name="T2" fmla="*/ 1116 w 1116"/>
              <a:gd name="T3" fmla="*/ 852 h 1560"/>
              <a:gd name="T4" fmla="*/ 0 w 1116"/>
              <a:gd name="T5" fmla="*/ 888 h 1560"/>
            </a:gdLst>
            <a:ahLst/>
            <a:cxnLst>
              <a:cxn ang="0">
                <a:pos x="T0" y="T1"/>
              </a:cxn>
              <a:cxn ang="0">
                <a:pos x="T2" y="T3"/>
              </a:cxn>
              <a:cxn ang="0">
                <a:pos x="T4" y="T5"/>
              </a:cxn>
            </a:cxnLst>
            <a:rect l="0" t="0" r="r" b="b"/>
            <a:pathLst>
              <a:path w="1116" h="1560">
                <a:moveTo>
                  <a:pt x="0" y="888"/>
                </a:moveTo>
                <a:cubicBezTo>
                  <a:pt x="0" y="888"/>
                  <a:pt x="480" y="0"/>
                  <a:pt x="1116" y="852"/>
                </a:cubicBezTo>
                <a:cubicBezTo>
                  <a:pt x="1116" y="852"/>
                  <a:pt x="600" y="1560"/>
                  <a:pt x="0" y="888"/>
                </a:cubicBezTo>
                <a:close/>
              </a:path>
            </a:pathLst>
          </a:custGeom>
          <a:noFill/>
          <a:ln w="42863" cap="flat">
            <a:solidFill>
              <a:srgbClr val="67504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 name="Oval 25"/>
          <p:cNvSpPr>
            <a:spLocks noChangeArrowheads="1"/>
          </p:cNvSpPr>
          <p:nvPr/>
        </p:nvSpPr>
        <p:spPr bwMode="auto">
          <a:xfrm>
            <a:off x="8069263" y="2330450"/>
            <a:ext cx="917575" cy="915988"/>
          </a:xfrm>
          <a:prstGeom prst="ellipse">
            <a:avLst/>
          </a:prstGeom>
          <a:solidFill>
            <a:srgbClr val="6750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 name="Oval 26"/>
          <p:cNvSpPr>
            <a:spLocks noChangeArrowheads="1"/>
          </p:cNvSpPr>
          <p:nvPr/>
        </p:nvSpPr>
        <p:spPr bwMode="auto">
          <a:xfrm>
            <a:off x="8229600" y="2479675"/>
            <a:ext cx="617538" cy="617538"/>
          </a:xfrm>
          <a:prstGeom prst="ellipse">
            <a:avLst/>
          </a:prstGeom>
          <a:solidFill>
            <a:srgbClr val="4E8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 name="Oval 27"/>
          <p:cNvSpPr>
            <a:spLocks noChangeArrowheads="1"/>
          </p:cNvSpPr>
          <p:nvPr/>
        </p:nvSpPr>
        <p:spPr bwMode="auto">
          <a:xfrm>
            <a:off x="8389938" y="2624138"/>
            <a:ext cx="330200" cy="330200"/>
          </a:xfrm>
          <a:prstGeom prst="ellipse">
            <a:avLst/>
          </a:prstGeom>
          <a:solidFill>
            <a:srgbClr val="6750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 name="Line 28"/>
          <p:cNvSpPr>
            <a:spLocks noChangeShapeType="1"/>
          </p:cNvSpPr>
          <p:nvPr/>
        </p:nvSpPr>
        <p:spPr bwMode="auto">
          <a:xfrm flipH="1" flipV="1">
            <a:off x="7686675" y="2511425"/>
            <a:ext cx="192088" cy="203200"/>
          </a:xfrm>
          <a:prstGeom prst="line">
            <a:avLst/>
          </a:prstGeom>
          <a:noFill/>
          <a:ln w="42863" cap="flat">
            <a:solidFill>
              <a:srgbClr val="67504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 name="Line 29"/>
          <p:cNvSpPr>
            <a:spLocks noChangeShapeType="1"/>
          </p:cNvSpPr>
          <p:nvPr/>
        </p:nvSpPr>
        <p:spPr bwMode="auto">
          <a:xfrm flipH="1" flipV="1">
            <a:off x="8048625" y="2224088"/>
            <a:ext cx="169863" cy="192088"/>
          </a:xfrm>
          <a:prstGeom prst="line">
            <a:avLst/>
          </a:prstGeom>
          <a:noFill/>
          <a:ln w="42863" cap="flat">
            <a:solidFill>
              <a:srgbClr val="67504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 name="Line 30"/>
          <p:cNvSpPr>
            <a:spLocks noChangeShapeType="1"/>
          </p:cNvSpPr>
          <p:nvPr/>
        </p:nvSpPr>
        <p:spPr bwMode="auto">
          <a:xfrm flipV="1">
            <a:off x="8591550" y="2085975"/>
            <a:ext cx="65088" cy="233363"/>
          </a:xfrm>
          <a:prstGeom prst="line">
            <a:avLst/>
          </a:prstGeom>
          <a:noFill/>
          <a:ln w="42863" cap="flat">
            <a:solidFill>
              <a:srgbClr val="67504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 name="Line 31"/>
          <p:cNvSpPr>
            <a:spLocks noChangeShapeType="1"/>
          </p:cNvSpPr>
          <p:nvPr/>
        </p:nvSpPr>
        <p:spPr bwMode="auto">
          <a:xfrm flipV="1">
            <a:off x="9093200" y="2479675"/>
            <a:ext cx="138113" cy="138113"/>
          </a:xfrm>
          <a:prstGeom prst="line">
            <a:avLst/>
          </a:prstGeom>
          <a:noFill/>
          <a:ln w="42863" cap="flat">
            <a:solidFill>
              <a:srgbClr val="67504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aphicFrame>
        <p:nvGraphicFramePr>
          <p:cNvPr id="52" name="图表 51"/>
          <p:cNvGraphicFramePr/>
          <p:nvPr/>
        </p:nvGraphicFramePr>
        <p:xfrm>
          <a:off x="5346976" y="735990"/>
          <a:ext cx="6276423" cy="4184283"/>
        </p:xfrm>
        <a:graphic>
          <a:graphicData uri="http://schemas.openxmlformats.org/drawingml/2006/chart">
            <c:chart xmlns:c="http://schemas.openxmlformats.org/drawingml/2006/chart" xmlns:r="http://schemas.openxmlformats.org/officeDocument/2006/relationships" r:id="rId2"/>
          </a:graphicData>
        </a:graphic>
      </p:graphicFrame>
      <p:sp>
        <p:nvSpPr>
          <p:cNvPr id="53" name="Freeform 60"/>
          <p:cNvSpPr>
            <a:spLocks/>
          </p:cNvSpPr>
          <p:nvPr/>
        </p:nvSpPr>
        <p:spPr bwMode="auto">
          <a:xfrm>
            <a:off x="783743" y="3719315"/>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 name="文本框 54"/>
          <p:cNvSpPr txBox="1"/>
          <p:nvPr/>
        </p:nvSpPr>
        <p:spPr>
          <a:xfrm>
            <a:off x="716895" y="4518916"/>
            <a:ext cx="4769505" cy="1421928"/>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右图由图标和数据图表组合而成；</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可根据需要修改图表数据；</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可以辅助文字加以说明；</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颜色可以根据需要进行修改。</a:t>
            </a:r>
            <a:endParaRPr lang="en-US" altLang="zh-CN" dirty="0">
              <a:solidFill>
                <a:prstClr val="black">
                  <a:lumMod val="65000"/>
                  <a:lumOff val="35000"/>
                </a:prstClr>
              </a:solidFill>
              <a:latin typeface="微软雅黑" panose="020B0503020204020204" pitchFamily="34" charset="-122"/>
            </a:endParaRPr>
          </a:p>
        </p:txBody>
      </p:sp>
      <p:sp>
        <p:nvSpPr>
          <p:cNvPr id="56" name="圆角矩形 55"/>
          <p:cNvSpPr/>
          <p:nvPr/>
        </p:nvSpPr>
        <p:spPr>
          <a:xfrm>
            <a:off x="1451435" y="3878600"/>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57" name="等腰三角形 56"/>
          <p:cNvSpPr/>
          <p:nvPr/>
        </p:nvSpPr>
        <p:spPr>
          <a:xfrm rot="16200000">
            <a:off x="1376803" y="3946144"/>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27" name="矩形 39"/>
          <p:cNvSpPr/>
          <p:nvPr/>
        </p:nvSpPr>
        <p:spPr>
          <a:xfrm>
            <a:off x="0" y="203088"/>
            <a:ext cx="1760418" cy="523220"/>
          </a:xfrm>
          <a:prstGeom prst="rect">
            <a:avLst/>
          </a:prstGeom>
          <a:noFill/>
        </p:spPr>
        <p:txBody>
          <a:bodyPr wrap="none" rtlCol="0">
            <a:spAutoFit/>
          </a:bodyPr>
          <a:lstStyle/>
          <a:p>
            <a:r>
              <a:rPr lang="zh-CN" altLang="en-US" sz="2800" b="1" dirty="0">
                <a:solidFill>
                  <a:schemeClr val="tx1">
                    <a:lumMod val="65000"/>
                    <a:lumOff val="35000"/>
                  </a:schemeClr>
                </a:solidFill>
              </a:rPr>
              <a:t>饼</a:t>
            </a:r>
            <a:r>
              <a:rPr lang="en-US" altLang="zh-CN" sz="2800" b="1" dirty="0">
                <a:solidFill>
                  <a:schemeClr val="tx1">
                    <a:lumMod val="65000"/>
                    <a:lumOff val="35000"/>
                  </a:schemeClr>
                </a:solidFill>
              </a:rPr>
              <a:t>/</a:t>
            </a:r>
            <a:r>
              <a:rPr lang="zh-CN" altLang="en-US" sz="2800" b="1">
                <a:solidFill>
                  <a:schemeClr val="tx1">
                    <a:lumMod val="65000"/>
                    <a:lumOff val="35000"/>
                  </a:schemeClr>
                </a:solidFill>
              </a:rPr>
              <a:t>环形图</a:t>
            </a:r>
          </a:p>
        </p:txBody>
      </p:sp>
    </p:spTree>
    <p:extLst>
      <p:ext uri="{BB962C8B-B14F-4D97-AF65-F5344CB8AC3E}">
        <p14:creationId xmlns:p14="http://schemas.microsoft.com/office/powerpoint/2010/main" val="1040043610"/>
      </p:ext>
    </p:extLst>
  </p:cSld>
  <p:clrMapOvr>
    <a:masterClrMapping/>
  </p:clrMapOvr>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Freeform 60"/>
          <p:cNvSpPr>
            <a:spLocks/>
          </p:cNvSpPr>
          <p:nvPr/>
        </p:nvSpPr>
        <p:spPr bwMode="auto">
          <a:xfrm>
            <a:off x="783743" y="3719315"/>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 name="文本框 54"/>
          <p:cNvSpPr txBox="1"/>
          <p:nvPr/>
        </p:nvSpPr>
        <p:spPr>
          <a:xfrm>
            <a:off x="716895" y="4518916"/>
            <a:ext cx="4769505" cy="1421928"/>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右图由图标和数据图表组合而成；</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可根据需要修改图表数据；</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可以辅助文字加以说明；</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颜色可以根据需要进行修改。</a:t>
            </a:r>
            <a:endParaRPr lang="en-US" altLang="zh-CN" dirty="0">
              <a:solidFill>
                <a:prstClr val="black">
                  <a:lumMod val="65000"/>
                  <a:lumOff val="35000"/>
                </a:prstClr>
              </a:solidFill>
              <a:latin typeface="微软雅黑" panose="020B0503020204020204" pitchFamily="34" charset="-122"/>
            </a:endParaRPr>
          </a:p>
        </p:txBody>
      </p:sp>
      <p:sp>
        <p:nvSpPr>
          <p:cNvPr id="56" name="圆角矩形 55"/>
          <p:cNvSpPr/>
          <p:nvPr/>
        </p:nvSpPr>
        <p:spPr>
          <a:xfrm>
            <a:off x="1451435" y="3878600"/>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57" name="等腰三角形 56"/>
          <p:cNvSpPr/>
          <p:nvPr/>
        </p:nvSpPr>
        <p:spPr>
          <a:xfrm rot="16200000">
            <a:off x="1376803" y="3946144"/>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grpSp>
        <p:nvGrpSpPr>
          <p:cNvPr id="27" name="组合 26"/>
          <p:cNvGrpSpPr/>
          <p:nvPr/>
        </p:nvGrpSpPr>
        <p:grpSpPr>
          <a:xfrm>
            <a:off x="6615455" y="1273871"/>
            <a:ext cx="5336315" cy="5486987"/>
            <a:chOff x="1141815" y="1369355"/>
            <a:chExt cx="4156158" cy="4273508"/>
          </a:xfrm>
        </p:grpSpPr>
        <p:graphicFrame>
          <p:nvGraphicFramePr>
            <p:cNvPr id="39" name="图表 38"/>
            <p:cNvGraphicFramePr/>
            <p:nvPr/>
          </p:nvGraphicFramePr>
          <p:xfrm>
            <a:off x="1141815" y="1422400"/>
            <a:ext cx="4156158" cy="2770772"/>
          </p:xfrm>
          <a:graphic>
            <a:graphicData uri="http://schemas.openxmlformats.org/drawingml/2006/chart">
              <c:chart xmlns:c="http://schemas.openxmlformats.org/drawingml/2006/chart" xmlns:r="http://schemas.openxmlformats.org/officeDocument/2006/relationships" r:id="rId2"/>
            </a:graphicData>
          </a:graphic>
        </p:graphicFrame>
        <p:grpSp>
          <p:nvGrpSpPr>
            <p:cNvPr id="40" name="组合 39"/>
            <p:cNvGrpSpPr/>
            <p:nvPr/>
          </p:nvGrpSpPr>
          <p:grpSpPr>
            <a:xfrm rot="21442319">
              <a:off x="1223854" y="3881080"/>
              <a:ext cx="1122806" cy="1761783"/>
              <a:chOff x="1335314" y="4786756"/>
              <a:chExt cx="1122806" cy="1761783"/>
            </a:xfrm>
          </p:grpSpPr>
          <p:grpSp>
            <p:nvGrpSpPr>
              <p:cNvPr id="42" name="组合 41"/>
              <p:cNvGrpSpPr/>
              <p:nvPr/>
            </p:nvGrpSpPr>
            <p:grpSpPr>
              <a:xfrm rot="21435440">
                <a:off x="1441603" y="4786756"/>
                <a:ext cx="1016517" cy="1761783"/>
                <a:chOff x="4376258" y="4808160"/>
                <a:chExt cx="1016517" cy="1761783"/>
              </a:xfrm>
            </p:grpSpPr>
            <p:sp>
              <p:nvSpPr>
                <p:cNvPr id="44" name="任意多边形 43"/>
                <p:cNvSpPr/>
                <p:nvPr/>
              </p:nvSpPr>
              <p:spPr>
                <a:xfrm rot="18857641">
                  <a:off x="3748178" y="5511022"/>
                  <a:ext cx="1687001" cy="430842"/>
                </a:xfrm>
                <a:custGeom>
                  <a:avLst/>
                  <a:gdLst>
                    <a:gd name="connsiteX0" fmla="*/ 1540473 w 1550160"/>
                    <a:gd name="connsiteY0" fmla="*/ 0 h 430842"/>
                    <a:gd name="connsiteX1" fmla="*/ 1550160 w 1550160"/>
                    <a:gd name="connsiteY1" fmla="*/ 430842 h 430842"/>
                    <a:gd name="connsiteX2" fmla="*/ 208312 w 1550160"/>
                    <a:gd name="connsiteY2" fmla="*/ 430842 h 430842"/>
                    <a:gd name="connsiteX3" fmla="*/ 0 w 1550160"/>
                    <a:gd name="connsiteY3" fmla="*/ 222530 h 430842"/>
                    <a:gd name="connsiteX4" fmla="*/ 0 w 1550160"/>
                    <a:gd name="connsiteY4" fmla="*/ 208312 h 430842"/>
                    <a:gd name="connsiteX5" fmla="*/ 208312 w 1550160"/>
                    <a:gd name="connsiteY5" fmla="*/ 0 h 430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50160" h="430842">
                      <a:moveTo>
                        <a:pt x="1540473" y="0"/>
                      </a:moveTo>
                      <a:lnTo>
                        <a:pt x="1550160" y="430842"/>
                      </a:lnTo>
                      <a:lnTo>
                        <a:pt x="208312" y="430842"/>
                      </a:lnTo>
                      <a:cubicBezTo>
                        <a:pt x="93264" y="430842"/>
                        <a:pt x="0" y="337578"/>
                        <a:pt x="0" y="222530"/>
                      </a:cubicBezTo>
                      <a:lnTo>
                        <a:pt x="0" y="208312"/>
                      </a:lnTo>
                      <a:cubicBezTo>
                        <a:pt x="0" y="93264"/>
                        <a:pt x="93264" y="0"/>
                        <a:pt x="208312" y="0"/>
                      </a:cubicBezTo>
                      <a:close/>
                    </a:path>
                  </a:pathLst>
                </a:custGeom>
                <a:solidFill>
                  <a:srgbClr val="093F4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45" name="矩形 44"/>
                <p:cNvSpPr/>
                <p:nvPr/>
              </p:nvSpPr>
              <p:spPr>
                <a:xfrm rot="2615405">
                  <a:off x="5160547" y="4808160"/>
                  <a:ext cx="232228" cy="434872"/>
                </a:xfrm>
                <a:prstGeom prst="rect">
                  <a:avLst/>
                </a:prstGeom>
                <a:solidFill>
                  <a:srgbClr val="093F4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cxnSp>
            <p:nvCxnSpPr>
              <p:cNvPr id="43" name="直接连接符 42"/>
              <p:cNvCxnSpPr/>
              <p:nvPr/>
            </p:nvCxnSpPr>
            <p:spPr>
              <a:xfrm flipH="1">
                <a:off x="1335314" y="5370285"/>
                <a:ext cx="725714" cy="783772"/>
              </a:xfrm>
              <a:prstGeom prst="line">
                <a:avLst/>
              </a:prstGeom>
              <a:ln>
                <a:solidFill>
                  <a:srgbClr val="FFFFFF"/>
                </a:solidFill>
              </a:ln>
            </p:spPr>
            <p:style>
              <a:lnRef idx="1">
                <a:schemeClr val="accent1"/>
              </a:lnRef>
              <a:fillRef idx="0">
                <a:schemeClr val="accent1"/>
              </a:fillRef>
              <a:effectRef idx="0">
                <a:schemeClr val="accent1"/>
              </a:effectRef>
              <a:fontRef idx="minor">
                <a:schemeClr val="tx1"/>
              </a:fontRef>
            </p:style>
          </p:cxnSp>
        </p:grpSp>
        <p:sp>
          <p:nvSpPr>
            <p:cNvPr id="41" name="同心圆 40"/>
            <p:cNvSpPr/>
            <p:nvPr/>
          </p:nvSpPr>
          <p:spPr>
            <a:xfrm>
              <a:off x="1785257" y="1369355"/>
              <a:ext cx="2873824" cy="2873824"/>
            </a:xfrm>
            <a:prstGeom prst="donut">
              <a:avLst>
                <a:gd name="adj" fmla="val 4730"/>
              </a:avLst>
            </a:prstGeom>
            <a:solidFill>
              <a:srgbClr val="093F4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black"/>
                </a:solidFill>
              </a:endParaRPr>
            </a:p>
          </p:txBody>
        </p:sp>
      </p:grpSp>
      <p:grpSp>
        <p:nvGrpSpPr>
          <p:cNvPr id="46" name="组合 45"/>
          <p:cNvGrpSpPr/>
          <p:nvPr/>
        </p:nvGrpSpPr>
        <p:grpSpPr>
          <a:xfrm>
            <a:off x="9517551" y="3103016"/>
            <a:ext cx="715937" cy="616299"/>
            <a:chOff x="6715126" y="5464176"/>
            <a:chExt cx="307974" cy="265113"/>
          </a:xfrm>
          <a:solidFill>
            <a:srgbClr val="FFFFFF"/>
          </a:solidFill>
        </p:grpSpPr>
        <p:sp>
          <p:nvSpPr>
            <p:cNvPr id="47" name="Freeform 5"/>
            <p:cNvSpPr>
              <a:spLocks/>
            </p:cNvSpPr>
            <p:nvPr/>
          </p:nvSpPr>
          <p:spPr bwMode="auto">
            <a:xfrm>
              <a:off x="6731000" y="5581651"/>
              <a:ext cx="42862" cy="147638"/>
            </a:xfrm>
            <a:custGeom>
              <a:avLst/>
              <a:gdLst>
                <a:gd name="T0" fmla="*/ 0 w 27"/>
                <a:gd name="T1" fmla="*/ 14 h 93"/>
                <a:gd name="T2" fmla="*/ 0 w 27"/>
                <a:gd name="T3" fmla="*/ 93 h 93"/>
                <a:gd name="T4" fmla="*/ 27 w 27"/>
                <a:gd name="T5" fmla="*/ 93 h 93"/>
                <a:gd name="T6" fmla="*/ 27 w 27"/>
                <a:gd name="T7" fmla="*/ 0 h 93"/>
                <a:gd name="T8" fmla="*/ 5 w 27"/>
                <a:gd name="T9" fmla="*/ 22 h 93"/>
                <a:gd name="T10" fmla="*/ 0 w 27"/>
                <a:gd name="T11" fmla="*/ 14 h 93"/>
              </a:gdLst>
              <a:ahLst/>
              <a:cxnLst>
                <a:cxn ang="0">
                  <a:pos x="T0" y="T1"/>
                </a:cxn>
                <a:cxn ang="0">
                  <a:pos x="T2" y="T3"/>
                </a:cxn>
                <a:cxn ang="0">
                  <a:pos x="T4" y="T5"/>
                </a:cxn>
                <a:cxn ang="0">
                  <a:pos x="T6" y="T7"/>
                </a:cxn>
                <a:cxn ang="0">
                  <a:pos x="T8" y="T9"/>
                </a:cxn>
                <a:cxn ang="0">
                  <a:pos x="T10" y="T11"/>
                </a:cxn>
              </a:cxnLst>
              <a:rect l="0" t="0" r="r" b="b"/>
              <a:pathLst>
                <a:path w="27" h="93">
                  <a:moveTo>
                    <a:pt x="0" y="14"/>
                  </a:moveTo>
                  <a:lnTo>
                    <a:pt x="0" y="93"/>
                  </a:lnTo>
                  <a:lnTo>
                    <a:pt x="27" y="93"/>
                  </a:lnTo>
                  <a:lnTo>
                    <a:pt x="27" y="0"/>
                  </a:lnTo>
                  <a:lnTo>
                    <a:pt x="5" y="22"/>
                  </a:lnTo>
                  <a:lnTo>
                    <a:pt x="0"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 name="Freeform 6"/>
            <p:cNvSpPr>
              <a:spLocks/>
            </p:cNvSpPr>
            <p:nvPr/>
          </p:nvSpPr>
          <p:spPr bwMode="auto">
            <a:xfrm>
              <a:off x="6808788" y="5549901"/>
              <a:ext cx="47625" cy="179388"/>
            </a:xfrm>
            <a:custGeom>
              <a:avLst/>
              <a:gdLst>
                <a:gd name="T0" fmla="*/ 0 w 30"/>
                <a:gd name="T1" fmla="*/ 0 h 113"/>
                <a:gd name="T2" fmla="*/ 0 w 30"/>
                <a:gd name="T3" fmla="*/ 113 h 113"/>
                <a:gd name="T4" fmla="*/ 30 w 30"/>
                <a:gd name="T5" fmla="*/ 113 h 113"/>
                <a:gd name="T6" fmla="*/ 30 w 30"/>
                <a:gd name="T7" fmla="*/ 29 h 113"/>
                <a:gd name="T8" fmla="*/ 0 w 30"/>
                <a:gd name="T9" fmla="*/ 0 h 113"/>
                <a:gd name="T10" fmla="*/ 0 w 30"/>
                <a:gd name="T11" fmla="*/ 0 h 113"/>
              </a:gdLst>
              <a:ahLst/>
              <a:cxnLst>
                <a:cxn ang="0">
                  <a:pos x="T0" y="T1"/>
                </a:cxn>
                <a:cxn ang="0">
                  <a:pos x="T2" y="T3"/>
                </a:cxn>
                <a:cxn ang="0">
                  <a:pos x="T4" y="T5"/>
                </a:cxn>
                <a:cxn ang="0">
                  <a:pos x="T6" y="T7"/>
                </a:cxn>
                <a:cxn ang="0">
                  <a:pos x="T8" y="T9"/>
                </a:cxn>
                <a:cxn ang="0">
                  <a:pos x="T10" y="T11"/>
                </a:cxn>
              </a:cxnLst>
              <a:rect l="0" t="0" r="r" b="b"/>
              <a:pathLst>
                <a:path w="30" h="113">
                  <a:moveTo>
                    <a:pt x="0" y="0"/>
                  </a:moveTo>
                  <a:lnTo>
                    <a:pt x="0" y="113"/>
                  </a:lnTo>
                  <a:lnTo>
                    <a:pt x="30" y="113"/>
                  </a:lnTo>
                  <a:lnTo>
                    <a:pt x="30" y="29"/>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 name="Freeform 7"/>
            <p:cNvSpPr>
              <a:spLocks/>
            </p:cNvSpPr>
            <p:nvPr/>
          </p:nvSpPr>
          <p:spPr bwMode="auto">
            <a:xfrm>
              <a:off x="6883400" y="5592763"/>
              <a:ext cx="46037" cy="136525"/>
            </a:xfrm>
            <a:custGeom>
              <a:avLst/>
              <a:gdLst>
                <a:gd name="T0" fmla="*/ 0 w 29"/>
                <a:gd name="T1" fmla="*/ 20 h 86"/>
                <a:gd name="T2" fmla="*/ 0 w 29"/>
                <a:gd name="T3" fmla="*/ 86 h 86"/>
                <a:gd name="T4" fmla="*/ 29 w 29"/>
                <a:gd name="T5" fmla="*/ 86 h 86"/>
                <a:gd name="T6" fmla="*/ 29 w 29"/>
                <a:gd name="T7" fmla="*/ 0 h 86"/>
                <a:gd name="T8" fmla="*/ 5 w 29"/>
                <a:gd name="T9" fmla="*/ 25 h 86"/>
                <a:gd name="T10" fmla="*/ 0 w 29"/>
                <a:gd name="T11" fmla="*/ 20 h 86"/>
              </a:gdLst>
              <a:ahLst/>
              <a:cxnLst>
                <a:cxn ang="0">
                  <a:pos x="T0" y="T1"/>
                </a:cxn>
                <a:cxn ang="0">
                  <a:pos x="T2" y="T3"/>
                </a:cxn>
                <a:cxn ang="0">
                  <a:pos x="T4" y="T5"/>
                </a:cxn>
                <a:cxn ang="0">
                  <a:pos x="T6" y="T7"/>
                </a:cxn>
                <a:cxn ang="0">
                  <a:pos x="T8" y="T9"/>
                </a:cxn>
                <a:cxn ang="0">
                  <a:pos x="T10" y="T11"/>
                </a:cxn>
              </a:cxnLst>
              <a:rect l="0" t="0" r="r" b="b"/>
              <a:pathLst>
                <a:path w="29" h="86">
                  <a:moveTo>
                    <a:pt x="0" y="20"/>
                  </a:moveTo>
                  <a:lnTo>
                    <a:pt x="0" y="86"/>
                  </a:lnTo>
                  <a:lnTo>
                    <a:pt x="29" y="86"/>
                  </a:lnTo>
                  <a:lnTo>
                    <a:pt x="29" y="0"/>
                  </a:lnTo>
                  <a:lnTo>
                    <a:pt x="5" y="25"/>
                  </a:lnTo>
                  <a:lnTo>
                    <a:pt x="0"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 name="Freeform 8"/>
            <p:cNvSpPr>
              <a:spLocks/>
            </p:cNvSpPr>
            <p:nvPr/>
          </p:nvSpPr>
          <p:spPr bwMode="auto">
            <a:xfrm>
              <a:off x="6964363" y="5526088"/>
              <a:ext cx="47625" cy="203200"/>
            </a:xfrm>
            <a:custGeom>
              <a:avLst/>
              <a:gdLst>
                <a:gd name="T0" fmla="*/ 20 w 30"/>
                <a:gd name="T1" fmla="*/ 0 h 128"/>
                <a:gd name="T2" fmla="*/ 0 w 30"/>
                <a:gd name="T3" fmla="*/ 20 h 128"/>
                <a:gd name="T4" fmla="*/ 0 w 30"/>
                <a:gd name="T5" fmla="*/ 128 h 128"/>
                <a:gd name="T6" fmla="*/ 30 w 30"/>
                <a:gd name="T7" fmla="*/ 128 h 128"/>
                <a:gd name="T8" fmla="*/ 30 w 30"/>
                <a:gd name="T9" fmla="*/ 17 h 128"/>
                <a:gd name="T10" fmla="*/ 20 w 30"/>
                <a:gd name="T11" fmla="*/ 17 h 128"/>
                <a:gd name="T12" fmla="*/ 20 w 30"/>
                <a:gd name="T13" fmla="*/ 0 h 128"/>
              </a:gdLst>
              <a:ahLst/>
              <a:cxnLst>
                <a:cxn ang="0">
                  <a:pos x="T0" y="T1"/>
                </a:cxn>
                <a:cxn ang="0">
                  <a:pos x="T2" y="T3"/>
                </a:cxn>
                <a:cxn ang="0">
                  <a:pos x="T4" y="T5"/>
                </a:cxn>
                <a:cxn ang="0">
                  <a:pos x="T6" y="T7"/>
                </a:cxn>
                <a:cxn ang="0">
                  <a:pos x="T8" y="T9"/>
                </a:cxn>
                <a:cxn ang="0">
                  <a:pos x="T10" y="T11"/>
                </a:cxn>
                <a:cxn ang="0">
                  <a:pos x="T12" y="T13"/>
                </a:cxn>
              </a:cxnLst>
              <a:rect l="0" t="0" r="r" b="b"/>
              <a:pathLst>
                <a:path w="30" h="128">
                  <a:moveTo>
                    <a:pt x="20" y="0"/>
                  </a:moveTo>
                  <a:lnTo>
                    <a:pt x="0" y="20"/>
                  </a:lnTo>
                  <a:lnTo>
                    <a:pt x="0" y="128"/>
                  </a:lnTo>
                  <a:lnTo>
                    <a:pt x="30" y="128"/>
                  </a:lnTo>
                  <a:lnTo>
                    <a:pt x="30" y="17"/>
                  </a:lnTo>
                  <a:lnTo>
                    <a:pt x="20" y="17"/>
                  </a:lnTo>
                  <a:lnTo>
                    <a:pt x="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 name="Freeform 9"/>
            <p:cNvSpPr>
              <a:spLocks/>
            </p:cNvSpPr>
            <p:nvPr/>
          </p:nvSpPr>
          <p:spPr bwMode="auto">
            <a:xfrm>
              <a:off x="6715126" y="5464176"/>
              <a:ext cx="307974" cy="144463"/>
            </a:xfrm>
            <a:custGeom>
              <a:avLst/>
              <a:gdLst>
                <a:gd name="T0" fmla="*/ 152 w 194"/>
                <a:gd name="T1" fmla="*/ 0 h 91"/>
                <a:gd name="T2" fmla="*/ 152 w 194"/>
                <a:gd name="T3" fmla="*/ 7 h 91"/>
                <a:gd name="T4" fmla="*/ 170 w 194"/>
                <a:gd name="T5" fmla="*/ 7 h 91"/>
                <a:gd name="T6" fmla="*/ 113 w 194"/>
                <a:gd name="T7" fmla="*/ 64 h 91"/>
                <a:gd name="T8" fmla="*/ 59 w 194"/>
                <a:gd name="T9" fmla="*/ 10 h 91"/>
                <a:gd name="T10" fmla="*/ 0 w 194"/>
                <a:gd name="T11" fmla="*/ 69 h 91"/>
                <a:gd name="T12" fmla="*/ 13 w 194"/>
                <a:gd name="T13" fmla="*/ 81 h 91"/>
                <a:gd name="T14" fmla="*/ 59 w 194"/>
                <a:gd name="T15" fmla="*/ 37 h 91"/>
                <a:gd name="T16" fmla="*/ 113 w 194"/>
                <a:gd name="T17" fmla="*/ 91 h 91"/>
                <a:gd name="T18" fmla="*/ 184 w 194"/>
                <a:gd name="T19" fmla="*/ 22 h 91"/>
                <a:gd name="T20" fmla="*/ 184 w 194"/>
                <a:gd name="T21" fmla="*/ 44 h 91"/>
                <a:gd name="T22" fmla="*/ 194 w 194"/>
                <a:gd name="T23" fmla="*/ 44 h 91"/>
                <a:gd name="T24" fmla="*/ 194 w 194"/>
                <a:gd name="T25" fmla="*/ 0 h 91"/>
                <a:gd name="T26" fmla="*/ 152 w 194"/>
                <a:gd name="T2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4" h="91">
                  <a:moveTo>
                    <a:pt x="152" y="0"/>
                  </a:moveTo>
                  <a:lnTo>
                    <a:pt x="152" y="7"/>
                  </a:lnTo>
                  <a:lnTo>
                    <a:pt x="170" y="7"/>
                  </a:lnTo>
                  <a:lnTo>
                    <a:pt x="113" y="64"/>
                  </a:lnTo>
                  <a:lnTo>
                    <a:pt x="59" y="10"/>
                  </a:lnTo>
                  <a:lnTo>
                    <a:pt x="0" y="69"/>
                  </a:lnTo>
                  <a:lnTo>
                    <a:pt x="13" y="81"/>
                  </a:lnTo>
                  <a:lnTo>
                    <a:pt x="59" y="37"/>
                  </a:lnTo>
                  <a:lnTo>
                    <a:pt x="113" y="91"/>
                  </a:lnTo>
                  <a:lnTo>
                    <a:pt x="184" y="22"/>
                  </a:lnTo>
                  <a:lnTo>
                    <a:pt x="184" y="44"/>
                  </a:lnTo>
                  <a:lnTo>
                    <a:pt x="194" y="44"/>
                  </a:lnTo>
                  <a:lnTo>
                    <a:pt x="194" y="0"/>
                  </a:lnTo>
                  <a:lnTo>
                    <a:pt x="15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54" name="组合 53"/>
          <p:cNvGrpSpPr/>
          <p:nvPr/>
        </p:nvGrpSpPr>
        <p:grpSpPr>
          <a:xfrm>
            <a:off x="7904572" y="2498998"/>
            <a:ext cx="766411" cy="747943"/>
            <a:chOff x="7146926" y="5765800"/>
            <a:chExt cx="395288" cy="385763"/>
          </a:xfrm>
          <a:solidFill>
            <a:srgbClr val="FFFFFF"/>
          </a:solidFill>
        </p:grpSpPr>
        <p:sp>
          <p:nvSpPr>
            <p:cNvPr id="58" name="Freeform 13"/>
            <p:cNvSpPr>
              <a:spLocks/>
            </p:cNvSpPr>
            <p:nvPr/>
          </p:nvSpPr>
          <p:spPr bwMode="auto">
            <a:xfrm>
              <a:off x="7146926" y="5765800"/>
              <a:ext cx="317500" cy="319088"/>
            </a:xfrm>
            <a:custGeom>
              <a:avLst/>
              <a:gdLst>
                <a:gd name="T0" fmla="*/ 41 w 82"/>
                <a:gd name="T1" fmla="*/ 68 h 83"/>
                <a:gd name="T2" fmla="*/ 14 w 82"/>
                <a:gd name="T3" fmla="*/ 41 h 83"/>
                <a:gd name="T4" fmla="*/ 41 w 82"/>
                <a:gd name="T5" fmla="*/ 15 h 83"/>
                <a:gd name="T6" fmla="*/ 68 w 82"/>
                <a:gd name="T7" fmla="*/ 41 h 83"/>
                <a:gd name="T8" fmla="*/ 64 w 82"/>
                <a:gd name="T9" fmla="*/ 55 h 83"/>
                <a:gd name="T10" fmla="*/ 75 w 82"/>
                <a:gd name="T11" fmla="*/ 65 h 83"/>
                <a:gd name="T12" fmla="*/ 82 w 82"/>
                <a:gd name="T13" fmla="*/ 42 h 83"/>
                <a:gd name="T14" fmla="*/ 41 w 82"/>
                <a:gd name="T15" fmla="*/ 0 h 83"/>
                <a:gd name="T16" fmla="*/ 0 w 82"/>
                <a:gd name="T17" fmla="*/ 42 h 83"/>
                <a:gd name="T18" fmla="*/ 41 w 82"/>
                <a:gd name="T19" fmla="*/ 83 h 83"/>
                <a:gd name="T20" fmla="*/ 67 w 82"/>
                <a:gd name="T21" fmla="*/ 74 h 83"/>
                <a:gd name="T22" fmla="*/ 56 w 82"/>
                <a:gd name="T23" fmla="*/ 63 h 83"/>
                <a:gd name="T24" fmla="*/ 41 w 82"/>
                <a:gd name="T25" fmla="*/ 68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2" h="83">
                  <a:moveTo>
                    <a:pt x="41" y="68"/>
                  </a:moveTo>
                  <a:cubicBezTo>
                    <a:pt x="26" y="68"/>
                    <a:pt x="14" y="56"/>
                    <a:pt x="14" y="41"/>
                  </a:cubicBezTo>
                  <a:cubicBezTo>
                    <a:pt x="14" y="27"/>
                    <a:pt x="26" y="15"/>
                    <a:pt x="41" y="15"/>
                  </a:cubicBezTo>
                  <a:cubicBezTo>
                    <a:pt x="56" y="15"/>
                    <a:pt x="68" y="27"/>
                    <a:pt x="68" y="41"/>
                  </a:cubicBezTo>
                  <a:cubicBezTo>
                    <a:pt x="68" y="46"/>
                    <a:pt x="67" y="51"/>
                    <a:pt x="64" y="55"/>
                  </a:cubicBezTo>
                  <a:cubicBezTo>
                    <a:pt x="75" y="65"/>
                    <a:pt x="75" y="65"/>
                    <a:pt x="75" y="65"/>
                  </a:cubicBezTo>
                  <a:cubicBezTo>
                    <a:pt x="79" y="58"/>
                    <a:pt x="82" y="50"/>
                    <a:pt x="82" y="42"/>
                  </a:cubicBezTo>
                  <a:cubicBezTo>
                    <a:pt x="82" y="19"/>
                    <a:pt x="64" y="0"/>
                    <a:pt x="41" y="0"/>
                  </a:cubicBezTo>
                  <a:cubicBezTo>
                    <a:pt x="18" y="0"/>
                    <a:pt x="0" y="19"/>
                    <a:pt x="0" y="42"/>
                  </a:cubicBezTo>
                  <a:cubicBezTo>
                    <a:pt x="0" y="64"/>
                    <a:pt x="18" y="83"/>
                    <a:pt x="41" y="83"/>
                  </a:cubicBezTo>
                  <a:cubicBezTo>
                    <a:pt x="51" y="83"/>
                    <a:pt x="60" y="79"/>
                    <a:pt x="67" y="74"/>
                  </a:cubicBezTo>
                  <a:cubicBezTo>
                    <a:pt x="56" y="63"/>
                    <a:pt x="56" y="63"/>
                    <a:pt x="56" y="63"/>
                  </a:cubicBezTo>
                  <a:cubicBezTo>
                    <a:pt x="52" y="66"/>
                    <a:pt x="47" y="68"/>
                    <a:pt x="41" y="6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 name="Freeform 14"/>
            <p:cNvSpPr>
              <a:spLocks/>
            </p:cNvSpPr>
            <p:nvPr/>
          </p:nvSpPr>
          <p:spPr bwMode="auto">
            <a:xfrm>
              <a:off x="7251701" y="5870575"/>
              <a:ext cx="104775" cy="106363"/>
            </a:xfrm>
            <a:custGeom>
              <a:avLst/>
              <a:gdLst>
                <a:gd name="T0" fmla="*/ 10 w 27"/>
                <a:gd name="T1" fmla="*/ 6 h 28"/>
                <a:gd name="T2" fmla="*/ 11 w 27"/>
                <a:gd name="T3" fmla="*/ 6 h 28"/>
                <a:gd name="T4" fmla="*/ 11 w 27"/>
                <a:gd name="T5" fmla="*/ 6 h 28"/>
                <a:gd name="T6" fmla="*/ 11 w 27"/>
                <a:gd name="T7" fmla="*/ 6 h 28"/>
                <a:gd name="T8" fmla="*/ 11 w 27"/>
                <a:gd name="T9" fmla="*/ 6 h 28"/>
                <a:gd name="T10" fmla="*/ 27 w 27"/>
                <a:gd name="T11" fmla="*/ 11 h 28"/>
                <a:gd name="T12" fmla="*/ 14 w 27"/>
                <a:gd name="T13" fmla="*/ 0 h 28"/>
                <a:gd name="T14" fmla="*/ 0 w 27"/>
                <a:gd name="T15" fmla="*/ 15 h 28"/>
                <a:gd name="T16" fmla="*/ 13 w 27"/>
                <a:gd name="T17" fmla="*/ 28 h 28"/>
                <a:gd name="T18" fmla="*/ 7 w 27"/>
                <a:gd name="T19" fmla="*/ 10 h 28"/>
                <a:gd name="T20" fmla="*/ 7 w 27"/>
                <a:gd name="T21" fmla="*/ 10 h 28"/>
                <a:gd name="T22" fmla="*/ 7 w 27"/>
                <a:gd name="T23" fmla="*/ 10 h 28"/>
                <a:gd name="T24" fmla="*/ 8 w 27"/>
                <a:gd name="T25" fmla="*/ 7 h 28"/>
                <a:gd name="T26" fmla="*/ 10 w 27"/>
                <a:gd name="T27" fmla="*/ 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 h="28">
                  <a:moveTo>
                    <a:pt x="10" y="6"/>
                  </a:moveTo>
                  <a:cubicBezTo>
                    <a:pt x="11" y="6"/>
                    <a:pt x="11" y="6"/>
                    <a:pt x="11" y="6"/>
                  </a:cubicBezTo>
                  <a:cubicBezTo>
                    <a:pt x="11" y="6"/>
                    <a:pt x="11" y="6"/>
                    <a:pt x="11" y="6"/>
                  </a:cubicBezTo>
                  <a:cubicBezTo>
                    <a:pt x="11" y="6"/>
                    <a:pt x="11" y="6"/>
                    <a:pt x="11" y="6"/>
                  </a:cubicBezTo>
                  <a:cubicBezTo>
                    <a:pt x="11" y="6"/>
                    <a:pt x="11" y="6"/>
                    <a:pt x="11" y="6"/>
                  </a:cubicBezTo>
                  <a:cubicBezTo>
                    <a:pt x="27" y="11"/>
                    <a:pt x="27" y="11"/>
                    <a:pt x="27" y="11"/>
                  </a:cubicBezTo>
                  <a:cubicBezTo>
                    <a:pt x="26" y="5"/>
                    <a:pt x="20" y="0"/>
                    <a:pt x="14" y="0"/>
                  </a:cubicBezTo>
                  <a:cubicBezTo>
                    <a:pt x="6" y="0"/>
                    <a:pt x="0" y="7"/>
                    <a:pt x="0" y="15"/>
                  </a:cubicBezTo>
                  <a:cubicBezTo>
                    <a:pt x="0" y="22"/>
                    <a:pt x="6" y="28"/>
                    <a:pt x="13" y="28"/>
                  </a:cubicBezTo>
                  <a:cubicBezTo>
                    <a:pt x="7" y="10"/>
                    <a:pt x="7" y="10"/>
                    <a:pt x="7" y="10"/>
                  </a:cubicBezTo>
                  <a:cubicBezTo>
                    <a:pt x="7" y="10"/>
                    <a:pt x="7" y="10"/>
                    <a:pt x="7" y="10"/>
                  </a:cubicBezTo>
                  <a:cubicBezTo>
                    <a:pt x="7" y="10"/>
                    <a:pt x="7" y="10"/>
                    <a:pt x="7" y="10"/>
                  </a:cubicBezTo>
                  <a:cubicBezTo>
                    <a:pt x="7" y="9"/>
                    <a:pt x="7" y="8"/>
                    <a:pt x="8" y="7"/>
                  </a:cubicBezTo>
                  <a:cubicBezTo>
                    <a:pt x="9" y="6"/>
                    <a:pt x="9" y="6"/>
                    <a:pt x="10"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 name="Freeform 15"/>
            <p:cNvSpPr>
              <a:spLocks/>
            </p:cNvSpPr>
            <p:nvPr/>
          </p:nvSpPr>
          <p:spPr bwMode="auto">
            <a:xfrm>
              <a:off x="7286626" y="5900738"/>
              <a:ext cx="255588" cy="250825"/>
            </a:xfrm>
            <a:custGeom>
              <a:avLst/>
              <a:gdLst>
                <a:gd name="T0" fmla="*/ 51 w 66"/>
                <a:gd name="T1" fmla="*/ 40 h 65"/>
                <a:gd name="T2" fmla="*/ 48 w 66"/>
                <a:gd name="T3" fmla="*/ 43 h 65"/>
                <a:gd name="T4" fmla="*/ 15 w 66"/>
                <a:gd name="T5" fmla="*/ 10 h 65"/>
                <a:gd name="T6" fmla="*/ 24 w 66"/>
                <a:gd name="T7" fmla="*/ 7 h 65"/>
                <a:gd name="T8" fmla="*/ 24 w 66"/>
                <a:gd name="T9" fmla="*/ 7 h 65"/>
                <a:gd name="T10" fmla="*/ 24 w 66"/>
                <a:gd name="T11" fmla="*/ 7 h 65"/>
                <a:gd name="T12" fmla="*/ 24 w 66"/>
                <a:gd name="T13" fmla="*/ 6 h 65"/>
                <a:gd name="T14" fmla="*/ 1 w 66"/>
                <a:gd name="T15" fmla="*/ 0 h 65"/>
                <a:gd name="T16" fmla="*/ 1 w 66"/>
                <a:gd name="T17" fmla="*/ 0 h 65"/>
                <a:gd name="T18" fmla="*/ 0 w 66"/>
                <a:gd name="T19" fmla="*/ 1 h 65"/>
                <a:gd name="T20" fmla="*/ 8 w 66"/>
                <a:gd name="T21" fmla="*/ 24 h 65"/>
                <a:gd name="T22" fmla="*/ 8 w 66"/>
                <a:gd name="T23" fmla="*/ 24 h 65"/>
                <a:gd name="T24" fmla="*/ 9 w 66"/>
                <a:gd name="T25" fmla="*/ 24 h 65"/>
                <a:gd name="T26" fmla="*/ 11 w 66"/>
                <a:gd name="T27" fmla="*/ 15 h 65"/>
                <a:gd name="T28" fmla="*/ 44 w 66"/>
                <a:gd name="T29" fmla="*/ 47 h 65"/>
                <a:gd name="T30" fmla="*/ 41 w 66"/>
                <a:gd name="T31" fmla="*/ 49 h 65"/>
                <a:gd name="T32" fmla="*/ 57 w 66"/>
                <a:gd name="T33" fmla="*/ 65 h 65"/>
                <a:gd name="T34" fmla="*/ 58 w 66"/>
                <a:gd name="T35" fmla="*/ 57 h 65"/>
                <a:gd name="T36" fmla="*/ 66 w 66"/>
                <a:gd name="T37" fmla="*/ 55 h 65"/>
                <a:gd name="T38" fmla="*/ 51 w 66"/>
                <a:gd name="T39" fmla="*/ 4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 h="65">
                  <a:moveTo>
                    <a:pt x="51" y="40"/>
                  </a:moveTo>
                  <a:cubicBezTo>
                    <a:pt x="48" y="43"/>
                    <a:pt x="48" y="43"/>
                    <a:pt x="48" y="43"/>
                  </a:cubicBezTo>
                  <a:cubicBezTo>
                    <a:pt x="15" y="10"/>
                    <a:pt x="15" y="10"/>
                    <a:pt x="15" y="10"/>
                  </a:cubicBezTo>
                  <a:cubicBezTo>
                    <a:pt x="24" y="7"/>
                    <a:pt x="24" y="7"/>
                    <a:pt x="24" y="7"/>
                  </a:cubicBezTo>
                  <a:cubicBezTo>
                    <a:pt x="24" y="7"/>
                    <a:pt x="24" y="7"/>
                    <a:pt x="24" y="7"/>
                  </a:cubicBezTo>
                  <a:cubicBezTo>
                    <a:pt x="24" y="7"/>
                    <a:pt x="24" y="7"/>
                    <a:pt x="24" y="7"/>
                  </a:cubicBezTo>
                  <a:cubicBezTo>
                    <a:pt x="24" y="6"/>
                    <a:pt x="24" y="6"/>
                    <a:pt x="24" y="6"/>
                  </a:cubicBezTo>
                  <a:cubicBezTo>
                    <a:pt x="1" y="0"/>
                    <a:pt x="1" y="0"/>
                    <a:pt x="1" y="0"/>
                  </a:cubicBezTo>
                  <a:cubicBezTo>
                    <a:pt x="1" y="0"/>
                    <a:pt x="1" y="0"/>
                    <a:pt x="1" y="0"/>
                  </a:cubicBezTo>
                  <a:cubicBezTo>
                    <a:pt x="0" y="0"/>
                    <a:pt x="0" y="0"/>
                    <a:pt x="0" y="1"/>
                  </a:cubicBezTo>
                  <a:cubicBezTo>
                    <a:pt x="8" y="24"/>
                    <a:pt x="8" y="24"/>
                    <a:pt x="8" y="24"/>
                  </a:cubicBezTo>
                  <a:cubicBezTo>
                    <a:pt x="8" y="24"/>
                    <a:pt x="8" y="24"/>
                    <a:pt x="8" y="24"/>
                  </a:cubicBezTo>
                  <a:cubicBezTo>
                    <a:pt x="9" y="24"/>
                    <a:pt x="9" y="24"/>
                    <a:pt x="9" y="24"/>
                  </a:cubicBezTo>
                  <a:cubicBezTo>
                    <a:pt x="11" y="15"/>
                    <a:pt x="11" y="15"/>
                    <a:pt x="11" y="15"/>
                  </a:cubicBezTo>
                  <a:cubicBezTo>
                    <a:pt x="44" y="47"/>
                    <a:pt x="44" y="47"/>
                    <a:pt x="44" y="47"/>
                  </a:cubicBezTo>
                  <a:cubicBezTo>
                    <a:pt x="41" y="49"/>
                    <a:pt x="41" y="49"/>
                    <a:pt x="41" y="49"/>
                  </a:cubicBezTo>
                  <a:cubicBezTo>
                    <a:pt x="57" y="65"/>
                    <a:pt x="57" y="65"/>
                    <a:pt x="57" y="65"/>
                  </a:cubicBezTo>
                  <a:cubicBezTo>
                    <a:pt x="58" y="57"/>
                    <a:pt x="58" y="57"/>
                    <a:pt x="58" y="57"/>
                  </a:cubicBezTo>
                  <a:cubicBezTo>
                    <a:pt x="66" y="55"/>
                    <a:pt x="66" y="55"/>
                    <a:pt x="66" y="55"/>
                  </a:cubicBezTo>
                  <a:lnTo>
                    <a:pt x="51"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61" name="Freeform 5"/>
          <p:cNvSpPr>
            <a:spLocks noEditPoints="1"/>
          </p:cNvSpPr>
          <p:nvPr/>
        </p:nvSpPr>
        <p:spPr bwMode="auto">
          <a:xfrm rot="16200000">
            <a:off x="8575237" y="1704377"/>
            <a:ext cx="515592" cy="625742"/>
          </a:xfrm>
          <a:custGeom>
            <a:avLst/>
            <a:gdLst>
              <a:gd name="T0" fmla="*/ 85 w 90"/>
              <a:gd name="T1" fmla="*/ 84 h 110"/>
              <a:gd name="T2" fmla="*/ 72 w 90"/>
              <a:gd name="T3" fmla="*/ 74 h 110"/>
              <a:gd name="T4" fmla="*/ 61 w 90"/>
              <a:gd name="T5" fmla="*/ 75 h 110"/>
              <a:gd name="T6" fmla="*/ 51 w 90"/>
              <a:gd name="T7" fmla="*/ 57 h 110"/>
              <a:gd name="T8" fmla="*/ 74 w 90"/>
              <a:gd name="T9" fmla="*/ 13 h 110"/>
              <a:gd name="T10" fmla="*/ 71 w 90"/>
              <a:gd name="T11" fmla="*/ 0 h 110"/>
              <a:gd name="T12" fmla="*/ 45 w 90"/>
              <a:gd name="T13" fmla="*/ 46 h 110"/>
              <a:gd name="T14" fmla="*/ 18 w 90"/>
              <a:gd name="T15" fmla="*/ 0 h 110"/>
              <a:gd name="T16" fmla="*/ 16 w 90"/>
              <a:gd name="T17" fmla="*/ 13 h 110"/>
              <a:gd name="T18" fmla="*/ 39 w 90"/>
              <a:gd name="T19" fmla="*/ 57 h 110"/>
              <a:gd name="T20" fmla="*/ 29 w 90"/>
              <a:gd name="T21" fmla="*/ 75 h 110"/>
              <a:gd name="T22" fmla="*/ 18 w 90"/>
              <a:gd name="T23" fmla="*/ 74 h 110"/>
              <a:gd name="T24" fmla="*/ 5 w 90"/>
              <a:gd name="T25" fmla="*/ 84 h 110"/>
              <a:gd name="T26" fmla="*/ 10 w 90"/>
              <a:gd name="T27" fmla="*/ 108 h 110"/>
              <a:gd name="T28" fmla="*/ 21 w 90"/>
              <a:gd name="T29" fmla="*/ 109 h 110"/>
              <a:gd name="T30" fmla="*/ 33 w 90"/>
              <a:gd name="T31" fmla="*/ 100 h 110"/>
              <a:gd name="T32" fmla="*/ 36 w 90"/>
              <a:gd name="T33" fmla="*/ 93 h 110"/>
              <a:gd name="T34" fmla="*/ 36 w 90"/>
              <a:gd name="T35" fmla="*/ 93 h 110"/>
              <a:gd name="T36" fmla="*/ 36 w 90"/>
              <a:gd name="T37" fmla="*/ 92 h 110"/>
              <a:gd name="T38" fmla="*/ 45 w 90"/>
              <a:gd name="T39" fmla="*/ 67 h 110"/>
              <a:gd name="T40" fmla="*/ 54 w 90"/>
              <a:gd name="T41" fmla="*/ 92 h 110"/>
              <a:gd name="T42" fmla="*/ 54 w 90"/>
              <a:gd name="T43" fmla="*/ 93 h 110"/>
              <a:gd name="T44" fmla="*/ 54 w 90"/>
              <a:gd name="T45" fmla="*/ 93 h 110"/>
              <a:gd name="T46" fmla="*/ 57 w 90"/>
              <a:gd name="T47" fmla="*/ 100 h 110"/>
              <a:gd name="T48" fmla="*/ 69 w 90"/>
              <a:gd name="T49" fmla="*/ 109 h 110"/>
              <a:gd name="T50" fmla="*/ 80 w 90"/>
              <a:gd name="T51" fmla="*/ 108 h 110"/>
              <a:gd name="T52" fmla="*/ 85 w 90"/>
              <a:gd name="T53" fmla="*/ 84 h 110"/>
              <a:gd name="T54" fmla="*/ 26 w 90"/>
              <a:gd name="T55" fmla="*/ 95 h 110"/>
              <a:gd name="T56" fmla="*/ 19 w 90"/>
              <a:gd name="T57" fmla="*/ 101 h 110"/>
              <a:gd name="T58" fmla="*/ 14 w 90"/>
              <a:gd name="T59" fmla="*/ 101 h 110"/>
              <a:gd name="T60" fmla="*/ 13 w 90"/>
              <a:gd name="T61" fmla="*/ 88 h 110"/>
              <a:gd name="T62" fmla="*/ 20 w 90"/>
              <a:gd name="T63" fmla="*/ 82 h 110"/>
              <a:gd name="T64" fmla="*/ 24 w 90"/>
              <a:gd name="T65" fmla="*/ 83 h 110"/>
              <a:gd name="T66" fmla="*/ 26 w 90"/>
              <a:gd name="T67" fmla="*/ 95 h 110"/>
              <a:gd name="T68" fmla="*/ 45 w 90"/>
              <a:gd name="T69" fmla="*/ 58 h 110"/>
              <a:gd name="T70" fmla="*/ 42 w 90"/>
              <a:gd name="T71" fmla="*/ 55 h 110"/>
              <a:gd name="T72" fmla="*/ 45 w 90"/>
              <a:gd name="T73" fmla="*/ 52 h 110"/>
              <a:gd name="T74" fmla="*/ 48 w 90"/>
              <a:gd name="T75" fmla="*/ 55 h 110"/>
              <a:gd name="T76" fmla="*/ 45 w 90"/>
              <a:gd name="T77" fmla="*/ 58 h 110"/>
              <a:gd name="T78" fmla="*/ 76 w 90"/>
              <a:gd name="T79" fmla="*/ 101 h 110"/>
              <a:gd name="T80" fmla="*/ 71 w 90"/>
              <a:gd name="T81" fmla="*/ 101 h 110"/>
              <a:gd name="T82" fmla="*/ 64 w 90"/>
              <a:gd name="T83" fmla="*/ 95 h 110"/>
              <a:gd name="T84" fmla="*/ 65 w 90"/>
              <a:gd name="T85" fmla="*/ 83 h 110"/>
              <a:gd name="T86" fmla="*/ 70 w 90"/>
              <a:gd name="T87" fmla="*/ 82 h 110"/>
              <a:gd name="T88" fmla="*/ 77 w 90"/>
              <a:gd name="T89" fmla="*/ 88 h 110"/>
              <a:gd name="T90" fmla="*/ 76 w 90"/>
              <a:gd name="T91" fmla="*/ 101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0" h="110">
                <a:moveTo>
                  <a:pt x="85" y="84"/>
                </a:moveTo>
                <a:cubicBezTo>
                  <a:pt x="82" y="79"/>
                  <a:pt x="77" y="75"/>
                  <a:pt x="72" y="74"/>
                </a:cubicBezTo>
                <a:cubicBezTo>
                  <a:pt x="69" y="73"/>
                  <a:pt x="65" y="73"/>
                  <a:pt x="61" y="75"/>
                </a:cubicBezTo>
                <a:cubicBezTo>
                  <a:pt x="51" y="57"/>
                  <a:pt x="51" y="57"/>
                  <a:pt x="51" y="57"/>
                </a:cubicBezTo>
                <a:cubicBezTo>
                  <a:pt x="57" y="45"/>
                  <a:pt x="71" y="17"/>
                  <a:pt x="74" y="13"/>
                </a:cubicBezTo>
                <a:cubicBezTo>
                  <a:pt x="77" y="7"/>
                  <a:pt x="71" y="0"/>
                  <a:pt x="71" y="0"/>
                </a:cubicBezTo>
                <a:cubicBezTo>
                  <a:pt x="45" y="46"/>
                  <a:pt x="45" y="46"/>
                  <a:pt x="45" y="46"/>
                </a:cubicBezTo>
                <a:cubicBezTo>
                  <a:pt x="18" y="0"/>
                  <a:pt x="18" y="0"/>
                  <a:pt x="18" y="0"/>
                </a:cubicBezTo>
                <a:cubicBezTo>
                  <a:pt x="18" y="0"/>
                  <a:pt x="13" y="7"/>
                  <a:pt x="16" y="13"/>
                </a:cubicBezTo>
                <a:cubicBezTo>
                  <a:pt x="18" y="17"/>
                  <a:pt x="32" y="45"/>
                  <a:pt x="39" y="57"/>
                </a:cubicBezTo>
                <a:cubicBezTo>
                  <a:pt x="29" y="75"/>
                  <a:pt x="29" y="75"/>
                  <a:pt x="29" y="75"/>
                </a:cubicBezTo>
                <a:cubicBezTo>
                  <a:pt x="25" y="73"/>
                  <a:pt x="21" y="73"/>
                  <a:pt x="18" y="74"/>
                </a:cubicBezTo>
                <a:cubicBezTo>
                  <a:pt x="13" y="75"/>
                  <a:pt x="8" y="79"/>
                  <a:pt x="5" y="84"/>
                </a:cubicBezTo>
                <a:cubicBezTo>
                  <a:pt x="0" y="93"/>
                  <a:pt x="2" y="104"/>
                  <a:pt x="10" y="108"/>
                </a:cubicBezTo>
                <a:cubicBezTo>
                  <a:pt x="13" y="110"/>
                  <a:pt x="17" y="110"/>
                  <a:pt x="21" y="109"/>
                </a:cubicBezTo>
                <a:cubicBezTo>
                  <a:pt x="26" y="108"/>
                  <a:pt x="30" y="105"/>
                  <a:pt x="33" y="100"/>
                </a:cubicBezTo>
                <a:cubicBezTo>
                  <a:pt x="34" y="97"/>
                  <a:pt x="35" y="95"/>
                  <a:pt x="36" y="93"/>
                </a:cubicBezTo>
                <a:cubicBezTo>
                  <a:pt x="36" y="93"/>
                  <a:pt x="36" y="93"/>
                  <a:pt x="36" y="93"/>
                </a:cubicBezTo>
                <a:cubicBezTo>
                  <a:pt x="36" y="92"/>
                  <a:pt x="36" y="92"/>
                  <a:pt x="36" y="92"/>
                </a:cubicBezTo>
                <a:cubicBezTo>
                  <a:pt x="38" y="78"/>
                  <a:pt x="42" y="70"/>
                  <a:pt x="45" y="67"/>
                </a:cubicBezTo>
                <a:cubicBezTo>
                  <a:pt x="48" y="70"/>
                  <a:pt x="52" y="78"/>
                  <a:pt x="54" y="92"/>
                </a:cubicBezTo>
                <a:cubicBezTo>
                  <a:pt x="54" y="92"/>
                  <a:pt x="54" y="92"/>
                  <a:pt x="54" y="93"/>
                </a:cubicBezTo>
                <a:cubicBezTo>
                  <a:pt x="54" y="93"/>
                  <a:pt x="54" y="93"/>
                  <a:pt x="54" y="93"/>
                </a:cubicBezTo>
                <a:cubicBezTo>
                  <a:pt x="55" y="95"/>
                  <a:pt x="55" y="97"/>
                  <a:pt x="57" y="100"/>
                </a:cubicBezTo>
                <a:cubicBezTo>
                  <a:pt x="60" y="105"/>
                  <a:pt x="64" y="108"/>
                  <a:pt x="69" y="109"/>
                </a:cubicBezTo>
                <a:cubicBezTo>
                  <a:pt x="73" y="110"/>
                  <a:pt x="77" y="110"/>
                  <a:pt x="80" y="108"/>
                </a:cubicBezTo>
                <a:cubicBezTo>
                  <a:pt x="88" y="104"/>
                  <a:pt x="90" y="93"/>
                  <a:pt x="85" y="84"/>
                </a:cubicBezTo>
                <a:moveTo>
                  <a:pt x="26" y="95"/>
                </a:moveTo>
                <a:cubicBezTo>
                  <a:pt x="24" y="98"/>
                  <a:pt x="21" y="100"/>
                  <a:pt x="19" y="101"/>
                </a:cubicBezTo>
                <a:cubicBezTo>
                  <a:pt x="17" y="101"/>
                  <a:pt x="16" y="102"/>
                  <a:pt x="14" y="101"/>
                </a:cubicBezTo>
                <a:cubicBezTo>
                  <a:pt x="11" y="99"/>
                  <a:pt x="10" y="93"/>
                  <a:pt x="13" y="88"/>
                </a:cubicBezTo>
                <a:cubicBezTo>
                  <a:pt x="14" y="85"/>
                  <a:pt x="17" y="83"/>
                  <a:pt x="20" y="82"/>
                </a:cubicBezTo>
                <a:cubicBezTo>
                  <a:pt x="21" y="82"/>
                  <a:pt x="23" y="82"/>
                  <a:pt x="24" y="83"/>
                </a:cubicBezTo>
                <a:cubicBezTo>
                  <a:pt x="28" y="85"/>
                  <a:pt x="28" y="90"/>
                  <a:pt x="26" y="95"/>
                </a:cubicBezTo>
                <a:moveTo>
                  <a:pt x="45" y="58"/>
                </a:moveTo>
                <a:cubicBezTo>
                  <a:pt x="43" y="58"/>
                  <a:pt x="42" y="57"/>
                  <a:pt x="42" y="55"/>
                </a:cubicBezTo>
                <a:cubicBezTo>
                  <a:pt x="42" y="53"/>
                  <a:pt x="43" y="52"/>
                  <a:pt x="45" y="52"/>
                </a:cubicBezTo>
                <a:cubicBezTo>
                  <a:pt x="47" y="52"/>
                  <a:pt x="48" y="53"/>
                  <a:pt x="48" y="55"/>
                </a:cubicBezTo>
                <a:cubicBezTo>
                  <a:pt x="48" y="57"/>
                  <a:pt x="47" y="58"/>
                  <a:pt x="45" y="58"/>
                </a:cubicBezTo>
                <a:moveTo>
                  <a:pt x="76" y="101"/>
                </a:moveTo>
                <a:cubicBezTo>
                  <a:pt x="74" y="102"/>
                  <a:pt x="72" y="101"/>
                  <a:pt x="71" y="101"/>
                </a:cubicBezTo>
                <a:cubicBezTo>
                  <a:pt x="69" y="100"/>
                  <a:pt x="66" y="98"/>
                  <a:pt x="64" y="95"/>
                </a:cubicBezTo>
                <a:cubicBezTo>
                  <a:pt x="61" y="90"/>
                  <a:pt x="62" y="85"/>
                  <a:pt x="65" y="83"/>
                </a:cubicBezTo>
                <a:cubicBezTo>
                  <a:pt x="67" y="82"/>
                  <a:pt x="69" y="82"/>
                  <a:pt x="70" y="82"/>
                </a:cubicBezTo>
                <a:cubicBezTo>
                  <a:pt x="73" y="83"/>
                  <a:pt x="75" y="85"/>
                  <a:pt x="77" y="88"/>
                </a:cubicBezTo>
                <a:cubicBezTo>
                  <a:pt x="80" y="93"/>
                  <a:pt x="79" y="99"/>
                  <a:pt x="76" y="101"/>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 name="Freeform 97"/>
          <p:cNvSpPr>
            <a:spLocks/>
          </p:cNvSpPr>
          <p:nvPr/>
        </p:nvSpPr>
        <p:spPr bwMode="auto">
          <a:xfrm>
            <a:off x="10233488" y="4097008"/>
            <a:ext cx="1141344" cy="976181"/>
          </a:xfrm>
          <a:custGeom>
            <a:avLst/>
            <a:gdLst>
              <a:gd name="T0" fmla="*/ 0 w 463"/>
              <a:gd name="T1" fmla="*/ 7 h 396"/>
              <a:gd name="T2" fmla="*/ 196 w 463"/>
              <a:gd name="T3" fmla="*/ 396 h 396"/>
              <a:gd name="T4" fmla="*/ 463 w 463"/>
              <a:gd name="T5" fmla="*/ 396 h 396"/>
              <a:gd name="T6" fmla="*/ 463 w 463"/>
              <a:gd name="T7" fmla="*/ 384 h 396"/>
              <a:gd name="T8" fmla="*/ 203 w 463"/>
              <a:gd name="T9" fmla="*/ 384 h 396"/>
              <a:gd name="T10" fmla="*/ 12 w 463"/>
              <a:gd name="T11" fmla="*/ 0 h 396"/>
              <a:gd name="T12" fmla="*/ 0 w 463"/>
              <a:gd name="T13" fmla="*/ 7 h 396"/>
            </a:gdLst>
            <a:ahLst/>
            <a:cxnLst>
              <a:cxn ang="0">
                <a:pos x="T0" y="T1"/>
              </a:cxn>
              <a:cxn ang="0">
                <a:pos x="T2" y="T3"/>
              </a:cxn>
              <a:cxn ang="0">
                <a:pos x="T4" y="T5"/>
              </a:cxn>
              <a:cxn ang="0">
                <a:pos x="T6" y="T7"/>
              </a:cxn>
              <a:cxn ang="0">
                <a:pos x="T8" y="T9"/>
              </a:cxn>
              <a:cxn ang="0">
                <a:pos x="T10" y="T11"/>
              </a:cxn>
              <a:cxn ang="0">
                <a:pos x="T12" y="T13"/>
              </a:cxn>
            </a:cxnLst>
            <a:rect l="0" t="0" r="r" b="b"/>
            <a:pathLst>
              <a:path w="463" h="396">
                <a:moveTo>
                  <a:pt x="0" y="7"/>
                </a:moveTo>
                <a:lnTo>
                  <a:pt x="196" y="396"/>
                </a:lnTo>
                <a:lnTo>
                  <a:pt x="463" y="396"/>
                </a:lnTo>
                <a:lnTo>
                  <a:pt x="463" y="384"/>
                </a:lnTo>
                <a:lnTo>
                  <a:pt x="203" y="384"/>
                </a:lnTo>
                <a:lnTo>
                  <a:pt x="12" y="0"/>
                </a:lnTo>
                <a:lnTo>
                  <a:pt x="0" y="7"/>
                </a:lnTo>
                <a:close/>
              </a:path>
            </a:pathLst>
          </a:custGeom>
          <a:solidFill>
            <a:srgbClr val="3E3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 name="文本框 62"/>
          <p:cNvSpPr txBox="1"/>
          <p:nvPr/>
        </p:nvSpPr>
        <p:spPr>
          <a:xfrm>
            <a:off x="10615263" y="4489362"/>
            <a:ext cx="910827" cy="584775"/>
          </a:xfrm>
          <a:prstGeom prst="rect">
            <a:avLst/>
          </a:prstGeom>
          <a:noFill/>
        </p:spPr>
        <p:txBody>
          <a:bodyPr wrap="none" rtlCol="0">
            <a:spAutoFit/>
          </a:bodyPr>
          <a:lstStyle/>
          <a:p>
            <a:r>
              <a:rPr lang="en-US" altLang="zh-CN" sz="3200" dirty="0">
                <a:solidFill>
                  <a:sysClr val="windowText" lastClr="000000"/>
                </a:solidFill>
                <a:latin typeface="Impact" panose="020B0806030902050204" pitchFamily="34" charset="0"/>
              </a:rPr>
              <a:t>68%</a:t>
            </a:r>
            <a:endParaRPr lang="zh-CN" altLang="en-US" sz="3200" dirty="0">
              <a:solidFill>
                <a:sysClr val="windowText" lastClr="000000"/>
              </a:solidFill>
              <a:latin typeface="Impact" panose="020B0806030902050204" pitchFamily="34" charset="0"/>
            </a:endParaRPr>
          </a:p>
        </p:txBody>
      </p:sp>
      <p:sp>
        <p:nvSpPr>
          <p:cNvPr id="64" name="Freeform 60"/>
          <p:cNvSpPr>
            <a:spLocks/>
          </p:cNvSpPr>
          <p:nvPr/>
        </p:nvSpPr>
        <p:spPr bwMode="auto">
          <a:xfrm>
            <a:off x="7509174" y="1166108"/>
            <a:ext cx="1023855" cy="871555"/>
          </a:xfrm>
          <a:custGeom>
            <a:avLst/>
            <a:gdLst>
              <a:gd name="T0" fmla="*/ 393 w 393"/>
              <a:gd name="T1" fmla="*/ 396 h 402"/>
              <a:gd name="T2" fmla="*/ 228 w 393"/>
              <a:gd name="T3" fmla="*/ 0 h 402"/>
              <a:gd name="T4" fmla="*/ 0 w 393"/>
              <a:gd name="T5" fmla="*/ 0 h 402"/>
              <a:gd name="T6" fmla="*/ 0 w 393"/>
              <a:gd name="T7" fmla="*/ 13 h 402"/>
              <a:gd name="T8" fmla="*/ 222 w 393"/>
              <a:gd name="T9" fmla="*/ 13 h 402"/>
              <a:gd name="T10" fmla="*/ 380 w 393"/>
              <a:gd name="T11" fmla="*/ 402 h 402"/>
              <a:gd name="T12" fmla="*/ 393 w 393"/>
              <a:gd name="T13" fmla="*/ 396 h 402"/>
            </a:gdLst>
            <a:ahLst/>
            <a:cxnLst>
              <a:cxn ang="0">
                <a:pos x="T0" y="T1"/>
              </a:cxn>
              <a:cxn ang="0">
                <a:pos x="T2" y="T3"/>
              </a:cxn>
              <a:cxn ang="0">
                <a:pos x="T4" y="T5"/>
              </a:cxn>
              <a:cxn ang="0">
                <a:pos x="T6" y="T7"/>
              </a:cxn>
              <a:cxn ang="0">
                <a:pos x="T8" y="T9"/>
              </a:cxn>
              <a:cxn ang="0">
                <a:pos x="T10" y="T11"/>
              </a:cxn>
              <a:cxn ang="0">
                <a:pos x="T12" y="T13"/>
              </a:cxn>
            </a:cxnLst>
            <a:rect l="0" t="0" r="r" b="b"/>
            <a:pathLst>
              <a:path w="393" h="402">
                <a:moveTo>
                  <a:pt x="393" y="396"/>
                </a:moveTo>
                <a:lnTo>
                  <a:pt x="228" y="0"/>
                </a:lnTo>
                <a:lnTo>
                  <a:pt x="0" y="0"/>
                </a:lnTo>
                <a:lnTo>
                  <a:pt x="0" y="13"/>
                </a:lnTo>
                <a:lnTo>
                  <a:pt x="222" y="13"/>
                </a:lnTo>
                <a:lnTo>
                  <a:pt x="380" y="402"/>
                </a:lnTo>
                <a:lnTo>
                  <a:pt x="393" y="396"/>
                </a:lnTo>
                <a:close/>
              </a:path>
            </a:pathLst>
          </a:custGeom>
          <a:solidFill>
            <a:srgbClr val="3E3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 name="文本框 64"/>
          <p:cNvSpPr txBox="1"/>
          <p:nvPr/>
        </p:nvSpPr>
        <p:spPr>
          <a:xfrm>
            <a:off x="7441605" y="586381"/>
            <a:ext cx="832279" cy="584775"/>
          </a:xfrm>
          <a:prstGeom prst="rect">
            <a:avLst/>
          </a:prstGeom>
          <a:noFill/>
        </p:spPr>
        <p:txBody>
          <a:bodyPr wrap="none" rtlCol="0">
            <a:spAutoFit/>
          </a:bodyPr>
          <a:lstStyle/>
          <a:p>
            <a:r>
              <a:rPr lang="en-US" altLang="zh-CN" sz="3200" dirty="0">
                <a:solidFill>
                  <a:sysClr val="windowText" lastClr="000000"/>
                </a:solidFill>
                <a:latin typeface="Impact" panose="020B0806030902050204" pitchFamily="34" charset="0"/>
              </a:rPr>
              <a:t>12%</a:t>
            </a:r>
            <a:endParaRPr lang="zh-CN" altLang="en-US" sz="3200" dirty="0">
              <a:solidFill>
                <a:sysClr val="windowText" lastClr="000000"/>
              </a:solidFill>
              <a:latin typeface="Impact" panose="020B0806030902050204" pitchFamily="34" charset="0"/>
            </a:endParaRPr>
          </a:p>
        </p:txBody>
      </p:sp>
      <p:sp>
        <p:nvSpPr>
          <p:cNvPr id="66" name="Freeform 93"/>
          <p:cNvSpPr>
            <a:spLocks/>
          </p:cNvSpPr>
          <p:nvPr/>
        </p:nvSpPr>
        <p:spPr bwMode="auto">
          <a:xfrm flipH="1">
            <a:off x="6400800" y="2736900"/>
            <a:ext cx="1469914" cy="491184"/>
          </a:xfrm>
          <a:custGeom>
            <a:avLst/>
            <a:gdLst>
              <a:gd name="T0" fmla="*/ 0 w 572"/>
              <a:gd name="T1" fmla="*/ 135 h 135"/>
              <a:gd name="T2" fmla="*/ 356 w 572"/>
              <a:gd name="T3" fmla="*/ 13 h 135"/>
              <a:gd name="T4" fmla="*/ 572 w 572"/>
              <a:gd name="T5" fmla="*/ 13 h 135"/>
              <a:gd name="T6" fmla="*/ 572 w 572"/>
              <a:gd name="T7" fmla="*/ 0 h 135"/>
              <a:gd name="T8" fmla="*/ 349 w 572"/>
              <a:gd name="T9" fmla="*/ 0 h 135"/>
              <a:gd name="T10" fmla="*/ 0 w 572"/>
              <a:gd name="T11" fmla="*/ 128 h 135"/>
              <a:gd name="T12" fmla="*/ 0 w 572"/>
              <a:gd name="T13" fmla="*/ 135 h 135"/>
            </a:gdLst>
            <a:ahLst/>
            <a:cxnLst>
              <a:cxn ang="0">
                <a:pos x="T0" y="T1"/>
              </a:cxn>
              <a:cxn ang="0">
                <a:pos x="T2" y="T3"/>
              </a:cxn>
              <a:cxn ang="0">
                <a:pos x="T4" y="T5"/>
              </a:cxn>
              <a:cxn ang="0">
                <a:pos x="T6" y="T7"/>
              </a:cxn>
              <a:cxn ang="0">
                <a:pos x="T8" y="T9"/>
              </a:cxn>
              <a:cxn ang="0">
                <a:pos x="T10" y="T11"/>
              </a:cxn>
              <a:cxn ang="0">
                <a:pos x="T12" y="T13"/>
              </a:cxn>
            </a:cxnLst>
            <a:rect l="0" t="0" r="r" b="b"/>
            <a:pathLst>
              <a:path w="572" h="135">
                <a:moveTo>
                  <a:pt x="0" y="135"/>
                </a:moveTo>
                <a:lnTo>
                  <a:pt x="356" y="13"/>
                </a:lnTo>
                <a:lnTo>
                  <a:pt x="572" y="13"/>
                </a:lnTo>
                <a:lnTo>
                  <a:pt x="572" y="0"/>
                </a:lnTo>
                <a:lnTo>
                  <a:pt x="349" y="0"/>
                </a:lnTo>
                <a:lnTo>
                  <a:pt x="0" y="128"/>
                </a:lnTo>
                <a:lnTo>
                  <a:pt x="0" y="135"/>
                </a:lnTo>
                <a:close/>
              </a:path>
            </a:pathLst>
          </a:custGeom>
          <a:solidFill>
            <a:srgbClr val="3E3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 name="文本框 66"/>
          <p:cNvSpPr txBox="1"/>
          <p:nvPr/>
        </p:nvSpPr>
        <p:spPr>
          <a:xfrm>
            <a:off x="6260028" y="2206610"/>
            <a:ext cx="894797" cy="584775"/>
          </a:xfrm>
          <a:prstGeom prst="rect">
            <a:avLst/>
          </a:prstGeom>
          <a:noFill/>
        </p:spPr>
        <p:txBody>
          <a:bodyPr wrap="none" rtlCol="0">
            <a:spAutoFit/>
          </a:bodyPr>
          <a:lstStyle/>
          <a:p>
            <a:r>
              <a:rPr lang="en-US" altLang="zh-CN" sz="3200" dirty="0">
                <a:solidFill>
                  <a:sysClr val="windowText" lastClr="000000"/>
                </a:solidFill>
                <a:latin typeface="Impact" panose="020B0806030902050204" pitchFamily="34" charset="0"/>
              </a:rPr>
              <a:t>20%</a:t>
            </a:r>
            <a:endParaRPr lang="zh-CN" altLang="en-US" sz="3200" dirty="0">
              <a:solidFill>
                <a:sysClr val="windowText" lastClr="000000"/>
              </a:solidFill>
              <a:latin typeface="Impact" panose="020B0806030902050204" pitchFamily="34" charset="0"/>
            </a:endParaRPr>
          </a:p>
        </p:txBody>
      </p:sp>
      <p:sp>
        <p:nvSpPr>
          <p:cNvPr id="32" name="矩形 39"/>
          <p:cNvSpPr/>
          <p:nvPr/>
        </p:nvSpPr>
        <p:spPr>
          <a:xfrm>
            <a:off x="0" y="203088"/>
            <a:ext cx="1760418" cy="523220"/>
          </a:xfrm>
          <a:prstGeom prst="rect">
            <a:avLst/>
          </a:prstGeom>
          <a:noFill/>
        </p:spPr>
        <p:txBody>
          <a:bodyPr wrap="none" rtlCol="0">
            <a:spAutoFit/>
          </a:bodyPr>
          <a:lstStyle/>
          <a:p>
            <a:r>
              <a:rPr lang="zh-CN" altLang="en-US" sz="2800" b="1" dirty="0">
                <a:solidFill>
                  <a:schemeClr val="tx1">
                    <a:lumMod val="65000"/>
                    <a:lumOff val="35000"/>
                  </a:schemeClr>
                </a:solidFill>
              </a:rPr>
              <a:t>饼</a:t>
            </a:r>
            <a:r>
              <a:rPr lang="en-US" altLang="zh-CN" sz="2800" b="1" dirty="0">
                <a:solidFill>
                  <a:schemeClr val="tx1">
                    <a:lumMod val="65000"/>
                    <a:lumOff val="35000"/>
                  </a:schemeClr>
                </a:solidFill>
              </a:rPr>
              <a:t>/</a:t>
            </a:r>
            <a:r>
              <a:rPr lang="zh-CN" altLang="en-US" sz="2800" b="1">
                <a:solidFill>
                  <a:schemeClr val="tx1">
                    <a:lumMod val="65000"/>
                    <a:lumOff val="35000"/>
                  </a:schemeClr>
                </a:solidFill>
              </a:rPr>
              <a:t>环形图</a:t>
            </a:r>
          </a:p>
        </p:txBody>
      </p:sp>
    </p:spTree>
    <p:extLst>
      <p:ext uri="{BB962C8B-B14F-4D97-AF65-F5344CB8AC3E}">
        <p14:creationId xmlns:p14="http://schemas.microsoft.com/office/powerpoint/2010/main" val="1643550337"/>
      </p:ext>
    </p:extLst>
  </p:cSld>
  <p:clrMapOvr>
    <a:masterClrMapping/>
  </p:clrMapOvr>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3" name="组合 32"/>
          <p:cNvGrpSpPr/>
          <p:nvPr/>
        </p:nvGrpSpPr>
        <p:grpSpPr>
          <a:xfrm>
            <a:off x="4275227" y="955532"/>
            <a:ext cx="8045599" cy="5581411"/>
            <a:chOff x="2073201" y="638295"/>
            <a:chExt cx="8045599" cy="5581411"/>
          </a:xfrm>
        </p:grpSpPr>
        <p:graphicFrame>
          <p:nvGraphicFramePr>
            <p:cNvPr id="34" name="图表 33"/>
            <p:cNvGraphicFramePr/>
            <p:nvPr/>
          </p:nvGraphicFramePr>
          <p:xfrm>
            <a:off x="2073201" y="638295"/>
            <a:ext cx="8045599" cy="5581411"/>
          </p:xfrm>
          <a:graphic>
            <a:graphicData uri="http://schemas.openxmlformats.org/drawingml/2006/chart">
              <c:chart xmlns:c="http://schemas.openxmlformats.org/drawingml/2006/chart" xmlns:r="http://schemas.openxmlformats.org/officeDocument/2006/relationships" r:id="rId2"/>
            </a:graphicData>
          </a:graphic>
        </p:graphicFrame>
        <p:sp>
          <p:nvSpPr>
            <p:cNvPr id="35" name="同心圆 34"/>
            <p:cNvSpPr/>
            <p:nvPr/>
          </p:nvSpPr>
          <p:spPr>
            <a:xfrm>
              <a:off x="3792000" y="1125000"/>
              <a:ext cx="4608000" cy="4608000"/>
            </a:xfrm>
            <a:prstGeom prst="donut">
              <a:avLst>
                <a:gd name="adj" fmla="val 8843"/>
              </a:avLst>
            </a:prstGeom>
            <a:solidFill>
              <a:srgbClr val="FFFFFF">
                <a:alpha val="3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zh-CN" altLang="en-US">
                <a:solidFill>
                  <a:prstClr val="white"/>
                </a:solidFill>
              </a:endParaRPr>
            </a:p>
          </p:txBody>
        </p:sp>
      </p:grpSp>
      <p:sp>
        <p:nvSpPr>
          <p:cNvPr id="27" name="Freeform 18"/>
          <p:cNvSpPr>
            <a:spLocks noEditPoints="1"/>
          </p:cNvSpPr>
          <p:nvPr/>
        </p:nvSpPr>
        <p:spPr bwMode="auto">
          <a:xfrm>
            <a:off x="10009188" y="1299385"/>
            <a:ext cx="1411481" cy="452438"/>
          </a:xfrm>
          <a:custGeom>
            <a:avLst/>
            <a:gdLst>
              <a:gd name="T0" fmla="*/ 0 w 1302"/>
              <a:gd name="T1" fmla="*/ 280 h 285"/>
              <a:gd name="T2" fmla="*/ 31 w 1302"/>
              <a:gd name="T3" fmla="*/ 254 h 285"/>
              <a:gd name="T4" fmla="*/ 71 w 1302"/>
              <a:gd name="T5" fmla="*/ 192 h 285"/>
              <a:gd name="T6" fmla="*/ 44 w 1302"/>
              <a:gd name="T7" fmla="*/ 236 h 285"/>
              <a:gd name="T8" fmla="*/ 71 w 1302"/>
              <a:gd name="T9" fmla="*/ 192 h 285"/>
              <a:gd name="T10" fmla="*/ 84 w 1302"/>
              <a:gd name="T11" fmla="*/ 174 h 285"/>
              <a:gd name="T12" fmla="*/ 121 w 1302"/>
              <a:gd name="T13" fmla="*/ 139 h 285"/>
              <a:gd name="T14" fmla="*/ 161 w 1302"/>
              <a:gd name="T15" fmla="*/ 77 h 285"/>
              <a:gd name="T16" fmla="*/ 135 w 1302"/>
              <a:gd name="T17" fmla="*/ 121 h 285"/>
              <a:gd name="T18" fmla="*/ 161 w 1302"/>
              <a:gd name="T19" fmla="*/ 77 h 285"/>
              <a:gd name="T20" fmla="*/ 174 w 1302"/>
              <a:gd name="T21" fmla="*/ 60 h 285"/>
              <a:gd name="T22" fmla="*/ 214 w 1302"/>
              <a:gd name="T23" fmla="*/ 24 h 285"/>
              <a:gd name="T24" fmla="*/ 276 w 1302"/>
              <a:gd name="T25" fmla="*/ 0 h 285"/>
              <a:gd name="T26" fmla="*/ 220 w 1302"/>
              <a:gd name="T27" fmla="*/ 2 h 285"/>
              <a:gd name="T28" fmla="*/ 227 w 1302"/>
              <a:gd name="T29" fmla="*/ 7 h 285"/>
              <a:gd name="T30" fmla="*/ 276 w 1302"/>
              <a:gd name="T31" fmla="*/ 0 h 285"/>
              <a:gd name="T32" fmla="*/ 298 w 1302"/>
              <a:gd name="T33" fmla="*/ 0 h 285"/>
              <a:gd name="T34" fmla="*/ 348 w 1302"/>
              <a:gd name="T35" fmla="*/ 7 h 285"/>
              <a:gd name="T36" fmla="*/ 421 w 1302"/>
              <a:gd name="T37" fmla="*/ 0 h 285"/>
              <a:gd name="T38" fmla="*/ 370 w 1302"/>
              <a:gd name="T39" fmla="*/ 7 h 285"/>
              <a:gd name="T40" fmla="*/ 421 w 1302"/>
              <a:gd name="T41" fmla="*/ 0 h 285"/>
              <a:gd name="T42" fmla="*/ 443 w 1302"/>
              <a:gd name="T43" fmla="*/ 0 h 285"/>
              <a:gd name="T44" fmla="*/ 496 w 1302"/>
              <a:gd name="T45" fmla="*/ 7 h 285"/>
              <a:gd name="T46" fmla="*/ 568 w 1302"/>
              <a:gd name="T47" fmla="*/ 0 h 285"/>
              <a:gd name="T48" fmla="*/ 518 w 1302"/>
              <a:gd name="T49" fmla="*/ 7 h 285"/>
              <a:gd name="T50" fmla="*/ 568 w 1302"/>
              <a:gd name="T51" fmla="*/ 0 h 285"/>
              <a:gd name="T52" fmla="*/ 590 w 1302"/>
              <a:gd name="T53" fmla="*/ 0 h 285"/>
              <a:gd name="T54" fmla="*/ 641 w 1302"/>
              <a:gd name="T55" fmla="*/ 7 h 285"/>
              <a:gd name="T56" fmla="*/ 716 w 1302"/>
              <a:gd name="T57" fmla="*/ 0 h 285"/>
              <a:gd name="T58" fmla="*/ 663 w 1302"/>
              <a:gd name="T59" fmla="*/ 7 h 285"/>
              <a:gd name="T60" fmla="*/ 716 w 1302"/>
              <a:gd name="T61" fmla="*/ 0 h 285"/>
              <a:gd name="T62" fmla="*/ 738 w 1302"/>
              <a:gd name="T63" fmla="*/ 0 h 285"/>
              <a:gd name="T64" fmla="*/ 789 w 1302"/>
              <a:gd name="T65" fmla="*/ 7 h 285"/>
              <a:gd name="T66" fmla="*/ 861 w 1302"/>
              <a:gd name="T67" fmla="*/ 0 h 285"/>
              <a:gd name="T68" fmla="*/ 811 w 1302"/>
              <a:gd name="T69" fmla="*/ 7 h 285"/>
              <a:gd name="T70" fmla="*/ 861 w 1302"/>
              <a:gd name="T71" fmla="*/ 0 h 285"/>
              <a:gd name="T72" fmla="*/ 883 w 1302"/>
              <a:gd name="T73" fmla="*/ 0 h 285"/>
              <a:gd name="T74" fmla="*/ 936 w 1302"/>
              <a:gd name="T75" fmla="*/ 7 h 285"/>
              <a:gd name="T76" fmla="*/ 1009 w 1302"/>
              <a:gd name="T77" fmla="*/ 0 h 285"/>
              <a:gd name="T78" fmla="*/ 958 w 1302"/>
              <a:gd name="T79" fmla="*/ 7 h 285"/>
              <a:gd name="T80" fmla="*/ 1009 w 1302"/>
              <a:gd name="T81" fmla="*/ 0 h 285"/>
              <a:gd name="T82" fmla="*/ 1031 w 1302"/>
              <a:gd name="T83" fmla="*/ 0 h 285"/>
              <a:gd name="T84" fmla="*/ 1082 w 1302"/>
              <a:gd name="T85" fmla="*/ 7 h 285"/>
              <a:gd name="T86" fmla="*/ 1157 w 1302"/>
              <a:gd name="T87" fmla="*/ 0 h 285"/>
              <a:gd name="T88" fmla="*/ 1104 w 1302"/>
              <a:gd name="T89" fmla="*/ 7 h 285"/>
              <a:gd name="T90" fmla="*/ 1157 w 1302"/>
              <a:gd name="T91" fmla="*/ 0 h 285"/>
              <a:gd name="T92" fmla="*/ 1179 w 1302"/>
              <a:gd name="T93" fmla="*/ 0 h 285"/>
              <a:gd name="T94" fmla="*/ 1229 w 1302"/>
              <a:gd name="T95" fmla="*/ 7 h 285"/>
              <a:gd name="T96" fmla="*/ 1302 w 1302"/>
              <a:gd name="T97" fmla="*/ 0 h 285"/>
              <a:gd name="T98" fmla="*/ 1251 w 1302"/>
              <a:gd name="T99" fmla="*/ 7 h 285"/>
              <a:gd name="T100" fmla="*/ 1302 w 1302"/>
              <a:gd name="T101"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02" h="285">
                <a:moveTo>
                  <a:pt x="24" y="249"/>
                </a:moveTo>
                <a:lnTo>
                  <a:pt x="0" y="280"/>
                </a:lnTo>
                <a:lnTo>
                  <a:pt x="7" y="285"/>
                </a:lnTo>
                <a:lnTo>
                  <a:pt x="31" y="254"/>
                </a:lnTo>
                <a:lnTo>
                  <a:pt x="24" y="249"/>
                </a:lnTo>
                <a:close/>
                <a:moveTo>
                  <a:pt x="71" y="192"/>
                </a:moveTo>
                <a:lnTo>
                  <a:pt x="38" y="232"/>
                </a:lnTo>
                <a:lnTo>
                  <a:pt x="44" y="236"/>
                </a:lnTo>
                <a:lnTo>
                  <a:pt x="75" y="196"/>
                </a:lnTo>
                <a:lnTo>
                  <a:pt x="71" y="192"/>
                </a:lnTo>
                <a:close/>
                <a:moveTo>
                  <a:pt x="117" y="135"/>
                </a:moveTo>
                <a:lnTo>
                  <a:pt x="84" y="174"/>
                </a:lnTo>
                <a:lnTo>
                  <a:pt x="90" y="179"/>
                </a:lnTo>
                <a:lnTo>
                  <a:pt x="121" y="139"/>
                </a:lnTo>
                <a:lnTo>
                  <a:pt x="117" y="135"/>
                </a:lnTo>
                <a:close/>
                <a:moveTo>
                  <a:pt x="161" y="77"/>
                </a:moveTo>
                <a:lnTo>
                  <a:pt x="130" y="117"/>
                </a:lnTo>
                <a:lnTo>
                  <a:pt x="135" y="121"/>
                </a:lnTo>
                <a:lnTo>
                  <a:pt x="168" y="82"/>
                </a:lnTo>
                <a:lnTo>
                  <a:pt x="161" y="77"/>
                </a:lnTo>
                <a:close/>
                <a:moveTo>
                  <a:pt x="207" y="20"/>
                </a:moveTo>
                <a:lnTo>
                  <a:pt x="174" y="60"/>
                </a:lnTo>
                <a:lnTo>
                  <a:pt x="181" y="64"/>
                </a:lnTo>
                <a:lnTo>
                  <a:pt x="214" y="24"/>
                </a:lnTo>
                <a:lnTo>
                  <a:pt x="207" y="20"/>
                </a:lnTo>
                <a:close/>
                <a:moveTo>
                  <a:pt x="276" y="0"/>
                </a:moveTo>
                <a:lnTo>
                  <a:pt x="223" y="0"/>
                </a:lnTo>
                <a:lnTo>
                  <a:pt x="220" y="2"/>
                </a:lnTo>
                <a:lnTo>
                  <a:pt x="227" y="7"/>
                </a:lnTo>
                <a:lnTo>
                  <a:pt x="227" y="7"/>
                </a:lnTo>
                <a:lnTo>
                  <a:pt x="276" y="7"/>
                </a:lnTo>
                <a:lnTo>
                  <a:pt x="276" y="0"/>
                </a:lnTo>
                <a:close/>
                <a:moveTo>
                  <a:pt x="348" y="0"/>
                </a:moveTo>
                <a:lnTo>
                  <a:pt x="298" y="0"/>
                </a:lnTo>
                <a:lnTo>
                  <a:pt x="298" y="7"/>
                </a:lnTo>
                <a:lnTo>
                  <a:pt x="348" y="7"/>
                </a:lnTo>
                <a:lnTo>
                  <a:pt x="348" y="0"/>
                </a:lnTo>
                <a:close/>
                <a:moveTo>
                  <a:pt x="421" y="0"/>
                </a:moveTo>
                <a:lnTo>
                  <a:pt x="370" y="0"/>
                </a:lnTo>
                <a:lnTo>
                  <a:pt x="370" y="7"/>
                </a:lnTo>
                <a:lnTo>
                  <a:pt x="421" y="7"/>
                </a:lnTo>
                <a:lnTo>
                  <a:pt x="421" y="0"/>
                </a:lnTo>
                <a:close/>
                <a:moveTo>
                  <a:pt x="496" y="0"/>
                </a:moveTo>
                <a:lnTo>
                  <a:pt x="443" y="0"/>
                </a:lnTo>
                <a:lnTo>
                  <a:pt x="443" y="7"/>
                </a:lnTo>
                <a:lnTo>
                  <a:pt x="496" y="7"/>
                </a:lnTo>
                <a:lnTo>
                  <a:pt x="496" y="0"/>
                </a:lnTo>
                <a:close/>
                <a:moveTo>
                  <a:pt x="568" y="0"/>
                </a:moveTo>
                <a:lnTo>
                  <a:pt x="518" y="0"/>
                </a:lnTo>
                <a:lnTo>
                  <a:pt x="518" y="7"/>
                </a:lnTo>
                <a:lnTo>
                  <a:pt x="568" y="7"/>
                </a:lnTo>
                <a:lnTo>
                  <a:pt x="568" y="0"/>
                </a:lnTo>
                <a:close/>
                <a:moveTo>
                  <a:pt x="641" y="0"/>
                </a:moveTo>
                <a:lnTo>
                  <a:pt x="590" y="0"/>
                </a:lnTo>
                <a:lnTo>
                  <a:pt x="590" y="7"/>
                </a:lnTo>
                <a:lnTo>
                  <a:pt x="641" y="7"/>
                </a:lnTo>
                <a:lnTo>
                  <a:pt x="641" y="0"/>
                </a:lnTo>
                <a:close/>
                <a:moveTo>
                  <a:pt x="716" y="0"/>
                </a:moveTo>
                <a:lnTo>
                  <a:pt x="663" y="0"/>
                </a:lnTo>
                <a:lnTo>
                  <a:pt x="663" y="7"/>
                </a:lnTo>
                <a:lnTo>
                  <a:pt x="716" y="7"/>
                </a:lnTo>
                <a:lnTo>
                  <a:pt x="716" y="0"/>
                </a:lnTo>
                <a:close/>
                <a:moveTo>
                  <a:pt x="789" y="0"/>
                </a:moveTo>
                <a:lnTo>
                  <a:pt x="738" y="0"/>
                </a:lnTo>
                <a:lnTo>
                  <a:pt x="738" y="7"/>
                </a:lnTo>
                <a:lnTo>
                  <a:pt x="789" y="7"/>
                </a:lnTo>
                <a:lnTo>
                  <a:pt x="789" y="0"/>
                </a:lnTo>
                <a:close/>
                <a:moveTo>
                  <a:pt x="861" y="0"/>
                </a:moveTo>
                <a:lnTo>
                  <a:pt x="811" y="0"/>
                </a:lnTo>
                <a:lnTo>
                  <a:pt x="811" y="7"/>
                </a:lnTo>
                <a:lnTo>
                  <a:pt x="861" y="7"/>
                </a:lnTo>
                <a:lnTo>
                  <a:pt x="861" y="0"/>
                </a:lnTo>
                <a:close/>
                <a:moveTo>
                  <a:pt x="936" y="0"/>
                </a:moveTo>
                <a:lnTo>
                  <a:pt x="883" y="0"/>
                </a:lnTo>
                <a:lnTo>
                  <a:pt x="883" y="7"/>
                </a:lnTo>
                <a:lnTo>
                  <a:pt x="936" y="7"/>
                </a:lnTo>
                <a:lnTo>
                  <a:pt x="936" y="0"/>
                </a:lnTo>
                <a:close/>
                <a:moveTo>
                  <a:pt x="1009" y="0"/>
                </a:moveTo>
                <a:lnTo>
                  <a:pt x="958" y="0"/>
                </a:lnTo>
                <a:lnTo>
                  <a:pt x="958" y="7"/>
                </a:lnTo>
                <a:lnTo>
                  <a:pt x="1009" y="7"/>
                </a:lnTo>
                <a:lnTo>
                  <a:pt x="1009" y="0"/>
                </a:lnTo>
                <a:close/>
                <a:moveTo>
                  <a:pt x="1082" y="0"/>
                </a:moveTo>
                <a:lnTo>
                  <a:pt x="1031" y="0"/>
                </a:lnTo>
                <a:lnTo>
                  <a:pt x="1031" y="7"/>
                </a:lnTo>
                <a:lnTo>
                  <a:pt x="1082" y="7"/>
                </a:lnTo>
                <a:lnTo>
                  <a:pt x="1082" y="0"/>
                </a:lnTo>
                <a:close/>
                <a:moveTo>
                  <a:pt x="1157" y="0"/>
                </a:moveTo>
                <a:lnTo>
                  <a:pt x="1104" y="0"/>
                </a:lnTo>
                <a:lnTo>
                  <a:pt x="1104" y="7"/>
                </a:lnTo>
                <a:lnTo>
                  <a:pt x="1157" y="7"/>
                </a:lnTo>
                <a:lnTo>
                  <a:pt x="1157" y="0"/>
                </a:lnTo>
                <a:close/>
                <a:moveTo>
                  <a:pt x="1229" y="0"/>
                </a:moveTo>
                <a:lnTo>
                  <a:pt x="1179" y="0"/>
                </a:lnTo>
                <a:lnTo>
                  <a:pt x="1179" y="7"/>
                </a:lnTo>
                <a:lnTo>
                  <a:pt x="1229" y="7"/>
                </a:lnTo>
                <a:lnTo>
                  <a:pt x="1229" y="0"/>
                </a:lnTo>
                <a:close/>
                <a:moveTo>
                  <a:pt x="1302" y="0"/>
                </a:moveTo>
                <a:lnTo>
                  <a:pt x="1251" y="0"/>
                </a:lnTo>
                <a:lnTo>
                  <a:pt x="1251" y="7"/>
                </a:lnTo>
                <a:lnTo>
                  <a:pt x="1302" y="7"/>
                </a:lnTo>
                <a:lnTo>
                  <a:pt x="1302" y="0"/>
                </a:lnTo>
                <a:close/>
              </a:path>
            </a:pathLst>
          </a:custGeom>
          <a:solidFill>
            <a:srgbClr val="918E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 name="Freeform 165"/>
          <p:cNvSpPr>
            <a:spLocks noEditPoints="1"/>
          </p:cNvSpPr>
          <p:nvPr/>
        </p:nvSpPr>
        <p:spPr bwMode="auto">
          <a:xfrm>
            <a:off x="10904538" y="3912568"/>
            <a:ext cx="1290637" cy="450850"/>
          </a:xfrm>
          <a:custGeom>
            <a:avLst/>
            <a:gdLst>
              <a:gd name="T0" fmla="*/ 0 w 1302"/>
              <a:gd name="T1" fmla="*/ 280 h 284"/>
              <a:gd name="T2" fmla="*/ 29 w 1302"/>
              <a:gd name="T3" fmla="*/ 256 h 284"/>
              <a:gd name="T4" fmla="*/ 68 w 1302"/>
              <a:gd name="T5" fmla="*/ 194 h 284"/>
              <a:gd name="T6" fmla="*/ 42 w 1302"/>
              <a:gd name="T7" fmla="*/ 238 h 284"/>
              <a:gd name="T8" fmla="*/ 68 w 1302"/>
              <a:gd name="T9" fmla="*/ 194 h 284"/>
              <a:gd name="T10" fmla="*/ 82 w 1302"/>
              <a:gd name="T11" fmla="*/ 176 h 284"/>
              <a:gd name="T12" fmla="*/ 119 w 1302"/>
              <a:gd name="T13" fmla="*/ 141 h 284"/>
              <a:gd name="T14" fmla="*/ 161 w 1302"/>
              <a:gd name="T15" fmla="*/ 79 h 284"/>
              <a:gd name="T16" fmla="*/ 134 w 1302"/>
              <a:gd name="T17" fmla="*/ 123 h 284"/>
              <a:gd name="T18" fmla="*/ 161 w 1302"/>
              <a:gd name="T19" fmla="*/ 79 h 284"/>
              <a:gd name="T20" fmla="*/ 174 w 1302"/>
              <a:gd name="T21" fmla="*/ 62 h 284"/>
              <a:gd name="T22" fmla="*/ 212 w 1302"/>
              <a:gd name="T23" fmla="*/ 24 h 284"/>
              <a:gd name="T24" fmla="*/ 273 w 1302"/>
              <a:gd name="T25" fmla="*/ 0 h 284"/>
              <a:gd name="T26" fmla="*/ 218 w 1302"/>
              <a:gd name="T27" fmla="*/ 4 h 284"/>
              <a:gd name="T28" fmla="*/ 225 w 1302"/>
              <a:gd name="T29" fmla="*/ 9 h 284"/>
              <a:gd name="T30" fmla="*/ 273 w 1302"/>
              <a:gd name="T31" fmla="*/ 0 h 284"/>
              <a:gd name="T32" fmla="*/ 295 w 1302"/>
              <a:gd name="T33" fmla="*/ 0 h 284"/>
              <a:gd name="T34" fmla="*/ 346 w 1302"/>
              <a:gd name="T35" fmla="*/ 9 h 284"/>
              <a:gd name="T36" fmla="*/ 419 w 1302"/>
              <a:gd name="T37" fmla="*/ 0 h 284"/>
              <a:gd name="T38" fmla="*/ 368 w 1302"/>
              <a:gd name="T39" fmla="*/ 9 h 284"/>
              <a:gd name="T40" fmla="*/ 419 w 1302"/>
              <a:gd name="T41" fmla="*/ 0 h 284"/>
              <a:gd name="T42" fmla="*/ 441 w 1302"/>
              <a:gd name="T43" fmla="*/ 0 h 284"/>
              <a:gd name="T44" fmla="*/ 493 w 1302"/>
              <a:gd name="T45" fmla="*/ 9 h 284"/>
              <a:gd name="T46" fmla="*/ 566 w 1302"/>
              <a:gd name="T47" fmla="*/ 0 h 284"/>
              <a:gd name="T48" fmla="*/ 515 w 1302"/>
              <a:gd name="T49" fmla="*/ 9 h 284"/>
              <a:gd name="T50" fmla="*/ 566 w 1302"/>
              <a:gd name="T51" fmla="*/ 0 h 284"/>
              <a:gd name="T52" fmla="*/ 588 w 1302"/>
              <a:gd name="T53" fmla="*/ 0 h 284"/>
              <a:gd name="T54" fmla="*/ 641 w 1302"/>
              <a:gd name="T55" fmla="*/ 9 h 284"/>
              <a:gd name="T56" fmla="*/ 714 w 1302"/>
              <a:gd name="T57" fmla="*/ 0 h 284"/>
              <a:gd name="T58" fmla="*/ 663 w 1302"/>
              <a:gd name="T59" fmla="*/ 9 h 284"/>
              <a:gd name="T60" fmla="*/ 714 w 1302"/>
              <a:gd name="T61" fmla="*/ 0 h 284"/>
              <a:gd name="T62" fmla="*/ 736 w 1302"/>
              <a:gd name="T63" fmla="*/ 0 h 284"/>
              <a:gd name="T64" fmla="*/ 786 w 1302"/>
              <a:gd name="T65" fmla="*/ 9 h 284"/>
              <a:gd name="T66" fmla="*/ 861 w 1302"/>
              <a:gd name="T67" fmla="*/ 0 h 284"/>
              <a:gd name="T68" fmla="*/ 808 w 1302"/>
              <a:gd name="T69" fmla="*/ 9 h 284"/>
              <a:gd name="T70" fmla="*/ 861 w 1302"/>
              <a:gd name="T71" fmla="*/ 0 h 284"/>
              <a:gd name="T72" fmla="*/ 883 w 1302"/>
              <a:gd name="T73" fmla="*/ 0 h 284"/>
              <a:gd name="T74" fmla="*/ 934 w 1302"/>
              <a:gd name="T75" fmla="*/ 9 h 284"/>
              <a:gd name="T76" fmla="*/ 1007 w 1302"/>
              <a:gd name="T77" fmla="*/ 0 h 284"/>
              <a:gd name="T78" fmla="*/ 956 w 1302"/>
              <a:gd name="T79" fmla="*/ 9 h 284"/>
              <a:gd name="T80" fmla="*/ 1007 w 1302"/>
              <a:gd name="T81" fmla="*/ 0 h 284"/>
              <a:gd name="T82" fmla="*/ 1029 w 1302"/>
              <a:gd name="T83" fmla="*/ 0 h 284"/>
              <a:gd name="T84" fmla="*/ 1082 w 1302"/>
              <a:gd name="T85" fmla="*/ 9 h 284"/>
              <a:gd name="T86" fmla="*/ 1154 w 1302"/>
              <a:gd name="T87" fmla="*/ 0 h 284"/>
              <a:gd name="T88" fmla="*/ 1104 w 1302"/>
              <a:gd name="T89" fmla="*/ 9 h 284"/>
              <a:gd name="T90" fmla="*/ 1154 w 1302"/>
              <a:gd name="T91" fmla="*/ 0 h 284"/>
              <a:gd name="T92" fmla="*/ 1176 w 1302"/>
              <a:gd name="T93" fmla="*/ 0 h 284"/>
              <a:gd name="T94" fmla="*/ 1227 w 1302"/>
              <a:gd name="T95" fmla="*/ 9 h 284"/>
              <a:gd name="T96" fmla="*/ 1302 w 1302"/>
              <a:gd name="T97" fmla="*/ 0 h 284"/>
              <a:gd name="T98" fmla="*/ 1249 w 1302"/>
              <a:gd name="T99" fmla="*/ 9 h 284"/>
              <a:gd name="T100" fmla="*/ 1302 w 1302"/>
              <a:gd name="T101"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02" h="284">
                <a:moveTo>
                  <a:pt x="22" y="251"/>
                </a:moveTo>
                <a:lnTo>
                  <a:pt x="0" y="280"/>
                </a:lnTo>
                <a:lnTo>
                  <a:pt x="4" y="284"/>
                </a:lnTo>
                <a:lnTo>
                  <a:pt x="29" y="256"/>
                </a:lnTo>
                <a:lnTo>
                  <a:pt x="22" y="251"/>
                </a:lnTo>
                <a:close/>
                <a:moveTo>
                  <a:pt x="68" y="194"/>
                </a:moveTo>
                <a:lnTo>
                  <a:pt x="37" y="234"/>
                </a:lnTo>
                <a:lnTo>
                  <a:pt x="42" y="238"/>
                </a:lnTo>
                <a:lnTo>
                  <a:pt x="75" y="198"/>
                </a:lnTo>
                <a:lnTo>
                  <a:pt x="68" y="194"/>
                </a:lnTo>
                <a:close/>
                <a:moveTo>
                  <a:pt x="115" y="137"/>
                </a:moveTo>
                <a:lnTo>
                  <a:pt x="82" y="176"/>
                </a:lnTo>
                <a:lnTo>
                  <a:pt x="88" y="181"/>
                </a:lnTo>
                <a:lnTo>
                  <a:pt x="119" y="141"/>
                </a:lnTo>
                <a:lnTo>
                  <a:pt x="115" y="137"/>
                </a:lnTo>
                <a:close/>
                <a:moveTo>
                  <a:pt x="161" y="79"/>
                </a:moveTo>
                <a:lnTo>
                  <a:pt x="128" y="119"/>
                </a:lnTo>
                <a:lnTo>
                  <a:pt x="134" y="123"/>
                </a:lnTo>
                <a:lnTo>
                  <a:pt x="165" y="84"/>
                </a:lnTo>
                <a:lnTo>
                  <a:pt x="161" y="79"/>
                </a:lnTo>
                <a:close/>
                <a:moveTo>
                  <a:pt x="205" y="20"/>
                </a:moveTo>
                <a:lnTo>
                  <a:pt x="174" y="62"/>
                </a:lnTo>
                <a:lnTo>
                  <a:pt x="178" y="66"/>
                </a:lnTo>
                <a:lnTo>
                  <a:pt x="212" y="24"/>
                </a:lnTo>
                <a:lnTo>
                  <a:pt x="205" y="20"/>
                </a:lnTo>
                <a:close/>
                <a:moveTo>
                  <a:pt x="273" y="0"/>
                </a:moveTo>
                <a:lnTo>
                  <a:pt x="220" y="0"/>
                </a:lnTo>
                <a:lnTo>
                  <a:pt x="218" y="4"/>
                </a:lnTo>
                <a:lnTo>
                  <a:pt x="225" y="9"/>
                </a:lnTo>
                <a:lnTo>
                  <a:pt x="225" y="9"/>
                </a:lnTo>
                <a:lnTo>
                  <a:pt x="273" y="9"/>
                </a:lnTo>
                <a:lnTo>
                  <a:pt x="273" y="0"/>
                </a:lnTo>
                <a:close/>
                <a:moveTo>
                  <a:pt x="346" y="0"/>
                </a:moveTo>
                <a:lnTo>
                  <a:pt x="295" y="0"/>
                </a:lnTo>
                <a:lnTo>
                  <a:pt x="295" y="9"/>
                </a:lnTo>
                <a:lnTo>
                  <a:pt x="346" y="9"/>
                </a:lnTo>
                <a:lnTo>
                  <a:pt x="346" y="0"/>
                </a:lnTo>
                <a:close/>
                <a:moveTo>
                  <a:pt x="419" y="0"/>
                </a:moveTo>
                <a:lnTo>
                  <a:pt x="368" y="0"/>
                </a:lnTo>
                <a:lnTo>
                  <a:pt x="368" y="9"/>
                </a:lnTo>
                <a:lnTo>
                  <a:pt x="419" y="9"/>
                </a:lnTo>
                <a:lnTo>
                  <a:pt x="419" y="0"/>
                </a:lnTo>
                <a:close/>
                <a:moveTo>
                  <a:pt x="493" y="0"/>
                </a:moveTo>
                <a:lnTo>
                  <a:pt x="441" y="0"/>
                </a:lnTo>
                <a:lnTo>
                  <a:pt x="441" y="9"/>
                </a:lnTo>
                <a:lnTo>
                  <a:pt x="493" y="9"/>
                </a:lnTo>
                <a:lnTo>
                  <a:pt x="493" y="0"/>
                </a:lnTo>
                <a:close/>
                <a:moveTo>
                  <a:pt x="566" y="0"/>
                </a:moveTo>
                <a:lnTo>
                  <a:pt x="515" y="0"/>
                </a:lnTo>
                <a:lnTo>
                  <a:pt x="515" y="9"/>
                </a:lnTo>
                <a:lnTo>
                  <a:pt x="566" y="9"/>
                </a:lnTo>
                <a:lnTo>
                  <a:pt x="566" y="0"/>
                </a:lnTo>
                <a:close/>
                <a:moveTo>
                  <a:pt x="641" y="0"/>
                </a:moveTo>
                <a:lnTo>
                  <a:pt x="588" y="0"/>
                </a:lnTo>
                <a:lnTo>
                  <a:pt x="588" y="9"/>
                </a:lnTo>
                <a:lnTo>
                  <a:pt x="641" y="9"/>
                </a:lnTo>
                <a:lnTo>
                  <a:pt x="641" y="0"/>
                </a:lnTo>
                <a:close/>
                <a:moveTo>
                  <a:pt x="714" y="0"/>
                </a:moveTo>
                <a:lnTo>
                  <a:pt x="663" y="0"/>
                </a:lnTo>
                <a:lnTo>
                  <a:pt x="663" y="9"/>
                </a:lnTo>
                <a:lnTo>
                  <a:pt x="714" y="9"/>
                </a:lnTo>
                <a:lnTo>
                  <a:pt x="714" y="0"/>
                </a:lnTo>
                <a:close/>
                <a:moveTo>
                  <a:pt x="786" y="0"/>
                </a:moveTo>
                <a:lnTo>
                  <a:pt x="736" y="0"/>
                </a:lnTo>
                <a:lnTo>
                  <a:pt x="736" y="9"/>
                </a:lnTo>
                <a:lnTo>
                  <a:pt x="786" y="9"/>
                </a:lnTo>
                <a:lnTo>
                  <a:pt x="786" y="0"/>
                </a:lnTo>
                <a:close/>
                <a:moveTo>
                  <a:pt x="861" y="0"/>
                </a:moveTo>
                <a:lnTo>
                  <a:pt x="808" y="0"/>
                </a:lnTo>
                <a:lnTo>
                  <a:pt x="808" y="9"/>
                </a:lnTo>
                <a:lnTo>
                  <a:pt x="861" y="9"/>
                </a:lnTo>
                <a:lnTo>
                  <a:pt x="861" y="0"/>
                </a:lnTo>
                <a:close/>
                <a:moveTo>
                  <a:pt x="934" y="0"/>
                </a:moveTo>
                <a:lnTo>
                  <a:pt x="883" y="0"/>
                </a:lnTo>
                <a:lnTo>
                  <a:pt x="883" y="9"/>
                </a:lnTo>
                <a:lnTo>
                  <a:pt x="934" y="9"/>
                </a:lnTo>
                <a:lnTo>
                  <a:pt x="934" y="0"/>
                </a:lnTo>
                <a:close/>
                <a:moveTo>
                  <a:pt x="1007" y="0"/>
                </a:moveTo>
                <a:lnTo>
                  <a:pt x="956" y="0"/>
                </a:lnTo>
                <a:lnTo>
                  <a:pt x="956" y="9"/>
                </a:lnTo>
                <a:lnTo>
                  <a:pt x="1007" y="9"/>
                </a:lnTo>
                <a:lnTo>
                  <a:pt x="1007" y="0"/>
                </a:lnTo>
                <a:close/>
                <a:moveTo>
                  <a:pt x="1082" y="0"/>
                </a:moveTo>
                <a:lnTo>
                  <a:pt x="1029" y="0"/>
                </a:lnTo>
                <a:lnTo>
                  <a:pt x="1029" y="9"/>
                </a:lnTo>
                <a:lnTo>
                  <a:pt x="1082" y="9"/>
                </a:lnTo>
                <a:lnTo>
                  <a:pt x="1082" y="0"/>
                </a:lnTo>
                <a:close/>
                <a:moveTo>
                  <a:pt x="1154" y="0"/>
                </a:moveTo>
                <a:lnTo>
                  <a:pt x="1104" y="0"/>
                </a:lnTo>
                <a:lnTo>
                  <a:pt x="1104" y="9"/>
                </a:lnTo>
                <a:lnTo>
                  <a:pt x="1154" y="9"/>
                </a:lnTo>
                <a:lnTo>
                  <a:pt x="1154" y="0"/>
                </a:lnTo>
                <a:close/>
                <a:moveTo>
                  <a:pt x="1227" y="0"/>
                </a:moveTo>
                <a:lnTo>
                  <a:pt x="1176" y="0"/>
                </a:lnTo>
                <a:lnTo>
                  <a:pt x="1176" y="9"/>
                </a:lnTo>
                <a:lnTo>
                  <a:pt x="1227" y="9"/>
                </a:lnTo>
                <a:lnTo>
                  <a:pt x="1227" y="0"/>
                </a:lnTo>
                <a:close/>
                <a:moveTo>
                  <a:pt x="1302" y="0"/>
                </a:moveTo>
                <a:lnTo>
                  <a:pt x="1249" y="0"/>
                </a:lnTo>
                <a:lnTo>
                  <a:pt x="1249" y="9"/>
                </a:lnTo>
                <a:lnTo>
                  <a:pt x="1302" y="9"/>
                </a:lnTo>
                <a:lnTo>
                  <a:pt x="1302" y="0"/>
                </a:lnTo>
                <a:close/>
              </a:path>
            </a:pathLst>
          </a:custGeom>
          <a:solidFill>
            <a:srgbClr val="918E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 name="Freeform 313"/>
          <p:cNvSpPr>
            <a:spLocks noEditPoints="1"/>
          </p:cNvSpPr>
          <p:nvPr/>
        </p:nvSpPr>
        <p:spPr bwMode="auto">
          <a:xfrm>
            <a:off x="9952784" y="5871090"/>
            <a:ext cx="1620000" cy="377825"/>
          </a:xfrm>
          <a:custGeom>
            <a:avLst/>
            <a:gdLst>
              <a:gd name="T0" fmla="*/ 5 w 1342"/>
              <a:gd name="T1" fmla="*/ 0 h 238"/>
              <a:gd name="T2" fmla="*/ 25 w 1342"/>
              <a:gd name="T3" fmla="*/ 27 h 238"/>
              <a:gd name="T4" fmla="*/ 84 w 1342"/>
              <a:gd name="T5" fmla="*/ 71 h 238"/>
              <a:gd name="T6" fmla="*/ 42 w 1342"/>
              <a:gd name="T7" fmla="*/ 42 h 238"/>
              <a:gd name="T8" fmla="*/ 84 w 1342"/>
              <a:gd name="T9" fmla="*/ 71 h 238"/>
              <a:gd name="T10" fmla="*/ 102 w 1342"/>
              <a:gd name="T11" fmla="*/ 84 h 238"/>
              <a:gd name="T12" fmla="*/ 135 w 1342"/>
              <a:gd name="T13" fmla="*/ 124 h 238"/>
              <a:gd name="T14" fmla="*/ 194 w 1342"/>
              <a:gd name="T15" fmla="*/ 168 h 238"/>
              <a:gd name="T16" fmla="*/ 150 w 1342"/>
              <a:gd name="T17" fmla="*/ 139 h 238"/>
              <a:gd name="T18" fmla="*/ 194 w 1342"/>
              <a:gd name="T19" fmla="*/ 168 h 238"/>
              <a:gd name="T20" fmla="*/ 212 w 1342"/>
              <a:gd name="T21" fmla="*/ 183 h 238"/>
              <a:gd name="T22" fmla="*/ 245 w 1342"/>
              <a:gd name="T23" fmla="*/ 223 h 238"/>
              <a:gd name="T24" fmla="*/ 315 w 1342"/>
              <a:gd name="T25" fmla="*/ 232 h 238"/>
              <a:gd name="T26" fmla="*/ 267 w 1342"/>
              <a:gd name="T27" fmla="*/ 232 h 238"/>
              <a:gd name="T28" fmla="*/ 263 w 1342"/>
              <a:gd name="T29" fmla="*/ 238 h 238"/>
              <a:gd name="T30" fmla="*/ 315 w 1342"/>
              <a:gd name="T31" fmla="*/ 238 h 238"/>
              <a:gd name="T32" fmla="*/ 388 w 1342"/>
              <a:gd name="T33" fmla="*/ 232 h 238"/>
              <a:gd name="T34" fmla="*/ 337 w 1342"/>
              <a:gd name="T35" fmla="*/ 238 h 238"/>
              <a:gd name="T36" fmla="*/ 388 w 1342"/>
              <a:gd name="T37" fmla="*/ 232 h 238"/>
              <a:gd name="T38" fmla="*/ 410 w 1342"/>
              <a:gd name="T39" fmla="*/ 232 h 238"/>
              <a:gd name="T40" fmla="*/ 461 w 1342"/>
              <a:gd name="T41" fmla="*/ 238 h 238"/>
              <a:gd name="T42" fmla="*/ 536 w 1342"/>
              <a:gd name="T43" fmla="*/ 232 h 238"/>
              <a:gd name="T44" fmla="*/ 483 w 1342"/>
              <a:gd name="T45" fmla="*/ 238 h 238"/>
              <a:gd name="T46" fmla="*/ 536 w 1342"/>
              <a:gd name="T47" fmla="*/ 232 h 238"/>
              <a:gd name="T48" fmla="*/ 558 w 1342"/>
              <a:gd name="T49" fmla="*/ 232 h 238"/>
              <a:gd name="T50" fmla="*/ 608 w 1342"/>
              <a:gd name="T51" fmla="*/ 238 h 238"/>
              <a:gd name="T52" fmla="*/ 681 w 1342"/>
              <a:gd name="T53" fmla="*/ 232 h 238"/>
              <a:gd name="T54" fmla="*/ 630 w 1342"/>
              <a:gd name="T55" fmla="*/ 238 h 238"/>
              <a:gd name="T56" fmla="*/ 681 w 1342"/>
              <a:gd name="T57" fmla="*/ 232 h 238"/>
              <a:gd name="T58" fmla="*/ 703 w 1342"/>
              <a:gd name="T59" fmla="*/ 232 h 238"/>
              <a:gd name="T60" fmla="*/ 756 w 1342"/>
              <a:gd name="T61" fmla="*/ 238 h 238"/>
              <a:gd name="T62" fmla="*/ 829 w 1342"/>
              <a:gd name="T63" fmla="*/ 232 h 238"/>
              <a:gd name="T64" fmla="*/ 778 w 1342"/>
              <a:gd name="T65" fmla="*/ 238 h 238"/>
              <a:gd name="T66" fmla="*/ 829 w 1342"/>
              <a:gd name="T67" fmla="*/ 232 h 238"/>
              <a:gd name="T68" fmla="*/ 851 w 1342"/>
              <a:gd name="T69" fmla="*/ 232 h 238"/>
              <a:gd name="T70" fmla="*/ 901 w 1342"/>
              <a:gd name="T71" fmla="*/ 238 h 238"/>
              <a:gd name="T72" fmla="*/ 976 w 1342"/>
              <a:gd name="T73" fmla="*/ 232 h 238"/>
              <a:gd name="T74" fmla="*/ 923 w 1342"/>
              <a:gd name="T75" fmla="*/ 238 h 238"/>
              <a:gd name="T76" fmla="*/ 976 w 1342"/>
              <a:gd name="T77" fmla="*/ 232 h 238"/>
              <a:gd name="T78" fmla="*/ 998 w 1342"/>
              <a:gd name="T79" fmla="*/ 232 h 238"/>
              <a:gd name="T80" fmla="*/ 1049 w 1342"/>
              <a:gd name="T81" fmla="*/ 238 h 238"/>
              <a:gd name="T82" fmla="*/ 1122 w 1342"/>
              <a:gd name="T83" fmla="*/ 232 h 238"/>
              <a:gd name="T84" fmla="*/ 1071 w 1342"/>
              <a:gd name="T85" fmla="*/ 238 h 238"/>
              <a:gd name="T86" fmla="*/ 1122 w 1342"/>
              <a:gd name="T87" fmla="*/ 232 h 238"/>
              <a:gd name="T88" fmla="*/ 1144 w 1342"/>
              <a:gd name="T89" fmla="*/ 232 h 238"/>
              <a:gd name="T90" fmla="*/ 1196 w 1342"/>
              <a:gd name="T91" fmla="*/ 238 h 238"/>
              <a:gd name="T92" fmla="*/ 1269 w 1342"/>
              <a:gd name="T93" fmla="*/ 232 h 238"/>
              <a:gd name="T94" fmla="*/ 1218 w 1342"/>
              <a:gd name="T95" fmla="*/ 238 h 238"/>
              <a:gd name="T96" fmla="*/ 1269 w 1342"/>
              <a:gd name="T97" fmla="*/ 232 h 238"/>
              <a:gd name="T98" fmla="*/ 1291 w 1342"/>
              <a:gd name="T99" fmla="*/ 232 h 238"/>
              <a:gd name="T100" fmla="*/ 1342 w 1342"/>
              <a:gd name="T101"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42" h="238">
                <a:moveTo>
                  <a:pt x="29" y="22"/>
                </a:moveTo>
                <a:lnTo>
                  <a:pt x="5" y="0"/>
                </a:lnTo>
                <a:lnTo>
                  <a:pt x="0" y="5"/>
                </a:lnTo>
                <a:lnTo>
                  <a:pt x="25" y="27"/>
                </a:lnTo>
                <a:lnTo>
                  <a:pt x="29" y="22"/>
                </a:lnTo>
                <a:close/>
                <a:moveTo>
                  <a:pt x="84" y="71"/>
                </a:moveTo>
                <a:lnTo>
                  <a:pt x="47" y="35"/>
                </a:lnTo>
                <a:lnTo>
                  <a:pt x="42" y="42"/>
                </a:lnTo>
                <a:lnTo>
                  <a:pt x="80" y="75"/>
                </a:lnTo>
                <a:lnTo>
                  <a:pt x="84" y="71"/>
                </a:lnTo>
                <a:close/>
                <a:moveTo>
                  <a:pt x="139" y="119"/>
                </a:moveTo>
                <a:lnTo>
                  <a:pt x="102" y="84"/>
                </a:lnTo>
                <a:lnTo>
                  <a:pt x="95" y="91"/>
                </a:lnTo>
                <a:lnTo>
                  <a:pt x="135" y="124"/>
                </a:lnTo>
                <a:lnTo>
                  <a:pt x="139" y="119"/>
                </a:lnTo>
                <a:close/>
                <a:moveTo>
                  <a:pt x="194" y="168"/>
                </a:moveTo>
                <a:lnTo>
                  <a:pt x="157" y="132"/>
                </a:lnTo>
                <a:lnTo>
                  <a:pt x="150" y="139"/>
                </a:lnTo>
                <a:lnTo>
                  <a:pt x="190" y="172"/>
                </a:lnTo>
                <a:lnTo>
                  <a:pt x="194" y="168"/>
                </a:lnTo>
                <a:close/>
                <a:moveTo>
                  <a:pt x="249" y="216"/>
                </a:moveTo>
                <a:lnTo>
                  <a:pt x="212" y="183"/>
                </a:lnTo>
                <a:lnTo>
                  <a:pt x="205" y="188"/>
                </a:lnTo>
                <a:lnTo>
                  <a:pt x="245" y="223"/>
                </a:lnTo>
                <a:lnTo>
                  <a:pt x="249" y="216"/>
                </a:lnTo>
                <a:close/>
                <a:moveTo>
                  <a:pt x="315" y="232"/>
                </a:moveTo>
                <a:lnTo>
                  <a:pt x="267" y="232"/>
                </a:lnTo>
                <a:lnTo>
                  <a:pt x="267" y="232"/>
                </a:lnTo>
                <a:lnTo>
                  <a:pt x="260" y="236"/>
                </a:lnTo>
                <a:lnTo>
                  <a:pt x="263" y="238"/>
                </a:lnTo>
                <a:lnTo>
                  <a:pt x="263" y="238"/>
                </a:lnTo>
                <a:lnTo>
                  <a:pt x="315" y="238"/>
                </a:lnTo>
                <a:lnTo>
                  <a:pt x="315" y="232"/>
                </a:lnTo>
                <a:close/>
                <a:moveTo>
                  <a:pt x="388" y="232"/>
                </a:moveTo>
                <a:lnTo>
                  <a:pt x="337" y="232"/>
                </a:lnTo>
                <a:lnTo>
                  <a:pt x="337" y="238"/>
                </a:lnTo>
                <a:lnTo>
                  <a:pt x="388" y="238"/>
                </a:lnTo>
                <a:lnTo>
                  <a:pt x="388" y="232"/>
                </a:lnTo>
                <a:close/>
                <a:moveTo>
                  <a:pt x="461" y="232"/>
                </a:moveTo>
                <a:lnTo>
                  <a:pt x="410" y="232"/>
                </a:lnTo>
                <a:lnTo>
                  <a:pt x="410" y="238"/>
                </a:lnTo>
                <a:lnTo>
                  <a:pt x="461" y="238"/>
                </a:lnTo>
                <a:lnTo>
                  <a:pt x="461" y="232"/>
                </a:lnTo>
                <a:close/>
                <a:moveTo>
                  <a:pt x="536" y="232"/>
                </a:moveTo>
                <a:lnTo>
                  <a:pt x="483" y="232"/>
                </a:lnTo>
                <a:lnTo>
                  <a:pt x="483" y="238"/>
                </a:lnTo>
                <a:lnTo>
                  <a:pt x="536" y="238"/>
                </a:lnTo>
                <a:lnTo>
                  <a:pt x="536" y="232"/>
                </a:lnTo>
                <a:close/>
                <a:moveTo>
                  <a:pt x="608" y="232"/>
                </a:moveTo>
                <a:lnTo>
                  <a:pt x="558" y="232"/>
                </a:lnTo>
                <a:lnTo>
                  <a:pt x="558" y="238"/>
                </a:lnTo>
                <a:lnTo>
                  <a:pt x="608" y="238"/>
                </a:lnTo>
                <a:lnTo>
                  <a:pt x="608" y="232"/>
                </a:lnTo>
                <a:close/>
                <a:moveTo>
                  <a:pt x="681" y="232"/>
                </a:moveTo>
                <a:lnTo>
                  <a:pt x="630" y="232"/>
                </a:lnTo>
                <a:lnTo>
                  <a:pt x="630" y="238"/>
                </a:lnTo>
                <a:lnTo>
                  <a:pt x="681" y="238"/>
                </a:lnTo>
                <a:lnTo>
                  <a:pt x="681" y="232"/>
                </a:lnTo>
                <a:close/>
                <a:moveTo>
                  <a:pt x="756" y="232"/>
                </a:moveTo>
                <a:lnTo>
                  <a:pt x="703" y="232"/>
                </a:lnTo>
                <a:lnTo>
                  <a:pt x="703" y="238"/>
                </a:lnTo>
                <a:lnTo>
                  <a:pt x="756" y="238"/>
                </a:lnTo>
                <a:lnTo>
                  <a:pt x="756" y="232"/>
                </a:lnTo>
                <a:close/>
                <a:moveTo>
                  <a:pt x="829" y="232"/>
                </a:moveTo>
                <a:lnTo>
                  <a:pt x="778" y="232"/>
                </a:lnTo>
                <a:lnTo>
                  <a:pt x="778" y="238"/>
                </a:lnTo>
                <a:lnTo>
                  <a:pt x="829" y="238"/>
                </a:lnTo>
                <a:lnTo>
                  <a:pt x="829" y="232"/>
                </a:lnTo>
                <a:close/>
                <a:moveTo>
                  <a:pt x="901" y="232"/>
                </a:moveTo>
                <a:lnTo>
                  <a:pt x="851" y="232"/>
                </a:lnTo>
                <a:lnTo>
                  <a:pt x="851" y="238"/>
                </a:lnTo>
                <a:lnTo>
                  <a:pt x="901" y="238"/>
                </a:lnTo>
                <a:lnTo>
                  <a:pt x="901" y="232"/>
                </a:lnTo>
                <a:close/>
                <a:moveTo>
                  <a:pt x="976" y="232"/>
                </a:moveTo>
                <a:lnTo>
                  <a:pt x="923" y="232"/>
                </a:lnTo>
                <a:lnTo>
                  <a:pt x="923" y="238"/>
                </a:lnTo>
                <a:lnTo>
                  <a:pt x="976" y="238"/>
                </a:lnTo>
                <a:lnTo>
                  <a:pt x="976" y="232"/>
                </a:lnTo>
                <a:close/>
                <a:moveTo>
                  <a:pt x="1049" y="232"/>
                </a:moveTo>
                <a:lnTo>
                  <a:pt x="998" y="232"/>
                </a:lnTo>
                <a:lnTo>
                  <a:pt x="998" y="238"/>
                </a:lnTo>
                <a:lnTo>
                  <a:pt x="1049" y="238"/>
                </a:lnTo>
                <a:lnTo>
                  <a:pt x="1049" y="232"/>
                </a:lnTo>
                <a:close/>
                <a:moveTo>
                  <a:pt x="1122" y="232"/>
                </a:moveTo>
                <a:lnTo>
                  <a:pt x="1071" y="232"/>
                </a:lnTo>
                <a:lnTo>
                  <a:pt x="1071" y="238"/>
                </a:lnTo>
                <a:lnTo>
                  <a:pt x="1122" y="238"/>
                </a:lnTo>
                <a:lnTo>
                  <a:pt x="1122" y="232"/>
                </a:lnTo>
                <a:close/>
                <a:moveTo>
                  <a:pt x="1196" y="232"/>
                </a:moveTo>
                <a:lnTo>
                  <a:pt x="1144" y="232"/>
                </a:lnTo>
                <a:lnTo>
                  <a:pt x="1144" y="238"/>
                </a:lnTo>
                <a:lnTo>
                  <a:pt x="1196" y="238"/>
                </a:lnTo>
                <a:lnTo>
                  <a:pt x="1196" y="232"/>
                </a:lnTo>
                <a:close/>
                <a:moveTo>
                  <a:pt x="1269" y="232"/>
                </a:moveTo>
                <a:lnTo>
                  <a:pt x="1218" y="232"/>
                </a:lnTo>
                <a:lnTo>
                  <a:pt x="1218" y="238"/>
                </a:lnTo>
                <a:lnTo>
                  <a:pt x="1269" y="238"/>
                </a:lnTo>
                <a:lnTo>
                  <a:pt x="1269" y="232"/>
                </a:lnTo>
                <a:close/>
                <a:moveTo>
                  <a:pt x="1342" y="232"/>
                </a:moveTo>
                <a:lnTo>
                  <a:pt x="1291" y="232"/>
                </a:lnTo>
                <a:lnTo>
                  <a:pt x="1291" y="238"/>
                </a:lnTo>
                <a:lnTo>
                  <a:pt x="1342" y="238"/>
                </a:lnTo>
                <a:lnTo>
                  <a:pt x="1342" y="232"/>
                </a:lnTo>
                <a:close/>
              </a:path>
            </a:pathLst>
          </a:custGeom>
          <a:solidFill>
            <a:srgbClr val="918E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 name="Freeform 608"/>
          <p:cNvSpPr>
            <a:spLocks noEditPoints="1"/>
          </p:cNvSpPr>
          <p:nvPr/>
        </p:nvSpPr>
        <p:spPr bwMode="auto">
          <a:xfrm>
            <a:off x="4366726" y="3343791"/>
            <a:ext cx="1368000" cy="595313"/>
          </a:xfrm>
          <a:custGeom>
            <a:avLst/>
            <a:gdLst>
              <a:gd name="T0" fmla="*/ 1315 w 1315"/>
              <a:gd name="T1" fmla="*/ 5 h 375"/>
              <a:gd name="T2" fmla="*/ 1304 w 1315"/>
              <a:gd name="T3" fmla="*/ 7 h 375"/>
              <a:gd name="T4" fmla="*/ 1262 w 1315"/>
              <a:gd name="T5" fmla="*/ 62 h 375"/>
              <a:gd name="T6" fmla="*/ 1291 w 1315"/>
              <a:gd name="T7" fmla="*/ 23 h 375"/>
              <a:gd name="T8" fmla="*/ 1262 w 1315"/>
              <a:gd name="T9" fmla="*/ 62 h 375"/>
              <a:gd name="T10" fmla="*/ 1247 w 1315"/>
              <a:gd name="T11" fmla="*/ 78 h 375"/>
              <a:gd name="T12" fmla="*/ 1209 w 1315"/>
              <a:gd name="T13" fmla="*/ 108 h 375"/>
              <a:gd name="T14" fmla="*/ 1167 w 1315"/>
              <a:gd name="T15" fmla="*/ 166 h 375"/>
              <a:gd name="T16" fmla="*/ 1196 w 1315"/>
              <a:gd name="T17" fmla="*/ 124 h 375"/>
              <a:gd name="T18" fmla="*/ 1167 w 1315"/>
              <a:gd name="T19" fmla="*/ 166 h 375"/>
              <a:gd name="T20" fmla="*/ 1154 w 1315"/>
              <a:gd name="T21" fmla="*/ 181 h 375"/>
              <a:gd name="T22" fmla="*/ 1115 w 1315"/>
              <a:gd name="T23" fmla="*/ 212 h 375"/>
              <a:gd name="T24" fmla="*/ 1073 w 1315"/>
              <a:gd name="T25" fmla="*/ 269 h 375"/>
              <a:gd name="T26" fmla="*/ 1101 w 1315"/>
              <a:gd name="T27" fmla="*/ 228 h 375"/>
              <a:gd name="T28" fmla="*/ 1073 w 1315"/>
              <a:gd name="T29" fmla="*/ 269 h 375"/>
              <a:gd name="T30" fmla="*/ 1060 w 1315"/>
              <a:gd name="T31" fmla="*/ 285 h 375"/>
              <a:gd name="T32" fmla="*/ 1020 w 1315"/>
              <a:gd name="T33" fmla="*/ 316 h 375"/>
              <a:gd name="T34" fmla="*/ 978 w 1315"/>
              <a:gd name="T35" fmla="*/ 371 h 375"/>
              <a:gd name="T36" fmla="*/ 1007 w 1315"/>
              <a:gd name="T37" fmla="*/ 331 h 375"/>
              <a:gd name="T38" fmla="*/ 978 w 1315"/>
              <a:gd name="T39" fmla="*/ 371 h 375"/>
              <a:gd name="T40" fmla="*/ 956 w 1315"/>
              <a:gd name="T41" fmla="*/ 375 h 375"/>
              <a:gd name="T42" fmla="*/ 908 w 1315"/>
              <a:gd name="T43" fmla="*/ 369 h 375"/>
              <a:gd name="T44" fmla="*/ 837 w 1315"/>
              <a:gd name="T45" fmla="*/ 375 h 375"/>
              <a:gd name="T46" fmla="*/ 886 w 1315"/>
              <a:gd name="T47" fmla="*/ 369 h 375"/>
              <a:gd name="T48" fmla="*/ 837 w 1315"/>
              <a:gd name="T49" fmla="*/ 375 h 375"/>
              <a:gd name="T50" fmla="*/ 817 w 1315"/>
              <a:gd name="T51" fmla="*/ 375 h 375"/>
              <a:gd name="T52" fmla="*/ 769 w 1315"/>
              <a:gd name="T53" fmla="*/ 369 h 375"/>
              <a:gd name="T54" fmla="*/ 698 w 1315"/>
              <a:gd name="T55" fmla="*/ 375 h 375"/>
              <a:gd name="T56" fmla="*/ 747 w 1315"/>
              <a:gd name="T57" fmla="*/ 369 h 375"/>
              <a:gd name="T58" fmla="*/ 698 w 1315"/>
              <a:gd name="T59" fmla="*/ 375 h 375"/>
              <a:gd name="T60" fmla="*/ 676 w 1315"/>
              <a:gd name="T61" fmla="*/ 375 h 375"/>
              <a:gd name="T62" fmla="*/ 628 w 1315"/>
              <a:gd name="T63" fmla="*/ 369 h 375"/>
              <a:gd name="T64" fmla="*/ 557 w 1315"/>
              <a:gd name="T65" fmla="*/ 375 h 375"/>
              <a:gd name="T66" fmla="*/ 608 w 1315"/>
              <a:gd name="T67" fmla="*/ 369 h 375"/>
              <a:gd name="T68" fmla="*/ 557 w 1315"/>
              <a:gd name="T69" fmla="*/ 375 h 375"/>
              <a:gd name="T70" fmla="*/ 538 w 1315"/>
              <a:gd name="T71" fmla="*/ 375 h 375"/>
              <a:gd name="T72" fmla="*/ 489 w 1315"/>
              <a:gd name="T73" fmla="*/ 369 h 375"/>
              <a:gd name="T74" fmla="*/ 419 w 1315"/>
              <a:gd name="T75" fmla="*/ 375 h 375"/>
              <a:gd name="T76" fmla="*/ 467 w 1315"/>
              <a:gd name="T77" fmla="*/ 369 h 375"/>
              <a:gd name="T78" fmla="*/ 419 w 1315"/>
              <a:gd name="T79" fmla="*/ 375 h 375"/>
              <a:gd name="T80" fmla="*/ 399 w 1315"/>
              <a:gd name="T81" fmla="*/ 375 h 375"/>
              <a:gd name="T82" fmla="*/ 348 w 1315"/>
              <a:gd name="T83" fmla="*/ 369 h 375"/>
              <a:gd name="T84" fmla="*/ 280 w 1315"/>
              <a:gd name="T85" fmla="*/ 375 h 375"/>
              <a:gd name="T86" fmla="*/ 328 w 1315"/>
              <a:gd name="T87" fmla="*/ 369 h 375"/>
              <a:gd name="T88" fmla="*/ 280 w 1315"/>
              <a:gd name="T89" fmla="*/ 375 h 375"/>
              <a:gd name="T90" fmla="*/ 258 w 1315"/>
              <a:gd name="T91" fmla="*/ 375 h 375"/>
              <a:gd name="T92" fmla="*/ 209 w 1315"/>
              <a:gd name="T93" fmla="*/ 369 h 375"/>
              <a:gd name="T94" fmla="*/ 139 w 1315"/>
              <a:gd name="T95" fmla="*/ 375 h 375"/>
              <a:gd name="T96" fmla="*/ 187 w 1315"/>
              <a:gd name="T97" fmla="*/ 369 h 375"/>
              <a:gd name="T98" fmla="*/ 139 w 1315"/>
              <a:gd name="T99" fmla="*/ 375 h 375"/>
              <a:gd name="T100" fmla="*/ 119 w 1315"/>
              <a:gd name="T101" fmla="*/ 375 h 375"/>
              <a:gd name="T102" fmla="*/ 68 w 1315"/>
              <a:gd name="T103" fmla="*/ 369 h 375"/>
              <a:gd name="T104" fmla="*/ 0 w 1315"/>
              <a:gd name="T105" fmla="*/ 375 h 375"/>
              <a:gd name="T106" fmla="*/ 49 w 1315"/>
              <a:gd name="T107" fmla="*/ 369 h 375"/>
              <a:gd name="T108" fmla="*/ 0 w 1315"/>
              <a:gd name="T109" fmla="*/ 37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15" h="375">
                <a:moveTo>
                  <a:pt x="1308" y="11"/>
                </a:moveTo>
                <a:lnTo>
                  <a:pt x="1315" y="5"/>
                </a:lnTo>
                <a:lnTo>
                  <a:pt x="1311" y="0"/>
                </a:lnTo>
                <a:lnTo>
                  <a:pt x="1304" y="7"/>
                </a:lnTo>
                <a:lnTo>
                  <a:pt x="1308" y="11"/>
                </a:lnTo>
                <a:close/>
                <a:moveTo>
                  <a:pt x="1262" y="62"/>
                </a:moveTo>
                <a:lnTo>
                  <a:pt x="1295" y="27"/>
                </a:lnTo>
                <a:lnTo>
                  <a:pt x="1291" y="23"/>
                </a:lnTo>
                <a:lnTo>
                  <a:pt x="1258" y="58"/>
                </a:lnTo>
                <a:lnTo>
                  <a:pt x="1262" y="62"/>
                </a:lnTo>
                <a:close/>
                <a:moveTo>
                  <a:pt x="1214" y="113"/>
                </a:moveTo>
                <a:lnTo>
                  <a:pt x="1247" y="78"/>
                </a:lnTo>
                <a:lnTo>
                  <a:pt x="1242" y="73"/>
                </a:lnTo>
                <a:lnTo>
                  <a:pt x="1209" y="108"/>
                </a:lnTo>
                <a:lnTo>
                  <a:pt x="1214" y="113"/>
                </a:lnTo>
                <a:close/>
                <a:moveTo>
                  <a:pt x="1167" y="166"/>
                </a:moveTo>
                <a:lnTo>
                  <a:pt x="1201" y="128"/>
                </a:lnTo>
                <a:lnTo>
                  <a:pt x="1196" y="124"/>
                </a:lnTo>
                <a:lnTo>
                  <a:pt x="1163" y="161"/>
                </a:lnTo>
                <a:lnTo>
                  <a:pt x="1167" y="166"/>
                </a:lnTo>
                <a:close/>
                <a:moveTo>
                  <a:pt x="1121" y="217"/>
                </a:moveTo>
                <a:lnTo>
                  <a:pt x="1154" y="181"/>
                </a:lnTo>
                <a:lnTo>
                  <a:pt x="1148" y="177"/>
                </a:lnTo>
                <a:lnTo>
                  <a:pt x="1115" y="212"/>
                </a:lnTo>
                <a:lnTo>
                  <a:pt x="1121" y="217"/>
                </a:lnTo>
                <a:close/>
                <a:moveTo>
                  <a:pt x="1073" y="269"/>
                </a:moveTo>
                <a:lnTo>
                  <a:pt x="1106" y="232"/>
                </a:lnTo>
                <a:lnTo>
                  <a:pt x="1101" y="228"/>
                </a:lnTo>
                <a:lnTo>
                  <a:pt x="1068" y="263"/>
                </a:lnTo>
                <a:lnTo>
                  <a:pt x="1073" y="269"/>
                </a:lnTo>
                <a:close/>
                <a:moveTo>
                  <a:pt x="1026" y="320"/>
                </a:moveTo>
                <a:lnTo>
                  <a:pt x="1060" y="285"/>
                </a:lnTo>
                <a:lnTo>
                  <a:pt x="1053" y="278"/>
                </a:lnTo>
                <a:lnTo>
                  <a:pt x="1020" y="316"/>
                </a:lnTo>
                <a:lnTo>
                  <a:pt x="1026" y="320"/>
                </a:lnTo>
                <a:close/>
                <a:moveTo>
                  <a:pt x="978" y="371"/>
                </a:moveTo>
                <a:lnTo>
                  <a:pt x="1011" y="336"/>
                </a:lnTo>
                <a:lnTo>
                  <a:pt x="1007" y="331"/>
                </a:lnTo>
                <a:lnTo>
                  <a:pt x="974" y="366"/>
                </a:lnTo>
                <a:lnTo>
                  <a:pt x="978" y="371"/>
                </a:lnTo>
                <a:close/>
                <a:moveTo>
                  <a:pt x="908" y="375"/>
                </a:moveTo>
                <a:lnTo>
                  <a:pt x="956" y="375"/>
                </a:lnTo>
                <a:lnTo>
                  <a:pt x="956" y="369"/>
                </a:lnTo>
                <a:lnTo>
                  <a:pt x="908" y="369"/>
                </a:lnTo>
                <a:lnTo>
                  <a:pt x="908" y="375"/>
                </a:lnTo>
                <a:close/>
                <a:moveTo>
                  <a:pt x="837" y="375"/>
                </a:moveTo>
                <a:lnTo>
                  <a:pt x="886" y="375"/>
                </a:lnTo>
                <a:lnTo>
                  <a:pt x="886" y="369"/>
                </a:lnTo>
                <a:lnTo>
                  <a:pt x="837" y="369"/>
                </a:lnTo>
                <a:lnTo>
                  <a:pt x="837" y="375"/>
                </a:lnTo>
                <a:close/>
                <a:moveTo>
                  <a:pt x="769" y="375"/>
                </a:moveTo>
                <a:lnTo>
                  <a:pt x="817" y="375"/>
                </a:lnTo>
                <a:lnTo>
                  <a:pt x="817" y="369"/>
                </a:lnTo>
                <a:lnTo>
                  <a:pt x="769" y="369"/>
                </a:lnTo>
                <a:lnTo>
                  <a:pt x="769" y="375"/>
                </a:lnTo>
                <a:close/>
                <a:moveTo>
                  <a:pt x="698" y="375"/>
                </a:moveTo>
                <a:lnTo>
                  <a:pt x="747" y="375"/>
                </a:lnTo>
                <a:lnTo>
                  <a:pt x="747" y="369"/>
                </a:lnTo>
                <a:lnTo>
                  <a:pt x="698" y="369"/>
                </a:lnTo>
                <a:lnTo>
                  <a:pt x="698" y="375"/>
                </a:lnTo>
                <a:close/>
                <a:moveTo>
                  <a:pt x="628" y="375"/>
                </a:moveTo>
                <a:lnTo>
                  <a:pt x="676" y="375"/>
                </a:lnTo>
                <a:lnTo>
                  <a:pt x="676" y="369"/>
                </a:lnTo>
                <a:lnTo>
                  <a:pt x="628" y="369"/>
                </a:lnTo>
                <a:lnTo>
                  <a:pt x="628" y="375"/>
                </a:lnTo>
                <a:close/>
                <a:moveTo>
                  <a:pt x="557" y="375"/>
                </a:moveTo>
                <a:lnTo>
                  <a:pt x="608" y="375"/>
                </a:lnTo>
                <a:lnTo>
                  <a:pt x="608" y="369"/>
                </a:lnTo>
                <a:lnTo>
                  <a:pt x="557" y="369"/>
                </a:lnTo>
                <a:lnTo>
                  <a:pt x="557" y="375"/>
                </a:lnTo>
                <a:close/>
                <a:moveTo>
                  <a:pt x="489" y="375"/>
                </a:moveTo>
                <a:lnTo>
                  <a:pt x="538" y="375"/>
                </a:lnTo>
                <a:lnTo>
                  <a:pt x="538" y="369"/>
                </a:lnTo>
                <a:lnTo>
                  <a:pt x="489" y="369"/>
                </a:lnTo>
                <a:lnTo>
                  <a:pt x="489" y="375"/>
                </a:lnTo>
                <a:close/>
                <a:moveTo>
                  <a:pt x="419" y="375"/>
                </a:moveTo>
                <a:lnTo>
                  <a:pt x="467" y="375"/>
                </a:lnTo>
                <a:lnTo>
                  <a:pt x="467" y="369"/>
                </a:lnTo>
                <a:lnTo>
                  <a:pt x="419" y="369"/>
                </a:lnTo>
                <a:lnTo>
                  <a:pt x="419" y="375"/>
                </a:lnTo>
                <a:close/>
                <a:moveTo>
                  <a:pt x="348" y="375"/>
                </a:moveTo>
                <a:lnTo>
                  <a:pt x="399" y="375"/>
                </a:lnTo>
                <a:lnTo>
                  <a:pt x="399" y="369"/>
                </a:lnTo>
                <a:lnTo>
                  <a:pt x="348" y="369"/>
                </a:lnTo>
                <a:lnTo>
                  <a:pt x="348" y="375"/>
                </a:lnTo>
                <a:close/>
                <a:moveTo>
                  <a:pt x="280" y="375"/>
                </a:moveTo>
                <a:lnTo>
                  <a:pt x="328" y="375"/>
                </a:lnTo>
                <a:lnTo>
                  <a:pt x="328" y="369"/>
                </a:lnTo>
                <a:lnTo>
                  <a:pt x="280" y="369"/>
                </a:lnTo>
                <a:lnTo>
                  <a:pt x="280" y="375"/>
                </a:lnTo>
                <a:close/>
                <a:moveTo>
                  <a:pt x="209" y="375"/>
                </a:moveTo>
                <a:lnTo>
                  <a:pt x="258" y="375"/>
                </a:lnTo>
                <a:lnTo>
                  <a:pt x="258" y="369"/>
                </a:lnTo>
                <a:lnTo>
                  <a:pt x="209" y="369"/>
                </a:lnTo>
                <a:lnTo>
                  <a:pt x="209" y="375"/>
                </a:lnTo>
                <a:close/>
                <a:moveTo>
                  <a:pt x="139" y="375"/>
                </a:moveTo>
                <a:lnTo>
                  <a:pt x="187" y="375"/>
                </a:lnTo>
                <a:lnTo>
                  <a:pt x="187" y="369"/>
                </a:lnTo>
                <a:lnTo>
                  <a:pt x="139" y="369"/>
                </a:lnTo>
                <a:lnTo>
                  <a:pt x="139" y="375"/>
                </a:lnTo>
                <a:close/>
                <a:moveTo>
                  <a:pt x="68" y="375"/>
                </a:moveTo>
                <a:lnTo>
                  <a:pt x="119" y="375"/>
                </a:lnTo>
                <a:lnTo>
                  <a:pt x="119" y="369"/>
                </a:lnTo>
                <a:lnTo>
                  <a:pt x="68" y="369"/>
                </a:lnTo>
                <a:lnTo>
                  <a:pt x="68" y="375"/>
                </a:lnTo>
                <a:close/>
                <a:moveTo>
                  <a:pt x="0" y="375"/>
                </a:moveTo>
                <a:lnTo>
                  <a:pt x="49" y="375"/>
                </a:lnTo>
                <a:lnTo>
                  <a:pt x="49" y="369"/>
                </a:lnTo>
                <a:lnTo>
                  <a:pt x="0" y="369"/>
                </a:lnTo>
                <a:lnTo>
                  <a:pt x="0" y="375"/>
                </a:lnTo>
                <a:close/>
              </a:path>
            </a:pathLst>
          </a:custGeom>
          <a:solidFill>
            <a:srgbClr val="918E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 name="Freeform 902"/>
          <p:cNvSpPr>
            <a:spLocks noEditPoints="1"/>
          </p:cNvSpPr>
          <p:nvPr/>
        </p:nvSpPr>
        <p:spPr bwMode="auto">
          <a:xfrm>
            <a:off x="5262463" y="5790128"/>
            <a:ext cx="1443169" cy="595312"/>
          </a:xfrm>
          <a:custGeom>
            <a:avLst/>
            <a:gdLst>
              <a:gd name="T0" fmla="*/ 1315 w 1315"/>
              <a:gd name="T1" fmla="*/ 5 h 375"/>
              <a:gd name="T2" fmla="*/ 1304 w 1315"/>
              <a:gd name="T3" fmla="*/ 7 h 375"/>
              <a:gd name="T4" fmla="*/ 1263 w 1315"/>
              <a:gd name="T5" fmla="*/ 62 h 375"/>
              <a:gd name="T6" fmla="*/ 1291 w 1315"/>
              <a:gd name="T7" fmla="*/ 22 h 375"/>
              <a:gd name="T8" fmla="*/ 1263 w 1315"/>
              <a:gd name="T9" fmla="*/ 62 h 375"/>
              <a:gd name="T10" fmla="*/ 1249 w 1315"/>
              <a:gd name="T11" fmla="*/ 78 h 375"/>
              <a:gd name="T12" fmla="*/ 1210 w 1315"/>
              <a:gd name="T13" fmla="*/ 108 h 375"/>
              <a:gd name="T14" fmla="*/ 1168 w 1315"/>
              <a:gd name="T15" fmla="*/ 166 h 375"/>
              <a:gd name="T16" fmla="*/ 1196 w 1315"/>
              <a:gd name="T17" fmla="*/ 124 h 375"/>
              <a:gd name="T18" fmla="*/ 1168 w 1315"/>
              <a:gd name="T19" fmla="*/ 166 h 375"/>
              <a:gd name="T20" fmla="*/ 1155 w 1315"/>
              <a:gd name="T21" fmla="*/ 181 h 375"/>
              <a:gd name="T22" fmla="*/ 1115 w 1315"/>
              <a:gd name="T23" fmla="*/ 212 h 375"/>
              <a:gd name="T24" fmla="*/ 1073 w 1315"/>
              <a:gd name="T25" fmla="*/ 269 h 375"/>
              <a:gd name="T26" fmla="*/ 1102 w 1315"/>
              <a:gd name="T27" fmla="*/ 228 h 375"/>
              <a:gd name="T28" fmla="*/ 1073 w 1315"/>
              <a:gd name="T29" fmla="*/ 269 h 375"/>
              <a:gd name="T30" fmla="*/ 1060 w 1315"/>
              <a:gd name="T31" fmla="*/ 285 h 375"/>
              <a:gd name="T32" fmla="*/ 1022 w 1315"/>
              <a:gd name="T33" fmla="*/ 316 h 375"/>
              <a:gd name="T34" fmla="*/ 981 w 1315"/>
              <a:gd name="T35" fmla="*/ 371 h 375"/>
              <a:gd name="T36" fmla="*/ 1007 w 1315"/>
              <a:gd name="T37" fmla="*/ 331 h 375"/>
              <a:gd name="T38" fmla="*/ 981 w 1315"/>
              <a:gd name="T39" fmla="*/ 371 h 375"/>
              <a:gd name="T40" fmla="*/ 956 w 1315"/>
              <a:gd name="T41" fmla="*/ 375 h 375"/>
              <a:gd name="T42" fmla="*/ 908 w 1315"/>
              <a:gd name="T43" fmla="*/ 369 h 375"/>
              <a:gd name="T44" fmla="*/ 837 w 1315"/>
              <a:gd name="T45" fmla="*/ 375 h 375"/>
              <a:gd name="T46" fmla="*/ 888 w 1315"/>
              <a:gd name="T47" fmla="*/ 369 h 375"/>
              <a:gd name="T48" fmla="*/ 837 w 1315"/>
              <a:gd name="T49" fmla="*/ 375 h 375"/>
              <a:gd name="T50" fmla="*/ 818 w 1315"/>
              <a:gd name="T51" fmla="*/ 375 h 375"/>
              <a:gd name="T52" fmla="*/ 769 w 1315"/>
              <a:gd name="T53" fmla="*/ 369 h 375"/>
              <a:gd name="T54" fmla="*/ 699 w 1315"/>
              <a:gd name="T55" fmla="*/ 375 h 375"/>
              <a:gd name="T56" fmla="*/ 747 w 1315"/>
              <a:gd name="T57" fmla="*/ 369 h 375"/>
              <a:gd name="T58" fmla="*/ 699 w 1315"/>
              <a:gd name="T59" fmla="*/ 375 h 375"/>
              <a:gd name="T60" fmla="*/ 679 w 1315"/>
              <a:gd name="T61" fmla="*/ 375 h 375"/>
              <a:gd name="T62" fmla="*/ 628 w 1315"/>
              <a:gd name="T63" fmla="*/ 369 h 375"/>
              <a:gd name="T64" fmla="*/ 560 w 1315"/>
              <a:gd name="T65" fmla="*/ 375 h 375"/>
              <a:gd name="T66" fmla="*/ 608 w 1315"/>
              <a:gd name="T67" fmla="*/ 369 h 375"/>
              <a:gd name="T68" fmla="*/ 560 w 1315"/>
              <a:gd name="T69" fmla="*/ 375 h 375"/>
              <a:gd name="T70" fmla="*/ 538 w 1315"/>
              <a:gd name="T71" fmla="*/ 375 h 375"/>
              <a:gd name="T72" fmla="*/ 489 w 1315"/>
              <a:gd name="T73" fmla="*/ 369 h 375"/>
              <a:gd name="T74" fmla="*/ 419 w 1315"/>
              <a:gd name="T75" fmla="*/ 375 h 375"/>
              <a:gd name="T76" fmla="*/ 467 w 1315"/>
              <a:gd name="T77" fmla="*/ 369 h 375"/>
              <a:gd name="T78" fmla="*/ 419 w 1315"/>
              <a:gd name="T79" fmla="*/ 375 h 375"/>
              <a:gd name="T80" fmla="*/ 399 w 1315"/>
              <a:gd name="T81" fmla="*/ 375 h 375"/>
              <a:gd name="T82" fmla="*/ 351 w 1315"/>
              <a:gd name="T83" fmla="*/ 369 h 375"/>
              <a:gd name="T84" fmla="*/ 280 w 1315"/>
              <a:gd name="T85" fmla="*/ 375 h 375"/>
              <a:gd name="T86" fmla="*/ 329 w 1315"/>
              <a:gd name="T87" fmla="*/ 369 h 375"/>
              <a:gd name="T88" fmla="*/ 280 w 1315"/>
              <a:gd name="T89" fmla="*/ 375 h 375"/>
              <a:gd name="T90" fmla="*/ 258 w 1315"/>
              <a:gd name="T91" fmla="*/ 375 h 375"/>
              <a:gd name="T92" fmla="*/ 210 w 1315"/>
              <a:gd name="T93" fmla="*/ 369 h 375"/>
              <a:gd name="T94" fmla="*/ 139 w 1315"/>
              <a:gd name="T95" fmla="*/ 375 h 375"/>
              <a:gd name="T96" fmla="*/ 190 w 1315"/>
              <a:gd name="T97" fmla="*/ 369 h 375"/>
              <a:gd name="T98" fmla="*/ 139 w 1315"/>
              <a:gd name="T99" fmla="*/ 375 h 375"/>
              <a:gd name="T100" fmla="*/ 119 w 1315"/>
              <a:gd name="T101" fmla="*/ 375 h 375"/>
              <a:gd name="T102" fmla="*/ 71 w 1315"/>
              <a:gd name="T103" fmla="*/ 369 h 375"/>
              <a:gd name="T104" fmla="*/ 0 w 1315"/>
              <a:gd name="T105" fmla="*/ 375 h 375"/>
              <a:gd name="T106" fmla="*/ 49 w 1315"/>
              <a:gd name="T107" fmla="*/ 369 h 375"/>
              <a:gd name="T108" fmla="*/ 0 w 1315"/>
              <a:gd name="T109" fmla="*/ 37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15" h="375">
                <a:moveTo>
                  <a:pt x="1311" y="11"/>
                </a:moveTo>
                <a:lnTo>
                  <a:pt x="1315" y="5"/>
                </a:lnTo>
                <a:lnTo>
                  <a:pt x="1311" y="0"/>
                </a:lnTo>
                <a:lnTo>
                  <a:pt x="1304" y="7"/>
                </a:lnTo>
                <a:lnTo>
                  <a:pt x="1311" y="11"/>
                </a:lnTo>
                <a:close/>
                <a:moveTo>
                  <a:pt x="1263" y="62"/>
                </a:moveTo>
                <a:lnTo>
                  <a:pt x="1296" y="27"/>
                </a:lnTo>
                <a:lnTo>
                  <a:pt x="1291" y="22"/>
                </a:lnTo>
                <a:lnTo>
                  <a:pt x="1258" y="58"/>
                </a:lnTo>
                <a:lnTo>
                  <a:pt x="1263" y="62"/>
                </a:lnTo>
                <a:close/>
                <a:moveTo>
                  <a:pt x="1216" y="113"/>
                </a:moveTo>
                <a:lnTo>
                  <a:pt x="1249" y="78"/>
                </a:lnTo>
                <a:lnTo>
                  <a:pt x="1243" y="73"/>
                </a:lnTo>
                <a:lnTo>
                  <a:pt x="1210" y="108"/>
                </a:lnTo>
                <a:lnTo>
                  <a:pt x="1216" y="113"/>
                </a:lnTo>
                <a:close/>
                <a:moveTo>
                  <a:pt x="1168" y="166"/>
                </a:moveTo>
                <a:lnTo>
                  <a:pt x="1201" y="128"/>
                </a:lnTo>
                <a:lnTo>
                  <a:pt x="1196" y="124"/>
                </a:lnTo>
                <a:lnTo>
                  <a:pt x="1163" y="161"/>
                </a:lnTo>
                <a:lnTo>
                  <a:pt x="1168" y="166"/>
                </a:lnTo>
                <a:close/>
                <a:moveTo>
                  <a:pt x="1122" y="216"/>
                </a:moveTo>
                <a:lnTo>
                  <a:pt x="1155" y="181"/>
                </a:lnTo>
                <a:lnTo>
                  <a:pt x="1148" y="177"/>
                </a:lnTo>
                <a:lnTo>
                  <a:pt x="1115" y="212"/>
                </a:lnTo>
                <a:lnTo>
                  <a:pt x="1122" y="216"/>
                </a:lnTo>
                <a:close/>
                <a:moveTo>
                  <a:pt x="1073" y="269"/>
                </a:moveTo>
                <a:lnTo>
                  <a:pt x="1106" y="232"/>
                </a:lnTo>
                <a:lnTo>
                  <a:pt x="1102" y="228"/>
                </a:lnTo>
                <a:lnTo>
                  <a:pt x="1069" y="263"/>
                </a:lnTo>
                <a:lnTo>
                  <a:pt x="1073" y="269"/>
                </a:lnTo>
                <a:close/>
                <a:moveTo>
                  <a:pt x="1027" y="320"/>
                </a:moveTo>
                <a:lnTo>
                  <a:pt x="1060" y="285"/>
                </a:lnTo>
                <a:lnTo>
                  <a:pt x="1056" y="278"/>
                </a:lnTo>
                <a:lnTo>
                  <a:pt x="1022" y="316"/>
                </a:lnTo>
                <a:lnTo>
                  <a:pt x="1027" y="320"/>
                </a:lnTo>
                <a:close/>
                <a:moveTo>
                  <a:pt x="981" y="371"/>
                </a:moveTo>
                <a:lnTo>
                  <a:pt x="1014" y="336"/>
                </a:lnTo>
                <a:lnTo>
                  <a:pt x="1007" y="331"/>
                </a:lnTo>
                <a:lnTo>
                  <a:pt x="974" y="366"/>
                </a:lnTo>
                <a:lnTo>
                  <a:pt x="981" y="371"/>
                </a:lnTo>
                <a:close/>
                <a:moveTo>
                  <a:pt x="908" y="375"/>
                </a:moveTo>
                <a:lnTo>
                  <a:pt x="956" y="375"/>
                </a:lnTo>
                <a:lnTo>
                  <a:pt x="956" y="369"/>
                </a:lnTo>
                <a:lnTo>
                  <a:pt x="908" y="369"/>
                </a:lnTo>
                <a:lnTo>
                  <a:pt x="908" y="375"/>
                </a:lnTo>
                <a:close/>
                <a:moveTo>
                  <a:pt x="837" y="375"/>
                </a:moveTo>
                <a:lnTo>
                  <a:pt x="888" y="375"/>
                </a:lnTo>
                <a:lnTo>
                  <a:pt x="888" y="369"/>
                </a:lnTo>
                <a:lnTo>
                  <a:pt x="837" y="369"/>
                </a:lnTo>
                <a:lnTo>
                  <a:pt x="837" y="375"/>
                </a:lnTo>
                <a:close/>
                <a:moveTo>
                  <a:pt x="769" y="375"/>
                </a:moveTo>
                <a:lnTo>
                  <a:pt x="818" y="375"/>
                </a:lnTo>
                <a:lnTo>
                  <a:pt x="818" y="369"/>
                </a:lnTo>
                <a:lnTo>
                  <a:pt x="769" y="369"/>
                </a:lnTo>
                <a:lnTo>
                  <a:pt x="769" y="375"/>
                </a:lnTo>
                <a:close/>
                <a:moveTo>
                  <a:pt x="699" y="375"/>
                </a:moveTo>
                <a:lnTo>
                  <a:pt x="747" y="375"/>
                </a:lnTo>
                <a:lnTo>
                  <a:pt x="747" y="369"/>
                </a:lnTo>
                <a:lnTo>
                  <a:pt x="699" y="369"/>
                </a:lnTo>
                <a:lnTo>
                  <a:pt x="699" y="375"/>
                </a:lnTo>
                <a:close/>
                <a:moveTo>
                  <a:pt x="628" y="375"/>
                </a:moveTo>
                <a:lnTo>
                  <a:pt x="679" y="375"/>
                </a:lnTo>
                <a:lnTo>
                  <a:pt x="679" y="369"/>
                </a:lnTo>
                <a:lnTo>
                  <a:pt x="628" y="369"/>
                </a:lnTo>
                <a:lnTo>
                  <a:pt x="628" y="375"/>
                </a:lnTo>
                <a:close/>
                <a:moveTo>
                  <a:pt x="560" y="375"/>
                </a:moveTo>
                <a:lnTo>
                  <a:pt x="608" y="375"/>
                </a:lnTo>
                <a:lnTo>
                  <a:pt x="608" y="369"/>
                </a:lnTo>
                <a:lnTo>
                  <a:pt x="560" y="369"/>
                </a:lnTo>
                <a:lnTo>
                  <a:pt x="560" y="375"/>
                </a:lnTo>
                <a:close/>
                <a:moveTo>
                  <a:pt x="489" y="375"/>
                </a:moveTo>
                <a:lnTo>
                  <a:pt x="538" y="375"/>
                </a:lnTo>
                <a:lnTo>
                  <a:pt x="538" y="369"/>
                </a:lnTo>
                <a:lnTo>
                  <a:pt x="489" y="369"/>
                </a:lnTo>
                <a:lnTo>
                  <a:pt x="489" y="375"/>
                </a:lnTo>
                <a:close/>
                <a:moveTo>
                  <a:pt x="419" y="375"/>
                </a:moveTo>
                <a:lnTo>
                  <a:pt x="467" y="375"/>
                </a:lnTo>
                <a:lnTo>
                  <a:pt x="467" y="369"/>
                </a:lnTo>
                <a:lnTo>
                  <a:pt x="419" y="369"/>
                </a:lnTo>
                <a:lnTo>
                  <a:pt x="419" y="375"/>
                </a:lnTo>
                <a:close/>
                <a:moveTo>
                  <a:pt x="351" y="375"/>
                </a:moveTo>
                <a:lnTo>
                  <a:pt x="399" y="375"/>
                </a:lnTo>
                <a:lnTo>
                  <a:pt x="399" y="369"/>
                </a:lnTo>
                <a:lnTo>
                  <a:pt x="351" y="369"/>
                </a:lnTo>
                <a:lnTo>
                  <a:pt x="351" y="375"/>
                </a:lnTo>
                <a:close/>
                <a:moveTo>
                  <a:pt x="280" y="375"/>
                </a:moveTo>
                <a:lnTo>
                  <a:pt x="329" y="375"/>
                </a:lnTo>
                <a:lnTo>
                  <a:pt x="329" y="369"/>
                </a:lnTo>
                <a:lnTo>
                  <a:pt x="280" y="369"/>
                </a:lnTo>
                <a:lnTo>
                  <a:pt x="280" y="375"/>
                </a:lnTo>
                <a:close/>
                <a:moveTo>
                  <a:pt x="210" y="375"/>
                </a:moveTo>
                <a:lnTo>
                  <a:pt x="258" y="375"/>
                </a:lnTo>
                <a:lnTo>
                  <a:pt x="258" y="369"/>
                </a:lnTo>
                <a:lnTo>
                  <a:pt x="210" y="369"/>
                </a:lnTo>
                <a:lnTo>
                  <a:pt x="210" y="375"/>
                </a:lnTo>
                <a:close/>
                <a:moveTo>
                  <a:pt x="139" y="375"/>
                </a:moveTo>
                <a:lnTo>
                  <a:pt x="190" y="375"/>
                </a:lnTo>
                <a:lnTo>
                  <a:pt x="190" y="369"/>
                </a:lnTo>
                <a:lnTo>
                  <a:pt x="139" y="369"/>
                </a:lnTo>
                <a:lnTo>
                  <a:pt x="139" y="375"/>
                </a:lnTo>
                <a:close/>
                <a:moveTo>
                  <a:pt x="71" y="375"/>
                </a:moveTo>
                <a:lnTo>
                  <a:pt x="119" y="375"/>
                </a:lnTo>
                <a:lnTo>
                  <a:pt x="119" y="369"/>
                </a:lnTo>
                <a:lnTo>
                  <a:pt x="71" y="369"/>
                </a:lnTo>
                <a:lnTo>
                  <a:pt x="71" y="375"/>
                </a:lnTo>
                <a:close/>
                <a:moveTo>
                  <a:pt x="0" y="375"/>
                </a:moveTo>
                <a:lnTo>
                  <a:pt x="49" y="375"/>
                </a:lnTo>
                <a:lnTo>
                  <a:pt x="49" y="369"/>
                </a:lnTo>
                <a:lnTo>
                  <a:pt x="0" y="369"/>
                </a:lnTo>
                <a:lnTo>
                  <a:pt x="0" y="375"/>
                </a:lnTo>
                <a:close/>
              </a:path>
            </a:pathLst>
          </a:custGeom>
          <a:solidFill>
            <a:srgbClr val="918E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 name="Freeform 903"/>
          <p:cNvSpPr>
            <a:spLocks noEditPoints="1"/>
          </p:cNvSpPr>
          <p:nvPr/>
        </p:nvSpPr>
        <p:spPr bwMode="auto">
          <a:xfrm>
            <a:off x="5262463" y="1323355"/>
            <a:ext cx="1209805" cy="461962"/>
          </a:xfrm>
          <a:custGeom>
            <a:avLst/>
            <a:gdLst>
              <a:gd name="T0" fmla="*/ 1141 w 1148"/>
              <a:gd name="T1" fmla="*/ 291 h 291"/>
              <a:gd name="T2" fmla="*/ 1124 w 1148"/>
              <a:gd name="T3" fmla="*/ 244 h 291"/>
              <a:gd name="T4" fmla="*/ 1082 w 1148"/>
              <a:gd name="T5" fmla="*/ 187 h 291"/>
              <a:gd name="T6" fmla="*/ 1113 w 1148"/>
              <a:gd name="T7" fmla="*/ 227 h 291"/>
              <a:gd name="T8" fmla="*/ 1082 w 1148"/>
              <a:gd name="T9" fmla="*/ 187 h 291"/>
              <a:gd name="T10" fmla="*/ 1071 w 1148"/>
              <a:gd name="T11" fmla="*/ 169 h 291"/>
              <a:gd name="T12" fmla="*/ 1051 w 1148"/>
              <a:gd name="T13" fmla="*/ 125 h 291"/>
              <a:gd name="T14" fmla="*/ 1009 w 1148"/>
              <a:gd name="T15" fmla="*/ 68 h 291"/>
              <a:gd name="T16" fmla="*/ 1040 w 1148"/>
              <a:gd name="T17" fmla="*/ 105 h 291"/>
              <a:gd name="T18" fmla="*/ 1009 w 1148"/>
              <a:gd name="T19" fmla="*/ 68 h 291"/>
              <a:gd name="T20" fmla="*/ 998 w 1148"/>
              <a:gd name="T21" fmla="*/ 50 h 291"/>
              <a:gd name="T22" fmla="*/ 980 w 1148"/>
              <a:gd name="T23" fmla="*/ 4 h 291"/>
              <a:gd name="T24" fmla="*/ 908 w 1148"/>
              <a:gd name="T25" fmla="*/ 6 h 291"/>
              <a:gd name="T26" fmla="*/ 956 w 1148"/>
              <a:gd name="T27" fmla="*/ 0 h 291"/>
              <a:gd name="T28" fmla="*/ 908 w 1148"/>
              <a:gd name="T29" fmla="*/ 6 h 291"/>
              <a:gd name="T30" fmla="*/ 888 w 1148"/>
              <a:gd name="T31" fmla="*/ 6 h 291"/>
              <a:gd name="T32" fmla="*/ 837 w 1148"/>
              <a:gd name="T33" fmla="*/ 0 h 291"/>
              <a:gd name="T34" fmla="*/ 769 w 1148"/>
              <a:gd name="T35" fmla="*/ 6 h 291"/>
              <a:gd name="T36" fmla="*/ 817 w 1148"/>
              <a:gd name="T37" fmla="*/ 0 h 291"/>
              <a:gd name="T38" fmla="*/ 769 w 1148"/>
              <a:gd name="T39" fmla="*/ 6 h 291"/>
              <a:gd name="T40" fmla="*/ 747 w 1148"/>
              <a:gd name="T41" fmla="*/ 6 h 291"/>
              <a:gd name="T42" fmla="*/ 699 w 1148"/>
              <a:gd name="T43" fmla="*/ 0 h 291"/>
              <a:gd name="T44" fmla="*/ 628 w 1148"/>
              <a:gd name="T45" fmla="*/ 6 h 291"/>
              <a:gd name="T46" fmla="*/ 679 w 1148"/>
              <a:gd name="T47" fmla="*/ 0 h 291"/>
              <a:gd name="T48" fmla="*/ 628 w 1148"/>
              <a:gd name="T49" fmla="*/ 6 h 291"/>
              <a:gd name="T50" fmla="*/ 608 w 1148"/>
              <a:gd name="T51" fmla="*/ 6 h 291"/>
              <a:gd name="T52" fmla="*/ 560 w 1148"/>
              <a:gd name="T53" fmla="*/ 0 h 291"/>
              <a:gd name="T54" fmla="*/ 489 w 1148"/>
              <a:gd name="T55" fmla="*/ 6 h 291"/>
              <a:gd name="T56" fmla="*/ 538 w 1148"/>
              <a:gd name="T57" fmla="*/ 0 h 291"/>
              <a:gd name="T58" fmla="*/ 489 w 1148"/>
              <a:gd name="T59" fmla="*/ 6 h 291"/>
              <a:gd name="T60" fmla="*/ 467 w 1148"/>
              <a:gd name="T61" fmla="*/ 6 h 291"/>
              <a:gd name="T62" fmla="*/ 419 w 1148"/>
              <a:gd name="T63" fmla="*/ 0 h 291"/>
              <a:gd name="T64" fmla="*/ 350 w 1148"/>
              <a:gd name="T65" fmla="*/ 6 h 291"/>
              <a:gd name="T66" fmla="*/ 399 w 1148"/>
              <a:gd name="T67" fmla="*/ 0 h 291"/>
              <a:gd name="T68" fmla="*/ 350 w 1148"/>
              <a:gd name="T69" fmla="*/ 6 h 291"/>
              <a:gd name="T70" fmla="*/ 328 w 1148"/>
              <a:gd name="T71" fmla="*/ 6 h 291"/>
              <a:gd name="T72" fmla="*/ 280 w 1148"/>
              <a:gd name="T73" fmla="*/ 0 h 291"/>
              <a:gd name="T74" fmla="*/ 210 w 1148"/>
              <a:gd name="T75" fmla="*/ 6 h 291"/>
              <a:gd name="T76" fmla="*/ 258 w 1148"/>
              <a:gd name="T77" fmla="*/ 0 h 291"/>
              <a:gd name="T78" fmla="*/ 210 w 1148"/>
              <a:gd name="T79" fmla="*/ 6 h 291"/>
              <a:gd name="T80" fmla="*/ 190 w 1148"/>
              <a:gd name="T81" fmla="*/ 6 h 291"/>
              <a:gd name="T82" fmla="*/ 139 w 1148"/>
              <a:gd name="T83" fmla="*/ 0 h 291"/>
              <a:gd name="T84" fmla="*/ 71 w 1148"/>
              <a:gd name="T85" fmla="*/ 6 h 291"/>
              <a:gd name="T86" fmla="*/ 119 w 1148"/>
              <a:gd name="T87" fmla="*/ 0 h 291"/>
              <a:gd name="T88" fmla="*/ 71 w 1148"/>
              <a:gd name="T89" fmla="*/ 6 h 291"/>
              <a:gd name="T90" fmla="*/ 49 w 1148"/>
              <a:gd name="T91" fmla="*/ 6 h 291"/>
              <a:gd name="T92" fmla="*/ 0 w 1148"/>
              <a:gd name="T93" fmla="*/ 0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48" h="291">
                <a:moveTo>
                  <a:pt x="1117" y="249"/>
                </a:moveTo>
                <a:lnTo>
                  <a:pt x="1141" y="291"/>
                </a:lnTo>
                <a:lnTo>
                  <a:pt x="1148" y="286"/>
                </a:lnTo>
                <a:lnTo>
                  <a:pt x="1124" y="244"/>
                </a:lnTo>
                <a:lnTo>
                  <a:pt x="1117" y="249"/>
                </a:lnTo>
                <a:close/>
                <a:moveTo>
                  <a:pt x="1082" y="187"/>
                </a:moveTo>
                <a:lnTo>
                  <a:pt x="1106" y="229"/>
                </a:lnTo>
                <a:lnTo>
                  <a:pt x="1113" y="227"/>
                </a:lnTo>
                <a:lnTo>
                  <a:pt x="1086" y="185"/>
                </a:lnTo>
                <a:lnTo>
                  <a:pt x="1082" y="187"/>
                </a:lnTo>
                <a:close/>
                <a:moveTo>
                  <a:pt x="1044" y="128"/>
                </a:moveTo>
                <a:lnTo>
                  <a:pt x="1071" y="169"/>
                </a:lnTo>
                <a:lnTo>
                  <a:pt x="1077" y="167"/>
                </a:lnTo>
                <a:lnTo>
                  <a:pt x="1051" y="125"/>
                </a:lnTo>
                <a:lnTo>
                  <a:pt x="1044" y="128"/>
                </a:lnTo>
                <a:close/>
                <a:moveTo>
                  <a:pt x="1009" y="68"/>
                </a:moveTo>
                <a:lnTo>
                  <a:pt x="1036" y="110"/>
                </a:lnTo>
                <a:lnTo>
                  <a:pt x="1040" y="105"/>
                </a:lnTo>
                <a:lnTo>
                  <a:pt x="1016" y="64"/>
                </a:lnTo>
                <a:lnTo>
                  <a:pt x="1009" y="68"/>
                </a:lnTo>
                <a:close/>
                <a:moveTo>
                  <a:pt x="974" y="8"/>
                </a:moveTo>
                <a:lnTo>
                  <a:pt x="998" y="50"/>
                </a:lnTo>
                <a:lnTo>
                  <a:pt x="1005" y="46"/>
                </a:lnTo>
                <a:lnTo>
                  <a:pt x="980" y="4"/>
                </a:lnTo>
                <a:lnTo>
                  <a:pt x="974" y="8"/>
                </a:lnTo>
                <a:close/>
                <a:moveTo>
                  <a:pt x="908" y="6"/>
                </a:moveTo>
                <a:lnTo>
                  <a:pt x="956" y="6"/>
                </a:lnTo>
                <a:lnTo>
                  <a:pt x="956" y="0"/>
                </a:lnTo>
                <a:lnTo>
                  <a:pt x="908" y="0"/>
                </a:lnTo>
                <a:lnTo>
                  <a:pt x="908" y="6"/>
                </a:lnTo>
                <a:close/>
                <a:moveTo>
                  <a:pt x="837" y="6"/>
                </a:moveTo>
                <a:lnTo>
                  <a:pt x="888" y="6"/>
                </a:lnTo>
                <a:lnTo>
                  <a:pt x="888" y="0"/>
                </a:lnTo>
                <a:lnTo>
                  <a:pt x="837" y="0"/>
                </a:lnTo>
                <a:lnTo>
                  <a:pt x="837" y="6"/>
                </a:lnTo>
                <a:close/>
                <a:moveTo>
                  <a:pt x="769" y="6"/>
                </a:moveTo>
                <a:lnTo>
                  <a:pt x="817" y="6"/>
                </a:lnTo>
                <a:lnTo>
                  <a:pt x="817" y="0"/>
                </a:lnTo>
                <a:lnTo>
                  <a:pt x="769" y="0"/>
                </a:lnTo>
                <a:lnTo>
                  <a:pt x="769" y="6"/>
                </a:lnTo>
                <a:close/>
                <a:moveTo>
                  <a:pt x="699" y="6"/>
                </a:moveTo>
                <a:lnTo>
                  <a:pt x="747" y="6"/>
                </a:lnTo>
                <a:lnTo>
                  <a:pt x="747" y="0"/>
                </a:lnTo>
                <a:lnTo>
                  <a:pt x="699" y="0"/>
                </a:lnTo>
                <a:lnTo>
                  <a:pt x="699" y="6"/>
                </a:lnTo>
                <a:close/>
                <a:moveTo>
                  <a:pt x="628" y="6"/>
                </a:moveTo>
                <a:lnTo>
                  <a:pt x="679" y="6"/>
                </a:lnTo>
                <a:lnTo>
                  <a:pt x="679" y="0"/>
                </a:lnTo>
                <a:lnTo>
                  <a:pt x="628" y="0"/>
                </a:lnTo>
                <a:lnTo>
                  <a:pt x="628" y="6"/>
                </a:lnTo>
                <a:close/>
                <a:moveTo>
                  <a:pt x="560" y="6"/>
                </a:moveTo>
                <a:lnTo>
                  <a:pt x="608" y="6"/>
                </a:lnTo>
                <a:lnTo>
                  <a:pt x="608" y="0"/>
                </a:lnTo>
                <a:lnTo>
                  <a:pt x="560" y="0"/>
                </a:lnTo>
                <a:lnTo>
                  <a:pt x="560" y="6"/>
                </a:lnTo>
                <a:close/>
                <a:moveTo>
                  <a:pt x="489" y="6"/>
                </a:moveTo>
                <a:lnTo>
                  <a:pt x="538" y="6"/>
                </a:lnTo>
                <a:lnTo>
                  <a:pt x="538" y="0"/>
                </a:lnTo>
                <a:lnTo>
                  <a:pt x="489" y="0"/>
                </a:lnTo>
                <a:lnTo>
                  <a:pt x="489" y="6"/>
                </a:lnTo>
                <a:close/>
                <a:moveTo>
                  <a:pt x="419" y="6"/>
                </a:moveTo>
                <a:lnTo>
                  <a:pt x="467" y="6"/>
                </a:lnTo>
                <a:lnTo>
                  <a:pt x="467" y="0"/>
                </a:lnTo>
                <a:lnTo>
                  <a:pt x="419" y="0"/>
                </a:lnTo>
                <a:lnTo>
                  <a:pt x="419" y="6"/>
                </a:lnTo>
                <a:close/>
                <a:moveTo>
                  <a:pt x="350" y="6"/>
                </a:moveTo>
                <a:lnTo>
                  <a:pt x="399" y="6"/>
                </a:lnTo>
                <a:lnTo>
                  <a:pt x="399" y="0"/>
                </a:lnTo>
                <a:lnTo>
                  <a:pt x="350" y="0"/>
                </a:lnTo>
                <a:lnTo>
                  <a:pt x="350" y="6"/>
                </a:lnTo>
                <a:close/>
                <a:moveTo>
                  <a:pt x="280" y="6"/>
                </a:moveTo>
                <a:lnTo>
                  <a:pt x="328" y="6"/>
                </a:lnTo>
                <a:lnTo>
                  <a:pt x="328" y="0"/>
                </a:lnTo>
                <a:lnTo>
                  <a:pt x="280" y="0"/>
                </a:lnTo>
                <a:lnTo>
                  <a:pt x="280" y="6"/>
                </a:lnTo>
                <a:close/>
                <a:moveTo>
                  <a:pt x="210" y="6"/>
                </a:moveTo>
                <a:lnTo>
                  <a:pt x="258" y="6"/>
                </a:lnTo>
                <a:lnTo>
                  <a:pt x="258" y="0"/>
                </a:lnTo>
                <a:lnTo>
                  <a:pt x="210" y="0"/>
                </a:lnTo>
                <a:lnTo>
                  <a:pt x="210" y="6"/>
                </a:lnTo>
                <a:close/>
                <a:moveTo>
                  <a:pt x="139" y="6"/>
                </a:moveTo>
                <a:lnTo>
                  <a:pt x="190" y="6"/>
                </a:lnTo>
                <a:lnTo>
                  <a:pt x="190" y="0"/>
                </a:lnTo>
                <a:lnTo>
                  <a:pt x="139" y="0"/>
                </a:lnTo>
                <a:lnTo>
                  <a:pt x="139" y="6"/>
                </a:lnTo>
                <a:close/>
                <a:moveTo>
                  <a:pt x="71" y="6"/>
                </a:moveTo>
                <a:lnTo>
                  <a:pt x="119" y="6"/>
                </a:lnTo>
                <a:lnTo>
                  <a:pt x="119" y="0"/>
                </a:lnTo>
                <a:lnTo>
                  <a:pt x="71" y="0"/>
                </a:lnTo>
                <a:lnTo>
                  <a:pt x="71" y="6"/>
                </a:lnTo>
                <a:close/>
                <a:moveTo>
                  <a:pt x="0" y="6"/>
                </a:moveTo>
                <a:lnTo>
                  <a:pt x="49" y="6"/>
                </a:lnTo>
                <a:lnTo>
                  <a:pt x="49" y="0"/>
                </a:lnTo>
                <a:lnTo>
                  <a:pt x="0" y="0"/>
                </a:lnTo>
                <a:lnTo>
                  <a:pt x="0" y="6"/>
                </a:lnTo>
                <a:close/>
              </a:path>
            </a:pathLst>
          </a:custGeom>
          <a:solidFill>
            <a:srgbClr val="918E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 name="文本框 35"/>
          <p:cNvSpPr txBox="1"/>
          <p:nvPr/>
        </p:nvSpPr>
        <p:spPr>
          <a:xfrm>
            <a:off x="5223089" y="682394"/>
            <a:ext cx="1249060" cy="646331"/>
          </a:xfrm>
          <a:prstGeom prst="rect">
            <a:avLst/>
          </a:prstGeom>
          <a:noFill/>
        </p:spPr>
        <p:txBody>
          <a:bodyPr wrap="none" rtlCol="0">
            <a:spAutoFit/>
          </a:bodyPr>
          <a:lstStyle/>
          <a:p>
            <a:r>
              <a:rPr lang="en-US" altLang="zh-CN" sz="3600" dirty="0">
                <a:solidFill>
                  <a:prstClr val="black">
                    <a:lumMod val="65000"/>
                    <a:lumOff val="35000"/>
                  </a:prstClr>
                </a:solidFill>
                <a:latin typeface="Impact" panose="020B0806030902050204" pitchFamily="34" charset="0"/>
              </a:rPr>
              <a:t>12.6%</a:t>
            </a:r>
            <a:endParaRPr lang="zh-CN" altLang="en-US" sz="3600" dirty="0">
              <a:solidFill>
                <a:prstClr val="black">
                  <a:lumMod val="65000"/>
                  <a:lumOff val="35000"/>
                </a:prstClr>
              </a:solidFill>
              <a:latin typeface="Impact" panose="020B0806030902050204" pitchFamily="34" charset="0"/>
            </a:endParaRPr>
          </a:p>
        </p:txBody>
      </p:sp>
      <p:sp>
        <p:nvSpPr>
          <p:cNvPr id="37" name="文本框 36"/>
          <p:cNvSpPr txBox="1"/>
          <p:nvPr/>
        </p:nvSpPr>
        <p:spPr>
          <a:xfrm>
            <a:off x="4287573" y="3292773"/>
            <a:ext cx="1261884" cy="646331"/>
          </a:xfrm>
          <a:prstGeom prst="rect">
            <a:avLst/>
          </a:prstGeom>
          <a:noFill/>
        </p:spPr>
        <p:txBody>
          <a:bodyPr wrap="none" rtlCol="0">
            <a:spAutoFit/>
          </a:bodyPr>
          <a:lstStyle/>
          <a:p>
            <a:r>
              <a:rPr lang="en-US" altLang="zh-CN" sz="3600" dirty="0">
                <a:solidFill>
                  <a:prstClr val="black">
                    <a:lumMod val="65000"/>
                    <a:lumOff val="35000"/>
                  </a:prstClr>
                </a:solidFill>
                <a:latin typeface="Impact" panose="020B0806030902050204" pitchFamily="34" charset="0"/>
              </a:rPr>
              <a:t>13.9%</a:t>
            </a:r>
            <a:endParaRPr lang="zh-CN" altLang="en-US" sz="3600" dirty="0">
              <a:solidFill>
                <a:prstClr val="black">
                  <a:lumMod val="65000"/>
                  <a:lumOff val="35000"/>
                </a:prstClr>
              </a:solidFill>
              <a:latin typeface="Impact" panose="020B0806030902050204" pitchFamily="34" charset="0"/>
            </a:endParaRPr>
          </a:p>
        </p:txBody>
      </p:sp>
      <p:sp>
        <p:nvSpPr>
          <p:cNvPr id="38" name="文本框 37"/>
          <p:cNvSpPr txBox="1"/>
          <p:nvPr/>
        </p:nvSpPr>
        <p:spPr>
          <a:xfrm>
            <a:off x="10171609" y="682394"/>
            <a:ext cx="1317990" cy="646331"/>
          </a:xfrm>
          <a:prstGeom prst="rect">
            <a:avLst/>
          </a:prstGeom>
          <a:noFill/>
        </p:spPr>
        <p:txBody>
          <a:bodyPr wrap="none" rtlCol="0">
            <a:spAutoFit/>
          </a:bodyPr>
          <a:lstStyle/>
          <a:p>
            <a:r>
              <a:rPr lang="en-US" altLang="zh-CN" sz="3600" dirty="0">
                <a:solidFill>
                  <a:prstClr val="black">
                    <a:lumMod val="65000"/>
                    <a:lumOff val="35000"/>
                  </a:prstClr>
                </a:solidFill>
                <a:latin typeface="Impact" panose="020B0806030902050204" pitchFamily="34" charset="0"/>
              </a:rPr>
              <a:t>25.0%</a:t>
            </a:r>
            <a:endParaRPr lang="zh-CN" altLang="en-US" sz="3600" dirty="0">
              <a:solidFill>
                <a:prstClr val="black">
                  <a:lumMod val="65000"/>
                  <a:lumOff val="35000"/>
                </a:prstClr>
              </a:solidFill>
              <a:latin typeface="Impact" panose="020B0806030902050204" pitchFamily="34" charset="0"/>
            </a:endParaRPr>
          </a:p>
        </p:txBody>
      </p:sp>
      <p:sp>
        <p:nvSpPr>
          <p:cNvPr id="39" name="文本框 38"/>
          <p:cNvSpPr txBox="1"/>
          <p:nvPr/>
        </p:nvSpPr>
        <p:spPr>
          <a:xfrm>
            <a:off x="5164647" y="5710613"/>
            <a:ext cx="1275093" cy="646331"/>
          </a:xfrm>
          <a:prstGeom prst="rect">
            <a:avLst/>
          </a:prstGeom>
          <a:noFill/>
        </p:spPr>
        <p:txBody>
          <a:bodyPr wrap="none" rtlCol="0">
            <a:spAutoFit/>
          </a:bodyPr>
          <a:lstStyle/>
          <a:p>
            <a:r>
              <a:rPr lang="en-US" altLang="zh-CN" sz="3600" dirty="0">
                <a:solidFill>
                  <a:prstClr val="black">
                    <a:lumMod val="65000"/>
                    <a:lumOff val="35000"/>
                  </a:prstClr>
                </a:solidFill>
                <a:latin typeface="Impact" panose="020B0806030902050204" pitchFamily="34" charset="0"/>
              </a:rPr>
              <a:t>24.4%</a:t>
            </a:r>
            <a:endParaRPr lang="zh-CN" altLang="en-US" sz="3600" dirty="0">
              <a:solidFill>
                <a:prstClr val="black">
                  <a:lumMod val="65000"/>
                  <a:lumOff val="35000"/>
                </a:prstClr>
              </a:solidFill>
              <a:latin typeface="Impact" panose="020B0806030902050204" pitchFamily="34" charset="0"/>
            </a:endParaRPr>
          </a:p>
        </p:txBody>
      </p:sp>
      <p:sp>
        <p:nvSpPr>
          <p:cNvPr id="40" name="文本框 39"/>
          <p:cNvSpPr txBox="1"/>
          <p:nvPr/>
        </p:nvSpPr>
        <p:spPr>
          <a:xfrm>
            <a:off x="11053808" y="3292773"/>
            <a:ext cx="1002197" cy="646331"/>
          </a:xfrm>
          <a:prstGeom prst="rect">
            <a:avLst/>
          </a:prstGeom>
          <a:noFill/>
        </p:spPr>
        <p:txBody>
          <a:bodyPr wrap="none" rtlCol="0">
            <a:spAutoFit/>
          </a:bodyPr>
          <a:lstStyle/>
          <a:p>
            <a:r>
              <a:rPr lang="en-US" altLang="zh-CN" sz="3600" dirty="0">
                <a:solidFill>
                  <a:prstClr val="black">
                    <a:lumMod val="65000"/>
                    <a:lumOff val="35000"/>
                  </a:prstClr>
                </a:solidFill>
                <a:latin typeface="Impact" panose="020B0806030902050204" pitchFamily="34" charset="0"/>
              </a:rPr>
              <a:t>7.4%</a:t>
            </a:r>
            <a:endParaRPr lang="zh-CN" altLang="en-US" sz="3600" dirty="0">
              <a:solidFill>
                <a:prstClr val="black">
                  <a:lumMod val="65000"/>
                  <a:lumOff val="35000"/>
                </a:prstClr>
              </a:solidFill>
              <a:latin typeface="Impact" panose="020B0806030902050204" pitchFamily="34" charset="0"/>
            </a:endParaRPr>
          </a:p>
        </p:txBody>
      </p:sp>
      <p:sp>
        <p:nvSpPr>
          <p:cNvPr id="41" name="文本框 40"/>
          <p:cNvSpPr txBox="1"/>
          <p:nvPr/>
        </p:nvSpPr>
        <p:spPr>
          <a:xfrm>
            <a:off x="10304295" y="5617308"/>
            <a:ext cx="1197764" cy="646331"/>
          </a:xfrm>
          <a:prstGeom prst="rect">
            <a:avLst/>
          </a:prstGeom>
          <a:noFill/>
        </p:spPr>
        <p:txBody>
          <a:bodyPr wrap="none" rtlCol="0">
            <a:spAutoFit/>
          </a:bodyPr>
          <a:lstStyle/>
          <a:p>
            <a:r>
              <a:rPr lang="en-US" altLang="zh-CN" sz="3600" dirty="0">
                <a:solidFill>
                  <a:prstClr val="black">
                    <a:lumMod val="65000"/>
                    <a:lumOff val="35000"/>
                  </a:prstClr>
                </a:solidFill>
                <a:latin typeface="Impact" panose="020B0806030902050204" pitchFamily="34" charset="0"/>
              </a:rPr>
              <a:t>16.7%</a:t>
            </a:r>
            <a:endParaRPr lang="zh-CN" altLang="en-US" sz="3600" dirty="0">
              <a:solidFill>
                <a:prstClr val="black">
                  <a:lumMod val="65000"/>
                  <a:lumOff val="35000"/>
                </a:prstClr>
              </a:solidFill>
              <a:latin typeface="Impact" panose="020B0806030902050204" pitchFamily="34" charset="0"/>
            </a:endParaRPr>
          </a:p>
        </p:txBody>
      </p:sp>
      <p:grpSp>
        <p:nvGrpSpPr>
          <p:cNvPr id="5" name="组合 4"/>
          <p:cNvGrpSpPr/>
          <p:nvPr/>
        </p:nvGrpSpPr>
        <p:grpSpPr>
          <a:xfrm>
            <a:off x="6862246" y="2893010"/>
            <a:ext cx="2766068" cy="1445856"/>
            <a:chOff x="7251734" y="3292773"/>
            <a:chExt cx="2071687" cy="1082895"/>
          </a:xfrm>
          <a:solidFill>
            <a:schemeClr val="tx1">
              <a:lumMod val="65000"/>
              <a:lumOff val="35000"/>
            </a:schemeClr>
          </a:solidFill>
        </p:grpSpPr>
        <p:sp>
          <p:nvSpPr>
            <p:cNvPr id="43" name="Freeform 98"/>
            <p:cNvSpPr>
              <a:spLocks noEditPoints="1"/>
            </p:cNvSpPr>
            <p:nvPr/>
          </p:nvSpPr>
          <p:spPr bwMode="auto">
            <a:xfrm>
              <a:off x="7251734" y="3292773"/>
              <a:ext cx="2071687" cy="1017588"/>
            </a:xfrm>
            <a:custGeom>
              <a:avLst/>
              <a:gdLst>
                <a:gd name="T0" fmla="*/ 705 w 873"/>
                <a:gd name="T1" fmla="*/ 183 h 429"/>
                <a:gd name="T2" fmla="*/ 450 w 873"/>
                <a:gd name="T3" fmla="*/ 7 h 429"/>
                <a:gd name="T4" fmla="*/ 176 w 873"/>
                <a:gd name="T5" fmla="*/ 185 h 429"/>
                <a:gd name="T6" fmla="*/ 16 w 873"/>
                <a:gd name="T7" fmla="*/ 418 h 429"/>
                <a:gd name="T8" fmla="*/ 32 w 873"/>
                <a:gd name="T9" fmla="*/ 429 h 429"/>
                <a:gd name="T10" fmla="*/ 119 w 873"/>
                <a:gd name="T11" fmla="*/ 429 h 429"/>
                <a:gd name="T12" fmla="*/ 119 w 873"/>
                <a:gd name="T13" fmla="*/ 364 h 429"/>
                <a:gd name="T14" fmla="*/ 225 w 873"/>
                <a:gd name="T15" fmla="*/ 264 h 429"/>
                <a:gd name="T16" fmla="*/ 340 w 873"/>
                <a:gd name="T17" fmla="*/ 355 h 429"/>
                <a:gd name="T18" fmla="*/ 340 w 873"/>
                <a:gd name="T19" fmla="*/ 429 h 429"/>
                <a:gd name="T20" fmla="*/ 565 w 873"/>
                <a:gd name="T21" fmla="*/ 429 h 429"/>
                <a:gd name="T22" fmla="*/ 565 w 873"/>
                <a:gd name="T23" fmla="*/ 355 h 429"/>
                <a:gd name="T24" fmla="*/ 673 w 873"/>
                <a:gd name="T25" fmla="*/ 262 h 429"/>
                <a:gd name="T26" fmla="*/ 783 w 873"/>
                <a:gd name="T27" fmla="*/ 355 h 429"/>
                <a:gd name="T28" fmla="*/ 783 w 873"/>
                <a:gd name="T29" fmla="*/ 429 h 429"/>
                <a:gd name="T30" fmla="*/ 853 w 873"/>
                <a:gd name="T31" fmla="*/ 429 h 429"/>
                <a:gd name="T32" fmla="*/ 873 w 873"/>
                <a:gd name="T33" fmla="*/ 416 h 429"/>
                <a:gd name="T34" fmla="*/ 705 w 873"/>
                <a:gd name="T35" fmla="*/ 183 h 429"/>
                <a:gd name="T36" fmla="*/ 428 w 873"/>
                <a:gd name="T37" fmla="*/ 205 h 429"/>
                <a:gd name="T38" fmla="*/ 241 w 873"/>
                <a:gd name="T39" fmla="*/ 205 h 429"/>
                <a:gd name="T40" fmla="*/ 428 w 873"/>
                <a:gd name="T41" fmla="*/ 61 h 429"/>
                <a:gd name="T42" fmla="*/ 428 w 873"/>
                <a:gd name="T43" fmla="*/ 205 h 429"/>
                <a:gd name="T44" fmla="*/ 468 w 873"/>
                <a:gd name="T45" fmla="*/ 205 h 429"/>
                <a:gd name="T46" fmla="*/ 468 w 873"/>
                <a:gd name="T47" fmla="*/ 61 h 429"/>
                <a:gd name="T48" fmla="*/ 655 w 873"/>
                <a:gd name="T49" fmla="*/ 205 h 429"/>
                <a:gd name="T50" fmla="*/ 468 w 873"/>
                <a:gd name="T51" fmla="*/ 205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73" h="429">
                  <a:moveTo>
                    <a:pt x="705" y="183"/>
                  </a:moveTo>
                  <a:cubicBezTo>
                    <a:pt x="644" y="0"/>
                    <a:pt x="450" y="7"/>
                    <a:pt x="450" y="7"/>
                  </a:cubicBezTo>
                  <a:cubicBezTo>
                    <a:pt x="237" y="7"/>
                    <a:pt x="176" y="185"/>
                    <a:pt x="176" y="185"/>
                  </a:cubicBezTo>
                  <a:cubicBezTo>
                    <a:pt x="0" y="212"/>
                    <a:pt x="16" y="418"/>
                    <a:pt x="16" y="418"/>
                  </a:cubicBezTo>
                  <a:cubicBezTo>
                    <a:pt x="16" y="429"/>
                    <a:pt x="32" y="429"/>
                    <a:pt x="32" y="429"/>
                  </a:cubicBezTo>
                  <a:cubicBezTo>
                    <a:pt x="119" y="429"/>
                    <a:pt x="119" y="429"/>
                    <a:pt x="119" y="429"/>
                  </a:cubicBezTo>
                  <a:cubicBezTo>
                    <a:pt x="119" y="364"/>
                    <a:pt x="119" y="364"/>
                    <a:pt x="119" y="364"/>
                  </a:cubicBezTo>
                  <a:cubicBezTo>
                    <a:pt x="119" y="268"/>
                    <a:pt x="225" y="264"/>
                    <a:pt x="225" y="264"/>
                  </a:cubicBezTo>
                  <a:cubicBezTo>
                    <a:pt x="334" y="263"/>
                    <a:pt x="340" y="355"/>
                    <a:pt x="340" y="355"/>
                  </a:cubicBezTo>
                  <a:cubicBezTo>
                    <a:pt x="340" y="429"/>
                    <a:pt x="340" y="429"/>
                    <a:pt x="340" y="429"/>
                  </a:cubicBezTo>
                  <a:cubicBezTo>
                    <a:pt x="565" y="429"/>
                    <a:pt x="565" y="429"/>
                    <a:pt x="565" y="429"/>
                  </a:cubicBezTo>
                  <a:cubicBezTo>
                    <a:pt x="565" y="355"/>
                    <a:pt x="565" y="355"/>
                    <a:pt x="565" y="355"/>
                  </a:cubicBezTo>
                  <a:cubicBezTo>
                    <a:pt x="565" y="253"/>
                    <a:pt x="673" y="262"/>
                    <a:pt x="673" y="262"/>
                  </a:cubicBezTo>
                  <a:cubicBezTo>
                    <a:pt x="784" y="262"/>
                    <a:pt x="783" y="355"/>
                    <a:pt x="783" y="355"/>
                  </a:cubicBezTo>
                  <a:cubicBezTo>
                    <a:pt x="783" y="429"/>
                    <a:pt x="783" y="429"/>
                    <a:pt x="783" y="429"/>
                  </a:cubicBezTo>
                  <a:cubicBezTo>
                    <a:pt x="853" y="429"/>
                    <a:pt x="853" y="429"/>
                    <a:pt x="853" y="429"/>
                  </a:cubicBezTo>
                  <a:cubicBezTo>
                    <a:pt x="866" y="429"/>
                    <a:pt x="873" y="416"/>
                    <a:pt x="873" y="416"/>
                  </a:cubicBezTo>
                  <a:cubicBezTo>
                    <a:pt x="872" y="183"/>
                    <a:pt x="705" y="183"/>
                    <a:pt x="705" y="183"/>
                  </a:cubicBezTo>
                  <a:close/>
                  <a:moveTo>
                    <a:pt x="428" y="205"/>
                  </a:moveTo>
                  <a:cubicBezTo>
                    <a:pt x="241" y="205"/>
                    <a:pt x="241" y="205"/>
                    <a:pt x="241" y="205"/>
                  </a:cubicBezTo>
                  <a:cubicBezTo>
                    <a:pt x="286" y="66"/>
                    <a:pt x="428" y="61"/>
                    <a:pt x="428" y="61"/>
                  </a:cubicBezTo>
                  <a:lnTo>
                    <a:pt x="428" y="205"/>
                  </a:lnTo>
                  <a:close/>
                  <a:moveTo>
                    <a:pt x="468" y="205"/>
                  </a:moveTo>
                  <a:cubicBezTo>
                    <a:pt x="468" y="61"/>
                    <a:pt x="468" y="61"/>
                    <a:pt x="468" y="61"/>
                  </a:cubicBezTo>
                  <a:cubicBezTo>
                    <a:pt x="468" y="61"/>
                    <a:pt x="610" y="66"/>
                    <a:pt x="655" y="205"/>
                  </a:cubicBezTo>
                  <a:lnTo>
                    <a:pt x="468" y="205"/>
                  </a:ln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 name="Freeform 99"/>
            <p:cNvSpPr>
              <a:spLocks noEditPoints="1"/>
            </p:cNvSpPr>
            <p:nvPr/>
          </p:nvSpPr>
          <p:spPr bwMode="auto">
            <a:xfrm>
              <a:off x="7593047" y="3978793"/>
              <a:ext cx="396875" cy="396875"/>
            </a:xfrm>
            <a:custGeom>
              <a:avLst/>
              <a:gdLst>
                <a:gd name="T0" fmla="*/ 84 w 167"/>
                <a:gd name="T1" fmla="*/ 0 h 167"/>
                <a:gd name="T2" fmla="*/ 0 w 167"/>
                <a:gd name="T3" fmla="*/ 83 h 167"/>
                <a:gd name="T4" fmla="*/ 84 w 167"/>
                <a:gd name="T5" fmla="*/ 167 h 167"/>
                <a:gd name="T6" fmla="*/ 167 w 167"/>
                <a:gd name="T7" fmla="*/ 83 h 167"/>
                <a:gd name="T8" fmla="*/ 84 w 167"/>
                <a:gd name="T9" fmla="*/ 0 h 167"/>
                <a:gd name="T10" fmla="*/ 84 w 167"/>
                <a:gd name="T11" fmla="*/ 116 h 167"/>
                <a:gd name="T12" fmla="*/ 50 w 167"/>
                <a:gd name="T13" fmla="*/ 83 h 167"/>
                <a:gd name="T14" fmla="*/ 84 w 167"/>
                <a:gd name="T15" fmla="*/ 50 h 167"/>
                <a:gd name="T16" fmla="*/ 117 w 167"/>
                <a:gd name="T17" fmla="*/ 83 h 167"/>
                <a:gd name="T18" fmla="*/ 84 w 167"/>
                <a:gd name="T19" fmla="*/ 116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7" h="167">
                  <a:moveTo>
                    <a:pt x="84" y="0"/>
                  </a:moveTo>
                  <a:cubicBezTo>
                    <a:pt x="38" y="0"/>
                    <a:pt x="0" y="37"/>
                    <a:pt x="0" y="83"/>
                  </a:cubicBezTo>
                  <a:cubicBezTo>
                    <a:pt x="0" y="129"/>
                    <a:pt x="38" y="167"/>
                    <a:pt x="84" y="167"/>
                  </a:cubicBezTo>
                  <a:cubicBezTo>
                    <a:pt x="130" y="167"/>
                    <a:pt x="167" y="129"/>
                    <a:pt x="167" y="83"/>
                  </a:cubicBezTo>
                  <a:cubicBezTo>
                    <a:pt x="167" y="37"/>
                    <a:pt x="130" y="0"/>
                    <a:pt x="84" y="0"/>
                  </a:cubicBezTo>
                  <a:close/>
                  <a:moveTo>
                    <a:pt x="84" y="116"/>
                  </a:moveTo>
                  <a:cubicBezTo>
                    <a:pt x="65" y="116"/>
                    <a:pt x="50" y="102"/>
                    <a:pt x="50" y="83"/>
                  </a:cubicBezTo>
                  <a:cubicBezTo>
                    <a:pt x="50" y="65"/>
                    <a:pt x="65" y="50"/>
                    <a:pt x="84" y="50"/>
                  </a:cubicBezTo>
                  <a:cubicBezTo>
                    <a:pt x="102" y="50"/>
                    <a:pt x="117" y="65"/>
                    <a:pt x="117" y="83"/>
                  </a:cubicBezTo>
                  <a:cubicBezTo>
                    <a:pt x="117" y="102"/>
                    <a:pt x="102" y="116"/>
                    <a:pt x="84" y="11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 name="Freeform 100"/>
            <p:cNvSpPr>
              <a:spLocks noEditPoints="1"/>
            </p:cNvSpPr>
            <p:nvPr/>
          </p:nvSpPr>
          <p:spPr bwMode="auto">
            <a:xfrm>
              <a:off x="8648734" y="3978793"/>
              <a:ext cx="398462" cy="396875"/>
            </a:xfrm>
            <a:custGeom>
              <a:avLst/>
              <a:gdLst>
                <a:gd name="T0" fmla="*/ 84 w 168"/>
                <a:gd name="T1" fmla="*/ 0 h 167"/>
                <a:gd name="T2" fmla="*/ 0 w 168"/>
                <a:gd name="T3" fmla="*/ 83 h 167"/>
                <a:gd name="T4" fmla="*/ 84 w 168"/>
                <a:gd name="T5" fmla="*/ 167 h 167"/>
                <a:gd name="T6" fmla="*/ 168 w 168"/>
                <a:gd name="T7" fmla="*/ 83 h 167"/>
                <a:gd name="T8" fmla="*/ 84 w 168"/>
                <a:gd name="T9" fmla="*/ 0 h 167"/>
                <a:gd name="T10" fmla="*/ 84 w 168"/>
                <a:gd name="T11" fmla="*/ 116 h 167"/>
                <a:gd name="T12" fmla="*/ 50 w 168"/>
                <a:gd name="T13" fmla="*/ 83 h 167"/>
                <a:gd name="T14" fmla="*/ 84 w 168"/>
                <a:gd name="T15" fmla="*/ 50 h 167"/>
                <a:gd name="T16" fmla="*/ 117 w 168"/>
                <a:gd name="T17" fmla="*/ 83 h 167"/>
                <a:gd name="T18" fmla="*/ 84 w 168"/>
                <a:gd name="T19" fmla="*/ 116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8" h="167">
                  <a:moveTo>
                    <a:pt x="84" y="0"/>
                  </a:moveTo>
                  <a:cubicBezTo>
                    <a:pt x="38" y="0"/>
                    <a:pt x="0" y="37"/>
                    <a:pt x="0" y="83"/>
                  </a:cubicBezTo>
                  <a:cubicBezTo>
                    <a:pt x="0" y="129"/>
                    <a:pt x="38" y="167"/>
                    <a:pt x="84" y="167"/>
                  </a:cubicBezTo>
                  <a:cubicBezTo>
                    <a:pt x="130" y="167"/>
                    <a:pt x="168" y="129"/>
                    <a:pt x="168" y="83"/>
                  </a:cubicBezTo>
                  <a:cubicBezTo>
                    <a:pt x="168" y="37"/>
                    <a:pt x="130" y="0"/>
                    <a:pt x="84" y="0"/>
                  </a:cubicBezTo>
                  <a:close/>
                  <a:moveTo>
                    <a:pt x="84" y="116"/>
                  </a:moveTo>
                  <a:cubicBezTo>
                    <a:pt x="65" y="116"/>
                    <a:pt x="50" y="102"/>
                    <a:pt x="50" y="83"/>
                  </a:cubicBezTo>
                  <a:cubicBezTo>
                    <a:pt x="50" y="65"/>
                    <a:pt x="65" y="50"/>
                    <a:pt x="84" y="50"/>
                  </a:cubicBezTo>
                  <a:cubicBezTo>
                    <a:pt x="102" y="50"/>
                    <a:pt x="117" y="65"/>
                    <a:pt x="117" y="83"/>
                  </a:cubicBezTo>
                  <a:cubicBezTo>
                    <a:pt x="117" y="102"/>
                    <a:pt x="102" y="116"/>
                    <a:pt x="84" y="11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47" name="Freeform 60"/>
          <p:cNvSpPr>
            <a:spLocks/>
          </p:cNvSpPr>
          <p:nvPr/>
        </p:nvSpPr>
        <p:spPr bwMode="auto">
          <a:xfrm>
            <a:off x="783743" y="4178505"/>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 name="文本框 47"/>
          <p:cNvSpPr txBox="1"/>
          <p:nvPr/>
        </p:nvSpPr>
        <p:spPr>
          <a:xfrm>
            <a:off x="716896" y="4978106"/>
            <a:ext cx="3726924" cy="1421928"/>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右图为图表和透明圆环组成；</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可修改图表数据及颜色；</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中间矢量图标可更换；</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可以辅助文字加以说明。</a:t>
            </a:r>
            <a:endParaRPr lang="en-US" altLang="zh-CN" dirty="0">
              <a:solidFill>
                <a:prstClr val="black">
                  <a:lumMod val="65000"/>
                  <a:lumOff val="35000"/>
                </a:prstClr>
              </a:solidFill>
              <a:latin typeface="微软雅黑" panose="020B0503020204020204" pitchFamily="34" charset="-122"/>
            </a:endParaRPr>
          </a:p>
        </p:txBody>
      </p:sp>
      <p:sp>
        <p:nvSpPr>
          <p:cNvPr id="49" name="圆角矩形 48"/>
          <p:cNvSpPr/>
          <p:nvPr/>
        </p:nvSpPr>
        <p:spPr>
          <a:xfrm>
            <a:off x="1451435" y="4337790"/>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50" name="等腰三角形 49"/>
          <p:cNvSpPr/>
          <p:nvPr/>
        </p:nvSpPr>
        <p:spPr>
          <a:xfrm rot="16200000">
            <a:off x="1376803" y="4405334"/>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26" name="矩形 39"/>
          <p:cNvSpPr/>
          <p:nvPr/>
        </p:nvSpPr>
        <p:spPr>
          <a:xfrm>
            <a:off x="0" y="203088"/>
            <a:ext cx="1760418" cy="523220"/>
          </a:xfrm>
          <a:prstGeom prst="rect">
            <a:avLst/>
          </a:prstGeom>
          <a:noFill/>
        </p:spPr>
        <p:txBody>
          <a:bodyPr wrap="none" rtlCol="0">
            <a:spAutoFit/>
          </a:bodyPr>
          <a:lstStyle/>
          <a:p>
            <a:r>
              <a:rPr lang="zh-CN" altLang="en-US" sz="2800" b="1" dirty="0">
                <a:solidFill>
                  <a:schemeClr val="tx1">
                    <a:lumMod val="65000"/>
                    <a:lumOff val="35000"/>
                  </a:schemeClr>
                </a:solidFill>
              </a:rPr>
              <a:t>饼</a:t>
            </a:r>
            <a:r>
              <a:rPr lang="en-US" altLang="zh-CN" sz="2800" b="1" dirty="0">
                <a:solidFill>
                  <a:schemeClr val="tx1">
                    <a:lumMod val="65000"/>
                    <a:lumOff val="35000"/>
                  </a:schemeClr>
                </a:solidFill>
              </a:rPr>
              <a:t>/</a:t>
            </a:r>
            <a:r>
              <a:rPr lang="zh-CN" altLang="en-US" sz="2800" b="1">
                <a:solidFill>
                  <a:schemeClr val="tx1">
                    <a:lumMod val="65000"/>
                    <a:lumOff val="35000"/>
                  </a:schemeClr>
                </a:solidFill>
              </a:rPr>
              <a:t>环形图</a:t>
            </a:r>
          </a:p>
        </p:txBody>
      </p:sp>
    </p:spTree>
    <p:extLst>
      <p:ext uri="{BB962C8B-B14F-4D97-AF65-F5344CB8AC3E}">
        <p14:creationId xmlns:p14="http://schemas.microsoft.com/office/powerpoint/2010/main" val="68362598"/>
      </p:ext>
    </p:extLst>
  </p:cSld>
  <p:clrMapOvr>
    <a:masterClrMapping/>
  </p:clrMapOvr>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 name="组合 17"/>
          <p:cNvGrpSpPr/>
          <p:nvPr/>
        </p:nvGrpSpPr>
        <p:grpSpPr>
          <a:xfrm>
            <a:off x="5212169" y="596728"/>
            <a:ext cx="5694594" cy="5694594"/>
            <a:chOff x="5212169" y="596728"/>
            <a:chExt cx="5694594" cy="5694594"/>
          </a:xfrm>
        </p:grpSpPr>
        <p:grpSp>
          <p:nvGrpSpPr>
            <p:cNvPr id="9" name="组合 8"/>
            <p:cNvGrpSpPr/>
            <p:nvPr/>
          </p:nvGrpSpPr>
          <p:grpSpPr>
            <a:xfrm>
              <a:off x="5212169" y="596728"/>
              <a:ext cx="5694594" cy="5694594"/>
              <a:chOff x="4760621" y="1918353"/>
              <a:chExt cx="3312000" cy="3312000"/>
            </a:xfrm>
          </p:grpSpPr>
          <p:sp>
            <p:nvSpPr>
              <p:cNvPr id="2" name="椭圆 1"/>
              <p:cNvSpPr/>
              <p:nvPr/>
            </p:nvSpPr>
            <p:spPr>
              <a:xfrm>
                <a:off x="4760621" y="1918353"/>
                <a:ext cx="3312000" cy="3312000"/>
              </a:xfrm>
              <a:prstGeom prst="ellipse">
                <a:avLst/>
              </a:prstGeom>
              <a:noFill/>
              <a:ln w="196850">
                <a:solidFill>
                  <a:srgbClr val="72717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4" name="Freeform 97"/>
              <p:cNvSpPr>
                <a:spLocks/>
              </p:cNvSpPr>
              <p:nvPr/>
            </p:nvSpPr>
            <p:spPr bwMode="auto">
              <a:xfrm>
                <a:off x="4936783" y="3562582"/>
                <a:ext cx="2952749" cy="1477963"/>
              </a:xfrm>
              <a:custGeom>
                <a:avLst/>
                <a:gdLst>
                  <a:gd name="T0" fmla="*/ 1244 w 1244"/>
                  <a:gd name="T1" fmla="*/ 0 h 622"/>
                  <a:gd name="T2" fmla="*/ 622 w 1244"/>
                  <a:gd name="T3" fmla="*/ 622 h 622"/>
                  <a:gd name="T4" fmla="*/ 0 w 1244"/>
                  <a:gd name="T5" fmla="*/ 0 h 622"/>
                </a:gdLst>
                <a:ahLst/>
                <a:cxnLst>
                  <a:cxn ang="0">
                    <a:pos x="T0" y="T1"/>
                  </a:cxn>
                  <a:cxn ang="0">
                    <a:pos x="T2" y="T3"/>
                  </a:cxn>
                  <a:cxn ang="0">
                    <a:pos x="T4" y="T5"/>
                  </a:cxn>
                </a:cxnLst>
                <a:rect l="0" t="0" r="r" b="b"/>
                <a:pathLst>
                  <a:path w="1244" h="622">
                    <a:moveTo>
                      <a:pt x="1244" y="0"/>
                    </a:moveTo>
                    <a:cubicBezTo>
                      <a:pt x="1244" y="344"/>
                      <a:pt x="966" y="622"/>
                      <a:pt x="622" y="622"/>
                    </a:cubicBezTo>
                    <a:cubicBezTo>
                      <a:pt x="278" y="622"/>
                      <a:pt x="0" y="344"/>
                      <a:pt x="0" y="0"/>
                    </a:cubicBezTo>
                  </a:path>
                </a:pathLst>
              </a:custGeom>
              <a:solidFill>
                <a:srgbClr val="0097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10" name="矩形 9"/>
            <p:cNvSpPr/>
            <p:nvPr/>
          </p:nvSpPr>
          <p:spPr>
            <a:xfrm>
              <a:off x="6073987" y="3678364"/>
              <a:ext cx="3970959" cy="1107996"/>
            </a:xfrm>
            <a:prstGeom prst="rect">
              <a:avLst/>
            </a:prstGeom>
          </p:spPr>
          <p:txBody>
            <a:bodyPr wrap="none">
              <a:spAutoFit/>
            </a:bodyPr>
            <a:lstStyle/>
            <a:p>
              <a:r>
                <a:rPr lang="zh-CN" altLang="en-US" sz="6600" b="1" dirty="0">
                  <a:solidFill>
                    <a:prstClr val="white"/>
                  </a:solidFill>
                  <a:latin typeface="微软雅黑"/>
                </a:rPr>
                <a:t>折线</a:t>
              </a:r>
              <a:r>
                <a:rPr lang="en-US" altLang="zh-CN" sz="6600" b="1" dirty="0">
                  <a:solidFill>
                    <a:prstClr val="white"/>
                  </a:solidFill>
                  <a:latin typeface="微软雅黑"/>
                </a:rPr>
                <a:t>/</a:t>
              </a:r>
              <a:r>
                <a:rPr lang="zh-CN" altLang="en-US" sz="6600" b="1" dirty="0">
                  <a:solidFill>
                    <a:prstClr val="white"/>
                  </a:solidFill>
                  <a:latin typeface="微软雅黑"/>
                </a:rPr>
                <a:t>面图</a:t>
              </a:r>
            </a:p>
          </p:txBody>
        </p:sp>
      </p:grpSp>
      <p:grpSp>
        <p:nvGrpSpPr>
          <p:cNvPr id="11" name="组合 10"/>
          <p:cNvGrpSpPr/>
          <p:nvPr/>
        </p:nvGrpSpPr>
        <p:grpSpPr>
          <a:xfrm>
            <a:off x="6835948" y="1287693"/>
            <a:ext cx="2435126" cy="1809740"/>
            <a:chOff x="7397485" y="3586794"/>
            <a:chExt cx="1720118" cy="1278360"/>
          </a:xfrm>
          <a:solidFill>
            <a:srgbClr val="0097E0"/>
          </a:solidFill>
        </p:grpSpPr>
        <p:sp>
          <p:nvSpPr>
            <p:cNvPr id="12" name="Freeform 38"/>
            <p:cNvSpPr>
              <a:spLocks noEditPoints="1"/>
            </p:cNvSpPr>
            <p:nvPr/>
          </p:nvSpPr>
          <p:spPr bwMode="auto">
            <a:xfrm>
              <a:off x="7397485" y="3586794"/>
              <a:ext cx="1720118" cy="1278360"/>
            </a:xfrm>
            <a:custGeom>
              <a:avLst/>
              <a:gdLst>
                <a:gd name="T0" fmla="*/ 83 w 489"/>
                <a:gd name="T1" fmla="*/ 363 h 363"/>
                <a:gd name="T2" fmla="*/ 0 w 489"/>
                <a:gd name="T3" fmla="*/ 280 h 363"/>
                <a:gd name="T4" fmla="*/ 0 w 489"/>
                <a:gd name="T5" fmla="*/ 280 h 363"/>
                <a:gd name="T6" fmla="*/ 0 w 489"/>
                <a:gd name="T7" fmla="*/ 83 h 363"/>
                <a:gd name="T8" fmla="*/ 83 w 489"/>
                <a:gd name="T9" fmla="*/ 0 h 363"/>
                <a:gd name="T10" fmla="*/ 83 w 489"/>
                <a:gd name="T11" fmla="*/ 0 h 363"/>
                <a:gd name="T12" fmla="*/ 406 w 489"/>
                <a:gd name="T13" fmla="*/ 0 h 363"/>
                <a:gd name="T14" fmla="*/ 489 w 489"/>
                <a:gd name="T15" fmla="*/ 83 h 363"/>
                <a:gd name="T16" fmla="*/ 489 w 489"/>
                <a:gd name="T17" fmla="*/ 83 h 363"/>
                <a:gd name="T18" fmla="*/ 489 w 489"/>
                <a:gd name="T19" fmla="*/ 280 h 363"/>
                <a:gd name="T20" fmla="*/ 406 w 489"/>
                <a:gd name="T21" fmla="*/ 363 h 363"/>
                <a:gd name="T22" fmla="*/ 406 w 489"/>
                <a:gd name="T23" fmla="*/ 363 h 363"/>
                <a:gd name="T24" fmla="*/ 83 w 489"/>
                <a:gd name="T25" fmla="*/ 363 h 363"/>
                <a:gd name="T26" fmla="*/ 43 w 489"/>
                <a:gd name="T27" fmla="*/ 83 h 363"/>
                <a:gd name="T28" fmla="*/ 43 w 489"/>
                <a:gd name="T29" fmla="*/ 280 h 363"/>
                <a:gd name="T30" fmla="*/ 83 w 489"/>
                <a:gd name="T31" fmla="*/ 320 h 363"/>
                <a:gd name="T32" fmla="*/ 83 w 489"/>
                <a:gd name="T33" fmla="*/ 320 h 363"/>
                <a:gd name="T34" fmla="*/ 406 w 489"/>
                <a:gd name="T35" fmla="*/ 320 h 363"/>
                <a:gd name="T36" fmla="*/ 446 w 489"/>
                <a:gd name="T37" fmla="*/ 280 h 363"/>
                <a:gd name="T38" fmla="*/ 446 w 489"/>
                <a:gd name="T39" fmla="*/ 280 h 363"/>
                <a:gd name="T40" fmla="*/ 446 w 489"/>
                <a:gd name="T41" fmla="*/ 83 h 363"/>
                <a:gd name="T42" fmla="*/ 406 w 489"/>
                <a:gd name="T43" fmla="*/ 43 h 363"/>
                <a:gd name="T44" fmla="*/ 406 w 489"/>
                <a:gd name="T45" fmla="*/ 43 h 363"/>
                <a:gd name="T46" fmla="*/ 83 w 489"/>
                <a:gd name="T47" fmla="*/ 43 h 363"/>
                <a:gd name="T48" fmla="*/ 43 w 489"/>
                <a:gd name="T49" fmla="*/ 83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89" h="363">
                  <a:moveTo>
                    <a:pt x="83" y="363"/>
                  </a:moveTo>
                  <a:cubicBezTo>
                    <a:pt x="37" y="363"/>
                    <a:pt x="0" y="326"/>
                    <a:pt x="0" y="280"/>
                  </a:cubicBezTo>
                  <a:cubicBezTo>
                    <a:pt x="0" y="280"/>
                    <a:pt x="0" y="280"/>
                    <a:pt x="0" y="280"/>
                  </a:cubicBezTo>
                  <a:cubicBezTo>
                    <a:pt x="0" y="83"/>
                    <a:pt x="0" y="83"/>
                    <a:pt x="0" y="83"/>
                  </a:cubicBezTo>
                  <a:cubicBezTo>
                    <a:pt x="0" y="38"/>
                    <a:pt x="37" y="0"/>
                    <a:pt x="83" y="0"/>
                  </a:cubicBezTo>
                  <a:cubicBezTo>
                    <a:pt x="83" y="0"/>
                    <a:pt x="83" y="0"/>
                    <a:pt x="83" y="0"/>
                  </a:cubicBezTo>
                  <a:cubicBezTo>
                    <a:pt x="406" y="0"/>
                    <a:pt x="406" y="0"/>
                    <a:pt x="406" y="0"/>
                  </a:cubicBezTo>
                  <a:cubicBezTo>
                    <a:pt x="451" y="0"/>
                    <a:pt x="489" y="38"/>
                    <a:pt x="489" y="83"/>
                  </a:cubicBezTo>
                  <a:cubicBezTo>
                    <a:pt x="489" y="83"/>
                    <a:pt x="489" y="83"/>
                    <a:pt x="489" y="83"/>
                  </a:cubicBezTo>
                  <a:cubicBezTo>
                    <a:pt x="489" y="280"/>
                    <a:pt x="489" y="280"/>
                    <a:pt x="489" y="280"/>
                  </a:cubicBezTo>
                  <a:cubicBezTo>
                    <a:pt x="489" y="326"/>
                    <a:pt x="451" y="363"/>
                    <a:pt x="406" y="363"/>
                  </a:cubicBezTo>
                  <a:cubicBezTo>
                    <a:pt x="406" y="363"/>
                    <a:pt x="406" y="363"/>
                    <a:pt x="406" y="363"/>
                  </a:cubicBezTo>
                  <a:cubicBezTo>
                    <a:pt x="83" y="363"/>
                    <a:pt x="83" y="363"/>
                    <a:pt x="83" y="363"/>
                  </a:cubicBezTo>
                  <a:close/>
                  <a:moveTo>
                    <a:pt x="43" y="83"/>
                  </a:moveTo>
                  <a:cubicBezTo>
                    <a:pt x="43" y="280"/>
                    <a:pt x="43" y="280"/>
                    <a:pt x="43" y="280"/>
                  </a:cubicBezTo>
                  <a:cubicBezTo>
                    <a:pt x="43" y="302"/>
                    <a:pt x="61" y="320"/>
                    <a:pt x="83" y="320"/>
                  </a:cubicBezTo>
                  <a:cubicBezTo>
                    <a:pt x="83" y="320"/>
                    <a:pt x="83" y="320"/>
                    <a:pt x="83" y="320"/>
                  </a:cubicBezTo>
                  <a:cubicBezTo>
                    <a:pt x="406" y="320"/>
                    <a:pt x="406" y="320"/>
                    <a:pt x="406" y="320"/>
                  </a:cubicBezTo>
                  <a:cubicBezTo>
                    <a:pt x="428" y="320"/>
                    <a:pt x="446" y="302"/>
                    <a:pt x="446" y="280"/>
                  </a:cubicBezTo>
                  <a:cubicBezTo>
                    <a:pt x="446" y="280"/>
                    <a:pt x="446" y="280"/>
                    <a:pt x="446" y="280"/>
                  </a:cubicBezTo>
                  <a:cubicBezTo>
                    <a:pt x="446" y="83"/>
                    <a:pt x="446" y="83"/>
                    <a:pt x="446" y="83"/>
                  </a:cubicBezTo>
                  <a:cubicBezTo>
                    <a:pt x="446" y="61"/>
                    <a:pt x="428" y="43"/>
                    <a:pt x="406" y="43"/>
                  </a:cubicBezTo>
                  <a:cubicBezTo>
                    <a:pt x="406" y="43"/>
                    <a:pt x="406" y="43"/>
                    <a:pt x="406" y="43"/>
                  </a:cubicBezTo>
                  <a:cubicBezTo>
                    <a:pt x="83" y="43"/>
                    <a:pt x="83" y="43"/>
                    <a:pt x="83" y="43"/>
                  </a:cubicBezTo>
                  <a:cubicBezTo>
                    <a:pt x="61" y="43"/>
                    <a:pt x="43" y="61"/>
                    <a:pt x="43"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 name="Freeform 40"/>
            <p:cNvSpPr>
              <a:spLocks/>
            </p:cNvSpPr>
            <p:nvPr/>
          </p:nvSpPr>
          <p:spPr bwMode="auto">
            <a:xfrm>
              <a:off x="7661367" y="3921044"/>
              <a:ext cx="1192355" cy="619633"/>
            </a:xfrm>
            <a:custGeom>
              <a:avLst/>
              <a:gdLst>
                <a:gd name="T0" fmla="*/ 3 w 339"/>
                <a:gd name="T1" fmla="*/ 169 h 176"/>
                <a:gd name="T2" fmla="*/ 4 w 339"/>
                <a:gd name="T3" fmla="*/ 155 h 176"/>
                <a:gd name="T4" fmla="*/ 4 w 339"/>
                <a:gd name="T5" fmla="*/ 155 h 176"/>
                <a:gd name="T6" fmla="*/ 57 w 339"/>
                <a:gd name="T7" fmla="*/ 102 h 176"/>
                <a:gd name="T8" fmla="*/ 66 w 339"/>
                <a:gd name="T9" fmla="*/ 99 h 176"/>
                <a:gd name="T10" fmla="*/ 66 w 339"/>
                <a:gd name="T11" fmla="*/ 99 h 176"/>
                <a:gd name="T12" fmla="*/ 72 w 339"/>
                <a:gd name="T13" fmla="*/ 105 h 176"/>
                <a:gd name="T14" fmla="*/ 72 w 339"/>
                <a:gd name="T15" fmla="*/ 105 h 176"/>
                <a:gd name="T16" fmla="*/ 83 w 339"/>
                <a:gd name="T17" fmla="*/ 144 h 176"/>
                <a:gd name="T18" fmla="*/ 166 w 339"/>
                <a:gd name="T19" fmla="*/ 12 h 176"/>
                <a:gd name="T20" fmla="*/ 176 w 339"/>
                <a:gd name="T21" fmla="*/ 7 h 176"/>
                <a:gd name="T22" fmla="*/ 176 w 339"/>
                <a:gd name="T23" fmla="*/ 7 h 176"/>
                <a:gd name="T24" fmla="*/ 182 w 339"/>
                <a:gd name="T25" fmla="*/ 16 h 176"/>
                <a:gd name="T26" fmla="*/ 182 w 339"/>
                <a:gd name="T27" fmla="*/ 16 h 176"/>
                <a:gd name="T28" fmla="*/ 181 w 339"/>
                <a:gd name="T29" fmla="*/ 99 h 176"/>
                <a:gd name="T30" fmla="*/ 221 w 339"/>
                <a:gd name="T31" fmla="*/ 59 h 176"/>
                <a:gd name="T32" fmla="*/ 228 w 339"/>
                <a:gd name="T33" fmla="*/ 57 h 176"/>
                <a:gd name="T34" fmla="*/ 228 w 339"/>
                <a:gd name="T35" fmla="*/ 57 h 176"/>
                <a:gd name="T36" fmla="*/ 234 w 339"/>
                <a:gd name="T37" fmla="*/ 61 h 176"/>
                <a:gd name="T38" fmla="*/ 234 w 339"/>
                <a:gd name="T39" fmla="*/ 61 h 176"/>
                <a:gd name="T40" fmla="*/ 246 w 339"/>
                <a:gd name="T41" fmla="*/ 84 h 176"/>
                <a:gd name="T42" fmla="*/ 322 w 339"/>
                <a:gd name="T43" fmla="*/ 5 h 176"/>
                <a:gd name="T44" fmla="*/ 335 w 339"/>
                <a:gd name="T45" fmla="*/ 4 h 176"/>
                <a:gd name="T46" fmla="*/ 335 w 339"/>
                <a:gd name="T47" fmla="*/ 4 h 176"/>
                <a:gd name="T48" fmla="*/ 335 w 339"/>
                <a:gd name="T49" fmla="*/ 18 h 176"/>
                <a:gd name="T50" fmla="*/ 335 w 339"/>
                <a:gd name="T51" fmla="*/ 18 h 176"/>
                <a:gd name="T52" fmla="*/ 251 w 339"/>
                <a:gd name="T53" fmla="*/ 106 h 176"/>
                <a:gd name="T54" fmla="*/ 243 w 339"/>
                <a:gd name="T55" fmla="*/ 110 h 176"/>
                <a:gd name="T56" fmla="*/ 243 w 339"/>
                <a:gd name="T57" fmla="*/ 110 h 176"/>
                <a:gd name="T58" fmla="*/ 236 w 339"/>
                <a:gd name="T59" fmla="*/ 106 h 176"/>
                <a:gd name="T60" fmla="*/ 236 w 339"/>
                <a:gd name="T61" fmla="*/ 106 h 176"/>
                <a:gd name="T62" fmla="*/ 224 w 339"/>
                <a:gd name="T63" fmla="*/ 81 h 176"/>
                <a:gd name="T64" fmla="*/ 177 w 339"/>
                <a:gd name="T65" fmla="*/ 126 h 176"/>
                <a:gd name="T66" fmla="*/ 168 w 339"/>
                <a:gd name="T67" fmla="*/ 127 h 176"/>
                <a:gd name="T68" fmla="*/ 168 w 339"/>
                <a:gd name="T69" fmla="*/ 127 h 176"/>
                <a:gd name="T70" fmla="*/ 163 w 339"/>
                <a:gd name="T71" fmla="*/ 119 h 176"/>
                <a:gd name="T72" fmla="*/ 163 w 339"/>
                <a:gd name="T73" fmla="*/ 119 h 176"/>
                <a:gd name="T74" fmla="*/ 164 w 339"/>
                <a:gd name="T75" fmla="*/ 49 h 176"/>
                <a:gd name="T76" fmla="*/ 88 w 339"/>
                <a:gd name="T77" fmla="*/ 171 h 176"/>
                <a:gd name="T78" fmla="*/ 79 w 339"/>
                <a:gd name="T79" fmla="*/ 176 h 176"/>
                <a:gd name="T80" fmla="*/ 79 w 339"/>
                <a:gd name="T81" fmla="*/ 176 h 176"/>
                <a:gd name="T82" fmla="*/ 71 w 339"/>
                <a:gd name="T83" fmla="*/ 170 h 176"/>
                <a:gd name="T84" fmla="*/ 71 w 339"/>
                <a:gd name="T85" fmla="*/ 170 h 176"/>
                <a:gd name="T86" fmla="*/ 59 w 339"/>
                <a:gd name="T87" fmla="*/ 126 h 176"/>
                <a:gd name="T88" fmla="*/ 16 w 339"/>
                <a:gd name="T89" fmla="*/ 170 h 176"/>
                <a:gd name="T90" fmla="*/ 16 w 339"/>
                <a:gd name="T91" fmla="*/ 170 h 176"/>
                <a:gd name="T92" fmla="*/ 7 w 339"/>
                <a:gd name="T93" fmla="*/ 172 h 176"/>
                <a:gd name="T94" fmla="*/ 7 w 339"/>
                <a:gd name="T95" fmla="*/ 172 h 176"/>
                <a:gd name="T96" fmla="*/ 3 w 339"/>
                <a:gd name="T97" fmla="*/ 169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39" h="176">
                  <a:moveTo>
                    <a:pt x="3" y="169"/>
                  </a:moveTo>
                  <a:cubicBezTo>
                    <a:pt x="0" y="166"/>
                    <a:pt x="0" y="159"/>
                    <a:pt x="4" y="155"/>
                  </a:cubicBezTo>
                  <a:cubicBezTo>
                    <a:pt x="4" y="155"/>
                    <a:pt x="4" y="155"/>
                    <a:pt x="4" y="155"/>
                  </a:cubicBezTo>
                  <a:cubicBezTo>
                    <a:pt x="57" y="102"/>
                    <a:pt x="57" y="102"/>
                    <a:pt x="57" y="102"/>
                  </a:cubicBezTo>
                  <a:cubicBezTo>
                    <a:pt x="60" y="99"/>
                    <a:pt x="63" y="98"/>
                    <a:pt x="66" y="99"/>
                  </a:cubicBezTo>
                  <a:cubicBezTo>
                    <a:pt x="66" y="99"/>
                    <a:pt x="66" y="99"/>
                    <a:pt x="66" y="99"/>
                  </a:cubicBezTo>
                  <a:cubicBezTo>
                    <a:pt x="69" y="100"/>
                    <a:pt x="71" y="102"/>
                    <a:pt x="72" y="105"/>
                  </a:cubicBezTo>
                  <a:cubicBezTo>
                    <a:pt x="72" y="105"/>
                    <a:pt x="72" y="105"/>
                    <a:pt x="72" y="105"/>
                  </a:cubicBezTo>
                  <a:cubicBezTo>
                    <a:pt x="83" y="144"/>
                    <a:pt x="83" y="144"/>
                    <a:pt x="83" y="144"/>
                  </a:cubicBezTo>
                  <a:cubicBezTo>
                    <a:pt x="166" y="12"/>
                    <a:pt x="166" y="12"/>
                    <a:pt x="166" y="12"/>
                  </a:cubicBezTo>
                  <a:cubicBezTo>
                    <a:pt x="168" y="8"/>
                    <a:pt x="172" y="6"/>
                    <a:pt x="176" y="7"/>
                  </a:cubicBezTo>
                  <a:cubicBezTo>
                    <a:pt x="176" y="7"/>
                    <a:pt x="176" y="7"/>
                    <a:pt x="176" y="7"/>
                  </a:cubicBezTo>
                  <a:cubicBezTo>
                    <a:pt x="180" y="8"/>
                    <a:pt x="182" y="12"/>
                    <a:pt x="182" y="16"/>
                  </a:cubicBezTo>
                  <a:cubicBezTo>
                    <a:pt x="182" y="16"/>
                    <a:pt x="182" y="16"/>
                    <a:pt x="182" y="16"/>
                  </a:cubicBezTo>
                  <a:cubicBezTo>
                    <a:pt x="181" y="99"/>
                    <a:pt x="181" y="99"/>
                    <a:pt x="181" y="99"/>
                  </a:cubicBezTo>
                  <a:cubicBezTo>
                    <a:pt x="221" y="59"/>
                    <a:pt x="221" y="59"/>
                    <a:pt x="221" y="59"/>
                  </a:cubicBezTo>
                  <a:cubicBezTo>
                    <a:pt x="223" y="57"/>
                    <a:pt x="226" y="57"/>
                    <a:pt x="228" y="57"/>
                  </a:cubicBezTo>
                  <a:cubicBezTo>
                    <a:pt x="228" y="57"/>
                    <a:pt x="228" y="57"/>
                    <a:pt x="228" y="57"/>
                  </a:cubicBezTo>
                  <a:cubicBezTo>
                    <a:pt x="231" y="58"/>
                    <a:pt x="233" y="59"/>
                    <a:pt x="234" y="61"/>
                  </a:cubicBezTo>
                  <a:cubicBezTo>
                    <a:pt x="234" y="61"/>
                    <a:pt x="234" y="61"/>
                    <a:pt x="234" y="61"/>
                  </a:cubicBezTo>
                  <a:cubicBezTo>
                    <a:pt x="246" y="84"/>
                    <a:pt x="246" y="84"/>
                    <a:pt x="246" y="84"/>
                  </a:cubicBezTo>
                  <a:cubicBezTo>
                    <a:pt x="322" y="5"/>
                    <a:pt x="322" y="5"/>
                    <a:pt x="322" y="5"/>
                  </a:cubicBezTo>
                  <a:cubicBezTo>
                    <a:pt x="326" y="1"/>
                    <a:pt x="331" y="0"/>
                    <a:pt x="335" y="4"/>
                  </a:cubicBezTo>
                  <a:cubicBezTo>
                    <a:pt x="335" y="4"/>
                    <a:pt x="335" y="4"/>
                    <a:pt x="335" y="4"/>
                  </a:cubicBezTo>
                  <a:cubicBezTo>
                    <a:pt x="339" y="8"/>
                    <a:pt x="339" y="14"/>
                    <a:pt x="335" y="18"/>
                  </a:cubicBezTo>
                  <a:cubicBezTo>
                    <a:pt x="335" y="18"/>
                    <a:pt x="335" y="18"/>
                    <a:pt x="335" y="18"/>
                  </a:cubicBezTo>
                  <a:cubicBezTo>
                    <a:pt x="251" y="106"/>
                    <a:pt x="251" y="106"/>
                    <a:pt x="251" y="106"/>
                  </a:cubicBezTo>
                  <a:cubicBezTo>
                    <a:pt x="249" y="109"/>
                    <a:pt x="246" y="110"/>
                    <a:pt x="243" y="110"/>
                  </a:cubicBezTo>
                  <a:cubicBezTo>
                    <a:pt x="243" y="110"/>
                    <a:pt x="243" y="110"/>
                    <a:pt x="243" y="110"/>
                  </a:cubicBezTo>
                  <a:cubicBezTo>
                    <a:pt x="240" y="110"/>
                    <a:pt x="238" y="108"/>
                    <a:pt x="236" y="106"/>
                  </a:cubicBezTo>
                  <a:cubicBezTo>
                    <a:pt x="236" y="106"/>
                    <a:pt x="236" y="106"/>
                    <a:pt x="236" y="106"/>
                  </a:cubicBezTo>
                  <a:cubicBezTo>
                    <a:pt x="224" y="81"/>
                    <a:pt x="224" y="81"/>
                    <a:pt x="224" y="81"/>
                  </a:cubicBezTo>
                  <a:cubicBezTo>
                    <a:pt x="177" y="126"/>
                    <a:pt x="177" y="126"/>
                    <a:pt x="177" y="126"/>
                  </a:cubicBezTo>
                  <a:cubicBezTo>
                    <a:pt x="174" y="128"/>
                    <a:pt x="171" y="129"/>
                    <a:pt x="168" y="127"/>
                  </a:cubicBezTo>
                  <a:cubicBezTo>
                    <a:pt x="168" y="127"/>
                    <a:pt x="168" y="127"/>
                    <a:pt x="168" y="127"/>
                  </a:cubicBezTo>
                  <a:cubicBezTo>
                    <a:pt x="165" y="126"/>
                    <a:pt x="163" y="123"/>
                    <a:pt x="163" y="119"/>
                  </a:cubicBezTo>
                  <a:cubicBezTo>
                    <a:pt x="163" y="119"/>
                    <a:pt x="163" y="119"/>
                    <a:pt x="163" y="119"/>
                  </a:cubicBezTo>
                  <a:cubicBezTo>
                    <a:pt x="164" y="49"/>
                    <a:pt x="164" y="49"/>
                    <a:pt x="164" y="49"/>
                  </a:cubicBezTo>
                  <a:cubicBezTo>
                    <a:pt x="88" y="171"/>
                    <a:pt x="88" y="171"/>
                    <a:pt x="88" y="171"/>
                  </a:cubicBezTo>
                  <a:cubicBezTo>
                    <a:pt x="86" y="174"/>
                    <a:pt x="82" y="176"/>
                    <a:pt x="79" y="176"/>
                  </a:cubicBezTo>
                  <a:cubicBezTo>
                    <a:pt x="79" y="176"/>
                    <a:pt x="79" y="176"/>
                    <a:pt x="79" y="176"/>
                  </a:cubicBezTo>
                  <a:cubicBezTo>
                    <a:pt x="75" y="176"/>
                    <a:pt x="72" y="173"/>
                    <a:pt x="71" y="170"/>
                  </a:cubicBezTo>
                  <a:cubicBezTo>
                    <a:pt x="71" y="170"/>
                    <a:pt x="71" y="170"/>
                    <a:pt x="71" y="170"/>
                  </a:cubicBezTo>
                  <a:cubicBezTo>
                    <a:pt x="59" y="126"/>
                    <a:pt x="59" y="126"/>
                    <a:pt x="59" y="126"/>
                  </a:cubicBezTo>
                  <a:cubicBezTo>
                    <a:pt x="16" y="170"/>
                    <a:pt x="16" y="170"/>
                    <a:pt x="16" y="170"/>
                  </a:cubicBezTo>
                  <a:cubicBezTo>
                    <a:pt x="16" y="170"/>
                    <a:pt x="16" y="170"/>
                    <a:pt x="16" y="170"/>
                  </a:cubicBezTo>
                  <a:cubicBezTo>
                    <a:pt x="14" y="172"/>
                    <a:pt x="10" y="173"/>
                    <a:pt x="7" y="172"/>
                  </a:cubicBezTo>
                  <a:cubicBezTo>
                    <a:pt x="7" y="172"/>
                    <a:pt x="7" y="172"/>
                    <a:pt x="7" y="172"/>
                  </a:cubicBezTo>
                  <a:cubicBezTo>
                    <a:pt x="6" y="172"/>
                    <a:pt x="4" y="171"/>
                    <a:pt x="3" y="1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Tree>
    <p:extLst>
      <p:ext uri="{BB962C8B-B14F-4D97-AF65-F5344CB8AC3E}">
        <p14:creationId xmlns:p14="http://schemas.microsoft.com/office/powerpoint/2010/main" val="66433441"/>
      </p:ext>
    </p:extLst>
  </p:cSld>
  <p:clrMapOvr>
    <a:masterClrMapping/>
  </p:clrMapOvr>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图表 2"/>
          <p:cNvGraphicFramePr/>
          <p:nvPr/>
        </p:nvGraphicFramePr>
        <p:xfrm>
          <a:off x="4443820" y="1632253"/>
          <a:ext cx="7638754" cy="5092503"/>
        </p:xfrm>
        <a:graphic>
          <a:graphicData uri="http://schemas.openxmlformats.org/drawingml/2006/chart">
            <c:chart xmlns:c="http://schemas.openxmlformats.org/drawingml/2006/chart" xmlns:r="http://schemas.openxmlformats.org/officeDocument/2006/relationships" r:id="rId3"/>
          </a:graphicData>
        </a:graphic>
      </p:graphicFrame>
      <p:sp>
        <p:nvSpPr>
          <p:cNvPr id="4" name="Freeform 60"/>
          <p:cNvSpPr>
            <a:spLocks/>
          </p:cNvSpPr>
          <p:nvPr/>
        </p:nvSpPr>
        <p:spPr bwMode="auto">
          <a:xfrm>
            <a:off x="783743" y="4178505"/>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 name="文本框 4"/>
          <p:cNvSpPr txBox="1"/>
          <p:nvPr/>
        </p:nvSpPr>
        <p:spPr>
          <a:xfrm>
            <a:off x="716896" y="4978106"/>
            <a:ext cx="3726924" cy="1421928"/>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右图折线图设计而成；</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可修改图表数据及颜色；</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可以灵活显示数字标签；</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可以辅助文字加以说明。</a:t>
            </a:r>
            <a:endParaRPr lang="en-US" altLang="zh-CN" dirty="0">
              <a:solidFill>
                <a:prstClr val="black">
                  <a:lumMod val="65000"/>
                  <a:lumOff val="35000"/>
                </a:prstClr>
              </a:solidFill>
              <a:latin typeface="微软雅黑" panose="020B0503020204020204" pitchFamily="34" charset="-122"/>
            </a:endParaRPr>
          </a:p>
        </p:txBody>
      </p:sp>
      <p:sp>
        <p:nvSpPr>
          <p:cNvPr id="6" name="圆角矩形 5"/>
          <p:cNvSpPr/>
          <p:nvPr/>
        </p:nvSpPr>
        <p:spPr>
          <a:xfrm>
            <a:off x="1451435" y="4337790"/>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7" name="等腰三角形 6"/>
          <p:cNvSpPr/>
          <p:nvPr/>
        </p:nvSpPr>
        <p:spPr>
          <a:xfrm rot="16200000">
            <a:off x="1376803" y="4405334"/>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8" name="Rectangle 43"/>
          <p:cNvSpPr>
            <a:spLocks noChangeArrowheads="1"/>
          </p:cNvSpPr>
          <p:nvPr/>
        </p:nvSpPr>
        <p:spPr bwMode="auto">
          <a:xfrm>
            <a:off x="4566532" y="6081841"/>
            <a:ext cx="7380000" cy="45719"/>
          </a:xfrm>
          <a:prstGeom prst="rect">
            <a:avLst/>
          </a:prstGeom>
          <a:solidFill>
            <a:srgbClr val="84848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 name="Rectangle 6"/>
          <p:cNvSpPr>
            <a:spLocks noChangeArrowheads="1"/>
          </p:cNvSpPr>
          <p:nvPr/>
        </p:nvSpPr>
        <p:spPr bwMode="auto">
          <a:xfrm>
            <a:off x="4566532" y="1755832"/>
            <a:ext cx="45719" cy="4428000"/>
          </a:xfrm>
          <a:prstGeom prst="rect">
            <a:avLst/>
          </a:prstGeom>
          <a:solidFill>
            <a:srgbClr val="84848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 name="矩形 39"/>
          <p:cNvSpPr/>
          <p:nvPr/>
        </p:nvSpPr>
        <p:spPr>
          <a:xfrm>
            <a:off x="0" y="203088"/>
            <a:ext cx="1760418" cy="523220"/>
          </a:xfrm>
          <a:prstGeom prst="rect">
            <a:avLst/>
          </a:prstGeom>
          <a:noFill/>
        </p:spPr>
        <p:txBody>
          <a:bodyPr wrap="none" rtlCol="0">
            <a:spAutoFit/>
          </a:bodyPr>
          <a:lstStyle/>
          <a:p>
            <a:r>
              <a:rPr lang="zh-CN" altLang="en-US" sz="2800" b="1" dirty="0">
                <a:solidFill>
                  <a:schemeClr val="tx1">
                    <a:lumMod val="65000"/>
                    <a:lumOff val="35000"/>
                  </a:schemeClr>
                </a:solidFill>
              </a:rPr>
              <a:t>折线</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面图</a:t>
            </a:r>
          </a:p>
        </p:txBody>
      </p:sp>
    </p:spTree>
    <p:extLst>
      <p:ext uri="{BB962C8B-B14F-4D97-AF65-F5344CB8AC3E}">
        <p14:creationId xmlns:p14="http://schemas.microsoft.com/office/powerpoint/2010/main" val="2002830094"/>
      </p:ext>
    </p:extLst>
  </p:cSld>
  <p:clrMapOvr>
    <a:masterClrMapping/>
  </p:clrMapOvr>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4" name="图表 33"/>
          <p:cNvGraphicFramePr/>
          <p:nvPr/>
        </p:nvGraphicFramePr>
        <p:xfrm>
          <a:off x="3788229" y="1480457"/>
          <a:ext cx="8128000" cy="5107819"/>
        </p:xfrm>
        <a:graphic>
          <a:graphicData uri="http://schemas.openxmlformats.org/drawingml/2006/chart">
            <c:chart xmlns:c="http://schemas.openxmlformats.org/drawingml/2006/chart" xmlns:r="http://schemas.openxmlformats.org/officeDocument/2006/relationships" r:id="rId2"/>
          </a:graphicData>
        </a:graphic>
      </p:graphicFrame>
      <p:sp>
        <p:nvSpPr>
          <p:cNvPr id="4" name="矩形 39"/>
          <p:cNvSpPr/>
          <p:nvPr/>
        </p:nvSpPr>
        <p:spPr>
          <a:xfrm>
            <a:off x="0" y="203088"/>
            <a:ext cx="1760418" cy="523220"/>
          </a:xfrm>
          <a:prstGeom prst="rect">
            <a:avLst/>
          </a:prstGeom>
          <a:noFill/>
        </p:spPr>
        <p:txBody>
          <a:bodyPr wrap="none" rtlCol="0">
            <a:spAutoFit/>
          </a:bodyPr>
          <a:lstStyle/>
          <a:p>
            <a:r>
              <a:rPr lang="zh-CN" altLang="en-US" sz="2800" b="1" dirty="0">
                <a:solidFill>
                  <a:schemeClr val="tx1">
                    <a:lumMod val="65000"/>
                    <a:lumOff val="35000"/>
                  </a:schemeClr>
                </a:solidFill>
              </a:rPr>
              <a:t>折线</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面图</a:t>
            </a:r>
          </a:p>
        </p:txBody>
      </p:sp>
    </p:spTree>
    <p:extLst>
      <p:ext uri="{BB962C8B-B14F-4D97-AF65-F5344CB8AC3E}">
        <p14:creationId xmlns:p14="http://schemas.microsoft.com/office/powerpoint/2010/main" val="1269870926"/>
      </p:ext>
    </p:extLst>
  </p:cSld>
  <p:clrMapOvr>
    <a:masterClrMapping/>
  </p:clrMapOvr>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 name="文本框 66"/>
          <p:cNvSpPr txBox="1"/>
          <p:nvPr/>
        </p:nvSpPr>
        <p:spPr>
          <a:xfrm>
            <a:off x="1000603" y="858685"/>
            <a:ext cx="7109639" cy="424732"/>
          </a:xfrm>
          <a:prstGeom prst="rect">
            <a:avLst/>
          </a:prstGeom>
          <a:noFill/>
        </p:spPr>
        <p:txBody>
          <a:bodyPr wrap="none" rtlCol="0">
            <a:spAutoFit/>
          </a:bodyPr>
          <a:lstStyle/>
          <a:p>
            <a:pPr>
              <a:lnSpc>
                <a:spcPct val="120000"/>
              </a:lnSpc>
            </a:pPr>
            <a:r>
              <a:rPr lang="zh-CN" altLang="en-US" dirty="0">
                <a:solidFill>
                  <a:prstClr val="black">
                    <a:lumMod val="65000"/>
                    <a:lumOff val="35000"/>
                  </a:prstClr>
                </a:solidFill>
              </a:rPr>
              <a:t>下图采用面积图和折线图组合而成，可以根据需要修改数字及颜色。</a:t>
            </a:r>
            <a:endParaRPr lang="en-US" altLang="zh-CN" dirty="0">
              <a:solidFill>
                <a:prstClr val="black">
                  <a:lumMod val="65000"/>
                  <a:lumOff val="35000"/>
                </a:prstClr>
              </a:solidFill>
            </a:endParaRPr>
          </a:p>
        </p:txBody>
      </p:sp>
      <p:graphicFrame>
        <p:nvGraphicFramePr>
          <p:cNvPr id="24" name="图表 23"/>
          <p:cNvGraphicFramePr/>
          <p:nvPr/>
        </p:nvGraphicFramePr>
        <p:xfrm>
          <a:off x="494270" y="1609595"/>
          <a:ext cx="11442357" cy="4881490"/>
        </p:xfrm>
        <a:graphic>
          <a:graphicData uri="http://schemas.openxmlformats.org/drawingml/2006/chart">
            <c:chart xmlns:c="http://schemas.openxmlformats.org/drawingml/2006/chart" xmlns:r="http://schemas.openxmlformats.org/officeDocument/2006/relationships" r:id="rId2"/>
          </a:graphicData>
        </a:graphic>
      </p:graphicFrame>
      <p:sp>
        <p:nvSpPr>
          <p:cNvPr id="5" name="矩形 39"/>
          <p:cNvSpPr/>
          <p:nvPr/>
        </p:nvSpPr>
        <p:spPr>
          <a:xfrm>
            <a:off x="0" y="203088"/>
            <a:ext cx="1760418" cy="523220"/>
          </a:xfrm>
          <a:prstGeom prst="rect">
            <a:avLst/>
          </a:prstGeom>
          <a:noFill/>
        </p:spPr>
        <p:txBody>
          <a:bodyPr wrap="none" rtlCol="0">
            <a:spAutoFit/>
          </a:bodyPr>
          <a:lstStyle/>
          <a:p>
            <a:r>
              <a:rPr lang="zh-CN" altLang="en-US" sz="2800" b="1" dirty="0">
                <a:solidFill>
                  <a:schemeClr val="tx1">
                    <a:lumMod val="65000"/>
                    <a:lumOff val="35000"/>
                  </a:schemeClr>
                </a:solidFill>
              </a:rPr>
              <a:t>折线</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面图</a:t>
            </a:r>
          </a:p>
        </p:txBody>
      </p:sp>
    </p:spTree>
    <p:extLst>
      <p:ext uri="{BB962C8B-B14F-4D97-AF65-F5344CB8AC3E}">
        <p14:creationId xmlns:p14="http://schemas.microsoft.com/office/powerpoint/2010/main" val="1028169396"/>
      </p:ext>
    </p:extLst>
  </p:cSld>
  <p:clrMapOvr>
    <a:masterClrMapping/>
  </p:clrMapOvr>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Rectangle 38"/>
          <p:cNvSpPr/>
          <p:nvPr/>
        </p:nvSpPr>
        <p:spPr bwMode="auto">
          <a:xfrm>
            <a:off x="3281547" y="1700686"/>
            <a:ext cx="1632360" cy="4586515"/>
          </a:xfrm>
          <a:prstGeom prst="rect">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fr-FR" sz="1400" b="1">
              <a:solidFill>
                <a:prstClr val="black"/>
              </a:solidFill>
              <a:latin typeface="Lucida Sans Unicode" pitchFamily="34" charset="0"/>
            </a:endParaRPr>
          </a:p>
        </p:txBody>
      </p:sp>
      <p:sp>
        <p:nvSpPr>
          <p:cNvPr id="42" name="Rectangle 33"/>
          <p:cNvSpPr/>
          <p:nvPr/>
        </p:nvSpPr>
        <p:spPr bwMode="auto">
          <a:xfrm>
            <a:off x="7057326" y="1700686"/>
            <a:ext cx="2034921" cy="4586515"/>
          </a:xfrm>
          <a:prstGeom prst="rect">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fr-FR" sz="1400" b="1">
              <a:solidFill>
                <a:prstClr val="black"/>
              </a:solidFill>
              <a:latin typeface="Lucida Sans Unicode" pitchFamily="34" charset="0"/>
            </a:endParaRPr>
          </a:p>
        </p:txBody>
      </p:sp>
      <p:sp>
        <p:nvSpPr>
          <p:cNvPr id="46" name="Rectangle 34"/>
          <p:cNvSpPr/>
          <p:nvPr/>
        </p:nvSpPr>
        <p:spPr bwMode="auto">
          <a:xfrm>
            <a:off x="4969148" y="1700686"/>
            <a:ext cx="2034921" cy="4586515"/>
          </a:xfrm>
          <a:prstGeom prst="rect">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fr-FR" sz="1400" b="1">
              <a:solidFill>
                <a:prstClr val="black"/>
              </a:solidFill>
              <a:latin typeface="Lucida Sans Unicode" pitchFamily="34" charset="0"/>
            </a:endParaRPr>
          </a:p>
        </p:txBody>
      </p:sp>
      <p:sp>
        <p:nvSpPr>
          <p:cNvPr id="51" name="Rectangle 35"/>
          <p:cNvSpPr/>
          <p:nvPr/>
        </p:nvSpPr>
        <p:spPr bwMode="auto">
          <a:xfrm>
            <a:off x="1948026" y="1700686"/>
            <a:ext cx="1265649" cy="4586515"/>
          </a:xfrm>
          <a:prstGeom prst="rect">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fr-FR" sz="1400" b="1">
              <a:solidFill>
                <a:prstClr val="black"/>
              </a:solidFill>
              <a:latin typeface="Lucida Sans Unicode" pitchFamily="34" charset="0"/>
            </a:endParaRPr>
          </a:p>
        </p:txBody>
      </p:sp>
      <p:sp>
        <p:nvSpPr>
          <p:cNvPr id="52" name="Rectangle 36"/>
          <p:cNvSpPr/>
          <p:nvPr/>
        </p:nvSpPr>
        <p:spPr bwMode="auto">
          <a:xfrm>
            <a:off x="9151459" y="1700686"/>
            <a:ext cx="2031947" cy="4586515"/>
          </a:xfrm>
          <a:prstGeom prst="rect">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fr-FR" sz="1400" b="1">
              <a:solidFill>
                <a:prstClr val="black"/>
              </a:solidFill>
              <a:latin typeface="Lucida Sans Unicode" pitchFamily="34" charset="0"/>
            </a:endParaRPr>
          </a:p>
        </p:txBody>
      </p:sp>
      <p:sp>
        <p:nvSpPr>
          <p:cNvPr id="53" name="Rectangle 4"/>
          <p:cNvSpPr/>
          <p:nvPr/>
        </p:nvSpPr>
        <p:spPr bwMode="auto">
          <a:xfrm>
            <a:off x="4969148" y="3212781"/>
            <a:ext cx="2031947" cy="3074418"/>
          </a:xfrm>
          <a:custGeom>
            <a:avLst/>
            <a:gdLst>
              <a:gd name="connsiteX0" fmla="*/ 0 w 1627088"/>
              <a:gd name="connsiteY0" fmla="*/ 0 h 3528650"/>
              <a:gd name="connsiteX1" fmla="*/ 1627088 w 1627088"/>
              <a:gd name="connsiteY1" fmla="*/ 0 h 3528650"/>
              <a:gd name="connsiteX2" fmla="*/ 1627088 w 1627088"/>
              <a:gd name="connsiteY2" fmla="*/ 3528650 h 3528650"/>
              <a:gd name="connsiteX3" fmla="*/ 0 w 1627088"/>
              <a:gd name="connsiteY3" fmla="*/ 3528650 h 3528650"/>
              <a:gd name="connsiteX4" fmla="*/ 0 w 1627088"/>
              <a:gd name="connsiteY4" fmla="*/ 0 h 3528650"/>
              <a:gd name="connsiteX0" fmla="*/ 25400 w 1627088"/>
              <a:gd name="connsiteY0" fmla="*/ 1581150 h 3528650"/>
              <a:gd name="connsiteX1" fmla="*/ 1627088 w 1627088"/>
              <a:gd name="connsiteY1" fmla="*/ 0 h 3528650"/>
              <a:gd name="connsiteX2" fmla="*/ 1627088 w 1627088"/>
              <a:gd name="connsiteY2" fmla="*/ 3528650 h 3528650"/>
              <a:gd name="connsiteX3" fmla="*/ 0 w 1627088"/>
              <a:gd name="connsiteY3" fmla="*/ 3528650 h 3528650"/>
              <a:gd name="connsiteX4" fmla="*/ 25400 w 1627088"/>
              <a:gd name="connsiteY4" fmla="*/ 1581150 h 3528650"/>
              <a:gd name="connsiteX0" fmla="*/ 34925 w 1627088"/>
              <a:gd name="connsiteY0" fmla="*/ 2552700 h 3528650"/>
              <a:gd name="connsiteX1" fmla="*/ 1627088 w 1627088"/>
              <a:gd name="connsiteY1" fmla="*/ 0 h 3528650"/>
              <a:gd name="connsiteX2" fmla="*/ 1627088 w 1627088"/>
              <a:gd name="connsiteY2" fmla="*/ 3528650 h 3528650"/>
              <a:gd name="connsiteX3" fmla="*/ 0 w 1627088"/>
              <a:gd name="connsiteY3" fmla="*/ 3528650 h 3528650"/>
              <a:gd name="connsiteX4" fmla="*/ 34925 w 1627088"/>
              <a:gd name="connsiteY4" fmla="*/ 2552700 h 3528650"/>
              <a:gd name="connsiteX0" fmla="*/ 0 w 1627088"/>
              <a:gd name="connsiteY0" fmla="*/ 2876550 h 3528650"/>
              <a:gd name="connsiteX1" fmla="*/ 1627088 w 1627088"/>
              <a:gd name="connsiteY1" fmla="*/ 0 h 3528650"/>
              <a:gd name="connsiteX2" fmla="*/ 1627088 w 1627088"/>
              <a:gd name="connsiteY2" fmla="*/ 3528650 h 3528650"/>
              <a:gd name="connsiteX3" fmla="*/ 0 w 1627088"/>
              <a:gd name="connsiteY3" fmla="*/ 3528650 h 3528650"/>
              <a:gd name="connsiteX4" fmla="*/ 0 w 1627088"/>
              <a:gd name="connsiteY4" fmla="*/ 2876550 h 3528650"/>
              <a:gd name="connsiteX0" fmla="*/ 0 w 1627088"/>
              <a:gd name="connsiteY0" fmla="*/ 1809750 h 2461850"/>
              <a:gd name="connsiteX1" fmla="*/ 1623913 w 1627088"/>
              <a:gd name="connsiteY1" fmla="*/ 0 h 2461850"/>
              <a:gd name="connsiteX2" fmla="*/ 1627088 w 1627088"/>
              <a:gd name="connsiteY2" fmla="*/ 2461850 h 2461850"/>
              <a:gd name="connsiteX3" fmla="*/ 0 w 1627088"/>
              <a:gd name="connsiteY3" fmla="*/ 2461850 h 2461850"/>
              <a:gd name="connsiteX4" fmla="*/ 0 w 1627088"/>
              <a:gd name="connsiteY4" fmla="*/ 1809750 h 2461850"/>
              <a:gd name="connsiteX0" fmla="*/ 0 w 1627088"/>
              <a:gd name="connsiteY0" fmla="*/ 1809750 h 2461850"/>
              <a:gd name="connsiteX1" fmla="*/ 1623913 w 1627088"/>
              <a:gd name="connsiteY1" fmla="*/ 0 h 2461850"/>
              <a:gd name="connsiteX2" fmla="*/ 1627088 w 1627088"/>
              <a:gd name="connsiteY2" fmla="*/ 2461850 h 2461850"/>
              <a:gd name="connsiteX3" fmla="*/ 0 w 1627088"/>
              <a:gd name="connsiteY3" fmla="*/ 2461850 h 2461850"/>
              <a:gd name="connsiteX4" fmla="*/ 0 w 1627088"/>
              <a:gd name="connsiteY4" fmla="*/ 1809750 h 2461850"/>
              <a:gd name="connsiteX0" fmla="*/ 0 w 1627088"/>
              <a:gd name="connsiteY0" fmla="*/ 1809750 h 2461850"/>
              <a:gd name="connsiteX1" fmla="*/ 1623913 w 1627088"/>
              <a:gd name="connsiteY1" fmla="*/ 0 h 2461850"/>
              <a:gd name="connsiteX2" fmla="*/ 1627088 w 1627088"/>
              <a:gd name="connsiteY2" fmla="*/ 2461850 h 2461850"/>
              <a:gd name="connsiteX3" fmla="*/ 0 w 1627088"/>
              <a:gd name="connsiteY3" fmla="*/ 2461850 h 2461850"/>
              <a:gd name="connsiteX4" fmla="*/ 0 w 1627088"/>
              <a:gd name="connsiteY4" fmla="*/ 1809750 h 2461850"/>
              <a:gd name="connsiteX0" fmla="*/ 0 w 1627088"/>
              <a:gd name="connsiteY0" fmla="*/ 1809750 h 2461850"/>
              <a:gd name="connsiteX1" fmla="*/ 1623913 w 1627088"/>
              <a:gd name="connsiteY1" fmla="*/ 0 h 2461850"/>
              <a:gd name="connsiteX2" fmla="*/ 1627088 w 1627088"/>
              <a:gd name="connsiteY2" fmla="*/ 2461850 h 2461850"/>
              <a:gd name="connsiteX3" fmla="*/ 0 w 1627088"/>
              <a:gd name="connsiteY3" fmla="*/ 2461850 h 2461850"/>
              <a:gd name="connsiteX4" fmla="*/ 0 w 1627088"/>
              <a:gd name="connsiteY4" fmla="*/ 1809750 h 2461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7088" h="2461850">
                <a:moveTo>
                  <a:pt x="0" y="1809750"/>
                </a:moveTo>
                <a:cubicBezTo>
                  <a:pt x="217453" y="1642268"/>
                  <a:pt x="865915" y="979487"/>
                  <a:pt x="1623913" y="0"/>
                </a:cubicBezTo>
                <a:cubicBezTo>
                  <a:pt x="1624971" y="820617"/>
                  <a:pt x="1626030" y="1641233"/>
                  <a:pt x="1627088" y="2461850"/>
                </a:cubicBezTo>
                <a:lnTo>
                  <a:pt x="0" y="2461850"/>
                </a:lnTo>
                <a:lnTo>
                  <a:pt x="0" y="1809750"/>
                </a:lnTo>
                <a:close/>
              </a:path>
            </a:pathLst>
          </a:custGeom>
          <a:solidFill>
            <a:schemeClr val="accent1">
              <a:alpha val="80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fr-FR" sz="1400" b="1">
              <a:solidFill>
                <a:prstClr val="black"/>
              </a:solidFill>
              <a:latin typeface="Lucida Sans Unicode" pitchFamily="34" charset="0"/>
            </a:endParaRPr>
          </a:p>
        </p:txBody>
      </p:sp>
      <p:sp>
        <p:nvSpPr>
          <p:cNvPr id="54" name="Rectangle 5"/>
          <p:cNvSpPr/>
          <p:nvPr/>
        </p:nvSpPr>
        <p:spPr bwMode="auto">
          <a:xfrm>
            <a:off x="7057327" y="2657172"/>
            <a:ext cx="2034921" cy="3630028"/>
          </a:xfrm>
          <a:custGeom>
            <a:avLst/>
            <a:gdLst>
              <a:gd name="connsiteX0" fmla="*/ 0 w 1627088"/>
              <a:gd name="connsiteY0" fmla="*/ 0 h 3528650"/>
              <a:gd name="connsiteX1" fmla="*/ 1627088 w 1627088"/>
              <a:gd name="connsiteY1" fmla="*/ 0 h 3528650"/>
              <a:gd name="connsiteX2" fmla="*/ 1627088 w 1627088"/>
              <a:gd name="connsiteY2" fmla="*/ 3528650 h 3528650"/>
              <a:gd name="connsiteX3" fmla="*/ 0 w 1627088"/>
              <a:gd name="connsiteY3" fmla="*/ 3528650 h 3528650"/>
              <a:gd name="connsiteX4" fmla="*/ 0 w 1627088"/>
              <a:gd name="connsiteY4" fmla="*/ 0 h 3528650"/>
              <a:gd name="connsiteX0" fmla="*/ 0 w 1629469"/>
              <a:gd name="connsiteY0" fmla="*/ 1004888 h 3528650"/>
              <a:gd name="connsiteX1" fmla="*/ 1629469 w 1629469"/>
              <a:gd name="connsiteY1" fmla="*/ 0 h 3528650"/>
              <a:gd name="connsiteX2" fmla="*/ 1629469 w 1629469"/>
              <a:gd name="connsiteY2" fmla="*/ 3528650 h 3528650"/>
              <a:gd name="connsiteX3" fmla="*/ 2381 w 1629469"/>
              <a:gd name="connsiteY3" fmla="*/ 3528650 h 3528650"/>
              <a:gd name="connsiteX4" fmla="*/ 0 w 1629469"/>
              <a:gd name="connsiteY4" fmla="*/ 1004888 h 3528650"/>
              <a:gd name="connsiteX0" fmla="*/ 0 w 1629469"/>
              <a:gd name="connsiteY0" fmla="*/ 1004888 h 3528650"/>
              <a:gd name="connsiteX1" fmla="*/ 1629469 w 1629469"/>
              <a:gd name="connsiteY1" fmla="*/ 0 h 3528650"/>
              <a:gd name="connsiteX2" fmla="*/ 1629469 w 1629469"/>
              <a:gd name="connsiteY2" fmla="*/ 3528650 h 3528650"/>
              <a:gd name="connsiteX3" fmla="*/ 2381 w 1629469"/>
              <a:gd name="connsiteY3" fmla="*/ 3528650 h 3528650"/>
              <a:gd name="connsiteX4" fmla="*/ 0 w 1629469"/>
              <a:gd name="connsiteY4" fmla="*/ 1004888 h 3528650"/>
              <a:gd name="connsiteX0" fmla="*/ 0 w 1629469"/>
              <a:gd name="connsiteY0" fmla="*/ 85046 h 2608808"/>
              <a:gd name="connsiteX1" fmla="*/ 1629469 w 1629469"/>
              <a:gd name="connsiteY1" fmla="*/ 220777 h 2608808"/>
              <a:gd name="connsiteX2" fmla="*/ 1629469 w 1629469"/>
              <a:gd name="connsiteY2" fmla="*/ 2608808 h 2608808"/>
              <a:gd name="connsiteX3" fmla="*/ 2381 w 1629469"/>
              <a:gd name="connsiteY3" fmla="*/ 2608808 h 2608808"/>
              <a:gd name="connsiteX4" fmla="*/ 0 w 1629469"/>
              <a:gd name="connsiteY4" fmla="*/ 85046 h 2608808"/>
              <a:gd name="connsiteX0" fmla="*/ 0 w 1629469"/>
              <a:gd name="connsiteY0" fmla="*/ 382994 h 2906756"/>
              <a:gd name="connsiteX1" fmla="*/ 1629469 w 1629469"/>
              <a:gd name="connsiteY1" fmla="*/ 518725 h 2906756"/>
              <a:gd name="connsiteX2" fmla="*/ 1629469 w 1629469"/>
              <a:gd name="connsiteY2" fmla="*/ 2906756 h 2906756"/>
              <a:gd name="connsiteX3" fmla="*/ 2381 w 1629469"/>
              <a:gd name="connsiteY3" fmla="*/ 2906756 h 2906756"/>
              <a:gd name="connsiteX4" fmla="*/ 0 w 1629469"/>
              <a:gd name="connsiteY4" fmla="*/ 382994 h 2906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9469" h="2906756">
                <a:moveTo>
                  <a:pt x="0" y="382994"/>
                </a:moveTo>
                <a:cubicBezTo>
                  <a:pt x="297887" y="43268"/>
                  <a:pt x="819613" y="-332175"/>
                  <a:pt x="1629469" y="518725"/>
                </a:cubicBezTo>
                <a:lnTo>
                  <a:pt x="1629469" y="2906756"/>
                </a:lnTo>
                <a:lnTo>
                  <a:pt x="2381" y="2906756"/>
                </a:lnTo>
                <a:cubicBezTo>
                  <a:pt x="1587" y="2065502"/>
                  <a:pt x="794" y="1224248"/>
                  <a:pt x="0" y="382994"/>
                </a:cubicBezTo>
                <a:close/>
              </a:path>
            </a:pathLst>
          </a:custGeom>
          <a:solidFill>
            <a:schemeClr val="accent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fr-FR" sz="1400" b="1">
              <a:solidFill>
                <a:prstClr val="black"/>
              </a:solidFill>
              <a:latin typeface="Lucida Sans Unicode" pitchFamily="34" charset="0"/>
            </a:endParaRPr>
          </a:p>
        </p:txBody>
      </p:sp>
      <p:sp>
        <p:nvSpPr>
          <p:cNvPr id="55" name="Rectangle 6"/>
          <p:cNvSpPr/>
          <p:nvPr/>
        </p:nvSpPr>
        <p:spPr bwMode="auto">
          <a:xfrm>
            <a:off x="9151457" y="3367417"/>
            <a:ext cx="2031947" cy="2919783"/>
          </a:xfrm>
          <a:custGeom>
            <a:avLst/>
            <a:gdLst>
              <a:gd name="connsiteX0" fmla="*/ 0 w 1627088"/>
              <a:gd name="connsiteY0" fmla="*/ 0 h 3528650"/>
              <a:gd name="connsiteX1" fmla="*/ 1627088 w 1627088"/>
              <a:gd name="connsiteY1" fmla="*/ 0 h 3528650"/>
              <a:gd name="connsiteX2" fmla="*/ 1627088 w 1627088"/>
              <a:gd name="connsiteY2" fmla="*/ 3528650 h 3528650"/>
              <a:gd name="connsiteX3" fmla="*/ 0 w 1627088"/>
              <a:gd name="connsiteY3" fmla="*/ 3528650 h 3528650"/>
              <a:gd name="connsiteX4" fmla="*/ 0 w 1627088"/>
              <a:gd name="connsiteY4" fmla="*/ 0 h 3528650"/>
              <a:gd name="connsiteX0" fmla="*/ 3175 w 1627088"/>
              <a:gd name="connsiteY0" fmla="*/ 1190625 h 3528650"/>
              <a:gd name="connsiteX1" fmla="*/ 1627088 w 1627088"/>
              <a:gd name="connsiteY1" fmla="*/ 0 h 3528650"/>
              <a:gd name="connsiteX2" fmla="*/ 1627088 w 1627088"/>
              <a:gd name="connsiteY2" fmla="*/ 3528650 h 3528650"/>
              <a:gd name="connsiteX3" fmla="*/ 0 w 1627088"/>
              <a:gd name="connsiteY3" fmla="*/ 3528650 h 3528650"/>
              <a:gd name="connsiteX4" fmla="*/ 3175 w 1627088"/>
              <a:gd name="connsiteY4" fmla="*/ 1190625 h 3528650"/>
              <a:gd name="connsiteX0" fmla="*/ 3175 w 1627088"/>
              <a:gd name="connsiteY0" fmla="*/ 0 h 2338025"/>
              <a:gd name="connsiteX1" fmla="*/ 1598513 w 1627088"/>
              <a:gd name="connsiteY1" fmla="*/ 368300 h 2338025"/>
              <a:gd name="connsiteX2" fmla="*/ 1627088 w 1627088"/>
              <a:gd name="connsiteY2" fmla="*/ 2338025 h 2338025"/>
              <a:gd name="connsiteX3" fmla="*/ 0 w 1627088"/>
              <a:gd name="connsiteY3" fmla="*/ 2338025 h 2338025"/>
              <a:gd name="connsiteX4" fmla="*/ 3175 w 1627088"/>
              <a:gd name="connsiteY4" fmla="*/ 0 h 2338025"/>
              <a:gd name="connsiteX0" fmla="*/ 3175 w 1627088"/>
              <a:gd name="connsiteY0" fmla="*/ 0 h 2338025"/>
              <a:gd name="connsiteX1" fmla="*/ 1608038 w 1627088"/>
              <a:gd name="connsiteY1" fmla="*/ 1028700 h 2338025"/>
              <a:gd name="connsiteX2" fmla="*/ 1627088 w 1627088"/>
              <a:gd name="connsiteY2" fmla="*/ 2338025 h 2338025"/>
              <a:gd name="connsiteX3" fmla="*/ 0 w 1627088"/>
              <a:gd name="connsiteY3" fmla="*/ 2338025 h 2338025"/>
              <a:gd name="connsiteX4" fmla="*/ 3175 w 1627088"/>
              <a:gd name="connsiteY4" fmla="*/ 0 h 2338025"/>
              <a:gd name="connsiteX0" fmla="*/ 3175 w 1627088"/>
              <a:gd name="connsiteY0" fmla="*/ 0 h 2338025"/>
              <a:gd name="connsiteX1" fmla="*/ 1620738 w 1627088"/>
              <a:gd name="connsiteY1" fmla="*/ 1028700 h 2338025"/>
              <a:gd name="connsiteX2" fmla="*/ 1627088 w 1627088"/>
              <a:gd name="connsiteY2" fmla="*/ 2338025 h 2338025"/>
              <a:gd name="connsiteX3" fmla="*/ 0 w 1627088"/>
              <a:gd name="connsiteY3" fmla="*/ 2338025 h 2338025"/>
              <a:gd name="connsiteX4" fmla="*/ 3175 w 1627088"/>
              <a:gd name="connsiteY4" fmla="*/ 0 h 2338025"/>
              <a:gd name="connsiteX0" fmla="*/ 3175 w 1627088"/>
              <a:gd name="connsiteY0" fmla="*/ 0 h 2338025"/>
              <a:gd name="connsiteX1" fmla="*/ 1623119 w 1627088"/>
              <a:gd name="connsiteY1" fmla="*/ 1028700 h 2338025"/>
              <a:gd name="connsiteX2" fmla="*/ 1627088 w 1627088"/>
              <a:gd name="connsiteY2" fmla="*/ 2338025 h 2338025"/>
              <a:gd name="connsiteX3" fmla="*/ 0 w 1627088"/>
              <a:gd name="connsiteY3" fmla="*/ 2338025 h 2338025"/>
              <a:gd name="connsiteX4" fmla="*/ 3175 w 1627088"/>
              <a:gd name="connsiteY4" fmla="*/ 0 h 2338025"/>
              <a:gd name="connsiteX0" fmla="*/ 3175 w 1627088"/>
              <a:gd name="connsiteY0" fmla="*/ 0 h 2338025"/>
              <a:gd name="connsiteX1" fmla="*/ 1623119 w 1627088"/>
              <a:gd name="connsiteY1" fmla="*/ 1028700 h 2338025"/>
              <a:gd name="connsiteX2" fmla="*/ 1627088 w 1627088"/>
              <a:gd name="connsiteY2" fmla="*/ 2338025 h 2338025"/>
              <a:gd name="connsiteX3" fmla="*/ 0 w 1627088"/>
              <a:gd name="connsiteY3" fmla="*/ 2338025 h 2338025"/>
              <a:gd name="connsiteX4" fmla="*/ 3175 w 1627088"/>
              <a:gd name="connsiteY4" fmla="*/ 0 h 2338025"/>
              <a:gd name="connsiteX0" fmla="*/ 3175 w 1627088"/>
              <a:gd name="connsiteY0" fmla="*/ 0 h 2338025"/>
              <a:gd name="connsiteX1" fmla="*/ 1623119 w 1627088"/>
              <a:gd name="connsiteY1" fmla="*/ 1028700 h 2338025"/>
              <a:gd name="connsiteX2" fmla="*/ 1627088 w 1627088"/>
              <a:gd name="connsiteY2" fmla="*/ 2338025 h 2338025"/>
              <a:gd name="connsiteX3" fmla="*/ 0 w 1627088"/>
              <a:gd name="connsiteY3" fmla="*/ 2338025 h 2338025"/>
              <a:gd name="connsiteX4" fmla="*/ 3175 w 1627088"/>
              <a:gd name="connsiteY4" fmla="*/ 0 h 2338025"/>
              <a:gd name="connsiteX0" fmla="*/ 3175 w 1627088"/>
              <a:gd name="connsiteY0" fmla="*/ 0 h 2338025"/>
              <a:gd name="connsiteX1" fmla="*/ 1623119 w 1627088"/>
              <a:gd name="connsiteY1" fmla="*/ 1028700 h 2338025"/>
              <a:gd name="connsiteX2" fmla="*/ 1627088 w 1627088"/>
              <a:gd name="connsiteY2" fmla="*/ 2338025 h 2338025"/>
              <a:gd name="connsiteX3" fmla="*/ 0 w 1627088"/>
              <a:gd name="connsiteY3" fmla="*/ 2338025 h 2338025"/>
              <a:gd name="connsiteX4" fmla="*/ 3175 w 1627088"/>
              <a:gd name="connsiteY4" fmla="*/ 0 h 2338025"/>
              <a:gd name="connsiteX0" fmla="*/ 3175 w 1627088"/>
              <a:gd name="connsiteY0" fmla="*/ 0 h 2338025"/>
              <a:gd name="connsiteX1" fmla="*/ 1623119 w 1627088"/>
              <a:gd name="connsiteY1" fmla="*/ 1028700 h 2338025"/>
              <a:gd name="connsiteX2" fmla="*/ 1627088 w 1627088"/>
              <a:gd name="connsiteY2" fmla="*/ 2338025 h 2338025"/>
              <a:gd name="connsiteX3" fmla="*/ 0 w 1627088"/>
              <a:gd name="connsiteY3" fmla="*/ 2338025 h 2338025"/>
              <a:gd name="connsiteX4" fmla="*/ 3175 w 1627088"/>
              <a:gd name="connsiteY4" fmla="*/ 0 h 2338025"/>
              <a:gd name="connsiteX0" fmla="*/ 3175 w 1627088"/>
              <a:gd name="connsiteY0" fmla="*/ 0 h 2338025"/>
              <a:gd name="connsiteX1" fmla="*/ 1623119 w 1627088"/>
              <a:gd name="connsiteY1" fmla="*/ 1028700 h 2338025"/>
              <a:gd name="connsiteX2" fmla="*/ 1627088 w 1627088"/>
              <a:gd name="connsiteY2" fmla="*/ 2338025 h 2338025"/>
              <a:gd name="connsiteX3" fmla="*/ 0 w 1627088"/>
              <a:gd name="connsiteY3" fmla="*/ 2338025 h 2338025"/>
              <a:gd name="connsiteX4" fmla="*/ 3175 w 1627088"/>
              <a:gd name="connsiteY4" fmla="*/ 0 h 2338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7088" h="2338025">
                <a:moveTo>
                  <a:pt x="3175" y="0"/>
                </a:moveTo>
                <a:cubicBezTo>
                  <a:pt x="943207" y="838199"/>
                  <a:pt x="1395082" y="976312"/>
                  <a:pt x="1623119" y="1028700"/>
                </a:cubicBezTo>
                <a:cubicBezTo>
                  <a:pt x="1625236" y="1465142"/>
                  <a:pt x="1624971" y="1901583"/>
                  <a:pt x="1627088" y="2338025"/>
                </a:cubicBezTo>
                <a:lnTo>
                  <a:pt x="0" y="2338025"/>
                </a:lnTo>
                <a:cubicBezTo>
                  <a:pt x="1058" y="1558683"/>
                  <a:pt x="2117" y="779342"/>
                  <a:pt x="3175" y="0"/>
                </a:cubicBezTo>
                <a:close/>
              </a:path>
            </a:pathLst>
          </a:custGeom>
          <a:solidFill>
            <a:schemeClr val="accent1">
              <a:alpha val="80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fr-FR" sz="1400" b="1">
              <a:solidFill>
                <a:prstClr val="black"/>
              </a:solidFill>
              <a:latin typeface="Lucida Sans Unicode" pitchFamily="34" charset="0"/>
            </a:endParaRPr>
          </a:p>
        </p:txBody>
      </p:sp>
      <p:sp>
        <p:nvSpPr>
          <p:cNvPr id="56" name="Rectangle 7"/>
          <p:cNvSpPr/>
          <p:nvPr/>
        </p:nvSpPr>
        <p:spPr bwMode="auto">
          <a:xfrm>
            <a:off x="2877994" y="5520423"/>
            <a:ext cx="2035912" cy="766778"/>
          </a:xfrm>
          <a:custGeom>
            <a:avLst/>
            <a:gdLst>
              <a:gd name="connsiteX0" fmla="*/ 0 w 1627088"/>
              <a:gd name="connsiteY0" fmla="*/ 0 h 3528650"/>
              <a:gd name="connsiteX1" fmla="*/ 1627088 w 1627088"/>
              <a:gd name="connsiteY1" fmla="*/ 0 h 3528650"/>
              <a:gd name="connsiteX2" fmla="*/ 1627088 w 1627088"/>
              <a:gd name="connsiteY2" fmla="*/ 3528650 h 3528650"/>
              <a:gd name="connsiteX3" fmla="*/ 0 w 1627088"/>
              <a:gd name="connsiteY3" fmla="*/ 3528650 h 3528650"/>
              <a:gd name="connsiteX4" fmla="*/ 0 w 1627088"/>
              <a:gd name="connsiteY4" fmla="*/ 0 h 3528650"/>
              <a:gd name="connsiteX0" fmla="*/ 0 w 1627088"/>
              <a:gd name="connsiteY0" fmla="*/ 3528650 h 3528650"/>
              <a:gd name="connsiteX1" fmla="*/ 1627088 w 1627088"/>
              <a:gd name="connsiteY1" fmla="*/ 0 h 3528650"/>
              <a:gd name="connsiteX2" fmla="*/ 1627088 w 1627088"/>
              <a:gd name="connsiteY2" fmla="*/ 3528650 h 3528650"/>
              <a:gd name="connsiteX3" fmla="*/ 0 w 1627088"/>
              <a:gd name="connsiteY3" fmla="*/ 3528650 h 3528650"/>
              <a:gd name="connsiteX0" fmla="*/ 0 w 1627088"/>
              <a:gd name="connsiteY0" fmla="*/ 718775 h 718775"/>
              <a:gd name="connsiteX1" fmla="*/ 1588988 w 1627088"/>
              <a:gd name="connsiteY1" fmla="*/ 0 h 718775"/>
              <a:gd name="connsiteX2" fmla="*/ 1627088 w 1627088"/>
              <a:gd name="connsiteY2" fmla="*/ 718775 h 718775"/>
              <a:gd name="connsiteX3" fmla="*/ 0 w 1627088"/>
              <a:gd name="connsiteY3" fmla="*/ 718775 h 718775"/>
              <a:gd name="connsiteX0" fmla="*/ 0 w 1630263"/>
              <a:gd name="connsiteY0" fmla="*/ 614000 h 614000"/>
              <a:gd name="connsiteX1" fmla="*/ 1630263 w 1630263"/>
              <a:gd name="connsiteY1" fmla="*/ 0 h 614000"/>
              <a:gd name="connsiteX2" fmla="*/ 1627088 w 1630263"/>
              <a:gd name="connsiteY2" fmla="*/ 614000 h 614000"/>
              <a:gd name="connsiteX3" fmla="*/ 0 w 1630263"/>
              <a:gd name="connsiteY3" fmla="*/ 614000 h 614000"/>
              <a:gd name="connsiteX0" fmla="*/ 0 w 1630263"/>
              <a:gd name="connsiteY0" fmla="*/ 614000 h 614000"/>
              <a:gd name="connsiteX1" fmla="*/ 1630263 w 1630263"/>
              <a:gd name="connsiteY1" fmla="*/ 0 h 614000"/>
              <a:gd name="connsiteX2" fmla="*/ 1627088 w 1630263"/>
              <a:gd name="connsiteY2" fmla="*/ 614000 h 614000"/>
              <a:gd name="connsiteX3" fmla="*/ 0 w 1630263"/>
              <a:gd name="connsiteY3" fmla="*/ 614000 h 614000"/>
              <a:gd name="connsiteX0" fmla="*/ 0 w 1630263"/>
              <a:gd name="connsiteY0" fmla="*/ 614000 h 614000"/>
              <a:gd name="connsiteX1" fmla="*/ 1630263 w 1630263"/>
              <a:gd name="connsiteY1" fmla="*/ 0 h 614000"/>
              <a:gd name="connsiteX2" fmla="*/ 1627088 w 1630263"/>
              <a:gd name="connsiteY2" fmla="*/ 614000 h 614000"/>
              <a:gd name="connsiteX3" fmla="*/ 0 w 1630263"/>
              <a:gd name="connsiteY3" fmla="*/ 614000 h 614000"/>
              <a:gd name="connsiteX0" fmla="*/ 0 w 1630263"/>
              <a:gd name="connsiteY0" fmla="*/ 614000 h 614000"/>
              <a:gd name="connsiteX1" fmla="*/ 1630263 w 1630263"/>
              <a:gd name="connsiteY1" fmla="*/ 0 h 614000"/>
              <a:gd name="connsiteX2" fmla="*/ 1627088 w 1630263"/>
              <a:gd name="connsiteY2" fmla="*/ 614000 h 614000"/>
              <a:gd name="connsiteX3" fmla="*/ 0 w 1630263"/>
              <a:gd name="connsiteY3" fmla="*/ 614000 h 614000"/>
            </a:gdLst>
            <a:ahLst/>
            <a:cxnLst>
              <a:cxn ang="0">
                <a:pos x="connsiteX0" y="connsiteY0"/>
              </a:cxn>
              <a:cxn ang="0">
                <a:pos x="connsiteX1" y="connsiteY1"/>
              </a:cxn>
              <a:cxn ang="0">
                <a:pos x="connsiteX2" y="connsiteY2"/>
              </a:cxn>
              <a:cxn ang="0">
                <a:pos x="connsiteX3" y="connsiteY3"/>
              </a:cxn>
            </a:cxnLst>
            <a:rect l="l" t="t" r="r" b="b"/>
            <a:pathLst>
              <a:path w="1630263" h="614000">
                <a:moveTo>
                  <a:pt x="0" y="614000"/>
                </a:moveTo>
                <a:cubicBezTo>
                  <a:pt x="283071" y="612533"/>
                  <a:pt x="820142" y="541217"/>
                  <a:pt x="1630263" y="0"/>
                </a:cubicBezTo>
                <a:cubicBezTo>
                  <a:pt x="1629205" y="204667"/>
                  <a:pt x="1628146" y="409333"/>
                  <a:pt x="1627088" y="614000"/>
                </a:cubicBezTo>
                <a:lnTo>
                  <a:pt x="0" y="614000"/>
                </a:lnTo>
                <a:close/>
              </a:path>
            </a:pathLst>
          </a:custGeom>
          <a:solidFill>
            <a:schemeClr val="accent1">
              <a:alpha val="60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fr-FR" sz="1400" b="1">
              <a:solidFill>
                <a:prstClr val="black"/>
              </a:solidFill>
              <a:latin typeface="Lucida Sans Unicode" pitchFamily="34" charset="0"/>
            </a:endParaRPr>
          </a:p>
        </p:txBody>
      </p:sp>
      <p:cxnSp>
        <p:nvCxnSpPr>
          <p:cNvPr id="57" name="Connecteur droit avec flèche 29"/>
          <p:cNvCxnSpPr/>
          <p:nvPr/>
        </p:nvCxnSpPr>
        <p:spPr>
          <a:xfrm flipV="1">
            <a:off x="1948024" y="1340983"/>
            <a:ext cx="0" cy="4946219"/>
          </a:xfrm>
          <a:prstGeom prst="straightConnector1">
            <a:avLst/>
          </a:prstGeom>
          <a:ln w="28575">
            <a:solidFill>
              <a:srgbClr val="F39800"/>
            </a:solidFill>
            <a:tailEnd type="arrow"/>
          </a:ln>
        </p:spPr>
        <p:style>
          <a:lnRef idx="1">
            <a:schemeClr val="accent1"/>
          </a:lnRef>
          <a:fillRef idx="0">
            <a:schemeClr val="accent1"/>
          </a:fillRef>
          <a:effectRef idx="0">
            <a:schemeClr val="accent1"/>
          </a:effectRef>
          <a:fontRef idx="minor">
            <a:schemeClr val="tx1"/>
          </a:fontRef>
        </p:style>
      </p:cxnSp>
      <p:cxnSp>
        <p:nvCxnSpPr>
          <p:cNvPr id="58" name="Connecteur droit avec flèche 31"/>
          <p:cNvCxnSpPr/>
          <p:nvPr/>
        </p:nvCxnSpPr>
        <p:spPr>
          <a:xfrm>
            <a:off x="1948024" y="6287201"/>
            <a:ext cx="10056283" cy="0"/>
          </a:xfrm>
          <a:prstGeom prst="straightConnector1">
            <a:avLst/>
          </a:prstGeom>
          <a:ln w="28575">
            <a:solidFill>
              <a:srgbClr val="F39800"/>
            </a:solidFill>
            <a:tailEnd type="arrow"/>
          </a:ln>
        </p:spPr>
        <p:style>
          <a:lnRef idx="1">
            <a:schemeClr val="accent1"/>
          </a:lnRef>
          <a:fillRef idx="0">
            <a:schemeClr val="accent1"/>
          </a:fillRef>
          <a:effectRef idx="0">
            <a:schemeClr val="accent1"/>
          </a:effectRef>
          <a:fontRef idx="minor">
            <a:schemeClr val="tx1"/>
          </a:fontRef>
        </p:style>
      </p:cxnSp>
      <p:sp>
        <p:nvSpPr>
          <p:cNvPr id="59" name="ZoneTexte 40"/>
          <p:cNvSpPr txBox="1"/>
          <p:nvPr/>
        </p:nvSpPr>
        <p:spPr>
          <a:xfrm>
            <a:off x="2580073" y="6317759"/>
            <a:ext cx="1402948" cy="400110"/>
          </a:xfrm>
          <a:prstGeom prst="rect">
            <a:avLst/>
          </a:prstGeom>
          <a:noFill/>
        </p:spPr>
        <p:txBody>
          <a:bodyPr wrap="none" rtlCol="0" anchor="ctr">
            <a:spAutoFit/>
          </a:bodyPr>
          <a:lstStyle/>
          <a:p>
            <a:pPr algn="ctr"/>
            <a:r>
              <a:rPr lang="en-US" sz="2000" cap="small" dirty="0">
                <a:solidFill>
                  <a:prstClr val="black">
                    <a:lumMod val="65000"/>
                    <a:lumOff val="35000"/>
                  </a:prstClr>
                </a:solidFill>
                <a:latin typeface="Impact" panose="020B0806030902050204" pitchFamily="34" charset="0"/>
                <a:ea typeface="Arial Unicode MS" panose="020B0604020202020204" pitchFamily="34" charset="-122"/>
                <a:cs typeface="Arial Unicode MS" panose="020B0604020202020204" pitchFamily="34" charset="-122"/>
              </a:rPr>
              <a:t>Introduction</a:t>
            </a:r>
          </a:p>
        </p:txBody>
      </p:sp>
      <p:sp>
        <p:nvSpPr>
          <p:cNvPr id="60" name="ZoneTexte 41"/>
          <p:cNvSpPr txBox="1"/>
          <p:nvPr/>
        </p:nvSpPr>
        <p:spPr>
          <a:xfrm>
            <a:off x="5493204" y="6299669"/>
            <a:ext cx="923651" cy="400110"/>
          </a:xfrm>
          <a:prstGeom prst="rect">
            <a:avLst/>
          </a:prstGeom>
          <a:noFill/>
        </p:spPr>
        <p:txBody>
          <a:bodyPr wrap="none" rtlCol="0" anchor="ctr">
            <a:spAutoFit/>
          </a:bodyPr>
          <a:lstStyle/>
          <a:p>
            <a:pPr algn="ctr"/>
            <a:r>
              <a:rPr lang="en-US" sz="2000" cap="small">
                <a:solidFill>
                  <a:prstClr val="black">
                    <a:lumMod val="65000"/>
                    <a:lumOff val="35000"/>
                  </a:prstClr>
                </a:solidFill>
                <a:latin typeface="Impact" panose="020B0806030902050204" pitchFamily="34" charset="0"/>
                <a:ea typeface="Arial Unicode MS" panose="020B0604020202020204" pitchFamily="34" charset="-122"/>
                <a:cs typeface="Arial Unicode MS" panose="020B0604020202020204" pitchFamily="34" charset="-122"/>
              </a:rPr>
              <a:t>Growth</a:t>
            </a:r>
          </a:p>
        </p:txBody>
      </p:sp>
      <p:sp>
        <p:nvSpPr>
          <p:cNvPr id="61" name="ZoneTexte 42"/>
          <p:cNvSpPr txBox="1"/>
          <p:nvPr/>
        </p:nvSpPr>
        <p:spPr>
          <a:xfrm>
            <a:off x="7556759" y="6317762"/>
            <a:ext cx="1036053" cy="400110"/>
          </a:xfrm>
          <a:prstGeom prst="rect">
            <a:avLst/>
          </a:prstGeom>
          <a:noFill/>
        </p:spPr>
        <p:txBody>
          <a:bodyPr wrap="none" rtlCol="0" anchor="ctr">
            <a:spAutoFit/>
          </a:bodyPr>
          <a:lstStyle/>
          <a:p>
            <a:pPr algn="ctr"/>
            <a:r>
              <a:rPr lang="en-US" sz="2000" cap="small">
                <a:solidFill>
                  <a:prstClr val="black">
                    <a:lumMod val="65000"/>
                    <a:lumOff val="35000"/>
                  </a:prstClr>
                </a:solidFill>
                <a:latin typeface="Impact" panose="020B0806030902050204" pitchFamily="34" charset="0"/>
                <a:ea typeface="Arial Unicode MS" panose="020B0604020202020204" pitchFamily="34" charset="-122"/>
                <a:cs typeface="Arial Unicode MS" panose="020B0604020202020204" pitchFamily="34" charset="-122"/>
              </a:rPr>
              <a:t>Maturity</a:t>
            </a:r>
          </a:p>
        </p:txBody>
      </p:sp>
      <p:sp>
        <p:nvSpPr>
          <p:cNvPr id="62" name="ZoneTexte 43"/>
          <p:cNvSpPr txBox="1"/>
          <p:nvPr/>
        </p:nvSpPr>
        <p:spPr>
          <a:xfrm>
            <a:off x="9739955" y="6299669"/>
            <a:ext cx="857927" cy="400110"/>
          </a:xfrm>
          <a:prstGeom prst="rect">
            <a:avLst/>
          </a:prstGeom>
          <a:noFill/>
        </p:spPr>
        <p:txBody>
          <a:bodyPr wrap="none" rtlCol="0" anchor="ctr">
            <a:spAutoFit/>
          </a:bodyPr>
          <a:lstStyle/>
          <a:p>
            <a:pPr algn="ctr"/>
            <a:r>
              <a:rPr lang="en-US" sz="2000" cap="small">
                <a:solidFill>
                  <a:prstClr val="black">
                    <a:lumMod val="65000"/>
                    <a:lumOff val="35000"/>
                  </a:prstClr>
                </a:solidFill>
                <a:latin typeface="Impact" panose="020B0806030902050204" pitchFamily="34" charset="0"/>
                <a:ea typeface="Arial Unicode MS" panose="020B0604020202020204" pitchFamily="34" charset="-122"/>
                <a:cs typeface="Arial Unicode MS" panose="020B0604020202020204" pitchFamily="34" charset="-122"/>
              </a:rPr>
              <a:t>Decline</a:t>
            </a:r>
          </a:p>
        </p:txBody>
      </p:sp>
      <p:sp>
        <p:nvSpPr>
          <p:cNvPr id="63" name="ZoneTexte 45"/>
          <p:cNvSpPr txBox="1"/>
          <p:nvPr/>
        </p:nvSpPr>
        <p:spPr>
          <a:xfrm>
            <a:off x="3717749" y="5155030"/>
            <a:ext cx="759952" cy="369332"/>
          </a:xfrm>
          <a:prstGeom prst="rect">
            <a:avLst/>
          </a:prstGeom>
          <a:noFill/>
        </p:spPr>
        <p:txBody>
          <a:bodyPr wrap="none" rtlCol="0" anchor="ctr">
            <a:spAutoFit/>
          </a:bodyPr>
          <a:lstStyle/>
          <a:p>
            <a:pPr algn="ctr"/>
            <a:r>
              <a:rPr lang="en-US" cap="small" dirty="0">
                <a:solidFill>
                  <a:prstClr val="black">
                    <a:lumMod val="65000"/>
                    <a:lumOff val="35000"/>
                  </a:prstClr>
                </a:solidFill>
                <a:latin typeface="Impact" panose="020B0806030902050204" pitchFamily="34" charset="0"/>
              </a:rPr>
              <a:t>launch</a:t>
            </a:r>
          </a:p>
        </p:txBody>
      </p:sp>
      <p:sp>
        <p:nvSpPr>
          <p:cNvPr id="64" name="ZoneTexte 46"/>
          <p:cNvSpPr txBox="1"/>
          <p:nvPr/>
        </p:nvSpPr>
        <p:spPr>
          <a:xfrm rot="16200000">
            <a:off x="501870" y="2516189"/>
            <a:ext cx="2528256" cy="369332"/>
          </a:xfrm>
          <a:prstGeom prst="rect">
            <a:avLst/>
          </a:prstGeom>
          <a:noFill/>
        </p:spPr>
        <p:txBody>
          <a:bodyPr wrap="none" rtlCol="0" anchor="ctr">
            <a:spAutoFit/>
          </a:bodyPr>
          <a:lstStyle/>
          <a:p>
            <a:pPr algn="ctr"/>
            <a:r>
              <a:rPr lang="en-US" cap="small" dirty="0">
                <a:solidFill>
                  <a:srgbClr val="F39800"/>
                </a:solidFill>
                <a:latin typeface="Impact" panose="020B0806030902050204" pitchFamily="34" charset="0"/>
              </a:rPr>
              <a:t>Growth (e.g. sales, volumes)</a:t>
            </a:r>
          </a:p>
        </p:txBody>
      </p:sp>
      <p:sp>
        <p:nvSpPr>
          <p:cNvPr id="65" name="ZoneTexte 47"/>
          <p:cNvSpPr txBox="1"/>
          <p:nvPr/>
        </p:nvSpPr>
        <p:spPr>
          <a:xfrm>
            <a:off x="11364399" y="6263185"/>
            <a:ext cx="513282" cy="338554"/>
          </a:xfrm>
          <a:prstGeom prst="rect">
            <a:avLst/>
          </a:prstGeom>
          <a:noFill/>
        </p:spPr>
        <p:txBody>
          <a:bodyPr wrap="none" rtlCol="0" anchor="ctr">
            <a:spAutoFit/>
          </a:bodyPr>
          <a:lstStyle/>
          <a:p>
            <a:pPr algn="ctr"/>
            <a:r>
              <a:rPr lang="en-US" sz="1600" cap="small" dirty="0">
                <a:solidFill>
                  <a:srgbClr val="F39800"/>
                </a:solidFill>
                <a:latin typeface="Impact" panose="020B0806030902050204" pitchFamily="34" charset="0"/>
              </a:rPr>
              <a:t>Time</a:t>
            </a:r>
          </a:p>
        </p:txBody>
      </p:sp>
      <p:sp>
        <p:nvSpPr>
          <p:cNvPr id="66" name="ZoneTexte 50"/>
          <p:cNvSpPr txBox="1"/>
          <p:nvPr/>
        </p:nvSpPr>
        <p:spPr>
          <a:xfrm>
            <a:off x="1971355" y="5719145"/>
            <a:ext cx="1218988" cy="369332"/>
          </a:xfrm>
          <a:prstGeom prst="rect">
            <a:avLst/>
          </a:prstGeom>
          <a:noFill/>
        </p:spPr>
        <p:txBody>
          <a:bodyPr wrap="none" rtlCol="0" anchor="ctr">
            <a:spAutoFit/>
          </a:bodyPr>
          <a:lstStyle/>
          <a:p>
            <a:pPr algn="ctr"/>
            <a:r>
              <a:rPr lang="en-US" cap="small" dirty="0">
                <a:solidFill>
                  <a:prstClr val="black">
                    <a:lumMod val="65000"/>
                    <a:lumOff val="35000"/>
                  </a:prstClr>
                </a:solidFill>
                <a:latin typeface="Impact" panose="020B0806030902050204" pitchFamily="34" charset="0"/>
              </a:rPr>
              <a:t>Development</a:t>
            </a:r>
          </a:p>
        </p:txBody>
      </p:sp>
      <p:sp>
        <p:nvSpPr>
          <p:cNvPr id="67" name="文本框 66"/>
          <p:cNvSpPr txBox="1"/>
          <p:nvPr/>
        </p:nvSpPr>
        <p:spPr>
          <a:xfrm>
            <a:off x="1000603" y="858685"/>
            <a:ext cx="8263801" cy="424732"/>
          </a:xfrm>
          <a:prstGeom prst="rect">
            <a:avLst/>
          </a:prstGeom>
          <a:noFill/>
        </p:spPr>
        <p:txBody>
          <a:bodyPr wrap="none" rtlCol="0">
            <a:spAutoFit/>
          </a:bodyPr>
          <a:lstStyle/>
          <a:p>
            <a:pPr>
              <a:lnSpc>
                <a:spcPct val="120000"/>
              </a:lnSpc>
            </a:pPr>
            <a:r>
              <a:rPr lang="zh-CN" altLang="en-US" dirty="0">
                <a:solidFill>
                  <a:prstClr val="black">
                    <a:lumMod val="65000"/>
                    <a:lumOff val="35000"/>
                  </a:prstClr>
                </a:solidFill>
              </a:rPr>
              <a:t>下图为图形组合而成，展示发展趋势，可以使用在相应的场合，辅以文字说明。</a:t>
            </a:r>
            <a:endParaRPr lang="en-US" altLang="zh-CN" dirty="0">
              <a:solidFill>
                <a:prstClr val="black">
                  <a:lumMod val="65000"/>
                  <a:lumOff val="35000"/>
                </a:prstClr>
              </a:solidFill>
            </a:endParaRPr>
          </a:p>
        </p:txBody>
      </p:sp>
      <p:sp>
        <p:nvSpPr>
          <p:cNvPr id="23" name="矩形 39"/>
          <p:cNvSpPr/>
          <p:nvPr/>
        </p:nvSpPr>
        <p:spPr>
          <a:xfrm>
            <a:off x="0" y="203088"/>
            <a:ext cx="1760418" cy="523220"/>
          </a:xfrm>
          <a:prstGeom prst="rect">
            <a:avLst/>
          </a:prstGeom>
          <a:noFill/>
        </p:spPr>
        <p:txBody>
          <a:bodyPr wrap="none" rtlCol="0">
            <a:spAutoFit/>
          </a:bodyPr>
          <a:lstStyle/>
          <a:p>
            <a:r>
              <a:rPr lang="zh-CN" altLang="en-US" sz="2800" b="1" dirty="0">
                <a:solidFill>
                  <a:schemeClr val="tx1">
                    <a:lumMod val="65000"/>
                    <a:lumOff val="35000"/>
                  </a:schemeClr>
                </a:solidFill>
              </a:rPr>
              <a:t>折线</a:t>
            </a:r>
            <a:r>
              <a:rPr lang="en-US" altLang="zh-CN" sz="2800" b="1" dirty="0">
                <a:solidFill>
                  <a:schemeClr val="tx1">
                    <a:lumMod val="65000"/>
                    <a:lumOff val="35000"/>
                  </a:schemeClr>
                </a:solidFill>
              </a:rPr>
              <a:t>/</a:t>
            </a:r>
            <a:r>
              <a:rPr lang="zh-CN" altLang="en-US" sz="2800" b="1" dirty="0">
                <a:solidFill>
                  <a:schemeClr val="tx1">
                    <a:lumMod val="65000"/>
                    <a:lumOff val="35000"/>
                  </a:schemeClr>
                </a:solidFill>
              </a:rPr>
              <a:t>面图</a:t>
            </a:r>
          </a:p>
        </p:txBody>
      </p:sp>
    </p:spTree>
    <p:extLst>
      <p:ext uri="{BB962C8B-B14F-4D97-AF65-F5344CB8AC3E}">
        <p14:creationId xmlns:p14="http://schemas.microsoft.com/office/powerpoint/2010/main" val="1789614810"/>
      </p:ext>
    </p:extLst>
  </p:cSld>
  <p:clrMapOvr>
    <a:masterClrMapping/>
  </p:clrMapOvr>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 name="组合 17"/>
          <p:cNvGrpSpPr/>
          <p:nvPr/>
        </p:nvGrpSpPr>
        <p:grpSpPr>
          <a:xfrm>
            <a:off x="5212169" y="596728"/>
            <a:ext cx="5694594" cy="5694594"/>
            <a:chOff x="5212169" y="596728"/>
            <a:chExt cx="5694594" cy="5694594"/>
          </a:xfrm>
        </p:grpSpPr>
        <p:grpSp>
          <p:nvGrpSpPr>
            <p:cNvPr id="9" name="组合 8"/>
            <p:cNvGrpSpPr/>
            <p:nvPr/>
          </p:nvGrpSpPr>
          <p:grpSpPr>
            <a:xfrm>
              <a:off x="5212169" y="596728"/>
              <a:ext cx="5694594" cy="5694594"/>
              <a:chOff x="4760621" y="1918353"/>
              <a:chExt cx="3312000" cy="3312000"/>
            </a:xfrm>
          </p:grpSpPr>
          <p:sp>
            <p:nvSpPr>
              <p:cNvPr id="2" name="椭圆 1"/>
              <p:cNvSpPr/>
              <p:nvPr/>
            </p:nvSpPr>
            <p:spPr>
              <a:xfrm>
                <a:off x="4760621" y="1918353"/>
                <a:ext cx="3312000" cy="3312000"/>
              </a:xfrm>
              <a:prstGeom prst="ellipse">
                <a:avLst/>
              </a:prstGeom>
              <a:noFill/>
              <a:ln w="196850">
                <a:solidFill>
                  <a:srgbClr val="72717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4" name="Freeform 97"/>
              <p:cNvSpPr>
                <a:spLocks/>
              </p:cNvSpPr>
              <p:nvPr/>
            </p:nvSpPr>
            <p:spPr bwMode="auto">
              <a:xfrm>
                <a:off x="4936783" y="3562582"/>
                <a:ext cx="2952749" cy="1477963"/>
              </a:xfrm>
              <a:custGeom>
                <a:avLst/>
                <a:gdLst>
                  <a:gd name="T0" fmla="*/ 1244 w 1244"/>
                  <a:gd name="T1" fmla="*/ 0 h 622"/>
                  <a:gd name="T2" fmla="*/ 622 w 1244"/>
                  <a:gd name="T3" fmla="*/ 622 h 622"/>
                  <a:gd name="T4" fmla="*/ 0 w 1244"/>
                  <a:gd name="T5" fmla="*/ 0 h 622"/>
                </a:gdLst>
                <a:ahLst/>
                <a:cxnLst>
                  <a:cxn ang="0">
                    <a:pos x="T0" y="T1"/>
                  </a:cxn>
                  <a:cxn ang="0">
                    <a:pos x="T2" y="T3"/>
                  </a:cxn>
                  <a:cxn ang="0">
                    <a:pos x="T4" y="T5"/>
                  </a:cxn>
                </a:cxnLst>
                <a:rect l="0" t="0" r="r" b="b"/>
                <a:pathLst>
                  <a:path w="1244" h="622">
                    <a:moveTo>
                      <a:pt x="1244" y="0"/>
                    </a:moveTo>
                    <a:cubicBezTo>
                      <a:pt x="1244" y="344"/>
                      <a:pt x="966" y="622"/>
                      <a:pt x="622" y="622"/>
                    </a:cubicBezTo>
                    <a:cubicBezTo>
                      <a:pt x="278" y="622"/>
                      <a:pt x="0" y="344"/>
                      <a:pt x="0" y="0"/>
                    </a:cubicBezTo>
                  </a:path>
                </a:pathLst>
              </a:custGeom>
              <a:solidFill>
                <a:srgbClr val="0097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10" name="矩形 9"/>
            <p:cNvSpPr/>
            <p:nvPr/>
          </p:nvSpPr>
          <p:spPr>
            <a:xfrm>
              <a:off x="6242759" y="3678364"/>
              <a:ext cx="3621504" cy="1123384"/>
            </a:xfrm>
            <a:prstGeom prst="rect">
              <a:avLst/>
            </a:prstGeom>
          </p:spPr>
          <p:txBody>
            <a:bodyPr wrap="none">
              <a:spAutoFit/>
            </a:bodyPr>
            <a:lstStyle/>
            <a:p>
              <a:r>
                <a:rPr lang="zh-CN" altLang="en-US" sz="6700" b="1" dirty="0">
                  <a:solidFill>
                    <a:prstClr val="white"/>
                  </a:solidFill>
                  <a:latin typeface="微软雅黑"/>
                </a:rPr>
                <a:t>其他图表</a:t>
              </a:r>
            </a:p>
          </p:txBody>
        </p:sp>
      </p:grpSp>
      <p:grpSp>
        <p:nvGrpSpPr>
          <p:cNvPr id="14" name="组合 13"/>
          <p:cNvGrpSpPr>
            <a:grpSpLocks noChangeAspect="1"/>
          </p:cNvGrpSpPr>
          <p:nvPr/>
        </p:nvGrpSpPr>
        <p:grpSpPr>
          <a:xfrm>
            <a:off x="6868674" y="932053"/>
            <a:ext cx="2381585" cy="2364444"/>
            <a:chOff x="1749514" y="2523354"/>
            <a:chExt cx="494747" cy="491185"/>
          </a:xfrm>
          <a:solidFill>
            <a:srgbClr val="0097E0"/>
          </a:solidFill>
        </p:grpSpPr>
        <p:sp>
          <p:nvSpPr>
            <p:cNvPr id="15" name="Freeform 635"/>
            <p:cNvSpPr>
              <a:spLocks/>
            </p:cNvSpPr>
            <p:nvPr/>
          </p:nvSpPr>
          <p:spPr bwMode="auto">
            <a:xfrm>
              <a:off x="1984429" y="2758268"/>
              <a:ext cx="259832" cy="256271"/>
            </a:xfrm>
            <a:custGeom>
              <a:avLst/>
              <a:gdLst>
                <a:gd name="T0" fmla="*/ 167 w 167"/>
                <a:gd name="T1" fmla="*/ 91 h 167"/>
                <a:gd name="T2" fmla="*/ 0 w 167"/>
                <a:gd name="T3" fmla="*/ 0 h 167"/>
                <a:gd name="T4" fmla="*/ 92 w 167"/>
                <a:gd name="T5" fmla="*/ 167 h 167"/>
                <a:gd name="T6" fmla="*/ 92 w 167"/>
                <a:gd name="T7" fmla="*/ 91 h 167"/>
                <a:gd name="T8" fmla="*/ 167 w 167"/>
                <a:gd name="T9" fmla="*/ 91 h 167"/>
              </a:gdLst>
              <a:ahLst/>
              <a:cxnLst>
                <a:cxn ang="0">
                  <a:pos x="T0" y="T1"/>
                </a:cxn>
                <a:cxn ang="0">
                  <a:pos x="T2" y="T3"/>
                </a:cxn>
                <a:cxn ang="0">
                  <a:pos x="T4" y="T5"/>
                </a:cxn>
                <a:cxn ang="0">
                  <a:pos x="T6" y="T7"/>
                </a:cxn>
                <a:cxn ang="0">
                  <a:pos x="T8" y="T9"/>
                </a:cxn>
              </a:cxnLst>
              <a:rect l="0" t="0" r="r" b="b"/>
              <a:pathLst>
                <a:path w="167" h="167">
                  <a:moveTo>
                    <a:pt x="167" y="91"/>
                  </a:moveTo>
                  <a:cubicBezTo>
                    <a:pt x="166" y="90"/>
                    <a:pt x="2" y="0"/>
                    <a:pt x="0" y="0"/>
                  </a:cubicBezTo>
                  <a:cubicBezTo>
                    <a:pt x="92" y="167"/>
                    <a:pt x="92" y="167"/>
                    <a:pt x="92" y="167"/>
                  </a:cubicBezTo>
                  <a:cubicBezTo>
                    <a:pt x="92" y="142"/>
                    <a:pt x="92" y="117"/>
                    <a:pt x="92" y="91"/>
                  </a:cubicBezTo>
                  <a:cubicBezTo>
                    <a:pt x="117" y="91"/>
                    <a:pt x="142" y="91"/>
                    <a:pt x="167" y="9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 name="Freeform 636"/>
            <p:cNvSpPr>
              <a:spLocks/>
            </p:cNvSpPr>
            <p:nvPr/>
          </p:nvSpPr>
          <p:spPr bwMode="auto">
            <a:xfrm>
              <a:off x="1852735" y="2626574"/>
              <a:ext cx="234915" cy="238475"/>
            </a:xfrm>
            <a:custGeom>
              <a:avLst/>
              <a:gdLst>
                <a:gd name="T0" fmla="*/ 97 w 154"/>
                <a:gd name="T1" fmla="*/ 130 h 154"/>
                <a:gd name="T2" fmla="*/ 77 w 154"/>
                <a:gd name="T3" fmla="*/ 134 h 154"/>
                <a:gd name="T4" fmla="*/ 21 w 154"/>
                <a:gd name="T5" fmla="*/ 77 h 154"/>
                <a:gd name="T6" fmla="*/ 77 w 154"/>
                <a:gd name="T7" fmla="*/ 20 h 154"/>
                <a:gd name="T8" fmla="*/ 134 w 154"/>
                <a:gd name="T9" fmla="*/ 77 h 154"/>
                <a:gd name="T10" fmla="*/ 132 w 154"/>
                <a:gd name="T11" fmla="*/ 95 h 154"/>
                <a:gd name="T12" fmla="*/ 149 w 154"/>
                <a:gd name="T13" fmla="*/ 104 h 154"/>
                <a:gd name="T14" fmla="*/ 154 w 154"/>
                <a:gd name="T15" fmla="*/ 77 h 154"/>
                <a:gd name="T16" fmla="*/ 77 w 154"/>
                <a:gd name="T17" fmla="*/ 0 h 154"/>
                <a:gd name="T18" fmla="*/ 0 w 154"/>
                <a:gd name="T19" fmla="*/ 77 h 154"/>
                <a:gd name="T20" fmla="*/ 77 w 154"/>
                <a:gd name="T21" fmla="*/ 154 h 154"/>
                <a:gd name="T22" fmla="*/ 106 w 154"/>
                <a:gd name="T23" fmla="*/ 148 h 154"/>
                <a:gd name="T24" fmla="*/ 97 w 154"/>
                <a:gd name="T25" fmla="*/ 13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4" h="154">
                  <a:moveTo>
                    <a:pt x="97" y="130"/>
                  </a:moveTo>
                  <a:cubicBezTo>
                    <a:pt x="91" y="133"/>
                    <a:pt x="84" y="134"/>
                    <a:pt x="77" y="134"/>
                  </a:cubicBezTo>
                  <a:cubicBezTo>
                    <a:pt x="46" y="134"/>
                    <a:pt x="21" y="108"/>
                    <a:pt x="21" y="77"/>
                  </a:cubicBezTo>
                  <a:cubicBezTo>
                    <a:pt x="21" y="46"/>
                    <a:pt x="46" y="20"/>
                    <a:pt x="77" y="20"/>
                  </a:cubicBezTo>
                  <a:cubicBezTo>
                    <a:pt x="109" y="20"/>
                    <a:pt x="134" y="46"/>
                    <a:pt x="134" y="77"/>
                  </a:cubicBezTo>
                  <a:cubicBezTo>
                    <a:pt x="134" y="83"/>
                    <a:pt x="133" y="89"/>
                    <a:pt x="132" y="95"/>
                  </a:cubicBezTo>
                  <a:cubicBezTo>
                    <a:pt x="137" y="98"/>
                    <a:pt x="143" y="101"/>
                    <a:pt x="149" y="104"/>
                  </a:cubicBezTo>
                  <a:cubicBezTo>
                    <a:pt x="153" y="96"/>
                    <a:pt x="154" y="87"/>
                    <a:pt x="154" y="77"/>
                  </a:cubicBezTo>
                  <a:cubicBezTo>
                    <a:pt x="154" y="34"/>
                    <a:pt x="120" y="0"/>
                    <a:pt x="77" y="0"/>
                  </a:cubicBezTo>
                  <a:cubicBezTo>
                    <a:pt x="35" y="0"/>
                    <a:pt x="0" y="34"/>
                    <a:pt x="0" y="77"/>
                  </a:cubicBezTo>
                  <a:cubicBezTo>
                    <a:pt x="0" y="119"/>
                    <a:pt x="35" y="154"/>
                    <a:pt x="77" y="154"/>
                  </a:cubicBezTo>
                  <a:cubicBezTo>
                    <a:pt x="88" y="154"/>
                    <a:pt x="97" y="152"/>
                    <a:pt x="106" y="148"/>
                  </a:cubicBezTo>
                  <a:lnTo>
                    <a:pt x="97" y="1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 name="Freeform 637"/>
            <p:cNvSpPr>
              <a:spLocks/>
            </p:cNvSpPr>
            <p:nvPr/>
          </p:nvSpPr>
          <p:spPr bwMode="auto">
            <a:xfrm>
              <a:off x="1749514" y="2523354"/>
              <a:ext cx="441354" cy="444917"/>
            </a:xfrm>
            <a:custGeom>
              <a:avLst/>
              <a:gdLst>
                <a:gd name="T0" fmla="*/ 195 w 287"/>
                <a:gd name="T1" fmla="*/ 257 h 288"/>
                <a:gd name="T2" fmla="*/ 143 w 287"/>
                <a:gd name="T3" fmla="*/ 268 h 288"/>
                <a:gd name="T4" fmla="*/ 20 w 287"/>
                <a:gd name="T5" fmla="*/ 144 h 288"/>
                <a:gd name="T6" fmla="*/ 143 w 287"/>
                <a:gd name="T7" fmla="*/ 20 h 288"/>
                <a:gd name="T8" fmla="*/ 267 w 287"/>
                <a:gd name="T9" fmla="*/ 144 h 288"/>
                <a:gd name="T10" fmla="*/ 257 w 287"/>
                <a:gd name="T11" fmla="*/ 194 h 288"/>
                <a:gd name="T12" fmla="*/ 274 w 287"/>
                <a:gd name="T13" fmla="*/ 204 h 288"/>
                <a:gd name="T14" fmla="*/ 287 w 287"/>
                <a:gd name="T15" fmla="*/ 144 h 288"/>
                <a:gd name="T16" fmla="*/ 143 w 287"/>
                <a:gd name="T17" fmla="*/ 0 h 288"/>
                <a:gd name="T18" fmla="*/ 0 w 287"/>
                <a:gd name="T19" fmla="*/ 144 h 288"/>
                <a:gd name="T20" fmla="*/ 143 w 287"/>
                <a:gd name="T21" fmla="*/ 288 h 288"/>
                <a:gd name="T22" fmla="*/ 205 w 287"/>
                <a:gd name="T23" fmla="*/ 274 h 288"/>
                <a:gd name="T24" fmla="*/ 195 w 287"/>
                <a:gd name="T25" fmla="*/ 257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7" h="288">
                  <a:moveTo>
                    <a:pt x="195" y="257"/>
                  </a:moveTo>
                  <a:cubicBezTo>
                    <a:pt x="179" y="264"/>
                    <a:pt x="162" y="268"/>
                    <a:pt x="143" y="268"/>
                  </a:cubicBezTo>
                  <a:cubicBezTo>
                    <a:pt x="75" y="268"/>
                    <a:pt x="20" y="212"/>
                    <a:pt x="20" y="144"/>
                  </a:cubicBezTo>
                  <a:cubicBezTo>
                    <a:pt x="20" y="76"/>
                    <a:pt x="75" y="20"/>
                    <a:pt x="143" y="20"/>
                  </a:cubicBezTo>
                  <a:cubicBezTo>
                    <a:pt x="212" y="20"/>
                    <a:pt x="267" y="76"/>
                    <a:pt x="267" y="144"/>
                  </a:cubicBezTo>
                  <a:cubicBezTo>
                    <a:pt x="267" y="162"/>
                    <a:pt x="264" y="179"/>
                    <a:pt x="257" y="194"/>
                  </a:cubicBezTo>
                  <a:cubicBezTo>
                    <a:pt x="263" y="197"/>
                    <a:pt x="269" y="201"/>
                    <a:pt x="274" y="204"/>
                  </a:cubicBezTo>
                  <a:cubicBezTo>
                    <a:pt x="283" y="185"/>
                    <a:pt x="287" y="165"/>
                    <a:pt x="287" y="144"/>
                  </a:cubicBezTo>
                  <a:cubicBezTo>
                    <a:pt x="287" y="65"/>
                    <a:pt x="223" y="0"/>
                    <a:pt x="143" y="0"/>
                  </a:cubicBezTo>
                  <a:cubicBezTo>
                    <a:pt x="64" y="0"/>
                    <a:pt x="0" y="65"/>
                    <a:pt x="0" y="144"/>
                  </a:cubicBezTo>
                  <a:cubicBezTo>
                    <a:pt x="0" y="223"/>
                    <a:pt x="64" y="288"/>
                    <a:pt x="143" y="288"/>
                  </a:cubicBezTo>
                  <a:cubicBezTo>
                    <a:pt x="165" y="288"/>
                    <a:pt x="186" y="283"/>
                    <a:pt x="205" y="274"/>
                  </a:cubicBezTo>
                  <a:lnTo>
                    <a:pt x="195" y="2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Tree>
    <p:extLst>
      <p:ext uri="{BB962C8B-B14F-4D97-AF65-F5344CB8AC3E}">
        <p14:creationId xmlns:p14="http://schemas.microsoft.com/office/powerpoint/2010/main" val="400151788"/>
      </p:ext>
    </p:extLst>
  </p:cSld>
  <p:clrMapOvr>
    <a:masterClrMapping/>
  </p:clrMapOvr>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923"/>
          <p:cNvSpPr>
            <a:spLocks/>
          </p:cNvSpPr>
          <p:nvPr/>
        </p:nvSpPr>
        <p:spPr bwMode="auto">
          <a:xfrm>
            <a:off x="1813192" y="2380819"/>
            <a:ext cx="4501993" cy="2265982"/>
          </a:xfrm>
          <a:custGeom>
            <a:avLst/>
            <a:gdLst>
              <a:gd name="T0" fmla="*/ 106 w 213"/>
              <a:gd name="T1" fmla="*/ 0 h 107"/>
              <a:gd name="T2" fmla="*/ 0 w 213"/>
              <a:gd name="T3" fmla="*/ 107 h 107"/>
              <a:gd name="T4" fmla="*/ 213 w 213"/>
              <a:gd name="T5" fmla="*/ 107 h 107"/>
              <a:gd name="T6" fmla="*/ 106 w 213"/>
              <a:gd name="T7" fmla="*/ 0 h 107"/>
            </a:gdLst>
            <a:ahLst/>
            <a:cxnLst>
              <a:cxn ang="0">
                <a:pos x="T0" y="T1"/>
              </a:cxn>
              <a:cxn ang="0">
                <a:pos x="T2" y="T3"/>
              </a:cxn>
              <a:cxn ang="0">
                <a:pos x="T4" y="T5"/>
              </a:cxn>
              <a:cxn ang="0">
                <a:pos x="T6" y="T7"/>
              </a:cxn>
            </a:cxnLst>
            <a:rect l="0" t="0" r="r" b="b"/>
            <a:pathLst>
              <a:path w="213" h="107">
                <a:moveTo>
                  <a:pt x="106" y="0"/>
                </a:moveTo>
                <a:cubicBezTo>
                  <a:pt x="48" y="0"/>
                  <a:pt x="0" y="48"/>
                  <a:pt x="0" y="107"/>
                </a:cubicBezTo>
                <a:cubicBezTo>
                  <a:pt x="213" y="107"/>
                  <a:pt x="213" y="107"/>
                  <a:pt x="213" y="107"/>
                </a:cubicBezTo>
                <a:cubicBezTo>
                  <a:pt x="213" y="48"/>
                  <a:pt x="165" y="0"/>
                  <a:pt x="106" y="0"/>
                </a:cubicBezTo>
                <a:close/>
              </a:path>
            </a:pathLst>
          </a:custGeom>
          <a:solidFill>
            <a:srgbClr val="79C4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 name="Freeform 924"/>
          <p:cNvSpPr>
            <a:spLocks/>
          </p:cNvSpPr>
          <p:nvPr/>
        </p:nvSpPr>
        <p:spPr bwMode="auto">
          <a:xfrm>
            <a:off x="6315186" y="2932328"/>
            <a:ext cx="3440936" cy="1714473"/>
          </a:xfrm>
          <a:custGeom>
            <a:avLst/>
            <a:gdLst>
              <a:gd name="T0" fmla="*/ 81 w 163"/>
              <a:gd name="T1" fmla="*/ 0 h 81"/>
              <a:gd name="T2" fmla="*/ 0 w 163"/>
              <a:gd name="T3" fmla="*/ 81 h 81"/>
              <a:gd name="T4" fmla="*/ 163 w 163"/>
              <a:gd name="T5" fmla="*/ 81 h 81"/>
              <a:gd name="T6" fmla="*/ 81 w 163"/>
              <a:gd name="T7" fmla="*/ 0 h 81"/>
            </a:gdLst>
            <a:ahLst/>
            <a:cxnLst>
              <a:cxn ang="0">
                <a:pos x="T0" y="T1"/>
              </a:cxn>
              <a:cxn ang="0">
                <a:pos x="T2" y="T3"/>
              </a:cxn>
              <a:cxn ang="0">
                <a:pos x="T4" y="T5"/>
              </a:cxn>
              <a:cxn ang="0">
                <a:pos x="T6" y="T7"/>
              </a:cxn>
            </a:cxnLst>
            <a:rect l="0" t="0" r="r" b="b"/>
            <a:pathLst>
              <a:path w="163" h="81">
                <a:moveTo>
                  <a:pt x="81" y="0"/>
                </a:moveTo>
                <a:cubicBezTo>
                  <a:pt x="37" y="0"/>
                  <a:pt x="0" y="36"/>
                  <a:pt x="0" y="81"/>
                </a:cubicBezTo>
                <a:cubicBezTo>
                  <a:pt x="163" y="81"/>
                  <a:pt x="163" y="81"/>
                  <a:pt x="163" y="81"/>
                </a:cubicBezTo>
                <a:cubicBezTo>
                  <a:pt x="162" y="36"/>
                  <a:pt x="126" y="0"/>
                  <a:pt x="81" y="0"/>
                </a:cubicBezTo>
                <a:close/>
              </a:path>
            </a:pathLst>
          </a:custGeom>
          <a:solidFill>
            <a:srgbClr val="E379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 name="Freeform 925"/>
          <p:cNvSpPr>
            <a:spLocks/>
          </p:cNvSpPr>
          <p:nvPr/>
        </p:nvSpPr>
        <p:spPr bwMode="auto">
          <a:xfrm>
            <a:off x="9756122" y="3759591"/>
            <a:ext cx="1774420" cy="887210"/>
          </a:xfrm>
          <a:custGeom>
            <a:avLst/>
            <a:gdLst>
              <a:gd name="T0" fmla="*/ 42 w 84"/>
              <a:gd name="T1" fmla="*/ 0 h 42"/>
              <a:gd name="T2" fmla="*/ 0 w 84"/>
              <a:gd name="T3" fmla="*/ 42 h 42"/>
              <a:gd name="T4" fmla="*/ 84 w 84"/>
              <a:gd name="T5" fmla="*/ 42 h 42"/>
              <a:gd name="T6" fmla="*/ 42 w 84"/>
              <a:gd name="T7" fmla="*/ 0 h 42"/>
            </a:gdLst>
            <a:ahLst/>
            <a:cxnLst>
              <a:cxn ang="0">
                <a:pos x="T0" y="T1"/>
              </a:cxn>
              <a:cxn ang="0">
                <a:pos x="T2" y="T3"/>
              </a:cxn>
              <a:cxn ang="0">
                <a:pos x="T4" y="T5"/>
              </a:cxn>
              <a:cxn ang="0">
                <a:pos x="T6" y="T7"/>
              </a:cxn>
            </a:cxnLst>
            <a:rect l="0" t="0" r="r" b="b"/>
            <a:pathLst>
              <a:path w="84" h="42">
                <a:moveTo>
                  <a:pt x="42" y="0"/>
                </a:moveTo>
                <a:cubicBezTo>
                  <a:pt x="19" y="0"/>
                  <a:pt x="0" y="19"/>
                  <a:pt x="0" y="42"/>
                </a:cubicBezTo>
                <a:cubicBezTo>
                  <a:pt x="84" y="42"/>
                  <a:pt x="84" y="42"/>
                  <a:pt x="84" y="42"/>
                </a:cubicBezTo>
                <a:cubicBezTo>
                  <a:pt x="84" y="19"/>
                  <a:pt x="65" y="0"/>
                  <a:pt x="42" y="0"/>
                </a:cubicBezTo>
                <a:close/>
              </a:path>
            </a:pathLst>
          </a:custGeom>
          <a:solidFill>
            <a:srgbClr val="79C4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 name="文本框 5"/>
          <p:cNvSpPr txBox="1"/>
          <p:nvPr/>
        </p:nvSpPr>
        <p:spPr>
          <a:xfrm>
            <a:off x="2996427" y="3200251"/>
            <a:ext cx="2135521" cy="1446550"/>
          </a:xfrm>
          <a:prstGeom prst="rect">
            <a:avLst/>
          </a:prstGeom>
          <a:noFill/>
        </p:spPr>
        <p:txBody>
          <a:bodyPr wrap="none" rtlCol="0">
            <a:spAutoFit/>
          </a:bodyPr>
          <a:lstStyle/>
          <a:p>
            <a:r>
              <a:rPr lang="en-US" altLang="zh-CN" sz="8800" dirty="0">
                <a:solidFill>
                  <a:prstClr val="white"/>
                </a:solidFill>
                <a:latin typeface="Impact" panose="020B0806030902050204" pitchFamily="34" charset="0"/>
              </a:rPr>
              <a:t>28%</a:t>
            </a:r>
            <a:endParaRPr lang="zh-CN" altLang="en-US" sz="8800" dirty="0">
              <a:solidFill>
                <a:prstClr val="white"/>
              </a:solidFill>
              <a:latin typeface="Impact" panose="020B0806030902050204" pitchFamily="34" charset="0"/>
            </a:endParaRPr>
          </a:p>
        </p:txBody>
      </p:sp>
      <p:sp>
        <p:nvSpPr>
          <p:cNvPr id="7" name="文本框 6"/>
          <p:cNvSpPr txBox="1"/>
          <p:nvPr/>
        </p:nvSpPr>
        <p:spPr>
          <a:xfrm>
            <a:off x="7201130" y="3446472"/>
            <a:ext cx="1669047" cy="1200329"/>
          </a:xfrm>
          <a:prstGeom prst="rect">
            <a:avLst/>
          </a:prstGeom>
          <a:noFill/>
        </p:spPr>
        <p:txBody>
          <a:bodyPr wrap="none" rtlCol="0">
            <a:spAutoFit/>
          </a:bodyPr>
          <a:lstStyle/>
          <a:p>
            <a:r>
              <a:rPr lang="en-US" altLang="zh-CN" sz="7200" dirty="0">
                <a:solidFill>
                  <a:prstClr val="white"/>
                </a:solidFill>
                <a:latin typeface="Impact" panose="020B0806030902050204" pitchFamily="34" charset="0"/>
              </a:rPr>
              <a:t>18%</a:t>
            </a:r>
            <a:endParaRPr lang="zh-CN" altLang="en-US" sz="7200" dirty="0">
              <a:solidFill>
                <a:prstClr val="white"/>
              </a:solidFill>
              <a:latin typeface="Impact" panose="020B0806030902050204" pitchFamily="34" charset="0"/>
            </a:endParaRPr>
          </a:p>
        </p:txBody>
      </p:sp>
      <p:sp>
        <p:nvSpPr>
          <p:cNvPr id="8" name="文本框 7"/>
          <p:cNvSpPr txBox="1"/>
          <p:nvPr/>
        </p:nvSpPr>
        <p:spPr>
          <a:xfrm>
            <a:off x="10204750" y="3877360"/>
            <a:ext cx="877163" cy="769441"/>
          </a:xfrm>
          <a:prstGeom prst="rect">
            <a:avLst/>
          </a:prstGeom>
          <a:noFill/>
        </p:spPr>
        <p:txBody>
          <a:bodyPr wrap="none" rtlCol="0">
            <a:spAutoFit/>
          </a:bodyPr>
          <a:lstStyle/>
          <a:p>
            <a:r>
              <a:rPr lang="en-US" altLang="zh-CN" sz="4400" dirty="0">
                <a:solidFill>
                  <a:prstClr val="white"/>
                </a:solidFill>
                <a:latin typeface="Impact" panose="020B0806030902050204" pitchFamily="34" charset="0"/>
              </a:rPr>
              <a:t>8%</a:t>
            </a:r>
            <a:endParaRPr lang="zh-CN" altLang="en-US" sz="4400" dirty="0">
              <a:solidFill>
                <a:prstClr val="white"/>
              </a:solidFill>
              <a:latin typeface="Impact" panose="020B0806030902050204" pitchFamily="34" charset="0"/>
            </a:endParaRPr>
          </a:p>
        </p:txBody>
      </p:sp>
      <p:sp>
        <p:nvSpPr>
          <p:cNvPr id="9" name="文本框 8"/>
          <p:cNvSpPr txBox="1"/>
          <p:nvPr/>
        </p:nvSpPr>
        <p:spPr>
          <a:xfrm>
            <a:off x="1813192" y="4915921"/>
            <a:ext cx="9616806" cy="773802"/>
          </a:xfrm>
          <a:prstGeom prst="rect">
            <a:avLst/>
          </a:prstGeom>
          <a:noFill/>
        </p:spPr>
        <p:txBody>
          <a:bodyPr wrap="square" rtlCol="0">
            <a:spAutoFit/>
          </a:bodyPr>
          <a:lstStyle/>
          <a:p>
            <a:pPr>
              <a:lnSpc>
                <a:spcPct val="123000"/>
              </a:lnSpc>
            </a:pPr>
            <a:r>
              <a:rPr lang="zh-CN" altLang="en-US" dirty="0">
                <a:solidFill>
                  <a:prstClr val="black">
                    <a:lumMod val="65000"/>
                    <a:lumOff val="35000"/>
                  </a:prstClr>
                </a:solidFill>
              </a:rPr>
              <a:t>此种图表以三个不同的半圆来表示数据比例，可能不会很精确，但是一种很好的演示尝试。如果要追求绝对的精确，可以通过圆的面积计算公式，结合半径尺寸进行调整。</a:t>
            </a:r>
          </a:p>
        </p:txBody>
      </p:sp>
      <p:sp>
        <p:nvSpPr>
          <p:cNvPr id="10" name="矩形 39"/>
          <p:cNvSpPr/>
          <p:nvPr/>
        </p:nvSpPr>
        <p:spPr>
          <a:xfrm>
            <a:off x="0" y="203088"/>
            <a:ext cx="1620957" cy="523220"/>
          </a:xfrm>
          <a:prstGeom prst="rect">
            <a:avLst/>
          </a:prstGeom>
          <a:noFill/>
        </p:spPr>
        <p:txBody>
          <a:bodyPr wrap="none" rtlCol="0">
            <a:spAutoFit/>
          </a:bodyPr>
          <a:lstStyle/>
          <a:p>
            <a:r>
              <a:rPr lang="zh-CN" altLang="en-US" sz="2800" b="1">
                <a:solidFill>
                  <a:schemeClr val="tx1">
                    <a:lumMod val="65000"/>
                    <a:lumOff val="35000"/>
                  </a:schemeClr>
                </a:solidFill>
              </a:rPr>
              <a:t>其他图表</a:t>
            </a:r>
          </a:p>
        </p:txBody>
      </p:sp>
    </p:spTree>
    <p:extLst>
      <p:ext uri="{BB962C8B-B14F-4D97-AF65-F5344CB8AC3E}">
        <p14:creationId xmlns:p14="http://schemas.microsoft.com/office/powerpoint/2010/main" val="1579802159"/>
      </p:ext>
    </p:extLst>
  </p:cSld>
  <p:clrMapOvr>
    <a:masterClrMapping/>
  </p:clrMapOvr>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reeform 5"/>
          <p:cNvSpPr>
            <a:spLocks/>
          </p:cNvSpPr>
          <p:nvPr/>
        </p:nvSpPr>
        <p:spPr bwMode="auto">
          <a:xfrm>
            <a:off x="6008688" y="2609912"/>
            <a:ext cx="287337" cy="681037"/>
          </a:xfrm>
          <a:custGeom>
            <a:avLst/>
            <a:gdLst>
              <a:gd name="T0" fmla="*/ 28 w 28"/>
              <a:gd name="T1" fmla="*/ 65 h 66"/>
              <a:gd name="T2" fmla="*/ 28 w 28"/>
              <a:gd name="T3" fmla="*/ 0 h 66"/>
              <a:gd name="T4" fmla="*/ 28 w 28"/>
              <a:gd name="T5" fmla="*/ 0 h 66"/>
              <a:gd name="T6" fmla="*/ 0 w 28"/>
              <a:gd name="T7" fmla="*/ 2 h 66"/>
              <a:gd name="T8" fmla="*/ 7 w 28"/>
              <a:gd name="T9" fmla="*/ 66 h 66"/>
              <a:gd name="T10" fmla="*/ 28 w 28"/>
              <a:gd name="T11" fmla="*/ 65 h 66"/>
            </a:gdLst>
            <a:ahLst/>
            <a:cxnLst>
              <a:cxn ang="0">
                <a:pos x="T0" y="T1"/>
              </a:cxn>
              <a:cxn ang="0">
                <a:pos x="T2" y="T3"/>
              </a:cxn>
              <a:cxn ang="0">
                <a:pos x="T4" y="T5"/>
              </a:cxn>
              <a:cxn ang="0">
                <a:pos x="T6" y="T7"/>
              </a:cxn>
              <a:cxn ang="0">
                <a:pos x="T8" y="T9"/>
              </a:cxn>
              <a:cxn ang="0">
                <a:pos x="T10" y="T11"/>
              </a:cxn>
            </a:cxnLst>
            <a:rect l="0" t="0" r="r" b="b"/>
            <a:pathLst>
              <a:path w="28" h="66">
                <a:moveTo>
                  <a:pt x="28" y="65"/>
                </a:moveTo>
                <a:cubicBezTo>
                  <a:pt x="28" y="0"/>
                  <a:pt x="28" y="0"/>
                  <a:pt x="28" y="0"/>
                </a:cubicBezTo>
                <a:cubicBezTo>
                  <a:pt x="28" y="0"/>
                  <a:pt x="28" y="0"/>
                  <a:pt x="28" y="0"/>
                </a:cubicBezTo>
                <a:cubicBezTo>
                  <a:pt x="18" y="0"/>
                  <a:pt x="9" y="1"/>
                  <a:pt x="0" y="2"/>
                </a:cubicBezTo>
                <a:cubicBezTo>
                  <a:pt x="7" y="66"/>
                  <a:pt x="7" y="66"/>
                  <a:pt x="7" y="66"/>
                </a:cubicBezTo>
                <a:cubicBezTo>
                  <a:pt x="14" y="65"/>
                  <a:pt x="21" y="65"/>
                  <a:pt x="28" y="65"/>
                </a:cubicBezTo>
                <a:close/>
              </a:path>
            </a:pathLst>
          </a:custGeom>
          <a:solidFill>
            <a:srgbClr val="2EA7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 name="Freeform 6"/>
          <p:cNvSpPr>
            <a:spLocks/>
          </p:cNvSpPr>
          <p:nvPr/>
        </p:nvSpPr>
        <p:spPr bwMode="auto">
          <a:xfrm>
            <a:off x="6973888" y="2692462"/>
            <a:ext cx="388937" cy="700087"/>
          </a:xfrm>
          <a:custGeom>
            <a:avLst/>
            <a:gdLst>
              <a:gd name="T0" fmla="*/ 19 w 38"/>
              <a:gd name="T1" fmla="*/ 68 h 68"/>
              <a:gd name="T2" fmla="*/ 38 w 38"/>
              <a:gd name="T3" fmla="*/ 6 h 68"/>
              <a:gd name="T4" fmla="*/ 13 w 38"/>
              <a:gd name="T5" fmla="*/ 0 h 68"/>
              <a:gd name="T6" fmla="*/ 0 w 38"/>
              <a:gd name="T7" fmla="*/ 63 h 68"/>
              <a:gd name="T8" fmla="*/ 19 w 38"/>
              <a:gd name="T9" fmla="*/ 68 h 68"/>
            </a:gdLst>
            <a:ahLst/>
            <a:cxnLst>
              <a:cxn ang="0">
                <a:pos x="T0" y="T1"/>
              </a:cxn>
              <a:cxn ang="0">
                <a:pos x="T2" y="T3"/>
              </a:cxn>
              <a:cxn ang="0">
                <a:pos x="T4" y="T5"/>
              </a:cxn>
              <a:cxn ang="0">
                <a:pos x="T6" y="T7"/>
              </a:cxn>
              <a:cxn ang="0">
                <a:pos x="T8" y="T9"/>
              </a:cxn>
            </a:cxnLst>
            <a:rect l="0" t="0" r="r" b="b"/>
            <a:pathLst>
              <a:path w="38" h="68">
                <a:moveTo>
                  <a:pt x="19" y="68"/>
                </a:moveTo>
                <a:cubicBezTo>
                  <a:pt x="38" y="6"/>
                  <a:pt x="38" y="6"/>
                  <a:pt x="38" y="6"/>
                </a:cubicBezTo>
                <a:cubicBezTo>
                  <a:pt x="30" y="4"/>
                  <a:pt x="21" y="2"/>
                  <a:pt x="13" y="0"/>
                </a:cubicBezTo>
                <a:cubicBezTo>
                  <a:pt x="0" y="63"/>
                  <a:pt x="0" y="63"/>
                  <a:pt x="0" y="63"/>
                </a:cubicBezTo>
                <a:cubicBezTo>
                  <a:pt x="7" y="65"/>
                  <a:pt x="13" y="66"/>
                  <a:pt x="19" y="68"/>
                </a:cubicBezTo>
                <a:close/>
              </a:path>
            </a:pathLst>
          </a:custGeom>
          <a:solidFill>
            <a:srgbClr val="2EA7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 name="Freeform 7"/>
          <p:cNvSpPr>
            <a:spLocks/>
          </p:cNvSpPr>
          <p:nvPr/>
        </p:nvSpPr>
        <p:spPr bwMode="auto">
          <a:xfrm>
            <a:off x="6378575" y="2609912"/>
            <a:ext cx="276225" cy="681037"/>
          </a:xfrm>
          <a:custGeom>
            <a:avLst/>
            <a:gdLst>
              <a:gd name="T0" fmla="*/ 20 w 27"/>
              <a:gd name="T1" fmla="*/ 66 h 66"/>
              <a:gd name="T2" fmla="*/ 27 w 27"/>
              <a:gd name="T3" fmla="*/ 1 h 66"/>
              <a:gd name="T4" fmla="*/ 0 w 27"/>
              <a:gd name="T5" fmla="*/ 0 h 66"/>
              <a:gd name="T6" fmla="*/ 0 w 27"/>
              <a:gd name="T7" fmla="*/ 65 h 66"/>
              <a:gd name="T8" fmla="*/ 20 w 27"/>
              <a:gd name="T9" fmla="*/ 66 h 66"/>
            </a:gdLst>
            <a:ahLst/>
            <a:cxnLst>
              <a:cxn ang="0">
                <a:pos x="T0" y="T1"/>
              </a:cxn>
              <a:cxn ang="0">
                <a:pos x="T2" y="T3"/>
              </a:cxn>
              <a:cxn ang="0">
                <a:pos x="T4" y="T5"/>
              </a:cxn>
              <a:cxn ang="0">
                <a:pos x="T6" y="T7"/>
              </a:cxn>
              <a:cxn ang="0">
                <a:pos x="T8" y="T9"/>
              </a:cxn>
            </a:cxnLst>
            <a:rect l="0" t="0" r="r" b="b"/>
            <a:pathLst>
              <a:path w="27" h="66">
                <a:moveTo>
                  <a:pt x="20" y="66"/>
                </a:moveTo>
                <a:cubicBezTo>
                  <a:pt x="27" y="1"/>
                  <a:pt x="27" y="1"/>
                  <a:pt x="27" y="1"/>
                </a:cubicBezTo>
                <a:cubicBezTo>
                  <a:pt x="18" y="1"/>
                  <a:pt x="9" y="0"/>
                  <a:pt x="0" y="0"/>
                </a:cubicBezTo>
                <a:cubicBezTo>
                  <a:pt x="0" y="65"/>
                  <a:pt x="0" y="65"/>
                  <a:pt x="0" y="65"/>
                </a:cubicBezTo>
                <a:cubicBezTo>
                  <a:pt x="7" y="65"/>
                  <a:pt x="14" y="65"/>
                  <a:pt x="20" y="66"/>
                </a:cubicBezTo>
                <a:close/>
              </a:path>
            </a:pathLst>
          </a:custGeom>
          <a:solidFill>
            <a:srgbClr val="2EA7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 name="Freeform 8"/>
          <p:cNvSpPr>
            <a:spLocks/>
          </p:cNvSpPr>
          <p:nvPr/>
        </p:nvSpPr>
        <p:spPr bwMode="auto">
          <a:xfrm>
            <a:off x="6675438" y="2630549"/>
            <a:ext cx="339725" cy="700087"/>
          </a:xfrm>
          <a:custGeom>
            <a:avLst/>
            <a:gdLst>
              <a:gd name="T0" fmla="*/ 21 w 33"/>
              <a:gd name="T1" fmla="*/ 68 h 68"/>
              <a:gd name="T2" fmla="*/ 21 w 33"/>
              <a:gd name="T3" fmla="*/ 68 h 68"/>
              <a:gd name="T4" fmla="*/ 33 w 33"/>
              <a:gd name="T5" fmla="*/ 4 h 68"/>
              <a:gd name="T6" fmla="*/ 32 w 33"/>
              <a:gd name="T7" fmla="*/ 4 h 68"/>
              <a:gd name="T8" fmla="*/ 6 w 33"/>
              <a:gd name="T9" fmla="*/ 0 h 68"/>
              <a:gd name="T10" fmla="*/ 0 w 33"/>
              <a:gd name="T11" fmla="*/ 65 h 68"/>
              <a:gd name="T12" fmla="*/ 21 w 33"/>
              <a:gd name="T13" fmla="*/ 68 h 68"/>
            </a:gdLst>
            <a:ahLst/>
            <a:cxnLst>
              <a:cxn ang="0">
                <a:pos x="T0" y="T1"/>
              </a:cxn>
              <a:cxn ang="0">
                <a:pos x="T2" y="T3"/>
              </a:cxn>
              <a:cxn ang="0">
                <a:pos x="T4" y="T5"/>
              </a:cxn>
              <a:cxn ang="0">
                <a:pos x="T6" y="T7"/>
              </a:cxn>
              <a:cxn ang="0">
                <a:pos x="T8" y="T9"/>
              </a:cxn>
              <a:cxn ang="0">
                <a:pos x="T10" y="T11"/>
              </a:cxn>
              <a:cxn ang="0">
                <a:pos x="T12" y="T13"/>
              </a:cxn>
            </a:cxnLst>
            <a:rect l="0" t="0" r="r" b="b"/>
            <a:pathLst>
              <a:path w="33" h="68">
                <a:moveTo>
                  <a:pt x="21" y="68"/>
                </a:moveTo>
                <a:cubicBezTo>
                  <a:pt x="21" y="68"/>
                  <a:pt x="21" y="68"/>
                  <a:pt x="21" y="68"/>
                </a:cubicBezTo>
                <a:cubicBezTo>
                  <a:pt x="33" y="4"/>
                  <a:pt x="33" y="4"/>
                  <a:pt x="33" y="4"/>
                </a:cubicBezTo>
                <a:cubicBezTo>
                  <a:pt x="33" y="4"/>
                  <a:pt x="33" y="4"/>
                  <a:pt x="32" y="4"/>
                </a:cubicBezTo>
                <a:cubicBezTo>
                  <a:pt x="24" y="3"/>
                  <a:pt x="15" y="1"/>
                  <a:pt x="6" y="0"/>
                </a:cubicBezTo>
                <a:cubicBezTo>
                  <a:pt x="0" y="65"/>
                  <a:pt x="0" y="65"/>
                  <a:pt x="0" y="65"/>
                </a:cubicBezTo>
                <a:cubicBezTo>
                  <a:pt x="7" y="66"/>
                  <a:pt x="14" y="67"/>
                  <a:pt x="21" y="68"/>
                </a:cubicBezTo>
                <a:close/>
              </a:path>
            </a:pathLst>
          </a:custGeom>
          <a:solidFill>
            <a:srgbClr val="2EA7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 name="Freeform 9"/>
          <p:cNvSpPr>
            <a:spLocks/>
          </p:cNvSpPr>
          <p:nvPr/>
        </p:nvSpPr>
        <p:spPr bwMode="auto">
          <a:xfrm>
            <a:off x="5659438" y="2641662"/>
            <a:ext cx="328612" cy="688975"/>
          </a:xfrm>
          <a:custGeom>
            <a:avLst/>
            <a:gdLst>
              <a:gd name="T0" fmla="*/ 14 w 32"/>
              <a:gd name="T1" fmla="*/ 66 h 67"/>
              <a:gd name="T2" fmla="*/ 32 w 32"/>
              <a:gd name="T3" fmla="*/ 64 h 67"/>
              <a:gd name="T4" fmla="*/ 26 w 32"/>
              <a:gd name="T5" fmla="*/ 0 h 67"/>
              <a:gd name="T6" fmla="*/ 3 w 32"/>
              <a:gd name="T7" fmla="*/ 3 h 67"/>
              <a:gd name="T8" fmla="*/ 0 w 32"/>
              <a:gd name="T9" fmla="*/ 3 h 67"/>
              <a:gd name="T10" fmla="*/ 12 w 32"/>
              <a:gd name="T11" fmla="*/ 67 h 67"/>
              <a:gd name="T12" fmla="*/ 14 w 32"/>
              <a:gd name="T13" fmla="*/ 66 h 67"/>
            </a:gdLst>
            <a:ahLst/>
            <a:cxnLst>
              <a:cxn ang="0">
                <a:pos x="T0" y="T1"/>
              </a:cxn>
              <a:cxn ang="0">
                <a:pos x="T2" y="T3"/>
              </a:cxn>
              <a:cxn ang="0">
                <a:pos x="T4" y="T5"/>
              </a:cxn>
              <a:cxn ang="0">
                <a:pos x="T6" y="T7"/>
              </a:cxn>
              <a:cxn ang="0">
                <a:pos x="T8" y="T9"/>
              </a:cxn>
              <a:cxn ang="0">
                <a:pos x="T10" y="T11"/>
              </a:cxn>
              <a:cxn ang="0">
                <a:pos x="T12" y="T13"/>
              </a:cxn>
            </a:cxnLst>
            <a:rect l="0" t="0" r="r" b="b"/>
            <a:pathLst>
              <a:path w="32" h="67">
                <a:moveTo>
                  <a:pt x="14" y="66"/>
                </a:moveTo>
                <a:cubicBezTo>
                  <a:pt x="20" y="65"/>
                  <a:pt x="26" y="65"/>
                  <a:pt x="32" y="64"/>
                </a:cubicBezTo>
                <a:cubicBezTo>
                  <a:pt x="26" y="0"/>
                  <a:pt x="26" y="0"/>
                  <a:pt x="26" y="0"/>
                </a:cubicBezTo>
                <a:cubicBezTo>
                  <a:pt x="18" y="0"/>
                  <a:pt x="11" y="1"/>
                  <a:pt x="3" y="3"/>
                </a:cubicBezTo>
                <a:cubicBezTo>
                  <a:pt x="2" y="3"/>
                  <a:pt x="1" y="3"/>
                  <a:pt x="0" y="3"/>
                </a:cubicBezTo>
                <a:cubicBezTo>
                  <a:pt x="12" y="67"/>
                  <a:pt x="12" y="67"/>
                  <a:pt x="12" y="67"/>
                </a:cubicBezTo>
                <a:cubicBezTo>
                  <a:pt x="13" y="67"/>
                  <a:pt x="14" y="67"/>
                  <a:pt x="14" y="66"/>
                </a:cubicBezTo>
                <a:close/>
              </a:path>
            </a:pathLst>
          </a:custGeom>
          <a:solidFill>
            <a:srgbClr val="2EA7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 name="Freeform 10"/>
          <p:cNvSpPr>
            <a:spLocks/>
          </p:cNvSpPr>
          <p:nvPr/>
        </p:nvSpPr>
        <p:spPr bwMode="auto">
          <a:xfrm>
            <a:off x="4960938" y="2786124"/>
            <a:ext cx="441325" cy="709612"/>
          </a:xfrm>
          <a:custGeom>
            <a:avLst/>
            <a:gdLst>
              <a:gd name="T0" fmla="*/ 41 w 43"/>
              <a:gd name="T1" fmla="*/ 63 h 69"/>
              <a:gd name="T2" fmla="*/ 43 w 43"/>
              <a:gd name="T3" fmla="*/ 62 h 69"/>
              <a:gd name="T4" fmla="*/ 24 w 43"/>
              <a:gd name="T5" fmla="*/ 0 h 69"/>
              <a:gd name="T6" fmla="*/ 20 w 43"/>
              <a:gd name="T7" fmla="*/ 2 h 69"/>
              <a:gd name="T8" fmla="*/ 0 w 43"/>
              <a:gd name="T9" fmla="*/ 9 h 69"/>
              <a:gd name="T10" fmla="*/ 24 w 43"/>
              <a:gd name="T11" fmla="*/ 69 h 69"/>
              <a:gd name="T12" fmla="*/ 41 w 43"/>
              <a:gd name="T13" fmla="*/ 63 h 69"/>
            </a:gdLst>
            <a:ahLst/>
            <a:cxnLst>
              <a:cxn ang="0">
                <a:pos x="T0" y="T1"/>
              </a:cxn>
              <a:cxn ang="0">
                <a:pos x="T2" y="T3"/>
              </a:cxn>
              <a:cxn ang="0">
                <a:pos x="T4" y="T5"/>
              </a:cxn>
              <a:cxn ang="0">
                <a:pos x="T6" y="T7"/>
              </a:cxn>
              <a:cxn ang="0">
                <a:pos x="T8" y="T9"/>
              </a:cxn>
              <a:cxn ang="0">
                <a:pos x="T10" y="T11"/>
              </a:cxn>
              <a:cxn ang="0">
                <a:pos x="T12" y="T13"/>
              </a:cxn>
            </a:cxnLst>
            <a:rect l="0" t="0" r="r" b="b"/>
            <a:pathLst>
              <a:path w="43" h="69">
                <a:moveTo>
                  <a:pt x="41" y="63"/>
                </a:moveTo>
                <a:cubicBezTo>
                  <a:pt x="41" y="63"/>
                  <a:pt x="42" y="62"/>
                  <a:pt x="43" y="62"/>
                </a:cubicBezTo>
                <a:cubicBezTo>
                  <a:pt x="24" y="0"/>
                  <a:pt x="24" y="0"/>
                  <a:pt x="24" y="0"/>
                </a:cubicBezTo>
                <a:cubicBezTo>
                  <a:pt x="23" y="1"/>
                  <a:pt x="22" y="1"/>
                  <a:pt x="20" y="2"/>
                </a:cubicBezTo>
                <a:cubicBezTo>
                  <a:pt x="13" y="4"/>
                  <a:pt x="6" y="6"/>
                  <a:pt x="0" y="9"/>
                </a:cubicBezTo>
                <a:cubicBezTo>
                  <a:pt x="24" y="69"/>
                  <a:pt x="24" y="69"/>
                  <a:pt x="24" y="69"/>
                </a:cubicBezTo>
                <a:cubicBezTo>
                  <a:pt x="30" y="67"/>
                  <a:pt x="35" y="65"/>
                  <a:pt x="41" y="63"/>
                </a:cubicBezTo>
                <a:close/>
              </a:path>
            </a:pathLst>
          </a:custGeom>
          <a:solidFill>
            <a:srgbClr val="2EA7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 name="Freeform 11"/>
          <p:cNvSpPr>
            <a:spLocks/>
          </p:cNvSpPr>
          <p:nvPr/>
        </p:nvSpPr>
        <p:spPr bwMode="auto">
          <a:xfrm>
            <a:off x="9047163" y="4618099"/>
            <a:ext cx="696912" cy="504825"/>
          </a:xfrm>
          <a:custGeom>
            <a:avLst/>
            <a:gdLst>
              <a:gd name="T0" fmla="*/ 2 w 68"/>
              <a:gd name="T1" fmla="*/ 34 h 49"/>
              <a:gd name="T2" fmla="*/ 9 w 68"/>
              <a:gd name="T3" fmla="*/ 49 h 49"/>
              <a:gd name="T4" fmla="*/ 68 w 68"/>
              <a:gd name="T5" fmla="*/ 25 h 49"/>
              <a:gd name="T6" fmla="*/ 60 w 68"/>
              <a:gd name="T7" fmla="*/ 5 h 49"/>
              <a:gd name="T8" fmla="*/ 57 w 68"/>
              <a:gd name="T9" fmla="*/ 0 h 49"/>
              <a:gd name="T10" fmla="*/ 0 w 68"/>
              <a:gd name="T11" fmla="*/ 31 h 49"/>
              <a:gd name="T12" fmla="*/ 2 w 68"/>
              <a:gd name="T13" fmla="*/ 34 h 49"/>
            </a:gdLst>
            <a:ahLst/>
            <a:cxnLst>
              <a:cxn ang="0">
                <a:pos x="T0" y="T1"/>
              </a:cxn>
              <a:cxn ang="0">
                <a:pos x="T2" y="T3"/>
              </a:cxn>
              <a:cxn ang="0">
                <a:pos x="T4" y="T5"/>
              </a:cxn>
              <a:cxn ang="0">
                <a:pos x="T6" y="T7"/>
              </a:cxn>
              <a:cxn ang="0">
                <a:pos x="T8" y="T9"/>
              </a:cxn>
              <a:cxn ang="0">
                <a:pos x="T10" y="T11"/>
              </a:cxn>
              <a:cxn ang="0">
                <a:pos x="T12" y="T13"/>
              </a:cxn>
            </a:cxnLst>
            <a:rect l="0" t="0" r="r" b="b"/>
            <a:pathLst>
              <a:path w="68" h="49">
                <a:moveTo>
                  <a:pt x="2" y="34"/>
                </a:moveTo>
                <a:cubicBezTo>
                  <a:pt x="4" y="39"/>
                  <a:pt x="6" y="44"/>
                  <a:pt x="9" y="49"/>
                </a:cubicBezTo>
                <a:cubicBezTo>
                  <a:pt x="68" y="25"/>
                  <a:pt x="68" y="25"/>
                  <a:pt x="68" y="25"/>
                </a:cubicBezTo>
                <a:cubicBezTo>
                  <a:pt x="66" y="18"/>
                  <a:pt x="63" y="12"/>
                  <a:pt x="60" y="5"/>
                </a:cubicBezTo>
                <a:cubicBezTo>
                  <a:pt x="59" y="4"/>
                  <a:pt x="58" y="2"/>
                  <a:pt x="57" y="0"/>
                </a:cubicBezTo>
                <a:cubicBezTo>
                  <a:pt x="0" y="31"/>
                  <a:pt x="0" y="31"/>
                  <a:pt x="0" y="31"/>
                </a:cubicBezTo>
                <a:cubicBezTo>
                  <a:pt x="0" y="32"/>
                  <a:pt x="1" y="33"/>
                  <a:pt x="2" y="34"/>
                </a:cubicBezTo>
                <a:close/>
              </a:path>
            </a:pathLst>
          </a:custGeom>
          <a:solidFill>
            <a:srgbClr val="D5D5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 name="Freeform 12"/>
          <p:cNvSpPr>
            <a:spLocks/>
          </p:cNvSpPr>
          <p:nvPr/>
        </p:nvSpPr>
        <p:spPr bwMode="auto">
          <a:xfrm>
            <a:off x="4314825" y="3073462"/>
            <a:ext cx="544512" cy="700087"/>
          </a:xfrm>
          <a:custGeom>
            <a:avLst/>
            <a:gdLst>
              <a:gd name="T0" fmla="*/ 53 w 53"/>
              <a:gd name="T1" fmla="*/ 57 h 68"/>
              <a:gd name="T2" fmla="*/ 22 w 53"/>
              <a:gd name="T3" fmla="*/ 0 h 68"/>
              <a:gd name="T4" fmla="*/ 0 w 53"/>
              <a:gd name="T5" fmla="*/ 14 h 68"/>
              <a:gd name="T6" fmla="*/ 36 w 53"/>
              <a:gd name="T7" fmla="*/ 68 h 68"/>
              <a:gd name="T8" fmla="*/ 53 w 53"/>
              <a:gd name="T9" fmla="*/ 57 h 68"/>
            </a:gdLst>
            <a:ahLst/>
            <a:cxnLst>
              <a:cxn ang="0">
                <a:pos x="T0" y="T1"/>
              </a:cxn>
              <a:cxn ang="0">
                <a:pos x="T2" y="T3"/>
              </a:cxn>
              <a:cxn ang="0">
                <a:pos x="T4" y="T5"/>
              </a:cxn>
              <a:cxn ang="0">
                <a:pos x="T6" y="T7"/>
              </a:cxn>
              <a:cxn ang="0">
                <a:pos x="T8" y="T9"/>
              </a:cxn>
            </a:cxnLst>
            <a:rect l="0" t="0" r="r" b="b"/>
            <a:pathLst>
              <a:path w="53" h="68">
                <a:moveTo>
                  <a:pt x="53" y="57"/>
                </a:moveTo>
                <a:cubicBezTo>
                  <a:pt x="22" y="0"/>
                  <a:pt x="22" y="0"/>
                  <a:pt x="22" y="0"/>
                </a:cubicBezTo>
                <a:cubicBezTo>
                  <a:pt x="15" y="5"/>
                  <a:pt x="7" y="9"/>
                  <a:pt x="0" y="14"/>
                </a:cubicBezTo>
                <a:cubicBezTo>
                  <a:pt x="36" y="68"/>
                  <a:pt x="36" y="68"/>
                  <a:pt x="36" y="68"/>
                </a:cubicBezTo>
                <a:cubicBezTo>
                  <a:pt x="41" y="64"/>
                  <a:pt x="47" y="61"/>
                  <a:pt x="53" y="57"/>
                </a:cubicBezTo>
                <a:close/>
              </a:path>
            </a:pathLst>
          </a:custGeom>
          <a:solidFill>
            <a:srgbClr val="8785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 name="Freeform 13"/>
          <p:cNvSpPr>
            <a:spLocks/>
          </p:cNvSpPr>
          <p:nvPr/>
        </p:nvSpPr>
        <p:spPr bwMode="auto">
          <a:xfrm>
            <a:off x="5300663" y="2692462"/>
            <a:ext cx="400050" cy="711200"/>
          </a:xfrm>
          <a:custGeom>
            <a:avLst/>
            <a:gdLst>
              <a:gd name="T0" fmla="*/ 39 w 39"/>
              <a:gd name="T1" fmla="*/ 63 h 69"/>
              <a:gd name="T2" fmla="*/ 26 w 39"/>
              <a:gd name="T3" fmla="*/ 0 h 69"/>
              <a:gd name="T4" fmla="*/ 0 w 39"/>
              <a:gd name="T5" fmla="*/ 7 h 69"/>
              <a:gd name="T6" fmla="*/ 19 w 39"/>
              <a:gd name="T7" fmla="*/ 69 h 69"/>
              <a:gd name="T8" fmla="*/ 39 w 39"/>
              <a:gd name="T9" fmla="*/ 63 h 69"/>
            </a:gdLst>
            <a:ahLst/>
            <a:cxnLst>
              <a:cxn ang="0">
                <a:pos x="T0" y="T1"/>
              </a:cxn>
              <a:cxn ang="0">
                <a:pos x="T2" y="T3"/>
              </a:cxn>
              <a:cxn ang="0">
                <a:pos x="T4" y="T5"/>
              </a:cxn>
              <a:cxn ang="0">
                <a:pos x="T6" y="T7"/>
              </a:cxn>
              <a:cxn ang="0">
                <a:pos x="T8" y="T9"/>
              </a:cxn>
            </a:cxnLst>
            <a:rect l="0" t="0" r="r" b="b"/>
            <a:pathLst>
              <a:path w="39" h="69">
                <a:moveTo>
                  <a:pt x="39" y="63"/>
                </a:moveTo>
                <a:cubicBezTo>
                  <a:pt x="26" y="0"/>
                  <a:pt x="26" y="0"/>
                  <a:pt x="26" y="0"/>
                </a:cubicBezTo>
                <a:cubicBezTo>
                  <a:pt x="17" y="2"/>
                  <a:pt x="8" y="4"/>
                  <a:pt x="0" y="7"/>
                </a:cubicBezTo>
                <a:cubicBezTo>
                  <a:pt x="19" y="69"/>
                  <a:pt x="19" y="69"/>
                  <a:pt x="19" y="69"/>
                </a:cubicBezTo>
                <a:cubicBezTo>
                  <a:pt x="25" y="67"/>
                  <a:pt x="32" y="65"/>
                  <a:pt x="39" y="63"/>
                </a:cubicBezTo>
                <a:close/>
              </a:path>
            </a:pathLst>
          </a:custGeom>
          <a:solidFill>
            <a:srgbClr val="2EA7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 name="Freeform 14"/>
          <p:cNvSpPr>
            <a:spLocks/>
          </p:cNvSpPr>
          <p:nvPr/>
        </p:nvSpPr>
        <p:spPr bwMode="auto">
          <a:xfrm>
            <a:off x="4622800" y="2908362"/>
            <a:ext cx="503237" cy="711200"/>
          </a:xfrm>
          <a:custGeom>
            <a:avLst/>
            <a:gdLst>
              <a:gd name="T0" fmla="*/ 36 w 49"/>
              <a:gd name="T1" fmla="*/ 66 h 69"/>
              <a:gd name="T2" fmla="*/ 49 w 49"/>
              <a:gd name="T3" fmla="*/ 60 h 69"/>
              <a:gd name="T4" fmla="*/ 25 w 49"/>
              <a:gd name="T5" fmla="*/ 0 h 69"/>
              <a:gd name="T6" fmla="*/ 8 w 49"/>
              <a:gd name="T7" fmla="*/ 8 h 69"/>
              <a:gd name="T8" fmla="*/ 0 w 49"/>
              <a:gd name="T9" fmla="*/ 12 h 69"/>
              <a:gd name="T10" fmla="*/ 30 w 49"/>
              <a:gd name="T11" fmla="*/ 69 h 69"/>
              <a:gd name="T12" fmla="*/ 36 w 49"/>
              <a:gd name="T13" fmla="*/ 66 h 69"/>
            </a:gdLst>
            <a:ahLst/>
            <a:cxnLst>
              <a:cxn ang="0">
                <a:pos x="T0" y="T1"/>
              </a:cxn>
              <a:cxn ang="0">
                <a:pos x="T2" y="T3"/>
              </a:cxn>
              <a:cxn ang="0">
                <a:pos x="T4" y="T5"/>
              </a:cxn>
              <a:cxn ang="0">
                <a:pos x="T6" y="T7"/>
              </a:cxn>
              <a:cxn ang="0">
                <a:pos x="T8" y="T9"/>
              </a:cxn>
              <a:cxn ang="0">
                <a:pos x="T10" y="T11"/>
              </a:cxn>
              <a:cxn ang="0">
                <a:pos x="T12" y="T13"/>
              </a:cxn>
            </a:cxnLst>
            <a:rect l="0" t="0" r="r" b="b"/>
            <a:pathLst>
              <a:path w="49" h="69">
                <a:moveTo>
                  <a:pt x="36" y="66"/>
                </a:moveTo>
                <a:cubicBezTo>
                  <a:pt x="41" y="64"/>
                  <a:pt x="45" y="62"/>
                  <a:pt x="49" y="60"/>
                </a:cubicBezTo>
                <a:cubicBezTo>
                  <a:pt x="25" y="0"/>
                  <a:pt x="25" y="0"/>
                  <a:pt x="25" y="0"/>
                </a:cubicBezTo>
                <a:cubicBezTo>
                  <a:pt x="19" y="3"/>
                  <a:pt x="13" y="5"/>
                  <a:pt x="8" y="8"/>
                </a:cubicBezTo>
                <a:cubicBezTo>
                  <a:pt x="5" y="9"/>
                  <a:pt x="3" y="11"/>
                  <a:pt x="0" y="12"/>
                </a:cubicBezTo>
                <a:cubicBezTo>
                  <a:pt x="30" y="69"/>
                  <a:pt x="30" y="69"/>
                  <a:pt x="30" y="69"/>
                </a:cubicBezTo>
                <a:cubicBezTo>
                  <a:pt x="32" y="68"/>
                  <a:pt x="34" y="67"/>
                  <a:pt x="36" y="66"/>
                </a:cubicBezTo>
                <a:close/>
              </a:path>
            </a:pathLst>
          </a:custGeom>
          <a:solidFill>
            <a:srgbClr val="2EA7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 name="Freeform 15"/>
          <p:cNvSpPr>
            <a:spLocks/>
          </p:cNvSpPr>
          <p:nvPr/>
        </p:nvSpPr>
        <p:spPr bwMode="auto">
          <a:xfrm>
            <a:off x="9263063" y="5299137"/>
            <a:ext cx="708025" cy="401637"/>
          </a:xfrm>
          <a:custGeom>
            <a:avLst/>
            <a:gdLst>
              <a:gd name="T0" fmla="*/ 5 w 69"/>
              <a:gd name="T1" fmla="*/ 39 h 39"/>
              <a:gd name="T2" fmla="*/ 69 w 69"/>
              <a:gd name="T3" fmla="*/ 26 h 39"/>
              <a:gd name="T4" fmla="*/ 62 w 69"/>
              <a:gd name="T5" fmla="*/ 0 h 39"/>
              <a:gd name="T6" fmla="*/ 0 w 69"/>
              <a:gd name="T7" fmla="*/ 19 h 39"/>
              <a:gd name="T8" fmla="*/ 5 w 69"/>
              <a:gd name="T9" fmla="*/ 39 h 39"/>
            </a:gdLst>
            <a:ahLst/>
            <a:cxnLst>
              <a:cxn ang="0">
                <a:pos x="T0" y="T1"/>
              </a:cxn>
              <a:cxn ang="0">
                <a:pos x="T2" y="T3"/>
              </a:cxn>
              <a:cxn ang="0">
                <a:pos x="T4" y="T5"/>
              </a:cxn>
              <a:cxn ang="0">
                <a:pos x="T6" y="T7"/>
              </a:cxn>
              <a:cxn ang="0">
                <a:pos x="T8" y="T9"/>
              </a:cxn>
            </a:cxnLst>
            <a:rect l="0" t="0" r="r" b="b"/>
            <a:pathLst>
              <a:path w="69" h="39">
                <a:moveTo>
                  <a:pt x="5" y="39"/>
                </a:moveTo>
                <a:cubicBezTo>
                  <a:pt x="69" y="26"/>
                  <a:pt x="69" y="26"/>
                  <a:pt x="69" y="26"/>
                </a:cubicBezTo>
                <a:cubicBezTo>
                  <a:pt x="67" y="17"/>
                  <a:pt x="65" y="9"/>
                  <a:pt x="62" y="0"/>
                </a:cubicBezTo>
                <a:cubicBezTo>
                  <a:pt x="0" y="19"/>
                  <a:pt x="0" y="19"/>
                  <a:pt x="0" y="19"/>
                </a:cubicBezTo>
                <a:cubicBezTo>
                  <a:pt x="2" y="25"/>
                  <a:pt x="4" y="32"/>
                  <a:pt x="5" y="39"/>
                </a:cubicBezTo>
                <a:close/>
              </a:path>
            </a:pathLst>
          </a:custGeom>
          <a:solidFill>
            <a:srgbClr val="D5D5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 name="Freeform 16"/>
          <p:cNvSpPr>
            <a:spLocks/>
          </p:cNvSpPr>
          <p:nvPr/>
        </p:nvSpPr>
        <p:spPr bwMode="auto">
          <a:xfrm>
            <a:off x="8523288" y="3732274"/>
            <a:ext cx="657225" cy="628650"/>
          </a:xfrm>
          <a:custGeom>
            <a:avLst/>
            <a:gdLst>
              <a:gd name="T0" fmla="*/ 14 w 64"/>
              <a:gd name="T1" fmla="*/ 61 h 61"/>
              <a:gd name="T2" fmla="*/ 64 w 64"/>
              <a:gd name="T3" fmla="*/ 20 h 61"/>
              <a:gd name="T4" fmla="*/ 46 w 64"/>
              <a:gd name="T5" fmla="*/ 0 h 61"/>
              <a:gd name="T6" fmla="*/ 0 w 64"/>
              <a:gd name="T7" fmla="*/ 46 h 61"/>
              <a:gd name="T8" fmla="*/ 14 w 64"/>
              <a:gd name="T9" fmla="*/ 61 h 61"/>
            </a:gdLst>
            <a:ahLst/>
            <a:cxnLst>
              <a:cxn ang="0">
                <a:pos x="T0" y="T1"/>
              </a:cxn>
              <a:cxn ang="0">
                <a:pos x="T2" y="T3"/>
              </a:cxn>
              <a:cxn ang="0">
                <a:pos x="T4" y="T5"/>
              </a:cxn>
              <a:cxn ang="0">
                <a:pos x="T6" y="T7"/>
              </a:cxn>
              <a:cxn ang="0">
                <a:pos x="T8" y="T9"/>
              </a:cxn>
            </a:cxnLst>
            <a:rect l="0" t="0" r="r" b="b"/>
            <a:pathLst>
              <a:path w="64" h="61">
                <a:moveTo>
                  <a:pt x="14" y="61"/>
                </a:moveTo>
                <a:cubicBezTo>
                  <a:pt x="64" y="20"/>
                  <a:pt x="64" y="20"/>
                  <a:pt x="64" y="20"/>
                </a:cubicBezTo>
                <a:cubicBezTo>
                  <a:pt x="58" y="13"/>
                  <a:pt x="52" y="7"/>
                  <a:pt x="46" y="0"/>
                </a:cubicBezTo>
                <a:cubicBezTo>
                  <a:pt x="0" y="46"/>
                  <a:pt x="0" y="46"/>
                  <a:pt x="0" y="46"/>
                </a:cubicBezTo>
                <a:cubicBezTo>
                  <a:pt x="5" y="51"/>
                  <a:pt x="9" y="56"/>
                  <a:pt x="14" y="61"/>
                </a:cubicBezTo>
                <a:close/>
              </a:path>
            </a:pathLst>
          </a:custGeom>
          <a:solidFill>
            <a:srgbClr val="D5D5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 name="Freeform 17"/>
          <p:cNvSpPr>
            <a:spLocks/>
          </p:cNvSpPr>
          <p:nvPr/>
        </p:nvSpPr>
        <p:spPr bwMode="auto">
          <a:xfrm>
            <a:off x="9334500" y="5659499"/>
            <a:ext cx="687387" cy="328612"/>
          </a:xfrm>
          <a:custGeom>
            <a:avLst/>
            <a:gdLst>
              <a:gd name="T0" fmla="*/ 3 w 67"/>
              <a:gd name="T1" fmla="*/ 32 h 32"/>
              <a:gd name="T2" fmla="*/ 67 w 67"/>
              <a:gd name="T3" fmla="*/ 26 h 32"/>
              <a:gd name="T4" fmla="*/ 63 w 67"/>
              <a:gd name="T5" fmla="*/ 0 h 32"/>
              <a:gd name="T6" fmla="*/ 63 w 67"/>
              <a:gd name="T7" fmla="*/ 0 h 32"/>
              <a:gd name="T8" fmla="*/ 0 w 67"/>
              <a:gd name="T9" fmla="*/ 12 h 32"/>
              <a:gd name="T10" fmla="*/ 3 w 67"/>
              <a:gd name="T11" fmla="*/ 32 h 32"/>
            </a:gdLst>
            <a:ahLst/>
            <a:cxnLst>
              <a:cxn ang="0">
                <a:pos x="T0" y="T1"/>
              </a:cxn>
              <a:cxn ang="0">
                <a:pos x="T2" y="T3"/>
              </a:cxn>
              <a:cxn ang="0">
                <a:pos x="T4" y="T5"/>
              </a:cxn>
              <a:cxn ang="0">
                <a:pos x="T6" y="T7"/>
              </a:cxn>
              <a:cxn ang="0">
                <a:pos x="T8" y="T9"/>
              </a:cxn>
              <a:cxn ang="0">
                <a:pos x="T10" y="T11"/>
              </a:cxn>
            </a:cxnLst>
            <a:rect l="0" t="0" r="r" b="b"/>
            <a:pathLst>
              <a:path w="67" h="32">
                <a:moveTo>
                  <a:pt x="3" y="32"/>
                </a:moveTo>
                <a:cubicBezTo>
                  <a:pt x="67" y="26"/>
                  <a:pt x="67" y="26"/>
                  <a:pt x="67" y="26"/>
                </a:cubicBezTo>
                <a:cubicBezTo>
                  <a:pt x="66" y="17"/>
                  <a:pt x="65" y="9"/>
                  <a:pt x="63" y="0"/>
                </a:cubicBezTo>
                <a:cubicBezTo>
                  <a:pt x="63" y="0"/>
                  <a:pt x="63" y="0"/>
                  <a:pt x="63" y="0"/>
                </a:cubicBezTo>
                <a:cubicBezTo>
                  <a:pt x="0" y="12"/>
                  <a:pt x="0" y="12"/>
                  <a:pt x="0" y="12"/>
                </a:cubicBezTo>
                <a:cubicBezTo>
                  <a:pt x="1" y="19"/>
                  <a:pt x="2" y="26"/>
                  <a:pt x="3" y="32"/>
                </a:cubicBezTo>
                <a:close/>
              </a:path>
            </a:pathLst>
          </a:custGeom>
          <a:solidFill>
            <a:srgbClr val="D5D5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 name="Freeform 18"/>
          <p:cNvSpPr>
            <a:spLocks/>
          </p:cNvSpPr>
          <p:nvPr/>
        </p:nvSpPr>
        <p:spPr bwMode="auto">
          <a:xfrm>
            <a:off x="8297863" y="3486212"/>
            <a:ext cx="625475" cy="658812"/>
          </a:xfrm>
          <a:custGeom>
            <a:avLst/>
            <a:gdLst>
              <a:gd name="T0" fmla="*/ 16 w 61"/>
              <a:gd name="T1" fmla="*/ 64 h 64"/>
              <a:gd name="T2" fmla="*/ 61 w 61"/>
              <a:gd name="T3" fmla="*/ 18 h 64"/>
              <a:gd name="T4" fmla="*/ 41 w 61"/>
              <a:gd name="T5" fmla="*/ 0 h 64"/>
              <a:gd name="T6" fmla="*/ 0 w 61"/>
              <a:gd name="T7" fmla="*/ 50 h 64"/>
              <a:gd name="T8" fmla="*/ 16 w 61"/>
              <a:gd name="T9" fmla="*/ 64 h 64"/>
            </a:gdLst>
            <a:ahLst/>
            <a:cxnLst>
              <a:cxn ang="0">
                <a:pos x="T0" y="T1"/>
              </a:cxn>
              <a:cxn ang="0">
                <a:pos x="T2" y="T3"/>
              </a:cxn>
              <a:cxn ang="0">
                <a:pos x="T4" y="T5"/>
              </a:cxn>
              <a:cxn ang="0">
                <a:pos x="T6" y="T7"/>
              </a:cxn>
              <a:cxn ang="0">
                <a:pos x="T8" y="T9"/>
              </a:cxn>
            </a:cxnLst>
            <a:rect l="0" t="0" r="r" b="b"/>
            <a:pathLst>
              <a:path w="61" h="64">
                <a:moveTo>
                  <a:pt x="16" y="64"/>
                </a:moveTo>
                <a:cubicBezTo>
                  <a:pt x="61" y="18"/>
                  <a:pt x="61" y="18"/>
                  <a:pt x="61" y="18"/>
                </a:cubicBezTo>
                <a:cubicBezTo>
                  <a:pt x="55" y="12"/>
                  <a:pt x="48" y="6"/>
                  <a:pt x="41" y="0"/>
                </a:cubicBezTo>
                <a:cubicBezTo>
                  <a:pt x="0" y="50"/>
                  <a:pt x="0" y="50"/>
                  <a:pt x="0" y="50"/>
                </a:cubicBezTo>
                <a:cubicBezTo>
                  <a:pt x="6" y="54"/>
                  <a:pt x="11" y="59"/>
                  <a:pt x="16" y="64"/>
                </a:cubicBezTo>
                <a:close/>
              </a:path>
            </a:pathLst>
          </a:custGeom>
          <a:solidFill>
            <a:srgbClr val="2EA7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 name="Freeform 19"/>
          <p:cNvSpPr>
            <a:spLocks/>
          </p:cNvSpPr>
          <p:nvPr/>
        </p:nvSpPr>
        <p:spPr bwMode="auto">
          <a:xfrm>
            <a:off x="9169400" y="4959412"/>
            <a:ext cx="708025" cy="452437"/>
          </a:xfrm>
          <a:custGeom>
            <a:avLst/>
            <a:gdLst>
              <a:gd name="T0" fmla="*/ 7 w 69"/>
              <a:gd name="T1" fmla="*/ 44 h 44"/>
              <a:gd name="T2" fmla="*/ 69 w 69"/>
              <a:gd name="T3" fmla="*/ 25 h 44"/>
              <a:gd name="T4" fmla="*/ 60 w 69"/>
              <a:gd name="T5" fmla="*/ 0 h 44"/>
              <a:gd name="T6" fmla="*/ 0 w 69"/>
              <a:gd name="T7" fmla="*/ 25 h 44"/>
              <a:gd name="T8" fmla="*/ 7 w 69"/>
              <a:gd name="T9" fmla="*/ 44 h 44"/>
            </a:gdLst>
            <a:ahLst/>
            <a:cxnLst>
              <a:cxn ang="0">
                <a:pos x="T0" y="T1"/>
              </a:cxn>
              <a:cxn ang="0">
                <a:pos x="T2" y="T3"/>
              </a:cxn>
              <a:cxn ang="0">
                <a:pos x="T4" y="T5"/>
              </a:cxn>
              <a:cxn ang="0">
                <a:pos x="T6" y="T7"/>
              </a:cxn>
              <a:cxn ang="0">
                <a:pos x="T8" y="T9"/>
              </a:cxn>
            </a:cxnLst>
            <a:rect l="0" t="0" r="r" b="b"/>
            <a:pathLst>
              <a:path w="69" h="44">
                <a:moveTo>
                  <a:pt x="7" y="44"/>
                </a:moveTo>
                <a:cubicBezTo>
                  <a:pt x="69" y="25"/>
                  <a:pt x="69" y="25"/>
                  <a:pt x="69" y="25"/>
                </a:cubicBezTo>
                <a:cubicBezTo>
                  <a:pt x="66" y="16"/>
                  <a:pt x="63" y="8"/>
                  <a:pt x="60" y="0"/>
                </a:cubicBezTo>
                <a:cubicBezTo>
                  <a:pt x="0" y="25"/>
                  <a:pt x="0" y="25"/>
                  <a:pt x="0" y="25"/>
                </a:cubicBezTo>
                <a:cubicBezTo>
                  <a:pt x="2" y="31"/>
                  <a:pt x="5" y="37"/>
                  <a:pt x="7" y="44"/>
                </a:cubicBezTo>
                <a:close/>
              </a:path>
            </a:pathLst>
          </a:custGeom>
          <a:solidFill>
            <a:srgbClr val="D5D5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 name="Freeform 20"/>
          <p:cNvSpPr>
            <a:spLocks/>
          </p:cNvSpPr>
          <p:nvPr/>
        </p:nvSpPr>
        <p:spPr bwMode="auto">
          <a:xfrm>
            <a:off x="8718550" y="4011674"/>
            <a:ext cx="677862" cy="596900"/>
          </a:xfrm>
          <a:custGeom>
            <a:avLst/>
            <a:gdLst>
              <a:gd name="T0" fmla="*/ 13 w 66"/>
              <a:gd name="T1" fmla="*/ 58 h 58"/>
              <a:gd name="T2" fmla="*/ 66 w 66"/>
              <a:gd name="T3" fmla="*/ 22 h 58"/>
              <a:gd name="T4" fmla="*/ 50 w 66"/>
              <a:gd name="T5" fmla="*/ 0 h 58"/>
              <a:gd name="T6" fmla="*/ 0 w 66"/>
              <a:gd name="T7" fmla="*/ 41 h 58"/>
              <a:gd name="T8" fmla="*/ 13 w 66"/>
              <a:gd name="T9" fmla="*/ 58 h 58"/>
            </a:gdLst>
            <a:ahLst/>
            <a:cxnLst>
              <a:cxn ang="0">
                <a:pos x="T0" y="T1"/>
              </a:cxn>
              <a:cxn ang="0">
                <a:pos x="T2" y="T3"/>
              </a:cxn>
              <a:cxn ang="0">
                <a:pos x="T4" y="T5"/>
              </a:cxn>
              <a:cxn ang="0">
                <a:pos x="T6" y="T7"/>
              </a:cxn>
              <a:cxn ang="0">
                <a:pos x="T8" y="T9"/>
              </a:cxn>
            </a:cxnLst>
            <a:rect l="0" t="0" r="r" b="b"/>
            <a:pathLst>
              <a:path w="66" h="58">
                <a:moveTo>
                  <a:pt x="13" y="58"/>
                </a:moveTo>
                <a:cubicBezTo>
                  <a:pt x="66" y="22"/>
                  <a:pt x="66" y="22"/>
                  <a:pt x="66" y="22"/>
                </a:cubicBezTo>
                <a:cubicBezTo>
                  <a:pt x="61" y="14"/>
                  <a:pt x="56" y="7"/>
                  <a:pt x="50" y="0"/>
                </a:cubicBezTo>
                <a:cubicBezTo>
                  <a:pt x="0" y="41"/>
                  <a:pt x="0" y="41"/>
                  <a:pt x="0" y="41"/>
                </a:cubicBezTo>
                <a:cubicBezTo>
                  <a:pt x="5" y="46"/>
                  <a:pt x="9" y="52"/>
                  <a:pt x="13" y="58"/>
                </a:cubicBezTo>
                <a:close/>
              </a:path>
            </a:pathLst>
          </a:custGeom>
          <a:solidFill>
            <a:srgbClr val="D5D5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 name="Freeform 21"/>
          <p:cNvSpPr>
            <a:spLocks/>
          </p:cNvSpPr>
          <p:nvPr/>
        </p:nvSpPr>
        <p:spPr bwMode="auto">
          <a:xfrm>
            <a:off x="8893175" y="4310124"/>
            <a:ext cx="696912" cy="546100"/>
          </a:xfrm>
          <a:custGeom>
            <a:avLst/>
            <a:gdLst>
              <a:gd name="T0" fmla="*/ 11 w 68"/>
              <a:gd name="T1" fmla="*/ 53 h 53"/>
              <a:gd name="T2" fmla="*/ 68 w 68"/>
              <a:gd name="T3" fmla="*/ 23 h 53"/>
              <a:gd name="T4" fmla="*/ 54 w 68"/>
              <a:gd name="T5" fmla="*/ 0 h 53"/>
              <a:gd name="T6" fmla="*/ 0 w 68"/>
              <a:gd name="T7" fmla="*/ 36 h 53"/>
              <a:gd name="T8" fmla="*/ 11 w 68"/>
              <a:gd name="T9" fmla="*/ 53 h 53"/>
            </a:gdLst>
            <a:ahLst/>
            <a:cxnLst>
              <a:cxn ang="0">
                <a:pos x="T0" y="T1"/>
              </a:cxn>
              <a:cxn ang="0">
                <a:pos x="T2" y="T3"/>
              </a:cxn>
              <a:cxn ang="0">
                <a:pos x="T4" y="T5"/>
              </a:cxn>
              <a:cxn ang="0">
                <a:pos x="T6" y="T7"/>
              </a:cxn>
              <a:cxn ang="0">
                <a:pos x="T8" y="T9"/>
              </a:cxn>
            </a:cxnLst>
            <a:rect l="0" t="0" r="r" b="b"/>
            <a:pathLst>
              <a:path w="68" h="53">
                <a:moveTo>
                  <a:pt x="11" y="53"/>
                </a:moveTo>
                <a:cubicBezTo>
                  <a:pt x="68" y="23"/>
                  <a:pt x="68" y="23"/>
                  <a:pt x="68" y="23"/>
                </a:cubicBezTo>
                <a:cubicBezTo>
                  <a:pt x="64" y="15"/>
                  <a:pt x="59" y="7"/>
                  <a:pt x="54" y="0"/>
                </a:cubicBezTo>
                <a:cubicBezTo>
                  <a:pt x="0" y="36"/>
                  <a:pt x="0" y="36"/>
                  <a:pt x="0" y="36"/>
                </a:cubicBezTo>
                <a:cubicBezTo>
                  <a:pt x="4" y="42"/>
                  <a:pt x="8" y="47"/>
                  <a:pt x="11" y="53"/>
                </a:cubicBezTo>
                <a:close/>
              </a:path>
            </a:pathLst>
          </a:custGeom>
          <a:solidFill>
            <a:srgbClr val="D5D5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 name="Freeform 22"/>
          <p:cNvSpPr>
            <a:spLocks/>
          </p:cNvSpPr>
          <p:nvPr/>
        </p:nvSpPr>
        <p:spPr bwMode="auto">
          <a:xfrm>
            <a:off x="7261225" y="2786124"/>
            <a:ext cx="450850" cy="709612"/>
          </a:xfrm>
          <a:custGeom>
            <a:avLst/>
            <a:gdLst>
              <a:gd name="T0" fmla="*/ 20 w 44"/>
              <a:gd name="T1" fmla="*/ 69 h 69"/>
              <a:gd name="T2" fmla="*/ 44 w 44"/>
              <a:gd name="T3" fmla="*/ 9 h 69"/>
              <a:gd name="T4" fmla="*/ 19 w 44"/>
              <a:gd name="T5" fmla="*/ 0 h 69"/>
              <a:gd name="T6" fmla="*/ 0 w 44"/>
              <a:gd name="T7" fmla="*/ 62 h 69"/>
              <a:gd name="T8" fmla="*/ 20 w 44"/>
              <a:gd name="T9" fmla="*/ 69 h 69"/>
            </a:gdLst>
            <a:ahLst/>
            <a:cxnLst>
              <a:cxn ang="0">
                <a:pos x="T0" y="T1"/>
              </a:cxn>
              <a:cxn ang="0">
                <a:pos x="T2" y="T3"/>
              </a:cxn>
              <a:cxn ang="0">
                <a:pos x="T4" y="T5"/>
              </a:cxn>
              <a:cxn ang="0">
                <a:pos x="T6" y="T7"/>
              </a:cxn>
              <a:cxn ang="0">
                <a:pos x="T8" y="T9"/>
              </a:cxn>
            </a:cxnLst>
            <a:rect l="0" t="0" r="r" b="b"/>
            <a:pathLst>
              <a:path w="44" h="69">
                <a:moveTo>
                  <a:pt x="20" y="69"/>
                </a:moveTo>
                <a:cubicBezTo>
                  <a:pt x="44" y="9"/>
                  <a:pt x="44" y="9"/>
                  <a:pt x="44" y="9"/>
                </a:cubicBezTo>
                <a:cubicBezTo>
                  <a:pt x="36" y="6"/>
                  <a:pt x="27" y="3"/>
                  <a:pt x="19" y="0"/>
                </a:cubicBezTo>
                <a:cubicBezTo>
                  <a:pt x="0" y="62"/>
                  <a:pt x="0" y="62"/>
                  <a:pt x="0" y="62"/>
                </a:cubicBezTo>
                <a:cubicBezTo>
                  <a:pt x="6" y="64"/>
                  <a:pt x="13" y="66"/>
                  <a:pt x="20" y="69"/>
                </a:cubicBezTo>
                <a:close/>
              </a:path>
            </a:pathLst>
          </a:custGeom>
          <a:solidFill>
            <a:srgbClr val="2EA7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 name="Freeform 23"/>
          <p:cNvSpPr>
            <a:spLocks/>
          </p:cNvSpPr>
          <p:nvPr/>
        </p:nvSpPr>
        <p:spPr bwMode="auto">
          <a:xfrm>
            <a:off x="8072438" y="3270312"/>
            <a:ext cx="584200" cy="668337"/>
          </a:xfrm>
          <a:custGeom>
            <a:avLst/>
            <a:gdLst>
              <a:gd name="T0" fmla="*/ 15 w 57"/>
              <a:gd name="T1" fmla="*/ 65 h 65"/>
              <a:gd name="T2" fmla="*/ 57 w 57"/>
              <a:gd name="T3" fmla="*/ 15 h 65"/>
              <a:gd name="T4" fmla="*/ 35 w 57"/>
              <a:gd name="T5" fmla="*/ 0 h 65"/>
              <a:gd name="T6" fmla="*/ 0 w 57"/>
              <a:gd name="T7" fmla="*/ 53 h 65"/>
              <a:gd name="T8" fmla="*/ 15 w 57"/>
              <a:gd name="T9" fmla="*/ 65 h 65"/>
            </a:gdLst>
            <a:ahLst/>
            <a:cxnLst>
              <a:cxn ang="0">
                <a:pos x="T0" y="T1"/>
              </a:cxn>
              <a:cxn ang="0">
                <a:pos x="T2" y="T3"/>
              </a:cxn>
              <a:cxn ang="0">
                <a:pos x="T4" y="T5"/>
              </a:cxn>
              <a:cxn ang="0">
                <a:pos x="T6" y="T7"/>
              </a:cxn>
              <a:cxn ang="0">
                <a:pos x="T8" y="T9"/>
              </a:cxn>
            </a:cxnLst>
            <a:rect l="0" t="0" r="r" b="b"/>
            <a:pathLst>
              <a:path w="57" h="65">
                <a:moveTo>
                  <a:pt x="15" y="65"/>
                </a:moveTo>
                <a:cubicBezTo>
                  <a:pt x="57" y="15"/>
                  <a:pt x="57" y="15"/>
                  <a:pt x="57" y="15"/>
                </a:cubicBezTo>
                <a:cubicBezTo>
                  <a:pt x="50" y="10"/>
                  <a:pt x="43" y="5"/>
                  <a:pt x="35" y="0"/>
                </a:cubicBezTo>
                <a:cubicBezTo>
                  <a:pt x="0" y="53"/>
                  <a:pt x="0" y="53"/>
                  <a:pt x="0" y="53"/>
                </a:cubicBezTo>
                <a:cubicBezTo>
                  <a:pt x="5" y="57"/>
                  <a:pt x="10" y="61"/>
                  <a:pt x="15" y="65"/>
                </a:cubicBezTo>
                <a:close/>
              </a:path>
            </a:pathLst>
          </a:custGeom>
          <a:solidFill>
            <a:srgbClr val="2EA7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 name="Freeform 24"/>
          <p:cNvSpPr>
            <a:spLocks/>
          </p:cNvSpPr>
          <p:nvPr/>
        </p:nvSpPr>
        <p:spPr bwMode="auto">
          <a:xfrm>
            <a:off x="7804150" y="3073462"/>
            <a:ext cx="555625" cy="700087"/>
          </a:xfrm>
          <a:custGeom>
            <a:avLst/>
            <a:gdLst>
              <a:gd name="T0" fmla="*/ 18 w 54"/>
              <a:gd name="T1" fmla="*/ 68 h 68"/>
              <a:gd name="T2" fmla="*/ 54 w 54"/>
              <a:gd name="T3" fmla="*/ 14 h 68"/>
              <a:gd name="T4" fmla="*/ 31 w 54"/>
              <a:gd name="T5" fmla="*/ 0 h 68"/>
              <a:gd name="T6" fmla="*/ 0 w 54"/>
              <a:gd name="T7" fmla="*/ 57 h 68"/>
              <a:gd name="T8" fmla="*/ 18 w 54"/>
              <a:gd name="T9" fmla="*/ 68 h 68"/>
            </a:gdLst>
            <a:ahLst/>
            <a:cxnLst>
              <a:cxn ang="0">
                <a:pos x="T0" y="T1"/>
              </a:cxn>
              <a:cxn ang="0">
                <a:pos x="T2" y="T3"/>
              </a:cxn>
              <a:cxn ang="0">
                <a:pos x="T4" y="T5"/>
              </a:cxn>
              <a:cxn ang="0">
                <a:pos x="T6" y="T7"/>
              </a:cxn>
              <a:cxn ang="0">
                <a:pos x="T8" y="T9"/>
              </a:cxn>
            </a:cxnLst>
            <a:rect l="0" t="0" r="r" b="b"/>
            <a:pathLst>
              <a:path w="54" h="68">
                <a:moveTo>
                  <a:pt x="18" y="68"/>
                </a:moveTo>
                <a:cubicBezTo>
                  <a:pt x="54" y="14"/>
                  <a:pt x="54" y="14"/>
                  <a:pt x="54" y="14"/>
                </a:cubicBezTo>
                <a:cubicBezTo>
                  <a:pt x="47" y="9"/>
                  <a:pt x="39" y="4"/>
                  <a:pt x="31" y="0"/>
                </a:cubicBezTo>
                <a:cubicBezTo>
                  <a:pt x="0" y="57"/>
                  <a:pt x="0" y="57"/>
                  <a:pt x="0" y="57"/>
                </a:cubicBezTo>
                <a:cubicBezTo>
                  <a:pt x="6" y="60"/>
                  <a:pt x="12" y="64"/>
                  <a:pt x="18" y="68"/>
                </a:cubicBezTo>
                <a:close/>
              </a:path>
            </a:pathLst>
          </a:custGeom>
          <a:solidFill>
            <a:srgbClr val="2EA7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 name="Freeform 25"/>
          <p:cNvSpPr>
            <a:spLocks/>
          </p:cNvSpPr>
          <p:nvPr/>
        </p:nvSpPr>
        <p:spPr bwMode="auto">
          <a:xfrm>
            <a:off x="7548563" y="2908362"/>
            <a:ext cx="492125" cy="711200"/>
          </a:xfrm>
          <a:custGeom>
            <a:avLst/>
            <a:gdLst>
              <a:gd name="T0" fmla="*/ 14 w 48"/>
              <a:gd name="T1" fmla="*/ 67 h 69"/>
              <a:gd name="T2" fmla="*/ 18 w 48"/>
              <a:gd name="T3" fmla="*/ 69 h 69"/>
              <a:gd name="T4" fmla="*/ 48 w 48"/>
              <a:gd name="T5" fmla="*/ 12 h 69"/>
              <a:gd name="T6" fmla="*/ 43 w 48"/>
              <a:gd name="T7" fmla="*/ 9 h 69"/>
              <a:gd name="T8" fmla="*/ 24 w 48"/>
              <a:gd name="T9" fmla="*/ 0 h 69"/>
              <a:gd name="T10" fmla="*/ 0 w 48"/>
              <a:gd name="T11" fmla="*/ 60 h 69"/>
              <a:gd name="T12" fmla="*/ 14 w 48"/>
              <a:gd name="T13" fmla="*/ 67 h 69"/>
            </a:gdLst>
            <a:ahLst/>
            <a:cxnLst>
              <a:cxn ang="0">
                <a:pos x="T0" y="T1"/>
              </a:cxn>
              <a:cxn ang="0">
                <a:pos x="T2" y="T3"/>
              </a:cxn>
              <a:cxn ang="0">
                <a:pos x="T4" y="T5"/>
              </a:cxn>
              <a:cxn ang="0">
                <a:pos x="T6" y="T7"/>
              </a:cxn>
              <a:cxn ang="0">
                <a:pos x="T8" y="T9"/>
              </a:cxn>
              <a:cxn ang="0">
                <a:pos x="T10" y="T11"/>
              </a:cxn>
              <a:cxn ang="0">
                <a:pos x="T12" y="T13"/>
              </a:cxn>
            </a:cxnLst>
            <a:rect l="0" t="0" r="r" b="b"/>
            <a:pathLst>
              <a:path w="48" h="69">
                <a:moveTo>
                  <a:pt x="14" y="67"/>
                </a:moveTo>
                <a:cubicBezTo>
                  <a:pt x="15" y="68"/>
                  <a:pt x="17" y="68"/>
                  <a:pt x="18" y="69"/>
                </a:cubicBezTo>
                <a:cubicBezTo>
                  <a:pt x="48" y="12"/>
                  <a:pt x="48" y="12"/>
                  <a:pt x="48" y="12"/>
                </a:cubicBezTo>
                <a:cubicBezTo>
                  <a:pt x="46" y="11"/>
                  <a:pt x="45" y="10"/>
                  <a:pt x="43" y="9"/>
                </a:cubicBezTo>
                <a:cubicBezTo>
                  <a:pt x="37" y="6"/>
                  <a:pt x="31" y="3"/>
                  <a:pt x="24" y="0"/>
                </a:cubicBezTo>
                <a:cubicBezTo>
                  <a:pt x="0" y="60"/>
                  <a:pt x="0" y="60"/>
                  <a:pt x="0" y="60"/>
                </a:cubicBezTo>
                <a:cubicBezTo>
                  <a:pt x="5" y="62"/>
                  <a:pt x="10" y="65"/>
                  <a:pt x="14" y="67"/>
                </a:cubicBezTo>
                <a:close/>
              </a:path>
            </a:pathLst>
          </a:custGeom>
          <a:solidFill>
            <a:srgbClr val="2EA7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 name="Freeform 26"/>
          <p:cNvSpPr>
            <a:spLocks/>
          </p:cNvSpPr>
          <p:nvPr/>
        </p:nvSpPr>
        <p:spPr bwMode="auto">
          <a:xfrm>
            <a:off x="2652713" y="5659499"/>
            <a:ext cx="687387" cy="339725"/>
          </a:xfrm>
          <a:custGeom>
            <a:avLst/>
            <a:gdLst>
              <a:gd name="T0" fmla="*/ 67 w 67"/>
              <a:gd name="T1" fmla="*/ 12 h 33"/>
              <a:gd name="T2" fmla="*/ 4 w 67"/>
              <a:gd name="T3" fmla="*/ 0 h 33"/>
              <a:gd name="T4" fmla="*/ 0 w 67"/>
              <a:gd name="T5" fmla="*/ 26 h 33"/>
              <a:gd name="T6" fmla="*/ 64 w 67"/>
              <a:gd name="T7" fmla="*/ 33 h 33"/>
              <a:gd name="T8" fmla="*/ 67 w 67"/>
              <a:gd name="T9" fmla="*/ 12 h 33"/>
            </a:gdLst>
            <a:ahLst/>
            <a:cxnLst>
              <a:cxn ang="0">
                <a:pos x="T0" y="T1"/>
              </a:cxn>
              <a:cxn ang="0">
                <a:pos x="T2" y="T3"/>
              </a:cxn>
              <a:cxn ang="0">
                <a:pos x="T4" y="T5"/>
              </a:cxn>
              <a:cxn ang="0">
                <a:pos x="T6" y="T7"/>
              </a:cxn>
              <a:cxn ang="0">
                <a:pos x="T8" y="T9"/>
              </a:cxn>
            </a:cxnLst>
            <a:rect l="0" t="0" r="r" b="b"/>
            <a:pathLst>
              <a:path w="67" h="33">
                <a:moveTo>
                  <a:pt x="67" y="12"/>
                </a:moveTo>
                <a:cubicBezTo>
                  <a:pt x="4" y="0"/>
                  <a:pt x="4" y="0"/>
                  <a:pt x="4" y="0"/>
                </a:cubicBezTo>
                <a:cubicBezTo>
                  <a:pt x="2" y="8"/>
                  <a:pt x="1" y="17"/>
                  <a:pt x="0" y="26"/>
                </a:cubicBezTo>
                <a:cubicBezTo>
                  <a:pt x="64" y="33"/>
                  <a:pt x="64" y="33"/>
                  <a:pt x="64" y="33"/>
                </a:cubicBezTo>
                <a:cubicBezTo>
                  <a:pt x="65" y="26"/>
                  <a:pt x="66" y="19"/>
                  <a:pt x="67" y="12"/>
                </a:cubicBezTo>
                <a:close/>
              </a:path>
            </a:pathLst>
          </a:custGeom>
          <a:solidFill>
            <a:srgbClr val="8785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 name="Freeform 27"/>
          <p:cNvSpPr>
            <a:spLocks/>
          </p:cNvSpPr>
          <p:nvPr/>
        </p:nvSpPr>
        <p:spPr bwMode="auto">
          <a:xfrm>
            <a:off x="2703513" y="5299137"/>
            <a:ext cx="708025" cy="401637"/>
          </a:xfrm>
          <a:custGeom>
            <a:avLst/>
            <a:gdLst>
              <a:gd name="T0" fmla="*/ 69 w 69"/>
              <a:gd name="T1" fmla="*/ 19 h 39"/>
              <a:gd name="T2" fmla="*/ 7 w 69"/>
              <a:gd name="T3" fmla="*/ 0 h 39"/>
              <a:gd name="T4" fmla="*/ 0 w 69"/>
              <a:gd name="T5" fmla="*/ 26 h 39"/>
              <a:gd name="T6" fmla="*/ 64 w 69"/>
              <a:gd name="T7" fmla="*/ 39 h 39"/>
              <a:gd name="T8" fmla="*/ 69 w 69"/>
              <a:gd name="T9" fmla="*/ 19 h 39"/>
            </a:gdLst>
            <a:ahLst/>
            <a:cxnLst>
              <a:cxn ang="0">
                <a:pos x="T0" y="T1"/>
              </a:cxn>
              <a:cxn ang="0">
                <a:pos x="T2" y="T3"/>
              </a:cxn>
              <a:cxn ang="0">
                <a:pos x="T4" y="T5"/>
              </a:cxn>
              <a:cxn ang="0">
                <a:pos x="T6" y="T7"/>
              </a:cxn>
              <a:cxn ang="0">
                <a:pos x="T8" y="T9"/>
              </a:cxn>
            </a:cxnLst>
            <a:rect l="0" t="0" r="r" b="b"/>
            <a:pathLst>
              <a:path w="69" h="39">
                <a:moveTo>
                  <a:pt x="69" y="19"/>
                </a:moveTo>
                <a:cubicBezTo>
                  <a:pt x="7" y="0"/>
                  <a:pt x="7" y="0"/>
                  <a:pt x="7" y="0"/>
                </a:cubicBezTo>
                <a:cubicBezTo>
                  <a:pt x="4" y="9"/>
                  <a:pt x="2" y="17"/>
                  <a:pt x="0" y="26"/>
                </a:cubicBezTo>
                <a:cubicBezTo>
                  <a:pt x="64" y="39"/>
                  <a:pt x="64" y="39"/>
                  <a:pt x="64" y="39"/>
                </a:cubicBezTo>
                <a:cubicBezTo>
                  <a:pt x="65" y="32"/>
                  <a:pt x="67" y="26"/>
                  <a:pt x="69" y="19"/>
                </a:cubicBezTo>
                <a:close/>
              </a:path>
            </a:pathLst>
          </a:custGeom>
          <a:solidFill>
            <a:srgbClr val="8785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 name="Freeform 28"/>
          <p:cNvSpPr>
            <a:spLocks/>
          </p:cNvSpPr>
          <p:nvPr/>
        </p:nvSpPr>
        <p:spPr bwMode="auto">
          <a:xfrm>
            <a:off x="4017963" y="3270312"/>
            <a:ext cx="595312" cy="679450"/>
          </a:xfrm>
          <a:custGeom>
            <a:avLst/>
            <a:gdLst>
              <a:gd name="T0" fmla="*/ 58 w 58"/>
              <a:gd name="T1" fmla="*/ 54 h 66"/>
              <a:gd name="T2" fmla="*/ 22 w 58"/>
              <a:gd name="T3" fmla="*/ 0 h 66"/>
              <a:gd name="T4" fmla="*/ 0 w 58"/>
              <a:gd name="T5" fmla="*/ 16 h 66"/>
              <a:gd name="T6" fmla="*/ 41 w 58"/>
              <a:gd name="T7" fmla="*/ 66 h 66"/>
              <a:gd name="T8" fmla="*/ 58 w 58"/>
              <a:gd name="T9" fmla="*/ 54 h 66"/>
            </a:gdLst>
            <a:ahLst/>
            <a:cxnLst>
              <a:cxn ang="0">
                <a:pos x="T0" y="T1"/>
              </a:cxn>
              <a:cxn ang="0">
                <a:pos x="T2" y="T3"/>
              </a:cxn>
              <a:cxn ang="0">
                <a:pos x="T4" y="T5"/>
              </a:cxn>
              <a:cxn ang="0">
                <a:pos x="T6" y="T7"/>
              </a:cxn>
              <a:cxn ang="0">
                <a:pos x="T8" y="T9"/>
              </a:cxn>
            </a:cxnLst>
            <a:rect l="0" t="0" r="r" b="b"/>
            <a:pathLst>
              <a:path w="58" h="66">
                <a:moveTo>
                  <a:pt x="58" y="54"/>
                </a:moveTo>
                <a:cubicBezTo>
                  <a:pt x="22" y="0"/>
                  <a:pt x="22" y="0"/>
                  <a:pt x="22" y="0"/>
                </a:cubicBezTo>
                <a:cubicBezTo>
                  <a:pt x="14" y="5"/>
                  <a:pt x="7" y="10"/>
                  <a:pt x="0" y="16"/>
                </a:cubicBezTo>
                <a:cubicBezTo>
                  <a:pt x="41" y="66"/>
                  <a:pt x="41" y="66"/>
                  <a:pt x="41" y="66"/>
                </a:cubicBezTo>
                <a:cubicBezTo>
                  <a:pt x="46" y="62"/>
                  <a:pt x="52" y="58"/>
                  <a:pt x="58" y="54"/>
                </a:cubicBezTo>
                <a:close/>
              </a:path>
            </a:pathLst>
          </a:custGeom>
          <a:solidFill>
            <a:srgbClr val="8785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 name="Freeform 29"/>
          <p:cNvSpPr>
            <a:spLocks/>
          </p:cNvSpPr>
          <p:nvPr/>
        </p:nvSpPr>
        <p:spPr bwMode="auto">
          <a:xfrm>
            <a:off x="2795588" y="4948299"/>
            <a:ext cx="708025" cy="463550"/>
          </a:xfrm>
          <a:custGeom>
            <a:avLst/>
            <a:gdLst>
              <a:gd name="T0" fmla="*/ 66 w 69"/>
              <a:gd name="T1" fmla="*/ 34 h 45"/>
              <a:gd name="T2" fmla="*/ 69 w 69"/>
              <a:gd name="T3" fmla="*/ 25 h 45"/>
              <a:gd name="T4" fmla="*/ 9 w 69"/>
              <a:gd name="T5" fmla="*/ 0 h 45"/>
              <a:gd name="T6" fmla="*/ 5 w 69"/>
              <a:gd name="T7" fmla="*/ 13 h 45"/>
              <a:gd name="T8" fmla="*/ 0 w 69"/>
              <a:gd name="T9" fmla="*/ 26 h 45"/>
              <a:gd name="T10" fmla="*/ 62 w 69"/>
              <a:gd name="T11" fmla="*/ 45 h 45"/>
              <a:gd name="T12" fmla="*/ 66 w 69"/>
              <a:gd name="T13" fmla="*/ 34 h 45"/>
            </a:gdLst>
            <a:ahLst/>
            <a:cxnLst>
              <a:cxn ang="0">
                <a:pos x="T0" y="T1"/>
              </a:cxn>
              <a:cxn ang="0">
                <a:pos x="T2" y="T3"/>
              </a:cxn>
              <a:cxn ang="0">
                <a:pos x="T4" y="T5"/>
              </a:cxn>
              <a:cxn ang="0">
                <a:pos x="T6" y="T7"/>
              </a:cxn>
              <a:cxn ang="0">
                <a:pos x="T8" y="T9"/>
              </a:cxn>
              <a:cxn ang="0">
                <a:pos x="T10" y="T11"/>
              </a:cxn>
              <a:cxn ang="0">
                <a:pos x="T12" y="T13"/>
              </a:cxn>
            </a:cxnLst>
            <a:rect l="0" t="0" r="r" b="b"/>
            <a:pathLst>
              <a:path w="69" h="45">
                <a:moveTo>
                  <a:pt x="66" y="34"/>
                </a:moveTo>
                <a:cubicBezTo>
                  <a:pt x="67" y="31"/>
                  <a:pt x="68" y="28"/>
                  <a:pt x="69" y="25"/>
                </a:cubicBezTo>
                <a:cubicBezTo>
                  <a:pt x="9" y="0"/>
                  <a:pt x="9" y="0"/>
                  <a:pt x="9" y="0"/>
                </a:cubicBezTo>
                <a:cubicBezTo>
                  <a:pt x="8" y="4"/>
                  <a:pt x="6" y="9"/>
                  <a:pt x="5" y="13"/>
                </a:cubicBezTo>
                <a:cubicBezTo>
                  <a:pt x="3" y="17"/>
                  <a:pt x="2" y="21"/>
                  <a:pt x="0" y="26"/>
                </a:cubicBezTo>
                <a:cubicBezTo>
                  <a:pt x="62" y="45"/>
                  <a:pt x="62" y="45"/>
                  <a:pt x="62" y="45"/>
                </a:cubicBezTo>
                <a:cubicBezTo>
                  <a:pt x="63" y="41"/>
                  <a:pt x="65" y="38"/>
                  <a:pt x="66" y="34"/>
                </a:cubicBezTo>
                <a:close/>
              </a:path>
            </a:pathLst>
          </a:custGeom>
          <a:solidFill>
            <a:srgbClr val="8785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 name="Freeform 30"/>
          <p:cNvSpPr>
            <a:spLocks/>
          </p:cNvSpPr>
          <p:nvPr/>
        </p:nvSpPr>
        <p:spPr bwMode="auto">
          <a:xfrm>
            <a:off x="3751263" y="3495737"/>
            <a:ext cx="614362" cy="649287"/>
          </a:xfrm>
          <a:custGeom>
            <a:avLst/>
            <a:gdLst>
              <a:gd name="T0" fmla="*/ 58 w 60"/>
              <a:gd name="T1" fmla="*/ 51 h 63"/>
              <a:gd name="T2" fmla="*/ 60 w 60"/>
              <a:gd name="T3" fmla="*/ 50 h 63"/>
              <a:gd name="T4" fmla="*/ 19 w 60"/>
              <a:gd name="T5" fmla="*/ 0 h 63"/>
              <a:gd name="T6" fmla="*/ 16 w 60"/>
              <a:gd name="T7" fmla="*/ 2 h 63"/>
              <a:gd name="T8" fmla="*/ 0 w 60"/>
              <a:gd name="T9" fmla="*/ 17 h 63"/>
              <a:gd name="T10" fmla="*/ 45 w 60"/>
              <a:gd name="T11" fmla="*/ 63 h 63"/>
              <a:gd name="T12" fmla="*/ 58 w 60"/>
              <a:gd name="T13" fmla="*/ 51 h 63"/>
            </a:gdLst>
            <a:ahLst/>
            <a:cxnLst>
              <a:cxn ang="0">
                <a:pos x="T0" y="T1"/>
              </a:cxn>
              <a:cxn ang="0">
                <a:pos x="T2" y="T3"/>
              </a:cxn>
              <a:cxn ang="0">
                <a:pos x="T4" y="T5"/>
              </a:cxn>
              <a:cxn ang="0">
                <a:pos x="T6" y="T7"/>
              </a:cxn>
              <a:cxn ang="0">
                <a:pos x="T8" y="T9"/>
              </a:cxn>
              <a:cxn ang="0">
                <a:pos x="T10" y="T11"/>
              </a:cxn>
              <a:cxn ang="0">
                <a:pos x="T12" y="T13"/>
              </a:cxn>
            </a:cxnLst>
            <a:rect l="0" t="0" r="r" b="b"/>
            <a:pathLst>
              <a:path w="60" h="63">
                <a:moveTo>
                  <a:pt x="58" y="51"/>
                </a:moveTo>
                <a:cubicBezTo>
                  <a:pt x="59" y="51"/>
                  <a:pt x="59" y="50"/>
                  <a:pt x="60" y="50"/>
                </a:cubicBezTo>
                <a:cubicBezTo>
                  <a:pt x="19" y="0"/>
                  <a:pt x="19" y="0"/>
                  <a:pt x="19" y="0"/>
                </a:cubicBezTo>
                <a:cubicBezTo>
                  <a:pt x="18" y="0"/>
                  <a:pt x="17" y="1"/>
                  <a:pt x="16" y="2"/>
                </a:cubicBezTo>
                <a:cubicBezTo>
                  <a:pt x="10" y="7"/>
                  <a:pt x="5" y="12"/>
                  <a:pt x="0" y="17"/>
                </a:cubicBezTo>
                <a:cubicBezTo>
                  <a:pt x="45" y="63"/>
                  <a:pt x="45" y="63"/>
                  <a:pt x="45" y="63"/>
                </a:cubicBezTo>
                <a:cubicBezTo>
                  <a:pt x="50" y="59"/>
                  <a:pt x="54" y="55"/>
                  <a:pt x="58" y="51"/>
                </a:cubicBezTo>
                <a:close/>
              </a:path>
            </a:pathLst>
          </a:custGeom>
          <a:solidFill>
            <a:srgbClr val="8785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 name="Freeform 31"/>
          <p:cNvSpPr>
            <a:spLocks/>
          </p:cNvSpPr>
          <p:nvPr/>
        </p:nvSpPr>
        <p:spPr bwMode="auto">
          <a:xfrm>
            <a:off x="3494088" y="3732274"/>
            <a:ext cx="657225" cy="628650"/>
          </a:xfrm>
          <a:custGeom>
            <a:avLst/>
            <a:gdLst>
              <a:gd name="T0" fmla="*/ 57 w 64"/>
              <a:gd name="T1" fmla="*/ 54 h 61"/>
              <a:gd name="T2" fmla="*/ 64 w 64"/>
              <a:gd name="T3" fmla="*/ 46 h 61"/>
              <a:gd name="T4" fmla="*/ 19 w 64"/>
              <a:gd name="T5" fmla="*/ 0 h 61"/>
              <a:gd name="T6" fmla="*/ 9 w 64"/>
              <a:gd name="T7" fmla="*/ 11 h 61"/>
              <a:gd name="T8" fmla="*/ 0 w 64"/>
              <a:gd name="T9" fmla="*/ 20 h 61"/>
              <a:gd name="T10" fmla="*/ 50 w 64"/>
              <a:gd name="T11" fmla="*/ 61 h 61"/>
              <a:gd name="T12" fmla="*/ 57 w 64"/>
              <a:gd name="T13" fmla="*/ 54 h 61"/>
            </a:gdLst>
            <a:ahLst/>
            <a:cxnLst>
              <a:cxn ang="0">
                <a:pos x="T0" y="T1"/>
              </a:cxn>
              <a:cxn ang="0">
                <a:pos x="T2" y="T3"/>
              </a:cxn>
              <a:cxn ang="0">
                <a:pos x="T4" y="T5"/>
              </a:cxn>
              <a:cxn ang="0">
                <a:pos x="T6" y="T7"/>
              </a:cxn>
              <a:cxn ang="0">
                <a:pos x="T8" y="T9"/>
              </a:cxn>
              <a:cxn ang="0">
                <a:pos x="T10" y="T11"/>
              </a:cxn>
              <a:cxn ang="0">
                <a:pos x="T12" y="T13"/>
              </a:cxn>
            </a:cxnLst>
            <a:rect l="0" t="0" r="r" b="b"/>
            <a:pathLst>
              <a:path w="64" h="61">
                <a:moveTo>
                  <a:pt x="57" y="54"/>
                </a:moveTo>
                <a:cubicBezTo>
                  <a:pt x="59" y="51"/>
                  <a:pt x="62" y="49"/>
                  <a:pt x="64" y="46"/>
                </a:cubicBezTo>
                <a:cubicBezTo>
                  <a:pt x="19" y="0"/>
                  <a:pt x="19" y="0"/>
                  <a:pt x="19" y="0"/>
                </a:cubicBezTo>
                <a:cubicBezTo>
                  <a:pt x="15" y="4"/>
                  <a:pt x="12" y="7"/>
                  <a:pt x="9" y="11"/>
                </a:cubicBezTo>
                <a:cubicBezTo>
                  <a:pt x="6" y="14"/>
                  <a:pt x="3" y="17"/>
                  <a:pt x="0" y="20"/>
                </a:cubicBezTo>
                <a:cubicBezTo>
                  <a:pt x="50" y="61"/>
                  <a:pt x="50" y="61"/>
                  <a:pt x="50" y="61"/>
                </a:cubicBezTo>
                <a:cubicBezTo>
                  <a:pt x="52" y="59"/>
                  <a:pt x="55" y="56"/>
                  <a:pt x="57" y="54"/>
                </a:cubicBezTo>
                <a:close/>
              </a:path>
            </a:pathLst>
          </a:custGeom>
          <a:solidFill>
            <a:srgbClr val="8785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 name="Freeform 32"/>
          <p:cNvSpPr>
            <a:spLocks/>
          </p:cNvSpPr>
          <p:nvPr/>
        </p:nvSpPr>
        <p:spPr bwMode="auto">
          <a:xfrm>
            <a:off x="2928938" y="4618099"/>
            <a:ext cx="698500" cy="504825"/>
          </a:xfrm>
          <a:custGeom>
            <a:avLst/>
            <a:gdLst>
              <a:gd name="T0" fmla="*/ 68 w 68"/>
              <a:gd name="T1" fmla="*/ 31 h 49"/>
              <a:gd name="T2" fmla="*/ 11 w 68"/>
              <a:gd name="T3" fmla="*/ 0 h 49"/>
              <a:gd name="T4" fmla="*/ 0 w 68"/>
              <a:gd name="T5" fmla="*/ 24 h 49"/>
              <a:gd name="T6" fmla="*/ 60 w 68"/>
              <a:gd name="T7" fmla="*/ 49 h 49"/>
              <a:gd name="T8" fmla="*/ 68 w 68"/>
              <a:gd name="T9" fmla="*/ 31 h 49"/>
            </a:gdLst>
            <a:ahLst/>
            <a:cxnLst>
              <a:cxn ang="0">
                <a:pos x="T0" y="T1"/>
              </a:cxn>
              <a:cxn ang="0">
                <a:pos x="T2" y="T3"/>
              </a:cxn>
              <a:cxn ang="0">
                <a:pos x="T4" y="T5"/>
              </a:cxn>
              <a:cxn ang="0">
                <a:pos x="T6" y="T7"/>
              </a:cxn>
              <a:cxn ang="0">
                <a:pos x="T8" y="T9"/>
              </a:cxn>
            </a:cxnLst>
            <a:rect l="0" t="0" r="r" b="b"/>
            <a:pathLst>
              <a:path w="68" h="49">
                <a:moveTo>
                  <a:pt x="68" y="31"/>
                </a:moveTo>
                <a:cubicBezTo>
                  <a:pt x="11" y="0"/>
                  <a:pt x="11" y="0"/>
                  <a:pt x="11" y="0"/>
                </a:cubicBezTo>
                <a:cubicBezTo>
                  <a:pt x="7" y="8"/>
                  <a:pt x="3" y="16"/>
                  <a:pt x="0" y="24"/>
                </a:cubicBezTo>
                <a:cubicBezTo>
                  <a:pt x="60" y="49"/>
                  <a:pt x="60" y="49"/>
                  <a:pt x="60" y="49"/>
                </a:cubicBezTo>
                <a:cubicBezTo>
                  <a:pt x="62" y="43"/>
                  <a:pt x="65" y="37"/>
                  <a:pt x="68" y="31"/>
                </a:cubicBezTo>
                <a:close/>
              </a:path>
            </a:pathLst>
          </a:custGeom>
          <a:solidFill>
            <a:srgbClr val="8785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 name="Freeform 33"/>
          <p:cNvSpPr>
            <a:spLocks/>
          </p:cNvSpPr>
          <p:nvPr/>
        </p:nvSpPr>
        <p:spPr bwMode="auto">
          <a:xfrm>
            <a:off x="3278188" y="4011674"/>
            <a:ext cx="677862" cy="585787"/>
          </a:xfrm>
          <a:custGeom>
            <a:avLst/>
            <a:gdLst>
              <a:gd name="T0" fmla="*/ 55 w 66"/>
              <a:gd name="T1" fmla="*/ 56 h 57"/>
              <a:gd name="T2" fmla="*/ 66 w 66"/>
              <a:gd name="T3" fmla="*/ 41 h 57"/>
              <a:gd name="T4" fmla="*/ 16 w 66"/>
              <a:gd name="T5" fmla="*/ 0 h 57"/>
              <a:gd name="T6" fmla="*/ 1 w 66"/>
              <a:gd name="T7" fmla="*/ 19 h 57"/>
              <a:gd name="T8" fmla="*/ 0 w 66"/>
              <a:gd name="T9" fmla="*/ 21 h 57"/>
              <a:gd name="T10" fmla="*/ 54 w 66"/>
              <a:gd name="T11" fmla="*/ 57 h 57"/>
              <a:gd name="T12" fmla="*/ 55 w 66"/>
              <a:gd name="T13" fmla="*/ 56 h 57"/>
            </a:gdLst>
            <a:ahLst/>
            <a:cxnLst>
              <a:cxn ang="0">
                <a:pos x="T0" y="T1"/>
              </a:cxn>
              <a:cxn ang="0">
                <a:pos x="T2" y="T3"/>
              </a:cxn>
              <a:cxn ang="0">
                <a:pos x="T4" y="T5"/>
              </a:cxn>
              <a:cxn ang="0">
                <a:pos x="T6" y="T7"/>
              </a:cxn>
              <a:cxn ang="0">
                <a:pos x="T8" y="T9"/>
              </a:cxn>
              <a:cxn ang="0">
                <a:pos x="T10" y="T11"/>
              </a:cxn>
              <a:cxn ang="0">
                <a:pos x="T12" y="T13"/>
              </a:cxn>
            </a:cxnLst>
            <a:rect l="0" t="0" r="r" b="b"/>
            <a:pathLst>
              <a:path w="66" h="57">
                <a:moveTo>
                  <a:pt x="55" y="56"/>
                </a:moveTo>
                <a:cubicBezTo>
                  <a:pt x="58" y="51"/>
                  <a:pt x="62" y="46"/>
                  <a:pt x="66" y="41"/>
                </a:cubicBezTo>
                <a:cubicBezTo>
                  <a:pt x="16" y="0"/>
                  <a:pt x="16" y="0"/>
                  <a:pt x="16" y="0"/>
                </a:cubicBezTo>
                <a:cubicBezTo>
                  <a:pt x="11" y="6"/>
                  <a:pt x="6" y="13"/>
                  <a:pt x="1" y="19"/>
                </a:cubicBezTo>
                <a:cubicBezTo>
                  <a:pt x="1" y="20"/>
                  <a:pt x="1" y="21"/>
                  <a:pt x="0" y="21"/>
                </a:cubicBezTo>
                <a:cubicBezTo>
                  <a:pt x="54" y="57"/>
                  <a:pt x="54" y="57"/>
                  <a:pt x="54" y="57"/>
                </a:cubicBezTo>
                <a:cubicBezTo>
                  <a:pt x="54" y="57"/>
                  <a:pt x="54" y="57"/>
                  <a:pt x="55" y="56"/>
                </a:cubicBezTo>
                <a:close/>
              </a:path>
            </a:pathLst>
          </a:custGeom>
          <a:solidFill>
            <a:srgbClr val="8785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 name="Freeform 34"/>
          <p:cNvSpPr>
            <a:spLocks/>
          </p:cNvSpPr>
          <p:nvPr/>
        </p:nvSpPr>
        <p:spPr bwMode="auto">
          <a:xfrm>
            <a:off x="3082925" y="4299012"/>
            <a:ext cx="698500" cy="557212"/>
          </a:xfrm>
          <a:custGeom>
            <a:avLst/>
            <a:gdLst>
              <a:gd name="T0" fmla="*/ 68 w 68"/>
              <a:gd name="T1" fmla="*/ 37 h 54"/>
              <a:gd name="T2" fmla="*/ 14 w 68"/>
              <a:gd name="T3" fmla="*/ 0 h 54"/>
              <a:gd name="T4" fmla="*/ 0 w 68"/>
              <a:gd name="T5" fmla="*/ 24 h 54"/>
              <a:gd name="T6" fmla="*/ 57 w 68"/>
              <a:gd name="T7" fmla="*/ 54 h 54"/>
              <a:gd name="T8" fmla="*/ 68 w 68"/>
              <a:gd name="T9" fmla="*/ 37 h 54"/>
            </a:gdLst>
            <a:ahLst/>
            <a:cxnLst>
              <a:cxn ang="0">
                <a:pos x="T0" y="T1"/>
              </a:cxn>
              <a:cxn ang="0">
                <a:pos x="T2" y="T3"/>
              </a:cxn>
              <a:cxn ang="0">
                <a:pos x="T4" y="T5"/>
              </a:cxn>
              <a:cxn ang="0">
                <a:pos x="T6" y="T7"/>
              </a:cxn>
              <a:cxn ang="0">
                <a:pos x="T8" y="T9"/>
              </a:cxn>
            </a:cxnLst>
            <a:rect l="0" t="0" r="r" b="b"/>
            <a:pathLst>
              <a:path w="68" h="54">
                <a:moveTo>
                  <a:pt x="68" y="37"/>
                </a:moveTo>
                <a:cubicBezTo>
                  <a:pt x="14" y="0"/>
                  <a:pt x="14" y="0"/>
                  <a:pt x="14" y="0"/>
                </a:cubicBezTo>
                <a:cubicBezTo>
                  <a:pt x="9" y="8"/>
                  <a:pt x="5" y="16"/>
                  <a:pt x="0" y="24"/>
                </a:cubicBezTo>
                <a:cubicBezTo>
                  <a:pt x="57" y="54"/>
                  <a:pt x="57" y="54"/>
                  <a:pt x="57" y="54"/>
                </a:cubicBezTo>
                <a:cubicBezTo>
                  <a:pt x="61" y="48"/>
                  <a:pt x="64" y="42"/>
                  <a:pt x="68" y="37"/>
                </a:cubicBezTo>
                <a:close/>
              </a:path>
            </a:pathLst>
          </a:custGeom>
          <a:solidFill>
            <a:srgbClr val="8785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 name="Freeform 68"/>
          <p:cNvSpPr>
            <a:spLocks/>
          </p:cNvSpPr>
          <p:nvPr/>
        </p:nvSpPr>
        <p:spPr bwMode="auto">
          <a:xfrm>
            <a:off x="2416175" y="2384487"/>
            <a:ext cx="7842250" cy="3635375"/>
          </a:xfrm>
          <a:custGeom>
            <a:avLst/>
            <a:gdLst>
              <a:gd name="T0" fmla="*/ 18 w 764"/>
              <a:gd name="T1" fmla="*/ 309 h 353"/>
              <a:gd name="T2" fmla="*/ 32 w 764"/>
              <a:gd name="T3" fmla="*/ 258 h 353"/>
              <a:gd name="T4" fmla="*/ 52 w 764"/>
              <a:gd name="T5" fmla="*/ 212 h 353"/>
              <a:gd name="T6" fmla="*/ 77 w 764"/>
              <a:gd name="T7" fmla="*/ 171 h 353"/>
              <a:gd name="T8" fmla="*/ 106 w 764"/>
              <a:gd name="T9" fmla="*/ 135 h 353"/>
              <a:gd name="T10" fmla="*/ 139 w 764"/>
              <a:gd name="T11" fmla="*/ 102 h 353"/>
              <a:gd name="T12" fmla="*/ 177 w 764"/>
              <a:gd name="T13" fmla="*/ 74 h 353"/>
              <a:gd name="T14" fmla="*/ 218 w 764"/>
              <a:gd name="T15" fmla="*/ 50 h 353"/>
              <a:gd name="T16" fmla="*/ 265 w 764"/>
              <a:gd name="T17" fmla="*/ 31 h 353"/>
              <a:gd name="T18" fmla="*/ 317 w 764"/>
              <a:gd name="T19" fmla="*/ 18 h 353"/>
              <a:gd name="T20" fmla="*/ 377 w 764"/>
              <a:gd name="T21" fmla="*/ 12 h 353"/>
              <a:gd name="T22" fmla="*/ 382 w 764"/>
              <a:gd name="T23" fmla="*/ 12 h 353"/>
              <a:gd name="T24" fmla="*/ 449 w 764"/>
              <a:gd name="T25" fmla="*/ 18 h 353"/>
              <a:gd name="T26" fmla="*/ 548 w 764"/>
              <a:gd name="T27" fmla="*/ 51 h 353"/>
              <a:gd name="T28" fmla="*/ 715 w 764"/>
              <a:gd name="T29" fmla="*/ 218 h 353"/>
              <a:gd name="T30" fmla="*/ 748 w 764"/>
              <a:gd name="T31" fmla="*/ 316 h 353"/>
              <a:gd name="T32" fmla="*/ 752 w 764"/>
              <a:gd name="T33" fmla="*/ 353 h 353"/>
              <a:gd name="T34" fmla="*/ 764 w 764"/>
              <a:gd name="T35" fmla="*/ 353 h 353"/>
              <a:gd name="T36" fmla="*/ 759 w 764"/>
              <a:gd name="T37" fmla="*/ 314 h 353"/>
              <a:gd name="T38" fmla="*/ 725 w 764"/>
              <a:gd name="T39" fmla="*/ 213 h 353"/>
              <a:gd name="T40" fmla="*/ 553 w 764"/>
              <a:gd name="T41" fmla="*/ 41 h 353"/>
              <a:gd name="T42" fmla="*/ 451 w 764"/>
              <a:gd name="T43" fmla="*/ 7 h 353"/>
              <a:gd name="T44" fmla="*/ 382 w 764"/>
              <a:gd name="T45" fmla="*/ 0 h 353"/>
              <a:gd name="T46" fmla="*/ 377 w 764"/>
              <a:gd name="T47" fmla="*/ 1 h 353"/>
              <a:gd name="T48" fmla="*/ 315 w 764"/>
              <a:gd name="T49" fmla="*/ 6 h 353"/>
              <a:gd name="T50" fmla="*/ 261 w 764"/>
              <a:gd name="T51" fmla="*/ 20 h 353"/>
              <a:gd name="T52" fmla="*/ 213 w 764"/>
              <a:gd name="T53" fmla="*/ 40 h 353"/>
              <a:gd name="T54" fmla="*/ 170 w 764"/>
              <a:gd name="T55" fmla="*/ 64 h 353"/>
              <a:gd name="T56" fmla="*/ 132 w 764"/>
              <a:gd name="T57" fmla="*/ 94 h 353"/>
              <a:gd name="T58" fmla="*/ 98 w 764"/>
              <a:gd name="T59" fmla="*/ 127 h 353"/>
              <a:gd name="T60" fmla="*/ 68 w 764"/>
              <a:gd name="T61" fmla="*/ 165 h 353"/>
              <a:gd name="T62" fmla="*/ 42 w 764"/>
              <a:gd name="T63" fmla="*/ 207 h 353"/>
              <a:gd name="T64" fmla="*/ 21 w 764"/>
              <a:gd name="T65" fmla="*/ 254 h 353"/>
              <a:gd name="T66" fmla="*/ 7 w 764"/>
              <a:gd name="T67" fmla="*/ 307 h 353"/>
              <a:gd name="T68" fmla="*/ 0 w 764"/>
              <a:gd name="T69" fmla="*/ 353 h 353"/>
              <a:gd name="T70" fmla="*/ 12 w 764"/>
              <a:gd name="T71" fmla="*/ 353 h 353"/>
              <a:gd name="T72" fmla="*/ 18 w 764"/>
              <a:gd name="T73" fmla="*/ 309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4" h="353">
                <a:moveTo>
                  <a:pt x="18" y="309"/>
                </a:moveTo>
                <a:cubicBezTo>
                  <a:pt x="21" y="292"/>
                  <a:pt x="26" y="275"/>
                  <a:pt x="32" y="258"/>
                </a:cubicBezTo>
                <a:cubicBezTo>
                  <a:pt x="38" y="242"/>
                  <a:pt x="45" y="227"/>
                  <a:pt x="52" y="212"/>
                </a:cubicBezTo>
                <a:cubicBezTo>
                  <a:pt x="60" y="198"/>
                  <a:pt x="68" y="184"/>
                  <a:pt x="77" y="171"/>
                </a:cubicBezTo>
                <a:cubicBezTo>
                  <a:pt x="86" y="159"/>
                  <a:pt x="96" y="146"/>
                  <a:pt x="106" y="135"/>
                </a:cubicBezTo>
                <a:cubicBezTo>
                  <a:pt x="116" y="123"/>
                  <a:pt x="127" y="112"/>
                  <a:pt x="139" y="102"/>
                </a:cubicBezTo>
                <a:cubicBezTo>
                  <a:pt x="151" y="92"/>
                  <a:pt x="163" y="83"/>
                  <a:pt x="177" y="74"/>
                </a:cubicBezTo>
                <a:cubicBezTo>
                  <a:pt x="190" y="65"/>
                  <a:pt x="204" y="57"/>
                  <a:pt x="218" y="50"/>
                </a:cubicBezTo>
                <a:cubicBezTo>
                  <a:pt x="233" y="42"/>
                  <a:pt x="249" y="36"/>
                  <a:pt x="265" y="31"/>
                </a:cubicBezTo>
                <a:cubicBezTo>
                  <a:pt x="282" y="25"/>
                  <a:pt x="299" y="21"/>
                  <a:pt x="317" y="18"/>
                </a:cubicBezTo>
                <a:cubicBezTo>
                  <a:pt x="337" y="14"/>
                  <a:pt x="357" y="12"/>
                  <a:pt x="377" y="12"/>
                </a:cubicBezTo>
                <a:cubicBezTo>
                  <a:pt x="379" y="12"/>
                  <a:pt x="381" y="12"/>
                  <a:pt x="382" y="12"/>
                </a:cubicBezTo>
                <a:cubicBezTo>
                  <a:pt x="405" y="12"/>
                  <a:pt x="427" y="14"/>
                  <a:pt x="449" y="18"/>
                </a:cubicBezTo>
                <a:cubicBezTo>
                  <a:pt x="484" y="24"/>
                  <a:pt x="517" y="36"/>
                  <a:pt x="548" y="51"/>
                </a:cubicBezTo>
                <a:cubicBezTo>
                  <a:pt x="620" y="87"/>
                  <a:pt x="679" y="146"/>
                  <a:pt x="715" y="218"/>
                </a:cubicBezTo>
                <a:cubicBezTo>
                  <a:pt x="730" y="248"/>
                  <a:pt x="741" y="282"/>
                  <a:pt x="748" y="316"/>
                </a:cubicBezTo>
                <a:cubicBezTo>
                  <a:pt x="750" y="328"/>
                  <a:pt x="751" y="340"/>
                  <a:pt x="752" y="353"/>
                </a:cubicBezTo>
                <a:cubicBezTo>
                  <a:pt x="764" y="353"/>
                  <a:pt x="764" y="353"/>
                  <a:pt x="764" y="353"/>
                </a:cubicBezTo>
                <a:cubicBezTo>
                  <a:pt x="763" y="340"/>
                  <a:pt x="761" y="327"/>
                  <a:pt x="759" y="314"/>
                </a:cubicBezTo>
                <a:cubicBezTo>
                  <a:pt x="752" y="278"/>
                  <a:pt x="741" y="244"/>
                  <a:pt x="725" y="213"/>
                </a:cubicBezTo>
                <a:cubicBezTo>
                  <a:pt x="688" y="138"/>
                  <a:pt x="627" y="78"/>
                  <a:pt x="553" y="41"/>
                </a:cubicBezTo>
                <a:cubicBezTo>
                  <a:pt x="521" y="25"/>
                  <a:pt x="487" y="13"/>
                  <a:pt x="451" y="7"/>
                </a:cubicBezTo>
                <a:cubicBezTo>
                  <a:pt x="429" y="3"/>
                  <a:pt x="406" y="0"/>
                  <a:pt x="382" y="0"/>
                </a:cubicBezTo>
                <a:cubicBezTo>
                  <a:pt x="380" y="0"/>
                  <a:pt x="379" y="1"/>
                  <a:pt x="377" y="1"/>
                </a:cubicBezTo>
                <a:cubicBezTo>
                  <a:pt x="356" y="1"/>
                  <a:pt x="336" y="3"/>
                  <a:pt x="315" y="6"/>
                </a:cubicBezTo>
                <a:cubicBezTo>
                  <a:pt x="297" y="10"/>
                  <a:pt x="279" y="14"/>
                  <a:pt x="261" y="20"/>
                </a:cubicBezTo>
                <a:cubicBezTo>
                  <a:pt x="245" y="26"/>
                  <a:pt x="229" y="32"/>
                  <a:pt x="213" y="40"/>
                </a:cubicBezTo>
                <a:cubicBezTo>
                  <a:pt x="198" y="47"/>
                  <a:pt x="184" y="55"/>
                  <a:pt x="170" y="64"/>
                </a:cubicBezTo>
                <a:cubicBezTo>
                  <a:pt x="157" y="73"/>
                  <a:pt x="144" y="83"/>
                  <a:pt x="132" y="94"/>
                </a:cubicBezTo>
                <a:cubicBezTo>
                  <a:pt x="120" y="104"/>
                  <a:pt x="108" y="115"/>
                  <a:pt x="98" y="127"/>
                </a:cubicBezTo>
                <a:cubicBezTo>
                  <a:pt x="87" y="139"/>
                  <a:pt x="77" y="152"/>
                  <a:pt x="68" y="165"/>
                </a:cubicBezTo>
                <a:cubicBezTo>
                  <a:pt x="58" y="178"/>
                  <a:pt x="50" y="193"/>
                  <a:pt x="42" y="207"/>
                </a:cubicBezTo>
                <a:cubicBezTo>
                  <a:pt x="34" y="222"/>
                  <a:pt x="27" y="238"/>
                  <a:pt x="21" y="254"/>
                </a:cubicBezTo>
                <a:cubicBezTo>
                  <a:pt x="15" y="271"/>
                  <a:pt x="10" y="289"/>
                  <a:pt x="7" y="307"/>
                </a:cubicBezTo>
                <a:cubicBezTo>
                  <a:pt x="4" y="322"/>
                  <a:pt x="2" y="337"/>
                  <a:pt x="0" y="353"/>
                </a:cubicBezTo>
                <a:cubicBezTo>
                  <a:pt x="12" y="353"/>
                  <a:pt x="12" y="353"/>
                  <a:pt x="12" y="353"/>
                </a:cubicBezTo>
                <a:cubicBezTo>
                  <a:pt x="13" y="338"/>
                  <a:pt x="15" y="324"/>
                  <a:pt x="18" y="309"/>
                </a:cubicBezTo>
                <a:close/>
              </a:path>
            </a:pathLst>
          </a:custGeom>
          <a:solidFill>
            <a:srgbClr val="A19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 name="Freeform 69"/>
          <p:cNvSpPr>
            <a:spLocks/>
          </p:cNvSpPr>
          <p:nvPr/>
        </p:nvSpPr>
        <p:spPr bwMode="auto">
          <a:xfrm>
            <a:off x="3443288" y="3403662"/>
            <a:ext cx="5788025" cy="2616200"/>
          </a:xfrm>
          <a:custGeom>
            <a:avLst/>
            <a:gdLst>
              <a:gd name="T0" fmla="*/ 561 w 564"/>
              <a:gd name="T1" fmla="*/ 233 h 254"/>
              <a:gd name="T2" fmla="*/ 536 w 564"/>
              <a:gd name="T3" fmla="*/ 158 h 254"/>
              <a:gd name="T4" fmla="*/ 409 w 564"/>
              <a:gd name="T5" fmla="*/ 30 h 254"/>
              <a:gd name="T6" fmla="*/ 333 w 564"/>
              <a:gd name="T7" fmla="*/ 5 h 254"/>
              <a:gd name="T8" fmla="*/ 282 w 564"/>
              <a:gd name="T9" fmla="*/ 0 h 254"/>
              <a:gd name="T10" fmla="*/ 279 w 564"/>
              <a:gd name="T11" fmla="*/ 1 h 254"/>
              <a:gd name="T12" fmla="*/ 233 w 564"/>
              <a:gd name="T13" fmla="*/ 5 h 254"/>
              <a:gd name="T14" fmla="*/ 193 w 564"/>
              <a:gd name="T15" fmla="*/ 15 h 254"/>
              <a:gd name="T16" fmla="*/ 157 w 564"/>
              <a:gd name="T17" fmla="*/ 30 h 254"/>
              <a:gd name="T18" fmla="*/ 125 w 564"/>
              <a:gd name="T19" fmla="*/ 48 h 254"/>
              <a:gd name="T20" fmla="*/ 96 w 564"/>
              <a:gd name="T21" fmla="*/ 70 h 254"/>
              <a:gd name="T22" fmla="*/ 71 w 564"/>
              <a:gd name="T23" fmla="*/ 94 h 254"/>
              <a:gd name="T24" fmla="*/ 49 w 564"/>
              <a:gd name="T25" fmla="*/ 122 h 254"/>
              <a:gd name="T26" fmla="*/ 30 w 564"/>
              <a:gd name="T27" fmla="*/ 154 h 254"/>
              <a:gd name="T28" fmla="*/ 15 w 564"/>
              <a:gd name="T29" fmla="*/ 189 h 254"/>
              <a:gd name="T30" fmla="*/ 4 w 564"/>
              <a:gd name="T31" fmla="*/ 228 h 254"/>
              <a:gd name="T32" fmla="*/ 0 w 564"/>
              <a:gd name="T33" fmla="*/ 254 h 254"/>
              <a:gd name="T34" fmla="*/ 7 w 564"/>
              <a:gd name="T35" fmla="*/ 254 h 254"/>
              <a:gd name="T36" fmla="*/ 10 w 564"/>
              <a:gd name="T37" fmla="*/ 229 h 254"/>
              <a:gd name="T38" fmla="*/ 21 w 564"/>
              <a:gd name="T39" fmla="*/ 191 h 254"/>
              <a:gd name="T40" fmla="*/ 36 w 564"/>
              <a:gd name="T41" fmla="*/ 157 h 254"/>
              <a:gd name="T42" fmla="*/ 54 w 564"/>
              <a:gd name="T43" fmla="*/ 126 h 254"/>
              <a:gd name="T44" fmla="*/ 76 w 564"/>
              <a:gd name="T45" fmla="*/ 99 h 254"/>
              <a:gd name="T46" fmla="*/ 101 w 564"/>
              <a:gd name="T47" fmla="*/ 75 h 254"/>
              <a:gd name="T48" fmla="*/ 129 w 564"/>
              <a:gd name="T49" fmla="*/ 53 h 254"/>
              <a:gd name="T50" fmla="*/ 160 w 564"/>
              <a:gd name="T51" fmla="*/ 36 h 254"/>
              <a:gd name="T52" fmla="*/ 195 w 564"/>
              <a:gd name="T53" fmla="*/ 21 h 254"/>
              <a:gd name="T54" fmla="*/ 234 w 564"/>
              <a:gd name="T55" fmla="*/ 11 h 254"/>
              <a:gd name="T56" fmla="*/ 279 w 564"/>
              <a:gd name="T57" fmla="*/ 7 h 254"/>
              <a:gd name="T58" fmla="*/ 282 w 564"/>
              <a:gd name="T59" fmla="*/ 7 h 254"/>
              <a:gd name="T60" fmla="*/ 332 w 564"/>
              <a:gd name="T61" fmla="*/ 12 h 254"/>
              <a:gd name="T62" fmla="*/ 406 w 564"/>
              <a:gd name="T63" fmla="*/ 36 h 254"/>
              <a:gd name="T64" fmla="*/ 530 w 564"/>
              <a:gd name="T65" fmla="*/ 161 h 254"/>
              <a:gd name="T66" fmla="*/ 555 w 564"/>
              <a:gd name="T67" fmla="*/ 234 h 254"/>
              <a:gd name="T68" fmla="*/ 558 w 564"/>
              <a:gd name="T69" fmla="*/ 254 h 254"/>
              <a:gd name="T70" fmla="*/ 564 w 564"/>
              <a:gd name="T71" fmla="*/ 254 h 254"/>
              <a:gd name="T72" fmla="*/ 561 w 564"/>
              <a:gd name="T73" fmla="*/ 233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64" h="254">
                <a:moveTo>
                  <a:pt x="561" y="233"/>
                </a:moveTo>
                <a:cubicBezTo>
                  <a:pt x="557" y="207"/>
                  <a:pt x="548" y="181"/>
                  <a:pt x="536" y="158"/>
                </a:cubicBezTo>
                <a:cubicBezTo>
                  <a:pt x="509" y="103"/>
                  <a:pt x="464" y="58"/>
                  <a:pt x="409" y="30"/>
                </a:cubicBezTo>
                <a:cubicBezTo>
                  <a:pt x="385" y="19"/>
                  <a:pt x="360" y="10"/>
                  <a:pt x="333" y="5"/>
                </a:cubicBezTo>
                <a:cubicBezTo>
                  <a:pt x="317" y="2"/>
                  <a:pt x="300" y="0"/>
                  <a:pt x="282" y="0"/>
                </a:cubicBezTo>
                <a:cubicBezTo>
                  <a:pt x="281" y="0"/>
                  <a:pt x="280" y="1"/>
                  <a:pt x="279" y="1"/>
                </a:cubicBezTo>
                <a:cubicBezTo>
                  <a:pt x="263" y="1"/>
                  <a:pt x="248" y="2"/>
                  <a:pt x="233" y="5"/>
                </a:cubicBezTo>
                <a:cubicBezTo>
                  <a:pt x="219" y="7"/>
                  <a:pt x="206" y="11"/>
                  <a:pt x="193" y="15"/>
                </a:cubicBezTo>
                <a:cubicBezTo>
                  <a:pt x="180" y="19"/>
                  <a:pt x="168" y="24"/>
                  <a:pt x="157" y="30"/>
                </a:cubicBezTo>
                <a:cubicBezTo>
                  <a:pt x="146" y="35"/>
                  <a:pt x="135" y="41"/>
                  <a:pt x="125" y="48"/>
                </a:cubicBezTo>
                <a:cubicBezTo>
                  <a:pt x="115" y="55"/>
                  <a:pt x="106" y="62"/>
                  <a:pt x="96" y="70"/>
                </a:cubicBezTo>
                <a:cubicBezTo>
                  <a:pt x="88" y="77"/>
                  <a:pt x="79" y="86"/>
                  <a:pt x="71" y="94"/>
                </a:cubicBezTo>
                <a:cubicBezTo>
                  <a:pt x="63" y="103"/>
                  <a:pt x="56" y="113"/>
                  <a:pt x="49" y="122"/>
                </a:cubicBezTo>
                <a:cubicBezTo>
                  <a:pt x="42" y="132"/>
                  <a:pt x="36" y="143"/>
                  <a:pt x="30" y="154"/>
                </a:cubicBezTo>
                <a:cubicBezTo>
                  <a:pt x="24" y="165"/>
                  <a:pt x="19" y="177"/>
                  <a:pt x="15" y="189"/>
                </a:cubicBezTo>
                <a:cubicBezTo>
                  <a:pt x="10" y="201"/>
                  <a:pt x="6" y="214"/>
                  <a:pt x="4" y="228"/>
                </a:cubicBezTo>
                <a:cubicBezTo>
                  <a:pt x="2" y="236"/>
                  <a:pt x="1" y="245"/>
                  <a:pt x="0" y="254"/>
                </a:cubicBezTo>
                <a:cubicBezTo>
                  <a:pt x="7" y="254"/>
                  <a:pt x="7" y="254"/>
                  <a:pt x="7" y="254"/>
                </a:cubicBezTo>
                <a:cubicBezTo>
                  <a:pt x="7" y="245"/>
                  <a:pt x="9" y="237"/>
                  <a:pt x="10" y="229"/>
                </a:cubicBezTo>
                <a:cubicBezTo>
                  <a:pt x="13" y="216"/>
                  <a:pt x="17" y="203"/>
                  <a:pt x="21" y="191"/>
                </a:cubicBezTo>
                <a:cubicBezTo>
                  <a:pt x="25" y="179"/>
                  <a:pt x="30" y="168"/>
                  <a:pt x="36" y="157"/>
                </a:cubicBezTo>
                <a:cubicBezTo>
                  <a:pt x="41" y="146"/>
                  <a:pt x="48" y="136"/>
                  <a:pt x="54" y="126"/>
                </a:cubicBezTo>
                <a:cubicBezTo>
                  <a:pt x="61" y="117"/>
                  <a:pt x="68" y="108"/>
                  <a:pt x="76" y="99"/>
                </a:cubicBezTo>
                <a:cubicBezTo>
                  <a:pt x="84" y="90"/>
                  <a:pt x="92" y="82"/>
                  <a:pt x="101" y="75"/>
                </a:cubicBezTo>
                <a:cubicBezTo>
                  <a:pt x="110" y="67"/>
                  <a:pt x="119" y="60"/>
                  <a:pt x="129" y="53"/>
                </a:cubicBezTo>
                <a:cubicBezTo>
                  <a:pt x="139" y="47"/>
                  <a:pt x="149" y="41"/>
                  <a:pt x="160" y="36"/>
                </a:cubicBezTo>
                <a:cubicBezTo>
                  <a:pt x="171" y="30"/>
                  <a:pt x="183" y="25"/>
                  <a:pt x="195" y="21"/>
                </a:cubicBezTo>
                <a:cubicBezTo>
                  <a:pt x="207" y="17"/>
                  <a:pt x="220" y="14"/>
                  <a:pt x="234" y="11"/>
                </a:cubicBezTo>
                <a:cubicBezTo>
                  <a:pt x="248" y="9"/>
                  <a:pt x="263" y="7"/>
                  <a:pt x="279" y="7"/>
                </a:cubicBezTo>
                <a:cubicBezTo>
                  <a:pt x="280" y="7"/>
                  <a:pt x="281" y="7"/>
                  <a:pt x="282" y="7"/>
                </a:cubicBezTo>
                <a:cubicBezTo>
                  <a:pt x="299" y="7"/>
                  <a:pt x="316" y="9"/>
                  <a:pt x="332" y="12"/>
                </a:cubicBezTo>
                <a:cubicBezTo>
                  <a:pt x="358" y="17"/>
                  <a:pt x="383" y="25"/>
                  <a:pt x="406" y="36"/>
                </a:cubicBezTo>
                <a:cubicBezTo>
                  <a:pt x="460" y="63"/>
                  <a:pt x="503" y="107"/>
                  <a:pt x="530" y="161"/>
                </a:cubicBezTo>
                <a:cubicBezTo>
                  <a:pt x="542" y="184"/>
                  <a:pt x="550" y="208"/>
                  <a:pt x="555" y="234"/>
                </a:cubicBezTo>
                <a:cubicBezTo>
                  <a:pt x="556" y="241"/>
                  <a:pt x="557" y="247"/>
                  <a:pt x="558" y="254"/>
                </a:cubicBezTo>
                <a:cubicBezTo>
                  <a:pt x="564" y="254"/>
                  <a:pt x="564" y="254"/>
                  <a:pt x="564" y="254"/>
                </a:cubicBezTo>
                <a:cubicBezTo>
                  <a:pt x="564" y="247"/>
                  <a:pt x="563" y="240"/>
                  <a:pt x="561" y="233"/>
                </a:cubicBezTo>
                <a:close/>
              </a:path>
            </a:pathLst>
          </a:custGeom>
          <a:solidFill>
            <a:srgbClr val="A19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0" name="Freeform 70"/>
          <p:cNvSpPr>
            <a:spLocks/>
          </p:cNvSpPr>
          <p:nvPr/>
        </p:nvSpPr>
        <p:spPr bwMode="auto">
          <a:xfrm>
            <a:off x="2416175" y="6019862"/>
            <a:ext cx="1098550" cy="92075"/>
          </a:xfrm>
          <a:custGeom>
            <a:avLst/>
            <a:gdLst>
              <a:gd name="T0" fmla="*/ 78 w 692"/>
              <a:gd name="T1" fmla="*/ 0 h 58"/>
              <a:gd name="T2" fmla="*/ 0 w 692"/>
              <a:gd name="T3" fmla="*/ 0 h 58"/>
              <a:gd name="T4" fmla="*/ 0 w 692"/>
              <a:gd name="T5" fmla="*/ 58 h 58"/>
              <a:gd name="T6" fmla="*/ 692 w 692"/>
              <a:gd name="T7" fmla="*/ 58 h 58"/>
              <a:gd name="T8" fmla="*/ 692 w 692"/>
              <a:gd name="T9" fmla="*/ 0 h 58"/>
              <a:gd name="T10" fmla="*/ 692 w 692"/>
              <a:gd name="T11" fmla="*/ 0 h 58"/>
              <a:gd name="T12" fmla="*/ 647 w 692"/>
              <a:gd name="T13" fmla="*/ 0 h 58"/>
              <a:gd name="T14" fmla="*/ 78 w 692"/>
              <a:gd name="T15" fmla="*/ 0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92" h="58">
                <a:moveTo>
                  <a:pt x="78" y="0"/>
                </a:moveTo>
                <a:lnTo>
                  <a:pt x="0" y="0"/>
                </a:lnTo>
                <a:lnTo>
                  <a:pt x="0" y="58"/>
                </a:lnTo>
                <a:lnTo>
                  <a:pt x="692" y="58"/>
                </a:lnTo>
                <a:lnTo>
                  <a:pt x="692" y="0"/>
                </a:lnTo>
                <a:lnTo>
                  <a:pt x="692" y="0"/>
                </a:lnTo>
                <a:lnTo>
                  <a:pt x="647" y="0"/>
                </a:lnTo>
                <a:lnTo>
                  <a:pt x="78" y="0"/>
                </a:lnTo>
                <a:close/>
              </a:path>
            </a:pathLst>
          </a:custGeom>
          <a:solidFill>
            <a:srgbClr val="A19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1" name="Freeform 71"/>
          <p:cNvSpPr>
            <a:spLocks/>
          </p:cNvSpPr>
          <p:nvPr/>
        </p:nvSpPr>
        <p:spPr bwMode="auto">
          <a:xfrm>
            <a:off x="9169400" y="6019862"/>
            <a:ext cx="1089025" cy="92075"/>
          </a:xfrm>
          <a:custGeom>
            <a:avLst/>
            <a:gdLst>
              <a:gd name="T0" fmla="*/ 608 w 686"/>
              <a:gd name="T1" fmla="*/ 0 h 58"/>
              <a:gd name="T2" fmla="*/ 39 w 686"/>
              <a:gd name="T3" fmla="*/ 0 h 58"/>
              <a:gd name="T4" fmla="*/ 0 w 686"/>
              <a:gd name="T5" fmla="*/ 0 h 58"/>
              <a:gd name="T6" fmla="*/ 0 w 686"/>
              <a:gd name="T7" fmla="*/ 0 h 58"/>
              <a:gd name="T8" fmla="*/ 0 w 686"/>
              <a:gd name="T9" fmla="*/ 58 h 58"/>
              <a:gd name="T10" fmla="*/ 686 w 686"/>
              <a:gd name="T11" fmla="*/ 58 h 58"/>
              <a:gd name="T12" fmla="*/ 686 w 686"/>
              <a:gd name="T13" fmla="*/ 0 h 58"/>
              <a:gd name="T14" fmla="*/ 608 w 686"/>
              <a:gd name="T15" fmla="*/ 0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6" h="58">
                <a:moveTo>
                  <a:pt x="608" y="0"/>
                </a:moveTo>
                <a:lnTo>
                  <a:pt x="39" y="0"/>
                </a:lnTo>
                <a:lnTo>
                  <a:pt x="0" y="0"/>
                </a:lnTo>
                <a:lnTo>
                  <a:pt x="0" y="0"/>
                </a:lnTo>
                <a:lnTo>
                  <a:pt x="0" y="58"/>
                </a:lnTo>
                <a:lnTo>
                  <a:pt x="686" y="58"/>
                </a:lnTo>
                <a:lnTo>
                  <a:pt x="686" y="0"/>
                </a:lnTo>
                <a:lnTo>
                  <a:pt x="608" y="0"/>
                </a:lnTo>
                <a:close/>
              </a:path>
            </a:pathLst>
          </a:custGeom>
          <a:solidFill>
            <a:srgbClr val="A19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2" name="Freeform 72"/>
          <p:cNvSpPr>
            <a:spLocks/>
          </p:cNvSpPr>
          <p:nvPr/>
        </p:nvSpPr>
        <p:spPr bwMode="auto">
          <a:xfrm>
            <a:off x="5730875" y="4206937"/>
            <a:ext cx="2474912" cy="2481262"/>
          </a:xfrm>
          <a:custGeom>
            <a:avLst/>
            <a:gdLst>
              <a:gd name="T0" fmla="*/ 76 w 241"/>
              <a:gd name="T1" fmla="*/ 129 h 241"/>
              <a:gd name="T2" fmla="*/ 233 w 241"/>
              <a:gd name="T3" fmla="*/ 8 h 241"/>
              <a:gd name="T4" fmla="*/ 112 w 241"/>
              <a:gd name="T5" fmla="*/ 165 h 241"/>
              <a:gd name="T6" fmla="*/ 99 w 241"/>
              <a:gd name="T7" fmla="*/ 220 h 241"/>
              <a:gd name="T8" fmla="*/ 21 w 241"/>
              <a:gd name="T9" fmla="*/ 220 h 241"/>
              <a:gd name="T10" fmla="*/ 21 w 241"/>
              <a:gd name="T11" fmla="*/ 142 h 241"/>
              <a:gd name="T12" fmla="*/ 76 w 241"/>
              <a:gd name="T13" fmla="*/ 129 h 241"/>
            </a:gdLst>
            <a:ahLst/>
            <a:cxnLst>
              <a:cxn ang="0">
                <a:pos x="T0" y="T1"/>
              </a:cxn>
              <a:cxn ang="0">
                <a:pos x="T2" y="T3"/>
              </a:cxn>
              <a:cxn ang="0">
                <a:pos x="T4" y="T5"/>
              </a:cxn>
              <a:cxn ang="0">
                <a:pos x="T6" y="T7"/>
              </a:cxn>
              <a:cxn ang="0">
                <a:pos x="T8" y="T9"/>
              </a:cxn>
              <a:cxn ang="0">
                <a:pos x="T10" y="T11"/>
              </a:cxn>
              <a:cxn ang="0">
                <a:pos x="T12" y="T13"/>
              </a:cxn>
            </a:cxnLst>
            <a:rect l="0" t="0" r="r" b="b"/>
            <a:pathLst>
              <a:path w="241" h="241">
                <a:moveTo>
                  <a:pt x="76" y="129"/>
                </a:moveTo>
                <a:cubicBezTo>
                  <a:pt x="133" y="79"/>
                  <a:pt x="226" y="0"/>
                  <a:pt x="233" y="8"/>
                </a:cubicBezTo>
                <a:cubicBezTo>
                  <a:pt x="241" y="16"/>
                  <a:pt x="162" y="108"/>
                  <a:pt x="112" y="165"/>
                </a:cubicBezTo>
                <a:cubicBezTo>
                  <a:pt x="118" y="183"/>
                  <a:pt x="113" y="205"/>
                  <a:pt x="99" y="220"/>
                </a:cubicBezTo>
                <a:cubicBezTo>
                  <a:pt x="77" y="241"/>
                  <a:pt x="43" y="241"/>
                  <a:pt x="21" y="220"/>
                </a:cubicBezTo>
                <a:cubicBezTo>
                  <a:pt x="0" y="198"/>
                  <a:pt x="0" y="164"/>
                  <a:pt x="21" y="142"/>
                </a:cubicBezTo>
                <a:cubicBezTo>
                  <a:pt x="36" y="128"/>
                  <a:pt x="58" y="123"/>
                  <a:pt x="76" y="129"/>
                </a:cubicBezTo>
                <a:close/>
              </a:path>
            </a:pathLst>
          </a:custGeom>
          <a:solidFill>
            <a:srgbClr val="2EA7E0"/>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6" name="文本框 115"/>
          <p:cNvSpPr txBox="1"/>
          <p:nvPr/>
        </p:nvSpPr>
        <p:spPr>
          <a:xfrm>
            <a:off x="2504529" y="3017624"/>
            <a:ext cx="906017" cy="584775"/>
          </a:xfrm>
          <a:prstGeom prst="rect">
            <a:avLst/>
          </a:prstGeom>
          <a:noFill/>
        </p:spPr>
        <p:txBody>
          <a:bodyPr wrap="none" rtlCol="0">
            <a:spAutoFit/>
          </a:bodyPr>
          <a:lstStyle/>
          <a:p>
            <a:r>
              <a:rPr lang="en-US" altLang="zh-CN" sz="3200" dirty="0">
                <a:solidFill>
                  <a:srgbClr val="878582"/>
                </a:solidFill>
                <a:latin typeface="Impact" panose="020B0806030902050204" pitchFamily="34" charset="0"/>
              </a:rPr>
              <a:t>30%</a:t>
            </a:r>
            <a:endParaRPr lang="zh-CN" altLang="en-US" sz="3200" dirty="0">
              <a:solidFill>
                <a:srgbClr val="878582"/>
              </a:solidFill>
              <a:latin typeface="Impact" panose="020B0806030902050204" pitchFamily="34" charset="0"/>
            </a:endParaRPr>
          </a:p>
        </p:txBody>
      </p:sp>
      <p:sp>
        <p:nvSpPr>
          <p:cNvPr id="117" name="文本框 116"/>
          <p:cNvSpPr txBox="1"/>
          <p:nvPr/>
        </p:nvSpPr>
        <p:spPr>
          <a:xfrm>
            <a:off x="1761909" y="4043206"/>
            <a:ext cx="894797" cy="584775"/>
          </a:xfrm>
          <a:prstGeom prst="rect">
            <a:avLst/>
          </a:prstGeom>
          <a:noFill/>
        </p:spPr>
        <p:txBody>
          <a:bodyPr wrap="none" rtlCol="0">
            <a:spAutoFit/>
          </a:bodyPr>
          <a:lstStyle/>
          <a:p>
            <a:r>
              <a:rPr lang="en-US" altLang="zh-CN" sz="3200" dirty="0">
                <a:solidFill>
                  <a:srgbClr val="878582"/>
                </a:solidFill>
                <a:latin typeface="Impact" panose="020B0806030902050204" pitchFamily="34" charset="0"/>
              </a:rPr>
              <a:t>20%</a:t>
            </a:r>
            <a:endParaRPr lang="zh-CN" altLang="en-US" sz="3200" dirty="0">
              <a:solidFill>
                <a:srgbClr val="878582"/>
              </a:solidFill>
              <a:latin typeface="Impact" panose="020B0806030902050204" pitchFamily="34" charset="0"/>
            </a:endParaRPr>
          </a:p>
        </p:txBody>
      </p:sp>
      <p:sp>
        <p:nvSpPr>
          <p:cNvPr id="118" name="文本框 117"/>
          <p:cNvSpPr txBox="1"/>
          <p:nvPr/>
        </p:nvSpPr>
        <p:spPr>
          <a:xfrm>
            <a:off x="1541185" y="5207567"/>
            <a:ext cx="845103" cy="584775"/>
          </a:xfrm>
          <a:prstGeom prst="rect">
            <a:avLst/>
          </a:prstGeom>
          <a:noFill/>
        </p:spPr>
        <p:txBody>
          <a:bodyPr wrap="none" rtlCol="0">
            <a:spAutoFit/>
          </a:bodyPr>
          <a:lstStyle/>
          <a:p>
            <a:r>
              <a:rPr lang="en-US" altLang="zh-CN" sz="3200" dirty="0">
                <a:solidFill>
                  <a:srgbClr val="878582"/>
                </a:solidFill>
                <a:latin typeface="Impact" panose="020B0806030902050204" pitchFamily="34" charset="0"/>
              </a:rPr>
              <a:t>10%</a:t>
            </a:r>
            <a:endParaRPr lang="zh-CN" altLang="en-US" sz="3200" dirty="0">
              <a:solidFill>
                <a:srgbClr val="878582"/>
              </a:solidFill>
              <a:latin typeface="Impact" panose="020B0806030902050204" pitchFamily="34" charset="0"/>
            </a:endParaRPr>
          </a:p>
        </p:txBody>
      </p:sp>
      <p:sp>
        <p:nvSpPr>
          <p:cNvPr id="120" name="文本框 119"/>
          <p:cNvSpPr txBox="1"/>
          <p:nvPr/>
        </p:nvSpPr>
        <p:spPr>
          <a:xfrm>
            <a:off x="3828132" y="2230039"/>
            <a:ext cx="893193" cy="584775"/>
          </a:xfrm>
          <a:prstGeom prst="rect">
            <a:avLst/>
          </a:prstGeom>
          <a:noFill/>
        </p:spPr>
        <p:txBody>
          <a:bodyPr wrap="none" rtlCol="0">
            <a:spAutoFit/>
          </a:bodyPr>
          <a:lstStyle/>
          <a:p>
            <a:r>
              <a:rPr lang="en-US" altLang="zh-CN" sz="3200" dirty="0">
                <a:solidFill>
                  <a:srgbClr val="878582"/>
                </a:solidFill>
                <a:latin typeface="Impact" panose="020B0806030902050204" pitchFamily="34" charset="0"/>
              </a:rPr>
              <a:t>40%</a:t>
            </a:r>
            <a:endParaRPr lang="zh-CN" altLang="en-US" sz="3200" dirty="0">
              <a:solidFill>
                <a:srgbClr val="878582"/>
              </a:solidFill>
              <a:latin typeface="Impact" panose="020B0806030902050204" pitchFamily="34" charset="0"/>
            </a:endParaRPr>
          </a:p>
        </p:txBody>
      </p:sp>
      <p:sp>
        <p:nvSpPr>
          <p:cNvPr id="123" name="文本框 122"/>
          <p:cNvSpPr txBox="1"/>
          <p:nvPr/>
        </p:nvSpPr>
        <p:spPr>
          <a:xfrm>
            <a:off x="5150928" y="1748561"/>
            <a:ext cx="907621" cy="584775"/>
          </a:xfrm>
          <a:prstGeom prst="rect">
            <a:avLst/>
          </a:prstGeom>
          <a:noFill/>
        </p:spPr>
        <p:txBody>
          <a:bodyPr wrap="none" rtlCol="0">
            <a:spAutoFit/>
          </a:bodyPr>
          <a:lstStyle/>
          <a:p>
            <a:r>
              <a:rPr lang="en-US" altLang="zh-CN" sz="3200" dirty="0">
                <a:solidFill>
                  <a:srgbClr val="878582"/>
                </a:solidFill>
                <a:latin typeface="Impact" panose="020B0806030902050204" pitchFamily="34" charset="0"/>
              </a:rPr>
              <a:t>50%</a:t>
            </a:r>
            <a:endParaRPr lang="zh-CN" altLang="en-US" sz="3200" dirty="0">
              <a:solidFill>
                <a:srgbClr val="878582"/>
              </a:solidFill>
              <a:latin typeface="Impact" panose="020B0806030902050204" pitchFamily="34" charset="0"/>
            </a:endParaRPr>
          </a:p>
        </p:txBody>
      </p:sp>
      <p:sp>
        <p:nvSpPr>
          <p:cNvPr id="124" name="文本框 123"/>
          <p:cNvSpPr txBox="1"/>
          <p:nvPr/>
        </p:nvSpPr>
        <p:spPr>
          <a:xfrm>
            <a:off x="6513879" y="1768469"/>
            <a:ext cx="910827" cy="584775"/>
          </a:xfrm>
          <a:prstGeom prst="rect">
            <a:avLst/>
          </a:prstGeom>
          <a:noFill/>
        </p:spPr>
        <p:txBody>
          <a:bodyPr wrap="none" rtlCol="0">
            <a:spAutoFit/>
          </a:bodyPr>
          <a:lstStyle/>
          <a:p>
            <a:r>
              <a:rPr lang="en-US" altLang="zh-CN" sz="3200" dirty="0">
                <a:solidFill>
                  <a:srgbClr val="878582"/>
                </a:solidFill>
                <a:latin typeface="Impact" panose="020B0806030902050204" pitchFamily="34" charset="0"/>
              </a:rPr>
              <a:t>60%</a:t>
            </a:r>
            <a:endParaRPr lang="zh-CN" altLang="en-US" sz="3200" dirty="0">
              <a:solidFill>
                <a:srgbClr val="878582"/>
              </a:solidFill>
              <a:latin typeface="Impact" panose="020B0806030902050204" pitchFamily="34" charset="0"/>
            </a:endParaRPr>
          </a:p>
        </p:txBody>
      </p:sp>
      <p:sp>
        <p:nvSpPr>
          <p:cNvPr id="126" name="文本框 125"/>
          <p:cNvSpPr txBox="1"/>
          <p:nvPr/>
        </p:nvSpPr>
        <p:spPr>
          <a:xfrm>
            <a:off x="8025816" y="2214337"/>
            <a:ext cx="848309" cy="584775"/>
          </a:xfrm>
          <a:prstGeom prst="rect">
            <a:avLst/>
          </a:prstGeom>
          <a:noFill/>
        </p:spPr>
        <p:txBody>
          <a:bodyPr wrap="none" rtlCol="0">
            <a:spAutoFit/>
          </a:bodyPr>
          <a:lstStyle/>
          <a:p>
            <a:r>
              <a:rPr lang="en-US" altLang="zh-CN" sz="3200" dirty="0">
                <a:solidFill>
                  <a:srgbClr val="878582"/>
                </a:solidFill>
                <a:latin typeface="Impact" panose="020B0806030902050204" pitchFamily="34" charset="0"/>
              </a:rPr>
              <a:t>70%</a:t>
            </a:r>
            <a:endParaRPr lang="zh-CN" altLang="en-US" sz="3200" dirty="0">
              <a:solidFill>
                <a:srgbClr val="878582"/>
              </a:solidFill>
              <a:latin typeface="Impact" panose="020B0806030902050204" pitchFamily="34" charset="0"/>
            </a:endParaRPr>
          </a:p>
        </p:txBody>
      </p:sp>
      <p:sp>
        <p:nvSpPr>
          <p:cNvPr id="128" name="文本框 127"/>
          <p:cNvSpPr txBox="1"/>
          <p:nvPr/>
        </p:nvSpPr>
        <p:spPr>
          <a:xfrm>
            <a:off x="9160923" y="3034787"/>
            <a:ext cx="907621" cy="584775"/>
          </a:xfrm>
          <a:prstGeom prst="rect">
            <a:avLst/>
          </a:prstGeom>
          <a:noFill/>
        </p:spPr>
        <p:txBody>
          <a:bodyPr wrap="none" rtlCol="0">
            <a:spAutoFit/>
          </a:bodyPr>
          <a:lstStyle/>
          <a:p>
            <a:r>
              <a:rPr lang="en-US" altLang="zh-CN" sz="3200" dirty="0">
                <a:solidFill>
                  <a:srgbClr val="878582"/>
                </a:solidFill>
                <a:latin typeface="Impact" panose="020B0806030902050204" pitchFamily="34" charset="0"/>
              </a:rPr>
              <a:t>80%</a:t>
            </a:r>
            <a:endParaRPr lang="zh-CN" altLang="en-US" sz="3200" dirty="0">
              <a:solidFill>
                <a:srgbClr val="878582"/>
              </a:solidFill>
              <a:latin typeface="Impact" panose="020B0806030902050204" pitchFamily="34" charset="0"/>
            </a:endParaRPr>
          </a:p>
        </p:txBody>
      </p:sp>
      <p:sp>
        <p:nvSpPr>
          <p:cNvPr id="130" name="文本框 129"/>
          <p:cNvSpPr txBox="1"/>
          <p:nvPr/>
        </p:nvSpPr>
        <p:spPr>
          <a:xfrm>
            <a:off x="9840708" y="4122036"/>
            <a:ext cx="910827" cy="584775"/>
          </a:xfrm>
          <a:prstGeom prst="rect">
            <a:avLst/>
          </a:prstGeom>
          <a:noFill/>
        </p:spPr>
        <p:txBody>
          <a:bodyPr wrap="none" rtlCol="0">
            <a:spAutoFit/>
          </a:bodyPr>
          <a:lstStyle/>
          <a:p>
            <a:r>
              <a:rPr lang="en-US" altLang="zh-CN" sz="3200" dirty="0">
                <a:solidFill>
                  <a:srgbClr val="878582"/>
                </a:solidFill>
                <a:latin typeface="Impact" panose="020B0806030902050204" pitchFamily="34" charset="0"/>
              </a:rPr>
              <a:t>90%</a:t>
            </a:r>
            <a:endParaRPr lang="zh-CN" altLang="en-US" sz="3200" dirty="0">
              <a:solidFill>
                <a:srgbClr val="878582"/>
              </a:solidFill>
              <a:latin typeface="Impact" panose="020B0806030902050204" pitchFamily="34" charset="0"/>
            </a:endParaRPr>
          </a:p>
        </p:txBody>
      </p:sp>
      <p:sp>
        <p:nvSpPr>
          <p:cNvPr id="132" name="文本框 131"/>
          <p:cNvSpPr txBox="1"/>
          <p:nvPr/>
        </p:nvSpPr>
        <p:spPr>
          <a:xfrm>
            <a:off x="10194926" y="5308415"/>
            <a:ext cx="1064715" cy="584775"/>
          </a:xfrm>
          <a:prstGeom prst="rect">
            <a:avLst/>
          </a:prstGeom>
          <a:noFill/>
        </p:spPr>
        <p:txBody>
          <a:bodyPr wrap="none" rtlCol="0">
            <a:spAutoFit/>
          </a:bodyPr>
          <a:lstStyle/>
          <a:p>
            <a:r>
              <a:rPr lang="en-US" altLang="zh-CN" sz="3200" dirty="0">
                <a:solidFill>
                  <a:srgbClr val="878582"/>
                </a:solidFill>
                <a:latin typeface="Impact" panose="020B0806030902050204" pitchFamily="34" charset="0"/>
              </a:rPr>
              <a:t>100%</a:t>
            </a:r>
            <a:endParaRPr lang="zh-CN" altLang="en-US" sz="3200" dirty="0">
              <a:solidFill>
                <a:srgbClr val="878582"/>
              </a:solidFill>
              <a:latin typeface="Impact" panose="020B0806030902050204" pitchFamily="34" charset="0"/>
            </a:endParaRPr>
          </a:p>
        </p:txBody>
      </p:sp>
      <p:sp>
        <p:nvSpPr>
          <p:cNvPr id="133" name="文本框 132"/>
          <p:cNvSpPr txBox="1"/>
          <p:nvPr/>
        </p:nvSpPr>
        <p:spPr>
          <a:xfrm>
            <a:off x="1000603" y="858685"/>
            <a:ext cx="9417963" cy="424732"/>
          </a:xfrm>
          <a:prstGeom prst="rect">
            <a:avLst/>
          </a:prstGeom>
          <a:noFill/>
        </p:spPr>
        <p:txBody>
          <a:bodyPr wrap="none" rtlCol="0">
            <a:spAutoFit/>
          </a:bodyPr>
          <a:lstStyle/>
          <a:p>
            <a:pPr>
              <a:lnSpc>
                <a:spcPct val="120000"/>
              </a:lnSpc>
            </a:pPr>
            <a:r>
              <a:rPr lang="zh-CN" altLang="en-US" dirty="0">
                <a:solidFill>
                  <a:prstClr val="black">
                    <a:lumMod val="65000"/>
                    <a:lumOff val="35000"/>
                  </a:prstClr>
                </a:solidFill>
              </a:rPr>
              <a:t>下图为图形组合而成，不是非常精确，可以在特定情境下使用，可以相应的调整模块颜色。</a:t>
            </a:r>
            <a:endParaRPr lang="en-US" altLang="zh-CN" dirty="0">
              <a:solidFill>
                <a:prstClr val="black">
                  <a:lumMod val="65000"/>
                  <a:lumOff val="35000"/>
                </a:prstClr>
              </a:solidFill>
            </a:endParaRPr>
          </a:p>
        </p:txBody>
      </p:sp>
      <p:sp>
        <p:nvSpPr>
          <p:cNvPr id="49" name="矩形 39"/>
          <p:cNvSpPr/>
          <p:nvPr/>
        </p:nvSpPr>
        <p:spPr>
          <a:xfrm>
            <a:off x="0" y="203088"/>
            <a:ext cx="1620957" cy="523220"/>
          </a:xfrm>
          <a:prstGeom prst="rect">
            <a:avLst/>
          </a:prstGeom>
          <a:noFill/>
        </p:spPr>
        <p:txBody>
          <a:bodyPr wrap="none" rtlCol="0">
            <a:spAutoFit/>
          </a:bodyPr>
          <a:lstStyle/>
          <a:p>
            <a:r>
              <a:rPr lang="zh-CN" altLang="en-US" sz="2800" b="1">
                <a:solidFill>
                  <a:schemeClr val="tx1">
                    <a:lumMod val="65000"/>
                    <a:lumOff val="35000"/>
                  </a:schemeClr>
                </a:solidFill>
              </a:rPr>
              <a:t>其他图表</a:t>
            </a:r>
          </a:p>
        </p:txBody>
      </p:sp>
    </p:spTree>
    <p:extLst>
      <p:ext uri="{BB962C8B-B14F-4D97-AF65-F5344CB8AC3E}">
        <p14:creationId xmlns:p14="http://schemas.microsoft.com/office/powerpoint/2010/main" val="247074805"/>
      </p:ext>
    </p:extLst>
  </p:cSld>
  <p:clrMapOvr>
    <a:masterClrMapping/>
  </p:clrMapOvr>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3" name="Groupe 4"/>
          <p:cNvGrpSpPr/>
          <p:nvPr/>
        </p:nvGrpSpPr>
        <p:grpSpPr>
          <a:xfrm>
            <a:off x="5114909" y="760226"/>
            <a:ext cx="6624417" cy="5788686"/>
            <a:chOff x="3585790" y="2663227"/>
            <a:chExt cx="4104526" cy="3586702"/>
          </a:xfrm>
        </p:grpSpPr>
        <p:sp>
          <p:nvSpPr>
            <p:cNvPr id="54" name="ZoneTexte 5"/>
            <p:cNvSpPr txBox="1"/>
            <p:nvPr/>
          </p:nvSpPr>
          <p:spPr>
            <a:xfrm>
              <a:off x="4226361" y="5963879"/>
              <a:ext cx="216723" cy="286050"/>
            </a:xfrm>
            <a:prstGeom prst="rect">
              <a:avLst/>
            </a:prstGeom>
            <a:noFill/>
          </p:spPr>
          <p:txBody>
            <a:bodyPr wrap="none" rtlCol="0" anchor="ctr">
              <a:spAutoFit/>
            </a:bodyPr>
            <a:lstStyle/>
            <a:p>
              <a:pPr algn="ctr"/>
              <a:r>
                <a:rPr lang="fr-FR" sz="2400" dirty="0">
                  <a:solidFill>
                    <a:prstClr val="black">
                      <a:lumMod val="65000"/>
                      <a:lumOff val="35000"/>
                    </a:prstClr>
                  </a:solidFill>
                  <a:latin typeface="Impact" panose="020B0806030902050204" pitchFamily="34" charset="0"/>
                </a:rPr>
                <a:t>0</a:t>
              </a:r>
            </a:p>
          </p:txBody>
        </p:sp>
        <p:sp>
          <p:nvSpPr>
            <p:cNvPr id="55" name="ZoneTexte 6"/>
            <p:cNvSpPr txBox="1"/>
            <p:nvPr/>
          </p:nvSpPr>
          <p:spPr>
            <a:xfrm>
              <a:off x="6818547" y="5963879"/>
              <a:ext cx="403450" cy="286050"/>
            </a:xfrm>
            <a:prstGeom prst="rect">
              <a:avLst/>
            </a:prstGeom>
            <a:noFill/>
          </p:spPr>
          <p:txBody>
            <a:bodyPr wrap="none" rtlCol="0" anchor="ctr">
              <a:spAutoFit/>
            </a:bodyPr>
            <a:lstStyle/>
            <a:p>
              <a:pPr algn="ctr"/>
              <a:r>
                <a:rPr lang="fr-FR" sz="2400" dirty="0">
                  <a:solidFill>
                    <a:prstClr val="black">
                      <a:lumMod val="65000"/>
                      <a:lumOff val="35000"/>
                    </a:prstClr>
                  </a:solidFill>
                  <a:latin typeface="Impact" panose="020B0806030902050204" pitchFamily="34" charset="0"/>
                </a:rPr>
                <a:t>100</a:t>
              </a:r>
            </a:p>
          </p:txBody>
        </p:sp>
        <p:sp>
          <p:nvSpPr>
            <p:cNvPr id="56" name="ZoneTexte 8"/>
            <p:cNvSpPr txBox="1"/>
            <p:nvPr/>
          </p:nvSpPr>
          <p:spPr>
            <a:xfrm>
              <a:off x="3585790" y="4142708"/>
              <a:ext cx="312073" cy="286050"/>
            </a:xfrm>
            <a:prstGeom prst="rect">
              <a:avLst/>
            </a:prstGeom>
            <a:noFill/>
          </p:spPr>
          <p:txBody>
            <a:bodyPr wrap="none" rtlCol="0" anchor="ctr">
              <a:spAutoFit/>
            </a:bodyPr>
            <a:lstStyle/>
            <a:p>
              <a:pPr algn="ctr"/>
              <a:r>
                <a:rPr lang="fr-FR" sz="2400" dirty="0">
                  <a:solidFill>
                    <a:prstClr val="black">
                      <a:lumMod val="65000"/>
                      <a:lumOff val="35000"/>
                    </a:prstClr>
                  </a:solidFill>
                  <a:latin typeface="Impact" panose="020B0806030902050204" pitchFamily="34" charset="0"/>
                </a:rPr>
                <a:t>20</a:t>
              </a:r>
            </a:p>
          </p:txBody>
        </p:sp>
        <p:sp>
          <p:nvSpPr>
            <p:cNvPr id="57" name="ZoneTexte 9"/>
            <p:cNvSpPr txBox="1"/>
            <p:nvPr/>
          </p:nvSpPr>
          <p:spPr>
            <a:xfrm>
              <a:off x="3624625" y="5126824"/>
              <a:ext cx="289228" cy="286050"/>
            </a:xfrm>
            <a:prstGeom prst="rect">
              <a:avLst/>
            </a:prstGeom>
            <a:noFill/>
          </p:spPr>
          <p:txBody>
            <a:bodyPr wrap="none" rtlCol="0" anchor="ctr">
              <a:spAutoFit/>
            </a:bodyPr>
            <a:lstStyle/>
            <a:p>
              <a:pPr algn="ctr"/>
              <a:r>
                <a:rPr lang="fr-FR" sz="2400" dirty="0">
                  <a:solidFill>
                    <a:prstClr val="black">
                      <a:lumMod val="65000"/>
                      <a:lumOff val="35000"/>
                    </a:prstClr>
                  </a:solidFill>
                  <a:latin typeface="Impact" panose="020B0806030902050204" pitchFamily="34" charset="0"/>
                </a:rPr>
                <a:t>10</a:t>
              </a:r>
            </a:p>
          </p:txBody>
        </p:sp>
        <p:sp>
          <p:nvSpPr>
            <p:cNvPr id="58" name="ZoneTexte 10"/>
            <p:cNvSpPr txBox="1"/>
            <p:nvPr/>
          </p:nvSpPr>
          <p:spPr>
            <a:xfrm>
              <a:off x="4010436" y="3514062"/>
              <a:ext cx="318032" cy="286050"/>
            </a:xfrm>
            <a:prstGeom prst="rect">
              <a:avLst/>
            </a:prstGeom>
            <a:noFill/>
          </p:spPr>
          <p:txBody>
            <a:bodyPr wrap="none" rtlCol="0" anchor="ctr">
              <a:spAutoFit/>
            </a:bodyPr>
            <a:lstStyle/>
            <a:p>
              <a:pPr algn="ctr"/>
              <a:r>
                <a:rPr lang="fr-FR" sz="2400" dirty="0">
                  <a:solidFill>
                    <a:prstClr val="black">
                      <a:lumMod val="65000"/>
                      <a:lumOff val="35000"/>
                    </a:prstClr>
                  </a:solidFill>
                  <a:latin typeface="Impact" panose="020B0806030902050204" pitchFamily="34" charset="0"/>
                </a:rPr>
                <a:t>30</a:t>
              </a:r>
            </a:p>
          </p:txBody>
        </p:sp>
        <p:sp>
          <p:nvSpPr>
            <p:cNvPr id="59" name="ZoneTexte 11"/>
            <p:cNvSpPr txBox="1"/>
            <p:nvPr/>
          </p:nvSpPr>
          <p:spPr>
            <a:xfrm>
              <a:off x="4592400" y="3011154"/>
              <a:ext cx="312073" cy="286050"/>
            </a:xfrm>
            <a:prstGeom prst="rect">
              <a:avLst/>
            </a:prstGeom>
            <a:noFill/>
          </p:spPr>
          <p:txBody>
            <a:bodyPr wrap="none" rtlCol="0" anchor="ctr">
              <a:spAutoFit/>
            </a:bodyPr>
            <a:lstStyle/>
            <a:p>
              <a:pPr algn="ctr"/>
              <a:r>
                <a:rPr lang="fr-FR" sz="2400" dirty="0">
                  <a:solidFill>
                    <a:prstClr val="black">
                      <a:lumMod val="65000"/>
                      <a:lumOff val="35000"/>
                    </a:prstClr>
                  </a:solidFill>
                  <a:latin typeface="Impact" panose="020B0806030902050204" pitchFamily="34" charset="0"/>
                </a:rPr>
                <a:t>40</a:t>
              </a:r>
            </a:p>
          </p:txBody>
        </p:sp>
        <p:sp>
          <p:nvSpPr>
            <p:cNvPr id="60" name="ZoneTexte 12"/>
            <p:cNvSpPr txBox="1"/>
            <p:nvPr/>
          </p:nvSpPr>
          <p:spPr>
            <a:xfrm>
              <a:off x="7330892" y="4142708"/>
              <a:ext cx="319026" cy="286050"/>
            </a:xfrm>
            <a:prstGeom prst="rect">
              <a:avLst/>
            </a:prstGeom>
            <a:noFill/>
          </p:spPr>
          <p:txBody>
            <a:bodyPr wrap="none" rtlCol="0" anchor="ctr">
              <a:spAutoFit/>
            </a:bodyPr>
            <a:lstStyle/>
            <a:p>
              <a:pPr algn="ctr"/>
              <a:r>
                <a:rPr lang="fr-FR" sz="2400" dirty="0">
                  <a:solidFill>
                    <a:prstClr val="black">
                      <a:lumMod val="65000"/>
                      <a:lumOff val="35000"/>
                    </a:prstClr>
                  </a:solidFill>
                  <a:latin typeface="Impact" panose="020B0806030902050204" pitchFamily="34" charset="0"/>
                </a:rPr>
                <a:t>80</a:t>
              </a:r>
            </a:p>
          </p:txBody>
        </p:sp>
        <p:sp>
          <p:nvSpPr>
            <p:cNvPr id="61" name="ZoneTexte 13"/>
            <p:cNvSpPr txBox="1"/>
            <p:nvPr/>
          </p:nvSpPr>
          <p:spPr>
            <a:xfrm>
              <a:off x="7370297" y="5126824"/>
              <a:ext cx="320019" cy="286050"/>
            </a:xfrm>
            <a:prstGeom prst="rect">
              <a:avLst/>
            </a:prstGeom>
            <a:noFill/>
          </p:spPr>
          <p:txBody>
            <a:bodyPr wrap="none" rtlCol="0" anchor="ctr">
              <a:spAutoFit/>
            </a:bodyPr>
            <a:lstStyle/>
            <a:p>
              <a:pPr algn="ctr"/>
              <a:r>
                <a:rPr lang="fr-FR" sz="2400" dirty="0">
                  <a:solidFill>
                    <a:prstClr val="black">
                      <a:lumMod val="65000"/>
                      <a:lumOff val="35000"/>
                    </a:prstClr>
                  </a:solidFill>
                  <a:latin typeface="Impact" panose="020B0806030902050204" pitchFamily="34" charset="0"/>
                </a:rPr>
                <a:t>90</a:t>
              </a:r>
            </a:p>
          </p:txBody>
        </p:sp>
        <p:sp>
          <p:nvSpPr>
            <p:cNvPr id="62" name="ZoneTexte 14"/>
            <p:cNvSpPr txBox="1"/>
            <p:nvPr/>
          </p:nvSpPr>
          <p:spPr>
            <a:xfrm>
              <a:off x="7056765" y="3514062"/>
              <a:ext cx="291215" cy="286050"/>
            </a:xfrm>
            <a:prstGeom prst="rect">
              <a:avLst/>
            </a:prstGeom>
            <a:noFill/>
          </p:spPr>
          <p:txBody>
            <a:bodyPr wrap="none" rtlCol="0" anchor="ctr">
              <a:spAutoFit/>
            </a:bodyPr>
            <a:lstStyle/>
            <a:p>
              <a:pPr algn="ctr"/>
              <a:r>
                <a:rPr lang="fr-FR" sz="2400" dirty="0">
                  <a:solidFill>
                    <a:prstClr val="black">
                      <a:lumMod val="65000"/>
                      <a:lumOff val="35000"/>
                    </a:prstClr>
                  </a:solidFill>
                  <a:latin typeface="Impact" panose="020B0806030902050204" pitchFamily="34" charset="0"/>
                </a:rPr>
                <a:t>70</a:t>
              </a:r>
            </a:p>
          </p:txBody>
        </p:sp>
        <p:sp>
          <p:nvSpPr>
            <p:cNvPr id="63" name="ZoneTexte 15"/>
            <p:cNvSpPr txBox="1"/>
            <p:nvPr/>
          </p:nvSpPr>
          <p:spPr>
            <a:xfrm>
              <a:off x="6390129" y="3011154"/>
              <a:ext cx="320019" cy="286050"/>
            </a:xfrm>
            <a:prstGeom prst="rect">
              <a:avLst/>
            </a:prstGeom>
            <a:noFill/>
          </p:spPr>
          <p:txBody>
            <a:bodyPr wrap="none" rtlCol="0" anchor="ctr">
              <a:spAutoFit/>
            </a:bodyPr>
            <a:lstStyle/>
            <a:p>
              <a:pPr algn="ctr"/>
              <a:r>
                <a:rPr lang="fr-FR" sz="2400" dirty="0">
                  <a:solidFill>
                    <a:prstClr val="black">
                      <a:lumMod val="65000"/>
                      <a:lumOff val="35000"/>
                    </a:prstClr>
                  </a:solidFill>
                  <a:latin typeface="Impact" panose="020B0806030902050204" pitchFamily="34" charset="0"/>
                </a:rPr>
                <a:t>60</a:t>
              </a:r>
            </a:p>
          </p:txBody>
        </p:sp>
        <p:sp>
          <p:nvSpPr>
            <p:cNvPr id="75" name="ZoneTexte 7"/>
            <p:cNvSpPr txBox="1"/>
            <p:nvPr/>
          </p:nvSpPr>
          <p:spPr>
            <a:xfrm>
              <a:off x="5481206" y="2663227"/>
              <a:ext cx="319026" cy="286050"/>
            </a:xfrm>
            <a:prstGeom prst="rect">
              <a:avLst/>
            </a:prstGeom>
            <a:noFill/>
          </p:spPr>
          <p:txBody>
            <a:bodyPr wrap="none" rtlCol="0" anchor="ctr">
              <a:spAutoFit/>
            </a:bodyPr>
            <a:lstStyle/>
            <a:p>
              <a:pPr algn="ctr"/>
              <a:r>
                <a:rPr lang="fr-FR" sz="2400" dirty="0">
                  <a:solidFill>
                    <a:prstClr val="black">
                      <a:lumMod val="65000"/>
                      <a:lumOff val="35000"/>
                    </a:prstClr>
                  </a:solidFill>
                  <a:latin typeface="Impact" panose="020B0806030902050204" pitchFamily="34" charset="0"/>
                </a:rPr>
                <a:t>50</a:t>
              </a:r>
            </a:p>
          </p:txBody>
        </p:sp>
      </p:grpSp>
      <p:pic>
        <p:nvPicPr>
          <p:cNvPr id="90" name="Picture 50"/>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19365" t="3661" r="17478" b="17538"/>
          <a:stretch/>
        </p:blipFill>
        <p:spPr bwMode="auto">
          <a:xfrm>
            <a:off x="5558757" y="1217248"/>
            <a:ext cx="5922327" cy="49192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1" name="文本框 90"/>
          <p:cNvSpPr txBox="1"/>
          <p:nvPr/>
        </p:nvSpPr>
        <p:spPr>
          <a:xfrm>
            <a:off x="1000603" y="348527"/>
            <a:ext cx="1107996" cy="369332"/>
          </a:xfrm>
          <a:prstGeom prst="rect">
            <a:avLst/>
          </a:prstGeom>
          <a:noFill/>
        </p:spPr>
        <p:txBody>
          <a:bodyPr wrap="none" rtlCol="0">
            <a:spAutoFit/>
          </a:bodyPr>
          <a:lstStyle/>
          <a:p>
            <a:r>
              <a:rPr lang="zh-CN" altLang="en-US" dirty="0">
                <a:solidFill>
                  <a:prstClr val="white"/>
                </a:solidFill>
              </a:rPr>
              <a:t>其他图表</a:t>
            </a:r>
          </a:p>
        </p:txBody>
      </p:sp>
      <p:grpSp>
        <p:nvGrpSpPr>
          <p:cNvPr id="92" name="Groupe 18"/>
          <p:cNvGrpSpPr/>
          <p:nvPr/>
        </p:nvGrpSpPr>
        <p:grpSpPr>
          <a:xfrm>
            <a:off x="6204922" y="1763699"/>
            <a:ext cx="4453002" cy="3633077"/>
            <a:chOff x="4090987" y="1437481"/>
            <a:chExt cx="3560763" cy="2905125"/>
          </a:xfrm>
        </p:grpSpPr>
        <p:sp>
          <p:nvSpPr>
            <p:cNvPr id="93" name="Freeform 7"/>
            <p:cNvSpPr>
              <a:spLocks/>
            </p:cNvSpPr>
            <p:nvPr/>
          </p:nvSpPr>
          <p:spPr bwMode="auto">
            <a:xfrm>
              <a:off x="4745037" y="1437481"/>
              <a:ext cx="2252663" cy="960438"/>
            </a:xfrm>
            <a:custGeom>
              <a:avLst/>
              <a:gdLst>
                <a:gd name="T0" fmla="*/ 11823 w 11823"/>
                <a:gd name="T1" fmla="*/ 3264 h 5038"/>
                <a:gd name="T2" fmla="*/ 0 w 11823"/>
                <a:gd name="T3" fmla="*/ 3264 h 5038"/>
                <a:gd name="T4" fmla="*/ 1774 w 11823"/>
                <a:gd name="T5" fmla="*/ 5038 h 5038"/>
                <a:gd name="T6" fmla="*/ 10049 w 11823"/>
                <a:gd name="T7" fmla="*/ 5038 h 5038"/>
                <a:gd name="T8" fmla="*/ 11823 w 11823"/>
                <a:gd name="T9" fmla="*/ 3264 h 5038"/>
              </a:gdLst>
              <a:ahLst/>
              <a:cxnLst>
                <a:cxn ang="0">
                  <a:pos x="T0" y="T1"/>
                </a:cxn>
                <a:cxn ang="0">
                  <a:pos x="T2" y="T3"/>
                </a:cxn>
                <a:cxn ang="0">
                  <a:pos x="T4" y="T5"/>
                </a:cxn>
                <a:cxn ang="0">
                  <a:pos x="T6" y="T7"/>
                </a:cxn>
                <a:cxn ang="0">
                  <a:pos x="T8" y="T9"/>
                </a:cxn>
              </a:cxnLst>
              <a:rect l="0" t="0" r="r" b="b"/>
              <a:pathLst>
                <a:path w="11823" h="5038">
                  <a:moveTo>
                    <a:pt x="11823" y="3264"/>
                  </a:moveTo>
                  <a:cubicBezTo>
                    <a:pt x="8558" y="0"/>
                    <a:pt x="3265" y="0"/>
                    <a:pt x="0" y="3264"/>
                  </a:cubicBezTo>
                  <a:lnTo>
                    <a:pt x="1774" y="5038"/>
                  </a:lnTo>
                  <a:cubicBezTo>
                    <a:pt x="4059" y="2752"/>
                    <a:pt x="7764" y="2752"/>
                    <a:pt x="10049" y="5038"/>
                  </a:cubicBezTo>
                  <a:lnTo>
                    <a:pt x="11823" y="3264"/>
                  </a:lnTo>
                  <a:close/>
                </a:path>
              </a:pathLst>
            </a:custGeom>
            <a:solidFill>
              <a:srgbClr val="ECBD0B"/>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fr-FR">
                <a:solidFill>
                  <a:prstClr val="black"/>
                </a:solidFill>
              </a:endParaRPr>
            </a:p>
          </p:txBody>
        </p:sp>
        <p:sp>
          <p:nvSpPr>
            <p:cNvPr id="94" name="Freeform 8"/>
            <p:cNvSpPr>
              <a:spLocks/>
            </p:cNvSpPr>
            <p:nvPr/>
          </p:nvSpPr>
          <p:spPr bwMode="auto">
            <a:xfrm>
              <a:off x="6691312" y="2091531"/>
              <a:ext cx="960438" cy="2251075"/>
            </a:xfrm>
            <a:custGeom>
              <a:avLst/>
              <a:gdLst>
                <a:gd name="T0" fmla="*/ 1774 w 5038"/>
                <a:gd name="T1" fmla="*/ 11823 h 11823"/>
                <a:gd name="T2" fmla="*/ 1774 w 5038"/>
                <a:gd name="T3" fmla="*/ 0 h 11823"/>
                <a:gd name="T4" fmla="*/ 1774 w 5038"/>
                <a:gd name="T5" fmla="*/ 0 h 11823"/>
                <a:gd name="T6" fmla="*/ 0 w 5038"/>
                <a:gd name="T7" fmla="*/ 1774 h 11823"/>
                <a:gd name="T8" fmla="*/ 0 w 5038"/>
                <a:gd name="T9" fmla="*/ 10049 h 11823"/>
                <a:gd name="T10" fmla="*/ 0 w 5038"/>
                <a:gd name="T11" fmla="*/ 10049 h 11823"/>
                <a:gd name="T12" fmla="*/ 1774 w 5038"/>
                <a:gd name="T13" fmla="*/ 11823 h 11823"/>
              </a:gdLst>
              <a:ahLst/>
              <a:cxnLst>
                <a:cxn ang="0">
                  <a:pos x="T0" y="T1"/>
                </a:cxn>
                <a:cxn ang="0">
                  <a:pos x="T2" y="T3"/>
                </a:cxn>
                <a:cxn ang="0">
                  <a:pos x="T4" y="T5"/>
                </a:cxn>
                <a:cxn ang="0">
                  <a:pos x="T6" y="T7"/>
                </a:cxn>
                <a:cxn ang="0">
                  <a:pos x="T8" y="T9"/>
                </a:cxn>
                <a:cxn ang="0">
                  <a:pos x="T10" y="T11"/>
                </a:cxn>
                <a:cxn ang="0">
                  <a:pos x="T12" y="T13"/>
                </a:cxn>
              </a:cxnLst>
              <a:rect l="0" t="0" r="r" b="b"/>
              <a:pathLst>
                <a:path w="5038" h="11823">
                  <a:moveTo>
                    <a:pt x="1774" y="11823"/>
                  </a:moveTo>
                  <a:cubicBezTo>
                    <a:pt x="5038" y="8558"/>
                    <a:pt x="5038" y="3265"/>
                    <a:pt x="1774" y="0"/>
                  </a:cubicBezTo>
                  <a:cubicBezTo>
                    <a:pt x="1774" y="0"/>
                    <a:pt x="1774" y="0"/>
                    <a:pt x="1774" y="0"/>
                  </a:cubicBezTo>
                  <a:lnTo>
                    <a:pt x="0" y="1774"/>
                  </a:lnTo>
                  <a:cubicBezTo>
                    <a:pt x="2286" y="4059"/>
                    <a:pt x="2286" y="7764"/>
                    <a:pt x="0" y="10049"/>
                  </a:cubicBezTo>
                  <a:cubicBezTo>
                    <a:pt x="0" y="10049"/>
                    <a:pt x="0" y="10049"/>
                    <a:pt x="0" y="10049"/>
                  </a:cubicBezTo>
                  <a:lnTo>
                    <a:pt x="1774" y="11823"/>
                  </a:lnTo>
                  <a:close/>
                </a:path>
              </a:pathLst>
            </a:custGeom>
            <a:solidFill>
              <a:srgbClr val="D1211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fr-FR">
                <a:solidFill>
                  <a:prstClr val="black"/>
                </a:solidFill>
              </a:endParaRPr>
            </a:p>
          </p:txBody>
        </p:sp>
        <p:sp>
          <p:nvSpPr>
            <p:cNvPr id="95" name="Freeform 10"/>
            <p:cNvSpPr>
              <a:spLocks/>
            </p:cNvSpPr>
            <p:nvPr/>
          </p:nvSpPr>
          <p:spPr bwMode="auto">
            <a:xfrm>
              <a:off x="4090987" y="2091531"/>
              <a:ext cx="960438" cy="2251075"/>
            </a:xfrm>
            <a:custGeom>
              <a:avLst/>
              <a:gdLst>
                <a:gd name="T0" fmla="*/ 3265 w 5038"/>
                <a:gd name="T1" fmla="*/ 0 h 11823"/>
                <a:gd name="T2" fmla="*/ 3265 w 5038"/>
                <a:gd name="T3" fmla="*/ 11823 h 11823"/>
                <a:gd name="T4" fmla="*/ 3265 w 5038"/>
                <a:gd name="T5" fmla="*/ 11823 h 11823"/>
                <a:gd name="T6" fmla="*/ 5038 w 5038"/>
                <a:gd name="T7" fmla="*/ 10049 h 11823"/>
                <a:gd name="T8" fmla="*/ 5038 w 5038"/>
                <a:gd name="T9" fmla="*/ 1774 h 11823"/>
                <a:gd name="T10" fmla="*/ 5038 w 5038"/>
                <a:gd name="T11" fmla="*/ 1774 h 11823"/>
                <a:gd name="T12" fmla="*/ 3265 w 5038"/>
                <a:gd name="T13" fmla="*/ 0 h 11823"/>
              </a:gdLst>
              <a:ahLst/>
              <a:cxnLst>
                <a:cxn ang="0">
                  <a:pos x="T0" y="T1"/>
                </a:cxn>
                <a:cxn ang="0">
                  <a:pos x="T2" y="T3"/>
                </a:cxn>
                <a:cxn ang="0">
                  <a:pos x="T4" y="T5"/>
                </a:cxn>
                <a:cxn ang="0">
                  <a:pos x="T6" y="T7"/>
                </a:cxn>
                <a:cxn ang="0">
                  <a:pos x="T8" y="T9"/>
                </a:cxn>
                <a:cxn ang="0">
                  <a:pos x="T10" y="T11"/>
                </a:cxn>
                <a:cxn ang="0">
                  <a:pos x="T12" y="T13"/>
                </a:cxn>
              </a:cxnLst>
              <a:rect l="0" t="0" r="r" b="b"/>
              <a:pathLst>
                <a:path w="5038" h="11823">
                  <a:moveTo>
                    <a:pt x="3265" y="0"/>
                  </a:moveTo>
                  <a:cubicBezTo>
                    <a:pt x="0" y="3265"/>
                    <a:pt x="0" y="8558"/>
                    <a:pt x="3265" y="11823"/>
                  </a:cubicBezTo>
                  <a:cubicBezTo>
                    <a:pt x="3265" y="11823"/>
                    <a:pt x="3265" y="11823"/>
                    <a:pt x="3265" y="11823"/>
                  </a:cubicBezTo>
                  <a:lnTo>
                    <a:pt x="5038" y="10049"/>
                  </a:lnTo>
                  <a:cubicBezTo>
                    <a:pt x="2753" y="7764"/>
                    <a:pt x="2753" y="4059"/>
                    <a:pt x="5038" y="1774"/>
                  </a:cubicBezTo>
                  <a:cubicBezTo>
                    <a:pt x="5038" y="1774"/>
                    <a:pt x="5038" y="1774"/>
                    <a:pt x="5038" y="1774"/>
                  </a:cubicBezTo>
                  <a:lnTo>
                    <a:pt x="3265" y="0"/>
                  </a:lnTo>
                  <a:close/>
                </a:path>
              </a:pathLst>
            </a:custGeom>
            <a:solidFill>
              <a:srgbClr val="619D09"/>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fr-FR">
                <a:solidFill>
                  <a:prstClr val="black"/>
                </a:solidFill>
              </a:endParaRPr>
            </a:p>
          </p:txBody>
        </p:sp>
      </p:grpSp>
      <p:graphicFrame>
        <p:nvGraphicFramePr>
          <p:cNvPr id="98" name="Graphique 25"/>
          <p:cNvGraphicFramePr/>
          <p:nvPr/>
        </p:nvGraphicFramePr>
        <p:xfrm>
          <a:off x="5544426" y="1879914"/>
          <a:ext cx="5810793" cy="4235895"/>
        </p:xfrm>
        <a:graphic>
          <a:graphicData uri="http://schemas.openxmlformats.org/drawingml/2006/chart">
            <c:chart xmlns:c="http://schemas.openxmlformats.org/drawingml/2006/chart" xmlns:r="http://schemas.openxmlformats.org/officeDocument/2006/relationships" r:id="rId3"/>
          </a:graphicData>
        </a:graphic>
      </p:graphicFrame>
      <p:sp>
        <p:nvSpPr>
          <p:cNvPr id="99" name="Freeform 60"/>
          <p:cNvSpPr>
            <a:spLocks/>
          </p:cNvSpPr>
          <p:nvPr/>
        </p:nvSpPr>
        <p:spPr bwMode="auto">
          <a:xfrm>
            <a:off x="783743" y="4178505"/>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 name="文本框 99"/>
          <p:cNvSpPr txBox="1"/>
          <p:nvPr/>
        </p:nvSpPr>
        <p:spPr>
          <a:xfrm>
            <a:off x="716895" y="4978106"/>
            <a:ext cx="4782967" cy="1421928"/>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右图为图形与饼图组合而成；</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适合在特定场合使用；</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可以辅助文字加以说明；</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调节第一扇区起始角度可以调整指针。</a:t>
            </a:r>
            <a:endParaRPr lang="en-US" altLang="zh-CN" dirty="0">
              <a:solidFill>
                <a:prstClr val="black">
                  <a:lumMod val="65000"/>
                  <a:lumOff val="35000"/>
                </a:prstClr>
              </a:solidFill>
              <a:latin typeface="微软雅黑" panose="020B0503020204020204" pitchFamily="34" charset="-122"/>
            </a:endParaRPr>
          </a:p>
        </p:txBody>
      </p:sp>
      <p:sp>
        <p:nvSpPr>
          <p:cNvPr id="101" name="圆角矩形 100"/>
          <p:cNvSpPr/>
          <p:nvPr/>
        </p:nvSpPr>
        <p:spPr>
          <a:xfrm>
            <a:off x="1451435" y="4337790"/>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102" name="等腰三角形 101"/>
          <p:cNvSpPr/>
          <p:nvPr/>
        </p:nvSpPr>
        <p:spPr>
          <a:xfrm rot="16200000">
            <a:off x="1376803" y="4405334"/>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26" name="矩形 39"/>
          <p:cNvSpPr/>
          <p:nvPr/>
        </p:nvSpPr>
        <p:spPr>
          <a:xfrm>
            <a:off x="0" y="203088"/>
            <a:ext cx="1620957" cy="523220"/>
          </a:xfrm>
          <a:prstGeom prst="rect">
            <a:avLst/>
          </a:prstGeom>
          <a:noFill/>
        </p:spPr>
        <p:txBody>
          <a:bodyPr wrap="none" rtlCol="0">
            <a:spAutoFit/>
          </a:bodyPr>
          <a:lstStyle/>
          <a:p>
            <a:r>
              <a:rPr lang="zh-CN" altLang="en-US" sz="2800" b="1">
                <a:solidFill>
                  <a:schemeClr val="tx1">
                    <a:lumMod val="65000"/>
                    <a:lumOff val="35000"/>
                  </a:schemeClr>
                </a:solidFill>
              </a:rPr>
              <a:t>其他图表</a:t>
            </a:r>
          </a:p>
        </p:txBody>
      </p:sp>
    </p:spTree>
    <p:extLst>
      <p:ext uri="{BB962C8B-B14F-4D97-AF65-F5344CB8AC3E}">
        <p14:creationId xmlns:p14="http://schemas.microsoft.com/office/powerpoint/2010/main" val="1500357984"/>
      </p:ext>
    </p:extLst>
  </p:cSld>
  <p:clrMapOvr>
    <a:masterClrMapping/>
  </p:clrMapOvr>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 name="文本框 132"/>
          <p:cNvSpPr txBox="1"/>
          <p:nvPr/>
        </p:nvSpPr>
        <p:spPr>
          <a:xfrm>
            <a:off x="1000603" y="858685"/>
            <a:ext cx="9417963" cy="424732"/>
          </a:xfrm>
          <a:prstGeom prst="rect">
            <a:avLst/>
          </a:prstGeom>
          <a:noFill/>
        </p:spPr>
        <p:txBody>
          <a:bodyPr wrap="none" rtlCol="0">
            <a:spAutoFit/>
          </a:bodyPr>
          <a:lstStyle/>
          <a:p>
            <a:pPr>
              <a:lnSpc>
                <a:spcPct val="120000"/>
              </a:lnSpc>
            </a:pPr>
            <a:r>
              <a:rPr lang="zh-CN" altLang="en-US" dirty="0">
                <a:solidFill>
                  <a:prstClr val="black">
                    <a:lumMod val="65000"/>
                    <a:lumOff val="35000"/>
                  </a:prstClr>
                </a:solidFill>
              </a:rPr>
              <a:t>下图为图形组合而成，不是非常精确，可以在特定情境下使用，可以相应的调整模块颜色。</a:t>
            </a:r>
            <a:endParaRPr lang="en-US" altLang="zh-CN" dirty="0">
              <a:solidFill>
                <a:prstClr val="black">
                  <a:lumMod val="65000"/>
                  <a:lumOff val="35000"/>
                </a:prstClr>
              </a:solidFill>
            </a:endParaRPr>
          </a:p>
        </p:txBody>
      </p:sp>
      <p:sp>
        <p:nvSpPr>
          <p:cNvPr id="6" name="Freeform 5"/>
          <p:cNvSpPr>
            <a:spLocks/>
          </p:cNvSpPr>
          <p:nvPr/>
        </p:nvSpPr>
        <p:spPr bwMode="auto">
          <a:xfrm>
            <a:off x="6326188" y="5419725"/>
            <a:ext cx="187325" cy="665163"/>
          </a:xfrm>
          <a:custGeom>
            <a:avLst/>
            <a:gdLst>
              <a:gd name="T0" fmla="*/ 24 w 47"/>
              <a:gd name="T1" fmla="*/ 1 h 166"/>
              <a:gd name="T2" fmla="*/ 0 w 47"/>
              <a:gd name="T3" fmla="*/ 0 h 166"/>
              <a:gd name="T4" fmla="*/ 0 w 47"/>
              <a:gd name="T5" fmla="*/ 165 h 166"/>
              <a:gd name="T6" fmla="*/ 24 w 47"/>
              <a:gd name="T7" fmla="*/ 166 h 166"/>
              <a:gd name="T8" fmla="*/ 47 w 47"/>
              <a:gd name="T9" fmla="*/ 165 h 166"/>
              <a:gd name="T10" fmla="*/ 47 w 47"/>
              <a:gd name="T11" fmla="*/ 0 h 166"/>
              <a:gd name="T12" fmla="*/ 24 w 47"/>
              <a:gd name="T13" fmla="*/ 1 h 166"/>
            </a:gdLst>
            <a:ahLst/>
            <a:cxnLst>
              <a:cxn ang="0">
                <a:pos x="T0" y="T1"/>
              </a:cxn>
              <a:cxn ang="0">
                <a:pos x="T2" y="T3"/>
              </a:cxn>
              <a:cxn ang="0">
                <a:pos x="T4" y="T5"/>
              </a:cxn>
              <a:cxn ang="0">
                <a:pos x="T6" y="T7"/>
              </a:cxn>
              <a:cxn ang="0">
                <a:pos x="T8" y="T9"/>
              </a:cxn>
              <a:cxn ang="0">
                <a:pos x="T10" y="T11"/>
              </a:cxn>
              <a:cxn ang="0">
                <a:pos x="T12" y="T13"/>
              </a:cxn>
            </a:cxnLst>
            <a:rect l="0" t="0" r="r" b="b"/>
            <a:pathLst>
              <a:path w="47" h="166">
                <a:moveTo>
                  <a:pt x="24" y="1"/>
                </a:moveTo>
                <a:cubicBezTo>
                  <a:pt x="16" y="1"/>
                  <a:pt x="8" y="1"/>
                  <a:pt x="0" y="0"/>
                </a:cubicBezTo>
                <a:cubicBezTo>
                  <a:pt x="0" y="165"/>
                  <a:pt x="0" y="165"/>
                  <a:pt x="0" y="165"/>
                </a:cubicBezTo>
                <a:cubicBezTo>
                  <a:pt x="8" y="165"/>
                  <a:pt x="16" y="166"/>
                  <a:pt x="24" y="166"/>
                </a:cubicBezTo>
                <a:cubicBezTo>
                  <a:pt x="32" y="166"/>
                  <a:pt x="40" y="165"/>
                  <a:pt x="47" y="165"/>
                </a:cubicBezTo>
                <a:cubicBezTo>
                  <a:pt x="47" y="0"/>
                  <a:pt x="47" y="0"/>
                  <a:pt x="47" y="0"/>
                </a:cubicBezTo>
                <a:cubicBezTo>
                  <a:pt x="40" y="0"/>
                  <a:pt x="32" y="1"/>
                  <a:pt x="24" y="1"/>
                </a:cubicBezTo>
                <a:close/>
              </a:path>
            </a:pathLst>
          </a:custGeom>
          <a:solidFill>
            <a:srgbClr val="2EA7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 name="Freeform 6"/>
          <p:cNvSpPr>
            <a:spLocks/>
          </p:cNvSpPr>
          <p:nvPr/>
        </p:nvSpPr>
        <p:spPr bwMode="auto">
          <a:xfrm>
            <a:off x="6326188" y="2501900"/>
            <a:ext cx="187325" cy="665163"/>
          </a:xfrm>
          <a:custGeom>
            <a:avLst/>
            <a:gdLst>
              <a:gd name="T0" fmla="*/ 24 w 47"/>
              <a:gd name="T1" fmla="*/ 164 h 166"/>
              <a:gd name="T2" fmla="*/ 47 w 47"/>
              <a:gd name="T3" fmla="*/ 166 h 166"/>
              <a:gd name="T4" fmla="*/ 47 w 47"/>
              <a:gd name="T5" fmla="*/ 1 h 166"/>
              <a:gd name="T6" fmla="*/ 24 w 47"/>
              <a:gd name="T7" fmla="*/ 0 h 166"/>
              <a:gd name="T8" fmla="*/ 0 w 47"/>
              <a:gd name="T9" fmla="*/ 1 h 166"/>
              <a:gd name="T10" fmla="*/ 0 w 47"/>
              <a:gd name="T11" fmla="*/ 166 h 166"/>
              <a:gd name="T12" fmla="*/ 24 w 47"/>
              <a:gd name="T13" fmla="*/ 164 h 166"/>
            </a:gdLst>
            <a:ahLst/>
            <a:cxnLst>
              <a:cxn ang="0">
                <a:pos x="T0" y="T1"/>
              </a:cxn>
              <a:cxn ang="0">
                <a:pos x="T2" y="T3"/>
              </a:cxn>
              <a:cxn ang="0">
                <a:pos x="T4" y="T5"/>
              </a:cxn>
              <a:cxn ang="0">
                <a:pos x="T6" y="T7"/>
              </a:cxn>
              <a:cxn ang="0">
                <a:pos x="T8" y="T9"/>
              </a:cxn>
              <a:cxn ang="0">
                <a:pos x="T10" y="T11"/>
              </a:cxn>
              <a:cxn ang="0">
                <a:pos x="T12" y="T13"/>
              </a:cxn>
            </a:cxnLst>
            <a:rect l="0" t="0" r="r" b="b"/>
            <a:pathLst>
              <a:path w="47" h="166">
                <a:moveTo>
                  <a:pt x="24" y="164"/>
                </a:moveTo>
                <a:cubicBezTo>
                  <a:pt x="32" y="164"/>
                  <a:pt x="40" y="165"/>
                  <a:pt x="47" y="166"/>
                </a:cubicBezTo>
                <a:cubicBezTo>
                  <a:pt x="47" y="1"/>
                  <a:pt x="47" y="1"/>
                  <a:pt x="47" y="1"/>
                </a:cubicBezTo>
                <a:cubicBezTo>
                  <a:pt x="40" y="0"/>
                  <a:pt x="32" y="0"/>
                  <a:pt x="24" y="0"/>
                </a:cubicBezTo>
                <a:cubicBezTo>
                  <a:pt x="16" y="0"/>
                  <a:pt x="8" y="0"/>
                  <a:pt x="0" y="1"/>
                </a:cubicBezTo>
                <a:cubicBezTo>
                  <a:pt x="0" y="166"/>
                  <a:pt x="0" y="166"/>
                  <a:pt x="0" y="166"/>
                </a:cubicBezTo>
                <a:cubicBezTo>
                  <a:pt x="8" y="165"/>
                  <a:pt x="16" y="164"/>
                  <a:pt x="24" y="164"/>
                </a:cubicBezTo>
                <a:close/>
              </a:path>
            </a:pathLst>
          </a:custGeom>
          <a:solidFill>
            <a:srgbClr val="036E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 name="Freeform 7"/>
          <p:cNvSpPr>
            <a:spLocks/>
          </p:cNvSpPr>
          <p:nvPr/>
        </p:nvSpPr>
        <p:spPr bwMode="auto">
          <a:xfrm>
            <a:off x="5095875" y="2954338"/>
            <a:ext cx="604838" cy="604838"/>
          </a:xfrm>
          <a:custGeom>
            <a:avLst/>
            <a:gdLst>
              <a:gd name="T0" fmla="*/ 151 w 151"/>
              <a:gd name="T1" fmla="*/ 117 h 151"/>
              <a:gd name="T2" fmla="*/ 34 w 151"/>
              <a:gd name="T3" fmla="*/ 0 h 151"/>
              <a:gd name="T4" fmla="*/ 0 w 151"/>
              <a:gd name="T5" fmla="*/ 34 h 151"/>
              <a:gd name="T6" fmla="*/ 117 w 151"/>
              <a:gd name="T7" fmla="*/ 151 h 151"/>
              <a:gd name="T8" fmla="*/ 151 w 151"/>
              <a:gd name="T9" fmla="*/ 117 h 151"/>
            </a:gdLst>
            <a:ahLst/>
            <a:cxnLst>
              <a:cxn ang="0">
                <a:pos x="T0" y="T1"/>
              </a:cxn>
              <a:cxn ang="0">
                <a:pos x="T2" y="T3"/>
              </a:cxn>
              <a:cxn ang="0">
                <a:pos x="T4" y="T5"/>
              </a:cxn>
              <a:cxn ang="0">
                <a:pos x="T6" y="T7"/>
              </a:cxn>
              <a:cxn ang="0">
                <a:pos x="T8" y="T9"/>
              </a:cxn>
            </a:cxnLst>
            <a:rect l="0" t="0" r="r" b="b"/>
            <a:pathLst>
              <a:path w="151" h="151">
                <a:moveTo>
                  <a:pt x="151" y="117"/>
                </a:moveTo>
                <a:cubicBezTo>
                  <a:pt x="34" y="0"/>
                  <a:pt x="34" y="0"/>
                  <a:pt x="34" y="0"/>
                </a:cubicBezTo>
                <a:cubicBezTo>
                  <a:pt x="22" y="11"/>
                  <a:pt x="11" y="22"/>
                  <a:pt x="0" y="34"/>
                </a:cubicBezTo>
                <a:cubicBezTo>
                  <a:pt x="117" y="151"/>
                  <a:pt x="117" y="151"/>
                  <a:pt x="117" y="151"/>
                </a:cubicBezTo>
                <a:cubicBezTo>
                  <a:pt x="127" y="139"/>
                  <a:pt x="138" y="127"/>
                  <a:pt x="151" y="117"/>
                </a:cubicBezTo>
                <a:close/>
              </a:path>
            </a:pathLst>
          </a:custGeom>
          <a:solidFill>
            <a:srgbClr val="036E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 name="Freeform 8"/>
          <p:cNvSpPr>
            <a:spLocks/>
          </p:cNvSpPr>
          <p:nvPr/>
        </p:nvSpPr>
        <p:spPr bwMode="auto">
          <a:xfrm>
            <a:off x="7158038" y="5018088"/>
            <a:ext cx="601663" cy="601663"/>
          </a:xfrm>
          <a:custGeom>
            <a:avLst/>
            <a:gdLst>
              <a:gd name="T0" fmla="*/ 0 w 150"/>
              <a:gd name="T1" fmla="*/ 33 h 150"/>
              <a:gd name="T2" fmla="*/ 116 w 150"/>
              <a:gd name="T3" fmla="*/ 150 h 150"/>
              <a:gd name="T4" fmla="*/ 150 w 150"/>
              <a:gd name="T5" fmla="*/ 116 h 150"/>
              <a:gd name="T6" fmla="*/ 33 w 150"/>
              <a:gd name="T7" fmla="*/ 0 h 150"/>
              <a:gd name="T8" fmla="*/ 0 w 150"/>
              <a:gd name="T9" fmla="*/ 33 h 150"/>
            </a:gdLst>
            <a:ahLst/>
            <a:cxnLst>
              <a:cxn ang="0">
                <a:pos x="T0" y="T1"/>
              </a:cxn>
              <a:cxn ang="0">
                <a:pos x="T2" y="T3"/>
              </a:cxn>
              <a:cxn ang="0">
                <a:pos x="T4" y="T5"/>
              </a:cxn>
              <a:cxn ang="0">
                <a:pos x="T6" y="T7"/>
              </a:cxn>
              <a:cxn ang="0">
                <a:pos x="T8" y="T9"/>
              </a:cxn>
            </a:cxnLst>
            <a:rect l="0" t="0" r="r" b="b"/>
            <a:pathLst>
              <a:path w="150" h="150">
                <a:moveTo>
                  <a:pt x="0" y="33"/>
                </a:moveTo>
                <a:cubicBezTo>
                  <a:pt x="116" y="150"/>
                  <a:pt x="116" y="150"/>
                  <a:pt x="116" y="150"/>
                </a:cubicBezTo>
                <a:cubicBezTo>
                  <a:pt x="128" y="139"/>
                  <a:pt x="139" y="128"/>
                  <a:pt x="150" y="116"/>
                </a:cubicBezTo>
                <a:cubicBezTo>
                  <a:pt x="33" y="0"/>
                  <a:pt x="33" y="0"/>
                  <a:pt x="33" y="0"/>
                </a:cubicBezTo>
                <a:cubicBezTo>
                  <a:pt x="23" y="12"/>
                  <a:pt x="12" y="23"/>
                  <a:pt x="0" y="33"/>
                </a:cubicBezTo>
                <a:close/>
              </a:path>
            </a:pathLst>
          </a:custGeom>
          <a:solidFill>
            <a:srgbClr val="2EA7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 name="Freeform 9"/>
          <p:cNvSpPr>
            <a:spLocks/>
          </p:cNvSpPr>
          <p:nvPr/>
        </p:nvSpPr>
        <p:spPr bwMode="auto">
          <a:xfrm>
            <a:off x="5087938" y="5014913"/>
            <a:ext cx="604838" cy="604838"/>
          </a:xfrm>
          <a:custGeom>
            <a:avLst/>
            <a:gdLst>
              <a:gd name="T0" fmla="*/ 145 w 151"/>
              <a:gd name="T1" fmla="*/ 29 h 151"/>
              <a:gd name="T2" fmla="*/ 117 w 151"/>
              <a:gd name="T3" fmla="*/ 0 h 151"/>
              <a:gd name="T4" fmla="*/ 0 w 151"/>
              <a:gd name="T5" fmla="*/ 117 h 151"/>
              <a:gd name="T6" fmla="*/ 34 w 151"/>
              <a:gd name="T7" fmla="*/ 151 h 151"/>
              <a:gd name="T8" fmla="*/ 151 w 151"/>
              <a:gd name="T9" fmla="*/ 34 h 151"/>
              <a:gd name="T10" fmla="*/ 145 w 151"/>
              <a:gd name="T11" fmla="*/ 29 h 151"/>
            </a:gdLst>
            <a:ahLst/>
            <a:cxnLst>
              <a:cxn ang="0">
                <a:pos x="T0" y="T1"/>
              </a:cxn>
              <a:cxn ang="0">
                <a:pos x="T2" y="T3"/>
              </a:cxn>
              <a:cxn ang="0">
                <a:pos x="T4" y="T5"/>
              </a:cxn>
              <a:cxn ang="0">
                <a:pos x="T6" y="T7"/>
              </a:cxn>
              <a:cxn ang="0">
                <a:pos x="T8" y="T9"/>
              </a:cxn>
              <a:cxn ang="0">
                <a:pos x="T10" y="T11"/>
              </a:cxn>
            </a:cxnLst>
            <a:rect l="0" t="0" r="r" b="b"/>
            <a:pathLst>
              <a:path w="151" h="151">
                <a:moveTo>
                  <a:pt x="145" y="29"/>
                </a:moveTo>
                <a:cubicBezTo>
                  <a:pt x="135" y="20"/>
                  <a:pt x="126" y="11"/>
                  <a:pt x="117" y="0"/>
                </a:cubicBezTo>
                <a:cubicBezTo>
                  <a:pt x="0" y="117"/>
                  <a:pt x="0" y="117"/>
                  <a:pt x="0" y="117"/>
                </a:cubicBezTo>
                <a:cubicBezTo>
                  <a:pt x="11" y="129"/>
                  <a:pt x="22" y="140"/>
                  <a:pt x="34" y="151"/>
                </a:cubicBezTo>
                <a:cubicBezTo>
                  <a:pt x="151" y="34"/>
                  <a:pt x="151" y="34"/>
                  <a:pt x="151" y="34"/>
                </a:cubicBezTo>
                <a:cubicBezTo>
                  <a:pt x="149" y="32"/>
                  <a:pt x="147" y="31"/>
                  <a:pt x="145" y="29"/>
                </a:cubicBezTo>
                <a:close/>
              </a:path>
            </a:pathLst>
          </a:custGeom>
          <a:solidFill>
            <a:srgbClr val="8785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 name="Freeform 10"/>
          <p:cNvSpPr>
            <a:spLocks/>
          </p:cNvSpPr>
          <p:nvPr/>
        </p:nvSpPr>
        <p:spPr bwMode="auto">
          <a:xfrm>
            <a:off x="7146925" y="2959100"/>
            <a:ext cx="600075" cy="600075"/>
          </a:xfrm>
          <a:custGeom>
            <a:avLst/>
            <a:gdLst>
              <a:gd name="T0" fmla="*/ 34 w 150"/>
              <a:gd name="T1" fmla="*/ 150 h 150"/>
              <a:gd name="T2" fmla="*/ 150 w 150"/>
              <a:gd name="T3" fmla="*/ 33 h 150"/>
              <a:gd name="T4" fmla="*/ 117 w 150"/>
              <a:gd name="T5" fmla="*/ 0 h 150"/>
              <a:gd name="T6" fmla="*/ 0 w 150"/>
              <a:gd name="T7" fmla="*/ 116 h 150"/>
              <a:gd name="T8" fmla="*/ 34 w 150"/>
              <a:gd name="T9" fmla="*/ 150 h 150"/>
            </a:gdLst>
            <a:ahLst/>
            <a:cxnLst>
              <a:cxn ang="0">
                <a:pos x="T0" y="T1"/>
              </a:cxn>
              <a:cxn ang="0">
                <a:pos x="T2" y="T3"/>
              </a:cxn>
              <a:cxn ang="0">
                <a:pos x="T4" y="T5"/>
              </a:cxn>
              <a:cxn ang="0">
                <a:pos x="T6" y="T7"/>
              </a:cxn>
              <a:cxn ang="0">
                <a:pos x="T8" y="T9"/>
              </a:cxn>
            </a:cxnLst>
            <a:rect l="0" t="0" r="r" b="b"/>
            <a:pathLst>
              <a:path w="150" h="150">
                <a:moveTo>
                  <a:pt x="34" y="150"/>
                </a:moveTo>
                <a:cubicBezTo>
                  <a:pt x="150" y="33"/>
                  <a:pt x="150" y="33"/>
                  <a:pt x="150" y="33"/>
                </a:cubicBezTo>
                <a:cubicBezTo>
                  <a:pt x="140" y="21"/>
                  <a:pt x="129" y="10"/>
                  <a:pt x="117" y="0"/>
                </a:cubicBezTo>
                <a:cubicBezTo>
                  <a:pt x="0" y="116"/>
                  <a:pt x="0" y="116"/>
                  <a:pt x="0" y="116"/>
                </a:cubicBezTo>
                <a:cubicBezTo>
                  <a:pt x="12" y="127"/>
                  <a:pt x="24" y="138"/>
                  <a:pt x="34" y="150"/>
                </a:cubicBezTo>
                <a:close/>
              </a:path>
            </a:pathLst>
          </a:custGeom>
          <a:solidFill>
            <a:srgbClr val="D5D5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 name="Freeform 11"/>
          <p:cNvSpPr>
            <a:spLocks/>
          </p:cNvSpPr>
          <p:nvPr/>
        </p:nvSpPr>
        <p:spPr bwMode="auto">
          <a:xfrm>
            <a:off x="4632325" y="4189413"/>
            <a:ext cx="665163" cy="187325"/>
          </a:xfrm>
          <a:custGeom>
            <a:avLst/>
            <a:gdLst>
              <a:gd name="T0" fmla="*/ 165 w 166"/>
              <a:gd name="T1" fmla="*/ 26 h 47"/>
              <a:gd name="T2" fmla="*/ 166 w 166"/>
              <a:gd name="T3" fmla="*/ 0 h 47"/>
              <a:gd name="T4" fmla="*/ 1 w 166"/>
              <a:gd name="T5" fmla="*/ 0 h 47"/>
              <a:gd name="T6" fmla="*/ 0 w 166"/>
              <a:gd name="T7" fmla="*/ 26 h 47"/>
              <a:gd name="T8" fmla="*/ 1 w 166"/>
              <a:gd name="T9" fmla="*/ 47 h 47"/>
              <a:gd name="T10" fmla="*/ 166 w 166"/>
              <a:gd name="T11" fmla="*/ 47 h 47"/>
              <a:gd name="T12" fmla="*/ 165 w 166"/>
              <a:gd name="T13" fmla="*/ 26 h 47"/>
            </a:gdLst>
            <a:ahLst/>
            <a:cxnLst>
              <a:cxn ang="0">
                <a:pos x="T0" y="T1"/>
              </a:cxn>
              <a:cxn ang="0">
                <a:pos x="T2" y="T3"/>
              </a:cxn>
              <a:cxn ang="0">
                <a:pos x="T4" y="T5"/>
              </a:cxn>
              <a:cxn ang="0">
                <a:pos x="T6" y="T7"/>
              </a:cxn>
              <a:cxn ang="0">
                <a:pos x="T8" y="T9"/>
              </a:cxn>
              <a:cxn ang="0">
                <a:pos x="T10" y="T11"/>
              </a:cxn>
              <a:cxn ang="0">
                <a:pos x="T12" y="T13"/>
              </a:cxn>
            </a:cxnLst>
            <a:rect l="0" t="0" r="r" b="b"/>
            <a:pathLst>
              <a:path w="166" h="47">
                <a:moveTo>
                  <a:pt x="165" y="26"/>
                </a:moveTo>
                <a:cubicBezTo>
                  <a:pt x="165" y="17"/>
                  <a:pt x="166" y="8"/>
                  <a:pt x="166" y="0"/>
                </a:cubicBezTo>
                <a:cubicBezTo>
                  <a:pt x="1" y="0"/>
                  <a:pt x="1" y="0"/>
                  <a:pt x="1" y="0"/>
                </a:cubicBezTo>
                <a:cubicBezTo>
                  <a:pt x="1" y="8"/>
                  <a:pt x="0" y="17"/>
                  <a:pt x="0" y="26"/>
                </a:cubicBezTo>
                <a:cubicBezTo>
                  <a:pt x="0" y="33"/>
                  <a:pt x="1" y="40"/>
                  <a:pt x="1" y="47"/>
                </a:cubicBezTo>
                <a:cubicBezTo>
                  <a:pt x="166" y="47"/>
                  <a:pt x="166" y="47"/>
                  <a:pt x="166" y="47"/>
                </a:cubicBezTo>
                <a:cubicBezTo>
                  <a:pt x="166" y="40"/>
                  <a:pt x="165" y="33"/>
                  <a:pt x="165" y="26"/>
                </a:cubicBezTo>
                <a:close/>
              </a:path>
            </a:pathLst>
          </a:custGeom>
          <a:solidFill>
            <a:srgbClr val="8785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 name="Freeform 12"/>
          <p:cNvSpPr>
            <a:spLocks/>
          </p:cNvSpPr>
          <p:nvPr/>
        </p:nvSpPr>
        <p:spPr bwMode="auto">
          <a:xfrm>
            <a:off x="7546975" y="4189413"/>
            <a:ext cx="665163" cy="187325"/>
          </a:xfrm>
          <a:custGeom>
            <a:avLst/>
            <a:gdLst>
              <a:gd name="T0" fmla="*/ 2 w 166"/>
              <a:gd name="T1" fmla="*/ 26 h 47"/>
              <a:gd name="T2" fmla="*/ 1 w 166"/>
              <a:gd name="T3" fmla="*/ 47 h 47"/>
              <a:gd name="T4" fmla="*/ 166 w 166"/>
              <a:gd name="T5" fmla="*/ 47 h 47"/>
              <a:gd name="T6" fmla="*/ 166 w 166"/>
              <a:gd name="T7" fmla="*/ 26 h 47"/>
              <a:gd name="T8" fmla="*/ 166 w 166"/>
              <a:gd name="T9" fmla="*/ 0 h 47"/>
              <a:gd name="T10" fmla="*/ 0 w 166"/>
              <a:gd name="T11" fmla="*/ 0 h 47"/>
              <a:gd name="T12" fmla="*/ 2 w 166"/>
              <a:gd name="T13" fmla="*/ 26 h 47"/>
            </a:gdLst>
            <a:ahLst/>
            <a:cxnLst>
              <a:cxn ang="0">
                <a:pos x="T0" y="T1"/>
              </a:cxn>
              <a:cxn ang="0">
                <a:pos x="T2" y="T3"/>
              </a:cxn>
              <a:cxn ang="0">
                <a:pos x="T4" y="T5"/>
              </a:cxn>
              <a:cxn ang="0">
                <a:pos x="T6" y="T7"/>
              </a:cxn>
              <a:cxn ang="0">
                <a:pos x="T8" y="T9"/>
              </a:cxn>
              <a:cxn ang="0">
                <a:pos x="T10" y="T11"/>
              </a:cxn>
              <a:cxn ang="0">
                <a:pos x="T12" y="T13"/>
              </a:cxn>
            </a:cxnLst>
            <a:rect l="0" t="0" r="r" b="b"/>
            <a:pathLst>
              <a:path w="166" h="47">
                <a:moveTo>
                  <a:pt x="2" y="26"/>
                </a:moveTo>
                <a:cubicBezTo>
                  <a:pt x="2" y="33"/>
                  <a:pt x="1" y="40"/>
                  <a:pt x="1" y="47"/>
                </a:cubicBezTo>
                <a:cubicBezTo>
                  <a:pt x="166" y="47"/>
                  <a:pt x="166" y="47"/>
                  <a:pt x="166" y="47"/>
                </a:cubicBezTo>
                <a:cubicBezTo>
                  <a:pt x="166" y="40"/>
                  <a:pt x="166" y="33"/>
                  <a:pt x="166" y="26"/>
                </a:cubicBezTo>
                <a:cubicBezTo>
                  <a:pt x="166" y="17"/>
                  <a:pt x="166" y="8"/>
                  <a:pt x="166" y="0"/>
                </a:cubicBezTo>
                <a:cubicBezTo>
                  <a:pt x="0" y="0"/>
                  <a:pt x="0" y="0"/>
                  <a:pt x="0" y="0"/>
                </a:cubicBezTo>
                <a:cubicBezTo>
                  <a:pt x="1" y="8"/>
                  <a:pt x="2" y="17"/>
                  <a:pt x="2" y="26"/>
                </a:cubicBezTo>
                <a:close/>
              </a:path>
            </a:pathLst>
          </a:custGeom>
          <a:solidFill>
            <a:srgbClr val="2EA7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 name="Freeform 13"/>
          <p:cNvSpPr>
            <a:spLocks/>
          </p:cNvSpPr>
          <p:nvPr/>
        </p:nvSpPr>
        <p:spPr bwMode="auto">
          <a:xfrm>
            <a:off x="5965825" y="5375275"/>
            <a:ext cx="320675" cy="684213"/>
          </a:xfrm>
          <a:custGeom>
            <a:avLst/>
            <a:gdLst>
              <a:gd name="T0" fmla="*/ 33 w 80"/>
              <a:gd name="T1" fmla="*/ 0 h 171"/>
              <a:gd name="T2" fmla="*/ 0 w 80"/>
              <a:gd name="T3" fmla="*/ 162 h 171"/>
              <a:gd name="T4" fmla="*/ 46 w 80"/>
              <a:gd name="T5" fmla="*/ 171 h 171"/>
              <a:gd name="T6" fmla="*/ 80 w 80"/>
              <a:gd name="T7" fmla="*/ 10 h 171"/>
              <a:gd name="T8" fmla="*/ 33 w 80"/>
              <a:gd name="T9" fmla="*/ 0 h 171"/>
            </a:gdLst>
            <a:ahLst/>
            <a:cxnLst>
              <a:cxn ang="0">
                <a:pos x="T0" y="T1"/>
              </a:cxn>
              <a:cxn ang="0">
                <a:pos x="T2" y="T3"/>
              </a:cxn>
              <a:cxn ang="0">
                <a:pos x="T4" y="T5"/>
              </a:cxn>
              <a:cxn ang="0">
                <a:pos x="T6" y="T7"/>
              </a:cxn>
              <a:cxn ang="0">
                <a:pos x="T8" y="T9"/>
              </a:cxn>
            </a:cxnLst>
            <a:rect l="0" t="0" r="r" b="b"/>
            <a:pathLst>
              <a:path w="80" h="171">
                <a:moveTo>
                  <a:pt x="33" y="0"/>
                </a:moveTo>
                <a:cubicBezTo>
                  <a:pt x="0" y="162"/>
                  <a:pt x="0" y="162"/>
                  <a:pt x="0" y="162"/>
                </a:cubicBezTo>
                <a:cubicBezTo>
                  <a:pt x="15" y="166"/>
                  <a:pt x="31" y="169"/>
                  <a:pt x="46" y="171"/>
                </a:cubicBezTo>
                <a:cubicBezTo>
                  <a:pt x="80" y="10"/>
                  <a:pt x="80" y="10"/>
                  <a:pt x="80" y="10"/>
                </a:cubicBezTo>
                <a:cubicBezTo>
                  <a:pt x="64" y="8"/>
                  <a:pt x="48" y="5"/>
                  <a:pt x="33" y="0"/>
                </a:cubicBezTo>
                <a:close/>
              </a:path>
            </a:pathLst>
          </a:custGeom>
          <a:solidFill>
            <a:srgbClr val="2EA7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 name="Freeform 14"/>
          <p:cNvSpPr>
            <a:spLocks/>
          </p:cNvSpPr>
          <p:nvPr/>
        </p:nvSpPr>
        <p:spPr bwMode="auto">
          <a:xfrm>
            <a:off x="6554788" y="2522538"/>
            <a:ext cx="315913" cy="684213"/>
          </a:xfrm>
          <a:custGeom>
            <a:avLst/>
            <a:gdLst>
              <a:gd name="T0" fmla="*/ 46 w 79"/>
              <a:gd name="T1" fmla="*/ 171 h 171"/>
              <a:gd name="T2" fmla="*/ 79 w 79"/>
              <a:gd name="T3" fmla="*/ 9 h 171"/>
              <a:gd name="T4" fmla="*/ 33 w 79"/>
              <a:gd name="T5" fmla="*/ 0 h 171"/>
              <a:gd name="T6" fmla="*/ 0 w 79"/>
              <a:gd name="T7" fmla="*/ 162 h 171"/>
              <a:gd name="T8" fmla="*/ 46 w 79"/>
              <a:gd name="T9" fmla="*/ 171 h 171"/>
            </a:gdLst>
            <a:ahLst/>
            <a:cxnLst>
              <a:cxn ang="0">
                <a:pos x="T0" y="T1"/>
              </a:cxn>
              <a:cxn ang="0">
                <a:pos x="T2" y="T3"/>
              </a:cxn>
              <a:cxn ang="0">
                <a:pos x="T4" y="T5"/>
              </a:cxn>
              <a:cxn ang="0">
                <a:pos x="T6" y="T7"/>
              </a:cxn>
              <a:cxn ang="0">
                <a:pos x="T8" y="T9"/>
              </a:cxn>
            </a:cxnLst>
            <a:rect l="0" t="0" r="r" b="b"/>
            <a:pathLst>
              <a:path w="79" h="171">
                <a:moveTo>
                  <a:pt x="46" y="171"/>
                </a:moveTo>
                <a:cubicBezTo>
                  <a:pt x="79" y="9"/>
                  <a:pt x="79" y="9"/>
                  <a:pt x="79" y="9"/>
                </a:cubicBezTo>
                <a:cubicBezTo>
                  <a:pt x="64" y="5"/>
                  <a:pt x="49" y="2"/>
                  <a:pt x="33" y="0"/>
                </a:cubicBezTo>
                <a:cubicBezTo>
                  <a:pt x="0" y="162"/>
                  <a:pt x="0" y="162"/>
                  <a:pt x="0" y="162"/>
                </a:cubicBezTo>
                <a:cubicBezTo>
                  <a:pt x="16" y="163"/>
                  <a:pt x="31" y="166"/>
                  <a:pt x="46" y="171"/>
                </a:cubicBezTo>
                <a:close/>
              </a:path>
            </a:pathLst>
          </a:custGeom>
          <a:solidFill>
            <a:srgbClr val="036E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 name="Freeform 15"/>
          <p:cNvSpPr>
            <a:spLocks/>
          </p:cNvSpPr>
          <p:nvPr/>
        </p:nvSpPr>
        <p:spPr bwMode="auto">
          <a:xfrm>
            <a:off x="6965950" y="5178425"/>
            <a:ext cx="520700" cy="657225"/>
          </a:xfrm>
          <a:custGeom>
            <a:avLst/>
            <a:gdLst>
              <a:gd name="T0" fmla="*/ 0 w 130"/>
              <a:gd name="T1" fmla="*/ 26 h 164"/>
              <a:gd name="T2" fmla="*/ 91 w 130"/>
              <a:gd name="T3" fmla="*/ 164 h 164"/>
              <a:gd name="T4" fmla="*/ 130 w 130"/>
              <a:gd name="T5" fmla="*/ 138 h 164"/>
              <a:gd name="T6" fmla="*/ 40 w 130"/>
              <a:gd name="T7" fmla="*/ 0 h 164"/>
              <a:gd name="T8" fmla="*/ 0 w 130"/>
              <a:gd name="T9" fmla="*/ 26 h 164"/>
            </a:gdLst>
            <a:ahLst/>
            <a:cxnLst>
              <a:cxn ang="0">
                <a:pos x="T0" y="T1"/>
              </a:cxn>
              <a:cxn ang="0">
                <a:pos x="T2" y="T3"/>
              </a:cxn>
              <a:cxn ang="0">
                <a:pos x="T4" y="T5"/>
              </a:cxn>
              <a:cxn ang="0">
                <a:pos x="T6" y="T7"/>
              </a:cxn>
              <a:cxn ang="0">
                <a:pos x="T8" y="T9"/>
              </a:cxn>
            </a:cxnLst>
            <a:rect l="0" t="0" r="r" b="b"/>
            <a:pathLst>
              <a:path w="130" h="164">
                <a:moveTo>
                  <a:pt x="0" y="26"/>
                </a:moveTo>
                <a:cubicBezTo>
                  <a:pt x="91" y="164"/>
                  <a:pt x="91" y="164"/>
                  <a:pt x="91" y="164"/>
                </a:cubicBezTo>
                <a:cubicBezTo>
                  <a:pt x="105" y="156"/>
                  <a:pt x="118" y="147"/>
                  <a:pt x="130" y="138"/>
                </a:cubicBezTo>
                <a:cubicBezTo>
                  <a:pt x="40" y="0"/>
                  <a:pt x="40" y="0"/>
                  <a:pt x="40" y="0"/>
                </a:cubicBezTo>
                <a:cubicBezTo>
                  <a:pt x="27" y="10"/>
                  <a:pt x="14" y="19"/>
                  <a:pt x="0" y="26"/>
                </a:cubicBezTo>
                <a:close/>
              </a:path>
            </a:pathLst>
          </a:custGeom>
          <a:solidFill>
            <a:srgbClr val="2EA7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 name="Freeform 16"/>
          <p:cNvSpPr>
            <a:spLocks/>
          </p:cNvSpPr>
          <p:nvPr/>
        </p:nvSpPr>
        <p:spPr bwMode="auto">
          <a:xfrm>
            <a:off x="5364163" y="2743200"/>
            <a:ext cx="525463" cy="657225"/>
          </a:xfrm>
          <a:custGeom>
            <a:avLst/>
            <a:gdLst>
              <a:gd name="T0" fmla="*/ 131 w 131"/>
              <a:gd name="T1" fmla="*/ 138 h 164"/>
              <a:gd name="T2" fmla="*/ 40 w 131"/>
              <a:gd name="T3" fmla="*/ 0 h 164"/>
              <a:gd name="T4" fmla="*/ 0 w 131"/>
              <a:gd name="T5" fmla="*/ 27 h 164"/>
              <a:gd name="T6" fmla="*/ 91 w 131"/>
              <a:gd name="T7" fmla="*/ 164 h 164"/>
              <a:gd name="T8" fmla="*/ 131 w 131"/>
              <a:gd name="T9" fmla="*/ 138 h 164"/>
            </a:gdLst>
            <a:ahLst/>
            <a:cxnLst>
              <a:cxn ang="0">
                <a:pos x="T0" y="T1"/>
              </a:cxn>
              <a:cxn ang="0">
                <a:pos x="T2" y="T3"/>
              </a:cxn>
              <a:cxn ang="0">
                <a:pos x="T4" y="T5"/>
              </a:cxn>
              <a:cxn ang="0">
                <a:pos x="T6" y="T7"/>
              </a:cxn>
              <a:cxn ang="0">
                <a:pos x="T8" y="T9"/>
              </a:cxn>
            </a:cxnLst>
            <a:rect l="0" t="0" r="r" b="b"/>
            <a:pathLst>
              <a:path w="131" h="164">
                <a:moveTo>
                  <a:pt x="131" y="138"/>
                </a:moveTo>
                <a:cubicBezTo>
                  <a:pt x="40" y="0"/>
                  <a:pt x="40" y="0"/>
                  <a:pt x="40" y="0"/>
                </a:cubicBezTo>
                <a:cubicBezTo>
                  <a:pt x="26" y="8"/>
                  <a:pt x="13" y="17"/>
                  <a:pt x="0" y="27"/>
                </a:cubicBezTo>
                <a:cubicBezTo>
                  <a:pt x="91" y="164"/>
                  <a:pt x="91" y="164"/>
                  <a:pt x="91" y="164"/>
                </a:cubicBezTo>
                <a:cubicBezTo>
                  <a:pt x="103" y="155"/>
                  <a:pt x="117" y="146"/>
                  <a:pt x="131" y="138"/>
                </a:cubicBezTo>
                <a:close/>
              </a:path>
            </a:pathLst>
          </a:custGeom>
          <a:solidFill>
            <a:srgbClr val="036E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 name="Freeform 17"/>
          <p:cNvSpPr>
            <a:spLocks/>
          </p:cNvSpPr>
          <p:nvPr/>
        </p:nvSpPr>
        <p:spPr bwMode="auto">
          <a:xfrm>
            <a:off x="4876800" y="4826000"/>
            <a:ext cx="655638" cy="525463"/>
          </a:xfrm>
          <a:custGeom>
            <a:avLst/>
            <a:gdLst>
              <a:gd name="T0" fmla="*/ 138 w 164"/>
              <a:gd name="T1" fmla="*/ 0 h 131"/>
              <a:gd name="T2" fmla="*/ 0 w 164"/>
              <a:gd name="T3" fmla="*/ 91 h 131"/>
              <a:gd name="T4" fmla="*/ 26 w 164"/>
              <a:gd name="T5" fmla="*/ 131 h 131"/>
              <a:gd name="T6" fmla="*/ 164 w 164"/>
              <a:gd name="T7" fmla="*/ 40 h 131"/>
              <a:gd name="T8" fmla="*/ 138 w 164"/>
              <a:gd name="T9" fmla="*/ 0 h 131"/>
            </a:gdLst>
            <a:ahLst/>
            <a:cxnLst>
              <a:cxn ang="0">
                <a:pos x="T0" y="T1"/>
              </a:cxn>
              <a:cxn ang="0">
                <a:pos x="T2" y="T3"/>
              </a:cxn>
              <a:cxn ang="0">
                <a:pos x="T4" y="T5"/>
              </a:cxn>
              <a:cxn ang="0">
                <a:pos x="T6" y="T7"/>
              </a:cxn>
              <a:cxn ang="0">
                <a:pos x="T8" y="T9"/>
              </a:cxn>
            </a:cxnLst>
            <a:rect l="0" t="0" r="r" b="b"/>
            <a:pathLst>
              <a:path w="164" h="131">
                <a:moveTo>
                  <a:pt x="138" y="0"/>
                </a:moveTo>
                <a:cubicBezTo>
                  <a:pt x="0" y="91"/>
                  <a:pt x="0" y="91"/>
                  <a:pt x="0" y="91"/>
                </a:cubicBezTo>
                <a:cubicBezTo>
                  <a:pt x="8" y="105"/>
                  <a:pt x="16" y="118"/>
                  <a:pt x="26" y="131"/>
                </a:cubicBezTo>
                <a:cubicBezTo>
                  <a:pt x="164" y="40"/>
                  <a:pt x="164" y="40"/>
                  <a:pt x="164" y="40"/>
                </a:cubicBezTo>
                <a:cubicBezTo>
                  <a:pt x="154" y="27"/>
                  <a:pt x="146" y="14"/>
                  <a:pt x="138" y="0"/>
                </a:cubicBezTo>
                <a:close/>
              </a:path>
            </a:pathLst>
          </a:custGeom>
          <a:solidFill>
            <a:srgbClr val="8785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 name="Freeform 18"/>
          <p:cNvSpPr>
            <a:spLocks/>
          </p:cNvSpPr>
          <p:nvPr/>
        </p:nvSpPr>
        <p:spPr bwMode="auto">
          <a:xfrm>
            <a:off x="7307263" y="3222625"/>
            <a:ext cx="655638" cy="525463"/>
          </a:xfrm>
          <a:custGeom>
            <a:avLst/>
            <a:gdLst>
              <a:gd name="T0" fmla="*/ 26 w 164"/>
              <a:gd name="T1" fmla="*/ 131 h 131"/>
              <a:gd name="T2" fmla="*/ 164 w 164"/>
              <a:gd name="T3" fmla="*/ 40 h 131"/>
              <a:gd name="T4" fmla="*/ 138 w 164"/>
              <a:gd name="T5" fmla="*/ 0 h 131"/>
              <a:gd name="T6" fmla="*/ 0 w 164"/>
              <a:gd name="T7" fmla="*/ 91 h 131"/>
              <a:gd name="T8" fmla="*/ 26 w 164"/>
              <a:gd name="T9" fmla="*/ 131 h 131"/>
            </a:gdLst>
            <a:ahLst/>
            <a:cxnLst>
              <a:cxn ang="0">
                <a:pos x="T0" y="T1"/>
              </a:cxn>
              <a:cxn ang="0">
                <a:pos x="T2" y="T3"/>
              </a:cxn>
              <a:cxn ang="0">
                <a:pos x="T4" y="T5"/>
              </a:cxn>
              <a:cxn ang="0">
                <a:pos x="T6" y="T7"/>
              </a:cxn>
              <a:cxn ang="0">
                <a:pos x="T8" y="T9"/>
              </a:cxn>
            </a:cxnLst>
            <a:rect l="0" t="0" r="r" b="b"/>
            <a:pathLst>
              <a:path w="164" h="131">
                <a:moveTo>
                  <a:pt x="26" y="131"/>
                </a:moveTo>
                <a:cubicBezTo>
                  <a:pt x="164" y="40"/>
                  <a:pt x="164" y="40"/>
                  <a:pt x="164" y="40"/>
                </a:cubicBezTo>
                <a:cubicBezTo>
                  <a:pt x="156" y="26"/>
                  <a:pt x="147" y="13"/>
                  <a:pt x="138" y="0"/>
                </a:cubicBezTo>
                <a:cubicBezTo>
                  <a:pt x="0" y="91"/>
                  <a:pt x="0" y="91"/>
                  <a:pt x="0" y="91"/>
                </a:cubicBezTo>
                <a:cubicBezTo>
                  <a:pt x="10" y="104"/>
                  <a:pt x="19" y="117"/>
                  <a:pt x="26" y="131"/>
                </a:cubicBezTo>
                <a:close/>
              </a:path>
            </a:pathLst>
          </a:custGeom>
          <a:solidFill>
            <a:srgbClr val="D5D5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 name="Freeform 19"/>
          <p:cNvSpPr>
            <a:spLocks/>
          </p:cNvSpPr>
          <p:nvPr/>
        </p:nvSpPr>
        <p:spPr bwMode="auto">
          <a:xfrm>
            <a:off x="7507288" y="4418013"/>
            <a:ext cx="688975" cy="320675"/>
          </a:xfrm>
          <a:custGeom>
            <a:avLst/>
            <a:gdLst>
              <a:gd name="T0" fmla="*/ 0 w 172"/>
              <a:gd name="T1" fmla="*/ 47 h 80"/>
              <a:gd name="T2" fmla="*/ 162 w 172"/>
              <a:gd name="T3" fmla="*/ 80 h 80"/>
              <a:gd name="T4" fmla="*/ 172 w 172"/>
              <a:gd name="T5" fmla="*/ 34 h 80"/>
              <a:gd name="T6" fmla="*/ 10 w 172"/>
              <a:gd name="T7" fmla="*/ 0 h 80"/>
              <a:gd name="T8" fmla="*/ 0 w 172"/>
              <a:gd name="T9" fmla="*/ 47 h 80"/>
            </a:gdLst>
            <a:ahLst/>
            <a:cxnLst>
              <a:cxn ang="0">
                <a:pos x="T0" y="T1"/>
              </a:cxn>
              <a:cxn ang="0">
                <a:pos x="T2" y="T3"/>
              </a:cxn>
              <a:cxn ang="0">
                <a:pos x="T4" y="T5"/>
              </a:cxn>
              <a:cxn ang="0">
                <a:pos x="T6" y="T7"/>
              </a:cxn>
              <a:cxn ang="0">
                <a:pos x="T8" y="T9"/>
              </a:cxn>
            </a:cxnLst>
            <a:rect l="0" t="0" r="r" b="b"/>
            <a:pathLst>
              <a:path w="172" h="80">
                <a:moveTo>
                  <a:pt x="0" y="47"/>
                </a:moveTo>
                <a:cubicBezTo>
                  <a:pt x="162" y="80"/>
                  <a:pt x="162" y="80"/>
                  <a:pt x="162" y="80"/>
                </a:cubicBezTo>
                <a:cubicBezTo>
                  <a:pt x="166" y="65"/>
                  <a:pt x="169" y="49"/>
                  <a:pt x="172" y="34"/>
                </a:cubicBezTo>
                <a:cubicBezTo>
                  <a:pt x="10" y="0"/>
                  <a:pt x="10" y="0"/>
                  <a:pt x="10" y="0"/>
                </a:cubicBezTo>
                <a:cubicBezTo>
                  <a:pt x="8" y="16"/>
                  <a:pt x="5" y="32"/>
                  <a:pt x="0" y="47"/>
                </a:cubicBezTo>
                <a:close/>
              </a:path>
            </a:pathLst>
          </a:custGeom>
          <a:solidFill>
            <a:srgbClr val="2EA7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 name="Freeform 20"/>
          <p:cNvSpPr>
            <a:spLocks/>
          </p:cNvSpPr>
          <p:nvPr/>
        </p:nvSpPr>
        <p:spPr bwMode="auto">
          <a:xfrm>
            <a:off x="4656138" y="3832225"/>
            <a:ext cx="684213" cy="317500"/>
          </a:xfrm>
          <a:custGeom>
            <a:avLst/>
            <a:gdLst>
              <a:gd name="T0" fmla="*/ 171 w 171"/>
              <a:gd name="T1" fmla="*/ 33 h 79"/>
              <a:gd name="T2" fmla="*/ 10 w 171"/>
              <a:gd name="T3" fmla="*/ 0 h 79"/>
              <a:gd name="T4" fmla="*/ 0 w 171"/>
              <a:gd name="T5" fmla="*/ 46 h 79"/>
              <a:gd name="T6" fmla="*/ 162 w 171"/>
              <a:gd name="T7" fmla="*/ 79 h 79"/>
              <a:gd name="T8" fmla="*/ 171 w 171"/>
              <a:gd name="T9" fmla="*/ 33 h 79"/>
            </a:gdLst>
            <a:ahLst/>
            <a:cxnLst>
              <a:cxn ang="0">
                <a:pos x="T0" y="T1"/>
              </a:cxn>
              <a:cxn ang="0">
                <a:pos x="T2" y="T3"/>
              </a:cxn>
              <a:cxn ang="0">
                <a:pos x="T4" y="T5"/>
              </a:cxn>
              <a:cxn ang="0">
                <a:pos x="T6" y="T7"/>
              </a:cxn>
              <a:cxn ang="0">
                <a:pos x="T8" y="T9"/>
              </a:cxn>
            </a:cxnLst>
            <a:rect l="0" t="0" r="r" b="b"/>
            <a:pathLst>
              <a:path w="171" h="79">
                <a:moveTo>
                  <a:pt x="171" y="33"/>
                </a:moveTo>
                <a:cubicBezTo>
                  <a:pt x="10" y="0"/>
                  <a:pt x="10" y="0"/>
                  <a:pt x="10" y="0"/>
                </a:cubicBezTo>
                <a:cubicBezTo>
                  <a:pt x="5" y="15"/>
                  <a:pt x="2" y="30"/>
                  <a:pt x="0" y="46"/>
                </a:cubicBezTo>
                <a:cubicBezTo>
                  <a:pt x="162" y="79"/>
                  <a:pt x="162" y="79"/>
                  <a:pt x="162" y="79"/>
                </a:cubicBezTo>
                <a:cubicBezTo>
                  <a:pt x="164" y="63"/>
                  <a:pt x="167" y="48"/>
                  <a:pt x="171" y="33"/>
                </a:cubicBezTo>
                <a:close/>
              </a:path>
            </a:pathLst>
          </a:custGeom>
          <a:solidFill>
            <a:srgbClr val="036E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 name="Freeform 21"/>
          <p:cNvSpPr>
            <a:spLocks/>
          </p:cNvSpPr>
          <p:nvPr/>
        </p:nvSpPr>
        <p:spPr bwMode="auto">
          <a:xfrm>
            <a:off x="6778625" y="2609850"/>
            <a:ext cx="436563" cy="681038"/>
          </a:xfrm>
          <a:custGeom>
            <a:avLst/>
            <a:gdLst>
              <a:gd name="T0" fmla="*/ 43 w 109"/>
              <a:gd name="T1" fmla="*/ 170 h 170"/>
              <a:gd name="T2" fmla="*/ 109 w 109"/>
              <a:gd name="T3" fmla="*/ 19 h 170"/>
              <a:gd name="T4" fmla="*/ 65 w 109"/>
              <a:gd name="T5" fmla="*/ 0 h 170"/>
              <a:gd name="T6" fmla="*/ 0 w 109"/>
              <a:gd name="T7" fmla="*/ 152 h 170"/>
              <a:gd name="T8" fmla="*/ 43 w 109"/>
              <a:gd name="T9" fmla="*/ 170 h 170"/>
            </a:gdLst>
            <a:ahLst/>
            <a:cxnLst>
              <a:cxn ang="0">
                <a:pos x="T0" y="T1"/>
              </a:cxn>
              <a:cxn ang="0">
                <a:pos x="T2" y="T3"/>
              </a:cxn>
              <a:cxn ang="0">
                <a:pos x="T4" y="T5"/>
              </a:cxn>
              <a:cxn ang="0">
                <a:pos x="T6" y="T7"/>
              </a:cxn>
              <a:cxn ang="0">
                <a:pos x="T8" y="T9"/>
              </a:cxn>
            </a:cxnLst>
            <a:rect l="0" t="0" r="r" b="b"/>
            <a:pathLst>
              <a:path w="109" h="170">
                <a:moveTo>
                  <a:pt x="43" y="170"/>
                </a:moveTo>
                <a:cubicBezTo>
                  <a:pt x="109" y="19"/>
                  <a:pt x="109" y="19"/>
                  <a:pt x="109" y="19"/>
                </a:cubicBezTo>
                <a:cubicBezTo>
                  <a:pt x="95" y="12"/>
                  <a:pt x="80" y="6"/>
                  <a:pt x="65" y="0"/>
                </a:cubicBezTo>
                <a:cubicBezTo>
                  <a:pt x="0" y="152"/>
                  <a:pt x="0" y="152"/>
                  <a:pt x="0" y="152"/>
                </a:cubicBezTo>
                <a:cubicBezTo>
                  <a:pt x="15" y="157"/>
                  <a:pt x="29" y="163"/>
                  <a:pt x="43" y="170"/>
                </a:cubicBezTo>
                <a:close/>
              </a:path>
            </a:pathLst>
          </a:custGeom>
          <a:solidFill>
            <a:srgbClr val="036E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 name="Freeform 22"/>
          <p:cNvSpPr>
            <a:spLocks/>
          </p:cNvSpPr>
          <p:nvPr/>
        </p:nvSpPr>
        <p:spPr bwMode="auto">
          <a:xfrm>
            <a:off x="5621338" y="5283200"/>
            <a:ext cx="436563" cy="684213"/>
          </a:xfrm>
          <a:custGeom>
            <a:avLst/>
            <a:gdLst>
              <a:gd name="T0" fmla="*/ 66 w 109"/>
              <a:gd name="T1" fmla="*/ 0 h 171"/>
              <a:gd name="T2" fmla="*/ 0 w 109"/>
              <a:gd name="T3" fmla="*/ 152 h 171"/>
              <a:gd name="T4" fmla="*/ 44 w 109"/>
              <a:gd name="T5" fmla="*/ 171 h 171"/>
              <a:gd name="T6" fmla="*/ 109 w 109"/>
              <a:gd name="T7" fmla="*/ 20 h 171"/>
              <a:gd name="T8" fmla="*/ 66 w 109"/>
              <a:gd name="T9" fmla="*/ 0 h 171"/>
            </a:gdLst>
            <a:ahLst/>
            <a:cxnLst>
              <a:cxn ang="0">
                <a:pos x="T0" y="T1"/>
              </a:cxn>
              <a:cxn ang="0">
                <a:pos x="T2" y="T3"/>
              </a:cxn>
              <a:cxn ang="0">
                <a:pos x="T4" y="T5"/>
              </a:cxn>
              <a:cxn ang="0">
                <a:pos x="T6" y="T7"/>
              </a:cxn>
              <a:cxn ang="0">
                <a:pos x="T8" y="T9"/>
              </a:cxn>
            </a:cxnLst>
            <a:rect l="0" t="0" r="r" b="b"/>
            <a:pathLst>
              <a:path w="109" h="171">
                <a:moveTo>
                  <a:pt x="66" y="0"/>
                </a:moveTo>
                <a:cubicBezTo>
                  <a:pt x="0" y="152"/>
                  <a:pt x="0" y="152"/>
                  <a:pt x="0" y="152"/>
                </a:cubicBezTo>
                <a:cubicBezTo>
                  <a:pt x="14" y="159"/>
                  <a:pt x="29" y="166"/>
                  <a:pt x="44" y="171"/>
                </a:cubicBezTo>
                <a:cubicBezTo>
                  <a:pt x="109" y="20"/>
                  <a:pt x="109" y="20"/>
                  <a:pt x="109" y="20"/>
                </a:cubicBezTo>
                <a:cubicBezTo>
                  <a:pt x="94" y="14"/>
                  <a:pt x="80" y="8"/>
                  <a:pt x="66" y="0"/>
                </a:cubicBezTo>
                <a:close/>
              </a:path>
            </a:pathLst>
          </a:custGeom>
          <a:solidFill>
            <a:srgbClr val="8785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 name="Freeform 23"/>
          <p:cNvSpPr>
            <a:spLocks/>
          </p:cNvSpPr>
          <p:nvPr/>
        </p:nvSpPr>
        <p:spPr bwMode="auto">
          <a:xfrm>
            <a:off x="5676900" y="2593975"/>
            <a:ext cx="420688" cy="685800"/>
          </a:xfrm>
          <a:custGeom>
            <a:avLst/>
            <a:gdLst>
              <a:gd name="T0" fmla="*/ 105 w 105"/>
              <a:gd name="T1" fmla="*/ 153 h 171"/>
              <a:gd name="T2" fmla="*/ 45 w 105"/>
              <a:gd name="T3" fmla="*/ 0 h 171"/>
              <a:gd name="T4" fmla="*/ 0 w 105"/>
              <a:gd name="T5" fmla="*/ 17 h 171"/>
              <a:gd name="T6" fmla="*/ 61 w 105"/>
              <a:gd name="T7" fmla="*/ 171 h 171"/>
              <a:gd name="T8" fmla="*/ 105 w 105"/>
              <a:gd name="T9" fmla="*/ 153 h 171"/>
            </a:gdLst>
            <a:ahLst/>
            <a:cxnLst>
              <a:cxn ang="0">
                <a:pos x="T0" y="T1"/>
              </a:cxn>
              <a:cxn ang="0">
                <a:pos x="T2" y="T3"/>
              </a:cxn>
              <a:cxn ang="0">
                <a:pos x="T4" y="T5"/>
              </a:cxn>
              <a:cxn ang="0">
                <a:pos x="T6" y="T7"/>
              </a:cxn>
              <a:cxn ang="0">
                <a:pos x="T8" y="T9"/>
              </a:cxn>
            </a:cxnLst>
            <a:rect l="0" t="0" r="r" b="b"/>
            <a:pathLst>
              <a:path w="105" h="171">
                <a:moveTo>
                  <a:pt x="105" y="153"/>
                </a:moveTo>
                <a:cubicBezTo>
                  <a:pt x="45" y="0"/>
                  <a:pt x="45" y="0"/>
                  <a:pt x="45" y="0"/>
                </a:cubicBezTo>
                <a:cubicBezTo>
                  <a:pt x="29" y="5"/>
                  <a:pt x="15" y="11"/>
                  <a:pt x="0" y="17"/>
                </a:cubicBezTo>
                <a:cubicBezTo>
                  <a:pt x="61" y="171"/>
                  <a:pt x="61" y="171"/>
                  <a:pt x="61" y="171"/>
                </a:cubicBezTo>
                <a:cubicBezTo>
                  <a:pt x="75" y="164"/>
                  <a:pt x="90" y="158"/>
                  <a:pt x="105" y="153"/>
                </a:cubicBezTo>
                <a:close/>
              </a:path>
            </a:pathLst>
          </a:custGeom>
          <a:solidFill>
            <a:srgbClr val="036E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 name="Freeform 24"/>
          <p:cNvSpPr>
            <a:spLocks/>
          </p:cNvSpPr>
          <p:nvPr/>
        </p:nvSpPr>
        <p:spPr bwMode="auto">
          <a:xfrm>
            <a:off x="6754813" y="5302250"/>
            <a:ext cx="419100" cy="685800"/>
          </a:xfrm>
          <a:custGeom>
            <a:avLst/>
            <a:gdLst>
              <a:gd name="T0" fmla="*/ 0 w 105"/>
              <a:gd name="T1" fmla="*/ 18 h 171"/>
              <a:gd name="T2" fmla="*/ 60 w 105"/>
              <a:gd name="T3" fmla="*/ 171 h 171"/>
              <a:gd name="T4" fmla="*/ 105 w 105"/>
              <a:gd name="T5" fmla="*/ 154 h 171"/>
              <a:gd name="T6" fmla="*/ 44 w 105"/>
              <a:gd name="T7" fmla="*/ 0 h 171"/>
              <a:gd name="T8" fmla="*/ 0 w 105"/>
              <a:gd name="T9" fmla="*/ 18 h 171"/>
            </a:gdLst>
            <a:ahLst/>
            <a:cxnLst>
              <a:cxn ang="0">
                <a:pos x="T0" y="T1"/>
              </a:cxn>
              <a:cxn ang="0">
                <a:pos x="T2" y="T3"/>
              </a:cxn>
              <a:cxn ang="0">
                <a:pos x="T4" y="T5"/>
              </a:cxn>
              <a:cxn ang="0">
                <a:pos x="T6" y="T7"/>
              </a:cxn>
              <a:cxn ang="0">
                <a:pos x="T8" y="T9"/>
              </a:cxn>
            </a:cxnLst>
            <a:rect l="0" t="0" r="r" b="b"/>
            <a:pathLst>
              <a:path w="105" h="171">
                <a:moveTo>
                  <a:pt x="0" y="18"/>
                </a:moveTo>
                <a:cubicBezTo>
                  <a:pt x="60" y="171"/>
                  <a:pt x="60" y="171"/>
                  <a:pt x="60" y="171"/>
                </a:cubicBezTo>
                <a:cubicBezTo>
                  <a:pt x="75" y="166"/>
                  <a:pt x="90" y="160"/>
                  <a:pt x="105" y="154"/>
                </a:cubicBezTo>
                <a:cubicBezTo>
                  <a:pt x="44" y="0"/>
                  <a:pt x="44" y="0"/>
                  <a:pt x="44" y="0"/>
                </a:cubicBezTo>
                <a:cubicBezTo>
                  <a:pt x="30" y="7"/>
                  <a:pt x="15" y="13"/>
                  <a:pt x="0" y="18"/>
                </a:cubicBezTo>
                <a:close/>
              </a:path>
            </a:pathLst>
          </a:custGeom>
          <a:solidFill>
            <a:srgbClr val="2EA7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 name="Freeform 25"/>
          <p:cNvSpPr>
            <a:spLocks/>
          </p:cNvSpPr>
          <p:nvPr/>
        </p:nvSpPr>
        <p:spPr bwMode="auto">
          <a:xfrm>
            <a:off x="4724400" y="4613275"/>
            <a:ext cx="684213" cy="420688"/>
          </a:xfrm>
          <a:custGeom>
            <a:avLst/>
            <a:gdLst>
              <a:gd name="T0" fmla="*/ 154 w 171"/>
              <a:gd name="T1" fmla="*/ 0 h 105"/>
              <a:gd name="T2" fmla="*/ 0 w 171"/>
              <a:gd name="T3" fmla="*/ 61 h 105"/>
              <a:gd name="T4" fmla="*/ 17 w 171"/>
              <a:gd name="T5" fmla="*/ 105 h 105"/>
              <a:gd name="T6" fmla="*/ 171 w 171"/>
              <a:gd name="T7" fmla="*/ 44 h 105"/>
              <a:gd name="T8" fmla="*/ 154 w 171"/>
              <a:gd name="T9" fmla="*/ 0 h 105"/>
            </a:gdLst>
            <a:ahLst/>
            <a:cxnLst>
              <a:cxn ang="0">
                <a:pos x="T0" y="T1"/>
              </a:cxn>
              <a:cxn ang="0">
                <a:pos x="T2" y="T3"/>
              </a:cxn>
              <a:cxn ang="0">
                <a:pos x="T4" y="T5"/>
              </a:cxn>
              <a:cxn ang="0">
                <a:pos x="T6" y="T7"/>
              </a:cxn>
              <a:cxn ang="0">
                <a:pos x="T8" y="T9"/>
              </a:cxn>
            </a:cxnLst>
            <a:rect l="0" t="0" r="r" b="b"/>
            <a:pathLst>
              <a:path w="171" h="105">
                <a:moveTo>
                  <a:pt x="154" y="0"/>
                </a:moveTo>
                <a:cubicBezTo>
                  <a:pt x="0" y="61"/>
                  <a:pt x="0" y="61"/>
                  <a:pt x="0" y="61"/>
                </a:cubicBezTo>
                <a:cubicBezTo>
                  <a:pt x="5" y="76"/>
                  <a:pt x="11" y="90"/>
                  <a:pt x="17" y="105"/>
                </a:cubicBezTo>
                <a:cubicBezTo>
                  <a:pt x="171" y="44"/>
                  <a:pt x="171" y="44"/>
                  <a:pt x="171" y="44"/>
                </a:cubicBezTo>
                <a:cubicBezTo>
                  <a:pt x="164" y="30"/>
                  <a:pt x="159" y="15"/>
                  <a:pt x="154" y="0"/>
                </a:cubicBezTo>
                <a:close/>
              </a:path>
            </a:pathLst>
          </a:custGeom>
          <a:solidFill>
            <a:srgbClr val="8785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 name="Freeform 26"/>
          <p:cNvSpPr>
            <a:spLocks/>
          </p:cNvSpPr>
          <p:nvPr/>
        </p:nvSpPr>
        <p:spPr bwMode="auto">
          <a:xfrm>
            <a:off x="7431088" y="3540125"/>
            <a:ext cx="684213" cy="420688"/>
          </a:xfrm>
          <a:custGeom>
            <a:avLst/>
            <a:gdLst>
              <a:gd name="T0" fmla="*/ 7 w 171"/>
              <a:gd name="T1" fmla="*/ 75 h 105"/>
              <a:gd name="T2" fmla="*/ 18 w 171"/>
              <a:gd name="T3" fmla="*/ 105 h 105"/>
              <a:gd name="T4" fmla="*/ 171 w 171"/>
              <a:gd name="T5" fmla="*/ 44 h 105"/>
              <a:gd name="T6" fmla="*/ 158 w 171"/>
              <a:gd name="T7" fmla="*/ 10 h 105"/>
              <a:gd name="T8" fmla="*/ 154 w 171"/>
              <a:gd name="T9" fmla="*/ 0 h 105"/>
              <a:gd name="T10" fmla="*/ 0 w 171"/>
              <a:gd name="T11" fmla="*/ 61 h 105"/>
              <a:gd name="T12" fmla="*/ 7 w 171"/>
              <a:gd name="T13" fmla="*/ 75 h 105"/>
            </a:gdLst>
            <a:ahLst/>
            <a:cxnLst>
              <a:cxn ang="0">
                <a:pos x="T0" y="T1"/>
              </a:cxn>
              <a:cxn ang="0">
                <a:pos x="T2" y="T3"/>
              </a:cxn>
              <a:cxn ang="0">
                <a:pos x="T4" y="T5"/>
              </a:cxn>
              <a:cxn ang="0">
                <a:pos x="T6" y="T7"/>
              </a:cxn>
              <a:cxn ang="0">
                <a:pos x="T8" y="T9"/>
              </a:cxn>
              <a:cxn ang="0">
                <a:pos x="T10" y="T11"/>
              </a:cxn>
              <a:cxn ang="0">
                <a:pos x="T12" y="T13"/>
              </a:cxn>
            </a:cxnLst>
            <a:rect l="0" t="0" r="r" b="b"/>
            <a:pathLst>
              <a:path w="171" h="105">
                <a:moveTo>
                  <a:pt x="7" y="75"/>
                </a:moveTo>
                <a:cubicBezTo>
                  <a:pt x="11" y="85"/>
                  <a:pt x="15" y="95"/>
                  <a:pt x="18" y="105"/>
                </a:cubicBezTo>
                <a:cubicBezTo>
                  <a:pt x="171" y="44"/>
                  <a:pt x="171" y="44"/>
                  <a:pt x="171" y="44"/>
                </a:cubicBezTo>
                <a:cubicBezTo>
                  <a:pt x="167" y="32"/>
                  <a:pt x="163" y="21"/>
                  <a:pt x="158" y="10"/>
                </a:cubicBezTo>
                <a:cubicBezTo>
                  <a:pt x="157" y="6"/>
                  <a:pt x="155" y="3"/>
                  <a:pt x="154" y="0"/>
                </a:cubicBezTo>
                <a:cubicBezTo>
                  <a:pt x="0" y="61"/>
                  <a:pt x="0" y="61"/>
                  <a:pt x="0" y="61"/>
                </a:cubicBezTo>
                <a:cubicBezTo>
                  <a:pt x="3" y="65"/>
                  <a:pt x="5" y="70"/>
                  <a:pt x="7" y="75"/>
                </a:cubicBezTo>
                <a:close/>
              </a:path>
            </a:pathLst>
          </a:custGeom>
          <a:solidFill>
            <a:srgbClr val="D5D5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1" name="Freeform 27"/>
          <p:cNvSpPr>
            <a:spLocks/>
          </p:cNvSpPr>
          <p:nvPr/>
        </p:nvSpPr>
        <p:spPr bwMode="auto">
          <a:xfrm>
            <a:off x="7423150" y="4646613"/>
            <a:ext cx="681038" cy="436563"/>
          </a:xfrm>
          <a:custGeom>
            <a:avLst/>
            <a:gdLst>
              <a:gd name="T0" fmla="*/ 0 w 170"/>
              <a:gd name="T1" fmla="*/ 44 h 109"/>
              <a:gd name="T2" fmla="*/ 151 w 170"/>
              <a:gd name="T3" fmla="*/ 109 h 109"/>
              <a:gd name="T4" fmla="*/ 170 w 170"/>
              <a:gd name="T5" fmla="*/ 65 h 109"/>
              <a:gd name="T6" fmla="*/ 18 w 170"/>
              <a:gd name="T7" fmla="*/ 0 h 109"/>
              <a:gd name="T8" fmla="*/ 0 w 170"/>
              <a:gd name="T9" fmla="*/ 44 h 109"/>
            </a:gdLst>
            <a:ahLst/>
            <a:cxnLst>
              <a:cxn ang="0">
                <a:pos x="T0" y="T1"/>
              </a:cxn>
              <a:cxn ang="0">
                <a:pos x="T2" y="T3"/>
              </a:cxn>
              <a:cxn ang="0">
                <a:pos x="T4" y="T5"/>
              </a:cxn>
              <a:cxn ang="0">
                <a:pos x="T6" y="T7"/>
              </a:cxn>
              <a:cxn ang="0">
                <a:pos x="T8" y="T9"/>
              </a:cxn>
            </a:cxnLst>
            <a:rect l="0" t="0" r="r" b="b"/>
            <a:pathLst>
              <a:path w="170" h="109">
                <a:moveTo>
                  <a:pt x="0" y="44"/>
                </a:moveTo>
                <a:cubicBezTo>
                  <a:pt x="151" y="109"/>
                  <a:pt x="151" y="109"/>
                  <a:pt x="151" y="109"/>
                </a:cubicBezTo>
                <a:cubicBezTo>
                  <a:pt x="158" y="95"/>
                  <a:pt x="165" y="80"/>
                  <a:pt x="170" y="65"/>
                </a:cubicBezTo>
                <a:cubicBezTo>
                  <a:pt x="18" y="0"/>
                  <a:pt x="18" y="0"/>
                  <a:pt x="18" y="0"/>
                </a:cubicBezTo>
                <a:cubicBezTo>
                  <a:pt x="13" y="15"/>
                  <a:pt x="7" y="30"/>
                  <a:pt x="0" y="44"/>
                </a:cubicBezTo>
                <a:close/>
              </a:path>
            </a:pathLst>
          </a:custGeom>
          <a:solidFill>
            <a:srgbClr val="2EA7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 name="Freeform 28"/>
          <p:cNvSpPr>
            <a:spLocks/>
          </p:cNvSpPr>
          <p:nvPr/>
        </p:nvSpPr>
        <p:spPr bwMode="auto">
          <a:xfrm>
            <a:off x="4748213" y="3487738"/>
            <a:ext cx="684213" cy="436563"/>
          </a:xfrm>
          <a:custGeom>
            <a:avLst/>
            <a:gdLst>
              <a:gd name="T0" fmla="*/ 159 w 171"/>
              <a:gd name="T1" fmla="*/ 89 h 109"/>
              <a:gd name="T2" fmla="*/ 171 w 171"/>
              <a:gd name="T3" fmla="*/ 66 h 109"/>
              <a:gd name="T4" fmla="*/ 19 w 171"/>
              <a:gd name="T5" fmla="*/ 0 h 109"/>
              <a:gd name="T6" fmla="*/ 8 w 171"/>
              <a:gd name="T7" fmla="*/ 24 h 109"/>
              <a:gd name="T8" fmla="*/ 0 w 171"/>
              <a:gd name="T9" fmla="*/ 44 h 109"/>
              <a:gd name="T10" fmla="*/ 152 w 171"/>
              <a:gd name="T11" fmla="*/ 109 h 109"/>
              <a:gd name="T12" fmla="*/ 159 w 171"/>
              <a:gd name="T13" fmla="*/ 89 h 109"/>
            </a:gdLst>
            <a:ahLst/>
            <a:cxnLst>
              <a:cxn ang="0">
                <a:pos x="T0" y="T1"/>
              </a:cxn>
              <a:cxn ang="0">
                <a:pos x="T2" y="T3"/>
              </a:cxn>
              <a:cxn ang="0">
                <a:pos x="T4" y="T5"/>
              </a:cxn>
              <a:cxn ang="0">
                <a:pos x="T6" y="T7"/>
              </a:cxn>
              <a:cxn ang="0">
                <a:pos x="T8" y="T9"/>
              </a:cxn>
              <a:cxn ang="0">
                <a:pos x="T10" y="T11"/>
              </a:cxn>
              <a:cxn ang="0">
                <a:pos x="T12" y="T13"/>
              </a:cxn>
            </a:cxnLst>
            <a:rect l="0" t="0" r="r" b="b"/>
            <a:pathLst>
              <a:path w="171" h="109">
                <a:moveTo>
                  <a:pt x="159" y="89"/>
                </a:moveTo>
                <a:cubicBezTo>
                  <a:pt x="163" y="81"/>
                  <a:pt x="166" y="74"/>
                  <a:pt x="171" y="66"/>
                </a:cubicBezTo>
                <a:cubicBezTo>
                  <a:pt x="19" y="0"/>
                  <a:pt x="19" y="0"/>
                  <a:pt x="19" y="0"/>
                </a:cubicBezTo>
                <a:cubicBezTo>
                  <a:pt x="15" y="8"/>
                  <a:pt x="11" y="16"/>
                  <a:pt x="8" y="24"/>
                </a:cubicBezTo>
                <a:cubicBezTo>
                  <a:pt x="5" y="31"/>
                  <a:pt x="2" y="37"/>
                  <a:pt x="0" y="44"/>
                </a:cubicBezTo>
                <a:cubicBezTo>
                  <a:pt x="152" y="109"/>
                  <a:pt x="152" y="109"/>
                  <a:pt x="152" y="109"/>
                </a:cubicBezTo>
                <a:cubicBezTo>
                  <a:pt x="154" y="103"/>
                  <a:pt x="156" y="96"/>
                  <a:pt x="159" y="89"/>
                </a:cubicBezTo>
                <a:close/>
              </a:path>
            </a:pathLst>
          </a:custGeom>
          <a:solidFill>
            <a:srgbClr val="036E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 name="Freeform 29"/>
          <p:cNvSpPr>
            <a:spLocks/>
          </p:cNvSpPr>
          <p:nvPr/>
        </p:nvSpPr>
        <p:spPr bwMode="auto">
          <a:xfrm>
            <a:off x="6970713" y="2759075"/>
            <a:ext cx="531813" cy="652463"/>
          </a:xfrm>
          <a:custGeom>
            <a:avLst/>
            <a:gdLst>
              <a:gd name="T0" fmla="*/ 12 w 133"/>
              <a:gd name="T1" fmla="*/ 143 h 163"/>
              <a:gd name="T2" fmla="*/ 40 w 133"/>
              <a:gd name="T3" fmla="*/ 163 h 163"/>
              <a:gd name="T4" fmla="*/ 133 w 133"/>
              <a:gd name="T5" fmla="*/ 27 h 163"/>
              <a:gd name="T6" fmla="*/ 103 w 133"/>
              <a:gd name="T7" fmla="*/ 6 h 163"/>
              <a:gd name="T8" fmla="*/ 93 w 133"/>
              <a:gd name="T9" fmla="*/ 0 h 163"/>
              <a:gd name="T10" fmla="*/ 0 w 133"/>
              <a:gd name="T11" fmla="*/ 136 h 163"/>
              <a:gd name="T12" fmla="*/ 12 w 133"/>
              <a:gd name="T13" fmla="*/ 143 h 163"/>
            </a:gdLst>
            <a:ahLst/>
            <a:cxnLst>
              <a:cxn ang="0">
                <a:pos x="T0" y="T1"/>
              </a:cxn>
              <a:cxn ang="0">
                <a:pos x="T2" y="T3"/>
              </a:cxn>
              <a:cxn ang="0">
                <a:pos x="T4" y="T5"/>
              </a:cxn>
              <a:cxn ang="0">
                <a:pos x="T6" y="T7"/>
              </a:cxn>
              <a:cxn ang="0">
                <a:pos x="T8" y="T9"/>
              </a:cxn>
              <a:cxn ang="0">
                <a:pos x="T10" y="T11"/>
              </a:cxn>
              <a:cxn ang="0">
                <a:pos x="T12" y="T13"/>
              </a:cxn>
            </a:cxnLst>
            <a:rect l="0" t="0" r="r" b="b"/>
            <a:pathLst>
              <a:path w="133" h="163">
                <a:moveTo>
                  <a:pt x="12" y="143"/>
                </a:moveTo>
                <a:cubicBezTo>
                  <a:pt x="22" y="149"/>
                  <a:pt x="31" y="156"/>
                  <a:pt x="40" y="163"/>
                </a:cubicBezTo>
                <a:cubicBezTo>
                  <a:pt x="133" y="27"/>
                  <a:pt x="133" y="27"/>
                  <a:pt x="133" y="27"/>
                </a:cubicBezTo>
                <a:cubicBezTo>
                  <a:pt x="123" y="19"/>
                  <a:pt x="113" y="12"/>
                  <a:pt x="103" y="6"/>
                </a:cubicBezTo>
                <a:cubicBezTo>
                  <a:pt x="100" y="4"/>
                  <a:pt x="97" y="2"/>
                  <a:pt x="93" y="0"/>
                </a:cubicBezTo>
                <a:cubicBezTo>
                  <a:pt x="0" y="136"/>
                  <a:pt x="0" y="136"/>
                  <a:pt x="0" y="136"/>
                </a:cubicBezTo>
                <a:cubicBezTo>
                  <a:pt x="4" y="139"/>
                  <a:pt x="8" y="141"/>
                  <a:pt x="12" y="143"/>
                </a:cubicBezTo>
                <a:close/>
              </a:path>
            </a:pathLst>
          </a:custGeom>
          <a:solidFill>
            <a:srgbClr val="D5D5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 name="Freeform 30"/>
          <p:cNvSpPr>
            <a:spLocks/>
          </p:cNvSpPr>
          <p:nvPr/>
        </p:nvSpPr>
        <p:spPr bwMode="auto">
          <a:xfrm>
            <a:off x="5332413" y="5162550"/>
            <a:ext cx="528638" cy="657225"/>
          </a:xfrm>
          <a:custGeom>
            <a:avLst/>
            <a:gdLst>
              <a:gd name="T0" fmla="*/ 93 w 132"/>
              <a:gd name="T1" fmla="*/ 0 h 164"/>
              <a:gd name="T2" fmla="*/ 0 w 132"/>
              <a:gd name="T3" fmla="*/ 137 h 164"/>
              <a:gd name="T4" fmla="*/ 39 w 132"/>
              <a:gd name="T5" fmla="*/ 164 h 164"/>
              <a:gd name="T6" fmla="*/ 132 w 132"/>
              <a:gd name="T7" fmla="*/ 27 h 164"/>
              <a:gd name="T8" fmla="*/ 93 w 132"/>
              <a:gd name="T9" fmla="*/ 0 h 164"/>
            </a:gdLst>
            <a:ahLst/>
            <a:cxnLst>
              <a:cxn ang="0">
                <a:pos x="T0" y="T1"/>
              </a:cxn>
              <a:cxn ang="0">
                <a:pos x="T2" y="T3"/>
              </a:cxn>
              <a:cxn ang="0">
                <a:pos x="T4" y="T5"/>
              </a:cxn>
              <a:cxn ang="0">
                <a:pos x="T6" y="T7"/>
              </a:cxn>
              <a:cxn ang="0">
                <a:pos x="T8" y="T9"/>
              </a:cxn>
            </a:cxnLst>
            <a:rect l="0" t="0" r="r" b="b"/>
            <a:pathLst>
              <a:path w="132" h="164">
                <a:moveTo>
                  <a:pt x="93" y="0"/>
                </a:moveTo>
                <a:cubicBezTo>
                  <a:pt x="0" y="137"/>
                  <a:pt x="0" y="137"/>
                  <a:pt x="0" y="137"/>
                </a:cubicBezTo>
                <a:cubicBezTo>
                  <a:pt x="12" y="146"/>
                  <a:pt x="25" y="156"/>
                  <a:pt x="39" y="164"/>
                </a:cubicBezTo>
                <a:cubicBezTo>
                  <a:pt x="132" y="27"/>
                  <a:pt x="132" y="27"/>
                  <a:pt x="132" y="27"/>
                </a:cubicBezTo>
                <a:cubicBezTo>
                  <a:pt x="118" y="19"/>
                  <a:pt x="105" y="10"/>
                  <a:pt x="93" y="0"/>
                </a:cubicBezTo>
                <a:close/>
              </a:path>
            </a:pathLst>
          </a:custGeom>
          <a:solidFill>
            <a:srgbClr val="8785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 name="Freeform 31"/>
          <p:cNvSpPr>
            <a:spLocks/>
          </p:cNvSpPr>
          <p:nvPr/>
        </p:nvSpPr>
        <p:spPr bwMode="auto">
          <a:xfrm>
            <a:off x="5997575" y="2517775"/>
            <a:ext cx="312738" cy="685800"/>
          </a:xfrm>
          <a:custGeom>
            <a:avLst/>
            <a:gdLst>
              <a:gd name="T0" fmla="*/ 78 w 78"/>
              <a:gd name="T1" fmla="*/ 162 h 171"/>
              <a:gd name="T2" fmla="*/ 47 w 78"/>
              <a:gd name="T3" fmla="*/ 0 h 171"/>
              <a:gd name="T4" fmla="*/ 0 w 78"/>
              <a:gd name="T5" fmla="*/ 9 h 171"/>
              <a:gd name="T6" fmla="*/ 31 w 78"/>
              <a:gd name="T7" fmla="*/ 171 h 171"/>
              <a:gd name="T8" fmla="*/ 78 w 78"/>
              <a:gd name="T9" fmla="*/ 162 h 171"/>
            </a:gdLst>
            <a:ahLst/>
            <a:cxnLst>
              <a:cxn ang="0">
                <a:pos x="T0" y="T1"/>
              </a:cxn>
              <a:cxn ang="0">
                <a:pos x="T2" y="T3"/>
              </a:cxn>
              <a:cxn ang="0">
                <a:pos x="T4" y="T5"/>
              </a:cxn>
              <a:cxn ang="0">
                <a:pos x="T6" y="T7"/>
              </a:cxn>
              <a:cxn ang="0">
                <a:pos x="T8" y="T9"/>
              </a:cxn>
            </a:cxnLst>
            <a:rect l="0" t="0" r="r" b="b"/>
            <a:pathLst>
              <a:path w="78" h="171">
                <a:moveTo>
                  <a:pt x="78" y="162"/>
                </a:moveTo>
                <a:cubicBezTo>
                  <a:pt x="47" y="0"/>
                  <a:pt x="47" y="0"/>
                  <a:pt x="47" y="0"/>
                </a:cubicBezTo>
                <a:cubicBezTo>
                  <a:pt x="31" y="2"/>
                  <a:pt x="16" y="5"/>
                  <a:pt x="0" y="9"/>
                </a:cubicBezTo>
                <a:cubicBezTo>
                  <a:pt x="31" y="171"/>
                  <a:pt x="31" y="171"/>
                  <a:pt x="31" y="171"/>
                </a:cubicBezTo>
                <a:cubicBezTo>
                  <a:pt x="46" y="167"/>
                  <a:pt x="62" y="164"/>
                  <a:pt x="78" y="162"/>
                </a:cubicBezTo>
                <a:close/>
              </a:path>
            </a:pathLst>
          </a:custGeom>
          <a:solidFill>
            <a:srgbClr val="036E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 name="Freeform 32"/>
          <p:cNvSpPr>
            <a:spLocks/>
          </p:cNvSpPr>
          <p:nvPr/>
        </p:nvSpPr>
        <p:spPr bwMode="auto">
          <a:xfrm>
            <a:off x="6537325" y="5378450"/>
            <a:ext cx="312738" cy="690563"/>
          </a:xfrm>
          <a:custGeom>
            <a:avLst/>
            <a:gdLst>
              <a:gd name="T0" fmla="*/ 0 w 78"/>
              <a:gd name="T1" fmla="*/ 10 h 172"/>
              <a:gd name="T2" fmla="*/ 31 w 78"/>
              <a:gd name="T3" fmla="*/ 172 h 172"/>
              <a:gd name="T4" fmla="*/ 78 w 78"/>
              <a:gd name="T5" fmla="*/ 163 h 172"/>
              <a:gd name="T6" fmla="*/ 47 w 78"/>
              <a:gd name="T7" fmla="*/ 0 h 172"/>
              <a:gd name="T8" fmla="*/ 0 w 78"/>
              <a:gd name="T9" fmla="*/ 10 h 172"/>
            </a:gdLst>
            <a:ahLst/>
            <a:cxnLst>
              <a:cxn ang="0">
                <a:pos x="T0" y="T1"/>
              </a:cxn>
              <a:cxn ang="0">
                <a:pos x="T2" y="T3"/>
              </a:cxn>
              <a:cxn ang="0">
                <a:pos x="T4" y="T5"/>
              </a:cxn>
              <a:cxn ang="0">
                <a:pos x="T6" y="T7"/>
              </a:cxn>
              <a:cxn ang="0">
                <a:pos x="T8" y="T9"/>
              </a:cxn>
            </a:cxnLst>
            <a:rect l="0" t="0" r="r" b="b"/>
            <a:pathLst>
              <a:path w="78" h="172">
                <a:moveTo>
                  <a:pt x="0" y="10"/>
                </a:moveTo>
                <a:cubicBezTo>
                  <a:pt x="31" y="172"/>
                  <a:pt x="31" y="172"/>
                  <a:pt x="31" y="172"/>
                </a:cubicBezTo>
                <a:cubicBezTo>
                  <a:pt x="47" y="169"/>
                  <a:pt x="63" y="167"/>
                  <a:pt x="78" y="163"/>
                </a:cubicBezTo>
                <a:cubicBezTo>
                  <a:pt x="47" y="0"/>
                  <a:pt x="47" y="0"/>
                  <a:pt x="47" y="0"/>
                </a:cubicBezTo>
                <a:cubicBezTo>
                  <a:pt x="32" y="5"/>
                  <a:pt x="16" y="8"/>
                  <a:pt x="0" y="10"/>
                </a:cubicBezTo>
                <a:close/>
              </a:path>
            </a:pathLst>
          </a:custGeom>
          <a:solidFill>
            <a:srgbClr val="2EA7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 name="Freeform 33"/>
          <p:cNvSpPr>
            <a:spLocks/>
          </p:cNvSpPr>
          <p:nvPr/>
        </p:nvSpPr>
        <p:spPr bwMode="auto">
          <a:xfrm>
            <a:off x="7510463" y="3860800"/>
            <a:ext cx="685800" cy="307975"/>
          </a:xfrm>
          <a:custGeom>
            <a:avLst/>
            <a:gdLst>
              <a:gd name="T0" fmla="*/ 9 w 171"/>
              <a:gd name="T1" fmla="*/ 77 h 77"/>
              <a:gd name="T2" fmla="*/ 171 w 171"/>
              <a:gd name="T3" fmla="*/ 47 h 77"/>
              <a:gd name="T4" fmla="*/ 162 w 171"/>
              <a:gd name="T5" fmla="*/ 0 h 77"/>
              <a:gd name="T6" fmla="*/ 0 w 171"/>
              <a:gd name="T7" fmla="*/ 31 h 77"/>
              <a:gd name="T8" fmla="*/ 9 w 171"/>
              <a:gd name="T9" fmla="*/ 77 h 77"/>
            </a:gdLst>
            <a:ahLst/>
            <a:cxnLst>
              <a:cxn ang="0">
                <a:pos x="T0" y="T1"/>
              </a:cxn>
              <a:cxn ang="0">
                <a:pos x="T2" y="T3"/>
              </a:cxn>
              <a:cxn ang="0">
                <a:pos x="T4" y="T5"/>
              </a:cxn>
              <a:cxn ang="0">
                <a:pos x="T6" y="T7"/>
              </a:cxn>
              <a:cxn ang="0">
                <a:pos x="T8" y="T9"/>
              </a:cxn>
            </a:cxnLst>
            <a:rect l="0" t="0" r="r" b="b"/>
            <a:pathLst>
              <a:path w="171" h="77">
                <a:moveTo>
                  <a:pt x="9" y="77"/>
                </a:moveTo>
                <a:cubicBezTo>
                  <a:pt x="171" y="47"/>
                  <a:pt x="171" y="47"/>
                  <a:pt x="171" y="47"/>
                </a:cubicBezTo>
                <a:cubicBezTo>
                  <a:pt x="169" y="31"/>
                  <a:pt x="166" y="15"/>
                  <a:pt x="162" y="0"/>
                </a:cubicBezTo>
                <a:cubicBezTo>
                  <a:pt x="0" y="31"/>
                  <a:pt x="0" y="31"/>
                  <a:pt x="0" y="31"/>
                </a:cubicBezTo>
                <a:cubicBezTo>
                  <a:pt x="4" y="46"/>
                  <a:pt x="7" y="61"/>
                  <a:pt x="9" y="77"/>
                </a:cubicBezTo>
                <a:close/>
              </a:path>
            </a:pathLst>
          </a:custGeom>
          <a:solidFill>
            <a:srgbClr val="2EA7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 name="Freeform 34"/>
          <p:cNvSpPr>
            <a:spLocks/>
          </p:cNvSpPr>
          <p:nvPr/>
        </p:nvSpPr>
        <p:spPr bwMode="auto">
          <a:xfrm>
            <a:off x="4648200" y="4402138"/>
            <a:ext cx="684213" cy="307975"/>
          </a:xfrm>
          <a:custGeom>
            <a:avLst/>
            <a:gdLst>
              <a:gd name="T0" fmla="*/ 163 w 171"/>
              <a:gd name="T1" fmla="*/ 0 h 77"/>
              <a:gd name="T2" fmla="*/ 0 w 171"/>
              <a:gd name="T3" fmla="*/ 31 h 77"/>
              <a:gd name="T4" fmla="*/ 9 w 171"/>
              <a:gd name="T5" fmla="*/ 77 h 77"/>
              <a:gd name="T6" fmla="*/ 171 w 171"/>
              <a:gd name="T7" fmla="*/ 47 h 77"/>
              <a:gd name="T8" fmla="*/ 163 w 171"/>
              <a:gd name="T9" fmla="*/ 0 h 77"/>
            </a:gdLst>
            <a:ahLst/>
            <a:cxnLst>
              <a:cxn ang="0">
                <a:pos x="T0" y="T1"/>
              </a:cxn>
              <a:cxn ang="0">
                <a:pos x="T2" y="T3"/>
              </a:cxn>
              <a:cxn ang="0">
                <a:pos x="T4" y="T5"/>
              </a:cxn>
              <a:cxn ang="0">
                <a:pos x="T6" y="T7"/>
              </a:cxn>
              <a:cxn ang="0">
                <a:pos x="T8" y="T9"/>
              </a:cxn>
            </a:cxnLst>
            <a:rect l="0" t="0" r="r" b="b"/>
            <a:pathLst>
              <a:path w="171" h="77">
                <a:moveTo>
                  <a:pt x="163" y="0"/>
                </a:moveTo>
                <a:cubicBezTo>
                  <a:pt x="0" y="31"/>
                  <a:pt x="0" y="31"/>
                  <a:pt x="0" y="31"/>
                </a:cubicBezTo>
                <a:cubicBezTo>
                  <a:pt x="2" y="46"/>
                  <a:pt x="5" y="62"/>
                  <a:pt x="9" y="77"/>
                </a:cubicBezTo>
                <a:cubicBezTo>
                  <a:pt x="171" y="47"/>
                  <a:pt x="171" y="47"/>
                  <a:pt x="171" y="47"/>
                </a:cubicBezTo>
                <a:cubicBezTo>
                  <a:pt x="167" y="31"/>
                  <a:pt x="164" y="16"/>
                  <a:pt x="163" y="0"/>
                </a:cubicBezTo>
                <a:close/>
              </a:path>
            </a:pathLst>
          </a:custGeom>
          <a:solidFill>
            <a:srgbClr val="8785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 name="Freeform 35"/>
          <p:cNvSpPr>
            <a:spLocks/>
          </p:cNvSpPr>
          <p:nvPr/>
        </p:nvSpPr>
        <p:spPr bwMode="auto">
          <a:xfrm>
            <a:off x="4895850" y="3203575"/>
            <a:ext cx="652463" cy="528638"/>
          </a:xfrm>
          <a:custGeom>
            <a:avLst/>
            <a:gdLst>
              <a:gd name="T0" fmla="*/ 163 w 163"/>
              <a:gd name="T1" fmla="*/ 93 h 132"/>
              <a:gd name="T2" fmla="*/ 27 w 163"/>
              <a:gd name="T3" fmla="*/ 0 h 132"/>
              <a:gd name="T4" fmla="*/ 0 w 163"/>
              <a:gd name="T5" fmla="*/ 39 h 132"/>
              <a:gd name="T6" fmla="*/ 137 w 163"/>
              <a:gd name="T7" fmla="*/ 132 h 132"/>
              <a:gd name="T8" fmla="*/ 163 w 163"/>
              <a:gd name="T9" fmla="*/ 93 h 132"/>
            </a:gdLst>
            <a:ahLst/>
            <a:cxnLst>
              <a:cxn ang="0">
                <a:pos x="T0" y="T1"/>
              </a:cxn>
              <a:cxn ang="0">
                <a:pos x="T2" y="T3"/>
              </a:cxn>
              <a:cxn ang="0">
                <a:pos x="T4" y="T5"/>
              </a:cxn>
              <a:cxn ang="0">
                <a:pos x="T6" y="T7"/>
              </a:cxn>
              <a:cxn ang="0">
                <a:pos x="T8" y="T9"/>
              </a:cxn>
            </a:cxnLst>
            <a:rect l="0" t="0" r="r" b="b"/>
            <a:pathLst>
              <a:path w="163" h="132">
                <a:moveTo>
                  <a:pt x="163" y="93"/>
                </a:moveTo>
                <a:cubicBezTo>
                  <a:pt x="27" y="0"/>
                  <a:pt x="27" y="0"/>
                  <a:pt x="27" y="0"/>
                </a:cubicBezTo>
                <a:cubicBezTo>
                  <a:pt x="17" y="12"/>
                  <a:pt x="8" y="25"/>
                  <a:pt x="0" y="39"/>
                </a:cubicBezTo>
                <a:cubicBezTo>
                  <a:pt x="137" y="132"/>
                  <a:pt x="137" y="132"/>
                  <a:pt x="137" y="132"/>
                </a:cubicBezTo>
                <a:cubicBezTo>
                  <a:pt x="144" y="118"/>
                  <a:pt x="153" y="105"/>
                  <a:pt x="163" y="93"/>
                </a:cubicBezTo>
                <a:close/>
              </a:path>
            </a:pathLst>
          </a:custGeom>
          <a:solidFill>
            <a:srgbClr val="036E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 name="Freeform 36"/>
          <p:cNvSpPr>
            <a:spLocks/>
          </p:cNvSpPr>
          <p:nvPr/>
        </p:nvSpPr>
        <p:spPr bwMode="auto">
          <a:xfrm>
            <a:off x="7302500" y="4841875"/>
            <a:ext cx="652463" cy="533400"/>
          </a:xfrm>
          <a:custGeom>
            <a:avLst/>
            <a:gdLst>
              <a:gd name="T0" fmla="*/ 0 w 163"/>
              <a:gd name="T1" fmla="*/ 40 h 133"/>
              <a:gd name="T2" fmla="*/ 136 w 163"/>
              <a:gd name="T3" fmla="*/ 133 h 133"/>
              <a:gd name="T4" fmla="*/ 163 w 163"/>
              <a:gd name="T5" fmla="*/ 94 h 133"/>
              <a:gd name="T6" fmla="*/ 27 w 163"/>
              <a:gd name="T7" fmla="*/ 0 h 133"/>
              <a:gd name="T8" fmla="*/ 0 w 163"/>
              <a:gd name="T9" fmla="*/ 40 h 133"/>
            </a:gdLst>
            <a:ahLst/>
            <a:cxnLst>
              <a:cxn ang="0">
                <a:pos x="T0" y="T1"/>
              </a:cxn>
              <a:cxn ang="0">
                <a:pos x="T2" y="T3"/>
              </a:cxn>
              <a:cxn ang="0">
                <a:pos x="T4" y="T5"/>
              </a:cxn>
              <a:cxn ang="0">
                <a:pos x="T6" y="T7"/>
              </a:cxn>
              <a:cxn ang="0">
                <a:pos x="T8" y="T9"/>
              </a:cxn>
            </a:cxnLst>
            <a:rect l="0" t="0" r="r" b="b"/>
            <a:pathLst>
              <a:path w="163" h="133">
                <a:moveTo>
                  <a:pt x="0" y="40"/>
                </a:moveTo>
                <a:cubicBezTo>
                  <a:pt x="136" y="133"/>
                  <a:pt x="136" y="133"/>
                  <a:pt x="136" y="133"/>
                </a:cubicBezTo>
                <a:cubicBezTo>
                  <a:pt x="146" y="120"/>
                  <a:pt x="155" y="107"/>
                  <a:pt x="163" y="94"/>
                </a:cubicBezTo>
                <a:cubicBezTo>
                  <a:pt x="27" y="0"/>
                  <a:pt x="27" y="0"/>
                  <a:pt x="27" y="0"/>
                </a:cubicBezTo>
                <a:cubicBezTo>
                  <a:pt x="19" y="14"/>
                  <a:pt x="10" y="27"/>
                  <a:pt x="0" y="40"/>
                </a:cubicBezTo>
                <a:close/>
              </a:path>
            </a:pathLst>
          </a:custGeom>
          <a:solidFill>
            <a:srgbClr val="2EA7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 name="Freeform 37"/>
          <p:cNvSpPr>
            <a:spLocks/>
          </p:cNvSpPr>
          <p:nvPr/>
        </p:nvSpPr>
        <p:spPr bwMode="auto">
          <a:xfrm>
            <a:off x="8199438" y="5335588"/>
            <a:ext cx="1304925" cy="1304925"/>
          </a:xfrm>
          <a:custGeom>
            <a:avLst/>
            <a:gdLst>
              <a:gd name="T0" fmla="*/ 163 w 326"/>
              <a:gd name="T1" fmla="*/ 0 h 326"/>
              <a:gd name="T2" fmla="*/ 326 w 326"/>
              <a:gd name="T3" fmla="*/ 163 h 326"/>
              <a:gd name="T4" fmla="*/ 163 w 326"/>
              <a:gd name="T5" fmla="*/ 326 h 326"/>
              <a:gd name="T6" fmla="*/ 0 w 326"/>
              <a:gd name="T7" fmla="*/ 163 h 326"/>
              <a:gd name="T8" fmla="*/ 0 w 326"/>
              <a:gd name="T9" fmla="*/ 0 h 326"/>
              <a:gd name="T10" fmla="*/ 163 w 326"/>
              <a:gd name="T11" fmla="*/ 0 h 326"/>
            </a:gdLst>
            <a:ahLst/>
            <a:cxnLst>
              <a:cxn ang="0">
                <a:pos x="T0" y="T1"/>
              </a:cxn>
              <a:cxn ang="0">
                <a:pos x="T2" y="T3"/>
              </a:cxn>
              <a:cxn ang="0">
                <a:pos x="T4" y="T5"/>
              </a:cxn>
              <a:cxn ang="0">
                <a:pos x="T6" y="T7"/>
              </a:cxn>
              <a:cxn ang="0">
                <a:pos x="T8" y="T9"/>
              </a:cxn>
              <a:cxn ang="0">
                <a:pos x="T10" y="T11"/>
              </a:cxn>
            </a:cxnLst>
            <a:rect l="0" t="0" r="r" b="b"/>
            <a:pathLst>
              <a:path w="326" h="326">
                <a:moveTo>
                  <a:pt x="163" y="0"/>
                </a:moveTo>
                <a:cubicBezTo>
                  <a:pt x="253" y="0"/>
                  <a:pt x="326" y="73"/>
                  <a:pt x="326" y="163"/>
                </a:cubicBezTo>
                <a:cubicBezTo>
                  <a:pt x="326" y="253"/>
                  <a:pt x="253" y="326"/>
                  <a:pt x="163" y="326"/>
                </a:cubicBezTo>
                <a:cubicBezTo>
                  <a:pt x="73" y="326"/>
                  <a:pt x="0" y="253"/>
                  <a:pt x="0" y="163"/>
                </a:cubicBezTo>
                <a:cubicBezTo>
                  <a:pt x="0" y="0"/>
                  <a:pt x="0" y="0"/>
                  <a:pt x="0" y="0"/>
                </a:cubicBezTo>
                <a:lnTo>
                  <a:pt x="163" y="0"/>
                </a:lnTo>
                <a:close/>
              </a:path>
            </a:pathLst>
          </a:custGeom>
          <a:solidFill>
            <a:srgbClr val="8785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 name="Oval 38"/>
          <p:cNvSpPr>
            <a:spLocks noChangeArrowheads="1"/>
          </p:cNvSpPr>
          <p:nvPr/>
        </p:nvSpPr>
        <p:spPr bwMode="auto">
          <a:xfrm>
            <a:off x="8315325" y="5454650"/>
            <a:ext cx="1065213" cy="1066800"/>
          </a:xfrm>
          <a:prstGeom prst="ellipse">
            <a:avLst/>
          </a:prstGeom>
          <a:solidFill>
            <a:srgbClr val="2EA7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 name="Freeform 39"/>
          <p:cNvSpPr>
            <a:spLocks/>
          </p:cNvSpPr>
          <p:nvPr/>
        </p:nvSpPr>
        <p:spPr bwMode="auto">
          <a:xfrm>
            <a:off x="2870200" y="4570413"/>
            <a:ext cx="1641475" cy="1493838"/>
          </a:xfrm>
          <a:custGeom>
            <a:avLst/>
            <a:gdLst>
              <a:gd name="T0" fmla="*/ 270 w 410"/>
              <a:gd name="T1" fmla="*/ 47 h 373"/>
              <a:gd name="T2" fmla="*/ 46 w 410"/>
              <a:gd name="T3" fmla="*/ 103 h 373"/>
              <a:gd name="T4" fmla="*/ 102 w 410"/>
              <a:gd name="T5" fmla="*/ 326 h 373"/>
              <a:gd name="T6" fmla="*/ 326 w 410"/>
              <a:gd name="T7" fmla="*/ 271 h 373"/>
              <a:gd name="T8" fmla="*/ 410 w 410"/>
              <a:gd name="T9" fmla="*/ 131 h 373"/>
              <a:gd name="T10" fmla="*/ 270 w 410"/>
              <a:gd name="T11" fmla="*/ 47 h 373"/>
            </a:gdLst>
            <a:ahLst/>
            <a:cxnLst>
              <a:cxn ang="0">
                <a:pos x="T0" y="T1"/>
              </a:cxn>
              <a:cxn ang="0">
                <a:pos x="T2" y="T3"/>
              </a:cxn>
              <a:cxn ang="0">
                <a:pos x="T4" y="T5"/>
              </a:cxn>
              <a:cxn ang="0">
                <a:pos x="T6" y="T7"/>
              </a:cxn>
              <a:cxn ang="0">
                <a:pos x="T8" y="T9"/>
              </a:cxn>
              <a:cxn ang="0">
                <a:pos x="T10" y="T11"/>
              </a:cxn>
            </a:cxnLst>
            <a:rect l="0" t="0" r="r" b="b"/>
            <a:pathLst>
              <a:path w="410" h="373">
                <a:moveTo>
                  <a:pt x="270" y="47"/>
                </a:moveTo>
                <a:cubicBezTo>
                  <a:pt x="193" y="0"/>
                  <a:pt x="93" y="25"/>
                  <a:pt x="46" y="103"/>
                </a:cubicBezTo>
                <a:cubicBezTo>
                  <a:pt x="0" y="180"/>
                  <a:pt x="25" y="280"/>
                  <a:pt x="102" y="326"/>
                </a:cubicBezTo>
                <a:cubicBezTo>
                  <a:pt x="179" y="373"/>
                  <a:pt x="279" y="348"/>
                  <a:pt x="326" y="271"/>
                </a:cubicBezTo>
                <a:cubicBezTo>
                  <a:pt x="410" y="131"/>
                  <a:pt x="410" y="131"/>
                  <a:pt x="410" y="131"/>
                </a:cubicBezTo>
                <a:lnTo>
                  <a:pt x="270" y="47"/>
                </a:lnTo>
                <a:close/>
              </a:path>
            </a:pathLst>
          </a:custGeom>
          <a:solidFill>
            <a:srgbClr val="8785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4" name="Freeform 40"/>
          <p:cNvSpPr>
            <a:spLocks/>
          </p:cNvSpPr>
          <p:nvPr/>
        </p:nvSpPr>
        <p:spPr bwMode="auto">
          <a:xfrm>
            <a:off x="3009900" y="4710113"/>
            <a:ext cx="1214438" cy="1217613"/>
          </a:xfrm>
          <a:custGeom>
            <a:avLst/>
            <a:gdLst>
              <a:gd name="T0" fmla="*/ 266 w 303"/>
              <a:gd name="T1" fmla="*/ 220 h 304"/>
              <a:gd name="T2" fmla="*/ 83 w 303"/>
              <a:gd name="T3" fmla="*/ 266 h 304"/>
              <a:gd name="T4" fmla="*/ 38 w 303"/>
              <a:gd name="T5" fmla="*/ 84 h 304"/>
              <a:gd name="T6" fmla="*/ 220 w 303"/>
              <a:gd name="T7" fmla="*/ 38 h 304"/>
              <a:gd name="T8" fmla="*/ 266 w 303"/>
              <a:gd name="T9" fmla="*/ 220 h 304"/>
            </a:gdLst>
            <a:ahLst/>
            <a:cxnLst>
              <a:cxn ang="0">
                <a:pos x="T0" y="T1"/>
              </a:cxn>
              <a:cxn ang="0">
                <a:pos x="T2" y="T3"/>
              </a:cxn>
              <a:cxn ang="0">
                <a:pos x="T4" y="T5"/>
              </a:cxn>
              <a:cxn ang="0">
                <a:pos x="T6" y="T7"/>
              </a:cxn>
              <a:cxn ang="0">
                <a:pos x="T8" y="T9"/>
              </a:cxn>
            </a:cxnLst>
            <a:rect l="0" t="0" r="r" b="b"/>
            <a:pathLst>
              <a:path w="303" h="304">
                <a:moveTo>
                  <a:pt x="266" y="220"/>
                </a:moveTo>
                <a:cubicBezTo>
                  <a:pt x="228" y="283"/>
                  <a:pt x="146" y="304"/>
                  <a:pt x="83" y="266"/>
                </a:cubicBezTo>
                <a:cubicBezTo>
                  <a:pt x="20" y="228"/>
                  <a:pt x="0" y="146"/>
                  <a:pt x="38" y="84"/>
                </a:cubicBezTo>
                <a:cubicBezTo>
                  <a:pt x="76" y="21"/>
                  <a:pt x="157" y="0"/>
                  <a:pt x="220" y="38"/>
                </a:cubicBezTo>
                <a:cubicBezTo>
                  <a:pt x="283" y="76"/>
                  <a:pt x="303" y="158"/>
                  <a:pt x="266" y="220"/>
                </a:cubicBezTo>
                <a:close/>
              </a:path>
            </a:pathLst>
          </a:custGeom>
          <a:solidFill>
            <a:srgbClr val="2EA7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5" name="Freeform 41"/>
          <p:cNvSpPr>
            <a:spLocks/>
          </p:cNvSpPr>
          <p:nvPr/>
        </p:nvSpPr>
        <p:spPr bwMode="auto">
          <a:xfrm>
            <a:off x="7967663" y="1636712"/>
            <a:ext cx="1381125" cy="1362075"/>
          </a:xfrm>
          <a:custGeom>
            <a:avLst/>
            <a:gdLst>
              <a:gd name="T0" fmla="*/ 163 w 345"/>
              <a:gd name="T1" fmla="*/ 333 h 340"/>
              <a:gd name="T2" fmla="*/ 338 w 345"/>
              <a:gd name="T3" fmla="*/ 183 h 340"/>
              <a:gd name="T4" fmla="*/ 188 w 345"/>
              <a:gd name="T5" fmla="*/ 7 h 340"/>
              <a:gd name="T6" fmla="*/ 13 w 345"/>
              <a:gd name="T7" fmla="*/ 157 h 340"/>
              <a:gd name="T8" fmla="*/ 0 w 345"/>
              <a:gd name="T9" fmla="*/ 320 h 340"/>
              <a:gd name="T10" fmla="*/ 163 w 345"/>
              <a:gd name="T11" fmla="*/ 333 h 340"/>
            </a:gdLst>
            <a:ahLst/>
            <a:cxnLst>
              <a:cxn ang="0">
                <a:pos x="T0" y="T1"/>
              </a:cxn>
              <a:cxn ang="0">
                <a:pos x="T2" y="T3"/>
              </a:cxn>
              <a:cxn ang="0">
                <a:pos x="T4" y="T5"/>
              </a:cxn>
              <a:cxn ang="0">
                <a:pos x="T6" y="T7"/>
              </a:cxn>
              <a:cxn ang="0">
                <a:pos x="T8" y="T9"/>
              </a:cxn>
              <a:cxn ang="0">
                <a:pos x="T10" y="T11"/>
              </a:cxn>
            </a:cxnLst>
            <a:rect l="0" t="0" r="r" b="b"/>
            <a:pathLst>
              <a:path w="345" h="340">
                <a:moveTo>
                  <a:pt x="163" y="333"/>
                </a:moveTo>
                <a:cubicBezTo>
                  <a:pt x="252" y="340"/>
                  <a:pt x="331" y="273"/>
                  <a:pt x="338" y="183"/>
                </a:cubicBezTo>
                <a:cubicBezTo>
                  <a:pt x="345" y="93"/>
                  <a:pt x="278" y="14"/>
                  <a:pt x="188" y="7"/>
                </a:cubicBezTo>
                <a:cubicBezTo>
                  <a:pt x="98" y="0"/>
                  <a:pt x="20" y="68"/>
                  <a:pt x="13" y="157"/>
                </a:cubicBezTo>
                <a:cubicBezTo>
                  <a:pt x="0" y="320"/>
                  <a:pt x="0" y="320"/>
                  <a:pt x="0" y="320"/>
                </a:cubicBezTo>
                <a:lnTo>
                  <a:pt x="163" y="333"/>
                </a:lnTo>
                <a:close/>
              </a:path>
            </a:pathLst>
          </a:custGeom>
          <a:solidFill>
            <a:srgbClr val="8785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6" name="Freeform 42"/>
          <p:cNvSpPr>
            <a:spLocks/>
          </p:cNvSpPr>
          <p:nvPr/>
        </p:nvSpPr>
        <p:spPr bwMode="auto">
          <a:xfrm>
            <a:off x="8112125" y="1765300"/>
            <a:ext cx="1108075" cy="1104900"/>
          </a:xfrm>
          <a:custGeom>
            <a:avLst/>
            <a:gdLst>
              <a:gd name="T0" fmla="*/ 6 w 277"/>
              <a:gd name="T1" fmla="*/ 128 h 276"/>
              <a:gd name="T2" fmla="*/ 149 w 277"/>
              <a:gd name="T3" fmla="*/ 6 h 276"/>
              <a:gd name="T4" fmla="*/ 271 w 277"/>
              <a:gd name="T5" fmla="*/ 148 h 276"/>
              <a:gd name="T6" fmla="*/ 128 w 277"/>
              <a:gd name="T7" fmla="*/ 270 h 276"/>
              <a:gd name="T8" fmla="*/ 6 w 277"/>
              <a:gd name="T9" fmla="*/ 128 h 276"/>
            </a:gdLst>
            <a:ahLst/>
            <a:cxnLst>
              <a:cxn ang="0">
                <a:pos x="T0" y="T1"/>
              </a:cxn>
              <a:cxn ang="0">
                <a:pos x="T2" y="T3"/>
              </a:cxn>
              <a:cxn ang="0">
                <a:pos x="T4" y="T5"/>
              </a:cxn>
              <a:cxn ang="0">
                <a:pos x="T6" y="T7"/>
              </a:cxn>
              <a:cxn ang="0">
                <a:pos x="T8" y="T9"/>
              </a:cxn>
            </a:cxnLst>
            <a:rect l="0" t="0" r="r" b="b"/>
            <a:pathLst>
              <a:path w="277" h="276">
                <a:moveTo>
                  <a:pt x="6" y="128"/>
                </a:moveTo>
                <a:cubicBezTo>
                  <a:pt x="12" y="55"/>
                  <a:pt x="76" y="0"/>
                  <a:pt x="149" y="6"/>
                </a:cubicBezTo>
                <a:cubicBezTo>
                  <a:pt x="222" y="11"/>
                  <a:pt x="277" y="75"/>
                  <a:pt x="271" y="148"/>
                </a:cubicBezTo>
                <a:cubicBezTo>
                  <a:pt x="265" y="221"/>
                  <a:pt x="201" y="276"/>
                  <a:pt x="128" y="270"/>
                </a:cubicBezTo>
                <a:cubicBezTo>
                  <a:pt x="55" y="265"/>
                  <a:pt x="0" y="201"/>
                  <a:pt x="6" y="128"/>
                </a:cubicBezTo>
                <a:close/>
              </a:path>
            </a:pathLst>
          </a:custGeom>
          <a:solidFill>
            <a:srgbClr val="2EA7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7" name="Freeform 43"/>
          <p:cNvSpPr>
            <a:spLocks/>
          </p:cNvSpPr>
          <p:nvPr/>
        </p:nvSpPr>
        <p:spPr bwMode="auto">
          <a:xfrm>
            <a:off x="3567113" y="1612900"/>
            <a:ext cx="1454150" cy="1406525"/>
          </a:xfrm>
          <a:custGeom>
            <a:avLst/>
            <a:gdLst>
              <a:gd name="T0" fmla="*/ 336 w 363"/>
              <a:gd name="T1" fmla="*/ 149 h 351"/>
              <a:gd name="T2" fmla="*/ 149 w 363"/>
              <a:gd name="T3" fmla="*/ 14 h 351"/>
              <a:gd name="T4" fmla="*/ 14 w 363"/>
              <a:gd name="T5" fmla="*/ 202 h 351"/>
              <a:gd name="T6" fmla="*/ 202 w 363"/>
              <a:gd name="T7" fmla="*/ 336 h 351"/>
              <a:gd name="T8" fmla="*/ 363 w 363"/>
              <a:gd name="T9" fmla="*/ 310 h 351"/>
              <a:gd name="T10" fmla="*/ 336 w 363"/>
              <a:gd name="T11" fmla="*/ 149 h 351"/>
            </a:gdLst>
            <a:ahLst/>
            <a:cxnLst>
              <a:cxn ang="0">
                <a:pos x="T0" y="T1"/>
              </a:cxn>
              <a:cxn ang="0">
                <a:pos x="T2" y="T3"/>
              </a:cxn>
              <a:cxn ang="0">
                <a:pos x="T4" y="T5"/>
              </a:cxn>
              <a:cxn ang="0">
                <a:pos x="T6" y="T7"/>
              </a:cxn>
              <a:cxn ang="0">
                <a:pos x="T8" y="T9"/>
              </a:cxn>
              <a:cxn ang="0">
                <a:pos x="T10" y="T11"/>
              </a:cxn>
            </a:cxnLst>
            <a:rect l="0" t="0" r="r" b="b"/>
            <a:pathLst>
              <a:path w="363" h="351">
                <a:moveTo>
                  <a:pt x="336" y="149"/>
                </a:moveTo>
                <a:cubicBezTo>
                  <a:pt x="322" y="60"/>
                  <a:pt x="238" y="0"/>
                  <a:pt x="149" y="14"/>
                </a:cubicBezTo>
                <a:cubicBezTo>
                  <a:pt x="60" y="29"/>
                  <a:pt x="0" y="113"/>
                  <a:pt x="14" y="202"/>
                </a:cubicBezTo>
                <a:cubicBezTo>
                  <a:pt x="29" y="291"/>
                  <a:pt x="113" y="351"/>
                  <a:pt x="202" y="336"/>
                </a:cubicBezTo>
                <a:cubicBezTo>
                  <a:pt x="363" y="310"/>
                  <a:pt x="363" y="310"/>
                  <a:pt x="363" y="310"/>
                </a:cubicBezTo>
                <a:lnTo>
                  <a:pt x="336" y="149"/>
                </a:lnTo>
                <a:close/>
              </a:path>
            </a:pathLst>
          </a:custGeom>
          <a:solidFill>
            <a:srgbClr val="8785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3" name="Freeform 44"/>
          <p:cNvSpPr>
            <a:spLocks/>
          </p:cNvSpPr>
          <p:nvPr/>
        </p:nvSpPr>
        <p:spPr bwMode="auto">
          <a:xfrm>
            <a:off x="3695700" y="1744663"/>
            <a:ext cx="1144588" cy="1146175"/>
          </a:xfrm>
          <a:custGeom>
            <a:avLst/>
            <a:gdLst>
              <a:gd name="T0" fmla="*/ 165 w 286"/>
              <a:gd name="T1" fmla="*/ 274 h 286"/>
              <a:gd name="T2" fmla="*/ 12 w 286"/>
              <a:gd name="T3" fmla="*/ 165 h 286"/>
              <a:gd name="T4" fmla="*/ 122 w 286"/>
              <a:gd name="T5" fmla="*/ 12 h 286"/>
              <a:gd name="T6" fmla="*/ 274 w 286"/>
              <a:gd name="T7" fmla="*/ 121 h 286"/>
              <a:gd name="T8" fmla="*/ 165 w 286"/>
              <a:gd name="T9" fmla="*/ 274 h 286"/>
            </a:gdLst>
            <a:ahLst/>
            <a:cxnLst>
              <a:cxn ang="0">
                <a:pos x="T0" y="T1"/>
              </a:cxn>
              <a:cxn ang="0">
                <a:pos x="T2" y="T3"/>
              </a:cxn>
              <a:cxn ang="0">
                <a:pos x="T4" y="T5"/>
              </a:cxn>
              <a:cxn ang="0">
                <a:pos x="T6" y="T7"/>
              </a:cxn>
              <a:cxn ang="0">
                <a:pos x="T8" y="T9"/>
              </a:cxn>
            </a:cxnLst>
            <a:rect l="0" t="0" r="r" b="b"/>
            <a:pathLst>
              <a:path w="286" h="286">
                <a:moveTo>
                  <a:pt x="165" y="274"/>
                </a:moveTo>
                <a:cubicBezTo>
                  <a:pt x="93" y="286"/>
                  <a:pt x="24" y="237"/>
                  <a:pt x="12" y="165"/>
                </a:cubicBezTo>
                <a:cubicBezTo>
                  <a:pt x="0" y="92"/>
                  <a:pt x="49" y="24"/>
                  <a:pt x="122" y="12"/>
                </a:cubicBezTo>
                <a:cubicBezTo>
                  <a:pt x="194" y="0"/>
                  <a:pt x="262" y="49"/>
                  <a:pt x="274" y="121"/>
                </a:cubicBezTo>
                <a:cubicBezTo>
                  <a:pt x="286" y="194"/>
                  <a:pt x="237" y="262"/>
                  <a:pt x="165" y="274"/>
                </a:cubicBezTo>
                <a:close/>
              </a:path>
            </a:pathLst>
          </a:custGeom>
          <a:solidFill>
            <a:srgbClr val="2EA7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4" name="文本框 113"/>
          <p:cNvSpPr txBox="1"/>
          <p:nvPr/>
        </p:nvSpPr>
        <p:spPr>
          <a:xfrm>
            <a:off x="3153444" y="5034976"/>
            <a:ext cx="906017" cy="584775"/>
          </a:xfrm>
          <a:prstGeom prst="rect">
            <a:avLst/>
          </a:prstGeom>
          <a:noFill/>
        </p:spPr>
        <p:txBody>
          <a:bodyPr wrap="none" rtlCol="0">
            <a:spAutoFit/>
          </a:bodyPr>
          <a:lstStyle/>
          <a:p>
            <a:r>
              <a:rPr lang="en-US" altLang="zh-CN" sz="3200" dirty="0">
                <a:solidFill>
                  <a:prstClr val="white"/>
                </a:solidFill>
                <a:latin typeface="Impact" panose="020B0806030902050204" pitchFamily="34" charset="0"/>
              </a:rPr>
              <a:t>20%</a:t>
            </a:r>
            <a:endParaRPr lang="zh-CN" altLang="en-US" sz="3200" dirty="0">
              <a:solidFill>
                <a:prstClr val="white"/>
              </a:solidFill>
              <a:latin typeface="Impact" panose="020B0806030902050204" pitchFamily="34" charset="0"/>
            </a:endParaRPr>
          </a:p>
        </p:txBody>
      </p:sp>
      <p:sp>
        <p:nvSpPr>
          <p:cNvPr id="115" name="文本框 114"/>
          <p:cNvSpPr txBox="1"/>
          <p:nvPr/>
        </p:nvSpPr>
        <p:spPr>
          <a:xfrm>
            <a:off x="3836184" y="1961140"/>
            <a:ext cx="906017" cy="584775"/>
          </a:xfrm>
          <a:prstGeom prst="rect">
            <a:avLst/>
          </a:prstGeom>
          <a:noFill/>
        </p:spPr>
        <p:txBody>
          <a:bodyPr wrap="none" rtlCol="0">
            <a:spAutoFit/>
          </a:bodyPr>
          <a:lstStyle/>
          <a:p>
            <a:r>
              <a:rPr lang="en-US" altLang="zh-CN" sz="3200" dirty="0">
                <a:solidFill>
                  <a:prstClr val="white"/>
                </a:solidFill>
                <a:latin typeface="Impact" panose="020B0806030902050204" pitchFamily="34" charset="0"/>
              </a:rPr>
              <a:t>30%</a:t>
            </a:r>
            <a:endParaRPr lang="zh-CN" altLang="en-US" sz="3200" dirty="0">
              <a:solidFill>
                <a:prstClr val="white"/>
              </a:solidFill>
              <a:latin typeface="Impact" panose="020B0806030902050204" pitchFamily="34" charset="0"/>
            </a:endParaRPr>
          </a:p>
        </p:txBody>
      </p:sp>
      <p:sp>
        <p:nvSpPr>
          <p:cNvPr id="119" name="文本框 118"/>
          <p:cNvSpPr txBox="1"/>
          <p:nvPr/>
        </p:nvSpPr>
        <p:spPr>
          <a:xfrm>
            <a:off x="8240307" y="1961140"/>
            <a:ext cx="845103" cy="584775"/>
          </a:xfrm>
          <a:prstGeom prst="rect">
            <a:avLst/>
          </a:prstGeom>
          <a:noFill/>
        </p:spPr>
        <p:txBody>
          <a:bodyPr wrap="none" rtlCol="0">
            <a:spAutoFit/>
          </a:bodyPr>
          <a:lstStyle/>
          <a:p>
            <a:r>
              <a:rPr lang="en-US" altLang="zh-CN" sz="3200" dirty="0">
                <a:solidFill>
                  <a:prstClr val="white"/>
                </a:solidFill>
                <a:latin typeface="Impact" panose="020B0806030902050204" pitchFamily="34" charset="0"/>
              </a:rPr>
              <a:t>10%</a:t>
            </a:r>
            <a:endParaRPr lang="zh-CN" altLang="en-US" sz="3200" dirty="0">
              <a:solidFill>
                <a:prstClr val="white"/>
              </a:solidFill>
              <a:latin typeface="Impact" panose="020B0806030902050204" pitchFamily="34" charset="0"/>
            </a:endParaRPr>
          </a:p>
        </p:txBody>
      </p:sp>
      <p:sp>
        <p:nvSpPr>
          <p:cNvPr id="121" name="文本框 120"/>
          <p:cNvSpPr txBox="1"/>
          <p:nvPr/>
        </p:nvSpPr>
        <p:spPr>
          <a:xfrm>
            <a:off x="8459843" y="5675025"/>
            <a:ext cx="893193" cy="584775"/>
          </a:xfrm>
          <a:prstGeom prst="rect">
            <a:avLst/>
          </a:prstGeom>
          <a:noFill/>
        </p:spPr>
        <p:txBody>
          <a:bodyPr wrap="none" rtlCol="0">
            <a:spAutoFit/>
          </a:bodyPr>
          <a:lstStyle/>
          <a:p>
            <a:r>
              <a:rPr lang="en-US" altLang="zh-CN" sz="3200" dirty="0">
                <a:solidFill>
                  <a:prstClr val="white"/>
                </a:solidFill>
                <a:latin typeface="Impact" panose="020B0806030902050204" pitchFamily="34" charset="0"/>
              </a:rPr>
              <a:t>45%</a:t>
            </a:r>
            <a:endParaRPr lang="zh-CN" altLang="en-US" sz="3200" dirty="0">
              <a:solidFill>
                <a:prstClr val="white"/>
              </a:solidFill>
              <a:latin typeface="Impact" panose="020B0806030902050204" pitchFamily="34" charset="0"/>
            </a:endParaRPr>
          </a:p>
        </p:txBody>
      </p:sp>
      <p:sp>
        <p:nvSpPr>
          <p:cNvPr id="48" name="矩形 39"/>
          <p:cNvSpPr/>
          <p:nvPr/>
        </p:nvSpPr>
        <p:spPr>
          <a:xfrm>
            <a:off x="0" y="203088"/>
            <a:ext cx="1620957" cy="523220"/>
          </a:xfrm>
          <a:prstGeom prst="rect">
            <a:avLst/>
          </a:prstGeom>
          <a:noFill/>
        </p:spPr>
        <p:txBody>
          <a:bodyPr wrap="none" rtlCol="0">
            <a:spAutoFit/>
          </a:bodyPr>
          <a:lstStyle/>
          <a:p>
            <a:r>
              <a:rPr lang="zh-CN" altLang="en-US" sz="2800" b="1">
                <a:solidFill>
                  <a:schemeClr val="tx1">
                    <a:lumMod val="65000"/>
                    <a:lumOff val="35000"/>
                  </a:schemeClr>
                </a:solidFill>
              </a:rPr>
              <a:t>其他图表</a:t>
            </a:r>
          </a:p>
        </p:txBody>
      </p:sp>
    </p:spTree>
    <p:extLst>
      <p:ext uri="{BB962C8B-B14F-4D97-AF65-F5344CB8AC3E}">
        <p14:creationId xmlns:p14="http://schemas.microsoft.com/office/powerpoint/2010/main" val="763654014"/>
      </p:ext>
    </p:extLst>
  </p:cSld>
  <p:clrMapOvr>
    <a:masterClrMapping/>
  </p:clrMapOvr>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2" name="组合 211"/>
          <p:cNvGrpSpPr/>
          <p:nvPr/>
        </p:nvGrpSpPr>
        <p:grpSpPr>
          <a:xfrm>
            <a:off x="6277234" y="1080668"/>
            <a:ext cx="5395612" cy="5402982"/>
            <a:chOff x="6277234" y="1080668"/>
            <a:chExt cx="5395612" cy="5402982"/>
          </a:xfrm>
        </p:grpSpPr>
        <p:sp>
          <p:nvSpPr>
            <p:cNvPr id="5" name="Freeform 5"/>
            <p:cNvSpPr>
              <a:spLocks/>
            </p:cNvSpPr>
            <p:nvPr/>
          </p:nvSpPr>
          <p:spPr bwMode="auto">
            <a:xfrm>
              <a:off x="6739609" y="5043101"/>
              <a:ext cx="556325" cy="556325"/>
            </a:xfrm>
            <a:custGeom>
              <a:avLst/>
              <a:gdLst>
                <a:gd name="T0" fmla="*/ 78 w 78"/>
                <a:gd name="T1" fmla="*/ 34 h 78"/>
                <a:gd name="T2" fmla="*/ 52 w 78"/>
                <a:gd name="T3" fmla="*/ 0 h 78"/>
                <a:gd name="T4" fmla="*/ 0 w 78"/>
                <a:gd name="T5" fmla="*/ 35 h 78"/>
                <a:gd name="T6" fmla="*/ 34 w 78"/>
                <a:gd name="T7" fmla="*/ 78 h 78"/>
                <a:gd name="T8" fmla="*/ 78 w 78"/>
                <a:gd name="T9" fmla="*/ 34 h 78"/>
              </a:gdLst>
              <a:ahLst/>
              <a:cxnLst>
                <a:cxn ang="0">
                  <a:pos x="T0" y="T1"/>
                </a:cxn>
                <a:cxn ang="0">
                  <a:pos x="T2" y="T3"/>
                </a:cxn>
                <a:cxn ang="0">
                  <a:pos x="T4" y="T5"/>
                </a:cxn>
                <a:cxn ang="0">
                  <a:pos x="T6" y="T7"/>
                </a:cxn>
                <a:cxn ang="0">
                  <a:pos x="T8" y="T9"/>
                </a:cxn>
              </a:cxnLst>
              <a:rect l="0" t="0" r="r" b="b"/>
              <a:pathLst>
                <a:path w="78" h="78">
                  <a:moveTo>
                    <a:pt x="78" y="34"/>
                  </a:moveTo>
                  <a:cubicBezTo>
                    <a:pt x="69" y="23"/>
                    <a:pt x="60" y="12"/>
                    <a:pt x="52" y="0"/>
                  </a:cubicBezTo>
                  <a:cubicBezTo>
                    <a:pt x="0" y="35"/>
                    <a:pt x="0" y="35"/>
                    <a:pt x="0" y="35"/>
                  </a:cubicBezTo>
                  <a:cubicBezTo>
                    <a:pt x="10" y="50"/>
                    <a:pt x="22" y="65"/>
                    <a:pt x="34" y="78"/>
                  </a:cubicBezTo>
                  <a:lnTo>
                    <a:pt x="78" y="34"/>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 name="Freeform 6"/>
            <p:cNvSpPr>
              <a:spLocks/>
            </p:cNvSpPr>
            <p:nvPr/>
          </p:nvSpPr>
          <p:spPr bwMode="auto">
            <a:xfrm>
              <a:off x="8428847" y="1080668"/>
              <a:ext cx="399743" cy="491851"/>
            </a:xfrm>
            <a:custGeom>
              <a:avLst/>
              <a:gdLst>
                <a:gd name="T0" fmla="*/ 0 w 56"/>
                <a:gd name="T1" fmla="*/ 8 h 69"/>
                <a:gd name="T2" fmla="*/ 12 w 56"/>
                <a:gd name="T3" fmla="*/ 69 h 69"/>
                <a:gd name="T4" fmla="*/ 56 w 56"/>
                <a:gd name="T5" fmla="*/ 63 h 69"/>
                <a:gd name="T6" fmla="*/ 56 w 56"/>
                <a:gd name="T7" fmla="*/ 0 h 69"/>
                <a:gd name="T8" fmla="*/ 0 w 56"/>
                <a:gd name="T9" fmla="*/ 8 h 69"/>
              </a:gdLst>
              <a:ahLst/>
              <a:cxnLst>
                <a:cxn ang="0">
                  <a:pos x="T0" y="T1"/>
                </a:cxn>
                <a:cxn ang="0">
                  <a:pos x="T2" y="T3"/>
                </a:cxn>
                <a:cxn ang="0">
                  <a:pos x="T4" y="T5"/>
                </a:cxn>
                <a:cxn ang="0">
                  <a:pos x="T6" y="T7"/>
                </a:cxn>
                <a:cxn ang="0">
                  <a:pos x="T8" y="T9"/>
                </a:cxn>
              </a:cxnLst>
              <a:rect l="0" t="0" r="r" b="b"/>
              <a:pathLst>
                <a:path w="56" h="69">
                  <a:moveTo>
                    <a:pt x="0" y="8"/>
                  </a:moveTo>
                  <a:cubicBezTo>
                    <a:pt x="12" y="69"/>
                    <a:pt x="12" y="69"/>
                    <a:pt x="12" y="69"/>
                  </a:cubicBezTo>
                  <a:cubicBezTo>
                    <a:pt x="26" y="66"/>
                    <a:pt x="41" y="64"/>
                    <a:pt x="56" y="63"/>
                  </a:cubicBezTo>
                  <a:cubicBezTo>
                    <a:pt x="56" y="0"/>
                    <a:pt x="56" y="0"/>
                    <a:pt x="56" y="0"/>
                  </a:cubicBezTo>
                  <a:cubicBezTo>
                    <a:pt x="37" y="1"/>
                    <a:pt x="18" y="4"/>
                    <a:pt x="0" y="8"/>
                  </a:cubicBezTo>
                  <a:close/>
                </a:path>
              </a:pathLst>
            </a:custGeom>
            <a:solidFill>
              <a:srgbClr val="C9C9C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 name="Freeform 7"/>
            <p:cNvSpPr>
              <a:spLocks/>
            </p:cNvSpPr>
            <p:nvPr/>
          </p:nvSpPr>
          <p:spPr bwMode="auto">
            <a:xfrm>
              <a:off x="7067509" y="5371001"/>
              <a:ext cx="548956" cy="578430"/>
            </a:xfrm>
            <a:custGeom>
              <a:avLst/>
              <a:gdLst>
                <a:gd name="T0" fmla="*/ 77 w 77"/>
                <a:gd name="T1" fmla="*/ 29 h 81"/>
                <a:gd name="T2" fmla="*/ 44 w 77"/>
                <a:gd name="T3" fmla="*/ 0 h 81"/>
                <a:gd name="T4" fmla="*/ 0 w 77"/>
                <a:gd name="T5" fmla="*/ 45 h 81"/>
                <a:gd name="T6" fmla="*/ 42 w 77"/>
                <a:gd name="T7" fmla="*/ 81 h 81"/>
                <a:gd name="T8" fmla="*/ 77 w 77"/>
                <a:gd name="T9" fmla="*/ 29 h 81"/>
              </a:gdLst>
              <a:ahLst/>
              <a:cxnLst>
                <a:cxn ang="0">
                  <a:pos x="T0" y="T1"/>
                </a:cxn>
                <a:cxn ang="0">
                  <a:pos x="T2" y="T3"/>
                </a:cxn>
                <a:cxn ang="0">
                  <a:pos x="T4" y="T5"/>
                </a:cxn>
                <a:cxn ang="0">
                  <a:pos x="T6" y="T7"/>
                </a:cxn>
                <a:cxn ang="0">
                  <a:pos x="T8" y="T9"/>
                </a:cxn>
              </a:cxnLst>
              <a:rect l="0" t="0" r="r" b="b"/>
              <a:pathLst>
                <a:path w="77" h="81">
                  <a:moveTo>
                    <a:pt x="77" y="29"/>
                  </a:moveTo>
                  <a:cubicBezTo>
                    <a:pt x="65" y="20"/>
                    <a:pt x="54" y="11"/>
                    <a:pt x="44" y="0"/>
                  </a:cubicBezTo>
                  <a:cubicBezTo>
                    <a:pt x="0" y="45"/>
                    <a:pt x="0" y="45"/>
                    <a:pt x="0" y="45"/>
                  </a:cubicBezTo>
                  <a:cubicBezTo>
                    <a:pt x="13" y="58"/>
                    <a:pt x="27" y="70"/>
                    <a:pt x="42" y="81"/>
                  </a:cubicBezTo>
                  <a:lnTo>
                    <a:pt x="77" y="29"/>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 name="Freeform 8"/>
            <p:cNvSpPr>
              <a:spLocks/>
            </p:cNvSpPr>
            <p:nvPr/>
          </p:nvSpPr>
          <p:spPr bwMode="auto">
            <a:xfrm>
              <a:off x="6334340" y="4260193"/>
              <a:ext cx="526851" cy="462376"/>
            </a:xfrm>
            <a:custGeom>
              <a:avLst/>
              <a:gdLst>
                <a:gd name="T0" fmla="*/ 74 w 74"/>
                <a:gd name="T1" fmla="*/ 41 h 65"/>
                <a:gd name="T2" fmla="*/ 62 w 74"/>
                <a:gd name="T3" fmla="*/ 0 h 65"/>
                <a:gd name="T4" fmla="*/ 0 w 74"/>
                <a:gd name="T5" fmla="*/ 13 h 65"/>
                <a:gd name="T6" fmla="*/ 16 w 74"/>
                <a:gd name="T7" fmla="*/ 65 h 65"/>
                <a:gd name="T8" fmla="*/ 74 w 74"/>
                <a:gd name="T9" fmla="*/ 41 h 65"/>
              </a:gdLst>
              <a:ahLst/>
              <a:cxnLst>
                <a:cxn ang="0">
                  <a:pos x="T0" y="T1"/>
                </a:cxn>
                <a:cxn ang="0">
                  <a:pos x="T2" y="T3"/>
                </a:cxn>
                <a:cxn ang="0">
                  <a:pos x="T4" y="T5"/>
                </a:cxn>
                <a:cxn ang="0">
                  <a:pos x="T6" y="T7"/>
                </a:cxn>
                <a:cxn ang="0">
                  <a:pos x="T8" y="T9"/>
                </a:cxn>
              </a:cxnLst>
              <a:rect l="0" t="0" r="r" b="b"/>
              <a:pathLst>
                <a:path w="74" h="65">
                  <a:moveTo>
                    <a:pt x="74" y="41"/>
                  </a:moveTo>
                  <a:cubicBezTo>
                    <a:pt x="69" y="28"/>
                    <a:pt x="65" y="14"/>
                    <a:pt x="62" y="0"/>
                  </a:cubicBezTo>
                  <a:cubicBezTo>
                    <a:pt x="0" y="13"/>
                    <a:pt x="0" y="13"/>
                    <a:pt x="0" y="13"/>
                  </a:cubicBezTo>
                  <a:cubicBezTo>
                    <a:pt x="4" y="31"/>
                    <a:pt x="9" y="48"/>
                    <a:pt x="16" y="65"/>
                  </a:cubicBezTo>
                  <a:lnTo>
                    <a:pt x="74" y="41"/>
                  </a:lnTo>
                  <a:close/>
                </a:path>
              </a:pathLst>
            </a:custGeom>
            <a:solidFill>
              <a:srgbClr val="C9C9C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 name="Freeform 9"/>
            <p:cNvSpPr>
              <a:spLocks/>
            </p:cNvSpPr>
            <p:nvPr/>
          </p:nvSpPr>
          <p:spPr bwMode="auto">
            <a:xfrm>
              <a:off x="6277234" y="3838344"/>
              <a:ext cx="477112" cy="392375"/>
            </a:xfrm>
            <a:custGeom>
              <a:avLst/>
              <a:gdLst>
                <a:gd name="T0" fmla="*/ 67 w 67"/>
                <a:gd name="T1" fmla="*/ 42 h 55"/>
                <a:gd name="T2" fmla="*/ 63 w 67"/>
                <a:gd name="T3" fmla="*/ 0 h 55"/>
                <a:gd name="T4" fmla="*/ 0 w 67"/>
                <a:gd name="T5" fmla="*/ 0 h 55"/>
                <a:gd name="T6" fmla="*/ 5 w 67"/>
                <a:gd name="T7" fmla="*/ 55 h 55"/>
                <a:gd name="T8" fmla="*/ 67 w 67"/>
                <a:gd name="T9" fmla="*/ 42 h 55"/>
              </a:gdLst>
              <a:ahLst/>
              <a:cxnLst>
                <a:cxn ang="0">
                  <a:pos x="T0" y="T1"/>
                </a:cxn>
                <a:cxn ang="0">
                  <a:pos x="T2" y="T3"/>
                </a:cxn>
                <a:cxn ang="0">
                  <a:pos x="T4" y="T5"/>
                </a:cxn>
                <a:cxn ang="0">
                  <a:pos x="T6" y="T7"/>
                </a:cxn>
                <a:cxn ang="0">
                  <a:pos x="T8" y="T9"/>
                </a:cxn>
              </a:cxnLst>
              <a:rect l="0" t="0" r="r" b="b"/>
              <a:pathLst>
                <a:path w="67" h="55">
                  <a:moveTo>
                    <a:pt x="67" y="42"/>
                  </a:moveTo>
                  <a:cubicBezTo>
                    <a:pt x="64" y="29"/>
                    <a:pt x="63" y="15"/>
                    <a:pt x="63" y="0"/>
                  </a:cubicBezTo>
                  <a:cubicBezTo>
                    <a:pt x="0" y="0"/>
                    <a:pt x="0" y="0"/>
                    <a:pt x="0" y="0"/>
                  </a:cubicBezTo>
                  <a:cubicBezTo>
                    <a:pt x="0" y="19"/>
                    <a:pt x="2" y="37"/>
                    <a:pt x="5" y="55"/>
                  </a:cubicBezTo>
                  <a:lnTo>
                    <a:pt x="67" y="42"/>
                  </a:lnTo>
                  <a:close/>
                </a:path>
              </a:pathLst>
            </a:custGeom>
            <a:solidFill>
              <a:srgbClr val="C9C9C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 name="Freeform 10"/>
            <p:cNvSpPr>
              <a:spLocks/>
            </p:cNvSpPr>
            <p:nvPr/>
          </p:nvSpPr>
          <p:spPr bwMode="auto">
            <a:xfrm>
              <a:off x="8428847" y="5984431"/>
              <a:ext cx="399743" cy="491851"/>
            </a:xfrm>
            <a:custGeom>
              <a:avLst/>
              <a:gdLst>
                <a:gd name="T0" fmla="*/ 56 w 56"/>
                <a:gd name="T1" fmla="*/ 6 h 69"/>
                <a:gd name="T2" fmla="*/ 12 w 56"/>
                <a:gd name="T3" fmla="*/ 0 h 69"/>
                <a:gd name="T4" fmla="*/ 0 w 56"/>
                <a:gd name="T5" fmla="*/ 62 h 69"/>
                <a:gd name="T6" fmla="*/ 56 w 56"/>
                <a:gd name="T7" fmla="*/ 69 h 69"/>
                <a:gd name="T8" fmla="*/ 56 w 56"/>
                <a:gd name="T9" fmla="*/ 6 h 69"/>
              </a:gdLst>
              <a:ahLst/>
              <a:cxnLst>
                <a:cxn ang="0">
                  <a:pos x="T0" y="T1"/>
                </a:cxn>
                <a:cxn ang="0">
                  <a:pos x="T2" y="T3"/>
                </a:cxn>
                <a:cxn ang="0">
                  <a:pos x="T4" y="T5"/>
                </a:cxn>
                <a:cxn ang="0">
                  <a:pos x="T6" y="T7"/>
                </a:cxn>
                <a:cxn ang="0">
                  <a:pos x="T8" y="T9"/>
                </a:cxn>
              </a:cxnLst>
              <a:rect l="0" t="0" r="r" b="b"/>
              <a:pathLst>
                <a:path w="56" h="69">
                  <a:moveTo>
                    <a:pt x="56" y="6"/>
                  </a:moveTo>
                  <a:cubicBezTo>
                    <a:pt x="41" y="5"/>
                    <a:pt x="26" y="3"/>
                    <a:pt x="12" y="0"/>
                  </a:cubicBezTo>
                  <a:cubicBezTo>
                    <a:pt x="0" y="62"/>
                    <a:pt x="0" y="62"/>
                    <a:pt x="0" y="62"/>
                  </a:cubicBezTo>
                  <a:cubicBezTo>
                    <a:pt x="18" y="65"/>
                    <a:pt x="37" y="68"/>
                    <a:pt x="56" y="69"/>
                  </a:cubicBezTo>
                  <a:lnTo>
                    <a:pt x="56" y="6"/>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 name="Freeform 11"/>
            <p:cNvSpPr>
              <a:spLocks/>
            </p:cNvSpPr>
            <p:nvPr/>
          </p:nvSpPr>
          <p:spPr bwMode="auto">
            <a:xfrm>
              <a:off x="7467253" y="5649162"/>
              <a:ext cx="521324" cy="571062"/>
            </a:xfrm>
            <a:custGeom>
              <a:avLst/>
              <a:gdLst>
                <a:gd name="T0" fmla="*/ 73 w 73"/>
                <a:gd name="T1" fmla="*/ 22 h 80"/>
                <a:gd name="T2" fmla="*/ 35 w 73"/>
                <a:gd name="T3" fmla="*/ 0 h 80"/>
                <a:gd name="T4" fmla="*/ 0 w 73"/>
                <a:gd name="T5" fmla="*/ 52 h 80"/>
                <a:gd name="T6" fmla="*/ 49 w 73"/>
                <a:gd name="T7" fmla="*/ 80 h 80"/>
                <a:gd name="T8" fmla="*/ 73 w 73"/>
                <a:gd name="T9" fmla="*/ 22 h 80"/>
              </a:gdLst>
              <a:ahLst/>
              <a:cxnLst>
                <a:cxn ang="0">
                  <a:pos x="T0" y="T1"/>
                </a:cxn>
                <a:cxn ang="0">
                  <a:pos x="T2" y="T3"/>
                </a:cxn>
                <a:cxn ang="0">
                  <a:pos x="T4" y="T5"/>
                </a:cxn>
                <a:cxn ang="0">
                  <a:pos x="T6" y="T7"/>
                </a:cxn>
                <a:cxn ang="0">
                  <a:pos x="T8" y="T9"/>
                </a:cxn>
              </a:cxnLst>
              <a:rect l="0" t="0" r="r" b="b"/>
              <a:pathLst>
                <a:path w="73" h="80">
                  <a:moveTo>
                    <a:pt x="73" y="22"/>
                  </a:moveTo>
                  <a:cubicBezTo>
                    <a:pt x="60" y="15"/>
                    <a:pt x="47" y="8"/>
                    <a:pt x="35" y="0"/>
                  </a:cubicBezTo>
                  <a:cubicBezTo>
                    <a:pt x="0" y="52"/>
                    <a:pt x="0" y="52"/>
                    <a:pt x="0" y="52"/>
                  </a:cubicBezTo>
                  <a:cubicBezTo>
                    <a:pt x="16" y="62"/>
                    <a:pt x="32" y="72"/>
                    <a:pt x="49" y="80"/>
                  </a:cubicBezTo>
                  <a:lnTo>
                    <a:pt x="73" y="22"/>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 name="Freeform 12"/>
            <p:cNvSpPr>
              <a:spLocks/>
            </p:cNvSpPr>
            <p:nvPr/>
          </p:nvSpPr>
          <p:spPr bwMode="auto">
            <a:xfrm>
              <a:off x="7924102" y="5855481"/>
              <a:ext cx="469744" cy="543430"/>
            </a:xfrm>
            <a:custGeom>
              <a:avLst/>
              <a:gdLst>
                <a:gd name="T0" fmla="*/ 66 w 66"/>
                <a:gd name="T1" fmla="*/ 14 h 76"/>
                <a:gd name="T2" fmla="*/ 24 w 66"/>
                <a:gd name="T3" fmla="*/ 0 h 76"/>
                <a:gd name="T4" fmla="*/ 0 w 66"/>
                <a:gd name="T5" fmla="*/ 58 h 76"/>
                <a:gd name="T6" fmla="*/ 54 w 66"/>
                <a:gd name="T7" fmla="*/ 76 h 76"/>
                <a:gd name="T8" fmla="*/ 66 w 66"/>
                <a:gd name="T9" fmla="*/ 14 h 76"/>
              </a:gdLst>
              <a:ahLst/>
              <a:cxnLst>
                <a:cxn ang="0">
                  <a:pos x="T0" y="T1"/>
                </a:cxn>
                <a:cxn ang="0">
                  <a:pos x="T2" y="T3"/>
                </a:cxn>
                <a:cxn ang="0">
                  <a:pos x="T4" y="T5"/>
                </a:cxn>
                <a:cxn ang="0">
                  <a:pos x="T6" y="T7"/>
                </a:cxn>
                <a:cxn ang="0">
                  <a:pos x="T8" y="T9"/>
                </a:cxn>
              </a:cxnLst>
              <a:rect l="0" t="0" r="r" b="b"/>
              <a:pathLst>
                <a:path w="66" h="76">
                  <a:moveTo>
                    <a:pt x="66" y="14"/>
                  </a:moveTo>
                  <a:cubicBezTo>
                    <a:pt x="52" y="10"/>
                    <a:pt x="38" y="6"/>
                    <a:pt x="24" y="0"/>
                  </a:cubicBezTo>
                  <a:cubicBezTo>
                    <a:pt x="0" y="58"/>
                    <a:pt x="0" y="58"/>
                    <a:pt x="0" y="58"/>
                  </a:cubicBezTo>
                  <a:cubicBezTo>
                    <a:pt x="18" y="65"/>
                    <a:pt x="35" y="71"/>
                    <a:pt x="54" y="76"/>
                  </a:cubicBezTo>
                  <a:lnTo>
                    <a:pt x="66" y="14"/>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 name="Freeform 13"/>
            <p:cNvSpPr>
              <a:spLocks/>
            </p:cNvSpPr>
            <p:nvPr/>
          </p:nvSpPr>
          <p:spPr bwMode="auto">
            <a:xfrm>
              <a:off x="6490922" y="4665462"/>
              <a:ext cx="556325" cy="521325"/>
            </a:xfrm>
            <a:custGeom>
              <a:avLst/>
              <a:gdLst>
                <a:gd name="T0" fmla="*/ 78 w 78"/>
                <a:gd name="T1" fmla="*/ 38 h 73"/>
                <a:gd name="T2" fmla="*/ 58 w 78"/>
                <a:gd name="T3" fmla="*/ 0 h 73"/>
                <a:gd name="T4" fmla="*/ 0 w 78"/>
                <a:gd name="T5" fmla="*/ 24 h 73"/>
                <a:gd name="T6" fmla="*/ 25 w 78"/>
                <a:gd name="T7" fmla="*/ 73 h 73"/>
                <a:gd name="T8" fmla="*/ 78 w 78"/>
                <a:gd name="T9" fmla="*/ 38 h 73"/>
              </a:gdLst>
              <a:ahLst/>
              <a:cxnLst>
                <a:cxn ang="0">
                  <a:pos x="T0" y="T1"/>
                </a:cxn>
                <a:cxn ang="0">
                  <a:pos x="T2" y="T3"/>
                </a:cxn>
                <a:cxn ang="0">
                  <a:pos x="T4" y="T5"/>
                </a:cxn>
                <a:cxn ang="0">
                  <a:pos x="T6" y="T7"/>
                </a:cxn>
                <a:cxn ang="0">
                  <a:pos x="T8" y="T9"/>
                </a:cxn>
              </a:cxnLst>
              <a:rect l="0" t="0" r="r" b="b"/>
              <a:pathLst>
                <a:path w="78" h="73">
                  <a:moveTo>
                    <a:pt x="78" y="38"/>
                  </a:moveTo>
                  <a:cubicBezTo>
                    <a:pt x="70" y="26"/>
                    <a:pt x="64" y="13"/>
                    <a:pt x="58" y="0"/>
                  </a:cubicBezTo>
                  <a:cubicBezTo>
                    <a:pt x="0" y="24"/>
                    <a:pt x="0" y="24"/>
                    <a:pt x="0" y="24"/>
                  </a:cubicBezTo>
                  <a:cubicBezTo>
                    <a:pt x="7" y="41"/>
                    <a:pt x="16" y="58"/>
                    <a:pt x="25" y="73"/>
                  </a:cubicBezTo>
                  <a:lnTo>
                    <a:pt x="78" y="38"/>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 name="Freeform 14"/>
            <p:cNvSpPr>
              <a:spLocks/>
            </p:cNvSpPr>
            <p:nvPr/>
          </p:nvSpPr>
          <p:spPr bwMode="auto">
            <a:xfrm>
              <a:off x="7467253" y="1336725"/>
              <a:ext cx="521324" cy="571062"/>
            </a:xfrm>
            <a:custGeom>
              <a:avLst/>
              <a:gdLst>
                <a:gd name="T0" fmla="*/ 35 w 73"/>
                <a:gd name="T1" fmla="*/ 80 h 80"/>
                <a:gd name="T2" fmla="*/ 73 w 73"/>
                <a:gd name="T3" fmla="*/ 58 h 80"/>
                <a:gd name="T4" fmla="*/ 49 w 73"/>
                <a:gd name="T5" fmla="*/ 0 h 80"/>
                <a:gd name="T6" fmla="*/ 0 w 73"/>
                <a:gd name="T7" fmla="*/ 28 h 80"/>
                <a:gd name="T8" fmla="*/ 35 w 73"/>
                <a:gd name="T9" fmla="*/ 80 h 80"/>
              </a:gdLst>
              <a:ahLst/>
              <a:cxnLst>
                <a:cxn ang="0">
                  <a:pos x="T0" y="T1"/>
                </a:cxn>
                <a:cxn ang="0">
                  <a:pos x="T2" y="T3"/>
                </a:cxn>
                <a:cxn ang="0">
                  <a:pos x="T4" y="T5"/>
                </a:cxn>
                <a:cxn ang="0">
                  <a:pos x="T6" y="T7"/>
                </a:cxn>
                <a:cxn ang="0">
                  <a:pos x="T8" y="T9"/>
                </a:cxn>
              </a:cxnLst>
              <a:rect l="0" t="0" r="r" b="b"/>
              <a:pathLst>
                <a:path w="73" h="80">
                  <a:moveTo>
                    <a:pt x="35" y="80"/>
                  </a:moveTo>
                  <a:cubicBezTo>
                    <a:pt x="47" y="72"/>
                    <a:pt x="60" y="65"/>
                    <a:pt x="73" y="58"/>
                  </a:cubicBezTo>
                  <a:cubicBezTo>
                    <a:pt x="49" y="0"/>
                    <a:pt x="49" y="0"/>
                    <a:pt x="49" y="0"/>
                  </a:cubicBezTo>
                  <a:cubicBezTo>
                    <a:pt x="32" y="9"/>
                    <a:pt x="16" y="18"/>
                    <a:pt x="0" y="28"/>
                  </a:cubicBezTo>
                  <a:lnTo>
                    <a:pt x="35" y="80"/>
                  </a:lnTo>
                  <a:close/>
                </a:path>
              </a:pathLst>
            </a:custGeom>
            <a:solidFill>
              <a:srgbClr val="C9C9C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 name="Freeform 15"/>
            <p:cNvSpPr>
              <a:spLocks/>
            </p:cNvSpPr>
            <p:nvPr/>
          </p:nvSpPr>
          <p:spPr bwMode="auto">
            <a:xfrm>
              <a:off x="6277234" y="3326231"/>
              <a:ext cx="477112" cy="392375"/>
            </a:xfrm>
            <a:custGeom>
              <a:avLst/>
              <a:gdLst>
                <a:gd name="T0" fmla="*/ 63 w 67"/>
                <a:gd name="T1" fmla="*/ 55 h 55"/>
                <a:gd name="T2" fmla="*/ 67 w 67"/>
                <a:gd name="T3" fmla="*/ 13 h 55"/>
                <a:gd name="T4" fmla="*/ 5 w 67"/>
                <a:gd name="T5" fmla="*/ 0 h 55"/>
                <a:gd name="T6" fmla="*/ 0 w 67"/>
                <a:gd name="T7" fmla="*/ 55 h 55"/>
                <a:gd name="T8" fmla="*/ 63 w 67"/>
                <a:gd name="T9" fmla="*/ 55 h 55"/>
              </a:gdLst>
              <a:ahLst/>
              <a:cxnLst>
                <a:cxn ang="0">
                  <a:pos x="T0" y="T1"/>
                </a:cxn>
                <a:cxn ang="0">
                  <a:pos x="T2" y="T3"/>
                </a:cxn>
                <a:cxn ang="0">
                  <a:pos x="T4" y="T5"/>
                </a:cxn>
                <a:cxn ang="0">
                  <a:pos x="T6" y="T7"/>
                </a:cxn>
                <a:cxn ang="0">
                  <a:pos x="T8" y="T9"/>
                </a:cxn>
              </a:cxnLst>
              <a:rect l="0" t="0" r="r" b="b"/>
              <a:pathLst>
                <a:path w="67" h="55">
                  <a:moveTo>
                    <a:pt x="63" y="55"/>
                  </a:moveTo>
                  <a:cubicBezTo>
                    <a:pt x="63" y="41"/>
                    <a:pt x="64" y="26"/>
                    <a:pt x="67" y="13"/>
                  </a:cubicBezTo>
                  <a:cubicBezTo>
                    <a:pt x="5" y="0"/>
                    <a:pt x="5" y="0"/>
                    <a:pt x="5" y="0"/>
                  </a:cubicBezTo>
                  <a:cubicBezTo>
                    <a:pt x="2" y="18"/>
                    <a:pt x="0" y="36"/>
                    <a:pt x="0" y="55"/>
                  </a:cubicBezTo>
                  <a:lnTo>
                    <a:pt x="63" y="55"/>
                  </a:lnTo>
                  <a:close/>
                </a:path>
              </a:pathLst>
            </a:custGeom>
            <a:solidFill>
              <a:srgbClr val="C9C9C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 name="Freeform 16"/>
            <p:cNvSpPr>
              <a:spLocks/>
            </p:cNvSpPr>
            <p:nvPr/>
          </p:nvSpPr>
          <p:spPr bwMode="auto">
            <a:xfrm>
              <a:off x="7067509" y="1607519"/>
              <a:ext cx="548956" cy="578430"/>
            </a:xfrm>
            <a:custGeom>
              <a:avLst/>
              <a:gdLst>
                <a:gd name="T0" fmla="*/ 44 w 77"/>
                <a:gd name="T1" fmla="*/ 81 h 81"/>
                <a:gd name="T2" fmla="*/ 77 w 77"/>
                <a:gd name="T3" fmla="*/ 52 h 81"/>
                <a:gd name="T4" fmla="*/ 42 w 77"/>
                <a:gd name="T5" fmla="*/ 0 h 81"/>
                <a:gd name="T6" fmla="*/ 0 w 77"/>
                <a:gd name="T7" fmla="*/ 37 h 81"/>
                <a:gd name="T8" fmla="*/ 44 w 77"/>
                <a:gd name="T9" fmla="*/ 81 h 81"/>
              </a:gdLst>
              <a:ahLst/>
              <a:cxnLst>
                <a:cxn ang="0">
                  <a:pos x="T0" y="T1"/>
                </a:cxn>
                <a:cxn ang="0">
                  <a:pos x="T2" y="T3"/>
                </a:cxn>
                <a:cxn ang="0">
                  <a:pos x="T4" y="T5"/>
                </a:cxn>
                <a:cxn ang="0">
                  <a:pos x="T6" y="T7"/>
                </a:cxn>
                <a:cxn ang="0">
                  <a:pos x="T8" y="T9"/>
                </a:cxn>
              </a:cxnLst>
              <a:rect l="0" t="0" r="r" b="b"/>
              <a:pathLst>
                <a:path w="77" h="81">
                  <a:moveTo>
                    <a:pt x="44" y="81"/>
                  </a:moveTo>
                  <a:cubicBezTo>
                    <a:pt x="54" y="71"/>
                    <a:pt x="65" y="61"/>
                    <a:pt x="77" y="52"/>
                  </a:cubicBezTo>
                  <a:cubicBezTo>
                    <a:pt x="42" y="0"/>
                    <a:pt x="42" y="0"/>
                    <a:pt x="42" y="0"/>
                  </a:cubicBezTo>
                  <a:cubicBezTo>
                    <a:pt x="27" y="11"/>
                    <a:pt x="13" y="23"/>
                    <a:pt x="0" y="37"/>
                  </a:cubicBezTo>
                  <a:lnTo>
                    <a:pt x="44" y="81"/>
                  </a:lnTo>
                  <a:close/>
                </a:path>
              </a:pathLst>
            </a:custGeom>
            <a:solidFill>
              <a:srgbClr val="C9C9C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 name="Freeform 17"/>
            <p:cNvSpPr>
              <a:spLocks/>
            </p:cNvSpPr>
            <p:nvPr/>
          </p:nvSpPr>
          <p:spPr bwMode="auto">
            <a:xfrm>
              <a:off x="7931471" y="1159880"/>
              <a:ext cx="462375" cy="541588"/>
            </a:xfrm>
            <a:custGeom>
              <a:avLst/>
              <a:gdLst>
                <a:gd name="T0" fmla="*/ 0 w 65"/>
                <a:gd name="T1" fmla="*/ 18 h 76"/>
                <a:gd name="T2" fmla="*/ 24 w 65"/>
                <a:gd name="T3" fmla="*/ 76 h 76"/>
                <a:gd name="T4" fmla="*/ 65 w 65"/>
                <a:gd name="T5" fmla="*/ 62 h 76"/>
                <a:gd name="T6" fmla="*/ 53 w 65"/>
                <a:gd name="T7" fmla="*/ 0 h 76"/>
                <a:gd name="T8" fmla="*/ 0 w 65"/>
                <a:gd name="T9" fmla="*/ 18 h 76"/>
              </a:gdLst>
              <a:ahLst/>
              <a:cxnLst>
                <a:cxn ang="0">
                  <a:pos x="T0" y="T1"/>
                </a:cxn>
                <a:cxn ang="0">
                  <a:pos x="T2" y="T3"/>
                </a:cxn>
                <a:cxn ang="0">
                  <a:pos x="T4" y="T5"/>
                </a:cxn>
                <a:cxn ang="0">
                  <a:pos x="T6" y="T7"/>
                </a:cxn>
                <a:cxn ang="0">
                  <a:pos x="T8" y="T9"/>
                </a:cxn>
              </a:cxnLst>
              <a:rect l="0" t="0" r="r" b="b"/>
              <a:pathLst>
                <a:path w="65" h="76">
                  <a:moveTo>
                    <a:pt x="0" y="18"/>
                  </a:moveTo>
                  <a:cubicBezTo>
                    <a:pt x="24" y="76"/>
                    <a:pt x="24" y="76"/>
                    <a:pt x="24" y="76"/>
                  </a:cubicBezTo>
                  <a:cubicBezTo>
                    <a:pt x="37" y="71"/>
                    <a:pt x="51" y="66"/>
                    <a:pt x="65" y="62"/>
                  </a:cubicBezTo>
                  <a:cubicBezTo>
                    <a:pt x="53" y="0"/>
                    <a:pt x="53" y="0"/>
                    <a:pt x="53" y="0"/>
                  </a:cubicBezTo>
                  <a:cubicBezTo>
                    <a:pt x="35" y="5"/>
                    <a:pt x="17" y="11"/>
                    <a:pt x="0" y="18"/>
                  </a:cubicBezTo>
                  <a:close/>
                </a:path>
              </a:pathLst>
            </a:custGeom>
            <a:solidFill>
              <a:srgbClr val="C9C9C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 name="Freeform 18"/>
            <p:cNvSpPr>
              <a:spLocks/>
            </p:cNvSpPr>
            <p:nvPr/>
          </p:nvSpPr>
          <p:spPr bwMode="auto">
            <a:xfrm>
              <a:off x="6334340" y="2834380"/>
              <a:ext cx="526851" cy="462376"/>
            </a:xfrm>
            <a:custGeom>
              <a:avLst/>
              <a:gdLst>
                <a:gd name="T0" fmla="*/ 62 w 74"/>
                <a:gd name="T1" fmla="*/ 65 h 65"/>
                <a:gd name="T2" fmla="*/ 74 w 74"/>
                <a:gd name="T3" fmla="*/ 24 h 65"/>
                <a:gd name="T4" fmla="*/ 16 w 74"/>
                <a:gd name="T5" fmla="*/ 0 h 65"/>
                <a:gd name="T6" fmla="*/ 0 w 74"/>
                <a:gd name="T7" fmla="*/ 52 h 65"/>
                <a:gd name="T8" fmla="*/ 62 w 74"/>
                <a:gd name="T9" fmla="*/ 65 h 65"/>
              </a:gdLst>
              <a:ahLst/>
              <a:cxnLst>
                <a:cxn ang="0">
                  <a:pos x="T0" y="T1"/>
                </a:cxn>
                <a:cxn ang="0">
                  <a:pos x="T2" y="T3"/>
                </a:cxn>
                <a:cxn ang="0">
                  <a:pos x="T4" y="T5"/>
                </a:cxn>
                <a:cxn ang="0">
                  <a:pos x="T6" y="T7"/>
                </a:cxn>
                <a:cxn ang="0">
                  <a:pos x="T8" y="T9"/>
                </a:cxn>
              </a:cxnLst>
              <a:rect l="0" t="0" r="r" b="b"/>
              <a:pathLst>
                <a:path w="74" h="65">
                  <a:moveTo>
                    <a:pt x="62" y="65"/>
                  </a:moveTo>
                  <a:cubicBezTo>
                    <a:pt x="65" y="51"/>
                    <a:pt x="69" y="37"/>
                    <a:pt x="74" y="24"/>
                  </a:cubicBezTo>
                  <a:cubicBezTo>
                    <a:pt x="16" y="0"/>
                    <a:pt x="16" y="0"/>
                    <a:pt x="16" y="0"/>
                  </a:cubicBezTo>
                  <a:cubicBezTo>
                    <a:pt x="9" y="17"/>
                    <a:pt x="4" y="34"/>
                    <a:pt x="0" y="52"/>
                  </a:cubicBezTo>
                  <a:lnTo>
                    <a:pt x="62" y="65"/>
                  </a:lnTo>
                  <a:close/>
                </a:path>
              </a:pathLst>
            </a:custGeom>
            <a:solidFill>
              <a:srgbClr val="C9C9C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 name="Freeform 19"/>
            <p:cNvSpPr>
              <a:spLocks/>
            </p:cNvSpPr>
            <p:nvPr/>
          </p:nvSpPr>
          <p:spPr bwMode="auto">
            <a:xfrm>
              <a:off x="6490922" y="2370162"/>
              <a:ext cx="556325" cy="521325"/>
            </a:xfrm>
            <a:custGeom>
              <a:avLst/>
              <a:gdLst>
                <a:gd name="T0" fmla="*/ 58 w 78"/>
                <a:gd name="T1" fmla="*/ 73 h 73"/>
                <a:gd name="T2" fmla="*/ 78 w 78"/>
                <a:gd name="T3" fmla="*/ 35 h 73"/>
                <a:gd name="T4" fmla="*/ 25 w 78"/>
                <a:gd name="T5" fmla="*/ 0 h 73"/>
                <a:gd name="T6" fmla="*/ 0 w 78"/>
                <a:gd name="T7" fmla="*/ 49 h 73"/>
                <a:gd name="T8" fmla="*/ 58 w 78"/>
                <a:gd name="T9" fmla="*/ 73 h 73"/>
              </a:gdLst>
              <a:ahLst/>
              <a:cxnLst>
                <a:cxn ang="0">
                  <a:pos x="T0" y="T1"/>
                </a:cxn>
                <a:cxn ang="0">
                  <a:pos x="T2" y="T3"/>
                </a:cxn>
                <a:cxn ang="0">
                  <a:pos x="T4" y="T5"/>
                </a:cxn>
                <a:cxn ang="0">
                  <a:pos x="T6" y="T7"/>
                </a:cxn>
                <a:cxn ang="0">
                  <a:pos x="T8" y="T9"/>
                </a:cxn>
              </a:cxnLst>
              <a:rect l="0" t="0" r="r" b="b"/>
              <a:pathLst>
                <a:path w="78" h="73">
                  <a:moveTo>
                    <a:pt x="58" y="73"/>
                  </a:moveTo>
                  <a:cubicBezTo>
                    <a:pt x="64" y="60"/>
                    <a:pt x="70" y="47"/>
                    <a:pt x="78" y="35"/>
                  </a:cubicBezTo>
                  <a:cubicBezTo>
                    <a:pt x="25" y="0"/>
                    <a:pt x="25" y="0"/>
                    <a:pt x="25" y="0"/>
                  </a:cubicBezTo>
                  <a:cubicBezTo>
                    <a:pt x="16" y="15"/>
                    <a:pt x="7" y="32"/>
                    <a:pt x="0" y="49"/>
                  </a:cubicBezTo>
                  <a:lnTo>
                    <a:pt x="58" y="73"/>
                  </a:lnTo>
                  <a:close/>
                </a:path>
              </a:pathLst>
            </a:custGeom>
            <a:solidFill>
              <a:srgbClr val="C9C9C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 name="Freeform 20"/>
            <p:cNvSpPr>
              <a:spLocks/>
            </p:cNvSpPr>
            <p:nvPr/>
          </p:nvSpPr>
          <p:spPr bwMode="auto">
            <a:xfrm>
              <a:off x="6739609" y="1957524"/>
              <a:ext cx="556325" cy="556325"/>
            </a:xfrm>
            <a:custGeom>
              <a:avLst/>
              <a:gdLst>
                <a:gd name="T0" fmla="*/ 52 w 78"/>
                <a:gd name="T1" fmla="*/ 78 h 78"/>
                <a:gd name="T2" fmla="*/ 78 w 78"/>
                <a:gd name="T3" fmla="*/ 44 h 78"/>
                <a:gd name="T4" fmla="*/ 34 w 78"/>
                <a:gd name="T5" fmla="*/ 0 h 78"/>
                <a:gd name="T6" fmla="*/ 0 w 78"/>
                <a:gd name="T7" fmla="*/ 43 h 78"/>
                <a:gd name="T8" fmla="*/ 52 w 78"/>
                <a:gd name="T9" fmla="*/ 78 h 78"/>
              </a:gdLst>
              <a:ahLst/>
              <a:cxnLst>
                <a:cxn ang="0">
                  <a:pos x="T0" y="T1"/>
                </a:cxn>
                <a:cxn ang="0">
                  <a:pos x="T2" y="T3"/>
                </a:cxn>
                <a:cxn ang="0">
                  <a:pos x="T4" y="T5"/>
                </a:cxn>
                <a:cxn ang="0">
                  <a:pos x="T6" y="T7"/>
                </a:cxn>
                <a:cxn ang="0">
                  <a:pos x="T8" y="T9"/>
                </a:cxn>
              </a:cxnLst>
              <a:rect l="0" t="0" r="r" b="b"/>
              <a:pathLst>
                <a:path w="78" h="78">
                  <a:moveTo>
                    <a:pt x="52" y="78"/>
                  </a:moveTo>
                  <a:cubicBezTo>
                    <a:pt x="60" y="66"/>
                    <a:pt x="69" y="55"/>
                    <a:pt x="78" y="44"/>
                  </a:cubicBezTo>
                  <a:cubicBezTo>
                    <a:pt x="34" y="0"/>
                    <a:pt x="34" y="0"/>
                    <a:pt x="34" y="0"/>
                  </a:cubicBezTo>
                  <a:cubicBezTo>
                    <a:pt x="22" y="14"/>
                    <a:pt x="10" y="28"/>
                    <a:pt x="0" y="43"/>
                  </a:cubicBezTo>
                  <a:lnTo>
                    <a:pt x="52" y="78"/>
                  </a:lnTo>
                  <a:close/>
                </a:path>
              </a:pathLst>
            </a:custGeom>
            <a:solidFill>
              <a:srgbClr val="C9C9C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 name="Freeform 21"/>
            <p:cNvSpPr>
              <a:spLocks/>
            </p:cNvSpPr>
            <p:nvPr/>
          </p:nvSpPr>
          <p:spPr bwMode="auto">
            <a:xfrm>
              <a:off x="11195734" y="3838344"/>
              <a:ext cx="477112" cy="421849"/>
            </a:xfrm>
            <a:custGeom>
              <a:avLst/>
              <a:gdLst>
                <a:gd name="T0" fmla="*/ 5 w 67"/>
                <a:gd name="T1" fmla="*/ 0 h 59"/>
                <a:gd name="T2" fmla="*/ 0 w 67"/>
                <a:gd name="T3" fmla="*/ 47 h 59"/>
                <a:gd name="T4" fmla="*/ 61 w 67"/>
                <a:gd name="T5" fmla="*/ 59 h 59"/>
                <a:gd name="T6" fmla="*/ 67 w 67"/>
                <a:gd name="T7" fmla="*/ 0 h 59"/>
                <a:gd name="T8" fmla="*/ 5 w 67"/>
                <a:gd name="T9" fmla="*/ 0 h 59"/>
              </a:gdLst>
              <a:ahLst/>
              <a:cxnLst>
                <a:cxn ang="0">
                  <a:pos x="T0" y="T1"/>
                </a:cxn>
                <a:cxn ang="0">
                  <a:pos x="T2" y="T3"/>
                </a:cxn>
                <a:cxn ang="0">
                  <a:pos x="T4" y="T5"/>
                </a:cxn>
                <a:cxn ang="0">
                  <a:pos x="T6" y="T7"/>
                </a:cxn>
                <a:cxn ang="0">
                  <a:pos x="T8" y="T9"/>
                </a:cxn>
              </a:cxnLst>
              <a:rect l="0" t="0" r="r" b="b"/>
              <a:pathLst>
                <a:path w="67" h="59">
                  <a:moveTo>
                    <a:pt x="5" y="0"/>
                  </a:moveTo>
                  <a:cubicBezTo>
                    <a:pt x="4" y="16"/>
                    <a:pt x="3" y="32"/>
                    <a:pt x="0" y="47"/>
                  </a:cubicBezTo>
                  <a:cubicBezTo>
                    <a:pt x="61" y="59"/>
                    <a:pt x="61" y="59"/>
                    <a:pt x="61" y="59"/>
                  </a:cubicBezTo>
                  <a:cubicBezTo>
                    <a:pt x="65" y="40"/>
                    <a:pt x="67" y="20"/>
                    <a:pt x="67" y="0"/>
                  </a:cubicBezTo>
                  <a:lnTo>
                    <a:pt x="5" y="0"/>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 name="Freeform 22"/>
            <p:cNvSpPr>
              <a:spLocks/>
            </p:cNvSpPr>
            <p:nvPr/>
          </p:nvSpPr>
          <p:spPr bwMode="auto">
            <a:xfrm>
              <a:off x="11066784" y="4295194"/>
              <a:ext cx="541588" cy="491851"/>
            </a:xfrm>
            <a:custGeom>
              <a:avLst/>
              <a:gdLst>
                <a:gd name="T0" fmla="*/ 14 w 76"/>
                <a:gd name="T1" fmla="*/ 0 h 69"/>
                <a:gd name="T2" fmla="*/ 0 w 76"/>
                <a:gd name="T3" fmla="*/ 45 h 69"/>
                <a:gd name="T4" fmla="*/ 58 w 76"/>
                <a:gd name="T5" fmla="*/ 69 h 69"/>
                <a:gd name="T6" fmla="*/ 76 w 76"/>
                <a:gd name="T7" fmla="*/ 12 h 69"/>
                <a:gd name="T8" fmla="*/ 14 w 76"/>
                <a:gd name="T9" fmla="*/ 0 h 69"/>
              </a:gdLst>
              <a:ahLst/>
              <a:cxnLst>
                <a:cxn ang="0">
                  <a:pos x="T0" y="T1"/>
                </a:cxn>
                <a:cxn ang="0">
                  <a:pos x="T2" y="T3"/>
                </a:cxn>
                <a:cxn ang="0">
                  <a:pos x="T4" y="T5"/>
                </a:cxn>
                <a:cxn ang="0">
                  <a:pos x="T6" y="T7"/>
                </a:cxn>
                <a:cxn ang="0">
                  <a:pos x="T8" y="T9"/>
                </a:cxn>
              </a:cxnLst>
              <a:rect l="0" t="0" r="r" b="b"/>
              <a:pathLst>
                <a:path w="76" h="69">
                  <a:moveTo>
                    <a:pt x="14" y="0"/>
                  </a:moveTo>
                  <a:cubicBezTo>
                    <a:pt x="11" y="15"/>
                    <a:pt x="6" y="30"/>
                    <a:pt x="0" y="45"/>
                  </a:cubicBezTo>
                  <a:cubicBezTo>
                    <a:pt x="58" y="69"/>
                    <a:pt x="58" y="69"/>
                    <a:pt x="58" y="69"/>
                  </a:cubicBezTo>
                  <a:cubicBezTo>
                    <a:pt x="66" y="51"/>
                    <a:pt x="71" y="32"/>
                    <a:pt x="76" y="12"/>
                  </a:cubicBezTo>
                  <a:lnTo>
                    <a:pt x="14" y="0"/>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 name="Freeform 23"/>
            <p:cNvSpPr>
              <a:spLocks/>
            </p:cNvSpPr>
            <p:nvPr/>
          </p:nvSpPr>
          <p:spPr bwMode="auto">
            <a:xfrm>
              <a:off x="10860465" y="4729938"/>
              <a:ext cx="571062" cy="534219"/>
            </a:xfrm>
            <a:custGeom>
              <a:avLst/>
              <a:gdLst>
                <a:gd name="T0" fmla="*/ 22 w 80"/>
                <a:gd name="T1" fmla="*/ 0 h 75"/>
                <a:gd name="T2" fmla="*/ 0 w 80"/>
                <a:gd name="T3" fmla="*/ 41 h 75"/>
                <a:gd name="T4" fmla="*/ 52 w 80"/>
                <a:gd name="T5" fmla="*/ 75 h 75"/>
                <a:gd name="T6" fmla="*/ 80 w 80"/>
                <a:gd name="T7" fmla="*/ 24 h 75"/>
                <a:gd name="T8" fmla="*/ 22 w 80"/>
                <a:gd name="T9" fmla="*/ 0 h 75"/>
              </a:gdLst>
              <a:ahLst/>
              <a:cxnLst>
                <a:cxn ang="0">
                  <a:pos x="T0" y="T1"/>
                </a:cxn>
                <a:cxn ang="0">
                  <a:pos x="T2" y="T3"/>
                </a:cxn>
                <a:cxn ang="0">
                  <a:pos x="T4" y="T5"/>
                </a:cxn>
                <a:cxn ang="0">
                  <a:pos x="T6" y="T7"/>
                </a:cxn>
                <a:cxn ang="0">
                  <a:pos x="T8" y="T9"/>
                </a:cxn>
              </a:cxnLst>
              <a:rect l="0" t="0" r="r" b="b"/>
              <a:pathLst>
                <a:path w="80" h="75">
                  <a:moveTo>
                    <a:pt x="22" y="0"/>
                  </a:moveTo>
                  <a:cubicBezTo>
                    <a:pt x="16" y="14"/>
                    <a:pt x="8" y="28"/>
                    <a:pt x="0" y="41"/>
                  </a:cubicBezTo>
                  <a:cubicBezTo>
                    <a:pt x="52" y="75"/>
                    <a:pt x="52" y="75"/>
                    <a:pt x="52" y="75"/>
                  </a:cubicBezTo>
                  <a:cubicBezTo>
                    <a:pt x="63" y="59"/>
                    <a:pt x="72" y="42"/>
                    <a:pt x="80" y="24"/>
                  </a:cubicBezTo>
                  <a:lnTo>
                    <a:pt x="22" y="0"/>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 name="Freeform 24"/>
            <p:cNvSpPr>
              <a:spLocks/>
            </p:cNvSpPr>
            <p:nvPr/>
          </p:nvSpPr>
          <p:spPr bwMode="auto">
            <a:xfrm>
              <a:off x="10219402" y="5457580"/>
              <a:ext cx="576588" cy="569220"/>
            </a:xfrm>
            <a:custGeom>
              <a:avLst/>
              <a:gdLst>
                <a:gd name="T0" fmla="*/ 37 w 81"/>
                <a:gd name="T1" fmla="*/ 0 h 80"/>
                <a:gd name="T2" fmla="*/ 0 w 81"/>
                <a:gd name="T3" fmla="*/ 28 h 80"/>
                <a:gd name="T4" fmla="*/ 35 w 81"/>
                <a:gd name="T5" fmla="*/ 80 h 80"/>
                <a:gd name="T6" fmla="*/ 81 w 81"/>
                <a:gd name="T7" fmla="*/ 44 h 80"/>
                <a:gd name="T8" fmla="*/ 37 w 81"/>
                <a:gd name="T9" fmla="*/ 0 h 80"/>
              </a:gdLst>
              <a:ahLst/>
              <a:cxnLst>
                <a:cxn ang="0">
                  <a:pos x="T0" y="T1"/>
                </a:cxn>
                <a:cxn ang="0">
                  <a:pos x="T2" y="T3"/>
                </a:cxn>
                <a:cxn ang="0">
                  <a:pos x="T4" y="T5"/>
                </a:cxn>
                <a:cxn ang="0">
                  <a:pos x="T6" y="T7"/>
                </a:cxn>
                <a:cxn ang="0">
                  <a:pos x="T8" y="T9"/>
                </a:cxn>
              </a:cxnLst>
              <a:rect l="0" t="0" r="r" b="b"/>
              <a:pathLst>
                <a:path w="81" h="80">
                  <a:moveTo>
                    <a:pt x="37" y="0"/>
                  </a:moveTo>
                  <a:cubicBezTo>
                    <a:pt x="25" y="10"/>
                    <a:pt x="13" y="20"/>
                    <a:pt x="0" y="28"/>
                  </a:cubicBezTo>
                  <a:cubicBezTo>
                    <a:pt x="35" y="80"/>
                    <a:pt x="35" y="80"/>
                    <a:pt x="35" y="80"/>
                  </a:cubicBezTo>
                  <a:cubicBezTo>
                    <a:pt x="51" y="70"/>
                    <a:pt x="67" y="57"/>
                    <a:pt x="81" y="44"/>
                  </a:cubicBezTo>
                  <a:lnTo>
                    <a:pt x="37" y="0"/>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 name="Freeform 25"/>
            <p:cNvSpPr>
              <a:spLocks/>
            </p:cNvSpPr>
            <p:nvPr/>
          </p:nvSpPr>
          <p:spPr bwMode="auto">
            <a:xfrm>
              <a:off x="10567565" y="5122312"/>
              <a:ext cx="593167" cy="563693"/>
            </a:xfrm>
            <a:custGeom>
              <a:avLst/>
              <a:gdLst>
                <a:gd name="T0" fmla="*/ 31 w 83"/>
                <a:gd name="T1" fmla="*/ 0 h 79"/>
                <a:gd name="T2" fmla="*/ 0 w 83"/>
                <a:gd name="T3" fmla="*/ 35 h 79"/>
                <a:gd name="T4" fmla="*/ 45 w 83"/>
                <a:gd name="T5" fmla="*/ 79 h 79"/>
                <a:gd name="T6" fmla="*/ 83 w 83"/>
                <a:gd name="T7" fmla="*/ 35 h 79"/>
                <a:gd name="T8" fmla="*/ 31 w 83"/>
                <a:gd name="T9" fmla="*/ 0 h 79"/>
              </a:gdLst>
              <a:ahLst/>
              <a:cxnLst>
                <a:cxn ang="0">
                  <a:pos x="T0" y="T1"/>
                </a:cxn>
                <a:cxn ang="0">
                  <a:pos x="T2" y="T3"/>
                </a:cxn>
                <a:cxn ang="0">
                  <a:pos x="T4" y="T5"/>
                </a:cxn>
                <a:cxn ang="0">
                  <a:pos x="T6" y="T7"/>
                </a:cxn>
                <a:cxn ang="0">
                  <a:pos x="T8" y="T9"/>
                </a:cxn>
              </a:cxnLst>
              <a:rect l="0" t="0" r="r" b="b"/>
              <a:pathLst>
                <a:path w="83" h="79">
                  <a:moveTo>
                    <a:pt x="31" y="0"/>
                  </a:moveTo>
                  <a:cubicBezTo>
                    <a:pt x="22" y="12"/>
                    <a:pt x="11" y="24"/>
                    <a:pt x="0" y="35"/>
                  </a:cubicBezTo>
                  <a:cubicBezTo>
                    <a:pt x="45" y="79"/>
                    <a:pt x="45" y="79"/>
                    <a:pt x="45" y="79"/>
                  </a:cubicBezTo>
                  <a:cubicBezTo>
                    <a:pt x="59" y="65"/>
                    <a:pt x="71" y="50"/>
                    <a:pt x="83" y="35"/>
                  </a:cubicBezTo>
                  <a:lnTo>
                    <a:pt x="31" y="0"/>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 name="Freeform 26"/>
            <p:cNvSpPr>
              <a:spLocks/>
            </p:cNvSpPr>
            <p:nvPr/>
          </p:nvSpPr>
          <p:spPr bwMode="auto">
            <a:xfrm>
              <a:off x="8950171" y="6013905"/>
              <a:ext cx="412638" cy="469745"/>
            </a:xfrm>
            <a:custGeom>
              <a:avLst/>
              <a:gdLst>
                <a:gd name="T0" fmla="*/ 45 w 58"/>
                <a:gd name="T1" fmla="*/ 0 h 66"/>
                <a:gd name="T2" fmla="*/ 4 w 58"/>
                <a:gd name="T3" fmla="*/ 3 h 66"/>
                <a:gd name="T4" fmla="*/ 0 w 58"/>
                <a:gd name="T5" fmla="*/ 3 h 66"/>
                <a:gd name="T6" fmla="*/ 0 w 58"/>
                <a:gd name="T7" fmla="*/ 65 h 66"/>
                <a:gd name="T8" fmla="*/ 4 w 58"/>
                <a:gd name="T9" fmla="*/ 66 h 66"/>
                <a:gd name="T10" fmla="*/ 58 w 58"/>
                <a:gd name="T11" fmla="*/ 62 h 66"/>
                <a:gd name="T12" fmla="*/ 45 w 5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58" h="66">
                  <a:moveTo>
                    <a:pt x="45" y="0"/>
                  </a:moveTo>
                  <a:cubicBezTo>
                    <a:pt x="32" y="2"/>
                    <a:pt x="18" y="3"/>
                    <a:pt x="4" y="3"/>
                  </a:cubicBezTo>
                  <a:cubicBezTo>
                    <a:pt x="3" y="3"/>
                    <a:pt x="1" y="3"/>
                    <a:pt x="0" y="3"/>
                  </a:cubicBezTo>
                  <a:cubicBezTo>
                    <a:pt x="0" y="65"/>
                    <a:pt x="0" y="65"/>
                    <a:pt x="0" y="65"/>
                  </a:cubicBezTo>
                  <a:cubicBezTo>
                    <a:pt x="1" y="65"/>
                    <a:pt x="3" y="66"/>
                    <a:pt x="4" y="66"/>
                  </a:cubicBezTo>
                  <a:cubicBezTo>
                    <a:pt x="22" y="66"/>
                    <a:pt x="40" y="64"/>
                    <a:pt x="58" y="62"/>
                  </a:cubicBezTo>
                  <a:lnTo>
                    <a:pt x="45" y="0"/>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 name="Freeform 27"/>
            <p:cNvSpPr>
              <a:spLocks/>
            </p:cNvSpPr>
            <p:nvPr/>
          </p:nvSpPr>
          <p:spPr bwMode="auto">
            <a:xfrm>
              <a:off x="8950171" y="1080668"/>
              <a:ext cx="412638" cy="464218"/>
            </a:xfrm>
            <a:custGeom>
              <a:avLst/>
              <a:gdLst>
                <a:gd name="T0" fmla="*/ 0 w 58"/>
                <a:gd name="T1" fmla="*/ 62 h 65"/>
                <a:gd name="T2" fmla="*/ 4 w 58"/>
                <a:gd name="T3" fmla="*/ 62 h 65"/>
                <a:gd name="T4" fmla="*/ 45 w 58"/>
                <a:gd name="T5" fmla="*/ 65 h 65"/>
                <a:gd name="T6" fmla="*/ 58 w 58"/>
                <a:gd name="T7" fmla="*/ 4 h 65"/>
                <a:gd name="T8" fmla="*/ 4 w 58"/>
                <a:gd name="T9" fmla="*/ 0 h 65"/>
                <a:gd name="T10" fmla="*/ 0 w 58"/>
                <a:gd name="T11" fmla="*/ 0 h 65"/>
                <a:gd name="T12" fmla="*/ 0 w 58"/>
                <a:gd name="T13" fmla="*/ 62 h 65"/>
              </a:gdLst>
              <a:ahLst/>
              <a:cxnLst>
                <a:cxn ang="0">
                  <a:pos x="T0" y="T1"/>
                </a:cxn>
                <a:cxn ang="0">
                  <a:pos x="T2" y="T3"/>
                </a:cxn>
                <a:cxn ang="0">
                  <a:pos x="T4" y="T5"/>
                </a:cxn>
                <a:cxn ang="0">
                  <a:pos x="T6" y="T7"/>
                </a:cxn>
                <a:cxn ang="0">
                  <a:pos x="T8" y="T9"/>
                </a:cxn>
                <a:cxn ang="0">
                  <a:pos x="T10" y="T11"/>
                </a:cxn>
                <a:cxn ang="0">
                  <a:pos x="T12" y="T13"/>
                </a:cxn>
              </a:cxnLst>
              <a:rect l="0" t="0" r="r" b="b"/>
              <a:pathLst>
                <a:path w="58" h="65">
                  <a:moveTo>
                    <a:pt x="0" y="62"/>
                  </a:moveTo>
                  <a:cubicBezTo>
                    <a:pt x="1" y="62"/>
                    <a:pt x="3" y="62"/>
                    <a:pt x="4" y="62"/>
                  </a:cubicBezTo>
                  <a:cubicBezTo>
                    <a:pt x="18" y="62"/>
                    <a:pt x="32" y="63"/>
                    <a:pt x="45" y="65"/>
                  </a:cubicBezTo>
                  <a:cubicBezTo>
                    <a:pt x="58" y="4"/>
                    <a:pt x="58" y="4"/>
                    <a:pt x="58" y="4"/>
                  </a:cubicBezTo>
                  <a:cubicBezTo>
                    <a:pt x="40" y="1"/>
                    <a:pt x="22" y="0"/>
                    <a:pt x="4" y="0"/>
                  </a:cubicBezTo>
                  <a:cubicBezTo>
                    <a:pt x="3" y="0"/>
                    <a:pt x="1" y="0"/>
                    <a:pt x="0" y="0"/>
                  </a:cubicBezTo>
                  <a:lnTo>
                    <a:pt x="0" y="62"/>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 name="Freeform 28"/>
            <p:cNvSpPr>
              <a:spLocks/>
            </p:cNvSpPr>
            <p:nvPr/>
          </p:nvSpPr>
          <p:spPr bwMode="auto">
            <a:xfrm>
              <a:off x="11195734" y="3296757"/>
              <a:ext cx="477112" cy="421849"/>
            </a:xfrm>
            <a:custGeom>
              <a:avLst/>
              <a:gdLst>
                <a:gd name="T0" fmla="*/ 0 w 67"/>
                <a:gd name="T1" fmla="*/ 12 h 59"/>
                <a:gd name="T2" fmla="*/ 5 w 67"/>
                <a:gd name="T3" fmla="*/ 59 h 59"/>
                <a:gd name="T4" fmla="*/ 67 w 67"/>
                <a:gd name="T5" fmla="*/ 59 h 59"/>
                <a:gd name="T6" fmla="*/ 61 w 67"/>
                <a:gd name="T7" fmla="*/ 0 h 59"/>
                <a:gd name="T8" fmla="*/ 0 w 67"/>
                <a:gd name="T9" fmla="*/ 12 h 59"/>
              </a:gdLst>
              <a:ahLst/>
              <a:cxnLst>
                <a:cxn ang="0">
                  <a:pos x="T0" y="T1"/>
                </a:cxn>
                <a:cxn ang="0">
                  <a:pos x="T2" y="T3"/>
                </a:cxn>
                <a:cxn ang="0">
                  <a:pos x="T4" y="T5"/>
                </a:cxn>
                <a:cxn ang="0">
                  <a:pos x="T6" y="T7"/>
                </a:cxn>
                <a:cxn ang="0">
                  <a:pos x="T8" y="T9"/>
                </a:cxn>
              </a:cxnLst>
              <a:rect l="0" t="0" r="r" b="b"/>
              <a:pathLst>
                <a:path w="67" h="59">
                  <a:moveTo>
                    <a:pt x="0" y="12"/>
                  </a:moveTo>
                  <a:cubicBezTo>
                    <a:pt x="3" y="27"/>
                    <a:pt x="4" y="43"/>
                    <a:pt x="5" y="59"/>
                  </a:cubicBezTo>
                  <a:cubicBezTo>
                    <a:pt x="67" y="59"/>
                    <a:pt x="67" y="59"/>
                    <a:pt x="67" y="59"/>
                  </a:cubicBezTo>
                  <a:cubicBezTo>
                    <a:pt x="67" y="39"/>
                    <a:pt x="65" y="19"/>
                    <a:pt x="61" y="0"/>
                  </a:cubicBezTo>
                  <a:lnTo>
                    <a:pt x="0" y="12"/>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 name="Freeform 29"/>
            <p:cNvSpPr>
              <a:spLocks/>
            </p:cNvSpPr>
            <p:nvPr/>
          </p:nvSpPr>
          <p:spPr bwMode="auto">
            <a:xfrm>
              <a:off x="10219402" y="1530149"/>
              <a:ext cx="576588" cy="569220"/>
            </a:xfrm>
            <a:custGeom>
              <a:avLst/>
              <a:gdLst>
                <a:gd name="T0" fmla="*/ 0 w 81"/>
                <a:gd name="T1" fmla="*/ 52 h 80"/>
                <a:gd name="T2" fmla="*/ 37 w 81"/>
                <a:gd name="T3" fmla="*/ 80 h 80"/>
                <a:gd name="T4" fmla="*/ 81 w 81"/>
                <a:gd name="T5" fmla="*/ 36 h 80"/>
                <a:gd name="T6" fmla="*/ 35 w 81"/>
                <a:gd name="T7" fmla="*/ 0 h 80"/>
                <a:gd name="T8" fmla="*/ 0 w 81"/>
                <a:gd name="T9" fmla="*/ 52 h 80"/>
              </a:gdLst>
              <a:ahLst/>
              <a:cxnLst>
                <a:cxn ang="0">
                  <a:pos x="T0" y="T1"/>
                </a:cxn>
                <a:cxn ang="0">
                  <a:pos x="T2" y="T3"/>
                </a:cxn>
                <a:cxn ang="0">
                  <a:pos x="T4" y="T5"/>
                </a:cxn>
                <a:cxn ang="0">
                  <a:pos x="T6" y="T7"/>
                </a:cxn>
                <a:cxn ang="0">
                  <a:pos x="T8" y="T9"/>
                </a:cxn>
              </a:cxnLst>
              <a:rect l="0" t="0" r="r" b="b"/>
              <a:pathLst>
                <a:path w="81" h="80">
                  <a:moveTo>
                    <a:pt x="0" y="52"/>
                  </a:moveTo>
                  <a:cubicBezTo>
                    <a:pt x="13" y="61"/>
                    <a:pt x="25" y="70"/>
                    <a:pt x="37" y="80"/>
                  </a:cubicBezTo>
                  <a:cubicBezTo>
                    <a:pt x="81" y="36"/>
                    <a:pt x="81" y="36"/>
                    <a:pt x="81" y="36"/>
                  </a:cubicBezTo>
                  <a:cubicBezTo>
                    <a:pt x="67" y="23"/>
                    <a:pt x="51" y="11"/>
                    <a:pt x="35" y="0"/>
                  </a:cubicBezTo>
                  <a:lnTo>
                    <a:pt x="0" y="52"/>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 name="Freeform 30"/>
            <p:cNvSpPr>
              <a:spLocks/>
            </p:cNvSpPr>
            <p:nvPr/>
          </p:nvSpPr>
          <p:spPr bwMode="auto">
            <a:xfrm>
              <a:off x="10567565" y="1872786"/>
              <a:ext cx="593167" cy="569220"/>
            </a:xfrm>
            <a:custGeom>
              <a:avLst/>
              <a:gdLst>
                <a:gd name="T0" fmla="*/ 0 w 83"/>
                <a:gd name="T1" fmla="*/ 44 h 80"/>
                <a:gd name="T2" fmla="*/ 31 w 83"/>
                <a:gd name="T3" fmla="*/ 80 h 80"/>
                <a:gd name="T4" fmla="*/ 83 w 83"/>
                <a:gd name="T5" fmla="*/ 45 h 80"/>
                <a:gd name="T6" fmla="*/ 45 w 83"/>
                <a:gd name="T7" fmla="*/ 0 h 80"/>
                <a:gd name="T8" fmla="*/ 0 w 83"/>
                <a:gd name="T9" fmla="*/ 44 h 80"/>
              </a:gdLst>
              <a:ahLst/>
              <a:cxnLst>
                <a:cxn ang="0">
                  <a:pos x="T0" y="T1"/>
                </a:cxn>
                <a:cxn ang="0">
                  <a:pos x="T2" y="T3"/>
                </a:cxn>
                <a:cxn ang="0">
                  <a:pos x="T4" y="T5"/>
                </a:cxn>
                <a:cxn ang="0">
                  <a:pos x="T6" y="T7"/>
                </a:cxn>
                <a:cxn ang="0">
                  <a:pos x="T8" y="T9"/>
                </a:cxn>
              </a:cxnLst>
              <a:rect l="0" t="0" r="r" b="b"/>
              <a:pathLst>
                <a:path w="83" h="80">
                  <a:moveTo>
                    <a:pt x="0" y="44"/>
                  </a:moveTo>
                  <a:cubicBezTo>
                    <a:pt x="11" y="55"/>
                    <a:pt x="22" y="67"/>
                    <a:pt x="31" y="80"/>
                  </a:cubicBezTo>
                  <a:cubicBezTo>
                    <a:pt x="83" y="45"/>
                    <a:pt x="83" y="45"/>
                    <a:pt x="83" y="45"/>
                  </a:cubicBezTo>
                  <a:cubicBezTo>
                    <a:pt x="71" y="29"/>
                    <a:pt x="59" y="14"/>
                    <a:pt x="45" y="0"/>
                  </a:cubicBezTo>
                  <a:lnTo>
                    <a:pt x="0" y="44"/>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 name="Freeform 31"/>
            <p:cNvSpPr>
              <a:spLocks/>
            </p:cNvSpPr>
            <p:nvPr/>
          </p:nvSpPr>
          <p:spPr bwMode="auto">
            <a:xfrm>
              <a:off x="10860465" y="2292793"/>
              <a:ext cx="571062" cy="541588"/>
            </a:xfrm>
            <a:custGeom>
              <a:avLst/>
              <a:gdLst>
                <a:gd name="T0" fmla="*/ 0 w 80"/>
                <a:gd name="T1" fmla="*/ 35 h 76"/>
                <a:gd name="T2" fmla="*/ 23 w 80"/>
                <a:gd name="T3" fmla="*/ 76 h 76"/>
                <a:gd name="T4" fmla="*/ 80 w 80"/>
                <a:gd name="T5" fmla="*/ 52 h 76"/>
                <a:gd name="T6" fmla="*/ 52 w 80"/>
                <a:gd name="T7" fmla="*/ 0 h 76"/>
                <a:gd name="T8" fmla="*/ 0 w 80"/>
                <a:gd name="T9" fmla="*/ 35 h 76"/>
              </a:gdLst>
              <a:ahLst/>
              <a:cxnLst>
                <a:cxn ang="0">
                  <a:pos x="T0" y="T1"/>
                </a:cxn>
                <a:cxn ang="0">
                  <a:pos x="T2" y="T3"/>
                </a:cxn>
                <a:cxn ang="0">
                  <a:pos x="T4" y="T5"/>
                </a:cxn>
                <a:cxn ang="0">
                  <a:pos x="T6" y="T7"/>
                </a:cxn>
                <a:cxn ang="0">
                  <a:pos x="T8" y="T9"/>
                </a:cxn>
              </a:cxnLst>
              <a:rect l="0" t="0" r="r" b="b"/>
              <a:pathLst>
                <a:path w="80" h="76">
                  <a:moveTo>
                    <a:pt x="0" y="35"/>
                  </a:moveTo>
                  <a:cubicBezTo>
                    <a:pt x="8" y="48"/>
                    <a:pt x="16" y="61"/>
                    <a:pt x="23" y="76"/>
                  </a:cubicBezTo>
                  <a:cubicBezTo>
                    <a:pt x="80" y="52"/>
                    <a:pt x="80" y="52"/>
                    <a:pt x="80" y="52"/>
                  </a:cubicBezTo>
                  <a:cubicBezTo>
                    <a:pt x="72" y="34"/>
                    <a:pt x="63" y="16"/>
                    <a:pt x="52" y="0"/>
                  </a:cubicBezTo>
                  <a:lnTo>
                    <a:pt x="0" y="35"/>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 name="Freeform 32"/>
            <p:cNvSpPr>
              <a:spLocks/>
            </p:cNvSpPr>
            <p:nvPr/>
          </p:nvSpPr>
          <p:spPr bwMode="auto">
            <a:xfrm>
              <a:off x="11066784" y="2769906"/>
              <a:ext cx="541588" cy="491851"/>
            </a:xfrm>
            <a:custGeom>
              <a:avLst/>
              <a:gdLst>
                <a:gd name="T0" fmla="*/ 58 w 76"/>
                <a:gd name="T1" fmla="*/ 0 h 69"/>
                <a:gd name="T2" fmla="*/ 0 w 76"/>
                <a:gd name="T3" fmla="*/ 24 h 69"/>
                <a:gd name="T4" fmla="*/ 14 w 76"/>
                <a:gd name="T5" fmla="*/ 69 h 69"/>
                <a:gd name="T6" fmla="*/ 76 w 76"/>
                <a:gd name="T7" fmla="*/ 57 h 69"/>
                <a:gd name="T8" fmla="*/ 58 w 76"/>
                <a:gd name="T9" fmla="*/ 0 h 69"/>
              </a:gdLst>
              <a:ahLst/>
              <a:cxnLst>
                <a:cxn ang="0">
                  <a:pos x="T0" y="T1"/>
                </a:cxn>
                <a:cxn ang="0">
                  <a:pos x="T2" y="T3"/>
                </a:cxn>
                <a:cxn ang="0">
                  <a:pos x="T4" y="T5"/>
                </a:cxn>
                <a:cxn ang="0">
                  <a:pos x="T6" y="T7"/>
                </a:cxn>
                <a:cxn ang="0">
                  <a:pos x="T8" y="T9"/>
                </a:cxn>
              </a:cxnLst>
              <a:rect l="0" t="0" r="r" b="b"/>
              <a:pathLst>
                <a:path w="76" h="69">
                  <a:moveTo>
                    <a:pt x="58" y="0"/>
                  </a:moveTo>
                  <a:cubicBezTo>
                    <a:pt x="0" y="24"/>
                    <a:pt x="0" y="24"/>
                    <a:pt x="0" y="24"/>
                  </a:cubicBezTo>
                  <a:cubicBezTo>
                    <a:pt x="6" y="39"/>
                    <a:pt x="11" y="54"/>
                    <a:pt x="14" y="69"/>
                  </a:cubicBezTo>
                  <a:cubicBezTo>
                    <a:pt x="76" y="57"/>
                    <a:pt x="76" y="57"/>
                    <a:pt x="76" y="57"/>
                  </a:cubicBezTo>
                  <a:cubicBezTo>
                    <a:pt x="72" y="38"/>
                    <a:pt x="66" y="19"/>
                    <a:pt x="58" y="0"/>
                  </a:cubicBez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 name="Freeform 33"/>
            <p:cNvSpPr>
              <a:spLocks/>
            </p:cNvSpPr>
            <p:nvPr/>
          </p:nvSpPr>
          <p:spPr bwMode="auto">
            <a:xfrm>
              <a:off x="9827027" y="1279619"/>
              <a:ext cx="541588" cy="556325"/>
            </a:xfrm>
            <a:custGeom>
              <a:avLst/>
              <a:gdLst>
                <a:gd name="T0" fmla="*/ 0 w 76"/>
                <a:gd name="T1" fmla="*/ 58 h 78"/>
                <a:gd name="T2" fmla="*/ 41 w 76"/>
                <a:gd name="T3" fmla="*/ 78 h 78"/>
                <a:gd name="T4" fmla="*/ 76 w 76"/>
                <a:gd name="T5" fmla="*/ 26 h 78"/>
                <a:gd name="T6" fmla="*/ 24 w 76"/>
                <a:gd name="T7" fmla="*/ 0 h 78"/>
                <a:gd name="T8" fmla="*/ 0 w 76"/>
                <a:gd name="T9" fmla="*/ 58 h 78"/>
              </a:gdLst>
              <a:ahLst/>
              <a:cxnLst>
                <a:cxn ang="0">
                  <a:pos x="T0" y="T1"/>
                </a:cxn>
                <a:cxn ang="0">
                  <a:pos x="T2" y="T3"/>
                </a:cxn>
                <a:cxn ang="0">
                  <a:pos x="T4" y="T5"/>
                </a:cxn>
                <a:cxn ang="0">
                  <a:pos x="T6" y="T7"/>
                </a:cxn>
                <a:cxn ang="0">
                  <a:pos x="T8" y="T9"/>
                </a:cxn>
              </a:cxnLst>
              <a:rect l="0" t="0" r="r" b="b"/>
              <a:pathLst>
                <a:path w="76" h="78">
                  <a:moveTo>
                    <a:pt x="0" y="58"/>
                  </a:moveTo>
                  <a:cubicBezTo>
                    <a:pt x="14" y="63"/>
                    <a:pt x="28" y="70"/>
                    <a:pt x="41" y="78"/>
                  </a:cubicBezTo>
                  <a:cubicBezTo>
                    <a:pt x="76" y="26"/>
                    <a:pt x="76" y="26"/>
                    <a:pt x="76" y="26"/>
                  </a:cubicBezTo>
                  <a:cubicBezTo>
                    <a:pt x="59" y="16"/>
                    <a:pt x="42" y="7"/>
                    <a:pt x="24" y="0"/>
                  </a:cubicBezTo>
                  <a:lnTo>
                    <a:pt x="0" y="58"/>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 name="Freeform 34"/>
            <p:cNvSpPr>
              <a:spLocks/>
            </p:cNvSpPr>
            <p:nvPr/>
          </p:nvSpPr>
          <p:spPr bwMode="auto">
            <a:xfrm>
              <a:off x="9392283" y="5912588"/>
              <a:ext cx="484481" cy="521325"/>
            </a:xfrm>
            <a:custGeom>
              <a:avLst/>
              <a:gdLst>
                <a:gd name="T0" fmla="*/ 68 w 68"/>
                <a:gd name="T1" fmla="*/ 58 h 73"/>
                <a:gd name="T2" fmla="*/ 44 w 68"/>
                <a:gd name="T3" fmla="*/ 0 h 73"/>
                <a:gd name="T4" fmla="*/ 0 w 68"/>
                <a:gd name="T5" fmla="*/ 11 h 73"/>
                <a:gd name="T6" fmla="*/ 13 w 68"/>
                <a:gd name="T7" fmla="*/ 73 h 73"/>
                <a:gd name="T8" fmla="*/ 68 w 68"/>
                <a:gd name="T9" fmla="*/ 58 h 73"/>
              </a:gdLst>
              <a:ahLst/>
              <a:cxnLst>
                <a:cxn ang="0">
                  <a:pos x="T0" y="T1"/>
                </a:cxn>
                <a:cxn ang="0">
                  <a:pos x="T2" y="T3"/>
                </a:cxn>
                <a:cxn ang="0">
                  <a:pos x="T4" y="T5"/>
                </a:cxn>
                <a:cxn ang="0">
                  <a:pos x="T6" y="T7"/>
                </a:cxn>
                <a:cxn ang="0">
                  <a:pos x="T8" y="T9"/>
                </a:cxn>
              </a:cxnLst>
              <a:rect l="0" t="0" r="r" b="b"/>
              <a:pathLst>
                <a:path w="68" h="73">
                  <a:moveTo>
                    <a:pt x="68" y="58"/>
                  </a:moveTo>
                  <a:cubicBezTo>
                    <a:pt x="44" y="0"/>
                    <a:pt x="44" y="0"/>
                    <a:pt x="44" y="0"/>
                  </a:cubicBezTo>
                  <a:cubicBezTo>
                    <a:pt x="30" y="5"/>
                    <a:pt x="15" y="8"/>
                    <a:pt x="0" y="11"/>
                  </a:cubicBezTo>
                  <a:cubicBezTo>
                    <a:pt x="13" y="73"/>
                    <a:pt x="13" y="73"/>
                    <a:pt x="13" y="73"/>
                  </a:cubicBezTo>
                  <a:cubicBezTo>
                    <a:pt x="32" y="69"/>
                    <a:pt x="50" y="64"/>
                    <a:pt x="68" y="58"/>
                  </a:cubicBez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 name="Freeform 35"/>
            <p:cNvSpPr>
              <a:spLocks/>
            </p:cNvSpPr>
            <p:nvPr/>
          </p:nvSpPr>
          <p:spPr bwMode="auto">
            <a:xfrm>
              <a:off x="9819658" y="5721006"/>
              <a:ext cx="541588" cy="563693"/>
            </a:xfrm>
            <a:custGeom>
              <a:avLst/>
              <a:gdLst>
                <a:gd name="T0" fmla="*/ 42 w 76"/>
                <a:gd name="T1" fmla="*/ 0 h 79"/>
                <a:gd name="T2" fmla="*/ 0 w 76"/>
                <a:gd name="T3" fmla="*/ 21 h 79"/>
                <a:gd name="T4" fmla="*/ 24 w 76"/>
                <a:gd name="T5" fmla="*/ 79 h 79"/>
                <a:gd name="T6" fmla="*/ 76 w 76"/>
                <a:gd name="T7" fmla="*/ 53 h 79"/>
                <a:gd name="T8" fmla="*/ 42 w 76"/>
                <a:gd name="T9" fmla="*/ 0 h 79"/>
              </a:gdLst>
              <a:ahLst/>
              <a:cxnLst>
                <a:cxn ang="0">
                  <a:pos x="T0" y="T1"/>
                </a:cxn>
                <a:cxn ang="0">
                  <a:pos x="T2" y="T3"/>
                </a:cxn>
                <a:cxn ang="0">
                  <a:pos x="T4" y="T5"/>
                </a:cxn>
                <a:cxn ang="0">
                  <a:pos x="T6" y="T7"/>
                </a:cxn>
                <a:cxn ang="0">
                  <a:pos x="T8" y="T9"/>
                </a:cxn>
              </a:cxnLst>
              <a:rect l="0" t="0" r="r" b="b"/>
              <a:pathLst>
                <a:path w="76" h="79">
                  <a:moveTo>
                    <a:pt x="42" y="0"/>
                  </a:moveTo>
                  <a:cubicBezTo>
                    <a:pt x="28" y="8"/>
                    <a:pt x="15" y="15"/>
                    <a:pt x="0" y="21"/>
                  </a:cubicBezTo>
                  <a:cubicBezTo>
                    <a:pt x="24" y="79"/>
                    <a:pt x="24" y="79"/>
                    <a:pt x="24" y="79"/>
                  </a:cubicBezTo>
                  <a:cubicBezTo>
                    <a:pt x="42" y="71"/>
                    <a:pt x="60" y="63"/>
                    <a:pt x="76" y="53"/>
                  </a:cubicBezTo>
                  <a:lnTo>
                    <a:pt x="42" y="0"/>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 name="Freeform 36"/>
            <p:cNvSpPr>
              <a:spLocks/>
            </p:cNvSpPr>
            <p:nvPr/>
          </p:nvSpPr>
          <p:spPr bwMode="auto">
            <a:xfrm>
              <a:off x="9392283" y="1123038"/>
              <a:ext cx="484481" cy="528693"/>
            </a:xfrm>
            <a:custGeom>
              <a:avLst/>
              <a:gdLst>
                <a:gd name="T0" fmla="*/ 0 w 68"/>
                <a:gd name="T1" fmla="*/ 62 h 74"/>
                <a:gd name="T2" fmla="*/ 44 w 68"/>
                <a:gd name="T3" fmla="*/ 74 h 74"/>
                <a:gd name="T4" fmla="*/ 68 w 68"/>
                <a:gd name="T5" fmla="*/ 15 h 74"/>
                <a:gd name="T6" fmla="*/ 13 w 68"/>
                <a:gd name="T7" fmla="*/ 0 h 74"/>
                <a:gd name="T8" fmla="*/ 0 w 68"/>
                <a:gd name="T9" fmla="*/ 62 h 74"/>
              </a:gdLst>
              <a:ahLst/>
              <a:cxnLst>
                <a:cxn ang="0">
                  <a:pos x="T0" y="T1"/>
                </a:cxn>
                <a:cxn ang="0">
                  <a:pos x="T2" y="T3"/>
                </a:cxn>
                <a:cxn ang="0">
                  <a:pos x="T4" y="T5"/>
                </a:cxn>
                <a:cxn ang="0">
                  <a:pos x="T6" y="T7"/>
                </a:cxn>
                <a:cxn ang="0">
                  <a:pos x="T8" y="T9"/>
                </a:cxn>
              </a:cxnLst>
              <a:rect l="0" t="0" r="r" b="b"/>
              <a:pathLst>
                <a:path w="68" h="74">
                  <a:moveTo>
                    <a:pt x="0" y="62"/>
                  </a:moveTo>
                  <a:cubicBezTo>
                    <a:pt x="16" y="65"/>
                    <a:pt x="30" y="69"/>
                    <a:pt x="44" y="74"/>
                  </a:cubicBezTo>
                  <a:cubicBezTo>
                    <a:pt x="68" y="15"/>
                    <a:pt x="68" y="15"/>
                    <a:pt x="68" y="15"/>
                  </a:cubicBezTo>
                  <a:cubicBezTo>
                    <a:pt x="50" y="9"/>
                    <a:pt x="32" y="4"/>
                    <a:pt x="13" y="0"/>
                  </a:cubicBezTo>
                  <a:lnTo>
                    <a:pt x="0" y="62"/>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 name="Freeform 37"/>
            <p:cNvSpPr>
              <a:spLocks/>
            </p:cNvSpPr>
            <p:nvPr/>
          </p:nvSpPr>
          <p:spPr bwMode="auto">
            <a:xfrm>
              <a:off x="7310671" y="4722569"/>
              <a:ext cx="420007" cy="414481"/>
            </a:xfrm>
            <a:custGeom>
              <a:avLst/>
              <a:gdLst>
                <a:gd name="T0" fmla="*/ 59 w 59"/>
                <a:gd name="T1" fmla="*/ 25 h 58"/>
                <a:gd name="T2" fmla="*/ 39 w 59"/>
                <a:gd name="T3" fmla="*/ 0 h 58"/>
                <a:gd name="T4" fmla="*/ 0 w 59"/>
                <a:gd name="T5" fmla="*/ 25 h 58"/>
                <a:gd name="T6" fmla="*/ 26 w 59"/>
                <a:gd name="T7" fmla="*/ 58 h 58"/>
                <a:gd name="T8" fmla="*/ 59 w 59"/>
                <a:gd name="T9" fmla="*/ 25 h 58"/>
              </a:gdLst>
              <a:ahLst/>
              <a:cxnLst>
                <a:cxn ang="0">
                  <a:pos x="T0" y="T1"/>
                </a:cxn>
                <a:cxn ang="0">
                  <a:pos x="T2" y="T3"/>
                </a:cxn>
                <a:cxn ang="0">
                  <a:pos x="T4" y="T5"/>
                </a:cxn>
                <a:cxn ang="0">
                  <a:pos x="T6" y="T7"/>
                </a:cxn>
                <a:cxn ang="0">
                  <a:pos x="T8" y="T9"/>
                </a:cxn>
              </a:cxnLst>
              <a:rect l="0" t="0" r="r" b="b"/>
              <a:pathLst>
                <a:path w="59" h="58">
                  <a:moveTo>
                    <a:pt x="59" y="25"/>
                  </a:moveTo>
                  <a:cubicBezTo>
                    <a:pt x="51" y="17"/>
                    <a:pt x="45" y="8"/>
                    <a:pt x="39" y="0"/>
                  </a:cubicBezTo>
                  <a:cubicBezTo>
                    <a:pt x="0" y="25"/>
                    <a:pt x="0" y="25"/>
                    <a:pt x="0" y="25"/>
                  </a:cubicBezTo>
                  <a:cubicBezTo>
                    <a:pt x="8" y="37"/>
                    <a:pt x="16" y="48"/>
                    <a:pt x="26" y="58"/>
                  </a:cubicBezTo>
                  <a:lnTo>
                    <a:pt x="59" y="25"/>
                  </a:lnTo>
                  <a:close/>
                </a:path>
              </a:pathLst>
            </a:custGeom>
            <a:solidFill>
              <a:srgbClr val="C9C9C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0" name="Freeform 38"/>
            <p:cNvSpPr>
              <a:spLocks/>
            </p:cNvSpPr>
            <p:nvPr/>
          </p:nvSpPr>
          <p:spPr bwMode="auto">
            <a:xfrm>
              <a:off x="8565165" y="1771469"/>
              <a:ext cx="298426" cy="364743"/>
            </a:xfrm>
            <a:custGeom>
              <a:avLst/>
              <a:gdLst>
                <a:gd name="T0" fmla="*/ 0 w 42"/>
                <a:gd name="T1" fmla="*/ 5 h 51"/>
                <a:gd name="T2" fmla="*/ 10 w 42"/>
                <a:gd name="T3" fmla="*/ 51 h 51"/>
                <a:gd name="T4" fmla="*/ 42 w 42"/>
                <a:gd name="T5" fmla="*/ 47 h 51"/>
                <a:gd name="T6" fmla="*/ 42 w 42"/>
                <a:gd name="T7" fmla="*/ 0 h 51"/>
                <a:gd name="T8" fmla="*/ 0 w 42"/>
                <a:gd name="T9" fmla="*/ 5 h 51"/>
              </a:gdLst>
              <a:ahLst/>
              <a:cxnLst>
                <a:cxn ang="0">
                  <a:pos x="T0" y="T1"/>
                </a:cxn>
                <a:cxn ang="0">
                  <a:pos x="T2" y="T3"/>
                </a:cxn>
                <a:cxn ang="0">
                  <a:pos x="T4" y="T5"/>
                </a:cxn>
                <a:cxn ang="0">
                  <a:pos x="T6" y="T7"/>
                </a:cxn>
                <a:cxn ang="0">
                  <a:pos x="T8" y="T9"/>
                </a:cxn>
              </a:cxnLst>
              <a:rect l="0" t="0" r="r" b="b"/>
              <a:pathLst>
                <a:path w="42" h="51">
                  <a:moveTo>
                    <a:pt x="0" y="5"/>
                  </a:moveTo>
                  <a:cubicBezTo>
                    <a:pt x="10" y="51"/>
                    <a:pt x="10" y="51"/>
                    <a:pt x="10" y="51"/>
                  </a:cubicBezTo>
                  <a:cubicBezTo>
                    <a:pt x="20" y="49"/>
                    <a:pt x="31" y="48"/>
                    <a:pt x="42" y="47"/>
                  </a:cubicBezTo>
                  <a:cubicBezTo>
                    <a:pt x="42" y="0"/>
                    <a:pt x="42" y="0"/>
                    <a:pt x="42" y="0"/>
                  </a:cubicBezTo>
                  <a:cubicBezTo>
                    <a:pt x="28" y="1"/>
                    <a:pt x="14" y="3"/>
                    <a:pt x="0" y="5"/>
                  </a:cubicBezTo>
                  <a:close/>
                </a:path>
              </a:pathLst>
            </a:custGeom>
            <a:solidFill>
              <a:srgbClr val="C9C9C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1" name="Freeform 39"/>
            <p:cNvSpPr>
              <a:spLocks/>
            </p:cNvSpPr>
            <p:nvPr/>
          </p:nvSpPr>
          <p:spPr bwMode="auto">
            <a:xfrm>
              <a:off x="7551991" y="4965731"/>
              <a:ext cx="414480" cy="427375"/>
            </a:xfrm>
            <a:custGeom>
              <a:avLst/>
              <a:gdLst>
                <a:gd name="T0" fmla="*/ 58 w 58"/>
                <a:gd name="T1" fmla="*/ 21 h 60"/>
                <a:gd name="T2" fmla="*/ 33 w 58"/>
                <a:gd name="T3" fmla="*/ 0 h 60"/>
                <a:gd name="T4" fmla="*/ 0 w 58"/>
                <a:gd name="T5" fmla="*/ 33 h 60"/>
                <a:gd name="T6" fmla="*/ 32 w 58"/>
                <a:gd name="T7" fmla="*/ 60 h 60"/>
                <a:gd name="T8" fmla="*/ 58 w 58"/>
                <a:gd name="T9" fmla="*/ 21 h 60"/>
              </a:gdLst>
              <a:ahLst/>
              <a:cxnLst>
                <a:cxn ang="0">
                  <a:pos x="T0" y="T1"/>
                </a:cxn>
                <a:cxn ang="0">
                  <a:pos x="T2" y="T3"/>
                </a:cxn>
                <a:cxn ang="0">
                  <a:pos x="T4" y="T5"/>
                </a:cxn>
                <a:cxn ang="0">
                  <a:pos x="T6" y="T7"/>
                </a:cxn>
                <a:cxn ang="0">
                  <a:pos x="T8" y="T9"/>
                </a:cxn>
              </a:cxnLst>
              <a:rect l="0" t="0" r="r" b="b"/>
              <a:pathLst>
                <a:path w="58" h="60">
                  <a:moveTo>
                    <a:pt x="58" y="21"/>
                  </a:moveTo>
                  <a:cubicBezTo>
                    <a:pt x="49" y="15"/>
                    <a:pt x="41" y="8"/>
                    <a:pt x="33" y="0"/>
                  </a:cubicBezTo>
                  <a:cubicBezTo>
                    <a:pt x="0" y="33"/>
                    <a:pt x="0" y="33"/>
                    <a:pt x="0" y="33"/>
                  </a:cubicBezTo>
                  <a:cubicBezTo>
                    <a:pt x="10" y="43"/>
                    <a:pt x="21" y="52"/>
                    <a:pt x="32" y="60"/>
                  </a:cubicBezTo>
                  <a:lnTo>
                    <a:pt x="58" y="21"/>
                  </a:lnTo>
                  <a:close/>
                </a:path>
              </a:pathLst>
            </a:custGeom>
            <a:solidFill>
              <a:srgbClr val="C9C9C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2" name="Freeform 40"/>
            <p:cNvSpPr>
              <a:spLocks/>
            </p:cNvSpPr>
            <p:nvPr/>
          </p:nvSpPr>
          <p:spPr bwMode="auto">
            <a:xfrm>
              <a:off x="7010404" y="4138612"/>
              <a:ext cx="392374" cy="342637"/>
            </a:xfrm>
            <a:custGeom>
              <a:avLst/>
              <a:gdLst>
                <a:gd name="T0" fmla="*/ 55 w 55"/>
                <a:gd name="T1" fmla="*/ 30 h 48"/>
                <a:gd name="T2" fmla="*/ 46 w 55"/>
                <a:gd name="T3" fmla="*/ 0 h 48"/>
                <a:gd name="T4" fmla="*/ 0 w 55"/>
                <a:gd name="T5" fmla="*/ 9 h 48"/>
                <a:gd name="T6" fmla="*/ 12 w 55"/>
                <a:gd name="T7" fmla="*/ 48 h 48"/>
                <a:gd name="T8" fmla="*/ 55 w 55"/>
                <a:gd name="T9" fmla="*/ 30 h 48"/>
              </a:gdLst>
              <a:ahLst/>
              <a:cxnLst>
                <a:cxn ang="0">
                  <a:pos x="T0" y="T1"/>
                </a:cxn>
                <a:cxn ang="0">
                  <a:pos x="T2" y="T3"/>
                </a:cxn>
                <a:cxn ang="0">
                  <a:pos x="T4" y="T5"/>
                </a:cxn>
                <a:cxn ang="0">
                  <a:pos x="T6" y="T7"/>
                </a:cxn>
                <a:cxn ang="0">
                  <a:pos x="T8" y="T9"/>
                </a:cxn>
              </a:cxnLst>
              <a:rect l="0" t="0" r="r" b="b"/>
              <a:pathLst>
                <a:path w="55" h="48">
                  <a:moveTo>
                    <a:pt x="55" y="30"/>
                  </a:moveTo>
                  <a:cubicBezTo>
                    <a:pt x="51" y="21"/>
                    <a:pt x="48" y="10"/>
                    <a:pt x="46" y="0"/>
                  </a:cubicBezTo>
                  <a:cubicBezTo>
                    <a:pt x="0" y="9"/>
                    <a:pt x="0" y="9"/>
                    <a:pt x="0" y="9"/>
                  </a:cubicBezTo>
                  <a:cubicBezTo>
                    <a:pt x="3" y="23"/>
                    <a:pt x="7" y="36"/>
                    <a:pt x="12" y="48"/>
                  </a:cubicBezTo>
                  <a:lnTo>
                    <a:pt x="55" y="30"/>
                  </a:lnTo>
                  <a:close/>
                </a:path>
              </a:pathLst>
            </a:custGeom>
            <a:solidFill>
              <a:srgbClr val="C9C9C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6" name="Freeform 41"/>
            <p:cNvSpPr>
              <a:spLocks/>
            </p:cNvSpPr>
            <p:nvPr/>
          </p:nvSpPr>
          <p:spPr bwMode="auto">
            <a:xfrm>
              <a:off x="6968034" y="3825449"/>
              <a:ext cx="350006" cy="291057"/>
            </a:xfrm>
            <a:custGeom>
              <a:avLst/>
              <a:gdLst>
                <a:gd name="T0" fmla="*/ 49 w 49"/>
                <a:gd name="T1" fmla="*/ 31 h 41"/>
                <a:gd name="T2" fmla="*/ 47 w 49"/>
                <a:gd name="T3" fmla="*/ 0 h 41"/>
                <a:gd name="T4" fmla="*/ 0 w 49"/>
                <a:gd name="T5" fmla="*/ 0 h 41"/>
                <a:gd name="T6" fmla="*/ 4 w 49"/>
                <a:gd name="T7" fmla="*/ 41 h 41"/>
                <a:gd name="T8" fmla="*/ 49 w 49"/>
                <a:gd name="T9" fmla="*/ 31 h 41"/>
              </a:gdLst>
              <a:ahLst/>
              <a:cxnLst>
                <a:cxn ang="0">
                  <a:pos x="T0" y="T1"/>
                </a:cxn>
                <a:cxn ang="0">
                  <a:pos x="T2" y="T3"/>
                </a:cxn>
                <a:cxn ang="0">
                  <a:pos x="T4" y="T5"/>
                </a:cxn>
                <a:cxn ang="0">
                  <a:pos x="T6" y="T7"/>
                </a:cxn>
                <a:cxn ang="0">
                  <a:pos x="T8" y="T9"/>
                </a:cxn>
              </a:cxnLst>
              <a:rect l="0" t="0" r="r" b="b"/>
              <a:pathLst>
                <a:path w="49" h="41">
                  <a:moveTo>
                    <a:pt x="49" y="31"/>
                  </a:moveTo>
                  <a:cubicBezTo>
                    <a:pt x="48" y="21"/>
                    <a:pt x="47" y="11"/>
                    <a:pt x="47" y="0"/>
                  </a:cubicBezTo>
                  <a:cubicBezTo>
                    <a:pt x="0" y="0"/>
                    <a:pt x="0" y="0"/>
                    <a:pt x="0" y="0"/>
                  </a:cubicBezTo>
                  <a:cubicBezTo>
                    <a:pt x="0" y="14"/>
                    <a:pt x="1" y="27"/>
                    <a:pt x="4" y="41"/>
                  </a:cubicBezTo>
                  <a:lnTo>
                    <a:pt x="49" y="31"/>
                  </a:lnTo>
                  <a:close/>
                </a:path>
              </a:pathLst>
            </a:custGeom>
            <a:solidFill>
              <a:srgbClr val="C9C9C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7" name="Freeform 42"/>
            <p:cNvSpPr>
              <a:spLocks/>
            </p:cNvSpPr>
            <p:nvPr/>
          </p:nvSpPr>
          <p:spPr bwMode="auto">
            <a:xfrm>
              <a:off x="8565165" y="5420738"/>
              <a:ext cx="298426" cy="364743"/>
            </a:xfrm>
            <a:custGeom>
              <a:avLst/>
              <a:gdLst>
                <a:gd name="T0" fmla="*/ 42 w 42"/>
                <a:gd name="T1" fmla="*/ 4 h 51"/>
                <a:gd name="T2" fmla="*/ 9 w 42"/>
                <a:gd name="T3" fmla="*/ 0 h 51"/>
                <a:gd name="T4" fmla="*/ 0 w 42"/>
                <a:gd name="T5" fmla="*/ 46 h 51"/>
                <a:gd name="T6" fmla="*/ 42 w 42"/>
                <a:gd name="T7" fmla="*/ 51 h 51"/>
                <a:gd name="T8" fmla="*/ 42 w 42"/>
                <a:gd name="T9" fmla="*/ 4 h 51"/>
              </a:gdLst>
              <a:ahLst/>
              <a:cxnLst>
                <a:cxn ang="0">
                  <a:pos x="T0" y="T1"/>
                </a:cxn>
                <a:cxn ang="0">
                  <a:pos x="T2" y="T3"/>
                </a:cxn>
                <a:cxn ang="0">
                  <a:pos x="T4" y="T5"/>
                </a:cxn>
                <a:cxn ang="0">
                  <a:pos x="T6" y="T7"/>
                </a:cxn>
                <a:cxn ang="0">
                  <a:pos x="T8" y="T9"/>
                </a:cxn>
              </a:cxnLst>
              <a:rect l="0" t="0" r="r" b="b"/>
              <a:pathLst>
                <a:path w="42" h="51">
                  <a:moveTo>
                    <a:pt x="42" y="4"/>
                  </a:moveTo>
                  <a:cubicBezTo>
                    <a:pt x="31" y="4"/>
                    <a:pt x="20" y="2"/>
                    <a:pt x="9" y="0"/>
                  </a:cubicBezTo>
                  <a:cubicBezTo>
                    <a:pt x="0" y="46"/>
                    <a:pt x="0" y="46"/>
                    <a:pt x="0" y="46"/>
                  </a:cubicBezTo>
                  <a:cubicBezTo>
                    <a:pt x="14" y="49"/>
                    <a:pt x="28" y="50"/>
                    <a:pt x="42" y="51"/>
                  </a:cubicBezTo>
                  <a:lnTo>
                    <a:pt x="42" y="4"/>
                  </a:lnTo>
                  <a:close/>
                </a:path>
              </a:pathLst>
            </a:custGeom>
            <a:solidFill>
              <a:srgbClr val="C9C9C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8" name="Freeform 43"/>
            <p:cNvSpPr>
              <a:spLocks/>
            </p:cNvSpPr>
            <p:nvPr/>
          </p:nvSpPr>
          <p:spPr bwMode="auto">
            <a:xfrm>
              <a:off x="7852259" y="5172050"/>
              <a:ext cx="385006" cy="420007"/>
            </a:xfrm>
            <a:custGeom>
              <a:avLst/>
              <a:gdLst>
                <a:gd name="T0" fmla="*/ 54 w 54"/>
                <a:gd name="T1" fmla="*/ 16 h 59"/>
                <a:gd name="T2" fmla="*/ 26 w 54"/>
                <a:gd name="T3" fmla="*/ 0 h 59"/>
                <a:gd name="T4" fmla="*/ 0 w 54"/>
                <a:gd name="T5" fmla="*/ 39 h 59"/>
                <a:gd name="T6" fmla="*/ 36 w 54"/>
                <a:gd name="T7" fmla="*/ 59 h 59"/>
                <a:gd name="T8" fmla="*/ 54 w 54"/>
                <a:gd name="T9" fmla="*/ 16 h 59"/>
              </a:gdLst>
              <a:ahLst/>
              <a:cxnLst>
                <a:cxn ang="0">
                  <a:pos x="T0" y="T1"/>
                </a:cxn>
                <a:cxn ang="0">
                  <a:pos x="T2" y="T3"/>
                </a:cxn>
                <a:cxn ang="0">
                  <a:pos x="T4" y="T5"/>
                </a:cxn>
                <a:cxn ang="0">
                  <a:pos x="T6" y="T7"/>
                </a:cxn>
                <a:cxn ang="0">
                  <a:pos x="T8" y="T9"/>
                </a:cxn>
              </a:cxnLst>
              <a:rect l="0" t="0" r="r" b="b"/>
              <a:pathLst>
                <a:path w="54" h="59">
                  <a:moveTo>
                    <a:pt x="54" y="16"/>
                  </a:moveTo>
                  <a:cubicBezTo>
                    <a:pt x="44" y="11"/>
                    <a:pt x="35" y="6"/>
                    <a:pt x="26" y="0"/>
                  </a:cubicBezTo>
                  <a:cubicBezTo>
                    <a:pt x="0" y="39"/>
                    <a:pt x="0" y="39"/>
                    <a:pt x="0" y="39"/>
                  </a:cubicBezTo>
                  <a:cubicBezTo>
                    <a:pt x="12" y="46"/>
                    <a:pt x="24" y="53"/>
                    <a:pt x="36" y="59"/>
                  </a:cubicBezTo>
                  <a:lnTo>
                    <a:pt x="54" y="16"/>
                  </a:lnTo>
                  <a:close/>
                </a:path>
              </a:pathLst>
            </a:custGeom>
            <a:solidFill>
              <a:srgbClr val="C9C9C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 name="Freeform 44"/>
            <p:cNvSpPr>
              <a:spLocks/>
            </p:cNvSpPr>
            <p:nvPr/>
          </p:nvSpPr>
          <p:spPr bwMode="auto">
            <a:xfrm>
              <a:off x="8194896" y="5321262"/>
              <a:ext cx="348163" cy="407112"/>
            </a:xfrm>
            <a:custGeom>
              <a:avLst/>
              <a:gdLst>
                <a:gd name="T0" fmla="*/ 49 w 49"/>
                <a:gd name="T1" fmla="*/ 11 h 57"/>
                <a:gd name="T2" fmla="*/ 18 w 49"/>
                <a:gd name="T3" fmla="*/ 0 h 57"/>
                <a:gd name="T4" fmla="*/ 0 w 49"/>
                <a:gd name="T5" fmla="*/ 43 h 57"/>
                <a:gd name="T6" fmla="*/ 40 w 49"/>
                <a:gd name="T7" fmla="*/ 57 h 57"/>
                <a:gd name="T8" fmla="*/ 49 w 49"/>
                <a:gd name="T9" fmla="*/ 11 h 57"/>
              </a:gdLst>
              <a:ahLst/>
              <a:cxnLst>
                <a:cxn ang="0">
                  <a:pos x="T0" y="T1"/>
                </a:cxn>
                <a:cxn ang="0">
                  <a:pos x="T2" y="T3"/>
                </a:cxn>
                <a:cxn ang="0">
                  <a:pos x="T4" y="T5"/>
                </a:cxn>
                <a:cxn ang="0">
                  <a:pos x="T6" y="T7"/>
                </a:cxn>
                <a:cxn ang="0">
                  <a:pos x="T8" y="T9"/>
                </a:cxn>
              </a:cxnLst>
              <a:rect l="0" t="0" r="r" b="b"/>
              <a:pathLst>
                <a:path w="49" h="57">
                  <a:moveTo>
                    <a:pt x="49" y="11"/>
                  </a:moveTo>
                  <a:cubicBezTo>
                    <a:pt x="38" y="8"/>
                    <a:pt x="28" y="5"/>
                    <a:pt x="18" y="0"/>
                  </a:cubicBezTo>
                  <a:cubicBezTo>
                    <a:pt x="0" y="43"/>
                    <a:pt x="0" y="43"/>
                    <a:pt x="0" y="43"/>
                  </a:cubicBezTo>
                  <a:cubicBezTo>
                    <a:pt x="13" y="49"/>
                    <a:pt x="26" y="53"/>
                    <a:pt x="40" y="57"/>
                  </a:cubicBezTo>
                  <a:lnTo>
                    <a:pt x="49" y="11"/>
                  </a:lnTo>
                  <a:close/>
                </a:path>
              </a:pathLst>
            </a:custGeom>
            <a:solidFill>
              <a:srgbClr val="C9C9C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 name="Freeform 45"/>
            <p:cNvSpPr>
              <a:spLocks/>
            </p:cNvSpPr>
            <p:nvPr/>
          </p:nvSpPr>
          <p:spPr bwMode="auto">
            <a:xfrm>
              <a:off x="7124616" y="4437038"/>
              <a:ext cx="414480" cy="392375"/>
            </a:xfrm>
            <a:custGeom>
              <a:avLst/>
              <a:gdLst>
                <a:gd name="T0" fmla="*/ 58 w 58"/>
                <a:gd name="T1" fmla="*/ 29 h 55"/>
                <a:gd name="T2" fmla="*/ 43 w 58"/>
                <a:gd name="T3" fmla="*/ 0 h 55"/>
                <a:gd name="T4" fmla="*/ 0 w 58"/>
                <a:gd name="T5" fmla="*/ 18 h 55"/>
                <a:gd name="T6" fmla="*/ 19 w 58"/>
                <a:gd name="T7" fmla="*/ 55 h 55"/>
                <a:gd name="T8" fmla="*/ 58 w 58"/>
                <a:gd name="T9" fmla="*/ 29 h 55"/>
              </a:gdLst>
              <a:ahLst/>
              <a:cxnLst>
                <a:cxn ang="0">
                  <a:pos x="T0" y="T1"/>
                </a:cxn>
                <a:cxn ang="0">
                  <a:pos x="T2" y="T3"/>
                </a:cxn>
                <a:cxn ang="0">
                  <a:pos x="T4" y="T5"/>
                </a:cxn>
                <a:cxn ang="0">
                  <a:pos x="T6" y="T7"/>
                </a:cxn>
                <a:cxn ang="0">
                  <a:pos x="T8" y="T9"/>
                </a:cxn>
              </a:cxnLst>
              <a:rect l="0" t="0" r="r" b="b"/>
              <a:pathLst>
                <a:path w="58" h="55">
                  <a:moveTo>
                    <a:pt x="58" y="29"/>
                  </a:moveTo>
                  <a:cubicBezTo>
                    <a:pt x="52" y="20"/>
                    <a:pt x="48" y="10"/>
                    <a:pt x="43" y="0"/>
                  </a:cubicBezTo>
                  <a:cubicBezTo>
                    <a:pt x="0" y="18"/>
                    <a:pt x="0" y="18"/>
                    <a:pt x="0" y="18"/>
                  </a:cubicBezTo>
                  <a:cubicBezTo>
                    <a:pt x="6" y="31"/>
                    <a:pt x="12" y="43"/>
                    <a:pt x="19" y="55"/>
                  </a:cubicBezTo>
                  <a:lnTo>
                    <a:pt x="58" y="29"/>
                  </a:lnTo>
                  <a:close/>
                </a:path>
              </a:pathLst>
            </a:custGeom>
            <a:solidFill>
              <a:srgbClr val="C9C9C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3" name="Freeform 46"/>
            <p:cNvSpPr>
              <a:spLocks/>
            </p:cNvSpPr>
            <p:nvPr/>
          </p:nvSpPr>
          <p:spPr bwMode="auto">
            <a:xfrm>
              <a:off x="7852259" y="1964893"/>
              <a:ext cx="385006" cy="420007"/>
            </a:xfrm>
            <a:custGeom>
              <a:avLst/>
              <a:gdLst>
                <a:gd name="T0" fmla="*/ 26 w 54"/>
                <a:gd name="T1" fmla="*/ 59 h 59"/>
                <a:gd name="T2" fmla="*/ 54 w 54"/>
                <a:gd name="T3" fmla="*/ 43 h 59"/>
                <a:gd name="T4" fmla="*/ 36 w 54"/>
                <a:gd name="T5" fmla="*/ 0 h 59"/>
                <a:gd name="T6" fmla="*/ 0 w 54"/>
                <a:gd name="T7" fmla="*/ 21 h 59"/>
                <a:gd name="T8" fmla="*/ 26 w 54"/>
                <a:gd name="T9" fmla="*/ 59 h 59"/>
              </a:gdLst>
              <a:ahLst/>
              <a:cxnLst>
                <a:cxn ang="0">
                  <a:pos x="T0" y="T1"/>
                </a:cxn>
                <a:cxn ang="0">
                  <a:pos x="T2" y="T3"/>
                </a:cxn>
                <a:cxn ang="0">
                  <a:pos x="T4" y="T5"/>
                </a:cxn>
                <a:cxn ang="0">
                  <a:pos x="T6" y="T7"/>
                </a:cxn>
                <a:cxn ang="0">
                  <a:pos x="T8" y="T9"/>
                </a:cxn>
              </a:cxnLst>
              <a:rect l="0" t="0" r="r" b="b"/>
              <a:pathLst>
                <a:path w="54" h="59">
                  <a:moveTo>
                    <a:pt x="26" y="59"/>
                  </a:moveTo>
                  <a:cubicBezTo>
                    <a:pt x="35" y="53"/>
                    <a:pt x="45" y="48"/>
                    <a:pt x="54" y="43"/>
                  </a:cubicBezTo>
                  <a:cubicBezTo>
                    <a:pt x="36" y="0"/>
                    <a:pt x="36" y="0"/>
                    <a:pt x="36" y="0"/>
                  </a:cubicBezTo>
                  <a:cubicBezTo>
                    <a:pt x="24" y="6"/>
                    <a:pt x="12" y="13"/>
                    <a:pt x="0" y="21"/>
                  </a:cubicBezTo>
                  <a:lnTo>
                    <a:pt x="26" y="59"/>
                  </a:lnTo>
                  <a:close/>
                </a:path>
              </a:pathLst>
            </a:custGeom>
            <a:solidFill>
              <a:srgbClr val="C9C9C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4" name="Freeform 47"/>
            <p:cNvSpPr>
              <a:spLocks/>
            </p:cNvSpPr>
            <p:nvPr/>
          </p:nvSpPr>
          <p:spPr bwMode="auto">
            <a:xfrm>
              <a:off x="6968034" y="3447812"/>
              <a:ext cx="350006" cy="283689"/>
            </a:xfrm>
            <a:custGeom>
              <a:avLst/>
              <a:gdLst>
                <a:gd name="T0" fmla="*/ 47 w 49"/>
                <a:gd name="T1" fmla="*/ 40 h 40"/>
                <a:gd name="T2" fmla="*/ 49 w 49"/>
                <a:gd name="T3" fmla="*/ 9 h 40"/>
                <a:gd name="T4" fmla="*/ 4 w 49"/>
                <a:gd name="T5" fmla="*/ 0 h 40"/>
                <a:gd name="T6" fmla="*/ 0 w 49"/>
                <a:gd name="T7" fmla="*/ 40 h 40"/>
                <a:gd name="T8" fmla="*/ 47 w 49"/>
                <a:gd name="T9" fmla="*/ 40 h 40"/>
              </a:gdLst>
              <a:ahLst/>
              <a:cxnLst>
                <a:cxn ang="0">
                  <a:pos x="T0" y="T1"/>
                </a:cxn>
                <a:cxn ang="0">
                  <a:pos x="T2" y="T3"/>
                </a:cxn>
                <a:cxn ang="0">
                  <a:pos x="T4" y="T5"/>
                </a:cxn>
                <a:cxn ang="0">
                  <a:pos x="T6" y="T7"/>
                </a:cxn>
                <a:cxn ang="0">
                  <a:pos x="T8" y="T9"/>
                </a:cxn>
              </a:cxnLst>
              <a:rect l="0" t="0" r="r" b="b"/>
              <a:pathLst>
                <a:path w="49" h="40">
                  <a:moveTo>
                    <a:pt x="47" y="40"/>
                  </a:moveTo>
                  <a:cubicBezTo>
                    <a:pt x="47" y="29"/>
                    <a:pt x="48" y="19"/>
                    <a:pt x="49" y="9"/>
                  </a:cubicBezTo>
                  <a:cubicBezTo>
                    <a:pt x="4" y="0"/>
                    <a:pt x="4" y="0"/>
                    <a:pt x="4" y="0"/>
                  </a:cubicBezTo>
                  <a:cubicBezTo>
                    <a:pt x="1" y="13"/>
                    <a:pt x="0" y="26"/>
                    <a:pt x="0" y="40"/>
                  </a:cubicBezTo>
                  <a:lnTo>
                    <a:pt x="47" y="40"/>
                  </a:lnTo>
                  <a:close/>
                </a:path>
              </a:pathLst>
            </a:custGeom>
            <a:solidFill>
              <a:srgbClr val="C9C9C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5" name="Freeform 48"/>
            <p:cNvSpPr>
              <a:spLocks/>
            </p:cNvSpPr>
            <p:nvPr/>
          </p:nvSpPr>
          <p:spPr bwMode="auto">
            <a:xfrm>
              <a:off x="7551991" y="2163843"/>
              <a:ext cx="414480" cy="427375"/>
            </a:xfrm>
            <a:custGeom>
              <a:avLst/>
              <a:gdLst>
                <a:gd name="T0" fmla="*/ 33 w 58"/>
                <a:gd name="T1" fmla="*/ 60 h 60"/>
                <a:gd name="T2" fmla="*/ 58 w 58"/>
                <a:gd name="T3" fmla="*/ 39 h 60"/>
                <a:gd name="T4" fmla="*/ 32 w 58"/>
                <a:gd name="T5" fmla="*/ 0 h 60"/>
                <a:gd name="T6" fmla="*/ 0 w 58"/>
                <a:gd name="T7" fmla="*/ 27 h 60"/>
                <a:gd name="T8" fmla="*/ 33 w 58"/>
                <a:gd name="T9" fmla="*/ 60 h 60"/>
              </a:gdLst>
              <a:ahLst/>
              <a:cxnLst>
                <a:cxn ang="0">
                  <a:pos x="T0" y="T1"/>
                </a:cxn>
                <a:cxn ang="0">
                  <a:pos x="T2" y="T3"/>
                </a:cxn>
                <a:cxn ang="0">
                  <a:pos x="T4" y="T5"/>
                </a:cxn>
                <a:cxn ang="0">
                  <a:pos x="T6" y="T7"/>
                </a:cxn>
                <a:cxn ang="0">
                  <a:pos x="T8" y="T9"/>
                </a:cxn>
              </a:cxnLst>
              <a:rect l="0" t="0" r="r" b="b"/>
              <a:pathLst>
                <a:path w="58" h="60">
                  <a:moveTo>
                    <a:pt x="33" y="60"/>
                  </a:moveTo>
                  <a:cubicBezTo>
                    <a:pt x="41" y="52"/>
                    <a:pt x="49" y="45"/>
                    <a:pt x="58" y="39"/>
                  </a:cubicBezTo>
                  <a:cubicBezTo>
                    <a:pt x="32" y="0"/>
                    <a:pt x="32" y="0"/>
                    <a:pt x="32" y="0"/>
                  </a:cubicBezTo>
                  <a:cubicBezTo>
                    <a:pt x="21" y="8"/>
                    <a:pt x="10" y="17"/>
                    <a:pt x="0" y="27"/>
                  </a:cubicBezTo>
                  <a:lnTo>
                    <a:pt x="33" y="60"/>
                  </a:lnTo>
                  <a:close/>
                </a:path>
              </a:pathLst>
            </a:custGeom>
            <a:solidFill>
              <a:srgbClr val="C9C9C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6" name="Freeform 49"/>
            <p:cNvSpPr>
              <a:spLocks/>
            </p:cNvSpPr>
            <p:nvPr/>
          </p:nvSpPr>
          <p:spPr bwMode="auto">
            <a:xfrm>
              <a:off x="8194896" y="1828575"/>
              <a:ext cx="348163" cy="407112"/>
            </a:xfrm>
            <a:custGeom>
              <a:avLst/>
              <a:gdLst>
                <a:gd name="T0" fmla="*/ 0 w 49"/>
                <a:gd name="T1" fmla="*/ 14 h 57"/>
                <a:gd name="T2" fmla="*/ 18 w 49"/>
                <a:gd name="T3" fmla="*/ 57 h 57"/>
                <a:gd name="T4" fmla="*/ 49 w 49"/>
                <a:gd name="T5" fmla="*/ 46 h 57"/>
                <a:gd name="T6" fmla="*/ 40 w 49"/>
                <a:gd name="T7" fmla="*/ 0 h 57"/>
                <a:gd name="T8" fmla="*/ 0 w 49"/>
                <a:gd name="T9" fmla="*/ 14 h 57"/>
              </a:gdLst>
              <a:ahLst/>
              <a:cxnLst>
                <a:cxn ang="0">
                  <a:pos x="T0" y="T1"/>
                </a:cxn>
                <a:cxn ang="0">
                  <a:pos x="T2" y="T3"/>
                </a:cxn>
                <a:cxn ang="0">
                  <a:pos x="T4" y="T5"/>
                </a:cxn>
                <a:cxn ang="0">
                  <a:pos x="T6" y="T7"/>
                </a:cxn>
                <a:cxn ang="0">
                  <a:pos x="T8" y="T9"/>
                </a:cxn>
              </a:cxnLst>
              <a:rect l="0" t="0" r="r" b="b"/>
              <a:pathLst>
                <a:path w="49" h="57">
                  <a:moveTo>
                    <a:pt x="0" y="14"/>
                  </a:moveTo>
                  <a:cubicBezTo>
                    <a:pt x="18" y="57"/>
                    <a:pt x="18" y="57"/>
                    <a:pt x="18" y="57"/>
                  </a:cubicBezTo>
                  <a:cubicBezTo>
                    <a:pt x="28" y="53"/>
                    <a:pt x="38" y="49"/>
                    <a:pt x="49" y="46"/>
                  </a:cubicBezTo>
                  <a:cubicBezTo>
                    <a:pt x="40" y="0"/>
                    <a:pt x="40" y="0"/>
                    <a:pt x="40" y="0"/>
                  </a:cubicBezTo>
                  <a:cubicBezTo>
                    <a:pt x="26" y="4"/>
                    <a:pt x="13" y="8"/>
                    <a:pt x="0" y="14"/>
                  </a:cubicBezTo>
                  <a:close/>
                </a:path>
              </a:pathLst>
            </a:custGeom>
            <a:solidFill>
              <a:srgbClr val="C9C9C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7" name="Freeform 50"/>
            <p:cNvSpPr>
              <a:spLocks/>
            </p:cNvSpPr>
            <p:nvPr/>
          </p:nvSpPr>
          <p:spPr bwMode="auto">
            <a:xfrm>
              <a:off x="7010404" y="3075701"/>
              <a:ext cx="392374" cy="342637"/>
            </a:xfrm>
            <a:custGeom>
              <a:avLst/>
              <a:gdLst>
                <a:gd name="T0" fmla="*/ 46 w 55"/>
                <a:gd name="T1" fmla="*/ 48 h 48"/>
                <a:gd name="T2" fmla="*/ 55 w 55"/>
                <a:gd name="T3" fmla="*/ 18 h 48"/>
                <a:gd name="T4" fmla="*/ 12 w 55"/>
                <a:gd name="T5" fmla="*/ 0 h 48"/>
                <a:gd name="T6" fmla="*/ 0 w 55"/>
                <a:gd name="T7" fmla="*/ 39 h 48"/>
                <a:gd name="T8" fmla="*/ 46 w 55"/>
                <a:gd name="T9" fmla="*/ 48 h 48"/>
              </a:gdLst>
              <a:ahLst/>
              <a:cxnLst>
                <a:cxn ang="0">
                  <a:pos x="T0" y="T1"/>
                </a:cxn>
                <a:cxn ang="0">
                  <a:pos x="T2" y="T3"/>
                </a:cxn>
                <a:cxn ang="0">
                  <a:pos x="T4" y="T5"/>
                </a:cxn>
                <a:cxn ang="0">
                  <a:pos x="T6" y="T7"/>
                </a:cxn>
                <a:cxn ang="0">
                  <a:pos x="T8" y="T9"/>
                </a:cxn>
              </a:cxnLst>
              <a:rect l="0" t="0" r="r" b="b"/>
              <a:pathLst>
                <a:path w="55" h="48">
                  <a:moveTo>
                    <a:pt x="46" y="48"/>
                  </a:moveTo>
                  <a:cubicBezTo>
                    <a:pt x="48" y="38"/>
                    <a:pt x="51" y="27"/>
                    <a:pt x="55" y="18"/>
                  </a:cubicBezTo>
                  <a:cubicBezTo>
                    <a:pt x="12" y="0"/>
                    <a:pt x="12" y="0"/>
                    <a:pt x="12" y="0"/>
                  </a:cubicBezTo>
                  <a:cubicBezTo>
                    <a:pt x="7" y="12"/>
                    <a:pt x="3" y="25"/>
                    <a:pt x="0" y="39"/>
                  </a:cubicBezTo>
                  <a:lnTo>
                    <a:pt x="46" y="48"/>
                  </a:lnTo>
                  <a:close/>
                </a:path>
              </a:pathLst>
            </a:custGeom>
            <a:solidFill>
              <a:srgbClr val="C9C9C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8" name="Freeform 51"/>
            <p:cNvSpPr>
              <a:spLocks/>
            </p:cNvSpPr>
            <p:nvPr/>
          </p:nvSpPr>
          <p:spPr bwMode="auto">
            <a:xfrm>
              <a:off x="7124616" y="2734905"/>
              <a:ext cx="414480" cy="385007"/>
            </a:xfrm>
            <a:custGeom>
              <a:avLst/>
              <a:gdLst>
                <a:gd name="T0" fmla="*/ 43 w 58"/>
                <a:gd name="T1" fmla="*/ 54 h 54"/>
                <a:gd name="T2" fmla="*/ 58 w 58"/>
                <a:gd name="T3" fmla="*/ 25 h 54"/>
                <a:gd name="T4" fmla="*/ 19 w 58"/>
                <a:gd name="T5" fmla="*/ 0 h 54"/>
                <a:gd name="T6" fmla="*/ 0 w 58"/>
                <a:gd name="T7" fmla="*/ 36 h 54"/>
                <a:gd name="T8" fmla="*/ 43 w 58"/>
                <a:gd name="T9" fmla="*/ 54 h 54"/>
              </a:gdLst>
              <a:ahLst/>
              <a:cxnLst>
                <a:cxn ang="0">
                  <a:pos x="T0" y="T1"/>
                </a:cxn>
                <a:cxn ang="0">
                  <a:pos x="T2" y="T3"/>
                </a:cxn>
                <a:cxn ang="0">
                  <a:pos x="T4" y="T5"/>
                </a:cxn>
                <a:cxn ang="0">
                  <a:pos x="T6" y="T7"/>
                </a:cxn>
                <a:cxn ang="0">
                  <a:pos x="T8" y="T9"/>
                </a:cxn>
              </a:cxnLst>
              <a:rect l="0" t="0" r="r" b="b"/>
              <a:pathLst>
                <a:path w="58" h="54">
                  <a:moveTo>
                    <a:pt x="43" y="54"/>
                  </a:moveTo>
                  <a:cubicBezTo>
                    <a:pt x="48" y="44"/>
                    <a:pt x="52" y="34"/>
                    <a:pt x="58" y="25"/>
                  </a:cubicBezTo>
                  <a:cubicBezTo>
                    <a:pt x="19" y="0"/>
                    <a:pt x="19" y="0"/>
                    <a:pt x="19" y="0"/>
                  </a:cubicBezTo>
                  <a:cubicBezTo>
                    <a:pt x="12" y="11"/>
                    <a:pt x="6" y="23"/>
                    <a:pt x="0" y="36"/>
                  </a:cubicBezTo>
                  <a:lnTo>
                    <a:pt x="43" y="54"/>
                  </a:lnTo>
                  <a:close/>
                </a:path>
              </a:pathLst>
            </a:custGeom>
            <a:solidFill>
              <a:srgbClr val="C9C9C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9" name="Freeform 52"/>
            <p:cNvSpPr>
              <a:spLocks/>
            </p:cNvSpPr>
            <p:nvPr/>
          </p:nvSpPr>
          <p:spPr bwMode="auto">
            <a:xfrm>
              <a:off x="7310671" y="2421742"/>
              <a:ext cx="420007" cy="420007"/>
            </a:xfrm>
            <a:custGeom>
              <a:avLst/>
              <a:gdLst>
                <a:gd name="T0" fmla="*/ 39 w 59"/>
                <a:gd name="T1" fmla="*/ 59 h 59"/>
                <a:gd name="T2" fmla="*/ 59 w 59"/>
                <a:gd name="T3" fmla="*/ 33 h 59"/>
                <a:gd name="T4" fmla="*/ 26 w 59"/>
                <a:gd name="T5" fmla="*/ 0 h 59"/>
                <a:gd name="T6" fmla="*/ 0 w 59"/>
                <a:gd name="T7" fmla="*/ 33 h 59"/>
                <a:gd name="T8" fmla="*/ 39 w 59"/>
                <a:gd name="T9" fmla="*/ 59 h 59"/>
              </a:gdLst>
              <a:ahLst/>
              <a:cxnLst>
                <a:cxn ang="0">
                  <a:pos x="T0" y="T1"/>
                </a:cxn>
                <a:cxn ang="0">
                  <a:pos x="T2" y="T3"/>
                </a:cxn>
                <a:cxn ang="0">
                  <a:pos x="T4" y="T5"/>
                </a:cxn>
                <a:cxn ang="0">
                  <a:pos x="T6" y="T7"/>
                </a:cxn>
                <a:cxn ang="0">
                  <a:pos x="T8" y="T9"/>
                </a:cxn>
              </a:cxnLst>
              <a:rect l="0" t="0" r="r" b="b"/>
              <a:pathLst>
                <a:path w="59" h="59">
                  <a:moveTo>
                    <a:pt x="39" y="59"/>
                  </a:moveTo>
                  <a:cubicBezTo>
                    <a:pt x="45" y="50"/>
                    <a:pt x="51" y="41"/>
                    <a:pt x="59" y="33"/>
                  </a:cubicBezTo>
                  <a:cubicBezTo>
                    <a:pt x="26" y="0"/>
                    <a:pt x="26" y="0"/>
                    <a:pt x="26" y="0"/>
                  </a:cubicBezTo>
                  <a:cubicBezTo>
                    <a:pt x="16" y="11"/>
                    <a:pt x="8" y="21"/>
                    <a:pt x="0" y="33"/>
                  </a:cubicBezTo>
                  <a:lnTo>
                    <a:pt x="39" y="59"/>
                  </a:lnTo>
                  <a:close/>
                </a:path>
              </a:pathLst>
            </a:custGeom>
            <a:solidFill>
              <a:srgbClr val="C9C9C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0" name="Freeform 53"/>
            <p:cNvSpPr>
              <a:spLocks/>
            </p:cNvSpPr>
            <p:nvPr/>
          </p:nvSpPr>
          <p:spPr bwMode="auto">
            <a:xfrm>
              <a:off x="10624672" y="3825449"/>
              <a:ext cx="357374" cy="313163"/>
            </a:xfrm>
            <a:custGeom>
              <a:avLst/>
              <a:gdLst>
                <a:gd name="T0" fmla="*/ 4 w 50"/>
                <a:gd name="T1" fmla="*/ 0 h 44"/>
                <a:gd name="T2" fmla="*/ 0 w 50"/>
                <a:gd name="T3" fmla="*/ 35 h 44"/>
                <a:gd name="T4" fmla="*/ 46 w 50"/>
                <a:gd name="T5" fmla="*/ 44 h 44"/>
                <a:gd name="T6" fmla="*/ 50 w 50"/>
                <a:gd name="T7" fmla="*/ 0 h 44"/>
                <a:gd name="T8" fmla="*/ 4 w 50"/>
                <a:gd name="T9" fmla="*/ 0 h 44"/>
              </a:gdLst>
              <a:ahLst/>
              <a:cxnLst>
                <a:cxn ang="0">
                  <a:pos x="T0" y="T1"/>
                </a:cxn>
                <a:cxn ang="0">
                  <a:pos x="T2" y="T3"/>
                </a:cxn>
                <a:cxn ang="0">
                  <a:pos x="T4" y="T5"/>
                </a:cxn>
                <a:cxn ang="0">
                  <a:pos x="T6" y="T7"/>
                </a:cxn>
                <a:cxn ang="0">
                  <a:pos x="T8" y="T9"/>
                </a:cxn>
              </a:cxnLst>
              <a:rect l="0" t="0" r="r" b="b"/>
              <a:pathLst>
                <a:path w="50" h="44">
                  <a:moveTo>
                    <a:pt x="4" y="0"/>
                  </a:moveTo>
                  <a:cubicBezTo>
                    <a:pt x="3" y="12"/>
                    <a:pt x="2" y="24"/>
                    <a:pt x="0" y="35"/>
                  </a:cubicBezTo>
                  <a:cubicBezTo>
                    <a:pt x="46" y="44"/>
                    <a:pt x="46" y="44"/>
                    <a:pt x="46" y="44"/>
                  </a:cubicBezTo>
                  <a:cubicBezTo>
                    <a:pt x="49" y="30"/>
                    <a:pt x="50" y="15"/>
                    <a:pt x="50" y="0"/>
                  </a:cubicBezTo>
                  <a:lnTo>
                    <a:pt x="4" y="0"/>
                  </a:lnTo>
                  <a:close/>
                </a:path>
              </a:pathLst>
            </a:custGeom>
            <a:solidFill>
              <a:srgbClr val="C9C9C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1" name="Freeform 54"/>
            <p:cNvSpPr>
              <a:spLocks/>
            </p:cNvSpPr>
            <p:nvPr/>
          </p:nvSpPr>
          <p:spPr bwMode="auto">
            <a:xfrm>
              <a:off x="10532565" y="4166244"/>
              <a:ext cx="399743" cy="364743"/>
            </a:xfrm>
            <a:custGeom>
              <a:avLst/>
              <a:gdLst>
                <a:gd name="T0" fmla="*/ 11 w 56"/>
                <a:gd name="T1" fmla="*/ 0 h 51"/>
                <a:gd name="T2" fmla="*/ 0 w 56"/>
                <a:gd name="T3" fmla="*/ 33 h 51"/>
                <a:gd name="T4" fmla="*/ 43 w 56"/>
                <a:gd name="T5" fmla="*/ 51 h 51"/>
                <a:gd name="T6" fmla="*/ 56 w 56"/>
                <a:gd name="T7" fmla="*/ 9 h 51"/>
                <a:gd name="T8" fmla="*/ 11 w 56"/>
                <a:gd name="T9" fmla="*/ 0 h 51"/>
              </a:gdLst>
              <a:ahLst/>
              <a:cxnLst>
                <a:cxn ang="0">
                  <a:pos x="T0" y="T1"/>
                </a:cxn>
                <a:cxn ang="0">
                  <a:pos x="T2" y="T3"/>
                </a:cxn>
                <a:cxn ang="0">
                  <a:pos x="T4" y="T5"/>
                </a:cxn>
                <a:cxn ang="0">
                  <a:pos x="T6" y="T7"/>
                </a:cxn>
                <a:cxn ang="0">
                  <a:pos x="T8" y="T9"/>
                </a:cxn>
              </a:cxnLst>
              <a:rect l="0" t="0" r="r" b="b"/>
              <a:pathLst>
                <a:path w="56" h="51">
                  <a:moveTo>
                    <a:pt x="11" y="0"/>
                  </a:moveTo>
                  <a:cubicBezTo>
                    <a:pt x="8" y="11"/>
                    <a:pt x="4" y="22"/>
                    <a:pt x="0" y="33"/>
                  </a:cubicBezTo>
                  <a:cubicBezTo>
                    <a:pt x="43" y="51"/>
                    <a:pt x="43" y="51"/>
                    <a:pt x="43" y="51"/>
                  </a:cubicBezTo>
                  <a:cubicBezTo>
                    <a:pt x="49" y="37"/>
                    <a:pt x="53" y="23"/>
                    <a:pt x="56" y="9"/>
                  </a:cubicBezTo>
                  <a:lnTo>
                    <a:pt x="11" y="0"/>
                  </a:lnTo>
                  <a:close/>
                </a:path>
              </a:pathLst>
            </a:custGeom>
            <a:solidFill>
              <a:srgbClr val="C9C9C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 name="Freeform 55"/>
            <p:cNvSpPr>
              <a:spLocks/>
            </p:cNvSpPr>
            <p:nvPr/>
          </p:nvSpPr>
          <p:spPr bwMode="auto">
            <a:xfrm>
              <a:off x="10375983" y="4488617"/>
              <a:ext cx="427375" cy="397901"/>
            </a:xfrm>
            <a:custGeom>
              <a:avLst/>
              <a:gdLst>
                <a:gd name="T0" fmla="*/ 17 w 60"/>
                <a:gd name="T1" fmla="*/ 0 h 56"/>
                <a:gd name="T2" fmla="*/ 0 w 60"/>
                <a:gd name="T3" fmla="*/ 30 h 56"/>
                <a:gd name="T4" fmla="*/ 39 w 60"/>
                <a:gd name="T5" fmla="*/ 56 h 56"/>
                <a:gd name="T6" fmla="*/ 60 w 60"/>
                <a:gd name="T7" fmla="*/ 18 h 56"/>
                <a:gd name="T8" fmla="*/ 17 w 60"/>
                <a:gd name="T9" fmla="*/ 0 h 56"/>
              </a:gdLst>
              <a:ahLst/>
              <a:cxnLst>
                <a:cxn ang="0">
                  <a:pos x="T0" y="T1"/>
                </a:cxn>
                <a:cxn ang="0">
                  <a:pos x="T2" y="T3"/>
                </a:cxn>
                <a:cxn ang="0">
                  <a:pos x="T4" y="T5"/>
                </a:cxn>
                <a:cxn ang="0">
                  <a:pos x="T6" y="T7"/>
                </a:cxn>
                <a:cxn ang="0">
                  <a:pos x="T8" y="T9"/>
                </a:cxn>
              </a:cxnLst>
              <a:rect l="0" t="0" r="r" b="b"/>
              <a:pathLst>
                <a:path w="60" h="56">
                  <a:moveTo>
                    <a:pt x="17" y="0"/>
                  </a:moveTo>
                  <a:cubicBezTo>
                    <a:pt x="12" y="10"/>
                    <a:pt x="7" y="20"/>
                    <a:pt x="0" y="30"/>
                  </a:cubicBezTo>
                  <a:cubicBezTo>
                    <a:pt x="39" y="56"/>
                    <a:pt x="39" y="56"/>
                    <a:pt x="39" y="56"/>
                  </a:cubicBezTo>
                  <a:cubicBezTo>
                    <a:pt x="47" y="44"/>
                    <a:pt x="54" y="31"/>
                    <a:pt x="60" y="18"/>
                  </a:cubicBezTo>
                  <a:lnTo>
                    <a:pt x="17" y="0"/>
                  </a:lnTo>
                  <a:close/>
                </a:path>
              </a:pathLst>
            </a:custGeom>
            <a:solidFill>
              <a:srgbClr val="C9C9C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 name="Freeform 56"/>
            <p:cNvSpPr>
              <a:spLocks/>
            </p:cNvSpPr>
            <p:nvPr/>
          </p:nvSpPr>
          <p:spPr bwMode="auto">
            <a:xfrm>
              <a:off x="9904397" y="5030205"/>
              <a:ext cx="429217" cy="427375"/>
            </a:xfrm>
            <a:custGeom>
              <a:avLst/>
              <a:gdLst>
                <a:gd name="T0" fmla="*/ 27 w 60"/>
                <a:gd name="T1" fmla="*/ 0 h 60"/>
                <a:gd name="T2" fmla="*/ 0 w 60"/>
                <a:gd name="T3" fmla="*/ 21 h 60"/>
                <a:gd name="T4" fmla="*/ 25 w 60"/>
                <a:gd name="T5" fmla="*/ 60 h 60"/>
                <a:gd name="T6" fmla="*/ 60 w 60"/>
                <a:gd name="T7" fmla="*/ 33 h 60"/>
                <a:gd name="T8" fmla="*/ 27 w 60"/>
                <a:gd name="T9" fmla="*/ 0 h 60"/>
              </a:gdLst>
              <a:ahLst/>
              <a:cxnLst>
                <a:cxn ang="0">
                  <a:pos x="T0" y="T1"/>
                </a:cxn>
                <a:cxn ang="0">
                  <a:pos x="T2" y="T3"/>
                </a:cxn>
                <a:cxn ang="0">
                  <a:pos x="T4" y="T5"/>
                </a:cxn>
                <a:cxn ang="0">
                  <a:pos x="T6" y="T7"/>
                </a:cxn>
                <a:cxn ang="0">
                  <a:pos x="T8" y="T9"/>
                </a:cxn>
              </a:cxnLst>
              <a:rect l="0" t="0" r="r" b="b"/>
              <a:pathLst>
                <a:path w="60" h="60">
                  <a:moveTo>
                    <a:pt x="27" y="0"/>
                  </a:moveTo>
                  <a:cubicBezTo>
                    <a:pt x="18" y="7"/>
                    <a:pt x="9" y="14"/>
                    <a:pt x="0" y="21"/>
                  </a:cubicBezTo>
                  <a:cubicBezTo>
                    <a:pt x="25" y="60"/>
                    <a:pt x="25" y="60"/>
                    <a:pt x="25" y="60"/>
                  </a:cubicBezTo>
                  <a:cubicBezTo>
                    <a:pt x="38" y="52"/>
                    <a:pt x="49" y="43"/>
                    <a:pt x="60" y="33"/>
                  </a:cubicBezTo>
                  <a:lnTo>
                    <a:pt x="27" y="0"/>
                  </a:lnTo>
                  <a:close/>
                </a:path>
              </a:pathLst>
            </a:custGeom>
            <a:solidFill>
              <a:srgbClr val="C9C9C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 name="Freeform 57"/>
            <p:cNvSpPr>
              <a:spLocks/>
            </p:cNvSpPr>
            <p:nvPr/>
          </p:nvSpPr>
          <p:spPr bwMode="auto">
            <a:xfrm>
              <a:off x="10162296" y="4779675"/>
              <a:ext cx="442112" cy="420007"/>
            </a:xfrm>
            <a:custGeom>
              <a:avLst/>
              <a:gdLst>
                <a:gd name="T0" fmla="*/ 23 w 62"/>
                <a:gd name="T1" fmla="*/ 0 h 59"/>
                <a:gd name="T2" fmla="*/ 0 w 62"/>
                <a:gd name="T3" fmla="*/ 26 h 59"/>
                <a:gd name="T4" fmla="*/ 33 w 62"/>
                <a:gd name="T5" fmla="*/ 59 h 59"/>
                <a:gd name="T6" fmla="*/ 62 w 62"/>
                <a:gd name="T7" fmla="*/ 26 h 59"/>
                <a:gd name="T8" fmla="*/ 23 w 62"/>
                <a:gd name="T9" fmla="*/ 0 h 59"/>
              </a:gdLst>
              <a:ahLst/>
              <a:cxnLst>
                <a:cxn ang="0">
                  <a:pos x="T0" y="T1"/>
                </a:cxn>
                <a:cxn ang="0">
                  <a:pos x="T2" y="T3"/>
                </a:cxn>
                <a:cxn ang="0">
                  <a:pos x="T4" y="T5"/>
                </a:cxn>
                <a:cxn ang="0">
                  <a:pos x="T6" y="T7"/>
                </a:cxn>
                <a:cxn ang="0">
                  <a:pos x="T8" y="T9"/>
                </a:cxn>
              </a:cxnLst>
              <a:rect l="0" t="0" r="r" b="b"/>
              <a:pathLst>
                <a:path w="62" h="59">
                  <a:moveTo>
                    <a:pt x="23" y="0"/>
                  </a:moveTo>
                  <a:cubicBezTo>
                    <a:pt x="16" y="9"/>
                    <a:pt x="8" y="18"/>
                    <a:pt x="0" y="26"/>
                  </a:cubicBezTo>
                  <a:cubicBezTo>
                    <a:pt x="33" y="59"/>
                    <a:pt x="33" y="59"/>
                    <a:pt x="33" y="59"/>
                  </a:cubicBezTo>
                  <a:cubicBezTo>
                    <a:pt x="44" y="49"/>
                    <a:pt x="53" y="37"/>
                    <a:pt x="62" y="26"/>
                  </a:cubicBezTo>
                  <a:lnTo>
                    <a:pt x="23" y="0"/>
                  </a:lnTo>
                  <a:close/>
                </a:path>
              </a:pathLst>
            </a:custGeom>
            <a:solidFill>
              <a:srgbClr val="C9C9C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 name="Freeform 58"/>
            <p:cNvSpPr>
              <a:spLocks/>
            </p:cNvSpPr>
            <p:nvPr/>
          </p:nvSpPr>
          <p:spPr bwMode="auto">
            <a:xfrm>
              <a:off x="8957539" y="5442843"/>
              <a:ext cx="305794" cy="350006"/>
            </a:xfrm>
            <a:custGeom>
              <a:avLst/>
              <a:gdLst>
                <a:gd name="T0" fmla="*/ 34 w 43"/>
                <a:gd name="T1" fmla="*/ 0 h 49"/>
                <a:gd name="T2" fmla="*/ 3 w 43"/>
                <a:gd name="T3" fmla="*/ 2 h 49"/>
                <a:gd name="T4" fmla="*/ 0 w 43"/>
                <a:gd name="T5" fmla="*/ 2 h 49"/>
                <a:gd name="T6" fmla="*/ 0 w 43"/>
                <a:gd name="T7" fmla="*/ 48 h 49"/>
                <a:gd name="T8" fmla="*/ 3 w 43"/>
                <a:gd name="T9" fmla="*/ 49 h 49"/>
                <a:gd name="T10" fmla="*/ 43 w 43"/>
                <a:gd name="T11" fmla="*/ 46 h 49"/>
                <a:gd name="T12" fmla="*/ 34 w 43"/>
                <a:gd name="T13" fmla="*/ 0 h 49"/>
              </a:gdLst>
              <a:ahLst/>
              <a:cxnLst>
                <a:cxn ang="0">
                  <a:pos x="T0" y="T1"/>
                </a:cxn>
                <a:cxn ang="0">
                  <a:pos x="T2" y="T3"/>
                </a:cxn>
                <a:cxn ang="0">
                  <a:pos x="T4" y="T5"/>
                </a:cxn>
                <a:cxn ang="0">
                  <a:pos x="T6" y="T7"/>
                </a:cxn>
                <a:cxn ang="0">
                  <a:pos x="T8" y="T9"/>
                </a:cxn>
                <a:cxn ang="0">
                  <a:pos x="T10" y="T11"/>
                </a:cxn>
                <a:cxn ang="0">
                  <a:pos x="T12" y="T13"/>
                </a:cxn>
              </a:cxnLst>
              <a:rect l="0" t="0" r="r" b="b"/>
              <a:pathLst>
                <a:path w="43" h="49">
                  <a:moveTo>
                    <a:pt x="34" y="0"/>
                  </a:moveTo>
                  <a:cubicBezTo>
                    <a:pt x="24" y="1"/>
                    <a:pt x="13" y="2"/>
                    <a:pt x="3" y="2"/>
                  </a:cubicBezTo>
                  <a:cubicBezTo>
                    <a:pt x="2" y="2"/>
                    <a:pt x="1" y="2"/>
                    <a:pt x="0" y="2"/>
                  </a:cubicBezTo>
                  <a:cubicBezTo>
                    <a:pt x="0" y="48"/>
                    <a:pt x="0" y="48"/>
                    <a:pt x="0" y="48"/>
                  </a:cubicBezTo>
                  <a:cubicBezTo>
                    <a:pt x="1" y="48"/>
                    <a:pt x="2" y="49"/>
                    <a:pt x="3" y="49"/>
                  </a:cubicBezTo>
                  <a:cubicBezTo>
                    <a:pt x="16" y="49"/>
                    <a:pt x="30" y="48"/>
                    <a:pt x="43" y="46"/>
                  </a:cubicBezTo>
                  <a:lnTo>
                    <a:pt x="34" y="0"/>
                  </a:lnTo>
                  <a:close/>
                </a:path>
              </a:pathLst>
            </a:custGeom>
            <a:solidFill>
              <a:srgbClr val="C9C9C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 name="Freeform 59"/>
            <p:cNvSpPr>
              <a:spLocks/>
            </p:cNvSpPr>
            <p:nvPr/>
          </p:nvSpPr>
          <p:spPr bwMode="auto">
            <a:xfrm>
              <a:off x="8957539" y="1771469"/>
              <a:ext cx="305794" cy="342637"/>
            </a:xfrm>
            <a:custGeom>
              <a:avLst/>
              <a:gdLst>
                <a:gd name="T0" fmla="*/ 0 w 43"/>
                <a:gd name="T1" fmla="*/ 46 h 48"/>
                <a:gd name="T2" fmla="*/ 3 w 43"/>
                <a:gd name="T3" fmla="*/ 46 h 48"/>
                <a:gd name="T4" fmla="*/ 34 w 43"/>
                <a:gd name="T5" fmla="*/ 48 h 48"/>
                <a:gd name="T6" fmla="*/ 43 w 43"/>
                <a:gd name="T7" fmla="*/ 3 h 48"/>
                <a:gd name="T8" fmla="*/ 3 w 43"/>
                <a:gd name="T9" fmla="*/ 0 h 48"/>
                <a:gd name="T10" fmla="*/ 0 w 43"/>
                <a:gd name="T11" fmla="*/ 0 h 48"/>
                <a:gd name="T12" fmla="*/ 0 w 43"/>
                <a:gd name="T13" fmla="*/ 46 h 48"/>
              </a:gdLst>
              <a:ahLst/>
              <a:cxnLst>
                <a:cxn ang="0">
                  <a:pos x="T0" y="T1"/>
                </a:cxn>
                <a:cxn ang="0">
                  <a:pos x="T2" y="T3"/>
                </a:cxn>
                <a:cxn ang="0">
                  <a:pos x="T4" y="T5"/>
                </a:cxn>
                <a:cxn ang="0">
                  <a:pos x="T6" y="T7"/>
                </a:cxn>
                <a:cxn ang="0">
                  <a:pos x="T8" y="T9"/>
                </a:cxn>
                <a:cxn ang="0">
                  <a:pos x="T10" y="T11"/>
                </a:cxn>
                <a:cxn ang="0">
                  <a:pos x="T12" y="T13"/>
                </a:cxn>
              </a:cxnLst>
              <a:rect l="0" t="0" r="r" b="b"/>
              <a:pathLst>
                <a:path w="43" h="48">
                  <a:moveTo>
                    <a:pt x="0" y="46"/>
                  </a:moveTo>
                  <a:cubicBezTo>
                    <a:pt x="1" y="46"/>
                    <a:pt x="2" y="46"/>
                    <a:pt x="3" y="46"/>
                  </a:cubicBezTo>
                  <a:cubicBezTo>
                    <a:pt x="13" y="46"/>
                    <a:pt x="24" y="47"/>
                    <a:pt x="34" y="48"/>
                  </a:cubicBezTo>
                  <a:cubicBezTo>
                    <a:pt x="43" y="3"/>
                    <a:pt x="43" y="3"/>
                    <a:pt x="43" y="3"/>
                  </a:cubicBezTo>
                  <a:cubicBezTo>
                    <a:pt x="30" y="1"/>
                    <a:pt x="16" y="0"/>
                    <a:pt x="3" y="0"/>
                  </a:cubicBezTo>
                  <a:cubicBezTo>
                    <a:pt x="2" y="0"/>
                    <a:pt x="1" y="0"/>
                    <a:pt x="0" y="0"/>
                  </a:cubicBezTo>
                  <a:lnTo>
                    <a:pt x="0" y="46"/>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 name="Freeform 60"/>
            <p:cNvSpPr>
              <a:spLocks/>
            </p:cNvSpPr>
            <p:nvPr/>
          </p:nvSpPr>
          <p:spPr bwMode="auto">
            <a:xfrm>
              <a:off x="10624672" y="3418338"/>
              <a:ext cx="357374" cy="313163"/>
            </a:xfrm>
            <a:custGeom>
              <a:avLst/>
              <a:gdLst>
                <a:gd name="T0" fmla="*/ 0 w 50"/>
                <a:gd name="T1" fmla="*/ 9 h 44"/>
                <a:gd name="T2" fmla="*/ 4 w 50"/>
                <a:gd name="T3" fmla="*/ 44 h 44"/>
                <a:gd name="T4" fmla="*/ 50 w 50"/>
                <a:gd name="T5" fmla="*/ 44 h 44"/>
                <a:gd name="T6" fmla="*/ 46 w 50"/>
                <a:gd name="T7" fmla="*/ 0 h 44"/>
                <a:gd name="T8" fmla="*/ 0 w 50"/>
                <a:gd name="T9" fmla="*/ 9 h 44"/>
              </a:gdLst>
              <a:ahLst/>
              <a:cxnLst>
                <a:cxn ang="0">
                  <a:pos x="T0" y="T1"/>
                </a:cxn>
                <a:cxn ang="0">
                  <a:pos x="T2" y="T3"/>
                </a:cxn>
                <a:cxn ang="0">
                  <a:pos x="T4" y="T5"/>
                </a:cxn>
                <a:cxn ang="0">
                  <a:pos x="T6" y="T7"/>
                </a:cxn>
                <a:cxn ang="0">
                  <a:pos x="T8" y="T9"/>
                </a:cxn>
              </a:cxnLst>
              <a:rect l="0" t="0" r="r" b="b"/>
              <a:pathLst>
                <a:path w="50" h="44">
                  <a:moveTo>
                    <a:pt x="0" y="9"/>
                  </a:moveTo>
                  <a:cubicBezTo>
                    <a:pt x="2" y="21"/>
                    <a:pt x="3" y="32"/>
                    <a:pt x="4" y="44"/>
                  </a:cubicBezTo>
                  <a:cubicBezTo>
                    <a:pt x="50" y="44"/>
                    <a:pt x="50" y="44"/>
                    <a:pt x="50" y="44"/>
                  </a:cubicBezTo>
                  <a:cubicBezTo>
                    <a:pt x="50" y="29"/>
                    <a:pt x="49" y="15"/>
                    <a:pt x="46" y="0"/>
                  </a:cubicBezTo>
                  <a:lnTo>
                    <a:pt x="0" y="9"/>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 name="Freeform 61"/>
            <p:cNvSpPr>
              <a:spLocks/>
            </p:cNvSpPr>
            <p:nvPr/>
          </p:nvSpPr>
          <p:spPr bwMode="auto">
            <a:xfrm>
              <a:off x="9904397" y="2106738"/>
              <a:ext cx="429217" cy="427375"/>
            </a:xfrm>
            <a:custGeom>
              <a:avLst/>
              <a:gdLst>
                <a:gd name="T0" fmla="*/ 0 w 60"/>
                <a:gd name="T1" fmla="*/ 38 h 60"/>
                <a:gd name="T2" fmla="*/ 27 w 60"/>
                <a:gd name="T3" fmla="*/ 60 h 60"/>
                <a:gd name="T4" fmla="*/ 60 w 60"/>
                <a:gd name="T5" fmla="*/ 26 h 60"/>
                <a:gd name="T6" fmla="*/ 26 w 60"/>
                <a:gd name="T7" fmla="*/ 0 h 60"/>
                <a:gd name="T8" fmla="*/ 0 w 60"/>
                <a:gd name="T9" fmla="*/ 38 h 60"/>
              </a:gdLst>
              <a:ahLst/>
              <a:cxnLst>
                <a:cxn ang="0">
                  <a:pos x="T0" y="T1"/>
                </a:cxn>
                <a:cxn ang="0">
                  <a:pos x="T2" y="T3"/>
                </a:cxn>
                <a:cxn ang="0">
                  <a:pos x="T4" y="T5"/>
                </a:cxn>
                <a:cxn ang="0">
                  <a:pos x="T6" y="T7"/>
                </a:cxn>
                <a:cxn ang="0">
                  <a:pos x="T8" y="T9"/>
                </a:cxn>
              </a:cxnLst>
              <a:rect l="0" t="0" r="r" b="b"/>
              <a:pathLst>
                <a:path w="60" h="60">
                  <a:moveTo>
                    <a:pt x="0" y="38"/>
                  </a:moveTo>
                  <a:cubicBezTo>
                    <a:pt x="9" y="45"/>
                    <a:pt x="18" y="52"/>
                    <a:pt x="27" y="60"/>
                  </a:cubicBezTo>
                  <a:cubicBezTo>
                    <a:pt x="60" y="26"/>
                    <a:pt x="60" y="26"/>
                    <a:pt x="60" y="26"/>
                  </a:cubicBezTo>
                  <a:cubicBezTo>
                    <a:pt x="49" y="17"/>
                    <a:pt x="38" y="8"/>
                    <a:pt x="26" y="0"/>
                  </a:cubicBezTo>
                  <a:lnTo>
                    <a:pt x="0" y="38"/>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0" name="Freeform 62"/>
            <p:cNvSpPr>
              <a:spLocks/>
            </p:cNvSpPr>
            <p:nvPr/>
          </p:nvSpPr>
          <p:spPr bwMode="auto">
            <a:xfrm>
              <a:off x="10162296" y="2357268"/>
              <a:ext cx="442112" cy="427375"/>
            </a:xfrm>
            <a:custGeom>
              <a:avLst/>
              <a:gdLst>
                <a:gd name="T0" fmla="*/ 0 w 62"/>
                <a:gd name="T1" fmla="*/ 33 h 60"/>
                <a:gd name="T2" fmla="*/ 23 w 62"/>
                <a:gd name="T3" fmla="*/ 60 h 60"/>
                <a:gd name="T4" fmla="*/ 62 w 62"/>
                <a:gd name="T5" fmla="*/ 34 h 60"/>
                <a:gd name="T6" fmla="*/ 33 w 62"/>
                <a:gd name="T7" fmla="*/ 0 h 60"/>
                <a:gd name="T8" fmla="*/ 0 w 62"/>
                <a:gd name="T9" fmla="*/ 33 h 60"/>
              </a:gdLst>
              <a:ahLst/>
              <a:cxnLst>
                <a:cxn ang="0">
                  <a:pos x="T0" y="T1"/>
                </a:cxn>
                <a:cxn ang="0">
                  <a:pos x="T2" y="T3"/>
                </a:cxn>
                <a:cxn ang="0">
                  <a:pos x="T4" y="T5"/>
                </a:cxn>
                <a:cxn ang="0">
                  <a:pos x="T6" y="T7"/>
                </a:cxn>
                <a:cxn ang="0">
                  <a:pos x="T8" y="T9"/>
                </a:cxn>
              </a:cxnLst>
              <a:rect l="0" t="0" r="r" b="b"/>
              <a:pathLst>
                <a:path w="62" h="60">
                  <a:moveTo>
                    <a:pt x="0" y="33"/>
                  </a:moveTo>
                  <a:cubicBezTo>
                    <a:pt x="8" y="42"/>
                    <a:pt x="16" y="50"/>
                    <a:pt x="23" y="60"/>
                  </a:cubicBezTo>
                  <a:cubicBezTo>
                    <a:pt x="62" y="34"/>
                    <a:pt x="62" y="34"/>
                    <a:pt x="62" y="34"/>
                  </a:cubicBezTo>
                  <a:cubicBezTo>
                    <a:pt x="53" y="22"/>
                    <a:pt x="44" y="11"/>
                    <a:pt x="33" y="0"/>
                  </a:cubicBezTo>
                  <a:lnTo>
                    <a:pt x="0" y="33"/>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 name="Freeform 63"/>
            <p:cNvSpPr>
              <a:spLocks/>
            </p:cNvSpPr>
            <p:nvPr/>
          </p:nvSpPr>
          <p:spPr bwMode="auto">
            <a:xfrm>
              <a:off x="10375983" y="2670431"/>
              <a:ext cx="427375" cy="405270"/>
            </a:xfrm>
            <a:custGeom>
              <a:avLst/>
              <a:gdLst>
                <a:gd name="T0" fmla="*/ 0 w 60"/>
                <a:gd name="T1" fmla="*/ 26 h 57"/>
                <a:gd name="T2" fmla="*/ 17 w 60"/>
                <a:gd name="T3" fmla="*/ 57 h 57"/>
                <a:gd name="T4" fmla="*/ 60 w 60"/>
                <a:gd name="T5" fmla="*/ 39 h 57"/>
                <a:gd name="T6" fmla="*/ 39 w 60"/>
                <a:gd name="T7" fmla="*/ 0 h 57"/>
                <a:gd name="T8" fmla="*/ 0 w 60"/>
                <a:gd name="T9" fmla="*/ 26 h 57"/>
              </a:gdLst>
              <a:ahLst/>
              <a:cxnLst>
                <a:cxn ang="0">
                  <a:pos x="T0" y="T1"/>
                </a:cxn>
                <a:cxn ang="0">
                  <a:pos x="T2" y="T3"/>
                </a:cxn>
                <a:cxn ang="0">
                  <a:pos x="T4" y="T5"/>
                </a:cxn>
                <a:cxn ang="0">
                  <a:pos x="T6" y="T7"/>
                </a:cxn>
                <a:cxn ang="0">
                  <a:pos x="T8" y="T9"/>
                </a:cxn>
              </a:cxnLst>
              <a:rect l="0" t="0" r="r" b="b"/>
              <a:pathLst>
                <a:path w="60" h="57">
                  <a:moveTo>
                    <a:pt x="0" y="26"/>
                  </a:moveTo>
                  <a:cubicBezTo>
                    <a:pt x="7" y="36"/>
                    <a:pt x="12" y="46"/>
                    <a:pt x="17" y="57"/>
                  </a:cubicBezTo>
                  <a:cubicBezTo>
                    <a:pt x="60" y="39"/>
                    <a:pt x="60" y="39"/>
                    <a:pt x="60" y="39"/>
                  </a:cubicBezTo>
                  <a:cubicBezTo>
                    <a:pt x="54" y="25"/>
                    <a:pt x="47" y="12"/>
                    <a:pt x="39" y="0"/>
                  </a:cubicBezTo>
                  <a:lnTo>
                    <a:pt x="0" y="26"/>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2" name="Freeform 64"/>
            <p:cNvSpPr>
              <a:spLocks/>
            </p:cNvSpPr>
            <p:nvPr/>
          </p:nvSpPr>
          <p:spPr bwMode="auto">
            <a:xfrm>
              <a:off x="10532565" y="3033331"/>
              <a:ext cx="399743" cy="364743"/>
            </a:xfrm>
            <a:custGeom>
              <a:avLst/>
              <a:gdLst>
                <a:gd name="T0" fmla="*/ 43 w 56"/>
                <a:gd name="T1" fmla="*/ 0 h 51"/>
                <a:gd name="T2" fmla="*/ 0 w 56"/>
                <a:gd name="T3" fmla="*/ 17 h 51"/>
                <a:gd name="T4" fmla="*/ 11 w 56"/>
                <a:gd name="T5" fmla="*/ 51 h 51"/>
                <a:gd name="T6" fmla="*/ 56 w 56"/>
                <a:gd name="T7" fmla="*/ 42 h 51"/>
                <a:gd name="T8" fmla="*/ 43 w 56"/>
                <a:gd name="T9" fmla="*/ 0 h 51"/>
              </a:gdLst>
              <a:ahLst/>
              <a:cxnLst>
                <a:cxn ang="0">
                  <a:pos x="T0" y="T1"/>
                </a:cxn>
                <a:cxn ang="0">
                  <a:pos x="T2" y="T3"/>
                </a:cxn>
                <a:cxn ang="0">
                  <a:pos x="T4" y="T5"/>
                </a:cxn>
                <a:cxn ang="0">
                  <a:pos x="T6" y="T7"/>
                </a:cxn>
                <a:cxn ang="0">
                  <a:pos x="T8" y="T9"/>
                </a:cxn>
              </a:cxnLst>
              <a:rect l="0" t="0" r="r" b="b"/>
              <a:pathLst>
                <a:path w="56" h="51">
                  <a:moveTo>
                    <a:pt x="43" y="0"/>
                  </a:moveTo>
                  <a:cubicBezTo>
                    <a:pt x="0" y="17"/>
                    <a:pt x="0" y="17"/>
                    <a:pt x="0" y="17"/>
                  </a:cubicBezTo>
                  <a:cubicBezTo>
                    <a:pt x="5" y="28"/>
                    <a:pt x="8" y="39"/>
                    <a:pt x="11" y="51"/>
                  </a:cubicBezTo>
                  <a:cubicBezTo>
                    <a:pt x="56" y="42"/>
                    <a:pt x="56" y="42"/>
                    <a:pt x="56" y="42"/>
                  </a:cubicBezTo>
                  <a:cubicBezTo>
                    <a:pt x="53" y="27"/>
                    <a:pt x="49" y="13"/>
                    <a:pt x="43" y="0"/>
                  </a:cubicBez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3" name="Freeform 65"/>
            <p:cNvSpPr>
              <a:spLocks/>
            </p:cNvSpPr>
            <p:nvPr/>
          </p:nvSpPr>
          <p:spPr bwMode="auto">
            <a:xfrm>
              <a:off x="9605971" y="1915156"/>
              <a:ext cx="405270" cy="420007"/>
            </a:xfrm>
            <a:custGeom>
              <a:avLst/>
              <a:gdLst>
                <a:gd name="T0" fmla="*/ 0 w 57"/>
                <a:gd name="T1" fmla="*/ 44 h 59"/>
                <a:gd name="T2" fmla="*/ 31 w 57"/>
                <a:gd name="T3" fmla="*/ 59 h 59"/>
                <a:gd name="T4" fmla="*/ 57 w 57"/>
                <a:gd name="T5" fmla="*/ 20 h 59"/>
                <a:gd name="T6" fmla="*/ 18 w 57"/>
                <a:gd name="T7" fmla="*/ 0 h 59"/>
                <a:gd name="T8" fmla="*/ 0 w 57"/>
                <a:gd name="T9" fmla="*/ 44 h 59"/>
              </a:gdLst>
              <a:ahLst/>
              <a:cxnLst>
                <a:cxn ang="0">
                  <a:pos x="T0" y="T1"/>
                </a:cxn>
                <a:cxn ang="0">
                  <a:pos x="T2" y="T3"/>
                </a:cxn>
                <a:cxn ang="0">
                  <a:pos x="T4" y="T5"/>
                </a:cxn>
                <a:cxn ang="0">
                  <a:pos x="T6" y="T7"/>
                </a:cxn>
                <a:cxn ang="0">
                  <a:pos x="T8" y="T9"/>
                </a:cxn>
              </a:cxnLst>
              <a:rect l="0" t="0" r="r" b="b"/>
              <a:pathLst>
                <a:path w="57" h="59">
                  <a:moveTo>
                    <a:pt x="0" y="44"/>
                  </a:moveTo>
                  <a:cubicBezTo>
                    <a:pt x="11" y="48"/>
                    <a:pt x="21" y="53"/>
                    <a:pt x="31" y="59"/>
                  </a:cubicBezTo>
                  <a:cubicBezTo>
                    <a:pt x="57" y="20"/>
                    <a:pt x="57" y="20"/>
                    <a:pt x="57" y="20"/>
                  </a:cubicBezTo>
                  <a:cubicBezTo>
                    <a:pt x="44" y="12"/>
                    <a:pt x="31" y="6"/>
                    <a:pt x="18" y="0"/>
                  </a:cubicBezTo>
                  <a:lnTo>
                    <a:pt x="0" y="44"/>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4" name="Freeform 66"/>
            <p:cNvSpPr>
              <a:spLocks/>
            </p:cNvSpPr>
            <p:nvPr/>
          </p:nvSpPr>
          <p:spPr bwMode="auto">
            <a:xfrm>
              <a:off x="9285439" y="5363632"/>
              <a:ext cx="362900" cy="392375"/>
            </a:xfrm>
            <a:custGeom>
              <a:avLst/>
              <a:gdLst>
                <a:gd name="T0" fmla="*/ 51 w 51"/>
                <a:gd name="T1" fmla="*/ 43 h 55"/>
                <a:gd name="T2" fmla="*/ 33 w 51"/>
                <a:gd name="T3" fmla="*/ 0 h 55"/>
                <a:gd name="T4" fmla="*/ 0 w 51"/>
                <a:gd name="T5" fmla="*/ 9 h 55"/>
                <a:gd name="T6" fmla="*/ 9 w 51"/>
                <a:gd name="T7" fmla="*/ 55 h 55"/>
                <a:gd name="T8" fmla="*/ 51 w 51"/>
                <a:gd name="T9" fmla="*/ 43 h 55"/>
              </a:gdLst>
              <a:ahLst/>
              <a:cxnLst>
                <a:cxn ang="0">
                  <a:pos x="T0" y="T1"/>
                </a:cxn>
                <a:cxn ang="0">
                  <a:pos x="T2" y="T3"/>
                </a:cxn>
                <a:cxn ang="0">
                  <a:pos x="T4" y="T5"/>
                </a:cxn>
                <a:cxn ang="0">
                  <a:pos x="T6" y="T7"/>
                </a:cxn>
                <a:cxn ang="0">
                  <a:pos x="T8" y="T9"/>
                </a:cxn>
              </a:cxnLst>
              <a:rect l="0" t="0" r="r" b="b"/>
              <a:pathLst>
                <a:path w="51" h="55">
                  <a:moveTo>
                    <a:pt x="51" y="43"/>
                  </a:moveTo>
                  <a:cubicBezTo>
                    <a:pt x="33" y="0"/>
                    <a:pt x="33" y="0"/>
                    <a:pt x="33" y="0"/>
                  </a:cubicBezTo>
                  <a:cubicBezTo>
                    <a:pt x="22" y="4"/>
                    <a:pt x="12" y="7"/>
                    <a:pt x="0" y="9"/>
                  </a:cubicBezTo>
                  <a:cubicBezTo>
                    <a:pt x="9" y="55"/>
                    <a:pt x="9" y="55"/>
                    <a:pt x="9" y="55"/>
                  </a:cubicBezTo>
                  <a:cubicBezTo>
                    <a:pt x="24" y="52"/>
                    <a:pt x="38" y="48"/>
                    <a:pt x="51" y="43"/>
                  </a:cubicBezTo>
                  <a:close/>
                </a:path>
              </a:pathLst>
            </a:custGeom>
            <a:solidFill>
              <a:srgbClr val="C9C9C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5" name="Freeform 67"/>
            <p:cNvSpPr>
              <a:spLocks/>
            </p:cNvSpPr>
            <p:nvPr/>
          </p:nvSpPr>
          <p:spPr bwMode="auto">
            <a:xfrm>
              <a:off x="9605971" y="5229156"/>
              <a:ext cx="405270" cy="412638"/>
            </a:xfrm>
            <a:custGeom>
              <a:avLst/>
              <a:gdLst>
                <a:gd name="T0" fmla="*/ 31 w 57"/>
                <a:gd name="T1" fmla="*/ 0 h 58"/>
                <a:gd name="T2" fmla="*/ 0 w 57"/>
                <a:gd name="T3" fmla="*/ 15 h 58"/>
                <a:gd name="T4" fmla="*/ 18 w 57"/>
                <a:gd name="T5" fmla="*/ 58 h 58"/>
                <a:gd name="T6" fmla="*/ 57 w 57"/>
                <a:gd name="T7" fmla="*/ 38 h 58"/>
                <a:gd name="T8" fmla="*/ 31 w 57"/>
                <a:gd name="T9" fmla="*/ 0 h 58"/>
              </a:gdLst>
              <a:ahLst/>
              <a:cxnLst>
                <a:cxn ang="0">
                  <a:pos x="T0" y="T1"/>
                </a:cxn>
                <a:cxn ang="0">
                  <a:pos x="T2" y="T3"/>
                </a:cxn>
                <a:cxn ang="0">
                  <a:pos x="T4" y="T5"/>
                </a:cxn>
                <a:cxn ang="0">
                  <a:pos x="T6" y="T7"/>
                </a:cxn>
                <a:cxn ang="0">
                  <a:pos x="T8" y="T9"/>
                </a:cxn>
              </a:cxnLst>
              <a:rect l="0" t="0" r="r" b="b"/>
              <a:pathLst>
                <a:path w="57" h="58">
                  <a:moveTo>
                    <a:pt x="31" y="0"/>
                  </a:moveTo>
                  <a:cubicBezTo>
                    <a:pt x="21" y="5"/>
                    <a:pt x="11" y="10"/>
                    <a:pt x="0" y="15"/>
                  </a:cubicBezTo>
                  <a:cubicBezTo>
                    <a:pt x="18" y="58"/>
                    <a:pt x="18" y="58"/>
                    <a:pt x="18" y="58"/>
                  </a:cubicBezTo>
                  <a:cubicBezTo>
                    <a:pt x="31" y="52"/>
                    <a:pt x="44" y="46"/>
                    <a:pt x="57" y="38"/>
                  </a:cubicBezTo>
                  <a:lnTo>
                    <a:pt x="31" y="0"/>
                  </a:lnTo>
                  <a:close/>
                </a:path>
              </a:pathLst>
            </a:custGeom>
            <a:solidFill>
              <a:srgbClr val="C9C9C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6" name="Freeform 68"/>
            <p:cNvSpPr>
              <a:spLocks/>
            </p:cNvSpPr>
            <p:nvPr/>
          </p:nvSpPr>
          <p:spPr bwMode="auto">
            <a:xfrm>
              <a:off x="9285439" y="1808312"/>
              <a:ext cx="362900" cy="385007"/>
            </a:xfrm>
            <a:custGeom>
              <a:avLst/>
              <a:gdLst>
                <a:gd name="T0" fmla="*/ 0 w 51"/>
                <a:gd name="T1" fmla="*/ 45 h 54"/>
                <a:gd name="T2" fmla="*/ 33 w 51"/>
                <a:gd name="T3" fmla="*/ 54 h 54"/>
                <a:gd name="T4" fmla="*/ 51 w 51"/>
                <a:gd name="T5" fmla="*/ 11 h 54"/>
                <a:gd name="T6" fmla="*/ 10 w 51"/>
                <a:gd name="T7" fmla="*/ 0 h 54"/>
                <a:gd name="T8" fmla="*/ 0 w 51"/>
                <a:gd name="T9" fmla="*/ 45 h 54"/>
              </a:gdLst>
              <a:ahLst/>
              <a:cxnLst>
                <a:cxn ang="0">
                  <a:pos x="T0" y="T1"/>
                </a:cxn>
                <a:cxn ang="0">
                  <a:pos x="T2" y="T3"/>
                </a:cxn>
                <a:cxn ang="0">
                  <a:pos x="T4" y="T5"/>
                </a:cxn>
                <a:cxn ang="0">
                  <a:pos x="T6" y="T7"/>
                </a:cxn>
                <a:cxn ang="0">
                  <a:pos x="T8" y="T9"/>
                </a:cxn>
              </a:cxnLst>
              <a:rect l="0" t="0" r="r" b="b"/>
              <a:pathLst>
                <a:path w="51" h="54">
                  <a:moveTo>
                    <a:pt x="0" y="45"/>
                  </a:moveTo>
                  <a:cubicBezTo>
                    <a:pt x="12" y="48"/>
                    <a:pt x="23" y="50"/>
                    <a:pt x="33" y="54"/>
                  </a:cubicBezTo>
                  <a:cubicBezTo>
                    <a:pt x="51" y="11"/>
                    <a:pt x="51" y="11"/>
                    <a:pt x="51" y="11"/>
                  </a:cubicBezTo>
                  <a:cubicBezTo>
                    <a:pt x="38" y="6"/>
                    <a:pt x="24" y="2"/>
                    <a:pt x="10" y="0"/>
                  </a:cubicBezTo>
                  <a:lnTo>
                    <a:pt x="0" y="45"/>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 name="Freeform 69"/>
            <p:cNvSpPr>
              <a:spLocks/>
            </p:cNvSpPr>
            <p:nvPr/>
          </p:nvSpPr>
          <p:spPr bwMode="auto">
            <a:xfrm>
              <a:off x="7780416" y="4451775"/>
              <a:ext cx="300267" cy="300269"/>
            </a:xfrm>
            <a:custGeom>
              <a:avLst/>
              <a:gdLst>
                <a:gd name="T0" fmla="*/ 42 w 42"/>
                <a:gd name="T1" fmla="*/ 19 h 42"/>
                <a:gd name="T2" fmla="*/ 28 w 42"/>
                <a:gd name="T3" fmla="*/ 0 h 42"/>
                <a:gd name="T4" fmla="*/ 0 w 42"/>
                <a:gd name="T5" fmla="*/ 19 h 42"/>
                <a:gd name="T6" fmla="*/ 18 w 42"/>
                <a:gd name="T7" fmla="*/ 42 h 42"/>
                <a:gd name="T8" fmla="*/ 42 w 42"/>
                <a:gd name="T9" fmla="*/ 19 h 42"/>
              </a:gdLst>
              <a:ahLst/>
              <a:cxnLst>
                <a:cxn ang="0">
                  <a:pos x="T0" y="T1"/>
                </a:cxn>
                <a:cxn ang="0">
                  <a:pos x="T2" y="T3"/>
                </a:cxn>
                <a:cxn ang="0">
                  <a:pos x="T4" y="T5"/>
                </a:cxn>
                <a:cxn ang="0">
                  <a:pos x="T6" y="T7"/>
                </a:cxn>
                <a:cxn ang="0">
                  <a:pos x="T8" y="T9"/>
                </a:cxn>
              </a:cxnLst>
              <a:rect l="0" t="0" r="r" b="b"/>
              <a:pathLst>
                <a:path w="42" h="42">
                  <a:moveTo>
                    <a:pt x="42" y="19"/>
                  </a:moveTo>
                  <a:cubicBezTo>
                    <a:pt x="37" y="13"/>
                    <a:pt x="32" y="7"/>
                    <a:pt x="28" y="0"/>
                  </a:cubicBezTo>
                  <a:cubicBezTo>
                    <a:pt x="0" y="19"/>
                    <a:pt x="0" y="19"/>
                    <a:pt x="0" y="19"/>
                  </a:cubicBezTo>
                  <a:cubicBezTo>
                    <a:pt x="5" y="27"/>
                    <a:pt x="11" y="35"/>
                    <a:pt x="18" y="42"/>
                  </a:cubicBezTo>
                  <a:lnTo>
                    <a:pt x="42" y="19"/>
                  </a:lnTo>
                  <a:close/>
                </a:path>
              </a:pathLst>
            </a:custGeom>
            <a:solidFill>
              <a:srgbClr val="C9C9C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 name="Freeform 70"/>
            <p:cNvSpPr>
              <a:spLocks/>
            </p:cNvSpPr>
            <p:nvPr/>
          </p:nvSpPr>
          <p:spPr bwMode="auto">
            <a:xfrm>
              <a:off x="8686746" y="2335162"/>
              <a:ext cx="213688" cy="263426"/>
            </a:xfrm>
            <a:custGeom>
              <a:avLst/>
              <a:gdLst>
                <a:gd name="T0" fmla="*/ 0 w 30"/>
                <a:gd name="T1" fmla="*/ 4 h 37"/>
                <a:gd name="T2" fmla="*/ 6 w 30"/>
                <a:gd name="T3" fmla="*/ 37 h 37"/>
                <a:gd name="T4" fmla="*/ 30 w 30"/>
                <a:gd name="T5" fmla="*/ 34 h 37"/>
                <a:gd name="T6" fmla="*/ 30 w 30"/>
                <a:gd name="T7" fmla="*/ 0 h 37"/>
                <a:gd name="T8" fmla="*/ 0 w 30"/>
                <a:gd name="T9" fmla="*/ 4 h 37"/>
              </a:gdLst>
              <a:ahLst/>
              <a:cxnLst>
                <a:cxn ang="0">
                  <a:pos x="T0" y="T1"/>
                </a:cxn>
                <a:cxn ang="0">
                  <a:pos x="T2" y="T3"/>
                </a:cxn>
                <a:cxn ang="0">
                  <a:pos x="T4" y="T5"/>
                </a:cxn>
                <a:cxn ang="0">
                  <a:pos x="T6" y="T7"/>
                </a:cxn>
                <a:cxn ang="0">
                  <a:pos x="T8" y="T9"/>
                </a:cxn>
              </a:cxnLst>
              <a:rect l="0" t="0" r="r" b="b"/>
              <a:pathLst>
                <a:path w="30" h="37">
                  <a:moveTo>
                    <a:pt x="0" y="4"/>
                  </a:moveTo>
                  <a:cubicBezTo>
                    <a:pt x="6" y="37"/>
                    <a:pt x="6" y="37"/>
                    <a:pt x="6" y="37"/>
                  </a:cubicBezTo>
                  <a:cubicBezTo>
                    <a:pt x="14" y="35"/>
                    <a:pt x="22" y="34"/>
                    <a:pt x="30" y="34"/>
                  </a:cubicBezTo>
                  <a:cubicBezTo>
                    <a:pt x="30" y="0"/>
                    <a:pt x="30" y="0"/>
                    <a:pt x="30" y="0"/>
                  </a:cubicBezTo>
                  <a:cubicBezTo>
                    <a:pt x="19" y="1"/>
                    <a:pt x="9" y="2"/>
                    <a:pt x="0" y="4"/>
                  </a:cubicBezTo>
                  <a:close/>
                </a:path>
              </a:pathLst>
            </a:custGeom>
            <a:solidFill>
              <a:srgbClr val="C9C9C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9" name="Freeform 71"/>
            <p:cNvSpPr>
              <a:spLocks/>
            </p:cNvSpPr>
            <p:nvPr/>
          </p:nvSpPr>
          <p:spPr bwMode="auto">
            <a:xfrm>
              <a:off x="7951734" y="4630462"/>
              <a:ext cx="300267" cy="305794"/>
            </a:xfrm>
            <a:custGeom>
              <a:avLst/>
              <a:gdLst>
                <a:gd name="T0" fmla="*/ 42 w 42"/>
                <a:gd name="T1" fmla="*/ 16 h 43"/>
                <a:gd name="T2" fmla="*/ 24 w 42"/>
                <a:gd name="T3" fmla="*/ 0 h 43"/>
                <a:gd name="T4" fmla="*/ 0 w 42"/>
                <a:gd name="T5" fmla="*/ 24 h 43"/>
                <a:gd name="T6" fmla="*/ 23 w 42"/>
                <a:gd name="T7" fmla="*/ 43 h 43"/>
                <a:gd name="T8" fmla="*/ 42 w 42"/>
                <a:gd name="T9" fmla="*/ 16 h 43"/>
              </a:gdLst>
              <a:ahLst/>
              <a:cxnLst>
                <a:cxn ang="0">
                  <a:pos x="T0" y="T1"/>
                </a:cxn>
                <a:cxn ang="0">
                  <a:pos x="T2" y="T3"/>
                </a:cxn>
                <a:cxn ang="0">
                  <a:pos x="T4" y="T5"/>
                </a:cxn>
                <a:cxn ang="0">
                  <a:pos x="T6" y="T7"/>
                </a:cxn>
                <a:cxn ang="0">
                  <a:pos x="T8" y="T9"/>
                </a:cxn>
              </a:cxnLst>
              <a:rect l="0" t="0" r="r" b="b"/>
              <a:pathLst>
                <a:path w="42" h="43">
                  <a:moveTo>
                    <a:pt x="42" y="16"/>
                  </a:moveTo>
                  <a:cubicBezTo>
                    <a:pt x="35" y="11"/>
                    <a:pt x="30" y="6"/>
                    <a:pt x="24" y="0"/>
                  </a:cubicBezTo>
                  <a:cubicBezTo>
                    <a:pt x="0" y="24"/>
                    <a:pt x="0" y="24"/>
                    <a:pt x="0" y="24"/>
                  </a:cubicBezTo>
                  <a:cubicBezTo>
                    <a:pt x="7" y="31"/>
                    <a:pt x="15" y="38"/>
                    <a:pt x="23" y="43"/>
                  </a:cubicBezTo>
                  <a:lnTo>
                    <a:pt x="42" y="16"/>
                  </a:lnTo>
                  <a:close/>
                </a:path>
              </a:pathLst>
            </a:custGeom>
            <a:solidFill>
              <a:srgbClr val="C9C9C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0" name="Freeform 72"/>
            <p:cNvSpPr>
              <a:spLocks/>
            </p:cNvSpPr>
            <p:nvPr/>
          </p:nvSpPr>
          <p:spPr bwMode="auto">
            <a:xfrm>
              <a:off x="7566728" y="4039137"/>
              <a:ext cx="278162" cy="248689"/>
            </a:xfrm>
            <a:custGeom>
              <a:avLst/>
              <a:gdLst>
                <a:gd name="T0" fmla="*/ 39 w 39"/>
                <a:gd name="T1" fmla="*/ 22 h 35"/>
                <a:gd name="T2" fmla="*/ 32 w 39"/>
                <a:gd name="T3" fmla="*/ 0 h 35"/>
                <a:gd name="T4" fmla="*/ 0 w 39"/>
                <a:gd name="T5" fmla="*/ 6 h 35"/>
                <a:gd name="T6" fmla="*/ 8 w 39"/>
                <a:gd name="T7" fmla="*/ 35 h 35"/>
                <a:gd name="T8" fmla="*/ 39 w 39"/>
                <a:gd name="T9" fmla="*/ 22 h 35"/>
              </a:gdLst>
              <a:ahLst/>
              <a:cxnLst>
                <a:cxn ang="0">
                  <a:pos x="T0" y="T1"/>
                </a:cxn>
                <a:cxn ang="0">
                  <a:pos x="T2" y="T3"/>
                </a:cxn>
                <a:cxn ang="0">
                  <a:pos x="T4" y="T5"/>
                </a:cxn>
                <a:cxn ang="0">
                  <a:pos x="T6" y="T7"/>
                </a:cxn>
                <a:cxn ang="0">
                  <a:pos x="T8" y="T9"/>
                </a:cxn>
              </a:cxnLst>
              <a:rect l="0" t="0" r="r" b="b"/>
              <a:pathLst>
                <a:path w="39" h="35">
                  <a:moveTo>
                    <a:pt x="39" y="22"/>
                  </a:moveTo>
                  <a:cubicBezTo>
                    <a:pt x="36" y="15"/>
                    <a:pt x="34" y="7"/>
                    <a:pt x="32" y="0"/>
                  </a:cubicBezTo>
                  <a:cubicBezTo>
                    <a:pt x="0" y="6"/>
                    <a:pt x="0" y="6"/>
                    <a:pt x="0" y="6"/>
                  </a:cubicBezTo>
                  <a:cubicBezTo>
                    <a:pt x="2" y="16"/>
                    <a:pt x="4" y="25"/>
                    <a:pt x="8" y="35"/>
                  </a:cubicBezTo>
                  <a:lnTo>
                    <a:pt x="39" y="22"/>
                  </a:lnTo>
                  <a:close/>
                </a:path>
              </a:pathLst>
            </a:custGeom>
            <a:solidFill>
              <a:srgbClr val="C9C9C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1" name="Freeform 73"/>
            <p:cNvSpPr>
              <a:spLocks/>
            </p:cNvSpPr>
            <p:nvPr/>
          </p:nvSpPr>
          <p:spPr bwMode="auto">
            <a:xfrm>
              <a:off x="7531727" y="3810712"/>
              <a:ext cx="256056" cy="206319"/>
            </a:xfrm>
            <a:custGeom>
              <a:avLst/>
              <a:gdLst>
                <a:gd name="T0" fmla="*/ 36 w 36"/>
                <a:gd name="T1" fmla="*/ 23 h 29"/>
                <a:gd name="T2" fmla="*/ 34 w 36"/>
                <a:gd name="T3" fmla="*/ 0 h 29"/>
                <a:gd name="T4" fmla="*/ 0 w 36"/>
                <a:gd name="T5" fmla="*/ 0 h 29"/>
                <a:gd name="T6" fmla="*/ 3 w 36"/>
                <a:gd name="T7" fmla="*/ 29 h 29"/>
                <a:gd name="T8" fmla="*/ 36 w 36"/>
                <a:gd name="T9" fmla="*/ 23 h 29"/>
              </a:gdLst>
              <a:ahLst/>
              <a:cxnLst>
                <a:cxn ang="0">
                  <a:pos x="T0" y="T1"/>
                </a:cxn>
                <a:cxn ang="0">
                  <a:pos x="T2" y="T3"/>
                </a:cxn>
                <a:cxn ang="0">
                  <a:pos x="T4" y="T5"/>
                </a:cxn>
                <a:cxn ang="0">
                  <a:pos x="T6" y="T7"/>
                </a:cxn>
                <a:cxn ang="0">
                  <a:pos x="T8" y="T9"/>
                </a:cxn>
              </a:cxnLst>
              <a:rect l="0" t="0" r="r" b="b"/>
              <a:pathLst>
                <a:path w="36" h="29">
                  <a:moveTo>
                    <a:pt x="36" y="23"/>
                  </a:moveTo>
                  <a:cubicBezTo>
                    <a:pt x="34" y="15"/>
                    <a:pt x="34" y="8"/>
                    <a:pt x="34" y="0"/>
                  </a:cubicBezTo>
                  <a:cubicBezTo>
                    <a:pt x="0" y="0"/>
                    <a:pt x="0" y="0"/>
                    <a:pt x="0" y="0"/>
                  </a:cubicBezTo>
                  <a:cubicBezTo>
                    <a:pt x="0" y="10"/>
                    <a:pt x="1" y="20"/>
                    <a:pt x="3" y="29"/>
                  </a:cubicBezTo>
                  <a:lnTo>
                    <a:pt x="36" y="23"/>
                  </a:lnTo>
                  <a:close/>
                </a:path>
              </a:pathLst>
            </a:custGeom>
            <a:solidFill>
              <a:srgbClr val="C9C9C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2" name="Freeform 74"/>
            <p:cNvSpPr>
              <a:spLocks/>
            </p:cNvSpPr>
            <p:nvPr/>
          </p:nvSpPr>
          <p:spPr bwMode="auto">
            <a:xfrm>
              <a:off x="8679378" y="4958362"/>
              <a:ext cx="221056" cy="263426"/>
            </a:xfrm>
            <a:custGeom>
              <a:avLst/>
              <a:gdLst>
                <a:gd name="T0" fmla="*/ 31 w 31"/>
                <a:gd name="T1" fmla="*/ 3 h 37"/>
                <a:gd name="T2" fmla="*/ 7 w 31"/>
                <a:gd name="T3" fmla="*/ 0 h 37"/>
                <a:gd name="T4" fmla="*/ 0 w 31"/>
                <a:gd name="T5" fmla="*/ 33 h 37"/>
                <a:gd name="T6" fmla="*/ 31 w 31"/>
                <a:gd name="T7" fmla="*/ 37 h 37"/>
                <a:gd name="T8" fmla="*/ 31 w 31"/>
                <a:gd name="T9" fmla="*/ 3 h 37"/>
              </a:gdLst>
              <a:ahLst/>
              <a:cxnLst>
                <a:cxn ang="0">
                  <a:pos x="T0" y="T1"/>
                </a:cxn>
                <a:cxn ang="0">
                  <a:pos x="T2" y="T3"/>
                </a:cxn>
                <a:cxn ang="0">
                  <a:pos x="T4" y="T5"/>
                </a:cxn>
                <a:cxn ang="0">
                  <a:pos x="T6" y="T7"/>
                </a:cxn>
                <a:cxn ang="0">
                  <a:pos x="T8" y="T9"/>
                </a:cxn>
              </a:cxnLst>
              <a:rect l="0" t="0" r="r" b="b"/>
              <a:pathLst>
                <a:path w="31" h="37">
                  <a:moveTo>
                    <a:pt x="31" y="3"/>
                  </a:moveTo>
                  <a:cubicBezTo>
                    <a:pt x="23" y="3"/>
                    <a:pt x="15" y="2"/>
                    <a:pt x="7" y="0"/>
                  </a:cubicBezTo>
                  <a:cubicBezTo>
                    <a:pt x="0" y="33"/>
                    <a:pt x="0" y="33"/>
                    <a:pt x="0" y="33"/>
                  </a:cubicBezTo>
                  <a:cubicBezTo>
                    <a:pt x="10" y="35"/>
                    <a:pt x="20" y="36"/>
                    <a:pt x="31" y="37"/>
                  </a:cubicBezTo>
                  <a:lnTo>
                    <a:pt x="31" y="3"/>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3" name="Freeform 75"/>
            <p:cNvSpPr>
              <a:spLocks/>
            </p:cNvSpPr>
            <p:nvPr/>
          </p:nvSpPr>
          <p:spPr bwMode="auto">
            <a:xfrm>
              <a:off x="8165422" y="4779675"/>
              <a:ext cx="278162" cy="307637"/>
            </a:xfrm>
            <a:custGeom>
              <a:avLst/>
              <a:gdLst>
                <a:gd name="T0" fmla="*/ 39 w 39"/>
                <a:gd name="T1" fmla="*/ 12 h 43"/>
                <a:gd name="T2" fmla="*/ 19 w 39"/>
                <a:gd name="T3" fmla="*/ 0 h 43"/>
                <a:gd name="T4" fmla="*/ 0 w 39"/>
                <a:gd name="T5" fmla="*/ 28 h 43"/>
                <a:gd name="T6" fmla="*/ 26 w 39"/>
                <a:gd name="T7" fmla="*/ 43 h 43"/>
                <a:gd name="T8" fmla="*/ 39 w 39"/>
                <a:gd name="T9" fmla="*/ 12 h 43"/>
              </a:gdLst>
              <a:ahLst/>
              <a:cxnLst>
                <a:cxn ang="0">
                  <a:pos x="T0" y="T1"/>
                </a:cxn>
                <a:cxn ang="0">
                  <a:pos x="T2" y="T3"/>
                </a:cxn>
                <a:cxn ang="0">
                  <a:pos x="T4" y="T5"/>
                </a:cxn>
                <a:cxn ang="0">
                  <a:pos x="T6" y="T7"/>
                </a:cxn>
                <a:cxn ang="0">
                  <a:pos x="T8" y="T9"/>
                </a:cxn>
              </a:cxnLst>
              <a:rect l="0" t="0" r="r" b="b"/>
              <a:pathLst>
                <a:path w="39" h="43">
                  <a:moveTo>
                    <a:pt x="39" y="12"/>
                  </a:moveTo>
                  <a:cubicBezTo>
                    <a:pt x="32" y="8"/>
                    <a:pt x="26" y="4"/>
                    <a:pt x="19" y="0"/>
                  </a:cubicBezTo>
                  <a:cubicBezTo>
                    <a:pt x="0" y="28"/>
                    <a:pt x="0" y="28"/>
                    <a:pt x="0" y="28"/>
                  </a:cubicBezTo>
                  <a:cubicBezTo>
                    <a:pt x="9" y="33"/>
                    <a:pt x="17" y="38"/>
                    <a:pt x="26" y="43"/>
                  </a:cubicBezTo>
                  <a:lnTo>
                    <a:pt x="39" y="12"/>
                  </a:lnTo>
                  <a:close/>
                </a:path>
              </a:pathLst>
            </a:custGeom>
            <a:solidFill>
              <a:srgbClr val="C9C9C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4" name="Freeform 76"/>
            <p:cNvSpPr>
              <a:spLocks/>
            </p:cNvSpPr>
            <p:nvPr/>
          </p:nvSpPr>
          <p:spPr bwMode="auto">
            <a:xfrm>
              <a:off x="8415952" y="4886519"/>
              <a:ext cx="248688" cy="292900"/>
            </a:xfrm>
            <a:custGeom>
              <a:avLst/>
              <a:gdLst>
                <a:gd name="T0" fmla="*/ 35 w 35"/>
                <a:gd name="T1" fmla="*/ 8 h 41"/>
                <a:gd name="T2" fmla="*/ 13 w 35"/>
                <a:gd name="T3" fmla="*/ 0 h 41"/>
                <a:gd name="T4" fmla="*/ 0 w 35"/>
                <a:gd name="T5" fmla="*/ 31 h 41"/>
                <a:gd name="T6" fmla="*/ 28 w 35"/>
                <a:gd name="T7" fmla="*/ 41 h 41"/>
                <a:gd name="T8" fmla="*/ 35 w 35"/>
                <a:gd name="T9" fmla="*/ 8 h 41"/>
              </a:gdLst>
              <a:ahLst/>
              <a:cxnLst>
                <a:cxn ang="0">
                  <a:pos x="T0" y="T1"/>
                </a:cxn>
                <a:cxn ang="0">
                  <a:pos x="T2" y="T3"/>
                </a:cxn>
                <a:cxn ang="0">
                  <a:pos x="T4" y="T5"/>
                </a:cxn>
                <a:cxn ang="0">
                  <a:pos x="T6" y="T7"/>
                </a:cxn>
                <a:cxn ang="0">
                  <a:pos x="T8" y="T9"/>
                </a:cxn>
              </a:cxnLst>
              <a:rect l="0" t="0" r="r" b="b"/>
              <a:pathLst>
                <a:path w="35" h="41">
                  <a:moveTo>
                    <a:pt x="35" y="8"/>
                  </a:moveTo>
                  <a:cubicBezTo>
                    <a:pt x="27" y="6"/>
                    <a:pt x="20" y="4"/>
                    <a:pt x="13" y="0"/>
                  </a:cubicBezTo>
                  <a:cubicBezTo>
                    <a:pt x="0" y="31"/>
                    <a:pt x="0" y="31"/>
                    <a:pt x="0" y="31"/>
                  </a:cubicBezTo>
                  <a:cubicBezTo>
                    <a:pt x="9" y="35"/>
                    <a:pt x="19" y="39"/>
                    <a:pt x="28" y="41"/>
                  </a:cubicBezTo>
                  <a:lnTo>
                    <a:pt x="35" y="8"/>
                  </a:lnTo>
                  <a:close/>
                </a:path>
              </a:pathLst>
            </a:custGeom>
            <a:solidFill>
              <a:srgbClr val="C9C9C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5" name="Freeform 77"/>
            <p:cNvSpPr>
              <a:spLocks/>
            </p:cNvSpPr>
            <p:nvPr/>
          </p:nvSpPr>
          <p:spPr bwMode="auto">
            <a:xfrm>
              <a:off x="7645940" y="4252824"/>
              <a:ext cx="298426" cy="278163"/>
            </a:xfrm>
            <a:custGeom>
              <a:avLst/>
              <a:gdLst>
                <a:gd name="T0" fmla="*/ 42 w 42"/>
                <a:gd name="T1" fmla="*/ 21 h 39"/>
                <a:gd name="T2" fmla="*/ 31 w 42"/>
                <a:gd name="T3" fmla="*/ 0 h 39"/>
                <a:gd name="T4" fmla="*/ 0 w 42"/>
                <a:gd name="T5" fmla="*/ 13 h 39"/>
                <a:gd name="T6" fmla="*/ 14 w 42"/>
                <a:gd name="T7" fmla="*/ 39 h 39"/>
                <a:gd name="T8" fmla="*/ 42 w 42"/>
                <a:gd name="T9" fmla="*/ 21 h 39"/>
              </a:gdLst>
              <a:ahLst/>
              <a:cxnLst>
                <a:cxn ang="0">
                  <a:pos x="T0" y="T1"/>
                </a:cxn>
                <a:cxn ang="0">
                  <a:pos x="T2" y="T3"/>
                </a:cxn>
                <a:cxn ang="0">
                  <a:pos x="T4" y="T5"/>
                </a:cxn>
                <a:cxn ang="0">
                  <a:pos x="T6" y="T7"/>
                </a:cxn>
                <a:cxn ang="0">
                  <a:pos x="T8" y="T9"/>
                </a:cxn>
              </a:cxnLst>
              <a:rect l="0" t="0" r="r" b="b"/>
              <a:pathLst>
                <a:path w="42" h="39">
                  <a:moveTo>
                    <a:pt x="42" y="21"/>
                  </a:moveTo>
                  <a:cubicBezTo>
                    <a:pt x="38" y="14"/>
                    <a:pt x="34" y="7"/>
                    <a:pt x="31" y="0"/>
                  </a:cubicBezTo>
                  <a:cubicBezTo>
                    <a:pt x="0" y="13"/>
                    <a:pt x="0" y="13"/>
                    <a:pt x="0" y="13"/>
                  </a:cubicBezTo>
                  <a:cubicBezTo>
                    <a:pt x="4" y="22"/>
                    <a:pt x="9" y="31"/>
                    <a:pt x="14" y="39"/>
                  </a:cubicBezTo>
                  <a:lnTo>
                    <a:pt x="42" y="21"/>
                  </a:lnTo>
                  <a:close/>
                </a:path>
              </a:pathLst>
            </a:custGeom>
            <a:solidFill>
              <a:srgbClr val="C9C9C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6" name="Freeform 78"/>
            <p:cNvSpPr>
              <a:spLocks/>
            </p:cNvSpPr>
            <p:nvPr/>
          </p:nvSpPr>
          <p:spPr bwMode="auto">
            <a:xfrm>
              <a:off x="8172790" y="2477006"/>
              <a:ext cx="270793" cy="300269"/>
            </a:xfrm>
            <a:custGeom>
              <a:avLst/>
              <a:gdLst>
                <a:gd name="T0" fmla="*/ 18 w 38"/>
                <a:gd name="T1" fmla="*/ 42 h 42"/>
                <a:gd name="T2" fmla="*/ 38 w 38"/>
                <a:gd name="T3" fmla="*/ 31 h 42"/>
                <a:gd name="T4" fmla="*/ 26 w 38"/>
                <a:gd name="T5" fmla="*/ 0 h 42"/>
                <a:gd name="T6" fmla="*/ 0 w 38"/>
                <a:gd name="T7" fmla="*/ 14 h 42"/>
                <a:gd name="T8" fmla="*/ 18 w 38"/>
                <a:gd name="T9" fmla="*/ 42 h 42"/>
              </a:gdLst>
              <a:ahLst/>
              <a:cxnLst>
                <a:cxn ang="0">
                  <a:pos x="T0" y="T1"/>
                </a:cxn>
                <a:cxn ang="0">
                  <a:pos x="T2" y="T3"/>
                </a:cxn>
                <a:cxn ang="0">
                  <a:pos x="T4" y="T5"/>
                </a:cxn>
                <a:cxn ang="0">
                  <a:pos x="T6" y="T7"/>
                </a:cxn>
                <a:cxn ang="0">
                  <a:pos x="T8" y="T9"/>
                </a:cxn>
              </a:cxnLst>
              <a:rect l="0" t="0" r="r" b="b"/>
              <a:pathLst>
                <a:path w="38" h="42">
                  <a:moveTo>
                    <a:pt x="18" y="42"/>
                  </a:moveTo>
                  <a:cubicBezTo>
                    <a:pt x="25" y="38"/>
                    <a:pt x="31" y="34"/>
                    <a:pt x="38" y="31"/>
                  </a:cubicBezTo>
                  <a:cubicBezTo>
                    <a:pt x="26" y="0"/>
                    <a:pt x="26" y="0"/>
                    <a:pt x="26" y="0"/>
                  </a:cubicBezTo>
                  <a:cubicBezTo>
                    <a:pt x="16" y="4"/>
                    <a:pt x="8" y="9"/>
                    <a:pt x="0" y="14"/>
                  </a:cubicBezTo>
                  <a:lnTo>
                    <a:pt x="18" y="42"/>
                  </a:lnTo>
                  <a:close/>
                </a:path>
              </a:pathLst>
            </a:custGeom>
            <a:solidFill>
              <a:srgbClr val="C9C9C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 name="Freeform 79"/>
            <p:cNvSpPr>
              <a:spLocks/>
            </p:cNvSpPr>
            <p:nvPr/>
          </p:nvSpPr>
          <p:spPr bwMode="auto">
            <a:xfrm>
              <a:off x="7531727" y="3539919"/>
              <a:ext cx="256056" cy="206319"/>
            </a:xfrm>
            <a:custGeom>
              <a:avLst/>
              <a:gdLst>
                <a:gd name="T0" fmla="*/ 34 w 36"/>
                <a:gd name="T1" fmla="*/ 29 h 29"/>
                <a:gd name="T2" fmla="*/ 36 w 36"/>
                <a:gd name="T3" fmla="*/ 6 h 29"/>
                <a:gd name="T4" fmla="*/ 3 w 36"/>
                <a:gd name="T5" fmla="*/ 0 h 29"/>
                <a:gd name="T6" fmla="*/ 0 w 36"/>
                <a:gd name="T7" fmla="*/ 29 h 29"/>
                <a:gd name="T8" fmla="*/ 34 w 36"/>
                <a:gd name="T9" fmla="*/ 29 h 29"/>
              </a:gdLst>
              <a:ahLst/>
              <a:cxnLst>
                <a:cxn ang="0">
                  <a:pos x="T0" y="T1"/>
                </a:cxn>
                <a:cxn ang="0">
                  <a:pos x="T2" y="T3"/>
                </a:cxn>
                <a:cxn ang="0">
                  <a:pos x="T4" y="T5"/>
                </a:cxn>
                <a:cxn ang="0">
                  <a:pos x="T6" y="T7"/>
                </a:cxn>
                <a:cxn ang="0">
                  <a:pos x="T8" y="T9"/>
                </a:cxn>
              </a:cxnLst>
              <a:rect l="0" t="0" r="r" b="b"/>
              <a:pathLst>
                <a:path w="36" h="29">
                  <a:moveTo>
                    <a:pt x="34" y="29"/>
                  </a:moveTo>
                  <a:cubicBezTo>
                    <a:pt x="34" y="21"/>
                    <a:pt x="34" y="14"/>
                    <a:pt x="36" y="6"/>
                  </a:cubicBezTo>
                  <a:cubicBezTo>
                    <a:pt x="3" y="0"/>
                    <a:pt x="3" y="0"/>
                    <a:pt x="3" y="0"/>
                  </a:cubicBezTo>
                  <a:cubicBezTo>
                    <a:pt x="1" y="9"/>
                    <a:pt x="0" y="19"/>
                    <a:pt x="0" y="29"/>
                  </a:cubicBezTo>
                  <a:lnTo>
                    <a:pt x="34" y="29"/>
                  </a:lnTo>
                  <a:close/>
                </a:path>
              </a:pathLst>
            </a:custGeom>
            <a:solidFill>
              <a:srgbClr val="C9C9C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8" name="Freeform 80"/>
            <p:cNvSpPr>
              <a:spLocks/>
            </p:cNvSpPr>
            <p:nvPr/>
          </p:nvSpPr>
          <p:spPr bwMode="auto">
            <a:xfrm>
              <a:off x="7951734" y="2620693"/>
              <a:ext cx="300267" cy="305794"/>
            </a:xfrm>
            <a:custGeom>
              <a:avLst/>
              <a:gdLst>
                <a:gd name="T0" fmla="*/ 24 w 42"/>
                <a:gd name="T1" fmla="*/ 43 h 43"/>
                <a:gd name="T2" fmla="*/ 42 w 42"/>
                <a:gd name="T3" fmla="*/ 28 h 43"/>
                <a:gd name="T4" fmla="*/ 23 w 42"/>
                <a:gd name="T5" fmla="*/ 0 h 43"/>
                <a:gd name="T6" fmla="*/ 0 w 42"/>
                <a:gd name="T7" fmla="*/ 19 h 43"/>
                <a:gd name="T8" fmla="*/ 24 w 42"/>
                <a:gd name="T9" fmla="*/ 43 h 43"/>
              </a:gdLst>
              <a:ahLst/>
              <a:cxnLst>
                <a:cxn ang="0">
                  <a:pos x="T0" y="T1"/>
                </a:cxn>
                <a:cxn ang="0">
                  <a:pos x="T2" y="T3"/>
                </a:cxn>
                <a:cxn ang="0">
                  <a:pos x="T4" y="T5"/>
                </a:cxn>
                <a:cxn ang="0">
                  <a:pos x="T6" y="T7"/>
                </a:cxn>
                <a:cxn ang="0">
                  <a:pos x="T8" y="T9"/>
                </a:cxn>
              </a:cxnLst>
              <a:rect l="0" t="0" r="r" b="b"/>
              <a:pathLst>
                <a:path w="42" h="43">
                  <a:moveTo>
                    <a:pt x="24" y="43"/>
                  </a:moveTo>
                  <a:cubicBezTo>
                    <a:pt x="30" y="37"/>
                    <a:pt x="35" y="32"/>
                    <a:pt x="42" y="28"/>
                  </a:cubicBezTo>
                  <a:cubicBezTo>
                    <a:pt x="23" y="0"/>
                    <a:pt x="23" y="0"/>
                    <a:pt x="23" y="0"/>
                  </a:cubicBezTo>
                  <a:cubicBezTo>
                    <a:pt x="15" y="6"/>
                    <a:pt x="7" y="12"/>
                    <a:pt x="0" y="19"/>
                  </a:cubicBezTo>
                  <a:lnTo>
                    <a:pt x="24" y="43"/>
                  </a:lnTo>
                  <a:close/>
                </a:path>
              </a:pathLst>
            </a:custGeom>
            <a:solidFill>
              <a:srgbClr val="C9C9C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9" name="Freeform 81"/>
            <p:cNvSpPr>
              <a:spLocks/>
            </p:cNvSpPr>
            <p:nvPr/>
          </p:nvSpPr>
          <p:spPr bwMode="auto">
            <a:xfrm>
              <a:off x="8415952" y="2377531"/>
              <a:ext cx="248688" cy="292900"/>
            </a:xfrm>
            <a:custGeom>
              <a:avLst/>
              <a:gdLst>
                <a:gd name="T0" fmla="*/ 0 w 35"/>
                <a:gd name="T1" fmla="*/ 10 h 41"/>
                <a:gd name="T2" fmla="*/ 13 w 35"/>
                <a:gd name="T3" fmla="*/ 41 h 41"/>
                <a:gd name="T4" fmla="*/ 35 w 35"/>
                <a:gd name="T5" fmla="*/ 33 h 41"/>
                <a:gd name="T6" fmla="*/ 28 w 35"/>
                <a:gd name="T7" fmla="*/ 0 h 41"/>
                <a:gd name="T8" fmla="*/ 0 w 35"/>
                <a:gd name="T9" fmla="*/ 10 h 41"/>
              </a:gdLst>
              <a:ahLst/>
              <a:cxnLst>
                <a:cxn ang="0">
                  <a:pos x="T0" y="T1"/>
                </a:cxn>
                <a:cxn ang="0">
                  <a:pos x="T2" y="T3"/>
                </a:cxn>
                <a:cxn ang="0">
                  <a:pos x="T4" y="T5"/>
                </a:cxn>
                <a:cxn ang="0">
                  <a:pos x="T6" y="T7"/>
                </a:cxn>
                <a:cxn ang="0">
                  <a:pos x="T8" y="T9"/>
                </a:cxn>
              </a:cxnLst>
              <a:rect l="0" t="0" r="r" b="b"/>
              <a:pathLst>
                <a:path w="35" h="41">
                  <a:moveTo>
                    <a:pt x="0" y="10"/>
                  </a:moveTo>
                  <a:cubicBezTo>
                    <a:pt x="13" y="41"/>
                    <a:pt x="13" y="41"/>
                    <a:pt x="13" y="41"/>
                  </a:cubicBezTo>
                  <a:cubicBezTo>
                    <a:pt x="20" y="38"/>
                    <a:pt x="27" y="35"/>
                    <a:pt x="35" y="33"/>
                  </a:cubicBezTo>
                  <a:cubicBezTo>
                    <a:pt x="28" y="0"/>
                    <a:pt x="28" y="0"/>
                    <a:pt x="28" y="0"/>
                  </a:cubicBezTo>
                  <a:cubicBezTo>
                    <a:pt x="19" y="3"/>
                    <a:pt x="9" y="6"/>
                    <a:pt x="0" y="10"/>
                  </a:cubicBezTo>
                  <a:close/>
                </a:path>
              </a:pathLst>
            </a:custGeom>
            <a:solidFill>
              <a:srgbClr val="C9C9C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0" name="Freeform 82"/>
            <p:cNvSpPr>
              <a:spLocks/>
            </p:cNvSpPr>
            <p:nvPr/>
          </p:nvSpPr>
          <p:spPr bwMode="auto">
            <a:xfrm>
              <a:off x="7566728" y="3276493"/>
              <a:ext cx="278162" cy="241320"/>
            </a:xfrm>
            <a:custGeom>
              <a:avLst/>
              <a:gdLst>
                <a:gd name="T0" fmla="*/ 32 w 39"/>
                <a:gd name="T1" fmla="*/ 34 h 34"/>
                <a:gd name="T2" fmla="*/ 39 w 39"/>
                <a:gd name="T3" fmla="*/ 12 h 34"/>
                <a:gd name="T4" fmla="*/ 8 w 39"/>
                <a:gd name="T5" fmla="*/ 0 h 34"/>
                <a:gd name="T6" fmla="*/ 0 w 39"/>
                <a:gd name="T7" fmla="*/ 28 h 34"/>
                <a:gd name="T8" fmla="*/ 32 w 39"/>
                <a:gd name="T9" fmla="*/ 34 h 34"/>
              </a:gdLst>
              <a:ahLst/>
              <a:cxnLst>
                <a:cxn ang="0">
                  <a:pos x="T0" y="T1"/>
                </a:cxn>
                <a:cxn ang="0">
                  <a:pos x="T2" y="T3"/>
                </a:cxn>
                <a:cxn ang="0">
                  <a:pos x="T4" y="T5"/>
                </a:cxn>
                <a:cxn ang="0">
                  <a:pos x="T6" y="T7"/>
                </a:cxn>
                <a:cxn ang="0">
                  <a:pos x="T8" y="T9"/>
                </a:cxn>
              </a:cxnLst>
              <a:rect l="0" t="0" r="r" b="b"/>
              <a:pathLst>
                <a:path w="39" h="34">
                  <a:moveTo>
                    <a:pt x="32" y="34"/>
                  </a:moveTo>
                  <a:cubicBezTo>
                    <a:pt x="34" y="27"/>
                    <a:pt x="36" y="19"/>
                    <a:pt x="39" y="12"/>
                  </a:cubicBezTo>
                  <a:cubicBezTo>
                    <a:pt x="8" y="0"/>
                    <a:pt x="8" y="0"/>
                    <a:pt x="8" y="0"/>
                  </a:cubicBezTo>
                  <a:cubicBezTo>
                    <a:pt x="4" y="9"/>
                    <a:pt x="2" y="18"/>
                    <a:pt x="0" y="28"/>
                  </a:cubicBezTo>
                  <a:lnTo>
                    <a:pt x="32" y="34"/>
                  </a:lnTo>
                  <a:close/>
                </a:path>
              </a:pathLst>
            </a:custGeom>
            <a:solidFill>
              <a:srgbClr val="C9C9C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1" name="Freeform 83"/>
            <p:cNvSpPr>
              <a:spLocks/>
            </p:cNvSpPr>
            <p:nvPr/>
          </p:nvSpPr>
          <p:spPr bwMode="auto">
            <a:xfrm>
              <a:off x="7645940" y="3025962"/>
              <a:ext cx="298426" cy="278163"/>
            </a:xfrm>
            <a:custGeom>
              <a:avLst/>
              <a:gdLst>
                <a:gd name="T0" fmla="*/ 31 w 42"/>
                <a:gd name="T1" fmla="*/ 39 h 39"/>
                <a:gd name="T2" fmla="*/ 42 w 42"/>
                <a:gd name="T3" fmla="*/ 18 h 39"/>
                <a:gd name="T4" fmla="*/ 14 w 42"/>
                <a:gd name="T5" fmla="*/ 0 h 39"/>
                <a:gd name="T6" fmla="*/ 0 w 42"/>
                <a:gd name="T7" fmla="*/ 26 h 39"/>
                <a:gd name="T8" fmla="*/ 31 w 42"/>
                <a:gd name="T9" fmla="*/ 39 h 39"/>
              </a:gdLst>
              <a:ahLst/>
              <a:cxnLst>
                <a:cxn ang="0">
                  <a:pos x="T0" y="T1"/>
                </a:cxn>
                <a:cxn ang="0">
                  <a:pos x="T2" y="T3"/>
                </a:cxn>
                <a:cxn ang="0">
                  <a:pos x="T4" y="T5"/>
                </a:cxn>
                <a:cxn ang="0">
                  <a:pos x="T6" y="T7"/>
                </a:cxn>
                <a:cxn ang="0">
                  <a:pos x="T8" y="T9"/>
                </a:cxn>
              </a:cxnLst>
              <a:rect l="0" t="0" r="r" b="b"/>
              <a:pathLst>
                <a:path w="42" h="39">
                  <a:moveTo>
                    <a:pt x="31" y="39"/>
                  </a:moveTo>
                  <a:cubicBezTo>
                    <a:pt x="34" y="32"/>
                    <a:pt x="38" y="25"/>
                    <a:pt x="42" y="18"/>
                  </a:cubicBezTo>
                  <a:cubicBezTo>
                    <a:pt x="14" y="0"/>
                    <a:pt x="14" y="0"/>
                    <a:pt x="14" y="0"/>
                  </a:cubicBezTo>
                  <a:cubicBezTo>
                    <a:pt x="9" y="8"/>
                    <a:pt x="4" y="17"/>
                    <a:pt x="0" y="26"/>
                  </a:cubicBezTo>
                  <a:lnTo>
                    <a:pt x="31" y="39"/>
                  </a:lnTo>
                  <a:close/>
                </a:path>
              </a:pathLst>
            </a:custGeom>
            <a:solidFill>
              <a:srgbClr val="C9C9C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2" name="Freeform 84"/>
            <p:cNvSpPr>
              <a:spLocks/>
            </p:cNvSpPr>
            <p:nvPr/>
          </p:nvSpPr>
          <p:spPr bwMode="auto">
            <a:xfrm>
              <a:off x="7780416" y="2804906"/>
              <a:ext cx="300267" cy="300269"/>
            </a:xfrm>
            <a:custGeom>
              <a:avLst/>
              <a:gdLst>
                <a:gd name="T0" fmla="*/ 28 w 42"/>
                <a:gd name="T1" fmla="*/ 42 h 42"/>
                <a:gd name="T2" fmla="*/ 42 w 42"/>
                <a:gd name="T3" fmla="*/ 24 h 42"/>
                <a:gd name="T4" fmla="*/ 18 w 42"/>
                <a:gd name="T5" fmla="*/ 0 h 42"/>
                <a:gd name="T6" fmla="*/ 0 w 42"/>
                <a:gd name="T7" fmla="*/ 23 h 42"/>
                <a:gd name="T8" fmla="*/ 28 w 42"/>
                <a:gd name="T9" fmla="*/ 42 h 42"/>
              </a:gdLst>
              <a:ahLst/>
              <a:cxnLst>
                <a:cxn ang="0">
                  <a:pos x="T0" y="T1"/>
                </a:cxn>
                <a:cxn ang="0">
                  <a:pos x="T2" y="T3"/>
                </a:cxn>
                <a:cxn ang="0">
                  <a:pos x="T4" y="T5"/>
                </a:cxn>
                <a:cxn ang="0">
                  <a:pos x="T6" y="T7"/>
                </a:cxn>
                <a:cxn ang="0">
                  <a:pos x="T8" y="T9"/>
                </a:cxn>
              </a:cxnLst>
              <a:rect l="0" t="0" r="r" b="b"/>
              <a:pathLst>
                <a:path w="42" h="42">
                  <a:moveTo>
                    <a:pt x="28" y="42"/>
                  </a:moveTo>
                  <a:cubicBezTo>
                    <a:pt x="32" y="35"/>
                    <a:pt x="37" y="29"/>
                    <a:pt x="42" y="24"/>
                  </a:cubicBezTo>
                  <a:cubicBezTo>
                    <a:pt x="18" y="0"/>
                    <a:pt x="18" y="0"/>
                    <a:pt x="18" y="0"/>
                  </a:cubicBezTo>
                  <a:cubicBezTo>
                    <a:pt x="11" y="7"/>
                    <a:pt x="5" y="15"/>
                    <a:pt x="0" y="23"/>
                  </a:cubicBezTo>
                  <a:lnTo>
                    <a:pt x="28" y="42"/>
                  </a:lnTo>
                  <a:close/>
                </a:path>
              </a:pathLst>
            </a:custGeom>
            <a:solidFill>
              <a:srgbClr val="C9C9C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3" name="Freeform 85"/>
            <p:cNvSpPr>
              <a:spLocks/>
            </p:cNvSpPr>
            <p:nvPr/>
          </p:nvSpPr>
          <p:spPr bwMode="auto">
            <a:xfrm>
              <a:off x="10162296" y="3810712"/>
              <a:ext cx="256056" cy="228425"/>
            </a:xfrm>
            <a:custGeom>
              <a:avLst/>
              <a:gdLst>
                <a:gd name="T0" fmla="*/ 3 w 36"/>
                <a:gd name="T1" fmla="*/ 0 h 32"/>
                <a:gd name="T2" fmla="*/ 0 w 36"/>
                <a:gd name="T3" fmla="*/ 25 h 32"/>
                <a:gd name="T4" fmla="*/ 33 w 36"/>
                <a:gd name="T5" fmla="*/ 32 h 32"/>
                <a:gd name="T6" fmla="*/ 36 w 36"/>
                <a:gd name="T7" fmla="*/ 0 h 32"/>
                <a:gd name="T8" fmla="*/ 3 w 36"/>
                <a:gd name="T9" fmla="*/ 0 h 32"/>
              </a:gdLst>
              <a:ahLst/>
              <a:cxnLst>
                <a:cxn ang="0">
                  <a:pos x="T0" y="T1"/>
                </a:cxn>
                <a:cxn ang="0">
                  <a:pos x="T2" y="T3"/>
                </a:cxn>
                <a:cxn ang="0">
                  <a:pos x="T4" y="T5"/>
                </a:cxn>
                <a:cxn ang="0">
                  <a:pos x="T6" y="T7"/>
                </a:cxn>
                <a:cxn ang="0">
                  <a:pos x="T8" y="T9"/>
                </a:cxn>
              </a:cxnLst>
              <a:rect l="0" t="0" r="r" b="b"/>
              <a:pathLst>
                <a:path w="36" h="32">
                  <a:moveTo>
                    <a:pt x="3" y="0"/>
                  </a:moveTo>
                  <a:cubicBezTo>
                    <a:pt x="3" y="9"/>
                    <a:pt x="2" y="17"/>
                    <a:pt x="0" y="25"/>
                  </a:cubicBezTo>
                  <a:cubicBezTo>
                    <a:pt x="33" y="32"/>
                    <a:pt x="33" y="32"/>
                    <a:pt x="33" y="32"/>
                  </a:cubicBezTo>
                  <a:cubicBezTo>
                    <a:pt x="35" y="22"/>
                    <a:pt x="36" y="11"/>
                    <a:pt x="36" y="0"/>
                  </a:cubicBezTo>
                  <a:lnTo>
                    <a:pt x="3" y="0"/>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4" name="Freeform 86"/>
            <p:cNvSpPr>
              <a:spLocks/>
            </p:cNvSpPr>
            <p:nvPr/>
          </p:nvSpPr>
          <p:spPr bwMode="auto">
            <a:xfrm>
              <a:off x="10097821" y="4053874"/>
              <a:ext cx="285530" cy="263426"/>
            </a:xfrm>
            <a:custGeom>
              <a:avLst/>
              <a:gdLst>
                <a:gd name="T0" fmla="*/ 7 w 40"/>
                <a:gd name="T1" fmla="*/ 0 h 37"/>
                <a:gd name="T2" fmla="*/ 0 w 40"/>
                <a:gd name="T3" fmla="*/ 24 h 37"/>
                <a:gd name="T4" fmla="*/ 31 w 40"/>
                <a:gd name="T5" fmla="*/ 37 h 37"/>
                <a:gd name="T6" fmla="*/ 40 w 40"/>
                <a:gd name="T7" fmla="*/ 7 h 37"/>
                <a:gd name="T8" fmla="*/ 7 w 40"/>
                <a:gd name="T9" fmla="*/ 0 h 37"/>
              </a:gdLst>
              <a:ahLst/>
              <a:cxnLst>
                <a:cxn ang="0">
                  <a:pos x="T0" y="T1"/>
                </a:cxn>
                <a:cxn ang="0">
                  <a:pos x="T2" y="T3"/>
                </a:cxn>
                <a:cxn ang="0">
                  <a:pos x="T4" y="T5"/>
                </a:cxn>
                <a:cxn ang="0">
                  <a:pos x="T6" y="T7"/>
                </a:cxn>
                <a:cxn ang="0">
                  <a:pos x="T8" y="T9"/>
                </a:cxn>
              </a:cxnLst>
              <a:rect l="0" t="0" r="r" b="b"/>
              <a:pathLst>
                <a:path w="40" h="37">
                  <a:moveTo>
                    <a:pt x="7" y="0"/>
                  </a:moveTo>
                  <a:cubicBezTo>
                    <a:pt x="5" y="9"/>
                    <a:pt x="3" y="17"/>
                    <a:pt x="0" y="24"/>
                  </a:cubicBezTo>
                  <a:cubicBezTo>
                    <a:pt x="31" y="37"/>
                    <a:pt x="31" y="37"/>
                    <a:pt x="31" y="37"/>
                  </a:cubicBezTo>
                  <a:cubicBezTo>
                    <a:pt x="35" y="27"/>
                    <a:pt x="38" y="17"/>
                    <a:pt x="40" y="7"/>
                  </a:cubicBezTo>
                  <a:lnTo>
                    <a:pt x="7" y="0"/>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5" name="Freeform 87"/>
            <p:cNvSpPr>
              <a:spLocks/>
            </p:cNvSpPr>
            <p:nvPr/>
          </p:nvSpPr>
          <p:spPr bwMode="auto">
            <a:xfrm>
              <a:off x="9983609" y="4287825"/>
              <a:ext cx="305794" cy="285531"/>
            </a:xfrm>
            <a:custGeom>
              <a:avLst/>
              <a:gdLst>
                <a:gd name="T0" fmla="*/ 12 w 43"/>
                <a:gd name="T1" fmla="*/ 0 h 40"/>
                <a:gd name="T2" fmla="*/ 0 w 43"/>
                <a:gd name="T3" fmla="*/ 22 h 40"/>
                <a:gd name="T4" fmla="*/ 28 w 43"/>
                <a:gd name="T5" fmla="*/ 40 h 40"/>
                <a:gd name="T6" fmla="*/ 43 w 43"/>
                <a:gd name="T7" fmla="*/ 13 h 40"/>
                <a:gd name="T8" fmla="*/ 12 w 43"/>
                <a:gd name="T9" fmla="*/ 0 h 40"/>
              </a:gdLst>
              <a:ahLst/>
              <a:cxnLst>
                <a:cxn ang="0">
                  <a:pos x="T0" y="T1"/>
                </a:cxn>
                <a:cxn ang="0">
                  <a:pos x="T2" y="T3"/>
                </a:cxn>
                <a:cxn ang="0">
                  <a:pos x="T4" y="T5"/>
                </a:cxn>
                <a:cxn ang="0">
                  <a:pos x="T6" y="T7"/>
                </a:cxn>
                <a:cxn ang="0">
                  <a:pos x="T8" y="T9"/>
                </a:cxn>
              </a:cxnLst>
              <a:rect l="0" t="0" r="r" b="b"/>
              <a:pathLst>
                <a:path w="43" h="40">
                  <a:moveTo>
                    <a:pt x="12" y="0"/>
                  </a:moveTo>
                  <a:cubicBezTo>
                    <a:pt x="9" y="7"/>
                    <a:pt x="5" y="15"/>
                    <a:pt x="0" y="22"/>
                  </a:cubicBezTo>
                  <a:cubicBezTo>
                    <a:pt x="28" y="40"/>
                    <a:pt x="28" y="40"/>
                    <a:pt x="28" y="40"/>
                  </a:cubicBezTo>
                  <a:cubicBezTo>
                    <a:pt x="34" y="32"/>
                    <a:pt x="39" y="22"/>
                    <a:pt x="43" y="13"/>
                  </a:cubicBezTo>
                  <a:lnTo>
                    <a:pt x="12" y="0"/>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6" name="Freeform 88"/>
            <p:cNvSpPr>
              <a:spLocks/>
            </p:cNvSpPr>
            <p:nvPr/>
          </p:nvSpPr>
          <p:spPr bwMode="auto">
            <a:xfrm>
              <a:off x="9640972" y="4672831"/>
              <a:ext cx="307636" cy="313163"/>
            </a:xfrm>
            <a:custGeom>
              <a:avLst/>
              <a:gdLst>
                <a:gd name="T0" fmla="*/ 20 w 43"/>
                <a:gd name="T1" fmla="*/ 0 h 44"/>
                <a:gd name="T2" fmla="*/ 0 w 43"/>
                <a:gd name="T3" fmla="*/ 16 h 44"/>
                <a:gd name="T4" fmla="*/ 19 w 43"/>
                <a:gd name="T5" fmla="*/ 44 h 44"/>
                <a:gd name="T6" fmla="*/ 43 w 43"/>
                <a:gd name="T7" fmla="*/ 24 h 44"/>
                <a:gd name="T8" fmla="*/ 20 w 43"/>
                <a:gd name="T9" fmla="*/ 0 h 44"/>
              </a:gdLst>
              <a:ahLst/>
              <a:cxnLst>
                <a:cxn ang="0">
                  <a:pos x="T0" y="T1"/>
                </a:cxn>
                <a:cxn ang="0">
                  <a:pos x="T2" y="T3"/>
                </a:cxn>
                <a:cxn ang="0">
                  <a:pos x="T4" y="T5"/>
                </a:cxn>
                <a:cxn ang="0">
                  <a:pos x="T6" y="T7"/>
                </a:cxn>
                <a:cxn ang="0">
                  <a:pos x="T8" y="T9"/>
                </a:cxn>
              </a:cxnLst>
              <a:rect l="0" t="0" r="r" b="b"/>
              <a:pathLst>
                <a:path w="43" h="44">
                  <a:moveTo>
                    <a:pt x="20" y="0"/>
                  </a:moveTo>
                  <a:cubicBezTo>
                    <a:pt x="14" y="6"/>
                    <a:pt x="7" y="11"/>
                    <a:pt x="0" y="16"/>
                  </a:cubicBezTo>
                  <a:cubicBezTo>
                    <a:pt x="19" y="44"/>
                    <a:pt x="19" y="44"/>
                    <a:pt x="19" y="44"/>
                  </a:cubicBezTo>
                  <a:cubicBezTo>
                    <a:pt x="27" y="38"/>
                    <a:pt x="36" y="31"/>
                    <a:pt x="43" y="24"/>
                  </a:cubicBezTo>
                  <a:lnTo>
                    <a:pt x="20" y="0"/>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 name="Freeform 89"/>
            <p:cNvSpPr>
              <a:spLocks/>
            </p:cNvSpPr>
            <p:nvPr/>
          </p:nvSpPr>
          <p:spPr bwMode="auto">
            <a:xfrm>
              <a:off x="9827027" y="4494144"/>
              <a:ext cx="320531" cy="307637"/>
            </a:xfrm>
            <a:custGeom>
              <a:avLst/>
              <a:gdLst>
                <a:gd name="T0" fmla="*/ 17 w 45"/>
                <a:gd name="T1" fmla="*/ 0 h 43"/>
                <a:gd name="T2" fmla="*/ 0 w 45"/>
                <a:gd name="T3" fmla="*/ 19 h 43"/>
                <a:gd name="T4" fmla="*/ 24 w 45"/>
                <a:gd name="T5" fmla="*/ 43 h 43"/>
                <a:gd name="T6" fmla="*/ 45 w 45"/>
                <a:gd name="T7" fmla="*/ 19 h 43"/>
                <a:gd name="T8" fmla="*/ 17 w 45"/>
                <a:gd name="T9" fmla="*/ 0 h 43"/>
              </a:gdLst>
              <a:ahLst/>
              <a:cxnLst>
                <a:cxn ang="0">
                  <a:pos x="T0" y="T1"/>
                </a:cxn>
                <a:cxn ang="0">
                  <a:pos x="T2" y="T3"/>
                </a:cxn>
                <a:cxn ang="0">
                  <a:pos x="T4" y="T5"/>
                </a:cxn>
                <a:cxn ang="0">
                  <a:pos x="T6" y="T7"/>
                </a:cxn>
                <a:cxn ang="0">
                  <a:pos x="T8" y="T9"/>
                </a:cxn>
              </a:cxnLst>
              <a:rect l="0" t="0" r="r" b="b"/>
              <a:pathLst>
                <a:path w="45" h="43">
                  <a:moveTo>
                    <a:pt x="17" y="0"/>
                  </a:moveTo>
                  <a:cubicBezTo>
                    <a:pt x="12" y="7"/>
                    <a:pt x="6" y="13"/>
                    <a:pt x="0" y="19"/>
                  </a:cubicBezTo>
                  <a:cubicBezTo>
                    <a:pt x="24" y="43"/>
                    <a:pt x="24" y="43"/>
                    <a:pt x="24" y="43"/>
                  </a:cubicBezTo>
                  <a:cubicBezTo>
                    <a:pt x="32" y="35"/>
                    <a:pt x="38" y="27"/>
                    <a:pt x="45" y="19"/>
                  </a:cubicBezTo>
                  <a:lnTo>
                    <a:pt x="17" y="0"/>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 name="Freeform 90"/>
            <p:cNvSpPr>
              <a:spLocks/>
            </p:cNvSpPr>
            <p:nvPr/>
          </p:nvSpPr>
          <p:spPr bwMode="auto">
            <a:xfrm>
              <a:off x="8964908" y="4973099"/>
              <a:ext cx="221056" cy="248689"/>
            </a:xfrm>
            <a:custGeom>
              <a:avLst/>
              <a:gdLst>
                <a:gd name="T0" fmla="*/ 24 w 31"/>
                <a:gd name="T1" fmla="*/ 0 h 35"/>
                <a:gd name="T2" fmla="*/ 2 w 31"/>
                <a:gd name="T3" fmla="*/ 2 h 35"/>
                <a:gd name="T4" fmla="*/ 0 w 31"/>
                <a:gd name="T5" fmla="*/ 2 h 35"/>
                <a:gd name="T6" fmla="*/ 0 w 31"/>
                <a:gd name="T7" fmla="*/ 35 h 35"/>
                <a:gd name="T8" fmla="*/ 2 w 31"/>
                <a:gd name="T9" fmla="*/ 35 h 35"/>
                <a:gd name="T10" fmla="*/ 31 w 31"/>
                <a:gd name="T11" fmla="*/ 33 h 35"/>
                <a:gd name="T12" fmla="*/ 24 w 31"/>
                <a:gd name="T13" fmla="*/ 0 h 35"/>
              </a:gdLst>
              <a:ahLst/>
              <a:cxnLst>
                <a:cxn ang="0">
                  <a:pos x="T0" y="T1"/>
                </a:cxn>
                <a:cxn ang="0">
                  <a:pos x="T2" y="T3"/>
                </a:cxn>
                <a:cxn ang="0">
                  <a:pos x="T4" y="T5"/>
                </a:cxn>
                <a:cxn ang="0">
                  <a:pos x="T6" y="T7"/>
                </a:cxn>
                <a:cxn ang="0">
                  <a:pos x="T8" y="T9"/>
                </a:cxn>
                <a:cxn ang="0">
                  <a:pos x="T10" y="T11"/>
                </a:cxn>
                <a:cxn ang="0">
                  <a:pos x="T12" y="T13"/>
                </a:cxn>
              </a:cxnLst>
              <a:rect l="0" t="0" r="r" b="b"/>
              <a:pathLst>
                <a:path w="31" h="35">
                  <a:moveTo>
                    <a:pt x="24" y="0"/>
                  </a:moveTo>
                  <a:cubicBezTo>
                    <a:pt x="17" y="1"/>
                    <a:pt x="9" y="2"/>
                    <a:pt x="2" y="2"/>
                  </a:cubicBezTo>
                  <a:cubicBezTo>
                    <a:pt x="1" y="2"/>
                    <a:pt x="1" y="2"/>
                    <a:pt x="0" y="2"/>
                  </a:cubicBezTo>
                  <a:cubicBezTo>
                    <a:pt x="0" y="35"/>
                    <a:pt x="0" y="35"/>
                    <a:pt x="0" y="35"/>
                  </a:cubicBezTo>
                  <a:cubicBezTo>
                    <a:pt x="1" y="35"/>
                    <a:pt x="1" y="35"/>
                    <a:pt x="2" y="35"/>
                  </a:cubicBezTo>
                  <a:cubicBezTo>
                    <a:pt x="11" y="35"/>
                    <a:pt x="21" y="35"/>
                    <a:pt x="31" y="33"/>
                  </a:cubicBezTo>
                  <a:lnTo>
                    <a:pt x="24" y="0"/>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 name="Freeform 91"/>
            <p:cNvSpPr>
              <a:spLocks/>
            </p:cNvSpPr>
            <p:nvPr/>
          </p:nvSpPr>
          <p:spPr bwMode="auto">
            <a:xfrm>
              <a:off x="8964908" y="2335162"/>
              <a:ext cx="221056" cy="248689"/>
            </a:xfrm>
            <a:custGeom>
              <a:avLst/>
              <a:gdLst>
                <a:gd name="T0" fmla="*/ 0 w 31"/>
                <a:gd name="T1" fmla="*/ 33 h 35"/>
                <a:gd name="T2" fmla="*/ 2 w 31"/>
                <a:gd name="T3" fmla="*/ 33 h 35"/>
                <a:gd name="T4" fmla="*/ 24 w 31"/>
                <a:gd name="T5" fmla="*/ 35 h 35"/>
                <a:gd name="T6" fmla="*/ 31 w 31"/>
                <a:gd name="T7" fmla="*/ 2 h 35"/>
                <a:gd name="T8" fmla="*/ 2 w 31"/>
                <a:gd name="T9" fmla="*/ 0 h 35"/>
                <a:gd name="T10" fmla="*/ 0 w 31"/>
                <a:gd name="T11" fmla="*/ 0 h 35"/>
                <a:gd name="T12" fmla="*/ 0 w 31"/>
                <a:gd name="T13" fmla="*/ 33 h 35"/>
              </a:gdLst>
              <a:ahLst/>
              <a:cxnLst>
                <a:cxn ang="0">
                  <a:pos x="T0" y="T1"/>
                </a:cxn>
                <a:cxn ang="0">
                  <a:pos x="T2" y="T3"/>
                </a:cxn>
                <a:cxn ang="0">
                  <a:pos x="T4" y="T5"/>
                </a:cxn>
                <a:cxn ang="0">
                  <a:pos x="T6" y="T7"/>
                </a:cxn>
                <a:cxn ang="0">
                  <a:pos x="T8" y="T9"/>
                </a:cxn>
                <a:cxn ang="0">
                  <a:pos x="T10" y="T11"/>
                </a:cxn>
                <a:cxn ang="0">
                  <a:pos x="T12" y="T13"/>
                </a:cxn>
              </a:cxnLst>
              <a:rect l="0" t="0" r="r" b="b"/>
              <a:pathLst>
                <a:path w="31" h="35">
                  <a:moveTo>
                    <a:pt x="0" y="33"/>
                  </a:moveTo>
                  <a:cubicBezTo>
                    <a:pt x="1" y="33"/>
                    <a:pt x="1" y="33"/>
                    <a:pt x="2" y="33"/>
                  </a:cubicBezTo>
                  <a:cubicBezTo>
                    <a:pt x="9" y="33"/>
                    <a:pt x="17" y="34"/>
                    <a:pt x="24" y="35"/>
                  </a:cubicBezTo>
                  <a:cubicBezTo>
                    <a:pt x="31" y="2"/>
                    <a:pt x="31" y="2"/>
                    <a:pt x="31" y="2"/>
                  </a:cubicBezTo>
                  <a:cubicBezTo>
                    <a:pt x="21" y="1"/>
                    <a:pt x="11" y="0"/>
                    <a:pt x="2" y="0"/>
                  </a:cubicBezTo>
                  <a:cubicBezTo>
                    <a:pt x="1" y="0"/>
                    <a:pt x="1" y="0"/>
                    <a:pt x="0" y="0"/>
                  </a:cubicBezTo>
                  <a:lnTo>
                    <a:pt x="0" y="33"/>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 name="Freeform 92"/>
            <p:cNvSpPr>
              <a:spLocks/>
            </p:cNvSpPr>
            <p:nvPr/>
          </p:nvSpPr>
          <p:spPr bwMode="auto">
            <a:xfrm>
              <a:off x="10162296" y="3517813"/>
              <a:ext cx="256056" cy="228425"/>
            </a:xfrm>
            <a:custGeom>
              <a:avLst/>
              <a:gdLst>
                <a:gd name="T0" fmla="*/ 0 w 36"/>
                <a:gd name="T1" fmla="*/ 7 h 32"/>
                <a:gd name="T2" fmla="*/ 3 w 36"/>
                <a:gd name="T3" fmla="*/ 32 h 32"/>
                <a:gd name="T4" fmla="*/ 36 w 36"/>
                <a:gd name="T5" fmla="*/ 32 h 32"/>
                <a:gd name="T6" fmla="*/ 33 w 36"/>
                <a:gd name="T7" fmla="*/ 0 h 32"/>
                <a:gd name="T8" fmla="*/ 0 w 36"/>
                <a:gd name="T9" fmla="*/ 7 h 32"/>
              </a:gdLst>
              <a:ahLst/>
              <a:cxnLst>
                <a:cxn ang="0">
                  <a:pos x="T0" y="T1"/>
                </a:cxn>
                <a:cxn ang="0">
                  <a:pos x="T2" y="T3"/>
                </a:cxn>
                <a:cxn ang="0">
                  <a:pos x="T4" y="T5"/>
                </a:cxn>
                <a:cxn ang="0">
                  <a:pos x="T6" y="T7"/>
                </a:cxn>
                <a:cxn ang="0">
                  <a:pos x="T8" y="T9"/>
                </a:cxn>
              </a:cxnLst>
              <a:rect l="0" t="0" r="r" b="b"/>
              <a:pathLst>
                <a:path w="36" h="32">
                  <a:moveTo>
                    <a:pt x="0" y="7"/>
                  </a:moveTo>
                  <a:cubicBezTo>
                    <a:pt x="2" y="15"/>
                    <a:pt x="3" y="23"/>
                    <a:pt x="3" y="32"/>
                  </a:cubicBezTo>
                  <a:cubicBezTo>
                    <a:pt x="36" y="32"/>
                    <a:pt x="36" y="32"/>
                    <a:pt x="36" y="32"/>
                  </a:cubicBezTo>
                  <a:cubicBezTo>
                    <a:pt x="36" y="21"/>
                    <a:pt x="35" y="11"/>
                    <a:pt x="33" y="0"/>
                  </a:cubicBezTo>
                  <a:lnTo>
                    <a:pt x="0" y="7"/>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1" name="Freeform 93"/>
            <p:cNvSpPr>
              <a:spLocks/>
            </p:cNvSpPr>
            <p:nvPr/>
          </p:nvSpPr>
          <p:spPr bwMode="auto">
            <a:xfrm>
              <a:off x="9640972" y="2578324"/>
              <a:ext cx="307636" cy="305794"/>
            </a:xfrm>
            <a:custGeom>
              <a:avLst/>
              <a:gdLst>
                <a:gd name="T0" fmla="*/ 0 w 43"/>
                <a:gd name="T1" fmla="*/ 28 h 43"/>
                <a:gd name="T2" fmla="*/ 20 w 43"/>
                <a:gd name="T3" fmla="*/ 43 h 43"/>
                <a:gd name="T4" fmla="*/ 43 w 43"/>
                <a:gd name="T5" fmla="*/ 19 h 43"/>
                <a:gd name="T6" fmla="*/ 19 w 43"/>
                <a:gd name="T7" fmla="*/ 0 h 43"/>
                <a:gd name="T8" fmla="*/ 0 w 43"/>
                <a:gd name="T9" fmla="*/ 28 h 43"/>
              </a:gdLst>
              <a:ahLst/>
              <a:cxnLst>
                <a:cxn ang="0">
                  <a:pos x="T0" y="T1"/>
                </a:cxn>
                <a:cxn ang="0">
                  <a:pos x="T2" y="T3"/>
                </a:cxn>
                <a:cxn ang="0">
                  <a:pos x="T4" y="T5"/>
                </a:cxn>
                <a:cxn ang="0">
                  <a:pos x="T6" y="T7"/>
                </a:cxn>
                <a:cxn ang="0">
                  <a:pos x="T8" y="T9"/>
                </a:cxn>
              </a:cxnLst>
              <a:rect l="0" t="0" r="r" b="b"/>
              <a:pathLst>
                <a:path w="43" h="43">
                  <a:moveTo>
                    <a:pt x="0" y="28"/>
                  </a:moveTo>
                  <a:cubicBezTo>
                    <a:pt x="7" y="32"/>
                    <a:pt x="14" y="37"/>
                    <a:pt x="20" y="43"/>
                  </a:cubicBezTo>
                  <a:cubicBezTo>
                    <a:pt x="43" y="19"/>
                    <a:pt x="43" y="19"/>
                    <a:pt x="43" y="19"/>
                  </a:cubicBezTo>
                  <a:cubicBezTo>
                    <a:pt x="36" y="12"/>
                    <a:pt x="27" y="5"/>
                    <a:pt x="19" y="0"/>
                  </a:cubicBezTo>
                  <a:lnTo>
                    <a:pt x="0" y="28"/>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2" name="Freeform 94"/>
            <p:cNvSpPr>
              <a:spLocks/>
            </p:cNvSpPr>
            <p:nvPr/>
          </p:nvSpPr>
          <p:spPr bwMode="auto">
            <a:xfrm>
              <a:off x="9827027" y="2755169"/>
              <a:ext cx="320531" cy="307637"/>
            </a:xfrm>
            <a:custGeom>
              <a:avLst/>
              <a:gdLst>
                <a:gd name="T0" fmla="*/ 0 w 45"/>
                <a:gd name="T1" fmla="*/ 24 h 43"/>
                <a:gd name="T2" fmla="*/ 17 w 45"/>
                <a:gd name="T3" fmla="*/ 43 h 43"/>
                <a:gd name="T4" fmla="*/ 45 w 45"/>
                <a:gd name="T5" fmla="*/ 24 h 43"/>
                <a:gd name="T6" fmla="*/ 24 w 45"/>
                <a:gd name="T7" fmla="*/ 0 h 43"/>
                <a:gd name="T8" fmla="*/ 0 w 45"/>
                <a:gd name="T9" fmla="*/ 24 h 43"/>
              </a:gdLst>
              <a:ahLst/>
              <a:cxnLst>
                <a:cxn ang="0">
                  <a:pos x="T0" y="T1"/>
                </a:cxn>
                <a:cxn ang="0">
                  <a:pos x="T2" y="T3"/>
                </a:cxn>
                <a:cxn ang="0">
                  <a:pos x="T4" y="T5"/>
                </a:cxn>
                <a:cxn ang="0">
                  <a:pos x="T6" y="T7"/>
                </a:cxn>
                <a:cxn ang="0">
                  <a:pos x="T8" y="T9"/>
                </a:cxn>
              </a:cxnLst>
              <a:rect l="0" t="0" r="r" b="b"/>
              <a:pathLst>
                <a:path w="45" h="43">
                  <a:moveTo>
                    <a:pt x="0" y="24"/>
                  </a:moveTo>
                  <a:cubicBezTo>
                    <a:pt x="6" y="30"/>
                    <a:pt x="12" y="36"/>
                    <a:pt x="17" y="43"/>
                  </a:cubicBezTo>
                  <a:cubicBezTo>
                    <a:pt x="45" y="24"/>
                    <a:pt x="45" y="24"/>
                    <a:pt x="45" y="24"/>
                  </a:cubicBezTo>
                  <a:cubicBezTo>
                    <a:pt x="38" y="16"/>
                    <a:pt x="32" y="8"/>
                    <a:pt x="24" y="0"/>
                  </a:cubicBezTo>
                  <a:lnTo>
                    <a:pt x="0" y="24"/>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3" name="Freeform 95"/>
            <p:cNvSpPr>
              <a:spLocks/>
            </p:cNvSpPr>
            <p:nvPr/>
          </p:nvSpPr>
          <p:spPr bwMode="auto">
            <a:xfrm>
              <a:off x="9983609" y="2983594"/>
              <a:ext cx="305794" cy="285531"/>
            </a:xfrm>
            <a:custGeom>
              <a:avLst/>
              <a:gdLst>
                <a:gd name="T0" fmla="*/ 0 w 43"/>
                <a:gd name="T1" fmla="*/ 19 h 40"/>
                <a:gd name="T2" fmla="*/ 12 w 43"/>
                <a:gd name="T3" fmla="*/ 40 h 40"/>
                <a:gd name="T4" fmla="*/ 43 w 43"/>
                <a:gd name="T5" fmla="*/ 28 h 40"/>
                <a:gd name="T6" fmla="*/ 28 w 43"/>
                <a:gd name="T7" fmla="*/ 0 h 40"/>
                <a:gd name="T8" fmla="*/ 0 w 43"/>
                <a:gd name="T9" fmla="*/ 19 h 40"/>
              </a:gdLst>
              <a:ahLst/>
              <a:cxnLst>
                <a:cxn ang="0">
                  <a:pos x="T0" y="T1"/>
                </a:cxn>
                <a:cxn ang="0">
                  <a:pos x="T2" y="T3"/>
                </a:cxn>
                <a:cxn ang="0">
                  <a:pos x="T4" y="T5"/>
                </a:cxn>
                <a:cxn ang="0">
                  <a:pos x="T6" y="T7"/>
                </a:cxn>
                <a:cxn ang="0">
                  <a:pos x="T8" y="T9"/>
                </a:cxn>
              </a:cxnLst>
              <a:rect l="0" t="0" r="r" b="b"/>
              <a:pathLst>
                <a:path w="43" h="40">
                  <a:moveTo>
                    <a:pt x="0" y="19"/>
                  </a:moveTo>
                  <a:cubicBezTo>
                    <a:pt x="5" y="25"/>
                    <a:pt x="9" y="33"/>
                    <a:pt x="12" y="40"/>
                  </a:cubicBezTo>
                  <a:cubicBezTo>
                    <a:pt x="43" y="28"/>
                    <a:pt x="43" y="28"/>
                    <a:pt x="43" y="28"/>
                  </a:cubicBezTo>
                  <a:cubicBezTo>
                    <a:pt x="39" y="18"/>
                    <a:pt x="34" y="9"/>
                    <a:pt x="28" y="0"/>
                  </a:cubicBezTo>
                  <a:lnTo>
                    <a:pt x="0" y="19"/>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4" name="Freeform 96"/>
            <p:cNvSpPr>
              <a:spLocks/>
            </p:cNvSpPr>
            <p:nvPr/>
          </p:nvSpPr>
          <p:spPr bwMode="auto">
            <a:xfrm>
              <a:off x="10097821" y="3239650"/>
              <a:ext cx="285530" cy="265267"/>
            </a:xfrm>
            <a:custGeom>
              <a:avLst/>
              <a:gdLst>
                <a:gd name="T0" fmla="*/ 31 w 40"/>
                <a:gd name="T1" fmla="*/ 0 h 37"/>
                <a:gd name="T2" fmla="*/ 0 w 40"/>
                <a:gd name="T3" fmla="*/ 13 h 37"/>
                <a:gd name="T4" fmla="*/ 7 w 40"/>
                <a:gd name="T5" fmla="*/ 37 h 37"/>
                <a:gd name="T6" fmla="*/ 40 w 40"/>
                <a:gd name="T7" fmla="*/ 30 h 37"/>
                <a:gd name="T8" fmla="*/ 31 w 40"/>
                <a:gd name="T9" fmla="*/ 0 h 37"/>
              </a:gdLst>
              <a:ahLst/>
              <a:cxnLst>
                <a:cxn ang="0">
                  <a:pos x="T0" y="T1"/>
                </a:cxn>
                <a:cxn ang="0">
                  <a:pos x="T2" y="T3"/>
                </a:cxn>
                <a:cxn ang="0">
                  <a:pos x="T4" y="T5"/>
                </a:cxn>
                <a:cxn ang="0">
                  <a:pos x="T6" y="T7"/>
                </a:cxn>
                <a:cxn ang="0">
                  <a:pos x="T8" y="T9"/>
                </a:cxn>
              </a:cxnLst>
              <a:rect l="0" t="0" r="r" b="b"/>
              <a:pathLst>
                <a:path w="40" h="37">
                  <a:moveTo>
                    <a:pt x="31" y="0"/>
                  </a:moveTo>
                  <a:cubicBezTo>
                    <a:pt x="0" y="13"/>
                    <a:pt x="0" y="13"/>
                    <a:pt x="0" y="13"/>
                  </a:cubicBezTo>
                  <a:cubicBezTo>
                    <a:pt x="3" y="21"/>
                    <a:pt x="5" y="29"/>
                    <a:pt x="7" y="37"/>
                  </a:cubicBezTo>
                  <a:cubicBezTo>
                    <a:pt x="40" y="30"/>
                    <a:pt x="40" y="30"/>
                    <a:pt x="40" y="30"/>
                  </a:cubicBezTo>
                  <a:cubicBezTo>
                    <a:pt x="38" y="20"/>
                    <a:pt x="35" y="10"/>
                    <a:pt x="31" y="0"/>
                  </a:cubicBez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5" name="Freeform 97"/>
            <p:cNvSpPr>
              <a:spLocks/>
            </p:cNvSpPr>
            <p:nvPr/>
          </p:nvSpPr>
          <p:spPr bwMode="auto">
            <a:xfrm>
              <a:off x="9427284" y="2442006"/>
              <a:ext cx="292899" cy="300269"/>
            </a:xfrm>
            <a:custGeom>
              <a:avLst/>
              <a:gdLst>
                <a:gd name="T0" fmla="*/ 0 w 41"/>
                <a:gd name="T1" fmla="*/ 31 h 42"/>
                <a:gd name="T2" fmla="*/ 22 w 41"/>
                <a:gd name="T3" fmla="*/ 42 h 42"/>
                <a:gd name="T4" fmla="*/ 41 w 41"/>
                <a:gd name="T5" fmla="*/ 14 h 42"/>
                <a:gd name="T6" fmla="*/ 13 w 41"/>
                <a:gd name="T7" fmla="*/ 0 h 42"/>
                <a:gd name="T8" fmla="*/ 0 w 41"/>
                <a:gd name="T9" fmla="*/ 31 h 42"/>
              </a:gdLst>
              <a:ahLst/>
              <a:cxnLst>
                <a:cxn ang="0">
                  <a:pos x="T0" y="T1"/>
                </a:cxn>
                <a:cxn ang="0">
                  <a:pos x="T2" y="T3"/>
                </a:cxn>
                <a:cxn ang="0">
                  <a:pos x="T4" y="T5"/>
                </a:cxn>
                <a:cxn ang="0">
                  <a:pos x="T6" y="T7"/>
                </a:cxn>
                <a:cxn ang="0">
                  <a:pos x="T8" y="T9"/>
                </a:cxn>
              </a:cxnLst>
              <a:rect l="0" t="0" r="r" b="b"/>
              <a:pathLst>
                <a:path w="41" h="42">
                  <a:moveTo>
                    <a:pt x="0" y="31"/>
                  </a:moveTo>
                  <a:cubicBezTo>
                    <a:pt x="8" y="34"/>
                    <a:pt x="15" y="38"/>
                    <a:pt x="22" y="42"/>
                  </a:cubicBezTo>
                  <a:cubicBezTo>
                    <a:pt x="41" y="14"/>
                    <a:pt x="41" y="14"/>
                    <a:pt x="41" y="14"/>
                  </a:cubicBezTo>
                  <a:cubicBezTo>
                    <a:pt x="32" y="8"/>
                    <a:pt x="23" y="4"/>
                    <a:pt x="13" y="0"/>
                  </a:cubicBezTo>
                  <a:lnTo>
                    <a:pt x="0" y="31"/>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6" name="Freeform 98"/>
            <p:cNvSpPr>
              <a:spLocks/>
            </p:cNvSpPr>
            <p:nvPr/>
          </p:nvSpPr>
          <p:spPr bwMode="auto">
            <a:xfrm>
              <a:off x="9198860" y="4923361"/>
              <a:ext cx="257899" cy="276320"/>
            </a:xfrm>
            <a:custGeom>
              <a:avLst/>
              <a:gdLst>
                <a:gd name="T0" fmla="*/ 36 w 36"/>
                <a:gd name="T1" fmla="*/ 31 h 39"/>
                <a:gd name="T2" fmla="*/ 24 w 36"/>
                <a:gd name="T3" fmla="*/ 0 h 39"/>
                <a:gd name="T4" fmla="*/ 0 w 36"/>
                <a:gd name="T5" fmla="*/ 6 h 39"/>
                <a:gd name="T6" fmla="*/ 7 w 36"/>
                <a:gd name="T7" fmla="*/ 39 h 39"/>
                <a:gd name="T8" fmla="*/ 36 w 36"/>
                <a:gd name="T9" fmla="*/ 31 h 39"/>
              </a:gdLst>
              <a:ahLst/>
              <a:cxnLst>
                <a:cxn ang="0">
                  <a:pos x="T0" y="T1"/>
                </a:cxn>
                <a:cxn ang="0">
                  <a:pos x="T2" y="T3"/>
                </a:cxn>
                <a:cxn ang="0">
                  <a:pos x="T4" y="T5"/>
                </a:cxn>
                <a:cxn ang="0">
                  <a:pos x="T6" y="T7"/>
                </a:cxn>
                <a:cxn ang="0">
                  <a:pos x="T8" y="T9"/>
                </a:cxn>
              </a:cxnLst>
              <a:rect l="0" t="0" r="r" b="b"/>
              <a:pathLst>
                <a:path w="36" h="39">
                  <a:moveTo>
                    <a:pt x="36" y="31"/>
                  </a:moveTo>
                  <a:cubicBezTo>
                    <a:pt x="24" y="0"/>
                    <a:pt x="24" y="0"/>
                    <a:pt x="24" y="0"/>
                  </a:cubicBezTo>
                  <a:cubicBezTo>
                    <a:pt x="16" y="2"/>
                    <a:pt x="8" y="4"/>
                    <a:pt x="0" y="6"/>
                  </a:cubicBezTo>
                  <a:cubicBezTo>
                    <a:pt x="7" y="39"/>
                    <a:pt x="7" y="39"/>
                    <a:pt x="7" y="39"/>
                  </a:cubicBezTo>
                  <a:cubicBezTo>
                    <a:pt x="17" y="37"/>
                    <a:pt x="27" y="34"/>
                    <a:pt x="36" y="31"/>
                  </a:cubicBez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7" name="Freeform 99"/>
            <p:cNvSpPr>
              <a:spLocks/>
            </p:cNvSpPr>
            <p:nvPr/>
          </p:nvSpPr>
          <p:spPr bwMode="auto">
            <a:xfrm>
              <a:off x="9427284" y="4822044"/>
              <a:ext cx="292899" cy="292900"/>
            </a:xfrm>
            <a:custGeom>
              <a:avLst/>
              <a:gdLst>
                <a:gd name="T0" fmla="*/ 22 w 41"/>
                <a:gd name="T1" fmla="*/ 0 h 41"/>
                <a:gd name="T2" fmla="*/ 0 w 41"/>
                <a:gd name="T3" fmla="*/ 10 h 41"/>
                <a:gd name="T4" fmla="*/ 13 w 41"/>
                <a:gd name="T5" fmla="*/ 41 h 41"/>
                <a:gd name="T6" fmla="*/ 41 w 41"/>
                <a:gd name="T7" fmla="*/ 28 h 41"/>
                <a:gd name="T8" fmla="*/ 22 w 41"/>
                <a:gd name="T9" fmla="*/ 0 h 41"/>
              </a:gdLst>
              <a:ahLst/>
              <a:cxnLst>
                <a:cxn ang="0">
                  <a:pos x="T0" y="T1"/>
                </a:cxn>
                <a:cxn ang="0">
                  <a:pos x="T2" y="T3"/>
                </a:cxn>
                <a:cxn ang="0">
                  <a:pos x="T4" y="T5"/>
                </a:cxn>
                <a:cxn ang="0">
                  <a:pos x="T6" y="T7"/>
                </a:cxn>
                <a:cxn ang="0">
                  <a:pos x="T8" y="T9"/>
                </a:cxn>
              </a:cxnLst>
              <a:rect l="0" t="0" r="r" b="b"/>
              <a:pathLst>
                <a:path w="41" h="41">
                  <a:moveTo>
                    <a:pt x="22" y="0"/>
                  </a:moveTo>
                  <a:cubicBezTo>
                    <a:pt x="15" y="4"/>
                    <a:pt x="8" y="7"/>
                    <a:pt x="0" y="10"/>
                  </a:cubicBezTo>
                  <a:cubicBezTo>
                    <a:pt x="13" y="41"/>
                    <a:pt x="13" y="41"/>
                    <a:pt x="13" y="41"/>
                  </a:cubicBezTo>
                  <a:cubicBezTo>
                    <a:pt x="23" y="37"/>
                    <a:pt x="32" y="33"/>
                    <a:pt x="41" y="28"/>
                  </a:cubicBezTo>
                  <a:lnTo>
                    <a:pt x="22" y="0"/>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8" name="Freeform 100"/>
            <p:cNvSpPr>
              <a:spLocks/>
            </p:cNvSpPr>
            <p:nvPr/>
          </p:nvSpPr>
          <p:spPr bwMode="auto">
            <a:xfrm>
              <a:off x="9198860" y="2357268"/>
              <a:ext cx="265267" cy="283689"/>
            </a:xfrm>
            <a:custGeom>
              <a:avLst/>
              <a:gdLst>
                <a:gd name="T0" fmla="*/ 0 w 37"/>
                <a:gd name="T1" fmla="*/ 33 h 40"/>
                <a:gd name="T2" fmla="*/ 24 w 37"/>
                <a:gd name="T3" fmla="*/ 40 h 40"/>
                <a:gd name="T4" fmla="*/ 37 w 37"/>
                <a:gd name="T5" fmla="*/ 9 h 40"/>
                <a:gd name="T6" fmla="*/ 7 w 37"/>
                <a:gd name="T7" fmla="*/ 0 h 40"/>
                <a:gd name="T8" fmla="*/ 0 w 37"/>
                <a:gd name="T9" fmla="*/ 33 h 40"/>
              </a:gdLst>
              <a:ahLst/>
              <a:cxnLst>
                <a:cxn ang="0">
                  <a:pos x="T0" y="T1"/>
                </a:cxn>
                <a:cxn ang="0">
                  <a:pos x="T2" y="T3"/>
                </a:cxn>
                <a:cxn ang="0">
                  <a:pos x="T4" y="T5"/>
                </a:cxn>
                <a:cxn ang="0">
                  <a:pos x="T6" y="T7"/>
                </a:cxn>
                <a:cxn ang="0">
                  <a:pos x="T8" y="T9"/>
                </a:cxn>
              </a:cxnLst>
              <a:rect l="0" t="0" r="r" b="b"/>
              <a:pathLst>
                <a:path w="37" h="40">
                  <a:moveTo>
                    <a:pt x="0" y="33"/>
                  </a:moveTo>
                  <a:cubicBezTo>
                    <a:pt x="8" y="35"/>
                    <a:pt x="16" y="37"/>
                    <a:pt x="24" y="40"/>
                  </a:cubicBezTo>
                  <a:cubicBezTo>
                    <a:pt x="37" y="9"/>
                    <a:pt x="37" y="9"/>
                    <a:pt x="37" y="9"/>
                  </a:cubicBezTo>
                  <a:cubicBezTo>
                    <a:pt x="27" y="5"/>
                    <a:pt x="17" y="2"/>
                    <a:pt x="7" y="0"/>
                  </a:cubicBezTo>
                  <a:lnTo>
                    <a:pt x="0" y="33"/>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9" name="Freeform 101"/>
            <p:cNvSpPr>
              <a:spLocks/>
            </p:cNvSpPr>
            <p:nvPr/>
          </p:nvSpPr>
          <p:spPr bwMode="auto">
            <a:xfrm>
              <a:off x="8137790" y="4252824"/>
              <a:ext cx="213688" cy="206319"/>
            </a:xfrm>
            <a:custGeom>
              <a:avLst/>
              <a:gdLst>
                <a:gd name="T0" fmla="*/ 30 w 30"/>
                <a:gd name="T1" fmla="*/ 13 h 29"/>
                <a:gd name="T2" fmla="*/ 20 w 30"/>
                <a:gd name="T3" fmla="*/ 0 h 29"/>
                <a:gd name="T4" fmla="*/ 0 w 30"/>
                <a:gd name="T5" fmla="*/ 13 h 29"/>
                <a:gd name="T6" fmla="*/ 13 w 30"/>
                <a:gd name="T7" fmla="*/ 29 h 29"/>
                <a:gd name="T8" fmla="*/ 30 w 30"/>
                <a:gd name="T9" fmla="*/ 13 h 29"/>
              </a:gdLst>
              <a:ahLst/>
              <a:cxnLst>
                <a:cxn ang="0">
                  <a:pos x="T0" y="T1"/>
                </a:cxn>
                <a:cxn ang="0">
                  <a:pos x="T2" y="T3"/>
                </a:cxn>
                <a:cxn ang="0">
                  <a:pos x="T4" y="T5"/>
                </a:cxn>
                <a:cxn ang="0">
                  <a:pos x="T6" y="T7"/>
                </a:cxn>
                <a:cxn ang="0">
                  <a:pos x="T8" y="T9"/>
                </a:cxn>
              </a:cxnLst>
              <a:rect l="0" t="0" r="r" b="b"/>
              <a:pathLst>
                <a:path w="30" h="29">
                  <a:moveTo>
                    <a:pt x="30" y="13"/>
                  </a:moveTo>
                  <a:cubicBezTo>
                    <a:pt x="26" y="9"/>
                    <a:pt x="23" y="4"/>
                    <a:pt x="20" y="0"/>
                  </a:cubicBezTo>
                  <a:cubicBezTo>
                    <a:pt x="0" y="13"/>
                    <a:pt x="0" y="13"/>
                    <a:pt x="0" y="13"/>
                  </a:cubicBezTo>
                  <a:cubicBezTo>
                    <a:pt x="4" y="19"/>
                    <a:pt x="9" y="24"/>
                    <a:pt x="13" y="29"/>
                  </a:cubicBezTo>
                  <a:lnTo>
                    <a:pt x="30" y="13"/>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0" name="Freeform 102"/>
            <p:cNvSpPr>
              <a:spLocks/>
            </p:cNvSpPr>
            <p:nvPr/>
          </p:nvSpPr>
          <p:spPr bwMode="auto">
            <a:xfrm>
              <a:off x="8771484" y="2769906"/>
              <a:ext cx="149212" cy="186056"/>
            </a:xfrm>
            <a:custGeom>
              <a:avLst/>
              <a:gdLst>
                <a:gd name="T0" fmla="*/ 0 w 21"/>
                <a:gd name="T1" fmla="*/ 3 h 26"/>
                <a:gd name="T2" fmla="*/ 5 w 21"/>
                <a:gd name="T3" fmla="*/ 26 h 26"/>
                <a:gd name="T4" fmla="*/ 21 w 21"/>
                <a:gd name="T5" fmla="*/ 24 h 26"/>
                <a:gd name="T6" fmla="*/ 21 w 21"/>
                <a:gd name="T7" fmla="*/ 0 h 26"/>
                <a:gd name="T8" fmla="*/ 0 w 21"/>
                <a:gd name="T9" fmla="*/ 3 h 26"/>
              </a:gdLst>
              <a:ahLst/>
              <a:cxnLst>
                <a:cxn ang="0">
                  <a:pos x="T0" y="T1"/>
                </a:cxn>
                <a:cxn ang="0">
                  <a:pos x="T2" y="T3"/>
                </a:cxn>
                <a:cxn ang="0">
                  <a:pos x="T4" y="T5"/>
                </a:cxn>
                <a:cxn ang="0">
                  <a:pos x="T6" y="T7"/>
                </a:cxn>
                <a:cxn ang="0">
                  <a:pos x="T8" y="T9"/>
                </a:cxn>
              </a:cxnLst>
              <a:rect l="0" t="0" r="r" b="b"/>
              <a:pathLst>
                <a:path w="21" h="26">
                  <a:moveTo>
                    <a:pt x="0" y="3"/>
                  </a:moveTo>
                  <a:cubicBezTo>
                    <a:pt x="5" y="26"/>
                    <a:pt x="5" y="26"/>
                    <a:pt x="5" y="26"/>
                  </a:cubicBezTo>
                  <a:cubicBezTo>
                    <a:pt x="10" y="25"/>
                    <a:pt x="15" y="24"/>
                    <a:pt x="21" y="24"/>
                  </a:cubicBezTo>
                  <a:cubicBezTo>
                    <a:pt x="21" y="0"/>
                    <a:pt x="21" y="0"/>
                    <a:pt x="21" y="0"/>
                  </a:cubicBezTo>
                  <a:cubicBezTo>
                    <a:pt x="14" y="1"/>
                    <a:pt x="7" y="1"/>
                    <a:pt x="0" y="3"/>
                  </a:cubicBezTo>
                  <a:close/>
                </a:path>
              </a:pathLst>
            </a:custGeom>
            <a:solidFill>
              <a:srgbClr val="C9C9C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1" name="Freeform 103"/>
            <p:cNvSpPr>
              <a:spLocks/>
            </p:cNvSpPr>
            <p:nvPr/>
          </p:nvSpPr>
          <p:spPr bwMode="auto">
            <a:xfrm>
              <a:off x="8264897" y="4374405"/>
              <a:ext cx="200792" cy="213688"/>
            </a:xfrm>
            <a:custGeom>
              <a:avLst/>
              <a:gdLst>
                <a:gd name="T0" fmla="*/ 28 w 28"/>
                <a:gd name="T1" fmla="*/ 11 h 30"/>
                <a:gd name="T2" fmla="*/ 16 w 28"/>
                <a:gd name="T3" fmla="*/ 0 h 30"/>
                <a:gd name="T4" fmla="*/ 0 w 28"/>
                <a:gd name="T5" fmla="*/ 17 h 30"/>
                <a:gd name="T6" fmla="*/ 15 w 28"/>
                <a:gd name="T7" fmla="*/ 30 h 30"/>
                <a:gd name="T8" fmla="*/ 28 w 28"/>
                <a:gd name="T9" fmla="*/ 11 h 30"/>
              </a:gdLst>
              <a:ahLst/>
              <a:cxnLst>
                <a:cxn ang="0">
                  <a:pos x="T0" y="T1"/>
                </a:cxn>
                <a:cxn ang="0">
                  <a:pos x="T2" y="T3"/>
                </a:cxn>
                <a:cxn ang="0">
                  <a:pos x="T4" y="T5"/>
                </a:cxn>
                <a:cxn ang="0">
                  <a:pos x="T6" y="T7"/>
                </a:cxn>
                <a:cxn ang="0">
                  <a:pos x="T8" y="T9"/>
                </a:cxn>
              </a:cxnLst>
              <a:rect l="0" t="0" r="r" b="b"/>
              <a:pathLst>
                <a:path w="28" h="30">
                  <a:moveTo>
                    <a:pt x="28" y="11"/>
                  </a:moveTo>
                  <a:cubicBezTo>
                    <a:pt x="24" y="8"/>
                    <a:pt x="20" y="4"/>
                    <a:pt x="16" y="0"/>
                  </a:cubicBezTo>
                  <a:cubicBezTo>
                    <a:pt x="0" y="17"/>
                    <a:pt x="0" y="17"/>
                    <a:pt x="0" y="17"/>
                  </a:cubicBezTo>
                  <a:cubicBezTo>
                    <a:pt x="5" y="22"/>
                    <a:pt x="10" y="26"/>
                    <a:pt x="15" y="30"/>
                  </a:cubicBezTo>
                  <a:lnTo>
                    <a:pt x="28" y="11"/>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2" name="Freeform 104"/>
            <p:cNvSpPr>
              <a:spLocks/>
            </p:cNvSpPr>
            <p:nvPr/>
          </p:nvSpPr>
          <p:spPr bwMode="auto">
            <a:xfrm>
              <a:off x="7988577" y="3959925"/>
              <a:ext cx="198951" cy="171319"/>
            </a:xfrm>
            <a:custGeom>
              <a:avLst/>
              <a:gdLst>
                <a:gd name="T0" fmla="*/ 28 w 28"/>
                <a:gd name="T1" fmla="*/ 15 h 24"/>
                <a:gd name="T2" fmla="*/ 23 w 28"/>
                <a:gd name="T3" fmla="*/ 0 h 24"/>
                <a:gd name="T4" fmla="*/ 0 w 28"/>
                <a:gd name="T5" fmla="*/ 5 h 24"/>
                <a:gd name="T6" fmla="*/ 6 w 28"/>
                <a:gd name="T7" fmla="*/ 24 h 24"/>
                <a:gd name="T8" fmla="*/ 28 w 28"/>
                <a:gd name="T9" fmla="*/ 15 h 24"/>
              </a:gdLst>
              <a:ahLst/>
              <a:cxnLst>
                <a:cxn ang="0">
                  <a:pos x="T0" y="T1"/>
                </a:cxn>
                <a:cxn ang="0">
                  <a:pos x="T2" y="T3"/>
                </a:cxn>
                <a:cxn ang="0">
                  <a:pos x="T4" y="T5"/>
                </a:cxn>
                <a:cxn ang="0">
                  <a:pos x="T6" y="T7"/>
                </a:cxn>
                <a:cxn ang="0">
                  <a:pos x="T8" y="T9"/>
                </a:cxn>
              </a:cxnLst>
              <a:rect l="0" t="0" r="r" b="b"/>
              <a:pathLst>
                <a:path w="28" h="24">
                  <a:moveTo>
                    <a:pt x="28" y="15"/>
                  </a:moveTo>
                  <a:cubicBezTo>
                    <a:pt x="26" y="10"/>
                    <a:pt x="24" y="5"/>
                    <a:pt x="23" y="0"/>
                  </a:cubicBezTo>
                  <a:cubicBezTo>
                    <a:pt x="0" y="5"/>
                    <a:pt x="0" y="5"/>
                    <a:pt x="0" y="5"/>
                  </a:cubicBezTo>
                  <a:cubicBezTo>
                    <a:pt x="2" y="11"/>
                    <a:pt x="4" y="18"/>
                    <a:pt x="6" y="24"/>
                  </a:cubicBezTo>
                  <a:lnTo>
                    <a:pt x="28" y="15"/>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3" name="Freeform 105"/>
            <p:cNvSpPr>
              <a:spLocks/>
            </p:cNvSpPr>
            <p:nvPr/>
          </p:nvSpPr>
          <p:spPr bwMode="auto">
            <a:xfrm>
              <a:off x="7966471" y="3803343"/>
              <a:ext cx="178686" cy="143687"/>
            </a:xfrm>
            <a:custGeom>
              <a:avLst/>
              <a:gdLst>
                <a:gd name="T0" fmla="*/ 25 w 25"/>
                <a:gd name="T1" fmla="*/ 16 h 20"/>
                <a:gd name="T2" fmla="*/ 24 w 25"/>
                <a:gd name="T3" fmla="*/ 0 h 20"/>
                <a:gd name="T4" fmla="*/ 0 w 25"/>
                <a:gd name="T5" fmla="*/ 0 h 20"/>
                <a:gd name="T6" fmla="*/ 2 w 25"/>
                <a:gd name="T7" fmla="*/ 20 h 20"/>
                <a:gd name="T8" fmla="*/ 25 w 25"/>
                <a:gd name="T9" fmla="*/ 16 h 20"/>
              </a:gdLst>
              <a:ahLst/>
              <a:cxnLst>
                <a:cxn ang="0">
                  <a:pos x="T0" y="T1"/>
                </a:cxn>
                <a:cxn ang="0">
                  <a:pos x="T2" y="T3"/>
                </a:cxn>
                <a:cxn ang="0">
                  <a:pos x="T4" y="T5"/>
                </a:cxn>
                <a:cxn ang="0">
                  <a:pos x="T6" y="T7"/>
                </a:cxn>
                <a:cxn ang="0">
                  <a:pos x="T8" y="T9"/>
                </a:cxn>
              </a:cxnLst>
              <a:rect l="0" t="0" r="r" b="b"/>
              <a:pathLst>
                <a:path w="25" h="20">
                  <a:moveTo>
                    <a:pt x="25" y="16"/>
                  </a:moveTo>
                  <a:cubicBezTo>
                    <a:pt x="24" y="10"/>
                    <a:pt x="24" y="5"/>
                    <a:pt x="24" y="0"/>
                  </a:cubicBezTo>
                  <a:cubicBezTo>
                    <a:pt x="0" y="0"/>
                    <a:pt x="0" y="0"/>
                    <a:pt x="0" y="0"/>
                  </a:cubicBezTo>
                  <a:cubicBezTo>
                    <a:pt x="0" y="7"/>
                    <a:pt x="1" y="14"/>
                    <a:pt x="2" y="20"/>
                  </a:cubicBezTo>
                  <a:lnTo>
                    <a:pt x="25" y="16"/>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4" name="Freeform 106"/>
            <p:cNvSpPr>
              <a:spLocks/>
            </p:cNvSpPr>
            <p:nvPr/>
          </p:nvSpPr>
          <p:spPr bwMode="auto">
            <a:xfrm>
              <a:off x="8771484" y="4600988"/>
              <a:ext cx="149212" cy="186056"/>
            </a:xfrm>
            <a:custGeom>
              <a:avLst/>
              <a:gdLst>
                <a:gd name="T0" fmla="*/ 21 w 21"/>
                <a:gd name="T1" fmla="*/ 3 h 26"/>
                <a:gd name="T2" fmla="*/ 4 w 21"/>
                <a:gd name="T3" fmla="*/ 0 h 26"/>
                <a:gd name="T4" fmla="*/ 0 w 21"/>
                <a:gd name="T5" fmla="*/ 23 h 26"/>
                <a:gd name="T6" fmla="*/ 21 w 21"/>
                <a:gd name="T7" fmla="*/ 26 h 26"/>
                <a:gd name="T8" fmla="*/ 21 w 21"/>
                <a:gd name="T9" fmla="*/ 3 h 26"/>
              </a:gdLst>
              <a:ahLst/>
              <a:cxnLst>
                <a:cxn ang="0">
                  <a:pos x="T0" y="T1"/>
                </a:cxn>
                <a:cxn ang="0">
                  <a:pos x="T2" y="T3"/>
                </a:cxn>
                <a:cxn ang="0">
                  <a:pos x="T4" y="T5"/>
                </a:cxn>
                <a:cxn ang="0">
                  <a:pos x="T6" y="T7"/>
                </a:cxn>
                <a:cxn ang="0">
                  <a:pos x="T8" y="T9"/>
                </a:cxn>
              </a:cxnLst>
              <a:rect l="0" t="0" r="r" b="b"/>
              <a:pathLst>
                <a:path w="21" h="26">
                  <a:moveTo>
                    <a:pt x="21" y="3"/>
                  </a:moveTo>
                  <a:cubicBezTo>
                    <a:pt x="15" y="2"/>
                    <a:pt x="10" y="1"/>
                    <a:pt x="4" y="0"/>
                  </a:cubicBezTo>
                  <a:cubicBezTo>
                    <a:pt x="0" y="23"/>
                    <a:pt x="0" y="23"/>
                    <a:pt x="0" y="23"/>
                  </a:cubicBezTo>
                  <a:cubicBezTo>
                    <a:pt x="7" y="25"/>
                    <a:pt x="14" y="26"/>
                    <a:pt x="21" y="26"/>
                  </a:cubicBezTo>
                  <a:lnTo>
                    <a:pt x="21" y="3"/>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5" name="Freeform 107"/>
            <p:cNvSpPr>
              <a:spLocks/>
            </p:cNvSpPr>
            <p:nvPr/>
          </p:nvSpPr>
          <p:spPr bwMode="auto">
            <a:xfrm>
              <a:off x="8415952" y="4481249"/>
              <a:ext cx="191582" cy="206319"/>
            </a:xfrm>
            <a:custGeom>
              <a:avLst/>
              <a:gdLst>
                <a:gd name="T0" fmla="*/ 27 w 27"/>
                <a:gd name="T1" fmla="*/ 8 h 29"/>
                <a:gd name="T2" fmla="*/ 13 w 27"/>
                <a:gd name="T3" fmla="*/ 0 h 29"/>
                <a:gd name="T4" fmla="*/ 0 w 27"/>
                <a:gd name="T5" fmla="*/ 19 h 29"/>
                <a:gd name="T6" fmla="*/ 18 w 27"/>
                <a:gd name="T7" fmla="*/ 29 h 29"/>
                <a:gd name="T8" fmla="*/ 27 w 27"/>
                <a:gd name="T9" fmla="*/ 8 h 29"/>
              </a:gdLst>
              <a:ahLst/>
              <a:cxnLst>
                <a:cxn ang="0">
                  <a:pos x="T0" y="T1"/>
                </a:cxn>
                <a:cxn ang="0">
                  <a:pos x="T2" y="T3"/>
                </a:cxn>
                <a:cxn ang="0">
                  <a:pos x="T4" y="T5"/>
                </a:cxn>
                <a:cxn ang="0">
                  <a:pos x="T6" y="T7"/>
                </a:cxn>
                <a:cxn ang="0">
                  <a:pos x="T8" y="T9"/>
                </a:cxn>
              </a:cxnLst>
              <a:rect l="0" t="0" r="r" b="b"/>
              <a:pathLst>
                <a:path w="27" h="29">
                  <a:moveTo>
                    <a:pt x="27" y="8"/>
                  </a:moveTo>
                  <a:cubicBezTo>
                    <a:pt x="22" y="5"/>
                    <a:pt x="17" y="3"/>
                    <a:pt x="13" y="0"/>
                  </a:cubicBezTo>
                  <a:cubicBezTo>
                    <a:pt x="0" y="19"/>
                    <a:pt x="0" y="19"/>
                    <a:pt x="0" y="19"/>
                  </a:cubicBezTo>
                  <a:cubicBezTo>
                    <a:pt x="5" y="23"/>
                    <a:pt x="11" y="26"/>
                    <a:pt x="18" y="29"/>
                  </a:cubicBezTo>
                  <a:lnTo>
                    <a:pt x="27" y="8"/>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6" name="Freeform 108"/>
            <p:cNvSpPr>
              <a:spLocks/>
            </p:cNvSpPr>
            <p:nvPr/>
          </p:nvSpPr>
          <p:spPr bwMode="auto">
            <a:xfrm>
              <a:off x="8587271" y="4551250"/>
              <a:ext cx="169476" cy="208162"/>
            </a:xfrm>
            <a:custGeom>
              <a:avLst/>
              <a:gdLst>
                <a:gd name="T0" fmla="*/ 24 w 24"/>
                <a:gd name="T1" fmla="*/ 6 h 29"/>
                <a:gd name="T2" fmla="*/ 9 w 24"/>
                <a:gd name="T3" fmla="*/ 0 h 29"/>
                <a:gd name="T4" fmla="*/ 0 w 24"/>
                <a:gd name="T5" fmla="*/ 22 h 29"/>
                <a:gd name="T6" fmla="*/ 20 w 24"/>
                <a:gd name="T7" fmla="*/ 29 h 29"/>
                <a:gd name="T8" fmla="*/ 24 w 24"/>
                <a:gd name="T9" fmla="*/ 6 h 29"/>
              </a:gdLst>
              <a:ahLst/>
              <a:cxnLst>
                <a:cxn ang="0">
                  <a:pos x="T0" y="T1"/>
                </a:cxn>
                <a:cxn ang="0">
                  <a:pos x="T2" y="T3"/>
                </a:cxn>
                <a:cxn ang="0">
                  <a:pos x="T4" y="T5"/>
                </a:cxn>
                <a:cxn ang="0">
                  <a:pos x="T6" y="T7"/>
                </a:cxn>
                <a:cxn ang="0">
                  <a:pos x="T8" y="T9"/>
                </a:cxn>
              </a:cxnLst>
              <a:rect l="0" t="0" r="r" b="b"/>
              <a:pathLst>
                <a:path w="24" h="29">
                  <a:moveTo>
                    <a:pt x="24" y="6"/>
                  </a:moveTo>
                  <a:cubicBezTo>
                    <a:pt x="19" y="4"/>
                    <a:pt x="14" y="3"/>
                    <a:pt x="9" y="0"/>
                  </a:cubicBezTo>
                  <a:cubicBezTo>
                    <a:pt x="0" y="22"/>
                    <a:pt x="0" y="22"/>
                    <a:pt x="0" y="22"/>
                  </a:cubicBezTo>
                  <a:cubicBezTo>
                    <a:pt x="6" y="25"/>
                    <a:pt x="13" y="27"/>
                    <a:pt x="20" y="29"/>
                  </a:cubicBezTo>
                  <a:lnTo>
                    <a:pt x="24" y="6"/>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7" name="Freeform 109"/>
            <p:cNvSpPr>
              <a:spLocks/>
            </p:cNvSpPr>
            <p:nvPr/>
          </p:nvSpPr>
          <p:spPr bwMode="auto">
            <a:xfrm>
              <a:off x="8043841" y="4110980"/>
              <a:ext cx="208161" cy="191582"/>
            </a:xfrm>
            <a:custGeom>
              <a:avLst/>
              <a:gdLst>
                <a:gd name="T0" fmla="*/ 29 w 29"/>
                <a:gd name="T1" fmla="*/ 14 h 27"/>
                <a:gd name="T2" fmla="*/ 22 w 29"/>
                <a:gd name="T3" fmla="*/ 0 h 27"/>
                <a:gd name="T4" fmla="*/ 0 w 29"/>
                <a:gd name="T5" fmla="*/ 9 h 27"/>
                <a:gd name="T6" fmla="*/ 10 w 29"/>
                <a:gd name="T7" fmla="*/ 27 h 27"/>
                <a:gd name="T8" fmla="*/ 29 w 29"/>
                <a:gd name="T9" fmla="*/ 14 h 27"/>
              </a:gdLst>
              <a:ahLst/>
              <a:cxnLst>
                <a:cxn ang="0">
                  <a:pos x="T0" y="T1"/>
                </a:cxn>
                <a:cxn ang="0">
                  <a:pos x="T2" y="T3"/>
                </a:cxn>
                <a:cxn ang="0">
                  <a:pos x="T4" y="T5"/>
                </a:cxn>
                <a:cxn ang="0">
                  <a:pos x="T6" y="T7"/>
                </a:cxn>
                <a:cxn ang="0">
                  <a:pos x="T8" y="T9"/>
                </a:cxn>
              </a:cxnLst>
              <a:rect l="0" t="0" r="r" b="b"/>
              <a:pathLst>
                <a:path w="29" h="27">
                  <a:moveTo>
                    <a:pt x="29" y="14"/>
                  </a:moveTo>
                  <a:cubicBezTo>
                    <a:pt x="27" y="10"/>
                    <a:pt x="24" y="5"/>
                    <a:pt x="22" y="0"/>
                  </a:cubicBezTo>
                  <a:cubicBezTo>
                    <a:pt x="0" y="9"/>
                    <a:pt x="0" y="9"/>
                    <a:pt x="0" y="9"/>
                  </a:cubicBezTo>
                  <a:cubicBezTo>
                    <a:pt x="3" y="16"/>
                    <a:pt x="6" y="22"/>
                    <a:pt x="10" y="27"/>
                  </a:cubicBezTo>
                  <a:lnTo>
                    <a:pt x="29" y="14"/>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8" name="Freeform 110"/>
            <p:cNvSpPr>
              <a:spLocks/>
            </p:cNvSpPr>
            <p:nvPr/>
          </p:nvSpPr>
          <p:spPr bwMode="auto">
            <a:xfrm>
              <a:off x="8415952" y="2869381"/>
              <a:ext cx="191582" cy="213688"/>
            </a:xfrm>
            <a:custGeom>
              <a:avLst/>
              <a:gdLst>
                <a:gd name="T0" fmla="*/ 13 w 27"/>
                <a:gd name="T1" fmla="*/ 30 h 30"/>
                <a:gd name="T2" fmla="*/ 27 w 27"/>
                <a:gd name="T3" fmla="*/ 21 h 30"/>
                <a:gd name="T4" fmla="*/ 18 w 27"/>
                <a:gd name="T5" fmla="*/ 0 h 30"/>
                <a:gd name="T6" fmla="*/ 0 w 27"/>
                <a:gd name="T7" fmla="*/ 10 h 30"/>
                <a:gd name="T8" fmla="*/ 13 w 27"/>
                <a:gd name="T9" fmla="*/ 30 h 30"/>
              </a:gdLst>
              <a:ahLst/>
              <a:cxnLst>
                <a:cxn ang="0">
                  <a:pos x="T0" y="T1"/>
                </a:cxn>
                <a:cxn ang="0">
                  <a:pos x="T2" y="T3"/>
                </a:cxn>
                <a:cxn ang="0">
                  <a:pos x="T4" y="T5"/>
                </a:cxn>
                <a:cxn ang="0">
                  <a:pos x="T6" y="T7"/>
                </a:cxn>
                <a:cxn ang="0">
                  <a:pos x="T8" y="T9"/>
                </a:cxn>
              </a:cxnLst>
              <a:rect l="0" t="0" r="r" b="b"/>
              <a:pathLst>
                <a:path w="27" h="30">
                  <a:moveTo>
                    <a:pt x="13" y="30"/>
                  </a:moveTo>
                  <a:cubicBezTo>
                    <a:pt x="17" y="27"/>
                    <a:pt x="22" y="24"/>
                    <a:pt x="27" y="21"/>
                  </a:cubicBezTo>
                  <a:cubicBezTo>
                    <a:pt x="18" y="0"/>
                    <a:pt x="18" y="0"/>
                    <a:pt x="18" y="0"/>
                  </a:cubicBezTo>
                  <a:cubicBezTo>
                    <a:pt x="11" y="3"/>
                    <a:pt x="5" y="6"/>
                    <a:pt x="0" y="10"/>
                  </a:cubicBezTo>
                  <a:lnTo>
                    <a:pt x="13" y="30"/>
                  </a:lnTo>
                  <a:close/>
                </a:path>
              </a:pathLst>
            </a:custGeom>
            <a:solidFill>
              <a:srgbClr val="C9C9C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9" name="Freeform 111"/>
            <p:cNvSpPr>
              <a:spLocks/>
            </p:cNvSpPr>
            <p:nvPr/>
          </p:nvSpPr>
          <p:spPr bwMode="auto">
            <a:xfrm>
              <a:off x="7966471" y="3611761"/>
              <a:ext cx="178686" cy="141845"/>
            </a:xfrm>
            <a:custGeom>
              <a:avLst/>
              <a:gdLst>
                <a:gd name="T0" fmla="*/ 24 w 25"/>
                <a:gd name="T1" fmla="*/ 20 h 20"/>
                <a:gd name="T2" fmla="*/ 25 w 25"/>
                <a:gd name="T3" fmla="*/ 5 h 20"/>
                <a:gd name="T4" fmla="*/ 2 w 25"/>
                <a:gd name="T5" fmla="*/ 0 h 20"/>
                <a:gd name="T6" fmla="*/ 0 w 25"/>
                <a:gd name="T7" fmla="*/ 20 h 20"/>
                <a:gd name="T8" fmla="*/ 24 w 25"/>
                <a:gd name="T9" fmla="*/ 20 h 20"/>
              </a:gdLst>
              <a:ahLst/>
              <a:cxnLst>
                <a:cxn ang="0">
                  <a:pos x="T0" y="T1"/>
                </a:cxn>
                <a:cxn ang="0">
                  <a:pos x="T2" y="T3"/>
                </a:cxn>
                <a:cxn ang="0">
                  <a:pos x="T4" y="T5"/>
                </a:cxn>
                <a:cxn ang="0">
                  <a:pos x="T6" y="T7"/>
                </a:cxn>
                <a:cxn ang="0">
                  <a:pos x="T8" y="T9"/>
                </a:cxn>
              </a:cxnLst>
              <a:rect l="0" t="0" r="r" b="b"/>
              <a:pathLst>
                <a:path w="25" h="20">
                  <a:moveTo>
                    <a:pt x="24" y="20"/>
                  </a:moveTo>
                  <a:cubicBezTo>
                    <a:pt x="24" y="15"/>
                    <a:pt x="24" y="10"/>
                    <a:pt x="25" y="5"/>
                  </a:cubicBezTo>
                  <a:cubicBezTo>
                    <a:pt x="2" y="0"/>
                    <a:pt x="2" y="0"/>
                    <a:pt x="2" y="0"/>
                  </a:cubicBezTo>
                  <a:cubicBezTo>
                    <a:pt x="1" y="7"/>
                    <a:pt x="0" y="13"/>
                    <a:pt x="0" y="20"/>
                  </a:cubicBezTo>
                  <a:lnTo>
                    <a:pt x="24" y="20"/>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0" name="Freeform 112"/>
            <p:cNvSpPr>
              <a:spLocks/>
            </p:cNvSpPr>
            <p:nvPr/>
          </p:nvSpPr>
          <p:spPr bwMode="auto">
            <a:xfrm>
              <a:off x="8264897" y="2968857"/>
              <a:ext cx="200792" cy="215530"/>
            </a:xfrm>
            <a:custGeom>
              <a:avLst/>
              <a:gdLst>
                <a:gd name="T0" fmla="*/ 16 w 28"/>
                <a:gd name="T1" fmla="*/ 30 h 30"/>
                <a:gd name="T2" fmla="*/ 28 w 28"/>
                <a:gd name="T3" fmla="*/ 19 h 30"/>
                <a:gd name="T4" fmla="*/ 15 w 28"/>
                <a:gd name="T5" fmla="*/ 0 h 30"/>
                <a:gd name="T6" fmla="*/ 0 w 28"/>
                <a:gd name="T7" fmla="*/ 13 h 30"/>
                <a:gd name="T8" fmla="*/ 16 w 28"/>
                <a:gd name="T9" fmla="*/ 30 h 30"/>
              </a:gdLst>
              <a:ahLst/>
              <a:cxnLst>
                <a:cxn ang="0">
                  <a:pos x="T0" y="T1"/>
                </a:cxn>
                <a:cxn ang="0">
                  <a:pos x="T2" y="T3"/>
                </a:cxn>
                <a:cxn ang="0">
                  <a:pos x="T4" y="T5"/>
                </a:cxn>
                <a:cxn ang="0">
                  <a:pos x="T6" y="T7"/>
                </a:cxn>
                <a:cxn ang="0">
                  <a:pos x="T8" y="T9"/>
                </a:cxn>
              </a:cxnLst>
              <a:rect l="0" t="0" r="r" b="b"/>
              <a:pathLst>
                <a:path w="28" h="30">
                  <a:moveTo>
                    <a:pt x="16" y="30"/>
                  </a:moveTo>
                  <a:cubicBezTo>
                    <a:pt x="20" y="26"/>
                    <a:pt x="24" y="23"/>
                    <a:pt x="28" y="19"/>
                  </a:cubicBezTo>
                  <a:cubicBezTo>
                    <a:pt x="15" y="0"/>
                    <a:pt x="15" y="0"/>
                    <a:pt x="15" y="0"/>
                  </a:cubicBezTo>
                  <a:cubicBezTo>
                    <a:pt x="10" y="4"/>
                    <a:pt x="5" y="9"/>
                    <a:pt x="0" y="13"/>
                  </a:cubicBezTo>
                  <a:lnTo>
                    <a:pt x="16" y="30"/>
                  </a:lnTo>
                  <a:close/>
                </a:path>
              </a:pathLst>
            </a:custGeom>
            <a:solidFill>
              <a:srgbClr val="C9C9C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1" name="Freeform 113"/>
            <p:cNvSpPr>
              <a:spLocks/>
            </p:cNvSpPr>
            <p:nvPr/>
          </p:nvSpPr>
          <p:spPr bwMode="auto">
            <a:xfrm>
              <a:off x="8587271" y="2799380"/>
              <a:ext cx="169476" cy="206319"/>
            </a:xfrm>
            <a:custGeom>
              <a:avLst/>
              <a:gdLst>
                <a:gd name="T0" fmla="*/ 0 w 24"/>
                <a:gd name="T1" fmla="*/ 7 h 29"/>
                <a:gd name="T2" fmla="*/ 9 w 24"/>
                <a:gd name="T3" fmla="*/ 29 h 29"/>
                <a:gd name="T4" fmla="*/ 24 w 24"/>
                <a:gd name="T5" fmla="*/ 23 h 29"/>
                <a:gd name="T6" fmla="*/ 20 w 24"/>
                <a:gd name="T7" fmla="*/ 0 h 29"/>
                <a:gd name="T8" fmla="*/ 0 w 24"/>
                <a:gd name="T9" fmla="*/ 7 h 29"/>
              </a:gdLst>
              <a:ahLst/>
              <a:cxnLst>
                <a:cxn ang="0">
                  <a:pos x="T0" y="T1"/>
                </a:cxn>
                <a:cxn ang="0">
                  <a:pos x="T2" y="T3"/>
                </a:cxn>
                <a:cxn ang="0">
                  <a:pos x="T4" y="T5"/>
                </a:cxn>
                <a:cxn ang="0">
                  <a:pos x="T6" y="T7"/>
                </a:cxn>
                <a:cxn ang="0">
                  <a:pos x="T8" y="T9"/>
                </a:cxn>
              </a:cxnLst>
              <a:rect l="0" t="0" r="r" b="b"/>
              <a:pathLst>
                <a:path w="24" h="29">
                  <a:moveTo>
                    <a:pt x="0" y="7"/>
                  </a:moveTo>
                  <a:cubicBezTo>
                    <a:pt x="9" y="29"/>
                    <a:pt x="9" y="29"/>
                    <a:pt x="9" y="29"/>
                  </a:cubicBezTo>
                  <a:cubicBezTo>
                    <a:pt x="14" y="27"/>
                    <a:pt x="19" y="25"/>
                    <a:pt x="24" y="23"/>
                  </a:cubicBezTo>
                  <a:cubicBezTo>
                    <a:pt x="20" y="0"/>
                    <a:pt x="20" y="0"/>
                    <a:pt x="20" y="0"/>
                  </a:cubicBezTo>
                  <a:cubicBezTo>
                    <a:pt x="13" y="2"/>
                    <a:pt x="6" y="4"/>
                    <a:pt x="0" y="7"/>
                  </a:cubicBezTo>
                  <a:close/>
                </a:path>
              </a:pathLst>
            </a:custGeom>
            <a:solidFill>
              <a:srgbClr val="C9C9C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2" name="Freeform 114"/>
            <p:cNvSpPr>
              <a:spLocks/>
            </p:cNvSpPr>
            <p:nvPr/>
          </p:nvSpPr>
          <p:spPr bwMode="auto">
            <a:xfrm>
              <a:off x="7988577" y="3425706"/>
              <a:ext cx="198951" cy="171319"/>
            </a:xfrm>
            <a:custGeom>
              <a:avLst/>
              <a:gdLst>
                <a:gd name="T0" fmla="*/ 23 w 28"/>
                <a:gd name="T1" fmla="*/ 24 h 24"/>
                <a:gd name="T2" fmla="*/ 28 w 28"/>
                <a:gd name="T3" fmla="*/ 9 h 24"/>
                <a:gd name="T4" fmla="*/ 6 w 28"/>
                <a:gd name="T5" fmla="*/ 0 h 24"/>
                <a:gd name="T6" fmla="*/ 0 w 28"/>
                <a:gd name="T7" fmla="*/ 20 h 24"/>
                <a:gd name="T8" fmla="*/ 23 w 28"/>
                <a:gd name="T9" fmla="*/ 24 h 24"/>
              </a:gdLst>
              <a:ahLst/>
              <a:cxnLst>
                <a:cxn ang="0">
                  <a:pos x="T0" y="T1"/>
                </a:cxn>
                <a:cxn ang="0">
                  <a:pos x="T2" y="T3"/>
                </a:cxn>
                <a:cxn ang="0">
                  <a:pos x="T4" y="T5"/>
                </a:cxn>
                <a:cxn ang="0">
                  <a:pos x="T6" y="T7"/>
                </a:cxn>
                <a:cxn ang="0">
                  <a:pos x="T8" y="T9"/>
                </a:cxn>
              </a:cxnLst>
              <a:rect l="0" t="0" r="r" b="b"/>
              <a:pathLst>
                <a:path w="28" h="24">
                  <a:moveTo>
                    <a:pt x="23" y="24"/>
                  </a:moveTo>
                  <a:cubicBezTo>
                    <a:pt x="24" y="19"/>
                    <a:pt x="26" y="14"/>
                    <a:pt x="28" y="9"/>
                  </a:cubicBezTo>
                  <a:cubicBezTo>
                    <a:pt x="6" y="0"/>
                    <a:pt x="6" y="0"/>
                    <a:pt x="6" y="0"/>
                  </a:cubicBezTo>
                  <a:cubicBezTo>
                    <a:pt x="4" y="6"/>
                    <a:pt x="2" y="13"/>
                    <a:pt x="0" y="20"/>
                  </a:cubicBezTo>
                  <a:lnTo>
                    <a:pt x="23" y="24"/>
                  </a:lnTo>
                  <a:close/>
                </a:path>
              </a:pathLst>
            </a:custGeom>
            <a:solidFill>
              <a:srgbClr val="C9C9C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3" name="Freeform 115"/>
            <p:cNvSpPr>
              <a:spLocks/>
            </p:cNvSpPr>
            <p:nvPr/>
          </p:nvSpPr>
          <p:spPr bwMode="auto">
            <a:xfrm>
              <a:off x="8043841" y="3254387"/>
              <a:ext cx="208161" cy="193425"/>
            </a:xfrm>
            <a:custGeom>
              <a:avLst/>
              <a:gdLst>
                <a:gd name="T0" fmla="*/ 22 w 29"/>
                <a:gd name="T1" fmla="*/ 27 h 27"/>
                <a:gd name="T2" fmla="*/ 29 w 29"/>
                <a:gd name="T3" fmla="*/ 13 h 27"/>
                <a:gd name="T4" fmla="*/ 10 w 29"/>
                <a:gd name="T5" fmla="*/ 0 h 27"/>
                <a:gd name="T6" fmla="*/ 0 w 29"/>
                <a:gd name="T7" fmla="*/ 18 h 27"/>
                <a:gd name="T8" fmla="*/ 22 w 29"/>
                <a:gd name="T9" fmla="*/ 27 h 27"/>
              </a:gdLst>
              <a:ahLst/>
              <a:cxnLst>
                <a:cxn ang="0">
                  <a:pos x="T0" y="T1"/>
                </a:cxn>
                <a:cxn ang="0">
                  <a:pos x="T2" y="T3"/>
                </a:cxn>
                <a:cxn ang="0">
                  <a:pos x="T4" y="T5"/>
                </a:cxn>
                <a:cxn ang="0">
                  <a:pos x="T6" y="T7"/>
                </a:cxn>
                <a:cxn ang="0">
                  <a:pos x="T8" y="T9"/>
                </a:cxn>
              </a:cxnLst>
              <a:rect l="0" t="0" r="r" b="b"/>
              <a:pathLst>
                <a:path w="29" h="27">
                  <a:moveTo>
                    <a:pt x="22" y="27"/>
                  </a:moveTo>
                  <a:cubicBezTo>
                    <a:pt x="24" y="22"/>
                    <a:pt x="27" y="17"/>
                    <a:pt x="29" y="13"/>
                  </a:cubicBezTo>
                  <a:cubicBezTo>
                    <a:pt x="10" y="0"/>
                    <a:pt x="10" y="0"/>
                    <a:pt x="10" y="0"/>
                  </a:cubicBezTo>
                  <a:cubicBezTo>
                    <a:pt x="6" y="6"/>
                    <a:pt x="3" y="12"/>
                    <a:pt x="0" y="18"/>
                  </a:cubicBezTo>
                  <a:lnTo>
                    <a:pt x="22" y="27"/>
                  </a:lnTo>
                  <a:close/>
                </a:path>
              </a:pathLst>
            </a:custGeom>
            <a:solidFill>
              <a:srgbClr val="C9C9C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4" name="Freeform 116"/>
            <p:cNvSpPr>
              <a:spLocks/>
            </p:cNvSpPr>
            <p:nvPr/>
          </p:nvSpPr>
          <p:spPr bwMode="auto">
            <a:xfrm>
              <a:off x="8137790" y="3097806"/>
              <a:ext cx="213688" cy="206319"/>
            </a:xfrm>
            <a:custGeom>
              <a:avLst/>
              <a:gdLst>
                <a:gd name="T0" fmla="*/ 20 w 30"/>
                <a:gd name="T1" fmla="*/ 29 h 29"/>
                <a:gd name="T2" fmla="*/ 30 w 30"/>
                <a:gd name="T3" fmla="*/ 17 h 29"/>
                <a:gd name="T4" fmla="*/ 13 w 30"/>
                <a:gd name="T5" fmla="*/ 0 h 29"/>
                <a:gd name="T6" fmla="*/ 0 w 30"/>
                <a:gd name="T7" fmla="*/ 16 h 29"/>
                <a:gd name="T8" fmla="*/ 20 w 30"/>
                <a:gd name="T9" fmla="*/ 29 h 29"/>
              </a:gdLst>
              <a:ahLst/>
              <a:cxnLst>
                <a:cxn ang="0">
                  <a:pos x="T0" y="T1"/>
                </a:cxn>
                <a:cxn ang="0">
                  <a:pos x="T2" y="T3"/>
                </a:cxn>
                <a:cxn ang="0">
                  <a:pos x="T4" y="T5"/>
                </a:cxn>
                <a:cxn ang="0">
                  <a:pos x="T6" y="T7"/>
                </a:cxn>
                <a:cxn ang="0">
                  <a:pos x="T8" y="T9"/>
                </a:cxn>
              </a:cxnLst>
              <a:rect l="0" t="0" r="r" b="b"/>
              <a:pathLst>
                <a:path w="30" h="29">
                  <a:moveTo>
                    <a:pt x="20" y="29"/>
                  </a:moveTo>
                  <a:cubicBezTo>
                    <a:pt x="23" y="25"/>
                    <a:pt x="26" y="21"/>
                    <a:pt x="30" y="17"/>
                  </a:cubicBezTo>
                  <a:cubicBezTo>
                    <a:pt x="13" y="0"/>
                    <a:pt x="13" y="0"/>
                    <a:pt x="13" y="0"/>
                  </a:cubicBezTo>
                  <a:cubicBezTo>
                    <a:pt x="9" y="5"/>
                    <a:pt x="4" y="11"/>
                    <a:pt x="0" y="16"/>
                  </a:cubicBezTo>
                  <a:lnTo>
                    <a:pt x="20" y="29"/>
                  </a:lnTo>
                  <a:close/>
                </a:path>
              </a:pathLst>
            </a:custGeom>
            <a:solidFill>
              <a:srgbClr val="C9C9C9"/>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5" name="Freeform 117"/>
            <p:cNvSpPr>
              <a:spLocks/>
            </p:cNvSpPr>
            <p:nvPr/>
          </p:nvSpPr>
          <p:spPr bwMode="auto">
            <a:xfrm>
              <a:off x="9804921" y="3803343"/>
              <a:ext cx="178686" cy="156582"/>
            </a:xfrm>
            <a:custGeom>
              <a:avLst/>
              <a:gdLst>
                <a:gd name="T0" fmla="*/ 2 w 25"/>
                <a:gd name="T1" fmla="*/ 0 h 22"/>
                <a:gd name="T2" fmla="*/ 0 w 25"/>
                <a:gd name="T3" fmla="*/ 17 h 22"/>
                <a:gd name="T4" fmla="*/ 23 w 25"/>
                <a:gd name="T5" fmla="*/ 22 h 22"/>
                <a:gd name="T6" fmla="*/ 25 w 25"/>
                <a:gd name="T7" fmla="*/ 0 h 22"/>
                <a:gd name="T8" fmla="*/ 2 w 25"/>
                <a:gd name="T9" fmla="*/ 0 h 22"/>
              </a:gdLst>
              <a:ahLst/>
              <a:cxnLst>
                <a:cxn ang="0">
                  <a:pos x="T0" y="T1"/>
                </a:cxn>
                <a:cxn ang="0">
                  <a:pos x="T2" y="T3"/>
                </a:cxn>
                <a:cxn ang="0">
                  <a:pos x="T4" y="T5"/>
                </a:cxn>
                <a:cxn ang="0">
                  <a:pos x="T6" y="T7"/>
                </a:cxn>
                <a:cxn ang="0">
                  <a:pos x="T8" y="T9"/>
                </a:cxn>
              </a:cxnLst>
              <a:rect l="0" t="0" r="r" b="b"/>
              <a:pathLst>
                <a:path w="25" h="22">
                  <a:moveTo>
                    <a:pt x="2" y="0"/>
                  </a:moveTo>
                  <a:cubicBezTo>
                    <a:pt x="2" y="6"/>
                    <a:pt x="1" y="12"/>
                    <a:pt x="0" y="17"/>
                  </a:cubicBezTo>
                  <a:cubicBezTo>
                    <a:pt x="23" y="22"/>
                    <a:pt x="23" y="22"/>
                    <a:pt x="23" y="22"/>
                  </a:cubicBezTo>
                  <a:cubicBezTo>
                    <a:pt x="24" y="15"/>
                    <a:pt x="25" y="7"/>
                    <a:pt x="25" y="0"/>
                  </a:cubicBezTo>
                  <a:lnTo>
                    <a:pt x="2" y="0"/>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6" name="Freeform 118"/>
            <p:cNvSpPr>
              <a:spLocks/>
            </p:cNvSpPr>
            <p:nvPr/>
          </p:nvSpPr>
          <p:spPr bwMode="auto">
            <a:xfrm>
              <a:off x="9755184" y="3974662"/>
              <a:ext cx="206319" cy="178688"/>
            </a:xfrm>
            <a:custGeom>
              <a:avLst/>
              <a:gdLst>
                <a:gd name="T0" fmla="*/ 6 w 29"/>
                <a:gd name="T1" fmla="*/ 0 h 25"/>
                <a:gd name="T2" fmla="*/ 0 w 29"/>
                <a:gd name="T3" fmla="*/ 16 h 25"/>
                <a:gd name="T4" fmla="*/ 22 w 29"/>
                <a:gd name="T5" fmla="*/ 25 h 25"/>
                <a:gd name="T6" fmla="*/ 29 w 29"/>
                <a:gd name="T7" fmla="*/ 4 h 25"/>
                <a:gd name="T8" fmla="*/ 6 w 29"/>
                <a:gd name="T9" fmla="*/ 0 h 25"/>
              </a:gdLst>
              <a:ahLst/>
              <a:cxnLst>
                <a:cxn ang="0">
                  <a:pos x="T0" y="T1"/>
                </a:cxn>
                <a:cxn ang="0">
                  <a:pos x="T2" y="T3"/>
                </a:cxn>
                <a:cxn ang="0">
                  <a:pos x="T4" y="T5"/>
                </a:cxn>
                <a:cxn ang="0">
                  <a:pos x="T6" y="T7"/>
                </a:cxn>
                <a:cxn ang="0">
                  <a:pos x="T8" y="T9"/>
                </a:cxn>
              </a:cxnLst>
              <a:rect l="0" t="0" r="r" b="b"/>
              <a:pathLst>
                <a:path w="29" h="25">
                  <a:moveTo>
                    <a:pt x="6" y="0"/>
                  </a:moveTo>
                  <a:cubicBezTo>
                    <a:pt x="4" y="5"/>
                    <a:pt x="3" y="11"/>
                    <a:pt x="0" y="16"/>
                  </a:cubicBezTo>
                  <a:cubicBezTo>
                    <a:pt x="22" y="25"/>
                    <a:pt x="22" y="25"/>
                    <a:pt x="22" y="25"/>
                  </a:cubicBezTo>
                  <a:cubicBezTo>
                    <a:pt x="25" y="19"/>
                    <a:pt x="27" y="12"/>
                    <a:pt x="29" y="4"/>
                  </a:cubicBezTo>
                  <a:lnTo>
                    <a:pt x="6" y="0"/>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7" name="Freeform 119"/>
            <p:cNvSpPr>
              <a:spLocks/>
            </p:cNvSpPr>
            <p:nvPr/>
          </p:nvSpPr>
          <p:spPr bwMode="auto">
            <a:xfrm>
              <a:off x="9677815" y="4131243"/>
              <a:ext cx="221056" cy="206319"/>
            </a:xfrm>
            <a:custGeom>
              <a:avLst/>
              <a:gdLst>
                <a:gd name="T0" fmla="*/ 9 w 31"/>
                <a:gd name="T1" fmla="*/ 0 h 29"/>
                <a:gd name="T2" fmla="*/ 0 w 31"/>
                <a:gd name="T3" fmla="*/ 16 h 29"/>
                <a:gd name="T4" fmla="*/ 20 w 31"/>
                <a:gd name="T5" fmla="*/ 29 h 29"/>
                <a:gd name="T6" fmla="*/ 31 w 31"/>
                <a:gd name="T7" fmla="*/ 9 h 29"/>
                <a:gd name="T8" fmla="*/ 9 w 31"/>
                <a:gd name="T9" fmla="*/ 0 h 29"/>
              </a:gdLst>
              <a:ahLst/>
              <a:cxnLst>
                <a:cxn ang="0">
                  <a:pos x="T0" y="T1"/>
                </a:cxn>
                <a:cxn ang="0">
                  <a:pos x="T2" y="T3"/>
                </a:cxn>
                <a:cxn ang="0">
                  <a:pos x="T4" y="T5"/>
                </a:cxn>
                <a:cxn ang="0">
                  <a:pos x="T6" y="T7"/>
                </a:cxn>
                <a:cxn ang="0">
                  <a:pos x="T8" y="T9"/>
                </a:cxn>
              </a:cxnLst>
              <a:rect l="0" t="0" r="r" b="b"/>
              <a:pathLst>
                <a:path w="31" h="29">
                  <a:moveTo>
                    <a:pt x="9" y="0"/>
                  </a:moveTo>
                  <a:cubicBezTo>
                    <a:pt x="6" y="6"/>
                    <a:pt x="4" y="11"/>
                    <a:pt x="0" y="16"/>
                  </a:cubicBezTo>
                  <a:cubicBezTo>
                    <a:pt x="20" y="29"/>
                    <a:pt x="20" y="29"/>
                    <a:pt x="20" y="29"/>
                  </a:cubicBezTo>
                  <a:cubicBezTo>
                    <a:pt x="24" y="23"/>
                    <a:pt x="27" y="16"/>
                    <a:pt x="31" y="9"/>
                  </a:cubicBezTo>
                  <a:lnTo>
                    <a:pt x="9" y="0"/>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8" name="Freeform 120"/>
            <p:cNvSpPr>
              <a:spLocks/>
            </p:cNvSpPr>
            <p:nvPr/>
          </p:nvSpPr>
          <p:spPr bwMode="auto">
            <a:xfrm>
              <a:off x="9442021" y="4409406"/>
              <a:ext cx="213688" cy="213688"/>
            </a:xfrm>
            <a:custGeom>
              <a:avLst/>
              <a:gdLst>
                <a:gd name="T0" fmla="*/ 14 w 30"/>
                <a:gd name="T1" fmla="*/ 0 h 30"/>
                <a:gd name="T2" fmla="*/ 0 w 30"/>
                <a:gd name="T3" fmla="*/ 10 h 30"/>
                <a:gd name="T4" fmla="*/ 13 w 30"/>
                <a:gd name="T5" fmla="*/ 30 h 30"/>
                <a:gd name="T6" fmla="*/ 30 w 30"/>
                <a:gd name="T7" fmla="*/ 16 h 30"/>
                <a:gd name="T8" fmla="*/ 14 w 30"/>
                <a:gd name="T9" fmla="*/ 0 h 30"/>
              </a:gdLst>
              <a:ahLst/>
              <a:cxnLst>
                <a:cxn ang="0">
                  <a:pos x="T0" y="T1"/>
                </a:cxn>
                <a:cxn ang="0">
                  <a:pos x="T2" y="T3"/>
                </a:cxn>
                <a:cxn ang="0">
                  <a:pos x="T4" y="T5"/>
                </a:cxn>
                <a:cxn ang="0">
                  <a:pos x="T6" y="T7"/>
                </a:cxn>
                <a:cxn ang="0">
                  <a:pos x="T8" y="T9"/>
                </a:cxn>
              </a:cxnLst>
              <a:rect l="0" t="0" r="r" b="b"/>
              <a:pathLst>
                <a:path w="30" h="30">
                  <a:moveTo>
                    <a:pt x="14" y="0"/>
                  </a:moveTo>
                  <a:cubicBezTo>
                    <a:pt x="9" y="3"/>
                    <a:pt x="5" y="7"/>
                    <a:pt x="0" y="10"/>
                  </a:cubicBezTo>
                  <a:cubicBezTo>
                    <a:pt x="13" y="30"/>
                    <a:pt x="13" y="30"/>
                    <a:pt x="13" y="30"/>
                  </a:cubicBezTo>
                  <a:cubicBezTo>
                    <a:pt x="19" y="26"/>
                    <a:pt x="25" y="21"/>
                    <a:pt x="30" y="16"/>
                  </a:cubicBezTo>
                  <a:lnTo>
                    <a:pt x="14" y="0"/>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9" name="Freeform 121"/>
            <p:cNvSpPr>
              <a:spLocks/>
            </p:cNvSpPr>
            <p:nvPr/>
          </p:nvSpPr>
          <p:spPr bwMode="auto">
            <a:xfrm>
              <a:off x="9570971" y="4280457"/>
              <a:ext cx="221056" cy="213688"/>
            </a:xfrm>
            <a:custGeom>
              <a:avLst/>
              <a:gdLst>
                <a:gd name="T0" fmla="*/ 12 w 31"/>
                <a:gd name="T1" fmla="*/ 0 h 30"/>
                <a:gd name="T2" fmla="*/ 0 w 31"/>
                <a:gd name="T3" fmla="*/ 13 h 30"/>
                <a:gd name="T4" fmla="*/ 17 w 31"/>
                <a:gd name="T5" fmla="*/ 30 h 30"/>
                <a:gd name="T6" fmla="*/ 31 w 31"/>
                <a:gd name="T7" fmla="*/ 13 h 30"/>
                <a:gd name="T8" fmla="*/ 12 w 31"/>
                <a:gd name="T9" fmla="*/ 0 h 30"/>
              </a:gdLst>
              <a:ahLst/>
              <a:cxnLst>
                <a:cxn ang="0">
                  <a:pos x="T0" y="T1"/>
                </a:cxn>
                <a:cxn ang="0">
                  <a:pos x="T2" y="T3"/>
                </a:cxn>
                <a:cxn ang="0">
                  <a:pos x="T4" y="T5"/>
                </a:cxn>
                <a:cxn ang="0">
                  <a:pos x="T6" y="T7"/>
                </a:cxn>
                <a:cxn ang="0">
                  <a:pos x="T8" y="T9"/>
                </a:cxn>
              </a:cxnLst>
              <a:rect l="0" t="0" r="r" b="b"/>
              <a:pathLst>
                <a:path w="31" h="30">
                  <a:moveTo>
                    <a:pt x="12" y="0"/>
                  </a:moveTo>
                  <a:cubicBezTo>
                    <a:pt x="8" y="5"/>
                    <a:pt x="4" y="9"/>
                    <a:pt x="0" y="13"/>
                  </a:cubicBezTo>
                  <a:cubicBezTo>
                    <a:pt x="17" y="30"/>
                    <a:pt x="17" y="30"/>
                    <a:pt x="17" y="30"/>
                  </a:cubicBezTo>
                  <a:cubicBezTo>
                    <a:pt x="22" y="24"/>
                    <a:pt x="27" y="19"/>
                    <a:pt x="31" y="13"/>
                  </a:cubicBezTo>
                  <a:lnTo>
                    <a:pt x="12" y="0"/>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0" name="Freeform 122"/>
            <p:cNvSpPr>
              <a:spLocks/>
            </p:cNvSpPr>
            <p:nvPr/>
          </p:nvSpPr>
          <p:spPr bwMode="auto">
            <a:xfrm>
              <a:off x="8964908" y="4615725"/>
              <a:ext cx="156581" cy="171319"/>
            </a:xfrm>
            <a:custGeom>
              <a:avLst/>
              <a:gdLst>
                <a:gd name="T0" fmla="*/ 17 w 22"/>
                <a:gd name="T1" fmla="*/ 0 h 24"/>
                <a:gd name="T2" fmla="*/ 2 w 22"/>
                <a:gd name="T3" fmla="*/ 1 h 24"/>
                <a:gd name="T4" fmla="*/ 0 w 22"/>
                <a:gd name="T5" fmla="*/ 1 h 24"/>
                <a:gd name="T6" fmla="*/ 0 w 22"/>
                <a:gd name="T7" fmla="*/ 24 h 24"/>
                <a:gd name="T8" fmla="*/ 2 w 22"/>
                <a:gd name="T9" fmla="*/ 24 h 24"/>
                <a:gd name="T10" fmla="*/ 22 w 22"/>
                <a:gd name="T11" fmla="*/ 23 h 24"/>
                <a:gd name="T12" fmla="*/ 17 w 22"/>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22" h="24">
                  <a:moveTo>
                    <a:pt x="17" y="0"/>
                  </a:moveTo>
                  <a:cubicBezTo>
                    <a:pt x="12" y="0"/>
                    <a:pt x="7" y="1"/>
                    <a:pt x="2" y="1"/>
                  </a:cubicBezTo>
                  <a:cubicBezTo>
                    <a:pt x="1" y="1"/>
                    <a:pt x="1" y="1"/>
                    <a:pt x="0" y="1"/>
                  </a:cubicBezTo>
                  <a:cubicBezTo>
                    <a:pt x="0" y="24"/>
                    <a:pt x="0" y="24"/>
                    <a:pt x="0" y="24"/>
                  </a:cubicBezTo>
                  <a:cubicBezTo>
                    <a:pt x="1" y="24"/>
                    <a:pt x="1" y="24"/>
                    <a:pt x="2" y="24"/>
                  </a:cubicBezTo>
                  <a:cubicBezTo>
                    <a:pt x="9" y="24"/>
                    <a:pt x="15" y="24"/>
                    <a:pt x="22" y="23"/>
                  </a:cubicBezTo>
                  <a:lnTo>
                    <a:pt x="17" y="0"/>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1" name="Freeform 123"/>
            <p:cNvSpPr>
              <a:spLocks/>
            </p:cNvSpPr>
            <p:nvPr/>
          </p:nvSpPr>
          <p:spPr bwMode="auto">
            <a:xfrm>
              <a:off x="8964908" y="2769906"/>
              <a:ext cx="156581" cy="171319"/>
            </a:xfrm>
            <a:custGeom>
              <a:avLst/>
              <a:gdLst>
                <a:gd name="T0" fmla="*/ 0 w 22"/>
                <a:gd name="T1" fmla="*/ 23 h 24"/>
                <a:gd name="T2" fmla="*/ 2 w 22"/>
                <a:gd name="T3" fmla="*/ 23 h 24"/>
                <a:gd name="T4" fmla="*/ 17 w 22"/>
                <a:gd name="T5" fmla="*/ 24 h 24"/>
                <a:gd name="T6" fmla="*/ 22 w 22"/>
                <a:gd name="T7" fmla="*/ 1 h 24"/>
                <a:gd name="T8" fmla="*/ 2 w 22"/>
                <a:gd name="T9" fmla="*/ 0 h 24"/>
                <a:gd name="T10" fmla="*/ 0 w 22"/>
                <a:gd name="T11" fmla="*/ 0 h 24"/>
                <a:gd name="T12" fmla="*/ 0 w 22"/>
                <a:gd name="T13" fmla="*/ 23 h 24"/>
              </a:gdLst>
              <a:ahLst/>
              <a:cxnLst>
                <a:cxn ang="0">
                  <a:pos x="T0" y="T1"/>
                </a:cxn>
                <a:cxn ang="0">
                  <a:pos x="T2" y="T3"/>
                </a:cxn>
                <a:cxn ang="0">
                  <a:pos x="T4" y="T5"/>
                </a:cxn>
                <a:cxn ang="0">
                  <a:pos x="T6" y="T7"/>
                </a:cxn>
                <a:cxn ang="0">
                  <a:pos x="T8" y="T9"/>
                </a:cxn>
                <a:cxn ang="0">
                  <a:pos x="T10" y="T11"/>
                </a:cxn>
                <a:cxn ang="0">
                  <a:pos x="T12" y="T13"/>
                </a:cxn>
              </a:cxnLst>
              <a:rect l="0" t="0" r="r" b="b"/>
              <a:pathLst>
                <a:path w="22" h="24">
                  <a:moveTo>
                    <a:pt x="0" y="23"/>
                  </a:moveTo>
                  <a:cubicBezTo>
                    <a:pt x="1" y="23"/>
                    <a:pt x="1" y="23"/>
                    <a:pt x="2" y="23"/>
                  </a:cubicBezTo>
                  <a:cubicBezTo>
                    <a:pt x="7" y="23"/>
                    <a:pt x="12" y="24"/>
                    <a:pt x="17" y="24"/>
                  </a:cubicBezTo>
                  <a:cubicBezTo>
                    <a:pt x="22" y="1"/>
                    <a:pt x="22" y="1"/>
                    <a:pt x="22" y="1"/>
                  </a:cubicBezTo>
                  <a:cubicBezTo>
                    <a:pt x="15" y="0"/>
                    <a:pt x="9" y="0"/>
                    <a:pt x="2" y="0"/>
                  </a:cubicBezTo>
                  <a:cubicBezTo>
                    <a:pt x="1" y="0"/>
                    <a:pt x="1" y="0"/>
                    <a:pt x="0" y="0"/>
                  </a:cubicBezTo>
                  <a:lnTo>
                    <a:pt x="0" y="23"/>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2" name="Freeform 124"/>
            <p:cNvSpPr>
              <a:spLocks/>
            </p:cNvSpPr>
            <p:nvPr/>
          </p:nvSpPr>
          <p:spPr bwMode="auto">
            <a:xfrm>
              <a:off x="9804921" y="3597024"/>
              <a:ext cx="178686" cy="156582"/>
            </a:xfrm>
            <a:custGeom>
              <a:avLst/>
              <a:gdLst>
                <a:gd name="T0" fmla="*/ 0 w 25"/>
                <a:gd name="T1" fmla="*/ 5 h 22"/>
                <a:gd name="T2" fmla="*/ 2 w 25"/>
                <a:gd name="T3" fmla="*/ 22 h 22"/>
                <a:gd name="T4" fmla="*/ 25 w 25"/>
                <a:gd name="T5" fmla="*/ 22 h 22"/>
                <a:gd name="T6" fmla="*/ 23 w 25"/>
                <a:gd name="T7" fmla="*/ 0 h 22"/>
                <a:gd name="T8" fmla="*/ 0 w 25"/>
                <a:gd name="T9" fmla="*/ 5 h 22"/>
              </a:gdLst>
              <a:ahLst/>
              <a:cxnLst>
                <a:cxn ang="0">
                  <a:pos x="T0" y="T1"/>
                </a:cxn>
                <a:cxn ang="0">
                  <a:pos x="T2" y="T3"/>
                </a:cxn>
                <a:cxn ang="0">
                  <a:pos x="T4" y="T5"/>
                </a:cxn>
                <a:cxn ang="0">
                  <a:pos x="T6" y="T7"/>
                </a:cxn>
                <a:cxn ang="0">
                  <a:pos x="T8" y="T9"/>
                </a:cxn>
              </a:cxnLst>
              <a:rect l="0" t="0" r="r" b="b"/>
              <a:pathLst>
                <a:path w="25" h="22">
                  <a:moveTo>
                    <a:pt x="0" y="5"/>
                  </a:moveTo>
                  <a:cubicBezTo>
                    <a:pt x="1" y="11"/>
                    <a:pt x="2" y="16"/>
                    <a:pt x="2" y="22"/>
                  </a:cubicBezTo>
                  <a:cubicBezTo>
                    <a:pt x="25" y="22"/>
                    <a:pt x="25" y="22"/>
                    <a:pt x="25" y="22"/>
                  </a:cubicBezTo>
                  <a:cubicBezTo>
                    <a:pt x="25" y="15"/>
                    <a:pt x="24" y="7"/>
                    <a:pt x="23" y="0"/>
                  </a:cubicBezTo>
                  <a:lnTo>
                    <a:pt x="0" y="5"/>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3" name="Freeform 125"/>
            <p:cNvSpPr>
              <a:spLocks/>
            </p:cNvSpPr>
            <p:nvPr/>
          </p:nvSpPr>
          <p:spPr bwMode="auto">
            <a:xfrm>
              <a:off x="9442021" y="2941224"/>
              <a:ext cx="213688" cy="213688"/>
            </a:xfrm>
            <a:custGeom>
              <a:avLst/>
              <a:gdLst>
                <a:gd name="T0" fmla="*/ 0 w 30"/>
                <a:gd name="T1" fmla="*/ 19 h 30"/>
                <a:gd name="T2" fmla="*/ 14 w 30"/>
                <a:gd name="T3" fmla="*/ 30 h 30"/>
                <a:gd name="T4" fmla="*/ 30 w 30"/>
                <a:gd name="T5" fmla="*/ 13 h 30"/>
                <a:gd name="T6" fmla="*/ 13 w 30"/>
                <a:gd name="T7" fmla="*/ 0 h 30"/>
                <a:gd name="T8" fmla="*/ 0 w 30"/>
                <a:gd name="T9" fmla="*/ 19 h 30"/>
              </a:gdLst>
              <a:ahLst/>
              <a:cxnLst>
                <a:cxn ang="0">
                  <a:pos x="T0" y="T1"/>
                </a:cxn>
                <a:cxn ang="0">
                  <a:pos x="T2" y="T3"/>
                </a:cxn>
                <a:cxn ang="0">
                  <a:pos x="T4" y="T5"/>
                </a:cxn>
                <a:cxn ang="0">
                  <a:pos x="T6" y="T7"/>
                </a:cxn>
                <a:cxn ang="0">
                  <a:pos x="T8" y="T9"/>
                </a:cxn>
              </a:cxnLst>
              <a:rect l="0" t="0" r="r" b="b"/>
              <a:pathLst>
                <a:path w="30" h="30">
                  <a:moveTo>
                    <a:pt x="0" y="19"/>
                  </a:moveTo>
                  <a:cubicBezTo>
                    <a:pt x="5" y="22"/>
                    <a:pt x="9" y="26"/>
                    <a:pt x="14" y="30"/>
                  </a:cubicBezTo>
                  <a:cubicBezTo>
                    <a:pt x="30" y="13"/>
                    <a:pt x="30" y="13"/>
                    <a:pt x="30" y="13"/>
                  </a:cubicBezTo>
                  <a:cubicBezTo>
                    <a:pt x="25" y="8"/>
                    <a:pt x="19" y="4"/>
                    <a:pt x="13" y="0"/>
                  </a:cubicBezTo>
                  <a:lnTo>
                    <a:pt x="0" y="19"/>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4" name="Freeform 126"/>
            <p:cNvSpPr>
              <a:spLocks/>
            </p:cNvSpPr>
            <p:nvPr/>
          </p:nvSpPr>
          <p:spPr bwMode="auto">
            <a:xfrm>
              <a:off x="9570971" y="3070174"/>
              <a:ext cx="221056" cy="206319"/>
            </a:xfrm>
            <a:custGeom>
              <a:avLst/>
              <a:gdLst>
                <a:gd name="T0" fmla="*/ 0 w 31"/>
                <a:gd name="T1" fmla="*/ 16 h 29"/>
                <a:gd name="T2" fmla="*/ 12 w 31"/>
                <a:gd name="T3" fmla="*/ 29 h 29"/>
                <a:gd name="T4" fmla="*/ 31 w 31"/>
                <a:gd name="T5" fmla="*/ 16 h 29"/>
                <a:gd name="T6" fmla="*/ 17 w 31"/>
                <a:gd name="T7" fmla="*/ 0 h 29"/>
                <a:gd name="T8" fmla="*/ 0 w 31"/>
                <a:gd name="T9" fmla="*/ 16 h 29"/>
              </a:gdLst>
              <a:ahLst/>
              <a:cxnLst>
                <a:cxn ang="0">
                  <a:pos x="T0" y="T1"/>
                </a:cxn>
                <a:cxn ang="0">
                  <a:pos x="T2" y="T3"/>
                </a:cxn>
                <a:cxn ang="0">
                  <a:pos x="T4" y="T5"/>
                </a:cxn>
                <a:cxn ang="0">
                  <a:pos x="T6" y="T7"/>
                </a:cxn>
                <a:cxn ang="0">
                  <a:pos x="T8" y="T9"/>
                </a:cxn>
              </a:cxnLst>
              <a:rect l="0" t="0" r="r" b="b"/>
              <a:pathLst>
                <a:path w="31" h="29">
                  <a:moveTo>
                    <a:pt x="0" y="16"/>
                  </a:moveTo>
                  <a:cubicBezTo>
                    <a:pt x="4" y="20"/>
                    <a:pt x="8" y="25"/>
                    <a:pt x="12" y="29"/>
                  </a:cubicBezTo>
                  <a:cubicBezTo>
                    <a:pt x="31" y="16"/>
                    <a:pt x="31" y="16"/>
                    <a:pt x="31" y="16"/>
                  </a:cubicBezTo>
                  <a:cubicBezTo>
                    <a:pt x="27" y="10"/>
                    <a:pt x="22" y="5"/>
                    <a:pt x="17" y="0"/>
                  </a:cubicBezTo>
                  <a:lnTo>
                    <a:pt x="0" y="16"/>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5" name="Freeform 127"/>
            <p:cNvSpPr>
              <a:spLocks/>
            </p:cNvSpPr>
            <p:nvPr/>
          </p:nvSpPr>
          <p:spPr bwMode="auto">
            <a:xfrm>
              <a:off x="9677815" y="3226756"/>
              <a:ext cx="221056" cy="198951"/>
            </a:xfrm>
            <a:custGeom>
              <a:avLst/>
              <a:gdLst>
                <a:gd name="T0" fmla="*/ 0 w 31"/>
                <a:gd name="T1" fmla="*/ 13 h 28"/>
                <a:gd name="T2" fmla="*/ 9 w 31"/>
                <a:gd name="T3" fmla="*/ 28 h 28"/>
                <a:gd name="T4" fmla="*/ 31 w 31"/>
                <a:gd name="T5" fmla="*/ 19 h 28"/>
                <a:gd name="T6" fmla="*/ 20 w 31"/>
                <a:gd name="T7" fmla="*/ 0 h 28"/>
                <a:gd name="T8" fmla="*/ 0 w 31"/>
                <a:gd name="T9" fmla="*/ 13 h 28"/>
              </a:gdLst>
              <a:ahLst/>
              <a:cxnLst>
                <a:cxn ang="0">
                  <a:pos x="T0" y="T1"/>
                </a:cxn>
                <a:cxn ang="0">
                  <a:pos x="T2" y="T3"/>
                </a:cxn>
                <a:cxn ang="0">
                  <a:pos x="T4" y="T5"/>
                </a:cxn>
                <a:cxn ang="0">
                  <a:pos x="T6" y="T7"/>
                </a:cxn>
                <a:cxn ang="0">
                  <a:pos x="T8" y="T9"/>
                </a:cxn>
              </a:cxnLst>
              <a:rect l="0" t="0" r="r" b="b"/>
              <a:pathLst>
                <a:path w="31" h="28">
                  <a:moveTo>
                    <a:pt x="0" y="13"/>
                  </a:moveTo>
                  <a:cubicBezTo>
                    <a:pt x="4" y="17"/>
                    <a:pt x="6" y="23"/>
                    <a:pt x="9" y="28"/>
                  </a:cubicBezTo>
                  <a:cubicBezTo>
                    <a:pt x="31" y="19"/>
                    <a:pt x="31" y="19"/>
                    <a:pt x="31" y="19"/>
                  </a:cubicBezTo>
                  <a:cubicBezTo>
                    <a:pt x="27" y="12"/>
                    <a:pt x="24" y="6"/>
                    <a:pt x="20" y="0"/>
                  </a:cubicBezTo>
                  <a:lnTo>
                    <a:pt x="0" y="13"/>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6" name="Freeform 128"/>
            <p:cNvSpPr>
              <a:spLocks/>
            </p:cNvSpPr>
            <p:nvPr/>
          </p:nvSpPr>
          <p:spPr bwMode="auto">
            <a:xfrm>
              <a:off x="9755184" y="3403601"/>
              <a:ext cx="206319" cy="186056"/>
            </a:xfrm>
            <a:custGeom>
              <a:avLst/>
              <a:gdLst>
                <a:gd name="T0" fmla="*/ 22 w 29"/>
                <a:gd name="T1" fmla="*/ 0 h 26"/>
                <a:gd name="T2" fmla="*/ 0 w 29"/>
                <a:gd name="T3" fmla="*/ 9 h 26"/>
                <a:gd name="T4" fmla="*/ 6 w 29"/>
                <a:gd name="T5" fmla="*/ 26 h 26"/>
                <a:gd name="T6" fmla="*/ 29 w 29"/>
                <a:gd name="T7" fmla="*/ 21 h 26"/>
                <a:gd name="T8" fmla="*/ 22 w 29"/>
                <a:gd name="T9" fmla="*/ 0 h 26"/>
              </a:gdLst>
              <a:ahLst/>
              <a:cxnLst>
                <a:cxn ang="0">
                  <a:pos x="T0" y="T1"/>
                </a:cxn>
                <a:cxn ang="0">
                  <a:pos x="T2" y="T3"/>
                </a:cxn>
                <a:cxn ang="0">
                  <a:pos x="T4" y="T5"/>
                </a:cxn>
                <a:cxn ang="0">
                  <a:pos x="T6" y="T7"/>
                </a:cxn>
                <a:cxn ang="0">
                  <a:pos x="T8" y="T9"/>
                </a:cxn>
              </a:cxnLst>
              <a:rect l="0" t="0" r="r" b="b"/>
              <a:pathLst>
                <a:path w="29" h="26">
                  <a:moveTo>
                    <a:pt x="22" y="0"/>
                  </a:moveTo>
                  <a:cubicBezTo>
                    <a:pt x="0" y="9"/>
                    <a:pt x="0" y="9"/>
                    <a:pt x="0" y="9"/>
                  </a:cubicBezTo>
                  <a:cubicBezTo>
                    <a:pt x="3" y="14"/>
                    <a:pt x="4" y="20"/>
                    <a:pt x="6" y="26"/>
                  </a:cubicBezTo>
                  <a:cubicBezTo>
                    <a:pt x="29" y="21"/>
                    <a:pt x="29" y="21"/>
                    <a:pt x="29" y="21"/>
                  </a:cubicBezTo>
                  <a:cubicBezTo>
                    <a:pt x="27" y="14"/>
                    <a:pt x="25" y="7"/>
                    <a:pt x="22" y="0"/>
                  </a:cubicBez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7" name="Freeform 129"/>
            <p:cNvSpPr>
              <a:spLocks/>
            </p:cNvSpPr>
            <p:nvPr/>
          </p:nvSpPr>
          <p:spPr bwMode="auto">
            <a:xfrm>
              <a:off x="9292808" y="2841749"/>
              <a:ext cx="198951" cy="213688"/>
            </a:xfrm>
            <a:custGeom>
              <a:avLst/>
              <a:gdLst>
                <a:gd name="T0" fmla="*/ 0 w 28"/>
                <a:gd name="T1" fmla="*/ 22 h 30"/>
                <a:gd name="T2" fmla="*/ 15 w 28"/>
                <a:gd name="T3" fmla="*/ 30 h 30"/>
                <a:gd name="T4" fmla="*/ 28 w 28"/>
                <a:gd name="T5" fmla="*/ 10 h 30"/>
                <a:gd name="T6" fmla="*/ 9 w 28"/>
                <a:gd name="T7" fmla="*/ 0 h 30"/>
                <a:gd name="T8" fmla="*/ 0 w 28"/>
                <a:gd name="T9" fmla="*/ 22 h 30"/>
              </a:gdLst>
              <a:ahLst/>
              <a:cxnLst>
                <a:cxn ang="0">
                  <a:pos x="T0" y="T1"/>
                </a:cxn>
                <a:cxn ang="0">
                  <a:pos x="T2" y="T3"/>
                </a:cxn>
                <a:cxn ang="0">
                  <a:pos x="T4" y="T5"/>
                </a:cxn>
                <a:cxn ang="0">
                  <a:pos x="T6" y="T7"/>
                </a:cxn>
                <a:cxn ang="0">
                  <a:pos x="T8" y="T9"/>
                </a:cxn>
              </a:cxnLst>
              <a:rect l="0" t="0" r="r" b="b"/>
              <a:pathLst>
                <a:path w="28" h="30">
                  <a:moveTo>
                    <a:pt x="0" y="22"/>
                  </a:moveTo>
                  <a:cubicBezTo>
                    <a:pt x="5" y="24"/>
                    <a:pt x="11" y="27"/>
                    <a:pt x="15" y="30"/>
                  </a:cubicBezTo>
                  <a:cubicBezTo>
                    <a:pt x="28" y="10"/>
                    <a:pt x="28" y="10"/>
                    <a:pt x="28" y="10"/>
                  </a:cubicBezTo>
                  <a:cubicBezTo>
                    <a:pt x="22" y="6"/>
                    <a:pt x="16" y="3"/>
                    <a:pt x="9" y="0"/>
                  </a:cubicBezTo>
                  <a:lnTo>
                    <a:pt x="0" y="22"/>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8" name="Freeform 130"/>
            <p:cNvSpPr>
              <a:spLocks/>
            </p:cNvSpPr>
            <p:nvPr/>
          </p:nvSpPr>
          <p:spPr bwMode="auto">
            <a:xfrm>
              <a:off x="9136227" y="4573356"/>
              <a:ext cx="176845" cy="198951"/>
            </a:xfrm>
            <a:custGeom>
              <a:avLst/>
              <a:gdLst>
                <a:gd name="T0" fmla="*/ 25 w 25"/>
                <a:gd name="T1" fmla="*/ 22 h 28"/>
                <a:gd name="T2" fmla="*/ 16 w 25"/>
                <a:gd name="T3" fmla="*/ 0 h 28"/>
                <a:gd name="T4" fmla="*/ 0 w 25"/>
                <a:gd name="T5" fmla="*/ 5 h 28"/>
                <a:gd name="T6" fmla="*/ 4 w 25"/>
                <a:gd name="T7" fmla="*/ 28 h 28"/>
                <a:gd name="T8" fmla="*/ 25 w 25"/>
                <a:gd name="T9" fmla="*/ 22 h 28"/>
              </a:gdLst>
              <a:ahLst/>
              <a:cxnLst>
                <a:cxn ang="0">
                  <a:pos x="T0" y="T1"/>
                </a:cxn>
                <a:cxn ang="0">
                  <a:pos x="T2" y="T3"/>
                </a:cxn>
                <a:cxn ang="0">
                  <a:pos x="T4" y="T5"/>
                </a:cxn>
                <a:cxn ang="0">
                  <a:pos x="T6" y="T7"/>
                </a:cxn>
                <a:cxn ang="0">
                  <a:pos x="T8" y="T9"/>
                </a:cxn>
              </a:cxnLst>
              <a:rect l="0" t="0" r="r" b="b"/>
              <a:pathLst>
                <a:path w="25" h="28">
                  <a:moveTo>
                    <a:pt x="25" y="22"/>
                  </a:moveTo>
                  <a:cubicBezTo>
                    <a:pt x="16" y="0"/>
                    <a:pt x="16" y="0"/>
                    <a:pt x="16" y="0"/>
                  </a:cubicBezTo>
                  <a:cubicBezTo>
                    <a:pt x="11" y="2"/>
                    <a:pt x="5" y="4"/>
                    <a:pt x="0" y="5"/>
                  </a:cubicBezTo>
                  <a:cubicBezTo>
                    <a:pt x="4" y="28"/>
                    <a:pt x="4" y="28"/>
                    <a:pt x="4" y="28"/>
                  </a:cubicBezTo>
                  <a:cubicBezTo>
                    <a:pt x="11" y="26"/>
                    <a:pt x="18" y="24"/>
                    <a:pt x="25" y="22"/>
                  </a:cubicBez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9" name="Freeform 131"/>
            <p:cNvSpPr>
              <a:spLocks/>
            </p:cNvSpPr>
            <p:nvPr/>
          </p:nvSpPr>
          <p:spPr bwMode="auto">
            <a:xfrm>
              <a:off x="9292808" y="4508881"/>
              <a:ext cx="198951" cy="206319"/>
            </a:xfrm>
            <a:custGeom>
              <a:avLst/>
              <a:gdLst>
                <a:gd name="T0" fmla="*/ 15 w 28"/>
                <a:gd name="T1" fmla="*/ 0 h 29"/>
                <a:gd name="T2" fmla="*/ 0 w 28"/>
                <a:gd name="T3" fmla="*/ 7 h 29"/>
                <a:gd name="T4" fmla="*/ 9 w 28"/>
                <a:gd name="T5" fmla="*/ 29 h 29"/>
                <a:gd name="T6" fmla="*/ 28 w 28"/>
                <a:gd name="T7" fmla="*/ 19 h 29"/>
                <a:gd name="T8" fmla="*/ 15 w 28"/>
                <a:gd name="T9" fmla="*/ 0 h 29"/>
              </a:gdLst>
              <a:ahLst/>
              <a:cxnLst>
                <a:cxn ang="0">
                  <a:pos x="T0" y="T1"/>
                </a:cxn>
                <a:cxn ang="0">
                  <a:pos x="T2" y="T3"/>
                </a:cxn>
                <a:cxn ang="0">
                  <a:pos x="T4" y="T5"/>
                </a:cxn>
                <a:cxn ang="0">
                  <a:pos x="T6" y="T7"/>
                </a:cxn>
                <a:cxn ang="0">
                  <a:pos x="T8" y="T9"/>
                </a:cxn>
              </a:cxnLst>
              <a:rect l="0" t="0" r="r" b="b"/>
              <a:pathLst>
                <a:path w="28" h="29">
                  <a:moveTo>
                    <a:pt x="15" y="0"/>
                  </a:moveTo>
                  <a:cubicBezTo>
                    <a:pt x="11" y="2"/>
                    <a:pt x="5" y="5"/>
                    <a:pt x="0" y="7"/>
                  </a:cubicBezTo>
                  <a:cubicBezTo>
                    <a:pt x="9" y="29"/>
                    <a:pt x="9" y="29"/>
                    <a:pt x="9" y="29"/>
                  </a:cubicBezTo>
                  <a:cubicBezTo>
                    <a:pt x="16" y="26"/>
                    <a:pt x="22" y="23"/>
                    <a:pt x="28" y="19"/>
                  </a:cubicBezTo>
                  <a:lnTo>
                    <a:pt x="15" y="0"/>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0" name="Freeform 132"/>
            <p:cNvSpPr>
              <a:spLocks/>
            </p:cNvSpPr>
            <p:nvPr/>
          </p:nvSpPr>
          <p:spPr bwMode="auto">
            <a:xfrm>
              <a:off x="9136227" y="2792012"/>
              <a:ext cx="176845" cy="191582"/>
            </a:xfrm>
            <a:custGeom>
              <a:avLst/>
              <a:gdLst>
                <a:gd name="T0" fmla="*/ 0 w 25"/>
                <a:gd name="T1" fmla="*/ 22 h 27"/>
                <a:gd name="T2" fmla="*/ 16 w 25"/>
                <a:gd name="T3" fmla="*/ 27 h 27"/>
                <a:gd name="T4" fmla="*/ 25 w 25"/>
                <a:gd name="T5" fmla="*/ 5 h 27"/>
                <a:gd name="T6" fmla="*/ 4 w 25"/>
                <a:gd name="T7" fmla="*/ 0 h 27"/>
                <a:gd name="T8" fmla="*/ 0 w 25"/>
                <a:gd name="T9" fmla="*/ 22 h 27"/>
              </a:gdLst>
              <a:ahLst/>
              <a:cxnLst>
                <a:cxn ang="0">
                  <a:pos x="T0" y="T1"/>
                </a:cxn>
                <a:cxn ang="0">
                  <a:pos x="T2" y="T3"/>
                </a:cxn>
                <a:cxn ang="0">
                  <a:pos x="T4" y="T5"/>
                </a:cxn>
                <a:cxn ang="0">
                  <a:pos x="T6" y="T7"/>
                </a:cxn>
                <a:cxn ang="0">
                  <a:pos x="T8" y="T9"/>
                </a:cxn>
              </a:cxnLst>
              <a:rect l="0" t="0" r="r" b="b"/>
              <a:pathLst>
                <a:path w="25" h="27">
                  <a:moveTo>
                    <a:pt x="0" y="22"/>
                  </a:moveTo>
                  <a:cubicBezTo>
                    <a:pt x="5" y="24"/>
                    <a:pt x="11" y="25"/>
                    <a:pt x="16" y="27"/>
                  </a:cubicBezTo>
                  <a:cubicBezTo>
                    <a:pt x="25" y="5"/>
                    <a:pt x="25" y="5"/>
                    <a:pt x="25" y="5"/>
                  </a:cubicBezTo>
                  <a:cubicBezTo>
                    <a:pt x="18" y="3"/>
                    <a:pt x="11" y="1"/>
                    <a:pt x="4" y="0"/>
                  </a:cubicBezTo>
                  <a:lnTo>
                    <a:pt x="0" y="22"/>
                  </a:lnTo>
                  <a:close/>
                </a:path>
              </a:pathLst>
            </a:custGeom>
            <a:solidFill>
              <a:srgbClr val="76A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18" name="组合 217"/>
          <p:cNvGrpSpPr/>
          <p:nvPr/>
        </p:nvGrpSpPr>
        <p:grpSpPr>
          <a:xfrm>
            <a:off x="5814618" y="1373325"/>
            <a:ext cx="3284538" cy="108000"/>
            <a:chOff x="452220" y="3190976"/>
            <a:chExt cx="3284538" cy="108000"/>
          </a:xfrm>
        </p:grpSpPr>
        <p:sp>
          <p:nvSpPr>
            <p:cNvPr id="214" name="Oval 12"/>
            <p:cNvSpPr>
              <a:spLocks noChangeArrowheads="1"/>
            </p:cNvSpPr>
            <p:nvPr/>
          </p:nvSpPr>
          <p:spPr bwMode="auto">
            <a:xfrm>
              <a:off x="3628758" y="3190976"/>
              <a:ext cx="108000" cy="108000"/>
            </a:xfrm>
            <a:prstGeom prst="ellipse">
              <a:avLst/>
            </a:prstGeom>
            <a:solidFill>
              <a:srgbClr val="3B46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5" name="Rectangle 13"/>
            <p:cNvSpPr>
              <a:spLocks noChangeArrowheads="1"/>
            </p:cNvSpPr>
            <p:nvPr/>
          </p:nvSpPr>
          <p:spPr bwMode="auto">
            <a:xfrm>
              <a:off x="452220" y="3233864"/>
              <a:ext cx="3284538" cy="22225"/>
            </a:xfrm>
            <a:prstGeom prst="rect">
              <a:avLst/>
            </a:prstGeom>
            <a:solidFill>
              <a:srgbClr val="3B462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217" name="文本框 216"/>
          <p:cNvSpPr txBox="1"/>
          <p:nvPr/>
        </p:nvSpPr>
        <p:spPr>
          <a:xfrm>
            <a:off x="4700623" y="1207605"/>
            <a:ext cx="1071127" cy="461665"/>
          </a:xfrm>
          <a:prstGeom prst="rect">
            <a:avLst/>
          </a:prstGeom>
          <a:noFill/>
        </p:spPr>
        <p:txBody>
          <a:bodyPr wrap="none" rtlCol="0">
            <a:spAutoFit/>
          </a:bodyPr>
          <a:lstStyle/>
          <a:p>
            <a:r>
              <a:rPr lang="en-US" altLang="zh-CN" sz="2400" dirty="0">
                <a:solidFill>
                  <a:srgbClr val="3B4622"/>
                </a:solidFill>
                <a:latin typeface="Impact" panose="020B0806030902050204" pitchFamily="34" charset="0"/>
              </a:rPr>
              <a:t>68.75%</a:t>
            </a:r>
            <a:endParaRPr lang="zh-CN" altLang="en-US" sz="2400" dirty="0">
              <a:solidFill>
                <a:srgbClr val="3B4622"/>
              </a:solidFill>
              <a:latin typeface="Impact" panose="020B0806030902050204" pitchFamily="34" charset="0"/>
            </a:endParaRPr>
          </a:p>
        </p:txBody>
      </p:sp>
      <p:grpSp>
        <p:nvGrpSpPr>
          <p:cNvPr id="219" name="组合 218"/>
          <p:cNvGrpSpPr/>
          <p:nvPr/>
        </p:nvGrpSpPr>
        <p:grpSpPr>
          <a:xfrm>
            <a:off x="5814618" y="1859293"/>
            <a:ext cx="3284538" cy="108000"/>
            <a:chOff x="452220" y="3190976"/>
            <a:chExt cx="3284538" cy="108000"/>
          </a:xfrm>
        </p:grpSpPr>
        <p:sp>
          <p:nvSpPr>
            <p:cNvPr id="220" name="Oval 12"/>
            <p:cNvSpPr>
              <a:spLocks noChangeArrowheads="1"/>
            </p:cNvSpPr>
            <p:nvPr/>
          </p:nvSpPr>
          <p:spPr bwMode="auto">
            <a:xfrm>
              <a:off x="3628758" y="3190976"/>
              <a:ext cx="108000" cy="108000"/>
            </a:xfrm>
            <a:prstGeom prst="ellipse">
              <a:avLst/>
            </a:prstGeom>
            <a:solidFill>
              <a:srgbClr val="3B46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1" name="Rectangle 13"/>
            <p:cNvSpPr>
              <a:spLocks noChangeArrowheads="1"/>
            </p:cNvSpPr>
            <p:nvPr/>
          </p:nvSpPr>
          <p:spPr bwMode="auto">
            <a:xfrm>
              <a:off x="452220" y="3233864"/>
              <a:ext cx="3284538" cy="22225"/>
            </a:xfrm>
            <a:prstGeom prst="rect">
              <a:avLst/>
            </a:prstGeom>
            <a:solidFill>
              <a:srgbClr val="3B462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22" name="组合 221"/>
          <p:cNvGrpSpPr/>
          <p:nvPr/>
        </p:nvGrpSpPr>
        <p:grpSpPr>
          <a:xfrm>
            <a:off x="5814618" y="2345261"/>
            <a:ext cx="3284538" cy="108000"/>
            <a:chOff x="452220" y="3190976"/>
            <a:chExt cx="3284538" cy="108000"/>
          </a:xfrm>
        </p:grpSpPr>
        <p:sp>
          <p:nvSpPr>
            <p:cNvPr id="223" name="Oval 12"/>
            <p:cNvSpPr>
              <a:spLocks noChangeArrowheads="1"/>
            </p:cNvSpPr>
            <p:nvPr/>
          </p:nvSpPr>
          <p:spPr bwMode="auto">
            <a:xfrm>
              <a:off x="3628758" y="3190976"/>
              <a:ext cx="108000" cy="108000"/>
            </a:xfrm>
            <a:prstGeom prst="ellipse">
              <a:avLst/>
            </a:prstGeom>
            <a:solidFill>
              <a:srgbClr val="3B46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4" name="Rectangle 13"/>
            <p:cNvSpPr>
              <a:spLocks noChangeArrowheads="1"/>
            </p:cNvSpPr>
            <p:nvPr/>
          </p:nvSpPr>
          <p:spPr bwMode="auto">
            <a:xfrm>
              <a:off x="452220" y="3233864"/>
              <a:ext cx="3284538" cy="22225"/>
            </a:xfrm>
            <a:prstGeom prst="rect">
              <a:avLst/>
            </a:prstGeom>
            <a:solidFill>
              <a:srgbClr val="3B462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25" name="组合 224"/>
          <p:cNvGrpSpPr/>
          <p:nvPr/>
        </p:nvGrpSpPr>
        <p:grpSpPr>
          <a:xfrm>
            <a:off x="5814618" y="2831228"/>
            <a:ext cx="3284538" cy="108000"/>
            <a:chOff x="452220" y="3190976"/>
            <a:chExt cx="3284538" cy="108000"/>
          </a:xfrm>
        </p:grpSpPr>
        <p:sp>
          <p:nvSpPr>
            <p:cNvPr id="226" name="Oval 12"/>
            <p:cNvSpPr>
              <a:spLocks noChangeArrowheads="1"/>
            </p:cNvSpPr>
            <p:nvPr/>
          </p:nvSpPr>
          <p:spPr bwMode="auto">
            <a:xfrm>
              <a:off x="3628758" y="3190976"/>
              <a:ext cx="108000" cy="108000"/>
            </a:xfrm>
            <a:prstGeom prst="ellipse">
              <a:avLst/>
            </a:prstGeom>
            <a:solidFill>
              <a:srgbClr val="3B46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7" name="Rectangle 13"/>
            <p:cNvSpPr>
              <a:spLocks noChangeArrowheads="1"/>
            </p:cNvSpPr>
            <p:nvPr/>
          </p:nvSpPr>
          <p:spPr bwMode="auto">
            <a:xfrm>
              <a:off x="452220" y="3233864"/>
              <a:ext cx="3284538" cy="22225"/>
            </a:xfrm>
            <a:prstGeom prst="rect">
              <a:avLst/>
            </a:prstGeom>
            <a:solidFill>
              <a:srgbClr val="3B462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228" name="文本框 227"/>
          <p:cNvSpPr txBox="1"/>
          <p:nvPr/>
        </p:nvSpPr>
        <p:spPr>
          <a:xfrm>
            <a:off x="4700623" y="1676954"/>
            <a:ext cx="1103187" cy="461665"/>
          </a:xfrm>
          <a:prstGeom prst="rect">
            <a:avLst/>
          </a:prstGeom>
          <a:noFill/>
        </p:spPr>
        <p:txBody>
          <a:bodyPr wrap="none" rtlCol="0">
            <a:spAutoFit/>
          </a:bodyPr>
          <a:lstStyle/>
          <a:p>
            <a:r>
              <a:rPr lang="en-US" altLang="zh-CN" sz="2400" dirty="0">
                <a:solidFill>
                  <a:srgbClr val="3B4622"/>
                </a:solidFill>
                <a:latin typeface="Impact" panose="020B0806030902050204" pitchFamily="34" charset="0"/>
              </a:rPr>
              <a:t>25.00%</a:t>
            </a:r>
            <a:endParaRPr lang="zh-CN" altLang="en-US" sz="2400" dirty="0">
              <a:solidFill>
                <a:srgbClr val="3B4622"/>
              </a:solidFill>
              <a:latin typeface="Impact" panose="020B0806030902050204" pitchFamily="34" charset="0"/>
            </a:endParaRPr>
          </a:p>
        </p:txBody>
      </p:sp>
      <p:sp>
        <p:nvSpPr>
          <p:cNvPr id="229" name="文本框 228"/>
          <p:cNvSpPr txBox="1"/>
          <p:nvPr/>
        </p:nvSpPr>
        <p:spPr>
          <a:xfrm>
            <a:off x="4700623" y="2172435"/>
            <a:ext cx="1218603" cy="461665"/>
          </a:xfrm>
          <a:prstGeom prst="rect">
            <a:avLst/>
          </a:prstGeom>
          <a:noFill/>
        </p:spPr>
        <p:txBody>
          <a:bodyPr wrap="none" rtlCol="0">
            <a:spAutoFit/>
          </a:bodyPr>
          <a:lstStyle/>
          <a:p>
            <a:r>
              <a:rPr lang="en-US" altLang="zh-CN" sz="2400" dirty="0">
                <a:solidFill>
                  <a:srgbClr val="3B4622"/>
                </a:solidFill>
                <a:latin typeface="Impact" panose="020B0806030902050204" pitchFamily="34" charset="0"/>
              </a:rPr>
              <a:t>53.125%</a:t>
            </a:r>
            <a:endParaRPr lang="zh-CN" altLang="en-US" sz="2400" dirty="0">
              <a:solidFill>
                <a:srgbClr val="3B4622"/>
              </a:solidFill>
              <a:latin typeface="Impact" panose="020B0806030902050204" pitchFamily="34" charset="0"/>
            </a:endParaRPr>
          </a:p>
        </p:txBody>
      </p:sp>
      <p:sp>
        <p:nvSpPr>
          <p:cNvPr id="230" name="文本框 229"/>
          <p:cNvSpPr txBox="1"/>
          <p:nvPr/>
        </p:nvSpPr>
        <p:spPr>
          <a:xfrm>
            <a:off x="4700623" y="2642368"/>
            <a:ext cx="1175322" cy="461665"/>
          </a:xfrm>
          <a:prstGeom prst="rect">
            <a:avLst/>
          </a:prstGeom>
          <a:noFill/>
        </p:spPr>
        <p:txBody>
          <a:bodyPr wrap="none" rtlCol="0">
            <a:spAutoFit/>
          </a:bodyPr>
          <a:lstStyle/>
          <a:p>
            <a:r>
              <a:rPr lang="en-US" altLang="zh-CN" sz="2400" dirty="0">
                <a:solidFill>
                  <a:srgbClr val="3B4622"/>
                </a:solidFill>
                <a:latin typeface="Impact" panose="020B0806030902050204" pitchFamily="34" charset="0"/>
              </a:rPr>
              <a:t>78.125%</a:t>
            </a:r>
            <a:endParaRPr lang="zh-CN" altLang="en-US" sz="2400" dirty="0">
              <a:solidFill>
                <a:srgbClr val="3B4622"/>
              </a:solidFill>
              <a:latin typeface="Impact" panose="020B0806030902050204" pitchFamily="34" charset="0"/>
            </a:endParaRPr>
          </a:p>
        </p:txBody>
      </p:sp>
      <p:sp>
        <p:nvSpPr>
          <p:cNvPr id="231" name="Freeform 60"/>
          <p:cNvSpPr>
            <a:spLocks/>
          </p:cNvSpPr>
          <p:nvPr/>
        </p:nvSpPr>
        <p:spPr bwMode="auto">
          <a:xfrm>
            <a:off x="783743" y="4178505"/>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2" name="文本框 231"/>
          <p:cNvSpPr txBox="1"/>
          <p:nvPr/>
        </p:nvSpPr>
        <p:spPr>
          <a:xfrm>
            <a:off x="716896" y="4978106"/>
            <a:ext cx="3726924" cy="1421928"/>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右图为图形组合而成；</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表现具体数字时不是很精确；</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可以参考精确图表设计；</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可以辅助文字加以说明。</a:t>
            </a:r>
            <a:endParaRPr lang="en-US" altLang="zh-CN" dirty="0">
              <a:solidFill>
                <a:prstClr val="black">
                  <a:lumMod val="65000"/>
                  <a:lumOff val="35000"/>
                </a:prstClr>
              </a:solidFill>
              <a:latin typeface="微软雅黑" panose="020B0503020204020204" pitchFamily="34" charset="-122"/>
            </a:endParaRPr>
          </a:p>
        </p:txBody>
      </p:sp>
      <p:sp>
        <p:nvSpPr>
          <p:cNvPr id="233" name="圆角矩形 232"/>
          <p:cNvSpPr/>
          <p:nvPr/>
        </p:nvSpPr>
        <p:spPr>
          <a:xfrm>
            <a:off x="1451435" y="4337790"/>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234" name="等腰三角形 233"/>
          <p:cNvSpPr/>
          <p:nvPr/>
        </p:nvSpPr>
        <p:spPr>
          <a:xfrm rot="16200000">
            <a:off x="1376803" y="4405334"/>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211" name="矩形 39"/>
          <p:cNvSpPr/>
          <p:nvPr/>
        </p:nvSpPr>
        <p:spPr>
          <a:xfrm>
            <a:off x="0" y="203088"/>
            <a:ext cx="1620957" cy="523220"/>
          </a:xfrm>
          <a:prstGeom prst="rect">
            <a:avLst/>
          </a:prstGeom>
          <a:noFill/>
        </p:spPr>
        <p:txBody>
          <a:bodyPr wrap="none" rtlCol="0">
            <a:spAutoFit/>
          </a:bodyPr>
          <a:lstStyle/>
          <a:p>
            <a:r>
              <a:rPr lang="zh-CN" altLang="en-US" sz="2800" b="1">
                <a:solidFill>
                  <a:schemeClr val="tx1">
                    <a:lumMod val="65000"/>
                    <a:lumOff val="35000"/>
                  </a:schemeClr>
                </a:solidFill>
              </a:rPr>
              <a:t>其他图表</a:t>
            </a:r>
          </a:p>
        </p:txBody>
      </p:sp>
    </p:spTree>
    <p:extLst>
      <p:ext uri="{BB962C8B-B14F-4D97-AF65-F5344CB8AC3E}">
        <p14:creationId xmlns:p14="http://schemas.microsoft.com/office/powerpoint/2010/main" val="1370738826"/>
      </p:ext>
    </p:extLst>
  </p:cSld>
  <p:clrMapOvr>
    <a:masterClrMapping/>
  </p:clrMapOvr>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 name="文本框 132"/>
          <p:cNvSpPr txBox="1"/>
          <p:nvPr/>
        </p:nvSpPr>
        <p:spPr>
          <a:xfrm>
            <a:off x="1000603" y="858685"/>
            <a:ext cx="9280105" cy="424732"/>
          </a:xfrm>
          <a:prstGeom prst="rect">
            <a:avLst/>
          </a:prstGeom>
          <a:noFill/>
        </p:spPr>
        <p:txBody>
          <a:bodyPr wrap="none" rtlCol="0">
            <a:spAutoFit/>
          </a:bodyPr>
          <a:lstStyle/>
          <a:p>
            <a:pPr>
              <a:lnSpc>
                <a:spcPct val="120000"/>
              </a:lnSpc>
            </a:pPr>
            <a:r>
              <a:rPr lang="zh-CN" altLang="en-US" dirty="0">
                <a:solidFill>
                  <a:prstClr val="black">
                    <a:lumMod val="65000"/>
                    <a:lumOff val="35000"/>
                  </a:prstClr>
                </a:solidFill>
              </a:rPr>
              <a:t>下图为图形组合而成，仅限于比例是</a:t>
            </a:r>
            <a:r>
              <a:rPr lang="en-US" altLang="zh-CN" dirty="0">
                <a:solidFill>
                  <a:prstClr val="black">
                    <a:lumMod val="65000"/>
                    <a:lumOff val="35000"/>
                  </a:prstClr>
                </a:solidFill>
              </a:rPr>
              <a:t>1/8</a:t>
            </a:r>
            <a:r>
              <a:rPr lang="zh-CN" altLang="en-US" dirty="0">
                <a:solidFill>
                  <a:prstClr val="black">
                    <a:lumMod val="65000"/>
                    <a:lumOff val="35000"/>
                  </a:prstClr>
                </a:solidFill>
              </a:rPr>
              <a:t>倍数的情况下使用，可以相应的调整模块颜色。</a:t>
            </a:r>
            <a:endParaRPr lang="en-US" altLang="zh-CN" dirty="0">
              <a:solidFill>
                <a:prstClr val="black">
                  <a:lumMod val="65000"/>
                  <a:lumOff val="35000"/>
                </a:prstClr>
              </a:solidFill>
            </a:endParaRPr>
          </a:p>
        </p:txBody>
      </p:sp>
      <p:sp>
        <p:nvSpPr>
          <p:cNvPr id="5" name="Freeform 5"/>
          <p:cNvSpPr>
            <a:spLocks/>
          </p:cNvSpPr>
          <p:nvPr/>
        </p:nvSpPr>
        <p:spPr bwMode="auto">
          <a:xfrm>
            <a:off x="2203450" y="1733550"/>
            <a:ext cx="717550" cy="946150"/>
          </a:xfrm>
          <a:custGeom>
            <a:avLst/>
            <a:gdLst>
              <a:gd name="T0" fmla="*/ 90 w 99"/>
              <a:gd name="T1" fmla="*/ 0 h 130"/>
              <a:gd name="T2" fmla="*/ 90 w 99"/>
              <a:gd name="T3" fmla="*/ 0 h 130"/>
              <a:gd name="T4" fmla="*/ 5 w 99"/>
              <a:gd name="T5" fmla="*/ 35 h 130"/>
              <a:gd name="T6" fmla="*/ 5 w 99"/>
              <a:gd name="T7" fmla="*/ 35 h 130"/>
              <a:gd name="T8" fmla="*/ 4 w 99"/>
              <a:gd name="T9" fmla="*/ 36 h 130"/>
              <a:gd name="T10" fmla="*/ 4 w 99"/>
              <a:gd name="T11" fmla="*/ 48 h 130"/>
              <a:gd name="T12" fmla="*/ 9 w 99"/>
              <a:gd name="T13" fmla="*/ 53 h 130"/>
              <a:gd name="T14" fmla="*/ 80 w 99"/>
              <a:gd name="T15" fmla="*/ 124 h 130"/>
              <a:gd name="T16" fmla="*/ 82 w 99"/>
              <a:gd name="T17" fmla="*/ 126 h 130"/>
              <a:gd name="T18" fmla="*/ 82 w 99"/>
              <a:gd name="T19" fmla="*/ 126 h 130"/>
              <a:gd name="T20" fmla="*/ 84 w 99"/>
              <a:gd name="T21" fmla="*/ 128 h 130"/>
              <a:gd name="T22" fmla="*/ 90 w 99"/>
              <a:gd name="T23" fmla="*/ 130 h 130"/>
              <a:gd name="T24" fmla="*/ 90 w 99"/>
              <a:gd name="T25" fmla="*/ 130 h 130"/>
              <a:gd name="T26" fmla="*/ 99 w 99"/>
              <a:gd name="T27" fmla="*/ 122 h 130"/>
              <a:gd name="T28" fmla="*/ 99 w 99"/>
              <a:gd name="T29" fmla="*/ 119 h 130"/>
              <a:gd name="T30" fmla="*/ 99 w 99"/>
              <a:gd name="T31" fmla="*/ 116 h 130"/>
              <a:gd name="T32" fmla="*/ 99 w 99"/>
              <a:gd name="T33" fmla="*/ 76 h 130"/>
              <a:gd name="T34" fmla="*/ 99 w 99"/>
              <a:gd name="T35" fmla="*/ 16 h 130"/>
              <a:gd name="T36" fmla="*/ 99 w 99"/>
              <a:gd name="T37" fmla="*/ 8 h 130"/>
              <a:gd name="T38" fmla="*/ 90 w 99"/>
              <a:gd name="T3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9" h="130">
                <a:moveTo>
                  <a:pt x="90" y="0"/>
                </a:moveTo>
                <a:cubicBezTo>
                  <a:pt x="90" y="0"/>
                  <a:pt x="90" y="0"/>
                  <a:pt x="90" y="0"/>
                </a:cubicBezTo>
                <a:cubicBezTo>
                  <a:pt x="57" y="0"/>
                  <a:pt x="27" y="13"/>
                  <a:pt x="5" y="35"/>
                </a:cubicBezTo>
                <a:cubicBezTo>
                  <a:pt x="5" y="35"/>
                  <a:pt x="5" y="35"/>
                  <a:pt x="5" y="35"/>
                </a:cubicBezTo>
                <a:cubicBezTo>
                  <a:pt x="4" y="35"/>
                  <a:pt x="4" y="35"/>
                  <a:pt x="4" y="36"/>
                </a:cubicBezTo>
                <a:cubicBezTo>
                  <a:pt x="0" y="39"/>
                  <a:pt x="0" y="44"/>
                  <a:pt x="4" y="48"/>
                </a:cubicBezTo>
                <a:cubicBezTo>
                  <a:pt x="9" y="53"/>
                  <a:pt x="9" y="53"/>
                  <a:pt x="9" y="53"/>
                </a:cubicBezTo>
                <a:cubicBezTo>
                  <a:pt x="80" y="124"/>
                  <a:pt x="80" y="124"/>
                  <a:pt x="80" y="124"/>
                </a:cubicBezTo>
                <a:cubicBezTo>
                  <a:pt x="82" y="126"/>
                  <a:pt x="82" y="126"/>
                  <a:pt x="82" y="126"/>
                </a:cubicBezTo>
                <a:cubicBezTo>
                  <a:pt x="82" y="126"/>
                  <a:pt x="82" y="126"/>
                  <a:pt x="82" y="126"/>
                </a:cubicBezTo>
                <a:cubicBezTo>
                  <a:pt x="84" y="128"/>
                  <a:pt x="84" y="128"/>
                  <a:pt x="84" y="128"/>
                </a:cubicBezTo>
                <a:cubicBezTo>
                  <a:pt x="85" y="129"/>
                  <a:pt x="88" y="130"/>
                  <a:pt x="90" y="130"/>
                </a:cubicBezTo>
                <a:cubicBezTo>
                  <a:pt x="90" y="130"/>
                  <a:pt x="90" y="130"/>
                  <a:pt x="90" y="130"/>
                </a:cubicBezTo>
                <a:cubicBezTo>
                  <a:pt x="95" y="130"/>
                  <a:pt x="99" y="126"/>
                  <a:pt x="99" y="122"/>
                </a:cubicBezTo>
                <a:cubicBezTo>
                  <a:pt x="99" y="119"/>
                  <a:pt x="99" y="119"/>
                  <a:pt x="99" y="119"/>
                </a:cubicBezTo>
                <a:cubicBezTo>
                  <a:pt x="99" y="116"/>
                  <a:pt x="99" y="116"/>
                  <a:pt x="99" y="116"/>
                </a:cubicBezTo>
                <a:cubicBezTo>
                  <a:pt x="99" y="76"/>
                  <a:pt x="99" y="76"/>
                  <a:pt x="99" y="76"/>
                </a:cubicBezTo>
                <a:cubicBezTo>
                  <a:pt x="99" y="16"/>
                  <a:pt x="99" y="16"/>
                  <a:pt x="99" y="16"/>
                </a:cubicBezTo>
                <a:cubicBezTo>
                  <a:pt x="99" y="8"/>
                  <a:pt x="99" y="8"/>
                  <a:pt x="99" y="8"/>
                </a:cubicBezTo>
                <a:cubicBezTo>
                  <a:pt x="99" y="4"/>
                  <a:pt x="95" y="0"/>
                  <a:pt x="9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 name="Freeform 6"/>
          <p:cNvSpPr>
            <a:spLocks/>
          </p:cNvSpPr>
          <p:nvPr/>
        </p:nvSpPr>
        <p:spPr bwMode="auto">
          <a:xfrm>
            <a:off x="2935288" y="1733550"/>
            <a:ext cx="711200" cy="946150"/>
          </a:xfrm>
          <a:custGeom>
            <a:avLst/>
            <a:gdLst>
              <a:gd name="T0" fmla="*/ 95 w 98"/>
              <a:gd name="T1" fmla="*/ 36 h 130"/>
              <a:gd name="T2" fmla="*/ 94 w 98"/>
              <a:gd name="T3" fmla="*/ 35 h 130"/>
              <a:gd name="T4" fmla="*/ 94 w 98"/>
              <a:gd name="T5" fmla="*/ 35 h 130"/>
              <a:gd name="T6" fmla="*/ 8 w 98"/>
              <a:gd name="T7" fmla="*/ 0 h 130"/>
              <a:gd name="T8" fmla="*/ 8 w 98"/>
              <a:gd name="T9" fmla="*/ 0 h 130"/>
              <a:gd name="T10" fmla="*/ 0 w 98"/>
              <a:gd name="T11" fmla="*/ 8 h 130"/>
              <a:gd name="T12" fmla="*/ 0 w 98"/>
              <a:gd name="T13" fmla="*/ 16 h 130"/>
              <a:gd name="T14" fmla="*/ 0 w 98"/>
              <a:gd name="T15" fmla="*/ 76 h 130"/>
              <a:gd name="T16" fmla="*/ 0 w 98"/>
              <a:gd name="T17" fmla="*/ 116 h 130"/>
              <a:gd name="T18" fmla="*/ 0 w 98"/>
              <a:gd name="T19" fmla="*/ 119 h 130"/>
              <a:gd name="T20" fmla="*/ 0 w 98"/>
              <a:gd name="T21" fmla="*/ 122 h 130"/>
              <a:gd name="T22" fmla="*/ 8 w 98"/>
              <a:gd name="T23" fmla="*/ 130 h 130"/>
              <a:gd name="T24" fmla="*/ 9 w 98"/>
              <a:gd name="T25" fmla="*/ 130 h 130"/>
              <a:gd name="T26" fmla="*/ 15 w 98"/>
              <a:gd name="T27" fmla="*/ 128 h 130"/>
              <a:gd name="T28" fmla="*/ 17 w 98"/>
              <a:gd name="T29" fmla="*/ 126 h 130"/>
              <a:gd name="T30" fmla="*/ 17 w 98"/>
              <a:gd name="T31" fmla="*/ 126 h 130"/>
              <a:gd name="T32" fmla="*/ 19 w 98"/>
              <a:gd name="T33" fmla="*/ 124 h 130"/>
              <a:gd name="T34" fmla="*/ 89 w 98"/>
              <a:gd name="T35" fmla="*/ 53 h 130"/>
              <a:gd name="T36" fmla="*/ 95 w 98"/>
              <a:gd name="T37" fmla="*/ 48 h 130"/>
              <a:gd name="T38" fmla="*/ 95 w 98"/>
              <a:gd name="T39" fmla="*/ 36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8" h="130">
                <a:moveTo>
                  <a:pt x="95" y="36"/>
                </a:moveTo>
                <a:cubicBezTo>
                  <a:pt x="95" y="35"/>
                  <a:pt x="94" y="35"/>
                  <a:pt x="94" y="35"/>
                </a:cubicBezTo>
                <a:cubicBezTo>
                  <a:pt x="94" y="35"/>
                  <a:pt x="94" y="35"/>
                  <a:pt x="94" y="35"/>
                </a:cubicBezTo>
                <a:cubicBezTo>
                  <a:pt x="72" y="13"/>
                  <a:pt x="42" y="0"/>
                  <a:pt x="8" y="0"/>
                </a:cubicBezTo>
                <a:cubicBezTo>
                  <a:pt x="8" y="0"/>
                  <a:pt x="8" y="0"/>
                  <a:pt x="8" y="0"/>
                </a:cubicBezTo>
                <a:cubicBezTo>
                  <a:pt x="4" y="0"/>
                  <a:pt x="0" y="4"/>
                  <a:pt x="0" y="8"/>
                </a:cubicBezTo>
                <a:cubicBezTo>
                  <a:pt x="0" y="16"/>
                  <a:pt x="0" y="16"/>
                  <a:pt x="0" y="16"/>
                </a:cubicBezTo>
                <a:cubicBezTo>
                  <a:pt x="0" y="76"/>
                  <a:pt x="0" y="76"/>
                  <a:pt x="0" y="76"/>
                </a:cubicBezTo>
                <a:cubicBezTo>
                  <a:pt x="0" y="116"/>
                  <a:pt x="0" y="116"/>
                  <a:pt x="0" y="116"/>
                </a:cubicBezTo>
                <a:cubicBezTo>
                  <a:pt x="0" y="119"/>
                  <a:pt x="0" y="119"/>
                  <a:pt x="0" y="119"/>
                </a:cubicBezTo>
                <a:cubicBezTo>
                  <a:pt x="0" y="122"/>
                  <a:pt x="0" y="122"/>
                  <a:pt x="0" y="122"/>
                </a:cubicBezTo>
                <a:cubicBezTo>
                  <a:pt x="0" y="126"/>
                  <a:pt x="4" y="130"/>
                  <a:pt x="8" y="130"/>
                </a:cubicBezTo>
                <a:cubicBezTo>
                  <a:pt x="8" y="130"/>
                  <a:pt x="9" y="130"/>
                  <a:pt x="9" y="130"/>
                </a:cubicBezTo>
                <a:cubicBezTo>
                  <a:pt x="11" y="130"/>
                  <a:pt x="13" y="129"/>
                  <a:pt x="15" y="128"/>
                </a:cubicBezTo>
                <a:cubicBezTo>
                  <a:pt x="17" y="126"/>
                  <a:pt x="17" y="126"/>
                  <a:pt x="17" y="126"/>
                </a:cubicBezTo>
                <a:cubicBezTo>
                  <a:pt x="17" y="126"/>
                  <a:pt x="17" y="126"/>
                  <a:pt x="17" y="126"/>
                </a:cubicBezTo>
                <a:cubicBezTo>
                  <a:pt x="19" y="124"/>
                  <a:pt x="19" y="124"/>
                  <a:pt x="19" y="124"/>
                </a:cubicBezTo>
                <a:cubicBezTo>
                  <a:pt x="89" y="53"/>
                  <a:pt x="89" y="53"/>
                  <a:pt x="89" y="53"/>
                </a:cubicBezTo>
                <a:cubicBezTo>
                  <a:pt x="95" y="48"/>
                  <a:pt x="95" y="48"/>
                  <a:pt x="95" y="48"/>
                </a:cubicBezTo>
                <a:cubicBezTo>
                  <a:pt x="98" y="44"/>
                  <a:pt x="98" y="39"/>
                  <a:pt x="95" y="36"/>
                </a:cubicBezTo>
                <a:close/>
              </a:path>
            </a:pathLst>
          </a:custGeom>
          <a:solidFill>
            <a:srgbClr val="DDE1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 name="Freeform 7"/>
          <p:cNvSpPr>
            <a:spLocks/>
          </p:cNvSpPr>
          <p:nvPr/>
        </p:nvSpPr>
        <p:spPr bwMode="auto">
          <a:xfrm>
            <a:off x="3016250" y="2082800"/>
            <a:ext cx="957263" cy="712788"/>
          </a:xfrm>
          <a:custGeom>
            <a:avLst/>
            <a:gdLst>
              <a:gd name="T0" fmla="*/ 132 w 132"/>
              <a:gd name="T1" fmla="*/ 88 h 98"/>
              <a:gd name="T2" fmla="*/ 96 w 132"/>
              <a:gd name="T3" fmla="*/ 3 h 98"/>
              <a:gd name="T4" fmla="*/ 96 w 132"/>
              <a:gd name="T5" fmla="*/ 3 h 98"/>
              <a:gd name="T6" fmla="*/ 84 w 132"/>
              <a:gd name="T7" fmla="*/ 3 h 98"/>
              <a:gd name="T8" fmla="*/ 78 w 132"/>
              <a:gd name="T9" fmla="*/ 9 h 98"/>
              <a:gd name="T10" fmla="*/ 36 w 132"/>
              <a:gd name="T11" fmla="*/ 51 h 98"/>
              <a:gd name="T12" fmla="*/ 8 w 132"/>
              <a:gd name="T13" fmla="*/ 79 h 98"/>
              <a:gd name="T14" fmla="*/ 6 w 132"/>
              <a:gd name="T15" fmla="*/ 81 h 98"/>
              <a:gd name="T16" fmla="*/ 4 w 132"/>
              <a:gd name="T17" fmla="*/ 83 h 98"/>
              <a:gd name="T18" fmla="*/ 4 w 132"/>
              <a:gd name="T19" fmla="*/ 95 h 98"/>
              <a:gd name="T20" fmla="*/ 4 w 132"/>
              <a:gd name="T21" fmla="*/ 95 h 98"/>
              <a:gd name="T22" fmla="*/ 10 w 132"/>
              <a:gd name="T23" fmla="*/ 98 h 98"/>
              <a:gd name="T24" fmla="*/ 13 w 132"/>
              <a:gd name="T25" fmla="*/ 98 h 98"/>
              <a:gd name="T26" fmla="*/ 12 w 132"/>
              <a:gd name="T27" fmla="*/ 98 h 98"/>
              <a:gd name="T28" fmla="*/ 16 w 132"/>
              <a:gd name="T29" fmla="*/ 98 h 98"/>
              <a:gd name="T30" fmla="*/ 115 w 132"/>
              <a:gd name="T31" fmla="*/ 98 h 98"/>
              <a:gd name="T32" fmla="*/ 123 w 132"/>
              <a:gd name="T33" fmla="*/ 98 h 98"/>
              <a:gd name="T34" fmla="*/ 132 w 132"/>
              <a:gd name="T35" fmla="*/ 90 h 98"/>
              <a:gd name="T36" fmla="*/ 131 w 132"/>
              <a:gd name="T37" fmla="*/ 88 h 98"/>
              <a:gd name="T38" fmla="*/ 132 w 132"/>
              <a:gd name="T39" fmla="*/ 8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2" h="98">
                <a:moveTo>
                  <a:pt x="132" y="88"/>
                </a:moveTo>
                <a:cubicBezTo>
                  <a:pt x="131" y="58"/>
                  <a:pt x="119" y="27"/>
                  <a:pt x="96" y="3"/>
                </a:cubicBezTo>
                <a:cubicBezTo>
                  <a:pt x="96" y="3"/>
                  <a:pt x="96" y="3"/>
                  <a:pt x="96" y="3"/>
                </a:cubicBezTo>
                <a:cubicBezTo>
                  <a:pt x="93" y="0"/>
                  <a:pt x="87" y="0"/>
                  <a:pt x="84" y="3"/>
                </a:cubicBezTo>
                <a:cubicBezTo>
                  <a:pt x="78" y="9"/>
                  <a:pt x="78" y="9"/>
                  <a:pt x="78" y="9"/>
                </a:cubicBezTo>
                <a:cubicBezTo>
                  <a:pt x="36" y="51"/>
                  <a:pt x="36" y="51"/>
                  <a:pt x="36" y="51"/>
                </a:cubicBezTo>
                <a:cubicBezTo>
                  <a:pt x="8" y="79"/>
                  <a:pt x="8" y="79"/>
                  <a:pt x="8" y="79"/>
                </a:cubicBezTo>
                <a:cubicBezTo>
                  <a:pt x="6" y="81"/>
                  <a:pt x="6" y="81"/>
                  <a:pt x="6" y="81"/>
                </a:cubicBezTo>
                <a:cubicBezTo>
                  <a:pt x="4" y="83"/>
                  <a:pt x="4" y="83"/>
                  <a:pt x="4" y="83"/>
                </a:cubicBezTo>
                <a:cubicBezTo>
                  <a:pt x="0" y="86"/>
                  <a:pt x="0" y="92"/>
                  <a:pt x="4" y="95"/>
                </a:cubicBezTo>
                <a:cubicBezTo>
                  <a:pt x="4" y="95"/>
                  <a:pt x="4" y="95"/>
                  <a:pt x="4" y="95"/>
                </a:cubicBezTo>
                <a:cubicBezTo>
                  <a:pt x="5" y="97"/>
                  <a:pt x="8" y="98"/>
                  <a:pt x="10" y="98"/>
                </a:cubicBezTo>
                <a:cubicBezTo>
                  <a:pt x="13" y="98"/>
                  <a:pt x="13" y="98"/>
                  <a:pt x="13" y="98"/>
                </a:cubicBezTo>
                <a:cubicBezTo>
                  <a:pt x="12" y="98"/>
                  <a:pt x="12" y="98"/>
                  <a:pt x="12" y="98"/>
                </a:cubicBezTo>
                <a:cubicBezTo>
                  <a:pt x="16" y="98"/>
                  <a:pt x="16" y="98"/>
                  <a:pt x="16" y="98"/>
                </a:cubicBezTo>
                <a:cubicBezTo>
                  <a:pt x="115" y="98"/>
                  <a:pt x="115" y="98"/>
                  <a:pt x="115" y="98"/>
                </a:cubicBezTo>
                <a:cubicBezTo>
                  <a:pt x="123" y="98"/>
                  <a:pt x="123" y="98"/>
                  <a:pt x="123" y="98"/>
                </a:cubicBezTo>
                <a:cubicBezTo>
                  <a:pt x="128" y="98"/>
                  <a:pt x="132" y="95"/>
                  <a:pt x="132" y="90"/>
                </a:cubicBezTo>
                <a:cubicBezTo>
                  <a:pt x="132" y="89"/>
                  <a:pt x="132" y="89"/>
                  <a:pt x="131" y="88"/>
                </a:cubicBezTo>
                <a:lnTo>
                  <a:pt x="132" y="88"/>
                </a:lnTo>
                <a:close/>
              </a:path>
            </a:pathLst>
          </a:custGeom>
          <a:solidFill>
            <a:srgbClr val="DDE1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 name="Freeform 8"/>
          <p:cNvSpPr>
            <a:spLocks/>
          </p:cNvSpPr>
          <p:nvPr/>
        </p:nvSpPr>
        <p:spPr bwMode="auto">
          <a:xfrm>
            <a:off x="1876425" y="2082800"/>
            <a:ext cx="950913" cy="712788"/>
          </a:xfrm>
          <a:custGeom>
            <a:avLst/>
            <a:gdLst>
              <a:gd name="T0" fmla="*/ 128 w 131"/>
              <a:gd name="T1" fmla="*/ 83 h 98"/>
              <a:gd name="T2" fmla="*/ 126 w 131"/>
              <a:gd name="T3" fmla="*/ 81 h 98"/>
              <a:gd name="T4" fmla="*/ 124 w 131"/>
              <a:gd name="T5" fmla="*/ 79 h 98"/>
              <a:gd name="T6" fmla="*/ 95 w 131"/>
              <a:gd name="T7" fmla="*/ 51 h 98"/>
              <a:gd name="T8" fmla="*/ 53 w 131"/>
              <a:gd name="T9" fmla="*/ 9 h 98"/>
              <a:gd name="T10" fmla="*/ 47 w 131"/>
              <a:gd name="T11" fmla="*/ 3 h 98"/>
              <a:gd name="T12" fmla="*/ 36 w 131"/>
              <a:gd name="T13" fmla="*/ 3 h 98"/>
              <a:gd name="T14" fmla="*/ 36 w 131"/>
              <a:gd name="T15" fmla="*/ 3 h 98"/>
              <a:gd name="T16" fmla="*/ 0 w 131"/>
              <a:gd name="T17" fmla="*/ 88 h 98"/>
              <a:gd name="T18" fmla="*/ 0 w 131"/>
              <a:gd name="T19" fmla="*/ 88 h 98"/>
              <a:gd name="T20" fmla="*/ 0 w 131"/>
              <a:gd name="T21" fmla="*/ 90 h 98"/>
              <a:gd name="T22" fmla="*/ 8 w 131"/>
              <a:gd name="T23" fmla="*/ 98 h 98"/>
              <a:gd name="T24" fmla="*/ 16 w 131"/>
              <a:gd name="T25" fmla="*/ 98 h 98"/>
              <a:gd name="T26" fmla="*/ 116 w 131"/>
              <a:gd name="T27" fmla="*/ 98 h 98"/>
              <a:gd name="T28" fmla="*/ 119 w 131"/>
              <a:gd name="T29" fmla="*/ 98 h 98"/>
              <a:gd name="T30" fmla="*/ 119 w 131"/>
              <a:gd name="T31" fmla="*/ 98 h 98"/>
              <a:gd name="T32" fmla="*/ 121 w 131"/>
              <a:gd name="T33" fmla="*/ 98 h 98"/>
              <a:gd name="T34" fmla="*/ 128 w 131"/>
              <a:gd name="T35" fmla="*/ 95 h 98"/>
              <a:gd name="T36" fmla="*/ 128 w 131"/>
              <a:gd name="T37" fmla="*/ 95 h 98"/>
              <a:gd name="T38" fmla="*/ 128 w 131"/>
              <a:gd name="T39" fmla="*/ 83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1" h="98">
                <a:moveTo>
                  <a:pt x="128" y="83"/>
                </a:moveTo>
                <a:cubicBezTo>
                  <a:pt x="126" y="81"/>
                  <a:pt x="126" y="81"/>
                  <a:pt x="126" y="81"/>
                </a:cubicBezTo>
                <a:cubicBezTo>
                  <a:pt x="124" y="79"/>
                  <a:pt x="124" y="79"/>
                  <a:pt x="124" y="79"/>
                </a:cubicBezTo>
                <a:cubicBezTo>
                  <a:pt x="95" y="51"/>
                  <a:pt x="95" y="51"/>
                  <a:pt x="95" y="51"/>
                </a:cubicBezTo>
                <a:cubicBezTo>
                  <a:pt x="53" y="9"/>
                  <a:pt x="53" y="9"/>
                  <a:pt x="53" y="9"/>
                </a:cubicBezTo>
                <a:cubicBezTo>
                  <a:pt x="47" y="3"/>
                  <a:pt x="47" y="3"/>
                  <a:pt x="47" y="3"/>
                </a:cubicBezTo>
                <a:cubicBezTo>
                  <a:pt x="44" y="0"/>
                  <a:pt x="39" y="0"/>
                  <a:pt x="36" y="3"/>
                </a:cubicBezTo>
                <a:cubicBezTo>
                  <a:pt x="36" y="3"/>
                  <a:pt x="36" y="3"/>
                  <a:pt x="36" y="3"/>
                </a:cubicBezTo>
                <a:cubicBezTo>
                  <a:pt x="12" y="27"/>
                  <a:pt x="0" y="58"/>
                  <a:pt x="0" y="88"/>
                </a:cubicBezTo>
                <a:cubicBezTo>
                  <a:pt x="0" y="88"/>
                  <a:pt x="0" y="88"/>
                  <a:pt x="0" y="88"/>
                </a:cubicBezTo>
                <a:cubicBezTo>
                  <a:pt x="0" y="89"/>
                  <a:pt x="0" y="89"/>
                  <a:pt x="0" y="90"/>
                </a:cubicBezTo>
                <a:cubicBezTo>
                  <a:pt x="0" y="95"/>
                  <a:pt x="4" y="98"/>
                  <a:pt x="8" y="98"/>
                </a:cubicBezTo>
                <a:cubicBezTo>
                  <a:pt x="16" y="98"/>
                  <a:pt x="16" y="98"/>
                  <a:pt x="16" y="98"/>
                </a:cubicBezTo>
                <a:cubicBezTo>
                  <a:pt x="116" y="98"/>
                  <a:pt x="116" y="98"/>
                  <a:pt x="116" y="98"/>
                </a:cubicBezTo>
                <a:cubicBezTo>
                  <a:pt x="119" y="98"/>
                  <a:pt x="119" y="98"/>
                  <a:pt x="119" y="98"/>
                </a:cubicBezTo>
                <a:cubicBezTo>
                  <a:pt x="119" y="98"/>
                  <a:pt x="119" y="98"/>
                  <a:pt x="119" y="98"/>
                </a:cubicBezTo>
                <a:cubicBezTo>
                  <a:pt x="121" y="98"/>
                  <a:pt x="121" y="98"/>
                  <a:pt x="121" y="98"/>
                </a:cubicBezTo>
                <a:cubicBezTo>
                  <a:pt x="124" y="98"/>
                  <a:pt x="126" y="97"/>
                  <a:pt x="128" y="95"/>
                </a:cubicBezTo>
                <a:cubicBezTo>
                  <a:pt x="128" y="95"/>
                  <a:pt x="128" y="95"/>
                  <a:pt x="128" y="95"/>
                </a:cubicBezTo>
                <a:cubicBezTo>
                  <a:pt x="131" y="92"/>
                  <a:pt x="131" y="86"/>
                  <a:pt x="128" y="8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 name="Freeform 9"/>
          <p:cNvSpPr>
            <a:spLocks/>
          </p:cNvSpPr>
          <p:nvPr/>
        </p:nvSpPr>
        <p:spPr bwMode="auto">
          <a:xfrm>
            <a:off x="2935288" y="2947988"/>
            <a:ext cx="711200" cy="952500"/>
          </a:xfrm>
          <a:custGeom>
            <a:avLst/>
            <a:gdLst>
              <a:gd name="T0" fmla="*/ 95 w 98"/>
              <a:gd name="T1" fmla="*/ 83 h 131"/>
              <a:gd name="T2" fmla="*/ 89 w 98"/>
              <a:gd name="T3" fmla="*/ 77 h 131"/>
              <a:gd name="T4" fmla="*/ 19 w 98"/>
              <a:gd name="T5" fmla="*/ 7 h 131"/>
              <a:gd name="T6" fmla="*/ 17 w 98"/>
              <a:gd name="T7" fmla="*/ 5 h 131"/>
              <a:gd name="T8" fmla="*/ 17 w 98"/>
              <a:gd name="T9" fmla="*/ 5 h 131"/>
              <a:gd name="T10" fmla="*/ 15 w 98"/>
              <a:gd name="T11" fmla="*/ 3 h 131"/>
              <a:gd name="T12" fmla="*/ 9 w 98"/>
              <a:gd name="T13" fmla="*/ 1 h 131"/>
              <a:gd name="T14" fmla="*/ 8 w 98"/>
              <a:gd name="T15" fmla="*/ 1 h 131"/>
              <a:gd name="T16" fmla="*/ 0 w 98"/>
              <a:gd name="T17" fmla="*/ 9 h 131"/>
              <a:gd name="T18" fmla="*/ 0 w 98"/>
              <a:gd name="T19" fmla="*/ 11 h 131"/>
              <a:gd name="T20" fmla="*/ 0 w 98"/>
              <a:gd name="T21" fmla="*/ 15 h 131"/>
              <a:gd name="T22" fmla="*/ 0 w 98"/>
              <a:gd name="T23" fmla="*/ 55 h 131"/>
              <a:gd name="T24" fmla="*/ 0 w 98"/>
              <a:gd name="T25" fmla="*/ 114 h 131"/>
              <a:gd name="T26" fmla="*/ 0 w 98"/>
              <a:gd name="T27" fmla="*/ 122 h 131"/>
              <a:gd name="T28" fmla="*/ 8 w 98"/>
              <a:gd name="T29" fmla="*/ 131 h 131"/>
              <a:gd name="T30" fmla="*/ 8 w 98"/>
              <a:gd name="T31" fmla="*/ 131 h 131"/>
              <a:gd name="T32" fmla="*/ 94 w 98"/>
              <a:gd name="T33" fmla="*/ 96 h 131"/>
              <a:gd name="T34" fmla="*/ 94 w 98"/>
              <a:gd name="T35" fmla="*/ 96 h 131"/>
              <a:gd name="T36" fmla="*/ 95 w 98"/>
              <a:gd name="T37" fmla="*/ 95 h 131"/>
              <a:gd name="T38" fmla="*/ 95 w 98"/>
              <a:gd name="T39" fmla="*/ 83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8" h="131">
                <a:moveTo>
                  <a:pt x="95" y="83"/>
                </a:moveTo>
                <a:cubicBezTo>
                  <a:pt x="89" y="77"/>
                  <a:pt x="89" y="77"/>
                  <a:pt x="89" y="77"/>
                </a:cubicBezTo>
                <a:cubicBezTo>
                  <a:pt x="19" y="7"/>
                  <a:pt x="19" y="7"/>
                  <a:pt x="19" y="7"/>
                </a:cubicBezTo>
                <a:cubicBezTo>
                  <a:pt x="17" y="5"/>
                  <a:pt x="17" y="5"/>
                  <a:pt x="17" y="5"/>
                </a:cubicBezTo>
                <a:cubicBezTo>
                  <a:pt x="17" y="5"/>
                  <a:pt x="17" y="5"/>
                  <a:pt x="17" y="5"/>
                </a:cubicBezTo>
                <a:cubicBezTo>
                  <a:pt x="15" y="3"/>
                  <a:pt x="15" y="3"/>
                  <a:pt x="15" y="3"/>
                </a:cubicBezTo>
                <a:cubicBezTo>
                  <a:pt x="13" y="1"/>
                  <a:pt x="11" y="0"/>
                  <a:pt x="9" y="1"/>
                </a:cubicBezTo>
                <a:cubicBezTo>
                  <a:pt x="9" y="1"/>
                  <a:pt x="8" y="1"/>
                  <a:pt x="8" y="1"/>
                </a:cubicBezTo>
                <a:cubicBezTo>
                  <a:pt x="4" y="1"/>
                  <a:pt x="0" y="4"/>
                  <a:pt x="0" y="9"/>
                </a:cubicBezTo>
                <a:cubicBezTo>
                  <a:pt x="0" y="11"/>
                  <a:pt x="0" y="11"/>
                  <a:pt x="0" y="11"/>
                </a:cubicBezTo>
                <a:cubicBezTo>
                  <a:pt x="0" y="15"/>
                  <a:pt x="0" y="15"/>
                  <a:pt x="0" y="15"/>
                </a:cubicBezTo>
                <a:cubicBezTo>
                  <a:pt x="0" y="55"/>
                  <a:pt x="0" y="55"/>
                  <a:pt x="0" y="55"/>
                </a:cubicBezTo>
                <a:cubicBezTo>
                  <a:pt x="0" y="114"/>
                  <a:pt x="0" y="114"/>
                  <a:pt x="0" y="114"/>
                </a:cubicBezTo>
                <a:cubicBezTo>
                  <a:pt x="0" y="122"/>
                  <a:pt x="0" y="122"/>
                  <a:pt x="0" y="122"/>
                </a:cubicBezTo>
                <a:cubicBezTo>
                  <a:pt x="0" y="127"/>
                  <a:pt x="4" y="131"/>
                  <a:pt x="8" y="131"/>
                </a:cubicBezTo>
                <a:cubicBezTo>
                  <a:pt x="8" y="131"/>
                  <a:pt x="8" y="131"/>
                  <a:pt x="8" y="131"/>
                </a:cubicBezTo>
                <a:cubicBezTo>
                  <a:pt x="42" y="131"/>
                  <a:pt x="72" y="117"/>
                  <a:pt x="94" y="96"/>
                </a:cubicBezTo>
                <a:cubicBezTo>
                  <a:pt x="94" y="96"/>
                  <a:pt x="94" y="96"/>
                  <a:pt x="94" y="96"/>
                </a:cubicBezTo>
                <a:cubicBezTo>
                  <a:pt x="94" y="95"/>
                  <a:pt x="95" y="95"/>
                  <a:pt x="95" y="95"/>
                </a:cubicBezTo>
                <a:cubicBezTo>
                  <a:pt x="98" y="91"/>
                  <a:pt x="98" y="86"/>
                  <a:pt x="95" y="83"/>
                </a:cubicBezTo>
                <a:close/>
              </a:path>
            </a:pathLst>
          </a:custGeom>
          <a:solidFill>
            <a:srgbClr val="DDE1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 name="Freeform 10"/>
          <p:cNvSpPr>
            <a:spLocks/>
          </p:cNvSpPr>
          <p:nvPr/>
        </p:nvSpPr>
        <p:spPr bwMode="auto">
          <a:xfrm>
            <a:off x="2203450" y="2947988"/>
            <a:ext cx="717550" cy="952500"/>
          </a:xfrm>
          <a:custGeom>
            <a:avLst/>
            <a:gdLst>
              <a:gd name="T0" fmla="*/ 90 w 99"/>
              <a:gd name="T1" fmla="*/ 1 h 131"/>
              <a:gd name="T2" fmla="*/ 90 w 99"/>
              <a:gd name="T3" fmla="*/ 1 h 131"/>
              <a:gd name="T4" fmla="*/ 84 w 99"/>
              <a:gd name="T5" fmla="*/ 3 h 131"/>
              <a:gd name="T6" fmla="*/ 82 w 99"/>
              <a:gd name="T7" fmla="*/ 5 h 131"/>
              <a:gd name="T8" fmla="*/ 82 w 99"/>
              <a:gd name="T9" fmla="*/ 5 h 131"/>
              <a:gd name="T10" fmla="*/ 80 w 99"/>
              <a:gd name="T11" fmla="*/ 7 h 131"/>
              <a:gd name="T12" fmla="*/ 9 w 99"/>
              <a:gd name="T13" fmla="*/ 77 h 131"/>
              <a:gd name="T14" fmla="*/ 4 w 99"/>
              <a:gd name="T15" fmla="*/ 83 h 131"/>
              <a:gd name="T16" fmla="*/ 4 w 99"/>
              <a:gd name="T17" fmla="*/ 95 h 131"/>
              <a:gd name="T18" fmla="*/ 5 w 99"/>
              <a:gd name="T19" fmla="*/ 96 h 131"/>
              <a:gd name="T20" fmla="*/ 5 w 99"/>
              <a:gd name="T21" fmla="*/ 96 h 131"/>
              <a:gd name="T22" fmla="*/ 90 w 99"/>
              <a:gd name="T23" fmla="*/ 131 h 131"/>
              <a:gd name="T24" fmla="*/ 90 w 99"/>
              <a:gd name="T25" fmla="*/ 131 h 131"/>
              <a:gd name="T26" fmla="*/ 99 w 99"/>
              <a:gd name="T27" fmla="*/ 122 h 131"/>
              <a:gd name="T28" fmla="*/ 99 w 99"/>
              <a:gd name="T29" fmla="*/ 114 h 131"/>
              <a:gd name="T30" fmla="*/ 99 w 99"/>
              <a:gd name="T31" fmla="*/ 55 h 131"/>
              <a:gd name="T32" fmla="*/ 99 w 99"/>
              <a:gd name="T33" fmla="*/ 15 h 131"/>
              <a:gd name="T34" fmla="*/ 99 w 99"/>
              <a:gd name="T35" fmla="*/ 11 h 131"/>
              <a:gd name="T36" fmla="*/ 99 w 99"/>
              <a:gd name="T37" fmla="*/ 9 h 131"/>
              <a:gd name="T38" fmla="*/ 90 w 99"/>
              <a:gd name="T39" fmla="*/ 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9" h="131">
                <a:moveTo>
                  <a:pt x="90" y="1"/>
                </a:moveTo>
                <a:cubicBezTo>
                  <a:pt x="90" y="1"/>
                  <a:pt x="90" y="1"/>
                  <a:pt x="90" y="1"/>
                </a:cubicBezTo>
                <a:cubicBezTo>
                  <a:pt x="88" y="0"/>
                  <a:pt x="85" y="1"/>
                  <a:pt x="84" y="3"/>
                </a:cubicBezTo>
                <a:cubicBezTo>
                  <a:pt x="82" y="5"/>
                  <a:pt x="82" y="5"/>
                  <a:pt x="82" y="5"/>
                </a:cubicBezTo>
                <a:cubicBezTo>
                  <a:pt x="82" y="5"/>
                  <a:pt x="82" y="5"/>
                  <a:pt x="82" y="5"/>
                </a:cubicBezTo>
                <a:cubicBezTo>
                  <a:pt x="80" y="7"/>
                  <a:pt x="80" y="7"/>
                  <a:pt x="80" y="7"/>
                </a:cubicBezTo>
                <a:cubicBezTo>
                  <a:pt x="9" y="77"/>
                  <a:pt x="9" y="77"/>
                  <a:pt x="9" y="77"/>
                </a:cubicBezTo>
                <a:cubicBezTo>
                  <a:pt x="4" y="83"/>
                  <a:pt x="4" y="83"/>
                  <a:pt x="4" y="83"/>
                </a:cubicBezTo>
                <a:cubicBezTo>
                  <a:pt x="0" y="86"/>
                  <a:pt x="0" y="91"/>
                  <a:pt x="4" y="95"/>
                </a:cubicBezTo>
                <a:cubicBezTo>
                  <a:pt x="4" y="95"/>
                  <a:pt x="4" y="95"/>
                  <a:pt x="5" y="96"/>
                </a:cubicBezTo>
                <a:cubicBezTo>
                  <a:pt x="5" y="96"/>
                  <a:pt x="5" y="96"/>
                  <a:pt x="5" y="96"/>
                </a:cubicBezTo>
                <a:cubicBezTo>
                  <a:pt x="27" y="117"/>
                  <a:pt x="57" y="131"/>
                  <a:pt x="90" y="131"/>
                </a:cubicBezTo>
                <a:cubicBezTo>
                  <a:pt x="90" y="131"/>
                  <a:pt x="90" y="131"/>
                  <a:pt x="90" y="131"/>
                </a:cubicBezTo>
                <a:cubicBezTo>
                  <a:pt x="95" y="131"/>
                  <a:pt x="99" y="127"/>
                  <a:pt x="99" y="122"/>
                </a:cubicBezTo>
                <a:cubicBezTo>
                  <a:pt x="99" y="114"/>
                  <a:pt x="99" y="114"/>
                  <a:pt x="99" y="114"/>
                </a:cubicBezTo>
                <a:cubicBezTo>
                  <a:pt x="99" y="55"/>
                  <a:pt x="99" y="55"/>
                  <a:pt x="99" y="55"/>
                </a:cubicBezTo>
                <a:cubicBezTo>
                  <a:pt x="99" y="15"/>
                  <a:pt x="99" y="15"/>
                  <a:pt x="99" y="15"/>
                </a:cubicBezTo>
                <a:cubicBezTo>
                  <a:pt x="99" y="11"/>
                  <a:pt x="99" y="11"/>
                  <a:pt x="99" y="11"/>
                </a:cubicBezTo>
                <a:cubicBezTo>
                  <a:pt x="99" y="9"/>
                  <a:pt x="99" y="9"/>
                  <a:pt x="99" y="9"/>
                </a:cubicBezTo>
                <a:cubicBezTo>
                  <a:pt x="99" y="4"/>
                  <a:pt x="95" y="1"/>
                  <a:pt x="90" y="1"/>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 name="Freeform 11"/>
          <p:cNvSpPr>
            <a:spLocks/>
          </p:cNvSpPr>
          <p:nvPr/>
        </p:nvSpPr>
        <p:spPr bwMode="auto">
          <a:xfrm>
            <a:off x="1876425" y="2832100"/>
            <a:ext cx="950913" cy="720725"/>
          </a:xfrm>
          <a:custGeom>
            <a:avLst/>
            <a:gdLst>
              <a:gd name="T0" fmla="*/ 128 w 131"/>
              <a:gd name="T1" fmla="*/ 4 h 99"/>
              <a:gd name="T2" fmla="*/ 128 w 131"/>
              <a:gd name="T3" fmla="*/ 3 h 99"/>
              <a:gd name="T4" fmla="*/ 121 w 131"/>
              <a:gd name="T5" fmla="*/ 1 h 99"/>
              <a:gd name="T6" fmla="*/ 119 w 131"/>
              <a:gd name="T7" fmla="*/ 1 h 99"/>
              <a:gd name="T8" fmla="*/ 119 w 131"/>
              <a:gd name="T9" fmla="*/ 1 h 99"/>
              <a:gd name="T10" fmla="*/ 116 w 131"/>
              <a:gd name="T11" fmla="*/ 1 h 99"/>
              <a:gd name="T12" fmla="*/ 16 w 131"/>
              <a:gd name="T13" fmla="*/ 0 h 99"/>
              <a:gd name="T14" fmla="*/ 8 w 131"/>
              <a:gd name="T15" fmla="*/ 0 h 99"/>
              <a:gd name="T16" fmla="*/ 0 w 131"/>
              <a:gd name="T17" fmla="*/ 9 h 99"/>
              <a:gd name="T18" fmla="*/ 0 w 131"/>
              <a:gd name="T19" fmla="*/ 10 h 99"/>
              <a:gd name="T20" fmla="*/ 0 w 131"/>
              <a:gd name="T21" fmla="*/ 10 h 99"/>
              <a:gd name="T22" fmla="*/ 36 w 131"/>
              <a:gd name="T23" fmla="*/ 95 h 99"/>
              <a:gd name="T24" fmla="*/ 36 w 131"/>
              <a:gd name="T25" fmla="*/ 95 h 99"/>
              <a:gd name="T26" fmla="*/ 47 w 131"/>
              <a:gd name="T27" fmla="*/ 95 h 99"/>
              <a:gd name="T28" fmla="*/ 53 w 131"/>
              <a:gd name="T29" fmla="*/ 90 h 99"/>
              <a:gd name="T30" fmla="*/ 95 w 131"/>
              <a:gd name="T31" fmla="*/ 48 h 99"/>
              <a:gd name="T32" fmla="*/ 124 w 131"/>
              <a:gd name="T33" fmla="*/ 20 h 99"/>
              <a:gd name="T34" fmla="*/ 126 w 131"/>
              <a:gd name="T35" fmla="*/ 17 h 99"/>
              <a:gd name="T36" fmla="*/ 128 w 131"/>
              <a:gd name="T37" fmla="*/ 16 h 99"/>
              <a:gd name="T38" fmla="*/ 128 w 131"/>
              <a:gd name="T39" fmla="*/ 4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1" h="99">
                <a:moveTo>
                  <a:pt x="128" y="4"/>
                </a:moveTo>
                <a:cubicBezTo>
                  <a:pt x="128" y="4"/>
                  <a:pt x="128" y="4"/>
                  <a:pt x="128" y="3"/>
                </a:cubicBezTo>
                <a:cubicBezTo>
                  <a:pt x="126" y="2"/>
                  <a:pt x="124" y="1"/>
                  <a:pt x="121" y="1"/>
                </a:cubicBezTo>
                <a:cubicBezTo>
                  <a:pt x="119" y="1"/>
                  <a:pt x="119" y="1"/>
                  <a:pt x="119" y="1"/>
                </a:cubicBezTo>
                <a:cubicBezTo>
                  <a:pt x="119" y="1"/>
                  <a:pt x="119" y="1"/>
                  <a:pt x="119" y="1"/>
                </a:cubicBezTo>
                <a:cubicBezTo>
                  <a:pt x="116" y="1"/>
                  <a:pt x="116" y="1"/>
                  <a:pt x="116" y="1"/>
                </a:cubicBezTo>
                <a:cubicBezTo>
                  <a:pt x="16" y="0"/>
                  <a:pt x="16" y="0"/>
                  <a:pt x="16" y="0"/>
                </a:cubicBezTo>
                <a:cubicBezTo>
                  <a:pt x="8" y="0"/>
                  <a:pt x="8" y="0"/>
                  <a:pt x="8" y="0"/>
                </a:cubicBezTo>
                <a:cubicBezTo>
                  <a:pt x="4" y="0"/>
                  <a:pt x="0" y="4"/>
                  <a:pt x="0" y="9"/>
                </a:cubicBezTo>
                <a:cubicBezTo>
                  <a:pt x="0" y="9"/>
                  <a:pt x="0" y="10"/>
                  <a:pt x="0" y="10"/>
                </a:cubicBezTo>
                <a:cubicBezTo>
                  <a:pt x="0" y="10"/>
                  <a:pt x="0" y="10"/>
                  <a:pt x="0" y="10"/>
                </a:cubicBezTo>
                <a:cubicBezTo>
                  <a:pt x="0" y="41"/>
                  <a:pt x="12" y="72"/>
                  <a:pt x="36" y="95"/>
                </a:cubicBezTo>
                <a:cubicBezTo>
                  <a:pt x="36" y="95"/>
                  <a:pt x="36" y="95"/>
                  <a:pt x="36" y="95"/>
                </a:cubicBezTo>
                <a:cubicBezTo>
                  <a:pt x="39" y="99"/>
                  <a:pt x="44" y="99"/>
                  <a:pt x="47" y="95"/>
                </a:cubicBezTo>
                <a:cubicBezTo>
                  <a:pt x="53" y="90"/>
                  <a:pt x="53" y="90"/>
                  <a:pt x="53" y="90"/>
                </a:cubicBezTo>
                <a:cubicBezTo>
                  <a:pt x="95" y="48"/>
                  <a:pt x="95" y="48"/>
                  <a:pt x="95" y="48"/>
                </a:cubicBezTo>
                <a:cubicBezTo>
                  <a:pt x="124" y="20"/>
                  <a:pt x="124" y="20"/>
                  <a:pt x="124" y="20"/>
                </a:cubicBezTo>
                <a:cubicBezTo>
                  <a:pt x="126" y="17"/>
                  <a:pt x="126" y="17"/>
                  <a:pt x="126" y="17"/>
                </a:cubicBezTo>
                <a:cubicBezTo>
                  <a:pt x="128" y="16"/>
                  <a:pt x="128" y="16"/>
                  <a:pt x="128" y="16"/>
                </a:cubicBezTo>
                <a:cubicBezTo>
                  <a:pt x="131" y="12"/>
                  <a:pt x="131" y="7"/>
                  <a:pt x="128" y="4"/>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 name="Freeform 12"/>
          <p:cNvSpPr>
            <a:spLocks/>
          </p:cNvSpPr>
          <p:nvPr/>
        </p:nvSpPr>
        <p:spPr bwMode="auto">
          <a:xfrm>
            <a:off x="3016250" y="2832100"/>
            <a:ext cx="957263" cy="720725"/>
          </a:xfrm>
          <a:custGeom>
            <a:avLst/>
            <a:gdLst>
              <a:gd name="T0" fmla="*/ 131 w 132"/>
              <a:gd name="T1" fmla="*/ 10 h 99"/>
              <a:gd name="T2" fmla="*/ 132 w 132"/>
              <a:gd name="T3" fmla="*/ 9 h 99"/>
              <a:gd name="T4" fmla="*/ 123 w 132"/>
              <a:gd name="T5" fmla="*/ 0 h 99"/>
              <a:gd name="T6" fmla="*/ 115 w 132"/>
              <a:gd name="T7" fmla="*/ 0 h 99"/>
              <a:gd name="T8" fmla="*/ 16 w 132"/>
              <a:gd name="T9" fmla="*/ 1 h 99"/>
              <a:gd name="T10" fmla="*/ 12 w 132"/>
              <a:gd name="T11" fmla="*/ 1 h 99"/>
              <a:gd name="T12" fmla="*/ 13 w 132"/>
              <a:gd name="T13" fmla="*/ 1 h 99"/>
              <a:gd name="T14" fmla="*/ 10 w 132"/>
              <a:gd name="T15" fmla="*/ 1 h 99"/>
              <a:gd name="T16" fmla="*/ 4 w 132"/>
              <a:gd name="T17" fmla="*/ 3 h 99"/>
              <a:gd name="T18" fmla="*/ 4 w 132"/>
              <a:gd name="T19" fmla="*/ 4 h 99"/>
              <a:gd name="T20" fmla="*/ 4 w 132"/>
              <a:gd name="T21" fmla="*/ 16 h 99"/>
              <a:gd name="T22" fmla="*/ 6 w 132"/>
              <a:gd name="T23" fmla="*/ 17 h 99"/>
              <a:gd name="T24" fmla="*/ 8 w 132"/>
              <a:gd name="T25" fmla="*/ 20 h 99"/>
              <a:gd name="T26" fmla="*/ 36 w 132"/>
              <a:gd name="T27" fmla="*/ 48 h 99"/>
              <a:gd name="T28" fmla="*/ 78 w 132"/>
              <a:gd name="T29" fmla="*/ 90 h 99"/>
              <a:gd name="T30" fmla="*/ 84 w 132"/>
              <a:gd name="T31" fmla="*/ 95 h 99"/>
              <a:gd name="T32" fmla="*/ 96 w 132"/>
              <a:gd name="T33" fmla="*/ 95 h 99"/>
              <a:gd name="T34" fmla="*/ 96 w 132"/>
              <a:gd name="T35" fmla="*/ 95 h 99"/>
              <a:gd name="T36" fmla="*/ 132 w 132"/>
              <a:gd name="T37" fmla="*/ 10 h 99"/>
              <a:gd name="T38" fmla="*/ 131 w 132"/>
              <a:gd name="T39" fmla="*/ 1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2" h="99">
                <a:moveTo>
                  <a:pt x="131" y="10"/>
                </a:moveTo>
                <a:cubicBezTo>
                  <a:pt x="132" y="10"/>
                  <a:pt x="132" y="9"/>
                  <a:pt x="132" y="9"/>
                </a:cubicBezTo>
                <a:cubicBezTo>
                  <a:pt x="132" y="4"/>
                  <a:pt x="128" y="0"/>
                  <a:pt x="123" y="0"/>
                </a:cubicBezTo>
                <a:cubicBezTo>
                  <a:pt x="115" y="0"/>
                  <a:pt x="115" y="0"/>
                  <a:pt x="115" y="0"/>
                </a:cubicBezTo>
                <a:cubicBezTo>
                  <a:pt x="16" y="1"/>
                  <a:pt x="16" y="1"/>
                  <a:pt x="16" y="1"/>
                </a:cubicBezTo>
                <a:cubicBezTo>
                  <a:pt x="12" y="1"/>
                  <a:pt x="12" y="1"/>
                  <a:pt x="12" y="1"/>
                </a:cubicBezTo>
                <a:cubicBezTo>
                  <a:pt x="13" y="1"/>
                  <a:pt x="13" y="1"/>
                  <a:pt x="13" y="1"/>
                </a:cubicBezTo>
                <a:cubicBezTo>
                  <a:pt x="10" y="1"/>
                  <a:pt x="10" y="1"/>
                  <a:pt x="10" y="1"/>
                </a:cubicBezTo>
                <a:cubicBezTo>
                  <a:pt x="8" y="1"/>
                  <a:pt x="5" y="2"/>
                  <a:pt x="4" y="3"/>
                </a:cubicBezTo>
                <a:cubicBezTo>
                  <a:pt x="4" y="4"/>
                  <a:pt x="4" y="4"/>
                  <a:pt x="4" y="4"/>
                </a:cubicBezTo>
                <a:cubicBezTo>
                  <a:pt x="0" y="7"/>
                  <a:pt x="0" y="12"/>
                  <a:pt x="4" y="16"/>
                </a:cubicBezTo>
                <a:cubicBezTo>
                  <a:pt x="6" y="17"/>
                  <a:pt x="6" y="17"/>
                  <a:pt x="6" y="17"/>
                </a:cubicBezTo>
                <a:cubicBezTo>
                  <a:pt x="8" y="20"/>
                  <a:pt x="8" y="20"/>
                  <a:pt x="8" y="20"/>
                </a:cubicBezTo>
                <a:cubicBezTo>
                  <a:pt x="36" y="48"/>
                  <a:pt x="36" y="48"/>
                  <a:pt x="36" y="48"/>
                </a:cubicBezTo>
                <a:cubicBezTo>
                  <a:pt x="78" y="90"/>
                  <a:pt x="78" y="90"/>
                  <a:pt x="78" y="90"/>
                </a:cubicBezTo>
                <a:cubicBezTo>
                  <a:pt x="84" y="95"/>
                  <a:pt x="84" y="95"/>
                  <a:pt x="84" y="95"/>
                </a:cubicBezTo>
                <a:cubicBezTo>
                  <a:pt x="87" y="99"/>
                  <a:pt x="93" y="99"/>
                  <a:pt x="96" y="95"/>
                </a:cubicBezTo>
                <a:cubicBezTo>
                  <a:pt x="96" y="95"/>
                  <a:pt x="96" y="95"/>
                  <a:pt x="96" y="95"/>
                </a:cubicBezTo>
                <a:cubicBezTo>
                  <a:pt x="119" y="72"/>
                  <a:pt x="131" y="41"/>
                  <a:pt x="132" y="10"/>
                </a:cubicBezTo>
                <a:lnTo>
                  <a:pt x="131" y="10"/>
                </a:lnTo>
                <a:close/>
              </a:path>
            </a:pathLst>
          </a:custGeom>
          <a:solidFill>
            <a:srgbClr val="DDE1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 name="Freeform 13"/>
          <p:cNvSpPr>
            <a:spLocks/>
          </p:cNvSpPr>
          <p:nvPr/>
        </p:nvSpPr>
        <p:spPr bwMode="auto">
          <a:xfrm>
            <a:off x="3494088" y="3435350"/>
            <a:ext cx="2322513" cy="465138"/>
          </a:xfrm>
          <a:custGeom>
            <a:avLst/>
            <a:gdLst>
              <a:gd name="T0" fmla="*/ 691 w 1463"/>
              <a:gd name="T1" fmla="*/ 0 h 293"/>
              <a:gd name="T2" fmla="*/ 631 w 1463"/>
              <a:gd name="T3" fmla="*/ 83 h 293"/>
              <a:gd name="T4" fmla="*/ 627 w 1463"/>
              <a:gd name="T5" fmla="*/ 83 h 293"/>
              <a:gd name="T6" fmla="*/ 513 w 1463"/>
              <a:gd name="T7" fmla="*/ 239 h 293"/>
              <a:gd name="T8" fmla="*/ 78 w 1463"/>
              <a:gd name="T9" fmla="*/ 239 h 293"/>
              <a:gd name="T10" fmla="*/ 78 w 1463"/>
              <a:gd name="T11" fmla="*/ 239 h 293"/>
              <a:gd name="T12" fmla="*/ 37 w 1463"/>
              <a:gd name="T13" fmla="*/ 239 h 293"/>
              <a:gd name="T14" fmla="*/ 0 w 1463"/>
              <a:gd name="T15" fmla="*/ 293 h 293"/>
              <a:gd name="T16" fmla="*/ 78 w 1463"/>
              <a:gd name="T17" fmla="*/ 293 h 293"/>
              <a:gd name="T18" fmla="*/ 316 w 1463"/>
              <a:gd name="T19" fmla="*/ 293 h 293"/>
              <a:gd name="T20" fmla="*/ 535 w 1463"/>
              <a:gd name="T21" fmla="*/ 293 h 293"/>
              <a:gd name="T22" fmla="*/ 599 w 1463"/>
              <a:gd name="T23" fmla="*/ 211 h 293"/>
              <a:gd name="T24" fmla="*/ 599 w 1463"/>
              <a:gd name="T25" fmla="*/ 211 h 293"/>
              <a:gd name="T26" fmla="*/ 714 w 1463"/>
              <a:gd name="T27" fmla="*/ 55 h 293"/>
              <a:gd name="T28" fmla="*/ 1427 w 1463"/>
              <a:gd name="T29" fmla="*/ 55 h 293"/>
              <a:gd name="T30" fmla="*/ 1463 w 1463"/>
              <a:gd name="T31" fmla="*/ 0 h 293"/>
              <a:gd name="T32" fmla="*/ 691 w 1463"/>
              <a:gd name="T33" fmla="*/ 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3" h="293">
                <a:moveTo>
                  <a:pt x="691" y="0"/>
                </a:moveTo>
                <a:lnTo>
                  <a:pt x="631" y="83"/>
                </a:lnTo>
                <a:lnTo>
                  <a:pt x="627" y="83"/>
                </a:lnTo>
                <a:lnTo>
                  <a:pt x="513" y="239"/>
                </a:lnTo>
                <a:lnTo>
                  <a:pt x="78" y="239"/>
                </a:lnTo>
                <a:lnTo>
                  <a:pt x="78" y="239"/>
                </a:lnTo>
                <a:lnTo>
                  <a:pt x="37" y="239"/>
                </a:lnTo>
                <a:lnTo>
                  <a:pt x="0" y="293"/>
                </a:lnTo>
                <a:lnTo>
                  <a:pt x="78" y="293"/>
                </a:lnTo>
                <a:lnTo>
                  <a:pt x="316" y="293"/>
                </a:lnTo>
                <a:lnTo>
                  <a:pt x="535" y="293"/>
                </a:lnTo>
                <a:lnTo>
                  <a:pt x="599" y="211"/>
                </a:lnTo>
                <a:lnTo>
                  <a:pt x="599" y="211"/>
                </a:lnTo>
                <a:lnTo>
                  <a:pt x="714" y="55"/>
                </a:lnTo>
                <a:lnTo>
                  <a:pt x="1427" y="55"/>
                </a:lnTo>
                <a:lnTo>
                  <a:pt x="1463" y="0"/>
                </a:lnTo>
                <a:lnTo>
                  <a:pt x="691" y="0"/>
                </a:lnTo>
                <a:close/>
              </a:path>
            </a:pathLst>
          </a:custGeom>
          <a:solidFill>
            <a:srgbClr val="DDE1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 name="Oval 14"/>
          <p:cNvSpPr>
            <a:spLocks noChangeArrowheads="1"/>
          </p:cNvSpPr>
          <p:nvPr/>
        </p:nvSpPr>
        <p:spPr bwMode="auto">
          <a:xfrm>
            <a:off x="5040313" y="2257425"/>
            <a:ext cx="188913" cy="188913"/>
          </a:xfrm>
          <a:prstGeom prst="ellipse">
            <a:avLst/>
          </a:prstGeom>
          <a:solidFill>
            <a:srgbClr val="DDE1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 name="Freeform 15"/>
          <p:cNvSpPr>
            <a:spLocks/>
          </p:cNvSpPr>
          <p:nvPr/>
        </p:nvSpPr>
        <p:spPr bwMode="auto">
          <a:xfrm>
            <a:off x="5265738" y="2460625"/>
            <a:ext cx="22225" cy="0"/>
          </a:xfrm>
          <a:custGeom>
            <a:avLst/>
            <a:gdLst>
              <a:gd name="T0" fmla="*/ 0 w 3"/>
              <a:gd name="T1" fmla="*/ 3 w 3"/>
              <a:gd name="T2" fmla="*/ 0 w 3"/>
            </a:gdLst>
            <a:ahLst/>
            <a:cxnLst>
              <a:cxn ang="0">
                <a:pos x="T0" y="0"/>
              </a:cxn>
              <a:cxn ang="0">
                <a:pos x="T1" y="0"/>
              </a:cxn>
              <a:cxn ang="0">
                <a:pos x="T2" y="0"/>
              </a:cxn>
            </a:cxnLst>
            <a:rect l="0" t="0" r="r" b="b"/>
            <a:pathLst>
              <a:path w="3">
                <a:moveTo>
                  <a:pt x="0" y="0"/>
                </a:moveTo>
                <a:cubicBezTo>
                  <a:pt x="3" y="0"/>
                  <a:pt x="3" y="0"/>
                  <a:pt x="3" y="0"/>
                </a:cubicBezTo>
                <a:cubicBezTo>
                  <a:pt x="2" y="0"/>
                  <a:pt x="1" y="0"/>
                  <a:pt x="0" y="0"/>
                </a:cubicBezTo>
                <a:close/>
              </a:path>
            </a:pathLst>
          </a:custGeom>
          <a:solidFill>
            <a:srgbClr val="611D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 name="Freeform 16"/>
          <p:cNvSpPr>
            <a:spLocks/>
          </p:cNvSpPr>
          <p:nvPr/>
        </p:nvSpPr>
        <p:spPr bwMode="auto">
          <a:xfrm>
            <a:off x="4902200" y="2460625"/>
            <a:ext cx="465138" cy="881063"/>
          </a:xfrm>
          <a:custGeom>
            <a:avLst/>
            <a:gdLst>
              <a:gd name="T0" fmla="*/ 63 w 64"/>
              <a:gd name="T1" fmla="*/ 5 h 121"/>
              <a:gd name="T2" fmla="*/ 56 w 64"/>
              <a:gd name="T3" fmla="*/ 1 h 121"/>
              <a:gd name="T4" fmla="*/ 53 w 64"/>
              <a:gd name="T5" fmla="*/ 0 h 121"/>
              <a:gd name="T6" fmla="*/ 51 w 64"/>
              <a:gd name="T7" fmla="*/ 0 h 121"/>
              <a:gd name="T8" fmla="*/ 51 w 64"/>
              <a:gd name="T9" fmla="*/ 0 h 121"/>
              <a:gd name="T10" fmla="*/ 48 w 64"/>
              <a:gd name="T11" fmla="*/ 0 h 121"/>
              <a:gd name="T12" fmla="*/ 13 w 64"/>
              <a:gd name="T13" fmla="*/ 0 h 121"/>
              <a:gd name="T14" fmla="*/ 13 w 64"/>
              <a:gd name="T15" fmla="*/ 0 h 121"/>
              <a:gd name="T16" fmla="*/ 13 w 64"/>
              <a:gd name="T17" fmla="*/ 0 h 121"/>
              <a:gd name="T18" fmla="*/ 13 w 64"/>
              <a:gd name="T19" fmla="*/ 0 h 121"/>
              <a:gd name="T20" fmla="*/ 8 w 64"/>
              <a:gd name="T21" fmla="*/ 1 h 121"/>
              <a:gd name="T22" fmla="*/ 0 w 64"/>
              <a:gd name="T23" fmla="*/ 10 h 121"/>
              <a:gd name="T24" fmla="*/ 0 w 64"/>
              <a:gd name="T25" fmla="*/ 10 h 121"/>
              <a:gd name="T26" fmla="*/ 0 w 64"/>
              <a:gd name="T27" fmla="*/ 10 h 121"/>
              <a:gd name="T28" fmla="*/ 0 w 64"/>
              <a:gd name="T29" fmla="*/ 49 h 121"/>
              <a:gd name="T30" fmla="*/ 6 w 64"/>
              <a:gd name="T31" fmla="*/ 55 h 121"/>
              <a:gd name="T32" fmla="*/ 12 w 64"/>
              <a:gd name="T33" fmla="*/ 49 h 121"/>
              <a:gd name="T34" fmla="*/ 12 w 64"/>
              <a:gd name="T35" fmla="*/ 12 h 121"/>
              <a:gd name="T36" fmla="*/ 13 w 64"/>
              <a:gd name="T37" fmla="*/ 12 h 121"/>
              <a:gd name="T38" fmla="*/ 13 w 64"/>
              <a:gd name="T39" fmla="*/ 61 h 121"/>
              <a:gd name="T40" fmla="*/ 13 w 64"/>
              <a:gd name="T41" fmla="*/ 61 h 121"/>
              <a:gd name="T42" fmla="*/ 13 w 64"/>
              <a:gd name="T43" fmla="*/ 61 h 121"/>
              <a:gd name="T44" fmla="*/ 13 w 64"/>
              <a:gd name="T45" fmla="*/ 113 h 121"/>
              <a:gd name="T46" fmla="*/ 20 w 64"/>
              <a:gd name="T47" fmla="*/ 121 h 121"/>
              <a:gd name="T48" fmla="*/ 28 w 64"/>
              <a:gd name="T49" fmla="*/ 113 h 121"/>
              <a:gd name="T50" fmla="*/ 28 w 64"/>
              <a:gd name="T51" fmla="*/ 61 h 121"/>
              <a:gd name="T52" fmla="*/ 28 w 64"/>
              <a:gd name="T53" fmla="*/ 61 h 121"/>
              <a:gd name="T54" fmla="*/ 28 w 64"/>
              <a:gd name="T55" fmla="*/ 61 h 121"/>
              <a:gd name="T56" fmla="*/ 28 w 64"/>
              <a:gd name="T57" fmla="*/ 61 h 121"/>
              <a:gd name="T58" fmla="*/ 32 w 64"/>
              <a:gd name="T59" fmla="*/ 57 h 121"/>
              <a:gd name="T60" fmla="*/ 36 w 64"/>
              <a:gd name="T61" fmla="*/ 61 h 121"/>
              <a:gd name="T62" fmla="*/ 36 w 64"/>
              <a:gd name="T63" fmla="*/ 61 h 121"/>
              <a:gd name="T64" fmla="*/ 36 w 64"/>
              <a:gd name="T65" fmla="*/ 61 h 121"/>
              <a:gd name="T66" fmla="*/ 36 w 64"/>
              <a:gd name="T67" fmla="*/ 61 h 121"/>
              <a:gd name="T68" fmla="*/ 36 w 64"/>
              <a:gd name="T69" fmla="*/ 113 h 121"/>
              <a:gd name="T70" fmla="*/ 43 w 64"/>
              <a:gd name="T71" fmla="*/ 121 h 121"/>
              <a:gd name="T72" fmla="*/ 51 w 64"/>
              <a:gd name="T73" fmla="*/ 113 h 121"/>
              <a:gd name="T74" fmla="*/ 51 w 64"/>
              <a:gd name="T75" fmla="*/ 61 h 121"/>
              <a:gd name="T76" fmla="*/ 51 w 64"/>
              <a:gd name="T77" fmla="*/ 61 h 121"/>
              <a:gd name="T78" fmla="*/ 51 w 64"/>
              <a:gd name="T79" fmla="*/ 61 h 121"/>
              <a:gd name="T80" fmla="*/ 51 w 64"/>
              <a:gd name="T81" fmla="*/ 12 h 121"/>
              <a:gd name="T82" fmla="*/ 52 w 64"/>
              <a:gd name="T83" fmla="*/ 12 h 121"/>
              <a:gd name="T84" fmla="*/ 52 w 64"/>
              <a:gd name="T85" fmla="*/ 49 h 121"/>
              <a:gd name="T86" fmla="*/ 58 w 64"/>
              <a:gd name="T87" fmla="*/ 55 h 121"/>
              <a:gd name="T88" fmla="*/ 64 w 64"/>
              <a:gd name="T89" fmla="*/ 49 h 121"/>
              <a:gd name="T90" fmla="*/ 64 w 64"/>
              <a:gd name="T91" fmla="*/ 10 h 121"/>
              <a:gd name="T92" fmla="*/ 63 w 64"/>
              <a:gd name="T93" fmla="*/ 5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4" h="121">
                <a:moveTo>
                  <a:pt x="63" y="5"/>
                </a:moveTo>
                <a:cubicBezTo>
                  <a:pt x="61" y="3"/>
                  <a:pt x="59" y="1"/>
                  <a:pt x="56" y="1"/>
                </a:cubicBezTo>
                <a:cubicBezTo>
                  <a:pt x="55" y="1"/>
                  <a:pt x="54" y="0"/>
                  <a:pt x="53" y="0"/>
                </a:cubicBezTo>
                <a:cubicBezTo>
                  <a:pt x="51" y="0"/>
                  <a:pt x="51" y="0"/>
                  <a:pt x="51" y="0"/>
                </a:cubicBezTo>
                <a:cubicBezTo>
                  <a:pt x="51" y="0"/>
                  <a:pt x="51" y="0"/>
                  <a:pt x="51" y="0"/>
                </a:cubicBezTo>
                <a:cubicBezTo>
                  <a:pt x="48" y="0"/>
                  <a:pt x="48" y="0"/>
                  <a:pt x="48" y="0"/>
                </a:cubicBezTo>
                <a:cubicBezTo>
                  <a:pt x="13" y="0"/>
                  <a:pt x="13" y="0"/>
                  <a:pt x="13" y="0"/>
                </a:cubicBezTo>
                <a:cubicBezTo>
                  <a:pt x="13" y="0"/>
                  <a:pt x="13" y="0"/>
                  <a:pt x="13" y="0"/>
                </a:cubicBezTo>
                <a:cubicBezTo>
                  <a:pt x="13" y="0"/>
                  <a:pt x="13" y="0"/>
                  <a:pt x="13" y="0"/>
                </a:cubicBezTo>
                <a:cubicBezTo>
                  <a:pt x="13" y="0"/>
                  <a:pt x="13" y="0"/>
                  <a:pt x="13" y="0"/>
                </a:cubicBezTo>
                <a:cubicBezTo>
                  <a:pt x="12" y="0"/>
                  <a:pt x="10" y="0"/>
                  <a:pt x="8" y="1"/>
                </a:cubicBezTo>
                <a:cubicBezTo>
                  <a:pt x="4" y="2"/>
                  <a:pt x="0" y="4"/>
                  <a:pt x="0" y="10"/>
                </a:cubicBezTo>
                <a:cubicBezTo>
                  <a:pt x="0" y="10"/>
                  <a:pt x="0" y="10"/>
                  <a:pt x="0" y="10"/>
                </a:cubicBezTo>
                <a:cubicBezTo>
                  <a:pt x="0" y="10"/>
                  <a:pt x="0" y="10"/>
                  <a:pt x="0" y="10"/>
                </a:cubicBezTo>
                <a:cubicBezTo>
                  <a:pt x="0" y="49"/>
                  <a:pt x="0" y="49"/>
                  <a:pt x="0" y="49"/>
                </a:cubicBezTo>
                <a:cubicBezTo>
                  <a:pt x="0" y="52"/>
                  <a:pt x="2" y="55"/>
                  <a:pt x="6" y="55"/>
                </a:cubicBezTo>
                <a:cubicBezTo>
                  <a:pt x="9" y="55"/>
                  <a:pt x="12" y="52"/>
                  <a:pt x="12" y="49"/>
                </a:cubicBezTo>
                <a:cubicBezTo>
                  <a:pt x="12" y="12"/>
                  <a:pt x="12" y="12"/>
                  <a:pt x="12" y="12"/>
                </a:cubicBezTo>
                <a:cubicBezTo>
                  <a:pt x="13" y="12"/>
                  <a:pt x="13" y="12"/>
                  <a:pt x="13" y="12"/>
                </a:cubicBezTo>
                <a:cubicBezTo>
                  <a:pt x="13" y="61"/>
                  <a:pt x="13" y="61"/>
                  <a:pt x="13" y="61"/>
                </a:cubicBezTo>
                <a:cubicBezTo>
                  <a:pt x="13" y="61"/>
                  <a:pt x="13" y="61"/>
                  <a:pt x="13" y="61"/>
                </a:cubicBezTo>
                <a:cubicBezTo>
                  <a:pt x="13" y="61"/>
                  <a:pt x="13" y="61"/>
                  <a:pt x="13" y="61"/>
                </a:cubicBezTo>
                <a:cubicBezTo>
                  <a:pt x="13" y="113"/>
                  <a:pt x="13" y="113"/>
                  <a:pt x="13" y="113"/>
                </a:cubicBezTo>
                <a:cubicBezTo>
                  <a:pt x="13" y="117"/>
                  <a:pt x="16" y="121"/>
                  <a:pt x="20" y="121"/>
                </a:cubicBezTo>
                <a:cubicBezTo>
                  <a:pt x="25" y="121"/>
                  <a:pt x="28" y="117"/>
                  <a:pt x="28" y="113"/>
                </a:cubicBezTo>
                <a:cubicBezTo>
                  <a:pt x="28" y="61"/>
                  <a:pt x="28" y="61"/>
                  <a:pt x="28" y="61"/>
                </a:cubicBezTo>
                <a:cubicBezTo>
                  <a:pt x="28" y="61"/>
                  <a:pt x="28" y="61"/>
                  <a:pt x="28" y="61"/>
                </a:cubicBezTo>
                <a:cubicBezTo>
                  <a:pt x="28" y="61"/>
                  <a:pt x="28" y="61"/>
                  <a:pt x="28" y="61"/>
                </a:cubicBezTo>
                <a:cubicBezTo>
                  <a:pt x="28" y="61"/>
                  <a:pt x="28" y="61"/>
                  <a:pt x="28" y="61"/>
                </a:cubicBezTo>
                <a:cubicBezTo>
                  <a:pt x="28" y="58"/>
                  <a:pt x="30" y="57"/>
                  <a:pt x="32" y="57"/>
                </a:cubicBezTo>
                <a:cubicBezTo>
                  <a:pt x="34" y="57"/>
                  <a:pt x="36" y="58"/>
                  <a:pt x="36" y="61"/>
                </a:cubicBezTo>
                <a:cubicBezTo>
                  <a:pt x="36" y="61"/>
                  <a:pt x="36" y="61"/>
                  <a:pt x="36" y="61"/>
                </a:cubicBezTo>
                <a:cubicBezTo>
                  <a:pt x="36" y="61"/>
                  <a:pt x="36" y="61"/>
                  <a:pt x="36" y="61"/>
                </a:cubicBezTo>
                <a:cubicBezTo>
                  <a:pt x="36" y="61"/>
                  <a:pt x="36" y="61"/>
                  <a:pt x="36" y="61"/>
                </a:cubicBezTo>
                <a:cubicBezTo>
                  <a:pt x="36" y="113"/>
                  <a:pt x="36" y="113"/>
                  <a:pt x="36" y="113"/>
                </a:cubicBezTo>
                <a:cubicBezTo>
                  <a:pt x="36" y="117"/>
                  <a:pt x="39" y="121"/>
                  <a:pt x="43" y="121"/>
                </a:cubicBezTo>
                <a:cubicBezTo>
                  <a:pt x="48" y="121"/>
                  <a:pt x="51" y="117"/>
                  <a:pt x="51" y="113"/>
                </a:cubicBezTo>
                <a:cubicBezTo>
                  <a:pt x="51" y="61"/>
                  <a:pt x="51" y="61"/>
                  <a:pt x="51" y="61"/>
                </a:cubicBezTo>
                <a:cubicBezTo>
                  <a:pt x="51" y="61"/>
                  <a:pt x="51" y="61"/>
                  <a:pt x="51" y="61"/>
                </a:cubicBezTo>
                <a:cubicBezTo>
                  <a:pt x="51" y="61"/>
                  <a:pt x="51" y="61"/>
                  <a:pt x="51" y="61"/>
                </a:cubicBezTo>
                <a:cubicBezTo>
                  <a:pt x="51" y="12"/>
                  <a:pt x="51" y="12"/>
                  <a:pt x="51" y="12"/>
                </a:cubicBezTo>
                <a:cubicBezTo>
                  <a:pt x="52" y="12"/>
                  <a:pt x="52" y="12"/>
                  <a:pt x="52" y="12"/>
                </a:cubicBezTo>
                <a:cubicBezTo>
                  <a:pt x="52" y="49"/>
                  <a:pt x="52" y="49"/>
                  <a:pt x="52" y="49"/>
                </a:cubicBezTo>
                <a:cubicBezTo>
                  <a:pt x="52" y="52"/>
                  <a:pt x="55" y="55"/>
                  <a:pt x="58" y="55"/>
                </a:cubicBezTo>
                <a:cubicBezTo>
                  <a:pt x="61" y="55"/>
                  <a:pt x="64" y="52"/>
                  <a:pt x="64" y="49"/>
                </a:cubicBezTo>
                <a:cubicBezTo>
                  <a:pt x="64" y="10"/>
                  <a:pt x="64" y="10"/>
                  <a:pt x="64" y="10"/>
                </a:cubicBezTo>
                <a:cubicBezTo>
                  <a:pt x="64" y="8"/>
                  <a:pt x="64" y="6"/>
                  <a:pt x="63" y="5"/>
                </a:cubicBezTo>
                <a:close/>
              </a:path>
            </a:pathLst>
          </a:custGeom>
          <a:solidFill>
            <a:srgbClr val="DDE1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 name="Freeform 17"/>
          <p:cNvSpPr>
            <a:spLocks/>
          </p:cNvSpPr>
          <p:nvPr/>
        </p:nvSpPr>
        <p:spPr bwMode="auto">
          <a:xfrm>
            <a:off x="3494088" y="1625600"/>
            <a:ext cx="2322513" cy="465138"/>
          </a:xfrm>
          <a:custGeom>
            <a:avLst/>
            <a:gdLst>
              <a:gd name="T0" fmla="*/ 691 w 1463"/>
              <a:gd name="T1" fmla="*/ 293 h 293"/>
              <a:gd name="T2" fmla="*/ 631 w 1463"/>
              <a:gd name="T3" fmla="*/ 210 h 293"/>
              <a:gd name="T4" fmla="*/ 627 w 1463"/>
              <a:gd name="T5" fmla="*/ 210 h 293"/>
              <a:gd name="T6" fmla="*/ 513 w 1463"/>
              <a:gd name="T7" fmla="*/ 55 h 293"/>
              <a:gd name="T8" fmla="*/ 78 w 1463"/>
              <a:gd name="T9" fmla="*/ 55 h 293"/>
              <a:gd name="T10" fmla="*/ 78 w 1463"/>
              <a:gd name="T11" fmla="*/ 55 h 293"/>
              <a:gd name="T12" fmla="*/ 37 w 1463"/>
              <a:gd name="T13" fmla="*/ 55 h 293"/>
              <a:gd name="T14" fmla="*/ 0 w 1463"/>
              <a:gd name="T15" fmla="*/ 0 h 293"/>
              <a:gd name="T16" fmla="*/ 78 w 1463"/>
              <a:gd name="T17" fmla="*/ 0 h 293"/>
              <a:gd name="T18" fmla="*/ 316 w 1463"/>
              <a:gd name="T19" fmla="*/ 0 h 293"/>
              <a:gd name="T20" fmla="*/ 535 w 1463"/>
              <a:gd name="T21" fmla="*/ 0 h 293"/>
              <a:gd name="T22" fmla="*/ 599 w 1463"/>
              <a:gd name="T23" fmla="*/ 82 h 293"/>
              <a:gd name="T24" fmla="*/ 599 w 1463"/>
              <a:gd name="T25" fmla="*/ 82 h 293"/>
              <a:gd name="T26" fmla="*/ 714 w 1463"/>
              <a:gd name="T27" fmla="*/ 238 h 293"/>
              <a:gd name="T28" fmla="*/ 1427 w 1463"/>
              <a:gd name="T29" fmla="*/ 238 h 293"/>
              <a:gd name="T30" fmla="*/ 1463 w 1463"/>
              <a:gd name="T31" fmla="*/ 293 h 293"/>
              <a:gd name="T32" fmla="*/ 691 w 1463"/>
              <a:gd name="T33" fmla="*/ 293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3" h="293">
                <a:moveTo>
                  <a:pt x="691" y="293"/>
                </a:moveTo>
                <a:lnTo>
                  <a:pt x="631" y="210"/>
                </a:lnTo>
                <a:lnTo>
                  <a:pt x="627" y="210"/>
                </a:lnTo>
                <a:lnTo>
                  <a:pt x="513" y="55"/>
                </a:lnTo>
                <a:lnTo>
                  <a:pt x="78" y="55"/>
                </a:lnTo>
                <a:lnTo>
                  <a:pt x="78" y="55"/>
                </a:lnTo>
                <a:lnTo>
                  <a:pt x="37" y="55"/>
                </a:lnTo>
                <a:lnTo>
                  <a:pt x="0" y="0"/>
                </a:lnTo>
                <a:lnTo>
                  <a:pt x="78" y="0"/>
                </a:lnTo>
                <a:lnTo>
                  <a:pt x="316" y="0"/>
                </a:lnTo>
                <a:lnTo>
                  <a:pt x="535" y="0"/>
                </a:lnTo>
                <a:lnTo>
                  <a:pt x="599" y="82"/>
                </a:lnTo>
                <a:lnTo>
                  <a:pt x="599" y="82"/>
                </a:lnTo>
                <a:lnTo>
                  <a:pt x="714" y="238"/>
                </a:lnTo>
                <a:lnTo>
                  <a:pt x="1427" y="238"/>
                </a:lnTo>
                <a:lnTo>
                  <a:pt x="1463" y="293"/>
                </a:lnTo>
                <a:lnTo>
                  <a:pt x="691" y="293"/>
                </a:lnTo>
                <a:close/>
              </a:path>
            </a:pathLst>
          </a:custGeom>
          <a:solidFill>
            <a:srgbClr val="DDE1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 name="Oval 21"/>
          <p:cNvSpPr>
            <a:spLocks noChangeArrowheads="1"/>
          </p:cNvSpPr>
          <p:nvPr/>
        </p:nvSpPr>
        <p:spPr bwMode="auto">
          <a:xfrm>
            <a:off x="5186363" y="4875213"/>
            <a:ext cx="188913" cy="182563"/>
          </a:xfrm>
          <a:prstGeom prst="ellipse">
            <a:avLst/>
          </a:prstGeom>
          <a:solidFill>
            <a:srgbClr val="8FC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 name="Freeform 22"/>
          <p:cNvSpPr>
            <a:spLocks/>
          </p:cNvSpPr>
          <p:nvPr/>
        </p:nvSpPr>
        <p:spPr bwMode="auto">
          <a:xfrm>
            <a:off x="5410200" y="5080000"/>
            <a:ext cx="22225" cy="0"/>
          </a:xfrm>
          <a:custGeom>
            <a:avLst/>
            <a:gdLst>
              <a:gd name="T0" fmla="*/ 0 w 3"/>
              <a:gd name="T1" fmla="*/ 3 w 3"/>
              <a:gd name="T2" fmla="*/ 0 w 3"/>
            </a:gdLst>
            <a:ahLst/>
            <a:cxnLst>
              <a:cxn ang="0">
                <a:pos x="T0" y="0"/>
              </a:cxn>
              <a:cxn ang="0">
                <a:pos x="T1" y="0"/>
              </a:cxn>
              <a:cxn ang="0">
                <a:pos x="T2" y="0"/>
              </a:cxn>
            </a:cxnLst>
            <a:rect l="0" t="0" r="r" b="b"/>
            <a:pathLst>
              <a:path w="3">
                <a:moveTo>
                  <a:pt x="0" y="0"/>
                </a:moveTo>
                <a:cubicBezTo>
                  <a:pt x="3" y="0"/>
                  <a:pt x="3" y="0"/>
                  <a:pt x="3" y="0"/>
                </a:cubicBezTo>
                <a:cubicBezTo>
                  <a:pt x="2" y="0"/>
                  <a:pt x="0" y="0"/>
                  <a:pt x="0" y="0"/>
                </a:cubicBezTo>
                <a:close/>
              </a:path>
            </a:pathLst>
          </a:custGeom>
          <a:solidFill>
            <a:srgbClr val="1D27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 name="Freeform 23"/>
          <p:cNvSpPr>
            <a:spLocks/>
          </p:cNvSpPr>
          <p:nvPr/>
        </p:nvSpPr>
        <p:spPr bwMode="auto">
          <a:xfrm>
            <a:off x="5048250" y="5080000"/>
            <a:ext cx="463550" cy="857250"/>
          </a:xfrm>
          <a:custGeom>
            <a:avLst/>
            <a:gdLst>
              <a:gd name="T0" fmla="*/ 63 w 64"/>
              <a:gd name="T1" fmla="*/ 4 h 118"/>
              <a:gd name="T2" fmla="*/ 56 w 64"/>
              <a:gd name="T3" fmla="*/ 0 h 118"/>
              <a:gd name="T4" fmla="*/ 53 w 64"/>
              <a:gd name="T5" fmla="*/ 0 h 118"/>
              <a:gd name="T6" fmla="*/ 51 w 64"/>
              <a:gd name="T7" fmla="*/ 0 h 118"/>
              <a:gd name="T8" fmla="*/ 51 w 64"/>
              <a:gd name="T9" fmla="*/ 0 h 118"/>
              <a:gd name="T10" fmla="*/ 47 w 64"/>
              <a:gd name="T11" fmla="*/ 0 h 118"/>
              <a:gd name="T12" fmla="*/ 14 w 64"/>
              <a:gd name="T13" fmla="*/ 0 h 118"/>
              <a:gd name="T14" fmla="*/ 13 w 64"/>
              <a:gd name="T15" fmla="*/ 0 h 118"/>
              <a:gd name="T16" fmla="*/ 13 w 64"/>
              <a:gd name="T17" fmla="*/ 0 h 118"/>
              <a:gd name="T18" fmla="*/ 8 w 64"/>
              <a:gd name="T19" fmla="*/ 0 h 118"/>
              <a:gd name="T20" fmla="*/ 0 w 64"/>
              <a:gd name="T21" fmla="*/ 9 h 118"/>
              <a:gd name="T22" fmla="*/ 0 w 64"/>
              <a:gd name="T23" fmla="*/ 9 h 118"/>
              <a:gd name="T24" fmla="*/ 0 w 64"/>
              <a:gd name="T25" fmla="*/ 9 h 118"/>
              <a:gd name="T26" fmla="*/ 0 w 64"/>
              <a:gd name="T27" fmla="*/ 48 h 118"/>
              <a:gd name="T28" fmla="*/ 6 w 64"/>
              <a:gd name="T29" fmla="*/ 54 h 118"/>
              <a:gd name="T30" fmla="*/ 12 w 64"/>
              <a:gd name="T31" fmla="*/ 48 h 118"/>
              <a:gd name="T32" fmla="*/ 12 w 64"/>
              <a:gd name="T33" fmla="*/ 11 h 118"/>
              <a:gd name="T34" fmla="*/ 14 w 64"/>
              <a:gd name="T35" fmla="*/ 11 h 118"/>
              <a:gd name="T36" fmla="*/ 14 w 64"/>
              <a:gd name="T37" fmla="*/ 53 h 118"/>
              <a:gd name="T38" fmla="*/ 8 w 64"/>
              <a:gd name="T39" fmla="*/ 82 h 118"/>
              <a:gd name="T40" fmla="*/ 14 w 64"/>
              <a:gd name="T41" fmla="*/ 82 h 118"/>
              <a:gd name="T42" fmla="*/ 14 w 64"/>
              <a:gd name="T43" fmla="*/ 111 h 118"/>
              <a:gd name="T44" fmla="*/ 21 w 64"/>
              <a:gd name="T45" fmla="*/ 118 h 118"/>
              <a:gd name="T46" fmla="*/ 28 w 64"/>
              <a:gd name="T47" fmla="*/ 111 h 118"/>
              <a:gd name="T48" fmla="*/ 28 w 64"/>
              <a:gd name="T49" fmla="*/ 82 h 118"/>
              <a:gd name="T50" fmla="*/ 36 w 64"/>
              <a:gd name="T51" fmla="*/ 82 h 118"/>
              <a:gd name="T52" fmla="*/ 36 w 64"/>
              <a:gd name="T53" fmla="*/ 111 h 118"/>
              <a:gd name="T54" fmla="*/ 43 w 64"/>
              <a:gd name="T55" fmla="*/ 118 h 118"/>
              <a:gd name="T56" fmla="*/ 51 w 64"/>
              <a:gd name="T57" fmla="*/ 111 h 118"/>
              <a:gd name="T58" fmla="*/ 51 w 64"/>
              <a:gd name="T59" fmla="*/ 82 h 118"/>
              <a:gd name="T60" fmla="*/ 56 w 64"/>
              <a:gd name="T61" fmla="*/ 82 h 118"/>
              <a:gd name="T62" fmla="*/ 51 w 64"/>
              <a:gd name="T63" fmla="*/ 53 h 118"/>
              <a:gd name="T64" fmla="*/ 51 w 64"/>
              <a:gd name="T65" fmla="*/ 11 h 118"/>
              <a:gd name="T66" fmla="*/ 52 w 64"/>
              <a:gd name="T67" fmla="*/ 11 h 118"/>
              <a:gd name="T68" fmla="*/ 52 w 64"/>
              <a:gd name="T69" fmla="*/ 48 h 118"/>
              <a:gd name="T70" fmla="*/ 58 w 64"/>
              <a:gd name="T71" fmla="*/ 54 h 118"/>
              <a:gd name="T72" fmla="*/ 64 w 64"/>
              <a:gd name="T73" fmla="*/ 48 h 118"/>
              <a:gd name="T74" fmla="*/ 64 w 64"/>
              <a:gd name="T75" fmla="*/ 9 h 118"/>
              <a:gd name="T76" fmla="*/ 63 w 64"/>
              <a:gd name="T77" fmla="*/ 4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4" h="118">
                <a:moveTo>
                  <a:pt x="63" y="4"/>
                </a:moveTo>
                <a:cubicBezTo>
                  <a:pt x="61" y="2"/>
                  <a:pt x="58" y="1"/>
                  <a:pt x="56" y="0"/>
                </a:cubicBezTo>
                <a:cubicBezTo>
                  <a:pt x="55" y="0"/>
                  <a:pt x="54" y="0"/>
                  <a:pt x="53" y="0"/>
                </a:cubicBezTo>
                <a:cubicBezTo>
                  <a:pt x="51" y="0"/>
                  <a:pt x="51" y="0"/>
                  <a:pt x="51" y="0"/>
                </a:cubicBezTo>
                <a:cubicBezTo>
                  <a:pt x="51" y="0"/>
                  <a:pt x="51" y="0"/>
                  <a:pt x="51" y="0"/>
                </a:cubicBezTo>
                <a:cubicBezTo>
                  <a:pt x="47" y="0"/>
                  <a:pt x="47" y="0"/>
                  <a:pt x="47" y="0"/>
                </a:cubicBezTo>
                <a:cubicBezTo>
                  <a:pt x="14" y="0"/>
                  <a:pt x="14" y="0"/>
                  <a:pt x="14" y="0"/>
                </a:cubicBezTo>
                <a:cubicBezTo>
                  <a:pt x="13" y="0"/>
                  <a:pt x="13" y="0"/>
                  <a:pt x="13" y="0"/>
                </a:cubicBezTo>
                <a:cubicBezTo>
                  <a:pt x="13" y="0"/>
                  <a:pt x="13" y="0"/>
                  <a:pt x="13" y="0"/>
                </a:cubicBezTo>
                <a:cubicBezTo>
                  <a:pt x="12" y="0"/>
                  <a:pt x="10" y="0"/>
                  <a:pt x="8" y="0"/>
                </a:cubicBezTo>
                <a:cubicBezTo>
                  <a:pt x="5" y="1"/>
                  <a:pt x="0" y="3"/>
                  <a:pt x="0" y="9"/>
                </a:cubicBezTo>
                <a:cubicBezTo>
                  <a:pt x="0" y="9"/>
                  <a:pt x="0" y="9"/>
                  <a:pt x="0" y="9"/>
                </a:cubicBezTo>
                <a:cubicBezTo>
                  <a:pt x="0" y="9"/>
                  <a:pt x="0" y="9"/>
                  <a:pt x="0" y="9"/>
                </a:cubicBezTo>
                <a:cubicBezTo>
                  <a:pt x="0" y="48"/>
                  <a:pt x="0" y="48"/>
                  <a:pt x="0" y="48"/>
                </a:cubicBezTo>
                <a:cubicBezTo>
                  <a:pt x="0" y="51"/>
                  <a:pt x="3" y="54"/>
                  <a:pt x="6" y="54"/>
                </a:cubicBezTo>
                <a:cubicBezTo>
                  <a:pt x="9" y="54"/>
                  <a:pt x="12" y="51"/>
                  <a:pt x="12" y="48"/>
                </a:cubicBezTo>
                <a:cubicBezTo>
                  <a:pt x="12" y="11"/>
                  <a:pt x="12" y="11"/>
                  <a:pt x="12" y="11"/>
                </a:cubicBezTo>
                <a:cubicBezTo>
                  <a:pt x="14" y="11"/>
                  <a:pt x="14" y="11"/>
                  <a:pt x="14" y="11"/>
                </a:cubicBezTo>
                <a:cubicBezTo>
                  <a:pt x="14" y="53"/>
                  <a:pt x="14" y="53"/>
                  <a:pt x="14" y="53"/>
                </a:cubicBezTo>
                <a:cubicBezTo>
                  <a:pt x="8" y="82"/>
                  <a:pt x="8" y="82"/>
                  <a:pt x="8" y="82"/>
                </a:cubicBezTo>
                <a:cubicBezTo>
                  <a:pt x="14" y="82"/>
                  <a:pt x="14" y="82"/>
                  <a:pt x="14" y="82"/>
                </a:cubicBezTo>
                <a:cubicBezTo>
                  <a:pt x="14" y="111"/>
                  <a:pt x="14" y="111"/>
                  <a:pt x="14" y="111"/>
                </a:cubicBezTo>
                <a:cubicBezTo>
                  <a:pt x="14" y="115"/>
                  <a:pt x="17" y="118"/>
                  <a:pt x="21" y="118"/>
                </a:cubicBezTo>
                <a:cubicBezTo>
                  <a:pt x="25" y="118"/>
                  <a:pt x="28" y="115"/>
                  <a:pt x="28" y="111"/>
                </a:cubicBezTo>
                <a:cubicBezTo>
                  <a:pt x="28" y="82"/>
                  <a:pt x="28" y="82"/>
                  <a:pt x="28" y="82"/>
                </a:cubicBezTo>
                <a:cubicBezTo>
                  <a:pt x="36" y="82"/>
                  <a:pt x="36" y="82"/>
                  <a:pt x="36" y="82"/>
                </a:cubicBezTo>
                <a:cubicBezTo>
                  <a:pt x="36" y="111"/>
                  <a:pt x="36" y="111"/>
                  <a:pt x="36" y="111"/>
                </a:cubicBezTo>
                <a:cubicBezTo>
                  <a:pt x="36" y="115"/>
                  <a:pt x="39" y="118"/>
                  <a:pt x="43" y="118"/>
                </a:cubicBezTo>
                <a:cubicBezTo>
                  <a:pt x="47" y="118"/>
                  <a:pt x="51" y="115"/>
                  <a:pt x="51" y="111"/>
                </a:cubicBezTo>
                <a:cubicBezTo>
                  <a:pt x="51" y="82"/>
                  <a:pt x="51" y="82"/>
                  <a:pt x="51" y="82"/>
                </a:cubicBezTo>
                <a:cubicBezTo>
                  <a:pt x="56" y="82"/>
                  <a:pt x="56" y="82"/>
                  <a:pt x="56" y="82"/>
                </a:cubicBezTo>
                <a:cubicBezTo>
                  <a:pt x="51" y="53"/>
                  <a:pt x="51" y="53"/>
                  <a:pt x="51" y="53"/>
                </a:cubicBezTo>
                <a:cubicBezTo>
                  <a:pt x="51" y="11"/>
                  <a:pt x="51" y="11"/>
                  <a:pt x="51" y="11"/>
                </a:cubicBezTo>
                <a:cubicBezTo>
                  <a:pt x="52" y="11"/>
                  <a:pt x="52" y="11"/>
                  <a:pt x="52" y="11"/>
                </a:cubicBezTo>
                <a:cubicBezTo>
                  <a:pt x="52" y="48"/>
                  <a:pt x="52" y="48"/>
                  <a:pt x="52" y="48"/>
                </a:cubicBezTo>
                <a:cubicBezTo>
                  <a:pt x="52" y="51"/>
                  <a:pt x="55" y="54"/>
                  <a:pt x="58" y="54"/>
                </a:cubicBezTo>
                <a:cubicBezTo>
                  <a:pt x="61" y="54"/>
                  <a:pt x="64" y="51"/>
                  <a:pt x="64" y="48"/>
                </a:cubicBezTo>
                <a:cubicBezTo>
                  <a:pt x="64" y="9"/>
                  <a:pt x="64" y="9"/>
                  <a:pt x="64" y="9"/>
                </a:cubicBezTo>
                <a:cubicBezTo>
                  <a:pt x="64" y="7"/>
                  <a:pt x="63" y="6"/>
                  <a:pt x="63" y="4"/>
                </a:cubicBezTo>
                <a:close/>
              </a:path>
            </a:pathLst>
          </a:custGeom>
          <a:solidFill>
            <a:srgbClr val="8FC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 name="Freeform 24"/>
          <p:cNvSpPr>
            <a:spLocks/>
          </p:cNvSpPr>
          <p:nvPr/>
        </p:nvSpPr>
        <p:spPr bwMode="auto">
          <a:xfrm>
            <a:off x="2203450" y="4337050"/>
            <a:ext cx="717550" cy="954088"/>
          </a:xfrm>
          <a:custGeom>
            <a:avLst/>
            <a:gdLst>
              <a:gd name="T0" fmla="*/ 90 w 99"/>
              <a:gd name="T1" fmla="*/ 1 h 131"/>
              <a:gd name="T2" fmla="*/ 90 w 99"/>
              <a:gd name="T3" fmla="*/ 0 h 131"/>
              <a:gd name="T4" fmla="*/ 5 w 99"/>
              <a:gd name="T5" fmla="*/ 35 h 131"/>
              <a:gd name="T6" fmla="*/ 5 w 99"/>
              <a:gd name="T7" fmla="*/ 35 h 131"/>
              <a:gd name="T8" fmla="*/ 4 w 99"/>
              <a:gd name="T9" fmla="*/ 36 h 131"/>
              <a:gd name="T10" fmla="*/ 4 w 99"/>
              <a:gd name="T11" fmla="*/ 48 h 131"/>
              <a:gd name="T12" fmla="*/ 9 w 99"/>
              <a:gd name="T13" fmla="*/ 54 h 131"/>
              <a:gd name="T14" fmla="*/ 80 w 99"/>
              <a:gd name="T15" fmla="*/ 124 h 131"/>
              <a:gd name="T16" fmla="*/ 82 w 99"/>
              <a:gd name="T17" fmla="*/ 127 h 131"/>
              <a:gd name="T18" fmla="*/ 82 w 99"/>
              <a:gd name="T19" fmla="*/ 127 h 131"/>
              <a:gd name="T20" fmla="*/ 84 w 99"/>
              <a:gd name="T21" fmla="*/ 128 h 131"/>
              <a:gd name="T22" fmla="*/ 90 w 99"/>
              <a:gd name="T23" fmla="*/ 131 h 131"/>
              <a:gd name="T24" fmla="*/ 90 w 99"/>
              <a:gd name="T25" fmla="*/ 131 h 131"/>
              <a:gd name="T26" fmla="*/ 99 w 99"/>
              <a:gd name="T27" fmla="*/ 122 h 131"/>
              <a:gd name="T28" fmla="*/ 99 w 99"/>
              <a:gd name="T29" fmla="*/ 120 h 131"/>
              <a:gd name="T30" fmla="*/ 99 w 99"/>
              <a:gd name="T31" fmla="*/ 116 h 131"/>
              <a:gd name="T32" fmla="*/ 99 w 99"/>
              <a:gd name="T33" fmla="*/ 76 h 131"/>
              <a:gd name="T34" fmla="*/ 99 w 99"/>
              <a:gd name="T35" fmla="*/ 17 h 131"/>
              <a:gd name="T36" fmla="*/ 99 w 99"/>
              <a:gd name="T37" fmla="*/ 9 h 131"/>
              <a:gd name="T38" fmla="*/ 90 w 99"/>
              <a:gd name="T39" fmla="*/ 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9" h="131">
                <a:moveTo>
                  <a:pt x="90" y="1"/>
                </a:moveTo>
                <a:cubicBezTo>
                  <a:pt x="90" y="0"/>
                  <a:pt x="90" y="0"/>
                  <a:pt x="90" y="0"/>
                </a:cubicBezTo>
                <a:cubicBezTo>
                  <a:pt x="57" y="0"/>
                  <a:pt x="27" y="14"/>
                  <a:pt x="5" y="35"/>
                </a:cubicBezTo>
                <a:cubicBezTo>
                  <a:pt x="5" y="35"/>
                  <a:pt x="5" y="35"/>
                  <a:pt x="5" y="35"/>
                </a:cubicBezTo>
                <a:cubicBezTo>
                  <a:pt x="4" y="36"/>
                  <a:pt x="4" y="36"/>
                  <a:pt x="4" y="36"/>
                </a:cubicBezTo>
                <a:cubicBezTo>
                  <a:pt x="0" y="40"/>
                  <a:pt x="0" y="45"/>
                  <a:pt x="4" y="48"/>
                </a:cubicBezTo>
                <a:cubicBezTo>
                  <a:pt x="9" y="54"/>
                  <a:pt x="9" y="54"/>
                  <a:pt x="9" y="54"/>
                </a:cubicBezTo>
                <a:cubicBezTo>
                  <a:pt x="80" y="124"/>
                  <a:pt x="80" y="124"/>
                  <a:pt x="80" y="124"/>
                </a:cubicBezTo>
                <a:cubicBezTo>
                  <a:pt x="82" y="127"/>
                  <a:pt x="82" y="127"/>
                  <a:pt x="82" y="127"/>
                </a:cubicBezTo>
                <a:cubicBezTo>
                  <a:pt x="82" y="127"/>
                  <a:pt x="82" y="127"/>
                  <a:pt x="82" y="127"/>
                </a:cubicBezTo>
                <a:cubicBezTo>
                  <a:pt x="84" y="128"/>
                  <a:pt x="84" y="128"/>
                  <a:pt x="84" y="128"/>
                </a:cubicBezTo>
                <a:cubicBezTo>
                  <a:pt x="85" y="130"/>
                  <a:pt x="88" y="131"/>
                  <a:pt x="90" y="131"/>
                </a:cubicBezTo>
                <a:cubicBezTo>
                  <a:pt x="90" y="131"/>
                  <a:pt x="90" y="131"/>
                  <a:pt x="90" y="131"/>
                </a:cubicBezTo>
                <a:cubicBezTo>
                  <a:pt x="95" y="131"/>
                  <a:pt x="99" y="127"/>
                  <a:pt x="99" y="122"/>
                </a:cubicBezTo>
                <a:cubicBezTo>
                  <a:pt x="99" y="120"/>
                  <a:pt x="99" y="120"/>
                  <a:pt x="99" y="120"/>
                </a:cubicBezTo>
                <a:cubicBezTo>
                  <a:pt x="99" y="116"/>
                  <a:pt x="99" y="116"/>
                  <a:pt x="99" y="116"/>
                </a:cubicBezTo>
                <a:cubicBezTo>
                  <a:pt x="99" y="76"/>
                  <a:pt x="99" y="76"/>
                  <a:pt x="99" y="76"/>
                </a:cubicBezTo>
                <a:cubicBezTo>
                  <a:pt x="99" y="17"/>
                  <a:pt x="99" y="17"/>
                  <a:pt x="99" y="17"/>
                </a:cubicBezTo>
                <a:cubicBezTo>
                  <a:pt x="99" y="9"/>
                  <a:pt x="99" y="9"/>
                  <a:pt x="99" y="9"/>
                </a:cubicBezTo>
                <a:cubicBezTo>
                  <a:pt x="99" y="4"/>
                  <a:pt x="95" y="1"/>
                  <a:pt x="90" y="1"/>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 name="Freeform 25"/>
          <p:cNvSpPr>
            <a:spLocks/>
          </p:cNvSpPr>
          <p:nvPr/>
        </p:nvSpPr>
        <p:spPr bwMode="auto">
          <a:xfrm>
            <a:off x="2935288" y="4337050"/>
            <a:ext cx="711200" cy="954088"/>
          </a:xfrm>
          <a:custGeom>
            <a:avLst/>
            <a:gdLst>
              <a:gd name="T0" fmla="*/ 95 w 98"/>
              <a:gd name="T1" fmla="*/ 36 h 131"/>
              <a:gd name="T2" fmla="*/ 94 w 98"/>
              <a:gd name="T3" fmla="*/ 35 h 131"/>
              <a:gd name="T4" fmla="*/ 94 w 98"/>
              <a:gd name="T5" fmla="*/ 35 h 131"/>
              <a:gd name="T6" fmla="*/ 8 w 98"/>
              <a:gd name="T7" fmla="*/ 0 h 131"/>
              <a:gd name="T8" fmla="*/ 8 w 98"/>
              <a:gd name="T9" fmla="*/ 1 h 131"/>
              <a:gd name="T10" fmla="*/ 0 w 98"/>
              <a:gd name="T11" fmla="*/ 9 h 131"/>
              <a:gd name="T12" fmla="*/ 0 w 98"/>
              <a:gd name="T13" fmla="*/ 17 h 131"/>
              <a:gd name="T14" fmla="*/ 0 w 98"/>
              <a:gd name="T15" fmla="*/ 76 h 131"/>
              <a:gd name="T16" fmla="*/ 0 w 98"/>
              <a:gd name="T17" fmla="*/ 116 h 131"/>
              <a:gd name="T18" fmla="*/ 0 w 98"/>
              <a:gd name="T19" fmla="*/ 120 h 131"/>
              <a:gd name="T20" fmla="*/ 0 w 98"/>
              <a:gd name="T21" fmla="*/ 122 h 131"/>
              <a:gd name="T22" fmla="*/ 8 w 98"/>
              <a:gd name="T23" fmla="*/ 131 h 131"/>
              <a:gd name="T24" fmla="*/ 9 w 98"/>
              <a:gd name="T25" fmla="*/ 131 h 131"/>
              <a:gd name="T26" fmla="*/ 15 w 98"/>
              <a:gd name="T27" fmla="*/ 128 h 131"/>
              <a:gd name="T28" fmla="*/ 17 w 98"/>
              <a:gd name="T29" fmla="*/ 127 h 131"/>
              <a:gd name="T30" fmla="*/ 17 w 98"/>
              <a:gd name="T31" fmla="*/ 127 h 131"/>
              <a:gd name="T32" fmla="*/ 19 w 98"/>
              <a:gd name="T33" fmla="*/ 124 h 131"/>
              <a:gd name="T34" fmla="*/ 89 w 98"/>
              <a:gd name="T35" fmla="*/ 54 h 131"/>
              <a:gd name="T36" fmla="*/ 95 w 98"/>
              <a:gd name="T37" fmla="*/ 48 h 131"/>
              <a:gd name="T38" fmla="*/ 95 w 98"/>
              <a:gd name="T39" fmla="*/ 3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8" h="131">
                <a:moveTo>
                  <a:pt x="95" y="36"/>
                </a:moveTo>
                <a:cubicBezTo>
                  <a:pt x="95" y="36"/>
                  <a:pt x="94" y="36"/>
                  <a:pt x="94" y="35"/>
                </a:cubicBezTo>
                <a:cubicBezTo>
                  <a:pt x="94" y="35"/>
                  <a:pt x="94" y="35"/>
                  <a:pt x="94" y="35"/>
                </a:cubicBezTo>
                <a:cubicBezTo>
                  <a:pt x="72" y="14"/>
                  <a:pt x="42" y="0"/>
                  <a:pt x="8" y="0"/>
                </a:cubicBezTo>
                <a:cubicBezTo>
                  <a:pt x="8" y="1"/>
                  <a:pt x="8" y="1"/>
                  <a:pt x="8" y="1"/>
                </a:cubicBezTo>
                <a:cubicBezTo>
                  <a:pt x="4" y="1"/>
                  <a:pt x="0" y="4"/>
                  <a:pt x="0" y="9"/>
                </a:cubicBezTo>
                <a:cubicBezTo>
                  <a:pt x="0" y="17"/>
                  <a:pt x="0" y="17"/>
                  <a:pt x="0" y="17"/>
                </a:cubicBezTo>
                <a:cubicBezTo>
                  <a:pt x="0" y="76"/>
                  <a:pt x="0" y="76"/>
                  <a:pt x="0" y="76"/>
                </a:cubicBezTo>
                <a:cubicBezTo>
                  <a:pt x="0" y="116"/>
                  <a:pt x="0" y="116"/>
                  <a:pt x="0" y="116"/>
                </a:cubicBezTo>
                <a:cubicBezTo>
                  <a:pt x="0" y="120"/>
                  <a:pt x="0" y="120"/>
                  <a:pt x="0" y="120"/>
                </a:cubicBezTo>
                <a:cubicBezTo>
                  <a:pt x="0" y="122"/>
                  <a:pt x="0" y="122"/>
                  <a:pt x="0" y="122"/>
                </a:cubicBezTo>
                <a:cubicBezTo>
                  <a:pt x="0" y="127"/>
                  <a:pt x="4" y="131"/>
                  <a:pt x="8" y="131"/>
                </a:cubicBezTo>
                <a:cubicBezTo>
                  <a:pt x="8" y="131"/>
                  <a:pt x="9" y="131"/>
                  <a:pt x="9" y="131"/>
                </a:cubicBezTo>
                <a:cubicBezTo>
                  <a:pt x="11" y="131"/>
                  <a:pt x="13" y="130"/>
                  <a:pt x="15" y="128"/>
                </a:cubicBezTo>
                <a:cubicBezTo>
                  <a:pt x="17" y="127"/>
                  <a:pt x="17" y="127"/>
                  <a:pt x="17" y="127"/>
                </a:cubicBezTo>
                <a:cubicBezTo>
                  <a:pt x="17" y="127"/>
                  <a:pt x="17" y="127"/>
                  <a:pt x="17" y="127"/>
                </a:cubicBezTo>
                <a:cubicBezTo>
                  <a:pt x="19" y="124"/>
                  <a:pt x="19" y="124"/>
                  <a:pt x="19" y="124"/>
                </a:cubicBezTo>
                <a:cubicBezTo>
                  <a:pt x="89" y="54"/>
                  <a:pt x="89" y="54"/>
                  <a:pt x="89" y="54"/>
                </a:cubicBezTo>
                <a:cubicBezTo>
                  <a:pt x="95" y="48"/>
                  <a:pt x="95" y="48"/>
                  <a:pt x="95" y="48"/>
                </a:cubicBezTo>
                <a:cubicBezTo>
                  <a:pt x="98" y="45"/>
                  <a:pt x="98" y="40"/>
                  <a:pt x="95" y="36"/>
                </a:cubicBezTo>
                <a:close/>
              </a:path>
            </a:pathLst>
          </a:custGeom>
          <a:solidFill>
            <a:srgbClr val="8FC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 name="Freeform 26"/>
          <p:cNvSpPr>
            <a:spLocks/>
          </p:cNvSpPr>
          <p:nvPr/>
        </p:nvSpPr>
        <p:spPr bwMode="auto">
          <a:xfrm>
            <a:off x="3016250" y="4686300"/>
            <a:ext cx="957263" cy="720725"/>
          </a:xfrm>
          <a:custGeom>
            <a:avLst/>
            <a:gdLst>
              <a:gd name="T0" fmla="*/ 132 w 132"/>
              <a:gd name="T1" fmla="*/ 89 h 99"/>
              <a:gd name="T2" fmla="*/ 96 w 132"/>
              <a:gd name="T3" fmla="*/ 4 h 99"/>
              <a:gd name="T4" fmla="*/ 96 w 132"/>
              <a:gd name="T5" fmla="*/ 4 h 99"/>
              <a:gd name="T6" fmla="*/ 84 w 132"/>
              <a:gd name="T7" fmla="*/ 4 h 99"/>
              <a:gd name="T8" fmla="*/ 78 w 132"/>
              <a:gd name="T9" fmla="*/ 9 h 99"/>
              <a:gd name="T10" fmla="*/ 36 w 132"/>
              <a:gd name="T11" fmla="*/ 51 h 99"/>
              <a:gd name="T12" fmla="*/ 8 w 132"/>
              <a:gd name="T13" fmla="*/ 80 h 99"/>
              <a:gd name="T14" fmla="*/ 6 w 132"/>
              <a:gd name="T15" fmla="*/ 82 h 99"/>
              <a:gd name="T16" fmla="*/ 4 w 132"/>
              <a:gd name="T17" fmla="*/ 84 h 99"/>
              <a:gd name="T18" fmla="*/ 4 w 132"/>
              <a:gd name="T19" fmla="*/ 95 h 99"/>
              <a:gd name="T20" fmla="*/ 4 w 132"/>
              <a:gd name="T21" fmla="*/ 96 h 99"/>
              <a:gd name="T22" fmla="*/ 10 w 132"/>
              <a:gd name="T23" fmla="*/ 99 h 99"/>
              <a:gd name="T24" fmla="*/ 13 w 132"/>
              <a:gd name="T25" fmla="*/ 99 h 99"/>
              <a:gd name="T26" fmla="*/ 12 w 132"/>
              <a:gd name="T27" fmla="*/ 99 h 99"/>
              <a:gd name="T28" fmla="*/ 16 w 132"/>
              <a:gd name="T29" fmla="*/ 99 h 99"/>
              <a:gd name="T30" fmla="*/ 115 w 132"/>
              <a:gd name="T31" fmla="*/ 99 h 99"/>
              <a:gd name="T32" fmla="*/ 123 w 132"/>
              <a:gd name="T33" fmla="*/ 99 h 99"/>
              <a:gd name="T34" fmla="*/ 132 w 132"/>
              <a:gd name="T35" fmla="*/ 91 h 99"/>
              <a:gd name="T36" fmla="*/ 131 w 132"/>
              <a:gd name="T37" fmla="*/ 89 h 99"/>
              <a:gd name="T38" fmla="*/ 132 w 132"/>
              <a:gd name="T39" fmla="*/ 8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2" h="99">
                <a:moveTo>
                  <a:pt x="132" y="89"/>
                </a:moveTo>
                <a:cubicBezTo>
                  <a:pt x="131" y="58"/>
                  <a:pt x="119" y="27"/>
                  <a:pt x="96" y="4"/>
                </a:cubicBezTo>
                <a:cubicBezTo>
                  <a:pt x="96" y="4"/>
                  <a:pt x="96" y="4"/>
                  <a:pt x="96" y="4"/>
                </a:cubicBezTo>
                <a:cubicBezTo>
                  <a:pt x="93" y="1"/>
                  <a:pt x="87" y="0"/>
                  <a:pt x="84" y="4"/>
                </a:cubicBezTo>
                <a:cubicBezTo>
                  <a:pt x="78" y="9"/>
                  <a:pt x="78" y="9"/>
                  <a:pt x="78" y="9"/>
                </a:cubicBezTo>
                <a:cubicBezTo>
                  <a:pt x="36" y="51"/>
                  <a:pt x="36" y="51"/>
                  <a:pt x="36" y="51"/>
                </a:cubicBezTo>
                <a:cubicBezTo>
                  <a:pt x="8" y="80"/>
                  <a:pt x="8" y="80"/>
                  <a:pt x="8" y="80"/>
                </a:cubicBezTo>
                <a:cubicBezTo>
                  <a:pt x="6" y="82"/>
                  <a:pt x="6" y="82"/>
                  <a:pt x="6" y="82"/>
                </a:cubicBezTo>
                <a:cubicBezTo>
                  <a:pt x="4" y="84"/>
                  <a:pt x="4" y="84"/>
                  <a:pt x="4" y="84"/>
                </a:cubicBezTo>
                <a:cubicBezTo>
                  <a:pt x="0" y="87"/>
                  <a:pt x="0" y="92"/>
                  <a:pt x="4" y="95"/>
                </a:cubicBezTo>
                <a:cubicBezTo>
                  <a:pt x="4" y="96"/>
                  <a:pt x="4" y="96"/>
                  <a:pt x="4" y="96"/>
                </a:cubicBezTo>
                <a:cubicBezTo>
                  <a:pt x="5" y="97"/>
                  <a:pt x="8" y="99"/>
                  <a:pt x="10" y="99"/>
                </a:cubicBezTo>
                <a:cubicBezTo>
                  <a:pt x="13" y="99"/>
                  <a:pt x="13" y="99"/>
                  <a:pt x="13" y="99"/>
                </a:cubicBezTo>
                <a:cubicBezTo>
                  <a:pt x="12" y="99"/>
                  <a:pt x="12" y="99"/>
                  <a:pt x="12" y="99"/>
                </a:cubicBezTo>
                <a:cubicBezTo>
                  <a:pt x="16" y="99"/>
                  <a:pt x="16" y="99"/>
                  <a:pt x="16" y="99"/>
                </a:cubicBezTo>
                <a:cubicBezTo>
                  <a:pt x="115" y="99"/>
                  <a:pt x="115" y="99"/>
                  <a:pt x="115" y="99"/>
                </a:cubicBezTo>
                <a:cubicBezTo>
                  <a:pt x="123" y="99"/>
                  <a:pt x="123" y="99"/>
                  <a:pt x="123" y="99"/>
                </a:cubicBezTo>
                <a:cubicBezTo>
                  <a:pt x="128" y="99"/>
                  <a:pt x="132" y="95"/>
                  <a:pt x="132" y="91"/>
                </a:cubicBezTo>
                <a:cubicBezTo>
                  <a:pt x="132" y="90"/>
                  <a:pt x="132" y="90"/>
                  <a:pt x="131" y="89"/>
                </a:cubicBezTo>
                <a:lnTo>
                  <a:pt x="132" y="89"/>
                </a:lnTo>
                <a:close/>
              </a:path>
            </a:pathLst>
          </a:custGeom>
          <a:solidFill>
            <a:srgbClr val="8FC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 name="Freeform 27"/>
          <p:cNvSpPr>
            <a:spLocks/>
          </p:cNvSpPr>
          <p:nvPr/>
        </p:nvSpPr>
        <p:spPr bwMode="auto">
          <a:xfrm>
            <a:off x="1876425" y="4686300"/>
            <a:ext cx="950913" cy="720725"/>
          </a:xfrm>
          <a:custGeom>
            <a:avLst/>
            <a:gdLst>
              <a:gd name="T0" fmla="*/ 128 w 131"/>
              <a:gd name="T1" fmla="*/ 84 h 99"/>
              <a:gd name="T2" fmla="*/ 126 w 131"/>
              <a:gd name="T3" fmla="*/ 82 h 99"/>
              <a:gd name="T4" fmla="*/ 124 w 131"/>
              <a:gd name="T5" fmla="*/ 80 h 99"/>
              <a:gd name="T6" fmla="*/ 95 w 131"/>
              <a:gd name="T7" fmla="*/ 51 h 99"/>
              <a:gd name="T8" fmla="*/ 53 w 131"/>
              <a:gd name="T9" fmla="*/ 9 h 99"/>
              <a:gd name="T10" fmla="*/ 47 w 131"/>
              <a:gd name="T11" fmla="*/ 4 h 99"/>
              <a:gd name="T12" fmla="*/ 36 w 131"/>
              <a:gd name="T13" fmla="*/ 4 h 99"/>
              <a:gd name="T14" fmla="*/ 36 w 131"/>
              <a:gd name="T15" fmla="*/ 4 h 99"/>
              <a:gd name="T16" fmla="*/ 0 w 131"/>
              <a:gd name="T17" fmla="*/ 89 h 99"/>
              <a:gd name="T18" fmla="*/ 0 w 131"/>
              <a:gd name="T19" fmla="*/ 89 h 99"/>
              <a:gd name="T20" fmla="*/ 0 w 131"/>
              <a:gd name="T21" fmla="*/ 91 h 99"/>
              <a:gd name="T22" fmla="*/ 8 w 131"/>
              <a:gd name="T23" fmla="*/ 99 h 99"/>
              <a:gd name="T24" fmla="*/ 16 w 131"/>
              <a:gd name="T25" fmla="*/ 99 h 99"/>
              <a:gd name="T26" fmla="*/ 116 w 131"/>
              <a:gd name="T27" fmla="*/ 99 h 99"/>
              <a:gd name="T28" fmla="*/ 119 w 131"/>
              <a:gd name="T29" fmla="*/ 99 h 99"/>
              <a:gd name="T30" fmla="*/ 119 w 131"/>
              <a:gd name="T31" fmla="*/ 99 h 99"/>
              <a:gd name="T32" fmla="*/ 121 w 131"/>
              <a:gd name="T33" fmla="*/ 99 h 99"/>
              <a:gd name="T34" fmla="*/ 128 w 131"/>
              <a:gd name="T35" fmla="*/ 96 h 99"/>
              <a:gd name="T36" fmla="*/ 128 w 131"/>
              <a:gd name="T37" fmla="*/ 95 h 99"/>
              <a:gd name="T38" fmla="*/ 128 w 131"/>
              <a:gd name="T39" fmla="*/ 84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1" h="99">
                <a:moveTo>
                  <a:pt x="128" y="84"/>
                </a:moveTo>
                <a:cubicBezTo>
                  <a:pt x="126" y="82"/>
                  <a:pt x="126" y="82"/>
                  <a:pt x="126" y="82"/>
                </a:cubicBezTo>
                <a:cubicBezTo>
                  <a:pt x="124" y="80"/>
                  <a:pt x="124" y="80"/>
                  <a:pt x="124" y="80"/>
                </a:cubicBezTo>
                <a:cubicBezTo>
                  <a:pt x="95" y="51"/>
                  <a:pt x="95" y="51"/>
                  <a:pt x="95" y="51"/>
                </a:cubicBezTo>
                <a:cubicBezTo>
                  <a:pt x="53" y="9"/>
                  <a:pt x="53" y="9"/>
                  <a:pt x="53" y="9"/>
                </a:cubicBezTo>
                <a:cubicBezTo>
                  <a:pt x="47" y="4"/>
                  <a:pt x="47" y="4"/>
                  <a:pt x="47" y="4"/>
                </a:cubicBezTo>
                <a:cubicBezTo>
                  <a:pt x="44" y="0"/>
                  <a:pt x="39" y="1"/>
                  <a:pt x="36" y="4"/>
                </a:cubicBezTo>
                <a:cubicBezTo>
                  <a:pt x="36" y="4"/>
                  <a:pt x="36" y="4"/>
                  <a:pt x="36" y="4"/>
                </a:cubicBezTo>
                <a:cubicBezTo>
                  <a:pt x="12" y="27"/>
                  <a:pt x="0" y="58"/>
                  <a:pt x="0" y="89"/>
                </a:cubicBezTo>
                <a:cubicBezTo>
                  <a:pt x="0" y="89"/>
                  <a:pt x="0" y="89"/>
                  <a:pt x="0" y="89"/>
                </a:cubicBezTo>
                <a:cubicBezTo>
                  <a:pt x="0" y="90"/>
                  <a:pt x="0" y="90"/>
                  <a:pt x="0" y="91"/>
                </a:cubicBezTo>
                <a:cubicBezTo>
                  <a:pt x="0" y="95"/>
                  <a:pt x="4" y="99"/>
                  <a:pt x="8" y="99"/>
                </a:cubicBezTo>
                <a:cubicBezTo>
                  <a:pt x="16" y="99"/>
                  <a:pt x="16" y="99"/>
                  <a:pt x="16" y="99"/>
                </a:cubicBezTo>
                <a:cubicBezTo>
                  <a:pt x="116" y="99"/>
                  <a:pt x="116" y="99"/>
                  <a:pt x="116" y="99"/>
                </a:cubicBezTo>
                <a:cubicBezTo>
                  <a:pt x="119" y="99"/>
                  <a:pt x="119" y="99"/>
                  <a:pt x="119" y="99"/>
                </a:cubicBezTo>
                <a:cubicBezTo>
                  <a:pt x="119" y="99"/>
                  <a:pt x="119" y="99"/>
                  <a:pt x="119" y="99"/>
                </a:cubicBezTo>
                <a:cubicBezTo>
                  <a:pt x="121" y="99"/>
                  <a:pt x="121" y="99"/>
                  <a:pt x="121" y="99"/>
                </a:cubicBezTo>
                <a:cubicBezTo>
                  <a:pt x="124" y="99"/>
                  <a:pt x="126" y="97"/>
                  <a:pt x="128" y="96"/>
                </a:cubicBezTo>
                <a:cubicBezTo>
                  <a:pt x="128" y="96"/>
                  <a:pt x="128" y="96"/>
                  <a:pt x="128" y="95"/>
                </a:cubicBezTo>
                <a:cubicBezTo>
                  <a:pt x="131" y="92"/>
                  <a:pt x="131" y="87"/>
                  <a:pt x="128" y="84"/>
                </a:cubicBezTo>
                <a:close/>
              </a:path>
            </a:pathLst>
          </a:custGeom>
          <a:solidFill>
            <a:srgbClr val="8FC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 name="Freeform 28"/>
          <p:cNvSpPr>
            <a:spLocks/>
          </p:cNvSpPr>
          <p:nvPr/>
        </p:nvSpPr>
        <p:spPr bwMode="auto">
          <a:xfrm>
            <a:off x="2935288" y="5559425"/>
            <a:ext cx="711200" cy="946150"/>
          </a:xfrm>
          <a:custGeom>
            <a:avLst/>
            <a:gdLst>
              <a:gd name="T0" fmla="*/ 95 w 98"/>
              <a:gd name="T1" fmla="*/ 82 h 130"/>
              <a:gd name="T2" fmla="*/ 89 w 98"/>
              <a:gd name="T3" fmla="*/ 77 h 130"/>
              <a:gd name="T4" fmla="*/ 19 w 98"/>
              <a:gd name="T5" fmla="*/ 6 h 130"/>
              <a:gd name="T6" fmla="*/ 17 w 98"/>
              <a:gd name="T7" fmla="*/ 4 h 130"/>
              <a:gd name="T8" fmla="*/ 17 w 98"/>
              <a:gd name="T9" fmla="*/ 4 h 130"/>
              <a:gd name="T10" fmla="*/ 15 w 98"/>
              <a:gd name="T11" fmla="*/ 3 h 130"/>
              <a:gd name="T12" fmla="*/ 9 w 98"/>
              <a:gd name="T13" fmla="*/ 0 h 130"/>
              <a:gd name="T14" fmla="*/ 8 w 98"/>
              <a:gd name="T15" fmla="*/ 0 h 130"/>
              <a:gd name="T16" fmla="*/ 0 w 98"/>
              <a:gd name="T17" fmla="*/ 9 h 130"/>
              <a:gd name="T18" fmla="*/ 0 w 98"/>
              <a:gd name="T19" fmla="*/ 11 h 130"/>
              <a:gd name="T20" fmla="*/ 0 w 98"/>
              <a:gd name="T21" fmla="*/ 14 h 130"/>
              <a:gd name="T22" fmla="*/ 0 w 98"/>
              <a:gd name="T23" fmla="*/ 55 h 130"/>
              <a:gd name="T24" fmla="*/ 0 w 98"/>
              <a:gd name="T25" fmla="*/ 114 h 130"/>
              <a:gd name="T26" fmla="*/ 0 w 98"/>
              <a:gd name="T27" fmla="*/ 122 h 130"/>
              <a:gd name="T28" fmla="*/ 8 w 98"/>
              <a:gd name="T29" fmla="*/ 130 h 130"/>
              <a:gd name="T30" fmla="*/ 8 w 98"/>
              <a:gd name="T31" fmla="*/ 130 h 130"/>
              <a:gd name="T32" fmla="*/ 94 w 98"/>
              <a:gd name="T33" fmla="*/ 95 h 130"/>
              <a:gd name="T34" fmla="*/ 94 w 98"/>
              <a:gd name="T35" fmla="*/ 95 h 130"/>
              <a:gd name="T36" fmla="*/ 95 w 98"/>
              <a:gd name="T37" fmla="*/ 94 h 130"/>
              <a:gd name="T38" fmla="*/ 95 w 98"/>
              <a:gd name="T39" fmla="*/ 82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8" h="130">
                <a:moveTo>
                  <a:pt x="95" y="82"/>
                </a:moveTo>
                <a:cubicBezTo>
                  <a:pt x="89" y="77"/>
                  <a:pt x="89" y="77"/>
                  <a:pt x="89" y="77"/>
                </a:cubicBezTo>
                <a:cubicBezTo>
                  <a:pt x="19" y="6"/>
                  <a:pt x="19" y="6"/>
                  <a:pt x="19" y="6"/>
                </a:cubicBezTo>
                <a:cubicBezTo>
                  <a:pt x="17" y="4"/>
                  <a:pt x="17" y="4"/>
                  <a:pt x="17" y="4"/>
                </a:cubicBezTo>
                <a:cubicBezTo>
                  <a:pt x="17" y="4"/>
                  <a:pt x="17" y="4"/>
                  <a:pt x="17" y="4"/>
                </a:cubicBezTo>
                <a:cubicBezTo>
                  <a:pt x="15" y="3"/>
                  <a:pt x="15" y="3"/>
                  <a:pt x="15" y="3"/>
                </a:cubicBezTo>
                <a:cubicBezTo>
                  <a:pt x="13" y="1"/>
                  <a:pt x="11" y="0"/>
                  <a:pt x="9" y="0"/>
                </a:cubicBezTo>
                <a:cubicBezTo>
                  <a:pt x="9" y="0"/>
                  <a:pt x="8" y="0"/>
                  <a:pt x="8" y="0"/>
                </a:cubicBezTo>
                <a:cubicBezTo>
                  <a:pt x="4" y="0"/>
                  <a:pt x="0" y="4"/>
                  <a:pt x="0" y="9"/>
                </a:cubicBezTo>
                <a:cubicBezTo>
                  <a:pt x="0" y="11"/>
                  <a:pt x="0" y="11"/>
                  <a:pt x="0" y="11"/>
                </a:cubicBezTo>
                <a:cubicBezTo>
                  <a:pt x="0" y="14"/>
                  <a:pt x="0" y="14"/>
                  <a:pt x="0" y="14"/>
                </a:cubicBezTo>
                <a:cubicBezTo>
                  <a:pt x="0" y="55"/>
                  <a:pt x="0" y="55"/>
                  <a:pt x="0" y="55"/>
                </a:cubicBezTo>
                <a:cubicBezTo>
                  <a:pt x="0" y="114"/>
                  <a:pt x="0" y="114"/>
                  <a:pt x="0" y="114"/>
                </a:cubicBezTo>
                <a:cubicBezTo>
                  <a:pt x="0" y="122"/>
                  <a:pt x="0" y="122"/>
                  <a:pt x="0" y="122"/>
                </a:cubicBezTo>
                <a:cubicBezTo>
                  <a:pt x="0" y="127"/>
                  <a:pt x="4" y="130"/>
                  <a:pt x="8" y="130"/>
                </a:cubicBezTo>
                <a:cubicBezTo>
                  <a:pt x="8" y="130"/>
                  <a:pt x="8" y="130"/>
                  <a:pt x="8" y="130"/>
                </a:cubicBezTo>
                <a:cubicBezTo>
                  <a:pt x="42" y="130"/>
                  <a:pt x="72" y="117"/>
                  <a:pt x="94" y="95"/>
                </a:cubicBezTo>
                <a:cubicBezTo>
                  <a:pt x="94" y="95"/>
                  <a:pt x="94" y="95"/>
                  <a:pt x="94" y="95"/>
                </a:cubicBezTo>
                <a:cubicBezTo>
                  <a:pt x="94" y="95"/>
                  <a:pt x="95" y="95"/>
                  <a:pt x="95" y="94"/>
                </a:cubicBezTo>
                <a:cubicBezTo>
                  <a:pt x="98" y="91"/>
                  <a:pt x="98" y="86"/>
                  <a:pt x="95" y="82"/>
                </a:cubicBezTo>
                <a:close/>
              </a:path>
            </a:pathLst>
          </a:custGeom>
          <a:solidFill>
            <a:srgbClr val="8FC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 name="Freeform 29"/>
          <p:cNvSpPr>
            <a:spLocks/>
          </p:cNvSpPr>
          <p:nvPr/>
        </p:nvSpPr>
        <p:spPr bwMode="auto">
          <a:xfrm>
            <a:off x="2203450" y="5559425"/>
            <a:ext cx="717550" cy="946150"/>
          </a:xfrm>
          <a:custGeom>
            <a:avLst/>
            <a:gdLst>
              <a:gd name="T0" fmla="*/ 90 w 99"/>
              <a:gd name="T1" fmla="*/ 0 h 130"/>
              <a:gd name="T2" fmla="*/ 90 w 99"/>
              <a:gd name="T3" fmla="*/ 0 h 130"/>
              <a:gd name="T4" fmla="*/ 84 w 99"/>
              <a:gd name="T5" fmla="*/ 3 h 130"/>
              <a:gd name="T6" fmla="*/ 82 w 99"/>
              <a:gd name="T7" fmla="*/ 4 h 130"/>
              <a:gd name="T8" fmla="*/ 82 w 99"/>
              <a:gd name="T9" fmla="*/ 4 h 130"/>
              <a:gd name="T10" fmla="*/ 80 w 99"/>
              <a:gd name="T11" fmla="*/ 6 h 130"/>
              <a:gd name="T12" fmla="*/ 9 w 99"/>
              <a:gd name="T13" fmla="*/ 77 h 130"/>
              <a:gd name="T14" fmla="*/ 4 w 99"/>
              <a:gd name="T15" fmla="*/ 82 h 130"/>
              <a:gd name="T16" fmla="*/ 4 w 99"/>
              <a:gd name="T17" fmla="*/ 94 h 130"/>
              <a:gd name="T18" fmla="*/ 5 w 99"/>
              <a:gd name="T19" fmla="*/ 95 h 130"/>
              <a:gd name="T20" fmla="*/ 5 w 99"/>
              <a:gd name="T21" fmla="*/ 95 h 130"/>
              <a:gd name="T22" fmla="*/ 90 w 99"/>
              <a:gd name="T23" fmla="*/ 130 h 130"/>
              <a:gd name="T24" fmla="*/ 90 w 99"/>
              <a:gd name="T25" fmla="*/ 130 h 130"/>
              <a:gd name="T26" fmla="*/ 99 w 99"/>
              <a:gd name="T27" fmla="*/ 122 h 130"/>
              <a:gd name="T28" fmla="*/ 99 w 99"/>
              <a:gd name="T29" fmla="*/ 114 h 130"/>
              <a:gd name="T30" fmla="*/ 99 w 99"/>
              <a:gd name="T31" fmla="*/ 55 h 130"/>
              <a:gd name="T32" fmla="*/ 99 w 99"/>
              <a:gd name="T33" fmla="*/ 14 h 130"/>
              <a:gd name="T34" fmla="*/ 99 w 99"/>
              <a:gd name="T35" fmla="*/ 11 h 130"/>
              <a:gd name="T36" fmla="*/ 99 w 99"/>
              <a:gd name="T37" fmla="*/ 9 h 130"/>
              <a:gd name="T38" fmla="*/ 90 w 99"/>
              <a:gd name="T3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9" h="130">
                <a:moveTo>
                  <a:pt x="90" y="0"/>
                </a:moveTo>
                <a:cubicBezTo>
                  <a:pt x="90" y="0"/>
                  <a:pt x="90" y="0"/>
                  <a:pt x="90" y="0"/>
                </a:cubicBezTo>
                <a:cubicBezTo>
                  <a:pt x="88" y="0"/>
                  <a:pt x="85" y="1"/>
                  <a:pt x="84" y="3"/>
                </a:cubicBezTo>
                <a:cubicBezTo>
                  <a:pt x="82" y="4"/>
                  <a:pt x="82" y="4"/>
                  <a:pt x="82" y="4"/>
                </a:cubicBezTo>
                <a:cubicBezTo>
                  <a:pt x="82" y="4"/>
                  <a:pt x="82" y="4"/>
                  <a:pt x="82" y="4"/>
                </a:cubicBezTo>
                <a:cubicBezTo>
                  <a:pt x="80" y="6"/>
                  <a:pt x="80" y="6"/>
                  <a:pt x="80" y="6"/>
                </a:cubicBezTo>
                <a:cubicBezTo>
                  <a:pt x="9" y="77"/>
                  <a:pt x="9" y="77"/>
                  <a:pt x="9" y="77"/>
                </a:cubicBezTo>
                <a:cubicBezTo>
                  <a:pt x="4" y="82"/>
                  <a:pt x="4" y="82"/>
                  <a:pt x="4" y="82"/>
                </a:cubicBezTo>
                <a:cubicBezTo>
                  <a:pt x="0" y="86"/>
                  <a:pt x="0" y="91"/>
                  <a:pt x="4" y="94"/>
                </a:cubicBezTo>
                <a:cubicBezTo>
                  <a:pt x="4" y="95"/>
                  <a:pt x="4" y="95"/>
                  <a:pt x="5" y="95"/>
                </a:cubicBezTo>
                <a:cubicBezTo>
                  <a:pt x="5" y="95"/>
                  <a:pt x="5" y="95"/>
                  <a:pt x="5" y="95"/>
                </a:cubicBezTo>
                <a:cubicBezTo>
                  <a:pt x="27" y="117"/>
                  <a:pt x="57" y="130"/>
                  <a:pt x="90" y="130"/>
                </a:cubicBezTo>
                <a:cubicBezTo>
                  <a:pt x="90" y="130"/>
                  <a:pt x="90" y="130"/>
                  <a:pt x="90" y="130"/>
                </a:cubicBezTo>
                <a:cubicBezTo>
                  <a:pt x="95" y="130"/>
                  <a:pt x="99" y="127"/>
                  <a:pt x="99" y="122"/>
                </a:cubicBezTo>
                <a:cubicBezTo>
                  <a:pt x="99" y="114"/>
                  <a:pt x="99" y="114"/>
                  <a:pt x="99" y="114"/>
                </a:cubicBezTo>
                <a:cubicBezTo>
                  <a:pt x="99" y="55"/>
                  <a:pt x="99" y="55"/>
                  <a:pt x="99" y="55"/>
                </a:cubicBezTo>
                <a:cubicBezTo>
                  <a:pt x="99" y="14"/>
                  <a:pt x="99" y="14"/>
                  <a:pt x="99" y="14"/>
                </a:cubicBezTo>
                <a:cubicBezTo>
                  <a:pt x="99" y="11"/>
                  <a:pt x="99" y="11"/>
                  <a:pt x="99" y="11"/>
                </a:cubicBezTo>
                <a:cubicBezTo>
                  <a:pt x="99" y="9"/>
                  <a:pt x="99" y="9"/>
                  <a:pt x="99" y="9"/>
                </a:cubicBezTo>
                <a:cubicBezTo>
                  <a:pt x="99" y="4"/>
                  <a:pt x="95" y="0"/>
                  <a:pt x="90" y="0"/>
                </a:cubicBezTo>
                <a:close/>
              </a:path>
            </a:pathLst>
          </a:custGeom>
          <a:solidFill>
            <a:srgbClr val="8FC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 name="Freeform 30"/>
          <p:cNvSpPr>
            <a:spLocks/>
          </p:cNvSpPr>
          <p:nvPr/>
        </p:nvSpPr>
        <p:spPr bwMode="auto">
          <a:xfrm>
            <a:off x="1876425" y="5443538"/>
            <a:ext cx="950913" cy="712788"/>
          </a:xfrm>
          <a:custGeom>
            <a:avLst/>
            <a:gdLst>
              <a:gd name="T0" fmla="*/ 128 w 131"/>
              <a:gd name="T1" fmla="*/ 3 h 98"/>
              <a:gd name="T2" fmla="*/ 128 w 131"/>
              <a:gd name="T3" fmla="*/ 3 h 98"/>
              <a:gd name="T4" fmla="*/ 121 w 131"/>
              <a:gd name="T5" fmla="*/ 0 h 98"/>
              <a:gd name="T6" fmla="*/ 119 w 131"/>
              <a:gd name="T7" fmla="*/ 0 h 98"/>
              <a:gd name="T8" fmla="*/ 119 w 131"/>
              <a:gd name="T9" fmla="*/ 0 h 98"/>
              <a:gd name="T10" fmla="*/ 116 w 131"/>
              <a:gd name="T11" fmla="*/ 0 h 98"/>
              <a:gd name="T12" fmla="*/ 16 w 131"/>
              <a:gd name="T13" fmla="*/ 0 h 98"/>
              <a:gd name="T14" fmla="*/ 8 w 131"/>
              <a:gd name="T15" fmla="*/ 0 h 98"/>
              <a:gd name="T16" fmla="*/ 0 w 131"/>
              <a:gd name="T17" fmla="*/ 8 h 98"/>
              <a:gd name="T18" fmla="*/ 0 w 131"/>
              <a:gd name="T19" fmla="*/ 10 h 98"/>
              <a:gd name="T20" fmla="*/ 0 w 131"/>
              <a:gd name="T21" fmla="*/ 10 h 98"/>
              <a:gd name="T22" fmla="*/ 36 w 131"/>
              <a:gd name="T23" fmla="*/ 95 h 98"/>
              <a:gd name="T24" fmla="*/ 36 w 131"/>
              <a:gd name="T25" fmla="*/ 95 h 98"/>
              <a:gd name="T26" fmla="*/ 47 w 131"/>
              <a:gd name="T27" fmla="*/ 95 h 98"/>
              <a:gd name="T28" fmla="*/ 53 w 131"/>
              <a:gd name="T29" fmla="*/ 89 h 98"/>
              <a:gd name="T30" fmla="*/ 95 w 131"/>
              <a:gd name="T31" fmla="*/ 48 h 98"/>
              <a:gd name="T32" fmla="*/ 124 w 131"/>
              <a:gd name="T33" fmla="*/ 19 h 98"/>
              <a:gd name="T34" fmla="*/ 126 w 131"/>
              <a:gd name="T35" fmla="*/ 17 h 98"/>
              <a:gd name="T36" fmla="*/ 128 w 131"/>
              <a:gd name="T37" fmla="*/ 15 h 98"/>
              <a:gd name="T38" fmla="*/ 128 w 131"/>
              <a:gd name="T39" fmla="*/ 3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1" h="98">
                <a:moveTo>
                  <a:pt x="128" y="3"/>
                </a:moveTo>
                <a:cubicBezTo>
                  <a:pt x="128" y="3"/>
                  <a:pt x="128" y="3"/>
                  <a:pt x="128" y="3"/>
                </a:cubicBezTo>
                <a:cubicBezTo>
                  <a:pt x="126" y="1"/>
                  <a:pt x="124" y="0"/>
                  <a:pt x="121" y="0"/>
                </a:cubicBezTo>
                <a:cubicBezTo>
                  <a:pt x="119" y="0"/>
                  <a:pt x="119" y="0"/>
                  <a:pt x="119" y="0"/>
                </a:cubicBezTo>
                <a:cubicBezTo>
                  <a:pt x="119" y="0"/>
                  <a:pt x="119" y="0"/>
                  <a:pt x="119" y="0"/>
                </a:cubicBezTo>
                <a:cubicBezTo>
                  <a:pt x="116" y="0"/>
                  <a:pt x="116" y="0"/>
                  <a:pt x="116" y="0"/>
                </a:cubicBezTo>
                <a:cubicBezTo>
                  <a:pt x="16" y="0"/>
                  <a:pt x="16" y="0"/>
                  <a:pt x="16" y="0"/>
                </a:cubicBezTo>
                <a:cubicBezTo>
                  <a:pt x="8" y="0"/>
                  <a:pt x="8" y="0"/>
                  <a:pt x="8" y="0"/>
                </a:cubicBezTo>
                <a:cubicBezTo>
                  <a:pt x="4" y="0"/>
                  <a:pt x="0" y="4"/>
                  <a:pt x="0" y="8"/>
                </a:cubicBezTo>
                <a:cubicBezTo>
                  <a:pt x="0" y="9"/>
                  <a:pt x="0" y="9"/>
                  <a:pt x="0" y="10"/>
                </a:cubicBezTo>
                <a:cubicBezTo>
                  <a:pt x="0" y="10"/>
                  <a:pt x="0" y="10"/>
                  <a:pt x="0" y="10"/>
                </a:cubicBezTo>
                <a:cubicBezTo>
                  <a:pt x="0" y="41"/>
                  <a:pt x="12" y="71"/>
                  <a:pt x="36" y="95"/>
                </a:cubicBezTo>
                <a:cubicBezTo>
                  <a:pt x="36" y="95"/>
                  <a:pt x="36" y="95"/>
                  <a:pt x="36" y="95"/>
                </a:cubicBezTo>
                <a:cubicBezTo>
                  <a:pt x="39" y="98"/>
                  <a:pt x="44" y="98"/>
                  <a:pt x="47" y="95"/>
                </a:cubicBezTo>
                <a:cubicBezTo>
                  <a:pt x="53" y="89"/>
                  <a:pt x="53" y="89"/>
                  <a:pt x="53" y="89"/>
                </a:cubicBezTo>
                <a:cubicBezTo>
                  <a:pt x="95" y="48"/>
                  <a:pt x="95" y="48"/>
                  <a:pt x="95" y="48"/>
                </a:cubicBezTo>
                <a:cubicBezTo>
                  <a:pt x="124" y="19"/>
                  <a:pt x="124" y="19"/>
                  <a:pt x="124" y="19"/>
                </a:cubicBezTo>
                <a:cubicBezTo>
                  <a:pt x="126" y="17"/>
                  <a:pt x="126" y="17"/>
                  <a:pt x="126" y="17"/>
                </a:cubicBezTo>
                <a:cubicBezTo>
                  <a:pt x="128" y="15"/>
                  <a:pt x="128" y="15"/>
                  <a:pt x="128" y="15"/>
                </a:cubicBezTo>
                <a:cubicBezTo>
                  <a:pt x="131" y="12"/>
                  <a:pt x="131" y="7"/>
                  <a:pt x="128" y="3"/>
                </a:cubicBezTo>
                <a:close/>
              </a:path>
            </a:pathLst>
          </a:custGeom>
          <a:solidFill>
            <a:srgbClr val="8FC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 name="Freeform 31"/>
          <p:cNvSpPr>
            <a:spLocks/>
          </p:cNvSpPr>
          <p:nvPr/>
        </p:nvSpPr>
        <p:spPr bwMode="auto">
          <a:xfrm>
            <a:off x="3016250" y="5443538"/>
            <a:ext cx="957263" cy="712788"/>
          </a:xfrm>
          <a:custGeom>
            <a:avLst/>
            <a:gdLst>
              <a:gd name="T0" fmla="*/ 131 w 132"/>
              <a:gd name="T1" fmla="*/ 10 h 98"/>
              <a:gd name="T2" fmla="*/ 132 w 132"/>
              <a:gd name="T3" fmla="*/ 8 h 98"/>
              <a:gd name="T4" fmla="*/ 123 w 132"/>
              <a:gd name="T5" fmla="*/ 0 h 98"/>
              <a:gd name="T6" fmla="*/ 115 w 132"/>
              <a:gd name="T7" fmla="*/ 0 h 98"/>
              <a:gd name="T8" fmla="*/ 16 w 132"/>
              <a:gd name="T9" fmla="*/ 0 h 98"/>
              <a:gd name="T10" fmla="*/ 12 w 132"/>
              <a:gd name="T11" fmla="*/ 0 h 98"/>
              <a:gd name="T12" fmla="*/ 13 w 132"/>
              <a:gd name="T13" fmla="*/ 0 h 98"/>
              <a:gd name="T14" fmla="*/ 10 w 132"/>
              <a:gd name="T15" fmla="*/ 0 h 98"/>
              <a:gd name="T16" fmla="*/ 4 w 132"/>
              <a:gd name="T17" fmla="*/ 3 h 98"/>
              <a:gd name="T18" fmla="*/ 4 w 132"/>
              <a:gd name="T19" fmla="*/ 3 h 98"/>
              <a:gd name="T20" fmla="*/ 4 w 132"/>
              <a:gd name="T21" fmla="*/ 15 h 98"/>
              <a:gd name="T22" fmla="*/ 6 w 132"/>
              <a:gd name="T23" fmla="*/ 17 h 98"/>
              <a:gd name="T24" fmla="*/ 8 w 132"/>
              <a:gd name="T25" fmla="*/ 19 h 98"/>
              <a:gd name="T26" fmla="*/ 36 w 132"/>
              <a:gd name="T27" fmla="*/ 48 h 98"/>
              <a:gd name="T28" fmla="*/ 78 w 132"/>
              <a:gd name="T29" fmla="*/ 89 h 98"/>
              <a:gd name="T30" fmla="*/ 84 w 132"/>
              <a:gd name="T31" fmla="*/ 95 h 98"/>
              <a:gd name="T32" fmla="*/ 96 w 132"/>
              <a:gd name="T33" fmla="*/ 95 h 98"/>
              <a:gd name="T34" fmla="*/ 96 w 132"/>
              <a:gd name="T35" fmla="*/ 95 h 98"/>
              <a:gd name="T36" fmla="*/ 132 w 132"/>
              <a:gd name="T37" fmla="*/ 10 h 98"/>
              <a:gd name="T38" fmla="*/ 131 w 132"/>
              <a:gd name="T39" fmla="*/ 1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2" h="98">
                <a:moveTo>
                  <a:pt x="131" y="10"/>
                </a:moveTo>
                <a:cubicBezTo>
                  <a:pt x="132" y="9"/>
                  <a:pt x="132" y="9"/>
                  <a:pt x="132" y="8"/>
                </a:cubicBezTo>
                <a:cubicBezTo>
                  <a:pt x="132" y="4"/>
                  <a:pt x="128" y="0"/>
                  <a:pt x="123" y="0"/>
                </a:cubicBezTo>
                <a:cubicBezTo>
                  <a:pt x="115" y="0"/>
                  <a:pt x="115" y="0"/>
                  <a:pt x="115" y="0"/>
                </a:cubicBezTo>
                <a:cubicBezTo>
                  <a:pt x="16" y="0"/>
                  <a:pt x="16" y="0"/>
                  <a:pt x="16" y="0"/>
                </a:cubicBezTo>
                <a:cubicBezTo>
                  <a:pt x="12" y="0"/>
                  <a:pt x="12" y="0"/>
                  <a:pt x="12" y="0"/>
                </a:cubicBezTo>
                <a:cubicBezTo>
                  <a:pt x="13" y="0"/>
                  <a:pt x="13" y="0"/>
                  <a:pt x="13" y="0"/>
                </a:cubicBezTo>
                <a:cubicBezTo>
                  <a:pt x="10" y="0"/>
                  <a:pt x="10" y="0"/>
                  <a:pt x="10" y="0"/>
                </a:cubicBezTo>
                <a:cubicBezTo>
                  <a:pt x="8" y="0"/>
                  <a:pt x="5" y="1"/>
                  <a:pt x="4" y="3"/>
                </a:cubicBezTo>
                <a:cubicBezTo>
                  <a:pt x="4" y="3"/>
                  <a:pt x="4" y="3"/>
                  <a:pt x="4" y="3"/>
                </a:cubicBezTo>
                <a:cubicBezTo>
                  <a:pt x="0" y="7"/>
                  <a:pt x="0" y="12"/>
                  <a:pt x="4" y="15"/>
                </a:cubicBezTo>
                <a:cubicBezTo>
                  <a:pt x="6" y="17"/>
                  <a:pt x="6" y="17"/>
                  <a:pt x="6" y="17"/>
                </a:cubicBezTo>
                <a:cubicBezTo>
                  <a:pt x="8" y="19"/>
                  <a:pt x="8" y="19"/>
                  <a:pt x="8" y="19"/>
                </a:cubicBezTo>
                <a:cubicBezTo>
                  <a:pt x="36" y="48"/>
                  <a:pt x="36" y="48"/>
                  <a:pt x="36" y="48"/>
                </a:cubicBezTo>
                <a:cubicBezTo>
                  <a:pt x="78" y="89"/>
                  <a:pt x="78" y="89"/>
                  <a:pt x="78" y="89"/>
                </a:cubicBezTo>
                <a:cubicBezTo>
                  <a:pt x="84" y="95"/>
                  <a:pt x="84" y="95"/>
                  <a:pt x="84" y="95"/>
                </a:cubicBezTo>
                <a:cubicBezTo>
                  <a:pt x="87" y="98"/>
                  <a:pt x="93" y="98"/>
                  <a:pt x="96" y="95"/>
                </a:cubicBezTo>
                <a:cubicBezTo>
                  <a:pt x="96" y="95"/>
                  <a:pt x="96" y="95"/>
                  <a:pt x="96" y="95"/>
                </a:cubicBezTo>
                <a:cubicBezTo>
                  <a:pt x="119" y="71"/>
                  <a:pt x="131" y="41"/>
                  <a:pt x="132" y="10"/>
                </a:cubicBezTo>
                <a:lnTo>
                  <a:pt x="131" y="10"/>
                </a:lnTo>
                <a:close/>
              </a:path>
            </a:pathLst>
          </a:custGeom>
          <a:solidFill>
            <a:srgbClr val="8FC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 name="Freeform 32"/>
          <p:cNvSpPr>
            <a:spLocks/>
          </p:cNvSpPr>
          <p:nvPr/>
        </p:nvSpPr>
        <p:spPr bwMode="auto">
          <a:xfrm>
            <a:off x="3494088" y="6046788"/>
            <a:ext cx="2322513" cy="458788"/>
          </a:xfrm>
          <a:custGeom>
            <a:avLst/>
            <a:gdLst>
              <a:gd name="T0" fmla="*/ 691 w 1463"/>
              <a:gd name="T1" fmla="*/ 0 h 289"/>
              <a:gd name="T2" fmla="*/ 631 w 1463"/>
              <a:gd name="T3" fmla="*/ 82 h 289"/>
              <a:gd name="T4" fmla="*/ 627 w 1463"/>
              <a:gd name="T5" fmla="*/ 82 h 289"/>
              <a:gd name="T6" fmla="*/ 513 w 1463"/>
              <a:gd name="T7" fmla="*/ 234 h 289"/>
              <a:gd name="T8" fmla="*/ 78 w 1463"/>
              <a:gd name="T9" fmla="*/ 238 h 289"/>
              <a:gd name="T10" fmla="*/ 78 w 1463"/>
              <a:gd name="T11" fmla="*/ 238 h 289"/>
              <a:gd name="T12" fmla="*/ 37 w 1463"/>
              <a:gd name="T13" fmla="*/ 238 h 289"/>
              <a:gd name="T14" fmla="*/ 0 w 1463"/>
              <a:gd name="T15" fmla="*/ 289 h 289"/>
              <a:gd name="T16" fmla="*/ 78 w 1463"/>
              <a:gd name="T17" fmla="*/ 289 h 289"/>
              <a:gd name="T18" fmla="*/ 316 w 1463"/>
              <a:gd name="T19" fmla="*/ 289 h 289"/>
              <a:gd name="T20" fmla="*/ 535 w 1463"/>
              <a:gd name="T21" fmla="*/ 289 h 289"/>
              <a:gd name="T22" fmla="*/ 599 w 1463"/>
              <a:gd name="T23" fmla="*/ 206 h 289"/>
              <a:gd name="T24" fmla="*/ 599 w 1463"/>
              <a:gd name="T25" fmla="*/ 206 h 289"/>
              <a:gd name="T26" fmla="*/ 714 w 1463"/>
              <a:gd name="T27" fmla="*/ 55 h 289"/>
              <a:gd name="T28" fmla="*/ 1427 w 1463"/>
              <a:gd name="T29" fmla="*/ 55 h 289"/>
              <a:gd name="T30" fmla="*/ 1463 w 1463"/>
              <a:gd name="T31" fmla="*/ 0 h 289"/>
              <a:gd name="T32" fmla="*/ 691 w 1463"/>
              <a:gd name="T33" fmla="*/ 0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3" h="289">
                <a:moveTo>
                  <a:pt x="691" y="0"/>
                </a:moveTo>
                <a:lnTo>
                  <a:pt x="631" y="82"/>
                </a:lnTo>
                <a:lnTo>
                  <a:pt x="627" y="82"/>
                </a:lnTo>
                <a:lnTo>
                  <a:pt x="513" y="234"/>
                </a:lnTo>
                <a:lnTo>
                  <a:pt x="78" y="238"/>
                </a:lnTo>
                <a:lnTo>
                  <a:pt x="78" y="238"/>
                </a:lnTo>
                <a:lnTo>
                  <a:pt x="37" y="238"/>
                </a:lnTo>
                <a:lnTo>
                  <a:pt x="0" y="289"/>
                </a:lnTo>
                <a:lnTo>
                  <a:pt x="78" y="289"/>
                </a:lnTo>
                <a:lnTo>
                  <a:pt x="316" y="289"/>
                </a:lnTo>
                <a:lnTo>
                  <a:pt x="535" y="289"/>
                </a:lnTo>
                <a:lnTo>
                  <a:pt x="599" y="206"/>
                </a:lnTo>
                <a:lnTo>
                  <a:pt x="599" y="206"/>
                </a:lnTo>
                <a:lnTo>
                  <a:pt x="714" y="55"/>
                </a:lnTo>
                <a:lnTo>
                  <a:pt x="1427" y="55"/>
                </a:lnTo>
                <a:lnTo>
                  <a:pt x="1463" y="0"/>
                </a:lnTo>
                <a:lnTo>
                  <a:pt x="691" y="0"/>
                </a:lnTo>
                <a:close/>
              </a:path>
            </a:pathLst>
          </a:custGeom>
          <a:solidFill>
            <a:srgbClr val="8FC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 name="Freeform 33"/>
          <p:cNvSpPr>
            <a:spLocks/>
          </p:cNvSpPr>
          <p:nvPr/>
        </p:nvSpPr>
        <p:spPr bwMode="auto">
          <a:xfrm>
            <a:off x="3494088" y="4235450"/>
            <a:ext cx="2322513" cy="458788"/>
          </a:xfrm>
          <a:custGeom>
            <a:avLst/>
            <a:gdLst>
              <a:gd name="T0" fmla="*/ 691 w 1463"/>
              <a:gd name="T1" fmla="*/ 289 h 289"/>
              <a:gd name="T2" fmla="*/ 631 w 1463"/>
              <a:gd name="T3" fmla="*/ 206 h 289"/>
              <a:gd name="T4" fmla="*/ 627 w 1463"/>
              <a:gd name="T5" fmla="*/ 206 h 289"/>
              <a:gd name="T6" fmla="*/ 513 w 1463"/>
              <a:gd name="T7" fmla="*/ 55 h 289"/>
              <a:gd name="T8" fmla="*/ 78 w 1463"/>
              <a:gd name="T9" fmla="*/ 55 h 289"/>
              <a:gd name="T10" fmla="*/ 78 w 1463"/>
              <a:gd name="T11" fmla="*/ 55 h 289"/>
              <a:gd name="T12" fmla="*/ 37 w 1463"/>
              <a:gd name="T13" fmla="*/ 55 h 289"/>
              <a:gd name="T14" fmla="*/ 0 w 1463"/>
              <a:gd name="T15" fmla="*/ 0 h 289"/>
              <a:gd name="T16" fmla="*/ 78 w 1463"/>
              <a:gd name="T17" fmla="*/ 0 h 289"/>
              <a:gd name="T18" fmla="*/ 316 w 1463"/>
              <a:gd name="T19" fmla="*/ 0 h 289"/>
              <a:gd name="T20" fmla="*/ 535 w 1463"/>
              <a:gd name="T21" fmla="*/ 0 h 289"/>
              <a:gd name="T22" fmla="*/ 599 w 1463"/>
              <a:gd name="T23" fmla="*/ 83 h 289"/>
              <a:gd name="T24" fmla="*/ 599 w 1463"/>
              <a:gd name="T25" fmla="*/ 83 h 289"/>
              <a:gd name="T26" fmla="*/ 714 w 1463"/>
              <a:gd name="T27" fmla="*/ 234 h 289"/>
              <a:gd name="T28" fmla="*/ 1427 w 1463"/>
              <a:gd name="T29" fmla="*/ 238 h 289"/>
              <a:gd name="T30" fmla="*/ 1463 w 1463"/>
              <a:gd name="T31" fmla="*/ 289 h 289"/>
              <a:gd name="T32" fmla="*/ 691 w 1463"/>
              <a:gd name="T33" fmla="*/ 289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3" h="289">
                <a:moveTo>
                  <a:pt x="691" y="289"/>
                </a:moveTo>
                <a:lnTo>
                  <a:pt x="631" y="206"/>
                </a:lnTo>
                <a:lnTo>
                  <a:pt x="627" y="206"/>
                </a:lnTo>
                <a:lnTo>
                  <a:pt x="513" y="55"/>
                </a:lnTo>
                <a:lnTo>
                  <a:pt x="78" y="55"/>
                </a:lnTo>
                <a:lnTo>
                  <a:pt x="78" y="55"/>
                </a:lnTo>
                <a:lnTo>
                  <a:pt x="37" y="55"/>
                </a:lnTo>
                <a:lnTo>
                  <a:pt x="0" y="0"/>
                </a:lnTo>
                <a:lnTo>
                  <a:pt x="78" y="0"/>
                </a:lnTo>
                <a:lnTo>
                  <a:pt x="316" y="0"/>
                </a:lnTo>
                <a:lnTo>
                  <a:pt x="535" y="0"/>
                </a:lnTo>
                <a:lnTo>
                  <a:pt x="599" y="83"/>
                </a:lnTo>
                <a:lnTo>
                  <a:pt x="599" y="83"/>
                </a:lnTo>
                <a:lnTo>
                  <a:pt x="714" y="234"/>
                </a:lnTo>
                <a:lnTo>
                  <a:pt x="1427" y="238"/>
                </a:lnTo>
                <a:lnTo>
                  <a:pt x="1463" y="289"/>
                </a:lnTo>
                <a:lnTo>
                  <a:pt x="691" y="289"/>
                </a:lnTo>
                <a:close/>
              </a:path>
            </a:pathLst>
          </a:custGeom>
          <a:solidFill>
            <a:srgbClr val="8FC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 name="Freeform 37"/>
          <p:cNvSpPr>
            <a:spLocks/>
          </p:cNvSpPr>
          <p:nvPr/>
        </p:nvSpPr>
        <p:spPr bwMode="auto">
          <a:xfrm>
            <a:off x="9867900" y="4860925"/>
            <a:ext cx="209550" cy="225425"/>
          </a:xfrm>
          <a:custGeom>
            <a:avLst/>
            <a:gdLst>
              <a:gd name="T0" fmla="*/ 14 w 29"/>
              <a:gd name="T1" fmla="*/ 31 h 31"/>
              <a:gd name="T2" fmla="*/ 27 w 29"/>
              <a:gd name="T3" fmla="*/ 17 h 31"/>
              <a:gd name="T4" fmla="*/ 26 w 29"/>
              <a:gd name="T5" fmla="*/ 11 h 31"/>
              <a:gd name="T6" fmla="*/ 29 w 29"/>
              <a:gd name="T7" fmla="*/ 6 h 31"/>
              <a:gd name="T8" fmla="*/ 23 w 29"/>
              <a:gd name="T9" fmla="*/ 0 h 31"/>
              <a:gd name="T10" fmla="*/ 17 w 29"/>
              <a:gd name="T11" fmla="*/ 3 h 31"/>
              <a:gd name="T12" fmla="*/ 14 w 29"/>
              <a:gd name="T13" fmla="*/ 3 h 31"/>
              <a:gd name="T14" fmla="*/ 0 w 29"/>
              <a:gd name="T15" fmla="*/ 17 h 31"/>
              <a:gd name="T16" fmla="*/ 14 w 29"/>
              <a:gd name="T17"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1">
                <a:moveTo>
                  <a:pt x="14" y="31"/>
                </a:moveTo>
                <a:cubicBezTo>
                  <a:pt x="21" y="31"/>
                  <a:pt x="27" y="24"/>
                  <a:pt x="27" y="17"/>
                </a:cubicBezTo>
                <a:cubicBezTo>
                  <a:pt x="27" y="15"/>
                  <a:pt x="27" y="13"/>
                  <a:pt x="26" y="11"/>
                </a:cubicBezTo>
                <a:cubicBezTo>
                  <a:pt x="28" y="10"/>
                  <a:pt x="29" y="8"/>
                  <a:pt x="29" y="6"/>
                </a:cubicBezTo>
                <a:cubicBezTo>
                  <a:pt x="29" y="3"/>
                  <a:pt x="26" y="0"/>
                  <a:pt x="23" y="0"/>
                </a:cubicBezTo>
                <a:cubicBezTo>
                  <a:pt x="20" y="0"/>
                  <a:pt x="18" y="1"/>
                  <a:pt x="17" y="3"/>
                </a:cubicBezTo>
                <a:cubicBezTo>
                  <a:pt x="16" y="3"/>
                  <a:pt x="15" y="3"/>
                  <a:pt x="14" y="3"/>
                </a:cubicBezTo>
                <a:cubicBezTo>
                  <a:pt x="6" y="3"/>
                  <a:pt x="0" y="9"/>
                  <a:pt x="0" y="17"/>
                </a:cubicBezTo>
                <a:cubicBezTo>
                  <a:pt x="0" y="24"/>
                  <a:pt x="6" y="31"/>
                  <a:pt x="14" y="31"/>
                </a:cubicBezTo>
                <a:close/>
              </a:path>
            </a:pathLst>
          </a:custGeom>
          <a:solidFill>
            <a:srgbClr val="F398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0" name="Freeform 38"/>
          <p:cNvSpPr>
            <a:spLocks/>
          </p:cNvSpPr>
          <p:nvPr/>
        </p:nvSpPr>
        <p:spPr bwMode="auto">
          <a:xfrm>
            <a:off x="9650413" y="5035550"/>
            <a:ext cx="711200" cy="850900"/>
          </a:xfrm>
          <a:custGeom>
            <a:avLst/>
            <a:gdLst>
              <a:gd name="T0" fmla="*/ 93 w 98"/>
              <a:gd name="T1" fmla="*/ 47 h 117"/>
              <a:gd name="T2" fmla="*/ 86 w 98"/>
              <a:gd name="T3" fmla="*/ 28 h 117"/>
              <a:gd name="T4" fmla="*/ 85 w 98"/>
              <a:gd name="T5" fmla="*/ 26 h 117"/>
              <a:gd name="T6" fmla="*/ 84 w 98"/>
              <a:gd name="T7" fmla="*/ 25 h 117"/>
              <a:gd name="T8" fmla="*/ 69 w 98"/>
              <a:gd name="T9" fmla="*/ 3 h 117"/>
              <a:gd name="T10" fmla="*/ 64 w 98"/>
              <a:gd name="T11" fmla="*/ 0 h 117"/>
              <a:gd name="T12" fmla="*/ 66 w 98"/>
              <a:gd name="T13" fmla="*/ 0 h 117"/>
              <a:gd name="T14" fmla="*/ 63 w 98"/>
              <a:gd name="T15" fmla="*/ 0 h 117"/>
              <a:gd name="T16" fmla="*/ 59 w 98"/>
              <a:gd name="T17" fmla="*/ 0 h 117"/>
              <a:gd name="T18" fmla="*/ 44 w 98"/>
              <a:gd name="T19" fmla="*/ 10 h 117"/>
              <a:gd name="T20" fmla="*/ 28 w 98"/>
              <a:gd name="T21" fmla="*/ 0 h 117"/>
              <a:gd name="T22" fmla="*/ 23 w 98"/>
              <a:gd name="T23" fmla="*/ 0 h 117"/>
              <a:gd name="T24" fmla="*/ 23 w 98"/>
              <a:gd name="T25" fmla="*/ 0 h 117"/>
              <a:gd name="T26" fmla="*/ 17 w 98"/>
              <a:gd name="T27" fmla="*/ 3 h 117"/>
              <a:gd name="T28" fmla="*/ 2 w 98"/>
              <a:gd name="T29" fmla="*/ 25 h 117"/>
              <a:gd name="T30" fmla="*/ 3 w 98"/>
              <a:gd name="T31" fmla="*/ 34 h 117"/>
              <a:gd name="T32" fmla="*/ 4 w 98"/>
              <a:gd name="T33" fmla="*/ 34 h 117"/>
              <a:gd name="T34" fmla="*/ 20 w 98"/>
              <a:gd name="T35" fmla="*/ 47 h 117"/>
              <a:gd name="T36" fmla="*/ 20 w 98"/>
              <a:gd name="T37" fmla="*/ 47 h 117"/>
              <a:gd name="T38" fmla="*/ 20 w 98"/>
              <a:gd name="T39" fmla="*/ 31 h 117"/>
              <a:gd name="T40" fmla="*/ 16 w 98"/>
              <a:gd name="T41" fmla="*/ 27 h 117"/>
              <a:gd name="T42" fmla="*/ 23 w 98"/>
              <a:gd name="T43" fmla="*/ 16 h 117"/>
              <a:gd name="T44" fmla="*/ 23 w 98"/>
              <a:gd name="T45" fmla="*/ 34 h 117"/>
              <a:gd name="T46" fmla="*/ 23 w 98"/>
              <a:gd name="T47" fmla="*/ 48 h 117"/>
              <a:gd name="T48" fmla="*/ 23 w 98"/>
              <a:gd name="T49" fmla="*/ 59 h 117"/>
              <a:gd name="T50" fmla="*/ 23 w 98"/>
              <a:gd name="T51" fmla="*/ 59 h 117"/>
              <a:gd name="T52" fmla="*/ 13 w 98"/>
              <a:gd name="T53" fmla="*/ 82 h 117"/>
              <a:gd name="T54" fmla="*/ 12 w 98"/>
              <a:gd name="T55" fmla="*/ 85 h 117"/>
              <a:gd name="T56" fmla="*/ 13 w 98"/>
              <a:gd name="T57" fmla="*/ 88 h 117"/>
              <a:gd name="T58" fmla="*/ 21 w 98"/>
              <a:gd name="T59" fmla="*/ 111 h 117"/>
              <a:gd name="T60" fmla="*/ 31 w 98"/>
              <a:gd name="T61" fmla="*/ 115 h 117"/>
              <a:gd name="T62" fmla="*/ 36 w 98"/>
              <a:gd name="T63" fmla="*/ 105 h 117"/>
              <a:gd name="T64" fmla="*/ 28 w 98"/>
              <a:gd name="T65" fmla="*/ 86 h 117"/>
              <a:gd name="T66" fmla="*/ 29 w 98"/>
              <a:gd name="T67" fmla="*/ 85 h 117"/>
              <a:gd name="T68" fmla="*/ 58 w 98"/>
              <a:gd name="T69" fmla="*/ 85 h 117"/>
              <a:gd name="T70" fmla="*/ 51 w 98"/>
              <a:gd name="T71" fmla="*/ 104 h 117"/>
              <a:gd name="T72" fmla="*/ 56 w 98"/>
              <a:gd name="T73" fmla="*/ 114 h 117"/>
              <a:gd name="T74" fmla="*/ 66 w 98"/>
              <a:gd name="T75" fmla="*/ 110 h 117"/>
              <a:gd name="T76" fmla="*/ 74 w 98"/>
              <a:gd name="T77" fmla="*/ 87 h 117"/>
              <a:gd name="T78" fmla="*/ 75 w 98"/>
              <a:gd name="T79" fmla="*/ 85 h 117"/>
              <a:gd name="T80" fmla="*/ 75 w 98"/>
              <a:gd name="T81" fmla="*/ 85 h 117"/>
              <a:gd name="T82" fmla="*/ 75 w 98"/>
              <a:gd name="T83" fmla="*/ 85 h 117"/>
              <a:gd name="T84" fmla="*/ 75 w 98"/>
              <a:gd name="T85" fmla="*/ 84 h 117"/>
              <a:gd name="T86" fmla="*/ 74 w 98"/>
              <a:gd name="T87" fmla="*/ 81 h 117"/>
              <a:gd name="T88" fmla="*/ 64 w 98"/>
              <a:gd name="T89" fmla="*/ 58 h 117"/>
              <a:gd name="T90" fmla="*/ 64 w 98"/>
              <a:gd name="T91" fmla="*/ 17 h 117"/>
              <a:gd name="T92" fmla="*/ 74 w 98"/>
              <a:gd name="T93" fmla="*/ 32 h 117"/>
              <a:gd name="T94" fmla="*/ 74 w 98"/>
              <a:gd name="T95" fmla="*/ 33 h 117"/>
              <a:gd name="T96" fmla="*/ 81 w 98"/>
              <a:gd name="T97" fmla="*/ 52 h 117"/>
              <a:gd name="T98" fmla="*/ 86 w 98"/>
              <a:gd name="T99" fmla="*/ 56 h 117"/>
              <a:gd name="T100" fmla="*/ 86 w 98"/>
              <a:gd name="T101" fmla="*/ 113 h 117"/>
              <a:gd name="T102" fmla="*/ 87 w 98"/>
              <a:gd name="T103" fmla="*/ 115 h 117"/>
              <a:gd name="T104" fmla="*/ 89 w 98"/>
              <a:gd name="T105" fmla="*/ 113 h 117"/>
              <a:gd name="T106" fmla="*/ 89 w 98"/>
              <a:gd name="T107" fmla="*/ 56 h 117"/>
              <a:gd name="T108" fmla="*/ 89 w 98"/>
              <a:gd name="T109" fmla="*/ 56 h 117"/>
              <a:gd name="T110" fmla="*/ 93 w 98"/>
              <a:gd name="T111" fmla="*/ 51 h 117"/>
              <a:gd name="T112" fmla="*/ 95 w 98"/>
              <a:gd name="T113" fmla="*/ 54 h 117"/>
              <a:gd name="T114" fmla="*/ 97 w 98"/>
              <a:gd name="T115" fmla="*/ 55 h 117"/>
              <a:gd name="T116" fmla="*/ 98 w 98"/>
              <a:gd name="T117" fmla="*/ 54 h 117"/>
              <a:gd name="T118" fmla="*/ 98 w 98"/>
              <a:gd name="T119" fmla="*/ 54 h 117"/>
              <a:gd name="T120" fmla="*/ 98 w 98"/>
              <a:gd name="T121" fmla="*/ 54 h 117"/>
              <a:gd name="T122" fmla="*/ 93 w 98"/>
              <a:gd name="T123" fmla="*/ 4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 h="117">
                <a:moveTo>
                  <a:pt x="93" y="47"/>
                </a:moveTo>
                <a:cubicBezTo>
                  <a:pt x="86" y="28"/>
                  <a:pt x="86" y="28"/>
                  <a:pt x="86" y="28"/>
                </a:cubicBezTo>
                <a:cubicBezTo>
                  <a:pt x="86" y="27"/>
                  <a:pt x="85" y="26"/>
                  <a:pt x="85" y="26"/>
                </a:cubicBezTo>
                <a:cubicBezTo>
                  <a:pt x="85" y="25"/>
                  <a:pt x="85" y="25"/>
                  <a:pt x="84" y="25"/>
                </a:cubicBezTo>
                <a:cubicBezTo>
                  <a:pt x="69" y="3"/>
                  <a:pt x="69" y="3"/>
                  <a:pt x="69" y="3"/>
                </a:cubicBezTo>
                <a:cubicBezTo>
                  <a:pt x="68" y="1"/>
                  <a:pt x="66" y="0"/>
                  <a:pt x="64" y="0"/>
                </a:cubicBezTo>
                <a:cubicBezTo>
                  <a:pt x="66" y="0"/>
                  <a:pt x="66" y="0"/>
                  <a:pt x="66" y="0"/>
                </a:cubicBezTo>
                <a:cubicBezTo>
                  <a:pt x="65" y="0"/>
                  <a:pt x="64" y="0"/>
                  <a:pt x="63" y="0"/>
                </a:cubicBezTo>
                <a:cubicBezTo>
                  <a:pt x="59" y="0"/>
                  <a:pt x="59" y="0"/>
                  <a:pt x="59" y="0"/>
                </a:cubicBezTo>
                <a:cubicBezTo>
                  <a:pt x="56" y="6"/>
                  <a:pt x="50" y="10"/>
                  <a:pt x="44" y="10"/>
                </a:cubicBezTo>
                <a:cubicBezTo>
                  <a:pt x="37" y="10"/>
                  <a:pt x="31" y="6"/>
                  <a:pt x="28" y="0"/>
                </a:cubicBezTo>
                <a:cubicBezTo>
                  <a:pt x="23" y="0"/>
                  <a:pt x="23" y="0"/>
                  <a:pt x="23" y="0"/>
                </a:cubicBezTo>
                <a:cubicBezTo>
                  <a:pt x="23" y="0"/>
                  <a:pt x="23" y="0"/>
                  <a:pt x="23" y="0"/>
                </a:cubicBezTo>
                <a:cubicBezTo>
                  <a:pt x="21" y="0"/>
                  <a:pt x="19" y="1"/>
                  <a:pt x="17" y="3"/>
                </a:cubicBezTo>
                <a:cubicBezTo>
                  <a:pt x="2" y="25"/>
                  <a:pt x="2" y="25"/>
                  <a:pt x="2" y="25"/>
                </a:cubicBezTo>
                <a:cubicBezTo>
                  <a:pt x="0" y="28"/>
                  <a:pt x="0" y="32"/>
                  <a:pt x="3" y="34"/>
                </a:cubicBezTo>
                <a:cubicBezTo>
                  <a:pt x="4" y="34"/>
                  <a:pt x="4" y="34"/>
                  <a:pt x="4" y="34"/>
                </a:cubicBezTo>
                <a:cubicBezTo>
                  <a:pt x="20" y="47"/>
                  <a:pt x="20" y="47"/>
                  <a:pt x="20" y="47"/>
                </a:cubicBezTo>
                <a:cubicBezTo>
                  <a:pt x="20" y="47"/>
                  <a:pt x="20" y="47"/>
                  <a:pt x="20" y="47"/>
                </a:cubicBezTo>
                <a:cubicBezTo>
                  <a:pt x="20" y="31"/>
                  <a:pt x="20" y="31"/>
                  <a:pt x="20" y="31"/>
                </a:cubicBezTo>
                <a:cubicBezTo>
                  <a:pt x="16" y="27"/>
                  <a:pt x="16" y="27"/>
                  <a:pt x="16" y="27"/>
                </a:cubicBezTo>
                <a:cubicBezTo>
                  <a:pt x="23" y="16"/>
                  <a:pt x="23" y="16"/>
                  <a:pt x="23" y="16"/>
                </a:cubicBezTo>
                <a:cubicBezTo>
                  <a:pt x="23" y="34"/>
                  <a:pt x="23" y="34"/>
                  <a:pt x="23" y="34"/>
                </a:cubicBezTo>
                <a:cubicBezTo>
                  <a:pt x="23" y="48"/>
                  <a:pt x="23" y="48"/>
                  <a:pt x="23" y="48"/>
                </a:cubicBezTo>
                <a:cubicBezTo>
                  <a:pt x="23" y="59"/>
                  <a:pt x="23" y="59"/>
                  <a:pt x="23" y="59"/>
                </a:cubicBezTo>
                <a:cubicBezTo>
                  <a:pt x="23" y="59"/>
                  <a:pt x="23" y="59"/>
                  <a:pt x="23" y="59"/>
                </a:cubicBezTo>
                <a:cubicBezTo>
                  <a:pt x="13" y="82"/>
                  <a:pt x="13" y="82"/>
                  <a:pt x="13" y="82"/>
                </a:cubicBezTo>
                <a:cubicBezTo>
                  <a:pt x="12" y="83"/>
                  <a:pt x="12" y="84"/>
                  <a:pt x="12" y="85"/>
                </a:cubicBezTo>
                <a:cubicBezTo>
                  <a:pt x="12" y="86"/>
                  <a:pt x="12" y="87"/>
                  <a:pt x="13" y="88"/>
                </a:cubicBezTo>
                <a:cubicBezTo>
                  <a:pt x="21" y="111"/>
                  <a:pt x="21" y="111"/>
                  <a:pt x="21" y="111"/>
                </a:cubicBezTo>
                <a:cubicBezTo>
                  <a:pt x="23" y="115"/>
                  <a:pt x="27" y="117"/>
                  <a:pt x="31" y="115"/>
                </a:cubicBezTo>
                <a:cubicBezTo>
                  <a:pt x="35" y="114"/>
                  <a:pt x="37" y="109"/>
                  <a:pt x="36" y="105"/>
                </a:cubicBezTo>
                <a:cubicBezTo>
                  <a:pt x="28" y="86"/>
                  <a:pt x="28" y="86"/>
                  <a:pt x="28" y="86"/>
                </a:cubicBezTo>
                <a:cubicBezTo>
                  <a:pt x="29" y="85"/>
                  <a:pt x="29" y="85"/>
                  <a:pt x="29" y="85"/>
                </a:cubicBezTo>
                <a:cubicBezTo>
                  <a:pt x="58" y="85"/>
                  <a:pt x="58" y="85"/>
                  <a:pt x="58" y="85"/>
                </a:cubicBezTo>
                <a:cubicBezTo>
                  <a:pt x="51" y="104"/>
                  <a:pt x="51" y="104"/>
                  <a:pt x="51" y="104"/>
                </a:cubicBezTo>
                <a:cubicBezTo>
                  <a:pt x="50" y="108"/>
                  <a:pt x="52" y="113"/>
                  <a:pt x="56" y="114"/>
                </a:cubicBezTo>
                <a:cubicBezTo>
                  <a:pt x="60" y="116"/>
                  <a:pt x="64" y="114"/>
                  <a:pt x="66" y="110"/>
                </a:cubicBezTo>
                <a:cubicBezTo>
                  <a:pt x="74" y="87"/>
                  <a:pt x="74" y="87"/>
                  <a:pt x="74" y="87"/>
                </a:cubicBezTo>
                <a:cubicBezTo>
                  <a:pt x="75" y="87"/>
                  <a:pt x="75" y="86"/>
                  <a:pt x="75" y="85"/>
                </a:cubicBezTo>
                <a:cubicBezTo>
                  <a:pt x="75" y="85"/>
                  <a:pt x="75" y="85"/>
                  <a:pt x="75" y="85"/>
                </a:cubicBezTo>
                <a:cubicBezTo>
                  <a:pt x="75" y="85"/>
                  <a:pt x="75" y="85"/>
                  <a:pt x="75" y="85"/>
                </a:cubicBezTo>
                <a:cubicBezTo>
                  <a:pt x="75" y="85"/>
                  <a:pt x="75" y="85"/>
                  <a:pt x="75" y="84"/>
                </a:cubicBezTo>
                <a:cubicBezTo>
                  <a:pt x="75" y="83"/>
                  <a:pt x="75" y="82"/>
                  <a:pt x="74" y="81"/>
                </a:cubicBezTo>
                <a:cubicBezTo>
                  <a:pt x="64" y="58"/>
                  <a:pt x="64" y="58"/>
                  <a:pt x="64" y="58"/>
                </a:cubicBezTo>
                <a:cubicBezTo>
                  <a:pt x="64" y="17"/>
                  <a:pt x="64" y="17"/>
                  <a:pt x="64" y="17"/>
                </a:cubicBezTo>
                <a:cubicBezTo>
                  <a:pt x="74" y="32"/>
                  <a:pt x="74" y="32"/>
                  <a:pt x="74" y="32"/>
                </a:cubicBezTo>
                <a:cubicBezTo>
                  <a:pt x="74" y="33"/>
                  <a:pt x="74" y="33"/>
                  <a:pt x="74" y="33"/>
                </a:cubicBezTo>
                <a:cubicBezTo>
                  <a:pt x="81" y="52"/>
                  <a:pt x="81" y="52"/>
                  <a:pt x="81" y="52"/>
                </a:cubicBezTo>
                <a:cubicBezTo>
                  <a:pt x="82" y="54"/>
                  <a:pt x="84" y="56"/>
                  <a:pt x="86" y="56"/>
                </a:cubicBezTo>
                <a:cubicBezTo>
                  <a:pt x="86" y="113"/>
                  <a:pt x="86" y="113"/>
                  <a:pt x="86" y="113"/>
                </a:cubicBezTo>
                <a:cubicBezTo>
                  <a:pt x="86" y="114"/>
                  <a:pt x="86" y="115"/>
                  <a:pt x="87" y="115"/>
                </a:cubicBezTo>
                <a:cubicBezTo>
                  <a:pt x="88" y="115"/>
                  <a:pt x="89" y="114"/>
                  <a:pt x="89" y="113"/>
                </a:cubicBezTo>
                <a:cubicBezTo>
                  <a:pt x="89" y="56"/>
                  <a:pt x="89" y="56"/>
                  <a:pt x="89" y="56"/>
                </a:cubicBezTo>
                <a:cubicBezTo>
                  <a:pt x="89" y="56"/>
                  <a:pt x="89" y="56"/>
                  <a:pt x="89" y="56"/>
                </a:cubicBezTo>
                <a:cubicBezTo>
                  <a:pt x="92" y="55"/>
                  <a:pt x="93" y="53"/>
                  <a:pt x="93" y="51"/>
                </a:cubicBezTo>
                <a:cubicBezTo>
                  <a:pt x="95" y="51"/>
                  <a:pt x="95" y="53"/>
                  <a:pt x="95" y="54"/>
                </a:cubicBezTo>
                <a:cubicBezTo>
                  <a:pt x="95" y="55"/>
                  <a:pt x="96" y="55"/>
                  <a:pt x="97" y="55"/>
                </a:cubicBezTo>
                <a:cubicBezTo>
                  <a:pt x="98" y="55"/>
                  <a:pt x="98" y="55"/>
                  <a:pt x="98" y="54"/>
                </a:cubicBezTo>
                <a:cubicBezTo>
                  <a:pt x="98" y="54"/>
                  <a:pt x="98" y="54"/>
                  <a:pt x="98" y="54"/>
                </a:cubicBezTo>
                <a:cubicBezTo>
                  <a:pt x="98" y="54"/>
                  <a:pt x="98" y="54"/>
                  <a:pt x="98" y="54"/>
                </a:cubicBezTo>
                <a:cubicBezTo>
                  <a:pt x="98" y="51"/>
                  <a:pt x="96" y="48"/>
                  <a:pt x="93" y="47"/>
                </a:cubicBezTo>
                <a:close/>
              </a:path>
            </a:pathLst>
          </a:custGeom>
          <a:solidFill>
            <a:srgbClr val="F398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1" name="Freeform 39"/>
          <p:cNvSpPr>
            <a:spLocks/>
          </p:cNvSpPr>
          <p:nvPr/>
        </p:nvSpPr>
        <p:spPr bwMode="auto">
          <a:xfrm>
            <a:off x="7007225" y="4337050"/>
            <a:ext cx="711200" cy="954088"/>
          </a:xfrm>
          <a:custGeom>
            <a:avLst/>
            <a:gdLst>
              <a:gd name="T0" fmla="*/ 90 w 98"/>
              <a:gd name="T1" fmla="*/ 1 h 131"/>
              <a:gd name="T2" fmla="*/ 90 w 98"/>
              <a:gd name="T3" fmla="*/ 0 h 131"/>
              <a:gd name="T4" fmla="*/ 4 w 98"/>
              <a:gd name="T5" fmla="*/ 35 h 131"/>
              <a:gd name="T6" fmla="*/ 4 w 98"/>
              <a:gd name="T7" fmla="*/ 35 h 131"/>
              <a:gd name="T8" fmla="*/ 3 w 98"/>
              <a:gd name="T9" fmla="*/ 36 h 131"/>
              <a:gd name="T10" fmla="*/ 3 w 98"/>
              <a:gd name="T11" fmla="*/ 48 h 131"/>
              <a:gd name="T12" fmla="*/ 9 w 98"/>
              <a:gd name="T13" fmla="*/ 54 h 131"/>
              <a:gd name="T14" fmla="*/ 79 w 98"/>
              <a:gd name="T15" fmla="*/ 124 h 131"/>
              <a:gd name="T16" fmla="*/ 82 w 98"/>
              <a:gd name="T17" fmla="*/ 127 h 131"/>
              <a:gd name="T18" fmla="*/ 82 w 98"/>
              <a:gd name="T19" fmla="*/ 127 h 131"/>
              <a:gd name="T20" fmla="*/ 83 w 98"/>
              <a:gd name="T21" fmla="*/ 128 h 131"/>
              <a:gd name="T22" fmla="*/ 90 w 98"/>
              <a:gd name="T23" fmla="*/ 131 h 131"/>
              <a:gd name="T24" fmla="*/ 90 w 98"/>
              <a:gd name="T25" fmla="*/ 131 h 131"/>
              <a:gd name="T26" fmla="*/ 98 w 98"/>
              <a:gd name="T27" fmla="*/ 122 h 131"/>
              <a:gd name="T28" fmla="*/ 98 w 98"/>
              <a:gd name="T29" fmla="*/ 120 h 131"/>
              <a:gd name="T30" fmla="*/ 98 w 98"/>
              <a:gd name="T31" fmla="*/ 116 h 131"/>
              <a:gd name="T32" fmla="*/ 98 w 98"/>
              <a:gd name="T33" fmla="*/ 76 h 131"/>
              <a:gd name="T34" fmla="*/ 98 w 98"/>
              <a:gd name="T35" fmla="*/ 17 h 131"/>
              <a:gd name="T36" fmla="*/ 98 w 98"/>
              <a:gd name="T37" fmla="*/ 9 h 131"/>
              <a:gd name="T38" fmla="*/ 90 w 98"/>
              <a:gd name="T39" fmla="*/ 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8" h="131">
                <a:moveTo>
                  <a:pt x="90" y="1"/>
                </a:moveTo>
                <a:cubicBezTo>
                  <a:pt x="90" y="0"/>
                  <a:pt x="90" y="0"/>
                  <a:pt x="90" y="0"/>
                </a:cubicBezTo>
                <a:cubicBezTo>
                  <a:pt x="57" y="0"/>
                  <a:pt x="26" y="14"/>
                  <a:pt x="4" y="35"/>
                </a:cubicBezTo>
                <a:cubicBezTo>
                  <a:pt x="4" y="35"/>
                  <a:pt x="4" y="35"/>
                  <a:pt x="4" y="35"/>
                </a:cubicBezTo>
                <a:cubicBezTo>
                  <a:pt x="4" y="36"/>
                  <a:pt x="4" y="36"/>
                  <a:pt x="3" y="36"/>
                </a:cubicBezTo>
                <a:cubicBezTo>
                  <a:pt x="0" y="40"/>
                  <a:pt x="0" y="45"/>
                  <a:pt x="3" y="48"/>
                </a:cubicBezTo>
                <a:cubicBezTo>
                  <a:pt x="9" y="54"/>
                  <a:pt x="9" y="54"/>
                  <a:pt x="9" y="54"/>
                </a:cubicBezTo>
                <a:cubicBezTo>
                  <a:pt x="79" y="124"/>
                  <a:pt x="79" y="124"/>
                  <a:pt x="79" y="124"/>
                </a:cubicBezTo>
                <a:cubicBezTo>
                  <a:pt x="82" y="127"/>
                  <a:pt x="82" y="127"/>
                  <a:pt x="82" y="127"/>
                </a:cubicBezTo>
                <a:cubicBezTo>
                  <a:pt x="82" y="127"/>
                  <a:pt x="82" y="127"/>
                  <a:pt x="82" y="127"/>
                </a:cubicBezTo>
                <a:cubicBezTo>
                  <a:pt x="83" y="128"/>
                  <a:pt x="83" y="128"/>
                  <a:pt x="83" y="128"/>
                </a:cubicBezTo>
                <a:cubicBezTo>
                  <a:pt x="85" y="130"/>
                  <a:pt x="87" y="131"/>
                  <a:pt x="90" y="131"/>
                </a:cubicBezTo>
                <a:cubicBezTo>
                  <a:pt x="90" y="131"/>
                  <a:pt x="90" y="131"/>
                  <a:pt x="90" y="131"/>
                </a:cubicBezTo>
                <a:cubicBezTo>
                  <a:pt x="95" y="131"/>
                  <a:pt x="98" y="127"/>
                  <a:pt x="98" y="122"/>
                </a:cubicBezTo>
                <a:cubicBezTo>
                  <a:pt x="98" y="120"/>
                  <a:pt x="98" y="120"/>
                  <a:pt x="98" y="120"/>
                </a:cubicBezTo>
                <a:cubicBezTo>
                  <a:pt x="98" y="116"/>
                  <a:pt x="98" y="116"/>
                  <a:pt x="98" y="116"/>
                </a:cubicBezTo>
                <a:cubicBezTo>
                  <a:pt x="98" y="76"/>
                  <a:pt x="98" y="76"/>
                  <a:pt x="98" y="76"/>
                </a:cubicBezTo>
                <a:cubicBezTo>
                  <a:pt x="98" y="17"/>
                  <a:pt x="98" y="17"/>
                  <a:pt x="98" y="17"/>
                </a:cubicBezTo>
                <a:cubicBezTo>
                  <a:pt x="98" y="9"/>
                  <a:pt x="98" y="9"/>
                  <a:pt x="98" y="9"/>
                </a:cubicBezTo>
                <a:cubicBezTo>
                  <a:pt x="98" y="4"/>
                  <a:pt x="95" y="1"/>
                  <a:pt x="90" y="1"/>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2" name="Freeform 40"/>
          <p:cNvSpPr>
            <a:spLocks/>
          </p:cNvSpPr>
          <p:nvPr/>
        </p:nvSpPr>
        <p:spPr bwMode="auto">
          <a:xfrm>
            <a:off x="7734300" y="4337050"/>
            <a:ext cx="717550" cy="954088"/>
          </a:xfrm>
          <a:custGeom>
            <a:avLst/>
            <a:gdLst>
              <a:gd name="T0" fmla="*/ 96 w 99"/>
              <a:gd name="T1" fmla="*/ 36 h 131"/>
              <a:gd name="T2" fmla="*/ 94 w 99"/>
              <a:gd name="T3" fmla="*/ 35 h 131"/>
              <a:gd name="T4" fmla="*/ 95 w 99"/>
              <a:gd name="T5" fmla="*/ 35 h 131"/>
              <a:gd name="T6" fmla="*/ 9 w 99"/>
              <a:gd name="T7" fmla="*/ 0 h 131"/>
              <a:gd name="T8" fmla="*/ 9 w 99"/>
              <a:gd name="T9" fmla="*/ 1 h 131"/>
              <a:gd name="T10" fmla="*/ 0 w 99"/>
              <a:gd name="T11" fmla="*/ 9 h 131"/>
              <a:gd name="T12" fmla="*/ 0 w 99"/>
              <a:gd name="T13" fmla="*/ 17 h 131"/>
              <a:gd name="T14" fmla="*/ 0 w 99"/>
              <a:gd name="T15" fmla="*/ 76 h 131"/>
              <a:gd name="T16" fmla="*/ 0 w 99"/>
              <a:gd name="T17" fmla="*/ 116 h 131"/>
              <a:gd name="T18" fmla="*/ 0 w 99"/>
              <a:gd name="T19" fmla="*/ 120 h 131"/>
              <a:gd name="T20" fmla="*/ 0 w 99"/>
              <a:gd name="T21" fmla="*/ 122 h 131"/>
              <a:gd name="T22" fmla="*/ 9 w 99"/>
              <a:gd name="T23" fmla="*/ 131 h 131"/>
              <a:gd name="T24" fmla="*/ 9 w 99"/>
              <a:gd name="T25" fmla="*/ 131 h 131"/>
              <a:gd name="T26" fmla="*/ 16 w 99"/>
              <a:gd name="T27" fmla="*/ 128 h 131"/>
              <a:gd name="T28" fmla="*/ 17 w 99"/>
              <a:gd name="T29" fmla="*/ 127 h 131"/>
              <a:gd name="T30" fmla="*/ 17 w 99"/>
              <a:gd name="T31" fmla="*/ 127 h 131"/>
              <a:gd name="T32" fmla="*/ 20 w 99"/>
              <a:gd name="T33" fmla="*/ 124 h 131"/>
              <a:gd name="T34" fmla="*/ 90 w 99"/>
              <a:gd name="T35" fmla="*/ 54 h 131"/>
              <a:gd name="T36" fmla="*/ 96 w 99"/>
              <a:gd name="T37" fmla="*/ 48 h 131"/>
              <a:gd name="T38" fmla="*/ 96 w 99"/>
              <a:gd name="T39" fmla="*/ 3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9" h="131">
                <a:moveTo>
                  <a:pt x="96" y="36"/>
                </a:moveTo>
                <a:cubicBezTo>
                  <a:pt x="95" y="36"/>
                  <a:pt x="95" y="36"/>
                  <a:pt x="94" y="35"/>
                </a:cubicBezTo>
                <a:cubicBezTo>
                  <a:pt x="95" y="35"/>
                  <a:pt x="95" y="35"/>
                  <a:pt x="95" y="35"/>
                </a:cubicBezTo>
                <a:cubicBezTo>
                  <a:pt x="72" y="14"/>
                  <a:pt x="42" y="0"/>
                  <a:pt x="9" y="0"/>
                </a:cubicBezTo>
                <a:cubicBezTo>
                  <a:pt x="9" y="1"/>
                  <a:pt x="9" y="1"/>
                  <a:pt x="9" y="1"/>
                </a:cubicBezTo>
                <a:cubicBezTo>
                  <a:pt x="4" y="1"/>
                  <a:pt x="0" y="4"/>
                  <a:pt x="0" y="9"/>
                </a:cubicBezTo>
                <a:cubicBezTo>
                  <a:pt x="0" y="17"/>
                  <a:pt x="0" y="17"/>
                  <a:pt x="0" y="17"/>
                </a:cubicBezTo>
                <a:cubicBezTo>
                  <a:pt x="0" y="76"/>
                  <a:pt x="0" y="76"/>
                  <a:pt x="0" y="76"/>
                </a:cubicBezTo>
                <a:cubicBezTo>
                  <a:pt x="0" y="116"/>
                  <a:pt x="0" y="116"/>
                  <a:pt x="0" y="116"/>
                </a:cubicBezTo>
                <a:cubicBezTo>
                  <a:pt x="0" y="120"/>
                  <a:pt x="0" y="120"/>
                  <a:pt x="0" y="120"/>
                </a:cubicBezTo>
                <a:cubicBezTo>
                  <a:pt x="0" y="122"/>
                  <a:pt x="0" y="122"/>
                  <a:pt x="0" y="122"/>
                </a:cubicBezTo>
                <a:cubicBezTo>
                  <a:pt x="0" y="127"/>
                  <a:pt x="4" y="131"/>
                  <a:pt x="9" y="131"/>
                </a:cubicBezTo>
                <a:cubicBezTo>
                  <a:pt x="9" y="131"/>
                  <a:pt x="9" y="131"/>
                  <a:pt x="9" y="131"/>
                </a:cubicBezTo>
                <a:cubicBezTo>
                  <a:pt x="12" y="131"/>
                  <a:pt x="14" y="130"/>
                  <a:pt x="16" y="128"/>
                </a:cubicBezTo>
                <a:cubicBezTo>
                  <a:pt x="17" y="127"/>
                  <a:pt x="17" y="127"/>
                  <a:pt x="17" y="127"/>
                </a:cubicBezTo>
                <a:cubicBezTo>
                  <a:pt x="17" y="127"/>
                  <a:pt x="17" y="127"/>
                  <a:pt x="17" y="127"/>
                </a:cubicBezTo>
                <a:cubicBezTo>
                  <a:pt x="20" y="124"/>
                  <a:pt x="20" y="124"/>
                  <a:pt x="20" y="124"/>
                </a:cubicBezTo>
                <a:cubicBezTo>
                  <a:pt x="90" y="54"/>
                  <a:pt x="90" y="54"/>
                  <a:pt x="90" y="54"/>
                </a:cubicBezTo>
                <a:cubicBezTo>
                  <a:pt x="96" y="48"/>
                  <a:pt x="96" y="48"/>
                  <a:pt x="96" y="48"/>
                </a:cubicBezTo>
                <a:cubicBezTo>
                  <a:pt x="99" y="45"/>
                  <a:pt x="99" y="40"/>
                  <a:pt x="96" y="36"/>
                </a:cubicBezTo>
                <a:close/>
              </a:path>
            </a:pathLst>
          </a:custGeom>
          <a:solidFill>
            <a:srgbClr val="F398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6" name="Freeform 41"/>
          <p:cNvSpPr>
            <a:spLocks/>
          </p:cNvSpPr>
          <p:nvPr/>
        </p:nvSpPr>
        <p:spPr bwMode="auto">
          <a:xfrm>
            <a:off x="7820025" y="4686300"/>
            <a:ext cx="950913" cy="720725"/>
          </a:xfrm>
          <a:custGeom>
            <a:avLst/>
            <a:gdLst>
              <a:gd name="T0" fmla="*/ 131 w 131"/>
              <a:gd name="T1" fmla="*/ 89 h 99"/>
              <a:gd name="T2" fmla="*/ 96 w 131"/>
              <a:gd name="T3" fmla="*/ 4 h 99"/>
              <a:gd name="T4" fmla="*/ 96 w 131"/>
              <a:gd name="T5" fmla="*/ 4 h 99"/>
              <a:gd name="T6" fmla="*/ 84 w 131"/>
              <a:gd name="T7" fmla="*/ 4 h 99"/>
              <a:gd name="T8" fmla="*/ 78 w 131"/>
              <a:gd name="T9" fmla="*/ 9 h 99"/>
              <a:gd name="T10" fmla="*/ 36 w 131"/>
              <a:gd name="T11" fmla="*/ 51 h 99"/>
              <a:gd name="T12" fmla="*/ 7 w 131"/>
              <a:gd name="T13" fmla="*/ 80 h 99"/>
              <a:gd name="T14" fmla="*/ 5 w 131"/>
              <a:gd name="T15" fmla="*/ 82 h 99"/>
              <a:gd name="T16" fmla="*/ 3 w 131"/>
              <a:gd name="T17" fmla="*/ 84 h 99"/>
              <a:gd name="T18" fmla="*/ 3 w 131"/>
              <a:gd name="T19" fmla="*/ 95 h 99"/>
              <a:gd name="T20" fmla="*/ 4 w 131"/>
              <a:gd name="T21" fmla="*/ 96 h 99"/>
              <a:gd name="T22" fmla="*/ 10 w 131"/>
              <a:gd name="T23" fmla="*/ 99 h 99"/>
              <a:gd name="T24" fmla="*/ 12 w 131"/>
              <a:gd name="T25" fmla="*/ 99 h 99"/>
              <a:gd name="T26" fmla="*/ 12 w 131"/>
              <a:gd name="T27" fmla="*/ 99 h 99"/>
              <a:gd name="T28" fmla="*/ 15 w 131"/>
              <a:gd name="T29" fmla="*/ 99 h 99"/>
              <a:gd name="T30" fmla="*/ 115 w 131"/>
              <a:gd name="T31" fmla="*/ 99 h 99"/>
              <a:gd name="T32" fmla="*/ 123 w 131"/>
              <a:gd name="T33" fmla="*/ 99 h 99"/>
              <a:gd name="T34" fmla="*/ 131 w 131"/>
              <a:gd name="T35" fmla="*/ 91 h 99"/>
              <a:gd name="T36" fmla="*/ 131 w 131"/>
              <a:gd name="T37" fmla="*/ 8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1" h="99">
                <a:moveTo>
                  <a:pt x="131" y="89"/>
                </a:moveTo>
                <a:cubicBezTo>
                  <a:pt x="131" y="58"/>
                  <a:pt x="119" y="27"/>
                  <a:pt x="96" y="4"/>
                </a:cubicBezTo>
                <a:cubicBezTo>
                  <a:pt x="96" y="4"/>
                  <a:pt x="96" y="4"/>
                  <a:pt x="96" y="4"/>
                </a:cubicBezTo>
                <a:cubicBezTo>
                  <a:pt x="92" y="1"/>
                  <a:pt x="87" y="0"/>
                  <a:pt x="84" y="4"/>
                </a:cubicBezTo>
                <a:cubicBezTo>
                  <a:pt x="78" y="9"/>
                  <a:pt x="78" y="9"/>
                  <a:pt x="78" y="9"/>
                </a:cubicBezTo>
                <a:cubicBezTo>
                  <a:pt x="36" y="51"/>
                  <a:pt x="36" y="51"/>
                  <a:pt x="36" y="51"/>
                </a:cubicBezTo>
                <a:cubicBezTo>
                  <a:pt x="7" y="80"/>
                  <a:pt x="7" y="80"/>
                  <a:pt x="7" y="80"/>
                </a:cubicBezTo>
                <a:cubicBezTo>
                  <a:pt x="5" y="82"/>
                  <a:pt x="5" y="82"/>
                  <a:pt x="5" y="82"/>
                </a:cubicBezTo>
                <a:cubicBezTo>
                  <a:pt x="3" y="84"/>
                  <a:pt x="3" y="84"/>
                  <a:pt x="3" y="84"/>
                </a:cubicBezTo>
                <a:cubicBezTo>
                  <a:pt x="0" y="87"/>
                  <a:pt x="0" y="92"/>
                  <a:pt x="3" y="95"/>
                </a:cubicBezTo>
                <a:cubicBezTo>
                  <a:pt x="3" y="96"/>
                  <a:pt x="3" y="96"/>
                  <a:pt x="4" y="96"/>
                </a:cubicBezTo>
                <a:cubicBezTo>
                  <a:pt x="5" y="97"/>
                  <a:pt x="7" y="99"/>
                  <a:pt x="10" y="99"/>
                </a:cubicBezTo>
                <a:cubicBezTo>
                  <a:pt x="12" y="99"/>
                  <a:pt x="12" y="99"/>
                  <a:pt x="12" y="99"/>
                </a:cubicBezTo>
                <a:cubicBezTo>
                  <a:pt x="12" y="99"/>
                  <a:pt x="12" y="99"/>
                  <a:pt x="12" y="99"/>
                </a:cubicBezTo>
                <a:cubicBezTo>
                  <a:pt x="15" y="99"/>
                  <a:pt x="15" y="99"/>
                  <a:pt x="15" y="99"/>
                </a:cubicBezTo>
                <a:cubicBezTo>
                  <a:pt x="115" y="99"/>
                  <a:pt x="115" y="99"/>
                  <a:pt x="115" y="99"/>
                </a:cubicBezTo>
                <a:cubicBezTo>
                  <a:pt x="123" y="99"/>
                  <a:pt x="123" y="99"/>
                  <a:pt x="123" y="99"/>
                </a:cubicBezTo>
                <a:cubicBezTo>
                  <a:pt x="127" y="99"/>
                  <a:pt x="131" y="95"/>
                  <a:pt x="131" y="91"/>
                </a:cubicBezTo>
                <a:cubicBezTo>
                  <a:pt x="131" y="90"/>
                  <a:pt x="131" y="90"/>
                  <a:pt x="131" y="89"/>
                </a:cubicBezTo>
                <a:close/>
              </a:path>
            </a:pathLst>
          </a:custGeom>
          <a:solidFill>
            <a:srgbClr val="F398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7" name="Freeform 42"/>
          <p:cNvSpPr>
            <a:spLocks/>
          </p:cNvSpPr>
          <p:nvPr/>
        </p:nvSpPr>
        <p:spPr bwMode="auto">
          <a:xfrm>
            <a:off x="6681788" y="4686300"/>
            <a:ext cx="949325" cy="720725"/>
          </a:xfrm>
          <a:custGeom>
            <a:avLst/>
            <a:gdLst>
              <a:gd name="T0" fmla="*/ 127 w 131"/>
              <a:gd name="T1" fmla="*/ 84 h 99"/>
              <a:gd name="T2" fmla="*/ 126 w 131"/>
              <a:gd name="T3" fmla="*/ 82 h 99"/>
              <a:gd name="T4" fmla="*/ 123 w 131"/>
              <a:gd name="T5" fmla="*/ 80 h 99"/>
              <a:gd name="T6" fmla="*/ 95 w 131"/>
              <a:gd name="T7" fmla="*/ 51 h 99"/>
              <a:gd name="T8" fmla="*/ 53 w 131"/>
              <a:gd name="T9" fmla="*/ 9 h 99"/>
              <a:gd name="T10" fmla="*/ 47 w 131"/>
              <a:gd name="T11" fmla="*/ 4 h 99"/>
              <a:gd name="T12" fmla="*/ 35 w 131"/>
              <a:gd name="T13" fmla="*/ 4 h 99"/>
              <a:gd name="T14" fmla="*/ 35 w 131"/>
              <a:gd name="T15" fmla="*/ 4 h 99"/>
              <a:gd name="T16" fmla="*/ 0 w 131"/>
              <a:gd name="T17" fmla="*/ 89 h 99"/>
              <a:gd name="T18" fmla="*/ 0 w 131"/>
              <a:gd name="T19" fmla="*/ 89 h 99"/>
              <a:gd name="T20" fmla="*/ 0 w 131"/>
              <a:gd name="T21" fmla="*/ 91 h 99"/>
              <a:gd name="T22" fmla="*/ 8 w 131"/>
              <a:gd name="T23" fmla="*/ 99 h 99"/>
              <a:gd name="T24" fmla="*/ 16 w 131"/>
              <a:gd name="T25" fmla="*/ 99 h 99"/>
              <a:gd name="T26" fmla="*/ 116 w 131"/>
              <a:gd name="T27" fmla="*/ 99 h 99"/>
              <a:gd name="T28" fmla="*/ 119 w 131"/>
              <a:gd name="T29" fmla="*/ 99 h 99"/>
              <a:gd name="T30" fmla="*/ 119 w 131"/>
              <a:gd name="T31" fmla="*/ 99 h 99"/>
              <a:gd name="T32" fmla="*/ 121 w 131"/>
              <a:gd name="T33" fmla="*/ 99 h 99"/>
              <a:gd name="T34" fmla="*/ 127 w 131"/>
              <a:gd name="T35" fmla="*/ 96 h 99"/>
              <a:gd name="T36" fmla="*/ 127 w 131"/>
              <a:gd name="T37" fmla="*/ 95 h 99"/>
              <a:gd name="T38" fmla="*/ 127 w 131"/>
              <a:gd name="T39" fmla="*/ 84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1" h="99">
                <a:moveTo>
                  <a:pt x="127" y="84"/>
                </a:moveTo>
                <a:cubicBezTo>
                  <a:pt x="126" y="82"/>
                  <a:pt x="126" y="82"/>
                  <a:pt x="126" y="82"/>
                </a:cubicBezTo>
                <a:cubicBezTo>
                  <a:pt x="123" y="80"/>
                  <a:pt x="123" y="80"/>
                  <a:pt x="123" y="80"/>
                </a:cubicBezTo>
                <a:cubicBezTo>
                  <a:pt x="95" y="51"/>
                  <a:pt x="95" y="51"/>
                  <a:pt x="95" y="51"/>
                </a:cubicBezTo>
                <a:cubicBezTo>
                  <a:pt x="53" y="9"/>
                  <a:pt x="53" y="9"/>
                  <a:pt x="53" y="9"/>
                </a:cubicBezTo>
                <a:cubicBezTo>
                  <a:pt x="47" y="4"/>
                  <a:pt x="47" y="4"/>
                  <a:pt x="47" y="4"/>
                </a:cubicBezTo>
                <a:cubicBezTo>
                  <a:pt x="44" y="0"/>
                  <a:pt x="38" y="1"/>
                  <a:pt x="35" y="4"/>
                </a:cubicBezTo>
                <a:cubicBezTo>
                  <a:pt x="35" y="4"/>
                  <a:pt x="35" y="4"/>
                  <a:pt x="35" y="4"/>
                </a:cubicBezTo>
                <a:cubicBezTo>
                  <a:pt x="12" y="27"/>
                  <a:pt x="0" y="58"/>
                  <a:pt x="0" y="89"/>
                </a:cubicBezTo>
                <a:cubicBezTo>
                  <a:pt x="0" y="89"/>
                  <a:pt x="0" y="89"/>
                  <a:pt x="0" y="89"/>
                </a:cubicBezTo>
                <a:cubicBezTo>
                  <a:pt x="0" y="90"/>
                  <a:pt x="0" y="90"/>
                  <a:pt x="0" y="91"/>
                </a:cubicBezTo>
                <a:cubicBezTo>
                  <a:pt x="0" y="95"/>
                  <a:pt x="3" y="99"/>
                  <a:pt x="8" y="99"/>
                </a:cubicBezTo>
                <a:cubicBezTo>
                  <a:pt x="16" y="99"/>
                  <a:pt x="16" y="99"/>
                  <a:pt x="16" y="99"/>
                </a:cubicBezTo>
                <a:cubicBezTo>
                  <a:pt x="116" y="99"/>
                  <a:pt x="116" y="99"/>
                  <a:pt x="116" y="99"/>
                </a:cubicBezTo>
                <a:cubicBezTo>
                  <a:pt x="119" y="99"/>
                  <a:pt x="119" y="99"/>
                  <a:pt x="119" y="99"/>
                </a:cubicBezTo>
                <a:cubicBezTo>
                  <a:pt x="119" y="99"/>
                  <a:pt x="119" y="99"/>
                  <a:pt x="119" y="99"/>
                </a:cubicBezTo>
                <a:cubicBezTo>
                  <a:pt x="121" y="99"/>
                  <a:pt x="121" y="99"/>
                  <a:pt x="121" y="99"/>
                </a:cubicBezTo>
                <a:cubicBezTo>
                  <a:pt x="123" y="99"/>
                  <a:pt x="126" y="97"/>
                  <a:pt x="127" y="96"/>
                </a:cubicBezTo>
                <a:cubicBezTo>
                  <a:pt x="127" y="96"/>
                  <a:pt x="127" y="96"/>
                  <a:pt x="127" y="95"/>
                </a:cubicBezTo>
                <a:cubicBezTo>
                  <a:pt x="131" y="92"/>
                  <a:pt x="131" y="87"/>
                  <a:pt x="127" y="84"/>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8" name="Freeform 43"/>
          <p:cNvSpPr>
            <a:spLocks/>
          </p:cNvSpPr>
          <p:nvPr/>
        </p:nvSpPr>
        <p:spPr bwMode="auto">
          <a:xfrm>
            <a:off x="7734300" y="5559425"/>
            <a:ext cx="717550" cy="946150"/>
          </a:xfrm>
          <a:custGeom>
            <a:avLst/>
            <a:gdLst>
              <a:gd name="T0" fmla="*/ 96 w 99"/>
              <a:gd name="T1" fmla="*/ 82 h 130"/>
              <a:gd name="T2" fmla="*/ 90 w 99"/>
              <a:gd name="T3" fmla="*/ 77 h 130"/>
              <a:gd name="T4" fmla="*/ 20 w 99"/>
              <a:gd name="T5" fmla="*/ 6 h 130"/>
              <a:gd name="T6" fmla="*/ 17 w 99"/>
              <a:gd name="T7" fmla="*/ 4 h 130"/>
              <a:gd name="T8" fmla="*/ 17 w 99"/>
              <a:gd name="T9" fmla="*/ 4 h 130"/>
              <a:gd name="T10" fmla="*/ 16 w 99"/>
              <a:gd name="T11" fmla="*/ 3 h 130"/>
              <a:gd name="T12" fmla="*/ 9 w 99"/>
              <a:gd name="T13" fmla="*/ 0 h 130"/>
              <a:gd name="T14" fmla="*/ 9 w 99"/>
              <a:gd name="T15" fmla="*/ 0 h 130"/>
              <a:gd name="T16" fmla="*/ 0 w 99"/>
              <a:gd name="T17" fmla="*/ 9 h 130"/>
              <a:gd name="T18" fmla="*/ 0 w 99"/>
              <a:gd name="T19" fmla="*/ 11 h 130"/>
              <a:gd name="T20" fmla="*/ 0 w 99"/>
              <a:gd name="T21" fmla="*/ 14 h 130"/>
              <a:gd name="T22" fmla="*/ 0 w 99"/>
              <a:gd name="T23" fmla="*/ 55 h 130"/>
              <a:gd name="T24" fmla="*/ 0 w 99"/>
              <a:gd name="T25" fmla="*/ 114 h 130"/>
              <a:gd name="T26" fmla="*/ 0 w 99"/>
              <a:gd name="T27" fmla="*/ 122 h 130"/>
              <a:gd name="T28" fmla="*/ 9 w 99"/>
              <a:gd name="T29" fmla="*/ 130 h 130"/>
              <a:gd name="T30" fmla="*/ 9 w 99"/>
              <a:gd name="T31" fmla="*/ 130 h 130"/>
              <a:gd name="T32" fmla="*/ 95 w 99"/>
              <a:gd name="T33" fmla="*/ 95 h 130"/>
              <a:gd name="T34" fmla="*/ 94 w 99"/>
              <a:gd name="T35" fmla="*/ 95 h 130"/>
              <a:gd name="T36" fmla="*/ 96 w 99"/>
              <a:gd name="T37" fmla="*/ 94 h 130"/>
              <a:gd name="T38" fmla="*/ 96 w 99"/>
              <a:gd name="T39" fmla="*/ 82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9" h="130">
                <a:moveTo>
                  <a:pt x="96" y="82"/>
                </a:moveTo>
                <a:cubicBezTo>
                  <a:pt x="90" y="77"/>
                  <a:pt x="90" y="77"/>
                  <a:pt x="90" y="77"/>
                </a:cubicBezTo>
                <a:cubicBezTo>
                  <a:pt x="20" y="6"/>
                  <a:pt x="20" y="6"/>
                  <a:pt x="20" y="6"/>
                </a:cubicBezTo>
                <a:cubicBezTo>
                  <a:pt x="17" y="4"/>
                  <a:pt x="17" y="4"/>
                  <a:pt x="17" y="4"/>
                </a:cubicBezTo>
                <a:cubicBezTo>
                  <a:pt x="17" y="4"/>
                  <a:pt x="17" y="4"/>
                  <a:pt x="17" y="4"/>
                </a:cubicBezTo>
                <a:cubicBezTo>
                  <a:pt x="16" y="3"/>
                  <a:pt x="16" y="3"/>
                  <a:pt x="16" y="3"/>
                </a:cubicBezTo>
                <a:cubicBezTo>
                  <a:pt x="14" y="1"/>
                  <a:pt x="12" y="0"/>
                  <a:pt x="9" y="0"/>
                </a:cubicBezTo>
                <a:cubicBezTo>
                  <a:pt x="9" y="0"/>
                  <a:pt x="9" y="0"/>
                  <a:pt x="9" y="0"/>
                </a:cubicBezTo>
                <a:cubicBezTo>
                  <a:pt x="4" y="0"/>
                  <a:pt x="0" y="4"/>
                  <a:pt x="0" y="9"/>
                </a:cubicBezTo>
                <a:cubicBezTo>
                  <a:pt x="0" y="11"/>
                  <a:pt x="0" y="11"/>
                  <a:pt x="0" y="11"/>
                </a:cubicBezTo>
                <a:cubicBezTo>
                  <a:pt x="0" y="14"/>
                  <a:pt x="0" y="14"/>
                  <a:pt x="0" y="14"/>
                </a:cubicBezTo>
                <a:cubicBezTo>
                  <a:pt x="0" y="55"/>
                  <a:pt x="0" y="55"/>
                  <a:pt x="0" y="55"/>
                </a:cubicBezTo>
                <a:cubicBezTo>
                  <a:pt x="0" y="114"/>
                  <a:pt x="0" y="114"/>
                  <a:pt x="0" y="114"/>
                </a:cubicBezTo>
                <a:cubicBezTo>
                  <a:pt x="0" y="122"/>
                  <a:pt x="0" y="122"/>
                  <a:pt x="0" y="122"/>
                </a:cubicBezTo>
                <a:cubicBezTo>
                  <a:pt x="0" y="127"/>
                  <a:pt x="4" y="130"/>
                  <a:pt x="9" y="130"/>
                </a:cubicBezTo>
                <a:cubicBezTo>
                  <a:pt x="9" y="130"/>
                  <a:pt x="9" y="130"/>
                  <a:pt x="9" y="130"/>
                </a:cubicBezTo>
                <a:cubicBezTo>
                  <a:pt x="42" y="130"/>
                  <a:pt x="72" y="117"/>
                  <a:pt x="95" y="95"/>
                </a:cubicBezTo>
                <a:cubicBezTo>
                  <a:pt x="94" y="95"/>
                  <a:pt x="94" y="95"/>
                  <a:pt x="94" y="95"/>
                </a:cubicBezTo>
                <a:cubicBezTo>
                  <a:pt x="95" y="95"/>
                  <a:pt x="95" y="95"/>
                  <a:pt x="96" y="94"/>
                </a:cubicBezTo>
                <a:cubicBezTo>
                  <a:pt x="99" y="91"/>
                  <a:pt x="99" y="86"/>
                  <a:pt x="96" y="82"/>
                </a:cubicBezTo>
                <a:close/>
              </a:path>
            </a:pathLst>
          </a:custGeom>
          <a:solidFill>
            <a:srgbClr val="F398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 name="Freeform 44"/>
          <p:cNvSpPr>
            <a:spLocks/>
          </p:cNvSpPr>
          <p:nvPr/>
        </p:nvSpPr>
        <p:spPr bwMode="auto">
          <a:xfrm>
            <a:off x="7007225" y="5559425"/>
            <a:ext cx="711200" cy="946150"/>
          </a:xfrm>
          <a:custGeom>
            <a:avLst/>
            <a:gdLst>
              <a:gd name="T0" fmla="*/ 90 w 98"/>
              <a:gd name="T1" fmla="*/ 0 h 130"/>
              <a:gd name="T2" fmla="*/ 90 w 98"/>
              <a:gd name="T3" fmla="*/ 0 h 130"/>
              <a:gd name="T4" fmla="*/ 83 w 98"/>
              <a:gd name="T5" fmla="*/ 3 h 130"/>
              <a:gd name="T6" fmla="*/ 82 w 98"/>
              <a:gd name="T7" fmla="*/ 4 h 130"/>
              <a:gd name="T8" fmla="*/ 82 w 98"/>
              <a:gd name="T9" fmla="*/ 4 h 130"/>
              <a:gd name="T10" fmla="*/ 79 w 98"/>
              <a:gd name="T11" fmla="*/ 6 h 130"/>
              <a:gd name="T12" fmla="*/ 9 w 98"/>
              <a:gd name="T13" fmla="*/ 77 h 130"/>
              <a:gd name="T14" fmla="*/ 3 w 98"/>
              <a:gd name="T15" fmla="*/ 82 h 130"/>
              <a:gd name="T16" fmla="*/ 3 w 98"/>
              <a:gd name="T17" fmla="*/ 94 h 130"/>
              <a:gd name="T18" fmla="*/ 4 w 98"/>
              <a:gd name="T19" fmla="*/ 95 h 130"/>
              <a:gd name="T20" fmla="*/ 4 w 98"/>
              <a:gd name="T21" fmla="*/ 95 h 130"/>
              <a:gd name="T22" fmla="*/ 90 w 98"/>
              <a:gd name="T23" fmla="*/ 130 h 130"/>
              <a:gd name="T24" fmla="*/ 90 w 98"/>
              <a:gd name="T25" fmla="*/ 130 h 130"/>
              <a:gd name="T26" fmla="*/ 98 w 98"/>
              <a:gd name="T27" fmla="*/ 122 h 130"/>
              <a:gd name="T28" fmla="*/ 98 w 98"/>
              <a:gd name="T29" fmla="*/ 114 h 130"/>
              <a:gd name="T30" fmla="*/ 98 w 98"/>
              <a:gd name="T31" fmla="*/ 55 h 130"/>
              <a:gd name="T32" fmla="*/ 98 w 98"/>
              <a:gd name="T33" fmla="*/ 14 h 130"/>
              <a:gd name="T34" fmla="*/ 98 w 98"/>
              <a:gd name="T35" fmla="*/ 11 h 130"/>
              <a:gd name="T36" fmla="*/ 98 w 98"/>
              <a:gd name="T37" fmla="*/ 9 h 130"/>
              <a:gd name="T38" fmla="*/ 90 w 98"/>
              <a:gd name="T3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8" h="130">
                <a:moveTo>
                  <a:pt x="90" y="0"/>
                </a:moveTo>
                <a:cubicBezTo>
                  <a:pt x="90" y="0"/>
                  <a:pt x="90" y="0"/>
                  <a:pt x="90" y="0"/>
                </a:cubicBezTo>
                <a:cubicBezTo>
                  <a:pt x="87" y="0"/>
                  <a:pt x="85" y="1"/>
                  <a:pt x="83" y="3"/>
                </a:cubicBezTo>
                <a:cubicBezTo>
                  <a:pt x="82" y="4"/>
                  <a:pt x="82" y="4"/>
                  <a:pt x="82" y="4"/>
                </a:cubicBezTo>
                <a:cubicBezTo>
                  <a:pt x="82" y="4"/>
                  <a:pt x="82" y="4"/>
                  <a:pt x="82" y="4"/>
                </a:cubicBezTo>
                <a:cubicBezTo>
                  <a:pt x="79" y="6"/>
                  <a:pt x="79" y="6"/>
                  <a:pt x="79" y="6"/>
                </a:cubicBezTo>
                <a:cubicBezTo>
                  <a:pt x="9" y="77"/>
                  <a:pt x="9" y="77"/>
                  <a:pt x="9" y="77"/>
                </a:cubicBezTo>
                <a:cubicBezTo>
                  <a:pt x="3" y="82"/>
                  <a:pt x="3" y="82"/>
                  <a:pt x="3" y="82"/>
                </a:cubicBezTo>
                <a:cubicBezTo>
                  <a:pt x="0" y="86"/>
                  <a:pt x="0" y="91"/>
                  <a:pt x="3" y="94"/>
                </a:cubicBezTo>
                <a:cubicBezTo>
                  <a:pt x="4" y="95"/>
                  <a:pt x="4" y="95"/>
                  <a:pt x="4" y="95"/>
                </a:cubicBezTo>
                <a:cubicBezTo>
                  <a:pt x="4" y="95"/>
                  <a:pt x="4" y="95"/>
                  <a:pt x="4" y="95"/>
                </a:cubicBezTo>
                <a:cubicBezTo>
                  <a:pt x="26" y="117"/>
                  <a:pt x="57" y="130"/>
                  <a:pt x="90" y="130"/>
                </a:cubicBezTo>
                <a:cubicBezTo>
                  <a:pt x="90" y="130"/>
                  <a:pt x="90" y="130"/>
                  <a:pt x="90" y="130"/>
                </a:cubicBezTo>
                <a:cubicBezTo>
                  <a:pt x="95" y="130"/>
                  <a:pt x="98" y="127"/>
                  <a:pt x="98" y="122"/>
                </a:cubicBezTo>
                <a:cubicBezTo>
                  <a:pt x="98" y="114"/>
                  <a:pt x="98" y="114"/>
                  <a:pt x="98" y="114"/>
                </a:cubicBezTo>
                <a:cubicBezTo>
                  <a:pt x="98" y="55"/>
                  <a:pt x="98" y="55"/>
                  <a:pt x="98" y="55"/>
                </a:cubicBezTo>
                <a:cubicBezTo>
                  <a:pt x="98" y="14"/>
                  <a:pt x="98" y="14"/>
                  <a:pt x="98" y="14"/>
                </a:cubicBezTo>
                <a:cubicBezTo>
                  <a:pt x="98" y="11"/>
                  <a:pt x="98" y="11"/>
                  <a:pt x="98" y="11"/>
                </a:cubicBezTo>
                <a:cubicBezTo>
                  <a:pt x="98" y="9"/>
                  <a:pt x="98" y="9"/>
                  <a:pt x="98" y="9"/>
                </a:cubicBezTo>
                <a:cubicBezTo>
                  <a:pt x="98" y="4"/>
                  <a:pt x="95" y="0"/>
                  <a:pt x="90" y="0"/>
                </a:cubicBezTo>
                <a:close/>
              </a:path>
            </a:pathLst>
          </a:custGeom>
          <a:solidFill>
            <a:srgbClr val="F398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 name="Freeform 45"/>
          <p:cNvSpPr>
            <a:spLocks/>
          </p:cNvSpPr>
          <p:nvPr/>
        </p:nvSpPr>
        <p:spPr bwMode="auto">
          <a:xfrm>
            <a:off x="6681788" y="5443538"/>
            <a:ext cx="949325" cy="712788"/>
          </a:xfrm>
          <a:custGeom>
            <a:avLst/>
            <a:gdLst>
              <a:gd name="T0" fmla="*/ 127 w 131"/>
              <a:gd name="T1" fmla="*/ 3 h 98"/>
              <a:gd name="T2" fmla="*/ 127 w 131"/>
              <a:gd name="T3" fmla="*/ 3 h 98"/>
              <a:gd name="T4" fmla="*/ 121 w 131"/>
              <a:gd name="T5" fmla="*/ 0 h 98"/>
              <a:gd name="T6" fmla="*/ 119 w 131"/>
              <a:gd name="T7" fmla="*/ 0 h 98"/>
              <a:gd name="T8" fmla="*/ 119 w 131"/>
              <a:gd name="T9" fmla="*/ 0 h 98"/>
              <a:gd name="T10" fmla="*/ 116 w 131"/>
              <a:gd name="T11" fmla="*/ 0 h 98"/>
              <a:gd name="T12" fmla="*/ 16 w 131"/>
              <a:gd name="T13" fmla="*/ 0 h 98"/>
              <a:gd name="T14" fmla="*/ 8 w 131"/>
              <a:gd name="T15" fmla="*/ 0 h 98"/>
              <a:gd name="T16" fmla="*/ 0 w 131"/>
              <a:gd name="T17" fmla="*/ 8 h 98"/>
              <a:gd name="T18" fmla="*/ 0 w 131"/>
              <a:gd name="T19" fmla="*/ 10 h 98"/>
              <a:gd name="T20" fmla="*/ 0 w 131"/>
              <a:gd name="T21" fmla="*/ 10 h 98"/>
              <a:gd name="T22" fmla="*/ 35 w 131"/>
              <a:gd name="T23" fmla="*/ 95 h 98"/>
              <a:gd name="T24" fmla="*/ 35 w 131"/>
              <a:gd name="T25" fmla="*/ 95 h 98"/>
              <a:gd name="T26" fmla="*/ 47 w 131"/>
              <a:gd name="T27" fmla="*/ 95 h 98"/>
              <a:gd name="T28" fmla="*/ 53 w 131"/>
              <a:gd name="T29" fmla="*/ 89 h 98"/>
              <a:gd name="T30" fmla="*/ 95 w 131"/>
              <a:gd name="T31" fmla="*/ 48 h 98"/>
              <a:gd name="T32" fmla="*/ 123 w 131"/>
              <a:gd name="T33" fmla="*/ 19 h 98"/>
              <a:gd name="T34" fmla="*/ 126 w 131"/>
              <a:gd name="T35" fmla="*/ 17 h 98"/>
              <a:gd name="T36" fmla="*/ 127 w 131"/>
              <a:gd name="T37" fmla="*/ 15 h 98"/>
              <a:gd name="T38" fmla="*/ 127 w 131"/>
              <a:gd name="T39" fmla="*/ 3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1" h="98">
                <a:moveTo>
                  <a:pt x="127" y="3"/>
                </a:moveTo>
                <a:cubicBezTo>
                  <a:pt x="127" y="3"/>
                  <a:pt x="127" y="3"/>
                  <a:pt x="127" y="3"/>
                </a:cubicBezTo>
                <a:cubicBezTo>
                  <a:pt x="126" y="1"/>
                  <a:pt x="123" y="0"/>
                  <a:pt x="121" y="0"/>
                </a:cubicBezTo>
                <a:cubicBezTo>
                  <a:pt x="119" y="0"/>
                  <a:pt x="119" y="0"/>
                  <a:pt x="119" y="0"/>
                </a:cubicBezTo>
                <a:cubicBezTo>
                  <a:pt x="119" y="0"/>
                  <a:pt x="119" y="0"/>
                  <a:pt x="119" y="0"/>
                </a:cubicBezTo>
                <a:cubicBezTo>
                  <a:pt x="116" y="0"/>
                  <a:pt x="116" y="0"/>
                  <a:pt x="116" y="0"/>
                </a:cubicBezTo>
                <a:cubicBezTo>
                  <a:pt x="16" y="0"/>
                  <a:pt x="16" y="0"/>
                  <a:pt x="16" y="0"/>
                </a:cubicBezTo>
                <a:cubicBezTo>
                  <a:pt x="8" y="0"/>
                  <a:pt x="8" y="0"/>
                  <a:pt x="8" y="0"/>
                </a:cubicBezTo>
                <a:cubicBezTo>
                  <a:pt x="3" y="0"/>
                  <a:pt x="0" y="4"/>
                  <a:pt x="0" y="8"/>
                </a:cubicBezTo>
                <a:cubicBezTo>
                  <a:pt x="0" y="9"/>
                  <a:pt x="0" y="9"/>
                  <a:pt x="0" y="10"/>
                </a:cubicBezTo>
                <a:cubicBezTo>
                  <a:pt x="0" y="10"/>
                  <a:pt x="0" y="10"/>
                  <a:pt x="0" y="10"/>
                </a:cubicBezTo>
                <a:cubicBezTo>
                  <a:pt x="0" y="41"/>
                  <a:pt x="12" y="71"/>
                  <a:pt x="35" y="95"/>
                </a:cubicBezTo>
                <a:cubicBezTo>
                  <a:pt x="35" y="95"/>
                  <a:pt x="35" y="95"/>
                  <a:pt x="35" y="95"/>
                </a:cubicBezTo>
                <a:cubicBezTo>
                  <a:pt x="38" y="98"/>
                  <a:pt x="44" y="98"/>
                  <a:pt x="47" y="95"/>
                </a:cubicBezTo>
                <a:cubicBezTo>
                  <a:pt x="53" y="89"/>
                  <a:pt x="53" y="89"/>
                  <a:pt x="53" y="89"/>
                </a:cubicBezTo>
                <a:cubicBezTo>
                  <a:pt x="95" y="48"/>
                  <a:pt x="95" y="48"/>
                  <a:pt x="95" y="48"/>
                </a:cubicBezTo>
                <a:cubicBezTo>
                  <a:pt x="123" y="19"/>
                  <a:pt x="123" y="19"/>
                  <a:pt x="123" y="19"/>
                </a:cubicBezTo>
                <a:cubicBezTo>
                  <a:pt x="126" y="17"/>
                  <a:pt x="126" y="17"/>
                  <a:pt x="126" y="17"/>
                </a:cubicBezTo>
                <a:cubicBezTo>
                  <a:pt x="127" y="15"/>
                  <a:pt x="127" y="15"/>
                  <a:pt x="127" y="15"/>
                </a:cubicBezTo>
                <a:cubicBezTo>
                  <a:pt x="131" y="12"/>
                  <a:pt x="131" y="7"/>
                  <a:pt x="127" y="3"/>
                </a:cubicBezTo>
                <a:close/>
              </a:path>
            </a:pathLst>
          </a:custGeom>
          <a:solidFill>
            <a:srgbClr val="F398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3" name="Freeform 46"/>
          <p:cNvSpPr>
            <a:spLocks/>
          </p:cNvSpPr>
          <p:nvPr/>
        </p:nvSpPr>
        <p:spPr bwMode="auto">
          <a:xfrm>
            <a:off x="7820025" y="5443538"/>
            <a:ext cx="950913" cy="712788"/>
          </a:xfrm>
          <a:custGeom>
            <a:avLst/>
            <a:gdLst>
              <a:gd name="T0" fmla="*/ 131 w 131"/>
              <a:gd name="T1" fmla="*/ 10 h 98"/>
              <a:gd name="T2" fmla="*/ 131 w 131"/>
              <a:gd name="T3" fmla="*/ 8 h 98"/>
              <a:gd name="T4" fmla="*/ 123 w 131"/>
              <a:gd name="T5" fmla="*/ 0 h 98"/>
              <a:gd name="T6" fmla="*/ 115 w 131"/>
              <a:gd name="T7" fmla="*/ 0 h 98"/>
              <a:gd name="T8" fmla="*/ 15 w 131"/>
              <a:gd name="T9" fmla="*/ 0 h 98"/>
              <a:gd name="T10" fmla="*/ 12 w 131"/>
              <a:gd name="T11" fmla="*/ 0 h 98"/>
              <a:gd name="T12" fmla="*/ 12 w 131"/>
              <a:gd name="T13" fmla="*/ 0 h 98"/>
              <a:gd name="T14" fmla="*/ 10 w 131"/>
              <a:gd name="T15" fmla="*/ 0 h 98"/>
              <a:gd name="T16" fmla="*/ 4 w 131"/>
              <a:gd name="T17" fmla="*/ 3 h 98"/>
              <a:gd name="T18" fmla="*/ 3 w 131"/>
              <a:gd name="T19" fmla="*/ 3 h 98"/>
              <a:gd name="T20" fmla="*/ 3 w 131"/>
              <a:gd name="T21" fmla="*/ 15 h 98"/>
              <a:gd name="T22" fmla="*/ 5 w 131"/>
              <a:gd name="T23" fmla="*/ 17 h 98"/>
              <a:gd name="T24" fmla="*/ 7 w 131"/>
              <a:gd name="T25" fmla="*/ 19 h 98"/>
              <a:gd name="T26" fmla="*/ 36 w 131"/>
              <a:gd name="T27" fmla="*/ 48 h 98"/>
              <a:gd name="T28" fmla="*/ 78 w 131"/>
              <a:gd name="T29" fmla="*/ 89 h 98"/>
              <a:gd name="T30" fmla="*/ 84 w 131"/>
              <a:gd name="T31" fmla="*/ 95 h 98"/>
              <a:gd name="T32" fmla="*/ 96 w 131"/>
              <a:gd name="T33" fmla="*/ 95 h 98"/>
              <a:gd name="T34" fmla="*/ 96 w 131"/>
              <a:gd name="T35" fmla="*/ 95 h 98"/>
              <a:gd name="T36" fmla="*/ 131 w 131"/>
              <a:gd name="T37" fmla="*/ 1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1" h="98">
                <a:moveTo>
                  <a:pt x="131" y="10"/>
                </a:moveTo>
                <a:cubicBezTo>
                  <a:pt x="131" y="9"/>
                  <a:pt x="131" y="9"/>
                  <a:pt x="131" y="8"/>
                </a:cubicBezTo>
                <a:cubicBezTo>
                  <a:pt x="131" y="4"/>
                  <a:pt x="127" y="0"/>
                  <a:pt x="123" y="0"/>
                </a:cubicBezTo>
                <a:cubicBezTo>
                  <a:pt x="115" y="0"/>
                  <a:pt x="115" y="0"/>
                  <a:pt x="115" y="0"/>
                </a:cubicBezTo>
                <a:cubicBezTo>
                  <a:pt x="15" y="0"/>
                  <a:pt x="15" y="0"/>
                  <a:pt x="15" y="0"/>
                </a:cubicBezTo>
                <a:cubicBezTo>
                  <a:pt x="12" y="0"/>
                  <a:pt x="12" y="0"/>
                  <a:pt x="12" y="0"/>
                </a:cubicBezTo>
                <a:cubicBezTo>
                  <a:pt x="12" y="0"/>
                  <a:pt x="12" y="0"/>
                  <a:pt x="12" y="0"/>
                </a:cubicBezTo>
                <a:cubicBezTo>
                  <a:pt x="10" y="0"/>
                  <a:pt x="10" y="0"/>
                  <a:pt x="10" y="0"/>
                </a:cubicBezTo>
                <a:cubicBezTo>
                  <a:pt x="7" y="0"/>
                  <a:pt x="5" y="1"/>
                  <a:pt x="4" y="3"/>
                </a:cubicBezTo>
                <a:cubicBezTo>
                  <a:pt x="3" y="3"/>
                  <a:pt x="3" y="3"/>
                  <a:pt x="3" y="3"/>
                </a:cubicBezTo>
                <a:cubicBezTo>
                  <a:pt x="0" y="7"/>
                  <a:pt x="0" y="12"/>
                  <a:pt x="3" y="15"/>
                </a:cubicBezTo>
                <a:cubicBezTo>
                  <a:pt x="5" y="17"/>
                  <a:pt x="5" y="17"/>
                  <a:pt x="5" y="17"/>
                </a:cubicBezTo>
                <a:cubicBezTo>
                  <a:pt x="7" y="19"/>
                  <a:pt x="7" y="19"/>
                  <a:pt x="7" y="19"/>
                </a:cubicBezTo>
                <a:cubicBezTo>
                  <a:pt x="36" y="48"/>
                  <a:pt x="36" y="48"/>
                  <a:pt x="36" y="48"/>
                </a:cubicBezTo>
                <a:cubicBezTo>
                  <a:pt x="78" y="89"/>
                  <a:pt x="78" y="89"/>
                  <a:pt x="78" y="89"/>
                </a:cubicBezTo>
                <a:cubicBezTo>
                  <a:pt x="84" y="95"/>
                  <a:pt x="84" y="95"/>
                  <a:pt x="84" y="95"/>
                </a:cubicBezTo>
                <a:cubicBezTo>
                  <a:pt x="87" y="98"/>
                  <a:pt x="92" y="98"/>
                  <a:pt x="96" y="95"/>
                </a:cubicBezTo>
                <a:cubicBezTo>
                  <a:pt x="96" y="95"/>
                  <a:pt x="96" y="95"/>
                  <a:pt x="96" y="95"/>
                </a:cubicBezTo>
                <a:cubicBezTo>
                  <a:pt x="119" y="71"/>
                  <a:pt x="131" y="41"/>
                  <a:pt x="131" y="10"/>
                </a:cubicBezTo>
                <a:close/>
              </a:path>
            </a:pathLst>
          </a:custGeom>
          <a:solidFill>
            <a:srgbClr val="F398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4" name="Freeform 47"/>
          <p:cNvSpPr>
            <a:spLocks/>
          </p:cNvSpPr>
          <p:nvPr/>
        </p:nvSpPr>
        <p:spPr bwMode="auto">
          <a:xfrm>
            <a:off x="8299450" y="6046788"/>
            <a:ext cx="2316163" cy="458788"/>
          </a:xfrm>
          <a:custGeom>
            <a:avLst/>
            <a:gdLst>
              <a:gd name="T0" fmla="*/ 690 w 1459"/>
              <a:gd name="T1" fmla="*/ 0 h 289"/>
              <a:gd name="T2" fmla="*/ 626 w 1459"/>
              <a:gd name="T3" fmla="*/ 82 h 289"/>
              <a:gd name="T4" fmla="*/ 626 w 1459"/>
              <a:gd name="T5" fmla="*/ 82 h 289"/>
              <a:gd name="T6" fmla="*/ 512 w 1459"/>
              <a:gd name="T7" fmla="*/ 234 h 289"/>
              <a:gd name="T8" fmla="*/ 78 w 1459"/>
              <a:gd name="T9" fmla="*/ 238 h 289"/>
              <a:gd name="T10" fmla="*/ 78 w 1459"/>
              <a:gd name="T11" fmla="*/ 238 h 289"/>
              <a:gd name="T12" fmla="*/ 37 w 1459"/>
              <a:gd name="T13" fmla="*/ 238 h 289"/>
              <a:gd name="T14" fmla="*/ 0 w 1459"/>
              <a:gd name="T15" fmla="*/ 289 h 289"/>
              <a:gd name="T16" fmla="*/ 78 w 1459"/>
              <a:gd name="T17" fmla="*/ 289 h 289"/>
              <a:gd name="T18" fmla="*/ 316 w 1459"/>
              <a:gd name="T19" fmla="*/ 289 h 289"/>
              <a:gd name="T20" fmla="*/ 535 w 1459"/>
              <a:gd name="T21" fmla="*/ 289 h 289"/>
              <a:gd name="T22" fmla="*/ 594 w 1459"/>
              <a:gd name="T23" fmla="*/ 206 h 289"/>
              <a:gd name="T24" fmla="*/ 594 w 1459"/>
              <a:gd name="T25" fmla="*/ 206 h 289"/>
              <a:gd name="T26" fmla="*/ 713 w 1459"/>
              <a:gd name="T27" fmla="*/ 55 h 289"/>
              <a:gd name="T28" fmla="*/ 1422 w 1459"/>
              <a:gd name="T29" fmla="*/ 55 h 289"/>
              <a:gd name="T30" fmla="*/ 1459 w 1459"/>
              <a:gd name="T31" fmla="*/ 0 h 289"/>
              <a:gd name="T32" fmla="*/ 690 w 1459"/>
              <a:gd name="T33" fmla="*/ 0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59" h="289">
                <a:moveTo>
                  <a:pt x="690" y="0"/>
                </a:moveTo>
                <a:lnTo>
                  <a:pt x="626" y="82"/>
                </a:lnTo>
                <a:lnTo>
                  <a:pt x="626" y="82"/>
                </a:lnTo>
                <a:lnTo>
                  <a:pt x="512" y="234"/>
                </a:lnTo>
                <a:lnTo>
                  <a:pt x="78" y="238"/>
                </a:lnTo>
                <a:lnTo>
                  <a:pt x="78" y="238"/>
                </a:lnTo>
                <a:lnTo>
                  <a:pt x="37" y="238"/>
                </a:lnTo>
                <a:lnTo>
                  <a:pt x="0" y="289"/>
                </a:lnTo>
                <a:lnTo>
                  <a:pt x="78" y="289"/>
                </a:lnTo>
                <a:lnTo>
                  <a:pt x="316" y="289"/>
                </a:lnTo>
                <a:lnTo>
                  <a:pt x="535" y="289"/>
                </a:lnTo>
                <a:lnTo>
                  <a:pt x="594" y="206"/>
                </a:lnTo>
                <a:lnTo>
                  <a:pt x="594" y="206"/>
                </a:lnTo>
                <a:lnTo>
                  <a:pt x="713" y="55"/>
                </a:lnTo>
                <a:lnTo>
                  <a:pt x="1422" y="55"/>
                </a:lnTo>
                <a:lnTo>
                  <a:pt x="1459" y="0"/>
                </a:lnTo>
                <a:lnTo>
                  <a:pt x="690" y="0"/>
                </a:lnTo>
                <a:close/>
              </a:path>
            </a:pathLst>
          </a:custGeom>
          <a:solidFill>
            <a:srgbClr val="F398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5" name="Freeform 48"/>
          <p:cNvSpPr>
            <a:spLocks/>
          </p:cNvSpPr>
          <p:nvPr/>
        </p:nvSpPr>
        <p:spPr bwMode="auto">
          <a:xfrm>
            <a:off x="8299450" y="4235450"/>
            <a:ext cx="2316163" cy="458788"/>
          </a:xfrm>
          <a:custGeom>
            <a:avLst/>
            <a:gdLst>
              <a:gd name="T0" fmla="*/ 690 w 1459"/>
              <a:gd name="T1" fmla="*/ 289 h 289"/>
              <a:gd name="T2" fmla="*/ 626 w 1459"/>
              <a:gd name="T3" fmla="*/ 206 h 289"/>
              <a:gd name="T4" fmla="*/ 626 w 1459"/>
              <a:gd name="T5" fmla="*/ 206 h 289"/>
              <a:gd name="T6" fmla="*/ 512 w 1459"/>
              <a:gd name="T7" fmla="*/ 55 h 289"/>
              <a:gd name="T8" fmla="*/ 78 w 1459"/>
              <a:gd name="T9" fmla="*/ 55 h 289"/>
              <a:gd name="T10" fmla="*/ 78 w 1459"/>
              <a:gd name="T11" fmla="*/ 55 h 289"/>
              <a:gd name="T12" fmla="*/ 37 w 1459"/>
              <a:gd name="T13" fmla="*/ 55 h 289"/>
              <a:gd name="T14" fmla="*/ 0 w 1459"/>
              <a:gd name="T15" fmla="*/ 0 h 289"/>
              <a:gd name="T16" fmla="*/ 78 w 1459"/>
              <a:gd name="T17" fmla="*/ 0 h 289"/>
              <a:gd name="T18" fmla="*/ 316 w 1459"/>
              <a:gd name="T19" fmla="*/ 0 h 289"/>
              <a:gd name="T20" fmla="*/ 535 w 1459"/>
              <a:gd name="T21" fmla="*/ 0 h 289"/>
              <a:gd name="T22" fmla="*/ 594 w 1459"/>
              <a:gd name="T23" fmla="*/ 83 h 289"/>
              <a:gd name="T24" fmla="*/ 594 w 1459"/>
              <a:gd name="T25" fmla="*/ 83 h 289"/>
              <a:gd name="T26" fmla="*/ 713 w 1459"/>
              <a:gd name="T27" fmla="*/ 234 h 289"/>
              <a:gd name="T28" fmla="*/ 1422 w 1459"/>
              <a:gd name="T29" fmla="*/ 238 h 289"/>
              <a:gd name="T30" fmla="*/ 1459 w 1459"/>
              <a:gd name="T31" fmla="*/ 289 h 289"/>
              <a:gd name="T32" fmla="*/ 690 w 1459"/>
              <a:gd name="T33" fmla="*/ 289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59" h="289">
                <a:moveTo>
                  <a:pt x="690" y="289"/>
                </a:moveTo>
                <a:lnTo>
                  <a:pt x="626" y="206"/>
                </a:lnTo>
                <a:lnTo>
                  <a:pt x="626" y="206"/>
                </a:lnTo>
                <a:lnTo>
                  <a:pt x="512" y="55"/>
                </a:lnTo>
                <a:lnTo>
                  <a:pt x="78" y="55"/>
                </a:lnTo>
                <a:lnTo>
                  <a:pt x="78" y="55"/>
                </a:lnTo>
                <a:lnTo>
                  <a:pt x="37" y="55"/>
                </a:lnTo>
                <a:lnTo>
                  <a:pt x="0" y="0"/>
                </a:lnTo>
                <a:lnTo>
                  <a:pt x="78" y="0"/>
                </a:lnTo>
                <a:lnTo>
                  <a:pt x="316" y="0"/>
                </a:lnTo>
                <a:lnTo>
                  <a:pt x="535" y="0"/>
                </a:lnTo>
                <a:lnTo>
                  <a:pt x="594" y="83"/>
                </a:lnTo>
                <a:lnTo>
                  <a:pt x="594" y="83"/>
                </a:lnTo>
                <a:lnTo>
                  <a:pt x="713" y="234"/>
                </a:lnTo>
                <a:lnTo>
                  <a:pt x="1422" y="238"/>
                </a:lnTo>
                <a:lnTo>
                  <a:pt x="1459" y="289"/>
                </a:lnTo>
                <a:lnTo>
                  <a:pt x="690" y="289"/>
                </a:lnTo>
                <a:close/>
              </a:path>
            </a:pathLst>
          </a:custGeom>
          <a:solidFill>
            <a:srgbClr val="F398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9" name="Freeform 52"/>
          <p:cNvSpPr>
            <a:spLocks/>
          </p:cNvSpPr>
          <p:nvPr/>
        </p:nvSpPr>
        <p:spPr bwMode="auto">
          <a:xfrm>
            <a:off x="10091738" y="24399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0" name="Oval 53"/>
          <p:cNvSpPr>
            <a:spLocks noChangeArrowheads="1"/>
          </p:cNvSpPr>
          <p:nvPr/>
        </p:nvSpPr>
        <p:spPr bwMode="auto">
          <a:xfrm>
            <a:off x="9831388" y="2271713"/>
            <a:ext cx="209550" cy="211138"/>
          </a:xfrm>
          <a:prstGeom prst="ellipse">
            <a:avLst/>
          </a:prstGeom>
          <a:solidFill>
            <a:srgbClr val="31A8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1" name="Freeform 54"/>
          <p:cNvSpPr>
            <a:spLocks/>
          </p:cNvSpPr>
          <p:nvPr/>
        </p:nvSpPr>
        <p:spPr bwMode="auto">
          <a:xfrm>
            <a:off x="10085388" y="2432050"/>
            <a:ext cx="22225" cy="7938"/>
          </a:xfrm>
          <a:custGeom>
            <a:avLst/>
            <a:gdLst>
              <a:gd name="T0" fmla="*/ 1 w 3"/>
              <a:gd name="T1" fmla="*/ 1 h 1"/>
              <a:gd name="T2" fmla="*/ 1 w 3"/>
              <a:gd name="T3" fmla="*/ 1 h 1"/>
              <a:gd name="T4" fmla="*/ 1 w 3"/>
              <a:gd name="T5" fmla="*/ 1 h 1"/>
              <a:gd name="T6" fmla="*/ 3 w 3"/>
              <a:gd name="T7" fmla="*/ 1 h 1"/>
              <a:gd name="T8" fmla="*/ 0 w 3"/>
              <a:gd name="T9" fmla="*/ 1 h 1"/>
              <a:gd name="T10" fmla="*/ 1 w 3"/>
              <a:gd name="T11" fmla="*/ 1 h 1"/>
            </a:gdLst>
            <a:ahLst/>
            <a:cxnLst>
              <a:cxn ang="0">
                <a:pos x="T0" y="T1"/>
              </a:cxn>
              <a:cxn ang="0">
                <a:pos x="T2" y="T3"/>
              </a:cxn>
              <a:cxn ang="0">
                <a:pos x="T4" y="T5"/>
              </a:cxn>
              <a:cxn ang="0">
                <a:pos x="T6" y="T7"/>
              </a:cxn>
              <a:cxn ang="0">
                <a:pos x="T8" y="T9"/>
              </a:cxn>
              <a:cxn ang="0">
                <a:pos x="T10" y="T11"/>
              </a:cxn>
            </a:cxnLst>
            <a:rect l="0" t="0" r="r" b="b"/>
            <a:pathLst>
              <a:path w="3" h="1">
                <a:moveTo>
                  <a:pt x="1" y="1"/>
                </a:moveTo>
                <a:cubicBezTo>
                  <a:pt x="1" y="1"/>
                  <a:pt x="1" y="1"/>
                  <a:pt x="1" y="1"/>
                </a:cubicBezTo>
                <a:cubicBezTo>
                  <a:pt x="1" y="1"/>
                  <a:pt x="1" y="1"/>
                  <a:pt x="1" y="1"/>
                </a:cubicBezTo>
                <a:cubicBezTo>
                  <a:pt x="3" y="1"/>
                  <a:pt x="3" y="1"/>
                  <a:pt x="3" y="1"/>
                </a:cubicBezTo>
                <a:cubicBezTo>
                  <a:pt x="2" y="0"/>
                  <a:pt x="0" y="0"/>
                  <a:pt x="0" y="1"/>
                </a:cubicBezTo>
                <a:cubicBezTo>
                  <a:pt x="1" y="1"/>
                  <a:pt x="1" y="1"/>
                  <a:pt x="1" y="1"/>
                </a:cubicBezTo>
                <a:close/>
              </a:path>
            </a:pathLst>
          </a:custGeom>
          <a:solidFill>
            <a:srgbClr val="05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 name="Freeform 55"/>
          <p:cNvSpPr>
            <a:spLocks/>
          </p:cNvSpPr>
          <p:nvPr/>
        </p:nvSpPr>
        <p:spPr bwMode="auto">
          <a:xfrm>
            <a:off x="9599613" y="2432050"/>
            <a:ext cx="754063" cy="901700"/>
          </a:xfrm>
          <a:custGeom>
            <a:avLst/>
            <a:gdLst>
              <a:gd name="T0" fmla="*/ 91 w 104"/>
              <a:gd name="T1" fmla="*/ 30 h 124"/>
              <a:gd name="T2" fmla="*/ 90 w 104"/>
              <a:gd name="T3" fmla="*/ 27 h 124"/>
              <a:gd name="T4" fmla="*/ 68 w 104"/>
              <a:gd name="T5" fmla="*/ 1 h 124"/>
              <a:gd name="T6" fmla="*/ 68 w 104"/>
              <a:gd name="T7" fmla="*/ 1 h 124"/>
              <a:gd name="T8" fmla="*/ 68 w 104"/>
              <a:gd name="T9" fmla="*/ 1 h 124"/>
              <a:gd name="T10" fmla="*/ 63 w 104"/>
              <a:gd name="T11" fmla="*/ 1 h 124"/>
              <a:gd name="T12" fmla="*/ 30 w 104"/>
              <a:gd name="T13" fmla="*/ 1 h 124"/>
              <a:gd name="T14" fmla="*/ 25 w 104"/>
              <a:gd name="T15" fmla="*/ 1 h 124"/>
              <a:gd name="T16" fmla="*/ 2 w 104"/>
              <a:gd name="T17" fmla="*/ 27 h 124"/>
              <a:gd name="T18" fmla="*/ 4 w 104"/>
              <a:gd name="T19" fmla="*/ 37 h 124"/>
              <a:gd name="T20" fmla="*/ 22 w 104"/>
              <a:gd name="T21" fmla="*/ 50 h 124"/>
              <a:gd name="T22" fmla="*/ 17 w 104"/>
              <a:gd name="T23" fmla="*/ 29 h 124"/>
              <a:gd name="T24" fmla="*/ 25 w 104"/>
              <a:gd name="T25" fmla="*/ 36 h 124"/>
              <a:gd name="T26" fmla="*/ 25 w 104"/>
              <a:gd name="T27" fmla="*/ 62 h 124"/>
              <a:gd name="T28" fmla="*/ 14 w 104"/>
              <a:gd name="T29" fmla="*/ 87 h 124"/>
              <a:gd name="T30" fmla="*/ 14 w 104"/>
              <a:gd name="T31" fmla="*/ 94 h 124"/>
              <a:gd name="T32" fmla="*/ 33 w 104"/>
              <a:gd name="T33" fmla="*/ 122 h 124"/>
              <a:gd name="T34" fmla="*/ 30 w 104"/>
              <a:gd name="T35" fmla="*/ 91 h 124"/>
              <a:gd name="T36" fmla="*/ 40 w 104"/>
              <a:gd name="T37" fmla="*/ 69 h 124"/>
              <a:gd name="T38" fmla="*/ 62 w 104"/>
              <a:gd name="T39" fmla="*/ 90 h 124"/>
              <a:gd name="T40" fmla="*/ 59 w 104"/>
              <a:gd name="T41" fmla="*/ 121 h 124"/>
              <a:gd name="T42" fmla="*/ 79 w 104"/>
              <a:gd name="T43" fmla="*/ 93 h 124"/>
              <a:gd name="T44" fmla="*/ 79 w 104"/>
              <a:gd name="T45" fmla="*/ 86 h 124"/>
              <a:gd name="T46" fmla="*/ 68 w 104"/>
              <a:gd name="T47" fmla="*/ 19 h 124"/>
              <a:gd name="T48" fmla="*/ 79 w 104"/>
              <a:gd name="T49" fmla="*/ 35 h 124"/>
              <a:gd name="T50" fmla="*/ 91 w 104"/>
              <a:gd name="T51" fmla="*/ 60 h 124"/>
              <a:gd name="T52" fmla="*/ 92 w 104"/>
              <a:gd name="T53" fmla="*/ 122 h 124"/>
              <a:gd name="T54" fmla="*/ 94 w 104"/>
              <a:gd name="T55" fmla="*/ 60 h 124"/>
              <a:gd name="T56" fmla="*/ 99 w 104"/>
              <a:gd name="T57" fmla="*/ 54 h 124"/>
              <a:gd name="T58" fmla="*/ 101 w 104"/>
              <a:gd name="T59" fmla="*/ 57 h 124"/>
              <a:gd name="T60" fmla="*/ 104 w 104"/>
              <a:gd name="T61" fmla="*/ 57 h 124"/>
              <a:gd name="T62" fmla="*/ 104 w 104"/>
              <a:gd name="T63" fmla="*/ 57 h 124"/>
              <a:gd name="T64" fmla="*/ 98 w 104"/>
              <a:gd name="T65" fmla="*/ 5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4" h="124">
                <a:moveTo>
                  <a:pt x="98" y="50"/>
                </a:moveTo>
                <a:cubicBezTo>
                  <a:pt x="91" y="30"/>
                  <a:pt x="91" y="30"/>
                  <a:pt x="91" y="30"/>
                </a:cubicBezTo>
                <a:cubicBezTo>
                  <a:pt x="91" y="29"/>
                  <a:pt x="90" y="28"/>
                  <a:pt x="90" y="27"/>
                </a:cubicBezTo>
                <a:cubicBezTo>
                  <a:pt x="90" y="27"/>
                  <a:pt x="90" y="27"/>
                  <a:pt x="90" y="27"/>
                </a:cubicBezTo>
                <a:cubicBezTo>
                  <a:pt x="73" y="3"/>
                  <a:pt x="73" y="3"/>
                  <a:pt x="73" y="3"/>
                </a:cubicBezTo>
                <a:cubicBezTo>
                  <a:pt x="72" y="2"/>
                  <a:pt x="70" y="1"/>
                  <a:pt x="68" y="1"/>
                </a:cubicBezTo>
                <a:cubicBezTo>
                  <a:pt x="68" y="1"/>
                  <a:pt x="68" y="1"/>
                  <a:pt x="68" y="1"/>
                </a:cubicBezTo>
                <a:cubicBezTo>
                  <a:pt x="68" y="1"/>
                  <a:pt x="68" y="1"/>
                  <a:pt x="68" y="1"/>
                </a:cubicBezTo>
                <a:cubicBezTo>
                  <a:pt x="68" y="1"/>
                  <a:pt x="68" y="1"/>
                  <a:pt x="68" y="1"/>
                </a:cubicBezTo>
                <a:cubicBezTo>
                  <a:pt x="68" y="1"/>
                  <a:pt x="68" y="1"/>
                  <a:pt x="68" y="1"/>
                </a:cubicBezTo>
                <a:cubicBezTo>
                  <a:pt x="67" y="1"/>
                  <a:pt x="67" y="1"/>
                  <a:pt x="67" y="1"/>
                </a:cubicBezTo>
                <a:cubicBezTo>
                  <a:pt x="63" y="1"/>
                  <a:pt x="63" y="1"/>
                  <a:pt x="63" y="1"/>
                </a:cubicBezTo>
                <a:cubicBezTo>
                  <a:pt x="60" y="7"/>
                  <a:pt x="53" y="11"/>
                  <a:pt x="46" y="11"/>
                </a:cubicBezTo>
                <a:cubicBezTo>
                  <a:pt x="39" y="11"/>
                  <a:pt x="33" y="7"/>
                  <a:pt x="30" y="1"/>
                </a:cubicBezTo>
                <a:cubicBezTo>
                  <a:pt x="25" y="1"/>
                  <a:pt x="25" y="1"/>
                  <a:pt x="25" y="1"/>
                </a:cubicBezTo>
                <a:cubicBezTo>
                  <a:pt x="25" y="1"/>
                  <a:pt x="25" y="1"/>
                  <a:pt x="25" y="1"/>
                </a:cubicBezTo>
                <a:cubicBezTo>
                  <a:pt x="22" y="0"/>
                  <a:pt x="20" y="1"/>
                  <a:pt x="18" y="3"/>
                </a:cubicBezTo>
                <a:cubicBezTo>
                  <a:pt x="2" y="27"/>
                  <a:pt x="2" y="27"/>
                  <a:pt x="2" y="27"/>
                </a:cubicBezTo>
                <a:cubicBezTo>
                  <a:pt x="0" y="30"/>
                  <a:pt x="1" y="34"/>
                  <a:pt x="4" y="36"/>
                </a:cubicBezTo>
                <a:cubicBezTo>
                  <a:pt x="4" y="36"/>
                  <a:pt x="4" y="36"/>
                  <a:pt x="4" y="37"/>
                </a:cubicBezTo>
                <a:cubicBezTo>
                  <a:pt x="21" y="50"/>
                  <a:pt x="21" y="50"/>
                  <a:pt x="21" y="50"/>
                </a:cubicBezTo>
                <a:cubicBezTo>
                  <a:pt x="21" y="50"/>
                  <a:pt x="22" y="50"/>
                  <a:pt x="22" y="50"/>
                </a:cubicBezTo>
                <a:cubicBezTo>
                  <a:pt x="22" y="33"/>
                  <a:pt x="22" y="33"/>
                  <a:pt x="22" y="33"/>
                </a:cubicBezTo>
                <a:cubicBezTo>
                  <a:pt x="17" y="29"/>
                  <a:pt x="17" y="29"/>
                  <a:pt x="17" y="29"/>
                </a:cubicBezTo>
                <a:cubicBezTo>
                  <a:pt x="25" y="17"/>
                  <a:pt x="25" y="17"/>
                  <a:pt x="25" y="17"/>
                </a:cubicBezTo>
                <a:cubicBezTo>
                  <a:pt x="25" y="36"/>
                  <a:pt x="25" y="36"/>
                  <a:pt x="25" y="36"/>
                </a:cubicBezTo>
                <a:cubicBezTo>
                  <a:pt x="25" y="51"/>
                  <a:pt x="25" y="51"/>
                  <a:pt x="25" y="51"/>
                </a:cubicBezTo>
                <a:cubicBezTo>
                  <a:pt x="25" y="62"/>
                  <a:pt x="25" y="62"/>
                  <a:pt x="25" y="62"/>
                </a:cubicBezTo>
                <a:cubicBezTo>
                  <a:pt x="25" y="62"/>
                  <a:pt x="25" y="62"/>
                  <a:pt x="25" y="62"/>
                </a:cubicBezTo>
                <a:cubicBezTo>
                  <a:pt x="14" y="87"/>
                  <a:pt x="14" y="87"/>
                  <a:pt x="14" y="87"/>
                </a:cubicBezTo>
                <a:cubicBezTo>
                  <a:pt x="13" y="88"/>
                  <a:pt x="13" y="89"/>
                  <a:pt x="13" y="91"/>
                </a:cubicBezTo>
                <a:cubicBezTo>
                  <a:pt x="13" y="92"/>
                  <a:pt x="13" y="93"/>
                  <a:pt x="14" y="94"/>
                </a:cubicBezTo>
                <a:cubicBezTo>
                  <a:pt x="23" y="118"/>
                  <a:pt x="23" y="118"/>
                  <a:pt x="23" y="118"/>
                </a:cubicBezTo>
                <a:cubicBezTo>
                  <a:pt x="24" y="122"/>
                  <a:pt x="29" y="124"/>
                  <a:pt x="33" y="122"/>
                </a:cubicBezTo>
                <a:cubicBezTo>
                  <a:pt x="38" y="121"/>
                  <a:pt x="40" y="116"/>
                  <a:pt x="38" y="112"/>
                </a:cubicBezTo>
                <a:cubicBezTo>
                  <a:pt x="30" y="91"/>
                  <a:pt x="30" y="91"/>
                  <a:pt x="30" y="91"/>
                </a:cubicBezTo>
                <a:cubicBezTo>
                  <a:pt x="40" y="69"/>
                  <a:pt x="40" y="69"/>
                  <a:pt x="40" y="69"/>
                </a:cubicBezTo>
                <a:cubicBezTo>
                  <a:pt x="40" y="69"/>
                  <a:pt x="40" y="69"/>
                  <a:pt x="40" y="69"/>
                </a:cubicBezTo>
                <a:cubicBezTo>
                  <a:pt x="53" y="69"/>
                  <a:pt x="53" y="69"/>
                  <a:pt x="53" y="69"/>
                </a:cubicBezTo>
                <a:cubicBezTo>
                  <a:pt x="62" y="90"/>
                  <a:pt x="62" y="90"/>
                  <a:pt x="62" y="90"/>
                </a:cubicBezTo>
                <a:cubicBezTo>
                  <a:pt x="54" y="110"/>
                  <a:pt x="54" y="110"/>
                  <a:pt x="54" y="110"/>
                </a:cubicBezTo>
                <a:cubicBezTo>
                  <a:pt x="53" y="115"/>
                  <a:pt x="55" y="119"/>
                  <a:pt x="59" y="121"/>
                </a:cubicBezTo>
                <a:cubicBezTo>
                  <a:pt x="63" y="123"/>
                  <a:pt x="68" y="121"/>
                  <a:pt x="70" y="116"/>
                </a:cubicBezTo>
                <a:cubicBezTo>
                  <a:pt x="79" y="93"/>
                  <a:pt x="79" y="93"/>
                  <a:pt x="79" y="93"/>
                </a:cubicBezTo>
                <a:cubicBezTo>
                  <a:pt x="79" y="92"/>
                  <a:pt x="79" y="90"/>
                  <a:pt x="79" y="89"/>
                </a:cubicBezTo>
                <a:cubicBezTo>
                  <a:pt x="79" y="88"/>
                  <a:pt x="79" y="87"/>
                  <a:pt x="79" y="86"/>
                </a:cubicBezTo>
                <a:cubicBezTo>
                  <a:pt x="68" y="61"/>
                  <a:pt x="68" y="61"/>
                  <a:pt x="68" y="61"/>
                </a:cubicBezTo>
                <a:cubicBezTo>
                  <a:pt x="68" y="19"/>
                  <a:pt x="68" y="19"/>
                  <a:pt x="68" y="19"/>
                </a:cubicBezTo>
                <a:cubicBezTo>
                  <a:pt x="78" y="35"/>
                  <a:pt x="78" y="35"/>
                  <a:pt x="78" y="35"/>
                </a:cubicBezTo>
                <a:cubicBezTo>
                  <a:pt x="79" y="35"/>
                  <a:pt x="79" y="35"/>
                  <a:pt x="79" y="35"/>
                </a:cubicBezTo>
                <a:cubicBezTo>
                  <a:pt x="86" y="56"/>
                  <a:pt x="86" y="56"/>
                  <a:pt x="86" y="56"/>
                </a:cubicBezTo>
                <a:cubicBezTo>
                  <a:pt x="87" y="58"/>
                  <a:pt x="89" y="59"/>
                  <a:pt x="91" y="60"/>
                </a:cubicBezTo>
                <a:cubicBezTo>
                  <a:pt x="91" y="120"/>
                  <a:pt x="91" y="120"/>
                  <a:pt x="91" y="120"/>
                </a:cubicBezTo>
                <a:cubicBezTo>
                  <a:pt x="91" y="121"/>
                  <a:pt x="91" y="122"/>
                  <a:pt x="92" y="122"/>
                </a:cubicBezTo>
                <a:cubicBezTo>
                  <a:pt x="93" y="122"/>
                  <a:pt x="94" y="121"/>
                  <a:pt x="94" y="120"/>
                </a:cubicBezTo>
                <a:cubicBezTo>
                  <a:pt x="94" y="60"/>
                  <a:pt x="94" y="60"/>
                  <a:pt x="94" y="60"/>
                </a:cubicBezTo>
                <a:cubicBezTo>
                  <a:pt x="94" y="60"/>
                  <a:pt x="94" y="60"/>
                  <a:pt x="95" y="60"/>
                </a:cubicBezTo>
                <a:cubicBezTo>
                  <a:pt x="97" y="59"/>
                  <a:pt x="99" y="57"/>
                  <a:pt x="99" y="54"/>
                </a:cubicBezTo>
                <a:cubicBezTo>
                  <a:pt x="100" y="55"/>
                  <a:pt x="101" y="56"/>
                  <a:pt x="101" y="57"/>
                </a:cubicBezTo>
                <a:cubicBezTo>
                  <a:pt x="101" y="57"/>
                  <a:pt x="101" y="57"/>
                  <a:pt x="101" y="57"/>
                </a:cubicBezTo>
                <a:cubicBezTo>
                  <a:pt x="101" y="58"/>
                  <a:pt x="102" y="59"/>
                  <a:pt x="103" y="59"/>
                </a:cubicBezTo>
                <a:cubicBezTo>
                  <a:pt x="103" y="59"/>
                  <a:pt x="104" y="58"/>
                  <a:pt x="104" y="57"/>
                </a:cubicBezTo>
                <a:cubicBezTo>
                  <a:pt x="104" y="57"/>
                  <a:pt x="104" y="57"/>
                  <a:pt x="104" y="57"/>
                </a:cubicBezTo>
                <a:cubicBezTo>
                  <a:pt x="104" y="57"/>
                  <a:pt x="104" y="57"/>
                  <a:pt x="104" y="57"/>
                </a:cubicBezTo>
                <a:cubicBezTo>
                  <a:pt x="104" y="57"/>
                  <a:pt x="104" y="57"/>
                  <a:pt x="104" y="57"/>
                </a:cubicBezTo>
                <a:cubicBezTo>
                  <a:pt x="104" y="54"/>
                  <a:pt x="102" y="51"/>
                  <a:pt x="98" y="50"/>
                </a:cubicBezTo>
                <a:close/>
              </a:path>
            </a:pathLst>
          </a:custGeom>
          <a:solidFill>
            <a:srgbClr val="31A8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pic>
        <p:nvPicPr>
          <p:cNvPr id="6200" name="Picture 5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906000" y="2341563"/>
            <a:ext cx="65088" cy="65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4" name="Freeform 57"/>
          <p:cNvSpPr>
            <a:spLocks/>
          </p:cNvSpPr>
          <p:nvPr/>
        </p:nvSpPr>
        <p:spPr bwMode="auto">
          <a:xfrm>
            <a:off x="7007225" y="1733550"/>
            <a:ext cx="711200" cy="946150"/>
          </a:xfrm>
          <a:custGeom>
            <a:avLst/>
            <a:gdLst>
              <a:gd name="T0" fmla="*/ 90 w 98"/>
              <a:gd name="T1" fmla="*/ 0 h 130"/>
              <a:gd name="T2" fmla="*/ 90 w 98"/>
              <a:gd name="T3" fmla="*/ 0 h 130"/>
              <a:gd name="T4" fmla="*/ 4 w 98"/>
              <a:gd name="T5" fmla="*/ 35 h 130"/>
              <a:gd name="T6" fmla="*/ 4 w 98"/>
              <a:gd name="T7" fmla="*/ 35 h 130"/>
              <a:gd name="T8" fmla="*/ 3 w 98"/>
              <a:gd name="T9" fmla="*/ 36 h 130"/>
              <a:gd name="T10" fmla="*/ 3 w 98"/>
              <a:gd name="T11" fmla="*/ 48 h 130"/>
              <a:gd name="T12" fmla="*/ 9 w 98"/>
              <a:gd name="T13" fmla="*/ 53 h 130"/>
              <a:gd name="T14" fmla="*/ 79 w 98"/>
              <a:gd name="T15" fmla="*/ 124 h 130"/>
              <a:gd name="T16" fmla="*/ 82 w 98"/>
              <a:gd name="T17" fmla="*/ 126 h 130"/>
              <a:gd name="T18" fmla="*/ 82 w 98"/>
              <a:gd name="T19" fmla="*/ 126 h 130"/>
              <a:gd name="T20" fmla="*/ 83 w 98"/>
              <a:gd name="T21" fmla="*/ 128 h 130"/>
              <a:gd name="T22" fmla="*/ 90 w 98"/>
              <a:gd name="T23" fmla="*/ 130 h 130"/>
              <a:gd name="T24" fmla="*/ 90 w 98"/>
              <a:gd name="T25" fmla="*/ 130 h 130"/>
              <a:gd name="T26" fmla="*/ 98 w 98"/>
              <a:gd name="T27" fmla="*/ 122 h 130"/>
              <a:gd name="T28" fmla="*/ 98 w 98"/>
              <a:gd name="T29" fmla="*/ 119 h 130"/>
              <a:gd name="T30" fmla="*/ 98 w 98"/>
              <a:gd name="T31" fmla="*/ 116 h 130"/>
              <a:gd name="T32" fmla="*/ 98 w 98"/>
              <a:gd name="T33" fmla="*/ 76 h 130"/>
              <a:gd name="T34" fmla="*/ 98 w 98"/>
              <a:gd name="T35" fmla="*/ 16 h 130"/>
              <a:gd name="T36" fmla="*/ 98 w 98"/>
              <a:gd name="T37" fmla="*/ 8 h 130"/>
              <a:gd name="T38" fmla="*/ 90 w 98"/>
              <a:gd name="T3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8" h="130">
                <a:moveTo>
                  <a:pt x="90" y="0"/>
                </a:moveTo>
                <a:cubicBezTo>
                  <a:pt x="90" y="0"/>
                  <a:pt x="90" y="0"/>
                  <a:pt x="90" y="0"/>
                </a:cubicBezTo>
                <a:cubicBezTo>
                  <a:pt x="57" y="0"/>
                  <a:pt x="26" y="13"/>
                  <a:pt x="4" y="35"/>
                </a:cubicBezTo>
                <a:cubicBezTo>
                  <a:pt x="4" y="35"/>
                  <a:pt x="4" y="35"/>
                  <a:pt x="4" y="35"/>
                </a:cubicBezTo>
                <a:cubicBezTo>
                  <a:pt x="4" y="35"/>
                  <a:pt x="4" y="35"/>
                  <a:pt x="3" y="36"/>
                </a:cubicBezTo>
                <a:cubicBezTo>
                  <a:pt x="0" y="39"/>
                  <a:pt x="0" y="44"/>
                  <a:pt x="3" y="48"/>
                </a:cubicBezTo>
                <a:cubicBezTo>
                  <a:pt x="9" y="53"/>
                  <a:pt x="9" y="53"/>
                  <a:pt x="9" y="53"/>
                </a:cubicBezTo>
                <a:cubicBezTo>
                  <a:pt x="79" y="124"/>
                  <a:pt x="79" y="124"/>
                  <a:pt x="79" y="124"/>
                </a:cubicBezTo>
                <a:cubicBezTo>
                  <a:pt x="82" y="126"/>
                  <a:pt x="82" y="126"/>
                  <a:pt x="82" y="126"/>
                </a:cubicBezTo>
                <a:cubicBezTo>
                  <a:pt x="82" y="126"/>
                  <a:pt x="82" y="126"/>
                  <a:pt x="82" y="126"/>
                </a:cubicBezTo>
                <a:cubicBezTo>
                  <a:pt x="83" y="128"/>
                  <a:pt x="83" y="128"/>
                  <a:pt x="83" y="128"/>
                </a:cubicBezTo>
                <a:cubicBezTo>
                  <a:pt x="85" y="129"/>
                  <a:pt x="87" y="130"/>
                  <a:pt x="90" y="130"/>
                </a:cubicBezTo>
                <a:cubicBezTo>
                  <a:pt x="90" y="130"/>
                  <a:pt x="90" y="130"/>
                  <a:pt x="90" y="130"/>
                </a:cubicBezTo>
                <a:cubicBezTo>
                  <a:pt x="95" y="130"/>
                  <a:pt x="98" y="126"/>
                  <a:pt x="98" y="122"/>
                </a:cubicBezTo>
                <a:cubicBezTo>
                  <a:pt x="98" y="119"/>
                  <a:pt x="98" y="119"/>
                  <a:pt x="98" y="119"/>
                </a:cubicBezTo>
                <a:cubicBezTo>
                  <a:pt x="98" y="116"/>
                  <a:pt x="98" y="116"/>
                  <a:pt x="98" y="116"/>
                </a:cubicBezTo>
                <a:cubicBezTo>
                  <a:pt x="98" y="76"/>
                  <a:pt x="98" y="76"/>
                  <a:pt x="98" y="76"/>
                </a:cubicBezTo>
                <a:cubicBezTo>
                  <a:pt x="98" y="16"/>
                  <a:pt x="98" y="16"/>
                  <a:pt x="98" y="16"/>
                </a:cubicBezTo>
                <a:cubicBezTo>
                  <a:pt x="98" y="8"/>
                  <a:pt x="98" y="8"/>
                  <a:pt x="98" y="8"/>
                </a:cubicBezTo>
                <a:cubicBezTo>
                  <a:pt x="98" y="4"/>
                  <a:pt x="95" y="0"/>
                  <a:pt x="9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 name="Freeform 58"/>
          <p:cNvSpPr>
            <a:spLocks/>
          </p:cNvSpPr>
          <p:nvPr/>
        </p:nvSpPr>
        <p:spPr bwMode="auto">
          <a:xfrm>
            <a:off x="7734300" y="1733550"/>
            <a:ext cx="717550" cy="946150"/>
          </a:xfrm>
          <a:custGeom>
            <a:avLst/>
            <a:gdLst>
              <a:gd name="T0" fmla="*/ 96 w 99"/>
              <a:gd name="T1" fmla="*/ 36 h 130"/>
              <a:gd name="T2" fmla="*/ 94 w 99"/>
              <a:gd name="T3" fmla="*/ 35 h 130"/>
              <a:gd name="T4" fmla="*/ 95 w 99"/>
              <a:gd name="T5" fmla="*/ 35 h 130"/>
              <a:gd name="T6" fmla="*/ 9 w 99"/>
              <a:gd name="T7" fmla="*/ 0 h 130"/>
              <a:gd name="T8" fmla="*/ 9 w 99"/>
              <a:gd name="T9" fmla="*/ 0 h 130"/>
              <a:gd name="T10" fmla="*/ 0 w 99"/>
              <a:gd name="T11" fmla="*/ 8 h 130"/>
              <a:gd name="T12" fmla="*/ 0 w 99"/>
              <a:gd name="T13" fmla="*/ 16 h 130"/>
              <a:gd name="T14" fmla="*/ 0 w 99"/>
              <a:gd name="T15" fmla="*/ 76 h 130"/>
              <a:gd name="T16" fmla="*/ 0 w 99"/>
              <a:gd name="T17" fmla="*/ 116 h 130"/>
              <a:gd name="T18" fmla="*/ 0 w 99"/>
              <a:gd name="T19" fmla="*/ 119 h 130"/>
              <a:gd name="T20" fmla="*/ 0 w 99"/>
              <a:gd name="T21" fmla="*/ 122 h 130"/>
              <a:gd name="T22" fmla="*/ 9 w 99"/>
              <a:gd name="T23" fmla="*/ 130 h 130"/>
              <a:gd name="T24" fmla="*/ 9 w 99"/>
              <a:gd name="T25" fmla="*/ 130 h 130"/>
              <a:gd name="T26" fmla="*/ 16 w 99"/>
              <a:gd name="T27" fmla="*/ 128 h 130"/>
              <a:gd name="T28" fmla="*/ 17 w 99"/>
              <a:gd name="T29" fmla="*/ 126 h 130"/>
              <a:gd name="T30" fmla="*/ 17 w 99"/>
              <a:gd name="T31" fmla="*/ 126 h 130"/>
              <a:gd name="T32" fmla="*/ 20 w 99"/>
              <a:gd name="T33" fmla="*/ 124 h 130"/>
              <a:gd name="T34" fmla="*/ 90 w 99"/>
              <a:gd name="T35" fmla="*/ 53 h 130"/>
              <a:gd name="T36" fmla="*/ 96 w 99"/>
              <a:gd name="T37" fmla="*/ 48 h 130"/>
              <a:gd name="T38" fmla="*/ 96 w 99"/>
              <a:gd name="T39" fmla="*/ 36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9" h="130">
                <a:moveTo>
                  <a:pt x="96" y="36"/>
                </a:moveTo>
                <a:cubicBezTo>
                  <a:pt x="95" y="35"/>
                  <a:pt x="95" y="35"/>
                  <a:pt x="94" y="35"/>
                </a:cubicBezTo>
                <a:cubicBezTo>
                  <a:pt x="95" y="35"/>
                  <a:pt x="95" y="35"/>
                  <a:pt x="95" y="35"/>
                </a:cubicBezTo>
                <a:cubicBezTo>
                  <a:pt x="72" y="13"/>
                  <a:pt x="42" y="0"/>
                  <a:pt x="9" y="0"/>
                </a:cubicBezTo>
                <a:cubicBezTo>
                  <a:pt x="9" y="0"/>
                  <a:pt x="9" y="0"/>
                  <a:pt x="9" y="0"/>
                </a:cubicBezTo>
                <a:cubicBezTo>
                  <a:pt x="4" y="0"/>
                  <a:pt x="0" y="4"/>
                  <a:pt x="0" y="8"/>
                </a:cubicBezTo>
                <a:cubicBezTo>
                  <a:pt x="0" y="16"/>
                  <a:pt x="0" y="16"/>
                  <a:pt x="0" y="16"/>
                </a:cubicBezTo>
                <a:cubicBezTo>
                  <a:pt x="0" y="76"/>
                  <a:pt x="0" y="76"/>
                  <a:pt x="0" y="76"/>
                </a:cubicBezTo>
                <a:cubicBezTo>
                  <a:pt x="0" y="116"/>
                  <a:pt x="0" y="116"/>
                  <a:pt x="0" y="116"/>
                </a:cubicBezTo>
                <a:cubicBezTo>
                  <a:pt x="0" y="119"/>
                  <a:pt x="0" y="119"/>
                  <a:pt x="0" y="119"/>
                </a:cubicBezTo>
                <a:cubicBezTo>
                  <a:pt x="0" y="122"/>
                  <a:pt x="0" y="122"/>
                  <a:pt x="0" y="122"/>
                </a:cubicBezTo>
                <a:cubicBezTo>
                  <a:pt x="0" y="126"/>
                  <a:pt x="4" y="130"/>
                  <a:pt x="9" y="130"/>
                </a:cubicBezTo>
                <a:cubicBezTo>
                  <a:pt x="9" y="130"/>
                  <a:pt x="9" y="130"/>
                  <a:pt x="9" y="130"/>
                </a:cubicBezTo>
                <a:cubicBezTo>
                  <a:pt x="12" y="130"/>
                  <a:pt x="14" y="129"/>
                  <a:pt x="16" y="128"/>
                </a:cubicBezTo>
                <a:cubicBezTo>
                  <a:pt x="17" y="126"/>
                  <a:pt x="17" y="126"/>
                  <a:pt x="17" y="126"/>
                </a:cubicBezTo>
                <a:cubicBezTo>
                  <a:pt x="17" y="126"/>
                  <a:pt x="17" y="126"/>
                  <a:pt x="17" y="126"/>
                </a:cubicBezTo>
                <a:cubicBezTo>
                  <a:pt x="20" y="124"/>
                  <a:pt x="20" y="124"/>
                  <a:pt x="20" y="124"/>
                </a:cubicBezTo>
                <a:cubicBezTo>
                  <a:pt x="90" y="53"/>
                  <a:pt x="90" y="53"/>
                  <a:pt x="90" y="53"/>
                </a:cubicBezTo>
                <a:cubicBezTo>
                  <a:pt x="96" y="48"/>
                  <a:pt x="96" y="48"/>
                  <a:pt x="96" y="48"/>
                </a:cubicBezTo>
                <a:cubicBezTo>
                  <a:pt x="99" y="44"/>
                  <a:pt x="99" y="39"/>
                  <a:pt x="96" y="36"/>
                </a:cubicBezTo>
                <a:close/>
              </a:path>
            </a:pathLst>
          </a:custGeom>
          <a:solidFill>
            <a:srgbClr val="31A8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 name="Freeform 59"/>
          <p:cNvSpPr>
            <a:spLocks/>
          </p:cNvSpPr>
          <p:nvPr/>
        </p:nvSpPr>
        <p:spPr bwMode="auto">
          <a:xfrm>
            <a:off x="7820025" y="2082800"/>
            <a:ext cx="950913" cy="712788"/>
          </a:xfrm>
          <a:custGeom>
            <a:avLst/>
            <a:gdLst>
              <a:gd name="T0" fmla="*/ 131 w 131"/>
              <a:gd name="T1" fmla="*/ 88 h 98"/>
              <a:gd name="T2" fmla="*/ 96 w 131"/>
              <a:gd name="T3" fmla="*/ 3 h 98"/>
              <a:gd name="T4" fmla="*/ 96 w 131"/>
              <a:gd name="T5" fmla="*/ 3 h 98"/>
              <a:gd name="T6" fmla="*/ 84 w 131"/>
              <a:gd name="T7" fmla="*/ 3 h 98"/>
              <a:gd name="T8" fmla="*/ 78 w 131"/>
              <a:gd name="T9" fmla="*/ 9 h 98"/>
              <a:gd name="T10" fmla="*/ 36 w 131"/>
              <a:gd name="T11" fmla="*/ 51 h 98"/>
              <a:gd name="T12" fmla="*/ 7 w 131"/>
              <a:gd name="T13" fmla="*/ 79 h 98"/>
              <a:gd name="T14" fmla="*/ 5 w 131"/>
              <a:gd name="T15" fmla="*/ 81 h 98"/>
              <a:gd name="T16" fmla="*/ 3 w 131"/>
              <a:gd name="T17" fmla="*/ 83 h 98"/>
              <a:gd name="T18" fmla="*/ 3 w 131"/>
              <a:gd name="T19" fmla="*/ 95 h 98"/>
              <a:gd name="T20" fmla="*/ 4 w 131"/>
              <a:gd name="T21" fmla="*/ 95 h 98"/>
              <a:gd name="T22" fmla="*/ 10 w 131"/>
              <a:gd name="T23" fmla="*/ 98 h 98"/>
              <a:gd name="T24" fmla="*/ 12 w 131"/>
              <a:gd name="T25" fmla="*/ 98 h 98"/>
              <a:gd name="T26" fmla="*/ 12 w 131"/>
              <a:gd name="T27" fmla="*/ 98 h 98"/>
              <a:gd name="T28" fmla="*/ 15 w 131"/>
              <a:gd name="T29" fmla="*/ 98 h 98"/>
              <a:gd name="T30" fmla="*/ 115 w 131"/>
              <a:gd name="T31" fmla="*/ 98 h 98"/>
              <a:gd name="T32" fmla="*/ 123 w 131"/>
              <a:gd name="T33" fmla="*/ 98 h 98"/>
              <a:gd name="T34" fmla="*/ 131 w 131"/>
              <a:gd name="T35" fmla="*/ 90 h 98"/>
              <a:gd name="T36" fmla="*/ 131 w 131"/>
              <a:gd name="T37" fmla="*/ 8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1" h="98">
                <a:moveTo>
                  <a:pt x="131" y="88"/>
                </a:moveTo>
                <a:cubicBezTo>
                  <a:pt x="131" y="58"/>
                  <a:pt x="119" y="27"/>
                  <a:pt x="96" y="3"/>
                </a:cubicBezTo>
                <a:cubicBezTo>
                  <a:pt x="96" y="3"/>
                  <a:pt x="96" y="3"/>
                  <a:pt x="96" y="3"/>
                </a:cubicBezTo>
                <a:cubicBezTo>
                  <a:pt x="92" y="0"/>
                  <a:pt x="87" y="0"/>
                  <a:pt x="84" y="3"/>
                </a:cubicBezTo>
                <a:cubicBezTo>
                  <a:pt x="78" y="9"/>
                  <a:pt x="78" y="9"/>
                  <a:pt x="78" y="9"/>
                </a:cubicBezTo>
                <a:cubicBezTo>
                  <a:pt x="36" y="51"/>
                  <a:pt x="36" y="51"/>
                  <a:pt x="36" y="51"/>
                </a:cubicBezTo>
                <a:cubicBezTo>
                  <a:pt x="7" y="79"/>
                  <a:pt x="7" y="79"/>
                  <a:pt x="7" y="79"/>
                </a:cubicBezTo>
                <a:cubicBezTo>
                  <a:pt x="5" y="81"/>
                  <a:pt x="5" y="81"/>
                  <a:pt x="5" y="81"/>
                </a:cubicBezTo>
                <a:cubicBezTo>
                  <a:pt x="3" y="83"/>
                  <a:pt x="3" y="83"/>
                  <a:pt x="3" y="83"/>
                </a:cubicBezTo>
                <a:cubicBezTo>
                  <a:pt x="0" y="86"/>
                  <a:pt x="0" y="92"/>
                  <a:pt x="3" y="95"/>
                </a:cubicBezTo>
                <a:cubicBezTo>
                  <a:pt x="3" y="95"/>
                  <a:pt x="3" y="95"/>
                  <a:pt x="4" y="95"/>
                </a:cubicBezTo>
                <a:cubicBezTo>
                  <a:pt x="5" y="97"/>
                  <a:pt x="7" y="98"/>
                  <a:pt x="10" y="98"/>
                </a:cubicBezTo>
                <a:cubicBezTo>
                  <a:pt x="12" y="98"/>
                  <a:pt x="12" y="98"/>
                  <a:pt x="12" y="98"/>
                </a:cubicBezTo>
                <a:cubicBezTo>
                  <a:pt x="12" y="98"/>
                  <a:pt x="12" y="98"/>
                  <a:pt x="12" y="98"/>
                </a:cubicBezTo>
                <a:cubicBezTo>
                  <a:pt x="15" y="98"/>
                  <a:pt x="15" y="98"/>
                  <a:pt x="15" y="98"/>
                </a:cubicBezTo>
                <a:cubicBezTo>
                  <a:pt x="115" y="98"/>
                  <a:pt x="115" y="98"/>
                  <a:pt x="115" y="98"/>
                </a:cubicBezTo>
                <a:cubicBezTo>
                  <a:pt x="123" y="98"/>
                  <a:pt x="123" y="98"/>
                  <a:pt x="123" y="98"/>
                </a:cubicBezTo>
                <a:cubicBezTo>
                  <a:pt x="127" y="98"/>
                  <a:pt x="131" y="95"/>
                  <a:pt x="131" y="90"/>
                </a:cubicBezTo>
                <a:cubicBezTo>
                  <a:pt x="131" y="89"/>
                  <a:pt x="131" y="89"/>
                  <a:pt x="131" y="88"/>
                </a:cubicBezTo>
                <a:close/>
              </a:path>
            </a:pathLst>
          </a:custGeom>
          <a:solidFill>
            <a:srgbClr val="31A8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 name="Freeform 60"/>
          <p:cNvSpPr>
            <a:spLocks/>
          </p:cNvSpPr>
          <p:nvPr/>
        </p:nvSpPr>
        <p:spPr bwMode="auto">
          <a:xfrm>
            <a:off x="6681788" y="2082800"/>
            <a:ext cx="949325" cy="712788"/>
          </a:xfrm>
          <a:custGeom>
            <a:avLst/>
            <a:gdLst>
              <a:gd name="T0" fmla="*/ 127 w 131"/>
              <a:gd name="T1" fmla="*/ 83 h 98"/>
              <a:gd name="T2" fmla="*/ 126 w 131"/>
              <a:gd name="T3" fmla="*/ 81 h 98"/>
              <a:gd name="T4" fmla="*/ 123 w 131"/>
              <a:gd name="T5" fmla="*/ 79 h 98"/>
              <a:gd name="T6" fmla="*/ 95 w 131"/>
              <a:gd name="T7" fmla="*/ 51 h 98"/>
              <a:gd name="T8" fmla="*/ 53 w 131"/>
              <a:gd name="T9" fmla="*/ 9 h 98"/>
              <a:gd name="T10" fmla="*/ 47 w 131"/>
              <a:gd name="T11" fmla="*/ 3 h 98"/>
              <a:gd name="T12" fmla="*/ 35 w 131"/>
              <a:gd name="T13" fmla="*/ 3 h 98"/>
              <a:gd name="T14" fmla="*/ 35 w 131"/>
              <a:gd name="T15" fmla="*/ 3 h 98"/>
              <a:gd name="T16" fmla="*/ 0 w 131"/>
              <a:gd name="T17" fmla="*/ 88 h 98"/>
              <a:gd name="T18" fmla="*/ 0 w 131"/>
              <a:gd name="T19" fmla="*/ 88 h 98"/>
              <a:gd name="T20" fmla="*/ 0 w 131"/>
              <a:gd name="T21" fmla="*/ 90 h 98"/>
              <a:gd name="T22" fmla="*/ 8 w 131"/>
              <a:gd name="T23" fmla="*/ 98 h 98"/>
              <a:gd name="T24" fmla="*/ 16 w 131"/>
              <a:gd name="T25" fmla="*/ 98 h 98"/>
              <a:gd name="T26" fmla="*/ 116 w 131"/>
              <a:gd name="T27" fmla="*/ 98 h 98"/>
              <a:gd name="T28" fmla="*/ 119 w 131"/>
              <a:gd name="T29" fmla="*/ 98 h 98"/>
              <a:gd name="T30" fmla="*/ 119 w 131"/>
              <a:gd name="T31" fmla="*/ 98 h 98"/>
              <a:gd name="T32" fmla="*/ 121 w 131"/>
              <a:gd name="T33" fmla="*/ 98 h 98"/>
              <a:gd name="T34" fmla="*/ 127 w 131"/>
              <a:gd name="T35" fmla="*/ 95 h 98"/>
              <a:gd name="T36" fmla="*/ 127 w 131"/>
              <a:gd name="T37" fmla="*/ 95 h 98"/>
              <a:gd name="T38" fmla="*/ 127 w 131"/>
              <a:gd name="T39" fmla="*/ 83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1" h="98">
                <a:moveTo>
                  <a:pt x="127" y="83"/>
                </a:moveTo>
                <a:cubicBezTo>
                  <a:pt x="126" y="81"/>
                  <a:pt x="126" y="81"/>
                  <a:pt x="126" y="81"/>
                </a:cubicBezTo>
                <a:cubicBezTo>
                  <a:pt x="123" y="79"/>
                  <a:pt x="123" y="79"/>
                  <a:pt x="123" y="79"/>
                </a:cubicBezTo>
                <a:cubicBezTo>
                  <a:pt x="95" y="51"/>
                  <a:pt x="95" y="51"/>
                  <a:pt x="95" y="51"/>
                </a:cubicBezTo>
                <a:cubicBezTo>
                  <a:pt x="53" y="9"/>
                  <a:pt x="53" y="9"/>
                  <a:pt x="53" y="9"/>
                </a:cubicBezTo>
                <a:cubicBezTo>
                  <a:pt x="47" y="3"/>
                  <a:pt x="47" y="3"/>
                  <a:pt x="47" y="3"/>
                </a:cubicBezTo>
                <a:cubicBezTo>
                  <a:pt x="44" y="0"/>
                  <a:pt x="38" y="0"/>
                  <a:pt x="35" y="3"/>
                </a:cubicBezTo>
                <a:cubicBezTo>
                  <a:pt x="35" y="3"/>
                  <a:pt x="35" y="3"/>
                  <a:pt x="35" y="3"/>
                </a:cubicBezTo>
                <a:cubicBezTo>
                  <a:pt x="12" y="27"/>
                  <a:pt x="0" y="58"/>
                  <a:pt x="0" y="88"/>
                </a:cubicBezTo>
                <a:cubicBezTo>
                  <a:pt x="0" y="88"/>
                  <a:pt x="0" y="88"/>
                  <a:pt x="0" y="88"/>
                </a:cubicBezTo>
                <a:cubicBezTo>
                  <a:pt x="0" y="89"/>
                  <a:pt x="0" y="89"/>
                  <a:pt x="0" y="90"/>
                </a:cubicBezTo>
                <a:cubicBezTo>
                  <a:pt x="0" y="95"/>
                  <a:pt x="3" y="98"/>
                  <a:pt x="8" y="98"/>
                </a:cubicBezTo>
                <a:cubicBezTo>
                  <a:pt x="16" y="98"/>
                  <a:pt x="16" y="98"/>
                  <a:pt x="16" y="98"/>
                </a:cubicBezTo>
                <a:cubicBezTo>
                  <a:pt x="116" y="98"/>
                  <a:pt x="116" y="98"/>
                  <a:pt x="116" y="98"/>
                </a:cubicBezTo>
                <a:cubicBezTo>
                  <a:pt x="119" y="98"/>
                  <a:pt x="119" y="98"/>
                  <a:pt x="119" y="98"/>
                </a:cubicBezTo>
                <a:cubicBezTo>
                  <a:pt x="119" y="98"/>
                  <a:pt x="119" y="98"/>
                  <a:pt x="119" y="98"/>
                </a:cubicBezTo>
                <a:cubicBezTo>
                  <a:pt x="121" y="98"/>
                  <a:pt x="121" y="98"/>
                  <a:pt x="121" y="98"/>
                </a:cubicBezTo>
                <a:cubicBezTo>
                  <a:pt x="123" y="98"/>
                  <a:pt x="126" y="97"/>
                  <a:pt x="127" y="95"/>
                </a:cubicBezTo>
                <a:cubicBezTo>
                  <a:pt x="127" y="95"/>
                  <a:pt x="127" y="95"/>
                  <a:pt x="127" y="95"/>
                </a:cubicBezTo>
                <a:cubicBezTo>
                  <a:pt x="131" y="92"/>
                  <a:pt x="131" y="86"/>
                  <a:pt x="127" y="8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 name="Freeform 61"/>
          <p:cNvSpPr>
            <a:spLocks/>
          </p:cNvSpPr>
          <p:nvPr/>
        </p:nvSpPr>
        <p:spPr bwMode="auto">
          <a:xfrm>
            <a:off x="7734300" y="2947988"/>
            <a:ext cx="717550" cy="952500"/>
          </a:xfrm>
          <a:custGeom>
            <a:avLst/>
            <a:gdLst>
              <a:gd name="T0" fmla="*/ 96 w 99"/>
              <a:gd name="T1" fmla="*/ 83 h 131"/>
              <a:gd name="T2" fmla="*/ 90 w 99"/>
              <a:gd name="T3" fmla="*/ 77 h 131"/>
              <a:gd name="T4" fmla="*/ 20 w 99"/>
              <a:gd name="T5" fmla="*/ 7 h 131"/>
              <a:gd name="T6" fmla="*/ 17 w 99"/>
              <a:gd name="T7" fmla="*/ 5 h 131"/>
              <a:gd name="T8" fmla="*/ 17 w 99"/>
              <a:gd name="T9" fmla="*/ 5 h 131"/>
              <a:gd name="T10" fmla="*/ 16 w 99"/>
              <a:gd name="T11" fmla="*/ 3 h 131"/>
              <a:gd name="T12" fmla="*/ 9 w 99"/>
              <a:gd name="T13" fmla="*/ 1 h 131"/>
              <a:gd name="T14" fmla="*/ 9 w 99"/>
              <a:gd name="T15" fmla="*/ 1 h 131"/>
              <a:gd name="T16" fmla="*/ 0 w 99"/>
              <a:gd name="T17" fmla="*/ 9 h 131"/>
              <a:gd name="T18" fmla="*/ 0 w 99"/>
              <a:gd name="T19" fmla="*/ 11 h 131"/>
              <a:gd name="T20" fmla="*/ 0 w 99"/>
              <a:gd name="T21" fmla="*/ 15 h 131"/>
              <a:gd name="T22" fmla="*/ 0 w 99"/>
              <a:gd name="T23" fmla="*/ 55 h 131"/>
              <a:gd name="T24" fmla="*/ 0 w 99"/>
              <a:gd name="T25" fmla="*/ 114 h 131"/>
              <a:gd name="T26" fmla="*/ 0 w 99"/>
              <a:gd name="T27" fmla="*/ 122 h 131"/>
              <a:gd name="T28" fmla="*/ 9 w 99"/>
              <a:gd name="T29" fmla="*/ 131 h 131"/>
              <a:gd name="T30" fmla="*/ 9 w 99"/>
              <a:gd name="T31" fmla="*/ 131 h 131"/>
              <a:gd name="T32" fmla="*/ 95 w 99"/>
              <a:gd name="T33" fmla="*/ 96 h 131"/>
              <a:gd name="T34" fmla="*/ 94 w 99"/>
              <a:gd name="T35" fmla="*/ 96 h 131"/>
              <a:gd name="T36" fmla="*/ 96 w 99"/>
              <a:gd name="T37" fmla="*/ 95 h 131"/>
              <a:gd name="T38" fmla="*/ 96 w 99"/>
              <a:gd name="T39" fmla="*/ 83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9" h="131">
                <a:moveTo>
                  <a:pt x="96" y="83"/>
                </a:moveTo>
                <a:cubicBezTo>
                  <a:pt x="90" y="77"/>
                  <a:pt x="90" y="77"/>
                  <a:pt x="90" y="77"/>
                </a:cubicBezTo>
                <a:cubicBezTo>
                  <a:pt x="20" y="7"/>
                  <a:pt x="20" y="7"/>
                  <a:pt x="20" y="7"/>
                </a:cubicBezTo>
                <a:cubicBezTo>
                  <a:pt x="17" y="5"/>
                  <a:pt x="17" y="5"/>
                  <a:pt x="17" y="5"/>
                </a:cubicBezTo>
                <a:cubicBezTo>
                  <a:pt x="17" y="5"/>
                  <a:pt x="17" y="5"/>
                  <a:pt x="17" y="5"/>
                </a:cubicBezTo>
                <a:cubicBezTo>
                  <a:pt x="16" y="3"/>
                  <a:pt x="16" y="3"/>
                  <a:pt x="16" y="3"/>
                </a:cubicBezTo>
                <a:cubicBezTo>
                  <a:pt x="14" y="1"/>
                  <a:pt x="12" y="0"/>
                  <a:pt x="9" y="1"/>
                </a:cubicBezTo>
                <a:cubicBezTo>
                  <a:pt x="9" y="1"/>
                  <a:pt x="9" y="1"/>
                  <a:pt x="9" y="1"/>
                </a:cubicBezTo>
                <a:cubicBezTo>
                  <a:pt x="4" y="1"/>
                  <a:pt x="0" y="4"/>
                  <a:pt x="0" y="9"/>
                </a:cubicBezTo>
                <a:cubicBezTo>
                  <a:pt x="0" y="11"/>
                  <a:pt x="0" y="11"/>
                  <a:pt x="0" y="11"/>
                </a:cubicBezTo>
                <a:cubicBezTo>
                  <a:pt x="0" y="15"/>
                  <a:pt x="0" y="15"/>
                  <a:pt x="0" y="15"/>
                </a:cubicBezTo>
                <a:cubicBezTo>
                  <a:pt x="0" y="55"/>
                  <a:pt x="0" y="55"/>
                  <a:pt x="0" y="55"/>
                </a:cubicBezTo>
                <a:cubicBezTo>
                  <a:pt x="0" y="114"/>
                  <a:pt x="0" y="114"/>
                  <a:pt x="0" y="114"/>
                </a:cubicBezTo>
                <a:cubicBezTo>
                  <a:pt x="0" y="122"/>
                  <a:pt x="0" y="122"/>
                  <a:pt x="0" y="122"/>
                </a:cubicBezTo>
                <a:cubicBezTo>
                  <a:pt x="0" y="127"/>
                  <a:pt x="4" y="131"/>
                  <a:pt x="9" y="131"/>
                </a:cubicBezTo>
                <a:cubicBezTo>
                  <a:pt x="9" y="131"/>
                  <a:pt x="9" y="131"/>
                  <a:pt x="9" y="131"/>
                </a:cubicBezTo>
                <a:cubicBezTo>
                  <a:pt x="42" y="131"/>
                  <a:pt x="72" y="117"/>
                  <a:pt x="95" y="96"/>
                </a:cubicBezTo>
                <a:cubicBezTo>
                  <a:pt x="94" y="96"/>
                  <a:pt x="94" y="96"/>
                  <a:pt x="94" y="96"/>
                </a:cubicBezTo>
                <a:cubicBezTo>
                  <a:pt x="95" y="95"/>
                  <a:pt x="95" y="95"/>
                  <a:pt x="96" y="95"/>
                </a:cubicBezTo>
                <a:cubicBezTo>
                  <a:pt x="99" y="91"/>
                  <a:pt x="99" y="86"/>
                  <a:pt x="96" y="8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 name="Freeform 62"/>
          <p:cNvSpPr>
            <a:spLocks/>
          </p:cNvSpPr>
          <p:nvPr/>
        </p:nvSpPr>
        <p:spPr bwMode="auto">
          <a:xfrm>
            <a:off x="7007225" y="2947988"/>
            <a:ext cx="711200" cy="952500"/>
          </a:xfrm>
          <a:custGeom>
            <a:avLst/>
            <a:gdLst>
              <a:gd name="T0" fmla="*/ 90 w 98"/>
              <a:gd name="T1" fmla="*/ 1 h 131"/>
              <a:gd name="T2" fmla="*/ 90 w 98"/>
              <a:gd name="T3" fmla="*/ 1 h 131"/>
              <a:gd name="T4" fmla="*/ 83 w 98"/>
              <a:gd name="T5" fmla="*/ 3 h 131"/>
              <a:gd name="T6" fmla="*/ 82 w 98"/>
              <a:gd name="T7" fmla="*/ 5 h 131"/>
              <a:gd name="T8" fmla="*/ 82 w 98"/>
              <a:gd name="T9" fmla="*/ 5 h 131"/>
              <a:gd name="T10" fmla="*/ 79 w 98"/>
              <a:gd name="T11" fmla="*/ 7 h 131"/>
              <a:gd name="T12" fmla="*/ 9 w 98"/>
              <a:gd name="T13" fmla="*/ 77 h 131"/>
              <a:gd name="T14" fmla="*/ 3 w 98"/>
              <a:gd name="T15" fmla="*/ 83 h 131"/>
              <a:gd name="T16" fmla="*/ 3 w 98"/>
              <a:gd name="T17" fmla="*/ 95 h 131"/>
              <a:gd name="T18" fmla="*/ 4 w 98"/>
              <a:gd name="T19" fmla="*/ 96 h 131"/>
              <a:gd name="T20" fmla="*/ 4 w 98"/>
              <a:gd name="T21" fmla="*/ 96 h 131"/>
              <a:gd name="T22" fmla="*/ 90 w 98"/>
              <a:gd name="T23" fmla="*/ 131 h 131"/>
              <a:gd name="T24" fmla="*/ 90 w 98"/>
              <a:gd name="T25" fmla="*/ 131 h 131"/>
              <a:gd name="T26" fmla="*/ 98 w 98"/>
              <a:gd name="T27" fmla="*/ 122 h 131"/>
              <a:gd name="T28" fmla="*/ 98 w 98"/>
              <a:gd name="T29" fmla="*/ 114 h 131"/>
              <a:gd name="T30" fmla="*/ 98 w 98"/>
              <a:gd name="T31" fmla="*/ 55 h 131"/>
              <a:gd name="T32" fmla="*/ 98 w 98"/>
              <a:gd name="T33" fmla="*/ 15 h 131"/>
              <a:gd name="T34" fmla="*/ 98 w 98"/>
              <a:gd name="T35" fmla="*/ 11 h 131"/>
              <a:gd name="T36" fmla="*/ 98 w 98"/>
              <a:gd name="T37" fmla="*/ 9 h 131"/>
              <a:gd name="T38" fmla="*/ 90 w 98"/>
              <a:gd name="T39" fmla="*/ 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8" h="131">
                <a:moveTo>
                  <a:pt x="90" y="1"/>
                </a:moveTo>
                <a:cubicBezTo>
                  <a:pt x="90" y="1"/>
                  <a:pt x="90" y="1"/>
                  <a:pt x="90" y="1"/>
                </a:cubicBezTo>
                <a:cubicBezTo>
                  <a:pt x="87" y="0"/>
                  <a:pt x="85" y="1"/>
                  <a:pt x="83" y="3"/>
                </a:cubicBezTo>
                <a:cubicBezTo>
                  <a:pt x="82" y="5"/>
                  <a:pt x="82" y="5"/>
                  <a:pt x="82" y="5"/>
                </a:cubicBezTo>
                <a:cubicBezTo>
                  <a:pt x="82" y="5"/>
                  <a:pt x="82" y="5"/>
                  <a:pt x="82" y="5"/>
                </a:cubicBezTo>
                <a:cubicBezTo>
                  <a:pt x="79" y="7"/>
                  <a:pt x="79" y="7"/>
                  <a:pt x="79" y="7"/>
                </a:cubicBezTo>
                <a:cubicBezTo>
                  <a:pt x="9" y="77"/>
                  <a:pt x="9" y="77"/>
                  <a:pt x="9" y="77"/>
                </a:cubicBezTo>
                <a:cubicBezTo>
                  <a:pt x="3" y="83"/>
                  <a:pt x="3" y="83"/>
                  <a:pt x="3" y="83"/>
                </a:cubicBezTo>
                <a:cubicBezTo>
                  <a:pt x="0" y="86"/>
                  <a:pt x="0" y="91"/>
                  <a:pt x="3" y="95"/>
                </a:cubicBezTo>
                <a:cubicBezTo>
                  <a:pt x="4" y="95"/>
                  <a:pt x="4" y="95"/>
                  <a:pt x="4" y="96"/>
                </a:cubicBezTo>
                <a:cubicBezTo>
                  <a:pt x="4" y="96"/>
                  <a:pt x="4" y="96"/>
                  <a:pt x="4" y="96"/>
                </a:cubicBezTo>
                <a:cubicBezTo>
                  <a:pt x="26" y="117"/>
                  <a:pt x="57" y="131"/>
                  <a:pt x="90" y="131"/>
                </a:cubicBezTo>
                <a:cubicBezTo>
                  <a:pt x="90" y="131"/>
                  <a:pt x="90" y="131"/>
                  <a:pt x="90" y="131"/>
                </a:cubicBezTo>
                <a:cubicBezTo>
                  <a:pt x="95" y="131"/>
                  <a:pt x="98" y="127"/>
                  <a:pt x="98" y="122"/>
                </a:cubicBezTo>
                <a:cubicBezTo>
                  <a:pt x="98" y="114"/>
                  <a:pt x="98" y="114"/>
                  <a:pt x="98" y="114"/>
                </a:cubicBezTo>
                <a:cubicBezTo>
                  <a:pt x="98" y="55"/>
                  <a:pt x="98" y="55"/>
                  <a:pt x="98" y="55"/>
                </a:cubicBezTo>
                <a:cubicBezTo>
                  <a:pt x="98" y="15"/>
                  <a:pt x="98" y="15"/>
                  <a:pt x="98" y="15"/>
                </a:cubicBezTo>
                <a:cubicBezTo>
                  <a:pt x="98" y="11"/>
                  <a:pt x="98" y="11"/>
                  <a:pt x="98" y="11"/>
                </a:cubicBezTo>
                <a:cubicBezTo>
                  <a:pt x="98" y="9"/>
                  <a:pt x="98" y="9"/>
                  <a:pt x="98" y="9"/>
                </a:cubicBezTo>
                <a:cubicBezTo>
                  <a:pt x="98" y="4"/>
                  <a:pt x="95" y="1"/>
                  <a:pt x="90" y="1"/>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0" name="Freeform 63"/>
          <p:cNvSpPr>
            <a:spLocks/>
          </p:cNvSpPr>
          <p:nvPr/>
        </p:nvSpPr>
        <p:spPr bwMode="auto">
          <a:xfrm>
            <a:off x="6681788" y="2832100"/>
            <a:ext cx="949325" cy="720725"/>
          </a:xfrm>
          <a:custGeom>
            <a:avLst/>
            <a:gdLst>
              <a:gd name="T0" fmla="*/ 127 w 131"/>
              <a:gd name="T1" fmla="*/ 4 h 99"/>
              <a:gd name="T2" fmla="*/ 127 w 131"/>
              <a:gd name="T3" fmla="*/ 3 h 99"/>
              <a:gd name="T4" fmla="*/ 121 w 131"/>
              <a:gd name="T5" fmla="*/ 1 h 99"/>
              <a:gd name="T6" fmla="*/ 119 w 131"/>
              <a:gd name="T7" fmla="*/ 1 h 99"/>
              <a:gd name="T8" fmla="*/ 119 w 131"/>
              <a:gd name="T9" fmla="*/ 1 h 99"/>
              <a:gd name="T10" fmla="*/ 116 w 131"/>
              <a:gd name="T11" fmla="*/ 1 h 99"/>
              <a:gd name="T12" fmla="*/ 16 w 131"/>
              <a:gd name="T13" fmla="*/ 0 h 99"/>
              <a:gd name="T14" fmla="*/ 8 w 131"/>
              <a:gd name="T15" fmla="*/ 0 h 99"/>
              <a:gd name="T16" fmla="*/ 0 w 131"/>
              <a:gd name="T17" fmla="*/ 9 h 99"/>
              <a:gd name="T18" fmla="*/ 0 w 131"/>
              <a:gd name="T19" fmla="*/ 10 h 99"/>
              <a:gd name="T20" fmla="*/ 0 w 131"/>
              <a:gd name="T21" fmla="*/ 10 h 99"/>
              <a:gd name="T22" fmla="*/ 35 w 131"/>
              <a:gd name="T23" fmla="*/ 95 h 99"/>
              <a:gd name="T24" fmla="*/ 35 w 131"/>
              <a:gd name="T25" fmla="*/ 95 h 99"/>
              <a:gd name="T26" fmla="*/ 47 w 131"/>
              <a:gd name="T27" fmla="*/ 95 h 99"/>
              <a:gd name="T28" fmla="*/ 53 w 131"/>
              <a:gd name="T29" fmla="*/ 90 h 99"/>
              <a:gd name="T30" fmla="*/ 95 w 131"/>
              <a:gd name="T31" fmla="*/ 48 h 99"/>
              <a:gd name="T32" fmla="*/ 123 w 131"/>
              <a:gd name="T33" fmla="*/ 20 h 99"/>
              <a:gd name="T34" fmla="*/ 126 w 131"/>
              <a:gd name="T35" fmla="*/ 17 h 99"/>
              <a:gd name="T36" fmla="*/ 127 w 131"/>
              <a:gd name="T37" fmla="*/ 16 h 99"/>
              <a:gd name="T38" fmla="*/ 127 w 131"/>
              <a:gd name="T39" fmla="*/ 4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1" h="99">
                <a:moveTo>
                  <a:pt x="127" y="4"/>
                </a:moveTo>
                <a:cubicBezTo>
                  <a:pt x="127" y="4"/>
                  <a:pt x="127" y="4"/>
                  <a:pt x="127" y="3"/>
                </a:cubicBezTo>
                <a:cubicBezTo>
                  <a:pt x="126" y="2"/>
                  <a:pt x="123" y="1"/>
                  <a:pt x="121" y="1"/>
                </a:cubicBezTo>
                <a:cubicBezTo>
                  <a:pt x="119" y="1"/>
                  <a:pt x="119" y="1"/>
                  <a:pt x="119" y="1"/>
                </a:cubicBezTo>
                <a:cubicBezTo>
                  <a:pt x="119" y="1"/>
                  <a:pt x="119" y="1"/>
                  <a:pt x="119" y="1"/>
                </a:cubicBezTo>
                <a:cubicBezTo>
                  <a:pt x="116" y="1"/>
                  <a:pt x="116" y="1"/>
                  <a:pt x="116" y="1"/>
                </a:cubicBezTo>
                <a:cubicBezTo>
                  <a:pt x="16" y="0"/>
                  <a:pt x="16" y="0"/>
                  <a:pt x="16" y="0"/>
                </a:cubicBezTo>
                <a:cubicBezTo>
                  <a:pt x="8" y="0"/>
                  <a:pt x="8" y="0"/>
                  <a:pt x="8" y="0"/>
                </a:cubicBezTo>
                <a:cubicBezTo>
                  <a:pt x="3" y="0"/>
                  <a:pt x="0" y="4"/>
                  <a:pt x="0" y="9"/>
                </a:cubicBezTo>
                <a:cubicBezTo>
                  <a:pt x="0" y="9"/>
                  <a:pt x="0" y="10"/>
                  <a:pt x="0" y="10"/>
                </a:cubicBezTo>
                <a:cubicBezTo>
                  <a:pt x="0" y="10"/>
                  <a:pt x="0" y="10"/>
                  <a:pt x="0" y="10"/>
                </a:cubicBezTo>
                <a:cubicBezTo>
                  <a:pt x="0" y="41"/>
                  <a:pt x="12" y="72"/>
                  <a:pt x="35" y="95"/>
                </a:cubicBezTo>
                <a:cubicBezTo>
                  <a:pt x="35" y="95"/>
                  <a:pt x="35" y="95"/>
                  <a:pt x="35" y="95"/>
                </a:cubicBezTo>
                <a:cubicBezTo>
                  <a:pt x="38" y="99"/>
                  <a:pt x="44" y="99"/>
                  <a:pt x="47" y="95"/>
                </a:cubicBezTo>
                <a:cubicBezTo>
                  <a:pt x="53" y="90"/>
                  <a:pt x="53" y="90"/>
                  <a:pt x="53" y="90"/>
                </a:cubicBezTo>
                <a:cubicBezTo>
                  <a:pt x="95" y="48"/>
                  <a:pt x="95" y="48"/>
                  <a:pt x="95" y="48"/>
                </a:cubicBezTo>
                <a:cubicBezTo>
                  <a:pt x="123" y="20"/>
                  <a:pt x="123" y="20"/>
                  <a:pt x="123" y="20"/>
                </a:cubicBezTo>
                <a:cubicBezTo>
                  <a:pt x="126" y="17"/>
                  <a:pt x="126" y="17"/>
                  <a:pt x="126" y="17"/>
                </a:cubicBezTo>
                <a:cubicBezTo>
                  <a:pt x="127" y="16"/>
                  <a:pt x="127" y="16"/>
                  <a:pt x="127" y="16"/>
                </a:cubicBezTo>
                <a:cubicBezTo>
                  <a:pt x="131" y="12"/>
                  <a:pt x="131" y="7"/>
                  <a:pt x="127" y="4"/>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 name="Freeform 64"/>
          <p:cNvSpPr>
            <a:spLocks/>
          </p:cNvSpPr>
          <p:nvPr/>
        </p:nvSpPr>
        <p:spPr bwMode="auto">
          <a:xfrm>
            <a:off x="7820025" y="2832100"/>
            <a:ext cx="950913" cy="720725"/>
          </a:xfrm>
          <a:custGeom>
            <a:avLst/>
            <a:gdLst>
              <a:gd name="T0" fmla="*/ 131 w 131"/>
              <a:gd name="T1" fmla="*/ 10 h 99"/>
              <a:gd name="T2" fmla="*/ 131 w 131"/>
              <a:gd name="T3" fmla="*/ 9 h 99"/>
              <a:gd name="T4" fmla="*/ 123 w 131"/>
              <a:gd name="T5" fmla="*/ 0 h 99"/>
              <a:gd name="T6" fmla="*/ 115 w 131"/>
              <a:gd name="T7" fmla="*/ 0 h 99"/>
              <a:gd name="T8" fmla="*/ 15 w 131"/>
              <a:gd name="T9" fmla="*/ 1 h 99"/>
              <a:gd name="T10" fmla="*/ 12 w 131"/>
              <a:gd name="T11" fmla="*/ 1 h 99"/>
              <a:gd name="T12" fmla="*/ 12 w 131"/>
              <a:gd name="T13" fmla="*/ 1 h 99"/>
              <a:gd name="T14" fmla="*/ 10 w 131"/>
              <a:gd name="T15" fmla="*/ 1 h 99"/>
              <a:gd name="T16" fmla="*/ 4 w 131"/>
              <a:gd name="T17" fmla="*/ 3 h 99"/>
              <a:gd name="T18" fmla="*/ 3 w 131"/>
              <a:gd name="T19" fmla="*/ 4 h 99"/>
              <a:gd name="T20" fmla="*/ 3 w 131"/>
              <a:gd name="T21" fmla="*/ 16 h 99"/>
              <a:gd name="T22" fmla="*/ 5 w 131"/>
              <a:gd name="T23" fmla="*/ 17 h 99"/>
              <a:gd name="T24" fmla="*/ 7 w 131"/>
              <a:gd name="T25" fmla="*/ 20 h 99"/>
              <a:gd name="T26" fmla="*/ 36 w 131"/>
              <a:gd name="T27" fmla="*/ 48 h 99"/>
              <a:gd name="T28" fmla="*/ 78 w 131"/>
              <a:gd name="T29" fmla="*/ 90 h 99"/>
              <a:gd name="T30" fmla="*/ 84 w 131"/>
              <a:gd name="T31" fmla="*/ 95 h 99"/>
              <a:gd name="T32" fmla="*/ 96 w 131"/>
              <a:gd name="T33" fmla="*/ 95 h 99"/>
              <a:gd name="T34" fmla="*/ 96 w 131"/>
              <a:gd name="T35" fmla="*/ 95 h 99"/>
              <a:gd name="T36" fmla="*/ 131 w 131"/>
              <a:gd name="T37" fmla="*/ 1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1" h="99">
                <a:moveTo>
                  <a:pt x="131" y="10"/>
                </a:moveTo>
                <a:cubicBezTo>
                  <a:pt x="131" y="10"/>
                  <a:pt x="131" y="9"/>
                  <a:pt x="131" y="9"/>
                </a:cubicBezTo>
                <a:cubicBezTo>
                  <a:pt x="131" y="4"/>
                  <a:pt x="127" y="0"/>
                  <a:pt x="123" y="0"/>
                </a:cubicBezTo>
                <a:cubicBezTo>
                  <a:pt x="115" y="0"/>
                  <a:pt x="115" y="0"/>
                  <a:pt x="115" y="0"/>
                </a:cubicBezTo>
                <a:cubicBezTo>
                  <a:pt x="15" y="1"/>
                  <a:pt x="15" y="1"/>
                  <a:pt x="15" y="1"/>
                </a:cubicBezTo>
                <a:cubicBezTo>
                  <a:pt x="12" y="1"/>
                  <a:pt x="12" y="1"/>
                  <a:pt x="12" y="1"/>
                </a:cubicBezTo>
                <a:cubicBezTo>
                  <a:pt x="12" y="1"/>
                  <a:pt x="12" y="1"/>
                  <a:pt x="12" y="1"/>
                </a:cubicBezTo>
                <a:cubicBezTo>
                  <a:pt x="10" y="1"/>
                  <a:pt x="10" y="1"/>
                  <a:pt x="10" y="1"/>
                </a:cubicBezTo>
                <a:cubicBezTo>
                  <a:pt x="7" y="1"/>
                  <a:pt x="5" y="2"/>
                  <a:pt x="4" y="3"/>
                </a:cubicBezTo>
                <a:cubicBezTo>
                  <a:pt x="3" y="4"/>
                  <a:pt x="3" y="4"/>
                  <a:pt x="3" y="4"/>
                </a:cubicBezTo>
                <a:cubicBezTo>
                  <a:pt x="0" y="7"/>
                  <a:pt x="0" y="12"/>
                  <a:pt x="3" y="16"/>
                </a:cubicBezTo>
                <a:cubicBezTo>
                  <a:pt x="5" y="17"/>
                  <a:pt x="5" y="17"/>
                  <a:pt x="5" y="17"/>
                </a:cubicBezTo>
                <a:cubicBezTo>
                  <a:pt x="7" y="20"/>
                  <a:pt x="7" y="20"/>
                  <a:pt x="7" y="20"/>
                </a:cubicBezTo>
                <a:cubicBezTo>
                  <a:pt x="36" y="48"/>
                  <a:pt x="36" y="48"/>
                  <a:pt x="36" y="48"/>
                </a:cubicBezTo>
                <a:cubicBezTo>
                  <a:pt x="78" y="90"/>
                  <a:pt x="78" y="90"/>
                  <a:pt x="78" y="90"/>
                </a:cubicBezTo>
                <a:cubicBezTo>
                  <a:pt x="84" y="95"/>
                  <a:pt x="84" y="95"/>
                  <a:pt x="84" y="95"/>
                </a:cubicBezTo>
                <a:cubicBezTo>
                  <a:pt x="87" y="99"/>
                  <a:pt x="92" y="99"/>
                  <a:pt x="96" y="95"/>
                </a:cubicBezTo>
                <a:cubicBezTo>
                  <a:pt x="96" y="95"/>
                  <a:pt x="96" y="95"/>
                  <a:pt x="96" y="95"/>
                </a:cubicBezTo>
                <a:cubicBezTo>
                  <a:pt x="119" y="72"/>
                  <a:pt x="131" y="41"/>
                  <a:pt x="131" y="10"/>
                </a:cubicBezTo>
                <a:close/>
              </a:path>
            </a:pathLst>
          </a:custGeom>
          <a:solidFill>
            <a:srgbClr val="31A8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2" name="Freeform 65"/>
          <p:cNvSpPr>
            <a:spLocks/>
          </p:cNvSpPr>
          <p:nvPr/>
        </p:nvSpPr>
        <p:spPr bwMode="auto">
          <a:xfrm>
            <a:off x="8299450" y="3435350"/>
            <a:ext cx="2316163" cy="465138"/>
          </a:xfrm>
          <a:custGeom>
            <a:avLst/>
            <a:gdLst>
              <a:gd name="T0" fmla="*/ 690 w 1459"/>
              <a:gd name="T1" fmla="*/ 0 h 293"/>
              <a:gd name="T2" fmla="*/ 626 w 1459"/>
              <a:gd name="T3" fmla="*/ 83 h 293"/>
              <a:gd name="T4" fmla="*/ 626 w 1459"/>
              <a:gd name="T5" fmla="*/ 83 h 293"/>
              <a:gd name="T6" fmla="*/ 512 w 1459"/>
              <a:gd name="T7" fmla="*/ 239 h 293"/>
              <a:gd name="T8" fmla="*/ 78 w 1459"/>
              <a:gd name="T9" fmla="*/ 239 h 293"/>
              <a:gd name="T10" fmla="*/ 78 w 1459"/>
              <a:gd name="T11" fmla="*/ 239 h 293"/>
              <a:gd name="T12" fmla="*/ 37 w 1459"/>
              <a:gd name="T13" fmla="*/ 239 h 293"/>
              <a:gd name="T14" fmla="*/ 0 w 1459"/>
              <a:gd name="T15" fmla="*/ 293 h 293"/>
              <a:gd name="T16" fmla="*/ 78 w 1459"/>
              <a:gd name="T17" fmla="*/ 293 h 293"/>
              <a:gd name="T18" fmla="*/ 316 w 1459"/>
              <a:gd name="T19" fmla="*/ 293 h 293"/>
              <a:gd name="T20" fmla="*/ 535 w 1459"/>
              <a:gd name="T21" fmla="*/ 293 h 293"/>
              <a:gd name="T22" fmla="*/ 594 w 1459"/>
              <a:gd name="T23" fmla="*/ 211 h 293"/>
              <a:gd name="T24" fmla="*/ 594 w 1459"/>
              <a:gd name="T25" fmla="*/ 211 h 293"/>
              <a:gd name="T26" fmla="*/ 713 w 1459"/>
              <a:gd name="T27" fmla="*/ 55 h 293"/>
              <a:gd name="T28" fmla="*/ 1422 w 1459"/>
              <a:gd name="T29" fmla="*/ 55 h 293"/>
              <a:gd name="T30" fmla="*/ 1459 w 1459"/>
              <a:gd name="T31" fmla="*/ 0 h 293"/>
              <a:gd name="T32" fmla="*/ 690 w 1459"/>
              <a:gd name="T33" fmla="*/ 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59" h="293">
                <a:moveTo>
                  <a:pt x="690" y="0"/>
                </a:moveTo>
                <a:lnTo>
                  <a:pt x="626" y="83"/>
                </a:lnTo>
                <a:lnTo>
                  <a:pt x="626" y="83"/>
                </a:lnTo>
                <a:lnTo>
                  <a:pt x="512" y="239"/>
                </a:lnTo>
                <a:lnTo>
                  <a:pt x="78" y="239"/>
                </a:lnTo>
                <a:lnTo>
                  <a:pt x="78" y="239"/>
                </a:lnTo>
                <a:lnTo>
                  <a:pt x="37" y="239"/>
                </a:lnTo>
                <a:lnTo>
                  <a:pt x="0" y="293"/>
                </a:lnTo>
                <a:lnTo>
                  <a:pt x="78" y="293"/>
                </a:lnTo>
                <a:lnTo>
                  <a:pt x="316" y="293"/>
                </a:lnTo>
                <a:lnTo>
                  <a:pt x="535" y="293"/>
                </a:lnTo>
                <a:lnTo>
                  <a:pt x="594" y="211"/>
                </a:lnTo>
                <a:lnTo>
                  <a:pt x="594" y="211"/>
                </a:lnTo>
                <a:lnTo>
                  <a:pt x="713" y="55"/>
                </a:lnTo>
                <a:lnTo>
                  <a:pt x="1422" y="55"/>
                </a:lnTo>
                <a:lnTo>
                  <a:pt x="1459" y="0"/>
                </a:lnTo>
                <a:lnTo>
                  <a:pt x="690" y="0"/>
                </a:lnTo>
                <a:close/>
              </a:path>
            </a:pathLst>
          </a:custGeom>
          <a:solidFill>
            <a:srgbClr val="31A8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3" name="Freeform 66"/>
          <p:cNvSpPr>
            <a:spLocks/>
          </p:cNvSpPr>
          <p:nvPr/>
        </p:nvSpPr>
        <p:spPr bwMode="auto">
          <a:xfrm>
            <a:off x="8299450" y="1625600"/>
            <a:ext cx="2316163" cy="465138"/>
          </a:xfrm>
          <a:custGeom>
            <a:avLst/>
            <a:gdLst>
              <a:gd name="T0" fmla="*/ 690 w 1459"/>
              <a:gd name="T1" fmla="*/ 293 h 293"/>
              <a:gd name="T2" fmla="*/ 626 w 1459"/>
              <a:gd name="T3" fmla="*/ 210 h 293"/>
              <a:gd name="T4" fmla="*/ 626 w 1459"/>
              <a:gd name="T5" fmla="*/ 210 h 293"/>
              <a:gd name="T6" fmla="*/ 512 w 1459"/>
              <a:gd name="T7" fmla="*/ 55 h 293"/>
              <a:gd name="T8" fmla="*/ 78 w 1459"/>
              <a:gd name="T9" fmla="*/ 55 h 293"/>
              <a:gd name="T10" fmla="*/ 78 w 1459"/>
              <a:gd name="T11" fmla="*/ 55 h 293"/>
              <a:gd name="T12" fmla="*/ 37 w 1459"/>
              <a:gd name="T13" fmla="*/ 55 h 293"/>
              <a:gd name="T14" fmla="*/ 0 w 1459"/>
              <a:gd name="T15" fmla="*/ 0 h 293"/>
              <a:gd name="T16" fmla="*/ 78 w 1459"/>
              <a:gd name="T17" fmla="*/ 0 h 293"/>
              <a:gd name="T18" fmla="*/ 316 w 1459"/>
              <a:gd name="T19" fmla="*/ 0 h 293"/>
              <a:gd name="T20" fmla="*/ 535 w 1459"/>
              <a:gd name="T21" fmla="*/ 0 h 293"/>
              <a:gd name="T22" fmla="*/ 594 w 1459"/>
              <a:gd name="T23" fmla="*/ 82 h 293"/>
              <a:gd name="T24" fmla="*/ 594 w 1459"/>
              <a:gd name="T25" fmla="*/ 82 h 293"/>
              <a:gd name="T26" fmla="*/ 713 w 1459"/>
              <a:gd name="T27" fmla="*/ 238 h 293"/>
              <a:gd name="T28" fmla="*/ 1422 w 1459"/>
              <a:gd name="T29" fmla="*/ 238 h 293"/>
              <a:gd name="T30" fmla="*/ 1459 w 1459"/>
              <a:gd name="T31" fmla="*/ 293 h 293"/>
              <a:gd name="T32" fmla="*/ 690 w 1459"/>
              <a:gd name="T33" fmla="*/ 293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59" h="293">
                <a:moveTo>
                  <a:pt x="690" y="293"/>
                </a:moveTo>
                <a:lnTo>
                  <a:pt x="626" y="210"/>
                </a:lnTo>
                <a:lnTo>
                  <a:pt x="626" y="210"/>
                </a:lnTo>
                <a:lnTo>
                  <a:pt x="512" y="55"/>
                </a:lnTo>
                <a:lnTo>
                  <a:pt x="78" y="55"/>
                </a:lnTo>
                <a:lnTo>
                  <a:pt x="78" y="55"/>
                </a:lnTo>
                <a:lnTo>
                  <a:pt x="37" y="55"/>
                </a:lnTo>
                <a:lnTo>
                  <a:pt x="0" y="0"/>
                </a:lnTo>
                <a:lnTo>
                  <a:pt x="78" y="0"/>
                </a:lnTo>
                <a:lnTo>
                  <a:pt x="316" y="0"/>
                </a:lnTo>
                <a:lnTo>
                  <a:pt x="535" y="0"/>
                </a:lnTo>
                <a:lnTo>
                  <a:pt x="594" y="82"/>
                </a:lnTo>
                <a:lnTo>
                  <a:pt x="594" y="82"/>
                </a:lnTo>
                <a:lnTo>
                  <a:pt x="713" y="238"/>
                </a:lnTo>
                <a:lnTo>
                  <a:pt x="1422" y="238"/>
                </a:lnTo>
                <a:lnTo>
                  <a:pt x="1459" y="293"/>
                </a:lnTo>
                <a:lnTo>
                  <a:pt x="690" y="293"/>
                </a:lnTo>
                <a:close/>
              </a:path>
            </a:pathLst>
          </a:custGeom>
          <a:solidFill>
            <a:srgbClr val="31A8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 name="文本框 146"/>
          <p:cNvSpPr txBox="1"/>
          <p:nvPr/>
        </p:nvSpPr>
        <p:spPr>
          <a:xfrm>
            <a:off x="4565405" y="3430224"/>
            <a:ext cx="1261884" cy="646331"/>
          </a:xfrm>
          <a:prstGeom prst="rect">
            <a:avLst/>
          </a:prstGeom>
          <a:noFill/>
        </p:spPr>
        <p:txBody>
          <a:bodyPr wrap="none" rtlCol="0">
            <a:spAutoFit/>
          </a:bodyPr>
          <a:lstStyle/>
          <a:p>
            <a:r>
              <a:rPr lang="en-US" altLang="zh-CN" sz="3600" dirty="0">
                <a:solidFill>
                  <a:srgbClr val="DDE100"/>
                </a:solidFill>
                <a:latin typeface="Arial Black" panose="020B0A04020102020204" pitchFamily="34" charset="0"/>
              </a:rPr>
              <a:t>50%</a:t>
            </a:r>
            <a:endParaRPr lang="zh-CN" altLang="en-US" sz="3600" dirty="0">
              <a:solidFill>
                <a:srgbClr val="DDE100"/>
              </a:solidFill>
              <a:latin typeface="Arial Black" panose="020B0A04020102020204" pitchFamily="34" charset="0"/>
            </a:endParaRPr>
          </a:p>
        </p:txBody>
      </p:sp>
      <p:sp>
        <p:nvSpPr>
          <p:cNvPr id="149" name="文本框 148"/>
          <p:cNvSpPr txBox="1"/>
          <p:nvPr/>
        </p:nvSpPr>
        <p:spPr>
          <a:xfrm>
            <a:off x="9344383" y="3471789"/>
            <a:ext cx="1553630" cy="584775"/>
          </a:xfrm>
          <a:prstGeom prst="rect">
            <a:avLst/>
          </a:prstGeom>
          <a:noFill/>
        </p:spPr>
        <p:txBody>
          <a:bodyPr wrap="none" rtlCol="0">
            <a:spAutoFit/>
          </a:bodyPr>
          <a:lstStyle/>
          <a:p>
            <a:r>
              <a:rPr lang="en-US" altLang="zh-CN" sz="3200" dirty="0">
                <a:solidFill>
                  <a:srgbClr val="31A8E1"/>
                </a:solidFill>
                <a:latin typeface="Arial Black" panose="020B0A04020102020204" pitchFamily="34" charset="0"/>
              </a:rPr>
              <a:t>37.5%</a:t>
            </a:r>
            <a:endParaRPr lang="zh-CN" altLang="en-US" sz="3200" dirty="0">
              <a:solidFill>
                <a:srgbClr val="31A8E1"/>
              </a:solidFill>
              <a:latin typeface="Arial Black" panose="020B0A04020102020204" pitchFamily="34" charset="0"/>
            </a:endParaRPr>
          </a:p>
        </p:txBody>
      </p:sp>
      <p:sp>
        <p:nvSpPr>
          <p:cNvPr id="150" name="文本框 149"/>
          <p:cNvSpPr txBox="1"/>
          <p:nvPr/>
        </p:nvSpPr>
        <p:spPr>
          <a:xfrm>
            <a:off x="4505742" y="6117938"/>
            <a:ext cx="1553630" cy="584775"/>
          </a:xfrm>
          <a:prstGeom prst="rect">
            <a:avLst/>
          </a:prstGeom>
          <a:noFill/>
        </p:spPr>
        <p:txBody>
          <a:bodyPr wrap="none" rtlCol="0">
            <a:spAutoFit/>
          </a:bodyPr>
          <a:lstStyle/>
          <a:p>
            <a:r>
              <a:rPr lang="en-US" altLang="zh-CN" sz="3200" dirty="0">
                <a:solidFill>
                  <a:srgbClr val="8FC322"/>
                </a:solidFill>
                <a:latin typeface="Arial Black" panose="020B0A04020102020204" pitchFamily="34" charset="0"/>
              </a:rPr>
              <a:t>87.5%</a:t>
            </a:r>
            <a:endParaRPr lang="zh-CN" altLang="en-US" sz="3200" dirty="0">
              <a:solidFill>
                <a:srgbClr val="8FC322"/>
              </a:solidFill>
              <a:latin typeface="Arial Black" panose="020B0A04020102020204" pitchFamily="34" charset="0"/>
            </a:endParaRPr>
          </a:p>
        </p:txBody>
      </p:sp>
      <p:sp>
        <p:nvSpPr>
          <p:cNvPr id="151" name="文本框 150"/>
          <p:cNvSpPr txBox="1"/>
          <p:nvPr/>
        </p:nvSpPr>
        <p:spPr>
          <a:xfrm>
            <a:off x="9375071" y="6061075"/>
            <a:ext cx="1261884" cy="646331"/>
          </a:xfrm>
          <a:prstGeom prst="rect">
            <a:avLst/>
          </a:prstGeom>
          <a:noFill/>
        </p:spPr>
        <p:txBody>
          <a:bodyPr wrap="none" rtlCol="0">
            <a:spAutoFit/>
          </a:bodyPr>
          <a:lstStyle/>
          <a:p>
            <a:r>
              <a:rPr lang="en-US" altLang="zh-CN" sz="3600" dirty="0">
                <a:solidFill>
                  <a:srgbClr val="F39800"/>
                </a:solidFill>
                <a:latin typeface="Arial Black" panose="020B0A04020102020204" pitchFamily="34" charset="0"/>
              </a:rPr>
              <a:t>75%</a:t>
            </a:r>
            <a:endParaRPr lang="zh-CN" altLang="en-US" sz="3600" dirty="0">
              <a:solidFill>
                <a:srgbClr val="F39800"/>
              </a:solidFill>
              <a:latin typeface="Arial Black" panose="020B0A04020102020204" pitchFamily="34" charset="0"/>
            </a:endParaRPr>
          </a:p>
        </p:txBody>
      </p:sp>
      <p:sp>
        <p:nvSpPr>
          <p:cNvPr id="61" name="矩形 39"/>
          <p:cNvSpPr/>
          <p:nvPr/>
        </p:nvSpPr>
        <p:spPr>
          <a:xfrm>
            <a:off x="0" y="203088"/>
            <a:ext cx="1620957" cy="523220"/>
          </a:xfrm>
          <a:prstGeom prst="rect">
            <a:avLst/>
          </a:prstGeom>
          <a:noFill/>
        </p:spPr>
        <p:txBody>
          <a:bodyPr wrap="none" rtlCol="0">
            <a:spAutoFit/>
          </a:bodyPr>
          <a:lstStyle/>
          <a:p>
            <a:r>
              <a:rPr lang="zh-CN" altLang="en-US" sz="2800" b="1">
                <a:solidFill>
                  <a:schemeClr val="tx1">
                    <a:lumMod val="65000"/>
                    <a:lumOff val="35000"/>
                  </a:schemeClr>
                </a:solidFill>
              </a:rPr>
              <a:t>其他图表</a:t>
            </a:r>
          </a:p>
        </p:txBody>
      </p:sp>
    </p:spTree>
    <p:extLst>
      <p:ext uri="{BB962C8B-B14F-4D97-AF65-F5344CB8AC3E}">
        <p14:creationId xmlns:p14="http://schemas.microsoft.com/office/powerpoint/2010/main" val="1950367213"/>
      </p:ext>
    </p:extLst>
  </p:cSld>
  <p:clrMapOvr>
    <a:masterClrMapping/>
  </p:clrMapOvr>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Freeform 9"/>
          <p:cNvSpPr>
            <a:spLocks/>
          </p:cNvSpPr>
          <p:nvPr/>
        </p:nvSpPr>
        <p:spPr bwMode="auto">
          <a:xfrm>
            <a:off x="3859213" y="4579938"/>
            <a:ext cx="1687512" cy="2193925"/>
          </a:xfrm>
          <a:custGeom>
            <a:avLst/>
            <a:gdLst>
              <a:gd name="T0" fmla="*/ 209 w 318"/>
              <a:gd name="T1" fmla="*/ 202 h 413"/>
              <a:gd name="T2" fmla="*/ 202 w 318"/>
              <a:gd name="T3" fmla="*/ 141 h 413"/>
              <a:gd name="T4" fmla="*/ 236 w 318"/>
              <a:gd name="T5" fmla="*/ 2 h 413"/>
              <a:gd name="T6" fmla="*/ 207 w 318"/>
              <a:gd name="T7" fmla="*/ 0 h 413"/>
              <a:gd name="T8" fmla="*/ 19 w 318"/>
              <a:gd name="T9" fmla="*/ 121 h 413"/>
              <a:gd name="T10" fmla="*/ 0 w 318"/>
              <a:gd name="T11" fmla="*/ 207 h 413"/>
              <a:gd name="T12" fmla="*/ 207 w 318"/>
              <a:gd name="T13" fmla="*/ 413 h 413"/>
              <a:gd name="T14" fmla="*/ 318 w 318"/>
              <a:gd name="T15" fmla="*/ 381 h 413"/>
              <a:gd name="T16" fmla="*/ 209 w 318"/>
              <a:gd name="T17" fmla="*/ 202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8" h="413">
                <a:moveTo>
                  <a:pt x="209" y="202"/>
                </a:moveTo>
                <a:cubicBezTo>
                  <a:pt x="204" y="183"/>
                  <a:pt x="202" y="162"/>
                  <a:pt x="202" y="141"/>
                </a:cubicBezTo>
                <a:cubicBezTo>
                  <a:pt x="202" y="91"/>
                  <a:pt x="214" y="43"/>
                  <a:pt x="236" y="2"/>
                </a:cubicBezTo>
                <a:cubicBezTo>
                  <a:pt x="226" y="0"/>
                  <a:pt x="217" y="0"/>
                  <a:pt x="207" y="0"/>
                </a:cubicBezTo>
                <a:cubicBezTo>
                  <a:pt x="123" y="0"/>
                  <a:pt x="51" y="50"/>
                  <a:pt x="19" y="121"/>
                </a:cubicBezTo>
                <a:cubicBezTo>
                  <a:pt x="7" y="147"/>
                  <a:pt x="0" y="176"/>
                  <a:pt x="0" y="207"/>
                </a:cubicBezTo>
                <a:cubicBezTo>
                  <a:pt x="0" y="321"/>
                  <a:pt x="93" y="413"/>
                  <a:pt x="207" y="413"/>
                </a:cubicBezTo>
                <a:cubicBezTo>
                  <a:pt x="248" y="413"/>
                  <a:pt x="286" y="402"/>
                  <a:pt x="318" y="381"/>
                </a:cubicBezTo>
                <a:cubicBezTo>
                  <a:pt x="263" y="337"/>
                  <a:pt x="223" y="274"/>
                  <a:pt x="209" y="202"/>
                </a:cubicBezTo>
                <a:close/>
              </a:path>
            </a:pathLst>
          </a:custGeom>
          <a:solidFill>
            <a:srgbClr val="8FC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 name="Oval 5"/>
          <p:cNvSpPr>
            <a:spLocks noChangeArrowheads="1"/>
          </p:cNvSpPr>
          <p:nvPr/>
        </p:nvSpPr>
        <p:spPr bwMode="auto">
          <a:xfrm>
            <a:off x="6284913" y="2624138"/>
            <a:ext cx="3238500" cy="3240087"/>
          </a:xfrm>
          <a:prstGeom prst="ellipse">
            <a:avLst/>
          </a:prstGeom>
          <a:solidFill>
            <a:srgbClr val="DDE1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 name="Freeform 6"/>
          <p:cNvSpPr>
            <a:spLocks/>
          </p:cNvSpPr>
          <p:nvPr/>
        </p:nvSpPr>
        <p:spPr bwMode="auto">
          <a:xfrm>
            <a:off x="5068888" y="3930650"/>
            <a:ext cx="2713037" cy="2859087"/>
          </a:xfrm>
          <a:custGeom>
            <a:avLst/>
            <a:gdLst>
              <a:gd name="T0" fmla="*/ 191 w 511"/>
              <a:gd name="T1" fmla="*/ 60 h 538"/>
              <a:gd name="T2" fmla="*/ 196 w 511"/>
              <a:gd name="T3" fmla="*/ 0 h 538"/>
              <a:gd name="T4" fmla="*/ 0 w 511"/>
              <a:gd name="T5" fmla="*/ 263 h 538"/>
              <a:gd name="T6" fmla="*/ 274 w 511"/>
              <a:gd name="T7" fmla="*/ 538 h 538"/>
              <a:gd name="T8" fmla="*/ 511 w 511"/>
              <a:gd name="T9" fmla="*/ 402 h 538"/>
              <a:gd name="T10" fmla="*/ 191 w 511"/>
              <a:gd name="T11" fmla="*/ 60 h 538"/>
            </a:gdLst>
            <a:ahLst/>
            <a:cxnLst>
              <a:cxn ang="0">
                <a:pos x="T0" y="T1"/>
              </a:cxn>
              <a:cxn ang="0">
                <a:pos x="T2" y="T3"/>
              </a:cxn>
              <a:cxn ang="0">
                <a:pos x="T4" y="T5"/>
              </a:cxn>
              <a:cxn ang="0">
                <a:pos x="T6" y="T7"/>
              </a:cxn>
              <a:cxn ang="0">
                <a:pos x="T8" y="T9"/>
              </a:cxn>
              <a:cxn ang="0">
                <a:pos x="T10" y="T11"/>
              </a:cxn>
            </a:cxnLst>
            <a:rect l="0" t="0" r="r" b="b"/>
            <a:pathLst>
              <a:path w="511" h="538">
                <a:moveTo>
                  <a:pt x="191" y="60"/>
                </a:moveTo>
                <a:cubicBezTo>
                  <a:pt x="191" y="40"/>
                  <a:pt x="193" y="19"/>
                  <a:pt x="196" y="0"/>
                </a:cubicBezTo>
                <a:cubicBezTo>
                  <a:pt x="83" y="33"/>
                  <a:pt x="0" y="138"/>
                  <a:pt x="0" y="263"/>
                </a:cubicBezTo>
                <a:cubicBezTo>
                  <a:pt x="0" y="415"/>
                  <a:pt x="123" y="538"/>
                  <a:pt x="274" y="538"/>
                </a:cubicBezTo>
                <a:cubicBezTo>
                  <a:pt x="375" y="538"/>
                  <a:pt x="464" y="483"/>
                  <a:pt x="511" y="402"/>
                </a:cubicBezTo>
                <a:cubicBezTo>
                  <a:pt x="332" y="391"/>
                  <a:pt x="191" y="242"/>
                  <a:pt x="191" y="60"/>
                </a:cubicBezTo>
                <a:close/>
              </a:path>
            </a:pathLst>
          </a:custGeom>
          <a:solidFill>
            <a:srgbClr val="F398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 name="Freeform 7"/>
          <p:cNvSpPr>
            <a:spLocks/>
          </p:cNvSpPr>
          <p:nvPr/>
        </p:nvSpPr>
        <p:spPr bwMode="auto">
          <a:xfrm>
            <a:off x="3143251" y="1423988"/>
            <a:ext cx="4022725" cy="3713162"/>
          </a:xfrm>
          <a:custGeom>
            <a:avLst/>
            <a:gdLst>
              <a:gd name="T0" fmla="*/ 758 w 758"/>
              <a:gd name="T1" fmla="*/ 219 h 699"/>
              <a:gd name="T2" fmla="*/ 401 w 758"/>
              <a:gd name="T3" fmla="*/ 0 h 699"/>
              <a:gd name="T4" fmla="*/ 0 w 758"/>
              <a:gd name="T5" fmla="*/ 400 h 699"/>
              <a:gd name="T6" fmla="*/ 134 w 758"/>
              <a:gd name="T7" fmla="*/ 699 h 699"/>
              <a:gd name="T8" fmla="*/ 342 w 758"/>
              <a:gd name="T9" fmla="*/ 569 h 699"/>
              <a:gd name="T10" fmla="*/ 384 w 758"/>
              <a:gd name="T11" fmla="*/ 573 h 699"/>
              <a:gd name="T12" fmla="*/ 567 w 758"/>
              <a:gd name="T13" fmla="*/ 438 h 699"/>
              <a:gd name="T14" fmla="*/ 758 w 758"/>
              <a:gd name="T15" fmla="*/ 219 h 6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8" h="699">
                <a:moveTo>
                  <a:pt x="758" y="219"/>
                </a:moveTo>
                <a:cubicBezTo>
                  <a:pt x="692" y="89"/>
                  <a:pt x="557" y="0"/>
                  <a:pt x="401" y="0"/>
                </a:cubicBezTo>
                <a:cubicBezTo>
                  <a:pt x="180" y="0"/>
                  <a:pt x="0" y="179"/>
                  <a:pt x="0" y="400"/>
                </a:cubicBezTo>
                <a:cubicBezTo>
                  <a:pt x="0" y="519"/>
                  <a:pt x="52" y="625"/>
                  <a:pt x="134" y="699"/>
                </a:cubicBezTo>
                <a:cubicBezTo>
                  <a:pt x="172" y="622"/>
                  <a:pt x="251" y="569"/>
                  <a:pt x="342" y="569"/>
                </a:cubicBezTo>
                <a:cubicBezTo>
                  <a:pt x="356" y="569"/>
                  <a:pt x="370" y="571"/>
                  <a:pt x="384" y="573"/>
                </a:cubicBezTo>
                <a:cubicBezTo>
                  <a:pt x="425" y="507"/>
                  <a:pt x="490" y="458"/>
                  <a:pt x="567" y="438"/>
                </a:cubicBezTo>
                <a:cubicBezTo>
                  <a:pt x="595" y="340"/>
                  <a:pt x="666" y="260"/>
                  <a:pt x="758" y="219"/>
                </a:cubicBezTo>
                <a:close/>
              </a:path>
            </a:pathLst>
          </a:custGeom>
          <a:solidFill>
            <a:srgbClr val="31A8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 name="文本框 81"/>
          <p:cNvSpPr txBox="1"/>
          <p:nvPr/>
        </p:nvSpPr>
        <p:spPr>
          <a:xfrm>
            <a:off x="1000603" y="858685"/>
            <a:ext cx="9417963" cy="424732"/>
          </a:xfrm>
          <a:prstGeom prst="rect">
            <a:avLst/>
          </a:prstGeom>
          <a:noFill/>
        </p:spPr>
        <p:txBody>
          <a:bodyPr wrap="none" rtlCol="0">
            <a:spAutoFit/>
          </a:bodyPr>
          <a:lstStyle/>
          <a:p>
            <a:pPr>
              <a:lnSpc>
                <a:spcPct val="120000"/>
              </a:lnSpc>
            </a:pPr>
            <a:r>
              <a:rPr lang="zh-CN" altLang="en-US" dirty="0">
                <a:solidFill>
                  <a:prstClr val="black">
                    <a:lumMod val="65000"/>
                    <a:lumOff val="35000"/>
                  </a:prstClr>
                </a:solidFill>
              </a:rPr>
              <a:t>下图为图形组合而成，不是非常精确，可以在特定情境下使用，可以相应的调整模块颜色。</a:t>
            </a:r>
            <a:endParaRPr lang="en-US" altLang="zh-CN" dirty="0">
              <a:solidFill>
                <a:prstClr val="black">
                  <a:lumMod val="65000"/>
                  <a:lumOff val="35000"/>
                </a:prstClr>
              </a:solidFill>
            </a:endParaRPr>
          </a:p>
        </p:txBody>
      </p:sp>
      <p:sp>
        <p:nvSpPr>
          <p:cNvPr id="84" name="文本框 83"/>
          <p:cNvSpPr txBox="1"/>
          <p:nvPr/>
        </p:nvSpPr>
        <p:spPr>
          <a:xfrm>
            <a:off x="3497555" y="2070939"/>
            <a:ext cx="2708755" cy="1862048"/>
          </a:xfrm>
          <a:prstGeom prst="rect">
            <a:avLst/>
          </a:prstGeom>
          <a:noFill/>
        </p:spPr>
        <p:txBody>
          <a:bodyPr wrap="none" rtlCol="0">
            <a:spAutoFit/>
          </a:bodyPr>
          <a:lstStyle/>
          <a:p>
            <a:r>
              <a:rPr lang="en-US" altLang="zh-CN" sz="11500" dirty="0">
                <a:solidFill>
                  <a:prstClr val="white"/>
                </a:solidFill>
                <a:latin typeface="Impact" panose="020B0806030902050204" pitchFamily="34" charset="0"/>
              </a:rPr>
              <a:t>52%</a:t>
            </a:r>
            <a:endParaRPr lang="zh-CN" altLang="en-US" sz="11500" dirty="0">
              <a:solidFill>
                <a:prstClr val="white"/>
              </a:solidFill>
              <a:latin typeface="Impact" panose="020B0806030902050204" pitchFamily="34" charset="0"/>
            </a:endParaRPr>
          </a:p>
        </p:txBody>
      </p:sp>
      <p:sp>
        <p:nvSpPr>
          <p:cNvPr id="85" name="文本框 84"/>
          <p:cNvSpPr txBox="1"/>
          <p:nvPr/>
        </p:nvSpPr>
        <p:spPr>
          <a:xfrm>
            <a:off x="3996506" y="5524883"/>
            <a:ext cx="1010213" cy="923330"/>
          </a:xfrm>
          <a:prstGeom prst="rect">
            <a:avLst/>
          </a:prstGeom>
          <a:noFill/>
        </p:spPr>
        <p:txBody>
          <a:bodyPr wrap="none" rtlCol="0">
            <a:spAutoFit/>
          </a:bodyPr>
          <a:lstStyle/>
          <a:p>
            <a:r>
              <a:rPr lang="en-US" altLang="zh-CN" sz="5400" dirty="0">
                <a:solidFill>
                  <a:prstClr val="white"/>
                </a:solidFill>
                <a:latin typeface="Impact" panose="020B0806030902050204" pitchFamily="34" charset="0"/>
              </a:rPr>
              <a:t>4%</a:t>
            </a:r>
            <a:endParaRPr lang="zh-CN" altLang="en-US" sz="5400" dirty="0">
              <a:solidFill>
                <a:prstClr val="white"/>
              </a:solidFill>
              <a:latin typeface="Impact" panose="020B0806030902050204" pitchFamily="34" charset="0"/>
            </a:endParaRPr>
          </a:p>
        </p:txBody>
      </p:sp>
      <p:sp>
        <p:nvSpPr>
          <p:cNvPr id="86" name="文本框 85"/>
          <p:cNvSpPr txBox="1"/>
          <p:nvPr/>
        </p:nvSpPr>
        <p:spPr>
          <a:xfrm>
            <a:off x="5215907" y="5272234"/>
            <a:ext cx="1428596" cy="1015663"/>
          </a:xfrm>
          <a:prstGeom prst="rect">
            <a:avLst/>
          </a:prstGeom>
          <a:noFill/>
        </p:spPr>
        <p:txBody>
          <a:bodyPr wrap="none" rtlCol="0">
            <a:spAutoFit/>
          </a:bodyPr>
          <a:lstStyle/>
          <a:p>
            <a:r>
              <a:rPr lang="en-US" altLang="zh-CN" sz="6000" dirty="0">
                <a:solidFill>
                  <a:prstClr val="white"/>
                </a:solidFill>
                <a:latin typeface="Impact" panose="020B0806030902050204" pitchFamily="34" charset="0"/>
              </a:rPr>
              <a:t>16%</a:t>
            </a:r>
            <a:endParaRPr lang="zh-CN" altLang="en-US" sz="6000" dirty="0">
              <a:solidFill>
                <a:prstClr val="white"/>
              </a:solidFill>
              <a:latin typeface="Impact" panose="020B0806030902050204" pitchFamily="34" charset="0"/>
            </a:endParaRPr>
          </a:p>
        </p:txBody>
      </p:sp>
      <p:sp>
        <p:nvSpPr>
          <p:cNvPr id="87" name="文本框 86"/>
          <p:cNvSpPr txBox="1"/>
          <p:nvPr/>
        </p:nvSpPr>
        <p:spPr>
          <a:xfrm>
            <a:off x="6536641" y="3383645"/>
            <a:ext cx="2735044" cy="1862048"/>
          </a:xfrm>
          <a:prstGeom prst="rect">
            <a:avLst/>
          </a:prstGeom>
          <a:noFill/>
        </p:spPr>
        <p:txBody>
          <a:bodyPr wrap="none" rtlCol="0">
            <a:spAutoFit/>
          </a:bodyPr>
          <a:lstStyle/>
          <a:p>
            <a:r>
              <a:rPr lang="en-US" altLang="zh-CN" sz="11500" dirty="0">
                <a:solidFill>
                  <a:prstClr val="white"/>
                </a:solidFill>
                <a:latin typeface="Impact" panose="020B0806030902050204" pitchFamily="34" charset="0"/>
              </a:rPr>
              <a:t>28%</a:t>
            </a:r>
            <a:endParaRPr lang="zh-CN" altLang="en-US" sz="11500" dirty="0">
              <a:solidFill>
                <a:prstClr val="white"/>
              </a:solidFill>
              <a:latin typeface="Impact" panose="020B0806030902050204" pitchFamily="34" charset="0"/>
            </a:endParaRPr>
          </a:p>
        </p:txBody>
      </p:sp>
      <p:sp>
        <p:nvSpPr>
          <p:cNvPr id="12" name="矩形 39"/>
          <p:cNvSpPr/>
          <p:nvPr/>
        </p:nvSpPr>
        <p:spPr>
          <a:xfrm>
            <a:off x="0" y="203088"/>
            <a:ext cx="1620957" cy="523220"/>
          </a:xfrm>
          <a:prstGeom prst="rect">
            <a:avLst/>
          </a:prstGeom>
          <a:noFill/>
        </p:spPr>
        <p:txBody>
          <a:bodyPr wrap="none" rtlCol="0">
            <a:spAutoFit/>
          </a:bodyPr>
          <a:lstStyle/>
          <a:p>
            <a:r>
              <a:rPr lang="zh-CN" altLang="en-US" sz="2800" b="1">
                <a:solidFill>
                  <a:schemeClr val="tx1">
                    <a:lumMod val="65000"/>
                    <a:lumOff val="35000"/>
                  </a:schemeClr>
                </a:solidFill>
              </a:rPr>
              <a:t>其他图表</a:t>
            </a:r>
          </a:p>
        </p:txBody>
      </p:sp>
    </p:spTree>
    <p:extLst>
      <p:ext uri="{BB962C8B-B14F-4D97-AF65-F5344CB8AC3E}">
        <p14:creationId xmlns:p14="http://schemas.microsoft.com/office/powerpoint/2010/main" val="631361083"/>
      </p:ext>
    </p:extLst>
  </p:cSld>
  <p:clrMapOvr>
    <a:masterClrMapping/>
  </p:clrMapOvr>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Freeform 5"/>
          <p:cNvSpPr>
            <a:spLocks/>
          </p:cNvSpPr>
          <p:nvPr/>
        </p:nvSpPr>
        <p:spPr bwMode="auto">
          <a:xfrm>
            <a:off x="5755560" y="3505303"/>
            <a:ext cx="2194453" cy="3082097"/>
          </a:xfrm>
          <a:custGeom>
            <a:avLst/>
            <a:gdLst>
              <a:gd name="T0" fmla="*/ 489 w 979"/>
              <a:gd name="T1" fmla="*/ 0 h 1375"/>
              <a:gd name="T2" fmla="*/ 735 w 979"/>
              <a:gd name="T3" fmla="*/ 688 h 1375"/>
              <a:gd name="T4" fmla="*/ 979 w 979"/>
              <a:gd name="T5" fmla="*/ 1375 h 1375"/>
              <a:gd name="T6" fmla="*/ 489 w 979"/>
              <a:gd name="T7" fmla="*/ 1375 h 1375"/>
              <a:gd name="T8" fmla="*/ 0 w 979"/>
              <a:gd name="T9" fmla="*/ 1375 h 1375"/>
              <a:gd name="T10" fmla="*/ 245 w 979"/>
              <a:gd name="T11" fmla="*/ 688 h 1375"/>
              <a:gd name="T12" fmla="*/ 489 w 979"/>
              <a:gd name="T13" fmla="*/ 0 h 1375"/>
            </a:gdLst>
            <a:ahLst/>
            <a:cxnLst>
              <a:cxn ang="0">
                <a:pos x="T0" y="T1"/>
              </a:cxn>
              <a:cxn ang="0">
                <a:pos x="T2" y="T3"/>
              </a:cxn>
              <a:cxn ang="0">
                <a:pos x="T4" y="T5"/>
              </a:cxn>
              <a:cxn ang="0">
                <a:pos x="T6" y="T7"/>
              </a:cxn>
              <a:cxn ang="0">
                <a:pos x="T8" y="T9"/>
              </a:cxn>
              <a:cxn ang="0">
                <a:pos x="T10" y="T11"/>
              </a:cxn>
              <a:cxn ang="0">
                <a:pos x="T12" y="T13"/>
              </a:cxn>
            </a:cxnLst>
            <a:rect l="0" t="0" r="r" b="b"/>
            <a:pathLst>
              <a:path w="979" h="1375">
                <a:moveTo>
                  <a:pt x="489" y="0"/>
                </a:moveTo>
                <a:lnTo>
                  <a:pt x="735" y="688"/>
                </a:lnTo>
                <a:lnTo>
                  <a:pt x="979" y="1375"/>
                </a:lnTo>
                <a:lnTo>
                  <a:pt x="489" y="1375"/>
                </a:lnTo>
                <a:lnTo>
                  <a:pt x="0" y="1375"/>
                </a:lnTo>
                <a:lnTo>
                  <a:pt x="245" y="688"/>
                </a:lnTo>
                <a:lnTo>
                  <a:pt x="489" y="0"/>
                </a:lnTo>
                <a:close/>
              </a:path>
            </a:pathLst>
          </a:custGeom>
          <a:solidFill>
            <a:srgbClr val="548C9D"/>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 name="Freeform 6"/>
          <p:cNvSpPr>
            <a:spLocks/>
          </p:cNvSpPr>
          <p:nvPr/>
        </p:nvSpPr>
        <p:spPr bwMode="auto">
          <a:xfrm>
            <a:off x="3895095" y="5119201"/>
            <a:ext cx="2201177" cy="1468199"/>
          </a:xfrm>
          <a:custGeom>
            <a:avLst/>
            <a:gdLst>
              <a:gd name="T0" fmla="*/ 491 w 982"/>
              <a:gd name="T1" fmla="*/ 0 h 655"/>
              <a:gd name="T2" fmla="*/ 735 w 982"/>
              <a:gd name="T3" fmla="*/ 326 h 655"/>
              <a:gd name="T4" fmla="*/ 982 w 982"/>
              <a:gd name="T5" fmla="*/ 655 h 655"/>
              <a:gd name="T6" fmla="*/ 491 w 982"/>
              <a:gd name="T7" fmla="*/ 655 h 655"/>
              <a:gd name="T8" fmla="*/ 0 w 982"/>
              <a:gd name="T9" fmla="*/ 655 h 655"/>
              <a:gd name="T10" fmla="*/ 247 w 982"/>
              <a:gd name="T11" fmla="*/ 326 h 655"/>
              <a:gd name="T12" fmla="*/ 491 w 982"/>
              <a:gd name="T13" fmla="*/ 0 h 655"/>
            </a:gdLst>
            <a:ahLst/>
            <a:cxnLst>
              <a:cxn ang="0">
                <a:pos x="T0" y="T1"/>
              </a:cxn>
              <a:cxn ang="0">
                <a:pos x="T2" y="T3"/>
              </a:cxn>
              <a:cxn ang="0">
                <a:pos x="T4" y="T5"/>
              </a:cxn>
              <a:cxn ang="0">
                <a:pos x="T6" y="T7"/>
              </a:cxn>
              <a:cxn ang="0">
                <a:pos x="T8" y="T9"/>
              </a:cxn>
              <a:cxn ang="0">
                <a:pos x="T10" y="T11"/>
              </a:cxn>
              <a:cxn ang="0">
                <a:pos x="T12" y="T13"/>
              </a:cxn>
            </a:cxnLst>
            <a:rect l="0" t="0" r="r" b="b"/>
            <a:pathLst>
              <a:path w="982" h="655">
                <a:moveTo>
                  <a:pt x="491" y="0"/>
                </a:moveTo>
                <a:lnTo>
                  <a:pt x="735" y="326"/>
                </a:lnTo>
                <a:lnTo>
                  <a:pt x="982" y="655"/>
                </a:lnTo>
                <a:lnTo>
                  <a:pt x="491" y="655"/>
                </a:lnTo>
                <a:lnTo>
                  <a:pt x="0" y="655"/>
                </a:lnTo>
                <a:lnTo>
                  <a:pt x="247" y="326"/>
                </a:lnTo>
                <a:lnTo>
                  <a:pt x="491" y="0"/>
                </a:lnTo>
                <a:close/>
              </a:path>
            </a:pathLst>
          </a:custGeom>
          <a:solidFill>
            <a:srgbClr val="FFC000"/>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 name="Freeform 7"/>
          <p:cNvSpPr>
            <a:spLocks/>
          </p:cNvSpPr>
          <p:nvPr/>
        </p:nvSpPr>
        <p:spPr bwMode="auto">
          <a:xfrm>
            <a:off x="2108599" y="6195132"/>
            <a:ext cx="2198936" cy="392268"/>
          </a:xfrm>
          <a:custGeom>
            <a:avLst/>
            <a:gdLst>
              <a:gd name="T0" fmla="*/ 491 w 981"/>
              <a:gd name="T1" fmla="*/ 0 h 175"/>
              <a:gd name="T2" fmla="*/ 735 w 981"/>
              <a:gd name="T3" fmla="*/ 86 h 175"/>
              <a:gd name="T4" fmla="*/ 981 w 981"/>
              <a:gd name="T5" fmla="*/ 175 h 175"/>
              <a:gd name="T6" fmla="*/ 491 w 981"/>
              <a:gd name="T7" fmla="*/ 175 h 175"/>
              <a:gd name="T8" fmla="*/ 0 w 981"/>
              <a:gd name="T9" fmla="*/ 175 h 175"/>
              <a:gd name="T10" fmla="*/ 246 w 981"/>
              <a:gd name="T11" fmla="*/ 86 h 175"/>
              <a:gd name="T12" fmla="*/ 491 w 981"/>
              <a:gd name="T13" fmla="*/ 0 h 175"/>
            </a:gdLst>
            <a:ahLst/>
            <a:cxnLst>
              <a:cxn ang="0">
                <a:pos x="T0" y="T1"/>
              </a:cxn>
              <a:cxn ang="0">
                <a:pos x="T2" y="T3"/>
              </a:cxn>
              <a:cxn ang="0">
                <a:pos x="T4" y="T5"/>
              </a:cxn>
              <a:cxn ang="0">
                <a:pos x="T6" y="T7"/>
              </a:cxn>
              <a:cxn ang="0">
                <a:pos x="T8" y="T9"/>
              </a:cxn>
              <a:cxn ang="0">
                <a:pos x="T10" y="T11"/>
              </a:cxn>
              <a:cxn ang="0">
                <a:pos x="T12" y="T13"/>
              </a:cxn>
            </a:cxnLst>
            <a:rect l="0" t="0" r="r" b="b"/>
            <a:pathLst>
              <a:path w="981" h="175">
                <a:moveTo>
                  <a:pt x="491" y="0"/>
                </a:moveTo>
                <a:lnTo>
                  <a:pt x="735" y="86"/>
                </a:lnTo>
                <a:lnTo>
                  <a:pt x="981" y="175"/>
                </a:lnTo>
                <a:lnTo>
                  <a:pt x="491" y="175"/>
                </a:lnTo>
                <a:lnTo>
                  <a:pt x="0" y="175"/>
                </a:lnTo>
                <a:lnTo>
                  <a:pt x="246" y="86"/>
                </a:lnTo>
                <a:lnTo>
                  <a:pt x="491" y="0"/>
                </a:lnTo>
                <a:close/>
              </a:path>
            </a:pathLst>
          </a:custGeom>
          <a:solidFill>
            <a:srgbClr val="7ABD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 name="Freeform 8"/>
          <p:cNvSpPr>
            <a:spLocks/>
          </p:cNvSpPr>
          <p:nvPr/>
        </p:nvSpPr>
        <p:spPr bwMode="auto">
          <a:xfrm>
            <a:off x="7611543" y="2180492"/>
            <a:ext cx="2194453" cy="4406908"/>
          </a:xfrm>
          <a:custGeom>
            <a:avLst/>
            <a:gdLst>
              <a:gd name="T0" fmla="*/ 491 w 979"/>
              <a:gd name="T1" fmla="*/ 0 h 2168"/>
              <a:gd name="T2" fmla="*/ 735 w 979"/>
              <a:gd name="T3" fmla="*/ 1083 h 2168"/>
              <a:gd name="T4" fmla="*/ 979 w 979"/>
              <a:gd name="T5" fmla="*/ 2168 h 2168"/>
              <a:gd name="T6" fmla="*/ 491 w 979"/>
              <a:gd name="T7" fmla="*/ 2168 h 2168"/>
              <a:gd name="T8" fmla="*/ 0 w 979"/>
              <a:gd name="T9" fmla="*/ 2168 h 2168"/>
              <a:gd name="T10" fmla="*/ 244 w 979"/>
              <a:gd name="T11" fmla="*/ 1083 h 2168"/>
              <a:gd name="T12" fmla="*/ 491 w 979"/>
              <a:gd name="T13" fmla="*/ 0 h 2168"/>
            </a:gdLst>
            <a:ahLst/>
            <a:cxnLst>
              <a:cxn ang="0">
                <a:pos x="T0" y="T1"/>
              </a:cxn>
              <a:cxn ang="0">
                <a:pos x="T2" y="T3"/>
              </a:cxn>
              <a:cxn ang="0">
                <a:pos x="T4" y="T5"/>
              </a:cxn>
              <a:cxn ang="0">
                <a:pos x="T6" y="T7"/>
              </a:cxn>
              <a:cxn ang="0">
                <a:pos x="T8" y="T9"/>
              </a:cxn>
              <a:cxn ang="0">
                <a:pos x="T10" y="T11"/>
              </a:cxn>
              <a:cxn ang="0">
                <a:pos x="T12" y="T13"/>
              </a:cxn>
            </a:cxnLst>
            <a:rect l="0" t="0" r="r" b="b"/>
            <a:pathLst>
              <a:path w="979" h="2168">
                <a:moveTo>
                  <a:pt x="491" y="0"/>
                </a:moveTo>
                <a:lnTo>
                  <a:pt x="735" y="1083"/>
                </a:lnTo>
                <a:lnTo>
                  <a:pt x="979" y="2168"/>
                </a:lnTo>
                <a:lnTo>
                  <a:pt x="491" y="2168"/>
                </a:lnTo>
                <a:lnTo>
                  <a:pt x="0" y="2168"/>
                </a:lnTo>
                <a:lnTo>
                  <a:pt x="244" y="1083"/>
                </a:lnTo>
                <a:lnTo>
                  <a:pt x="491" y="0"/>
                </a:lnTo>
                <a:close/>
              </a:path>
            </a:pathLst>
          </a:custGeom>
          <a:solidFill>
            <a:srgbClr val="ED7000"/>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 name="Freeform 9"/>
          <p:cNvSpPr>
            <a:spLocks/>
          </p:cNvSpPr>
          <p:nvPr/>
        </p:nvSpPr>
        <p:spPr bwMode="auto">
          <a:xfrm>
            <a:off x="9467526" y="4330184"/>
            <a:ext cx="2198936" cy="2257216"/>
          </a:xfrm>
          <a:custGeom>
            <a:avLst/>
            <a:gdLst>
              <a:gd name="T0" fmla="*/ 490 w 981"/>
              <a:gd name="T1" fmla="*/ 0 h 1007"/>
              <a:gd name="T2" fmla="*/ 735 w 981"/>
              <a:gd name="T3" fmla="*/ 503 h 1007"/>
              <a:gd name="T4" fmla="*/ 981 w 981"/>
              <a:gd name="T5" fmla="*/ 1007 h 1007"/>
              <a:gd name="T6" fmla="*/ 490 w 981"/>
              <a:gd name="T7" fmla="*/ 1007 h 1007"/>
              <a:gd name="T8" fmla="*/ 0 w 981"/>
              <a:gd name="T9" fmla="*/ 1007 h 1007"/>
              <a:gd name="T10" fmla="*/ 246 w 981"/>
              <a:gd name="T11" fmla="*/ 503 h 1007"/>
              <a:gd name="T12" fmla="*/ 490 w 981"/>
              <a:gd name="T13" fmla="*/ 0 h 1007"/>
            </a:gdLst>
            <a:ahLst/>
            <a:cxnLst>
              <a:cxn ang="0">
                <a:pos x="T0" y="T1"/>
              </a:cxn>
              <a:cxn ang="0">
                <a:pos x="T2" y="T3"/>
              </a:cxn>
              <a:cxn ang="0">
                <a:pos x="T4" y="T5"/>
              </a:cxn>
              <a:cxn ang="0">
                <a:pos x="T6" y="T7"/>
              </a:cxn>
              <a:cxn ang="0">
                <a:pos x="T8" y="T9"/>
              </a:cxn>
              <a:cxn ang="0">
                <a:pos x="T10" y="T11"/>
              </a:cxn>
              <a:cxn ang="0">
                <a:pos x="T12" y="T13"/>
              </a:cxn>
            </a:cxnLst>
            <a:rect l="0" t="0" r="r" b="b"/>
            <a:pathLst>
              <a:path w="981" h="1007">
                <a:moveTo>
                  <a:pt x="490" y="0"/>
                </a:moveTo>
                <a:lnTo>
                  <a:pt x="735" y="503"/>
                </a:lnTo>
                <a:lnTo>
                  <a:pt x="981" y="1007"/>
                </a:lnTo>
                <a:lnTo>
                  <a:pt x="490" y="1007"/>
                </a:lnTo>
                <a:lnTo>
                  <a:pt x="0" y="1007"/>
                </a:lnTo>
                <a:lnTo>
                  <a:pt x="246" y="503"/>
                </a:lnTo>
                <a:lnTo>
                  <a:pt x="490" y="0"/>
                </a:lnTo>
                <a:close/>
              </a:path>
            </a:pathLst>
          </a:custGeom>
          <a:solidFill>
            <a:srgbClr val="A8B715"/>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 name="文本框 33"/>
          <p:cNvSpPr txBox="1"/>
          <p:nvPr/>
        </p:nvSpPr>
        <p:spPr>
          <a:xfrm>
            <a:off x="2781009" y="5610357"/>
            <a:ext cx="845103" cy="584775"/>
          </a:xfrm>
          <a:prstGeom prst="rect">
            <a:avLst/>
          </a:prstGeom>
          <a:noFill/>
        </p:spPr>
        <p:txBody>
          <a:bodyPr wrap="none" rtlCol="0">
            <a:spAutoFit/>
          </a:bodyPr>
          <a:lstStyle/>
          <a:p>
            <a:r>
              <a:rPr lang="en-US" altLang="zh-CN" sz="3200" dirty="0">
                <a:solidFill>
                  <a:prstClr val="black">
                    <a:lumMod val="65000"/>
                    <a:lumOff val="35000"/>
                  </a:prstClr>
                </a:solidFill>
                <a:latin typeface="Impact" panose="020B0806030902050204" pitchFamily="34" charset="0"/>
              </a:rPr>
              <a:t>15%</a:t>
            </a:r>
            <a:endParaRPr lang="zh-CN" altLang="en-US" sz="3200" dirty="0">
              <a:solidFill>
                <a:prstClr val="black">
                  <a:lumMod val="65000"/>
                  <a:lumOff val="35000"/>
                </a:prstClr>
              </a:solidFill>
              <a:latin typeface="Impact" panose="020B0806030902050204" pitchFamily="34" charset="0"/>
            </a:endParaRPr>
          </a:p>
        </p:txBody>
      </p:sp>
      <p:sp>
        <p:nvSpPr>
          <p:cNvPr id="35" name="文本框 34"/>
          <p:cNvSpPr txBox="1"/>
          <p:nvPr/>
        </p:nvSpPr>
        <p:spPr>
          <a:xfrm>
            <a:off x="4608996" y="4534426"/>
            <a:ext cx="843501" cy="584775"/>
          </a:xfrm>
          <a:prstGeom prst="rect">
            <a:avLst/>
          </a:prstGeom>
          <a:noFill/>
        </p:spPr>
        <p:txBody>
          <a:bodyPr wrap="none" rtlCol="0">
            <a:spAutoFit/>
          </a:bodyPr>
          <a:lstStyle/>
          <a:p>
            <a:r>
              <a:rPr lang="en-US" altLang="zh-CN" sz="3200" dirty="0">
                <a:solidFill>
                  <a:prstClr val="black">
                    <a:lumMod val="65000"/>
                    <a:lumOff val="35000"/>
                  </a:prstClr>
                </a:solidFill>
                <a:latin typeface="Impact" panose="020B0806030902050204" pitchFamily="34" charset="0"/>
              </a:rPr>
              <a:t>31%</a:t>
            </a:r>
            <a:endParaRPr lang="zh-CN" altLang="en-US" sz="3200" dirty="0">
              <a:solidFill>
                <a:prstClr val="black">
                  <a:lumMod val="65000"/>
                  <a:lumOff val="35000"/>
                </a:prstClr>
              </a:solidFill>
              <a:latin typeface="Impact" panose="020B0806030902050204" pitchFamily="34" charset="0"/>
            </a:endParaRPr>
          </a:p>
        </p:txBody>
      </p:sp>
      <p:sp>
        <p:nvSpPr>
          <p:cNvPr id="36" name="文本框 35"/>
          <p:cNvSpPr txBox="1"/>
          <p:nvPr/>
        </p:nvSpPr>
        <p:spPr>
          <a:xfrm>
            <a:off x="6430514" y="2934065"/>
            <a:ext cx="914033" cy="584775"/>
          </a:xfrm>
          <a:prstGeom prst="rect">
            <a:avLst/>
          </a:prstGeom>
          <a:noFill/>
        </p:spPr>
        <p:txBody>
          <a:bodyPr wrap="none" rtlCol="0">
            <a:spAutoFit/>
          </a:bodyPr>
          <a:lstStyle/>
          <a:p>
            <a:r>
              <a:rPr lang="en-US" altLang="zh-CN" sz="3200" dirty="0">
                <a:solidFill>
                  <a:prstClr val="black">
                    <a:lumMod val="65000"/>
                    <a:lumOff val="35000"/>
                  </a:prstClr>
                </a:solidFill>
                <a:latin typeface="Impact" panose="020B0806030902050204" pitchFamily="34" charset="0"/>
              </a:rPr>
              <a:t>69%</a:t>
            </a:r>
            <a:endParaRPr lang="zh-CN" altLang="en-US" sz="3200" dirty="0">
              <a:solidFill>
                <a:prstClr val="black">
                  <a:lumMod val="65000"/>
                  <a:lumOff val="35000"/>
                </a:prstClr>
              </a:solidFill>
              <a:latin typeface="Impact" panose="020B0806030902050204" pitchFamily="34" charset="0"/>
            </a:endParaRPr>
          </a:p>
        </p:txBody>
      </p:sp>
      <p:sp>
        <p:nvSpPr>
          <p:cNvPr id="37" name="文本框 36"/>
          <p:cNvSpPr txBox="1"/>
          <p:nvPr/>
        </p:nvSpPr>
        <p:spPr>
          <a:xfrm>
            <a:off x="8253355" y="1595717"/>
            <a:ext cx="910827" cy="584775"/>
          </a:xfrm>
          <a:prstGeom prst="rect">
            <a:avLst/>
          </a:prstGeom>
          <a:noFill/>
        </p:spPr>
        <p:txBody>
          <a:bodyPr wrap="none" rtlCol="0">
            <a:spAutoFit/>
          </a:bodyPr>
          <a:lstStyle/>
          <a:p>
            <a:r>
              <a:rPr lang="en-US" altLang="zh-CN" sz="3200" dirty="0">
                <a:solidFill>
                  <a:prstClr val="black">
                    <a:lumMod val="65000"/>
                    <a:lumOff val="35000"/>
                  </a:prstClr>
                </a:solidFill>
                <a:latin typeface="Impact" panose="020B0806030902050204" pitchFamily="34" charset="0"/>
              </a:rPr>
              <a:t>90%</a:t>
            </a:r>
            <a:endParaRPr lang="zh-CN" altLang="en-US" sz="3200" dirty="0">
              <a:solidFill>
                <a:prstClr val="black">
                  <a:lumMod val="65000"/>
                  <a:lumOff val="35000"/>
                </a:prstClr>
              </a:solidFill>
              <a:latin typeface="Impact" panose="020B0806030902050204" pitchFamily="34" charset="0"/>
            </a:endParaRPr>
          </a:p>
        </p:txBody>
      </p:sp>
      <p:sp>
        <p:nvSpPr>
          <p:cNvPr id="38" name="文本框 37"/>
          <p:cNvSpPr txBox="1"/>
          <p:nvPr/>
        </p:nvSpPr>
        <p:spPr>
          <a:xfrm>
            <a:off x="10118794" y="3745409"/>
            <a:ext cx="896399" cy="584775"/>
          </a:xfrm>
          <a:prstGeom prst="rect">
            <a:avLst/>
          </a:prstGeom>
          <a:noFill/>
        </p:spPr>
        <p:txBody>
          <a:bodyPr wrap="none" rtlCol="0">
            <a:spAutoFit/>
          </a:bodyPr>
          <a:lstStyle/>
          <a:p>
            <a:r>
              <a:rPr lang="en-US" altLang="zh-CN" sz="3200" dirty="0">
                <a:solidFill>
                  <a:prstClr val="black">
                    <a:lumMod val="65000"/>
                    <a:lumOff val="35000"/>
                  </a:prstClr>
                </a:solidFill>
                <a:latin typeface="Impact" panose="020B0806030902050204" pitchFamily="34" charset="0"/>
              </a:rPr>
              <a:t>49%</a:t>
            </a:r>
            <a:endParaRPr lang="zh-CN" altLang="en-US" sz="3200" dirty="0">
              <a:solidFill>
                <a:prstClr val="black">
                  <a:lumMod val="65000"/>
                  <a:lumOff val="35000"/>
                </a:prstClr>
              </a:solidFill>
              <a:latin typeface="Impact" panose="020B0806030902050204" pitchFamily="34" charset="0"/>
            </a:endParaRPr>
          </a:p>
        </p:txBody>
      </p:sp>
      <p:sp>
        <p:nvSpPr>
          <p:cNvPr id="39" name="文本框 38"/>
          <p:cNvSpPr txBox="1"/>
          <p:nvPr/>
        </p:nvSpPr>
        <p:spPr>
          <a:xfrm>
            <a:off x="1000603" y="858685"/>
            <a:ext cx="10665859" cy="438582"/>
          </a:xfrm>
          <a:prstGeom prst="rect">
            <a:avLst/>
          </a:prstGeom>
          <a:noFill/>
        </p:spPr>
        <p:txBody>
          <a:bodyPr wrap="square" rtlCol="0">
            <a:spAutoFit/>
          </a:bodyPr>
          <a:lstStyle/>
          <a:p>
            <a:pPr>
              <a:lnSpc>
                <a:spcPct val="125000"/>
              </a:lnSpc>
            </a:pPr>
            <a:r>
              <a:rPr lang="zh-CN" altLang="en-US" dirty="0">
                <a:solidFill>
                  <a:prstClr val="black">
                    <a:lumMod val="65000"/>
                    <a:lumOff val="35000"/>
                  </a:prstClr>
                </a:solidFill>
              </a:rPr>
              <a:t>下图为图形组合而成，不是非常精确，可以在特定情境下使用，可以相应的调整模块颜色。</a:t>
            </a:r>
            <a:endParaRPr lang="en-US" altLang="zh-CN" dirty="0">
              <a:solidFill>
                <a:prstClr val="black">
                  <a:lumMod val="65000"/>
                  <a:lumOff val="35000"/>
                </a:prstClr>
              </a:solidFill>
            </a:endParaRPr>
          </a:p>
        </p:txBody>
      </p:sp>
      <p:sp>
        <p:nvSpPr>
          <p:cNvPr id="19" name="矩形 39"/>
          <p:cNvSpPr/>
          <p:nvPr/>
        </p:nvSpPr>
        <p:spPr>
          <a:xfrm>
            <a:off x="0" y="203088"/>
            <a:ext cx="1620957" cy="523220"/>
          </a:xfrm>
          <a:prstGeom prst="rect">
            <a:avLst/>
          </a:prstGeom>
          <a:noFill/>
        </p:spPr>
        <p:txBody>
          <a:bodyPr wrap="none" rtlCol="0">
            <a:spAutoFit/>
          </a:bodyPr>
          <a:lstStyle/>
          <a:p>
            <a:r>
              <a:rPr lang="zh-CN" altLang="en-US" sz="2800" b="1">
                <a:solidFill>
                  <a:schemeClr val="tx1">
                    <a:lumMod val="65000"/>
                    <a:lumOff val="35000"/>
                  </a:schemeClr>
                </a:solidFill>
              </a:rPr>
              <a:t>其他图表</a:t>
            </a:r>
          </a:p>
        </p:txBody>
      </p:sp>
    </p:spTree>
    <p:extLst>
      <p:ext uri="{BB962C8B-B14F-4D97-AF65-F5344CB8AC3E}">
        <p14:creationId xmlns:p14="http://schemas.microsoft.com/office/powerpoint/2010/main" val="569022154"/>
      </p:ext>
    </p:extLst>
  </p:cSld>
  <p:clrMapOvr>
    <a:masterClrMapping/>
  </p:clrMapOvr>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a:spLocks noChangeArrowheads="1"/>
          </p:cNvSpPr>
          <p:nvPr/>
        </p:nvSpPr>
        <p:spPr bwMode="auto">
          <a:xfrm>
            <a:off x="9588500" y="990601"/>
            <a:ext cx="2193925" cy="946150"/>
          </a:xfrm>
          <a:prstGeom prst="rect">
            <a:avLst/>
          </a:pr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 name="Rectangle 6"/>
          <p:cNvSpPr>
            <a:spLocks noChangeArrowheads="1"/>
          </p:cNvSpPr>
          <p:nvPr/>
        </p:nvSpPr>
        <p:spPr bwMode="auto">
          <a:xfrm>
            <a:off x="8040688" y="2417763"/>
            <a:ext cx="3741737" cy="947737"/>
          </a:xfrm>
          <a:prstGeom prst="rect">
            <a:avLst/>
          </a:pr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 name="Rectangle 7"/>
          <p:cNvSpPr>
            <a:spLocks noChangeArrowheads="1"/>
          </p:cNvSpPr>
          <p:nvPr/>
        </p:nvSpPr>
        <p:spPr bwMode="auto">
          <a:xfrm>
            <a:off x="6958013" y="3846513"/>
            <a:ext cx="4824412" cy="946150"/>
          </a:xfrm>
          <a:prstGeom prst="rect">
            <a:avLst/>
          </a:pr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 name="Rectangle 8"/>
          <p:cNvSpPr>
            <a:spLocks noChangeArrowheads="1"/>
          </p:cNvSpPr>
          <p:nvPr/>
        </p:nvSpPr>
        <p:spPr bwMode="auto">
          <a:xfrm>
            <a:off x="5989638" y="5275263"/>
            <a:ext cx="5792787" cy="946150"/>
          </a:xfrm>
          <a:prstGeom prst="rect">
            <a:avLst/>
          </a:pr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 name="Freeform 9"/>
          <p:cNvSpPr>
            <a:spLocks noEditPoints="1"/>
          </p:cNvSpPr>
          <p:nvPr/>
        </p:nvSpPr>
        <p:spPr bwMode="auto">
          <a:xfrm>
            <a:off x="4743450" y="1981200"/>
            <a:ext cx="338137" cy="338137"/>
          </a:xfrm>
          <a:custGeom>
            <a:avLst/>
            <a:gdLst>
              <a:gd name="T0" fmla="*/ 31 w 62"/>
              <a:gd name="T1" fmla="*/ 0 h 62"/>
              <a:gd name="T2" fmla="*/ 0 w 62"/>
              <a:gd name="T3" fmla="*/ 31 h 62"/>
              <a:gd name="T4" fmla="*/ 31 w 62"/>
              <a:gd name="T5" fmla="*/ 62 h 62"/>
              <a:gd name="T6" fmla="*/ 62 w 62"/>
              <a:gd name="T7" fmla="*/ 31 h 62"/>
              <a:gd name="T8" fmla="*/ 31 w 62"/>
              <a:gd name="T9" fmla="*/ 0 h 62"/>
              <a:gd name="T10" fmla="*/ 31 w 62"/>
              <a:gd name="T11" fmla="*/ 45 h 62"/>
              <a:gd name="T12" fmla="*/ 17 w 62"/>
              <a:gd name="T13" fmla="*/ 31 h 62"/>
              <a:gd name="T14" fmla="*/ 31 w 62"/>
              <a:gd name="T15" fmla="*/ 16 h 62"/>
              <a:gd name="T16" fmla="*/ 45 w 62"/>
              <a:gd name="T17" fmla="*/ 31 h 62"/>
              <a:gd name="T18" fmla="*/ 31 w 62"/>
              <a:gd name="T19" fmla="*/ 45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62">
                <a:moveTo>
                  <a:pt x="31" y="0"/>
                </a:moveTo>
                <a:cubicBezTo>
                  <a:pt x="14" y="0"/>
                  <a:pt x="0" y="14"/>
                  <a:pt x="0" y="31"/>
                </a:cubicBezTo>
                <a:cubicBezTo>
                  <a:pt x="0" y="48"/>
                  <a:pt x="14" y="62"/>
                  <a:pt x="31" y="62"/>
                </a:cubicBezTo>
                <a:cubicBezTo>
                  <a:pt x="48" y="62"/>
                  <a:pt x="62" y="48"/>
                  <a:pt x="62" y="31"/>
                </a:cubicBezTo>
                <a:cubicBezTo>
                  <a:pt x="62" y="14"/>
                  <a:pt x="48" y="0"/>
                  <a:pt x="31" y="0"/>
                </a:cubicBezTo>
                <a:close/>
                <a:moveTo>
                  <a:pt x="31" y="45"/>
                </a:moveTo>
                <a:cubicBezTo>
                  <a:pt x="23" y="45"/>
                  <a:pt x="17" y="39"/>
                  <a:pt x="17" y="31"/>
                </a:cubicBezTo>
                <a:cubicBezTo>
                  <a:pt x="17" y="23"/>
                  <a:pt x="23" y="16"/>
                  <a:pt x="31" y="16"/>
                </a:cubicBezTo>
                <a:cubicBezTo>
                  <a:pt x="39" y="16"/>
                  <a:pt x="45" y="23"/>
                  <a:pt x="45" y="31"/>
                </a:cubicBezTo>
                <a:cubicBezTo>
                  <a:pt x="45" y="39"/>
                  <a:pt x="39" y="45"/>
                  <a:pt x="31" y="45"/>
                </a:cubicBezTo>
                <a:close/>
              </a:path>
            </a:pathLst>
          </a:custGeom>
          <a:solidFill>
            <a:srgbClr val="7A6F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 name="Freeform 10"/>
          <p:cNvSpPr>
            <a:spLocks noEditPoints="1"/>
          </p:cNvSpPr>
          <p:nvPr/>
        </p:nvSpPr>
        <p:spPr bwMode="auto">
          <a:xfrm>
            <a:off x="8975725" y="1981200"/>
            <a:ext cx="344487" cy="338137"/>
          </a:xfrm>
          <a:custGeom>
            <a:avLst/>
            <a:gdLst>
              <a:gd name="T0" fmla="*/ 32 w 63"/>
              <a:gd name="T1" fmla="*/ 0 h 62"/>
              <a:gd name="T2" fmla="*/ 0 w 63"/>
              <a:gd name="T3" fmla="*/ 31 h 62"/>
              <a:gd name="T4" fmla="*/ 32 w 63"/>
              <a:gd name="T5" fmla="*/ 62 h 62"/>
              <a:gd name="T6" fmla="*/ 63 w 63"/>
              <a:gd name="T7" fmla="*/ 31 h 62"/>
              <a:gd name="T8" fmla="*/ 32 w 63"/>
              <a:gd name="T9" fmla="*/ 0 h 62"/>
              <a:gd name="T10" fmla="*/ 32 w 63"/>
              <a:gd name="T11" fmla="*/ 45 h 62"/>
              <a:gd name="T12" fmla="*/ 17 w 63"/>
              <a:gd name="T13" fmla="*/ 31 h 62"/>
              <a:gd name="T14" fmla="*/ 32 w 63"/>
              <a:gd name="T15" fmla="*/ 16 h 62"/>
              <a:gd name="T16" fmla="*/ 46 w 63"/>
              <a:gd name="T17" fmla="*/ 31 h 62"/>
              <a:gd name="T18" fmla="*/ 32 w 63"/>
              <a:gd name="T19" fmla="*/ 45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3" h="62">
                <a:moveTo>
                  <a:pt x="32" y="0"/>
                </a:moveTo>
                <a:cubicBezTo>
                  <a:pt x="14" y="0"/>
                  <a:pt x="0" y="14"/>
                  <a:pt x="0" y="31"/>
                </a:cubicBezTo>
                <a:cubicBezTo>
                  <a:pt x="0" y="48"/>
                  <a:pt x="14" y="62"/>
                  <a:pt x="32" y="62"/>
                </a:cubicBezTo>
                <a:cubicBezTo>
                  <a:pt x="49" y="62"/>
                  <a:pt x="63" y="48"/>
                  <a:pt x="63" y="31"/>
                </a:cubicBezTo>
                <a:cubicBezTo>
                  <a:pt x="63" y="14"/>
                  <a:pt x="49" y="0"/>
                  <a:pt x="32" y="0"/>
                </a:cubicBezTo>
                <a:close/>
                <a:moveTo>
                  <a:pt x="32" y="45"/>
                </a:moveTo>
                <a:cubicBezTo>
                  <a:pt x="24" y="45"/>
                  <a:pt x="17" y="39"/>
                  <a:pt x="17" y="31"/>
                </a:cubicBezTo>
                <a:cubicBezTo>
                  <a:pt x="17" y="23"/>
                  <a:pt x="24" y="16"/>
                  <a:pt x="32" y="16"/>
                </a:cubicBezTo>
                <a:cubicBezTo>
                  <a:pt x="40" y="16"/>
                  <a:pt x="46" y="23"/>
                  <a:pt x="46" y="31"/>
                </a:cubicBezTo>
                <a:cubicBezTo>
                  <a:pt x="46" y="39"/>
                  <a:pt x="40" y="45"/>
                  <a:pt x="32" y="45"/>
                </a:cubicBezTo>
                <a:close/>
              </a:path>
            </a:pathLst>
          </a:custGeom>
          <a:solidFill>
            <a:srgbClr val="7A6F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 name="Freeform 11"/>
          <p:cNvSpPr>
            <a:spLocks noEditPoints="1"/>
          </p:cNvSpPr>
          <p:nvPr/>
        </p:nvSpPr>
        <p:spPr bwMode="auto">
          <a:xfrm>
            <a:off x="9369425" y="1981200"/>
            <a:ext cx="339725" cy="338137"/>
          </a:xfrm>
          <a:custGeom>
            <a:avLst/>
            <a:gdLst>
              <a:gd name="T0" fmla="*/ 31 w 62"/>
              <a:gd name="T1" fmla="*/ 0 h 62"/>
              <a:gd name="T2" fmla="*/ 0 w 62"/>
              <a:gd name="T3" fmla="*/ 31 h 62"/>
              <a:gd name="T4" fmla="*/ 31 w 62"/>
              <a:gd name="T5" fmla="*/ 62 h 62"/>
              <a:gd name="T6" fmla="*/ 62 w 62"/>
              <a:gd name="T7" fmla="*/ 31 h 62"/>
              <a:gd name="T8" fmla="*/ 31 w 62"/>
              <a:gd name="T9" fmla="*/ 0 h 62"/>
              <a:gd name="T10" fmla="*/ 31 w 62"/>
              <a:gd name="T11" fmla="*/ 45 h 62"/>
              <a:gd name="T12" fmla="*/ 16 w 62"/>
              <a:gd name="T13" fmla="*/ 31 h 62"/>
              <a:gd name="T14" fmla="*/ 31 w 62"/>
              <a:gd name="T15" fmla="*/ 16 h 62"/>
              <a:gd name="T16" fmla="*/ 45 w 62"/>
              <a:gd name="T17" fmla="*/ 31 h 62"/>
              <a:gd name="T18" fmla="*/ 31 w 62"/>
              <a:gd name="T19" fmla="*/ 45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62">
                <a:moveTo>
                  <a:pt x="31" y="0"/>
                </a:moveTo>
                <a:cubicBezTo>
                  <a:pt x="14" y="0"/>
                  <a:pt x="0" y="14"/>
                  <a:pt x="0" y="31"/>
                </a:cubicBezTo>
                <a:cubicBezTo>
                  <a:pt x="0" y="48"/>
                  <a:pt x="14" y="62"/>
                  <a:pt x="31" y="62"/>
                </a:cubicBezTo>
                <a:cubicBezTo>
                  <a:pt x="48" y="62"/>
                  <a:pt x="62" y="48"/>
                  <a:pt x="62" y="31"/>
                </a:cubicBezTo>
                <a:cubicBezTo>
                  <a:pt x="62" y="14"/>
                  <a:pt x="48" y="0"/>
                  <a:pt x="31" y="0"/>
                </a:cubicBezTo>
                <a:close/>
                <a:moveTo>
                  <a:pt x="31" y="45"/>
                </a:moveTo>
                <a:cubicBezTo>
                  <a:pt x="23" y="45"/>
                  <a:pt x="16" y="39"/>
                  <a:pt x="16" y="31"/>
                </a:cubicBezTo>
                <a:cubicBezTo>
                  <a:pt x="16" y="23"/>
                  <a:pt x="23" y="16"/>
                  <a:pt x="31" y="16"/>
                </a:cubicBezTo>
                <a:cubicBezTo>
                  <a:pt x="39" y="16"/>
                  <a:pt x="45" y="23"/>
                  <a:pt x="45" y="31"/>
                </a:cubicBezTo>
                <a:cubicBezTo>
                  <a:pt x="45" y="39"/>
                  <a:pt x="39" y="45"/>
                  <a:pt x="31" y="45"/>
                </a:cubicBezTo>
                <a:close/>
              </a:path>
            </a:pathLst>
          </a:custGeom>
          <a:solidFill>
            <a:srgbClr val="7A6F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 name="Freeform 12"/>
          <p:cNvSpPr>
            <a:spLocks/>
          </p:cNvSpPr>
          <p:nvPr/>
        </p:nvSpPr>
        <p:spPr bwMode="auto">
          <a:xfrm>
            <a:off x="5157788" y="990601"/>
            <a:ext cx="4802187" cy="946150"/>
          </a:xfrm>
          <a:custGeom>
            <a:avLst/>
            <a:gdLst>
              <a:gd name="T0" fmla="*/ 861 w 878"/>
              <a:gd name="T1" fmla="*/ 0 h 173"/>
              <a:gd name="T2" fmla="*/ 18 w 878"/>
              <a:gd name="T3" fmla="*/ 0 h 173"/>
              <a:gd name="T4" fmla="*/ 0 w 878"/>
              <a:gd name="T5" fmla="*/ 18 h 173"/>
              <a:gd name="T6" fmla="*/ 0 w 878"/>
              <a:gd name="T7" fmla="*/ 156 h 173"/>
              <a:gd name="T8" fmla="*/ 18 w 878"/>
              <a:gd name="T9" fmla="*/ 173 h 173"/>
              <a:gd name="T10" fmla="*/ 861 w 878"/>
              <a:gd name="T11" fmla="*/ 173 h 173"/>
              <a:gd name="T12" fmla="*/ 878 w 878"/>
              <a:gd name="T13" fmla="*/ 156 h 173"/>
              <a:gd name="T14" fmla="*/ 878 w 878"/>
              <a:gd name="T15" fmla="*/ 18 h 173"/>
              <a:gd name="T16" fmla="*/ 861 w 878"/>
              <a:gd name="T1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8" h="173">
                <a:moveTo>
                  <a:pt x="861" y="0"/>
                </a:moveTo>
                <a:cubicBezTo>
                  <a:pt x="18" y="0"/>
                  <a:pt x="18" y="0"/>
                  <a:pt x="18" y="0"/>
                </a:cubicBezTo>
                <a:cubicBezTo>
                  <a:pt x="8" y="0"/>
                  <a:pt x="0" y="8"/>
                  <a:pt x="0" y="18"/>
                </a:cubicBezTo>
                <a:cubicBezTo>
                  <a:pt x="0" y="156"/>
                  <a:pt x="0" y="156"/>
                  <a:pt x="0" y="156"/>
                </a:cubicBezTo>
                <a:cubicBezTo>
                  <a:pt x="0" y="165"/>
                  <a:pt x="8" y="173"/>
                  <a:pt x="18" y="173"/>
                </a:cubicBezTo>
                <a:cubicBezTo>
                  <a:pt x="861" y="173"/>
                  <a:pt x="861" y="173"/>
                  <a:pt x="861" y="173"/>
                </a:cubicBezTo>
                <a:cubicBezTo>
                  <a:pt x="870" y="173"/>
                  <a:pt x="878" y="165"/>
                  <a:pt x="878" y="156"/>
                </a:cubicBezTo>
                <a:cubicBezTo>
                  <a:pt x="878" y="18"/>
                  <a:pt x="878" y="18"/>
                  <a:pt x="878" y="18"/>
                </a:cubicBezTo>
                <a:cubicBezTo>
                  <a:pt x="878" y="8"/>
                  <a:pt x="870" y="0"/>
                  <a:pt x="861" y="0"/>
                </a:cubicBezTo>
                <a:close/>
              </a:path>
            </a:pathLst>
          </a:custGeom>
          <a:solidFill>
            <a:srgbClr val="7A6F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 name="Freeform 13"/>
          <p:cNvSpPr>
            <a:spLocks/>
          </p:cNvSpPr>
          <p:nvPr/>
        </p:nvSpPr>
        <p:spPr bwMode="auto">
          <a:xfrm>
            <a:off x="5157788" y="990601"/>
            <a:ext cx="4802187" cy="946150"/>
          </a:xfrm>
          <a:custGeom>
            <a:avLst/>
            <a:gdLst>
              <a:gd name="T0" fmla="*/ 861 w 878"/>
              <a:gd name="T1" fmla="*/ 0 h 173"/>
              <a:gd name="T2" fmla="*/ 18 w 878"/>
              <a:gd name="T3" fmla="*/ 0 h 173"/>
              <a:gd name="T4" fmla="*/ 0 w 878"/>
              <a:gd name="T5" fmla="*/ 18 h 173"/>
              <a:gd name="T6" fmla="*/ 0 w 878"/>
              <a:gd name="T7" fmla="*/ 156 h 173"/>
              <a:gd name="T8" fmla="*/ 18 w 878"/>
              <a:gd name="T9" fmla="*/ 173 h 173"/>
              <a:gd name="T10" fmla="*/ 861 w 878"/>
              <a:gd name="T11" fmla="*/ 173 h 173"/>
              <a:gd name="T12" fmla="*/ 878 w 878"/>
              <a:gd name="T13" fmla="*/ 156 h 173"/>
              <a:gd name="T14" fmla="*/ 878 w 878"/>
              <a:gd name="T15" fmla="*/ 18 h 173"/>
              <a:gd name="T16" fmla="*/ 861 w 878"/>
              <a:gd name="T1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8" h="173">
                <a:moveTo>
                  <a:pt x="861" y="0"/>
                </a:moveTo>
                <a:cubicBezTo>
                  <a:pt x="18" y="0"/>
                  <a:pt x="18" y="0"/>
                  <a:pt x="18" y="0"/>
                </a:cubicBezTo>
                <a:cubicBezTo>
                  <a:pt x="8" y="0"/>
                  <a:pt x="0" y="8"/>
                  <a:pt x="0" y="18"/>
                </a:cubicBezTo>
                <a:cubicBezTo>
                  <a:pt x="0" y="156"/>
                  <a:pt x="0" y="156"/>
                  <a:pt x="0" y="156"/>
                </a:cubicBezTo>
                <a:cubicBezTo>
                  <a:pt x="0" y="165"/>
                  <a:pt x="8" y="173"/>
                  <a:pt x="18" y="173"/>
                </a:cubicBezTo>
                <a:cubicBezTo>
                  <a:pt x="861" y="173"/>
                  <a:pt x="861" y="173"/>
                  <a:pt x="861" y="173"/>
                </a:cubicBezTo>
                <a:cubicBezTo>
                  <a:pt x="870" y="173"/>
                  <a:pt x="878" y="165"/>
                  <a:pt x="878" y="156"/>
                </a:cubicBezTo>
                <a:cubicBezTo>
                  <a:pt x="878" y="18"/>
                  <a:pt x="878" y="18"/>
                  <a:pt x="878" y="18"/>
                </a:cubicBezTo>
                <a:cubicBezTo>
                  <a:pt x="878" y="8"/>
                  <a:pt x="870" y="0"/>
                  <a:pt x="861" y="0"/>
                </a:cubicBezTo>
                <a:close/>
              </a:path>
            </a:pathLst>
          </a:custGeom>
          <a:solidFill>
            <a:srgbClr val="7A6F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 name="Freeform 14"/>
          <p:cNvSpPr>
            <a:spLocks noEditPoints="1"/>
          </p:cNvSpPr>
          <p:nvPr/>
        </p:nvSpPr>
        <p:spPr bwMode="auto">
          <a:xfrm>
            <a:off x="4486276" y="1339850"/>
            <a:ext cx="595312" cy="782637"/>
          </a:xfrm>
          <a:custGeom>
            <a:avLst/>
            <a:gdLst>
              <a:gd name="T0" fmla="*/ 92 w 109"/>
              <a:gd name="T1" fmla="*/ 0 h 143"/>
              <a:gd name="T2" fmla="*/ 18 w 109"/>
              <a:gd name="T3" fmla="*/ 0 h 143"/>
              <a:gd name="T4" fmla="*/ 0 w 109"/>
              <a:gd name="T5" fmla="*/ 18 h 143"/>
              <a:gd name="T6" fmla="*/ 0 w 109"/>
              <a:gd name="T7" fmla="*/ 126 h 143"/>
              <a:gd name="T8" fmla="*/ 18 w 109"/>
              <a:gd name="T9" fmla="*/ 143 h 143"/>
              <a:gd name="T10" fmla="*/ 37 w 109"/>
              <a:gd name="T11" fmla="*/ 143 h 143"/>
              <a:gd name="T12" fmla="*/ 78 w 109"/>
              <a:gd name="T13" fmla="*/ 106 h 143"/>
              <a:gd name="T14" fmla="*/ 109 w 109"/>
              <a:gd name="T15" fmla="*/ 120 h 143"/>
              <a:gd name="T16" fmla="*/ 109 w 109"/>
              <a:gd name="T17" fmla="*/ 18 h 143"/>
              <a:gd name="T18" fmla="*/ 92 w 109"/>
              <a:gd name="T19" fmla="*/ 0 h 143"/>
              <a:gd name="T20" fmla="*/ 79 w 109"/>
              <a:gd name="T21" fmla="*/ 75 h 143"/>
              <a:gd name="T22" fmla="*/ 70 w 109"/>
              <a:gd name="T23" fmla="*/ 84 h 143"/>
              <a:gd name="T24" fmla="*/ 20 w 109"/>
              <a:gd name="T25" fmla="*/ 84 h 143"/>
              <a:gd name="T26" fmla="*/ 11 w 109"/>
              <a:gd name="T27" fmla="*/ 75 h 143"/>
              <a:gd name="T28" fmla="*/ 11 w 109"/>
              <a:gd name="T29" fmla="*/ 25 h 143"/>
              <a:gd name="T30" fmla="*/ 20 w 109"/>
              <a:gd name="T31" fmla="*/ 15 h 143"/>
              <a:gd name="T32" fmla="*/ 70 w 109"/>
              <a:gd name="T33" fmla="*/ 15 h 143"/>
              <a:gd name="T34" fmla="*/ 79 w 109"/>
              <a:gd name="T35" fmla="*/ 25 h 143"/>
              <a:gd name="T36" fmla="*/ 79 w 109"/>
              <a:gd name="T37" fmla="*/ 7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9" h="143">
                <a:moveTo>
                  <a:pt x="92" y="0"/>
                </a:moveTo>
                <a:cubicBezTo>
                  <a:pt x="18" y="0"/>
                  <a:pt x="18" y="0"/>
                  <a:pt x="18" y="0"/>
                </a:cubicBezTo>
                <a:cubicBezTo>
                  <a:pt x="8" y="0"/>
                  <a:pt x="0" y="8"/>
                  <a:pt x="0" y="18"/>
                </a:cubicBezTo>
                <a:cubicBezTo>
                  <a:pt x="0" y="126"/>
                  <a:pt x="0" y="126"/>
                  <a:pt x="0" y="126"/>
                </a:cubicBezTo>
                <a:cubicBezTo>
                  <a:pt x="0" y="136"/>
                  <a:pt x="8" y="143"/>
                  <a:pt x="18" y="143"/>
                </a:cubicBezTo>
                <a:cubicBezTo>
                  <a:pt x="37" y="143"/>
                  <a:pt x="37" y="143"/>
                  <a:pt x="37" y="143"/>
                </a:cubicBezTo>
                <a:cubicBezTo>
                  <a:pt x="39" y="123"/>
                  <a:pt x="57" y="106"/>
                  <a:pt x="78" y="106"/>
                </a:cubicBezTo>
                <a:cubicBezTo>
                  <a:pt x="90" y="106"/>
                  <a:pt x="102" y="112"/>
                  <a:pt x="109" y="120"/>
                </a:cubicBezTo>
                <a:cubicBezTo>
                  <a:pt x="109" y="18"/>
                  <a:pt x="109" y="18"/>
                  <a:pt x="109" y="18"/>
                </a:cubicBezTo>
                <a:cubicBezTo>
                  <a:pt x="109" y="8"/>
                  <a:pt x="101" y="0"/>
                  <a:pt x="92" y="0"/>
                </a:cubicBezTo>
                <a:close/>
                <a:moveTo>
                  <a:pt x="79" y="75"/>
                </a:moveTo>
                <a:cubicBezTo>
                  <a:pt x="79" y="80"/>
                  <a:pt x="75" y="84"/>
                  <a:pt x="70" y="84"/>
                </a:cubicBezTo>
                <a:cubicBezTo>
                  <a:pt x="20" y="84"/>
                  <a:pt x="20" y="84"/>
                  <a:pt x="20" y="84"/>
                </a:cubicBezTo>
                <a:cubicBezTo>
                  <a:pt x="15" y="84"/>
                  <a:pt x="11" y="80"/>
                  <a:pt x="11" y="75"/>
                </a:cubicBezTo>
                <a:cubicBezTo>
                  <a:pt x="11" y="25"/>
                  <a:pt x="11" y="25"/>
                  <a:pt x="11" y="25"/>
                </a:cubicBezTo>
                <a:cubicBezTo>
                  <a:pt x="11" y="20"/>
                  <a:pt x="15" y="15"/>
                  <a:pt x="20" y="15"/>
                </a:cubicBezTo>
                <a:cubicBezTo>
                  <a:pt x="70" y="15"/>
                  <a:pt x="70" y="15"/>
                  <a:pt x="70" y="15"/>
                </a:cubicBezTo>
                <a:cubicBezTo>
                  <a:pt x="75" y="15"/>
                  <a:pt x="79" y="20"/>
                  <a:pt x="79" y="25"/>
                </a:cubicBezTo>
                <a:lnTo>
                  <a:pt x="79" y="75"/>
                </a:lnTo>
                <a:close/>
              </a:path>
            </a:pathLst>
          </a:custGeom>
          <a:solidFill>
            <a:srgbClr val="7A6F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3" name="Freeform 19"/>
          <p:cNvSpPr>
            <a:spLocks noEditPoints="1"/>
          </p:cNvSpPr>
          <p:nvPr/>
        </p:nvSpPr>
        <p:spPr bwMode="auto">
          <a:xfrm>
            <a:off x="4743450" y="3408363"/>
            <a:ext cx="338137" cy="339725"/>
          </a:xfrm>
          <a:custGeom>
            <a:avLst/>
            <a:gdLst>
              <a:gd name="T0" fmla="*/ 31 w 62"/>
              <a:gd name="T1" fmla="*/ 0 h 62"/>
              <a:gd name="T2" fmla="*/ 0 w 62"/>
              <a:gd name="T3" fmla="*/ 31 h 62"/>
              <a:gd name="T4" fmla="*/ 31 w 62"/>
              <a:gd name="T5" fmla="*/ 62 h 62"/>
              <a:gd name="T6" fmla="*/ 62 w 62"/>
              <a:gd name="T7" fmla="*/ 31 h 62"/>
              <a:gd name="T8" fmla="*/ 31 w 62"/>
              <a:gd name="T9" fmla="*/ 0 h 62"/>
              <a:gd name="T10" fmla="*/ 31 w 62"/>
              <a:gd name="T11" fmla="*/ 45 h 62"/>
              <a:gd name="T12" fmla="*/ 17 w 62"/>
              <a:gd name="T13" fmla="*/ 31 h 62"/>
              <a:gd name="T14" fmla="*/ 31 w 62"/>
              <a:gd name="T15" fmla="*/ 16 h 62"/>
              <a:gd name="T16" fmla="*/ 45 w 62"/>
              <a:gd name="T17" fmla="*/ 31 h 62"/>
              <a:gd name="T18" fmla="*/ 31 w 62"/>
              <a:gd name="T19" fmla="*/ 45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62">
                <a:moveTo>
                  <a:pt x="31" y="0"/>
                </a:moveTo>
                <a:cubicBezTo>
                  <a:pt x="14" y="0"/>
                  <a:pt x="0" y="14"/>
                  <a:pt x="0" y="31"/>
                </a:cubicBezTo>
                <a:cubicBezTo>
                  <a:pt x="0" y="48"/>
                  <a:pt x="14" y="62"/>
                  <a:pt x="31" y="62"/>
                </a:cubicBezTo>
                <a:cubicBezTo>
                  <a:pt x="48" y="62"/>
                  <a:pt x="62" y="48"/>
                  <a:pt x="62" y="31"/>
                </a:cubicBezTo>
                <a:cubicBezTo>
                  <a:pt x="62" y="14"/>
                  <a:pt x="48" y="0"/>
                  <a:pt x="31" y="0"/>
                </a:cubicBezTo>
                <a:close/>
                <a:moveTo>
                  <a:pt x="31" y="45"/>
                </a:moveTo>
                <a:cubicBezTo>
                  <a:pt x="23" y="45"/>
                  <a:pt x="17" y="39"/>
                  <a:pt x="17" y="31"/>
                </a:cubicBezTo>
                <a:cubicBezTo>
                  <a:pt x="17" y="23"/>
                  <a:pt x="23" y="16"/>
                  <a:pt x="31" y="16"/>
                </a:cubicBezTo>
                <a:cubicBezTo>
                  <a:pt x="39" y="16"/>
                  <a:pt x="45" y="23"/>
                  <a:pt x="45" y="31"/>
                </a:cubicBezTo>
                <a:cubicBezTo>
                  <a:pt x="45" y="39"/>
                  <a:pt x="39" y="45"/>
                  <a:pt x="31" y="45"/>
                </a:cubicBezTo>
                <a:close/>
              </a:path>
            </a:pathLst>
          </a:custGeom>
          <a:solidFill>
            <a:srgbClr val="459B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4" name="Freeform 20"/>
          <p:cNvSpPr>
            <a:spLocks noEditPoints="1"/>
          </p:cNvSpPr>
          <p:nvPr/>
        </p:nvSpPr>
        <p:spPr bwMode="auto">
          <a:xfrm>
            <a:off x="7805738" y="3408363"/>
            <a:ext cx="344487" cy="339725"/>
          </a:xfrm>
          <a:custGeom>
            <a:avLst/>
            <a:gdLst>
              <a:gd name="T0" fmla="*/ 32 w 63"/>
              <a:gd name="T1" fmla="*/ 0 h 62"/>
              <a:gd name="T2" fmla="*/ 0 w 63"/>
              <a:gd name="T3" fmla="*/ 31 h 62"/>
              <a:gd name="T4" fmla="*/ 32 w 63"/>
              <a:gd name="T5" fmla="*/ 62 h 62"/>
              <a:gd name="T6" fmla="*/ 63 w 63"/>
              <a:gd name="T7" fmla="*/ 31 h 62"/>
              <a:gd name="T8" fmla="*/ 32 w 63"/>
              <a:gd name="T9" fmla="*/ 0 h 62"/>
              <a:gd name="T10" fmla="*/ 32 w 63"/>
              <a:gd name="T11" fmla="*/ 45 h 62"/>
              <a:gd name="T12" fmla="*/ 17 w 63"/>
              <a:gd name="T13" fmla="*/ 31 h 62"/>
              <a:gd name="T14" fmla="*/ 32 w 63"/>
              <a:gd name="T15" fmla="*/ 16 h 62"/>
              <a:gd name="T16" fmla="*/ 46 w 63"/>
              <a:gd name="T17" fmla="*/ 31 h 62"/>
              <a:gd name="T18" fmla="*/ 32 w 63"/>
              <a:gd name="T19" fmla="*/ 45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3" h="62">
                <a:moveTo>
                  <a:pt x="32" y="0"/>
                </a:moveTo>
                <a:cubicBezTo>
                  <a:pt x="14" y="0"/>
                  <a:pt x="0" y="14"/>
                  <a:pt x="0" y="31"/>
                </a:cubicBezTo>
                <a:cubicBezTo>
                  <a:pt x="0" y="48"/>
                  <a:pt x="14" y="62"/>
                  <a:pt x="32" y="62"/>
                </a:cubicBezTo>
                <a:cubicBezTo>
                  <a:pt x="49" y="62"/>
                  <a:pt x="63" y="48"/>
                  <a:pt x="63" y="31"/>
                </a:cubicBezTo>
                <a:cubicBezTo>
                  <a:pt x="63" y="14"/>
                  <a:pt x="49" y="0"/>
                  <a:pt x="32" y="0"/>
                </a:cubicBezTo>
                <a:close/>
                <a:moveTo>
                  <a:pt x="32" y="45"/>
                </a:moveTo>
                <a:cubicBezTo>
                  <a:pt x="24" y="45"/>
                  <a:pt x="17" y="39"/>
                  <a:pt x="17" y="31"/>
                </a:cubicBezTo>
                <a:cubicBezTo>
                  <a:pt x="17" y="23"/>
                  <a:pt x="24" y="16"/>
                  <a:pt x="32" y="16"/>
                </a:cubicBezTo>
                <a:cubicBezTo>
                  <a:pt x="40" y="16"/>
                  <a:pt x="46" y="23"/>
                  <a:pt x="46" y="31"/>
                </a:cubicBezTo>
                <a:cubicBezTo>
                  <a:pt x="46" y="39"/>
                  <a:pt x="40" y="45"/>
                  <a:pt x="32" y="45"/>
                </a:cubicBezTo>
                <a:close/>
              </a:path>
            </a:pathLst>
          </a:custGeom>
          <a:solidFill>
            <a:srgbClr val="459B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5" name="Freeform 21"/>
          <p:cNvSpPr>
            <a:spLocks noEditPoints="1"/>
          </p:cNvSpPr>
          <p:nvPr/>
        </p:nvSpPr>
        <p:spPr bwMode="auto">
          <a:xfrm>
            <a:off x="8199438" y="3408363"/>
            <a:ext cx="339725" cy="339725"/>
          </a:xfrm>
          <a:custGeom>
            <a:avLst/>
            <a:gdLst>
              <a:gd name="T0" fmla="*/ 31 w 62"/>
              <a:gd name="T1" fmla="*/ 0 h 62"/>
              <a:gd name="T2" fmla="*/ 0 w 62"/>
              <a:gd name="T3" fmla="*/ 31 h 62"/>
              <a:gd name="T4" fmla="*/ 31 w 62"/>
              <a:gd name="T5" fmla="*/ 62 h 62"/>
              <a:gd name="T6" fmla="*/ 62 w 62"/>
              <a:gd name="T7" fmla="*/ 31 h 62"/>
              <a:gd name="T8" fmla="*/ 31 w 62"/>
              <a:gd name="T9" fmla="*/ 0 h 62"/>
              <a:gd name="T10" fmla="*/ 31 w 62"/>
              <a:gd name="T11" fmla="*/ 45 h 62"/>
              <a:gd name="T12" fmla="*/ 16 w 62"/>
              <a:gd name="T13" fmla="*/ 31 h 62"/>
              <a:gd name="T14" fmla="*/ 31 w 62"/>
              <a:gd name="T15" fmla="*/ 16 h 62"/>
              <a:gd name="T16" fmla="*/ 45 w 62"/>
              <a:gd name="T17" fmla="*/ 31 h 62"/>
              <a:gd name="T18" fmla="*/ 31 w 62"/>
              <a:gd name="T19" fmla="*/ 45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62">
                <a:moveTo>
                  <a:pt x="31" y="0"/>
                </a:moveTo>
                <a:cubicBezTo>
                  <a:pt x="14" y="0"/>
                  <a:pt x="0" y="14"/>
                  <a:pt x="0" y="31"/>
                </a:cubicBezTo>
                <a:cubicBezTo>
                  <a:pt x="0" y="48"/>
                  <a:pt x="14" y="62"/>
                  <a:pt x="31" y="62"/>
                </a:cubicBezTo>
                <a:cubicBezTo>
                  <a:pt x="48" y="62"/>
                  <a:pt x="62" y="48"/>
                  <a:pt x="62" y="31"/>
                </a:cubicBezTo>
                <a:cubicBezTo>
                  <a:pt x="62" y="14"/>
                  <a:pt x="48" y="0"/>
                  <a:pt x="31" y="0"/>
                </a:cubicBezTo>
                <a:close/>
                <a:moveTo>
                  <a:pt x="31" y="45"/>
                </a:moveTo>
                <a:cubicBezTo>
                  <a:pt x="23" y="45"/>
                  <a:pt x="16" y="39"/>
                  <a:pt x="16" y="31"/>
                </a:cubicBezTo>
                <a:cubicBezTo>
                  <a:pt x="16" y="23"/>
                  <a:pt x="23" y="16"/>
                  <a:pt x="31" y="16"/>
                </a:cubicBezTo>
                <a:cubicBezTo>
                  <a:pt x="39" y="16"/>
                  <a:pt x="45" y="23"/>
                  <a:pt x="45" y="31"/>
                </a:cubicBezTo>
                <a:cubicBezTo>
                  <a:pt x="45" y="39"/>
                  <a:pt x="39" y="45"/>
                  <a:pt x="31" y="45"/>
                </a:cubicBezTo>
                <a:close/>
              </a:path>
            </a:pathLst>
          </a:custGeom>
          <a:solidFill>
            <a:srgbClr val="459B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6" name="Freeform 22"/>
          <p:cNvSpPr>
            <a:spLocks/>
          </p:cNvSpPr>
          <p:nvPr/>
        </p:nvSpPr>
        <p:spPr bwMode="auto">
          <a:xfrm>
            <a:off x="5157788" y="2417763"/>
            <a:ext cx="3632200" cy="947737"/>
          </a:xfrm>
          <a:custGeom>
            <a:avLst/>
            <a:gdLst>
              <a:gd name="T0" fmla="*/ 647 w 664"/>
              <a:gd name="T1" fmla="*/ 0 h 173"/>
              <a:gd name="T2" fmla="*/ 18 w 664"/>
              <a:gd name="T3" fmla="*/ 0 h 173"/>
              <a:gd name="T4" fmla="*/ 0 w 664"/>
              <a:gd name="T5" fmla="*/ 18 h 173"/>
              <a:gd name="T6" fmla="*/ 0 w 664"/>
              <a:gd name="T7" fmla="*/ 155 h 173"/>
              <a:gd name="T8" fmla="*/ 18 w 664"/>
              <a:gd name="T9" fmla="*/ 173 h 173"/>
              <a:gd name="T10" fmla="*/ 647 w 664"/>
              <a:gd name="T11" fmla="*/ 173 h 173"/>
              <a:gd name="T12" fmla="*/ 664 w 664"/>
              <a:gd name="T13" fmla="*/ 155 h 173"/>
              <a:gd name="T14" fmla="*/ 664 w 664"/>
              <a:gd name="T15" fmla="*/ 18 h 173"/>
              <a:gd name="T16" fmla="*/ 647 w 664"/>
              <a:gd name="T1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4" h="173">
                <a:moveTo>
                  <a:pt x="647" y="0"/>
                </a:moveTo>
                <a:cubicBezTo>
                  <a:pt x="18" y="0"/>
                  <a:pt x="18" y="0"/>
                  <a:pt x="18" y="0"/>
                </a:cubicBezTo>
                <a:cubicBezTo>
                  <a:pt x="8" y="0"/>
                  <a:pt x="0" y="8"/>
                  <a:pt x="0" y="18"/>
                </a:cubicBezTo>
                <a:cubicBezTo>
                  <a:pt x="0" y="155"/>
                  <a:pt x="0" y="155"/>
                  <a:pt x="0" y="155"/>
                </a:cubicBezTo>
                <a:cubicBezTo>
                  <a:pt x="0" y="165"/>
                  <a:pt x="8" y="173"/>
                  <a:pt x="18" y="173"/>
                </a:cubicBezTo>
                <a:cubicBezTo>
                  <a:pt x="647" y="173"/>
                  <a:pt x="647" y="173"/>
                  <a:pt x="647" y="173"/>
                </a:cubicBezTo>
                <a:cubicBezTo>
                  <a:pt x="656" y="173"/>
                  <a:pt x="664" y="165"/>
                  <a:pt x="664" y="155"/>
                </a:cubicBezTo>
                <a:cubicBezTo>
                  <a:pt x="664" y="18"/>
                  <a:pt x="664" y="18"/>
                  <a:pt x="664" y="18"/>
                </a:cubicBezTo>
                <a:cubicBezTo>
                  <a:pt x="664" y="8"/>
                  <a:pt x="656" y="0"/>
                  <a:pt x="647" y="0"/>
                </a:cubicBezTo>
                <a:close/>
              </a:path>
            </a:pathLst>
          </a:custGeom>
          <a:solidFill>
            <a:srgbClr val="459B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7" name="Freeform 23"/>
          <p:cNvSpPr>
            <a:spLocks noEditPoints="1"/>
          </p:cNvSpPr>
          <p:nvPr/>
        </p:nvSpPr>
        <p:spPr bwMode="auto">
          <a:xfrm>
            <a:off x="4486276" y="2768600"/>
            <a:ext cx="595312" cy="782637"/>
          </a:xfrm>
          <a:custGeom>
            <a:avLst/>
            <a:gdLst>
              <a:gd name="T0" fmla="*/ 92 w 109"/>
              <a:gd name="T1" fmla="*/ 0 h 143"/>
              <a:gd name="T2" fmla="*/ 18 w 109"/>
              <a:gd name="T3" fmla="*/ 0 h 143"/>
              <a:gd name="T4" fmla="*/ 0 w 109"/>
              <a:gd name="T5" fmla="*/ 17 h 143"/>
              <a:gd name="T6" fmla="*/ 0 w 109"/>
              <a:gd name="T7" fmla="*/ 126 h 143"/>
              <a:gd name="T8" fmla="*/ 18 w 109"/>
              <a:gd name="T9" fmla="*/ 143 h 143"/>
              <a:gd name="T10" fmla="*/ 37 w 109"/>
              <a:gd name="T11" fmla="*/ 143 h 143"/>
              <a:gd name="T12" fmla="*/ 78 w 109"/>
              <a:gd name="T13" fmla="*/ 106 h 143"/>
              <a:gd name="T14" fmla="*/ 109 w 109"/>
              <a:gd name="T15" fmla="*/ 120 h 143"/>
              <a:gd name="T16" fmla="*/ 109 w 109"/>
              <a:gd name="T17" fmla="*/ 17 h 143"/>
              <a:gd name="T18" fmla="*/ 92 w 109"/>
              <a:gd name="T19" fmla="*/ 0 h 143"/>
              <a:gd name="T20" fmla="*/ 79 w 109"/>
              <a:gd name="T21" fmla="*/ 74 h 143"/>
              <a:gd name="T22" fmla="*/ 70 w 109"/>
              <a:gd name="T23" fmla="*/ 83 h 143"/>
              <a:gd name="T24" fmla="*/ 20 w 109"/>
              <a:gd name="T25" fmla="*/ 83 h 143"/>
              <a:gd name="T26" fmla="*/ 11 w 109"/>
              <a:gd name="T27" fmla="*/ 74 h 143"/>
              <a:gd name="T28" fmla="*/ 11 w 109"/>
              <a:gd name="T29" fmla="*/ 24 h 143"/>
              <a:gd name="T30" fmla="*/ 20 w 109"/>
              <a:gd name="T31" fmla="*/ 15 h 143"/>
              <a:gd name="T32" fmla="*/ 70 w 109"/>
              <a:gd name="T33" fmla="*/ 15 h 143"/>
              <a:gd name="T34" fmla="*/ 79 w 109"/>
              <a:gd name="T35" fmla="*/ 24 h 143"/>
              <a:gd name="T36" fmla="*/ 79 w 109"/>
              <a:gd name="T37" fmla="*/ 74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9" h="143">
                <a:moveTo>
                  <a:pt x="92" y="0"/>
                </a:moveTo>
                <a:cubicBezTo>
                  <a:pt x="18" y="0"/>
                  <a:pt x="18" y="0"/>
                  <a:pt x="18" y="0"/>
                </a:cubicBezTo>
                <a:cubicBezTo>
                  <a:pt x="8" y="0"/>
                  <a:pt x="0" y="8"/>
                  <a:pt x="0" y="17"/>
                </a:cubicBezTo>
                <a:cubicBezTo>
                  <a:pt x="0" y="126"/>
                  <a:pt x="0" y="126"/>
                  <a:pt x="0" y="126"/>
                </a:cubicBezTo>
                <a:cubicBezTo>
                  <a:pt x="0" y="135"/>
                  <a:pt x="8" y="143"/>
                  <a:pt x="18" y="143"/>
                </a:cubicBezTo>
                <a:cubicBezTo>
                  <a:pt x="37" y="143"/>
                  <a:pt x="37" y="143"/>
                  <a:pt x="37" y="143"/>
                </a:cubicBezTo>
                <a:cubicBezTo>
                  <a:pt x="39" y="122"/>
                  <a:pt x="57" y="106"/>
                  <a:pt x="78" y="106"/>
                </a:cubicBezTo>
                <a:cubicBezTo>
                  <a:pt x="90" y="106"/>
                  <a:pt x="102" y="112"/>
                  <a:pt x="109" y="120"/>
                </a:cubicBezTo>
                <a:cubicBezTo>
                  <a:pt x="109" y="17"/>
                  <a:pt x="109" y="17"/>
                  <a:pt x="109" y="17"/>
                </a:cubicBezTo>
                <a:cubicBezTo>
                  <a:pt x="109" y="8"/>
                  <a:pt x="101" y="0"/>
                  <a:pt x="92" y="0"/>
                </a:cubicBezTo>
                <a:close/>
                <a:moveTo>
                  <a:pt x="79" y="74"/>
                </a:moveTo>
                <a:cubicBezTo>
                  <a:pt x="79" y="79"/>
                  <a:pt x="75" y="83"/>
                  <a:pt x="70" y="83"/>
                </a:cubicBezTo>
                <a:cubicBezTo>
                  <a:pt x="20" y="83"/>
                  <a:pt x="20" y="83"/>
                  <a:pt x="20" y="83"/>
                </a:cubicBezTo>
                <a:cubicBezTo>
                  <a:pt x="15" y="83"/>
                  <a:pt x="11" y="79"/>
                  <a:pt x="11" y="74"/>
                </a:cubicBezTo>
                <a:cubicBezTo>
                  <a:pt x="11" y="24"/>
                  <a:pt x="11" y="24"/>
                  <a:pt x="11" y="24"/>
                </a:cubicBezTo>
                <a:cubicBezTo>
                  <a:pt x="11" y="19"/>
                  <a:pt x="15" y="15"/>
                  <a:pt x="20" y="15"/>
                </a:cubicBezTo>
                <a:cubicBezTo>
                  <a:pt x="70" y="15"/>
                  <a:pt x="70" y="15"/>
                  <a:pt x="70" y="15"/>
                </a:cubicBezTo>
                <a:cubicBezTo>
                  <a:pt x="75" y="15"/>
                  <a:pt x="79" y="19"/>
                  <a:pt x="79" y="24"/>
                </a:cubicBezTo>
                <a:lnTo>
                  <a:pt x="79" y="74"/>
                </a:lnTo>
                <a:close/>
              </a:path>
            </a:pathLst>
          </a:custGeom>
          <a:solidFill>
            <a:srgbClr val="459B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1" name="Freeform 27"/>
          <p:cNvSpPr>
            <a:spLocks noEditPoints="1"/>
          </p:cNvSpPr>
          <p:nvPr/>
        </p:nvSpPr>
        <p:spPr bwMode="auto">
          <a:xfrm>
            <a:off x="4743450" y="4832350"/>
            <a:ext cx="338137" cy="344487"/>
          </a:xfrm>
          <a:custGeom>
            <a:avLst/>
            <a:gdLst>
              <a:gd name="T0" fmla="*/ 31 w 62"/>
              <a:gd name="T1" fmla="*/ 0 h 63"/>
              <a:gd name="T2" fmla="*/ 0 w 62"/>
              <a:gd name="T3" fmla="*/ 32 h 63"/>
              <a:gd name="T4" fmla="*/ 31 w 62"/>
              <a:gd name="T5" fmla="*/ 63 h 63"/>
              <a:gd name="T6" fmla="*/ 62 w 62"/>
              <a:gd name="T7" fmla="*/ 32 h 63"/>
              <a:gd name="T8" fmla="*/ 31 w 62"/>
              <a:gd name="T9" fmla="*/ 0 h 63"/>
              <a:gd name="T10" fmla="*/ 31 w 62"/>
              <a:gd name="T11" fmla="*/ 46 h 63"/>
              <a:gd name="T12" fmla="*/ 17 w 62"/>
              <a:gd name="T13" fmla="*/ 32 h 63"/>
              <a:gd name="T14" fmla="*/ 31 w 62"/>
              <a:gd name="T15" fmla="*/ 17 h 63"/>
              <a:gd name="T16" fmla="*/ 45 w 62"/>
              <a:gd name="T17" fmla="*/ 32 h 63"/>
              <a:gd name="T18" fmla="*/ 31 w 62"/>
              <a:gd name="T19" fmla="*/ 4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63">
                <a:moveTo>
                  <a:pt x="31" y="0"/>
                </a:moveTo>
                <a:cubicBezTo>
                  <a:pt x="14" y="0"/>
                  <a:pt x="0" y="14"/>
                  <a:pt x="0" y="32"/>
                </a:cubicBezTo>
                <a:cubicBezTo>
                  <a:pt x="0" y="49"/>
                  <a:pt x="14" y="63"/>
                  <a:pt x="31" y="63"/>
                </a:cubicBezTo>
                <a:cubicBezTo>
                  <a:pt x="48" y="63"/>
                  <a:pt x="62" y="49"/>
                  <a:pt x="62" y="32"/>
                </a:cubicBezTo>
                <a:cubicBezTo>
                  <a:pt x="62" y="14"/>
                  <a:pt x="48" y="0"/>
                  <a:pt x="31" y="0"/>
                </a:cubicBezTo>
                <a:close/>
                <a:moveTo>
                  <a:pt x="31" y="46"/>
                </a:moveTo>
                <a:cubicBezTo>
                  <a:pt x="23" y="46"/>
                  <a:pt x="17" y="40"/>
                  <a:pt x="17" y="32"/>
                </a:cubicBezTo>
                <a:cubicBezTo>
                  <a:pt x="17" y="24"/>
                  <a:pt x="23" y="17"/>
                  <a:pt x="31" y="17"/>
                </a:cubicBezTo>
                <a:cubicBezTo>
                  <a:pt x="39" y="17"/>
                  <a:pt x="45" y="24"/>
                  <a:pt x="45" y="32"/>
                </a:cubicBezTo>
                <a:cubicBezTo>
                  <a:pt x="45" y="40"/>
                  <a:pt x="39" y="46"/>
                  <a:pt x="31" y="46"/>
                </a:cubicBezTo>
                <a:close/>
              </a:path>
            </a:pathLst>
          </a:custGeom>
          <a:solidFill>
            <a:srgbClr val="E266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2" name="Freeform 28"/>
          <p:cNvSpPr>
            <a:spLocks noEditPoints="1"/>
          </p:cNvSpPr>
          <p:nvPr/>
        </p:nvSpPr>
        <p:spPr bwMode="auto">
          <a:xfrm>
            <a:off x="6727825" y="4832350"/>
            <a:ext cx="344487" cy="344487"/>
          </a:xfrm>
          <a:custGeom>
            <a:avLst/>
            <a:gdLst>
              <a:gd name="T0" fmla="*/ 31 w 63"/>
              <a:gd name="T1" fmla="*/ 0 h 63"/>
              <a:gd name="T2" fmla="*/ 0 w 63"/>
              <a:gd name="T3" fmla="*/ 32 h 63"/>
              <a:gd name="T4" fmla="*/ 31 w 63"/>
              <a:gd name="T5" fmla="*/ 63 h 63"/>
              <a:gd name="T6" fmla="*/ 63 w 63"/>
              <a:gd name="T7" fmla="*/ 32 h 63"/>
              <a:gd name="T8" fmla="*/ 31 w 63"/>
              <a:gd name="T9" fmla="*/ 0 h 63"/>
              <a:gd name="T10" fmla="*/ 31 w 63"/>
              <a:gd name="T11" fmla="*/ 46 h 63"/>
              <a:gd name="T12" fmla="*/ 17 w 63"/>
              <a:gd name="T13" fmla="*/ 32 h 63"/>
              <a:gd name="T14" fmla="*/ 31 w 63"/>
              <a:gd name="T15" fmla="*/ 17 h 63"/>
              <a:gd name="T16" fmla="*/ 46 w 63"/>
              <a:gd name="T17" fmla="*/ 32 h 63"/>
              <a:gd name="T18" fmla="*/ 31 w 63"/>
              <a:gd name="T19" fmla="*/ 4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3" h="63">
                <a:moveTo>
                  <a:pt x="31" y="0"/>
                </a:moveTo>
                <a:cubicBezTo>
                  <a:pt x="14" y="0"/>
                  <a:pt x="0" y="14"/>
                  <a:pt x="0" y="32"/>
                </a:cubicBezTo>
                <a:cubicBezTo>
                  <a:pt x="0" y="49"/>
                  <a:pt x="14" y="63"/>
                  <a:pt x="31" y="63"/>
                </a:cubicBezTo>
                <a:cubicBezTo>
                  <a:pt x="49" y="63"/>
                  <a:pt x="63" y="49"/>
                  <a:pt x="63" y="32"/>
                </a:cubicBezTo>
                <a:cubicBezTo>
                  <a:pt x="63" y="14"/>
                  <a:pt x="49" y="0"/>
                  <a:pt x="31" y="0"/>
                </a:cubicBezTo>
                <a:close/>
                <a:moveTo>
                  <a:pt x="31" y="46"/>
                </a:moveTo>
                <a:cubicBezTo>
                  <a:pt x="24" y="46"/>
                  <a:pt x="17" y="40"/>
                  <a:pt x="17" y="32"/>
                </a:cubicBezTo>
                <a:cubicBezTo>
                  <a:pt x="17" y="24"/>
                  <a:pt x="24" y="17"/>
                  <a:pt x="31" y="17"/>
                </a:cubicBezTo>
                <a:cubicBezTo>
                  <a:pt x="39" y="17"/>
                  <a:pt x="46" y="24"/>
                  <a:pt x="46" y="32"/>
                </a:cubicBezTo>
                <a:cubicBezTo>
                  <a:pt x="46" y="40"/>
                  <a:pt x="39" y="46"/>
                  <a:pt x="31" y="46"/>
                </a:cubicBezTo>
                <a:close/>
              </a:path>
            </a:pathLst>
          </a:custGeom>
          <a:solidFill>
            <a:srgbClr val="E266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3" name="Freeform 29"/>
          <p:cNvSpPr>
            <a:spLocks noEditPoints="1"/>
          </p:cNvSpPr>
          <p:nvPr/>
        </p:nvSpPr>
        <p:spPr bwMode="auto">
          <a:xfrm>
            <a:off x="7121525" y="4832350"/>
            <a:ext cx="339725" cy="344487"/>
          </a:xfrm>
          <a:custGeom>
            <a:avLst/>
            <a:gdLst>
              <a:gd name="T0" fmla="*/ 31 w 62"/>
              <a:gd name="T1" fmla="*/ 0 h 63"/>
              <a:gd name="T2" fmla="*/ 0 w 62"/>
              <a:gd name="T3" fmla="*/ 32 h 63"/>
              <a:gd name="T4" fmla="*/ 31 w 62"/>
              <a:gd name="T5" fmla="*/ 63 h 63"/>
              <a:gd name="T6" fmla="*/ 62 w 62"/>
              <a:gd name="T7" fmla="*/ 32 h 63"/>
              <a:gd name="T8" fmla="*/ 31 w 62"/>
              <a:gd name="T9" fmla="*/ 0 h 63"/>
              <a:gd name="T10" fmla="*/ 31 w 62"/>
              <a:gd name="T11" fmla="*/ 46 h 63"/>
              <a:gd name="T12" fmla="*/ 16 w 62"/>
              <a:gd name="T13" fmla="*/ 32 h 63"/>
              <a:gd name="T14" fmla="*/ 31 w 62"/>
              <a:gd name="T15" fmla="*/ 17 h 63"/>
              <a:gd name="T16" fmla="*/ 45 w 62"/>
              <a:gd name="T17" fmla="*/ 32 h 63"/>
              <a:gd name="T18" fmla="*/ 31 w 62"/>
              <a:gd name="T19" fmla="*/ 4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63">
                <a:moveTo>
                  <a:pt x="31" y="0"/>
                </a:moveTo>
                <a:cubicBezTo>
                  <a:pt x="14" y="0"/>
                  <a:pt x="0" y="14"/>
                  <a:pt x="0" y="32"/>
                </a:cubicBezTo>
                <a:cubicBezTo>
                  <a:pt x="0" y="49"/>
                  <a:pt x="14" y="63"/>
                  <a:pt x="31" y="63"/>
                </a:cubicBezTo>
                <a:cubicBezTo>
                  <a:pt x="48" y="63"/>
                  <a:pt x="62" y="49"/>
                  <a:pt x="62" y="32"/>
                </a:cubicBezTo>
                <a:cubicBezTo>
                  <a:pt x="62" y="14"/>
                  <a:pt x="48" y="0"/>
                  <a:pt x="31" y="0"/>
                </a:cubicBezTo>
                <a:close/>
                <a:moveTo>
                  <a:pt x="31" y="46"/>
                </a:moveTo>
                <a:cubicBezTo>
                  <a:pt x="23" y="46"/>
                  <a:pt x="16" y="40"/>
                  <a:pt x="16" y="32"/>
                </a:cubicBezTo>
                <a:cubicBezTo>
                  <a:pt x="16" y="24"/>
                  <a:pt x="23" y="17"/>
                  <a:pt x="31" y="17"/>
                </a:cubicBezTo>
                <a:cubicBezTo>
                  <a:pt x="39" y="17"/>
                  <a:pt x="45" y="24"/>
                  <a:pt x="45" y="32"/>
                </a:cubicBezTo>
                <a:cubicBezTo>
                  <a:pt x="45" y="40"/>
                  <a:pt x="39" y="46"/>
                  <a:pt x="31" y="46"/>
                </a:cubicBezTo>
                <a:close/>
              </a:path>
            </a:pathLst>
          </a:custGeom>
          <a:solidFill>
            <a:srgbClr val="E266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4" name="Freeform 30"/>
          <p:cNvSpPr>
            <a:spLocks/>
          </p:cNvSpPr>
          <p:nvPr/>
        </p:nvSpPr>
        <p:spPr bwMode="auto">
          <a:xfrm>
            <a:off x="5157788" y="3846513"/>
            <a:ext cx="2554287" cy="946150"/>
          </a:xfrm>
          <a:custGeom>
            <a:avLst/>
            <a:gdLst>
              <a:gd name="T0" fmla="*/ 449 w 467"/>
              <a:gd name="T1" fmla="*/ 0 h 173"/>
              <a:gd name="T2" fmla="*/ 18 w 467"/>
              <a:gd name="T3" fmla="*/ 0 h 173"/>
              <a:gd name="T4" fmla="*/ 0 w 467"/>
              <a:gd name="T5" fmla="*/ 18 h 173"/>
              <a:gd name="T6" fmla="*/ 0 w 467"/>
              <a:gd name="T7" fmla="*/ 155 h 173"/>
              <a:gd name="T8" fmla="*/ 18 w 467"/>
              <a:gd name="T9" fmla="*/ 173 h 173"/>
              <a:gd name="T10" fmla="*/ 449 w 467"/>
              <a:gd name="T11" fmla="*/ 173 h 173"/>
              <a:gd name="T12" fmla="*/ 467 w 467"/>
              <a:gd name="T13" fmla="*/ 155 h 173"/>
              <a:gd name="T14" fmla="*/ 467 w 467"/>
              <a:gd name="T15" fmla="*/ 18 h 173"/>
              <a:gd name="T16" fmla="*/ 449 w 467"/>
              <a:gd name="T1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7" h="173">
                <a:moveTo>
                  <a:pt x="449" y="0"/>
                </a:moveTo>
                <a:cubicBezTo>
                  <a:pt x="18" y="0"/>
                  <a:pt x="18" y="0"/>
                  <a:pt x="18" y="0"/>
                </a:cubicBezTo>
                <a:cubicBezTo>
                  <a:pt x="8" y="0"/>
                  <a:pt x="0" y="8"/>
                  <a:pt x="0" y="18"/>
                </a:cubicBezTo>
                <a:cubicBezTo>
                  <a:pt x="0" y="155"/>
                  <a:pt x="0" y="155"/>
                  <a:pt x="0" y="155"/>
                </a:cubicBezTo>
                <a:cubicBezTo>
                  <a:pt x="0" y="165"/>
                  <a:pt x="8" y="173"/>
                  <a:pt x="18" y="173"/>
                </a:cubicBezTo>
                <a:cubicBezTo>
                  <a:pt x="449" y="173"/>
                  <a:pt x="449" y="173"/>
                  <a:pt x="449" y="173"/>
                </a:cubicBezTo>
                <a:cubicBezTo>
                  <a:pt x="459" y="173"/>
                  <a:pt x="467" y="165"/>
                  <a:pt x="467" y="155"/>
                </a:cubicBezTo>
                <a:cubicBezTo>
                  <a:pt x="467" y="18"/>
                  <a:pt x="467" y="18"/>
                  <a:pt x="467" y="18"/>
                </a:cubicBezTo>
                <a:cubicBezTo>
                  <a:pt x="467" y="8"/>
                  <a:pt x="459" y="0"/>
                  <a:pt x="449" y="0"/>
                </a:cubicBezTo>
                <a:close/>
              </a:path>
            </a:pathLst>
          </a:custGeom>
          <a:solidFill>
            <a:srgbClr val="E266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5" name="Freeform 31"/>
          <p:cNvSpPr>
            <a:spLocks noEditPoints="1"/>
          </p:cNvSpPr>
          <p:nvPr/>
        </p:nvSpPr>
        <p:spPr bwMode="auto">
          <a:xfrm>
            <a:off x="4486276" y="4197350"/>
            <a:ext cx="595312" cy="782637"/>
          </a:xfrm>
          <a:custGeom>
            <a:avLst/>
            <a:gdLst>
              <a:gd name="T0" fmla="*/ 92 w 109"/>
              <a:gd name="T1" fmla="*/ 0 h 143"/>
              <a:gd name="T2" fmla="*/ 18 w 109"/>
              <a:gd name="T3" fmla="*/ 0 h 143"/>
              <a:gd name="T4" fmla="*/ 0 w 109"/>
              <a:gd name="T5" fmla="*/ 17 h 143"/>
              <a:gd name="T6" fmla="*/ 0 w 109"/>
              <a:gd name="T7" fmla="*/ 126 h 143"/>
              <a:gd name="T8" fmla="*/ 18 w 109"/>
              <a:gd name="T9" fmla="*/ 143 h 143"/>
              <a:gd name="T10" fmla="*/ 37 w 109"/>
              <a:gd name="T11" fmla="*/ 143 h 143"/>
              <a:gd name="T12" fmla="*/ 78 w 109"/>
              <a:gd name="T13" fmla="*/ 106 h 143"/>
              <a:gd name="T14" fmla="*/ 109 w 109"/>
              <a:gd name="T15" fmla="*/ 120 h 143"/>
              <a:gd name="T16" fmla="*/ 109 w 109"/>
              <a:gd name="T17" fmla="*/ 17 h 143"/>
              <a:gd name="T18" fmla="*/ 92 w 109"/>
              <a:gd name="T19" fmla="*/ 0 h 143"/>
              <a:gd name="T20" fmla="*/ 79 w 109"/>
              <a:gd name="T21" fmla="*/ 74 h 143"/>
              <a:gd name="T22" fmla="*/ 70 w 109"/>
              <a:gd name="T23" fmla="*/ 83 h 143"/>
              <a:gd name="T24" fmla="*/ 20 w 109"/>
              <a:gd name="T25" fmla="*/ 83 h 143"/>
              <a:gd name="T26" fmla="*/ 11 w 109"/>
              <a:gd name="T27" fmla="*/ 74 h 143"/>
              <a:gd name="T28" fmla="*/ 11 w 109"/>
              <a:gd name="T29" fmla="*/ 24 h 143"/>
              <a:gd name="T30" fmla="*/ 20 w 109"/>
              <a:gd name="T31" fmla="*/ 15 h 143"/>
              <a:gd name="T32" fmla="*/ 70 w 109"/>
              <a:gd name="T33" fmla="*/ 15 h 143"/>
              <a:gd name="T34" fmla="*/ 79 w 109"/>
              <a:gd name="T35" fmla="*/ 24 h 143"/>
              <a:gd name="T36" fmla="*/ 79 w 109"/>
              <a:gd name="T37" fmla="*/ 74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9" h="143">
                <a:moveTo>
                  <a:pt x="92" y="0"/>
                </a:moveTo>
                <a:cubicBezTo>
                  <a:pt x="18" y="0"/>
                  <a:pt x="18" y="0"/>
                  <a:pt x="18" y="0"/>
                </a:cubicBezTo>
                <a:cubicBezTo>
                  <a:pt x="8" y="0"/>
                  <a:pt x="0" y="8"/>
                  <a:pt x="0" y="17"/>
                </a:cubicBezTo>
                <a:cubicBezTo>
                  <a:pt x="0" y="126"/>
                  <a:pt x="0" y="126"/>
                  <a:pt x="0" y="126"/>
                </a:cubicBezTo>
                <a:cubicBezTo>
                  <a:pt x="0" y="135"/>
                  <a:pt x="8" y="143"/>
                  <a:pt x="18" y="143"/>
                </a:cubicBezTo>
                <a:cubicBezTo>
                  <a:pt x="37" y="143"/>
                  <a:pt x="37" y="143"/>
                  <a:pt x="37" y="143"/>
                </a:cubicBezTo>
                <a:cubicBezTo>
                  <a:pt x="39" y="122"/>
                  <a:pt x="57" y="106"/>
                  <a:pt x="78" y="106"/>
                </a:cubicBezTo>
                <a:cubicBezTo>
                  <a:pt x="90" y="106"/>
                  <a:pt x="102" y="112"/>
                  <a:pt x="109" y="120"/>
                </a:cubicBezTo>
                <a:cubicBezTo>
                  <a:pt x="109" y="17"/>
                  <a:pt x="109" y="17"/>
                  <a:pt x="109" y="17"/>
                </a:cubicBezTo>
                <a:cubicBezTo>
                  <a:pt x="109" y="8"/>
                  <a:pt x="101" y="0"/>
                  <a:pt x="92" y="0"/>
                </a:cubicBezTo>
                <a:close/>
                <a:moveTo>
                  <a:pt x="79" y="74"/>
                </a:moveTo>
                <a:cubicBezTo>
                  <a:pt x="79" y="79"/>
                  <a:pt x="75" y="83"/>
                  <a:pt x="70" y="83"/>
                </a:cubicBezTo>
                <a:cubicBezTo>
                  <a:pt x="20" y="83"/>
                  <a:pt x="20" y="83"/>
                  <a:pt x="20" y="83"/>
                </a:cubicBezTo>
                <a:cubicBezTo>
                  <a:pt x="15" y="83"/>
                  <a:pt x="11" y="79"/>
                  <a:pt x="11" y="74"/>
                </a:cubicBezTo>
                <a:cubicBezTo>
                  <a:pt x="11" y="24"/>
                  <a:pt x="11" y="24"/>
                  <a:pt x="11" y="24"/>
                </a:cubicBezTo>
                <a:cubicBezTo>
                  <a:pt x="11" y="19"/>
                  <a:pt x="15" y="15"/>
                  <a:pt x="20" y="15"/>
                </a:cubicBezTo>
                <a:cubicBezTo>
                  <a:pt x="70" y="15"/>
                  <a:pt x="70" y="15"/>
                  <a:pt x="70" y="15"/>
                </a:cubicBezTo>
                <a:cubicBezTo>
                  <a:pt x="75" y="15"/>
                  <a:pt x="79" y="19"/>
                  <a:pt x="79" y="24"/>
                </a:cubicBezTo>
                <a:lnTo>
                  <a:pt x="79" y="74"/>
                </a:lnTo>
                <a:close/>
              </a:path>
            </a:pathLst>
          </a:custGeom>
          <a:solidFill>
            <a:srgbClr val="E266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9" name="Freeform 35"/>
          <p:cNvSpPr>
            <a:spLocks noEditPoints="1"/>
          </p:cNvSpPr>
          <p:nvPr/>
        </p:nvSpPr>
        <p:spPr bwMode="auto">
          <a:xfrm>
            <a:off x="4743450" y="6259513"/>
            <a:ext cx="338137" cy="344487"/>
          </a:xfrm>
          <a:custGeom>
            <a:avLst/>
            <a:gdLst>
              <a:gd name="T0" fmla="*/ 31 w 62"/>
              <a:gd name="T1" fmla="*/ 0 h 63"/>
              <a:gd name="T2" fmla="*/ 0 w 62"/>
              <a:gd name="T3" fmla="*/ 32 h 63"/>
              <a:gd name="T4" fmla="*/ 31 w 62"/>
              <a:gd name="T5" fmla="*/ 63 h 63"/>
              <a:gd name="T6" fmla="*/ 62 w 62"/>
              <a:gd name="T7" fmla="*/ 32 h 63"/>
              <a:gd name="T8" fmla="*/ 31 w 62"/>
              <a:gd name="T9" fmla="*/ 0 h 63"/>
              <a:gd name="T10" fmla="*/ 31 w 62"/>
              <a:gd name="T11" fmla="*/ 46 h 63"/>
              <a:gd name="T12" fmla="*/ 17 w 62"/>
              <a:gd name="T13" fmla="*/ 32 h 63"/>
              <a:gd name="T14" fmla="*/ 31 w 62"/>
              <a:gd name="T15" fmla="*/ 17 h 63"/>
              <a:gd name="T16" fmla="*/ 45 w 62"/>
              <a:gd name="T17" fmla="*/ 32 h 63"/>
              <a:gd name="T18" fmla="*/ 31 w 62"/>
              <a:gd name="T19" fmla="*/ 4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63">
                <a:moveTo>
                  <a:pt x="31" y="0"/>
                </a:moveTo>
                <a:cubicBezTo>
                  <a:pt x="14" y="0"/>
                  <a:pt x="0" y="14"/>
                  <a:pt x="0" y="32"/>
                </a:cubicBezTo>
                <a:cubicBezTo>
                  <a:pt x="0" y="49"/>
                  <a:pt x="14" y="63"/>
                  <a:pt x="31" y="63"/>
                </a:cubicBezTo>
                <a:cubicBezTo>
                  <a:pt x="48" y="63"/>
                  <a:pt x="62" y="49"/>
                  <a:pt x="62" y="32"/>
                </a:cubicBezTo>
                <a:cubicBezTo>
                  <a:pt x="62" y="14"/>
                  <a:pt x="48" y="0"/>
                  <a:pt x="31" y="0"/>
                </a:cubicBezTo>
                <a:close/>
                <a:moveTo>
                  <a:pt x="31" y="46"/>
                </a:moveTo>
                <a:cubicBezTo>
                  <a:pt x="23" y="46"/>
                  <a:pt x="17" y="40"/>
                  <a:pt x="17" y="32"/>
                </a:cubicBezTo>
                <a:cubicBezTo>
                  <a:pt x="17" y="24"/>
                  <a:pt x="23" y="17"/>
                  <a:pt x="31" y="17"/>
                </a:cubicBezTo>
                <a:cubicBezTo>
                  <a:pt x="39" y="17"/>
                  <a:pt x="45" y="24"/>
                  <a:pt x="45" y="32"/>
                </a:cubicBezTo>
                <a:cubicBezTo>
                  <a:pt x="45" y="40"/>
                  <a:pt x="39" y="46"/>
                  <a:pt x="31" y="46"/>
                </a:cubicBezTo>
                <a:close/>
              </a:path>
            </a:pathLst>
          </a:custGeom>
          <a:solidFill>
            <a:srgbClr val="EA97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0" name="Freeform 36"/>
          <p:cNvSpPr>
            <a:spLocks noEditPoints="1"/>
          </p:cNvSpPr>
          <p:nvPr/>
        </p:nvSpPr>
        <p:spPr bwMode="auto">
          <a:xfrm>
            <a:off x="5557838" y="6259513"/>
            <a:ext cx="344487" cy="344487"/>
          </a:xfrm>
          <a:custGeom>
            <a:avLst/>
            <a:gdLst>
              <a:gd name="T0" fmla="*/ 31 w 63"/>
              <a:gd name="T1" fmla="*/ 0 h 63"/>
              <a:gd name="T2" fmla="*/ 0 w 63"/>
              <a:gd name="T3" fmla="*/ 32 h 63"/>
              <a:gd name="T4" fmla="*/ 31 w 63"/>
              <a:gd name="T5" fmla="*/ 63 h 63"/>
              <a:gd name="T6" fmla="*/ 63 w 63"/>
              <a:gd name="T7" fmla="*/ 32 h 63"/>
              <a:gd name="T8" fmla="*/ 31 w 63"/>
              <a:gd name="T9" fmla="*/ 0 h 63"/>
              <a:gd name="T10" fmla="*/ 31 w 63"/>
              <a:gd name="T11" fmla="*/ 46 h 63"/>
              <a:gd name="T12" fmla="*/ 17 w 63"/>
              <a:gd name="T13" fmla="*/ 32 h 63"/>
              <a:gd name="T14" fmla="*/ 31 w 63"/>
              <a:gd name="T15" fmla="*/ 17 h 63"/>
              <a:gd name="T16" fmla="*/ 46 w 63"/>
              <a:gd name="T17" fmla="*/ 32 h 63"/>
              <a:gd name="T18" fmla="*/ 31 w 63"/>
              <a:gd name="T19" fmla="*/ 4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3" h="63">
                <a:moveTo>
                  <a:pt x="31" y="0"/>
                </a:moveTo>
                <a:cubicBezTo>
                  <a:pt x="14" y="0"/>
                  <a:pt x="0" y="14"/>
                  <a:pt x="0" y="32"/>
                </a:cubicBezTo>
                <a:cubicBezTo>
                  <a:pt x="0" y="49"/>
                  <a:pt x="14" y="63"/>
                  <a:pt x="31" y="63"/>
                </a:cubicBezTo>
                <a:cubicBezTo>
                  <a:pt x="49" y="63"/>
                  <a:pt x="63" y="49"/>
                  <a:pt x="63" y="32"/>
                </a:cubicBezTo>
                <a:cubicBezTo>
                  <a:pt x="63" y="14"/>
                  <a:pt x="49" y="0"/>
                  <a:pt x="31" y="0"/>
                </a:cubicBezTo>
                <a:close/>
                <a:moveTo>
                  <a:pt x="31" y="46"/>
                </a:moveTo>
                <a:cubicBezTo>
                  <a:pt x="24" y="46"/>
                  <a:pt x="17" y="40"/>
                  <a:pt x="17" y="32"/>
                </a:cubicBezTo>
                <a:cubicBezTo>
                  <a:pt x="17" y="24"/>
                  <a:pt x="24" y="17"/>
                  <a:pt x="31" y="17"/>
                </a:cubicBezTo>
                <a:cubicBezTo>
                  <a:pt x="40" y="17"/>
                  <a:pt x="46" y="24"/>
                  <a:pt x="46" y="32"/>
                </a:cubicBezTo>
                <a:cubicBezTo>
                  <a:pt x="46" y="40"/>
                  <a:pt x="40" y="46"/>
                  <a:pt x="31" y="46"/>
                </a:cubicBezTo>
                <a:close/>
              </a:path>
            </a:pathLst>
          </a:custGeom>
          <a:solidFill>
            <a:srgbClr val="EA97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1" name="Freeform 37"/>
          <p:cNvSpPr>
            <a:spLocks noEditPoints="1"/>
          </p:cNvSpPr>
          <p:nvPr/>
        </p:nvSpPr>
        <p:spPr bwMode="auto">
          <a:xfrm>
            <a:off x="5951538" y="6259513"/>
            <a:ext cx="339725" cy="344487"/>
          </a:xfrm>
          <a:custGeom>
            <a:avLst/>
            <a:gdLst>
              <a:gd name="T0" fmla="*/ 31 w 62"/>
              <a:gd name="T1" fmla="*/ 0 h 63"/>
              <a:gd name="T2" fmla="*/ 0 w 62"/>
              <a:gd name="T3" fmla="*/ 32 h 63"/>
              <a:gd name="T4" fmla="*/ 31 w 62"/>
              <a:gd name="T5" fmla="*/ 63 h 63"/>
              <a:gd name="T6" fmla="*/ 62 w 62"/>
              <a:gd name="T7" fmla="*/ 32 h 63"/>
              <a:gd name="T8" fmla="*/ 31 w 62"/>
              <a:gd name="T9" fmla="*/ 0 h 63"/>
              <a:gd name="T10" fmla="*/ 31 w 62"/>
              <a:gd name="T11" fmla="*/ 46 h 63"/>
              <a:gd name="T12" fmla="*/ 16 w 62"/>
              <a:gd name="T13" fmla="*/ 32 h 63"/>
              <a:gd name="T14" fmla="*/ 31 w 62"/>
              <a:gd name="T15" fmla="*/ 17 h 63"/>
              <a:gd name="T16" fmla="*/ 45 w 62"/>
              <a:gd name="T17" fmla="*/ 32 h 63"/>
              <a:gd name="T18" fmla="*/ 31 w 62"/>
              <a:gd name="T19" fmla="*/ 4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63">
                <a:moveTo>
                  <a:pt x="31" y="0"/>
                </a:moveTo>
                <a:cubicBezTo>
                  <a:pt x="14" y="0"/>
                  <a:pt x="0" y="14"/>
                  <a:pt x="0" y="32"/>
                </a:cubicBezTo>
                <a:cubicBezTo>
                  <a:pt x="0" y="49"/>
                  <a:pt x="14" y="63"/>
                  <a:pt x="31" y="63"/>
                </a:cubicBezTo>
                <a:cubicBezTo>
                  <a:pt x="48" y="63"/>
                  <a:pt x="62" y="49"/>
                  <a:pt x="62" y="32"/>
                </a:cubicBezTo>
                <a:cubicBezTo>
                  <a:pt x="62" y="14"/>
                  <a:pt x="48" y="0"/>
                  <a:pt x="31" y="0"/>
                </a:cubicBezTo>
                <a:close/>
                <a:moveTo>
                  <a:pt x="31" y="46"/>
                </a:moveTo>
                <a:cubicBezTo>
                  <a:pt x="23" y="46"/>
                  <a:pt x="16" y="40"/>
                  <a:pt x="16" y="32"/>
                </a:cubicBezTo>
                <a:cubicBezTo>
                  <a:pt x="16" y="24"/>
                  <a:pt x="23" y="17"/>
                  <a:pt x="31" y="17"/>
                </a:cubicBezTo>
                <a:cubicBezTo>
                  <a:pt x="39" y="17"/>
                  <a:pt x="45" y="24"/>
                  <a:pt x="45" y="32"/>
                </a:cubicBezTo>
                <a:cubicBezTo>
                  <a:pt x="45" y="40"/>
                  <a:pt x="39" y="46"/>
                  <a:pt x="31" y="46"/>
                </a:cubicBezTo>
                <a:close/>
              </a:path>
            </a:pathLst>
          </a:custGeom>
          <a:solidFill>
            <a:srgbClr val="EA97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2" name="Freeform 38"/>
          <p:cNvSpPr>
            <a:spLocks/>
          </p:cNvSpPr>
          <p:nvPr/>
        </p:nvSpPr>
        <p:spPr bwMode="auto">
          <a:xfrm>
            <a:off x="5157788" y="5275263"/>
            <a:ext cx="1384300" cy="946150"/>
          </a:xfrm>
          <a:custGeom>
            <a:avLst/>
            <a:gdLst>
              <a:gd name="T0" fmla="*/ 235 w 253"/>
              <a:gd name="T1" fmla="*/ 0 h 173"/>
              <a:gd name="T2" fmla="*/ 18 w 253"/>
              <a:gd name="T3" fmla="*/ 0 h 173"/>
              <a:gd name="T4" fmla="*/ 0 w 253"/>
              <a:gd name="T5" fmla="*/ 18 h 173"/>
              <a:gd name="T6" fmla="*/ 0 w 253"/>
              <a:gd name="T7" fmla="*/ 155 h 173"/>
              <a:gd name="T8" fmla="*/ 18 w 253"/>
              <a:gd name="T9" fmla="*/ 173 h 173"/>
              <a:gd name="T10" fmla="*/ 235 w 253"/>
              <a:gd name="T11" fmla="*/ 173 h 173"/>
              <a:gd name="T12" fmla="*/ 253 w 253"/>
              <a:gd name="T13" fmla="*/ 155 h 173"/>
              <a:gd name="T14" fmla="*/ 253 w 253"/>
              <a:gd name="T15" fmla="*/ 18 h 173"/>
              <a:gd name="T16" fmla="*/ 235 w 253"/>
              <a:gd name="T1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3" h="173">
                <a:moveTo>
                  <a:pt x="235" y="0"/>
                </a:moveTo>
                <a:cubicBezTo>
                  <a:pt x="18" y="0"/>
                  <a:pt x="18" y="0"/>
                  <a:pt x="18" y="0"/>
                </a:cubicBezTo>
                <a:cubicBezTo>
                  <a:pt x="8" y="0"/>
                  <a:pt x="0" y="8"/>
                  <a:pt x="0" y="18"/>
                </a:cubicBezTo>
                <a:cubicBezTo>
                  <a:pt x="0" y="155"/>
                  <a:pt x="0" y="155"/>
                  <a:pt x="0" y="155"/>
                </a:cubicBezTo>
                <a:cubicBezTo>
                  <a:pt x="0" y="165"/>
                  <a:pt x="8" y="173"/>
                  <a:pt x="18" y="173"/>
                </a:cubicBezTo>
                <a:cubicBezTo>
                  <a:pt x="235" y="173"/>
                  <a:pt x="235" y="173"/>
                  <a:pt x="235" y="173"/>
                </a:cubicBezTo>
                <a:cubicBezTo>
                  <a:pt x="245" y="173"/>
                  <a:pt x="253" y="165"/>
                  <a:pt x="253" y="155"/>
                </a:cubicBezTo>
                <a:cubicBezTo>
                  <a:pt x="253" y="18"/>
                  <a:pt x="253" y="18"/>
                  <a:pt x="253" y="18"/>
                </a:cubicBezTo>
                <a:cubicBezTo>
                  <a:pt x="253" y="8"/>
                  <a:pt x="245" y="0"/>
                  <a:pt x="235" y="0"/>
                </a:cubicBezTo>
                <a:close/>
              </a:path>
            </a:pathLst>
          </a:custGeom>
          <a:solidFill>
            <a:srgbClr val="EA97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3" name="Freeform 39"/>
          <p:cNvSpPr>
            <a:spLocks noEditPoints="1"/>
          </p:cNvSpPr>
          <p:nvPr/>
        </p:nvSpPr>
        <p:spPr bwMode="auto">
          <a:xfrm>
            <a:off x="4486276" y="5624513"/>
            <a:ext cx="595312" cy="782637"/>
          </a:xfrm>
          <a:custGeom>
            <a:avLst/>
            <a:gdLst>
              <a:gd name="T0" fmla="*/ 92 w 109"/>
              <a:gd name="T1" fmla="*/ 0 h 143"/>
              <a:gd name="T2" fmla="*/ 18 w 109"/>
              <a:gd name="T3" fmla="*/ 0 h 143"/>
              <a:gd name="T4" fmla="*/ 0 w 109"/>
              <a:gd name="T5" fmla="*/ 17 h 143"/>
              <a:gd name="T6" fmla="*/ 0 w 109"/>
              <a:gd name="T7" fmla="*/ 125 h 143"/>
              <a:gd name="T8" fmla="*/ 18 w 109"/>
              <a:gd name="T9" fmla="*/ 143 h 143"/>
              <a:gd name="T10" fmla="*/ 37 w 109"/>
              <a:gd name="T11" fmla="*/ 143 h 143"/>
              <a:gd name="T12" fmla="*/ 78 w 109"/>
              <a:gd name="T13" fmla="*/ 106 h 143"/>
              <a:gd name="T14" fmla="*/ 109 w 109"/>
              <a:gd name="T15" fmla="*/ 120 h 143"/>
              <a:gd name="T16" fmla="*/ 109 w 109"/>
              <a:gd name="T17" fmla="*/ 17 h 143"/>
              <a:gd name="T18" fmla="*/ 92 w 109"/>
              <a:gd name="T19" fmla="*/ 0 h 143"/>
              <a:gd name="T20" fmla="*/ 79 w 109"/>
              <a:gd name="T21" fmla="*/ 74 h 143"/>
              <a:gd name="T22" fmla="*/ 70 w 109"/>
              <a:gd name="T23" fmla="*/ 83 h 143"/>
              <a:gd name="T24" fmla="*/ 20 w 109"/>
              <a:gd name="T25" fmla="*/ 83 h 143"/>
              <a:gd name="T26" fmla="*/ 11 w 109"/>
              <a:gd name="T27" fmla="*/ 74 h 143"/>
              <a:gd name="T28" fmla="*/ 11 w 109"/>
              <a:gd name="T29" fmla="*/ 24 h 143"/>
              <a:gd name="T30" fmla="*/ 20 w 109"/>
              <a:gd name="T31" fmla="*/ 15 h 143"/>
              <a:gd name="T32" fmla="*/ 70 w 109"/>
              <a:gd name="T33" fmla="*/ 15 h 143"/>
              <a:gd name="T34" fmla="*/ 79 w 109"/>
              <a:gd name="T35" fmla="*/ 24 h 143"/>
              <a:gd name="T36" fmla="*/ 79 w 109"/>
              <a:gd name="T37" fmla="*/ 74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9" h="143">
                <a:moveTo>
                  <a:pt x="92" y="0"/>
                </a:moveTo>
                <a:cubicBezTo>
                  <a:pt x="18" y="0"/>
                  <a:pt x="18" y="0"/>
                  <a:pt x="18" y="0"/>
                </a:cubicBezTo>
                <a:cubicBezTo>
                  <a:pt x="8" y="0"/>
                  <a:pt x="0" y="7"/>
                  <a:pt x="0" y="17"/>
                </a:cubicBezTo>
                <a:cubicBezTo>
                  <a:pt x="0" y="125"/>
                  <a:pt x="0" y="125"/>
                  <a:pt x="0" y="125"/>
                </a:cubicBezTo>
                <a:cubicBezTo>
                  <a:pt x="0" y="135"/>
                  <a:pt x="8" y="143"/>
                  <a:pt x="18" y="143"/>
                </a:cubicBezTo>
                <a:cubicBezTo>
                  <a:pt x="37" y="143"/>
                  <a:pt x="37" y="143"/>
                  <a:pt x="37" y="143"/>
                </a:cubicBezTo>
                <a:cubicBezTo>
                  <a:pt x="39" y="122"/>
                  <a:pt x="57" y="106"/>
                  <a:pt x="78" y="106"/>
                </a:cubicBezTo>
                <a:cubicBezTo>
                  <a:pt x="90" y="106"/>
                  <a:pt x="102" y="111"/>
                  <a:pt x="109" y="120"/>
                </a:cubicBezTo>
                <a:cubicBezTo>
                  <a:pt x="109" y="17"/>
                  <a:pt x="109" y="17"/>
                  <a:pt x="109" y="17"/>
                </a:cubicBezTo>
                <a:cubicBezTo>
                  <a:pt x="109" y="7"/>
                  <a:pt x="101" y="0"/>
                  <a:pt x="92" y="0"/>
                </a:cubicBezTo>
                <a:close/>
                <a:moveTo>
                  <a:pt x="79" y="74"/>
                </a:moveTo>
                <a:cubicBezTo>
                  <a:pt x="79" y="79"/>
                  <a:pt x="75" y="83"/>
                  <a:pt x="70" y="83"/>
                </a:cubicBezTo>
                <a:cubicBezTo>
                  <a:pt x="20" y="83"/>
                  <a:pt x="20" y="83"/>
                  <a:pt x="20" y="83"/>
                </a:cubicBezTo>
                <a:cubicBezTo>
                  <a:pt x="15" y="83"/>
                  <a:pt x="11" y="79"/>
                  <a:pt x="11" y="74"/>
                </a:cubicBezTo>
                <a:cubicBezTo>
                  <a:pt x="11" y="24"/>
                  <a:pt x="11" y="24"/>
                  <a:pt x="11" y="24"/>
                </a:cubicBezTo>
                <a:cubicBezTo>
                  <a:pt x="11" y="19"/>
                  <a:pt x="15" y="15"/>
                  <a:pt x="20" y="15"/>
                </a:cubicBezTo>
                <a:cubicBezTo>
                  <a:pt x="70" y="15"/>
                  <a:pt x="70" y="15"/>
                  <a:pt x="70" y="15"/>
                </a:cubicBezTo>
                <a:cubicBezTo>
                  <a:pt x="75" y="15"/>
                  <a:pt x="79" y="19"/>
                  <a:pt x="79" y="24"/>
                </a:cubicBezTo>
                <a:lnTo>
                  <a:pt x="79" y="74"/>
                </a:lnTo>
                <a:close/>
              </a:path>
            </a:pathLst>
          </a:custGeom>
          <a:solidFill>
            <a:srgbClr val="EA97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7" name="文本框 1386"/>
          <p:cNvSpPr txBox="1"/>
          <p:nvPr/>
        </p:nvSpPr>
        <p:spPr>
          <a:xfrm>
            <a:off x="8544856" y="989112"/>
            <a:ext cx="1306768" cy="923330"/>
          </a:xfrm>
          <a:prstGeom prst="rect">
            <a:avLst/>
          </a:prstGeom>
          <a:noFill/>
        </p:spPr>
        <p:txBody>
          <a:bodyPr wrap="none" rtlCol="0">
            <a:spAutoFit/>
          </a:bodyPr>
          <a:lstStyle/>
          <a:p>
            <a:r>
              <a:rPr lang="en-US" altLang="zh-CN" sz="5400" dirty="0">
                <a:solidFill>
                  <a:prstClr val="white"/>
                </a:solidFill>
                <a:latin typeface="Impact" panose="020B0806030902050204" pitchFamily="34" charset="0"/>
              </a:rPr>
              <a:t>70%</a:t>
            </a:r>
            <a:endParaRPr lang="zh-CN" altLang="en-US" sz="5400" dirty="0">
              <a:solidFill>
                <a:prstClr val="white"/>
              </a:solidFill>
              <a:latin typeface="Impact" panose="020B0806030902050204" pitchFamily="34" charset="0"/>
            </a:endParaRPr>
          </a:p>
        </p:txBody>
      </p:sp>
      <p:sp>
        <p:nvSpPr>
          <p:cNvPr id="1388" name="文本框 1387"/>
          <p:cNvSpPr txBox="1"/>
          <p:nvPr/>
        </p:nvSpPr>
        <p:spPr>
          <a:xfrm>
            <a:off x="7371538" y="2429688"/>
            <a:ext cx="1410964" cy="923330"/>
          </a:xfrm>
          <a:prstGeom prst="rect">
            <a:avLst/>
          </a:prstGeom>
          <a:noFill/>
        </p:spPr>
        <p:txBody>
          <a:bodyPr wrap="none" rtlCol="0">
            <a:spAutoFit/>
          </a:bodyPr>
          <a:lstStyle/>
          <a:p>
            <a:r>
              <a:rPr lang="en-US" altLang="zh-CN" sz="5400" dirty="0">
                <a:solidFill>
                  <a:prstClr val="white"/>
                </a:solidFill>
                <a:latin typeface="Impact" panose="020B0806030902050204" pitchFamily="34" charset="0"/>
              </a:rPr>
              <a:t>56%</a:t>
            </a:r>
            <a:endParaRPr lang="zh-CN" altLang="en-US" sz="5400" dirty="0">
              <a:solidFill>
                <a:prstClr val="white"/>
              </a:solidFill>
              <a:latin typeface="Impact" panose="020B0806030902050204" pitchFamily="34" charset="0"/>
            </a:endParaRPr>
          </a:p>
        </p:txBody>
      </p:sp>
      <p:sp>
        <p:nvSpPr>
          <p:cNvPr id="1389" name="文本框 1388"/>
          <p:cNvSpPr txBox="1"/>
          <p:nvPr/>
        </p:nvSpPr>
        <p:spPr>
          <a:xfrm>
            <a:off x="6316877" y="3869333"/>
            <a:ext cx="1382110" cy="923330"/>
          </a:xfrm>
          <a:prstGeom prst="rect">
            <a:avLst/>
          </a:prstGeom>
          <a:noFill/>
        </p:spPr>
        <p:txBody>
          <a:bodyPr wrap="none" rtlCol="0">
            <a:spAutoFit/>
          </a:bodyPr>
          <a:lstStyle/>
          <a:p>
            <a:r>
              <a:rPr lang="en-US" altLang="zh-CN" sz="5400" dirty="0">
                <a:solidFill>
                  <a:prstClr val="white"/>
                </a:solidFill>
                <a:latin typeface="Impact" panose="020B0806030902050204" pitchFamily="34" charset="0"/>
              </a:rPr>
              <a:t>28%</a:t>
            </a:r>
            <a:endParaRPr lang="zh-CN" altLang="en-US" sz="5400" dirty="0">
              <a:solidFill>
                <a:prstClr val="white"/>
              </a:solidFill>
              <a:latin typeface="Impact" panose="020B0806030902050204" pitchFamily="34" charset="0"/>
            </a:endParaRPr>
          </a:p>
        </p:txBody>
      </p:sp>
      <p:sp>
        <p:nvSpPr>
          <p:cNvPr id="1390" name="文本框 1389"/>
          <p:cNvSpPr txBox="1"/>
          <p:nvPr/>
        </p:nvSpPr>
        <p:spPr>
          <a:xfrm>
            <a:off x="5207276" y="5308694"/>
            <a:ext cx="1300356" cy="923330"/>
          </a:xfrm>
          <a:prstGeom prst="rect">
            <a:avLst/>
          </a:prstGeom>
          <a:noFill/>
        </p:spPr>
        <p:txBody>
          <a:bodyPr wrap="none" rtlCol="0">
            <a:spAutoFit/>
          </a:bodyPr>
          <a:lstStyle/>
          <a:p>
            <a:r>
              <a:rPr lang="en-US" altLang="zh-CN" sz="5400" dirty="0">
                <a:solidFill>
                  <a:prstClr val="white"/>
                </a:solidFill>
                <a:latin typeface="Impact" panose="020B0806030902050204" pitchFamily="34" charset="0"/>
              </a:rPr>
              <a:t>15%</a:t>
            </a:r>
            <a:endParaRPr lang="zh-CN" altLang="en-US" sz="5400" dirty="0">
              <a:solidFill>
                <a:prstClr val="white"/>
              </a:solidFill>
              <a:latin typeface="Impact" panose="020B0806030902050204" pitchFamily="34" charset="0"/>
            </a:endParaRPr>
          </a:p>
        </p:txBody>
      </p:sp>
      <p:sp>
        <p:nvSpPr>
          <p:cNvPr id="1391" name="Freeform 60"/>
          <p:cNvSpPr>
            <a:spLocks/>
          </p:cNvSpPr>
          <p:nvPr/>
        </p:nvSpPr>
        <p:spPr bwMode="auto">
          <a:xfrm>
            <a:off x="783743" y="4178505"/>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2" name="文本框 1391"/>
          <p:cNvSpPr txBox="1"/>
          <p:nvPr/>
        </p:nvSpPr>
        <p:spPr>
          <a:xfrm>
            <a:off x="716896" y="4978106"/>
            <a:ext cx="3726924" cy="1421928"/>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右图为图形组合而成；</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不是很精确；</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可以参考精确图表设计；</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可以辅助文字加以说明。</a:t>
            </a:r>
            <a:endParaRPr lang="en-US" altLang="zh-CN" dirty="0">
              <a:solidFill>
                <a:prstClr val="black">
                  <a:lumMod val="65000"/>
                  <a:lumOff val="35000"/>
                </a:prstClr>
              </a:solidFill>
              <a:latin typeface="微软雅黑" panose="020B0503020204020204" pitchFamily="34" charset="-122"/>
            </a:endParaRPr>
          </a:p>
        </p:txBody>
      </p:sp>
      <p:sp>
        <p:nvSpPr>
          <p:cNvPr id="1393" name="圆角矩形 1392"/>
          <p:cNvSpPr/>
          <p:nvPr/>
        </p:nvSpPr>
        <p:spPr>
          <a:xfrm>
            <a:off x="1451435" y="4337790"/>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1394" name="等腰三角形 1393"/>
          <p:cNvSpPr/>
          <p:nvPr/>
        </p:nvSpPr>
        <p:spPr>
          <a:xfrm rot="16200000">
            <a:off x="1376803" y="4405334"/>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36" name="矩形 39"/>
          <p:cNvSpPr/>
          <p:nvPr/>
        </p:nvSpPr>
        <p:spPr>
          <a:xfrm>
            <a:off x="0" y="203088"/>
            <a:ext cx="1620957" cy="523220"/>
          </a:xfrm>
          <a:prstGeom prst="rect">
            <a:avLst/>
          </a:prstGeom>
          <a:noFill/>
        </p:spPr>
        <p:txBody>
          <a:bodyPr wrap="none" rtlCol="0">
            <a:spAutoFit/>
          </a:bodyPr>
          <a:lstStyle/>
          <a:p>
            <a:r>
              <a:rPr lang="zh-CN" altLang="en-US" sz="2800" b="1">
                <a:solidFill>
                  <a:schemeClr val="tx1">
                    <a:lumMod val="65000"/>
                    <a:lumOff val="35000"/>
                  </a:schemeClr>
                </a:solidFill>
              </a:rPr>
              <a:t>其他图表</a:t>
            </a:r>
          </a:p>
        </p:txBody>
      </p:sp>
    </p:spTree>
    <p:extLst>
      <p:ext uri="{BB962C8B-B14F-4D97-AF65-F5344CB8AC3E}">
        <p14:creationId xmlns:p14="http://schemas.microsoft.com/office/powerpoint/2010/main" val="810662187"/>
      </p:ext>
    </p:extLst>
  </p:cSld>
  <p:clrMapOvr>
    <a:masterClrMapping/>
  </p:clrMapOvr>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6" name="组合 35"/>
          <p:cNvGrpSpPr/>
          <p:nvPr/>
        </p:nvGrpSpPr>
        <p:grpSpPr>
          <a:xfrm>
            <a:off x="3385005" y="2489212"/>
            <a:ext cx="5495016" cy="622327"/>
            <a:chOff x="2349267" y="1292179"/>
            <a:chExt cx="5495016" cy="622327"/>
          </a:xfrm>
          <a:solidFill>
            <a:srgbClr val="548C9D"/>
          </a:solidFill>
        </p:grpSpPr>
        <p:grpSp>
          <p:nvGrpSpPr>
            <p:cNvPr id="37" name="组合 36"/>
            <p:cNvGrpSpPr/>
            <p:nvPr/>
          </p:nvGrpSpPr>
          <p:grpSpPr>
            <a:xfrm>
              <a:off x="2349267" y="1292179"/>
              <a:ext cx="245286" cy="622327"/>
              <a:chOff x="4294188" y="3405188"/>
              <a:chExt cx="555625" cy="1409700"/>
            </a:xfrm>
            <a:grpFill/>
          </p:grpSpPr>
          <p:sp>
            <p:nvSpPr>
              <p:cNvPr id="102"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8" name="组合 37"/>
            <p:cNvGrpSpPr/>
            <p:nvPr/>
          </p:nvGrpSpPr>
          <p:grpSpPr>
            <a:xfrm>
              <a:off x="2625929" y="1292179"/>
              <a:ext cx="245286" cy="622327"/>
              <a:chOff x="4294188" y="3405188"/>
              <a:chExt cx="555625" cy="1409700"/>
            </a:xfrm>
            <a:grpFill/>
          </p:grpSpPr>
          <p:sp>
            <p:nvSpPr>
              <p:cNvPr id="100"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9" name="组合 38"/>
            <p:cNvGrpSpPr/>
            <p:nvPr/>
          </p:nvGrpSpPr>
          <p:grpSpPr>
            <a:xfrm>
              <a:off x="2902591" y="1292179"/>
              <a:ext cx="245286" cy="622327"/>
              <a:chOff x="4294188" y="3405188"/>
              <a:chExt cx="555625" cy="1409700"/>
            </a:xfrm>
            <a:grpFill/>
          </p:grpSpPr>
          <p:sp>
            <p:nvSpPr>
              <p:cNvPr id="98"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40" name="组合 39"/>
            <p:cNvGrpSpPr/>
            <p:nvPr/>
          </p:nvGrpSpPr>
          <p:grpSpPr>
            <a:xfrm>
              <a:off x="3179253" y="1292179"/>
              <a:ext cx="245286" cy="622327"/>
              <a:chOff x="4294188" y="3405188"/>
              <a:chExt cx="555625" cy="1409700"/>
            </a:xfrm>
            <a:grpFill/>
          </p:grpSpPr>
          <p:sp>
            <p:nvSpPr>
              <p:cNvPr id="96"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41" name="组合 40"/>
            <p:cNvGrpSpPr/>
            <p:nvPr/>
          </p:nvGrpSpPr>
          <p:grpSpPr>
            <a:xfrm>
              <a:off x="3455915" y="1292179"/>
              <a:ext cx="245286" cy="622327"/>
              <a:chOff x="4294188" y="3405188"/>
              <a:chExt cx="555625" cy="1409700"/>
            </a:xfrm>
            <a:grpFill/>
          </p:grpSpPr>
          <p:sp>
            <p:nvSpPr>
              <p:cNvPr id="94"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42" name="组合 41"/>
            <p:cNvGrpSpPr/>
            <p:nvPr/>
          </p:nvGrpSpPr>
          <p:grpSpPr>
            <a:xfrm>
              <a:off x="3732577" y="1292179"/>
              <a:ext cx="245286" cy="622327"/>
              <a:chOff x="4294188" y="3405188"/>
              <a:chExt cx="555625" cy="1409700"/>
            </a:xfrm>
            <a:grpFill/>
          </p:grpSpPr>
          <p:sp>
            <p:nvSpPr>
              <p:cNvPr id="92"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43" name="组合 42"/>
            <p:cNvGrpSpPr/>
            <p:nvPr/>
          </p:nvGrpSpPr>
          <p:grpSpPr>
            <a:xfrm>
              <a:off x="4285901" y="1292179"/>
              <a:ext cx="245286" cy="622327"/>
              <a:chOff x="4294188" y="3405188"/>
              <a:chExt cx="555625" cy="1409700"/>
            </a:xfrm>
            <a:grpFill/>
          </p:grpSpPr>
          <p:sp>
            <p:nvSpPr>
              <p:cNvPr id="90"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1"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44" name="组合 43"/>
            <p:cNvGrpSpPr/>
            <p:nvPr/>
          </p:nvGrpSpPr>
          <p:grpSpPr>
            <a:xfrm>
              <a:off x="4562563" y="1292179"/>
              <a:ext cx="245286" cy="622327"/>
              <a:chOff x="4294188" y="3405188"/>
              <a:chExt cx="555625" cy="1409700"/>
            </a:xfrm>
            <a:grpFill/>
          </p:grpSpPr>
          <p:sp>
            <p:nvSpPr>
              <p:cNvPr id="88"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45" name="组合 44"/>
            <p:cNvGrpSpPr/>
            <p:nvPr/>
          </p:nvGrpSpPr>
          <p:grpSpPr>
            <a:xfrm>
              <a:off x="4009239" y="1292179"/>
              <a:ext cx="245286" cy="622327"/>
              <a:chOff x="4294188" y="3405188"/>
              <a:chExt cx="555625" cy="1409700"/>
            </a:xfrm>
            <a:grpFill/>
          </p:grpSpPr>
          <p:sp>
            <p:nvSpPr>
              <p:cNvPr id="80"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46" name="组合 45"/>
            <p:cNvGrpSpPr/>
            <p:nvPr/>
          </p:nvGrpSpPr>
          <p:grpSpPr>
            <a:xfrm>
              <a:off x="4839225" y="1292179"/>
              <a:ext cx="245286" cy="622327"/>
              <a:chOff x="4294188" y="3405188"/>
              <a:chExt cx="555625" cy="1409700"/>
            </a:xfrm>
            <a:grpFill/>
          </p:grpSpPr>
          <p:sp>
            <p:nvSpPr>
              <p:cNvPr id="78"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47" name="组合 46"/>
            <p:cNvGrpSpPr/>
            <p:nvPr/>
          </p:nvGrpSpPr>
          <p:grpSpPr>
            <a:xfrm>
              <a:off x="5115887" y="1292179"/>
              <a:ext cx="245286" cy="622327"/>
              <a:chOff x="4294188" y="3405188"/>
              <a:chExt cx="555625" cy="1409700"/>
            </a:xfrm>
            <a:grpFill/>
          </p:grpSpPr>
          <p:sp>
            <p:nvSpPr>
              <p:cNvPr id="76"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48" name="组合 47"/>
            <p:cNvGrpSpPr/>
            <p:nvPr/>
          </p:nvGrpSpPr>
          <p:grpSpPr>
            <a:xfrm>
              <a:off x="5392549" y="1292179"/>
              <a:ext cx="245286" cy="622327"/>
              <a:chOff x="4294188" y="3405188"/>
              <a:chExt cx="555625" cy="1409700"/>
            </a:xfrm>
            <a:grpFill/>
          </p:grpSpPr>
          <p:sp>
            <p:nvSpPr>
              <p:cNvPr id="74"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49" name="组合 48"/>
            <p:cNvGrpSpPr/>
            <p:nvPr/>
          </p:nvGrpSpPr>
          <p:grpSpPr>
            <a:xfrm>
              <a:off x="5669211" y="1292179"/>
              <a:ext cx="245286" cy="622327"/>
              <a:chOff x="4294188" y="3405188"/>
              <a:chExt cx="555625" cy="1409700"/>
            </a:xfrm>
            <a:grpFill/>
          </p:grpSpPr>
          <p:sp>
            <p:nvSpPr>
              <p:cNvPr id="72"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50" name="组合 49"/>
            <p:cNvGrpSpPr/>
            <p:nvPr/>
          </p:nvGrpSpPr>
          <p:grpSpPr>
            <a:xfrm>
              <a:off x="5945873" y="1292179"/>
              <a:ext cx="245286" cy="622327"/>
              <a:chOff x="4294188" y="3405188"/>
              <a:chExt cx="555625" cy="1409700"/>
            </a:xfrm>
            <a:grpFill/>
          </p:grpSpPr>
          <p:sp>
            <p:nvSpPr>
              <p:cNvPr id="69"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51" name="组合 50"/>
            <p:cNvGrpSpPr/>
            <p:nvPr/>
          </p:nvGrpSpPr>
          <p:grpSpPr>
            <a:xfrm>
              <a:off x="6222535" y="1292179"/>
              <a:ext cx="245286" cy="622327"/>
              <a:chOff x="4294188" y="3405188"/>
              <a:chExt cx="555625" cy="1409700"/>
            </a:xfrm>
            <a:grpFill/>
          </p:grpSpPr>
          <p:sp>
            <p:nvSpPr>
              <p:cNvPr id="67"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52" name="组合 51"/>
            <p:cNvGrpSpPr/>
            <p:nvPr/>
          </p:nvGrpSpPr>
          <p:grpSpPr>
            <a:xfrm>
              <a:off x="6499197" y="1292179"/>
              <a:ext cx="245286" cy="622327"/>
              <a:chOff x="4294188" y="3405188"/>
              <a:chExt cx="555625" cy="1409700"/>
            </a:xfrm>
            <a:grpFill/>
          </p:grpSpPr>
          <p:sp>
            <p:nvSpPr>
              <p:cNvPr id="65"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53" name="组合 52"/>
            <p:cNvGrpSpPr/>
            <p:nvPr/>
          </p:nvGrpSpPr>
          <p:grpSpPr>
            <a:xfrm>
              <a:off x="7052521" y="1292179"/>
              <a:ext cx="245286" cy="622327"/>
              <a:chOff x="4294188" y="3405188"/>
              <a:chExt cx="555625" cy="1409700"/>
            </a:xfrm>
            <a:grpFill/>
          </p:grpSpPr>
          <p:sp>
            <p:nvSpPr>
              <p:cNvPr id="63"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54" name="组合 53"/>
            <p:cNvGrpSpPr/>
            <p:nvPr/>
          </p:nvGrpSpPr>
          <p:grpSpPr>
            <a:xfrm>
              <a:off x="7329183" y="1292179"/>
              <a:ext cx="245286" cy="622327"/>
              <a:chOff x="4294188" y="3405188"/>
              <a:chExt cx="555625" cy="1409700"/>
            </a:xfrm>
            <a:grpFill/>
          </p:grpSpPr>
          <p:sp>
            <p:nvSpPr>
              <p:cNvPr id="61"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55" name="组合 54"/>
            <p:cNvGrpSpPr/>
            <p:nvPr/>
          </p:nvGrpSpPr>
          <p:grpSpPr>
            <a:xfrm>
              <a:off x="6775859" y="1292179"/>
              <a:ext cx="245286" cy="622327"/>
              <a:chOff x="4294188" y="3405188"/>
              <a:chExt cx="555625" cy="1409700"/>
            </a:xfrm>
            <a:grpFill/>
          </p:grpSpPr>
          <p:sp>
            <p:nvSpPr>
              <p:cNvPr id="59"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56" name="组合 55"/>
            <p:cNvGrpSpPr/>
            <p:nvPr/>
          </p:nvGrpSpPr>
          <p:grpSpPr>
            <a:xfrm>
              <a:off x="7598997" y="1292179"/>
              <a:ext cx="245286" cy="622327"/>
              <a:chOff x="4294188" y="3405188"/>
              <a:chExt cx="555625" cy="1409700"/>
            </a:xfrm>
            <a:grpFill/>
          </p:grpSpPr>
          <p:sp>
            <p:nvSpPr>
              <p:cNvPr id="57"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grpSp>
        <p:nvGrpSpPr>
          <p:cNvPr id="104" name="组合 103"/>
          <p:cNvGrpSpPr/>
          <p:nvPr/>
        </p:nvGrpSpPr>
        <p:grpSpPr>
          <a:xfrm>
            <a:off x="3385005" y="3199883"/>
            <a:ext cx="5495016" cy="622327"/>
            <a:chOff x="2349267" y="2035391"/>
            <a:chExt cx="5495016" cy="622327"/>
          </a:xfrm>
          <a:solidFill>
            <a:srgbClr val="548C9D"/>
          </a:solidFill>
        </p:grpSpPr>
        <p:grpSp>
          <p:nvGrpSpPr>
            <p:cNvPr id="105" name="组合 104"/>
            <p:cNvGrpSpPr/>
            <p:nvPr/>
          </p:nvGrpSpPr>
          <p:grpSpPr>
            <a:xfrm>
              <a:off x="2349267" y="2035391"/>
              <a:ext cx="245286" cy="622327"/>
              <a:chOff x="4294188" y="3405188"/>
              <a:chExt cx="555625" cy="1409700"/>
            </a:xfrm>
            <a:grpFill/>
          </p:grpSpPr>
          <p:sp>
            <p:nvSpPr>
              <p:cNvPr id="163"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4"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06" name="组合 105"/>
            <p:cNvGrpSpPr/>
            <p:nvPr/>
          </p:nvGrpSpPr>
          <p:grpSpPr>
            <a:xfrm>
              <a:off x="2625929" y="2035391"/>
              <a:ext cx="245286" cy="622327"/>
              <a:chOff x="4294188" y="3405188"/>
              <a:chExt cx="555625" cy="1409700"/>
            </a:xfrm>
            <a:grpFill/>
          </p:grpSpPr>
          <p:sp>
            <p:nvSpPr>
              <p:cNvPr id="161"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2"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07" name="组合 106"/>
            <p:cNvGrpSpPr/>
            <p:nvPr/>
          </p:nvGrpSpPr>
          <p:grpSpPr>
            <a:xfrm>
              <a:off x="2902591" y="2035391"/>
              <a:ext cx="245286" cy="622327"/>
              <a:chOff x="4294188" y="3405188"/>
              <a:chExt cx="555625" cy="1409700"/>
            </a:xfrm>
            <a:grpFill/>
          </p:grpSpPr>
          <p:sp>
            <p:nvSpPr>
              <p:cNvPr id="159"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0"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08" name="组合 107"/>
            <p:cNvGrpSpPr/>
            <p:nvPr/>
          </p:nvGrpSpPr>
          <p:grpSpPr>
            <a:xfrm>
              <a:off x="3179253" y="2035391"/>
              <a:ext cx="245286" cy="622327"/>
              <a:chOff x="4294188" y="3405188"/>
              <a:chExt cx="555625" cy="1409700"/>
            </a:xfrm>
            <a:grpFill/>
          </p:grpSpPr>
          <p:sp>
            <p:nvSpPr>
              <p:cNvPr id="157"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8"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09" name="组合 108"/>
            <p:cNvGrpSpPr/>
            <p:nvPr/>
          </p:nvGrpSpPr>
          <p:grpSpPr>
            <a:xfrm>
              <a:off x="3455915" y="2035391"/>
              <a:ext cx="245286" cy="622327"/>
              <a:chOff x="4294188" y="3405188"/>
              <a:chExt cx="555625" cy="1409700"/>
            </a:xfrm>
            <a:grpFill/>
          </p:grpSpPr>
          <p:sp>
            <p:nvSpPr>
              <p:cNvPr id="155"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6"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10" name="组合 109"/>
            <p:cNvGrpSpPr/>
            <p:nvPr/>
          </p:nvGrpSpPr>
          <p:grpSpPr>
            <a:xfrm>
              <a:off x="3732577" y="2035391"/>
              <a:ext cx="245286" cy="622327"/>
              <a:chOff x="4294188" y="3405188"/>
              <a:chExt cx="555625" cy="1409700"/>
            </a:xfrm>
            <a:grpFill/>
          </p:grpSpPr>
          <p:sp>
            <p:nvSpPr>
              <p:cNvPr id="153"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4"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11" name="组合 110"/>
            <p:cNvGrpSpPr/>
            <p:nvPr/>
          </p:nvGrpSpPr>
          <p:grpSpPr>
            <a:xfrm>
              <a:off x="4285901" y="2035391"/>
              <a:ext cx="245286" cy="622327"/>
              <a:chOff x="4294188" y="3405188"/>
              <a:chExt cx="555625" cy="1409700"/>
            </a:xfrm>
            <a:grpFill/>
          </p:grpSpPr>
          <p:sp>
            <p:nvSpPr>
              <p:cNvPr id="151"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2"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12" name="组合 111"/>
            <p:cNvGrpSpPr/>
            <p:nvPr/>
          </p:nvGrpSpPr>
          <p:grpSpPr>
            <a:xfrm>
              <a:off x="4562563" y="2035391"/>
              <a:ext cx="245286" cy="622327"/>
              <a:chOff x="4294188" y="3405188"/>
              <a:chExt cx="555625" cy="1409700"/>
            </a:xfrm>
            <a:grpFill/>
          </p:grpSpPr>
          <p:sp>
            <p:nvSpPr>
              <p:cNvPr id="149"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0"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13" name="组合 112"/>
            <p:cNvGrpSpPr/>
            <p:nvPr/>
          </p:nvGrpSpPr>
          <p:grpSpPr>
            <a:xfrm>
              <a:off x="4009239" y="2035391"/>
              <a:ext cx="245286" cy="622327"/>
              <a:chOff x="4294188" y="3405188"/>
              <a:chExt cx="555625" cy="1409700"/>
            </a:xfrm>
            <a:grpFill/>
          </p:grpSpPr>
          <p:sp>
            <p:nvSpPr>
              <p:cNvPr id="147"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14" name="组合 113"/>
            <p:cNvGrpSpPr/>
            <p:nvPr/>
          </p:nvGrpSpPr>
          <p:grpSpPr>
            <a:xfrm>
              <a:off x="4839225" y="2035391"/>
              <a:ext cx="245286" cy="622327"/>
              <a:chOff x="4294188" y="3405188"/>
              <a:chExt cx="555625" cy="1409700"/>
            </a:xfrm>
            <a:grpFill/>
          </p:grpSpPr>
          <p:sp>
            <p:nvSpPr>
              <p:cNvPr id="145"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6"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15" name="组合 114"/>
            <p:cNvGrpSpPr/>
            <p:nvPr/>
          </p:nvGrpSpPr>
          <p:grpSpPr>
            <a:xfrm>
              <a:off x="5115887" y="2035391"/>
              <a:ext cx="245286" cy="622327"/>
              <a:chOff x="4294188" y="3405188"/>
              <a:chExt cx="555625" cy="1409700"/>
            </a:xfrm>
            <a:grpFill/>
          </p:grpSpPr>
          <p:sp>
            <p:nvSpPr>
              <p:cNvPr id="143"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4"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16" name="组合 115"/>
            <p:cNvGrpSpPr/>
            <p:nvPr/>
          </p:nvGrpSpPr>
          <p:grpSpPr>
            <a:xfrm>
              <a:off x="5392549" y="2035391"/>
              <a:ext cx="245286" cy="622327"/>
              <a:chOff x="4294188" y="3405188"/>
              <a:chExt cx="555625" cy="1409700"/>
            </a:xfrm>
            <a:grpFill/>
          </p:grpSpPr>
          <p:sp>
            <p:nvSpPr>
              <p:cNvPr id="141"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2"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17" name="组合 116"/>
            <p:cNvGrpSpPr/>
            <p:nvPr/>
          </p:nvGrpSpPr>
          <p:grpSpPr>
            <a:xfrm>
              <a:off x="5669211" y="2035391"/>
              <a:ext cx="245286" cy="622327"/>
              <a:chOff x="4294188" y="3405188"/>
              <a:chExt cx="555625" cy="1409700"/>
            </a:xfrm>
            <a:grpFill/>
          </p:grpSpPr>
          <p:sp>
            <p:nvSpPr>
              <p:cNvPr id="139"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0"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18" name="组合 117"/>
            <p:cNvGrpSpPr/>
            <p:nvPr/>
          </p:nvGrpSpPr>
          <p:grpSpPr>
            <a:xfrm>
              <a:off x="5945873" y="2035391"/>
              <a:ext cx="245286" cy="622327"/>
              <a:chOff x="4294188" y="3405188"/>
              <a:chExt cx="555625" cy="1409700"/>
            </a:xfrm>
            <a:grpFill/>
          </p:grpSpPr>
          <p:sp>
            <p:nvSpPr>
              <p:cNvPr id="137"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19" name="组合 118"/>
            <p:cNvGrpSpPr/>
            <p:nvPr/>
          </p:nvGrpSpPr>
          <p:grpSpPr>
            <a:xfrm>
              <a:off x="6222535" y="2035391"/>
              <a:ext cx="245286" cy="622327"/>
              <a:chOff x="4294188" y="3405188"/>
              <a:chExt cx="555625" cy="1409700"/>
            </a:xfrm>
            <a:grpFill/>
          </p:grpSpPr>
          <p:sp>
            <p:nvSpPr>
              <p:cNvPr id="135"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20" name="组合 119"/>
            <p:cNvGrpSpPr/>
            <p:nvPr/>
          </p:nvGrpSpPr>
          <p:grpSpPr>
            <a:xfrm>
              <a:off x="6499197" y="2035391"/>
              <a:ext cx="245286" cy="622327"/>
              <a:chOff x="4294188" y="3405188"/>
              <a:chExt cx="555625" cy="1409700"/>
            </a:xfrm>
            <a:grpFill/>
          </p:grpSpPr>
          <p:sp>
            <p:nvSpPr>
              <p:cNvPr id="133"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21" name="组合 120"/>
            <p:cNvGrpSpPr/>
            <p:nvPr/>
          </p:nvGrpSpPr>
          <p:grpSpPr>
            <a:xfrm>
              <a:off x="7052521" y="2035391"/>
              <a:ext cx="245286" cy="622327"/>
              <a:chOff x="4294188" y="3405188"/>
              <a:chExt cx="555625" cy="1409700"/>
            </a:xfrm>
            <a:grpFill/>
          </p:grpSpPr>
          <p:sp>
            <p:nvSpPr>
              <p:cNvPr id="131"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22" name="组合 121"/>
            <p:cNvGrpSpPr/>
            <p:nvPr/>
          </p:nvGrpSpPr>
          <p:grpSpPr>
            <a:xfrm>
              <a:off x="7329183" y="2035391"/>
              <a:ext cx="245286" cy="622327"/>
              <a:chOff x="4294188" y="3405188"/>
              <a:chExt cx="555625" cy="1409700"/>
            </a:xfrm>
            <a:grpFill/>
          </p:grpSpPr>
          <p:sp>
            <p:nvSpPr>
              <p:cNvPr id="129"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0"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23" name="组合 122"/>
            <p:cNvGrpSpPr/>
            <p:nvPr/>
          </p:nvGrpSpPr>
          <p:grpSpPr>
            <a:xfrm>
              <a:off x="6775859" y="2035391"/>
              <a:ext cx="245286" cy="622327"/>
              <a:chOff x="4294188" y="3405188"/>
              <a:chExt cx="555625" cy="1409700"/>
            </a:xfrm>
            <a:grpFill/>
          </p:grpSpPr>
          <p:sp>
            <p:nvSpPr>
              <p:cNvPr id="127"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8"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24" name="组合 123"/>
            <p:cNvGrpSpPr/>
            <p:nvPr/>
          </p:nvGrpSpPr>
          <p:grpSpPr>
            <a:xfrm>
              <a:off x="7598997" y="2035391"/>
              <a:ext cx="245286" cy="622327"/>
              <a:chOff x="4294188" y="3405188"/>
              <a:chExt cx="555625" cy="1409700"/>
            </a:xfrm>
            <a:grpFill/>
          </p:grpSpPr>
          <p:sp>
            <p:nvSpPr>
              <p:cNvPr id="125"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6"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grpSp>
        <p:nvGrpSpPr>
          <p:cNvPr id="165" name="组合 164"/>
          <p:cNvGrpSpPr/>
          <p:nvPr/>
        </p:nvGrpSpPr>
        <p:grpSpPr>
          <a:xfrm>
            <a:off x="3385005" y="3910554"/>
            <a:ext cx="5495016" cy="622327"/>
            <a:chOff x="2349267" y="2763003"/>
            <a:chExt cx="5495016" cy="622327"/>
          </a:xfrm>
          <a:solidFill>
            <a:srgbClr val="548C9D"/>
          </a:solidFill>
        </p:grpSpPr>
        <p:grpSp>
          <p:nvGrpSpPr>
            <p:cNvPr id="166" name="组合 165"/>
            <p:cNvGrpSpPr/>
            <p:nvPr/>
          </p:nvGrpSpPr>
          <p:grpSpPr>
            <a:xfrm>
              <a:off x="2349267" y="2763003"/>
              <a:ext cx="245286" cy="622327"/>
              <a:chOff x="4294188" y="3405188"/>
              <a:chExt cx="555625" cy="1409700"/>
            </a:xfrm>
            <a:grpFill/>
          </p:grpSpPr>
          <p:sp>
            <p:nvSpPr>
              <p:cNvPr id="224"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5"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67" name="组合 166"/>
            <p:cNvGrpSpPr/>
            <p:nvPr/>
          </p:nvGrpSpPr>
          <p:grpSpPr>
            <a:xfrm>
              <a:off x="2625929" y="2763003"/>
              <a:ext cx="245286" cy="622327"/>
              <a:chOff x="4294188" y="3405188"/>
              <a:chExt cx="555625" cy="1409700"/>
            </a:xfrm>
            <a:grpFill/>
          </p:grpSpPr>
          <p:sp>
            <p:nvSpPr>
              <p:cNvPr id="222"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3"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68" name="组合 167"/>
            <p:cNvGrpSpPr/>
            <p:nvPr/>
          </p:nvGrpSpPr>
          <p:grpSpPr>
            <a:xfrm>
              <a:off x="2902591" y="2763003"/>
              <a:ext cx="245286" cy="622327"/>
              <a:chOff x="4294188" y="3405188"/>
              <a:chExt cx="555625" cy="1409700"/>
            </a:xfrm>
            <a:grpFill/>
          </p:grpSpPr>
          <p:sp>
            <p:nvSpPr>
              <p:cNvPr id="220"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1"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69" name="组合 168"/>
            <p:cNvGrpSpPr/>
            <p:nvPr/>
          </p:nvGrpSpPr>
          <p:grpSpPr>
            <a:xfrm>
              <a:off x="3179253" y="2763003"/>
              <a:ext cx="245286" cy="622327"/>
              <a:chOff x="4294188" y="3405188"/>
              <a:chExt cx="555625" cy="1409700"/>
            </a:xfrm>
            <a:grpFill/>
          </p:grpSpPr>
          <p:sp>
            <p:nvSpPr>
              <p:cNvPr id="218"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9"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70" name="组合 169"/>
            <p:cNvGrpSpPr/>
            <p:nvPr/>
          </p:nvGrpSpPr>
          <p:grpSpPr>
            <a:xfrm>
              <a:off x="3455915" y="2763003"/>
              <a:ext cx="245286" cy="622327"/>
              <a:chOff x="4294188" y="3405188"/>
              <a:chExt cx="555625" cy="1409700"/>
            </a:xfrm>
            <a:grpFill/>
          </p:grpSpPr>
          <p:sp>
            <p:nvSpPr>
              <p:cNvPr id="216"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7"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71" name="组合 170"/>
            <p:cNvGrpSpPr/>
            <p:nvPr/>
          </p:nvGrpSpPr>
          <p:grpSpPr>
            <a:xfrm>
              <a:off x="3732577" y="2763003"/>
              <a:ext cx="245286" cy="622327"/>
              <a:chOff x="4294188" y="3405188"/>
              <a:chExt cx="555625" cy="1409700"/>
            </a:xfrm>
            <a:grpFill/>
          </p:grpSpPr>
          <p:sp>
            <p:nvSpPr>
              <p:cNvPr id="214"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5"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72" name="组合 171"/>
            <p:cNvGrpSpPr/>
            <p:nvPr/>
          </p:nvGrpSpPr>
          <p:grpSpPr>
            <a:xfrm>
              <a:off x="4285901" y="2763003"/>
              <a:ext cx="245286" cy="622327"/>
              <a:chOff x="4294188" y="3405188"/>
              <a:chExt cx="555625" cy="1409700"/>
            </a:xfrm>
            <a:grpFill/>
          </p:grpSpPr>
          <p:sp>
            <p:nvSpPr>
              <p:cNvPr id="212"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3"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73" name="组合 172"/>
            <p:cNvGrpSpPr/>
            <p:nvPr/>
          </p:nvGrpSpPr>
          <p:grpSpPr>
            <a:xfrm>
              <a:off x="4562563" y="2763003"/>
              <a:ext cx="245286" cy="622327"/>
              <a:chOff x="4294188" y="3405188"/>
              <a:chExt cx="555625" cy="1409700"/>
            </a:xfrm>
            <a:grpFill/>
          </p:grpSpPr>
          <p:sp>
            <p:nvSpPr>
              <p:cNvPr id="210"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1"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74" name="组合 173"/>
            <p:cNvGrpSpPr/>
            <p:nvPr/>
          </p:nvGrpSpPr>
          <p:grpSpPr>
            <a:xfrm>
              <a:off x="4009239" y="2763003"/>
              <a:ext cx="245286" cy="622327"/>
              <a:chOff x="4294188" y="3405188"/>
              <a:chExt cx="555625" cy="1409700"/>
            </a:xfrm>
            <a:grpFill/>
          </p:grpSpPr>
          <p:sp>
            <p:nvSpPr>
              <p:cNvPr id="208"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9"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75" name="组合 174"/>
            <p:cNvGrpSpPr/>
            <p:nvPr/>
          </p:nvGrpSpPr>
          <p:grpSpPr>
            <a:xfrm>
              <a:off x="4839225" y="2763003"/>
              <a:ext cx="245286" cy="622327"/>
              <a:chOff x="4294188" y="3405188"/>
              <a:chExt cx="555625" cy="1409700"/>
            </a:xfrm>
            <a:grpFill/>
          </p:grpSpPr>
          <p:sp>
            <p:nvSpPr>
              <p:cNvPr id="206"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7"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76" name="组合 175"/>
            <p:cNvGrpSpPr/>
            <p:nvPr/>
          </p:nvGrpSpPr>
          <p:grpSpPr>
            <a:xfrm>
              <a:off x="5115887" y="2763003"/>
              <a:ext cx="245286" cy="622327"/>
              <a:chOff x="4294188" y="3405188"/>
              <a:chExt cx="555625" cy="1409700"/>
            </a:xfrm>
            <a:grpFill/>
          </p:grpSpPr>
          <p:sp>
            <p:nvSpPr>
              <p:cNvPr id="204"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5"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77" name="组合 176"/>
            <p:cNvGrpSpPr/>
            <p:nvPr/>
          </p:nvGrpSpPr>
          <p:grpSpPr>
            <a:xfrm>
              <a:off x="5392549" y="2763003"/>
              <a:ext cx="245286" cy="622327"/>
              <a:chOff x="4294188" y="3405188"/>
              <a:chExt cx="555625" cy="1409700"/>
            </a:xfrm>
            <a:grpFill/>
          </p:grpSpPr>
          <p:sp>
            <p:nvSpPr>
              <p:cNvPr id="202"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3"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78" name="组合 177"/>
            <p:cNvGrpSpPr/>
            <p:nvPr/>
          </p:nvGrpSpPr>
          <p:grpSpPr>
            <a:xfrm>
              <a:off x="5669211" y="2763003"/>
              <a:ext cx="245286" cy="622327"/>
              <a:chOff x="4294188" y="3405188"/>
              <a:chExt cx="555625" cy="1409700"/>
            </a:xfrm>
            <a:grpFill/>
          </p:grpSpPr>
          <p:sp>
            <p:nvSpPr>
              <p:cNvPr id="200"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1"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79" name="组合 178"/>
            <p:cNvGrpSpPr/>
            <p:nvPr/>
          </p:nvGrpSpPr>
          <p:grpSpPr>
            <a:xfrm>
              <a:off x="5945873" y="2763003"/>
              <a:ext cx="245286" cy="622327"/>
              <a:chOff x="4294188" y="3405188"/>
              <a:chExt cx="555625" cy="1409700"/>
            </a:xfrm>
            <a:grpFill/>
          </p:grpSpPr>
          <p:sp>
            <p:nvSpPr>
              <p:cNvPr id="198"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9"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80" name="组合 179"/>
            <p:cNvGrpSpPr/>
            <p:nvPr/>
          </p:nvGrpSpPr>
          <p:grpSpPr>
            <a:xfrm>
              <a:off x="6222535" y="2763003"/>
              <a:ext cx="245286" cy="622327"/>
              <a:chOff x="4294188" y="3405188"/>
              <a:chExt cx="555625" cy="1409700"/>
            </a:xfrm>
            <a:grpFill/>
          </p:grpSpPr>
          <p:sp>
            <p:nvSpPr>
              <p:cNvPr id="196"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7"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81" name="组合 180"/>
            <p:cNvGrpSpPr/>
            <p:nvPr/>
          </p:nvGrpSpPr>
          <p:grpSpPr>
            <a:xfrm>
              <a:off x="6499197" y="2763003"/>
              <a:ext cx="245286" cy="622327"/>
              <a:chOff x="4294188" y="3405188"/>
              <a:chExt cx="555625" cy="1409700"/>
            </a:xfrm>
            <a:grpFill/>
          </p:grpSpPr>
          <p:sp>
            <p:nvSpPr>
              <p:cNvPr id="194"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5"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82" name="组合 181"/>
            <p:cNvGrpSpPr/>
            <p:nvPr/>
          </p:nvGrpSpPr>
          <p:grpSpPr>
            <a:xfrm>
              <a:off x="7052521" y="2763003"/>
              <a:ext cx="245286" cy="622327"/>
              <a:chOff x="4294188" y="3405188"/>
              <a:chExt cx="555625" cy="1409700"/>
            </a:xfrm>
            <a:grpFill/>
          </p:grpSpPr>
          <p:sp>
            <p:nvSpPr>
              <p:cNvPr id="192"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3"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83" name="组合 182"/>
            <p:cNvGrpSpPr/>
            <p:nvPr/>
          </p:nvGrpSpPr>
          <p:grpSpPr>
            <a:xfrm>
              <a:off x="7329183" y="2763003"/>
              <a:ext cx="245286" cy="622327"/>
              <a:chOff x="4294188" y="3405188"/>
              <a:chExt cx="555625" cy="1409700"/>
            </a:xfrm>
            <a:grpFill/>
          </p:grpSpPr>
          <p:sp>
            <p:nvSpPr>
              <p:cNvPr id="190"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1"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84" name="组合 183"/>
            <p:cNvGrpSpPr/>
            <p:nvPr/>
          </p:nvGrpSpPr>
          <p:grpSpPr>
            <a:xfrm>
              <a:off x="6775859" y="2763003"/>
              <a:ext cx="245286" cy="622327"/>
              <a:chOff x="4294188" y="3405188"/>
              <a:chExt cx="555625" cy="1409700"/>
            </a:xfrm>
            <a:grpFill/>
          </p:grpSpPr>
          <p:sp>
            <p:nvSpPr>
              <p:cNvPr id="188"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9"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85" name="组合 184"/>
            <p:cNvGrpSpPr/>
            <p:nvPr/>
          </p:nvGrpSpPr>
          <p:grpSpPr>
            <a:xfrm>
              <a:off x="7598997" y="2763003"/>
              <a:ext cx="245286" cy="622327"/>
              <a:chOff x="4294188" y="3405188"/>
              <a:chExt cx="555625" cy="1409700"/>
            </a:xfrm>
            <a:grpFill/>
          </p:grpSpPr>
          <p:sp>
            <p:nvSpPr>
              <p:cNvPr id="186"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7"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grpSp>
        <p:nvGrpSpPr>
          <p:cNvPr id="226" name="组合 225"/>
          <p:cNvGrpSpPr/>
          <p:nvPr/>
        </p:nvGrpSpPr>
        <p:grpSpPr>
          <a:xfrm>
            <a:off x="3374075" y="5352959"/>
            <a:ext cx="5530475" cy="643391"/>
            <a:chOff x="2338337" y="4155926"/>
            <a:chExt cx="5530475" cy="643391"/>
          </a:xfrm>
          <a:solidFill>
            <a:srgbClr val="ED7000"/>
          </a:solidFill>
        </p:grpSpPr>
        <p:grpSp>
          <p:nvGrpSpPr>
            <p:cNvPr id="227" name="组合 226"/>
            <p:cNvGrpSpPr/>
            <p:nvPr/>
          </p:nvGrpSpPr>
          <p:grpSpPr>
            <a:xfrm>
              <a:off x="7574469" y="4155926"/>
              <a:ext cx="294343" cy="643391"/>
              <a:chOff x="4421673" y="2233518"/>
              <a:chExt cx="785812" cy="1717675"/>
            </a:xfrm>
            <a:grpFill/>
          </p:grpSpPr>
          <p:sp>
            <p:nvSpPr>
              <p:cNvPr id="285" name="Freeform 5"/>
              <p:cNvSpPr>
                <a:spLocks/>
              </p:cNvSpPr>
              <p:nvPr/>
            </p:nvSpPr>
            <p:spPr bwMode="auto">
              <a:xfrm>
                <a:off x="4683610" y="2233518"/>
                <a:ext cx="254000" cy="258763"/>
              </a:xfrm>
              <a:custGeom>
                <a:avLst/>
                <a:gdLst>
                  <a:gd name="T0" fmla="*/ 80 w 160"/>
                  <a:gd name="T1" fmla="*/ 163 h 163"/>
                  <a:gd name="T2" fmla="*/ 80 w 160"/>
                  <a:gd name="T3" fmla="*/ 163 h 163"/>
                  <a:gd name="T4" fmla="*/ 95 w 160"/>
                  <a:gd name="T5" fmla="*/ 160 h 163"/>
                  <a:gd name="T6" fmla="*/ 112 w 160"/>
                  <a:gd name="T7" fmla="*/ 155 h 163"/>
                  <a:gd name="T8" fmla="*/ 124 w 160"/>
                  <a:gd name="T9" fmla="*/ 148 h 163"/>
                  <a:gd name="T10" fmla="*/ 136 w 160"/>
                  <a:gd name="T11" fmla="*/ 138 h 163"/>
                  <a:gd name="T12" fmla="*/ 146 w 160"/>
                  <a:gd name="T13" fmla="*/ 126 h 163"/>
                  <a:gd name="T14" fmla="*/ 153 w 160"/>
                  <a:gd name="T15" fmla="*/ 112 h 163"/>
                  <a:gd name="T16" fmla="*/ 158 w 160"/>
                  <a:gd name="T17" fmla="*/ 97 h 163"/>
                  <a:gd name="T18" fmla="*/ 160 w 160"/>
                  <a:gd name="T19" fmla="*/ 80 h 163"/>
                  <a:gd name="T20" fmla="*/ 160 w 160"/>
                  <a:gd name="T21" fmla="*/ 80 h 163"/>
                  <a:gd name="T22" fmla="*/ 158 w 160"/>
                  <a:gd name="T23" fmla="*/ 66 h 163"/>
                  <a:gd name="T24" fmla="*/ 153 w 160"/>
                  <a:gd name="T25" fmla="*/ 49 h 163"/>
                  <a:gd name="T26" fmla="*/ 146 w 160"/>
                  <a:gd name="T27" fmla="*/ 36 h 163"/>
                  <a:gd name="T28" fmla="*/ 136 w 160"/>
                  <a:gd name="T29" fmla="*/ 24 h 163"/>
                  <a:gd name="T30" fmla="*/ 124 w 160"/>
                  <a:gd name="T31" fmla="*/ 15 h 163"/>
                  <a:gd name="T32" fmla="*/ 112 w 160"/>
                  <a:gd name="T33" fmla="*/ 7 h 163"/>
                  <a:gd name="T34" fmla="*/ 95 w 160"/>
                  <a:gd name="T35" fmla="*/ 2 h 163"/>
                  <a:gd name="T36" fmla="*/ 80 w 160"/>
                  <a:gd name="T37" fmla="*/ 0 h 163"/>
                  <a:gd name="T38" fmla="*/ 80 w 160"/>
                  <a:gd name="T39" fmla="*/ 0 h 163"/>
                  <a:gd name="T40" fmla="*/ 63 w 160"/>
                  <a:gd name="T41" fmla="*/ 2 h 163"/>
                  <a:gd name="T42" fmla="*/ 49 w 160"/>
                  <a:gd name="T43" fmla="*/ 7 h 163"/>
                  <a:gd name="T44" fmla="*/ 34 w 160"/>
                  <a:gd name="T45" fmla="*/ 15 h 163"/>
                  <a:gd name="T46" fmla="*/ 22 w 160"/>
                  <a:gd name="T47" fmla="*/ 24 h 163"/>
                  <a:gd name="T48" fmla="*/ 12 w 160"/>
                  <a:gd name="T49" fmla="*/ 36 h 163"/>
                  <a:gd name="T50" fmla="*/ 5 w 160"/>
                  <a:gd name="T51" fmla="*/ 49 h 163"/>
                  <a:gd name="T52" fmla="*/ 0 w 160"/>
                  <a:gd name="T53" fmla="*/ 66 h 163"/>
                  <a:gd name="T54" fmla="*/ 0 w 160"/>
                  <a:gd name="T55" fmla="*/ 80 h 163"/>
                  <a:gd name="T56" fmla="*/ 0 w 160"/>
                  <a:gd name="T57" fmla="*/ 80 h 163"/>
                  <a:gd name="T58" fmla="*/ 0 w 160"/>
                  <a:gd name="T59" fmla="*/ 97 h 163"/>
                  <a:gd name="T60" fmla="*/ 5 w 160"/>
                  <a:gd name="T61" fmla="*/ 112 h 163"/>
                  <a:gd name="T62" fmla="*/ 12 w 160"/>
                  <a:gd name="T63" fmla="*/ 126 h 163"/>
                  <a:gd name="T64" fmla="*/ 22 w 160"/>
                  <a:gd name="T65" fmla="*/ 138 h 163"/>
                  <a:gd name="T66" fmla="*/ 34 w 160"/>
                  <a:gd name="T67" fmla="*/ 148 h 163"/>
                  <a:gd name="T68" fmla="*/ 49 w 160"/>
                  <a:gd name="T69" fmla="*/ 155 h 163"/>
                  <a:gd name="T70" fmla="*/ 63 w 160"/>
                  <a:gd name="T71" fmla="*/ 160 h 163"/>
                  <a:gd name="T72" fmla="*/ 80 w 160"/>
                  <a:gd name="T73" fmla="*/ 163 h 163"/>
                  <a:gd name="T74" fmla="*/ 80 w 160"/>
                  <a:gd name="T75"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0" h="163">
                    <a:moveTo>
                      <a:pt x="80" y="163"/>
                    </a:moveTo>
                    <a:lnTo>
                      <a:pt x="80" y="163"/>
                    </a:lnTo>
                    <a:lnTo>
                      <a:pt x="95" y="160"/>
                    </a:lnTo>
                    <a:lnTo>
                      <a:pt x="112" y="155"/>
                    </a:lnTo>
                    <a:lnTo>
                      <a:pt x="124" y="148"/>
                    </a:lnTo>
                    <a:lnTo>
                      <a:pt x="136" y="138"/>
                    </a:lnTo>
                    <a:lnTo>
                      <a:pt x="146" y="126"/>
                    </a:lnTo>
                    <a:lnTo>
                      <a:pt x="153" y="112"/>
                    </a:lnTo>
                    <a:lnTo>
                      <a:pt x="158" y="97"/>
                    </a:lnTo>
                    <a:lnTo>
                      <a:pt x="160" y="80"/>
                    </a:lnTo>
                    <a:lnTo>
                      <a:pt x="160" y="80"/>
                    </a:lnTo>
                    <a:lnTo>
                      <a:pt x="158" y="66"/>
                    </a:lnTo>
                    <a:lnTo>
                      <a:pt x="153" y="49"/>
                    </a:lnTo>
                    <a:lnTo>
                      <a:pt x="146" y="36"/>
                    </a:lnTo>
                    <a:lnTo>
                      <a:pt x="136" y="24"/>
                    </a:lnTo>
                    <a:lnTo>
                      <a:pt x="124" y="15"/>
                    </a:lnTo>
                    <a:lnTo>
                      <a:pt x="112" y="7"/>
                    </a:lnTo>
                    <a:lnTo>
                      <a:pt x="95" y="2"/>
                    </a:lnTo>
                    <a:lnTo>
                      <a:pt x="80" y="0"/>
                    </a:lnTo>
                    <a:lnTo>
                      <a:pt x="80" y="0"/>
                    </a:lnTo>
                    <a:lnTo>
                      <a:pt x="63" y="2"/>
                    </a:lnTo>
                    <a:lnTo>
                      <a:pt x="49" y="7"/>
                    </a:lnTo>
                    <a:lnTo>
                      <a:pt x="34" y="15"/>
                    </a:lnTo>
                    <a:lnTo>
                      <a:pt x="22" y="24"/>
                    </a:lnTo>
                    <a:lnTo>
                      <a:pt x="12" y="36"/>
                    </a:lnTo>
                    <a:lnTo>
                      <a:pt x="5" y="49"/>
                    </a:lnTo>
                    <a:lnTo>
                      <a:pt x="0" y="66"/>
                    </a:lnTo>
                    <a:lnTo>
                      <a:pt x="0" y="80"/>
                    </a:lnTo>
                    <a:lnTo>
                      <a:pt x="0" y="80"/>
                    </a:lnTo>
                    <a:lnTo>
                      <a:pt x="0" y="97"/>
                    </a:lnTo>
                    <a:lnTo>
                      <a:pt x="5" y="112"/>
                    </a:lnTo>
                    <a:lnTo>
                      <a:pt x="12" y="126"/>
                    </a:lnTo>
                    <a:lnTo>
                      <a:pt x="22" y="138"/>
                    </a:lnTo>
                    <a:lnTo>
                      <a:pt x="34" y="148"/>
                    </a:lnTo>
                    <a:lnTo>
                      <a:pt x="49" y="155"/>
                    </a:lnTo>
                    <a:lnTo>
                      <a:pt x="63" y="160"/>
                    </a:lnTo>
                    <a:lnTo>
                      <a:pt x="80" y="163"/>
                    </a:lnTo>
                    <a:lnTo>
                      <a:pt x="80" y="1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6" name="Freeform 6"/>
              <p:cNvSpPr>
                <a:spLocks/>
              </p:cNvSpPr>
              <p:nvPr/>
            </p:nvSpPr>
            <p:spPr bwMode="auto">
              <a:xfrm>
                <a:off x="4421673" y="2541493"/>
                <a:ext cx="785812" cy="1409700"/>
              </a:xfrm>
              <a:custGeom>
                <a:avLst/>
                <a:gdLst>
                  <a:gd name="T0" fmla="*/ 403 w 495"/>
                  <a:gd name="T1" fmla="*/ 53 h 888"/>
                  <a:gd name="T2" fmla="*/ 400 w 495"/>
                  <a:gd name="T3" fmla="*/ 41 h 888"/>
                  <a:gd name="T4" fmla="*/ 391 w 495"/>
                  <a:gd name="T5" fmla="*/ 22 h 888"/>
                  <a:gd name="T6" fmla="*/ 376 w 495"/>
                  <a:gd name="T7" fmla="*/ 10 h 888"/>
                  <a:gd name="T8" fmla="*/ 357 w 495"/>
                  <a:gd name="T9" fmla="*/ 0 h 888"/>
                  <a:gd name="T10" fmla="*/ 146 w 495"/>
                  <a:gd name="T11" fmla="*/ 0 h 888"/>
                  <a:gd name="T12" fmla="*/ 131 w 495"/>
                  <a:gd name="T13" fmla="*/ 3 h 888"/>
                  <a:gd name="T14" fmla="*/ 104 w 495"/>
                  <a:gd name="T15" fmla="*/ 17 h 888"/>
                  <a:gd name="T16" fmla="*/ 97 w 495"/>
                  <a:gd name="T17" fmla="*/ 27 h 888"/>
                  <a:gd name="T18" fmla="*/ 90 w 495"/>
                  <a:gd name="T19" fmla="*/ 39 h 888"/>
                  <a:gd name="T20" fmla="*/ 90 w 495"/>
                  <a:gd name="T21" fmla="*/ 44 h 888"/>
                  <a:gd name="T22" fmla="*/ 0 w 495"/>
                  <a:gd name="T23" fmla="*/ 328 h 888"/>
                  <a:gd name="T24" fmla="*/ 0 w 495"/>
                  <a:gd name="T25" fmla="*/ 342 h 888"/>
                  <a:gd name="T26" fmla="*/ 12 w 495"/>
                  <a:gd name="T27" fmla="*/ 366 h 888"/>
                  <a:gd name="T28" fmla="*/ 24 w 495"/>
                  <a:gd name="T29" fmla="*/ 374 h 888"/>
                  <a:gd name="T30" fmla="*/ 32 w 495"/>
                  <a:gd name="T31" fmla="*/ 374 h 888"/>
                  <a:gd name="T32" fmla="*/ 51 w 495"/>
                  <a:gd name="T33" fmla="*/ 371 h 888"/>
                  <a:gd name="T34" fmla="*/ 66 w 495"/>
                  <a:gd name="T35" fmla="*/ 357 h 888"/>
                  <a:gd name="T36" fmla="*/ 138 w 495"/>
                  <a:gd name="T37" fmla="*/ 124 h 888"/>
                  <a:gd name="T38" fmla="*/ 146 w 495"/>
                  <a:gd name="T39" fmla="*/ 124 h 888"/>
                  <a:gd name="T40" fmla="*/ 46 w 495"/>
                  <a:gd name="T41" fmla="*/ 527 h 888"/>
                  <a:gd name="T42" fmla="*/ 155 w 495"/>
                  <a:gd name="T43" fmla="*/ 847 h 888"/>
                  <a:gd name="T44" fmla="*/ 155 w 495"/>
                  <a:gd name="T45" fmla="*/ 854 h 888"/>
                  <a:gd name="T46" fmla="*/ 160 w 495"/>
                  <a:gd name="T47" fmla="*/ 869 h 888"/>
                  <a:gd name="T48" fmla="*/ 172 w 495"/>
                  <a:gd name="T49" fmla="*/ 881 h 888"/>
                  <a:gd name="T50" fmla="*/ 187 w 495"/>
                  <a:gd name="T51" fmla="*/ 886 h 888"/>
                  <a:gd name="T52" fmla="*/ 194 w 495"/>
                  <a:gd name="T53" fmla="*/ 888 h 888"/>
                  <a:gd name="T54" fmla="*/ 211 w 495"/>
                  <a:gd name="T55" fmla="*/ 883 h 888"/>
                  <a:gd name="T56" fmla="*/ 223 w 495"/>
                  <a:gd name="T57" fmla="*/ 876 h 888"/>
                  <a:gd name="T58" fmla="*/ 233 w 495"/>
                  <a:gd name="T59" fmla="*/ 861 h 888"/>
                  <a:gd name="T60" fmla="*/ 235 w 495"/>
                  <a:gd name="T61" fmla="*/ 847 h 888"/>
                  <a:gd name="T62" fmla="*/ 260 w 495"/>
                  <a:gd name="T63" fmla="*/ 527 h 888"/>
                  <a:gd name="T64" fmla="*/ 260 w 495"/>
                  <a:gd name="T65" fmla="*/ 847 h 888"/>
                  <a:gd name="T66" fmla="*/ 264 w 495"/>
                  <a:gd name="T67" fmla="*/ 861 h 888"/>
                  <a:gd name="T68" fmla="*/ 272 w 495"/>
                  <a:gd name="T69" fmla="*/ 876 h 888"/>
                  <a:gd name="T70" fmla="*/ 286 w 495"/>
                  <a:gd name="T71" fmla="*/ 883 h 888"/>
                  <a:gd name="T72" fmla="*/ 301 w 495"/>
                  <a:gd name="T73" fmla="*/ 888 h 888"/>
                  <a:gd name="T74" fmla="*/ 311 w 495"/>
                  <a:gd name="T75" fmla="*/ 886 h 888"/>
                  <a:gd name="T76" fmla="*/ 325 w 495"/>
                  <a:gd name="T77" fmla="*/ 881 h 888"/>
                  <a:gd name="T78" fmla="*/ 335 w 495"/>
                  <a:gd name="T79" fmla="*/ 869 h 888"/>
                  <a:gd name="T80" fmla="*/ 342 w 495"/>
                  <a:gd name="T81" fmla="*/ 854 h 888"/>
                  <a:gd name="T82" fmla="*/ 342 w 495"/>
                  <a:gd name="T83" fmla="*/ 527 h 888"/>
                  <a:gd name="T84" fmla="*/ 340 w 495"/>
                  <a:gd name="T85" fmla="*/ 124 h 888"/>
                  <a:gd name="T86" fmla="*/ 345 w 495"/>
                  <a:gd name="T87" fmla="*/ 124 h 888"/>
                  <a:gd name="T88" fmla="*/ 427 w 495"/>
                  <a:gd name="T89" fmla="*/ 349 h 888"/>
                  <a:gd name="T90" fmla="*/ 429 w 495"/>
                  <a:gd name="T91" fmla="*/ 357 h 888"/>
                  <a:gd name="T92" fmla="*/ 444 w 495"/>
                  <a:gd name="T93" fmla="*/ 371 h 888"/>
                  <a:gd name="T94" fmla="*/ 463 w 495"/>
                  <a:gd name="T95" fmla="*/ 374 h 888"/>
                  <a:gd name="T96" fmla="*/ 471 w 495"/>
                  <a:gd name="T97" fmla="*/ 371 h 888"/>
                  <a:gd name="T98" fmla="*/ 483 w 495"/>
                  <a:gd name="T99" fmla="*/ 364 h 888"/>
                  <a:gd name="T100" fmla="*/ 495 w 495"/>
                  <a:gd name="T101" fmla="*/ 340 h 888"/>
                  <a:gd name="T102" fmla="*/ 495 w 495"/>
                  <a:gd name="T103" fmla="*/ 328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95" h="888">
                    <a:moveTo>
                      <a:pt x="495" y="328"/>
                    </a:moveTo>
                    <a:lnTo>
                      <a:pt x="403" y="53"/>
                    </a:lnTo>
                    <a:lnTo>
                      <a:pt x="403" y="53"/>
                    </a:lnTo>
                    <a:lnTo>
                      <a:pt x="400" y="41"/>
                    </a:lnTo>
                    <a:lnTo>
                      <a:pt x="398" y="32"/>
                    </a:lnTo>
                    <a:lnTo>
                      <a:pt x="391" y="22"/>
                    </a:lnTo>
                    <a:lnTo>
                      <a:pt x="386" y="15"/>
                    </a:lnTo>
                    <a:lnTo>
                      <a:pt x="376" y="10"/>
                    </a:lnTo>
                    <a:lnTo>
                      <a:pt x="366" y="5"/>
                    </a:lnTo>
                    <a:lnTo>
                      <a:pt x="357" y="0"/>
                    </a:lnTo>
                    <a:lnTo>
                      <a:pt x="345" y="0"/>
                    </a:lnTo>
                    <a:lnTo>
                      <a:pt x="146" y="0"/>
                    </a:lnTo>
                    <a:lnTo>
                      <a:pt x="146" y="0"/>
                    </a:lnTo>
                    <a:lnTo>
                      <a:pt x="131" y="3"/>
                    </a:lnTo>
                    <a:lnTo>
                      <a:pt x="116" y="7"/>
                    </a:lnTo>
                    <a:lnTo>
                      <a:pt x="104" y="17"/>
                    </a:lnTo>
                    <a:lnTo>
                      <a:pt x="97" y="27"/>
                    </a:lnTo>
                    <a:lnTo>
                      <a:pt x="97" y="27"/>
                    </a:lnTo>
                    <a:lnTo>
                      <a:pt x="92" y="39"/>
                    </a:lnTo>
                    <a:lnTo>
                      <a:pt x="90" y="39"/>
                    </a:lnTo>
                    <a:lnTo>
                      <a:pt x="90" y="39"/>
                    </a:lnTo>
                    <a:lnTo>
                      <a:pt x="90" y="44"/>
                    </a:lnTo>
                    <a:lnTo>
                      <a:pt x="0" y="328"/>
                    </a:lnTo>
                    <a:lnTo>
                      <a:pt x="0" y="328"/>
                    </a:lnTo>
                    <a:lnTo>
                      <a:pt x="0" y="335"/>
                    </a:lnTo>
                    <a:lnTo>
                      <a:pt x="0" y="342"/>
                    </a:lnTo>
                    <a:lnTo>
                      <a:pt x="2" y="354"/>
                    </a:lnTo>
                    <a:lnTo>
                      <a:pt x="12" y="366"/>
                    </a:lnTo>
                    <a:lnTo>
                      <a:pt x="17" y="371"/>
                    </a:lnTo>
                    <a:lnTo>
                      <a:pt x="24" y="374"/>
                    </a:lnTo>
                    <a:lnTo>
                      <a:pt x="24" y="374"/>
                    </a:lnTo>
                    <a:lnTo>
                      <a:pt x="32" y="374"/>
                    </a:lnTo>
                    <a:lnTo>
                      <a:pt x="39" y="374"/>
                    </a:lnTo>
                    <a:lnTo>
                      <a:pt x="51" y="371"/>
                    </a:lnTo>
                    <a:lnTo>
                      <a:pt x="61" y="362"/>
                    </a:lnTo>
                    <a:lnTo>
                      <a:pt x="66" y="357"/>
                    </a:lnTo>
                    <a:lnTo>
                      <a:pt x="68" y="349"/>
                    </a:lnTo>
                    <a:lnTo>
                      <a:pt x="138" y="124"/>
                    </a:lnTo>
                    <a:lnTo>
                      <a:pt x="138" y="124"/>
                    </a:lnTo>
                    <a:lnTo>
                      <a:pt x="146" y="124"/>
                    </a:lnTo>
                    <a:lnTo>
                      <a:pt x="153" y="124"/>
                    </a:lnTo>
                    <a:lnTo>
                      <a:pt x="46" y="527"/>
                    </a:lnTo>
                    <a:lnTo>
                      <a:pt x="155" y="527"/>
                    </a:lnTo>
                    <a:lnTo>
                      <a:pt x="155" y="847"/>
                    </a:lnTo>
                    <a:lnTo>
                      <a:pt x="155" y="847"/>
                    </a:lnTo>
                    <a:lnTo>
                      <a:pt x="155" y="854"/>
                    </a:lnTo>
                    <a:lnTo>
                      <a:pt x="158" y="861"/>
                    </a:lnTo>
                    <a:lnTo>
                      <a:pt x="160" y="869"/>
                    </a:lnTo>
                    <a:lnTo>
                      <a:pt x="167" y="876"/>
                    </a:lnTo>
                    <a:lnTo>
                      <a:pt x="172" y="881"/>
                    </a:lnTo>
                    <a:lnTo>
                      <a:pt x="180" y="883"/>
                    </a:lnTo>
                    <a:lnTo>
                      <a:pt x="187" y="886"/>
                    </a:lnTo>
                    <a:lnTo>
                      <a:pt x="194" y="888"/>
                    </a:lnTo>
                    <a:lnTo>
                      <a:pt x="194" y="888"/>
                    </a:lnTo>
                    <a:lnTo>
                      <a:pt x="204" y="886"/>
                    </a:lnTo>
                    <a:lnTo>
                      <a:pt x="211" y="883"/>
                    </a:lnTo>
                    <a:lnTo>
                      <a:pt x="218" y="881"/>
                    </a:lnTo>
                    <a:lnTo>
                      <a:pt x="223" y="876"/>
                    </a:lnTo>
                    <a:lnTo>
                      <a:pt x="231" y="869"/>
                    </a:lnTo>
                    <a:lnTo>
                      <a:pt x="233" y="861"/>
                    </a:lnTo>
                    <a:lnTo>
                      <a:pt x="235" y="854"/>
                    </a:lnTo>
                    <a:lnTo>
                      <a:pt x="235" y="847"/>
                    </a:lnTo>
                    <a:lnTo>
                      <a:pt x="235" y="527"/>
                    </a:lnTo>
                    <a:lnTo>
                      <a:pt x="260" y="527"/>
                    </a:lnTo>
                    <a:lnTo>
                      <a:pt x="260" y="847"/>
                    </a:lnTo>
                    <a:lnTo>
                      <a:pt x="260" y="847"/>
                    </a:lnTo>
                    <a:lnTo>
                      <a:pt x="262" y="854"/>
                    </a:lnTo>
                    <a:lnTo>
                      <a:pt x="264" y="861"/>
                    </a:lnTo>
                    <a:lnTo>
                      <a:pt x="267" y="869"/>
                    </a:lnTo>
                    <a:lnTo>
                      <a:pt x="272" y="876"/>
                    </a:lnTo>
                    <a:lnTo>
                      <a:pt x="279" y="881"/>
                    </a:lnTo>
                    <a:lnTo>
                      <a:pt x="286" y="883"/>
                    </a:lnTo>
                    <a:lnTo>
                      <a:pt x="294" y="886"/>
                    </a:lnTo>
                    <a:lnTo>
                      <a:pt x="301" y="888"/>
                    </a:lnTo>
                    <a:lnTo>
                      <a:pt x="301" y="888"/>
                    </a:lnTo>
                    <a:lnTo>
                      <a:pt x="311" y="886"/>
                    </a:lnTo>
                    <a:lnTo>
                      <a:pt x="318" y="883"/>
                    </a:lnTo>
                    <a:lnTo>
                      <a:pt x="325" y="881"/>
                    </a:lnTo>
                    <a:lnTo>
                      <a:pt x="330" y="876"/>
                    </a:lnTo>
                    <a:lnTo>
                      <a:pt x="335" y="869"/>
                    </a:lnTo>
                    <a:lnTo>
                      <a:pt x="340" y="861"/>
                    </a:lnTo>
                    <a:lnTo>
                      <a:pt x="342" y="854"/>
                    </a:lnTo>
                    <a:lnTo>
                      <a:pt x="342" y="847"/>
                    </a:lnTo>
                    <a:lnTo>
                      <a:pt x="342" y="527"/>
                    </a:lnTo>
                    <a:lnTo>
                      <a:pt x="451" y="527"/>
                    </a:lnTo>
                    <a:lnTo>
                      <a:pt x="340" y="124"/>
                    </a:lnTo>
                    <a:lnTo>
                      <a:pt x="345" y="124"/>
                    </a:lnTo>
                    <a:lnTo>
                      <a:pt x="345" y="124"/>
                    </a:lnTo>
                    <a:lnTo>
                      <a:pt x="352" y="124"/>
                    </a:lnTo>
                    <a:lnTo>
                      <a:pt x="427" y="349"/>
                    </a:lnTo>
                    <a:lnTo>
                      <a:pt x="427" y="349"/>
                    </a:lnTo>
                    <a:lnTo>
                      <a:pt x="429" y="357"/>
                    </a:lnTo>
                    <a:lnTo>
                      <a:pt x="434" y="362"/>
                    </a:lnTo>
                    <a:lnTo>
                      <a:pt x="444" y="371"/>
                    </a:lnTo>
                    <a:lnTo>
                      <a:pt x="459" y="374"/>
                    </a:lnTo>
                    <a:lnTo>
                      <a:pt x="463" y="374"/>
                    </a:lnTo>
                    <a:lnTo>
                      <a:pt x="471" y="371"/>
                    </a:lnTo>
                    <a:lnTo>
                      <a:pt x="471" y="371"/>
                    </a:lnTo>
                    <a:lnTo>
                      <a:pt x="478" y="369"/>
                    </a:lnTo>
                    <a:lnTo>
                      <a:pt x="483" y="364"/>
                    </a:lnTo>
                    <a:lnTo>
                      <a:pt x="493" y="354"/>
                    </a:lnTo>
                    <a:lnTo>
                      <a:pt x="495" y="340"/>
                    </a:lnTo>
                    <a:lnTo>
                      <a:pt x="495" y="332"/>
                    </a:lnTo>
                    <a:lnTo>
                      <a:pt x="495" y="328"/>
                    </a:lnTo>
                    <a:lnTo>
                      <a:pt x="495" y="3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28" name="组合 227"/>
            <p:cNvGrpSpPr/>
            <p:nvPr/>
          </p:nvGrpSpPr>
          <p:grpSpPr>
            <a:xfrm>
              <a:off x="7298885" y="4155926"/>
              <a:ext cx="294343" cy="643391"/>
              <a:chOff x="4421673" y="2233518"/>
              <a:chExt cx="785812" cy="1717675"/>
            </a:xfrm>
            <a:grpFill/>
          </p:grpSpPr>
          <p:sp>
            <p:nvSpPr>
              <p:cNvPr id="283" name="Freeform 5"/>
              <p:cNvSpPr>
                <a:spLocks/>
              </p:cNvSpPr>
              <p:nvPr/>
            </p:nvSpPr>
            <p:spPr bwMode="auto">
              <a:xfrm>
                <a:off x="4683610" y="2233518"/>
                <a:ext cx="254000" cy="258763"/>
              </a:xfrm>
              <a:custGeom>
                <a:avLst/>
                <a:gdLst>
                  <a:gd name="T0" fmla="*/ 80 w 160"/>
                  <a:gd name="T1" fmla="*/ 163 h 163"/>
                  <a:gd name="T2" fmla="*/ 80 w 160"/>
                  <a:gd name="T3" fmla="*/ 163 h 163"/>
                  <a:gd name="T4" fmla="*/ 95 w 160"/>
                  <a:gd name="T5" fmla="*/ 160 h 163"/>
                  <a:gd name="T6" fmla="*/ 112 w 160"/>
                  <a:gd name="T7" fmla="*/ 155 h 163"/>
                  <a:gd name="T8" fmla="*/ 124 w 160"/>
                  <a:gd name="T9" fmla="*/ 148 h 163"/>
                  <a:gd name="T10" fmla="*/ 136 w 160"/>
                  <a:gd name="T11" fmla="*/ 138 h 163"/>
                  <a:gd name="T12" fmla="*/ 146 w 160"/>
                  <a:gd name="T13" fmla="*/ 126 h 163"/>
                  <a:gd name="T14" fmla="*/ 153 w 160"/>
                  <a:gd name="T15" fmla="*/ 112 h 163"/>
                  <a:gd name="T16" fmla="*/ 158 w 160"/>
                  <a:gd name="T17" fmla="*/ 97 h 163"/>
                  <a:gd name="T18" fmla="*/ 160 w 160"/>
                  <a:gd name="T19" fmla="*/ 80 h 163"/>
                  <a:gd name="T20" fmla="*/ 160 w 160"/>
                  <a:gd name="T21" fmla="*/ 80 h 163"/>
                  <a:gd name="T22" fmla="*/ 158 w 160"/>
                  <a:gd name="T23" fmla="*/ 66 h 163"/>
                  <a:gd name="T24" fmla="*/ 153 w 160"/>
                  <a:gd name="T25" fmla="*/ 49 h 163"/>
                  <a:gd name="T26" fmla="*/ 146 w 160"/>
                  <a:gd name="T27" fmla="*/ 36 h 163"/>
                  <a:gd name="T28" fmla="*/ 136 w 160"/>
                  <a:gd name="T29" fmla="*/ 24 h 163"/>
                  <a:gd name="T30" fmla="*/ 124 w 160"/>
                  <a:gd name="T31" fmla="*/ 15 h 163"/>
                  <a:gd name="T32" fmla="*/ 112 w 160"/>
                  <a:gd name="T33" fmla="*/ 7 h 163"/>
                  <a:gd name="T34" fmla="*/ 95 w 160"/>
                  <a:gd name="T35" fmla="*/ 2 h 163"/>
                  <a:gd name="T36" fmla="*/ 80 w 160"/>
                  <a:gd name="T37" fmla="*/ 0 h 163"/>
                  <a:gd name="T38" fmla="*/ 80 w 160"/>
                  <a:gd name="T39" fmla="*/ 0 h 163"/>
                  <a:gd name="T40" fmla="*/ 63 w 160"/>
                  <a:gd name="T41" fmla="*/ 2 h 163"/>
                  <a:gd name="T42" fmla="*/ 49 w 160"/>
                  <a:gd name="T43" fmla="*/ 7 h 163"/>
                  <a:gd name="T44" fmla="*/ 34 w 160"/>
                  <a:gd name="T45" fmla="*/ 15 h 163"/>
                  <a:gd name="T46" fmla="*/ 22 w 160"/>
                  <a:gd name="T47" fmla="*/ 24 h 163"/>
                  <a:gd name="T48" fmla="*/ 12 w 160"/>
                  <a:gd name="T49" fmla="*/ 36 h 163"/>
                  <a:gd name="T50" fmla="*/ 5 w 160"/>
                  <a:gd name="T51" fmla="*/ 49 h 163"/>
                  <a:gd name="T52" fmla="*/ 0 w 160"/>
                  <a:gd name="T53" fmla="*/ 66 h 163"/>
                  <a:gd name="T54" fmla="*/ 0 w 160"/>
                  <a:gd name="T55" fmla="*/ 80 h 163"/>
                  <a:gd name="T56" fmla="*/ 0 w 160"/>
                  <a:gd name="T57" fmla="*/ 80 h 163"/>
                  <a:gd name="T58" fmla="*/ 0 w 160"/>
                  <a:gd name="T59" fmla="*/ 97 h 163"/>
                  <a:gd name="T60" fmla="*/ 5 w 160"/>
                  <a:gd name="T61" fmla="*/ 112 h 163"/>
                  <a:gd name="T62" fmla="*/ 12 w 160"/>
                  <a:gd name="T63" fmla="*/ 126 h 163"/>
                  <a:gd name="T64" fmla="*/ 22 w 160"/>
                  <a:gd name="T65" fmla="*/ 138 h 163"/>
                  <a:gd name="T66" fmla="*/ 34 w 160"/>
                  <a:gd name="T67" fmla="*/ 148 h 163"/>
                  <a:gd name="T68" fmla="*/ 49 w 160"/>
                  <a:gd name="T69" fmla="*/ 155 h 163"/>
                  <a:gd name="T70" fmla="*/ 63 w 160"/>
                  <a:gd name="T71" fmla="*/ 160 h 163"/>
                  <a:gd name="T72" fmla="*/ 80 w 160"/>
                  <a:gd name="T73" fmla="*/ 163 h 163"/>
                  <a:gd name="T74" fmla="*/ 80 w 160"/>
                  <a:gd name="T75"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0" h="163">
                    <a:moveTo>
                      <a:pt x="80" y="163"/>
                    </a:moveTo>
                    <a:lnTo>
                      <a:pt x="80" y="163"/>
                    </a:lnTo>
                    <a:lnTo>
                      <a:pt x="95" y="160"/>
                    </a:lnTo>
                    <a:lnTo>
                      <a:pt x="112" y="155"/>
                    </a:lnTo>
                    <a:lnTo>
                      <a:pt x="124" y="148"/>
                    </a:lnTo>
                    <a:lnTo>
                      <a:pt x="136" y="138"/>
                    </a:lnTo>
                    <a:lnTo>
                      <a:pt x="146" y="126"/>
                    </a:lnTo>
                    <a:lnTo>
                      <a:pt x="153" y="112"/>
                    </a:lnTo>
                    <a:lnTo>
                      <a:pt x="158" y="97"/>
                    </a:lnTo>
                    <a:lnTo>
                      <a:pt x="160" y="80"/>
                    </a:lnTo>
                    <a:lnTo>
                      <a:pt x="160" y="80"/>
                    </a:lnTo>
                    <a:lnTo>
                      <a:pt x="158" y="66"/>
                    </a:lnTo>
                    <a:lnTo>
                      <a:pt x="153" y="49"/>
                    </a:lnTo>
                    <a:lnTo>
                      <a:pt x="146" y="36"/>
                    </a:lnTo>
                    <a:lnTo>
                      <a:pt x="136" y="24"/>
                    </a:lnTo>
                    <a:lnTo>
                      <a:pt x="124" y="15"/>
                    </a:lnTo>
                    <a:lnTo>
                      <a:pt x="112" y="7"/>
                    </a:lnTo>
                    <a:lnTo>
                      <a:pt x="95" y="2"/>
                    </a:lnTo>
                    <a:lnTo>
                      <a:pt x="80" y="0"/>
                    </a:lnTo>
                    <a:lnTo>
                      <a:pt x="80" y="0"/>
                    </a:lnTo>
                    <a:lnTo>
                      <a:pt x="63" y="2"/>
                    </a:lnTo>
                    <a:lnTo>
                      <a:pt x="49" y="7"/>
                    </a:lnTo>
                    <a:lnTo>
                      <a:pt x="34" y="15"/>
                    </a:lnTo>
                    <a:lnTo>
                      <a:pt x="22" y="24"/>
                    </a:lnTo>
                    <a:lnTo>
                      <a:pt x="12" y="36"/>
                    </a:lnTo>
                    <a:lnTo>
                      <a:pt x="5" y="49"/>
                    </a:lnTo>
                    <a:lnTo>
                      <a:pt x="0" y="66"/>
                    </a:lnTo>
                    <a:lnTo>
                      <a:pt x="0" y="80"/>
                    </a:lnTo>
                    <a:lnTo>
                      <a:pt x="0" y="80"/>
                    </a:lnTo>
                    <a:lnTo>
                      <a:pt x="0" y="97"/>
                    </a:lnTo>
                    <a:lnTo>
                      <a:pt x="5" y="112"/>
                    </a:lnTo>
                    <a:lnTo>
                      <a:pt x="12" y="126"/>
                    </a:lnTo>
                    <a:lnTo>
                      <a:pt x="22" y="138"/>
                    </a:lnTo>
                    <a:lnTo>
                      <a:pt x="34" y="148"/>
                    </a:lnTo>
                    <a:lnTo>
                      <a:pt x="49" y="155"/>
                    </a:lnTo>
                    <a:lnTo>
                      <a:pt x="63" y="160"/>
                    </a:lnTo>
                    <a:lnTo>
                      <a:pt x="80" y="163"/>
                    </a:lnTo>
                    <a:lnTo>
                      <a:pt x="80" y="1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4" name="Freeform 6"/>
              <p:cNvSpPr>
                <a:spLocks/>
              </p:cNvSpPr>
              <p:nvPr/>
            </p:nvSpPr>
            <p:spPr bwMode="auto">
              <a:xfrm>
                <a:off x="4421673" y="2541493"/>
                <a:ext cx="785812" cy="1409700"/>
              </a:xfrm>
              <a:custGeom>
                <a:avLst/>
                <a:gdLst>
                  <a:gd name="T0" fmla="*/ 403 w 495"/>
                  <a:gd name="T1" fmla="*/ 53 h 888"/>
                  <a:gd name="T2" fmla="*/ 400 w 495"/>
                  <a:gd name="T3" fmla="*/ 41 h 888"/>
                  <a:gd name="T4" fmla="*/ 391 w 495"/>
                  <a:gd name="T5" fmla="*/ 22 h 888"/>
                  <a:gd name="T6" fmla="*/ 376 w 495"/>
                  <a:gd name="T7" fmla="*/ 10 h 888"/>
                  <a:gd name="T8" fmla="*/ 357 w 495"/>
                  <a:gd name="T9" fmla="*/ 0 h 888"/>
                  <a:gd name="T10" fmla="*/ 146 w 495"/>
                  <a:gd name="T11" fmla="*/ 0 h 888"/>
                  <a:gd name="T12" fmla="*/ 131 w 495"/>
                  <a:gd name="T13" fmla="*/ 3 h 888"/>
                  <a:gd name="T14" fmla="*/ 104 w 495"/>
                  <a:gd name="T15" fmla="*/ 17 h 888"/>
                  <a:gd name="T16" fmla="*/ 97 w 495"/>
                  <a:gd name="T17" fmla="*/ 27 h 888"/>
                  <a:gd name="T18" fmla="*/ 90 w 495"/>
                  <a:gd name="T19" fmla="*/ 39 h 888"/>
                  <a:gd name="T20" fmla="*/ 90 w 495"/>
                  <a:gd name="T21" fmla="*/ 44 h 888"/>
                  <a:gd name="T22" fmla="*/ 0 w 495"/>
                  <a:gd name="T23" fmla="*/ 328 h 888"/>
                  <a:gd name="T24" fmla="*/ 0 w 495"/>
                  <a:gd name="T25" fmla="*/ 342 h 888"/>
                  <a:gd name="T26" fmla="*/ 12 w 495"/>
                  <a:gd name="T27" fmla="*/ 366 h 888"/>
                  <a:gd name="T28" fmla="*/ 24 w 495"/>
                  <a:gd name="T29" fmla="*/ 374 h 888"/>
                  <a:gd name="T30" fmla="*/ 32 w 495"/>
                  <a:gd name="T31" fmla="*/ 374 h 888"/>
                  <a:gd name="T32" fmla="*/ 51 w 495"/>
                  <a:gd name="T33" fmla="*/ 371 h 888"/>
                  <a:gd name="T34" fmla="*/ 66 w 495"/>
                  <a:gd name="T35" fmla="*/ 357 h 888"/>
                  <a:gd name="T36" fmla="*/ 138 w 495"/>
                  <a:gd name="T37" fmla="*/ 124 h 888"/>
                  <a:gd name="T38" fmla="*/ 146 w 495"/>
                  <a:gd name="T39" fmla="*/ 124 h 888"/>
                  <a:gd name="T40" fmla="*/ 46 w 495"/>
                  <a:gd name="T41" fmla="*/ 527 h 888"/>
                  <a:gd name="T42" fmla="*/ 155 w 495"/>
                  <a:gd name="T43" fmla="*/ 847 h 888"/>
                  <a:gd name="T44" fmla="*/ 155 w 495"/>
                  <a:gd name="T45" fmla="*/ 854 h 888"/>
                  <a:gd name="T46" fmla="*/ 160 w 495"/>
                  <a:gd name="T47" fmla="*/ 869 h 888"/>
                  <a:gd name="T48" fmla="*/ 172 w 495"/>
                  <a:gd name="T49" fmla="*/ 881 h 888"/>
                  <a:gd name="T50" fmla="*/ 187 w 495"/>
                  <a:gd name="T51" fmla="*/ 886 h 888"/>
                  <a:gd name="T52" fmla="*/ 194 w 495"/>
                  <a:gd name="T53" fmla="*/ 888 h 888"/>
                  <a:gd name="T54" fmla="*/ 211 w 495"/>
                  <a:gd name="T55" fmla="*/ 883 h 888"/>
                  <a:gd name="T56" fmla="*/ 223 w 495"/>
                  <a:gd name="T57" fmla="*/ 876 h 888"/>
                  <a:gd name="T58" fmla="*/ 233 w 495"/>
                  <a:gd name="T59" fmla="*/ 861 h 888"/>
                  <a:gd name="T60" fmla="*/ 235 w 495"/>
                  <a:gd name="T61" fmla="*/ 847 h 888"/>
                  <a:gd name="T62" fmla="*/ 260 w 495"/>
                  <a:gd name="T63" fmla="*/ 527 h 888"/>
                  <a:gd name="T64" fmla="*/ 260 w 495"/>
                  <a:gd name="T65" fmla="*/ 847 h 888"/>
                  <a:gd name="T66" fmla="*/ 264 w 495"/>
                  <a:gd name="T67" fmla="*/ 861 h 888"/>
                  <a:gd name="T68" fmla="*/ 272 w 495"/>
                  <a:gd name="T69" fmla="*/ 876 h 888"/>
                  <a:gd name="T70" fmla="*/ 286 w 495"/>
                  <a:gd name="T71" fmla="*/ 883 h 888"/>
                  <a:gd name="T72" fmla="*/ 301 w 495"/>
                  <a:gd name="T73" fmla="*/ 888 h 888"/>
                  <a:gd name="T74" fmla="*/ 311 w 495"/>
                  <a:gd name="T75" fmla="*/ 886 h 888"/>
                  <a:gd name="T76" fmla="*/ 325 w 495"/>
                  <a:gd name="T77" fmla="*/ 881 h 888"/>
                  <a:gd name="T78" fmla="*/ 335 w 495"/>
                  <a:gd name="T79" fmla="*/ 869 h 888"/>
                  <a:gd name="T80" fmla="*/ 342 w 495"/>
                  <a:gd name="T81" fmla="*/ 854 h 888"/>
                  <a:gd name="T82" fmla="*/ 342 w 495"/>
                  <a:gd name="T83" fmla="*/ 527 h 888"/>
                  <a:gd name="T84" fmla="*/ 340 w 495"/>
                  <a:gd name="T85" fmla="*/ 124 h 888"/>
                  <a:gd name="T86" fmla="*/ 345 w 495"/>
                  <a:gd name="T87" fmla="*/ 124 h 888"/>
                  <a:gd name="T88" fmla="*/ 427 w 495"/>
                  <a:gd name="T89" fmla="*/ 349 h 888"/>
                  <a:gd name="T90" fmla="*/ 429 w 495"/>
                  <a:gd name="T91" fmla="*/ 357 h 888"/>
                  <a:gd name="T92" fmla="*/ 444 w 495"/>
                  <a:gd name="T93" fmla="*/ 371 h 888"/>
                  <a:gd name="T94" fmla="*/ 463 w 495"/>
                  <a:gd name="T95" fmla="*/ 374 h 888"/>
                  <a:gd name="T96" fmla="*/ 471 w 495"/>
                  <a:gd name="T97" fmla="*/ 371 h 888"/>
                  <a:gd name="T98" fmla="*/ 483 w 495"/>
                  <a:gd name="T99" fmla="*/ 364 h 888"/>
                  <a:gd name="T100" fmla="*/ 495 w 495"/>
                  <a:gd name="T101" fmla="*/ 340 h 888"/>
                  <a:gd name="T102" fmla="*/ 495 w 495"/>
                  <a:gd name="T103" fmla="*/ 328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95" h="888">
                    <a:moveTo>
                      <a:pt x="495" y="328"/>
                    </a:moveTo>
                    <a:lnTo>
                      <a:pt x="403" y="53"/>
                    </a:lnTo>
                    <a:lnTo>
                      <a:pt x="403" y="53"/>
                    </a:lnTo>
                    <a:lnTo>
                      <a:pt x="400" y="41"/>
                    </a:lnTo>
                    <a:lnTo>
                      <a:pt x="398" y="32"/>
                    </a:lnTo>
                    <a:lnTo>
                      <a:pt x="391" y="22"/>
                    </a:lnTo>
                    <a:lnTo>
                      <a:pt x="386" y="15"/>
                    </a:lnTo>
                    <a:lnTo>
                      <a:pt x="376" y="10"/>
                    </a:lnTo>
                    <a:lnTo>
                      <a:pt x="366" y="5"/>
                    </a:lnTo>
                    <a:lnTo>
                      <a:pt x="357" y="0"/>
                    </a:lnTo>
                    <a:lnTo>
                      <a:pt x="345" y="0"/>
                    </a:lnTo>
                    <a:lnTo>
                      <a:pt x="146" y="0"/>
                    </a:lnTo>
                    <a:lnTo>
                      <a:pt x="146" y="0"/>
                    </a:lnTo>
                    <a:lnTo>
                      <a:pt x="131" y="3"/>
                    </a:lnTo>
                    <a:lnTo>
                      <a:pt x="116" y="7"/>
                    </a:lnTo>
                    <a:lnTo>
                      <a:pt x="104" y="17"/>
                    </a:lnTo>
                    <a:lnTo>
                      <a:pt x="97" y="27"/>
                    </a:lnTo>
                    <a:lnTo>
                      <a:pt x="97" y="27"/>
                    </a:lnTo>
                    <a:lnTo>
                      <a:pt x="92" y="39"/>
                    </a:lnTo>
                    <a:lnTo>
                      <a:pt x="90" y="39"/>
                    </a:lnTo>
                    <a:lnTo>
                      <a:pt x="90" y="39"/>
                    </a:lnTo>
                    <a:lnTo>
                      <a:pt x="90" y="44"/>
                    </a:lnTo>
                    <a:lnTo>
                      <a:pt x="0" y="328"/>
                    </a:lnTo>
                    <a:lnTo>
                      <a:pt x="0" y="328"/>
                    </a:lnTo>
                    <a:lnTo>
                      <a:pt x="0" y="335"/>
                    </a:lnTo>
                    <a:lnTo>
                      <a:pt x="0" y="342"/>
                    </a:lnTo>
                    <a:lnTo>
                      <a:pt x="2" y="354"/>
                    </a:lnTo>
                    <a:lnTo>
                      <a:pt x="12" y="366"/>
                    </a:lnTo>
                    <a:lnTo>
                      <a:pt x="17" y="371"/>
                    </a:lnTo>
                    <a:lnTo>
                      <a:pt x="24" y="374"/>
                    </a:lnTo>
                    <a:lnTo>
                      <a:pt x="24" y="374"/>
                    </a:lnTo>
                    <a:lnTo>
                      <a:pt x="32" y="374"/>
                    </a:lnTo>
                    <a:lnTo>
                      <a:pt x="39" y="374"/>
                    </a:lnTo>
                    <a:lnTo>
                      <a:pt x="51" y="371"/>
                    </a:lnTo>
                    <a:lnTo>
                      <a:pt x="61" y="362"/>
                    </a:lnTo>
                    <a:lnTo>
                      <a:pt x="66" y="357"/>
                    </a:lnTo>
                    <a:lnTo>
                      <a:pt x="68" y="349"/>
                    </a:lnTo>
                    <a:lnTo>
                      <a:pt x="138" y="124"/>
                    </a:lnTo>
                    <a:lnTo>
                      <a:pt x="138" y="124"/>
                    </a:lnTo>
                    <a:lnTo>
                      <a:pt x="146" y="124"/>
                    </a:lnTo>
                    <a:lnTo>
                      <a:pt x="153" y="124"/>
                    </a:lnTo>
                    <a:lnTo>
                      <a:pt x="46" y="527"/>
                    </a:lnTo>
                    <a:lnTo>
                      <a:pt x="155" y="527"/>
                    </a:lnTo>
                    <a:lnTo>
                      <a:pt x="155" y="847"/>
                    </a:lnTo>
                    <a:lnTo>
                      <a:pt x="155" y="847"/>
                    </a:lnTo>
                    <a:lnTo>
                      <a:pt x="155" y="854"/>
                    </a:lnTo>
                    <a:lnTo>
                      <a:pt x="158" y="861"/>
                    </a:lnTo>
                    <a:lnTo>
                      <a:pt x="160" y="869"/>
                    </a:lnTo>
                    <a:lnTo>
                      <a:pt x="167" y="876"/>
                    </a:lnTo>
                    <a:lnTo>
                      <a:pt x="172" y="881"/>
                    </a:lnTo>
                    <a:lnTo>
                      <a:pt x="180" y="883"/>
                    </a:lnTo>
                    <a:lnTo>
                      <a:pt x="187" y="886"/>
                    </a:lnTo>
                    <a:lnTo>
                      <a:pt x="194" y="888"/>
                    </a:lnTo>
                    <a:lnTo>
                      <a:pt x="194" y="888"/>
                    </a:lnTo>
                    <a:lnTo>
                      <a:pt x="204" y="886"/>
                    </a:lnTo>
                    <a:lnTo>
                      <a:pt x="211" y="883"/>
                    </a:lnTo>
                    <a:lnTo>
                      <a:pt x="218" y="881"/>
                    </a:lnTo>
                    <a:lnTo>
                      <a:pt x="223" y="876"/>
                    </a:lnTo>
                    <a:lnTo>
                      <a:pt x="231" y="869"/>
                    </a:lnTo>
                    <a:lnTo>
                      <a:pt x="233" y="861"/>
                    </a:lnTo>
                    <a:lnTo>
                      <a:pt x="235" y="854"/>
                    </a:lnTo>
                    <a:lnTo>
                      <a:pt x="235" y="847"/>
                    </a:lnTo>
                    <a:lnTo>
                      <a:pt x="235" y="527"/>
                    </a:lnTo>
                    <a:lnTo>
                      <a:pt x="260" y="527"/>
                    </a:lnTo>
                    <a:lnTo>
                      <a:pt x="260" y="847"/>
                    </a:lnTo>
                    <a:lnTo>
                      <a:pt x="260" y="847"/>
                    </a:lnTo>
                    <a:lnTo>
                      <a:pt x="262" y="854"/>
                    </a:lnTo>
                    <a:lnTo>
                      <a:pt x="264" y="861"/>
                    </a:lnTo>
                    <a:lnTo>
                      <a:pt x="267" y="869"/>
                    </a:lnTo>
                    <a:lnTo>
                      <a:pt x="272" y="876"/>
                    </a:lnTo>
                    <a:lnTo>
                      <a:pt x="279" y="881"/>
                    </a:lnTo>
                    <a:lnTo>
                      <a:pt x="286" y="883"/>
                    </a:lnTo>
                    <a:lnTo>
                      <a:pt x="294" y="886"/>
                    </a:lnTo>
                    <a:lnTo>
                      <a:pt x="301" y="888"/>
                    </a:lnTo>
                    <a:lnTo>
                      <a:pt x="301" y="888"/>
                    </a:lnTo>
                    <a:lnTo>
                      <a:pt x="311" y="886"/>
                    </a:lnTo>
                    <a:lnTo>
                      <a:pt x="318" y="883"/>
                    </a:lnTo>
                    <a:lnTo>
                      <a:pt x="325" y="881"/>
                    </a:lnTo>
                    <a:lnTo>
                      <a:pt x="330" y="876"/>
                    </a:lnTo>
                    <a:lnTo>
                      <a:pt x="335" y="869"/>
                    </a:lnTo>
                    <a:lnTo>
                      <a:pt x="340" y="861"/>
                    </a:lnTo>
                    <a:lnTo>
                      <a:pt x="342" y="854"/>
                    </a:lnTo>
                    <a:lnTo>
                      <a:pt x="342" y="847"/>
                    </a:lnTo>
                    <a:lnTo>
                      <a:pt x="342" y="527"/>
                    </a:lnTo>
                    <a:lnTo>
                      <a:pt x="451" y="527"/>
                    </a:lnTo>
                    <a:lnTo>
                      <a:pt x="340" y="124"/>
                    </a:lnTo>
                    <a:lnTo>
                      <a:pt x="345" y="124"/>
                    </a:lnTo>
                    <a:lnTo>
                      <a:pt x="345" y="124"/>
                    </a:lnTo>
                    <a:lnTo>
                      <a:pt x="352" y="124"/>
                    </a:lnTo>
                    <a:lnTo>
                      <a:pt x="427" y="349"/>
                    </a:lnTo>
                    <a:lnTo>
                      <a:pt x="427" y="349"/>
                    </a:lnTo>
                    <a:lnTo>
                      <a:pt x="429" y="357"/>
                    </a:lnTo>
                    <a:lnTo>
                      <a:pt x="434" y="362"/>
                    </a:lnTo>
                    <a:lnTo>
                      <a:pt x="444" y="371"/>
                    </a:lnTo>
                    <a:lnTo>
                      <a:pt x="459" y="374"/>
                    </a:lnTo>
                    <a:lnTo>
                      <a:pt x="463" y="374"/>
                    </a:lnTo>
                    <a:lnTo>
                      <a:pt x="471" y="371"/>
                    </a:lnTo>
                    <a:lnTo>
                      <a:pt x="471" y="371"/>
                    </a:lnTo>
                    <a:lnTo>
                      <a:pt x="478" y="369"/>
                    </a:lnTo>
                    <a:lnTo>
                      <a:pt x="483" y="364"/>
                    </a:lnTo>
                    <a:lnTo>
                      <a:pt x="493" y="354"/>
                    </a:lnTo>
                    <a:lnTo>
                      <a:pt x="495" y="340"/>
                    </a:lnTo>
                    <a:lnTo>
                      <a:pt x="495" y="332"/>
                    </a:lnTo>
                    <a:lnTo>
                      <a:pt x="495" y="328"/>
                    </a:lnTo>
                    <a:lnTo>
                      <a:pt x="495" y="3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29" name="组合 228"/>
            <p:cNvGrpSpPr/>
            <p:nvPr/>
          </p:nvGrpSpPr>
          <p:grpSpPr>
            <a:xfrm>
              <a:off x="7023299" y="4155926"/>
              <a:ext cx="294343" cy="643391"/>
              <a:chOff x="4421673" y="2233518"/>
              <a:chExt cx="785812" cy="1717675"/>
            </a:xfrm>
            <a:grpFill/>
          </p:grpSpPr>
          <p:sp>
            <p:nvSpPr>
              <p:cNvPr id="281" name="Freeform 5"/>
              <p:cNvSpPr>
                <a:spLocks/>
              </p:cNvSpPr>
              <p:nvPr/>
            </p:nvSpPr>
            <p:spPr bwMode="auto">
              <a:xfrm>
                <a:off x="4683610" y="2233518"/>
                <a:ext cx="254000" cy="258763"/>
              </a:xfrm>
              <a:custGeom>
                <a:avLst/>
                <a:gdLst>
                  <a:gd name="T0" fmla="*/ 80 w 160"/>
                  <a:gd name="T1" fmla="*/ 163 h 163"/>
                  <a:gd name="T2" fmla="*/ 80 w 160"/>
                  <a:gd name="T3" fmla="*/ 163 h 163"/>
                  <a:gd name="T4" fmla="*/ 95 w 160"/>
                  <a:gd name="T5" fmla="*/ 160 h 163"/>
                  <a:gd name="T6" fmla="*/ 112 w 160"/>
                  <a:gd name="T7" fmla="*/ 155 h 163"/>
                  <a:gd name="T8" fmla="*/ 124 w 160"/>
                  <a:gd name="T9" fmla="*/ 148 h 163"/>
                  <a:gd name="T10" fmla="*/ 136 w 160"/>
                  <a:gd name="T11" fmla="*/ 138 h 163"/>
                  <a:gd name="T12" fmla="*/ 146 w 160"/>
                  <a:gd name="T13" fmla="*/ 126 h 163"/>
                  <a:gd name="T14" fmla="*/ 153 w 160"/>
                  <a:gd name="T15" fmla="*/ 112 h 163"/>
                  <a:gd name="T16" fmla="*/ 158 w 160"/>
                  <a:gd name="T17" fmla="*/ 97 h 163"/>
                  <a:gd name="T18" fmla="*/ 160 w 160"/>
                  <a:gd name="T19" fmla="*/ 80 h 163"/>
                  <a:gd name="T20" fmla="*/ 160 w 160"/>
                  <a:gd name="T21" fmla="*/ 80 h 163"/>
                  <a:gd name="T22" fmla="*/ 158 w 160"/>
                  <a:gd name="T23" fmla="*/ 66 h 163"/>
                  <a:gd name="T24" fmla="*/ 153 w 160"/>
                  <a:gd name="T25" fmla="*/ 49 h 163"/>
                  <a:gd name="T26" fmla="*/ 146 w 160"/>
                  <a:gd name="T27" fmla="*/ 36 h 163"/>
                  <a:gd name="T28" fmla="*/ 136 w 160"/>
                  <a:gd name="T29" fmla="*/ 24 h 163"/>
                  <a:gd name="T30" fmla="*/ 124 w 160"/>
                  <a:gd name="T31" fmla="*/ 15 h 163"/>
                  <a:gd name="T32" fmla="*/ 112 w 160"/>
                  <a:gd name="T33" fmla="*/ 7 h 163"/>
                  <a:gd name="T34" fmla="*/ 95 w 160"/>
                  <a:gd name="T35" fmla="*/ 2 h 163"/>
                  <a:gd name="T36" fmla="*/ 80 w 160"/>
                  <a:gd name="T37" fmla="*/ 0 h 163"/>
                  <a:gd name="T38" fmla="*/ 80 w 160"/>
                  <a:gd name="T39" fmla="*/ 0 h 163"/>
                  <a:gd name="T40" fmla="*/ 63 w 160"/>
                  <a:gd name="T41" fmla="*/ 2 h 163"/>
                  <a:gd name="T42" fmla="*/ 49 w 160"/>
                  <a:gd name="T43" fmla="*/ 7 h 163"/>
                  <a:gd name="T44" fmla="*/ 34 w 160"/>
                  <a:gd name="T45" fmla="*/ 15 h 163"/>
                  <a:gd name="T46" fmla="*/ 22 w 160"/>
                  <a:gd name="T47" fmla="*/ 24 h 163"/>
                  <a:gd name="T48" fmla="*/ 12 w 160"/>
                  <a:gd name="T49" fmla="*/ 36 h 163"/>
                  <a:gd name="T50" fmla="*/ 5 w 160"/>
                  <a:gd name="T51" fmla="*/ 49 h 163"/>
                  <a:gd name="T52" fmla="*/ 0 w 160"/>
                  <a:gd name="T53" fmla="*/ 66 h 163"/>
                  <a:gd name="T54" fmla="*/ 0 w 160"/>
                  <a:gd name="T55" fmla="*/ 80 h 163"/>
                  <a:gd name="T56" fmla="*/ 0 w 160"/>
                  <a:gd name="T57" fmla="*/ 80 h 163"/>
                  <a:gd name="T58" fmla="*/ 0 w 160"/>
                  <a:gd name="T59" fmla="*/ 97 h 163"/>
                  <a:gd name="T60" fmla="*/ 5 w 160"/>
                  <a:gd name="T61" fmla="*/ 112 h 163"/>
                  <a:gd name="T62" fmla="*/ 12 w 160"/>
                  <a:gd name="T63" fmla="*/ 126 h 163"/>
                  <a:gd name="T64" fmla="*/ 22 w 160"/>
                  <a:gd name="T65" fmla="*/ 138 h 163"/>
                  <a:gd name="T66" fmla="*/ 34 w 160"/>
                  <a:gd name="T67" fmla="*/ 148 h 163"/>
                  <a:gd name="T68" fmla="*/ 49 w 160"/>
                  <a:gd name="T69" fmla="*/ 155 h 163"/>
                  <a:gd name="T70" fmla="*/ 63 w 160"/>
                  <a:gd name="T71" fmla="*/ 160 h 163"/>
                  <a:gd name="T72" fmla="*/ 80 w 160"/>
                  <a:gd name="T73" fmla="*/ 163 h 163"/>
                  <a:gd name="T74" fmla="*/ 80 w 160"/>
                  <a:gd name="T75"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0" h="163">
                    <a:moveTo>
                      <a:pt x="80" y="163"/>
                    </a:moveTo>
                    <a:lnTo>
                      <a:pt x="80" y="163"/>
                    </a:lnTo>
                    <a:lnTo>
                      <a:pt x="95" y="160"/>
                    </a:lnTo>
                    <a:lnTo>
                      <a:pt x="112" y="155"/>
                    </a:lnTo>
                    <a:lnTo>
                      <a:pt x="124" y="148"/>
                    </a:lnTo>
                    <a:lnTo>
                      <a:pt x="136" y="138"/>
                    </a:lnTo>
                    <a:lnTo>
                      <a:pt x="146" y="126"/>
                    </a:lnTo>
                    <a:lnTo>
                      <a:pt x="153" y="112"/>
                    </a:lnTo>
                    <a:lnTo>
                      <a:pt x="158" y="97"/>
                    </a:lnTo>
                    <a:lnTo>
                      <a:pt x="160" y="80"/>
                    </a:lnTo>
                    <a:lnTo>
                      <a:pt x="160" y="80"/>
                    </a:lnTo>
                    <a:lnTo>
                      <a:pt x="158" y="66"/>
                    </a:lnTo>
                    <a:lnTo>
                      <a:pt x="153" y="49"/>
                    </a:lnTo>
                    <a:lnTo>
                      <a:pt x="146" y="36"/>
                    </a:lnTo>
                    <a:lnTo>
                      <a:pt x="136" y="24"/>
                    </a:lnTo>
                    <a:lnTo>
                      <a:pt x="124" y="15"/>
                    </a:lnTo>
                    <a:lnTo>
                      <a:pt x="112" y="7"/>
                    </a:lnTo>
                    <a:lnTo>
                      <a:pt x="95" y="2"/>
                    </a:lnTo>
                    <a:lnTo>
                      <a:pt x="80" y="0"/>
                    </a:lnTo>
                    <a:lnTo>
                      <a:pt x="80" y="0"/>
                    </a:lnTo>
                    <a:lnTo>
                      <a:pt x="63" y="2"/>
                    </a:lnTo>
                    <a:lnTo>
                      <a:pt x="49" y="7"/>
                    </a:lnTo>
                    <a:lnTo>
                      <a:pt x="34" y="15"/>
                    </a:lnTo>
                    <a:lnTo>
                      <a:pt x="22" y="24"/>
                    </a:lnTo>
                    <a:lnTo>
                      <a:pt x="12" y="36"/>
                    </a:lnTo>
                    <a:lnTo>
                      <a:pt x="5" y="49"/>
                    </a:lnTo>
                    <a:lnTo>
                      <a:pt x="0" y="66"/>
                    </a:lnTo>
                    <a:lnTo>
                      <a:pt x="0" y="80"/>
                    </a:lnTo>
                    <a:lnTo>
                      <a:pt x="0" y="80"/>
                    </a:lnTo>
                    <a:lnTo>
                      <a:pt x="0" y="97"/>
                    </a:lnTo>
                    <a:lnTo>
                      <a:pt x="5" y="112"/>
                    </a:lnTo>
                    <a:lnTo>
                      <a:pt x="12" y="126"/>
                    </a:lnTo>
                    <a:lnTo>
                      <a:pt x="22" y="138"/>
                    </a:lnTo>
                    <a:lnTo>
                      <a:pt x="34" y="148"/>
                    </a:lnTo>
                    <a:lnTo>
                      <a:pt x="49" y="155"/>
                    </a:lnTo>
                    <a:lnTo>
                      <a:pt x="63" y="160"/>
                    </a:lnTo>
                    <a:lnTo>
                      <a:pt x="80" y="163"/>
                    </a:lnTo>
                    <a:lnTo>
                      <a:pt x="80" y="1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2" name="Freeform 6"/>
              <p:cNvSpPr>
                <a:spLocks/>
              </p:cNvSpPr>
              <p:nvPr/>
            </p:nvSpPr>
            <p:spPr bwMode="auto">
              <a:xfrm>
                <a:off x="4421673" y="2541493"/>
                <a:ext cx="785812" cy="1409700"/>
              </a:xfrm>
              <a:custGeom>
                <a:avLst/>
                <a:gdLst>
                  <a:gd name="T0" fmla="*/ 403 w 495"/>
                  <a:gd name="T1" fmla="*/ 53 h 888"/>
                  <a:gd name="T2" fmla="*/ 400 w 495"/>
                  <a:gd name="T3" fmla="*/ 41 h 888"/>
                  <a:gd name="T4" fmla="*/ 391 w 495"/>
                  <a:gd name="T5" fmla="*/ 22 h 888"/>
                  <a:gd name="T6" fmla="*/ 376 w 495"/>
                  <a:gd name="T7" fmla="*/ 10 h 888"/>
                  <a:gd name="T8" fmla="*/ 357 w 495"/>
                  <a:gd name="T9" fmla="*/ 0 h 888"/>
                  <a:gd name="T10" fmla="*/ 146 w 495"/>
                  <a:gd name="T11" fmla="*/ 0 h 888"/>
                  <a:gd name="T12" fmla="*/ 131 w 495"/>
                  <a:gd name="T13" fmla="*/ 3 h 888"/>
                  <a:gd name="T14" fmla="*/ 104 w 495"/>
                  <a:gd name="T15" fmla="*/ 17 h 888"/>
                  <a:gd name="T16" fmla="*/ 97 w 495"/>
                  <a:gd name="T17" fmla="*/ 27 h 888"/>
                  <a:gd name="T18" fmla="*/ 90 w 495"/>
                  <a:gd name="T19" fmla="*/ 39 h 888"/>
                  <a:gd name="T20" fmla="*/ 90 w 495"/>
                  <a:gd name="T21" fmla="*/ 44 h 888"/>
                  <a:gd name="T22" fmla="*/ 0 w 495"/>
                  <a:gd name="T23" fmla="*/ 328 h 888"/>
                  <a:gd name="T24" fmla="*/ 0 w 495"/>
                  <a:gd name="T25" fmla="*/ 342 h 888"/>
                  <a:gd name="T26" fmla="*/ 12 w 495"/>
                  <a:gd name="T27" fmla="*/ 366 h 888"/>
                  <a:gd name="T28" fmla="*/ 24 w 495"/>
                  <a:gd name="T29" fmla="*/ 374 h 888"/>
                  <a:gd name="T30" fmla="*/ 32 w 495"/>
                  <a:gd name="T31" fmla="*/ 374 h 888"/>
                  <a:gd name="T32" fmla="*/ 51 w 495"/>
                  <a:gd name="T33" fmla="*/ 371 h 888"/>
                  <a:gd name="T34" fmla="*/ 66 w 495"/>
                  <a:gd name="T35" fmla="*/ 357 h 888"/>
                  <a:gd name="T36" fmla="*/ 138 w 495"/>
                  <a:gd name="T37" fmla="*/ 124 h 888"/>
                  <a:gd name="T38" fmla="*/ 146 w 495"/>
                  <a:gd name="T39" fmla="*/ 124 h 888"/>
                  <a:gd name="T40" fmla="*/ 46 w 495"/>
                  <a:gd name="T41" fmla="*/ 527 h 888"/>
                  <a:gd name="T42" fmla="*/ 155 w 495"/>
                  <a:gd name="T43" fmla="*/ 847 h 888"/>
                  <a:gd name="T44" fmla="*/ 155 w 495"/>
                  <a:gd name="T45" fmla="*/ 854 h 888"/>
                  <a:gd name="T46" fmla="*/ 160 w 495"/>
                  <a:gd name="T47" fmla="*/ 869 h 888"/>
                  <a:gd name="T48" fmla="*/ 172 w 495"/>
                  <a:gd name="T49" fmla="*/ 881 h 888"/>
                  <a:gd name="T50" fmla="*/ 187 w 495"/>
                  <a:gd name="T51" fmla="*/ 886 h 888"/>
                  <a:gd name="T52" fmla="*/ 194 w 495"/>
                  <a:gd name="T53" fmla="*/ 888 h 888"/>
                  <a:gd name="T54" fmla="*/ 211 w 495"/>
                  <a:gd name="T55" fmla="*/ 883 h 888"/>
                  <a:gd name="T56" fmla="*/ 223 w 495"/>
                  <a:gd name="T57" fmla="*/ 876 h 888"/>
                  <a:gd name="T58" fmla="*/ 233 w 495"/>
                  <a:gd name="T59" fmla="*/ 861 h 888"/>
                  <a:gd name="T60" fmla="*/ 235 w 495"/>
                  <a:gd name="T61" fmla="*/ 847 h 888"/>
                  <a:gd name="T62" fmla="*/ 260 w 495"/>
                  <a:gd name="T63" fmla="*/ 527 h 888"/>
                  <a:gd name="T64" fmla="*/ 260 w 495"/>
                  <a:gd name="T65" fmla="*/ 847 h 888"/>
                  <a:gd name="T66" fmla="*/ 264 w 495"/>
                  <a:gd name="T67" fmla="*/ 861 h 888"/>
                  <a:gd name="T68" fmla="*/ 272 w 495"/>
                  <a:gd name="T69" fmla="*/ 876 h 888"/>
                  <a:gd name="T70" fmla="*/ 286 w 495"/>
                  <a:gd name="T71" fmla="*/ 883 h 888"/>
                  <a:gd name="T72" fmla="*/ 301 w 495"/>
                  <a:gd name="T73" fmla="*/ 888 h 888"/>
                  <a:gd name="T74" fmla="*/ 311 w 495"/>
                  <a:gd name="T75" fmla="*/ 886 h 888"/>
                  <a:gd name="T76" fmla="*/ 325 w 495"/>
                  <a:gd name="T77" fmla="*/ 881 h 888"/>
                  <a:gd name="T78" fmla="*/ 335 w 495"/>
                  <a:gd name="T79" fmla="*/ 869 h 888"/>
                  <a:gd name="T80" fmla="*/ 342 w 495"/>
                  <a:gd name="T81" fmla="*/ 854 h 888"/>
                  <a:gd name="T82" fmla="*/ 342 w 495"/>
                  <a:gd name="T83" fmla="*/ 527 h 888"/>
                  <a:gd name="T84" fmla="*/ 340 w 495"/>
                  <a:gd name="T85" fmla="*/ 124 h 888"/>
                  <a:gd name="T86" fmla="*/ 345 w 495"/>
                  <a:gd name="T87" fmla="*/ 124 h 888"/>
                  <a:gd name="T88" fmla="*/ 427 w 495"/>
                  <a:gd name="T89" fmla="*/ 349 h 888"/>
                  <a:gd name="T90" fmla="*/ 429 w 495"/>
                  <a:gd name="T91" fmla="*/ 357 h 888"/>
                  <a:gd name="T92" fmla="*/ 444 w 495"/>
                  <a:gd name="T93" fmla="*/ 371 h 888"/>
                  <a:gd name="T94" fmla="*/ 463 w 495"/>
                  <a:gd name="T95" fmla="*/ 374 h 888"/>
                  <a:gd name="T96" fmla="*/ 471 w 495"/>
                  <a:gd name="T97" fmla="*/ 371 h 888"/>
                  <a:gd name="T98" fmla="*/ 483 w 495"/>
                  <a:gd name="T99" fmla="*/ 364 h 888"/>
                  <a:gd name="T100" fmla="*/ 495 w 495"/>
                  <a:gd name="T101" fmla="*/ 340 h 888"/>
                  <a:gd name="T102" fmla="*/ 495 w 495"/>
                  <a:gd name="T103" fmla="*/ 328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95" h="888">
                    <a:moveTo>
                      <a:pt x="495" y="328"/>
                    </a:moveTo>
                    <a:lnTo>
                      <a:pt x="403" y="53"/>
                    </a:lnTo>
                    <a:lnTo>
                      <a:pt x="403" y="53"/>
                    </a:lnTo>
                    <a:lnTo>
                      <a:pt x="400" y="41"/>
                    </a:lnTo>
                    <a:lnTo>
                      <a:pt x="398" y="32"/>
                    </a:lnTo>
                    <a:lnTo>
                      <a:pt x="391" y="22"/>
                    </a:lnTo>
                    <a:lnTo>
                      <a:pt x="386" y="15"/>
                    </a:lnTo>
                    <a:lnTo>
                      <a:pt x="376" y="10"/>
                    </a:lnTo>
                    <a:lnTo>
                      <a:pt x="366" y="5"/>
                    </a:lnTo>
                    <a:lnTo>
                      <a:pt x="357" y="0"/>
                    </a:lnTo>
                    <a:lnTo>
                      <a:pt x="345" y="0"/>
                    </a:lnTo>
                    <a:lnTo>
                      <a:pt x="146" y="0"/>
                    </a:lnTo>
                    <a:lnTo>
                      <a:pt x="146" y="0"/>
                    </a:lnTo>
                    <a:lnTo>
                      <a:pt x="131" y="3"/>
                    </a:lnTo>
                    <a:lnTo>
                      <a:pt x="116" y="7"/>
                    </a:lnTo>
                    <a:lnTo>
                      <a:pt x="104" y="17"/>
                    </a:lnTo>
                    <a:lnTo>
                      <a:pt x="97" y="27"/>
                    </a:lnTo>
                    <a:lnTo>
                      <a:pt x="97" y="27"/>
                    </a:lnTo>
                    <a:lnTo>
                      <a:pt x="92" y="39"/>
                    </a:lnTo>
                    <a:lnTo>
                      <a:pt x="90" y="39"/>
                    </a:lnTo>
                    <a:lnTo>
                      <a:pt x="90" y="39"/>
                    </a:lnTo>
                    <a:lnTo>
                      <a:pt x="90" y="44"/>
                    </a:lnTo>
                    <a:lnTo>
                      <a:pt x="0" y="328"/>
                    </a:lnTo>
                    <a:lnTo>
                      <a:pt x="0" y="328"/>
                    </a:lnTo>
                    <a:lnTo>
                      <a:pt x="0" y="335"/>
                    </a:lnTo>
                    <a:lnTo>
                      <a:pt x="0" y="342"/>
                    </a:lnTo>
                    <a:lnTo>
                      <a:pt x="2" y="354"/>
                    </a:lnTo>
                    <a:lnTo>
                      <a:pt x="12" y="366"/>
                    </a:lnTo>
                    <a:lnTo>
                      <a:pt x="17" y="371"/>
                    </a:lnTo>
                    <a:lnTo>
                      <a:pt x="24" y="374"/>
                    </a:lnTo>
                    <a:lnTo>
                      <a:pt x="24" y="374"/>
                    </a:lnTo>
                    <a:lnTo>
                      <a:pt x="32" y="374"/>
                    </a:lnTo>
                    <a:lnTo>
                      <a:pt x="39" y="374"/>
                    </a:lnTo>
                    <a:lnTo>
                      <a:pt x="51" y="371"/>
                    </a:lnTo>
                    <a:lnTo>
                      <a:pt x="61" y="362"/>
                    </a:lnTo>
                    <a:lnTo>
                      <a:pt x="66" y="357"/>
                    </a:lnTo>
                    <a:lnTo>
                      <a:pt x="68" y="349"/>
                    </a:lnTo>
                    <a:lnTo>
                      <a:pt x="138" y="124"/>
                    </a:lnTo>
                    <a:lnTo>
                      <a:pt x="138" y="124"/>
                    </a:lnTo>
                    <a:lnTo>
                      <a:pt x="146" y="124"/>
                    </a:lnTo>
                    <a:lnTo>
                      <a:pt x="153" y="124"/>
                    </a:lnTo>
                    <a:lnTo>
                      <a:pt x="46" y="527"/>
                    </a:lnTo>
                    <a:lnTo>
                      <a:pt x="155" y="527"/>
                    </a:lnTo>
                    <a:lnTo>
                      <a:pt x="155" y="847"/>
                    </a:lnTo>
                    <a:lnTo>
                      <a:pt x="155" y="847"/>
                    </a:lnTo>
                    <a:lnTo>
                      <a:pt x="155" y="854"/>
                    </a:lnTo>
                    <a:lnTo>
                      <a:pt x="158" y="861"/>
                    </a:lnTo>
                    <a:lnTo>
                      <a:pt x="160" y="869"/>
                    </a:lnTo>
                    <a:lnTo>
                      <a:pt x="167" y="876"/>
                    </a:lnTo>
                    <a:lnTo>
                      <a:pt x="172" y="881"/>
                    </a:lnTo>
                    <a:lnTo>
                      <a:pt x="180" y="883"/>
                    </a:lnTo>
                    <a:lnTo>
                      <a:pt x="187" y="886"/>
                    </a:lnTo>
                    <a:lnTo>
                      <a:pt x="194" y="888"/>
                    </a:lnTo>
                    <a:lnTo>
                      <a:pt x="194" y="888"/>
                    </a:lnTo>
                    <a:lnTo>
                      <a:pt x="204" y="886"/>
                    </a:lnTo>
                    <a:lnTo>
                      <a:pt x="211" y="883"/>
                    </a:lnTo>
                    <a:lnTo>
                      <a:pt x="218" y="881"/>
                    </a:lnTo>
                    <a:lnTo>
                      <a:pt x="223" y="876"/>
                    </a:lnTo>
                    <a:lnTo>
                      <a:pt x="231" y="869"/>
                    </a:lnTo>
                    <a:lnTo>
                      <a:pt x="233" y="861"/>
                    </a:lnTo>
                    <a:lnTo>
                      <a:pt x="235" y="854"/>
                    </a:lnTo>
                    <a:lnTo>
                      <a:pt x="235" y="847"/>
                    </a:lnTo>
                    <a:lnTo>
                      <a:pt x="235" y="527"/>
                    </a:lnTo>
                    <a:lnTo>
                      <a:pt x="260" y="527"/>
                    </a:lnTo>
                    <a:lnTo>
                      <a:pt x="260" y="847"/>
                    </a:lnTo>
                    <a:lnTo>
                      <a:pt x="260" y="847"/>
                    </a:lnTo>
                    <a:lnTo>
                      <a:pt x="262" y="854"/>
                    </a:lnTo>
                    <a:lnTo>
                      <a:pt x="264" y="861"/>
                    </a:lnTo>
                    <a:lnTo>
                      <a:pt x="267" y="869"/>
                    </a:lnTo>
                    <a:lnTo>
                      <a:pt x="272" y="876"/>
                    </a:lnTo>
                    <a:lnTo>
                      <a:pt x="279" y="881"/>
                    </a:lnTo>
                    <a:lnTo>
                      <a:pt x="286" y="883"/>
                    </a:lnTo>
                    <a:lnTo>
                      <a:pt x="294" y="886"/>
                    </a:lnTo>
                    <a:lnTo>
                      <a:pt x="301" y="888"/>
                    </a:lnTo>
                    <a:lnTo>
                      <a:pt x="301" y="888"/>
                    </a:lnTo>
                    <a:lnTo>
                      <a:pt x="311" y="886"/>
                    </a:lnTo>
                    <a:lnTo>
                      <a:pt x="318" y="883"/>
                    </a:lnTo>
                    <a:lnTo>
                      <a:pt x="325" y="881"/>
                    </a:lnTo>
                    <a:lnTo>
                      <a:pt x="330" y="876"/>
                    </a:lnTo>
                    <a:lnTo>
                      <a:pt x="335" y="869"/>
                    </a:lnTo>
                    <a:lnTo>
                      <a:pt x="340" y="861"/>
                    </a:lnTo>
                    <a:lnTo>
                      <a:pt x="342" y="854"/>
                    </a:lnTo>
                    <a:lnTo>
                      <a:pt x="342" y="847"/>
                    </a:lnTo>
                    <a:lnTo>
                      <a:pt x="342" y="527"/>
                    </a:lnTo>
                    <a:lnTo>
                      <a:pt x="451" y="527"/>
                    </a:lnTo>
                    <a:lnTo>
                      <a:pt x="340" y="124"/>
                    </a:lnTo>
                    <a:lnTo>
                      <a:pt x="345" y="124"/>
                    </a:lnTo>
                    <a:lnTo>
                      <a:pt x="345" y="124"/>
                    </a:lnTo>
                    <a:lnTo>
                      <a:pt x="352" y="124"/>
                    </a:lnTo>
                    <a:lnTo>
                      <a:pt x="427" y="349"/>
                    </a:lnTo>
                    <a:lnTo>
                      <a:pt x="427" y="349"/>
                    </a:lnTo>
                    <a:lnTo>
                      <a:pt x="429" y="357"/>
                    </a:lnTo>
                    <a:lnTo>
                      <a:pt x="434" y="362"/>
                    </a:lnTo>
                    <a:lnTo>
                      <a:pt x="444" y="371"/>
                    </a:lnTo>
                    <a:lnTo>
                      <a:pt x="459" y="374"/>
                    </a:lnTo>
                    <a:lnTo>
                      <a:pt x="463" y="374"/>
                    </a:lnTo>
                    <a:lnTo>
                      <a:pt x="471" y="371"/>
                    </a:lnTo>
                    <a:lnTo>
                      <a:pt x="471" y="371"/>
                    </a:lnTo>
                    <a:lnTo>
                      <a:pt x="478" y="369"/>
                    </a:lnTo>
                    <a:lnTo>
                      <a:pt x="483" y="364"/>
                    </a:lnTo>
                    <a:lnTo>
                      <a:pt x="493" y="354"/>
                    </a:lnTo>
                    <a:lnTo>
                      <a:pt x="495" y="340"/>
                    </a:lnTo>
                    <a:lnTo>
                      <a:pt x="495" y="332"/>
                    </a:lnTo>
                    <a:lnTo>
                      <a:pt x="495" y="328"/>
                    </a:lnTo>
                    <a:lnTo>
                      <a:pt x="495" y="3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30" name="组合 229"/>
            <p:cNvGrpSpPr/>
            <p:nvPr/>
          </p:nvGrpSpPr>
          <p:grpSpPr>
            <a:xfrm>
              <a:off x="6747713" y="4155926"/>
              <a:ext cx="294343" cy="643391"/>
              <a:chOff x="4421673" y="2233518"/>
              <a:chExt cx="785812" cy="1717675"/>
            </a:xfrm>
            <a:grpFill/>
          </p:grpSpPr>
          <p:sp>
            <p:nvSpPr>
              <p:cNvPr id="279" name="Freeform 5"/>
              <p:cNvSpPr>
                <a:spLocks/>
              </p:cNvSpPr>
              <p:nvPr/>
            </p:nvSpPr>
            <p:spPr bwMode="auto">
              <a:xfrm>
                <a:off x="4683610" y="2233518"/>
                <a:ext cx="254000" cy="258763"/>
              </a:xfrm>
              <a:custGeom>
                <a:avLst/>
                <a:gdLst>
                  <a:gd name="T0" fmla="*/ 80 w 160"/>
                  <a:gd name="T1" fmla="*/ 163 h 163"/>
                  <a:gd name="T2" fmla="*/ 80 w 160"/>
                  <a:gd name="T3" fmla="*/ 163 h 163"/>
                  <a:gd name="T4" fmla="*/ 95 w 160"/>
                  <a:gd name="T5" fmla="*/ 160 h 163"/>
                  <a:gd name="T6" fmla="*/ 112 w 160"/>
                  <a:gd name="T7" fmla="*/ 155 h 163"/>
                  <a:gd name="T8" fmla="*/ 124 w 160"/>
                  <a:gd name="T9" fmla="*/ 148 h 163"/>
                  <a:gd name="T10" fmla="*/ 136 w 160"/>
                  <a:gd name="T11" fmla="*/ 138 h 163"/>
                  <a:gd name="T12" fmla="*/ 146 w 160"/>
                  <a:gd name="T13" fmla="*/ 126 h 163"/>
                  <a:gd name="T14" fmla="*/ 153 w 160"/>
                  <a:gd name="T15" fmla="*/ 112 h 163"/>
                  <a:gd name="T16" fmla="*/ 158 w 160"/>
                  <a:gd name="T17" fmla="*/ 97 h 163"/>
                  <a:gd name="T18" fmla="*/ 160 w 160"/>
                  <a:gd name="T19" fmla="*/ 80 h 163"/>
                  <a:gd name="T20" fmla="*/ 160 w 160"/>
                  <a:gd name="T21" fmla="*/ 80 h 163"/>
                  <a:gd name="T22" fmla="*/ 158 w 160"/>
                  <a:gd name="T23" fmla="*/ 66 h 163"/>
                  <a:gd name="T24" fmla="*/ 153 w 160"/>
                  <a:gd name="T25" fmla="*/ 49 h 163"/>
                  <a:gd name="T26" fmla="*/ 146 w 160"/>
                  <a:gd name="T27" fmla="*/ 36 h 163"/>
                  <a:gd name="T28" fmla="*/ 136 w 160"/>
                  <a:gd name="T29" fmla="*/ 24 h 163"/>
                  <a:gd name="T30" fmla="*/ 124 w 160"/>
                  <a:gd name="T31" fmla="*/ 15 h 163"/>
                  <a:gd name="T32" fmla="*/ 112 w 160"/>
                  <a:gd name="T33" fmla="*/ 7 h 163"/>
                  <a:gd name="T34" fmla="*/ 95 w 160"/>
                  <a:gd name="T35" fmla="*/ 2 h 163"/>
                  <a:gd name="T36" fmla="*/ 80 w 160"/>
                  <a:gd name="T37" fmla="*/ 0 h 163"/>
                  <a:gd name="T38" fmla="*/ 80 w 160"/>
                  <a:gd name="T39" fmla="*/ 0 h 163"/>
                  <a:gd name="T40" fmla="*/ 63 w 160"/>
                  <a:gd name="T41" fmla="*/ 2 h 163"/>
                  <a:gd name="T42" fmla="*/ 49 w 160"/>
                  <a:gd name="T43" fmla="*/ 7 h 163"/>
                  <a:gd name="T44" fmla="*/ 34 w 160"/>
                  <a:gd name="T45" fmla="*/ 15 h 163"/>
                  <a:gd name="T46" fmla="*/ 22 w 160"/>
                  <a:gd name="T47" fmla="*/ 24 h 163"/>
                  <a:gd name="T48" fmla="*/ 12 w 160"/>
                  <a:gd name="T49" fmla="*/ 36 h 163"/>
                  <a:gd name="T50" fmla="*/ 5 w 160"/>
                  <a:gd name="T51" fmla="*/ 49 h 163"/>
                  <a:gd name="T52" fmla="*/ 0 w 160"/>
                  <a:gd name="T53" fmla="*/ 66 h 163"/>
                  <a:gd name="T54" fmla="*/ 0 w 160"/>
                  <a:gd name="T55" fmla="*/ 80 h 163"/>
                  <a:gd name="T56" fmla="*/ 0 w 160"/>
                  <a:gd name="T57" fmla="*/ 80 h 163"/>
                  <a:gd name="T58" fmla="*/ 0 w 160"/>
                  <a:gd name="T59" fmla="*/ 97 h 163"/>
                  <a:gd name="T60" fmla="*/ 5 w 160"/>
                  <a:gd name="T61" fmla="*/ 112 h 163"/>
                  <a:gd name="T62" fmla="*/ 12 w 160"/>
                  <a:gd name="T63" fmla="*/ 126 h 163"/>
                  <a:gd name="T64" fmla="*/ 22 w 160"/>
                  <a:gd name="T65" fmla="*/ 138 h 163"/>
                  <a:gd name="T66" fmla="*/ 34 w 160"/>
                  <a:gd name="T67" fmla="*/ 148 h 163"/>
                  <a:gd name="T68" fmla="*/ 49 w 160"/>
                  <a:gd name="T69" fmla="*/ 155 h 163"/>
                  <a:gd name="T70" fmla="*/ 63 w 160"/>
                  <a:gd name="T71" fmla="*/ 160 h 163"/>
                  <a:gd name="T72" fmla="*/ 80 w 160"/>
                  <a:gd name="T73" fmla="*/ 163 h 163"/>
                  <a:gd name="T74" fmla="*/ 80 w 160"/>
                  <a:gd name="T75"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0" h="163">
                    <a:moveTo>
                      <a:pt x="80" y="163"/>
                    </a:moveTo>
                    <a:lnTo>
                      <a:pt x="80" y="163"/>
                    </a:lnTo>
                    <a:lnTo>
                      <a:pt x="95" y="160"/>
                    </a:lnTo>
                    <a:lnTo>
                      <a:pt x="112" y="155"/>
                    </a:lnTo>
                    <a:lnTo>
                      <a:pt x="124" y="148"/>
                    </a:lnTo>
                    <a:lnTo>
                      <a:pt x="136" y="138"/>
                    </a:lnTo>
                    <a:lnTo>
                      <a:pt x="146" y="126"/>
                    </a:lnTo>
                    <a:lnTo>
                      <a:pt x="153" y="112"/>
                    </a:lnTo>
                    <a:lnTo>
                      <a:pt x="158" y="97"/>
                    </a:lnTo>
                    <a:lnTo>
                      <a:pt x="160" y="80"/>
                    </a:lnTo>
                    <a:lnTo>
                      <a:pt x="160" y="80"/>
                    </a:lnTo>
                    <a:lnTo>
                      <a:pt x="158" y="66"/>
                    </a:lnTo>
                    <a:lnTo>
                      <a:pt x="153" y="49"/>
                    </a:lnTo>
                    <a:lnTo>
                      <a:pt x="146" y="36"/>
                    </a:lnTo>
                    <a:lnTo>
                      <a:pt x="136" y="24"/>
                    </a:lnTo>
                    <a:lnTo>
                      <a:pt x="124" y="15"/>
                    </a:lnTo>
                    <a:lnTo>
                      <a:pt x="112" y="7"/>
                    </a:lnTo>
                    <a:lnTo>
                      <a:pt x="95" y="2"/>
                    </a:lnTo>
                    <a:lnTo>
                      <a:pt x="80" y="0"/>
                    </a:lnTo>
                    <a:lnTo>
                      <a:pt x="80" y="0"/>
                    </a:lnTo>
                    <a:lnTo>
                      <a:pt x="63" y="2"/>
                    </a:lnTo>
                    <a:lnTo>
                      <a:pt x="49" y="7"/>
                    </a:lnTo>
                    <a:lnTo>
                      <a:pt x="34" y="15"/>
                    </a:lnTo>
                    <a:lnTo>
                      <a:pt x="22" y="24"/>
                    </a:lnTo>
                    <a:lnTo>
                      <a:pt x="12" y="36"/>
                    </a:lnTo>
                    <a:lnTo>
                      <a:pt x="5" y="49"/>
                    </a:lnTo>
                    <a:lnTo>
                      <a:pt x="0" y="66"/>
                    </a:lnTo>
                    <a:lnTo>
                      <a:pt x="0" y="80"/>
                    </a:lnTo>
                    <a:lnTo>
                      <a:pt x="0" y="80"/>
                    </a:lnTo>
                    <a:lnTo>
                      <a:pt x="0" y="97"/>
                    </a:lnTo>
                    <a:lnTo>
                      <a:pt x="5" y="112"/>
                    </a:lnTo>
                    <a:lnTo>
                      <a:pt x="12" y="126"/>
                    </a:lnTo>
                    <a:lnTo>
                      <a:pt x="22" y="138"/>
                    </a:lnTo>
                    <a:lnTo>
                      <a:pt x="34" y="148"/>
                    </a:lnTo>
                    <a:lnTo>
                      <a:pt x="49" y="155"/>
                    </a:lnTo>
                    <a:lnTo>
                      <a:pt x="63" y="160"/>
                    </a:lnTo>
                    <a:lnTo>
                      <a:pt x="80" y="163"/>
                    </a:lnTo>
                    <a:lnTo>
                      <a:pt x="80" y="1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0" name="Freeform 6"/>
              <p:cNvSpPr>
                <a:spLocks/>
              </p:cNvSpPr>
              <p:nvPr/>
            </p:nvSpPr>
            <p:spPr bwMode="auto">
              <a:xfrm>
                <a:off x="4421673" y="2541493"/>
                <a:ext cx="785812" cy="1409700"/>
              </a:xfrm>
              <a:custGeom>
                <a:avLst/>
                <a:gdLst>
                  <a:gd name="T0" fmla="*/ 403 w 495"/>
                  <a:gd name="T1" fmla="*/ 53 h 888"/>
                  <a:gd name="T2" fmla="*/ 400 w 495"/>
                  <a:gd name="T3" fmla="*/ 41 h 888"/>
                  <a:gd name="T4" fmla="*/ 391 w 495"/>
                  <a:gd name="T5" fmla="*/ 22 h 888"/>
                  <a:gd name="T6" fmla="*/ 376 w 495"/>
                  <a:gd name="T7" fmla="*/ 10 h 888"/>
                  <a:gd name="T8" fmla="*/ 357 w 495"/>
                  <a:gd name="T9" fmla="*/ 0 h 888"/>
                  <a:gd name="T10" fmla="*/ 146 w 495"/>
                  <a:gd name="T11" fmla="*/ 0 h 888"/>
                  <a:gd name="T12" fmla="*/ 131 w 495"/>
                  <a:gd name="T13" fmla="*/ 3 h 888"/>
                  <a:gd name="T14" fmla="*/ 104 w 495"/>
                  <a:gd name="T15" fmla="*/ 17 h 888"/>
                  <a:gd name="T16" fmla="*/ 97 w 495"/>
                  <a:gd name="T17" fmla="*/ 27 h 888"/>
                  <a:gd name="T18" fmla="*/ 90 w 495"/>
                  <a:gd name="T19" fmla="*/ 39 h 888"/>
                  <a:gd name="T20" fmla="*/ 90 w 495"/>
                  <a:gd name="T21" fmla="*/ 44 h 888"/>
                  <a:gd name="T22" fmla="*/ 0 w 495"/>
                  <a:gd name="T23" fmla="*/ 328 h 888"/>
                  <a:gd name="T24" fmla="*/ 0 w 495"/>
                  <a:gd name="T25" fmla="*/ 342 h 888"/>
                  <a:gd name="T26" fmla="*/ 12 w 495"/>
                  <a:gd name="T27" fmla="*/ 366 h 888"/>
                  <a:gd name="T28" fmla="*/ 24 w 495"/>
                  <a:gd name="T29" fmla="*/ 374 h 888"/>
                  <a:gd name="T30" fmla="*/ 32 w 495"/>
                  <a:gd name="T31" fmla="*/ 374 h 888"/>
                  <a:gd name="T32" fmla="*/ 51 w 495"/>
                  <a:gd name="T33" fmla="*/ 371 h 888"/>
                  <a:gd name="T34" fmla="*/ 66 w 495"/>
                  <a:gd name="T35" fmla="*/ 357 h 888"/>
                  <a:gd name="T36" fmla="*/ 138 w 495"/>
                  <a:gd name="T37" fmla="*/ 124 h 888"/>
                  <a:gd name="T38" fmla="*/ 146 w 495"/>
                  <a:gd name="T39" fmla="*/ 124 h 888"/>
                  <a:gd name="T40" fmla="*/ 46 w 495"/>
                  <a:gd name="T41" fmla="*/ 527 h 888"/>
                  <a:gd name="T42" fmla="*/ 155 w 495"/>
                  <a:gd name="T43" fmla="*/ 847 h 888"/>
                  <a:gd name="T44" fmla="*/ 155 w 495"/>
                  <a:gd name="T45" fmla="*/ 854 h 888"/>
                  <a:gd name="T46" fmla="*/ 160 w 495"/>
                  <a:gd name="T47" fmla="*/ 869 h 888"/>
                  <a:gd name="T48" fmla="*/ 172 w 495"/>
                  <a:gd name="T49" fmla="*/ 881 h 888"/>
                  <a:gd name="T50" fmla="*/ 187 w 495"/>
                  <a:gd name="T51" fmla="*/ 886 h 888"/>
                  <a:gd name="T52" fmla="*/ 194 w 495"/>
                  <a:gd name="T53" fmla="*/ 888 h 888"/>
                  <a:gd name="T54" fmla="*/ 211 w 495"/>
                  <a:gd name="T55" fmla="*/ 883 h 888"/>
                  <a:gd name="T56" fmla="*/ 223 w 495"/>
                  <a:gd name="T57" fmla="*/ 876 h 888"/>
                  <a:gd name="T58" fmla="*/ 233 w 495"/>
                  <a:gd name="T59" fmla="*/ 861 h 888"/>
                  <a:gd name="T60" fmla="*/ 235 w 495"/>
                  <a:gd name="T61" fmla="*/ 847 h 888"/>
                  <a:gd name="T62" fmla="*/ 260 w 495"/>
                  <a:gd name="T63" fmla="*/ 527 h 888"/>
                  <a:gd name="T64" fmla="*/ 260 w 495"/>
                  <a:gd name="T65" fmla="*/ 847 h 888"/>
                  <a:gd name="T66" fmla="*/ 264 w 495"/>
                  <a:gd name="T67" fmla="*/ 861 h 888"/>
                  <a:gd name="T68" fmla="*/ 272 w 495"/>
                  <a:gd name="T69" fmla="*/ 876 h 888"/>
                  <a:gd name="T70" fmla="*/ 286 w 495"/>
                  <a:gd name="T71" fmla="*/ 883 h 888"/>
                  <a:gd name="T72" fmla="*/ 301 w 495"/>
                  <a:gd name="T73" fmla="*/ 888 h 888"/>
                  <a:gd name="T74" fmla="*/ 311 w 495"/>
                  <a:gd name="T75" fmla="*/ 886 h 888"/>
                  <a:gd name="T76" fmla="*/ 325 w 495"/>
                  <a:gd name="T77" fmla="*/ 881 h 888"/>
                  <a:gd name="T78" fmla="*/ 335 w 495"/>
                  <a:gd name="T79" fmla="*/ 869 h 888"/>
                  <a:gd name="T80" fmla="*/ 342 w 495"/>
                  <a:gd name="T81" fmla="*/ 854 h 888"/>
                  <a:gd name="T82" fmla="*/ 342 w 495"/>
                  <a:gd name="T83" fmla="*/ 527 h 888"/>
                  <a:gd name="T84" fmla="*/ 340 w 495"/>
                  <a:gd name="T85" fmla="*/ 124 h 888"/>
                  <a:gd name="T86" fmla="*/ 345 w 495"/>
                  <a:gd name="T87" fmla="*/ 124 h 888"/>
                  <a:gd name="T88" fmla="*/ 427 w 495"/>
                  <a:gd name="T89" fmla="*/ 349 h 888"/>
                  <a:gd name="T90" fmla="*/ 429 w 495"/>
                  <a:gd name="T91" fmla="*/ 357 h 888"/>
                  <a:gd name="T92" fmla="*/ 444 w 495"/>
                  <a:gd name="T93" fmla="*/ 371 h 888"/>
                  <a:gd name="T94" fmla="*/ 463 w 495"/>
                  <a:gd name="T95" fmla="*/ 374 h 888"/>
                  <a:gd name="T96" fmla="*/ 471 w 495"/>
                  <a:gd name="T97" fmla="*/ 371 h 888"/>
                  <a:gd name="T98" fmla="*/ 483 w 495"/>
                  <a:gd name="T99" fmla="*/ 364 h 888"/>
                  <a:gd name="T100" fmla="*/ 495 w 495"/>
                  <a:gd name="T101" fmla="*/ 340 h 888"/>
                  <a:gd name="T102" fmla="*/ 495 w 495"/>
                  <a:gd name="T103" fmla="*/ 328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95" h="888">
                    <a:moveTo>
                      <a:pt x="495" y="328"/>
                    </a:moveTo>
                    <a:lnTo>
                      <a:pt x="403" y="53"/>
                    </a:lnTo>
                    <a:lnTo>
                      <a:pt x="403" y="53"/>
                    </a:lnTo>
                    <a:lnTo>
                      <a:pt x="400" y="41"/>
                    </a:lnTo>
                    <a:lnTo>
                      <a:pt x="398" y="32"/>
                    </a:lnTo>
                    <a:lnTo>
                      <a:pt x="391" y="22"/>
                    </a:lnTo>
                    <a:lnTo>
                      <a:pt x="386" y="15"/>
                    </a:lnTo>
                    <a:lnTo>
                      <a:pt x="376" y="10"/>
                    </a:lnTo>
                    <a:lnTo>
                      <a:pt x="366" y="5"/>
                    </a:lnTo>
                    <a:lnTo>
                      <a:pt x="357" y="0"/>
                    </a:lnTo>
                    <a:lnTo>
                      <a:pt x="345" y="0"/>
                    </a:lnTo>
                    <a:lnTo>
                      <a:pt x="146" y="0"/>
                    </a:lnTo>
                    <a:lnTo>
                      <a:pt x="146" y="0"/>
                    </a:lnTo>
                    <a:lnTo>
                      <a:pt x="131" y="3"/>
                    </a:lnTo>
                    <a:lnTo>
                      <a:pt x="116" y="7"/>
                    </a:lnTo>
                    <a:lnTo>
                      <a:pt x="104" y="17"/>
                    </a:lnTo>
                    <a:lnTo>
                      <a:pt x="97" y="27"/>
                    </a:lnTo>
                    <a:lnTo>
                      <a:pt x="97" y="27"/>
                    </a:lnTo>
                    <a:lnTo>
                      <a:pt x="92" y="39"/>
                    </a:lnTo>
                    <a:lnTo>
                      <a:pt x="90" y="39"/>
                    </a:lnTo>
                    <a:lnTo>
                      <a:pt x="90" y="39"/>
                    </a:lnTo>
                    <a:lnTo>
                      <a:pt x="90" y="44"/>
                    </a:lnTo>
                    <a:lnTo>
                      <a:pt x="0" y="328"/>
                    </a:lnTo>
                    <a:lnTo>
                      <a:pt x="0" y="328"/>
                    </a:lnTo>
                    <a:lnTo>
                      <a:pt x="0" y="335"/>
                    </a:lnTo>
                    <a:lnTo>
                      <a:pt x="0" y="342"/>
                    </a:lnTo>
                    <a:lnTo>
                      <a:pt x="2" y="354"/>
                    </a:lnTo>
                    <a:lnTo>
                      <a:pt x="12" y="366"/>
                    </a:lnTo>
                    <a:lnTo>
                      <a:pt x="17" y="371"/>
                    </a:lnTo>
                    <a:lnTo>
                      <a:pt x="24" y="374"/>
                    </a:lnTo>
                    <a:lnTo>
                      <a:pt x="24" y="374"/>
                    </a:lnTo>
                    <a:lnTo>
                      <a:pt x="32" y="374"/>
                    </a:lnTo>
                    <a:lnTo>
                      <a:pt x="39" y="374"/>
                    </a:lnTo>
                    <a:lnTo>
                      <a:pt x="51" y="371"/>
                    </a:lnTo>
                    <a:lnTo>
                      <a:pt x="61" y="362"/>
                    </a:lnTo>
                    <a:lnTo>
                      <a:pt x="66" y="357"/>
                    </a:lnTo>
                    <a:lnTo>
                      <a:pt x="68" y="349"/>
                    </a:lnTo>
                    <a:lnTo>
                      <a:pt x="138" y="124"/>
                    </a:lnTo>
                    <a:lnTo>
                      <a:pt x="138" y="124"/>
                    </a:lnTo>
                    <a:lnTo>
                      <a:pt x="146" y="124"/>
                    </a:lnTo>
                    <a:lnTo>
                      <a:pt x="153" y="124"/>
                    </a:lnTo>
                    <a:lnTo>
                      <a:pt x="46" y="527"/>
                    </a:lnTo>
                    <a:lnTo>
                      <a:pt x="155" y="527"/>
                    </a:lnTo>
                    <a:lnTo>
                      <a:pt x="155" y="847"/>
                    </a:lnTo>
                    <a:lnTo>
                      <a:pt x="155" y="847"/>
                    </a:lnTo>
                    <a:lnTo>
                      <a:pt x="155" y="854"/>
                    </a:lnTo>
                    <a:lnTo>
                      <a:pt x="158" y="861"/>
                    </a:lnTo>
                    <a:lnTo>
                      <a:pt x="160" y="869"/>
                    </a:lnTo>
                    <a:lnTo>
                      <a:pt x="167" y="876"/>
                    </a:lnTo>
                    <a:lnTo>
                      <a:pt x="172" y="881"/>
                    </a:lnTo>
                    <a:lnTo>
                      <a:pt x="180" y="883"/>
                    </a:lnTo>
                    <a:lnTo>
                      <a:pt x="187" y="886"/>
                    </a:lnTo>
                    <a:lnTo>
                      <a:pt x="194" y="888"/>
                    </a:lnTo>
                    <a:lnTo>
                      <a:pt x="194" y="888"/>
                    </a:lnTo>
                    <a:lnTo>
                      <a:pt x="204" y="886"/>
                    </a:lnTo>
                    <a:lnTo>
                      <a:pt x="211" y="883"/>
                    </a:lnTo>
                    <a:lnTo>
                      <a:pt x="218" y="881"/>
                    </a:lnTo>
                    <a:lnTo>
                      <a:pt x="223" y="876"/>
                    </a:lnTo>
                    <a:lnTo>
                      <a:pt x="231" y="869"/>
                    </a:lnTo>
                    <a:lnTo>
                      <a:pt x="233" y="861"/>
                    </a:lnTo>
                    <a:lnTo>
                      <a:pt x="235" y="854"/>
                    </a:lnTo>
                    <a:lnTo>
                      <a:pt x="235" y="847"/>
                    </a:lnTo>
                    <a:lnTo>
                      <a:pt x="235" y="527"/>
                    </a:lnTo>
                    <a:lnTo>
                      <a:pt x="260" y="527"/>
                    </a:lnTo>
                    <a:lnTo>
                      <a:pt x="260" y="847"/>
                    </a:lnTo>
                    <a:lnTo>
                      <a:pt x="260" y="847"/>
                    </a:lnTo>
                    <a:lnTo>
                      <a:pt x="262" y="854"/>
                    </a:lnTo>
                    <a:lnTo>
                      <a:pt x="264" y="861"/>
                    </a:lnTo>
                    <a:lnTo>
                      <a:pt x="267" y="869"/>
                    </a:lnTo>
                    <a:lnTo>
                      <a:pt x="272" y="876"/>
                    </a:lnTo>
                    <a:lnTo>
                      <a:pt x="279" y="881"/>
                    </a:lnTo>
                    <a:lnTo>
                      <a:pt x="286" y="883"/>
                    </a:lnTo>
                    <a:lnTo>
                      <a:pt x="294" y="886"/>
                    </a:lnTo>
                    <a:lnTo>
                      <a:pt x="301" y="888"/>
                    </a:lnTo>
                    <a:lnTo>
                      <a:pt x="301" y="888"/>
                    </a:lnTo>
                    <a:lnTo>
                      <a:pt x="311" y="886"/>
                    </a:lnTo>
                    <a:lnTo>
                      <a:pt x="318" y="883"/>
                    </a:lnTo>
                    <a:lnTo>
                      <a:pt x="325" y="881"/>
                    </a:lnTo>
                    <a:lnTo>
                      <a:pt x="330" y="876"/>
                    </a:lnTo>
                    <a:lnTo>
                      <a:pt x="335" y="869"/>
                    </a:lnTo>
                    <a:lnTo>
                      <a:pt x="340" y="861"/>
                    </a:lnTo>
                    <a:lnTo>
                      <a:pt x="342" y="854"/>
                    </a:lnTo>
                    <a:lnTo>
                      <a:pt x="342" y="847"/>
                    </a:lnTo>
                    <a:lnTo>
                      <a:pt x="342" y="527"/>
                    </a:lnTo>
                    <a:lnTo>
                      <a:pt x="451" y="527"/>
                    </a:lnTo>
                    <a:lnTo>
                      <a:pt x="340" y="124"/>
                    </a:lnTo>
                    <a:lnTo>
                      <a:pt x="345" y="124"/>
                    </a:lnTo>
                    <a:lnTo>
                      <a:pt x="345" y="124"/>
                    </a:lnTo>
                    <a:lnTo>
                      <a:pt x="352" y="124"/>
                    </a:lnTo>
                    <a:lnTo>
                      <a:pt x="427" y="349"/>
                    </a:lnTo>
                    <a:lnTo>
                      <a:pt x="427" y="349"/>
                    </a:lnTo>
                    <a:lnTo>
                      <a:pt x="429" y="357"/>
                    </a:lnTo>
                    <a:lnTo>
                      <a:pt x="434" y="362"/>
                    </a:lnTo>
                    <a:lnTo>
                      <a:pt x="444" y="371"/>
                    </a:lnTo>
                    <a:lnTo>
                      <a:pt x="459" y="374"/>
                    </a:lnTo>
                    <a:lnTo>
                      <a:pt x="463" y="374"/>
                    </a:lnTo>
                    <a:lnTo>
                      <a:pt x="471" y="371"/>
                    </a:lnTo>
                    <a:lnTo>
                      <a:pt x="471" y="371"/>
                    </a:lnTo>
                    <a:lnTo>
                      <a:pt x="478" y="369"/>
                    </a:lnTo>
                    <a:lnTo>
                      <a:pt x="483" y="364"/>
                    </a:lnTo>
                    <a:lnTo>
                      <a:pt x="493" y="354"/>
                    </a:lnTo>
                    <a:lnTo>
                      <a:pt x="495" y="340"/>
                    </a:lnTo>
                    <a:lnTo>
                      <a:pt x="495" y="332"/>
                    </a:lnTo>
                    <a:lnTo>
                      <a:pt x="495" y="328"/>
                    </a:lnTo>
                    <a:lnTo>
                      <a:pt x="495" y="3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31" name="组合 230"/>
            <p:cNvGrpSpPr/>
            <p:nvPr/>
          </p:nvGrpSpPr>
          <p:grpSpPr>
            <a:xfrm>
              <a:off x="6472127" y="4155926"/>
              <a:ext cx="294343" cy="643391"/>
              <a:chOff x="4421673" y="2233518"/>
              <a:chExt cx="785812" cy="1717675"/>
            </a:xfrm>
            <a:grpFill/>
          </p:grpSpPr>
          <p:sp>
            <p:nvSpPr>
              <p:cNvPr id="277" name="Freeform 5"/>
              <p:cNvSpPr>
                <a:spLocks/>
              </p:cNvSpPr>
              <p:nvPr/>
            </p:nvSpPr>
            <p:spPr bwMode="auto">
              <a:xfrm>
                <a:off x="4683610" y="2233518"/>
                <a:ext cx="254000" cy="258763"/>
              </a:xfrm>
              <a:custGeom>
                <a:avLst/>
                <a:gdLst>
                  <a:gd name="T0" fmla="*/ 80 w 160"/>
                  <a:gd name="T1" fmla="*/ 163 h 163"/>
                  <a:gd name="T2" fmla="*/ 80 w 160"/>
                  <a:gd name="T3" fmla="*/ 163 h 163"/>
                  <a:gd name="T4" fmla="*/ 95 w 160"/>
                  <a:gd name="T5" fmla="*/ 160 h 163"/>
                  <a:gd name="T6" fmla="*/ 112 w 160"/>
                  <a:gd name="T7" fmla="*/ 155 h 163"/>
                  <a:gd name="T8" fmla="*/ 124 w 160"/>
                  <a:gd name="T9" fmla="*/ 148 h 163"/>
                  <a:gd name="T10" fmla="*/ 136 w 160"/>
                  <a:gd name="T11" fmla="*/ 138 h 163"/>
                  <a:gd name="T12" fmla="*/ 146 w 160"/>
                  <a:gd name="T13" fmla="*/ 126 h 163"/>
                  <a:gd name="T14" fmla="*/ 153 w 160"/>
                  <a:gd name="T15" fmla="*/ 112 h 163"/>
                  <a:gd name="T16" fmla="*/ 158 w 160"/>
                  <a:gd name="T17" fmla="*/ 97 h 163"/>
                  <a:gd name="T18" fmla="*/ 160 w 160"/>
                  <a:gd name="T19" fmla="*/ 80 h 163"/>
                  <a:gd name="T20" fmla="*/ 160 w 160"/>
                  <a:gd name="T21" fmla="*/ 80 h 163"/>
                  <a:gd name="T22" fmla="*/ 158 w 160"/>
                  <a:gd name="T23" fmla="*/ 66 h 163"/>
                  <a:gd name="T24" fmla="*/ 153 w 160"/>
                  <a:gd name="T25" fmla="*/ 49 h 163"/>
                  <a:gd name="T26" fmla="*/ 146 w 160"/>
                  <a:gd name="T27" fmla="*/ 36 h 163"/>
                  <a:gd name="T28" fmla="*/ 136 w 160"/>
                  <a:gd name="T29" fmla="*/ 24 h 163"/>
                  <a:gd name="T30" fmla="*/ 124 w 160"/>
                  <a:gd name="T31" fmla="*/ 15 h 163"/>
                  <a:gd name="T32" fmla="*/ 112 w 160"/>
                  <a:gd name="T33" fmla="*/ 7 h 163"/>
                  <a:gd name="T34" fmla="*/ 95 w 160"/>
                  <a:gd name="T35" fmla="*/ 2 h 163"/>
                  <a:gd name="T36" fmla="*/ 80 w 160"/>
                  <a:gd name="T37" fmla="*/ 0 h 163"/>
                  <a:gd name="T38" fmla="*/ 80 w 160"/>
                  <a:gd name="T39" fmla="*/ 0 h 163"/>
                  <a:gd name="T40" fmla="*/ 63 w 160"/>
                  <a:gd name="T41" fmla="*/ 2 h 163"/>
                  <a:gd name="T42" fmla="*/ 49 w 160"/>
                  <a:gd name="T43" fmla="*/ 7 h 163"/>
                  <a:gd name="T44" fmla="*/ 34 w 160"/>
                  <a:gd name="T45" fmla="*/ 15 h 163"/>
                  <a:gd name="T46" fmla="*/ 22 w 160"/>
                  <a:gd name="T47" fmla="*/ 24 h 163"/>
                  <a:gd name="T48" fmla="*/ 12 w 160"/>
                  <a:gd name="T49" fmla="*/ 36 h 163"/>
                  <a:gd name="T50" fmla="*/ 5 w 160"/>
                  <a:gd name="T51" fmla="*/ 49 h 163"/>
                  <a:gd name="T52" fmla="*/ 0 w 160"/>
                  <a:gd name="T53" fmla="*/ 66 h 163"/>
                  <a:gd name="T54" fmla="*/ 0 w 160"/>
                  <a:gd name="T55" fmla="*/ 80 h 163"/>
                  <a:gd name="T56" fmla="*/ 0 w 160"/>
                  <a:gd name="T57" fmla="*/ 80 h 163"/>
                  <a:gd name="T58" fmla="*/ 0 w 160"/>
                  <a:gd name="T59" fmla="*/ 97 h 163"/>
                  <a:gd name="T60" fmla="*/ 5 w 160"/>
                  <a:gd name="T61" fmla="*/ 112 h 163"/>
                  <a:gd name="T62" fmla="*/ 12 w 160"/>
                  <a:gd name="T63" fmla="*/ 126 h 163"/>
                  <a:gd name="T64" fmla="*/ 22 w 160"/>
                  <a:gd name="T65" fmla="*/ 138 h 163"/>
                  <a:gd name="T66" fmla="*/ 34 w 160"/>
                  <a:gd name="T67" fmla="*/ 148 h 163"/>
                  <a:gd name="T68" fmla="*/ 49 w 160"/>
                  <a:gd name="T69" fmla="*/ 155 h 163"/>
                  <a:gd name="T70" fmla="*/ 63 w 160"/>
                  <a:gd name="T71" fmla="*/ 160 h 163"/>
                  <a:gd name="T72" fmla="*/ 80 w 160"/>
                  <a:gd name="T73" fmla="*/ 163 h 163"/>
                  <a:gd name="T74" fmla="*/ 80 w 160"/>
                  <a:gd name="T75"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0" h="163">
                    <a:moveTo>
                      <a:pt x="80" y="163"/>
                    </a:moveTo>
                    <a:lnTo>
                      <a:pt x="80" y="163"/>
                    </a:lnTo>
                    <a:lnTo>
                      <a:pt x="95" y="160"/>
                    </a:lnTo>
                    <a:lnTo>
                      <a:pt x="112" y="155"/>
                    </a:lnTo>
                    <a:lnTo>
                      <a:pt x="124" y="148"/>
                    </a:lnTo>
                    <a:lnTo>
                      <a:pt x="136" y="138"/>
                    </a:lnTo>
                    <a:lnTo>
                      <a:pt x="146" y="126"/>
                    </a:lnTo>
                    <a:lnTo>
                      <a:pt x="153" y="112"/>
                    </a:lnTo>
                    <a:lnTo>
                      <a:pt x="158" y="97"/>
                    </a:lnTo>
                    <a:lnTo>
                      <a:pt x="160" y="80"/>
                    </a:lnTo>
                    <a:lnTo>
                      <a:pt x="160" y="80"/>
                    </a:lnTo>
                    <a:lnTo>
                      <a:pt x="158" y="66"/>
                    </a:lnTo>
                    <a:lnTo>
                      <a:pt x="153" y="49"/>
                    </a:lnTo>
                    <a:lnTo>
                      <a:pt x="146" y="36"/>
                    </a:lnTo>
                    <a:lnTo>
                      <a:pt x="136" y="24"/>
                    </a:lnTo>
                    <a:lnTo>
                      <a:pt x="124" y="15"/>
                    </a:lnTo>
                    <a:lnTo>
                      <a:pt x="112" y="7"/>
                    </a:lnTo>
                    <a:lnTo>
                      <a:pt x="95" y="2"/>
                    </a:lnTo>
                    <a:lnTo>
                      <a:pt x="80" y="0"/>
                    </a:lnTo>
                    <a:lnTo>
                      <a:pt x="80" y="0"/>
                    </a:lnTo>
                    <a:lnTo>
                      <a:pt x="63" y="2"/>
                    </a:lnTo>
                    <a:lnTo>
                      <a:pt x="49" y="7"/>
                    </a:lnTo>
                    <a:lnTo>
                      <a:pt x="34" y="15"/>
                    </a:lnTo>
                    <a:lnTo>
                      <a:pt x="22" y="24"/>
                    </a:lnTo>
                    <a:lnTo>
                      <a:pt x="12" y="36"/>
                    </a:lnTo>
                    <a:lnTo>
                      <a:pt x="5" y="49"/>
                    </a:lnTo>
                    <a:lnTo>
                      <a:pt x="0" y="66"/>
                    </a:lnTo>
                    <a:lnTo>
                      <a:pt x="0" y="80"/>
                    </a:lnTo>
                    <a:lnTo>
                      <a:pt x="0" y="80"/>
                    </a:lnTo>
                    <a:lnTo>
                      <a:pt x="0" y="97"/>
                    </a:lnTo>
                    <a:lnTo>
                      <a:pt x="5" y="112"/>
                    </a:lnTo>
                    <a:lnTo>
                      <a:pt x="12" y="126"/>
                    </a:lnTo>
                    <a:lnTo>
                      <a:pt x="22" y="138"/>
                    </a:lnTo>
                    <a:lnTo>
                      <a:pt x="34" y="148"/>
                    </a:lnTo>
                    <a:lnTo>
                      <a:pt x="49" y="155"/>
                    </a:lnTo>
                    <a:lnTo>
                      <a:pt x="63" y="160"/>
                    </a:lnTo>
                    <a:lnTo>
                      <a:pt x="80" y="163"/>
                    </a:lnTo>
                    <a:lnTo>
                      <a:pt x="80" y="1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8" name="Freeform 6"/>
              <p:cNvSpPr>
                <a:spLocks/>
              </p:cNvSpPr>
              <p:nvPr/>
            </p:nvSpPr>
            <p:spPr bwMode="auto">
              <a:xfrm>
                <a:off x="4421673" y="2541493"/>
                <a:ext cx="785812" cy="1409700"/>
              </a:xfrm>
              <a:custGeom>
                <a:avLst/>
                <a:gdLst>
                  <a:gd name="T0" fmla="*/ 403 w 495"/>
                  <a:gd name="T1" fmla="*/ 53 h 888"/>
                  <a:gd name="T2" fmla="*/ 400 w 495"/>
                  <a:gd name="T3" fmla="*/ 41 h 888"/>
                  <a:gd name="T4" fmla="*/ 391 w 495"/>
                  <a:gd name="T5" fmla="*/ 22 h 888"/>
                  <a:gd name="T6" fmla="*/ 376 w 495"/>
                  <a:gd name="T7" fmla="*/ 10 h 888"/>
                  <a:gd name="T8" fmla="*/ 357 w 495"/>
                  <a:gd name="T9" fmla="*/ 0 h 888"/>
                  <a:gd name="T10" fmla="*/ 146 w 495"/>
                  <a:gd name="T11" fmla="*/ 0 h 888"/>
                  <a:gd name="T12" fmla="*/ 131 w 495"/>
                  <a:gd name="T13" fmla="*/ 3 h 888"/>
                  <a:gd name="T14" fmla="*/ 104 w 495"/>
                  <a:gd name="T15" fmla="*/ 17 h 888"/>
                  <a:gd name="T16" fmla="*/ 97 w 495"/>
                  <a:gd name="T17" fmla="*/ 27 h 888"/>
                  <a:gd name="T18" fmla="*/ 90 w 495"/>
                  <a:gd name="T19" fmla="*/ 39 h 888"/>
                  <a:gd name="T20" fmla="*/ 90 w 495"/>
                  <a:gd name="T21" fmla="*/ 44 h 888"/>
                  <a:gd name="T22" fmla="*/ 0 w 495"/>
                  <a:gd name="T23" fmla="*/ 328 h 888"/>
                  <a:gd name="T24" fmla="*/ 0 w 495"/>
                  <a:gd name="T25" fmla="*/ 342 h 888"/>
                  <a:gd name="T26" fmla="*/ 12 w 495"/>
                  <a:gd name="T27" fmla="*/ 366 h 888"/>
                  <a:gd name="T28" fmla="*/ 24 w 495"/>
                  <a:gd name="T29" fmla="*/ 374 h 888"/>
                  <a:gd name="T30" fmla="*/ 32 w 495"/>
                  <a:gd name="T31" fmla="*/ 374 h 888"/>
                  <a:gd name="T32" fmla="*/ 51 w 495"/>
                  <a:gd name="T33" fmla="*/ 371 h 888"/>
                  <a:gd name="T34" fmla="*/ 66 w 495"/>
                  <a:gd name="T35" fmla="*/ 357 h 888"/>
                  <a:gd name="T36" fmla="*/ 138 w 495"/>
                  <a:gd name="T37" fmla="*/ 124 h 888"/>
                  <a:gd name="T38" fmla="*/ 146 w 495"/>
                  <a:gd name="T39" fmla="*/ 124 h 888"/>
                  <a:gd name="T40" fmla="*/ 46 w 495"/>
                  <a:gd name="T41" fmla="*/ 527 h 888"/>
                  <a:gd name="T42" fmla="*/ 155 w 495"/>
                  <a:gd name="T43" fmla="*/ 847 h 888"/>
                  <a:gd name="T44" fmla="*/ 155 w 495"/>
                  <a:gd name="T45" fmla="*/ 854 h 888"/>
                  <a:gd name="T46" fmla="*/ 160 w 495"/>
                  <a:gd name="T47" fmla="*/ 869 h 888"/>
                  <a:gd name="T48" fmla="*/ 172 w 495"/>
                  <a:gd name="T49" fmla="*/ 881 h 888"/>
                  <a:gd name="T50" fmla="*/ 187 w 495"/>
                  <a:gd name="T51" fmla="*/ 886 h 888"/>
                  <a:gd name="T52" fmla="*/ 194 w 495"/>
                  <a:gd name="T53" fmla="*/ 888 h 888"/>
                  <a:gd name="T54" fmla="*/ 211 w 495"/>
                  <a:gd name="T55" fmla="*/ 883 h 888"/>
                  <a:gd name="T56" fmla="*/ 223 w 495"/>
                  <a:gd name="T57" fmla="*/ 876 h 888"/>
                  <a:gd name="T58" fmla="*/ 233 w 495"/>
                  <a:gd name="T59" fmla="*/ 861 h 888"/>
                  <a:gd name="T60" fmla="*/ 235 w 495"/>
                  <a:gd name="T61" fmla="*/ 847 h 888"/>
                  <a:gd name="T62" fmla="*/ 260 w 495"/>
                  <a:gd name="T63" fmla="*/ 527 h 888"/>
                  <a:gd name="T64" fmla="*/ 260 w 495"/>
                  <a:gd name="T65" fmla="*/ 847 h 888"/>
                  <a:gd name="T66" fmla="*/ 264 w 495"/>
                  <a:gd name="T67" fmla="*/ 861 h 888"/>
                  <a:gd name="T68" fmla="*/ 272 w 495"/>
                  <a:gd name="T69" fmla="*/ 876 h 888"/>
                  <a:gd name="T70" fmla="*/ 286 w 495"/>
                  <a:gd name="T71" fmla="*/ 883 h 888"/>
                  <a:gd name="T72" fmla="*/ 301 w 495"/>
                  <a:gd name="T73" fmla="*/ 888 h 888"/>
                  <a:gd name="T74" fmla="*/ 311 w 495"/>
                  <a:gd name="T75" fmla="*/ 886 h 888"/>
                  <a:gd name="T76" fmla="*/ 325 w 495"/>
                  <a:gd name="T77" fmla="*/ 881 h 888"/>
                  <a:gd name="T78" fmla="*/ 335 w 495"/>
                  <a:gd name="T79" fmla="*/ 869 h 888"/>
                  <a:gd name="T80" fmla="*/ 342 w 495"/>
                  <a:gd name="T81" fmla="*/ 854 h 888"/>
                  <a:gd name="T82" fmla="*/ 342 w 495"/>
                  <a:gd name="T83" fmla="*/ 527 h 888"/>
                  <a:gd name="T84" fmla="*/ 340 w 495"/>
                  <a:gd name="T85" fmla="*/ 124 h 888"/>
                  <a:gd name="T86" fmla="*/ 345 w 495"/>
                  <a:gd name="T87" fmla="*/ 124 h 888"/>
                  <a:gd name="T88" fmla="*/ 427 w 495"/>
                  <a:gd name="T89" fmla="*/ 349 h 888"/>
                  <a:gd name="T90" fmla="*/ 429 w 495"/>
                  <a:gd name="T91" fmla="*/ 357 h 888"/>
                  <a:gd name="T92" fmla="*/ 444 w 495"/>
                  <a:gd name="T93" fmla="*/ 371 h 888"/>
                  <a:gd name="T94" fmla="*/ 463 w 495"/>
                  <a:gd name="T95" fmla="*/ 374 h 888"/>
                  <a:gd name="T96" fmla="*/ 471 w 495"/>
                  <a:gd name="T97" fmla="*/ 371 h 888"/>
                  <a:gd name="T98" fmla="*/ 483 w 495"/>
                  <a:gd name="T99" fmla="*/ 364 h 888"/>
                  <a:gd name="T100" fmla="*/ 495 w 495"/>
                  <a:gd name="T101" fmla="*/ 340 h 888"/>
                  <a:gd name="T102" fmla="*/ 495 w 495"/>
                  <a:gd name="T103" fmla="*/ 328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95" h="888">
                    <a:moveTo>
                      <a:pt x="495" y="328"/>
                    </a:moveTo>
                    <a:lnTo>
                      <a:pt x="403" y="53"/>
                    </a:lnTo>
                    <a:lnTo>
                      <a:pt x="403" y="53"/>
                    </a:lnTo>
                    <a:lnTo>
                      <a:pt x="400" y="41"/>
                    </a:lnTo>
                    <a:lnTo>
                      <a:pt x="398" y="32"/>
                    </a:lnTo>
                    <a:lnTo>
                      <a:pt x="391" y="22"/>
                    </a:lnTo>
                    <a:lnTo>
                      <a:pt x="386" y="15"/>
                    </a:lnTo>
                    <a:lnTo>
                      <a:pt x="376" y="10"/>
                    </a:lnTo>
                    <a:lnTo>
                      <a:pt x="366" y="5"/>
                    </a:lnTo>
                    <a:lnTo>
                      <a:pt x="357" y="0"/>
                    </a:lnTo>
                    <a:lnTo>
                      <a:pt x="345" y="0"/>
                    </a:lnTo>
                    <a:lnTo>
                      <a:pt x="146" y="0"/>
                    </a:lnTo>
                    <a:lnTo>
                      <a:pt x="146" y="0"/>
                    </a:lnTo>
                    <a:lnTo>
                      <a:pt x="131" y="3"/>
                    </a:lnTo>
                    <a:lnTo>
                      <a:pt x="116" y="7"/>
                    </a:lnTo>
                    <a:lnTo>
                      <a:pt x="104" y="17"/>
                    </a:lnTo>
                    <a:lnTo>
                      <a:pt x="97" y="27"/>
                    </a:lnTo>
                    <a:lnTo>
                      <a:pt x="97" y="27"/>
                    </a:lnTo>
                    <a:lnTo>
                      <a:pt x="92" y="39"/>
                    </a:lnTo>
                    <a:lnTo>
                      <a:pt x="90" y="39"/>
                    </a:lnTo>
                    <a:lnTo>
                      <a:pt x="90" y="39"/>
                    </a:lnTo>
                    <a:lnTo>
                      <a:pt x="90" y="44"/>
                    </a:lnTo>
                    <a:lnTo>
                      <a:pt x="0" y="328"/>
                    </a:lnTo>
                    <a:lnTo>
                      <a:pt x="0" y="328"/>
                    </a:lnTo>
                    <a:lnTo>
                      <a:pt x="0" y="335"/>
                    </a:lnTo>
                    <a:lnTo>
                      <a:pt x="0" y="342"/>
                    </a:lnTo>
                    <a:lnTo>
                      <a:pt x="2" y="354"/>
                    </a:lnTo>
                    <a:lnTo>
                      <a:pt x="12" y="366"/>
                    </a:lnTo>
                    <a:lnTo>
                      <a:pt x="17" y="371"/>
                    </a:lnTo>
                    <a:lnTo>
                      <a:pt x="24" y="374"/>
                    </a:lnTo>
                    <a:lnTo>
                      <a:pt x="24" y="374"/>
                    </a:lnTo>
                    <a:lnTo>
                      <a:pt x="32" y="374"/>
                    </a:lnTo>
                    <a:lnTo>
                      <a:pt x="39" y="374"/>
                    </a:lnTo>
                    <a:lnTo>
                      <a:pt x="51" y="371"/>
                    </a:lnTo>
                    <a:lnTo>
                      <a:pt x="61" y="362"/>
                    </a:lnTo>
                    <a:lnTo>
                      <a:pt x="66" y="357"/>
                    </a:lnTo>
                    <a:lnTo>
                      <a:pt x="68" y="349"/>
                    </a:lnTo>
                    <a:lnTo>
                      <a:pt x="138" y="124"/>
                    </a:lnTo>
                    <a:lnTo>
                      <a:pt x="138" y="124"/>
                    </a:lnTo>
                    <a:lnTo>
                      <a:pt x="146" y="124"/>
                    </a:lnTo>
                    <a:lnTo>
                      <a:pt x="153" y="124"/>
                    </a:lnTo>
                    <a:lnTo>
                      <a:pt x="46" y="527"/>
                    </a:lnTo>
                    <a:lnTo>
                      <a:pt x="155" y="527"/>
                    </a:lnTo>
                    <a:lnTo>
                      <a:pt x="155" y="847"/>
                    </a:lnTo>
                    <a:lnTo>
                      <a:pt x="155" y="847"/>
                    </a:lnTo>
                    <a:lnTo>
                      <a:pt x="155" y="854"/>
                    </a:lnTo>
                    <a:lnTo>
                      <a:pt x="158" y="861"/>
                    </a:lnTo>
                    <a:lnTo>
                      <a:pt x="160" y="869"/>
                    </a:lnTo>
                    <a:lnTo>
                      <a:pt x="167" y="876"/>
                    </a:lnTo>
                    <a:lnTo>
                      <a:pt x="172" y="881"/>
                    </a:lnTo>
                    <a:lnTo>
                      <a:pt x="180" y="883"/>
                    </a:lnTo>
                    <a:lnTo>
                      <a:pt x="187" y="886"/>
                    </a:lnTo>
                    <a:lnTo>
                      <a:pt x="194" y="888"/>
                    </a:lnTo>
                    <a:lnTo>
                      <a:pt x="194" y="888"/>
                    </a:lnTo>
                    <a:lnTo>
                      <a:pt x="204" y="886"/>
                    </a:lnTo>
                    <a:lnTo>
                      <a:pt x="211" y="883"/>
                    </a:lnTo>
                    <a:lnTo>
                      <a:pt x="218" y="881"/>
                    </a:lnTo>
                    <a:lnTo>
                      <a:pt x="223" y="876"/>
                    </a:lnTo>
                    <a:lnTo>
                      <a:pt x="231" y="869"/>
                    </a:lnTo>
                    <a:lnTo>
                      <a:pt x="233" y="861"/>
                    </a:lnTo>
                    <a:lnTo>
                      <a:pt x="235" y="854"/>
                    </a:lnTo>
                    <a:lnTo>
                      <a:pt x="235" y="847"/>
                    </a:lnTo>
                    <a:lnTo>
                      <a:pt x="235" y="527"/>
                    </a:lnTo>
                    <a:lnTo>
                      <a:pt x="260" y="527"/>
                    </a:lnTo>
                    <a:lnTo>
                      <a:pt x="260" y="847"/>
                    </a:lnTo>
                    <a:lnTo>
                      <a:pt x="260" y="847"/>
                    </a:lnTo>
                    <a:lnTo>
                      <a:pt x="262" y="854"/>
                    </a:lnTo>
                    <a:lnTo>
                      <a:pt x="264" y="861"/>
                    </a:lnTo>
                    <a:lnTo>
                      <a:pt x="267" y="869"/>
                    </a:lnTo>
                    <a:lnTo>
                      <a:pt x="272" y="876"/>
                    </a:lnTo>
                    <a:lnTo>
                      <a:pt x="279" y="881"/>
                    </a:lnTo>
                    <a:lnTo>
                      <a:pt x="286" y="883"/>
                    </a:lnTo>
                    <a:lnTo>
                      <a:pt x="294" y="886"/>
                    </a:lnTo>
                    <a:lnTo>
                      <a:pt x="301" y="888"/>
                    </a:lnTo>
                    <a:lnTo>
                      <a:pt x="301" y="888"/>
                    </a:lnTo>
                    <a:lnTo>
                      <a:pt x="311" y="886"/>
                    </a:lnTo>
                    <a:lnTo>
                      <a:pt x="318" y="883"/>
                    </a:lnTo>
                    <a:lnTo>
                      <a:pt x="325" y="881"/>
                    </a:lnTo>
                    <a:lnTo>
                      <a:pt x="330" y="876"/>
                    </a:lnTo>
                    <a:lnTo>
                      <a:pt x="335" y="869"/>
                    </a:lnTo>
                    <a:lnTo>
                      <a:pt x="340" y="861"/>
                    </a:lnTo>
                    <a:lnTo>
                      <a:pt x="342" y="854"/>
                    </a:lnTo>
                    <a:lnTo>
                      <a:pt x="342" y="847"/>
                    </a:lnTo>
                    <a:lnTo>
                      <a:pt x="342" y="527"/>
                    </a:lnTo>
                    <a:lnTo>
                      <a:pt x="451" y="527"/>
                    </a:lnTo>
                    <a:lnTo>
                      <a:pt x="340" y="124"/>
                    </a:lnTo>
                    <a:lnTo>
                      <a:pt x="345" y="124"/>
                    </a:lnTo>
                    <a:lnTo>
                      <a:pt x="345" y="124"/>
                    </a:lnTo>
                    <a:lnTo>
                      <a:pt x="352" y="124"/>
                    </a:lnTo>
                    <a:lnTo>
                      <a:pt x="427" y="349"/>
                    </a:lnTo>
                    <a:lnTo>
                      <a:pt x="427" y="349"/>
                    </a:lnTo>
                    <a:lnTo>
                      <a:pt x="429" y="357"/>
                    </a:lnTo>
                    <a:lnTo>
                      <a:pt x="434" y="362"/>
                    </a:lnTo>
                    <a:lnTo>
                      <a:pt x="444" y="371"/>
                    </a:lnTo>
                    <a:lnTo>
                      <a:pt x="459" y="374"/>
                    </a:lnTo>
                    <a:lnTo>
                      <a:pt x="463" y="374"/>
                    </a:lnTo>
                    <a:lnTo>
                      <a:pt x="471" y="371"/>
                    </a:lnTo>
                    <a:lnTo>
                      <a:pt x="471" y="371"/>
                    </a:lnTo>
                    <a:lnTo>
                      <a:pt x="478" y="369"/>
                    </a:lnTo>
                    <a:lnTo>
                      <a:pt x="483" y="364"/>
                    </a:lnTo>
                    <a:lnTo>
                      <a:pt x="493" y="354"/>
                    </a:lnTo>
                    <a:lnTo>
                      <a:pt x="495" y="340"/>
                    </a:lnTo>
                    <a:lnTo>
                      <a:pt x="495" y="332"/>
                    </a:lnTo>
                    <a:lnTo>
                      <a:pt x="495" y="328"/>
                    </a:lnTo>
                    <a:lnTo>
                      <a:pt x="495" y="3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32" name="组合 231"/>
            <p:cNvGrpSpPr/>
            <p:nvPr/>
          </p:nvGrpSpPr>
          <p:grpSpPr>
            <a:xfrm>
              <a:off x="6196541" y="4155926"/>
              <a:ext cx="294343" cy="643391"/>
              <a:chOff x="4421673" y="2233518"/>
              <a:chExt cx="785812" cy="1717675"/>
            </a:xfrm>
            <a:grpFill/>
          </p:grpSpPr>
          <p:sp>
            <p:nvSpPr>
              <p:cNvPr id="275" name="Freeform 5"/>
              <p:cNvSpPr>
                <a:spLocks/>
              </p:cNvSpPr>
              <p:nvPr/>
            </p:nvSpPr>
            <p:spPr bwMode="auto">
              <a:xfrm>
                <a:off x="4683610" y="2233518"/>
                <a:ext cx="254000" cy="258763"/>
              </a:xfrm>
              <a:custGeom>
                <a:avLst/>
                <a:gdLst>
                  <a:gd name="T0" fmla="*/ 80 w 160"/>
                  <a:gd name="T1" fmla="*/ 163 h 163"/>
                  <a:gd name="T2" fmla="*/ 80 w 160"/>
                  <a:gd name="T3" fmla="*/ 163 h 163"/>
                  <a:gd name="T4" fmla="*/ 95 w 160"/>
                  <a:gd name="T5" fmla="*/ 160 h 163"/>
                  <a:gd name="T6" fmla="*/ 112 w 160"/>
                  <a:gd name="T7" fmla="*/ 155 h 163"/>
                  <a:gd name="T8" fmla="*/ 124 w 160"/>
                  <a:gd name="T9" fmla="*/ 148 h 163"/>
                  <a:gd name="T10" fmla="*/ 136 w 160"/>
                  <a:gd name="T11" fmla="*/ 138 h 163"/>
                  <a:gd name="T12" fmla="*/ 146 w 160"/>
                  <a:gd name="T13" fmla="*/ 126 h 163"/>
                  <a:gd name="T14" fmla="*/ 153 w 160"/>
                  <a:gd name="T15" fmla="*/ 112 h 163"/>
                  <a:gd name="T16" fmla="*/ 158 w 160"/>
                  <a:gd name="T17" fmla="*/ 97 h 163"/>
                  <a:gd name="T18" fmla="*/ 160 w 160"/>
                  <a:gd name="T19" fmla="*/ 80 h 163"/>
                  <a:gd name="T20" fmla="*/ 160 w 160"/>
                  <a:gd name="T21" fmla="*/ 80 h 163"/>
                  <a:gd name="T22" fmla="*/ 158 w 160"/>
                  <a:gd name="T23" fmla="*/ 66 h 163"/>
                  <a:gd name="T24" fmla="*/ 153 w 160"/>
                  <a:gd name="T25" fmla="*/ 49 h 163"/>
                  <a:gd name="T26" fmla="*/ 146 w 160"/>
                  <a:gd name="T27" fmla="*/ 36 h 163"/>
                  <a:gd name="T28" fmla="*/ 136 w 160"/>
                  <a:gd name="T29" fmla="*/ 24 h 163"/>
                  <a:gd name="T30" fmla="*/ 124 w 160"/>
                  <a:gd name="T31" fmla="*/ 15 h 163"/>
                  <a:gd name="T32" fmla="*/ 112 w 160"/>
                  <a:gd name="T33" fmla="*/ 7 h 163"/>
                  <a:gd name="T34" fmla="*/ 95 w 160"/>
                  <a:gd name="T35" fmla="*/ 2 h 163"/>
                  <a:gd name="T36" fmla="*/ 80 w 160"/>
                  <a:gd name="T37" fmla="*/ 0 h 163"/>
                  <a:gd name="T38" fmla="*/ 80 w 160"/>
                  <a:gd name="T39" fmla="*/ 0 h 163"/>
                  <a:gd name="T40" fmla="*/ 63 w 160"/>
                  <a:gd name="T41" fmla="*/ 2 h 163"/>
                  <a:gd name="T42" fmla="*/ 49 w 160"/>
                  <a:gd name="T43" fmla="*/ 7 h 163"/>
                  <a:gd name="T44" fmla="*/ 34 w 160"/>
                  <a:gd name="T45" fmla="*/ 15 h 163"/>
                  <a:gd name="T46" fmla="*/ 22 w 160"/>
                  <a:gd name="T47" fmla="*/ 24 h 163"/>
                  <a:gd name="T48" fmla="*/ 12 w 160"/>
                  <a:gd name="T49" fmla="*/ 36 h 163"/>
                  <a:gd name="T50" fmla="*/ 5 w 160"/>
                  <a:gd name="T51" fmla="*/ 49 h 163"/>
                  <a:gd name="T52" fmla="*/ 0 w 160"/>
                  <a:gd name="T53" fmla="*/ 66 h 163"/>
                  <a:gd name="T54" fmla="*/ 0 w 160"/>
                  <a:gd name="T55" fmla="*/ 80 h 163"/>
                  <a:gd name="T56" fmla="*/ 0 w 160"/>
                  <a:gd name="T57" fmla="*/ 80 h 163"/>
                  <a:gd name="T58" fmla="*/ 0 w 160"/>
                  <a:gd name="T59" fmla="*/ 97 h 163"/>
                  <a:gd name="T60" fmla="*/ 5 w 160"/>
                  <a:gd name="T61" fmla="*/ 112 h 163"/>
                  <a:gd name="T62" fmla="*/ 12 w 160"/>
                  <a:gd name="T63" fmla="*/ 126 h 163"/>
                  <a:gd name="T64" fmla="*/ 22 w 160"/>
                  <a:gd name="T65" fmla="*/ 138 h 163"/>
                  <a:gd name="T66" fmla="*/ 34 w 160"/>
                  <a:gd name="T67" fmla="*/ 148 h 163"/>
                  <a:gd name="T68" fmla="*/ 49 w 160"/>
                  <a:gd name="T69" fmla="*/ 155 h 163"/>
                  <a:gd name="T70" fmla="*/ 63 w 160"/>
                  <a:gd name="T71" fmla="*/ 160 h 163"/>
                  <a:gd name="T72" fmla="*/ 80 w 160"/>
                  <a:gd name="T73" fmla="*/ 163 h 163"/>
                  <a:gd name="T74" fmla="*/ 80 w 160"/>
                  <a:gd name="T75"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0" h="163">
                    <a:moveTo>
                      <a:pt x="80" y="163"/>
                    </a:moveTo>
                    <a:lnTo>
                      <a:pt x="80" y="163"/>
                    </a:lnTo>
                    <a:lnTo>
                      <a:pt x="95" y="160"/>
                    </a:lnTo>
                    <a:lnTo>
                      <a:pt x="112" y="155"/>
                    </a:lnTo>
                    <a:lnTo>
                      <a:pt x="124" y="148"/>
                    </a:lnTo>
                    <a:lnTo>
                      <a:pt x="136" y="138"/>
                    </a:lnTo>
                    <a:lnTo>
                      <a:pt x="146" y="126"/>
                    </a:lnTo>
                    <a:lnTo>
                      <a:pt x="153" y="112"/>
                    </a:lnTo>
                    <a:lnTo>
                      <a:pt x="158" y="97"/>
                    </a:lnTo>
                    <a:lnTo>
                      <a:pt x="160" y="80"/>
                    </a:lnTo>
                    <a:lnTo>
                      <a:pt x="160" y="80"/>
                    </a:lnTo>
                    <a:lnTo>
                      <a:pt x="158" y="66"/>
                    </a:lnTo>
                    <a:lnTo>
                      <a:pt x="153" y="49"/>
                    </a:lnTo>
                    <a:lnTo>
                      <a:pt x="146" y="36"/>
                    </a:lnTo>
                    <a:lnTo>
                      <a:pt x="136" y="24"/>
                    </a:lnTo>
                    <a:lnTo>
                      <a:pt x="124" y="15"/>
                    </a:lnTo>
                    <a:lnTo>
                      <a:pt x="112" y="7"/>
                    </a:lnTo>
                    <a:lnTo>
                      <a:pt x="95" y="2"/>
                    </a:lnTo>
                    <a:lnTo>
                      <a:pt x="80" y="0"/>
                    </a:lnTo>
                    <a:lnTo>
                      <a:pt x="80" y="0"/>
                    </a:lnTo>
                    <a:lnTo>
                      <a:pt x="63" y="2"/>
                    </a:lnTo>
                    <a:lnTo>
                      <a:pt x="49" y="7"/>
                    </a:lnTo>
                    <a:lnTo>
                      <a:pt x="34" y="15"/>
                    </a:lnTo>
                    <a:lnTo>
                      <a:pt x="22" y="24"/>
                    </a:lnTo>
                    <a:lnTo>
                      <a:pt x="12" y="36"/>
                    </a:lnTo>
                    <a:lnTo>
                      <a:pt x="5" y="49"/>
                    </a:lnTo>
                    <a:lnTo>
                      <a:pt x="0" y="66"/>
                    </a:lnTo>
                    <a:lnTo>
                      <a:pt x="0" y="80"/>
                    </a:lnTo>
                    <a:lnTo>
                      <a:pt x="0" y="80"/>
                    </a:lnTo>
                    <a:lnTo>
                      <a:pt x="0" y="97"/>
                    </a:lnTo>
                    <a:lnTo>
                      <a:pt x="5" y="112"/>
                    </a:lnTo>
                    <a:lnTo>
                      <a:pt x="12" y="126"/>
                    </a:lnTo>
                    <a:lnTo>
                      <a:pt x="22" y="138"/>
                    </a:lnTo>
                    <a:lnTo>
                      <a:pt x="34" y="148"/>
                    </a:lnTo>
                    <a:lnTo>
                      <a:pt x="49" y="155"/>
                    </a:lnTo>
                    <a:lnTo>
                      <a:pt x="63" y="160"/>
                    </a:lnTo>
                    <a:lnTo>
                      <a:pt x="80" y="163"/>
                    </a:lnTo>
                    <a:lnTo>
                      <a:pt x="80" y="1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6" name="Freeform 6"/>
              <p:cNvSpPr>
                <a:spLocks/>
              </p:cNvSpPr>
              <p:nvPr/>
            </p:nvSpPr>
            <p:spPr bwMode="auto">
              <a:xfrm>
                <a:off x="4421673" y="2541493"/>
                <a:ext cx="785812" cy="1409700"/>
              </a:xfrm>
              <a:custGeom>
                <a:avLst/>
                <a:gdLst>
                  <a:gd name="T0" fmla="*/ 403 w 495"/>
                  <a:gd name="T1" fmla="*/ 53 h 888"/>
                  <a:gd name="T2" fmla="*/ 400 w 495"/>
                  <a:gd name="T3" fmla="*/ 41 h 888"/>
                  <a:gd name="T4" fmla="*/ 391 w 495"/>
                  <a:gd name="T5" fmla="*/ 22 h 888"/>
                  <a:gd name="T6" fmla="*/ 376 w 495"/>
                  <a:gd name="T7" fmla="*/ 10 h 888"/>
                  <a:gd name="T8" fmla="*/ 357 w 495"/>
                  <a:gd name="T9" fmla="*/ 0 h 888"/>
                  <a:gd name="T10" fmla="*/ 146 w 495"/>
                  <a:gd name="T11" fmla="*/ 0 h 888"/>
                  <a:gd name="T12" fmla="*/ 131 w 495"/>
                  <a:gd name="T13" fmla="*/ 3 h 888"/>
                  <a:gd name="T14" fmla="*/ 104 w 495"/>
                  <a:gd name="T15" fmla="*/ 17 h 888"/>
                  <a:gd name="T16" fmla="*/ 97 w 495"/>
                  <a:gd name="T17" fmla="*/ 27 h 888"/>
                  <a:gd name="T18" fmla="*/ 90 w 495"/>
                  <a:gd name="T19" fmla="*/ 39 h 888"/>
                  <a:gd name="T20" fmla="*/ 90 w 495"/>
                  <a:gd name="T21" fmla="*/ 44 h 888"/>
                  <a:gd name="T22" fmla="*/ 0 w 495"/>
                  <a:gd name="T23" fmla="*/ 328 h 888"/>
                  <a:gd name="T24" fmla="*/ 0 w 495"/>
                  <a:gd name="T25" fmla="*/ 342 h 888"/>
                  <a:gd name="T26" fmla="*/ 12 w 495"/>
                  <a:gd name="T27" fmla="*/ 366 h 888"/>
                  <a:gd name="T28" fmla="*/ 24 w 495"/>
                  <a:gd name="T29" fmla="*/ 374 h 888"/>
                  <a:gd name="T30" fmla="*/ 32 w 495"/>
                  <a:gd name="T31" fmla="*/ 374 h 888"/>
                  <a:gd name="T32" fmla="*/ 51 w 495"/>
                  <a:gd name="T33" fmla="*/ 371 h 888"/>
                  <a:gd name="T34" fmla="*/ 66 w 495"/>
                  <a:gd name="T35" fmla="*/ 357 h 888"/>
                  <a:gd name="T36" fmla="*/ 138 w 495"/>
                  <a:gd name="T37" fmla="*/ 124 h 888"/>
                  <a:gd name="T38" fmla="*/ 146 w 495"/>
                  <a:gd name="T39" fmla="*/ 124 h 888"/>
                  <a:gd name="T40" fmla="*/ 46 w 495"/>
                  <a:gd name="T41" fmla="*/ 527 h 888"/>
                  <a:gd name="T42" fmla="*/ 155 w 495"/>
                  <a:gd name="T43" fmla="*/ 847 h 888"/>
                  <a:gd name="T44" fmla="*/ 155 w 495"/>
                  <a:gd name="T45" fmla="*/ 854 h 888"/>
                  <a:gd name="T46" fmla="*/ 160 w 495"/>
                  <a:gd name="T47" fmla="*/ 869 h 888"/>
                  <a:gd name="T48" fmla="*/ 172 w 495"/>
                  <a:gd name="T49" fmla="*/ 881 h 888"/>
                  <a:gd name="T50" fmla="*/ 187 w 495"/>
                  <a:gd name="T51" fmla="*/ 886 h 888"/>
                  <a:gd name="T52" fmla="*/ 194 w 495"/>
                  <a:gd name="T53" fmla="*/ 888 h 888"/>
                  <a:gd name="T54" fmla="*/ 211 w 495"/>
                  <a:gd name="T55" fmla="*/ 883 h 888"/>
                  <a:gd name="T56" fmla="*/ 223 w 495"/>
                  <a:gd name="T57" fmla="*/ 876 h 888"/>
                  <a:gd name="T58" fmla="*/ 233 w 495"/>
                  <a:gd name="T59" fmla="*/ 861 h 888"/>
                  <a:gd name="T60" fmla="*/ 235 w 495"/>
                  <a:gd name="T61" fmla="*/ 847 h 888"/>
                  <a:gd name="T62" fmla="*/ 260 w 495"/>
                  <a:gd name="T63" fmla="*/ 527 h 888"/>
                  <a:gd name="T64" fmla="*/ 260 w 495"/>
                  <a:gd name="T65" fmla="*/ 847 h 888"/>
                  <a:gd name="T66" fmla="*/ 264 w 495"/>
                  <a:gd name="T67" fmla="*/ 861 h 888"/>
                  <a:gd name="T68" fmla="*/ 272 w 495"/>
                  <a:gd name="T69" fmla="*/ 876 h 888"/>
                  <a:gd name="T70" fmla="*/ 286 w 495"/>
                  <a:gd name="T71" fmla="*/ 883 h 888"/>
                  <a:gd name="T72" fmla="*/ 301 w 495"/>
                  <a:gd name="T73" fmla="*/ 888 h 888"/>
                  <a:gd name="T74" fmla="*/ 311 w 495"/>
                  <a:gd name="T75" fmla="*/ 886 h 888"/>
                  <a:gd name="T76" fmla="*/ 325 w 495"/>
                  <a:gd name="T77" fmla="*/ 881 h 888"/>
                  <a:gd name="T78" fmla="*/ 335 w 495"/>
                  <a:gd name="T79" fmla="*/ 869 h 888"/>
                  <a:gd name="T80" fmla="*/ 342 w 495"/>
                  <a:gd name="T81" fmla="*/ 854 h 888"/>
                  <a:gd name="T82" fmla="*/ 342 w 495"/>
                  <a:gd name="T83" fmla="*/ 527 h 888"/>
                  <a:gd name="T84" fmla="*/ 340 w 495"/>
                  <a:gd name="T85" fmla="*/ 124 h 888"/>
                  <a:gd name="T86" fmla="*/ 345 w 495"/>
                  <a:gd name="T87" fmla="*/ 124 h 888"/>
                  <a:gd name="T88" fmla="*/ 427 w 495"/>
                  <a:gd name="T89" fmla="*/ 349 h 888"/>
                  <a:gd name="T90" fmla="*/ 429 w 495"/>
                  <a:gd name="T91" fmla="*/ 357 h 888"/>
                  <a:gd name="T92" fmla="*/ 444 w 495"/>
                  <a:gd name="T93" fmla="*/ 371 h 888"/>
                  <a:gd name="T94" fmla="*/ 463 w 495"/>
                  <a:gd name="T95" fmla="*/ 374 h 888"/>
                  <a:gd name="T96" fmla="*/ 471 w 495"/>
                  <a:gd name="T97" fmla="*/ 371 h 888"/>
                  <a:gd name="T98" fmla="*/ 483 w 495"/>
                  <a:gd name="T99" fmla="*/ 364 h 888"/>
                  <a:gd name="T100" fmla="*/ 495 w 495"/>
                  <a:gd name="T101" fmla="*/ 340 h 888"/>
                  <a:gd name="T102" fmla="*/ 495 w 495"/>
                  <a:gd name="T103" fmla="*/ 328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95" h="888">
                    <a:moveTo>
                      <a:pt x="495" y="328"/>
                    </a:moveTo>
                    <a:lnTo>
                      <a:pt x="403" y="53"/>
                    </a:lnTo>
                    <a:lnTo>
                      <a:pt x="403" y="53"/>
                    </a:lnTo>
                    <a:lnTo>
                      <a:pt x="400" y="41"/>
                    </a:lnTo>
                    <a:lnTo>
                      <a:pt x="398" y="32"/>
                    </a:lnTo>
                    <a:lnTo>
                      <a:pt x="391" y="22"/>
                    </a:lnTo>
                    <a:lnTo>
                      <a:pt x="386" y="15"/>
                    </a:lnTo>
                    <a:lnTo>
                      <a:pt x="376" y="10"/>
                    </a:lnTo>
                    <a:lnTo>
                      <a:pt x="366" y="5"/>
                    </a:lnTo>
                    <a:lnTo>
                      <a:pt x="357" y="0"/>
                    </a:lnTo>
                    <a:lnTo>
                      <a:pt x="345" y="0"/>
                    </a:lnTo>
                    <a:lnTo>
                      <a:pt x="146" y="0"/>
                    </a:lnTo>
                    <a:lnTo>
                      <a:pt x="146" y="0"/>
                    </a:lnTo>
                    <a:lnTo>
                      <a:pt x="131" y="3"/>
                    </a:lnTo>
                    <a:lnTo>
                      <a:pt x="116" y="7"/>
                    </a:lnTo>
                    <a:lnTo>
                      <a:pt x="104" y="17"/>
                    </a:lnTo>
                    <a:lnTo>
                      <a:pt x="97" y="27"/>
                    </a:lnTo>
                    <a:lnTo>
                      <a:pt x="97" y="27"/>
                    </a:lnTo>
                    <a:lnTo>
                      <a:pt x="92" y="39"/>
                    </a:lnTo>
                    <a:lnTo>
                      <a:pt x="90" y="39"/>
                    </a:lnTo>
                    <a:lnTo>
                      <a:pt x="90" y="39"/>
                    </a:lnTo>
                    <a:lnTo>
                      <a:pt x="90" y="44"/>
                    </a:lnTo>
                    <a:lnTo>
                      <a:pt x="0" y="328"/>
                    </a:lnTo>
                    <a:lnTo>
                      <a:pt x="0" y="328"/>
                    </a:lnTo>
                    <a:lnTo>
                      <a:pt x="0" y="335"/>
                    </a:lnTo>
                    <a:lnTo>
                      <a:pt x="0" y="342"/>
                    </a:lnTo>
                    <a:lnTo>
                      <a:pt x="2" y="354"/>
                    </a:lnTo>
                    <a:lnTo>
                      <a:pt x="12" y="366"/>
                    </a:lnTo>
                    <a:lnTo>
                      <a:pt x="17" y="371"/>
                    </a:lnTo>
                    <a:lnTo>
                      <a:pt x="24" y="374"/>
                    </a:lnTo>
                    <a:lnTo>
                      <a:pt x="24" y="374"/>
                    </a:lnTo>
                    <a:lnTo>
                      <a:pt x="32" y="374"/>
                    </a:lnTo>
                    <a:lnTo>
                      <a:pt x="39" y="374"/>
                    </a:lnTo>
                    <a:lnTo>
                      <a:pt x="51" y="371"/>
                    </a:lnTo>
                    <a:lnTo>
                      <a:pt x="61" y="362"/>
                    </a:lnTo>
                    <a:lnTo>
                      <a:pt x="66" y="357"/>
                    </a:lnTo>
                    <a:lnTo>
                      <a:pt x="68" y="349"/>
                    </a:lnTo>
                    <a:lnTo>
                      <a:pt x="138" y="124"/>
                    </a:lnTo>
                    <a:lnTo>
                      <a:pt x="138" y="124"/>
                    </a:lnTo>
                    <a:lnTo>
                      <a:pt x="146" y="124"/>
                    </a:lnTo>
                    <a:lnTo>
                      <a:pt x="153" y="124"/>
                    </a:lnTo>
                    <a:lnTo>
                      <a:pt x="46" y="527"/>
                    </a:lnTo>
                    <a:lnTo>
                      <a:pt x="155" y="527"/>
                    </a:lnTo>
                    <a:lnTo>
                      <a:pt x="155" y="847"/>
                    </a:lnTo>
                    <a:lnTo>
                      <a:pt x="155" y="847"/>
                    </a:lnTo>
                    <a:lnTo>
                      <a:pt x="155" y="854"/>
                    </a:lnTo>
                    <a:lnTo>
                      <a:pt x="158" y="861"/>
                    </a:lnTo>
                    <a:lnTo>
                      <a:pt x="160" y="869"/>
                    </a:lnTo>
                    <a:lnTo>
                      <a:pt x="167" y="876"/>
                    </a:lnTo>
                    <a:lnTo>
                      <a:pt x="172" y="881"/>
                    </a:lnTo>
                    <a:lnTo>
                      <a:pt x="180" y="883"/>
                    </a:lnTo>
                    <a:lnTo>
                      <a:pt x="187" y="886"/>
                    </a:lnTo>
                    <a:lnTo>
                      <a:pt x="194" y="888"/>
                    </a:lnTo>
                    <a:lnTo>
                      <a:pt x="194" y="888"/>
                    </a:lnTo>
                    <a:lnTo>
                      <a:pt x="204" y="886"/>
                    </a:lnTo>
                    <a:lnTo>
                      <a:pt x="211" y="883"/>
                    </a:lnTo>
                    <a:lnTo>
                      <a:pt x="218" y="881"/>
                    </a:lnTo>
                    <a:lnTo>
                      <a:pt x="223" y="876"/>
                    </a:lnTo>
                    <a:lnTo>
                      <a:pt x="231" y="869"/>
                    </a:lnTo>
                    <a:lnTo>
                      <a:pt x="233" y="861"/>
                    </a:lnTo>
                    <a:lnTo>
                      <a:pt x="235" y="854"/>
                    </a:lnTo>
                    <a:lnTo>
                      <a:pt x="235" y="847"/>
                    </a:lnTo>
                    <a:lnTo>
                      <a:pt x="235" y="527"/>
                    </a:lnTo>
                    <a:lnTo>
                      <a:pt x="260" y="527"/>
                    </a:lnTo>
                    <a:lnTo>
                      <a:pt x="260" y="847"/>
                    </a:lnTo>
                    <a:lnTo>
                      <a:pt x="260" y="847"/>
                    </a:lnTo>
                    <a:lnTo>
                      <a:pt x="262" y="854"/>
                    </a:lnTo>
                    <a:lnTo>
                      <a:pt x="264" y="861"/>
                    </a:lnTo>
                    <a:lnTo>
                      <a:pt x="267" y="869"/>
                    </a:lnTo>
                    <a:lnTo>
                      <a:pt x="272" y="876"/>
                    </a:lnTo>
                    <a:lnTo>
                      <a:pt x="279" y="881"/>
                    </a:lnTo>
                    <a:lnTo>
                      <a:pt x="286" y="883"/>
                    </a:lnTo>
                    <a:lnTo>
                      <a:pt x="294" y="886"/>
                    </a:lnTo>
                    <a:lnTo>
                      <a:pt x="301" y="888"/>
                    </a:lnTo>
                    <a:lnTo>
                      <a:pt x="301" y="888"/>
                    </a:lnTo>
                    <a:lnTo>
                      <a:pt x="311" y="886"/>
                    </a:lnTo>
                    <a:lnTo>
                      <a:pt x="318" y="883"/>
                    </a:lnTo>
                    <a:lnTo>
                      <a:pt x="325" y="881"/>
                    </a:lnTo>
                    <a:lnTo>
                      <a:pt x="330" y="876"/>
                    </a:lnTo>
                    <a:lnTo>
                      <a:pt x="335" y="869"/>
                    </a:lnTo>
                    <a:lnTo>
                      <a:pt x="340" y="861"/>
                    </a:lnTo>
                    <a:lnTo>
                      <a:pt x="342" y="854"/>
                    </a:lnTo>
                    <a:lnTo>
                      <a:pt x="342" y="847"/>
                    </a:lnTo>
                    <a:lnTo>
                      <a:pt x="342" y="527"/>
                    </a:lnTo>
                    <a:lnTo>
                      <a:pt x="451" y="527"/>
                    </a:lnTo>
                    <a:lnTo>
                      <a:pt x="340" y="124"/>
                    </a:lnTo>
                    <a:lnTo>
                      <a:pt x="345" y="124"/>
                    </a:lnTo>
                    <a:lnTo>
                      <a:pt x="345" y="124"/>
                    </a:lnTo>
                    <a:lnTo>
                      <a:pt x="352" y="124"/>
                    </a:lnTo>
                    <a:lnTo>
                      <a:pt x="427" y="349"/>
                    </a:lnTo>
                    <a:lnTo>
                      <a:pt x="427" y="349"/>
                    </a:lnTo>
                    <a:lnTo>
                      <a:pt x="429" y="357"/>
                    </a:lnTo>
                    <a:lnTo>
                      <a:pt x="434" y="362"/>
                    </a:lnTo>
                    <a:lnTo>
                      <a:pt x="444" y="371"/>
                    </a:lnTo>
                    <a:lnTo>
                      <a:pt x="459" y="374"/>
                    </a:lnTo>
                    <a:lnTo>
                      <a:pt x="463" y="374"/>
                    </a:lnTo>
                    <a:lnTo>
                      <a:pt x="471" y="371"/>
                    </a:lnTo>
                    <a:lnTo>
                      <a:pt x="471" y="371"/>
                    </a:lnTo>
                    <a:lnTo>
                      <a:pt x="478" y="369"/>
                    </a:lnTo>
                    <a:lnTo>
                      <a:pt x="483" y="364"/>
                    </a:lnTo>
                    <a:lnTo>
                      <a:pt x="493" y="354"/>
                    </a:lnTo>
                    <a:lnTo>
                      <a:pt x="495" y="340"/>
                    </a:lnTo>
                    <a:lnTo>
                      <a:pt x="495" y="332"/>
                    </a:lnTo>
                    <a:lnTo>
                      <a:pt x="495" y="328"/>
                    </a:lnTo>
                    <a:lnTo>
                      <a:pt x="495" y="3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33" name="组合 232"/>
            <p:cNvGrpSpPr/>
            <p:nvPr/>
          </p:nvGrpSpPr>
          <p:grpSpPr>
            <a:xfrm>
              <a:off x="5920955" y="4155926"/>
              <a:ext cx="294343" cy="643391"/>
              <a:chOff x="4421673" y="2233518"/>
              <a:chExt cx="785812" cy="1717675"/>
            </a:xfrm>
            <a:grpFill/>
          </p:grpSpPr>
          <p:sp>
            <p:nvSpPr>
              <p:cNvPr id="273" name="Freeform 5"/>
              <p:cNvSpPr>
                <a:spLocks/>
              </p:cNvSpPr>
              <p:nvPr/>
            </p:nvSpPr>
            <p:spPr bwMode="auto">
              <a:xfrm>
                <a:off x="4683610" y="2233518"/>
                <a:ext cx="254000" cy="258763"/>
              </a:xfrm>
              <a:custGeom>
                <a:avLst/>
                <a:gdLst>
                  <a:gd name="T0" fmla="*/ 80 w 160"/>
                  <a:gd name="T1" fmla="*/ 163 h 163"/>
                  <a:gd name="T2" fmla="*/ 80 w 160"/>
                  <a:gd name="T3" fmla="*/ 163 h 163"/>
                  <a:gd name="T4" fmla="*/ 95 w 160"/>
                  <a:gd name="T5" fmla="*/ 160 h 163"/>
                  <a:gd name="T6" fmla="*/ 112 w 160"/>
                  <a:gd name="T7" fmla="*/ 155 h 163"/>
                  <a:gd name="T8" fmla="*/ 124 w 160"/>
                  <a:gd name="T9" fmla="*/ 148 h 163"/>
                  <a:gd name="T10" fmla="*/ 136 w 160"/>
                  <a:gd name="T11" fmla="*/ 138 h 163"/>
                  <a:gd name="T12" fmla="*/ 146 w 160"/>
                  <a:gd name="T13" fmla="*/ 126 h 163"/>
                  <a:gd name="T14" fmla="*/ 153 w 160"/>
                  <a:gd name="T15" fmla="*/ 112 h 163"/>
                  <a:gd name="T16" fmla="*/ 158 w 160"/>
                  <a:gd name="T17" fmla="*/ 97 h 163"/>
                  <a:gd name="T18" fmla="*/ 160 w 160"/>
                  <a:gd name="T19" fmla="*/ 80 h 163"/>
                  <a:gd name="T20" fmla="*/ 160 w 160"/>
                  <a:gd name="T21" fmla="*/ 80 h 163"/>
                  <a:gd name="T22" fmla="*/ 158 w 160"/>
                  <a:gd name="T23" fmla="*/ 66 h 163"/>
                  <a:gd name="T24" fmla="*/ 153 w 160"/>
                  <a:gd name="T25" fmla="*/ 49 h 163"/>
                  <a:gd name="T26" fmla="*/ 146 w 160"/>
                  <a:gd name="T27" fmla="*/ 36 h 163"/>
                  <a:gd name="T28" fmla="*/ 136 w 160"/>
                  <a:gd name="T29" fmla="*/ 24 h 163"/>
                  <a:gd name="T30" fmla="*/ 124 w 160"/>
                  <a:gd name="T31" fmla="*/ 15 h 163"/>
                  <a:gd name="T32" fmla="*/ 112 w 160"/>
                  <a:gd name="T33" fmla="*/ 7 h 163"/>
                  <a:gd name="T34" fmla="*/ 95 w 160"/>
                  <a:gd name="T35" fmla="*/ 2 h 163"/>
                  <a:gd name="T36" fmla="*/ 80 w 160"/>
                  <a:gd name="T37" fmla="*/ 0 h 163"/>
                  <a:gd name="T38" fmla="*/ 80 w 160"/>
                  <a:gd name="T39" fmla="*/ 0 h 163"/>
                  <a:gd name="T40" fmla="*/ 63 w 160"/>
                  <a:gd name="T41" fmla="*/ 2 h 163"/>
                  <a:gd name="T42" fmla="*/ 49 w 160"/>
                  <a:gd name="T43" fmla="*/ 7 h 163"/>
                  <a:gd name="T44" fmla="*/ 34 w 160"/>
                  <a:gd name="T45" fmla="*/ 15 h 163"/>
                  <a:gd name="T46" fmla="*/ 22 w 160"/>
                  <a:gd name="T47" fmla="*/ 24 h 163"/>
                  <a:gd name="T48" fmla="*/ 12 w 160"/>
                  <a:gd name="T49" fmla="*/ 36 h 163"/>
                  <a:gd name="T50" fmla="*/ 5 w 160"/>
                  <a:gd name="T51" fmla="*/ 49 h 163"/>
                  <a:gd name="T52" fmla="*/ 0 w 160"/>
                  <a:gd name="T53" fmla="*/ 66 h 163"/>
                  <a:gd name="T54" fmla="*/ 0 w 160"/>
                  <a:gd name="T55" fmla="*/ 80 h 163"/>
                  <a:gd name="T56" fmla="*/ 0 w 160"/>
                  <a:gd name="T57" fmla="*/ 80 h 163"/>
                  <a:gd name="T58" fmla="*/ 0 w 160"/>
                  <a:gd name="T59" fmla="*/ 97 h 163"/>
                  <a:gd name="T60" fmla="*/ 5 w 160"/>
                  <a:gd name="T61" fmla="*/ 112 h 163"/>
                  <a:gd name="T62" fmla="*/ 12 w 160"/>
                  <a:gd name="T63" fmla="*/ 126 h 163"/>
                  <a:gd name="T64" fmla="*/ 22 w 160"/>
                  <a:gd name="T65" fmla="*/ 138 h 163"/>
                  <a:gd name="T66" fmla="*/ 34 w 160"/>
                  <a:gd name="T67" fmla="*/ 148 h 163"/>
                  <a:gd name="T68" fmla="*/ 49 w 160"/>
                  <a:gd name="T69" fmla="*/ 155 h 163"/>
                  <a:gd name="T70" fmla="*/ 63 w 160"/>
                  <a:gd name="T71" fmla="*/ 160 h 163"/>
                  <a:gd name="T72" fmla="*/ 80 w 160"/>
                  <a:gd name="T73" fmla="*/ 163 h 163"/>
                  <a:gd name="T74" fmla="*/ 80 w 160"/>
                  <a:gd name="T75"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0" h="163">
                    <a:moveTo>
                      <a:pt x="80" y="163"/>
                    </a:moveTo>
                    <a:lnTo>
                      <a:pt x="80" y="163"/>
                    </a:lnTo>
                    <a:lnTo>
                      <a:pt x="95" y="160"/>
                    </a:lnTo>
                    <a:lnTo>
                      <a:pt x="112" y="155"/>
                    </a:lnTo>
                    <a:lnTo>
                      <a:pt x="124" y="148"/>
                    </a:lnTo>
                    <a:lnTo>
                      <a:pt x="136" y="138"/>
                    </a:lnTo>
                    <a:lnTo>
                      <a:pt x="146" y="126"/>
                    </a:lnTo>
                    <a:lnTo>
                      <a:pt x="153" y="112"/>
                    </a:lnTo>
                    <a:lnTo>
                      <a:pt x="158" y="97"/>
                    </a:lnTo>
                    <a:lnTo>
                      <a:pt x="160" y="80"/>
                    </a:lnTo>
                    <a:lnTo>
                      <a:pt x="160" y="80"/>
                    </a:lnTo>
                    <a:lnTo>
                      <a:pt x="158" y="66"/>
                    </a:lnTo>
                    <a:lnTo>
                      <a:pt x="153" y="49"/>
                    </a:lnTo>
                    <a:lnTo>
                      <a:pt x="146" y="36"/>
                    </a:lnTo>
                    <a:lnTo>
                      <a:pt x="136" y="24"/>
                    </a:lnTo>
                    <a:lnTo>
                      <a:pt x="124" y="15"/>
                    </a:lnTo>
                    <a:lnTo>
                      <a:pt x="112" y="7"/>
                    </a:lnTo>
                    <a:lnTo>
                      <a:pt x="95" y="2"/>
                    </a:lnTo>
                    <a:lnTo>
                      <a:pt x="80" y="0"/>
                    </a:lnTo>
                    <a:lnTo>
                      <a:pt x="80" y="0"/>
                    </a:lnTo>
                    <a:lnTo>
                      <a:pt x="63" y="2"/>
                    </a:lnTo>
                    <a:lnTo>
                      <a:pt x="49" y="7"/>
                    </a:lnTo>
                    <a:lnTo>
                      <a:pt x="34" y="15"/>
                    </a:lnTo>
                    <a:lnTo>
                      <a:pt x="22" y="24"/>
                    </a:lnTo>
                    <a:lnTo>
                      <a:pt x="12" y="36"/>
                    </a:lnTo>
                    <a:lnTo>
                      <a:pt x="5" y="49"/>
                    </a:lnTo>
                    <a:lnTo>
                      <a:pt x="0" y="66"/>
                    </a:lnTo>
                    <a:lnTo>
                      <a:pt x="0" y="80"/>
                    </a:lnTo>
                    <a:lnTo>
                      <a:pt x="0" y="80"/>
                    </a:lnTo>
                    <a:lnTo>
                      <a:pt x="0" y="97"/>
                    </a:lnTo>
                    <a:lnTo>
                      <a:pt x="5" y="112"/>
                    </a:lnTo>
                    <a:lnTo>
                      <a:pt x="12" y="126"/>
                    </a:lnTo>
                    <a:lnTo>
                      <a:pt x="22" y="138"/>
                    </a:lnTo>
                    <a:lnTo>
                      <a:pt x="34" y="148"/>
                    </a:lnTo>
                    <a:lnTo>
                      <a:pt x="49" y="155"/>
                    </a:lnTo>
                    <a:lnTo>
                      <a:pt x="63" y="160"/>
                    </a:lnTo>
                    <a:lnTo>
                      <a:pt x="80" y="163"/>
                    </a:lnTo>
                    <a:lnTo>
                      <a:pt x="80" y="1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4" name="Freeform 6"/>
              <p:cNvSpPr>
                <a:spLocks/>
              </p:cNvSpPr>
              <p:nvPr/>
            </p:nvSpPr>
            <p:spPr bwMode="auto">
              <a:xfrm>
                <a:off x="4421673" y="2541493"/>
                <a:ext cx="785812" cy="1409700"/>
              </a:xfrm>
              <a:custGeom>
                <a:avLst/>
                <a:gdLst>
                  <a:gd name="T0" fmla="*/ 403 w 495"/>
                  <a:gd name="T1" fmla="*/ 53 h 888"/>
                  <a:gd name="T2" fmla="*/ 400 w 495"/>
                  <a:gd name="T3" fmla="*/ 41 h 888"/>
                  <a:gd name="T4" fmla="*/ 391 w 495"/>
                  <a:gd name="T5" fmla="*/ 22 h 888"/>
                  <a:gd name="T6" fmla="*/ 376 w 495"/>
                  <a:gd name="T7" fmla="*/ 10 h 888"/>
                  <a:gd name="T8" fmla="*/ 357 w 495"/>
                  <a:gd name="T9" fmla="*/ 0 h 888"/>
                  <a:gd name="T10" fmla="*/ 146 w 495"/>
                  <a:gd name="T11" fmla="*/ 0 h 888"/>
                  <a:gd name="T12" fmla="*/ 131 w 495"/>
                  <a:gd name="T13" fmla="*/ 3 h 888"/>
                  <a:gd name="T14" fmla="*/ 104 w 495"/>
                  <a:gd name="T15" fmla="*/ 17 h 888"/>
                  <a:gd name="T16" fmla="*/ 97 w 495"/>
                  <a:gd name="T17" fmla="*/ 27 h 888"/>
                  <a:gd name="T18" fmla="*/ 90 w 495"/>
                  <a:gd name="T19" fmla="*/ 39 h 888"/>
                  <a:gd name="T20" fmla="*/ 90 w 495"/>
                  <a:gd name="T21" fmla="*/ 44 h 888"/>
                  <a:gd name="T22" fmla="*/ 0 w 495"/>
                  <a:gd name="T23" fmla="*/ 328 h 888"/>
                  <a:gd name="T24" fmla="*/ 0 w 495"/>
                  <a:gd name="T25" fmla="*/ 342 h 888"/>
                  <a:gd name="T26" fmla="*/ 12 w 495"/>
                  <a:gd name="T27" fmla="*/ 366 h 888"/>
                  <a:gd name="T28" fmla="*/ 24 w 495"/>
                  <a:gd name="T29" fmla="*/ 374 h 888"/>
                  <a:gd name="T30" fmla="*/ 32 w 495"/>
                  <a:gd name="T31" fmla="*/ 374 h 888"/>
                  <a:gd name="T32" fmla="*/ 51 w 495"/>
                  <a:gd name="T33" fmla="*/ 371 h 888"/>
                  <a:gd name="T34" fmla="*/ 66 w 495"/>
                  <a:gd name="T35" fmla="*/ 357 h 888"/>
                  <a:gd name="T36" fmla="*/ 138 w 495"/>
                  <a:gd name="T37" fmla="*/ 124 h 888"/>
                  <a:gd name="T38" fmla="*/ 146 w 495"/>
                  <a:gd name="T39" fmla="*/ 124 h 888"/>
                  <a:gd name="T40" fmla="*/ 46 w 495"/>
                  <a:gd name="T41" fmla="*/ 527 h 888"/>
                  <a:gd name="T42" fmla="*/ 155 w 495"/>
                  <a:gd name="T43" fmla="*/ 847 h 888"/>
                  <a:gd name="T44" fmla="*/ 155 w 495"/>
                  <a:gd name="T45" fmla="*/ 854 h 888"/>
                  <a:gd name="T46" fmla="*/ 160 w 495"/>
                  <a:gd name="T47" fmla="*/ 869 h 888"/>
                  <a:gd name="T48" fmla="*/ 172 w 495"/>
                  <a:gd name="T49" fmla="*/ 881 h 888"/>
                  <a:gd name="T50" fmla="*/ 187 w 495"/>
                  <a:gd name="T51" fmla="*/ 886 h 888"/>
                  <a:gd name="T52" fmla="*/ 194 w 495"/>
                  <a:gd name="T53" fmla="*/ 888 h 888"/>
                  <a:gd name="T54" fmla="*/ 211 w 495"/>
                  <a:gd name="T55" fmla="*/ 883 h 888"/>
                  <a:gd name="T56" fmla="*/ 223 w 495"/>
                  <a:gd name="T57" fmla="*/ 876 h 888"/>
                  <a:gd name="T58" fmla="*/ 233 w 495"/>
                  <a:gd name="T59" fmla="*/ 861 h 888"/>
                  <a:gd name="T60" fmla="*/ 235 w 495"/>
                  <a:gd name="T61" fmla="*/ 847 h 888"/>
                  <a:gd name="T62" fmla="*/ 260 w 495"/>
                  <a:gd name="T63" fmla="*/ 527 h 888"/>
                  <a:gd name="T64" fmla="*/ 260 w 495"/>
                  <a:gd name="T65" fmla="*/ 847 h 888"/>
                  <a:gd name="T66" fmla="*/ 264 w 495"/>
                  <a:gd name="T67" fmla="*/ 861 h 888"/>
                  <a:gd name="T68" fmla="*/ 272 w 495"/>
                  <a:gd name="T69" fmla="*/ 876 h 888"/>
                  <a:gd name="T70" fmla="*/ 286 w 495"/>
                  <a:gd name="T71" fmla="*/ 883 h 888"/>
                  <a:gd name="T72" fmla="*/ 301 w 495"/>
                  <a:gd name="T73" fmla="*/ 888 h 888"/>
                  <a:gd name="T74" fmla="*/ 311 w 495"/>
                  <a:gd name="T75" fmla="*/ 886 h 888"/>
                  <a:gd name="T76" fmla="*/ 325 w 495"/>
                  <a:gd name="T77" fmla="*/ 881 h 888"/>
                  <a:gd name="T78" fmla="*/ 335 w 495"/>
                  <a:gd name="T79" fmla="*/ 869 h 888"/>
                  <a:gd name="T80" fmla="*/ 342 w 495"/>
                  <a:gd name="T81" fmla="*/ 854 h 888"/>
                  <a:gd name="T82" fmla="*/ 342 w 495"/>
                  <a:gd name="T83" fmla="*/ 527 h 888"/>
                  <a:gd name="T84" fmla="*/ 340 w 495"/>
                  <a:gd name="T85" fmla="*/ 124 h 888"/>
                  <a:gd name="T86" fmla="*/ 345 w 495"/>
                  <a:gd name="T87" fmla="*/ 124 h 888"/>
                  <a:gd name="T88" fmla="*/ 427 w 495"/>
                  <a:gd name="T89" fmla="*/ 349 h 888"/>
                  <a:gd name="T90" fmla="*/ 429 w 495"/>
                  <a:gd name="T91" fmla="*/ 357 h 888"/>
                  <a:gd name="T92" fmla="*/ 444 w 495"/>
                  <a:gd name="T93" fmla="*/ 371 h 888"/>
                  <a:gd name="T94" fmla="*/ 463 w 495"/>
                  <a:gd name="T95" fmla="*/ 374 h 888"/>
                  <a:gd name="T96" fmla="*/ 471 w 495"/>
                  <a:gd name="T97" fmla="*/ 371 h 888"/>
                  <a:gd name="T98" fmla="*/ 483 w 495"/>
                  <a:gd name="T99" fmla="*/ 364 h 888"/>
                  <a:gd name="T100" fmla="*/ 495 w 495"/>
                  <a:gd name="T101" fmla="*/ 340 h 888"/>
                  <a:gd name="T102" fmla="*/ 495 w 495"/>
                  <a:gd name="T103" fmla="*/ 328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95" h="888">
                    <a:moveTo>
                      <a:pt x="495" y="328"/>
                    </a:moveTo>
                    <a:lnTo>
                      <a:pt x="403" y="53"/>
                    </a:lnTo>
                    <a:lnTo>
                      <a:pt x="403" y="53"/>
                    </a:lnTo>
                    <a:lnTo>
                      <a:pt x="400" y="41"/>
                    </a:lnTo>
                    <a:lnTo>
                      <a:pt x="398" y="32"/>
                    </a:lnTo>
                    <a:lnTo>
                      <a:pt x="391" y="22"/>
                    </a:lnTo>
                    <a:lnTo>
                      <a:pt x="386" y="15"/>
                    </a:lnTo>
                    <a:lnTo>
                      <a:pt x="376" y="10"/>
                    </a:lnTo>
                    <a:lnTo>
                      <a:pt x="366" y="5"/>
                    </a:lnTo>
                    <a:lnTo>
                      <a:pt x="357" y="0"/>
                    </a:lnTo>
                    <a:lnTo>
                      <a:pt x="345" y="0"/>
                    </a:lnTo>
                    <a:lnTo>
                      <a:pt x="146" y="0"/>
                    </a:lnTo>
                    <a:lnTo>
                      <a:pt x="146" y="0"/>
                    </a:lnTo>
                    <a:lnTo>
                      <a:pt x="131" y="3"/>
                    </a:lnTo>
                    <a:lnTo>
                      <a:pt x="116" y="7"/>
                    </a:lnTo>
                    <a:lnTo>
                      <a:pt x="104" y="17"/>
                    </a:lnTo>
                    <a:lnTo>
                      <a:pt x="97" y="27"/>
                    </a:lnTo>
                    <a:lnTo>
                      <a:pt x="97" y="27"/>
                    </a:lnTo>
                    <a:lnTo>
                      <a:pt x="92" y="39"/>
                    </a:lnTo>
                    <a:lnTo>
                      <a:pt x="90" y="39"/>
                    </a:lnTo>
                    <a:lnTo>
                      <a:pt x="90" y="39"/>
                    </a:lnTo>
                    <a:lnTo>
                      <a:pt x="90" y="44"/>
                    </a:lnTo>
                    <a:lnTo>
                      <a:pt x="0" y="328"/>
                    </a:lnTo>
                    <a:lnTo>
                      <a:pt x="0" y="328"/>
                    </a:lnTo>
                    <a:lnTo>
                      <a:pt x="0" y="335"/>
                    </a:lnTo>
                    <a:lnTo>
                      <a:pt x="0" y="342"/>
                    </a:lnTo>
                    <a:lnTo>
                      <a:pt x="2" y="354"/>
                    </a:lnTo>
                    <a:lnTo>
                      <a:pt x="12" y="366"/>
                    </a:lnTo>
                    <a:lnTo>
                      <a:pt x="17" y="371"/>
                    </a:lnTo>
                    <a:lnTo>
                      <a:pt x="24" y="374"/>
                    </a:lnTo>
                    <a:lnTo>
                      <a:pt x="24" y="374"/>
                    </a:lnTo>
                    <a:lnTo>
                      <a:pt x="32" y="374"/>
                    </a:lnTo>
                    <a:lnTo>
                      <a:pt x="39" y="374"/>
                    </a:lnTo>
                    <a:lnTo>
                      <a:pt x="51" y="371"/>
                    </a:lnTo>
                    <a:lnTo>
                      <a:pt x="61" y="362"/>
                    </a:lnTo>
                    <a:lnTo>
                      <a:pt x="66" y="357"/>
                    </a:lnTo>
                    <a:lnTo>
                      <a:pt x="68" y="349"/>
                    </a:lnTo>
                    <a:lnTo>
                      <a:pt x="138" y="124"/>
                    </a:lnTo>
                    <a:lnTo>
                      <a:pt x="138" y="124"/>
                    </a:lnTo>
                    <a:lnTo>
                      <a:pt x="146" y="124"/>
                    </a:lnTo>
                    <a:lnTo>
                      <a:pt x="153" y="124"/>
                    </a:lnTo>
                    <a:lnTo>
                      <a:pt x="46" y="527"/>
                    </a:lnTo>
                    <a:lnTo>
                      <a:pt x="155" y="527"/>
                    </a:lnTo>
                    <a:lnTo>
                      <a:pt x="155" y="847"/>
                    </a:lnTo>
                    <a:lnTo>
                      <a:pt x="155" y="847"/>
                    </a:lnTo>
                    <a:lnTo>
                      <a:pt x="155" y="854"/>
                    </a:lnTo>
                    <a:lnTo>
                      <a:pt x="158" y="861"/>
                    </a:lnTo>
                    <a:lnTo>
                      <a:pt x="160" y="869"/>
                    </a:lnTo>
                    <a:lnTo>
                      <a:pt x="167" y="876"/>
                    </a:lnTo>
                    <a:lnTo>
                      <a:pt x="172" y="881"/>
                    </a:lnTo>
                    <a:lnTo>
                      <a:pt x="180" y="883"/>
                    </a:lnTo>
                    <a:lnTo>
                      <a:pt x="187" y="886"/>
                    </a:lnTo>
                    <a:lnTo>
                      <a:pt x="194" y="888"/>
                    </a:lnTo>
                    <a:lnTo>
                      <a:pt x="194" y="888"/>
                    </a:lnTo>
                    <a:lnTo>
                      <a:pt x="204" y="886"/>
                    </a:lnTo>
                    <a:lnTo>
                      <a:pt x="211" y="883"/>
                    </a:lnTo>
                    <a:lnTo>
                      <a:pt x="218" y="881"/>
                    </a:lnTo>
                    <a:lnTo>
                      <a:pt x="223" y="876"/>
                    </a:lnTo>
                    <a:lnTo>
                      <a:pt x="231" y="869"/>
                    </a:lnTo>
                    <a:lnTo>
                      <a:pt x="233" y="861"/>
                    </a:lnTo>
                    <a:lnTo>
                      <a:pt x="235" y="854"/>
                    </a:lnTo>
                    <a:lnTo>
                      <a:pt x="235" y="847"/>
                    </a:lnTo>
                    <a:lnTo>
                      <a:pt x="235" y="527"/>
                    </a:lnTo>
                    <a:lnTo>
                      <a:pt x="260" y="527"/>
                    </a:lnTo>
                    <a:lnTo>
                      <a:pt x="260" y="847"/>
                    </a:lnTo>
                    <a:lnTo>
                      <a:pt x="260" y="847"/>
                    </a:lnTo>
                    <a:lnTo>
                      <a:pt x="262" y="854"/>
                    </a:lnTo>
                    <a:lnTo>
                      <a:pt x="264" y="861"/>
                    </a:lnTo>
                    <a:lnTo>
                      <a:pt x="267" y="869"/>
                    </a:lnTo>
                    <a:lnTo>
                      <a:pt x="272" y="876"/>
                    </a:lnTo>
                    <a:lnTo>
                      <a:pt x="279" y="881"/>
                    </a:lnTo>
                    <a:lnTo>
                      <a:pt x="286" y="883"/>
                    </a:lnTo>
                    <a:lnTo>
                      <a:pt x="294" y="886"/>
                    </a:lnTo>
                    <a:lnTo>
                      <a:pt x="301" y="888"/>
                    </a:lnTo>
                    <a:lnTo>
                      <a:pt x="301" y="888"/>
                    </a:lnTo>
                    <a:lnTo>
                      <a:pt x="311" y="886"/>
                    </a:lnTo>
                    <a:lnTo>
                      <a:pt x="318" y="883"/>
                    </a:lnTo>
                    <a:lnTo>
                      <a:pt x="325" y="881"/>
                    </a:lnTo>
                    <a:lnTo>
                      <a:pt x="330" y="876"/>
                    </a:lnTo>
                    <a:lnTo>
                      <a:pt x="335" y="869"/>
                    </a:lnTo>
                    <a:lnTo>
                      <a:pt x="340" y="861"/>
                    </a:lnTo>
                    <a:lnTo>
                      <a:pt x="342" y="854"/>
                    </a:lnTo>
                    <a:lnTo>
                      <a:pt x="342" y="847"/>
                    </a:lnTo>
                    <a:lnTo>
                      <a:pt x="342" y="527"/>
                    </a:lnTo>
                    <a:lnTo>
                      <a:pt x="451" y="527"/>
                    </a:lnTo>
                    <a:lnTo>
                      <a:pt x="340" y="124"/>
                    </a:lnTo>
                    <a:lnTo>
                      <a:pt x="345" y="124"/>
                    </a:lnTo>
                    <a:lnTo>
                      <a:pt x="345" y="124"/>
                    </a:lnTo>
                    <a:lnTo>
                      <a:pt x="352" y="124"/>
                    </a:lnTo>
                    <a:lnTo>
                      <a:pt x="427" y="349"/>
                    </a:lnTo>
                    <a:lnTo>
                      <a:pt x="427" y="349"/>
                    </a:lnTo>
                    <a:lnTo>
                      <a:pt x="429" y="357"/>
                    </a:lnTo>
                    <a:lnTo>
                      <a:pt x="434" y="362"/>
                    </a:lnTo>
                    <a:lnTo>
                      <a:pt x="444" y="371"/>
                    </a:lnTo>
                    <a:lnTo>
                      <a:pt x="459" y="374"/>
                    </a:lnTo>
                    <a:lnTo>
                      <a:pt x="463" y="374"/>
                    </a:lnTo>
                    <a:lnTo>
                      <a:pt x="471" y="371"/>
                    </a:lnTo>
                    <a:lnTo>
                      <a:pt x="471" y="371"/>
                    </a:lnTo>
                    <a:lnTo>
                      <a:pt x="478" y="369"/>
                    </a:lnTo>
                    <a:lnTo>
                      <a:pt x="483" y="364"/>
                    </a:lnTo>
                    <a:lnTo>
                      <a:pt x="493" y="354"/>
                    </a:lnTo>
                    <a:lnTo>
                      <a:pt x="495" y="340"/>
                    </a:lnTo>
                    <a:lnTo>
                      <a:pt x="495" y="332"/>
                    </a:lnTo>
                    <a:lnTo>
                      <a:pt x="495" y="328"/>
                    </a:lnTo>
                    <a:lnTo>
                      <a:pt x="495" y="3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34" name="组合 233"/>
            <p:cNvGrpSpPr/>
            <p:nvPr/>
          </p:nvGrpSpPr>
          <p:grpSpPr>
            <a:xfrm>
              <a:off x="5645369" y="4155926"/>
              <a:ext cx="294343" cy="643391"/>
              <a:chOff x="4421673" y="2233518"/>
              <a:chExt cx="785812" cy="1717675"/>
            </a:xfrm>
            <a:grpFill/>
          </p:grpSpPr>
          <p:sp>
            <p:nvSpPr>
              <p:cNvPr id="271" name="Freeform 5"/>
              <p:cNvSpPr>
                <a:spLocks/>
              </p:cNvSpPr>
              <p:nvPr/>
            </p:nvSpPr>
            <p:spPr bwMode="auto">
              <a:xfrm>
                <a:off x="4683610" y="2233518"/>
                <a:ext cx="254000" cy="258763"/>
              </a:xfrm>
              <a:custGeom>
                <a:avLst/>
                <a:gdLst>
                  <a:gd name="T0" fmla="*/ 80 w 160"/>
                  <a:gd name="T1" fmla="*/ 163 h 163"/>
                  <a:gd name="T2" fmla="*/ 80 w 160"/>
                  <a:gd name="T3" fmla="*/ 163 h 163"/>
                  <a:gd name="T4" fmla="*/ 95 w 160"/>
                  <a:gd name="T5" fmla="*/ 160 h 163"/>
                  <a:gd name="T6" fmla="*/ 112 w 160"/>
                  <a:gd name="T7" fmla="*/ 155 h 163"/>
                  <a:gd name="T8" fmla="*/ 124 w 160"/>
                  <a:gd name="T9" fmla="*/ 148 h 163"/>
                  <a:gd name="T10" fmla="*/ 136 w 160"/>
                  <a:gd name="T11" fmla="*/ 138 h 163"/>
                  <a:gd name="T12" fmla="*/ 146 w 160"/>
                  <a:gd name="T13" fmla="*/ 126 h 163"/>
                  <a:gd name="T14" fmla="*/ 153 w 160"/>
                  <a:gd name="T15" fmla="*/ 112 h 163"/>
                  <a:gd name="T16" fmla="*/ 158 w 160"/>
                  <a:gd name="T17" fmla="*/ 97 h 163"/>
                  <a:gd name="T18" fmla="*/ 160 w 160"/>
                  <a:gd name="T19" fmla="*/ 80 h 163"/>
                  <a:gd name="T20" fmla="*/ 160 w 160"/>
                  <a:gd name="T21" fmla="*/ 80 h 163"/>
                  <a:gd name="T22" fmla="*/ 158 w 160"/>
                  <a:gd name="T23" fmla="*/ 66 h 163"/>
                  <a:gd name="T24" fmla="*/ 153 w 160"/>
                  <a:gd name="T25" fmla="*/ 49 h 163"/>
                  <a:gd name="T26" fmla="*/ 146 w 160"/>
                  <a:gd name="T27" fmla="*/ 36 h 163"/>
                  <a:gd name="T28" fmla="*/ 136 w 160"/>
                  <a:gd name="T29" fmla="*/ 24 h 163"/>
                  <a:gd name="T30" fmla="*/ 124 w 160"/>
                  <a:gd name="T31" fmla="*/ 15 h 163"/>
                  <a:gd name="T32" fmla="*/ 112 w 160"/>
                  <a:gd name="T33" fmla="*/ 7 h 163"/>
                  <a:gd name="T34" fmla="*/ 95 w 160"/>
                  <a:gd name="T35" fmla="*/ 2 h 163"/>
                  <a:gd name="T36" fmla="*/ 80 w 160"/>
                  <a:gd name="T37" fmla="*/ 0 h 163"/>
                  <a:gd name="T38" fmla="*/ 80 w 160"/>
                  <a:gd name="T39" fmla="*/ 0 h 163"/>
                  <a:gd name="T40" fmla="*/ 63 w 160"/>
                  <a:gd name="T41" fmla="*/ 2 h 163"/>
                  <a:gd name="T42" fmla="*/ 49 w 160"/>
                  <a:gd name="T43" fmla="*/ 7 h 163"/>
                  <a:gd name="T44" fmla="*/ 34 w 160"/>
                  <a:gd name="T45" fmla="*/ 15 h 163"/>
                  <a:gd name="T46" fmla="*/ 22 w 160"/>
                  <a:gd name="T47" fmla="*/ 24 h 163"/>
                  <a:gd name="T48" fmla="*/ 12 w 160"/>
                  <a:gd name="T49" fmla="*/ 36 h 163"/>
                  <a:gd name="T50" fmla="*/ 5 w 160"/>
                  <a:gd name="T51" fmla="*/ 49 h 163"/>
                  <a:gd name="T52" fmla="*/ 0 w 160"/>
                  <a:gd name="T53" fmla="*/ 66 h 163"/>
                  <a:gd name="T54" fmla="*/ 0 w 160"/>
                  <a:gd name="T55" fmla="*/ 80 h 163"/>
                  <a:gd name="T56" fmla="*/ 0 w 160"/>
                  <a:gd name="T57" fmla="*/ 80 h 163"/>
                  <a:gd name="T58" fmla="*/ 0 w 160"/>
                  <a:gd name="T59" fmla="*/ 97 h 163"/>
                  <a:gd name="T60" fmla="*/ 5 w 160"/>
                  <a:gd name="T61" fmla="*/ 112 h 163"/>
                  <a:gd name="T62" fmla="*/ 12 w 160"/>
                  <a:gd name="T63" fmla="*/ 126 h 163"/>
                  <a:gd name="T64" fmla="*/ 22 w 160"/>
                  <a:gd name="T65" fmla="*/ 138 h 163"/>
                  <a:gd name="T66" fmla="*/ 34 w 160"/>
                  <a:gd name="T67" fmla="*/ 148 h 163"/>
                  <a:gd name="T68" fmla="*/ 49 w 160"/>
                  <a:gd name="T69" fmla="*/ 155 h 163"/>
                  <a:gd name="T70" fmla="*/ 63 w 160"/>
                  <a:gd name="T71" fmla="*/ 160 h 163"/>
                  <a:gd name="T72" fmla="*/ 80 w 160"/>
                  <a:gd name="T73" fmla="*/ 163 h 163"/>
                  <a:gd name="T74" fmla="*/ 80 w 160"/>
                  <a:gd name="T75"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0" h="163">
                    <a:moveTo>
                      <a:pt x="80" y="163"/>
                    </a:moveTo>
                    <a:lnTo>
                      <a:pt x="80" y="163"/>
                    </a:lnTo>
                    <a:lnTo>
                      <a:pt x="95" y="160"/>
                    </a:lnTo>
                    <a:lnTo>
                      <a:pt x="112" y="155"/>
                    </a:lnTo>
                    <a:lnTo>
                      <a:pt x="124" y="148"/>
                    </a:lnTo>
                    <a:lnTo>
                      <a:pt x="136" y="138"/>
                    </a:lnTo>
                    <a:lnTo>
                      <a:pt x="146" y="126"/>
                    </a:lnTo>
                    <a:lnTo>
                      <a:pt x="153" y="112"/>
                    </a:lnTo>
                    <a:lnTo>
                      <a:pt x="158" y="97"/>
                    </a:lnTo>
                    <a:lnTo>
                      <a:pt x="160" y="80"/>
                    </a:lnTo>
                    <a:lnTo>
                      <a:pt x="160" y="80"/>
                    </a:lnTo>
                    <a:lnTo>
                      <a:pt x="158" y="66"/>
                    </a:lnTo>
                    <a:lnTo>
                      <a:pt x="153" y="49"/>
                    </a:lnTo>
                    <a:lnTo>
                      <a:pt x="146" y="36"/>
                    </a:lnTo>
                    <a:lnTo>
                      <a:pt x="136" y="24"/>
                    </a:lnTo>
                    <a:lnTo>
                      <a:pt x="124" y="15"/>
                    </a:lnTo>
                    <a:lnTo>
                      <a:pt x="112" y="7"/>
                    </a:lnTo>
                    <a:lnTo>
                      <a:pt x="95" y="2"/>
                    </a:lnTo>
                    <a:lnTo>
                      <a:pt x="80" y="0"/>
                    </a:lnTo>
                    <a:lnTo>
                      <a:pt x="80" y="0"/>
                    </a:lnTo>
                    <a:lnTo>
                      <a:pt x="63" y="2"/>
                    </a:lnTo>
                    <a:lnTo>
                      <a:pt x="49" y="7"/>
                    </a:lnTo>
                    <a:lnTo>
                      <a:pt x="34" y="15"/>
                    </a:lnTo>
                    <a:lnTo>
                      <a:pt x="22" y="24"/>
                    </a:lnTo>
                    <a:lnTo>
                      <a:pt x="12" y="36"/>
                    </a:lnTo>
                    <a:lnTo>
                      <a:pt x="5" y="49"/>
                    </a:lnTo>
                    <a:lnTo>
                      <a:pt x="0" y="66"/>
                    </a:lnTo>
                    <a:lnTo>
                      <a:pt x="0" y="80"/>
                    </a:lnTo>
                    <a:lnTo>
                      <a:pt x="0" y="80"/>
                    </a:lnTo>
                    <a:lnTo>
                      <a:pt x="0" y="97"/>
                    </a:lnTo>
                    <a:lnTo>
                      <a:pt x="5" y="112"/>
                    </a:lnTo>
                    <a:lnTo>
                      <a:pt x="12" y="126"/>
                    </a:lnTo>
                    <a:lnTo>
                      <a:pt x="22" y="138"/>
                    </a:lnTo>
                    <a:lnTo>
                      <a:pt x="34" y="148"/>
                    </a:lnTo>
                    <a:lnTo>
                      <a:pt x="49" y="155"/>
                    </a:lnTo>
                    <a:lnTo>
                      <a:pt x="63" y="160"/>
                    </a:lnTo>
                    <a:lnTo>
                      <a:pt x="80" y="163"/>
                    </a:lnTo>
                    <a:lnTo>
                      <a:pt x="80" y="1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2" name="Freeform 6"/>
              <p:cNvSpPr>
                <a:spLocks/>
              </p:cNvSpPr>
              <p:nvPr/>
            </p:nvSpPr>
            <p:spPr bwMode="auto">
              <a:xfrm>
                <a:off x="4421673" y="2541493"/>
                <a:ext cx="785812" cy="1409700"/>
              </a:xfrm>
              <a:custGeom>
                <a:avLst/>
                <a:gdLst>
                  <a:gd name="T0" fmla="*/ 403 w 495"/>
                  <a:gd name="T1" fmla="*/ 53 h 888"/>
                  <a:gd name="T2" fmla="*/ 400 w 495"/>
                  <a:gd name="T3" fmla="*/ 41 h 888"/>
                  <a:gd name="T4" fmla="*/ 391 w 495"/>
                  <a:gd name="T5" fmla="*/ 22 h 888"/>
                  <a:gd name="T6" fmla="*/ 376 w 495"/>
                  <a:gd name="T7" fmla="*/ 10 h 888"/>
                  <a:gd name="T8" fmla="*/ 357 w 495"/>
                  <a:gd name="T9" fmla="*/ 0 h 888"/>
                  <a:gd name="T10" fmla="*/ 146 w 495"/>
                  <a:gd name="T11" fmla="*/ 0 h 888"/>
                  <a:gd name="T12" fmla="*/ 131 w 495"/>
                  <a:gd name="T13" fmla="*/ 3 h 888"/>
                  <a:gd name="T14" fmla="*/ 104 w 495"/>
                  <a:gd name="T15" fmla="*/ 17 h 888"/>
                  <a:gd name="T16" fmla="*/ 97 w 495"/>
                  <a:gd name="T17" fmla="*/ 27 h 888"/>
                  <a:gd name="T18" fmla="*/ 90 w 495"/>
                  <a:gd name="T19" fmla="*/ 39 h 888"/>
                  <a:gd name="T20" fmla="*/ 90 w 495"/>
                  <a:gd name="T21" fmla="*/ 44 h 888"/>
                  <a:gd name="T22" fmla="*/ 0 w 495"/>
                  <a:gd name="T23" fmla="*/ 328 h 888"/>
                  <a:gd name="T24" fmla="*/ 0 w 495"/>
                  <a:gd name="T25" fmla="*/ 342 h 888"/>
                  <a:gd name="T26" fmla="*/ 12 w 495"/>
                  <a:gd name="T27" fmla="*/ 366 h 888"/>
                  <a:gd name="T28" fmla="*/ 24 w 495"/>
                  <a:gd name="T29" fmla="*/ 374 h 888"/>
                  <a:gd name="T30" fmla="*/ 32 w 495"/>
                  <a:gd name="T31" fmla="*/ 374 h 888"/>
                  <a:gd name="T32" fmla="*/ 51 w 495"/>
                  <a:gd name="T33" fmla="*/ 371 h 888"/>
                  <a:gd name="T34" fmla="*/ 66 w 495"/>
                  <a:gd name="T35" fmla="*/ 357 h 888"/>
                  <a:gd name="T36" fmla="*/ 138 w 495"/>
                  <a:gd name="T37" fmla="*/ 124 h 888"/>
                  <a:gd name="T38" fmla="*/ 146 w 495"/>
                  <a:gd name="T39" fmla="*/ 124 h 888"/>
                  <a:gd name="T40" fmla="*/ 46 w 495"/>
                  <a:gd name="T41" fmla="*/ 527 h 888"/>
                  <a:gd name="T42" fmla="*/ 155 w 495"/>
                  <a:gd name="T43" fmla="*/ 847 h 888"/>
                  <a:gd name="T44" fmla="*/ 155 w 495"/>
                  <a:gd name="T45" fmla="*/ 854 h 888"/>
                  <a:gd name="T46" fmla="*/ 160 w 495"/>
                  <a:gd name="T47" fmla="*/ 869 h 888"/>
                  <a:gd name="T48" fmla="*/ 172 w 495"/>
                  <a:gd name="T49" fmla="*/ 881 h 888"/>
                  <a:gd name="T50" fmla="*/ 187 w 495"/>
                  <a:gd name="T51" fmla="*/ 886 h 888"/>
                  <a:gd name="T52" fmla="*/ 194 w 495"/>
                  <a:gd name="T53" fmla="*/ 888 h 888"/>
                  <a:gd name="T54" fmla="*/ 211 w 495"/>
                  <a:gd name="T55" fmla="*/ 883 h 888"/>
                  <a:gd name="T56" fmla="*/ 223 w 495"/>
                  <a:gd name="T57" fmla="*/ 876 h 888"/>
                  <a:gd name="T58" fmla="*/ 233 w 495"/>
                  <a:gd name="T59" fmla="*/ 861 h 888"/>
                  <a:gd name="T60" fmla="*/ 235 w 495"/>
                  <a:gd name="T61" fmla="*/ 847 h 888"/>
                  <a:gd name="T62" fmla="*/ 260 w 495"/>
                  <a:gd name="T63" fmla="*/ 527 h 888"/>
                  <a:gd name="T64" fmla="*/ 260 w 495"/>
                  <a:gd name="T65" fmla="*/ 847 h 888"/>
                  <a:gd name="T66" fmla="*/ 264 w 495"/>
                  <a:gd name="T67" fmla="*/ 861 h 888"/>
                  <a:gd name="T68" fmla="*/ 272 w 495"/>
                  <a:gd name="T69" fmla="*/ 876 h 888"/>
                  <a:gd name="T70" fmla="*/ 286 w 495"/>
                  <a:gd name="T71" fmla="*/ 883 h 888"/>
                  <a:gd name="T72" fmla="*/ 301 w 495"/>
                  <a:gd name="T73" fmla="*/ 888 h 888"/>
                  <a:gd name="T74" fmla="*/ 311 w 495"/>
                  <a:gd name="T75" fmla="*/ 886 h 888"/>
                  <a:gd name="T76" fmla="*/ 325 w 495"/>
                  <a:gd name="T77" fmla="*/ 881 h 888"/>
                  <a:gd name="T78" fmla="*/ 335 w 495"/>
                  <a:gd name="T79" fmla="*/ 869 h 888"/>
                  <a:gd name="T80" fmla="*/ 342 w 495"/>
                  <a:gd name="T81" fmla="*/ 854 h 888"/>
                  <a:gd name="T82" fmla="*/ 342 w 495"/>
                  <a:gd name="T83" fmla="*/ 527 h 888"/>
                  <a:gd name="T84" fmla="*/ 340 w 495"/>
                  <a:gd name="T85" fmla="*/ 124 h 888"/>
                  <a:gd name="T86" fmla="*/ 345 w 495"/>
                  <a:gd name="T87" fmla="*/ 124 h 888"/>
                  <a:gd name="T88" fmla="*/ 427 w 495"/>
                  <a:gd name="T89" fmla="*/ 349 h 888"/>
                  <a:gd name="T90" fmla="*/ 429 w 495"/>
                  <a:gd name="T91" fmla="*/ 357 h 888"/>
                  <a:gd name="T92" fmla="*/ 444 w 495"/>
                  <a:gd name="T93" fmla="*/ 371 h 888"/>
                  <a:gd name="T94" fmla="*/ 463 w 495"/>
                  <a:gd name="T95" fmla="*/ 374 h 888"/>
                  <a:gd name="T96" fmla="*/ 471 w 495"/>
                  <a:gd name="T97" fmla="*/ 371 h 888"/>
                  <a:gd name="T98" fmla="*/ 483 w 495"/>
                  <a:gd name="T99" fmla="*/ 364 h 888"/>
                  <a:gd name="T100" fmla="*/ 495 w 495"/>
                  <a:gd name="T101" fmla="*/ 340 h 888"/>
                  <a:gd name="T102" fmla="*/ 495 w 495"/>
                  <a:gd name="T103" fmla="*/ 328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95" h="888">
                    <a:moveTo>
                      <a:pt x="495" y="328"/>
                    </a:moveTo>
                    <a:lnTo>
                      <a:pt x="403" y="53"/>
                    </a:lnTo>
                    <a:lnTo>
                      <a:pt x="403" y="53"/>
                    </a:lnTo>
                    <a:lnTo>
                      <a:pt x="400" y="41"/>
                    </a:lnTo>
                    <a:lnTo>
                      <a:pt x="398" y="32"/>
                    </a:lnTo>
                    <a:lnTo>
                      <a:pt x="391" y="22"/>
                    </a:lnTo>
                    <a:lnTo>
                      <a:pt x="386" y="15"/>
                    </a:lnTo>
                    <a:lnTo>
                      <a:pt x="376" y="10"/>
                    </a:lnTo>
                    <a:lnTo>
                      <a:pt x="366" y="5"/>
                    </a:lnTo>
                    <a:lnTo>
                      <a:pt x="357" y="0"/>
                    </a:lnTo>
                    <a:lnTo>
                      <a:pt x="345" y="0"/>
                    </a:lnTo>
                    <a:lnTo>
                      <a:pt x="146" y="0"/>
                    </a:lnTo>
                    <a:lnTo>
                      <a:pt x="146" y="0"/>
                    </a:lnTo>
                    <a:lnTo>
                      <a:pt x="131" y="3"/>
                    </a:lnTo>
                    <a:lnTo>
                      <a:pt x="116" y="7"/>
                    </a:lnTo>
                    <a:lnTo>
                      <a:pt x="104" y="17"/>
                    </a:lnTo>
                    <a:lnTo>
                      <a:pt x="97" y="27"/>
                    </a:lnTo>
                    <a:lnTo>
                      <a:pt x="97" y="27"/>
                    </a:lnTo>
                    <a:lnTo>
                      <a:pt x="92" y="39"/>
                    </a:lnTo>
                    <a:lnTo>
                      <a:pt x="90" y="39"/>
                    </a:lnTo>
                    <a:lnTo>
                      <a:pt x="90" y="39"/>
                    </a:lnTo>
                    <a:lnTo>
                      <a:pt x="90" y="44"/>
                    </a:lnTo>
                    <a:lnTo>
                      <a:pt x="0" y="328"/>
                    </a:lnTo>
                    <a:lnTo>
                      <a:pt x="0" y="328"/>
                    </a:lnTo>
                    <a:lnTo>
                      <a:pt x="0" y="335"/>
                    </a:lnTo>
                    <a:lnTo>
                      <a:pt x="0" y="342"/>
                    </a:lnTo>
                    <a:lnTo>
                      <a:pt x="2" y="354"/>
                    </a:lnTo>
                    <a:lnTo>
                      <a:pt x="12" y="366"/>
                    </a:lnTo>
                    <a:lnTo>
                      <a:pt x="17" y="371"/>
                    </a:lnTo>
                    <a:lnTo>
                      <a:pt x="24" y="374"/>
                    </a:lnTo>
                    <a:lnTo>
                      <a:pt x="24" y="374"/>
                    </a:lnTo>
                    <a:lnTo>
                      <a:pt x="32" y="374"/>
                    </a:lnTo>
                    <a:lnTo>
                      <a:pt x="39" y="374"/>
                    </a:lnTo>
                    <a:lnTo>
                      <a:pt x="51" y="371"/>
                    </a:lnTo>
                    <a:lnTo>
                      <a:pt x="61" y="362"/>
                    </a:lnTo>
                    <a:lnTo>
                      <a:pt x="66" y="357"/>
                    </a:lnTo>
                    <a:lnTo>
                      <a:pt x="68" y="349"/>
                    </a:lnTo>
                    <a:lnTo>
                      <a:pt x="138" y="124"/>
                    </a:lnTo>
                    <a:lnTo>
                      <a:pt x="138" y="124"/>
                    </a:lnTo>
                    <a:lnTo>
                      <a:pt x="146" y="124"/>
                    </a:lnTo>
                    <a:lnTo>
                      <a:pt x="153" y="124"/>
                    </a:lnTo>
                    <a:lnTo>
                      <a:pt x="46" y="527"/>
                    </a:lnTo>
                    <a:lnTo>
                      <a:pt x="155" y="527"/>
                    </a:lnTo>
                    <a:lnTo>
                      <a:pt x="155" y="847"/>
                    </a:lnTo>
                    <a:lnTo>
                      <a:pt x="155" y="847"/>
                    </a:lnTo>
                    <a:lnTo>
                      <a:pt x="155" y="854"/>
                    </a:lnTo>
                    <a:lnTo>
                      <a:pt x="158" y="861"/>
                    </a:lnTo>
                    <a:lnTo>
                      <a:pt x="160" y="869"/>
                    </a:lnTo>
                    <a:lnTo>
                      <a:pt x="167" y="876"/>
                    </a:lnTo>
                    <a:lnTo>
                      <a:pt x="172" y="881"/>
                    </a:lnTo>
                    <a:lnTo>
                      <a:pt x="180" y="883"/>
                    </a:lnTo>
                    <a:lnTo>
                      <a:pt x="187" y="886"/>
                    </a:lnTo>
                    <a:lnTo>
                      <a:pt x="194" y="888"/>
                    </a:lnTo>
                    <a:lnTo>
                      <a:pt x="194" y="888"/>
                    </a:lnTo>
                    <a:lnTo>
                      <a:pt x="204" y="886"/>
                    </a:lnTo>
                    <a:lnTo>
                      <a:pt x="211" y="883"/>
                    </a:lnTo>
                    <a:lnTo>
                      <a:pt x="218" y="881"/>
                    </a:lnTo>
                    <a:lnTo>
                      <a:pt x="223" y="876"/>
                    </a:lnTo>
                    <a:lnTo>
                      <a:pt x="231" y="869"/>
                    </a:lnTo>
                    <a:lnTo>
                      <a:pt x="233" y="861"/>
                    </a:lnTo>
                    <a:lnTo>
                      <a:pt x="235" y="854"/>
                    </a:lnTo>
                    <a:lnTo>
                      <a:pt x="235" y="847"/>
                    </a:lnTo>
                    <a:lnTo>
                      <a:pt x="235" y="527"/>
                    </a:lnTo>
                    <a:lnTo>
                      <a:pt x="260" y="527"/>
                    </a:lnTo>
                    <a:lnTo>
                      <a:pt x="260" y="847"/>
                    </a:lnTo>
                    <a:lnTo>
                      <a:pt x="260" y="847"/>
                    </a:lnTo>
                    <a:lnTo>
                      <a:pt x="262" y="854"/>
                    </a:lnTo>
                    <a:lnTo>
                      <a:pt x="264" y="861"/>
                    </a:lnTo>
                    <a:lnTo>
                      <a:pt x="267" y="869"/>
                    </a:lnTo>
                    <a:lnTo>
                      <a:pt x="272" y="876"/>
                    </a:lnTo>
                    <a:lnTo>
                      <a:pt x="279" y="881"/>
                    </a:lnTo>
                    <a:lnTo>
                      <a:pt x="286" y="883"/>
                    </a:lnTo>
                    <a:lnTo>
                      <a:pt x="294" y="886"/>
                    </a:lnTo>
                    <a:lnTo>
                      <a:pt x="301" y="888"/>
                    </a:lnTo>
                    <a:lnTo>
                      <a:pt x="301" y="888"/>
                    </a:lnTo>
                    <a:lnTo>
                      <a:pt x="311" y="886"/>
                    </a:lnTo>
                    <a:lnTo>
                      <a:pt x="318" y="883"/>
                    </a:lnTo>
                    <a:lnTo>
                      <a:pt x="325" y="881"/>
                    </a:lnTo>
                    <a:lnTo>
                      <a:pt x="330" y="876"/>
                    </a:lnTo>
                    <a:lnTo>
                      <a:pt x="335" y="869"/>
                    </a:lnTo>
                    <a:lnTo>
                      <a:pt x="340" y="861"/>
                    </a:lnTo>
                    <a:lnTo>
                      <a:pt x="342" y="854"/>
                    </a:lnTo>
                    <a:lnTo>
                      <a:pt x="342" y="847"/>
                    </a:lnTo>
                    <a:lnTo>
                      <a:pt x="342" y="527"/>
                    </a:lnTo>
                    <a:lnTo>
                      <a:pt x="451" y="527"/>
                    </a:lnTo>
                    <a:lnTo>
                      <a:pt x="340" y="124"/>
                    </a:lnTo>
                    <a:lnTo>
                      <a:pt x="345" y="124"/>
                    </a:lnTo>
                    <a:lnTo>
                      <a:pt x="345" y="124"/>
                    </a:lnTo>
                    <a:lnTo>
                      <a:pt x="352" y="124"/>
                    </a:lnTo>
                    <a:lnTo>
                      <a:pt x="427" y="349"/>
                    </a:lnTo>
                    <a:lnTo>
                      <a:pt x="427" y="349"/>
                    </a:lnTo>
                    <a:lnTo>
                      <a:pt x="429" y="357"/>
                    </a:lnTo>
                    <a:lnTo>
                      <a:pt x="434" y="362"/>
                    </a:lnTo>
                    <a:lnTo>
                      <a:pt x="444" y="371"/>
                    </a:lnTo>
                    <a:lnTo>
                      <a:pt x="459" y="374"/>
                    </a:lnTo>
                    <a:lnTo>
                      <a:pt x="463" y="374"/>
                    </a:lnTo>
                    <a:lnTo>
                      <a:pt x="471" y="371"/>
                    </a:lnTo>
                    <a:lnTo>
                      <a:pt x="471" y="371"/>
                    </a:lnTo>
                    <a:lnTo>
                      <a:pt x="478" y="369"/>
                    </a:lnTo>
                    <a:lnTo>
                      <a:pt x="483" y="364"/>
                    </a:lnTo>
                    <a:lnTo>
                      <a:pt x="493" y="354"/>
                    </a:lnTo>
                    <a:lnTo>
                      <a:pt x="495" y="340"/>
                    </a:lnTo>
                    <a:lnTo>
                      <a:pt x="495" y="332"/>
                    </a:lnTo>
                    <a:lnTo>
                      <a:pt x="495" y="328"/>
                    </a:lnTo>
                    <a:lnTo>
                      <a:pt x="495" y="3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35" name="组合 234"/>
            <p:cNvGrpSpPr/>
            <p:nvPr/>
          </p:nvGrpSpPr>
          <p:grpSpPr>
            <a:xfrm>
              <a:off x="5369783" y="4155926"/>
              <a:ext cx="294343" cy="643391"/>
              <a:chOff x="4421673" y="2233518"/>
              <a:chExt cx="785812" cy="1717675"/>
            </a:xfrm>
            <a:grpFill/>
          </p:grpSpPr>
          <p:sp>
            <p:nvSpPr>
              <p:cNvPr id="269" name="Freeform 5"/>
              <p:cNvSpPr>
                <a:spLocks/>
              </p:cNvSpPr>
              <p:nvPr/>
            </p:nvSpPr>
            <p:spPr bwMode="auto">
              <a:xfrm>
                <a:off x="4683610" y="2233518"/>
                <a:ext cx="254000" cy="258763"/>
              </a:xfrm>
              <a:custGeom>
                <a:avLst/>
                <a:gdLst>
                  <a:gd name="T0" fmla="*/ 80 w 160"/>
                  <a:gd name="T1" fmla="*/ 163 h 163"/>
                  <a:gd name="T2" fmla="*/ 80 w 160"/>
                  <a:gd name="T3" fmla="*/ 163 h 163"/>
                  <a:gd name="T4" fmla="*/ 95 w 160"/>
                  <a:gd name="T5" fmla="*/ 160 h 163"/>
                  <a:gd name="T6" fmla="*/ 112 w 160"/>
                  <a:gd name="T7" fmla="*/ 155 h 163"/>
                  <a:gd name="T8" fmla="*/ 124 w 160"/>
                  <a:gd name="T9" fmla="*/ 148 h 163"/>
                  <a:gd name="T10" fmla="*/ 136 w 160"/>
                  <a:gd name="T11" fmla="*/ 138 h 163"/>
                  <a:gd name="T12" fmla="*/ 146 w 160"/>
                  <a:gd name="T13" fmla="*/ 126 h 163"/>
                  <a:gd name="T14" fmla="*/ 153 w 160"/>
                  <a:gd name="T15" fmla="*/ 112 h 163"/>
                  <a:gd name="T16" fmla="*/ 158 w 160"/>
                  <a:gd name="T17" fmla="*/ 97 h 163"/>
                  <a:gd name="T18" fmla="*/ 160 w 160"/>
                  <a:gd name="T19" fmla="*/ 80 h 163"/>
                  <a:gd name="T20" fmla="*/ 160 w 160"/>
                  <a:gd name="T21" fmla="*/ 80 h 163"/>
                  <a:gd name="T22" fmla="*/ 158 w 160"/>
                  <a:gd name="T23" fmla="*/ 66 h 163"/>
                  <a:gd name="T24" fmla="*/ 153 w 160"/>
                  <a:gd name="T25" fmla="*/ 49 h 163"/>
                  <a:gd name="T26" fmla="*/ 146 w 160"/>
                  <a:gd name="T27" fmla="*/ 36 h 163"/>
                  <a:gd name="T28" fmla="*/ 136 w 160"/>
                  <a:gd name="T29" fmla="*/ 24 h 163"/>
                  <a:gd name="T30" fmla="*/ 124 w 160"/>
                  <a:gd name="T31" fmla="*/ 15 h 163"/>
                  <a:gd name="T32" fmla="*/ 112 w 160"/>
                  <a:gd name="T33" fmla="*/ 7 h 163"/>
                  <a:gd name="T34" fmla="*/ 95 w 160"/>
                  <a:gd name="T35" fmla="*/ 2 h 163"/>
                  <a:gd name="T36" fmla="*/ 80 w 160"/>
                  <a:gd name="T37" fmla="*/ 0 h 163"/>
                  <a:gd name="T38" fmla="*/ 80 w 160"/>
                  <a:gd name="T39" fmla="*/ 0 h 163"/>
                  <a:gd name="T40" fmla="*/ 63 w 160"/>
                  <a:gd name="T41" fmla="*/ 2 h 163"/>
                  <a:gd name="T42" fmla="*/ 49 w 160"/>
                  <a:gd name="T43" fmla="*/ 7 h 163"/>
                  <a:gd name="T44" fmla="*/ 34 w 160"/>
                  <a:gd name="T45" fmla="*/ 15 h 163"/>
                  <a:gd name="T46" fmla="*/ 22 w 160"/>
                  <a:gd name="T47" fmla="*/ 24 h 163"/>
                  <a:gd name="T48" fmla="*/ 12 w 160"/>
                  <a:gd name="T49" fmla="*/ 36 h 163"/>
                  <a:gd name="T50" fmla="*/ 5 w 160"/>
                  <a:gd name="T51" fmla="*/ 49 h 163"/>
                  <a:gd name="T52" fmla="*/ 0 w 160"/>
                  <a:gd name="T53" fmla="*/ 66 h 163"/>
                  <a:gd name="T54" fmla="*/ 0 w 160"/>
                  <a:gd name="T55" fmla="*/ 80 h 163"/>
                  <a:gd name="T56" fmla="*/ 0 w 160"/>
                  <a:gd name="T57" fmla="*/ 80 h 163"/>
                  <a:gd name="T58" fmla="*/ 0 w 160"/>
                  <a:gd name="T59" fmla="*/ 97 h 163"/>
                  <a:gd name="T60" fmla="*/ 5 w 160"/>
                  <a:gd name="T61" fmla="*/ 112 h 163"/>
                  <a:gd name="T62" fmla="*/ 12 w 160"/>
                  <a:gd name="T63" fmla="*/ 126 h 163"/>
                  <a:gd name="T64" fmla="*/ 22 w 160"/>
                  <a:gd name="T65" fmla="*/ 138 h 163"/>
                  <a:gd name="T66" fmla="*/ 34 w 160"/>
                  <a:gd name="T67" fmla="*/ 148 h 163"/>
                  <a:gd name="T68" fmla="*/ 49 w 160"/>
                  <a:gd name="T69" fmla="*/ 155 h 163"/>
                  <a:gd name="T70" fmla="*/ 63 w 160"/>
                  <a:gd name="T71" fmla="*/ 160 h 163"/>
                  <a:gd name="T72" fmla="*/ 80 w 160"/>
                  <a:gd name="T73" fmla="*/ 163 h 163"/>
                  <a:gd name="T74" fmla="*/ 80 w 160"/>
                  <a:gd name="T75"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0" h="163">
                    <a:moveTo>
                      <a:pt x="80" y="163"/>
                    </a:moveTo>
                    <a:lnTo>
                      <a:pt x="80" y="163"/>
                    </a:lnTo>
                    <a:lnTo>
                      <a:pt x="95" y="160"/>
                    </a:lnTo>
                    <a:lnTo>
                      <a:pt x="112" y="155"/>
                    </a:lnTo>
                    <a:lnTo>
                      <a:pt x="124" y="148"/>
                    </a:lnTo>
                    <a:lnTo>
                      <a:pt x="136" y="138"/>
                    </a:lnTo>
                    <a:lnTo>
                      <a:pt x="146" y="126"/>
                    </a:lnTo>
                    <a:lnTo>
                      <a:pt x="153" y="112"/>
                    </a:lnTo>
                    <a:lnTo>
                      <a:pt x="158" y="97"/>
                    </a:lnTo>
                    <a:lnTo>
                      <a:pt x="160" y="80"/>
                    </a:lnTo>
                    <a:lnTo>
                      <a:pt x="160" y="80"/>
                    </a:lnTo>
                    <a:lnTo>
                      <a:pt x="158" y="66"/>
                    </a:lnTo>
                    <a:lnTo>
                      <a:pt x="153" y="49"/>
                    </a:lnTo>
                    <a:lnTo>
                      <a:pt x="146" y="36"/>
                    </a:lnTo>
                    <a:lnTo>
                      <a:pt x="136" y="24"/>
                    </a:lnTo>
                    <a:lnTo>
                      <a:pt x="124" y="15"/>
                    </a:lnTo>
                    <a:lnTo>
                      <a:pt x="112" y="7"/>
                    </a:lnTo>
                    <a:lnTo>
                      <a:pt x="95" y="2"/>
                    </a:lnTo>
                    <a:lnTo>
                      <a:pt x="80" y="0"/>
                    </a:lnTo>
                    <a:lnTo>
                      <a:pt x="80" y="0"/>
                    </a:lnTo>
                    <a:lnTo>
                      <a:pt x="63" y="2"/>
                    </a:lnTo>
                    <a:lnTo>
                      <a:pt x="49" y="7"/>
                    </a:lnTo>
                    <a:lnTo>
                      <a:pt x="34" y="15"/>
                    </a:lnTo>
                    <a:lnTo>
                      <a:pt x="22" y="24"/>
                    </a:lnTo>
                    <a:lnTo>
                      <a:pt x="12" y="36"/>
                    </a:lnTo>
                    <a:lnTo>
                      <a:pt x="5" y="49"/>
                    </a:lnTo>
                    <a:lnTo>
                      <a:pt x="0" y="66"/>
                    </a:lnTo>
                    <a:lnTo>
                      <a:pt x="0" y="80"/>
                    </a:lnTo>
                    <a:lnTo>
                      <a:pt x="0" y="80"/>
                    </a:lnTo>
                    <a:lnTo>
                      <a:pt x="0" y="97"/>
                    </a:lnTo>
                    <a:lnTo>
                      <a:pt x="5" y="112"/>
                    </a:lnTo>
                    <a:lnTo>
                      <a:pt x="12" y="126"/>
                    </a:lnTo>
                    <a:lnTo>
                      <a:pt x="22" y="138"/>
                    </a:lnTo>
                    <a:lnTo>
                      <a:pt x="34" y="148"/>
                    </a:lnTo>
                    <a:lnTo>
                      <a:pt x="49" y="155"/>
                    </a:lnTo>
                    <a:lnTo>
                      <a:pt x="63" y="160"/>
                    </a:lnTo>
                    <a:lnTo>
                      <a:pt x="80" y="163"/>
                    </a:lnTo>
                    <a:lnTo>
                      <a:pt x="80" y="1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0" name="Freeform 6"/>
              <p:cNvSpPr>
                <a:spLocks/>
              </p:cNvSpPr>
              <p:nvPr/>
            </p:nvSpPr>
            <p:spPr bwMode="auto">
              <a:xfrm>
                <a:off x="4421673" y="2541493"/>
                <a:ext cx="785812" cy="1409700"/>
              </a:xfrm>
              <a:custGeom>
                <a:avLst/>
                <a:gdLst>
                  <a:gd name="T0" fmla="*/ 403 w 495"/>
                  <a:gd name="T1" fmla="*/ 53 h 888"/>
                  <a:gd name="T2" fmla="*/ 400 w 495"/>
                  <a:gd name="T3" fmla="*/ 41 h 888"/>
                  <a:gd name="T4" fmla="*/ 391 w 495"/>
                  <a:gd name="T5" fmla="*/ 22 h 888"/>
                  <a:gd name="T6" fmla="*/ 376 w 495"/>
                  <a:gd name="T7" fmla="*/ 10 h 888"/>
                  <a:gd name="T8" fmla="*/ 357 w 495"/>
                  <a:gd name="T9" fmla="*/ 0 h 888"/>
                  <a:gd name="T10" fmla="*/ 146 w 495"/>
                  <a:gd name="T11" fmla="*/ 0 h 888"/>
                  <a:gd name="T12" fmla="*/ 131 w 495"/>
                  <a:gd name="T13" fmla="*/ 3 h 888"/>
                  <a:gd name="T14" fmla="*/ 104 w 495"/>
                  <a:gd name="T15" fmla="*/ 17 h 888"/>
                  <a:gd name="T16" fmla="*/ 97 w 495"/>
                  <a:gd name="T17" fmla="*/ 27 h 888"/>
                  <a:gd name="T18" fmla="*/ 90 w 495"/>
                  <a:gd name="T19" fmla="*/ 39 h 888"/>
                  <a:gd name="T20" fmla="*/ 90 w 495"/>
                  <a:gd name="T21" fmla="*/ 44 h 888"/>
                  <a:gd name="T22" fmla="*/ 0 w 495"/>
                  <a:gd name="T23" fmla="*/ 328 h 888"/>
                  <a:gd name="T24" fmla="*/ 0 w 495"/>
                  <a:gd name="T25" fmla="*/ 342 h 888"/>
                  <a:gd name="T26" fmla="*/ 12 w 495"/>
                  <a:gd name="T27" fmla="*/ 366 h 888"/>
                  <a:gd name="T28" fmla="*/ 24 w 495"/>
                  <a:gd name="T29" fmla="*/ 374 h 888"/>
                  <a:gd name="T30" fmla="*/ 32 w 495"/>
                  <a:gd name="T31" fmla="*/ 374 h 888"/>
                  <a:gd name="T32" fmla="*/ 51 w 495"/>
                  <a:gd name="T33" fmla="*/ 371 h 888"/>
                  <a:gd name="T34" fmla="*/ 66 w 495"/>
                  <a:gd name="T35" fmla="*/ 357 h 888"/>
                  <a:gd name="T36" fmla="*/ 138 w 495"/>
                  <a:gd name="T37" fmla="*/ 124 h 888"/>
                  <a:gd name="T38" fmla="*/ 146 w 495"/>
                  <a:gd name="T39" fmla="*/ 124 h 888"/>
                  <a:gd name="T40" fmla="*/ 46 w 495"/>
                  <a:gd name="T41" fmla="*/ 527 h 888"/>
                  <a:gd name="T42" fmla="*/ 155 w 495"/>
                  <a:gd name="T43" fmla="*/ 847 h 888"/>
                  <a:gd name="T44" fmla="*/ 155 w 495"/>
                  <a:gd name="T45" fmla="*/ 854 h 888"/>
                  <a:gd name="T46" fmla="*/ 160 w 495"/>
                  <a:gd name="T47" fmla="*/ 869 h 888"/>
                  <a:gd name="T48" fmla="*/ 172 w 495"/>
                  <a:gd name="T49" fmla="*/ 881 h 888"/>
                  <a:gd name="T50" fmla="*/ 187 w 495"/>
                  <a:gd name="T51" fmla="*/ 886 h 888"/>
                  <a:gd name="T52" fmla="*/ 194 w 495"/>
                  <a:gd name="T53" fmla="*/ 888 h 888"/>
                  <a:gd name="T54" fmla="*/ 211 w 495"/>
                  <a:gd name="T55" fmla="*/ 883 h 888"/>
                  <a:gd name="T56" fmla="*/ 223 w 495"/>
                  <a:gd name="T57" fmla="*/ 876 h 888"/>
                  <a:gd name="T58" fmla="*/ 233 w 495"/>
                  <a:gd name="T59" fmla="*/ 861 h 888"/>
                  <a:gd name="T60" fmla="*/ 235 w 495"/>
                  <a:gd name="T61" fmla="*/ 847 h 888"/>
                  <a:gd name="T62" fmla="*/ 260 w 495"/>
                  <a:gd name="T63" fmla="*/ 527 h 888"/>
                  <a:gd name="T64" fmla="*/ 260 w 495"/>
                  <a:gd name="T65" fmla="*/ 847 h 888"/>
                  <a:gd name="T66" fmla="*/ 264 w 495"/>
                  <a:gd name="T67" fmla="*/ 861 h 888"/>
                  <a:gd name="T68" fmla="*/ 272 w 495"/>
                  <a:gd name="T69" fmla="*/ 876 h 888"/>
                  <a:gd name="T70" fmla="*/ 286 w 495"/>
                  <a:gd name="T71" fmla="*/ 883 h 888"/>
                  <a:gd name="T72" fmla="*/ 301 w 495"/>
                  <a:gd name="T73" fmla="*/ 888 h 888"/>
                  <a:gd name="T74" fmla="*/ 311 w 495"/>
                  <a:gd name="T75" fmla="*/ 886 h 888"/>
                  <a:gd name="T76" fmla="*/ 325 w 495"/>
                  <a:gd name="T77" fmla="*/ 881 h 888"/>
                  <a:gd name="T78" fmla="*/ 335 w 495"/>
                  <a:gd name="T79" fmla="*/ 869 h 888"/>
                  <a:gd name="T80" fmla="*/ 342 w 495"/>
                  <a:gd name="T81" fmla="*/ 854 h 888"/>
                  <a:gd name="T82" fmla="*/ 342 w 495"/>
                  <a:gd name="T83" fmla="*/ 527 h 888"/>
                  <a:gd name="T84" fmla="*/ 340 w 495"/>
                  <a:gd name="T85" fmla="*/ 124 h 888"/>
                  <a:gd name="T86" fmla="*/ 345 w 495"/>
                  <a:gd name="T87" fmla="*/ 124 h 888"/>
                  <a:gd name="T88" fmla="*/ 427 w 495"/>
                  <a:gd name="T89" fmla="*/ 349 h 888"/>
                  <a:gd name="T90" fmla="*/ 429 w 495"/>
                  <a:gd name="T91" fmla="*/ 357 h 888"/>
                  <a:gd name="T92" fmla="*/ 444 w 495"/>
                  <a:gd name="T93" fmla="*/ 371 h 888"/>
                  <a:gd name="T94" fmla="*/ 463 w 495"/>
                  <a:gd name="T95" fmla="*/ 374 h 888"/>
                  <a:gd name="T96" fmla="*/ 471 w 495"/>
                  <a:gd name="T97" fmla="*/ 371 h 888"/>
                  <a:gd name="T98" fmla="*/ 483 w 495"/>
                  <a:gd name="T99" fmla="*/ 364 h 888"/>
                  <a:gd name="T100" fmla="*/ 495 w 495"/>
                  <a:gd name="T101" fmla="*/ 340 h 888"/>
                  <a:gd name="T102" fmla="*/ 495 w 495"/>
                  <a:gd name="T103" fmla="*/ 328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95" h="888">
                    <a:moveTo>
                      <a:pt x="495" y="328"/>
                    </a:moveTo>
                    <a:lnTo>
                      <a:pt x="403" y="53"/>
                    </a:lnTo>
                    <a:lnTo>
                      <a:pt x="403" y="53"/>
                    </a:lnTo>
                    <a:lnTo>
                      <a:pt x="400" y="41"/>
                    </a:lnTo>
                    <a:lnTo>
                      <a:pt x="398" y="32"/>
                    </a:lnTo>
                    <a:lnTo>
                      <a:pt x="391" y="22"/>
                    </a:lnTo>
                    <a:lnTo>
                      <a:pt x="386" y="15"/>
                    </a:lnTo>
                    <a:lnTo>
                      <a:pt x="376" y="10"/>
                    </a:lnTo>
                    <a:lnTo>
                      <a:pt x="366" y="5"/>
                    </a:lnTo>
                    <a:lnTo>
                      <a:pt x="357" y="0"/>
                    </a:lnTo>
                    <a:lnTo>
                      <a:pt x="345" y="0"/>
                    </a:lnTo>
                    <a:lnTo>
                      <a:pt x="146" y="0"/>
                    </a:lnTo>
                    <a:lnTo>
                      <a:pt x="146" y="0"/>
                    </a:lnTo>
                    <a:lnTo>
                      <a:pt x="131" y="3"/>
                    </a:lnTo>
                    <a:lnTo>
                      <a:pt x="116" y="7"/>
                    </a:lnTo>
                    <a:lnTo>
                      <a:pt x="104" y="17"/>
                    </a:lnTo>
                    <a:lnTo>
                      <a:pt x="97" y="27"/>
                    </a:lnTo>
                    <a:lnTo>
                      <a:pt x="97" y="27"/>
                    </a:lnTo>
                    <a:lnTo>
                      <a:pt x="92" y="39"/>
                    </a:lnTo>
                    <a:lnTo>
                      <a:pt x="90" y="39"/>
                    </a:lnTo>
                    <a:lnTo>
                      <a:pt x="90" y="39"/>
                    </a:lnTo>
                    <a:lnTo>
                      <a:pt x="90" y="44"/>
                    </a:lnTo>
                    <a:lnTo>
                      <a:pt x="0" y="328"/>
                    </a:lnTo>
                    <a:lnTo>
                      <a:pt x="0" y="328"/>
                    </a:lnTo>
                    <a:lnTo>
                      <a:pt x="0" y="335"/>
                    </a:lnTo>
                    <a:lnTo>
                      <a:pt x="0" y="342"/>
                    </a:lnTo>
                    <a:lnTo>
                      <a:pt x="2" y="354"/>
                    </a:lnTo>
                    <a:lnTo>
                      <a:pt x="12" y="366"/>
                    </a:lnTo>
                    <a:lnTo>
                      <a:pt x="17" y="371"/>
                    </a:lnTo>
                    <a:lnTo>
                      <a:pt x="24" y="374"/>
                    </a:lnTo>
                    <a:lnTo>
                      <a:pt x="24" y="374"/>
                    </a:lnTo>
                    <a:lnTo>
                      <a:pt x="32" y="374"/>
                    </a:lnTo>
                    <a:lnTo>
                      <a:pt x="39" y="374"/>
                    </a:lnTo>
                    <a:lnTo>
                      <a:pt x="51" y="371"/>
                    </a:lnTo>
                    <a:lnTo>
                      <a:pt x="61" y="362"/>
                    </a:lnTo>
                    <a:lnTo>
                      <a:pt x="66" y="357"/>
                    </a:lnTo>
                    <a:lnTo>
                      <a:pt x="68" y="349"/>
                    </a:lnTo>
                    <a:lnTo>
                      <a:pt x="138" y="124"/>
                    </a:lnTo>
                    <a:lnTo>
                      <a:pt x="138" y="124"/>
                    </a:lnTo>
                    <a:lnTo>
                      <a:pt x="146" y="124"/>
                    </a:lnTo>
                    <a:lnTo>
                      <a:pt x="153" y="124"/>
                    </a:lnTo>
                    <a:lnTo>
                      <a:pt x="46" y="527"/>
                    </a:lnTo>
                    <a:lnTo>
                      <a:pt x="155" y="527"/>
                    </a:lnTo>
                    <a:lnTo>
                      <a:pt x="155" y="847"/>
                    </a:lnTo>
                    <a:lnTo>
                      <a:pt x="155" y="847"/>
                    </a:lnTo>
                    <a:lnTo>
                      <a:pt x="155" y="854"/>
                    </a:lnTo>
                    <a:lnTo>
                      <a:pt x="158" y="861"/>
                    </a:lnTo>
                    <a:lnTo>
                      <a:pt x="160" y="869"/>
                    </a:lnTo>
                    <a:lnTo>
                      <a:pt x="167" y="876"/>
                    </a:lnTo>
                    <a:lnTo>
                      <a:pt x="172" y="881"/>
                    </a:lnTo>
                    <a:lnTo>
                      <a:pt x="180" y="883"/>
                    </a:lnTo>
                    <a:lnTo>
                      <a:pt x="187" y="886"/>
                    </a:lnTo>
                    <a:lnTo>
                      <a:pt x="194" y="888"/>
                    </a:lnTo>
                    <a:lnTo>
                      <a:pt x="194" y="888"/>
                    </a:lnTo>
                    <a:lnTo>
                      <a:pt x="204" y="886"/>
                    </a:lnTo>
                    <a:lnTo>
                      <a:pt x="211" y="883"/>
                    </a:lnTo>
                    <a:lnTo>
                      <a:pt x="218" y="881"/>
                    </a:lnTo>
                    <a:lnTo>
                      <a:pt x="223" y="876"/>
                    </a:lnTo>
                    <a:lnTo>
                      <a:pt x="231" y="869"/>
                    </a:lnTo>
                    <a:lnTo>
                      <a:pt x="233" y="861"/>
                    </a:lnTo>
                    <a:lnTo>
                      <a:pt x="235" y="854"/>
                    </a:lnTo>
                    <a:lnTo>
                      <a:pt x="235" y="847"/>
                    </a:lnTo>
                    <a:lnTo>
                      <a:pt x="235" y="527"/>
                    </a:lnTo>
                    <a:lnTo>
                      <a:pt x="260" y="527"/>
                    </a:lnTo>
                    <a:lnTo>
                      <a:pt x="260" y="847"/>
                    </a:lnTo>
                    <a:lnTo>
                      <a:pt x="260" y="847"/>
                    </a:lnTo>
                    <a:lnTo>
                      <a:pt x="262" y="854"/>
                    </a:lnTo>
                    <a:lnTo>
                      <a:pt x="264" y="861"/>
                    </a:lnTo>
                    <a:lnTo>
                      <a:pt x="267" y="869"/>
                    </a:lnTo>
                    <a:lnTo>
                      <a:pt x="272" y="876"/>
                    </a:lnTo>
                    <a:lnTo>
                      <a:pt x="279" y="881"/>
                    </a:lnTo>
                    <a:lnTo>
                      <a:pt x="286" y="883"/>
                    </a:lnTo>
                    <a:lnTo>
                      <a:pt x="294" y="886"/>
                    </a:lnTo>
                    <a:lnTo>
                      <a:pt x="301" y="888"/>
                    </a:lnTo>
                    <a:lnTo>
                      <a:pt x="301" y="888"/>
                    </a:lnTo>
                    <a:lnTo>
                      <a:pt x="311" y="886"/>
                    </a:lnTo>
                    <a:lnTo>
                      <a:pt x="318" y="883"/>
                    </a:lnTo>
                    <a:lnTo>
                      <a:pt x="325" y="881"/>
                    </a:lnTo>
                    <a:lnTo>
                      <a:pt x="330" y="876"/>
                    </a:lnTo>
                    <a:lnTo>
                      <a:pt x="335" y="869"/>
                    </a:lnTo>
                    <a:lnTo>
                      <a:pt x="340" y="861"/>
                    </a:lnTo>
                    <a:lnTo>
                      <a:pt x="342" y="854"/>
                    </a:lnTo>
                    <a:lnTo>
                      <a:pt x="342" y="847"/>
                    </a:lnTo>
                    <a:lnTo>
                      <a:pt x="342" y="527"/>
                    </a:lnTo>
                    <a:lnTo>
                      <a:pt x="451" y="527"/>
                    </a:lnTo>
                    <a:lnTo>
                      <a:pt x="340" y="124"/>
                    </a:lnTo>
                    <a:lnTo>
                      <a:pt x="345" y="124"/>
                    </a:lnTo>
                    <a:lnTo>
                      <a:pt x="345" y="124"/>
                    </a:lnTo>
                    <a:lnTo>
                      <a:pt x="352" y="124"/>
                    </a:lnTo>
                    <a:lnTo>
                      <a:pt x="427" y="349"/>
                    </a:lnTo>
                    <a:lnTo>
                      <a:pt x="427" y="349"/>
                    </a:lnTo>
                    <a:lnTo>
                      <a:pt x="429" y="357"/>
                    </a:lnTo>
                    <a:lnTo>
                      <a:pt x="434" y="362"/>
                    </a:lnTo>
                    <a:lnTo>
                      <a:pt x="444" y="371"/>
                    </a:lnTo>
                    <a:lnTo>
                      <a:pt x="459" y="374"/>
                    </a:lnTo>
                    <a:lnTo>
                      <a:pt x="463" y="374"/>
                    </a:lnTo>
                    <a:lnTo>
                      <a:pt x="471" y="371"/>
                    </a:lnTo>
                    <a:lnTo>
                      <a:pt x="471" y="371"/>
                    </a:lnTo>
                    <a:lnTo>
                      <a:pt x="478" y="369"/>
                    </a:lnTo>
                    <a:lnTo>
                      <a:pt x="483" y="364"/>
                    </a:lnTo>
                    <a:lnTo>
                      <a:pt x="493" y="354"/>
                    </a:lnTo>
                    <a:lnTo>
                      <a:pt x="495" y="340"/>
                    </a:lnTo>
                    <a:lnTo>
                      <a:pt x="495" y="332"/>
                    </a:lnTo>
                    <a:lnTo>
                      <a:pt x="495" y="328"/>
                    </a:lnTo>
                    <a:lnTo>
                      <a:pt x="495" y="3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36" name="组合 235"/>
            <p:cNvGrpSpPr/>
            <p:nvPr/>
          </p:nvGrpSpPr>
          <p:grpSpPr>
            <a:xfrm>
              <a:off x="5094197" y="4155926"/>
              <a:ext cx="294343" cy="643391"/>
              <a:chOff x="4421673" y="2233518"/>
              <a:chExt cx="785812" cy="1717675"/>
            </a:xfrm>
            <a:grpFill/>
          </p:grpSpPr>
          <p:sp>
            <p:nvSpPr>
              <p:cNvPr id="267" name="Freeform 5"/>
              <p:cNvSpPr>
                <a:spLocks/>
              </p:cNvSpPr>
              <p:nvPr/>
            </p:nvSpPr>
            <p:spPr bwMode="auto">
              <a:xfrm>
                <a:off x="4683610" y="2233518"/>
                <a:ext cx="254000" cy="258763"/>
              </a:xfrm>
              <a:custGeom>
                <a:avLst/>
                <a:gdLst>
                  <a:gd name="T0" fmla="*/ 80 w 160"/>
                  <a:gd name="T1" fmla="*/ 163 h 163"/>
                  <a:gd name="T2" fmla="*/ 80 w 160"/>
                  <a:gd name="T3" fmla="*/ 163 h 163"/>
                  <a:gd name="T4" fmla="*/ 95 w 160"/>
                  <a:gd name="T5" fmla="*/ 160 h 163"/>
                  <a:gd name="T6" fmla="*/ 112 w 160"/>
                  <a:gd name="T7" fmla="*/ 155 h 163"/>
                  <a:gd name="T8" fmla="*/ 124 w 160"/>
                  <a:gd name="T9" fmla="*/ 148 h 163"/>
                  <a:gd name="T10" fmla="*/ 136 w 160"/>
                  <a:gd name="T11" fmla="*/ 138 h 163"/>
                  <a:gd name="T12" fmla="*/ 146 w 160"/>
                  <a:gd name="T13" fmla="*/ 126 h 163"/>
                  <a:gd name="T14" fmla="*/ 153 w 160"/>
                  <a:gd name="T15" fmla="*/ 112 h 163"/>
                  <a:gd name="T16" fmla="*/ 158 w 160"/>
                  <a:gd name="T17" fmla="*/ 97 h 163"/>
                  <a:gd name="T18" fmla="*/ 160 w 160"/>
                  <a:gd name="T19" fmla="*/ 80 h 163"/>
                  <a:gd name="T20" fmla="*/ 160 w 160"/>
                  <a:gd name="T21" fmla="*/ 80 h 163"/>
                  <a:gd name="T22" fmla="*/ 158 w 160"/>
                  <a:gd name="T23" fmla="*/ 66 h 163"/>
                  <a:gd name="T24" fmla="*/ 153 w 160"/>
                  <a:gd name="T25" fmla="*/ 49 h 163"/>
                  <a:gd name="T26" fmla="*/ 146 w 160"/>
                  <a:gd name="T27" fmla="*/ 36 h 163"/>
                  <a:gd name="T28" fmla="*/ 136 w 160"/>
                  <a:gd name="T29" fmla="*/ 24 h 163"/>
                  <a:gd name="T30" fmla="*/ 124 w 160"/>
                  <a:gd name="T31" fmla="*/ 15 h 163"/>
                  <a:gd name="T32" fmla="*/ 112 w 160"/>
                  <a:gd name="T33" fmla="*/ 7 h 163"/>
                  <a:gd name="T34" fmla="*/ 95 w 160"/>
                  <a:gd name="T35" fmla="*/ 2 h 163"/>
                  <a:gd name="T36" fmla="*/ 80 w 160"/>
                  <a:gd name="T37" fmla="*/ 0 h 163"/>
                  <a:gd name="T38" fmla="*/ 80 w 160"/>
                  <a:gd name="T39" fmla="*/ 0 h 163"/>
                  <a:gd name="T40" fmla="*/ 63 w 160"/>
                  <a:gd name="T41" fmla="*/ 2 h 163"/>
                  <a:gd name="T42" fmla="*/ 49 w 160"/>
                  <a:gd name="T43" fmla="*/ 7 h 163"/>
                  <a:gd name="T44" fmla="*/ 34 w 160"/>
                  <a:gd name="T45" fmla="*/ 15 h 163"/>
                  <a:gd name="T46" fmla="*/ 22 w 160"/>
                  <a:gd name="T47" fmla="*/ 24 h 163"/>
                  <a:gd name="T48" fmla="*/ 12 w 160"/>
                  <a:gd name="T49" fmla="*/ 36 h 163"/>
                  <a:gd name="T50" fmla="*/ 5 w 160"/>
                  <a:gd name="T51" fmla="*/ 49 h 163"/>
                  <a:gd name="T52" fmla="*/ 0 w 160"/>
                  <a:gd name="T53" fmla="*/ 66 h 163"/>
                  <a:gd name="T54" fmla="*/ 0 w 160"/>
                  <a:gd name="T55" fmla="*/ 80 h 163"/>
                  <a:gd name="T56" fmla="*/ 0 w 160"/>
                  <a:gd name="T57" fmla="*/ 80 h 163"/>
                  <a:gd name="T58" fmla="*/ 0 w 160"/>
                  <a:gd name="T59" fmla="*/ 97 h 163"/>
                  <a:gd name="T60" fmla="*/ 5 w 160"/>
                  <a:gd name="T61" fmla="*/ 112 h 163"/>
                  <a:gd name="T62" fmla="*/ 12 w 160"/>
                  <a:gd name="T63" fmla="*/ 126 h 163"/>
                  <a:gd name="T64" fmla="*/ 22 w 160"/>
                  <a:gd name="T65" fmla="*/ 138 h 163"/>
                  <a:gd name="T66" fmla="*/ 34 w 160"/>
                  <a:gd name="T67" fmla="*/ 148 h 163"/>
                  <a:gd name="T68" fmla="*/ 49 w 160"/>
                  <a:gd name="T69" fmla="*/ 155 h 163"/>
                  <a:gd name="T70" fmla="*/ 63 w 160"/>
                  <a:gd name="T71" fmla="*/ 160 h 163"/>
                  <a:gd name="T72" fmla="*/ 80 w 160"/>
                  <a:gd name="T73" fmla="*/ 163 h 163"/>
                  <a:gd name="T74" fmla="*/ 80 w 160"/>
                  <a:gd name="T75"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0" h="163">
                    <a:moveTo>
                      <a:pt x="80" y="163"/>
                    </a:moveTo>
                    <a:lnTo>
                      <a:pt x="80" y="163"/>
                    </a:lnTo>
                    <a:lnTo>
                      <a:pt x="95" y="160"/>
                    </a:lnTo>
                    <a:lnTo>
                      <a:pt x="112" y="155"/>
                    </a:lnTo>
                    <a:lnTo>
                      <a:pt x="124" y="148"/>
                    </a:lnTo>
                    <a:lnTo>
                      <a:pt x="136" y="138"/>
                    </a:lnTo>
                    <a:lnTo>
                      <a:pt x="146" y="126"/>
                    </a:lnTo>
                    <a:lnTo>
                      <a:pt x="153" y="112"/>
                    </a:lnTo>
                    <a:lnTo>
                      <a:pt x="158" y="97"/>
                    </a:lnTo>
                    <a:lnTo>
                      <a:pt x="160" y="80"/>
                    </a:lnTo>
                    <a:lnTo>
                      <a:pt x="160" y="80"/>
                    </a:lnTo>
                    <a:lnTo>
                      <a:pt x="158" y="66"/>
                    </a:lnTo>
                    <a:lnTo>
                      <a:pt x="153" y="49"/>
                    </a:lnTo>
                    <a:lnTo>
                      <a:pt x="146" y="36"/>
                    </a:lnTo>
                    <a:lnTo>
                      <a:pt x="136" y="24"/>
                    </a:lnTo>
                    <a:lnTo>
                      <a:pt x="124" y="15"/>
                    </a:lnTo>
                    <a:lnTo>
                      <a:pt x="112" y="7"/>
                    </a:lnTo>
                    <a:lnTo>
                      <a:pt x="95" y="2"/>
                    </a:lnTo>
                    <a:lnTo>
                      <a:pt x="80" y="0"/>
                    </a:lnTo>
                    <a:lnTo>
                      <a:pt x="80" y="0"/>
                    </a:lnTo>
                    <a:lnTo>
                      <a:pt x="63" y="2"/>
                    </a:lnTo>
                    <a:lnTo>
                      <a:pt x="49" y="7"/>
                    </a:lnTo>
                    <a:lnTo>
                      <a:pt x="34" y="15"/>
                    </a:lnTo>
                    <a:lnTo>
                      <a:pt x="22" y="24"/>
                    </a:lnTo>
                    <a:lnTo>
                      <a:pt x="12" y="36"/>
                    </a:lnTo>
                    <a:lnTo>
                      <a:pt x="5" y="49"/>
                    </a:lnTo>
                    <a:lnTo>
                      <a:pt x="0" y="66"/>
                    </a:lnTo>
                    <a:lnTo>
                      <a:pt x="0" y="80"/>
                    </a:lnTo>
                    <a:lnTo>
                      <a:pt x="0" y="80"/>
                    </a:lnTo>
                    <a:lnTo>
                      <a:pt x="0" y="97"/>
                    </a:lnTo>
                    <a:lnTo>
                      <a:pt x="5" y="112"/>
                    </a:lnTo>
                    <a:lnTo>
                      <a:pt x="12" y="126"/>
                    </a:lnTo>
                    <a:lnTo>
                      <a:pt x="22" y="138"/>
                    </a:lnTo>
                    <a:lnTo>
                      <a:pt x="34" y="148"/>
                    </a:lnTo>
                    <a:lnTo>
                      <a:pt x="49" y="155"/>
                    </a:lnTo>
                    <a:lnTo>
                      <a:pt x="63" y="160"/>
                    </a:lnTo>
                    <a:lnTo>
                      <a:pt x="80" y="163"/>
                    </a:lnTo>
                    <a:lnTo>
                      <a:pt x="80" y="1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8" name="Freeform 6"/>
              <p:cNvSpPr>
                <a:spLocks/>
              </p:cNvSpPr>
              <p:nvPr/>
            </p:nvSpPr>
            <p:spPr bwMode="auto">
              <a:xfrm>
                <a:off x="4421673" y="2541493"/>
                <a:ext cx="785812" cy="1409700"/>
              </a:xfrm>
              <a:custGeom>
                <a:avLst/>
                <a:gdLst>
                  <a:gd name="T0" fmla="*/ 403 w 495"/>
                  <a:gd name="T1" fmla="*/ 53 h 888"/>
                  <a:gd name="T2" fmla="*/ 400 w 495"/>
                  <a:gd name="T3" fmla="*/ 41 h 888"/>
                  <a:gd name="T4" fmla="*/ 391 w 495"/>
                  <a:gd name="T5" fmla="*/ 22 h 888"/>
                  <a:gd name="T6" fmla="*/ 376 w 495"/>
                  <a:gd name="T7" fmla="*/ 10 h 888"/>
                  <a:gd name="T8" fmla="*/ 357 w 495"/>
                  <a:gd name="T9" fmla="*/ 0 h 888"/>
                  <a:gd name="T10" fmla="*/ 146 w 495"/>
                  <a:gd name="T11" fmla="*/ 0 h 888"/>
                  <a:gd name="T12" fmla="*/ 131 w 495"/>
                  <a:gd name="T13" fmla="*/ 3 h 888"/>
                  <a:gd name="T14" fmla="*/ 104 w 495"/>
                  <a:gd name="T15" fmla="*/ 17 h 888"/>
                  <a:gd name="T16" fmla="*/ 97 w 495"/>
                  <a:gd name="T17" fmla="*/ 27 h 888"/>
                  <a:gd name="T18" fmla="*/ 90 w 495"/>
                  <a:gd name="T19" fmla="*/ 39 h 888"/>
                  <a:gd name="T20" fmla="*/ 90 w 495"/>
                  <a:gd name="T21" fmla="*/ 44 h 888"/>
                  <a:gd name="T22" fmla="*/ 0 w 495"/>
                  <a:gd name="T23" fmla="*/ 328 h 888"/>
                  <a:gd name="T24" fmla="*/ 0 w 495"/>
                  <a:gd name="T25" fmla="*/ 342 h 888"/>
                  <a:gd name="T26" fmla="*/ 12 w 495"/>
                  <a:gd name="T27" fmla="*/ 366 h 888"/>
                  <a:gd name="T28" fmla="*/ 24 w 495"/>
                  <a:gd name="T29" fmla="*/ 374 h 888"/>
                  <a:gd name="T30" fmla="*/ 32 w 495"/>
                  <a:gd name="T31" fmla="*/ 374 h 888"/>
                  <a:gd name="T32" fmla="*/ 51 w 495"/>
                  <a:gd name="T33" fmla="*/ 371 h 888"/>
                  <a:gd name="T34" fmla="*/ 66 w 495"/>
                  <a:gd name="T35" fmla="*/ 357 h 888"/>
                  <a:gd name="T36" fmla="*/ 138 w 495"/>
                  <a:gd name="T37" fmla="*/ 124 h 888"/>
                  <a:gd name="T38" fmla="*/ 146 w 495"/>
                  <a:gd name="T39" fmla="*/ 124 h 888"/>
                  <a:gd name="T40" fmla="*/ 46 w 495"/>
                  <a:gd name="T41" fmla="*/ 527 h 888"/>
                  <a:gd name="T42" fmla="*/ 155 w 495"/>
                  <a:gd name="T43" fmla="*/ 847 h 888"/>
                  <a:gd name="T44" fmla="*/ 155 w 495"/>
                  <a:gd name="T45" fmla="*/ 854 h 888"/>
                  <a:gd name="T46" fmla="*/ 160 w 495"/>
                  <a:gd name="T47" fmla="*/ 869 h 888"/>
                  <a:gd name="T48" fmla="*/ 172 w 495"/>
                  <a:gd name="T49" fmla="*/ 881 h 888"/>
                  <a:gd name="T50" fmla="*/ 187 w 495"/>
                  <a:gd name="T51" fmla="*/ 886 h 888"/>
                  <a:gd name="T52" fmla="*/ 194 w 495"/>
                  <a:gd name="T53" fmla="*/ 888 h 888"/>
                  <a:gd name="T54" fmla="*/ 211 w 495"/>
                  <a:gd name="T55" fmla="*/ 883 h 888"/>
                  <a:gd name="T56" fmla="*/ 223 w 495"/>
                  <a:gd name="T57" fmla="*/ 876 h 888"/>
                  <a:gd name="T58" fmla="*/ 233 w 495"/>
                  <a:gd name="T59" fmla="*/ 861 h 888"/>
                  <a:gd name="T60" fmla="*/ 235 w 495"/>
                  <a:gd name="T61" fmla="*/ 847 h 888"/>
                  <a:gd name="T62" fmla="*/ 260 w 495"/>
                  <a:gd name="T63" fmla="*/ 527 h 888"/>
                  <a:gd name="T64" fmla="*/ 260 w 495"/>
                  <a:gd name="T65" fmla="*/ 847 h 888"/>
                  <a:gd name="T66" fmla="*/ 264 w 495"/>
                  <a:gd name="T67" fmla="*/ 861 h 888"/>
                  <a:gd name="T68" fmla="*/ 272 w 495"/>
                  <a:gd name="T69" fmla="*/ 876 h 888"/>
                  <a:gd name="T70" fmla="*/ 286 w 495"/>
                  <a:gd name="T71" fmla="*/ 883 h 888"/>
                  <a:gd name="T72" fmla="*/ 301 w 495"/>
                  <a:gd name="T73" fmla="*/ 888 h 888"/>
                  <a:gd name="T74" fmla="*/ 311 w 495"/>
                  <a:gd name="T75" fmla="*/ 886 h 888"/>
                  <a:gd name="T76" fmla="*/ 325 w 495"/>
                  <a:gd name="T77" fmla="*/ 881 h 888"/>
                  <a:gd name="T78" fmla="*/ 335 w 495"/>
                  <a:gd name="T79" fmla="*/ 869 h 888"/>
                  <a:gd name="T80" fmla="*/ 342 w 495"/>
                  <a:gd name="T81" fmla="*/ 854 h 888"/>
                  <a:gd name="T82" fmla="*/ 342 w 495"/>
                  <a:gd name="T83" fmla="*/ 527 h 888"/>
                  <a:gd name="T84" fmla="*/ 340 w 495"/>
                  <a:gd name="T85" fmla="*/ 124 h 888"/>
                  <a:gd name="T86" fmla="*/ 345 w 495"/>
                  <a:gd name="T87" fmla="*/ 124 h 888"/>
                  <a:gd name="T88" fmla="*/ 427 w 495"/>
                  <a:gd name="T89" fmla="*/ 349 h 888"/>
                  <a:gd name="T90" fmla="*/ 429 w 495"/>
                  <a:gd name="T91" fmla="*/ 357 h 888"/>
                  <a:gd name="T92" fmla="*/ 444 w 495"/>
                  <a:gd name="T93" fmla="*/ 371 h 888"/>
                  <a:gd name="T94" fmla="*/ 463 w 495"/>
                  <a:gd name="T95" fmla="*/ 374 h 888"/>
                  <a:gd name="T96" fmla="*/ 471 w 495"/>
                  <a:gd name="T97" fmla="*/ 371 h 888"/>
                  <a:gd name="T98" fmla="*/ 483 w 495"/>
                  <a:gd name="T99" fmla="*/ 364 h 888"/>
                  <a:gd name="T100" fmla="*/ 495 w 495"/>
                  <a:gd name="T101" fmla="*/ 340 h 888"/>
                  <a:gd name="T102" fmla="*/ 495 w 495"/>
                  <a:gd name="T103" fmla="*/ 328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95" h="888">
                    <a:moveTo>
                      <a:pt x="495" y="328"/>
                    </a:moveTo>
                    <a:lnTo>
                      <a:pt x="403" y="53"/>
                    </a:lnTo>
                    <a:lnTo>
                      <a:pt x="403" y="53"/>
                    </a:lnTo>
                    <a:lnTo>
                      <a:pt x="400" y="41"/>
                    </a:lnTo>
                    <a:lnTo>
                      <a:pt x="398" y="32"/>
                    </a:lnTo>
                    <a:lnTo>
                      <a:pt x="391" y="22"/>
                    </a:lnTo>
                    <a:lnTo>
                      <a:pt x="386" y="15"/>
                    </a:lnTo>
                    <a:lnTo>
                      <a:pt x="376" y="10"/>
                    </a:lnTo>
                    <a:lnTo>
                      <a:pt x="366" y="5"/>
                    </a:lnTo>
                    <a:lnTo>
                      <a:pt x="357" y="0"/>
                    </a:lnTo>
                    <a:lnTo>
                      <a:pt x="345" y="0"/>
                    </a:lnTo>
                    <a:lnTo>
                      <a:pt x="146" y="0"/>
                    </a:lnTo>
                    <a:lnTo>
                      <a:pt x="146" y="0"/>
                    </a:lnTo>
                    <a:lnTo>
                      <a:pt x="131" y="3"/>
                    </a:lnTo>
                    <a:lnTo>
                      <a:pt x="116" y="7"/>
                    </a:lnTo>
                    <a:lnTo>
                      <a:pt x="104" y="17"/>
                    </a:lnTo>
                    <a:lnTo>
                      <a:pt x="97" y="27"/>
                    </a:lnTo>
                    <a:lnTo>
                      <a:pt x="97" y="27"/>
                    </a:lnTo>
                    <a:lnTo>
                      <a:pt x="92" y="39"/>
                    </a:lnTo>
                    <a:lnTo>
                      <a:pt x="90" y="39"/>
                    </a:lnTo>
                    <a:lnTo>
                      <a:pt x="90" y="39"/>
                    </a:lnTo>
                    <a:lnTo>
                      <a:pt x="90" y="44"/>
                    </a:lnTo>
                    <a:lnTo>
                      <a:pt x="0" y="328"/>
                    </a:lnTo>
                    <a:lnTo>
                      <a:pt x="0" y="328"/>
                    </a:lnTo>
                    <a:lnTo>
                      <a:pt x="0" y="335"/>
                    </a:lnTo>
                    <a:lnTo>
                      <a:pt x="0" y="342"/>
                    </a:lnTo>
                    <a:lnTo>
                      <a:pt x="2" y="354"/>
                    </a:lnTo>
                    <a:lnTo>
                      <a:pt x="12" y="366"/>
                    </a:lnTo>
                    <a:lnTo>
                      <a:pt x="17" y="371"/>
                    </a:lnTo>
                    <a:lnTo>
                      <a:pt x="24" y="374"/>
                    </a:lnTo>
                    <a:lnTo>
                      <a:pt x="24" y="374"/>
                    </a:lnTo>
                    <a:lnTo>
                      <a:pt x="32" y="374"/>
                    </a:lnTo>
                    <a:lnTo>
                      <a:pt x="39" y="374"/>
                    </a:lnTo>
                    <a:lnTo>
                      <a:pt x="51" y="371"/>
                    </a:lnTo>
                    <a:lnTo>
                      <a:pt x="61" y="362"/>
                    </a:lnTo>
                    <a:lnTo>
                      <a:pt x="66" y="357"/>
                    </a:lnTo>
                    <a:lnTo>
                      <a:pt x="68" y="349"/>
                    </a:lnTo>
                    <a:lnTo>
                      <a:pt x="138" y="124"/>
                    </a:lnTo>
                    <a:lnTo>
                      <a:pt x="138" y="124"/>
                    </a:lnTo>
                    <a:lnTo>
                      <a:pt x="146" y="124"/>
                    </a:lnTo>
                    <a:lnTo>
                      <a:pt x="153" y="124"/>
                    </a:lnTo>
                    <a:lnTo>
                      <a:pt x="46" y="527"/>
                    </a:lnTo>
                    <a:lnTo>
                      <a:pt x="155" y="527"/>
                    </a:lnTo>
                    <a:lnTo>
                      <a:pt x="155" y="847"/>
                    </a:lnTo>
                    <a:lnTo>
                      <a:pt x="155" y="847"/>
                    </a:lnTo>
                    <a:lnTo>
                      <a:pt x="155" y="854"/>
                    </a:lnTo>
                    <a:lnTo>
                      <a:pt x="158" y="861"/>
                    </a:lnTo>
                    <a:lnTo>
                      <a:pt x="160" y="869"/>
                    </a:lnTo>
                    <a:lnTo>
                      <a:pt x="167" y="876"/>
                    </a:lnTo>
                    <a:lnTo>
                      <a:pt x="172" y="881"/>
                    </a:lnTo>
                    <a:lnTo>
                      <a:pt x="180" y="883"/>
                    </a:lnTo>
                    <a:lnTo>
                      <a:pt x="187" y="886"/>
                    </a:lnTo>
                    <a:lnTo>
                      <a:pt x="194" y="888"/>
                    </a:lnTo>
                    <a:lnTo>
                      <a:pt x="194" y="888"/>
                    </a:lnTo>
                    <a:lnTo>
                      <a:pt x="204" y="886"/>
                    </a:lnTo>
                    <a:lnTo>
                      <a:pt x="211" y="883"/>
                    </a:lnTo>
                    <a:lnTo>
                      <a:pt x="218" y="881"/>
                    </a:lnTo>
                    <a:lnTo>
                      <a:pt x="223" y="876"/>
                    </a:lnTo>
                    <a:lnTo>
                      <a:pt x="231" y="869"/>
                    </a:lnTo>
                    <a:lnTo>
                      <a:pt x="233" y="861"/>
                    </a:lnTo>
                    <a:lnTo>
                      <a:pt x="235" y="854"/>
                    </a:lnTo>
                    <a:lnTo>
                      <a:pt x="235" y="847"/>
                    </a:lnTo>
                    <a:lnTo>
                      <a:pt x="235" y="527"/>
                    </a:lnTo>
                    <a:lnTo>
                      <a:pt x="260" y="527"/>
                    </a:lnTo>
                    <a:lnTo>
                      <a:pt x="260" y="847"/>
                    </a:lnTo>
                    <a:lnTo>
                      <a:pt x="260" y="847"/>
                    </a:lnTo>
                    <a:lnTo>
                      <a:pt x="262" y="854"/>
                    </a:lnTo>
                    <a:lnTo>
                      <a:pt x="264" y="861"/>
                    </a:lnTo>
                    <a:lnTo>
                      <a:pt x="267" y="869"/>
                    </a:lnTo>
                    <a:lnTo>
                      <a:pt x="272" y="876"/>
                    </a:lnTo>
                    <a:lnTo>
                      <a:pt x="279" y="881"/>
                    </a:lnTo>
                    <a:lnTo>
                      <a:pt x="286" y="883"/>
                    </a:lnTo>
                    <a:lnTo>
                      <a:pt x="294" y="886"/>
                    </a:lnTo>
                    <a:lnTo>
                      <a:pt x="301" y="888"/>
                    </a:lnTo>
                    <a:lnTo>
                      <a:pt x="301" y="888"/>
                    </a:lnTo>
                    <a:lnTo>
                      <a:pt x="311" y="886"/>
                    </a:lnTo>
                    <a:lnTo>
                      <a:pt x="318" y="883"/>
                    </a:lnTo>
                    <a:lnTo>
                      <a:pt x="325" y="881"/>
                    </a:lnTo>
                    <a:lnTo>
                      <a:pt x="330" y="876"/>
                    </a:lnTo>
                    <a:lnTo>
                      <a:pt x="335" y="869"/>
                    </a:lnTo>
                    <a:lnTo>
                      <a:pt x="340" y="861"/>
                    </a:lnTo>
                    <a:lnTo>
                      <a:pt x="342" y="854"/>
                    </a:lnTo>
                    <a:lnTo>
                      <a:pt x="342" y="847"/>
                    </a:lnTo>
                    <a:lnTo>
                      <a:pt x="342" y="527"/>
                    </a:lnTo>
                    <a:lnTo>
                      <a:pt x="451" y="527"/>
                    </a:lnTo>
                    <a:lnTo>
                      <a:pt x="340" y="124"/>
                    </a:lnTo>
                    <a:lnTo>
                      <a:pt x="345" y="124"/>
                    </a:lnTo>
                    <a:lnTo>
                      <a:pt x="345" y="124"/>
                    </a:lnTo>
                    <a:lnTo>
                      <a:pt x="352" y="124"/>
                    </a:lnTo>
                    <a:lnTo>
                      <a:pt x="427" y="349"/>
                    </a:lnTo>
                    <a:lnTo>
                      <a:pt x="427" y="349"/>
                    </a:lnTo>
                    <a:lnTo>
                      <a:pt x="429" y="357"/>
                    </a:lnTo>
                    <a:lnTo>
                      <a:pt x="434" y="362"/>
                    </a:lnTo>
                    <a:lnTo>
                      <a:pt x="444" y="371"/>
                    </a:lnTo>
                    <a:lnTo>
                      <a:pt x="459" y="374"/>
                    </a:lnTo>
                    <a:lnTo>
                      <a:pt x="463" y="374"/>
                    </a:lnTo>
                    <a:lnTo>
                      <a:pt x="471" y="371"/>
                    </a:lnTo>
                    <a:lnTo>
                      <a:pt x="471" y="371"/>
                    </a:lnTo>
                    <a:lnTo>
                      <a:pt x="478" y="369"/>
                    </a:lnTo>
                    <a:lnTo>
                      <a:pt x="483" y="364"/>
                    </a:lnTo>
                    <a:lnTo>
                      <a:pt x="493" y="354"/>
                    </a:lnTo>
                    <a:lnTo>
                      <a:pt x="495" y="340"/>
                    </a:lnTo>
                    <a:lnTo>
                      <a:pt x="495" y="332"/>
                    </a:lnTo>
                    <a:lnTo>
                      <a:pt x="495" y="328"/>
                    </a:lnTo>
                    <a:lnTo>
                      <a:pt x="495" y="3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37" name="组合 236"/>
            <p:cNvGrpSpPr/>
            <p:nvPr/>
          </p:nvGrpSpPr>
          <p:grpSpPr>
            <a:xfrm>
              <a:off x="4818611" y="4155926"/>
              <a:ext cx="294343" cy="643391"/>
              <a:chOff x="4421673" y="2233518"/>
              <a:chExt cx="785812" cy="1717675"/>
            </a:xfrm>
            <a:grpFill/>
          </p:grpSpPr>
          <p:sp>
            <p:nvSpPr>
              <p:cNvPr id="265" name="Freeform 5"/>
              <p:cNvSpPr>
                <a:spLocks/>
              </p:cNvSpPr>
              <p:nvPr/>
            </p:nvSpPr>
            <p:spPr bwMode="auto">
              <a:xfrm>
                <a:off x="4683610" y="2233518"/>
                <a:ext cx="254000" cy="258763"/>
              </a:xfrm>
              <a:custGeom>
                <a:avLst/>
                <a:gdLst>
                  <a:gd name="T0" fmla="*/ 80 w 160"/>
                  <a:gd name="T1" fmla="*/ 163 h 163"/>
                  <a:gd name="T2" fmla="*/ 80 w 160"/>
                  <a:gd name="T3" fmla="*/ 163 h 163"/>
                  <a:gd name="T4" fmla="*/ 95 w 160"/>
                  <a:gd name="T5" fmla="*/ 160 h 163"/>
                  <a:gd name="T6" fmla="*/ 112 w 160"/>
                  <a:gd name="T7" fmla="*/ 155 h 163"/>
                  <a:gd name="T8" fmla="*/ 124 w 160"/>
                  <a:gd name="T9" fmla="*/ 148 h 163"/>
                  <a:gd name="T10" fmla="*/ 136 w 160"/>
                  <a:gd name="T11" fmla="*/ 138 h 163"/>
                  <a:gd name="T12" fmla="*/ 146 w 160"/>
                  <a:gd name="T13" fmla="*/ 126 h 163"/>
                  <a:gd name="T14" fmla="*/ 153 w 160"/>
                  <a:gd name="T15" fmla="*/ 112 h 163"/>
                  <a:gd name="T16" fmla="*/ 158 w 160"/>
                  <a:gd name="T17" fmla="*/ 97 h 163"/>
                  <a:gd name="T18" fmla="*/ 160 w 160"/>
                  <a:gd name="T19" fmla="*/ 80 h 163"/>
                  <a:gd name="T20" fmla="*/ 160 w 160"/>
                  <a:gd name="T21" fmla="*/ 80 h 163"/>
                  <a:gd name="T22" fmla="*/ 158 w 160"/>
                  <a:gd name="T23" fmla="*/ 66 h 163"/>
                  <a:gd name="T24" fmla="*/ 153 w 160"/>
                  <a:gd name="T25" fmla="*/ 49 h 163"/>
                  <a:gd name="T26" fmla="*/ 146 w 160"/>
                  <a:gd name="T27" fmla="*/ 36 h 163"/>
                  <a:gd name="T28" fmla="*/ 136 w 160"/>
                  <a:gd name="T29" fmla="*/ 24 h 163"/>
                  <a:gd name="T30" fmla="*/ 124 w 160"/>
                  <a:gd name="T31" fmla="*/ 15 h 163"/>
                  <a:gd name="T32" fmla="*/ 112 w 160"/>
                  <a:gd name="T33" fmla="*/ 7 h 163"/>
                  <a:gd name="T34" fmla="*/ 95 w 160"/>
                  <a:gd name="T35" fmla="*/ 2 h 163"/>
                  <a:gd name="T36" fmla="*/ 80 w 160"/>
                  <a:gd name="T37" fmla="*/ 0 h 163"/>
                  <a:gd name="T38" fmla="*/ 80 w 160"/>
                  <a:gd name="T39" fmla="*/ 0 h 163"/>
                  <a:gd name="T40" fmla="*/ 63 w 160"/>
                  <a:gd name="T41" fmla="*/ 2 h 163"/>
                  <a:gd name="T42" fmla="*/ 49 w 160"/>
                  <a:gd name="T43" fmla="*/ 7 h 163"/>
                  <a:gd name="T44" fmla="*/ 34 w 160"/>
                  <a:gd name="T45" fmla="*/ 15 h 163"/>
                  <a:gd name="T46" fmla="*/ 22 w 160"/>
                  <a:gd name="T47" fmla="*/ 24 h 163"/>
                  <a:gd name="T48" fmla="*/ 12 w 160"/>
                  <a:gd name="T49" fmla="*/ 36 h 163"/>
                  <a:gd name="T50" fmla="*/ 5 w 160"/>
                  <a:gd name="T51" fmla="*/ 49 h 163"/>
                  <a:gd name="T52" fmla="*/ 0 w 160"/>
                  <a:gd name="T53" fmla="*/ 66 h 163"/>
                  <a:gd name="T54" fmla="*/ 0 w 160"/>
                  <a:gd name="T55" fmla="*/ 80 h 163"/>
                  <a:gd name="T56" fmla="*/ 0 w 160"/>
                  <a:gd name="T57" fmla="*/ 80 h 163"/>
                  <a:gd name="T58" fmla="*/ 0 w 160"/>
                  <a:gd name="T59" fmla="*/ 97 h 163"/>
                  <a:gd name="T60" fmla="*/ 5 w 160"/>
                  <a:gd name="T61" fmla="*/ 112 h 163"/>
                  <a:gd name="T62" fmla="*/ 12 w 160"/>
                  <a:gd name="T63" fmla="*/ 126 h 163"/>
                  <a:gd name="T64" fmla="*/ 22 w 160"/>
                  <a:gd name="T65" fmla="*/ 138 h 163"/>
                  <a:gd name="T66" fmla="*/ 34 w 160"/>
                  <a:gd name="T67" fmla="*/ 148 h 163"/>
                  <a:gd name="T68" fmla="*/ 49 w 160"/>
                  <a:gd name="T69" fmla="*/ 155 h 163"/>
                  <a:gd name="T70" fmla="*/ 63 w 160"/>
                  <a:gd name="T71" fmla="*/ 160 h 163"/>
                  <a:gd name="T72" fmla="*/ 80 w 160"/>
                  <a:gd name="T73" fmla="*/ 163 h 163"/>
                  <a:gd name="T74" fmla="*/ 80 w 160"/>
                  <a:gd name="T75"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0" h="163">
                    <a:moveTo>
                      <a:pt x="80" y="163"/>
                    </a:moveTo>
                    <a:lnTo>
                      <a:pt x="80" y="163"/>
                    </a:lnTo>
                    <a:lnTo>
                      <a:pt x="95" y="160"/>
                    </a:lnTo>
                    <a:lnTo>
                      <a:pt x="112" y="155"/>
                    </a:lnTo>
                    <a:lnTo>
                      <a:pt x="124" y="148"/>
                    </a:lnTo>
                    <a:lnTo>
                      <a:pt x="136" y="138"/>
                    </a:lnTo>
                    <a:lnTo>
                      <a:pt x="146" y="126"/>
                    </a:lnTo>
                    <a:lnTo>
                      <a:pt x="153" y="112"/>
                    </a:lnTo>
                    <a:lnTo>
                      <a:pt x="158" y="97"/>
                    </a:lnTo>
                    <a:lnTo>
                      <a:pt x="160" y="80"/>
                    </a:lnTo>
                    <a:lnTo>
                      <a:pt x="160" y="80"/>
                    </a:lnTo>
                    <a:lnTo>
                      <a:pt x="158" y="66"/>
                    </a:lnTo>
                    <a:lnTo>
                      <a:pt x="153" y="49"/>
                    </a:lnTo>
                    <a:lnTo>
                      <a:pt x="146" y="36"/>
                    </a:lnTo>
                    <a:lnTo>
                      <a:pt x="136" y="24"/>
                    </a:lnTo>
                    <a:lnTo>
                      <a:pt x="124" y="15"/>
                    </a:lnTo>
                    <a:lnTo>
                      <a:pt x="112" y="7"/>
                    </a:lnTo>
                    <a:lnTo>
                      <a:pt x="95" y="2"/>
                    </a:lnTo>
                    <a:lnTo>
                      <a:pt x="80" y="0"/>
                    </a:lnTo>
                    <a:lnTo>
                      <a:pt x="80" y="0"/>
                    </a:lnTo>
                    <a:lnTo>
                      <a:pt x="63" y="2"/>
                    </a:lnTo>
                    <a:lnTo>
                      <a:pt x="49" y="7"/>
                    </a:lnTo>
                    <a:lnTo>
                      <a:pt x="34" y="15"/>
                    </a:lnTo>
                    <a:lnTo>
                      <a:pt x="22" y="24"/>
                    </a:lnTo>
                    <a:lnTo>
                      <a:pt x="12" y="36"/>
                    </a:lnTo>
                    <a:lnTo>
                      <a:pt x="5" y="49"/>
                    </a:lnTo>
                    <a:lnTo>
                      <a:pt x="0" y="66"/>
                    </a:lnTo>
                    <a:lnTo>
                      <a:pt x="0" y="80"/>
                    </a:lnTo>
                    <a:lnTo>
                      <a:pt x="0" y="80"/>
                    </a:lnTo>
                    <a:lnTo>
                      <a:pt x="0" y="97"/>
                    </a:lnTo>
                    <a:lnTo>
                      <a:pt x="5" y="112"/>
                    </a:lnTo>
                    <a:lnTo>
                      <a:pt x="12" y="126"/>
                    </a:lnTo>
                    <a:lnTo>
                      <a:pt x="22" y="138"/>
                    </a:lnTo>
                    <a:lnTo>
                      <a:pt x="34" y="148"/>
                    </a:lnTo>
                    <a:lnTo>
                      <a:pt x="49" y="155"/>
                    </a:lnTo>
                    <a:lnTo>
                      <a:pt x="63" y="160"/>
                    </a:lnTo>
                    <a:lnTo>
                      <a:pt x="80" y="163"/>
                    </a:lnTo>
                    <a:lnTo>
                      <a:pt x="80" y="1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6" name="Freeform 6"/>
              <p:cNvSpPr>
                <a:spLocks/>
              </p:cNvSpPr>
              <p:nvPr/>
            </p:nvSpPr>
            <p:spPr bwMode="auto">
              <a:xfrm>
                <a:off x="4421673" y="2541493"/>
                <a:ext cx="785812" cy="1409700"/>
              </a:xfrm>
              <a:custGeom>
                <a:avLst/>
                <a:gdLst>
                  <a:gd name="T0" fmla="*/ 403 w 495"/>
                  <a:gd name="T1" fmla="*/ 53 h 888"/>
                  <a:gd name="T2" fmla="*/ 400 w 495"/>
                  <a:gd name="T3" fmla="*/ 41 h 888"/>
                  <a:gd name="T4" fmla="*/ 391 w 495"/>
                  <a:gd name="T5" fmla="*/ 22 h 888"/>
                  <a:gd name="T6" fmla="*/ 376 w 495"/>
                  <a:gd name="T7" fmla="*/ 10 h 888"/>
                  <a:gd name="T8" fmla="*/ 357 w 495"/>
                  <a:gd name="T9" fmla="*/ 0 h 888"/>
                  <a:gd name="T10" fmla="*/ 146 w 495"/>
                  <a:gd name="T11" fmla="*/ 0 h 888"/>
                  <a:gd name="T12" fmla="*/ 131 w 495"/>
                  <a:gd name="T13" fmla="*/ 3 h 888"/>
                  <a:gd name="T14" fmla="*/ 104 w 495"/>
                  <a:gd name="T15" fmla="*/ 17 h 888"/>
                  <a:gd name="T16" fmla="*/ 97 w 495"/>
                  <a:gd name="T17" fmla="*/ 27 h 888"/>
                  <a:gd name="T18" fmla="*/ 90 w 495"/>
                  <a:gd name="T19" fmla="*/ 39 h 888"/>
                  <a:gd name="T20" fmla="*/ 90 w 495"/>
                  <a:gd name="T21" fmla="*/ 44 h 888"/>
                  <a:gd name="T22" fmla="*/ 0 w 495"/>
                  <a:gd name="T23" fmla="*/ 328 h 888"/>
                  <a:gd name="T24" fmla="*/ 0 w 495"/>
                  <a:gd name="T25" fmla="*/ 342 h 888"/>
                  <a:gd name="T26" fmla="*/ 12 w 495"/>
                  <a:gd name="T27" fmla="*/ 366 h 888"/>
                  <a:gd name="T28" fmla="*/ 24 w 495"/>
                  <a:gd name="T29" fmla="*/ 374 h 888"/>
                  <a:gd name="T30" fmla="*/ 32 w 495"/>
                  <a:gd name="T31" fmla="*/ 374 h 888"/>
                  <a:gd name="T32" fmla="*/ 51 w 495"/>
                  <a:gd name="T33" fmla="*/ 371 h 888"/>
                  <a:gd name="T34" fmla="*/ 66 w 495"/>
                  <a:gd name="T35" fmla="*/ 357 h 888"/>
                  <a:gd name="T36" fmla="*/ 138 w 495"/>
                  <a:gd name="T37" fmla="*/ 124 h 888"/>
                  <a:gd name="T38" fmla="*/ 146 w 495"/>
                  <a:gd name="T39" fmla="*/ 124 h 888"/>
                  <a:gd name="T40" fmla="*/ 46 w 495"/>
                  <a:gd name="T41" fmla="*/ 527 h 888"/>
                  <a:gd name="T42" fmla="*/ 155 w 495"/>
                  <a:gd name="T43" fmla="*/ 847 h 888"/>
                  <a:gd name="T44" fmla="*/ 155 w 495"/>
                  <a:gd name="T45" fmla="*/ 854 h 888"/>
                  <a:gd name="T46" fmla="*/ 160 w 495"/>
                  <a:gd name="T47" fmla="*/ 869 h 888"/>
                  <a:gd name="T48" fmla="*/ 172 w 495"/>
                  <a:gd name="T49" fmla="*/ 881 h 888"/>
                  <a:gd name="T50" fmla="*/ 187 w 495"/>
                  <a:gd name="T51" fmla="*/ 886 h 888"/>
                  <a:gd name="T52" fmla="*/ 194 w 495"/>
                  <a:gd name="T53" fmla="*/ 888 h 888"/>
                  <a:gd name="T54" fmla="*/ 211 w 495"/>
                  <a:gd name="T55" fmla="*/ 883 h 888"/>
                  <a:gd name="T56" fmla="*/ 223 w 495"/>
                  <a:gd name="T57" fmla="*/ 876 h 888"/>
                  <a:gd name="T58" fmla="*/ 233 w 495"/>
                  <a:gd name="T59" fmla="*/ 861 h 888"/>
                  <a:gd name="T60" fmla="*/ 235 w 495"/>
                  <a:gd name="T61" fmla="*/ 847 h 888"/>
                  <a:gd name="T62" fmla="*/ 260 w 495"/>
                  <a:gd name="T63" fmla="*/ 527 h 888"/>
                  <a:gd name="T64" fmla="*/ 260 w 495"/>
                  <a:gd name="T65" fmla="*/ 847 h 888"/>
                  <a:gd name="T66" fmla="*/ 264 w 495"/>
                  <a:gd name="T67" fmla="*/ 861 h 888"/>
                  <a:gd name="T68" fmla="*/ 272 w 495"/>
                  <a:gd name="T69" fmla="*/ 876 h 888"/>
                  <a:gd name="T70" fmla="*/ 286 w 495"/>
                  <a:gd name="T71" fmla="*/ 883 h 888"/>
                  <a:gd name="T72" fmla="*/ 301 w 495"/>
                  <a:gd name="T73" fmla="*/ 888 h 888"/>
                  <a:gd name="T74" fmla="*/ 311 w 495"/>
                  <a:gd name="T75" fmla="*/ 886 h 888"/>
                  <a:gd name="T76" fmla="*/ 325 w 495"/>
                  <a:gd name="T77" fmla="*/ 881 h 888"/>
                  <a:gd name="T78" fmla="*/ 335 w 495"/>
                  <a:gd name="T79" fmla="*/ 869 h 888"/>
                  <a:gd name="T80" fmla="*/ 342 w 495"/>
                  <a:gd name="T81" fmla="*/ 854 h 888"/>
                  <a:gd name="T82" fmla="*/ 342 w 495"/>
                  <a:gd name="T83" fmla="*/ 527 h 888"/>
                  <a:gd name="T84" fmla="*/ 340 w 495"/>
                  <a:gd name="T85" fmla="*/ 124 h 888"/>
                  <a:gd name="T86" fmla="*/ 345 w 495"/>
                  <a:gd name="T87" fmla="*/ 124 h 888"/>
                  <a:gd name="T88" fmla="*/ 427 w 495"/>
                  <a:gd name="T89" fmla="*/ 349 h 888"/>
                  <a:gd name="T90" fmla="*/ 429 w 495"/>
                  <a:gd name="T91" fmla="*/ 357 h 888"/>
                  <a:gd name="T92" fmla="*/ 444 w 495"/>
                  <a:gd name="T93" fmla="*/ 371 h 888"/>
                  <a:gd name="T94" fmla="*/ 463 w 495"/>
                  <a:gd name="T95" fmla="*/ 374 h 888"/>
                  <a:gd name="T96" fmla="*/ 471 w 495"/>
                  <a:gd name="T97" fmla="*/ 371 h 888"/>
                  <a:gd name="T98" fmla="*/ 483 w 495"/>
                  <a:gd name="T99" fmla="*/ 364 h 888"/>
                  <a:gd name="T100" fmla="*/ 495 w 495"/>
                  <a:gd name="T101" fmla="*/ 340 h 888"/>
                  <a:gd name="T102" fmla="*/ 495 w 495"/>
                  <a:gd name="T103" fmla="*/ 328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95" h="888">
                    <a:moveTo>
                      <a:pt x="495" y="328"/>
                    </a:moveTo>
                    <a:lnTo>
                      <a:pt x="403" y="53"/>
                    </a:lnTo>
                    <a:lnTo>
                      <a:pt x="403" y="53"/>
                    </a:lnTo>
                    <a:lnTo>
                      <a:pt x="400" y="41"/>
                    </a:lnTo>
                    <a:lnTo>
                      <a:pt x="398" y="32"/>
                    </a:lnTo>
                    <a:lnTo>
                      <a:pt x="391" y="22"/>
                    </a:lnTo>
                    <a:lnTo>
                      <a:pt x="386" y="15"/>
                    </a:lnTo>
                    <a:lnTo>
                      <a:pt x="376" y="10"/>
                    </a:lnTo>
                    <a:lnTo>
                      <a:pt x="366" y="5"/>
                    </a:lnTo>
                    <a:lnTo>
                      <a:pt x="357" y="0"/>
                    </a:lnTo>
                    <a:lnTo>
                      <a:pt x="345" y="0"/>
                    </a:lnTo>
                    <a:lnTo>
                      <a:pt x="146" y="0"/>
                    </a:lnTo>
                    <a:lnTo>
                      <a:pt x="146" y="0"/>
                    </a:lnTo>
                    <a:lnTo>
                      <a:pt x="131" y="3"/>
                    </a:lnTo>
                    <a:lnTo>
                      <a:pt x="116" y="7"/>
                    </a:lnTo>
                    <a:lnTo>
                      <a:pt x="104" y="17"/>
                    </a:lnTo>
                    <a:lnTo>
                      <a:pt x="97" y="27"/>
                    </a:lnTo>
                    <a:lnTo>
                      <a:pt x="97" y="27"/>
                    </a:lnTo>
                    <a:lnTo>
                      <a:pt x="92" y="39"/>
                    </a:lnTo>
                    <a:lnTo>
                      <a:pt x="90" y="39"/>
                    </a:lnTo>
                    <a:lnTo>
                      <a:pt x="90" y="39"/>
                    </a:lnTo>
                    <a:lnTo>
                      <a:pt x="90" y="44"/>
                    </a:lnTo>
                    <a:lnTo>
                      <a:pt x="0" y="328"/>
                    </a:lnTo>
                    <a:lnTo>
                      <a:pt x="0" y="328"/>
                    </a:lnTo>
                    <a:lnTo>
                      <a:pt x="0" y="335"/>
                    </a:lnTo>
                    <a:lnTo>
                      <a:pt x="0" y="342"/>
                    </a:lnTo>
                    <a:lnTo>
                      <a:pt x="2" y="354"/>
                    </a:lnTo>
                    <a:lnTo>
                      <a:pt x="12" y="366"/>
                    </a:lnTo>
                    <a:lnTo>
                      <a:pt x="17" y="371"/>
                    </a:lnTo>
                    <a:lnTo>
                      <a:pt x="24" y="374"/>
                    </a:lnTo>
                    <a:lnTo>
                      <a:pt x="24" y="374"/>
                    </a:lnTo>
                    <a:lnTo>
                      <a:pt x="32" y="374"/>
                    </a:lnTo>
                    <a:lnTo>
                      <a:pt x="39" y="374"/>
                    </a:lnTo>
                    <a:lnTo>
                      <a:pt x="51" y="371"/>
                    </a:lnTo>
                    <a:lnTo>
                      <a:pt x="61" y="362"/>
                    </a:lnTo>
                    <a:lnTo>
                      <a:pt x="66" y="357"/>
                    </a:lnTo>
                    <a:lnTo>
                      <a:pt x="68" y="349"/>
                    </a:lnTo>
                    <a:lnTo>
                      <a:pt x="138" y="124"/>
                    </a:lnTo>
                    <a:lnTo>
                      <a:pt x="138" y="124"/>
                    </a:lnTo>
                    <a:lnTo>
                      <a:pt x="146" y="124"/>
                    </a:lnTo>
                    <a:lnTo>
                      <a:pt x="153" y="124"/>
                    </a:lnTo>
                    <a:lnTo>
                      <a:pt x="46" y="527"/>
                    </a:lnTo>
                    <a:lnTo>
                      <a:pt x="155" y="527"/>
                    </a:lnTo>
                    <a:lnTo>
                      <a:pt x="155" y="847"/>
                    </a:lnTo>
                    <a:lnTo>
                      <a:pt x="155" y="847"/>
                    </a:lnTo>
                    <a:lnTo>
                      <a:pt x="155" y="854"/>
                    </a:lnTo>
                    <a:lnTo>
                      <a:pt x="158" y="861"/>
                    </a:lnTo>
                    <a:lnTo>
                      <a:pt x="160" y="869"/>
                    </a:lnTo>
                    <a:lnTo>
                      <a:pt x="167" y="876"/>
                    </a:lnTo>
                    <a:lnTo>
                      <a:pt x="172" y="881"/>
                    </a:lnTo>
                    <a:lnTo>
                      <a:pt x="180" y="883"/>
                    </a:lnTo>
                    <a:lnTo>
                      <a:pt x="187" y="886"/>
                    </a:lnTo>
                    <a:lnTo>
                      <a:pt x="194" y="888"/>
                    </a:lnTo>
                    <a:lnTo>
                      <a:pt x="194" y="888"/>
                    </a:lnTo>
                    <a:lnTo>
                      <a:pt x="204" y="886"/>
                    </a:lnTo>
                    <a:lnTo>
                      <a:pt x="211" y="883"/>
                    </a:lnTo>
                    <a:lnTo>
                      <a:pt x="218" y="881"/>
                    </a:lnTo>
                    <a:lnTo>
                      <a:pt x="223" y="876"/>
                    </a:lnTo>
                    <a:lnTo>
                      <a:pt x="231" y="869"/>
                    </a:lnTo>
                    <a:lnTo>
                      <a:pt x="233" y="861"/>
                    </a:lnTo>
                    <a:lnTo>
                      <a:pt x="235" y="854"/>
                    </a:lnTo>
                    <a:lnTo>
                      <a:pt x="235" y="847"/>
                    </a:lnTo>
                    <a:lnTo>
                      <a:pt x="235" y="527"/>
                    </a:lnTo>
                    <a:lnTo>
                      <a:pt x="260" y="527"/>
                    </a:lnTo>
                    <a:lnTo>
                      <a:pt x="260" y="847"/>
                    </a:lnTo>
                    <a:lnTo>
                      <a:pt x="260" y="847"/>
                    </a:lnTo>
                    <a:lnTo>
                      <a:pt x="262" y="854"/>
                    </a:lnTo>
                    <a:lnTo>
                      <a:pt x="264" y="861"/>
                    </a:lnTo>
                    <a:lnTo>
                      <a:pt x="267" y="869"/>
                    </a:lnTo>
                    <a:lnTo>
                      <a:pt x="272" y="876"/>
                    </a:lnTo>
                    <a:lnTo>
                      <a:pt x="279" y="881"/>
                    </a:lnTo>
                    <a:lnTo>
                      <a:pt x="286" y="883"/>
                    </a:lnTo>
                    <a:lnTo>
                      <a:pt x="294" y="886"/>
                    </a:lnTo>
                    <a:lnTo>
                      <a:pt x="301" y="888"/>
                    </a:lnTo>
                    <a:lnTo>
                      <a:pt x="301" y="888"/>
                    </a:lnTo>
                    <a:lnTo>
                      <a:pt x="311" y="886"/>
                    </a:lnTo>
                    <a:lnTo>
                      <a:pt x="318" y="883"/>
                    </a:lnTo>
                    <a:lnTo>
                      <a:pt x="325" y="881"/>
                    </a:lnTo>
                    <a:lnTo>
                      <a:pt x="330" y="876"/>
                    </a:lnTo>
                    <a:lnTo>
                      <a:pt x="335" y="869"/>
                    </a:lnTo>
                    <a:lnTo>
                      <a:pt x="340" y="861"/>
                    </a:lnTo>
                    <a:lnTo>
                      <a:pt x="342" y="854"/>
                    </a:lnTo>
                    <a:lnTo>
                      <a:pt x="342" y="847"/>
                    </a:lnTo>
                    <a:lnTo>
                      <a:pt x="342" y="527"/>
                    </a:lnTo>
                    <a:lnTo>
                      <a:pt x="451" y="527"/>
                    </a:lnTo>
                    <a:lnTo>
                      <a:pt x="340" y="124"/>
                    </a:lnTo>
                    <a:lnTo>
                      <a:pt x="345" y="124"/>
                    </a:lnTo>
                    <a:lnTo>
                      <a:pt x="345" y="124"/>
                    </a:lnTo>
                    <a:lnTo>
                      <a:pt x="352" y="124"/>
                    </a:lnTo>
                    <a:lnTo>
                      <a:pt x="427" y="349"/>
                    </a:lnTo>
                    <a:lnTo>
                      <a:pt x="427" y="349"/>
                    </a:lnTo>
                    <a:lnTo>
                      <a:pt x="429" y="357"/>
                    </a:lnTo>
                    <a:lnTo>
                      <a:pt x="434" y="362"/>
                    </a:lnTo>
                    <a:lnTo>
                      <a:pt x="444" y="371"/>
                    </a:lnTo>
                    <a:lnTo>
                      <a:pt x="459" y="374"/>
                    </a:lnTo>
                    <a:lnTo>
                      <a:pt x="463" y="374"/>
                    </a:lnTo>
                    <a:lnTo>
                      <a:pt x="471" y="371"/>
                    </a:lnTo>
                    <a:lnTo>
                      <a:pt x="471" y="371"/>
                    </a:lnTo>
                    <a:lnTo>
                      <a:pt x="478" y="369"/>
                    </a:lnTo>
                    <a:lnTo>
                      <a:pt x="483" y="364"/>
                    </a:lnTo>
                    <a:lnTo>
                      <a:pt x="493" y="354"/>
                    </a:lnTo>
                    <a:lnTo>
                      <a:pt x="495" y="340"/>
                    </a:lnTo>
                    <a:lnTo>
                      <a:pt x="495" y="332"/>
                    </a:lnTo>
                    <a:lnTo>
                      <a:pt x="495" y="328"/>
                    </a:lnTo>
                    <a:lnTo>
                      <a:pt x="495" y="3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38" name="组合 237"/>
            <p:cNvGrpSpPr/>
            <p:nvPr/>
          </p:nvGrpSpPr>
          <p:grpSpPr>
            <a:xfrm>
              <a:off x="4543025" y="4155926"/>
              <a:ext cx="294343" cy="643391"/>
              <a:chOff x="4421673" y="2233518"/>
              <a:chExt cx="785812" cy="1717675"/>
            </a:xfrm>
            <a:grpFill/>
          </p:grpSpPr>
          <p:sp>
            <p:nvSpPr>
              <p:cNvPr id="263" name="Freeform 5"/>
              <p:cNvSpPr>
                <a:spLocks/>
              </p:cNvSpPr>
              <p:nvPr/>
            </p:nvSpPr>
            <p:spPr bwMode="auto">
              <a:xfrm>
                <a:off x="4683610" y="2233518"/>
                <a:ext cx="254000" cy="258763"/>
              </a:xfrm>
              <a:custGeom>
                <a:avLst/>
                <a:gdLst>
                  <a:gd name="T0" fmla="*/ 80 w 160"/>
                  <a:gd name="T1" fmla="*/ 163 h 163"/>
                  <a:gd name="T2" fmla="*/ 80 w 160"/>
                  <a:gd name="T3" fmla="*/ 163 h 163"/>
                  <a:gd name="T4" fmla="*/ 95 w 160"/>
                  <a:gd name="T5" fmla="*/ 160 h 163"/>
                  <a:gd name="T6" fmla="*/ 112 w 160"/>
                  <a:gd name="T7" fmla="*/ 155 h 163"/>
                  <a:gd name="T8" fmla="*/ 124 w 160"/>
                  <a:gd name="T9" fmla="*/ 148 h 163"/>
                  <a:gd name="T10" fmla="*/ 136 w 160"/>
                  <a:gd name="T11" fmla="*/ 138 h 163"/>
                  <a:gd name="T12" fmla="*/ 146 w 160"/>
                  <a:gd name="T13" fmla="*/ 126 h 163"/>
                  <a:gd name="T14" fmla="*/ 153 w 160"/>
                  <a:gd name="T15" fmla="*/ 112 h 163"/>
                  <a:gd name="T16" fmla="*/ 158 w 160"/>
                  <a:gd name="T17" fmla="*/ 97 h 163"/>
                  <a:gd name="T18" fmla="*/ 160 w 160"/>
                  <a:gd name="T19" fmla="*/ 80 h 163"/>
                  <a:gd name="T20" fmla="*/ 160 w 160"/>
                  <a:gd name="T21" fmla="*/ 80 h 163"/>
                  <a:gd name="T22" fmla="*/ 158 w 160"/>
                  <a:gd name="T23" fmla="*/ 66 h 163"/>
                  <a:gd name="T24" fmla="*/ 153 w 160"/>
                  <a:gd name="T25" fmla="*/ 49 h 163"/>
                  <a:gd name="T26" fmla="*/ 146 w 160"/>
                  <a:gd name="T27" fmla="*/ 36 h 163"/>
                  <a:gd name="T28" fmla="*/ 136 w 160"/>
                  <a:gd name="T29" fmla="*/ 24 h 163"/>
                  <a:gd name="T30" fmla="*/ 124 w 160"/>
                  <a:gd name="T31" fmla="*/ 15 h 163"/>
                  <a:gd name="T32" fmla="*/ 112 w 160"/>
                  <a:gd name="T33" fmla="*/ 7 h 163"/>
                  <a:gd name="T34" fmla="*/ 95 w 160"/>
                  <a:gd name="T35" fmla="*/ 2 h 163"/>
                  <a:gd name="T36" fmla="*/ 80 w 160"/>
                  <a:gd name="T37" fmla="*/ 0 h 163"/>
                  <a:gd name="T38" fmla="*/ 80 w 160"/>
                  <a:gd name="T39" fmla="*/ 0 h 163"/>
                  <a:gd name="T40" fmla="*/ 63 w 160"/>
                  <a:gd name="T41" fmla="*/ 2 h 163"/>
                  <a:gd name="T42" fmla="*/ 49 w 160"/>
                  <a:gd name="T43" fmla="*/ 7 h 163"/>
                  <a:gd name="T44" fmla="*/ 34 w 160"/>
                  <a:gd name="T45" fmla="*/ 15 h 163"/>
                  <a:gd name="T46" fmla="*/ 22 w 160"/>
                  <a:gd name="T47" fmla="*/ 24 h 163"/>
                  <a:gd name="T48" fmla="*/ 12 w 160"/>
                  <a:gd name="T49" fmla="*/ 36 h 163"/>
                  <a:gd name="T50" fmla="*/ 5 w 160"/>
                  <a:gd name="T51" fmla="*/ 49 h 163"/>
                  <a:gd name="T52" fmla="*/ 0 w 160"/>
                  <a:gd name="T53" fmla="*/ 66 h 163"/>
                  <a:gd name="T54" fmla="*/ 0 w 160"/>
                  <a:gd name="T55" fmla="*/ 80 h 163"/>
                  <a:gd name="T56" fmla="*/ 0 w 160"/>
                  <a:gd name="T57" fmla="*/ 80 h 163"/>
                  <a:gd name="T58" fmla="*/ 0 w 160"/>
                  <a:gd name="T59" fmla="*/ 97 h 163"/>
                  <a:gd name="T60" fmla="*/ 5 w 160"/>
                  <a:gd name="T61" fmla="*/ 112 h 163"/>
                  <a:gd name="T62" fmla="*/ 12 w 160"/>
                  <a:gd name="T63" fmla="*/ 126 h 163"/>
                  <a:gd name="T64" fmla="*/ 22 w 160"/>
                  <a:gd name="T65" fmla="*/ 138 h 163"/>
                  <a:gd name="T66" fmla="*/ 34 w 160"/>
                  <a:gd name="T67" fmla="*/ 148 h 163"/>
                  <a:gd name="T68" fmla="*/ 49 w 160"/>
                  <a:gd name="T69" fmla="*/ 155 h 163"/>
                  <a:gd name="T70" fmla="*/ 63 w 160"/>
                  <a:gd name="T71" fmla="*/ 160 h 163"/>
                  <a:gd name="T72" fmla="*/ 80 w 160"/>
                  <a:gd name="T73" fmla="*/ 163 h 163"/>
                  <a:gd name="T74" fmla="*/ 80 w 160"/>
                  <a:gd name="T75"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0" h="163">
                    <a:moveTo>
                      <a:pt x="80" y="163"/>
                    </a:moveTo>
                    <a:lnTo>
                      <a:pt x="80" y="163"/>
                    </a:lnTo>
                    <a:lnTo>
                      <a:pt x="95" y="160"/>
                    </a:lnTo>
                    <a:lnTo>
                      <a:pt x="112" y="155"/>
                    </a:lnTo>
                    <a:lnTo>
                      <a:pt x="124" y="148"/>
                    </a:lnTo>
                    <a:lnTo>
                      <a:pt x="136" y="138"/>
                    </a:lnTo>
                    <a:lnTo>
                      <a:pt x="146" y="126"/>
                    </a:lnTo>
                    <a:lnTo>
                      <a:pt x="153" y="112"/>
                    </a:lnTo>
                    <a:lnTo>
                      <a:pt x="158" y="97"/>
                    </a:lnTo>
                    <a:lnTo>
                      <a:pt x="160" y="80"/>
                    </a:lnTo>
                    <a:lnTo>
                      <a:pt x="160" y="80"/>
                    </a:lnTo>
                    <a:lnTo>
                      <a:pt x="158" y="66"/>
                    </a:lnTo>
                    <a:lnTo>
                      <a:pt x="153" y="49"/>
                    </a:lnTo>
                    <a:lnTo>
                      <a:pt x="146" y="36"/>
                    </a:lnTo>
                    <a:lnTo>
                      <a:pt x="136" y="24"/>
                    </a:lnTo>
                    <a:lnTo>
                      <a:pt x="124" y="15"/>
                    </a:lnTo>
                    <a:lnTo>
                      <a:pt x="112" y="7"/>
                    </a:lnTo>
                    <a:lnTo>
                      <a:pt x="95" y="2"/>
                    </a:lnTo>
                    <a:lnTo>
                      <a:pt x="80" y="0"/>
                    </a:lnTo>
                    <a:lnTo>
                      <a:pt x="80" y="0"/>
                    </a:lnTo>
                    <a:lnTo>
                      <a:pt x="63" y="2"/>
                    </a:lnTo>
                    <a:lnTo>
                      <a:pt x="49" y="7"/>
                    </a:lnTo>
                    <a:lnTo>
                      <a:pt x="34" y="15"/>
                    </a:lnTo>
                    <a:lnTo>
                      <a:pt x="22" y="24"/>
                    </a:lnTo>
                    <a:lnTo>
                      <a:pt x="12" y="36"/>
                    </a:lnTo>
                    <a:lnTo>
                      <a:pt x="5" y="49"/>
                    </a:lnTo>
                    <a:lnTo>
                      <a:pt x="0" y="66"/>
                    </a:lnTo>
                    <a:lnTo>
                      <a:pt x="0" y="80"/>
                    </a:lnTo>
                    <a:lnTo>
                      <a:pt x="0" y="80"/>
                    </a:lnTo>
                    <a:lnTo>
                      <a:pt x="0" y="97"/>
                    </a:lnTo>
                    <a:lnTo>
                      <a:pt x="5" y="112"/>
                    </a:lnTo>
                    <a:lnTo>
                      <a:pt x="12" y="126"/>
                    </a:lnTo>
                    <a:lnTo>
                      <a:pt x="22" y="138"/>
                    </a:lnTo>
                    <a:lnTo>
                      <a:pt x="34" y="148"/>
                    </a:lnTo>
                    <a:lnTo>
                      <a:pt x="49" y="155"/>
                    </a:lnTo>
                    <a:lnTo>
                      <a:pt x="63" y="160"/>
                    </a:lnTo>
                    <a:lnTo>
                      <a:pt x="80" y="163"/>
                    </a:lnTo>
                    <a:lnTo>
                      <a:pt x="80" y="1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4" name="Freeform 6"/>
              <p:cNvSpPr>
                <a:spLocks/>
              </p:cNvSpPr>
              <p:nvPr/>
            </p:nvSpPr>
            <p:spPr bwMode="auto">
              <a:xfrm>
                <a:off x="4421673" y="2541493"/>
                <a:ext cx="785812" cy="1409700"/>
              </a:xfrm>
              <a:custGeom>
                <a:avLst/>
                <a:gdLst>
                  <a:gd name="T0" fmla="*/ 403 w 495"/>
                  <a:gd name="T1" fmla="*/ 53 h 888"/>
                  <a:gd name="T2" fmla="*/ 400 w 495"/>
                  <a:gd name="T3" fmla="*/ 41 h 888"/>
                  <a:gd name="T4" fmla="*/ 391 w 495"/>
                  <a:gd name="T5" fmla="*/ 22 h 888"/>
                  <a:gd name="T6" fmla="*/ 376 w 495"/>
                  <a:gd name="T7" fmla="*/ 10 h 888"/>
                  <a:gd name="T8" fmla="*/ 357 w 495"/>
                  <a:gd name="T9" fmla="*/ 0 h 888"/>
                  <a:gd name="T10" fmla="*/ 146 w 495"/>
                  <a:gd name="T11" fmla="*/ 0 h 888"/>
                  <a:gd name="T12" fmla="*/ 131 w 495"/>
                  <a:gd name="T13" fmla="*/ 3 h 888"/>
                  <a:gd name="T14" fmla="*/ 104 w 495"/>
                  <a:gd name="T15" fmla="*/ 17 h 888"/>
                  <a:gd name="T16" fmla="*/ 97 w 495"/>
                  <a:gd name="T17" fmla="*/ 27 h 888"/>
                  <a:gd name="T18" fmla="*/ 90 w 495"/>
                  <a:gd name="T19" fmla="*/ 39 h 888"/>
                  <a:gd name="T20" fmla="*/ 90 w 495"/>
                  <a:gd name="T21" fmla="*/ 44 h 888"/>
                  <a:gd name="T22" fmla="*/ 0 w 495"/>
                  <a:gd name="T23" fmla="*/ 328 h 888"/>
                  <a:gd name="T24" fmla="*/ 0 w 495"/>
                  <a:gd name="T25" fmla="*/ 342 h 888"/>
                  <a:gd name="T26" fmla="*/ 12 w 495"/>
                  <a:gd name="T27" fmla="*/ 366 h 888"/>
                  <a:gd name="T28" fmla="*/ 24 w 495"/>
                  <a:gd name="T29" fmla="*/ 374 h 888"/>
                  <a:gd name="T30" fmla="*/ 32 w 495"/>
                  <a:gd name="T31" fmla="*/ 374 h 888"/>
                  <a:gd name="T32" fmla="*/ 51 w 495"/>
                  <a:gd name="T33" fmla="*/ 371 h 888"/>
                  <a:gd name="T34" fmla="*/ 66 w 495"/>
                  <a:gd name="T35" fmla="*/ 357 h 888"/>
                  <a:gd name="T36" fmla="*/ 138 w 495"/>
                  <a:gd name="T37" fmla="*/ 124 h 888"/>
                  <a:gd name="T38" fmla="*/ 146 w 495"/>
                  <a:gd name="T39" fmla="*/ 124 h 888"/>
                  <a:gd name="T40" fmla="*/ 46 w 495"/>
                  <a:gd name="T41" fmla="*/ 527 h 888"/>
                  <a:gd name="T42" fmla="*/ 155 w 495"/>
                  <a:gd name="T43" fmla="*/ 847 h 888"/>
                  <a:gd name="T44" fmla="*/ 155 w 495"/>
                  <a:gd name="T45" fmla="*/ 854 h 888"/>
                  <a:gd name="T46" fmla="*/ 160 w 495"/>
                  <a:gd name="T47" fmla="*/ 869 h 888"/>
                  <a:gd name="T48" fmla="*/ 172 w 495"/>
                  <a:gd name="T49" fmla="*/ 881 h 888"/>
                  <a:gd name="T50" fmla="*/ 187 w 495"/>
                  <a:gd name="T51" fmla="*/ 886 h 888"/>
                  <a:gd name="T52" fmla="*/ 194 w 495"/>
                  <a:gd name="T53" fmla="*/ 888 h 888"/>
                  <a:gd name="T54" fmla="*/ 211 w 495"/>
                  <a:gd name="T55" fmla="*/ 883 h 888"/>
                  <a:gd name="T56" fmla="*/ 223 w 495"/>
                  <a:gd name="T57" fmla="*/ 876 h 888"/>
                  <a:gd name="T58" fmla="*/ 233 w 495"/>
                  <a:gd name="T59" fmla="*/ 861 h 888"/>
                  <a:gd name="T60" fmla="*/ 235 w 495"/>
                  <a:gd name="T61" fmla="*/ 847 h 888"/>
                  <a:gd name="T62" fmla="*/ 260 w 495"/>
                  <a:gd name="T63" fmla="*/ 527 h 888"/>
                  <a:gd name="T64" fmla="*/ 260 w 495"/>
                  <a:gd name="T65" fmla="*/ 847 h 888"/>
                  <a:gd name="T66" fmla="*/ 264 w 495"/>
                  <a:gd name="T67" fmla="*/ 861 h 888"/>
                  <a:gd name="T68" fmla="*/ 272 w 495"/>
                  <a:gd name="T69" fmla="*/ 876 h 888"/>
                  <a:gd name="T70" fmla="*/ 286 w 495"/>
                  <a:gd name="T71" fmla="*/ 883 h 888"/>
                  <a:gd name="T72" fmla="*/ 301 w 495"/>
                  <a:gd name="T73" fmla="*/ 888 h 888"/>
                  <a:gd name="T74" fmla="*/ 311 w 495"/>
                  <a:gd name="T75" fmla="*/ 886 h 888"/>
                  <a:gd name="T76" fmla="*/ 325 w 495"/>
                  <a:gd name="T77" fmla="*/ 881 h 888"/>
                  <a:gd name="T78" fmla="*/ 335 w 495"/>
                  <a:gd name="T79" fmla="*/ 869 h 888"/>
                  <a:gd name="T80" fmla="*/ 342 w 495"/>
                  <a:gd name="T81" fmla="*/ 854 h 888"/>
                  <a:gd name="T82" fmla="*/ 342 w 495"/>
                  <a:gd name="T83" fmla="*/ 527 h 888"/>
                  <a:gd name="T84" fmla="*/ 340 w 495"/>
                  <a:gd name="T85" fmla="*/ 124 h 888"/>
                  <a:gd name="T86" fmla="*/ 345 w 495"/>
                  <a:gd name="T87" fmla="*/ 124 h 888"/>
                  <a:gd name="T88" fmla="*/ 427 w 495"/>
                  <a:gd name="T89" fmla="*/ 349 h 888"/>
                  <a:gd name="T90" fmla="*/ 429 w 495"/>
                  <a:gd name="T91" fmla="*/ 357 h 888"/>
                  <a:gd name="T92" fmla="*/ 444 w 495"/>
                  <a:gd name="T93" fmla="*/ 371 h 888"/>
                  <a:gd name="T94" fmla="*/ 463 w 495"/>
                  <a:gd name="T95" fmla="*/ 374 h 888"/>
                  <a:gd name="T96" fmla="*/ 471 w 495"/>
                  <a:gd name="T97" fmla="*/ 371 h 888"/>
                  <a:gd name="T98" fmla="*/ 483 w 495"/>
                  <a:gd name="T99" fmla="*/ 364 h 888"/>
                  <a:gd name="T100" fmla="*/ 495 w 495"/>
                  <a:gd name="T101" fmla="*/ 340 h 888"/>
                  <a:gd name="T102" fmla="*/ 495 w 495"/>
                  <a:gd name="T103" fmla="*/ 328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95" h="888">
                    <a:moveTo>
                      <a:pt x="495" y="328"/>
                    </a:moveTo>
                    <a:lnTo>
                      <a:pt x="403" y="53"/>
                    </a:lnTo>
                    <a:lnTo>
                      <a:pt x="403" y="53"/>
                    </a:lnTo>
                    <a:lnTo>
                      <a:pt x="400" y="41"/>
                    </a:lnTo>
                    <a:lnTo>
                      <a:pt x="398" y="32"/>
                    </a:lnTo>
                    <a:lnTo>
                      <a:pt x="391" y="22"/>
                    </a:lnTo>
                    <a:lnTo>
                      <a:pt x="386" y="15"/>
                    </a:lnTo>
                    <a:lnTo>
                      <a:pt x="376" y="10"/>
                    </a:lnTo>
                    <a:lnTo>
                      <a:pt x="366" y="5"/>
                    </a:lnTo>
                    <a:lnTo>
                      <a:pt x="357" y="0"/>
                    </a:lnTo>
                    <a:lnTo>
                      <a:pt x="345" y="0"/>
                    </a:lnTo>
                    <a:lnTo>
                      <a:pt x="146" y="0"/>
                    </a:lnTo>
                    <a:lnTo>
                      <a:pt x="146" y="0"/>
                    </a:lnTo>
                    <a:lnTo>
                      <a:pt x="131" y="3"/>
                    </a:lnTo>
                    <a:lnTo>
                      <a:pt x="116" y="7"/>
                    </a:lnTo>
                    <a:lnTo>
                      <a:pt x="104" y="17"/>
                    </a:lnTo>
                    <a:lnTo>
                      <a:pt x="97" y="27"/>
                    </a:lnTo>
                    <a:lnTo>
                      <a:pt x="97" y="27"/>
                    </a:lnTo>
                    <a:lnTo>
                      <a:pt x="92" y="39"/>
                    </a:lnTo>
                    <a:lnTo>
                      <a:pt x="90" y="39"/>
                    </a:lnTo>
                    <a:lnTo>
                      <a:pt x="90" y="39"/>
                    </a:lnTo>
                    <a:lnTo>
                      <a:pt x="90" y="44"/>
                    </a:lnTo>
                    <a:lnTo>
                      <a:pt x="0" y="328"/>
                    </a:lnTo>
                    <a:lnTo>
                      <a:pt x="0" y="328"/>
                    </a:lnTo>
                    <a:lnTo>
                      <a:pt x="0" y="335"/>
                    </a:lnTo>
                    <a:lnTo>
                      <a:pt x="0" y="342"/>
                    </a:lnTo>
                    <a:lnTo>
                      <a:pt x="2" y="354"/>
                    </a:lnTo>
                    <a:lnTo>
                      <a:pt x="12" y="366"/>
                    </a:lnTo>
                    <a:lnTo>
                      <a:pt x="17" y="371"/>
                    </a:lnTo>
                    <a:lnTo>
                      <a:pt x="24" y="374"/>
                    </a:lnTo>
                    <a:lnTo>
                      <a:pt x="24" y="374"/>
                    </a:lnTo>
                    <a:lnTo>
                      <a:pt x="32" y="374"/>
                    </a:lnTo>
                    <a:lnTo>
                      <a:pt x="39" y="374"/>
                    </a:lnTo>
                    <a:lnTo>
                      <a:pt x="51" y="371"/>
                    </a:lnTo>
                    <a:lnTo>
                      <a:pt x="61" y="362"/>
                    </a:lnTo>
                    <a:lnTo>
                      <a:pt x="66" y="357"/>
                    </a:lnTo>
                    <a:lnTo>
                      <a:pt x="68" y="349"/>
                    </a:lnTo>
                    <a:lnTo>
                      <a:pt x="138" y="124"/>
                    </a:lnTo>
                    <a:lnTo>
                      <a:pt x="138" y="124"/>
                    </a:lnTo>
                    <a:lnTo>
                      <a:pt x="146" y="124"/>
                    </a:lnTo>
                    <a:lnTo>
                      <a:pt x="153" y="124"/>
                    </a:lnTo>
                    <a:lnTo>
                      <a:pt x="46" y="527"/>
                    </a:lnTo>
                    <a:lnTo>
                      <a:pt x="155" y="527"/>
                    </a:lnTo>
                    <a:lnTo>
                      <a:pt x="155" y="847"/>
                    </a:lnTo>
                    <a:lnTo>
                      <a:pt x="155" y="847"/>
                    </a:lnTo>
                    <a:lnTo>
                      <a:pt x="155" y="854"/>
                    </a:lnTo>
                    <a:lnTo>
                      <a:pt x="158" y="861"/>
                    </a:lnTo>
                    <a:lnTo>
                      <a:pt x="160" y="869"/>
                    </a:lnTo>
                    <a:lnTo>
                      <a:pt x="167" y="876"/>
                    </a:lnTo>
                    <a:lnTo>
                      <a:pt x="172" y="881"/>
                    </a:lnTo>
                    <a:lnTo>
                      <a:pt x="180" y="883"/>
                    </a:lnTo>
                    <a:lnTo>
                      <a:pt x="187" y="886"/>
                    </a:lnTo>
                    <a:lnTo>
                      <a:pt x="194" y="888"/>
                    </a:lnTo>
                    <a:lnTo>
                      <a:pt x="194" y="888"/>
                    </a:lnTo>
                    <a:lnTo>
                      <a:pt x="204" y="886"/>
                    </a:lnTo>
                    <a:lnTo>
                      <a:pt x="211" y="883"/>
                    </a:lnTo>
                    <a:lnTo>
                      <a:pt x="218" y="881"/>
                    </a:lnTo>
                    <a:lnTo>
                      <a:pt x="223" y="876"/>
                    </a:lnTo>
                    <a:lnTo>
                      <a:pt x="231" y="869"/>
                    </a:lnTo>
                    <a:lnTo>
                      <a:pt x="233" y="861"/>
                    </a:lnTo>
                    <a:lnTo>
                      <a:pt x="235" y="854"/>
                    </a:lnTo>
                    <a:lnTo>
                      <a:pt x="235" y="847"/>
                    </a:lnTo>
                    <a:lnTo>
                      <a:pt x="235" y="527"/>
                    </a:lnTo>
                    <a:lnTo>
                      <a:pt x="260" y="527"/>
                    </a:lnTo>
                    <a:lnTo>
                      <a:pt x="260" y="847"/>
                    </a:lnTo>
                    <a:lnTo>
                      <a:pt x="260" y="847"/>
                    </a:lnTo>
                    <a:lnTo>
                      <a:pt x="262" y="854"/>
                    </a:lnTo>
                    <a:lnTo>
                      <a:pt x="264" y="861"/>
                    </a:lnTo>
                    <a:lnTo>
                      <a:pt x="267" y="869"/>
                    </a:lnTo>
                    <a:lnTo>
                      <a:pt x="272" y="876"/>
                    </a:lnTo>
                    <a:lnTo>
                      <a:pt x="279" y="881"/>
                    </a:lnTo>
                    <a:lnTo>
                      <a:pt x="286" y="883"/>
                    </a:lnTo>
                    <a:lnTo>
                      <a:pt x="294" y="886"/>
                    </a:lnTo>
                    <a:lnTo>
                      <a:pt x="301" y="888"/>
                    </a:lnTo>
                    <a:lnTo>
                      <a:pt x="301" y="888"/>
                    </a:lnTo>
                    <a:lnTo>
                      <a:pt x="311" y="886"/>
                    </a:lnTo>
                    <a:lnTo>
                      <a:pt x="318" y="883"/>
                    </a:lnTo>
                    <a:lnTo>
                      <a:pt x="325" y="881"/>
                    </a:lnTo>
                    <a:lnTo>
                      <a:pt x="330" y="876"/>
                    </a:lnTo>
                    <a:lnTo>
                      <a:pt x="335" y="869"/>
                    </a:lnTo>
                    <a:lnTo>
                      <a:pt x="340" y="861"/>
                    </a:lnTo>
                    <a:lnTo>
                      <a:pt x="342" y="854"/>
                    </a:lnTo>
                    <a:lnTo>
                      <a:pt x="342" y="847"/>
                    </a:lnTo>
                    <a:lnTo>
                      <a:pt x="342" y="527"/>
                    </a:lnTo>
                    <a:lnTo>
                      <a:pt x="451" y="527"/>
                    </a:lnTo>
                    <a:lnTo>
                      <a:pt x="340" y="124"/>
                    </a:lnTo>
                    <a:lnTo>
                      <a:pt x="345" y="124"/>
                    </a:lnTo>
                    <a:lnTo>
                      <a:pt x="345" y="124"/>
                    </a:lnTo>
                    <a:lnTo>
                      <a:pt x="352" y="124"/>
                    </a:lnTo>
                    <a:lnTo>
                      <a:pt x="427" y="349"/>
                    </a:lnTo>
                    <a:lnTo>
                      <a:pt x="427" y="349"/>
                    </a:lnTo>
                    <a:lnTo>
                      <a:pt x="429" y="357"/>
                    </a:lnTo>
                    <a:lnTo>
                      <a:pt x="434" y="362"/>
                    </a:lnTo>
                    <a:lnTo>
                      <a:pt x="444" y="371"/>
                    </a:lnTo>
                    <a:lnTo>
                      <a:pt x="459" y="374"/>
                    </a:lnTo>
                    <a:lnTo>
                      <a:pt x="463" y="374"/>
                    </a:lnTo>
                    <a:lnTo>
                      <a:pt x="471" y="371"/>
                    </a:lnTo>
                    <a:lnTo>
                      <a:pt x="471" y="371"/>
                    </a:lnTo>
                    <a:lnTo>
                      <a:pt x="478" y="369"/>
                    </a:lnTo>
                    <a:lnTo>
                      <a:pt x="483" y="364"/>
                    </a:lnTo>
                    <a:lnTo>
                      <a:pt x="493" y="354"/>
                    </a:lnTo>
                    <a:lnTo>
                      <a:pt x="495" y="340"/>
                    </a:lnTo>
                    <a:lnTo>
                      <a:pt x="495" y="332"/>
                    </a:lnTo>
                    <a:lnTo>
                      <a:pt x="495" y="328"/>
                    </a:lnTo>
                    <a:lnTo>
                      <a:pt x="495" y="3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39" name="组合 238"/>
            <p:cNvGrpSpPr/>
            <p:nvPr/>
          </p:nvGrpSpPr>
          <p:grpSpPr>
            <a:xfrm>
              <a:off x="4267439" y="4155926"/>
              <a:ext cx="294343" cy="643391"/>
              <a:chOff x="4421673" y="2233518"/>
              <a:chExt cx="785812" cy="1717675"/>
            </a:xfrm>
            <a:grpFill/>
          </p:grpSpPr>
          <p:sp>
            <p:nvSpPr>
              <p:cNvPr id="261" name="Freeform 5"/>
              <p:cNvSpPr>
                <a:spLocks/>
              </p:cNvSpPr>
              <p:nvPr/>
            </p:nvSpPr>
            <p:spPr bwMode="auto">
              <a:xfrm>
                <a:off x="4683610" y="2233518"/>
                <a:ext cx="254000" cy="258763"/>
              </a:xfrm>
              <a:custGeom>
                <a:avLst/>
                <a:gdLst>
                  <a:gd name="T0" fmla="*/ 80 w 160"/>
                  <a:gd name="T1" fmla="*/ 163 h 163"/>
                  <a:gd name="T2" fmla="*/ 80 w 160"/>
                  <a:gd name="T3" fmla="*/ 163 h 163"/>
                  <a:gd name="T4" fmla="*/ 95 w 160"/>
                  <a:gd name="T5" fmla="*/ 160 h 163"/>
                  <a:gd name="T6" fmla="*/ 112 w 160"/>
                  <a:gd name="T7" fmla="*/ 155 h 163"/>
                  <a:gd name="T8" fmla="*/ 124 w 160"/>
                  <a:gd name="T9" fmla="*/ 148 h 163"/>
                  <a:gd name="T10" fmla="*/ 136 w 160"/>
                  <a:gd name="T11" fmla="*/ 138 h 163"/>
                  <a:gd name="T12" fmla="*/ 146 w 160"/>
                  <a:gd name="T13" fmla="*/ 126 h 163"/>
                  <a:gd name="T14" fmla="*/ 153 w 160"/>
                  <a:gd name="T15" fmla="*/ 112 h 163"/>
                  <a:gd name="T16" fmla="*/ 158 w 160"/>
                  <a:gd name="T17" fmla="*/ 97 h 163"/>
                  <a:gd name="T18" fmla="*/ 160 w 160"/>
                  <a:gd name="T19" fmla="*/ 80 h 163"/>
                  <a:gd name="T20" fmla="*/ 160 w 160"/>
                  <a:gd name="T21" fmla="*/ 80 h 163"/>
                  <a:gd name="T22" fmla="*/ 158 w 160"/>
                  <a:gd name="T23" fmla="*/ 66 h 163"/>
                  <a:gd name="T24" fmla="*/ 153 w 160"/>
                  <a:gd name="T25" fmla="*/ 49 h 163"/>
                  <a:gd name="T26" fmla="*/ 146 w 160"/>
                  <a:gd name="T27" fmla="*/ 36 h 163"/>
                  <a:gd name="T28" fmla="*/ 136 w 160"/>
                  <a:gd name="T29" fmla="*/ 24 h 163"/>
                  <a:gd name="T30" fmla="*/ 124 w 160"/>
                  <a:gd name="T31" fmla="*/ 15 h 163"/>
                  <a:gd name="T32" fmla="*/ 112 w 160"/>
                  <a:gd name="T33" fmla="*/ 7 h 163"/>
                  <a:gd name="T34" fmla="*/ 95 w 160"/>
                  <a:gd name="T35" fmla="*/ 2 h 163"/>
                  <a:gd name="T36" fmla="*/ 80 w 160"/>
                  <a:gd name="T37" fmla="*/ 0 h 163"/>
                  <a:gd name="T38" fmla="*/ 80 w 160"/>
                  <a:gd name="T39" fmla="*/ 0 h 163"/>
                  <a:gd name="T40" fmla="*/ 63 w 160"/>
                  <a:gd name="T41" fmla="*/ 2 h 163"/>
                  <a:gd name="T42" fmla="*/ 49 w 160"/>
                  <a:gd name="T43" fmla="*/ 7 h 163"/>
                  <a:gd name="T44" fmla="*/ 34 w 160"/>
                  <a:gd name="T45" fmla="*/ 15 h 163"/>
                  <a:gd name="T46" fmla="*/ 22 w 160"/>
                  <a:gd name="T47" fmla="*/ 24 h 163"/>
                  <a:gd name="T48" fmla="*/ 12 w 160"/>
                  <a:gd name="T49" fmla="*/ 36 h 163"/>
                  <a:gd name="T50" fmla="*/ 5 w 160"/>
                  <a:gd name="T51" fmla="*/ 49 h 163"/>
                  <a:gd name="T52" fmla="*/ 0 w 160"/>
                  <a:gd name="T53" fmla="*/ 66 h 163"/>
                  <a:gd name="T54" fmla="*/ 0 w 160"/>
                  <a:gd name="T55" fmla="*/ 80 h 163"/>
                  <a:gd name="T56" fmla="*/ 0 w 160"/>
                  <a:gd name="T57" fmla="*/ 80 h 163"/>
                  <a:gd name="T58" fmla="*/ 0 w 160"/>
                  <a:gd name="T59" fmla="*/ 97 h 163"/>
                  <a:gd name="T60" fmla="*/ 5 w 160"/>
                  <a:gd name="T61" fmla="*/ 112 h 163"/>
                  <a:gd name="T62" fmla="*/ 12 w 160"/>
                  <a:gd name="T63" fmla="*/ 126 h 163"/>
                  <a:gd name="T64" fmla="*/ 22 w 160"/>
                  <a:gd name="T65" fmla="*/ 138 h 163"/>
                  <a:gd name="T66" fmla="*/ 34 w 160"/>
                  <a:gd name="T67" fmla="*/ 148 h 163"/>
                  <a:gd name="T68" fmla="*/ 49 w 160"/>
                  <a:gd name="T69" fmla="*/ 155 h 163"/>
                  <a:gd name="T70" fmla="*/ 63 w 160"/>
                  <a:gd name="T71" fmla="*/ 160 h 163"/>
                  <a:gd name="T72" fmla="*/ 80 w 160"/>
                  <a:gd name="T73" fmla="*/ 163 h 163"/>
                  <a:gd name="T74" fmla="*/ 80 w 160"/>
                  <a:gd name="T75"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0" h="163">
                    <a:moveTo>
                      <a:pt x="80" y="163"/>
                    </a:moveTo>
                    <a:lnTo>
                      <a:pt x="80" y="163"/>
                    </a:lnTo>
                    <a:lnTo>
                      <a:pt x="95" y="160"/>
                    </a:lnTo>
                    <a:lnTo>
                      <a:pt x="112" y="155"/>
                    </a:lnTo>
                    <a:lnTo>
                      <a:pt x="124" y="148"/>
                    </a:lnTo>
                    <a:lnTo>
                      <a:pt x="136" y="138"/>
                    </a:lnTo>
                    <a:lnTo>
                      <a:pt x="146" y="126"/>
                    </a:lnTo>
                    <a:lnTo>
                      <a:pt x="153" y="112"/>
                    </a:lnTo>
                    <a:lnTo>
                      <a:pt x="158" y="97"/>
                    </a:lnTo>
                    <a:lnTo>
                      <a:pt x="160" y="80"/>
                    </a:lnTo>
                    <a:lnTo>
                      <a:pt x="160" y="80"/>
                    </a:lnTo>
                    <a:lnTo>
                      <a:pt x="158" y="66"/>
                    </a:lnTo>
                    <a:lnTo>
                      <a:pt x="153" y="49"/>
                    </a:lnTo>
                    <a:lnTo>
                      <a:pt x="146" y="36"/>
                    </a:lnTo>
                    <a:lnTo>
                      <a:pt x="136" y="24"/>
                    </a:lnTo>
                    <a:lnTo>
                      <a:pt x="124" y="15"/>
                    </a:lnTo>
                    <a:lnTo>
                      <a:pt x="112" y="7"/>
                    </a:lnTo>
                    <a:lnTo>
                      <a:pt x="95" y="2"/>
                    </a:lnTo>
                    <a:lnTo>
                      <a:pt x="80" y="0"/>
                    </a:lnTo>
                    <a:lnTo>
                      <a:pt x="80" y="0"/>
                    </a:lnTo>
                    <a:lnTo>
                      <a:pt x="63" y="2"/>
                    </a:lnTo>
                    <a:lnTo>
                      <a:pt x="49" y="7"/>
                    </a:lnTo>
                    <a:lnTo>
                      <a:pt x="34" y="15"/>
                    </a:lnTo>
                    <a:lnTo>
                      <a:pt x="22" y="24"/>
                    </a:lnTo>
                    <a:lnTo>
                      <a:pt x="12" y="36"/>
                    </a:lnTo>
                    <a:lnTo>
                      <a:pt x="5" y="49"/>
                    </a:lnTo>
                    <a:lnTo>
                      <a:pt x="0" y="66"/>
                    </a:lnTo>
                    <a:lnTo>
                      <a:pt x="0" y="80"/>
                    </a:lnTo>
                    <a:lnTo>
                      <a:pt x="0" y="80"/>
                    </a:lnTo>
                    <a:lnTo>
                      <a:pt x="0" y="97"/>
                    </a:lnTo>
                    <a:lnTo>
                      <a:pt x="5" y="112"/>
                    </a:lnTo>
                    <a:lnTo>
                      <a:pt x="12" y="126"/>
                    </a:lnTo>
                    <a:lnTo>
                      <a:pt x="22" y="138"/>
                    </a:lnTo>
                    <a:lnTo>
                      <a:pt x="34" y="148"/>
                    </a:lnTo>
                    <a:lnTo>
                      <a:pt x="49" y="155"/>
                    </a:lnTo>
                    <a:lnTo>
                      <a:pt x="63" y="160"/>
                    </a:lnTo>
                    <a:lnTo>
                      <a:pt x="80" y="163"/>
                    </a:lnTo>
                    <a:lnTo>
                      <a:pt x="80" y="1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2" name="Freeform 6"/>
              <p:cNvSpPr>
                <a:spLocks/>
              </p:cNvSpPr>
              <p:nvPr/>
            </p:nvSpPr>
            <p:spPr bwMode="auto">
              <a:xfrm>
                <a:off x="4421673" y="2541493"/>
                <a:ext cx="785812" cy="1409700"/>
              </a:xfrm>
              <a:custGeom>
                <a:avLst/>
                <a:gdLst>
                  <a:gd name="T0" fmla="*/ 403 w 495"/>
                  <a:gd name="T1" fmla="*/ 53 h 888"/>
                  <a:gd name="T2" fmla="*/ 400 w 495"/>
                  <a:gd name="T3" fmla="*/ 41 h 888"/>
                  <a:gd name="T4" fmla="*/ 391 w 495"/>
                  <a:gd name="T5" fmla="*/ 22 h 888"/>
                  <a:gd name="T6" fmla="*/ 376 w 495"/>
                  <a:gd name="T7" fmla="*/ 10 h 888"/>
                  <a:gd name="T8" fmla="*/ 357 w 495"/>
                  <a:gd name="T9" fmla="*/ 0 h 888"/>
                  <a:gd name="T10" fmla="*/ 146 w 495"/>
                  <a:gd name="T11" fmla="*/ 0 h 888"/>
                  <a:gd name="T12" fmla="*/ 131 w 495"/>
                  <a:gd name="T13" fmla="*/ 3 h 888"/>
                  <a:gd name="T14" fmla="*/ 104 w 495"/>
                  <a:gd name="T15" fmla="*/ 17 h 888"/>
                  <a:gd name="T16" fmla="*/ 97 w 495"/>
                  <a:gd name="T17" fmla="*/ 27 h 888"/>
                  <a:gd name="T18" fmla="*/ 90 w 495"/>
                  <a:gd name="T19" fmla="*/ 39 h 888"/>
                  <a:gd name="T20" fmla="*/ 90 w 495"/>
                  <a:gd name="T21" fmla="*/ 44 h 888"/>
                  <a:gd name="T22" fmla="*/ 0 w 495"/>
                  <a:gd name="T23" fmla="*/ 328 h 888"/>
                  <a:gd name="T24" fmla="*/ 0 w 495"/>
                  <a:gd name="T25" fmla="*/ 342 h 888"/>
                  <a:gd name="T26" fmla="*/ 12 w 495"/>
                  <a:gd name="T27" fmla="*/ 366 h 888"/>
                  <a:gd name="T28" fmla="*/ 24 w 495"/>
                  <a:gd name="T29" fmla="*/ 374 h 888"/>
                  <a:gd name="T30" fmla="*/ 32 w 495"/>
                  <a:gd name="T31" fmla="*/ 374 h 888"/>
                  <a:gd name="T32" fmla="*/ 51 w 495"/>
                  <a:gd name="T33" fmla="*/ 371 h 888"/>
                  <a:gd name="T34" fmla="*/ 66 w 495"/>
                  <a:gd name="T35" fmla="*/ 357 h 888"/>
                  <a:gd name="T36" fmla="*/ 138 w 495"/>
                  <a:gd name="T37" fmla="*/ 124 h 888"/>
                  <a:gd name="T38" fmla="*/ 146 w 495"/>
                  <a:gd name="T39" fmla="*/ 124 h 888"/>
                  <a:gd name="T40" fmla="*/ 46 w 495"/>
                  <a:gd name="T41" fmla="*/ 527 h 888"/>
                  <a:gd name="T42" fmla="*/ 155 w 495"/>
                  <a:gd name="T43" fmla="*/ 847 h 888"/>
                  <a:gd name="T44" fmla="*/ 155 w 495"/>
                  <a:gd name="T45" fmla="*/ 854 h 888"/>
                  <a:gd name="T46" fmla="*/ 160 w 495"/>
                  <a:gd name="T47" fmla="*/ 869 h 888"/>
                  <a:gd name="T48" fmla="*/ 172 w 495"/>
                  <a:gd name="T49" fmla="*/ 881 h 888"/>
                  <a:gd name="T50" fmla="*/ 187 w 495"/>
                  <a:gd name="T51" fmla="*/ 886 h 888"/>
                  <a:gd name="T52" fmla="*/ 194 w 495"/>
                  <a:gd name="T53" fmla="*/ 888 h 888"/>
                  <a:gd name="T54" fmla="*/ 211 w 495"/>
                  <a:gd name="T55" fmla="*/ 883 h 888"/>
                  <a:gd name="T56" fmla="*/ 223 w 495"/>
                  <a:gd name="T57" fmla="*/ 876 h 888"/>
                  <a:gd name="T58" fmla="*/ 233 w 495"/>
                  <a:gd name="T59" fmla="*/ 861 h 888"/>
                  <a:gd name="T60" fmla="*/ 235 w 495"/>
                  <a:gd name="T61" fmla="*/ 847 h 888"/>
                  <a:gd name="T62" fmla="*/ 260 w 495"/>
                  <a:gd name="T63" fmla="*/ 527 h 888"/>
                  <a:gd name="T64" fmla="*/ 260 w 495"/>
                  <a:gd name="T65" fmla="*/ 847 h 888"/>
                  <a:gd name="T66" fmla="*/ 264 w 495"/>
                  <a:gd name="T67" fmla="*/ 861 h 888"/>
                  <a:gd name="T68" fmla="*/ 272 w 495"/>
                  <a:gd name="T69" fmla="*/ 876 h 888"/>
                  <a:gd name="T70" fmla="*/ 286 w 495"/>
                  <a:gd name="T71" fmla="*/ 883 h 888"/>
                  <a:gd name="T72" fmla="*/ 301 w 495"/>
                  <a:gd name="T73" fmla="*/ 888 h 888"/>
                  <a:gd name="T74" fmla="*/ 311 w 495"/>
                  <a:gd name="T75" fmla="*/ 886 h 888"/>
                  <a:gd name="T76" fmla="*/ 325 w 495"/>
                  <a:gd name="T77" fmla="*/ 881 h 888"/>
                  <a:gd name="T78" fmla="*/ 335 w 495"/>
                  <a:gd name="T79" fmla="*/ 869 h 888"/>
                  <a:gd name="T80" fmla="*/ 342 w 495"/>
                  <a:gd name="T81" fmla="*/ 854 h 888"/>
                  <a:gd name="T82" fmla="*/ 342 w 495"/>
                  <a:gd name="T83" fmla="*/ 527 h 888"/>
                  <a:gd name="T84" fmla="*/ 340 w 495"/>
                  <a:gd name="T85" fmla="*/ 124 h 888"/>
                  <a:gd name="T86" fmla="*/ 345 w 495"/>
                  <a:gd name="T87" fmla="*/ 124 h 888"/>
                  <a:gd name="T88" fmla="*/ 427 w 495"/>
                  <a:gd name="T89" fmla="*/ 349 h 888"/>
                  <a:gd name="T90" fmla="*/ 429 w 495"/>
                  <a:gd name="T91" fmla="*/ 357 h 888"/>
                  <a:gd name="T92" fmla="*/ 444 w 495"/>
                  <a:gd name="T93" fmla="*/ 371 h 888"/>
                  <a:gd name="T94" fmla="*/ 463 w 495"/>
                  <a:gd name="T95" fmla="*/ 374 h 888"/>
                  <a:gd name="T96" fmla="*/ 471 w 495"/>
                  <a:gd name="T97" fmla="*/ 371 h 888"/>
                  <a:gd name="T98" fmla="*/ 483 w 495"/>
                  <a:gd name="T99" fmla="*/ 364 h 888"/>
                  <a:gd name="T100" fmla="*/ 495 w 495"/>
                  <a:gd name="T101" fmla="*/ 340 h 888"/>
                  <a:gd name="T102" fmla="*/ 495 w 495"/>
                  <a:gd name="T103" fmla="*/ 328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95" h="888">
                    <a:moveTo>
                      <a:pt x="495" y="328"/>
                    </a:moveTo>
                    <a:lnTo>
                      <a:pt x="403" y="53"/>
                    </a:lnTo>
                    <a:lnTo>
                      <a:pt x="403" y="53"/>
                    </a:lnTo>
                    <a:lnTo>
                      <a:pt x="400" y="41"/>
                    </a:lnTo>
                    <a:lnTo>
                      <a:pt x="398" y="32"/>
                    </a:lnTo>
                    <a:lnTo>
                      <a:pt x="391" y="22"/>
                    </a:lnTo>
                    <a:lnTo>
                      <a:pt x="386" y="15"/>
                    </a:lnTo>
                    <a:lnTo>
                      <a:pt x="376" y="10"/>
                    </a:lnTo>
                    <a:lnTo>
                      <a:pt x="366" y="5"/>
                    </a:lnTo>
                    <a:lnTo>
                      <a:pt x="357" y="0"/>
                    </a:lnTo>
                    <a:lnTo>
                      <a:pt x="345" y="0"/>
                    </a:lnTo>
                    <a:lnTo>
                      <a:pt x="146" y="0"/>
                    </a:lnTo>
                    <a:lnTo>
                      <a:pt x="146" y="0"/>
                    </a:lnTo>
                    <a:lnTo>
                      <a:pt x="131" y="3"/>
                    </a:lnTo>
                    <a:lnTo>
                      <a:pt x="116" y="7"/>
                    </a:lnTo>
                    <a:lnTo>
                      <a:pt x="104" y="17"/>
                    </a:lnTo>
                    <a:lnTo>
                      <a:pt x="97" y="27"/>
                    </a:lnTo>
                    <a:lnTo>
                      <a:pt x="97" y="27"/>
                    </a:lnTo>
                    <a:lnTo>
                      <a:pt x="92" y="39"/>
                    </a:lnTo>
                    <a:lnTo>
                      <a:pt x="90" y="39"/>
                    </a:lnTo>
                    <a:lnTo>
                      <a:pt x="90" y="39"/>
                    </a:lnTo>
                    <a:lnTo>
                      <a:pt x="90" y="44"/>
                    </a:lnTo>
                    <a:lnTo>
                      <a:pt x="0" y="328"/>
                    </a:lnTo>
                    <a:lnTo>
                      <a:pt x="0" y="328"/>
                    </a:lnTo>
                    <a:lnTo>
                      <a:pt x="0" y="335"/>
                    </a:lnTo>
                    <a:lnTo>
                      <a:pt x="0" y="342"/>
                    </a:lnTo>
                    <a:lnTo>
                      <a:pt x="2" y="354"/>
                    </a:lnTo>
                    <a:lnTo>
                      <a:pt x="12" y="366"/>
                    </a:lnTo>
                    <a:lnTo>
                      <a:pt x="17" y="371"/>
                    </a:lnTo>
                    <a:lnTo>
                      <a:pt x="24" y="374"/>
                    </a:lnTo>
                    <a:lnTo>
                      <a:pt x="24" y="374"/>
                    </a:lnTo>
                    <a:lnTo>
                      <a:pt x="32" y="374"/>
                    </a:lnTo>
                    <a:lnTo>
                      <a:pt x="39" y="374"/>
                    </a:lnTo>
                    <a:lnTo>
                      <a:pt x="51" y="371"/>
                    </a:lnTo>
                    <a:lnTo>
                      <a:pt x="61" y="362"/>
                    </a:lnTo>
                    <a:lnTo>
                      <a:pt x="66" y="357"/>
                    </a:lnTo>
                    <a:lnTo>
                      <a:pt x="68" y="349"/>
                    </a:lnTo>
                    <a:lnTo>
                      <a:pt x="138" y="124"/>
                    </a:lnTo>
                    <a:lnTo>
                      <a:pt x="138" y="124"/>
                    </a:lnTo>
                    <a:lnTo>
                      <a:pt x="146" y="124"/>
                    </a:lnTo>
                    <a:lnTo>
                      <a:pt x="153" y="124"/>
                    </a:lnTo>
                    <a:lnTo>
                      <a:pt x="46" y="527"/>
                    </a:lnTo>
                    <a:lnTo>
                      <a:pt x="155" y="527"/>
                    </a:lnTo>
                    <a:lnTo>
                      <a:pt x="155" y="847"/>
                    </a:lnTo>
                    <a:lnTo>
                      <a:pt x="155" y="847"/>
                    </a:lnTo>
                    <a:lnTo>
                      <a:pt x="155" y="854"/>
                    </a:lnTo>
                    <a:lnTo>
                      <a:pt x="158" y="861"/>
                    </a:lnTo>
                    <a:lnTo>
                      <a:pt x="160" y="869"/>
                    </a:lnTo>
                    <a:lnTo>
                      <a:pt x="167" y="876"/>
                    </a:lnTo>
                    <a:lnTo>
                      <a:pt x="172" y="881"/>
                    </a:lnTo>
                    <a:lnTo>
                      <a:pt x="180" y="883"/>
                    </a:lnTo>
                    <a:lnTo>
                      <a:pt x="187" y="886"/>
                    </a:lnTo>
                    <a:lnTo>
                      <a:pt x="194" y="888"/>
                    </a:lnTo>
                    <a:lnTo>
                      <a:pt x="194" y="888"/>
                    </a:lnTo>
                    <a:lnTo>
                      <a:pt x="204" y="886"/>
                    </a:lnTo>
                    <a:lnTo>
                      <a:pt x="211" y="883"/>
                    </a:lnTo>
                    <a:lnTo>
                      <a:pt x="218" y="881"/>
                    </a:lnTo>
                    <a:lnTo>
                      <a:pt x="223" y="876"/>
                    </a:lnTo>
                    <a:lnTo>
                      <a:pt x="231" y="869"/>
                    </a:lnTo>
                    <a:lnTo>
                      <a:pt x="233" y="861"/>
                    </a:lnTo>
                    <a:lnTo>
                      <a:pt x="235" y="854"/>
                    </a:lnTo>
                    <a:lnTo>
                      <a:pt x="235" y="847"/>
                    </a:lnTo>
                    <a:lnTo>
                      <a:pt x="235" y="527"/>
                    </a:lnTo>
                    <a:lnTo>
                      <a:pt x="260" y="527"/>
                    </a:lnTo>
                    <a:lnTo>
                      <a:pt x="260" y="847"/>
                    </a:lnTo>
                    <a:lnTo>
                      <a:pt x="260" y="847"/>
                    </a:lnTo>
                    <a:lnTo>
                      <a:pt x="262" y="854"/>
                    </a:lnTo>
                    <a:lnTo>
                      <a:pt x="264" y="861"/>
                    </a:lnTo>
                    <a:lnTo>
                      <a:pt x="267" y="869"/>
                    </a:lnTo>
                    <a:lnTo>
                      <a:pt x="272" y="876"/>
                    </a:lnTo>
                    <a:lnTo>
                      <a:pt x="279" y="881"/>
                    </a:lnTo>
                    <a:lnTo>
                      <a:pt x="286" y="883"/>
                    </a:lnTo>
                    <a:lnTo>
                      <a:pt x="294" y="886"/>
                    </a:lnTo>
                    <a:lnTo>
                      <a:pt x="301" y="888"/>
                    </a:lnTo>
                    <a:lnTo>
                      <a:pt x="301" y="888"/>
                    </a:lnTo>
                    <a:lnTo>
                      <a:pt x="311" y="886"/>
                    </a:lnTo>
                    <a:lnTo>
                      <a:pt x="318" y="883"/>
                    </a:lnTo>
                    <a:lnTo>
                      <a:pt x="325" y="881"/>
                    </a:lnTo>
                    <a:lnTo>
                      <a:pt x="330" y="876"/>
                    </a:lnTo>
                    <a:lnTo>
                      <a:pt x="335" y="869"/>
                    </a:lnTo>
                    <a:lnTo>
                      <a:pt x="340" y="861"/>
                    </a:lnTo>
                    <a:lnTo>
                      <a:pt x="342" y="854"/>
                    </a:lnTo>
                    <a:lnTo>
                      <a:pt x="342" y="847"/>
                    </a:lnTo>
                    <a:lnTo>
                      <a:pt x="342" y="527"/>
                    </a:lnTo>
                    <a:lnTo>
                      <a:pt x="451" y="527"/>
                    </a:lnTo>
                    <a:lnTo>
                      <a:pt x="340" y="124"/>
                    </a:lnTo>
                    <a:lnTo>
                      <a:pt x="345" y="124"/>
                    </a:lnTo>
                    <a:lnTo>
                      <a:pt x="345" y="124"/>
                    </a:lnTo>
                    <a:lnTo>
                      <a:pt x="352" y="124"/>
                    </a:lnTo>
                    <a:lnTo>
                      <a:pt x="427" y="349"/>
                    </a:lnTo>
                    <a:lnTo>
                      <a:pt x="427" y="349"/>
                    </a:lnTo>
                    <a:lnTo>
                      <a:pt x="429" y="357"/>
                    </a:lnTo>
                    <a:lnTo>
                      <a:pt x="434" y="362"/>
                    </a:lnTo>
                    <a:lnTo>
                      <a:pt x="444" y="371"/>
                    </a:lnTo>
                    <a:lnTo>
                      <a:pt x="459" y="374"/>
                    </a:lnTo>
                    <a:lnTo>
                      <a:pt x="463" y="374"/>
                    </a:lnTo>
                    <a:lnTo>
                      <a:pt x="471" y="371"/>
                    </a:lnTo>
                    <a:lnTo>
                      <a:pt x="471" y="371"/>
                    </a:lnTo>
                    <a:lnTo>
                      <a:pt x="478" y="369"/>
                    </a:lnTo>
                    <a:lnTo>
                      <a:pt x="483" y="364"/>
                    </a:lnTo>
                    <a:lnTo>
                      <a:pt x="493" y="354"/>
                    </a:lnTo>
                    <a:lnTo>
                      <a:pt x="495" y="340"/>
                    </a:lnTo>
                    <a:lnTo>
                      <a:pt x="495" y="332"/>
                    </a:lnTo>
                    <a:lnTo>
                      <a:pt x="495" y="328"/>
                    </a:lnTo>
                    <a:lnTo>
                      <a:pt x="495" y="3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40" name="组合 239"/>
            <p:cNvGrpSpPr/>
            <p:nvPr/>
          </p:nvGrpSpPr>
          <p:grpSpPr>
            <a:xfrm>
              <a:off x="3991853" y="4155926"/>
              <a:ext cx="294343" cy="643391"/>
              <a:chOff x="4421673" y="2233518"/>
              <a:chExt cx="785812" cy="1717675"/>
            </a:xfrm>
            <a:grpFill/>
          </p:grpSpPr>
          <p:sp>
            <p:nvSpPr>
              <p:cNvPr id="259" name="Freeform 5"/>
              <p:cNvSpPr>
                <a:spLocks/>
              </p:cNvSpPr>
              <p:nvPr/>
            </p:nvSpPr>
            <p:spPr bwMode="auto">
              <a:xfrm>
                <a:off x="4683610" y="2233518"/>
                <a:ext cx="254000" cy="258763"/>
              </a:xfrm>
              <a:custGeom>
                <a:avLst/>
                <a:gdLst>
                  <a:gd name="T0" fmla="*/ 80 w 160"/>
                  <a:gd name="T1" fmla="*/ 163 h 163"/>
                  <a:gd name="T2" fmla="*/ 80 w 160"/>
                  <a:gd name="T3" fmla="*/ 163 h 163"/>
                  <a:gd name="T4" fmla="*/ 95 w 160"/>
                  <a:gd name="T5" fmla="*/ 160 h 163"/>
                  <a:gd name="T6" fmla="*/ 112 w 160"/>
                  <a:gd name="T7" fmla="*/ 155 h 163"/>
                  <a:gd name="T8" fmla="*/ 124 w 160"/>
                  <a:gd name="T9" fmla="*/ 148 h 163"/>
                  <a:gd name="T10" fmla="*/ 136 w 160"/>
                  <a:gd name="T11" fmla="*/ 138 h 163"/>
                  <a:gd name="T12" fmla="*/ 146 w 160"/>
                  <a:gd name="T13" fmla="*/ 126 h 163"/>
                  <a:gd name="T14" fmla="*/ 153 w 160"/>
                  <a:gd name="T15" fmla="*/ 112 h 163"/>
                  <a:gd name="T16" fmla="*/ 158 w 160"/>
                  <a:gd name="T17" fmla="*/ 97 h 163"/>
                  <a:gd name="T18" fmla="*/ 160 w 160"/>
                  <a:gd name="T19" fmla="*/ 80 h 163"/>
                  <a:gd name="T20" fmla="*/ 160 w 160"/>
                  <a:gd name="T21" fmla="*/ 80 h 163"/>
                  <a:gd name="T22" fmla="*/ 158 w 160"/>
                  <a:gd name="T23" fmla="*/ 66 h 163"/>
                  <a:gd name="T24" fmla="*/ 153 w 160"/>
                  <a:gd name="T25" fmla="*/ 49 h 163"/>
                  <a:gd name="T26" fmla="*/ 146 w 160"/>
                  <a:gd name="T27" fmla="*/ 36 h 163"/>
                  <a:gd name="T28" fmla="*/ 136 w 160"/>
                  <a:gd name="T29" fmla="*/ 24 h 163"/>
                  <a:gd name="T30" fmla="*/ 124 w 160"/>
                  <a:gd name="T31" fmla="*/ 15 h 163"/>
                  <a:gd name="T32" fmla="*/ 112 w 160"/>
                  <a:gd name="T33" fmla="*/ 7 h 163"/>
                  <a:gd name="T34" fmla="*/ 95 w 160"/>
                  <a:gd name="T35" fmla="*/ 2 h 163"/>
                  <a:gd name="T36" fmla="*/ 80 w 160"/>
                  <a:gd name="T37" fmla="*/ 0 h 163"/>
                  <a:gd name="T38" fmla="*/ 80 w 160"/>
                  <a:gd name="T39" fmla="*/ 0 h 163"/>
                  <a:gd name="T40" fmla="*/ 63 w 160"/>
                  <a:gd name="T41" fmla="*/ 2 h 163"/>
                  <a:gd name="T42" fmla="*/ 49 w 160"/>
                  <a:gd name="T43" fmla="*/ 7 h 163"/>
                  <a:gd name="T44" fmla="*/ 34 w 160"/>
                  <a:gd name="T45" fmla="*/ 15 h 163"/>
                  <a:gd name="T46" fmla="*/ 22 w 160"/>
                  <a:gd name="T47" fmla="*/ 24 h 163"/>
                  <a:gd name="T48" fmla="*/ 12 w 160"/>
                  <a:gd name="T49" fmla="*/ 36 h 163"/>
                  <a:gd name="T50" fmla="*/ 5 w 160"/>
                  <a:gd name="T51" fmla="*/ 49 h 163"/>
                  <a:gd name="T52" fmla="*/ 0 w 160"/>
                  <a:gd name="T53" fmla="*/ 66 h 163"/>
                  <a:gd name="T54" fmla="*/ 0 w 160"/>
                  <a:gd name="T55" fmla="*/ 80 h 163"/>
                  <a:gd name="T56" fmla="*/ 0 w 160"/>
                  <a:gd name="T57" fmla="*/ 80 h 163"/>
                  <a:gd name="T58" fmla="*/ 0 w 160"/>
                  <a:gd name="T59" fmla="*/ 97 h 163"/>
                  <a:gd name="T60" fmla="*/ 5 w 160"/>
                  <a:gd name="T61" fmla="*/ 112 h 163"/>
                  <a:gd name="T62" fmla="*/ 12 w 160"/>
                  <a:gd name="T63" fmla="*/ 126 h 163"/>
                  <a:gd name="T64" fmla="*/ 22 w 160"/>
                  <a:gd name="T65" fmla="*/ 138 h 163"/>
                  <a:gd name="T66" fmla="*/ 34 w 160"/>
                  <a:gd name="T67" fmla="*/ 148 h 163"/>
                  <a:gd name="T68" fmla="*/ 49 w 160"/>
                  <a:gd name="T69" fmla="*/ 155 h 163"/>
                  <a:gd name="T70" fmla="*/ 63 w 160"/>
                  <a:gd name="T71" fmla="*/ 160 h 163"/>
                  <a:gd name="T72" fmla="*/ 80 w 160"/>
                  <a:gd name="T73" fmla="*/ 163 h 163"/>
                  <a:gd name="T74" fmla="*/ 80 w 160"/>
                  <a:gd name="T75"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0" h="163">
                    <a:moveTo>
                      <a:pt x="80" y="163"/>
                    </a:moveTo>
                    <a:lnTo>
                      <a:pt x="80" y="163"/>
                    </a:lnTo>
                    <a:lnTo>
                      <a:pt x="95" y="160"/>
                    </a:lnTo>
                    <a:lnTo>
                      <a:pt x="112" y="155"/>
                    </a:lnTo>
                    <a:lnTo>
                      <a:pt x="124" y="148"/>
                    </a:lnTo>
                    <a:lnTo>
                      <a:pt x="136" y="138"/>
                    </a:lnTo>
                    <a:lnTo>
                      <a:pt x="146" y="126"/>
                    </a:lnTo>
                    <a:lnTo>
                      <a:pt x="153" y="112"/>
                    </a:lnTo>
                    <a:lnTo>
                      <a:pt x="158" y="97"/>
                    </a:lnTo>
                    <a:lnTo>
                      <a:pt x="160" y="80"/>
                    </a:lnTo>
                    <a:lnTo>
                      <a:pt x="160" y="80"/>
                    </a:lnTo>
                    <a:lnTo>
                      <a:pt x="158" y="66"/>
                    </a:lnTo>
                    <a:lnTo>
                      <a:pt x="153" y="49"/>
                    </a:lnTo>
                    <a:lnTo>
                      <a:pt x="146" y="36"/>
                    </a:lnTo>
                    <a:lnTo>
                      <a:pt x="136" y="24"/>
                    </a:lnTo>
                    <a:lnTo>
                      <a:pt x="124" y="15"/>
                    </a:lnTo>
                    <a:lnTo>
                      <a:pt x="112" y="7"/>
                    </a:lnTo>
                    <a:lnTo>
                      <a:pt x="95" y="2"/>
                    </a:lnTo>
                    <a:lnTo>
                      <a:pt x="80" y="0"/>
                    </a:lnTo>
                    <a:lnTo>
                      <a:pt x="80" y="0"/>
                    </a:lnTo>
                    <a:lnTo>
                      <a:pt x="63" y="2"/>
                    </a:lnTo>
                    <a:lnTo>
                      <a:pt x="49" y="7"/>
                    </a:lnTo>
                    <a:lnTo>
                      <a:pt x="34" y="15"/>
                    </a:lnTo>
                    <a:lnTo>
                      <a:pt x="22" y="24"/>
                    </a:lnTo>
                    <a:lnTo>
                      <a:pt x="12" y="36"/>
                    </a:lnTo>
                    <a:lnTo>
                      <a:pt x="5" y="49"/>
                    </a:lnTo>
                    <a:lnTo>
                      <a:pt x="0" y="66"/>
                    </a:lnTo>
                    <a:lnTo>
                      <a:pt x="0" y="80"/>
                    </a:lnTo>
                    <a:lnTo>
                      <a:pt x="0" y="80"/>
                    </a:lnTo>
                    <a:lnTo>
                      <a:pt x="0" y="97"/>
                    </a:lnTo>
                    <a:lnTo>
                      <a:pt x="5" y="112"/>
                    </a:lnTo>
                    <a:lnTo>
                      <a:pt x="12" y="126"/>
                    </a:lnTo>
                    <a:lnTo>
                      <a:pt x="22" y="138"/>
                    </a:lnTo>
                    <a:lnTo>
                      <a:pt x="34" y="148"/>
                    </a:lnTo>
                    <a:lnTo>
                      <a:pt x="49" y="155"/>
                    </a:lnTo>
                    <a:lnTo>
                      <a:pt x="63" y="160"/>
                    </a:lnTo>
                    <a:lnTo>
                      <a:pt x="80" y="163"/>
                    </a:lnTo>
                    <a:lnTo>
                      <a:pt x="80" y="1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0" name="Freeform 6"/>
              <p:cNvSpPr>
                <a:spLocks/>
              </p:cNvSpPr>
              <p:nvPr/>
            </p:nvSpPr>
            <p:spPr bwMode="auto">
              <a:xfrm>
                <a:off x="4421673" y="2541493"/>
                <a:ext cx="785812" cy="1409700"/>
              </a:xfrm>
              <a:custGeom>
                <a:avLst/>
                <a:gdLst>
                  <a:gd name="T0" fmla="*/ 403 w 495"/>
                  <a:gd name="T1" fmla="*/ 53 h 888"/>
                  <a:gd name="T2" fmla="*/ 400 w 495"/>
                  <a:gd name="T3" fmla="*/ 41 h 888"/>
                  <a:gd name="T4" fmla="*/ 391 w 495"/>
                  <a:gd name="T5" fmla="*/ 22 h 888"/>
                  <a:gd name="T6" fmla="*/ 376 w 495"/>
                  <a:gd name="T7" fmla="*/ 10 h 888"/>
                  <a:gd name="T8" fmla="*/ 357 w 495"/>
                  <a:gd name="T9" fmla="*/ 0 h 888"/>
                  <a:gd name="T10" fmla="*/ 146 w 495"/>
                  <a:gd name="T11" fmla="*/ 0 h 888"/>
                  <a:gd name="T12" fmla="*/ 131 w 495"/>
                  <a:gd name="T13" fmla="*/ 3 h 888"/>
                  <a:gd name="T14" fmla="*/ 104 w 495"/>
                  <a:gd name="T15" fmla="*/ 17 h 888"/>
                  <a:gd name="T16" fmla="*/ 97 w 495"/>
                  <a:gd name="T17" fmla="*/ 27 h 888"/>
                  <a:gd name="T18" fmla="*/ 90 w 495"/>
                  <a:gd name="T19" fmla="*/ 39 h 888"/>
                  <a:gd name="T20" fmla="*/ 90 w 495"/>
                  <a:gd name="T21" fmla="*/ 44 h 888"/>
                  <a:gd name="T22" fmla="*/ 0 w 495"/>
                  <a:gd name="T23" fmla="*/ 328 h 888"/>
                  <a:gd name="T24" fmla="*/ 0 w 495"/>
                  <a:gd name="T25" fmla="*/ 342 h 888"/>
                  <a:gd name="T26" fmla="*/ 12 w 495"/>
                  <a:gd name="T27" fmla="*/ 366 h 888"/>
                  <a:gd name="T28" fmla="*/ 24 w 495"/>
                  <a:gd name="T29" fmla="*/ 374 h 888"/>
                  <a:gd name="T30" fmla="*/ 32 w 495"/>
                  <a:gd name="T31" fmla="*/ 374 h 888"/>
                  <a:gd name="T32" fmla="*/ 51 w 495"/>
                  <a:gd name="T33" fmla="*/ 371 h 888"/>
                  <a:gd name="T34" fmla="*/ 66 w 495"/>
                  <a:gd name="T35" fmla="*/ 357 h 888"/>
                  <a:gd name="T36" fmla="*/ 138 w 495"/>
                  <a:gd name="T37" fmla="*/ 124 h 888"/>
                  <a:gd name="T38" fmla="*/ 146 w 495"/>
                  <a:gd name="T39" fmla="*/ 124 h 888"/>
                  <a:gd name="T40" fmla="*/ 46 w 495"/>
                  <a:gd name="T41" fmla="*/ 527 h 888"/>
                  <a:gd name="T42" fmla="*/ 155 w 495"/>
                  <a:gd name="T43" fmla="*/ 847 h 888"/>
                  <a:gd name="T44" fmla="*/ 155 w 495"/>
                  <a:gd name="T45" fmla="*/ 854 h 888"/>
                  <a:gd name="T46" fmla="*/ 160 w 495"/>
                  <a:gd name="T47" fmla="*/ 869 h 888"/>
                  <a:gd name="T48" fmla="*/ 172 w 495"/>
                  <a:gd name="T49" fmla="*/ 881 h 888"/>
                  <a:gd name="T50" fmla="*/ 187 w 495"/>
                  <a:gd name="T51" fmla="*/ 886 h 888"/>
                  <a:gd name="T52" fmla="*/ 194 w 495"/>
                  <a:gd name="T53" fmla="*/ 888 h 888"/>
                  <a:gd name="T54" fmla="*/ 211 w 495"/>
                  <a:gd name="T55" fmla="*/ 883 h 888"/>
                  <a:gd name="T56" fmla="*/ 223 w 495"/>
                  <a:gd name="T57" fmla="*/ 876 h 888"/>
                  <a:gd name="T58" fmla="*/ 233 w 495"/>
                  <a:gd name="T59" fmla="*/ 861 h 888"/>
                  <a:gd name="T60" fmla="*/ 235 w 495"/>
                  <a:gd name="T61" fmla="*/ 847 h 888"/>
                  <a:gd name="T62" fmla="*/ 260 w 495"/>
                  <a:gd name="T63" fmla="*/ 527 h 888"/>
                  <a:gd name="T64" fmla="*/ 260 w 495"/>
                  <a:gd name="T65" fmla="*/ 847 h 888"/>
                  <a:gd name="T66" fmla="*/ 264 w 495"/>
                  <a:gd name="T67" fmla="*/ 861 h 888"/>
                  <a:gd name="T68" fmla="*/ 272 w 495"/>
                  <a:gd name="T69" fmla="*/ 876 h 888"/>
                  <a:gd name="T70" fmla="*/ 286 w 495"/>
                  <a:gd name="T71" fmla="*/ 883 h 888"/>
                  <a:gd name="T72" fmla="*/ 301 w 495"/>
                  <a:gd name="T73" fmla="*/ 888 h 888"/>
                  <a:gd name="T74" fmla="*/ 311 w 495"/>
                  <a:gd name="T75" fmla="*/ 886 h 888"/>
                  <a:gd name="T76" fmla="*/ 325 w 495"/>
                  <a:gd name="T77" fmla="*/ 881 h 888"/>
                  <a:gd name="T78" fmla="*/ 335 w 495"/>
                  <a:gd name="T79" fmla="*/ 869 h 888"/>
                  <a:gd name="T80" fmla="*/ 342 w 495"/>
                  <a:gd name="T81" fmla="*/ 854 h 888"/>
                  <a:gd name="T82" fmla="*/ 342 w 495"/>
                  <a:gd name="T83" fmla="*/ 527 h 888"/>
                  <a:gd name="T84" fmla="*/ 340 w 495"/>
                  <a:gd name="T85" fmla="*/ 124 h 888"/>
                  <a:gd name="T86" fmla="*/ 345 w 495"/>
                  <a:gd name="T87" fmla="*/ 124 h 888"/>
                  <a:gd name="T88" fmla="*/ 427 w 495"/>
                  <a:gd name="T89" fmla="*/ 349 h 888"/>
                  <a:gd name="T90" fmla="*/ 429 w 495"/>
                  <a:gd name="T91" fmla="*/ 357 h 888"/>
                  <a:gd name="T92" fmla="*/ 444 w 495"/>
                  <a:gd name="T93" fmla="*/ 371 h 888"/>
                  <a:gd name="T94" fmla="*/ 463 w 495"/>
                  <a:gd name="T95" fmla="*/ 374 h 888"/>
                  <a:gd name="T96" fmla="*/ 471 w 495"/>
                  <a:gd name="T97" fmla="*/ 371 h 888"/>
                  <a:gd name="T98" fmla="*/ 483 w 495"/>
                  <a:gd name="T99" fmla="*/ 364 h 888"/>
                  <a:gd name="T100" fmla="*/ 495 w 495"/>
                  <a:gd name="T101" fmla="*/ 340 h 888"/>
                  <a:gd name="T102" fmla="*/ 495 w 495"/>
                  <a:gd name="T103" fmla="*/ 328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95" h="888">
                    <a:moveTo>
                      <a:pt x="495" y="328"/>
                    </a:moveTo>
                    <a:lnTo>
                      <a:pt x="403" y="53"/>
                    </a:lnTo>
                    <a:lnTo>
                      <a:pt x="403" y="53"/>
                    </a:lnTo>
                    <a:lnTo>
                      <a:pt x="400" y="41"/>
                    </a:lnTo>
                    <a:lnTo>
                      <a:pt x="398" y="32"/>
                    </a:lnTo>
                    <a:lnTo>
                      <a:pt x="391" y="22"/>
                    </a:lnTo>
                    <a:lnTo>
                      <a:pt x="386" y="15"/>
                    </a:lnTo>
                    <a:lnTo>
                      <a:pt x="376" y="10"/>
                    </a:lnTo>
                    <a:lnTo>
                      <a:pt x="366" y="5"/>
                    </a:lnTo>
                    <a:lnTo>
                      <a:pt x="357" y="0"/>
                    </a:lnTo>
                    <a:lnTo>
                      <a:pt x="345" y="0"/>
                    </a:lnTo>
                    <a:lnTo>
                      <a:pt x="146" y="0"/>
                    </a:lnTo>
                    <a:lnTo>
                      <a:pt x="146" y="0"/>
                    </a:lnTo>
                    <a:lnTo>
                      <a:pt x="131" y="3"/>
                    </a:lnTo>
                    <a:lnTo>
                      <a:pt x="116" y="7"/>
                    </a:lnTo>
                    <a:lnTo>
                      <a:pt x="104" y="17"/>
                    </a:lnTo>
                    <a:lnTo>
                      <a:pt x="97" y="27"/>
                    </a:lnTo>
                    <a:lnTo>
                      <a:pt x="97" y="27"/>
                    </a:lnTo>
                    <a:lnTo>
                      <a:pt x="92" y="39"/>
                    </a:lnTo>
                    <a:lnTo>
                      <a:pt x="90" y="39"/>
                    </a:lnTo>
                    <a:lnTo>
                      <a:pt x="90" y="39"/>
                    </a:lnTo>
                    <a:lnTo>
                      <a:pt x="90" y="44"/>
                    </a:lnTo>
                    <a:lnTo>
                      <a:pt x="0" y="328"/>
                    </a:lnTo>
                    <a:lnTo>
                      <a:pt x="0" y="328"/>
                    </a:lnTo>
                    <a:lnTo>
                      <a:pt x="0" y="335"/>
                    </a:lnTo>
                    <a:lnTo>
                      <a:pt x="0" y="342"/>
                    </a:lnTo>
                    <a:lnTo>
                      <a:pt x="2" y="354"/>
                    </a:lnTo>
                    <a:lnTo>
                      <a:pt x="12" y="366"/>
                    </a:lnTo>
                    <a:lnTo>
                      <a:pt x="17" y="371"/>
                    </a:lnTo>
                    <a:lnTo>
                      <a:pt x="24" y="374"/>
                    </a:lnTo>
                    <a:lnTo>
                      <a:pt x="24" y="374"/>
                    </a:lnTo>
                    <a:lnTo>
                      <a:pt x="32" y="374"/>
                    </a:lnTo>
                    <a:lnTo>
                      <a:pt x="39" y="374"/>
                    </a:lnTo>
                    <a:lnTo>
                      <a:pt x="51" y="371"/>
                    </a:lnTo>
                    <a:lnTo>
                      <a:pt x="61" y="362"/>
                    </a:lnTo>
                    <a:lnTo>
                      <a:pt x="66" y="357"/>
                    </a:lnTo>
                    <a:lnTo>
                      <a:pt x="68" y="349"/>
                    </a:lnTo>
                    <a:lnTo>
                      <a:pt x="138" y="124"/>
                    </a:lnTo>
                    <a:lnTo>
                      <a:pt x="138" y="124"/>
                    </a:lnTo>
                    <a:lnTo>
                      <a:pt x="146" y="124"/>
                    </a:lnTo>
                    <a:lnTo>
                      <a:pt x="153" y="124"/>
                    </a:lnTo>
                    <a:lnTo>
                      <a:pt x="46" y="527"/>
                    </a:lnTo>
                    <a:lnTo>
                      <a:pt x="155" y="527"/>
                    </a:lnTo>
                    <a:lnTo>
                      <a:pt x="155" y="847"/>
                    </a:lnTo>
                    <a:lnTo>
                      <a:pt x="155" y="847"/>
                    </a:lnTo>
                    <a:lnTo>
                      <a:pt x="155" y="854"/>
                    </a:lnTo>
                    <a:lnTo>
                      <a:pt x="158" y="861"/>
                    </a:lnTo>
                    <a:lnTo>
                      <a:pt x="160" y="869"/>
                    </a:lnTo>
                    <a:lnTo>
                      <a:pt x="167" y="876"/>
                    </a:lnTo>
                    <a:lnTo>
                      <a:pt x="172" y="881"/>
                    </a:lnTo>
                    <a:lnTo>
                      <a:pt x="180" y="883"/>
                    </a:lnTo>
                    <a:lnTo>
                      <a:pt x="187" y="886"/>
                    </a:lnTo>
                    <a:lnTo>
                      <a:pt x="194" y="888"/>
                    </a:lnTo>
                    <a:lnTo>
                      <a:pt x="194" y="888"/>
                    </a:lnTo>
                    <a:lnTo>
                      <a:pt x="204" y="886"/>
                    </a:lnTo>
                    <a:lnTo>
                      <a:pt x="211" y="883"/>
                    </a:lnTo>
                    <a:lnTo>
                      <a:pt x="218" y="881"/>
                    </a:lnTo>
                    <a:lnTo>
                      <a:pt x="223" y="876"/>
                    </a:lnTo>
                    <a:lnTo>
                      <a:pt x="231" y="869"/>
                    </a:lnTo>
                    <a:lnTo>
                      <a:pt x="233" y="861"/>
                    </a:lnTo>
                    <a:lnTo>
                      <a:pt x="235" y="854"/>
                    </a:lnTo>
                    <a:lnTo>
                      <a:pt x="235" y="847"/>
                    </a:lnTo>
                    <a:lnTo>
                      <a:pt x="235" y="527"/>
                    </a:lnTo>
                    <a:lnTo>
                      <a:pt x="260" y="527"/>
                    </a:lnTo>
                    <a:lnTo>
                      <a:pt x="260" y="847"/>
                    </a:lnTo>
                    <a:lnTo>
                      <a:pt x="260" y="847"/>
                    </a:lnTo>
                    <a:lnTo>
                      <a:pt x="262" y="854"/>
                    </a:lnTo>
                    <a:lnTo>
                      <a:pt x="264" y="861"/>
                    </a:lnTo>
                    <a:lnTo>
                      <a:pt x="267" y="869"/>
                    </a:lnTo>
                    <a:lnTo>
                      <a:pt x="272" y="876"/>
                    </a:lnTo>
                    <a:lnTo>
                      <a:pt x="279" y="881"/>
                    </a:lnTo>
                    <a:lnTo>
                      <a:pt x="286" y="883"/>
                    </a:lnTo>
                    <a:lnTo>
                      <a:pt x="294" y="886"/>
                    </a:lnTo>
                    <a:lnTo>
                      <a:pt x="301" y="888"/>
                    </a:lnTo>
                    <a:lnTo>
                      <a:pt x="301" y="888"/>
                    </a:lnTo>
                    <a:lnTo>
                      <a:pt x="311" y="886"/>
                    </a:lnTo>
                    <a:lnTo>
                      <a:pt x="318" y="883"/>
                    </a:lnTo>
                    <a:lnTo>
                      <a:pt x="325" y="881"/>
                    </a:lnTo>
                    <a:lnTo>
                      <a:pt x="330" y="876"/>
                    </a:lnTo>
                    <a:lnTo>
                      <a:pt x="335" y="869"/>
                    </a:lnTo>
                    <a:lnTo>
                      <a:pt x="340" y="861"/>
                    </a:lnTo>
                    <a:lnTo>
                      <a:pt x="342" y="854"/>
                    </a:lnTo>
                    <a:lnTo>
                      <a:pt x="342" y="847"/>
                    </a:lnTo>
                    <a:lnTo>
                      <a:pt x="342" y="527"/>
                    </a:lnTo>
                    <a:lnTo>
                      <a:pt x="451" y="527"/>
                    </a:lnTo>
                    <a:lnTo>
                      <a:pt x="340" y="124"/>
                    </a:lnTo>
                    <a:lnTo>
                      <a:pt x="345" y="124"/>
                    </a:lnTo>
                    <a:lnTo>
                      <a:pt x="345" y="124"/>
                    </a:lnTo>
                    <a:lnTo>
                      <a:pt x="352" y="124"/>
                    </a:lnTo>
                    <a:lnTo>
                      <a:pt x="427" y="349"/>
                    </a:lnTo>
                    <a:lnTo>
                      <a:pt x="427" y="349"/>
                    </a:lnTo>
                    <a:lnTo>
                      <a:pt x="429" y="357"/>
                    </a:lnTo>
                    <a:lnTo>
                      <a:pt x="434" y="362"/>
                    </a:lnTo>
                    <a:lnTo>
                      <a:pt x="444" y="371"/>
                    </a:lnTo>
                    <a:lnTo>
                      <a:pt x="459" y="374"/>
                    </a:lnTo>
                    <a:lnTo>
                      <a:pt x="463" y="374"/>
                    </a:lnTo>
                    <a:lnTo>
                      <a:pt x="471" y="371"/>
                    </a:lnTo>
                    <a:lnTo>
                      <a:pt x="471" y="371"/>
                    </a:lnTo>
                    <a:lnTo>
                      <a:pt x="478" y="369"/>
                    </a:lnTo>
                    <a:lnTo>
                      <a:pt x="483" y="364"/>
                    </a:lnTo>
                    <a:lnTo>
                      <a:pt x="493" y="354"/>
                    </a:lnTo>
                    <a:lnTo>
                      <a:pt x="495" y="340"/>
                    </a:lnTo>
                    <a:lnTo>
                      <a:pt x="495" y="332"/>
                    </a:lnTo>
                    <a:lnTo>
                      <a:pt x="495" y="328"/>
                    </a:lnTo>
                    <a:lnTo>
                      <a:pt x="495" y="3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41" name="组合 240"/>
            <p:cNvGrpSpPr/>
            <p:nvPr/>
          </p:nvGrpSpPr>
          <p:grpSpPr>
            <a:xfrm>
              <a:off x="3716267" y="4155926"/>
              <a:ext cx="294343" cy="643391"/>
              <a:chOff x="4421673" y="2233518"/>
              <a:chExt cx="785812" cy="1717675"/>
            </a:xfrm>
            <a:grpFill/>
          </p:grpSpPr>
          <p:sp>
            <p:nvSpPr>
              <p:cNvPr id="257" name="Freeform 5"/>
              <p:cNvSpPr>
                <a:spLocks/>
              </p:cNvSpPr>
              <p:nvPr/>
            </p:nvSpPr>
            <p:spPr bwMode="auto">
              <a:xfrm>
                <a:off x="4683610" y="2233518"/>
                <a:ext cx="254000" cy="258763"/>
              </a:xfrm>
              <a:custGeom>
                <a:avLst/>
                <a:gdLst>
                  <a:gd name="T0" fmla="*/ 80 w 160"/>
                  <a:gd name="T1" fmla="*/ 163 h 163"/>
                  <a:gd name="T2" fmla="*/ 80 w 160"/>
                  <a:gd name="T3" fmla="*/ 163 h 163"/>
                  <a:gd name="T4" fmla="*/ 95 w 160"/>
                  <a:gd name="T5" fmla="*/ 160 h 163"/>
                  <a:gd name="T6" fmla="*/ 112 w 160"/>
                  <a:gd name="T7" fmla="*/ 155 h 163"/>
                  <a:gd name="T8" fmla="*/ 124 w 160"/>
                  <a:gd name="T9" fmla="*/ 148 h 163"/>
                  <a:gd name="T10" fmla="*/ 136 w 160"/>
                  <a:gd name="T11" fmla="*/ 138 h 163"/>
                  <a:gd name="T12" fmla="*/ 146 w 160"/>
                  <a:gd name="T13" fmla="*/ 126 h 163"/>
                  <a:gd name="T14" fmla="*/ 153 w 160"/>
                  <a:gd name="T15" fmla="*/ 112 h 163"/>
                  <a:gd name="T16" fmla="*/ 158 w 160"/>
                  <a:gd name="T17" fmla="*/ 97 h 163"/>
                  <a:gd name="T18" fmla="*/ 160 w 160"/>
                  <a:gd name="T19" fmla="*/ 80 h 163"/>
                  <a:gd name="T20" fmla="*/ 160 w 160"/>
                  <a:gd name="T21" fmla="*/ 80 h 163"/>
                  <a:gd name="T22" fmla="*/ 158 w 160"/>
                  <a:gd name="T23" fmla="*/ 66 h 163"/>
                  <a:gd name="T24" fmla="*/ 153 w 160"/>
                  <a:gd name="T25" fmla="*/ 49 h 163"/>
                  <a:gd name="T26" fmla="*/ 146 w 160"/>
                  <a:gd name="T27" fmla="*/ 36 h 163"/>
                  <a:gd name="T28" fmla="*/ 136 w 160"/>
                  <a:gd name="T29" fmla="*/ 24 h 163"/>
                  <a:gd name="T30" fmla="*/ 124 w 160"/>
                  <a:gd name="T31" fmla="*/ 15 h 163"/>
                  <a:gd name="T32" fmla="*/ 112 w 160"/>
                  <a:gd name="T33" fmla="*/ 7 h 163"/>
                  <a:gd name="T34" fmla="*/ 95 w 160"/>
                  <a:gd name="T35" fmla="*/ 2 h 163"/>
                  <a:gd name="T36" fmla="*/ 80 w 160"/>
                  <a:gd name="T37" fmla="*/ 0 h 163"/>
                  <a:gd name="T38" fmla="*/ 80 w 160"/>
                  <a:gd name="T39" fmla="*/ 0 h 163"/>
                  <a:gd name="T40" fmla="*/ 63 w 160"/>
                  <a:gd name="T41" fmla="*/ 2 h 163"/>
                  <a:gd name="T42" fmla="*/ 49 w 160"/>
                  <a:gd name="T43" fmla="*/ 7 h 163"/>
                  <a:gd name="T44" fmla="*/ 34 w 160"/>
                  <a:gd name="T45" fmla="*/ 15 h 163"/>
                  <a:gd name="T46" fmla="*/ 22 w 160"/>
                  <a:gd name="T47" fmla="*/ 24 h 163"/>
                  <a:gd name="T48" fmla="*/ 12 w 160"/>
                  <a:gd name="T49" fmla="*/ 36 h 163"/>
                  <a:gd name="T50" fmla="*/ 5 w 160"/>
                  <a:gd name="T51" fmla="*/ 49 h 163"/>
                  <a:gd name="T52" fmla="*/ 0 w 160"/>
                  <a:gd name="T53" fmla="*/ 66 h 163"/>
                  <a:gd name="T54" fmla="*/ 0 w 160"/>
                  <a:gd name="T55" fmla="*/ 80 h 163"/>
                  <a:gd name="T56" fmla="*/ 0 w 160"/>
                  <a:gd name="T57" fmla="*/ 80 h 163"/>
                  <a:gd name="T58" fmla="*/ 0 w 160"/>
                  <a:gd name="T59" fmla="*/ 97 h 163"/>
                  <a:gd name="T60" fmla="*/ 5 w 160"/>
                  <a:gd name="T61" fmla="*/ 112 h 163"/>
                  <a:gd name="T62" fmla="*/ 12 w 160"/>
                  <a:gd name="T63" fmla="*/ 126 h 163"/>
                  <a:gd name="T64" fmla="*/ 22 w 160"/>
                  <a:gd name="T65" fmla="*/ 138 h 163"/>
                  <a:gd name="T66" fmla="*/ 34 w 160"/>
                  <a:gd name="T67" fmla="*/ 148 h 163"/>
                  <a:gd name="T68" fmla="*/ 49 w 160"/>
                  <a:gd name="T69" fmla="*/ 155 h 163"/>
                  <a:gd name="T70" fmla="*/ 63 w 160"/>
                  <a:gd name="T71" fmla="*/ 160 h 163"/>
                  <a:gd name="T72" fmla="*/ 80 w 160"/>
                  <a:gd name="T73" fmla="*/ 163 h 163"/>
                  <a:gd name="T74" fmla="*/ 80 w 160"/>
                  <a:gd name="T75"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0" h="163">
                    <a:moveTo>
                      <a:pt x="80" y="163"/>
                    </a:moveTo>
                    <a:lnTo>
                      <a:pt x="80" y="163"/>
                    </a:lnTo>
                    <a:lnTo>
                      <a:pt x="95" y="160"/>
                    </a:lnTo>
                    <a:lnTo>
                      <a:pt x="112" y="155"/>
                    </a:lnTo>
                    <a:lnTo>
                      <a:pt x="124" y="148"/>
                    </a:lnTo>
                    <a:lnTo>
                      <a:pt x="136" y="138"/>
                    </a:lnTo>
                    <a:lnTo>
                      <a:pt x="146" y="126"/>
                    </a:lnTo>
                    <a:lnTo>
                      <a:pt x="153" y="112"/>
                    </a:lnTo>
                    <a:lnTo>
                      <a:pt x="158" y="97"/>
                    </a:lnTo>
                    <a:lnTo>
                      <a:pt x="160" y="80"/>
                    </a:lnTo>
                    <a:lnTo>
                      <a:pt x="160" y="80"/>
                    </a:lnTo>
                    <a:lnTo>
                      <a:pt x="158" y="66"/>
                    </a:lnTo>
                    <a:lnTo>
                      <a:pt x="153" y="49"/>
                    </a:lnTo>
                    <a:lnTo>
                      <a:pt x="146" y="36"/>
                    </a:lnTo>
                    <a:lnTo>
                      <a:pt x="136" y="24"/>
                    </a:lnTo>
                    <a:lnTo>
                      <a:pt x="124" y="15"/>
                    </a:lnTo>
                    <a:lnTo>
                      <a:pt x="112" y="7"/>
                    </a:lnTo>
                    <a:lnTo>
                      <a:pt x="95" y="2"/>
                    </a:lnTo>
                    <a:lnTo>
                      <a:pt x="80" y="0"/>
                    </a:lnTo>
                    <a:lnTo>
                      <a:pt x="80" y="0"/>
                    </a:lnTo>
                    <a:lnTo>
                      <a:pt x="63" y="2"/>
                    </a:lnTo>
                    <a:lnTo>
                      <a:pt x="49" y="7"/>
                    </a:lnTo>
                    <a:lnTo>
                      <a:pt x="34" y="15"/>
                    </a:lnTo>
                    <a:lnTo>
                      <a:pt x="22" y="24"/>
                    </a:lnTo>
                    <a:lnTo>
                      <a:pt x="12" y="36"/>
                    </a:lnTo>
                    <a:lnTo>
                      <a:pt x="5" y="49"/>
                    </a:lnTo>
                    <a:lnTo>
                      <a:pt x="0" y="66"/>
                    </a:lnTo>
                    <a:lnTo>
                      <a:pt x="0" y="80"/>
                    </a:lnTo>
                    <a:lnTo>
                      <a:pt x="0" y="80"/>
                    </a:lnTo>
                    <a:lnTo>
                      <a:pt x="0" y="97"/>
                    </a:lnTo>
                    <a:lnTo>
                      <a:pt x="5" y="112"/>
                    </a:lnTo>
                    <a:lnTo>
                      <a:pt x="12" y="126"/>
                    </a:lnTo>
                    <a:lnTo>
                      <a:pt x="22" y="138"/>
                    </a:lnTo>
                    <a:lnTo>
                      <a:pt x="34" y="148"/>
                    </a:lnTo>
                    <a:lnTo>
                      <a:pt x="49" y="155"/>
                    </a:lnTo>
                    <a:lnTo>
                      <a:pt x="63" y="160"/>
                    </a:lnTo>
                    <a:lnTo>
                      <a:pt x="80" y="163"/>
                    </a:lnTo>
                    <a:lnTo>
                      <a:pt x="80" y="1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8" name="Freeform 6"/>
              <p:cNvSpPr>
                <a:spLocks/>
              </p:cNvSpPr>
              <p:nvPr/>
            </p:nvSpPr>
            <p:spPr bwMode="auto">
              <a:xfrm>
                <a:off x="4421673" y="2541493"/>
                <a:ext cx="785812" cy="1409700"/>
              </a:xfrm>
              <a:custGeom>
                <a:avLst/>
                <a:gdLst>
                  <a:gd name="T0" fmla="*/ 403 w 495"/>
                  <a:gd name="T1" fmla="*/ 53 h 888"/>
                  <a:gd name="T2" fmla="*/ 400 w 495"/>
                  <a:gd name="T3" fmla="*/ 41 h 888"/>
                  <a:gd name="T4" fmla="*/ 391 w 495"/>
                  <a:gd name="T5" fmla="*/ 22 h 888"/>
                  <a:gd name="T6" fmla="*/ 376 w 495"/>
                  <a:gd name="T7" fmla="*/ 10 h 888"/>
                  <a:gd name="T8" fmla="*/ 357 w 495"/>
                  <a:gd name="T9" fmla="*/ 0 h 888"/>
                  <a:gd name="T10" fmla="*/ 146 w 495"/>
                  <a:gd name="T11" fmla="*/ 0 h 888"/>
                  <a:gd name="T12" fmla="*/ 131 w 495"/>
                  <a:gd name="T13" fmla="*/ 3 h 888"/>
                  <a:gd name="T14" fmla="*/ 104 w 495"/>
                  <a:gd name="T15" fmla="*/ 17 h 888"/>
                  <a:gd name="T16" fmla="*/ 97 w 495"/>
                  <a:gd name="T17" fmla="*/ 27 h 888"/>
                  <a:gd name="T18" fmla="*/ 90 w 495"/>
                  <a:gd name="T19" fmla="*/ 39 h 888"/>
                  <a:gd name="T20" fmla="*/ 90 w 495"/>
                  <a:gd name="T21" fmla="*/ 44 h 888"/>
                  <a:gd name="T22" fmla="*/ 0 w 495"/>
                  <a:gd name="T23" fmla="*/ 328 h 888"/>
                  <a:gd name="T24" fmla="*/ 0 w 495"/>
                  <a:gd name="T25" fmla="*/ 342 h 888"/>
                  <a:gd name="T26" fmla="*/ 12 w 495"/>
                  <a:gd name="T27" fmla="*/ 366 h 888"/>
                  <a:gd name="T28" fmla="*/ 24 w 495"/>
                  <a:gd name="T29" fmla="*/ 374 h 888"/>
                  <a:gd name="T30" fmla="*/ 32 w 495"/>
                  <a:gd name="T31" fmla="*/ 374 h 888"/>
                  <a:gd name="T32" fmla="*/ 51 w 495"/>
                  <a:gd name="T33" fmla="*/ 371 h 888"/>
                  <a:gd name="T34" fmla="*/ 66 w 495"/>
                  <a:gd name="T35" fmla="*/ 357 h 888"/>
                  <a:gd name="T36" fmla="*/ 138 w 495"/>
                  <a:gd name="T37" fmla="*/ 124 h 888"/>
                  <a:gd name="T38" fmla="*/ 146 w 495"/>
                  <a:gd name="T39" fmla="*/ 124 h 888"/>
                  <a:gd name="T40" fmla="*/ 46 w 495"/>
                  <a:gd name="T41" fmla="*/ 527 h 888"/>
                  <a:gd name="T42" fmla="*/ 155 w 495"/>
                  <a:gd name="T43" fmla="*/ 847 h 888"/>
                  <a:gd name="T44" fmla="*/ 155 w 495"/>
                  <a:gd name="T45" fmla="*/ 854 h 888"/>
                  <a:gd name="T46" fmla="*/ 160 w 495"/>
                  <a:gd name="T47" fmla="*/ 869 h 888"/>
                  <a:gd name="T48" fmla="*/ 172 w 495"/>
                  <a:gd name="T49" fmla="*/ 881 h 888"/>
                  <a:gd name="T50" fmla="*/ 187 w 495"/>
                  <a:gd name="T51" fmla="*/ 886 h 888"/>
                  <a:gd name="T52" fmla="*/ 194 w 495"/>
                  <a:gd name="T53" fmla="*/ 888 h 888"/>
                  <a:gd name="T54" fmla="*/ 211 w 495"/>
                  <a:gd name="T55" fmla="*/ 883 h 888"/>
                  <a:gd name="T56" fmla="*/ 223 w 495"/>
                  <a:gd name="T57" fmla="*/ 876 h 888"/>
                  <a:gd name="T58" fmla="*/ 233 w 495"/>
                  <a:gd name="T59" fmla="*/ 861 h 888"/>
                  <a:gd name="T60" fmla="*/ 235 w 495"/>
                  <a:gd name="T61" fmla="*/ 847 h 888"/>
                  <a:gd name="T62" fmla="*/ 260 w 495"/>
                  <a:gd name="T63" fmla="*/ 527 h 888"/>
                  <a:gd name="T64" fmla="*/ 260 w 495"/>
                  <a:gd name="T65" fmla="*/ 847 h 888"/>
                  <a:gd name="T66" fmla="*/ 264 w 495"/>
                  <a:gd name="T67" fmla="*/ 861 h 888"/>
                  <a:gd name="T68" fmla="*/ 272 w 495"/>
                  <a:gd name="T69" fmla="*/ 876 h 888"/>
                  <a:gd name="T70" fmla="*/ 286 w 495"/>
                  <a:gd name="T71" fmla="*/ 883 h 888"/>
                  <a:gd name="T72" fmla="*/ 301 w 495"/>
                  <a:gd name="T73" fmla="*/ 888 h 888"/>
                  <a:gd name="T74" fmla="*/ 311 w 495"/>
                  <a:gd name="T75" fmla="*/ 886 h 888"/>
                  <a:gd name="T76" fmla="*/ 325 w 495"/>
                  <a:gd name="T77" fmla="*/ 881 h 888"/>
                  <a:gd name="T78" fmla="*/ 335 w 495"/>
                  <a:gd name="T79" fmla="*/ 869 h 888"/>
                  <a:gd name="T80" fmla="*/ 342 w 495"/>
                  <a:gd name="T81" fmla="*/ 854 h 888"/>
                  <a:gd name="T82" fmla="*/ 342 w 495"/>
                  <a:gd name="T83" fmla="*/ 527 h 888"/>
                  <a:gd name="T84" fmla="*/ 340 w 495"/>
                  <a:gd name="T85" fmla="*/ 124 h 888"/>
                  <a:gd name="T86" fmla="*/ 345 w 495"/>
                  <a:gd name="T87" fmla="*/ 124 h 888"/>
                  <a:gd name="T88" fmla="*/ 427 w 495"/>
                  <a:gd name="T89" fmla="*/ 349 h 888"/>
                  <a:gd name="T90" fmla="*/ 429 w 495"/>
                  <a:gd name="T91" fmla="*/ 357 h 888"/>
                  <a:gd name="T92" fmla="*/ 444 w 495"/>
                  <a:gd name="T93" fmla="*/ 371 h 888"/>
                  <a:gd name="T94" fmla="*/ 463 w 495"/>
                  <a:gd name="T95" fmla="*/ 374 h 888"/>
                  <a:gd name="T96" fmla="*/ 471 w 495"/>
                  <a:gd name="T97" fmla="*/ 371 h 888"/>
                  <a:gd name="T98" fmla="*/ 483 w 495"/>
                  <a:gd name="T99" fmla="*/ 364 h 888"/>
                  <a:gd name="T100" fmla="*/ 495 w 495"/>
                  <a:gd name="T101" fmla="*/ 340 h 888"/>
                  <a:gd name="T102" fmla="*/ 495 w 495"/>
                  <a:gd name="T103" fmla="*/ 328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95" h="888">
                    <a:moveTo>
                      <a:pt x="495" y="328"/>
                    </a:moveTo>
                    <a:lnTo>
                      <a:pt x="403" y="53"/>
                    </a:lnTo>
                    <a:lnTo>
                      <a:pt x="403" y="53"/>
                    </a:lnTo>
                    <a:lnTo>
                      <a:pt x="400" y="41"/>
                    </a:lnTo>
                    <a:lnTo>
                      <a:pt x="398" y="32"/>
                    </a:lnTo>
                    <a:lnTo>
                      <a:pt x="391" y="22"/>
                    </a:lnTo>
                    <a:lnTo>
                      <a:pt x="386" y="15"/>
                    </a:lnTo>
                    <a:lnTo>
                      <a:pt x="376" y="10"/>
                    </a:lnTo>
                    <a:lnTo>
                      <a:pt x="366" y="5"/>
                    </a:lnTo>
                    <a:lnTo>
                      <a:pt x="357" y="0"/>
                    </a:lnTo>
                    <a:lnTo>
                      <a:pt x="345" y="0"/>
                    </a:lnTo>
                    <a:lnTo>
                      <a:pt x="146" y="0"/>
                    </a:lnTo>
                    <a:lnTo>
                      <a:pt x="146" y="0"/>
                    </a:lnTo>
                    <a:lnTo>
                      <a:pt x="131" y="3"/>
                    </a:lnTo>
                    <a:lnTo>
                      <a:pt x="116" y="7"/>
                    </a:lnTo>
                    <a:lnTo>
                      <a:pt x="104" y="17"/>
                    </a:lnTo>
                    <a:lnTo>
                      <a:pt x="97" y="27"/>
                    </a:lnTo>
                    <a:lnTo>
                      <a:pt x="97" y="27"/>
                    </a:lnTo>
                    <a:lnTo>
                      <a:pt x="92" y="39"/>
                    </a:lnTo>
                    <a:lnTo>
                      <a:pt x="90" y="39"/>
                    </a:lnTo>
                    <a:lnTo>
                      <a:pt x="90" y="39"/>
                    </a:lnTo>
                    <a:lnTo>
                      <a:pt x="90" y="44"/>
                    </a:lnTo>
                    <a:lnTo>
                      <a:pt x="0" y="328"/>
                    </a:lnTo>
                    <a:lnTo>
                      <a:pt x="0" y="328"/>
                    </a:lnTo>
                    <a:lnTo>
                      <a:pt x="0" y="335"/>
                    </a:lnTo>
                    <a:lnTo>
                      <a:pt x="0" y="342"/>
                    </a:lnTo>
                    <a:lnTo>
                      <a:pt x="2" y="354"/>
                    </a:lnTo>
                    <a:lnTo>
                      <a:pt x="12" y="366"/>
                    </a:lnTo>
                    <a:lnTo>
                      <a:pt x="17" y="371"/>
                    </a:lnTo>
                    <a:lnTo>
                      <a:pt x="24" y="374"/>
                    </a:lnTo>
                    <a:lnTo>
                      <a:pt x="24" y="374"/>
                    </a:lnTo>
                    <a:lnTo>
                      <a:pt x="32" y="374"/>
                    </a:lnTo>
                    <a:lnTo>
                      <a:pt x="39" y="374"/>
                    </a:lnTo>
                    <a:lnTo>
                      <a:pt x="51" y="371"/>
                    </a:lnTo>
                    <a:lnTo>
                      <a:pt x="61" y="362"/>
                    </a:lnTo>
                    <a:lnTo>
                      <a:pt x="66" y="357"/>
                    </a:lnTo>
                    <a:lnTo>
                      <a:pt x="68" y="349"/>
                    </a:lnTo>
                    <a:lnTo>
                      <a:pt x="138" y="124"/>
                    </a:lnTo>
                    <a:lnTo>
                      <a:pt x="138" y="124"/>
                    </a:lnTo>
                    <a:lnTo>
                      <a:pt x="146" y="124"/>
                    </a:lnTo>
                    <a:lnTo>
                      <a:pt x="153" y="124"/>
                    </a:lnTo>
                    <a:lnTo>
                      <a:pt x="46" y="527"/>
                    </a:lnTo>
                    <a:lnTo>
                      <a:pt x="155" y="527"/>
                    </a:lnTo>
                    <a:lnTo>
                      <a:pt x="155" y="847"/>
                    </a:lnTo>
                    <a:lnTo>
                      <a:pt x="155" y="847"/>
                    </a:lnTo>
                    <a:lnTo>
                      <a:pt x="155" y="854"/>
                    </a:lnTo>
                    <a:lnTo>
                      <a:pt x="158" y="861"/>
                    </a:lnTo>
                    <a:lnTo>
                      <a:pt x="160" y="869"/>
                    </a:lnTo>
                    <a:lnTo>
                      <a:pt x="167" y="876"/>
                    </a:lnTo>
                    <a:lnTo>
                      <a:pt x="172" y="881"/>
                    </a:lnTo>
                    <a:lnTo>
                      <a:pt x="180" y="883"/>
                    </a:lnTo>
                    <a:lnTo>
                      <a:pt x="187" y="886"/>
                    </a:lnTo>
                    <a:lnTo>
                      <a:pt x="194" y="888"/>
                    </a:lnTo>
                    <a:lnTo>
                      <a:pt x="194" y="888"/>
                    </a:lnTo>
                    <a:lnTo>
                      <a:pt x="204" y="886"/>
                    </a:lnTo>
                    <a:lnTo>
                      <a:pt x="211" y="883"/>
                    </a:lnTo>
                    <a:lnTo>
                      <a:pt x="218" y="881"/>
                    </a:lnTo>
                    <a:lnTo>
                      <a:pt x="223" y="876"/>
                    </a:lnTo>
                    <a:lnTo>
                      <a:pt x="231" y="869"/>
                    </a:lnTo>
                    <a:lnTo>
                      <a:pt x="233" y="861"/>
                    </a:lnTo>
                    <a:lnTo>
                      <a:pt x="235" y="854"/>
                    </a:lnTo>
                    <a:lnTo>
                      <a:pt x="235" y="847"/>
                    </a:lnTo>
                    <a:lnTo>
                      <a:pt x="235" y="527"/>
                    </a:lnTo>
                    <a:lnTo>
                      <a:pt x="260" y="527"/>
                    </a:lnTo>
                    <a:lnTo>
                      <a:pt x="260" y="847"/>
                    </a:lnTo>
                    <a:lnTo>
                      <a:pt x="260" y="847"/>
                    </a:lnTo>
                    <a:lnTo>
                      <a:pt x="262" y="854"/>
                    </a:lnTo>
                    <a:lnTo>
                      <a:pt x="264" y="861"/>
                    </a:lnTo>
                    <a:lnTo>
                      <a:pt x="267" y="869"/>
                    </a:lnTo>
                    <a:lnTo>
                      <a:pt x="272" y="876"/>
                    </a:lnTo>
                    <a:lnTo>
                      <a:pt x="279" y="881"/>
                    </a:lnTo>
                    <a:lnTo>
                      <a:pt x="286" y="883"/>
                    </a:lnTo>
                    <a:lnTo>
                      <a:pt x="294" y="886"/>
                    </a:lnTo>
                    <a:lnTo>
                      <a:pt x="301" y="888"/>
                    </a:lnTo>
                    <a:lnTo>
                      <a:pt x="301" y="888"/>
                    </a:lnTo>
                    <a:lnTo>
                      <a:pt x="311" y="886"/>
                    </a:lnTo>
                    <a:lnTo>
                      <a:pt x="318" y="883"/>
                    </a:lnTo>
                    <a:lnTo>
                      <a:pt x="325" y="881"/>
                    </a:lnTo>
                    <a:lnTo>
                      <a:pt x="330" y="876"/>
                    </a:lnTo>
                    <a:lnTo>
                      <a:pt x="335" y="869"/>
                    </a:lnTo>
                    <a:lnTo>
                      <a:pt x="340" y="861"/>
                    </a:lnTo>
                    <a:lnTo>
                      <a:pt x="342" y="854"/>
                    </a:lnTo>
                    <a:lnTo>
                      <a:pt x="342" y="847"/>
                    </a:lnTo>
                    <a:lnTo>
                      <a:pt x="342" y="527"/>
                    </a:lnTo>
                    <a:lnTo>
                      <a:pt x="451" y="527"/>
                    </a:lnTo>
                    <a:lnTo>
                      <a:pt x="340" y="124"/>
                    </a:lnTo>
                    <a:lnTo>
                      <a:pt x="345" y="124"/>
                    </a:lnTo>
                    <a:lnTo>
                      <a:pt x="345" y="124"/>
                    </a:lnTo>
                    <a:lnTo>
                      <a:pt x="352" y="124"/>
                    </a:lnTo>
                    <a:lnTo>
                      <a:pt x="427" y="349"/>
                    </a:lnTo>
                    <a:lnTo>
                      <a:pt x="427" y="349"/>
                    </a:lnTo>
                    <a:lnTo>
                      <a:pt x="429" y="357"/>
                    </a:lnTo>
                    <a:lnTo>
                      <a:pt x="434" y="362"/>
                    </a:lnTo>
                    <a:lnTo>
                      <a:pt x="444" y="371"/>
                    </a:lnTo>
                    <a:lnTo>
                      <a:pt x="459" y="374"/>
                    </a:lnTo>
                    <a:lnTo>
                      <a:pt x="463" y="374"/>
                    </a:lnTo>
                    <a:lnTo>
                      <a:pt x="471" y="371"/>
                    </a:lnTo>
                    <a:lnTo>
                      <a:pt x="471" y="371"/>
                    </a:lnTo>
                    <a:lnTo>
                      <a:pt x="478" y="369"/>
                    </a:lnTo>
                    <a:lnTo>
                      <a:pt x="483" y="364"/>
                    </a:lnTo>
                    <a:lnTo>
                      <a:pt x="493" y="354"/>
                    </a:lnTo>
                    <a:lnTo>
                      <a:pt x="495" y="340"/>
                    </a:lnTo>
                    <a:lnTo>
                      <a:pt x="495" y="332"/>
                    </a:lnTo>
                    <a:lnTo>
                      <a:pt x="495" y="328"/>
                    </a:lnTo>
                    <a:lnTo>
                      <a:pt x="495" y="3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42" name="组合 241"/>
            <p:cNvGrpSpPr/>
            <p:nvPr/>
          </p:nvGrpSpPr>
          <p:grpSpPr>
            <a:xfrm>
              <a:off x="3440681" y="4155926"/>
              <a:ext cx="294343" cy="643391"/>
              <a:chOff x="4421673" y="2233518"/>
              <a:chExt cx="785812" cy="1717675"/>
            </a:xfrm>
            <a:grpFill/>
          </p:grpSpPr>
          <p:sp>
            <p:nvSpPr>
              <p:cNvPr id="255" name="Freeform 5"/>
              <p:cNvSpPr>
                <a:spLocks/>
              </p:cNvSpPr>
              <p:nvPr/>
            </p:nvSpPr>
            <p:spPr bwMode="auto">
              <a:xfrm>
                <a:off x="4683610" y="2233518"/>
                <a:ext cx="254000" cy="258763"/>
              </a:xfrm>
              <a:custGeom>
                <a:avLst/>
                <a:gdLst>
                  <a:gd name="T0" fmla="*/ 80 w 160"/>
                  <a:gd name="T1" fmla="*/ 163 h 163"/>
                  <a:gd name="T2" fmla="*/ 80 w 160"/>
                  <a:gd name="T3" fmla="*/ 163 h 163"/>
                  <a:gd name="T4" fmla="*/ 95 w 160"/>
                  <a:gd name="T5" fmla="*/ 160 h 163"/>
                  <a:gd name="T6" fmla="*/ 112 w 160"/>
                  <a:gd name="T7" fmla="*/ 155 h 163"/>
                  <a:gd name="T8" fmla="*/ 124 w 160"/>
                  <a:gd name="T9" fmla="*/ 148 h 163"/>
                  <a:gd name="T10" fmla="*/ 136 w 160"/>
                  <a:gd name="T11" fmla="*/ 138 h 163"/>
                  <a:gd name="T12" fmla="*/ 146 w 160"/>
                  <a:gd name="T13" fmla="*/ 126 h 163"/>
                  <a:gd name="T14" fmla="*/ 153 w 160"/>
                  <a:gd name="T15" fmla="*/ 112 h 163"/>
                  <a:gd name="T16" fmla="*/ 158 w 160"/>
                  <a:gd name="T17" fmla="*/ 97 h 163"/>
                  <a:gd name="T18" fmla="*/ 160 w 160"/>
                  <a:gd name="T19" fmla="*/ 80 h 163"/>
                  <a:gd name="T20" fmla="*/ 160 w 160"/>
                  <a:gd name="T21" fmla="*/ 80 h 163"/>
                  <a:gd name="T22" fmla="*/ 158 w 160"/>
                  <a:gd name="T23" fmla="*/ 66 h 163"/>
                  <a:gd name="T24" fmla="*/ 153 w 160"/>
                  <a:gd name="T25" fmla="*/ 49 h 163"/>
                  <a:gd name="T26" fmla="*/ 146 w 160"/>
                  <a:gd name="T27" fmla="*/ 36 h 163"/>
                  <a:gd name="T28" fmla="*/ 136 w 160"/>
                  <a:gd name="T29" fmla="*/ 24 h 163"/>
                  <a:gd name="T30" fmla="*/ 124 w 160"/>
                  <a:gd name="T31" fmla="*/ 15 h 163"/>
                  <a:gd name="T32" fmla="*/ 112 w 160"/>
                  <a:gd name="T33" fmla="*/ 7 h 163"/>
                  <a:gd name="T34" fmla="*/ 95 w 160"/>
                  <a:gd name="T35" fmla="*/ 2 h 163"/>
                  <a:gd name="T36" fmla="*/ 80 w 160"/>
                  <a:gd name="T37" fmla="*/ 0 h 163"/>
                  <a:gd name="T38" fmla="*/ 80 w 160"/>
                  <a:gd name="T39" fmla="*/ 0 h 163"/>
                  <a:gd name="T40" fmla="*/ 63 w 160"/>
                  <a:gd name="T41" fmla="*/ 2 h 163"/>
                  <a:gd name="T42" fmla="*/ 49 w 160"/>
                  <a:gd name="T43" fmla="*/ 7 h 163"/>
                  <a:gd name="T44" fmla="*/ 34 w 160"/>
                  <a:gd name="T45" fmla="*/ 15 h 163"/>
                  <a:gd name="T46" fmla="*/ 22 w 160"/>
                  <a:gd name="T47" fmla="*/ 24 h 163"/>
                  <a:gd name="T48" fmla="*/ 12 w 160"/>
                  <a:gd name="T49" fmla="*/ 36 h 163"/>
                  <a:gd name="T50" fmla="*/ 5 w 160"/>
                  <a:gd name="T51" fmla="*/ 49 h 163"/>
                  <a:gd name="T52" fmla="*/ 0 w 160"/>
                  <a:gd name="T53" fmla="*/ 66 h 163"/>
                  <a:gd name="T54" fmla="*/ 0 w 160"/>
                  <a:gd name="T55" fmla="*/ 80 h 163"/>
                  <a:gd name="T56" fmla="*/ 0 w 160"/>
                  <a:gd name="T57" fmla="*/ 80 h 163"/>
                  <a:gd name="T58" fmla="*/ 0 w 160"/>
                  <a:gd name="T59" fmla="*/ 97 h 163"/>
                  <a:gd name="T60" fmla="*/ 5 w 160"/>
                  <a:gd name="T61" fmla="*/ 112 h 163"/>
                  <a:gd name="T62" fmla="*/ 12 w 160"/>
                  <a:gd name="T63" fmla="*/ 126 h 163"/>
                  <a:gd name="T64" fmla="*/ 22 w 160"/>
                  <a:gd name="T65" fmla="*/ 138 h 163"/>
                  <a:gd name="T66" fmla="*/ 34 w 160"/>
                  <a:gd name="T67" fmla="*/ 148 h 163"/>
                  <a:gd name="T68" fmla="*/ 49 w 160"/>
                  <a:gd name="T69" fmla="*/ 155 h 163"/>
                  <a:gd name="T70" fmla="*/ 63 w 160"/>
                  <a:gd name="T71" fmla="*/ 160 h 163"/>
                  <a:gd name="T72" fmla="*/ 80 w 160"/>
                  <a:gd name="T73" fmla="*/ 163 h 163"/>
                  <a:gd name="T74" fmla="*/ 80 w 160"/>
                  <a:gd name="T75"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0" h="163">
                    <a:moveTo>
                      <a:pt x="80" y="163"/>
                    </a:moveTo>
                    <a:lnTo>
                      <a:pt x="80" y="163"/>
                    </a:lnTo>
                    <a:lnTo>
                      <a:pt x="95" y="160"/>
                    </a:lnTo>
                    <a:lnTo>
                      <a:pt x="112" y="155"/>
                    </a:lnTo>
                    <a:lnTo>
                      <a:pt x="124" y="148"/>
                    </a:lnTo>
                    <a:lnTo>
                      <a:pt x="136" y="138"/>
                    </a:lnTo>
                    <a:lnTo>
                      <a:pt x="146" y="126"/>
                    </a:lnTo>
                    <a:lnTo>
                      <a:pt x="153" y="112"/>
                    </a:lnTo>
                    <a:lnTo>
                      <a:pt x="158" y="97"/>
                    </a:lnTo>
                    <a:lnTo>
                      <a:pt x="160" y="80"/>
                    </a:lnTo>
                    <a:lnTo>
                      <a:pt x="160" y="80"/>
                    </a:lnTo>
                    <a:lnTo>
                      <a:pt x="158" y="66"/>
                    </a:lnTo>
                    <a:lnTo>
                      <a:pt x="153" y="49"/>
                    </a:lnTo>
                    <a:lnTo>
                      <a:pt x="146" y="36"/>
                    </a:lnTo>
                    <a:lnTo>
                      <a:pt x="136" y="24"/>
                    </a:lnTo>
                    <a:lnTo>
                      <a:pt x="124" y="15"/>
                    </a:lnTo>
                    <a:lnTo>
                      <a:pt x="112" y="7"/>
                    </a:lnTo>
                    <a:lnTo>
                      <a:pt x="95" y="2"/>
                    </a:lnTo>
                    <a:lnTo>
                      <a:pt x="80" y="0"/>
                    </a:lnTo>
                    <a:lnTo>
                      <a:pt x="80" y="0"/>
                    </a:lnTo>
                    <a:lnTo>
                      <a:pt x="63" y="2"/>
                    </a:lnTo>
                    <a:lnTo>
                      <a:pt x="49" y="7"/>
                    </a:lnTo>
                    <a:lnTo>
                      <a:pt x="34" y="15"/>
                    </a:lnTo>
                    <a:lnTo>
                      <a:pt x="22" y="24"/>
                    </a:lnTo>
                    <a:lnTo>
                      <a:pt x="12" y="36"/>
                    </a:lnTo>
                    <a:lnTo>
                      <a:pt x="5" y="49"/>
                    </a:lnTo>
                    <a:lnTo>
                      <a:pt x="0" y="66"/>
                    </a:lnTo>
                    <a:lnTo>
                      <a:pt x="0" y="80"/>
                    </a:lnTo>
                    <a:lnTo>
                      <a:pt x="0" y="80"/>
                    </a:lnTo>
                    <a:lnTo>
                      <a:pt x="0" y="97"/>
                    </a:lnTo>
                    <a:lnTo>
                      <a:pt x="5" y="112"/>
                    </a:lnTo>
                    <a:lnTo>
                      <a:pt x="12" y="126"/>
                    </a:lnTo>
                    <a:lnTo>
                      <a:pt x="22" y="138"/>
                    </a:lnTo>
                    <a:lnTo>
                      <a:pt x="34" y="148"/>
                    </a:lnTo>
                    <a:lnTo>
                      <a:pt x="49" y="155"/>
                    </a:lnTo>
                    <a:lnTo>
                      <a:pt x="63" y="160"/>
                    </a:lnTo>
                    <a:lnTo>
                      <a:pt x="80" y="163"/>
                    </a:lnTo>
                    <a:lnTo>
                      <a:pt x="80" y="1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6" name="Freeform 6"/>
              <p:cNvSpPr>
                <a:spLocks/>
              </p:cNvSpPr>
              <p:nvPr/>
            </p:nvSpPr>
            <p:spPr bwMode="auto">
              <a:xfrm>
                <a:off x="4421673" y="2541493"/>
                <a:ext cx="785812" cy="1409700"/>
              </a:xfrm>
              <a:custGeom>
                <a:avLst/>
                <a:gdLst>
                  <a:gd name="T0" fmla="*/ 403 w 495"/>
                  <a:gd name="T1" fmla="*/ 53 h 888"/>
                  <a:gd name="T2" fmla="*/ 400 w 495"/>
                  <a:gd name="T3" fmla="*/ 41 h 888"/>
                  <a:gd name="T4" fmla="*/ 391 w 495"/>
                  <a:gd name="T5" fmla="*/ 22 h 888"/>
                  <a:gd name="T6" fmla="*/ 376 w 495"/>
                  <a:gd name="T7" fmla="*/ 10 h 888"/>
                  <a:gd name="T8" fmla="*/ 357 w 495"/>
                  <a:gd name="T9" fmla="*/ 0 h 888"/>
                  <a:gd name="T10" fmla="*/ 146 w 495"/>
                  <a:gd name="T11" fmla="*/ 0 h 888"/>
                  <a:gd name="T12" fmla="*/ 131 w 495"/>
                  <a:gd name="T13" fmla="*/ 3 h 888"/>
                  <a:gd name="T14" fmla="*/ 104 w 495"/>
                  <a:gd name="T15" fmla="*/ 17 h 888"/>
                  <a:gd name="T16" fmla="*/ 97 w 495"/>
                  <a:gd name="T17" fmla="*/ 27 h 888"/>
                  <a:gd name="T18" fmla="*/ 90 w 495"/>
                  <a:gd name="T19" fmla="*/ 39 h 888"/>
                  <a:gd name="T20" fmla="*/ 90 w 495"/>
                  <a:gd name="T21" fmla="*/ 44 h 888"/>
                  <a:gd name="T22" fmla="*/ 0 w 495"/>
                  <a:gd name="T23" fmla="*/ 328 h 888"/>
                  <a:gd name="T24" fmla="*/ 0 w 495"/>
                  <a:gd name="T25" fmla="*/ 342 h 888"/>
                  <a:gd name="T26" fmla="*/ 12 w 495"/>
                  <a:gd name="T27" fmla="*/ 366 h 888"/>
                  <a:gd name="T28" fmla="*/ 24 w 495"/>
                  <a:gd name="T29" fmla="*/ 374 h 888"/>
                  <a:gd name="T30" fmla="*/ 32 w 495"/>
                  <a:gd name="T31" fmla="*/ 374 h 888"/>
                  <a:gd name="T32" fmla="*/ 51 w 495"/>
                  <a:gd name="T33" fmla="*/ 371 h 888"/>
                  <a:gd name="T34" fmla="*/ 66 w 495"/>
                  <a:gd name="T35" fmla="*/ 357 h 888"/>
                  <a:gd name="T36" fmla="*/ 138 w 495"/>
                  <a:gd name="T37" fmla="*/ 124 h 888"/>
                  <a:gd name="T38" fmla="*/ 146 w 495"/>
                  <a:gd name="T39" fmla="*/ 124 h 888"/>
                  <a:gd name="T40" fmla="*/ 46 w 495"/>
                  <a:gd name="T41" fmla="*/ 527 h 888"/>
                  <a:gd name="T42" fmla="*/ 155 w 495"/>
                  <a:gd name="T43" fmla="*/ 847 h 888"/>
                  <a:gd name="T44" fmla="*/ 155 w 495"/>
                  <a:gd name="T45" fmla="*/ 854 h 888"/>
                  <a:gd name="T46" fmla="*/ 160 w 495"/>
                  <a:gd name="T47" fmla="*/ 869 h 888"/>
                  <a:gd name="T48" fmla="*/ 172 w 495"/>
                  <a:gd name="T49" fmla="*/ 881 h 888"/>
                  <a:gd name="T50" fmla="*/ 187 w 495"/>
                  <a:gd name="T51" fmla="*/ 886 h 888"/>
                  <a:gd name="T52" fmla="*/ 194 w 495"/>
                  <a:gd name="T53" fmla="*/ 888 h 888"/>
                  <a:gd name="T54" fmla="*/ 211 w 495"/>
                  <a:gd name="T55" fmla="*/ 883 h 888"/>
                  <a:gd name="T56" fmla="*/ 223 w 495"/>
                  <a:gd name="T57" fmla="*/ 876 h 888"/>
                  <a:gd name="T58" fmla="*/ 233 w 495"/>
                  <a:gd name="T59" fmla="*/ 861 h 888"/>
                  <a:gd name="T60" fmla="*/ 235 w 495"/>
                  <a:gd name="T61" fmla="*/ 847 h 888"/>
                  <a:gd name="T62" fmla="*/ 260 w 495"/>
                  <a:gd name="T63" fmla="*/ 527 h 888"/>
                  <a:gd name="T64" fmla="*/ 260 w 495"/>
                  <a:gd name="T65" fmla="*/ 847 h 888"/>
                  <a:gd name="T66" fmla="*/ 264 w 495"/>
                  <a:gd name="T67" fmla="*/ 861 h 888"/>
                  <a:gd name="T68" fmla="*/ 272 w 495"/>
                  <a:gd name="T69" fmla="*/ 876 h 888"/>
                  <a:gd name="T70" fmla="*/ 286 w 495"/>
                  <a:gd name="T71" fmla="*/ 883 h 888"/>
                  <a:gd name="T72" fmla="*/ 301 w 495"/>
                  <a:gd name="T73" fmla="*/ 888 h 888"/>
                  <a:gd name="T74" fmla="*/ 311 w 495"/>
                  <a:gd name="T75" fmla="*/ 886 h 888"/>
                  <a:gd name="T76" fmla="*/ 325 w 495"/>
                  <a:gd name="T77" fmla="*/ 881 h 888"/>
                  <a:gd name="T78" fmla="*/ 335 w 495"/>
                  <a:gd name="T79" fmla="*/ 869 h 888"/>
                  <a:gd name="T80" fmla="*/ 342 w 495"/>
                  <a:gd name="T81" fmla="*/ 854 h 888"/>
                  <a:gd name="T82" fmla="*/ 342 w 495"/>
                  <a:gd name="T83" fmla="*/ 527 h 888"/>
                  <a:gd name="T84" fmla="*/ 340 w 495"/>
                  <a:gd name="T85" fmla="*/ 124 h 888"/>
                  <a:gd name="T86" fmla="*/ 345 w 495"/>
                  <a:gd name="T87" fmla="*/ 124 h 888"/>
                  <a:gd name="T88" fmla="*/ 427 w 495"/>
                  <a:gd name="T89" fmla="*/ 349 h 888"/>
                  <a:gd name="T90" fmla="*/ 429 w 495"/>
                  <a:gd name="T91" fmla="*/ 357 h 888"/>
                  <a:gd name="T92" fmla="*/ 444 w 495"/>
                  <a:gd name="T93" fmla="*/ 371 h 888"/>
                  <a:gd name="T94" fmla="*/ 463 w 495"/>
                  <a:gd name="T95" fmla="*/ 374 h 888"/>
                  <a:gd name="T96" fmla="*/ 471 w 495"/>
                  <a:gd name="T97" fmla="*/ 371 h 888"/>
                  <a:gd name="T98" fmla="*/ 483 w 495"/>
                  <a:gd name="T99" fmla="*/ 364 h 888"/>
                  <a:gd name="T100" fmla="*/ 495 w 495"/>
                  <a:gd name="T101" fmla="*/ 340 h 888"/>
                  <a:gd name="T102" fmla="*/ 495 w 495"/>
                  <a:gd name="T103" fmla="*/ 328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95" h="888">
                    <a:moveTo>
                      <a:pt x="495" y="328"/>
                    </a:moveTo>
                    <a:lnTo>
                      <a:pt x="403" y="53"/>
                    </a:lnTo>
                    <a:lnTo>
                      <a:pt x="403" y="53"/>
                    </a:lnTo>
                    <a:lnTo>
                      <a:pt x="400" y="41"/>
                    </a:lnTo>
                    <a:lnTo>
                      <a:pt x="398" y="32"/>
                    </a:lnTo>
                    <a:lnTo>
                      <a:pt x="391" y="22"/>
                    </a:lnTo>
                    <a:lnTo>
                      <a:pt x="386" y="15"/>
                    </a:lnTo>
                    <a:lnTo>
                      <a:pt x="376" y="10"/>
                    </a:lnTo>
                    <a:lnTo>
                      <a:pt x="366" y="5"/>
                    </a:lnTo>
                    <a:lnTo>
                      <a:pt x="357" y="0"/>
                    </a:lnTo>
                    <a:lnTo>
                      <a:pt x="345" y="0"/>
                    </a:lnTo>
                    <a:lnTo>
                      <a:pt x="146" y="0"/>
                    </a:lnTo>
                    <a:lnTo>
                      <a:pt x="146" y="0"/>
                    </a:lnTo>
                    <a:lnTo>
                      <a:pt x="131" y="3"/>
                    </a:lnTo>
                    <a:lnTo>
                      <a:pt x="116" y="7"/>
                    </a:lnTo>
                    <a:lnTo>
                      <a:pt x="104" y="17"/>
                    </a:lnTo>
                    <a:lnTo>
                      <a:pt x="97" y="27"/>
                    </a:lnTo>
                    <a:lnTo>
                      <a:pt x="97" y="27"/>
                    </a:lnTo>
                    <a:lnTo>
                      <a:pt x="92" y="39"/>
                    </a:lnTo>
                    <a:lnTo>
                      <a:pt x="90" y="39"/>
                    </a:lnTo>
                    <a:lnTo>
                      <a:pt x="90" y="39"/>
                    </a:lnTo>
                    <a:lnTo>
                      <a:pt x="90" y="44"/>
                    </a:lnTo>
                    <a:lnTo>
                      <a:pt x="0" y="328"/>
                    </a:lnTo>
                    <a:lnTo>
                      <a:pt x="0" y="328"/>
                    </a:lnTo>
                    <a:lnTo>
                      <a:pt x="0" y="335"/>
                    </a:lnTo>
                    <a:lnTo>
                      <a:pt x="0" y="342"/>
                    </a:lnTo>
                    <a:lnTo>
                      <a:pt x="2" y="354"/>
                    </a:lnTo>
                    <a:lnTo>
                      <a:pt x="12" y="366"/>
                    </a:lnTo>
                    <a:lnTo>
                      <a:pt x="17" y="371"/>
                    </a:lnTo>
                    <a:lnTo>
                      <a:pt x="24" y="374"/>
                    </a:lnTo>
                    <a:lnTo>
                      <a:pt x="24" y="374"/>
                    </a:lnTo>
                    <a:lnTo>
                      <a:pt x="32" y="374"/>
                    </a:lnTo>
                    <a:lnTo>
                      <a:pt x="39" y="374"/>
                    </a:lnTo>
                    <a:lnTo>
                      <a:pt x="51" y="371"/>
                    </a:lnTo>
                    <a:lnTo>
                      <a:pt x="61" y="362"/>
                    </a:lnTo>
                    <a:lnTo>
                      <a:pt x="66" y="357"/>
                    </a:lnTo>
                    <a:lnTo>
                      <a:pt x="68" y="349"/>
                    </a:lnTo>
                    <a:lnTo>
                      <a:pt x="138" y="124"/>
                    </a:lnTo>
                    <a:lnTo>
                      <a:pt x="138" y="124"/>
                    </a:lnTo>
                    <a:lnTo>
                      <a:pt x="146" y="124"/>
                    </a:lnTo>
                    <a:lnTo>
                      <a:pt x="153" y="124"/>
                    </a:lnTo>
                    <a:lnTo>
                      <a:pt x="46" y="527"/>
                    </a:lnTo>
                    <a:lnTo>
                      <a:pt x="155" y="527"/>
                    </a:lnTo>
                    <a:lnTo>
                      <a:pt x="155" y="847"/>
                    </a:lnTo>
                    <a:lnTo>
                      <a:pt x="155" y="847"/>
                    </a:lnTo>
                    <a:lnTo>
                      <a:pt x="155" y="854"/>
                    </a:lnTo>
                    <a:lnTo>
                      <a:pt x="158" y="861"/>
                    </a:lnTo>
                    <a:lnTo>
                      <a:pt x="160" y="869"/>
                    </a:lnTo>
                    <a:lnTo>
                      <a:pt x="167" y="876"/>
                    </a:lnTo>
                    <a:lnTo>
                      <a:pt x="172" y="881"/>
                    </a:lnTo>
                    <a:lnTo>
                      <a:pt x="180" y="883"/>
                    </a:lnTo>
                    <a:lnTo>
                      <a:pt x="187" y="886"/>
                    </a:lnTo>
                    <a:lnTo>
                      <a:pt x="194" y="888"/>
                    </a:lnTo>
                    <a:lnTo>
                      <a:pt x="194" y="888"/>
                    </a:lnTo>
                    <a:lnTo>
                      <a:pt x="204" y="886"/>
                    </a:lnTo>
                    <a:lnTo>
                      <a:pt x="211" y="883"/>
                    </a:lnTo>
                    <a:lnTo>
                      <a:pt x="218" y="881"/>
                    </a:lnTo>
                    <a:lnTo>
                      <a:pt x="223" y="876"/>
                    </a:lnTo>
                    <a:lnTo>
                      <a:pt x="231" y="869"/>
                    </a:lnTo>
                    <a:lnTo>
                      <a:pt x="233" y="861"/>
                    </a:lnTo>
                    <a:lnTo>
                      <a:pt x="235" y="854"/>
                    </a:lnTo>
                    <a:lnTo>
                      <a:pt x="235" y="847"/>
                    </a:lnTo>
                    <a:lnTo>
                      <a:pt x="235" y="527"/>
                    </a:lnTo>
                    <a:lnTo>
                      <a:pt x="260" y="527"/>
                    </a:lnTo>
                    <a:lnTo>
                      <a:pt x="260" y="847"/>
                    </a:lnTo>
                    <a:lnTo>
                      <a:pt x="260" y="847"/>
                    </a:lnTo>
                    <a:lnTo>
                      <a:pt x="262" y="854"/>
                    </a:lnTo>
                    <a:lnTo>
                      <a:pt x="264" y="861"/>
                    </a:lnTo>
                    <a:lnTo>
                      <a:pt x="267" y="869"/>
                    </a:lnTo>
                    <a:lnTo>
                      <a:pt x="272" y="876"/>
                    </a:lnTo>
                    <a:lnTo>
                      <a:pt x="279" y="881"/>
                    </a:lnTo>
                    <a:lnTo>
                      <a:pt x="286" y="883"/>
                    </a:lnTo>
                    <a:lnTo>
                      <a:pt x="294" y="886"/>
                    </a:lnTo>
                    <a:lnTo>
                      <a:pt x="301" y="888"/>
                    </a:lnTo>
                    <a:lnTo>
                      <a:pt x="301" y="888"/>
                    </a:lnTo>
                    <a:lnTo>
                      <a:pt x="311" y="886"/>
                    </a:lnTo>
                    <a:lnTo>
                      <a:pt x="318" y="883"/>
                    </a:lnTo>
                    <a:lnTo>
                      <a:pt x="325" y="881"/>
                    </a:lnTo>
                    <a:lnTo>
                      <a:pt x="330" y="876"/>
                    </a:lnTo>
                    <a:lnTo>
                      <a:pt x="335" y="869"/>
                    </a:lnTo>
                    <a:lnTo>
                      <a:pt x="340" y="861"/>
                    </a:lnTo>
                    <a:lnTo>
                      <a:pt x="342" y="854"/>
                    </a:lnTo>
                    <a:lnTo>
                      <a:pt x="342" y="847"/>
                    </a:lnTo>
                    <a:lnTo>
                      <a:pt x="342" y="527"/>
                    </a:lnTo>
                    <a:lnTo>
                      <a:pt x="451" y="527"/>
                    </a:lnTo>
                    <a:lnTo>
                      <a:pt x="340" y="124"/>
                    </a:lnTo>
                    <a:lnTo>
                      <a:pt x="345" y="124"/>
                    </a:lnTo>
                    <a:lnTo>
                      <a:pt x="345" y="124"/>
                    </a:lnTo>
                    <a:lnTo>
                      <a:pt x="352" y="124"/>
                    </a:lnTo>
                    <a:lnTo>
                      <a:pt x="427" y="349"/>
                    </a:lnTo>
                    <a:lnTo>
                      <a:pt x="427" y="349"/>
                    </a:lnTo>
                    <a:lnTo>
                      <a:pt x="429" y="357"/>
                    </a:lnTo>
                    <a:lnTo>
                      <a:pt x="434" y="362"/>
                    </a:lnTo>
                    <a:lnTo>
                      <a:pt x="444" y="371"/>
                    </a:lnTo>
                    <a:lnTo>
                      <a:pt x="459" y="374"/>
                    </a:lnTo>
                    <a:lnTo>
                      <a:pt x="463" y="374"/>
                    </a:lnTo>
                    <a:lnTo>
                      <a:pt x="471" y="371"/>
                    </a:lnTo>
                    <a:lnTo>
                      <a:pt x="471" y="371"/>
                    </a:lnTo>
                    <a:lnTo>
                      <a:pt x="478" y="369"/>
                    </a:lnTo>
                    <a:lnTo>
                      <a:pt x="483" y="364"/>
                    </a:lnTo>
                    <a:lnTo>
                      <a:pt x="493" y="354"/>
                    </a:lnTo>
                    <a:lnTo>
                      <a:pt x="495" y="340"/>
                    </a:lnTo>
                    <a:lnTo>
                      <a:pt x="495" y="332"/>
                    </a:lnTo>
                    <a:lnTo>
                      <a:pt x="495" y="328"/>
                    </a:lnTo>
                    <a:lnTo>
                      <a:pt x="495" y="3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43" name="组合 242"/>
            <p:cNvGrpSpPr/>
            <p:nvPr/>
          </p:nvGrpSpPr>
          <p:grpSpPr>
            <a:xfrm>
              <a:off x="2889509" y="4155926"/>
              <a:ext cx="294343" cy="643391"/>
              <a:chOff x="4421673" y="2233518"/>
              <a:chExt cx="785812" cy="1717675"/>
            </a:xfrm>
            <a:grpFill/>
          </p:grpSpPr>
          <p:sp>
            <p:nvSpPr>
              <p:cNvPr id="253" name="Freeform 5"/>
              <p:cNvSpPr>
                <a:spLocks/>
              </p:cNvSpPr>
              <p:nvPr/>
            </p:nvSpPr>
            <p:spPr bwMode="auto">
              <a:xfrm>
                <a:off x="4683610" y="2233518"/>
                <a:ext cx="254000" cy="258763"/>
              </a:xfrm>
              <a:custGeom>
                <a:avLst/>
                <a:gdLst>
                  <a:gd name="T0" fmla="*/ 80 w 160"/>
                  <a:gd name="T1" fmla="*/ 163 h 163"/>
                  <a:gd name="T2" fmla="*/ 80 w 160"/>
                  <a:gd name="T3" fmla="*/ 163 h 163"/>
                  <a:gd name="T4" fmla="*/ 95 w 160"/>
                  <a:gd name="T5" fmla="*/ 160 h 163"/>
                  <a:gd name="T6" fmla="*/ 112 w 160"/>
                  <a:gd name="T7" fmla="*/ 155 h 163"/>
                  <a:gd name="T8" fmla="*/ 124 w 160"/>
                  <a:gd name="T9" fmla="*/ 148 h 163"/>
                  <a:gd name="T10" fmla="*/ 136 w 160"/>
                  <a:gd name="T11" fmla="*/ 138 h 163"/>
                  <a:gd name="T12" fmla="*/ 146 w 160"/>
                  <a:gd name="T13" fmla="*/ 126 h 163"/>
                  <a:gd name="T14" fmla="*/ 153 w 160"/>
                  <a:gd name="T15" fmla="*/ 112 h 163"/>
                  <a:gd name="T16" fmla="*/ 158 w 160"/>
                  <a:gd name="T17" fmla="*/ 97 h 163"/>
                  <a:gd name="T18" fmla="*/ 160 w 160"/>
                  <a:gd name="T19" fmla="*/ 80 h 163"/>
                  <a:gd name="T20" fmla="*/ 160 w 160"/>
                  <a:gd name="T21" fmla="*/ 80 h 163"/>
                  <a:gd name="T22" fmla="*/ 158 w 160"/>
                  <a:gd name="T23" fmla="*/ 66 h 163"/>
                  <a:gd name="T24" fmla="*/ 153 w 160"/>
                  <a:gd name="T25" fmla="*/ 49 h 163"/>
                  <a:gd name="T26" fmla="*/ 146 w 160"/>
                  <a:gd name="T27" fmla="*/ 36 h 163"/>
                  <a:gd name="T28" fmla="*/ 136 w 160"/>
                  <a:gd name="T29" fmla="*/ 24 h 163"/>
                  <a:gd name="T30" fmla="*/ 124 w 160"/>
                  <a:gd name="T31" fmla="*/ 15 h 163"/>
                  <a:gd name="T32" fmla="*/ 112 w 160"/>
                  <a:gd name="T33" fmla="*/ 7 h 163"/>
                  <a:gd name="T34" fmla="*/ 95 w 160"/>
                  <a:gd name="T35" fmla="*/ 2 h 163"/>
                  <a:gd name="T36" fmla="*/ 80 w 160"/>
                  <a:gd name="T37" fmla="*/ 0 h 163"/>
                  <a:gd name="T38" fmla="*/ 80 w 160"/>
                  <a:gd name="T39" fmla="*/ 0 h 163"/>
                  <a:gd name="T40" fmla="*/ 63 w 160"/>
                  <a:gd name="T41" fmla="*/ 2 h 163"/>
                  <a:gd name="T42" fmla="*/ 49 w 160"/>
                  <a:gd name="T43" fmla="*/ 7 h 163"/>
                  <a:gd name="T44" fmla="*/ 34 w 160"/>
                  <a:gd name="T45" fmla="*/ 15 h 163"/>
                  <a:gd name="T46" fmla="*/ 22 w 160"/>
                  <a:gd name="T47" fmla="*/ 24 h 163"/>
                  <a:gd name="T48" fmla="*/ 12 w 160"/>
                  <a:gd name="T49" fmla="*/ 36 h 163"/>
                  <a:gd name="T50" fmla="*/ 5 w 160"/>
                  <a:gd name="T51" fmla="*/ 49 h 163"/>
                  <a:gd name="T52" fmla="*/ 0 w 160"/>
                  <a:gd name="T53" fmla="*/ 66 h 163"/>
                  <a:gd name="T54" fmla="*/ 0 w 160"/>
                  <a:gd name="T55" fmla="*/ 80 h 163"/>
                  <a:gd name="T56" fmla="*/ 0 w 160"/>
                  <a:gd name="T57" fmla="*/ 80 h 163"/>
                  <a:gd name="T58" fmla="*/ 0 w 160"/>
                  <a:gd name="T59" fmla="*/ 97 h 163"/>
                  <a:gd name="T60" fmla="*/ 5 w 160"/>
                  <a:gd name="T61" fmla="*/ 112 h 163"/>
                  <a:gd name="T62" fmla="*/ 12 w 160"/>
                  <a:gd name="T63" fmla="*/ 126 h 163"/>
                  <a:gd name="T64" fmla="*/ 22 w 160"/>
                  <a:gd name="T65" fmla="*/ 138 h 163"/>
                  <a:gd name="T66" fmla="*/ 34 w 160"/>
                  <a:gd name="T67" fmla="*/ 148 h 163"/>
                  <a:gd name="T68" fmla="*/ 49 w 160"/>
                  <a:gd name="T69" fmla="*/ 155 h 163"/>
                  <a:gd name="T70" fmla="*/ 63 w 160"/>
                  <a:gd name="T71" fmla="*/ 160 h 163"/>
                  <a:gd name="T72" fmla="*/ 80 w 160"/>
                  <a:gd name="T73" fmla="*/ 163 h 163"/>
                  <a:gd name="T74" fmla="*/ 80 w 160"/>
                  <a:gd name="T75"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0" h="163">
                    <a:moveTo>
                      <a:pt x="80" y="163"/>
                    </a:moveTo>
                    <a:lnTo>
                      <a:pt x="80" y="163"/>
                    </a:lnTo>
                    <a:lnTo>
                      <a:pt x="95" y="160"/>
                    </a:lnTo>
                    <a:lnTo>
                      <a:pt x="112" y="155"/>
                    </a:lnTo>
                    <a:lnTo>
                      <a:pt x="124" y="148"/>
                    </a:lnTo>
                    <a:lnTo>
                      <a:pt x="136" y="138"/>
                    </a:lnTo>
                    <a:lnTo>
                      <a:pt x="146" y="126"/>
                    </a:lnTo>
                    <a:lnTo>
                      <a:pt x="153" y="112"/>
                    </a:lnTo>
                    <a:lnTo>
                      <a:pt x="158" y="97"/>
                    </a:lnTo>
                    <a:lnTo>
                      <a:pt x="160" y="80"/>
                    </a:lnTo>
                    <a:lnTo>
                      <a:pt x="160" y="80"/>
                    </a:lnTo>
                    <a:lnTo>
                      <a:pt x="158" y="66"/>
                    </a:lnTo>
                    <a:lnTo>
                      <a:pt x="153" y="49"/>
                    </a:lnTo>
                    <a:lnTo>
                      <a:pt x="146" y="36"/>
                    </a:lnTo>
                    <a:lnTo>
                      <a:pt x="136" y="24"/>
                    </a:lnTo>
                    <a:lnTo>
                      <a:pt x="124" y="15"/>
                    </a:lnTo>
                    <a:lnTo>
                      <a:pt x="112" y="7"/>
                    </a:lnTo>
                    <a:lnTo>
                      <a:pt x="95" y="2"/>
                    </a:lnTo>
                    <a:lnTo>
                      <a:pt x="80" y="0"/>
                    </a:lnTo>
                    <a:lnTo>
                      <a:pt x="80" y="0"/>
                    </a:lnTo>
                    <a:lnTo>
                      <a:pt x="63" y="2"/>
                    </a:lnTo>
                    <a:lnTo>
                      <a:pt x="49" y="7"/>
                    </a:lnTo>
                    <a:lnTo>
                      <a:pt x="34" y="15"/>
                    </a:lnTo>
                    <a:lnTo>
                      <a:pt x="22" y="24"/>
                    </a:lnTo>
                    <a:lnTo>
                      <a:pt x="12" y="36"/>
                    </a:lnTo>
                    <a:lnTo>
                      <a:pt x="5" y="49"/>
                    </a:lnTo>
                    <a:lnTo>
                      <a:pt x="0" y="66"/>
                    </a:lnTo>
                    <a:lnTo>
                      <a:pt x="0" y="80"/>
                    </a:lnTo>
                    <a:lnTo>
                      <a:pt x="0" y="80"/>
                    </a:lnTo>
                    <a:lnTo>
                      <a:pt x="0" y="97"/>
                    </a:lnTo>
                    <a:lnTo>
                      <a:pt x="5" y="112"/>
                    </a:lnTo>
                    <a:lnTo>
                      <a:pt x="12" y="126"/>
                    </a:lnTo>
                    <a:lnTo>
                      <a:pt x="22" y="138"/>
                    </a:lnTo>
                    <a:lnTo>
                      <a:pt x="34" y="148"/>
                    </a:lnTo>
                    <a:lnTo>
                      <a:pt x="49" y="155"/>
                    </a:lnTo>
                    <a:lnTo>
                      <a:pt x="63" y="160"/>
                    </a:lnTo>
                    <a:lnTo>
                      <a:pt x="80" y="163"/>
                    </a:lnTo>
                    <a:lnTo>
                      <a:pt x="80" y="1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4" name="Freeform 6"/>
              <p:cNvSpPr>
                <a:spLocks/>
              </p:cNvSpPr>
              <p:nvPr/>
            </p:nvSpPr>
            <p:spPr bwMode="auto">
              <a:xfrm>
                <a:off x="4421673" y="2541493"/>
                <a:ext cx="785812" cy="1409700"/>
              </a:xfrm>
              <a:custGeom>
                <a:avLst/>
                <a:gdLst>
                  <a:gd name="T0" fmla="*/ 403 w 495"/>
                  <a:gd name="T1" fmla="*/ 53 h 888"/>
                  <a:gd name="T2" fmla="*/ 400 w 495"/>
                  <a:gd name="T3" fmla="*/ 41 h 888"/>
                  <a:gd name="T4" fmla="*/ 391 w 495"/>
                  <a:gd name="T5" fmla="*/ 22 h 888"/>
                  <a:gd name="T6" fmla="*/ 376 w 495"/>
                  <a:gd name="T7" fmla="*/ 10 h 888"/>
                  <a:gd name="T8" fmla="*/ 357 w 495"/>
                  <a:gd name="T9" fmla="*/ 0 h 888"/>
                  <a:gd name="T10" fmla="*/ 146 w 495"/>
                  <a:gd name="T11" fmla="*/ 0 h 888"/>
                  <a:gd name="T12" fmla="*/ 131 w 495"/>
                  <a:gd name="T13" fmla="*/ 3 h 888"/>
                  <a:gd name="T14" fmla="*/ 104 w 495"/>
                  <a:gd name="T15" fmla="*/ 17 h 888"/>
                  <a:gd name="T16" fmla="*/ 97 w 495"/>
                  <a:gd name="T17" fmla="*/ 27 h 888"/>
                  <a:gd name="T18" fmla="*/ 90 w 495"/>
                  <a:gd name="T19" fmla="*/ 39 h 888"/>
                  <a:gd name="T20" fmla="*/ 90 w 495"/>
                  <a:gd name="T21" fmla="*/ 44 h 888"/>
                  <a:gd name="T22" fmla="*/ 0 w 495"/>
                  <a:gd name="T23" fmla="*/ 328 h 888"/>
                  <a:gd name="T24" fmla="*/ 0 w 495"/>
                  <a:gd name="T25" fmla="*/ 342 h 888"/>
                  <a:gd name="T26" fmla="*/ 12 w 495"/>
                  <a:gd name="T27" fmla="*/ 366 h 888"/>
                  <a:gd name="T28" fmla="*/ 24 w 495"/>
                  <a:gd name="T29" fmla="*/ 374 h 888"/>
                  <a:gd name="T30" fmla="*/ 32 w 495"/>
                  <a:gd name="T31" fmla="*/ 374 h 888"/>
                  <a:gd name="T32" fmla="*/ 51 w 495"/>
                  <a:gd name="T33" fmla="*/ 371 h 888"/>
                  <a:gd name="T34" fmla="*/ 66 w 495"/>
                  <a:gd name="T35" fmla="*/ 357 h 888"/>
                  <a:gd name="T36" fmla="*/ 138 w 495"/>
                  <a:gd name="T37" fmla="*/ 124 h 888"/>
                  <a:gd name="T38" fmla="*/ 146 w 495"/>
                  <a:gd name="T39" fmla="*/ 124 h 888"/>
                  <a:gd name="T40" fmla="*/ 46 w 495"/>
                  <a:gd name="T41" fmla="*/ 527 h 888"/>
                  <a:gd name="T42" fmla="*/ 155 w 495"/>
                  <a:gd name="T43" fmla="*/ 847 h 888"/>
                  <a:gd name="T44" fmla="*/ 155 w 495"/>
                  <a:gd name="T45" fmla="*/ 854 h 888"/>
                  <a:gd name="T46" fmla="*/ 160 w 495"/>
                  <a:gd name="T47" fmla="*/ 869 h 888"/>
                  <a:gd name="T48" fmla="*/ 172 w 495"/>
                  <a:gd name="T49" fmla="*/ 881 h 888"/>
                  <a:gd name="T50" fmla="*/ 187 w 495"/>
                  <a:gd name="T51" fmla="*/ 886 h 888"/>
                  <a:gd name="T52" fmla="*/ 194 w 495"/>
                  <a:gd name="T53" fmla="*/ 888 h 888"/>
                  <a:gd name="T54" fmla="*/ 211 w 495"/>
                  <a:gd name="T55" fmla="*/ 883 h 888"/>
                  <a:gd name="T56" fmla="*/ 223 w 495"/>
                  <a:gd name="T57" fmla="*/ 876 h 888"/>
                  <a:gd name="T58" fmla="*/ 233 w 495"/>
                  <a:gd name="T59" fmla="*/ 861 h 888"/>
                  <a:gd name="T60" fmla="*/ 235 w 495"/>
                  <a:gd name="T61" fmla="*/ 847 h 888"/>
                  <a:gd name="T62" fmla="*/ 260 w 495"/>
                  <a:gd name="T63" fmla="*/ 527 h 888"/>
                  <a:gd name="T64" fmla="*/ 260 w 495"/>
                  <a:gd name="T65" fmla="*/ 847 h 888"/>
                  <a:gd name="T66" fmla="*/ 264 w 495"/>
                  <a:gd name="T67" fmla="*/ 861 h 888"/>
                  <a:gd name="T68" fmla="*/ 272 w 495"/>
                  <a:gd name="T69" fmla="*/ 876 h 888"/>
                  <a:gd name="T70" fmla="*/ 286 w 495"/>
                  <a:gd name="T71" fmla="*/ 883 h 888"/>
                  <a:gd name="T72" fmla="*/ 301 w 495"/>
                  <a:gd name="T73" fmla="*/ 888 h 888"/>
                  <a:gd name="T74" fmla="*/ 311 w 495"/>
                  <a:gd name="T75" fmla="*/ 886 h 888"/>
                  <a:gd name="T76" fmla="*/ 325 w 495"/>
                  <a:gd name="T77" fmla="*/ 881 h 888"/>
                  <a:gd name="T78" fmla="*/ 335 w 495"/>
                  <a:gd name="T79" fmla="*/ 869 h 888"/>
                  <a:gd name="T80" fmla="*/ 342 w 495"/>
                  <a:gd name="T81" fmla="*/ 854 h 888"/>
                  <a:gd name="T82" fmla="*/ 342 w 495"/>
                  <a:gd name="T83" fmla="*/ 527 h 888"/>
                  <a:gd name="T84" fmla="*/ 340 w 495"/>
                  <a:gd name="T85" fmla="*/ 124 h 888"/>
                  <a:gd name="T86" fmla="*/ 345 w 495"/>
                  <a:gd name="T87" fmla="*/ 124 h 888"/>
                  <a:gd name="T88" fmla="*/ 427 w 495"/>
                  <a:gd name="T89" fmla="*/ 349 h 888"/>
                  <a:gd name="T90" fmla="*/ 429 w 495"/>
                  <a:gd name="T91" fmla="*/ 357 h 888"/>
                  <a:gd name="T92" fmla="*/ 444 w 495"/>
                  <a:gd name="T93" fmla="*/ 371 h 888"/>
                  <a:gd name="T94" fmla="*/ 463 w 495"/>
                  <a:gd name="T95" fmla="*/ 374 h 888"/>
                  <a:gd name="T96" fmla="*/ 471 w 495"/>
                  <a:gd name="T97" fmla="*/ 371 h 888"/>
                  <a:gd name="T98" fmla="*/ 483 w 495"/>
                  <a:gd name="T99" fmla="*/ 364 h 888"/>
                  <a:gd name="T100" fmla="*/ 495 w 495"/>
                  <a:gd name="T101" fmla="*/ 340 h 888"/>
                  <a:gd name="T102" fmla="*/ 495 w 495"/>
                  <a:gd name="T103" fmla="*/ 328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95" h="888">
                    <a:moveTo>
                      <a:pt x="495" y="328"/>
                    </a:moveTo>
                    <a:lnTo>
                      <a:pt x="403" y="53"/>
                    </a:lnTo>
                    <a:lnTo>
                      <a:pt x="403" y="53"/>
                    </a:lnTo>
                    <a:lnTo>
                      <a:pt x="400" y="41"/>
                    </a:lnTo>
                    <a:lnTo>
                      <a:pt x="398" y="32"/>
                    </a:lnTo>
                    <a:lnTo>
                      <a:pt x="391" y="22"/>
                    </a:lnTo>
                    <a:lnTo>
                      <a:pt x="386" y="15"/>
                    </a:lnTo>
                    <a:lnTo>
                      <a:pt x="376" y="10"/>
                    </a:lnTo>
                    <a:lnTo>
                      <a:pt x="366" y="5"/>
                    </a:lnTo>
                    <a:lnTo>
                      <a:pt x="357" y="0"/>
                    </a:lnTo>
                    <a:lnTo>
                      <a:pt x="345" y="0"/>
                    </a:lnTo>
                    <a:lnTo>
                      <a:pt x="146" y="0"/>
                    </a:lnTo>
                    <a:lnTo>
                      <a:pt x="146" y="0"/>
                    </a:lnTo>
                    <a:lnTo>
                      <a:pt x="131" y="3"/>
                    </a:lnTo>
                    <a:lnTo>
                      <a:pt x="116" y="7"/>
                    </a:lnTo>
                    <a:lnTo>
                      <a:pt x="104" y="17"/>
                    </a:lnTo>
                    <a:lnTo>
                      <a:pt x="97" y="27"/>
                    </a:lnTo>
                    <a:lnTo>
                      <a:pt x="97" y="27"/>
                    </a:lnTo>
                    <a:lnTo>
                      <a:pt x="92" y="39"/>
                    </a:lnTo>
                    <a:lnTo>
                      <a:pt x="90" y="39"/>
                    </a:lnTo>
                    <a:lnTo>
                      <a:pt x="90" y="39"/>
                    </a:lnTo>
                    <a:lnTo>
                      <a:pt x="90" y="44"/>
                    </a:lnTo>
                    <a:lnTo>
                      <a:pt x="0" y="328"/>
                    </a:lnTo>
                    <a:lnTo>
                      <a:pt x="0" y="328"/>
                    </a:lnTo>
                    <a:lnTo>
                      <a:pt x="0" y="335"/>
                    </a:lnTo>
                    <a:lnTo>
                      <a:pt x="0" y="342"/>
                    </a:lnTo>
                    <a:lnTo>
                      <a:pt x="2" y="354"/>
                    </a:lnTo>
                    <a:lnTo>
                      <a:pt x="12" y="366"/>
                    </a:lnTo>
                    <a:lnTo>
                      <a:pt x="17" y="371"/>
                    </a:lnTo>
                    <a:lnTo>
                      <a:pt x="24" y="374"/>
                    </a:lnTo>
                    <a:lnTo>
                      <a:pt x="24" y="374"/>
                    </a:lnTo>
                    <a:lnTo>
                      <a:pt x="32" y="374"/>
                    </a:lnTo>
                    <a:lnTo>
                      <a:pt x="39" y="374"/>
                    </a:lnTo>
                    <a:lnTo>
                      <a:pt x="51" y="371"/>
                    </a:lnTo>
                    <a:lnTo>
                      <a:pt x="61" y="362"/>
                    </a:lnTo>
                    <a:lnTo>
                      <a:pt x="66" y="357"/>
                    </a:lnTo>
                    <a:lnTo>
                      <a:pt x="68" y="349"/>
                    </a:lnTo>
                    <a:lnTo>
                      <a:pt x="138" y="124"/>
                    </a:lnTo>
                    <a:lnTo>
                      <a:pt x="138" y="124"/>
                    </a:lnTo>
                    <a:lnTo>
                      <a:pt x="146" y="124"/>
                    </a:lnTo>
                    <a:lnTo>
                      <a:pt x="153" y="124"/>
                    </a:lnTo>
                    <a:lnTo>
                      <a:pt x="46" y="527"/>
                    </a:lnTo>
                    <a:lnTo>
                      <a:pt x="155" y="527"/>
                    </a:lnTo>
                    <a:lnTo>
                      <a:pt x="155" y="847"/>
                    </a:lnTo>
                    <a:lnTo>
                      <a:pt x="155" y="847"/>
                    </a:lnTo>
                    <a:lnTo>
                      <a:pt x="155" y="854"/>
                    </a:lnTo>
                    <a:lnTo>
                      <a:pt x="158" y="861"/>
                    </a:lnTo>
                    <a:lnTo>
                      <a:pt x="160" y="869"/>
                    </a:lnTo>
                    <a:lnTo>
                      <a:pt x="167" y="876"/>
                    </a:lnTo>
                    <a:lnTo>
                      <a:pt x="172" y="881"/>
                    </a:lnTo>
                    <a:lnTo>
                      <a:pt x="180" y="883"/>
                    </a:lnTo>
                    <a:lnTo>
                      <a:pt x="187" y="886"/>
                    </a:lnTo>
                    <a:lnTo>
                      <a:pt x="194" y="888"/>
                    </a:lnTo>
                    <a:lnTo>
                      <a:pt x="194" y="888"/>
                    </a:lnTo>
                    <a:lnTo>
                      <a:pt x="204" y="886"/>
                    </a:lnTo>
                    <a:lnTo>
                      <a:pt x="211" y="883"/>
                    </a:lnTo>
                    <a:lnTo>
                      <a:pt x="218" y="881"/>
                    </a:lnTo>
                    <a:lnTo>
                      <a:pt x="223" y="876"/>
                    </a:lnTo>
                    <a:lnTo>
                      <a:pt x="231" y="869"/>
                    </a:lnTo>
                    <a:lnTo>
                      <a:pt x="233" y="861"/>
                    </a:lnTo>
                    <a:lnTo>
                      <a:pt x="235" y="854"/>
                    </a:lnTo>
                    <a:lnTo>
                      <a:pt x="235" y="847"/>
                    </a:lnTo>
                    <a:lnTo>
                      <a:pt x="235" y="527"/>
                    </a:lnTo>
                    <a:lnTo>
                      <a:pt x="260" y="527"/>
                    </a:lnTo>
                    <a:lnTo>
                      <a:pt x="260" y="847"/>
                    </a:lnTo>
                    <a:lnTo>
                      <a:pt x="260" y="847"/>
                    </a:lnTo>
                    <a:lnTo>
                      <a:pt x="262" y="854"/>
                    </a:lnTo>
                    <a:lnTo>
                      <a:pt x="264" y="861"/>
                    </a:lnTo>
                    <a:lnTo>
                      <a:pt x="267" y="869"/>
                    </a:lnTo>
                    <a:lnTo>
                      <a:pt x="272" y="876"/>
                    </a:lnTo>
                    <a:lnTo>
                      <a:pt x="279" y="881"/>
                    </a:lnTo>
                    <a:lnTo>
                      <a:pt x="286" y="883"/>
                    </a:lnTo>
                    <a:lnTo>
                      <a:pt x="294" y="886"/>
                    </a:lnTo>
                    <a:lnTo>
                      <a:pt x="301" y="888"/>
                    </a:lnTo>
                    <a:lnTo>
                      <a:pt x="301" y="888"/>
                    </a:lnTo>
                    <a:lnTo>
                      <a:pt x="311" y="886"/>
                    </a:lnTo>
                    <a:lnTo>
                      <a:pt x="318" y="883"/>
                    </a:lnTo>
                    <a:lnTo>
                      <a:pt x="325" y="881"/>
                    </a:lnTo>
                    <a:lnTo>
                      <a:pt x="330" y="876"/>
                    </a:lnTo>
                    <a:lnTo>
                      <a:pt x="335" y="869"/>
                    </a:lnTo>
                    <a:lnTo>
                      <a:pt x="340" y="861"/>
                    </a:lnTo>
                    <a:lnTo>
                      <a:pt x="342" y="854"/>
                    </a:lnTo>
                    <a:lnTo>
                      <a:pt x="342" y="847"/>
                    </a:lnTo>
                    <a:lnTo>
                      <a:pt x="342" y="527"/>
                    </a:lnTo>
                    <a:lnTo>
                      <a:pt x="451" y="527"/>
                    </a:lnTo>
                    <a:lnTo>
                      <a:pt x="340" y="124"/>
                    </a:lnTo>
                    <a:lnTo>
                      <a:pt x="345" y="124"/>
                    </a:lnTo>
                    <a:lnTo>
                      <a:pt x="345" y="124"/>
                    </a:lnTo>
                    <a:lnTo>
                      <a:pt x="352" y="124"/>
                    </a:lnTo>
                    <a:lnTo>
                      <a:pt x="427" y="349"/>
                    </a:lnTo>
                    <a:lnTo>
                      <a:pt x="427" y="349"/>
                    </a:lnTo>
                    <a:lnTo>
                      <a:pt x="429" y="357"/>
                    </a:lnTo>
                    <a:lnTo>
                      <a:pt x="434" y="362"/>
                    </a:lnTo>
                    <a:lnTo>
                      <a:pt x="444" y="371"/>
                    </a:lnTo>
                    <a:lnTo>
                      <a:pt x="459" y="374"/>
                    </a:lnTo>
                    <a:lnTo>
                      <a:pt x="463" y="374"/>
                    </a:lnTo>
                    <a:lnTo>
                      <a:pt x="471" y="371"/>
                    </a:lnTo>
                    <a:lnTo>
                      <a:pt x="471" y="371"/>
                    </a:lnTo>
                    <a:lnTo>
                      <a:pt x="478" y="369"/>
                    </a:lnTo>
                    <a:lnTo>
                      <a:pt x="483" y="364"/>
                    </a:lnTo>
                    <a:lnTo>
                      <a:pt x="493" y="354"/>
                    </a:lnTo>
                    <a:lnTo>
                      <a:pt x="495" y="340"/>
                    </a:lnTo>
                    <a:lnTo>
                      <a:pt x="495" y="332"/>
                    </a:lnTo>
                    <a:lnTo>
                      <a:pt x="495" y="328"/>
                    </a:lnTo>
                    <a:lnTo>
                      <a:pt x="495" y="3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44" name="组合 243"/>
            <p:cNvGrpSpPr/>
            <p:nvPr/>
          </p:nvGrpSpPr>
          <p:grpSpPr>
            <a:xfrm>
              <a:off x="2613923" y="4155926"/>
              <a:ext cx="294343" cy="643391"/>
              <a:chOff x="4421673" y="2233518"/>
              <a:chExt cx="785812" cy="1717675"/>
            </a:xfrm>
            <a:grpFill/>
          </p:grpSpPr>
          <p:sp>
            <p:nvSpPr>
              <p:cNvPr id="251" name="Freeform 5"/>
              <p:cNvSpPr>
                <a:spLocks/>
              </p:cNvSpPr>
              <p:nvPr/>
            </p:nvSpPr>
            <p:spPr bwMode="auto">
              <a:xfrm>
                <a:off x="4683610" y="2233518"/>
                <a:ext cx="254000" cy="258763"/>
              </a:xfrm>
              <a:custGeom>
                <a:avLst/>
                <a:gdLst>
                  <a:gd name="T0" fmla="*/ 80 w 160"/>
                  <a:gd name="T1" fmla="*/ 163 h 163"/>
                  <a:gd name="T2" fmla="*/ 80 w 160"/>
                  <a:gd name="T3" fmla="*/ 163 h 163"/>
                  <a:gd name="T4" fmla="*/ 95 w 160"/>
                  <a:gd name="T5" fmla="*/ 160 h 163"/>
                  <a:gd name="T6" fmla="*/ 112 w 160"/>
                  <a:gd name="T7" fmla="*/ 155 h 163"/>
                  <a:gd name="T8" fmla="*/ 124 w 160"/>
                  <a:gd name="T9" fmla="*/ 148 h 163"/>
                  <a:gd name="T10" fmla="*/ 136 w 160"/>
                  <a:gd name="T11" fmla="*/ 138 h 163"/>
                  <a:gd name="T12" fmla="*/ 146 w 160"/>
                  <a:gd name="T13" fmla="*/ 126 h 163"/>
                  <a:gd name="T14" fmla="*/ 153 w 160"/>
                  <a:gd name="T15" fmla="*/ 112 h 163"/>
                  <a:gd name="T16" fmla="*/ 158 w 160"/>
                  <a:gd name="T17" fmla="*/ 97 h 163"/>
                  <a:gd name="T18" fmla="*/ 160 w 160"/>
                  <a:gd name="T19" fmla="*/ 80 h 163"/>
                  <a:gd name="T20" fmla="*/ 160 w 160"/>
                  <a:gd name="T21" fmla="*/ 80 h 163"/>
                  <a:gd name="T22" fmla="*/ 158 w 160"/>
                  <a:gd name="T23" fmla="*/ 66 h 163"/>
                  <a:gd name="T24" fmla="*/ 153 w 160"/>
                  <a:gd name="T25" fmla="*/ 49 h 163"/>
                  <a:gd name="T26" fmla="*/ 146 w 160"/>
                  <a:gd name="T27" fmla="*/ 36 h 163"/>
                  <a:gd name="T28" fmla="*/ 136 w 160"/>
                  <a:gd name="T29" fmla="*/ 24 h 163"/>
                  <a:gd name="T30" fmla="*/ 124 w 160"/>
                  <a:gd name="T31" fmla="*/ 15 h 163"/>
                  <a:gd name="T32" fmla="*/ 112 w 160"/>
                  <a:gd name="T33" fmla="*/ 7 h 163"/>
                  <a:gd name="T34" fmla="*/ 95 w 160"/>
                  <a:gd name="T35" fmla="*/ 2 h 163"/>
                  <a:gd name="T36" fmla="*/ 80 w 160"/>
                  <a:gd name="T37" fmla="*/ 0 h 163"/>
                  <a:gd name="T38" fmla="*/ 80 w 160"/>
                  <a:gd name="T39" fmla="*/ 0 h 163"/>
                  <a:gd name="T40" fmla="*/ 63 w 160"/>
                  <a:gd name="T41" fmla="*/ 2 h 163"/>
                  <a:gd name="T42" fmla="*/ 49 w 160"/>
                  <a:gd name="T43" fmla="*/ 7 h 163"/>
                  <a:gd name="T44" fmla="*/ 34 w 160"/>
                  <a:gd name="T45" fmla="*/ 15 h 163"/>
                  <a:gd name="T46" fmla="*/ 22 w 160"/>
                  <a:gd name="T47" fmla="*/ 24 h 163"/>
                  <a:gd name="T48" fmla="*/ 12 w 160"/>
                  <a:gd name="T49" fmla="*/ 36 h 163"/>
                  <a:gd name="T50" fmla="*/ 5 w 160"/>
                  <a:gd name="T51" fmla="*/ 49 h 163"/>
                  <a:gd name="T52" fmla="*/ 0 w 160"/>
                  <a:gd name="T53" fmla="*/ 66 h 163"/>
                  <a:gd name="T54" fmla="*/ 0 w 160"/>
                  <a:gd name="T55" fmla="*/ 80 h 163"/>
                  <a:gd name="T56" fmla="*/ 0 w 160"/>
                  <a:gd name="T57" fmla="*/ 80 h 163"/>
                  <a:gd name="T58" fmla="*/ 0 w 160"/>
                  <a:gd name="T59" fmla="*/ 97 h 163"/>
                  <a:gd name="T60" fmla="*/ 5 w 160"/>
                  <a:gd name="T61" fmla="*/ 112 h 163"/>
                  <a:gd name="T62" fmla="*/ 12 w 160"/>
                  <a:gd name="T63" fmla="*/ 126 h 163"/>
                  <a:gd name="T64" fmla="*/ 22 w 160"/>
                  <a:gd name="T65" fmla="*/ 138 h 163"/>
                  <a:gd name="T66" fmla="*/ 34 w 160"/>
                  <a:gd name="T67" fmla="*/ 148 h 163"/>
                  <a:gd name="T68" fmla="*/ 49 w 160"/>
                  <a:gd name="T69" fmla="*/ 155 h 163"/>
                  <a:gd name="T70" fmla="*/ 63 w 160"/>
                  <a:gd name="T71" fmla="*/ 160 h 163"/>
                  <a:gd name="T72" fmla="*/ 80 w 160"/>
                  <a:gd name="T73" fmla="*/ 163 h 163"/>
                  <a:gd name="T74" fmla="*/ 80 w 160"/>
                  <a:gd name="T75"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0" h="163">
                    <a:moveTo>
                      <a:pt x="80" y="163"/>
                    </a:moveTo>
                    <a:lnTo>
                      <a:pt x="80" y="163"/>
                    </a:lnTo>
                    <a:lnTo>
                      <a:pt x="95" y="160"/>
                    </a:lnTo>
                    <a:lnTo>
                      <a:pt x="112" y="155"/>
                    </a:lnTo>
                    <a:lnTo>
                      <a:pt x="124" y="148"/>
                    </a:lnTo>
                    <a:lnTo>
                      <a:pt x="136" y="138"/>
                    </a:lnTo>
                    <a:lnTo>
                      <a:pt x="146" y="126"/>
                    </a:lnTo>
                    <a:lnTo>
                      <a:pt x="153" y="112"/>
                    </a:lnTo>
                    <a:lnTo>
                      <a:pt x="158" y="97"/>
                    </a:lnTo>
                    <a:lnTo>
                      <a:pt x="160" y="80"/>
                    </a:lnTo>
                    <a:lnTo>
                      <a:pt x="160" y="80"/>
                    </a:lnTo>
                    <a:lnTo>
                      <a:pt x="158" y="66"/>
                    </a:lnTo>
                    <a:lnTo>
                      <a:pt x="153" y="49"/>
                    </a:lnTo>
                    <a:lnTo>
                      <a:pt x="146" y="36"/>
                    </a:lnTo>
                    <a:lnTo>
                      <a:pt x="136" y="24"/>
                    </a:lnTo>
                    <a:lnTo>
                      <a:pt x="124" y="15"/>
                    </a:lnTo>
                    <a:lnTo>
                      <a:pt x="112" y="7"/>
                    </a:lnTo>
                    <a:lnTo>
                      <a:pt x="95" y="2"/>
                    </a:lnTo>
                    <a:lnTo>
                      <a:pt x="80" y="0"/>
                    </a:lnTo>
                    <a:lnTo>
                      <a:pt x="80" y="0"/>
                    </a:lnTo>
                    <a:lnTo>
                      <a:pt x="63" y="2"/>
                    </a:lnTo>
                    <a:lnTo>
                      <a:pt x="49" y="7"/>
                    </a:lnTo>
                    <a:lnTo>
                      <a:pt x="34" y="15"/>
                    </a:lnTo>
                    <a:lnTo>
                      <a:pt x="22" y="24"/>
                    </a:lnTo>
                    <a:lnTo>
                      <a:pt x="12" y="36"/>
                    </a:lnTo>
                    <a:lnTo>
                      <a:pt x="5" y="49"/>
                    </a:lnTo>
                    <a:lnTo>
                      <a:pt x="0" y="66"/>
                    </a:lnTo>
                    <a:lnTo>
                      <a:pt x="0" y="80"/>
                    </a:lnTo>
                    <a:lnTo>
                      <a:pt x="0" y="80"/>
                    </a:lnTo>
                    <a:lnTo>
                      <a:pt x="0" y="97"/>
                    </a:lnTo>
                    <a:lnTo>
                      <a:pt x="5" y="112"/>
                    </a:lnTo>
                    <a:lnTo>
                      <a:pt x="12" y="126"/>
                    </a:lnTo>
                    <a:lnTo>
                      <a:pt x="22" y="138"/>
                    </a:lnTo>
                    <a:lnTo>
                      <a:pt x="34" y="148"/>
                    </a:lnTo>
                    <a:lnTo>
                      <a:pt x="49" y="155"/>
                    </a:lnTo>
                    <a:lnTo>
                      <a:pt x="63" y="160"/>
                    </a:lnTo>
                    <a:lnTo>
                      <a:pt x="80" y="163"/>
                    </a:lnTo>
                    <a:lnTo>
                      <a:pt x="80" y="1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2" name="Freeform 6"/>
              <p:cNvSpPr>
                <a:spLocks/>
              </p:cNvSpPr>
              <p:nvPr/>
            </p:nvSpPr>
            <p:spPr bwMode="auto">
              <a:xfrm>
                <a:off x="4421673" y="2541493"/>
                <a:ext cx="785812" cy="1409700"/>
              </a:xfrm>
              <a:custGeom>
                <a:avLst/>
                <a:gdLst>
                  <a:gd name="T0" fmla="*/ 403 w 495"/>
                  <a:gd name="T1" fmla="*/ 53 h 888"/>
                  <a:gd name="T2" fmla="*/ 400 w 495"/>
                  <a:gd name="T3" fmla="*/ 41 h 888"/>
                  <a:gd name="T4" fmla="*/ 391 w 495"/>
                  <a:gd name="T5" fmla="*/ 22 h 888"/>
                  <a:gd name="T6" fmla="*/ 376 w 495"/>
                  <a:gd name="T7" fmla="*/ 10 h 888"/>
                  <a:gd name="T8" fmla="*/ 357 w 495"/>
                  <a:gd name="T9" fmla="*/ 0 h 888"/>
                  <a:gd name="T10" fmla="*/ 146 w 495"/>
                  <a:gd name="T11" fmla="*/ 0 h 888"/>
                  <a:gd name="T12" fmla="*/ 131 w 495"/>
                  <a:gd name="T13" fmla="*/ 3 h 888"/>
                  <a:gd name="T14" fmla="*/ 104 w 495"/>
                  <a:gd name="T15" fmla="*/ 17 h 888"/>
                  <a:gd name="T16" fmla="*/ 97 w 495"/>
                  <a:gd name="T17" fmla="*/ 27 h 888"/>
                  <a:gd name="T18" fmla="*/ 90 w 495"/>
                  <a:gd name="T19" fmla="*/ 39 h 888"/>
                  <a:gd name="T20" fmla="*/ 90 w 495"/>
                  <a:gd name="T21" fmla="*/ 44 h 888"/>
                  <a:gd name="T22" fmla="*/ 0 w 495"/>
                  <a:gd name="T23" fmla="*/ 328 h 888"/>
                  <a:gd name="T24" fmla="*/ 0 w 495"/>
                  <a:gd name="T25" fmla="*/ 342 h 888"/>
                  <a:gd name="T26" fmla="*/ 12 w 495"/>
                  <a:gd name="T27" fmla="*/ 366 h 888"/>
                  <a:gd name="T28" fmla="*/ 24 w 495"/>
                  <a:gd name="T29" fmla="*/ 374 h 888"/>
                  <a:gd name="T30" fmla="*/ 32 w 495"/>
                  <a:gd name="T31" fmla="*/ 374 h 888"/>
                  <a:gd name="T32" fmla="*/ 51 w 495"/>
                  <a:gd name="T33" fmla="*/ 371 h 888"/>
                  <a:gd name="T34" fmla="*/ 66 w 495"/>
                  <a:gd name="T35" fmla="*/ 357 h 888"/>
                  <a:gd name="T36" fmla="*/ 138 w 495"/>
                  <a:gd name="T37" fmla="*/ 124 h 888"/>
                  <a:gd name="T38" fmla="*/ 146 w 495"/>
                  <a:gd name="T39" fmla="*/ 124 h 888"/>
                  <a:gd name="T40" fmla="*/ 46 w 495"/>
                  <a:gd name="T41" fmla="*/ 527 h 888"/>
                  <a:gd name="T42" fmla="*/ 155 w 495"/>
                  <a:gd name="T43" fmla="*/ 847 h 888"/>
                  <a:gd name="T44" fmla="*/ 155 w 495"/>
                  <a:gd name="T45" fmla="*/ 854 h 888"/>
                  <a:gd name="T46" fmla="*/ 160 w 495"/>
                  <a:gd name="T47" fmla="*/ 869 h 888"/>
                  <a:gd name="T48" fmla="*/ 172 w 495"/>
                  <a:gd name="T49" fmla="*/ 881 h 888"/>
                  <a:gd name="T50" fmla="*/ 187 w 495"/>
                  <a:gd name="T51" fmla="*/ 886 h 888"/>
                  <a:gd name="T52" fmla="*/ 194 w 495"/>
                  <a:gd name="T53" fmla="*/ 888 h 888"/>
                  <a:gd name="T54" fmla="*/ 211 w 495"/>
                  <a:gd name="T55" fmla="*/ 883 h 888"/>
                  <a:gd name="T56" fmla="*/ 223 w 495"/>
                  <a:gd name="T57" fmla="*/ 876 h 888"/>
                  <a:gd name="T58" fmla="*/ 233 w 495"/>
                  <a:gd name="T59" fmla="*/ 861 h 888"/>
                  <a:gd name="T60" fmla="*/ 235 w 495"/>
                  <a:gd name="T61" fmla="*/ 847 h 888"/>
                  <a:gd name="T62" fmla="*/ 260 w 495"/>
                  <a:gd name="T63" fmla="*/ 527 h 888"/>
                  <a:gd name="T64" fmla="*/ 260 w 495"/>
                  <a:gd name="T65" fmla="*/ 847 h 888"/>
                  <a:gd name="T66" fmla="*/ 264 w 495"/>
                  <a:gd name="T67" fmla="*/ 861 h 888"/>
                  <a:gd name="T68" fmla="*/ 272 w 495"/>
                  <a:gd name="T69" fmla="*/ 876 h 888"/>
                  <a:gd name="T70" fmla="*/ 286 w 495"/>
                  <a:gd name="T71" fmla="*/ 883 h 888"/>
                  <a:gd name="T72" fmla="*/ 301 w 495"/>
                  <a:gd name="T73" fmla="*/ 888 h 888"/>
                  <a:gd name="T74" fmla="*/ 311 w 495"/>
                  <a:gd name="T75" fmla="*/ 886 h 888"/>
                  <a:gd name="T76" fmla="*/ 325 w 495"/>
                  <a:gd name="T77" fmla="*/ 881 h 888"/>
                  <a:gd name="T78" fmla="*/ 335 w 495"/>
                  <a:gd name="T79" fmla="*/ 869 h 888"/>
                  <a:gd name="T80" fmla="*/ 342 w 495"/>
                  <a:gd name="T81" fmla="*/ 854 h 888"/>
                  <a:gd name="T82" fmla="*/ 342 w 495"/>
                  <a:gd name="T83" fmla="*/ 527 h 888"/>
                  <a:gd name="T84" fmla="*/ 340 w 495"/>
                  <a:gd name="T85" fmla="*/ 124 h 888"/>
                  <a:gd name="T86" fmla="*/ 345 w 495"/>
                  <a:gd name="T87" fmla="*/ 124 h 888"/>
                  <a:gd name="T88" fmla="*/ 427 w 495"/>
                  <a:gd name="T89" fmla="*/ 349 h 888"/>
                  <a:gd name="T90" fmla="*/ 429 w 495"/>
                  <a:gd name="T91" fmla="*/ 357 h 888"/>
                  <a:gd name="T92" fmla="*/ 444 w 495"/>
                  <a:gd name="T93" fmla="*/ 371 h 888"/>
                  <a:gd name="T94" fmla="*/ 463 w 495"/>
                  <a:gd name="T95" fmla="*/ 374 h 888"/>
                  <a:gd name="T96" fmla="*/ 471 w 495"/>
                  <a:gd name="T97" fmla="*/ 371 h 888"/>
                  <a:gd name="T98" fmla="*/ 483 w 495"/>
                  <a:gd name="T99" fmla="*/ 364 h 888"/>
                  <a:gd name="T100" fmla="*/ 495 w 495"/>
                  <a:gd name="T101" fmla="*/ 340 h 888"/>
                  <a:gd name="T102" fmla="*/ 495 w 495"/>
                  <a:gd name="T103" fmla="*/ 328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95" h="888">
                    <a:moveTo>
                      <a:pt x="495" y="328"/>
                    </a:moveTo>
                    <a:lnTo>
                      <a:pt x="403" y="53"/>
                    </a:lnTo>
                    <a:lnTo>
                      <a:pt x="403" y="53"/>
                    </a:lnTo>
                    <a:lnTo>
                      <a:pt x="400" y="41"/>
                    </a:lnTo>
                    <a:lnTo>
                      <a:pt x="398" y="32"/>
                    </a:lnTo>
                    <a:lnTo>
                      <a:pt x="391" y="22"/>
                    </a:lnTo>
                    <a:lnTo>
                      <a:pt x="386" y="15"/>
                    </a:lnTo>
                    <a:lnTo>
                      <a:pt x="376" y="10"/>
                    </a:lnTo>
                    <a:lnTo>
                      <a:pt x="366" y="5"/>
                    </a:lnTo>
                    <a:lnTo>
                      <a:pt x="357" y="0"/>
                    </a:lnTo>
                    <a:lnTo>
                      <a:pt x="345" y="0"/>
                    </a:lnTo>
                    <a:lnTo>
                      <a:pt x="146" y="0"/>
                    </a:lnTo>
                    <a:lnTo>
                      <a:pt x="146" y="0"/>
                    </a:lnTo>
                    <a:lnTo>
                      <a:pt x="131" y="3"/>
                    </a:lnTo>
                    <a:lnTo>
                      <a:pt x="116" y="7"/>
                    </a:lnTo>
                    <a:lnTo>
                      <a:pt x="104" y="17"/>
                    </a:lnTo>
                    <a:lnTo>
                      <a:pt x="97" y="27"/>
                    </a:lnTo>
                    <a:lnTo>
                      <a:pt x="97" y="27"/>
                    </a:lnTo>
                    <a:lnTo>
                      <a:pt x="92" y="39"/>
                    </a:lnTo>
                    <a:lnTo>
                      <a:pt x="90" y="39"/>
                    </a:lnTo>
                    <a:lnTo>
                      <a:pt x="90" y="39"/>
                    </a:lnTo>
                    <a:lnTo>
                      <a:pt x="90" y="44"/>
                    </a:lnTo>
                    <a:lnTo>
                      <a:pt x="0" y="328"/>
                    </a:lnTo>
                    <a:lnTo>
                      <a:pt x="0" y="328"/>
                    </a:lnTo>
                    <a:lnTo>
                      <a:pt x="0" y="335"/>
                    </a:lnTo>
                    <a:lnTo>
                      <a:pt x="0" y="342"/>
                    </a:lnTo>
                    <a:lnTo>
                      <a:pt x="2" y="354"/>
                    </a:lnTo>
                    <a:lnTo>
                      <a:pt x="12" y="366"/>
                    </a:lnTo>
                    <a:lnTo>
                      <a:pt x="17" y="371"/>
                    </a:lnTo>
                    <a:lnTo>
                      <a:pt x="24" y="374"/>
                    </a:lnTo>
                    <a:lnTo>
                      <a:pt x="24" y="374"/>
                    </a:lnTo>
                    <a:lnTo>
                      <a:pt x="32" y="374"/>
                    </a:lnTo>
                    <a:lnTo>
                      <a:pt x="39" y="374"/>
                    </a:lnTo>
                    <a:lnTo>
                      <a:pt x="51" y="371"/>
                    </a:lnTo>
                    <a:lnTo>
                      <a:pt x="61" y="362"/>
                    </a:lnTo>
                    <a:lnTo>
                      <a:pt x="66" y="357"/>
                    </a:lnTo>
                    <a:lnTo>
                      <a:pt x="68" y="349"/>
                    </a:lnTo>
                    <a:lnTo>
                      <a:pt x="138" y="124"/>
                    </a:lnTo>
                    <a:lnTo>
                      <a:pt x="138" y="124"/>
                    </a:lnTo>
                    <a:lnTo>
                      <a:pt x="146" y="124"/>
                    </a:lnTo>
                    <a:lnTo>
                      <a:pt x="153" y="124"/>
                    </a:lnTo>
                    <a:lnTo>
                      <a:pt x="46" y="527"/>
                    </a:lnTo>
                    <a:lnTo>
                      <a:pt x="155" y="527"/>
                    </a:lnTo>
                    <a:lnTo>
                      <a:pt x="155" y="847"/>
                    </a:lnTo>
                    <a:lnTo>
                      <a:pt x="155" y="847"/>
                    </a:lnTo>
                    <a:lnTo>
                      <a:pt x="155" y="854"/>
                    </a:lnTo>
                    <a:lnTo>
                      <a:pt x="158" y="861"/>
                    </a:lnTo>
                    <a:lnTo>
                      <a:pt x="160" y="869"/>
                    </a:lnTo>
                    <a:lnTo>
                      <a:pt x="167" y="876"/>
                    </a:lnTo>
                    <a:lnTo>
                      <a:pt x="172" y="881"/>
                    </a:lnTo>
                    <a:lnTo>
                      <a:pt x="180" y="883"/>
                    </a:lnTo>
                    <a:lnTo>
                      <a:pt x="187" y="886"/>
                    </a:lnTo>
                    <a:lnTo>
                      <a:pt x="194" y="888"/>
                    </a:lnTo>
                    <a:lnTo>
                      <a:pt x="194" y="888"/>
                    </a:lnTo>
                    <a:lnTo>
                      <a:pt x="204" y="886"/>
                    </a:lnTo>
                    <a:lnTo>
                      <a:pt x="211" y="883"/>
                    </a:lnTo>
                    <a:lnTo>
                      <a:pt x="218" y="881"/>
                    </a:lnTo>
                    <a:lnTo>
                      <a:pt x="223" y="876"/>
                    </a:lnTo>
                    <a:lnTo>
                      <a:pt x="231" y="869"/>
                    </a:lnTo>
                    <a:lnTo>
                      <a:pt x="233" y="861"/>
                    </a:lnTo>
                    <a:lnTo>
                      <a:pt x="235" y="854"/>
                    </a:lnTo>
                    <a:lnTo>
                      <a:pt x="235" y="847"/>
                    </a:lnTo>
                    <a:lnTo>
                      <a:pt x="235" y="527"/>
                    </a:lnTo>
                    <a:lnTo>
                      <a:pt x="260" y="527"/>
                    </a:lnTo>
                    <a:lnTo>
                      <a:pt x="260" y="847"/>
                    </a:lnTo>
                    <a:lnTo>
                      <a:pt x="260" y="847"/>
                    </a:lnTo>
                    <a:lnTo>
                      <a:pt x="262" y="854"/>
                    </a:lnTo>
                    <a:lnTo>
                      <a:pt x="264" y="861"/>
                    </a:lnTo>
                    <a:lnTo>
                      <a:pt x="267" y="869"/>
                    </a:lnTo>
                    <a:lnTo>
                      <a:pt x="272" y="876"/>
                    </a:lnTo>
                    <a:lnTo>
                      <a:pt x="279" y="881"/>
                    </a:lnTo>
                    <a:lnTo>
                      <a:pt x="286" y="883"/>
                    </a:lnTo>
                    <a:lnTo>
                      <a:pt x="294" y="886"/>
                    </a:lnTo>
                    <a:lnTo>
                      <a:pt x="301" y="888"/>
                    </a:lnTo>
                    <a:lnTo>
                      <a:pt x="301" y="888"/>
                    </a:lnTo>
                    <a:lnTo>
                      <a:pt x="311" y="886"/>
                    </a:lnTo>
                    <a:lnTo>
                      <a:pt x="318" y="883"/>
                    </a:lnTo>
                    <a:lnTo>
                      <a:pt x="325" y="881"/>
                    </a:lnTo>
                    <a:lnTo>
                      <a:pt x="330" y="876"/>
                    </a:lnTo>
                    <a:lnTo>
                      <a:pt x="335" y="869"/>
                    </a:lnTo>
                    <a:lnTo>
                      <a:pt x="340" y="861"/>
                    </a:lnTo>
                    <a:lnTo>
                      <a:pt x="342" y="854"/>
                    </a:lnTo>
                    <a:lnTo>
                      <a:pt x="342" y="847"/>
                    </a:lnTo>
                    <a:lnTo>
                      <a:pt x="342" y="527"/>
                    </a:lnTo>
                    <a:lnTo>
                      <a:pt x="451" y="527"/>
                    </a:lnTo>
                    <a:lnTo>
                      <a:pt x="340" y="124"/>
                    </a:lnTo>
                    <a:lnTo>
                      <a:pt x="345" y="124"/>
                    </a:lnTo>
                    <a:lnTo>
                      <a:pt x="345" y="124"/>
                    </a:lnTo>
                    <a:lnTo>
                      <a:pt x="352" y="124"/>
                    </a:lnTo>
                    <a:lnTo>
                      <a:pt x="427" y="349"/>
                    </a:lnTo>
                    <a:lnTo>
                      <a:pt x="427" y="349"/>
                    </a:lnTo>
                    <a:lnTo>
                      <a:pt x="429" y="357"/>
                    </a:lnTo>
                    <a:lnTo>
                      <a:pt x="434" y="362"/>
                    </a:lnTo>
                    <a:lnTo>
                      <a:pt x="444" y="371"/>
                    </a:lnTo>
                    <a:lnTo>
                      <a:pt x="459" y="374"/>
                    </a:lnTo>
                    <a:lnTo>
                      <a:pt x="463" y="374"/>
                    </a:lnTo>
                    <a:lnTo>
                      <a:pt x="471" y="371"/>
                    </a:lnTo>
                    <a:lnTo>
                      <a:pt x="471" y="371"/>
                    </a:lnTo>
                    <a:lnTo>
                      <a:pt x="478" y="369"/>
                    </a:lnTo>
                    <a:lnTo>
                      <a:pt x="483" y="364"/>
                    </a:lnTo>
                    <a:lnTo>
                      <a:pt x="493" y="354"/>
                    </a:lnTo>
                    <a:lnTo>
                      <a:pt x="495" y="340"/>
                    </a:lnTo>
                    <a:lnTo>
                      <a:pt x="495" y="332"/>
                    </a:lnTo>
                    <a:lnTo>
                      <a:pt x="495" y="328"/>
                    </a:lnTo>
                    <a:lnTo>
                      <a:pt x="495" y="3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45" name="组合 244"/>
            <p:cNvGrpSpPr/>
            <p:nvPr/>
          </p:nvGrpSpPr>
          <p:grpSpPr>
            <a:xfrm>
              <a:off x="2338337" y="4155926"/>
              <a:ext cx="294343" cy="643391"/>
              <a:chOff x="4421673" y="2233518"/>
              <a:chExt cx="785812" cy="1717675"/>
            </a:xfrm>
            <a:grpFill/>
          </p:grpSpPr>
          <p:sp>
            <p:nvSpPr>
              <p:cNvPr id="249" name="Freeform 5"/>
              <p:cNvSpPr>
                <a:spLocks/>
              </p:cNvSpPr>
              <p:nvPr/>
            </p:nvSpPr>
            <p:spPr bwMode="auto">
              <a:xfrm>
                <a:off x="4683610" y="2233518"/>
                <a:ext cx="254000" cy="258763"/>
              </a:xfrm>
              <a:custGeom>
                <a:avLst/>
                <a:gdLst>
                  <a:gd name="T0" fmla="*/ 80 w 160"/>
                  <a:gd name="T1" fmla="*/ 163 h 163"/>
                  <a:gd name="T2" fmla="*/ 80 w 160"/>
                  <a:gd name="T3" fmla="*/ 163 h 163"/>
                  <a:gd name="T4" fmla="*/ 95 w 160"/>
                  <a:gd name="T5" fmla="*/ 160 h 163"/>
                  <a:gd name="T6" fmla="*/ 112 w 160"/>
                  <a:gd name="T7" fmla="*/ 155 h 163"/>
                  <a:gd name="T8" fmla="*/ 124 w 160"/>
                  <a:gd name="T9" fmla="*/ 148 h 163"/>
                  <a:gd name="T10" fmla="*/ 136 w 160"/>
                  <a:gd name="T11" fmla="*/ 138 h 163"/>
                  <a:gd name="T12" fmla="*/ 146 w 160"/>
                  <a:gd name="T13" fmla="*/ 126 h 163"/>
                  <a:gd name="T14" fmla="*/ 153 w 160"/>
                  <a:gd name="T15" fmla="*/ 112 h 163"/>
                  <a:gd name="T16" fmla="*/ 158 w 160"/>
                  <a:gd name="T17" fmla="*/ 97 h 163"/>
                  <a:gd name="T18" fmla="*/ 160 w 160"/>
                  <a:gd name="T19" fmla="*/ 80 h 163"/>
                  <a:gd name="T20" fmla="*/ 160 w 160"/>
                  <a:gd name="T21" fmla="*/ 80 h 163"/>
                  <a:gd name="T22" fmla="*/ 158 w 160"/>
                  <a:gd name="T23" fmla="*/ 66 h 163"/>
                  <a:gd name="T24" fmla="*/ 153 w 160"/>
                  <a:gd name="T25" fmla="*/ 49 h 163"/>
                  <a:gd name="T26" fmla="*/ 146 w 160"/>
                  <a:gd name="T27" fmla="*/ 36 h 163"/>
                  <a:gd name="T28" fmla="*/ 136 w 160"/>
                  <a:gd name="T29" fmla="*/ 24 h 163"/>
                  <a:gd name="T30" fmla="*/ 124 w 160"/>
                  <a:gd name="T31" fmla="*/ 15 h 163"/>
                  <a:gd name="T32" fmla="*/ 112 w 160"/>
                  <a:gd name="T33" fmla="*/ 7 h 163"/>
                  <a:gd name="T34" fmla="*/ 95 w 160"/>
                  <a:gd name="T35" fmla="*/ 2 h 163"/>
                  <a:gd name="T36" fmla="*/ 80 w 160"/>
                  <a:gd name="T37" fmla="*/ 0 h 163"/>
                  <a:gd name="T38" fmla="*/ 80 w 160"/>
                  <a:gd name="T39" fmla="*/ 0 h 163"/>
                  <a:gd name="T40" fmla="*/ 63 w 160"/>
                  <a:gd name="T41" fmla="*/ 2 h 163"/>
                  <a:gd name="T42" fmla="*/ 49 w 160"/>
                  <a:gd name="T43" fmla="*/ 7 h 163"/>
                  <a:gd name="T44" fmla="*/ 34 w 160"/>
                  <a:gd name="T45" fmla="*/ 15 h 163"/>
                  <a:gd name="T46" fmla="*/ 22 w 160"/>
                  <a:gd name="T47" fmla="*/ 24 h 163"/>
                  <a:gd name="T48" fmla="*/ 12 w 160"/>
                  <a:gd name="T49" fmla="*/ 36 h 163"/>
                  <a:gd name="T50" fmla="*/ 5 w 160"/>
                  <a:gd name="T51" fmla="*/ 49 h 163"/>
                  <a:gd name="T52" fmla="*/ 0 w 160"/>
                  <a:gd name="T53" fmla="*/ 66 h 163"/>
                  <a:gd name="T54" fmla="*/ 0 w 160"/>
                  <a:gd name="T55" fmla="*/ 80 h 163"/>
                  <a:gd name="T56" fmla="*/ 0 w 160"/>
                  <a:gd name="T57" fmla="*/ 80 h 163"/>
                  <a:gd name="T58" fmla="*/ 0 w 160"/>
                  <a:gd name="T59" fmla="*/ 97 h 163"/>
                  <a:gd name="T60" fmla="*/ 5 w 160"/>
                  <a:gd name="T61" fmla="*/ 112 h 163"/>
                  <a:gd name="T62" fmla="*/ 12 w 160"/>
                  <a:gd name="T63" fmla="*/ 126 h 163"/>
                  <a:gd name="T64" fmla="*/ 22 w 160"/>
                  <a:gd name="T65" fmla="*/ 138 h 163"/>
                  <a:gd name="T66" fmla="*/ 34 w 160"/>
                  <a:gd name="T67" fmla="*/ 148 h 163"/>
                  <a:gd name="T68" fmla="*/ 49 w 160"/>
                  <a:gd name="T69" fmla="*/ 155 h 163"/>
                  <a:gd name="T70" fmla="*/ 63 w 160"/>
                  <a:gd name="T71" fmla="*/ 160 h 163"/>
                  <a:gd name="T72" fmla="*/ 80 w 160"/>
                  <a:gd name="T73" fmla="*/ 163 h 163"/>
                  <a:gd name="T74" fmla="*/ 80 w 160"/>
                  <a:gd name="T75"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0" h="163">
                    <a:moveTo>
                      <a:pt x="80" y="163"/>
                    </a:moveTo>
                    <a:lnTo>
                      <a:pt x="80" y="163"/>
                    </a:lnTo>
                    <a:lnTo>
                      <a:pt x="95" y="160"/>
                    </a:lnTo>
                    <a:lnTo>
                      <a:pt x="112" y="155"/>
                    </a:lnTo>
                    <a:lnTo>
                      <a:pt x="124" y="148"/>
                    </a:lnTo>
                    <a:lnTo>
                      <a:pt x="136" y="138"/>
                    </a:lnTo>
                    <a:lnTo>
                      <a:pt x="146" y="126"/>
                    </a:lnTo>
                    <a:lnTo>
                      <a:pt x="153" y="112"/>
                    </a:lnTo>
                    <a:lnTo>
                      <a:pt x="158" y="97"/>
                    </a:lnTo>
                    <a:lnTo>
                      <a:pt x="160" y="80"/>
                    </a:lnTo>
                    <a:lnTo>
                      <a:pt x="160" y="80"/>
                    </a:lnTo>
                    <a:lnTo>
                      <a:pt x="158" y="66"/>
                    </a:lnTo>
                    <a:lnTo>
                      <a:pt x="153" y="49"/>
                    </a:lnTo>
                    <a:lnTo>
                      <a:pt x="146" y="36"/>
                    </a:lnTo>
                    <a:lnTo>
                      <a:pt x="136" y="24"/>
                    </a:lnTo>
                    <a:lnTo>
                      <a:pt x="124" y="15"/>
                    </a:lnTo>
                    <a:lnTo>
                      <a:pt x="112" y="7"/>
                    </a:lnTo>
                    <a:lnTo>
                      <a:pt x="95" y="2"/>
                    </a:lnTo>
                    <a:lnTo>
                      <a:pt x="80" y="0"/>
                    </a:lnTo>
                    <a:lnTo>
                      <a:pt x="80" y="0"/>
                    </a:lnTo>
                    <a:lnTo>
                      <a:pt x="63" y="2"/>
                    </a:lnTo>
                    <a:lnTo>
                      <a:pt x="49" y="7"/>
                    </a:lnTo>
                    <a:lnTo>
                      <a:pt x="34" y="15"/>
                    </a:lnTo>
                    <a:lnTo>
                      <a:pt x="22" y="24"/>
                    </a:lnTo>
                    <a:lnTo>
                      <a:pt x="12" y="36"/>
                    </a:lnTo>
                    <a:lnTo>
                      <a:pt x="5" y="49"/>
                    </a:lnTo>
                    <a:lnTo>
                      <a:pt x="0" y="66"/>
                    </a:lnTo>
                    <a:lnTo>
                      <a:pt x="0" y="80"/>
                    </a:lnTo>
                    <a:lnTo>
                      <a:pt x="0" y="80"/>
                    </a:lnTo>
                    <a:lnTo>
                      <a:pt x="0" y="97"/>
                    </a:lnTo>
                    <a:lnTo>
                      <a:pt x="5" y="112"/>
                    </a:lnTo>
                    <a:lnTo>
                      <a:pt x="12" y="126"/>
                    </a:lnTo>
                    <a:lnTo>
                      <a:pt x="22" y="138"/>
                    </a:lnTo>
                    <a:lnTo>
                      <a:pt x="34" y="148"/>
                    </a:lnTo>
                    <a:lnTo>
                      <a:pt x="49" y="155"/>
                    </a:lnTo>
                    <a:lnTo>
                      <a:pt x="63" y="160"/>
                    </a:lnTo>
                    <a:lnTo>
                      <a:pt x="80" y="163"/>
                    </a:lnTo>
                    <a:lnTo>
                      <a:pt x="80" y="1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0" name="Freeform 6"/>
              <p:cNvSpPr>
                <a:spLocks/>
              </p:cNvSpPr>
              <p:nvPr/>
            </p:nvSpPr>
            <p:spPr bwMode="auto">
              <a:xfrm>
                <a:off x="4421673" y="2541493"/>
                <a:ext cx="785812" cy="1409700"/>
              </a:xfrm>
              <a:custGeom>
                <a:avLst/>
                <a:gdLst>
                  <a:gd name="T0" fmla="*/ 403 w 495"/>
                  <a:gd name="T1" fmla="*/ 53 h 888"/>
                  <a:gd name="T2" fmla="*/ 400 w 495"/>
                  <a:gd name="T3" fmla="*/ 41 h 888"/>
                  <a:gd name="T4" fmla="*/ 391 w 495"/>
                  <a:gd name="T5" fmla="*/ 22 h 888"/>
                  <a:gd name="T6" fmla="*/ 376 w 495"/>
                  <a:gd name="T7" fmla="*/ 10 h 888"/>
                  <a:gd name="T8" fmla="*/ 357 w 495"/>
                  <a:gd name="T9" fmla="*/ 0 h 888"/>
                  <a:gd name="T10" fmla="*/ 146 w 495"/>
                  <a:gd name="T11" fmla="*/ 0 h 888"/>
                  <a:gd name="T12" fmla="*/ 131 w 495"/>
                  <a:gd name="T13" fmla="*/ 3 h 888"/>
                  <a:gd name="T14" fmla="*/ 104 w 495"/>
                  <a:gd name="T15" fmla="*/ 17 h 888"/>
                  <a:gd name="T16" fmla="*/ 97 w 495"/>
                  <a:gd name="T17" fmla="*/ 27 h 888"/>
                  <a:gd name="T18" fmla="*/ 90 w 495"/>
                  <a:gd name="T19" fmla="*/ 39 h 888"/>
                  <a:gd name="T20" fmla="*/ 90 w 495"/>
                  <a:gd name="T21" fmla="*/ 44 h 888"/>
                  <a:gd name="T22" fmla="*/ 0 w 495"/>
                  <a:gd name="T23" fmla="*/ 328 h 888"/>
                  <a:gd name="T24" fmla="*/ 0 w 495"/>
                  <a:gd name="T25" fmla="*/ 342 h 888"/>
                  <a:gd name="T26" fmla="*/ 12 w 495"/>
                  <a:gd name="T27" fmla="*/ 366 h 888"/>
                  <a:gd name="T28" fmla="*/ 24 w 495"/>
                  <a:gd name="T29" fmla="*/ 374 h 888"/>
                  <a:gd name="T30" fmla="*/ 32 w 495"/>
                  <a:gd name="T31" fmla="*/ 374 h 888"/>
                  <a:gd name="T32" fmla="*/ 51 w 495"/>
                  <a:gd name="T33" fmla="*/ 371 h 888"/>
                  <a:gd name="T34" fmla="*/ 66 w 495"/>
                  <a:gd name="T35" fmla="*/ 357 h 888"/>
                  <a:gd name="T36" fmla="*/ 138 w 495"/>
                  <a:gd name="T37" fmla="*/ 124 h 888"/>
                  <a:gd name="T38" fmla="*/ 146 w 495"/>
                  <a:gd name="T39" fmla="*/ 124 h 888"/>
                  <a:gd name="T40" fmla="*/ 46 w 495"/>
                  <a:gd name="T41" fmla="*/ 527 h 888"/>
                  <a:gd name="T42" fmla="*/ 155 w 495"/>
                  <a:gd name="T43" fmla="*/ 847 h 888"/>
                  <a:gd name="T44" fmla="*/ 155 w 495"/>
                  <a:gd name="T45" fmla="*/ 854 h 888"/>
                  <a:gd name="T46" fmla="*/ 160 w 495"/>
                  <a:gd name="T47" fmla="*/ 869 h 888"/>
                  <a:gd name="T48" fmla="*/ 172 w 495"/>
                  <a:gd name="T49" fmla="*/ 881 h 888"/>
                  <a:gd name="T50" fmla="*/ 187 w 495"/>
                  <a:gd name="T51" fmla="*/ 886 h 888"/>
                  <a:gd name="T52" fmla="*/ 194 w 495"/>
                  <a:gd name="T53" fmla="*/ 888 h 888"/>
                  <a:gd name="T54" fmla="*/ 211 w 495"/>
                  <a:gd name="T55" fmla="*/ 883 h 888"/>
                  <a:gd name="T56" fmla="*/ 223 w 495"/>
                  <a:gd name="T57" fmla="*/ 876 h 888"/>
                  <a:gd name="T58" fmla="*/ 233 w 495"/>
                  <a:gd name="T59" fmla="*/ 861 h 888"/>
                  <a:gd name="T60" fmla="*/ 235 w 495"/>
                  <a:gd name="T61" fmla="*/ 847 h 888"/>
                  <a:gd name="T62" fmla="*/ 260 w 495"/>
                  <a:gd name="T63" fmla="*/ 527 h 888"/>
                  <a:gd name="T64" fmla="*/ 260 w 495"/>
                  <a:gd name="T65" fmla="*/ 847 h 888"/>
                  <a:gd name="T66" fmla="*/ 264 w 495"/>
                  <a:gd name="T67" fmla="*/ 861 h 888"/>
                  <a:gd name="T68" fmla="*/ 272 w 495"/>
                  <a:gd name="T69" fmla="*/ 876 h 888"/>
                  <a:gd name="T70" fmla="*/ 286 w 495"/>
                  <a:gd name="T71" fmla="*/ 883 h 888"/>
                  <a:gd name="T72" fmla="*/ 301 w 495"/>
                  <a:gd name="T73" fmla="*/ 888 h 888"/>
                  <a:gd name="T74" fmla="*/ 311 w 495"/>
                  <a:gd name="T75" fmla="*/ 886 h 888"/>
                  <a:gd name="T76" fmla="*/ 325 w 495"/>
                  <a:gd name="T77" fmla="*/ 881 h 888"/>
                  <a:gd name="T78" fmla="*/ 335 w 495"/>
                  <a:gd name="T79" fmla="*/ 869 h 888"/>
                  <a:gd name="T80" fmla="*/ 342 w 495"/>
                  <a:gd name="T81" fmla="*/ 854 h 888"/>
                  <a:gd name="T82" fmla="*/ 342 w 495"/>
                  <a:gd name="T83" fmla="*/ 527 h 888"/>
                  <a:gd name="T84" fmla="*/ 340 w 495"/>
                  <a:gd name="T85" fmla="*/ 124 h 888"/>
                  <a:gd name="T86" fmla="*/ 345 w 495"/>
                  <a:gd name="T87" fmla="*/ 124 h 888"/>
                  <a:gd name="T88" fmla="*/ 427 w 495"/>
                  <a:gd name="T89" fmla="*/ 349 h 888"/>
                  <a:gd name="T90" fmla="*/ 429 w 495"/>
                  <a:gd name="T91" fmla="*/ 357 h 888"/>
                  <a:gd name="T92" fmla="*/ 444 w 495"/>
                  <a:gd name="T93" fmla="*/ 371 h 888"/>
                  <a:gd name="T94" fmla="*/ 463 w 495"/>
                  <a:gd name="T95" fmla="*/ 374 h 888"/>
                  <a:gd name="T96" fmla="*/ 471 w 495"/>
                  <a:gd name="T97" fmla="*/ 371 h 888"/>
                  <a:gd name="T98" fmla="*/ 483 w 495"/>
                  <a:gd name="T99" fmla="*/ 364 h 888"/>
                  <a:gd name="T100" fmla="*/ 495 w 495"/>
                  <a:gd name="T101" fmla="*/ 340 h 888"/>
                  <a:gd name="T102" fmla="*/ 495 w 495"/>
                  <a:gd name="T103" fmla="*/ 328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95" h="888">
                    <a:moveTo>
                      <a:pt x="495" y="328"/>
                    </a:moveTo>
                    <a:lnTo>
                      <a:pt x="403" y="53"/>
                    </a:lnTo>
                    <a:lnTo>
                      <a:pt x="403" y="53"/>
                    </a:lnTo>
                    <a:lnTo>
                      <a:pt x="400" y="41"/>
                    </a:lnTo>
                    <a:lnTo>
                      <a:pt x="398" y="32"/>
                    </a:lnTo>
                    <a:lnTo>
                      <a:pt x="391" y="22"/>
                    </a:lnTo>
                    <a:lnTo>
                      <a:pt x="386" y="15"/>
                    </a:lnTo>
                    <a:lnTo>
                      <a:pt x="376" y="10"/>
                    </a:lnTo>
                    <a:lnTo>
                      <a:pt x="366" y="5"/>
                    </a:lnTo>
                    <a:lnTo>
                      <a:pt x="357" y="0"/>
                    </a:lnTo>
                    <a:lnTo>
                      <a:pt x="345" y="0"/>
                    </a:lnTo>
                    <a:lnTo>
                      <a:pt x="146" y="0"/>
                    </a:lnTo>
                    <a:lnTo>
                      <a:pt x="146" y="0"/>
                    </a:lnTo>
                    <a:lnTo>
                      <a:pt x="131" y="3"/>
                    </a:lnTo>
                    <a:lnTo>
                      <a:pt x="116" y="7"/>
                    </a:lnTo>
                    <a:lnTo>
                      <a:pt x="104" y="17"/>
                    </a:lnTo>
                    <a:lnTo>
                      <a:pt x="97" y="27"/>
                    </a:lnTo>
                    <a:lnTo>
                      <a:pt x="97" y="27"/>
                    </a:lnTo>
                    <a:lnTo>
                      <a:pt x="92" y="39"/>
                    </a:lnTo>
                    <a:lnTo>
                      <a:pt x="90" y="39"/>
                    </a:lnTo>
                    <a:lnTo>
                      <a:pt x="90" y="39"/>
                    </a:lnTo>
                    <a:lnTo>
                      <a:pt x="90" y="44"/>
                    </a:lnTo>
                    <a:lnTo>
                      <a:pt x="0" y="328"/>
                    </a:lnTo>
                    <a:lnTo>
                      <a:pt x="0" y="328"/>
                    </a:lnTo>
                    <a:lnTo>
                      <a:pt x="0" y="335"/>
                    </a:lnTo>
                    <a:lnTo>
                      <a:pt x="0" y="342"/>
                    </a:lnTo>
                    <a:lnTo>
                      <a:pt x="2" y="354"/>
                    </a:lnTo>
                    <a:lnTo>
                      <a:pt x="12" y="366"/>
                    </a:lnTo>
                    <a:lnTo>
                      <a:pt x="17" y="371"/>
                    </a:lnTo>
                    <a:lnTo>
                      <a:pt x="24" y="374"/>
                    </a:lnTo>
                    <a:lnTo>
                      <a:pt x="24" y="374"/>
                    </a:lnTo>
                    <a:lnTo>
                      <a:pt x="32" y="374"/>
                    </a:lnTo>
                    <a:lnTo>
                      <a:pt x="39" y="374"/>
                    </a:lnTo>
                    <a:lnTo>
                      <a:pt x="51" y="371"/>
                    </a:lnTo>
                    <a:lnTo>
                      <a:pt x="61" y="362"/>
                    </a:lnTo>
                    <a:lnTo>
                      <a:pt x="66" y="357"/>
                    </a:lnTo>
                    <a:lnTo>
                      <a:pt x="68" y="349"/>
                    </a:lnTo>
                    <a:lnTo>
                      <a:pt x="138" y="124"/>
                    </a:lnTo>
                    <a:lnTo>
                      <a:pt x="138" y="124"/>
                    </a:lnTo>
                    <a:lnTo>
                      <a:pt x="146" y="124"/>
                    </a:lnTo>
                    <a:lnTo>
                      <a:pt x="153" y="124"/>
                    </a:lnTo>
                    <a:lnTo>
                      <a:pt x="46" y="527"/>
                    </a:lnTo>
                    <a:lnTo>
                      <a:pt x="155" y="527"/>
                    </a:lnTo>
                    <a:lnTo>
                      <a:pt x="155" y="847"/>
                    </a:lnTo>
                    <a:lnTo>
                      <a:pt x="155" y="847"/>
                    </a:lnTo>
                    <a:lnTo>
                      <a:pt x="155" y="854"/>
                    </a:lnTo>
                    <a:lnTo>
                      <a:pt x="158" y="861"/>
                    </a:lnTo>
                    <a:lnTo>
                      <a:pt x="160" y="869"/>
                    </a:lnTo>
                    <a:lnTo>
                      <a:pt x="167" y="876"/>
                    </a:lnTo>
                    <a:lnTo>
                      <a:pt x="172" y="881"/>
                    </a:lnTo>
                    <a:lnTo>
                      <a:pt x="180" y="883"/>
                    </a:lnTo>
                    <a:lnTo>
                      <a:pt x="187" y="886"/>
                    </a:lnTo>
                    <a:lnTo>
                      <a:pt x="194" y="888"/>
                    </a:lnTo>
                    <a:lnTo>
                      <a:pt x="194" y="888"/>
                    </a:lnTo>
                    <a:lnTo>
                      <a:pt x="204" y="886"/>
                    </a:lnTo>
                    <a:lnTo>
                      <a:pt x="211" y="883"/>
                    </a:lnTo>
                    <a:lnTo>
                      <a:pt x="218" y="881"/>
                    </a:lnTo>
                    <a:lnTo>
                      <a:pt x="223" y="876"/>
                    </a:lnTo>
                    <a:lnTo>
                      <a:pt x="231" y="869"/>
                    </a:lnTo>
                    <a:lnTo>
                      <a:pt x="233" y="861"/>
                    </a:lnTo>
                    <a:lnTo>
                      <a:pt x="235" y="854"/>
                    </a:lnTo>
                    <a:lnTo>
                      <a:pt x="235" y="847"/>
                    </a:lnTo>
                    <a:lnTo>
                      <a:pt x="235" y="527"/>
                    </a:lnTo>
                    <a:lnTo>
                      <a:pt x="260" y="527"/>
                    </a:lnTo>
                    <a:lnTo>
                      <a:pt x="260" y="847"/>
                    </a:lnTo>
                    <a:lnTo>
                      <a:pt x="260" y="847"/>
                    </a:lnTo>
                    <a:lnTo>
                      <a:pt x="262" y="854"/>
                    </a:lnTo>
                    <a:lnTo>
                      <a:pt x="264" y="861"/>
                    </a:lnTo>
                    <a:lnTo>
                      <a:pt x="267" y="869"/>
                    </a:lnTo>
                    <a:lnTo>
                      <a:pt x="272" y="876"/>
                    </a:lnTo>
                    <a:lnTo>
                      <a:pt x="279" y="881"/>
                    </a:lnTo>
                    <a:lnTo>
                      <a:pt x="286" y="883"/>
                    </a:lnTo>
                    <a:lnTo>
                      <a:pt x="294" y="886"/>
                    </a:lnTo>
                    <a:lnTo>
                      <a:pt x="301" y="888"/>
                    </a:lnTo>
                    <a:lnTo>
                      <a:pt x="301" y="888"/>
                    </a:lnTo>
                    <a:lnTo>
                      <a:pt x="311" y="886"/>
                    </a:lnTo>
                    <a:lnTo>
                      <a:pt x="318" y="883"/>
                    </a:lnTo>
                    <a:lnTo>
                      <a:pt x="325" y="881"/>
                    </a:lnTo>
                    <a:lnTo>
                      <a:pt x="330" y="876"/>
                    </a:lnTo>
                    <a:lnTo>
                      <a:pt x="335" y="869"/>
                    </a:lnTo>
                    <a:lnTo>
                      <a:pt x="340" y="861"/>
                    </a:lnTo>
                    <a:lnTo>
                      <a:pt x="342" y="854"/>
                    </a:lnTo>
                    <a:lnTo>
                      <a:pt x="342" y="847"/>
                    </a:lnTo>
                    <a:lnTo>
                      <a:pt x="342" y="527"/>
                    </a:lnTo>
                    <a:lnTo>
                      <a:pt x="451" y="527"/>
                    </a:lnTo>
                    <a:lnTo>
                      <a:pt x="340" y="124"/>
                    </a:lnTo>
                    <a:lnTo>
                      <a:pt x="345" y="124"/>
                    </a:lnTo>
                    <a:lnTo>
                      <a:pt x="345" y="124"/>
                    </a:lnTo>
                    <a:lnTo>
                      <a:pt x="352" y="124"/>
                    </a:lnTo>
                    <a:lnTo>
                      <a:pt x="427" y="349"/>
                    </a:lnTo>
                    <a:lnTo>
                      <a:pt x="427" y="349"/>
                    </a:lnTo>
                    <a:lnTo>
                      <a:pt x="429" y="357"/>
                    </a:lnTo>
                    <a:lnTo>
                      <a:pt x="434" y="362"/>
                    </a:lnTo>
                    <a:lnTo>
                      <a:pt x="444" y="371"/>
                    </a:lnTo>
                    <a:lnTo>
                      <a:pt x="459" y="374"/>
                    </a:lnTo>
                    <a:lnTo>
                      <a:pt x="463" y="374"/>
                    </a:lnTo>
                    <a:lnTo>
                      <a:pt x="471" y="371"/>
                    </a:lnTo>
                    <a:lnTo>
                      <a:pt x="471" y="371"/>
                    </a:lnTo>
                    <a:lnTo>
                      <a:pt x="478" y="369"/>
                    </a:lnTo>
                    <a:lnTo>
                      <a:pt x="483" y="364"/>
                    </a:lnTo>
                    <a:lnTo>
                      <a:pt x="493" y="354"/>
                    </a:lnTo>
                    <a:lnTo>
                      <a:pt x="495" y="340"/>
                    </a:lnTo>
                    <a:lnTo>
                      <a:pt x="495" y="332"/>
                    </a:lnTo>
                    <a:lnTo>
                      <a:pt x="495" y="328"/>
                    </a:lnTo>
                    <a:lnTo>
                      <a:pt x="495" y="3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46" name="组合 245"/>
            <p:cNvGrpSpPr/>
            <p:nvPr/>
          </p:nvGrpSpPr>
          <p:grpSpPr>
            <a:xfrm>
              <a:off x="3165095" y="4155926"/>
              <a:ext cx="294343" cy="643391"/>
              <a:chOff x="4421673" y="2233518"/>
              <a:chExt cx="785812" cy="1717675"/>
            </a:xfrm>
            <a:grpFill/>
          </p:grpSpPr>
          <p:sp>
            <p:nvSpPr>
              <p:cNvPr id="247" name="Freeform 5"/>
              <p:cNvSpPr>
                <a:spLocks/>
              </p:cNvSpPr>
              <p:nvPr/>
            </p:nvSpPr>
            <p:spPr bwMode="auto">
              <a:xfrm>
                <a:off x="4683610" y="2233518"/>
                <a:ext cx="254000" cy="258763"/>
              </a:xfrm>
              <a:custGeom>
                <a:avLst/>
                <a:gdLst>
                  <a:gd name="T0" fmla="*/ 80 w 160"/>
                  <a:gd name="T1" fmla="*/ 163 h 163"/>
                  <a:gd name="T2" fmla="*/ 80 w 160"/>
                  <a:gd name="T3" fmla="*/ 163 h 163"/>
                  <a:gd name="T4" fmla="*/ 95 w 160"/>
                  <a:gd name="T5" fmla="*/ 160 h 163"/>
                  <a:gd name="T6" fmla="*/ 112 w 160"/>
                  <a:gd name="T7" fmla="*/ 155 h 163"/>
                  <a:gd name="T8" fmla="*/ 124 w 160"/>
                  <a:gd name="T9" fmla="*/ 148 h 163"/>
                  <a:gd name="T10" fmla="*/ 136 w 160"/>
                  <a:gd name="T11" fmla="*/ 138 h 163"/>
                  <a:gd name="T12" fmla="*/ 146 w 160"/>
                  <a:gd name="T13" fmla="*/ 126 h 163"/>
                  <a:gd name="T14" fmla="*/ 153 w 160"/>
                  <a:gd name="T15" fmla="*/ 112 h 163"/>
                  <a:gd name="T16" fmla="*/ 158 w 160"/>
                  <a:gd name="T17" fmla="*/ 97 h 163"/>
                  <a:gd name="T18" fmla="*/ 160 w 160"/>
                  <a:gd name="T19" fmla="*/ 80 h 163"/>
                  <a:gd name="T20" fmla="*/ 160 w 160"/>
                  <a:gd name="T21" fmla="*/ 80 h 163"/>
                  <a:gd name="T22" fmla="*/ 158 w 160"/>
                  <a:gd name="T23" fmla="*/ 66 h 163"/>
                  <a:gd name="T24" fmla="*/ 153 w 160"/>
                  <a:gd name="T25" fmla="*/ 49 h 163"/>
                  <a:gd name="T26" fmla="*/ 146 w 160"/>
                  <a:gd name="T27" fmla="*/ 36 h 163"/>
                  <a:gd name="T28" fmla="*/ 136 w 160"/>
                  <a:gd name="T29" fmla="*/ 24 h 163"/>
                  <a:gd name="T30" fmla="*/ 124 w 160"/>
                  <a:gd name="T31" fmla="*/ 15 h 163"/>
                  <a:gd name="T32" fmla="*/ 112 w 160"/>
                  <a:gd name="T33" fmla="*/ 7 h 163"/>
                  <a:gd name="T34" fmla="*/ 95 w 160"/>
                  <a:gd name="T35" fmla="*/ 2 h 163"/>
                  <a:gd name="T36" fmla="*/ 80 w 160"/>
                  <a:gd name="T37" fmla="*/ 0 h 163"/>
                  <a:gd name="T38" fmla="*/ 80 w 160"/>
                  <a:gd name="T39" fmla="*/ 0 h 163"/>
                  <a:gd name="T40" fmla="*/ 63 w 160"/>
                  <a:gd name="T41" fmla="*/ 2 h 163"/>
                  <a:gd name="T42" fmla="*/ 49 w 160"/>
                  <a:gd name="T43" fmla="*/ 7 h 163"/>
                  <a:gd name="T44" fmla="*/ 34 w 160"/>
                  <a:gd name="T45" fmla="*/ 15 h 163"/>
                  <a:gd name="T46" fmla="*/ 22 w 160"/>
                  <a:gd name="T47" fmla="*/ 24 h 163"/>
                  <a:gd name="T48" fmla="*/ 12 w 160"/>
                  <a:gd name="T49" fmla="*/ 36 h 163"/>
                  <a:gd name="T50" fmla="*/ 5 w 160"/>
                  <a:gd name="T51" fmla="*/ 49 h 163"/>
                  <a:gd name="T52" fmla="*/ 0 w 160"/>
                  <a:gd name="T53" fmla="*/ 66 h 163"/>
                  <a:gd name="T54" fmla="*/ 0 w 160"/>
                  <a:gd name="T55" fmla="*/ 80 h 163"/>
                  <a:gd name="T56" fmla="*/ 0 w 160"/>
                  <a:gd name="T57" fmla="*/ 80 h 163"/>
                  <a:gd name="T58" fmla="*/ 0 w 160"/>
                  <a:gd name="T59" fmla="*/ 97 h 163"/>
                  <a:gd name="T60" fmla="*/ 5 w 160"/>
                  <a:gd name="T61" fmla="*/ 112 h 163"/>
                  <a:gd name="T62" fmla="*/ 12 w 160"/>
                  <a:gd name="T63" fmla="*/ 126 h 163"/>
                  <a:gd name="T64" fmla="*/ 22 w 160"/>
                  <a:gd name="T65" fmla="*/ 138 h 163"/>
                  <a:gd name="T66" fmla="*/ 34 w 160"/>
                  <a:gd name="T67" fmla="*/ 148 h 163"/>
                  <a:gd name="T68" fmla="*/ 49 w 160"/>
                  <a:gd name="T69" fmla="*/ 155 h 163"/>
                  <a:gd name="T70" fmla="*/ 63 w 160"/>
                  <a:gd name="T71" fmla="*/ 160 h 163"/>
                  <a:gd name="T72" fmla="*/ 80 w 160"/>
                  <a:gd name="T73" fmla="*/ 163 h 163"/>
                  <a:gd name="T74" fmla="*/ 80 w 160"/>
                  <a:gd name="T75"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0" h="163">
                    <a:moveTo>
                      <a:pt x="80" y="163"/>
                    </a:moveTo>
                    <a:lnTo>
                      <a:pt x="80" y="163"/>
                    </a:lnTo>
                    <a:lnTo>
                      <a:pt x="95" y="160"/>
                    </a:lnTo>
                    <a:lnTo>
                      <a:pt x="112" y="155"/>
                    </a:lnTo>
                    <a:lnTo>
                      <a:pt x="124" y="148"/>
                    </a:lnTo>
                    <a:lnTo>
                      <a:pt x="136" y="138"/>
                    </a:lnTo>
                    <a:lnTo>
                      <a:pt x="146" y="126"/>
                    </a:lnTo>
                    <a:lnTo>
                      <a:pt x="153" y="112"/>
                    </a:lnTo>
                    <a:lnTo>
                      <a:pt x="158" y="97"/>
                    </a:lnTo>
                    <a:lnTo>
                      <a:pt x="160" y="80"/>
                    </a:lnTo>
                    <a:lnTo>
                      <a:pt x="160" y="80"/>
                    </a:lnTo>
                    <a:lnTo>
                      <a:pt x="158" y="66"/>
                    </a:lnTo>
                    <a:lnTo>
                      <a:pt x="153" y="49"/>
                    </a:lnTo>
                    <a:lnTo>
                      <a:pt x="146" y="36"/>
                    </a:lnTo>
                    <a:lnTo>
                      <a:pt x="136" y="24"/>
                    </a:lnTo>
                    <a:lnTo>
                      <a:pt x="124" y="15"/>
                    </a:lnTo>
                    <a:lnTo>
                      <a:pt x="112" y="7"/>
                    </a:lnTo>
                    <a:lnTo>
                      <a:pt x="95" y="2"/>
                    </a:lnTo>
                    <a:lnTo>
                      <a:pt x="80" y="0"/>
                    </a:lnTo>
                    <a:lnTo>
                      <a:pt x="80" y="0"/>
                    </a:lnTo>
                    <a:lnTo>
                      <a:pt x="63" y="2"/>
                    </a:lnTo>
                    <a:lnTo>
                      <a:pt x="49" y="7"/>
                    </a:lnTo>
                    <a:lnTo>
                      <a:pt x="34" y="15"/>
                    </a:lnTo>
                    <a:lnTo>
                      <a:pt x="22" y="24"/>
                    </a:lnTo>
                    <a:lnTo>
                      <a:pt x="12" y="36"/>
                    </a:lnTo>
                    <a:lnTo>
                      <a:pt x="5" y="49"/>
                    </a:lnTo>
                    <a:lnTo>
                      <a:pt x="0" y="66"/>
                    </a:lnTo>
                    <a:lnTo>
                      <a:pt x="0" y="80"/>
                    </a:lnTo>
                    <a:lnTo>
                      <a:pt x="0" y="80"/>
                    </a:lnTo>
                    <a:lnTo>
                      <a:pt x="0" y="97"/>
                    </a:lnTo>
                    <a:lnTo>
                      <a:pt x="5" y="112"/>
                    </a:lnTo>
                    <a:lnTo>
                      <a:pt x="12" y="126"/>
                    </a:lnTo>
                    <a:lnTo>
                      <a:pt x="22" y="138"/>
                    </a:lnTo>
                    <a:lnTo>
                      <a:pt x="34" y="148"/>
                    </a:lnTo>
                    <a:lnTo>
                      <a:pt x="49" y="155"/>
                    </a:lnTo>
                    <a:lnTo>
                      <a:pt x="63" y="160"/>
                    </a:lnTo>
                    <a:lnTo>
                      <a:pt x="80" y="163"/>
                    </a:lnTo>
                    <a:lnTo>
                      <a:pt x="80" y="1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8" name="Freeform 6"/>
              <p:cNvSpPr>
                <a:spLocks/>
              </p:cNvSpPr>
              <p:nvPr/>
            </p:nvSpPr>
            <p:spPr bwMode="auto">
              <a:xfrm>
                <a:off x="4421673" y="2541493"/>
                <a:ext cx="785812" cy="1409700"/>
              </a:xfrm>
              <a:custGeom>
                <a:avLst/>
                <a:gdLst>
                  <a:gd name="T0" fmla="*/ 403 w 495"/>
                  <a:gd name="T1" fmla="*/ 53 h 888"/>
                  <a:gd name="T2" fmla="*/ 400 w 495"/>
                  <a:gd name="T3" fmla="*/ 41 h 888"/>
                  <a:gd name="T4" fmla="*/ 391 w 495"/>
                  <a:gd name="T5" fmla="*/ 22 h 888"/>
                  <a:gd name="T6" fmla="*/ 376 w 495"/>
                  <a:gd name="T7" fmla="*/ 10 h 888"/>
                  <a:gd name="T8" fmla="*/ 357 w 495"/>
                  <a:gd name="T9" fmla="*/ 0 h 888"/>
                  <a:gd name="T10" fmla="*/ 146 w 495"/>
                  <a:gd name="T11" fmla="*/ 0 h 888"/>
                  <a:gd name="T12" fmla="*/ 131 w 495"/>
                  <a:gd name="T13" fmla="*/ 3 h 888"/>
                  <a:gd name="T14" fmla="*/ 104 w 495"/>
                  <a:gd name="T15" fmla="*/ 17 h 888"/>
                  <a:gd name="T16" fmla="*/ 97 w 495"/>
                  <a:gd name="T17" fmla="*/ 27 h 888"/>
                  <a:gd name="T18" fmla="*/ 90 w 495"/>
                  <a:gd name="T19" fmla="*/ 39 h 888"/>
                  <a:gd name="T20" fmla="*/ 90 w 495"/>
                  <a:gd name="T21" fmla="*/ 44 h 888"/>
                  <a:gd name="T22" fmla="*/ 0 w 495"/>
                  <a:gd name="T23" fmla="*/ 328 h 888"/>
                  <a:gd name="T24" fmla="*/ 0 w 495"/>
                  <a:gd name="T25" fmla="*/ 342 h 888"/>
                  <a:gd name="T26" fmla="*/ 12 w 495"/>
                  <a:gd name="T27" fmla="*/ 366 h 888"/>
                  <a:gd name="T28" fmla="*/ 24 w 495"/>
                  <a:gd name="T29" fmla="*/ 374 h 888"/>
                  <a:gd name="T30" fmla="*/ 32 w 495"/>
                  <a:gd name="T31" fmla="*/ 374 h 888"/>
                  <a:gd name="T32" fmla="*/ 51 w 495"/>
                  <a:gd name="T33" fmla="*/ 371 h 888"/>
                  <a:gd name="T34" fmla="*/ 66 w 495"/>
                  <a:gd name="T35" fmla="*/ 357 h 888"/>
                  <a:gd name="T36" fmla="*/ 138 w 495"/>
                  <a:gd name="T37" fmla="*/ 124 h 888"/>
                  <a:gd name="T38" fmla="*/ 146 w 495"/>
                  <a:gd name="T39" fmla="*/ 124 h 888"/>
                  <a:gd name="T40" fmla="*/ 46 w 495"/>
                  <a:gd name="T41" fmla="*/ 527 h 888"/>
                  <a:gd name="T42" fmla="*/ 155 w 495"/>
                  <a:gd name="T43" fmla="*/ 847 h 888"/>
                  <a:gd name="T44" fmla="*/ 155 w 495"/>
                  <a:gd name="T45" fmla="*/ 854 h 888"/>
                  <a:gd name="T46" fmla="*/ 160 w 495"/>
                  <a:gd name="T47" fmla="*/ 869 h 888"/>
                  <a:gd name="T48" fmla="*/ 172 w 495"/>
                  <a:gd name="T49" fmla="*/ 881 h 888"/>
                  <a:gd name="T50" fmla="*/ 187 w 495"/>
                  <a:gd name="T51" fmla="*/ 886 h 888"/>
                  <a:gd name="T52" fmla="*/ 194 w 495"/>
                  <a:gd name="T53" fmla="*/ 888 h 888"/>
                  <a:gd name="T54" fmla="*/ 211 w 495"/>
                  <a:gd name="T55" fmla="*/ 883 h 888"/>
                  <a:gd name="T56" fmla="*/ 223 w 495"/>
                  <a:gd name="T57" fmla="*/ 876 h 888"/>
                  <a:gd name="T58" fmla="*/ 233 w 495"/>
                  <a:gd name="T59" fmla="*/ 861 h 888"/>
                  <a:gd name="T60" fmla="*/ 235 w 495"/>
                  <a:gd name="T61" fmla="*/ 847 h 888"/>
                  <a:gd name="T62" fmla="*/ 260 w 495"/>
                  <a:gd name="T63" fmla="*/ 527 h 888"/>
                  <a:gd name="T64" fmla="*/ 260 w 495"/>
                  <a:gd name="T65" fmla="*/ 847 h 888"/>
                  <a:gd name="T66" fmla="*/ 264 w 495"/>
                  <a:gd name="T67" fmla="*/ 861 h 888"/>
                  <a:gd name="T68" fmla="*/ 272 w 495"/>
                  <a:gd name="T69" fmla="*/ 876 h 888"/>
                  <a:gd name="T70" fmla="*/ 286 w 495"/>
                  <a:gd name="T71" fmla="*/ 883 h 888"/>
                  <a:gd name="T72" fmla="*/ 301 w 495"/>
                  <a:gd name="T73" fmla="*/ 888 h 888"/>
                  <a:gd name="T74" fmla="*/ 311 w 495"/>
                  <a:gd name="T75" fmla="*/ 886 h 888"/>
                  <a:gd name="T76" fmla="*/ 325 w 495"/>
                  <a:gd name="T77" fmla="*/ 881 h 888"/>
                  <a:gd name="T78" fmla="*/ 335 w 495"/>
                  <a:gd name="T79" fmla="*/ 869 h 888"/>
                  <a:gd name="T80" fmla="*/ 342 w 495"/>
                  <a:gd name="T81" fmla="*/ 854 h 888"/>
                  <a:gd name="T82" fmla="*/ 342 w 495"/>
                  <a:gd name="T83" fmla="*/ 527 h 888"/>
                  <a:gd name="T84" fmla="*/ 340 w 495"/>
                  <a:gd name="T85" fmla="*/ 124 h 888"/>
                  <a:gd name="T86" fmla="*/ 345 w 495"/>
                  <a:gd name="T87" fmla="*/ 124 h 888"/>
                  <a:gd name="T88" fmla="*/ 427 w 495"/>
                  <a:gd name="T89" fmla="*/ 349 h 888"/>
                  <a:gd name="T90" fmla="*/ 429 w 495"/>
                  <a:gd name="T91" fmla="*/ 357 h 888"/>
                  <a:gd name="T92" fmla="*/ 444 w 495"/>
                  <a:gd name="T93" fmla="*/ 371 h 888"/>
                  <a:gd name="T94" fmla="*/ 463 w 495"/>
                  <a:gd name="T95" fmla="*/ 374 h 888"/>
                  <a:gd name="T96" fmla="*/ 471 w 495"/>
                  <a:gd name="T97" fmla="*/ 371 h 888"/>
                  <a:gd name="T98" fmla="*/ 483 w 495"/>
                  <a:gd name="T99" fmla="*/ 364 h 888"/>
                  <a:gd name="T100" fmla="*/ 495 w 495"/>
                  <a:gd name="T101" fmla="*/ 340 h 888"/>
                  <a:gd name="T102" fmla="*/ 495 w 495"/>
                  <a:gd name="T103" fmla="*/ 328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95" h="888">
                    <a:moveTo>
                      <a:pt x="495" y="328"/>
                    </a:moveTo>
                    <a:lnTo>
                      <a:pt x="403" y="53"/>
                    </a:lnTo>
                    <a:lnTo>
                      <a:pt x="403" y="53"/>
                    </a:lnTo>
                    <a:lnTo>
                      <a:pt x="400" y="41"/>
                    </a:lnTo>
                    <a:lnTo>
                      <a:pt x="398" y="32"/>
                    </a:lnTo>
                    <a:lnTo>
                      <a:pt x="391" y="22"/>
                    </a:lnTo>
                    <a:lnTo>
                      <a:pt x="386" y="15"/>
                    </a:lnTo>
                    <a:lnTo>
                      <a:pt x="376" y="10"/>
                    </a:lnTo>
                    <a:lnTo>
                      <a:pt x="366" y="5"/>
                    </a:lnTo>
                    <a:lnTo>
                      <a:pt x="357" y="0"/>
                    </a:lnTo>
                    <a:lnTo>
                      <a:pt x="345" y="0"/>
                    </a:lnTo>
                    <a:lnTo>
                      <a:pt x="146" y="0"/>
                    </a:lnTo>
                    <a:lnTo>
                      <a:pt x="146" y="0"/>
                    </a:lnTo>
                    <a:lnTo>
                      <a:pt x="131" y="3"/>
                    </a:lnTo>
                    <a:lnTo>
                      <a:pt x="116" y="7"/>
                    </a:lnTo>
                    <a:lnTo>
                      <a:pt x="104" y="17"/>
                    </a:lnTo>
                    <a:lnTo>
                      <a:pt x="97" y="27"/>
                    </a:lnTo>
                    <a:lnTo>
                      <a:pt x="97" y="27"/>
                    </a:lnTo>
                    <a:lnTo>
                      <a:pt x="92" y="39"/>
                    </a:lnTo>
                    <a:lnTo>
                      <a:pt x="90" y="39"/>
                    </a:lnTo>
                    <a:lnTo>
                      <a:pt x="90" y="39"/>
                    </a:lnTo>
                    <a:lnTo>
                      <a:pt x="90" y="44"/>
                    </a:lnTo>
                    <a:lnTo>
                      <a:pt x="0" y="328"/>
                    </a:lnTo>
                    <a:lnTo>
                      <a:pt x="0" y="328"/>
                    </a:lnTo>
                    <a:lnTo>
                      <a:pt x="0" y="335"/>
                    </a:lnTo>
                    <a:lnTo>
                      <a:pt x="0" y="342"/>
                    </a:lnTo>
                    <a:lnTo>
                      <a:pt x="2" y="354"/>
                    </a:lnTo>
                    <a:lnTo>
                      <a:pt x="12" y="366"/>
                    </a:lnTo>
                    <a:lnTo>
                      <a:pt x="17" y="371"/>
                    </a:lnTo>
                    <a:lnTo>
                      <a:pt x="24" y="374"/>
                    </a:lnTo>
                    <a:lnTo>
                      <a:pt x="24" y="374"/>
                    </a:lnTo>
                    <a:lnTo>
                      <a:pt x="32" y="374"/>
                    </a:lnTo>
                    <a:lnTo>
                      <a:pt x="39" y="374"/>
                    </a:lnTo>
                    <a:lnTo>
                      <a:pt x="51" y="371"/>
                    </a:lnTo>
                    <a:lnTo>
                      <a:pt x="61" y="362"/>
                    </a:lnTo>
                    <a:lnTo>
                      <a:pt x="66" y="357"/>
                    </a:lnTo>
                    <a:lnTo>
                      <a:pt x="68" y="349"/>
                    </a:lnTo>
                    <a:lnTo>
                      <a:pt x="138" y="124"/>
                    </a:lnTo>
                    <a:lnTo>
                      <a:pt x="138" y="124"/>
                    </a:lnTo>
                    <a:lnTo>
                      <a:pt x="146" y="124"/>
                    </a:lnTo>
                    <a:lnTo>
                      <a:pt x="153" y="124"/>
                    </a:lnTo>
                    <a:lnTo>
                      <a:pt x="46" y="527"/>
                    </a:lnTo>
                    <a:lnTo>
                      <a:pt x="155" y="527"/>
                    </a:lnTo>
                    <a:lnTo>
                      <a:pt x="155" y="847"/>
                    </a:lnTo>
                    <a:lnTo>
                      <a:pt x="155" y="847"/>
                    </a:lnTo>
                    <a:lnTo>
                      <a:pt x="155" y="854"/>
                    </a:lnTo>
                    <a:lnTo>
                      <a:pt x="158" y="861"/>
                    </a:lnTo>
                    <a:lnTo>
                      <a:pt x="160" y="869"/>
                    </a:lnTo>
                    <a:lnTo>
                      <a:pt x="167" y="876"/>
                    </a:lnTo>
                    <a:lnTo>
                      <a:pt x="172" y="881"/>
                    </a:lnTo>
                    <a:lnTo>
                      <a:pt x="180" y="883"/>
                    </a:lnTo>
                    <a:lnTo>
                      <a:pt x="187" y="886"/>
                    </a:lnTo>
                    <a:lnTo>
                      <a:pt x="194" y="888"/>
                    </a:lnTo>
                    <a:lnTo>
                      <a:pt x="194" y="888"/>
                    </a:lnTo>
                    <a:lnTo>
                      <a:pt x="204" y="886"/>
                    </a:lnTo>
                    <a:lnTo>
                      <a:pt x="211" y="883"/>
                    </a:lnTo>
                    <a:lnTo>
                      <a:pt x="218" y="881"/>
                    </a:lnTo>
                    <a:lnTo>
                      <a:pt x="223" y="876"/>
                    </a:lnTo>
                    <a:lnTo>
                      <a:pt x="231" y="869"/>
                    </a:lnTo>
                    <a:lnTo>
                      <a:pt x="233" y="861"/>
                    </a:lnTo>
                    <a:lnTo>
                      <a:pt x="235" y="854"/>
                    </a:lnTo>
                    <a:lnTo>
                      <a:pt x="235" y="847"/>
                    </a:lnTo>
                    <a:lnTo>
                      <a:pt x="235" y="527"/>
                    </a:lnTo>
                    <a:lnTo>
                      <a:pt x="260" y="527"/>
                    </a:lnTo>
                    <a:lnTo>
                      <a:pt x="260" y="847"/>
                    </a:lnTo>
                    <a:lnTo>
                      <a:pt x="260" y="847"/>
                    </a:lnTo>
                    <a:lnTo>
                      <a:pt x="262" y="854"/>
                    </a:lnTo>
                    <a:lnTo>
                      <a:pt x="264" y="861"/>
                    </a:lnTo>
                    <a:lnTo>
                      <a:pt x="267" y="869"/>
                    </a:lnTo>
                    <a:lnTo>
                      <a:pt x="272" y="876"/>
                    </a:lnTo>
                    <a:lnTo>
                      <a:pt x="279" y="881"/>
                    </a:lnTo>
                    <a:lnTo>
                      <a:pt x="286" y="883"/>
                    </a:lnTo>
                    <a:lnTo>
                      <a:pt x="294" y="886"/>
                    </a:lnTo>
                    <a:lnTo>
                      <a:pt x="301" y="888"/>
                    </a:lnTo>
                    <a:lnTo>
                      <a:pt x="301" y="888"/>
                    </a:lnTo>
                    <a:lnTo>
                      <a:pt x="311" y="886"/>
                    </a:lnTo>
                    <a:lnTo>
                      <a:pt x="318" y="883"/>
                    </a:lnTo>
                    <a:lnTo>
                      <a:pt x="325" y="881"/>
                    </a:lnTo>
                    <a:lnTo>
                      <a:pt x="330" y="876"/>
                    </a:lnTo>
                    <a:lnTo>
                      <a:pt x="335" y="869"/>
                    </a:lnTo>
                    <a:lnTo>
                      <a:pt x="340" y="861"/>
                    </a:lnTo>
                    <a:lnTo>
                      <a:pt x="342" y="854"/>
                    </a:lnTo>
                    <a:lnTo>
                      <a:pt x="342" y="847"/>
                    </a:lnTo>
                    <a:lnTo>
                      <a:pt x="342" y="527"/>
                    </a:lnTo>
                    <a:lnTo>
                      <a:pt x="451" y="527"/>
                    </a:lnTo>
                    <a:lnTo>
                      <a:pt x="340" y="124"/>
                    </a:lnTo>
                    <a:lnTo>
                      <a:pt x="345" y="124"/>
                    </a:lnTo>
                    <a:lnTo>
                      <a:pt x="345" y="124"/>
                    </a:lnTo>
                    <a:lnTo>
                      <a:pt x="352" y="124"/>
                    </a:lnTo>
                    <a:lnTo>
                      <a:pt x="427" y="349"/>
                    </a:lnTo>
                    <a:lnTo>
                      <a:pt x="427" y="349"/>
                    </a:lnTo>
                    <a:lnTo>
                      <a:pt x="429" y="357"/>
                    </a:lnTo>
                    <a:lnTo>
                      <a:pt x="434" y="362"/>
                    </a:lnTo>
                    <a:lnTo>
                      <a:pt x="444" y="371"/>
                    </a:lnTo>
                    <a:lnTo>
                      <a:pt x="459" y="374"/>
                    </a:lnTo>
                    <a:lnTo>
                      <a:pt x="463" y="374"/>
                    </a:lnTo>
                    <a:lnTo>
                      <a:pt x="471" y="371"/>
                    </a:lnTo>
                    <a:lnTo>
                      <a:pt x="471" y="371"/>
                    </a:lnTo>
                    <a:lnTo>
                      <a:pt x="478" y="369"/>
                    </a:lnTo>
                    <a:lnTo>
                      <a:pt x="483" y="364"/>
                    </a:lnTo>
                    <a:lnTo>
                      <a:pt x="493" y="354"/>
                    </a:lnTo>
                    <a:lnTo>
                      <a:pt x="495" y="340"/>
                    </a:lnTo>
                    <a:lnTo>
                      <a:pt x="495" y="332"/>
                    </a:lnTo>
                    <a:lnTo>
                      <a:pt x="495" y="328"/>
                    </a:lnTo>
                    <a:lnTo>
                      <a:pt x="495" y="3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grpSp>
        <p:nvGrpSpPr>
          <p:cNvPr id="287" name="组合 286"/>
          <p:cNvGrpSpPr/>
          <p:nvPr/>
        </p:nvGrpSpPr>
        <p:grpSpPr>
          <a:xfrm>
            <a:off x="3385005" y="4621225"/>
            <a:ext cx="5519545" cy="643391"/>
            <a:chOff x="2349267" y="3440527"/>
            <a:chExt cx="5519545" cy="643391"/>
          </a:xfrm>
          <a:solidFill>
            <a:srgbClr val="ED7000"/>
          </a:solidFill>
        </p:grpSpPr>
        <p:grpSp>
          <p:nvGrpSpPr>
            <p:cNvPr id="288" name="组合 287"/>
            <p:cNvGrpSpPr/>
            <p:nvPr/>
          </p:nvGrpSpPr>
          <p:grpSpPr>
            <a:xfrm>
              <a:off x="7574469" y="3440527"/>
              <a:ext cx="294343" cy="643391"/>
              <a:chOff x="4421673" y="2233518"/>
              <a:chExt cx="785812" cy="1717675"/>
            </a:xfrm>
            <a:grpFill/>
          </p:grpSpPr>
          <p:sp>
            <p:nvSpPr>
              <p:cNvPr id="346" name="Freeform 5"/>
              <p:cNvSpPr>
                <a:spLocks/>
              </p:cNvSpPr>
              <p:nvPr/>
            </p:nvSpPr>
            <p:spPr bwMode="auto">
              <a:xfrm>
                <a:off x="4683610" y="2233518"/>
                <a:ext cx="254000" cy="258763"/>
              </a:xfrm>
              <a:custGeom>
                <a:avLst/>
                <a:gdLst>
                  <a:gd name="T0" fmla="*/ 80 w 160"/>
                  <a:gd name="T1" fmla="*/ 163 h 163"/>
                  <a:gd name="T2" fmla="*/ 80 w 160"/>
                  <a:gd name="T3" fmla="*/ 163 h 163"/>
                  <a:gd name="T4" fmla="*/ 95 w 160"/>
                  <a:gd name="T5" fmla="*/ 160 h 163"/>
                  <a:gd name="T6" fmla="*/ 112 w 160"/>
                  <a:gd name="T7" fmla="*/ 155 h 163"/>
                  <a:gd name="T8" fmla="*/ 124 w 160"/>
                  <a:gd name="T9" fmla="*/ 148 h 163"/>
                  <a:gd name="T10" fmla="*/ 136 w 160"/>
                  <a:gd name="T11" fmla="*/ 138 h 163"/>
                  <a:gd name="T12" fmla="*/ 146 w 160"/>
                  <a:gd name="T13" fmla="*/ 126 h 163"/>
                  <a:gd name="T14" fmla="*/ 153 w 160"/>
                  <a:gd name="T15" fmla="*/ 112 h 163"/>
                  <a:gd name="T16" fmla="*/ 158 w 160"/>
                  <a:gd name="T17" fmla="*/ 97 h 163"/>
                  <a:gd name="T18" fmla="*/ 160 w 160"/>
                  <a:gd name="T19" fmla="*/ 80 h 163"/>
                  <a:gd name="T20" fmla="*/ 160 w 160"/>
                  <a:gd name="T21" fmla="*/ 80 h 163"/>
                  <a:gd name="T22" fmla="*/ 158 w 160"/>
                  <a:gd name="T23" fmla="*/ 66 h 163"/>
                  <a:gd name="T24" fmla="*/ 153 w 160"/>
                  <a:gd name="T25" fmla="*/ 49 h 163"/>
                  <a:gd name="T26" fmla="*/ 146 w 160"/>
                  <a:gd name="T27" fmla="*/ 36 h 163"/>
                  <a:gd name="T28" fmla="*/ 136 w 160"/>
                  <a:gd name="T29" fmla="*/ 24 h 163"/>
                  <a:gd name="T30" fmla="*/ 124 w 160"/>
                  <a:gd name="T31" fmla="*/ 15 h 163"/>
                  <a:gd name="T32" fmla="*/ 112 w 160"/>
                  <a:gd name="T33" fmla="*/ 7 h 163"/>
                  <a:gd name="T34" fmla="*/ 95 w 160"/>
                  <a:gd name="T35" fmla="*/ 2 h 163"/>
                  <a:gd name="T36" fmla="*/ 80 w 160"/>
                  <a:gd name="T37" fmla="*/ 0 h 163"/>
                  <a:gd name="T38" fmla="*/ 80 w 160"/>
                  <a:gd name="T39" fmla="*/ 0 h 163"/>
                  <a:gd name="T40" fmla="*/ 63 w 160"/>
                  <a:gd name="T41" fmla="*/ 2 h 163"/>
                  <a:gd name="T42" fmla="*/ 49 w 160"/>
                  <a:gd name="T43" fmla="*/ 7 h 163"/>
                  <a:gd name="T44" fmla="*/ 34 w 160"/>
                  <a:gd name="T45" fmla="*/ 15 h 163"/>
                  <a:gd name="T46" fmla="*/ 22 w 160"/>
                  <a:gd name="T47" fmla="*/ 24 h 163"/>
                  <a:gd name="T48" fmla="*/ 12 w 160"/>
                  <a:gd name="T49" fmla="*/ 36 h 163"/>
                  <a:gd name="T50" fmla="*/ 5 w 160"/>
                  <a:gd name="T51" fmla="*/ 49 h 163"/>
                  <a:gd name="T52" fmla="*/ 0 w 160"/>
                  <a:gd name="T53" fmla="*/ 66 h 163"/>
                  <a:gd name="T54" fmla="*/ 0 w 160"/>
                  <a:gd name="T55" fmla="*/ 80 h 163"/>
                  <a:gd name="T56" fmla="*/ 0 w 160"/>
                  <a:gd name="T57" fmla="*/ 80 h 163"/>
                  <a:gd name="T58" fmla="*/ 0 w 160"/>
                  <a:gd name="T59" fmla="*/ 97 h 163"/>
                  <a:gd name="T60" fmla="*/ 5 w 160"/>
                  <a:gd name="T61" fmla="*/ 112 h 163"/>
                  <a:gd name="T62" fmla="*/ 12 w 160"/>
                  <a:gd name="T63" fmla="*/ 126 h 163"/>
                  <a:gd name="T64" fmla="*/ 22 w 160"/>
                  <a:gd name="T65" fmla="*/ 138 h 163"/>
                  <a:gd name="T66" fmla="*/ 34 w 160"/>
                  <a:gd name="T67" fmla="*/ 148 h 163"/>
                  <a:gd name="T68" fmla="*/ 49 w 160"/>
                  <a:gd name="T69" fmla="*/ 155 h 163"/>
                  <a:gd name="T70" fmla="*/ 63 w 160"/>
                  <a:gd name="T71" fmla="*/ 160 h 163"/>
                  <a:gd name="T72" fmla="*/ 80 w 160"/>
                  <a:gd name="T73" fmla="*/ 163 h 163"/>
                  <a:gd name="T74" fmla="*/ 80 w 160"/>
                  <a:gd name="T75"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0" h="163">
                    <a:moveTo>
                      <a:pt x="80" y="163"/>
                    </a:moveTo>
                    <a:lnTo>
                      <a:pt x="80" y="163"/>
                    </a:lnTo>
                    <a:lnTo>
                      <a:pt x="95" y="160"/>
                    </a:lnTo>
                    <a:lnTo>
                      <a:pt x="112" y="155"/>
                    </a:lnTo>
                    <a:lnTo>
                      <a:pt x="124" y="148"/>
                    </a:lnTo>
                    <a:lnTo>
                      <a:pt x="136" y="138"/>
                    </a:lnTo>
                    <a:lnTo>
                      <a:pt x="146" y="126"/>
                    </a:lnTo>
                    <a:lnTo>
                      <a:pt x="153" y="112"/>
                    </a:lnTo>
                    <a:lnTo>
                      <a:pt x="158" y="97"/>
                    </a:lnTo>
                    <a:lnTo>
                      <a:pt x="160" y="80"/>
                    </a:lnTo>
                    <a:lnTo>
                      <a:pt x="160" y="80"/>
                    </a:lnTo>
                    <a:lnTo>
                      <a:pt x="158" y="66"/>
                    </a:lnTo>
                    <a:lnTo>
                      <a:pt x="153" y="49"/>
                    </a:lnTo>
                    <a:lnTo>
                      <a:pt x="146" y="36"/>
                    </a:lnTo>
                    <a:lnTo>
                      <a:pt x="136" y="24"/>
                    </a:lnTo>
                    <a:lnTo>
                      <a:pt x="124" y="15"/>
                    </a:lnTo>
                    <a:lnTo>
                      <a:pt x="112" y="7"/>
                    </a:lnTo>
                    <a:lnTo>
                      <a:pt x="95" y="2"/>
                    </a:lnTo>
                    <a:lnTo>
                      <a:pt x="80" y="0"/>
                    </a:lnTo>
                    <a:lnTo>
                      <a:pt x="80" y="0"/>
                    </a:lnTo>
                    <a:lnTo>
                      <a:pt x="63" y="2"/>
                    </a:lnTo>
                    <a:lnTo>
                      <a:pt x="49" y="7"/>
                    </a:lnTo>
                    <a:lnTo>
                      <a:pt x="34" y="15"/>
                    </a:lnTo>
                    <a:lnTo>
                      <a:pt x="22" y="24"/>
                    </a:lnTo>
                    <a:lnTo>
                      <a:pt x="12" y="36"/>
                    </a:lnTo>
                    <a:lnTo>
                      <a:pt x="5" y="49"/>
                    </a:lnTo>
                    <a:lnTo>
                      <a:pt x="0" y="66"/>
                    </a:lnTo>
                    <a:lnTo>
                      <a:pt x="0" y="80"/>
                    </a:lnTo>
                    <a:lnTo>
                      <a:pt x="0" y="80"/>
                    </a:lnTo>
                    <a:lnTo>
                      <a:pt x="0" y="97"/>
                    </a:lnTo>
                    <a:lnTo>
                      <a:pt x="5" y="112"/>
                    </a:lnTo>
                    <a:lnTo>
                      <a:pt x="12" y="126"/>
                    </a:lnTo>
                    <a:lnTo>
                      <a:pt x="22" y="138"/>
                    </a:lnTo>
                    <a:lnTo>
                      <a:pt x="34" y="148"/>
                    </a:lnTo>
                    <a:lnTo>
                      <a:pt x="49" y="155"/>
                    </a:lnTo>
                    <a:lnTo>
                      <a:pt x="63" y="160"/>
                    </a:lnTo>
                    <a:lnTo>
                      <a:pt x="80" y="163"/>
                    </a:lnTo>
                    <a:lnTo>
                      <a:pt x="80" y="1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7" name="Freeform 6"/>
              <p:cNvSpPr>
                <a:spLocks/>
              </p:cNvSpPr>
              <p:nvPr/>
            </p:nvSpPr>
            <p:spPr bwMode="auto">
              <a:xfrm>
                <a:off x="4421673" y="2541493"/>
                <a:ext cx="785812" cy="1409700"/>
              </a:xfrm>
              <a:custGeom>
                <a:avLst/>
                <a:gdLst>
                  <a:gd name="T0" fmla="*/ 403 w 495"/>
                  <a:gd name="T1" fmla="*/ 53 h 888"/>
                  <a:gd name="T2" fmla="*/ 400 w 495"/>
                  <a:gd name="T3" fmla="*/ 41 h 888"/>
                  <a:gd name="T4" fmla="*/ 391 w 495"/>
                  <a:gd name="T5" fmla="*/ 22 h 888"/>
                  <a:gd name="T6" fmla="*/ 376 w 495"/>
                  <a:gd name="T7" fmla="*/ 10 h 888"/>
                  <a:gd name="T8" fmla="*/ 357 w 495"/>
                  <a:gd name="T9" fmla="*/ 0 h 888"/>
                  <a:gd name="T10" fmla="*/ 146 w 495"/>
                  <a:gd name="T11" fmla="*/ 0 h 888"/>
                  <a:gd name="T12" fmla="*/ 131 w 495"/>
                  <a:gd name="T13" fmla="*/ 3 h 888"/>
                  <a:gd name="T14" fmla="*/ 104 w 495"/>
                  <a:gd name="T15" fmla="*/ 17 h 888"/>
                  <a:gd name="T16" fmla="*/ 97 w 495"/>
                  <a:gd name="T17" fmla="*/ 27 h 888"/>
                  <a:gd name="T18" fmla="*/ 90 w 495"/>
                  <a:gd name="T19" fmla="*/ 39 h 888"/>
                  <a:gd name="T20" fmla="*/ 90 w 495"/>
                  <a:gd name="T21" fmla="*/ 44 h 888"/>
                  <a:gd name="T22" fmla="*/ 0 w 495"/>
                  <a:gd name="T23" fmla="*/ 328 h 888"/>
                  <a:gd name="T24" fmla="*/ 0 w 495"/>
                  <a:gd name="T25" fmla="*/ 342 h 888"/>
                  <a:gd name="T26" fmla="*/ 12 w 495"/>
                  <a:gd name="T27" fmla="*/ 366 h 888"/>
                  <a:gd name="T28" fmla="*/ 24 w 495"/>
                  <a:gd name="T29" fmla="*/ 374 h 888"/>
                  <a:gd name="T30" fmla="*/ 32 w 495"/>
                  <a:gd name="T31" fmla="*/ 374 h 888"/>
                  <a:gd name="T32" fmla="*/ 51 w 495"/>
                  <a:gd name="T33" fmla="*/ 371 h 888"/>
                  <a:gd name="T34" fmla="*/ 66 w 495"/>
                  <a:gd name="T35" fmla="*/ 357 h 888"/>
                  <a:gd name="T36" fmla="*/ 138 w 495"/>
                  <a:gd name="T37" fmla="*/ 124 h 888"/>
                  <a:gd name="T38" fmla="*/ 146 w 495"/>
                  <a:gd name="T39" fmla="*/ 124 h 888"/>
                  <a:gd name="T40" fmla="*/ 46 w 495"/>
                  <a:gd name="T41" fmla="*/ 527 h 888"/>
                  <a:gd name="T42" fmla="*/ 155 w 495"/>
                  <a:gd name="T43" fmla="*/ 847 h 888"/>
                  <a:gd name="T44" fmla="*/ 155 w 495"/>
                  <a:gd name="T45" fmla="*/ 854 h 888"/>
                  <a:gd name="T46" fmla="*/ 160 w 495"/>
                  <a:gd name="T47" fmla="*/ 869 h 888"/>
                  <a:gd name="T48" fmla="*/ 172 w 495"/>
                  <a:gd name="T49" fmla="*/ 881 h 888"/>
                  <a:gd name="T50" fmla="*/ 187 w 495"/>
                  <a:gd name="T51" fmla="*/ 886 h 888"/>
                  <a:gd name="T52" fmla="*/ 194 w 495"/>
                  <a:gd name="T53" fmla="*/ 888 h 888"/>
                  <a:gd name="T54" fmla="*/ 211 w 495"/>
                  <a:gd name="T55" fmla="*/ 883 h 888"/>
                  <a:gd name="T56" fmla="*/ 223 w 495"/>
                  <a:gd name="T57" fmla="*/ 876 h 888"/>
                  <a:gd name="T58" fmla="*/ 233 w 495"/>
                  <a:gd name="T59" fmla="*/ 861 h 888"/>
                  <a:gd name="T60" fmla="*/ 235 w 495"/>
                  <a:gd name="T61" fmla="*/ 847 h 888"/>
                  <a:gd name="T62" fmla="*/ 260 w 495"/>
                  <a:gd name="T63" fmla="*/ 527 h 888"/>
                  <a:gd name="T64" fmla="*/ 260 w 495"/>
                  <a:gd name="T65" fmla="*/ 847 h 888"/>
                  <a:gd name="T66" fmla="*/ 264 w 495"/>
                  <a:gd name="T67" fmla="*/ 861 h 888"/>
                  <a:gd name="T68" fmla="*/ 272 w 495"/>
                  <a:gd name="T69" fmla="*/ 876 h 888"/>
                  <a:gd name="T70" fmla="*/ 286 w 495"/>
                  <a:gd name="T71" fmla="*/ 883 h 888"/>
                  <a:gd name="T72" fmla="*/ 301 w 495"/>
                  <a:gd name="T73" fmla="*/ 888 h 888"/>
                  <a:gd name="T74" fmla="*/ 311 w 495"/>
                  <a:gd name="T75" fmla="*/ 886 h 888"/>
                  <a:gd name="T76" fmla="*/ 325 w 495"/>
                  <a:gd name="T77" fmla="*/ 881 h 888"/>
                  <a:gd name="T78" fmla="*/ 335 w 495"/>
                  <a:gd name="T79" fmla="*/ 869 h 888"/>
                  <a:gd name="T80" fmla="*/ 342 w 495"/>
                  <a:gd name="T81" fmla="*/ 854 h 888"/>
                  <a:gd name="T82" fmla="*/ 342 w 495"/>
                  <a:gd name="T83" fmla="*/ 527 h 888"/>
                  <a:gd name="T84" fmla="*/ 340 w 495"/>
                  <a:gd name="T85" fmla="*/ 124 h 888"/>
                  <a:gd name="T86" fmla="*/ 345 w 495"/>
                  <a:gd name="T87" fmla="*/ 124 h 888"/>
                  <a:gd name="T88" fmla="*/ 427 w 495"/>
                  <a:gd name="T89" fmla="*/ 349 h 888"/>
                  <a:gd name="T90" fmla="*/ 429 w 495"/>
                  <a:gd name="T91" fmla="*/ 357 h 888"/>
                  <a:gd name="T92" fmla="*/ 444 w 495"/>
                  <a:gd name="T93" fmla="*/ 371 h 888"/>
                  <a:gd name="T94" fmla="*/ 463 w 495"/>
                  <a:gd name="T95" fmla="*/ 374 h 888"/>
                  <a:gd name="T96" fmla="*/ 471 w 495"/>
                  <a:gd name="T97" fmla="*/ 371 h 888"/>
                  <a:gd name="T98" fmla="*/ 483 w 495"/>
                  <a:gd name="T99" fmla="*/ 364 h 888"/>
                  <a:gd name="T100" fmla="*/ 495 w 495"/>
                  <a:gd name="T101" fmla="*/ 340 h 888"/>
                  <a:gd name="T102" fmla="*/ 495 w 495"/>
                  <a:gd name="T103" fmla="*/ 328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95" h="888">
                    <a:moveTo>
                      <a:pt x="495" y="328"/>
                    </a:moveTo>
                    <a:lnTo>
                      <a:pt x="403" y="53"/>
                    </a:lnTo>
                    <a:lnTo>
                      <a:pt x="403" y="53"/>
                    </a:lnTo>
                    <a:lnTo>
                      <a:pt x="400" y="41"/>
                    </a:lnTo>
                    <a:lnTo>
                      <a:pt x="398" y="32"/>
                    </a:lnTo>
                    <a:lnTo>
                      <a:pt x="391" y="22"/>
                    </a:lnTo>
                    <a:lnTo>
                      <a:pt x="386" y="15"/>
                    </a:lnTo>
                    <a:lnTo>
                      <a:pt x="376" y="10"/>
                    </a:lnTo>
                    <a:lnTo>
                      <a:pt x="366" y="5"/>
                    </a:lnTo>
                    <a:lnTo>
                      <a:pt x="357" y="0"/>
                    </a:lnTo>
                    <a:lnTo>
                      <a:pt x="345" y="0"/>
                    </a:lnTo>
                    <a:lnTo>
                      <a:pt x="146" y="0"/>
                    </a:lnTo>
                    <a:lnTo>
                      <a:pt x="146" y="0"/>
                    </a:lnTo>
                    <a:lnTo>
                      <a:pt x="131" y="3"/>
                    </a:lnTo>
                    <a:lnTo>
                      <a:pt x="116" y="7"/>
                    </a:lnTo>
                    <a:lnTo>
                      <a:pt x="104" y="17"/>
                    </a:lnTo>
                    <a:lnTo>
                      <a:pt x="97" y="27"/>
                    </a:lnTo>
                    <a:lnTo>
                      <a:pt x="97" y="27"/>
                    </a:lnTo>
                    <a:lnTo>
                      <a:pt x="92" y="39"/>
                    </a:lnTo>
                    <a:lnTo>
                      <a:pt x="90" y="39"/>
                    </a:lnTo>
                    <a:lnTo>
                      <a:pt x="90" y="39"/>
                    </a:lnTo>
                    <a:lnTo>
                      <a:pt x="90" y="44"/>
                    </a:lnTo>
                    <a:lnTo>
                      <a:pt x="0" y="328"/>
                    </a:lnTo>
                    <a:lnTo>
                      <a:pt x="0" y="328"/>
                    </a:lnTo>
                    <a:lnTo>
                      <a:pt x="0" y="335"/>
                    </a:lnTo>
                    <a:lnTo>
                      <a:pt x="0" y="342"/>
                    </a:lnTo>
                    <a:lnTo>
                      <a:pt x="2" y="354"/>
                    </a:lnTo>
                    <a:lnTo>
                      <a:pt x="12" y="366"/>
                    </a:lnTo>
                    <a:lnTo>
                      <a:pt x="17" y="371"/>
                    </a:lnTo>
                    <a:lnTo>
                      <a:pt x="24" y="374"/>
                    </a:lnTo>
                    <a:lnTo>
                      <a:pt x="24" y="374"/>
                    </a:lnTo>
                    <a:lnTo>
                      <a:pt x="32" y="374"/>
                    </a:lnTo>
                    <a:lnTo>
                      <a:pt x="39" y="374"/>
                    </a:lnTo>
                    <a:lnTo>
                      <a:pt x="51" y="371"/>
                    </a:lnTo>
                    <a:lnTo>
                      <a:pt x="61" y="362"/>
                    </a:lnTo>
                    <a:lnTo>
                      <a:pt x="66" y="357"/>
                    </a:lnTo>
                    <a:lnTo>
                      <a:pt x="68" y="349"/>
                    </a:lnTo>
                    <a:lnTo>
                      <a:pt x="138" y="124"/>
                    </a:lnTo>
                    <a:lnTo>
                      <a:pt x="138" y="124"/>
                    </a:lnTo>
                    <a:lnTo>
                      <a:pt x="146" y="124"/>
                    </a:lnTo>
                    <a:lnTo>
                      <a:pt x="153" y="124"/>
                    </a:lnTo>
                    <a:lnTo>
                      <a:pt x="46" y="527"/>
                    </a:lnTo>
                    <a:lnTo>
                      <a:pt x="155" y="527"/>
                    </a:lnTo>
                    <a:lnTo>
                      <a:pt x="155" y="847"/>
                    </a:lnTo>
                    <a:lnTo>
                      <a:pt x="155" y="847"/>
                    </a:lnTo>
                    <a:lnTo>
                      <a:pt x="155" y="854"/>
                    </a:lnTo>
                    <a:lnTo>
                      <a:pt x="158" y="861"/>
                    </a:lnTo>
                    <a:lnTo>
                      <a:pt x="160" y="869"/>
                    </a:lnTo>
                    <a:lnTo>
                      <a:pt x="167" y="876"/>
                    </a:lnTo>
                    <a:lnTo>
                      <a:pt x="172" y="881"/>
                    </a:lnTo>
                    <a:lnTo>
                      <a:pt x="180" y="883"/>
                    </a:lnTo>
                    <a:lnTo>
                      <a:pt x="187" y="886"/>
                    </a:lnTo>
                    <a:lnTo>
                      <a:pt x="194" y="888"/>
                    </a:lnTo>
                    <a:lnTo>
                      <a:pt x="194" y="888"/>
                    </a:lnTo>
                    <a:lnTo>
                      <a:pt x="204" y="886"/>
                    </a:lnTo>
                    <a:lnTo>
                      <a:pt x="211" y="883"/>
                    </a:lnTo>
                    <a:lnTo>
                      <a:pt x="218" y="881"/>
                    </a:lnTo>
                    <a:lnTo>
                      <a:pt x="223" y="876"/>
                    </a:lnTo>
                    <a:lnTo>
                      <a:pt x="231" y="869"/>
                    </a:lnTo>
                    <a:lnTo>
                      <a:pt x="233" y="861"/>
                    </a:lnTo>
                    <a:lnTo>
                      <a:pt x="235" y="854"/>
                    </a:lnTo>
                    <a:lnTo>
                      <a:pt x="235" y="847"/>
                    </a:lnTo>
                    <a:lnTo>
                      <a:pt x="235" y="527"/>
                    </a:lnTo>
                    <a:lnTo>
                      <a:pt x="260" y="527"/>
                    </a:lnTo>
                    <a:lnTo>
                      <a:pt x="260" y="847"/>
                    </a:lnTo>
                    <a:lnTo>
                      <a:pt x="260" y="847"/>
                    </a:lnTo>
                    <a:lnTo>
                      <a:pt x="262" y="854"/>
                    </a:lnTo>
                    <a:lnTo>
                      <a:pt x="264" y="861"/>
                    </a:lnTo>
                    <a:lnTo>
                      <a:pt x="267" y="869"/>
                    </a:lnTo>
                    <a:lnTo>
                      <a:pt x="272" y="876"/>
                    </a:lnTo>
                    <a:lnTo>
                      <a:pt x="279" y="881"/>
                    </a:lnTo>
                    <a:lnTo>
                      <a:pt x="286" y="883"/>
                    </a:lnTo>
                    <a:lnTo>
                      <a:pt x="294" y="886"/>
                    </a:lnTo>
                    <a:lnTo>
                      <a:pt x="301" y="888"/>
                    </a:lnTo>
                    <a:lnTo>
                      <a:pt x="301" y="888"/>
                    </a:lnTo>
                    <a:lnTo>
                      <a:pt x="311" y="886"/>
                    </a:lnTo>
                    <a:lnTo>
                      <a:pt x="318" y="883"/>
                    </a:lnTo>
                    <a:lnTo>
                      <a:pt x="325" y="881"/>
                    </a:lnTo>
                    <a:lnTo>
                      <a:pt x="330" y="876"/>
                    </a:lnTo>
                    <a:lnTo>
                      <a:pt x="335" y="869"/>
                    </a:lnTo>
                    <a:lnTo>
                      <a:pt x="340" y="861"/>
                    </a:lnTo>
                    <a:lnTo>
                      <a:pt x="342" y="854"/>
                    </a:lnTo>
                    <a:lnTo>
                      <a:pt x="342" y="847"/>
                    </a:lnTo>
                    <a:lnTo>
                      <a:pt x="342" y="527"/>
                    </a:lnTo>
                    <a:lnTo>
                      <a:pt x="451" y="527"/>
                    </a:lnTo>
                    <a:lnTo>
                      <a:pt x="340" y="124"/>
                    </a:lnTo>
                    <a:lnTo>
                      <a:pt x="345" y="124"/>
                    </a:lnTo>
                    <a:lnTo>
                      <a:pt x="345" y="124"/>
                    </a:lnTo>
                    <a:lnTo>
                      <a:pt x="352" y="124"/>
                    </a:lnTo>
                    <a:lnTo>
                      <a:pt x="427" y="349"/>
                    </a:lnTo>
                    <a:lnTo>
                      <a:pt x="427" y="349"/>
                    </a:lnTo>
                    <a:lnTo>
                      <a:pt x="429" y="357"/>
                    </a:lnTo>
                    <a:lnTo>
                      <a:pt x="434" y="362"/>
                    </a:lnTo>
                    <a:lnTo>
                      <a:pt x="444" y="371"/>
                    </a:lnTo>
                    <a:lnTo>
                      <a:pt x="459" y="374"/>
                    </a:lnTo>
                    <a:lnTo>
                      <a:pt x="463" y="374"/>
                    </a:lnTo>
                    <a:lnTo>
                      <a:pt x="471" y="371"/>
                    </a:lnTo>
                    <a:lnTo>
                      <a:pt x="471" y="371"/>
                    </a:lnTo>
                    <a:lnTo>
                      <a:pt x="478" y="369"/>
                    </a:lnTo>
                    <a:lnTo>
                      <a:pt x="483" y="364"/>
                    </a:lnTo>
                    <a:lnTo>
                      <a:pt x="493" y="354"/>
                    </a:lnTo>
                    <a:lnTo>
                      <a:pt x="495" y="340"/>
                    </a:lnTo>
                    <a:lnTo>
                      <a:pt x="495" y="332"/>
                    </a:lnTo>
                    <a:lnTo>
                      <a:pt x="495" y="328"/>
                    </a:lnTo>
                    <a:lnTo>
                      <a:pt x="495" y="3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89" name="组合 288"/>
            <p:cNvGrpSpPr/>
            <p:nvPr/>
          </p:nvGrpSpPr>
          <p:grpSpPr>
            <a:xfrm>
              <a:off x="7298885" y="3440527"/>
              <a:ext cx="294343" cy="643391"/>
              <a:chOff x="4421673" y="2233518"/>
              <a:chExt cx="785812" cy="1717675"/>
            </a:xfrm>
            <a:grpFill/>
          </p:grpSpPr>
          <p:sp>
            <p:nvSpPr>
              <p:cNvPr id="344" name="Freeform 5"/>
              <p:cNvSpPr>
                <a:spLocks/>
              </p:cNvSpPr>
              <p:nvPr/>
            </p:nvSpPr>
            <p:spPr bwMode="auto">
              <a:xfrm>
                <a:off x="4683610" y="2233518"/>
                <a:ext cx="254000" cy="258763"/>
              </a:xfrm>
              <a:custGeom>
                <a:avLst/>
                <a:gdLst>
                  <a:gd name="T0" fmla="*/ 80 w 160"/>
                  <a:gd name="T1" fmla="*/ 163 h 163"/>
                  <a:gd name="T2" fmla="*/ 80 w 160"/>
                  <a:gd name="T3" fmla="*/ 163 h 163"/>
                  <a:gd name="T4" fmla="*/ 95 w 160"/>
                  <a:gd name="T5" fmla="*/ 160 h 163"/>
                  <a:gd name="T6" fmla="*/ 112 w 160"/>
                  <a:gd name="T7" fmla="*/ 155 h 163"/>
                  <a:gd name="T8" fmla="*/ 124 w 160"/>
                  <a:gd name="T9" fmla="*/ 148 h 163"/>
                  <a:gd name="T10" fmla="*/ 136 w 160"/>
                  <a:gd name="T11" fmla="*/ 138 h 163"/>
                  <a:gd name="T12" fmla="*/ 146 w 160"/>
                  <a:gd name="T13" fmla="*/ 126 h 163"/>
                  <a:gd name="T14" fmla="*/ 153 w 160"/>
                  <a:gd name="T15" fmla="*/ 112 h 163"/>
                  <a:gd name="T16" fmla="*/ 158 w 160"/>
                  <a:gd name="T17" fmla="*/ 97 h 163"/>
                  <a:gd name="T18" fmla="*/ 160 w 160"/>
                  <a:gd name="T19" fmla="*/ 80 h 163"/>
                  <a:gd name="T20" fmla="*/ 160 w 160"/>
                  <a:gd name="T21" fmla="*/ 80 h 163"/>
                  <a:gd name="T22" fmla="*/ 158 w 160"/>
                  <a:gd name="T23" fmla="*/ 66 h 163"/>
                  <a:gd name="T24" fmla="*/ 153 w 160"/>
                  <a:gd name="T25" fmla="*/ 49 h 163"/>
                  <a:gd name="T26" fmla="*/ 146 w 160"/>
                  <a:gd name="T27" fmla="*/ 36 h 163"/>
                  <a:gd name="T28" fmla="*/ 136 w 160"/>
                  <a:gd name="T29" fmla="*/ 24 h 163"/>
                  <a:gd name="T30" fmla="*/ 124 w 160"/>
                  <a:gd name="T31" fmla="*/ 15 h 163"/>
                  <a:gd name="T32" fmla="*/ 112 w 160"/>
                  <a:gd name="T33" fmla="*/ 7 h 163"/>
                  <a:gd name="T34" fmla="*/ 95 w 160"/>
                  <a:gd name="T35" fmla="*/ 2 h 163"/>
                  <a:gd name="T36" fmla="*/ 80 w 160"/>
                  <a:gd name="T37" fmla="*/ 0 h 163"/>
                  <a:gd name="T38" fmla="*/ 80 w 160"/>
                  <a:gd name="T39" fmla="*/ 0 h 163"/>
                  <a:gd name="T40" fmla="*/ 63 w 160"/>
                  <a:gd name="T41" fmla="*/ 2 h 163"/>
                  <a:gd name="T42" fmla="*/ 49 w 160"/>
                  <a:gd name="T43" fmla="*/ 7 h 163"/>
                  <a:gd name="T44" fmla="*/ 34 w 160"/>
                  <a:gd name="T45" fmla="*/ 15 h 163"/>
                  <a:gd name="T46" fmla="*/ 22 w 160"/>
                  <a:gd name="T47" fmla="*/ 24 h 163"/>
                  <a:gd name="T48" fmla="*/ 12 w 160"/>
                  <a:gd name="T49" fmla="*/ 36 h 163"/>
                  <a:gd name="T50" fmla="*/ 5 w 160"/>
                  <a:gd name="T51" fmla="*/ 49 h 163"/>
                  <a:gd name="T52" fmla="*/ 0 w 160"/>
                  <a:gd name="T53" fmla="*/ 66 h 163"/>
                  <a:gd name="T54" fmla="*/ 0 w 160"/>
                  <a:gd name="T55" fmla="*/ 80 h 163"/>
                  <a:gd name="T56" fmla="*/ 0 w 160"/>
                  <a:gd name="T57" fmla="*/ 80 h 163"/>
                  <a:gd name="T58" fmla="*/ 0 w 160"/>
                  <a:gd name="T59" fmla="*/ 97 h 163"/>
                  <a:gd name="T60" fmla="*/ 5 w 160"/>
                  <a:gd name="T61" fmla="*/ 112 h 163"/>
                  <a:gd name="T62" fmla="*/ 12 w 160"/>
                  <a:gd name="T63" fmla="*/ 126 h 163"/>
                  <a:gd name="T64" fmla="*/ 22 w 160"/>
                  <a:gd name="T65" fmla="*/ 138 h 163"/>
                  <a:gd name="T66" fmla="*/ 34 w 160"/>
                  <a:gd name="T67" fmla="*/ 148 h 163"/>
                  <a:gd name="T68" fmla="*/ 49 w 160"/>
                  <a:gd name="T69" fmla="*/ 155 h 163"/>
                  <a:gd name="T70" fmla="*/ 63 w 160"/>
                  <a:gd name="T71" fmla="*/ 160 h 163"/>
                  <a:gd name="T72" fmla="*/ 80 w 160"/>
                  <a:gd name="T73" fmla="*/ 163 h 163"/>
                  <a:gd name="T74" fmla="*/ 80 w 160"/>
                  <a:gd name="T75"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0" h="163">
                    <a:moveTo>
                      <a:pt x="80" y="163"/>
                    </a:moveTo>
                    <a:lnTo>
                      <a:pt x="80" y="163"/>
                    </a:lnTo>
                    <a:lnTo>
                      <a:pt x="95" y="160"/>
                    </a:lnTo>
                    <a:lnTo>
                      <a:pt x="112" y="155"/>
                    </a:lnTo>
                    <a:lnTo>
                      <a:pt x="124" y="148"/>
                    </a:lnTo>
                    <a:lnTo>
                      <a:pt x="136" y="138"/>
                    </a:lnTo>
                    <a:lnTo>
                      <a:pt x="146" y="126"/>
                    </a:lnTo>
                    <a:lnTo>
                      <a:pt x="153" y="112"/>
                    </a:lnTo>
                    <a:lnTo>
                      <a:pt x="158" y="97"/>
                    </a:lnTo>
                    <a:lnTo>
                      <a:pt x="160" y="80"/>
                    </a:lnTo>
                    <a:lnTo>
                      <a:pt x="160" y="80"/>
                    </a:lnTo>
                    <a:lnTo>
                      <a:pt x="158" y="66"/>
                    </a:lnTo>
                    <a:lnTo>
                      <a:pt x="153" y="49"/>
                    </a:lnTo>
                    <a:lnTo>
                      <a:pt x="146" y="36"/>
                    </a:lnTo>
                    <a:lnTo>
                      <a:pt x="136" y="24"/>
                    </a:lnTo>
                    <a:lnTo>
                      <a:pt x="124" y="15"/>
                    </a:lnTo>
                    <a:lnTo>
                      <a:pt x="112" y="7"/>
                    </a:lnTo>
                    <a:lnTo>
                      <a:pt x="95" y="2"/>
                    </a:lnTo>
                    <a:lnTo>
                      <a:pt x="80" y="0"/>
                    </a:lnTo>
                    <a:lnTo>
                      <a:pt x="80" y="0"/>
                    </a:lnTo>
                    <a:lnTo>
                      <a:pt x="63" y="2"/>
                    </a:lnTo>
                    <a:lnTo>
                      <a:pt x="49" y="7"/>
                    </a:lnTo>
                    <a:lnTo>
                      <a:pt x="34" y="15"/>
                    </a:lnTo>
                    <a:lnTo>
                      <a:pt x="22" y="24"/>
                    </a:lnTo>
                    <a:lnTo>
                      <a:pt x="12" y="36"/>
                    </a:lnTo>
                    <a:lnTo>
                      <a:pt x="5" y="49"/>
                    </a:lnTo>
                    <a:lnTo>
                      <a:pt x="0" y="66"/>
                    </a:lnTo>
                    <a:lnTo>
                      <a:pt x="0" y="80"/>
                    </a:lnTo>
                    <a:lnTo>
                      <a:pt x="0" y="80"/>
                    </a:lnTo>
                    <a:lnTo>
                      <a:pt x="0" y="97"/>
                    </a:lnTo>
                    <a:lnTo>
                      <a:pt x="5" y="112"/>
                    </a:lnTo>
                    <a:lnTo>
                      <a:pt x="12" y="126"/>
                    </a:lnTo>
                    <a:lnTo>
                      <a:pt x="22" y="138"/>
                    </a:lnTo>
                    <a:lnTo>
                      <a:pt x="34" y="148"/>
                    </a:lnTo>
                    <a:lnTo>
                      <a:pt x="49" y="155"/>
                    </a:lnTo>
                    <a:lnTo>
                      <a:pt x="63" y="160"/>
                    </a:lnTo>
                    <a:lnTo>
                      <a:pt x="80" y="163"/>
                    </a:lnTo>
                    <a:lnTo>
                      <a:pt x="80" y="1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5" name="Freeform 6"/>
              <p:cNvSpPr>
                <a:spLocks/>
              </p:cNvSpPr>
              <p:nvPr/>
            </p:nvSpPr>
            <p:spPr bwMode="auto">
              <a:xfrm>
                <a:off x="4421673" y="2541493"/>
                <a:ext cx="785812" cy="1409700"/>
              </a:xfrm>
              <a:custGeom>
                <a:avLst/>
                <a:gdLst>
                  <a:gd name="T0" fmla="*/ 403 w 495"/>
                  <a:gd name="T1" fmla="*/ 53 h 888"/>
                  <a:gd name="T2" fmla="*/ 400 w 495"/>
                  <a:gd name="T3" fmla="*/ 41 h 888"/>
                  <a:gd name="T4" fmla="*/ 391 w 495"/>
                  <a:gd name="T5" fmla="*/ 22 h 888"/>
                  <a:gd name="T6" fmla="*/ 376 w 495"/>
                  <a:gd name="T7" fmla="*/ 10 h 888"/>
                  <a:gd name="T8" fmla="*/ 357 w 495"/>
                  <a:gd name="T9" fmla="*/ 0 h 888"/>
                  <a:gd name="T10" fmla="*/ 146 w 495"/>
                  <a:gd name="T11" fmla="*/ 0 h 888"/>
                  <a:gd name="T12" fmla="*/ 131 w 495"/>
                  <a:gd name="T13" fmla="*/ 3 h 888"/>
                  <a:gd name="T14" fmla="*/ 104 w 495"/>
                  <a:gd name="T15" fmla="*/ 17 h 888"/>
                  <a:gd name="T16" fmla="*/ 97 w 495"/>
                  <a:gd name="T17" fmla="*/ 27 h 888"/>
                  <a:gd name="T18" fmla="*/ 90 w 495"/>
                  <a:gd name="T19" fmla="*/ 39 h 888"/>
                  <a:gd name="T20" fmla="*/ 90 w 495"/>
                  <a:gd name="T21" fmla="*/ 44 h 888"/>
                  <a:gd name="T22" fmla="*/ 0 w 495"/>
                  <a:gd name="T23" fmla="*/ 328 h 888"/>
                  <a:gd name="T24" fmla="*/ 0 w 495"/>
                  <a:gd name="T25" fmla="*/ 342 h 888"/>
                  <a:gd name="T26" fmla="*/ 12 w 495"/>
                  <a:gd name="T27" fmla="*/ 366 h 888"/>
                  <a:gd name="T28" fmla="*/ 24 w 495"/>
                  <a:gd name="T29" fmla="*/ 374 h 888"/>
                  <a:gd name="T30" fmla="*/ 32 w 495"/>
                  <a:gd name="T31" fmla="*/ 374 h 888"/>
                  <a:gd name="T32" fmla="*/ 51 w 495"/>
                  <a:gd name="T33" fmla="*/ 371 h 888"/>
                  <a:gd name="T34" fmla="*/ 66 w 495"/>
                  <a:gd name="T35" fmla="*/ 357 h 888"/>
                  <a:gd name="T36" fmla="*/ 138 w 495"/>
                  <a:gd name="T37" fmla="*/ 124 h 888"/>
                  <a:gd name="T38" fmla="*/ 146 w 495"/>
                  <a:gd name="T39" fmla="*/ 124 h 888"/>
                  <a:gd name="T40" fmla="*/ 46 w 495"/>
                  <a:gd name="T41" fmla="*/ 527 h 888"/>
                  <a:gd name="T42" fmla="*/ 155 w 495"/>
                  <a:gd name="T43" fmla="*/ 847 h 888"/>
                  <a:gd name="T44" fmla="*/ 155 w 495"/>
                  <a:gd name="T45" fmla="*/ 854 h 888"/>
                  <a:gd name="T46" fmla="*/ 160 w 495"/>
                  <a:gd name="T47" fmla="*/ 869 h 888"/>
                  <a:gd name="T48" fmla="*/ 172 w 495"/>
                  <a:gd name="T49" fmla="*/ 881 h 888"/>
                  <a:gd name="T50" fmla="*/ 187 w 495"/>
                  <a:gd name="T51" fmla="*/ 886 h 888"/>
                  <a:gd name="T52" fmla="*/ 194 w 495"/>
                  <a:gd name="T53" fmla="*/ 888 h 888"/>
                  <a:gd name="T54" fmla="*/ 211 w 495"/>
                  <a:gd name="T55" fmla="*/ 883 h 888"/>
                  <a:gd name="T56" fmla="*/ 223 w 495"/>
                  <a:gd name="T57" fmla="*/ 876 h 888"/>
                  <a:gd name="T58" fmla="*/ 233 w 495"/>
                  <a:gd name="T59" fmla="*/ 861 h 888"/>
                  <a:gd name="T60" fmla="*/ 235 w 495"/>
                  <a:gd name="T61" fmla="*/ 847 h 888"/>
                  <a:gd name="T62" fmla="*/ 260 w 495"/>
                  <a:gd name="T63" fmla="*/ 527 h 888"/>
                  <a:gd name="T64" fmla="*/ 260 w 495"/>
                  <a:gd name="T65" fmla="*/ 847 h 888"/>
                  <a:gd name="T66" fmla="*/ 264 w 495"/>
                  <a:gd name="T67" fmla="*/ 861 h 888"/>
                  <a:gd name="T68" fmla="*/ 272 w 495"/>
                  <a:gd name="T69" fmla="*/ 876 h 888"/>
                  <a:gd name="T70" fmla="*/ 286 w 495"/>
                  <a:gd name="T71" fmla="*/ 883 h 888"/>
                  <a:gd name="T72" fmla="*/ 301 w 495"/>
                  <a:gd name="T73" fmla="*/ 888 h 888"/>
                  <a:gd name="T74" fmla="*/ 311 w 495"/>
                  <a:gd name="T75" fmla="*/ 886 h 888"/>
                  <a:gd name="T76" fmla="*/ 325 w 495"/>
                  <a:gd name="T77" fmla="*/ 881 h 888"/>
                  <a:gd name="T78" fmla="*/ 335 w 495"/>
                  <a:gd name="T79" fmla="*/ 869 h 888"/>
                  <a:gd name="T80" fmla="*/ 342 w 495"/>
                  <a:gd name="T81" fmla="*/ 854 h 888"/>
                  <a:gd name="T82" fmla="*/ 342 w 495"/>
                  <a:gd name="T83" fmla="*/ 527 h 888"/>
                  <a:gd name="T84" fmla="*/ 340 w 495"/>
                  <a:gd name="T85" fmla="*/ 124 h 888"/>
                  <a:gd name="T86" fmla="*/ 345 w 495"/>
                  <a:gd name="T87" fmla="*/ 124 h 888"/>
                  <a:gd name="T88" fmla="*/ 427 w 495"/>
                  <a:gd name="T89" fmla="*/ 349 h 888"/>
                  <a:gd name="T90" fmla="*/ 429 w 495"/>
                  <a:gd name="T91" fmla="*/ 357 h 888"/>
                  <a:gd name="T92" fmla="*/ 444 w 495"/>
                  <a:gd name="T93" fmla="*/ 371 h 888"/>
                  <a:gd name="T94" fmla="*/ 463 w 495"/>
                  <a:gd name="T95" fmla="*/ 374 h 888"/>
                  <a:gd name="T96" fmla="*/ 471 w 495"/>
                  <a:gd name="T97" fmla="*/ 371 h 888"/>
                  <a:gd name="T98" fmla="*/ 483 w 495"/>
                  <a:gd name="T99" fmla="*/ 364 h 888"/>
                  <a:gd name="T100" fmla="*/ 495 w 495"/>
                  <a:gd name="T101" fmla="*/ 340 h 888"/>
                  <a:gd name="T102" fmla="*/ 495 w 495"/>
                  <a:gd name="T103" fmla="*/ 328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95" h="888">
                    <a:moveTo>
                      <a:pt x="495" y="328"/>
                    </a:moveTo>
                    <a:lnTo>
                      <a:pt x="403" y="53"/>
                    </a:lnTo>
                    <a:lnTo>
                      <a:pt x="403" y="53"/>
                    </a:lnTo>
                    <a:lnTo>
                      <a:pt x="400" y="41"/>
                    </a:lnTo>
                    <a:lnTo>
                      <a:pt x="398" y="32"/>
                    </a:lnTo>
                    <a:lnTo>
                      <a:pt x="391" y="22"/>
                    </a:lnTo>
                    <a:lnTo>
                      <a:pt x="386" y="15"/>
                    </a:lnTo>
                    <a:lnTo>
                      <a:pt x="376" y="10"/>
                    </a:lnTo>
                    <a:lnTo>
                      <a:pt x="366" y="5"/>
                    </a:lnTo>
                    <a:lnTo>
                      <a:pt x="357" y="0"/>
                    </a:lnTo>
                    <a:lnTo>
                      <a:pt x="345" y="0"/>
                    </a:lnTo>
                    <a:lnTo>
                      <a:pt x="146" y="0"/>
                    </a:lnTo>
                    <a:lnTo>
                      <a:pt x="146" y="0"/>
                    </a:lnTo>
                    <a:lnTo>
                      <a:pt x="131" y="3"/>
                    </a:lnTo>
                    <a:lnTo>
                      <a:pt x="116" y="7"/>
                    </a:lnTo>
                    <a:lnTo>
                      <a:pt x="104" y="17"/>
                    </a:lnTo>
                    <a:lnTo>
                      <a:pt x="97" y="27"/>
                    </a:lnTo>
                    <a:lnTo>
                      <a:pt x="97" y="27"/>
                    </a:lnTo>
                    <a:lnTo>
                      <a:pt x="92" y="39"/>
                    </a:lnTo>
                    <a:lnTo>
                      <a:pt x="90" y="39"/>
                    </a:lnTo>
                    <a:lnTo>
                      <a:pt x="90" y="39"/>
                    </a:lnTo>
                    <a:lnTo>
                      <a:pt x="90" y="44"/>
                    </a:lnTo>
                    <a:lnTo>
                      <a:pt x="0" y="328"/>
                    </a:lnTo>
                    <a:lnTo>
                      <a:pt x="0" y="328"/>
                    </a:lnTo>
                    <a:lnTo>
                      <a:pt x="0" y="335"/>
                    </a:lnTo>
                    <a:lnTo>
                      <a:pt x="0" y="342"/>
                    </a:lnTo>
                    <a:lnTo>
                      <a:pt x="2" y="354"/>
                    </a:lnTo>
                    <a:lnTo>
                      <a:pt x="12" y="366"/>
                    </a:lnTo>
                    <a:lnTo>
                      <a:pt x="17" y="371"/>
                    </a:lnTo>
                    <a:lnTo>
                      <a:pt x="24" y="374"/>
                    </a:lnTo>
                    <a:lnTo>
                      <a:pt x="24" y="374"/>
                    </a:lnTo>
                    <a:lnTo>
                      <a:pt x="32" y="374"/>
                    </a:lnTo>
                    <a:lnTo>
                      <a:pt x="39" y="374"/>
                    </a:lnTo>
                    <a:lnTo>
                      <a:pt x="51" y="371"/>
                    </a:lnTo>
                    <a:lnTo>
                      <a:pt x="61" y="362"/>
                    </a:lnTo>
                    <a:lnTo>
                      <a:pt x="66" y="357"/>
                    </a:lnTo>
                    <a:lnTo>
                      <a:pt x="68" y="349"/>
                    </a:lnTo>
                    <a:lnTo>
                      <a:pt x="138" y="124"/>
                    </a:lnTo>
                    <a:lnTo>
                      <a:pt x="138" y="124"/>
                    </a:lnTo>
                    <a:lnTo>
                      <a:pt x="146" y="124"/>
                    </a:lnTo>
                    <a:lnTo>
                      <a:pt x="153" y="124"/>
                    </a:lnTo>
                    <a:lnTo>
                      <a:pt x="46" y="527"/>
                    </a:lnTo>
                    <a:lnTo>
                      <a:pt x="155" y="527"/>
                    </a:lnTo>
                    <a:lnTo>
                      <a:pt x="155" y="847"/>
                    </a:lnTo>
                    <a:lnTo>
                      <a:pt x="155" y="847"/>
                    </a:lnTo>
                    <a:lnTo>
                      <a:pt x="155" y="854"/>
                    </a:lnTo>
                    <a:lnTo>
                      <a:pt x="158" y="861"/>
                    </a:lnTo>
                    <a:lnTo>
                      <a:pt x="160" y="869"/>
                    </a:lnTo>
                    <a:lnTo>
                      <a:pt x="167" y="876"/>
                    </a:lnTo>
                    <a:lnTo>
                      <a:pt x="172" y="881"/>
                    </a:lnTo>
                    <a:lnTo>
                      <a:pt x="180" y="883"/>
                    </a:lnTo>
                    <a:lnTo>
                      <a:pt x="187" y="886"/>
                    </a:lnTo>
                    <a:lnTo>
                      <a:pt x="194" y="888"/>
                    </a:lnTo>
                    <a:lnTo>
                      <a:pt x="194" y="888"/>
                    </a:lnTo>
                    <a:lnTo>
                      <a:pt x="204" y="886"/>
                    </a:lnTo>
                    <a:lnTo>
                      <a:pt x="211" y="883"/>
                    </a:lnTo>
                    <a:lnTo>
                      <a:pt x="218" y="881"/>
                    </a:lnTo>
                    <a:lnTo>
                      <a:pt x="223" y="876"/>
                    </a:lnTo>
                    <a:lnTo>
                      <a:pt x="231" y="869"/>
                    </a:lnTo>
                    <a:lnTo>
                      <a:pt x="233" y="861"/>
                    </a:lnTo>
                    <a:lnTo>
                      <a:pt x="235" y="854"/>
                    </a:lnTo>
                    <a:lnTo>
                      <a:pt x="235" y="847"/>
                    </a:lnTo>
                    <a:lnTo>
                      <a:pt x="235" y="527"/>
                    </a:lnTo>
                    <a:lnTo>
                      <a:pt x="260" y="527"/>
                    </a:lnTo>
                    <a:lnTo>
                      <a:pt x="260" y="847"/>
                    </a:lnTo>
                    <a:lnTo>
                      <a:pt x="260" y="847"/>
                    </a:lnTo>
                    <a:lnTo>
                      <a:pt x="262" y="854"/>
                    </a:lnTo>
                    <a:lnTo>
                      <a:pt x="264" y="861"/>
                    </a:lnTo>
                    <a:lnTo>
                      <a:pt x="267" y="869"/>
                    </a:lnTo>
                    <a:lnTo>
                      <a:pt x="272" y="876"/>
                    </a:lnTo>
                    <a:lnTo>
                      <a:pt x="279" y="881"/>
                    </a:lnTo>
                    <a:lnTo>
                      <a:pt x="286" y="883"/>
                    </a:lnTo>
                    <a:lnTo>
                      <a:pt x="294" y="886"/>
                    </a:lnTo>
                    <a:lnTo>
                      <a:pt x="301" y="888"/>
                    </a:lnTo>
                    <a:lnTo>
                      <a:pt x="301" y="888"/>
                    </a:lnTo>
                    <a:lnTo>
                      <a:pt x="311" y="886"/>
                    </a:lnTo>
                    <a:lnTo>
                      <a:pt x="318" y="883"/>
                    </a:lnTo>
                    <a:lnTo>
                      <a:pt x="325" y="881"/>
                    </a:lnTo>
                    <a:lnTo>
                      <a:pt x="330" y="876"/>
                    </a:lnTo>
                    <a:lnTo>
                      <a:pt x="335" y="869"/>
                    </a:lnTo>
                    <a:lnTo>
                      <a:pt x="340" y="861"/>
                    </a:lnTo>
                    <a:lnTo>
                      <a:pt x="342" y="854"/>
                    </a:lnTo>
                    <a:lnTo>
                      <a:pt x="342" y="847"/>
                    </a:lnTo>
                    <a:lnTo>
                      <a:pt x="342" y="527"/>
                    </a:lnTo>
                    <a:lnTo>
                      <a:pt x="451" y="527"/>
                    </a:lnTo>
                    <a:lnTo>
                      <a:pt x="340" y="124"/>
                    </a:lnTo>
                    <a:lnTo>
                      <a:pt x="345" y="124"/>
                    </a:lnTo>
                    <a:lnTo>
                      <a:pt x="345" y="124"/>
                    </a:lnTo>
                    <a:lnTo>
                      <a:pt x="352" y="124"/>
                    </a:lnTo>
                    <a:lnTo>
                      <a:pt x="427" y="349"/>
                    </a:lnTo>
                    <a:lnTo>
                      <a:pt x="427" y="349"/>
                    </a:lnTo>
                    <a:lnTo>
                      <a:pt x="429" y="357"/>
                    </a:lnTo>
                    <a:lnTo>
                      <a:pt x="434" y="362"/>
                    </a:lnTo>
                    <a:lnTo>
                      <a:pt x="444" y="371"/>
                    </a:lnTo>
                    <a:lnTo>
                      <a:pt x="459" y="374"/>
                    </a:lnTo>
                    <a:lnTo>
                      <a:pt x="463" y="374"/>
                    </a:lnTo>
                    <a:lnTo>
                      <a:pt x="471" y="371"/>
                    </a:lnTo>
                    <a:lnTo>
                      <a:pt x="471" y="371"/>
                    </a:lnTo>
                    <a:lnTo>
                      <a:pt x="478" y="369"/>
                    </a:lnTo>
                    <a:lnTo>
                      <a:pt x="483" y="364"/>
                    </a:lnTo>
                    <a:lnTo>
                      <a:pt x="493" y="354"/>
                    </a:lnTo>
                    <a:lnTo>
                      <a:pt x="495" y="340"/>
                    </a:lnTo>
                    <a:lnTo>
                      <a:pt x="495" y="332"/>
                    </a:lnTo>
                    <a:lnTo>
                      <a:pt x="495" y="328"/>
                    </a:lnTo>
                    <a:lnTo>
                      <a:pt x="495" y="3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90" name="组合 289"/>
            <p:cNvGrpSpPr/>
            <p:nvPr/>
          </p:nvGrpSpPr>
          <p:grpSpPr>
            <a:xfrm>
              <a:off x="7023299" y="3440527"/>
              <a:ext cx="294343" cy="643391"/>
              <a:chOff x="4421673" y="2233518"/>
              <a:chExt cx="785812" cy="1717675"/>
            </a:xfrm>
            <a:grpFill/>
          </p:grpSpPr>
          <p:sp>
            <p:nvSpPr>
              <p:cNvPr id="342" name="Freeform 5"/>
              <p:cNvSpPr>
                <a:spLocks/>
              </p:cNvSpPr>
              <p:nvPr/>
            </p:nvSpPr>
            <p:spPr bwMode="auto">
              <a:xfrm>
                <a:off x="4683610" y="2233518"/>
                <a:ext cx="254000" cy="258763"/>
              </a:xfrm>
              <a:custGeom>
                <a:avLst/>
                <a:gdLst>
                  <a:gd name="T0" fmla="*/ 80 w 160"/>
                  <a:gd name="T1" fmla="*/ 163 h 163"/>
                  <a:gd name="T2" fmla="*/ 80 w 160"/>
                  <a:gd name="T3" fmla="*/ 163 h 163"/>
                  <a:gd name="T4" fmla="*/ 95 w 160"/>
                  <a:gd name="T5" fmla="*/ 160 h 163"/>
                  <a:gd name="T6" fmla="*/ 112 w 160"/>
                  <a:gd name="T7" fmla="*/ 155 h 163"/>
                  <a:gd name="T8" fmla="*/ 124 w 160"/>
                  <a:gd name="T9" fmla="*/ 148 h 163"/>
                  <a:gd name="T10" fmla="*/ 136 w 160"/>
                  <a:gd name="T11" fmla="*/ 138 h 163"/>
                  <a:gd name="T12" fmla="*/ 146 w 160"/>
                  <a:gd name="T13" fmla="*/ 126 h 163"/>
                  <a:gd name="T14" fmla="*/ 153 w 160"/>
                  <a:gd name="T15" fmla="*/ 112 h 163"/>
                  <a:gd name="T16" fmla="*/ 158 w 160"/>
                  <a:gd name="T17" fmla="*/ 97 h 163"/>
                  <a:gd name="T18" fmla="*/ 160 w 160"/>
                  <a:gd name="T19" fmla="*/ 80 h 163"/>
                  <a:gd name="T20" fmla="*/ 160 w 160"/>
                  <a:gd name="T21" fmla="*/ 80 h 163"/>
                  <a:gd name="T22" fmla="*/ 158 w 160"/>
                  <a:gd name="T23" fmla="*/ 66 h 163"/>
                  <a:gd name="T24" fmla="*/ 153 w 160"/>
                  <a:gd name="T25" fmla="*/ 49 h 163"/>
                  <a:gd name="T26" fmla="*/ 146 w 160"/>
                  <a:gd name="T27" fmla="*/ 36 h 163"/>
                  <a:gd name="T28" fmla="*/ 136 w 160"/>
                  <a:gd name="T29" fmla="*/ 24 h 163"/>
                  <a:gd name="T30" fmla="*/ 124 w 160"/>
                  <a:gd name="T31" fmla="*/ 15 h 163"/>
                  <a:gd name="T32" fmla="*/ 112 w 160"/>
                  <a:gd name="T33" fmla="*/ 7 h 163"/>
                  <a:gd name="T34" fmla="*/ 95 w 160"/>
                  <a:gd name="T35" fmla="*/ 2 h 163"/>
                  <a:gd name="T36" fmla="*/ 80 w 160"/>
                  <a:gd name="T37" fmla="*/ 0 h 163"/>
                  <a:gd name="T38" fmla="*/ 80 w 160"/>
                  <a:gd name="T39" fmla="*/ 0 h 163"/>
                  <a:gd name="T40" fmla="*/ 63 w 160"/>
                  <a:gd name="T41" fmla="*/ 2 h 163"/>
                  <a:gd name="T42" fmla="*/ 49 w 160"/>
                  <a:gd name="T43" fmla="*/ 7 h 163"/>
                  <a:gd name="T44" fmla="*/ 34 w 160"/>
                  <a:gd name="T45" fmla="*/ 15 h 163"/>
                  <a:gd name="T46" fmla="*/ 22 w 160"/>
                  <a:gd name="T47" fmla="*/ 24 h 163"/>
                  <a:gd name="T48" fmla="*/ 12 w 160"/>
                  <a:gd name="T49" fmla="*/ 36 h 163"/>
                  <a:gd name="T50" fmla="*/ 5 w 160"/>
                  <a:gd name="T51" fmla="*/ 49 h 163"/>
                  <a:gd name="T52" fmla="*/ 0 w 160"/>
                  <a:gd name="T53" fmla="*/ 66 h 163"/>
                  <a:gd name="T54" fmla="*/ 0 w 160"/>
                  <a:gd name="T55" fmla="*/ 80 h 163"/>
                  <a:gd name="T56" fmla="*/ 0 w 160"/>
                  <a:gd name="T57" fmla="*/ 80 h 163"/>
                  <a:gd name="T58" fmla="*/ 0 w 160"/>
                  <a:gd name="T59" fmla="*/ 97 h 163"/>
                  <a:gd name="T60" fmla="*/ 5 w 160"/>
                  <a:gd name="T61" fmla="*/ 112 h 163"/>
                  <a:gd name="T62" fmla="*/ 12 w 160"/>
                  <a:gd name="T63" fmla="*/ 126 h 163"/>
                  <a:gd name="T64" fmla="*/ 22 w 160"/>
                  <a:gd name="T65" fmla="*/ 138 h 163"/>
                  <a:gd name="T66" fmla="*/ 34 w 160"/>
                  <a:gd name="T67" fmla="*/ 148 h 163"/>
                  <a:gd name="T68" fmla="*/ 49 w 160"/>
                  <a:gd name="T69" fmla="*/ 155 h 163"/>
                  <a:gd name="T70" fmla="*/ 63 w 160"/>
                  <a:gd name="T71" fmla="*/ 160 h 163"/>
                  <a:gd name="T72" fmla="*/ 80 w 160"/>
                  <a:gd name="T73" fmla="*/ 163 h 163"/>
                  <a:gd name="T74" fmla="*/ 80 w 160"/>
                  <a:gd name="T75"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0" h="163">
                    <a:moveTo>
                      <a:pt x="80" y="163"/>
                    </a:moveTo>
                    <a:lnTo>
                      <a:pt x="80" y="163"/>
                    </a:lnTo>
                    <a:lnTo>
                      <a:pt x="95" y="160"/>
                    </a:lnTo>
                    <a:lnTo>
                      <a:pt x="112" y="155"/>
                    </a:lnTo>
                    <a:lnTo>
                      <a:pt x="124" y="148"/>
                    </a:lnTo>
                    <a:lnTo>
                      <a:pt x="136" y="138"/>
                    </a:lnTo>
                    <a:lnTo>
                      <a:pt x="146" y="126"/>
                    </a:lnTo>
                    <a:lnTo>
                      <a:pt x="153" y="112"/>
                    </a:lnTo>
                    <a:lnTo>
                      <a:pt x="158" y="97"/>
                    </a:lnTo>
                    <a:lnTo>
                      <a:pt x="160" y="80"/>
                    </a:lnTo>
                    <a:lnTo>
                      <a:pt x="160" y="80"/>
                    </a:lnTo>
                    <a:lnTo>
                      <a:pt x="158" y="66"/>
                    </a:lnTo>
                    <a:lnTo>
                      <a:pt x="153" y="49"/>
                    </a:lnTo>
                    <a:lnTo>
                      <a:pt x="146" y="36"/>
                    </a:lnTo>
                    <a:lnTo>
                      <a:pt x="136" y="24"/>
                    </a:lnTo>
                    <a:lnTo>
                      <a:pt x="124" y="15"/>
                    </a:lnTo>
                    <a:lnTo>
                      <a:pt x="112" y="7"/>
                    </a:lnTo>
                    <a:lnTo>
                      <a:pt x="95" y="2"/>
                    </a:lnTo>
                    <a:lnTo>
                      <a:pt x="80" y="0"/>
                    </a:lnTo>
                    <a:lnTo>
                      <a:pt x="80" y="0"/>
                    </a:lnTo>
                    <a:lnTo>
                      <a:pt x="63" y="2"/>
                    </a:lnTo>
                    <a:lnTo>
                      <a:pt x="49" y="7"/>
                    </a:lnTo>
                    <a:lnTo>
                      <a:pt x="34" y="15"/>
                    </a:lnTo>
                    <a:lnTo>
                      <a:pt x="22" y="24"/>
                    </a:lnTo>
                    <a:lnTo>
                      <a:pt x="12" y="36"/>
                    </a:lnTo>
                    <a:lnTo>
                      <a:pt x="5" y="49"/>
                    </a:lnTo>
                    <a:lnTo>
                      <a:pt x="0" y="66"/>
                    </a:lnTo>
                    <a:lnTo>
                      <a:pt x="0" y="80"/>
                    </a:lnTo>
                    <a:lnTo>
                      <a:pt x="0" y="80"/>
                    </a:lnTo>
                    <a:lnTo>
                      <a:pt x="0" y="97"/>
                    </a:lnTo>
                    <a:lnTo>
                      <a:pt x="5" y="112"/>
                    </a:lnTo>
                    <a:lnTo>
                      <a:pt x="12" y="126"/>
                    </a:lnTo>
                    <a:lnTo>
                      <a:pt x="22" y="138"/>
                    </a:lnTo>
                    <a:lnTo>
                      <a:pt x="34" y="148"/>
                    </a:lnTo>
                    <a:lnTo>
                      <a:pt x="49" y="155"/>
                    </a:lnTo>
                    <a:lnTo>
                      <a:pt x="63" y="160"/>
                    </a:lnTo>
                    <a:lnTo>
                      <a:pt x="80" y="163"/>
                    </a:lnTo>
                    <a:lnTo>
                      <a:pt x="80" y="1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3" name="Freeform 6"/>
              <p:cNvSpPr>
                <a:spLocks/>
              </p:cNvSpPr>
              <p:nvPr/>
            </p:nvSpPr>
            <p:spPr bwMode="auto">
              <a:xfrm>
                <a:off x="4421673" y="2541493"/>
                <a:ext cx="785812" cy="1409700"/>
              </a:xfrm>
              <a:custGeom>
                <a:avLst/>
                <a:gdLst>
                  <a:gd name="T0" fmla="*/ 403 w 495"/>
                  <a:gd name="T1" fmla="*/ 53 h 888"/>
                  <a:gd name="T2" fmla="*/ 400 w 495"/>
                  <a:gd name="T3" fmla="*/ 41 h 888"/>
                  <a:gd name="T4" fmla="*/ 391 w 495"/>
                  <a:gd name="T5" fmla="*/ 22 h 888"/>
                  <a:gd name="T6" fmla="*/ 376 w 495"/>
                  <a:gd name="T7" fmla="*/ 10 h 888"/>
                  <a:gd name="T8" fmla="*/ 357 w 495"/>
                  <a:gd name="T9" fmla="*/ 0 h 888"/>
                  <a:gd name="T10" fmla="*/ 146 w 495"/>
                  <a:gd name="T11" fmla="*/ 0 h 888"/>
                  <a:gd name="T12" fmla="*/ 131 w 495"/>
                  <a:gd name="T13" fmla="*/ 3 h 888"/>
                  <a:gd name="T14" fmla="*/ 104 w 495"/>
                  <a:gd name="T15" fmla="*/ 17 h 888"/>
                  <a:gd name="T16" fmla="*/ 97 w 495"/>
                  <a:gd name="T17" fmla="*/ 27 h 888"/>
                  <a:gd name="T18" fmla="*/ 90 w 495"/>
                  <a:gd name="T19" fmla="*/ 39 h 888"/>
                  <a:gd name="T20" fmla="*/ 90 w 495"/>
                  <a:gd name="T21" fmla="*/ 44 h 888"/>
                  <a:gd name="T22" fmla="*/ 0 w 495"/>
                  <a:gd name="T23" fmla="*/ 328 h 888"/>
                  <a:gd name="T24" fmla="*/ 0 w 495"/>
                  <a:gd name="T25" fmla="*/ 342 h 888"/>
                  <a:gd name="T26" fmla="*/ 12 w 495"/>
                  <a:gd name="T27" fmla="*/ 366 h 888"/>
                  <a:gd name="T28" fmla="*/ 24 w 495"/>
                  <a:gd name="T29" fmla="*/ 374 h 888"/>
                  <a:gd name="T30" fmla="*/ 32 w 495"/>
                  <a:gd name="T31" fmla="*/ 374 h 888"/>
                  <a:gd name="T32" fmla="*/ 51 w 495"/>
                  <a:gd name="T33" fmla="*/ 371 h 888"/>
                  <a:gd name="T34" fmla="*/ 66 w 495"/>
                  <a:gd name="T35" fmla="*/ 357 h 888"/>
                  <a:gd name="T36" fmla="*/ 138 w 495"/>
                  <a:gd name="T37" fmla="*/ 124 h 888"/>
                  <a:gd name="T38" fmla="*/ 146 w 495"/>
                  <a:gd name="T39" fmla="*/ 124 h 888"/>
                  <a:gd name="T40" fmla="*/ 46 w 495"/>
                  <a:gd name="T41" fmla="*/ 527 h 888"/>
                  <a:gd name="T42" fmla="*/ 155 w 495"/>
                  <a:gd name="T43" fmla="*/ 847 h 888"/>
                  <a:gd name="T44" fmla="*/ 155 w 495"/>
                  <a:gd name="T45" fmla="*/ 854 h 888"/>
                  <a:gd name="T46" fmla="*/ 160 w 495"/>
                  <a:gd name="T47" fmla="*/ 869 h 888"/>
                  <a:gd name="T48" fmla="*/ 172 w 495"/>
                  <a:gd name="T49" fmla="*/ 881 h 888"/>
                  <a:gd name="T50" fmla="*/ 187 w 495"/>
                  <a:gd name="T51" fmla="*/ 886 h 888"/>
                  <a:gd name="T52" fmla="*/ 194 w 495"/>
                  <a:gd name="T53" fmla="*/ 888 h 888"/>
                  <a:gd name="T54" fmla="*/ 211 w 495"/>
                  <a:gd name="T55" fmla="*/ 883 h 888"/>
                  <a:gd name="T56" fmla="*/ 223 w 495"/>
                  <a:gd name="T57" fmla="*/ 876 h 888"/>
                  <a:gd name="T58" fmla="*/ 233 w 495"/>
                  <a:gd name="T59" fmla="*/ 861 h 888"/>
                  <a:gd name="T60" fmla="*/ 235 w 495"/>
                  <a:gd name="T61" fmla="*/ 847 h 888"/>
                  <a:gd name="T62" fmla="*/ 260 w 495"/>
                  <a:gd name="T63" fmla="*/ 527 h 888"/>
                  <a:gd name="T64" fmla="*/ 260 w 495"/>
                  <a:gd name="T65" fmla="*/ 847 h 888"/>
                  <a:gd name="T66" fmla="*/ 264 w 495"/>
                  <a:gd name="T67" fmla="*/ 861 h 888"/>
                  <a:gd name="T68" fmla="*/ 272 w 495"/>
                  <a:gd name="T69" fmla="*/ 876 h 888"/>
                  <a:gd name="T70" fmla="*/ 286 w 495"/>
                  <a:gd name="T71" fmla="*/ 883 h 888"/>
                  <a:gd name="T72" fmla="*/ 301 w 495"/>
                  <a:gd name="T73" fmla="*/ 888 h 888"/>
                  <a:gd name="T74" fmla="*/ 311 w 495"/>
                  <a:gd name="T75" fmla="*/ 886 h 888"/>
                  <a:gd name="T76" fmla="*/ 325 w 495"/>
                  <a:gd name="T77" fmla="*/ 881 h 888"/>
                  <a:gd name="T78" fmla="*/ 335 w 495"/>
                  <a:gd name="T79" fmla="*/ 869 h 888"/>
                  <a:gd name="T80" fmla="*/ 342 w 495"/>
                  <a:gd name="T81" fmla="*/ 854 h 888"/>
                  <a:gd name="T82" fmla="*/ 342 w 495"/>
                  <a:gd name="T83" fmla="*/ 527 h 888"/>
                  <a:gd name="T84" fmla="*/ 340 w 495"/>
                  <a:gd name="T85" fmla="*/ 124 h 888"/>
                  <a:gd name="T86" fmla="*/ 345 w 495"/>
                  <a:gd name="T87" fmla="*/ 124 h 888"/>
                  <a:gd name="T88" fmla="*/ 427 w 495"/>
                  <a:gd name="T89" fmla="*/ 349 h 888"/>
                  <a:gd name="T90" fmla="*/ 429 w 495"/>
                  <a:gd name="T91" fmla="*/ 357 h 888"/>
                  <a:gd name="T92" fmla="*/ 444 w 495"/>
                  <a:gd name="T93" fmla="*/ 371 h 888"/>
                  <a:gd name="T94" fmla="*/ 463 w 495"/>
                  <a:gd name="T95" fmla="*/ 374 h 888"/>
                  <a:gd name="T96" fmla="*/ 471 w 495"/>
                  <a:gd name="T97" fmla="*/ 371 h 888"/>
                  <a:gd name="T98" fmla="*/ 483 w 495"/>
                  <a:gd name="T99" fmla="*/ 364 h 888"/>
                  <a:gd name="T100" fmla="*/ 495 w 495"/>
                  <a:gd name="T101" fmla="*/ 340 h 888"/>
                  <a:gd name="T102" fmla="*/ 495 w 495"/>
                  <a:gd name="T103" fmla="*/ 328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95" h="888">
                    <a:moveTo>
                      <a:pt x="495" y="328"/>
                    </a:moveTo>
                    <a:lnTo>
                      <a:pt x="403" y="53"/>
                    </a:lnTo>
                    <a:lnTo>
                      <a:pt x="403" y="53"/>
                    </a:lnTo>
                    <a:lnTo>
                      <a:pt x="400" y="41"/>
                    </a:lnTo>
                    <a:lnTo>
                      <a:pt x="398" y="32"/>
                    </a:lnTo>
                    <a:lnTo>
                      <a:pt x="391" y="22"/>
                    </a:lnTo>
                    <a:lnTo>
                      <a:pt x="386" y="15"/>
                    </a:lnTo>
                    <a:lnTo>
                      <a:pt x="376" y="10"/>
                    </a:lnTo>
                    <a:lnTo>
                      <a:pt x="366" y="5"/>
                    </a:lnTo>
                    <a:lnTo>
                      <a:pt x="357" y="0"/>
                    </a:lnTo>
                    <a:lnTo>
                      <a:pt x="345" y="0"/>
                    </a:lnTo>
                    <a:lnTo>
                      <a:pt x="146" y="0"/>
                    </a:lnTo>
                    <a:lnTo>
                      <a:pt x="146" y="0"/>
                    </a:lnTo>
                    <a:lnTo>
                      <a:pt x="131" y="3"/>
                    </a:lnTo>
                    <a:lnTo>
                      <a:pt x="116" y="7"/>
                    </a:lnTo>
                    <a:lnTo>
                      <a:pt x="104" y="17"/>
                    </a:lnTo>
                    <a:lnTo>
                      <a:pt x="97" y="27"/>
                    </a:lnTo>
                    <a:lnTo>
                      <a:pt x="97" y="27"/>
                    </a:lnTo>
                    <a:lnTo>
                      <a:pt x="92" y="39"/>
                    </a:lnTo>
                    <a:lnTo>
                      <a:pt x="90" y="39"/>
                    </a:lnTo>
                    <a:lnTo>
                      <a:pt x="90" y="39"/>
                    </a:lnTo>
                    <a:lnTo>
                      <a:pt x="90" y="44"/>
                    </a:lnTo>
                    <a:lnTo>
                      <a:pt x="0" y="328"/>
                    </a:lnTo>
                    <a:lnTo>
                      <a:pt x="0" y="328"/>
                    </a:lnTo>
                    <a:lnTo>
                      <a:pt x="0" y="335"/>
                    </a:lnTo>
                    <a:lnTo>
                      <a:pt x="0" y="342"/>
                    </a:lnTo>
                    <a:lnTo>
                      <a:pt x="2" y="354"/>
                    </a:lnTo>
                    <a:lnTo>
                      <a:pt x="12" y="366"/>
                    </a:lnTo>
                    <a:lnTo>
                      <a:pt x="17" y="371"/>
                    </a:lnTo>
                    <a:lnTo>
                      <a:pt x="24" y="374"/>
                    </a:lnTo>
                    <a:lnTo>
                      <a:pt x="24" y="374"/>
                    </a:lnTo>
                    <a:lnTo>
                      <a:pt x="32" y="374"/>
                    </a:lnTo>
                    <a:lnTo>
                      <a:pt x="39" y="374"/>
                    </a:lnTo>
                    <a:lnTo>
                      <a:pt x="51" y="371"/>
                    </a:lnTo>
                    <a:lnTo>
                      <a:pt x="61" y="362"/>
                    </a:lnTo>
                    <a:lnTo>
                      <a:pt x="66" y="357"/>
                    </a:lnTo>
                    <a:lnTo>
                      <a:pt x="68" y="349"/>
                    </a:lnTo>
                    <a:lnTo>
                      <a:pt x="138" y="124"/>
                    </a:lnTo>
                    <a:lnTo>
                      <a:pt x="138" y="124"/>
                    </a:lnTo>
                    <a:lnTo>
                      <a:pt x="146" y="124"/>
                    </a:lnTo>
                    <a:lnTo>
                      <a:pt x="153" y="124"/>
                    </a:lnTo>
                    <a:lnTo>
                      <a:pt x="46" y="527"/>
                    </a:lnTo>
                    <a:lnTo>
                      <a:pt x="155" y="527"/>
                    </a:lnTo>
                    <a:lnTo>
                      <a:pt x="155" y="847"/>
                    </a:lnTo>
                    <a:lnTo>
                      <a:pt x="155" y="847"/>
                    </a:lnTo>
                    <a:lnTo>
                      <a:pt x="155" y="854"/>
                    </a:lnTo>
                    <a:lnTo>
                      <a:pt x="158" y="861"/>
                    </a:lnTo>
                    <a:lnTo>
                      <a:pt x="160" y="869"/>
                    </a:lnTo>
                    <a:lnTo>
                      <a:pt x="167" y="876"/>
                    </a:lnTo>
                    <a:lnTo>
                      <a:pt x="172" y="881"/>
                    </a:lnTo>
                    <a:lnTo>
                      <a:pt x="180" y="883"/>
                    </a:lnTo>
                    <a:lnTo>
                      <a:pt x="187" y="886"/>
                    </a:lnTo>
                    <a:lnTo>
                      <a:pt x="194" y="888"/>
                    </a:lnTo>
                    <a:lnTo>
                      <a:pt x="194" y="888"/>
                    </a:lnTo>
                    <a:lnTo>
                      <a:pt x="204" y="886"/>
                    </a:lnTo>
                    <a:lnTo>
                      <a:pt x="211" y="883"/>
                    </a:lnTo>
                    <a:lnTo>
                      <a:pt x="218" y="881"/>
                    </a:lnTo>
                    <a:lnTo>
                      <a:pt x="223" y="876"/>
                    </a:lnTo>
                    <a:lnTo>
                      <a:pt x="231" y="869"/>
                    </a:lnTo>
                    <a:lnTo>
                      <a:pt x="233" y="861"/>
                    </a:lnTo>
                    <a:lnTo>
                      <a:pt x="235" y="854"/>
                    </a:lnTo>
                    <a:lnTo>
                      <a:pt x="235" y="847"/>
                    </a:lnTo>
                    <a:lnTo>
                      <a:pt x="235" y="527"/>
                    </a:lnTo>
                    <a:lnTo>
                      <a:pt x="260" y="527"/>
                    </a:lnTo>
                    <a:lnTo>
                      <a:pt x="260" y="847"/>
                    </a:lnTo>
                    <a:lnTo>
                      <a:pt x="260" y="847"/>
                    </a:lnTo>
                    <a:lnTo>
                      <a:pt x="262" y="854"/>
                    </a:lnTo>
                    <a:lnTo>
                      <a:pt x="264" y="861"/>
                    </a:lnTo>
                    <a:lnTo>
                      <a:pt x="267" y="869"/>
                    </a:lnTo>
                    <a:lnTo>
                      <a:pt x="272" y="876"/>
                    </a:lnTo>
                    <a:lnTo>
                      <a:pt x="279" y="881"/>
                    </a:lnTo>
                    <a:lnTo>
                      <a:pt x="286" y="883"/>
                    </a:lnTo>
                    <a:lnTo>
                      <a:pt x="294" y="886"/>
                    </a:lnTo>
                    <a:lnTo>
                      <a:pt x="301" y="888"/>
                    </a:lnTo>
                    <a:lnTo>
                      <a:pt x="301" y="888"/>
                    </a:lnTo>
                    <a:lnTo>
                      <a:pt x="311" y="886"/>
                    </a:lnTo>
                    <a:lnTo>
                      <a:pt x="318" y="883"/>
                    </a:lnTo>
                    <a:lnTo>
                      <a:pt x="325" y="881"/>
                    </a:lnTo>
                    <a:lnTo>
                      <a:pt x="330" y="876"/>
                    </a:lnTo>
                    <a:lnTo>
                      <a:pt x="335" y="869"/>
                    </a:lnTo>
                    <a:lnTo>
                      <a:pt x="340" y="861"/>
                    </a:lnTo>
                    <a:lnTo>
                      <a:pt x="342" y="854"/>
                    </a:lnTo>
                    <a:lnTo>
                      <a:pt x="342" y="847"/>
                    </a:lnTo>
                    <a:lnTo>
                      <a:pt x="342" y="527"/>
                    </a:lnTo>
                    <a:lnTo>
                      <a:pt x="451" y="527"/>
                    </a:lnTo>
                    <a:lnTo>
                      <a:pt x="340" y="124"/>
                    </a:lnTo>
                    <a:lnTo>
                      <a:pt x="345" y="124"/>
                    </a:lnTo>
                    <a:lnTo>
                      <a:pt x="345" y="124"/>
                    </a:lnTo>
                    <a:lnTo>
                      <a:pt x="352" y="124"/>
                    </a:lnTo>
                    <a:lnTo>
                      <a:pt x="427" y="349"/>
                    </a:lnTo>
                    <a:lnTo>
                      <a:pt x="427" y="349"/>
                    </a:lnTo>
                    <a:lnTo>
                      <a:pt x="429" y="357"/>
                    </a:lnTo>
                    <a:lnTo>
                      <a:pt x="434" y="362"/>
                    </a:lnTo>
                    <a:lnTo>
                      <a:pt x="444" y="371"/>
                    </a:lnTo>
                    <a:lnTo>
                      <a:pt x="459" y="374"/>
                    </a:lnTo>
                    <a:lnTo>
                      <a:pt x="463" y="374"/>
                    </a:lnTo>
                    <a:lnTo>
                      <a:pt x="471" y="371"/>
                    </a:lnTo>
                    <a:lnTo>
                      <a:pt x="471" y="371"/>
                    </a:lnTo>
                    <a:lnTo>
                      <a:pt x="478" y="369"/>
                    </a:lnTo>
                    <a:lnTo>
                      <a:pt x="483" y="364"/>
                    </a:lnTo>
                    <a:lnTo>
                      <a:pt x="493" y="354"/>
                    </a:lnTo>
                    <a:lnTo>
                      <a:pt x="495" y="340"/>
                    </a:lnTo>
                    <a:lnTo>
                      <a:pt x="495" y="332"/>
                    </a:lnTo>
                    <a:lnTo>
                      <a:pt x="495" y="328"/>
                    </a:lnTo>
                    <a:lnTo>
                      <a:pt x="495" y="3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91" name="组合 290"/>
            <p:cNvGrpSpPr/>
            <p:nvPr/>
          </p:nvGrpSpPr>
          <p:grpSpPr>
            <a:xfrm>
              <a:off x="6747713" y="3440527"/>
              <a:ext cx="294343" cy="643391"/>
              <a:chOff x="4421673" y="2233518"/>
              <a:chExt cx="785812" cy="1717675"/>
            </a:xfrm>
            <a:grpFill/>
          </p:grpSpPr>
          <p:sp>
            <p:nvSpPr>
              <p:cNvPr id="340" name="Freeform 5"/>
              <p:cNvSpPr>
                <a:spLocks/>
              </p:cNvSpPr>
              <p:nvPr/>
            </p:nvSpPr>
            <p:spPr bwMode="auto">
              <a:xfrm>
                <a:off x="4683610" y="2233518"/>
                <a:ext cx="254000" cy="258763"/>
              </a:xfrm>
              <a:custGeom>
                <a:avLst/>
                <a:gdLst>
                  <a:gd name="T0" fmla="*/ 80 w 160"/>
                  <a:gd name="T1" fmla="*/ 163 h 163"/>
                  <a:gd name="T2" fmla="*/ 80 w 160"/>
                  <a:gd name="T3" fmla="*/ 163 h 163"/>
                  <a:gd name="T4" fmla="*/ 95 w 160"/>
                  <a:gd name="T5" fmla="*/ 160 h 163"/>
                  <a:gd name="T6" fmla="*/ 112 w 160"/>
                  <a:gd name="T7" fmla="*/ 155 h 163"/>
                  <a:gd name="T8" fmla="*/ 124 w 160"/>
                  <a:gd name="T9" fmla="*/ 148 h 163"/>
                  <a:gd name="T10" fmla="*/ 136 w 160"/>
                  <a:gd name="T11" fmla="*/ 138 h 163"/>
                  <a:gd name="T12" fmla="*/ 146 w 160"/>
                  <a:gd name="T13" fmla="*/ 126 h 163"/>
                  <a:gd name="T14" fmla="*/ 153 w 160"/>
                  <a:gd name="T15" fmla="*/ 112 h 163"/>
                  <a:gd name="T16" fmla="*/ 158 w 160"/>
                  <a:gd name="T17" fmla="*/ 97 h 163"/>
                  <a:gd name="T18" fmla="*/ 160 w 160"/>
                  <a:gd name="T19" fmla="*/ 80 h 163"/>
                  <a:gd name="T20" fmla="*/ 160 w 160"/>
                  <a:gd name="T21" fmla="*/ 80 h 163"/>
                  <a:gd name="T22" fmla="*/ 158 w 160"/>
                  <a:gd name="T23" fmla="*/ 66 h 163"/>
                  <a:gd name="T24" fmla="*/ 153 w 160"/>
                  <a:gd name="T25" fmla="*/ 49 h 163"/>
                  <a:gd name="T26" fmla="*/ 146 w 160"/>
                  <a:gd name="T27" fmla="*/ 36 h 163"/>
                  <a:gd name="T28" fmla="*/ 136 w 160"/>
                  <a:gd name="T29" fmla="*/ 24 h 163"/>
                  <a:gd name="T30" fmla="*/ 124 w 160"/>
                  <a:gd name="T31" fmla="*/ 15 h 163"/>
                  <a:gd name="T32" fmla="*/ 112 w 160"/>
                  <a:gd name="T33" fmla="*/ 7 h 163"/>
                  <a:gd name="T34" fmla="*/ 95 w 160"/>
                  <a:gd name="T35" fmla="*/ 2 h 163"/>
                  <a:gd name="T36" fmla="*/ 80 w 160"/>
                  <a:gd name="T37" fmla="*/ 0 h 163"/>
                  <a:gd name="T38" fmla="*/ 80 w 160"/>
                  <a:gd name="T39" fmla="*/ 0 h 163"/>
                  <a:gd name="T40" fmla="*/ 63 w 160"/>
                  <a:gd name="T41" fmla="*/ 2 h 163"/>
                  <a:gd name="T42" fmla="*/ 49 w 160"/>
                  <a:gd name="T43" fmla="*/ 7 h 163"/>
                  <a:gd name="T44" fmla="*/ 34 w 160"/>
                  <a:gd name="T45" fmla="*/ 15 h 163"/>
                  <a:gd name="T46" fmla="*/ 22 w 160"/>
                  <a:gd name="T47" fmla="*/ 24 h 163"/>
                  <a:gd name="T48" fmla="*/ 12 w 160"/>
                  <a:gd name="T49" fmla="*/ 36 h 163"/>
                  <a:gd name="T50" fmla="*/ 5 w 160"/>
                  <a:gd name="T51" fmla="*/ 49 h 163"/>
                  <a:gd name="T52" fmla="*/ 0 w 160"/>
                  <a:gd name="T53" fmla="*/ 66 h 163"/>
                  <a:gd name="T54" fmla="*/ 0 w 160"/>
                  <a:gd name="T55" fmla="*/ 80 h 163"/>
                  <a:gd name="T56" fmla="*/ 0 w 160"/>
                  <a:gd name="T57" fmla="*/ 80 h 163"/>
                  <a:gd name="T58" fmla="*/ 0 w 160"/>
                  <a:gd name="T59" fmla="*/ 97 h 163"/>
                  <a:gd name="T60" fmla="*/ 5 w 160"/>
                  <a:gd name="T61" fmla="*/ 112 h 163"/>
                  <a:gd name="T62" fmla="*/ 12 w 160"/>
                  <a:gd name="T63" fmla="*/ 126 h 163"/>
                  <a:gd name="T64" fmla="*/ 22 w 160"/>
                  <a:gd name="T65" fmla="*/ 138 h 163"/>
                  <a:gd name="T66" fmla="*/ 34 w 160"/>
                  <a:gd name="T67" fmla="*/ 148 h 163"/>
                  <a:gd name="T68" fmla="*/ 49 w 160"/>
                  <a:gd name="T69" fmla="*/ 155 h 163"/>
                  <a:gd name="T70" fmla="*/ 63 w 160"/>
                  <a:gd name="T71" fmla="*/ 160 h 163"/>
                  <a:gd name="T72" fmla="*/ 80 w 160"/>
                  <a:gd name="T73" fmla="*/ 163 h 163"/>
                  <a:gd name="T74" fmla="*/ 80 w 160"/>
                  <a:gd name="T75"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0" h="163">
                    <a:moveTo>
                      <a:pt x="80" y="163"/>
                    </a:moveTo>
                    <a:lnTo>
                      <a:pt x="80" y="163"/>
                    </a:lnTo>
                    <a:lnTo>
                      <a:pt x="95" y="160"/>
                    </a:lnTo>
                    <a:lnTo>
                      <a:pt x="112" y="155"/>
                    </a:lnTo>
                    <a:lnTo>
                      <a:pt x="124" y="148"/>
                    </a:lnTo>
                    <a:lnTo>
                      <a:pt x="136" y="138"/>
                    </a:lnTo>
                    <a:lnTo>
                      <a:pt x="146" y="126"/>
                    </a:lnTo>
                    <a:lnTo>
                      <a:pt x="153" y="112"/>
                    </a:lnTo>
                    <a:lnTo>
                      <a:pt x="158" y="97"/>
                    </a:lnTo>
                    <a:lnTo>
                      <a:pt x="160" y="80"/>
                    </a:lnTo>
                    <a:lnTo>
                      <a:pt x="160" y="80"/>
                    </a:lnTo>
                    <a:lnTo>
                      <a:pt x="158" y="66"/>
                    </a:lnTo>
                    <a:lnTo>
                      <a:pt x="153" y="49"/>
                    </a:lnTo>
                    <a:lnTo>
                      <a:pt x="146" y="36"/>
                    </a:lnTo>
                    <a:lnTo>
                      <a:pt x="136" y="24"/>
                    </a:lnTo>
                    <a:lnTo>
                      <a:pt x="124" y="15"/>
                    </a:lnTo>
                    <a:lnTo>
                      <a:pt x="112" y="7"/>
                    </a:lnTo>
                    <a:lnTo>
                      <a:pt x="95" y="2"/>
                    </a:lnTo>
                    <a:lnTo>
                      <a:pt x="80" y="0"/>
                    </a:lnTo>
                    <a:lnTo>
                      <a:pt x="80" y="0"/>
                    </a:lnTo>
                    <a:lnTo>
                      <a:pt x="63" y="2"/>
                    </a:lnTo>
                    <a:lnTo>
                      <a:pt x="49" y="7"/>
                    </a:lnTo>
                    <a:lnTo>
                      <a:pt x="34" y="15"/>
                    </a:lnTo>
                    <a:lnTo>
                      <a:pt x="22" y="24"/>
                    </a:lnTo>
                    <a:lnTo>
                      <a:pt x="12" y="36"/>
                    </a:lnTo>
                    <a:lnTo>
                      <a:pt x="5" y="49"/>
                    </a:lnTo>
                    <a:lnTo>
                      <a:pt x="0" y="66"/>
                    </a:lnTo>
                    <a:lnTo>
                      <a:pt x="0" y="80"/>
                    </a:lnTo>
                    <a:lnTo>
                      <a:pt x="0" y="80"/>
                    </a:lnTo>
                    <a:lnTo>
                      <a:pt x="0" y="97"/>
                    </a:lnTo>
                    <a:lnTo>
                      <a:pt x="5" y="112"/>
                    </a:lnTo>
                    <a:lnTo>
                      <a:pt x="12" y="126"/>
                    </a:lnTo>
                    <a:lnTo>
                      <a:pt x="22" y="138"/>
                    </a:lnTo>
                    <a:lnTo>
                      <a:pt x="34" y="148"/>
                    </a:lnTo>
                    <a:lnTo>
                      <a:pt x="49" y="155"/>
                    </a:lnTo>
                    <a:lnTo>
                      <a:pt x="63" y="160"/>
                    </a:lnTo>
                    <a:lnTo>
                      <a:pt x="80" y="163"/>
                    </a:lnTo>
                    <a:lnTo>
                      <a:pt x="80" y="1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1" name="Freeform 6"/>
              <p:cNvSpPr>
                <a:spLocks/>
              </p:cNvSpPr>
              <p:nvPr/>
            </p:nvSpPr>
            <p:spPr bwMode="auto">
              <a:xfrm>
                <a:off x="4421673" y="2541493"/>
                <a:ext cx="785812" cy="1409700"/>
              </a:xfrm>
              <a:custGeom>
                <a:avLst/>
                <a:gdLst>
                  <a:gd name="T0" fmla="*/ 403 w 495"/>
                  <a:gd name="T1" fmla="*/ 53 h 888"/>
                  <a:gd name="T2" fmla="*/ 400 w 495"/>
                  <a:gd name="T3" fmla="*/ 41 h 888"/>
                  <a:gd name="T4" fmla="*/ 391 w 495"/>
                  <a:gd name="T5" fmla="*/ 22 h 888"/>
                  <a:gd name="T6" fmla="*/ 376 w 495"/>
                  <a:gd name="T7" fmla="*/ 10 h 888"/>
                  <a:gd name="T8" fmla="*/ 357 w 495"/>
                  <a:gd name="T9" fmla="*/ 0 h 888"/>
                  <a:gd name="T10" fmla="*/ 146 w 495"/>
                  <a:gd name="T11" fmla="*/ 0 h 888"/>
                  <a:gd name="T12" fmla="*/ 131 w 495"/>
                  <a:gd name="T13" fmla="*/ 3 h 888"/>
                  <a:gd name="T14" fmla="*/ 104 w 495"/>
                  <a:gd name="T15" fmla="*/ 17 h 888"/>
                  <a:gd name="T16" fmla="*/ 97 w 495"/>
                  <a:gd name="T17" fmla="*/ 27 h 888"/>
                  <a:gd name="T18" fmla="*/ 90 w 495"/>
                  <a:gd name="T19" fmla="*/ 39 h 888"/>
                  <a:gd name="T20" fmla="*/ 90 w 495"/>
                  <a:gd name="T21" fmla="*/ 44 h 888"/>
                  <a:gd name="T22" fmla="*/ 0 w 495"/>
                  <a:gd name="T23" fmla="*/ 328 h 888"/>
                  <a:gd name="T24" fmla="*/ 0 w 495"/>
                  <a:gd name="T25" fmla="*/ 342 h 888"/>
                  <a:gd name="T26" fmla="*/ 12 w 495"/>
                  <a:gd name="T27" fmla="*/ 366 h 888"/>
                  <a:gd name="T28" fmla="*/ 24 w 495"/>
                  <a:gd name="T29" fmla="*/ 374 h 888"/>
                  <a:gd name="T30" fmla="*/ 32 w 495"/>
                  <a:gd name="T31" fmla="*/ 374 h 888"/>
                  <a:gd name="T32" fmla="*/ 51 w 495"/>
                  <a:gd name="T33" fmla="*/ 371 h 888"/>
                  <a:gd name="T34" fmla="*/ 66 w 495"/>
                  <a:gd name="T35" fmla="*/ 357 h 888"/>
                  <a:gd name="T36" fmla="*/ 138 w 495"/>
                  <a:gd name="T37" fmla="*/ 124 h 888"/>
                  <a:gd name="T38" fmla="*/ 146 w 495"/>
                  <a:gd name="T39" fmla="*/ 124 h 888"/>
                  <a:gd name="T40" fmla="*/ 46 w 495"/>
                  <a:gd name="T41" fmla="*/ 527 h 888"/>
                  <a:gd name="T42" fmla="*/ 155 w 495"/>
                  <a:gd name="T43" fmla="*/ 847 h 888"/>
                  <a:gd name="T44" fmla="*/ 155 w 495"/>
                  <a:gd name="T45" fmla="*/ 854 h 888"/>
                  <a:gd name="T46" fmla="*/ 160 w 495"/>
                  <a:gd name="T47" fmla="*/ 869 h 888"/>
                  <a:gd name="T48" fmla="*/ 172 w 495"/>
                  <a:gd name="T49" fmla="*/ 881 h 888"/>
                  <a:gd name="T50" fmla="*/ 187 w 495"/>
                  <a:gd name="T51" fmla="*/ 886 h 888"/>
                  <a:gd name="T52" fmla="*/ 194 w 495"/>
                  <a:gd name="T53" fmla="*/ 888 h 888"/>
                  <a:gd name="T54" fmla="*/ 211 w 495"/>
                  <a:gd name="T55" fmla="*/ 883 h 888"/>
                  <a:gd name="T56" fmla="*/ 223 w 495"/>
                  <a:gd name="T57" fmla="*/ 876 h 888"/>
                  <a:gd name="T58" fmla="*/ 233 w 495"/>
                  <a:gd name="T59" fmla="*/ 861 h 888"/>
                  <a:gd name="T60" fmla="*/ 235 w 495"/>
                  <a:gd name="T61" fmla="*/ 847 h 888"/>
                  <a:gd name="T62" fmla="*/ 260 w 495"/>
                  <a:gd name="T63" fmla="*/ 527 h 888"/>
                  <a:gd name="T64" fmla="*/ 260 w 495"/>
                  <a:gd name="T65" fmla="*/ 847 h 888"/>
                  <a:gd name="T66" fmla="*/ 264 w 495"/>
                  <a:gd name="T67" fmla="*/ 861 h 888"/>
                  <a:gd name="T68" fmla="*/ 272 w 495"/>
                  <a:gd name="T69" fmla="*/ 876 h 888"/>
                  <a:gd name="T70" fmla="*/ 286 w 495"/>
                  <a:gd name="T71" fmla="*/ 883 h 888"/>
                  <a:gd name="T72" fmla="*/ 301 w 495"/>
                  <a:gd name="T73" fmla="*/ 888 h 888"/>
                  <a:gd name="T74" fmla="*/ 311 w 495"/>
                  <a:gd name="T75" fmla="*/ 886 h 888"/>
                  <a:gd name="T76" fmla="*/ 325 w 495"/>
                  <a:gd name="T77" fmla="*/ 881 h 888"/>
                  <a:gd name="T78" fmla="*/ 335 w 495"/>
                  <a:gd name="T79" fmla="*/ 869 h 888"/>
                  <a:gd name="T80" fmla="*/ 342 w 495"/>
                  <a:gd name="T81" fmla="*/ 854 h 888"/>
                  <a:gd name="T82" fmla="*/ 342 w 495"/>
                  <a:gd name="T83" fmla="*/ 527 h 888"/>
                  <a:gd name="T84" fmla="*/ 340 w 495"/>
                  <a:gd name="T85" fmla="*/ 124 h 888"/>
                  <a:gd name="T86" fmla="*/ 345 w 495"/>
                  <a:gd name="T87" fmla="*/ 124 h 888"/>
                  <a:gd name="T88" fmla="*/ 427 w 495"/>
                  <a:gd name="T89" fmla="*/ 349 h 888"/>
                  <a:gd name="T90" fmla="*/ 429 w 495"/>
                  <a:gd name="T91" fmla="*/ 357 h 888"/>
                  <a:gd name="T92" fmla="*/ 444 w 495"/>
                  <a:gd name="T93" fmla="*/ 371 h 888"/>
                  <a:gd name="T94" fmla="*/ 463 w 495"/>
                  <a:gd name="T95" fmla="*/ 374 h 888"/>
                  <a:gd name="T96" fmla="*/ 471 w 495"/>
                  <a:gd name="T97" fmla="*/ 371 h 888"/>
                  <a:gd name="T98" fmla="*/ 483 w 495"/>
                  <a:gd name="T99" fmla="*/ 364 h 888"/>
                  <a:gd name="T100" fmla="*/ 495 w 495"/>
                  <a:gd name="T101" fmla="*/ 340 h 888"/>
                  <a:gd name="T102" fmla="*/ 495 w 495"/>
                  <a:gd name="T103" fmla="*/ 328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95" h="888">
                    <a:moveTo>
                      <a:pt x="495" y="328"/>
                    </a:moveTo>
                    <a:lnTo>
                      <a:pt x="403" y="53"/>
                    </a:lnTo>
                    <a:lnTo>
                      <a:pt x="403" y="53"/>
                    </a:lnTo>
                    <a:lnTo>
                      <a:pt x="400" y="41"/>
                    </a:lnTo>
                    <a:lnTo>
                      <a:pt x="398" y="32"/>
                    </a:lnTo>
                    <a:lnTo>
                      <a:pt x="391" y="22"/>
                    </a:lnTo>
                    <a:lnTo>
                      <a:pt x="386" y="15"/>
                    </a:lnTo>
                    <a:lnTo>
                      <a:pt x="376" y="10"/>
                    </a:lnTo>
                    <a:lnTo>
                      <a:pt x="366" y="5"/>
                    </a:lnTo>
                    <a:lnTo>
                      <a:pt x="357" y="0"/>
                    </a:lnTo>
                    <a:lnTo>
                      <a:pt x="345" y="0"/>
                    </a:lnTo>
                    <a:lnTo>
                      <a:pt x="146" y="0"/>
                    </a:lnTo>
                    <a:lnTo>
                      <a:pt x="146" y="0"/>
                    </a:lnTo>
                    <a:lnTo>
                      <a:pt x="131" y="3"/>
                    </a:lnTo>
                    <a:lnTo>
                      <a:pt x="116" y="7"/>
                    </a:lnTo>
                    <a:lnTo>
                      <a:pt x="104" y="17"/>
                    </a:lnTo>
                    <a:lnTo>
                      <a:pt x="97" y="27"/>
                    </a:lnTo>
                    <a:lnTo>
                      <a:pt x="97" y="27"/>
                    </a:lnTo>
                    <a:lnTo>
                      <a:pt x="92" y="39"/>
                    </a:lnTo>
                    <a:lnTo>
                      <a:pt x="90" y="39"/>
                    </a:lnTo>
                    <a:lnTo>
                      <a:pt x="90" y="39"/>
                    </a:lnTo>
                    <a:lnTo>
                      <a:pt x="90" y="44"/>
                    </a:lnTo>
                    <a:lnTo>
                      <a:pt x="0" y="328"/>
                    </a:lnTo>
                    <a:lnTo>
                      <a:pt x="0" y="328"/>
                    </a:lnTo>
                    <a:lnTo>
                      <a:pt x="0" y="335"/>
                    </a:lnTo>
                    <a:lnTo>
                      <a:pt x="0" y="342"/>
                    </a:lnTo>
                    <a:lnTo>
                      <a:pt x="2" y="354"/>
                    </a:lnTo>
                    <a:lnTo>
                      <a:pt x="12" y="366"/>
                    </a:lnTo>
                    <a:lnTo>
                      <a:pt x="17" y="371"/>
                    </a:lnTo>
                    <a:lnTo>
                      <a:pt x="24" y="374"/>
                    </a:lnTo>
                    <a:lnTo>
                      <a:pt x="24" y="374"/>
                    </a:lnTo>
                    <a:lnTo>
                      <a:pt x="32" y="374"/>
                    </a:lnTo>
                    <a:lnTo>
                      <a:pt x="39" y="374"/>
                    </a:lnTo>
                    <a:lnTo>
                      <a:pt x="51" y="371"/>
                    </a:lnTo>
                    <a:lnTo>
                      <a:pt x="61" y="362"/>
                    </a:lnTo>
                    <a:lnTo>
                      <a:pt x="66" y="357"/>
                    </a:lnTo>
                    <a:lnTo>
                      <a:pt x="68" y="349"/>
                    </a:lnTo>
                    <a:lnTo>
                      <a:pt x="138" y="124"/>
                    </a:lnTo>
                    <a:lnTo>
                      <a:pt x="138" y="124"/>
                    </a:lnTo>
                    <a:lnTo>
                      <a:pt x="146" y="124"/>
                    </a:lnTo>
                    <a:lnTo>
                      <a:pt x="153" y="124"/>
                    </a:lnTo>
                    <a:lnTo>
                      <a:pt x="46" y="527"/>
                    </a:lnTo>
                    <a:lnTo>
                      <a:pt x="155" y="527"/>
                    </a:lnTo>
                    <a:lnTo>
                      <a:pt x="155" y="847"/>
                    </a:lnTo>
                    <a:lnTo>
                      <a:pt x="155" y="847"/>
                    </a:lnTo>
                    <a:lnTo>
                      <a:pt x="155" y="854"/>
                    </a:lnTo>
                    <a:lnTo>
                      <a:pt x="158" y="861"/>
                    </a:lnTo>
                    <a:lnTo>
                      <a:pt x="160" y="869"/>
                    </a:lnTo>
                    <a:lnTo>
                      <a:pt x="167" y="876"/>
                    </a:lnTo>
                    <a:lnTo>
                      <a:pt x="172" y="881"/>
                    </a:lnTo>
                    <a:lnTo>
                      <a:pt x="180" y="883"/>
                    </a:lnTo>
                    <a:lnTo>
                      <a:pt x="187" y="886"/>
                    </a:lnTo>
                    <a:lnTo>
                      <a:pt x="194" y="888"/>
                    </a:lnTo>
                    <a:lnTo>
                      <a:pt x="194" y="888"/>
                    </a:lnTo>
                    <a:lnTo>
                      <a:pt x="204" y="886"/>
                    </a:lnTo>
                    <a:lnTo>
                      <a:pt x="211" y="883"/>
                    </a:lnTo>
                    <a:lnTo>
                      <a:pt x="218" y="881"/>
                    </a:lnTo>
                    <a:lnTo>
                      <a:pt x="223" y="876"/>
                    </a:lnTo>
                    <a:lnTo>
                      <a:pt x="231" y="869"/>
                    </a:lnTo>
                    <a:lnTo>
                      <a:pt x="233" y="861"/>
                    </a:lnTo>
                    <a:lnTo>
                      <a:pt x="235" y="854"/>
                    </a:lnTo>
                    <a:lnTo>
                      <a:pt x="235" y="847"/>
                    </a:lnTo>
                    <a:lnTo>
                      <a:pt x="235" y="527"/>
                    </a:lnTo>
                    <a:lnTo>
                      <a:pt x="260" y="527"/>
                    </a:lnTo>
                    <a:lnTo>
                      <a:pt x="260" y="847"/>
                    </a:lnTo>
                    <a:lnTo>
                      <a:pt x="260" y="847"/>
                    </a:lnTo>
                    <a:lnTo>
                      <a:pt x="262" y="854"/>
                    </a:lnTo>
                    <a:lnTo>
                      <a:pt x="264" y="861"/>
                    </a:lnTo>
                    <a:lnTo>
                      <a:pt x="267" y="869"/>
                    </a:lnTo>
                    <a:lnTo>
                      <a:pt x="272" y="876"/>
                    </a:lnTo>
                    <a:lnTo>
                      <a:pt x="279" y="881"/>
                    </a:lnTo>
                    <a:lnTo>
                      <a:pt x="286" y="883"/>
                    </a:lnTo>
                    <a:lnTo>
                      <a:pt x="294" y="886"/>
                    </a:lnTo>
                    <a:lnTo>
                      <a:pt x="301" y="888"/>
                    </a:lnTo>
                    <a:lnTo>
                      <a:pt x="301" y="888"/>
                    </a:lnTo>
                    <a:lnTo>
                      <a:pt x="311" y="886"/>
                    </a:lnTo>
                    <a:lnTo>
                      <a:pt x="318" y="883"/>
                    </a:lnTo>
                    <a:lnTo>
                      <a:pt x="325" y="881"/>
                    </a:lnTo>
                    <a:lnTo>
                      <a:pt x="330" y="876"/>
                    </a:lnTo>
                    <a:lnTo>
                      <a:pt x="335" y="869"/>
                    </a:lnTo>
                    <a:lnTo>
                      <a:pt x="340" y="861"/>
                    </a:lnTo>
                    <a:lnTo>
                      <a:pt x="342" y="854"/>
                    </a:lnTo>
                    <a:lnTo>
                      <a:pt x="342" y="847"/>
                    </a:lnTo>
                    <a:lnTo>
                      <a:pt x="342" y="527"/>
                    </a:lnTo>
                    <a:lnTo>
                      <a:pt x="451" y="527"/>
                    </a:lnTo>
                    <a:lnTo>
                      <a:pt x="340" y="124"/>
                    </a:lnTo>
                    <a:lnTo>
                      <a:pt x="345" y="124"/>
                    </a:lnTo>
                    <a:lnTo>
                      <a:pt x="345" y="124"/>
                    </a:lnTo>
                    <a:lnTo>
                      <a:pt x="352" y="124"/>
                    </a:lnTo>
                    <a:lnTo>
                      <a:pt x="427" y="349"/>
                    </a:lnTo>
                    <a:lnTo>
                      <a:pt x="427" y="349"/>
                    </a:lnTo>
                    <a:lnTo>
                      <a:pt x="429" y="357"/>
                    </a:lnTo>
                    <a:lnTo>
                      <a:pt x="434" y="362"/>
                    </a:lnTo>
                    <a:lnTo>
                      <a:pt x="444" y="371"/>
                    </a:lnTo>
                    <a:lnTo>
                      <a:pt x="459" y="374"/>
                    </a:lnTo>
                    <a:lnTo>
                      <a:pt x="463" y="374"/>
                    </a:lnTo>
                    <a:lnTo>
                      <a:pt x="471" y="371"/>
                    </a:lnTo>
                    <a:lnTo>
                      <a:pt x="471" y="371"/>
                    </a:lnTo>
                    <a:lnTo>
                      <a:pt x="478" y="369"/>
                    </a:lnTo>
                    <a:lnTo>
                      <a:pt x="483" y="364"/>
                    </a:lnTo>
                    <a:lnTo>
                      <a:pt x="493" y="354"/>
                    </a:lnTo>
                    <a:lnTo>
                      <a:pt x="495" y="340"/>
                    </a:lnTo>
                    <a:lnTo>
                      <a:pt x="495" y="332"/>
                    </a:lnTo>
                    <a:lnTo>
                      <a:pt x="495" y="328"/>
                    </a:lnTo>
                    <a:lnTo>
                      <a:pt x="495" y="3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92" name="组合 291"/>
            <p:cNvGrpSpPr/>
            <p:nvPr/>
          </p:nvGrpSpPr>
          <p:grpSpPr>
            <a:xfrm>
              <a:off x="6472127" y="3440527"/>
              <a:ext cx="294343" cy="643391"/>
              <a:chOff x="4421673" y="2233518"/>
              <a:chExt cx="785812" cy="1717675"/>
            </a:xfrm>
            <a:grpFill/>
          </p:grpSpPr>
          <p:sp>
            <p:nvSpPr>
              <p:cNvPr id="338" name="Freeform 5"/>
              <p:cNvSpPr>
                <a:spLocks/>
              </p:cNvSpPr>
              <p:nvPr/>
            </p:nvSpPr>
            <p:spPr bwMode="auto">
              <a:xfrm>
                <a:off x="4683610" y="2233518"/>
                <a:ext cx="254000" cy="258763"/>
              </a:xfrm>
              <a:custGeom>
                <a:avLst/>
                <a:gdLst>
                  <a:gd name="T0" fmla="*/ 80 w 160"/>
                  <a:gd name="T1" fmla="*/ 163 h 163"/>
                  <a:gd name="T2" fmla="*/ 80 w 160"/>
                  <a:gd name="T3" fmla="*/ 163 h 163"/>
                  <a:gd name="T4" fmla="*/ 95 w 160"/>
                  <a:gd name="T5" fmla="*/ 160 h 163"/>
                  <a:gd name="T6" fmla="*/ 112 w 160"/>
                  <a:gd name="T7" fmla="*/ 155 h 163"/>
                  <a:gd name="T8" fmla="*/ 124 w 160"/>
                  <a:gd name="T9" fmla="*/ 148 h 163"/>
                  <a:gd name="T10" fmla="*/ 136 w 160"/>
                  <a:gd name="T11" fmla="*/ 138 h 163"/>
                  <a:gd name="T12" fmla="*/ 146 w 160"/>
                  <a:gd name="T13" fmla="*/ 126 h 163"/>
                  <a:gd name="T14" fmla="*/ 153 w 160"/>
                  <a:gd name="T15" fmla="*/ 112 h 163"/>
                  <a:gd name="T16" fmla="*/ 158 w 160"/>
                  <a:gd name="T17" fmla="*/ 97 h 163"/>
                  <a:gd name="T18" fmla="*/ 160 w 160"/>
                  <a:gd name="T19" fmla="*/ 80 h 163"/>
                  <a:gd name="T20" fmla="*/ 160 w 160"/>
                  <a:gd name="T21" fmla="*/ 80 h 163"/>
                  <a:gd name="T22" fmla="*/ 158 w 160"/>
                  <a:gd name="T23" fmla="*/ 66 h 163"/>
                  <a:gd name="T24" fmla="*/ 153 w 160"/>
                  <a:gd name="T25" fmla="*/ 49 h 163"/>
                  <a:gd name="T26" fmla="*/ 146 w 160"/>
                  <a:gd name="T27" fmla="*/ 36 h 163"/>
                  <a:gd name="T28" fmla="*/ 136 w 160"/>
                  <a:gd name="T29" fmla="*/ 24 h 163"/>
                  <a:gd name="T30" fmla="*/ 124 w 160"/>
                  <a:gd name="T31" fmla="*/ 15 h 163"/>
                  <a:gd name="T32" fmla="*/ 112 w 160"/>
                  <a:gd name="T33" fmla="*/ 7 h 163"/>
                  <a:gd name="T34" fmla="*/ 95 w 160"/>
                  <a:gd name="T35" fmla="*/ 2 h 163"/>
                  <a:gd name="T36" fmla="*/ 80 w 160"/>
                  <a:gd name="T37" fmla="*/ 0 h 163"/>
                  <a:gd name="T38" fmla="*/ 80 w 160"/>
                  <a:gd name="T39" fmla="*/ 0 h 163"/>
                  <a:gd name="T40" fmla="*/ 63 w 160"/>
                  <a:gd name="T41" fmla="*/ 2 h 163"/>
                  <a:gd name="T42" fmla="*/ 49 w 160"/>
                  <a:gd name="T43" fmla="*/ 7 h 163"/>
                  <a:gd name="T44" fmla="*/ 34 w 160"/>
                  <a:gd name="T45" fmla="*/ 15 h 163"/>
                  <a:gd name="T46" fmla="*/ 22 w 160"/>
                  <a:gd name="T47" fmla="*/ 24 h 163"/>
                  <a:gd name="T48" fmla="*/ 12 w 160"/>
                  <a:gd name="T49" fmla="*/ 36 h 163"/>
                  <a:gd name="T50" fmla="*/ 5 w 160"/>
                  <a:gd name="T51" fmla="*/ 49 h 163"/>
                  <a:gd name="T52" fmla="*/ 0 w 160"/>
                  <a:gd name="T53" fmla="*/ 66 h 163"/>
                  <a:gd name="T54" fmla="*/ 0 w 160"/>
                  <a:gd name="T55" fmla="*/ 80 h 163"/>
                  <a:gd name="T56" fmla="*/ 0 w 160"/>
                  <a:gd name="T57" fmla="*/ 80 h 163"/>
                  <a:gd name="T58" fmla="*/ 0 w 160"/>
                  <a:gd name="T59" fmla="*/ 97 h 163"/>
                  <a:gd name="T60" fmla="*/ 5 w 160"/>
                  <a:gd name="T61" fmla="*/ 112 h 163"/>
                  <a:gd name="T62" fmla="*/ 12 w 160"/>
                  <a:gd name="T63" fmla="*/ 126 h 163"/>
                  <a:gd name="T64" fmla="*/ 22 w 160"/>
                  <a:gd name="T65" fmla="*/ 138 h 163"/>
                  <a:gd name="T66" fmla="*/ 34 w 160"/>
                  <a:gd name="T67" fmla="*/ 148 h 163"/>
                  <a:gd name="T68" fmla="*/ 49 w 160"/>
                  <a:gd name="T69" fmla="*/ 155 h 163"/>
                  <a:gd name="T70" fmla="*/ 63 w 160"/>
                  <a:gd name="T71" fmla="*/ 160 h 163"/>
                  <a:gd name="T72" fmla="*/ 80 w 160"/>
                  <a:gd name="T73" fmla="*/ 163 h 163"/>
                  <a:gd name="T74" fmla="*/ 80 w 160"/>
                  <a:gd name="T75"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0" h="163">
                    <a:moveTo>
                      <a:pt x="80" y="163"/>
                    </a:moveTo>
                    <a:lnTo>
                      <a:pt x="80" y="163"/>
                    </a:lnTo>
                    <a:lnTo>
                      <a:pt x="95" y="160"/>
                    </a:lnTo>
                    <a:lnTo>
                      <a:pt x="112" y="155"/>
                    </a:lnTo>
                    <a:lnTo>
                      <a:pt x="124" y="148"/>
                    </a:lnTo>
                    <a:lnTo>
                      <a:pt x="136" y="138"/>
                    </a:lnTo>
                    <a:lnTo>
                      <a:pt x="146" y="126"/>
                    </a:lnTo>
                    <a:lnTo>
                      <a:pt x="153" y="112"/>
                    </a:lnTo>
                    <a:lnTo>
                      <a:pt x="158" y="97"/>
                    </a:lnTo>
                    <a:lnTo>
                      <a:pt x="160" y="80"/>
                    </a:lnTo>
                    <a:lnTo>
                      <a:pt x="160" y="80"/>
                    </a:lnTo>
                    <a:lnTo>
                      <a:pt x="158" y="66"/>
                    </a:lnTo>
                    <a:lnTo>
                      <a:pt x="153" y="49"/>
                    </a:lnTo>
                    <a:lnTo>
                      <a:pt x="146" y="36"/>
                    </a:lnTo>
                    <a:lnTo>
                      <a:pt x="136" y="24"/>
                    </a:lnTo>
                    <a:lnTo>
                      <a:pt x="124" y="15"/>
                    </a:lnTo>
                    <a:lnTo>
                      <a:pt x="112" y="7"/>
                    </a:lnTo>
                    <a:lnTo>
                      <a:pt x="95" y="2"/>
                    </a:lnTo>
                    <a:lnTo>
                      <a:pt x="80" y="0"/>
                    </a:lnTo>
                    <a:lnTo>
                      <a:pt x="80" y="0"/>
                    </a:lnTo>
                    <a:lnTo>
                      <a:pt x="63" y="2"/>
                    </a:lnTo>
                    <a:lnTo>
                      <a:pt x="49" y="7"/>
                    </a:lnTo>
                    <a:lnTo>
                      <a:pt x="34" y="15"/>
                    </a:lnTo>
                    <a:lnTo>
                      <a:pt x="22" y="24"/>
                    </a:lnTo>
                    <a:lnTo>
                      <a:pt x="12" y="36"/>
                    </a:lnTo>
                    <a:lnTo>
                      <a:pt x="5" y="49"/>
                    </a:lnTo>
                    <a:lnTo>
                      <a:pt x="0" y="66"/>
                    </a:lnTo>
                    <a:lnTo>
                      <a:pt x="0" y="80"/>
                    </a:lnTo>
                    <a:lnTo>
                      <a:pt x="0" y="80"/>
                    </a:lnTo>
                    <a:lnTo>
                      <a:pt x="0" y="97"/>
                    </a:lnTo>
                    <a:lnTo>
                      <a:pt x="5" y="112"/>
                    </a:lnTo>
                    <a:lnTo>
                      <a:pt x="12" y="126"/>
                    </a:lnTo>
                    <a:lnTo>
                      <a:pt x="22" y="138"/>
                    </a:lnTo>
                    <a:lnTo>
                      <a:pt x="34" y="148"/>
                    </a:lnTo>
                    <a:lnTo>
                      <a:pt x="49" y="155"/>
                    </a:lnTo>
                    <a:lnTo>
                      <a:pt x="63" y="160"/>
                    </a:lnTo>
                    <a:lnTo>
                      <a:pt x="80" y="163"/>
                    </a:lnTo>
                    <a:lnTo>
                      <a:pt x="80" y="1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9" name="Freeform 6"/>
              <p:cNvSpPr>
                <a:spLocks/>
              </p:cNvSpPr>
              <p:nvPr/>
            </p:nvSpPr>
            <p:spPr bwMode="auto">
              <a:xfrm>
                <a:off x="4421673" y="2541493"/>
                <a:ext cx="785812" cy="1409700"/>
              </a:xfrm>
              <a:custGeom>
                <a:avLst/>
                <a:gdLst>
                  <a:gd name="T0" fmla="*/ 403 w 495"/>
                  <a:gd name="T1" fmla="*/ 53 h 888"/>
                  <a:gd name="T2" fmla="*/ 400 w 495"/>
                  <a:gd name="T3" fmla="*/ 41 h 888"/>
                  <a:gd name="T4" fmla="*/ 391 w 495"/>
                  <a:gd name="T5" fmla="*/ 22 h 888"/>
                  <a:gd name="T6" fmla="*/ 376 w 495"/>
                  <a:gd name="T7" fmla="*/ 10 h 888"/>
                  <a:gd name="T8" fmla="*/ 357 w 495"/>
                  <a:gd name="T9" fmla="*/ 0 h 888"/>
                  <a:gd name="T10" fmla="*/ 146 w 495"/>
                  <a:gd name="T11" fmla="*/ 0 h 888"/>
                  <a:gd name="T12" fmla="*/ 131 w 495"/>
                  <a:gd name="T13" fmla="*/ 3 h 888"/>
                  <a:gd name="T14" fmla="*/ 104 w 495"/>
                  <a:gd name="T15" fmla="*/ 17 h 888"/>
                  <a:gd name="T16" fmla="*/ 97 w 495"/>
                  <a:gd name="T17" fmla="*/ 27 h 888"/>
                  <a:gd name="T18" fmla="*/ 90 w 495"/>
                  <a:gd name="T19" fmla="*/ 39 h 888"/>
                  <a:gd name="T20" fmla="*/ 90 w 495"/>
                  <a:gd name="T21" fmla="*/ 44 h 888"/>
                  <a:gd name="T22" fmla="*/ 0 w 495"/>
                  <a:gd name="T23" fmla="*/ 328 h 888"/>
                  <a:gd name="T24" fmla="*/ 0 w 495"/>
                  <a:gd name="T25" fmla="*/ 342 h 888"/>
                  <a:gd name="T26" fmla="*/ 12 w 495"/>
                  <a:gd name="T27" fmla="*/ 366 h 888"/>
                  <a:gd name="T28" fmla="*/ 24 w 495"/>
                  <a:gd name="T29" fmla="*/ 374 h 888"/>
                  <a:gd name="T30" fmla="*/ 32 w 495"/>
                  <a:gd name="T31" fmla="*/ 374 h 888"/>
                  <a:gd name="T32" fmla="*/ 51 w 495"/>
                  <a:gd name="T33" fmla="*/ 371 h 888"/>
                  <a:gd name="T34" fmla="*/ 66 w 495"/>
                  <a:gd name="T35" fmla="*/ 357 h 888"/>
                  <a:gd name="T36" fmla="*/ 138 w 495"/>
                  <a:gd name="T37" fmla="*/ 124 h 888"/>
                  <a:gd name="T38" fmla="*/ 146 w 495"/>
                  <a:gd name="T39" fmla="*/ 124 h 888"/>
                  <a:gd name="T40" fmla="*/ 46 w 495"/>
                  <a:gd name="T41" fmla="*/ 527 h 888"/>
                  <a:gd name="T42" fmla="*/ 155 w 495"/>
                  <a:gd name="T43" fmla="*/ 847 h 888"/>
                  <a:gd name="T44" fmla="*/ 155 w 495"/>
                  <a:gd name="T45" fmla="*/ 854 h 888"/>
                  <a:gd name="T46" fmla="*/ 160 w 495"/>
                  <a:gd name="T47" fmla="*/ 869 h 888"/>
                  <a:gd name="T48" fmla="*/ 172 w 495"/>
                  <a:gd name="T49" fmla="*/ 881 h 888"/>
                  <a:gd name="T50" fmla="*/ 187 w 495"/>
                  <a:gd name="T51" fmla="*/ 886 h 888"/>
                  <a:gd name="T52" fmla="*/ 194 w 495"/>
                  <a:gd name="T53" fmla="*/ 888 h 888"/>
                  <a:gd name="T54" fmla="*/ 211 w 495"/>
                  <a:gd name="T55" fmla="*/ 883 h 888"/>
                  <a:gd name="T56" fmla="*/ 223 w 495"/>
                  <a:gd name="T57" fmla="*/ 876 h 888"/>
                  <a:gd name="T58" fmla="*/ 233 w 495"/>
                  <a:gd name="T59" fmla="*/ 861 h 888"/>
                  <a:gd name="T60" fmla="*/ 235 w 495"/>
                  <a:gd name="T61" fmla="*/ 847 h 888"/>
                  <a:gd name="T62" fmla="*/ 260 w 495"/>
                  <a:gd name="T63" fmla="*/ 527 h 888"/>
                  <a:gd name="T64" fmla="*/ 260 w 495"/>
                  <a:gd name="T65" fmla="*/ 847 h 888"/>
                  <a:gd name="T66" fmla="*/ 264 w 495"/>
                  <a:gd name="T67" fmla="*/ 861 h 888"/>
                  <a:gd name="T68" fmla="*/ 272 w 495"/>
                  <a:gd name="T69" fmla="*/ 876 h 888"/>
                  <a:gd name="T70" fmla="*/ 286 w 495"/>
                  <a:gd name="T71" fmla="*/ 883 h 888"/>
                  <a:gd name="T72" fmla="*/ 301 w 495"/>
                  <a:gd name="T73" fmla="*/ 888 h 888"/>
                  <a:gd name="T74" fmla="*/ 311 w 495"/>
                  <a:gd name="T75" fmla="*/ 886 h 888"/>
                  <a:gd name="T76" fmla="*/ 325 w 495"/>
                  <a:gd name="T77" fmla="*/ 881 h 888"/>
                  <a:gd name="T78" fmla="*/ 335 w 495"/>
                  <a:gd name="T79" fmla="*/ 869 h 888"/>
                  <a:gd name="T80" fmla="*/ 342 w 495"/>
                  <a:gd name="T81" fmla="*/ 854 h 888"/>
                  <a:gd name="T82" fmla="*/ 342 w 495"/>
                  <a:gd name="T83" fmla="*/ 527 h 888"/>
                  <a:gd name="T84" fmla="*/ 340 w 495"/>
                  <a:gd name="T85" fmla="*/ 124 h 888"/>
                  <a:gd name="T86" fmla="*/ 345 w 495"/>
                  <a:gd name="T87" fmla="*/ 124 h 888"/>
                  <a:gd name="T88" fmla="*/ 427 w 495"/>
                  <a:gd name="T89" fmla="*/ 349 h 888"/>
                  <a:gd name="T90" fmla="*/ 429 w 495"/>
                  <a:gd name="T91" fmla="*/ 357 h 888"/>
                  <a:gd name="T92" fmla="*/ 444 w 495"/>
                  <a:gd name="T93" fmla="*/ 371 h 888"/>
                  <a:gd name="T94" fmla="*/ 463 w 495"/>
                  <a:gd name="T95" fmla="*/ 374 h 888"/>
                  <a:gd name="T96" fmla="*/ 471 w 495"/>
                  <a:gd name="T97" fmla="*/ 371 h 888"/>
                  <a:gd name="T98" fmla="*/ 483 w 495"/>
                  <a:gd name="T99" fmla="*/ 364 h 888"/>
                  <a:gd name="T100" fmla="*/ 495 w 495"/>
                  <a:gd name="T101" fmla="*/ 340 h 888"/>
                  <a:gd name="T102" fmla="*/ 495 w 495"/>
                  <a:gd name="T103" fmla="*/ 328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95" h="888">
                    <a:moveTo>
                      <a:pt x="495" y="328"/>
                    </a:moveTo>
                    <a:lnTo>
                      <a:pt x="403" y="53"/>
                    </a:lnTo>
                    <a:lnTo>
                      <a:pt x="403" y="53"/>
                    </a:lnTo>
                    <a:lnTo>
                      <a:pt x="400" y="41"/>
                    </a:lnTo>
                    <a:lnTo>
                      <a:pt x="398" y="32"/>
                    </a:lnTo>
                    <a:lnTo>
                      <a:pt x="391" y="22"/>
                    </a:lnTo>
                    <a:lnTo>
                      <a:pt x="386" y="15"/>
                    </a:lnTo>
                    <a:lnTo>
                      <a:pt x="376" y="10"/>
                    </a:lnTo>
                    <a:lnTo>
                      <a:pt x="366" y="5"/>
                    </a:lnTo>
                    <a:lnTo>
                      <a:pt x="357" y="0"/>
                    </a:lnTo>
                    <a:lnTo>
                      <a:pt x="345" y="0"/>
                    </a:lnTo>
                    <a:lnTo>
                      <a:pt x="146" y="0"/>
                    </a:lnTo>
                    <a:lnTo>
                      <a:pt x="146" y="0"/>
                    </a:lnTo>
                    <a:lnTo>
                      <a:pt x="131" y="3"/>
                    </a:lnTo>
                    <a:lnTo>
                      <a:pt x="116" y="7"/>
                    </a:lnTo>
                    <a:lnTo>
                      <a:pt x="104" y="17"/>
                    </a:lnTo>
                    <a:lnTo>
                      <a:pt x="97" y="27"/>
                    </a:lnTo>
                    <a:lnTo>
                      <a:pt x="97" y="27"/>
                    </a:lnTo>
                    <a:lnTo>
                      <a:pt x="92" y="39"/>
                    </a:lnTo>
                    <a:lnTo>
                      <a:pt x="90" y="39"/>
                    </a:lnTo>
                    <a:lnTo>
                      <a:pt x="90" y="39"/>
                    </a:lnTo>
                    <a:lnTo>
                      <a:pt x="90" y="44"/>
                    </a:lnTo>
                    <a:lnTo>
                      <a:pt x="0" y="328"/>
                    </a:lnTo>
                    <a:lnTo>
                      <a:pt x="0" y="328"/>
                    </a:lnTo>
                    <a:lnTo>
                      <a:pt x="0" y="335"/>
                    </a:lnTo>
                    <a:lnTo>
                      <a:pt x="0" y="342"/>
                    </a:lnTo>
                    <a:lnTo>
                      <a:pt x="2" y="354"/>
                    </a:lnTo>
                    <a:lnTo>
                      <a:pt x="12" y="366"/>
                    </a:lnTo>
                    <a:lnTo>
                      <a:pt x="17" y="371"/>
                    </a:lnTo>
                    <a:lnTo>
                      <a:pt x="24" y="374"/>
                    </a:lnTo>
                    <a:lnTo>
                      <a:pt x="24" y="374"/>
                    </a:lnTo>
                    <a:lnTo>
                      <a:pt x="32" y="374"/>
                    </a:lnTo>
                    <a:lnTo>
                      <a:pt x="39" y="374"/>
                    </a:lnTo>
                    <a:lnTo>
                      <a:pt x="51" y="371"/>
                    </a:lnTo>
                    <a:lnTo>
                      <a:pt x="61" y="362"/>
                    </a:lnTo>
                    <a:lnTo>
                      <a:pt x="66" y="357"/>
                    </a:lnTo>
                    <a:lnTo>
                      <a:pt x="68" y="349"/>
                    </a:lnTo>
                    <a:lnTo>
                      <a:pt x="138" y="124"/>
                    </a:lnTo>
                    <a:lnTo>
                      <a:pt x="138" y="124"/>
                    </a:lnTo>
                    <a:lnTo>
                      <a:pt x="146" y="124"/>
                    </a:lnTo>
                    <a:lnTo>
                      <a:pt x="153" y="124"/>
                    </a:lnTo>
                    <a:lnTo>
                      <a:pt x="46" y="527"/>
                    </a:lnTo>
                    <a:lnTo>
                      <a:pt x="155" y="527"/>
                    </a:lnTo>
                    <a:lnTo>
                      <a:pt x="155" y="847"/>
                    </a:lnTo>
                    <a:lnTo>
                      <a:pt x="155" y="847"/>
                    </a:lnTo>
                    <a:lnTo>
                      <a:pt x="155" y="854"/>
                    </a:lnTo>
                    <a:lnTo>
                      <a:pt x="158" y="861"/>
                    </a:lnTo>
                    <a:lnTo>
                      <a:pt x="160" y="869"/>
                    </a:lnTo>
                    <a:lnTo>
                      <a:pt x="167" y="876"/>
                    </a:lnTo>
                    <a:lnTo>
                      <a:pt x="172" y="881"/>
                    </a:lnTo>
                    <a:lnTo>
                      <a:pt x="180" y="883"/>
                    </a:lnTo>
                    <a:lnTo>
                      <a:pt x="187" y="886"/>
                    </a:lnTo>
                    <a:lnTo>
                      <a:pt x="194" y="888"/>
                    </a:lnTo>
                    <a:lnTo>
                      <a:pt x="194" y="888"/>
                    </a:lnTo>
                    <a:lnTo>
                      <a:pt x="204" y="886"/>
                    </a:lnTo>
                    <a:lnTo>
                      <a:pt x="211" y="883"/>
                    </a:lnTo>
                    <a:lnTo>
                      <a:pt x="218" y="881"/>
                    </a:lnTo>
                    <a:lnTo>
                      <a:pt x="223" y="876"/>
                    </a:lnTo>
                    <a:lnTo>
                      <a:pt x="231" y="869"/>
                    </a:lnTo>
                    <a:lnTo>
                      <a:pt x="233" y="861"/>
                    </a:lnTo>
                    <a:lnTo>
                      <a:pt x="235" y="854"/>
                    </a:lnTo>
                    <a:lnTo>
                      <a:pt x="235" y="847"/>
                    </a:lnTo>
                    <a:lnTo>
                      <a:pt x="235" y="527"/>
                    </a:lnTo>
                    <a:lnTo>
                      <a:pt x="260" y="527"/>
                    </a:lnTo>
                    <a:lnTo>
                      <a:pt x="260" y="847"/>
                    </a:lnTo>
                    <a:lnTo>
                      <a:pt x="260" y="847"/>
                    </a:lnTo>
                    <a:lnTo>
                      <a:pt x="262" y="854"/>
                    </a:lnTo>
                    <a:lnTo>
                      <a:pt x="264" y="861"/>
                    </a:lnTo>
                    <a:lnTo>
                      <a:pt x="267" y="869"/>
                    </a:lnTo>
                    <a:lnTo>
                      <a:pt x="272" y="876"/>
                    </a:lnTo>
                    <a:lnTo>
                      <a:pt x="279" y="881"/>
                    </a:lnTo>
                    <a:lnTo>
                      <a:pt x="286" y="883"/>
                    </a:lnTo>
                    <a:lnTo>
                      <a:pt x="294" y="886"/>
                    </a:lnTo>
                    <a:lnTo>
                      <a:pt x="301" y="888"/>
                    </a:lnTo>
                    <a:lnTo>
                      <a:pt x="301" y="888"/>
                    </a:lnTo>
                    <a:lnTo>
                      <a:pt x="311" y="886"/>
                    </a:lnTo>
                    <a:lnTo>
                      <a:pt x="318" y="883"/>
                    </a:lnTo>
                    <a:lnTo>
                      <a:pt x="325" y="881"/>
                    </a:lnTo>
                    <a:lnTo>
                      <a:pt x="330" y="876"/>
                    </a:lnTo>
                    <a:lnTo>
                      <a:pt x="335" y="869"/>
                    </a:lnTo>
                    <a:lnTo>
                      <a:pt x="340" y="861"/>
                    </a:lnTo>
                    <a:lnTo>
                      <a:pt x="342" y="854"/>
                    </a:lnTo>
                    <a:lnTo>
                      <a:pt x="342" y="847"/>
                    </a:lnTo>
                    <a:lnTo>
                      <a:pt x="342" y="527"/>
                    </a:lnTo>
                    <a:lnTo>
                      <a:pt x="451" y="527"/>
                    </a:lnTo>
                    <a:lnTo>
                      <a:pt x="340" y="124"/>
                    </a:lnTo>
                    <a:lnTo>
                      <a:pt x="345" y="124"/>
                    </a:lnTo>
                    <a:lnTo>
                      <a:pt x="345" y="124"/>
                    </a:lnTo>
                    <a:lnTo>
                      <a:pt x="352" y="124"/>
                    </a:lnTo>
                    <a:lnTo>
                      <a:pt x="427" y="349"/>
                    </a:lnTo>
                    <a:lnTo>
                      <a:pt x="427" y="349"/>
                    </a:lnTo>
                    <a:lnTo>
                      <a:pt x="429" y="357"/>
                    </a:lnTo>
                    <a:lnTo>
                      <a:pt x="434" y="362"/>
                    </a:lnTo>
                    <a:lnTo>
                      <a:pt x="444" y="371"/>
                    </a:lnTo>
                    <a:lnTo>
                      <a:pt x="459" y="374"/>
                    </a:lnTo>
                    <a:lnTo>
                      <a:pt x="463" y="374"/>
                    </a:lnTo>
                    <a:lnTo>
                      <a:pt x="471" y="371"/>
                    </a:lnTo>
                    <a:lnTo>
                      <a:pt x="471" y="371"/>
                    </a:lnTo>
                    <a:lnTo>
                      <a:pt x="478" y="369"/>
                    </a:lnTo>
                    <a:lnTo>
                      <a:pt x="483" y="364"/>
                    </a:lnTo>
                    <a:lnTo>
                      <a:pt x="493" y="354"/>
                    </a:lnTo>
                    <a:lnTo>
                      <a:pt x="495" y="340"/>
                    </a:lnTo>
                    <a:lnTo>
                      <a:pt x="495" y="332"/>
                    </a:lnTo>
                    <a:lnTo>
                      <a:pt x="495" y="328"/>
                    </a:lnTo>
                    <a:lnTo>
                      <a:pt x="495" y="3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93" name="组合 292"/>
            <p:cNvGrpSpPr/>
            <p:nvPr/>
          </p:nvGrpSpPr>
          <p:grpSpPr>
            <a:xfrm>
              <a:off x="6196541" y="3440527"/>
              <a:ext cx="294343" cy="643391"/>
              <a:chOff x="4421673" y="2233518"/>
              <a:chExt cx="785812" cy="1717675"/>
            </a:xfrm>
            <a:grpFill/>
          </p:grpSpPr>
          <p:sp>
            <p:nvSpPr>
              <p:cNvPr id="336" name="Freeform 5"/>
              <p:cNvSpPr>
                <a:spLocks/>
              </p:cNvSpPr>
              <p:nvPr/>
            </p:nvSpPr>
            <p:spPr bwMode="auto">
              <a:xfrm>
                <a:off x="4683610" y="2233518"/>
                <a:ext cx="254000" cy="258763"/>
              </a:xfrm>
              <a:custGeom>
                <a:avLst/>
                <a:gdLst>
                  <a:gd name="T0" fmla="*/ 80 w 160"/>
                  <a:gd name="T1" fmla="*/ 163 h 163"/>
                  <a:gd name="T2" fmla="*/ 80 w 160"/>
                  <a:gd name="T3" fmla="*/ 163 h 163"/>
                  <a:gd name="T4" fmla="*/ 95 w 160"/>
                  <a:gd name="T5" fmla="*/ 160 h 163"/>
                  <a:gd name="T6" fmla="*/ 112 w 160"/>
                  <a:gd name="T7" fmla="*/ 155 h 163"/>
                  <a:gd name="T8" fmla="*/ 124 w 160"/>
                  <a:gd name="T9" fmla="*/ 148 h 163"/>
                  <a:gd name="T10" fmla="*/ 136 w 160"/>
                  <a:gd name="T11" fmla="*/ 138 h 163"/>
                  <a:gd name="T12" fmla="*/ 146 w 160"/>
                  <a:gd name="T13" fmla="*/ 126 h 163"/>
                  <a:gd name="T14" fmla="*/ 153 w 160"/>
                  <a:gd name="T15" fmla="*/ 112 h 163"/>
                  <a:gd name="T16" fmla="*/ 158 w 160"/>
                  <a:gd name="T17" fmla="*/ 97 h 163"/>
                  <a:gd name="T18" fmla="*/ 160 w 160"/>
                  <a:gd name="T19" fmla="*/ 80 h 163"/>
                  <a:gd name="T20" fmla="*/ 160 w 160"/>
                  <a:gd name="T21" fmla="*/ 80 h 163"/>
                  <a:gd name="T22" fmla="*/ 158 w 160"/>
                  <a:gd name="T23" fmla="*/ 66 h 163"/>
                  <a:gd name="T24" fmla="*/ 153 w 160"/>
                  <a:gd name="T25" fmla="*/ 49 h 163"/>
                  <a:gd name="T26" fmla="*/ 146 w 160"/>
                  <a:gd name="T27" fmla="*/ 36 h 163"/>
                  <a:gd name="T28" fmla="*/ 136 w 160"/>
                  <a:gd name="T29" fmla="*/ 24 h 163"/>
                  <a:gd name="T30" fmla="*/ 124 w 160"/>
                  <a:gd name="T31" fmla="*/ 15 h 163"/>
                  <a:gd name="T32" fmla="*/ 112 w 160"/>
                  <a:gd name="T33" fmla="*/ 7 h 163"/>
                  <a:gd name="T34" fmla="*/ 95 w 160"/>
                  <a:gd name="T35" fmla="*/ 2 h 163"/>
                  <a:gd name="T36" fmla="*/ 80 w 160"/>
                  <a:gd name="T37" fmla="*/ 0 h 163"/>
                  <a:gd name="T38" fmla="*/ 80 w 160"/>
                  <a:gd name="T39" fmla="*/ 0 h 163"/>
                  <a:gd name="T40" fmla="*/ 63 w 160"/>
                  <a:gd name="T41" fmla="*/ 2 h 163"/>
                  <a:gd name="T42" fmla="*/ 49 w 160"/>
                  <a:gd name="T43" fmla="*/ 7 h 163"/>
                  <a:gd name="T44" fmla="*/ 34 w 160"/>
                  <a:gd name="T45" fmla="*/ 15 h 163"/>
                  <a:gd name="T46" fmla="*/ 22 w 160"/>
                  <a:gd name="T47" fmla="*/ 24 h 163"/>
                  <a:gd name="T48" fmla="*/ 12 w 160"/>
                  <a:gd name="T49" fmla="*/ 36 h 163"/>
                  <a:gd name="T50" fmla="*/ 5 w 160"/>
                  <a:gd name="T51" fmla="*/ 49 h 163"/>
                  <a:gd name="T52" fmla="*/ 0 w 160"/>
                  <a:gd name="T53" fmla="*/ 66 h 163"/>
                  <a:gd name="T54" fmla="*/ 0 w 160"/>
                  <a:gd name="T55" fmla="*/ 80 h 163"/>
                  <a:gd name="T56" fmla="*/ 0 w 160"/>
                  <a:gd name="T57" fmla="*/ 80 h 163"/>
                  <a:gd name="T58" fmla="*/ 0 w 160"/>
                  <a:gd name="T59" fmla="*/ 97 h 163"/>
                  <a:gd name="T60" fmla="*/ 5 w 160"/>
                  <a:gd name="T61" fmla="*/ 112 h 163"/>
                  <a:gd name="T62" fmla="*/ 12 w 160"/>
                  <a:gd name="T63" fmla="*/ 126 h 163"/>
                  <a:gd name="T64" fmla="*/ 22 w 160"/>
                  <a:gd name="T65" fmla="*/ 138 h 163"/>
                  <a:gd name="T66" fmla="*/ 34 w 160"/>
                  <a:gd name="T67" fmla="*/ 148 h 163"/>
                  <a:gd name="T68" fmla="*/ 49 w 160"/>
                  <a:gd name="T69" fmla="*/ 155 h 163"/>
                  <a:gd name="T70" fmla="*/ 63 w 160"/>
                  <a:gd name="T71" fmla="*/ 160 h 163"/>
                  <a:gd name="T72" fmla="*/ 80 w 160"/>
                  <a:gd name="T73" fmla="*/ 163 h 163"/>
                  <a:gd name="T74" fmla="*/ 80 w 160"/>
                  <a:gd name="T75"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0" h="163">
                    <a:moveTo>
                      <a:pt x="80" y="163"/>
                    </a:moveTo>
                    <a:lnTo>
                      <a:pt x="80" y="163"/>
                    </a:lnTo>
                    <a:lnTo>
                      <a:pt x="95" y="160"/>
                    </a:lnTo>
                    <a:lnTo>
                      <a:pt x="112" y="155"/>
                    </a:lnTo>
                    <a:lnTo>
                      <a:pt x="124" y="148"/>
                    </a:lnTo>
                    <a:lnTo>
                      <a:pt x="136" y="138"/>
                    </a:lnTo>
                    <a:lnTo>
                      <a:pt x="146" y="126"/>
                    </a:lnTo>
                    <a:lnTo>
                      <a:pt x="153" y="112"/>
                    </a:lnTo>
                    <a:lnTo>
                      <a:pt x="158" y="97"/>
                    </a:lnTo>
                    <a:lnTo>
                      <a:pt x="160" y="80"/>
                    </a:lnTo>
                    <a:lnTo>
                      <a:pt x="160" y="80"/>
                    </a:lnTo>
                    <a:lnTo>
                      <a:pt x="158" y="66"/>
                    </a:lnTo>
                    <a:lnTo>
                      <a:pt x="153" y="49"/>
                    </a:lnTo>
                    <a:lnTo>
                      <a:pt x="146" y="36"/>
                    </a:lnTo>
                    <a:lnTo>
                      <a:pt x="136" y="24"/>
                    </a:lnTo>
                    <a:lnTo>
                      <a:pt x="124" y="15"/>
                    </a:lnTo>
                    <a:lnTo>
                      <a:pt x="112" y="7"/>
                    </a:lnTo>
                    <a:lnTo>
                      <a:pt x="95" y="2"/>
                    </a:lnTo>
                    <a:lnTo>
                      <a:pt x="80" y="0"/>
                    </a:lnTo>
                    <a:lnTo>
                      <a:pt x="80" y="0"/>
                    </a:lnTo>
                    <a:lnTo>
                      <a:pt x="63" y="2"/>
                    </a:lnTo>
                    <a:lnTo>
                      <a:pt x="49" y="7"/>
                    </a:lnTo>
                    <a:lnTo>
                      <a:pt x="34" y="15"/>
                    </a:lnTo>
                    <a:lnTo>
                      <a:pt x="22" y="24"/>
                    </a:lnTo>
                    <a:lnTo>
                      <a:pt x="12" y="36"/>
                    </a:lnTo>
                    <a:lnTo>
                      <a:pt x="5" y="49"/>
                    </a:lnTo>
                    <a:lnTo>
                      <a:pt x="0" y="66"/>
                    </a:lnTo>
                    <a:lnTo>
                      <a:pt x="0" y="80"/>
                    </a:lnTo>
                    <a:lnTo>
                      <a:pt x="0" y="80"/>
                    </a:lnTo>
                    <a:lnTo>
                      <a:pt x="0" y="97"/>
                    </a:lnTo>
                    <a:lnTo>
                      <a:pt x="5" y="112"/>
                    </a:lnTo>
                    <a:lnTo>
                      <a:pt x="12" y="126"/>
                    </a:lnTo>
                    <a:lnTo>
                      <a:pt x="22" y="138"/>
                    </a:lnTo>
                    <a:lnTo>
                      <a:pt x="34" y="148"/>
                    </a:lnTo>
                    <a:lnTo>
                      <a:pt x="49" y="155"/>
                    </a:lnTo>
                    <a:lnTo>
                      <a:pt x="63" y="160"/>
                    </a:lnTo>
                    <a:lnTo>
                      <a:pt x="80" y="163"/>
                    </a:lnTo>
                    <a:lnTo>
                      <a:pt x="80" y="1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7" name="Freeform 6"/>
              <p:cNvSpPr>
                <a:spLocks/>
              </p:cNvSpPr>
              <p:nvPr/>
            </p:nvSpPr>
            <p:spPr bwMode="auto">
              <a:xfrm>
                <a:off x="4421673" y="2541493"/>
                <a:ext cx="785812" cy="1409700"/>
              </a:xfrm>
              <a:custGeom>
                <a:avLst/>
                <a:gdLst>
                  <a:gd name="T0" fmla="*/ 403 w 495"/>
                  <a:gd name="T1" fmla="*/ 53 h 888"/>
                  <a:gd name="T2" fmla="*/ 400 w 495"/>
                  <a:gd name="T3" fmla="*/ 41 h 888"/>
                  <a:gd name="T4" fmla="*/ 391 w 495"/>
                  <a:gd name="T5" fmla="*/ 22 h 888"/>
                  <a:gd name="T6" fmla="*/ 376 w 495"/>
                  <a:gd name="T7" fmla="*/ 10 h 888"/>
                  <a:gd name="T8" fmla="*/ 357 w 495"/>
                  <a:gd name="T9" fmla="*/ 0 h 888"/>
                  <a:gd name="T10" fmla="*/ 146 w 495"/>
                  <a:gd name="T11" fmla="*/ 0 h 888"/>
                  <a:gd name="T12" fmla="*/ 131 w 495"/>
                  <a:gd name="T13" fmla="*/ 3 h 888"/>
                  <a:gd name="T14" fmla="*/ 104 w 495"/>
                  <a:gd name="T15" fmla="*/ 17 h 888"/>
                  <a:gd name="T16" fmla="*/ 97 w 495"/>
                  <a:gd name="T17" fmla="*/ 27 h 888"/>
                  <a:gd name="T18" fmla="*/ 90 w 495"/>
                  <a:gd name="T19" fmla="*/ 39 h 888"/>
                  <a:gd name="T20" fmla="*/ 90 w 495"/>
                  <a:gd name="T21" fmla="*/ 44 h 888"/>
                  <a:gd name="T22" fmla="*/ 0 w 495"/>
                  <a:gd name="T23" fmla="*/ 328 h 888"/>
                  <a:gd name="T24" fmla="*/ 0 w 495"/>
                  <a:gd name="T25" fmla="*/ 342 h 888"/>
                  <a:gd name="T26" fmla="*/ 12 w 495"/>
                  <a:gd name="T27" fmla="*/ 366 h 888"/>
                  <a:gd name="T28" fmla="*/ 24 w 495"/>
                  <a:gd name="T29" fmla="*/ 374 h 888"/>
                  <a:gd name="T30" fmla="*/ 32 w 495"/>
                  <a:gd name="T31" fmla="*/ 374 h 888"/>
                  <a:gd name="T32" fmla="*/ 51 w 495"/>
                  <a:gd name="T33" fmla="*/ 371 h 888"/>
                  <a:gd name="T34" fmla="*/ 66 w 495"/>
                  <a:gd name="T35" fmla="*/ 357 h 888"/>
                  <a:gd name="T36" fmla="*/ 138 w 495"/>
                  <a:gd name="T37" fmla="*/ 124 h 888"/>
                  <a:gd name="T38" fmla="*/ 146 w 495"/>
                  <a:gd name="T39" fmla="*/ 124 h 888"/>
                  <a:gd name="T40" fmla="*/ 46 w 495"/>
                  <a:gd name="T41" fmla="*/ 527 h 888"/>
                  <a:gd name="T42" fmla="*/ 155 w 495"/>
                  <a:gd name="T43" fmla="*/ 847 h 888"/>
                  <a:gd name="T44" fmla="*/ 155 w 495"/>
                  <a:gd name="T45" fmla="*/ 854 h 888"/>
                  <a:gd name="T46" fmla="*/ 160 w 495"/>
                  <a:gd name="T47" fmla="*/ 869 h 888"/>
                  <a:gd name="T48" fmla="*/ 172 w 495"/>
                  <a:gd name="T49" fmla="*/ 881 h 888"/>
                  <a:gd name="T50" fmla="*/ 187 w 495"/>
                  <a:gd name="T51" fmla="*/ 886 h 888"/>
                  <a:gd name="T52" fmla="*/ 194 w 495"/>
                  <a:gd name="T53" fmla="*/ 888 h 888"/>
                  <a:gd name="T54" fmla="*/ 211 w 495"/>
                  <a:gd name="T55" fmla="*/ 883 h 888"/>
                  <a:gd name="T56" fmla="*/ 223 w 495"/>
                  <a:gd name="T57" fmla="*/ 876 h 888"/>
                  <a:gd name="T58" fmla="*/ 233 w 495"/>
                  <a:gd name="T59" fmla="*/ 861 h 888"/>
                  <a:gd name="T60" fmla="*/ 235 w 495"/>
                  <a:gd name="T61" fmla="*/ 847 h 888"/>
                  <a:gd name="T62" fmla="*/ 260 w 495"/>
                  <a:gd name="T63" fmla="*/ 527 h 888"/>
                  <a:gd name="T64" fmla="*/ 260 w 495"/>
                  <a:gd name="T65" fmla="*/ 847 h 888"/>
                  <a:gd name="T66" fmla="*/ 264 w 495"/>
                  <a:gd name="T67" fmla="*/ 861 h 888"/>
                  <a:gd name="T68" fmla="*/ 272 w 495"/>
                  <a:gd name="T69" fmla="*/ 876 h 888"/>
                  <a:gd name="T70" fmla="*/ 286 w 495"/>
                  <a:gd name="T71" fmla="*/ 883 h 888"/>
                  <a:gd name="T72" fmla="*/ 301 w 495"/>
                  <a:gd name="T73" fmla="*/ 888 h 888"/>
                  <a:gd name="T74" fmla="*/ 311 w 495"/>
                  <a:gd name="T75" fmla="*/ 886 h 888"/>
                  <a:gd name="T76" fmla="*/ 325 w 495"/>
                  <a:gd name="T77" fmla="*/ 881 h 888"/>
                  <a:gd name="T78" fmla="*/ 335 w 495"/>
                  <a:gd name="T79" fmla="*/ 869 h 888"/>
                  <a:gd name="T80" fmla="*/ 342 w 495"/>
                  <a:gd name="T81" fmla="*/ 854 h 888"/>
                  <a:gd name="T82" fmla="*/ 342 w 495"/>
                  <a:gd name="T83" fmla="*/ 527 h 888"/>
                  <a:gd name="T84" fmla="*/ 340 w 495"/>
                  <a:gd name="T85" fmla="*/ 124 h 888"/>
                  <a:gd name="T86" fmla="*/ 345 w 495"/>
                  <a:gd name="T87" fmla="*/ 124 h 888"/>
                  <a:gd name="T88" fmla="*/ 427 w 495"/>
                  <a:gd name="T89" fmla="*/ 349 h 888"/>
                  <a:gd name="T90" fmla="*/ 429 w 495"/>
                  <a:gd name="T91" fmla="*/ 357 h 888"/>
                  <a:gd name="T92" fmla="*/ 444 w 495"/>
                  <a:gd name="T93" fmla="*/ 371 h 888"/>
                  <a:gd name="T94" fmla="*/ 463 w 495"/>
                  <a:gd name="T95" fmla="*/ 374 h 888"/>
                  <a:gd name="T96" fmla="*/ 471 w 495"/>
                  <a:gd name="T97" fmla="*/ 371 h 888"/>
                  <a:gd name="T98" fmla="*/ 483 w 495"/>
                  <a:gd name="T99" fmla="*/ 364 h 888"/>
                  <a:gd name="T100" fmla="*/ 495 w 495"/>
                  <a:gd name="T101" fmla="*/ 340 h 888"/>
                  <a:gd name="T102" fmla="*/ 495 w 495"/>
                  <a:gd name="T103" fmla="*/ 328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95" h="888">
                    <a:moveTo>
                      <a:pt x="495" y="328"/>
                    </a:moveTo>
                    <a:lnTo>
                      <a:pt x="403" y="53"/>
                    </a:lnTo>
                    <a:lnTo>
                      <a:pt x="403" y="53"/>
                    </a:lnTo>
                    <a:lnTo>
                      <a:pt x="400" y="41"/>
                    </a:lnTo>
                    <a:lnTo>
                      <a:pt x="398" y="32"/>
                    </a:lnTo>
                    <a:lnTo>
                      <a:pt x="391" y="22"/>
                    </a:lnTo>
                    <a:lnTo>
                      <a:pt x="386" y="15"/>
                    </a:lnTo>
                    <a:lnTo>
                      <a:pt x="376" y="10"/>
                    </a:lnTo>
                    <a:lnTo>
                      <a:pt x="366" y="5"/>
                    </a:lnTo>
                    <a:lnTo>
                      <a:pt x="357" y="0"/>
                    </a:lnTo>
                    <a:lnTo>
                      <a:pt x="345" y="0"/>
                    </a:lnTo>
                    <a:lnTo>
                      <a:pt x="146" y="0"/>
                    </a:lnTo>
                    <a:lnTo>
                      <a:pt x="146" y="0"/>
                    </a:lnTo>
                    <a:lnTo>
                      <a:pt x="131" y="3"/>
                    </a:lnTo>
                    <a:lnTo>
                      <a:pt x="116" y="7"/>
                    </a:lnTo>
                    <a:lnTo>
                      <a:pt x="104" y="17"/>
                    </a:lnTo>
                    <a:lnTo>
                      <a:pt x="97" y="27"/>
                    </a:lnTo>
                    <a:lnTo>
                      <a:pt x="97" y="27"/>
                    </a:lnTo>
                    <a:lnTo>
                      <a:pt x="92" y="39"/>
                    </a:lnTo>
                    <a:lnTo>
                      <a:pt x="90" y="39"/>
                    </a:lnTo>
                    <a:lnTo>
                      <a:pt x="90" y="39"/>
                    </a:lnTo>
                    <a:lnTo>
                      <a:pt x="90" y="44"/>
                    </a:lnTo>
                    <a:lnTo>
                      <a:pt x="0" y="328"/>
                    </a:lnTo>
                    <a:lnTo>
                      <a:pt x="0" y="328"/>
                    </a:lnTo>
                    <a:lnTo>
                      <a:pt x="0" y="335"/>
                    </a:lnTo>
                    <a:lnTo>
                      <a:pt x="0" y="342"/>
                    </a:lnTo>
                    <a:lnTo>
                      <a:pt x="2" y="354"/>
                    </a:lnTo>
                    <a:lnTo>
                      <a:pt x="12" y="366"/>
                    </a:lnTo>
                    <a:lnTo>
                      <a:pt x="17" y="371"/>
                    </a:lnTo>
                    <a:lnTo>
                      <a:pt x="24" y="374"/>
                    </a:lnTo>
                    <a:lnTo>
                      <a:pt x="24" y="374"/>
                    </a:lnTo>
                    <a:lnTo>
                      <a:pt x="32" y="374"/>
                    </a:lnTo>
                    <a:lnTo>
                      <a:pt x="39" y="374"/>
                    </a:lnTo>
                    <a:lnTo>
                      <a:pt x="51" y="371"/>
                    </a:lnTo>
                    <a:lnTo>
                      <a:pt x="61" y="362"/>
                    </a:lnTo>
                    <a:lnTo>
                      <a:pt x="66" y="357"/>
                    </a:lnTo>
                    <a:lnTo>
                      <a:pt x="68" y="349"/>
                    </a:lnTo>
                    <a:lnTo>
                      <a:pt x="138" y="124"/>
                    </a:lnTo>
                    <a:lnTo>
                      <a:pt x="138" y="124"/>
                    </a:lnTo>
                    <a:lnTo>
                      <a:pt x="146" y="124"/>
                    </a:lnTo>
                    <a:lnTo>
                      <a:pt x="153" y="124"/>
                    </a:lnTo>
                    <a:lnTo>
                      <a:pt x="46" y="527"/>
                    </a:lnTo>
                    <a:lnTo>
                      <a:pt x="155" y="527"/>
                    </a:lnTo>
                    <a:lnTo>
                      <a:pt x="155" y="847"/>
                    </a:lnTo>
                    <a:lnTo>
                      <a:pt x="155" y="847"/>
                    </a:lnTo>
                    <a:lnTo>
                      <a:pt x="155" y="854"/>
                    </a:lnTo>
                    <a:lnTo>
                      <a:pt x="158" y="861"/>
                    </a:lnTo>
                    <a:lnTo>
                      <a:pt x="160" y="869"/>
                    </a:lnTo>
                    <a:lnTo>
                      <a:pt x="167" y="876"/>
                    </a:lnTo>
                    <a:lnTo>
                      <a:pt x="172" y="881"/>
                    </a:lnTo>
                    <a:lnTo>
                      <a:pt x="180" y="883"/>
                    </a:lnTo>
                    <a:lnTo>
                      <a:pt x="187" y="886"/>
                    </a:lnTo>
                    <a:lnTo>
                      <a:pt x="194" y="888"/>
                    </a:lnTo>
                    <a:lnTo>
                      <a:pt x="194" y="888"/>
                    </a:lnTo>
                    <a:lnTo>
                      <a:pt x="204" y="886"/>
                    </a:lnTo>
                    <a:lnTo>
                      <a:pt x="211" y="883"/>
                    </a:lnTo>
                    <a:lnTo>
                      <a:pt x="218" y="881"/>
                    </a:lnTo>
                    <a:lnTo>
                      <a:pt x="223" y="876"/>
                    </a:lnTo>
                    <a:lnTo>
                      <a:pt x="231" y="869"/>
                    </a:lnTo>
                    <a:lnTo>
                      <a:pt x="233" y="861"/>
                    </a:lnTo>
                    <a:lnTo>
                      <a:pt x="235" y="854"/>
                    </a:lnTo>
                    <a:lnTo>
                      <a:pt x="235" y="847"/>
                    </a:lnTo>
                    <a:lnTo>
                      <a:pt x="235" y="527"/>
                    </a:lnTo>
                    <a:lnTo>
                      <a:pt x="260" y="527"/>
                    </a:lnTo>
                    <a:lnTo>
                      <a:pt x="260" y="847"/>
                    </a:lnTo>
                    <a:lnTo>
                      <a:pt x="260" y="847"/>
                    </a:lnTo>
                    <a:lnTo>
                      <a:pt x="262" y="854"/>
                    </a:lnTo>
                    <a:lnTo>
                      <a:pt x="264" y="861"/>
                    </a:lnTo>
                    <a:lnTo>
                      <a:pt x="267" y="869"/>
                    </a:lnTo>
                    <a:lnTo>
                      <a:pt x="272" y="876"/>
                    </a:lnTo>
                    <a:lnTo>
                      <a:pt x="279" y="881"/>
                    </a:lnTo>
                    <a:lnTo>
                      <a:pt x="286" y="883"/>
                    </a:lnTo>
                    <a:lnTo>
                      <a:pt x="294" y="886"/>
                    </a:lnTo>
                    <a:lnTo>
                      <a:pt x="301" y="888"/>
                    </a:lnTo>
                    <a:lnTo>
                      <a:pt x="301" y="888"/>
                    </a:lnTo>
                    <a:lnTo>
                      <a:pt x="311" y="886"/>
                    </a:lnTo>
                    <a:lnTo>
                      <a:pt x="318" y="883"/>
                    </a:lnTo>
                    <a:lnTo>
                      <a:pt x="325" y="881"/>
                    </a:lnTo>
                    <a:lnTo>
                      <a:pt x="330" y="876"/>
                    </a:lnTo>
                    <a:lnTo>
                      <a:pt x="335" y="869"/>
                    </a:lnTo>
                    <a:lnTo>
                      <a:pt x="340" y="861"/>
                    </a:lnTo>
                    <a:lnTo>
                      <a:pt x="342" y="854"/>
                    </a:lnTo>
                    <a:lnTo>
                      <a:pt x="342" y="847"/>
                    </a:lnTo>
                    <a:lnTo>
                      <a:pt x="342" y="527"/>
                    </a:lnTo>
                    <a:lnTo>
                      <a:pt x="451" y="527"/>
                    </a:lnTo>
                    <a:lnTo>
                      <a:pt x="340" y="124"/>
                    </a:lnTo>
                    <a:lnTo>
                      <a:pt x="345" y="124"/>
                    </a:lnTo>
                    <a:lnTo>
                      <a:pt x="345" y="124"/>
                    </a:lnTo>
                    <a:lnTo>
                      <a:pt x="352" y="124"/>
                    </a:lnTo>
                    <a:lnTo>
                      <a:pt x="427" y="349"/>
                    </a:lnTo>
                    <a:lnTo>
                      <a:pt x="427" y="349"/>
                    </a:lnTo>
                    <a:lnTo>
                      <a:pt x="429" y="357"/>
                    </a:lnTo>
                    <a:lnTo>
                      <a:pt x="434" y="362"/>
                    </a:lnTo>
                    <a:lnTo>
                      <a:pt x="444" y="371"/>
                    </a:lnTo>
                    <a:lnTo>
                      <a:pt x="459" y="374"/>
                    </a:lnTo>
                    <a:lnTo>
                      <a:pt x="463" y="374"/>
                    </a:lnTo>
                    <a:lnTo>
                      <a:pt x="471" y="371"/>
                    </a:lnTo>
                    <a:lnTo>
                      <a:pt x="471" y="371"/>
                    </a:lnTo>
                    <a:lnTo>
                      <a:pt x="478" y="369"/>
                    </a:lnTo>
                    <a:lnTo>
                      <a:pt x="483" y="364"/>
                    </a:lnTo>
                    <a:lnTo>
                      <a:pt x="493" y="354"/>
                    </a:lnTo>
                    <a:lnTo>
                      <a:pt x="495" y="340"/>
                    </a:lnTo>
                    <a:lnTo>
                      <a:pt x="495" y="332"/>
                    </a:lnTo>
                    <a:lnTo>
                      <a:pt x="495" y="328"/>
                    </a:lnTo>
                    <a:lnTo>
                      <a:pt x="495" y="3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94" name="组合 293"/>
            <p:cNvGrpSpPr/>
            <p:nvPr/>
          </p:nvGrpSpPr>
          <p:grpSpPr>
            <a:xfrm>
              <a:off x="5920955" y="3440527"/>
              <a:ext cx="294343" cy="643391"/>
              <a:chOff x="4421673" y="2233518"/>
              <a:chExt cx="785812" cy="1717675"/>
            </a:xfrm>
            <a:grpFill/>
          </p:grpSpPr>
          <p:sp>
            <p:nvSpPr>
              <p:cNvPr id="334" name="Freeform 5"/>
              <p:cNvSpPr>
                <a:spLocks/>
              </p:cNvSpPr>
              <p:nvPr/>
            </p:nvSpPr>
            <p:spPr bwMode="auto">
              <a:xfrm>
                <a:off x="4683610" y="2233518"/>
                <a:ext cx="254000" cy="258763"/>
              </a:xfrm>
              <a:custGeom>
                <a:avLst/>
                <a:gdLst>
                  <a:gd name="T0" fmla="*/ 80 w 160"/>
                  <a:gd name="T1" fmla="*/ 163 h 163"/>
                  <a:gd name="T2" fmla="*/ 80 w 160"/>
                  <a:gd name="T3" fmla="*/ 163 h 163"/>
                  <a:gd name="T4" fmla="*/ 95 w 160"/>
                  <a:gd name="T5" fmla="*/ 160 h 163"/>
                  <a:gd name="T6" fmla="*/ 112 w 160"/>
                  <a:gd name="T7" fmla="*/ 155 h 163"/>
                  <a:gd name="T8" fmla="*/ 124 w 160"/>
                  <a:gd name="T9" fmla="*/ 148 h 163"/>
                  <a:gd name="T10" fmla="*/ 136 w 160"/>
                  <a:gd name="T11" fmla="*/ 138 h 163"/>
                  <a:gd name="T12" fmla="*/ 146 w 160"/>
                  <a:gd name="T13" fmla="*/ 126 h 163"/>
                  <a:gd name="T14" fmla="*/ 153 w 160"/>
                  <a:gd name="T15" fmla="*/ 112 h 163"/>
                  <a:gd name="T16" fmla="*/ 158 w 160"/>
                  <a:gd name="T17" fmla="*/ 97 h 163"/>
                  <a:gd name="T18" fmla="*/ 160 w 160"/>
                  <a:gd name="T19" fmla="*/ 80 h 163"/>
                  <a:gd name="T20" fmla="*/ 160 w 160"/>
                  <a:gd name="T21" fmla="*/ 80 h 163"/>
                  <a:gd name="T22" fmla="*/ 158 w 160"/>
                  <a:gd name="T23" fmla="*/ 66 h 163"/>
                  <a:gd name="T24" fmla="*/ 153 w 160"/>
                  <a:gd name="T25" fmla="*/ 49 h 163"/>
                  <a:gd name="T26" fmla="*/ 146 w 160"/>
                  <a:gd name="T27" fmla="*/ 36 h 163"/>
                  <a:gd name="T28" fmla="*/ 136 w 160"/>
                  <a:gd name="T29" fmla="*/ 24 h 163"/>
                  <a:gd name="T30" fmla="*/ 124 w 160"/>
                  <a:gd name="T31" fmla="*/ 15 h 163"/>
                  <a:gd name="T32" fmla="*/ 112 w 160"/>
                  <a:gd name="T33" fmla="*/ 7 h 163"/>
                  <a:gd name="T34" fmla="*/ 95 w 160"/>
                  <a:gd name="T35" fmla="*/ 2 h 163"/>
                  <a:gd name="T36" fmla="*/ 80 w 160"/>
                  <a:gd name="T37" fmla="*/ 0 h 163"/>
                  <a:gd name="T38" fmla="*/ 80 w 160"/>
                  <a:gd name="T39" fmla="*/ 0 h 163"/>
                  <a:gd name="T40" fmla="*/ 63 w 160"/>
                  <a:gd name="T41" fmla="*/ 2 h 163"/>
                  <a:gd name="T42" fmla="*/ 49 w 160"/>
                  <a:gd name="T43" fmla="*/ 7 h 163"/>
                  <a:gd name="T44" fmla="*/ 34 w 160"/>
                  <a:gd name="T45" fmla="*/ 15 h 163"/>
                  <a:gd name="T46" fmla="*/ 22 w 160"/>
                  <a:gd name="T47" fmla="*/ 24 h 163"/>
                  <a:gd name="T48" fmla="*/ 12 w 160"/>
                  <a:gd name="T49" fmla="*/ 36 h 163"/>
                  <a:gd name="T50" fmla="*/ 5 w 160"/>
                  <a:gd name="T51" fmla="*/ 49 h 163"/>
                  <a:gd name="T52" fmla="*/ 0 w 160"/>
                  <a:gd name="T53" fmla="*/ 66 h 163"/>
                  <a:gd name="T54" fmla="*/ 0 w 160"/>
                  <a:gd name="T55" fmla="*/ 80 h 163"/>
                  <a:gd name="T56" fmla="*/ 0 w 160"/>
                  <a:gd name="T57" fmla="*/ 80 h 163"/>
                  <a:gd name="T58" fmla="*/ 0 w 160"/>
                  <a:gd name="T59" fmla="*/ 97 h 163"/>
                  <a:gd name="T60" fmla="*/ 5 w 160"/>
                  <a:gd name="T61" fmla="*/ 112 h 163"/>
                  <a:gd name="T62" fmla="*/ 12 w 160"/>
                  <a:gd name="T63" fmla="*/ 126 h 163"/>
                  <a:gd name="T64" fmla="*/ 22 w 160"/>
                  <a:gd name="T65" fmla="*/ 138 h 163"/>
                  <a:gd name="T66" fmla="*/ 34 w 160"/>
                  <a:gd name="T67" fmla="*/ 148 h 163"/>
                  <a:gd name="T68" fmla="*/ 49 w 160"/>
                  <a:gd name="T69" fmla="*/ 155 h 163"/>
                  <a:gd name="T70" fmla="*/ 63 w 160"/>
                  <a:gd name="T71" fmla="*/ 160 h 163"/>
                  <a:gd name="T72" fmla="*/ 80 w 160"/>
                  <a:gd name="T73" fmla="*/ 163 h 163"/>
                  <a:gd name="T74" fmla="*/ 80 w 160"/>
                  <a:gd name="T75"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0" h="163">
                    <a:moveTo>
                      <a:pt x="80" y="163"/>
                    </a:moveTo>
                    <a:lnTo>
                      <a:pt x="80" y="163"/>
                    </a:lnTo>
                    <a:lnTo>
                      <a:pt x="95" y="160"/>
                    </a:lnTo>
                    <a:lnTo>
                      <a:pt x="112" y="155"/>
                    </a:lnTo>
                    <a:lnTo>
                      <a:pt x="124" y="148"/>
                    </a:lnTo>
                    <a:lnTo>
                      <a:pt x="136" y="138"/>
                    </a:lnTo>
                    <a:lnTo>
                      <a:pt x="146" y="126"/>
                    </a:lnTo>
                    <a:lnTo>
                      <a:pt x="153" y="112"/>
                    </a:lnTo>
                    <a:lnTo>
                      <a:pt x="158" y="97"/>
                    </a:lnTo>
                    <a:lnTo>
                      <a:pt x="160" y="80"/>
                    </a:lnTo>
                    <a:lnTo>
                      <a:pt x="160" y="80"/>
                    </a:lnTo>
                    <a:lnTo>
                      <a:pt x="158" y="66"/>
                    </a:lnTo>
                    <a:lnTo>
                      <a:pt x="153" y="49"/>
                    </a:lnTo>
                    <a:lnTo>
                      <a:pt x="146" y="36"/>
                    </a:lnTo>
                    <a:lnTo>
                      <a:pt x="136" y="24"/>
                    </a:lnTo>
                    <a:lnTo>
                      <a:pt x="124" y="15"/>
                    </a:lnTo>
                    <a:lnTo>
                      <a:pt x="112" y="7"/>
                    </a:lnTo>
                    <a:lnTo>
                      <a:pt x="95" y="2"/>
                    </a:lnTo>
                    <a:lnTo>
                      <a:pt x="80" y="0"/>
                    </a:lnTo>
                    <a:lnTo>
                      <a:pt x="80" y="0"/>
                    </a:lnTo>
                    <a:lnTo>
                      <a:pt x="63" y="2"/>
                    </a:lnTo>
                    <a:lnTo>
                      <a:pt x="49" y="7"/>
                    </a:lnTo>
                    <a:lnTo>
                      <a:pt x="34" y="15"/>
                    </a:lnTo>
                    <a:lnTo>
                      <a:pt x="22" y="24"/>
                    </a:lnTo>
                    <a:lnTo>
                      <a:pt x="12" y="36"/>
                    </a:lnTo>
                    <a:lnTo>
                      <a:pt x="5" y="49"/>
                    </a:lnTo>
                    <a:lnTo>
                      <a:pt x="0" y="66"/>
                    </a:lnTo>
                    <a:lnTo>
                      <a:pt x="0" y="80"/>
                    </a:lnTo>
                    <a:lnTo>
                      <a:pt x="0" y="80"/>
                    </a:lnTo>
                    <a:lnTo>
                      <a:pt x="0" y="97"/>
                    </a:lnTo>
                    <a:lnTo>
                      <a:pt x="5" y="112"/>
                    </a:lnTo>
                    <a:lnTo>
                      <a:pt x="12" y="126"/>
                    </a:lnTo>
                    <a:lnTo>
                      <a:pt x="22" y="138"/>
                    </a:lnTo>
                    <a:lnTo>
                      <a:pt x="34" y="148"/>
                    </a:lnTo>
                    <a:lnTo>
                      <a:pt x="49" y="155"/>
                    </a:lnTo>
                    <a:lnTo>
                      <a:pt x="63" y="160"/>
                    </a:lnTo>
                    <a:lnTo>
                      <a:pt x="80" y="163"/>
                    </a:lnTo>
                    <a:lnTo>
                      <a:pt x="80" y="1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5" name="Freeform 6"/>
              <p:cNvSpPr>
                <a:spLocks/>
              </p:cNvSpPr>
              <p:nvPr/>
            </p:nvSpPr>
            <p:spPr bwMode="auto">
              <a:xfrm>
                <a:off x="4421673" y="2541493"/>
                <a:ext cx="785812" cy="1409700"/>
              </a:xfrm>
              <a:custGeom>
                <a:avLst/>
                <a:gdLst>
                  <a:gd name="T0" fmla="*/ 403 w 495"/>
                  <a:gd name="T1" fmla="*/ 53 h 888"/>
                  <a:gd name="T2" fmla="*/ 400 w 495"/>
                  <a:gd name="T3" fmla="*/ 41 h 888"/>
                  <a:gd name="T4" fmla="*/ 391 w 495"/>
                  <a:gd name="T5" fmla="*/ 22 h 888"/>
                  <a:gd name="T6" fmla="*/ 376 w 495"/>
                  <a:gd name="T7" fmla="*/ 10 h 888"/>
                  <a:gd name="T8" fmla="*/ 357 w 495"/>
                  <a:gd name="T9" fmla="*/ 0 h 888"/>
                  <a:gd name="T10" fmla="*/ 146 w 495"/>
                  <a:gd name="T11" fmla="*/ 0 h 888"/>
                  <a:gd name="T12" fmla="*/ 131 w 495"/>
                  <a:gd name="T13" fmla="*/ 3 h 888"/>
                  <a:gd name="T14" fmla="*/ 104 w 495"/>
                  <a:gd name="T15" fmla="*/ 17 h 888"/>
                  <a:gd name="T16" fmla="*/ 97 w 495"/>
                  <a:gd name="T17" fmla="*/ 27 h 888"/>
                  <a:gd name="T18" fmla="*/ 90 w 495"/>
                  <a:gd name="T19" fmla="*/ 39 h 888"/>
                  <a:gd name="T20" fmla="*/ 90 w 495"/>
                  <a:gd name="T21" fmla="*/ 44 h 888"/>
                  <a:gd name="T22" fmla="*/ 0 w 495"/>
                  <a:gd name="T23" fmla="*/ 328 h 888"/>
                  <a:gd name="T24" fmla="*/ 0 w 495"/>
                  <a:gd name="T25" fmla="*/ 342 h 888"/>
                  <a:gd name="T26" fmla="*/ 12 w 495"/>
                  <a:gd name="T27" fmla="*/ 366 h 888"/>
                  <a:gd name="T28" fmla="*/ 24 w 495"/>
                  <a:gd name="T29" fmla="*/ 374 h 888"/>
                  <a:gd name="T30" fmla="*/ 32 w 495"/>
                  <a:gd name="T31" fmla="*/ 374 h 888"/>
                  <a:gd name="T32" fmla="*/ 51 w 495"/>
                  <a:gd name="T33" fmla="*/ 371 h 888"/>
                  <a:gd name="T34" fmla="*/ 66 w 495"/>
                  <a:gd name="T35" fmla="*/ 357 h 888"/>
                  <a:gd name="T36" fmla="*/ 138 w 495"/>
                  <a:gd name="T37" fmla="*/ 124 h 888"/>
                  <a:gd name="T38" fmla="*/ 146 w 495"/>
                  <a:gd name="T39" fmla="*/ 124 h 888"/>
                  <a:gd name="T40" fmla="*/ 46 w 495"/>
                  <a:gd name="T41" fmla="*/ 527 h 888"/>
                  <a:gd name="T42" fmla="*/ 155 w 495"/>
                  <a:gd name="T43" fmla="*/ 847 h 888"/>
                  <a:gd name="T44" fmla="*/ 155 w 495"/>
                  <a:gd name="T45" fmla="*/ 854 h 888"/>
                  <a:gd name="T46" fmla="*/ 160 w 495"/>
                  <a:gd name="T47" fmla="*/ 869 h 888"/>
                  <a:gd name="T48" fmla="*/ 172 w 495"/>
                  <a:gd name="T49" fmla="*/ 881 h 888"/>
                  <a:gd name="T50" fmla="*/ 187 w 495"/>
                  <a:gd name="T51" fmla="*/ 886 h 888"/>
                  <a:gd name="T52" fmla="*/ 194 w 495"/>
                  <a:gd name="T53" fmla="*/ 888 h 888"/>
                  <a:gd name="T54" fmla="*/ 211 w 495"/>
                  <a:gd name="T55" fmla="*/ 883 h 888"/>
                  <a:gd name="T56" fmla="*/ 223 w 495"/>
                  <a:gd name="T57" fmla="*/ 876 h 888"/>
                  <a:gd name="T58" fmla="*/ 233 w 495"/>
                  <a:gd name="T59" fmla="*/ 861 h 888"/>
                  <a:gd name="T60" fmla="*/ 235 w 495"/>
                  <a:gd name="T61" fmla="*/ 847 h 888"/>
                  <a:gd name="T62" fmla="*/ 260 w 495"/>
                  <a:gd name="T63" fmla="*/ 527 h 888"/>
                  <a:gd name="T64" fmla="*/ 260 w 495"/>
                  <a:gd name="T65" fmla="*/ 847 h 888"/>
                  <a:gd name="T66" fmla="*/ 264 w 495"/>
                  <a:gd name="T67" fmla="*/ 861 h 888"/>
                  <a:gd name="T68" fmla="*/ 272 w 495"/>
                  <a:gd name="T69" fmla="*/ 876 h 888"/>
                  <a:gd name="T70" fmla="*/ 286 w 495"/>
                  <a:gd name="T71" fmla="*/ 883 h 888"/>
                  <a:gd name="T72" fmla="*/ 301 w 495"/>
                  <a:gd name="T73" fmla="*/ 888 h 888"/>
                  <a:gd name="T74" fmla="*/ 311 w 495"/>
                  <a:gd name="T75" fmla="*/ 886 h 888"/>
                  <a:gd name="T76" fmla="*/ 325 w 495"/>
                  <a:gd name="T77" fmla="*/ 881 h 888"/>
                  <a:gd name="T78" fmla="*/ 335 w 495"/>
                  <a:gd name="T79" fmla="*/ 869 h 888"/>
                  <a:gd name="T80" fmla="*/ 342 w 495"/>
                  <a:gd name="T81" fmla="*/ 854 h 888"/>
                  <a:gd name="T82" fmla="*/ 342 w 495"/>
                  <a:gd name="T83" fmla="*/ 527 h 888"/>
                  <a:gd name="T84" fmla="*/ 340 w 495"/>
                  <a:gd name="T85" fmla="*/ 124 h 888"/>
                  <a:gd name="T86" fmla="*/ 345 w 495"/>
                  <a:gd name="T87" fmla="*/ 124 h 888"/>
                  <a:gd name="T88" fmla="*/ 427 w 495"/>
                  <a:gd name="T89" fmla="*/ 349 h 888"/>
                  <a:gd name="T90" fmla="*/ 429 w 495"/>
                  <a:gd name="T91" fmla="*/ 357 h 888"/>
                  <a:gd name="T92" fmla="*/ 444 w 495"/>
                  <a:gd name="T93" fmla="*/ 371 h 888"/>
                  <a:gd name="T94" fmla="*/ 463 w 495"/>
                  <a:gd name="T95" fmla="*/ 374 h 888"/>
                  <a:gd name="T96" fmla="*/ 471 w 495"/>
                  <a:gd name="T97" fmla="*/ 371 h 888"/>
                  <a:gd name="T98" fmla="*/ 483 w 495"/>
                  <a:gd name="T99" fmla="*/ 364 h 888"/>
                  <a:gd name="T100" fmla="*/ 495 w 495"/>
                  <a:gd name="T101" fmla="*/ 340 h 888"/>
                  <a:gd name="T102" fmla="*/ 495 w 495"/>
                  <a:gd name="T103" fmla="*/ 328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95" h="888">
                    <a:moveTo>
                      <a:pt x="495" y="328"/>
                    </a:moveTo>
                    <a:lnTo>
                      <a:pt x="403" y="53"/>
                    </a:lnTo>
                    <a:lnTo>
                      <a:pt x="403" y="53"/>
                    </a:lnTo>
                    <a:lnTo>
                      <a:pt x="400" y="41"/>
                    </a:lnTo>
                    <a:lnTo>
                      <a:pt x="398" y="32"/>
                    </a:lnTo>
                    <a:lnTo>
                      <a:pt x="391" y="22"/>
                    </a:lnTo>
                    <a:lnTo>
                      <a:pt x="386" y="15"/>
                    </a:lnTo>
                    <a:lnTo>
                      <a:pt x="376" y="10"/>
                    </a:lnTo>
                    <a:lnTo>
                      <a:pt x="366" y="5"/>
                    </a:lnTo>
                    <a:lnTo>
                      <a:pt x="357" y="0"/>
                    </a:lnTo>
                    <a:lnTo>
                      <a:pt x="345" y="0"/>
                    </a:lnTo>
                    <a:lnTo>
                      <a:pt x="146" y="0"/>
                    </a:lnTo>
                    <a:lnTo>
                      <a:pt x="146" y="0"/>
                    </a:lnTo>
                    <a:lnTo>
                      <a:pt x="131" y="3"/>
                    </a:lnTo>
                    <a:lnTo>
                      <a:pt x="116" y="7"/>
                    </a:lnTo>
                    <a:lnTo>
                      <a:pt x="104" y="17"/>
                    </a:lnTo>
                    <a:lnTo>
                      <a:pt x="97" y="27"/>
                    </a:lnTo>
                    <a:lnTo>
                      <a:pt x="97" y="27"/>
                    </a:lnTo>
                    <a:lnTo>
                      <a:pt x="92" y="39"/>
                    </a:lnTo>
                    <a:lnTo>
                      <a:pt x="90" y="39"/>
                    </a:lnTo>
                    <a:lnTo>
                      <a:pt x="90" y="39"/>
                    </a:lnTo>
                    <a:lnTo>
                      <a:pt x="90" y="44"/>
                    </a:lnTo>
                    <a:lnTo>
                      <a:pt x="0" y="328"/>
                    </a:lnTo>
                    <a:lnTo>
                      <a:pt x="0" y="328"/>
                    </a:lnTo>
                    <a:lnTo>
                      <a:pt x="0" y="335"/>
                    </a:lnTo>
                    <a:lnTo>
                      <a:pt x="0" y="342"/>
                    </a:lnTo>
                    <a:lnTo>
                      <a:pt x="2" y="354"/>
                    </a:lnTo>
                    <a:lnTo>
                      <a:pt x="12" y="366"/>
                    </a:lnTo>
                    <a:lnTo>
                      <a:pt x="17" y="371"/>
                    </a:lnTo>
                    <a:lnTo>
                      <a:pt x="24" y="374"/>
                    </a:lnTo>
                    <a:lnTo>
                      <a:pt x="24" y="374"/>
                    </a:lnTo>
                    <a:lnTo>
                      <a:pt x="32" y="374"/>
                    </a:lnTo>
                    <a:lnTo>
                      <a:pt x="39" y="374"/>
                    </a:lnTo>
                    <a:lnTo>
                      <a:pt x="51" y="371"/>
                    </a:lnTo>
                    <a:lnTo>
                      <a:pt x="61" y="362"/>
                    </a:lnTo>
                    <a:lnTo>
                      <a:pt x="66" y="357"/>
                    </a:lnTo>
                    <a:lnTo>
                      <a:pt x="68" y="349"/>
                    </a:lnTo>
                    <a:lnTo>
                      <a:pt x="138" y="124"/>
                    </a:lnTo>
                    <a:lnTo>
                      <a:pt x="138" y="124"/>
                    </a:lnTo>
                    <a:lnTo>
                      <a:pt x="146" y="124"/>
                    </a:lnTo>
                    <a:lnTo>
                      <a:pt x="153" y="124"/>
                    </a:lnTo>
                    <a:lnTo>
                      <a:pt x="46" y="527"/>
                    </a:lnTo>
                    <a:lnTo>
                      <a:pt x="155" y="527"/>
                    </a:lnTo>
                    <a:lnTo>
                      <a:pt x="155" y="847"/>
                    </a:lnTo>
                    <a:lnTo>
                      <a:pt x="155" y="847"/>
                    </a:lnTo>
                    <a:lnTo>
                      <a:pt x="155" y="854"/>
                    </a:lnTo>
                    <a:lnTo>
                      <a:pt x="158" y="861"/>
                    </a:lnTo>
                    <a:lnTo>
                      <a:pt x="160" y="869"/>
                    </a:lnTo>
                    <a:lnTo>
                      <a:pt x="167" y="876"/>
                    </a:lnTo>
                    <a:lnTo>
                      <a:pt x="172" y="881"/>
                    </a:lnTo>
                    <a:lnTo>
                      <a:pt x="180" y="883"/>
                    </a:lnTo>
                    <a:lnTo>
                      <a:pt x="187" y="886"/>
                    </a:lnTo>
                    <a:lnTo>
                      <a:pt x="194" y="888"/>
                    </a:lnTo>
                    <a:lnTo>
                      <a:pt x="194" y="888"/>
                    </a:lnTo>
                    <a:lnTo>
                      <a:pt x="204" y="886"/>
                    </a:lnTo>
                    <a:lnTo>
                      <a:pt x="211" y="883"/>
                    </a:lnTo>
                    <a:lnTo>
                      <a:pt x="218" y="881"/>
                    </a:lnTo>
                    <a:lnTo>
                      <a:pt x="223" y="876"/>
                    </a:lnTo>
                    <a:lnTo>
                      <a:pt x="231" y="869"/>
                    </a:lnTo>
                    <a:lnTo>
                      <a:pt x="233" y="861"/>
                    </a:lnTo>
                    <a:lnTo>
                      <a:pt x="235" y="854"/>
                    </a:lnTo>
                    <a:lnTo>
                      <a:pt x="235" y="847"/>
                    </a:lnTo>
                    <a:lnTo>
                      <a:pt x="235" y="527"/>
                    </a:lnTo>
                    <a:lnTo>
                      <a:pt x="260" y="527"/>
                    </a:lnTo>
                    <a:lnTo>
                      <a:pt x="260" y="847"/>
                    </a:lnTo>
                    <a:lnTo>
                      <a:pt x="260" y="847"/>
                    </a:lnTo>
                    <a:lnTo>
                      <a:pt x="262" y="854"/>
                    </a:lnTo>
                    <a:lnTo>
                      <a:pt x="264" y="861"/>
                    </a:lnTo>
                    <a:lnTo>
                      <a:pt x="267" y="869"/>
                    </a:lnTo>
                    <a:lnTo>
                      <a:pt x="272" y="876"/>
                    </a:lnTo>
                    <a:lnTo>
                      <a:pt x="279" y="881"/>
                    </a:lnTo>
                    <a:lnTo>
                      <a:pt x="286" y="883"/>
                    </a:lnTo>
                    <a:lnTo>
                      <a:pt x="294" y="886"/>
                    </a:lnTo>
                    <a:lnTo>
                      <a:pt x="301" y="888"/>
                    </a:lnTo>
                    <a:lnTo>
                      <a:pt x="301" y="888"/>
                    </a:lnTo>
                    <a:lnTo>
                      <a:pt x="311" y="886"/>
                    </a:lnTo>
                    <a:lnTo>
                      <a:pt x="318" y="883"/>
                    </a:lnTo>
                    <a:lnTo>
                      <a:pt x="325" y="881"/>
                    </a:lnTo>
                    <a:lnTo>
                      <a:pt x="330" y="876"/>
                    </a:lnTo>
                    <a:lnTo>
                      <a:pt x="335" y="869"/>
                    </a:lnTo>
                    <a:lnTo>
                      <a:pt x="340" y="861"/>
                    </a:lnTo>
                    <a:lnTo>
                      <a:pt x="342" y="854"/>
                    </a:lnTo>
                    <a:lnTo>
                      <a:pt x="342" y="847"/>
                    </a:lnTo>
                    <a:lnTo>
                      <a:pt x="342" y="527"/>
                    </a:lnTo>
                    <a:lnTo>
                      <a:pt x="451" y="527"/>
                    </a:lnTo>
                    <a:lnTo>
                      <a:pt x="340" y="124"/>
                    </a:lnTo>
                    <a:lnTo>
                      <a:pt x="345" y="124"/>
                    </a:lnTo>
                    <a:lnTo>
                      <a:pt x="345" y="124"/>
                    </a:lnTo>
                    <a:lnTo>
                      <a:pt x="352" y="124"/>
                    </a:lnTo>
                    <a:lnTo>
                      <a:pt x="427" y="349"/>
                    </a:lnTo>
                    <a:lnTo>
                      <a:pt x="427" y="349"/>
                    </a:lnTo>
                    <a:lnTo>
                      <a:pt x="429" y="357"/>
                    </a:lnTo>
                    <a:lnTo>
                      <a:pt x="434" y="362"/>
                    </a:lnTo>
                    <a:lnTo>
                      <a:pt x="444" y="371"/>
                    </a:lnTo>
                    <a:lnTo>
                      <a:pt x="459" y="374"/>
                    </a:lnTo>
                    <a:lnTo>
                      <a:pt x="463" y="374"/>
                    </a:lnTo>
                    <a:lnTo>
                      <a:pt x="471" y="371"/>
                    </a:lnTo>
                    <a:lnTo>
                      <a:pt x="471" y="371"/>
                    </a:lnTo>
                    <a:lnTo>
                      <a:pt x="478" y="369"/>
                    </a:lnTo>
                    <a:lnTo>
                      <a:pt x="483" y="364"/>
                    </a:lnTo>
                    <a:lnTo>
                      <a:pt x="493" y="354"/>
                    </a:lnTo>
                    <a:lnTo>
                      <a:pt x="495" y="340"/>
                    </a:lnTo>
                    <a:lnTo>
                      <a:pt x="495" y="332"/>
                    </a:lnTo>
                    <a:lnTo>
                      <a:pt x="495" y="328"/>
                    </a:lnTo>
                    <a:lnTo>
                      <a:pt x="495" y="3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95" name="组合 294"/>
            <p:cNvGrpSpPr/>
            <p:nvPr/>
          </p:nvGrpSpPr>
          <p:grpSpPr>
            <a:xfrm>
              <a:off x="5645369" y="3440527"/>
              <a:ext cx="294343" cy="643391"/>
              <a:chOff x="4421673" y="2233518"/>
              <a:chExt cx="785812" cy="1717675"/>
            </a:xfrm>
            <a:grpFill/>
          </p:grpSpPr>
          <p:sp>
            <p:nvSpPr>
              <p:cNvPr id="332" name="Freeform 5"/>
              <p:cNvSpPr>
                <a:spLocks/>
              </p:cNvSpPr>
              <p:nvPr/>
            </p:nvSpPr>
            <p:spPr bwMode="auto">
              <a:xfrm>
                <a:off x="4683610" y="2233518"/>
                <a:ext cx="254000" cy="258763"/>
              </a:xfrm>
              <a:custGeom>
                <a:avLst/>
                <a:gdLst>
                  <a:gd name="T0" fmla="*/ 80 w 160"/>
                  <a:gd name="T1" fmla="*/ 163 h 163"/>
                  <a:gd name="T2" fmla="*/ 80 w 160"/>
                  <a:gd name="T3" fmla="*/ 163 h 163"/>
                  <a:gd name="T4" fmla="*/ 95 w 160"/>
                  <a:gd name="T5" fmla="*/ 160 h 163"/>
                  <a:gd name="T6" fmla="*/ 112 w 160"/>
                  <a:gd name="T7" fmla="*/ 155 h 163"/>
                  <a:gd name="T8" fmla="*/ 124 w 160"/>
                  <a:gd name="T9" fmla="*/ 148 h 163"/>
                  <a:gd name="T10" fmla="*/ 136 w 160"/>
                  <a:gd name="T11" fmla="*/ 138 h 163"/>
                  <a:gd name="T12" fmla="*/ 146 w 160"/>
                  <a:gd name="T13" fmla="*/ 126 h 163"/>
                  <a:gd name="T14" fmla="*/ 153 w 160"/>
                  <a:gd name="T15" fmla="*/ 112 h 163"/>
                  <a:gd name="T16" fmla="*/ 158 w 160"/>
                  <a:gd name="T17" fmla="*/ 97 h 163"/>
                  <a:gd name="T18" fmla="*/ 160 w 160"/>
                  <a:gd name="T19" fmla="*/ 80 h 163"/>
                  <a:gd name="T20" fmla="*/ 160 w 160"/>
                  <a:gd name="T21" fmla="*/ 80 h 163"/>
                  <a:gd name="T22" fmla="*/ 158 w 160"/>
                  <a:gd name="T23" fmla="*/ 66 h 163"/>
                  <a:gd name="T24" fmla="*/ 153 w 160"/>
                  <a:gd name="T25" fmla="*/ 49 h 163"/>
                  <a:gd name="T26" fmla="*/ 146 w 160"/>
                  <a:gd name="T27" fmla="*/ 36 h 163"/>
                  <a:gd name="T28" fmla="*/ 136 w 160"/>
                  <a:gd name="T29" fmla="*/ 24 h 163"/>
                  <a:gd name="T30" fmla="*/ 124 w 160"/>
                  <a:gd name="T31" fmla="*/ 15 h 163"/>
                  <a:gd name="T32" fmla="*/ 112 w 160"/>
                  <a:gd name="T33" fmla="*/ 7 h 163"/>
                  <a:gd name="T34" fmla="*/ 95 w 160"/>
                  <a:gd name="T35" fmla="*/ 2 h 163"/>
                  <a:gd name="T36" fmla="*/ 80 w 160"/>
                  <a:gd name="T37" fmla="*/ 0 h 163"/>
                  <a:gd name="T38" fmla="*/ 80 w 160"/>
                  <a:gd name="T39" fmla="*/ 0 h 163"/>
                  <a:gd name="T40" fmla="*/ 63 w 160"/>
                  <a:gd name="T41" fmla="*/ 2 h 163"/>
                  <a:gd name="T42" fmla="*/ 49 w 160"/>
                  <a:gd name="T43" fmla="*/ 7 h 163"/>
                  <a:gd name="T44" fmla="*/ 34 w 160"/>
                  <a:gd name="T45" fmla="*/ 15 h 163"/>
                  <a:gd name="T46" fmla="*/ 22 w 160"/>
                  <a:gd name="T47" fmla="*/ 24 h 163"/>
                  <a:gd name="T48" fmla="*/ 12 w 160"/>
                  <a:gd name="T49" fmla="*/ 36 h 163"/>
                  <a:gd name="T50" fmla="*/ 5 w 160"/>
                  <a:gd name="T51" fmla="*/ 49 h 163"/>
                  <a:gd name="T52" fmla="*/ 0 w 160"/>
                  <a:gd name="T53" fmla="*/ 66 h 163"/>
                  <a:gd name="T54" fmla="*/ 0 w 160"/>
                  <a:gd name="T55" fmla="*/ 80 h 163"/>
                  <a:gd name="T56" fmla="*/ 0 w 160"/>
                  <a:gd name="T57" fmla="*/ 80 h 163"/>
                  <a:gd name="T58" fmla="*/ 0 w 160"/>
                  <a:gd name="T59" fmla="*/ 97 h 163"/>
                  <a:gd name="T60" fmla="*/ 5 w 160"/>
                  <a:gd name="T61" fmla="*/ 112 h 163"/>
                  <a:gd name="T62" fmla="*/ 12 w 160"/>
                  <a:gd name="T63" fmla="*/ 126 h 163"/>
                  <a:gd name="T64" fmla="*/ 22 w 160"/>
                  <a:gd name="T65" fmla="*/ 138 h 163"/>
                  <a:gd name="T66" fmla="*/ 34 w 160"/>
                  <a:gd name="T67" fmla="*/ 148 h 163"/>
                  <a:gd name="T68" fmla="*/ 49 w 160"/>
                  <a:gd name="T69" fmla="*/ 155 h 163"/>
                  <a:gd name="T70" fmla="*/ 63 w 160"/>
                  <a:gd name="T71" fmla="*/ 160 h 163"/>
                  <a:gd name="T72" fmla="*/ 80 w 160"/>
                  <a:gd name="T73" fmla="*/ 163 h 163"/>
                  <a:gd name="T74" fmla="*/ 80 w 160"/>
                  <a:gd name="T75"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0" h="163">
                    <a:moveTo>
                      <a:pt x="80" y="163"/>
                    </a:moveTo>
                    <a:lnTo>
                      <a:pt x="80" y="163"/>
                    </a:lnTo>
                    <a:lnTo>
                      <a:pt x="95" y="160"/>
                    </a:lnTo>
                    <a:lnTo>
                      <a:pt x="112" y="155"/>
                    </a:lnTo>
                    <a:lnTo>
                      <a:pt x="124" y="148"/>
                    </a:lnTo>
                    <a:lnTo>
                      <a:pt x="136" y="138"/>
                    </a:lnTo>
                    <a:lnTo>
                      <a:pt x="146" y="126"/>
                    </a:lnTo>
                    <a:lnTo>
                      <a:pt x="153" y="112"/>
                    </a:lnTo>
                    <a:lnTo>
                      <a:pt x="158" y="97"/>
                    </a:lnTo>
                    <a:lnTo>
                      <a:pt x="160" y="80"/>
                    </a:lnTo>
                    <a:lnTo>
                      <a:pt x="160" y="80"/>
                    </a:lnTo>
                    <a:lnTo>
                      <a:pt x="158" y="66"/>
                    </a:lnTo>
                    <a:lnTo>
                      <a:pt x="153" y="49"/>
                    </a:lnTo>
                    <a:lnTo>
                      <a:pt x="146" y="36"/>
                    </a:lnTo>
                    <a:lnTo>
                      <a:pt x="136" y="24"/>
                    </a:lnTo>
                    <a:lnTo>
                      <a:pt x="124" y="15"/>
                    </a:lnTo>
                    <a:lnTo>
                      <a:pt x="112" y="7"/>
                    </a:lnTo>
                    <a:lnTo>
                      <a:pt x="95" y="2"/>
                    </a:lnTo>
                    <a:lnTo>
                      <a:pt x="80" y="0"/>
                    </a:lnTo>
                    <a:lnTo>
                      <a:pt x="80" y="0"/>
                    </a:lnTo>
                    <a:lnTo>
                      <a:pt x="63" y="2"/>
                    </a:lnTo>
                    <a:lnTo>
                      <a:pt x="49" y="7"/>
                    </a:lnTo>
                    <a:lnTo>
                      <a:pt x="34" y="15"/>
                    </a:lnTo>
                    <a:lnTo>
                      <a:pt x="22" y="24"/>
                    </a:lnTo>
                    <a:lnTo>
                      <a:pt x="12" y="36"/>
                    </a:lnTo>
                    <a:lnTo>
                      <a:pt x="5" y="49"/>
                    </a:lnTo>
                    <a:lnTo>
                      <a:pt x="0" y="66"/>
                    </a:lnTo>
                    <a:lnTo>
                      <a:pt x="0" y="80"/>
                    </a:lnTo>
                    <a:lnTo>
                      <a:pt x="0" y="80"/>
                    </a:lnTo>
                    <a:lnTo>
                      <a:pt x="0" y="97"/>
                    </a:lnTo>
                    <a:lnTo>
                      <a:pt x="5" y="112"/>
                    </a:lnTo>
                    <a:lnTo>
                      <a:pt x="12" y="126"/>
                    </a:lnTo>
                    <a:lnTo>
                      <a:pt x="22" y="138"/>
                    </a:lnTo>
                    <a:lnTo>
                      <a:pt x="34" y="148"/>
                    </a:lnTo>
                    <a:lnTo>
                      <a:pt x="49" y="155"/>
                    </a:lnTo>
                    <a:lnTo>
                      <a:pt x="63" y="160"/>
                    </a:lnTo>
                    <a:lnTo>
                      <a:pt x="80" y="163"/>
                    </a:lnTo>
                    <a:lnTo>
                      <a:pt x="80" y="1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3" name="Freeform 6"/>
              <p:cNvSpPr>
                <a:spLocks/>
              </p:cNvSpPr>
              <p:nvPr/>
            </p:nvSpPr>
            <p:spPr bwMode="auto">
              <a:xfrm>
                <a:off x="4421673" y="2541493"/>
                <a:ext cx="785812" cy="1409700"/>
              </a:xfrm>
              <a:custGeom>
                <a:avLst/>
                <a:gdLst>
                  <a:gd name="T0" fmla="*/ 403 w 495"/>
                  <a:gd name="T1" fmla="*/ 53 h 888"/>
                  <a:gd name="T2" fmla="*/ 400 w 495"/>
                  <a:gd name="T3" fmla="*/ 41 h 888"/>
                  <a:gd name="T4" fmla="*/ 391 w 495"/>
                  <a:gd name="T5" fmla="*/ 22 h 888"/>
                  <a:gd name="T6" fmla="*/ 376 w 495"/>
                  <a:gd name="T7" fmla="*/ 10 h 888"/>
                  <a:gd name="T8" fmla="*/ 357 w 495"/>
                  <a:gd name="T9" fmla="*/ 0 h 888"/>
                  <a:gd name="T10" fmla="*/ 146 w 495"/>
                  <a:gd name="T11" fmla="*/ 0 h 888"/>
                  <a:gd name="T12" fmla="*/ 131 w 495"/>
                  <a:gd name="T13" fmla="*/ 3 h 888"/>
                  <a:gd name="T14" fmla="*/ 104 w 495"/>
                  <a:gd name="T15" fmla="*/ 17 h 888"/>
                  <a:gd name="T16" fmla="*/ 97 w 495"/>
                  <a:gd name="T17" fmla="*/ 27 h 888"/>
                  <a:gd name="T18" fmla="*/ 90 w 495"/>
                  <a:gd name="T19" fmla="*/ 39 h 888"/>
                  <a:gd name="T20" fmla="*/ 90 w 495"/>
                  <a:gd name="T21" fmla="*/ 44 h 888"/>
                  <a:gd name="T22" fmla="*/ 0 w 495"/>
                  <a:gd name="T23" fmla="*/ 328 h 888"/>
                  <a:gd name="T24" fmla="*/ 0 w 495"/>
                  <a:gd name="T25" fmla="*/ 342 h 888"/>
                  <a:gd name="T26" fmla="*/ 12 w 495"/>
                  <a:gd name="T27" fmla="*/ 366 h 888"/>
                  <a:gd name="T28" fmla="*/ 24 w 495"/>
                  <a:gd name="T29" fmla="*/ 374 h 888"/>
                  <a:gd name="T30" fmla="*/ 32 w 495"/>
                  <a:gd name="T31" fmla="*/ 374 h 888"/>
                  <a:gd name="T32" fmla="*/ 51 w 495"/>
                  <a:gd name="T33" fmla="*/ 371 h 888"/>
                  <a:gd name="T34" fmla="*/ 66 w 495"/>
                  <a:gd name="T35" fmla="*/ 357 h 888"/>
                  <a:gd name="T36" fmla="*/ 138 w 495"/>
                  <a:gd name="T37" fmla="*/ 124 h 888"/>
                  <a:gd name="T38" fmla="*/ 146 w 495"/>
                  <a:gd name="T39" fmla="*/ 124 h 888"/>
                  <a:gd name="T40" fmla="*/ 46 w 495"/>
                  <a:gd name="T41" fmla="*/ 527 h 888"/>
                  <a:gd name="T42" fmla="*/ 155 w 495"/>
                  <a:gd name="T43" fmla="*/ 847 h 888"/>
                  <a:gd name="T44" fmla="*/ 155 w 495"/>
                  <a:gd name="T45" fmla="*/ 854 h 888"/>
                  <a:gd name="T46" fmla="*/ 160 w 495"/>
                  <a:gd name="T47" fmla="*/ 869 h 888"/>
                  <a:gd name="T48" fmla="*/ 172 w 495"/>
                  <a:gd name="T49" fmla="*/ 881 h 888"/>
                  <a:gd name="T50" fmla="*/ 187 w 495"/>
                  <a:gd name="T51" fmla="*/ 886 h 888"/>
                  <a:gd name="T52" fmla="*/ 194 w 495"/>
                  <a:gd name="T53" fmla="*/ 888 h 888"/>
                  <a:gd name="T54" fmla="*/ 211 w 495"/>
                  <a:gd name="T55" fmla="*/ 883 h 888"/>
                  <a:gd name="T56" fmla="*/ 223 w 495"/>
                  <a:gd name="T57" fmla="*/ 876 h 888"/>
                  <a:gd name="T58" fmla="*/ 233 w 495"/>
                  <a:gd name="T59" fmla="*/ 861 h 888"/>
                  <a:gd name="T60" fmla="*/ 235 w 495"/>
                  <a:gd name="T61" fmla="*/ 847 h 888"/>
                  <a:gd name="T62" fmla="*/ 260 w 495"/>
                  <a:gd name="T63" fmla="*/ 527 h 888"/>
                  <a:gd name="T64" fmla="*/ 260 w 495"/>
                  <a:gd name="T65" fmla="*/ 847 h 888"/>
                  <a:gd name="T66" fmla="*/ 264 w 495"/>
                  <a:gd name="T67" fmla="*/ 861 h 888"/>
                  <a:gd name="T68" fmla="*/ 272 w 495"/>
                  <a:gd name="T69" fmla="*/ 876 h 888"/>
                  <a:gd name="T70" fmla="*/ 286 w 495"/>
                  <a:gd name="T71" fmla="*/ 883 h 888"/>
                  <a:gd name="T72" fmla="*/ 301 w 495"/>
                  <a:gd name="T73" fmla="*/ 888 h 888"/>
                  <a:gd name="T74" fmla="*/ 311 w 495"/>
                  <a:gd name="T75" fmla="*/ 886 h 888"/>
                  <a:gd name="T76" fmla="*/ 325 w 495"/>
                  <a:gd name="T77" fmla="*/ 881 h 888"/>
                  <a:gd name="T78" fmla="*/ 335 w 495"/>
                  <a:gd name="T79" fmla="*/ 869 h 888"/>
                  <a:gd name="T80" fmla="*/ 342 w 495"/>
                  <a:gd name="T81" fmla="*/ 854 h 888"/>
                  <a:gd name="T82" fmla="*/ 342 w 495"/>
                  <a:gd name="T83" fmla="*/ 527 h 888"/>
                  <a:gd name="T84" fmla="*/ 340 w 495"/>
                  <a:gd name="T85" fmla="*/ 124 h 888"/>
                  <a:gd name="T86" fmla="*/ 345 w 495"/>
                  <a:gd name="T87" fmla="*/ 124 h 888"/>
                  <a:gd name="T88" fmla="*/ 427 w 495"/>
                  <a:gd name="T89" fmla="*/ 349 h 888"/>
                  <a:gd name="T90" fmla="*/ 429 w 495"/>
                  <a:gd name="T91" fmla="*/ 357 h 888"/>
                  <a:gd name="T92" fmla="*/ 444 w 495"/>
                  <a:gd name="T93" fmla="*/ 371 h 888"/>
                  <a:gd name="T94" fmla="*/ 463 w 495"/>
                  <a:gd name="T95" fmla="*/ 374 h 888"/>
                  <a:gd name="T96" fmla="*/ 471 w 495"/>
                  <a:gd name="T97" fmla="*/ 371 h 888"/>
                  <a:gd name="T98" fmla="*/ 483 w 495"/>
                  <a:gd name="T99" fmla="*/ 364 h 888"/>
                  <a:gd name="T100" fmla="*/ 495 w 495"/>
                  <a:gd name="T101" fmla="*/ 340 h 888"/>
                  <a:gd name="T102" fmla="*/ 495 w 495"/>
                  <a:gd name="T103" fmla="*/ 328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95" h="888">
                    <a:moveTo>
                      <a:pt x="495" y="328"/>
                    </a:moveTo>
                    <a:lnTo>
                      <a:pt x="403" y="53"/>
                    </a:lnTo>
                    <a:lnTo>
                      <a:pt x="403" y="53"/>
                    </a:lnTo>
                    <a:lnTo>
                      <a:pt x="400" y="41"/>
                    </a:lnTo>
                    <a:lnTo>
                      <a:pt x="398" y="32"/>
                    </a:lnTo>
                    <a:lnTo>
                      <a:pt x="391" y="22"/>
                    </a:lnTo>
                    <a:lnTo>
                      <a:pt x="386" y="15"/>
                    </a:lnTo>
                    <a:lnTo>
                      <a:pt x="376" y="10"/>
                    </a:lnTo>
                    <a:lnTo>
                      <a:pt x="366" y="5"/>
                    </a:lnTo>
                    <a:lnTo>
                      <a:pt x="357" y="0"/>
                    </a:lnTo>
                    <a:lnTo>
                      <a:pt x="345" y="0"/>
                    </a:lnTo>
                    <a:lnTo>
                      <a:pt x="146" y="0"/>
                    </a:lnTo>
                    <a:lnTo>
                      <a:pt x="146" y="0"/>
                    </a:lnTo>
                    <a:lnTo>
                      <a:pt x="131" y="3"/>
                    </a:lnTo>
                    <a:lnTo>
                      <a:pt x="116" y="7"/>
                    </a:lnTo>
                    <a:lnTo>
                      <a:pt x="104" y="17"/>
                    </a:lnTo>
                    <a:lnTo>
                      <a:pt x="97" y="27"/>
                    </a:lnTo>
                    <a:lnTo>
                      <a:pt x="97" y="27"/>
                    </a:lnTo>
                    <a:lnTo>
                      <a:pt x="92" y="39"/>
                    </a:lnTo>
                    <a:lnTo>
                      <a:pt x="90" y="39"/>
                    </a:lnTo>
                    <a:lnTo>
                      <a:pt x="90" y="39"/>
                    </a:lnTo>
                    <a:lnTo>
                      <a:pt x="90" y="44"/>
                    </a:lnTo>
                    <a:lnTo>
                      <a:pt x="0" y="328"/>
                    </a:lnTo>
                    <a:lnTo>
                      <a:pt x="0" y="328"/>
                    </a:lnTo>
                    <a:lnTo>
                      <a:pt x="0" y="335"/>
                    </a:lnTo>
                    <a:lnTo>
                      <a:pt x="0" y="342"/>
                    </a:lnTo>
                    <a:lnTo>
                      <a:pt x="2" y="354"/>
                    </a:lnTo>
                    <a:lnTo>
                      <a:pt x="12" y="366"/>
                    </a:lnTo>
                    <a:lnTo>
                      <a:pt x="17" y="371"/>
                    </a:lnTo>
                    <a:lnTo>
                      <a:pt x="24" y="374"/>
                    </a:lnTo>
                    <a:lnTo>
                      <a:pt x="24" y="374"/>
                    </a:lnTo>
                    <a:lnTo>
                      <a:pt x="32" y="374"/>
                    </a:lnTo>
                    <a:lnTo>
                      <a:pt x="39" y="374"/>
                    </a:lnTo>
                    <a:lnTo>
                      <a:pt x="51" y="371"/>
                    </a:lnTo>
                    <a:lnTo>
                      <a:pt x="61" y="362"/>
                    </a:lnTo>
                    <a:lnTo>
                      <a:pt x="66" y="357"/>
                    </a:lnTo>
                    <a:lnTo>
                      <a:pt x="68" y="349"/>
                    </a:lnTo>
                    <a:lnTo>
                      <a:pt x="138" y="124"/>
                    </a:lnTo>
                    <a:lnTo>
                      <a:pt x="138" y="124"/>
                    </a:lnTo>
                    <a:lnTo>
                      <a:pt x="146" y="124"/>
                    </a:lnTo>
                    <a:lnTo>
                      <a:pt x="153" y="124"/>
                    </a:lnTo>
                    <a:lnTo>
                      <a:pt x="46" y="527"/>
                    </a:lnTo>
                    <a:lnTo>
                      <a:pt x="155" y="527"/>
                    </a:lnTo>
                    <a:lnTo>
                      <a:pt x="155" y="847"/>
                    </a:lnTo>
                    <a:lnTo>
                      <a:pt x="155" y="847"/>
                    </a:lnTo>
                    <a:lnTo>
                      <a:pt x="155" y="854"/>
                    </a:lnTo>
                    <a:lnTo>
                      <a:pt x="158" y="861"/>
                    </a:lnTo>
                    <a:lnTo>
                      <a:pt x="160" y="869"/>
                    </a:lnTo>
                    <a:lnTo>
                      <a:pt x="167" y="876"/>
                    </a:lnTo>
                    <a:lnTo>
                      <a:pt x="172" y="881"/>
                    </a:lnTo>
                    <a:lnTo>
                      <a:pt x="180" y="883"/>
                    </a:lnTo>
                    <a:lnTo>
                      <a:pt x="187" y="886"/>
                    </a:lnTo>
                    <a:lnTo>
                      <a:pt x="194" y="888"/>
                    </a:lnTo>
                    <a:lnTo>
                      <a:pt x="194" y="888"/>
                    </a:lnTo>
                    <a:lnTo>
                      <a:pt x="204" y="886"/>
                    </a:lnTo>
                    <a:lnTo>
                      <a:pt x="211" y="883"/>
                    </a:lnTo>
                    <a:lnTo>
                      <a:pt x="218" y="881"/>
                    </a:lnTo>
                    <a:lnTo>
                      <a:pt x="223" y="876"/>
                    </a:lnTo>
                    <a:lnTo>
                      <a:pt x="231" y="869"/>
                    </a:lnTo>
                    <a:lnTo>
                      <a:pt x="233" y="861"/>
                    </a:lnTo>
                    <a:lnTo>
                      <a:pt x="235" y="854"/>
                    </a:lnTo>
                    <a:lnTo>
                      <a:pt x="235" y="847"/>
                    </a:lnTo>
                    <a:lnTo>
                      <a:pt x="235" y="527"/>
                    </a:lnTo>
                    <a:lnTo>
                      <a:pt x="260" y="527"/>
                    </a:lnTo>
                    <a:lnTo>
                      <a:pt x="260" y="847"/>
                    </a:lnTo>
                    <a:lnTo>
                      <a:pt x="260" y="847"/>
                    </a:lnTo>
                    <a:lnTo>
                      <a:pt x="262" y="854"/>
                    </a:lnTo>
                    <a:lnTo>
                      <a:pt x="264" y="861"/>
                    </a:lnTo>
                    <a:lnTo>
                      <a:pt x="267" y="869"/>
                    </a:lnTo>
                    <a:lnTo>
                      <a:pt x="272" y="876"/>
                    </a:lnTo>
                    <a:lnTo>
                      <a:pt x="279" y="881"/>
                    </a:lnTo>
                    <a:lnTo>
                      <a:pt x="286" y="883"/>
                    </a:lnTo>
                    <a:lnTo>
                      <a:pt x="294" y="886"/>
                    </a:lnTo>
                    <a:lnTo>
                      <a:pt x="301" y="888"/>
                    </a:lnTo>
                    <a:lnTo>
                      <a:pt x="301" y="888"/>
                    </a:lnTo>
                    <a:lnTo>
                      <a:pt x="311" y="886"/>
                    </a:lnTo>
                    <a:lnTo>
                      <a:pt x="318" y="883"/>
                    </a:lnTo>
                    <a:lnTo>
                      <a:pt x="325" y="881"/>
                    </a:lnTo>
                    <a:lnTo>
                      <a:pt x="330" y="876"/>
                    </a:lnTo>
                    <a:lnTo>
                      <a:pt x="335" y="869"/>
                    </a:lnTo>
                    <a:lnTo>
                      <a:pt x="340" y="861"/>
                    </a:lnTo>
                    <a:lnTo>
                      <a:pt x="342" y="854"/>
                    </a:lnTo>
                    <a:lnTo>
                      <a:pt x="342" y="847"/>
                    </a:lnTo>
                    <a:lnTo>
                      <a:pt x="342" y="527"/>
                    </a:lnTo>
                    <a:lnTo>
                      <a:pt x="451" y="527"/>
                    </a:lnTo>
                    <a:lnTo>
                      <a:pt x="340" y="124"/>
                    </a:lnTo>
                    <a:lnTo>
                      <a:pt x="345" y="124"/>
                    </a:lnTo>
                    <a:lnTo>
                      <a:pt x="345" y="124"/>
                    </a:lnTo>
                    <a:lnTo>
                      <a:pt x="352" y="124"/>
                    </a:lnTo>
                    <a:lnTo>
                      <a:pt x="427" y="349"/>
                    </a:lnTo>
                    <a:lnTo>
                      <a:pt x="427" y="349"/>
                    </a:lnTo>
                    <a:lnTo>
                      <a:pt x="429" y="357"/>
                    </a:lnTo>
                    <a:lnTo>
                      <a:pt x="434" y="362"/>
                    </a:lnTo>
                    <a:lnTo>
                      <a:pt x="444" y="371"/>
                    </a:lnTo>
                    <a:lnTo>
                      <a:pt x="459" y="374"/>
                    </a:lnTo>
                    <a:lnTo>
                      <a:pt x="463" y="374"/>
                    </a:lnTo>
                    <a:lnTo>
                      <a:pt x="471" y="371"/>
                    </a:lnTo>
                    <a:lnTo>
                      <a:pt x="471" y="371"/>
                    </a:lnTo>
                    <a:lnTo>
                      <a:pt x="478" y="369"/>
                    </a:lnTo>
                    <a:lnTo>
                      <a:pt x="483" y="364"/>
                    </a:lnTo>
                    <a:lnTo>
                      <a:pt x="493" y="354"/>
                    </a:lnTo>
                    <a:lnTo>
                      <a:pt x="495" y="340"/>
                    </a:lnTo>
                    <a:lnTo>
                      <a:pt x="495" y="332"/>
                    </a:lnTo>
                    <a:lnTo>
                      <a:pt x="495" y="328"/>
                    </a:lnTo>
                    <a:lnTo>
                      <a:pt x="495" y="3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96" name="组合 295"/>
            <p:cNvGrpSpPr/>
            <p:nvPr/>
          </p:nvGrpSpPr>
          <p:grpSpPr>
            <a:xfrm>
              <a:off x="5369783" y="3440527"/>
              <a:ext cx="294343" cy="643391"/>
              <a:chOff x="4421673" y="2233518"/>
              <a:chExt cx="785812" cy="1717675"/>
            </a:xfrm>
            <a:grpFill/>
          </p:grpSpPr>
          <p:sp>
            <p:nvSpPr>
              <p:cNvPr id="330" name="Freeform 5"/>
              <p:cNvSpPr>
                <a:spLocks/>
              </p:cNvSpPr>
              <p:nvPr/>
            </p:nvSpPr>
            <p:spPr bwMode="auto">
              <a:xfrm>
                <a:off x="4683610" y="2233518"/>
                <a:ext cx="254000" cy="258763"/>
              </a:xfrm>
              <a:custGeom>
                <a:avLst/>
                <a:gdLst>
                  <a:gd name="T0" fmla="*/ 80 w 160"/>
                  <a:gd name="T1" fmla="*/ 163 h 163"/>
                  <a:gd name="T2" fmla="*/ 80 w 160"/>
                  <a:gd name="T3" fmla="*/ 163 h 163"/>
                  <a:gd name="T4" fmla="*/ 95 w 160"/>
                  <a:gd name="T5" fmla="*/ 160 h 163"/>
                  <a:gd name="T6" fmla="*/ 112 w 160"/>
                  <a:gd name="T7" fmla="*/ 155 h 163"/>
                  <a:gd name="T8" fmla="*/ 124 w 160"/>
                  <a:gd name="T9" fmla="*/ 148 h 163"/>
                  <a:gd name="T10" fmla="*/ 136 w 160"/>
                  <a:gd name="T11" fmla="*/ 138 h 163"/>
                  <a:gd name="T12" fmla="*/ 146 w 160"/>
                  <a:gd name="T13" fmla="*/ 126 h 163"/>
                  <a:gd name="T14" fmla="*/ 153 w 160"/>
                  <a:gd name="T15" fmla="*/ 112 h 163"/>
                  <a:gd name="T16" fmla="*/ 158 w 160"/>
                  <a:gd name="T17" fmla="*/ 97 h 163"/>
                  <a:gd name="T18" fmla="*/ 160 w 160"/>
                  <a:gd name="T19" fmla="*/ 80 h 163"/>
                  <a:gd name="T20" fmla="*/ 160 w 160"/>
                  <a:gd name="T21" fmla="*/ 80 h 163"/>
                  <a:gd name="T22" fmla="*/ 158 w 160"/>
                  <a:gd name="T23" fmla="*/ 66 h 163"/>
                  <a:gd name="T24" fmla="*/ 153 w 160"/>
                  <a:gd name="T25" fmla="*/ 49 h 163"/>
                  <a:gd name="T26" fmla="*/ 146 w 160"/>
                  <a:gd name="T27" fmla="*/ 36 h 163"/>
                  <a:gd name="T28" fmla="*/ 136 w 160"/>
                  <a:gd name="T29" fmla="*/ 24 h 163"/>
                  <a:gd name="T30" fmla="*/ 124 w 160"/>
                  <a:gd name="T31" fmla="*/ 15 h 163"/>
                  <a:gd name="T32" fmla="*/ 112 w 160"/>
                  <a:gd name="T33" fmla="*/ 7 h 163"/>
                  <a:gd name="T34" fmla="*/ 95 w 160"/>
                  <a:gd name="T35" fmla="*/ 2 h 163"/>
                  <a:gd name="T36" fmla="*/ 80 w 160"/>
                  <a:gd name="T37" fmla="*/ 0 h 163"/>
                  <a:gd name="T38" fmla="*/ 80 w 160"/>
                  <a:gd name="T39" fmla="*/ 0 h 163"/>
                  <a:gd name="T40" fmla="*/ 63 w 160"/>
                  <a:gd name="T41" fmla="*/ 2 h 163"/>
                  <a:gd name="T42" fmla="*/ 49 w 160"/>
                  <a:gd name="T43" fmla="*/ 7 h 163"/>
                  <a:gd name="T44" fmla="*/ 34 w 160"/>
                  <a:gd name="T45" fmla="*/ 15 h 163"/>
                  <a:gd name="T46" fmla="*/ 22 w 160"/>
                  <a:gd name="T47" fmla="*/ 24 h 163"/>
                  <a:gd name="T48" fmla="*/ 12 w 160"/>
                  <a:gd name="T49" fmla="*/ 36 h 163"/>
                  <a:gd name="T50" fmla="*/ 5 w 160"/>
                  <a:gd name="T51" fmla="*/ 49 h 163"/>
                  <a:gd name="T52" fmla="*/ 0 w 160"/>
                  <a:gd name="T53" fmla="*/ 66 h 163"/>
                  <a:gd name="T54" fmla="*/ 0 w 160"/>
                  <a:gd name="T55" fmla="*/ 80 h 163"/>
                  <a:gd name="T56" fmla="*/ 0 w 160"/>
                  <a:gd name="T57" fmla="*/ 80 h 163"/>
                  <a:gd name="T58" fmla="*/ 0 w 160"/>
                  <a:gd name="T59" fmla="*/ 97 h 163"/>
                  <a:gd name="T60" fmla="*/ 5 w 160"/>
                  <a:gd name="T61" fmla="*/ 112 h 163"/>
                  <a:gd name="T62" fmla="*/ 12 w 160"/>
                  <a:gd name="T63" fmla="*/ 126 h 163"/>
                  <a:gd name="T64" fmla="*/ 22 w 160"/>
                  <a:gd name="T65" fmla="*/ 138 h 163"/>
                  <a:gd name="T66" fmla="*/ 34 w 160"/>
                  <a:gd name="T67" fmla="*/ 148 h 163"/>
                  <a:gd name="T68" fmla="*/ 49 w 160"/>
                  <a:gd name="T69" fmla="*/ 155 h 163"/>
                  <a:gd name="T70" fmla="*/ 63 w 160"/>
                  <a:gd name="T71" fmla="*/ 160 h 163"/>
                  <a:gd name="T72" fmla="*/ 80 w 160"/>
                  <a:gd name="T73" fmla="*/ 163 h 163"/>
                  <a:gd name="T74" fmla="*/ 80 w 160"/>
                  <a:gd name="T75"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0" h="163">
                    <a:moveTo>
                      <a:pt x="80" y="163"/>
                    </a:moveTo>
                    <a:lnTo>
                      <a:pt x="80" y="163"/>
                    </a:lnTo>
                    <a:lnTo>
                      <a:pt x="95" y="160"/>
                    </a:lnTo>
                    <a:lnTo>
                      <a:pt x="112" y="155"/>
                    </a:lnTo>
                    <a:lnTo>
                      <a:pt x="124" y="148"/>
                    </a:lnTo>
                    <a:lnTo>
                      <a:pt x="136" y="138"/>
                    </a:lnTo>
                    <a:lnTo>
                      <a:pt x="146" y="126"/>
                    </a:lnTo>
                    <a:lnTo>
                      <a:pt x="153" y="112"/>
                    </a:lnTo>
                    <a:lnTo>
                      <a:pt x="158" y="97"/>
                    </a:lnTo>
                    <a:lnTo>
                      <a:pt x="160" y="80"/>
                    </a:lnTo>
                    <a:lnTo>
                      <a:pt x="160" y="80"/>
                    </a:lnTo>
                    <a:lnTo>
                      <a:pt x="158" y="66"/>
                    </a:lnTo>
                    <a:lnTo>
                      <a:pt x="153" y="49"/>
                    </a:lnTo>
                    <a:lnTo>
                      <a:pt x="146" y="36"/>
                    </a:lnTo>
                    <a:lnTo>
                      <a:pt x="136" y="24"/>
                    </a:lnTo>
                    <a:lnTo>
                      <a:pt x="124" y="15"/>
                    </a:lnTo>
                    <a:lnTo>
                      <a:pt x="112" y="7"/>
                    </a:lnTo>
                    <a:lnTo>
                      <a:pt x="95" y="2"/>
                    </a:lnTo>
                    <a:lnTo>
                      <a:pt x="80" y="0"/>
                    </a:lnTo>
                    <a:lnTo>
                      <a:pt x="80" y="0"/>
                    </a:lnTo>
                    <a:lnTo>
                      <a:pt x="63" y="2"/>
                    </a:lnTo>
                    <a:lnTo>
                      <a:pt x="49" y="7"/>
                    </a:lnTo>
                    <a:lnTo>
                      <a:pt x="34" y="15"/>
                    </a:lnTo>
                    <a:lnTo>
                      <a:pt x="22" y="24"/>
                    </a:lnTo>
                    <a:lnTo>
                      <a:pt x="12" y="36"/>
                    </a:lnTo>
                    <a:lnTo>
                      <a:pt x="5" y="49"/>
                    </a:lnTo>
                    <a:lnTo>
                      <a:pt x="0" y="66"/>
                    </a:lnTo>
                    <a:lnTo>
                      <a:pt x="0" y="80"/>
                    </a:lnTo>
                    <a:lnTo>
                      <a:pt x="0" y="80"/>
                    </a:lnTo>
                    <a:lnTo>
                      <a:pt x="0" y="97"/>
                    </a:lnTo>
                    <a:lnTo>
                      <a:pt x="5" y="112"/>
                    </a:lnTo>
                    <a:lnTo>
                      <a:pt x="12" y="126"/>
                    </a:lnTo>
                    <a:lnTo>
                      <a:pt x="22" y="138"/>
                    </a:lnTo>
                    <a:lnTo>
                      <a:pt x="34" y="148"/>
                    </a:lnTo>
                    <a:lnTo>
                      <a:pt x="49" y="155"/>
                    </a:lnTo>
                    <a:lnTo>
                      <a:pt x="63" y="160"/>
                    </a:lnTo>
                    <a:lnTo>
                      <a:pt x="80" y="163"/>
                    </a:lnTo>
                    <a:lnTo>
                      <a:pt x="80" y="1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1" name="Freeform 6"/>
              <p:cNvSpPr>
                <a:spLocks/>
              </p:cNvSpPr>
              <p:nvPr/>
            </p:nvSpPr>
            <p:spPr bwMode="auto">
              <a:xfrm>
                <a:off x="4421673" y="2541493"/>
                <a:ext cx="785812" cy="1409700"/>
              </a:xfrm>
              <a:custGeom>
                <a:avLst/>
                <a:gdLst>
                  <a:gd name="T0" fmla="*/ 403 w 495"/>
                  <a:gd name="T1" fmla="*/ 53 h 888"/>
                  <a:gd name="T2" fmla="*/ 400 w 495"/>
                  <a:gd name="T3" fmla="*/ 41 h 888"/>
                  <a:gd name="T4" fmla="*/ 391 w 495"/>
                  <a:gd name="T5" fmla="*/ 22 h 888"/>
                  <a:gd name="T6" fmla="*/ 376 w 495"/>
                  <a:gd name="T7" fmla="*/ 10 h 888"/>
                  <a:gd name="T8" fmla="*/ 357 w 495"/>
                  <a:gd name="T9" fmla="*/ 0 h 888"/>
                  <a:gd name="T10" fmla="*/ 146 w 495"/>
                  <a:gd name="T11" fmla="*/ 0 h 888"/>
                  <a:gd name="T12" fmla="*/ 131 w 495"/>
                  <a:gd name="T13" fmla="*/ 3 h 888"/>
                  <a:gd name="T14" fmla="*/ 104 w 495"/>
                  <a:gd name="T15" fmla="*/ 17 h 888"/>
                  <a:gd name="T16" fmla="*/ 97 w 495"/>
                  <a:gd name="T17" fmla="*/ 27 h 888"/>
                  <a:gd name="T18" fmla="*/ 90 w 495"/>
                  <a:gd name="T19" fmla="*/ 39 h 888"/>
                  <a:gd name="T20" fmla="*/ 90 w 495"/>
                  <a:gd name="T21" fmla="*/ 44 h 888"/>
                  <a:gd name="T22" fmla="*/ 0 w 495"/>
                  <a:gd name="T23" fmla="*/ 328 h 888"/>
                  <a:gd name="T24" fmla="*/ 0 w 495"/>
                  <a:gd name="T25" fmla="*/ 342 h 888"/>
                  <a:gd name="T26" fmla="*/ 12 w 495"/>
                  <a:gd name="T27" fmla="*/ 366 h 888"/>
                  <a:gd name="T28" fmla="*/ 24 w 495"/>
                  <a:gd name="T29" fmla="*/ 374 h 888"/>
                  <a:gd name="T30" fmla="*/ 32 w 495"/>
                  <a:gd name="T31" fmla="*/ 374 h 888"/>
                  <a:gd name="T32" fmla="*/ 51 w 495"/>
                  <a:gd name="T33" fmla="*/ 371 h 888"/>
                  <a:gd name="T34" fmla="*/ 66 w 495"/>
                  <a:gd name="T35" fmla="*/ 357 h 888"/>
                  <a:gd name="T36" fmla="*/ 138 w 495"/>
                  <a:gd name="T37" fmla="*/ 124 h 888"/>
                  <a:gd name="T38" fmla="*/ 146 w 495"/>
                  <a:gd name="T39" fmla="*/ 124 h 888"/>
                  <a:gd name="T40" fmla="*/ 46 w 495"/>
                  <a:gd name="T41" fmla="*/ 527 h 888"/>
                  <a:gd name="T42" fmla="*/ 155 w 495"/>
                  <a:gd name="T43" fmla="*/ 847 h 888"/>
                  <a:gd name="T44" fmla="*/ 155 w 495"/>
                  <a:gd name="T45" fmla="*/ 854 h 888"/>
                  <a:gd name="T46" fmla="*/ 160 w 495"/>
                  <a:gd name="T47" fmla="*/ 869 h 888"/>
                  <a:gd name="T48" fmla="*/ 172 w 495"/>
                  <a:gd name="T49" fmla="*/ 881 h 888"/>
                  <a:gd name="T50" fmla="*/ 187 w 495"/>
                  <a:gd name="T51" fmla="*/ 886 h 888"/>
                  <a:gd name="T52" fmla="*/ 194 w 495"/>
                  <a:gd name="T53" fmla="*/ 888 h 888"/>
                  <a:gd name="T54" fmla="*/ 211 w 495"/>
                  <a:gd name="T55" fmla="*/ 883 h 888"/>
                  <a:gd name="T56" fmla="*/ 223 w 495"/>
                  <a:gd name="T57" fmla="*/ 876 h 888"/>
                  <a:gd name="T58" fmla="*/ 233 w 495"/>
                  <a:gd name="T59" fmla="*/ 861 h 888"/>
                  <a:gd name="T60" fmla="*/ 235 w 495"/>
                  <a:gd name="T61" fmla="*/ 847 h 888"/>
                  <a:gd name="T62" fmla="*/ 260 w 495"/>
                  <a:gd name="T63" fmla="*/ 527 h 888"/>
                  <a:gd name="T64" fmla="*/ 260 w 495"/>
                  <a:gd name="T65" fmla="*/ 847 h 888"/>
                  <a:gd name="T66" fmla="*/ 264 w 495"/>
                  <a:gd name="T67" fmla="*/ 861 h 888"/>
                  <a:gd name="T68" fmla="*/ 272 w 495"/>
                  <a:gd name="T69" fmla="*/ 876 h 888"/>
                  <a:gd name="T70" fmla="*/ 286 w 495"/>
                  <a:gd name="T71" fmla="*/ 883 h 888"/>
                  <a:gd name="T72" fmla="*/ 301 w 495"/>
                  <a:gd name="T73" fmla="*/ 888 h 888"/>
                  <a:gd name="T74" fmla="*/ 311 w 495"/>
                  <a:gd name="T75" fmla="*/ 886 h 888"/>
                  <a:gd name="T76" fmla="*/ 325 w 495"/>
                  <a:gd name="T77" fmla="*/ 881 h 888"/>
                  <a:gd name="T78" fmla="*/ 335 w 495"/>
                  <a:gd name="T79" fmla="*/ 869 h 888"/>
                  <a:gd name="T80" fmla="*/ 342 w 495"/>
                  <a:gd name="T81" fmla="*/ 854 h 888"/>
                  <a:gd name="T82" fmla="*/ 342 w 495"/>
                  <a:gd name="T83" fmla="*/ 527 h 888"/>
                  <a:gd name="T84" fmla="*/ 340 w 495"/>
                  <a:gd name="T85" fmla="*/ 124 h 888"/>
                  <a:gd name="T86" fmla="*/ 345 w 495"/>
                  <a:gd name="T87" fmla="*/ 124 h 888"/>
                  <a:gd name="T88" fmla="*/ 427 w 495"/>
                  <a:gd name="T89" fmla="*/ 349 h 888"/>
                  <a:gd name="T90" fmla="*/ 429 w 495"/>
                  <a:gd name="T91" fmla="*/ 357 h 888"/>
                  <a:gd name="T92" fmla="*/ 444 w 495"/>
                  <a:gd name="T93" fmla="*/ 371 h 888"/>
                  <a:gd name="T94" fmla="*/ 463 w 495"/>
                  <a:gd name="T95" fmla="*/ 374 h 888"/>
                  <a:gd name="T96" fmla="*/ 471 w 495"/>
                  <a:gd name="T97" fmla="*/ 371 h 888"/>
                  <a:gd name="T98" fmla="*/ 483 w 495"/>
                  <a:gd name="T99" fmla="*/ 364 h 888"/>
                  <a:gd name="T100" fmla="*/ 495 w 495"/>
                  <a:gd name="T101" fmla="*/ 340 h 888"/>
                  <a:gd name="T102" fmla="*/ 495 w 495"/>
                  <a:gd name="T103" fmla="*/ 328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95" h="888">
                    <a:moveTo>
                      <a:pt x="495" y="328"/>
                    </a:moveTo>
                    <a:lnTo>
                      <a:pt x="403" y="53"/>
                    </a:lnTo>
                    <a:lnTo>
                      <a:pt x="403" y="53"/>
                    </a:lnTo>
                    <a:lnTo>
                      <a:pt x="400" y="41"/>
                    </a:lnTo>
                    <a:lnTo>
                      <a:pt x="398" y="32"/>
                    </a:lnTo>
                    <a:lnTo>
                      <a:pt x="391" y="22"/>
                    </a:lnTo>
                    <a:lnTo>
                      <a:pt x="386" y="15"/>
                    </a:lnTo>
                    <a:lnTo>
                      <a:pt x="376" y="10"/>
                    </a:lnTo>
                    <a:lnTo>
                      <a:pt x="366" y="5"/>
                    </a:lnTo>
                    <a:lnTo>
                      <a:pt x="357" y="0"/>
                    </a:lnTo>
                    <a:lnTo>
                      <a:pt x="345" y="0"/>
                    </a:lnTo>
                    <a:lnTo>
                      <a:pt x="146" y="0"/>
                    </a:lnTo>
                    <a:lnTo>
                      <a:pt x="146" y="0"/>
                    </a:lnTo>
                    <a:lnTo>
                      <a:pt x="131" y="3"/>
                    </a:lnTo>
                    <a:lnTo>
                      <a:pt x="116" y="7"/>
                    </a:lnTo>
                    <a:lnTo>
                      <a:pt x="104" y="17"/>
                    </a:lnTo>
                    <a:lnTo>
                      <a:pt x="97" y="27"/>
                    </a:lnTo>
                    <a:lnTo>
                      <a:pt x="97" y="27"/>
                    </a:lnTo>
                    <a:lnTo>
                      <a:pt x="92" y="39"/>
                    </a:lnTo>
                    <a:lnTo>
                      <a:pt x="90" y="39"/>
                    </a:lnTo>
                    <a:lnTo>
                      <a:pt x="90" y="39"/>
                    </a:lnTo>
                    <a:lnTo>
                      <a:pt x="90" y="44"/>
                    </a:lnTo>
                    <a:lnTo>
                      <a:pt x="0" y="328"/>
                    </a:lnTo>
                    <a:lnTo>
                      <a:pt x="0" y="328"/>
                    </a:lnTo>
                    <a:lnTo>
                      <a:pt x="0" y="335"/>
                    </a:lnTo>
                    <a:lnTo>
                      <a:pt x="0" y="342"/>
                    </a:lnTo>
                    <a:lnTo>
                      <a:pt x="2" y="354"/>
                    </a:lnTo>
                    <a:lnTo>
                      <a:pt x="12" y="366"/>
                    </a:lnTo>
                    <a:lnTo>
                      <a:pt x="17" y="371"/>
                    </a:lnTo>
                    <a:lnTo>
                      <a:pt x="24" y="374"/>
                    </a:lnTo>
                    <a:lnTo>
                      <a:pt x="24" y="374"/>
                    </a:lnTo>
                    <a:lnTo>
                      <a:pt x="32" y="374"/>
                    </a:lnTo>
                    <a:lnTo>
                      <a:pt x="39" y="374"/>
                    </a:lnTo>
                    <a:lnTo>
                      <a:pt x="51" y="371"/>
                    </a:lnTo>
                    <a:lnTo>
                      <a:pt x="61" y="362"/>
                    </a:lnTo>
                    <a:lnTo>
                      <a:pt x="66" y="357"/>
                    </a:lnTo>
                    <a:lnTo>
                      <a:pt x="68" y="349"/>
                    </a:lnTo>
                    <a:lnTo>
                      <a:pt x="138" y="124"/>
                    </a:lnTo>
                    <a:lnTo>
                      <a:pt x="138" y="124"/>
                    </a:lnTo>
                    <a:lnTo>
                      <a:pt x="146" y="124"/>
                    </a:lnTo>
                    <a:lnTo>
                      <a:pt x="153" y="124"/>
                    </a:lnTo>
                    <a:lnTo>
                      <a:pt x="46" y="527"/>
                    </a:lnTo>
                    <a:lnTo>
                      <a:pt x="155" y="527"/>
                    </a:lnTo>
                    <a:lnTo>
                      <a:pt x="155" y="847"/>
                    </a:lnTo>
                    <a:lnTo>
                      <a:pt x="155" y="847"/>
                    </a:lnTo>
                    <a:lnTo>
                      <a:pt x="155" y="854"/>
                    </a:lnTo>
                    <a:lnTo>
                      <a:pt x="158" y="861"/>
                    </a:lnTo>
                    <a:lnTo>
                      <a:pt x="160" y="869"/>
                    </a:lnTo>
                    <a:lnTo>
                      <a:pt x="167" y="876"/>
                    </a:lnTo>
                    <a:lnTo>
                      <a:pt x="172" y="881"/>
                    </a:lnTo>
                    <a:lnTo>
                      <a:pt x="180" y="883"/>
                    </a:lnTo>
                    <a:lnTo>
                      <a:pt x="187" y="886"/>
                    </a:lnTo>
                    <a:lnTo>
                      <a:pt x="194" y="888"/>
                    </a:lnTo>
                    <a:lnTo>
                      <a:pt x="194" y="888"/>
                    </a:lnTo>
                    <a:lnTo>
                      <a:pt x="204" y="886"/>
                    </a:lnTo>
                    <a:lnTo>
                      <a:pt x="211" y="883"/>
                    </a:lnTo>
                    <a:lnTo>
                      <a:pt x="218" y="881"/>
                    </a:lnTo>
                    <a:lnTo>
                      <a:pt x="223" y="876"/>
                    </a:lnTo>
                    <a:lnTo>
                      <a:pt x="231" y="869"/>
                    </a:lnTo>
                    <a:lnTo>
                      <a:pt x="233" y="861"/>
                    </a:lnTo>
                    <a:lnTo>
                      <a:pt x="235" y="854"/>
                    </a:lnTo>
                    <a:lnTo>
                      <a:pt x="235" y="847"/>
                    </a:lnTo>
                    <a:lnTo>
                      <a:pt x="235" y="527"/>
                    </a:lnTo>
                    <a:lnTo>
                      <a:pt x="260" y="527"/>
                    </a:lnTo>
                    <a:lnTo>
                      <a:pt x="260" y="847"/>
                    </a:lnTo>
                    <a:lnTo>
                      <a:pt x="260" y="847"/>
                    </a:lnTo>
                    <a:lnTo>
                      <a:pt x="262" y="854"/>
                    </a:lnTo>
                    <a:lnTo>
                      <a:pt x="264" y="861"/>
                    </a:lnTo>
                    <a:lnTo>
                      <a:pt x="267" y="869"/>
                    </a:lnTo>
                    <a:lnTo>
                      <a:pt x="272" y="876"/>
                    </a:lnTo>
                    <a:lnTo>
                      <a:pt x="279" y="881"/>
                    </a:lnTo>
                    <a:lnTo>
                      <a:pt x="286" y="883"/>
                    </a:lnTo>
                    <a:lnTo>
                      <a:pt x="294" y="886"/>
                    </a:lnTo>
                    <a:lnTo>
                      <a:pt x="301" y="888"/>
                    </a:lnTo>
                    <a:lnTo>
                      <a:pt x="301" y="888"/>
                    </a:lnTo>
                    <a:lnTo>
                      <a:pt x="311" y="886"/>
                    </a:lnTo>
                    <a:lnTo>
                      <a:pt x="318" y="883"/>
                    </a:lnTo>
                    <a:lnTo>
                      <a:pt x="325" y="881"/>
                    </a:lnTo>
                    <a:lnTo>
                      <a:pt x="330" y="876"/>
                    </a:lnTo>
                    <a:lnTo>
                      <a:pt x="335" y="869"/>
                    </a:lnTo>
                    <a:lnTo>
                      <a:pt x="340" y="861"/>
                    </a:lnTo>
                    <a:lnTo>
                      <a:pt x="342" y="854"/>
                    </a:lnTo>
                    <a:lnTo>
                      <a:pt x="342" y="847"/>
                    </a:lnTo>
                    <a:lnTo>
                      <a:pt x="342" y="527"/>
                    </a:lnTo>
                    <a:lnTo>
                      <a:pt x="451" y="527"/>
                    </a:lnTo>
                    <a:lnTo>
                      <a:pt x="340" y="124"/>
                    </a:lnTo>
                    <a:lnTo>
                      <a:pt x="345" y="124"/>
                    </a:lnTo>
                    <a:lnTo>
                      <a:pt x="345" y="124"/>
                    </a:lnTo>
                    <a:lnTo>
                      <a:pt x="352" y="124"/>
                    </a:lnTo>
                    <a:lnTo>
                      <a:pt x="427" y="349"/>
                    </a:lnTo>
                    <a:lnTo>
                      <a:pt x="427" y="349"/>
                    </a:lnTo>
                    <a:lnTo>
                      <a:pt x="429" y="357"/>
                    </a:lnTo>
                    <a:lnTo>
                      <a:pt x="434" y="362"/>
                    </a:lnTo>
                    <a:lnTo>
                      <a:pt x="444" y="371"/>
                    </a:lnTo>
                    <a:lnTo>
                      <a:pt x="459" y="374"/>
                    </a:lnTo>
                    <a:lnTo>
                      <a:pt x="463" y="374"/>
                    </a:lnTo>
                    <a:lnTo>
                      <a:pt x="471" y="371"/>
                    </a:lnTo>
                    <a:lnTo>
                      <a:pt x="471" y="371"/>
                    </a:lnTo>
                    <a:lnTo>
                      <a:pt x="478" y="369"/>
                    </a:lnTo>
                    <a:lnTo>
                      <a:pt x="483" y="364"/>
                    </a:lnTo>
                    <a:lnTo>
                      <a:pt x="493" y="354"/>
                    </a:lnTo>
                    <a:lnTo>
                      <a:pt x="495" y="340"/>
                    </a:lnTo>
                    <a:lnTo>
                      <a:pt x="495" y="332"/>
                    </a:lnTo>
                    <a:lnTo>
                      <a:pt x="495" y="328"/>
                    </a:lnTo>
                    <a:lnTo>
                      <a:pt x="495" y="3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97" name="组合 296"/>
            <p:cNvGrpSpPr/>
            <p:nvPr/>
          </p:nvGrpSpPr>
          <p:grpSpPr>
            <a:xfrm>
              <a:off x="5094197" y="3440527"/>
              <a:ext cx="294343" cy="643391"/>
              <a:chOff x="4421673" y="2233518"/>
              <a:chExt cx="785812" cy="1717675"/>
            </a:xfrm>
            <a:grpFill/>
          </p:grpSpPr>
          <p:sp>
            <p:nvSpPr>
              <p:cNvPr id="328" name="Freeform 5"/>
              <p:cNvSpPr>
                <a:spLocks/>
              </p:cNvSpPr>
              <p:nvPr/>
            </p:nvSpPr>
            <p:spPr bwMode="auto">
              <a:xfrm>
                <a:off x="4683610" y="2233518"/>
                <a:ext cx="254000" cy="258763"/>
              </a:xfrm>
              <a:custGeom>
                <a:avLst/>
                <a:gdLst>
                  <a:gd name="T0" fmla="*/ 80 w 160"/>
                  <a:gd name="T1" fmla="*/ 163 h 163"/>
                  <a:gd name="T2" fmla="*/ 80 w 160"/>
                  <a:gd name="T3" fmla="*/ 163 h 163"/>
                  <a:gd name="T4" fmla="*/ 95 w 160"/>
                  <a:gd name="T5" fmla="*/ 160 h 163"/>
                  <a:gd name="T6" fmla="*/ 112 w 160"/>
                  <a:gd name="T7" fmla="*/ 155 h 163"/>
                  <a:gd name="T8" fmla="*/ 124 w 160"/>
                  <a:gd name="T9" fmla="*/ 148 h 163"/>
                  <a:gd name="T10" fmla="*/ 136 w 160"/>
                  <a:gd name="T11" fmla="*/ 138 h 163"/>
                  <a:gd name="T12" fmla="*/ 146 w 160"/>
                  <a:gd name="T13" fmla="*/ 126 h 163"/>
                  <a:gd name="T14" fmla="*/ 153 w 160"/>
                  <a:gd name="T15" fmla="*/ 112 h 163"/>
                  <a:gd name="T16" fmla="*/ 158 w 160"/>
                  <a:gd name="T17" fmla="*/ 97 h 163"/>
                  <a:gd name="T18" fmla="*/ 160 w 160"/>
                  <a:gd name="T19" fmla="*/ 80 h 163"/>
                  <a:gd name="T20" fmla="*/ 160 w 160"/>
                  <a:gd name="T21" fmla="*/ 80 h 163"/>
                  <a:gd name="T22" fmla="*/ 158 w 160"/>
                  <a:gd name="T23" fmla="*/ 66 h 163"/>
                  <a:gd name="T24" fmla="*/ 153 w 160"/>
                  <a:gd name="T25" fmla="*/ 49 h 163"/>
                  <a:gd name="T26" fmla="*/ 146 w 160"/>
                  <a:gd name="T27" fmla="*/ 36 h 163"/>
                  <a:gd name="T28" fmla="*/ 136 w 160"/>
                  <a:gd name="T29" fmla="*/ 24 h 163"/>
                  <a:gd name="T30" fmla="*/ 124 w 160"/>
                  <a:gd name="T31" fmla="*/ 15 h 163"/>
                  <a:gd name="T32" fmla="*/ 112 w 160"/>
                  <a:gd name="T33" fmla="*/ 7 h 163"/>
                  <a:gd name="T34" fmla="*/ 95 w 160"/>
                  <a:gd name="T35" fmla="*/ 2 h 163"/>
                  <a:gd name="T36" fmla="*/ 80 w 160"/>
                  <a:gd name="T37" fmla="*/ 0 h 163"/>
                  <a:gd name="T38" fmla="*/ 80 w 160"/>
                  <a:gd name="T39" fmla="*/ 0 h 163"/>
                  <a:gd name="T40" fmla="*/ 63 w 160"/>
                  <a:gd name="T41" fmla="*/ 2 h 163"/>
                  <a:gd name="T42" fmla="*/ 49 w 160"/>
                  <a:gd name="T43" fmla="*/ 7 h 163"/>
                  <a:gd name="T44" fmla="*/ 34 w 160"/>
                  <a:gd name="T45" fmla="*/ 15 h 163"/>
                  <a:gd name="T46" fmla="*/ 22 w 160"/>
                  <a:gd name="T47" fmla="*/ 24 h 163"/>
                  <a:gd name="T48" fmla="*/ 12 w 160"/>
                  <a:gd name="T49" fmla="*/ 36 h 163"/>
                  <a:gd name="T50" fmla="*/ 5 w 160"/>
                  <a:gd name="T51" fmla="*/ 49 h 163"/>
                  <a:gd name="T52" fmla="*/ 0 w 160"/>
                  <a:gd name="T53" fmla="*/ 66 h 163"/>
                  <a:gd name="T54" fmla="*/ 0 w 160"/>
                  <a:gd name="T55" fmla="*/ 80 h 163"/>
                  <a:gd name="T56" fmla="*/ 0 w 160"/>
                  <a:gd name="T57" fmla="*/ 80 h 163"/>
                  <a:gd name="T58" fmla="*/ 0 w 160"/>
                  <a:gd name="T59" fmla="*/ 97 h 163"/>
                  <a:gd name="T60" fmla="*/ 5 w 160"/>
                  <a:gd name="T61" fmla="*/ 112 h 163"/>
                  <a:gd name="T62" fmla="*/ 12 w 160"/>
                  <a:gd name="T63" fmla="*/ 126 h 163"/>
                  <a:gd name="T64" fmla="*/ 22 w 160"/>
                  <a:gd name="T65" fmla="*/ 138 h 163"/>
                  <a:gd name="T66" fmla="*/ 34 w 160"/>
                  <a:gd name="T67" fmla="*/ 148 h 163"/>
                  <a:gd name="T68" fmla="*/ 49 w 160"/>
                  <a:gd name="T69" fmla="*/ 155 h 163"/>
                  <a:gd name="T70" fmla="*/ 63 w 160"/>
                  <a:gd name="T71" fmla="*/ 160 h 163"/>
                  <a:gd name="T72" fmla="*/ 80 w 160"/>
                  <a:gd name="T73" fmla="*/ 163 h 163"/>
                  <a:gd name="T74" fmla="*/ 80 w 160"/>
                  <a:gd name="T75"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0" h="163">
                    <a:moveTo>
                      <a:pt x="80" y="163"/>
                    </a:moveTo>
                    <a:lnTo>
                      <a:pt x="80" y="163"/>
                    </a:lnTo>
                    <a:lnTo>
                      <a:pt x="95" y="160"/>
                    </a:lnTo>
                    <a:lnTo>
                      <a:pt x="112" y="155"/>
                    </a:lnTo>
                    <a:lnTo>
                      <a:pt x="124" y="148"/>
                    </a:lnTo>
                    <a:lnTo>
                      <a:pt x="136" y="138"/>
                    </a:lnTo>
                    <a:lnTo>
                      <a:pt x="146" y="126"/>
                    </a:lnTo>
                    <a:lnTo>
                      <a:pt x="153" y="112"/>
                    </a:lnTo>
                    <a:lnTo>
                      <a:pt x="158" y="97"/>
                    </a:lnTo>
                    <a:lnTo>
                      <a:pt x="160" y="80"/>
                    </a:lnTo>
                    <a:lnTo>
                      <a:pt x="160" y="80"/>
                    </a:lnTo>
                    <a:lnTo>
                      <a:pt x="158" y="66"/>
                    </a:lnTo>
                    <a:lnTo>
                      <a:pt x="153" y="49"/>
                    </a:lnTo>
                    <a:lnTo>
                      <a:pt x="146" y="36"/>
                    </a:lnTo>
                    <a:lnTo>
                      <a:pt x="136" y="24"/>
                    </a:lnTo>
                    <a:lnTo>
                      <a:pt x="124" y="15"/>
                    </a:lnTo>
                    <a:lnTo>
                      <a:pt x="112" y="7"/>
                    </a:lnTo>
                    <a:lnTo>
                      <a:pt x="95" y="2"/>
                    </a:lnTo>
                    <a:lnTo>
                      <a:pt x="80" y="0"/>
                    </a:lnTo>
                    <a:lnTo>
                      <a:pt x="80" y="0"/>
                    </a:lnTo>
                    <a:lnTo>
                      <a:pt x="63" y="2"/>
                    </a:lnTo>
                    <a:lnTo>
                      <a:pt x="49" y="7"/>
                    </a:lnTo>
                    <a:lnTo>
                      <a:pt x="34" y="15"/>
                    </a:lnTo>
                    <a:lnTo>
                      <a:pt x="22" y="24"/>
                    </a:lnTo>
                    <a:lnTo>
                      <a:pt x="12" y="36"/>
                    </a:lnTo>
                    <a:lnTo>
                      <a:pt x="5" y="49"/>
                    </a:lnTo>
                    <a:lnTo>
                      <a:pt x="0" y="66"/>
                    </a:lnTo>
                    <a:lnTo>
                      <a:pt x="0" y="80"/>
                    </a:lnTo>
                    <a:lnTo>
                      <a:pt x="0" y="80"/>
                    </a:lnTo>
                    <a:lnTo>
                      <a:pt x="0" y="97"/>
                    </a:lnTo>
                    <a:lnTo>
                      <a:pt x="5" y="112"/>
                    </a:lnTo>
                    <a:lnTo>
                      <a:pt x="12" y="126"/>
                    </a:lnTo>
                    <a:lnTo>
                      <a:pt x="22" y="138"/>
                    </a:lnTo>
                    <a:lnTo>
                      <a:pt x="34" y="148"/>
                    </a:lnTo>
                    <a:lnTo>
                      <a:pt x="49" y="155"/>
                    </a:lnTo>
                    <a:lnTo>
                      <a:pt x="63" y="160"/>
                    </a:lnTo>
                    <a:lnTo>
                      <a:pt x="80" y="163"/>
                    </a:lnTo>
                    <a:lnTo>
                      <a:pt x="80" y="1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9" name="Freeform 6"/>
              <p:cNvSpPr>
                <a:spLocks/>
              </p:cNvSpPr>
              <p:nvPr/>
            </p:nvSpPr>
            <p:spPr bwMode="auto">
              <a:xfrm>
                <a:off x="4421673" y="2541493"/>
                <a:ext cx="785812" cy="1409700"/>
              </a:xfrm>
              <a:custGeom>
                <a:avLst/>
                <a:gdLst>
                  <a:gd name="T0" fmla="*/ 403 w 495"/>
                  <a:gd name="T1" fmla="*/ 53 h 888"/>
                  <a:gd name="T2" fmla="*/ 400 w 495"/>
                  <a:gd name="T3" fmla="*/ 41 h 888"/>
                  <a:gd name="T4" fmla="*/ 391 w 495"/>
                  <a:gd name="T5" fmla="*/ 22 h 888"/>
                  <a:gd name="T6" fmla="*/ 376 w 495"/>
                  <a:gd name="T7" fmla="*/ 10 h 888"/>
                  <a:gd name="T8" fmla="*/ 357 w 495"/>
                  <a:gd name="T9" fmla="*/ 0 h 888"/>
                  <a:gd name="T10" fmla="*/ 146 w 495"/>
                  <a:gd name="T11" fmla="*/ 0 h 888"/>
                  <a:gd name="T12" fmla="*/ 131 w 495"/>
                  <a:gd name="T13" fmla="*/ 3 h 888"/>
                  <a:gd name="T14" fmla="*/ 104 w 495"/>
                  <a:gd name="T15" fmla="*/ 17 h 888"/>
                  <a:gd name="T16" fmla="*/ 97 w 495"/>
                  <a:gd name="T17" fmla="*/ 27 h 888"/>
                  <a:gd name="T18" fmla="*/ 90 w 495"/>
                  <a:gd name="T19" fmla="*/ 39 h 888"/>
                  <a:gd name="T20" fmla="*/ 90 w 495"/>
                  <a:gd name="T21" fmla="*/ 44 h 888"/>
                  <a:gd name="T22" fmla="*/ 0 w 495"/>
                  <a:gd name="T23" fmla="*/ 328 h 888"/>
                  <a:gd name="T24" fmla="*/ 0 w 495"/>
                  <a:gd name="T25" fmla="*/ 342 h 888"/>
                  <a:gd name="T26" fmla="*/ 12 w 495"/>
                  <a:gd name="T27" fmla="*/ 366 h 888"/>
                  <a:gd name="T28" fmla="*/ 24 w 495"/>
                  <a:gd name="T29" fmla="*/ 374 h 888"/>
                  <a:gd name="T30" fmla="*/ 32 w 495"/>
                  <a:gd name="T31" fmla="*/ 374 h 888"/>
                  <a:gd name="T32" fmla="*/ 51 w 495"/>
                  <a:gd name="T33" fmla="*/ 371 h 888"/>
                  <a:gd name="T34" fmla="*/ 66 w 495"/>
                  <a:gd name="T35" fmla="*/ 357 h 888"/>
                  <a:gd name="T36" fmla="*/ 138 w 495"/>
                  <a:gd name="T37" fmla="*/ 124 h 888"/>
                  <a:gd name="T38" fmla="*/ 146 w 495"/>
                  <a:gd name="T39" fmla="*/ 124 h 888"/>
                  <a:gd name="T40" fmla="*/ 46 w 495"/>
                  <a:gd name="T41" fmla="*/ 527 h 888"/>
                  <a:gd name="T42" fmla="*/ 155 w 495"/>
                  <a:gd name="T43" fmla="*/ 847 h 888"/>
                  <a:gd name="T44" fmla="*/ 155 w 495"/>
                  <a:gd name="T45" fmla="*/ 854 h 888"/>
                  <a:gd name="T46" fmla="*/ 160 w 495"/>
                  <a:gd name="T47" fmla="*/ 869 h 888"/>
                  <a:gd name="T48" fmla="*/ 172 w 495"/>
                  <a:gd name="T49" fmla="*/ 881 h 888"/>
                  <a:gd name="T50" fmla="*/ 187 w 495"/>
                  <a:gd name="T51" fmla="*/ 886 h 888"/>
                  <a:gd name="T52" fmla="*/ 194 w 495"/>
                  <a:gd name="T53" fmla="*/ 888 h 888"/>
                  <a:gd name="T54" fmla="*/ 211 w 495"/>
                  <a:gd name="T55" fmla="*/ 883 h 888"/>
                  <a:gd name="T56" fmla="*/ 223 w 495"/>
                  <a:gd name="T57" fmla="*/ 876 h 888"/>
                  <a:gd name="T58" fmla="*/ 233 w 495"/>
                  <a:gd name="T59" fmla="*/ 861 h 888"/>
                  <a:gd name="T60" fmla="*/ 235 w 495"/>
                  <a:gd name="T61" fmla="*/ 847 h 888"/>
                  <a:gd name="T62" fmla="*/ 260 w 495"/>
                  <a:gd name="T63" fmla="*/ 527 h 888"/>
                  <a:gd name="T64" fmla="*/ 260 w 495"/>
                  <a:gd name="T65" fmla="*/ 847 h 888"/>
                  <a:gd name="T66" fmla="*/ 264 w 495"/>
                  <a:gd name="T67" fmla="*/ 861 h 888"/>
                  <a:gd name="T68" fmla="*/ 272 w 495"/>
                  <a:gd name="T69" fmla="*/ 876 h 888"/>
                  <a:gd name="T70" fmla="*/ 286 w 495"/>
                  <a:gd name="T71" fmla="*/ 883 h 888"/>
                  <a:gd name="T72" fmla="*/ 301 w 495"/>
                  <a:gd name="T73" fmla="*/ 888 h 888"/>
                  <a:gd name="T74" fmla="*/ 311 w 495"/>
                  <a:gd name="T75" fmla="*/ 886 h 888"/>
                  <a:gd name="T76" fmla="*/ 325 w 495"/>
                  <a:gd name="T77" fmla="*/ 881 h 888"/>
                  <a:gd name="T78" fmla="*/ 335 w 495"/>
                  <a:gd name="T79" fmla="*/ 869 h 888"/>
                  <a:gd name="T80" fmla="*/ 342 w 495"/>
                  <a:gd name="T81" fmla="*/ 854 h 888"/>
                  <a:gd name="T82" fmla="*/ 342 w 495"/>
                  <a:gd name="T83" fmla="*/ 527 h 888"/>
                  <a:gd name="T84" fmla="*/ 340 w 495"/>
                  <a:gd name="T85" fmla="*/ 124 h 888"/>
                  <a:gd name="T86" fmla="*/ 345 w 495"/>
                  <a:gd name="T87" fmla="*/ 124 h 888"/>
                  <a:gd name="T88" fmla="*/ 427 w 495"/>
                  <a:gd name="T89" fmla="*/ 349 h 888"/>
                  <a:gd name="T90" fmla="*/ 429 w 495"/>
                  <a:gd name="T91" fmla="*/ 357 h 888"/>
                  <a:gd name="T92" fmla="*/ 444 w 495"/>
                  <a:gd name="T93" fmla="*/ 371 h 888"/>
                  <a:gd name="T94" fmla="*/ 463 w 495"/>
                  <a:gd name="T95" fmla="*/ 374 h 888"/>
                  <a:gd name="T96" fmla="*/ 471 w 495"/>
                  <a:gd name="T97" fmla="*/ 371 h 888"/>
                  <a:gd name="T98" fmla="*/ 483 w 495"/>
                  <a:gd name="T99" fmla="*/ 364 h 888"/>
                  <a:gd name="T100" fmla="*/ 495 w 495"/>
                  <a:gd name="T101" fmla="*/ 340 h 888"/>
                  <a:gd name="T102" fmla="*/ 495 w 495"/>
                  <a:gd name="T103" fmla="*/ 328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95" h="888">
                    <a:moveTo>
                      <a:pt x="495" y="328"/>
                    </a:moveTo>
                    <a:lnTo>
                      <a:pt x="403" y="53"/>
                    </a:lnTo>
                    <a:lnTo>
                      <a:pt x="403" y="53"/>
                    </a:lnTo>
                    <a:lnTo>
                      <a:pt x="400" y="41"/>
                    </a:lnTo>
                    <a:lnTo>
                      <a:pt x="398" y="32"/>
                    </a:lnTo>
                    <a:lnTo>
                      <a:pt x="391" y="22"/>
                    </a:lnTo>
                    <a:lnTo>
                      <a:pt x="386" y="15"/>
                    </a:lnTo>
                    <a:lnTo>
                      <a:pt x="376" y="10"/>
                    </a:lnTo>
                    <a:lnTo>
                      <a:pt x="366" y="5"/>
                    </a:lnTo>
                    <a:lnTo>
                      <a:pt x="357" y="0"/>
                    </a:lnTo>
                    <a:lnTo>
                      <a:pt x="345" y="0"/>
                    </a:lnTo>
                    <a:lnTo>
                      <a:pt x="146" y="0"/>
                    </a:lnTo>
                    <a:lnTo>
                      <a:pt x="146" y="0"/>
                    </a:lnTo>
                    <a:lnTo>
                      <a:pt x="131" y="3"/>
                    </a:lnTo>
                    <a:lnTo>
                      <a:pt x="116" y="7"/>
                    </a:lnTo>
                    <a:lnTo>
                      <a:pt x="104" y="17"/>
                    </a:lnTo>
                    <a:lnTo>
                      <a:pt x="97" y="27"/>
                    </a:lnTo>
                    <a:lnTo>
                      <a:pt x="97" y="27"/>
                    </a:lnTo>
                    <a:lnTo>
                      <a:pt x="92" y="39"/>
                    </a:lnTo>
                    <a:lnTo>
                      <a:pt x="90" y="39"/>
                    </a:lnTo>
                    <a:lnTo>
                      <a:pt x="90" y="39"/>
                    </a:lnTo>
                    <a:lnTo>
                      <a:pt x="90" y="44"/>
                    </a:lnTo>
                    <a:lnTo>
                      <a:pt x="0" y="328"/>
                    </a:lnTo>
                    <a:lnTo>
                      <a:pt x="0" y="328"/>
                    </a:lnTo>
                    <a:lnTo>
                      <a:pt x="0" y="335"/>
                    </a:lnTo>
                    <a:lnTo>
                      <a:pt x="0" y="342"/>
                    </a:lnTo>
                    <a:lnTo>
                      <a:pt x="2" y="354"/>
                    </a:lnTo>
                    <a:lnTo>
                      <a:pt x="12" y="366"/>
                    </a:lnTo>
                    <a:lnTo>
                      <a:pt x="17" y="371"/>
                    </a:lnTo>
                    <a:lnTo>
                      <a:pt x="24" y="374"/>
                    </a:lnTo>
                    <a:lnTo>
                      <a:pt x="24" y="374"/>
                    </a:lnTo>
                    <a:lnTo>
                      <a:pt x="32" y="374"/>
                    </a:lnTo>
                    <a:lnTo>
                      <a:pt x="39" y="374"/>
                    </a:lnTo>
                    <a:lnTo>
                      <a:pt x="51" y="371"/>
                    </a:lnTo>
                    <a:lnTo>
                      <a:pt x="61" y="362"/>
                    </a:lnTo>
                    <a:lnTo>
                      <a:pt x="66" y="357"/>
                    </a:lnTo>
                    <a:lnTo>
                      <a:pt x="68" y="349"/>
                    </a:lnTo>
                    <a:lnTo>
                      <a:pt x="138" y="124"/>
                    </a:lnTo>
                    <a:lnTo>
                      <a:pt x="138" y="124"/>
                    </a:lnTo>
                    <a:lnTo>
                      <a:pt x="146" y="124"/>
                    </a:lnTo>
                    <a:lnTo>
                      <a:pt x="153" y="124"/>
                    </a:lnTo>
                    <a:lnTo>
                      <a:pt x="46" y="527"/>
                    </a:lnTo>
                    <a:lnTo>
                      <a:pt x="155" y="527"/>
                    </a:lnTo>
                    <a:lnTo>
                      <a:pt x="155" y="847"/>
                    </a:lnTo>
                    <a:lnTo>
                      <a:pt x="155" y="847"/>
                    </a:lnTo>
                    <a:lnTo>
                      <a:pt x="155" y="854"/>
                    </a:lnTo>
                    <a:lnTo>
                      <a:pt x="158" y="861"/>
                    </a:lnTo>
                    <a:lnTo>
                      <a:pt x="160" y="869"/>
                    </a:lnTo>
                    <a:lnTo>
                      <a:pt x="167" y="876"/>
                    </a:lnTo>
                    <a:lnTo>
                      <a:pt x="172" y="881"/>
                    </a:lnTo>
                    <a:lnTo>
                      <a:pt x="180" y="883"/>
                    </a:lnTo>
                    <a:lnTo>
                      <a:pt x="187" y="886"/>
                    </a:lnTo>
                    <a:lnTo>
                      <a:pt x="194" y="888"/>
                    </a:lnTo>
                    <a:lnTo>
                      <a:pt x="194" y="888"/>
                    </a:lnTo>
                    <a:lnTo>
                      <a:pt x="204" y="886"/>
                    </a:lnTo>
                    <a:lnTo>
                      <a:pt x="211" y="883"/>
                    </a:lnTo>
                    <a:lnTo>
                      <a:pt x="218" y="881"/>
                    </a:lnTo>
                    <a:lnTo>
                      <a:pt x="223" y="876"/>
                    </a:lnTo>
                    <a:lnTo>
                      <a:pt x="231" y="869"/>
                    </a:lnTo>
                    <a:lnTo>
                      <a:pt x="233" y="861"/>
                    </a:lnTo>
                    <a:lnTo>
                      <a:pt x="235" y="854"/>
                    </a:lnTo>
                    <a:lnTo>
                      <a:pt x="235" y="847"/>
                    </a:lnTo>
                    <a:lnTo>
                      <a:pt x="235" y="527"/>
                    </a:lnTo>
                    <a:lnTo>
                      <a:pt x="260" y="527"/>
                    </a:lnTo>
                    <a:lnTo>
                      <a:pt x="260" y="847"/>
                    </a:lnTo>
                    <a:lnTo>
                      <a:pt x="260" y="847"/>
                    </a:lnTo>
                    <a:lnTo>
                      <a:pt x="262" y="854"/>
                    </a:lnTo>
                    <a:lnTo>
                      <a:pt x="264" y="861"/>
                    </a:lnTo>
                    <a:lnTo>
                      <a:pt x="267" y="869"/>
                    </a:lnTo>
                    <a:lnTo>
                      <a:pt x="272" y="876"/>
                    </a:lnTo>
                    <a:lnTo>
                      <a:pt x="279" y="881"/>
                    </a:lnTo>
                    <a:lnTo>
                      <a:pt x="286" y="883"/>
                    </a:lnTo>
                    <a:lnTo>
                      <a:pt x="294" y="886"/>
                    </a:lnTo>
                    <a:lnTo>
                      <a:pt x="301" y="888"/>
                    </a:lnTo>
                    <a:lnTo>
                      <a:pt x="301" y="888"/>
                    </a:lnTo>
                    <a:lnTo>
                      <a:pt x="311" y="886"/>
                    </a:lnTo>
                    <a:lnTo>
                      <a:pt x="318" y="883"/>
                    </a:lnTo>
                    <a:lnTo>
                      <a:pt x="325" y="881"/>
                    </a:lnTo>
                    <a:lnTo>
                      <a:pt x="330" y="876"/>
                    </a:lnTo>
                    <a:lnTo>
                      <a:pt x="335" y="869"/>
                    </a:lnTo>
                    <a:lnTo>
                      <a:pt x="340" y="861"/>
                    </a:lnTo>
                    <a:lnTo>
                      <a:pt x="342" y="854"/>
                    </a:lnTo>
                    <a:lnTo>
                      <a:pt x="342" y="847"/>
                    </a:lnTo>
                    <a:lnTo>
                      <a:pt x="342" y="527"/>
                    </a:lnTo>
                    <a:lnTo>
                      <a:pt x="451" y="527"/>
                    </a:lnTo>
                    <a:lnTo>
                      <a:pt x="340" y="124"/>
                    </a:lnTo>
                    <a:lnTo>
                      <a:pt x="345" y="124"/>
                    </a:lnTo>
                    <a:lnTo>
                      <a:pt x="345" y="124"/>
                    </a:lnTo>
                    <a:lnTo>
                      <a:pt x="352" y="124"/>
                    </a:lnTo>
                    <a:lnTo>
                      <a:pt x="427" y="349"/>
                    </a:lnTo>
                    <a:lnTo>
                      <a:pt x="427" y="349"/>
                    </a:lnTo>
                    <a:lnTo>
                      <a:pt x="429" y="357"/>
                    </a:lnTo>
                    <a:lnTo>
                      <a:pt x="434" y="362"/>
                    </a:lnTo>
                    <a:lnTo>
                      <a:pt x="444" y="371"/>
                    </a:lnTo>
                    <a:lnTo>
                      <a:pt x="459" y="374"/>
                    </a:lnTo>
                    <a:lnTo>
                      <a:pt x="463" y="374"/>
                    </a:lnTo>
                    <a:lnTo>
                      <a:pt x="471" y="371"/>
                    </a:lnTo>
                    <a:lnTo>
                      <a:pt x="471" y="371"/>
                    </a:lnTo>
                    <a:lnTo>
                      <a:pt x="478" y="369"/>
                    </a:lnTo>
                    <a:lnTo>
                      <a:pt x="483" y="364"/>
                    </a:lnTo>
                    <a:lnTo>
                      <a:pt x="493" y="354"/>
                    </a:lnTo>
                    <a:lnTo>
                      <a:pt x="495" y="340"/>
                    </a:lnTo>
                    <a:lnTo>
                      <a:pt x="495" y="332"/>
                    </a:lnTo>
                    <a:lnTo>
                      <a:pt x="495" y="328"/>
                    </a:lnTo>
                    <a:lnTo>
                      <a:pt x="495" y="3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98" name="组合 297"/>
            <p:cNvGrpSpPr/>
            <p:nvPr/>
          </p:nvGrpSpPr>
          <p:grpSpPr>
            <a:xfrm>
              <a:off x="4818611" y="3440527"/>
              <a:ext cx="294343" cy="643391"/>
              <a:chOff x="4421673" y="2233518"/>
              <a:chExt cx="785812" cy="1717675"/>
            </a:xfrm>
            <a:grpFill/>
          </p:grpSpPr>
          <p:sp>
            <p:nvSpPr>
              <p:cNvPr id="326" name="Freeform 5"/>
              <p:cNvSpPr>
                <a:spLocks/>
              </p:cNvSpPr>
              <p:nvPr/>
            </p:nvSpPr>
            <p:spPr bwMode="auto">
              <a:xfrm>
                <a:off x="4683610" y="2233518"/>
                <a:ext cx="254000" cy="258763"/>
              </a:xfrm>
              <a:custGeom>
                <a:avLst/>
                <a:gdLst>
                  <a:gd name="T0" fmla="*/ 80 w 160"/>
                  <a:gd name="T1" fmla="*/ 163 h 163"/>
                  <a:gd name="T2" fmla="*/ 80 w 160"/>
                  <a:gd name="T3" fmla="*/ 163 h 163"/>
                  <a:gd name="T4" fmla="*/ 95 w 160"/>
                  <a:gd name="T5" fmla="*/ 160 h 163"/>
                  <a:gd name="T6" fmla="*/ 112 w 160"/>
                  <a:gd name="T7" fmla="*/ 155 h 163"/>
                  <a:gd name="T8" fmla="*/ 124 w 160"/>
                  <a:gd name="T9" fmla="*/ 148 h 163"/>
                  <a:gd name="T10" fmla="*/ 136 w 160"/>
                  <a:gd name="T11" fmla="*/ 138 h 163"/>
                  <a:gd name="T12" fmla="*/ 146 w 160"/>
                  <a:gd name="T13" fmla="*/ 126 h 163"/>
                  <a:gd name="T14" fmla="*/ 153 w 160"/>
                  <a:gd name="T15" fmla="*/ 112 h 163"/>
                  <a:gd name="T16" fmla="*/ 158 w 160"/>
                  <a:gd name="T17" fmla="*/ 97 h 163"/>
                  <a:gd name="T18" fmla="*/ 160 w 160"/>
                  <a:gd name="T19" fmla="*/ 80 h 163"/>
                  <a:gd name="T20" fmla="*/ 160 w 160"/>
                  <a:gd name="T21" fmla="*/ 80 h 163"/>
                  <a:gd name="T22" fmla="*/ 158 w 160"/>
                  <a:gd name="T23" fmla="*/ 66 h 163"/>
                  <a:gd name="T24" fmla="*/ 153 w 160"/>
                  <a:gd name="T25" fmla="*/ 49 h 163"/>
                  <a:gd name="T26" fmla="*/ 146 w 160"/>
                  <a:gd name="T27" fmla="*/ 36 h 163"/>
                  <a:gd name="T28" fmla="*/ 136 w 160"/>
                  <a:gd name="T29" fmla="*/ 24 h 163"/>
                  <a:gd name="T30" fmla="*/ 124 w 160"/>
                  <a:gd name="T31" fmla="*/ 15 h 163"/>
                  <a:gd name="T32" fmla="*/ 112 w 160"/>
                  <a:gd name="T33" fmla="*/ 7 h 163"/>
                  <a:gd name="T34" fmla="*/ 95 w 160"/>
                  <a:gd name="T35" fmla="*/ 2 h 163"/>
                  <a:gd name="T36" fmla="*/ 80 w 160"/>
                  <a:gd name="T37" fmla="*/ 0 h 163"/>
                  <a:gd name="T38" fmla="*/ 80 w 160"/>
                  <a:gd name="T39" fmla="*/ 0 h 163"/>
                  <a:gd name="T40" fmla="*/ 63 w 160"/>
                  <a:gd name="T41" fmla="*/ 2 h 163"/>
                  <a:gd name="T42" fmla="*/ 49 w 160"/>
                  <a:gd name="T43" fmla="*/ 7 h 163"/>
                  <a:gd name="T44" fmla="*/ 34 w 160"/>
                  <a:gd name="T45" fmla="*/ 15 h 163"/>
                  <a:gd name="T46" fmla="*/ 22 w 160"/>
                  <a:gd name="T47" fmla="*/ 24 h 163"/>
                  <a:gd name="T48" fmla="*/ 12 w 160"/>
                  <a:gd name="T49" fmla="*/ 36 h 163"/>
                  <a:gd name="T50" fmla="*/ 5 w 160"/>
                  <a:gd name="T51" fmla="*/ 49 h 163"/>
                  <a:gd name="T52" fmla="*/ 0 w 160"/>
                  <a:gd name="T53" fmla="*/ 66 h 163"/>
                  <a:gd name="T54" fmla="*/ 0 w 160"/>
                  <a:gd name="T55" fmla="*/ 80 h 163"/>
                  <a:gd name="T56" fmla="*/ 0 w 160"/>
                  <a:gd name="T57" fmla="*/ 80 h 163"/>
                  <a:gd name="T58" fmla="*/ 0 w 160"/>
                  <a:gd name="T59" fmla="*/ 97 h 163"/>
                  <a:gd name="T60" fmla="*/ 5 w 160"/>
                  <a:gd name="T61" fmla="*/ 112 h 163"/>
                  <a:gd name="T62" fmla="*/ 12 w 160"/>
                  <a:gd name="T63" fmla="*/ 126 h 163"/>
                  <a:gd name="T64" fmla="*/ 22 w 160"/>
                  <a:gd name="T65" fmla="*/ 138 h 163"/>
                  <a:gd name="T66" fmla="*/ 34 w 160"/>
                  <a:gd name="T67" fmla="*/ 148 h 163"/>
                  <a:gd name="T68" fmla="*/ 49 w 160"/>
                  <a:gd name="T69" fmla="*/ 155 h 163"/>
                  <a:gd name="T70" fmla="*/ 63 w 160"/>
                  <a:gd name="T71" fmla="*/ 160 h 163"/>
                  <a:gd name="T72" fmla="*/ 80 w 160"/>
                  <a:gd name="T73" fmla="*/ 163 h 163"/>
                  <a:gd name="T74" fmla="*/ 80 w 160"/>
                  <a:gd name="T75"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0" h="163">
                    <a:moveTo>
                      <a:pt x="80" y="163"/>
                    </a:moveTo>
                    <a:lnTo>
                      <a:pt x="80" y="163"/>
                    </a:lnTo>
                    <a:lnTo>
                      <a:pt x="95" y="160"/>
                    </a:lnTo>
                    <a:lnTo>
                      <a:pt x="112" y="155"/>
                    </a:lnTo>
                    <a:lnTo>
                      <a:pt x="124" y="148"/>
                    </a:lnTo>
                    <a:lnTo>
                      <a:pt x="136" y="138"/>
                    </a:lnTo>
                    <a:lnTo>
                      <a:pt x="146" y="126"/>
                    </a:lnTo>
                    <a:lnTo>
                      <a:pt x="153" y="112"/>
                    </a:lnTo>
                    <a:lnTo>
                      <a:pt x="158" y="97"/>
                    </a:lnTo>
                    <a:lnTo>
                      <a:pt x="160" y="80"/>
                    </a:lnTo>
                    <a:lnTo>
                      <a:pt x="160" y="80"/>
                    </a:lnTo>
                    <a:lnTo>
                      <a:pt x="158" y="66"/>
                    </a:lnTo>
                    <a:lnTo>
                      <a:pt x="153" y="49"/>
                    </a:lnTo>
                    <a:lnTo>
                      <a:pt x="146" y="36"/>
                    </a:lnTo>
                    <a:lnTo>
                      <a:pt x="136" y="24"/>
                    </a:lnTo>
                    <a:lnTo>
                      <a:pt x="124" y="15"/>
                    </a:lnTo>
                    <a:lnTo>
                      <a:pt x="112" y="7"/>
                    </a:lnTo>
                    <a:lnTo>
                      <a:pt x="95" y="2"/>
                    </a:lnTo>
                    <a:lnTo>
                      <a:pt x="80" y="0"/>
                    </a:lnTo>
                    <a:lnTo>
                      <a:pt x="80" y="0"/>
                    </a:lnTo>
                    <a:lnTo>
                      <a:pt x="63" y="2"/>
                    </a:lnTo>
                    <a:lnTo>
                      <a:pt x="49" y="7"/>
                    </a:lnTo>
                    <a:lnTo>
                      <a:pt x="34" y="15"/>
                    </a:lnTo>
                    <a:lnTo>
                      <a:pt x="22" y="24"/>
                    </a:lnTo>
                    <a:lnTo>
                      <a:pt x="12" y="36"/>
                    </a:lnTo>
                    <a:lnTo>
                      <a:pt x="5" y="49"/>
                    </a:lnTo>
                    <a:lnTo>
                      <a:pt x="0" y="66"/>
                    </a:lnTo>
                    <a:lnTo>
                      <a:pt x="0" y="80"/>
                    </a:lnTo>
                    <a:lnTo>
                      <a:pt x="0" y="80"/>
                    </a:lnTo>
                    <a:lnTo>
                      <a:pt x="0" y="97"/>
                    </a:lnTo>
                    <a:lnTo>
                      <a:pt x="5" y="112"/>
                    </a:lnTo>
                    <a:lnTo>
                      <a:pt x="12" y="126"/>
                    </a:lnTo>
                    <a:lnTo>
                      <a:pt x="22" y="138"/>
                    </a:lnTo>
                    <a:lnTo>
                      <a:pt x="34" y="148"/>
                    </a:lnTo>
                    <a:lnTo>
                      <a:pt x="49" y="155"/>
                    </a:lnTo>
                    <a:lnTo>
                      <a:pt x="63" y="160"/>
                    </a:lnTo>
                    <a:lnTo>
                      <a:pt x="80" y="163"/>
                    </a:lnTo>
                    <a:lnTo>
                      <a:pt x="80" y="1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7" name="Freeform 6"/>
              <p:cNvSpPr>
                <a:spLocks/>
              </p:cNvSpPr>
              <p:nvPr/>
            </p:nvSpPr>
            <p:spPr bwMode="auto">
              <a:xfrm>
                <a:off x="4421673" y="2541493"/>
                <a:ext cx="785812" cy="1409700"/>
              </a:xfrm>
              <a:custGeom>
                <a:avLst/>
                <a:gdLst>
                  <a:gd name="T0" fmla="*/ 403 w 495"/>
                  <a:gd name="T1" fmla="*/ 53 h 888"/>
                  <a:gd name="T2" fmla="*/ 400 w 495"/>
                  <a:gd name="T3" fmla="*/ 41 h 888"/>
                  <a:gd name="T4" fmla="*/ 391 w 495"/>
                  <a:gd name="T5" fmla="*/ 22 h 888"/>
                  <a:gd name="T6" fmla="*/ 376 w 495"/>
                  <a:gd name="T7" fmla="*/ 10 h 888"/>
                  <a:gd name="T8" fmla="*/ 357 w 495"/>
                  <a:gd name="T9" fmla="*/ 0 h 888"/>
                  <a:gd name="T10" fmla="*/ 146 w 495"/>
                  <a:gd name="T11" fmla="*/ 0 h 888"/>
                  <a:gd name="T12" fmla="*/ 131 w 495"/>
                  <a:gd name="T13" fmla="*/ 3 h 888"/>
                  <a:gd name="T14" fmla="*/ 104 w 495"/>
                  <a:gd name="T15" fmla="*/ 17 h 888"/>
                  <a:gd name="T16" fmla="*/ 97 w 495"/>
                  <a:gd name="T17" fmla="*/ 27 h 888"/>
                  <a:gd name="T18" fmla="*/ 90 w 495"/>
                  <a:gd name="T19" fmla="*/ 39 h 888"/>
                  <a:gd name="T20" fmla="*/ 90 w 495"/>
                  <a:gd name="T21" fmla="*/ 44 h 888"/>
                  <a:gd name="T22" fmla="*/ 0 w 495"/>
                  <a:gd name="T23" fmla="*/ 328 h 888"/>
                  <a:gd name="T24" fmla="*/ 0 w 495"/>
                  <a:gd name="T25" fmla="*/ 342 h 888"/>
                  <a:gd name="T26" fmla="*/ 12 w 495"/>
                  <a:gd name="T27" fmla="*/ 366 h 888"/>
                  <a:gd name="T28" fmla="*/ 24 w 495"/>
                  <a:gd name="T29" fmla="*/ 374 h 888"/>
                  <a:gd name="T30" fmla="*/ 32 w 495"/>
                  <a:gd name="T31" fmla="*/ 374 h 888"/>
                  <a:gd name="T32" fmla="*/ 51 w 495"/>
                  <a:gd name="T33" fmla="*/ 371 h 888"/>
                  <a:gd name="T34" fmla="*/ 66 w 495"/>
                  <a:gd name="T35" fmla="*/ 357 h 888"/>
                  <a:gd name="T36" fmla="*/ 138 w 495"/>
                  <a:gd name="T37" fmla="*/ 124 h 888"/>
                  <a:gd name="T38" fmla="*/ 146 w 495"/>
                  <a:gd name="T39" fmla="*/ 124 h 888"/>
                  <a:gd name="T40" fmla="*/ 46 w 495"/>
                  <a:gd name="T41" fmla="*/ 527 h 888"/>
                  <a:gd name="T42" fmla="*/ 155 w 495"/>
                  <a:gd name="T43" fmla="*/ 847 h 888"/>
                  <a:gd name="T44" fmla="*/ 155 w 495"/>
                  <a:gd name="T45" fmla="*/ 854 h 888"/>
                  <a:gd name="T46" fmla="*/ 160 w 495"/>
                  <a:gd name="T47" fmla="*/ 869 h 888"/>
                  <a:gd name="T48" fmla="*/ 172 w 495"/>
                  <a:gd name="T49" fmla="*/ 881 h 888"/>
                  <a:gd name="T50" fmla="*/ 187 w 495"/>
                  <a:gd name="T51" fmla="*/ 886 h 888"/>
                  <a:gd name="T52" fmla="*/ 194 w 495"/>
                  <a:gd name="T53" fmla="*/ 888 h 888"/>
                  <a:gd name="T54" fmla="*/ 211 w 495"/>
                  <a:gd name="T55" fmla="*/ 883 h 888"/>
                  <a:gd name="T56" fmla="*/ 223 w 495"/>
                  <a:gd name="T57" fmla="*/ 876 h 888"/>
                  <a:gd name="T58" fmla="*/ 233 w 495"/>
                  <a:gd name="T59" fmla="*/ 861 h 888"/>
                  <a:gd name="T60" fmla="*/ 235 w 495"/>
                  <a:gd name="T61" fmla="*/ 847 h 888"/>
                  <a:gd name="T62" fmla="*/ 260 w 495"/>
                  <a:gd name="T63" fmla="*/ 527 h 888"/>
                  <a:gd name="T64" fmla="*/ 260 w 495"/>
                  <a:gd name="T65" fmla="*/ 847 h 888"/>
                  <a:gd name="T66" fmla="*/ 264 w 495"/>
                  <a:gd name="T67" fmla="*/ 861 h 888"/>
                  <a:gd name="T68" fmla="*/ 272 w 495"/>
                  <a:gd name="T69" fmla="*/ 876 h 888"/>
                  <a:gd name="T70" fmla="*/ 286 w 495"/>
                  <a:gd name="T71" fmla="*/ 883 h 888"/>
                  <a:gd name="T72" fmla="*/ 301 w 495"/>
                  <a:gd name="T73" fmla="*/ 888 h 888"/>
                  <a:gd name="T74" fmla="*/ 311 w 495"/>
                  <a:gd name="T75" fmla="*/ 886 h 888"/>
                  <a:gd name="T76" fmla="*/ 325 w 495"/>
                  <a:gd name="T77" fmla="*/ 881 h 888"/>
                  <a:gd name="T78" fmla="*/ 335 w 495"/>
                  <a:gd name="T79" fmla="*/ 869 h 888"/>
                  <a:gd name="T80" fmla="*/ 342 w 495"/>
                  <a:gd name="T81" fmla="*/ 854 h 888"/>
                  <a:gd name="T82" fmla="*/ 342 w 495"/>
                  <a:gd name="T83" fmla="*/ 527 h 888"/>
                  <a:gd name="T84" fmla="*/ 340 w 495"/>
                  <a:gd name="T85" fmla="*/ 124 h 888"/>
                  <a:gd name="T86" fmla="*/ 345 w 495"/>
                  <a:gd name="T87" fmla="*/ 124 h 888"/>
                  <a:gd name="T88" fmla="*/ 427 w 495"/>
                  <a:gd name="T89" fmla="*/ 349 h 888"/>
                  <a:gd name="T90" fmla="*/ 429 w 495"/>
                  <a:gd name="T91" fmla="*/ 357 h 888"/>
                  <a:gd name="T92" fmla="*/ 444 w 495"/>
                  <a:gd name="T93" fmla="*/ 371 h 888"/>
                  <a:gd name="T94" fmla="*/ 463 w 495"/>
                  <a:gd name="T95" fmla="*/ 374 h 888"/>
                  <a:gd name="T96" fmla="*/ 471 w 495"/>
                  <a:gd name="T97" fmla="*/ 371 h 888"/>
                  <a:gd name="T98" fmla="*/ 483 w 495"/>
                  <a:gd name="T99" fmla="*/ 364 h 888"/>
                  <a:gd name="T100" fmla="*/ 495 w 495"/>
                  <a:gd name="T101" fmla="*/ 340 h 888"/>
                  <a:gd name="T102" fmla="*/ 495 w 495"/>
                  <a:gd name="T103" fmla="*/ 328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95" h="888">
                    <a:moveTo>
                      <a:pt x="495" y="328"/>
                    </a:moveTo>
                    <a:lnTo>
                      <a:pt x="403" y="53"/>
                    </a:lnTo>
                    <a:lnTo>
                      <a:pt x="403" y="53"/>
                    </a:lnTo>
                    <a:lnTo>
                      <a:pt x="400" y="41"/>
                    </a:lnTo>
                    <a:lnTo>
                      <a:pt x="398" y="32"/>
                    </a:lnTo>
                    <a:lnTo>
                      <a:pt x="391" y="22"/>
                    </a:lnTo>
                    <a:lnTo>
                      <a:pt x="386" y="15"/>
                    </a:lnTo>
                    <a:lnTo>
                      <a:pt x="376" y="10"/>
                    </a:lnTo>
                    <a:lnTo>
                      <a:pt x="366" y="5"/>
                    </a:lnTo>
                    <a:lnTo>
                      <a:pt x="357" y="0"/>
                    </a:lnTo>
                    <a:lnTo>
                      <a:pt x="345" y="0"/>
                    </a:lnTo>
                    <a:lnTo>
                      <a:pt x="146" y="0"/>
                    </a:lnTo>
                    <a:lnTo>
                      <a:pt x="146" y="0"/>
                    </a:lnTo>
                    <a:lnTo>
                      <a:pt x="131" y="3"/>
                    </a:lnTo>
                    <a:lnTo>
                      <a:pt x="116" y="7"/>
                    </a:lnTo>
                    <a:lnTo>
                      <a:pt x="104" y="17"/>
                    </a:lnTo>
                    <a:lnTo>
                      <a:pt x="97" y="27"/>
                    </a:lnTo>
                    <a:lnTo>
                      <a:pt x="97" y="27"/>
                    </a:lnTo>
                    <a:lnTo>
                      <a:pt x="92" y="39"/>
                    </a:lnTo>
                    <a:lnTo>
                      <a:pt x="90" y="39"/>
                    </a:lnTo>
                    <a:lnTo>
                      <a:pt x="90" y="39"/>
                    </a:lnTo>
                    <a:lnTo>
                      <a:pt x="90" y="44"/>
                    </a:lnTo>
                    <a:lnTo>
                      <a:pt x="0" y="328"/>
                    </a:lnTo>
                    <a:lnTo>
                      <a:pt x="0" y="328"/>
                    </a:lnTo>
                    <a:lnTo>
                      <a:pt x="0" y="335"/>
                    </a:lnTo>
                    <a:lnTo>
                      <a:pt x="0" y="342"/>
                    </a:lnTo>
                    <a:lnTo>
                      <a:pt x="2" y="354"/>
                    </a:lnTo>
                    <a:lnTo>
                      <a:pt x="12" y="366"/>
                    </a:lnTo>
                    <a:lnTo>
                      <a:pt x="17" y="371"/>
                    </a:lnTo>
                    <a:lnTo>
                      <a:pt x="24" y="374"/>
                    </a:lnTo>
                    <a:lnTo>
                      <a:pt x="24" y="374"/>
                    </a:lnTo>
                    <a:lnTo>
                      <a:pt x="32" y="374"/>
                    </a:lnTo>
                    <a:lnTo>
                      <a:pt x="39" y="374"/>
                    </a:lnTo>
                    <a:lnTo>
                      <a:pt x="51" y="371"/>
                    </a:lnTo>
                    <a:lnTo>
                      <a:pt x="61" y="362"/>
                    </a:lnTo>
                    <a:lnTo>
                      <a:pt x="66" y="357"/>
                    </a:lnTo>
                    <a:lnTo>
                      <a:pt x="68" y="349"/>
                    </a:lnTo>
                    <a:lnTo>
                      <a:pt x="138" y="124"/>
                    </a:lnTo>
                    <a:lnTo>
                      <a:pt x="138" y="124"/>
                    </a:lnTo>
                    <a:lnTo>
                      <a:pt x="146" y="124"/>
                    </a:lnTo>
                    <a:lnTo>
                      <a:pt x="153" y="124"/>
                    </a:lnTo>
                    <a:lnTo>
                      <a:pt x="46" y="527"/>
                    </a:lnTo>
                    <a:lnTo>
                      <a:pt x="155" y="527"/>
                    </a:lnTo>
                    <a:lnTo>
                      <a:pt x="155" y="847"/>
                    </a:lnTo>
                    <a:lnTo>
                      <a:pt x="155" y="847"/>
                    </a:lnTo>
                    <a:lnTo>
                      <a:pt x="155" y="854"/>
                    </a:lnTo>
                    <a:lnTo>
                      <a:pt x="158" y="861"/>
                    </a:lnTo>
                    <a:lnTo>
                      <a:pt x="160" y="869"/>
                    </a:lnTo>
                    <a:lnTo>
                      <a:pt x="167" y="876"/>
                    </a:lnTo>
                    <a:lnTo>
                      <a:pt x="172" y="881"/>
                    </a:lnTo>
                    <a:lnTo>
                      <a:pt x="180" y="883"/>
                    </a:lnTo>
                    <a:lnTo>
                      <a:pt x="187" y="886"/>
                    </a:lnTo>
                    <a:lnTo>
                      <a:pt x="194" y="888"/>
                    </a:lnTo>
                    <a:lnTo>
                      <a:pt x="194" y="888"/>
                    </a:lnTo>
                    <a:lnTo>
                      <a:pt x="204" y="886"/>
                    </a:lnTo>
                    <a:lnTo>
                      <a:pt x="211" y="883"/>
                    </a:lnTo>
                    <a:lnTo>
                      <a:pt x="218" y="881"/>
                    </a:lnTo>
                    <a:lnTo>
                      <a:pt x="223" y="876"/>
                    </a:lnTo>
                    <a:lnTo>
                      <a:pt x="231" y="869"/>
                    </a:lnTo>
                    <a:lnTo>
                      <a:pt x="233" y="861"/>
                    </a:lnTo>
                    <a:lnTo>
                      <a:pt x="235" y="854"/>
                    </a:lnTo>
                    <a:lnTo>
                      <a:pt x="235" y="847"/>
                    </a:lnTo>
                    <a:lnTo>
                      <a:pt x="235" y="527"/>
                    </a:lnTo>
                    <a:lnTo>
                      <a:pt x="260" y="527"/>
                    </a:lnTo>
                    <a:lnTo>
                      <a:pt x="260" y="847"/>
                    </a:lnTo>
                    <a:lnTo>
                      <a:pt x="260" y="847"/>
                    </a:lnTo>
                    <a:lnTo>
                      <a:pt x="262" y="854"/>
                    </a:lnTo>
                    <a:lnTo>
                      <a:pt x="264" y="861"/>
                    </a:lnTo>
                    <a:lnTo>
                      <a:pt x="267" y="869"/>
                    </a:lnTo>
                    <a:lnTo>
                      <a:pt x="272" y="876"/>
                    </a:lnTo>
                    <a:lnTo>
                      <a:pt x="279" y="881"/>
                    </a:lnTo>
                    <a:lnTo>
                      <a:pt x="286" y="883"/>
                    </a:lnTo>
                    <a:lnTo>
                      <a:pt x="294" y="886"/>
                    </a:lnTo>
                    <a:lnTo>
                      <a:pt x="301" y="888"/>
                    </a:lnTo>
                    <a:lnTo>
                      <a:pt x="301" y="888"/>
                    </a:lnTo>
                    <a:lnTo>
                      <a:pt x="311" y="886"/>
                    </a:lnTo>
                    <a:lnTo>
                      <a:pt x="318" y="883"/>
                    </a:lnTo>
                    <a:lnTo>
                      <a:pt x="325" y="881"/>
                    </a:lnTo>
                    <a:lnTo>
                      <a:pt x="330" y="876"/>
                    </a:lnTo>
                    <a:lnTo>
                      <a:pt x="335" y="869"/>
                    </a:lnTo>
                    <a:lnTo>
                      <a:pt x="340" y="861"/>
                    </a:lnTo>
                    <a:lnTo>
                      <a:pt x="342" y="854"/>
                    </a:lnTo>
                    <a:lnTo>
                      <a:pt x="342" y="847"/>
                    </a:lnTo>
                    <a:lnTo>
                      <a:pt x="342" y="527"/>
                    </a:lnTo>
                    <a:lnTo>
                      <a:pt x="451" y="527"/>
                    </a:lnTo>
                    <a:lnTo>
                      <a:pt x="340" y="124"/>
                    </a:lnTo>
                    <a:lnTo>
                      <a:pt x="345" y="124"/>
                    </a:lnTo>
                    <a:lnTo>
                      <a:pt x="345" y="124"/>
                    </a:lnTo>
                    <a:lnTo>
                      <a:pt x="352" y="124"/>
                    </a:lnTo>
                    <a:lnTo>
                      <a:pt x="427" y="349"/>
                    </a:lnTo>
                    <a:lnTo>
                      <a:pt x="427" y="349"/>
                    </a:lnTo>
                    <a:lnTo>
                      <a:pt x="429" y="357"/>
                    </a:lnTo>
                    <a:lnTo>
                      <a:pt x="434" y="362"/>
                    </a:lnTo>
                    <a:lnTo>
                      <a:pt x="444" y="371"/>
                    </a:lnTo>
                    <a:lnTo>
                      <a:pt x="459" y="374"/>
                    </a:lnTo>
                    <a:lnTo>
                      <a:pt x="463" y="374"/>
                    </a:lnTo>
                    <a:lnTo>
                      <a:pt x="471" y="371"/>
                    </a:lnTo>
                    <a:lnTo>
                      <a:pt x="471" y="371"/>
                    </a:lnTo>
                    <a:lnTo>
                      <a:pt x="478" y="369"/>
                    </a:lnTo>
                    <a:lnTo>
                      <a:pt x="483" y="364"/>
                    </a:lnTo>
                    <a:lnTo>
                      <a:pt x="493" y="354"/>
                    </a:lnTo>
                    <a:lnTo>
                      <a:pt x="495" y="340"/>
                    </a:lnTo>
                    <a:lnTo>
                      <a:pt x="495" y="332"/>
                    </a:lnTo>
                    <a:lnTo>
                      <a:pt x="495" y="328"/>
                    </a:lnTo>
                    <a:lnTo>
                      <a:pt x="495" y="3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99" name="组合 298"/>
            <p:cNvGrpSpPr/>
            <p:nvPr/>
          </p:nvGrpSpPr>
          <p:grpSpPr>
            <a:xfrm>
              <a:off x="4543025" y="3440527"/>
              <a:ext cx="294343" cy="643391"/>
              <a:chOff x="4421673" y="2233518"/>
              <a:chExt cx="785812" cy="1717675"/>
            </a:xfrm>
            <a:grpFill/>
          </p:grpSpPr>
          <p:sp>
            <p:nvSpPr>
              <p:cNvPr id="324" name="Freeform 5"/>
              <p:cNvSpPr>
                <a:spLocks/>
              </p:cNvSpPr>
              <p:nvPr/>
            </p:nvSpPr>
            <p:spPr bwMode="auto">
              <a:xfrm>
                <a:off x="4683610" y="2233518"/>
                <a:ext cx="254000" cy="258763"/>
              </a:xfrm>
              <a:custGeom>
                <a:avLst/>
                <a:gdLst>
                  <a:gd name="T0" fmla="*/ 80 w 160"/>
                  <a:gd name="T1" fmla="*/ 163 h 163"/>
                  <a:gd name="T2" fmla="*/ 80 w 160"/>
                  <a:gd name="T3" fmla="*/ 163 h 163"/>
                  <a:gd name="T4" fmla="*/ 95 w 160"/>
                  <a:gd name="T5" fmla="*/ 160 h 163"/>
                  <a:gd name="T6" fmla="*/ 112 w 160"/>
                  <a:gd name="T7" fmla="*/ 155 h 163"/>
                  <a:gd name="T8" fmla="*/ 124 w 160"/>
                  <a:gd name="T9" fmla="*/ 148 h 163"/>
                  <a:gd name="T10" fmla="*/ 136 w 160"/>
                  <a:gd name="T11" fmla="*/ 138 h 163"/>
                  <a:gd name="T12" fmla="*/ 146 w 160"/>
                  <a:gd name="T13" fmla="*/ 126 h 163"/>
                  <a:gd name="T14" fmla="*/ 153 w 160"/>
                  <a:gd name="T15" fmla="*/ 112 h 163"/>
                  <a:gd name="T16" fmla="*/ 158 w 160"/>
                  <a:gd name="T17" fmla="*/ 97 h 163"/>
                  <a:gd name="T18" fmla="*/ 160 w 160"/>
                  <a:gd name="T19" fmla="*/ 80 h 163"/>
                  <a:gd name="T20" fmla="*/ 160 w 160"/>
                  <a:gd name="T21" fmla="*/ 80 h 163"/>
                  <a:gd name="T22" fmla="*/ 158 w 160"/>
                  <a:gd name="T23" fmla="*/ 66 h 163"/>
                  <a:gd name="T24" fmla="*/ 153 w 160"/>
                  <a:gd name="T25" fmla="*/ 49 h 163"/>
                  <a:gd name="T26" fmla="*/ 146 w 160"/>
                  <a:gd name="T27" fmla="*/ 36 h 163"/>
                  <a:gd name="T28" fmla="*/ 136 w 160"/>
                  <a:gd name="T29" fmla="*/ 24 h 163"/>
                  <a:gd name="T30" fmla="*/ 124 w 160"/>
                  <a:gd name="T31" fmla="*/ 15 h 163"/>
                  <a:gd name="T32" fmla="*/ 112 w 160"/>
                  <a:gd name="T33" fmla="*/ 7 h 163"/>
                  <a:gd name="T34" fmla="*/ 95 w 160"/>
                  <a:gd name="T35" fmla="*/ 2 h 163"/>
                  <a:gd name="T36" fmla="*/ 80 w 160"/>
                  <a:gd name="T37" fmla="*/ 0 h 163"/>
                  <a:gd name="T38" fmla="*/ 80 w 160"/>
                  <a:gd name="T39" fmla="*/ 0 h 163"/>
                  <a:gd name="T40" fmla="*/ 63 w 160"/>
                  <a:gd name="T41" fmla="*/ 2 h 163"/>
                  <a:gd name="T42" fmla="*/ 49 w 160"/>
                  <a:gd name="T43" fmla="*/ 7 h 163"/>
                  <a:gd name="T44" fmla="*/ 34 w 160"/>
                  <a:gd name="T45" fmla="*/ 15 h 163"/>
                  <a:gd name="T46" fmla="*/ 22 w 160"/>
                  <a:gd name="T47" fmla="*/ 24 h 163"/>
                  <a:gd name="T48" fmla="*/ 12 w 160"/>
                  <a:gd name="T49" fmla="*/ 36 h 163"/>
                  <a:gd name="T50" fmla="*/ 5 w 160"/>
                  <a:gd name="T51" fmla="*/ 49 h 163"/>
                  <a:gd name="T52" fmla="*/ 0 w 160"/>
                  <a:gd name="T53" fmla="*/ 66 h 163"/>
                  <a:gd name="T54" fmla="*/ 0 w 160"/>
                  <a:gd name="T55" fmla="*/ 80 h 163"/>
                  <a:gd name="T56" fmla="*/ 0 w 160"/>
                  <a:gd name="T57" fmla="*/ 80 h 163"/>
                  <a:gd name="T58" fmla="*/ 0 w 160"/>
                  <a:gd name="T59" fmla="*/ 97 h 163"/>
                  <a:gd name="T60" fmla="*/ 5 w 160"/>
                  <a:gd name="T61" fmla="*/ 112 h 163"/>
                  <a:gd name="T62" fmla="*/ 12 w 160"/>
                  <a:gd name="T63" fmla="*/ 126 h 163"/>
                  <a:gd name="T64" fmla="*/ 22 w 160"/>
                  <a:gd name="T65" fmla="*/ 138 h 163"/>
                  <a:gd name="T66" fmla="*/ 34 w 160"/>
                  <a:gd name="T67" fmla="*/ 148 h 163"/>
                  <a:gd name="T68" fmla="*/ 49 w 160"/>
                  <a:gd name="T69" fmla="*/ 155 h 163"/>
                  <a:gd name="T70" fmla="*/ 63 w 160"/>
                  <a:gd name="T71" fmla="*/ 160 h 163"/>
                  <a:gd name="T72" fmla="*/ 80 w 160"/>
                  <a:gd name="T73" fmla="*/ 163 h 163"/>
                  <a:gd name="T74" fmla="*/ 80 w 160"/>
                  <a:gd name="T75"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0" h="163">
                    <a:moveTo>
                      <a:pt x="80" y="163"/>
                    </a:moveTo>
                    <a:lnTo>
                      <a:pt x="80" y="163"/>
                    </a:lnTo>
                    <a:lnTo>
                      <a:pt x="95" y="160"/>
                    </a:lnTo>
                    <a:lnTo>
                      <a:pt x="112" y="155"/>
                    </a:lnTo>
                    <a:lnTo>
                      <a:pt x="124" y="148"/>
                    </a:lnTo>
                    <a:lnTo>
                      <a:pt x="136" y="138"/>
                    </a:lnTo>
                    <a:lnTo>
                      <a:pt x="146" y="126"/>
                    </a:lnTo>
                    <a:lnTo>
                      <a:pt x="153" y="112"/>
                    </a:lnTo>
                    <a:lnTo>
                      <a:pt x="158" y="97"/>
                    </a:lnTo>
                    <a:lnTo>
                      <a:pt x="160" y="80"/>
                    </a:lnTo>
                    <a:lnTo>
                      <a:pt x="160" y="80"/>
                    </a:lnTo>
                    <a:lnTo>
                      <a:pt x="158" y="66"/>
                    </a:lnTo>
                    <a:lnTo>
                      <a:pt x="153" y="49"/>
                    </a:lnTo>
                    <a:lnTo>
                      <a:pt x="146" y="36"/>
                    </a:lnTo>
                    <a:lnTo>
                      <a:pt x="136" y="24"/>
                    </a:lnTo>
                    <a:lnTo>
                      <a:pt x="124" y="15"/>
                    </a:lnTo>
                    <a:lnTo>
                      <a:pt x="112" y="7"/>
                    </a:lnTo>
                    <a:lnTo>
                      <a:pt x="95" y="2"/>
                    </a:lnTo>
                    <a:lnTo>
                      <a:pt x="80" y="0"/>
                    </a:lnTo>
                    <a:lnTo>
                      <a:pt x="80" y="0"/>
                    </a:lnTo>
                    <a:lnTo>
                      <a:pt x="63" y="2"/>
                    </a:lnTo>
                    <a:lnTo>
                      <a:pt x="49" y="7"/>
                    </a:lnTo>
                    <a:lnTo>
                      <a:pt x="34" y="15"/>
                    </a:lnTo>
                    <a:lnTo>
                      <a:pt x="22" y="24"/>
                    </a:lnTo>
                    <a:lnTo>
                      <a:pt x="12" y="36"/>
                    </a:lnTo>
                    <a:lnTo>
                      <a:pt x="5" y="49"/>
                    </a:lnTo>
                    <a:lnTo>
                      <a:pt x="0" y="66"/>
                    </a:lnTo>
                    <a:lnTo>
                      <a:pt x="0" y="80"/>
                    </a:lnTo>
                    <a:lnTo>
                      <a:pt x="0" y="80"/>
                    </a:lnTo>
                    <a:lnTo>
                      <a:pt x="0" y="97"/>
                    </a:lnTo>
                    <a:lnTo>
                      <a:pt x="5" y="112"/>
                    </a:lnTo>
                    <a:lnTo>
                      <a:pt x="12" y="126"/>
                    </a:lnTo>
                    <a:lnTo>
                      <a:pt x="22" y="138"/>
                    </a:lnTo>
                    <a:lnTo>
                      <a:pt x="34" y="148"/>
                    </a:lnTo>
                    <a:lnTo>
                      <a:pt x="49" y="155"/>
                    </a:lnTo>
                    <a:lnTo>
                      <a:pt x="63" y="160"/>
                    </a:lnTo>
                    <a:lnTo>
                      <a:pt x="80" y="163"/>
                    </a:lnTo>
                    <a:lnTo>
                      <a:pt x="80" y="1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5" name="Freeform 6"/>
              <p:cNvSpPr>
                <a:spLocks/>
              </p:cNvSpPr>
              <p:nvPr/>
            </p:nvSpPr>
            <p:spPr bwMode="auto">
              <a:xfrm>
                <a:off x="4421673" y="2541493"/>
                <a:ext cx="785812" cy="1409700"/>
              </a:xfrm>
              <a:custGeom>
                <a:avLst/>
                <a:gdLst>
                  <a:gd name="T0" fmla="*/ 403 w 495"/>
                  <a:gd name="T1" fmla="*/ 53 h 888"/>
                  <a:gd name="T2" fmla="*/ 400 w 495"/>
                  <a:gd name="T3" fmla="*/ 41 h 888"/>
                  <a:gd name="T4" fmla="*/ 391 w 495"/>
                  <a:gd name="T5" fmla="*/ 22 h 888"/>
                  <a:gd name="T6" fmla="*/ 376 w 495"/>
                  <a:gd name="T7" fmla="*/ 10 h 888"/>
                  <a:gd name="T8" fmla="*/ 357 w 495"/>
                  <a:gd name="T9" fmla="*/ 0 h 888"/>
                  <a:gd name="T10" fmla="*/ 146 w 495"/>
                  <a:gd name="T11" fmla="*/ 0 h 888"/>
                  <a:gd name="T12" fmla="*/ 131 w 495"/>
                  <a:gd name="T13" fmla="*/ 3 h 888"/>
                  <a:gd name="T14" fmla="*/ 104 w 495"/>
                  <a:gd name="T15" fmla="*/ 17 h 888"/>
                  <a:gd name="T16" fmla="*/ 97 w 495"/>
                  <a:gd name="T17" fmla="*/ 27 h 888"/>
                  <a:gd name="T18" fmla="*/ 90 w 495"/>
                  <a:gd name="T19" fmla="*/ 39 h 888"/>
                  <a:gd name="T20" fmla="*/ 90 w 495"/>
                  <a:gd name="T21" fmla="*/ 44 h 888"/>
                  <a:gd name="T22" fmla="*/ 0 w 495"/>
                  <a:gd name="T23" fmla="*/ 328 h 888"/>
                  <a:gd name="T24" fmla="*/ 0 w 495"/>
                  <a:gd name="T25" fmla="*/ 342 h 888"/>
                  <a:gd name="T26" fmla="*/ 12 w 495"/>
                  <a:gd name="T27" fmla="*/ 366 h 888"/>
                  <a:gd name="T28" fmla="*/ 24 w 495"/>
                  <a:gd name="T29" fmla="*/ 374 h 888"/>
                  <a:gd name="T30" fmla="*/ 32 w 495"/>
                  <a:gd name="T31" fmla="*/ 374 h 888"/>
                  <a:gd name="T32" fmla="*/ 51 w 495"/>
                  <a:gd name="T33" fmla="*/ 371 h 888"/>
                  <a:gd name="T34" fmla="*/ 66 w 495"/>
                  <a:gd name="T35" fmla="*/ 357 h 888"/>
                  <a:gd name="T36" fmla="*/ 138 w 495"/>
                  <a:gd name="T37" fmla="*/ 124 h 888"/>
                  <a:gd name="T38" fmla="*/ 146 w 495"/>
                  <a:gd name="T39" fmla="*/ 124 h 888"/>
                  <a:gd name="T40" fmla="*/ 46 w 495"/>
                  <a:gd name="T41" fmla="*/ 527 h 888"/>
                  <a:gd name="T42" fmla="*/ 155 w 495"/>
                  <a:gd name="T43" fmla="*/ 847 h 888"/>
                  <a:gd name="T44" fmla="*/ 155 w 495"/>
                  <a:gd name="T45" fmla="*/ 854 h 888"/>
                  <a:gd name="T46" fmla="*/ 160 w 495"/>
                  <a:gd name="T47" fmla="*/ 869 h 888"/>
                  <a:gd name="T48" fmla="*/ 172 w 495"/>
                  <a:gd name="T49" fmla="*/ 881 h 888"/>
                  <a:gd name="T50" fmla="*/ 187 w 495"/>
                  <a:gd name="T51" fmla="*/ 886 h 888"/>
                  <a:gd name="T52" fmla="*/ 194 w 495"/>
                  <a:gd name="T53" fmla="*/ 888 h 888"/>
                  <a:gd name="T54" fmla="*/ 211 w 495"/>
                  <a:gd name="T55" fmla="*/ 883 h 888"/>
                  <a:gd name="T56" fmla="*/ 223 w 495"/>
                  <a:gd name="T57" fmla="*/ 876 h 888"/>
                  <a:gd name="T58" fmla="*/ 233 w 495"/>
                  <a:gd name="T59" fmla="*/ 861 h 888"/>
                  <a:gd name="T60" fmla="*/ 235 w 495"/>
                  <a:gd name="T61" fmla="*/ 847 h 888"/>
                  <a:gd name="T62" fmla="*/ 260 w 495"/>
                  <a:gd name="T63" fmla="*/ 527 h 888"/>
                  <a:gd name="T64" fmla="*/ 260 w 495"/>
                  <a:gd name="T65" fmla="*/ 847 h 888"/>
                  <a:gd name="T66" fmla="*/ 264 w 495"/>
                  <a:gd name="T67" fmla="*/ 861 h 888"/>
                  <a:gd name="T68" fmla="*/ 272 w 495"/>
                  <a:gd name="T69" fmla="*/ 876 h 888"/>
                  <a:gd name="T70" fmla="*/ 286 w 495"/>
                  <a:gd name="T71" fmla="*/ 883 h 888"/>
                  <a:gd name="T72" fmla="*/ 301 w 495"/>
                  <a:gd name="T73" fmla="*/ 888 h 888"/>
                  <a:gd name="T74" fmla="*/ 311 w 495"/>
                  <a:gd name="T75" fmla="*/ 886 h 888"/>
                  <a:gd name="T76" fmla="*/ 325 w 495"/>
                  <a:gd name="T77" fmla="*/ 881 h 888"/>
                  <a:gd name="T78" fmla="*/ 335 w 495"/>
                  <a:gd name="T79" fmla="*/ 869 h 888"/>
                  <a:gd name="T80" fmla="*/ 342 w 495"/>
                  <a:gd name="T81" fmla="*/ 854 h 888"/>
                  <a:gd name="T82" fmla="*/ 342 w 495"/>
                  <a:gd name="T83" fmla="*/ 527 h 888"/>
                  <a:gd name="T84" fmla="*/ 340 w 495"/>
                  <a:gd name="T85" fmla="*/ 124 h 888"/>
                  <a:gd name="T86" fmla="*/ 345 w 495"/>
                  <a:gd name="T87" fmla="*/ 124 h 888"/>
                  <a:gd name="T88" fmla="*/ 427 w 495"/>
                  <a:gd name="T89" fmla="*/ 349 h 888"/>
                  <a:gd name="T90" fmla="*/ 429 w 495"/>
                  <a:gd name="T91" fmla="*/ 357 h 888"/>
                  <a:gd name="T92" fmla="*/ 444 w 495"/>
                  <a:gd name="T93" fmla="*/ 371 h 888"/>
                  <a:gd name="T94" fmla="*/ 463 w 495"/>
                  <a:gd name="T95" fmla="*/ 374 h 888"/>
                  <a:gd name="T96" fmla="*/ 471 w 495"/>
                  <a:gd name="T97" fmla="*/ 371 h 888"/>
                  <a:gd name="T98" fmla="*/ 483 w 495"/>
                  <a:gd name="T99" fmla="*/ 364 h 888"/>
                  <a:gd name="T100" fmla="*/ 495 w 495"/>
                  <a:gd name="T101" fmla="*/ 340 h 888"/>
                  <a:gd name="T102" fmla="*/ 495 w 495"/>
                  <a:gd name="T103" fmla="*/ 328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95" h="888">
                    <a:moveTo>
                      <a:pt x="495" y="328"/>
                    </a:moveTo>
                    <a:lnTo>
                      <a:pt x="403" y="53"/>
                    </a:lnTo>
                    <a:lnTo>
                      <a:pt x="403" y="53"/>
                    </a:lnTo>
                    <a:lnTo>
                      <a:pt x="400" y="41"/>
                    </a:lnTo>
                    <a:lnTo>
                      <a:pt x="398" y="32"/>
                    </a:lnTo>
                    <a:lnTo>
                      <a:pt x="391" y="22"/>
                    </a:lnTo>
                    <a:lnTo>
                      <a:pt x="386" y="15"/>
                    </a:lnTo>
                    <a:lnTo>
                      <a:pt x="376" y="10"/>
                    </a:lnTo>
                    <a:lnTo>
                      <a:pt x="366" y="5"/>
                    </a:lnTo>
                    <a:lnTo>
                      <a:pt x="357" y="0"/>
                    </a:lnTo>
                    <a:lnTo>
                      <a:pt x="345" y="0"/>
                    </a:lnTo>
                    <a:lnTo>
                      <a:pt x="146" y="0"/>
                    </a:lnTo>
                    <a:lnTo>
                      <a:pt x="146" y="0"/>
                    </a:lnTo>
                    <a:lnTo>
                      <a:pt x="131" y="3"/>
                    </a:lnTo>
                    <a:lnTo>
                      <a:pt x="116" y="7"/>
                    </a:lnTo>
                    <a:lnTo>
                      <a:pt x="104" y="17"/>
                    </a:lnTo>
                    <a:lnTo>
                      <a:pt x="97" y="27"/>
                    </a:lnTo>
                    <a:lnTo>
                      <a:pt x="97" y="27"/>
                    </a:lnTo>
                    <a:lnTo>
                      <a:pt x="92" y="39"/>
                    </a:lnTo>
                    <a:lnTo>
                      <a:pt x="90" y="39"/>
                    </a:lnTo>
                    <a:lnTo>
                      <a:pt x="90" y="39"/>
                    </a:lnTo>
                    <a:lnTo>
                      <a:pt x="90" y="44"/>
                    </a:lnTo>
                    <a:lnTo>
                      <a:pt x="0" y="328"/>
                    </a:lnTo>
                    <a:lnTo>
                      <a:pt x="0" y="328"/>
                    </a:lnTo>
                    <a:lnTo>
                      <a:pt x="0" y="335"/>
                    </a:lnTo>
                    <a:lnTo>
                      <a:pt x="0" y="342"/>
                    </a:lnTo>
                    <a:lnTo>
                      <a:pt x="2" y="354"/>
                    </a:lnTo>
                    <a:lnTo>
                      <a:pt x="12" y="366"/>
                    </a:lnTo>
                    <a:lnTo>
                      <a:pt x="17" y="371"/>
                    </a:lnTo>
                    <a:lnTo>
                      <a:pt x="24" y="374"/>
                    </a:lnTo>
                    <a:lnTo>
                      <a:pt x="24" y="374"/>
                    </a:lnTo>
                    <a:lnTo>
                      <a:pt x="32" y="374"/>
                    </a:lnTo>
                    <a:lnTo>
                      <a:pt x="39" y="374"/>
                    </a:lnTo>
                    <a:lnTo>
                      <a:pt x="51" y="371"/>
                    </a:lnTo>
                    <a:lnTo>
                      <a:pt x="61" y="362"/>
                    </a:lnTo>
                    <a:lnTo>
                      <a:pt x="66" y="357"/>
                    </a:lnTo>
                    <a:lnTo>
                      <a:pt x="68" y="349"/>
                    </a:lnTo>
                    <a:lnTo>
                      <a:pt x="138" y="124"/>
                    </a:lnTo>
                    <a:lnTo>
                      <a:pt x="138" y="124"/>
                    </a:lnTo>
                    <a:lnTo>
                      <a:pt x="146" y="124"/>
                    </a:lnTo>
                    <a:lnTo>
                      <a:pt x="153" y="124"/>
                    </a:lnTo>
                    <a:lnTo>
                      <a:pt x="46" y="527"/>
                    </a:lnTo>
                    <a:lnTo>
                      <a:pt x="155" y="527"/>
                    </a:lnTo>
                    <a:lnTo>
                      <a:pt x="155" y="847"/>
                    </a:lnTo>
                    <a:lnTo>
                      <a:pt x="155" y="847"/>
                    </a:lnTo>
                    <a:lnTo>
                      <a:pt x="155" y="854"/>
                    </a:lnTo>
                    <a:lnTo>
                      <a:pt x="158" y="861"/>
                    </a:lnTo>
                    <a:lnTo>
                      <a:pt x="160" y="869"/>
                    </a:lnTo>
                    <a:lnTo>
                      <a:pt x="167" y="876"/>
                    </a:lnTo>
                    <a:lnTo>
                      <a:pt x="172" y="881"/>
                    </a:lnTo>
                    <a:lnTo>
                      <a:pt x="180" y="883"/>
                    </a:lnTo>
                    <a:lnTo>
                      <a:pt x="187" y="886"/>
                    </a:lnTo>
                    <a:lnTo>
                      <a:pt x="194" y="888"/>
                    </a:lnTo>
                    <a:lnTo>
                      <a:pt x="194" y="888"/>
                    </a:lnTo>
                    <a:lnTo>
                      <a:pt x="204" y="886"/>
                    </a:lnTo>
                    <a:lnTo>
                      <a:pt x="211" y="883"/>
                    </a:lnTo>
                    <a:lnTo>
                      <a:pt x="218" y="881"/>
                    </a:lnTo>
                    <a:lnTo>
                      <a:pt x="223" y="876"/>
                    </a:lnTo>
                    <a:lnTo>
                      <a:pt x="231" y="869"/>
                    </a:lnTo>
                    <a:lnTo>
                      <a:pt x="233" y="861"/>
                    </a:lnTo>
                    <a:lnTo>
                      <a:pt x="235" y="854"/>
                    </a:lnTo>
                    <a:lnTo>
                      <a:pt x="235" y="847"/>
                    </a:lnTo>
                    <a:lnTo>
                      <a:pt x="235" y="527"/>
                    </a:lnTo>
                    <a:lnTo>
                      <a:pt x="260" y="527"/>
                    </a:lnTo>
                    <a:lnTo>
                      <a:pt x="260" y="847"/>
                    </a:lnTo>
                    <a:lnTo>
                      <a:pt x="260" y="847"/>
                    </a:lnTo>
                    <a:lnTo>
                      <a:pt x="262" y="854"/>
                    </a:lnTo>
                    <a:lnTo>
                      <a:pt x="264" y="861"/>
                    </a:lnTo>
                    <a:lnTo>
                      <a:pt x="267" y="869"/>
                    </a:lnTo>
                    <a:lnTo>
                      <a:pt x="272" y="876"/>
                    </a:lnTo>
                    <a:lnTo>
                      <a:pt x="279" y="881"/>
                    </a:lnTo>
                    <a:lnTo>
                      <a:pt x="286" y="883"/>
                    </a:lnTo>
                    <a:lnTo>
                      <a:pt x="294" y="886"/>
                    </a:lnTo>
                    <a:lnTo>
                      <a:pt x="301" y="888"/>
                    </a:lnTo>
                    <a:lnTo>
                      <a:pt x="301" y="888"/>
                    </a:lnTo>
                    <a:lnTo>
                      <a:pt x="311" y="886"/>
                    </a:lnTo>
                    <a:lnTo>
                      <a:pt x="318" y="883"/>
                    </a:lnTo>
                    <a:lnTo>
                      <a:pt x="325" y="881"/>
                    </a:lnTo>
                    <a:lnTo>
                      <a:pt x="330" y="876"/>
                    </a:lnTo>
                    <a:lnTo>
                      <a:pt x="335" y="869"/>
                    </a:lnTo>
                    <a:lnTo>
                      <a:pt x="340" y="861"/>
                    </a:lnTo>
                    <a:lnTo>
                      <a:pt x="342" y="854"/>
                    </a:lnTo>
                    <a:lnTo>
                      <a:pt x="342" y="847"/>
                    </a:lnTo>
                    <a:lnTo>
                      <a:pt x="342" y="527"/>
                    </a:lnTo>
                    <a:lnTo>
                      <a:pt x="451" y="527"/>
                    </a:lnTo>
                    <a:lnTo>
                      <a:pt x="340" y="124"/>
                    </a:lnTo>
                    <a:lnTo>
                      <a:pt x="345" y="124"/>
                    </a:lnTo>
                    <a:lnTo>
                      <a:pt x="345" y="124"/>
                    </a:lnTo>
                    <a:lnTo>
                      <a:pt x="352" y="124"/>
                    </a:lnTo>
                    <a:lnTo>
                      <a:pt x="427" y="349"/>
                    </a:lnTo>
                    <a:lnTo>
                      <a:pt x="427" y="349"/>
                    </a:lnTo>
                    <a:lnTo>
                      <a:pt x="429" y="357"/>
                    </a:lnTo>
                    <a:lnTo>
                      <a:pt x="434" y="362"/>
                    </a:lnTo>
                    <a:lnTo>
                      <a:pt x="444" y="371"/>
                    </a:lnTo>
                    <a:lnTo>
                      <a:pt x="459" y="374"/>
                    </a:lnTo>
                    <a:lnTo>
                      <a:pt x="463" y="374"/>
                    </a:lnTo>
                    <a:lnTo>
                      <a:pt x="471" y="371"/>
                    </a:lnTo>
                    <a:lnTo>
                      <a:pt x="471" y="371"/>
                    </a:lnTo>
                    <a:lnTo>
                      <a:pt x="478" y="369"/>
                    </a:lnTo>
                    <a:lnTo>
                      <a:pt x="483" y="364"/>
                    </a:lnTo>
                    <a:lnTo>
                      <a:pt x="493" y="354"/>
                    </a:lnTo>
                    <a:lnTo>
                      <a:pt x="495" y="340"/>
                    </a:lnTo>
                    <a:lnTo>
                      <a:pt x="495" y="332"/>
                    </a:lnTo>
                    <a:lnTo>
                      <a:pt x="495" y="328"/>
                    </a:lnTo>
                    <a:lnTo>
                      <a:pt x="495" y="3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00" name="组合 299"/>
            <p:cNvGrpSpPr/>
            <p:nvPr/>
          </p:nvGrpSpPr>
          <p:grpSpPr>
            <a:xfrm>
              <a:off x="4267439" y="3440527"/>
              <a:ext cx="294343" cy="643391"/>
              <a:chOff x="4421673" y="2233518"/>
              <a:chExt cx="785812" cy="1717675"/>
            </a:xfrm>
            <a:grpFill/>
          </p:grpSpPr>
          <p:sp>
            <p:nvSpPr>
              <p:cNvPr id="322" name="Freeform 5"/>
              <p:cNvSpPr>
                <a:spLocks/>
              </p:cNvSpPr>
              <p:nvPr/>
            </p:nvSpPr>
            <p:spPr bwMode="auto">
              <a:xfrm>
                <a:off x="4683610" y="2233518"/>
                <a:ext cx="254000" cy="258763"/>
              </a:xfrm>
              <a:custGeom>
                <a:avLst/>
                <a:gdLst>
                  <a:gd name="T0" fmla="*/ 80 w 160"/>
                  <a:gd name="T1" fmla="*/ 163 h 163"/>
                  <a:gd name="T2" fmla="*/ 80 w 160"/>
                  <a:gd name="T3" fmla="*/ 163 h 163"/>
                  <a:gd name="T4" fmla="*/ 95 w 160"/>
                  <a:gd name="T5" fmla="*/ 160 h 163"/>
                  <a:gd name="T6" fmla="*/ 112 w 160"/>
                  <a:gd name="T7" fmla="*/ 155 h 163"/>
                  <a:gd name="T8" fmla="*/ 124 w 160"/>
                  <a:gd name="T9" fmla="*/ 148 h 163"/>
                  <a:gd name="T10" fmla="*/ 136 w 160"/>
                  <a:gd name="T11" fmla="*/ 138 h 163"/>
                  <a:gd name="T12" fmla="*/ 146 w 160"/>
                  <a:gd name="T13" fmla="*/ 126 h 163"/>
                  <a:gd name="T14" fmla="*/ 153 w 160"/>
                  <a:gd name="T15" fmla="*/ 112 h 163"/>
                  <a:gd name="T16" fmla="*/ 158 w 160"/>
                  <a:gd name="T17" fmla="*/ 97 h 163"/>
                  <a:gd name="T18" fmla="*/ 160 w 160"/>
                  <a:gd name="T19" fmla="*/ 80 h 163"/>
                  <a:gd name="T20" fmla="*/ 160 w 160"/>
                  <a:gd name="T21" fmla="*/ 80 h 163"/>
                  <a:gd name="T22" fmla="*/ 158 w 160"/>
                  <a:gd name="T23" fmla="*/ 66 h 163"/>
                  <a:gd name="T24" fmla="*/ 153 w 160"/>
                  <a:gd name="T25" fmla="*/ 49 h 163"/>
                  <a:gd name="T26" fmla="*/ 146 w 160"/>
                  <a:gd name="T27" fmla="*/ 36 h 163"/>
                  <a:gd name="T28" fmla="*/ 136 w 160"/>
                  <a:gd name="T29" fmla="*/ 24 h 163"/>
                  <a:gd name="T30" fmla="*/ 124 w 160"/>
                  <a:gd name="T31" fmla="*/ 15 h 163"/>
                  <a:gd name="T32" fmla="*/ 112 w 160"/>
                  <a:gd name="T33" fmla="*/ 7 h 163"/>
                  <a:gd name="T34" fmla="*/ 95 w 160"/>
                  <a:gd name="T35" fmla="*/ 2 h 163"/>
                  <a:gd name="T36" fmla="*/ 80 w 160"/>
                  <a:gd name="T37" fmla="*/ 0 h 163"/>
                  <a:gd name="T38" fmla="*/ 80 w 160"/>
                  <a:gd name="T39" fmla="*/ 0 h 163"/>
                  <a:gd name="T40" fmla="*/ 63 w 160"/>
                  <a:gd name="T41" fmla="*/ 2 h 163"/>
                  <a:gd name="T42" fmla="*/ 49 w 160"/>
                  <a:gd name="T43" fmla="*/ 7 h 163"/>
                  <a:gd name="T44" fmla="*/ 34 w 160"/>
                  <a:gd name="T45" fmla="*/ 15 h 163"/>
                  <a:gd name="T46" fmla="*/ 22 w 160"/>
                  <a:gd name="T47" fmla="*/ 24 h 163"/>
                  <a:gd name="T48" fmla="*/ 12 w 160"/>
                  <a:gd name="T49" fmla="*/ 36 h 163"/>
                  <a:gd name="T50" fmla="*/ 5 w 160"/>
                  <a:gd name="T51" fmla="*/ 49 h 163"/>
                  <a:gd name="T52" fmla="*/ 0 w 160"/>
                  <a:gd name="T53" fmla="*/ 66 h 163"/>
                  <a:gd name="T54" fmla="*/ 0 w 160"/>
                  <a:gd name="T55" fmla="*/ 80 h 163"/>
                  <a:gd name="T56" fmla="*/ 0 w 160"/>
                  <a:gd name="T57" fmla="*/ 80 h 163"/>
                  <a:gd name="T58" fmla="*/ 0 w 160"/>
                  <a:gd name="T59" fmla="*/ 97 h 163"/>
                  <a:gd name="T60" fmla="*/ 5 w 160"/>
                  <a:gd name="T61" fmla="*/ 112 h 163"/>
                  <a:gd name="T62" fmla="*/ 12 w 160"/>
                  <a:gd name="T63" fmla="*/ 126 h 163"/>
                  <a:gd name="T64" fmla="*/ 22 w 160"/>
                  <a:gd name="T65" fmla="*/ 138 h 163"/>
                  <a:gd name="T66" fmla="*/ 34 w 160"/>
                  <a:gd name="T67" fmla="*/ 148 h 163"/>
                  <a:gd name="T68" fmla="*/ 49 w 160"/>
                  <a:gd name="T69" fmla="*/ 155 h 163"/>
                  <a:gd name="T70" fmla="*/ 63 w 160"/>
                  <a:gd name="T71" fmla="*/ 160 h 163"/>
                  <a:gd name="T72" fmla="*/ 80 w 160"/>
                  <a:gd name="T73" fmla="*/ 163 h 163"/>
                  <a:gd name="T74" fmla="*/ 80 w 160"/>
                  <a:gd name="T75"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0" h="163">
                    <a:moveTo>
                      <a:pt x="80" y="163"/>
                    </a:moveTo>
                    <a:lnTo>
                      <a:pt x="80" y="163"/>
                    </a:lnTo>
                    <a:lnTo>
                      <a:pt x="95" y="160"/>
                    </a:lnTo>
                    <a:lnTo>
                      <a:pt x="112" y="155"/>
                    </a:lnTo>
                    <a:lnTo>
                      <a:pt x="124" y="148"/>
                    </a:lnTo>
                    <a:lnTo>
                      <a:pt x="136" y="138"/>
                    </a:lnTo>
                    <a:lnTo>
                      <a:pt x="146" y="126"/>
                    </a:lnTo>
                    <a:lnTo>
                      <a:pt x="153" y="112"/>
                    </a:lnTo>
                    <a:lnTo>
                      <a:pt x="158" y="97"/>
                    </a:lnTo>
                    <a:lnTo>
                      <a:pt x="160" y="80"/>
                    </a:lnTo>
                    <a:lnTo>
                      <a:pt x="160" y="80"/>
                    </a:lnTo>
                    <a:lnTo>
                      <a:pt x="158" y="66"/>
                    </a:lnTo>
                    <a:lnTo>
                      <a:pt x="153" y="49"/>
                    </a:lnTo>
                    <a:lnTo>
                      <a:pt x="146" y="36"/>
                    </a:lnTo>
                    <a:lnTo>
                      <a:pt x="136" y="24"/>
                    </a:lnTo>
                    <a:lnTo>
                      <a:pt x="124" y="15"/>
                    </a:lnTo>
                    <a:lnTo>
                      <a:pt x="112" y="7"/>
                    </a:lnTo>
                    <a:lnTo>
                      <a:pt x="95" y="2"/>
                    </a:lnTo>
                    <a:lnTo>
                      <a:pt x="80" y="0"/>
                    </a:lnTo>
                    <a:lnTo>
                      <a:pt x="80" y="0"/>
                    </a:lnTo>
                    <a:lnTo>
                      <a:pt x="63" y="2"/>
                    </a:lnTo>
                    <a:lnTo>
                      <a:pt x="49" y="7"/>
                    </a:lnTo>
                    <a:lnTo>
                      <a:pt x="34" y="15"/>
                    </a:lnTo>
                    <a:lnTo>
                      <a:pt x="22" y="24"/>
                    </a:lnTo>
                    <a:lnTo>
                      <a:pt x="12" y="36"/>
                    </a:lnTo>
                    <a:lnTo>
                      <a:pt x="5" y="49"/>
                    </a:lnTo>
                    <a:lnTo>
                      <a:pt x="0" y="66"/>
                    </a:lnTo>
                    <a:lnTo>
                      <a:pt x="0" y="80"/>
                    </a:lnTo>
                    <a:lnTo>
                      <a:pt x="0" y="80"/>
                    </a:lnTo>
                    <a:lnTo>
                      <a:pt x="0" y="97"/>
                    </a:lnTo>
                    <a:lnTo>
                      <a:pt x="5" y="112"/>
                    </a:lnTo>
                    <a:lnTo>
                      <a:pt x="12" y="126"/>
                    </a:lnTo>
                    <a:lnTo>
                      <a:pt x="22" y="138"/>
                    </a:lnTo>
                    <a:lnTo>
                      <a:pt x="34" y="148"/>
                    </a:lnTo>
                    <a:lnTo>
                      <a:pt x="49" y="155"/>
                    </a:lnTo>
                    <a:lnTo>
                      <a:pt x="63" y="160"/>
                    </a:lnTo>
                    <a:lnTo>
                      <a:pt x="80" y="163"/>
                    </a:lnTo>
                    <a:lnTo>
                      <a:pt x="80" y="1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3" name="Freeform 6"/>
              <p:cNvSpPr>
                <a:spLocks/>
              </p:cNvSpPr>
              <p:nvPr/>
            </p:nvSpPr>
            <p:spPr bwMode="auto">
              <a:xfrm>
                <a:off x="4421673" y="2541493"/>
                <a:ext cx="785812" cy="1409700"/>
              </a:xfrm>
              <a:custGeom>
                <a:avLst/>
                <a:gdLst>
                  <a:gd name="T0" fmla="*/ 403 w 495"/>
                  <a:gd name="T1" fmla="*/ 53 h 888"/>
                  <a:gd name="T2" fmla="*/ 400 w 495"/>
                  <a:gd name="T3" fmla="*/ 41 h 888"/>
                  <a:gd name="T4" fmla="*/ 391 w 495"/>
                  <a:gd name="T5" fmla="*/ 22 h 888"/>
                  <a:gd name="T6" fmla="*/ 376 w 495"/>
                  <a:gd name="T7" fmla="*/ 10 h 888"/>
                  <a:gd name="T8" fmla="*/ 357 w 495"/>
                  <a:gd name="T9" fmla="*/ 0 h 888"/>
                  <a:gd name="T10" fmla="*/ 146 w 495"/>
                  <a:gd name="T11" fmla="*/ 0 h 888"/>
                  <a:gd name="T12" fmla="*/ 131 w 495"/>
                  <a:gd name="T13" fmla="*/ 3 h 888"/>
                  <a:gd name="T14" fmla="*/ 104 w 495"/>
                  <a:gd name="T15" fmla="*/ 17 h 888"/>
                  <a:gd name="T16" fmla="*/ 97 w 495"/>
                  <a:gd name="T17" fmla="*/ 27 h 888"/>
                  <a:gd name="T18" fmla="*/ 90 w 495"/>
                  <a:gd name="T19" fmla="*/ 39 h 888"/>
                  <a:gd name="T20" fmla="*/ 90 w 495"/>
                  <a:gd name="T21" fmla="*/ 44 h 888"/>
                  <a:gd name="T22" fmla="*/ 0 w 495"/>
                  <a:gd name="T23" fmla="*/ 328 h 888"/>
                  <a:gd name="T24" fmla="*/ 0 w 495"/>
                  <a:gd name="T25" fmla="*/ 342 h 888"/>
                  <a:gd name="T26" fmla="*/ 12 w 495"/>
                  <a:gd name="T27" fmla="*/ 366 h 888"/>
                  <a:gd name="T28" fmla="*/ 24 w 495"/>
                  <a:gd name="T29" fmla="*/ 374 h 888"/>
                  <a:gd name="T30" fmla="*/ 32 w 495"/>
                  <a:gd name="T31" fmla="*/ 374 h 888"/>
                  <a:gd name="T32" fmla="*/ 51 w 495"/>
                  <a:gd name="T33" fmla="*/ 371 h 888"/>
                  <a:gd name="T34" fmla="*/ 66 w 495"/>
                  <a:gd name="T35" fmla="*/ 357 h 888"/>
                  <a:gd name="T36" fmla="*/ 138 w 495"/>
                  <a:gd name="T37" fmla="*/ 124 h 888"/>
                  <a:gd name="T38" fmla="*/ 146 w 495"/>
                  <a:gd name="T39" fmla="*/ 124 h 888"/>
                  <a:gd name="T40" fmla="*/ 46 w 495"/>
                  <a:gd name="T41" fmla="*/ 527 h 888"/>
                  <a:gd name="T42" fmla="*/ 155 w 495"/>
                  <a:gd name="T43" fmla="*/ 847 h 888"/>
                  <a:gd name="T44" fmla="*/ 155 w 495"/>
                  <a:gd name="T45" fmla="*/ 854 h 888"/>
                  <a:gd name="T46" fmla="*/ 160 w 495"/>
                  <a:gd name="T47" fmla="*/ 869 h 888"/>
                  <a:gd name="T48" fmla="*/ 172 w 495"/>
                  <a:gd name="T49" fmla="*/ 881 h 888"/>
                  <a:gd name="T50" fmla="*/ 187 w 495"/>
                  <a:gd name="T51" fmla="*/ 886 h 888"/>
                  <a:gd name="T52" fmla="*/ 194 w 495"/>
                  <a:gd name="T53" fmla="*/ 888 h 888"/>
                  <a:gd name="T54" fmla="*/ 211 w 495"/>
                  <a:gd name="T55" fmla="*/ 883 h 888"/>
                  <a:gd name="T56" fmla="*/ 223 w 495"/>
                  <a:gd name="T57" fmla="*/ 876 h 888"/>
                  <a:gd name="T58" fmla="*/ 233 w 495"/>
                  <a:gd name="T59" fmla="*/ 861 h 888"/>
                  <a:gd name="T60" fmla="*/ 235 w 495"/>
                  <a:gd name="T61" fmla="*/ 847 h 888"/>
                  <a:gd name="T62" fmla="*/ 260 w 495"/>
                  <a:gd name="T63" fmla="*/ 527 h 888"/>
                  <a:gd name="T64" fmla="*/ 260 w 495"/>
                  <a:gd name="T65" fmla="*/ 847 h 888"/>
                  <a:gd name="T66" fmla="*/ 264 w 495"/>
                  <a:gd name="T67" fmla="*/ 861 h 888"/>
                  <a:gd name="T68" fmla="*/ 272 w 495"/>
                  <a:gd name="T69" fmla="*/ 876 h 888"/>
                  <a:gd name="T70" fmla="*/ 286 w 495"/>
                  <a:gd name="T71" fmla="*/ 883 h 888"/>
                  <a:gd name="T72" fmla="*/ 301 w 495"/>
                  <a:gd name="T73" fmla="*/ 888 h 888"/>
                  <a:gd name="T74" fmla="*/ 311 w 495"/>
                  <a:gd name="T75" fmla="*/ 886 h 888"/>
                  <a:gd name="T76" fmla="*/ 325 w 495"/>
                  <a:gd name="T77" fmla="*/ 881 h 888"/>
                  <a:gd name="T78" fmla="*/ 335 w 495"/>
                  <a:gd name="T79" fmla="*/ 869 h 888"/>
                  <a:gd name="T80" fmla="*/ 342 w 495"/>
                  <a:gd name="T81" fmla="*/ 854 h 888"/>
                  <a:gd name="T82" fmla="*/ 342 w 495"/>
                  <a:gd name="T83" fmla="*/ 527 h 888"/>
                  <a:gd name="T84" fmla="*/ 340 w 495"/>
                  <a:gd name="T85" fmla="*/ 124 h 888"/>
                  <a:gd name="T86" fmla="*/ 345 w 495"/>
                  <a:gd name="T87" fmla="*/ 124 h 888"/>
                  <a:gd name="T88" fmla="*/ 427 w 495"/>
                  <a:gd name="T89" fmla="*/ 349 h 888"/>
                  <a:gd name="T90" fmla="*/ 429 w 495"/>
                  <a:gd name="T91" fmla="*/ 357 h 888"/>
                  <a:gd name="T92" fmla="*/ 444 w 495"/>
                  <a:gd name="T93" fmla="*/ 371 h 888"/>
                  <a:gd name="T94" fmla="*/ 463 w 495"/>
                  <a:gd name="T95" fmla="*/ 374 h 888"/>
                  <a:gd name="T96" fmla="*/ 471 w 495"/>
                  <a:gd name="T97" fmla="*/ 371 h 888"/>
                  <a:gd name="T98" fmla="*/ 483 w 495"/>
                  <a:gd name="T99" fmla="*/ 364 h 888"/>
                  <a:gd name="T100" fmla="*/ 495 w 495"/>
                  <a:gd name="T101" fmla="*/ 340 h 888"/>
                  <a:gd name="T102" fmla="*/ 495 w 495"/>
                  <a:gd name="T103" fmla="*/ 328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95" h="888">
                    <a:moveTo>
                      <a:pt x="495" y="328"/>
                    </a:moveTo>
                    <a:lnTo>
                      <a:pt x="403" y="53"/>
                    </a:lnTo>
                    <a:lnTo>
                      <a:pt x="403" y="53"/>
                    </a:lnTo>
                    <a:lnTo>
                      <a:pt x="400" y="41"/>
                    </a:lnTo>
                    <a:lnTo>
                      <a:pt x="398" y="32"/>
                    </a:lnTo>
                    <a:lnTo>
                      <a:pt x="391" y="22"/>
                    </a:lnTo>
                    <a:lnTo>
                      <a:pt x="386" y="15"/>
                    </a:lnTo>
                    <a:lnTo>
                      <a:pt x="376" y="10"/>
                    </a:lnTo>
                    <a:lnTo>
                      <a:pt x="366" y="5"/>
                    </a:lnTo>
                    <a:lnTo>
                      <a:pt x="357" y="0"/>
                    </a:lnTo>
                    <a:lnTo>
                      <a:pt x="345" y="0"/>
                    </a:lnTo>
                    <a:lnTo>
                      <a:pt x="146" y="0"/>
                    </a:lnTo>
                    <a:lnTo>
                      <a:pt x="146" y="0"/>
                    </a:lnTo>
                    <a:lnTo>
                      <a:pt x="131" y="3"/>
                    </a:lnTo>
                    <a:lnTo>
                      <a:pt x="116" y="7"/>
                    </a:lnTo>
                    <a:lnTo>
                      <a:pt x="104" y="17"/>
                    </a:lnTo>
                    <a:lnTo>
                      <a:pt x="97" y="27"/>
                    </a:lnTo>
                    <a:lnTo>
                      <a:pt x="97" y="27"/>
                    </a:lnTo>
                    <a:lnTo>
                      <a:pt x="92" y="39"/>
                    </a:lnTo>
                    <a:lnTo>
                      <a:pt x="90" y="39"/>
                    </a:lnTo>
                    <a:lnTo>
                      <a:pt x="90" y="39"/>
                    </a:lnTo>
                    <a:lnTo>
                      <a:pt x="90" y="44"/>
                    </a:lnTo>
                    <a:lnTo>
                      <a:pt x="0" y="328"/>
                    </a:lnTo>
                    <a:lnTo>
                      <a:pt x="0" y="328"/>
                    </a:lnTo>
                    <a:lnTo>
                      <a:pt x="0" y="335"/>
                    </a:lnTo>
                    <a:lnTo>
                      <a:pt x="0" y="342"/>
                    </a:lnTo>
                    <a:lnTo>
                      <a:pt x="2" y="354"/>
                    </a:lnTo>
                    <a:lnTo>
                      <a:pt x="12" y="366"/>
                    </a:lnTo>
                    <a:lnTo>
                      <a:pt x="17" y="371"/>
                    </a:lnTo>
                    <a:lnTo>
                      <a:pt x="24" y="374"/>
                    </a:lnTo>
                    <a:lnTo>
                      <a:pt x="24" y="374"/>
                    </a:lnTo>
                    <a:lnTo>
                      <a:pt x="32" y="374"/>
                    </a:lnTo>
                    <a:lnTo>
                      <a:pt x="39" y="374"/>
                    </a:lnTo>
                    <a:lnTo>
                      <a:pt x="51" y="371"/>
                    </a:lnTo>
                    <a:lnTo>
                      <a:pt x="61" y="362"/>
                    </a:lnTo>
                    <a:lnTo>
                      <a:pt x="66" y="357"/>
                    </a:lnTo>
                    <a:lnTo>
                      <a:pt x="68" y="349"/>
                    </a:lnTo>
                    <a:lnTo>
                      <a:pt x="138" y="124"/>
                    </a:lnTo>
                    <a:lnTo>
                      <a:pt x="138" y="124"/>
                    </a:lnTo>
                    <a:lnTo>
                      <a:pt x="146" y="124"/>
                    </a:lnTo>
                    <a:lnTo>
                      <a:pt x="153" y="124"/>
                    </a:lnTo>
                    <a:lnTo>
                      <a:pt x="46" y="527"/>
                    </a:lnTo>
                    <a:lnTo>
                      <a:pt x="155" y="527"/>
                    </a:lnTo>
                    <a:lnTo>
                      <a:pt x="155" y="847"/>
                    </a:lnTo>
                    <a:lnTo>
                      <a:pt x="155" y="847"/>
                    </a:lnTo>
                    <a:lnTo>
                      <a:pt x="155" y="854"/>
                    </a:lnTo>
                    <a:lnTo>
                      <a:pt x="158" y="861"/>
                    </a:lnTo>
                    <a:lnTo>
                      <a:pt x="160" y="869"/>
                    </a:lnTo>
                    <a:lnTo>
                      <a:pt x="167" y="876"/>
                    </a:lnTo>
                    <a:lnTo>
                      <a:pt x="172" y="881"/>
                    </a:lnTo>
                    <a:lnTo>
                      <a:pt x="180" y="883"/>
                    </a:lnTo>
                    <a:lnTo>
                      <a:pt x="187" y="886"/>
                    </a:lnTo>
                    <a:lnTo>
                      <a:pt x="194" y="888"/>
                    </a:lnTo>
                    <a:lnTo>
                      <a:pt x="194" y="888"/>
                    </a:lnTo>
                    <a:lnTo>
                      <a:pt x="204" y="886"/>
                    </a:lnTo>
                    <a:lnTo>
                      <a:pt x="211" y="883"/>
                    </a:lnTo>
                    <a:lnTo>
                      <a:pt x="218" y="881"/>
                    </a:lnTo>
                    <a:lnTo>
                      <a:pt x="223" y="876"/>
                    </a:lnTo>
                    <a:lnTo>
                      <a:pt x="231" y="869"/>
                    </a:lnTo>
                    <a:lnTo>
                      <a:pt x="233" y="861"/>
                    </a:lnTo>
                    <a:lnTo>
                      <a:pt x="235" y="854"/>
                    </a:lnTo>
                    <a:lnTo>
                      <a:pt x="235" y="847"/>
                    </a:lnTo>
                    <a:lnTo>
                      <a:pt x="235" y="527"/>
                    </a:lnTo>
                    <a:lnTo>
                      <a:pt x="260" y="527"/>
                    </a:lnTo>
                    <a:lnTo>
                      <a:pt x="260" y="847"/>
                    </a:lnTo>
                    <a:lnTo>
                      <a:pt x="260" y="847"/>
                    </a:lnTo>
                    <a:lnTo>
                      <a:pt x="262" y="854"/>
                    </a:lnTo>
                    <a:lnTo>
                      <a:pt x="264" y="861"/>
                    </a:lnTo>
                    <a:lnTo>
                      <a:pt x="267" y="869"/>
                    </a:lnTo>
                    <a:lnTo>
                      <a:pt x="272" y="876"/>
                    </a:lnTo>
                    <a:lnTo>
                      <a:pt x="279" y="881"/>
                    </a:lnTo>
                    <a:lnTo>
                      <a:pt x="286" y="883"/>
                    </a:lnTo>
                    <a:lnTo>
                      <a:pt x="294" y="886"/>
                    </a:lnTo>
                    <a:lnTo>
                      <a:pt x="301" y="888"/>
                    </a:lnTo>
                    <a:lnTo>
                      <a:pt x="301" y="888"/>
                    </a:lnTo>
                    <a:lnTo>
                      <a:pt x="311" y="886"/>
                    </a:lnTo>
                    <a:lnTo>
                      <a:pt x="318" y="883"/>
                    </a:lnTo>
                    <a:lnTo>
                      <a:pt x="325" y="881"/>
                    </a:lnTo>
                    <a:lnTo>
                      <a:pt x="330" y="876"/>
                    </a:lnTo>
                    <a:lnTo>
                      <a:pt x="335" y="869"/>
                    </a:lnTo>
                    <a:lnTo>
                      <a:pt x="340" y="861"/>
                    </a:lnTo>
                    <a:lnTo>
                      <a:pt x="342" y="854"/>
                    </a:lnTo>
                    <a:lnTo>
                      <a:pt x="342" y="847"/>
                    </a:lnTo>
                    <a:lnTo>
                      <a:pt x="342" y="527"/>
                    </a:lnTo>
                    <a:lnTo>
                      <a:pt x="451" y="527"/>
                    </a:lnTo>
                    <a:lnTo>
                      <a:pt x="340" y="124"/>
                    </a:lnTo>
                    <a:lnTo>
                      <a:pt x="345" y="124"/>
                    </a:lnTo>
                    <a:lnTo>
                      <a:pt x="345" y="124"/>
                    </a:lnTo>
                    <a:lnTo>
                      <a:pt x="352" y="124"/>
                    </a:lnTo>
                    <a:lnTo>
                      <a:pt x="427" y="349"/>
                    </a:lnTo>
                    <a:lnTo>
                      <a:pt x="427" y="349"/>
                    </a:lnTo>
                    <a:lnTo>
                      <a:pt x="429" y="357"/>
                    </a:lnTo>
                    <a:lnTo>
                      <a:pt x="434" y="362"/>
                    </a:lnTo>
                    <a:lnTo>
                      <a:pt x="444" y="371"/>
                    </a:lnTo>
                    <a:lnTo>
                      <a:pt x="459" y="374"/>
                    </a:lnTo>
                    <a:lnTo>
                      <a:pt x="463" y="374"/>
                    </a:lnTo>
                    <a:lnTo>
                      <a:pt x="471" y="371"/>
                    </a:lnTo>
                    <a:lnTo>
                      <a:pt x="471" y="371"/>
                    </a:lnTo>
                    <a:lnTo>
                      <a:pt x="478" y="369"/>
                    </a:lnTo>
                    <a:lnTo>
                      <a:pt x="483" y="364"/>
                    </a:lnTo>
                    <a:lnTo>
                      <a:pt x="493" y="354"/>
                    </a:lnTo>
                    <a:lnTo>
                      <a:pt x="495" y="340"/>
                    </a:lnTo>
                    <a:lnTo>
                      <a:pt x="495" y="332"/>
                    </a:lnTo>
                    <a:lnTo>
                      <a:pt x="495" y="328"/>
                    </a:lnTo>
                    <a:lnTo>
                      <a:pt x="495" y="3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01" name="组合 300"/>
            <p:cNvGrpSpPr/>
            <p:nvPr/>
          </p:nvGrpSpPr>
          <p:grpSpPr>
            <a:xfrm>
              <a:off x="3991853" y="3440527"/>
              <a:ext cx="294343" cy="643391"/>
              <a:chOff x="4421673" y="2233518"/>
              <a:chExt cx="785812" cy="1717675"/>
            </a:xfrm>
            <a:grpFill/>
          </p:grpSpPr>
          <p:sp>
            <p:nvSpPr>
              <p:cNvPr id="320" name="Freeform 5"/>
              <p:cNvSpPr>
                <a:spLocks/>
              </p:cNvSpPr>
              <p:nvPr/>
            </p:nvSpPr>
            <p:spPr bwMode="auto">
              <a:xfrm>
                <a:off x="4683610" y="2233518"/>
                <a:ext cx="254000" cy="258763"/>
              </a:xfrm>
              <a:custGeom>
                <a:avLst/>
                <a:gdLst>
                  <a:gd name="T0" fmla="*/ 80 w 160"/>
                  <a:gd name="T1" fmla="*/ 163 h 163"/>
                  <a:gd name="T2" fmla="*/ 80 w 160"/>
                  <a:gd name="T3" fmla="*/ 163 h 163"/>
                  <a:gd name="T4" fmla="*/ 95 w 160"/>
                  <a:gd name="T5" fmla="*/ 160 h 163"/>
                  <a:gd name="T6" fmla="*/ 112 w 160"/>
                  <a:gd name="T7" fmla="*/ 155 h 163"/>
                  <a:gd name="T8" fmla="*/ 124 w 160"/>
                  <a:gd name="T9" fmla="*/ 148 h 163"/>
                  <a:gd name="T10" fmla="*/ 136 w 160"/>
                  <a:gd name="T11" fmla="*/ 138 h 163"/>
                  <a:gd name="T12" fmla="*/ 146 w 160"/>
                  <a:gd name="T13" fmla="*/ 126 h 163"/>
                  <a:gd name="T14" fmla="*/ 153 w 160"/>
                  <a:gd name="T15" fmla="*/ 112 h 163"/>
                  <a:gd name="T16" fmla="*/ 158 w 160"/>
                  <a:gd name="T17" fmla="*/ 97 h 163"/>
                  <a:gd name="T18" fmla="*/ 160 w 160"/>
                  <a:gd name="T19" fmla="*/ 80 h 163"/>
                  <a:gd name="T20" fmla="*/ 160 w 160"/>
                  <a:gd name="T21" fmla="*/ 80 h 163"/>
                  <a:gd name="T22" fmla="*/ 158 w 160"/>
                  <a:gd name="T23" fmla="*/ 66 h 163"/>
                  <a:gd name="T24" fmla="*/ 153 w 160"/>
                  <a:gd name="T25" fmla="*/ 49 h 163"/>
                  <a:gd name="T26" fmla="*/ 146 w 160"/>
                  <a:gd name="T27" fmla="*/ 36 h 163"/>
                  <a:gd name="T28" fmla="*/ 136 w 160"/>
                  <a:gd name="T29" fmla="*/ 24 h 163"/>
                  <a:gd name="T30" fmla="*/ 124 w 160"/>
                  <a:gd name="T31" fmla="*/ 15 h 163"/>
                  <a:gd name="T32" fmla="*/ 112 w 160"/>
                  <a:gd name="T33" fmla="*/ 7 h 163"/>
                  <a:gd name="T34" fmla="*/ 95 w 160"/>
                  <a:gd name="T35" fmla="*/ 2 h 163"/>
                  <a:gd name="T36" fmla="*/ 80 w 160"/>
                  <a:gd name="T37" fmla="*/ 0 h 163"/>
                  <a:gd name="T38" fmla="*/ 80 w 160"/>
                  <a:gd name="T39" fmla="*/ 0 h 163"/>
                  <a:gd name="T40" fmla="*/ 63 w 160"/>
                  <a:gd name="T41" fmla="*/ 2 h 163"/>
                  <a:gd name="T42" fmla="*/ 49 w 160"/>
                  <a:gd name="T43" fmla="*/ 7 h 163"/>
                  <a:gd name="T44" fmla="*/ 34 w 160"/>
                  <a:gd name="T45" fmla="*/ 15 h 163"/>
                  <a:gd name="T46" fmla="*/ 22 w 160"/>
                  <a:gd name="T47" fmla="*/ 24 h 163"/>
                  <a:gd name="T48" fmla="*/ 12 w 160"/>
                  <a:gd name="T49" fmla="*/ 36 h 163"/>
                  <a:gd name="T50" fmla="*/ 5 w 160"/>
                  <a:gd name="T51" fmla="*/ 49 h 163"/>
                  <a:gd name="T52" fmla="*/ 0 w 160"/>
                  <a:gd name="T53" fmla="*/ 66 h 163"/>
                  <a:gd name="T54" fmla="*/ 0 w 160"/>
                  <a:gd name="T55" fmla="*/ 80 h 163"/>
                  <a:gd name="T56" fmla="*/ 0 w 160"/>
                  <a:gd name="T57" fmla="*/ 80 h 163"/>
                  <a:gd name="T58" fmla="*/ 0 w 160"/>
                  <a:gd name="T59" fmla="*/ 97 h 163"/>
                  <a:gd name="T60" fmla="*/ 5 w 160"/>
                  <a:gd name="T61" fmla="*/ 112 h 163"/>
                  <a:gd name="T62" fmla="*/ 12 w 160"/>
                  <a:gd name="T63" fmla="*/ 126 h 163"/>
                  <a:gd name="T64" fmla="*/ 22 w 160"/>
                  <a:gd name="T65" fmla="*/ 138 h 163"/>
                  <a:gd name="T66" fmla="*/ 34 w 160"/>
                  <a:gd name="T67" fmla="*/ 148 h 163"/>
                  <a:gd name="T68" fmla="*/ 49 w 160"/>
                  <a:gd name="T69" fmla="*/ 155 h 163"/>
                  <a:gd name="T70" fmla="*/ 63 w 160"/>
                  <a:gd name="T71" fmla="*/ 160 h 163"/>
                  <a:gd name="T72" fmla="*/ 80 w 160"/>
                  <a:gd name="T73" fmla="*/ 163 h 163"/>
                  <a:gd name="T74" fmla="*/ 80 w 160"/>
                  <a:gd name="T75"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0" h="163">
                    <a:moveTo>
                      <a:pt x="80" y="163"/>
                    </a:moveTo>
                    <a:lnTo>
                      <a:pt x="80" y="163"/>
                    </a:lnTo>
                    <a:lnTo>
                      <a:pt x="95" y="160"/>
                    </a:lnTo>
                    <a:lnTo>
                      <a:pt x="112" y="155"/>
                    </a:lnTo>
                    <a:lnTo>
                      <a:pt x="124" y="148"/>
                    </a:lnTo>
                    <a:lnTo>
                      <a:pt x="136" y="138"/>
                    </a:lnTo>
                    <a:lnTo>
                      <a:pt x="146" y="126"/>
                    </a:lnTo>
                    <a:lnTo>
                      <a:pt x="153" y="112"/>
                    </a:lnTo>
                    <a:lnTo>
                      <a:pt x="158" y="97"/>
                    </a:lnTo>
                    <a:lnTo>
                      <a:pt x="160" y="80"/>
                    </a:lnTo>
                    <a:lnTo>
                      <a:pt x="160" y="80"/>
                    </a:lnTo>
                    <a:lnTo>
                      <a:pt x="158" y="66"/>
                    </a:lnTo>
                    <a:lnTo>
                      <a:pt x="153" y="49"/>
                    </a:lnTo>
                    <a:lnTo>
                      <a:pt x="146" y="36"/>
                    </a:lnTo>
                    <a:lnTo>
                      <a:pt x="136" y="24"/>
                    </a:lnTo>
                    <a:lnTo>
                      <a:pt x="124" y="15"/>
                    </a:lnTo>
                    <a:lnTo>
                      <a:pt x="112" y="7"/>
                    </a:lnTo>
                    <a:lnTo>
                      <a:pt x="95" y="2"/>
                    </a:lnTo>
                    <a:lnTo>
                      <a:pt x="80" y="0"/>
                    </a:lnTo>
                    <a:lnTo>
                      <a:pt x="80" y="0"/>
                    </a:lnTo>
                    <a:lnTo>
                      <a:pt x="63" y="2"/>
                    </a:lnTo>
                    <a:lnTo>
                      <a:pt x="49" y="7"/>
                    </a:lnTo>
                    <a:lnTo>
                      <a:pt x="34" y="15"/>
                    </a:lnTo>
                    <a:lnTo>
                      <a:pt x="22" y="24"/>
                    </a:lnTo>
                    <a:lnTo>
                      <a:pt x="12" y="36"/>
                    </a:lnTo>
                    <a:lnTo>
                      <a:pt x="5" y="49"/>
                    </a:lnTo>
                    <a:lnTo>
                      <a:pt x="0" y="66"/>
                    </a:lnTo>
                    <a:lnTo>
                      <a:pt x="0" y="80"/>
                    </a:lnTo>
                    <a:lnTo>
                      <a:pt x="0" y="80"/>
                    </a:lnTo>
                    <a:lnTo>
                      <a:pt x="0" y="97"/>
                    </a:lnTo>
                    <a:lnTo>
                      <a:pt x="5" y="112"/>
                    </a:lnTo>
                    <a:lnTo>
                      <a:pt x="12" y="126"/>
                    </a:lnTo>
                    <a:lnTo>
                      <a:pt x="22" y="138"/>
                    </a:lnTo>
                    <a:lnTo>
                      <a:pt x="34" y="148"/>
                    </a:lnTo>
                    <a:lnTo>
                      <a:pt x="49" y="155"/>
                    </a:lnTo>
                    <a:lnTo>
                      <a:pt x="63" y="160"/>
                    </a:lnTo>
                    <a:lnTo>
                      <a:pt x="80" y="163"/>
                    </a:lnTo>
                    <a:lnTo>
                      <a:pt x="80" y="1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1" name="Freeform 6"/>
              <p:cNvSpPr>
                <a:spLocks/>
              </p:cNvSpPr>
              <p:nvPr/>
            </p:nvSpPr>
            <p:spPr bwMode="auto">
              <a:xfrm>
                <a:off x="4421673" y="2541493"/>
                <a:ext cx="785812" cy="1409700"/>
              </a:xfrm>
              <a:custGeom>
                <a:avLst/>
                <a:gdLst>
                  <a:gd name="T0" fmla="*/ 403 w 495"/>
                  <a:gd name="T1" fmla="*/ 53 h 888"/>
                  <a:gd name="T2" fmla="*/ 400 w 495"/>
                  <a:gd name="T3" fmla="*/ 41 h 888"/>
                  <a:gd name="T4" fmla="*/ 391 w 495"/>
                  <a:gd name="T5" fmla="*/ 22 h 888"/>
                  <a:gd name="T6" fmla="*/ 376 w 495"/>
                  <a:gd name="T7" fmla="*/ 10 h 888"/>
                  <a:gd name="T8" fmla="*/ 357 w 495"/>
                  <a:gd name="T9" fmla="*/ 0 h 888"/>
                  <a:gd name="T10" fmla="*/ 146 w 495"/>
                  <a:gd name="T11" fmla="*/ 0 h 888"/>
                  <a:gd name="T12" fmla="*/ 131 w 495"/>
                  <a:gd name="T13" fmla="*/ 3 h 888"/>
                  <a:gd name="T14" fmla="*/ 104 w 495"/>
                  <a:gd name="T15" fmla="*/ 17 h 888"/>
                  <a:gd name="T16" fmla="*/ 97 w 495"/>
                  <a:gd name="T17" fmla="*/ 27 h 888"/>
                  <a:gd name="T18" fmla="*/ 90 w 495"/>
                  <a:gd name="T19" fmla="*/ 39 h 888"/>
                  <a:gd name="T20" fmla="*/ 90 w 495"/>
                  <a:gd name="T21" fmla="*/ 44 h 888"/>
                  <a:gd name="T22" fmla="*/ 0 w 495"/>
                  <a:gd name="T23" fmla="*/ 328 h 888"/>
                  <a:gd name="T24" fmla="*/ 0 w 495"/>
                  <a:gd name="T25" fmla="*/ 342 h 888"/>
                  <a:gd name="T26" fmla="*/ 12 w 495"/>
                  <a:gd name="T27" fmla="*/ 366 h 888"/>
                  <a:gd name="T28" fmla="*/ 24 w 495"/>
                  <a:gd name="T29" fmla="*/ 374 h 888"/>
                  <a:gd name="T30" fmla="*/ 32 w 495"/>
                  <a:gd name="T31" fmla="*/ 374 h 888"/>
                  <a:gd name="T32" fmla="*/ 51 w 495"/>
                  <a:gd name="T33" fmla="*/ 371 h 888"/>
                  <a:gd name="T34" fmla="*/ 66 w 495"/>
                  <a:gd name="T35" fmla="*/ 357 h 888"/>
                  <a:gd name="T36" fmla="*/ 138 w 495"/>
                  <a:gd name="T37" fmla="*/ 124 h 888"/>
                  <a:gd name="T38" fmla="*/ 146 w 495"/>
                  <a:gd name="T39" fmla="*/ 124 h 888"/>
                  <a:gd name="T40" fmla="*/ 46 w 495"/>
                  <a:gd name="T41" fmla="*/ 527 h 888"/>
                  <a:gd name="T42" fmla="*/ 155 w 495"/>
                  <a:gd name="T43" fmla="*/ 847 h 888"/>
                  <a:gd name="T44" fmla="*/ 155 w 495"/>
                  <a:gd name="T45" fmla="*/ 854 h 888"/>
                  <a:gd name="T46" fmla="*/ 160 w 495"/>
                  <a:gd name="T47" fmla="*/ 869 h 888"/>
                  <a:gd name="T48" fmla="*/ 172 w 495"/>
                  <a:gd name="T49" fmla="*/ 881 h 888"/>
                  <a:gd name="T50" fmla="*/ 187 w 495"/>
                  <a:gd name="T51" fmla="*/ 886 h 888"/>
                  <a:gd name="T52" fmla="*/ 194 w 495"/>
                  <a:gd name="T53" fmla="*/ 888 h 888"/>
                  <a:gd name="T54" fmla="*/ 211 w 495"/>
                  <a:gd name="T55" fmla="*/ 883 h 888"/>
                  <a:gd name="T56" fmla="*/ 223 w 495"/>
                  <a:gd name="T57" fmla="*/ 876 h 888"/>
                  <a:gd name="T58" fmla="*/ 233 w 495"/>
                  <a:gd name="T59" fmla="*/ 861 h 888"/>
                  <a:gd name="T60" fmla="*/ 235 w 495"/>
                  <a:gd name="T61" fmla="*/ 847 h 888"/>
                  <a:gd name="T62" fmla="*/ 260 w 495"/>
                  <a:gd name="T63" fmla="*/ 527 h 888"/>
                  <a:gd name="T64" fmla="*/ 260 w 495"/>
                  <a:gd name="T65" fmla="*/ 847 h 888"/>
                  <a:gd name="T66" fmla="*/ 264 w 495"/>
                  <a:gd name="T67" fmla="*/ 861 h 888"/>
                  <a:gd name="T68" fmla="*/ 272 w 495"/>
                  <a:gd name="T69" fmla="*/ 876 h 888"/>
                  <a:gd name="T70" fmla="*/ 286 w 495"/>
                  <a:gd name="T71" fmla="*/ 883 h 888"/>
                  <a:gd name="T72" fmla="*/ 301 w 495"/>
                  <a:gd name="T73" fmla="*/ 888 h 888"/>
                  <a:gd name="T74" fmla="*/ 311 w 495"/>
                  <a:gd name="T75" fmla="*/ 886 h 888"/>
                  <a:gd name="T76" fmla="*/ 325 w 495"/>
                  <a:gd name="T77" fmla="*/ 881 h 888"/>
                  <a:gd name="T78" fmla="*/ 335 w 495"/>
                  <a:gd name="T79" fmla="*/ 869 h 888"/>
                  <a:gd name="T80" fmla="*/ 342 w 495"/>
                  <a:gd name="T81" fmla="*/ 854 h 888"/>
                  <a:gd name="T82" fmla="*/ 342 w 495"/>
                  <a:gd name="T83" fmla="*/ 527 h 888"/>
                  <a:gd name="T84" fmla="*/ 340 w 495"/>
                  <a:gd name="T85" fmla="*/ 124 h 888"/>
                  <a:gd name="T86" fmla="*/ 345 w 495"/>
                  <a:gd name="T87" fmla="*/ 124 h 888"/>
                  <a:gd name="T88" fmla="*/ 427 w 495"/>
                  <a:gd name="T89" fmla="*/ 349 h 888"/>
                  <a:gd name="T90" fmla="*/ 429 w 495"/>
                  <a:gd name="T91" fmla="*/ 357 h 888"/>
                  <a:gd name="T92" fmla="*/ 444 w 495"/>
                  <a:gd name="T93" fmla="*/ 371 h 888"/>
                  <a:gd name="T94" fmla="*/ 463 w 495"/>
                  <a:gd name="T95" fmla="*/ 374 h 888"/>
                  <a:gd name="T96" fmla="*/ 471 w 495"/>
                  <a:gd name="T97" fmla="*/ 371 h 888"/>
                  <a:gd name="T98" fmla="*/ 483 w 495"/>
                  <a:gd name="T99" fmla="*/ 364 h 888"/>
                  <a:gd name="T100" fmla="*/ 495 w 495"/>
                  <a:gd name="T101" fmla="*/ 340 h 888"/>
                  <a:gd name="T102" fmla="*/ 495 w 495"/>
                  <a:gd name="T103" fmla="*/ 328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95" h="888">
                    <a:moveTo>
                      <a:pt x="495" y="328"/>
                    </a:moveTo>
                    <a:lnTo>
                      <a:pt x="403" y="53"/>
                    </a:lnTo>
                    <a:lnTo>
                      <a:pt x="403" y="53"/>
                    </a:lnTo>
                    <a:lnTo>
                      <a:pt x="400" y="41"/>
                    </a:lnTo>
                    <a:lnTo>
                      <a:pt x="398" y="32"/>
                    </a:lnTo>
                    <a:lnTo>
                      <a:pt x="391" y="22"/>
                    </a:lnTo>
                    <a:lnTo>
                      <a:pt x="386" y="15"/>
                    </a:lnTo>
                    <a:lnTo>
                      <a:pt x="376" y="10"/>
                    </a:lnTo>
                    <a:lnTo>
                      <a:pt x="366" y="5"/>
                    </a:lnTo>
                    <a:lnTo>
                      <a:pt x="357" y="0"/>
                    </a:lnTo>
                    <a:lnTo>
                      <a:pt x="345" y="0"/>
                    </a:lnTo>
                    <a:lnTo>
                      <a:pt x="146" y="0"/>
                    </a:lnTo>
                    <a:lnTo>
                      <a:pt x="146" y="0"/>
                    </a:lnTo>
                    <a:lnTo>
                      <a:pt x="131" y="3"/>
                    </a:lnTo>
                    <a:lnTo>
                      <a:pt x="116" y="7"/>
                    </a:lnTo>
                    <a:lnTo>
                      <a:pt x="104" y="17"/>
                    </a:lnTo>
                    <a:lnTo>
                      <a:pt x="97" y="27"/>
                    </a:lnTo>
                    <a:lnTo>
                      <a:pt x="97" y="27"/>
                    </a:lnTo>
                    <a:lnTo>
                      <a:pt x="92" y="39"/>
                    </a:lnTo>
                    <a:lnTo>
                      <a:pt x="90" y="39"/>
                    </a:lnTo>
                    <a:lnTo>
                      <a:pt x="90" y="39"/>
                    </a:lnTo>
                    <a:lnTo>
                      <a:pt x="90" y="44"/>
                    </a:lnTo>
                    <a:lnTo>
                      <a:pt x="0" y="328"/>
                    </a:lnTo>
                    <a:lnTo>
                      <a:pt x="0" y="328"/>
                    </a:lnTo>
                    <a:lnTo>
                      <a:pt x="0" y="335"/>
                    </a:lnTo>
                    <a:lnTo>
                      <a:pt x="0" y="342"/>
                    </a:lnTo>
                    <a:lnTo>
                      <a:pt x="2" y="354"/>
                    </a:lnTo>
                    <a:lnTo>
                      <a:pt x="12" y="366"/>
                    </a:lnTo>
                    <a:lnTo>
                      <a:pt x="17" y="371"/>
                    </a:lnTo>
                    <a:lnTo>
                      <a:pt x="24" y="374"/>
                    </a:lnTo>
                    <a:lnTo>
                      <a:pt x="24" y="374"/>
                    </a:lnTo>
                    <a:lnTo>
                      <a:pt x="32" y="374"/>
                    </a:lnTo>
                    <a:lnTo>
                      <a:pt x="39" y="374"/>
                    </a:lnTo>
                    <a:lnTo>
                      <a:pt x="51" y="371"/>
                    </a:lnTo>
                    <a:lnTo>
                      <a:pt x="61" y="362"/>
                    </a:lnTo>
                    <a:lnTo>
                      <a:pt x="66" y="357"/>
                    </a:lnTo>
                    <a:lnTo>
                      <a:pt x="68" y="349"/>
                    </a:lnTo>
                    <a:lnTo>
                      <a:pt x="138" y="124"/>
                    </a:lnTo>
                    <a:lnTo>
                      <a:pt x="138" y="124"/>
                    </a:lnTo>
                    <a:lnTo>
                      <a:pt x="146" y="124"/>
                    </a:lnTo>
                    <a:lnTo>
                      <a:pt x="153" y="124"/>
                    </a:lnTo>
                    <a:lnTo>
                      <a:pt x="46" y="527"/>
                    </a:lnTo>
                    <a:lnTo>
                      <a:pt x="155" y="527"/>
                    </a:lnTo>
                    <a:lnTo>
                      <a:pt x="155" y="847"/>
                    </a:lnTo>
                    <a:lnTo>
                      <a:pt x="155" y="847"/>
                    </a:lnTo>
                    <a:lnTo>
                      <a:pt x="155" y="854"/>
                    </a:lnTo>
                    <a:lnTo>
                      <a:pt x="158" y="861"/>
                    </a:lnTo>
                    <a:lnTo>
                      <a:pt x="160" y="869"/>
                    </a:lnTo>
                    <a:lnTo>
                      <a:pt x="167" y="876"/>
                    </a:lnTo>
                    <a:lnTo>
                      <a:pt x="172" y="881"/>
                    </a:lnTo>
                    <a:lnTo>
                      <a:pt x="180" y="883"/>
                    </a:lnTo>
                    <a:lnTo>
                      <a:pt x="187" y="886"/>
                    </a:lnTo>
                    <a:lnTo>
                      <a:pt x="194" y="888"/>
                    </a:lnTo>
                    <a:lnTo>
                      <a:pt x="194" y="888"/>
                    </a:lnTo>
                    <a:lnTo>
                      <a:pt x="204" y="886"/>
                    </a:lnTo>
                    <a:lnTo>
                      <a:pt x="211" y="883"/>
                    </a:lnTo>
                    <a:lnTo>
                      <a:pt x="218" y="881"/>
                    </a:lnTo>
                    <a:lnTo>
                      <a:pt x="223" y="876"/>
                    </a:lnTo>
                    <a:lnTo>
                      <a:pt x="231" y="869"/>
                    </a:lnTo>
                    <a:lnTo>
                      <a:pt x="233" y="861"/>
                    </a:lnTo>
                    <a:lnTo>
                      <a:pt x="235" y="854"/>
                    </a:lnTo>
                    <a:lnTo>
                      <a:pt x="235" y="847"/>
                    </a:lnTo>
                    <a:lnTo>
                      <a:pt x="235" y="527"/>
                    </a:lnTo>
                    <a:lnTo>
                      <a:pt x="260" y="527"/>
                    </a:lnTo>
                    <a:lnTo>
                      <a:pt x="260" y="847"/>
                    </a:lnTo>
                    <a:lnTo>
                      <a:pt x="260" y="847"/>
                    </a:lnTo>
                    <a:lnTo>
                      <a:pt x="262" y="854"/>
                    </a:lnTo>
                    <a:lnTo>
                      <a:pt x="264" y="861"/>
                    </a:lnTo>
                    <a:lnTo>
                      <a:pt x="267" y="869"/>
                    </a:lnTo>
                    <a:lnTo>
                      <a:pt x="272" y="876"/>
                    </a:lnTo>
                    <a:lnTo>
                      <a:pt x="279" y="881"/>
                    </a:lnTo>
                    <a:lnTo>
                      <a:pt x="286" y="883"/>
                    </a:lnTo>
                    <a:lnTo>
                      <a:pt x="294" y="886"/>
                    </a:lnTo>
                    <a:lnTo>
                      <a:pt x="301" y="888"/>
                    </a:lnTo>
                    <a:lnTo>
                      <a:pt x="301" y="888"/>
                    </a:lnTo>
                    <a:lnTo>
                      <a:pt x="311" y="886"/>
                    </a:lnTo>
                    <a:lnTo>
                      <a:pt x="318" y="883"/>
                    </a:lnTo>
                    <a:lnTo>
                      <a:pt x="325" y="881"/>
                    </a:lnTo>
                    <a:lnTo>
                      <a:pt x="330" y="876"/>
                    </a:lnTo>
                    <a:lnTo>
                      <a:pt x="335" y="869"/>
                    </a:lnTo>
                    <a:lnTo>
                      <a:pt x="340" y="861"/>
                    </a:lnTo>
                    <a:lnTo>
                      <a:pt x="342" y="854"/>
                    </a:lnTo>
                    <a:lnTo>
                      <a:pt x="342" y="847"/>
                    </a:lnTo>
                    <a:lnTo>
                      <a:pt x="342" y="527"/>
                    </a:lnTo>
                    <a:lnTo>
                      <a:pt x="451" y="527"/>
                    </a:lnTo>
                    <a:lnTo>
                      <a:pt x="340" y="124"/>
                    </a:lnTo>
                    <a:lnTo>
                      <a:pt x="345" y="124"/>
                    </a:lnTo>
                    <a:lnTo>
                      <a:pt x="345" y="124"/>
                    </a:lnTo>
                    <a:lnTo>
                      <a:pt x="352" y="124"/>
                    </a:lnTo>
                    <a:lnTo>
                      <a:pt x="427" y="349"/>
                    </a:lnTo>
                    <a:lnTo>
                      <a:pt x="427" y="349"/>
                    </a:lnTo>
                    <a:lnTo>
                      <a:pt x="429" y="357"/>
                    </a:lnTo>
                    <a:lnTo>
                      <a:pt x="434" y="362"/>
                    </a:lnTo>
                    <a:lnTo>
                      <a:pt x="444" y="371"/>
                    </a:lnTo>
                    <a:lnTo>
                      <a:pt x="459" y="374"/>
                    </a:lnTo>
                    <a:lnTo>
                      <a:pt x="463" y="374"/>
                    </a:lnTo>
                    <a:lnTo>
                      <a:pt x="471" y="371"/>
                    </a:lnTo>
                    <a:lnTo>
                      <a:pt x="471" y="371"/>
                    </a:lnTo>
                    <a:lnTo>
                      <a:pt x="478" y="369"/>
                    </a:lnTo>
                    <a:lnTo>
                      <a:pt x="483" y="364"/>
                    </a:lnTo>
                    <a:lnTo>
                      <a:pt x="493" y="354"/>
                    </a:lnTo>
                    <a:lnTo>
                      <a:pt x="495" y="340"/>
                    </a:lnTo>
                    <a:lnTo>
                      <a:pt x="495" y="332"/>
                    </a:lnTo>
                    <a:lnTo>
                      <a:pt x="495" y="328"/>
                    </a:lnTo>
                    <a:lnTo>
                      <a:pt x="495" y="3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02" name="组合 301"/>
            <p:cNvGrpSpPr/>
            <p:nvPr/>
          </p:nvGrpSpPr>
          <p:grpSpPr>
            <a:xfrm>
              <a:off x="2349267" y="3451059"/>
              <a:ext cx="245286" cy="622327"/>
              <a:chOff x="4294188" y="3405188"/>
              <a:chExt cx="555625" cy="1409700"/>
            </a:xfrm>
            <a:grpFill/>
          </p:grpSpPr>
          <p:sp>
            <p:nvSpPr>
              <p:cNvPr id="318"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solidFill>
                <a:srgbClr val="548C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9"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solidFill>
                <a:srgbClr val="548C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03" name="组合 302"/>
            <p:cNvGrpSpPr/>
            <p:nvPr/>
          </p:nvGrpSpPr>
          <p:grpSpPr>
            <a:xfrm>
              <a:off x="2625929" y="3451059"/>
              <a:ext cx="245286" cy="622327"/>
              <a:chOff x="4294188" y="3405188"/>
              <a:chExt cx="555625" cy="1409700"/>
            </a:xfrm>
            <a:grpFill/>
          </p:grpSpPr>
          <p:sp>
            <p:nvSpPr>
              <p:cNvPr id="316"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solidFill>
                <a:srgbClr val="548C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7"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solidFill>
                <a:srgbClr val="548C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04" name="组合 303"/>
            <p:cNvGrpSpPr/>
            <p:nvPr/>
          </p:nvGrpSpPr>
          <p:grpSpPr>
            <a:xfrm>
              <a:off x="2902591" y="3451059"/>
              <a:ext cx="245286" cy="622327"/>
              <a:chOff x="4294188" y="3405188"/>
              <a:chExt cx="555625" cy="1409700"/>
            </a:xfrm>
            <a:grpFill/>
          </p:grpSpPr>
          <p:sp>
            <p:nvSpPr>
              <p:cNvPr id="314"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solidFill>
                <a:srgbClr val="548C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5"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solidFill>
                <a:srgbClr val="548C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05" name="组合 304"/>
            <p:cNvGrpSpPr/>
            <p:nvPr/>
          </p:nvGrpSpPr>
          <p:grpSpPr>
            <a:xfrm>
              <a:off x="3179253" y="3451059"/>
              <a:ext cx="245286" cy="622327"/>
              <a:chOff x="4294188" y="3405188"/>
              <a:chExt cx="555625" cy="1409700"/>
            </a:xfrm>
            <a:grpFill/>
          </p:grpSpPr>
          <p:sp>
            <p:nvSpPr>
              <p:cNvPr id="312"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solidFill>
                <a:srgbClr val="548C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3"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solidFill>
                <a:srgbClr val="548C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06" name="组合 305"/>
            <p:cNvGrpSpPr/>
            <p:nvPr/>
          </p:nvGrpSpPr>
          <p:grpSpPr>
            <a:xfrm>
              <a:off x="3455915" y="3451059"/>
              <a:ext cx="245286" cy="622327"/>
              <a:chOff x="4294188" y="3405188"/>
              <a:chExt cx="555625" cy="1409700"/>
            </a:xfrm>
            <a:grpFill/>
          </p:grpSpPr>
          <p:sp>
            <p:nvSpPr>
              <p:cNvPr id="310"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solidFill>
                <a:srgbClr val="548C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1"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solidFill>
                <a:srgbClr val="548C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07" name="组合 306"/>
            <p:cNvGrpSpPr/>
            <p:nvPr/>
          </p:nvGrpSpPr>
          <p:grpSpPr>
            <a:xfrm>
              <a:off x="3732577" y="3451059"/>
              <a:ext cx="245286" cy="622327"/>
              <a:chOff x="4294188" y="3405188"/>
              <a:chExt cx="555625" cy="1409700"/>
            </a:xfrm>
            <a:grpFill/>
          </p:grpSpPr>
          <p:sp>
            <p:nvSpPr>
              <p:cNvPr id="308" name="Freeform 9"/>
              <p:cNvSpPr>
                <a:spLocks/>
              </p:cNvSpPr>
              <p:nvPr/>
            </p:nvSpPr>
            <p:spPr bwMode="auto">
              <a:xfrm>
                <a:off x="4294188" y="3646488"/>
                <a:ext cx="555625" cy="1168400"/>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solidFill>
                <a:srgbClr val="548C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9" name="Freeform 10"/>
              <p:cNvSpPr>
                <a:spLocks/>
              </p:cNvSpPr>
              <p:nvPr/>
            </p:nvSpPr>
            <p:spPr bwMode="auto">
              <a:xfrm>
                <a:off x="4462463" y="3405188"/>
                <a:ext cx="219075" cy="219075"/>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solidFill>
                <a:srgbClr val="548C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grpSp>
        <p:nvGrpSpPr>
          <p:cNvPr id="348" name="组合 347"/>
          <p:cNvGrpSpPr/>
          <p:nvPr/>
        </p:nvGrpSpPr>
        <p:grpSpPr>
          <a:xfrm>
            <a:off x="2107931" y="2769932"/>
            <a:ext cx="804096" cy="2040111"/>
            <a:chOff x="611560" y="2139550"/>
            <a:chExt cx="245286" cy="622327"/>
          </a:xfrm>
          <a:solidFill>
            <a:srgbClr val="548C9D"/>
          </a:solidFill>
        </p:grpSpPr>
        <p:sp>
          <p:nvSpPr>
            <p:cNvPr id="349" name="Freeform 9"/>
            <p:cNvSpPr>
              <a:spLocks/>
            </p:cNvSpPr>
            <p:nvPr/>
          </p:nvSpPr>
          <p:spPr bwMode="auto">
            <a:xfrm>
              <a:off x="611560" y="2246074"/>
              <a:ext cx="245286" cy="515803"/>
            </a:xfrm>
            <a:custGeom>
              <a:avLst/>
              <a:gdLst>
                <a:gd name="T0" fmla="*/ 90 w 350"/>
                <a:gd name="T1" fmla="*/ 0 h 736"/>
                <a:gd name="T2" fmla="*/ 78 w 350"/>
                <a:gd name="T3" fmla="*/ 0 h 736"/>
                <a:gd name="T4" fmla="*/ 48 w 350"/>
                <a:gd name="T5" fmla="*/ 10 h 736"/>
                <a:gd name="T6" fmla="*/ 20 w 350"/>
                <a:gd name="T7" fmla="*/ 30 h 736"/>
                <a:gd name="T8" fmla="*/ 6 w 350"/>
                <a:gd name="T9" fmla="*/ 54 h 736"/>
                <a:gd name="T10" fmla="*/ 0 w 350"/>
                <a:gd name="T11" fmla="*/ 72 h 736"/>
                <a:gd name="T12" fmla="*/ 0 w 350"/>
                <a:gd name="T13" fmla="*/ 86 h 736"/>
                <a:gd name="T14" fmla="*/ 0 w 350"/>
                <a:gd name="T15" fmla="*/ 332 h 736"/>
                <a:gd name="T16" fmla="*/ 10 w 350"/>
                <a:gd name="T17" fmla="*/ 352 h 736"/>
                <a:gd name="T18" fmla="*/ 30 w 350"/>
                <a:gd name="T19" fmla="*/ 360 h 736"/>
                <a:gd name="T20" fmla="*/ 40 w 350"/>
                <a:gd name="T21" fmla="*/ 358 h 736"/>
                <a:gd name="T22" fmla="*/ 56 w 350"/>
                <a:gd name="T23" fmla="*/ 342 h 736"/>
                <a:gd name="T24" fmla="*/ 58 w 350"/>
                <a:gd name="T25" fmla="*/ 118 h 736"/>
                <a:gd name="T26" fmla="*/ 84 w 350"/>
                <a:gd name="T27" fmla="*/ 322 h 736"/>
                <a:gd name="T28" fmla="*/ 84 w 350"/>
                <a:gd name="T29" fmla="*/ 330 h 736"/>
                <a:gd name="T30" fmla="*/ 84 w 350"/>
                <a:gd name="T31" fmla="*/ 694 h 736"/>
                <a:gd name="T32" fmla="*/ 88 w 350"/>
                <a:gd name="T33" fmla="*/ 710 h 736"/>
                <a:gd name="T34" fmla="*/ 96 w 350"/>
                <a:gd name="T35" fmla="*/ 724 h 736"/>
                <a:gd name="T36" fmla="*/ 108 w 350"/>
                <a:gd name="T37" fmla="*/ 732 h 736"/>
                <a:gd name="T38" fmla="*/ 124 w 350"/>
                <a:gd name="T39" fmla="*/ 736 h 736"/>
                <a:gd name="T40" fmla="*/ 132 w 350"/>
                <a:gd name="T41" fmla="*/ 736 h 736"/>
                <a:gd name="T42" fmla="*/ 148 w 350"/>
                <a:gd name="T43" fmla="*/ 728 h 736"/>
                <a:gd name="T44" fmla="*/ 158 w 350"/>
                <a:gd name="T45" fmla="*/ 718 h 736"/>
                <a:gd name="T46" fmla="*/ 164 w 350"/>
                <a:gd name="T47" fmla="*/ 702 h 736"/>
                <a:gd name="T48" fmla="*/ 164 w 350"/>
                <a:gd name="T49" fmla="*/ 374 h 736"/>
                <a:gd name="T50" fmla="*/ 184 w 350"/>
                <a:gd name="T51" fmla="*/ 694 h 736"/>
                <a:gd name="T52" fmla="*/ 186 w 350"/>
                <a:gd name="T53" fmla="*/ 702 h 736"/>
                <a:gd name="T54" fmla="*/ 192 w 350"/>
                <a:gd name="T55" fmla="*/ 718 h 736"/>
                <a:gd name="T56" fmla="*/ 202 w 350"/>
                <a:gd name="T57" fmla="*/ 728 h 736"/>
                <a:gd name="T58" fmla="*/ 218 w 350"/>
                <a:gd name="T59" fmla="*/ 736 h 736"/>
                <a:gd name="T60" fmla="*/ 226 w 350"/>
                <a:gd name="T61" fmla="*/ 736 h 736"/>
                <a:gd name="T62" fmla="*/ 240 w 350"/>
                <a:gd name="T63" fmla="*/ 732 h 736"/>
                <a:gd name="T64" fmla="*/ 254 w 350"/>
                <a:gd name="T65" fmla="*/ 724 h 736"/>
                <a:gd name="T66" fmla="*/ 262 w 350"/>
                <a:gd name="T67" fmla="*/ 710 h 736"/>
                <a:gd name="T68" fmla="*/ 266 w 350"/>
                <a:gd name="T69" fmla="*/ 694 h 736"/>
                <a:gd name="T70" fmla="*/ 266 w 350"/>
                <a:gd name="T71" fmla="*/ 320 h 736"/>
                <a:gd name="T72" fmla="*/ 288 w 350"/>
                <a:gd name="T73" fmla="*/ 118 h 736"/>
                <a:gd name="T74" fmla="*/ 288 w 350"/>
                <a:gd name="T75" fmla="*/ 332 h 736"/>
                <a:gd name="T76" fmla="*/ 290 w 350"/>
                <a:gd name="T77" fmla="*/ 342 h 736"/>
                <a:gd name="T78" fmla="*/ 306 w 350"/>
                <a:gd name="T79" fmla="*/ 358 h 736"/>
                <a:gd name="T80" fmla="*/ 318 w 350"/>
                <a:gd name="T81" fmla="*/ 360 h 736"/>
                <a:gd name="T82" fmla="*/ 340 w 350"/>
                <a:gd name="T83" fmla="*/ 352 h 736"/>
                <a:gd name="T84" fmla="*/ 350 w 350"/>
                <a:gd name="T85" fmla="*/ 336 h 736"/>
                <a:gd name="T86" fmla="*/ 350 w 350"/>
                <a:gd name="T87" fmla="*/ 86 h 736"/>
                <a:gd name="T88" fmla="*/ 350 w 350"/>
                <a:gd name="T89" fmla="*/ 68 h 736"/>
                <a:gd name="T90" fmla="*/ 348 w 350"/>
                <a:gd name="T91" fmla="*/ 60 h 736"/>
                <a:gd name="T92" fmla="*/ 338 w 350"/>
                <a:gd name="T93" fmla="*/ 38 h 736"/>
                <a:gd name="T94" fmla="*/ 316 w 350"/>
                <a:gd name="T95" fmla="*/ 16 h 736"/>
                <a:gd name="T96" fmla="*/ 284 w 350"/>
                <a:gd name="T97" fmla="*/ 2 h 736"/>
                <a:gd name="T98" fmla="*/ 266 w 350"/>
                <a:gd name="T99"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0" h="736">
                  <a:moveTo>
                    <a:pt x="266" y="0"/>
                  </a:moveTo>
                  <a:lnTo>
                    <a:pt x="90" y="0"/>
                  </a:lnTo>
                  <a:lnTo>
                    <a:pt x="90" y="0"/>
                  </a:lnTo>
                  <a:lnTo>
                    <a:pt x="78" y="0"/>
                  </a:lnTo>
                  <a:lnTo>
                    <a:pt x="68" y="2"/>
                  </a:lnTo>
                  <a:lnTo>
                    <a:pt x="48" y="10"/>
                  </a:lnTo>
                  <a:lnTo>
                    <a:pt x="34" y="18"/>
                  </a:lnTo>
                  <a:lnTo>
                    <a:pt x="20" y="30"/>
                  </a:lnTo>
                  <a:lnTo>
                    <a:pt x="12" y="42"/>
                  </a:lnTo>
                  <a:lnTo>
                    <a:pt x="6" y="54"/>
                  </a:lnTo>
                  <a:lnTo>
                    <a:pt x="2" y="64"/>
                  </a:lnTo>
                  <a:lnTo>
                    <a:pt x="0" y="72"/>
                  </a:lnTo>
                  <a:lnTo>
                    <a:pt x="0" y="74"/>
                  </a:lnTo>
                  <a:lnTo>
                    <a:pt x="0" y="86"/>
                  </a:lnTo>
                  <a:lnTo>
                    <a:pt x="0" y="332"/>
                  </a:lnTo>
                  <a:lnTo>
                    <a:pt x="0" y="332"/>
                  </a:lnTo>
                  <a:lnTo>
                    <a:pt x="2" y="342"/>
                  </a:lnTo>
                  <a:lnTo>
                    <a:pt x="10" y="352"/>
                  </a:lnTo>
                  <a:lnTo>
                    <a:pt x="18" y="358"/>
                  </a:lnTo>
                  <a:lnTo>
                    <a:pt x="30" y="360"/>
                  </a:lnTo>
                  <a:lnTo>
                    <a:pt x="30" y="360"/>
                  </a:lnTo>
                  <a:lnTo>
                    <a:pt x="40" y="358"/>
                  </a:lnTo>
                  <a:lnTo>
                    <a:pt x="50" y="352"/>
                  </a:lnTo>
                  <a:lnTo>
                    <a:pt x="56" y="342"/>
                  </a:lnTo>
                  <a:lnTo>
                    <a:pt x="58" y="332"/>
                  </a:lnTo>
                  <a:lnTo>
                    <a:pt x="58" y="118"/>
                  </a:lnTo>
                  <a:lnTo>
                    <a:pt x="84" y="118"/>
                  </a:lnTo>
                  <a:lnTo>
                    <a:pt x="84" y="322"/>
                  </a:lnTo>
                  <a:lnTo>
                    <a:pt x="84" y="322"/>
                  </a:lnTo>
                  <a:lnTo>
                    <a:pt x="84" y="330"/>
                  </a:lnTo>
                  <a:lnTo>
                    <a:pt x="84" y="694"/>
                  </a:lnTo>
                  <a:lnTo>
                    <a:pt x="84" y="694"/>
                  </a:lnTo>
                  <a:lnTo>
                    <a:pt x="84" y="702"/>
                  </a:lnTo>
                  <a:lnTo>
                    <a:pt x="88" y="710"/>
                  </a:lnTo>
                  <a:lnTo>
                    <a:pt x="90" y="718"/>
                  </a:lnTo>
                  <a:lnTo>
                    <a:pt x="96" y="724"/>
                  </a:lnTo>
                  <a:lnTo>
                    <a:pt x="102" y="728"/>
                  </a:lnTo>
                  <a:lnTo>
                    <a:pt x="108" y="732"/>
                  </a:lnTo>
                  <a:lnTo>
                    <a:pt x="116" y="736"/>
                  </a:lnTo>
                  <a:lnTo>
                    <a:pt x="124" y="736"/>
                  </a:lnTo>
                  <a:lnTo>
                    <a:pt x="124" y="736"/>
                  </a:lnTo>
                  <a:lnTo>
                    <a:pt x="132" y="736"/>
                  </a:lnTo>
                  <a:lnTo>
                    <a:pt x="140" y="732"/>
                  </a:lnTo>
                  <a:lnTo>
                    <a:pt x="148" y="728"/>
                  </a:lnTo>
                  <a:lnTo>
                    <a:pt x="154" y="724"/>
                  </a:lnTo>
                  <a:lnTo>
                    <a:pt x="158" y="718"/>
                  </a:lnTo>
                  <a:lnTo>
                    <a:pt x="162" y="710"/>
                  </a:lnTo>
                  <a:lnTo>
                    <a:pt x="164" y="702"/>
                  </a:lnTo>
                  <a:lnTo>
                    <a:pt x="164" y="694"/>
                  </a:lnTo>
                  <a:lnTo>
                    <a:pt x="164" y="374"/>
                  </a:lnTo>
                  <a:lnTo>
                    <a:pt x="184" y="374"/>
                  </a:lnTo>
                  <a:lnTo>
                    <a:pt x="184" y="694"/>
                  </a:lnTo>
                  <a:lnTo>
                    <a:pt x="184" y="694"/>
                  </a:lnTo>
                  <a:lnTo>
                    <a:pt x="186" y="702"/>
                  </a:lnTo>
                  <a:lnTo>
                    <a:pt x="188" y="710"/>
                  </a:lnTo>
                  <a:lnTo>
                    <a:pt x="192" y="718"/>
                  </a:lnTo>
                  <a:lnTo>
                    <a:pt x="196" y="724"/>
                  </a:lnTo>
                  <a:lnTo>
                    <a:pt x="202" y="728"/>
                  </a:lnTo>
                  <a:lnTo>
                    <a:pt x="210" y="732"/>
                  </a:lnTo>
                  <a:lnTo>
                    <a:pt x="218" y="736"/>
                  </a:lnTo>
                  <a:lnTo>
                    <a:pt x="226" y="736"/>
                  </a:lnTo>
                  <a:lnTo>
                    <a:pt x="226" y="736"/>
                  </a:lnTo>
                  <a:lnTo>
                    <a:pt x="234" y="736"/>
                  </a:lnTo>
                  <a:lnTo>
                    <a:pt x="240" y="732"/>
                  </a:lnTo>
                  <a:lnTo>
                    <a:pt x="248" y="728"/>
                  </a:lnTo>
                  <a:lnTo>
                    <a:pt x="254" y="724"/>
                  </a:lnTo>
                  <a:lnTo>
                    <a:pt x="258" y="718"/>
                  </a:lnTo>
                  <a:lnTo>
                    <a:pt x="262" y="710"/>
                  </a:lnTo>
                  <a:lnTo>
                    <a:pt x="264" y="702"/>
                  </a:lnTo>
                  <a:lnTo>
                    <a:pt x="266" y="694"/>
                  </a:lnTo>
                  <a:lnTo>
                    <a:pt x="266" y="322"/>
                  </a:lnTo>
                  <a:lnTo>
                    <a:pt x="266" y="320"/>
                  </a:lnTo>
                  <a:lnTo>
                    <a:pt x="266" y="118"/>
                  </a:lnTo>
                  <a:lnTo>
                    <a:pt x="288" y="118"/>
                  </a:lnTo>
                  <a:lnTo>
                    <a:pt x="288" y="332"/>
                  </a:lnTo>
                  <a:lnTo>
                    <a:pt x="288" y="332"/>
                  </a:lnTo>
                  <a:lnTo>
                    <a:pt x="288" y="336"/>
                  </a:lnTo>
                  <a:lnTo>
                    <a:pt x="290" y="342"/>
                  </a:lnTo>
                  <a:lnTo>
                    <a:pt x="296" y="352"/>
                  </a:lnTo>
                  <a:lnTo>
                    <a:pt x="306" y="358"/>
                  </a:lnTo>
                  <a:lnTo>
                    <a:pt x="318" y="360"/>
                  </a:lnTo>
                  <a:lnTo>
                    <a:pt x="318" y="360"/>
                  </a:lnTo>
                  <a:lnTo>
                    <a:pt x="330" y="358"/>
                  </a:lnTo>
                  <a:lnTo>
                    <a:pt x="340" y="352"/>
                  </a:lnTo>
                  <a:lnTo>
                    <a:pt x="348" y="342"/>
                  </a:lnTo>
                  <a:lnTo>
                    <a:pt x="350" y="336"/>
                  </a:lnTo>
                  <a:lnTo>
                    <a:pt x="350" y="332"/>
                  </a:lnTo>
                  <a:lnTo>
                    <a:pt x="350" y="86"/>
                  </a:lnTo>
                  <a:lnTo>
                    <a:pt x="350" y="74"/>
                  </a:lnTo>
                  <a:lnTo>
                    <a:pt x="350" y="68"/>
                  </a:lnTo>
                  <a:lnTo>
                    <a:pt x="350" y="68"/>
                  </a:lnTo>
                  <a:lnTo>
                    <a:pt x="348" y="60"/>
                  </a:lnTo>
                  <a:lnTo>
                    <a:pt x="344" y="48"/>
                  </a:lnTo>
                  <a:lnTo>
                    <a:pt x="338" y="38"/>
                  </a:lnTo>
                  <a:lnTo>
                    <a:pt x="328" y="26"/>
                  </a:lnTo>
                  <a:lnTo>
                    <a:pt x="316" y="16"/>
                  </a:lnTo>
                  <a:lnTo>
                    <a:pt x="302" y="8"/>
                  </a:lnTo>
                  <a:lnTo>
                    <a:pt x="284" y="2"/>
                  </a:lnTo>
                  <a:lnTo>
                    <a:pt x="266" y="0"/>
                  </a:lnTo>
                  <a:lnTo>
                    <a:pt x="2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0" name="Freeform 10"/>
            <p:cNvSpPr>
              <a:spLocks/>
            </p:cNvSpPr>
            <p:nvPr/>
          </p:nvSpPr>
          <p:spPr bwMode="auto">
            <a:xfrm>
              <a:off x="685847" y="2139550"/>
              <a:ext cx="96713" cy="96713"/>
            </a:xfrm>
            <a:custGeom>
              <a:avLst/>
              <a:gdLst>
                <a:gd name="T0" fmla="*/ 70 w 138"/>
                <a:gd name="T1" fmla="*/ 138 h 138"/>
                <a:gd name="T2" fmla="*/ 70 w 138"/>
                <a:gd name="T3" fmla="*/ 138 h 138"/>
                <a:gd name="T4" fmla="*/ 84 w 138"/>
                <a:gd name="T5" fmla="*/ 138 h 138"/>
                <a:gd name="T6" fmla="*/ 96 w 138"/>
                <a:gd name="T7" fmla="*/ 134 h 138"/>
                <a:gd name="T8" fmla="*/ 108 w 138"/>
                <a:gd name="T9" fmla="*/ 126 h 138"/>
                <a:gd name="T10" fmla="*/ 118 w 138"/>
                <a:gd name="T11" fmla="*/ 118 h 138"/>
                <a:gd name="T12" fmla="*/ 128 w 138"/>
                <a:gd name="T13" fmla="*/ 108 h 138"/>
                <a:gd name="T14" fmla="*/ 134 w 138"/>
                <a:gd name="T15" fmla="*/ 96 h 138"/>
                <a:gd name="T16" fmla="*/ 138 w 138"/>
                <a:gd name="T17" fmla="*/ 84 h 138"/>
                <a:gd name="T18" fmla="*/ 138 w 138"/>
                <a:gd name="T19" fmla="*/ 70 h 138"/>
                <a:gd name="T20" fmla="*/ 138 w 138"/>
                <a:gd name="T21" fmla="*/ 70 h 138"/>
                <a:gd name="T22" fmla="*/ 138 w 138"/>
                <a:gd name="T23" fmla="*/ 56 h 138"/>
                <a:gd name="T24" fmla="*/ 134 w 138"/>
                <a:gd name="T25" fmla="*/ 42 h 138"/>
                <a:gd name="T26" fmla="*/ 128 w 138"/>
                <a:gd name="T27" fmla="*/ 30 h 138"/>
                <a:gd name="T28" fmla="*/ 118 w 138"/>
                <a:gd name="T29" fmla="*/ 20 h 138"/>
                <a:gd name="T30" fmla="*/ 108 w 138"/>
                <a:gd name="T31" fmla="*/ 12 h 138"/>
                <a:gd name="T32" fmla="*/ 96 w 138"/>
                <a:gd name="T33" fmla="*/ 4 h 138"/>
                <a:gd name="T34" fmla="*/ 84 w 138"/>
                <a:gd name="T35" fmla="*/ 0 h 138"/>
                <a:gd name="T36" fmla="*/ 70 w 138"/>
                <a:gd name="T37" fmla="*/ 0 h 138"/>
                <a:gd name="T38" fmla="*/ 70 w 138"/>
                <a:gd name="T39" fmla="*/ 0 h 138"/>
                <a:gd name="T40" fmla="*/ 56 w 138"/>
                <a:gd name="T41" fmla="*/ 0 h 138"/>
                <a:gd name="T42" fmla="*/ 42 w 138"/>
                <a:gd name="T43" fmla="*/ 4 h 138"/>
                <a:gd name="T44" fmla="*/ 30 w 138"/>
                <a:gd name="T45" fmla="*/ 12 h 138"/>
                <a:gd name="T46" fmla="*/ 20 w 138"/>
                <a:gd name="T47" fmla="*/ 20 h 138"/>
                <a:gd name="T48" fmla="*/ 12 w 138"/>
                <a:gd name="T49" fmla="*/ 30 h 138"/>
                <a:gd name="T50" fmla="*/ 4 w 138"/>
                <a:gd name="T51" fmla="*/ 42 h 138"/>
                <a:gd name="T52" fmla="*/ 0 w 138"/>
                <a:gd name="T53" fmla="*/ 56 h 138"/>
                <a:gd name="T54" fmla="*/ 0 w 138"/>
                <a:gd name="T55" fmla="*/ 70 h 138"/>
                <a:gd name="T56" fmla="*/ 0 w 138"/>
                <a:gd name="T57" fmla="*/ 70 h 138"/>
                <a:gd name="T58" fmla="*/ 0 w 138"/>
                <a:gd name="T59" fmla="*/ 84 h 138"/>
                <a:gd name="T60" fmla="*/ 4 w 138"/>
                <a:gd name="T61" fmla="*/ 96 h 138"/>
                <a:gd name="T62" fmla="*/ 12 w 138"/>
                <a:gd name="T63" fmla="*/ 108 h 138"/>
                <a:gd name="T64" fmla="*/ 20 w 138"/>
                <a:gd name="T65" fmla="*/ 118 h 138"/>
                <a:gd name="T66" fmla="*/ 30 w 138"/>
                <a:gd name="T67" fmla="*/ 126 h 138"/>
                <a:gd name="T68" fmla="*/ 42 w 138"/>
                <a:gd name="T69" fmla="*/ 134 h 138"/>
                <a:gd name="T70" fmla="*/ 56 w 138"/>
                <a:gd name="T71" fmla="*/ 138 h 138"/>
                <a:gd name="T72" fmla="*/ 70 w 138"/>
                <a:gd name="T73" fmla="*/ 138 h 138"/>
                <a:gd name="T74" fmla="*/ 70 w 138"/>
                <a:gd name="T7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38">
                  <a:moveTo>
                    <a:pt x="70" y="138"/>
                  </a:moveTo>
                  <a:lnTo>
                    <a:pt x="70" y="138"/>
                  </a:lnTo>
                  <a:lnTo>
                    <a:pt x="84" y="138"/>
                  </a:lnTo>
                  <a:lnTo>
                    <a:pt x="96" y="134"/>
                  </a:lnTo>
                  <a:lnTo>
                    <a:pt x="108" y="126"/>
                  </a:lnTo>
                  <a:lnTo>
                    <a:pt x="118" y="118"/>
                  </a:lnTo>
                  <a:lnTo>
                    <a:pt x="128" y="108"/>
                  </a:lnTo>
                  <a:lnTo>
                    <a:pt x="134" y="96"/>
                  </a:lnTo>
                  <a:lnTo>
                    <a:pt x="138" y="84"/>
                  </a:lnTo>
                  <a:lnTo>
                    <a:pt x="138" y="70"/>
                  </a:lnTo>
                  <a:lnTo>
                    <a:pt x="138" y="70"/>
                  </a:lnTo>
                  <a:lnTo>
                    <a:pt x="138" y="56"/>
                  </a:lnTo>
                  <a:lnTo>
                    <a:pt x="134" y="42"/>
                  </a:lnTo>
                  <a:lnTo>
                    <a:pt x="128" y="30"/>
                  </a:lnTo>
                  <a:lnTo>
                    <a:pt x="118" y="20"/>
                  </a:lnTo>
                  <a:lnTo>
                    <a:pt x="108" y="12"/>
                  </a:lnTo>
                  <a:lnTo>
                    <a:pt x="96" y="4"/>
                  </a:lnTo>
                  <a:lnTo>
                    <a:pt x="84" y="0"/>
                  </a:lnTo>
                  <a:lnTo>
                    <a:pt x="70" y="0"/>
                  </a:lnTo>
                  <a:lnTo>
                    <a:pt x="70" y="0"/>
                  </a:lnTo>
                  <a:lnTo>
                    <a:pt x="56" y="0"/>
                  </a:lnTo>
                  <a:lnTo>
                    <a:pt x="42" y="4"/>
                  </a:lnTo>
                  <a:lnTo>
                    <a:pt x="30" y="12"/>
                  </a:lnTo>
                  <a:lnTo>
                    <a:pt x="20" y="20"/>
                  </a:lnTo>
                  <a:lnTo>
                    <a:pt x="12" y="30"/>
                  </a:lnTo>
                  <a:lnTo>
                    <a:pt x="4" y="42"/>
                  </a:lnTo>
                  <a:lnTo>
                    <a:pt x="0" y="56"/>
                  </a:lnTo>
                  <a:lnTo>
                    <a:pt x="0" y="70"/>
                  </a:lnTo>
                  <a:lnTo>
                    <a:pt x="0" y="70"/>
                  </a:lnTo>
                  <a:lnTo>
                    <a:pt x="0" y="84"/>
                  </a:lnTo>
                  <a:lnTo>
                    <a:pt x="4" y="96"/>
                  </a:lnTo>
                  <a:lnTo>
                    <a:pt x="12" y="108"/>
                  </a:lnTo>
                  <a:lnTo>
                    <a:pt x="20" y="118"/>
                  </a:lnTo>
                  <a:lnTo>
                    <a:pt x="30" y="126"/>
                  </a:lnTo>
                  <a:lnTo>
                    <a:pt x="42" y="134"/>
                  </a:lnTo>
                  <a:lnTo>
                    <a:pt x="56" y="138"/>
                  </a:lnTo>
                  <a:lnTo>
                    <a:pt x="70" y="138"/>
                  </a:lnTo>
                  <a:lnTo>
                    <a:pt x="7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51" name="组合 350"/>
          <p:cNvGrpSpPr/>
          <p:nvPr/>
        </p:nvGrpSpPr>
        <p:grpSpPr>
          <a:xfrm>
            <a:off x="9397650" y="2731072"/>
            <a:ext cx="968880" cy="2117831"/>
            <a:chOff x="7296236" y="3576592"/>
            <a:chExt cx="294343" cy="643391"/>
          </a:xfrm>
          <a:solidFill>
            <a:srgbClr val="ED7000"/>
          </a:solidFill>
        </p:grpSpPr>
        <p:sp>
          <p:nvSpPr>
            <p:cNvPr id="352" name="Freeform 5"/>
            <p:cNvSpPr>
              <a:spLocks/>
            </p:cNvSpPr>
            <p:nvPr/>
          </p:nvSpPr>
          <p:spPr bwMode="auto">
            <a:xfrm>
              <a:off x="7394350" y="3576592"/>
              <a:ext cx="95141" cy="96925"/>
            </a:xfrm>
            <a:custGeom>
              <a:avLst/>
              <a:gdLst>
                <a:gd name="T0" fmla="*/ 80 w 160"/>
                <a:gd name="T1" fmla="*/ 163 h 163"/>
                <a:gd name="T2" fmla="*/ 80 w 160"/>
                <a:gd name="T3" fmla="*/ 163 h 163"/>
                <a:gd name="T4" fmla="*/ 95 w 160"/>
                <a:gd name="T5" fmla="*/ 160 h 163"/>
                <a:gd name="T6" fmla="*/ 112 w 160"/>
                <a:gd name="T7" fmla="*/ 155 h 163"/>
                <a:gd name="T8" fmla="*/ 124 w 160"/>
                <a:gd name="T9" fmla="*/ 148 h 163"/>
                <a:gd name="T10" fmla="*/ 136 w 160"/>
                <a:gd name="T11" fmla="*/ 138 h 163"/>
                <a:gd name="T12" fmla="*/ 146 w 160"/>
                <a:gd name="T13" fmla="*/ 126 h 163"/>
                <a:gd name="T14" fmla="*/ 153 w 160"/>
                <a:gd name="T15" fmla="*/ 112 h 163"/>
                <a:gd name="T16" fmla="*/ 158 w 160"/>
                <a:gd name="T17" fmla="*/ 97 h 163"/>
                <a:gd name="T18" fmla="*/ 160 w 160"/>
                <a:gd name="T19" fmla="*/ 80 h 163"/>
                <a:gd name="T20" fmla="*/ 160 w 160"/>
                <a:gd name="T21" fmla="*/ 80 h 163"/>
                <a:gd name="T22" fmla="*/ 158 w 160"/>
                <a:gd name="T23" fmla="*/ 66 h 163"/>
                <a:gd name="T24" fmla="*/ 153 w 160"/>
                <a:gd name="T25" fmla="*/ 49 h 163"/>
                <a:gd name="T26" fmla="*/ 146 w 160"/>
                <a:gd name="T27" fmla="*/ 36 h 163"/>
                <a:gd name="T28" fmla="*/ 136 w 160"/>
                <a:gd name="T29" fmla="*/ 24 h 163"/>
                <a:gd name="T30" fmla="*/ 124 w 160"/>
                <a:gd name="T31" fmla="*/ 15 h 163"/>
                <a:gd name="T32" fmla="*/ 112 w 160"/>
                <a:gd name="T33" fmla="*/ 7 h 163"/>
                <a:gd name="T34" fmla="*/ 95 w 160"/>
                <a:gd name="T35" fmla="*/ 2 h 163"/>
                <a:gd name="T36" fmla="*/ 80 w 160"/>
                <a:gd name="T37" fmla="*/ 0 h 163"/>
                <a:gd name="T38" fmla="*/ 80 w 160"/>
                <a:gd name="T39" fmla="*/ 0 h 163"/>
                <a:gd name="T40" fmla="*/ 63 w 160"/>
                <a:gd name="T41" fmla="*/ 2 h 163"/>
                <a:gd name="T42" fmla="*/ 49 w 160"/>
                <a:gd name="T43" fmla="*/ 7 h 163"/>
                <a:gd name="T44" fmla="*/ 34 w 160"/>
                <a:gd name="T45" fmla="*/ 15 h 163"/>
                <a:gd name="T46" fmla="*/ 22 w 160"/>
                <a:gd name="T47" fmla="*/ 24 h 163"/>
                <a:gd name="T48" fmla="*/ 12 w 160"/>
                <a:gd name="T49" fmla="*/ 36 h 163"/>
                <a:gd name="T50" fmla="*/ 5 w 160"/>
                <a:gd name="T51" fmla="*/ 49 h 163"/>
                <a:gd name="T52" fmla="*/ 0 w 160"/>
                <a:gd name="T53" fmla="*/ 66 h 163"/>
                <a:gd name="T54" fmla="*/ 0 w 160"/>
                <a:gd name="T55" fmla="*/ 80 h 163"/>
                <a:gd name="T56" fmla="*/ 0 w 160"/>
                <a:gd name="T57" fmla="*/ 80 h 163"/>
                <a:gd name="T58" fmla="*/ 0 w 160"/>
                <a:gd name="T59" fmla="*/ 97 h 163"/>
                <a:gd name="T60" fmla="*/ 5 w 160"/>
                <a:gd name="T61" fmla="*/ 112 h 163"/>
                <a:gd name="T62" fmla="*/ 12 w 160"/>
                <a:gd name="T63" fmla="*/ 126 h 163"/>
                <a:gd name="T64" fmla="*/ 22 w 160"/>
                <a:gd name="T65" fmla="*/ 138 h 163"/>
                <a:gd name="T66" fmla="*/ 34 w 160"/>
                <a:gd name="T67" fmla="*/ 148 h 163"/>
                <a:gd name="T68" fmla="*/ 49 w 160"/>
                <a:gd name="T69" fmla="*/ 155 h 163"/>
                <a:gd name="T70" fmla="*/ 63 w 160"/>
                <a:gd name="T71" fmla="*/ 160 h 163"/>
                <a:gd name="T72" fmla="*/ 80 w 160"/>
                <a:gd name="T73" fmla="*/ 163 h 163"/>
                <a:gd name="T74" fmla="*/ 80 w 160"/>
                <a:gd name="T75"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0" h="163">
                  <a:moveTo>
                    <a:pt x="80" y="163"/>
                  </a:moveTo>
                  <a:lnTo>
                    <a:pt x="80" y="163"/>
                  </a:lnTo>
                  <a:lnTo>
                    <a:pt x="95" y="160"/>
                  </a:lnTo>
                  <a:lnTo>
                    <a:pt x="112" y="155"/>
                  </a:lnTo>
                  <a:lnTo>
                    <a:pt x="124" y="148"/>
                  </a:lnTo>
                  <a:lnTo>
                    <a:pt x="136" y="138"/>
                  </a:lnTo>
                  <a:lnTo>
                    <a:pt x="146" y="126"/>
                  </a:lnTo>
                  <a:lnTo>
                    <a:pt x="153" y="112"/>
                  </a:lnTo>
                  <a:lnTo>
                    <a:pt x="158" y="97"/>
                  </a:lnTo>
                  <a:lnTo>
                    <a:pt x="160" y="80"/>
                  </a:lnTo>
                  <a:lnTo>
                    <a:pt x="160" y="80"/>
                  </a:lnTo>
                  <a:lnTo>
                    <a:pt x="158" y="66"/>
                  </a:lnTo>
                  <a:lnTo>
                    <a:pt x="153" y="49"/>
                  </a:lnTo>
                  <a:lnTo>
                    <a:pt x="146" y="36"/>
                  </a:lnTo>
                  <a:lnTo>
                    <a:pt x="136" y="24"/>
                  </a:lnTo>
                  <a:lnTo>
                    <a:pt x="124" y="15"/>
                  </a:lnTo>
                  <a:lnTo>
                    <a:pt x="112" y="7"/>
                  </a:lnTo>
                  <a:lnTo>
                    <a:pt x="95" y="2"/>
                  </a:lnTo>
                  <a:lnTo>
                    <a:pt x="80" y="0"/>
                  </a:lnTo>
                  <a:lnTo>
                    <a:pt x="80" y="0"/>
                  </a:lnTo>
                  <a:lnTo>
                    <a:pt x="63" y="2"/>
                  </a:lnTo>
                  <a:lnTo>
                    <a:pt x="49" y="7"/>
                  </a:lnTo>
                  <a:lnTo>
                    <a:pt x="34" y="15"/>
                  </a:lnTo>
                  <a:lnTo>
                    <a:pt x="22" y="24"/>
                  </a:lnTo>
                  <a:lnTo>
                    <a:pt x="12" y="36"/>
                  </a:lnTo>
                  <a:lnTo>
                    <a:pt x="5" y="49"/>
                  </a:lnTo>
                  <a:lnTo>
                    <a:pt x="0" y="66"/>
                  </a:lnTo>
                  <a:lnTo>
                    <a:pt x="0" y="80"/>
                  </a:lnTo>
                  <a:lnTo>
                    <a:pt x="0" y="80"/>
                  </a:lnTo>
                  <a:lnTo>
                    <a:pt x="0" y="97"/>
                  </a:lnTo>
                  <a:lnTo>
                    <a:pt x="5" y="112"/>
                  </a:lnTo>
                  <a:lnTo>
                    <a:pt x="12" y="126"/>
                  </a:lnTo>
                  <a:lnTo>
                    <a:pt x="22" y="138"/>
                  </a:lnTo>
                  <a:lnTo>
                    <a:pt x="34" y="148"/>
                  </a:lnTo>
                  <a:lnTo>
                    <a:pt x="49" y="155"/>
                  </a:lnTo>
                  <a:lnTo>
                    <a:pt x="63" y="160"/>
                  </a:lnTo>
                  <a:lnTo>
                    <a:pt x="80" y="163"/>
                  </a:lnTo>
                  <a:lnTo>
                    <a:pt x="80" y="1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3" name="Freeform 6"/>
            <p:cNvSpPr>
              <a:spLocks/>
            </p:cNvSpPr>
            <p:nvPr/>
          </p:nvSpPr>
          <p:spPr bwMode="auto">
            <a:xfrm>
              <a:off x="7296236" y="3691950"/>
              <a:ext cx="294343" cy="528033"/>
            </a:xfrm>
            <a:custGeom>
              <a:avLst/>
              <a:gdLst>
                <a:gd name="T0" fmla="*/ 403 w 495"/>
                <a:gd name="T1" fmla="*/ 53 h 888"/>
                <a:gd name="T2" fmla="*/ 400 w 495"/>
                <a:gd name="T3" fmla="*/ 41 h 888"/>
                <a:gd name="T4" fmla="*/ 391 w 495"/>
                <a:gd name="T5" fmla="*/ 22 h 888"/>
                <a:gd name="T6" fmla="*/ 376 w 495"/>
                <a:gd name="T7" fmla="*/ 10 h 888"/>
                <a:gd name="T8" fmla="*/ 357 w 495"/>
                <a:gd name="T9" fmla="*/ 0 h 888"/>
                <a:gd name="T10" fmla="*/ 146 w 495"/>
                <a:gd name="T11" fmla="*/ 0 h 888"/>
                <a:gd name="T12" fmla="*/ 131 w 495"/>
                <a:gd name="T13" fmla="*/ 3 h 888"/>
                <a:gd name="T14" fmla="*/ 104 w 495"/>
                <a:gd name="T15" fmla="*/ 17 h 888"/>
                <a:gd name="T16" fmla="*/ 97 w 495"/>
                <a:gd name="T17" fmla="*/ 27 h 888"/>
                <a:gd name="T18" fmla="*/ 90 w 495"/>
                <a:gd name="T19" fmla="*/ 39 h 888"/>
                <a:gd name="T20" fmla="*/ 90 w 495"/>
                <a:gd name="T21" fmla="*/ 44 h 888"/>
                <a:gd name="T22" fmla="*/ 0 w 495"/>
                <a:gd name="T23" fmla="*/ 328 h 888"/>
                <a:gd name="T24" fmla="*/ 0 w 495"/>
                <a:gd name="T25" fmla="*/ 342 h 888"/>
                <a:gd name="T26" fmla="*/ 12 w 495"/>
                <a:gd name="T27" fmla="*/ 366 h 888"/>
                <a:gd name="T28" fmla="*/ 24 w 495"/>
                <a:gd name="T29" fmla="*/ 374 h 888"/>
                <a:gd name="T30" fmla="*/ 32 w 495"/>
                <a:gd name="T31" fmla="*/ 374 h 888"/>
                <a:gd name="T32" fmla="*/ 51 w 495"/>
                <a:gd name="T33" fmla="*/ 371 h 888"/>
                <a:gd name="T34" fmla="*/ 66 w 495"/>
                <a:gd name="T35" fmla="*/ 357 h 888"/>
                <a:gd name="T36" fmla="*/ 138 w 495"/>
                <a:gd name="T37" fmla="*/ 124 h 888"/>
                <a:gd name="T38" fmla="*/ 146 w 495"/>
                <a:gd name="T39" fmla="*/ 124 h 888"/>
                <a:gd name="T40" fmla="*/ 46 w 495"/>
                <a:gd name="T41" fmla="*/ 527 h 888"/>
                <a:gd name="T42" fmla="*/ 155 w 495"/>
                <a:gd name="T43" fmla="*/ 847 h 888"/>
                <a:gd name="T44" fmla="*/ 155 w 495"/>
                <a:gd name="T45" fmla="*/ 854 h 888"/>
                <a:gd name="T46" fmla="*/ 160 w 495"/>
                <a:gd name="T47" fmla="*/ 869 h 888"/>
                <a:gd name="T48" fmla="*/ 172 w 495"/>
                <a:gd name="T49" fmla="*/ 881 h 888"/>
                <a:gd name="T50" fmla="*/ 187 w 495"/>
                <a:gd name="T51" fmla="*/ 886 h 888"/>
                <a:gd name="T52" fmla="*/ 194 w 495"/>
                <a:gd name="T53" fmla="*/ 888 h 888"/>
                <a:gd name="T54" fmla="*/ 211 w 495"/>
                <a:gd name="T55" fmla="*/ 883 h 888"/>
                <a:gd name="T56" fmla="*/ 223 w 495"/>
                <a:gd name="T57" fmla="*/ 876 h 888"/>
                <a:gd name="T58" fmla="*/ 233 w 495"/>
                <a:gd name="T59" fmla="*/ 861 h 888"/>
                <a:gd name="T60" fmla="*/ 235 w 495"/>
                <a:gd name="T61" fmla="*/ 847 h 888"/>
                <a:gd name="T62" fmla="*/ 260 w 495"/>
                <a:gd name="T63" fmla="*/ 527 h 888"/>
                <a:gd name="T64" fmla="*/ 260 w 495"/>
                <a:gd name="T65" fmla="*/ 847 h 888"/>
                <a:gd name="T66" fmla="*/ 264 w 495"/>
                <a:gd name="T67" fmla="*/ 861 h 888"/>
                <a:gd name="T68" fmla="*/ 272 w 495"/>
                <a:gd name="T69" fmla="*/ 876 h 888"/>
                <a:gd name="T70" fmla="*/ 286 w 495"/>
                <a:gd name="T71" fmla="*/ 883 h 888"/>
                <a:gd name="T72" fmla="*/ 301 w 495"/>
                <a:gd name="T73" fmla="*/ 888 h 888"/>
                <a:gd name="T74" fmla="*/ 311 w 495"/>
                <a:gd name="T75" fmla="*/ 886 h 888"/>
                <a:gd name="T76" fmla="*/ 325 w 495"/>
                <a:gd name="T77" fmla="*/ 881 h 888"/>
                <a:gd name="T78" fmla="*/ 335 w 495"/>
                <a:gd name="T79" fmla="*/ 869 h 888"/>
                <a:gd name="T80" fmla="*/ 342 w 495"/>
                <a:gd name="T81" fmla="*/ 854 h 888"/>
                <a:gd name="T82" fmla="*/ 342 w 495"/>
                <a:gd name="T83" fmla="*/ 527 h 888"/>
                <a:gd name="T84" fmla="*/ 340 w 495"/>
                <a:gd name="T85" fmla="*/ 124 h 888"/>
                <a:gd name="T86" fmla="*/ 345 w 495"/>
                <a:gd name="T87" fmla="*/ 124 h 888"/>
                <a:gd name="T88" fmla="*/ 427 w 495"/>
                <a:gd name="T89" fmla="*/ 349 h 888"/>
                <a:gd name="T90" fmla="*/ 429 w 495"/>
                <a:gd name="T91" fmla="*/ 357 h 888"/>
                <a:gd name="T92" fmla="*/ 444 w 495"/>
                <a:gd name="T93" fmla="*/ 371 h 888"/>
                <a:gd name="T94" fmla="*/ 463 w 495"/>
                <a:gd name="T95" fmla="*/ 374 h 888"/>
                <a:gd name="T96" fmla="*/ 471 w 495"/>
                <a:gd name="T97" fmla="*/ 371 h 888"/>
                <a:gd name="T98" fmla="*/ 483 w 495"/>
                <a:gd name="T99" fmla="*/ 364 h 888"/>
                <a:gd name="T100" fmla="*/ 495 w 495"/>
                <a:gd name="T101" fmla="*/ 340 h 888"/>
                <a:gd name="T102" fmla="*/ 495 w 495"/>
                <a:gd name="T103" fmla="*/ 328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95" h="888">
                  <a:moveTo>
                    <a:pt x="495" y="328"/>
                  </a:moveTo>
                  <a:lnTo>
                    <a:pt x="403" y="53"/>
                  </a:lnTo>
                  <a:lnTo>
                    <a:pt x="403" y="53"/>
                  </a:lnTo>
                  <a:lnTo>
                    <a:pt x="400" y="41"/>
                  </a:lnTo>
                  <a:lnTo>
                    <a:pt x="398" y="32"/>
                  </a:lnTo>
                  <a:lnTo>
                    <a:pt x="391" y="22"/>
                  </a:lnTo>
                  <a:lnTo>
                    <a:pt x="386" y="15"/>
                  </a:lnTo>
                  <a:lnTo>
                    <a:pt x="376" y="10"/>
                  </a:lnTo>
                  <a:lnTo>
                    <a:pt x="366" y="5"/>
                  </a:lnTo>
                  <a:lnTo>
                    <a:pt x="357" y="0"/>
                  </a:lnTo>
                  <a:lnTo>
                    <a:pt x="345" y="0"/>
                  </a:lnTo>
                  <a:lnTo>
                    <a:pt x="146" y="0"/>
                  </a:lnTo>
                  <a:lnTo>
                    <a:pt x="146" y="0"/>
                  </a:lnTo>
                  <a:lnTo>
                    <a:pt x="131" y="3"/>
                  </a:lnTo>
                  <a:lnTo>
                    <a:pt x="116" y="7"/>
                  </a:lnTo>
                  <a:lnTo>
                    <a:pt x="104" y="17"/>
                  </a:lnTo>
                  <a:lnTo>
                    <a:pt x="97" y="27"/>
                  </a:lnTo>
                  <a:lnTo>
                    <a:pt x="97" y="27"/>
                  </a:lnTo>
                  <a:lnTo>
                    <a:pt x="92" y="39"/>
                  </a:lnTo>
                  <a:lnTo>
                    <a:pt x="90" y="39"/>
                  </a:lnTo>
                  <a:lnTo>
                    <a:pt x="90" y="39"/>
                  </a:lnTo>
                  <a:lnTo>
                    <a:pt x="90" y="44"/>
                  </a:lnTo>
                  <a:lnTo>
                    <a:pt x="0" y="328"/>
                  </a:lnTo>
                  <a:lnTo>
                    <a:pt x="0" y="328"/>
                  </a:lnTo>
                  <a:lnTo>
                    <a:pt x="0" y="335"/>
                  </a:lnTo>
                  <a:lnTo>
                    <a:pt x="0" y="342"/>
                  </a:lnTo>
                  <a:lnTo>
                    <a:pt x="2" y="354"/>
                  </a:lnTo>
                  <a:lnTo>
                    <a:pt x="12" y="366"/>
                  </a:lnTo>
                  <a:lnTo>
                    <a:pt x="17" y="371"/>
                  </a:lnTo>
                  <a:lnTo>
                    <a:pt x="24" y="374"/>
                  </a:lnTo>
                  <a:lnTo>
                    <a:pt x="24" y="374"/>
                  </a:lnTo>
                  <a:lnTo>
                    <a:pt x="32" y="374"/>
                  </a:lnTo>
                  <a:lnTo>
                    <a:pt x="39" y="374"/>
                  </a:lnTo>
                  <a:lnTo>
                    <a:pt x="51" y="371"/>
                  </a:lnTo>
                  <a:lnTo>
                    <a:pt x="61" y="362"/>
                  </a:lnTo>
                  <a:lnTo>
                    <a:pt x="66" y="357"/>
                  </a:lnTo>
                  <a:lnTo>
                    <a:pt x="68" y="349"/>
                  </a:lnTo>
                  <a:lnTo>
                    <a:pt x="138" y="124"/>
                  </a:lnTo>
                  <a:lnTo>
                    <a:pt x="138" y="124"/>
                  </a:lnTo>
                  <a:lnTo>
                    <a:pt x="146" y="124"/>
                  </a:lnTo>
                  <a:lnTo>
                    <a:pt x="153" y="124"/>
                  </a:lnTo>
                  <a:lnTo>
                    <a:pt x="46" y="527"/>
                  </a:lnTo>
                  <a:lnTo>
                    <a:pt x="155" y="527"/>
                  </a:lnTo>
                  <a:lnTo>
                    <a:pt x="155" y="847"/>
                  </a:lnTo>
                  <a:lnTo>
                    <a:pt x="155" y="847"/>
                  </a:lnTo>
                  <a:lnTo>
                    <a:pt x="155" y="854"/>
                  </a:lnTo>
                  <a:lnTo>
                    <a:pt x="158" y="861"/>
                  </a:lnTo>
                  <a:lnTo>
                    <a:pt x="160" y="869"/>
                  </a:lnTo>
                  <a:lnTo>
                    <a:pt x="167" y="876"/>
                  </a:lnTo>
                  <a:lnTo>
                    <a:pt x="172" y="881"/>
                  </a:lnTo>
                  <a:lnTo>
                    <a:pt x="180" y="883"/>
                  </a:lnTo>
                  <a:lnTo>
                    <a:pt x="187" y="886"/>
                  </a:lnTo>
                  <a:lnTo>
                    <a:pt x="194" y="888"/>
                  </a:lnTo>
                  <a:lnTo>
                    <a:pt x="194" y="888"/>
                  </a:lnTo>
                  <a:lnTo>
                    <a:pt x="204" y="886"/>
                  </a:lnTo>
                  <a:lnTo>
                    <a:pt x="211" y="883"/>
                  </a:lnTo>
                  <a:lnTo>
                    <a:pt x="218" y="881"/>
                  </a:lnTo>
                  <a:lnTo>
                    <a:pt x="223" y="876"/>
                  </a:lnTo>
                  <a:lnTo>
                    <a:pt x="231" y="869"/>
                  </a:lnTo>
                  <a:lnTo>
                    <a:pt x="233" y="861"/>
                  </a:lnTo>
                  <a:lnTo>
                    <a:pt x="235" y="854"/>
                  </a:lnTo>
                  <a:lnTo>
                    <a:pt x="235" y="847"/>
                  </a:lnTo>
                  <a:lnTo>
                    <a:pt x="235" y="527"/>
                  </a:lnTo>
                  <a:lnTo>
                    <a:pt x="260" y="527"/>
                  </a:lnTo>
                  <a:lnTo>
                    <a:pt x="260" y="847"/>
                  </a:lnTo>
                  <a:lnTo>
                    <a:pt x="260" y="847"/>
                  </a:lnTo>
                  <a:lnTo>
                    <a:pt x="262" y="854"/>
                  </a:lnTo>
                  <a:lnTo>
                    <a:pt x="264" y="861"/>
                  </a:lnTo>
                  <a:lnTo>
                    <a:pt x="267" y="869"/>
                  </a:lnTo>
                  <a:lnTo>
                    <a:pt x="272" y="876"/>
                  </a:lnTo>
                  <a:lnTo>
                    <a:pt x="279" y="881"/>
                  </a:lnTo>
                  <a:lnTo>
                    <a:pt x="286" y="883"/>
                  </a:lnTo>
                  <a:lnTo>
                    <a:pt x="294" y="886"/>
                  </a:lnTo>
                  <a:lnTo>
                    <a:pt x="301" y="888"/>
                  </a:lnTo>
                  <a:lnTo>
                    <a:pt x="301" y="888"/>
                  </a:lnTo>
                  <a:lnTo>
                    <a:pt x="311" y="886"/>
                  </a:lnTo>
                  <a:lnTo>
                    <a:pt x="318" y="883"/>
                  </a:lnTo>
                  <a:lnTo>
                    <a:pt x="325" y="881"/>
                  </a:lnTo>
                  <a:lnTo>
                    <a:pt x="330" y="876"/>
                  </a:lnTo>
                  <a:lnTo>
                    <a:pt x="335" y="869"/>
                  </a:lnTo>
                  <a:lnTo>
                    <a:pt x="340" y="861"/>
                  </a:lnTo>
                  <a:lnTo>
                    <a:pt x="342" y="854"/>
                  </a:lnTo>
                  <a:lnTo>
                    <a:pt x="342" y="847"/>
                  </a:lnTo>
                  <a:lnTo>
                    <a:pt x="342" y="527"/>
                  </a:lnTo>
                  <a:lnTo>
                    <a:pt x="451" y="527"/>
                  </a:lnTo>
                  <a:lnTo>
                    <a:pt x="340" y="124"/>
                  </a:lnTo>
                  <a:lnTo>
                    <a:pt x="345" y="124"/>
                  </a:lnTo>
                  <a:lnTo>
                    <a:pt x="345" y="124"/>
                  </a:lnTo>
                  <a:lnTo>
                    <a:pt x="352" y="124"/>
                  </a:lnTo>
                  <a:lnTo>
                    <a:pt x="427" y="349"/>
                  </a:lnTo>
                  <a:lnTo>
                    <a:pt x="427" y="349"/>
                  </a:lnTo>
                  <a:lnTo>
                    <a:pt x="429" y="357"/>
                  </a:lnTo>
                  <a:lnTo>
                    <a:pt x="434" y="362"/>
                  </a:lnTo>
                  <a:lnTo>
                    <a:pt x="444" y="371"/>
                  </a:lnTo>
                  <a:lnTo>
                    <a:pt x="459" y="374"/>
                  </a:lnTo>
                  <a:lnTo>
                    <a:pt x="463" y="374"/>
                  </a:lnTo>
                  <a:lnTo>
                    <a:pt x="471" y="371"/>
                  </a:lnTo>
                  <a:lnTo>
                    <a:pt x="471" y="371"/>
                  </a:lnTo>
                  <a:lnTo>
                    <a:pt x="478" y="369"/>
                  </a:lnTo>
                  <a:lnTo>
                    <a:pt x="483" y="364"/>
                  </a:lnTo>
                  <a:lnTo>
                    <a:pt x="493" y="354"/>
                  </a:lnTo>
                  <a:lnTo>
                    <a:pt x="495" y="340"/>
                  </a:lnTo>
                  <a:lnTo>
                    <a:pt x="495" y="332"/>
                  </a:lnTo>
                  <a:lnTo>
                    <a:pt x="495" y="328"/>
                  </a:lnTo>
                  <a:lnTo>
                    <a:pt x="495" y="3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354" name="TextBox 331"/>
          <p:cNvSpPr txBox="1"/>
          <p:nvPr/>
        </p:nvSpPr>
        <p:spPr>
          <a:xfrm>
            <a:off x="1861907" y="5000599"/>
            <a:ext cx="1296144" cy="584775"/>
          </a:xfrm>
          <a:prstGeom prst="rect">
            <a:avLst/>
          </a:prstGeom>
          <a:noFill/>
        </p:spPr>
        <p:txBody>
          <a:bodyPr wrap="square" rtlCol="0">
            <a:spAutoFit/>
          </a:bodyPr>
          <a:lstStyle/>
          <a:p>
            <a:pPr algn="ctr"/>
            <a:r>
              <a:rPr lang="en-US" altLang="zh-CN" sz="3200" dirty="0">
                <a:solidFill>
                  <a:srgbClr val="548C9D"/>
                </a:solidFill>
                <a:latin typeface="Impact" panose="020B0806030902050204" pitchFamily="34" charset="0"/>
              </a:rPr>
              <a:t>65%</a:t>
            </a:r>
            <a:endParaRPr lang="zh-CN" altLang="en-US" sz="3200" dirty="0">
              <a:solidFill>
                <a:srgbClr val="548C9D"/>
              </a:solidFill>
              <a:latin typeface="Impact" panose="020B0806030902050204" pitchFamily="34" charset="0"/>
            </a:endParaRPr>
          </a:p>
        </p:txBody>
      </p:sp>
      <p:sp>
        <p:nvSpPr>
          <p:cNvPr id="355" name="TextBox 336"/>
          <p:cNvSpPr txBox="1"/>
          <p:nvPr/>
        </p:nvSpPr>
        <p:spPr>
          <a:xfrm>
            <a:off x="9234018" y="5000599"/>
            <a:ext cx="1296144" cy="584775"/>
          </a:xfrm>
          <a:prstGeom prst="rect">
            <a:avLst/>
          </a:prstGeom>
          <a:noFill/>
        </p:spPr>
        <p:txBody>
          <a:bodyPr wrap="square" rtlCol="0">
            <a:spAutoFit/>
          </a:bodyPr>
          <a:lstStyle/>
          <a:p>
            <a:pPr algn="ctr"/>
            <a:r>
              <a:rPr lang="en-US" altLang="zh-CN" sz="3200" dirty="0">
                <a:solidFill>
                  <a:srgbClr val="ED7000"/>
                </a:solidFill>
                <a:latin typeface="Impact" panose="020B0806030902050204" pitchFamily="34" charset="0"/>
              </a:rPr>
              <a:t>35%</a:t>
            </a:r>
            <a:endParaRPr lang="zh-CN" altLang="en-US" sz="3200" dirty="0">
              <a:solidFill>
                <a:srgbClr val="ED7000"/>
              </a:solidFill>
              <a:latin typeface="Impact" panose="020B0806030902050204" pitchFamily="34" charset="0"/>
            </a:endParaRPr>
          </a:p>
        </p:txBody>
      </p:sp>
      <p:sp>
        <p:nvSpPr>
          <p:cNvPr id="356" name="文本框 355"/>
          <p:cNvSpPr txBox="1"/>
          <p:nvPr/>
        </p:nvSpPr>
        <p:spPr>
          <a:xfrm>
            <a:off x="1000603" y="858685"/>
            <a:ext cx="10665859" cy="438582"/>
          </a:xfrm>
          <a:prstGeom prst="rect">
            <a:avLst/>
          </a:prstGeom>
          <a:noFill/>
        </p:spPr>
        <p:txBody>
          <a:bodyPr wrap="square" rtlCol="0">
            <a:spAutoFit/>
          </a:bodyPr>
          <a:lstStyle/>
          <a:p>
            <a:pPr>
              <a:lnSpc>
                <a:spcPct val="125000"/>
              </a:lnSpc>
            </a:pPr>
            <a:r>
              <a:rPr lang="zh-CN" altLang="en-US" dirty="0">
                <a:solidFill>
                  <a:prstClr val="black">
                    <a:lumMod val="65000"/>
                    <a:lumOff val="35000"/>
                  </a:prstClr>
                </a:solidFill>
              </a:rPr>
              <a:t>下图为图标组合而成，够直接，够直观，</a:t>
            </a:r>
            <a:r>
              <a:rPr lang="en-US" altLang="zh-CN" dirty="0">
                <a:solidFill>
                  <a:prstClr val="black">
                    <a:lumMod val="65000"/>
                    <a:lumOff val="35000"/>
                  </a:prstClr>
                </a:solidFill>
              </a:rPr>
              <a:t>O(∩_∩)O</a:t>
            </a:r>
            <a:r>
              <a:rPr lang="zh-CN" altLang="en-US" dirty="0">
                <a:solidFill>
                  <a:prstClr val="black">
                    <a:lumMod val="65000"/>
                    <a:lumOff val="35000"/>
                  </a:prstClr>
                </a:solidFill>
              </a:rPr>
              <a:t>哈哈</a:t>
            </a:r>
            <a:r>
              <a:rPr lang="en-US" altLang="zh-CN" dirty="0">
                <a:solidFill>
                  <a:prstClr val="black">
                    <a:lumMod val="65000"/>
                    <a:lumOff val="35000"/>
                  </a:prstClr>
                </a:solidFill>
              </a:rPr>
              <a:t>~</a:t>
            </a:r>
          </a:p>
        </p:txBody>
      </p:sp>
      <p:sp>
        <p:nvSpPr>
          <p:cNvPr id="357" name="矩形 39"/>
          <p:cNvSpPr/>
          <p:nvPr/>
        </p:nvSpPr>
        <p:spPr>
          <a:xfrm>
            <a:off x="0" y="203088"/>
            <a:ext cx="1620957" cy="523220"/>
          </a:xfrm>
          <a:prstGeom prst="rect">
            <a:avLst/>
          </a:prstGeom>
          <a:noFill/>
        </p:spPr>
        <p:txBody>
          <a:bodyPr wrap="none" rtlCol="0">
            <a:spAutoFit/>
          </a:bodyPr>
          <a:lstStyle/>
          <a:p>
            <a:r>
              <a:rPr lang="zh-CN" altLang="en-US" sz="2800" b="1">
                <a:solidFill>
                  <a:schemeClr val="tx1">
                    <a:lumMod val="65000"/>
                    <a:lumOff val="35000"/>
                  </a:schemeClr>
                </a:solidFill>
              </a:rPr>
              <a:t>其他图表</a:t>
            </a:r>
          </a:p>
        </p:txBody>
      </p:sp>
    </p:spTree>
    <p:extLst>
      <p:ext uri="{BB962C8B-B14F-4D97-AF65-F5344CB8AC3E}">
        <p14:creationId xmlns:p14="http://schemas.microsoft.com/office/powerpoint/2010/main" val="1163120341"/>
      </p:ext>
    </p:extLst>
  </p:cSld>
  <p:clrMapOvr>
    <a:masterClrMapping/>
  </p:clrMapOvr>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7" name="文本框 356"/>
          <p:cNvSpPr txBox="1"/>
          <p:nvPr/>
        </p:nvSpPr>
        <p:spPr>
          <a:xfrm>
            <a:off x="3641450" y="2736355"/>
            <a:ext cx="4909101" cy="584775"/>
          </a:xfrm>
          <a:prstGeom prst="rect">
            <a:avLst/>
          </a:prstGeom>
          <a:noFill/>
        </p:spPr>
        <p:txBody>
          <a:bodyPr wrap="none" rtlCol="0">
            <a:spAutoFit/>
          </a:bodyPr>
          <a:lstStyle/>
          <a:p>
            <a:r>
              <a:rPr lang="en-US" altLang="zh-CN" sz="3200" b="1" dirty="0">
                <a:solidFill>
                  <a:srgbClr val="843C0C"/>
                </a:solidFill>
                <a:latin typeface="微软雅黑" panose="020B0503020204020204" pitchFamily="34" charset="-122"/>
              </a:rPr>
              <a:t>ADD YOUR TITLE HERE</a:t>
            </a:r>
            <a:endParaRPr lang="zh-CN" altLang="en-US" sz="3200" b="1" dirty="0">
              <a:solidFill>
                <a:srgbClr val="843C0C"/>
              </a:solidFill>
              <a:latin typeface="微软雅黑" panose="020B0503020204020204" pitchFamily="34" charset="-122"/>
            </a:endParaRPr>
          </a:p>
        </p:txBody>
      </p:sp>
      <p:sp>
        <p:nvSpPr>
          <p:cNvPr id="5" name="Freeform 5"/>
          <p:cNvSpPr>
            <a:spLocks/>
          </p:cNvSpPr>
          <p:nvPr/>
        </p:nvSpPr>
        <p:spPr bwMode="auto">
          <a:xfrm>
            <a:off x="4160838" y="3843338"/>
            <a:ext cx="815975" cy="668337"/>
          </a:xfrm>
          <a:custGeom>
            <a:avLst/>
            <a:gdLst>
              <a:gd name="T0" fmla="*/ 70 w 140"/>
              <a:gd name="T1" fmla="*/ 0 h 114"/>
              <a:gd name="T2" fmla="*/ 0 w 140"/>
              <a:gd name="T3" fmla="*/ 50 h 114"/>
              <a:gd name="T4" fmla="*/ 29 w 140"/>
              <a:gd name="T5" fmla="*/ 91 h 114"/>
              <a:gd name="T6" fmla="*/ 16 w 140"/>
              <a:gd name="T7" fmla="*/ 109 h 114"/>
              <a:gd name="T8" fmla="*/ 17 w 140"/>
              <a:gd name="T9" fmla="*/ 114 h 114"/>
              <a:gd name="T10" fmla="*/ 51 w 140"/>
              <a:gd name="T11" fmla="*/ 98 h 114"/>
              <a:gd name="T12" fmla="*/ 70 w 140"/>
              <a:gd name="T13" fmla="*/ 100 h 114"/>
              <a:gd name="T14" fmla="*/ 140 w 140"/>
              <a:gd name="T15" fmla="*/ 50 h 114"/>
              <a:gd name="T16" fmla="*/ 70 w 140"/>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0" h="114">
                <a:moveTo>
                  <a:pt x="70" y="0"/>
                </a:moveTo>
                <a:cubicBezTo>
                  <a:pt x="32" y="0"/>
                  <a:pt x="0" y="23"/>
                  <a:pt x="0" y="50"/>
                </a:cubicBezTo>
                <a:cubicBezTo>
                  <a:pt x="0" y="67"/>
                  <a:pt x="12" y="82"/>
                  <a:pt x="29" y="91"/>
                </a:cubicBezTo>
                <a:cubicBezTo>
                  <a:pt x="25" y="103"/>
                  <a:pt x="18" y="107"/>
                  <a:pt x="16" y="109"/>
                </a:cubicBezTo>
                <a:cubicBezTo>
                  <a:pt x="13" y="112"/>
                  <a:pt x="13" y="114"/>
                  <a:pt x="17" y="114"/>
                </a:cubicBezTo>
                <a:cubicBezTo>
                  <a:pt x="29" y="111"/>
                  <a:pt x="41" y="106"/>
                  <a:pt x="51" y="98"/>
                </a:cubicBezTo>
                <a:cubicBezTo>
                  <a:pt x="57" y="100"/>
                  <a:pt x="63" y="100"/>
                  <a:pt x="70" y="100"/>
                </a:cubicBezTo>
                <a:cubicBezTo>
                  <a:pt x="109" y="100"/>
                  <a:pt x="140" y="78"/>
                  <a:pt x="140" y="50"/>
                </a:cubicBezTo>
                <a:cubicBezTo>
                  <a:pt x="140" y="23"/>
                  <a:pt x="109" y="0"/>
                  <a:pt x="70"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 name="Freeform 6"/>
          <p:cNvSpPr>
            <a:spLocks/>
          </p:cNvSpPr>
          <p:nvPr/>
        </p:nvSpPr>
        <p:spPr bwMode="auto">
          <a:xfrm>
            <a:off x="4813301" y="4130675"/>
            <a:ext cx="436563" cy="409575"/>
          </a:xfrm>
          <a:custGeom>
            <a:avLst/>
            <a:gdLst>
              <a:gd name="T0" fmla="*/ 75 w 75"/>
              <a:gd name="T1" fmla="*/ 31 h 70"/>
              <a:gd name="T2" fmla="*/ 39 w 75"/>
              <a:gd name="T3" fmla="*/ 0 h 70"/>
              <a:gd name="T4" fmla="*/ 0 w 75"/>
              <a:gd name="T5" fmla="*/ 51 h 70"/>
              <a:gd name="T6" fmla="*/ 32 w 75"/>
              <a:gd name="T7" fmla="*/ 61 h 70"/>
              <a:gd name="T8" fmla="*/ 44 w 75"/>
              <a:gd name="T9" fmla="*/ 60 h 70"/>
              <a:gd name="T10" fmla="*/ 64 w 75"/>
              <a:gd name="T11" fmla="*/ 70 h 70"/>
              <a:gd name="T12" fmla="*/ 65 w 75"/>
              <a:gd name="T13" fmla="*/ 67 h 70"/>
              <a:gd name="T14" fmla="*/ 57 w 75"/>
              <a:gd name="T15" fmla="*/ 56 h 70"/>
              <a:gd name="T16" fmla="*/ 75 w 75"/>
              <a:gd name="T17" fmla="*/ 3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70">
                <a:moveTo>
                  <a:pt x="75" y="31"/>
                </a:moveTo>
                <a:cubicBezTo>
                  <a:pt x="75" y="15"/>
                  <a:pt x="59" y="3"/>
                  <a:pt x="39" y="0"/>
                </a:cubicBezTo>
                <a:cubicBezTo>
                  <a:pt x="39" y="22"/>
                  <a:pt x="23" y="41"/>
                  <a:pt x="0" y="51"/>
                </a:cubicBezTo>
                <a:cubicBezTo>
                  <a:pt x="8" y="58"/>
                  <a:pt x="19" y="61"/>
                  <a:pt x="32" y="61"/>
                </a:cubicBezTo>
                <a:cubicBezTo>
                  <a:pt x="36" y="61"/>
                  <a:pt x="40" y="61"/>
                  <a:pt x="44" y="60"/>
                </a:cubicBezTo>
                <a:cubicBezTo>
                  <a:pt x="50" y="65"/>
                  <a:pt x="57" y="68"/>
                  <a:pt x="64" y="70"/>
                </a:cubicBezTo>
                <a:cubicBezTo>
                  <a:pt x="67" y="70"/>
                  <a:pt x="67" y="69"/>
                  <a:pt x="65" y="67"/>
                </a:cubicBezTo>
                <a:cubicBezTo>
                  <a:pt x="64" y="66"/>
                  <a:pt x="60" y="63"/>
                  <a:pt x="57" y="56"/>
                </a:cubicBezTo>
                <a:cubicBezTo>
                  <a:pt x="68" y="50"/>
                  <a:pt x="75" y="41"/>
                  <a:pt x="75" y="3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 name="Freeform 7"/>
          <p:cNvSpPr>
            <a:spLocks/>
          </p:cNvSpPr>
          <p:nvPr/>
        </p:nvSpPr>
        <p:spPr bwMode="auto">
          <a:xfrm>
            <a:off x="3816351" y="4605338"/>
            <a:ext cx="419100" cy="955675"/>
          </a:xfrm>
          <a:custGeom>
            <a:avLst/>
            <a:gdLst>
              <a:gd name="T0" fmla="*/ 56 w 72"/>
              <a:gd name="T1" fmla="*/ 0 h 163"/>
              <a:gd name="T2" fmla="*/ 17 w 72"/>
              <a:gd name="T3" fmla="*/ 0 h 163"/>
              <a:gd name="T4" fmla="*/ 0 w 72"/>
              <a:gd name="T5" fmla="*/ 15 h 163"/>
              <a:gd name="T6" fmla="*/ 0 w 72"/>
              <a:gd name="T7" fmla="*/ 73 h 163"/>
              <a:gd name="T8" fmla="*/ 6 w 72"/>
              <a:gd name="T9" fmla="*/ 79 h 163"/>
              <a:gd name="T10" fmla="*/ 12 w 72"/>
              <a:gd name="T11" fmla="*/ 73 h 163"/>
              <a:gd name="T12" fmla="*/ 12 w 72"/>
              <a:gd name="T13" fmla="*/ 26 h 163"/>
              <a:gd name="T14" fmla="*/ 16 w 72"/>
              <a:gd name="T15" fmla="*/ 26 h 163"/>
              <a:gd name="T16" fmla="*/ 16 w 72"/>
              <a:gd name="T17" fmla="*/ 155 h 163"/>
              <a:gd name="T18" fmla="*/ 25 w 72"/>
              <a:gd name="T19" fmla="*/ 163 h 163"/>
              <a:gd name="T20" fmla="*/ 33 w 72"/>
              <a:gd name="T21" fmla="*/ 155 h 163"/>
              <a:gd name="T22" fmla="*/ 33 w 72"/>
              <a:gd name="T23" fmla="*/ 79 h 163"/>
              <a:gd name="T24" fmla="*/ 39 w 72"/>
              <a:gd name="T25" fmla="*/ 79 h 163"/>
              <a:gd name="T26" fmla="*/ 39 w 72"/>
              <a:gd name="T27" fmla="*/ 155 h 163"/>
              <a:gd name="T28" fmla="*/ 48 w 72"/>
              <a:gd name="T29" fmla="*/ 163 h 163"/>
              <a:gd name="T30" fmla="*/ 56 w 72"/>
              <a:gd name="T31" fmla="*/ 155 h 163"/>
              <a:gd name="T32" fmla="*/ 56 w 72"/>
              <a:gd name="T33" fmla="*/ 26 h 163"/>
              <a:gd name="T34" fmla="*/ 60 w 72"/>
              <a:gd name="T35" fmla="*/ 26 h 163"/>
              <a:gd name="T36" fmla="*/ 60 w 72"/>
              <a:gd name="T37" fmla="*/ 73 h 163"/>
              <a:gd name="T38" fmla="*/ 66 w 72"/>
              <a:gd name="T39" fmla="*/ 79 h 163"/>
              <a:gd name="T40" fmla="*/ 72 w 72"/>
              <a:gd name="T41" fmla="*/ 73 h 163"/>
              <a:gd name="T42" fmla="*/ 72 w 72"/>
              <a:gd name="T43" fmla="*/ 15 h 163"/>
              <a:gd name="T44" fmla="*/ 56 w 72"/>
              <a:gd name="T45"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2" h="163">
                <a:moveTo>
                  <a:pt x="56" y="0"/>
                </a:moveTo>
                <a:cubicBezTo>
                  <a:pt x="17" y="0"/>
                  <a:pt x="17" y="0"/>
                  <a:pt x="17" y="0"/>
                </a:cubicBezTo>
                <a:cubicBezTo>
                  <a:pt x="6" y="0"/>
                  <a:pt x="0" y="5"/>
                  <a:pt x="0" y="15"/>
                </a:cubicBezTo>
                <a:cubicBezTo>
                  <a:pt x="0" y="73"/>
                  <a:pt x="0" y="73"/>
                  <a:pt x="0" y="73"/>
                </a:cubicBezTo>
                <a:cubicBezTo>
                  <a:pt x="0" y="76"/>
                  <a:pt x="3" y="79"/>
                  <a:pt x="6" y="79"/>
                </a:cubicBezTo>
                <a:cubicBezTo>
                  <a:pt x="10" y="79"/>
                  <a:pt x="12" y="76"/>
                  <a:pt x="12" y="73"/>
                </a:cubicBezTo>
                <a:cubicBezTo>
                  <a:pt x="12" y="26"/>
                  <a:pt x="12" y="26"/>
                  <a:pt x="12" y="26"/>
                </a:cubicBezTo>
                <a:cubicBezTo>
                  <a:pt x="16" y="26"/>
                  <a:pt x="16" y="26"/>
                  <a:pt x="16" y="26"/>
                </a:cubicBezTo>
                <a:cubicBezTo>
                  <a:pt x="16" y="155"/>
                  <a:pt x="16" y="155"/>
                  <a:pt x="16" y="155"/>
                </a:cubicBezTo>
                <a:cubicBezTo>
                  <a:pt x="16" y="159"/>
                  <a:pt x="20" y="163"/>
                  <a:pt x="25" y="163"/>
                </a:cubicBezTo>
                <a:cubicBezTo>
                  <a:pt x="29" y="163"/>
                  <a:pt x="33" y="159"/>
                  <a:pt x="33" y="155"/>
                </a:cubicBezTo>
                <a:cubicBezTo>
                  <a:pt x="33" y="79"/>
                  <a:pt x="33" y="79"/>
                  <a:pt x="33" y="79"/>
                </a:cubicBezTo>
                <a:cubicBezTo>
                  <a:pt x="39" y="79"/>
                  <a:pt x="39" y="79"/>
                  <a:pt x="39" y="79"/>
                </a:cubicBezTo>
                <a:cubicBezTo>
                  <a:pt x="39" y="155"/>
                  <a:pt x="39" y="155"/>
                  <a:pt x="39" y="155"/>
                </a:cubicBezTo>
                <a:cubicBezTo>
                  <a:pt x="39" y="159"/>
                  <a:pt x="43" y="163"/>
                  <a:pt x="48" y="163"/>
                </a:cubicBezTo>
                <a:cubicBezTo>
                  <a:pt x="52" y="163"/>
                  <a:pt x="56" y="159"/>
                  <a:pt x="56" y="155"/>
                </a:cubicBezTo>
                <a:cubicBezTo>
                  <a:pt x="56" y="26"/>
                  <a:pt x="56" y="26"/>
                  <a:pt x="56" y="26"/>
                </a:cubicBezTo>
                <a:cubicBezTo>
                  <a:pt x="60" y="26"/>
                  <a:pt x="60" y="26"/>
                  <a:pt x="60" y="26"/>
                </a:cubicBezTo>
                <a:cubicBezTo>
                  <a:pt x="60" y="73"/>
                  <a:pt x="60" y="73"/>
                  <a:pt x="60" y="73"/>
                </a:cubicBezTo>
                <a:cubicBezTo>
                  <a:pt x="60" y="76"/>
                  <a:pt x="63" y="79"/>
                  <a:pt x="66" y="79"/>
                </a:cubicBezTo>
                <a:cubicBezTo>
                  <a:pt x="69" y="79"/>
                  <a:pt x="72" y="76"/>
                  <a:pt x="72" y="73"/>
                </a:cubicBezTo>
                <a:cubicBezTo>
                  <a:pt x="72" y="15"/>
                  <a:pt x="72" y="15"/>
                  <a:pt x="72" y="15"/>
                </a:cubicBezTo>
                <a:cubicBezTo>
                  <a:pt x="72" y="5"/>
                  <a:pt x="66" y="0"/>
                  <a:pt x="56" y="0"/>
                </a:cubicBezTo>
                <a:close/>
              </a:path>
            </a:pathLst>
          </a:custGeom>
          <a:solidFill>
            <a:srgbClr val="1F8FB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 name="Oval 8"/>
          <p:cNvSpPr>
            <a:spLocks noChangeArrowheads="1"/>
          </p:cNvSpPr>
          <p:nvPr/>
        </p:nvSpPr>
        <p:spPr bwMode="auto">
          <a:xfrm>
            <a:off x="3927476" y="4376738"/>
            <a:ext cx="203200" cy="211137"/>
          </a:xfrm>
          <a:prstGeom prst="ellipse">
            <a:avLst/>
          </a:prstGeom>
          <a:solidFill>
            <a:srgbClr val="1F8FB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 name="Freeform 9"/>
          <p:cNvSpPr>
            <a:spLocks/>
          </p:cNvSpPr>
          <p:nvPr/>
        </p:nvSpPr>
        <p:spPr bwMode="auto">
          <a:xfrm>
            <a:off x="5116513" y="4629150"/>
            <a:ext cx="512763" cy="931862"/>
          </a:xfrm>
          <a:custGeom>
            <a:avLst/>
            <a:gdLst>
              <a:gd name="T0" fmla="*/ 88 w 88"/>
              <a:gd name="T1" fmla="*/ 68 h 159"/>
              <a:gd name="T2" fmla="*/ 73 w 88"/>
              <a:gd name="T3" fmla="*/ 14 h 159"/>
              <a:gd name="T4" fmla="*/ 54 w 88"/>
              <a:gd name="T5" fmla="*/ 0 h 159"/>
              <a:gd name="T6" fmla="*/ 34 w 88"/>
              <a:gd name="T7" fmla="*/ 0 h 159"/>
              <a:gd name="T8" fmla="*/ 15 w 88"/>
              <a:gd name="T9" fmla="*/ 14 h 159"/>
              <a:gd name="T10" fmla="*/ 1 w 88"/>
              <a:gd name="T11" fmla="*/ 68 h 159"/>
              <a:gd name="T12" fmla="*/ 5 w 88"/>
              <a:gd name="T13" fmla="*/ 75 h 159"/>
              <a:gd name="T14" fmla="*/ 12 w 88"/>
              <a:gd name="T15" fmla="*/ 71 h 159"/>
              <a:gd name="T16" fmla="*/ 26 w 88"/>
              <a:gd name="T17" fmla="*/ 22 h 159"/>
              <a:gd name="T18" fmla="*/ 30 w 88"/>
              <a:gd name="T19" fmla="*/ 22 h 159"/>
              <a:gd name="T20" fmla="*/ 9 w 88"/>
              <a:gd name="T21" fmla="*/ 97 h 159"/>
              <a:gd name="T22" fmla="*/ 27 w 88"/>
              <a:gd name="T23" fmla="*/ 97 h 159"/>
              <a:gd name="T24" fmla="*/ 27 w 88"/>
              <a:gd name="T25" fmla="*/ 152 h 159"/>
              <a:gd name="T26" fmla="*/ 34 w 88"/>
              <a:gd name="T27" fmla="*/ 159 h 159"/>
              <a:gd name="T28" fmla="*/ 41 w 88"/>
              <a:gd name="T29" fmla="*/ 152 h 159"/>
              <a:gd name="T30" fmla="*/ 41 w 88"/>
              <a:gd name="T31" fmla="*/ 97 h 159"/>
              <a:gd name="T32" fmla="*/ 47 w 88"/>
              <a:gd name="T33" fmla="*/ 97 h 159"/>
              <a:gd name="T34" fmla="*/ 47 w 88"/>
              <a:gd name="T35" fmla="*/ 152 h 159"/>
              <a:gd name="T36" fmla="*/ 54 w 88"/>
              <a:gd name="T37" fmla="*/ 159 h 159"/>
              <a:gd name="T38" fmla="*/ 61 w 88"/>
              <a:gd name="T39" fmla="*/ 152 h 159"/>
              <a:gd name="T40" fmla="*/ 61 w 88"/>
              <a:gd name="T41" fmla="*/ 97 h 159"/>
              <a:gd name="T42" fmla="*/ 79 w 88"/>
              <a:gd name="T43" fmla="*/ 97 h 159"/>
              <a:gd name="T44" fmla="*/ 59 w 88"/>
              <a:gd name="T45" fmla="*/ 22 h 159"/>
              <a:gd name="T46" fmla="*/ 63 w 88"/>
              <a:gd name="T47" fmla="*/ 22 h 159"/>
              <a:gd name="T48" fmla="*/ 76 w 88"/>
              <a:gd name="T49" fmla="*/ 71 h 159"/>
              <a:gd name="T50" fmla="*/ 83 w 88"/>
              <a:gd name="T51" fmla="*/ 75 h 159"/>
              <a:gd name="T52" fmla="*/ 88 w 88"/>
              <a:gd name="T53" fmla="*/ 68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8" h="159">
                <a:moveTo>
                  <a:pt x="88" y="68"/>
                </a:moveTo>
                <a:cubicBezTo>
                  <a:pt x="73" y="14"/>
                  <a:pt x="73" y="14"/>
                  <a:pt x="73" y="14"/>
                </a:cubicBezTo>
                <a:cubicBezTo>
                  <a:pt x="71" y="4"/>
                  <a:pt x="64" y="0"/>
                  <a:pt x="54" y="0"/>
                </a:cubicBezTo>
                <a:cubicBezTo>
                  <a:pt x="34" y="0"/>
                  <a:pt x="34" y="0"/>
                  <a:pt x="34" y="0"/>
                </a:cubicBezTo>
                <a:cubicBezTo>
                  <a:pt x="24" y="0"/>
                  <a:pt x="18" y="4"/>
                  <a:pt x="15" y="14"/>
                </a:cubicBezTo>
                <a:cubicBezTo>
                  <a:pt x="1" y="68"/>
                  <a:pt x="1" y="68"/>
                  <a:pt x="1" y="68"/>
                </a:cubicBezTo>
                <a:cubicBezTo>
                  <a:pt x="0" y="71"/>
                  <a:pt x="2" y="74"/>
                  <a:pt x="5" y="75"/>
                </a:cubicBezTo>
                <a:cubicBezTo>
                  <a:pt x="8" y="76"/>
                  <a:pt x="11" y="74"/>
                  <a:pt x="12" y="71"/>
                </a:cubicBezTo>
                <a:cubicBezTo>
                  <a:pt x="26" y="22"/>
                  <a:pt x="26" y="22"/>
                  <a:pt x="26" y="22"/>
                </a:cubicBezTo>
                <a:cubicBezTo>
                  <a:pt x="30" y="22"/>
                  <a:pt x="30" y="22"/>
                  <a:pt x="30" y="22"/>
                </a:cubicBezTo>
                <a:cubicBezTo>
                  <a:pt x="9" y="97"/>
                  <a:pt x="9" y="97"/>
                  <a:pt x="9" y="97"/>
                </a:cubicBezTo>
                <a:cubicBezTo>
                  <a:pt x="27" y="97"/>
                  <a:pt x="27" y="97"/>
                  <a:pt x="27" y="97"/>
                </a:cubicBezTo>
                <a:cubicBezTo>
                  <a:pt x="27" y="152"/>
                  <a:pt x="27" y="152"/>
                  <a:pt x="27" y="152"/>
                </a:cubicBezTo>
                <a:cubicBezTo>
                  <a:pt x="27" y="156"/>
                  <a:pt x="30" y="159"/>
                  <a:pt x="34" y="159"/>
                </a:cubicBezTo>
                <a:cubicBezTo>
                  <a:pt x="38" y="159"/>
                  <a:pt x="41" y="156"/>
                  <a:pt x="41" y="152"/>
                </a:cubicBezTo>
                <a:cubicBezTo>
                  <a:pt x="41" y="97"/>
                  <a:pt x="41" y="97"/>
                  <a:pt x="41" y="97"/>
                </a:cubicBezTo>
                <a:cubicBezTo>
                  <a:pt x="47" y="97"/>
                  <a:pt x="47" y="97"/>
                  <a:pt x="47" y="97"/>
                </a:cubicBezTo>
                <a:cubicBezTo>
                  <a:pt x="47" y="152"/>
                  <a:pt x="47" y="152"/>
                  <a:pt x="47" y="152"/>
                </a:cubicBezTo>
                <a:cubicBezTo>
                  <a:pt x="47" y="156"/>
                  <a:pt x="50" y="159"/>
                  <a:pt x="54" y="159"/>
                </a:cubicBezTo>
                <a:cubicBezTo>
                  <a:pt x="58" y="159"/>
                  <a:pt x="61" y="156"/>
                  <a:pt x="61" y="152"/>
                </a:cubicBezTo>
                <a:cubicBezTo>
                  <a:pt x="61" y="97"/>
                  <a:pt x="61" y="97"/>
                  <a:pt x="61" y="97"/>
                </a:cubicBezTo>
                <a:cubicBezTo>
                  <a:pt x="79" y="97"/>
                  <a:pt x="79" y="97"/>
                  <a:pt x="79" y="97"/>
                </a:cubicBezTo>
                <a:cubicBezTo>
                  <a:pt x="59" y="22"/>
                  <a:pt x="59" y="22"/>
                  <a:pt x="59" y="22"/>
                </a:cubicBezTo>
                <a:cubicBezTo>
                  <a:pt x="63" y="22"/>
                  <a:pt x="63" y="22"/>
                  <a:pt x="63" y="22"/>
                </a:cubicBezTo>
                <a:cubicBezTo>
                  <a:pt x="76" y="71"/>
                  <a:pt x="76" y="71"/>
                  <a:pt x="76" y="71"/>
                </a:cubicBezTo>
                <a:cubicBezTo>
                  <a:pt x="77" y="74"/>
                  <a:pt x="80" y="76"/>
                  <a:pt x="83" y="75"/>
                </a:cubicBezTo>
                <a:cubicBezTo>
                  <a:pt x="87" y="74"/>
                  <a:pt x="88" y="71"/>
                  <a:pt x="88" y="68"/>
                </a:cubicBezTo>
                <a:close/>
              </a:path>
            </a:pathLst>
          </a:custGeom>
          <a:solidFill>
            <a:srgbClr val="F2982B"/>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 name="Oval 10"/>
          <p:cNvSpPr>
            <a:spLocks noChangeArrowheads="1"/>
          </p:cNvSpPr>
          <p:nvPr/>
        </p:nvSpPr>
        <p:spPr bwMode="auto">
          <a:xfrm>
            <a:off x="5273676" y="4400550"/>
            <a:ext cx="198438" cy="204787"/>
          </a:xfrm>
          <a:prstGeom prst="ellipse">
            <a:avLst/>
          </a:prstGeom>
          <a:solidFill>
            <a:srgbClr val="F2982B"/>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 name="Freeform 11"/>
          <p:cNvSpPr>
            <a:spLocks/>
          </p:cNvSpPr>
          <p:nvPr/>
        </p:nvSpPr>
        <p:spPr bwMode="auto">
          <a:xfrm>
            <a:off x="4440238" y="4552950"/>
            <a:ext cx="501650" cy="919162"/>
          </a:xfrm>
          <a:custGeom>
            <a:avLst/>
            <a:gdLst>
              <a:gd name="T0" fmla="*/ 42 w 86"/>
              <a:gd name="T1" fmla="*/ 118 h 157"/>
              <a:gd name="T2" fmla="*/ 18 w 86"/>
              <a:gd name="T3" fmla="*/ 118 h 157"/>
              <a:gd name="T4" fmla="*/ 1 w 86"/>
              <a:gd name="T5" fmla="*/ 143 h 157"/>
              <a:gd name="T6" fmla="*/ 21 w 86"/>
              <a:gd name="T7" fmla="*/ 155 h 157"/>
              <a:gd name="T8" fmla="*/ 45 w 86"/>
              <a:gd name="T9" fmla="*/ 137 h 157"/>
              <a:gd name="T10" fmla="*/ 48 w 86"/>
              <a:gd name="T11" fmla="*/ 118 h 157"/>
              <a:gd name="T12" fmla="*/ 48 w 86"/>
              <a:gd name="T13" fmla="*/ 41 h 157"/>
              <a:gd name="T14" fmla="*/ 76 w 86"/>
              <a:gd name="T15" fmla="*/ 60 h 157"/>
              <a:gd name="T16" fmla="*/ 79 w 86"/>
              <a:gd name="T17" fmla="*/ 91 h 157"/>
              <a:gd name="T18" fmla="*/ 80 w 86"/>
              <a:gd name="T19" fmla="*/ 92 h 157"/>
              <a:gd name="T20" fmla="*/ 80 w 86"/>
              <a:gd name="T21" fmla="*/ 57 h 157"/>
              <a:gd name="T22" fmla="*/ 57 w 86"/>
              <a:gd name="T23" fmla="*/ 27 h 157"/>
              <a:gd name="T24" fmla="*/ 48 w 86"/>
              <a:gd name="T25" fmla="*/ 0 h 157"/>
              <a:gd name="T26" fmla="*/ 42 w 86"/>
              <a:gd name="T27" fmla="*/ 2 h 157"/>
              <a:gd name="T28" fmla="*/ 42 w 86"/>
              <a:gd name="T29" fmla="*/ 118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6" h="157">
                <a:moveTo>
                  <a:pt x="42" y="118"/>
                </a:moveTo>
                <a:cubicBezTo>
                  <a:pt x="42" y="118"/>
                  <a:pt x="32" y="111"/>
                  <a:pt x="18" y="118"/>
                </a:cubicBezTo>
                <a:cubicBezTo>
                  <a:pt x="4" y="126"/>
                  <a:pt x="0" y="136"/>
                  <a:pt x="1" y="143"/>
                </a:cubicBezTo>
                <a:cubicBezTo>
                  <a:pt x="2" y="151"/>
                  <a:pt x="10" y="157"/>
                  <a:pt x="21" y="155"/>
                </a:cubicBezTo>
                <a:cubicBezTo>
                  <a:pt x="31" y="154"/>
                  <a:pt x="41" y="146"/>
                  <a:pt x="45" y="137"/>
                </a:cubicBezTo>
                <a:cubicBezTo>
                  <a:pt x="48" y="132"/>
                  <a:pt x="48" y="123"/>
                  <a:pt x="48" y="118"/>
                </a:cubicBezTo>
                <a:cubicBezTo>
                  <a:pt x="48" y="113"/>
                  <a:pt x="48" y="41"/>
                  <a:pt x="48" y="41"/>
                </a:cubicBezTo>
                <a:cubicBezTo>
                  <a:pt x="48" y="41"/>
                  <a:pt x="69" y="44"/>
                  <a:pt x="76" y="60"/>
                </a:cubicBezTo>
                <a:cubicBezTo>
                  <a:pt x="83" y="77"/>
                  <a:pt x="79" y="88"/>
                  <a:pt x="79" y="91"/>
                </a:cubicBezTo>
                <a:cubicBezTo>
                  <a:pt x="80" y="92"/>
                  <a:pt x="80" y="92"/>
                  <a:pt x="80" y="92"/>
                </a:cubicBezTo>
                <a:cubicBezTo>
                  <a:pt x="80" y="92"/>
                  <a:pt x="86" y="72"/>
                  <a:pt x="80" y="57"/>
                </a:cubicBezTo>
                <a:cubicBezTo>
                  <a:pt x="75" y="41"/>
                  <a:pt x="64" y="39"/>
                  <a:pt x="57" y="27"/>
                </a:cubicBezTo>
                <a:cubicBezTo>
                  <a:pt x="50" y="16"/>
                  <a:pt x="48" y="6"/>
                  <a:pt x="48" y="0"/>
                </a:cubicBezTo>
                <a:cubicBezTo>
                  <a:pt x="43" y="1"/>
                  <a:pt x="42" y="2"/>
                  <a:pt x="42" y="2"/>
                </a:cubicBezTo>
                <a:lnTo>
                  <a:pt x="42" y="118"/>
                </a:ln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 name="Freeform 12"/>
          <p:cNvSpPr>
            <a:spLocks/>
          </p:cNvSpPr>
          <p:nvPr/>
        </p:nvSpPr>
        <p:spPr bwMode="auto">
          <a:xfrm>
            <a:off x="7331076" y="3843338"/>
            <a:ext cx="815975" cy="668337"/>
          </a:xfrm>
          <a:custGeom>
            <a:avLst/>
            <a:gdLst>
              <a:gd name="T0" fmla="*/ 70 w 140"/>
              <a:gd name="T1" fmla="*/ 0 h 114"/>
              <a:gd name="T2" fmla="*/ 0 w 140"/>
              <a:gd name="T3" fmla="*/ 50 h 114"/>
              <a:gd name="T4" fmla="*/ 29 w 140"/>
              <a:gd name="T5" fmla="*/ 91 h 114"/>
              <a:gd name="T6" fmla="*/ 16 w 140"/>
              <a:gd name="T7" fmla="*/ 109 h 114"/>
              <a:gd name="T8" fmla="*/ 17 w 140"/>
              <a:gd name="T9" fmla="*/ 114 h 114"/>
              <a:gd name="T10" fmla="*/ 51 w 140"/>
              <a:gd name="T11" fmla="*/ 98 h 114"/>
              <a:gd name="T12" fmla="*/ 70 w 140"/>
              <a:gd name="T13" fmla="*/ 100 h 114"/>
              <a:gd name="T14" fmla="*/ 140 w 140"/>
              <a:gd name="T15" fmla="*/ 50 h 114"/>
              <a:gd name="T16" fmla="*/ 70 w 140"/>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0" h="114">
                <a:moveTo>
                  <a:pt x="70" y="0"/>
                </a:moveTo>
                <a:cubicBezTo>
                  <a:pt x="31" y="0"/>
                  <a:pt x="0" y="23"/>
                  <a:pt x="0" y="50"/>
                </a:cubicBezTo>
                <a:cubicBezTo>
                  <a:pt x="0" y="67"/>
                  <a:pt x="12" y="82"/>
                  <a:pt x="29" y="91"/>
                </a:cubicBezTo>
                <a:cubicBezTo>
                  <a:pt x="25" y="103"/>
                  <a:pt x="18" y="107"/>
                  <a:pt x="16" y="109"/>
                </a:cubicBezTo>
                <a:cubicBezTo>
                  <a:pt x="12" y="112"/>
                  <a:pt x="13" y="114"/>
                  <a:pt x="17" y="114"/>
                </a:cubicBezTo>
                <a:cubicBezTo>
                  <a:pt x="29" y="111"/>
                  <a:pt x="41" y="106"/>
                  <a:pt x="51" y="98"/>
                </a:cubicBezTo>
                <a:cubicBezTo>
                  <a:pt x="57" y="100"/>
                  <a:pt x="63" y="100"/>
                  <a:pt x="70" y="100"/>
                </a:cubicBezTo>
                <a:cubicBezTo>
                  <a:pt x="109" y="100"/>
                  <a:pt x="140" y="78"/>
                  <a:pt x="140" y="50"/>
                </a:cubicBezTo>
                <a:cubicBezTo>
                  <a:pt x="140" y="23"/>
                  <a:pt x="109" y="0"/>
                  <a:pt x="70"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 name="Freeform 13"/>
          <p:cNvSpPr>
            <a:spLocks/>
          </p:cNvSpPr>
          <p:nvPr/>
        </p:nvSpPr>
        <p:spPr bwMode="auto">
          <a:xfrm>
            <a:off x="7983538" y="4130675"/>
            <a:ext cx="438150" cy="409575"/>
          </a:xfrm>
          <a:custGeom>
            <a:avLst/>
            <a:gdLst>
              <a:gd name="T0" fmla="*/ 75 w 75"/>
              <a:gd name="T1" fmla="*/ 31 h 70"/>
              <a:gd name="T2" fmla="*/ 39 w 75"/>
              <a:gd name="T3" fmla="*/ 0 h 70"/>
              <a:gd name="T4" fmla="*/ 0 w 75"/>
              <a:gd name="T5" fmla="*/ 51 h 70"/>
              <a:gd name="T6" fmla="*/ 32 w 75"/>
              <a:gd name="T7" fmla="*/ 61 h 70"/>
              <a:gd name="T8" fmla="*/ 44 w 75"/>
              <a:gd name="T9" fmla="*/ 60 h 70"/>
              <a:gd name="T10" fmla="*/ 64 w 75"/>
              <a:gd name="T11" fmla="*/ 70 h 70"/>
              <a:gd name="T12" fmla="*/ 65 w 75"/>
              <a:gd name="T13" fmla="*/ 67 h 70"/>
              <a:gd name="T14" fmla="*/ 57 w 75"/>
              <a:gd name="T15" fmla="*/ 56 h 70"/>
              <a:gd name="T16" fmla="*/ 75 w 75"/>
              <a:gd name="T17" fmla="*/ 3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70">
                <a:moveTo>
                  <a:pt x="75" y="31"/>
                </a:moveTo>
                <a:cubicBezTo>
                  <a:pt x="75" y="15"/>
                  <a:pt x="59" y="3"/>
                  <a:pt x="39" y="0"/>
                </a:cubicBezTo>
                <a:cubicBezTo>
                  <a:pt x="38" y="22"/>
                  <a:pt x="23" y="41"/>
                  <a:pt x="0" y="51"/>
                </a:cubicBezTo>
                <a:cubicBezTo>
                  <a:pt x="8" y="58"/>
                  <a:pt x="19" y="61"/>
                  <a:pt x="32" y="61"/>
                </a:cubicBezTo>
                <a:cubicBezTo>
                  <a:pt x="36" y="61"/>
                  <a:pt x="40" y="61"/>
                  <a:pt x="44" y="60"/>
                </a:cubicBezTo>
                <a:cubicBezTo>
                  <a:pt x="50" y="65"/>
                  <a:pt x="57" y="68"/>
                  <a:pt x="64" y="70"/>
                </a:cubicBezTo>
                <a:cubicBezTo>
                  <a:pt x="67" y="70"/>
                  <a:pt x="67" y="69"/>
                  <a:pt x="65" y="67"/>
                </a:cubicBezTo>
                <a:cubicBezTo>
                  <a:pt x="64" y="66"/>
                  <a:pt x="60" y="63"/>
                  <a:pt x="57" y="56"/>
                </a:cubicBezTo>
                <a:cubicBezTo>
                  <a:pt x="67" y="50"/>
                  <a:pt x="75" y="41"/>
                  <a:pt x="75" y="3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 name="Freeform 14"/>
          <p:cNvSpPr>
            <a:spLocks/>
          </p:cNvSpPr>
          <p:nvPr/>
        </p:nvSpPr>
        <p:spPr bwMode="auto">
          <a:xfrm>
            <a:off x="6988176" y="4605338"/>
            <a:ext cx="419100" cy="955675"/>
          </a:xfrm>
          <a:custGeom>
            <a:avLst/>
            <a:gdLst>
              <a:gd name="T0" fmla="*/ 56 w 72"/>
              <a:gd name="T1" fmla="*/ 0 h 163"/>
              <a:gd name="T2" fmla="*/ 16 w 72"/>
              <a:gd name="T3" fmla="*/ 0 h 163"/>
              <a:gd name="T4" fmla="*/ 0 w 72"/>
              <a:gd name="T5" fmla="*/ 15 h 163"/>
              <a:gd name="T6" fmla="*/ 0 w 72"/>
              <a:gd name="T7" fmla="*/ 73 h 163"/>
              <a:gd name="T8" fmla="*/ 6 w 72"/>
              <a:gd name="T9" fmla="*/ 79 h 163"/>
              <a:gd name="T10" fmla="*/ 12 w 72"/>
              <a:gd name="T11" fmla="*/ 73 h 163"/>
              <a:gd name="T12" fmla="*/ 12 w 72"/>
              <a:gd name="T13" fmla="*/ 26 h 163"/>
              <a:gd name="T14" fmla="*/ 16 w 72"/>
              <a:gd name="T15" fmla="*/ 26 h 163"/>
              <a:gd name="T16" fmla="*/ 16 w 72"/>
              <a:gd name="T17" fmla="*/ 155 h 163"/>
              <a:gd name="T18" fmla="*/ 25 w 72"/>
              <a:gd name="T19" fmla="*/ 163 h 163"/>
              <a:gd name="T20" fmla="*/ 33 w 72"/>
              <a:gd name="T21" fmla="*/ 155 h 163"/>
              <a:gd name="T22" fmla="*/ 33 w 72"/>
              <a:gd name="T23" fmla="*/ 79 h 163"/>
              <a:gd name="T24" fmla="*/ 39 w 72"/>
              <a:gd name="T25" fmla="*/ 79 h 163"/>
              <a:gd name="T26" fmla="*/ 39 w 72"/>
              <a:gd name="T27" fmla="*/ 155 h 163"/>
              <a:gd name="T28" fmla="*/ 48 w 72"/>
              <a:gd name="T29" fmla="*/ 163 h 163"/>
              <a:gd name="T30" fmla="*/ 56 w 72"/>
              <a:gd name="T31" fmla="*/ 155 h 163"/>
              <a:gd name="T32" fmla="*/ 56 w 72"/>
              <a:gd name="T33" fmla="*/ 26 h 163"/>
              <a:gd name="T34" fmla="*/ 60 w 72"/>
              <a:gd name="T35" fmla="*/ 26 h 163"/>
              <a:gd name="T36" fmla="*/ 60 w 72"/>
              <a:gd name="T37" fmla="*/ 73 h 163"/>
              <a:gd name="T38" fmla="*/ 66 w 72"/>
              <a:gd name="T39" fmla="*/ 79 h 163"/>
              <a:gd name="T40" fmla="*/ 72 w 72"/>
              <a:gd name="T41" fmla="*/ 73 h 163"/>
              <a:gd name="T42" fmla="*/ 72 w 72"/>
              <a:gd name="T43" fmla="*/ 15 h 163"/>
              <a:gd name="T44" fmla="*/ 56 w 72"/>
              <a:gd name="T45"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2" h="163">
                <a:moveTo>
                  <a:pt x="56" y="0"/>
                </a:moveTo>
                <a:cubicBezTo>
                  <a:pt x="16" y="0"/>
                  <a:pt x="16" y="0"/>
                  <a:pt x="16" y="0"/>
                </a:cubicBezTo>
                <a:cubicBezTo>
                  <a:pt x="6" y="0"/>
                  <a:pt x="0" y="5"/>
                  <a:pt x="0" y="15"/>
                </a:cubicBezTo>
                <a:cubicBezTo>
                  <a:pt x="0" y="73"/>
                  <a:pt x="0" y="73"/>
                  <a:pt x="0" y="73"/>
                </a:cubicBezTo>
                <a:cubicBezTo>
                  <a:pt x="0" y="76"/>
                  <a:pt x="3" y="79"/>
                  <a:pt x="6" y="79"/>
                </a:cubicBezTo>
                <a:cubicBezTo>
                  <a:pt x="10" y="79"/>
                  <a:pt x="12" y="76"/>
                  <a:pt x="12" y="73"/>
                </a:cubicBezTo>
                <a:cubicBezTo>
                  <a:pt x="12" y="26"/>
                  <a:pt x="12" y="26"/>
                  <a:pt x="12" y="26"/>
                </a:cubicBezTo>
                <a:cubicBezTo>
                  <a:pt x="16" y="26"/>
                  <a:pt x="16" y="26"/>
                  <a:pt x="16" y="26"/>
                </a:cubicBezTo>
                <a:cubicBezTo>
                  <a:pt x="16" y="155"/>
                  <a:pt x="16" y="155"/>
                  <a:pt x="16" y="155"/>
                </a:cubicBezTo>
                <a:cubicBezTo>
                  <a:pt x="16" y="159"/>
                  <a:pt x="20" y="163"/>
                  <a:pt x="25" y="163"/>
                </a:cubicBezTo>
                <a:cubicBezTo>
                  <a:pt x="29" y="163"/>
                  <a:pt x="33" y="159"/>
                  <a:pt x="33" y="155"/>
                </a:cubicBezTo>
                <a:cubicBezTo>
                  <a:pt x="33" y="79"/>
                  <a:pt x="33" y="79"/>
                  <a:pt x="33" y="79"/>
                </a:cubicBezTo>
                <a:cubicBezTo>
                  <a:pt x="39" y="79"/>
                  <a:pt x="39" y="79"/>
                  <a:pt x="39" y="79"/>
                </a:cubicBezTo>
                <a:cubicBezTo>
                  <a:pt x="39" y="155"/>
                  <a:pt x="39" y="155"/>
                  <a:pt x="39" y="155"/>
                </a:cubicBezTo>
                <a:cubicBezTo>
                  <a:pt x="39" y="159"/>
                  <a:pt x="43" y="163"/>
                  <a:pt x="48" y="163"/>
                </a:cubicBezTo>
                <a:cubicBezTo>
                  <a:pt x="52" y="163"/>
                  <a:pt x="56" y="159"/>
                  <a:pt x="56" y="155"/>
                </a:cubicBezTo>
                <a:cubicBezTo>
                  <a:pt x="56" y="26"/>
                  <a:pt x="56" y="26"/>
                  <a:pt x="56" y="26"/>
                </a:cubicBezTo>
                <a:cubicBezTo>
                  <a:pt x="60" y="26"/>
                  <a:pt x="60" y="26"/>
                  <a:pt x="60" y="26"/>
                </a:cubicBezTo>
                <a:cubicBezTo>
                  <a:pt x="60" y="73"/>
                  <a:pt x="60" y="73"/>
                  <a:pt x="60" y="73"/>
                </a:cubicBezTo>
                <a:cubicBezTo>
                  <a:pt x="60" y="76"/>
                  <a:pt x="63" y="79"/>
                  <a:pt x="66" y="79"/>
                </a:cubicBezTo>
                <a:cubicBezTo>
                  <a:pt x="69" y="79"/>
                  <a:pt x="72" y="76"/>
                  <a:pt x="72" y="73"/>
                </a:cubicBezTo>
                <a:cubicBezTo>
                  <a:pt x="72" y="15"/>
                  <a:pt x="72" y="15"/>
                  <a:pt x="72" y="15"/>
                </a:cubicBezTo>
                <a:cubicBezTo>
                  <a:pt x="72" y="5"/>
                  <a:pt x="66" y="0"/>
                  <a:pt x="56" y="0"/>
                </a:cubicBezTo>
                <a:close/>
              </a:path>
            </a:pathLst>
          </a:custGeom>
          <a:solidFill>
            <a:srgbClr val="1F8FB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 name="Oval 15"/>
          <p:cNvSpPr>
            <a:spLocks noChangeArrowheads="1"/>
          </p:cNvSpPr>
          <p:nvPr/>
        </p:nvSpPr>
        <p:spPr bwMode="auto">
          <a:xfrm>
            <a:off x="7092951" y="4376738"/>
            <a:ext cx="209550" cy="211137"/>
          </a:xfrm>
          <a:prstGeom prst="ellipse">
            <a:avLst/>
          </a:prstGeom>
          <a:solidFill>
            <a:srgbClr val="1F8FB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 name="Freeform 16"/>
          <p:cNvSpPr>
            <a:spLocks/>
          </p:cNvSpPr>
          <p:nvPr/>
        </p:nvSpPr>
        <p:spPr bwMode="auto">
          <a:xfrm>
            <a:off x="8286751" y="4629150"/>
            <a:ext cx="514350" cy="931862"/>
          </a:xfrm>
          <a:custGeom>
            <a:avLst/>
            <a:gdLst>
              <a:gd name="T0" fmla="*/ 87 w 88"/>
              <a:gd name="T1" fmla="*/ 68 h 159"/>
              <a:gd name="T2" fmla="*/ 73 w 88"/>
              <a:gd name="T3" fmla="*/ 14 h 159"/>
              <a:gd name="T4" fmla="*/ 54 w 88"/>
              <a:gd name="T5" fmla="*/ 0 h 159"/>
              <a:gd name="T6" fmla="*/ 34 w 88"/>
              <a:gd name="T7" fmla="*/ 0 h 159"/>
              <a:gd name="T8" fmla="*/ 15 w 88"/>
              <a:gd name="T9" fmla="*/ 14 h 159"/>
              <a:gd name="T10" fmla="*/ 1 w 88"/>
              <a:gd name="T11" fmla="*/ 68 h 159"/>
              <a:gd name="T12" fmla="*/ 5 w 88"/>
              <a:gd name="T13" fmla="*/ 75 h 159"/>
              <a:gd name="T14" fmla="*/ 12 w 88"/>
              <a:gd name="T15" fmla="*/ 71 h 159"/>
              <a:gd name="T16" fmla="*/ 25 w 88"/>
              <a:gd name="T17" fmla="*/ 22 h 159"/>
              <a:gd name="T18" fmla="*/ 30 w 88"/>
              <a:gd name="T19" fmla="*/ 22 h 159"/>
              <a:gd name="T20" fmla="*/ 9 w 88"/>
              <a:gd name="T21" fmla="*/ 97 h 159"/>
              <a:gd name="T22" fmla="*/ 27 w 88"/>
              <a:gd name="T23" fmla="*/ 97 h 159"/>
              <a:gd name="T24" fmla="*/ 27 w 88"/>
              <a:gd name="T25" fmla="*/ 152 h 159"/>
              <a:gd name="T26" fmla="*/ 34 w 88"/>
              <a:gd name="T27" fmla="*/ 159 h 159"/>
              <a:gd name="T28" fmla="*/ 41 w 88"/>
              <a:gd name="T29" fmla="*/ 152 h 159"/>
              <a:gd name="T30" fmla="*/ 41 w 88"/>
              <a:gd name="T31" fmla="*/ 97 h 159"/>
              <a:gd name="T32" fmla="*/ 47 w 88"/>
              <a:gd name="T33" fmla="*/ 97 h 159"/>
              <a:gd name="T34" fmla="*/ 47 w 88"/>
              <a:gd name="T35" fmla="*/ 152 h 159"/>
              <a:gd name="T36" fmla="*/ 54 w 88"/>
              <a:gd name="T37" fmla="*/ 159 h 159"/>
              <a:gd name="T38" fmla="*/ 61 w 88"/>
              <a:gd name="T39" fmla="*/ 152 h 159"/>
              <a:gd name="T40" fmla="*/ 61 w 88"/>
              <a:gd name="T41" fmla="*/ 97 h 159"/>
              <a:gd name="T42" fmla="*/ 79 w 88"/>
              <a:gd name="T43" fmla="*/ 97 h 159"/>
              <a:gd name="T44" fmla="*/ 58 w 88"/>
              <a:gd name="T45" fmla="*/ 22 h 159"/>
              <a:gd name="T46" fmla="*/ 63 w 88"/>
              <a:gd name="T47" fmla="*/ 22 h 159"/>
              <a:gd name="T48" fmla="*/ 76 w 88"/>
              <a:gd name="T49" fmla="*/ 71 h 159"/>
              <a:gd name="T50" fmla="*/ 83 w 88"/>
              <a:gd name="T51" fmla="*/ 75 h 159"/>
              <a:gd name="T52" fmla="*/ 87 w 88"/>
              <a:gd name="T53" fmla="*/ 68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8" h="159">
                <a:moveTo>
                  <a:pt x="87" y="68"/>
                </a:moveTo>
                <a:cubicBezTo>
                  <a:pt x="73" y="14"/>
                  <a:pt x="73" y="14"/>
                  <a:pt x="73" y="14"/>
                </a:cubicBezTo>
                <a:cubicBezTo>
                  <a:pt x="70" y="4"/>
                  <a:pt x="64" y="0"/>
                  <a:pt x="54" y="0"/>
                </a:cubicBezTo>
                <a:cubicBezTo>
                  <a:pt x="34" y="0"/>
                  <a:pt x="34" y="0"/>
                  <a:pt x="34" y="0"/>
                </a:cubicBezTo>
                <a:cubicBezTo>
                  <a:pt x="24" y="0"/>
                  <a:pt x="18" y="4"/>
                  <a:pt x="15" y="14"/>
                </a:cubicBezTo>
                <a:cubicBezTo>
                  <a:pt x="1" y="68"/>
                  <a:pt x="1" y="68"/>
                  <a:pt x="1" y="68"/>
                </a:cubicBezTo>
                <a:cubicBezTo>
                  <a:pt x="0" y="71"/>
                  <a:pt x="2" y="74"/>
                  <a:pt x="5" y="75"/>
                </a:cubicBezTo>
                <a:cubicBezTo>
                  <a:pt x="8" y="76"/>
                  <a:pt x="11" y="74"/>
                  <a:pt x="12" y="71"/>
                </a:cubicBezTo>
                <a:cubicBezTo>
                  <a:pt x="25" y="22"/>
                  <a:pt x="25" y="22"/>
                  <a:pt x="25" y="22"/>
                </a:cubicBezTo>
                <a:cubicBezTo>
                  <a:pt x="30" y="22"/>
                  <a:pt x="30" y="22"/>
                  <a:pt x="30" y="22"/>
                </a:cubicBezTo>
                <a:cubicBezTo>
                  <a:pt x="9" y="97"/>
                  <a:pt x="9" y="97"/>
                  <a:pt x="9" y="97"/>
                </a:cubicBezTo>
                <a:cubicBezTo>
                  <a:pt x="27" y="97"/>
                  <a:pt x="27" y="97"/>
                  <a:pt x="27" y="97"/>
                </a:cubicBezTo>
                <a:cubicBezTo>
                  <a:pt x="27" y="152"/>
                  <a:pt x="27" y="152"/>
                  <a:pt x="27" y="152"/>
                </a:cubicBezTo>
                <a:cubicBezTo>
                  <a:pt x="27" y="156"/>
                  <a:pt x="30" y="159"/>
                  <a:pt x="34" y="159"/>
                </a:cubicBezTo>
                <a:cubicBezTo>
                  <a:pt x="38" y="159"/>
                  <a:pt x="41" y="156"/>
                  <a:pt x="41" y="152"/>
                </a:cubicBezTo>
                <a:cubicBezTo>
                  <a:pt x="41" y="97"/>
                  <a:pt x="41" y="97"/>
                  <a:pt x="41" y="97"/>
                </a:cubicBezTo>
                <a:cubicBezTo>
                  <a:pt x="47" y="97"/>
                  <a:pt x="47" y="97"/>
                  <a:pt x="47" y="97"/>
                </a:cubicBezTo>
                <a:cubicBezTo>
                  <a:pt x="47" y="152"/>
                  <a:pt x="47" y="152"/>
                  <a:pt x="47" y="152"/>
                </a:cubicBezTo>
                <a:cubicBezTo>
                  <a:pt x="47" y="156"/>
                  <a:pt x="50" y="159"/>
                  <a:pt x="54" y="159"/>
                </a:cubicBezTo>
                <a:cubicBezTo>
                  <a:pt x="58" y="159"/>
                  <a:pt x="61" y="156"/>
                  <a:pt x="61" y="152"/>
                </a:cubicBezTo>
                <a:cubicBezTo>
                  <a:pt x="61" y="97"/>
                  <a:pt x="61" y="97"/>
                  <a:pt x="61" y="97"/>
                </a:cubicBezTo>
                <a:cubicBezTo>
                  <a:pt x="79" y="97"/>
                  <a:pt x="79" y="97"/>
                  <a:pt x="79" y="97"/>
                </a:cubicBezTo>
                <a:cubicBezTo>
                  <a:pt x="58" y="22"/>
                  <a:pt x="58" y="22"/>
                  <a:pt x="58" y="22"/>
                </a:cubicBezTo>
                <a:cubicBezTo>
                  <a:pt x="63" y="22"/>
                  <a:pt x="63" y="22"/>
                  <a:pt x="63" y="22"/>
                </a:cubicBezTo>
                <a:cubicBezTo>
                  <a:pt x="76" y="71"/>
                  <a:pt x="76" y="71"/>
                  <a:pt x="76" y="71"/>
                </a:cubicBezTo>
                <a:cubicBezTo>
                  <a:pt x="77" y="74"/>
                  <a:pt x="80" y="76"/>
                  <a:pt x="83" y="75"/>
                </a:cubicBezTo>
                <a:cubicBezTo>
                  <a:pt x="86" y="74"/>
                  <a:pt x="88" y="71"/>
                  <a:pt x="87" y="68"/>
                </a:cubicBezTo>
                <a:close/>
              </a:path>
            </a:pathLst>
          </a:custGeom>
          <a:solidFill>
            <a:srgbClr val="F2982B"/>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 name="Oval 17"/>
          <p:cNvSpPr>
            <a:spLocks noChangeArrowheads="1"/>
          </p:cNvSpPr>
          <p:nvPr/>
        </p:nvSpPr>
        <p:spPr bwMode="auto">
          <a:xfrm>
            <a:off x="8445501" y="4400550"/>
            <a:ext cx="196850" cy="204787"/>
          </a:xfrm>
          <a:prstGeom prst="ellipse">
            <a:avLst/>
          </a:prstGeom>
          <a:solidFill>
            <a:srgbClr val="F2982B"/>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 name="Freeform 18"/>
          <p:cNvSpPr>
            <a:spLocks/>
          </p:cNvSpPr>
          <p:nvPr/>
        </p:nvSpPr>
        <p:spPr bwMode="auto">
          <a:xfrm>
            <a:off x="7494588" y="4611688"/>
            <a:ext cx="722313" cy="363537"/>
          </a:xfrm>
          <a:custGeom>
            <a:avLst/>
            <a:gdLst>
              <a:gd name="T0" fmla="*/ 102 w 124"/>
              <a:gd name="T1" fmla="*/ 62 h 62"/>
              <a:gd name="T2" fmla="*/ 124 w 124"/>
              <a:gd name="T3" fmla="*/ 40 h 62"/>
              <a:gd name="T4" fmla="*/ 102 w 124"/>
              <a:gd name="T5" fmla="*/ 18 h 62"/>
              <a:gd name="T6" fmla="*/ 90 w 124"/>
              <a:gd name="T7" fmla="*/ 21 h 62"/>
              <a:gd name="T8" fmla="*/ 60 w 124"/>
              <a:gd name="T9" fmla="*/ 0 h 62"/>
              <a:gd name="T10" fmla="*/ 29 w 124"/>
              <a:gd name="T11" fmla="*/ 29 h 62"/>
              <a:gd name="T12" fmla="*/ 28 w 124"/>
              <a:gd name="T13" fmla="*/ 29 h 62"/>
              <a:gd name="T14" fmla="*/ 12 w 124"/>
              <a:gd name="T15" fmla="*/ 42 h 62"/>
              <a:gd name="T16" fmla="*/ 11 w 124"/>
              <a:gd name="T17" fmla="*/ 41 h 62"/>
              <a:gd name="T18" fmla="*/ 0 w 124"/>
              <a:gd name="T19" fmla="*/ 52 h 62"/>
              <a:gd name="T20" fmla="*/ 11 w 124"/>
              <a:gd name="T21" fmla="*/ 62 h 62"/>
              <a:gd name="T22" fmla="*/ 102 w 124"/>
              <a:gd name="T23"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4" h="62">
                <a:moveTo>
                  <a:pt x="102" y="62"/>
                </a:moveTo>
                <a:cubicBezTo>
                  <a:pt x="114" y="62"/>
                  <a:pt x="124" y="52"/>
                  <a:pt x="124" y="40"/>
                </a:cubicBezTo>
                <a:cubicBezTo>
                  <a:pt x="124" y="28"/>
                  <a:pt x="114" y="18"/>
                  <a:pt x="102" y="18"/>
                </a:cubicBezTo>
                <a:cubicBezTo>
                  <a:pt x="97" y="18"/>
                  <a:pt x="93" y="19"/>
                  <a:pt x="90" y="21"/>
                </a:cubicBezTo>
                <a:cubicBezTo>
                  <a:pt x="85" y="9"/>
                  <a:pt x="74" y="0"/>
                  <a:pt x="60" y="0"/>
                </a:cubicBezTo>
                <a:cubicBezTo>
                  <a:pt x="44" y="0"/>
                  <a:pt x="30" y="13"/>
                  <a:pt x="29" y="29"/>
                </a:cubicBezTo>
                <a:cubicBezTo>
                  <a:pt x="29" y="29"/>
                  <a:pt x="28" y="29"/>
                  <a:pt x="28" y="29"/>
                </a:cubicBezTo>
                <a:cubicBezTo>
                  <a:pt x="20" y="29"/>
                  <a:pt x="13" y="34"/>
                  <a:pt x="12" y="42"/>
                </a:cubicBezTo>
                <a:cubicBezTo>
                  <a:pt x="11" y="41"/>
                  <a:pt x="11" y="41"/>
                  <a:pt x="11" y="41"/>
                </a:cubicBezTo>
                <a:cubicBezTo>
                  <a:pt x="5" y="41"/>
                  <a:pt x="0" y="46"/>
                  <a:pt x="0" y="52"/>
                </a:cubicBezTo>
                <a:cubicBezTo>
                  <a:pt x="0" y="58"/>
                  <a:pt x="5" y="62"/>
                  <a:pt x="11" y="62"/>
                </a:cubicBezTo>
                <a:lnTo>
                  <a:pt x="102" y="62"/>
                </a:ln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 name="Freeform 19"/>
          <p:cNvSpPr>
            <a:spLocks/>
          </p:cNvSpPr>
          <p:nvPr/>
        </p:nvSpPr>
        <p:spPr bwMode="auto">
          <a:xfrm>
            <a:off x="7669213" y="5162550"/>
            <a:ext cx="139700" cy="204787"/>
          </a:xfrm>
          <a:custGeom>
            <a:avLst/>
            <a:gdLst>
              <a:gd name="T0" fmla="*/ 21 w 24"/>
              <a:gd name="T1" fmla="*/ 28 h 35"/>
              <a:gd name="T2" fmla="*/ 7 w 24"/>
              <a:gd name="T3" fmla="*/ 33 h 35"/>
              <a:gd name="T4" fmla="*/ 2 w 24"/>
              <a:gd name="T5" fmla="*/ 19 h 35"/>
              <a:gd name="T6" fmla="*/ 23 w 24"/>
              <a:gd name="T7" fmla="*/ 0 h 35"/>
              <a:gd name="T8" fmla="*/ 21 w 24"/>
              <a:gd name="T9" fmla="*/ 28 h 35"/>
            </a:gdLst>
            <a:ahLst/>
            <a:cxnLst>
              <a:cxn ang="0">
                <a:pos x="T0" y="T1"/>
              </a:cxn>
              <a:cxn ang="0">
                <a:pos x="T2" y="T3"/>
              </a:cxn>
              <a:cxn ang="0">
                <a:pos x="T4" y="T5"/>
              </a:cxn>
              <a:cxn ang="0">
                <a:pos x="T6" y="T7"/>
              </a:cxn>
              <a:cxn ang="0">
                <a:pos x="T8" y="T9"/>
              </a:cxn>
            </a:cxnLst>
            <a:rect l="0" t="0" r="r" b="b"/>
            <a:pathLst>
              <a:path w="24" h="35">
                <a:moveTo>
                  <a:pt x="21" y="28"/>
                </a:moveTo>
                <a:cubicBezTo>
                  <a:pt x="18" y="33"/>
                  <a:pt x="12" y="35"/>
                  <a:pt x="7" y="33"/>
                </a:cubicBezTo>
                <a:cubicBezTo>
                  <a:pt x="2" y="30"/>
                  <a:pt x="0" y="24"/>
                  <a:pt x="2" y="19"/>
                </a:cubicBezTo>
                <a:cubicBezTo>
                  <a:pt x="6" y="11"/>
                  <a:pt x="18" y="7"/>
                  <a:pt x="23" y="0"/>
                </a:cubicBezTo>
                <a:cubicBezTo>
                  <a:pt x="20" y="9"/>
                  <a:pt x="24" y="21"/>
                  <a:pt x="21"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 name="Freeform 20"/>
          <p:cNvSpPr>
            <a:spLocks/>
          </p:cNvSpPr>
          <p:nvPr/>
        </p:nvSpPr>
        <p:spPr bwMode="auto">
          <a:xfrm>
            <a:off x="7896226" y="5045075"/>
            <a:ext cx="128588" cy="176212"/>
          </a:xfrm>
          <a:custGeom>
            <a:avLst/>
            <a:gdLst>
              <a:gd name="T0" fmla="*/ 19 w 22"/>
              <a:gd name="T1" fmla="*/ 24 h 30"/>
              <a:gd name="T2" fmla="*/ 7 w 22"/>
              <a:gd name="T3" fmla="*/ 28 h 30"/>
              <a:gd name="T4" fmla="*/ 2 w 22"/>
              <a:gd name="T5" fmla="*/ 16 h 30"/>
              <a:gd name="T6" fmla="*/ 21 w 22"/>
              <a:gd name="T7" fmla="*/ 0 h 30"/>
              <a:gd name="T8" fmla="*/ 19 w 22"/>
              <a:gd name="T9" fmla="*/ 24 h 30"/>
            </a:gdLst>
            <a:ahLst/>
            <a:cxnLst>
              <a:cxn ang="0">
                <a:pos x="T0" y="T1"/>
              </a:cxn>
              <a:cxn ang="0">
                <a:pos x="T2" y="T3"/>
              </a:cxn>
              <a:cxn ang="0">
                <a:pos x="T4" y="T5"/>
              </a:cxn>
              <a:cxn ang="0">
                <a:pos x="T6" y="T7"/>
              </a:cxn>
              <a:cxn ang="0">
                <a:pos x="T8" y="T9"/>
              </a:cxn>
            </a:cxnLst>
            <a:rect l="0" t="0" r="r" b="b"/>
            <a:pathLst>
              <a:path w="22" h="30">
                <a:moveTo>
                  <a:pt x="19" y="24"/>
                </a:moveTo>
                <a:cubicBezTo>
                  <a:pt x="17" y="29"/>
                  <a:pt x="11" y="30"/>
                  <a:pt x="7" y="28"/>
                </a:cubicBezTo>
                <a:cubicBezTo>
                  <a:pt x="2" y="26"/>
                  <a:pt x="0" y="20"/>
                  <a:pt x="2" y="16"/>
                </a:cubicBezTo>
                <a:cubicBezTo>
                  <a:pt x="6" y="9"/>
                  <a:pt x="16" y="6"/>
                  <a:pt x="21" y="0"/>
                </a:cubicBezTo>
                <a:cubicBezTo>
                  <a:pt x="18" y="7"/>
                  <a:pt x="22" y="18"/>
                  <a:pt x="19" y="24"/>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 name="Freeform 21"/>
          <p:cNvSpPr>
            <a:spLocks/>
          </p:cNvSpPr>
          <p:nvPr/>
        </p:nvSpPr>
        <p:spPr bwMode="auto">
          <a:xfrm>
            <a:off x="7616826" y="5010150"/>
            <a:ext cx="93663" cy="134937"/>
          </a:xfrm>
          <a:custGeom>
            <a:avLst/>
            <a:gdLst>
              <a:gd name="T0" fmla="*/ 14 w 16"/>
              <a:gd name="T1" fmla="*/ 18 h 23"/>
              <a:gd name="T2" fmla="*/ 5 w 16"/>
              <a:gd name="T3" fmla="*/ 21 h 23"/>
              <a:gd name="T4" fmla="*/ 2 w 16"/>
              <a:gd name="T5" fmla="*/ 12 h 23"/>
              <a:gd name="T6" fmla="*/ 15 w 16"/>
              <a:gd name="T7" fmla="*/ 0 h 23"/>
              <a:gd name="T8" fmla="*/ 14 w 16"/>
              <a:gd name="T9" fmla="*/ 18 h 23"/>
            </a:gdLst>
            <a:ahLst/>
            <a:cxnLst>
              <a:cxn ang="0">
                <a:pos x="T0" y="T1"/>
              </a:cxn>
              <a:cxn ang="0">
                <a:pos x="T2" y="T3"/>
              </a:cxn>
              <a:cxn ang="0">
                <a:pos x="T4" y="T5"/>
              </a:cxn>
              <a:cxn ang="0">
                <a:pos x="T6" y="T7"/>
              </a:cxn>
              <a:cxn ang="0">
                <a:pos x="T8" y="T9"/>
              </a:cxn>
            </a:cxnLst>
            <a:rect l="0" t="0" r="r" b="b"/>
            <a:pathLst>
              <a:path w="16" h="23">
                <a:moveTo>
                  <a:pt x="14" y="18"/>
                </a:moveTo>
                <a:cubicBezTo>
                  <a:pt x="12" y="21"/>
                  <a:pt x="8" y="23"/>
                  <a:pt x="5" y="21"/>
                </a:cubicBezTo>
                <a:cubicBezTo>
                  <a:pt x="2" y="20"/>
                  <a:pt x="0" y="16"/>
                  <a:pt x="2" y="12"/>
                </a:cubicBezTo>
                <a:cubicBezTo>
                  <a:pt x="4" y="7"/>
                  <a:pt x="12" y="5"/>
                  <a:pt x="15" y="0"/>
                </a:cubicBezTo>
                <a:cubicBezTo>
                  <a:pt x="13" y="6"/>
                  <a:pt x="16" y="14"/>
                  <a:pt x="14" y="1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 name="Freeform 22"/>
          <p:cNvSpPr>
            <a:spLocks/>
          </p:cNvSpPr>
          <p:nvPr/>
        </p:nvSpPr>
        <p:spPr bwMode="auto">
          <a:xfrm>
            <a:off x="646113" y="4605338"/>
            <a:ext cx="419100" cy="955675"/>
          </a:xfrm>
          <a:custGeom>
            <a:avLst/>
            <a:gdLst>
              <a:gd name="T0" fmla="*/ 56 w 72"/>
              <a:gd name="T1" fmla="*/ 0 h 163"/>
              <a:gd name="T2" fmla="*/ 17 w 72"/>
              <a:gd name="T3" fmla="*/ 0 h 163"/>
              <a:gd name="T4" fmla="*/ 0 w 72"/>
              <a:gd name="T5" fmla="*/ 15 h 163"/>
              <a:gd name="T6" fmla="*/ 0 w 72"/>
              <a:gd name="T7" fmla="*/ 73 h 163"/>
              <a:gd name="T8" fmla="*/ 6 w 72"/>
              <a:gd name="T9" fmla="*/ 79 h 163"/>
              <a:gd name="T10" fmla="*/ 12 w 72"/>
              <a:gd name="T11" fmla="*/ 73 h 163"/>
              <a:gd name="T12" fmla="*/ 12 w 72"/>
              <a:gd name="T13" fmla="*/ 26 h 163"/>
              <a:gd name="T14" fmla="*/ 16 w 72"/>
              <a:gd name="T15" fmla="*/ 26 h 163"/>
              <a:gd name="T16" fmla="*/ 16 w 72"/>
              <a:gd name="T17" fmla="*/ 155 h 163"/>
              <a:gd name="T18" fmla="*/ 25 w 72"/>
              <a:gd name="T19" fmla="*/ 163 h 163"/>
              <a:gd name="T20" fmla="*/ 33 w 72"/>
              <a:gd name="T21" fmla="*/ 155 h 163"/>
              <a:gd name="T22" fmla="*/ 33 w 72"/>
              <a:gd name="T23" fmla="*/ 79 h 163"/>
              <a:gd name="T24" fmla="*/ 40 w 72"/>
              <a:gd name="T25" fmla="*/ 79 h 163"/>
              <a:gd name="T26" fmla="*/ 40 w 72"/>
              <a:gd name="T27" fmla="*/ 155 h 163"/>
              <a:gd name="T28" fmla="*/ 48 w 72"/>
              <a:gd name="T29" fmla="*/ 163 h 163"/>
              <a:gd name="T30" fmla="*/ 56 w 72"/>
              <a:gd name="T31" fmla="*/ 155 h 163"/>
              <a:gd name="T32" fmla="*/ 56 w 72"/>
              <a:gd name="T33" fmla="*/ 26 h 163"/>
              <a:gd name="T34" fmla="*/ 60 w 72"/>
              <a:gd name="T35" fmla="*/ 26 h 163"/>
              <a:gd name="T36" fmla="*/ 60 w 72"/>
              <a:gd name="T37" fmla="*/ 73 h 163"/>
              <a:gd name="T38" fmla="*/ 66 w 72"/>
              <a:gd name="T39" fmla="*/ 79 h 163"/>
              <a:gd name="T40" fmla="*/ 72 w 72"/>
              <a:gd name="T41" fmla="*/ 73 h 163"/>
              <a:gd name="T42" fmla="*/ 72 w 72"/>
              <a:gd name="T43" fmla="*/ 15 h 163"/>
              <a:gd name="T44" fmla="*/ 56 w 72"/>
              <a:gd name="T45"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2" h="163">
                <a:moveTo>
                  <a:pt x="56" y="0"/>
                </a:moveTo>
                <a:cubicBezTo>
                  <a:pt x="17" y="0"/>
                  <a:pt x="17" y="0"/>
                  <a:pt x="17" y="0"/>
                </a:cubicBezTo>
                <a:cubicBezTo>
                  <a:pt x="6" y="0"/>
                  <a:pt x="0" y="5"/>
                  <a:pt x="0" y="15"/>
                </a:cubicBezTo>
                <a:cubicBezTo>
                  <a:pt x="0" y="73"/>
                  <a:pt x="0" y="73"/>
                  <a:pt x="0" y="73"/>
                </a:cubicBezTo>
                <a:cubicBezTo>
                  <a:pt x="0" y="76"/>
                  <a:pt x="3" y="79"/>
                  <a:pt x="6" y="79"/>
                </a:cubicBezTo>
                <a:cubicBezTo>
                  <a:pt x="10" y="79"/>
                  <a:pt x="12" y="76"/>
                  <a:pt x="12" y="73"/>
                </a:cubicBezTo>
                <a:cubicBezTo>
                  <a:pt x="12" y="26"/>
                  <a:pt x="12" y="26"/>
                  <a:pt x="12" y="26"/>
                </a:cubicBezTo>
                <a:cubicBezTo>
                  <a:pt x="16" y="26"/>
                  <a:pt x="16" y="26"/>
                  <a:pt x="16" y="26"/>
                </a:cubicBezTo>
                <a:cubicBezTo>
                  <a:pt x="16" y="155"/>
                  <a:pt x="16" y="155"/>
                  <a:pt x="16" y="155"/>
                </a:cubicBezTo>
                <a:cubicBezTo>
                  <a:pt x="16" y="159"/>
                  <a:pt x="20" y="163"/>
                  <a:pt x="25" y="163"/>
                </a:cubicBezTo>
                <a:cubicBezTo>
                  <a:pt x="29" y="163"/>
                  <a:pt x="33" y="159"/>
                  <a:pt x="33" y="155"/>
                </a:cubicBezTo>
                <a:cubicBezTo>
                  <a:pt x="33" y="79"/>
                  <a:pt x="33" y="79"/>
                  <a:pt x="33" y="79"/>
                </a:cubicBezTo>
                <a:cubicBezTo>
                  <a:pt x="40" y="79"/>
                  <a:pt x="40" y="79"/>
                  <a:pt x="40" y="79"/>
                </a:cubicBezTo>
                <a:cubicBezTo>
                  <a:pt x="40" y="155"/>
                  <a:pt x="40" y="155"/>
                  <a:pt x="40" y="155"/>
                </a:cubicBezTo>
                <a:cubicBezTo>
                  <a:pt x="40" y="159"/>
                  <a:pt x="43" y="163"/>
                  <a:pt x="48" y="163"/>
                </a:cubicBezTo>
                <a:cubicBezTo>
                  <a:pt x="53" y="163"/>
                  <a:pt x="56" y="159"/>
                  <a:pt x="56" y="155"/>
                </a:cubicBezTo>
                <a:cubicBezTo>
                  <a:pt x="56" y="26"/>
                  <a:pt x="56" y="26"/>
                  <a:pt x="56" y="26"/>
                </a:cubicBezTo>
                <a:cubicBezTo>
                  <a:pt x="60" y="26"/>
                  <a:pt x="60" y="26"/>
                  <a:pt x="60" y="26"/>
                </a:cubicBezTo>
                <a:cubicBezTo>
                  <a:pt x="60" y="73"/>
                  <a:pt x="60" y="73"/>
                  <a:pt x="60" y="73"/>
                </a:cubicBezTo>
                <a:cubicBezTo>
                  <a:pt x="60" y="76"/>
                  <a:pt x="63" y="79"/>
                  <a:pt x="66" y="79"/>
                </a:cubicBezTo>
                <a:cubicBezTo>
                  <a:pt x="70" y="79"/>
                  <a:pt x="72" y="76"/>
                  <a:pt x="72" y="73"/>
                </a:cubicBezTo>
                <a:cubicBezTo>
                  <a:pt x="72" y="15"/>
                  <a:pt x="72" y="15"/>
                  <a:pt x="72" y="15"/>
                </a:cubicBezTo>
                <a:cubicBezTo>
                  <a:pt x="72" y="5"/>
                  <a:pt x="67" y="0"/>
                  <a:pt x="56" y="0"/>
                </a:cubicBezTo>
                <a:close/>
              </a:path>
            </a:pathLst>
          </a:custGeom>
          <a:solidFill>
            <a:srgbClr val="1F8FB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 name="Oval 23"/>
          <p:cNvSpPr>
            <a:spLocks noChangeArrowheads="1"/>
          </p:cNvSpPr>
          <p:nvPr/>
        </p:nvSpPr>
        <p:spPr bwMode="auto">
          <a:xfrm>
            <a:off x="755651" y="4376738"/>
            <a:ext cx="204788" cy="211137"/>
          </a:xfrm>
          <a:prstGeom prst="ellipse">
            <a:avLst/>
          </a:prstGeom>
          <a:solidFill>
            <a:srgbClr val="1F8FB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 name="Freeform 24"/>
          <p:cNvSpPr>
            <a:spLocks/>
          </p:cNvSpPr>
          <p:nvPr/>
        </p:nvSpPr>
        <p:spPr bwMode="auto">
          <a:xfrm>
            <a:off x="1944688" y="4629150"/>
            <a:ext cx="514350" cy="931862"/>
          </a:xfrm>
          <a:custGeom>
            <a:avLst/>
            <a:gdLst>
              <a:gd name="T0" fmla="*/ 88 w 88"/>
              <a:gd name="T1" fmla="*/ 68 h 159"/>
              <a:gd name="T2" fmla="*/ 73 w 88"/>
              <a:gd name="T3" fmla="*/ 14 h 159"/>
              <a:gd name="T4" fmla="*/ 54 w 88"/>
              <a:gd name="T5" fmla="*/ 0 h 159"/>
              <a:gd name="T6" fmla="*/ 34 w 88"/>
              <a:gd name="T7" fmla="*/ 0 h 159"/>
              <a:gd name="T8" fmla="*/ 15 w 88"/>
              <a:gd name="T9" fmla="*/ 14 h 159"/>
              <a:gd name="T10" fmla="*/ 1 w 88"/>
              <a:gd name="T11" fmla="*/ 68 h 159"/>
              <a:gd name="T12" fmla="*/ 5 w 88"/>
              <a:gd name="T13" fmla="*/ 75 h 159"/>
              <a:gd name="T14" fmla="*/ 12 w 88"/>
              <a:gd name="T15" fmla="*/ 71 h 159"/>
              <a:gd name="T16" fmla="*/ 26 w 88"/>
              <a:gd name="T17" fmla="*/ 22 h 159"/>
              <a:gd name="T18" fmla="*/ 30 w 88"/>
              <a:gd name="T19" fmla="*/ 22 h 159"/>
              <a:gd name="T20" fmla="*/ 9 w 88"/>
              <a:gd name="T21" fmla="*/ 97 h 159"/>
              <a:gd name="T22" fmla="*/ 27 w 88"/>
              <a:gd name="T23" fmla="*/ 97 h 159"/>
              <a:gd name="T24" fmla="*/ 27 w 88"/>
              <a:gd name="T25" fmla="*/ 152 h 159"/>
              <a:gd name="T26" fmla="*/ 34 w 88"/>
              <a:gd name="T27" fmla="*/ 159 h 159"/>
              <a:gd name="T28" fmla="*/ 41 w 88"/>
              <a:gd name="T29" fmla="*/ 152 h 159"/>
              <a:gd name="T30" fmla="*/ 41 w 88"/>
              <a:gd name="T31" fmla="*/ 97 h 159"/>
              <a:gd name="T32" fmla="*/ 47 w 88"/>
              <a:gd name="T33" fmla="*/ 97 h 159"/>
              <a:gd name="T34" fmla="*/ 47 w 88"/>
              <a:gd name="T35" fmla="*/ 152 h 159"/>
              <a:gd name="T36" fmla="*/ 54 w 88"/>
              <a:gd name="T37" fmla="*/ 159 h 159"/>
              <a:gd name="T38" fmla="*/ 61 w 88"/>
              <a:gd name="T39" fmla="*/ 152 h 159"/>
              <a:gd name="T40" fmla="*/ 61 w 88"/>
              <a:gd name="T41" fmla="*/ 97 h 159"/>
              <a:gd name="T42" fmla="*/ 80 w 88"/>
              <a:gd name="T43" fmla="*/ 97 h 159"/>
              <a:gd name="T44" fmla="*/ 59 w 88"/>
              <a:gd name="T45" fmla="*/ 22 h 159"/>
              <a:gd name="T46" fmla="*/ 63 w 88"/>
              <a:gd name="T47" fmla="*/ 22 h 159"/>
              <a:gd name="T48" fmla="*/ 76 w 88"/>
              <a:gd name="T49" fmla="*/ 71 h 159"/>
              <a:gd name="T50" fmla="*/ 84 w 88"/>
              <a:gd name="T51" fmla="*/ 75 h 159"/>
              <a:gd name="T52" fmla="*/ 88 w 88"/>
              <a:gd name="T53" fmla="*/ 68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8" h="159">
                <a:moveTo>
                  <a:pt x="88" y="68"/>
                </a:moveTo>
                <a:cubicBezTo>
                  <a:pt x="73" y="14"/>
                  <a:pt x="73" y="14"/>
                  <a:pt x="73" y="14"/>
                </a:cubicBezTo>
                <a:cubicBezTo>
                  <a:pt x="71" y="4"/>
                  <a:pt x="64" y="0"/>
                  <a:pt x="54" y="0"/>
                </a:cubicBezTo>
                <a:cubicBezTo>
                  <a:pt x="34" y="0"/>
                  <a:pt x="34" y="0"/>
                  <a:pt x="34" y="0"/>
                </a:cubicBezTo>
                <a:cubicBezTo>
                  <a:pt x="24" y="0"/>
                  <a:pt x="18" y="4"/>
                  <a:pt x="15" y="14"/>
                </a:cubicBezTo>
                <a:cubicBezTo>
                  <a:pt x="1" y="68"/>
                  <a:pt x="1" y="68"/>
                  <a:pt x="1" y="68"/>
                </a:cubicBezTo>
                <a:cubicBezTo>
                  <a:pt x="0" y="71"/>
                  <a:pt x="2" y="74"/>
                  <a:pt x="5" y="75"/>
                </a:cubicBezTo>
                <a:cubicBezTo>
                  <a:pt x="8" y="76"/>
                  <a:pt x="11" y="74"/>
                  <a:pt x="12" y="71"/>
                </a:cubicBezTo>
                <a:cubicBezTo>
                  <a:pt x="26" y="22"/>
                  <a:pt x="26" y="22"/>
                  <a:pt x="26" y="22"/>
                </a:cubicBezTo>
                <a:cubicBezTo>
                  <a:pt x="30" y="22"/>
                  <a:pt x="30" y="22"/>
                  <a:pt x="30" y="22"/>
                </a:cubicBezTo>
                <a:cubicBezTo>
                  <a:pt x="9" y="97"/>
                  <a:pt x="9" y="97"/>
                  <a:pt x="9" y="97"/>
                </a:cubicBezTo>
                <a:cubicBezTo>
                  <a:pt x="27" y="97"/>
                  <a:pt x="27" y="97"/>
                  <a:pt x="27" y="97"/>
                </a:cubicBezTo>
                <a:cubicBezTo>
                  <a:pt x="27" y="152"/>
                  <a:pt x="27" y="152"/>
                  <a:pt x="27" y="152"/>
                </a:cubicBezTo>
                <a:cubicBezTo>
                  <a:pt x="27" y="156"/>
                  <a:pt x="30" y="159"/>
                  <a:pt x="34" y="159"/>
                </a:cubicBezTo>
                <a:cubicBezTo>
                  <a:pt x="38" y="159"/>
                  <a:pt x="41" y="156"/>
                  <a:pt x="41" y="152"/>
                </a:cubicBezTo>
                <a:cubicBezTo>
                  <a:pt x="41" y="97"/>
                  <a:pt x="41" y="97"/>
                  <a:pt x="41" y="97"/>
                </a:cubicBezTo>
                <a:cubicBezTo>
                  <a:pt x="47" y="97"/>
                  <a:pt x="47" y="97"/>
                  <a:pt x="47" y="97"/>
                </a:cubicBezTo>
                <a:cubicBezTo>
                  <a:pt x="47" y="152"/>
                  <a:pt x="47" y="152"/>
                  <a:pt x="47" y="152"/>
                </a:cubicBezTo>
                <a:cubicBezTo>
                  <a:pt x="47" y="156"/>
                  <a:pt x="50" y="159"/>
                  <a:pt x="54" y="159"/>
                </a:cubicBezTo>
                <a:cubicBezTo>
                  <a:pt x="58" y="159"/>
                  <a:pt x="61" y="156"/>
                  <a:pt x="61" y="152"/>
                </a:cubicBezTo>
                <a:cubicBezTo>
                  <a:pt x="61" y="97"/>
                  <a:pt x="61" y="97"/>
                  <a:pt x="61" y="97"/>
                </a:cubicBezTo>
                <a:cubicBezTo>
                  <a:pt x="80" y="97"/>
                  <a:pt x="80" y="97"/>
                  <a:pt x="80" y="97"/>
                </a:cubicBezTo>
                <a:cubicBezTo>
                  <a:pt x="59" y="22"/>
                  <a:pt x="59" y="22"/>
                  <a:pt x="59" y="22"/>
                </a:cubicBezTo>
                <a:cubicBezTo>
                  <a:pt x="63" y="22"/>
                  <a:pt x="63" y="22"/>
                  <a:pt x="63" y="22"/>
                </a:cubicBezTo>
                <a:cubicBezTo>
                  <a:pt x="76" y="71"/>
                  <a:pt x="76" y="71"/>
                  <a:pt x="76" y="71"/>
                </a:cubicBezTo>
                <a:cubicBezTo>
                  <a:pt x="77" y="74"/>
                  <a:pt x="80" y="76"/>
                  <a:pt x="84" y="75"/>
                </a:cubicBezTo>
                <a:cubicBezTo>
                  <a:pt x="87" y="74"/>
                  <a:pt x="88" y="71"/>
                  <a:pt x="88" y="68"/>
                </a:cubicBezTo>
                <a:close/>
              </a:path>
            </a:pathLst>
          </a:custGeom>
          <a:solidFill>
            <a:srgbClr val="F2982B"/>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 name="Oval 25"/>
          <p:cNvSpPr>
            <a:spLocks noChangeArrowheads="1"/>
          </p:cNvSpPr>
          <p:nvPr/>
        </p:nvSpPr>
        <p:spPr bwMode="auto">
          <a:xfrm>
            <a:off x="2103438" y="4400550"/>
            <a:ext cx="196850" cy="204787"/>
          </a:xfrm>
          <a:prstGeom prst="ellipse">
            <a:avLst/>
          </a:prstGeom>
          <a:solidFill>
            <a:srgbClr val="F2982B"/>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 name="Freeform 26"/>
          <p:cNvSpPr>
            <a:spLocks/>
          </p:cNvSpPr>
          <p:nvPr/>
        </p:nvSpPr>
        <p:spPr bwMode="auto">
          <a:xfrm>
            <a:off x="1135063" y="4037013"/>
            <a:ext cx="390525" cy="1524000"/>
          </a:xfrm>
          <a:custGeom>
            <a:avLst/>
            <a:gdLst>
              <a:gd name="T0" fmla="*/ 67 w 67"/>
              <a:gd name="T1" fmla="*/ 260 h 260"/>
              <a:gd name="T2" fmla="*/ 67 w 67"/>
              <a:gd name="T3" fmla="*/ 107 h 260"/>
              <a:gd name="T4" fmla="*/ 55 w 67"/>
              <a:gd name="T5" fmla="*/ 79 h 260"/>
              <a:gd name="T6" fmla="*/ 46 w 67"/>
              <a:gd name="T7" fmla="*/ 63 h 260"/>
              <a:gd name="T8" fmla="*/ 46 w 67"/>
              <a:gd name="T9" fmla="*/ 5 h 260"/>
              <a:gd name="T10" fmla="*/ 42 w 67"/>
              <a:gd name="T11" fmla="*/ 0 h 260"/>
              <a:gd name="T12" fmla="*/ 34 w 67"/>
              <a:gd name="T13" fmla="*/ 0 h 260"/>
              <a:gd name="T14" fmla="*/ 26 w 67"/>
              <a:gd name="T15" fmla="*/ 0 h 260"/>
              <a:gd name="T16" fmla="*/ 22 w 67"/>
              <a:gd name="T17" fmla="*/ 5 h 260"/>
              <a:gd name="T18" fmla="*/ 22 w 67"/>
              <a:gd name="T19" fmla="*/ 63 h 260"/>
              <a:gd name="T20" fmla="*/ 13 w 67"/>
              <a:gd name="T21" fmla="*/ 79 h 260"/>
              <a:gd name="T22" fmla="*/ 0 w 67"/>
              <a:gd name="T23" fmla="*/ 107 h 260"/>
              <a:gd name="T24" fmla="*/ 0 w 67"/>
              <a:gd name="T25" fmla="*/ 260 h 260"/>
              <a:gd name="T26" fmla="*/ 67 w 67"/>
              <a:gd name="T27" fmla="*/ 260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7" h="260">
                <a:moveTo>
                  <a:pt x="67" y="260"/>
                </a:moveTo>
                <a:cubicBezTo>
                  <a:pt x="67" y="247"/>
                  <a:pt x="67" y="123"/>
                  <a:pt x="67" y="107"/>
                </a:cubicBezTo>
                <a:cubicBezTo>
                  <a:pt x="67" y="90"/>
                  <a:pt x="61" y="84"/>
                  <a:pt x="55" y="79"/>
                </a:cubicBezTo>
                <a:cubicBezTo>
                  <a:pt x="48" y="74"/>
                  <a:pt x="46" y="73"/>
                  <a:pt x="46" y="63"/>
                </a:cubicBezTo>
                <a:cubicBezTo>
                  <a:pt x="46" y="54"/>
                  <a:pt x="46" y="8"/>
                  <a:pt x="46" y="5"/>
                </a:cubicBezTo>
                <a:cubicBezTo>
                  <a:pt x="46" y="2"/>
                  <a:pt x="44" y="0"/>
                  <a:pt x="42" y="0"/>
                </a:cubicBezTo>
                <a:cubicBezTo>
                  <a:pt x="40" y="0"/>
                  <a:pt x="39" y="0"/>
                  <a:pt x="34" y="0"/>
                </a:cubicBezTo>
                <a:cubicBezTo>
                  <a:pt x="28" y="0"/>
                  <a:pt x="28" y="0"/>
                  <a:pt x="26" y="0"/>
                </a:cubicBezTo>
                <a:cubicBezTo>
                  <a:pt x="23" y="0"/>
                  <a:pt x="22" y="2"/>
                  <a:pt x="22" y="5"/>
                </a:cubicBezTo>
                <a:cubicBezTo>
                  <a:pt x="22" y="8"/>
                  <a:pt x="22" y="54"/>
                  <a:pt x="22" y="63"/>
                </a:cubicBezTo>
                <a:cubicBezTo>
                  <a:pt x="22" y="73"/>
                  <a:pt x="19" y="74"/>
                  <a:pt x="13" y="79"/>
                </a:cubicBezTo>
                <a:cubicBezTo>
                  <a:pt x="7" y="84"/>
                  <a:pt x="0" y="90"/>
                  <a:pt x="0" y="107"/>
                </a:cubicBezTo>
                <a:cubicBezTo>
                  <a:pt x="0" y="123"/>
                  <a:pt x="0" y="247"/>
                  <a:pt x="0" y="260"/>
                </a:cubicBezTo>
                <a:lnTo>
                  <a:pt x="67" y="260"/>
                </a:ln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 name="Freeform 27"/>
          <p:cNvSpPr>
            <a:spLocks/>
          </p:cNvSpPr>
          <p:nvPr/>
        </p:nvSpPr>
        <p:spPr bwMode="auto">
          <a:xfrm>
            <a:off x="1554163" y="5010150"/>
            <a:ext cx="338138" cy="550862"/>
          </a:xfrm>
          <a:custGeom>
            <a:avLst/>
            <a:gdLst>
              <a:gd name="T0" fmla="*/ 35 w 58"/>
              <a:gd name="T1" fmla="*/ 48 h 94"/>
              <a:gd name="T2" fmla="*/ 55 w 58"/>
              <a:gd name="T3" fmla="*/ 32 h 94"/>
              <a:gd name="T4" fmla="*/ 53 w 58"/>
              <a:gd name="T5" fmla="*/ 3 h 94"/>
              <a:gd name="T6" fmla="*/ 50 w 58"/>
              <a:gd name="T7" fmla="*/ 0 h 94"/>
              <a:gd name="T8" fmla="*/ 29 w 58"/>
              <a:gd name="T9" fmla="*/ 0 h 94"/>
              <a:gd name="T10" fmla="*/ 9 w 58"/>
              <a:gd name="T11" fmla="*/ 0 h 94"/>
              <a:gd name="T12" fmla="*/ 6 w 58"/>
              <a:gd name="T13" fmla="*/ 3 h 94"/>
              <a:gd name="T14" fmla="*/ 3 w 58"/>
              <a:gd name="T15" fmla="*/ 32 h 94"/>
              <a:gd name="T16" fmla="*/ 24 w 58"/>
              <a:gd name="T17" fmla="*/ 48 h 94"/>
              <a:gd name="T18" fmla="*/ 27 w 58"/>
              <a:gd name="T19" fmla="*/ 53 h 94"/>
              <a:gd name="T20" fmla="*/ 27 w 58"/>
              <a:gd name="T21" fmla="*/ 84 h 94"/>
              <a:gd name="T22" fmla="*/ 21 w 58"/>
              <a:gd name="T23" fmla="*/ 90 h 94"/>
              <a:gd name="T24" fmla="*/ 10 w 58"/>
              <a:gd name="T25" fmla="*/ 90 h 94"/>
              <a:gd name="T26" fmla="*/ 8 w 58"/>
              <a:gd name="T27" fmla="*/ 92 h 94"/>
              <a:gd name="T28" fmla="*/ 10 w 58"/>
              <a:gd name="T29" fmla="*/ 94 h 94"/>
              <a:gd name="T30" fmla="*/ 48 w 58"/>
              <a:gd name="T31" fmla="*/ 94 h 94"/>
              <a:gd name="T32" fmla="*/ 50 w 58"/>
              <a:gd name="T33" fmla="*/ 92 h 94"/>
              <a:gd name="T34" fmla="*/ 48 w 58"/>
              <a:gd name="T35" fmla="*/ 90 h 94"/>
              <a:gd name="T36" fmla="*/ 38 w 58"/>
              <a:gd name="T37" fmla="*/ 90 h 94"/>
              <a:gd name="T38" fmla="*/ 32 w 58"/>
              <a:gd name="T39" fmla="*/ 84 h 94"/>
              <a:gd name="T40" fmla="*/ 32 w 58"/>
              <a:gd name="T41" fmla="*/ 53 h 94"/>
              <a:gd name="T42" fmla="*/ 35 w 58"/>
              <a:gd name="T43" fmla="*/ 4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 h="94">
                <a:moveTo>
                  <a:pt x="35" y="48"/>
                </a:moveTo>
                <a:cubicBezTo>
                  <a:pt x="38" y="47"/>
                  <a:pt x="51" y="43"/>
                  <a:pt x="55" y="32"/>
                </a:cubicBezTo>
                <a:cubicBezTo>
                  <a:pt x="58" y="22"/>
                  <a:pt x="54" y="15"/>
                  <a:pt x="53" y="3"/>
                </a:cubicBezTo>
                <a:cubicBezTo>
                  <a:pt x="53" y="2"/>
                  <a:pt x="53" y="0"/>
                  <a:pt x="50" y="0"/>
                </a:cubicBezTo>
                <a:cubicBezTo>
                  <a:pt x="38" y="0"/>
                  <a:pt x="29" y="0"/>
                  <a:pt x="29" y="0"/>
                </a:cubicBezTo>
                <a:cubicBezTo>
                  <a:pt x="29" y="0"/>
                  <a:pt x="21" y="0"/>
                  <a:pt x="9" y="0"/>
                </a:cubicBezTo>
                <a:cubicBezTo>
                  <a:pt x="6" y="0"/>
                  <a:pt x="6" y="2"/>
                  <a:pt x="6" y="3"/>
                </a:cubicBezTo>
                <a:cubicBezTo>
                  <a:pt x="5" y="15"/>
                  <a:pt x="0" y="22"/>
                  <a:pt x="3" y="32"/>
                </a:cubicBezTo>
                <a:cubicBezTo>
                  <a:pt x="7" y="43"/>
                  <a:pt x="21" y="47"/>
                  <a:pt x="24" y="48"/>
                </a:cubicBezTo>
                <a:cubicBezTo>
                  <a:pt x="27" y="49"/>
                  <a:pt x="27" y="53"/>
                  <a:pt x="27" y="53"/>
                </a:cubicBezTo>
                <a:cubicBezTo>
                  <a:pt x="27" y="55"/>
                  <a:pt x="27" y="84"/>
                  <a:pt x="27" y="84"/>
                </a:cubicBezTo>
                <a:cubicBezTo>
                  <a:pt x="27" y="84"/>
                  <a:pt x="27" y="90"/>
                  <a:pt x="21" y="90"/>
                </a:cubicBezTo>
                <a:cubicBezTo>
                  <a:pt x="10" y="90"/>
                  <a:pt x="10" y="90"/>
                  <a:pt x="10" y="90"/>
                </a:cubicBezTo>
                <a:cubicBezTo>
                  <a:pt x="9" y="90"/>
                  <a:pt x="8" y="91"/>
                  <a:pt x="8" y="92"/>
                </a:cubicBezTo>
                <a:cubicBezTo>
                  <a:pt x="8" y="93"/>
                  <a:pt x="9" y="94"/>
                  <a:pt x="10" y="94"/>
                </a:cubicBezTo>
                <a:cubicBezTo>
                  <a:pt x="48" y="94"/>
                  <a:pt x="48" y="94"/>
                  <a:pt x="48" y="94"/>
                </a:cubicBezTo>
                <a:cubicBezTo>
                  <a:pt x="49" y="94"/>
                  <a:pt x="50" y="93"/>
                  <a:pt x="50" y="92"/>
                </a:cubicBezTo>
                <a:cubicBezTo>
                  <a:pt x="50" y="91"/>
                  <a:pt x="49" y="90"/>
                  <a:pt x="48" y="90"/>
                </a:cubicBezTo>
                <a:cubicBezTo>
                  <a:pt x="38" y="90"/>
                  <a:pt x="38" y="90"/>
                  <a:pt x="38" y="90"/>
                </a:cubicBezTo>
                <a:cubicBezTo>
                  <a:pt x="32" y="90"/>
                  <a:pt x="32" y="84"/>
                  <a:pt x="32" y="84"/>
                </a:cubicBezTo>
                <a:cubicBezTo>
                  <a:pt x="32" y="84"/>
                  <a:pt x="32" y="55"/>
                  <a:pt x="32" y="53"/>
                </a:cubicBezTo>
                <a:cubicBezTo>
                  <a:pt x="32" y="53"/>
                  <a:pt x="32" y="49"/>
                  <a:pt x="35" y="4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 name="Freeform 28"/>
          <p:cNvSpPr>
            <a:spLocks/>
          </p:cNvSpPr>
          <p:nvPr/>
        </p:nvSpPr>
        <p:spPr bwMode="auto">
          <a:xfrm>
            <a:off x="10502901" y="3843338"/>
            <a:ext cx="815975" cy="668337"/>
          </a:xfrm>
          <a:custGeom>
            <a:avLst/>
            <a:gdLst>
              <a:gd name="T0" fmla="*/ 70 w 140"/>
              <a:gd name="T1" fmla="*/ 0 h 114"/>
              <a:gd name="T2" fmla="*/ 0 w 140"/>
              <a:gd name="T3" fmla="*/ 50 h 114"/>
              <a:gd name="T4" fmla="*/ 29 w 140"/>
              <a:gd name="T5" fmla="*/ 91 h 114"/>
              <a:gd name="T6" fmla="*/ 15 w 140"/>
              <a:gd name="T7" fmla="*/ 109 h 114"/>
              <a:gd name="T8" fmla="*/ 17 w 140"/>
              <a:gd name="T9" fmla="*/ 114 h 114"/>
              <a:gd name="T10" fmla="*/ 50 w 140"/>
              <a:gd name="T11" fmla="*/ 98 h 114"/>
              <a:gd name="T12" fmla="*/ 70 w 140"/>
              <a:gd name="T13" fmla="*/ 100 h 114"/>
              <a:gd name="T14" fmla="*/ 140 w 140"/>
              <a:gd name="T15" fmla="*/ 50 h 114"/>
              <a:gd name="T16" fmla="*/ 70 w 140"/>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0" h="114">
                <a:moveTo>
                  <a:pt x="70" y="0"/>
                </a:moveTo>
                <a:cubicBezTo>
                  <a:pt x="31" y="0"/>
                  <a:pt x="0" y="23"/>
                  <a:pt x="0" y="50"/>
                </a:cubicBezTo>
                <a:cubicBezTo>
                  <a:pt x="0" y="67"/>
                  <a:pt x="12" y="82"/>
                  <a:pt x="29" y="91"/>
                </a:cubicBezTo>
                <a:cubicBezTo>
                  <a:pt x="25" y="103"/>
                  <a:pt x="17" y="107"/>
                  <a:pt x="15" y="109"/>
                </a:cubicBezTo>
                <a:cubicBezTo>
                  <a:pt x="12" y="112"/>
                  <a:pt x="13" y="114"/>
                  <a:pt x="17" y="114"/>
                </a:cubicBezTo>
                <a:cubicBezTo>
                  <a:pt x="29" y="111"/>
                  <a:pt x="41" y="106"/>
                  <a:pt x="50" y="98"/>
                </a:cubicBezTo>
                <a:cubicBezTo>
                  <a:pt x="57" y="100"/>
                  <a:pt x="63" y="100"/>
                  <a:pt x="70" y="100"/>
                </a:cubicBezTo>
                <a:cubicBezTo>
                  <a:pt x="109" y="100"/>
                  <a:pt x="140" y="78"/>
                  <a:pt x="140" y="50"/>
                </a:cubicBezTo>
                <a:cubicBezTo>
                  <a:pt x="140" y="23"/>
                  <a:pt x="109" y="0"/>
                  <a:pt x="70"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 name="Freeform 29"/>
          <p:cNvSpPr>
            <a:spLocks/>
          </p:cNvSpPr>
          <p:nvPr/>
        </p:nvSpPr>
        <p:spPr bwMode="auto">
          <a:xfrm>
            <a:off x="11155363" y="4130675"/>
            <a:ext cx="431800" cy="409575"/>
          </a:xfrm>
          <a:custGeom>
            <a:avLst/>
            <a:gdLst>
              <a:gd name="T0" fmla="*/ 74 w 74"/>
              <a:gd name="T1" fmla="*/ 31 h 70"/>
              <a:gd name="T2" fmla="*/ 38 w 74"/>
              <a:gd name="T3" fmla="*/ 0 h 70"/>
              <a:gd name="T4" fmla="*/ 0 w 74"/>
              <a:gd name="T5" fmla="*/ 51 h 70"/>
              <a:gd name="T6" fmla="*/ 31 w 74"/>
              <a:gd name="T7" fmla="*/ 61 h 70"/>
              <a:gd name="T8" fmla="*/ 44 w 74"/>
              <a:gd name="T9" fmla="*/ 60 h 70"/>
              <a:gd name="T10" fmla="*/ 64 w 74"/>
              <a:gd name="T11" fmla="*/ 70 h 70"/>
              <a:gd name="T12" fmla="*/ 65 w 74"/>
              <a:gd name="T13" fmla="*/ 67 h 70"/>
              <a:gd name="T14" fmla="*/ 57 w 74"/>
              <a:gd name="T15" fmla="*/ 56 h 70"/>
              <a:gd name="T16" fmla="*/ 74 w 74"/>
              <a:gd name="T17" fmla="*/ 3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 h="70">
                <a:moveTo>
                  <a:pt x="74" y="31"/>
                </a:moveTo>
                <a:cubicBezTo>
                  <a:pt x="74" y="15"/>
                  <a:pt x="59" y="3"/>
                  <a:pt x="38" y="0"/>
                </a:cubicBezTo>
                <a:cubicBezTo>
                  <a:pt x="38" y="22"/>
                  <a:pt x="23" y="41"/>
                  <a:pt x="0" y="51"/>
                </a:cubicBezTo>
                <a:cubicBezTo>
                  <a:pt x="8" y="58"/>
                  <a:pt x="19" y="61"/>
                  <a:pt x="31" y="61"/>
                </a:cubicBezTo>
                <a:cubicBezTo>
                  <a:pt x="36" y="61"/>
                  <a:pt x="40" y="61"/>
                  <a:pt x="44" y="60"/>
                </a:cubicBezTo>
                <a:cubicBezTo>
                  <a:pt x="49" y="65"/>
                  <a:pt x="57" y="68"/>
                  <a:pt x="64" y="70"/>
                </a:cubicBezTo>
                <a:cubicBezTo>
                  <a:pt x="67" y="70"/>
                  <a:pt x="67" y="69"/>
                  <a:pt x="65" y="67"/>
                </a:cubicBezTo>
                <a:cubicBezTo>
                  <a:pt x="64" y="66"/>
                  <a:pt x="59" y="63"/>
                  <a:pt x="57" y="56"/>
                </a:cubicBezTo>
                <a:cubicBezTo>
                  <a:pt x="67" y="50"/>
                  <a:pt x="74" y="41"/>
                  <a:pt x="74" y="3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 name="Freeform 30"/>
          <p:cNvSpPr>
            <a:spLocks/>
          </p:cNvSpPr>
          <p:nvPr/>
        </p:nvSpPr>
        <p:spPr bwMode="auto">
          <a:xfrm>
            <a:off x="10158413" y="4605338"/>
            <a:ext cx="419100" cy="955675"/>
          </a:xfrm>
          <a:custGeom>
            <a:avLst/>
            <a:gdLst>
              <a:gd name="T0" fmla="*/ 56 w 72"/>
              <a:gd name="T1" fmla="*/ 0 h 163"/>
              <a:gd name="T2" fmla="*/ 16 w 72"/>
              <a:gd name="T3" fmla="*/ 0 h 163"/>
              <a:gd name="T4" fmla="*/ 0 w 72"/>
              <a:gd name="T5" fmla="*/ 15 h 163"/>
              <a:gd name="T6" fmla="*/ 0 w 72"/>
              <a:gd name="T7" fmla="*/ 73 h 163"/>
              <a:gd name="T8" fmla="*/ 6 w 72"/>
              <a:gd name="T9" fmla="*/ 79 h 163"/>
              <a:gd name="T10" fmla="*/ 12 w 72"/>
              <a:gd name="T11" fmla="*/ 73 h 163"/>
              <a:gd name="T12" fmla="*/ 12 w 72"/>
              <a:gd name="T13" fmla="*/ 26 h 163"/>
              <a:gd name="T14" fmla="*/ 16 w 72"/>
              <a:gd name="T15" fmla="*/ 26 h 163"/>
              <a:gd name="T16" fmla="*/ 16 w 72"/>
              <a:gd name="T17" fmla="*/ 155 h 163"/>
              <a:gd name="T18" fmla="*/ 24 w 72"/>
              <a:gd name="T19" fmla="*/ 163 h 163"/>
              <a:gd name="T20" fmla="*/ 33 w 72"/>
              <a:gd name="T21" fmla="*/ 155 h 163"/>
              <a:gd name="T22" fmla="*/ 33 w 72"/>
              <a:gd name="T23" fmla="*/ 79 h 163"/>
              <a:gd name="T24" fmla="*/ 39 w 72"/>
              <a:gd name="T25" fmla="*/ 79 h 163"/>
              <a:gd name="T26" fmla="*/ 39 w 72"/>
              <a:gd name="T27" fmla="*/ 155 h 163"/>
              <a:gd name="T28" fmla="*/ 48 w 72"/>
              <a:gd name="T29" fmla="*/ 163 h 163"/>
              <a:gd name="T30" fmla="*/ 56 w 72"/>
              <a:gd name="T31" fmla="*/ 155 h 163"/>
              <a:gd name="T32" fmla="*/ 56 w 72"/>
              <a:gd name="T33" fmla="*/ 26 h 163"/>
              <a:gd name="T34" fmla="*/ 60 w 72"/>
              <a:gd name="T35" fmla="*/ 26 h 163"/>
              <a:gd name="T36" fmla="*/ 60 w 72"/>
              <a:gd name="T37" fmla="*/ 73 h 163"/>
              <a:gd name="T38" fmla="*/ 66 w 72"/>
              <a:gd name="T39" fmla="*/ 79 h 163"/>
              <a:gd name="T40" fmla="*/ 72 w 72"/>
              <a:gd name="T41" fmla="*/ 73 h 163"/>
              <a:gd name="T42" fmla="*/ 72 w 72"/>
              <a:gd name="T43" fmla="*/ 15 h 163"/>
              <a:gd name="T44" fmla="*/ 56 w 72"/>
              <a:gd name="T45"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2" h="163">
                <a:moveTo>
                  <a:pt x="56" y="0"/>
                </a:moveTo>
                <a:cubicBezTo>
                  <a:pt x="16" y="0"/>
                  <a:pt x="16" y="0"/>
                  <a:pt x="16" y="0"/>
                </a:cubicBezTo>
                <a:cubicBezTo>
                  <a:pt x="6" y="0"/>
                  <a:pt x="0" y="5"/>
                  <a:pt x="0" y="15"/>
                </a:cubicBezTo>
                <a:cubicBezTo>
                  <a:pt x="0" y="73"/>
                  <a:pt x="0" y="73"/>
                  <a:pt x="0" y="73"/>
                </a:cubicBezTo>
                <a:cubicBezTo>
                  <a:pt x="0" y="76"/>
                  <a:pt x="3" y="79"/>
                  <a:pt x="6" y="79"/>
                </a:cubicBezTo>
                <a:cubicBezTo>
                  <a:pt x="9" y="79"/>
                  <a:pt x="12" y="76"/>
                  <a:pt x="12" y="73"/>
                </a:cubicBezTo>
                <a:cubicBezTo>
                  <a:pt x="12" y="26"/>
                  <a:pt x="12" y="26"/>
                  <a:pt x="12" y="26"/>
                </a:cubicBezTo>
                <a:cubicBezTo>
                  <a:pt x="16" y="26"/>
                  <a:pt x="16" y="26"/>
                  <a:pt x="16" y="26"/>
                </a:cubicBezTo>
                <a:cubicBezTo>
                  <a:pt x="16" y="155"/>
                  <a:pt x="16" y="155"/>
                  <a:pt x="16" y="155"/>
                </a:cubicBezTo>
                <a:cubicBezTo>
                  <a:pt x="16" y="159"/>
                  <a:pt x="20" y="163"/>
                  <a:pt x="24" y="163"/>
                </a:cubicBezTo>
                <a:cubicBezTo>
                  <a:pt x="29" y="163"/>
                  <a:pt x="33" y="159"/>
                  <a:pt x="33" y="155"/>
                </a:cubicBezTo>
                <a:cubicBezTo>
                  <a:pt x="33" y="79"/>
                  <a:pt x="33" y="79"/>
                  <a:pt x="33" y="79"/>
                </a:cubicBezTo>
                <a:cubicBezTo>
                  <a:pt x="39" y="79"/>
                  <a:pt x="39" y="79"/>
                  <a:pt x="39" y="79"/>
                </a:cubicBezTo>
                <a:cubicBezTo>
                  <a:pt x="39" y="155"/>
                  <a:pt x="39" y="155"/>
                  <a:pt x="39" y="155"/>
                </a:cubicBezTo>
                <a:cubicBezTo>
                  <a:pt x="39" y="159"/>
                  <a:pt x="43" y="163"/>
                  <a:pt x="48" y="163"/>
                </a:cubicBezTo>
                <a:cubicBezTo>
                  <a:pt x="52" y="163"/>
                  <a:pt x="56" y="159"/>
                  <a:pt x="56" y="155"/>
                </a:cubicBezTo>
                <a:cubicBezTo>
                  <a:pt x="56" y="26"/>
                  <a:pt x="56" y="26"/>
                  <a:pt x="56" y="26"/>
                </a:cubicBezTo>
                <a:cubicBezTo>
                  <a:pt x="60" y="26"/>
                  <a:pt x="60" y="26"/>
                  <a:pt x="60" y="26"/>
                </a:cubicBezTo>
                <a:cubicBezTo>
                  <a:pt x="60" y="73"/>
                  <a:pt x="60" y="73"/>
                  <a:pt x="60" y="73"/>
                </a:cubicBezTo>
                <a:cubicBezTo>
                  <a:pt x="60" y="76"/>
                  <a:pt x="63" y="79"/>
                  <a:pt x="66" y="79"/>
                </a:cubicBezTo>
                <a:cubicBezTo>
                  <a:pt x="69" y="79"/>
                  <a:pt x="72" y="76"/>
                  <a:pt x="72" y="73"/>
                </a:cubicBezTo>
                <a:cubicBezTo>
                  <a:pt x="72" y="15"/>
                  <a:pt x="72" y="15"/>
                  <a:pt x="72" y="15"/>
                </a:cubicBezTo>
                <a:cubicBezTo>
                  <a:pt x="72" y="5"/>
                  <a:pt x="66" y="0"/>
                  <a:pt x="56" y="0"/>
                </a:cubicBezTo>
                <a:close/>
              </a:path>
            </a:pathLst>
          </a:custGeom>
          <a:solidFill>
            <a:srgbClr val="1F8FB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 name="Oval 31"/>
          <p:cNvSpPr>
            <a:spLocks noChangeArrowheads="1"/>
          </p:cNvSpPr>
          <p:nvPr/>
        </p:nvSpPr>
        <p:spPr bwMode="auto">
          <a:xfrm>
            <a:off x="10263188" y="4376738"/>
            <a:ext cx="209550" cy="211137"/>
          </a:xfrm>
          <a:prstGeom prst="ellipse">
            <a:avLst/>
          </a:prstGeom>
          <a:solidFill>
            <a:srgbClr val="1F8FB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 name="Freeform 32"/>
          <p:cNvSpPr>
            <a:spLocks/>
          </p:cNvSpPr>
          <p:nvPr/>
        </p:nvSpPr>
        <p:spPr bwMode="auto">
          <a:xfrm>
            <a:off x="11458576" y="4629150"/>
            <a:ext cx="512763" cy="931862"/>
          </a:xfrm>
          <a:custGeom>
            <a:avLst/>
            <a:gdLst>
              <a:gd name="T0" fmla="*/ 87 w 88"/>
              <a:gd name="T1" fmla="*/ 68 h 159"/>
              <a:gd name="T2" fmla="*/ 73 w 88"/>
              <a:gd name="T3" fmla="*/ 14 h 159"/>
              <a:gd name="T4" fmla="*/ 54 w 88"/>
              <a:gd name="T5" fmla="*/ 0 h 159"/>
              <a:gd name="T6" fmla="*/ 34 w 88"/>
              <a:gd name="T7" fmla="*/ 0 h 159"/>
              <a:gd name="T8" fmla="*/ 15 w 88"/>
              <a:gd name="T9" fmla="*/ 14 h 159"/>
              <a:gd name="T10" fmla="*/ 0 w 88"/>
              <a:gd name="T11" fmla="*/ 68 h 159"/>
              <a:gd name="T12" fmla="*/ 5 w 88"/>
              <a:gd name="T13" fmla="*/ 75 h 159"/>
              <a:gd name="T14" fmla="*/ 12 w 88"/>
              <a:gd name="T15" fmla="*/ 71 h 159"/>
              <a:gd name="T16" fmla="*/ 25 w 88"/>
              <a:gd name="T17" fmla="*/ 22 h 159"/>
              <a:gd name="T18" fmla="*/ 29 w 88"/>
              <a:gd name="T19" fmla="*/ 22 h 159"/>
              <a:gd name="T20" fmla="*/ 9 w 88"/>
              <a:gd name="T21" fmla="*/ 97 h 159"/>
              <a:gd name="T22" fmla="*/ 27 w 88"/>
              <a:gd name="T23" fmla="*/ 97 h 159"/>
              <a:gd name="T24" fmla="*/ 27 w 88"/>
              <a:gd name="T25" fmla="*/ 152 h 159"/>
              <a:gd name="T26" fmla="*/ 34 w 88"/>
              <a:gd name="T27" fmla="*/ 159 h 159"/>
              <a:gd name="T28" fmla="*/ 41 w 88"/>
              <a:gd name="T29" fmla="*/ 152 h 159"/>
              <a:gd name="T30" fmla="*/ 41 w 88"/>
              <a:gd name="T31" fmla="*/ 97 h 159"/>
              <a:gd name="T32" fmla="*/ 47 w 88"/>
              <a:gd name="T33" fmla="*/ 97 h 159"/>
              <a:gd name="T34" fmla="*/ 47 w 88"/>
              <a:gd name="T35" fmla="*/ 152 h 159"/>
              <a:gd name="T36" fmla="*/ 54 w 88"/>
              <a:gd name="T37" fmla="*/ 159 h 159"/>
              <a:gd name="T38" fmla="*/ 61 w 88"/>
              <a:gd name="T39" fmla="*/ 152 h 159"/>
              <a:gd name="T40" fmla="*/ 61 w 88"/>
              <a:gd name="T41" fmla="*/ 97 h 159"/>
              <a:gd name="T42" fmla="*/ 79 w 88"/>
              <a:gd name="T43" fmla="*/ 97 h 159"/>
              <a:gd name="T44" fmla="*/ 58 w 88"/>
              <a:gd name="T45" fmla="*/ 22 h 159"/>
              <a:gd name="T46" fmla="*/ 62 w 88"/>
              <a:gd name="T47" fmla="*/ 22 h 159"/>
              <a:gd name="T48" fmla="*/ 76 w 88"/>
              <a:gd name="T49" fmla="*/ 71 h 159"/>
              <a:gd name="T50" fmla="*/ 83 w 88"/>
              <a:gd name="T51" fmla="*/ 75 h 159"/>
              <a:gd name="T52" fmla="*/ 87 w 88"/>
              <a:gd name="T53" fmla="*/ 68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8" h="159">
                <a:moveTo>
                  <a:pt x="87" y="68"/>
                </a:moveTo>
                <a:cubicBezTo>
                  <a:pt x="73" y="14"/>
                  <a:pt x="73" y="14"/>
                  <a:pt x="73" y="14"/>
                </a:cubicBezTo>
                <a:cubicBezTo>
                  <a:pt x="70" y="4"/>
                  <a:pt x="64" y="0"/>
                  <a:pt x="54" y="0"/>
                </a:cubicBezTo>
                <a:cubicBezTo>
                  <a:pt x="34" y="0"/>
                  <a:pt x="34" y="0"/>
                  <a:pt x="34" y="0"/>
                </a:cubicBezTo>
                <a:cubicBezTo>
                  <a:pt x="24" y="0"/>
                  <a:pt x="17" y="4"/>
                  <a:pt x="15" y="14"/>
                </a:cubicBezTo>
                <a:cubicBezTo>
                  <a:pt x="0" y="68"/>
                  <a:pt x="0" y="68"/>
                  <a:pt x="0" y="68"/>
                </a:cubicBezTo>
                <a:cubicBezTo>
                  <a:pt x="0" y="71"/>
                  <a:pt x="1" y="74"/>
                  <a:pt x="5" y="75"/>
                </a:cubicBezTo>
                <a:cubicBezTo>
                  <a:pt x="8" y="76"/>
                  <a:pt x="11" y="74"/>
                  <a:pt x="12" y="71"/>
                </a:cubicBezTo>
                <a:cubicBezTo>
                  <a:pt x="25" y="22"/>
                  <a:pt x="25" y="22"/>
                  <a:pt x="25" y="22"/>
                </a:cubicBezTo>
                <a:cubicBezTo>
                  <a:pt x="29" y="22"/>
                  <a:pt x="29" y="22"/>
                  <a:pt x="29" y="22"/>
                </a:cubicBezTo>
                <a:cubicBezTo>
                  <a:pt x="9" y="97"/>
                  <a:pt x="9" y="97"/>
                  <a:pt x="9" y="97"/>
                </a:cubicBezTo>
                <a:cubicBezTo>
                  <a:pt x="27" y="97"/>
                  <a:pt x="27" y="97"/>
                  <a:pt x="27" y="97"/>
                </a:cubicBezTo>
                <a:cubicBezTo>
                  <a:pt x="27" y="152"/>
                  <a:pt x="27" y="152"/>
                  <a:pt x="27" y="152"/>
                </a:cubicBezTo>
                <a:cubicBezTo>
                  <a:pt x="27" y="156"/>
                  <a:pt x="30" y="159"/>
                  <a:pt x="34" y="159"/>
                </a:cubicBezTo>
                <a:cubicBezTo>
                  <a:pt x="38" y="159"/>
                  <a:pt x="41" y="156"/>
                  <a:pt x="41" y="152"/>
                </a:cubicBezTo>
                <a:cubicBezTo>
                  <a:pt x="41" y="97"/>
                  <a:pt x="41" y="97"/>
                  <a:pt x="41" y="97"/>
                </a:cubicBezTo>
                <a:cubicBezTo>
                  <a:pt x="47" y="97"/>
                  <a:pt x="47" y="97"/>
                  <a:pt x="47" y="97"/>
                </a:cubicBezTo>
                <a:cubicBezTo>
                  <a:pt x="47" y="152"/>
                  <a:pt x="47" y="152"/>
                  <a:pt x="47" y="152"/>
                </a:cubicBezTo>
                <a:cubicBezTo>
                  <a:pt x="47" y="156"/>
                  <a:pt x="50" y="159"/>
                  <a:pt x="54" y="159"/>
                </a:cubicBezTo>
                <a:cubicBezTo>
                  <a:pt x="58" y="159"/>
                  <a:pt x="61" y="156"/>
                  <a:pt x="61" y="152"/>
                </a:cubicBezTo>
                <a:cubicBezTo>
                  <a:pt x="61" y="97"/>
                  <a:pt x="61" y="97"/>
                  <a:pt x="61" y="97"/>
                </a:cubicBezTo>
                <a:cubicBezTo>
                  <a:pt x="79" y="97"/>
                  <a:pt x="79" y="97"/>
                  <a:pt x="79" y="97"/>
                </a:cubicBezTo>
                <a:cubicBezTo>
                  <a:pt x="58" y="22"/>
                  <a:pt x="58" y="22"/>
                  <a:pt x="58" y="22"/>
                </a:cubicBezTo>
                <a:cubicBezTo>
                  <a:pt x="62" y="22"/>
                  <a:pt x="62" y="22"/>
                  <a:pt x="62" y="22"/>
                </a:cubicBezTo>
                <a:cubicBezTo>
                  <a:pt x="76" y="71"/>
                  <a:pt x="76" y="71"/>
                  <a:pt x="76" y="71"/>
                </a:cubicBezTo>
                <a:cubicBezTo>
                  <a:pt x="77" y="74"/>
                  <a:pt x="80" y="76"/>
                  <a:pt x="83" y="75"/>
                </a:cubicBezTo>
                <a:cubicBezTo>
                  <a:pt x="86" y="74"/>
                  <a:pt x="88" y="71"/>
                  <a:pt x="87" y="68"/>
                </a:cubicBezTo>
                <a:close/>
              </a:path>
            </a:pathLst>
          </a:custGeom>
          <a:solidFill>
            <a:srgbClr val="F2982B"/>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 name="Oval 33"/>
          <p:cNvSpPr>
            <a:spLocks noChangeArrowheads="1"/>
          </p:cNvSpPr>
          <p:nvPr/>
        </p:nvSpPr>
        <p:spPr bwMode="auto">
          <a:xfrm>
            <a:off x="11615738" y="4400550"/>
            <a:ext cx="198438" cy="204787"/>
          </a:xfrm>
          <a:prstGeom prst="ellipse">
            <a:avLst/>
          </a:prstGeom>
          <a:solidFill>
            <a:srgbClr val="F2982B"/>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 name="Freeform 34"/>
          <p:cNvSpPr>
            <a:spLocks/>
          </p:cNvSpPr>
          <p:nvPr/>
        </p:nvSpPr>
        <p:spPr bwMode="auto">
          <a:xfrm>
            <a:off x="10618788" y="5461000"/>
            <a:ext cx="811213" cy="100012"/>
          </a:xfrm>
          <a:custGeom>
            <a:avLst/>
            <a:gdLst>
              <a:gd name="T0" fmla="*/ 139 w 139"/>
              <a:gd name="T1" fmla="*/ 0 h 17"/>
              <a:gd name="T2" fmla="*/ 122 w 139"/>
              <a:gd name="T3" fmla="*/ 17 h 17"/>
              <a:gd name="T4" fmla="*/ 17 w 139"/>
              <a:gd name="T5" fmla="*/ 17 h 17"/>
              <a:gd name="T6" fmla="*/ 0 w 139"/>
              <a:gd name="T7" fmla="*/ 0 h 17"/>
              <a:gd name="T8" fmla="*/ 139 w 139"/>
              <a:gd name="T9" fmla="*/ 0 h 17"/>
            </a:gdLst>
            <a:ahLst/>
            <a:cxnLst>
              <a:cxn ang="0">
                <a:pos x="T0" y="T1"/>
              </a:cxn>
              <a:cxn ang="0">
                <a:pos x="T2" y="T3"/>
              </a:cxn>
              <a:cxn ang="0">
                <a:pos x="T4" y="T5"/>
              </a:cxn>
              <a:cxn ang="0">
                <a:pos x="T6" y="T7"/>
              </a:cxn>
              <a:cxn ang="0">
                <a:pos x="T8" y="T9"/>
              </a:cxn>
            </a:cxnLst>
            <a:rect l="0" t="0" r="r" b="b"/>
            <a:pathLst>
              <a:path w="139" h="17">
                <a:moveTo>
                  <a:pt x="139" y="0"/>
                </a:moveTo>
                <a:cubicBezTo>
                  <a:pt x="139" y="9"/>
                  <a:pt x="131" y="17"/>
                  <a:pt x="122" y="17"/>
                </a:cubicBezTo>
                <a:cubicBezTo>
                  <a:pt x="17" y="17"/>
                  <a:pt x="17" y="17"/>
                  <a:pt x="17" y="17"/>
                </a:cubicBezTo>
                <a:cubicBezTo>
                  <a:pt x="7" y="17"/>
                  <a:pt x="0" y="9"/>
                  <a:pt x="0" y="0"/>
                </a:cubicBezTo>
                <a:lnTo>
                  <a:pt x="139" y="0"/>
                </a:ln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 name="Freeform 35"/>
          <p:cNvSpPr>
            <a:spLocks/>
          </p:cNvSpPr>
          <p:nvPr/>
        </p:nvSpPr>
        <p:spPr bwMode="auto">
          <a:xfrm>
            <a:off x="10793413" y="5080000"/>
            <a:ext cx="460375" cy="346075"/>
          </a:xfrm>
          <a:custGeom>
            <a:avLst/>
            <a:gdLst>
              <a:gd name="T0" fmla="*/ 79 w 79"/>
              <a:gd name="T1" fmla="*/ 0 h 59"/>
              <a:gd name="T2" fmla="*/ 79 w 79"/>
              <a:gd name="T3" fmla="*/ 42 h 59"/>
              <a:gd name="T4" fmla="*/ 62 w 79"/>
              <a:gd name="T5" fmla="*/ 59 h 59"/>
              <a:gd name="T6" fmla="*/ 17 w 79"/>
              <a:gd name="T7" fmla="*/ 59 h 59"/>
              <a:gd name="T8" fmla="*/ 0 w 79"/>
              <a:gd name="T9" fmla="*/ 42 h 59"/>
              <a:gd name="T10" fmla="*/ 0 w 79"/>
              <a:gd name="T11" fmla="*/ 0 h 59"/>
              <a:gd name="T12" fmla="*/ 79 w 79"/>
              <a:gd name="T13" fmla="*/ 0 h 59"/>
            </a:gdLst>
            <a:ahLst/>
            <a:cxnLst>
              <a:cxn ang="0">
                <a:pos x="T0" y="T1"/>
              </a:cxn>
              <a:cxn ang="0">
                <a:pos x="T2" y="T3"/>
              </a:cxn>
              <a:cxn ang="0">
                <a:pos x="T4" y="T5"/>
              </a:cxn>
              <a:cxn ang="0">
                <a:pos x="T6" y="T7"/>
              </a:cxn>
              <a:cxn ang="0">
                <a:pos x="T8" y="T9"/>
              </a:cxn>
              <a:cxn ang="0">
                <a:pos x="T10" y="T11"/>
              </a:cxn>
              <a:cxn ang="0">
                <a:pos x="T12" y="T13"/>
              </a:cxn>
            </a:cxnLst>
            <a:rect l="0" t="0" r="r" b="b"/>
            <a:pathLst>
              <a:path w="79" h="59">
                <a:moveTo>
                  <a:pt x="79" y="0"/>
                </a:moveTo>
                <a:cubicBezTo>
                  <a:pt x="79" y="42"/>
                  <a:pt x="79" y="42"/>
                  <a:pt x="79" y="42"/>
                </a:cubicBezTo>
                <a:cubicBezTo>
                  <a:pt x="79" y="51"/>
                  <a:pt x="71" y="59"/>
                  <a:pt x="62" y="59"/>
                </a:cubicBezTo>
                <a:cubicBezTo>
                  <a:pt x="17" y="59"/>
                  <a:pt x="17" y="59"/>
                  <a:pt x="17" y="59"/>
                </a:cubicBezTo>
                <a:cubicBezTo>
                  <a:pt x="8" y="59"/>
                  <a:pt x="0" y="51"/>
                  <a:pt x="0" y="42"/>
                </a:cubicBezTo>
                <a:cubicBezTo>
                  <a:pt x="0" y="0"/>
                  <a:pt x="0" y="0"/>
                  <a:pt x="0" y="0"/>
                </a:cubicBezTo>
                <a:lnTo>
                  <a:pt x="79" y="0"/>
                </a:ln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 name="Freeform 36"/>
          <p:cNvSpPr>
            <a:spLocks/>
          </p:cNvSpPr>
          <p:nvPr/>
        </p:nvSpPr>
        <p:spPr bwMode="auto">
          <a:xfrm>
            <a:off x="11253788" y="5080000"/>
            <a:ext cx="117475" cy="246062"/>
          </a:xfrm>
          <a:custGeom>
            <a:avLst/>
            <a:gdLst>
              <a:gd name="T0" fmla="*/ 0 w 20"/>
              <a:gd name="T1" fmla="*/ 0 h 42"/>
              <a:gd name="T2" fmla="*/ 20 w 20"/>
              <a:gd name="T3" fmla="*/ 21 h 42"/>
              <a:gd name="T4" fmla="*/ 0 w 20"/>
              <a:gd name="T5" fmla="*/ 42 h 42"/>
              <a:gd name="T6" fmla="*/ 0 w 20"/>
              <a:gd name="T7" fmla="*/ 34 h 42"/>
              <a:gd name="T8" fmla="*/ 13 w 20"/>
              <a:gd name="T9" fmla="*/ 21 h 42"/>
              <a:gd name="T10" fmla="*/ 0 w 20"/>
              <a:gd name="T11" fmla="*/ 8 h 42"/>
              <a:gd name="T12" fmla="*/ 0 w 20"/>
              <a:gd name="T13" fmla="*/ 0 h 42"/>
            </a:gdLst>
            <a:ahLst/>
            <a:cxnLst>
              <a:cxn ang="0">
                <a:pos x="T0" y="T1"/>
              </a:cxn>
              <a:cxn ang="0">
                <a:pos x="T2" y="T3"/>
              </a:cxn>
              <a:cxn ang="0">
                <a:pos x="T4" y="T5"/>
              </a:cxn>
              <a:cxn ang="0">
                <a:pos x="T6" y="T7"/>
              </a:cxn>
              <a:cxn ang="0">
                <a:pos x="T8" y="T9"/>
              </a:cxn>
              <a:cxn ang="0">
                <a:pos x="T10" y="T11"/>
              </a:cxn>
              <a:cxn ang="0">
                <a:pos x="T12" y="T13"/>
              </a:cxn>
            </a:cxnLst>
            <a:rect l="0" t="0" r="r" b="b"/>
            <a:pathLst>
              <a:path w="20" h="42">
                <a:moveTo>
                  <a:pt x="0" y="0"/>
                </a:moveTo>
                <a:cubicBezTo>
                  <a:pt x="11" y="0"/>
                  <a:pt x="20" y="9"/>
                  <a:pt x="20" y="21"/>
                </a:cubicBezTo>
                <a:cubicBezTo>
                  <a:pt x="20" y="32"/>
                  <a:pt x="11" y="42"/>
                  <a:pt x="0" y="42"/>
                </a:cubicBezTo>
                <a:cubicBezTo>
                  <a:pt x="0" y="34"/>
                  <a:pt x="0" y="34"/>
                  <a:pt x="0" y="34"/>
                </a:cubicBezTo>
                <a:cubicBezTo>
                  <a:pt x="7" y="34"/>
                  <a:pt x="13" y="28"/>
                  <a:pt x="13" y="21"/>
                </a:cubicBezTo>
                <a:cubicBezTo>
                  <a:pt x="13" y="14"/>
                  <a:pt x="7" y="8"/>
                  <a:pt x="0" y="8"/>
                </a:cubicBezTo>
                <a:lnTo>
                  <a:pt x="0" y="0"/>
                </a:ln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 name="Freeform 37"/>
          <p:cNvSpPr>
            <a:spLocks/>
          </p:cNvSpPr>
          <p:nvPr/>
        </p:nvSpPr>
        <p:spPr bwMode="auto">
          <a:xfrm>
            <a:off x="10922001" y="4657725"/>
            <a:ext cx="204788" cy="269875"/>
          </a:xfrm>
          <a:custGeom>
            <a:avLst/>
            <a:gdLst>
              <a:gd name="T0" fmla="*/ 10 w 35"/>
              <a:gd name="T1" fmla="*/ 46 h 46"/>
              <a:gd name="T2" fmla="*/ 16 w 35"/>
              <a:gd name="T3" fmla="*/ 0 h 46"/>
              <a:gd name="T4" fmla="*/ 10 w 35"/>
              <a:gd name="T5" fmla="*/ 46 h 46"/>
            </a:gdLst>
            <a:ahLst/>
            <a:cxnLst>
              <a:cxn ang="0">
                <a:pos x="T0" y="T1"/>
              </a:cxn>
              <a:cxn ang="0">
                <a:pos x="T2" y="T3"/>
              </a:cxn>
              <a:cxn ang="0">
                <a:pos x="T4" y="T5"/>
              </a:cxn>
            </a:cxnLst>
            <a:rect l="0" t="0" r="r" b="b"/>
            <a:pathLst>
              <a:path w="35" h="46">
                <a:moveTo>
                  <a:pt x="10" y="46"/>
                </a:moveTo>
                <a:cubicBezTo>
                  <a:pt x="0" y="22"/>
                  <a:pt x="24" y="20"/>
                  <a:pt x="16" y="0"/>
                </a:cubicBezTo>
                <a:cubicBezTo>
                  <a:pt x="35" y="24"/>
                  <a:pt x="12" y="28"/>
                  <a:pt x="10" y="4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 name="Freeform 38"/>
          <p:cNvSpPr>
            <a:spLocks/>
          </p:cNvSpPr>
          <p:nvPr/>
        </p:nvSpPr>
        <p:spPr bwMode="auto">
          <a:xfrm>
            <a:off x="10950576" y="4816475"/>
            <a:ext cx="176213" cy="228600"/>
          </a:xfrm>
          <a:custGeom>
            <a:avLst/>
            <a:gdLst>
              <a:gd name="T0" fmla="*/ 21 w 30"/>
              <a:gd name="T1" fmla="*/ 0 h 39"/>
              <a:gd name="T2" fmla="*/ 15 w 30"/>
              <a:gd name="T3" fmla="*/ 39 h 39"/>
              <a:gd name="T4" fmla="*/ 21 w 30"/>
              <a:gd name="T5" fmla="*/ 0 h 39"/>
            </a:gdLst>
            <a:ahLst/>
            <a:cxnLst>
              <a:cxn ang="0">
                <a:pos x="T0" y="T1"/>
              </a:cxn>
              <a:cxn ang="0">
                <a:pos x="T2" y="T3"/>
              </a:cxn>
              <a:cxn ang="0">
                <a:pos x="T4" y="T5"/>
              </a:cxn>
            </a:cxnLst>
            <a:rect l="0" t="0" r="r" b="b"/>
            <a:pathLst>
              <a:path w="30" h="39">
                <a:moveTo>
                  <a:pt x="21" y="0"/>
                </a:moveTo>
                <a:cubicBezTo>
                  <a:pt x="30" y="20"/>
                  <a:pt x="9" y="22"/>
                  <a:pt x="15" y="39"/>
                </a:cubicBezTo>
                <a:cubicBezTo>
                  <a:pt x="0" y="18"/>
                  <a:pt x="19" y="15"/>
                  <a:pt x="21"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7" name="TextBox 331"/>
          <p:cNvSpPr txBox="1"/>
          <p:nvPr/>
        </p:nvSpPr>
        <p:spPr>
          <a:xfrm>
            <a:off x="841922" y="5654417"/>
            <a:ext cx="1296144" cy="646331"/>
          </a:xfrm>
          <a:prstGeom prst="rect">
            <a:avLst/>
          </a:prstGeom>
          <a:noFill/>
        </p:spPr>
        <p:txBody>
          <a:bodyPr wrap="square" rtlCol="0">
            <a:spAutoFit/>
          </a:bodyPr>
          <a:lstStyle/>
          <a:p>
            <a:pPr algn="ctr"/>
            <a:r>
              <a:rPr lang="en-US" altLang="zh-CN" sz="3600" dirty="0">
                <a:solidFill>
                  <a:srgbClr val="843C0C"/>
                </a:solidFill>
                <a:latin typeface="Impact" panose="020B0806030902050204" pitchFamily="34" charset="0"/>
              </a:rPr>
              <a:t>99%</a:t>
            </a:r>
            <a:endParaRPr lang="zh-CN" altLang="en-US" sz="3600" dirty="0">
              <a:solidFill>
                <a:srgbClr val="843C0C"/>
              </a:solidFill>
              <a:latin typeface="Impact" panose="020B0806030902050204" pitchFamily="34" charset="0"/>
            </a:endParaRPr>
          </a:p>
        </p:txBody>
      </p:sp>
      <p:sp>
        <p:nvSpPr>
          <p:cNvPr id="368" name="TextBox 331"/>
          <p:cNvSpPr txBox="1"/>
          <p:nvPr/>
        </p:nvSpPr>
        <p:spPr>
          <a:xfrm>
            <a:off x="4019791" y="5654417"/>
            <a:ext cx="1296144" cy="646331"/>
          </a:xfrm>
          <a:prstGeom prst="rect">
            <a:avLst/>
          </a:prstGeom>
          <a:noFill/>
        </p:spPr>
        <p:txBody>
          <a:bodyPr wrap="square" rtlCol="0">
            <a:spAutoFit/>
          </a:bodyPr>
          <a:lstStyle/>
          <a:p>
            <a:pPr algn="ctr"/>
            <a:r>
              <a:rPr lang="en-US" altLang="zh-CN" sz="3600" dirty="0">
                <a:solidFill>
                  <a:srgbClr val="843C0C"/>
                </a:solidFill>
                <a:latin typeface="Impact" panose="020B0806030902050204" pitchFamily="34" charset="0"/>
              </a:rPr>
              <a:t>31%</a:t>
            </a:r>
            <a:endParaRPr lang="zh-CN" altLang="en-US" sz="3600" dirty="0">
              <a:solidFill>
                <a:srgbClr val="843C0C"/>
              </a:solidFill>
              <a:latin typeface="Impact" panose="020B0806030902050204" pitchFamily="34" charset="0"/>
            </a:endParaRPr>
          </a:p>
        </p:txBody>
      </p:sp>
      <p:sp>
        <p:nvSpPr>
          <p:cNvPr id="369" name="TextBox 331"/>
          <p:cNvSpPr txBox="1"/>
          <p:nvPr/>
        </p:nvSpPr>
        <p:spPr>
          <a:xfrm>
            <a:off x="7197660" y="5654417"/>
            <a:ext cx="1296144" cy="646331"/>
          </a:xfrm>
          <a:prstGeom prst="rect">
            <a:avLst/>
          </a:prstGeom>
          <a:noFill/>
        </p:spPr>
        <p:txBody>
          <a:bodyPr wrap="square" rtlCol="0">
            <a:spAutoFit/>
          </a:bodyPr>
          <a:lstStyle/>
          <a:p>
            <a:pPr algn="ctr"/>
            <a:r>
              <a:rPr lang="en-US" altLang="zh-CN" sz="3600" dirty="0">
                <a:solidFill>
                  <a:srgbClr val="843C0C"/>
                </a:solidFill>
                <a:latin typeface="Impact" panose="020B0806030902050204" pitchFamily="34" charset="0"/>
              </a:rPr>
              <a:t>53%</a:t>
            </a:r>
            <a:endParaRPr lang="zh-CN" altLang="en-US" sz="3600" dirty="0">
              <a:solidFill>
                <a:srgbClr val="843C0C"/>
              </a:solidFill>
              <a:latin typeface="Impact" panose="020B0806030902050204" pitchFamily="34" charset="0"/>
            </a:endParaRPr>
          </a:p>
        </p:txBody>
      </p:sp>
      <p:sp>
        <p:nvSpPr>
          <p:cNvPr id="370" name="TextBox 331"/>
          <p:cNvSpPr txBox="1"/>
          <p:nvPr/>
        </p:nvSpPr>
        <p:spPr>
          <a:xfrm>
            <a:off x="10375528" y="5654417"/>
            <a:ext cx="1296144" cy="646331"/>
          </a:xfrm>
          <a:prstGeom prst="rect">
            <a:avLst/>
          </a:prstGeom>
          <a:noFill/>
        </p:spPr>
        <p:txBody>
          <a:bodyPr wrap="square" rtlCol="0">
            <a:spAutoFit/>
          </a:bodyPr>
          <a:lstStyle/>
          <a:p>
            <a:pPr algn="ctr"/>
            <a:r>
              <a:rPr lang="en-US" altLang="zh-CN" sz="3600" dirty="0">
                <a:solidFill>
                  <a:srgbClr val="843C0C"/>
                </a:solidFill>
                <a:latin typeface="Impact" panose="020B0806030902050204" pitchFamily="34" charset="0"/>
              </a:rPr>
              <a:t>82%</a:t>
            </a:r>
            <a:endParaRPr lang="zh-CN" altLang="en-US" sz="3600" dirty="0">
              <a:solidFill>
                <a:srgbClr val="843C0C"/>
              </a:solidFill>
              <a:latin typeface="Impact" panose="020B0806030902050204" pitchFamily="34" charset="0"/>
            </a:endParaRPr>
          </a:p>
        </p:txBody>
      </p:sp>
      <p:sp>
        <p:nvSpPr>
          <p:cNvPr id="371" name="文本框 370"/>
          <p:cNvSpPr txBox="1"/>
          <p:nvPr/>
        </p:nvSpPr>
        <p:spPr>
          <a:xfrm>
            <a:off x="1000603" y="858685"/>
            <a:ext cx="10665859" cy="784830"/>
          </a:xfrm>
          <a:prstGeom prst="rect">
            <a:avLst/>
          </a:prstGeom>
          <a:noFill/>
        </p:spPr>
        <p:txBody>
          <a:bodyPr wrap="square" rtlCol="0">
            <a:spAutoFit/>
          </a:bodyPr>
          <a:lstStyle/>
          <a:p>
            <a:pPr>
              <a:lnSpc>
                <a:spcPct val="125000"/>
              </a:lnSpc>
            </a:pPr>
            <a:r>
              <a:rPr lang="zh-CN" altLang="en-US" dirty="0">
                <a:solidFill>
                  <a:prstClr val="black">
                    <a:lumMod val="65000"/>
                    <a:lumOff val="35000"/>
                  </a:prstClr>
                </a:solidFill>
              </a:rPr>
              <a:t>下图以矢量图标作为主体，辅以直接的数字进行信息展示，虽然从数量对比上不够直观，但不失为一种灵活的</a:t>
            </a:r>
            <a:r>
              <a:rPr lang="en-US" altLang="zh-CN" dirty="0">
                <a:solidFill>
                  <a:prstClr val="black">
                    <a:lumMod val="65000"/>
                    <a:lumOff val="35000"/>
                  </a:prstClr>
                </a:solidFill>
              </a:rPr>
              <a:t>PPT</a:t>
            </a:r>
            <a:r>
              <a:rPr lang="zh-CN" altLang="en-US" dirty="0">
                <a:solidFill>
                  <a:prstClr val="black">
                    <a:lumMod val="65000"/>
                    <a:lumOff val="35000"/>
                  </a:prstClr>
                </a:solidFill>
              </a:rPr>
              <a:t>展示方式。</a:t>
            </a:r>
            <a:endParaRPr lang="en-US" altLang="zh-CN" dirty="0">
              <a:solidFill>
                <a:prstClr val="black">
                  <a:lumMod val="65000"/>
                  <a:lumOff val="35000"/>
                </a:prstClr>
              </a:solidFill>
            </a:endParaRPr>
          </a:p>
        </p:txBody>
      </p:sp>
      <p:sp>
        <p:nvSpPr>
          <p:cNvPr id="43" name="矩形 39"/>
          <p:cNvSpPr/>
          <p:nvPr/>
        </p:nvSpPr>
        <p:spPr>
          <a:xfrm>
            <a:off x="0" y="203088"/>
            <a:ext cx="1620957" cy="523220"/>
          </a:xfrm>
          <a:prstGeom prst="rect">
            <a:avLst/>
          </a:prstGeom>
          <a:noFill/>
        </p:spPr>
        <p:txBody>
          <a:bodyPr wrap="none" rtlCol="0">
            <a:spAutoFit/>
          </a:bodyPr>
          <a:lstStyle/>
          <a:p>
            <a:r>
              <a:rPr lang="zh-CN" altLang="en-US" sz="2800" b="1">
                <a:solidFill>
                  <a:schemeClr val="tx1">
                    <a:lumMod val="65000"/>
                    <a:lumOff val="35000"/>
                  </a:schemeClr>
                </a:solidFill>
              </a:rPr>
              <a:t>其他图表</a:t>
            </a:r>
          </a:p>
        </p:txBody>
      </p:sp>
    </p:spTree>
    <p:extLst>
      <p:ext uri="{BB962C8B-B14F-4D97-AF65-F5344CB8AC3E}">
        <p14:creationId xmlns:p14="http://schemas.microsoft.com/office/powerpoint/2010/main" val="19932546"/>
      </p:ext>
    </p:extLst>
  </p:cSld>
  <p:clrMapOvr>
    <a:masterClrMapping/>
  </p:clrMapOvr>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6744118" y="348527"/>
            <a:ext cx="4726225" cy="5991278"/>
            <a:chOff x="2598305" y="908720"/>
            <a:chExt cx="3197831" cy="4053784"/>
          </a:xfrm>
        </p:grpSpPr>
        <p:grpSp>
          <p:nvGrpSpPr>
            <p:cNvPr id="36" name="Group 3"/>
            <p:cNvGrpSpPr/>
            <p:nvPr/>
          </p:nvGrpSpPr>
          <p:grpSpPr>
            <a:xfrm>
              <a:off x="2886651" y="2053019"/>
              <a:ext cx="2621137" cy="2621137"/>
              <a:chOff x="3256829" y="2681750"/>
              <a:chExt cx="2803837" cy="2803837"/>
            </a:xfrm>
          </p:grpSpPr>
          <p:sp>
            <p:nvSpPr>
              <p:cNvPr id="37" name="TextBox 4"/>
              <p:cNvSpPr txBox="1"/>
              <p:nvPr/>
            </p:nvSpPr>
            <p:spPr>
              <a:xfrm>
                <a:off x="4128996" y="3422024"/>
                <a:ext cx="1059508" cy="1136082"/>
              </a:xfrm>
              <a:prstGeom prst="rect">
                <a:avLst/>
              </a:prstGeom>
              <a:noFill/>
            </p:spPr>
            <p:txBody>
              <a:bodyPr wrap="none" rtlCol="0">
                <a:spAutoFit/>
              </a:bodyPr>
              <a:lstStyle/>
              <a:p>
                <a:pPr algn="ctr"/>
                <a:r>
                  <a:rPr lang="en-US" sz="9600" b="1" dirty="0">
                    <a:solidFill>
                      <a:srgbClr val="FE7405"/>
                    </a:solidFill>
                    <a:latin typeface="Impact" panose="020B0806030902050204" pitchFamily="34" charset="0"/>
                  </a:rPr>
                  <a:t>20</a:t>
                </a:r>
              </a:p>
            </p:txBody>
          </p:sp>
          <p:sp>
            <p:nvSpPr>
              <p:cNvPr id="38" name="Freeform 5"/>
              <p:cNvSpPr>
                <a:spLocks/>
              </p:cNvSpPr>
              <p:nvPr/>
            </p:nvSpPr>
            <p:spPr bwMode="auto">
              <a:xfrm>
                <a:off x="4673875" y="2822198"/>
                <a:ext cx="103231" cy="244982"/>
              </a:xfrm>
              <a:custGeom>
                <a:avLst/>
                <a:gdLst>
                  <a:gd name="connsiteX0" fmla="*/ 0 w 184150"/>
                  <a:gd name="connsiteY0" fmla="*/ 0 h 437013"/>
                  <a:gd name="connsiteX1" fmla="*/ 92470 w 184150"/>
                  <a:gd name="connsiteY1" fmla="*/ 3174 h 437013"/>
                  <a:gd name="connsiteX2" fmla="*/ 184150 w 184150"/>
                  <a:gd name="connsiteY2" fmla="*/ 10314 h 437013"/>
                  <a:gd name="connsiteX3" fmla="*/ 139578 w 184150"/>
                  <a:gd name="connsiteY3" fmla="*/ 437013 h 437013"/>
                  <a:gd name="connsiteX4" fmla="*/ 0 w 184150"/>
                  <a:gd name="connsiteY4" fmla="*/ 429965 h 43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150" h="437013">
                    <a:moveTo>
                      <a:pt x="0" y="0"/>
                    </a:moveTo>
                    <a:lnTo>
                      <a:pt x="92470" y="3174"/>
                    </a:lnTo>
                    <a:lnTo>
                      <a:pt x="184150" y="10314"/>
                    </a:lnTo>
                    <a:lnTo>
                      <a:pt x="139578" y="437013"/>
                    </a:lnTo>
                    <a:lnTo>
                      <a:pt x="0" y="429965"/>
                    </a:lnTo>
                    <a:close/>
                  </a:path>
                </a:pathLst>
              </a:custGeom>
              <a:solidFill>
                <a:srgbClr val="FE7405"/>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39" name="Freeform 6"/>
              <p:cNvSpPr>
                <a:spLocks/>
              </p:cNvSpPr>
              <p:nvPr/>
            </p:nvSpPr>
            <p:spPr bwMode="auto">
              <a:xfrm>
                <a:off x="4779754" y="2830207"/>
                <a:ext cx="128173" cy="251960"/>
              </a:xfrm>
              <a:custGeom>
                <a:avLst/>
                <a:gdLst>
                  <a:gd name="connsiteX0" fmla="*/ 45293 w 228642"/>
                  <a:gd name="connsiteY0" fmla="*/ 0 h 449460"/>
                  <a:gd name="connsiteX1" fmla="*/ 136967 w 228642"/>
                  <a:gd name="connsiteY1" fmla="*/ 12706 h 449460"/>
                  <a:gd name="connsiteX2" fmla="*/ 228642 w 228642"/>
                  <a:gd name="connsiteY2" fmla="*/ 29382 h 449460"/>
                  <a:gd name="connsiteX3" fmla="*/ 139051 w 228642"/>
                  <a:gd name="connsiteY3" fmla="*/ 449460 h 449460"/>
                  <a:gd name="connsiteX4" fmla="*/ 0 w 228642"/>
                  <a:gd name="connsiteY4" fmla="*/ 428238 h 449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42" h="449460">
                    <a:moveTo>
                      <a:pt x="45293" y="0"/>
                    </a:moveTo>
                    <a:lnTo>
                      <a:pt x="136967" y="12706"/>
                    </a:lnTo>
                    <a:lnTo>
                      <a:pt x="228642" y="29382"/>
                    </a:lnTo>
                    <a:lnTo>
                      <a:pt x="139051" y="449460"/>
                    </a:lnTo>
                    <a:lnTo>
                      <a:pt x="0" y="428238"/>
                    </a:lnTo>
                    <a:close/>
                  </a:path>
                </a:pathLst>
              </a:custGeom>
              <a:solidFill>
                <a:srgbClr val="FE7405"/>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40" name="Freeform 7"/>
              <p:cNvSpPr>
                <a:spLocks/>
              </p:cNvSpPr>
              <p:nvPr/>
            </p:nvSpPr>
            <p:spPr bwMode="auto">
              <a:xfrm>
                <a:off x="4885043" y="2852457"/>
                <a:ext cx="151032" cy="255728"/>
              </a:xfrm>
              <a:custGeom>
                <a:avLst/>
                <a:gdLst>
                  <a:gd name="connsiteX0" fmla="*/ 89773 w 269420"/>
                  <a:gd name="connsiteY0" fmla="*/ 0 h 456183"/>
                  <a:gd name="connsiteX1" fmla="*/ 181186 w 269420"/>
                  <a:gd name="connsiteY1" fmla="*/ 21422 h 456183"/>
                  <a:gd name="connsiteX2" fmla="*/ 269420 w 269420"/>
                  <a:gd name="connsiteY2" fmla="*/ 49190 h 456183"/>
                  <a:gd name="connsiteX3" fmla="*/ 136699 w 269420"/>
                  <a:gd name="connsiteY3" fmla="*/ 456183 h 456183"/>
                  <a:gd name="connsiteX4" fmla="*/ 0 w 269420"/>
                  <a:gd name="connsiteY4" fmla="*/ 421035 h 4561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9420" h="456183">
                    <a:moveTo>
                      <a:pt x="89773" y="0"/>
                    </a:moveTo>
                    <a:lnTo>
                      <a:pt x="181186" y="21422"/>
                    </a:lnTo>
                    <a:lnTo>
                      <a:pt x="269420" y="49190"/>
                    </a:lnTo>
                    <a:lnTo>
                      <a:pt x="136699" y="456183"/>
                    </a:lnTo>
                    <a:lnTo>
                      <a:pt x="0" y="421035"/>
                    </a:lnTo>
                    <a:close/>
                  </a:path>
                </a:pathLst>
              </a:custGeom>
              <a:solidFill>
                <a:srgbClr val="FE7405"/>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41" name="Freeform 8"/>
              <p:cNvSpPr>
                <a:spLocks/>
              </p:cNvSpPr>
              <p:nvPr/>
            </p:nvSpPr>
            <p:spPr bwMode="auto">
              <a:xfrm>
                <a:off x="4987841" y="2888053"/>
                <a:ext cx="171935" cy="257250"/>
              </a:xfrm>
              <a:custGeom>
                <a:avLst/>
                <a:gdLst>
                  <a:gd name="connsiteX0" fmla="*/ 132876 w 306707"/>
                  <a:gd name="connsiteY0" fmla="*/ 0 h 458898"/>
                  <a:gd name="connsiteX1" fmla="*/ 220982 w 306707"/>
                  <a:gd name="connsiteY1" fmla="*/ 30177 h 458898"/>
                  <a:gd name="connsiteX2" fmla="*/ 306707 w 306707"/>
                  <a:gd name="connsiteY2" fmla="*/ 65118 h 458898"/>
                  <a:gd name="connsiteX3" fmla="*/ 131605 w 306707"/>
                  <a:gd name="connsiteY3" fmla="*/ 458898 h 458898"/>
                  <a:gd name="connsiteX4" fmla="*/ 122025 w 306707"/>
                  <a:gd name="connsiteY4" fmla="*/ 454284 h 458898"/>
                  <a:gd name="connsiteX5" fmla="*/ 0 w 306707"/>
                  <a:gd name="connsiteY5" fmla="*/ 409622 h 458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6707" h="458898">
                    <a:moveTo>
                      <a:pt x="132876" y="0"/>
                    </a:moveTo>
                    <a:lnTo>
                      <a:pt x="220982" y="30177"/>
                    </a:lnTo>
                    <a:lnTo>
                      <a:pt x="306707" y="65118"/>
                    </a:lnTo>
                    <a:lnTo>
                      <a:pt x="131605" y="458898"/>
                    </a:lnTo>
                    <a:lnTo>
                      <a:pt x="122025" y="454284"/>
                    </a:lnTo>
                    <a:lnTo>
                      <a:pt x="0" y="409622"/>
                    </a:lnTo>
                    <a:close/>
                  </a:path>
                </a:pathLst>
              </a:custGeom>
              <a:solidFill>
                <a:srgbClr val="FE7405"/>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42" name="Freeform 9"/>
              <p:cNvSpPr>
                <a:spLocks/>
              </p:cNvSpPr>
              <p:nvPr/>
            </p:nvSpPr>
            <p:spPr bwMode="auto">
              <a:xfrm>
                <a:off x="5086899" y="2936999"/>
                <a:ext cx="190348" cy="255752"/>
              </a:xfrm>
              <a:custGeom>
                <a:avLst/>
                <a:gdLst>
                  <a:gd name="connsiteX0" fmla="*/ 174749 w 339553"/>
                  <a:gd name="connsiteY0" fmla="*/ 0 h 456226"/>
                  <a:gd name="connsiteX1" fmla="*/ 258736 w 339553"/>
                  <a:gd name="connsiteY1" fmla="*/ 39668 h 456226"/>
                  <a:gd name="connsiteX2" fmla="*/ 339553 w 339553"/>
                  <a:gd name="connsiteY2" fmla="*/ 84096 h 456226"/>
                  <a:gd name="connsiteX3" fmla="*/ 125209 w 339553"/>
                  <a:gd name="connsiteY3" fmla="*/ 456226 h 456226"/>
                  <a:gd name="connsiteX4" fmla="*/ 104561 w 339553"/>
                  <a:gd name="connsiteY4" fmla="*/ 443682 h 456226"/>
                  <a:gd name="connsiteX5" fmla="*/ 0 w 339553"/>
                  <a:gd name="connsiteY5" fmla="*/ 393312 h 456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553" h="456226">
                    <a:moveTo>
                      <a:pt x="174749" y="0"/>
                    </a:moveTo>
                    <a:lnTo>
                      <a:pt x="258736" y="39668"/>
                    </a:lnTo>
                    <a:lnTo>
                      <a:pt x="339553" y="84096"/>
                    </a:lnTo>
                    <a:lnTo>
                      <a:pt x="125209" y="456226"/>
                    </a:lnTo>
                    <a:lnTo>
                      <a:pt x="104561" y="443682"/>
                    </a:lnTo>
                    <a:lnTo>
                      <a:pt x="0" y="393312"/>
                    </a:lnTo>
                    <a:close/>
                  </a:path>
                </a:pathLst>
              </a:custGeom>
              <a:solidFill>
                <a:srgbClr val="FE7405"/>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43" name="Freeform 10"/>
              <p:cNvSpPr>
                <a:spLocks/>
              </p:cNvSpPr>
              <p:nvPr/>
            </p:nvSpPr>
            <p:spPr bwMode="auto">
              <a:xfrm>
                <a:off x="5180985" y="2997514"/>
                <a:ext cx="208391" cy="252606"/>
              </a:xfrm>
              <a:custGeom>
                <a:avLst/>
                <a:gdLst>
                  <a:gd name="connsiteX0" fmla="*/ 216048 w 371741"/>
                  <a:gd name="connsiteY0" fmla="*/ 0 h 450613"/>
                  <a:gd name="connsiteX1" fmla="*/ 295483 w 371741"/>
                  <a:gd name="connsiteY1" fmla="*/ 49213 h 450613"/>
                  <a:gd name="connsiteX2" fmla="*/ 371741 w 371741"/>
                  <a:gd name="connsiteY2" fmla="*/ 102394 h 450613"/>
                  <a:gd name="connsiteX3" fmla="*/ 118526 w 371741"/>
                  <a:gd name="connsiteY3" fmla="*/ 450613 h 450613"/>
                  <a:gd name="connsiteX4" fmla="*/ 86921 w 371741"/>
                  <a:gd name="connsiteY4" fmla="*/ 426979 h 450613"/>
                  <a:gd name="connsiteX5" fmla="*/ 0 w 371741"/>
                  <a:gd name="connsiteY5" fmla="*/ 374173 h 45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1741" h="450613">
                    <a:moveTo>
                      <a:pt x="216048" y="0"/>
                    </a:moveTo>
                    <a:lnTo>
                      <a:pt x="295483" y="49213"/>
                    </a:lnTo>
                    <a:lnTo>
                      <a:pt x="371741" y="102394"/>
                    </a:lnTo>
                    <a:lnTo>
                      <a:pt x="118526" y="450613"/>
                    </a:lnTo>
                    <a:lnTo>
                      <a:pt x="86921" y="426979"/>
                    </a:lnTo>
                    <a:lnTo>
                      <a:pt x="0" y="374173"/>
                    </a:lnTo>
                    <a:close/>
                  </a:path>
                </a:pathLst>
              </a:custGeom>
              <a:solidFill>
                <a:srgbClr val="FE7405"/>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44" name="Freeform 11"/>
              <p:cNvSpPr>
                <a:spLocks/>
              </p:cNvSpPr>
              <p:nvPr/>
            </p:nvSpPr>
            <p:spPr bwMode="auto">
              <a:xfrm>
                <a:off x="5269902" y="3071378"/>
                <a:ext cx="222706" cy="244878"/>
              </a:xfrm>
              <a:custGeom>
                <a:avLst/>
                <a:gdLst>
                  <a:gd name="connsiteX0" fmla="*/ 253606 w 397275"/>
                  <a:gd name="connsiteY0" fmla="*/ 0 h 436827"/>
                  <a:gd name="connsiteX1" fmla="*/ 326631 w 397275"/>
                  <a:gd name="connsiteY1" fmla="*/ 56356 h 436827"/>
                  <a:gd name="connsiteX2" fmla="*/ 397275 w 397275"/>
                  <a:gd name="connsiteY2" fmla="*/ 116681 h 436827"/>
                  <a:gd name="connsiteX3" fmla="*/ 108971 w 397275"/>
                  <a:gd name="connsiteY3" fmla="*/ 436827 h 436827"/>
                  <a:gd name="connsiteX4" fmla="*/ 68544 w 397275"/>
                  <a:gd name="connsiteY4" fmla="*/ 400085 h 436827"/>
                  <a:gd name="connsiteX5" fmla="*/ 0 w 397275"/>
                  <a:gd name="connsiteY5" fmla="*/ 348829 h 436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275" h="436827">
                    <a:moveTo>
                      <a:pt x="253606" y="0"/>
                    </a:moveTo>
                    <a:lnTo>
                      <a:pt x="326631" y="56356"/>
                    </a:lnTo>
                    <a:lnTo>
                      <a:pt x="397275" y="116681"/>
                    </a:lnTo>
                    <a:lnTo>
                      <a:pt x="108971" y="436827"/>
                    </a:lnTo>
                    <a:lnTo>
                      <a:pt x="68544" y="400085"/>
                    </a:lnTo>
                    <a:lnTo>
                      <a:pt x="0" y="348829"/>
                    </a:lnTo>
                    <a:close/>
                  </a:path>
                </a:pathLst>
              </a:custGeom>
              <a:solidFill>
                <a:srgbClr val="FE7405"/>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45" name="Freeform 12"/>
              <p:cNvSpPr>
                <a:spLocks/>
              </p:cNvSpPr>
              <p:nvPr/>
            </p:nvSpPr>
            <p:spPr bwMode="auto">
              <a:xfrm>
                <a:off x="5352203" y="3155920"/>
                <a:ext cx="235626" cy="235215"/>
              </a:xfrm>
              <a:custGeom>
                <a:avLst/>
                <a:gdLst>
                  <a:gd name="connsiteX0" fmla="*/ 289277 w 420324"/>
                  <a:gd name="connsiteY0" fmla="*/ 0 h 419590"/>
                  <a:gd name="connsiteX1" fmla="*/ 355992 w 420324"/>
                  <a:gd name="connsiteY1" fmla="*/ 63500 h 419590"/>
                  <a:gd name="connsiteX2" fmla="*/ 420324 w 420324"/>
                  <a:gd name="connsiteY2" fmla="*/ 130969 h 419590"/>
                  <a:gd name="connsiteX3" fmla="*/ 99032 w 420324"/>
                  <a:gd name="connsiteY3" fmla="*/ 419590 h 419590"/>
                  <a:gd name="connsiteX4" fmla="*/ 51096 w 420324"/>
                  <a:gd name="connsiteY4" fmla="*/ 366847 h 419590"/>
                  <a:gd name="connsiteX5" fmla="*/ 0 w 420324"/>
                  <a:gd name="connsiteY5" fmla="*/ 320409 h 419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0324" h="419590">
                    <a:moveTo>
                      <a:pt x="289277" y="0"/>
                    </a:moveTo>
                    <a:lnTo>
                      <a:pt x="355992" y="63500"/>
                    </a:lnTo>
                    <a:lnTo>
                      <a:pt x="420324" y="130969"/>
                    </a:lnTo>
                    <a:lnTo>
                      <a:pt x="99032" y="419590"/>
                    </a:lnTo>
                    <a:lnTo>
                      <a:pt x="51096" y="366847"/>
                    </a:lnTo>
                    <a:lnTo>
                      <a:pt x="0" y="320409"/>
                    </a:lnTo>
                    <a:close/>
                  </a:path>
                </a:pathLst>
              </a:custGeom>
              <a:solidFill>
                <a:srgbClr val="FE7405"/>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46" name="Freeform 13"/>
              <p:cNvSpPr>
                <a:spLocks/>
              </p:cNvSpPr>
              <p:nvPr/>
            </p:nvSpPr>
            <p:spPr bwMode="auto">
              <a:xfrm>
                <a:off x="5426411" y="3249363"/>
                <a:ext cx="245073" cy="223457"/>
              </a:xfrm>
              <a:custGeom>
                <a:avLst/>
                <a:gdLst>
                  <a:gd name="connsiteX0" fmla="*/ 321351 w 437174"/>
                  <a:gd name="connsiteY0" fmla="*/ 0 h 398615"/>
                  <a:gd name="connsiteX1" fmla="*/ 380849 w 437174"/>
                  <a:gd name="connsiteY1" fmla="*/ 71485 h 398615"/>
                  <a:gd name="connsiteX2" fmla="*/ 437174 w 437174"/>
                  <a:gd name="connsiteY2" fmla="*/ 144559 h 398615"/>
                  <a:gd name="connsiteX3" fmla="*/ 87961 w 437174"/>
                  <a:gd name="connsiteY3" fmla="*/ 398615 h 398615"/>
                  <a:gd name="connsiteX4" fmla="*/ 36295 w 437174"/>
                  <a:gd name="connsiteY4" fmla="*/ 329524 h 398615"/>
                  <a:gd name="connsiteX5" fmla="*/ 0 w 437174"/>
                  <a:gd name="connsiteY5" fmla="*/ 289589 h 398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7174" h="398615">
                    <a:moveTo>
                      <a:pt x="321351" y="0"/>
                    </a:moveTo>
                    <a:lnTo>
                      <a:pt x="380849" y="71485"/>
                    </a:lnTo>
                    <a:lnTo>
                      <a:pt x="437174" y="144559"/>
                    </a:lnTo>
                    <a:lnTo>
                      <a:pt x="87961" y="398615"/>
                    </a:lnTo>
                    <a:lnTo>
                      <a:pt x="36295" y="329524"/>
                    </a:lnTo>
                    <a:lnTo>
                      <a:pt x="0" y="289589"/>
                    </a:lnTo>
                    <a:close/>
                  </a:path>
                </a:pathLst>
              </a:custGeom>
              <a:solidFill>
                <a:srgbClr val="FE7405"/>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47" name="Freeform 14"/>
              <p:cNvSpPr>
                <a:spLocks/>
              </p:cNvSpPr>
              <p:nvPr/>
            </p:nvSpPr>
            <p:spPr bwMode="auto">
              <a:xfrm>
                <a:off x="5492656" y="3353484"/>
                <a:ext cx="251801" cy="208536"/>
              </a:xfrm>
              <a:custGeom>
                <a:avLst/>
                <a:gdLst>
                  <a:gd name="connsiteX0" fmla="*/ 348475 w 449177"/>
                  <a:gd name="connsiteY0" fmla="*/ 0 h 371997"/>
                  <a:gd name="connsiteX1" fmla="*/ 400809 w 449177"/>
                  <a:gd name="connsiteY1" fmla="*/ 77728 h 371997"/>
                  <a:gd name="connsiteX2" fmla="*/ 449177 w 449177"/>
                  <a:gd name="connsiteY2" fmla="*/ 157043 h 371997"/>
                  <a:gd name="connsiteX3" fmla="*/ 76436 w 449177"/>
                  <a:gd name="connsiteY3" fmla="*/ 371997 h 371997"/>
                  <a:gd name="connsiteX4" fmla="*/ 22992 w 449177"/>
                  <a:gd name="connsiteY4" fmla="*/ 284026 h 371997"/>
                  <a:gd name="connsiteX5" fmla="*/ 0 w 449177"/>
                  <a:gd name="connsiteY5" fmla="*/ 253278 h 371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9177" h="371997">
                    <a:moveTo>
                      <a:pt x="348475" y="0"/>
                    </a:moveTo>
                    <a:lnTo>
                      <a:pt x="400809" y="77728"/>
                    </a:lnTo>
                    <a:lnTo>
                      <a:pt x="449177" y="157043"/>
                    </a:lnTo>
                    <a:lnTo>
                      <a:pt x="76436" y="371997"/>
                    </a:lnTo>
                    <a:lnTo>
                      <a:pt x="22992" y="284026"/>
                    </a:lnTo>
                    <a:lnTo>
                      <a:pt x="0" y="253278"/>
                    </a:lnTo>
                    <a:close/>
                  </a:path>
                </a:pathLst>
              </a:custGeom>
              <a:solidFill>
                <a:srgbClr val="FE7405"/>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48" name="Freeform 15"/>
              <p:cNvSpPr>
                <a:spLocks/>
              </p:cNvSpPr>
              <p:nvPr/>
            </p:nvSpPr>
            <p:spPr bwMode="auto">
              <a:xfrm>
                <a:off x="5550028" y="3464725"/>
                <a:ext cx="256724" cy="191624"/>
              </a:xfrm>
              <a:custGeom>
                <a:avLst/>
                <a:gdLst>
                  <a:gd name="connsiteX0" fmla="*/ 374575 w 457959"/>
                  <a:gd name="connsiteY0" fmla="*/ 0 h 341831"/>
                  <a:gd name="connsiteX1" fmla="*/ 418252 w 457959"/>
                  <a:gd name="connsiteY1" fmla="*/ 81830 h 341831"/>
                  <a:gd name="connsiteX2" fmla="*/ 457959 w 457959"/>
                  <a:gd name="connsiteY2" fmla="*/ 166042 h 341831"/>
                  <a:gd name="connsiteX3" fmla="*/ 62981 w 457959"/>
                  <a:gd name="connsiteY3" fmla="*/ 341831 h 341831"/>
                  <a:gd name="connsiteX4" fmla="*/ 11897 w 457959"/>
                  <a:gd name="connsiteY4" fmla="*/ 235786 h 341831"/>
                  <a:gd name="connsiteX5" fmla="*/ 0 w 457959"/>
                  <a:gd name="connsiteY5" fmla="*/ 216203 h 341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7959" h="341831">
                    <a:moveTo>
                      <a:pt x="374575" y="0"/>
                    </a:moveTo>
                    <a:lnTo>
                      <a:pt x="418252" y="81830"/>
                    </a:lnTo>
                    <a:lnTo>
                      <a:pt x="457959" y="166042"/>
                    </a:lnTo>
                    <a:lnTo>
                      <a:pt x="62981" y="341831"/>
                    </a:lnTo>
                    <a:lnTo>
                      <a:pt x="11897" y="235786"/>
                    </a:lnTo>
                    <a:lnTo>
                      <a:pt x="0" y="216203"/>
                    </a:lnTo>
                    <a:close/>
                  </a:path>
                </a:pathLst>
              </a:custGeom>
              <a:solidFill>
                <a:srgbClr val="FE7405"/>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49" name="Freeform 16"/>
              <p:cNvSpPr>
                <a:spLocks/>
              </p:cNvSpPr>
              <p:nvPr/>
            </p:nvSpPr>
            <p:spPr bwMode="auto">
              <a:xfrm>
                <a:off x="5597549" y="3583975"/>
                <a:ext cx="257259" cy="171248"/>
              </a:xfrm>
              <a:custGeom>
                <a:avLst/>
                <a:gdLst>
                  <a:gd name="connsiteX0" fmla="*/ 391508 w 458913"/>
                  <a:gd name="connsiteY0" fmla="*/ 0 h 305483"/>
                  <a:gd name="connsiteX1" fmla="*/ 427986 w 458913"/>
                  <a:gd name="connsiteY1" fmla="*/ 85631 h 305483"/>
                  <a:gd name="connsiteX2" fmla="*/ 458913 w 458913"/>
                  <a:gd name="connsiteY2" fmla="*/ 172054 h 305483"/>
                  <a:gd name="connsiteX3" fmla="*/ 48921 w 458913"/>
                  <a:gd name="connsiteY3" fmla="*/ 305483 h 305483"/>
                  <a:gd name="connsiteX4" fmla="*/ 3836 w 458913"/>
                  <a:gd name="connsiteY4" fmla="*/ 182301 h 305483"/>
                  <a:gd name="connsiteX5" fmla="*/ 0 w 458913"/>
                  <a:gd name="connsiteY5" fmla="*/ 174338 h 305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8913" h="305483">
                    <a:moveTo>
                      <a:pt x="391508" y="0"/>
                    </a:moveTo>
                    <a:lnTo>
                      <a:pt x="427986" y="85631"/>
                    </a:lnTo>
                    <a:lnTo>
                      <a:pt x="458913" y="172054"/>
                    </a:lnTo>
                    <a:lnTo>
                      <a:pt x="48921" y="305483"/>
                    </a:lnTo>
                    <a:lnTo>
                      <a:pt x="3836" y="182301"/>
                    </a:lnTo>
                    <a:lnTo>
                      <a:pt x="0" y="174338"/>
                    </a:lnTo>
                    <a:close/>
                  </a:path>
                </a:pathLst>
              </a:custGeom>
              <a:solidFill>
                <a:srgbClr val="FE7405"/>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50" name="Freeform 17"/>
              <p:cNvSpPr>
                <a:spLocks/>
              </p:cNvSpPr>
              <p:nvPr/>
            </p:nvSpPr>
            <p:spPr bwMode="auto">
              <a:xfrm>
                <a:off x="5634608" y="3707674"/>
                <a:ext cx="255797" cy="150209"/>
              </a:xfrm>
              <a:custGeom>
                <a:avLst/>
                <a:gdLst>
                  <a:gd name="connsiteX0" fmla="*/ 409452 w 456305"/>
                  <a:gd name="connsiteY0" fmla="*/ 0 h 267951"/>
                  <a:gd name="connsiteX1" fmla="*/ 434864 w 456305"/>
                  <a:gd name="connsiteY1" fmla="*/ 88234 h 267951"/>
                  <a:gd name="connsiteX2" fmla="*/ 456305 w 456305"/>
                  <a:gd name="connsiteY2" fmla="*/ 178058 h 267951"/>
                  <a:gd name="connsiteX3" fmla="*/ 34711 w 456305"/>
                  <a:gd name="connsiteY3" fmla="*/ 267951 h 267951"/>
                  <a:gd name="connsiteX4" fmla="*/ 0 w 456305"/>
                  <a:gd name="connsiteY4" fmla="*/ 132953 h 267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6305" h="267951">
                    <a:moveTo>
                      <a:pt x="409452" y="0"/>
                    </a:moveTo>
                    <a:lnTo>
                      <a:pt x="434864" y="88234"/>
                    </a:lnTo>
                    <a:lnTo>
                      <a:pt x="456305" y="178058"/>
                    </a:lnTo>
                    <a:lnTo>
                      <a:pt x="34711" y="267951"/>
                    </a:lnTo>
                    <a:lnTo>
                      <a:pt x="0" y="132953"/>
                    </a:lnTo>
                    <a:close/>
                  </a:path>
                </a:pathLst>
              </a:custGeom>
              <a:solidFill>
                <a:srgbClr val="FE7405"/>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51" name="Freeform 18"/>
              <p:cNvSpPr>
                <a:spLocks/>
              </p:cNvSpPr>
              <p:nvPr/>
            </p:nvSpPr>
            <p:spPr bwMode="auto">
              <a:xfrm>
                <a:off x="5660307" y="3834934"/>
                <a:ext cx="252346" cy="128167"/>
              </a:xfrm>
              <a:custGeom>
                <a:avLst/>
                <a:gdLst>
                  <a:gd name="connsiteX0" fmla="*/ 421561 w 450149"/>
                  <a:gd name="connsiteY0" fmla="*/ 0 h 228633"/>
                  <a:gd name="connsiteX1" fmla="*/ 439826 w 450149"/>
                  <a:gd name="connsiteY1" fmla="*/ 91085 h 228633"/>
                  <a:gd name="connsiteX2" fmla="*/ 450149 w 450149"/>
                  <a:gd name="connsiteY2" fmla="*/ 183754 h 228633"/>
                  <a:gd name="connsiteX3" fmla="*/ 21237 w 450149"/>
                  <a:gd name="connsiteY3" fmla="*/ 228633 h 228633"/>
                  <a:gd name="connsiteX4" fmla="*/ 0 w 450149"/>
                  <a:gd name="connsiteY4" fmla="*/ 89481 h 2286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149" h="228633">
                    <a:moveTo>
                      <a:pt x="421561" y="0"/>
                    </a:moveTo>
                    <a:lnTo>
                      <a:pt x="439826" y="91085"/>
                    </a:lnTo>
                    <a:lnTo>
                      <a:pt x="450149" y="183754"/>
                    </a:lnTo>
                    <a:lnTo>
                      <a:pt x="21237" y="228633"/>
                    </a:lnTo>
                    <a:lnTo>
                      <a:pt x="0" y="89481"/>
                    </a:lnTo>
                    <a:close/>
                  </a:path>
                </a:pathLst>
              </a:custGeom>
              <a:solidFill>
                <a:srgbClr val="FE7405"/>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52" name="Freeform 19"/>
              <p:cNvSpPr>
                <a:spLocks/>
              </p:cNvSpPr>
              <p:nvPr/>
            </p:nvSpPr>
            <p:spPr bwMode="auto">
              <a:xfrm>
                <a:off x="5675276" y="3965753"/>
                <a:ext cx="245387" cy="104121"/>
              </a:xfrm>
              <a:custGeom>
                <a:avLst/>
                <a:gdLst>
                  <a:gd name="connsiteX0" fmla="*/ 429008 w 437735"/>
                  <a:gd name="connsiteY0" fmla="*/ 0 h 185737"/>
                  <a:gd name="connsiteX1" fmla="*/ 436942 w 437735"/>
                  <a:gd name="connsiteY1" fmla="*/ 92869 h 185737"/>
                  <a:gd name="connsiteX2" fmla="*/ 437735 w 437735"/>
                  <a:gd name="connsiteY2" fmla="*/ 185737 h 185737"/>
                  <a:gd name="connsiteX3" fmla="*/ 7097 w 437735"/>
                  <a:gd name="connsiteY3" fmla="*/ 185737 h 185737"/>
                  <a:gd name="connsiteX4" fmla="*/ 0 w 437735"/>
                  <a:gd name="connsiteY4" fmla="*/ 45199 h 1857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7735" h="185737">
                    <a:moveTo>
                      <a:pt x="429008" y="0"/>
                    </a:moveTo>
                    <a:lnTo>
                      <a:pt x="436942" y="92869"/>
                    </a:lnTo>
                    <a:lnTo>
                      <a:pt x="437735" y="185737"/>
                    </a:lnTo>
                    <a:lnTo>
                      <a:pt x="7097" y="185737"/>
                    </a:lnTo>
                    <a:lnTo>
                      <a:pt x="0" y="45199"/>
                    </a:lnTo>
                    <a:close/>
                  </a:path>
                </a:pathLst>
              </a:custGeom>
              <a:solidFill>
                <a:srgbClr val="FE7405"/>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53" name="Freeform 20"/>
              <p:cNvSpPr>
                <a:spLocks/>
              </p:cNvSpPr>
              <p:nvPr/>
            </p:nvSpPr>
            <p:spPr bwMode="auto">
              <a:xfrm>
                <a:off x="5675265" y="4098352"/>
                <a:ext cx="245397" cy="103231"/>
              </a:xfrm>
              <a:custGeom>
                <a:avLst/>
                <a:gdLst>
                  <a:gd name="connsiteX0" fmla="*/ 7036 w 437754"/>
                  <a:gd name="connsiteY0" fmla="*/ 0 h 184150"/>
                  <a:gd name="connsiteX1" fmla="*/ 437754 w 437754"/>
                  <a:gd name="connsiteY1" fmla="*/ 0 h 184150"/>
                  <a:gd name="connsiteX2" fmla="*/ 436961 w 437754"/>
                  <a:gd name="connsiteY2" fmla="*/ 92470 h 184150"/>
                  <a:gd name="connsiteX3" fmla="*/ 429027 w 437754"/>
                  <a:gd name="connsiteY3" fmla="*/ 184150 h 184150"/>
                  <a:gd name="connsiteX4" fmla="*/ 0 w 437754"/>
                  <a:gd name="connsiteY4" fmla="*/ 139335 h 184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7754" h="184150">
                    <a:moveTo>
                      <a:pt x="7036" y="0"/>
                    </a:moveTo>
                    <a:lnTo>
                      <a:pt x="437754" y="0"/>
                    </a:lnTo>
                    <a:lnTo>
                      <a:pt x="436961" y="92470"/>
                    </a:lnTo>
                    <a:lnTo>
                      <a:pt x="429027" y="184150"/>
                    </a:lnTo>
                    <a:lnTo>
                      <a:pt x="0" y="139335"/>
                    </a:lnTo>
                    <a:close/>
                  </a:path>
                </a:pathLst>
              </a:custGeom>
              <a:solidFill>
                <a:srgbClr val="FE7405"/>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54" name="Freeform 21"/>
              <p:cNvSpPr>
                <a:spLocks/>
              </p:cNvSpPr>
              <p:nvPr/>
            </p:nvSpPr>
            <p:spPr bwMode="auto">
              <a:xfrm>
                <a:off x="5660307" y="4204401"/>
                <a:ext cx="252346" cy="128000"/>
              </a:xfrm>
              <a:custGeom>
                <a:avLst/>
                <a:gdLst>
                  <a:gd name="connsiteX0" fmla="*/ 21192 w 450149"/>
                  <a:gd name="connsiteY0" fmla="*/ 0 h 228334"/>
                  <a:gd name="connsiteX1" fmla="*/ 450149 w 450149"/>
                  <a:gd name="connsiteY1" fmla="*/ 44981 h 228334"/>
                  <a:gd name="connsiteX2" fmla="*/ 439826 w 450149"/>
                  <a:gd name="connsiteY2" fmla="*/ 138252 h 228334"/>
                  <a:gd name="connsiteX3" fmla="*/ 421561 w 450149"/>
                  <a:gd name="connsiteY3" fmla="*/ 228334 h 228334"/>
                  <a:gd name="connsiteX4" fmla="*/ 0 w 450149"/>
                  <a:gd name="connsiteY4" fmla="*/ 138853 h 228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149" h="228334">
                    <a:moveTo>
                      <a:pt x="21192" y="0"/>
                    </a:moveTo>
                    <a:lnTo>
                      <a:pt x="450149" y="44981"/>
                    </a:lnTo>
                    <a:lnTo>
                      <a:pt x="439826" y="138252"/>
                    </a:lnTo>
                    <a:lnTo>
                      <a:pt x="421561" y="228334"/>
                    </a:lnTo>
                    <a:lnTo>
                      <a:pt x="0" y="138853"/>
                    </a:lnTo>
                    <a:close/>
                  </a:path>
                </a:pathLst>
              </a:custGeom>
              <a:solidFill>
                <a:srgbClr val="FE7405"/>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55" name="Freeform 22"/>
              <p:cNvSpPr>
                <a:spLocks/>
              </p:cNvSpPr>
              <p:nvPr/>
            </p:nvSpPr>
            <p:spPr bwMode="auto">
              <a:xfrm>
                <a:off x="5634396" y="4310297"/>
                <a:ext cx="256008" cy="150255"/>
              </a:xfrm>
              <a:custGeom>
                <a:avLst/>
                <a:gdLst>
                  <a:gd name="connsiteX0" fmla="*/ 34701 w 456682"/>
                  <a:gd name="connsiteY0" fmla="*/ 0 h 268033"/>
                  <a:gd name="connsiteX1" fmla="*/ 456682 w 456682"/>
                  <a:gd name="connsiteY1" fmla="*/ 89975 h 268033"/>
                  <a:gd name="connsiteX2" fmla="*/ 435241 w 456682"/>
                  <a:gd name="connsiteY2" fmla="*/ 179799 h 268033"/>
                  <a:gd name="connsiteX3" fmla="*/ 409829 w 456682"/>
                  <a:gd name="connsiteY3" fmla="*/ 268033 h 268033"/>
                  <a:gd name="connsiteX4" fmla="*/ 0 w 456682"/>
                  <a:gd name="connsiteY4" fmla="*/ 134958 h 2680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6682" h="268033">
                    <a:moveTo>
                      <a:pt x="34701" y="0"/>
                    </a:moveTo>
                    <a:lnTo>
                      <a:pt x="456682" y="89975"/>
                    </a:lnTo>
                    <a:lnTo>
                      <a:pt x="435241" y="179799"/>
                    </a:lnTo>
                    <a:lnTo>
                      <a:pt x="409829" y="268033"/>
                    </a:lnTo>
                    <a:lnTo>
                      <a:pt x="0" y="134958"/>
                    </a:lnTo>
                    <a:close/>
                  </a:path>
                </a:pathLst>
              </a:custGeom>
              <a:solidFill>
                <a:srgbClr val="FE7405"/>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56" name="Freeform 23"/>
              <p:cNvSpPr>
                <a:spLocks/>
              </p:cNvSpPr>
              <p:nvPr/>
            </p:nvSpPr>
            <p:spPr bwMode="auto">
              <a:xfrm>
                <a:off x="5597195" y="4412234"/>
                <a:ext cx="257612" cy="172016"/>
              </a:xfrm>
              <a:custGeom>
                <a:avLst/>
                <a:gdLst>
                  <a:gd name="connsiteX0" fmla="*/ 49471 w 459543"/>
                  <a:gd name="connsiteY0" fmla="*/ 0 h 306853"/>
                  <a:gd name="connsiteX1" fmla="*/ 459543 w 459543"/>
                  <a:gd name="connsiteY1" fmla="*/ 133022 h 306853"/>
                  <a:gd name="connsiteX2" fmla="*/ 428616 w 459543"/>
                  <a:gd name="connsiteY2" fmla="*/ 221128 h 306853"/>
                  <a:gd name="connsiteX3" fmla="*/ 392138 w 459543"/>
                  <a:gd name="connsiteY3" fmla="*/ 306853 h 306853"/>
                  <a:gd name="connsiteX4" fmla="*/ 0 w 459543"/>
                  <a:gd name="connsiteY4" fmla="*/ 132235 h 306853"/>
                  <a:gd name="connsiteX5" fmla="*/ 4466 w 459543"/>
                  <a:gd name="connsiteY5" fmla="*/ 122964 h 306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9543" h="306853">
                    <a:moveTo>
                      <a:pt x="49471" y="0"/>
                    </a:moveTo>
                    <a:lnTo>
                      <a:pt x="459543" y="133022"/>
                    </a:lnTo>
                    <a:lnTo>
                      <a:pt x="428616" y="221128"/>
                    </a:lnTo>
                    <a:lnTo>
                      <a:pt x="392138" y="306853"/>
                    </a:lnTo>
                    <a:lnTo>
                      <a:pt x="0" y="132235"/>
                    </a:lnTo>
                    <a:lnTo>
                      <a:pt x="4466" y="122964"/>
                    </a:lnTo>
                    <a:close/>
                  </a:path>
                </a:pathLst>
              </a:custGeom>
              <a:solidFill>
                <a:srgbClr val="FE7405"/>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57" name="Freeform 24"/>
              <p:cNvSpPr>
                <a:spLocks/>
              </p:cNvSpPr>
              <p:nvPr/>
            </p:nvSpPr>
            <p:spPr bwMode="auto">
              <a:xfrm>
                <a:off x="5549930" y="4511269"/>
                <a:ext cx="256821" cy="191342"/>
              </a:xfrm>
              <a:custGeom>
                <a:avLst/>
                <a:gdLst>
                  <a:gd name="connsiteX0" fmla="*/ 62913 w 458133"/>
                  <a:gd name="connsiteY0" fmla="*/ 0 h 341327"/>
                  <a:gd name="connsiteX1" fmla="*/ 458133 w 458133"/>
                  <a:gd name="connsiteY1" fmla="*/ 175582 h 341327"/>
                  <a:gd name="connsiteX2" fmla="*/ 418426 w 458133"/>
                  <a:gd name="connsiteY2" fmla="*/ 259644 h 341327"/>
                  <a:gd name="connsiteX3" fmla="*/ 374749 w 458133"/>
                  <a:gd name="connsiteY3" fmla="*/ 341327 h 341327"/>
                  <a:gd name="connsiteX4" fmla="*/ 0 w 458133"/>
                  <a:gd name="connsiteY4" fmla="*/ 125411 h 341327"/>
                  <a:gd name="connsiteX5" fmla="*/ 12071 w 458133"/>
                  <a:gd name="connsiteY5" fmla="*/ 105542 h 34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8133" h="341327">
                    <a:moveTo>
                      <a:pt x="62913" y="0"/>
                    </a:moveTo>
                    <a:lnTo>
                      <a:pt x="458133" y="175582"/>
                    </a:lnTo>
                    <a:lnTo>
                      <a:pt x="418426" y="259644"/>
                    </a:lnTo>
                    <a:lnTo>
                      <a:pt x="374749" y="341327"/>
                    </a:lnTo>
                    <a:lnTo>
                      <a:pt x="0" y="125411"/>
                    </a:lnTo>
                    <a:lnTo>
                      <a:pt x="12071" y="105542"/>
                    </a:lnTo>
                    <a:close/>
                  </a:path>
                </a:pathLst>
              </a:custGeom>
              <a:solidFill>
                <a:srgbClr val="FE7405"/>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58" name="Freeform 25"/>
              <p:cNvSpPr>
                <a:spLocks/>
              </p:cNvSpPr>
              <p:nvPr/>
            </p:nvSpPr>
            <p:spPr bwMode="auto">
              <a:xfrm>
                <a:off x="5492760" y="4605580"/>
                <a:ext cx="251696" cy="208271"/>
              </a:xfrm>
              <a:custGeom>
                <a:avLst/>
                <a:gdLst>
                  <a:gd name="connsiteX0" fmla="*/ 75963 w 448990"/>
                  <a:gd name="connsiteY0" fmla="*/ 0 h 371526"/>
                  <a:gd name="connsiteX1" fmla="*/ 448990 w 448990"/>
                  <a:gd name="connsiteY1" fmla="*/ 215833 h 371526"/>
                  <a:gd name="connsiteX2" fmla="*/ 400622 w 448990"/>
                  <a:gd name="connsiteY2" fmla="*/ 295268 h 371526"/>
                  <a:gd name="connsiteX3" fmla="*/ 348288 w 448990"/>
                  <a:gd name="connsiteY3" fmla="*/ 371526 h 371526"/>
                  <a:gd name="connsiteX4" fmla="*/ 0 w 448990"/>
                  <a:gd name="connsiteY4" fmla="*/ 117999 h 371526"/>
                  <a:gd name="connsiteX5" fmla="*/ 22805 w 448990"/>
                  <a:gd name="connsiteY5" fmla="*/ 87501 h 371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8990" h="371526">
                    <a:moveTo>
                      <a:pt x="75963" y="0"/>
                    </a:moveTo>
                    <a:lnTo>
                      <a:pt x="448990" y="215833"/>
                    </a:lnTo>
                    <a:lnTo>
                      <a:pt x="400622" y="295268"/>
                    </a:lnTo>
                    <a:lnTo>
                      <a:pt x="348288" y="371526"/>
                    </a:lnTo>
                    <a:lnTo>
                      <a:pt x="0" y="117999"/>
                    </a:lnTo>
                    <a:lnTo>
                      <a:pt x="22805" y="87501"/>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59" name="Freeform 26"/>
              <p:cNvSpPr>
                <a:spLocks/>
              </p:cNvSpPr>
              <p:nvPr/>
            </p:nvSpPr>
            <p:spPr bwMode="auto">
              <a:xfrm>
                <a:off x="5426746" y="4694517"/>
                <a:ext cx="244736" cy="222566"/>
              </a:xfrm>
              <a:custGeom>
                <a:avLst/>
                <a:gdLst>
                  <a:gd name="connsiteX0" fmla="*/ 87360 w 436574"/>
                  <a:gd name="connsiteY0" fmla="*/ 0 h 397026"/>
                  <a:gd name="connsiteX1" fmla="*/ 436574 w 436574"/>
                  <a:gd name="connsiteY1" fmla="*/ 254056 h 397026"/>
                  <a:gd name="connsiteX2" fmla="*/ 380249 w 436574"/>
                  <a:gd name="connsiteY2" fmla="*/ 327129 h 397026"/>
                  <a:gd name="connsiteX3" fmla="*/ 320751 w 436574"/>
                  <a:gd name="connsiteY3" fmla="*/ 397026 h 397026"/>
                  <a:gd name="connsiteX4" fmla="*/ 0 w 436574"/>
                  <a:gd name="connsiteY4" fmla="*/ 108365 h 397026"/>
                  <a:gd name="connsiteX5" fmla="*/ 35695 w 436574"/>
                  <a:gd name="connsiteY5" fmla="*/ 69090 h 397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6574" h="397026">
                    <a:moveTo>
                      <a:pt x="87360" y="0"/>
                    </a:moveTo>
                    <a:lnTo>
                      <a:pt x="436574" y="254056"/>
                    </a:lnTo>
                    <a:lnTo>
                      <a:pt x="380249" y="327129"/>
                    </a:lnTo>
                    <a:lnTo>
                      <a:pt x="320751" y="397026"/>
                    </a:lnTo>
                    <a:lnTo>
                      <a:pt x="0" y="108365"/>
                    </a:lnTo>
                    <a:lnTo>
                      <a:pt x="35695" y="6909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60" name="Freeform 27"/>
              <p:cNvSpPr>
                <a:spLocks/>
              </p:cNvSpPr>
              <p:nvPr/>
            </p:nvSpPr>
            <p:spPr bwMode="auto">
              <a:xfrm>
                <a:off x="5351977" y="4776415"/>
                <a:ext cx="235852" cy="235891"/>
              </a:xfrm>
              <a:custGeom>
                <a:avLst/>
                <a:gdLst>
                  <a:gd name="connsiteX0" fmla="*/ 99088 w 420727"/>
                  <a:gd name="connsiteY0" fmla="*/ 0 h 420795"/>
                  <a:gd name="connsiteX1" fmla="*/ 420727 w 420727"/>
                  <a:gd name="connsiteY1" fmla="*/ 289669 h 420795"/>
                  <a:gd name="connsiteX2" fmla="*/ 356395 w 420727"/>
                  <a:gd name="connsiteY2" fmla="*/ 357219 h 420795"/>
                  <a:gd name="connsiteX3" fmla="*/ 289680 w 420727"/>
                  <a:gd name="connsiteY3" fmla="*/ 420795 h 420795"/>
                  <a:gd name="connsiteX4" fmla="*/ 0 w 420727"/>
                  <a:gd name="connsiteY4" fmla="*/ 99166 h 420795"/>
                  <a:gd name="connsiteX5" fmla="*/ 51499 w 420727"/>
                  <a:gd name="connsiteY5" fmla="*/ 52361 h 42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0727" h="420795">
                    <a:moveTo>
                      <a:pt x="99088" y="0"/>
                    </a:moveTo>
                    <a:lnTo>
                      <a:pt x="420727" y="289669"/>
                    </a:lnTo>
                    <a:lnTo>
                      <a:pt x="356395" y="357219"/>
                    </a:lnTo>
                    <a:lnTo>
                      <a:pt x="289680" y="420795"/>
                    </a:lnTo>
                    <a:lnTo>
                      <a:pt x="0" y="99166"/>
                    </a:lnTo>
                    <a:lnTo>
                      <a:pt x="51499" y="52361"/>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61" name="Freeform 28"/>
              <p:cNvSpPr>
                <a:spLocks/>
              </p:cNvSpPr>
              <p:nvPr/>
            </p:nvSpPr>
            <p:spPr bwMode="auto">
              <a:xfrm>
                <a:off x="5269586" y="4851244"/>
                <a:ext cx="223022" cy="245604"/>
              </a:xfrm>
              <a:custGeom>
                <a:avLst/>
                <a:gdLst>
                  <a:gd name="connsiteX0" fmla="*/ 109214 w 397840"/>
                  <a:gd name="connsiteY0" fmla="*/ 0 h 438122"/>
                  <a:gd name="connsiteX1" fmla="*/ 397840 w 397840"/>
                  <a:gd name="connsiteY1" fmla="*/ 320712 h 438122"/>
                  <a:gd name="connsiteX2" fmla="*/ 327196 w 397840"/>
                  <a:gd name="connsiteY2" fmla="*/ 381004 h 438122"/>
                  <a:gd name="connsiteX3" fmla="*/ 254171 w 397840"/>
                  <a:gd name="connsiteY3" fmla="*/ 438122 h 438122"/>
                  <a:gd name="connsiteX4" fmla="*/ 0 w 397840"/>
                  <a:gd name="connsiteY4" fmla="*/ 88129 h 438122"/>
                  <a:gd name="connsiteX5" fmla="*/ 69109 w 397840"/>
                  <a:gd name="connsiteY5" fmla="*/ 36450 h 438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840" h="438122">
                    <a:moveTo>
                      <a:pt x="109214" y="0"/>
                    </a:moveTo>
                    <a:lnTo>
                      <a:pt x="397840" y="320712"/>
                    </a:lnTo>
                    <a:lnTo>
                      <a:pt x="327196" y="381004"/>
                    </a:lnTo>
                    <a:lnTo>
                      <a:pt x="254171" y="438122"/>
                    </a:lnTo>
                    <a:lnTo>
                      <a:pt x="0" y="88129"/>
                    </a:lnTo>
                    <a:lnTo>
                      <a:pt x="69109" y="3645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62" name="Freeform 29"/>
              <p:cNvSpPr>
                <a:spLocks/>
              </p:cNvSpPr>
              <p:nvPr/>
            </p:nvSpPr>
            <p:spPr bwMode="auto">
              <a:xfrm>
                <a:off x="5181180" y="4917308"/>
                <a:ext cx="208197" cy="251624"/>
              </a:xfrm>
              <a:custGeom>
                <a:avLst/>
                <a:gdLst>
                  <a:gd name="connsiteX0" fmla="*/ 117959 w 371393"/>
                  <a:gd name="connsiteY0" fmla="*/ 0 h 448861"/>
                  <a:gd name="connsiteX1" fmla="*/ 371393 w 371393"/>
                  <a:gd name="connsiteY1" fmla="*/ 348159 h 448861"/>
                  <a:gd name="connsiteX2" fmla="*/ 295135 w 371393"/>
                  <a:gd name="connsiteY2" fmla="*/ 399700 h 448861"/>
                  <a:gd name="connsiteX3" fmla="*/ 215700 w 371393"/>
                  <a:gd name="connsiteY3" fmla="*/ 448861 h 448861"/>
                  <a:gd name="connsiteX4" fmla="*/ 0 w 371393"/>
                  <a:gd name="connsiteY4" fmla="*/ 76065 h 448861"/>
                  <a:gd name="connsiteX5" fmla="*/ 86573 w 371393"/>
                  <a:gd name="connsiteY5" fmla="*/ 23470 h 44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1393" h="448861">
                    <a:moveTo>
                      <a:pt x="117959" y="0"/>
                    </a:moveTo>
                    <a:lnTo>
                      <a:pt x="371393" y="348159"/>
                    </a:lnTo>
                    <a:lnTo>
                      <a:pt x="295135" y="399700"/>
                    </a:lnTo>
                    <a:lnTo>
                      <a:pt x="215700" y="448861"/>
                    </a:lnTo>
                    <a:lnTo>
                      <a:pt x="0" y="76065"/>
                    </a:lnTo>
                    <a:lnTo>
                      <a:pt x="86573" y="2347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63" name="Freeform 30"/>
              <p:cNvSpPr>
                <a:spLocks/>
              </p:cNvSpPr>
              <p:nvPr/>
            </p:nvSpPr>
            <p:spPr bwMode="auto">
              <a:xfrm>
                <a:off x="5086899" y="4974584"/>
                <a:ext cx="190348" cy="255752"/>
              </a:xfrm>
              <a:custGeom>
                <a:avLst/>
                <a:gdLst>
                  <a:gd name="connsiteX0" fmla="*/ 125209 w 339553"/>
                  <a:gd name="connsiteY0" fmla="*/ 0 h 456226"/>
                  <a:gd name="connsiteX1" fmla="*/ 339553 w 339553"/>
                  <a:gd name="connsiteY1" fmla="*/ 372130 h 456226"/>
                  <a:gd name="connsiteX2" fmla="*/ 258736 w 339553"/>
                  <a:gd name="connsiteY2" fmla="*/ 416558 h 456226"/>
                  <a:gd name="connsiteX3" fmla="*/ 174749 w 339553"/>
                  <a:gd name="connsiteY3" fmla="*/ 456226 h 456226"/>
                  <a:gd name="connsiteX4" fmla="*/ 0 w 339553"/>
                  <a:gd name="connsiteY4" fmla="*/ 62914 h 456226"/>
                  <a:gd name="connsiteX5" fmla="*/ 104561 w 339553"/>
                  <a:gd name="connsiteY5" fmla="*/ 12545 h 456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553" h="456226">
                    <a:moveTo>
                      <a:pt x="125209" y="0"/>
                    </a:moveTo>
                    <a:lnTo>
                      <a:pt x="339553" y="372130"/>
                    </a:lnTo>
                    <a:lnTo>
                      <a:pt x="258736" y="416558"/>
                    </a:lnTo>
                    <a:lnTo>
                      <a:pt x="174749" y="456226"/>
                    </a:lnTo>
                    <a:lnTo>
                      <a:pt x="0" y="62914"/>
                    </a:lnTo>
                    <a:lnTo>
                      <a:pt x="104561" y="12545"/>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64" name="Freeform 31"/>
              <p:cNvSpPr>
                <a:spLocks/>
              </p:cNvSpPr>
              <p:nvPr/>
            </p:nvSpPr>
            <p:spPr bwMode="auto">
              <a:xfrm>
                <a:off x="4987777" y="5021956"/>
                <a:ext cx="171998" cy="257326"/>
              </a:xfrm>
              <a:custGeom>
                <a:avLst/>
                <a:gdLst>
                  <a:gd name="connsiteX0" fmla="*/ 131999 w 306819"/>
                  <a:gd name="connsiteY0" fmla="*/ 0 h 459034"/>
                  <a:gd name="connsiteX1" fmla="*/ 306819 w 306819"/>
                  <a:gd name="connsiteY1" fmla="*/ 392391 h 459034"/>
                  <a:gd name="connsiteX2" fmla="*/ 221094 w 306819"/>
                  <a:gd name="connsiteY2" fmla="*/ 428886 h 459034"/>
                  <a:gd name="connsiteX3" fmla="*/ 132988 w 306819"/>
                  <a:gd name="connsiteY3" fmla="*/ 459034 h 459034"/>
                  <a:gd name="connsiteX4" fmla="*/ 0 w 306819"/>
                  <a:gd name="connsiteY4" fmla="*/ 49454 h 459034"/>
                  <a:gd name="connsiteX5" fmla="*/ 122137 w 306819"/>
                  <a:gd name="connsiteY5" fmla="*/ 4751 h 459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6819" h="459034">
                    <a:moveTo>
                      <a:pt x="131999" y="0"/>
                    </a:moveTo>
                    <a:lnTo>
                      <a:pt x="306819" y="392391"/>
                    </a:lnTo>
                    <a:lnTo>
                      <a:pt x="221094" y="428886"/>
                    </a:lnTo>
                    <a:lnTo>
                      <a:pt x="132988" y="459034"/>
                    </a:lnTo>
                    <a:lnTo>
                      <a:pt x="0" y="49454"/>
                    </a:lnTo>
                    <a:lnTo>
                      <a:pt x="122137" y="4751"/>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65" name="Freeform 32"/>
              <p:cNvSpPr>
                <a:spLocks/>
              </p:cNvSpPr>
              <p:nvPr/>
            </p:nvSpPr>
            <p:spPr bwMode="auto">
              <a:xfrm>
                <a:off x="4885043" y="5059178"/>
                <a:ext cx="151032" cy="255702"/>
              </a:xfrm>
              <a:custGeom>
                <a:avLst/>
                <a:gdLst>
                  <a:gd name="connsiteX0" fmla="*/ 136518 w 269420"/>
                  <a:gd name="connsiteY0" fmla="*/ 0 h 456136"/>
                  <a:gd name="connsiteX1" fmla="*/ 269420 w 269420"/>
                  <a:gd name="connsiteY1" fmla="*/ 407740 h 456136"/>
                  <a:gd name="connsiteX2" fmla="*/ 181186 w 269420"/>
                  <a:gd name="connsiteY2" fmla="*/ 434715 h 456136"/>
                  <a:gd name="connsiteX3" fmla="*/ 89773 w 269420"/>
                  <a:gd name="connsiteY3" fmla="*/ 456136 h 456136"/>
                  <a:gd name="connsiteX4" fmla="*/ 0 w 269420"/>
                  <a:gd name="connsiteY4" fmla="*/ 35102 h 4561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9420" h="456136">
                    <a:moveTo>
                      <a:pt x="136518" y="0"/>
                    </a:moveTo>
                    <a:lnTo>
                      <a:pt x="269420" y="407740"/>
                    </a:lnTo>
                    <a:lnTo>
                      <a:pt x="181186" y="434715"/>
                    </a:lnTo>
                    <a:lnTo>
                      <a:pt x="89773" y="456136"/>
                    </a:lnTo>
                    <a:lnTo>
                      <a:pt x="0" y="35102"/>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66" name="Freeform 33"/>
              <p:cNvSpPr>
                <a:spLocks/>
              </p:cNvSpPr>
              <p:nvPr/>
            </p:nvSpPr>
            <p:spPr bwMode="auto">
              <a:xfrm>
                <a:off x="4779731" y="5085176"/>
                <a:ext cx="128196" cy="251952"/>
              </a:xfrm>
              <a:custGeom>
                <a:avLst/>
                <a:gdLst>
                  <a:gd name="connsiteX0" fmla="*/ 139007 w 228682"/>
                  <a:gd name="connsiteY0" fmla="*/ 0 h 449446"/>
                  <a:gd name="connsiteX1" fmla="*/ 228682 w 228682"/>
                  <a:gd name="connsiteY1" fmla="*/ 420091 h 449446"/>
                  <a:gd name="connsiteX2" fmla="*/ 137007 w 228682"/>
                  <a:gd name="connsiteY2" fmla="*/ 437545 h 449446"/>
                  <a:gd name="connsiteX3" fmla="*/ 45333 w 228682"/>
                  <a:gd name="connsiteY3" fmla="*/ 449446 h 449446"/>
                  <a:gd name="connsiteX4" fmla="*/ 0 w 228682"/>
                  <a:gd name="connsiteY4" fmla="*/ 21214 h 4494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82" h="449446">
                    <a:moveTo>
                      <a:pt x="139007" y="0"/>
                    </a:moveTo>
                    <a:lnTo>
                      <a:pt x="228682" y="420091"/>
                    </a:lnTo>
                    <a:lnTo>
                      <a:pt x="137007" y="437545"/>
                    </a:lnTo>
                    <a:lnTo>
                      <a:pt x="45333" y="449446"/>
                    </a:lnTo>
                    <a:lnTo>
                      <a:pt x="0" y="21214"/>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67" name="Freeform 34"/>
              <p:cNvSpPr>
                <a:spLocks/>
              </p:cNvSpPr>
              <p:nvPr/>
            </p:nvSpPr>
            <p:spPr bwMode="auto">
              <a:xfrm>
                <a:off x="4673875" y="5100160"/>
                <a:ext cx="103231" cy="244977"/>
              </a:xfrm>
              <a:custGeom>
                <a:avLst/>
                <a:gdLst>
                  <a:gd name="connsiteX0" fmla="*/ 139414 w 184150"/>
                  <a:gd name="connsiteY0" fmla="*/ 0 h 437004"/>
                  <a:gd name="connsiteX1" fmla="*/ 184150 w 184150"/>
                  <a:gd name="connsiteY1" fmla="*/ 428277 h 437004"/>
                  <a:gd name="connsiteX2" fmla="*/ 92470 w 184150"/>
                  <a:gd name="connsiteY2" fmla="*/ 435417 h 437004"/>
                  <a:gd name="connsiteX3" fmla="*/ 0 w 184150"/>
                  <a:gd name="connsiteY3" fmla="*/ 437004 h 437004"/>
                  <a:gd name="connsiteX4" fmla="*/ 0 w 184150"/>
                  <a:gd name="connsiteY4" fmla="*/ 7040 h 4370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150" h="437004">
                    <a:moveTo>
                      <a:pt x="139414" y="0"/>
                    </a:moveTo>
                    <a:lnTo>
                      <a:pt x="184150" y="428277"/>
                    </a:lnTo>
                    <a:lnTo>
                      <a:pt x="92470" y="435417"/>
                    </a:lnTo>
                    <a:lnTo>
                      <a:pt x="0" y="437004"/>
                    </a:lnTo>
                    <a:lnTo>
                      <a:pt x="0" y="704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68" name="Freeform 35"/>
              <p:cNvSpPr>
                <a:spLocks/>
              </p:cNvSpPr>
              <p:nvPr/>
            </p:nvSpPr>
            <p:spPr bwMode="auto">
              <a:xfrm>
                <a:off x="4541277" y="5100216"/>
                <a:ext cx="104122" cy="244922"/>
              </a:xfrm>
              <a:custGeom>
                <a:avLst/>
                <a:gdLst>
                  <a:gd name="connsiteX0" fmla="*/ 45112 w 185738"/>
                  <a:gd name="connsiteY0" fmla="*/ 0 h 436905"/>
                  <a:gd name="connsiteX1" fmla="*/ 185738 w 185738"/>
                  <a:gd name="connsiteY1" fmla="*/ 7101 h 436905"/>
                  <a:gd name="connsiteX2" fmla="*/ 185738 w 185738"/>
                  <a:gd name="connsiteY2" fmla="*/ 436905 h 436905"/>
                  <a:gd name="connsiteX3" fmla="*/ 92869 w 185738"/>
                  <a:gd name="connsiteY3" fmla="*/ 435318 h 436905"/>
                  <a:gd name="connsiteX4" fmla="*/ 0 w 185738"/>
                  <a:gd name="connsiteY4" fmla="*/ 428178 h 4369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738" h="436905">
                    <a:moveTo>
                      <a:pt x="45112" y="0"/>
                    </a:moveTo>
                    <a:lnTo>
                      <a:pt x="185738" y="7101"/>
                    </a:lnTo>
                    <a:lnTo>
                      <a:pt x="185738" y="436905"/>
                    </a:lnTo>
                    <a:lnTo>
                      <a:pt x="92869" y="435318"/>
                    </a:lnTo>
                    <a:lnTo>
                      <a:pt x="0" y="428178"/>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69" name="Freeform 36"/>
              <p:cNvSpPr>
                <a:spLocks/>
              </p:cNvSpPr>
              <p:nvPr/>
            </p:nvSpPr>
            <p:spPr bwMode="auto">
              <a:xfrm>
                <a:off x="4410459" y="5085276"/>
                <a:ext cx="127476" cy="251852"/>
              </a:xfrm>
              <a:custGeom>
                <a:avLst/>
                <a:gdLst>
                  <a:gd name="connsiteX0" fmla="*/ 89253 w 227399"/>
                  <a:gd name="connsiteY0" fmla="*/ 0 h 449269"/>
                  <a:gd name="connsiteX1" fmla="*/ 227399 w 227399"/>
                  <a:gd name="connsiteY1" fmla="*/ 21084 h 449269"/>
                  <a:gd name="connsiteX2" fmla="*/ 182170 w 227399"/>
                  <a:gd name="connsiteY2" fmla="*/ 449269 h 449269"/>
                  <a:gd name="connsiteX3" fmla="*/ 91085 w 227399"/>
                  <a:gd name="connsiteY3" fmla="*/ 437368 h 449269"/>
                  <a:gd name="connsiteX4" fmla="*/ 0 w 227399"/>
                  <a:gd name="connsiteY4" fmla="*/ 419914 h 4492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399" h="449269">
                    <a:moveTo>
                      <a:pt x="89253" y="0"/>
                    </a:moveTo>
                    <a:lnTo>
                      <a:pt x="227399" y="21084"/>
                    </a:lnTo>
                    <a:lnTo>
                      <a:pt x="182170" y="449269"/>
                    </a:lnTo>
                    <a:lnTo>
                      <a:pt x="91085" y="437368"/>
                    </a:lnTo>
                    <a:lnTo>
                      <a:pt x="0" y="419914"/>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71" name="Freeform 37"/>
              <p:cNvSpPr>
                <a:spLocks/>
              </p:cNvSpPr>
              <p:nvPr/>
            </p:nvSpPr>
            <p:spPr bwMode="auto">
              <a:xfrm>
                <a:off x="4282308" y="5059389"/>
                <a:ext cx="150986" cy="255491"/>
              </a:xfrm>
              <a:custGeom>
                <a:avLst/>
                <a:gdLst>
                  <a:gd name="connsiteX0" fmla="*/ 132780 w 269338"/>
                  <a:gd name="connsiteY0" fmla="*/ 0 h 455760"/>
                  <a:gd name="connsiteX1" fmla="*/ 269338 w 269338"/>
                  <a:gd name="connsiteY1" fmla="*/ 35113 h 455760"/>
                  <a:gd name="connsiteX2" fmla="*/ 179647 w 269338"/>
                  <a:gd name="connsiteY2" fmla="*/ 455760 h 455760"/>
                  <a:gd name="connsiteX3" fmla="*/ 89824 w 269338"/>
                  <a:gd name="connsiteY3" fmla="*/ 434339 h 455760"/>
                  <a:gd name="connsiteX4" fmla="*/ 0 w 269338"/>
                  <a:gd name="connsiteY4" fmla="*/ 407364 h 4557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9338" h="455760">
                    <a:moveTo>
                      <a:pt x="132780" y="0"/>
                    </a:moveTo>
                    <a:lnTo>
                      <a:pt x="269338" y="35113"/>
                    </a:lnTo>
                    <a:lnTo>
                      <a:pt x="179647" y="455760"/>
                    </a:lnTo>
                    <a:lnTo>
                      <a:pt x="89824" y="434339"/>
                    </a:lnTo>
                    <a:lnTo>
                      <a:pt x="0" y="407364"/>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72" name="Freeform 38"/>
              <p:cNvSpPr>
                <a:spLocks/>
              </p:cNvSpPr>
              <p:nvPr/>
            </p:nvSpPr>
            <p:spPr bwMode="auto">
              <a:xfrm>
                <a:off x="4158609" y="5022394"/>
                <a:ext cx="172024" cy="256888"/>
              </a:xfrm>
              <a:custGeom>
                <a:avLst/>
                <a:gdLst>
                  <a:gd name="connsiteX0" fmla="*/ 174857 w 306867"/>
                  <a:gd name="connsiteY0" fmla="*/ 0 h 458252"/>
                  <a:gd name="connsiteX1" fmla="*/ 183095 w 306867"/>
                  <a:gd name="connsiteY1" fmla="*/ 3969 h 458252"/>
                  <a:gd name="connsiteX2" fmla="*/ 306867 w 306867"/>
                  <a:gd name="connsiteY2" fmla="*/ 49270 h 458252"/>
                  <a:gd name="connsiteX3" fmla="*/ 173641 w 306867"/>
                  <a:gd name="connsiteY3" fmla="*/ 458252 h 458252"/>
                  <a:gd name="connsiteX4" fmla="*/ 87217 w 306867"/>
                  <a:gd name="connsiteY4" fmla="*/ 428104 h 458252"/>
                  <a:gd name="connsiteX5" fmla="*/ 0 w 306867"/>
                  <a:gd name="connsiteY5" fmla="*/ 391609 h 45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6867" h="458252">
                    <a:moveTo>
                      <a:pt x="174857" y="0"/>
                    </a:moveTo>
                    <a:lnTo>
                      <a:pt x="183095" y="3969"/>
                    </a:lnTo>
                    <a:lnTo>
                      <a:pt x="306867" y="49270"/>
                    </a:lnTo>
                    <a:lnTo>
                      <a:pt x="173641" y="458252"/>
                    </a:lnTo>
                    <a:lnTo>
                      <a:pt x="87217" y="428104"/>
                    </a:lnTo>
                    <a:lnTo>
                      <a:pt x="0" y="391609"/>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73" name="Freeform 39"/>
              <p:cNvSpPr>
                <a:spLocks/>
              </p:cNvSpPr>
              <p:nvPr/>
            </p:nvSpPr>
            <p:spPr bwMode="auto">
              <a:xfrm>
                <a:off x="4040248" y="4974778"/>
                <a:ext cx="190582" cy="255558"/>
              </a:xfrm>
              <a:custGeom>
                <a:avLst/>
                <a:gdLst>
                  <a:gd name="connsiteX0" fmla="*/ 214914 w 339970"/>
                  <a:gd name="connsiteY0" fmla="*/ 0 h 455880"/>
                  <a:gd name="connsiteX1" fmla="*/ 234993 w 339970"/>
                  <a:gd name="connsiteY1" fmla="*/ 12199 h 455880"/>
                  <a:gd name="connsiteX2" fmla="*/ 339970 w 339970"/>
                  <a:gd name="connsiteY2" fmla="*/ 62768 h 455880"/>
                  <a:gd name="connsiteX3" fmla="*/ 164454 w 339970"/>
                  <a:gd name="connsiteY3" fmla="*/ 455880 h 455880"/>
                  <a:gd name="connsiteX4" fmla="*/ 80241 w 339970"/>
                  <a:gd name="connsiteY4" fmla="*/ 416212 h 455880"/>
                  <a:gd name="connsiteX5" fmla="*/ 0 w 339970"/>
                  <a:gd name="connsiteY5" fmla="*/ 371784 h 455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970" h="455880">
                    <a:moveTo>
                      <a:pt x="214914" y="0"/>
                    </a:moveTo>
                    <a:lnTo>
                      <a:pt x="234993" y="12199"/>
                    </a:lnTo>
                    <a:lnTo>
                      <a:pt x="339970" y="62768"/>
                    </a:lnTo>
                    <a:lnTo>
                      <a:pt x="164454" y="455880"/>
                    </a:lnTo>
                    <a:lnTo>
                      <a:pt x="80241" y="416212"/>
                    </a:lnTo>
                    <a:lnTo>
                      <a:pt x="0" y="371784"/>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74" name="Freeform 40"/>
              <p:cNvSpPr>
                <a:spLocks/>
              </p:cNvSpPr>
              <p:nvPr/>
            </p:nvSpPr>
            <p:spPr bwMode="auto">
              <a:xfrm>
                <a:off x="3928118" y="4917308"/>
                <a:ext cx="208197" cy="251624"/>
              </a:xfrm>
              <a:custGeom>
                <a:avLst/>
                <a:gdLst>
                  <a:gd name="connsiteX0" fmla="*/ 253434 w 371393"/>
                  <a:gd name="connsiteY0" fmla="*/ 0 h 448861"/>
                  <a:gd name="connsiteX1" fmla="*/ 284820 w 371393"/>
                  <a:gd name="connsiteY1" fmla="*/ 23470 h 448861"/>
                  <a:gd name="connsiteX2" fmla="*/ 371393 w 371393"/>
                  <a:gd name="connsiteY2" fmla="*/ 76065 h 448861"/>
                  <a:gd name="connsiteX3" fmla="*/ 155694 w 371393"/>
                  <a:gd name="connsiteY3" fmla="*/ 448861 h 448861"/>
                  <a:gd name="connsiteX4" fmla="*/ 77847 w 371393"/>
                  <a:gd name="connsiteY4" fmla="*/ 399700 h 448861"/>
                  <a:gd name="connsiteX5" fmla="*/ 0 w 371393"/>
                  <a:gd name="connsiteY5" fmla="*/ 348159 h 44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1393" h="448861">
                    <a:moveTo>
                      <a:pt x="253434" y="0"/>
                    </a:moveTo>
                    <a:lnTo>
                      <a:pt x="284820" y="23470"/>
                    </a:lnTo>
                    <a:lnTo>
                      <a:pt x="371393" y="76065"/>
                    </a:lnTo>
                    <a:lnTo>
                      <a:pt x="155694" y="448861"/>
                    </a:lnTo>
                    <a:lnTo>
                      <a:pt x="77847" y="399700"/>
                    </a:lnTo>
                    <a:lnTo>
                      <a:pt x="0" y="348159"/>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75" name="Freeform 41"/>
              <p:cNvSpPr>
                <a:spLocks/>
              </p:cNvSpPr>
              <p:nvPr/>
            </p:nvSpPr>
            <p:spPr bwMode="auto">
              <a:xfrm>
                <a:off x="3824886" y="4851244"/>
                <a:ext cx="223268" cy="245604"/>
              </a:xfrm>
              <a:custGeom>
                <a:avLst/>
                <a:gdLst>
                  <a:gd name="connsiteX0" fmla="*/ 288627 w 398277"/>
                  <a:gd name="connsiteY0" fmla="*/ 0 h 438122"/>
                  <a:gd name="connsiteX1" fmla="*/ 328731 w 398277"/>
                  <a:gd name="connsiteY1" fmla="*/ 36450 h 438122"/>
                  <a:gd name="connsiteX2" fmla="*/ 398277 w 398277"/>
                  <a:gd name="connsiteY2" fmla="*/ 88455 h 438122"/>
                  <a:gd name="connsiteX3" fmla="*/ 144560 w 398277"/>
                  <a:gd name="connsiteY3" fmla="*/ 438122 h 438122"/>
                  <a:gd name="connsiteX4" fmla="*/ 69897 w 398277"/>
                  <a:gd name="connsiteY4" fmla="*/ 381004 h 438122"/>
                  <a:gd name="connsiteX5" fmla="*/ 0 w 398277"/>
                  <a:gd name="connsiteY5" fmla="*/ 320712 h 438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8277" h="438122">
                    <a:moveTo>
                      <a:pt x="288627" y="0"/>
                    </a:moveTo>
                    <a:lnTo>
                      <a:pt x="328731" y="36450"/>
                    </a:lnTo>
                    <a:lnTo>
                      <a:pt x="398277" y="88455"/>
                    </a:lnTo>
                    <a:lnTo>
                      <a:pt x="144560" y="438122"/>
                    </a:lnTo>
                    <a:lnTo>
                      <a:pt x="69897" y="381004"/>
                    </a:lnTo>
                    <a:lnTo>
                      <a:pt x="0" y="320712"/>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76" name="Freeform 42"/>
              <p:cNvSpPr>
                <a:spLocks/>
              </p:cNvSpPr>
              <p:nvPr/>
            </p:nvSpPr>
            <p:spPr bwMode="auto">
              <a:xfrm>
                <a:off x="3731445" y="4777082"/>
                <a:ext cx="234962" cy="235223"/>
              </a:xfrm>
              <a:custGeom>
                <a:avLst/>
                <a:gdLst>
                  <a:gd name="connsiteX0" fmla="*/ 319547 w 419139"/>
                  <a:gd name="connsiteY0" fmla="*/ 0 h 419605"/>
                  <a:gd name="connsiteX1" fmla="*/ 366054 w 419139"/>
                  <a:gd name="connsiteY1" fmla="*/ 51171 h 419605"/>
                  <a:gd name="connsiteX2" fmla="*/ 419139 w 419139"/>
                  <a:gd name="connsiteY2" fmla="*/ 99418 h 419605"/>
                  <a:gd name="connsiteX3" fmla="*/ 131683 w 419139"/>
                  <a:gd name="connsiteY3" fmla="*/ 419605 h 419605"/>
                  <a:gd name="connsiteX4" fmla="*/ 62669 w 419139"/>
                  <a:gd name="connsiteY4" fmla="*/ 356029 h 419605"/>
                  <a:gd name="connsiteX5" fmla="*/ 0 w 419139"/>
                  <a:gd name="connsiteY5" fmla="*/ 288479 h 419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139" h="419605">
                    <a:moveTo>
                      <a:pt x="319547" y="0"/>
                    </a:moveTo>
                    <a:lnTo>
                      <a:pt x="366054" y="51171"/>
                    </a:lnTo>
                    <a:lnTo>
                      <a:pt x="419139" y="99418"/>
                    </a:lnTo>
                    <a:lnTo>
                      <a:pt x="131683" y="419605"/>
                    </a:lnTo>
                    <a:lnTo>
                      <a:pt x="62669" y="356029"/>
                    </a:lnTo>
                    <a:lnTo>
                      <a:pt x="0" y="288479"/>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77" name="Freeform 43"/>
              <p:cNvSpPr>
                <a:spLocks/>
              </p:cNvSpPr>
              <p:nvPr/>
            </p:nvSpPr>
            <p:spPr bwMode="auto">
              <a:xfrm>
                <a:off x="3646901" y="4694936"/>
                <a:ext cx="244550" cy="222147"/>
              </a:xfrm>
              <a:custGeom>
                <a:avLst/>
                <a:gdLst>
                  <a:gd name="connsiteX0" fmla="*/ 348186 w 436242"/>
                  <a:gd name="connsiteY0" fmla="*/ 0 h 396278"/>
                  <a:gd name="connsiteX1" fmla="*/ 399292 w 436242"/>
                  <a:gd name="connsiteY1" fmla="*/ 68342 h 396278"/>
                  <a:gd name="connsiteX2" fmla="*/ 436242 w 436242"/>
                  <a:gd name="connsiteY2" fmla="*/ 108998 h 396278"/>
                  <a:gd name="connsiteX3" fmla="*/ 117410 w 436242"/>
                  <a:gd name="connsiteY3" fmla="*/ 396278 h 396278"/>
                  <a:gd name="connsiteX4" fmla="*/ 56325 w 436242"/>
                  <a:gd name="connsiteY4" fmla="*/ 326381 h 396278"/>
                  <a:gd name="connsiteX5" fmla="*/ 0 w 436242"/>
                  <a:gd name="connsiteY5" fmla="*/ 253308 h 396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6242" h="396278">
                    <a:moveTo>
                      <a:pt x="348186" y="0"/>
                    </a:moveTo>
                    <a:lnTo>
                      <a:pt x="399292" y="68342"/>
                    </a:lnTo>
                    <a:lnTo>
                      <a:pt x="436242" y="108998"/>
                    </a:lnTo>
                    <a:lnTo>
                      <a:pt x="117410" y="396278"/>
                    </a:lnTo>
                    <a:lnTo>
                      <a:pt x="56325" y="326381"/>
                    </a:lnTo>
                    <a:lnTo>
                      <a:pt x="0" y="253308"/>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78" name="Freeform 44"/>
              <p:cNvSpPr>
                <a:spLocks/>
              </p:cNvSpPr>
              <p:nvPr/>
            </p:nvSpPr>
            <p:spPr bwMode="auto">
              <a:xfrm>
                <a:off x="3573038" y="4605766"/>
                <a:ext cx="252102" cy="208086"/>
              </a:xfrm>
              <a:custGeom>
                <a:avLst/>
                <a:gdLst>
                  <a:gd name="connsiteX0" fmla="*/ 373228 w 449713"/>
                  <a:gd name="connsiteY0" fmla="*/ 0 h 371195"/>
                  <a:gd name="connsiteX1" fmla="*/ 426185 w 449713"/>
                  <a:gd name="connsiteY1" fmla="*/ 87170 h 371195"/>
                  <a:gd name="connsiteX2" fmla="*/ 449713 w 449713"/>
                  <a:gd name="connsiteY2" fmla="*/ 118634 h 371195"/>
                  <a:gd name="connsiteX3" fmla="*/ 102394 w 449713"/>
                  <a:gd name="connsiteY3" fmla="*/ 371195 h 371195"/>
                  <a:gd name="connsiteX4" fmla="*/ 49213 w 449713"/>
                  <a:gd name="connsiteY4" fmla="*/ 294937 h 371195"/>
                  <a:gd name="connsiteX5" fmla="*/ 0 w 449713"/>
                  <a:gd name="connsiteY5" fmla="*/ 215502 h 371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9713" h="371195">
                    <a:moveTo>
                      <a:pt x="373228" y="0"/>
                    </a:moveTo>
                    <a:lnTo>
                      <a:pt x="426185" y="87170"/>
                    </a:lnTo>
                    <a:lnTo>
                      <a:pt x="449713" y="118634"/>
                    </a:lnTo>
                    <a:lnTo>
                      <a:pt x="102394" y="371195"/>
                    </a:lnTo>
                    <a:lnTo>
                      <a:pt x="49213" y="294937"/>
                    </a:lnTo>
                    <a:lnTo>
                      <a:pt x="0" y="215502"/>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79" name="Freeform 45"/>
              <p:cNvSpPr>
                <a:spLocks/>
              </p:cNvSpPr>
              <p:nvPr/>
            </p:nvSpPr>
            <p:spPr bwMode="auto">
              <a:xfrm>
                <a:off x="3512523" y="4511762"/>
                <a:ext cx="255470" cy="190849"/>
              </a:xfrm>
              <a:custGeom>
                <a:avLst/>
                <a:gdLst>
                  <a:gd name="connsiteX0" fmla="*/ 392470 w 455722"/>
                  <a:gd name="connsiteY0" fmla="*/ 0 h 340447"/>
                  <a:gd name="connsiteX1" fmla="*/ 442888 w 455722"/>
                  <a:gd name="connsiteY1" fmla="*/ 104662 h 340447"/>
                  <a:gd name="connsiteX2" fmla="*/ 455722 w 455722"/>
                  <a:gd name="connsiteY2" fmla="*/ 125787 h 340447"/>
                  <a:gd name="connsiteX3" fmla="*/ 84096 w 455722"/>
                  <a:gd name="connsiteY3" fmla="*/ 340447 h 340447"/>
                  <a:gd name="connsiteX4" fmla="*/ 39668 w 455722"/>
                  <a:gd name="connsiteY4" fmla="*/ 258764 h 340447"/>
                  <a:gd name="connsiteX5" fmla="*/ 0 w 455722"/>
                  <a:gd name="connsiteY5" fmla="*/ 174702 h 340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5722" h="340447">
                    <a:moveTo>
                      <a:pt x="392470" y="0"/>
                    </a:moveTo>
                    <a:lnTo>
                      <a:pt x="442888" y="104662"/>
                    </a:lnTo>
                    <a:lnTo>
                      <a:pt x="455722" y="125787"/>
                    </a:lnTo>
                    <a:lnTo>
                      <a:pt x="84096" y="340447"/>
                    </a:lnTo>
                    <a:lnTo>
                      <a:pt x="39668" y="258764"/>
                    </a:lnTo>
                    <a:lnTo>
                      <a:pt x="0" y="174702"/>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80" name="Freeform 46"/>
              <p:cNvSpPr>
                <a:spLocks/>
              </p:cNvSpPr>
              <p:nvPr/>
            </p:nvSpPr>
            <p:spPr bwMode="auto">
              <a:xfrm>
                <a:off x="3463576" y="4412492"/>
                <a:ext cx="256765" cy="171759"/>
              </a:xfrm>
              <a:custGeom>
                <a:avLst/>
                <a:gdLst>
                  <a:gd name="connsiteX0" fmla="*/ 408654 w 458033"/>
                  <a:gd name="connsiteY0" fmla="*/ 0 h 306393"/>
                  <a:gd name="connsiteX1" fmla="*/ 453491 w 458033"/>
                  <a:gd name="connsiteY1" fmla="*/ 122504 h 306393"/>
                  <a:gd name="connsiteX2" fmla="*/ 458033 w 458033"/>
                  <a:gd name="connsiteY2" fmla="*/ 131933 h 306393"/>
                  <a:gd name="connsiteX3" fmla="*/ 65881 w 458033"/>
                  <a:gd name="connsiteY3" fmla="*/ 306393 h 306393"/>
                  <a:gd name="connsiteX4" fmla="*/ 30956 w 458033"/>
                  <a:gd name="connsiteY4" fmla="*/ 220668 h 306393"/>
                  <a:gd name="connsiteX5" fmla="*/ 0 w 458033"/>
                  <a:gd name="connsiteY5" fmla="*/ 132562 h 306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8033" h="306393">
                    <a:moveTo>
                      <a:pt x="408654" y="0"/>
                    </a:moveTo>
                    <a:lnTo>
                      <a:pt x="453491" y="122504"/>
                    </a:lnTo>
                    <a:lnTo>
                      <a:pt x="458033" y="131933"/>
                    </a:lnTo>
                    <a:lnTo>
                      <a:pt x="65881" y="306393"/>
                    </a:lnTo>
                    <a:lnTo>
                      <a:pt x="30956" y="220668"/>
                    </a:lnTo>
                    <a:lnTo>
                      <a:pt x="0" y="132562"/>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83" name="Freeform 47"/>
              <p:cNvSpPr>
                <a:spLocks/>
              </p:cNvSpPr>
              <p:nvPr/>
            </p:nvSpPr>
            <p:spPr bwMode="auto">
              <a:xfrm>
                <a:off x="3427980" y="4310476"/>
                <a:ext cx="255186" cy="150075"/>
              </a:xfrm>
              <a:custGeom>
                <a:avLst/>
                <a:gdLst>
                  <a:gd name="connsiteX0" fmla="*/ 420477 w 455215"/>
                  <a:gd name="connsiteY0" fmla="*/ 0 h 267712"/>
                  <a:gd name="connsiteX1" fmla="*/ 455215 w 455215"/>
                  <a:gd name="connsiteY1" fmla="*/ 135103 h 267712"/>
                  <a:gd name="connsiteX2" fmla="*/ 46810 w 455215"/>
                  <a:gd name="connsiteY2" fmla="*/ 267712 h 267712"/>
                  <a:gd name="connsiteX3" fmla="*/ 21422 w 455215"/>
                  <a:gd name="connsiteY3" fmla="*/ 179478 h 267712"/>
                  <a:gd name="connsiteX4" fmla="*/ 0 w 455215"/>
                  <a:gd name="connsiteY4" fmla="*/ 89654 h 2677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5215" h="267712">
                    <a:moveTo>
                      <a:pt x="420477" y="0"/>
                    </a:moveTo>
                    <a:lnTo>
                      <a:pt x="455215" y="135103"/>
                    </a:lnTo>
                    <a:lnTo>
                      <a:pt x="46810" y="267712"/>
                    </a:lnTo>
                    <a:lnTo>
                      <a:pt x="21422" y="179478"/>
                    </a:lnTo>
                    <a:lnTo>
                      <a:pt x="0" y="89654"/>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88" name="Freeform 48"/>
              <p:cNvSpPr>
                <a:spLocks/>
              </p:cNvSpPr>
              <p:nvPr/>
            </p:nvSpPr>
            <p:spPr bwMode="auto">
              <a:xfrm>
                <a:off x="3405732" y="4204494"/>
                <a:ext cx="251484" cy="127909"/>
              </a:xfrm>
              <a:custGeom>
                <a:avLst/>
                <a:gdLst>
                  <a:gd name="connsiteX0" fmla="*/ 427395 w 448611"/>
                  <a:gd name="connsiteY0" fmla="*/ 0 h 228170"/>
                  <a:gd name="connsiteX1" fmla="*/ 448611 w 448611"/>
                  <a:gd name="connsiteY1" fmla="*/ 139015 h 228170"/>
                  <a:gd name="connsiteX2" fmla="*/ 28588 w 448611"/>
                  <a:gd name="connsiteY2" fmla="*/ 228170 h 228170"/>
                  <a:gd name="connsiteX3" fmla="*/ 11912 w 448611"/>
                  <a:gd name="connsiteY3" fmla="*/ 138088 h 228170"/>
                  <a:gd name="connsiteX4" fmla="*/ 0 w 448611"/>
                  <a:gd name="connsiteY4" fmla="*/ 44817 h 2281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8611" h="228170">
                    <a:moveTo>
                      <a:pt x="427395" y="0"/>
                    </a:moveTo>
                    <a:lnTo>
                      <a:pt x="448611" y="139015"/>
                    </a:lnTo>
                    <a:lnTo>
                      <a:pt x="28588" y="228170"/>
                    </a:lnTo>
                    <a:lnTo>
                      <a:pt x="11912" y="138088"/>
                    </a:lnTo>
                    <a:lnTo>
                      <a:pt x="0" y="4481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89" name="Freeform 49"/>
              <p:cNvSpPr>
                <a:spLocks/>
              </p:cNvSpPr>
              <p:nvPr/>
            </p:nvSpPr>
            <p:spPr bwMode="auto">
              <a:xfrm>
                <a:off x="3396833" y="4098352"/>
                <a:ext cx="245403" cy="103231"/>
              </a:xfrm>
              <a:custGeom>
                <a:avLst/>
                <a:gdLst>
                  <a:gd name="connsiteX0" fmla="*/ 0 w 437763"/>
                  <a:gd name="connsiteY0" fmla="*/ 0 h 184150"/>
                  <a:gd name="connsiteX1" fmla="*/ 430719 w 437763"/>
                  <a:gd name="connsiteY1" fmla="*/ 0 h 184150"/>
                  <a:gd name="connsiteX2" fmla="*/ 437763 w 437763"/>
                  <a:gd name="connsiteY2" fmla="*/ 139501 h 184150"/>
                  <a:gd name="connsiteX3" fmla="*/ 10323 w 437763"/>
                  <a:gd name="connsiteY3" fmla="*/ 184150 h 184150"/>
                  <a:gd name="connsiteX4" fmla="*/ 3177 w 437763"/>
                  <a:gd name="connsiteY4" fmla="*/ 92470 h 184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7763" h="184150">
                    <a:moveTo>
                      <a:pt x="0" y="0"/>
                    </a:moveTo>
                    <a:lnTo>
                      <a:pt x="430719" y="0"/>
                    </a:lnTo>
                    <a:lnTo>
                      <a:pt x="437763" y="139501"/>
                    </a:lnTo>
                    <a:lnTo>
                      <a:pt x="10323" y="184150"/>
                    </a:lnTo>
                    <a:lnTo>
                      <a:pt x="3177" y="9247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90" name="Freeform 50"/>
              <p:cNvSpPr>
                <a:spLocks/>
              </p:cNvSpPr>
              <p:nvPr/>
            </p:nvSpPr>
            <p:spPr bwMode="auto">
              <a:xfrm>
                <a:off x="3396832" y="3965753"/>
                <a:ext cx="245392" cy="104121"/>
              </a:xfrm>
              <a:custGeom>
                <a:avLst/>
                <a:gdLst>
                  <a:gd name="connsiteX0" fmla="*/ 10323 w 437744"/>
                  <a:gd name="connsiteY0" fmla="*/ 0 h 185737"/>
                  <a:gd name="connsiteX1" fmla="*/ 437744 w 437744"/>
                  <a:gd name="connsiteY1" fmla="*/ 45032 h 185737"/>
                  <a:gd name="connsiteX2" fmla="*/ 430639 w 437744"/>
                  <a:gd name="connsiteY2" fmla="*/ 185737 h 185737"/>
                  <a:gd name="connsiteX3" fmla="*/ 0 w 437744"/>
                  <a:gd name="connsiteY3" fmla="*/ 185737 h 185737"/>
                  <a:gd name="connsiteX4" fmla="*/ 3177 w 437744"/>
                  <a:gd name="connsiteY4" fmla="*/ 92869 h 1857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7744" h="185737">
                    <a:moveTo>
                      <a:pt x="10323" y="0"/>
                    </a:moveTo>
                    <a:lnTo>
                      <a:pt x="437744" y="45032"/>
                    </a:lnTo>
                    <a:lnTo>
                      <a:pt x="430639" y="185737"/>
                    </a:lnTo>
                    <a:lnTo>
                      <a:pt x="0" y="185737"/>
                    </a:lnTo>
                    <a:lnTo>
                      <a:pt x="3177" y="92869"/>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91" name="Freeform 51"/>
              <p:cNvSpPr>
                <a:spLocks/>
              </p:cNvSpPr>
              <p:nvPr/>
            </p:nvSpPr>
            <p:spPr bwMode="auto">
              <a:xfrm>
                <a:off x="3405732" y="3834934"/>
                <a:ext cx="251484" cy="128076"/>
              </a:xfrm>
              <a:custGeom>
                <a:avLst/>
                <a:gdLst>
                  <a:gd name="connsiteX0" fmla="*/ 28588 w 448611"/>
                  <a:gd name="connsiteY0" fmla="*/ 0 h 228470"/>
                  <a:gd name="connsiteX1" fmla="*/ 448611 w 448611"/>
                  <a:gd name="connsiteY1" fmla="*/ 89155 h 228470"/>
                  <a:gd name="connsiteX2" fmla="*/ 427349 w 448611"/>
                  <a:gd name="connsiteY2" fmla="*/ 228470 h 228470"/>
                  <a:gd name="connsiteX3" fmla="*/ 0 w 448611"/>
                  <a:gd name="connsiteY3" fmla="*/ 183754 h 228470"/>
                  <a:gd name="connsiteX4" fmla="*/ 11912 w 448611"/>
                  <a:gd name="connsiteY4" fmla="*/ 91085 h 228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8611" h="228470">
                    <a:moveTo>
                      <a:pt x="28588" y="0"/>
                    </a:moveTo>
                    <a:lnTo>
                      <a:pt x="448611" y="89155"/>
                    </a:lnTo>
                    <a:lnTo>
                      <a:pt x="427349" y="228470"/>
                    </a:lnTo>
                    <a:lnTo>
                      <a:pt x="0" y="183754"/>
                    </a:lnTo>
                    <a:lnTo>
                      <a:pt x="11912" y="91085"/>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92" name="Freeform 52"/>
              <p:cNvSpPr>
                <a:spLocks/>
              </p:cNvSpPr>
              <p:nvPr/>
            </p:nvSpPr>
            <p:spPr bwMode="auto">
              <a:xfrm>
                <a:off x="3427979" y="3707674"/>
                <a:ext cx="254975" cy="150029"/>
              </a:xfrm>
              <a:custGeom>
                <a:avLst/>
                <a:gdLst>
                  <a:gd name="connsiteX0" fmla="*/ 46810 w 454838"/>
                  <a:gd name="connsiteY0" fmla="*/ 0 h 267630"/>
                  <a:gd name="connsiteX1" fmla="*/ 454838 w 454838"/>
                  <a:gd name="connsiteY1" fmla="*/ 132488 h 267630"/>
                  <a:gd name="connsiteX2" fmla="*/ 420090 w 454838"/>
                  <a:gd name="connsiteY2" fmla="*/ 267630 h 267630"/>
                  <a:gd name="connsiteX3" fmla="*/ 0 w 454838"/>
                  <a:gd name="connsiteY3" fmla="*/ 178058 h 267630"/>
                  <a:gd name="connsiteX4" fmla="*/ 21422 w 454838"/>
                  <a:gd name="connsiteY4" fmla="*/ 88234 h 2676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4838" h="267630">
                    <a:moveTo>
                      <a:pt x="46810" y="0"/>
                    </a:moveTo>
                    <a:lnTo>
                      <a:pt x="454838" y="132488"/>
                    </a:lnTo>
                    <a:lnTo>
                      <a:pt x="420090" y="267630"/>
                    </a:lnTo>
                    <a:lnTo>
                      <a:pt x="0" y="178058"/>
                    </a:lnTo>
                    <a:lnTo>
                      <a:pt x="21422" y="88234"/>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93" name="Freeform 53"/>
              <p:cNvSpPr>
                <a:spLocks/>
              </p:cNvSpPr>
              <p:nvPr/>
            </p:nvSpPr>
            <p:spPr bwMode="auto">
              <a:xfrm>
                <a:off x="3463576" y="3583975"/>
                <a:ext cx="256413" cy="170990"/>
              </a:xfrm>
              <a:custGeom>
                <a:avLst/>
                <a:gdLst>
                  <a:gd name="connsiteX0" fmla="*/ 65881 w 457403"/>
                  <a:gd name="connsiteY0" fmla="*/ 0 h 305022"/>
                  <a:gd name="connsiteX1" fmla="*/ 457403 w 457403"/>
                  <a:gd name="connsiteY1" fmla="*/ 174180 h 305022"/>
                  <a:gd name="connsiteX2" fmla="*/ 453491 w 457403"/>
                  <a:gd name="connsiteY2" fmla="*/ 182301 h 305022"/>
                  <a:gd name="connsiteX3" fmla="*/ 408574 w 457403"/>
                  <a:gd name="connsiteY3" fmla="*/ 305022 h 305022"/>
                  <a:gd name="connsiteX4" fmla="*/ 0 w 457403"/>
                  <a:gd name="connsiteY4" fmla="*/ 172054 h 305022"/>
                  <a:gd name="connsiteX5" fmla="*/ 30956 w 457403"/>
                  <a:gd name="connsiteY5" fmla="*/ 85631 h 305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7403" h="305022">
                    <a:moveTo>
                      <a:pt x="65881" y="0"/>
                    </a:moveTo>
                    <a:lnTo>
                      <a:pt x="457403" y="174180"/>
                    </a:lnTo>
                    <a:lnTo>
                      <a:pt x="453491" y="182301"/>
                    </a:lnTo>
                    <a:lnTo>
                      <a:pt x="408574" y="305022"/>
                    </a:lnTo>
                    <a:lnTo>
                      <a:pt x="0" y="172054"/>
                    </a:lnTo>
                    <a:lnTo>
                      <a:pt x="30956" y="85631"/>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94" name="Freeform 54"/>
              <p:cNvSpPr>
                <a:spLocks/>
              </p:cNvSpPr>
              <p:nvPr/>
            </p:nvSpPr>
            <p:spPr bwMode="auto">
              <a:xfrm>
                <a:off x="3512523" y="3464724"/>
                <a:ext cx="255373" cy="191131"/>
              </a:xfrm>
              <a:custGeom>
                <a:avLst/>
                <a:gdLst>
                  <a:gd name="connsiteX0" fmla="*/ 84096 w 455549"/>
                  <a:gd name="connsiteY0" fmla="*/ 0 h 340950"/>
                  <a:gd name="connsiteX1" fmla="*/ 455549 w 455549"/>
                  <a:gd name="connsiteY1" fmla="*/ 214945 h 340950"/>
                  <a:gd name="connsiteX2" fmla="*/ 442888 w 455549"/>
                  <a:gd name="connsiteY2" fmla="*/ 235786 h 340950"/>
                  <a:gd name="connsiteX3" fmla="*/ 392228 w 455549"/>
                  <a:gd name="connsiteY3" fmla="*/ 340950 h 340950"/>
                  <a:gd name="connsiteX4" fmla="*/ 0 w 455549"/>
                  <a:gd name="connsiteY4" fmla="*/ 166042 h 340950"/>
                  <a:gd name="connsiteX5" fmla="*/ 39668 w 455549"/>
                  <a:gd name="connsiteY5" fmla="*/ 81830 h 340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5549" h="340950">
                    <a:moveTo>
                      <a:pt x="84096" y="0"/>
                    </a:moveTo>
                    <a:lnTo>
                      <a:pt x="455549" y="214945"/>
                    </a:lnTo>
                    <a:lnTo>
                      <a:pt x="442888" y="235786"/>
                    </a:lnTo>
                    <a:lnTo>
                      <a:pt x="392228" y="340950"/>
                    </a:lnTo>
                    <a:lnTo>
                      <a:pt x="0" y="166042"/>
                    </a:lnTo>
                    <a:lnTo>
                      <a:pt x="39668" y="8183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95" name="Freeform 55"/>
              <p:cNvSpPr>
                <a:spLocks/>
              </p:cNvSpPr>
              <p:nvPr/>
            </p:nvSpPr>
            <p:spPr bwMode="auto">
              <a:xfrm>
                <a:off x="3573038" y="3353484"/>
                <a:ext cx="252207" cy="208350"/>
              </a:xfrm>
              <a:custGeom>
                <a:avLst/>
                <a:gdLst>
                  <a:gd name="connsiteX0" fmla="*/ 102394 w 449900"/>
                  <a:gd name="connsiteY0" fmla="*/ 0 h 371667"/>
                  <a:gd name="connsiteX1" fmla="*/ 449900 w 449900"/>
                  <a:gd name="connsiteY1" fmla="*/ 252312 h 371667"/>
                  <a:gd name="connsiteX2" fmla="*/ 426185 w 449900"/>
                  <a:gd name="connsiteY2" fmla="*/ 284026 h 371667"/>
                  <a:gd name="connsiteX3" fmla="*/ 372942 w 449900"/>
                  <a:gd name="connsiteY3" fmla="*/ 371667 h 371667"/>
                  <a:gd name="connsiteX4" fmla="*/ 0 w 449900"/>
                  <a:gd name="connsiteY4" fmla="*/ 157043 h 371667"/>
                  <a:gd name="connsiteX5" fmla="*/ 49213 w 449900"/>
                  <a:gd name="connsiteY5" fmla="*/ 77728 h 37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9900" h="371667">
                    <a:moveTo>
                      <a:pt x="102394" y="0"/>
                    </a:moveTo>
                    <a:lnTo>
                      <a:pt x="449900" y="252312"/>
                    </a:lnTo>
                    <a:lnTo>
                      <a:pt x="426185" y="284026"/>
                    </a:lnTo>
                    <a:lnTo>
                      <a:pt x="372942" y="371667"/>
                    </a:lnTo>
                    <a:lnTo>
                      <a:pt x="0" y="157043"/>
                    </a:lnTo>
                    <a:lnTo>
                      <a:pt x="49213" y="77728"/>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96" name="Freeform 56"/>
              <p:cNvSpPr>
                <a:spLocks/>
              </p:cNvSpPr>
              <p:nvPr/>
            </p:nvSpPr>
            <p:spPr bwMode="auto">
              <a:xfrm>
                <a:off x="3646901" y="3249363"/>
                <a:ext cx="244887" cy="223038"/>
              </a:xfrm>
              <a:custGeom>
                <a:avLst/>
                <a:gdLst>
                  <a:gd name="connsiteX0" fmla="*/ 117410 w 436843"/>
                  <a:gd name="connsiteY0" fmla="*/ 0 h 397867"/>
                  <a:gd name="connsiteX1" fmla="*/ 436843 w 436843"/>
                  <a:gd name="connsiteY1" fmla="*/ 288207 h 397867"/>
                  <a:gd name="connsiteX2" fmla="*/ 399292 w 436843"/>
                  <a:gd name="connsiteY2" fmla="*/ 329524 h 397867"/>
                  <a:gd name="connsiteX3" fmla="*/ 348186 w 436843"/>
                  <a:gd name="connsiteY3" fmla="*/ 397867 h 397867"/>
                  <a:gd name="connsiteX4" fmla="*/ 0 w 436843"/>
                  <a:gd name="connsiteY4" fmla="*/ 144559 h 397867"/>
                  <a:gd name="connsiteX5" fmla="*/ 56325 w 436843"/>
                  <a:gd name="connsiteY5" fmla="*/ 71485 h 397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6843" h="397867">
                    <a:moveTo>
                      <a:pt x="117410" y="0"/>
                    </a:moveTo>
                    <a:lnTo>
                      <a:pt x="436843" y="288207"/>
                    </a:lnTo>
                    <a:lnTo>
                      <a:pt x="399292" y="329524"/>
                    </a:lnTo>
                    <a:lnTo>
                      <a:pt x="348186" y="397867"/>
                    </a:lnTo>
                    <a:lnTo>
                      <a:pt x="0" y="144559"/>
                    </a:lnTo>
                    <a:lnTo>
                      <a:pt x="56325" y="71485"/>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97" name="Freeform 57"/>
              <p:cNvSpPr>
                <a:spLocks/>
              </p:cNvSpPr>
              <p:nvPr/>
            </p:nvSpPr>
            <p:spPr bwMode="auto">
              <a:xfrm>
                <a:off x="3731445" y="3155920"/>
                <a:ext cx="234736" cy="234548"/>
              </a:xfrm>
              <a:custGeom>
                <a:avLst/>
                <a:gdLst>
                  <a:gd name="connsiteX0" fmla="*/ 131683 w 418735"/>
                  <a:gd name="connsiteY0" fmla="*/ 0 h 418401"/>
                  <a:gd name="connsiteX1" fmla="*/ 418735 w 418735"/>
                  <a:gd name="connsiteY1" fmla="*/ 318967 h 418401"/>
                  <a:gd name="connsiteX2" fmla="*/ 366054 w 418735"/>
                  <a:gd name="connsiteY2" fmla="*/ 366847 h 418401"/>
                  <a:gd name="connsiteX3" fmla="*/ 319198 w 418735"/>
                  <a:gd name="connsiteY3" fmla="*/ 418401 h 418401"/>
                  <a:gd name="connsiteX4" fmla="*/ 0 w 418735"/>
                  <a:gd name="connsiteY4" fmla="*/ 130969 h 418401"/>
                  <a:gd name="connsiteX5" fmla="*/ 62669 w 418735"/>
                  <a:gd name="connsiteY5" fmla="*/ 63500 h 418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8735" h="418401">
                    <a:moveTo>
                      <a:pt x="131683" y="0"/>
                    </a:moveTo>
                    <a:lnTo>
                      <a:pt x="418735" y="318967"/>
                    </a:lnTo>
                    <a:lnTo>
                      <a:pt x="366054" y="366847"/>
                    </a:lnTo>
                    <a:lnTo>
                      <a:pt x="319198" y="418401"/>
                    </a:lnTo>
                    <a:lnTo>
                      <a:pt x="0" y="130969"/>
                    </a:lnTo>
                    <a:lnTo>
                      <a:pt x="62669" y="6350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98" name="Freeform 58"/>
              <p:cNvSpPr>
                <a:spLocks/>
              </p:cNvSpPr>
              <p:nvPr/>
            </p:nvSpPr>
            <p:spPr bwMode="auto">
              <a:xfrm>
                <a:off x="3824886" y="3071378"/>
                <a:ext cx="222951" cy="244878"/>
              </a:xfrm>
              <a:custGeom>
                <a:avLst/>
                <a:gdLst>
                  <a:gd name="connsiteX0" fmla="*/ 144560 w 397712"/>
                  <a:gd name="connsiteY0" fmla="*/ 0 h 436827"/>
                  <a:gd name="connsiteX1" fmla="*/ 397712 w 397712"/>
                  <a:gd name="connsiteY1" fmla="*/ 348502 h 436827"/>
                  <a:gd name="connsiteX2" fmla="*/ 328731 w 397712"/>
                  <a:gd name="connsiteY2" fmla="*/ 400085 h 436827"/>
                  <a:gd name="connsiteX3" fmla="*/ 288305 w 397712"/>
                  <a:gd name="connsiteY3" fmla="*/ 436827 h 436827"/>
                  <a:gd name="connsiteX4" fmla="*/ 0 w 397712"/>
                  <a:gd name="connsiteY4" fmla="*/ 116681 h 436827"/>
                  <a:gd name="connsiteX5" fmla="*/ 69897 w 397712"/>
                  <a:gd name="connsiteY5" fmla="*/ 56356 h 436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712" h="436827">
                    <a:moveTo>
                      <a:pt x="144560" y="0"/>
                    </a:moveTo>
                    <a:lnTo>
                      <a:pt x="397712" y="348502"/>
                    </a:lnTo>
                    <a:lnTo>
                      <a:pt x="328731" y="400085"/>
                    </a:lnTo>
                    <a:lnTo>
                      <a:pt x="288305" y="436827"/>
                    </a:lnTo>
                    <a:lnTo>
                      <a:pt x="0" y="116681"/>
                    </a:lnTo>
                    <a:lnTo>
                      <a:pt x="69897" y="56356"/>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99" name="Freeform 59"/>
              <p:cNvSpPr>
                <a:spLocks/>
              </p:cNvSpPr>
              <p:nvPr/>
            </p:nvSpPr>
            <p:spPr bwMode="auto">
              <a:xfrm>
                <a:off x="3928118" y="2997514"/>
                <a:ext cx="208392" cy="252606"/>
              </a:xfrm>
              <a:custGeom>
                <a:avLst/>
                <a:gdLst>
                  <a:gd name="connsiteX0" fmla="*/ 155694 w 371742"/>
                  <a:gd name="connsiteY0" fmla="*/ 0 h 450613"/>
                  <a:gd name="connsiteX1" fmla="*/ 371742 w 371742"/>
                  <a:gd name="connsiteY1" fmla="*/ 374173 h 450613"/>
                  <a:gd name="connsiteX2" fmla="*/ 284820 w 371742"/>
                  <a:gd name="connsiteY2" fmla="*/ 426979 h 450613"/>
                  <a:gd name="connsiteX3" fmla="*/ 253215 w 371742"/>
                  <a:gd name="connsiteY3" fmla="*/ 450613 h 450613"/>
                  <a:gd name="connsiteX4" fmla="*/ 0 w 371742"/>
                  <a:gd name="connsiteY4" fmla="*/ 102394 h 450613"/>
                  <a:gd name="connsiteX5" fmla="*/ 77847 w 371742"/>
                  <a:gd name="connsiteY5" fmla="*/ 49213 h 45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1742" h="450613">
                    <a:moveTo>
                      <a:pt x="155694" y="0"/>
                    </a:moveTo>
                    <a:lnTo>
                      <a:pt x="371742" y="374173"/>
                    </a:lnTo>
                    <a:lnTo>
                      <a:pt x="284820" y="426979"/>
                    </a:lnTo>
                    <a:lnTo>
                      <a:pt x="253215" y="450613"/>
                    </a:lnTo>
                    <a:lnTo>
                      <a:pt x="0" y="102394"/>
                    </a:lnTo>
                    <a:lnTo>
                      <a:pt x="77847" y="49213"/>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100" name="Freeform 60"/>
              <p:cNvSpPr>
                <a:spLocks/>
              </p:cNvSpPr>
              <p:nvPr/>
            </p:nvSpPr>
            <p:spPr bwMode="auto">
              <a:xfrm>
                <a:off x="4040248" y="2936999"/>
                <a:ext cx="190582" cy="255558"/>
              </a:xfrm>
              <a:custGeom>
                <a:avLst/>
                <a:gdLst>
                  <a:gd name="connsiteX0" fmla="*/ 164454 w 339970"/>
                  <a:gd name="connsiteY0" fmla="*/ 0 h 455880"/>
                  <a:gd name="connsiteX1" fmla="*/ 339970 w 339970"/>
                  <a:gd name="connsiteY1" fmla="*/ 393112 h 455880"/>
                  <a:gd name="connsiteX2" fmla="*/ 234993 w 339970"/>
                  <a:gd name="connsiteY2" fmla="*/ 443682 h 455880"/>
                  <a:gd name="connsiteX3" fmla="*/ 214914 w 339970"/>
                  <a:gd name="connsiteY3" fmla="*/ 455880 h 455880"/>
                  <a:gd name="connsiteX4" fmla="*/ 0 w 339970"/>
                  <a:gd name="connsiteY4" fmla="*/ 84096 h 455880"/>
                  <a:gd name="connsiteX5" fmla="*/ 80241 w 339970"/>
                  <a:gd name="connsiteY5" fmla="*/ 39668 h 455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970" h="455880">
                    <a:moveTo>
                      <a:pt x="164454" y="0"/>
                    </a:moveTo>
                    <a:lnTo>
                      <a:pt x="339970" y="393112"/>
                    </a:lnTo>
                    <a:lnTo>
                      <a:pt x="234993" y="443682"/>
                    </a:lnTo>
                    <a:lnTo>
                      <a:pt x="214914" y="455880"/>
                    </a:lnTo>
                    <a:lnTo>
                      <a:pt x="0" y="84096"/>
                    </a:lnTo>
                    <a:lnTo>
                      <a:pt x="80241" y="39668"/>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101" name="Freeform 61"/>
              <p:cNvSpPr>
                <a:spLocks/>
              </p:cNvSpPr>
              <p:nvPr/>
            </p:nvSpPr>
            <p:spPr bwMode="auto">
              <a:xfrm>
                <a:off x="4158609" y="2888053"/>
                <a:ext cx="171962" cy="256812"/>
              </a:xfrm>
              <a:custGeom>
                <a:avLst/>
                <a:gdLst>
                  <a:gd name="connsiteX0" fmla="*/ 173641 w 306755"/>
                  <a:gd name="connsiteY0" fmla="*/ 0 h 458116"/>
                  <a:gd name="connsiteX1" fmla="*/ 306755 w 306755"/>
                  <a:gd name="connsiteY1" fmla="*/ 409024 h 458116"/>
                  <a:gd name="connsiteX2" fmla="*/ 183095 w 306755"/>
                  <a:gd name="connsiteY2" fmla="*/ 454284 h 458116"/>
                  <a:gd name="connsiteX3" fmla="*/ 175140 w 306755"/>
                  <a:gd name="connsiteY3" fmla="*/ 458116 h 458116"/>
                  <a:gd name="connsiteX4" fmla="*/ 0 w 306755"/>
                  <a:gd name="connsiteY4" fmla="*/ 65118 h 458116"/>
                  <a:gd name="connsiteX5" fmla="*/ 87217 w 306755"/>
                  <a:gd name="connsiteY5" fmla="*/ 30177 h 458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6755" h="458116">
                    <a:moveTo>
                      <a:pt x="173641" y="0"/>
                    </a:moveTo>
                    <a:lnTo>
                      <a:pt x="306755" y="409024"/>
                    </a:lnTo>
                    <a:lnTo>
                      <a:pt x="183095" y="454284"/>
                    </a:lnTo>
                    <a:lnTo>
                      <a:pt x="175140" y="458116"/>
                    </a:lnTo>
                    <a:lnTo>
                      <a:pt x="0" y="65118"/>
                    </a:lnTo>
                    <a:lnTo>
                      <a:pt x="87217" y="3017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102" name="Freeform 62"/>
              <p:cNvSpPr>
                <a:spLocks/>
              </p:cNvSpPr>
              <p:nvPr/>
            </p:nvSpPr>
            <p:spPr bwMode="auto">
              <a:xfrm>
                <a:off x="4282308" y="2852457"/>
                <a:ext cx="150986" cy="255517"/>
              </a:xfrm>
              <a:custGeom>
                <a:avLst/>
                <a:gdLst>
                  <a:gd name="connsiteX0" fmla="*/ 179647 w 269338"/>
                  <a:gd name="connsiteY0" fmla="*/ 0 h 455807"/>
                  <a:gd name="connsiteX1" fmla="*/ 269338 w 269338"/>
                  <a:gd name="connsiteY1" fmla="*/ 420648 h 455807"/>
                  <a:gd name="connsiteX2" fmla="*/ 132599 w 269338"/>
                  <a:gd name="connsiteY2" fmla="*/ 455807 h 455807"/>
                  <a:gd name="connsiteX3" fmla="*/ 0 w 269338"/>
                  <a:gd name="connsiteY3" fmla="*/ 49190 h 455807"/>
                  <a:gd name="connsiteX4" fmla="*/ 89824 w 269338"/>
                  <a:gd name="connsiteY4" fmla="*/ 21422 h 4558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9338" h="455807">
                    <a:moveTo>
                      <a:pt x="179647" y="0"/>
                    </a:moveTo>
                    <a:lnTo>
                      <a:pt x="269338" y="420648"/>
                    </a:lnTo>
                    <a:lnTo>
                      <a:pt x="132599" y="455807"/>
                    </a:lnTo>
                    <a:lnTo>
                      <a:pt x="0" y="49190"/>
                    </a:lnTo>
                    <a:lnTo>
                      <a:pt x="89824" y="21422"/>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103" name="Freeform 63"/>
              <p:cNvSpPr>
                <a:spLocks/>
              </p:cNvSpPr>
              <p:nvPr/>
            </p:nvSpPr>
            <p:spPr bwMode="auto">
              <a:xfrm>
                <a:off x="4410459" y="2830207"/>
                <a:ext cx="127453" cy="251860"/>
              </a:xfrm>
              <a:custGeom>
                <a:avLst/>
                <a:gdLst>
                  <a:gd name="connsiteX0" fmla="*/ 182170 w 227359"/>
                  <a:gd name="connsiteY0" fmla="*/ 0 h 449282"/>
                  <a:gd name="connsiteX1" fmla="*/ 227359 w 227359"/>
                  <a:gd name="connsiteY1" fmla="*/ 428192 h 449282"/>
                  <a:gd name="connsiteX2" fmla="*/ 89170 w 227359"/>
                  <a:gd name="connsiteY2" fmla="*/ 449282 h 449282"/>
                  <a:gd name="connsiteX3" fmla="*/ 0 w 227359"/>
                  <a:gd name="connsiteY3" fmla="*/ 29382 h 449282"/>
                  <a:gd name="connsiteX4" fmla="*/ 91085 w 227359"/>
                  <a:gd name="connsiteY4" fmla="*/ 12706 h 4492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359" h="449282">
                    <a:moveTo>
                      <a:pt x="182170" y="0"/>
                    </a:moveTo>
                    <a:lnTo>
                      <a:pt x="227359" y="428192"/>
                    </a:lnTo>
                    <a:lnTo>
                      <a:pt x="89170" y="449282"/>
                    </a:lnTo>
                    <a:lnTo>
                      <a:pt x="0" y="29382"/>
                    </a:lnTo>
                    <a:lnTo>
                      <a:pt x="91085" y="12706"/>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104" name="Freeform 64"/>
              <p:cNvSpPr>
                <a:spLocks/>
              </p:cNvSpPr>
              <p:nvPr/>
            </p:nvSpPr>
            <p:spPr bwMode="auto">
              <a:xfrm>
                <a:off x="4541277" y="2822198"/>
                <a:ext cx="104122" cy="244927"/>
              </a:xfrm>
              <a:custGeom>
                <a:avLst/>
                <a:gdLst>
                  <a:gd name="connsiteX0" fmla="*/ 185738 w 185738"/>
                  <a:gd name="connsiteY0" fmla="*/ 0 h 436914"/>
                  <a:gd name="connsiteX1" fmla="*/ 185738 w 185738"/>
                  <a:gd name="connsiteY1" fmla="*/ 429805 h 436914"/>
                  <a:gd name="connsiteX2" fmla="*/ 44946 w 185738"/>
                  <a:gd name="connsiteY2" fmla="*/ 436914 h 436914"/>
                  <a:gd name="connsiteX3" fmla="*/ 0 w 185738"/>
                  <a:gd name="connsiteY3" fmla="*/ 10314 h 436914"/>
                  <a:gd name="connsiteX4" fmla="*/ 92869 w 185738"/>
                  <a:gd name="connsiteY4" fmla="*/ 3174 h 4369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738" h="436914">
                    <a:moveTo>
                      <a:pt x="185738" y="0"/>
                    </a:moveTo>
                    <a:lnTo>
                      <a:pt x="185738" y="429805"/>
                    </a:lnTo>
                    <a:lnTo>
                      <a:pt x="44946" y="436914"/>
                    </a:lnTo>
                    <a:lnTo>
                      <a:pt x="0" y="10314"/>
                    </a:lnTo>
                    <a:lnTo>
                      <a:pt x="92869" y="3174"/>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105" name="TextBox 65"/>
              <p:cNvSpPr txBox="1"/>
              <p:nvPr/>
            </p:nvSpPr>
            <p:spPr>
              <a:xfrm>
                <a:off x="4200930" y="4317534"/>
                <a:ext cx="915642" cy="556903"/>
              </a:xfrm>
              <a:prstGeom prst="rect">
                <a:avLst/>
              </a:prstGeom>
              <a:noFill/>
            </p:spPr>
            <p:txBody>
              <a:bodyPr wrap="none" rtlCol="0" anchor="ctr">
                <a:spAutoFit/>
              </a:bodyPr>
              <a:lstStyle/>
              <a:p>
                <a:pPr algn="ctr"/>
                <a:r>
                  <a:rPr lang="en-US" sz="4400" dirty="0">
                    <a:solidFill>
                      <a:srgbClr val="FE7405"/>
                    </a:solidFill>
                    <a:latin typeface="微软雅黑 Light" panose="020B0502040204020203" pitchFamily="34" charset="-122"/>
                    <a:ea typeface="微软雅黑 Light" panose="020B0502040204020203" pitchFamily="34" charset="-122"/>
                    <a:cs typeface="Arial Unicode MS" panose="020B0604020202020204" pitchFamily="34" charset="-122"/>
                  </a:rPr>
                  <a:t>MIN</a:t>
                </a:r>
              </a:p>
            </p:txBody>
          </p:sp>
          <p:sp>
            <p:nvSpPr>
              <p:cNvPr id="106" name="Oval 66"/>
              <p:cNvSpPr/>
              <p:nvPr/>
            </p:nvSpPr>
            <p:spPr>
              <a:xfrm>
                <a:off x="3256829" y="2681750"/>
                <a:ext cx="2803837" cy="2803837"/>
              </a:xfrm>
              <a:prstGeom prst="ellipse">
                <a:avLst/>
              </a:prstGeom>
              <a:noFill/>
              <a:ln w="920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107" name="Group 67"/>
            <p:cNvGrpSpPr/>
            <p:nvPr/>
          </p:nvGrpSpPr>
          <p:grpSpPr>
            <a:xfrm>
              <a:off x="2598305" y="908720"/>
              <a:ext cx="3197831" cy="4053784"/>
              <a:chOff x="3059832" y="1628800"/>
              <a:chExt cx="3197831" cy="4053784"/>
            </a:xfrm>
          </p:grpSpPr>
          <p:sp>
            <p:nvSpPr>
              <p:cNvPr id="108" name="Oval 68"/>
              <p:cNvSpPr/>
              <p:nvPr/>
            </p:nvSpPr>
            <p:spPr>
              <a:xfrm>
                <a:off x="3059832" y="2484753"/>
                <a:ext cx="3197831" cy="3197831"/>
              </a:xfrm>
              <a:prstGeom prst="ellipse">
                <a:avLst/>
              </a:prstGeom>
              <a:noFill/>
              <a:ln w="2921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09" name="Freeform 69"/>
              <p:cNvSpPr/>
              <p:nvPr/>
            </p:nvSpPr>
            <p:spPr>
              <a:xfrm rot="19800000">
                <a:off x="3510322" y="2341250"/>
                <a:ext cx="396907" cy="389521"/>
              </a:xfrm>
              <a:custGeom>
                <a:avLst/>
                <a:gdLst>
                  <a:gd name="connsiteX0" fmla="*/ 48006 w 592023"/>
                  <a:gd name="connsiteY0" fmla="*/ 0 h 581006"/>
                  <a:gd name="connsiteX1" fmla="*/ 544017 w 592023"/>
                  <a:gd name="connsiteY1" fmla="*/ 0 h 581006"/>
                  <a:gd name="connsiteX2" fmla="*/ 592023 w 592023"/>
                  <a:gd name="connsiteY2" fmla="*/ 48006 h 581006"/>
                  <a:gd name="connsiteX3" fmla="*/ 592023 w 592023"/>
                  <a:gd name="connsiteY3" fmla="*/ 240026 h 581006"/>
                  <a:gd name="connsiteX4" fmla="*/ 544017 w 592023"/>
                  <a:gd name="connsiteY4" fmla="*/ 288032 h 581006"/>
                  <a:gd name="connsiteX5" fmla="*/ 413360 w 592023"/>
                  <a:gd name="connsiteY5" fmla="*/ 288032 h 581006"/>
                  <a:gd name="connsiteX6" fmla="*/ 413360 w 592023"/>
                  <a:gd name="connsiteY6" fmla="*/ 581006 h 581006"/>
                  <a:gd name="connsiteX7" fmla="*/ 178662 w 592023"/>
                  <a:gd name="connsiteY7" fmla="*/ 581006 h 581006"/>
                  <a:gd name="connsiteX8" fmla="*/ 178662 w 592023"/>
                  <a:gd name="connsiteY8" fmla="*/ 288032 h 581006"/>
                  <a:gd name="connsiteX9" fmla="*/ 48006 w 592023"/>
                  <a:gd name="connsiteY9" fmla="*/ 288032 h 581006"/>
                  <a:gd name="connsiteX10" fmla="*/ 0 w 592023"/>
                  <a:gd name="connsiteY10" fmla="*/ 240026 h 581006"/>
                  <a:gd name="connsiteX11" fmla="*/ 0 w 592023"/>
                  <a:gd name="connsiteY11" fmla="*/ 48006 h 581006"/>
                  <a:gd name="connsiteX12" fmla="*/ 48006 w 592023"/>
                  <a:gd name="connsiteY12" fmla="*/ 0 h 581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92023" h="581006">
                    <a:moveTo>
                      <a:pt x="48006" y="0"/>
                    </a:moveTo>
                    <a:lnTo>
                      <a:pt x="544017" y="0"/>
                    </a:lnTo>
                    <a:cubicBezTo>
                      <a:pt x="570530" y="0"/>
                      <a:pt x="592023" y="21493"/>
                      <a:pt x="592023" y="48006"/>
                    </a:cubicBezTo>
                    <a:lnTo>
                      <a:pt x="592023" y="240026"/>
                    </a:lnTo>
                    <a:cubicBezTo>
                      <a:pt x="592023" y="266539"/>
                      <a:pt x="570530" y="288032"/>
                      <a:pt x="544017" y="288032"/>
                    </a:cubicBezTo>
                    <a:lnTo>
                      <a:pt x="413360" y="288032"/>
                    </a:lnTo>
                    <a:lnTo>
                      <a:pt x="413360" y="581006"/>
                    </a:lnTo>
                    <a:lnTo>
                      <a:pt x="178662" y="581006"/>
                    </a:lnTo>
                    <a:lnTo>
                      <a:pt x="178662" y="288032"/>
                    </a:lnTo>
                    <a:lnTo>
                      <a:pt x="48006" y="288032"/>
                    </a:lnTo>
                    <a:cubicBezTo>
                      <a:pt x="21493" y="288032"/>
                      <a:pt x="0" y="266539"/>
                      <a:pt x="0" y="240026"/>
                    </a:cubicBezTo>
                    <a:lnTo>
                      <a:pt x="0" y="48006"/>
                    </a:lnTo>
                    <a:cubicBezTo>
                      <a:pt x="0" y="21493"/>
                      <a:pt x="21493" y="0"/>
                      <a:pt x="48006"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10" name="Freeform 70"/>
              <p:cNvSpPr/>
              <p:nvPr/>
            </p:nvSpPr>
            <p:spPr>
              <a:xfrm rot="1800000">
                <a:off x="5409845" y="2341250"/>
                <a:ext cx="396907" cy="389521"/>
              </a:xfrm>
              <a:custGeom>
                <a:avLst/>
                <a:gdLst>
                  <a:gd name="connsiteX0" fmla="*/ 48006 w 592023"/>
                  <a:gd name="connsiteY0" fmla="*/ 0 h 581006"/>
                  <a:gd name="connsiteX1" fmla="*/ 544017 w 592023"/>
                  <a:gd name="connsiteY1" fmla="*/ 0 h 581006"/>
                  <a:gd name="connsiteX2" fmla="*/ 592023 w 592023"/>
                  <a:gd name="connsiteY2" fmla="*/ 48006 h 581006"/>
                  <a:gd name="connsiteX3" fmla="*/ 592023 w 592023"/>
                  <a:gd name="connsiteY3" fmla="*/ 240026 h 581006"/>
                  <a:gd name="connsiteX4" fmla="*/ 544017 w 592023"/>
                  <a:gd name="connsiteY4" fmla="*/ 288032 h 581006"/>
                  <a:gd name="connsiteX5" fmla="*/ 413360 w 592023"/>
                  <a:gd name="connsiteY5" fmla="*/ 288032 h 581006"/>
                  <a:gd name="connsiteX6" fmla="*/ 413360 w 592023"/>
                  <a:gd name="connsiteY6" fmla="*/ 581006 h 581006"/>
                  <a:gd name="connsiteX7" fmla="*/ 178662 w 592023"/>
                  <a:gd name="connsiteY7" fmla="*/ 581006 h 581006"/>
                  <a:gd name="connsiteX8" fmla="*/ 178662 w 592023"/>
                  <a:gd name="connsiteY8" fmla="*/ 288032 h 581006"/>
                  <a:gd name="connsiteX9" fmla="*/ 48006 w 592023"/>
                  <a:gd name="connsiteY9" fmla="*/ 288032 h 581006"/>
                  <a:gd name="connsiteX10" fmla="*/ 0 w 592023"/>
                  <a:gd name="connsiteY10" fmla="*/ 240026 h 581006"/>
                  <a:gd name="connsiteX11" fmla="*/ 0 w 592023"/>
                  <a:gd name="connsiteY11" fmla="*/ 48006 h 581006"/>
                  <a:gd name="connsiteX12" fmla="*/ 48006 w 592023"/>
                  <a:gd name="connsiteY12" fmla="*/ 0 h 581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92023" h="581006">
                    <a:moveTo>
                      <a:pt x="48006" y="0"/>
                    </a:moveTo>
                    <a:lnTo>
                      <a:pt x="544017" y="0"/>
                    </a:lnTo>
                    <a:cubicBezTo>
                      <a:pt x="570530" y="0"/>
                      <a:pt x="592023" y="21493"/>
                      <a:pt x="592023" y="48006"/>
                    </a:cubicBezTo>
                    <a:lnTo>
                      <a:pt x="592023" y="240026"/>
                    </a:lnTo>
                    <a:cubicBezTo>
                      <a:pt x="592023" y="266539"/>
                      <a:pt x="570530" y="288032"/>
                      <a:pt x="544017" y="288032"/>
                    </a:cubicBezTo>
                    <a:lnTo>
                      <a:pt x="413360" y="288032"/>
                    </a:lnTo>
                    <a:lnTo>
                      <a:pt x="413360" y="581006"/>
                    </a:lnTo>
                    <a:lnTo>
                      <a:pt x="178662" y="581006"/>
                    </a:lnTo>
                    <a:lnTo>
                      <a:pt x="178662" y="288032"/>
                    </a:lnTo>
                    <a:lnTo>
                      <a:pt x="48006" y="288032"/>
                    </a:lnTo>
                    <a:cubicBezTo>
                      <a:pt x="21493" y="288032"/>
                      <a:pt x="0" y="266539"/>
                      <a:pt x="0" y="240026"/>
                    </a:cubicBezTo>
                    <a:lnTo>
                      <a:pt x="0" y="48006"/>
                    </a:lnTo>
                    <a:cubicBezTo>
                      <a:pt x="0" y="21493"/>
                      <a:pt x="21493" y="0"/>
                      <a:pt x="48006"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11" name="Freeform 71"/>
              <p:cNvSpPr/>
              <p:nvPr/>
            </p:nvSpPr>
            <p:spPr>
              <a:xfrm>
                <a:off x="4428378" y="1997706"/>
                <a:ext cx="410534" cy="412170"/>
              </a:xfrm>
              <a:custGeom>
                <a:avLst/>
                <a:gdLst>
                  <a:gd name="connsiteX0" fmla="*/ 72339 w 612349"/>
                  <a:gd name="connsiteY0" fmla="*/ 0 h 614789"/>
                  <a:gd name="connsiteX1" fmla="*/ 540010 w 612349"/>
                  <a:gd name="connsiteY1" fmla="*/ 0 h 614789"/>
                  <a:gd name="connsiteX2" fmla="*/ 612349 w 612349"/>
                  <a:gd name="connsiteY2" fmla="*/ 72339 h 614789"/>
                  <a:gd name="connsiteX3" fmla="*/ 612349 w 612349"/>
                  <a:gd name="connsiteY3" fmla="*/ 361685 h 614789"/>
                  <a:gd name="connsiteX4" fmla="*/ 540010 w 612349"/>
                  <a:gd name="connsiteY4" fmla="*/ 434024 h 614789"/>
                  <a:gd name="connsiteX5" fmla="*/ 433818 w 612349"/>
                  <a:gd name="connsiteY5" fmla="*/ 434024 h 614789"/>
                  <a:gd name="connsiteX6" fmla="*/ 433818 w 612349"/>
                  <a:gd name="connsiteY6" fmla="*/ 614789 h 614789"/>
                  <a:gd name="connsiteX7" fmla="*/ 178530 w 612349"/>
                  <a:gd name="connsiteY7" fmla="*/ 614789 h 614789"/>
                  <a:gd name="connsiteX8" fmla="*/ 178530 w 612349"/>
                  <a:gd name="connsiteY8" fmla="*/ 434024 h 614789"/>
                  <a:gd name="connsiteX9" fmla="*/ 72339 w 612349"/>
                  <a:gd name="connsiteY9" fmla="*/ 434024 h 614789"/>
                  <a:gd name="connsiteX10" fmla="*/ 0 w 612349"/>
                  <a:gd name="connsiteY10" fmla="*/ 361685 h 614789"/>
                  <a:gd name="connsiteX11" fmla="*/ 0 w 612349"/>
                  <a:gd name="connsiteY11" fmla="*/ 72339 h 614789"/>
                  <a:gd name="connsiteX12" fmla="*/ 72339 w 612349"/>
                  <a:gd name="connsiteY12" fmla="*/ 0 h 614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12349" h="614789">
                    <a:moveTo>
                      <a:pt x="72339" y="0"/>
                    </a:moveTo>
                    <a:lnTo>
                      <a:pt x="540010" y="0"/>
                    </a:lnTo>
                    <a:cubicBezTo>
                      <a:pt x="579962" y="0"/>
                      <a:pt x="612349" y="32387"/>
                      <a:pt x="612349" y="72339"/>
                    </a:cubicBezTo>
                    <a:lnTo>
                      <a:pt x="612349" y="361685"/>
                    </a:lnTo>
                    <a:cubicBezTo>
                      <a:pt x="612349" y="401637"/>
                      <a:pt x="579962" y="434024"/>
                      <a:pt x="540010" y="434024"/>
                    </a:cubicBezTo>
                    <a:lnTo>
                      <a:pt x="433818" y="434024"/>
                    </a:lnTo>
                    <a:lnTo>
                      <a:pt x="433818" y="614789"/>
                    </a:lnTo>
                    <a:lnTo>
                      <a:pt x="178530" y="614789"/>
                    </a:lnTo>
                    <a:lnTo>
                      <a:pt x="178530" y="434024"/>
                    </a:lnTo>
                    <a:lnTo>
                      <a:pt x="72339" y="434024"/>
                    </a:lnTo>
                    <a:cubicBezTo>
                      <a:pt x="32387" y="434024"/>
                      <a:pt x="0" y="401637"/>
                      <a:pt x="0" y="361685"/>
                    </a:cubicBezTo>
                    <a:lnTo>
                      <a:pt x="0" y="72339"/>
                    </a:lnTo>
                    <a:cubicBezTo>
                      <a:pt x="0" y="32387"/>
                      <a:pt x="32387" y="0"/>
                      <a:pt x="7233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12" name="Oval 72"/>
              <p:cNvSpPr/>
              <p:nvPr/>
            </p:nvSpPr>
            <p:spPr>
              <a:xfrm>
                <a:off x="4349565" y="1628800"/>
                <a:ext cx="568160" cy="568160"/>
              </a:xfrm>
              <a:prstGeom prst="ellipse">
                <a:avLst/>
              </a:prstGeom>
              <a:noFill/>
              <a:ln w="1111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sp>
        <p:nvSpPr>
          <p:cNvPr id="113" name="Freeform 60"/>
          <p:cNvSpPr>
            <a:spLocks/>
          </p:cNvSpPr>
          <p:nvPr/>
        </p:nvSpPr>
        <p:spPr bwMode="auto">
          <a:xfrm>
            <a:off x="783743" y="4178505"/>
            <a:ext cx="554943" cy="596101"/>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4" name="文本框 113"/>
          <p:cNvSpPr txBox="1"/>
          <p:nvPr/>
        </p:nvSpPr>
        <p:spPr>
          <a:xfrm>
            <a:off x="716896" y="4978106"/>
            <a:ext cx="3726924" cy="1421928"/>
          </a:xfrm>
          <a:prstGeom prst="rect">
            <a:avLst/>
          </a:prstGeom>
          <a:noFill/>
        </p:spPr>
        <p:txBody>
          <a:bodyPr wrap="square" rtlCol="0">
            <a:spAutoFit/>
          </a:bodyPr>
          <a:lstStyle/>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右图为图形组合而成；</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适合用在时间场合；</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可根据需要修改颜色；</a:t>
            </a:r>
            <a:endParaRPr lang="en-US" altLang="zh-CN" dirty="0">
              <a:solidFill>
                <a:prstClr val="black">
                  <a:lumMod val="65000"/>
                  <a:lumOff val="35000"/>
                </a:prstClr>
              </a:solidFill>
              <a:latin typeface="微软雅黑" panose="020B0503020204020204" pitchFamily="34" charset="-122"/>
            </a:endParaRPr>
          </a:p>
          <a:p>
            <a:pPr marL="285750" indent="-285750">
              <a:lnSpc>
                <a:spcPct val="120000"/>
              </a:lnSpc>
              <a:buFont typeface="Wingdings" panose="05000000000000000000" pitchFamily="2" charset="2"/>
              <a:buChar char="n"/>
            </a:pPr>
            <a:r>
              <a:rPr lang="zh-CN" altLang="en-US" dirty="0">
                <a:solidFill>
                  <a:prstClr val="black">
                    <a:lumMod val="65000"/>
                    <a:lumOff val="35000"/>
                  </a:prstClr>
                </a:solidFill>
                <a:latin typeface="微软雅黑" panose="020B0503020204020204" pitchFamily="34" charset="-122"/>
              </a:rPr>
              <a:t>可以辅助文字加以说明。</a:t>
            </a:r>
            <a:endParaRPr lang="en-US" altLang="zh-CN" dirty="0">
              <a:solidFill>
                <a:prstClr val="black">
                  <a:lumMod val="65000"/>
                  <a:lumOff val="35000"/>
                </a:prstClr>
              </a:solidFill>
              <a:latin typeface="微软雅黑" panose="020B0503020204020204" pitchFamily="34" charset="-122"/>
            </a:endParaRPr>
          </a:p>
        </p:txBody>
      </p:sp>
      <p:sp>
        <p:nvSpPr>
          <p:cNvPr id="115" name="圆角矩形 114"/>
          <p:cNvSpPr/>
          <p:nvPr/>
        </p:nvSpPr>
        <p:spPr>
          <a:xfrm>
            <a:off x="1451435" y="4337790"/>
            <a:ext cx="1201990" cy="436817"/>
          </a:xfrm>
          <a:prstGeom prst="roundRect">
            <a:avLst>
              <a:gd name="adj" fmla="val 9938"/>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dirty="0">
                <a:solidFill>
                  <a:prstClr val="white"/>
                </a:solidFill>
                <a:latin typeface="微软雅黑" panose="020B0503020204020204" pitchFamily="34" charset="-122"/>
                <a:cs typeface="Arial Unicode MS" panose="020B0604020202020204" pitchFamily="34" charset="-122"/>
              </a:rPr>
              <a:t>简要说明</a:t>
            </a:r>
          </a:p>
        </p:txBody>
      </p:sp>
      <p:sp>
        <p:nvSpPr>
          <p:cNvPr id="116" name="等腰三角形 115"/>
          <p:cNvSpPr/>
          <p:nvPr/>
        </p:nvSpPr>
        <p:spPr>
          <a:xfrm rot="16200000">
            <a:off x="1376803" y="4405334"/>
            <a:ext cx="74631" cy="150864"/>
          </a:xfrm>
          <a:prstGeom prst="triangle">
            <a:avLst/>
          </a:prstGeom>
          <a:solidFill>
            <a:srgbClr val="ED413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a:solidFill>
                <a:prstClr val="white"/>
              </a:solidFill>
              <a:latin typeface="微软雅黑" panose="020B0503020204020204" pitchFamily="34" charset="-122"/>
              <a:cs typeface="Arial Unicode MS" panose="020B0604020202020204" pitchFamily="34" charset="-122"/>
            </a:endParaRPr>
          </a:p>
        </p:txBody>
      </p:sp>
      <p:sp>
        <p:nvSpPr>
          <p:cNvPr id="81" name="矩形 39"/>
          <p:cNvSpPr/>
          <p:nvPr/>
        </p:nvSpPr>
        <p:spPr>
          <a:xfrm>
            <a:off x="0" y="203088"/>
            <a:ext cx="1620957" cy="523220"/>
          </a:xfrm>
          <a:prstGeom prst="rect">
            <a:avLst/>
          </a:prstGeom>
          <a:noFill/>
        </p:spPr>
        <p:txBody>
          <a:bodyPr wrap="none" rtlCol="0">
            <a:spAutoFit/>
          </a:bodyPr>
          <a:lstStyle/>
          <a:p>
            <a:r>
              <a:rPr lang="zh-CN" altLang="en-US" sz="2800" b="1">
                <a:solidFill>
                  <a:schemeClr val="tx1">
                    <a:lumMod val="65000"/>
                    <a:lumOff val="35000"/>
                  </a:schemeClr>
                </a:solidFill>
              </a:rPr>
              <a:t>其他图表</a:t>
            </a:r>
          </a:p>
        </p:txBody>
      </p:sp>
    </p:spTree>
    <p:extLst>
      <p:ext uri="{BB962C8B-B14F-4D97-AF65-F5344CB8AC3E}">
        <p14:creationId xmlns:p14="http://schemas.microsoft.com/office/powerpoint/2010/main" val="2146335337"/>
      </p:ext>
    </p:extLst>
  </p:cSld>
  <p:clrMapOvr>
    <a:masterClrMapping/>
  </p:clrMapOvr>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组合 16"/>
          <p:cNvGrpSpPr/>
          <p:nvPr/>
        </p:nvGrpSpPr>
        <p:grpSpPr>
          <a:xfrm>
            <a:off x="1284049" y="1778530"/>
            <a:ext cx="2673351" cy="6878638"/>
            <a:chOff x="-420688" y="1854200"/>
            <a:chExt cx="2673351" cy="6878638"/>
          </a:xfrm>
          <a:effectLst>
            <a:outerShdw blurRad="254000" dist="190500" dir="2700000" sx="102000" sy="102000" algn="tl" rotWithShape="0">
              <a:prstClr val="black">
                <a:alpha val="28000"/>
              </a:prstClr>
            </a:outerShdw>
          </a:effectLst>
        </p:grpSpPr>
        <p:sp>
          <p:nvSpPr>
            <p:cNvPr id="6" name="AutoShape 3"/>
            <p:cNvSpPr>
              <a:spLocks noChangeAspect="1" noChangeArrowheads="1" noTextEdit="1"/>
            </p:cNvSpPr>
            <p:nvPr userDrawn="1"/>
          </p:nvSpPr>
          <p:spPr bwMode="auto">
            <a:xfrm>
              <a:off x="-385763" y="1854200"/>
              <a:ext cx="2622551" cy="6861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5"/>
            <p:cNvSpPr>
              <a:spLocks/>
            </p:cNvSpPr>
            <p:nvPr userDrawn="1"/>
          </p:nvSpPr>
          <p:spPr bwMode="auto">
            <a:xfrm>
              <a:off x="214312" y="2141538"/>
              <a:ext cx="633413" cy="542925"/>
            </a:xfrm>
            <a:custGeom>
              <a:avLst/>
              <a:gdLst>
                <a:gd name="T0" fmla="*/ 19 w 37"/>
                <a:gd name="T1" fmla="*/ 0 h 32"/>
                <a:gd name="T2" fmla="*/ 0 w 37"/>
                <a:gd name="T3" fmla="*/ 18 h 32"/>
                <a:gd name="T4" fmla="*/ 7 w 37"/>
                <a:gd name="T5" fmla="*/ 32 h 32"/>
                <a:gd name="T6" fmla="*/ 7 w 37"/>
                <a:gd name="T7" fmla="*/ 24 h 32"/>
                <a:gd name="T8" fmla="*/ 5 w 37"/>
                <a:gd name="T9" fmla="*/ 18 h 32"/>
                <a:gd name="T10" fmla="*/ 19 w 37"/>
                <a:gd name="T11" fmla="*/ 5 h 32"/>
                <a:gd name="T12" fmla="*/ 32 w 37"/>
                <a:gd name="T13" fmla="*/ 18 h 32"/>
                <a:gd name="T14" fmla="*/ 31 w 37"/>
                <a:gd name="T15" fmla="*/ 25 h 32"/>
                <a:gd name="T16" fmla="*/ 31 w 37"/>
                <a:gd name="T17" fmla="*/ 32 h 32"/>
                <a:gd name="T18" fmla="*/ 37 w 37"/>
                <a:gd name="T19" fmla="*/ 18 h 32"/>
                <a:gd name="T20" fmla="*/ 19 w 37"/>
                <a:gd name="T21"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 h="32">
                  <a:moveTo>
                    <a:pt x="19" y="0"/>
                  </a:moveTo>
                  <a:cubicBezTo>
                    <a:pt x="9" y="0"/>
                    <a:pt x="0" y="8"/>
                    <a:pt x="0" y="18"/>
                  </a:cubicBezTo>
                  <a:cubicBezTo>
                    <a:pt x="0" y="24"/>
                    <a:pt x="3" y="29"/>
                    <a:pt x="7" y="32"/>
                  </a:cubicBezTo>
                  <a:cubicBezTo>
                    <a:pt x="7" y="24"/>
                    <a:pt x="7" y="24"/>
                    <a:pt x="7" y="24"/>
                  </a:cubicBezTo>
                  <a:cubicBezTo>
                    <a:pt x="6" y="22"/>
                    <a:pt x="5" y="20"/>
                    <a:pt x="5" y="18"/>
                  </a:cubicBezTo>
                  <a:cubicBezTo>
                    <a:pt x="5" y="11"/>
                    <a:pt x="11" y="5"/>
                    <a:pt x="19" y="5"/>
                  </a:cubicBezTo>
                  <a:cubicBezTo>
                    <a:pt x="26" y="5"/>
                    <a:pt x="32" y="11"/>
                    <a:pt x="32" y="18"/>
                  </a:cubicBezTo>
                  <a:cubicBezTo>
                    <a:pt x="32" y="21"/>
                    <a:pt x="32" y="23"/>
                    <a:pt x="31" y="25"/>
                  </a:cubicBezTo>
                  <a:cubicBezTo>
                    <a:pt x="31" y="32"/>
                    <a:pt x="31" y="32"/>
                    <a:pt x="31" y="32"/>
                  </a:cubicBezTo>
                  <a:cubicBezTo>
                    <a:pt x="35" y="29"/>
                    <a:pt x="37" y="24"/>
                    <a:pt x="37" y="18"/>
                  </a:cubicBezTo>
                  <a:cubicBezTo>
                    <a:pt x="37" y="8"/>
                    <a:pt x="29" y="0"/>
                    <a:pt x="19"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6"/>
            <p:cNvSpPr>
              <a:spLocks/>
            </p:cNvSpPr>
            <p:nvPr userDrawn="1"/>
          </p:nvSpPr>
          <p:spPr bwMode="auto">
            <a:xfrm>
              <a:off x="-60325" y="1870075"/>
              <a:ext cx="1182688" cy="1135063"/>
            </a:xfrm>
            <a:custGeom>
              <a:avLst/>
              <a:gdLst>
                <a:gd name="T0" fmla="*/ 35 w 69"/>
                <a:gd name="T1" fmla="*/ 0 h 67"/>
                <a:gd name="T2" fmla="*/ 0 w 69"/>
                <a:gd name="T3" fmla="*/ 34 h 67"/>
                <a:gd name="T4" fmla="*/ 23 w 69"/>
                <a:gd name="T5" fmla="*/ 66 h 67"/>
                <a:gd name="T6" fmla="*/ 23 w 69"/>
                <a:gd name="T7" fmla="*/ 61 h 67"/>
                <a:gd name="T8" fmla="*/ 5 w 69"/>
                <a:gd name="T9" fmla="*/ 34 h 67"/>
                <a:gd name="T10" fmla="*/ 35 w 69"/>
                <a:gd name="T11" fmla="*/ 5 h 67"/>
                <a:gd name="T12" fmla="*/ 64 w 69"/>
                <a:gd name="T13" fmla="*/ 34 h 67"/>
                <a:gd name="T14" fmla="*/ 47 w 69"/>
                <a:gd name="T15" fmla="*/ 61 h 67"/>
                <a:gd name="T16" fmla="*/ 47 w 69"/>
                <a:gd name="T17" fmla="*/ 67 h 67"/>
                <a:gd name="T18" fmla="*/ 69 w 69"/>
                <a:gd name="T19" fmla="*/ 34 h 67"/>
                <a:gd name="T20" fmla="*/ 35 w 69"/>
                <a:gd name="T21"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67">
                  <a:moveTo>
                    <a:pt x="35" y="0"/>
                  </a:moveTo>
                  <a:cubicBezTo>
                    <a:pt x="16" y="0"/>
                    <a:pt x="0" y="15"/>
                    <a:pt x="0" y="34"/>
                  </a:cubicBezTo>
                  <a:cubicBezTo>
                    <a:pt x="0" y="49"/>
                    <a:pt x="10" y="61"/>
                    <a:pt x="23" y="66"/>
                  </a:cubicBezTo>
                  <a:cubicBezTo>
                    <a:pt x="23" y="61"/>
                    <a:pt x="23" y="61"/>
                    <a:pt x="23" y="61"/>
                  </a:cubicBezTo>
                  <a:cubicBezTo>
                    <a:pt x="12" y="56"/>
                    <a:pt x="5" y="46"/>
                    <a:pt x="5" y="34"/>
                  </a:cubicBezTo>
                  <a:cubicBezTo>
                    <a:pt x="5" y="18"/>
                    <a:pt x="19" y="5"/>
                    <a:pt x="35" y="5"/>
                  </a:cubicBezTo>
                  <a:cubicBezTo>
                    <a:pt x="51" y="5"/>
                    <a:pt x="64" y="18"/>
                    <a:pt x="64" y="34"/>
                  </a:cubicBezTo>
                  <a:cubicBezTo>
                    <a:pt x="64" y="46"/>
                    <a:pt x="57" y="57"/>
                    <a:pt x="47" y="61"/>
                  </a:cubicBezTo>
                  <a:cubicBezTo>
                    <a:pt x="47" y="67"/>
                    <a:pt x="47" y="67"/>
                    <a:pt x="47" y="67"/>
                  </a:cubicBezTo>
                  <a:cubicBezTo>
                    <a:pt x="60" y="62"/>
                    <a:pt x="69" y="49"/>
                    <a:pt x="69" y="34"/>
                  </a:cubicBezTo>
                  <a:cubicBezTo>
                    <a:pt x="69" y="15"/>
                    <a:pt x="54" y="0"/>
                    <a:pt x="35"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7"/>
            <p:cNvSpPr>
              <a:spLocks/>
            </p:cNvSpPr>
            <p:nvPr userDrawn="1"/>
          </p:nvSpPr>
          <p:spPr bwMode="auto">
            <a:xfrm>
              <a:off x="-420688" y="2243138"/>
              <a:ext cx="2468563" cy="3778250"/>
            </a:xfrm>
            <a:custGeom>
              <a:avLst/>
              <a:gdLst>
                <a:gd name="T0" fmla="*/ 139 w 144"/>
                <a:gd name="T1" fmla="*/ 95 h 223"/>
                <a:gd name="T2" fmla="*/ 138 w 144"/>
                <a:gd name="T3" fmla="*/ 87 h 223"/>
                <a:gd name="T4" fmla="*/ 126 w 144"/>
                <a:gd name="T5" fmla="*/ 77 h 223"/>
                <a:gd name="T6" fmla="*/ 115 w 144"/>
                <a:gd name="T7" fmla="*/ 87 h 223"/>
                <a:gd name="T8" fmla="*/ 115 w 144"/>
                <a:gd name="T9" fmla="*/ 79 h 223"/>
                <a:gd name="T10" fmla="*/ 103 w 144"/>
                <a:gd name="T11" fmla="*/ 70 h 223"/>
                <a:gd name="T12" fmla="*/ 91 w 144"/>
                <a:gd name="T13" fmla="*/ 79 h 223"/>
                <a:gd name="T14" fmla="*/ 91 w 144"/>
                <a:gd name="T15" fmla="*/ 72 h 223"/>
                <a:gd name="T16" fmla="*/ 79 w 144"/>
                <a:gd name="T17" fmla="*/ 63 h 223"/>
                <a:gd name="T18" fmla="*/ 67 w 144"/>
                <a:gd name="T19" fmla="*/ 70 h 223"/>
                <a:gd name="T20" fmla="*/ 67 w 144"/>
                <a:gd name="T21" fmla="*/ 9 h 223"/>
                <a:gd name="T22" fmla="*/ 56 w 144"/>
                <a:gd name="T23" fmla="*/ 0 h 223"/>
                <a:gd name="T24" fmla="*/ 44 w 144"/>
                <a:gd name="T25" fmla="*/ 9 h 223"/>
                <a:gd name="T26" fmla="*/ 44 w 144"/>
                <a:gd name="T27" fmla="*/ 129 h 223"/>
                <a:gd name="T28" fmla="*/ 44 w 144"/>
                <a:gd name="T29" fmla="*/ 130 h 223"/>
                <a:gd name="T30" fmla="*/ 44 w 144"/>
                <a:gd name="T31" fmla="*/ 133 h 223"/>
                <a:gd name="T32" fmla="*/ 44 w 144"/>
                <a:gd name="T33" fmla="*/ 136 h 223"/>
                <a:gd name="T34" fmla="*/ 24 w 144"/>
                <a:gd name="T35" fmla="*/ 96 h 223"/>
                <a:gd name="T36" fmla="*/ 9 w 144"/>
                <a:gd name="T37" fmla="*/ 93 h 223"/>
                <a:gd name="T38" fmla="*/ 3 w 144"/>
                <a:gd name="T39" fmla="*/ 107 h 223"/>
                <a:gd name="T40" fmla="*/ 31 w 144"/>
                <a:gd name="T41" fmla="*/ 175 h 223"/>
                <a:gd name="T42" fmla="*/ 52 w 144"/>
                <a:gd name="T43" fmla="*/ 202 h 223"/>
                <a:gd name="T44" fmla="*/ 58 w 144"/>
                <a:gd name="T45" fmla="*/ 216 h 223"/>
                <a:gd name="T46" fmla="*/ 133 w 144"/>
                <a:gd name="T47" fmla="*/ 215 h 223"/>
                <a:gd name="T48" fmla="*/ 141 w 144"/>
                <a:gd name="T49" fmla="*/ 188 h 223"/>
                <a:gd name="T50" fmla="*/ 143 w 144"/>
                <a:gd name="T51" fmla="*/ 146 h 223"/>
                <a:gd name="T52" fmla="*/ 139 w 144"/>
                <a:gd name="T53" fmla="*/ 95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4" h="223">
                  <a:moveTo>
                    <a:pt x="139" y="95"/>
                  </a:moveTo>
                  <a:cubicBezTo>
                    <a:pt x="138" y="87"/>
                    <a:pt x="138" y="87"/>
                    <a:pt x="138" y="87"/>
                  </a:cubicBezTo>
                  <a:cubicBezTo>
                    <a:pt x="138" y="82"/>
                    <a:pt x="133" y="77"/>
                    <a:pt x="126" y="77"/>
                  </a:cubicBezTo>
                  <a:cubicBezTo>
                    <a:pt x="120" y="77"/>
                    <a:pt x="115" y="82"/>
                    <a:pt x="115" y="87"/>
                  </a:cubicBezTo>
                  <a:cubicBezTo>
                    <a:pt x="115" y="79"/>
                    <a:pt x="115" y="79"/>
                    <a:pt x="115" y="79"/>
                  </a:cubicBezTo>
                  <a:cubicBezTo>
                    <a:pt x="115" y="74"/>
                    <a:pt x="109" y="70"/>
                    <a:pt x="103" y="70"/>
                  </a:cubicBezTo>
                  <a:cubicBezTo>
                    <a:pt x="96" y="70"/>
                    <a:pt x="91" y="74"/>
                    <a:pt x="91" y="79"/>
                  </a:cubicBezTo>
                  <a:cubicBezTo>
                    <a:pt x="91" y="72"/>
                    <a:pt x="91" y="72"/>
                    <a:pt x="91" y="72"/>
                  </a:cubicBezTo>
                  <a:cubicBezTo>
                    <a:pt x="91" y="67"/>
                    <a:pt x="86" y="63"/>
                    <a:pt x="79" y="63"/>
                  </a:cubicBezTo>
                  <a:cubicBezTo>
                    <a:pt x="73" y="63"/>
                    <a:pt x="68" y="66"/>
                    <a:pt x="67" y="70"/>
                  </a:cubicBezTo>
                  <a:cubicBezTo>
                    <a:pt x="67" y="9"/>
                    <a:pt x="67" y="9"/>
                    <a:pt x="67" y="9"/>
                  </a:cubicBezTo>
                  <a:cubicBezTo>
                    <a:pt x="67" y="4"/>
                    <a:pt x="62" y="0"/>
                    <a:pt x="56" y="0"/>
                  </a:cubicBezTo>
                  <a:cubicBezTo>
                    <a:pt x="49" y="0"/>
                    <a:pt x="44" y="4"/>
                    <a:pt x="44" y="9"/>
                  </a:cubicBezTo>
                  <a:cubicBezTo>
                    <a:pt x="44" y="129"/>
                    <a:pt x="44" y="129"/>
                    <a:pt x="44" y="129"/>
                  </a:cubicBezTo>
                  <a:cubicBezTo>
                    <a:pt x="44" y="130"/>
                    <a:pt x="44" y="130"/>
                    <a:pt x="44" y="130"/>
                  </a:cubicBezTo>
                  <a:cubicBezTo>
                    <a:pt x="44" y="131"/>
                    <a:pt x="44" y="132"/>
                    <a:pt x="44" y="133"/>
                  </a:cubicBezTo>
                  <a:cubicBezTo>
                    <a:pt x="44" y="136"/>
                    <a:pt x="44" y="136"/>
                    <a:pt x="44" y="136"/>
                  </a:cubicBezTo>
                  <a:cubicBezTo>
                    <a:pt x="24" y="96"/>
                    <a:pt x="24" y="96"/>
                    <a:pt x="24" y="96"/>
                  </a:cubicBezTo>
                  <a:cubicBezTo>
                    <a:pt x="22" y="92"/>
                    <a:pt x="15" y="90"/>
                    <a:pt x="9" y="93"/>
                  </a:cubicBezTo>
                  <a:cubicBezTo>
                    <a:pt x="3" y="96"/>
                    <a:pt x="0" y="102"/>
                    <a:pt x="3" y="107"/>
                  </a:cubicBezTo>
                  <a:cubicBezTo>
                    <a:pt x="31" y="175"/>
                    <a:pt x="31" y="175"/>
                    <a:pt x="31" y="175"/>
                  </a:cubicBezTo>
                  <a:cubicBezTo>
                    <a:pt x="34" y="180"/>
                    <a:pt x="44" y="187"/>
                    <a:pt x="52" y="202"/>
                  </a:cubicBezTo>
                  <a:cubicBezTo>
                    <a:pt x="56" y="211"/>
                    <a:pt x="58" y="216"/>
                    <a:pt x="58" y="216"/>
                  </a:cubicBezTo>
                  <a:cubicBezTo>
                    <a:pt x="58" y="216"/>
                    <a:pt x="73" y="223"/>
                    <a:pt x="133" y="215"/>
                  </a:cubicBezTo>
                  <a:cubicBezTo>
                    <a:pt x="133" y="215"/>
                    <a:pt x="138" y="204"/>
                    <a:pt x="141" y="188"/>
                  </a:cubicBezTo>
                  <a:cubicBezTo>
                    <a:pt x="141" y="188"/>
                    <a:pt x="144" y="159"/>
                    <a:pt x="143" y="146"/>
                  </a:cubicBezTo>
                  <a:cubicBezTo>
                    <a:pt x="142" y="126"/>
                    <a:pt x="140" y="112"/>
                    <a:pt x="139" y="95"/>
                  </a:cubicBezTo>
                </a:path>
              </a:pathLst>
            </a:custGeom>
            <a:solidFill>
              <a:srgbClr val="FFB57D"/>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 name="Freeform 8"/>
            <p:cNvSpPr>
              <a:spLocks noEditPoints="1"/>
            </p:cNvSpPr>
            <p:nvPr userDrawn="1"/>
          </p:nvSpPr>
          <p:spPr bwMode="auto">
            <a:xfrm>
              <a:off x="-420688" y="2243138"/>
              <a:ext cx="2468563" cy="3709988"/>
            </a:xfrm>
            <a:custGeom>
              <a:avLst/>
              <a:gdLst>
                <a:gd name="T0" fmla="*/ 83 w 144"/>
                <a:gd name="T1" fmla="*/ 219 h 219"/>
                <a:gd name="T2" fmla="*/ 58 w 144"/>
                <a:gd name="T3" fmla="*/ 216 h 219"/>
                <a:gd name="T4" fmla="*/ 51 w 144"/>
                <a:gd name="T5" fmla="*/ 202 h 219"/>
                <a:gd name="T6" fmla="*/ 31 w 144"/>
                <a:gd name="T7" fmla="*/ 175 h 219"/>
                <a:gd name="T8" fmla="*/ 9 w 144"/>
                <a:gd name="T9" fmla="*/ 93 h 219"/>
                <a:gd name="T10" fmla="*/ 24 w 144"/>
                <a:gd name="T11" fmla="*/ 96 h 219"/>
                <a:gd name="T12" fmla="*/ 43 w 144"/>
                <a:gd name="T13" fmla="*/ 133 h 219"/>
                <a:gd name="T14" fmla="*/ 44 w 144"/>
                <a:gd name="T15" fmla="*/ 129 h 219"/>
                <a:gd name="T16" fmla="*/ 56 w 144"/>
                <a:gd name="T17" fmla="*/ 0 h 219"/>
                <a:gd name="T18" fmla="*/ 68 w 144"/>
                <a:gd name="T19" fmla="*/ 69 h 219"/>
                <a:gd name="T20" fmla="*/ 91 w 144"/>
                <a:gd name="T21" fmla="*/ 72 h 219"/>
                <a:gd name="T22" fmla="*/ 103 w 144"/>
                <a:gd name="T23" fmla="*/ 70 h 219"/>
                <a:gd name="T24" fmla="*/ 115 w 144"/>
                <a:gd name="T25" fmla="*/ 84 h 219"/>
                <a:gd name="T26" fmla="*/ 139 w 144"/>
                <a:gd name="T27" fmla="*/ 87 h 219"/>
                <a:gd name="T28" fmla="*/ 141 w 144"/>
                <a:gd name="T29" fmla="*/ 121 h 219"/>
                <a:gd name="T30" fmla="*/ 141 w 144"/>
                <a:gd name="T31" fmla="*/ 188 h 219"/>
                <a:gd name="T32" fmla="*/ 133 w 144"/>
                <a:gd name="T33" fmla="*/ 215 h 219"/>
                <a:gd name="T34" fmla="*/ 83 w 144"/>
                <a:gd name="T35" fmla="*/ 219 h 219"/>
                <a:gd name="T36" fmla="*/ 83 w 144"/>
                <a:gd name="T37" fmla="*/ 219 h 219"/>
                <a:gd name="T38" fmla="*/ 133 w 144"/>
                <a:gd name="T39" fmla="*/ 214 h 219"/>
                <a:gd name="T40" fmla="*/ 143 w 144"/>
                <a:gd name="T41" fmla="*/ 146 h 219"/>
                <a:gd name="T42" fmla="*/ 139 w 144"/>
                <a:gd name="T43" fmla="*/ 95 h 219"/>
                <a:gd name="T44" fmla="*/ 126 w 144"/>
                <a:gd name="T45" fmla="*/ 78 h 219"/>
                <a:gd name="T46" fmla="*/ 114 w 144"/>
                <a:gd name="T47" fmla="*/ 87 h 219"/>
                <a:gd name="T48" fmla="*/ 103 w 144"/>
                <a:gd name="T49" fmla="*/ 70 h 219"/>
                <a:gd name="T50" fmla="*/ 91 w 144"/>
                <a:gd name="T51" fmla="*/ 79 h 219"/>
                <a:gd name="T52" fmla="*/ 79 w 144"/>
                <a:gd name="T53" fmla="*/ 63 h 219"/>
                <a:gd name="T54" fmla="*/ 67 w 144"/>
                <a:gd name="T55" fmla="*/ 72 h 219"/>
                <a:gd name="T56" fmla="*/ 56 w 144"/>
                <a:gd name="T57" fmla="*/ 0 h 219"/>
                <a:gd name="T58" fmla="*/ 44 w 144"/>
                <a:gd name="T59" fmla="*/ 129 h 219"/>
                <a:gd name="T60" fmla="*/ 44 w 144"/>
                <a:gd name="T61" fmla="*/ 133 h 219"/>
                <a:gd name="T62" fmla="*/ 24 w 144"/>
                <a:gd name="T63" fmla="*/ 96 h 219"/>
                <a:gd name="T64" fmla="*/ 9 w 144"/>
                <a:gd name="T65" fmla="*/ 94 h 219"/>
                <a:gd name="T66" fmla="*/ 31 w 144"/>
                <a:gd name="T67" fmla="*/ 175 h 219"/>
                <a:gd name="T68" fmla="*/ 52 w 144"/>
                <a:gd name="T69" fmla="*/ 202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4" h="219">
                  <a:moveTo>
                    <a:pt x="83" y="219"/>
                  </a:moveTo>
                  <a:cubicBezTo>
                    <a:pt x="83" y="219"/>
                    <a:pt x="83" y="219"/>
                    <a:pt x="83" y="219"/>
                  </a:cubicBezTo>
                  <a:cubicBezTo>
                    <a:pt x="64" y="219"/>
                    <a:pt x="58" y="216"/>
                    <a:pt x="58" y="216"/>
                  </a:cubicBezTo>
                  <a:cubicBezTo>
                    <a:pt x="58" y="216"/>
                    <a:pt x="58" y="216"/>
                    <a:pt x="58" y="216"/>
                  </a:cubicBezTo>
                  <a:cubicBezTo>
                    <a:pt x="58" y="216"/>
                    <a:pt x="58" y="216"/>
                    <a:pt x="58" y="216"/>
                  </a:cubicBezTo>
                  <a:cubicBezTo>
                    <a:pt x="58" y="216"/>
                    <a:pt x="56" y="211"/>
                    <a:pt x="51" y="202"/>
                  </a:cubicBezTo>
                  <a:cubicBezTo>
                    <a:pt x="46" y="192"/>
                    <a:pt x="41" y="186"/>
                    <a:pt x="36" y="182"/>
                  </a:cubicBezTo>
                  <a:cubicBezTo>
                    <a:pt x="34" y="179"/>
                    <a:pt x="32" y="177"/>
                    <a:pt x="31" y="175"/>
                  </a:cubicBezTo>
                  <a:cubicBezTo>
                    <a:pt x="2" y="107"/>
                    <a:pt x="2" y="107"/>
                    <a:pt x="2" y="107"/>
                  </a:cubicBezTo>
                  <a:cubicBezTo>
                    <a:pt x="0" y="102"/>
                    <a:pt x="3" y="96"/>
                    <a:pt x="9" y="93"/>
                  </a:cubicBezTo>
                  <a:cubicBezTo>
                    <a:pt x="11" y="92"/>
                    <a:pt x="14" y="92"/>
                    <a:pt x="16" y="92"/>
                  </a:cubicBezTo>
                  <a:cubicBezTo>
                    <a:pt x="20" y="92"/>
                    <a:pt x="23" y="93"/>
                    <a:pt x="24" y="96"/>
                  </a:cubicBezTo>
                  <a:cubicBezTo>
                    <a:pt x="43" y="135"/>
                    <a:pt x="43" y="135"/>
                    <a:pt x="43" y="135"/>
                  </a:cubicBezTo>
                  <a:cubicBezTo>
                    <a:pt x="43" y="133"/>
                    <a:pt x="43" y="133"/>
                    <a:pt x="43" y="133"/>
                  </a:cubicBezTo>
                  <a:cubicBezTo>
                    <a:pt x="43" y="132"/>
                    <a:pt x="43" y="131"/>
                    <a:pt x="44" y="130"/>
                  </a:cubicBezTo>
                  <a:cubicBezTo>
                    <a:pt x="44" y="129"/>
                    <a:pt x="44" y="129"/>
                    <a:pt x="44" y="129"/>
                  </a:cubicBezTo>
                  <a:cubicBezTo>
                    <a:pt x="44" y="9"/>
                    <a:pt x="44" y="9"/>
                    <a:pt x="44" y="9"/>
                  </a:cubicBezTo>
                  <a:cubicBezTo>
                    <a:pt x="44" y="4"/>
                    <a:pt x="49" y="0"/>
                    <a:pt x="56" y="0"/>
                  </a:cubicBezTo>
                  <a:cubicBezTo>
                    <a:pt x="62" y="0"/>
                    <a:pt x="68" y="4"/>
                    <a:pt x="68" y="9"/>
                  </a:cubicBezTo>
                  <a:cubicBezTo>
                    <a:pt x="68" y="69"/>
                    <a:pt x="68" y="69"/>
                    <a:pt x="68" y="69"/>
                  </a:cubicBezTo>
                  <a:cubicBezTo>
                    <a:pt x="69" y="65"/>
                    <a:pt x="74" y="63"/>
                    <a:pt x="79" y="63"/>
                  </a:cubicBezTo>
                  <a:cubicBezTo>
                    <a:pt x="86" y="63"/>
                    <a:pt x="91" y="67"/>
                    <a:pt x="91" y="72"/>
                  </a:cubicBezTo>
                  <a:cubicBezTo>
                    <a:pt x="91" y="76"/>
                    <a:pt x="91" y="76"/>
                    <a:pt x="91" y="76"/>
                  </a:cubicBezTo>
                  <a:cubicBezTo>
                    <a:pt x="93" y="72"/>
                    <a:pt x="97" y="70"/>
                    <a:pt x="103" y="70"/>
                  </a:cubicBezTo>
                  <a:cubicBezTo>
                    <a:pt x="109" y="70"/>
                    <a:pt x="115" y="74"/>
                    <a:pt x="115" y="79"/>
                  </a:cubicBezTo>
                  <a:cubicBezTo>
                    <a:pt x="115" y="84"/>
                    <a:pt x="115" y="84"/>
                    <a:pt x="115" y="84"/>
                  </a:cubicBezTo>
                  <a:cubicBezTo>
                    <a:pt x="116" y="80"/>
                    <a:pt x="121" y="77"/>
                    <a:pt x="126" y="77"/>
                  </a:cubicBezTo>
                  <a:cubicBezTo>
                    <a:pt x="133" y="77"/>
                    <a:pt x="139" y="81"/>
                    <a:pt x="139" y="87"/>
                  </a:cubicBezTo>
                  <a:cubicBezTo>
                    <a:pt x="139" y="95"/>
                    <a:pt x="139" y="95"/>
                    <a:pt x="139" y="95"/>
                  </a:cubicBezTo>
                  <a:cubicBezTo>
                    <a:pt x="140" y="104"/>
                    <a:pt x="140" y="112"/>
                    <a:pt x="141" y="121"/>
                  </a:cubicBezTo>
                  <a:cubicBezTo>
                    <a:pt x="142" y="129"/>
                    <a:pt x="143" y="137"/>
                    <a:pt x="143" y="146"/>
                  </a:cubicBezTo>
                  <a:cubicBezTo>
                    <a:pt x="144" y="159"/>
                    <a:pt x="141" y="187"/>
                    <a:pt x="141" y="188"/>
                  </a:cubicBezTo>
                  <a:cubicBezTo>
                    <a:pt x="138" y="204"/>
                    <a:pt x="133" y="215"/>
                    <a:pt x="133" y="215"/>
                  </a:cubicBezTo>
                  <a:cubicBezTo>
                    <a:pt x="133" y="215"/>
                    <a:pt x="133" y="215"/>
                    <a:pt x="133" y="215"/>
                  </a:cubicBezTo>
                  <a:cubicBezTo>
                    <a:pt x="133" y="215"/>
                    <a:pt x="133" y="215"/>
                    <a:pt x="133" y="215"/>
                  </a:cubicBezTo>
                  <a:cubicBezTo>
                    <a:pt x="114" y="218"/>
                    <a:pt x="97" y="219"/>
                    <a:pt x="83" y="219"/>
                  </a:cubicBezTo>
                  <a:moveTo>
                    <a:pt x="58" y="216"/>
                  </a:moveTo>
                  <a:cubicBezTo>
                    <a:pt x="59" y="216"/>
                    <a:pt x="65" y="219"/>
                    <a:pt x="83" y="219"/>
                  </a:cubicBezTo>
                  <a:cubicBezTo>
                    <a:pt x="83" y="219"/>
                    <a:pt x="83" y="219"/>
                    <a:pt x="83" y="219"/>
                  </a:cubicBezTo>
                  <a:cubicBezTo>
                    <a:pt x="97" y="219"/>
                    <a:pt x="113" y="217"/>
                    <a:pt x="133" y="214"/>
                  </a:cubicBezTo>
                  <a:cubicBezTo>
                    <a:pt x="133" y="213"/>
                    <a:pt x="138" y="203"/>
                    <a:pt x="141" y="188"/>
                  </a:cubicBezTo>
                  <a:cubicBezTo>
                    <a:pt x="141" y="187"/>
                    <a:pt x="143" y="159"/>
                    <a:pt x="143" y="146"/>
                  </a:cubicBezTo>
                  <a:cubicBezTo>
                    <a:pt x="142" y="137"/>
                    <a:pt x="141" y="129"/>
                    <a:pt x="141" y="121"/>
                  </a:cubicBezTo>
                  <a:cubicBezTo>
                    <a:pt x="140" y="112"/>
                    <a:pt x="139" y="104"/>
                    <a:pt x="139" y="95"/>
                  </a:cubicBezTo>
                  <a:cubicBezTo>
                    <a:pt x="138" y="87"/>
                    <a:pt x="138" y="87"/>
                    <a:pt x="138" y="87"/>
                  </a:cubicBezTo>
                  <a:cubicBezTo>
                    <a:pt x="138" y="82"/>
                    <a:pt x="133" y="78"/>
                    <a:pt x="126" y="78"/>
                  </a:cubicBezTo>
                  <a:cubicBezTo>
                    <a:pt x="120" y="78"/>
                    <a:pt x="115" y="82"/>
                    <a:pt x="115" y="87"/>
                  </a:cubicBezTo>
                  <a:cubicBezTo>
                    <a:pt x="114" y="87"/>
                    <a:pt x="114" y="87"/>
                    <a:pt x="114" y="87"/>
                  </a:cubicBezTo>
                  <a:cubicBezTo>
                    <a:pt x="114" y="79"/>
                    <a:pt x="114" y="79"/>
                    <a:pt x="114" y="79"/>
                  </a:cubicBezTo>
                  <a:cubicBezTo>
                    <a:pt x="114" y="74"/>
                    <a:pt x="109" y="70"/>
                    <a:pt x="103" y="70"/>
                  </a:cubicBezTo>
                  <a:cubicBezTo>
                    <a:pt x="96" y="70"/>
                    <a:pt x="91" y="74"/>
                    <a:pt x="91" y="79"/>
                  </a:cubicBezTo>
                  <a:cubicBezTo>
                    <a:pt x="91" y="79"/>
                    <a:pt x="91" y="79"/>
                    <a:pt x="91" y="79"/>
                  </a:cubicBezTo>
                  <a:cubicBezTo>
                    <a:pt x="91" y="72"/>
                    <a:pt x="91" y="72"/>
                    <a:pt x="91" y="72"/>
                  </a:cubicBezTo>
                  <a:cubicBezTo>
                    <a:pt x="91" y="67"/>
                    <a:pt x="85" y="63"/>
                    <a:pt x="79" y="63"/>
                  </a:cubicBezTo>
                  <a:cubicBezTo>
                    <a:pt x="73" y="63"/>
                    <a:pt x="69" y="66"/>
                    <a:pt x="68" y="70"/>
                  </a:cubicBezTo>
                  <a:cubicBezTo>
                    <a:pt x="67" y="72"/>
                    <a:pt x="67" y="72"/>
                    <a:pt x="67" y="72"/>
                  </a:cubicBezTo>
                  <a:cubicBezTo>
                    <a:pt x="67" y="9"/>
                    <a:pt x="67" y="9"/>
                    <a:pt x="67" y="9"/>
                  </a:cubicBezTo>
                  <a:cubicBezTo>
                    <a:pt x="67" y="4"/>
                    <a:pt x="62" y="0"/>
                    <a:pt x="56" y="0"/>
                  </a:cubicBezTo>
                  <a:cubicBezTo>
                    <a:pt x="49" y="0"/>
                    <a:pt x="44" y="4"/>
                    <a:pt x="44" y="9"/>
                  </a:cubicBezTo>
                  <a:cubicBezTo>
                    <a:pt x="44" y="129"/>
                    <a:pt x="44" y="129"/>
                    <a:pt x="44" y="129"/>
                  </a:cubicBezTo>
                  <a:cubicBezTo>
                    <a:pt x="44" y="129"/>
                    <a:pt x="44" y="129"/>
                    <a:pt x="44" y="130"/>
                  </a:cubicBezTo>
                  <a:cubicBezTo>
                    <a:pt x="44" y="131"/>
                    <a:pt x="44" y="132"/>
                    <a:pt x="44" y="133"/>
                  </a:cubicBezTo>
                  <a:cubicBezTo>
                    <a:pt x="44" y="137"/>
                    <a:pt x="44" y="137"/>
                    <a:pt x="44" y="137"/>
                  </a:cubicBezTo>
                  <a:cubicBezTo>
                    <a:pt x="24" y="96"/>
                    <a:pt x="24" y="96"/>
                    <a:pt x="24" y="96"/>
                  </a:cubicBezTo>
                  <a:cubicBezTo>
                    <a:pt x="22" y="94"/>
                    <a:pt x="19" y="92"/>
                    <a:pt x="16" y="92"/>
                  </a:cubicBezTo>
                  <a:cubicBezTo>
                    <a:pt x="14" y="92"/>
                    <a:pt x="11" y="93"/>
                    <a:pt x="9" y="94"/>
                  </a:cubicBezTo>
                  <a:cubicBezTo>
                    <a:pt x="4" y="96"/>
                    <a:pt x="1" y="102"/>
                    <a:pt x="3" y="107"/>
                  </a:cubicBezTo>
                  <a:cubicBezTo>
                    <a:pt x="31" y="175"/>
                    <a:pt x="31" y="175"/>
                    <a:pt x="31" y="175"/>
                  </a:cubicBezTo>
                  <a:cubicBezTo>
                    <a:pt x="32" y="177"/>
                    <a:pt x="34" y="179"/>
                    <a:pt x="37" y="181"/>
                  </a:cubicBezTo>
                  <a:cubicBezTo>
                    <a:pt x="41" y="186"/>
                    <a:pt x="47" y="192"/>
                    <a:pt x="52" y="202"/>
                  </a:cubicBezTo>
                  <a:cubicBezTo>
                    <a:pt x="56" y="210"/>
                    <a:pt x="58" y="215"/>
                    <a:pt x="58" y="216"/>
                  </a:cubicBezTo>
                </a:path>
              </a:pathLst>
            </a:custGeom>
            <a:solidFill>
              <a:srgbClr val="FFB57D"/>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 name="Freeform 9"/>
            <p:cNvSpPr>
              <a:spLocks/>
            </p:cNvSpPr>
            <p:nvPr userDrawn="1"/>
          </p:nvSpPr>
          <p:spPr bwMode="auto">
            <a:xfrm>
              <a:off x="368300" y="2293938"/>
              <a:ext cx="325438" cy="322263"/>
            </a:xfrm>
            <a:custGeom>
              <a:avLst/>
              <a:gdLst>
                <a:gd name="T0" fmla="*/ 12 w 19"/>
                <a:gd name="T1" fmla="*/ 0 h 19"/>
                <a:gd name="T2" fmla="*/ 12 w 19"/>
                <a:gd name="T3" fmla="*/ 0 h 19"/>
                <a:gd name="T4" fmla="*/ 6 w 19"/>
                <a:gd name="T5" fmla="*/ 0 h 19"/>
                <a:gd name="T6" fmla="*/ 0 w 19"/>
                <a:gd name="T7" fmla="*/ 6 h 19"/>
                <a:gd name="T8" fmla="*/ 0 w 19"/>
                <a:gd name="T9" fmla="*/ 13 h 19"/>
                <a:gd name="T10" fmla="*/ 6 w 19"/>
                <a:gd name="T11" fmla="*/ 19 h 19"/>
                <a:gd name="T12" fmla="*/ 7 w 19"/>
                <a:gd name="T13" fmla="*/ 19 h 19"/>
                <a:gd name="T14" fmla="*/ 13 w 19"/>
                <a:gd name="T15" fmla="*/ 19 h 19"/>
                <a:gd name="T16" fmla="*/ 19 w 19"/>
                <a:gd name="T17" fmla="*/ 13 h 19"/>
                <a:gd name="T18" fmla="*/ 19 w 19"/>
                <a:gd name="T19" fmla="*/ 6 h 19"/>
                <a:gd name="T20" fmla="*/ 12 w 19"/>
                <a:gd name="T2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9">
                  <a:moveTo>
                    <a:pt x="12" y="0"/>
                  </a:moveTo>
                  <a:cubicBezTo>
                    <a:pt x="12" y="0"/>
                    <a:pt x="12" y="0"/>
                    <a:pt x="12" y="0"/>
                  </a:cubicBezTo>
                  <a:cubicBezTo>
                    <a:pt x="6" y="0"/>
                    <a:pt x="6" y="0"/>
                    <a:pt x="6" y="0"/>
                  </a:cubicBezTo>
                  <a:cubicBezTo>
                    <a:pt x="3" y="0"/>
                    <a:pt x="0" y="3"/>
                    <a:pt x="0" y="6"/>
                  </a:cubicBezTo>
                  <a:cubicBezTo>
                    <a:pt x="0" y="13"/>
                    <a:pt x="0" y="13"/>
                    <a:pt x="0" y="13"/>
                  </a:cubicBezTo>
                  <a:cubicBezTo>
                    <a:pt x="0" y="17"/>
                    <a:pt x="3" y="19"/>
                    <a:pt x="6" y="19"/>
                  </a:cubicBezTo>
                  <a:cubicBezTo>
                    <a:pt x="7" y="19"/>
                    <a:pt x="7" y="19"/>
                    <a:pt x="7" y="19"/>
                  </a:cubicBezTo>
                  <a:cubicBezTo>
                    <a:pt x="13" y="19"/>
                    <a:pt x="13" y="19"/>
                    <a:pt x="13" y="19"/>
                  </a:cubicBezTo>
                  <a:cubicBezTo>
                    <a:pt x="16" y="19"/>
                    <a:pt x="19" y="16"/>
                    <a:pt x="19" y="13"/>
                  </a:cubicBezTo>
                  <a:cubicBezTo>
                    <a:pt x="19" y="6"/>
                    <a:pt x="19" y="6"/>
                    <a:pt x="19" y="6"/>
                  </a:cubicBezTo>
                  <a:cubicBezTo>
                    <a:pt x="19" y="2"/>
                    <a:pt x="16" y="0"/>
                    <a:pt x="12" y="0"/>
                  </a:cubicBezTo>
                </a:path>
              </a:pathLst>
            </a:custGeom>
            <a:solidFill>
              <a:srgbClr val="FFD8BD"/>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 name="Freeform 10"/>
            <p:cNvSpPr>
              <a:spLocks/>
            </p:cNvSpPr>
            <p:nvPr userDrawn="1"/>
          </p:nvSpPr>
          <p:spPr bwMode="auto">
            <a:xfrm>
              <a:off x="-352425" y="3835400"/>
              <a:ext cx="377825" cy="373063"/>
            </a:xfrm>
            <a:custGeom>
              <a:avLst/>
              <a:gdLst>
                <a:gd name="T0" fmla="*/ 12 w 22"/>
                <a:gd name="T1" fmla="*/ 0 h 22"/>
                <a:gd name="T2" fmla="*/ 10 w 22"/>
                <a:gd name="T3" fmla="*/ 1 h 22"/>
                <a:gd name="T4" fmla="*/ 4 w 22"/>
                <a:gd name="T5" fmla="*/ 3 h 22"/>
                <a:gd name="T6" fmla="*/ 1 w 22"/>
                <a:gd name="T7" fmla="*/ 12 h 22"/>
                <a:gd name="T8" fmla="*/ 4 w 22"/>
                <a:gd name="T9" fmla="*/ 18 h 22"/>
                <a:gd name="T10" fmla="*/ 10 w 22"/>
                <a:gd name="T11" fmla="*/ 22 h 22"/>
                <a:gd name="T12" fmla="*/ 12 w 22"/>
                <a:gd name="T13" fmla="*/ 21 h 22"/>
                <a:gd name="T14" fmla="*/ 18 w 22"/>
                <a:gd name="T15" fmla="*/ 18 h 22"/>
                <a:gd name="T16" fmla="*/ 21 w 22"/>
                <a:gd name="T17" fmla="*/ 10 h 22"/>
                <a:gd name="T18" fmla="*/ 18 w 22"/>
                <a:gd name="T19" fmla="*/ 4 h 22"/>
                <a:gd name="T20" fmla="*/ 12 w 22"/>
                <a:gd name="T2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22">
                  <a:moveTo>
                    <a:pt x="12" y="0"/>
                  </a:moveTo>
                  <a:cubicBezTo>
                    <a:pt x="11" y="0"/>
                    <a:pt x="10" y="0"/>
                    <a:pt x="10" y="1"/>
                  </a:cubicBezTo>
                  <a:cubicBezTo>
                    <a:pt x="4" y="3"/>
                    <a:pt x="4" y="3"/>
                    <a:pt x="4" y="3"/>
                  </a:cubicBezTo>
                  <a:cubicBezTo>
                    <a:pt x="1" y="5"/>
                    <a:pt x="0" y="9"/>
                    <a:pt x="1" y="12"/>
                  </a:cubicBezTo>
                  <a:cubicBezTo>
                    <a:pt x="4" y="18"/>
                    <a:pt x="4" y="18"/>
                    <a:pt x="4" y="18"/>
                  </a:cubicBezTo>
                  <a:cubicBezTo>
                    <a:pt x="5" y="20"/>
                    <a:pt x="8" y="22"/>
                    <a:pt x="10" y="22"/>
                  </a:cubicBezTo>
                  <a:cubicBezTo>
                    <a:pt x="11" y="22"/>
                    <a:pt x="12" y="21"/>
                    <a:pt x="12" y="21"/>
                  </a:cubicBezTo>
                  <a:cubicBezTo>
                    <a:pt x="18" y="18"/>
                    <a:pt x="18" y="18"/>
                    <a:pt x="18" y="18"/>
                  </a:cubicBezTo>
                  <a:cubicBezTo>
                    <a:pt x="21" y="17"/>
                    <a:pt x="22" y="13"/>
                    <a:pt x="21" y="10"/>
                  </a:cubicBezTo>
                  <a:cubicBezTo>
                    <a:pt x="18" y="4"/>
                    <a:pt x="18" y="4"/>
                    <a:pt x="18" y="4"/>
                  </a:cubicBezTo>
                  <a:cubicBezTo>
                    <a:pt x="17" y="2"/>
                    <a:pt x="15" y="0"/>
                    <a:pt x="12" y="0"/>
                  </a:cubicBezTo>
                </a:path>
              </a:pathLst>
            </a:custGeom>
            <a:solidFill>
              <a:srgbClr val="FFD8BD"/>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 name="Rectangle 11"/>
            <p:cNvSpPr>
              <a:spLocks noChangeArrowheads="1"/>
            </p:cNvSpPr>
            <p:nvPr userDrawn="1"/>
          </p:nvSpPr>
          <p:spPr bwMode="auto">
            <a:xfrm>
              <a:off x="300037" y="5784850"/>
              <a:ext cx="1798638" cy="423863"/>
            </a:xfrm>
            <a:prstGeom prst="rect">
              <a:avLst/>
            </a:prstGeom>
            <a:solidFill>
              <a:srgbClr val="FFFFFF"/>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 name="Rectangle 12"/>
            <p:cNvSpPr>
              <a:spLocks noChangeArrowheads="1"/>
            </p:cNvSpPr>
            <p:nvPr userDrawn="1"/>
          </p:nvSpPr>
          <p:spPr bwMode="auto">
            <a:xfrm>
              <a:off x="179387" y="5970588"/>
              <a:ext cx="2073276" cy="2762250"/>
            </a:xfrm>
            <a:prstGeom prst="rect">
              <a:avLst/>
            </a:prstGeom>
            <a:solidFill>
              <a:srgbClr val="515A66"/>
            </a:solidFill>
            <a:ln>
              <a:noFill/>
            </a:ln>
          </p:spPr>
          <p:txBody>
            <a:bodyPr vert="horz" wrap="square" lIns="91440" tIns="45720" rIns="91440" bIns="45720" numCol="1" anchor="t" anchorCtr="0" compatLnSpc="1">
              <a:prstTxWarp prst="textNoShape">
                <a:avLst/>
              </a:prstTxWarp>
            </a:bodyPr>
            <a:lstStyle/>
            <a:p>
              <a:endParaRPr lang="zh-CN" altLang="en-US"/>
            </a:p>
          </p:txBody>
        </p:sp>
      </p:grpSp>
      <p:sp>
        <p:nvSpPr>
          <p:cNvPr id="15" name="文本框 14"/>
          <p:cNvSpPr txBox="1"/>
          <p:nvPr/>
        </p:nvSpPr>
        <p:spPr>
          <a:xfrm>
            <a:off x="5845827" y="2705725"/>
            <a:ext cx="2441694" cy="1446550"/>
          </a:xfrm>
          <a:prstGeom prst="rect">
            <a:avLst/>
          </a:prstGeom>
          <a:noFill/>
        </p:spPr>
        <p:txBody>
          <a:bodyPr wrap="none" rtlCol="0" anchor="ctr">
            <a:spAutoFit/>
          </a:bodyPr>
          <a:lstStyle>
            <a:defPPr>
              <a:defRPr lang="zh-CN"/>
            </a:defPPr>
            <a:lvl1pPr>
              <a:defRPr sz="3600" b="1">
                <a:solidFill>
                  <a:schemeClr val="bg1"/>
                </a:solidFill>
                <a:effectLst>
                  <a:outerShdw blurRad="266700" algn="ctr" rotWithShape="0">
                    <a:schemeClr val="bg1">
                      <a:alpha val="55000"/>
                    </a:schemeClr>
                  </a:outerShdw>
                </a:effectLst>
                <a:latin typeface="Impact" panose="020B0806030902050204" pitchFamily="34" charset="0"/>
              </a:defRPr>
            </a:lvl1pPr>
          </a:lstStyle>
          <a:p>
            <a:pPr algn="ctr"/>
            <a:r>
              <a:rPr lang="zh-CN" altLang="en-US" sz="8800" dirty="0">
                <a:solidFill>
                  <a:schemeClr val="tx1">
                    <a:lumMod val="65000"/>
                    <a:lumOff val="35000"/>
                  </a:schemeClr>
                </a:solidFill>
                <a:effectLst>
                  <a:outerShdw blurRad="152400" dist="101600" dir="2700000" algn="tl">
                    <a:srgbClr val="000000">
                      <a:alpha val="32000"/>
                    </a:srgbClr>
                  </a:outerShdw>
                </a:effectLst>
              </a:rPr>
              <a:t>图标</a:t>
            </a:r>
          </a:p>
        </p:txBody>
      </p:sp>
    </p:spTree>
    <p:extLst>
      <p:ext uri="{BB962C8B-B14F-4D97-AF65-F5344CB8AC3E}">
        <p14:creationId xmlns:p14="http://schemas.microsoft.com/office/powerpoint/2010/main" val="895321408"/>
      </p:ext>
    </p:extLst>
  </p:cSld>
  <p:clrMapOvr>
    <a:masterClrMapping/>
  </p:clrMapOvr>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5"/>
          <p:cNvSpPr>
            <a:spLocks noEditPoints="1"/>
          </p:cNvSpPr>
          <p:nvPr/>
        </p:nvSpPr>
        <p:spPr bwMode="auto">
          <a:xfrm>
            <a:off x="8682562" y="169775"/>
            <a:ext cx="385763" cy="385763"/>
          </a:xfrm>
          <a:custGeom>
            <a:avLst/>
            <a:gdLst>
              <a:gd name="T0" fmla="*/ 98 w 195"/>
              <a:gd name="T1" fmla="*/ 195 h 195"/>
              <a:gd name="T2" fmla="*/ 0 w 195"/>
              <a:gd name="T3" fmla="*/ 97 h 195"/>
              <a:gd name="T4" fmla="*/ 98 w 195"/>
              <a:gd name="T5" fmla="*/ 0 h 195"/>
              <a:gd name="T6" fmla="*/ 195 w 195"/>
              <a:gd name="T7" fmla="*/ 97 h 195"/>
              <a:gd name="T8" fmla="*/ 98 w 195"/>
              <a:gd name="T9" fmla="*/ 195 h 195"/>
              <a:gd name="T10" fmla="*/ 170 w 195"/>
              <a:gd name="T11" fmla="*/ 157 h 195"/>
              <a:gd name="T12" fmla="*/ 170 w 195"/>
              <a:gd name="T13" fmla="*/ 136 h 195"/>
              <a:gd name="T14" fmla="*/ 139 w 195"/>
              <a:gd name="T15" fmla="*/ 137 h 195"/>
              <a:gd name="T16" fmla="*/ 106 w 195"/>
              <a:gd name="T17" fmla="*/ 163 h 195"/>
              <a:gd name="T18" fmla="*/ 108 w 195"/>
              <a:gd name="T19" fmla="*/ 183 h 195"/>
              <a:gd name="T20" fmla="*/ 129 w 195"/>
              <a:gd name="T21" fmla="*/ 185 h 195"/>
              <a:gd name="T22" fmla="*/ 170 w 195"/>
              <a:gd name="T23" fmla="*/ 157 h 195"/>
              <a:gd name="T24" fmla="*/ 35 w 195"/>
              <a:gd name="T25" fmla="*/ 167 h 195"/>
              <a:gd name="T26" fmla="*/ 86 w 195"/>
              <a:gd name="T27" fmla="*/ 190 h 195"/>
              <a:gd name="T28" fmla="*/ 102 w 195"/>
              <a:gd name="T29" fmla="*/ 184 h 195"/>
              <a:gd name="T30" fmla="*/ 100 w 195"/>
              <a:gd name="T31" fmla="*/ 162 h 195"/>
              <a:gd name="T32" fmla="*/ 66 w 195"/>
              <a:gd name="T33" fmla="*/ 144 h 195"/>
              <a:gd name="T34" fmla="*/ 34 w 195"/>
              <a:gd name="T35" fmla="*/ 152 h 195"/>
              <a:gd name="T36" fmla="*/ 35 w 195"/>
              <a:gd name="T37" fmla="*/ 167 h 195"/>
              <a:gd name="T38" fmla="*/ 14 w 195"/>
              <a:gd name="T39" fmla="*/ 56 h 195"/>
              <a:gd name="T40" fmla="*/ 4 w 195"/>
              <a:gd name="T41" fmla="*/ 97 h 195"/>
              <a:gd name="T42" fmla="*/ 6 w 195"/>
              <a:gd name="T43" fmla="*/ 115 h 195"/>
              <a:gd name="T44" fmla="*/ 16 w 195"/>
              <a:gd name="T45" fmla="*/ 71 h 195"/>
              <a:gd name="T46" fmla="*/ 14 w 195"/>
              <a:gd name="T47" fmla="*/ 56 h 195"/>
              <a:gd name="T48" fmla="*/ 21 w 195"/>
              <a:gd name="T49" fmla="*/ 76 h 195"/>
              <a:gd name="T50" fmla="*/ 11 w 195"/>
              <a:gd name="T51" fmla="*/ 119 h 195"/>
              <a:gd name="T52" fmla="*/ 13 w 195"/>
              <a:gd name="T53" fmla="*/ 119 h 195"/>
              <a:gd name="T54" fmla="*/ 34 w 195"/>
              <a:gd name="T55" fmla="*/ 146 h 195"/>
              <a:gd name="T56" fmla="*/ 63 w 195"/>
              <a:gd name="T57" fmla="*/ 138 h 195"/>
              <a:gd name="T58" fmla="*/ 72 w 195"/>
              <a:gd name="T59" fmla="*/ 102 h 195"/>
              <a:gd name="T60" fmla="*/ 45 w 195"/>
              <a:gd name="T61" fmla="*/ 68 h 195"/>
              <a:gd name="T62" fmla="*/ 21 w 195"/>
              <a:gd name="T63" fmla="*/ 76 h 195"/>
              <a:gd name="T64" fmla="*/ 98 w 195"/>
              <a:gd name="T65" fmla="*/ 4 h 195"/>
              <a:gd name="T66" fmla="*/ 49 w 195"/>
              <a:gd name="T67" fmla="*/ 18 h 195"/>
              <a:gd name="T68" fmla="*/ 62 w 195"/>
              <a:gd name="T69" fmla="*/ 26 h 195"/>
              <a:gd name="T70" fmla="*/ 91 w 195"/>
              <a:gd name="T71" fmla="*/ 22 h 195"/>
              <a:gd name="T72" fmla="*/ 109 w 195"/>
              <a:gd name="T73" fmla="*/ 24 h 195"/>
              <a:gd name="T74" fmla="*/ 128 w 195"/>
              <a:gd name="T75" fmla="*/ 9 h 195"/>
              <a:gd name="T76" fmla="*/ 98 w 195"/>
              <a:gd name="T77" fmla="*/ 4 h 195"/>
              <a:gd name="T78" fmla="*/ 114 w 195"/>
              <a:gd name="T79" fmla="*/ 30 h 195"/>
              <a:gd name="T80" fmla="*/ 92 w 195"/>
              <a:gd name="T81" fmla="*/ 28 h 195"/>
              <a:gd name="T82" fmla="*/ 67 w 195"/>
              <a:gd name="T83" fmla="*/ 31 h 195"/>
              <a:gd name="T84" fmla="*/ 50 w 195"/>
              <a:gd name="T85" fmla="*/ 64 h 195"/>
              <a:gd name="T86" fmla="*/ 77 w 195"/>
              <a:gd name="T87" fmla="*/ 99 h 195"/>
              <a:gd name="T88" fmla="*/ 115 w 195"/>
              <a:gd name="T89" fmla="*/ 96 h 195"/>
              <a:gd name="T90" fmla="*/ 135 w 195"/>
              <a:gd name="T91" fmla="*/ 55 h 195"/>
              <a:gd name="T92" fmla="*/ 114 w 195"/>
              <a:gd name="T93" fmla="*/ 30 h 195"/>
              <a:gd name="T94" fmla="*/ 163 w 195"/>
              <a:gd name="T95" fmla="*/ 58 h 195"/>
              <a:gd name="T96" fmla="*/ 141 w 195"/>
              <a:gd name="T97" fmla="*/ 58 h 195"/>
              <a:gd name="T98" fmla="*/ 121 w 195"/>
              <a:gd name="T99" fmla="*/ 97 h 195"/>
              <a:gd name="T100" fmla="*/ 137 w 195"/>
              <a:gd name="T101" fmla="*/ 130 h 195"/>
              <a:gd name="T102" fmla="*/ 172 w 195"/>
              <a:gd name="T103" fmla="*/ 130 h 195"/>
              <a:gd name="T104" fmla="*/ 186 w 195"/>
              <a:gd name="T105" fmla="*/ 98 h 195"/>
              <a:gd name="T106" fmla="*/ 163 w 195"/>
              <a:gd name="T107" fmla="*/ 58 h 195"/>
              <a:gd name="T108" fmla="*/ 170 w 195"/>
              <a:gd name="T109" fmla="*/ 57 h 195"/>
              <a:gd name="T110" fmla="*/ 191 w 195"/>
              <a:gd name="T111" fmla="*/ 96 h 195"/>
              <a:gd name="T112" fmla="*/ 191 w 195"/>
              <a:gd name="T113" fmla="*/ 96 h 195"/>
              <a:gd name="T114" fmla="*/ 170 w 195"/>
              <a:gd name="T115" fmla="*/ 38 h 195"/>
              <a:gd name="T116" fmla="*/ 170 w 195"/>
              <a:gd name="T117" fmla="*/ 57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5" h="195">
                <a:moveTo>
                  <a:pt x="98" y="195"/>
                </a:moveTo>
                <a:cubicBezTo>
                  <a:pt x="44" y="195"/>
                  <a:pt x="0" y="151"/>
                  <a:pt x="0" y="97"/>
                </a:cubicBezTo>
                <a:cubicBezTo>
                  <a:pt x="0" y="44"/>
                  <a:pt x="44" y="0"/>
                  <a:pt x="98" y="0"/>
                </a:cubicBezTo>
                <a:cubicBezTo>
                  <a:pt x="151" y="0"/>
                  <a:pt x="195" y="44"/>
                  <a:pt x="195" y="97"/>
                </a:cubicBezTo>
                <a:cubicBezTo>
                  <a:pt x="195" y="151"/>
                  <a:pt x="151" y="195"/>
                  <a:pt x="98" y="195"/>
                </a:cubicBezTo>
                <a:close/>
                <a:moveTo>
                  <a:pt x="170" y="157"/>
                </a:moveTo>
                <a:cubicBezTo>
                  <a:pt x="170" y="153"/>
                  <a:pt x="170" y="142"/>
                  <a:pt x="170" y="136"/>
                </a:cubicBezTo>
                <a:cubicBezTo>
                  <a:pt x="139" y="137"/>
                  <a:pt x="139" y="137"/>
                  <a:pt x="139" y="137"/>
                </a:cubicBezTo>
                <a:cubicBezTo>
                  <a:pt x="138" y="138"/>
                  <a:pt x="119" y="158"/>
                  <a:pt x="106" y="163"/>
                </a:cubicBezTo>
                <a:cubicBezTo>
                  <a:pt x="108" y="183"/>
                  <a:pt x="108" y="183"/>
                  <a:pt x="108" y="183"/>
                </a:cubicBezTo>
                <a:cubicBezTo>
                  <a:pt x="114" y="184"/>
                  <a:pt x="124" y="185"/>
                  <a:pt x="129" y="185"/>
                </a:cubicBezTo>
                <a:cubicBezTo>
                  <a:pt x="145" y="180"/>
                  <a:pt x="159" y="170"/>
                  <a:pt x="170" y="157"/>
                </a:cubicBezTo>
                <a:close/>
                <a:moveTo>
                  <a:pt x="35" y="167"/>
                </a:moveTo>
                <a:cubicBezTo>
                  <a:pt x="49" y="179"/>
                  <a:pt x="67" y="188"/>
                  <a:pt x="86" y="190"/>
                </a:cubicBezTo>
                <a:cubicBezTo>
                  <a:pt x="102" y="184"/>
                  <a:pt x="102" y="184"/>
                  <a:pt x="102" y="184"/>
                </a:cubicBezTo>
                <a:cubicBezTo>
                  <a:pt x="100" y="162"/>
                  <a:pt x="100" y="162"/>
                  <a:pt x="100" y="162"/>
                </a:cubicBezTo>
                <a:cubicBezTo>
                  <a:pt x="85" y="157"/>
                  <a:pt x="72" y="148"/>
                  <a:pt x="66" y="144"/>
                </a:cubicBezTo>
                <a:cubicBezTo>
                  <a:pt x="34" y="152"/>
                  <a:pt x="34" y="152"/>
                  <a:pt x="34" y="152"/>
                </a:cubicBezTo>
                <a:cubicBezTo>
                  <a:pt x="35" y="157"/>
                  <a:pt x="35" y="163"/>
                  <a:pt x="35" y="167"/>
                </a:cubicBezTo>
                <a:close/>
                <a:moveTo>
                  <a:pt x="14" y="56"/>
                </a:moveTo>
                <a:cubicBezTo>
                  <a:pt x="8" y="68"/>
                  <a:pt x="4" y="82"/>
                  <a:pt x="4" y="97"/>
                </a:cubicBezTo>
                <a:cubicBezTo>
                  <a:pt x="4" y="104"/>
                  <a:pt x="5" y="110"/>
                  <a:pt x="6" y="115"/>
                </a:cubicBezTo>
                <a:cubicBezTo>
                  <a:pt x="6" y="107"/>
                  <a:pt x="8" y="89"/>
                  <a:pt x="16" y="71"/>
                </a:cubicBezTo>
                <a:lnTo>
                  <a:pt x="14" y="56"/>
                </a:lnTo>
                <a:close/>
                <a:moveTo>
                  <a:pt x="21" y="76"/>
                </a:moveTo>
                <a:cubicBezTo>
                  <a:pt x="13" y="96"/>
                  <a:pt x="11" y="115"/>
                  <a:pt x="11" y="119"/>
                </a:cubicBezTo>
                <a:cubicBezTo>
                  <a:pt x="13" y="119"/>
                  <a:pt x="13" y="119"/>
                  <a:pt x="13" y="119"/>
                </a:cubicBezTo>
                <a:cubicBezTo>
                  <a:pt x="34" y="146"/>
                  <a:pt x="34" y="146"/>
                  <a:pt x="34" y="146"/>
                </a:cubicBezTo>
                <a:cubicBezTo>
                  <a:pt x="63" y="138"/>
                  <a:pt x="63" y="138"/>
                  <a:pt x="63" y="138"/>
                </a:cubicBezTo>
                <a:cubicBezTo>
                  <a:pt x="65" y="121"/>
                  <a:pt x="70" y="107"/>
                  <a:pt x="72" y="102"/>
                </a:cubicBezTo>
                <a:cubicBezTo>
                  <a:pt x="45" y="68"/>
                  <a:pt x="45" y="68"/>
                  <a:pt x="45" y="68"/>
                </a:cubicBezTo>
                <a:lnTo>
                  <a:pt x="21" y="76"/>
                </a:lnTo>
                <a:close/>
                <a:moveTo>
                  <a:pt x="98" y="4"/>
                </a:moveTo>
                <a:cubicBezTo>
                  <a:pt x="80" y="4"/>
                  <a:pt x="63" y="9"/>
                  <a:pt x="49" y="18"/>
                </a:cubicBezTo>
                <a:cubicBezTo>
                  <a:pt x="51" y="20"/>
                  <a:pt x="58" y="24"/>
                  <a:pt x="62" y="26"/>
                </a:cubicBezTo>
                <a:cubicBezTo>
                  <a:pt x="71" y="24"/>
                  <a:pt x="80" y="22"/>
                  <a:pt x="91" y="22"/>
                </a:cubicBezTo>
                <a:cubicBezTo>
                  <a:pt x="97" y="22"/>
                  <a:pt x="103" y="23"/>
                  <a:pt x="109" y="24"/>
                </a:cubicBezTo>
                <a:cubicBezTo>
                  <a:pt x="128" y="9"/>
                  <a:pt x="128" y="9"/>
                  <a:pt x="128" y="9"/>
                </a:cubicBezTo>
                <a:cubicBezTo>
                  <a:pt x="118" y="6"/>
                  <a:pt x="108" y="4"/>
                  <a:pt x="98" y="4"/>
                </a:cubicBezTo>
                <a:close/>
                <a:moveTo>
                  <a:pt x="114" y="30"/>
                </a:moveTo>
                <a:cubicBezTo>
                  <a:pt x="107" y="29"/>
                  <a:pt x="100" y="28"/>
                  <a:pt x="92" y="28"/>
                </a:cubicBezTo>
                <a:cubicBezTo>
                  <a:pt x="83" y="28"/>
                  <a:pt x="74" y="29"/>
                  <a:pt x="67" y="31"/>
                </a:cubicBezTo>
                <a:cubicBezTo>
                  <a:pt x="50" y="64"/>
                  <a:pt x="50" y="64"/>
                  <a:pt x="50" y="64"/>
                </a:cubicBezTo>
                <a:cubicBezTo>
                  <a:pt x="77" y="99"/>
                  <a:pt x="77" y="99"/>
                  <a:pt x="77" y="99"/>
                </a:cubicBezTo>
                <a:cubicBezTo>
                  <a:pt x="84" y="97"/>
                  <a:pt x="99" y="95"/>
                  <a:pt x="115" y="96"/>
                </a:cubicBezTo>
                <a:cubicBezTo>
                  <a:pt x="135" y="55"/>
                  <a:pt x="135" y="55"/>
                  <a:pt x="135" y="55"/>
                </a:cubicBezTo>
                <a:lnTo>
                  <a:pt x="114" y="30"/>
                </a:lnTo>
                <a:close/>
                <a:moveTo>
                  <a:pt x="163" y="58"/>
                </a:moveTo>
                <a:cubicBezTo>
                  <a:pt x="141" y="58"/>
                  <a:pt x="141" y="58"/>
                  <a:pt x="141" y="58"/>
                </a:cubicBezTo>
                <a:cubicBezTo>
                  <a:pt x="121" y="97"/>
                  <a:pt x="121" y="97"/>
                  <a:pt x="121" y="97"/>
                </a:cubicBezTo>
                <a:cubicBezTo>
                  <a:pt x="128" y="103"/>
                  <a:pt x="134" y="121"/>
                  <a:pt x="137" y="130"/>
                </a:cubicBezTo>
                <a:cubicBezTo>
                  <a:pt x="172" y="130"/>
                  <a:pt x="172" y="130"/>
                  <a:pt x="172" y="130"/>
                </a:cubicBezTo>
                <a:cubicBezTo>
                  <a:pt x="180" y="116"/>
                  <a:pt x="185" y="102"/>
                  <a:pt x="186" y="98"/>
                </a:cubicBezTo>
                <a:cubicBezTo>
                  <a:pt x="184" y="90"/>
                  <a:pt x="177" y="74"/>
                  <a:pt x="163" y="58"/>
                </a:cubicBezTo>
                <a:close/>
                <a:moveTo>
                  <a:pt x="170" y="57"/>
                </a:moveTo>
                <a:cubicBezTo>
                  <a:pt x="186" y="76"/>
                  <a:pt x="191" y="96"/>
                  <a:pt x="191" y="96"/>
                </a:cubicBezTo>
                <a:cubicBezTo>
                  <a:pt x="191" y="96"/>
                  <a:pt x="191" y="96"/>
                  <a:pt x="191" y="96"/>
                </a:cubicBezTo>
                <a:cubicBezTo>
                  <a:pt x="191" y="74"/>
                  <a:pt x="183" y="54"/>
                  <a:pt x="170" y="38"/>
                </a:cubicBezTo>
                <a:cubicBezTo>
                  <a:pt x="170" y="44"/>
                  <a:pt x="170" y="54"/>
                  <a:pt x="170" y="57"/>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 name="Freeform 6"/>
          <p:cNvSpPr>
            <a:spLocks noEditPoints="1"/>
          </p:cNvSpPr>
          <p:nvPr/>
        </p:nvSpPr>
        <p:spPr bwMode="auto">
          <a:xfrm>
            <a:off x="9181037" y="179300"/>
            <a:ext cx="371475" cy="365125"/>
          </a:xfrm>
          <a:custGeom>
            <a:avLst/>
            <a:gdLst>
              <a:gd name="T0" fmla="*/ 184 w 188"/>
              <a:gd name="T1" fmla="*/ 150 h 184"/>
              <a:gd name="T2" fmla="*/ 179 w 188"/>
              <a:gd name="T3" fmla="*/ 141 h 184"/>
              <a:gd name="T4" fmla="*/ 179 w 188"/>
              <a:gd name="T5" fmla="*/ 61 h 184"/>
              <a:gd name="T6" fmla="*/ 180 w 188"/>
              <a:gd name="T7" fmla="*/ 61 h 184"/>
              <a:gd name="T8" fmla="*/ 186 w 188"/>
              <a:gd name="T9" fmla="*/ 48 h 184"/>
              <a:gd name="T10" fmla="*/ 173 w 188"/>
              <a:gd name="T11" fmla="*/ 42 h 184"/>
              <a:gd name="T12" fmla="*/ 143 w 188"/>
              <a:gd name="T13" fmla="*/ 54 h 184"/>
              <a:gd name="T14" fmla="*/ 137 w 188"/>
              <a:gd name="T15" fmla="*/ 67 h 184"/>
              <a:gd name="T16" fmla="*/ 150 w 188"/>
              <a:gd name="T17" fmla="*/ 72 h 184"/>
              <a:gd name="T18" fmla="*/ 163 w 188"/>
              <a:gd name="T19" fmla="*/ 67 h 184"/>
              <a:gd name="T20" fmla="*/ 163 w 188"/>
              <a:gd name="T21" fmla="*/ 137 h 184"/>
              <a:gd name="T22" fmla="*/ 21 w 188"/>
              <a:gd name="T23" fmla="*/ 149 h 184"/>
              <a:gd name="T24" fmla="*/ 8 w 188"/>
              <a:gd name="T25" fmla="*/ 164 h 184"/>
              <a:gd name="T26" fmla="*/ 12 w 188"/>
              <a:gd name="T27" fmla="*/ 174 h 184"/>
              <a:gd name="T28" fmla="*/ 24 w 188"/>
              <a:gd name="T29" fmla="*/ 184 h 184"/>
              <a:gd name="T30" fmla="*/ 35 w 188"/>
              <a:gd name="T31" fmla="*/ 176 h 184"/>
              <a:gd name="T32" fmla="*/ 158 w 188"/>
              <a:gd name="T33" fmla="*/ 166 h 184"/>
              <a:gd name="T34" fmla="*/ 156 w 188"/>
              <a:gd name="T35" fmla="*/ 172 h 184"/>
              <a:gd name="T36" fmla="*/ 168 w 188"/>
              <a:gd name="T37" fmla="*/ 184 h 184"/>
              <a:gd name="T38" fmla="*/ 180 w 188"/>
              <a:gd name="T39" fmla="*/ 172 h 184"/>
              <a:gd name="T40" fmla="*/ 176 w 188"/>
              <a:gd name="T41" fmla="*/ 163 h 184"/>
              <a:gd name="T42" fmla="*/ 184 w 188"/>
              <a:gd name="T43" fmla="*/ 150 h 184"/>
              <a:gd name="T44" fmla="*/ 93 w 188"/>
              <a:gd name="T45" fmla="*/ 25 h 184"/>
              <a:gd name="T46" fmla="*/ 101 w 188"/>
              <a:gd name="T47" fmla="*/ 10 h 184"/>
              <a:gd name="T48" fmla="*/ 87 w 188"/>
              <a:gd name="T49" fmla="*/ 2 h 184"/>
              <a:gd name="T50" fmla="*/ 78 w 188"/>
              <a:gd name="T51" fmla="*/ 16 h 184"/>
              <a:gd name="T52" fmla="*/ 93 w 188"/>
              <a:gd name="T53" fmla="*/ 25 h 184"/>
              <a:gd name="T54" fmla="*/ 11 w 188"/>
              <a:gd name="T55" fmla="*/ 116 h 184"/>
              <a:gd name="T56" fmla="*/ 42 w 188"/>
              <a:gd name="T57" fmla="*/ 107 h 184"/>
              <a:gd name="T58" fmla="*/ 50 w 188"/>
              <a:gd name="T59" fmla="*/ 102 h 184"/>
              <a:gd name="T60" fmla="*/ 61 w 188"/>
              <a:gd name="T61" fmla="*/ 81 h 184"/>
              <a:gd name="T62" fmla="*/ 84 w 188"/>
              <a:gd name="T63" fmla="*/ 93 h 184"/>
              <a:gd name="T64" fmla="*/ 85 w 188"/>
              <a:gd name="T65" fmla="*/ 128 h 184"/>
              <a:gd name="T66" fmla="*/ 85 w 188"/>
              <a:gd name="T67" fmla="*/ 130 h 184"/>
              <a:gd name="T68" fmla="*/ 95 w 188"/>
              <a:gd name="T69" fmla="*/ 135 h 184"/>
              <a:gd name="T70" fmla="*/ 100 w 188"/>
              <a:gd name="T71" fmla="*/ 127 h 184"/>
              <a:gd name="T72" fmla="*/ 99 w 188"/>
              <a:gd name="T73" fmla="*/ 85 h 184"/>
              <a:gd name="T74" fmla="*/ 95 w 188"/>
              <a:gd name="T75" fmla="*/ 77 h 184"/>
              <a:gd name="T76" fmla="*/ 78 w 188"/>
              <a:gd name="T77" fmla="*/ 67 h 184"/>
              <a:gd name="T78" fmla="*/ 88 w 188"/>
              <a:gd name="T79" fmla="*/ 46 h 184"/>
              <a:gd name="T80" fmla="*/ 91 w 188"/>
              <a:gd name="T81" fmla="*/ 56 h 184"/>
              <a:gd name="T82" fmla="*/ 100 w 188"/>
              <a:gd name="T83" fmla="*/ 60 h 184"/>
              <a:gd name="T84" fmla="*/ 125 w 188"/>
              <a:gd name="T85" fmla="*/ 53 h 184"/>
              <a:gd name="T86" fmla="*/ 129 w 188"/>
              <a:gd name="T87" fmla="*/ 51 h 184"/>
              <a:gd name="T88" fmla="*/ 126 w 188"/>
              <a:gd name="T89" fmla="*/ 42 h 184"/>
              <a:gd name="T90" fmla="*/ 122 w 188"/>
              <a:gd name="T91" fmla="*/ 41 h 184"/>
              <a:gd name="T92" fmla="*/ 101 w 188"/>
              <a:gd name="T93" fmla="*/ 47 h 184"/>
              <a:gd name="T94" fmla="*/ 97 w 188"/>
              <a:gd name="T95" fmla="*/ 30 h 184"/>
              <a:gd name="T96" fmla="*/ 73 w 188"/>
              <a:gd name="T97" fmla="*/ 21 h 184"/>
              <a:gd name="T98" fmla="*/ 45 w 188"/>
              <a:gd name="T99" fmla="*/ 29 h 184"/>
              <a:gd name="T100" fmla="*/ 41 w 188"/>
              <a:gd name="T101" fmla="*/ 32 h 184"/>
              <a:gd name="T102" fmla="*/ 28 w 188"/>
              <a:gd name="T103" fmla="*/ 60 h 184"/>
              <a:gd name="T104" fmla="*/ 27 w 188"/>
              <a:gd name="T105" fmla="*/ 65 h 184"/>
              <a:gd name="T106" fmla="*/ 34 w 188"/>
              <a:gd name="T107" fmla="*/ 69 h 184"/>
              <a:gd name="T108" fmla="*/ 38 w 188"/>
              <a:gd name="T109" fmla="*/ 66 h 184"/>
              <a:gd name="T110" fmla="*/ 51 w 188"/>
              <a:gd name="T111" fmla="*/ 40 h 184"/>
              <a:gd name="T112" fmla="*/ 61 w 188"/>
              <a:gd name="T113" fmla="*/ 37 h 184"/>
              <a:gd name="T114" fmla="*/ 34 w 188"/>
              <a:gd name="T115" fmla="*/ 94 h 184"/>
              <a:gd name="T116" fmla="*/ 7 w 188"/>
              <a:gd name="T117" fmla="*/ 101 h 184"/>
              <a:gd name="T118" fmla="*/ 5 w 188"/>
              <a:gd name="T119" fmla="*/ 102 h 184"/>
              <a:gd name="T120" fmla="*/ 2 w 188"/>
              <a:gd name="T121" fmla="*/ 112 h 184"/>
              <a:gd name="T122" fmla="*/ 11 w 188"/>
              <a:gd name="T123" fmla="*/ 116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8" h="184">
                <a:moveTo>
                  <a:pt x="184" y="150"/>
                </a:moveTo>
                <a:cubicBezTo>
                  <a:pt x="183" y="146"/>
                  <a:pt x="182" y="143"/>
                  <a:pt x="179" y="141"/>
                </a:cubicBezTo>
                <a:cubicBezTo>
                  <a:pt x="179" y="61"/>
                  <a:pt x="179" y="61"/>
                  <a:pt x="179" y="61"/>
                </a:cubicBezTo>
                <a:cubicBezTo>
                  <a:pt x="180" y="61"/>
                  <a:pt x="180" y="61"/>
                  <a:pt x="180" y="61"/>
                </a:cubicBezTo>
                <a:cubicBezTo>
                  <a:pt x="185" y="59"/>
                  <a:pt x="188" y="53"/>
                  <a:pt x="186" y="48"/>
                </a:cubicBezTo>
                <a:cubicBezTo>
                  <a:pt x="184" y="43"/>
                  <a:pt x="178" y="40"/>
                  <a:pt x="173" y="42"/>
                </a:cubicBezTo>
                <a:cubicBezTo>
                  <a:pt x="143" y="54"/>
                  <a:pt x="143" y="54"/>
                  <a:pt x="143" y="54"/>
                </a:cubicBezTo>
                <a:cubicBezTo>
                  <a:pt x="138" y="56"/>
                  <a:pt x="135" y="62"/>
                  <a:pt x="137" y="67"/>
                </a:cubicBezTo>
                <a:cubicBezTo>
                  <a:pt x="139" y="72"/>
                  <a:pt x="145" y="74"/>
                  <a:pt x="150" y="72"/>
                </a:cubicBezTo>
                <a:cubicBezTo>
                  <a:pt x="163" y="67"/>
                  <a:pt x="163" y="67"/>
                  <a:pt x="163" y="67"/>
                </a:cubicBezTo>
                <a:cubicBezTo>
                  <a:pt x="163" y="137"/>
                  <a:pt x="163" y="137"/>
                  <a:pt x="163" y="137"/>
                </a:cubicBezTo>
                <a:cubicBezTo>
                  <a:pt x="21" y="149"/>
                  <a:pt x="21" y="149"/>
                  <a:pt x="21" y="149"/>
                </a:cubicBezTo>
                <a:cubicBezTo>
                  <a:pt x="13" y="150"/>
                  <a:pt x="7" y="157"/>
                  <a:pt x="8" y="164"/>
                </a:cubicBezTo>
                <a:cubicBezTo>
                  <a:pt x="8" y="168"/>
                  <a:pt x="10" y="171"/>
                  <a:pt x="12" y="174"/>
                </a:cubicBezTo>
                <a:cubicBezTo>
                  <a:pt x="13" y="179"/>
                  <a:pt x="18" y="184"/>
                  <a:pt x="24" y="184"/>
                </a:cubicBezTo>
                <a:cubicBezTo>
                  <a:pt x="29" y="184"/>
                  <a:pt x="33" y="181"/>
                  <a:pt x="35" y="176"/>
                </a:cubicBezTo>
                <a:cubicBezTo>
                  <a:pt x="158" y="166"/>
                  <a:pt x="158" y="166"/>
                  <a:pt x="158" y="166"/>
                </a:cubicBezTo>
                <a:cubicBezTo>
                  <a:pt x="157" y="168"/>
                  <a:pt x="156" y="170"/>
                  <a:pt x="156" y="172"/>
                </a:cubicBezTo>
                <a:cubicBezTo>
                  <a:pt x="156" y="178"/>
                  <a:pt x="161" y="184"/>
                  <a:pt x="168" y="184"/>
                </a:cubicBezTo>
                <a:cubicBezTo>
                  <a:pt x="175" y="184"/>
                  <a:pt x="180" y="178"/>
                  <a:pt x="180" y="172"/>
                </a:cubicBezTo>
                <a:cubicBezTo>
                  <a:pt x="180" y="168"/>
                  <a:pt x="179" y="165"/>
                  <a:pt x="176" y="163"/>
                </a:cubicBezTo>
                <a:cubicBezTo>
                  <a:pt x="181" y="161"/>
                  <a:pt x="184" y="156"/>
                  <a:pt x="184" y="150"/>
                </a:cubicBezTo>
                <a:close/>
                <a:moveTo>
                  <a:pt x="93" y="25"/>
                </a:moveTo>
                <a:cubicBezTo>
                  <a:pt x="99" y="23"/>
                  <a:pt x="103" y="17"/>
                  <a:pt x="101" y="10"/>
                </a:cubicBezTo>
                <a:cubicBezTo>
                  <a:pt x="100" y="4"/>
                  <a:pt x="93" y="0"/>
                  <a:pt x="87" y="2"/>
                </a:cubicBezTo>
                <a:cubicBezTo>
                  <a:pt x="80" y="3"/>
                  <a:pt x="77" y="10"/>
                  <a:pt x="78" y="16"/>
                </a:cubicBezTo>
                <a:cubicBezTo>
                  <a:pt x="80" y="23"/>
                  <a:pt x="87" y="27"/>
                  <a:pt x="93" y="25"/>
                </a:cubicBezTo>
                <a:close/>
                <a:moveTo>
                  <a:pt x="11" y="116"/>
                </a:moveTo>
                <a:cubicBezTo>
                  <a:pt x="42" y="107"/>
                  <a:pt x="42" y="107"/>
                  <a:pt x="42" y="107"/>
                </a:cubicBezTo>
                <a:cubicBezTo>
                  <a:pt x="48" y="106"/>
                  <a:pt x="50" y="102"/>
                  <a:pt x="50" y="102"/>
                </a:cubicBezTo>
                <a:cubicBezTo>
                  <a:pt x="61" y="81"/>
                  <a:pt x="61" y="81"/>
                  <a:pt x="61" y="81"/>
                </a:cubicBezTo>
                <a:cubicBezTo>
                  <a:pt x="84" y="93"/>
                  <a:pt x="84" y="93"/>
                  <a:pt x="84" y="93"/>
                </a:cubicBezTo>
                <a:cubicBezTo>
                  <a:pt x="85" y="128"/>
                  <a:pt x="85" y="128"/>
                  <a:pt x="85" y="128"/>
                </a:cubicBezTo>
                <a:cubicBezTo>
                  <a:pt x="85" y="128"/>
                  <a:pt x="85" y="129"/>
                  <a:pt x="85" y="130"/>
                </a:cubicBezTo>
                <a:cubicBezTo>
                  <a:pt x="86" y="134"/>
                  <a:pt x="91" y="136"/>
                  <a:pt x="95" y="135"/>
                </a:cubicBezTo>
                <a:cubicBezTo>
                  <a:pt x="98" y="134"/>
                  <a:pt x="101" y="131"/>
                  <a:pt x="100" y="127"/>
                </a:cubicBezTo>
                <a:cubicBezTo>
                  <a:pt x="99" y="85"/>
                  <a:pt x="99" y="85"/>
                  <a:pt x="99" y="85"/>
                </a:cubicBezTo>
                <a:cubicBezTo>
                  <a:pt x="99" y="79"/>
                  <a:pt x="95" y="77"/>
                  <a:pt x="95" y="77"/>
                </a:cubicBezTo>
                <a:cubicBezTo>
                  <a:pt x="78" y="67"/>
                  <a:pt x="78" y="67"/>
                  <a:pt x="78" y="67"/>
                </a:cubicBezTo>
                <a:cubicBezTo>
                  <a:pt x="88" y="46"/>
                  <a:pt x="88" y="46"/>
                  <a:pt x="88" y="46"/>
                </a:cubicBezTo>
                <a:cubicBezTo>
                  <a:pt x="91" y="56"/>
                  <a:pt x="91" y="56"/>
                  <a:pt x="91" y="56"/>
                </a:cubicBezTo>
                <a:cubicBezTo>
                  <a:pt x="91" y="56"/>
                  <a:pt x="92" y="62"/>
                  <a:pt x="100" y="60"/>
                </a:cubicBezTo>
                <a:cubicBezTo>
                  <a:pt x="125" y="53"/>
                  <a:pt x="125" y="53"/>
                  <a:pt x="125" y="53"/>
                </a:cubicBezTo>
                <a:cubicBezTo>
                  <a:pt x="127" y="53"/>
                  <a:pt x="128" y="52"/>
                  <a:pt x="129" y="51"/>
                </a:cubicBezTo>
                <a:cubicBezTo>
                  <a:pt x="130" y="48"/>
                  <a:pt x="129" y="44"/>
                  <a:pt x="126" y="42"/>
                </a:cubicBezTo>
                <a:cubicBezTo>
                  <a:pt x="125" y="41"/>
                  <a:pt x="123" y="41"/>
                  <a:pt x="122" y="41"/>
                </a:cubicBezTo>
                <a:cubicBezTo>
                  <a:pt x="101" y="47"/>
                  <a:pt x="101" y="47"/>
                  <a:pt x="101" y="47"/>
                </a:cubicBezTo>
                <a:cubicBezTo>
                  <a:pt x="97" y="30"/>
                  <a:pt x="97" y="30"/>
                  <a:pt x="97" y="30"/>
                </a:cubicBezTo>
                <a:cubicBezTo>
                  <a:pt x="95" y="29"/>
                  <a:pt x="73" y="21"/>
                  <a:pt x="73" y="21"/>
                </a:cubicBezTo>
                <a:cubicBezTo>
                  <a:pt x="45" y="29"/>
                  <a:pt x="45" y="29"/>
                  <a:pt x="45" y="29"/>
                </a:cubicBezTo>
                <a:cubicBezTo>
                  <a:pt x="43" y="29"/>
                  <a:pt x="42" y="31"/>
                  <a:pt x="41" y="32"/>
                </a:cubicBezTo>
                <a:cubicBezTo>
                  <a:pt x="28" y="60"/>
                  <a:pt x="28" y="60"/>
                  <a:pt x="28" y="60"/>
                </a:cubicBezTo>
                <a:cubicBezTo>
                  <a:pt x="27" y="61"/>
                  <a:pt x="26" y="63"/>
                  <a:pt x="27" y="65"/>
                </a:cubicBezTo>
                <a:cubicBezTo>
                  <a:pt x="28" y="68"/>
                  <a:pt x="31" y="70"/>
                  <a:pt x="34" y="69"/>
                </a:cubicBezTo>
                <a:cubicBezTo>
                  <a:pt x="36" y="68"/>
                  <a:pt x="37" y="67"/>
                  <a:pt x="38" y="66"/>
                </a:cubicBezTo>
                <a:cubicBezTo>
                  <a:pt x="51" y="40"/>
                  <a:pt x="51" y="40"/>
                  <a:pt x="51" y="40"/>
                </a:cubicBezTo>
                <a:cubicBezTo>
                  <a:pt x="61" y="37"/>
                  <a:pt x="61" y="37"/>
                  <a:pt x="61" y="37"/>
                </a:cubicBezTo>
                <a:cubicBezTo>
                  <a:pt x="34" y="94"/>
                  <a:pt x="34" y="94"/>
                  <a:pt x="34" y="94"/>
                </a:cubicBezTo>
                <a:cubicBezTo>
                  <a:pt x="7" y="101"/>
                  <a:pt x="7" y="101"/>
                  <a:pt x="7" y="101"/>
                </a:cubicBezTo>
                <a:cubicBezTo>
                  <a:pt x="6" y="101"/>
                  <a:pt x="5" y="101"/>
                  <a:pt x="5" y="102"/>
                </a:cubicBezTo>
                <a:cubicBezTo>
                  <a:pt x="1" y="104"/>
                  <a:pt x="0" y="108"/>
                  <a:pt x="2" y="112"/>
                </a:cubicBezTo>
                <a:cubicBezTo>
                  <a:pt x="3" y="115"/>
                  <a:pt x="7" y="117"/>
                  <a:pt x="11" y="116"/>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Freeform 7"/>
          <p:cNvSpPr>
            <a:spLocks noEditPoints="1"/>
          </p:cNvSpPr>
          <p:nvPr/>
        </p:nvSpPr>
        <p:spPr bwMode="auto">
          <a:xfrm>
            <a:off x="9660462" y="211050"/>
            <a:ext cx="393700" cy="301625"/>
          </a:xfrm>
          <a:custGeom>
            <a:avLst/>
            <a:gdLst>
              <a:gd name="T0" fmla="*/ 185 w 199"/>
              <a:gd name="T1" fmla="*/ 92 h 152"/>
              <a:gd name="T2" fmla="*/ 184 w 199"/>
              <a:gd name="T3" fmla="*/ 92 h 152"/>
              <a:gd name="T4" fmla="*/ 184 w 199"/>
              <a:gd name="T5" fmla="*/ 116 h 152"/>
              <a:gd name="T6" fmla="*/ 176 w 199"/>
              <a:gd name="T7" fmla="*/ 124 h 152"/>
              <a:gd name="T8" fmla="*/ 168 w 199"/>
              <a:gd name="T9" fmla="*/ 116 h 152"/>
              <a:gd name="T10" fmla="*/ 168 w 199"/>
              <a:gd name="T11" fmla="*/ 36 h 152"/>
              <a:gd name="T12" fmla="*/ 176 w 199"/>
              <a:gd name="T13" fmla="*/ 28 h 152"/>
              <a:gd name="T14" fmla="*/ 184 w 199"/>
              <a:gd name="T15" fmla="*/ 36 h 152"/>
              <a:gd name="T16" fmla="*/ 184 w 199"/>
              <a:gd name="T17" fmla="*/ 64 h 152"/>
              <a:gd name="T18" fmla="*/ 185 w 199"/>
              <a:gd name="T19" fmla="*/ 64 h 152"/>
              <a:gd name="T20" fmla="*/ 199 w 199"/>
              <a:gd name="T21" fmla="*/ 78 h 152"/>
              <a:gd name="T22" fmla="*/ 185 w 199"/>
              <a:gd name="T23" fmla="*/ 92 h 152"/>
              <a:gd name="T24" fmla="*/ 144 w 199"/>
              <a:gd name="T25" fmla="*/ 152 h 152"/>
              <a:gd name="T26" fmla="*/ 128 w 199"/>
              <a:gd name="T27" fmla="*/ 136 h 152"/>
              <a:gd name="T28" fmla="*/ 128 w 199"/>
              <a:gd name="T29" fmla="*/ 16 h 152"/>
              <a:gd name="T30" fmla="*/ 144 w 199"/>
              <a:gd name="T31" fmla="*/ 0 h 152"/>
              <a:gd name="T32" fmla="*/ 160 w 199"/>
              <a:gd name="T33" fmla="*/ 16 h 152"/>
              <a:gd name="T34" fmla="*/ 160 w 199"/>
              <a:gd name="T35" fmla="*/ 136 h 152"/>
              <a:gd name="T36" fmla="*/ 144 w 199"/>
              <a:gd name="T37" fmla="*/ 152 h 152"/>
              <a:gd name="T38" fmla="*/ 80 w 199"/>
              <a:gd name="T39" fmla="*/ 92 h 152"/>
              <a:gd name="T40" fmla="*/ 80 w 199"/>
              <a:gd name="T41" fmla="*/ 60 h 152"/>
              <a:gd name="T42" fmla="*/ 120 w 199"/>
              <a:gd name="T43" fmla="*/ 60 h 152"/>
              <a:gd name="T44" fmla="*/ 120 w 199"/>
              <a:gd name="T45" fmla="*/ 92 h 152"/>
              <a:gd name="T46" fmla="*/ 80 w 199"/>
              <a:gd name="T47" fmla="*/ 92 h 152"/>
              <a:gd name="T48" fmla="*/ 56 w 199"/>
              <a:gd name="T49" fmla="*/ 152 h 152"/>
              <a:gd name="T50" fmla="*/ 40 w 199"/>
              <a:gd name="T51" fmla="*/ 136 h 152"/>
              <a:gd name="T52" fmla="*/ 40 w 199"/>
              <a:gd name="T53" fmla="*/ 16 h 152"/>
              <a:gd name="T54" fmla="*/ 56 w 199"/>
              <a:gd name="T55" fmla="*/ 0 h 152"/>
              <a:gd name="T56" fmla="*/ 71 w 199"/>
              <a:gd name="T57" fmla="*/ 16 h 152"/>
              <a:gd name="T58" fmla="*/ 71 w 199"/>
              <a:gd name="T59" fmla="*/ 136 h 152"/>
              <a:gd name="T60" fmla="*/ 56 w 199"/>
              <a:gd name="T61" fmla="*/ 152 h 152"/>
              <a:gd name="T62" fmla="*/ 24 w 199"/>
              <a:gd name="T63" fmla="*/ 124 h 152"/>
              <a:gd name="T64" fmla="*/ 16 w 199"/>
              <a:gd name="T65" fmla="*/ 116 h 152"/>
              <a:gd name="T66" fmla="*/ 16 w 199"/>
              <a:gd name="T67" fmla="*/ 92 h 152"/>
              <a:gd name="T68" fmla="*/ 14 w 199"/>
              <a:gd name="T69" fmla="*/ 92 h 152"/>
              <a:gd name="T70" fmla="*/ 0 w 199"/>
              <a:gd name="T71" fmla="*/ 78 h 152"/>
              <a:gd name="T72" fmla="*/ 14 w 199"/>
              <a:gd name="T73" fmla="*/ 64 h 152"/>
              <a:gd name="T74" fmla="*/ 16 w 199"/>
              <a:gd name="T75" fmla="*/ 64 h 152"/>
              <a:gd name="T76" fmla="*/ 16 w 199"/>
              <a:gd name="T77" fmla="*/ 36 h 152"/>
              <a:gd name="T78" fmla="*/ 24 w 199"/>
              <a:gd name="T79" fmla="*/ 28 h 152"/>
              <a:gd name="T80" fmla="*/ 31 w 199"/>
              <a:gd name="T81" fmla="*/ 36 h 152"/>
              <a:gd name="T82" fmla="*/ 31 w 199"/>
              <a:gd name="T83" fmla="*/ 116 h 152"/>
              <a:gd name="T84" fmla="*/ 24 w 199"/>
              <a:gd name="T85" fmla="*/ 12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9" h="152">
                <a:moveTo>
                  <a:pt x="185" y="92"/>
                </a:moveTo>
                <a:cubicBezTo>
                  <a:pt x="184" y="92"/>
                  <a:pt x="184" y="92"/>
                  <a:pt x="184" y="92"/>
                </a:cubicBezTo>
                <a:cubicBezTo>
                  <a:pt x="184" y="116"/>
                  <a:pt x="184" y="116"/>
                  <a:pt x="184" y="116"/>
                </a:cubicBezTo>
                <a:cubicBezTo>
                  <a:pt x="184" y="121"/>
                  <a:pt x="180" y="124"/>
                  <a:pt x="176" y="124"/>
                </a:cubicBezTo>
                <a:cubicBezTo>
                  <a:pt x="171" y="124"/>
                  <a:pt x="168" y="121"/>
                  <a:pt x="168" y="116"/>
                </a:cubicBezTo>
                <a:cubicBezTo>
                  <a:pt x="168" y="36"/>
                  <a:pt x="168" y="36"/>
                  <a:pt x="168" y="36"/>
                </a:cubicBezTo>
                <a:cubicBezTo>
                  <a:pt x="168" y="32"/>
                  <a:pt x="171" y="28"/>
                  <a:pt x="176" y="28"/>
                </a:cubicBezTo>
                <a:cubicBezTo>
                  <a:pt x="180" y="28"/>
                  <a:pt x="184" y="32"/>
                  <a:pt x="184" y="36"/>
                </a:cubicBezTo>
                <a:cubicBezTo>
                  <a:pt x="184" y="64"/>
                  <a:pt x="184" y="64"/>
                  <a:pt x="184" y="64"/>
                </a:cubicBezTo>
                <a:cubicBezTo>
                  <a:pt x="184" y="64"/>
                  <a:pt x="184" y="64"/>
                  <a:pt x="185" y="64"/>
                </a:cubicBezTo>
                <a:cubicBezTo>
                  <a:pt x="193" y="64"/>
                  <a:pt x="199" y="70"/>
                  <a:pt x="199" y="78"/>
                </a:cubicBezTo>
                <a:cubicBezTo>
                  <a:pt x="199" y="86"/>
                  <a:pt x="193" y="92"/>
                  <a:pt x="185" y="92"/>
                </a:cubicBezTo>
                <a:close/>
                <a:moveTo>
                  <a:pt x="144" y="152"/>
                </a:moveTo>
                <a:cubicBezTo>
                  <a:pt x="135" y="152"/>
                  <a:pt x="128" y="145"/>
                  <a:pt x="128" y="136"/>
                </a:cubicBezTo>
                <a:cubicBezTo>
                  <a:pt x="128" y="16"/>
                  <a:pt x="128" y="16"/>
                  <a:pt x="128" y="16"/>
                </a:cubicBezTo>
                <a:cubicBezTo>
                  <a:pt x="128" y="8"/>
                  <a:pt x="135" y="0"/>
                  <a:pt x="144" y="0"/>
                </a:cubicBezTo>
                <a:cubicBezTo>
                  <a:pt x="152" y="0"/>
                  <a:pt x="160" y="8"/>
                  <a:pt x="160" y="16"/>
                </a:cubicBezTo>
                <a:cubicBezTo>
                  <a:pt x="160" y="136"/>
                  <a:pt x="160" y="136"/>
                  <a:pt x="160" y="136"/>
                </a:cubicBezTo>
                <a:cubicBezTo>
                  <a:pt x="160" y="145"/>
                  <a:pt x="152" y="152"/>
                  <a:pt x="144" y="152"/>
                </a:cubicBezTo>
                <a:close/>
                <a:moveTo>
                  <a:pt x="80" y="92"/>
                </a:moveTo>
                <a:cubicBezTo>
                  <a:pt x="80" y="60"/>
                  <a:pt x="80" y="60"/>
                  <a:pt x="80" y="60"/>
                </a:cubicBezTo>
                <a:cubicBezTo>
                  <a:pt x="120" y="60"/>
                  <a:pt x="120" y="60"/>
                  <a:pt x="120" y="60"/>
                </a:cubicBezTo>
                <a:cubicBezTo>
                  <a:pt x="120" y="92"/>
                  <a:pt x="120" y="92"/>
                  <a:pt x="120" y="92"/>
                </a:cubicBezTo>
                <a:lnTo>
                  <a:pt x="80" y="92"/>
                </a:lnTo>
                <a:close/>
                <a:moveTo>
                  <a:pt x="56" y="152"/>
                </a:moveTo>
                <a:cubicBezTo>
                  <a:pt x="47" y="152"/>
                  <a:pt x="40" y="145"/>
                  <a:pt x="40" y="136"/>
                </a:cubicBezTo>
                <a:cubicBezTo>
                  <a:pt x="40" y="16"/>
                  <a:pt x="40" y="16"/>
                  <a:pt x="40" y="16"/>
                </a:cubicBezTo>
                <a:cubicBezTo>
                  <a:pt x="40" y="8"/>
                  <a:pt x="47" y="0"/>
                  <a:pt x="56" y="0"/>
                </a:cubicBezTo>
                <a:cubicBezTo>
                  <a:pt x="65" y="0"/>
                  <a:pt x="71" y="8"/>
                  <a:pt x="71" y="16"/>
                </a:cubicBezTo>
                <a:cubicBezTo>
                  <a:pt x="71" y="136"/>
                  <a:pt x="71" y="136"/>
                  <a:pt x="71" y="136"/>
                </a:cubicBezTo>
                <a:cubicBezTo>
                  <a:pt x="71" y="145"/>
                  <a:pt x="65" y="152"/>
                  <a:pt x="56" y="152"/>
                </a:cubicBezTo>
                <a:close/>
                <a:moveTo>
                  <a:pt x="24" y="124"/>
                </a:moveTo>
                <a:cubicBezTo>
                  <a:pt x="19" y="124"/>
                  <a:pt x="16" y="121"/>
                  <a:pt x="16" y="116"/>
                </a:cubicBezTo>
                <a:cubicBezTo>
                  <a:pt x="16" y="92"/>
                  <a:pt x="16" y="92"/>
                  <a:pt x="16" y="92"/>
                </a:cubicBezTo>
                <a:cubicBezTo>
                  <a:pt x="15" y="92"/>
                  <a:pt x="15" y="92"/>
                  <a:pt x="14" y="92"/>
                </a:cubicBezTo>
                <a:cubicBezTo>
                  <a:pt x="7" y="92"/>
                  <a:pt x="0" y="86"/>
                  <a:pt x="0" y="78"/>
                </a:cubicBezTo>
                <a:cubicBezTo>
                  <a:pt x="0" y="70"/>
                  <a:pt x="7" y="64"/>
                  <a:pt x="14" y="64"/>
                </a:cubicBezTo>
                <a:cubicBezTo>
                  <a:pt x="15" y="64"/>
                  <a:pt x="15" y="64"/>
                  <a:pt x="16" y="64"/>
                </a:cubicBezTo>
                <a:cubicBezTo>
                  <a:pt x="16" y="36"/>
                  <a:pt x="16" y="36"/>
                  <a:pt x="16" y="36"/>
                </a:cubicBezTo>
                <a:cubicBezTo>
                  <a:pt x="16" y="32"/>
                  <a:pt x="19" y="28"/>
                  <a:pt x="24" y="28"/>
                </a:cubicBezTo>
                <a:cubicBezTo>
                  <a:pt x="28" y="28"/>
                  <a:pt x="31" y="32"/>
                  <a:pt x="31" y="36"/>
                </a:cubicBezTo>
                <a:cubicBezTo>
                  <a:pt x="31" y="116"/>
                  <a:pt x="31" y="116"/>
                  <a:pt x="31" y="116"/>
                </a:cubicBezTo>
                <a:cubicBezTo>
                  <a:pt x="31" y="121"/>
                  <a:pt x="28" y="124"/>
                  <a:pt x="24" y="124"/>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 name="Freeform 8"/>
          <p:cNvSpPr>
            <a:spLocks noEditPoints="1"/>
          </p:cNvSpPr>
          <p:nvPr/>
        </p:nvSpPr>
        <p:spPr bwMode="auto">
          <a:xfrm>
            <a:off x="10189099" y="168188"/>
            <a:ext cx="300038" cy="387350"/>
          </a:xfrm>
          <a:custGeom>
            <a:avLst/>
            <a:gdLst>
              <a:gd name="T0" fmla="*/ 138 w 152"/>
              <a:gd name="T1" fmla="*/ 99 h 196"/>
              <a:gd name="T2" fmla="*/ 147 w 152"/>
              <a:gd name="T3" fmla="*/ 135 h 196"/>
              <a:gd name="T4" fmla="*/ 113 w 152"/>
              <a:gd name="T5" fmla="*/ 196 h 196"/>
              <a:gd name="T6" fmla="*/ 39 w 152"/>
              <a:gd name="T7" fmla="*/ 196 h 196"/>
              <a:gd name="T8" fmla="*/ 4 w 152"/>
              <a:gd name="T9" fmla="*/ 135 h 196"/>
              <a:gd name="T10" fmla="*/ 14 w 152"/>
              <a:gd name="T11" fmla="*/ 99 h 196"/>
              <a:gd name="T12" fmla="*/ 0 w 152"/>
              <a:gd name="T13" fmla="*/ 60 h 196"/>
              <a:gd name="T14" fmla="*/ 60 w 152"/>
              <a:gd name="T15" fmla="*/ 0 h 196"/>
              <a:gd name="T16" fmla="*/ 92 w 152"/>
              <a:gd name="T17" fmla="*/ 0 h 196"/>
              <a:gd name="T18" fmla="*/ 152 w 152"/>
              <a:gd name="T19" fmla="*/ 60 h 196"/>
              <a:gd name="T20" fmla="*/ 138 w 152"/>
              <a:gd name="T21" fmla="*/ 99 h 196"/>
              <a:gd name="T22" fmla="*/ 28 w 152"/>
              <a:gd name="T23" fmla="*/ 163 h 196"/>
              <a:gd name="T24" fmla="*/ 83 w 152"/>
              <a:gd name="T25" fmla="*/ 81 h 196"/>
              <a:gd name="T26" fmla="*/ 35 w 152"/>
              <a:gd name="T27" fmla="*/ 101 h 196"/>
              <a:gd name="T28" fmla="*/ 28 w 152"/>
              <a:gd name="T29" fmla="*/ 163 h 196"/>
              <a:gd name="T30" fmla="*/ 92 w 152"/>
              <a:gd name="T31" fmla="*/ 20 h 196"/>
              <a:gd name="T32" fmla="*/ 60 w 152"/>
              <a:gd name="T33" fmla="*/ 20 h 196"/>
              <a:gd name="T34" fmla="*/ 20 w 152"/>
              <a:gd name="T35" fmla="*/ 60 h 196"/>
              <a:gd name="T36" fmla="*/ 27 w 152"/>
              <a:gd name="T37" fmla="*/ 83 h 196"/>
              <a:gd name="T38" fmla="*/ 76 w 152"/>
              <a:gd name="T39" fmla="*/ 64 h 196"/>
              <a:gd name="T40" fmla="*/ 125 w 152"/>
              <a:gd name="T41" fmla="*/ 83 h 196"/>
              <a:gd name="T42" fmla="*/ 132 w 152"/>
              <a:gd name="T43" fmla="*/ 60 h 196"/>
              <a:gd name="T44" fmla="*/ 92 w 152"/>
              <a:gd name="T45" fmla="*/ 20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2" h="196">
                <a:moveTo>
                  <a:pt x="138" y="99"/>
                </a:moveTo>
                <a:cubicBezTo>
                  <a:pt x="144" y="110"/>
                  <a:pt x="147" y="122"/>
                  <a:pt x="147" y="135"/>
                </a:cubicBezTo>
                <a:cubicBezTo>
                  <a:pt x="147" y="161"/>
                  <a:pt x="133" y="184"/>
                  <a:pt x="113" y="196"/>
                </a:cubicBezTo>
                <a:cubicBezTo>
                  <a:pt x="39" y="196"/>
                  <a:pt x="39" y="196"/>
                  <a:pt x="39" y="196"/>
                </a:cubicBezTo>
                <a:cubicBezTo>
                  <a:pt x="18" y="184"/>
                  <a:pt x="4" y="161"/>
                  <a:pt x="4" y="135"/>
                </a:cubicBezTo>
                <a:cubicBezTo>
                  <a:pt x="4" y="122"/>
                  <a:pt x="8" y="110"/>
                  <a:pt x="14" y="99"/>
                </a:cubicBezTo>
                <a:cubicBezTo>
                  <a:pt x="5" y="89"/>
                  <a:pt x="0" y="75"/>
                  <a:pt x="0" y="60"/>
                </a:cubicBezTo>
                <a:cubicBezTo>
                  <a:pt x="0" y="27"/>
                  <a:pt x="27" y="0"/>
                  <a:pt x="60" y="0"/>
                </a:cubicBezTo>
                <a:cubicBezTo>
                  <a:pt x="92" y="0"/>
                  <a:pt x="92" y="0"/>
                  <a:pt x="92" y="0"/>
                </a:cubicBezTo>
                <a:cubicBezTo>
                  <a:pt x="125" y="0"/>
                  <a:pt x="152" y="27"/>
                  <a:pt x="152" y="60"/>
                </a:cubicBezTo>
                <a:cubicBezTo>
                  <a:pt x="152" y="75"/>
                  <a:pt x="147" y="89"/>
                  <a:pt x="138" y="99"/>
                </a:cubicBezTo>
                <a:close/>
                <a:moveTo>
                  <a:pt x="28" y="163"/>
                </a:moveTo>
                <a:cubicBezTo>
                  <a:pt x="25" y="103"/>
                  <a:pt x="83" y="81"/>
                  <a:pt x="83" y="81"/>
                </a:cubicBezTo>
                <a:cubicBezTo>
                  <a:pt x="83" y="81"/>
                  <a:pt x="57" y="74"/>
                  <a:pt x="35" y="101"/>
                </a:cubicBezTo>
                <a:cubicBezTo>
                  <a:pt x="16" y="128"/>
                  <a:pt x="21" y="147"/>
                  <a:pt x="28" y="163"/>
                </a:cubicBezTo>
                <a:close/>
                <a:moveTo>
                  <a:pt x="92" y="20"/>
                </a:moveTo>
                <a:cubicBezTo>
                  <a:pt x="60" y="20"/>
                  <a:pt x="60" y="20"/>
                  <a:pt x="60" y="20"/>
                </a:cubicBezTo>
                <a:cubicBezTo>
                  <a:pt x="38" y="20"/>
                  <a:pt x="20" y="38"/>
                  <a:pt x="20" y="60"/>
                </a:cubicBezTo>
                <a:cubicBezTo>
                  <a:pt x="20" y="69"/>
                  <a:pt x="23" y="77"/>
                  <a:pt x="27" y="83"/>
                </a:cubicBezTo>
                <a:cubicBezTo>
                  <a:pt x="40" y="71"/>
                  <a:pt x="57" y="64"/>
                  <a:pt x="76" y="64"/>
                </a:cubicBezTo>
                <a:cubicBezTo>
                  <a:pt x="95" y="64"/>
                  <a:pt x="112" y="71"/>
                  <a:pt x="125" y="83"/>
                </a:cubicBezTo>
                <a:cubicBezTo>
                  <a:pt x="129" y="77"/>
                  <a:pt x="132" y="69"/>
                  <a:pt x="132" y="60"/>
                </a:cubicBezTo>
                <a:cubicBezTo>
                  <a:pt x="132" y="38"/>
                  <a:pt x="114" y="20"/>
                  <a:pt x="92" y="20"/>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Freeform 9"/>
          <p:cNvSpPr>
            <a:spLocks noEditPoints="1"/>
          </p:cNvSpPr>
          <p:nvPr/>
        </p:nvSpPr>
        <p:spPr bwMode="auto">
          <a:xfrm>
            <a:off x="10689162" y="168188"/>
            <a:ext cx="246063" cy="387350"/>
          </a:xfrm>
          <a:custGeom>
            <a:avLst/>
            <a:gdLst>
              <a:gd name="T0" fmla="*/ 104 w 124"/>
              <a:gd name="T1" fmla="*/ 196 h 196"/>
              <a:gd name="T2" fmla="*/ 20 w 124"/>
              <a:gd name="T3" fmla="*/ 196 h 196"/>
              <a:gd name="T4" fmla="*/ 0 w 124"/>
              <a:gd name="T5" fmla="*/ 176 h 196"/>
              <a:gd name="T6" fmla="*/ 0 w 124"/>
              <a:gd name="T7" fmla="*/ 84 h 196"/>
              <a:gd name="T8" fmla="*/ 0 w 124"/>
              <a:gd name="T9" fmla="*/ 82 h 196"/>
              <a:gd name="T10" fmla="*/ 24 w 124"/>
              <a:gd name="T11" fmla="*/ 47 h 196"/>
              <a:gd name="T12" fmla="*/ 24 w 124"/>
              <a:gd name="T13" fmla="*/ 44 h 196"/>
              <a:gd name="T14" fmla="*/ 100 w 124"/>
              <a:gd name="T15" fmla="*/ 44 h 196"/>
              <a:gd name="T16" fmla="*/ 100 w 124"/>
              <a:gd name="T17" fmla="*/ 47 h 196"/>
              <a:gd name="T18" fmla="*/ 123 w 124"/>
              <a:gd name="T19" fmla="*/ 82 h 196"/>
              <a:gd name="T20" fmla="*/ 124 w 124"/>
              <a:gd name="T21" fmla="*/ 84 h 196"/>
              <a:gd name="T22" fmla="*/ 124 w 124"/>
              <a:gd name="T23" fmla="*/ 176 h 196"/>
              <a:gd name="T24" fmla="*/ 104 w 124"/>
              <a:gd name="T25" fmla="*/ 196 h 196"/>
              <a:gd name="T26" fmla="*/ 115 w 124"/>
              <a:gd name="T27" fmla="*/ 92 h 196"/>
              <a:gd name="T28" fmla="*/ 115 w 124"/>
              <a:gd name="T29" fmla="*/ 90 h 196"/>
              <a:gd name="T30" fmla="*/ 92 w 124"/>
              <a:gd name="T31" fmla="*/ 55 h 196"/>
              <a:gd name="T32" fmla="*/ 92 w 124"/>
              <a:gd name="T33" fmla="*/ 52 h 196"/>
              <a:gd name="T34" fmla="*/ 31 w 124"/>
              <a:gd name="T35" fmla="*/ 52 h 196"/>
              <a:gd name="T36" fmla="*/ 31 w 124"/>
              <a:gd name="T37" fmla="*/ 55 h 196"/>
              <a:gd name="T38" fmla="*/ 8 w 124"/>
              <a:gd name="T39" fmla="*/ 90 h 196"/>
              <a:gd name="T40" fmla="*/ 8 w 124"/>
              <a:gd name="T41" fmla="*/ 92 h 196"/>
              <a:gd name="T42" fmla="*/ 8 w 124"/>
              <a:gd name="T43" fmla="*/ 92 h 196"/>
              <a:gd name="T44" fmla="*/ 80 w 124"/>
              <a:gd name="T45" fmla="*/ 92 h 196"/>
              <a:gd name="T46" fmla="*/ 80 w 124"/>
              <a:gd name="T47" fmla="*/ 148 h 196"/>
              <a:gd name="T48" fmla="*/ 8 w 124"/>
              <a:gd name="T49" fmla="*/ 148 h 196"/>
              <a:gd name="T50" fmla="*/ 8 w 124"/>
              <a:gd name="T51" fmla="*/ 170 h 196"/>
              <a:gd name="T52" fmla="*/ 25 w 124"/>
              <a:gd name="T53" fmla="*/ 188 h 196"/>
              <a:gd name="T54" fmla="*/ 98 w 124"/>
              <a:gd name="T55" fmla="*/ 188 h 196"/>
              <a:gd name="T56" fmla="*/ 115 w 124"/>
              <a:gd name="T57" fmla="*/ 170 h 196"/>
              <a:gd name="T58" fmla="*/ 115 w 124"/>
              <a:gd name="T59" fmla="*/ 92 h 196"/>
              <a:gd name="T60" fmla="*/ 20 w 124"/>
              <a:gd name="T61" fmla="*/ 36 h 196"/>
              <a:gd name="T62" fmla="*/ 20 w 124"/>
              <a:gd name="T63" fmla="*/ 8 h 196"/>
              <a:gd name="T64" fmla="*/ 28 w 124"/>
              <a:gd name="T65" fmla="*/ 0 h 196"/>
              <a:gd name="T66" fmla="*/ 96 w 124"/>
              <a:gd name="T67" fmla="*/ 0 h 196"/>
              <a:gd name="T68" fmla="*/ 104 w 124"/>
              <a:gd name="T69" fmla="*/ 8 h 196"/>
              <a:gd name="T70" fmla="*/ 104 w 124"/>
              <a:gd name="T71" fmla="*/ 36 h 196"/>
              <a:gd name="T72" fmla="*/ 20 w 124"/>
              <a:gd name="T73" fmla="*/ 36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4" h="196">
                <a:moveTo>
                  <a:pt x="104" y="196"/>
                </a:moveTo>
                <a:cubicBezTo>
                  <a:pt x="20" y="196"/>
                  <a:pt x="20" y="196"/>
                  <a:pt x="20" y="196"/>
                </a:cubicBezTo>
                <a:cubicBezTo>
                  <a:pt x="8" y="196"/>
                  <a:pt x="0" y="188"/>
                  <a:pt x="0" y="176"/>
                </a:cubicBezTo>
                <a:cubicBezTo>
                  <a:pt x="0" y="84"/>
                  <a:pt x="0" y="84"/>
                  <a:pt x="0" y="84"/>
                </a:cubicBezTo>
                <a:cubicBezTo>
                  <a:pt x="0" y="84"/>
                  <a:pt x="0" y="83"/>
                  <a:pt x="0" y="82"/>
                </a:cubicBezTo>
                <a:cubicBezTo>
                  <a:pt x="2" y="54"/>
                  <a:pt x="24" y="68"/>
                  <a:pt x="24" y="47"/>
                </a:cubicBezTo>
                <a:cubicBezTo>
                  <a:pt x="24" y="44"/>
                  <a:pt x="24" y="44"/>
                  <a:pt x="24" y="44"/>
                </a:cubicBezTo>
                <a:cubicBezTo>
                  <a:pt x="100" y="44"/>
                  <a:pt x="100" y="44"/>
                  <a:pt x="100" y="44"/>
                </a:cubicBezTo>
                <a:cubicBezTo>
                  <a:pt x="100" y="47"/>
                  <a:pt x="100" y="47"/>
                  <a:pt x="100" y="47"/>
                </a:cubicBezTo>
                <a:cubicBezTo>
                  <a:pt x="100" y="68"/>
                  <a:pt x="121" y="54"/>
                  <a:pt x="123" y="82"/>
                </a:cubicBezTo>
                <a:cubicBezTo>
                  <a:pt x="123" y="83"/>
                  <a:pt x="124" y="84"/>
                  <a:pt x="124" y="84"/>
                </a:cubicBezTo>
                <a:cubicBezTo>
                  <a:pt x="124" y="176"/>
                  <a:pt x="124" y="176"/>
                  <a:pt x="124" y="176"/>
                </a:cubicBezTo>
                <a:cubicBezTo>
                  <a:pt x="124" y="188"/>
                  <a:pt x="115" y="196"/>
                  <a:pt x="104" y="196"/>
                </a:cubicBezTo>
                <a:close/>
                <a:moveTo>
                  <a:pt x="115" y="92"/>
                </a:moveTo>
                <a:cubicBezTo>
                  <a:pt x="115" y="91"/>
                  <a:pt x="115" y="91"/>
                  <a:pt x="115" y="90"/>
                </a:cubicBezTo>
                <a:cubicBezTo>
                  <a:pt x="113" y="65"/>
                  <a:pt x="92" y="74"/>
                  <a:pt x="92" y="55"/>
                </a:cubicBezTo>
                <a:cubicBezTo>
                  <a:pt x="92" y="52"/>
                  <a:pt x="92" y="52"/>
                  <a:pt x="92" y="52"/>
                </a:cubicBezTo>
                <a:cubicBezTo>
                  <a:pt x="31" y="52"/>
                  <a:pt x="31" y="52"/>
                  <a:pt x="31" y="52"/>
                </a:cubicBezTo>
                <a:cubicBezTo>
                  <a:pt x="31" y="55"/>
                  <a:pt x="31" y="55"/>
                  <a:pt x="31" y="55"/>
                </a:cubicBezTo>
                <a:cubicBezTo>
                  <a:pt x="31" y="74"/>
                  <a:pt x="10" y="65"/>
                  <a:pt x="8" y="90"/>
                </a:cubicBezTo>
                <a:cubicBezTo>
                  <a:pt x="8" y="91"/>
                  <a:pt x="8" y="91"/>
                  <a:pt x="8" y="92"/>
                </a:cubicBezTo>
                <a:cubicBezTo>
                  <a:pt x="8" y="92"/>
                  <a:pt x="8" y="92"/>
                  <a:pt x="8" y="92"/>
                </a:cubicBezTo>
                <a:cubicBezTo>
                  <a:pt x="80" y="92"/>
                  <a:pt x="80" y="92"/>
                  <a:pt x="80" y="92"/>
                </a:cubicBezTo>
                <a:cubicBezTo>
                  <a:pt x="80" y="148"/>
                  <a:pt x="80" y="148"/>
                  <a:pt x="80" y="148"/>
                </a:cubicBezTo>
                <a:cubicBezTo>
                  <a:pt x="8" y="148"/>
                  <a:pt x="8" y="148"/>
                  <a:pt x="8" y="148"/>
                </a:cubicBezTo>
                <a:cubicBezTo>
                  <a:pt x="8" y="170"/>
                  <a:pt x="8" y="170"/>
                  <a:pt x="8" y="170"/>
                </a:cubicBezTo>
                <a:cubicBezTo>
                  <a:pt x="8" y="180"/>
                  <a:pt x="15" y="188"/>
                  <a:pt x="25" y="188"/>
                </a:cubicBezTo>
                <a:cubicBezTo>
                  <a:pt x="98" y="188"/>
                  <a:pt x="98" y="188"/>
                  <a:pt x="98" y="188"/>
                </a:cubicBezTo>
                <a:cubicBezTo>
                  <a:pt x="108" y="188"/>
                  <a:pt x="115" y="180"/>
                  <a:pt x="115" y="170"/>
                </a:cubicBezTo>
                <a:lnTo>
                  <a:pt x="115" y="92"/>
                </a:lnTo>
                <a:close/>
                <a:moveTo>
                  <a:pt x="20" y="36"/>
                </a:moveTo>
                <a:cubicBezTo>
                  <a:pt x="20" y="8"/>
                  <a:pt x="20" y="8"/>
                  <a:pt x="20" y="8"/>
                </a:cubicBezTo>
                <a:cubicBezTo>
                  <a:pt x="20" y="4"/>
                  <a:pt x="23" y="0"/>
                  <a:pt x="28" y="0"/>
                </a:cubicBezTo>
                <a:cubicBezTo>
                  <a:pt x="96" y="0"/>
                  <a:pt x="96" y="0"/>
                  <a:pt x="96" y="0"/>
                </a:cubicBezTo>
                <a:cubicBezTo>
                  <a:pt x="100" y="0"/>
                  <a:pt x="104" y="4"/>
                  <a:pt x="104" y="8"/>
                </a:cubicBezTo>
                <a:cubicBezTo>
                  <a:pt x="104" y="36"/>
                  <a:pt x="104" y="36"/>
                  <a:pt x="104" y="36"/>
                </a:cubicBezTo>
                <a:cubicBezTo>
                  <a:pt x="65" y="36"/>
                  <a:pt x="61" y="36"/>
                  <a:pt x="20" y="36"/>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10"/>
          <p:cNvSpPr>
            <a:spLocks noEditPoints="1"/>
          </p:cNvSpPr>
          <p:nvPr/>
        </p:nvSpPr>
        <p:spPr bwMode="auto">
          <a:xfrm>
            <a:off x="11101912" y="163425"/>
            <a:ext cx="406400" cy="401638"/>
          </a:xfrm>
          <a:custGeom>
            <a:avLst/>
            <a:gdLst>
              <a:gd name="T0" fmla="*/ 95 w 205"/>
              <a:gd name="T1" fmla="*/ 196 h 203"/>
              <a:gd name="T2" fmla="*/ 77 w 205"/>
              <a:gd name="T3" fmla="*/ 178 h 203"/>
              <a:gd name="T4" fmla="*/ 88 w 205"/>
              <a:gd name="T5" fmla="*/ 165 h 203"/>
              <a:gd name="T6" fmla="*/ 128 w 205"/>
              <a:gd name="T7" fmla="*/ 118 h 203"/>
              <a:gd name="T8" fmla="*/ 139 w 205"/>
              <a:gd name="T9" fmla="*/ 113 h 203"/>
              <a:gd name="T10" fmla="*/ 157 w 205"/>
              <a:gd name="T11" fmla="*/ 132 h 203"/>
              <a:gd name="T12" fmla="*/ 154 w 205"/>
              <a:gd name="T13" fmla="*/ 135 h 203"/>
              <a:gd name="T14" fmla="*/ 143 w 205"/>
              <a:gd name="T15" fmla="*/ 136 h 203"/>
              <a:gd name="T16" fmla="*/ 136 w 205"/>
              <a:gd name="T17" fmla="*/ 148 h 203"/>
              <a:gd name="T18" fmla="*/ 124 w 205"/>
              <a:gd name="T19" fmla="*/ 168 h 203"/>
              <a:gd name="T20" fmla="*/ 113 w 205"/>
              <a:gd name="T21" fmla="*/ 181 h 203"/>
              <a:gd name="T22" fmla="*/ 95 w 205"/>
              <a:gd name="T23" fmla="*/ 196 h 203"/>
              <a:gd name="T24" fmla="*/ 137 w 205"/>
              <a:gd name="T25" fmla="*/ 105 h 203"/>
              <a:gd name="T26" fmla="*/ 159 w 205"/>
              <a:gd name="T27" fmla="*/ 80 h 203"/>
              <a:gd name="T28" fmla="*/ 135 w 205"/>
              <a:gd name="T29" fmla="*/ 69 h 203"/>
              <a:gd name="T30" fmla="*/ 124 w 205"/>
              <a:gd name="T31" fmla="*/ 44 h 203"/>
              <a:gd name="T32" fmla="*/ 99 w 205"/>
              <a:gd name="T33" fmla="*/ 66 h 203"/>
              <a:gd name="T34" fmla="*/ 86 w 205"/>
              <a:gd name="T35" fmla="*/ 50 h 203"/>
              <a:gd name="T36" fmla="*/ 140 w 205"/>
              <a:gd name="T37" fmla="*/ 10 h 203"/>
              <a:gd name="T38" fmla="*/ 139 w 205"/>
              <a:gd name="T39" fmla="*/ 11 h 203"/>
              <a:gd name="T40" fmla="*/ 190 w 205"/>
              <a:gd name="T41" fmla="*/ 15 h 203"/>
              <a:gd name="T42" fmla="*/ 192 w 205"/>
              <a:gd name="T43" fmla="*/ 67 h 203"/>
              <a:gd name="T44" fmla="*/ 153 w 205"/>
              <a:gd name="T45" fmla="*/ 118 h 203"/>
              <a:gd name="T46" fmla="*/ 137 w 205"/>
              <a:gd name="T47" fmla="*/ 105 h 203"/>
              <a:gd name="T48" fmla="*/ 176 w 205"/>
              <a:gd name="T49" fmla="*/ 28 h 203"/>
              <a:gd name="T50" fmla="*/ 149 w 205"/>
              <a:gd name="T51" fmla="*/ 28 h 203"/>
              <a:gd name="T52" fmla="*/ 149 w 205"/>
              <a:gd name="T53" fmla="*/ 55 h 203"/>
              <a:gd name="T54" fmla="*/ 176 w 205"/>
              <a:gd name="T55" fmla="*/ 55 h 203"/>
              <a:gd name="T56" fmla="*/ 176 w 205"/>
              <a:gd name="T57" fmla="*/ 28 h 203"/>
              <a:gd name="T58" fmla="*/ 86 w 205"/>
              <a:gd name="T59" fmla="*/ 75 h 203"/>
              <a:gd name="T60" fmla="*/ 39 w 205"/>
              <a:gd name="T61" fmla="*/ 116 h 203"/>
              <a:gd name="T62" fmla="*/ 26 w 205"/>
              <a:gd name="T63" fmla="*/ 126 h 203"/>
              <a:gd name="T64" fmla="*/ 7 w 205"/>
              <a:gd name="T65" fmla="*/ 108 h 203"/>
              <a:gd name="T66" fmla="*/ 23 w 205"/>
              <a:gd name="T67" fmla="*/ 90 h 203"/>
              <a:gd name="T68" fmla="*/ 36 w 205"/>
              <a:gd name="T69" fmla="*/ 80 h 203"/>
              <a:gd name="T70" fmla="*/ 55 w 205"/>
              <a:gd name="T71" fmla="*/ 68 h 203"/>
              <a:gd name="T72" fmla="*/ 67 w 205"/>
              <a:gd name="T73" fmla="*/ 61 h 203"/>
              <a:gd name="T74" fmla="*/ 68 w 205"/>
              <a:gd name="T75" fmla="*/ 50 h 203"/>
              <a:gd name="T76" fmla="*/ 72 w 205"/>
              <a:gd name="T77" fmla="*/ 46 h 203"/>
              <a:gd name="T78" fmla="*/ 90 w 205"/>
              <a:gd name="T79" fmla="*/ 65 h 203"/>
              <a:gd name="T80" fmla="*/ 86 w 205"/>
              <a:gd name="T81" fmla="*/ 75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5" h="203">
                <a:moveTo>
                  <a:pt x="95" y="196"/>
                </a:moveTo>
                <a:cubicBezTo>
                  <a:pt x="88" y="189"/>
                  <a:pt x="86" y="187"/>
                  <a:pt x="77" y="178"/>
                </a:cubicBezTo>
                <a:cubicBezTo>
                  <a:pt x="68" y="169"/>
                  <a:pt x="85" y="165"/>
                  <a:pt x="88" y="165"/>
                </a:cubicBezTo>
                <a:cubicBezTo>
                  <a:pt x="107" y="152"/>
                  <a:pt x="121" y="126"/>
                  <a:pt x="128" y="118"/>
                </a:cubicBezTo>
                <a:cubicBezTo>
                  <a:pt x="136" y="110"/>
                  <a:pt x="139" y="113"/>
                  <a:pt x="139" y="113"/>
                </a:cubicBezTo>
                <a:cubicBezTo>
                  <a:pt x="139" y="113"/>
                  <a:pt x="156" y="121"/>
                  <a:pt x="157" y="132"/>
                </a:cubicBezTo>
                <a:cubicBezTo>
                  <a:pt x="156" y="133"/>
                  <a:pt x="154" y="135"/>
                  <a:pt x="154" y="135"/>
                </a:cubicBezTo>
                <a:cubicBezTo>
                  <a:pt x="143" y="136"/>
                  <a:pt x="143" y="136"/>
                  <a:pt x="143" y="136"/>
                </a:cubicBezTo>
                <a:cubicBezTo>
                  <a:pt x="143" y="136"/>
                  <a:pt x="134" y="144"/>
                  <a:pt x="136" y="148"/>
                </a:cubicBezTo>
                <a:cubicBezTo>
                  <a:pt x="124" y="157"/>
                  <a:pt x="124" y="168"/>
                  <a:pt x="124" y="168"/>
                </a:cubicBezTo>
                <a:cubicBezTo>
                  <a:pt x="124" y="168"/>
                  <a:pt x="112" y="174"/>
                  <a:pt x="113" y="181"/>
                </a:cubicBezTo>
                <a:cubicBezTo>
                  <a:pt x="113" y="183"/>
                  <a:pt x="102" y="203"/>
                  <a:pt x="95" y="196"/>
                </a:cubicBezTo>
                <a:close/>
                <a:moveTo>
                  <a:pt x="137" y="105"/>
                </a:moveTo>
                <a:cubicBezTo>
                  <a:pt x="146" y="97"/>
                  <a:pt x="154" y="87"/>
                  <a:pt x="159" y="80"/>
                </a:cubicBezTo>
                <a:cubicBezTo>
                  <a:pt x="151" y="80"/>
                  <a:pt x="142" y="76"/>
                  <a:pt x="135" y="69"/>
                </a:cubicBezTo>
                <a:cubicBezTo>
                  <a:pt x="128" y="62"/>
                  <a:pt x="125" y="53"/>
                  <a:pt x="124" y="44"/>
                </a:cubicBezTo>
                <a:cubicBezTo>
                  <a:pt x="117" y="49"/>
                  <a:pt x="107" y="58"/>
                  <a:pt x="99" y="66"/>
                </a:cubicBezTo>
                <a:cubicBezTo>
                  <a:pt x="98" y="65"/>
                  <a:pt x="88" y="52"/>
                  <a:pt x="86" y="50"/>
                </a:cubicBezTo>
                <a:cubicBezTo>
                  <a:pt x="114" y="26"/>
                  <a:pt x="140" y="10"/>
                  <a:pt x="140" y="10"/>
                </a:cubicBezTo>
                <a:cubicBezTo>
                  <a:pt x="139" y="11"/>
                  <a:pt x="139" y="11"/>
                  <a:pt x="139" y="11"/>
                </a:cubicBezTo>
                <a:cubicBezTo>
                  <a:pt x="154" y="0"/>
                  <a:pt x="176" y="1"/>
                  <a:pt x="190" y="15"/>
                </a:cubicBezTo>
                <a:cubicBezTo>
                  <a:pt x="204" y="29"/>
                  <a:pt x="205" y="52"/>
                  <a:pt x="192" y="67"/>
                </a:cubicBezTo>
                <a:cubicBezTo>
                  <a:pt x="186" y="75"/>
                  <a:pt x="172" y="96"/>
                  <a:pt x="153" y="118"/>
                </a:cubicBezTo>
                <a:cubicBezTo>
                  <a:pt x="152" y="116"/>
                  <a:pt x="138" y="106"/>
                  <a:pt x="137" y="105"/>
                </a:cubicBezTo>
                <a:close/>
                <a:moveTo>
                  <a:pt x="176" y="28"/>
                </a:moveTo>
                <a:cubicBezTo>
                  <a:pt x="169" y="21"/>
                  <a:pt x="157" y="21"/>
                  <a:pt x="149" y="28"/>
                </a:cubicBezTo>
                <a:cubicBezTo>
                  <a:pt x="142" y="36"/>
                  <a:pt x="142" y="48"/>
                  <a:pt x="149" y="55"/>
                </a:cubicBezTo>
                <a:cubicBezTo>
                  <a:pt x="157" y="63"/>
                  <a:pt x="169" y="63"/>
                  <a:pt x="176" y="55"/>
                </a:cubicBezTo>
                <a:cubicBezTo>
                  <a:pt x="183" y="48"/>
                  <a:pt x="183" y="36"/>
                  <a:pt x="176" y="28"/>
                </a:cubicBezTo>
                <a:close/>
                <a:moveTo>
                  <a:pt x="86" y="75"/>
                </a:moveTo>
                <a:cubicBezTo>
                  <a:pt x="78" y="83"/>
                  <a:pt x="52" y="97"/>
                  <a:pt x="39" y="116"/>
                </a:cubicBezTo>
                <a:cubicBezTo>
                  <a:pt x="39" y="118"/>
                  <a:pt x="34" y="135"/>
                  <a:pt x="26" y="126"/>
                </a:cubicBezTo>
                <a:cubicBezTo>
                  <a:pt x="17" y="117"/>
                  <a:pt x="15" y="115"/>
                  <a:pt x="7" y="108"/>
                </a:cubicBezTo>
                <a:cubicBezTo>
                  <a:pt x="0" y="101"/>
                  <a:pt x="21" y="90"/>
                  <a:pt x="23" y="90"/>
                </a:cubicBezTo>
                <a:cubicBezTo>
                  <a:pt x="30" y="92"/>
                  <a:pt x="36" y="80"/>
                  <a:pt x="36" y="80"/>
                </a:cubicBezTo>
                <a:cubicBezTo>
                  <a:pt x="36" y="80"/>
                  <a:pt x="47" y="80"/>
                  <a:pt x="55" y="68"/>
                </a:cubicBezTo>
                <a:cubicBezTo>
                  <a:pt x="60" y="70"/>
                  <a:pt x="67" y="61"/>
                  <a:pt x="67" y="61"/>
                </a:cubicBezTo>
                <a:cubicBezTo>
                  <a:pt x="68" y="50"/>
                  <a:pt x="68" y="50"/>
                  <a:pt x="68" y="50"/>
                </a:cubicBezTo>
                <a:cubicBezTo>
                  <a:pt x="68" y="50"/>
                  <a:pt x="71" y="48"/>
                  <a:pt x="72" y="46"/>
                </a:cubicBezTo>
                <a:cubicBezTo>
                  <a:pt x="83" y="48"/>
                  <a:pt x="90" y="65"/>
                  <a:pt x="90" y="65"/>
                </a:cubicBezTo>
                <a:cubicBezTo>
                  <a:pt x="90" y="65"/>
                  <a:pt x="93" y="68"/>
                  <a:pt x="86" y="75"/>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11"/>
          <p:cNvSpPr>
            <a:spLocks noEditPoints="1"/>
          </p:cNvSpPr>
          <p:nvPr/>
        </p:nvSpPr>
        <p:spPr bwMode="auto">
          <a:xfrm>
            <a:off x="11646424" y="174538"/>
            <a:ext cx="307975" cy="377825"/>
          </a:xfrm>
          <a:custGeom>
            <a:avLst/>
            <a:gdLst>
              <a:gd name="T0" fmla="*/ 104 w 156"/>
              <a:gd name="T1" fmla="*/ 191 h 191"/>
              <a:gd name="T2" fmla="*/ 51 w 156"/>
              <a:gd name="T3" fmla="*/ 139 h 191"/>
              <a:gd name="T4" fmla="*/ 104 w 156"/>
              <a:gd name="T5" fmla="*/ 86 h 191"/>
              <a:gd name="T6" fmla="*/ 156 w 156"/>
              <a:gd name="T7" fmla="*/ 139 h 191"/>
              <a:gd name="T8" fmla="*/ 104 w 156"/>
              <a:gd name="T9" fmla="*/ 191 h 191"/>
              <a:gd name="T10" fmla="*/ 104 w 156"/>
              <a:gd name="T11" fmla="*/ 100 h 191"/>
              <a:gd name="T12" fmla="*/ 65 w 156"/>
              <a:gd name="T13" fmla="*/ 139 h 191"/>
              <a:gd name="T14" fmla="*/ 104 w 156"/>
              <a:gd name="T15" fmla="*/ 177 h 191"/>
              <a:gd name="T16" fmla="*/ 142 w 156"/>
              <a:gd name="T17" fmla="*/ 139 h 191"/>
              <a:gd name="T18" fmla="*/ 104 w 156"/>
              <a:gd name="T19" fmla="*/ 100 h 191"/>
              <a:gd name="T20" fmla="*/ 89 w 156"/>
              <a:gd name="T21" fmla="*/ 165 h 191"/>
              <a:gd name="T22" fmla="*/ 102 w 156"/>
              <a:gd name="T23" fmla="*/ 140 h 191"/>
              <a:gd name="T24" fmla="*/ 79 w 156"/>
              <a:gd name="T25" fmla="*/ 140 h 191"/>
              <a:gd name="T26" fmla="*/ 109 w 156"/>
              <a:gd name="T27" fmla="*/ 108 h 191"/>
              <a:gd name="T28" fmla="*/ 104 w 156"/>
              <a:gd name="T29" fmla="*/ 128 h 191"/>
              <a:gd name="T30" fmla="*/ 127 w 156"/>
              <a:gd name="T31" fmla="*/ 128 h 191"/>
              <a:gd name="T32" fmla="*/ 89 w 156"/>
              <a:gd name="T33" fmla="*/ 165 h 191"/>
              <a:gd name="T34" fmla="*/ 60 w 156"/>
              <a:gd name="T35" fmla="*/ 43 h 191"/>
              <a:gd name="T36" fmla="*/ 60 w 156"/>
              <a:gd name="T37" fmla="*/ 44 h 191"/>
              <a:gd name="T38" fmla="*/ 8 w 156"/>
              <a:gd name="T39" fmla="*/ 44 h 191"/>
              <a:gd name="T40" fmla="*/ 8 w 156"/>
              <a:gd name="T41" fmla="*/ 36 h 191"/>
              <a:gd name="T42" fmla="*/ 57 w 156"/>
              <a:gd name="T43" fmla="*/ 36 h 191"/>
              <a:gd name="T44" fmla="*/ 70 w 156"/>
              <a:gd name="T45" fmla="*/ 22 h 191"/>
              <a:gd name="T46" fmla="*/ 56 w 156"/>
              <a:gd name="T47" fmla="*/ 7 h 191"/>
              <a:gd name="T48" fmla="*/ 44 w 156"/>
              <a:gd name="T49" fmla="*/ 8 h 191"/>
              <a:gd name="T50" fmla="*/ 44 w 156"/>
              <a:gd name="T51" fmla="*/ 12 h 191"/>
              <a:gd name="T52" fmla="*/ 21 w 156"/>
              <a:gd name="T53" fmla="*/ 12 h 191"/>
              <a:gd name="T54" fmla="*/ 21 w 156"/>
              <a:gd name="T55" fmla="*/ 0 h 191"/>
              <a:gd name="T56" fmla="*/ 44 w 156"/>
              <a:gd name="T57" fmla="*/ 0 h 191"/>
              <a:gd name="T58" fmla="*/ 44 w 156"/>
              <a:gd name="T59" fmla="*/ 1 h 191"/>
              <a:gd name="T60" fmla="*/ 56 w 156"/>
              <a:gd name="T61" fmla="*/ 0 h 191"/>
              <a:gd name="T62" fmla="*/ 78 w 156"/>
              <a:gd name="T63" fmla="*/ 22 h 191"/>
              <a:gd name="T64" fmla="*/ 60 w 156"/>
              <a:gd name="T65" fmla="*/ 43 h 191"/>
              <a:gd name="T66" fmla="*/ 52 w 156"/>
              <a:gd name="T67" fmla="*/ 32 h 191"/>
              <a:gd name="T68" fmla="*/ 12 w 156"/>
              <a:gd name="T69" fmla="*/ 32 h 191"/>
              <a:gd name="T70" fmla="*/ 20 w 156"/>
              <a:gd name="T71" fmla="*/ 16 h 191"/>
              <a:gd name="T72" fmla="*/ 44 w 156"/>
              <a:gd name="T73" fmla="*/ 16 h 191"/>
              <a:gd name="T74" fmla="*/ 52 w 156"/>
              <a:gd name="T75" fmla="*/ 32 h 191"/>
              <a:gd name="T76" fmla="*/ 48 w 156"/>
              <a:gd name="T77" fmla="*/ 48 h 191"/>
              <a:gd name="T78" fmla="*/ 68 w 156"/>
              <a:gd name="T79" fmla="*/ 68 h 191"/>
              <a:gd name="T80" fmla="*/ 68 w 156"/>
              <a:gd name="T81" fmla="*/ 84 h 191"/>
              <a:gd name="T82" fmla="*/ 40 w 156"/>
              <a:gd name="T83" fmla="*/ 136 h 191"/>
              <a:gd name="T84" fmla="*/ 56 w 156"/>
              <a:gd name="T85" fmla="*/ 178 h 191"/>
              <a:gd name="T86" fmla="*/ 48 w 156"/>
              <a:gd name="T87" fmla="*/ 180 h 191"/>
              <a:gd name="T88" fmla="*/ 20 w 156"/>
              <a:gd name="T89" fmla="*/ 180 h 191"/>
              <a:gd name="T90" fmla="*/ 0 w 156"/>
              <a:gd name="T91" fmla="*/ 160 h 191"/>
              <a:gd name="T92" fmla="*/ 0 w 156"/>
              <a:gd name="T93" fmla="*/ 68 h 191"/>
              <a:gd name="T94" fmla="*/ 20 w 156"/>
              <a:gd name="T95" fmla="*/ 48 h 191"/>
              <a:gd name="T96" fmla="*/ 48 w 156"/>
              <a:gd name="T97" fmla="*/ 48 h 191"/>
              <a:gd name="T98" fmla="*/ 8 w 156"/>
              <a:gd name="T99" fmla="*/ 76 h 191"/>
              <a:gd name="T100" fmla="*/ 8 w 156"/>
              <a:gd name="T101" fmla="*/ 151 h 191"/>
              <a:gd name="T102" fmla="*/ 21 w 156"/>
              <a:gd name="T103" fmla="*/ 171 h 191"/>
              <a:gd name="T104" fmla="*/ 21 w 156"/>
              <a:gd name="T105" fmla="*/ 56 h 191"/>
              <a:gd name="T106" fmla="*/ 8 w 156"/>
              <a:gd name="T107" fmla="*/ 76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6" h="191">
                <a:moveTo>
                  <a:pt x="104" y="191"/>
                </a:moveTo>
                <a:cubicBezTo>
                  <a:pt x="75" y="191"/>
                  <a:pt x="51" y="168"/>
                  <a:pt x="51" y="139"/>
                </a:cubicBezTo>
                <a:cubicBezTo>
                  <a:pt x="51" y="110"/>
                  <a:pt x="75" y="86"/>
                  <a:pt x="104" y="86"/>
                </a:cubicBezTo>
                <a:cubicBezTo>
                  <a:pt x="133" y="86"/>
                  <a:pt x="156" y="110"/>
                  <a:pt x="156" y="139"/>
                </a:cubicBezTo>
                <a:cubicBezTo>
                  <a:pt x="156" y="168"/>
                  <a:pt x="133" y="191"/>
                  <a:pt x="104" y="191"/>
                </a:cubicBezTo>
                <a:close/>
                <a:moveTo>
                  <a:pt x="104" y="100"/>
                </a:moveTo>
                <a:cubicBezTo>
                  <a:pt x="82" y="100"/>
                  <a:pt x="65" y="117"/>
                  <a:pt x="65" y="139"/>
                </a:cubicBezTo>
                <a:cubicBezTo>
                  <a:pt x="65" y="160"/>
                  <a:pt x="82" y="177"/>
                  <a:pt x="104" y="177"/>
                </a:cubicBezTo>
                <a:cubicBezTo>
                  <a:pt x="125" y="177"/>
                  <a:pt x="142" y="160"/>
                  <a:pt x="142" y="139"/>
                </a:cubicBezTo>
                <a:cubicBezTo>
                  <a:pt x="142" y="117"/>
                  <a:pt x="125" y="100"/>
                  <a:pt x="104" y="100"/>
                </a:cubicBezTo>
                <a:close/>
                <a:moveTo>
                  <a:pt x="89" y="165"/>
                </a:moveTo>
                <a:cubicBezTo>
                  <a:pt x="102" y="140"/>
                  <a:pt x="102" y="140"/>
                  <a:pt x="102" y="140"/>
                </a:cubicBezTo>
                <a:cubicBezTo>
                  <a:pt x="79" y="140"/>
                  <a:pt x="79" y="140"/>
                  <a:pt x="79" y="140"/>
                </a:cubicBezTo>
                <a:cubicBezTo>
                  <a:pt x="109" y="108"/>
                  <a:pt x="109" y="108"/>
                  <a:pt x="109" y="108"/>
                </a:cubicBezTo>
                <a:cubicBezTo>
                  <a:pt x="104" y="128"/>
                  <a:pt x="104" y="128"/>
                  <a:pt x="104" y="128"/>
                </a:cubicBezTo>
                <a:cubicBezTo>
                  <a:pt x="127" y="128"/>
                  <a:pt x="127" y="128"/>
                  <a:pt x="127" y="128"/>
                </a:cubicBezTo>
                <a:lnTo>
                  <a:pt x="89" y="165"/>
                </a:lnTo>
                <a:close/>
                <a:moveTo>
                  <a:pt x="60" y="43"/>
                </a:moveTo>
                <a:cubicBezTo>
                  <a:pt x="60" y="44"/>
                  <a:pt x="60" y="44"/>
                  <a:pt x="60" y="44"/>
                </a:cubicBezTo>
                <a:cubicBezTo>
                  <a:pt x="8" y="44"/>
                  <a:pt x="8" y="44"/>
                  <a:pt x="8" y="44"/>
                </a:cubicBezTo>
                <a:cubicBezTo>
                  <a:pt x="8" y="36"/>
                  <a:pt x="8" y="36"/>
                  <a:pt x="8" y="36"/>
                </a:cubicBezTo>
                <a:cubicBezTo>
                  <a:pt x="57" y="36"/>
                  <a:pt x="57" y="36"/>
                  <a:pt x="57" y="36"/>
                </a:cubicBezTo>
                <a:cubicBezTo>
                  <a:pt x="64" y="35"/>
                  <a:pt x="70" y="29"/>
                  <a:pt x="70" y="22"/>
                </a:cubicBezTo>
                <a:cubicBezTo>
                  <a:pt x="70" y="14"/>
                  <a:pt x="64" y="7"/>
                  <a:pt x="56" y="7"/>
                </a:cubicBezTo>
                <a:cubicBezTo>
                  <a:pt x="54" y="7"/>
                  <a:pt x="50" y="8"/>
                  <a:pt x="44" y="8"/>
                </a:cubicBezTo>
                <a:cubicBezTo>
                  <a:pt x="44" y="12"/>
                  <a:pt x="44" y="12"/>
                  <a:pt x="44" y="12"/>
                </a:cubicBezTo>
                <a:cubicBezTo>
                  <a:pt x="21" y="12"/>
                  <a:pt x="21" y="12"/>
                  <a:pt x="21" y="12"/>
                </a:cubicBezTo>
                <a:cubicBezTo>
                  <a:pt x="21" y="0"/>
                  <a:pt x="21" y="0"/>
                  <a:pt x="21" y="0"/>
                </a:cubicBezTo>
                <a:cubicBezTo>
                  <a:pt x="44" y="0"/>
                  <a:pt x="44" y="0"/>
                  <a:pt x="44" y="0"/>
                </a:cubicBezTo>
                <a:cubicBezTo>
                  <a:pt x="44" y="1"/>
                  <a:pt x="44" y="1"/>
                  <a:pt x="44" y="1"/>
                </a:cubicBezTo>
                <a:cubicBezTo>
                  <a:pt x="49" y="0"/>
                  <a:pt x="53" y="0"/>
                  <a:pt x="56" y="0"/>
                </a:cubicBezTo>
                <a:cubicBezTo>
                  <a:pt x="68" y="0"/>
                  <a:pt x="78" y="9"/>
                  <a:pt x="78" y="22"/>
                </a:cubicBezTo>
                <a:cubicBezTo>
                  <a:pt x="78" y="32"/>
                  <a:pt x="70" y="41"/>
                  <a:pt x="60" y="43"/>
                </a:cubicBezTo>
                <a:close/>
                <a:moveTo>
                  <a:pt x="52" y="32"/>
                </a:moveTo>
                <a:cubicBezTo>
                  <a:pt x="50" y="32"/>
                  <a:pt x="10" y="32"/>
                  <a:pt x="12" y="32"/>
                </a:cubicBezTo>
                <a:cubicBezTo>
                  <a:pt x="12" y="20"/>
                  <a:pt x="18" y="25"/>
                  <a:pt x="20" y="16"/>
                </a:cubicBezTo>
                <a:cubicBezTo>
                  <a:pt x="22" y="16"/>
                  <a:pt x="43" y="16"/>
                  <a:pt x="44" y="16"/>
                </a:cubicBezTo>
                <a:cubicBezTo>
                  <a:pt x="46" y="27"/>
                  <a:pt x="52" y="19"/>
                  <a:pt x="52" y="32"/>
                </a:cubicBezTo>
                <a:close/>
                <a:moveTo>
                  <a:pt x="48" y="48"/>
                </a:moveTo>
                <a:cubicBezTo>
                  <a:pt x="59" y="48"/>
                  <a:pt x="68" y="57"/>
                  <a:pt x="68" y="68"/>
                </a:cubicBezTo>
                <a:cubicBezTo>
                  <a:pt x="68" y="84"/>
                  <a:pt x="68" y="84"/>
                  <a:pt x="68" y="84"/>
                </a:cubicBezTo>
                <a:cubicBezTo>
                  <a:pt x="51" y="95"/>
                  <a:pt x="40" y="115"/>
                  <a:pt x="40" y="136"/>
                </a:cubicBezTo>
                <a:cubicBezTo>
                  <a:pt x="40" y="152"/>
                  <a:pt x="46" y="167"/>
                  <a:pt x="56" y="178"/>
                </a:cubicBezTo>
                <a:cubicBezTo>
                  <a:pt x="54" y="179"/>
                  <a:pt x="51" y="180"/>
                  <a:pt x="48" y="180"/>
                </a:cubicBezTo>
                <a:cubicBezTo>
                  <a:pt x="20" y="180"/>
                  <a:pt x="20" y="180"/>
                  <a:pt x="20" y="180"/>
                </a:cubicBezTo>
                <a:cubicBezTo>
                  <a:pt x="9" y="180"/>
                  <a:pt x="0" y="171"/>
                  <a:pt x="0" y="160"/>
                </a:cubicBezTo>
                <a:cubicBezTo>
                  <a:pt x="0" y="68"/>
                  <a:pt x="0" y="68"/>
                  <a:pt x="0" y="68"/>
                </a:cubicBezTo>
                <a:cubicBezTo>
                  <a:pt x="0" y="57"/>
                  <a:pt x="9" y="48"/>
                  <a:pt x="20" y="48"/>
                </a:cubicBezTo>
                <a:lnTo>
                  <a:pt x="48" y="48"/>
                </a:lnTo>
                <a:close/>
                <a:moveTo>
                  <a:pt x="8" y="76"/>
                </a:moveTo>
                <a:cubicBezTo>
                  <a:pt x="8" y="151"/>
                  <a:pt x="8" y="151"/>
                  <a:pt x="8" y="151"/>
                </a:cubicBezTo>
                <a:cubicBezTo>
                  <a:pt x="8" y="162"/>
                  <a:pt x="10" y="171"/>
                  <a:pt x="21" y="171"/>
                </a:cubicBezTo>
                <a:cubicBezTo>
                  <a:pt x="21" y="56"/>
                  <a:pt x="21" y="56"/>
                  <a:pt x="21" y="56"/>
                </a:cubicBezTo>
                <a:cubicBezTo>
                  <a:pt x="10" y="56"/>
                  <a:pt x="8" y="65"/>
                  <a:pt x="8" y="76"/>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12"/>
          <p:cNvSpPr>
            <a:spLocks noEditPoints="1"/>
          </p:cNvSpPr>
          <p:nvPr/>
        </p:nvSpPr>
        <p:spPr bwMode="auto">
          <a:xfrm>
            <a:off x="8701612" y="701588"/>
            <a:ext cx="346075" cy="303213"/>
          </a:xfrm>
          <a:custGeom>
            <a:avLst/>
            <a:gdLst>
              <a:gd name="T0" fmla="*/ 153 w 175"/>
              <a:gd name="T1" fmla="*/ 108 h 153"/>
              <a:gd name="T2" fmla="*/ 131 w 175"/>
              <a:gd name="T3" fmla="*/ 113 h 153"/>
              <a:gd name="T4" fmla="*/ 110 w 175"/>
              <a:gd name="T5" fmla="*/ 108 h 153"/>
              <a:gd name="T6" fmla="*/ 88 w 175"/>
              <a:gd name="T7" fmla="*/ 113 h 153"/>
              <a:gd name="T8" fmla="*/ 66 w 175"/>
              <a:gd name="T9" fmla="*/ 108 h 153"/>
              <a:gd name="T10" fmla="*/ 44 w 175"/>
              <a:gd name="T11" fmla="*/ 113 h 153"/>
              <a:gd name="T12" fmla="*/ 22 w 175"/>
              <a:gd name="T13" fmla="*/ 108 h 153"/>
              <a:gd name="T14" fmla="*/ 0 w 175"/>
              <a:gd name="T15" fmla="*/ 113 h 153"/>
              <a:gd name="T16" fmla="*/ 11 w 175"/>
              <a:gd name="T17" fmla="*/ 124 h 153"/>
              <a:gd name="T18" fmla="*/ 33 w 175"/>
              <a:gd name="T19" fmla="*/ 124 h 153"/>
              <a:gd name="T20" fmla="*/ 54 w 175"/>
              <a:gd name="T21" fmla="*/ 124 h 153"/>
              <a:gd name="T22" fmla="*/ 77 w 175"/>
              <a:gd name="T23" fmla="*/ 124 h 153"/>
              <a:gd name="T24" fmla="*/ 98 w 175"/>
              <a:gd name="T25" fmla="*/ 124 h 153"/>
              <a:gd name="T26" fmla="*/ 121 w 175"/>
              <a:gd name="T27" fmla="*/ 124 h 153"/>
              <a:gd name="T28" fmla="*/ 142 w 175"/>
              <a:gd name="T29" fmla="*/ 124 h 153"/>
              <a:gd name="T30" fmla="*/ 165 w 175"/>
              <a:gd name="T31" fmla="*/ 124 h 153"/>
              <a:gd name="T32" fmla="*/ 175 w 175"/>
              <a:gd name="T33" fmla="*/ 113 h 153"/>
              <a:gd name="T34" fmla="*/ 129 w 175"/>
              <a:gd name="T35" fmla="*/ 59 h 153"/>
              <a:gd name="T36" fmla="*/ 171 w 175"/>
              <a:gd name="T37" fmla="*/ 59 h 153"/>
              <a:gd name="T38" fmla="*/ 129 w 175"/>
              <a:gd name="T39" fmla="*/ 59 h 153"/>
              <a:gd name="T40" fmla="*/ 105 w 175"/>
              <a:gd name="T41" fmla="*/ 31 h 153"/>
              <a:gd name="T42" fmla="*/ 155 w 175"/>
              <a:gd name="T43" fmla="*/ 12 h 153"/>
              <a:gd name="T44" fmla="*/ 142 w 175"/>
              <a:gd name="T45" fmla="*/ 0 h 153"/>
              <a:gd name="T46" fmla="*/ 73 w 175"/>
              <a:gd name="T47" fmla="*/ 27 h 153"/>
              <a:gd name="T48" fmla="*/ 90 w 175"/>
              <a:gd name="T49" fmla="*/ 58 h 153"/>
              <a:gd name="T50" fmla="*/ 143 w 175"/>
              <a:gd name="T51" fmla="*/ 99 h 153"/>
              <a:gd name="T52" fmla="*/ 142 w 175"/>
              <a:gd name="T53" fmla="*/ 137 h 153"/>
              <a:gd name="T54" fmla="*/ 121 w 175"/>
              <a:gd name="T55" fmla="*/ 137 h 153"/>
              <a:gd name="T56" fmla="*/ 98 w 175"/>
              <a:gd name="T57" fmla="*/ 137 h 153"/>
              <a:gd name="T58" fmla="*/ 77 w 175"/>
              <a:gd name="T59" fmla="*/ 137 h 153"/>
              <a:gd name="T60" fmla="*/ 54 w 175"/>
              <a:gd name="T61" fmla="*/ 137 h 153"/>
              <a:gd name="T62" fmla="*/ 33 w 175"/>
              <a:gd name="T63" fmla="*/ 137 h 153"/>
              <a:gd name="T64" fmla="*/ 11 w 175"/>
              <a:gd name="T65" fmla="*/ 137 h 153"/>
              <a:gd name="T66" fmla="*/ 0 w 175"/>
              <a:gd name="T67" fmla="*/ 153 h 153"/>
              <a:gd name="T68" fmla="*/ 22 w 175"/>
              <a:gd name="T69" fmla="*/ 149 h 153"/>
              <a:gd name="T70" fmla="*/ 44 w 175"/>
              <a:gd name="T71" fmla="*/ 153 h 153"/>
              <a:gd name="T72" fmla="*/ 66 w 175"/>
              <a:gd name="T73" fmla="*/ 149 h 153"/>
              <a:gd name="T74" fmla="*/ 88 w 175"/>
              <a:gd name="T75" fmla="*/ 153 h 153"/>
              <a:gd name="T76" fmla="*/ 110 w 175"/>
              <a:gd name="T77" fmla="*/ 149 h 153"/>
              <a:gd name="T78" fmla="*/ 131 w 175"/>
              <a:gd name="T79" fmla="*/ 153 h 153"/>
              <a:gd name="T80" fmla="*/ 153 w 175"/>
              <a:gd name="T81" fmla="*/ 149 h 153"/>
              <a:gd name="T82" fmla="*/ 175 w 175"/>
              <a:gd name="T83" fmla="*/ 153 h 153"/>
              <a:gd name="T84" fmla="*/ 165 w 175"/>
              <a:gd name="T85" fmla="*/ 137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5" h="153">
                <a:moveTo>
                  <a:pt x="165" y="111"/>
                </a:moveTo>
                <a:cubicBezTo>
                  <a:pt x="161" y="109"/>
                  <a:pt x="157" y="108"/>
                  <a:pt x="153" y="108"/>
                </a:cubicBezTo>
                <a:cubicBezTo>
                  <a:pt x="149" y="108"/>
                  <a:pt x="146" y="109"/>
                  <a:pt x="142" y="111"/>
                </a:cubicBezTo>
                <a:cubicBezTo>
                  <a:pt x="139" y="112"/>
                  <a:pt x="135" y="113"/>
                  <a:pt x="131" y="113"/>
                </a:cubicBezTo>
                <a:cubicBezTo>
                  <a:pt x="128" y="113"/>
                  <a:pt x="124" y="112"/>
                  <a:pt x="121" y="111"/>
                </a:cubicBezTo>
                <a:cubicBezTo>
                  <a:pt x="117" y="109"/>
                  <a:pt x="113" y="108"/>
                  <a:pt x="110" y="108"/>
                </a:cubicBezTo>
                <a:cubicBezTo>
                  <a:pt x="106" y="108"/>
                  <a:pt x="102" y="109"/>
                  <a:pt x="98" y="111"/>
                </a:cubicBezTo>
                <a:cubicBezTo>
                  <a:pt x="95" y="112"/>
                  <a:pt x="91" y="113"/>
                  <a:pt x="88" y="113"/>
                </a:cubicBezTo>
                <a:cubicBezTo>
                  <a:pt x="84" y="113"/>
                  <a:pt x="80" y="112"/>
                  <a:pt x="77" y="111"/>
                </a:cubicBezTo>
                <a:cubicBezTo>
                  <a:pt x="73" y="109"/>
                  <a:pt x="70" y="108"/>
                  <a:pt x="66" y="108"/>
                </a:cubicBezTo>
                <a:cubicBezTo>
                  <a:pt x="62" y="108"/>
                  <a:pt x="58" y="109"/>
                  <a:pt x="54" y="111"/>
                </a:cubicBezTo>
                <a:cubicBezTo>
                  <a:pt x="51" y="112"/>
                  <a:pt x="48" y="113"/>
                  <a:pt x="44" y="113"/>
                </a:cubicBezTo>
                <a:cubicBezTo>
                  <a:pt x="40" y="113"/>
                  <a:pt x="36" y="112"/>
                  <a:pt x="33" y="111"/>
                </a:cubicBezTo>
                <a:cubicBezTo>
                  <a:pt x="29" y="109"/>
                  <a:pt x="26" y="108"/>
                  <a:pt x="22" y="108"/>
                </a:cubicBezTo>
                <a:cubicBezTo>
                  <a:pt x="18" y="108"/>
                  <a:pt x="14" y="109"/>
                  <a:pt x="11" y="111"/>
                </a:cubicBezTo>
                <a:cubicBezTo>
                  <a:pt x="7" y="112"/>
                  <a:pt x="4" y="113"/>
                  <a:pt x="0" y="113"/>
                </a:cubicBezTo>
                <a:cubicBezTo>
                  <a:pt x="0" y="126"/>
                  <a:pt x="0" y="126"/>
                  <a:pt x="0" y="126"/>
                </a:cubicBezTo>
                <a:cubicBezTo>
                  <a:pt x="4" y="126"/>
                  <a:pt x="7" y="126"/>
                  <a:pt x="11" y="124"/>
                </a:cubicBezTo>
                <a:cubicBezTo>
                  <a:pt x="14" y="123"/>
                  <a:pt x="18" y="122"/>
                  <a:pt x="22" y="122"/>
                </a:cubicBezTo>
                <a:cubicBezTo>
                  <a:pt x="26" y="122"/>
                  <a:pt x="29" y="123"/>
                  <a:pt x="33" y="124"/>
                </a:cubicBezTo>
                <a:cubicBezTo>
                  <a:pt x="36" y="126"/>
                  <a:pt x="40" y="126"/>
                  <a:pt x="44" y="126"/>
                </a:cubicBezTo>
                <a:cubicBezTo>
                  <a:pt x="48" y="126"/>
                  <a:pt x="51" y="126"/>
                  <a:pt x="54" y="124"/>
                </a:cubicBezTo>
                <a:cubicBezTo>
                  <a:pt x="58" y="123"/>
                  <a:pt x="62" y="122"/>
                  <a:pt x="66" y="122"/>
                </a:cubicBezTo>
                <a:cubicBezTo>
                  <a:pt x="70" y="122"/>
                  <a:pt x="73" y="123"/>
                  <a:pt x="77" y="124"/>
                </a:cubicBezTo>
                <a:cubicBezTo>
                  <a:pt x="80" y="126"/>
                  <a:pt x="84" y="126"/>
                  <a:pt x="88" y="126"/>
                </a:cubicBezTo>
                <a:cubicBezTo>
                  <a:pt x="91" y="126"/>
                  <a:pt x="95" y="126"/>
                  <a:pt x="98" y="124"/>
                </a:cubicBezTo>
                <a:cubicBezTo>
                  <a:pt x="102" y="123"/>
                  <a:pt x="106" y="122"/>
                  <a:pt x="110" y="122"/>
                </a:cubicBezTo>
                <a:cubicBezTo>
                  <a:pt x="113" y="122"/>
                  <a:pt x="117" y="123"/>
                  <a:pt x="121" y="124"/>
                </a:cubicBezTo>
                <a:cubicBezTo>
                  <a:pt x="124" y="126"/>
                  <a:pt x="128" y="126"/>
                  <a:pt x="131" y="126"/>
                </a:cubicBezTo>
                <a:cubicBezTo>
                  <a:pt x="135" y="126"/>
                  <a:pt x="139" y="126"/>
                  <a:pt x="142" y="124"/>
                </a:cubicBezTo>
                <a:cubicBezTo>
                  <a:pt x="146" y="123"/>
                  <a:pt x="149" y="122"/>
                  <a:pt x="153" y="122"/>
                </a:cubicBezTo>
                <a:cubicBezTo>
                  <a:pt x="157" y="122"/>
                  <a:pt x="161" y="123"/>
                  <a:pt x="165" y="124"/>
                </a:cubicBezTo>
                <a:cubicBezTo>
                  <a:pt x="168" y="126"/>
                  <a:pt x="171" y="126"/>
                  <a:pt x="175" y="126"/>
                </a:cubicBezTo>
                <a:cubicBezTo>
                  <a:pt x="175" y="113"/>
                  <a:pt x="175" y="113"/>
                  <a:pt x="175" y="113"/>
                </a:cubicBezTo>
                <a:cubicBezTo>
                  <a:pt x="171" y="113"/>
                  <a:pt x="168" y="112"/>
                  <a:pt x="165" y="111"/>
                </a:cubicBezTo>
                <a:close/>
                <a:moveTo>
                  <a:pt x="129" y="59"/>
                </a:moveTo>
                <a:cubicBezTo>
                  <a:pt x="129" y="70"/>
                  <a:pt x="138" y="80"/>
                  <a:pt x="150" y="80"/>
                </a:cubicBezTo>
                <a:cubicBezTo>
                  <a:pt x="161" y="80"/>
                  <a:pt x="171" y="70"/>
                  <a:pt x="171" y="59"/>
                </a:cubicBezTo>
                <a:cubicBezTo>
                  <a:pt x="171" y="47"/>
                  <a:pt x="161" y="38"/>
                  <a:pt x="150" y="38"/>
                </a:cubicBezTo>
                <a:cubicBezTo>
                  <a:pt x="138" y="38"/>
                  <a:pt x="129" y="47"/>
                  <a:pt x="129" y="59"/>
                </a:cubicBezTo>
                <a:close/>
                <a:moveTo>
                  <a:pt x="143" y="99"/>
                </a:moveTo>
                <a:cubicBezTo>
                  <a:pt x="105" y="31"/>
                  <a:pt x="105" y="31"/>
                  <a:pt x="105" y="31"/>
                </a:cubicBezTo>
                <a:cubicBezTo>
                  <a:pt x="145" y="24"/>
                  <a:pt x="145" y="24"/>
                  <a:pt x="145" y="24"/>
                </a:cubicBezTo>
                <a:cubicBezTo>
                  <a:pt x="151" y="23"/>
                  <a:pt x="155" y="18"/>
                  <a:pt x="155" y="12"/>
                </a:cubicBezTo>
                <a:cubicBezTo>
                  <a:pt x="155" y="5"/>
                  <a:pt x="150" y="0"/>
                  <a:pt x="144" y="0"/>
                </a:cubicBezTo>
                <a:cubicBezTo>
                  <a:pt x="143" y="0"/>
                  <a:pt x="143" y="0"/>
                  <a:pt x="142" y="0"/>
                </a:cubicBezTo>
                <a:cubicBezTo>
                  <a:pt x="80" y="12"/>
                  <a:pt x="80" y="12"/>
                  <a:pt x="80" y="12"/>
                </a:cubicBezTo>
                <a:cubicBezTo>
                  <a:pt x="75" y="13"/>
                  <a:pt x="69" y="19"/>
                  <a:pt x="73" y="27"/>
                </a:cubicBezTo>
                <a:cubicBezTo>
                  <a:pt x="73" y="27"/>
                  <a:pt x="73" y="28"/>
                  <a:pt x="73" y="28"/>
                </a:cubicBezTo>
                <a:cubicBezTo>
                  <a:pt x="90" y="58"/>
                  <a:pt x="90" y="58"/>
                  <a:pt x="90" y="58"/>
                </a:cubicBezTo>
                <a:cubicBezTo>
                  <a:pt x="25" y="99"/>
                  <a:pt x="25" y="99"/>
                  <a:pt x="25" y="99"/>
                </a:cubicBezTo>
                <a:lnTo>
                  <a:pt x="143" y="99"/>
                </a:lnTo>
                <a:close/>
                <a:moveTo>
                  <a:pt x="153" y="135"/>
                </a:moveTo>
                <a:cubicBezTo>
                  <a:pt x="149" y="135"/>
                  <a:pt x="146" y="136"/>
                  <a:pt x="142" y="137"/>
                </a:cubicBezTo>
                <a:cubicBezTo>
                  <a:pt x="139" y="138"/>
                  <a:pt x="135" y="139"/>
                  <a:pt x="131" y="139"/>
                </a:cubicBezTo>
                <a:cubicBezTo>
                  <a:pt x="128" y="139"/>
                  <a:pt x="124" y="138"/>
                  <a:pt x="121" y="137"/>
                </a:cubicBezTo>
                <a:cubicBezTo>
                  <a:pt x="117" y="136"/>
                  <a:pt x="113" y="135"/>
                  <a:pt x="110" y="135"/>
                </a:cubicBezTo>
                <a:cubicBezTo>
                  <a:pt x="106" y="135"/>
                  <a:pt x="102" y="136"/>
                  <a:pt x="98" y="137"/>
                </a:cubicBezTo>
                <a:cubicBezTo>
                  <a:pt x="95" y="138"/>
                  <a:pt x="91" y="139"/>
                  <a:pt x="88" y="139"/>
                </a:cubicBezTo>
                <a:cubicBezTo>
                  <a:pt x="84" y="139"/>
                  <a:pt x="80" y="138"/>
                  <a:pt x="77" y="137"/>
                </a:cubicBezTo>
                <a:cubicBezTo>
                  <a:pt x="73" y="136"/>
                  <a:pt x="70" y="135"/>
                  <a:pt x="66" y="135"/>
                </a:cubicBezTo>
                <a:cubicBezTo>
                  <a:pt x="62" y="135"/>
                  <a:pt x="58" y="136"/>
                  <a:pt x="54" y="137"/>
                </a:cubicBezTo>
                <a:cubicBezTo>
                  <a:pt x="51" y="138"/>
                  <a:pt x="48" y="139"/>
                  <a:pt x="44" y="139"/>
                </a:cubicBezTo>
                <a:cubicBezTo>
                  <a:pt x="40" y="139"/>
                  <a:pt x="36" y="138"/>
                  <a:pt x="33" y="137"/>
                </a:cubicBezTo>
                <a:cubicBezTo>
                  <a:pt x="29" y="136"/>
                  <a:pt x="26" y="135"/>
                  <a:pt x="22" y="135"/>
                </a:cubicBezTo>
                <a:cubicBezTo>
                  <a:pt x="18" y="135"/>
                  <a:pt x="14" y="136"/>
                  <a:pt x="11" y="137"/>
                </a:cubicBezTo>
                <a:cubicBezTo>
                  <a:pt x="7" y="138"/>
                  <a:pt x="4" y="139"/>
                  <a:pt x="0" y="139"/>
                </a:cubicBezTo>
                <a:cubicBezTo>
                  <a:pt x="0" y="153"/>
                  <a:pt x="0" y="153"/>
                  <a:pt x="0" y="153"/>
                </a:cubicBezTo>
                <a:cubicBezTo>
                  <a:pt x="4" y="153"/>
                  <a:pt x="7" y="152"/>
                  <a:pt x="11" y="151"/>
                </a:cubicBezTo>
                <a:cubicBezTo>
                  <a:pt x="14" y="150"/>
                  <a:pt x="18" y="149"/>
                  <a:pt x="22" y="149"/>
                </a:cubicBezTo>
                <a:cubicBezTo>
                  <a:pt x="26" y="149"/>
                  <a:pt x="29" y="150"/>
                  <a:pt x="33" y="151"/>
                </a:cubicBezTo>
                <a:cubicBezTo>
                  <a:pt x="36" y="152"/>
                  <a:pt x="40" y="153"/>
                  <a:pt x="44" y="153"/>
                </a:cubicBezTo>
                <a:cubicBezTo>
                  <a:pt x="48" y="153"/>
                  <a:pt x="51" y="152"/>
                  <a:pt x="54" y="151"/>
                </a:cubicBezTo>
                <a:cubicBezTo>
                  <a:pt x="58" y="150"/>
                  <a:pt x="62" y="149"/>
                  <a:pt x="66" y="149"/>
                </a:cubicBezTo>
                <a:cubicBezTo>
                  <a:pt x="70" y="149"/>
                  <a:pt x="73" y="150"/>
                  <a:pt x="77" y="151"/>
                </a:cubicBezTo>
                <a:cubicBezTo>
                  <a:pt x="80" y="152"/>
                  <a:pt x="84" y="153"/>
                  <a:pt x="88" y="153"/>
                </a:cubicBezTo>
                <a:cubicBezTo>
                  <a:pt x="91" y="153"/>
                  <a:pt x="95" y="152"/>
                  <a:pt x="98" y="151"/>
                </a:cubicBezTo>
                <a:cubicBezTo>
                  <a:pt x="102" y="150"/>
                  <a:pt x="106" y="149"/>
                  <a:pt x="110" y="149"/>
                </a:cubicBezTo>
                <a:cubicBezTo>
                  <a:pt x="113" y="149"/>
                  <a:pt x="117" y="150"/>
                  <a:pt x="121" y="151"/>
                </a:cubicBezTo>
                <a:cubicBezTo>
                  <a:pt x="124" y="152"/>
                  <a:pt x="128" y="153"/>
                  <a:pt x="131" y="153"/>
                </a:cubicBezTo>
                <a:cubicBezTo>
                  <a:pt x="135" y="153"/>
                  <a:pt x="139" y="152"/>
                  <a:pt x="142" y="151"/>
                </a:cubicBezTo>
                <a:cubicBezTo>
                  <a:pt x="146" y="150"/>
                  <a:pt x="149" y="149"/>
                  <a:pt x="153" y="149"/>
                </a:cubicBezTo>
                <a:cubicBezTo>
                  <a:pt x="157" y="149"/>
                  <a:pt x="161" y="150"/>
                  <a:pt x="165" y="151"/>
                </a:cubicBezTo>
                <a:cubicBezTo>
                  <a:pt x="168" y="152"/>
                  <a:pt x="171" y="153"/>
                  <a:pt x="175" y="153"/>
                </a:cubicBezTo>
                <a:cubicBezTo>
                  <a:pt x="175" y="139"/>
                  <a:pt x="175" y="139"/>
                  <a:pt x="175" y="139"/>
                </a:cubicBezTo>
                <a:cubicBezTo>
                  <a:pt x="171" y="139"/>
                  <a:pt x="168" y="138"/>
                  <a:pt x="165" y="137"/>
                </a:cubicBezTo>
                <a:cubicBezTo>
                  <a:pt x="161" y="136"/>
                  <a:pt x="157" y="135"/>
                  <a:pt x="153" y="135"/>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13"/>
          <p:cNvSpPr>
            <a:spLocks noEditPoints="1"/>
          </p:cNvSpPr>
          <p:nvPr/>
        </p:nvSpPr>
        <p:spPr bwMode="auto">
          <a:xfrm>
            <a:off x="9173099" y="676188"/>
            <a:ext cx="447675" cy="352425"/>
          </a:xfrm>
          <a:custGeom>
            <a:avLst/>
            <a:gdLst>
              <a:gd name="T0" fmla="*/ 174 w 227"/>
              <a:gd name="T1" fmla="*/ 151 h 178"/>
              <a:gd name="T2" fmla="*/ 125 w 227"/>
              <a:gd name="T3" fmla="*/ 163 h 178"/>
              <a:gd name="T4" fmla="*/ 124 w 227"/>
              <a:gd name="T5" fmla="*/ 62 h 178"/>
              <a:gd name="T6" fmla="*/ 124 w 227"/>
              <a:gd name="T7" fmla="*/ 54 h 178"/>
              <a:gd name="T8" fmla="*/ 150 w 227"/>
              <a:gd name="T9" fmla="*/ 39 h 178"/>
              <a:gd name="T10" fmla="*/ 174 w 227"/>
              <a:gd name="T11" fmla="*/ 151 h 178"/>
              <a:gd name="T12" fmla="*/ 124 w 227"/>
              <a:gd name="T13" fmla="*/ 51 h 178"/>
              <a:gd name="T14" fmla="*/ 124 w 227"/>
              <a:gd name="T15" fmla="*/ 22 h 178"/>
              <a:gd name="T16" fmla="*/ 124 w 227"/>
              <a:gd name="T17" fmla="*/ 22 h 178"/>
              <a:gd name="T18" fmla="*/ 124 w 227"/>
              <a:gd name="T19" fmla="*/ 20 h 178"/>
              <a:gd name="T20" fmla="*/ 114 w 227"/>
              <a:gd name="T21" fmla="*/ 13 h 178"/>
              <a:gd name="T22" fmla="*/ 103 w 227"/>
              <a:gd name="T23" fmla="*/ 13 h 178"/>
              <a:gd name="T24" fmla="*/ 119 w 227"/>
              <a:gd name="T25" fmla="*/ 2 h 178"/>
              <a:gd name="T26" fmla="*/ 130 w 227"/>
              <a:gd name="T27" fmla="*/ 5 h 178"/>
              <a:gd name="T28" fmla="*/ 144 w 227"/>
              <a:gd name="T29" fmla="*/ 29 h 178"/>
              <a:gd name="T30" fmla="*/ 141 w 227"/>
              <a:gd name="T31" fmla="*/ 40 h 178"/>
              <a:gd name="T32" fmla="*/ 124 w 227"/>
              <a:gd name="T33" fmla="*/ 51 h 178"/>
              <a:gd name="T34" fmla="*/ 116 w 227"/>
              <a:gd name="T35" fmla="*/ 29 h 178"/>
              <a:gd name="T36" fmla="*/ 116 w 227"/>
              <a:gd name="T37" fmla="*/ 57 h 178"/>
              <a:gd name="T38" fmla="*/ 108 w 227"/>
              <a:gd name="T39" fmla="*/ 65 h 178"/>
              <a:gd name="T40" fmla="*/ 32 w 227"/>
              <a:gd name="T41" fmla="*/ 65 h 178"/>
              <a:gd name="T42" fmla="*/ 24 w 227"/>
              <a:gd name="T43" fmla="*/ 57 h 178"/>
              <a:gd name="T44" fmla="*/ 24 w 227"/>
              <a:gd name="T45" fmla="*/ 29 h 178"/>
              <a:gd name="T46" fmla="*/ 32 w 227"/>
              <a:gd name="T47" fmla="*/ 21 h 178"/>
              <a:gd name="T48" fmla="*/ 108 w 227"/>
              <a:gd name="T49" fmla="*/ 21 h 178"/>
              <a:gd name="T50" fmla="*/ 116 w 227"/>
              <a:gd name="T51" fmla="*/ 29 h 178"/>
              <a:gd name="T52" fmla="*/ 116 w 227"/>
              <a:gd name="T53" fmla="*/ 69 h 178"/>
              <a:gd name="T54" fmla="*/ 81 w 227"/>
              <a:gd name="T55" fmla="*/ 178 h 178"/>
              <a:gd name="T56" fmla="*/ 21 w 227"/>
              <a:gd name="T57" fmla="*/ 149 h 178"/>
              <a:gd name="T58" fmla="*/ 35 w 227"/>
              <a:gd name="T59" fmla="*/ 109 h 178"/>
              <a:gd name="T60" fmla="*/ 18 w 227"/>
              <a:gd name="T61" fmla="*/ 135 h 178"/>
              <a:gd name="T62" fmla="*/ 0 w 227"/>
              <a:gd name="T63" fmla="*/ 120 h 178"/>
              <a:gd name="T64" fmla="*/ 28 w 227"/>
              <a:gd name="T65" fmla="*/ 69 h 178"/>
              <a:gd name="T66" fmla="*/ 116 w 227"/>
              <a:gd name="T67" fmla="*/ 69 h 178"/>
              <a:gd name="T68" fmla="*/ 73 w 227"/>
              <a:gd name="T69" fmla="*/ 133 h 178"/>
              <a:gd name="T70" fmla="*/ 85 w 227"/>
              <a:gd name="T71" fmla="*/ 128 h 178"/>
              <a:gd name="T72" fmla="*/ 96 w 227"/>
              <a:gd name="T73" fmla="*/ 133 h 178"/>
              <a:gd name="T74" fmla="*/ 95 w 227"/>
              <a:gd name="T75" fmla="*/ 121 h 178"/>
              <a:gd name="T76" fmla="*/ 104 w 227"/>
              <a:gd name="T77" fmla="*/ 111 h 178"/>
              <a:gd name="T78" fmla="*/ 91 w 227"/>
              <a:gd name="T79" fmla="*/ 109 h 178"/>
              <a:gd name="T80" fmla="*/ 85 w 227"/>
              <a:gd name="T81" fmla="*/ 97 h 178"/>
              <a:gd name="T82" fmla="*/ 78 w 227"/>
              <a:gd name="T83" fmla="*/ 109 h 178"/>
              <a:gd name="T84" fmla="*/ 66 w 227"/>
              <a:gd name="T85" fmla="*/ 111 h 178"/>
              <a:gd name="T86" fmla="*/ 74 w 227"/>
              <a:gd name="T87" fmla="*/ 121 h 178"/>
              <a:gd name="T88" fmla="*/ 73 w 227"/>
              <a:gd name="T89"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27" h="178">
                <a:moveTo>
                  <a:pt x="174" y="151"/>
                </a:moveTo>
                <a:cubicBezTo>
                  <a:pt x="153" y="163"/>
                  <a:pt x="137" y="165"/>
                  <a:pt x="125" y="163"/>
                </a:cubicBezTo>
                <a:cubicBezTo>
                  <a:pt x="145" y="128"/>
                  <a:pt x="137" y="66"/>
                  <a:pt x="124" y="62"/>
                </a:cubicBezTo>
                <a:cubicBezTo>
                  <a:pt x="124" y="54"/>
                  <a:pt x="124" y="54"/>
                  <a:pt x="124" y="54"/>
                </a:cubicBezTo>
                <a:cubicBezTo>
                  <a:pt x="138" y="46"/>
                  <a:pt x="149" y="40"/>
                  <a:pt x="150" y="39"/>
                </a:cubicBezTo>
                <a:cubicBezTo>
                  <a:pt x="164" y="31"/>
                  <a:pt x="227" y="118"/>
                  <a:pt x="174" y="151"/>
                </a:cubicBezTo>
                <a:close/>
                <a:moveTo>
                  <a:pt x="124" y="51"/>
                </a:moveTo>
                <a:cubicBezTo>
                  <a:pt x="124" y="22"/>
                  <a:pt x="124" y="22"/>
                  <a:pt x="124" y="22"/>
                </a:cubicBezTo>
                <a:cubicBezTo>
                  <a:pt x="124" y="22"/>
                  <a:pt x="124" y="22"/>
                  <a:pt x="124" y="22"/>
                </a:cubicBezTo>
                <a:cubicBezTo>
                  <a:pt x="124" y="20"/>
                  <a:pt x="124" y="20"/>
                  <a:pt x="124" y="20"/>
                </a:cubicBezTo>
                <a:cubicBezTo>
                  <a:pt x="124" y="15"/>
                  <a:pt x="119" y="13"/>
                  <a:pt x="114" y="13"/>
                </a:cubicBezTo>
                <a:cubicBezTo>
                  <a:pt x="103" y="13"/>
                  <a:pt x="103" y="13"/>
                  <a:pt x="103" y="13"/>
                </a:cubicBezTo>
                <a:cubicBezTo>
                  <a:pt x="119" y="2"/>
                  <a:pt x="119" y="2"/>
                  <a:pt x="119" y="2"/>
                </a:cubicBezTo>
                <a:cubicBezTo>
                  <a:pt x="123" y="0"/>
                  <a:pt x="128" y="1"/>
                  <a:pt x="130" y="5"/>
                </a:cubicBezTo>
                <a:cubicBezTo>
                  <a:pt x="144" y="29"/>
                  <a:pt x="144" y="29"/>
                  <a:pt x="144" y="29"/>
                </a:cubicBezTo>
                <a:cubicBezTo>
                  <a:pt x="146" y="33"/>
                  <a:pt x="145" y="38"/>
                  <a:pt x="141" y="40"/>
                </a:cubicBezTo>
                <a:lnTo>
                  <a:pt x="124" y="51"/>
                </a:lnTo>
                <a:close/>
                <a:moveTo>
                  <a:pt x="116" y="29"/>
                </a:moveTo>
                <a:cubicBezTo>
                  <a:pt x="116" y="57"/>
                  <a:pt x="116" y="57"/>
                  <a:pt x="116" y="57"/>
                </a:cubicBezTo>
                <a:cubicBezTo>
                  <a:pt x="116" y="62"/>
                  <a:pt x="112" y="65"/>
                  <a:pt x="108" y="65"/>
                </a:cubicBezTo>
                <a:cubicBezTo>
                  <a:pt x="32" y="65"/>
                  <a:pt x="32" y="65"/>
                  <a:pt x="32" y="65"/>
                </a:cubicBezTo>
                <a:cubicBezTo>
                  <a:pt x="28" y="65"/>
                  <a:pt x="24" y="62"/>
                  <a:pt x="24" y="57"/>
                </a:cubicBezTo>
                <a:cubicBezTo>
                  <a:pt x="24" y="29"/>
                  <a:pt x="24" y="29"/>
                  <a:pt x="24" y="29"/>
                </a:cubicBezTo>
                <a:cubicBezTo>
                  <a:pt x="24" y="25"/>
                  <a:pt x="28" y="21"/>
                  <a:pt x="32" y="21"/>
                </a:cubicBezTo>
                <a:cubicBezTo>
                  <a:pt x="108" y="21"/>
                  <a:pt x="108" y="21"/>
                  <a:pt x="108" y="21"/>
                </a:cubicBezTo>
                <a:cubicBezTo>
                  <a:pt x="112" y="21"/>
                  <a:pt x="116" y="25"/>
                  <a:pt x="116" y="29"/>
                </a:cubicBezTo>
                <a:close/>
                <a:moveTo>
                  <a:pt x="116" y="69"/>
                </a:moveTo>
                <a:cubicBezTo>
                  <a:pt x="132" y="69"/>
                  <a:pt x="144" y="176"/>
                  <a:pt x="81" y="178"/>
                </a:cubicBezTo>
                <a:cubicBezTo>
                  <a:pt x="32" y="178"/>
                  <a:pt x="21" y="149"/>
                  <a:pt x="21" y="149"/>
                </a:cubicBezTo>
                <a:cubicBezTo>
                  <a:pt x="21" y="149"/>
                  <a:pt x="48" y="123"/>
                  <a:pt x="35" y="109"/>
                </a:cubicBezTo>
                <a:cubicBezTo>
                  <a:pt x="32" y="118"/>
                  <a:pt x="28" y="126"/>
                  <a:pt x="18" y="135"/>
                </a:cubicBezTo>
                <a:cubicBezTo>
                  <a:pt x="2" y="141"/>
                  <a:pt x="0" y="125"/>
                  <a:pt x="0" y="120"/>
                </a:cubicBezTo>
                <a:cubicBezTo>
                  <a:pt x="7" y="114"/>
                  <a:pt x="17" y="69"/>
                  <a:pt x="28" y="69"/>
                </a:cubicBezTo>
                <a:cubicBezTo>
                  <a:pt x="45" y="69"/>
                  <a:pt x="113" y="69"/>
                  <a:pt x="116" y="69"/>
                </a:cubicBezTo>
                <a:close/>
                <a:moveTo>
                  <a:pt x="73" y="133"/>
                </a:moveTo>
                <a:cubicBezTo>
                  <a:pt x="85" y="128"/>
                  <a:pt x="85" y="128"/>
                  <a:pt x="85" y="128"/>
                </a:cubicBezTo>
                <a:cubicBezTo>
                  <a:pt x="96" y="133"/>
                  <a:pt x="96" y="133"/>
                  <a:pt x="96" y="133"/>
                </a:cubicBezTo>
                <a:cubicBezTo>
                  <a:pt x="95" y="121"/>
                  <a:pt x="95" y="121"/>
                  <a:pt x="95" y="121"/>
                </a:cubicBezTo>
                <a:cubicBezTo>
                  <a:pt x="104" y="111"/>
                  <a:pt x="104" y="111"/>
                  <a:pt x="104" y="111"/>
                </a:cubicBezTo>
                <a:cubicBezTo>
                  <a:pt x="91" y="109"/>
                  <a:pt x="91" y="109"/>
                  <a:pt x="91" y="109"/>
                </a:cubicBezTo>
                <a:cubicBezTo>
                  <a:pt x="85" y="97"/>
                  <a:pt x="85" y="97"/>
                  <a:pt x="85" y="97"/>
                </a:cubicBezTo>
                <a:cubicBezTo>
                  <a:pt x="78" y="109"/>
                  <a:pt x="78" y="109"/>
                  <a:pt x="78" y="109"/>
                </a:cubicBezTo>
                <a:cubicBezTo>
                  <a:pt x="66" y="111"/>
                  <a:pt x="66" y="111"/>
                  <a:pt x="66" y="111"/>
                </a:cubicBezTo>
                <a:cubicBezTo>
                  <a:pt x="74" y="121"/>
                  <a:pt x="74" y="121"/>
                  <a:pt x="74" y="121"/>
                </a:cubicBezTo>
                <a:lnTo>
                  <a:pt x="73" y="133"/>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4"/>
          <p:cNvSpPr>
            <a:spLocks noEditPoints="1"/>
          </p:cNvSpPr>
          <p:nvPr/>
        </p:nvSpPr>
        <p:spPr bwMode="auto">
          <a:xfrm>
            <a:off x="9668399" y="657138"/>
            <a:ext cx="379413" cy="393700"/>
          </a:xfrm>
          <a:custGeom>
            <a:avLst/>
            <a:gdLst>
              <a:gd name="T0" fmla="*/ 172 w 192"/>
              <a:gd name="T1" fmla="*/ 43 h 199"/>
              <a:gd name="T2" fmla="*/ 172 w 192"/>
              <a:gd name="T3" fmla="*/ 55 h 199"/>
              <a:gd name="T4" fmla="*/ 142 w 192"/>
              <a:gd name="T5" fmla="*/ 32 h 199"/>
              <a:gd name="T6" fmla="*/ 172 w 192"/>
              <a:gd name="T7" fmla="*/ 8 h 199"/>
              <a:gd name="T8" fmla="*/ 172 w 192"/>
              <a:gd name="T9" fmla="*/ 20 h 199"/>
              <a:gd name="T10" fmla="*/ 192 w 192"/>
              <a:gd name="T11" fmla="*/ 20 h 199"/>
              <a:gd name="T12" fmla="*/ 192 w 192"/>
              <a:gd name="T13" fmla="*/ 43 h 199"/>
              <a:gd name="T14" fmla="*/ 172 w 192"/>
              <a:gd name="T15" fmla="*/ 43 h 199"/>
              <a:gd name="T16" fmla="*/ 161 w 192"/>
              <a:gd name="T17" fmla="*/ 115 h 199"/>
              <a:gd name="T18" fmla="*/ 144 w 192"/>
              <a:gd name="T19" fmla="*/ 199 h 199"/>
              <a:gd name="T20" fmla="*/ 130 w 192"/>
              <a:gd name="T21" fmla="*/ 199 h 199"/>
              <a:gd name="T22" fmla="*/ 152 w 192"/>
              <a:gd name="T23" fmla="*/ 118 h 199"/>
              <a:gd name="T24" fmla="*/ 150 w 192"/>
              <a:gd name="T25" fmla="*/ 103 h 199"/>
              <a:gd name="T26" fmla="*/ 100 w 192"/>
              <a:gd name="T27" fmla="*/ 146 h 199"/>
              <a:gd name="T28" fmla="*/ 100 w 192"/>
              <a:gd name="T29" fmla="*/ 199 h 199"/>
              <a:gd name="T30" fmla="*/ 92 w 192"/>
              <a:gd name="T31" fmla="*/ 199 h 199"/>
              <a:gd name="T32" fmla="*/ 92 w 192"/>
              <a:gd name="T33" fmla="*/ 147 h 199"/>
              <a:gd name="T34" fmla="*/ 42 w 192"/>
              <a:gd name="T35" fmla="*/ 104 h 199"/>
              <a:gd name="T36" fmla="*/ 40 w 192"/>
              <a:gd name="T37" fmla="*/ 118 h 199"/>
              <a:gd name="T38" fmla="*/ 62 w 192"/>
              <a:gd name="T39" fmla="*/ 199 h 199"/>
              <a:gd name="T40" fmla="*/ 49 w 192"/>
              <a:gd name="T41" fmla="*/ 199 h 199"/>
              <a:gd name="T42" fmla="*/ 32 w 192"/>
              <a:gd name="T43" fmla="*/ 115 h 199"/>
              <a:gd name="T44" fmla="*/ 54 w 192"/>
              <a:gd name="T45" fmla="*/ 0 h 199"/>
              <a:gd name="T46" fmla="*/ 62 w 192"/>
              <a:gd name="T47" fmla="*/ 0 h 199"/>
              <a:gd name="T48" fmla="*/ 43 w 192"/>
              <a:gd name="T49" fmla="*/ 100 h 199"/>
              <a:gd name="T50" fmla="*/ 149 w 192"/>
              <a:gd name="T51" fmla="*/ 100 h 199"/>
              <a:gd name="T52" fmla="*/ 130 w 192"/>
              <a:gd name="T53" fmla="*/ 0 h 199"/>
              <a:gd name="T54" fmla="*/ 138 w 192"/>
              <a:gd name="T55" fmla="*/ 0 h 199"/>
              <a:gd name="T56" fmla="*/ 161 w 192"/>
              <a:gd name="T57" fmla="*/ 115 h 199"/>
              <a:gd name="T58" fmla="*/ 96 w 192"/>
              <a:gd name="T59" fmla="*/ 88 h 199"/>
              <a:gd name="T60" fmla="*/ 93 w 192"/>
              <a:gd name="T61" fmla="*/ 82 h 199"/>
              <a:gd name="T62" fmla="*/ 96 w 192"/>
              <a:gd name="T63" fmla="*/ 77 h 199"/>
              <a:gd name="T64" fmla="*/ 99 w 192"/>
              <a:gd name="T65" fmla="*/ 82 h 199"/>
              <a:gd name="T66" fmla="*/ 96 w 192"/>
              <a:gd name="T67" fmla="*/ 88 h 199"/>
              <a:gd name="T68" fmla="*/ 20 w 192"/>
              <a:gd name="T69" fmla="*/ 43 h 199"/>
              <a:gd name="T70" fmla="*/ 0 w 192"/>
              <a:gd name="T71" fmla="*/ 43 h 199"/>
              <a:gd name="T72" fmla="*/ 0 w 192"/>
              <a:gd name="T73" fmla="*/ 20 h 199"/>
              <a:gd name="T74" fmla="*/ 20 w 192"/>
              <a:gd name="T75" fmla="*/ 20 h 199"/>
              <a:gd name="T76" fmla="*/ 20 w 192"/>
              <a:gd name="T77" fmla="*/ 8 h 199"/>
              <a:gd name="T78" fmla="*/ 49 w 192"/>
              <a:gd name="T79" fmla="*/ 32 h 199"/>
              <a:gd name="T80" fmla="*/ 20 w 192"/>
              <a:gd name="T81" fmla="*/ 55 h 199"/>
              <a:gd name="T82" fmla="*/ 20 w 192"/>
              <a:gd name="T83" fmla="*/ 43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2" h="199">
                <a:moveTo>
                  <a:pt x="172" y="43"/>
                </a:moveTo>
                <a:cubicBezTo>
                  <a:pt x="172" y="55"/>
                  <a:pt x="172" y="55"/>
                  <a:pt x="172" y="55"/>
                </a:cubicBezTo>
                <a:cubicBezTo>
                  <a:pt x="142" y="32"/>
                  <a:pt x="142" y="32"/>
                  <a:pt x="142" y="32"/>
                </a:cubicBezTo>
                <a:cubicBezTo>
                  <a:pt x="172" y="8"/>
                  <a:pt x="172" y="8"/>
                  <a:pt x="172" y="8"/>
                </a:cubicBezTo>
                <a:cubicBezTo>
                  <a:pt x="172" y="20"/>
                  <a:pt x="172" y="20"/>
                  <a:pt x="172" y="20"/>
                </a:cubicBezTo>
                <a:cubicBezTo>
                  <a:pt x="192" y="20"/>
                  <a:pt x="192" y="20"/>
                  <a:pt x="192" y="20"/>
                </a:cubicBezTo>
                <a:cubicBezTo>
                  <a:pt x="192" y="43"/>
                  <a:pt x="192" y="43"/>
                  <a:pt x="192" y="43"/>
                </a:cubicBezTo>
                <a:lnTo>
                  <a:pt x="172" y="43"/>
                </a:lnTo>
                <a:close/>
                <a:moveTo>
                  <a:pt x="161" y="115"/>
                </a:moveTo>
                <a:cubicBezTo>
                  <a:pt x="161" y="161"/>
                  <a:pt x="151" y="190"/>
                  <a:pt x="144" y="199"/>
                </a:cubicBezTo>
                <a:cubicBezTo>
                  <a:pt x="130" y="199"/>
                  <a:pt x="130" y="199"/>
                  <a:pt x="130" y="199"/>
                </a:cubicBezTo>
                <a:cubicBezTo>
                  <a:pt x="132" y="199"/>
                  <a:pt x="152" y="182"/>
                  <a:pt x="152" y="118"/>
                </a:cubicBezTo>
                <a:cubicBezTo>
                  <a:pt x="152" y="113"/>
                  <a:pt x="151" y="108"/>
                  <a:pt x="150" y="103"/>
                </a:cubicBezTo>
                <a:cubicBezTo>
                  <a:pt x="100" y="146"/>
                  <a:pt x="100" y="146"/>
                  <a:pt x="100" y="146"/>
                </a:cubicBezTo>
                <a:cubicBezTo>
                  <a:pt x="100" y="199"/>
                  <a:pt x="100" y="199"/>
                  <a:pt x="100" y="199"/>
                </a:cubicBezTo>
                <a:cubicBezTo>
                  <a:pt x="92" y="199"/>
                  <a:pt x="92" y="199"/>
                  <a:pt x="92" y="199"/>
                </a:cubicBezTo>
                <a:cubicBezTo>
                  <a:pt x="92" y="147"/>
                  <a:pt x="92" y="147"/>
                  <a:pt x="92" y="147"/>
                </a:cubicBezTo>
                <a:cubicBezTo>
                  <a:pt x="42" y="104"/>
                  <a:pt x="42" y="104"/>
                  <a:pt x="42" y="104"/>
                </a:cubicBezTo>
                <a:cubicBezTo>
                  <a:pt x="41" y="108"/>
                  <a:pt x="40" y="113"/>
                  <a:pt x="40" y="118"/>
                </a:cubicBezTo>
                <a:cubicBezTo>
                  <a:pt x="40" y="182"/>
                  <a:pt x="60" y="199"/>
                  <a:pt x="62" y="199"/>
                </a:cubicBezTo>
                <a:cubicBezTo>
                  <a:pt x="49" y="199"/>
                  <a:pt x="49" y="199"/>
                  <a:pt x="49" y="199"/>
                </a:cubicBezTo>
                <a:cubicBezTo>
                  <a:pt x="41" y="190"/>
                  <a:pt x="32" y="161"/>
                  <a:pt x="32" y="115"/>
                </a:cubicBezTo>
                <a:cubicBezTo>
                  <a:pt x="32" y="83"/>
                  <a:pt x="66" y="53"/>
                  <a:pt x="54" y="0"/>
                </a:cubicBezTo>
                <a:cubicBezTo>
                  <a:pt x="54" y="0"/>
                  <a:pt x="57" y="0"/>
                  <a:pt x="62" y="0"/>
                </a:cubicBezTo>
                <a:cubicBezTo>
                  <a:pt x="71" y="45"/>
                  <a:pt x="52" y="77"/>
                  <a:pt x="43" y="100"/>
                </a:cubicBezTo>
                <a:cubicBezTo>
                  <a:pt x="149" y="100"/>
                  <a:pt x="149" y="100"/>
                  <a:pt x="149" y="100"/>
                </a:cubicBezTo>
                <a:cubicBezTo>
                  <a:pt x="141" y="77"/>
                  <a:pt x="121" y="45"/>
                  <a:pt x="130" y="0"/>
                </a:cubicBezTo>
                <a:cubicBezTo>
                  <a:pt x="135" y="0"/>
                  <a:pt x="138" y="0"/>
                  <a:pt x="138" y="0"/>
                </a:cubicBezTo>
                <a:cubicBezTo>
                  <a:pt x="126" y="53"/>
                  <a:pt x="161" y="83"/>
                  <a:pt x="161" y="115"/>
                </a:cubicBezTo>
                <a:close/>
                <a:moveTo>
                  <a:pt x="96" y="88"/>
                </a:moveTo>
                <a:cubicBezTo>
                  <a:pt x="94" y="88"/>
                  <a:pt x="93" y="85"/>
                  <a:pt x="93" y="82"/>
                </a:cubicBezTo>
                <a:cubicBezTo>
                  <a:pt x="93" y="80"/>
                  <a:pt x="94" y="77"/>
                  <a:pt x="96" y="77"/>
                </a:cubicBezTo>
                <a:cubicBezTo>
                  <a:pt x="98" y="77"/>
                  <a:pt x="99" y="80"/>
                  <a:pt x="99" y="82"/>
                </a:cubicBezTo>
                <a:cubicBezTo>
                  <a:pt x="99" y="85"/>
                  <a:pt x="98" y="88"/>
                  <a:pt x="96" y="88"/>
                </a:cubicBezTo>
                <a:close/>
                <a:moveTo>
                  <a:pt x="20" y="43"/>
                </a:moveTo>
                <a:cubicBezTo>
                  <a:pt x="0" y="43"/>
                  <a:pt x="0" y="43"/>
                  <a:pt x="0" y="43"/>
                </a:cubicBezTo>
                <a:cubicBezTo>
                  <a:pt x="0" y="20"/>
                  <a:pt x="0" y="20"/>
                  <a:pt x="0" y="20"/>
                </a:cubicBezTo>
                <a:cubicBezTo>
                  <a:pt x="20" y="20"/>
                  <a:pt x="20" y="20"/>
                  <a:pt x="20" y="20"/>
                </a:cubicBezTo>
                <a:cubicBezTo>
                  <a:pt x="20" y="8"/>
                  <a:pt x="20" y="8"/>
                  <a:pt x="20" y="8"/>
                </a:cubicBezTo>
                <a:cubicBezTo>
                  <a:pt x="49" y="32"/>
                  <a:pt x="49" y="32"/>
                  <a:pt x="49" y="32"/>
                </a:cubicBezTo>
                <a:cubicBezTo>
                  <a:pt x="20" y="55"/>
                  <a:pt x="20" y="55"/>
                  <a:pt x="20" y="55"/>
                </a:cubicBezTo>
                <a:lnTo>
                  <a:pt x="20" y="43"/>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15"/>
          <p:cNvSpPr>
            <a:spLocks noEditPoints="1"/>
          </p:cNvSpPr>
          <p:nvPr/>
        </p:nvSpPr>
        <p:spPr bwMode="auto">
          <a:xfrm>
            <a:off x="10231962" y="655550"/>
            <a:ext cx="247650" cy="395288"/>
          </a:xfrm>
          <a:custGeom>
            <a:avLst/>
            <a:gdLst>
              <a:gd name="T0" fmla="*/ 95 w 125"/>
              <a:gd name="T1" fmla="*/ 63 h 200"/>
              <a:gd name="T2" fmla="*/ 123 w 125"/>
              <a:gd name="T3" fmla="*/ 126 h 200"/>
              <a:gd name="T4" fmla="*/ 100 w 125"/>
              <a:gd name="T5" fmla="*/ 168 h 200"/>
              <a:gd name="T6" fmla="*/ 96 w 125"/>
              <a:gd name="T7" fmla="*/ 200 h 200"/>
              <a:gd name="T8" fmla="*/ 87 w 125"/>
              <a:gd name="T9" fmla="*/ 200 h 200"/>
              <a:gd name="T10" fmla="*/ 91 w 125"/>
              <a:gd name="T11" fmla="*/ 160 h 200"/>
              <a:gd name="T12" fmla="*/ 112 w 125"/>
              <a:gd name="T13" fmla="*/ 135 h 200"/>
              <a:gd name="T14" fmla="*/ 17 w 125"/>
              <a:gd name="T15" fmla="*/ 132 h 200"/>
              <a:gd name="T16" fmla="*/ 11 w 125"/>
              <a:gd name="T17" fmla="*/ 200 h 200"/>
              <a:gd name="T18" fmla="*/ 4 w 125"/>
              <a:gd name="T19" fmla="*/ 200 h 200"/>
              <a:gd name="T20" fmla="*/ 6 w 125"/>
              <a:gd name="T21" fmla="*/ 0 h 200"/>
              <a:gd name="T22" fmla="*/ 16 w 125"/>
              <a:gd name="T23" fmla="*/ 0 h 200"/>
              <a:gd name="T24" fmla="*/ 32 w 125"/>
              <a:gd name="T25" fmla="*/ 61 h 200"/>
              <a:gd name="T26" fmla="*/ 87 w 125"/>
              <a:gd name="T27" fmla="*/ 57 h 200"/>
              <a:gd name="T28" fmla="*/ 99 w 125"/>
              <a:gd name="T29" fmla="*/ 0 h 200"/>
              <a:gd name="T30" fmla="*/ 107 w 125"/>
              <a:gd name="T31" fmla="*/ 0 h 200"/>
              <a:gd name="T32" fmla="*/ 95 w 125"/>
              <a:gd name="T33" fmla="*/ 56 h 200"/>
              <a:gd name="T34" fmla="*/ 95 w 125"/>
              <a:gd name="T35" fmla="*/ 56 h 200"/>
              <a:gd name="T36" fmla="*/ 95 w 125"/>
              <a:gd name="T37" fmla="*/ 63 h 200"/>
              <a:gd name="T38" fmla="*/ 87 w 125"/>
              <a:gd name="T39" fmla="*/ 65 h 200"/>
              <a:gd name="T40" fmla="*/ 30 w 125"/>
              <a:gd name="T41" fmla="*/ 69 h 200"/>
              <a:gd name="T42" fmla="*/ 28 w 125"/>
              <a:gd name="T43" fmla="*/ 81 h 200"/>
              <a:gd name="T44" fmla="*/ 92 w 125"/>
              <a:gd name="T45" fmla="*/ 75 h 200"/>
              <a:gd name="T46" fmla="*/ 87 w 125"/>
              <a:gd name="T47" fmla="*/ 65 h 200"/>
              <a:gd name="T48" fmla="*/ 27 w 125"/>
              <a:gd name="T49" fmla="*/ 89 h 200"/>
              <a:gd name="T50" fmla="*/ 27 w 125"/>
              <a:gd name="T51" fmla="*/ 82 h 200"/>
              <a:gd name="T52" fmla="*/ 20 w 125"/>
              <a:gd name="T53" fmla="*/ 117 h 200"/>
              <a:gd name="T54" fmla="*/ 107 w 125"/>
              <a:gd name="T55" fmla="*/ 99 h 200"/>
              <a:gd name="T56" fmla="*/ 96 w 125"/>
              <a:gd name="T57" fmla="*/ 83 h 200"/>
              <a:gd name="T58" fmla="*/ 27 w 125"/>
              <a:gd name="T59" fmla="*/ 89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5" h="200">
                <a:moveTo>
                  <a:pt x="95" y="63"/>
                </a:moveTo>
                <a:cubicBezTo>
                  <a:pt x="98" y="76"/>
                  <a:pt x="125" y="98"/>
                  <a:pt x="123" y="126"/>
                </a:cubicBezTo>
                <a:cubicBezTo>
                  <a:pt x="123" y="138"/>
                  <a:pt x="118" y="160"/>
                  <a:pt x="100" y="168"/>
                </a:cubicBezTo>
                <a:cubicBezTo>
                  <a:pt x="90" y="175"/>
                  <a:pt x="96" y="189"/>
                  <a:pt x="96" y="200"/>
                </a:cubicBezTo>
                <a:cubicBezTo>
                  <a:pt x="93" y="200"/>
                  <a:pt x="89" y="200"/>
                  <a:pt x="87" y="200"/>
                </a:cubicBezTo>
                <a:cubicBezTo>
                  <a:pt x="76" y="181"/>
                  <a:pt x="86" y="164"/>
                  <a:pt x="91" y="160"/>
                </a:cubicBezTo>
                <a:cubicBezTo>
                  <a:pt x="104" y="155"/>
                  <a:pt x="110" y="144"/>
                  <a:pt x="112" y="135"/>
                </a:cubicBezTo>
                <a:cubicBezTo>
                  <a:pt x="86" y="109"/>
                  <a:pt x="32" y="126"/>
                  <a:pt x="17" y="132"/>
                </a:cubicBezTo>
                <a:cubicBezTo>
                  <a:pt x="13" y="152"/>
                  <a:pt x="11" y="175"/>
                  <a:pt x="11" y="200"/>
                </a:cubicBezTo>
                <a:cubicBezTo>
                  <a:pt x="9" y="200"/>
                  <a:pt x="5" y="200"/>
                  <a:pt x="4" y="200"/>
                </a:cubicBezTo>
                <a:cubicBezTo>
                  <a:pt x="0" y="88"/>
                  <a:pt x="51" y="33"/>
                  <a:pt x="6" y="0"/>
                </a:cubicBezTo>
                <a:cubicBezTo>
                  <a:pt x="9" y="0"/>
                  <a:pt x="11" y="0"/>
                  <a:pt x="16" y="0"/>
                </a:cubicBezTo>
                <a:cubicBezTo>
                  <a:pt x="38" y="12"/>
                  <a:pt x="38" y="31"/>
                  <a:pt x="32" y="61"/>
                </a:cubicBezTo>
                <a:cubicBezTo>
                  <a:pt x="87" y="57"/>
                  <a:pt x="87" y="57"/>
                  <a:pt x="87" y="57"/>
                </a:cubicBezTo>
                <a:cubicBezTo>
                  <a:pt x="88" y="25"/>
                  <a:pt x="99" y="0"/>
                  <a:pt x="99" y="0"/>
                </a:cubicBezTo>
                <a:cubicBezTo>
                  <a:pt x="107" y="0"/>
                  <a:pt x="107" y="0"/>
                  <a:pt x="107" y="0"/>
                </a:cubicBezTo>
                <a:cubicBezTo>
                  <a:pt x="107" y="0"/>
                  <a:pt x="96" y="25"/>
                  <a:pt x="95" y="56"/>
                </a:cubicBezTo>
                <a:cubicBezTo>
                  <a:pt x="95" y="56"/>
                  <a:pt x="95" y="56"/>
                  <a:pt x="95" y="56"/>
                </a:cubicBezTo>
                <a:lnTo>
                  <a:pt x="95" y="63"/>
                </a:lnTo>
                <a:close/>
                <a:moveTo>
                  <a:pt x="87" y="65"/>
                </a:moveTo>
                <a:cubicBezTo>
                  <a:pt x="30" y="69"/>
                  <a:pt x="30" y="69"/>
                  <a:pt x="30" y="69"/>
                </a:cubicBezTo>
                <a:cubicBezTo>
                  <a:pt x="30" y="73"/>
                  <a:pt x="29" y="77"/>
                  <a:pt x="28" y="81"/>
                </a:cubicBezTo>
                <a:cubicBezTo>
                  <a:pt x="92" y="75"/>
                  <a:pt x="92" y="75"/>
                  <a:pt x="92" y="75"/>
                </a:cubicBezTo>
                <a:cubicBezTo>
                  <a:pt x="90" y="72"/>
                  <a:pt x="88" y="68"/>
                  <a:pt x="87" y="65"/>
                </a:cubicBezTo>
                <a:close/>
                <a:moveTo>
                  <a:pt x="27" y="89"/>
                </a:moveTo>
                <a:cubicBezTo>
                  <a:pt x="27" y="82"/>
                  <a:pt x="27" y="82"/>
                  <a:pt x="27" y="82"/>
                </a:cubicBezTo>
                <a:cubicBezTo>
                  <a:pt x="25" y="93"/>
                  <a:pt x="22" y="104"/>
                  <a:pt x="20" y="117"/>
                </a:cubicBezTo>
                <a:cubicBezTo>
                  <a:pt x="32" y="112"/>
                  <a:pt x="66" y="102"/>
                  <a:pt x="107" y="99"/>
                </a:cubicBezTo>
                <a:cubicBezTo>
                  <a:pt x="104" y="93"/>
                  <a:pt x="100" y="88"/>
                  <a:pt x="96" y="83"/>
                </a:cubicBezTo>
                <a:lnTo>
                  <a:pt x="27" y="89"/>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6"/>
          <p:cNvSpPr>
            <a:spLocks noEditPoints="1"/>
          </p:cNvSpPr>
          <p:nvPr/>
        </p:nvSpPr>
        <p:spPr bwMode="auto">
          <a:xfrm>
            <a:off x="10662174" y="658725"/>
            <a:ext cx="300038" cy="395288"/>
          </a:xfrm>
          <a:custGeom>
            <a:avLst/>
            <a:gdLst>
              <a:gd name="T0" fmla="*/ 132 w 152"/>
              <a:gd name="T1" fmla="*/ 200 h 200"/>
              <a:gd name="T2" fmla="*/ 20 w 152"/>
              <a:gd name="T3" fmla="*/ 200 h 200"/>
              <a:gd name="T4" fmla="*/ 0 w 152"/>
              <a:gd name="T5" fmla="*/ 180 h 200"/>
              <a:gd name="T6" fmla="*/ 0 w 152"/>
              <a:gd name="T7" fmla="*/ 77 h 200"/>
              <a:gd name="T8" fmla="*/ 40 w 152"/>
              <a:gd name="T9" fmla="*/ 40 h 200"/>
              <a:gd name="T10" fmla="*/ 111 w 152"/>
              <a:gd name="T11" fmla="*/ 40 h 200"/>
              <a:gd name="T12" fmla="*/ 152 w 152"/>
              <a:gd name="T13" fmla="*/ 77 h 200"/>
              <a:gd name="T14" fmla="*/ 152 w 152"/>
              <a:gd name="T15" fmla="*/ 180 h 200"/>
              <a:gd name="T16" fmla="*/ 132 w 152"/>
              <a:gd name="T17" fmla="*/ 200 h 200"/>
              <a:gd name="T18" fmla="*/ 144 w 152"/>
              <a:gd name="T19" fmla="*/ 85 h 200"/>
              <a:gd name="T20" fmla="*/ 103 w 152"/>
              <a:gd name="T21" fmla="*/ 48 h 200"/>
              <a:gd name="T22" fmla="*/ 48 w 152"/>
              <a:gd name="T23" fmla="*/ 48 h 200"/>
              <a:gd name="T24" fmla="*/ 9 w 152"/>
              <a:gd name="T25" fmla="*/ 84 h 200"/>
              <a:gd name="T26" fmla="*/ 116 w 152"/>
              <a:gd name="T27" fmla="*/ 84 h 200"/>
              <a:gd name="T28" fmla="*/ 116 w 152"/>
              <a:gd name="T29" fmla="*/ 168 h 200"/>
              <a:gd name="T30" fmla="*/ 8 w 152"/>
              <a:gd name="T31" fmla="*/ 168 h 200"/>
              <a:gd name="T32" fmla="*/ 8 w 152"/>
              <a:gd name="T33" fmla="*/ 172 h 200"/>
              <a:gd name="T34" fmla="*/ 28 w 152"/>
              <a:gd name="T35" fmla="*/ 192 h 200"/>
              <a:gd name="T36" fmla="*/ 124 w 152"/>
              <a:gd name="T37" fmla="*/ 192 h 200"/>
              <a:gd name="T38" fmla="*/ 144 w 152"/>
              <a:gd name="T39" fmla="*/ 172 h 200"/>
              <a:gd name="T40" fmla="*/ 144 w 152"/>
              <a:gd name="T41" fmla="*/ 85 h 200"/>
              <a:gd name="T42" fmla="*/ 59 w 152"/>
              <a:gd name="T43" fmla="*/ 137 h 200"/>
              <a:gd name="T44" fmla="*/ 31 w 152"/>
              <a:gd name="T45" fmla="*/ 115 h 200"/>
              <a:gd name="T46" fmla="*/ 10 w 152"/>
              <a:gd name="T47" fmla="*/ 141 h 200"/>
              <a:gd name="T48" fmla="*/ 32 w 152"/>
              <a:gd name="T49" fmla="*/ 130 h 200"/>
              <a:gd name="T50" fmla="*/ 60 w 152"/>
              <a:gd name="T51" fmla="*/ 151 h 200"/>
              <a:gd name="T52" fmla="*/ 89 w 152"/>
              <a:gd name="T53" fmla="*/ 122 h 200"/>
              <a:gd name="T54" fmla="*/ 104 w 152"/>
              <a:gd name="T55" fmla="*/ 136 h 200"/>
              <a:gd name="T56" fmla="*/ 104 w 152"/>
              <a:gd name="T57" fmla="*/ 100 h 200"/>
              <a:gd name="T58" fmla="*/ 68 w 152"/>
              <a:gd name="T59" fmla="*/ 100 h 200"/>
              <a:gd name="T60" fmla="*/ 82 w 152"/>
              <a:gd name="T61" fmla="*/ 114 h 200"/>
              <a:gd name="T62" fmla="*/ 59 w 152"/>
              <a:gd name="T63" fmla="*/ 137 h 200"/>
              <a:gd name="T64" fmla="*/ 44 w 152"/>
              <a:gd name="T65" fmla="*/ 12 h 200"/>
              <a:gd name="T66" fmla="*/ 56 w 152"/>
              <a:gd name="T67" fmla="*/ 0 h 200"/>
              <a:gd name="T68" fmla="*/ 100 w 152"/>
              <a:gd name="T69" fmla="*/ 0 h 200"/>
              <a:gd name="T70" fmla="*/ 112 w 152"/>
              <a:gd name="T71" fmla="*/ 12 h 200"/>
              <a:gd name="T72" fmla="*/ 112 w 152"/>
              <a:gd name="T73" fmla="*/ 28 h 200"/>
              <a:gd name="T74" fmla="*/ 44 w 152"/>
              <a:gd name="T75" fmla="*/ 28 h 200"/>
              <a:gd name="T76" fmla="*/ 44 w 152"/>
              <a:gd name="T77" fmla="*/ 12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52" h="200">
                <a:moveTo>
                  <a:pt x="132" y="200"/>
                </a:moveTo>
                <a:cubicBezTo>
                  <a:pt x="20" y="200"/>
                  <a:pt x="20" y="200"/>
                  <a:pt x="20" y="200"/>
                </a:cubicBezTo>
                <a:cubicBezTo>
                  <a:pt x="8" y="200"/>
                  <a:pt x="0" y="191"/>
                  <a:pt x="0" y="180"/>
                </a:cubicBezTo>
                <a:cubicBezTo>
                  <a:pt x="0" y="77"/>
                  <a:pt x="0" y="77"/>
                  <a:pt x="0" y="77"/>
                </a:cubicBezTo>
                <a:cubicBezTo>
                  <a:pt x="40" y="40"/>
                  <a:pt x="40" y="40"/>
                  <a:pt x="40" y="40"/>
                </a:cubicBezTo>
                <a:cubicBezTo>
                  <a:pt x="111" y="40"/>
                  <a:pt x="111" y="40"/>
                  <a:pt x="111" y="40"/>
                </a:cubicBezTo>
                <a:cubicBezTo>
                  <a:pt x="152" y="77"/>
                  <a:pt x="152" y="77"/>
                  <a:pt x="152" y="77"/>
                </a:cubicBezTo>
                <a:cubicBezTo>
                  <a:pt x="152" y="180"/>
                  <a:pt x="152" y="180"/>
                  <a:pt x="152" y="180"/>
                </a:cubicBezTo>
                <a:cubicBezTo>
                  <a:pt x="152" y="191"/>
                  <a:pt x="143" y="200"/>
                  <a:pt x="132" y="200"/>
                </a:cubicBezTo>
                <a:close/>
                <a:moveTo>
                  <a:pt x="144" y="85"/>
                </a:moveTo>
                <a:cubicBezTo>
                  <a:pt x="103" y="48"/>
                  <a:pt x="103" y="48"/>
                  <a:pt x="103" y="48"/>
                </a:cubicBezTo>
                <a:cubicBezTo>
                  <a:pt x="48" y="48"/>
                  <a:pt x="48" y="48"/>
                  <a:pt x="48" y="48"/>
                </a:cubicBezTo>
                <a:cubicBezTo>
                  <a:pt x="9" y="84"/>
                  <a:pt x="9" y="84"/>
                  <a:pt x="9" y="84"/>
                </a:cubicBezTo>
                <a:cubicBezTo>
                  <a:pt x="116" y="84"/>
                  <a:pt x="116" y="84"/>
                  <a:pt x="116" y="84"/>
                </a:cubicBezTo>
                <a:cubicBezTo>
                  <a:pt x="116" y="168"/>
                  <a:pt x="116" y="168"/>
                  <a:pt x="116" y="168"/>
                </a:cubicBezTo>
                <a:cubicBezTo>
                  <a:pt x="8" y="168"/>
                  <a:pt x="8" y="168"/>
                  <a:pt x="8" y="168"/>
                </a:cubicBezTo>
                <a:cubicBezTo>
                  <a:pt x="8" y="172"/>
                  <a:pt x="8" y="172"/>
                  <a:pt x="8" y="172"/>
                </a:cubicBezTo>
                <a:cubicBezTo>
                  <a:pt x="8" y="183"/>
                  <a:pt x="16" y="192"/>
                  <a:pt x="28" y="192"/>
                </a:cubicBezTo>
                <a:cubicBezTo>
                  <a:pt x="124" y="192"/>
                  <a:pt x="124" y="192"/>
                  <a:pt x="124" y="192"/>
                </a:cubicBezTo>
                <a:cubicBezTo>
                  <a:pt x="135" y="192"/>
                  <a:pt x="144" y="183"/>
                  <a:pt x="144" y="172"/>
                </a:cubicBezTo>
                <a:lnTo>
                  <a:pt x="144" y="85"/>
                </a:lnTo>
                <a:close/>
                <a:moveTo>
                  <a:pt x="59" y="137"/>
                </a:moveTo>
                <a:cubicBezTo>
                  <a:pt x="31" y="115"/>
                  <a:pt x="31" y="115"/>
                  <a:pt x="31" y="115"/>
                </a:cubicBezTo>
                <a:cubicBezTo>
                  <a:pt x="10" y="141"/>
                  <a:pt x="10" y="141"/>
                  <a:pt x="10" y="141"/>
                </a:cubicBezTo>
                <a:cubicBezTo>
                  <a:pt x="32" y="130"/>
                  <a:pt x="32" y="130"/>
                  <a:pt x="32" y="130"/>
                </a:cubicBezTo>
                <a:cubicBezTo>
                  <a:pt x="60" y="151"/>
                  <a:pt x="60" y="151"/>
                  <a:pt x="60" y="151"/>
                </a:cubicBezTo>
                <a:cubicBezTo>
                  <a:pt x="89" y="122"/>
                  <a:pt x="89" y="122"/>
                  <a:pt x="89" y="122"/>
                </a:cubicBezTo>
                <a:cubicBezTo>
                  <a:pt x="104" y="136"/>
                  <a:pt x="104" y="136"/>
                  <a:pt x="104" y="136"/>
                </a:cubicBezTo>
                <a:cubicBezTo>
                  <a:pt x="104" y="100"/>
                  <a:pt x="104" y="100"/>
                  <a:pt x="104" y="100"/>
                </a:cubicBezTo>
                <a:cubicBezTo>
                  <a:pt x="68" y="100"/>
                  <a:pt x="68" y="100"/>
                  <a:pt x="68" y="100"/>
                </a:cubicBezTo>
                <a:cubicBezTo>
                  <a:pt x="82" y="114"/>
                  <a:pt x="82" y="114"/>
                  <a:pt x="82" y="114"/>
                </a:cubicBezTo>
                <a:lnTo>
                  <a:pt x="59" y="137"/>
                </a:lnTo>
                <a:close/>
                <a:moveTo>
                  <a:pt x="44" y="12"/>
                </a:moveTo>
                <a:cubicBezTo>
                  <a:pt x="44" y="5"/>
                  <a:pt x="49" y="0"/>
                  <a:pt x="56" y="0"/>
                </a:cubicBezTo>
                <a:cubicBezTo>
                  <a:pt x="100" y="0"/>
                  <a:pt x="100" y="0"/>
                  <a:pt x="100" y="0"/>
                </a:cubicBezTo>
                <a:cubicBezTo>
                  <a:pt x="106" y="0"/>
                  <a:pt x="112" y="5"/>
                  <a:pt x="112" y="12"/>
                </a:cubicBezTo>
                <a:cubicBezTo>
                  <a:pt x="112" y="28"/>
                  <a:pt x="112" y="28"/>
                  <a:pt x="112" y="28"/>
                </a:cubicBezTo>
                <a:cubicBezTo>
                  <a:pt x="44" y="28"/>
                  <a:pt x="44" y="28"/>
                  <a:pt x="44" y="28"/>
                </a:cubicBezTo>
                <a:lnTo>
                  <a:pt x="44" y="12"/>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7"/>
          <p:cNvSpPr>
            <a:spLocks noEditPoints="1"/>
          </p:cNvSpPr>
          <p:nvPr/>
        </p:nvSpPr>
        <p:spPr bwMode="auto">
          <a:xfrm>
            <a:off x="11125724" y="623800"/>
            <a:ext cx="342900" cy="430213"/>
          </a:xfrm>
          <a:custGeom>
            <a:avLst/>
            <a:gdLst>
              <a:gd name="T0" fmla="*/ 135 w 173"/>
              <a:gd name="T1" fmla="*/ 187 h 218"/>
              <a:gd name="T2" fmla="*/ 28 w 173"/>
              <a:gd name="T3" fmla="*/ 179 h 218"/>
              <a:gd name="T4" fmla="*/ 13 w 173"/>
              <a:gd name="T5" fmla="*/ 150 h 218"/>
              <a:gd name="T6" fmla="*/ 34 w 173"/>
              <a:gd name="T7" fmla="*/ 68 h 218"/>
              <a:gd name="T8" fmla="*/ 71 w 173"/>
              <a:gd name="T9" fmla="*/ 29 h 218"/>
              <a:gd name="T10" fmla="*/ 127 w 173"/>
              <a:gd name="T11" fmla="*/ 60 h 218"/>
              <a:gd name="T12" fmla="*/ 107 w 173"/>
              <a:gd name="T13" fmla="*/ 59 h 218"/>
              <a:gd name="T14" fmla="*/ 74 w 173"/>
              <a:gd name="T15" fmla="*/ 60 h 218"/>
              <a:gd name="T16" fmla="*/ 74 w 173"/>
              <a:gd name="T17" fmla="*/ 60 h 218"/>
              <a:gd name="T18" fmla="*/ 74 w 173"/>
              <a:gd name="T19" fmla="*/ 60 h 218"/>
              <a:gd name="T20" fmla="*/ 75 w 173"/>
              <a:gd name="T21" fmla="*/ 121 h 218"/>
              <a:gd name="T22" fmla="*/ 138 w 173"/>
              <a:gd name="T23" fmla="*/ 126 h 218"/>
              <a:gd name="T24" fmla="*/ 173 w 173"/>
              <a:gd name="T25" fmla="*/ 108 h 218"/>
              <a:gd name="T26" fmla="*/ 173 w 173"/>
              <a:gd name="T27" fmla="*/ 218 h 218"/>
              <a:gd name="T28" fmla="*/ 135 w 173"/>
              <a:gd name="T29" fmla="*/ 187 h 218"/>
              <a:gd name="T30" fmla="*/ 67 w 173"/>
              <a:gd name="T31" fmla="*/ 171 h 218"/>
              <a:gd name="T32" fmla="*/ 95 w 173"/>
              <a:gd name="T33" fmla="*/ 185 h 218"/>
              <a:gd name="T34" fmla="*/ 123 w 173"/>
              <a:gd name="T35" fmla="*/ 171 h 218"/>
              <a:gd name="T36" fmla="*/ 67 w 173"/>
              <a:gd name="T37" fmla="*/ 171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3" h="218">
                <a:moveTo>
                  <a:pt x="135" y="187"/>
                </a:moveTo>
                <a:cubicBezTo>
                  <a:pt x="66" y="218"/>
                  <a:pt x="28" y="179"/>
                  <a:pt x="28" y="179"/>
                </a:cubicBezTo>
                <a:cubicBezTo>
                  <a:pt x="28" y="179"/>
                  <a:pt x="0" y="174"/>
                  <a:pt x="13" y="150"/>
                </a:cubicBezTo>
                <a:cubicBezTo>
                  <a:pt x="2" y="110"/>
                  <a:pt x="34" y="68"/>
                  <a:pt x="34" y="68"/>
                </a:cubicBezTo>
                <a:cubicBezTo>
                  <a:pt x="34" y="68"/>
                  <a:pt x="27" y="35"/>
                  <a:pt x="71" y="29"/>
                </a:cubicBezTo>
                <a:cubicBezTo>
                  <a:pt x="138" y="0"/>
                  <a:pt x="127" y="57"/>
                  <a:pt x="127" y="60"/>
                </a:cubicBezTo>
                <a:cubicBezTo>
                  <a:pt x="118" y="75"/>
                  <a:pt x="110" y="53"/>
                  <a:pt x="107" y="59"/>
                </a:cubicBezTo>
                <a:cubicBezTo>
                  <a:pt x="91" y="74"/>
                  <a:pt x="75" y="61"/>
                  <a:pt x="74" y="60"/>
                </a:cubicBezTo>
                <a:cubicBezTo>
                  <a:pt x="74" y="60"/>
                  <a:pt x="74" y="60"/>
                  <a:pt x="74" y="60"/>
                </a:cubicBezTo>
                <a:cubicBezTo>
                  <a:pt x="74" y="60"/>
                  <a:pt x="74" y="60"/>
                  <a:pt x="74" y="60"/>
                </a:cubicBezTo>
                <a:cubicBezTo>
                  <a:pt x="54" y="70"/>
                  <a:pt x="77" y="99"/>
                  <a:pt x="75" y="121"/>
                </a:cubicBezTo>
                <a:cubicBezTo>
                  <a:pt x="77" y="121"/>
                  <a:pt x="109" y="88"/>
                  <a:pt x="138" y="126"/>
                </a:cubicBezTo>
                <a:cubicBezTo>
                  <a:pt x="148" y="110"/>
                  <a:pt x="173" y="108"/>
                  <a:pt x="173" y="108"/>
                </a:cubicBezTo>
                <a:cubicBezTo>
                  <a:pt x="173" y="218"/>
                  <a:pt x="173" y="218"/>
                  <a:pt x="173" y="218"/>
                </a:cubicBezTo>
                <a:cubicBezTo>
                  <a:pt x="173" y="218"/>
                  <a:pt x="143" y="212"/>
                  <a:pt x="135" y="187"/>
                </a:cubicBezTo>
                <a:close/>
                <a:moveTo>
                  <a:pt x="67" y="171"/>
                </a:moveTo>
                <a:cubicBezTo>
                  <a:pt x="67" y="171"/>
                  <a:pt x="71" y="185"/>
                  <a:pt x="95" y="185"/>
                </a:cubicBezTo>
                <a:cubicBezTo>
                  <a:pt x="118" y="183"/>
                  <a:pt x="122" y="173"/>
                  <a:pt x="123" y="171"/>
                </a:cubicBezTo>
                <a:cubicBezTo>
                  <a:pt x="90" y="181"/>
                  <a:pt x="67" y="171"/>
                  <a:pt x="67" y="171"/>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8"/>
          <p:cNvSpPr>
            <a:spLocks noEditPoints="1"/>
          </p:cNvSpPr>
          <p:nvPr/>
        </p:nvSpPr>
        <p:spPr bwMode="auto">
          <a:xfrm>
            <a:off x="11584512" y="655550"/>
            <a:ext cx="398463" cy="381000"/>
          </a:xfrm>
          <a:custGeom>
            <a:avLst/>
            <a:gdLst>
              <a:gd name="T0" fmla="*/ 197 w 201"/>
              <a:gd name="T1" fmla="*/ 193 h 193"/>
              <a:gd name="T2" fmla="*/ 185 w 201"/>
              <a:gd name="T3" fmla="*/ 193 h 193"/>
              <a:gd name="T4" fmla="*/ 69 w 201"/>
              <a:gd name="T5" fmla="*/ 193 h 193"/>
              <a:gd name="T6" fmla="*/ 69 w 201"/>
              <a:gd name="T7" fmla="*/ 193 h 193"/>
              <a:gd name="T8" fmla="*/ 5 w 201"/>
              <a:gd name="T9" fmla="*/ 135 h 193"/>
              <a:gd name="T10" fmla="*/ 5 w 201"/>
              <a:gd name="T11" fmla="*/ 65 h 193"/>
              <a:gd name="T12" fmla="*/ 17 w 201"/>
              <a:gd name="T13" fmla="*/ 76 h 193"/>
              <a:gd name="T14" fmla="*/ 17 w 201"/>
              <a:gd name="T15" fmla="*/ 135 h 193"/>
              <a:gd name="T16" fmla="*/ 41 w 201"/>
              <a:gd name="T17" fmla="*/ 174 h 193"/>
              <a:gd name="T18" fmla="*/ 41 w 201"/>
              <a:gd name="T19" fmla="*/ 141 h 193"/>
              <a:gd name="T20" fmla="*/ 49 w 201"/>
              <a:gd name="T21" fmla="*/ 141 h 193"/>
              <a:gd name="T22" fmla="*/ 49 w 201"/>
              <a:gd name="T23" fmla="*/ 177 h 193"/>
              <a:gd name="T24" fmla="*/ 65 w 201"/>
              <a:gd name="T25" fmla="*/ 180 h 193"/>
              <a:gd name="T26" fmla="*/ 65 w 201"/>
              <a:gd name="T27" fmla="*/ 141 h 193"/>
              <a:gd name="T28" fmla="*/ 73 w 201"/>
              <a:gd name="T29" fmla="*/ 141 h 193"/>
              <a:gd name="T30" fmla="*/ 73 w 201"/>
              <a:gd name="T31" fmla="*/ 181 h 193"/>
              <a:gd name="T32" fmla="*/ 93 w 201"/>
              <a:gd name="T33" fmla="*/ 181 h 193"/>
              <a:gd name="T34" fmla="*/ 93 w 201"/>
              <a:gd name="T35" fmla="*/ 121 h 193"/>
              <a:gd name="T36" fmla="*/ 101 w 201"/>
              <a:gd name="T37" fmla="*/ 113 h 193"/>
              <a:gd name="T38" fmla="*/ 109 w 201"/>
              <a:gd name="T39" fmla="*/ 121 h 193"/>
              <a:gd name="T40" fmla="*/ 109 w 201"/>
              <a:gd name="T41" fmla="*/ 181 h 193"/>
              <a:gd name="T42" fmla="*/ 129 w 201"/>
              <a:gd name="T43" fmla="*/ 181 h 193"/>
              <a:gd name="T44" fmla="*/ 129 w 201"/>
              <a:gd name="T45" fmla="*/ 141 h 193"/>
              <a:gd name="T46" fmla="*/ 137 w 201"/>
              <a:gd name="T47" fmla="*/ 141 h 193"/>
              <a:gd name="T48" fmla="*/ 137 w 201"/>
              <a:gd name="T49" fmla="*/ 181 h 193"/>
              <a:gd name="T50" fmla="*/ 157 w 201"/>
              <a:gd name="T51" fmla="*/ 181 h 193"/>
              <a:gd name="T52" fmla="*/ 157 w 201"/>
              <a:gd name="T53" fmla="*/ 141 h 193"/>
              <a:gd name="T54" fmla="*/ 165 w 201"/>
              <a:gd name="T55" fmla="*/ 141 h 193"/>
              <a:gd name="T56" fmla="*/ 165 w 201"/>
              <a:gd name="T57" fmla="*/ 181 h 193"/>
              <a:gd name="T58" fmla="*/ 189 w 201"/>
              <a:gd name="T59" fmla="*/ 181 h 193"/>
              <a:gd name="T60" fmla="*/ 189 w 201"/>
              <a:gd name="T61" fmla="*/ 77 h 193"/>
              <a:gd name="T62" fmla="*/ 133 w 201"/>
              <a:gd name="T63" fmla="*/ 77 h 193"/>
              <a:gd name="T64" fmla="*/ 105 w 201"/>
              <a:gd name="T65" fmla="*/ 77 h 193"/>
              <a:gd name="T66" fmla="*/ 69 w 201"/>
              <a:gd name="T67" fmla="*/ 77 h 193"/>
              <a:gd name="T68" fmla="*/ 69 w 201"/>
              <a:gd name="T69" fmla="*/ 77 h 193"/>
              <a:gd name="T70" fmla="*/ 6 w 201"/>
              <a:gd name="T71" fmla="*/ 39 h 193"/>
              <a:gd name="T72" fmla="*/ 70 w 201"/>
              <a:gd name="T73" fmla="*/ 0 h 193"/>
              <a:gd name="T74" fmla="*/ 133 w 201"/>
              <a:gd name="T75" fmla="*/ 37 h 193"/>
              <a:gd name="T76" fmla="*/ 133 w 201"/>
              <a:gd name="T77" fmla="*/ 37 h 193"/>
              <a:gd name="T78" fmla="*/ 133 w 201"/>
              <a:gd name="T79" fmla="*/ 38 h 193"/>
              <a:gd name="T80" fmla="*/ 133 w 201"/>
              <a:gd name="T81" fmla="*/ 39 h 193"/>
              <a:gd name="T82" fmla="*/ 133 w 201"/>
              <a:gd name="T83" fmla="*/ 39 h 193"/>
              <a:gd name="T84" fmla="*/ 133 w 201"/>
              <a:gd name="T85" fmla="*/ 65 h 193"/>
              <a:gd name="T86" fmla="*/ 185 w 201"/>
              <a:gd name="T87" fmla="*/ 65 h 193"/>
              <a:gd name="T88" fmla="*/ 197 w 201"/>
              <a:gd name="T89" fmla="*/ 65 h 193"/>
              <a:gd name="T90" fmla="*/ 201 w 201"/>
              <a:gd name="T91" fmla="*/ 65 h 193"/>
              <a:gd name="T92" fmla="*/ 201 w 201"/>
              <a:gd name="T93" fmla="*/ 193 h 193"/>
              <a:gd name="T94" fmla="*/ 197 w 201"/>
              <a:gd name="T95" fmla="*/ 193 h 193"/>
              <a:gd name="T96" fmla="*/ 70 w 201"/>
              <a:gd name="T97" fmla="*/ 25 h 193"/>
              <a:gd name="T98" fmla="*/ 47 w 201"/>
              <a:gd name="T99" fmla="*/ 39 h 193"/>
              <a:gd name="T100" fmla="*/ 70 w 201"/>
              <a:gd name="T101" fmla="*/ 52 h 193"/>
              <a:gd name="T102" fmla="*/ 93 w 201"/>
              <a:gd name="T103" fmla="*/ 39 h 193"/>
              <a:gd name="T104" fmla="*/ 70 w 201"/>
              <a:gd name="T105" fmla="*/ 25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1" h="193">
                <a:moveTo>
                  <a:pt x="197" y="193"/>
                </a:moveTo>
                <a:cubicBezTo>
                  <a:pt x="185" y="193"/>
                  <a:pt x="185" y="193"/>
                  <a:pt x="185" y="193"/>
                </a:cubicBezTo>
                <a:cubicBezTo>
                  <a:pt x="69" y="193"/>
                  <a:pt x="69" y="193"/>
                  <a:pt x="69" y="193"/>
                </a:cubicBezTo>
                <a:cubicBezTo>
                  <a:pt x="69" y="193"/>
                  <a:pt x="69" y="193"/>
                  <a:pt x="69" y="193"/>
                </a:cubicBezTo>
                <a:cubicBezTo>
                  <a:pt x="0" y="191"/>
                  <a:pt x="5" y="135"/>
                  <a:pt x="5" y="135"/>
                </a:cubicBezTo>
                <a:cubicBezTo>
                  <a:pt x="5" y="65"/>
                  <a:pt x="5" y="65"/>
                  <a:pt x="5" y="65"/>
                </a:cubicBezTo>
                <a:cubicBezTo>
                  <a:pt x="17" y="76"/>
                  <a:pt x="17" y="76"/>
                  <a:pt x="17" y="76"/>
                </a:cubicBezTo>
                <a:cubicBezTo>
                  <a:pt x="17" y="135"/>
                  <a:pt x="17" y="135"/>
                  <a:pt x="17" y="135"/>
                </a:cubicBezTo>
                <a:cubicBezTo>
                  <a:pt x="17" y="135"/>
                  <a:pt x="17" y="161"/>
                  <a:pt x="41" y="174"/>
                </a:cubicBezTo>
                <a:cubicBezTo>
                  <a:pt x="41" y="141"/>
                  <a:pt x="41" y="141"/>
                  <a:pt x="41" y="141"/>
                </a:cubicBezTo>
                <a:cubicBezTo>
                  <a:pt x="49" y="141"/>
                  <a:pt x="49" y="141"/>
                  <a:pt x="49" y="141"/>
                </a:cubicBezTo>
                <a:cubicBezTo>
                  <a:pt x="49" y="177"/>
                  <a:pt x="49" y="177"/>
                  <a:pt x="49" y="177"/>
                </a:cubicBezTo>
                <a:cubicBezTo>
                  <a:pt x="54" y="179"/>
                  <a:pt x="59" y="180"/>
                  <a:pt x="65" y="180"/>
                </a:cubicBezTo>
                <a:cubicBezTo>
                  <a:pt x="65" y="141"/>
                  <a:pt x="65" y="141"/>
                  <a:pt x="65" y="141"/>
                </a:cubicBezTo>
                <a:cubicBezTo>
                  <a:pt x="73" y="141"/>
                  <a:pt x="73" y="141"/>
                  <a:pt x="73" y="141"/>
                </a:cubicBezTo>
                <a:cubicBezTo>
                  <a:pt x="73" y="181"/>
                  <a:pt x="73" y="181"/>
                  <a:pt x="73" y="181"/>
                </a:cubicBezTo>
                <a:cubicBezTo>
                  <a:pt x="93" y="181"/>
                  <a:pt x="93" y="181"/>
                  <a:pt x="93" y="181"/>
                </a:cubicBezTo>
                <a:cubicBezTo>
                  <a:pt x="93" y="121"/>
                  <a:pt x="93" y="121"/>
                  <a:pt x="93" y="121"/>
                </a:cubicBezTo>
                <a:cubicBezTo>
                  <a:pt x="93" y="116"/>
                  <a:pt x="97" y="113"/>
                  <a:pt x="101" y="113"/>
                </a:cubicBezTo>
                <a:cubicBezTo>
                  <a:pt x="105" y="113"/>
                  <a:pt x="109" y="116"/>
                  <a:pt x="109" y="121"/>
                </a:cubicBezTo>
                <a:cubicBezTo>
                  <a:pt x="109" y="181"/>
                  <a:pt x="109" y="181"/>
                  <a:pt x="109" y="181"/>
                </a:cubicBezTo>
                <a:cubicBezTo>
                  <a:pt x="129" y="181"/>
                  <a:pt x="129" y="181"/>
                  <a:pt x="129" y="181"/>
                </a:cubicBezTo>
                <a:cubicBezTo>
                  <a:pt x="129" y="141"/>
                  <a:pt x="129" y="141"/>
                  <a:pt x="129" y="141"/>
                </a:cubicBezTo>
                <a:cubicBezTo>
                  <a:pt x="137" y="141"/>
                  <a:pt x="137" y="141"/>
                  <a:pt x="137" y="141"/>
                </a:cubicBezTo>
                <a:cubicBezTo>
                  <a:pt x="137" y="181"/>
                  <a:pt x="137" y="181"/>
                  <a:pt x="137" y="181"/>
                </a:cubicBezTo>
                <a:cubicBezTo>
                  <a:pt x="157" y="181"/>
                  <a:pt x="157" y="181"/>
                  <a:pt x="157" y="181"/>
                </a:cubicBezTo>
                <a:cubicBezTo>
                  <a:pt x="157" y="141"/>
                  <a:pt x="157" y="141"/>
                  <a:pt x="157" y="141"/>
                </a:cubicBezTo>
                <a:cubicBezTo>
                  <a:pt x="165" y="141"/>
                  <a:pt x="165" y="141"/>
                  <a:pt x="165" y="141"/>
                </a:cubicBezTo>
                <a:cubicBezTo>
                  <a:pt x="165" y="181"/>
                  <a:pt x="165" y="181"/>
                  <a:pt x="165" y="181"/>
                </a:cubicBezTo>
                <a:cubicBezTo>
                  <a:pt x="189" y="181"/>
                  <a:pt x="189" y="181"/>
                  <a:pt x="189" y="181"/>
                </a:cubicBezTo>
                <a:cubicBezTo>
                  <a:pt x="189" y="77"/>
                  <a:pt x="189" y="77"/>
                  <a:pt x="189" y="77"/>
                </a:cubicBezTo>
                <a:cubicBezTo>
                  <a:pt x="133" y="77"/>
                  <a:pt x="133" y="77"/>
                  <a:pt x="133" y="77"/>
                </a:cubicBezTo>
                <a:cubicBezTo>
                  <a:pt x="105" y="77"/>
                  <a:pt x="105" y="77"/>
                  <a:pt x="105" y="77"/>
                </a:cubicBezTo>
                <a:cubicBezTo>
                  <a:pt x="69" y="77"/>
                  <a:pt x="69" y="77"/>
                  <a:pt x="69" y="77"/>
                </a:cubicBezTo>
                <a:cubicBezTo>
                  <a:pt x="69" y="77"/>
                  <a:pt x="69" y="77"/>
                  <a:pt x="69" y="77"/>
                </a:cubicBezTo>
                <a:cubicBezTo>
                  <a:pt x="34" y="76"/>
                  <a:pt x="6" y="59"/>
                  <a:pt x="6" y="39"/>
                </a:cubicBezTo>
                <a:cubicBezTo>
                  <a:pt x="6" y="18"/>
                  <a:pt x="35" y="0"/>
                  <a:pt x="70" y="0"/>
                </a:cubicBezTo>
                <a:cubicBezTo>
                  <a:pt x="105" y="0"/>
                  <a:pt x="131" y="17"/>
                  <a:pt x="133" y="37"/>
                </a:cubicBezTo>
                <a:cubicBezTo>
                  <a:pt x="133" y="37"/>
                  <a:pt x="133" y="37"/>
                  <a:pt x="133" y="37"/>
                </a:cubicBezTo>
                <a:cubicBezTo>
                  <a:pt x="133" y="38"/>
                  <a:pt x="133" y="38"/>
                  <a:pt x="133" y="38"/>
                </a:cubicBezTo>
                <a:cubicBezTo>
                  <a:pt x="133" y="38"/>
                  <a:pt x="133" y="38"/>
                  <a:pt x="133" y="39"/>
                </a:cubicBezTo>
                <a:cubicBezTo>
                  <a:pt x="133" y="39"/>
                  <a:pt x="133" y="39"/>
                  <a:pt x="133" y="39"/>
                </a:cubicBezTo>
                <a:cubicBezTo>
                  <a:pt x="133" y="65"/>
                  <a:pt x="133" y="65"/>
                  <a:pt x="133" y="65"/>
                </a:cubicBezTo>
                <a:cubicBezTo>
                  <a:pt x="185" y="65"/>
                  <a:pt x="185" y="65"/>
                  <a:pt x="185" y="65"/>
                </a:cubicBezTo>
                <a:cubicBezTo>
                  <a:pt x="197" y="65"/>
                  <a:pt x="197" y="65"/>
                  <a:pt x="197" y="65"/>
                </a:cubicBezTo>
                <a:cubicBezTo>
                  <a:pt x="201" y="65"/>
                  <a:pt x="201" y="65"/>
                  <a:pt x="201" y="65"/>
                </a:cubicBezTo>
                <a:cubicBezTo>
                  <a:pt x="201" y="193"/>
                  <a:pt x="201" y="193"/>
                  <a:pt x="201" y="193"/>
                </a:cubicBezTo>
                <a:lnTo>
                  <a:pt x="197" y="193"/>
                </a:lnTo>
                <a:close/>
                <a:moveTo>
                  <a:pt x="70" y="25"/>
                </a:moveTo>
                <a:cubicBezTo>
                  <a:pt x="58" y="25"/>
                  <a:pt x="47" y="31"/>
                  <a:pt x="47" y="39"/>
                </a:cubicBezTo>
                <a:cubicBezTo>
                  <a:pt x="47" y="46"/>
                  <a:pt x="58" y="52"/>
                  <a:pt x="70" y="52"/>
                </a:cubicBezTo>
                <a:cubicBezTo>
                  <a:pt x="83" y="52"/>
                  <a:pt x="93" y="46"/>
                  <a:pt x="93" y="39"/>
                </a:cubicBezTo>
                <a:cubicBezTo>
                  <a:pt x="93" y="31"/>
                  <a:pt x="83" y="25"/>
                  <a:pt x="70" y="25"/>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9"/>
          <p:cNvSpPr>
            <a:spLocks noEditPoints="1"/>
          </p:cNvSpPr>
          <p:nvPr/>
        </p:nvSpPr>
        <p:spPr bwMode="auto">
          <a:xfrm>
            <a:off x="8701612" y="1141325"/>
            <a:ext cx="323850" cy="390525"/>
          </a:xfrm>
          <a:custGeom>
            <a:avLst/>
            <a:gdLst>
              <a:gd name="T0" fmla="*/ 87 w 164"/>
              <a:gd name="T1" fmla="*/ 102 h 197"/>
              <a:gd name="T2" fmla="*/ 87 w 164"/>
              <a:gd name="T3" fmla="*/ 69 h 197"/>
              <a:gd name="T4" fmla="*/ 75 w 164"/>
              <a:gd name="T5" fmla="*/ 69 h 197"/>
              <a:gd name="T6" fmla="*/ 75 w 164"/>
              <a:gd name="T7" fmla="*/ 102 h 197"/>
              <a:gd name="T8" fmla="*/ 67 w 164"/>
              <a:gd name="T9" fmla="*/ 115 h 197"/>
              <a:gd name="T10" fmla="*/ 74 w 164"/>
              <a:gd name="T11" fmla="*/ 127 h 197"/>
              <a:gd name="T12" fmla="*/ 74 w 164"/>
              <a:gd name="T13" fmla="*/ 136 h 197"/>
              <a:gd name="T14" fmla="*/ 87 w 164"/>
              <a:gd name="T15" fmla="*/ 136 h 197"/>
              <a:gd name="T16" fmla="*/ 87 w 164"/>
              <a:gd name="T17" fmla="*/ 127 h 197"/>
              <a:gd name="T18" fmla="*/ 97 w 164"/>
              <a:gd name="T19" fmla="*/ 115 h 197"/>
              <a:gd name="T20" fmla="*/ 87 w 164"/>
              <a:gd name="T21" fmla="*/ 102 h 197"/>
              <a:gd name="T22" fmla="*/ 147 w 164"/>
              <a:gd name="T23" fmla="*/ 65 h 197"/>
              <a:gd name="T24" fmla="*/ 163 w 164"/>
              <a:gd name="T25" fmla="*/ 49 h 197"/>
              <a:gd name="T26" fmla="*/ 147 w 164"/>
              <a:gd name="T27" fmla="*/ 33 h 197"/>
              <a:gd name="T28" fmla="*/ 131 w 164"/>
              <a:gd name="T29" fmla="*/ 49 h 197"/>
              <a:gd name="T30" fmla="*/ 87 w 164"/>
              <a:gd name="T31" fmla="*/ 33 h 197"/>
              <a:gd name="T32" fmla="*/ 87 w 164"/>
              <a:gd name="T33" fmla="*/ 16 h 197"/>
              <a:gd name="T34" fmla="*/ 99 w 164"/>
              <a:gd name="T35" fmla="*/ 16 h 197"/>
              <a:gd name="T36" fmla="*/ 99 w 164"/>
              <a:gd name="T37" fmla="*/ 0 h 197"/>
              <a:gd name="T38" fmla="*/ 63 w 164"/>
              <a:gd name="T39" fmla="*/ 0 h 197"/>
              <a:gd name="T40" fmla="*/ 63 w 164"/>
              <a:gd name="T41" fmla="*/ 16 h 197"/>
              <a:gd name="T42" fmla="*/ 75 w 164"/>
              <a:gd name="T43" fmla="*/ 16 h 197"/>
              <a:gd name="T44" fmla="*/ 75 w 164"/>
              <a:gd name="T45" fmla="*/ 33 h 197"/>
              <a:gd name="T46" fmla="*/ 0 w 164"/>
              <a:gd name="T47" fmla="*/ 115 h 197"/>
              <a:gd name="T48" fmla="*/ 82 w 164"/>
              <a:gd name="T49" fmla="*/ 197 h 197"/>
              <a:gd name="T50" fmla="*/ 164 w 164"/>
              <a:gd name="T51" fmla="*/ 115 h 197"/>
              <a:gd name="T52" fmla="*/ 147 w 164"/>
              <a:gd name="T53" fmla="*/ 65 h 197"/>
              <a:gd name="T54" fmla="*/ 82 w 164"/>
              <a:gd name="T55" fmla="*/ 182 h 197"/>
              <a:gd name="T56" fmla="*/ 15 w 164"/>
              <a:gd name="T57" fmla="*/ 115 h 197"/>
              <a:gd name="T58" fmla="*/ 82 w 164"/>
              <a:gd name="T59" fmla="*/ 48 h 197"/>
              <a:gd name="T60" fmla="*/ 149 w 164"/>
              <a:gd name="T61" fmla="*/ 115 h 197"/>
              <a:gd name="T62" fmla="*/ 82 w 164"/>
              <a:gd name="T63" fmla="*/ 182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97">
                <a:moveTo>
                  <a:pt x="87" y="102"/>
                </a:moveTo>
                <a:cubicBezTo>
                  <a:pt x="87" y="69"/>
                  <a:pt x="87" y="69"/>
                  <a:pt x="87" y="69"/>
                </a:cubicBezTo>
                <a:cubicBezTo>
                  <a:pt x="75" y="69"/>
                  <a:pt x="75" y="69"/>
                  <a:pt x="75" y="69"/>
                </a:cubicBezTo>
                <a:cubicBezTo>
                  <a:pt x="75" y="102"/>
                  <a:pt x="75" y="102"/>
                  <a:pt x="75" y="102"/>
                </a:cubicBezTo>
                <a:cubicBezTo>
                  <a:pt x="70" y="104"/>
                  <a:pt x="67" y="109"/>
                  <a:pt x="67" y="115"/>
                </a:cubicBezTo>
                <a:cubicBezTo>
                  <a:pt x="67" y="120"/>
                  <a:pt x="70" y="125"/>
                  <a:pt x="74" y="127"/>
                </a:cubicBezTo>
                <a:cubicBezTo>
                  <a:pt x="74" y="136"/>
                  <a:pt x="74" y="136"/>
                  <a:pt x="74" y="136"/>
                </a:cubicBezTo>
                <a:cubicBezTo>
                  <a:pt x="87" y="136"/>
                  <a:pt x="87" y="136"/>
                  <a:pt x="87" y="136"/>
                </a:cubicBezTo>
                <a:cubicBezTo>
                  <a:pt x="87" y="127"/>
                  <a:pt x="87" y="127"/>
                  <a:pt x="87" y="127"/>
                </a:cubicBezTo>
                <a:cubicBezTo>
                  <a:pt x="92" y="125"/>
                  <a:pt x="97" y="120"/>
                  <a:pt x="97" y="115"/>
                </a:cubicBezTo>
                <a:cubicBezTo>
                  <a:pt x="97" y="109"/>
                  <a:pt x="92" y="104"/>
                  <a:pt x="87" y="102"/>
                </a:cubicBezTo>
                <a:close/>
                <a:moveTo>
                  <a:pt x="147" y="65"/>
                </a:moveTo>
                <a:cubicBezTo>
                  <a:pt x="163" y="49"/>
                  <a:pt x="163" y="49"/>
                  <a:pt x="163" y="49"/>
                </a:cubicBezTo>
                <a:cubicBezTo>
                  <a:pt x="147" y="33"/>
                  <a:pt x="147" y="33"/>
                  <a:pt x="147" y="33"/>
                </a:cubicBezTo>
                <a:cubicBezTo>
                  <a:pt x="131" y="49"/>
                  <a:pt x="131" y="49"/>
                  <a:pt x="131" y="49"/>
                </a:cubicBezTo>
                <a:cubicBezTo>
                  <a:pt x="119" y="40"/>
                  <a:pt x="103" y="35"/>
                  <a:pt x="87" y="33"/>
                </a:cubicBezTo>
                <a:cubicBezTo>
                  <a:pt x="87" y="16"/>
                  <a:pt x="87" y="16"/>
                  <a:pt x="87" y="16"/>
                </a:cubicBezTo>
                <a:cubicBezTo>
                  <a:pt x="99" y="16"/>
                  <a:pt x="99" y="16"/>
                  <a:pt x="99" y="16"/>
                </a:cubicBezTo>
                <a:cubicBezTo>
                  <a:pt x="99" y="0"/>
                  <a:pt x="99" y="0"/>
                  <a:pt x="99" y="0"/>
                </a:cubicBezTo>
                <a:cubicBezTo>
                  <a:pt x="63" y="0"/>
                  <a:pt x="63" y="0"/>
                  <a:pt x="63" y="0"/>
                </a:cubicBezTo>
                <a:cubicBezTo>
                  <a:pt x="63" y="16"/>
                  <a:pt x="63" y="16"/>
                  <a:pt x="63" y="16"/>
                </a:cubicBezTo>
                <a:cubicBezTo>
                  <a:pt x="75" y="16"/>
                  <a:pt x="75" y="16"/>
                  <a:pt x="75" y="16"/>
                </a:cubicBezTo>
                <a:cubicBezTo>
                  <a:pt x="75" y="33"/>
                  <a:pt x="75" y="33"/>
                  <a:pt x="75" y="33"/>
                </a:cubicBezTo>
                <a:cubicBezTo>
                  <a:pt x="33" y="37"/>
                  <a:pt x="0" y="72"/>
                  <a:pt x="0" y="115"/>
                </a:cubicBezTo>
                <a:cubicBezTo>
                  <a:pt x="0" y="160"/>
                  <a:pt x="36" y="197"/>
                  <a:pt x="82" y="197"/>
                </a:cubicBezTo>
                <a:cubicBezTo>
                  <a:pt x="127" y="197"/>
                  <a:pt x="164" y="160"/>
                  <a:pt x="164" y="115"/>
                </a:cubicBezTo>
                <a:cubicBezTo>
                  <a:pt x="164" y="96"/>
                  <a:pt x="157" y="79"/>
                  <a:pt x="147" y="65"/>
                </a:cubicBezTo>
                <a:close/>
                <a:moveTo>
                  <a:pt x="82" y="182"/>
                </a:moveTo>
                <a:cubicBezTo>
                  <a:pt x="45" y="182"/>
                  <a:pt x="15" y="152"/>
                  <a:pt x="15" y="115"/>
                </a:cubicBezTo>
                <a:cubicBezTo>
                  <a:pt x="15" y="78"/>
                  <a:pt x="45" y="48"/>
                  <a:pt x="82" y="48"/>
                </a:cubicBezTo>
                <a:cubicBezTo>
                  <a:pt x="119" y="48"/>
                  <a:pt x="149" y="78"/>
                  <a:pt x="149" y="115"/>
                </a:cubicBezTo>
                <a:cubicBezTo>
                  <a:pt x="149" y="152"/>
                  <a:pt x="119" y="182"/>
                  <a:pt x="82" y="182"/>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20"/>
          <p:cNvSpPr>
            <a:spLocks noEditPoints="1"/>
          </p:cNvSpPr>
          <p:nvPr/>
        </p:nvSpPr>
        <p:spPr bwMode="auto">
          <a:xfrm>
            <a:off x="9168337" y="1134975"/>
            <a:ext cx="395288" cy="396875"/>
          </a:xfrm>
          <a:custGeom>
            <a:avLst/>
            <a:gdLst>
              <a:gd name="T0" fmla="*/ 40 w 200"/>
              <a:gd name="T1" fmla="*/ 200 h 200"/>
              <a:gd name="T2" fmla="*/ 0 w 200"/>
              <a:gd name="T3" fmla="*/ 40 h 200"/>
              <a:gd name="T4" fmla="*/ 160 w 200"/>
              <a:gd name="T5" fmla="*/ 0 h 200"/>
              <a:gd name="T6" fmla="*/ 200 w 200"/>
              <a:gd name="T7" fmla="*/ 160 h 200"/>
              <a:gd name="T8" fmla="*/ 160 w 200"/>
              <a:gd name="T9" fmla="*/ 107 h 200"/>
              <a:gd name="T10" fmla="*/ 155 w 200"/>
              <a:gd name="T11" fmla="*/ 105 h 200"/>
              <a:gd name="T12" fmla="*/ 160 w 200"/>
              <a:gd name="T13" fmla="*/ 107 h 200"/>
              <a:gd name="T14" fmla="*/ 138 w 200"/>
              <a:gd name="T15" fmla="*/ 137 h 200"/>
              <a:gd name="T16" fmla="*/ 122 w 200"/>
              <a:gd name="T17" fmla="*/ 182 h 200"/>
              <a:gd name="T18" fmla="*/ 146 w 200"/>
              <a:gd name="T19" fmla="*/ 168 h 200"/>
              <a:gd name="T20" fmla="*/ 159 w 200"/>
              <a:gd name="T21" fmla="*/ 126 h 200"/>
              <a:gd name="T22" fmla="*/ 134 w 200"/>
              <a:gd name="T23" fmla="*/ 104 h 200"/>
              <a:gd name="T24" fmla="*/ 124 w 200"/>
              <a:gd name="T25" fmla="*/ 119 h 200"/>
              <a:gd name="T26" fmla="*/ 148 w 200"/>
              <a:gd name="T27" fmla="*/ 100 h 200"/>
              <a:gd name="T28" fmla="*/ 154 w 200"/>
              <a:gd name="T29" fmla="*/ 102 h 200"/>
              <a:gd name="T30" fmla="*/ 145 w 200"/>
              <a:gd name="T31" fmla="*/ 92 h 200"/>
              <a:gd name="T32" fmla="*/ 142 w 200"/>
              <a:gd name="T33" fmla="*/ 102 h 200"/>
              <a:gd name="T34" fmla="*/ 145 w 200"/>
              <a:gd name="T35" fmla="*/ 92 h 200"/>
              <a:gd name="T36" fmla="*/ 133 w 200"/>
              <a:gd name="T37" fmla="*/ 92 h 200"/>
              <a:gd name="T38" fmla="*/ 139 w 200"/>
              <a:gd name="T39" fmla="*/ 95 h 200"/>
              <a:gd name="T40" fmla="*/ 127 w 200"/>
              <a:gd name="T41" fmla="*/ 83 h 200"/>
              <a:gd name="T42" fmla="*/ 123 w 200"/>
              <a:gd name="T43" fmla="*/ 97 h 200"/>
              <a:gd name="T44" fmla="*/ 127 w 200"/>
              <a:gd name="T45" fmla="*/ 83 h 200"/>
              <a:gd name="T46" fmla="*/ 52 w 200"/>
              <a:gd name="T47" fmla="*/ 155 h 200"/>
              <a:gd name="T48" fmla="*/ 65 w 200"/>
              <a:gd name="T49" fmla="*/ 189 h 200"/>
              <a:gd name="T50" fmla="*/ 71 w 200"/>
              <a:gd name="T51" fmla="*/ 163 h 200"/>
              <a:gd name="T52" fmla="*/ 77 w 200"/>
              <a:gd name="T53" fmla="*/ 119 h 200"/>
              <a:gd name="T54" fmla="*/ 66 w 200"/>
              <a:gd name="T55" fmla="*/ 104 h 200"/>
              <a:gd name="T56" fmla="*/ 41 w 200"/>
              <a:gd name="T57" fmla="*/ 126 h 200"/>
              <a:gd name="T58" fmla="*/ 73 w 200"/>
              <a:gd name="T59" fmla="*/ 83 h 200"/>
              <a:gd name="T60" fmla="*/ 77 w 200"/>
              <a:gd name="T61" fmla="*/ 97 h 200"/>
              <a:gd name="T62" fmla="*/ 67 w 200"/>
              <a:gd name="T63" fmla="*/ 92 h 200"/>
              <a:gd name="T64" fmla="*/ 61 w 200"/>
              <a:gd name="T65" fmla="*/ 95 h 200"/>
              <a:gd name="T66" fmla="*/ 67 w 200"/>
              <a:gd name="T67" fmla="*/ 92 h 200"/>
              <a:gd name="T68" fmla="*/ 56 w 200"/>
              <a:gd name="T69" fmla="*/ 92 h 200"/>
              <a:gd name="T70" fmla="*/ 59 w 200"/>
              <a:gd name="T71" fmla="*/ 102 h 200"/>
              <a:gd name="T72" fmla="*/ 52 w 200"/>
              <a:gd name="T73" fmla="*/ 100 h 200"/>
              <a:gd name="T74" fmla="*/ 47 w 200"/>
              <a:gd name="T75" fmla="*/ 102 h 200"/>
              <a:gd name="T76" fmla="*/ 52 w 200"/>
              <a:gd name="T77" fmla="*/ 100 h 200"/>
              <a:gd name="T78" fmla="*/ 44 w 200"/>
              <a:gd name="T79" fmla="*/ 111 h 200"/>
              <a:gd name="T80" fmla="*/ 42 w 200"/>
              <a:gd name="T81" fmla="*/ 102 h 200"/>
              <a:gd name="T82" fmla="*/ 101 w 200"/>
              <a:gd name="T83" fmla="*/ 17 h 200"/>
              <a:gd name="T84" fmla="*/ 68 w 200"/>
              <a:gd name="T85" fmla="*/ 76 h 200"/>
              <a:gd name="T86" fmla="*/ 104 w 200"/>
              <a:gd name="T87" fmla="*/ 76 h 200"/>
              <a:gd name="T88" fmla="*/ 161 w 200"/>
              <a:gd name="T89" fmla="*/ 48 h 200"/>
              <a:gd name="T90" fmla="*/ 85 w 200"/>
              <a:gd name="T91" fmla="*/ 24 h 200"/>
              <a:gd name="T92" fmla="*/ 88 w 200"/>
              <a:gd name="T93" fmla="*/ 72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00" h="200">
                <a:moveTo>
                  <a:pt x="160" y="200"/>
                </a:moveTo>
                <a:cubicBezTo>
                  <a:pt x="40" y="200"/>
                  <a:pt x="40" y="200"/>
                  <a:pt x="40" y="200"/>
                </a:cubicBezTo>
                <a:cubicBezTo>
                  <a:pt x="17" y="200"/>
                  <a:pt x="0" y="182"/>
                  <a:pt x="0" y="160"/>
                </a:cubicBezTo>
                <a:cubicBezTo>
                  <a:pt x="0" y="40"/>
                  <a:pt x="0" y="40"/>
                  <a:pt x="0" y="40"/>
                </a:cubicBezTo>
                <a:cubicBezTo>
                  <a:pt x="0" y="18"/>
                  <a:pt x="17" y="0"/>
                  <a:pt x="40" y="0"/>
                </a:cubicBezTo>
                <a:cubicBezTo>
                  <a:pt x="160" y="0"/>
                  <a:pt x="160" y="0"/>
                  <a:pt x="160" y="0"/>
                </a:cubicBezTo>
                <a:cubicBezTo>
                  <a:pt x="182" y="0"/>
                  <a:pt x="200" y="18"/>
                  <a:pt x="200" y="40"/>
                </a:cubicBezTo>
                <a:cubicBezTo>
                  <a:pt x="200" y="160"/>
                  <a:pt x="200" y="160"/>
                  <a:pt x="200" y="160"/>
                </a:cubicBezTo>
                <a:cubicBezTo>
                  <a:pt x="200" y="182"/>
                  <a:pt x="182" y="200"/>
                  <a:pt x="160" y="200"/>
                </a:cubicBezTo>
                <a:close/>
                <a:moveTo>
                  <a:pt x="160" y="107"/>
                </a:moveTo>
                <a:cubicBezTo>
                  <a:pt x="160" y="105"/>
                  <a:pt x="160" y="103"/>
                  <a:pt x="159" y="102"/>
                </a:cubicBezTo>
                <a:cubicBezTo>
                  <a:pt x="157" y="101"/>
                  <a:pt x="156" y="103"/>
                  <a:pt x="155" y="105"/>
                </a:cubicBezTo>
                <a:cubicBezTo>
                  <a:pt x="154" y="108"/>
                  <a:pt x="155" y="110"/>
                  <a:pt x="156" y="111"/>
                </a:cubicBezTo>
                <a:cubicBezTo>
                  <a:pt x="158" y="111"/>
                  <a:pt x="159" y="110"/>
                  <a:pt x="160" y="107"/>
                </a:cubicBezTo>
                <a:close/>
                <a:moveTo>
                  <a:pt x="124" y="119"/>
                </a:moveTo>
                <a:cubicBezTo>
                  <a:pt x="133" y="125"/>
                  <a:pt x="138" y="137"/>
                  <a:pt x="138" y="137"/>
                </a:cubicBezTo>
                <a:cubicBezTo>
                  <a:pt x="141" y="150"/>
                  <a:pt x="130" y="163"/>
                  <a:pt x="130" y="163"/>
                </a:cubicBezTo>
                <a:cubicBezTo>
                  <a:pt x="118" y="174"/>
                  <a:pt x="122" y="182"/>
                  <a:pt x="122" y="182"/>
                </a:cubicBezTo>
                <a:cubicBezTo>
                  <a:pt x="126" y="193"/>
                  <a:pt x="136" y="189"/>
                  <a:pt x="136" y="189"/>
                </a:cubicBezTo>
                <a:cubicBezTo>
                  <a:pt x="146" y="187"/>
                  <a:pt x="146" y="168"/>
                  <a:pt x="146" y="168"/>
                </a:cubicBezTo>
                <a:cubicBezTo>
                  <a:pt x="145" y="163"/>
                  <a:pt x="148" y="155"/>
                  <a:pt x="148" y="155"/>
                </a:cubicBezTo>
                <a:cubicBezTo>
                  <a:pt x="156" y="137"/>
                  <a:pt x="159" y="126"/>
                  <a:pt x="159" y="126"/>
                </a:cubicBezTo>
                <a:cubicBezTo>
                  <a:pt x="161" y="110"/>
                  <a:pt x="144" y="107"/>
                  <a:pt x="144" y="107"/>
                </a:cubicBezTo>
                <a:cubicBezTo>
                  <a:pt x="139" y="107"/>
                  <a:pt x="134" y="104"/>
                  <a:pt x="134" y="104"/>
                </a:cubicBezTo>
                <a:cubicBezTo>
                  <a:pt x="121" y="94"/>
                  <a:pt x="117" y="105"/>
                  <a:pt x="117" y="105"/>
                </a:cubicBezTo>
                <a:cubicBezTo>
                  <a:pt x="115" y="113"/>
                  <a:pt x="124" y="119"/>
                  <a:pt x="124" y="119"/>
                </a:cubicBezTo>
                <a:close/>
                <a:moveTo>
                  <a:pt x="152" y="96"/>
                </a:moveTo>
                <a:cubicBezTo>
                  <a:pt x="151" y="96"/>
                  <a:pt x="149" y="98"/>
                  <a:pt x="148" y="100"/>
                </a:cubicBezTo>
                <a:cubicBezTo>
                  <a:pt x="147" y="103"/>
                  <a:pt x="148" y="105"/>
                  <a:pt x="150" y="106"/>
                </a:cubicBezTo>
                <a:cubicBezTo>
                  <a:pt x="151" y="107"/>
                  <a:pt x="153" y="105"/>
                  <a:pt x="154" y="102"/>
                </a:cubicBezTo>
                <a:cubicBezTo>
                  <a:pt x="154" y="100"/>
                  <a:pt x="154" y="97"/>
                  <a:pt x="152" y="96"/>
                </a:cubicBezTo>
                <a:close/>
                <a:moveTo>
                  <a:pt x="145" y="92"/>
                </a:moveTo>
                <a:cubicBezTo>
                  <a:pt x="143" y="91"/>
                  <a:pt x="141" y="93"/>
                  <a:pt x="140" y="96"/>
                </a:cubicBezTo>
                <a:cubicBezTo>
                  <a:pt x="140" y="99"/>
                  <a:pt x="140" y="102"/>
                  <a:pt x="142" y="102"/>
                </a:cubicBezTo>
                <a:cubicBezTo>
                  <a:pt x="144" y="103"/>
                  <a:pt x="146" y="101"/>
                  <a:pt x="146" y="98"/>
                </a:cubicBezTo>
                <a:cubicBezTo>
                  <a:pt x="147" y="95"/>
                  <a:pt x="147" y="92"/>
                  <a:pt x="145" y="92"/>
                </a:cubicBezTo>
                <a:close/>
                <a:moveTo>
                  <a:pt x="138" y="88"/>
                </a:moveTo>
                <a:cubicBezTo>
                  <a:pt x="136" y="88"/>
                  <a:pt x="134" y="89"/>
                  <a:pt x="133" y="92"/>
                </a:cubicBezTo>
                <a:cubicBezTo>
                  <a:pt x="133" y="95"/>
                  <a:pt x="133" y="98"/>
                  <a:pt x="135" y="99"/>
                </a:cubicBezTo>
                <a:cubicBezTo>
                  <a:pt x="137" y="100"/>
                  <a:pt x="139" y="98"/>
                  <a:pt x="139" y="95"/>
                </a:cubicBezTo>
                <a:cubicBezTo>
                  <a:pt x="140" y="92"/>
                  <a:pt x="139" y="89"/>
                  <a:pt x="138" y="88"/>
                </a:cubicBezTo>
                <a:close/>
                <a:moveTo>
                  <a:pt x="127" y="83"/>
                </a:moveTo>
                <a:cubicBezTo>
                  <a:pt x="125" y="82"/>
                  <a:pt x="122" y="85"/>
                  <a:pt x="121" y="89"/>
                </a:cubicBezTo>
                <a:cubicBezTo>
                  <a:pt x="120" y="93"/>
                  <a:pt x="121" y="97"/>
                  <a:pt x="123" y="97"/>
                </a:cubicBezTo>
                <a:cubicBezTo>
                  <a:pt x="126" y="98"/>
                  <a:pt x="128" y="96"/>
                  <a:pt x="129" y="92"/>
                </a:cubicBezTo>
                <a:cubicBezTo>
                  <a:pt x="130" y="88"/>
                  <a:pt x="130" y="84"/>
                  <a:pt x="127" y="83"/>
                </a:cubicBezTo>
                <a:close/>
                <a:moveTo>
                  <a:pt x="41" y="126"/>
                </a:moveTo>
                <a:cubicBezTo>
                  <a:pt x="41" y="126"/>
                  <a:pt x="45" y="137"/>
                  <a:pt x="52" y="155"/>
                </a:cubicBezTo>
                <a:cubicBezTo>
                  <a:pt x="52" y="155"/>
                  <a:pt x="55" y="163"/>
                  <a:pt x="54" y="168"/>
                </a:cubicBezTo>
                <a:cubicBezTo>
                  <a:pt x="54" y="168"/>
                  <a:pt x="54" y="187"/>
                  <a:pt x="65" y="189"/>
                </a:cubicBezTo>
                <a:cubicBezTo>
                  <a:pt x="65" y="189"/>
                  <a:pt x="75" y="193"/>
                  <a:pt x="78" y="182"/>
                </a:cubicBezTo>
                <a:cubicBezTo>
                  <a:pt x="78" y="182"/>
                  <a:pt x="83" y="174"/>
                  <a:pt x="71" y="163"/>
                </a:cubicBezTo>
                <a:cubicBezTo>
                  <a:pt x="71" y="163"/>
                  <a:pt x="59" y="150"/>
                  <a:pt x="63" y="137"/>
                </a:cubicBezTo>
                <a:cubicBezTo>
                  <a:pt x="63" y="137"/>
                  <a:pt x="68" y="125"/>
                  <a:pt x="77" y="119"/>
                </a:cubicBezTo>
                <a:cubicBezTo>
                  <a:pt x="77" y="119"/>
                  <a:pt x="86" y="113"/>
                  <a:pt x="84" y="105"/>
                </a:cubicBezTo>
                <a:cubicBezTo>
                  <a:pt x="84" y="105"/>
                  <a:pt x="80" y="94"/>
                  <a:pt x="66" y="104"/>
                </a:cubicBezTo>
                <a:cubicBezTo>
                  <a:pt x="66" y="104"/>
                  <a:pt x="62" y="107"/>
                  <a:pt x="57" y="107"/>
                </a:cubicBezTo>
                <a:cubicBezTo>
                  <a:pt x="57" y="107"/>
                  <a:pt x="40" y="110"/>
                  <a:pt x="41" y="126"/>
                </a:cubicBezTo>
                <a:close/>
                <a:moveTo>
                  <a:pt x="79" y="89"/>
                </a:moveTo>
                <a:cubicBezTo>
                  <a:pt x="78" y="85"/>
                  <a:pt x="75" y="82"/>
                  <a:pt x="73" y="83"/>
                </a:cubicBezTo>
                <a:cubicBezTo>
                  <a:pt x="71" y="84"/>
                  <a:pt x="70" y="88"/>
                  <a:pt x="71" y="92"/>
                </a:cubicBezTo>
                <a:cubicBezTo>
                  <a:pt x="72" y="96"/>
                  <a:pt x="75" y="98"/>
                  <a:pt x="77" y="97"/>
                </a:cubicBezTo>
                <a:cubicBezTo>
                  <a:pt x="79" y="97"/>
                  <a:pt x="80" y="93"/>
                  <a:pt x="79" y="89"/>
                </a:cubicBezTo>
                <a:close/>
                <a:moveTo>
                  <a:pt x="67" y="92"/>
                </a:moveTo>
                <a:cubicBezTo>
                  <a:pt x="66" y="89"/>
                  <a:pt x="64" y="88"/>
                  <a:pt x="63" y="88"/>
                </a:cubicBezTo>
                <a:cubicBezTo>
                  <a:pt x="61" y="89"/>
                  <a:pt x="60" y="92"/>
                  <a:pt x="61" y="95"/>
                </a:cubicBezTo>
                <a:cubicBezTo>
                  <a:pt x="62" y="98"/>
                  <a:pt x="64" y="100"/>
                  <a:pt x="66" y="99"/>
                </a:cubicBezTo>
                <a:cubicBezTo>
                  <a:pt x="67" y="98"/>
                  <a:pt x="68" y="95"/>
                  <a:pt x="67" y="92"/>
                </a:cubicBezTo>
                <a:close/>
                <a:moveTo>
                  <a:pt x="60" y="96"/>
                </a:moveTo>
                <a:cubicBezTo>
                  <a:pt x="59" y="93"/>
                  <a:pt x="57" y="91"/>
                  <a:pt x="56" y="92"/>
                </a:cubicBezTo>
                <a:cubicBezTo>
                  <a:pt x="54" y="92"/>
                  <a:pt x="53" y="95"/>
                  <a:pt x="54" y="98"/>
                </a:cubicBezTo>
                <a:cubicBezTo>
                  <a:pt x="55" y="101"/>
                  <a:pt x="57" y="103"/>
                  <a:pt x="59" y="102"/>
                </a:cubicBezTo>
                <a:cubicBezTo>
                  <a:pt x="60" y="102"/>
                  <a:pt x="61" y="99"/>
                  <a:pt x="60" y="96"/>
                </a:cubicBezTo>
                <a:close/>
                <a:moveTo>
                  <a:pt x="52" y="100"/>
                </a:moveTo>
                <a:cubicBezTo>
                  <a:pt x="52" y="98"/>
                  <a:pt x="50" y="96"/>
                  <a:pt x="48" y="96"/>
                </a:cubicBezTo>
                <a:cubicBezTo>
                  <a:pt x="47" y="97"/>
                  <a:pt x="46" y="100"/>
                  <a:pt x="47" y="102"/>
                </a:cubicBezTo>
                <a:cubicBezTo>
                  <a:pt x="48" y="105"/>
                  <a:pt x="50" y="107"/>
                  <a:pt x="51" y="106"/>
                </a:cubicBezTo>
                <a:cubicBezTo>
                  <a:pt x="53" y="105"/>
                  <a:pt x="53" y="103"/>
                  <a:pt x="52" y="100"/>
                </a:cubicBezTo>
                <a:close/>
                <a:moveTo>
                  <a:pt x="41" y="107"/>
                </a:moveTo>
                <a:cubicBezTo>
                  <a:pt x="41" y="110"/>
                  <a:pt x="43" y="111"/>
                  <a:pt x="44" y="111"/>
                </a:cubicBezTo>
                <a:cubicBezTo>
                  <a:pt x="46" y="110"/>
                  <a:pt x="46" y="108"/>
                  <a:pt x="46" y="105"/>
                </a:cubicBezTo>
                <a:cubicBezTo>
                  <a:pt x="45" y="103"/>
                  <a:pt x="43" y="101"/>
                  <a:pt x="42" y="102"/>
                </a:cubicBezTo>
                <a:cubicBezTo>
                  <a:pt x="41" y="103"/>
                  <a:pt x="40" y="105"/>
                  <a:pt x="41" y="107"/>
                </a:cubicBezTo>
                <a:close/>
                <a:moveTo>
                  <a:pt x="101" y="17"/>
                </a:moveTo>
                <a:cubicBezTo>
                  <a:pt x="76" y="17"/>
                  <a:pt x="55" y="29"/>
                  <a:pt x="42" y="47"/>
                </a:cubicBezTo>
                <a:cubicBezTo>
                  <a:pt x="68" y="76"/>
                  <a:pt x="68" y="76"/>
                  <a:pt x="68" y="76"/>
                </a:cubicBezTo>
                <a:cubicBezTo>
                  <a:pt x="100" y="76"/>
                  <a:pt x="100" y="76"/>
                  <a:pt x="100" y="76"/>
                </a:cubicBezTo>
                <a:cubicBezTo>
                  <a:pt x="104" y="76"/>
                  <a:pt x="104" y="76"/>
                  <a:pt x="104" y="76"/>
                </a:cubicBezTo>
                <a:cubicBezTo>
                  <a:pt x="135" y="76"/>
                  <a:pt x="135" y="76"/>
                  <a:pt x="135" y="76"/>
                </a:cubicBezTo>
                <a:cubicBezTo>
                  <a:pt x="161" y="48"/>
                  <a:pt x="161" y="48"/>
                  <a:pt x="161" y="48"/>
                </a:cubicBezTo>
                <a:cubicBezTo>
                  <a:pt x="147" y="29"/>
                  <a:pt x="126" y="17"/>
                  <a:pt x="101" y="17"/>
                </a:cubicBezTo>
                <a:close/>
                <a:moveTo>
                  <a:pt x="85" y="24"/>
                </a:moveTo>
                <a:cubicBezTo>
                  <a:pt x="108" y="72"/>
                  <a:pt x="108" y="72"/>
                  <a:pt x="108" y="72"/>
                </a:cubicBezTo>
                <a:cubicBezTo>
                  <a:pt x="88" y="72"/>
                  <a:pt x="88" y="72"/>
                  <a:pt x="88" y="72"/>
                </a:cubicBezTo>
                <a:lnTo>
                  <a:pt x="85" y="24"/>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21"/>
          <p:cNvSpPr>
            <a:spLocks noEditPoints="1"/>
          </p:cNvSpPr>
          <p:nvPr/>
        </p:nvSpPr>
        <p:spPr bwMode="auto">
          <a:xfrm>
            <a:off x="9665224" y="1150850"/>
            <a:ext cx="403225" cy="368300"/>
          </a:xfrm>
          <a:custGeom>
            <a:avLst/>
            <a:gdLst>
              <a:gd name="T0" fmla="*/ 189 w 204"/>
              <a:gd name="T1" fmla="*/ 138 h 186"/>
              <a:gd name="T2" fmla="*/ 148 w 204"/>
              <a:gd name="T3" fmla="*/ 177 h 186"/>
              <a:gd name="T4" fmla="*/ 127 w 204"/>
              <a:gd name="T5" fmla="*/ 177 h 186"/>
              <a:gd name="T6" fmla="*/ 107 w 204"/>
              <a:gd name="T7" fmla="*/ 153 h 186"/>
              <a:gd name="T8" fmla="*/ 80 w 204"/>
              <a:gd name="T9" fmla="*/ 146 h 186"/>
              <a:gd name="T10" fmla="*/ 51 w 204"/>
              <a:gd name="T11" fmla="*/ 156 h 186"/>
              <a:gd name="T12" fmla="*/ 0 w 204"/>
              <a:gd name="T13" fmla="*/ 105 h 186"/>
              <a:gd name="T14" fmla="*/ 15 w 204"/>
              <a:gd name="T15" fmla="*/ 69 h 186"/>
              <a:gd name="T16" fmla="*/ 112 w 204"/>
              <a:gd name="T17" fmla="*/ 39 h 186"/>
              <a:gd name="T18" fmla="*/ 189 w 204"/>
              <a:gd name="T19" fmla="*/ 115 h 186"/>
              <a:gd name="T20" fmla="*/ 189 w 204"/>
              <a:gd name="T21" fmla="*/ 138 h 186"/>
              <a:gd name="T22" fmla="*/ 108 w 204"/>
              <a:gd name="T23" fmla="*/ 54 h 186"/>
              <a:gd name="T24" fmla="*/ 35 w 204"/>
              <a:gd name="T25" fmla="*/ 68 h 186"/>
              <a:gd name="T26" fmla="*/ 57 w 204"/>
              <a:gd name="T27" fmla="*/ 80 h 186"/>
              <a:gd name="T28" fmla="*/ 138 w 204"/>
              <a:gd name="T29" fmla="*/ 165 h 186"/>
              <a:gd name="T30" fmla="*/ 181 w 204"/>
              <a:gd name="T31" fmla="*/ 127 h 186"/>
              <a:gd name="T32" fmla="*/ 108 w 204"/>
              <a:gd name="T33" fmla="*/ 54 h 186"/>
              <a:gd name="T34" fmla="*/ 83 w 204"/>
              <a:gd name="T35" fmla="*/ 88 h 186"/>
              <a:gd name="T36" fmla="*/ 109 w 204"/>
              <a:gd name="T37" fmla="*/ 64 h 186"/>
              <a:gd name="T38" fmla="*/ 118 w 204"/>
              <a:gd name="T39" fmla="*/ 75 h 186"/>
              <a:gd name="T40" fmla="*/ 92 w 204"/>
              <a:gd name="T41" fmla="*/ 98 h 186"/>
              <a:gd name="T42" fmla="*/ 83 w 204"/>
              <a:gd name="T43" fmla="*/ 88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4" h="186">
                <a:moveTo>
                  <a:pt x="189" y="138"/>
                </a:moveTo>
                <a:cubicBezTo>
                  <a:pt x="192" y="135"/>
                  <a:pt x="148" y="177"/>
                  <a:pt x="148" y="177"/>
                </a:cubicBezTo>
                <a:cubicBezTo>
                  <a:pt x="148" y="177"/>
                  <a:pt x="138" y="186"/>
                  <a:pt x="127" y="177"/>
                </a:cubicBezTo>
                <a:cubicBezTo>
                  <a:pt x="119" y="169"/>
                  <a:pt x="107" y="153"/>
                  <a:pt x="107" y="153"/>
                </a:cubicBezTo>
                <a:cubicBezTo>
                  <a:pt x="107" y="153"/>
                  <a:pt x="95" y="140"/>
                  <a:pt x="80" y="146"/>
                </a:cubicBezTo>
                <a:cubicBezTo>
                  <a:pt x="72" y="152"/>
                  <a:pt x="62" y="156"/>
                  <a:pt x="51" y="156"/>
                </a:cubicBezTo>
                <a:cubicBezTo>
                  <a:pt x="23" y="156"/>
                  <a:pt x="0" y="133"/>
                  <a:pt x="0" y="105"/>
                </a:cubicBezTo>
                <a:cubicBezTo>
                  <a:pt x="0" y="91"/>
                  <a:pt x="6" y="79"/>
                  <a:pt x="15" y="69"/>
                </a:cubicBezTo>
                <a:cubicBezTo>
                  <a:pt x="63" y="0"/>
                  <a:pt x="112" y="39"/>
                  <a:pt x="112" y="39"/>
                </a:cubicBezTo>
                <a:cubicBezTo>
                  <a:pt x="189" y="115"/>
                  <a:pt x="189" y="115"/>
                  <a:pt x="189" y="115"/>
                </a:cubicBezTo>
                <a:cubicBezTo>
                  <a:pt x="189" y="115"/>
                  <a:pt x="204" y="126"/>
                  <a:pt x="189" y="138"/>
                </a:cubicBezTo>
                <a:close/>
                <a:moveTo>
                  <a:pt x="108" y="54"/>
                </a:moveTo>
                <a:cubicBezTo>
                  <a:pt x="71" y="20"/>
                  <a:pt x="35" y="68"/>
                  <a:pt x="35" y="68"/>
                </a:cubicBezTo>
                <a:cubicBezTo>
                  <a:pt x="35" y="68"/>
                  <a:pt x="47" y="71"/>
                  <a:pt x="57" y="80"/>
                </a:cubicBezTo>
                <a:cubicBezTo>
                  <a:pt x="67" y="90"/>
                  <a:pt x="138" y="165"/>
                  <a:pt x="138" y="165"/>
                </a:cubicBezTo>
                <a:cubicBezTo>
                  <a:pt x="181" y="127"/>
                  <a:pt x="181" y="127"/>
                  <a:pt x="181" y="127"/>
                </a:cubicBezTo>
                <a:cubicBezTo>
                  <a:pt x="181" y="127"/>
                  <a:pt x="106" y="50"/>
                  <a:pt x="108" y="54"/>
                </a:cubicBezTo>
                <a:close/>
                <a:moveTo>
                  <a:pt x="83" y="88"/>
                </a:moveTo>
                <a:cubicBezTo>
                  <a:pt x="109" y="64"/>
                  <a:pt x="109" y="64"/>
                  <a:pt x="109" y="64"/>
                </a:cubicBezTo>
                <a:cubicBezTo>
                  <a:pt x="118" y="75"/>
                  <a:pt x="118" y="75"/>
                  <a:pt x="118" y="75"/>
                </a:cubicBezTo>
                <a:cubicBezTo>
                  <a:pt x="92" y="98"/>
                  <a:pt x="92" y="98"/>
                  <a:pt x="92" y="98"/>
                </a:cubicBezTo>
                <a:lnTo>
                  <a:pt x="83" y="88"/>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22"/>
          <p:cNvSpPr>
            <a:spLocks noEditPoints="1"/>
          </p:cNvSpPr>
          <p:nvPr/>
        </p:nvSpPr>
        <p:spPr bwMode="auto">
          <a:xfrm>
            <a:off x="10143062" y="1141325"/>
            <a:ext cx="392113" cy="390525"/>
          </a:xfrm>
          <a:custGeom>
            <a:avLst/>
            <a:gdLst>
              <a:gd name="T0" fmla="*/ 99 w 198"/>
              <a:gd name="T1" fmla="*/ 118 h 197"/>
              <a:gd name="T2" fmla="*/ 32 w 198"/>
              <a:gd name="T3" fmla="*/ 102 h 197"/>
              <a:gd name="T4" fmla="*/ 139 w 198"/>
              <a:gd name="T5" fmla="*/ 118 h 197"/>
              <a:gd name="T6" fmla="*/ 144 w 198"/>
              <a:gd name="T7" fmla="*/ 102 h 197"/>
              <a:gd name="T8" fmla="*/ 139 w 198"/>
              <a:gd name="T9" fmla="*/ 118 h 197"/>
              <a:gd name="T10" fmla="*/ 99 w 198"/>
              <a:gd name="T11" fmla="*/ 0 h 197"/>
              <a:gd name="T12" fmla="*/ 0 w 198"/>
              <a:gd name="T13" fmla="*/ 98 h 197"/>
              <a:gd name="T14" fmla="*/ 99 w 198"/>
              <a:gd name="T15" fmla="*/ 197 h 197"/>
              <a:gd name="T16" fmla="*/ 169 w 198"/>
              <a:gd name="T17" fmla="*/ 168 h 197"/>
              <a:gd name="T18" fmla="*/ 169 w 198"/>
              <a:gd name="T19" fmla="*/ 29 h 197"/>
              <a:gd name="T20" fmla="*/ 45 w 198"/>
              <a:gd name="T21" fmla="*/ 153 h 197"/>
              <a:gd name="T22" fmla="*/ 37 w 198"/>
              <a:gd name="T23" fmla="*/ 53 h 197"/>
              <a:gd name="T24" fmla="*/ 99 w 198"/>
              <a:gd name="T25" fmla="*/ 175 h 197"/>
              <a:gd name="T26" fmla="*/ 53 w 198"/>
              <a:gd name="T27" fmla="*/ 37 h 197"/>
              <a:gd name="T28" fmla="*/ 153 w 198"/>
              <a:gd name="T29" fmla="*/ 44 h 197"/>
              <a:gd name="T30" fmla="*/ 161 w 198"/>
              <a:gd name="T31" fmla="*/ 144 h 197"/>
              <a:gd name="T32" fmla="*/ 153 w 198"/>
              <a:gd name="T33" fmla="*/ 118 h 197"/>
              <a:gd name="T34" fmla="*/ 148 w 198"/>
              <a:gd name="T35" fmla="*/ 102 h 197"/>
              <a:gd name="T36" fmla="*/ 156 w 198"/>
              <a:gd name="T37" fmla="*/ 102 h 197"/>
              <a:gd name="T38" fmla="*/ 164 w 198"/>
              <a:gd name="T39" fmla="*/ 118 h 197"/>
              <a:gd name="T40" fmla="*/ 156 w 198"/>
              <a:gd name="T41" fmla="*/ 102 h 197"/>
              <a:gd name="T42" fmla="*/ 138 w 198"/>
              <a:gd name="T43" fmla="*/ 75 h 197"/>
              <a:gd name="T44" fmla="*/ 122 w 198"/>
              <a:gd name="T45" fmla="*/ 75 h 197"/>
              <a:gd name="T46" fmla="*/ 114 w 198"/>
              <a:gd name="T47" fmla="*/ 67 h 197"/>
              <a:gd name="T48" fmla="*/ 116 w 198"/>
              <a:gd name="T49" fmla="*/ 59 h 197"/>
              <a:gd name="T50" fmla="*/ 112 w 198"/>
              <a:gd name="T51" fmla="*/ 57 h 197"/>
              <a:gd name="T52" fmla="*/ 98 w 198"/>
              <a:gd name="T53" fmla="*/ 46 h 197"/>
              <a:gd name="T54" fmla="*/ 104 w 198"/>
              <a:gd name="T55" fmla="*/ 35 h 197"/>
              <a:gd name="T56" fmla="*/ 112 w 198"/>
              <a:gd name="T57" fmla="*/ 30 h 197"/>
              <a:gd name="T58" fmla="*/ 101 w 198"/>
              <a:gd name="T59" fmla="*/ 29 h 197"/>
              <a:gd name="T60" fmla="*/ 92 w 198"/>
              <a:gd name="T61" fmla="*/ 46 h 197"/>
              <a:gd name="T62" fmla="*/ 109 w 198"/>
              <a:gd name="T63" fmla="*/ 63 h 197"/>
              <a:gd name="T64" fmla="*/ 112 w 198"/>
              <a:gd name="T65" fmla="*/ 77 h 197"/>
              <a:gd name="T66" fmla="*/ 138 w 198"/>
              <a:gd name="T67" fmla="*/ 81 h 197"/>
              <a:gd name="T68" fmla="*/ 147 w 198"/>
              <a:gd name="T69" fmla="*/ 86 h 197"/>
              <a:gd name="T70" fmla="*/ 148 w 198"/>
              <a:gd name="T71" fmla="*/ 98 h 197"/>
              <a:gd name="T72" fmla="*/ 154 w 198"/>
              <a:gd name="T73" fmla="*/ 98 h 197"/>
              <a:gd name="T74" fmla="*/ 153 w 198"/>
              <a:gd name="T75" fmla="*/ 84 h 197"/>
              <a:gd name="T76" fmla="*/ 116 w 198"/>
              <a:gd name="T77" fmla="*/ 39 h 197"/>
              <a:gd name="T78" fmla="*/ 130 w 198"/>
              <a:gd name="T79" fmla="*/ 53 h 197"/>
              <a:gd name="T80" fmla="*/ 126 w 198"/>
              <a:gd name="T81" fmla="*/ 66 h 197"/>
              <a:gd name="T82" fmla="*/ 138 w 198"/>
              <a:gd name="T83" fmla="*/ 67 h 197"/>
              <a:gd name="T84" fmla="*/ 157 w 198"/>
              <a:gd name="T85" fmla="*/ 87 h 197"/>
              <a:gd name="T86" fmla="*/ 164 w 198"/>
              <a:gd name="T87" fmla="*/ 98 h 197"/>
              <a:gd name="T88" fmla="*/ 157 w 198"/>
              <a:gd name="T89" fmla="*/ 69 h 197"/>
              <a:gd name="T90" fmla="*/ 134 w 198"/>
              <a:gd name="T91" fmla="*/ 61 h 197"/>
              <a:gd name="T92" fmla="*/ 131 w 198"/>
              <a:gd name="T93" fmla="*/ 39 h 197"/>
              <a:gd name="T94" fmla="*/ 113 w 198"/>
              <a:gd name="T95" fmla="*/ 36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8" h="197">
                <a:moveTo>
                  <a:pt x="32" y="118"/>
                </a:moveTo>
                <a:cubicBezTo>
                  <a:pt x="99" y="118"/>
                  <a:pt x="99" y="118"/>
                  <a:pt x="99" y="118"/>
                </a:cubicBezTo>
                <a:cubicBezTo>
                  <a:pt x="82" y="102"/>
                  <a:pt x="82" y="102"/>
                  <a:pt x="82" y="102"/>
                </a:cubicBezTo>
                <a:cubicBezTo>
                  <a:pt x="32" y="102"/>
                  <a:pt x="32" y="102"/>
                  <a:pt x="32" y="102"/>
                </a:cubicBezTo>
                <a:lnTo>
                  <a:pt x="32" y="118"/>
                </a:lnTo>
                <a:close/>
                <a:moveTo>
                  <a:pt x="139" y="118"/>
                </a:moveTo>
                <a:cubicBezTo>
                  <a:pt x="144" y="118"/>
                  <a:pt x="144" y="118"/>
                  <a:pt x="144" y="118"/>
                </a:cubicBezTo>
                <a:cubicBezTo>
                  <a:pt x="144" y="102"/>
                  <a:pt x="144" y="102"/>
                  <a:pt x="144" y="102"/>
                </a:cubicBezTo>
                <a:cubicBezTo>
                  <a:pt x="122" y="102"/>
                  <a:pt x="122" y="102"/>
                  <a:pt x="122" y="102"/>
                </a:cubicBezTo>
                <a:lnTo>
                  <a:pt x="139" y="118"/>
                </a:lnTo>
                <a:close/>
                <a:moveTo>
                  <a:pt x="169" y="29"/>
                </a:moveTo>
                <a:cubicBezTo>
                  <a:pt x="151" y="11"/>
                  <a:pt x="126" y="0"/>
                  <a:pt x="99" y="0"/>
                </a:cubicBezTo>
                <a:cubicBezTo>
                  <a:pt x="72" y="0"/>
                  <a:pt x="47" y="11"/>
                  <a:pt x="29" y="29"/>
                </a:cubicBezTo>
                <a:cubicBezTo>
                  <a:pt x="11" y="46"/>
                  <a:pt x="0" y="71"/>
                  <a:pt x="0" y="98"/>
                </a:cubicBezTo>
                <a:cubicBezTo>
                  <a:pt x="0" y="126"/>
                  <a:pt x="11" y="151"/>
                  <a:pt x="29" y="168"/>
                </a:cubicBezTo>
                <a:cubicBezTo>
                  <a:pt x="47" y="186"/>
                  <a:pt x="72" y="197"/>
                  <a:pt x="99" y="197"/>
                </a:cubicBezTo>
                <a:cubicBezTo>
                  <a:pt x="99" y="197"/>
                  <a:pt x="99" y="197"/>
                  <a:pt x="99" y="197"/>
                </a:cubicBezTo>
                <a:cubicBezTo>
                  <a:pt x="126" y="197"/>
                  <a:pt x="151" y="186"/>
                  <a:pt x="169" y="168"/>
                </a:cubicBezTo>
                <a:cubicBezTo>
                  <a:pt x="187" y="151"/>
                  <a:pt x="198" y="126"/>
                  <a:pt x="198" y="98"/>
                </a:cubicBezTo>
                <a:cubicBezTo>
                  <a:pt x="198" y="71"/>
                  <a:pt x="187" y="46"/>
                  <a:pt x="169" y="29"/>
                </a:cubicBezTo>
                <a:close/>
                <a:moveTo>
                  <a:pt x="99" y="175"/>
                </a:moveTo>
                <a:cubicBezTo>
                  <a:pt x="78" y="175"/>
                  <a:pt x="59" y="167"/>
                  <a:pt x="45" y="153"/>
                </a:cubicBezTo>
                <a:cubicBezTo>
                  <a:pt x="31" y="139"/>
                  <a:pt x="22" y="120"/>
                  <a:pt x="22" y="98"/>
                </a:cubicBezTo>
                <a:cubicBezTo>
                  <a:pt x="22" y="81"/>
                  <a:pt x="28" y="66"/>
                  <a:pt x="37" y="53"/>
                </a:cubicBezTo>
                <a:cubicBezTo>
                  <a:pt x="145" y="160"/>
                  <a:pt x="145" y="160"/>
                  <a:pt x="145" y="160"/>
                </a:cubicBezTo>
                <a:cubicBezTo>
                  <a:pt x="132" y="170"/>
                  <a:pt x="116" y="175"/>
                  <a:pt x="99" y="175"/>
                </a:cubicBezTo>
                <a:close/>
                <a:moveTo>
                  <a:pt x="161" y="144"/>
                </a:moveTo>
                <a:cubicBezTo>
                  <a:pt x="53" y="37"/>
                  <a:pt x="53" y="37"/>
                  <a:pt x="53" y="37"/>
                </a:cubicBezTo>
                <a:cubicBezTo>
                  <a:pt x="66" y="27"/>
                  <a:pt x="82" y="22"/>
                  <a:pt x="99" y="22"/>
                </a:cubicBezTo>
                <a:cubicBezTo>
                  <a:pt x="120" y="22"/>
                  <a:pt x="139" y="30"/>
                  <a:pt x="153" y="44"/>
                </a:cubicBezTo>
                <a:cubicBezTo>
                  <a:pt x="167" y="58"/>
                  <a:pt x="176" y="77"/>
                  <a:pt x="176" y="98"/>
                </a:cubicBezTo>
                <a:cubicBezTo>
                  <a:pt x="176" y="116"/>
                  <a:pt x="170" y="131"/>
                  <a:pt x="161" y="144"/>
                </a:cubicBezTo>
                <a:close/>
                <a:moveTo>
                  <a:pt x="148" y="118"/>
                </a:moveTo>
                <a:cubicBezTo>
                  <a:pt x="153" y="118"/>
                  <a:pt x="153" y="118"/>
                  <a:pt x="153" y="118"/>
                </a:cubicBezTo>
                <a:cubicBezTo>
                  <a:pt x="153" y="102"/>
                  <a:pt x="153" y="102"/>
                  <a:pt x="153" y="102"/>
                </a:cubicBezTo>
                <a:cubicBezTo>
                  <a:pt x="148" y="102"/>
                  <a:pt x="148" y="102"/>
                  <a:pt x="148" y="102"/>
                </a:cubicBezTo>
                <a:lnTo>
                  <a:pt x="148" y="118"/>
                </a:lnTo>
                <a:close/>
                <a:moveTo>
                  <a:pt x="156" y="102"/>
                </a:moveTo>
                <a:cubicBezTo>
                  <a:pt x="156" y="118"/>
                  <a:pt x="156" y="118"/>
                  <a:pt x="156" y="118"/>
                </a:cubicBezTo>
                <a:cubicBezTo>
                  <a:pt x="164" y="118"/>
                  <a:pt x="164" y="118"/>
                  <a:pt x="164" y="118"/>
                </a:cubicBezTo>
                <a:cubicBezTo>
                  <a:pt x="164" y="102"/>
                  <a:pt x="164" y="102"/>
                  <a:pt x="164" y="102"/>
                </a:cubicBezTo>
                <a:lnTo>
                  <a:pt x="156" y="102"/>
                </a:lnTo>
                <a:close/>
                <a:moveTo>
                  <a:pt x="147" y="78"/>
                </a:moveTo>
                <a:cubicBezTo>
                  <a:pt x="145" y="76"/>
                  <a:pt x="142" y="75"/>
                  <a:pt x="138" y="75"/>
                </a:cubicBezTo>
                <a:cubicBezTo>
                  <a:pt x="138" y="75"/>
                  <a:pt x="134" y="75"/>
                  <a:pt x="130" y="75"/>
                </a:cubicBezTo>
                <a:cubicBezTo>
                  <a:pt x="122" y="75"/>
                  <a:pt x="122" y="75"/>
                  <a:pt x="122" y="75"/>
                </a:cubicBezTo>
                <a:cubicBezTo>
                  <a:pt x="120" y="75"/>
                  <a:pt x="118" y="74"/>
                  <a:pt x="116" y="73"/>
                </a:cubicBezTo>
                <a:cubicBezTo>
                  <a:pt x="115" y="71"/>
                  <a:pt x="114" y="69"/>
                  <a:pt x="114" y="67"/>
                </a:cubicBezTo>
                <a:cubicBezTo>
                  <a:pt x="114" y="65"/>
                  <a:pt x="115" y="63"/>
                  <a:pt x="116" y="62"/>
                </a:cubicBezTo>
                <a:cubicBezTo>
                  <a:pt x="116" y="61"/>
                  <a:pt x="116" y="60"/>
                  <a:pt x="116" y="59"/>
                </a:cubicBezTo>
                <a:cubicBezTo>
                  <a:pt x="115" y="58"/>
                  <a:pt x="114" y="57"/>
                  <a:pt x="113" y="57"/>
                </a:cubicBezTo>
                <a:cubicBezTo>
                  <a:pt x="112" y="57"/>
                  <a:pt x="112" y="57"/>
                  <a:pt x="112" y="57"/>
                </a:cubicBezTo>
                <a:cubicBezTo>
                  <a:pt x="107" y="57"/>
                  <a:pt x="104" y="56"/>
                  <a:pt x="102" y="54"/>
                </a:cubicBezTo>
                <a:cubicBezTo>
                  <a:pt x="99" y="51"/>
                  <a:pt x="98" y="48"/>
                  <a:pt x="98" y="46"/>
                </a:cubicBezTo>
                <a:cubicBezTo>
                  <a:pt x="98" y="43"/>
                  <a:pt x="99" y="40"/>
                  <a:pt x="101" y="37"/>
                </a:cubicBezTo>
                <a:cubicBezTo>
                  <a:pt x="102" y="36"/>
                  <a:pt x="103" y="35"/>
                  <a:pt x="104" y="35"/>
                </a:cubicBezTo>
                <a:cubicBezTo>
                  <a:pt x="105" y="34"/>
                  <a:pt x="107" y="33"/>
                  <a:pt x="109" y="33"/>
                </a:cubicBezTo>
                <a:cubicBezTo>
                  <a:pt x="111" y="33"/>
                  <a:pt x="112" y="32"/>
                  <a:pt x="112" y="30"/>
                </a:cubicBezTo>
                <a:cubicBezTo>
                  <a:pt x="112" y="29"/>
                  <a:pt x="111" y="27"/>
                  <a:pt x="109" y="27"/>
                </a:cubicBezTo>
                <a:cubicBezTo>
                  <a:pt x="106" y="27"/>
                  <a:pt x="104" y="28"/>
                  <a:pt x="101" y="29"/>
                </a:cubicBezTo>
                <a:cubicBezTo>
                  <a:pt x="98" y="31"/>
                  <a:pt x="96" y="34"/>
                  <a:pt x="94" y="37"/>
                </a:cubicBezTo>
                <a:cubicBezTo>
                  <a:pt x="93" y="40"/>
                  <a:pt x="92" y="43"/>
                  <a:pt x="92" y="46"/>
                </a:cubicBezTo>
                <a:cubicBezTo>
                  <a:pt x="92" y="50"/>
                  <a:pt x="94" y="54"/>
                  <a:pt x="97" y="58"/>
                </a:cubicBezTo>
                <a:cubicBezTo>
                  <a:pt x="100" y="61"/>
                  <a:pt x="104" y="63"/>
                  <a:pt x="109" y="63"/>
                </a:cubicBezTo>
                <a:cubicBezTo>
                  <a:pt x="109" y="64"/>
                  <a:pt x="108" y="65"/>
                  <a:pt x="108" y="67"/>
                </a:cubicBezTo>
                <a:cubicBezTo>
                  <a:pt x="108" y="70"/>
                  <a:pt x="110" y="74"/>
                  <a:pt x="112" y="77"/>
                </a:cubicBezTo>
                <a:cubicBezTo>
                  <a:pt x="114" y="79"/>
                  <a:pt x="118" y="81"/>
                  <a:pt x="122" y="81"/>
                </a:cubicBezTo>
                <a:cubicBezTo>
                  <a:pt x="122" y="81"/>
                  <a:pt x="138" y="81"/>
                  <a:pt x="138" y="81"/>
                </a:cubicBezTo>
                <a:cubicBezTo>
                  <a:pt x="142" y="81"/>
                  <a:pt x="144" y="82"/>
                  <a:pt x="146" y="84"/>
                </a:cubicBezTo>
                <a:cubicBezTo>
                  <a:pt x="146" y="84"/>
                  <a:pt x="147" y="85"/>
                  <a:pt x="147" y="86"/>
                </a:cubicBezTo>
                <a:cubicBezTo>
                  <a:pt x="148" y="87"/>
                  <a:pt x="148" y="88"/>
                  <a:pt x="148" y="90"/>
                </a:cubicBezTo>
                <a:cubicBezTo>
                  <a:pt x="148" y="98"/>
                  <a:pt x="148" y="98"/>
                  <a:pt x="148" y="98"/>
                </a:cubicBezTo>
                <a:cubicBezTo>
                  <a:pt x="154" y="98"/>
                  <a:pt x="154" y="98"/>
                  <a:pt x="154" y="98"/>
                </a:cubicBezTo>
                <a:cubicBezTo>
                  <a:pt x="154" y="98"/>
                  <a:pt x="154" y="98"/>
                  <a:pt x="154" y="98"/>
                </a:cubicBezTo>
                <a:cubicBezTo>
                  <a:pt x="154" y="90"/>
                  <a:pt x="154" y="90"/>
                  <a:pt x="154" y="90"/>
                </a:cubicBezTo>
                <a:cubicBezTo>
                  <a:pt x="154" y="88"/>
                  <a:pt x="154" y="86"/>
                  <a:pt x="153" y="84"/>
                </a:cubicBezTo>
                <a:cubicBezTo>
                  <a:pt x="152" y="81"/>
                  <a:pt x="150" y="79"/>
                  <a:pt x="147" y="78"/>
                </a:cubicBezTo>
                <a:close/>
                <a:moveTo>
                  <a:pt x="116" y="39"/>
                </a:moveTo>
                <a:cubicBezTo>
                  <a:pt x="121" y="39"/>
                  <a:pt x="124" y="41"/>
                  <a:pt x="126" y="43"/>
                </a:cubicBezTo>
                <a:cubicBezTo>
                  <a:pt x="129" y="46"/>
                  <a:pt x="130" y="49"/>
                  <a:pt x="130" y="53"/>
                </a:cubicBezTo>
                <a:cubicBezTo>
                  <a:pt x="130" y="56"/>
                  <a:pt x="129" y="59"/>
                  <a:pt x="127" y="62"/>
                </a:cubicBezTo>
                <a:cubicBezTo>
                  <a:pt x="126" y="63"/>
                  <a:pt x="126" y="65"/>
                  <a:pt x="126" y="66"/>
                </a:cubicBezTo>
                <a:cubicBezTo>
                  <a:pt x="127" y="67"/>
                  <a:pt x="128" y="67"/>
                  <a:pt x="129" y="67"/>
                </a:cubicBezTo>
                <a:cubicBezTo>
                  <a:pt x="138" y="67"/>
                  <a:pt x="138" y="67"/>
                  <a:pt x="138" y="67"/>
                </a:cubicBezTo>
                <a:cubicBezTo>
                  <a:pt x="144" y="67"/>
                  <a:pt x="149" y="70"/>
                  <a:pt x="152" y="73"/>
                </a:cubicBezTo>
                <a:cubicBezTo>
                  <a:pt x="155" y="77"/>
                  <a:pt x="157" y="82"/>
                  <a:pt x="157" y="87"/>
                </a:cubicBezTo>
                <a:cubicBezTo>
                  <a:pt x="157" y="98"/>
                  <a:pt x="157" y="98"/>
                  <a:pt x="157" y="98"/>
                </a:cubicBezTo>
                <a:cubicBezTo>
                  <a:pt x="164" y="98"/>
                  <a:pt x="164" y="98"/>
                  <a:pt x="164" y="98"/>
                </a:cubicBezTo>
                <a:cubicBezTo>
                  <a:pt x="164" y="87"/>
                  <a:pt x="164" y="87"/>
                  <a:pt x="164" y="87"/>
                </a:cubicBezTo>
                <a:cubicBezTo>
                  <a:pt x="164" y="81"/>
                  <a:pt x="161" y="74"/>
                  <a:pt x="157" y="69"/>
                </a:cubicBezTo>
                <a:cubicBezTo>
                  <a:pt x="152" y="65"/>
                  <a:pt x="146" y="61"/>
                  <a:pt x="138" y="61"/>
                </a:cubicBezTo>
                <a:cubicBezTo>
                  <a:pt x="134" y="61"/>
                  <a:pt x="134" y="61"/>
                  <a:pt x="134" y="61"/>
                </a:cubicBezTo>
                <a:cubicBezTo>
                  <a:pt x="135" y="58"/>
                  <a:pt x="136" y="55"/>
                  <a:pt x="136" y="53"/>
                </a:cubicBezTo>
                <a:cubicBezTo>
                  <a:pt x="136" y="48"/>
                  <a:pt x="134" y="43"/>
                  <a:pt x="131" y="39"/>
                </a:cubicBezTo>
                <a:cubicBezTo>
                  <a:pt x="127" y="35"/>
                  <a:pt x="122" y="33"/>
                  <a:pt x="116" y="33"/>
                </a:cubicBezTo>
                <a:cubicBezTo>
                  <a:pt x="114" y="33"/>
                  <a:pt x="113" y="35"/>
                  <a:pt x="113" y="36"/>
                </a:cubicBezTo>
                <a:cubicBezTo>
                  <a:pt x="113" y="38"/>
                  <a:pt x="114" y="39"/>
                  <a:pt x="116" y="39"/>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23"/>
          <p:cNvSpPr>
            <a:spLocks noEditPoints="1"/>
          </p:cNvSpPr>
          <p:nvPr/>
        </p:nvSpPr>
        <p:spPr bwMode="auto">
          <a:xfrm>
            <a:off x="10611374" y="1138150"/>
            <a:ext cx="398463" cy="390525"/>
          </a:xfrm>
          <a:custGeom>
            <a:avLst/>
            <a:gdLst>
              <a:gd name="T0" fmla="*/ 176 w 201"/>
              <a:gd name="T1" fmla="*/ 157 h 198"/>
              <a:gd name="T2" fmla="*/ 134 w 201"/>
              <a:gd name="T3" fmla="*/ 120 h 198"/>
              <a:gd name="T4" fmla="*/ 131 w 201"/>
              <a:gd name="T5" fmla="*/ 130 h 198"/>
              <a:gd name="T6" fmla="*/ 131 w 201"/>
              <a:gd name="T7" fmla="*/ 158 h 198"/>
              <a:gd name="T8" fmla="*/ 163 w 201"/>
              <a:gd name="T9" fmla="*/ 158 h 198"/>
              <a:gd name="T10" fmla="*/ 182 w 201"/>
              <a:gd name="T11" fmla="*/ 178 h 198"/>
              <a:gd name="T12" fmla="*/ 163 w 201"/>
              <a:gd name="T13" fmla="*/ 198 h 198"/>
              <a:gd name="T14" fmla="*/ 38 w 201"/>
              <a:gd name="T15" fmla="*/ 198 h 198"/>
              <a:gd name="T16" fmla="*/ 19 w 201"/>
              <a:gd name="T17" fmla="*/ 178 h 198"/>
              <a:gd name="T18" fmla="*/ 38 w 201"/>
              <a:gd name="T19" fmla="*/ 158 h 198"/>
              <a:gd name="T20" fmla="*/ 71 w 201"/>
              <a:gd name="T21" fmla="*/ 158 h 198"/>
              <a:gd name="T22" fmla="*/ 71 w 201"/>
              <a:gd name="T23" fmla="*/ 130 h 198"/>
              <a:gd name="T24" fmla="*/ 67 w 201"/>
              <a:gd name="T25" fmla="*/ 120 h 198"/>
              <a:gd name="T26" fmla="*/ 25 w 201"/>
              <a:gd name="T27" fmla="*/ 157 h 198"/>
              <a:gd name="T28" fmla="*/ 9 w 201"/>
              <a:gd name="T29" fmla="*/ 139 h 198"/>
              <a:gd name="T30" fmla="*/ 53 w 201"/>
              <a:gd name="T31" fmla="*/ 103 h 198"/>
              <a:gd name="T32" fmla="*/ 101 w 201"/>
              <a:gd name="T33" fmla="*/ 57 h 198"/>
              <a:gd name="T34" fmla="*/ 101 w 201"/>
              <a:gd name="T35" fmla="*/ 57 h 198"/>
              <a:gd name="T36" fmla="*/ 101 w 201"/>
              <a:gd name="T37" fmla="*/ 57 h 198"/>
              <a:gd name="T38" fmla="*/ 101 w 201"/>
              <a:gd name="T39" fmla="*/ 57 h 198"/>
              <a:gd name="T40" fmla="*/ 101 w 201"/>
              <a:gd name="T41" fmla="*/ 57 h 198"/>
              <a:gd name="T42" fmla="*/ 148 w 201"/>
              <a:gd name="T43" fmla="*/ 103 h 198"/>
              <a:gd name="T44" fmla="*/ 192 w 201"/>
              <a:gd name="T45" fmla="*/ 139 h 198"/>
              <a:gd name="T46" fmla="*/ 176 w 201"/>
              <a:gd name="T47" fmla="*/ 157 h 198"/>
              <a:gd name="T48" fmla="*/ 101 w 201"/>
              <a:gd name="T49" fmla="*/ 48 h 198"/>
              <a:gd name="T50" fmla="*/ 77 w 201"/>
              <a:gd name="T51" fmla="*/ 24 h 198"/>
              <a:gd name="T52" fmla="*/ 101 w 201"/>
              <a:gd name="T53" fmla="*/ 0 h 198"/>
              <a:gd name="T54" fmla="*/ 125 w 201"/>
              <a:gd name="T55" fmla="*/ 24 h 198"/>
              <a:gd name="T56" fmla="*/ 101 w 201"/>
              <a:gd name="T57" fmla="*/ 4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1" h="198">
                <a:moveTo>
                  <a:pt x="176" y="157"/>
                </a:moveTo>
                <a:cubicBezTo>
                  <a:pt x="179" y="161"/>
                  <a:pt x="134" y="120"/>
                  <a:pt x="134" y="120"/>
                </a:cubicBezTo>
                <a:cubicBezTo>
                  <a:pt x="134" y="120"/>
                  <a:pt x="131" y="118"/>
                  <a:pt x="131" y="130"/>
                </a:cubicBezTo>
                <a:cubicBezTo>
                  <a:pt x="131" y="135"/>
                  <a:pt x="131" y="146"/>
                  <a:pt x="131" y="158"/>
                </a:cubicBezTo>
                <a:cubicBezTo>
                  <a:pt x="163" y="158"/>
                  <a:pt x="163" y="158"/>
                  <a:pt x="163" y="158"/>
                </a:cubicBezTo>
                <a:cubicBezTo>
                  <a:pt x="173" y="158"/>
                  <a:pt x="182" y="168"/>
                  <a:pt x="182" y="178"/>
                </a:cubicBezTo>
                <a:cubicBezTo>
                  <a:pt x="182" y="189"/>
                  <a:pt x="173" y="198"/>
                  <a:pt x="163" y="198"/>
                </a:cubicBezTo>
                <a:cubicBezTo>
                  <a:pt x="38" y="198"/>
                  <a:pt x="38" y="198"/>
                  <a:pt x="38" y="198"/>
                </a:cubicBezTo>
                <a:cubicBezTo>
                  <a:pt x="28" y="198"/>
                  <a:pt x="19" y="189"/>
                  <a:pt x="19" y="178"/>
                </a:cubicBezTo>
                <a:cubicBezTo>
                  <a:pt x="19" y="168"/>
                  <a:pt x="28" y="158"/>
                  <a:pt x="38" y="158"/>
                </a:cubicBezTo>
                <a:cubicBezTo>
                  <a:pt x="71" y="158"/>
                  <a:pt x="71" y="158"/>
                  <a:pt x="71" y="158"/>
                </a:cubicBezTo>
                <a:cubicBezTo>
                  <a:pt x="71" y="146"/>
                  <a:pt x="71" y="135"/>
                  <a:pt x="71" y="130"/>
                </a:cubicBezTo>
                <a:cubicBezTo>
                  <a:pt x="71" y="118"/>
                  <a:pt x="67" y="120"/>
                  <a:pt x="67" y="120"/>
                </a:cubicBezTo>
                <a:cubicBezTo>
                  <a:pt x="67" y="120"/>
                  <a:pt x="22" y="161"/>
                  <a:pt x="25" y="157"/>
                </a:cubicBezTo>
                <a:cubicBezTo>
                  <a:pt x="5" y="172"/>
                  <a:pt x="0" y="149"/>
                  <a:pt x="9" y="139"/>
                </a:cubicBezTo>
                <a:cubicBezTo>
                  <a:pt x="15" y="133"/>
                  <a:pt x="53" y="103"/>
                  <a:pt x="53" y="103"/>
                </a:cubicBezTo>
                <a:cubicBezTo>
                  <a:pt x="53" y="103"/>
                  <a:pt x="62" y="57"/>
                  <a:pt x="101" y="57"/>
                </a:cubicBezTo>
                <a:cubicBezTo>
                  <a:pt x="101" y="57"/>
                  <a:pt x="101" y="57"/>
                  <a:pt x="101" y="57"/>
                </a:cubicBezTo>
                <a:cubicBezTo>
                  <a:pt x="101" y="57"/>
                  <a:pt x="101" y="57"/>
                  <a:pt x="101" y="57"/>
                </a:cubicBezTo>
                <a:cubicBezTo>
                  <a:pt x="101" y="57"/>
                  <a:pt x="101" y="57"/>
                  <a:pt x="101" y="57"/>
                </a:cubicBezTo>
                <a:cubicBezTo>
                  <a:pt x="101" y="57"/>
                  <a:pt x="101" y="57"/>
                  <a:pt x="101" y="57"/>
                </a:cubicBezTo>
                <a:cubicBezTo>
                  <a:pt x="140" y="57"/>
                  <a:pt x="148" y="103"/>
                  <a:pt x="148" y="103"/>
                </a:cubicBezTo>
                <a:cubicBezTo>
                  <a:pt x="148" y="103"/>
                  <a:pt x="186" y="133"/>
                  <a:pt x="192" y="139"/>
                </a:cubicBezTo>
                <a:cubicBezTo>
                  <a:pt x="201" y="149"/>
                  <a:pt x="196" y="172"/>
                  <a:pt x="176" y="157"/>
                </a:cubicBezTo>
                <a:close/>
                <a:moveTo>
                  <a:pt x="101" y="48"/>
                </a:moveTo>
                <a:cubicBezTo>
                  <a:pt x="88" y="48"/>
                  <a:pt x="77" y="37"/>
                  <a:pt x="77" y="24"/>
                </a:cubicBezTo>
                <a:cubicBezTo>
                  <a:pt x="77" y="11"/>
                  <a:pt x="88" y="0"/>
                  <a:pt x="101" y="0"/>
                </a:cubicBezTo>
                <a:cubicBezTo>
                  <a:pt x="114" y="0"/>
                  <a:pt x="125" y="11"/>
                  <a:pt x="125" y="24"/>
                </a:cubicBezTo>
                <a:cubicBezTo>
                  <a:pt x="125" y="37"/>
                  <a:pt x="114" y="48"/>
                  <a:pt x="101" y="48"/>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24"/>
          <p:cNvSpPr>
            <a:spLocks noEditPoints="1"/>
          </p:cNvSpPr>
          <p:nvPr/>
        </p:nvSpPr>
        <p:spPr bwMode="auto">
          <a:xfrm>
            <a:off x="11113024" y="1169900"/>
            <a:ext cx="393700" cy="327025"/>
          </a:xfrm>
          <a:custGeom>
            <a:avLst/>
            <a:gdLst>
              <a:gd name="T0" fmla="*/ 118 w 199"/>
              <a:gd name="T1" fmla="*/ 30 h 166"/>
              <a:gd name="T2" fmla="*/ 133 w 199"/>
              <a:gd name="T3" fmla="*/ 15 h 166"/>
              <a:gd name="T4" fmla="*/ 118 w 199"/>
              <a:gd name="T5" fmla="*/ 0 h 166"/>
              <a:gd name="T6" fmla="*/ 103 w 199"/>
              <a:gd name="T7" fmla="*/ 15 h 166"/>
              <a:gd name="T8" fmla="*/ 118 w 199"/>
              <a:gd name="T9" fmla="*/ 30 h 166"/>
              <a:gd name="T10" fmla="*/ 148 w 199"/>
              <a:gd name="T11" fmla="*/ 67 h 166"/>
              <a:gd name="T12" fmla="*/ 148 w 199"/>
              <a:gd name="T13" fmla="*/ 55 h 166"/>
              <a:gd name="T14" fmla="*/ 122 w 199"/>
              <a:gd name="T15" fmla="*/ 55 h 166"/>
              <a:gd name="T16" fmla="*/ 106 w 199"/>
              <a:gd name="T17" fmla="*/ 29 h 166"/>
              <a:gd name="T18" fmla="*/ 96 w 199"/>
              <a:gd name="T19" fmla="*/ 23 h 166"/>
              <a:gd name="T20" fmla="*/ 86 w 199"/>
              <a:gd name="T21" fmla="*/ 27 h 166"/>
              <a:gd name="T22" fmla="*/ 55 w 199"/>
              <a:gd name="T23" fmla="*/ 59 h 166"/>
              <a:gd name="T24" fmla="*/ 51 w 199"/>
              <a:gd name="T25" fmla="*/ 67 h 166"/>
              <a:gd name="T26" fmla="*/ 58 w 199"/>
              <a:gd name="T27" fmla="*/ 78 h 166"/>
              <a:gd name="T28" fmla="*/ 90 w 199"/>
              <a:gd name="T29" fmla="*/ 96 h 166"/>
              <a:gd name="T30" fmla="*/ 90 w 199"/>
              <a:gd name="T31" fmla="*/ 130 h 166"/>
              <a:gd name="T32" fmla="*/ 99 w 199"/>
              <a:gd name="T33" fmla="*/ 139 h 166"/>
              <a:gd name="T34" fmla="*/ 108 w 199"/>
              <a:gd name="T35" fmla="*/ 130 h 166"/>
              <a:gd name="T36" fmla="*/ 108 w 199"/>
              <a:gd name="T37" fmla="*/ 88 h 166"/>
              <a:gd name="T38" fmla="*/ 101 w 199"/>
              <a:gd name="T39" fmla="*/ 78 h 166"/>
              <a:gd name="T40" fmla="*/ 82 w 199"/>
              <a:gd name="T41" fmla="*/ 68 h 166"/>
              <a:gd name="T42" fmla="*/ 102 w 199"/>
              <a:gd name="T43" fmla="*/ 48 h 166"/>
              <a:gd name="T44" fmla="*/ 112 w 199"/>
              <a:gd name="T45" fmla="*/ 63 h 166"/>
              <a:gd name="T46" fmla="*/ 118 w 199"/>
              <a:gd name="T47" fmla="*/ 67 h 166"/>
              <a:gd name="T48" fmla="*/ 148 w 199"/>
              <a:gd name="T49" fmla="*/ 67 h 166"/>
              <a:gd name="T50" fmla="*/ 158 w 199"/>
              <a:gd name="T51" fmla="*/ 84 h 166"/>
              <a:gd name="T52" fmla="*/ 118 w 199"/>
              <a:gd name="T53" fmla="*/ 125 h 166"/>
              <a:gd name="T54" fmla="*/ 158 w 199"/>
              <a:gd name="T55" fmla="*/ 166 h 166"/>
              <a:gd name="T56" fmla="*/ 199 w 199"/>
              <a:gd name="T57" fmla="*/ 125 h 166"/>
              <a:gd name="T58" fmla="*/ 158 w 199"/>
              <a:gd name="T59" fmla="*/ 84 h 166"/>
              <a:gd name="T60" fmla="*/ 158 w 199"/>
              <a:gd name="T61" fmla="*/ 155 h 166"/>
              <a:gd name="T62" fmla="*/ 129 w 199"/>
              <a:gd name="T63" fmla="*/ 125 h 166"/>
              <a:gd name="T64" fmla="*/ 158 w 199"/>
              <a:gd name="T65" fmla="*/ 95 h 166"/>
              <a:gd name="T66" fmla="*/ 188 w 199"/>
              <a:gd name="T67" fmla="*/ 125 h 166"/>
              <a:gd name="T68" fmla="*/ 158 w 199"/>
              <a:gd name="T69" fmla="*/ 155 h 166"/>
              <a:gd name="T70" fmla="*/ 41 w 199"/>
              <a:gd name="T71" fmla="*/ 84 h 166"/>
              <a:gd name="T72" fmla="*/ 0 w 199"/>
              <a:gd name="T73" fmla="*/ 125 h 166"/>
              <a:gd name="T74" fmla="*/ 41 w 199"/>
              <a:gd name="T75" fmla="*/ 166 h 166"/>
              <a:gd name="T76" fmla="*/ 82 w 199"/>
              <a:gd name="T77" fmla="*/ 125 h 166"/>
              <a:gd name="T78" fmla="*/ 41 w 199"/>
              <a:gd name="T79" fmla="*/ 84 h 166"/>
              <a:gd name="T80" fmla="*/ 41 w 199"/>
              <a:gd name="T81" fmla="*/ 155 h 166"/>
              <a:gd name="T82" fmla="*/ 11 w 199"/>
              <a:gd name="T83" fmla="*/ 125 h 166"/>
              <a:gd name="T84" fmla="*/ 41 w 199"/>
              <a:gd name="T85" fmla="*/ 95 h 166"/>
              <a:gd name="T86" fmla="*/ 71 w 199"/>
              <a:gd name="T87" fmla="*/ 125 h 166"/>
              <a:gd name="T88" fmla="*/ 41 w 199"/>
              <a:gd name="T89" fmla="*/ 155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99" h="166">
                <a:moveTo>
                  <a:pt x="118" y="30"/>
                </a:moveTo>
                <a:cubicBezTo>
                  <a:pt x="126" y="30"/>
                  <a:pt x="133" y="24"/>
                  <a:pt x="133" y="15"/>
                </a:cubicBezTo>
                <a:cubicBezTo>
                  <a:pt x="133" y="7"/>
                  <a:pt x="126" y="0"/>
                  <a:pt x="118" y="0"/>
                </a:cubicBezTo>
                <a:cubicBezTo>
                  <a:pt x="110" y="0"/>
                  <a:pt x="103" y="7"/>
                  <a:pt x="103" y="15"/>
                </a:cubicBezTo>
                <a:cubicBezTo>
                  <a:pt x="103" y="24"/>
                  <a:pt x="110" y="30"/>
                  <a:pt x="118" y="30"/>
                </a:cubicBezTo>
                <a:close/>
                <a:moveTo>
                  <a:pt x="148" y="67"/>
                </a:moveTo>
                <a:cubicBezTo>
                  <a:pt x="156" y="67"/>
                  <a:pt x="156" y="55"/>
                  <a:pt x="148" y="55"/>
                </a:cubicBezTo>
                <a:cubicBezTo>
                  <a:pt x="122" y="55"/>
                  <a:pt x="122" y="55"/>
                  <a:pt x="122" y="55"/>
                </a:cubicBezTo>
                <a:cubicBezTo>
                  <a:pt x="106" y="29"/>
                  <a:pt x="106" y="29"/>
                  <a:pt x="106" y="29"/>
                </a:cubicBezTo>
                <a:cubicBezTo>
                  <a:pt x="106" y="29"/>
                  <a:pt x="102" y="23"/>
                  <a:pt x="96" y="23"/>
                </a:cubicBezTo>
                <a:cubicBezTo>
                  <a:pt x="96" y="23"/>
                  <a:pt x="90" y="23"/>
                  <a:pt x="86" y="27"/>
                </a:cubicBezTo>
                <a:cubicBezTo>
                  <a:pt x="55" y="59"/>
                  <a:pt x="55" y="59"/>
                  <a:pt x="55" y="59"/>
                </a:cubicBezTo>
                <a:cubicBezTo>
                  <a:pt x="53" y="61"/>
                  <a:pt x="51" y="64"/>
                  <a:pt x="51" y="67"/>
                </a:cubicBezTo>
                <a:cubicBezTo>
                  <a:pt x="51" y="72"/>
                  <a:pt x="54" y="76"/>
                  <a:pt x="58" y="78"/>
                </a:cubicBezTo>
                <a:cubicBezTo>
                  <a:pt x="90" y="96"/>
                  <a:pt x="90" y="96"/>
                  <a:pt x="90" y="96"/>
                </a:cubicBezTo>
                <a:cubicBezTo>
                  <a:pt x="90" y="130"/>
                  <a:pt x="90" y="130"/>
                  <a:pt x="90" y="130"/>
                </a:cubicBezTo>
                <a:cubicBezTo>
                  <a:pt x="90" y="135"/>
                  <a:pt x="94" y="139"/>
                  <a:pt x="99" y="139"/>
                </a:cubicBezTo>
                <a:cubicBezTo>
                  <a:pt x="104" y="139"/>
                  <a:pt x="108" y="135"/>
                  <a:pt x="108" y="130"/>
                </a:cubicBezTo>
                <a:cubicBezTo>
                  <a:pt x="108" y="88"/>
                  <a:pt x="108" y="88"/>
                  <a:pt x="108" y="88"/>
                </a:cubicBezTo>
                <a:cubicBezTo>
                  <a:pt x="108" y="88"/>
                  <a:pt x="109" y="81"/>
                  <a:pt x="101" y="78"/>
                </a:cubicBezTo>
                <a:cubicBezTo>
                  <a:pt x="82" y="68"/>
                  <a:pt x="82" y="68"/>
                  <a:pt x="82" y="68"/>
                </a:cubicBezTo>
                <a:cubicBezTo>
                  <a:pt x="102" y="48"/>
                  <a:pt x="102" y="48"/>
                  <a:pt x="102" y="48"/>
                </a:cubicBezTo>
                <a:cubicBezTo>
                  <a:pt x="112" y="63"/>
                  <a:pt x="112" y="63"/>
                  <a:pt x="112" y="63"/>
                </a:cubicBezTo>
                <a:cubicBezTo>
                  <a:pt x="114" y="66"/>
                  <a:pt x="116" y="67"/>
                  <a:pt x="118" y="67"/>
                </a:cubicBezTo>
                <a:lnTo>
                  <a:pt x="148" y="67"/>
                </a:lnTo>
                <a:close/>
                <a:moveTo>
                  <a:pt x="158" y="84"/>
                </a:moveTo>
                <a:cubicBezTo>
                  <a:pt x="136" y="84"/>
                  <a:pt x="118" y="102"/>
                  <a:pt x="118" y="125"/>
                </a:cubicBezTo>
                <a:cubicBezTo>
                  <a:pt x="118" y="147"/>
                  <a:pt x="136" y="166"/>
                  <a:pt x="158" y="166"/>
                </a:cubicBezTo>
                <a:cubicBezTo>
                  <a:pt x="181" y="166"/>
                  <a:pt x="199" y="147"/>
                  <a:pt x="199" y="125"/>
                </a:cubicBezTo>
                <a:cubicBezTo>
                  <a:pt x="199" y="102"/>
                  <a:pt x="181" y="84"/>
                  <a:pt x="158" y="84"/>
                </a:cubicBezTo>
                <a:close/>
                <a:moveTo>
                  <a:pt x="158" y="155"/>
                </a:moveTo>
                <a:cubicBezTo>
                  <a:pt x="142" y="155"/>
                  <a:pt x="129" y="141"/>
                  <a:pt x="129" y="125"/>
                </a:cubicBezTo>
                <a:cubicBezTo>
                  <a:pt x="129" y="108"/>
                  <a:pt x="142" y="95"/>
                  <a:pt x="158" y="95"/>
                </a:cubicBezTo>
                <a:cubicBezTo>
                  <a:pt x="175" y="95"/>
                  <a:pt x="188" y="108"/>
                  <a:pt x="188" y="125"/>
                </a:cubicBezTo>
                <a:cubicBezTo>
                  <a:pt x="188" y="141"/>
                  <a:pt x="175" y="155"/>
                  <a:pt x="158" y="155"/>
                </a:cubicBezTo>
                <a:close/>
                <a:moveTo>
                  <a:pt x="41" y="84"/>
                </a:moveTo>
                <a:cubicBezTo>
                  <a:pt x="18" y="84"/>
                  <a:pt x="0" y="102"/>
                  <a:pt x="0" y="125"/>
                </a:cubicBezTo>
                <a:cubicBezTo>
                  <a:pt x="0" y="147"/>
                  <a:pt x="18" y="166"/>
                  <a:pt x="41" y="166"/>
                </a:cubicBezTo>
                <a:cubicBezTo>
                  <a:pt x="64" y="166"/>
                  <a:pt x="82" y="147"/>
                  <a:pt x="82" y="125"/>
                </a:cubicBezTo>
                <a:cubicBezTo>
                  <a:pt x="82" y="102"/>
                  <a:pt x="64" y="84"/>
                  <a:pt x="41" y="84"/>
                </a:cubicBezTo>
                <a:close/>
                <a:moveTo>
                  <a:pt x="41" y="155"/>
                </a:moveTo>
                <a:cubicBezTo>
                  <a:pt x="25" y="155"/>
                  <a:pt x="11" y="141"/>
                  <a:pt x="11" y="125"/>
                </a:cubicBezTo>
                <a:cubicBezTo>
                  <a:pt x="11" y="108"/>
                  <a:pt x="25" y="95"/>
                  <a:pt x="41" y="95"/>
                </a:cubicBezTo>
                <a:cubicBezTo>
                  <a:pt x="57" y="95"/>
                  <a:pt x="71" y="108"/>
                  <a:pt x="71" y="125"/>
                </a:cubicBezTo>
                <a:cubicBezTo>
                  <a:pt x="71" y="141"/>
                  <a:pt x="57" y="155"/>
                  <a:pt x="41" y="155"/>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25"/>
          <p:cNvSpPr>
            <a:spLocks noEditPoints="1"/>
          </p:cNvSpPr>
          <p:nvPr/>
        </p:nvSpPr>
        <p:spPr bwMode="auto">
          <a:xfrm>
            <a:off x="11571812" y="1141325"/>
            <a:ext cx="431800" cy="377825"/>
          </a:xfrm>
          <a:custGeom>
            <a:avLst/>
            <a:gdLst>
              <a:gd name="T0" fmla="*/ 214 w 219"/>
              <a:gd name="T1" fmla="*/ 154 h 191"/>
              <a:gd name="T2" fmla="*/ 158 w 219"/>
              <a:gd name="T3" fmla="*/ 124 h 191"/>
              <a:gd name="T4" fmla="*/ 62 w 219"/>
              <a:gd name="T5" fmla="*/ 141 h 191"/>
              <a:gd name="T6" fmla="*/ 64 w 219"/>
              <a:gd name="T7" fmla="*/ 88 h 191"/>
              <a:gd name="T8" fmla="*/ 69 w 219"/>
              <a:gd name="T9" fmla="*/ 119 h 191"/>
              <a:gd name="T10" fmla="*/ 102 w 219"/>
              <a:gd name="T11" fmla="*/ 114 h 191"/>
              <a:gd name="T12" fmla="*/ 102 w 219"/>
              <a:gd name="T13" fmla="*/ 31 h 191"/>
              <a:gd name="T14" fmla="*/ 102 w 219"/>
              <a:gd name="T15" fmla="*/ 31 h 191"/>
              <a:gd name="T16" fmla="*/ 83 w 219"/>
              <a:gd name="T17" fmla="*/ 12 h 191"/>
              <a:gd name="T18" fmla="*/ 63 w 219"/>
              <a:gd name="T19" fmla="*/ 31 h 191"/>
              <a:gd name="T20" fmla="*/ 51 w 219"/>
              <a:gd name="T21" fmla="*/ 31 h 191"/>
              <a:gd name="T22" fmla="*/ 83 w 219"/>
              <a:gd name="T23" fmla="*/ 0 h 191"/>
              <a:gd name="T24" fmla="*/ 114 w 219"/>
              <a:gd name="T25" fmla="*/ 31 h 191"/>
              <a:gd name="T26" fmla="*/ 114 w 219"/>
              <a:gd name="T27" fmla="*/ 31 h 191"/>
              <a:gd name="T28" fmla="*/ 114 w 219"/>
              <a:gd name="T29" fmla="*/ 51 h 191"/>
              <a:gd name="T30" fmla="*/ 182 w 219"/>
              <a:gd name="T31" fmla="*/ 51 h 191"/>
              <a:gd name="T32" fmla="*/ 182 w 219"/>
              <a:gd name="T33" fmla="*/ 31 h 191"/>
              <a:gd name="T34" fmla="*/ 182 w 219"/>
              <a:gd name="T35" fmla="*/ 31 h 191"/>
              <a:gd name="T36" fmla="*/ 163 w 219"/>
              <a:gd name="T37" fmla="*/ 12 h 191"/>
              <a:gd name="T38" fmla="*/ 143 w 219"/>
              <a:gd name="T39" fmla="*/ 31 h 191"/>
              <a:gd name="T40" fmla="*/ 131 w 219"/>
              <a:gd name="T41" fmla="*/ 31 h 191"/>
              <a:gd name="T42" fmla="*/ 163 w 219"/>
              <a:gd name="T43" fmla="*/ 0 h 191"/>
              <a:gd name="T44" fmla="*/ 194 w 219"/>
              <a:gd name="T45" fmla="*/ 31 h 191"/>
              <a:gd name="T46" fmla="*/ 194 w 219"/>
              <a:gd name="T47" fmla="*/ 31 h 191"/>
              <a:gd name="T48" fmla="*/ 194 w 219"/>
              <a:gd name="T49" fmla="*/ 108 h 191"/>
              <a:gd name="T50" fmla="*/ 214 w 219"/>
              <a:gd name="T51" fmla="*/ 154 h 191"/>
              <a:gd name="T52" fmla="*/ 182 w 219"/>
              <a:gd name="T53" fmla="*/ 59 h 191"/>
              <a:gd name="T54" fmla="*/ 114 w 219"/>
              <a:gd name="T55" fmla="*/ 59 h 191"/>
              <a:gd name="T56" fmla="*/ 114 w 219"/>
              <a:gd name="T57" fmla="*/ 83 h 191"/>
              <a:gd name="T58" fmla="*/ 182 w 219"/>
              <a:gd name="T59" fmla="*/ 83 h 191"/>
              <a:gd name="T60" fmla="*/ 182 w 219"/>
              <a:gd name="T61" fmla="*/ 59 h 191"/>
              <a:gd name="T62" fmla="*/ 182 w 219"/>
              <a:gd name="T63" fmla="*/ 91 h 191"/>
              <a:gd name="T64" fmla="*/ 114 w 219"/>
              <a:gd name="T65" fmla="*/ 91 h 191"/>
              <a:gd name="T66" fmla="*/ 114 w 219"/>
              <a:gd name="T67" fmla="*/ 111 h 191"/>
              <a:gd name="T68" fmla="*/ 149 w 219"/>
              <a:gd name="T69" fmla="*/ 104 h 191"/>
              <a:gd name="T70" fmla="*/ 182 w 219"/>
              <a:gd name="T71" fmla="*/ 103 h 191"/>
              <a:gd name="T72" fmla="*/ 182 w 219"/>
              <a:gd name="T73" fmla="*/ 91 h 191"/>
              <a:gd name="T74" fmla="*/ 163 w 219"/>
              <a:gd name="T75" fmla="*/ 137 h 191"/>
              <a:gd name="T76" fmla="*/ 184 w 219"/>
              <a:gd name="T77" fmla="*/ 190 h 191"/>
              <a:gd name="T78" fmla="*/ 178 w 219"/>
              <a:gd name="T79" fmla="*/ 155 h 191"/>
              <a:gd name="T80" fmla="*/ 76 w 219"/>
              <a:gd name="T81" fmla="*/ 178 h 191"/>
              <a:gd name="T82" fmla="*/ 19 w 219"/>
              <a:gd name="T83" fmla="*/ 123 h 191"/>
              <a:gd name="T84" fmla="*/ 163 w 219"/>
              <a:gd name="T85" fmla="*/ 137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9" h="191">
                <a:moveTo>
                  <a:pt x="214" y="154"/>
                </a:moveTo>
                <a:cubicBezTo>
                  <a:pt x="214" y="154"/>
                  <a:pt x="201" y="115"/>
                  <a:pt x="158" y="124"/>
                </a:cubicBezTo>
                <a:cubicBezTo>
                  <a:pt x="112" y="134"/>
                  <a:pt x="90" y="145"/>
                  <a:pt x="62" y="141"/>
                </a:cubicBezTo>
                <a:cubicBezTo>
                  <a:pt x="0" y="131"/>
                  <a:pt x="43" y="78"/>
                  <a:pt x="64" y="88"/>
                </a:cubicBezTo>
                <a:cubicBezTo>
                  <a:pt x="52" y="90"/>
                  <a:pt x="34" y="117"/>
                  <a:pt x="69" y="119"/>
                </a:cubicBezTo>
                <a:cubicBezTo>
                  <a:pt x="77" y="120"/>
                  <a:pt x="87" y="118"/>
                  <a:pt x="102" y="114"/>
                </a:cubicBezTo>
                <a:cubicBezTo>
                  <a:pt x="102" y="31"/>
                  <a:pt x="102" y="31"/>
                  <a:pt x="102" y="31"/>
                </a:cubicBezTo>
                <a:cubicBezTo>
                  <a:pt x="102" y="31"/>
                  <a:pt x="102" y="31"/>
                  <a:pt x="102" y="31"/>
                </a:cubicBezTo>
                <a:cubicBezTo>
                  <a:pt x="102" y="20"/>
                  <a:pt x="93" y="12"/>
                  <a:pt x="83" y="12"/>
                </a:cubicBezTo>
                <a:cubicBezTo>
                  <a:pt x="72" y="12"/>
                  <a:pt x="63" y="20"/>
                  <a:pt x="63" y="31"/>
                </a:cubicBezTo>
                <a:cubicBezTo>
                  <a:pt x="51" y="31"/>
                  <a:pt x="51" y="31"/>
                  <a:pt x="51" y="31"/>
                </a:cubicBezTo>
                <a:cubicBezTo>
                  <a:pt x="51" y="14"/>
                  <a:pt x="65" y="0"/>
                  <a:pt x="83" y="0"/>
                </a:cubicBezTo>
                <a:cubicBezTo>
                  <a:pt x="100" y="0"/>
                  <a:pt x="114" y="14"/>
                  <a:pt x="114" y="31"/>
                </a:cubicBezTo>
                <a:cubicBezTo>
                  <a:pt x="114" y="31"/>
                  <a:pt x="114" y="31"/>
                  <a:pt x="114" y="31"/>
                </a:cubicBezTo>
                <a:cubicBezTo>
                  <a:pt x="114" y="51"/>
                  <a:pt x="114" y="51"/>
                  <a:pt x="114" y="51"/>
                </a:cubicBezTo>
                <a:cubicBezTo>
                  <a:pt x="182" y="51"/>
                  <a:pt x="182" y="51"/>
                  <a:pt x="182" y="51"/>
                </a:cubicBezTo>
                <a:cubicBezTo>
                  <a:pt x="182" y="31"/>
                  <a:pt x="182" y="31"/>
                  <a:pt x="182" y="31"/>
                </a:cubicBezTo>
                <a:cubicBezTo>
                  <a:pt x="182" y="31"/>
                  <a:pt x="182" y="31"/>
                  <a:pt x="182" y="31"/>
                </a:cubicBezTo>
                <a:cubicBezTo>
                  <a:pt x="182" y="20"/>
                  <a:pt x="173" y="12"/>
                  <a:pt x="163" y="12"/>
                </a:cubicBezTo>
                <a:cubicBezTo>
                  <a:pt x="152" y="12"/>
                  <a:pt x="143" y="20"/>
                  <a:pt x="143" y="31"/>
                </a:cubicBezTo>
                <a:cubicBezTo>
                  <a:pt x="131" y="31"/>
                  <a:pt x="131" y="31"/>
                  <a:pt x="131" y="31"/>
                </a:cubicBezTo>
                <a:cubicBezTo>
                  <a:pt x="131" y="14"/>
                  <a:pt x="145" y="0"/>
                  <a:pt x="163" y="0"/>
                </a:cubicBezTo>
                <a:cubicBezTo>
                  <a:pt x="180" y="0"/>
                  <a:pt x="194" y="14"/>
                  <a:pt x="194" y="31"/>
                </a:cubicBezTo>
                <a:cubicBezTo>
                  <a:pt x="194" y="31"/>
                  <a:pt x="194" y="31"/>
                  <a:pt x="194" y="31"/>
                </a:cubicBezTo>
                <a:cubicBezTo>
                  <a:pt x="194" y="108"/>
                  <a:pt x="194" y="108"/>
                  <a:pt x="194" y="108"/>
                </a:cubicBezTo>
                <a:cubicBezTo>
                  <a:pt x="219" y="121"/>
                  <a:pt x="214" y="154"/>
                  <a:pt x="214" y="154"/>
                </a:cubicBezTo>
                <a:close/>
                <a:moveTo>
                  <a:pt x="182" y="59"/>
                </a:moveTo>
                <a:cubicBezTo>
                  <a:pt x="114" y="59"/>
                  <a:pt x="114" y="59"/>
                  <a:pt x="114" y="59"/>
                </a:cubicBezTo>
                <a:cubicBezTo>
                  <a:pt x="114" y="83"/>
                  <a:pt x="114" y="83"/>
                  <a:pt x="114" y="83"/>
                </a:cubicBezTo>
                <a:cubicBezTo>
                  <a:pt x="182" y="83"/>
                  <a:pt x="182" y="83"/>
                  <a:pt x="182" y="83"/>
                </a:cubicBezTo>
                <a:lnTo>
                  <a:pt x="182" y="59"/>
                </a:lnTo>
                <a:close/>
                <a:moveTo>
                  <a:pt x="182" y="91"/>
                </a:moveTo>
                <a:cubicBezTo>
                  <a:pt x="114" y="91"/>
                  <a:pt x="114" y="91"/>
                  <a:pt x="114" y="91"/>
                </a:cubicBezTo>
                <a:cubicBezTo>
                  <a:pt x="114" y="111"/>
                  <a:pt x="114" y="111"/>
                  <a:pt x="114" y="111"/>
                </a:cubicBezTo>
                <a:cubicBezTo>
                  <a:pt x="124" y="109"/>
                  <a:pt x="136" y="106"/>
                  <a:pt x="149" y="104"/>
                </a:cubicBezTo>
                <a:cubicBezTo>
                  <a:pt x="163" y="101"/>
                  <a:pt x="174" y="101"/>
                  <a:pt x="182" y="103"/>
                </a:cubicBezTo>
                <a:lnTo>
                  <a:pt x="182" y="91"/>
                </a:lnTo>
                <a:close/>
                <a:moveTo>
                  <a:pt x="163" y="137"/>
                </a:moveTo>
                <a:cubicBezTo>
                  <a:pt x="217" y="121"/>
                  <a:pt x="201" y="191"/>
                  <a:pt x="184" y="190"/>
                </a:cubicBezTo>
                <a:cubicBezTo>
                  <a:pt x="194" y="174"/>
                  <a:pt x="188" y="159"/>
                  <a:pt x="178" y="155"/>
                </a:cubicBezTo>
                <a:cubicBezTo>
                  <a:pt x="169" y="151"/>
                  <a:pt x="141" y="178"/>
                  <a:pt x="76" y="178"/>
                </a:cubicBezTo>
                <a:cubicBezTo>
                  <a:pt x="11" y="178"/>
                  <a:pt x="19" y="123"/>
                  <a:pt x="19" y="123"/>
                </a:cubicBezTo>
                <a:cubicBezTo>
                  <a:pt x="19" y="123"/>
                  <a:pt x="30" y="179"/>
                  <a:pt x="163" y="137"/>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26"/>
          <p:cNvSpPr>
            <a:spLocks noEditPoints="1"/>
          </p:cNvSpPr>
          <p:nvPr/>
        </p:nvSpPr>
        <p:spPr bwMode="auto">
          <a:xfrm>
            <a:off x="8714312" y="1589000"/>
            <a:ext cx="333375" cy="438150"/>
          </a:xfrm>
          <a:custGeom>
            <a:avLst/>
            <a:gdLst>
              <a:gd name="T0" fmla="*/ 111 w 169"/>
              <a:gd name="T1" fmla="*/ 222 h 222"/>
              <a:gd name="T2" fmla="*/ 84 w 169"/>
              <a:gd name="T3" fmla="*/ 212 h 222"/>
              <a:gd name="T4" fmla="*/ 58 w 169"/>
              <a:gd name="T5" fmla="*/ 222 h 222"/>
              <a:gd name="T6" fmla="*/ 0 w 169"/>
              <a:gd name="T7" fmla="*/ 148 h 222"/>
              <a:gd name="T8" fmla="*/ 84 w 169"/>
              <a:gd name="T9" fmla="*/ 84 h 222"/>
              <a:gd name="T10" fmla="*/ 169 w 169"/>
              <a:gd name="T11" fmla="*/ 148 h 222"/>
              <a:gd name="T12" fmla="*/ 111 w 169"/>
              <a:gd name="T13" fmla="*/ 222 h 222"/>
              <a:gd name="T14" fmla="*/ 23 w 169"/>
              <a:gd name="T15" fmla="*/ 107 h 222"/>
              <a:gd name="T16" fmla="*/ 32 w 169"/>
              <a:gd name="T17" fmla="*/ 186 h 222"/>
              <a:gd name="T18" fmla="*/ 67 w 169"/>
              <a:gd name="T19" fmla="*/ 90 h 222"/>
              <a:gd name="T20" fmla="*/ 23 w 169"/>
              <a:gd name="T21" fmla="*/ 107 h 222"/>
              <a:gd name="T22" fmla="*/ 116 w 169"/>
              <a:gd name="T23" fmla="*/ 36 h 222"/>
              <a:gd name="T24" fmla="*/ 88 w 169"/>
              <a:gd name="T25" fmla="*/ 74 h 222"/>
              <a:gd name="T26" fmla="*/ 81 w 169"/>
              <a:gd name="T27" fmla="*/ 74 h 222"/>
              <a:gd name="T28" fmla="*/ 105 w 169"/>
              <a:gd name="T29" fmla="*/ 22 h 222"/>
              <a:gd name="T30" fmla="*/ 116 w 169"/>
              <a:gd name="T31" fmla="*/ 36 h 222"/>
              <a:gd name="T32" fmla="*/ 19 w 169"/>
              <a:gd name="T33" fmla="*/ 37 h 222"/>
              <a:gd name="T34" fmla="*/ 68 w 169"/>
              <a:gd name="T35" fmla="*/ 53 h 222"/>
              <a:gd name="T36" fmla="*/ 41 w 169"/>
              <a:gd name="T37" fmla="*/ 60 h 222"/>
              <a:gd name="T38" fmla="*/ 7 w 169"/>
              <a:gd name="T39" fmla="*/ 36 h 222"/>
              <a:gd name="T40" fmla="*/ 73 w 169"/>
              <a:gd name="T41" fmla="*/ 46 h 222"/>
              <a:gd name="T42" fmla="*/ 73 w 169"/>
              <a:gd name="T43" fmla="*/ 46 h 222"/>
              <a:gd name="T44" fmla="*/ 19 w 169"/>
              <a:gd name="T45" fmla="*/ 37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 h="222">
                <a:moveTo>
                  <a:pt x="111" y="222"/>
                </a:moveTo>
                <a:cubicBezTo>
                  <a:pt x="99" y="222"/>
                  <a:pt x="96" y="212"/>
                  <a:pt x="84" y="212"/>
                </a:cubicBezTo>
                <a:cubicBezTo>
                  <a:pt x="73" y="212"/>
                  <a:pt x="70" y="222"/>
                  <a:pt x="58" y="222"/>
                </a:cubicBezTo>
                <a:cubicBezTo>
                  <a:pt x="45" y="222"/>
                  <a:pt x="0" y="201"/>
                  <a:pt x="0" y="148"/>
                </a:cubicBezTo>
                <a:cubicBezTo>
                  <a:pt x="0" y="36"/>
                  <a:pt x="79" y="82"/>
                  <a:pt x="84" y="84"/>
                </a:cubicBezTo>
                <a:cubicBezTo>
                  <a:pt x="89" y="82"/>
                  <a:pt x="169" y="36"/>
                  <a:pt x="169" y="148"/>
                </a:cubicBezTo>
                <a:cubicBezTo>
                  <a:pt x="169" y="201"/>
                  <a:pt x="124" y="222"/>
                  <a:pt x="111" y="222"/>
                </a:cubicBezTo>
                <a:close/>
                <a:moveTo>
                  <a:pt x="23" y="107"/>
                </a:moveTo>
                <a:cubicBezTo>
                  <a:pt x="4" y="145"/>
                  <a:pt x="35" y="190"/>
                  <a:pt x="32" y="186"/>
                </a:cubicBezTo>
                <a:cubicBezTo>
                  <a:pt x="18" y="90"/>
                  <a:pt x="67" y="90"/>
                  <a:pt x="67" y="90"/>
                </a:cubicBezTo>
                <a:cubicBezTo>
                  <a:pt x="67" y="90"/>
                  <a:pt x="43" y="68"/>
                  <a:pt x="23" y="107"/>
                </a:cubicBezTo>
                <a:close/>
                <a:moveTo>
                  <a:pt x="116" y="36"/>
                </a:moveTo>
                <a:cubicBezTo>
                  <a:pt x="93" y="33"/>
                  <a:pt x="88" y="74"/>
                  <a:pt x="88" y="74"/>
                </a:cubicBezTo>
                <a:cubicBezTo>
                  <a:pt x="81" y="74"/>
                  <a:pt x="81" y="74"/>
                  <a:pt x="81" y="74"/>
                </a:cubicBezTo>
                <a:cubicBezTo>
                  <a:pt x="81" y="74"/>
                  <a:pt x="71" y="38"/>
                  <a:pt x="105" y="22"/>
                </a:cubicBezTo>
                <a:cubicBezTo>
                  <a:pt x="104" y="21"/>
                  <a:pt x="120" y="39"/>
                  <a:pt x="116" y="36"/>
                </a:cubicBezTo>
                <a:close/>
                <a:moveTo>
                  <a:pt x="19" y="37"/>
                </a:moveTo>
                <a:cubicBezTo>
                  <a:pt x="19" y="37"/>
                  <a:pt x="49" y="42"/>
                  <a:pt x="68" y="53"/>
                </a:cubicBezTo>
                <a:cubicBezTo>
                  <a:pt x="64" y="58"/>
                  <a:pt x="55" y="62"/>
                  <a:pt x="41" y="60"/>
                </a:cubicBezTo>
                <a:cubicBezTo>
                  <a:pt x="12" y="58"/>
                  <a:pt x="9" y="40"/>
                  <a:pt x="7" y="36"/>
                </a:cubicBezTo>
                <a:cubicBezTo>
                  <a:pt x="54" y="0"/>
                  <a:pt x="73" y="46"/>
                  <a:pt x="73" y="46"/>
                </a:cubicBezTo>
                <a:cubicBezTo>
                  <a:pt x="73" y="46"/>
                  <a:pt x="73" y="46"/>
                  <a:pt x="73" y="46"/>
                </a:cubicBezTo>
                <a:cubicBezTo>
                  <a:pt x="44" y="32"/>
                  <a:pt x="19" y="37"/>
                  <a:pt x="19" y="37"/>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7"/>
          <p:cNvSpPr>
            <a:spLocks noEditPoints="1"/>
          </p:cNvSpPr>
          <p:nvPr/>
        </p:nvSpPr>
        <p:spPr bwMode="auto">
          <a:xfrm>
            <a:off x="9182624" y="1628688"/>
            <a:ext cx="365125" cy="395288"/>
          </a:xfrm>
          <a:custGeom>
            <a:avLst/>
            <a:gdLst>
              <a:gd name="T0" fmla="*/ 137 w 185"/>
              <a:gd name="T1" fmla="*/ 200 h 200"/>
              <a:gd name="T2" fmla="*/ 132 w 185"/>
              <a:gd name="T3" fmla="*/ 104 h 200"/>
              <a:gd name="T4" fmla="*/ 124 w 185"/>
              <a:gd name="T5" fmla="*/ 93 h 200"/>
              <a:gd name="T6" fmla="*/ 147 w 185"/>
              <a:gd name="T7" fmla="*/ 84 h 200"/>
              <a:gd name="T8" fmla="*/ 140 w 185"/>
              <a:gd name="T9" fmla="*/ 93 h 200"/>
              <a:gd name="T10" fmla="*/ 166 w 185"/>
              <a:gd name="T11" fmla="*/ 113 h 200"/>
              <a:gd name="T12" fmla="*/ 185 w 185"/>
              <a:gd name="T13" fmla="*/ 113 h 200"/>
              <a:gd name="T14" fmla="*/ 185 w 185"/>
              <a:gd name="T15" fmla="*/ 152 h 200"/>
              <a:gd name="T16" fmla="*/ 97 w 185"/>
              <a:gd name="T17" fmla="*/ 152 h 200"/>
              <a:gd name="T18" fmla="*/ 177 w 185"/>
              <a:gd name="T19" fmla="*/ 152 h 200"/>
              <a:gd name="T20" fmla="*/ 140 w 185"/>
              <a:gd name="T21" fmla="*/ 160 h 200"/>
              <a:gd name="T22" fmla="*/ 133 w 185"/>
              <a:gd name="T23" fmla="*/ 165 h 200"/>
              <a:gd name="T24" fmla="*/ 128 w 185"/>
              <a:gd name="T25" fmla="*/ 152 h 200"/>
              <a:gd name="T26" fmla="*/ 133 w 185"/>
              <a:gd name="T27" fmla="*/ 125 h 200"/>
              <a:gd name="T28" fmla="*/ 140 w 185"/>
              <a:gd name="T29" fmla="*/ 144 h 200"/>
              <a:gd name="T30" fmla="*/ 140 w 185"/>
              <a:gd name="T31" fmla="*/ 160 h 200"/>
              <a:gd name="T32" fmla="*/ 80 w 185"/>
              <a:gd name="T33" fmla="*/ 124 h 200"/>
              <a:gd name="T34" fmla="*/ 30 w 185"/>
              <a:gd name="T35" fmla="*/ 136 h 200"/>
              <a:gd name="T36" fmla="*/ 30 w 185"/>
              <a:gd name="T37" fmla="*/ 124 h 200"/>
              <a:gd name="T38" fmla="*/ 30 w 185"/>
              <a:gd name="T39" fmla="*/ 116 h 200"/>
              <a:gd name="T40" fmla="*/ 30 w 185"/>
              <a:gd name="T41" fmla="*/ 104 h 200"/>
              <a:gd name="T42" fmla="*/ 85 w 185"/>
              <a:gd name="T43" fmla="*/ 116 h 200"/>
              <a:gd name="T44" fmla="*/ 24 w 185"/>
              <a:gd name="T45" fmla="*/ 70 h 200"/>
              <a:gd name="T46" fmla="*/ 110 w 185"/>
              <a:gd name="T47" fmla="*/ 64 h 200"/>
              <a:gd name="T48" fmla="*/ 110 w 185"/>
              <a:gd name="T49" fmla="*/ 76 h 200"/>
              <a:gd name="T50" fmla="*/ 30 w 185"/>
              <a:gd name="T51" fmla="*/ 96 h 200"/>
              <a:gd name="T52" fmla="*/ 30 w 185"/>
              <a:gd name="T53" fmla="*/ 84 h 200"/>
              <a:gd name="T54" fmla="*/ 112 w 185"/>
              <a:gd name="T55" fmla="*/ 85 h 200"/>
              <a:gd name="T56" fmla="*/ 108 w 185"/>
              <a:gd name="T57" fmla="*/ 96 h 200"/>
              <a:gd name="T58" fmla="*/ 128 w 185"/>
              <a:gd name="T59" fmla="*/ 52 h 200"/>
              <a:gd name="T60" fmla="*/ 107 w 185"/>
              <a:gd name="T61" fmla="*/ 32 h 200"/>
              <a:gd name="T62" fmla="*/ 94 w 185"/>
              <a:gd name="T63" fmla="*/ 48 h 200"/>
              <a:gd name="T64" fmla="*/ 32 w 185"/>
              <a:gd name="T65" fmla="*/ 34 h 200"/>
              <a:gd name="T66" fmla="*/ 32 w 185"/>
              <a:gd name="T67" fmla="*/ 32 h 200"/>
              <a:gd name="T68" fmla="*/ 12 w 185"/>
              <a:gd name="T69" fmla="*/ 168 h 200"/>
              <a:gd name="T70" fmla="*/ 88 w 185"/>
              <a:gd name="T71" fmla="*/ 188 h 200"/>
              <a:gd name="T72" fmla="*/ 24 w 185"/>
              <a:gd name="T73" fmla="*/ 200 h 200"/>
              <a:gd name="T74" fmla="*/ 0 w 185"/>
              <a:gd name="T75" fmla="*/ 44 h 200"/>
              <a:gd name="T76" fmla="*/ 36 w 185"/>
              <a:gd name="T77" fmla="*/ 24 h 200"/>
              <a:gd name="T78" fmla="*/ 47 w 185"/>
              <a:gd name="T79" fmla="*/ 20 h 200"/>
              <a:gd name="T80" fmla="*/ 91 w 185"/>
              <a:gd name="T81" fmla="*/ 20 h 200"/>
              <a:gd name="T82" fmla="*/ 103 w 185"/>
              <a:gd name="T83" fmla="*/ 24 h 200"/>
              <a:gd name="T84" fmla="*/ 140 w 185"/>
              <a:gd name="T85" fmla="*/ 44 h 200"/>
              <a:gd name="T86" fmla="*/ 128 w 185"/>
              <a:gd name="T87" fmla="*/ 80 h 200"/>
              <a:gd name="T88" fmla="*/ 69 w 185"/>
              <a:gd name="T89" fmla="*/ 11 h 200"/>
              <a:gd name="T90" fmla="*/ 69 w 185"/>
              <a:gd name="T91" fmla="*/ 34 h 200"/>
              <a:gd name="T92" fmla="*/ 69 w 185"/>
              <a:gd name="T93" fmla="*/ 11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85" h="200">
                <a:moveTo>
                  <a:pt x="185" y="152"/>
                </a:moveTo>
                <a:cubicBezTo>
                  <a:pt x="185" y="179"/>
                  <a:pt x="164" y="200"/>
                  <a:pt x="137" y="200"/>
                </a:cubicBezTo>
                <a:cubicBezTo>
                  <a:pt x="110" y="200"/>
                  <a:pt x="88" y="179"/>
                  <a:pt x="88" y="152"/>
                </a:cubicBezTo>
                <a:cubicBezTo>
                  <a:pt x="88" y="127"/>
                  <a:pt x="107" y="106"/>
                  <a:pt x="132" y="104"/>
                </a:cubicBezTo>
                <a:cubicBezTo>
                  <a:pt x="132" y="93"/>
                  <a:pt x="132" y="93"/>
                  <a:pt x="132" y="93"/>
                </a:cubicBezTo>
                <a:cubicBezTo>
                  <a:pt x="124" y="93"/>
                  <a:pt x="124" y="93"/>
                  <a:pt x="124" y="93"/>
                </a:cubicBezTo>
                <a:cubicBezTo>
                  <a:pt x="124" y="84"/>
                  <a:pt x="124" y="84"/>
                  <a:pt x="124" y="84"/>
                </a:cubicBezTo>
                <a:cubicBezTo>
                  <a:pt x="147" y="84"/>
                  <a:pt x="147" y="84"/>
                  <a:pt x="147" y="84"/>
                </a:cubicBezTo>
                <a:cubicBezTo>
                  <a:pt x="147" y="93"/>
                  <a:pt x="147" y="93"/>
                  <a:pt x="147" y="93"/>
                </a:cubicBezTo>
                <a:cubicBezTo>
                  <a:pt x="140" y="93"/>
                  <a:pt x="140" y="93"/>
                  <a:pt x="140" y="93"/>
                </a:cubicBezTo>
                <a:cubicBezTo>
                  <a:pt x="140" y="104"/>
                  <a:pt x="140" y="104"/>
                  <a:pt x="140" y="104"/>
                </a:cubicBezTo>
                <a:cubicBezTo>
                  <a:pt x="150" y="104"/>
                  <a:pt x="159" y="108"/>
                  <a:pt x="166" y="113"/>
                </a:cubicBezTo>
                <a:cubicBezTo>
                  <a:pt x="176" y="104"/>
                  <a:pt x="176" y="104"/>
                  <a:pt x="176" y="104"/>
                </a:cubicBezTo>
                <a:cubicBezTo>
                  <a:pt x="185" y="113"/>
                  <a:pt x="185" y="113"/>
                  <a:pt x="185" y="113"/>
                </a:cubicBezTo>
                <a:cubicBezTo>
                  <a:pt x="176" y="123"/>
                  <a:pt x="176" y="123"/>
                  <a:pt x="176" y="123"/>
                </a:cubicBezTo>
                <a:cubicBezTo>
                  <a:pt x="182" y="131"/>
                  <a:pt x="185" y="141"/>
                  <a:pt x="185" y="152"/>
                </a:cubicBezTo>
                <a:close/>
                <a:moveTo>
                  <a:pt x="137" y="112"/>
                </a:moveTo>
                <a:cubicBezTo>
                  <a:pt x="115" y="112"/>
                  <a:pt x="97" y="130"/>
                  <a:pt x="97" y="152"/>
                </a:cubicBezTo>
                <a:cubicBezTo>
                  <a:pt x="97" y="174"/>
                  <a:pt x="115" y="192"/>
                  <a:pt x="137" y="192"/>
                </a:cubicBezTo>
                <a:cubicBezTo>
                  <a:pt x="159" y="192"/>
                  <a:pt x="177" y="174"/>
                  <a:pt x="177" y="152"/>
                </a:cubicBezTo>
                <a:cubicBezTo>
                  <a:pt x="177" y="130"/>
                  <a:pt x="159" y="112"/>
                  <a:pt x="137" y="112"/>
                </a:cubicBezTo>
                <a:close/>
                <a:moveTo>
                  <a:pt x="140" y="160"/>
                </a:moveTo>
                <a:cubicBezTo>
                  <a:pt x="140" y="165"/>
                  <a:pt x="140" y="165"/>
                  <a:pt x="140" y="165"/>
                </a:cubicBezTo>
                <a:cubicBezTo>
                  <a:pt x="133" y="165"/>
                  <a:pt x="133" y="165"/>
                  <a:pt x="133" y="165"/>
                </a:cubicBezTo>
                <a:cubicBezTo>
                  <a:pt x="133" y="160"/>
                  <a:pt x="133" y="160"/>
                  <a:pt x="133" y="160"/>
                </a:cubicBezTo>
                <a:cubicBezTo>
                  <a:pt x="130" y="158"/>
                  <a:pt x="128" y="155"/>
                  <a:pt x="128" y="152"/>
                </a:cubicBezTo>
                <a:cubicBezTo>
                  <a:pt x="128" y="149"/>
                  <a:pt x="130" y="146"/>
                  <a:pt x="133" y="144"/>
                </a:cubicBezTo>
                <a:cubicBezTo>
                  <a:pt x="133" y="125"/>
                  <a:pt x="133" y="125"/>
                  <a:pt x="133" y="125"/>
                </a:cubicBezTo>
                <a:cubicBezTo>
                  <a:pt x="140" y="125"/>
                  <a:pt x="140" y="125"/>
                  <a:pt x="140" y="125"/>
                </a:cubicBezTo>
                <a:cubicBezTo>
                  <a:pt x="140" y="144"/>
                  <a:pt x="140" y="144"/>
                  <a:pt x="140" y="144"/>
                </a:cubicBezTo>
                <a:cubicBezTo>
                  <a:pt x="143" y="146"/>
                  <a:pt x="146" y="149"/>
                  <a:pt x="146" y="152"/>
                </a:cubicBezTo>
                <a:cubicBezTo>
                  <a:pt x="146" y="155"/>
                  <a:pt x="143" y="158"/>
                  <a:pt x="140" y="160"/>
                </a:cubicBezTo>
                <a:close/>
                <a:moveTo>
                  <a:pt x="30" y="124"/>
                </a:moveTo>
                <a:cubicBezTo>
                  <a:pt x="80" y="124"/>
                  <a:pt x="80" y="124"/>
                  <a:pt x="80" y="124"/>
                </a:cubicBezTo>
                <a:cubicBezTo>
                  <a:pt x="78" y="128"/>
                  <a:pt x="77" y="132"/>
                  <a:pt x="76" y="136"/>
                </a:cubicBezTo>
                <a:cubicBezTo>
                  <a:pt x="30" y="136"/>
                  <a:pt x="30" y="136"/>
                  <a:pt x="30" y="136"/>
                </a:cubicBezTo>
                <a:cubicBezTo>
                  <a:pt x="26" y="136"/>
                  <a:pt x="24" y="134"/>
                  <a:pt x="24" y="130"/>
                </a:cubicBezTo>
                <a:cubicBezTo>
                  <a:pt x="24" y="127"/>
                  <a:pt x="26" y="124"/>
                  <a:pt x="30" y="124"/>
                </a:cubicBezTo>
                <a:close/>
                <a:moveTo>
                  <a:pt x="85" y="116"/>
                </a:moveTo>
                <a:cubicBezTo>
                  <a:pt x="30" y="116"/>
                  <a:pt x="30" y="116"/>
                  <a:pt x="30" y="116"/>
                </a:cubicBezTo>
                <a:cubicBezTo>
                  <a:pt x="26" y="116"/>
                  <a:pt x="24" y="114"/>
                  <a:pt x="24" y="110"/>
                </a:cubicBezTo>
                <a:cubicBezTo>
                  <a:pt x="24" y="107"/>
                  <a:pt x="26" y="104"/>
                  <a:pt x="30" y="104"/>
                </a:cubicBezTo>
                <a:cubicBezTo>
                  <a:pt x="96" y="104"/>
                  <a:pt x="96" y="104"/>
                  <a:pt x="96" y="104"/>
                </a:cubicBezTo>
                <a:cubicBezTo>
                  <a:pt x="92" y="108"/>
                  <a:pt x="88" y="112"/>
                  <a:pt x="85" y="116"/>
                </a:cubicBezTo>
                <a:close/>
                <a:moveTo>
                  <a:pt x="30" y="76"/>
                </a:moveTo>
                <a:cubicBezTo>
                  <a:pt x="26" y="76"/>
                  <a:pt x="24" y="74"/>
                  <a:pt x="24" y="70"/>
                </a:cubicBezTo>
                <a:cubicBezTo>
                  <a:pt x="24" y="67"/>
                  <a:pt x="26" y="64"/>
                  <a:pt x="30" y="64"/>
                </a:cubicBezTo>
                <a:cubicBezTo>
                  <a:pt x="110" y="64"/>
                  <a:pt x="110" y="64"/>
                  <a:pt x="110" y="64"/>
                </a:cubicBezTo>
                <a:cubicBezTo>
                  <a:pt x="113" y="64"/>
                  <a:pt x="116" y="67"/>
                  <a:pt x="116" y="70"/>
                </a:cubicBezTo>
                <a:cubicBezTo>
                  <a:pt x="116" y="74"/>
                  <a:pt x="113" y="76"/>
                  <a:pt x="110" y="76"/>
                </a:cubicBezTo>
                <a:lnTo>
                  <a:pt x="30" y="76"/>
                </a:lnTo>
                <a:close/>
                <a:moveTo>
                  <a:pt x="30" y="96"/>
                </a:moveTo>
                <a:cubicBezTo>
                  <a:pt x="26" y="96"/>
                  <a:pt x="24" y="94"/>
                  <a:pt x="24" y="90"/>
                </a:cubicBezTo>
                <a:cubicBezTo>
                  <a:pt x="24" y="87"/>
                  <a:pt x="26" y="84"/>
                  <a:pt x="30" y="84"/>
                </a:cubicBezTo>
                <a:cubicBezTo>
                  <a:pt x="110" y="84"/>
                  <a:pt x="110" y="84"/>
                  <a:pt x="110" y="84"/>
                </a:cubicBezTo>
                <a:cubicBezTo>
                  <a:pt x="110" y="84"/>
                  <a:pt x="111" y="85"/>
                  <a:pt x="112" y="85"/>
                </a:cubicBezTo>
                <a:cubicBezTo>
                  <a:pt x="112" y="95"/>
                  <a:pt x="112" y="95"/>
                  <a:pt x="112" y="95"/>
                </a:cubicBezTo>
                <a:cubicBezTo>
                  <a:pt x="111" y="95"/>
                  <a:pt x="110" y="96"/>
                  <a:pt x="108" y="96"/>
                </a:cubicBezTo>
                <a:lnTo>
                  <a:pt x="30" y="96"/>
                </a:lnTo>
                <a:close/>
                <a:moveTo>
                  <a:pt x="128" y="52"/>
                </a:moveTo>
                <a:cubicBezTo>
                  <a:pt x="128" y="41"/>
                  <a:pt x="119" y="32"/>
                  <a:pt x="108" y="32"/>
                </a:cubicBezTo>
                <a:cubicBezTo>
                  <a:pt x="107" y="32"/>
                  <a:pt x="107" y="32"/>
                  <a:pt x="107" y="32"/>
                </a:cubicBezTo>
                <a:cubicBezTo>
                  <a:pt x="108" y="33"/>
                  <a:pt x="108" y="34"/>
                  <a:pt x="108" y="34"/>
                </a:cubicBezTo>
                <a:cubicBezTo>
                  <a:pt x="108" y="42"/>
                  <a:pt x="101" y="48"/>
                  <a:pt x="94" y="48"/>
                </a:cubicBezTo>
                <a:cubicBezTo>
                  <a:pt x="46" y="48"/>
                  <a:pt x="46" y="48"/>
                  <a:pt x="46" y="48"/>
                </a:cubicBezTo>
                <a:cubicBezTo>
                  <a:pt x="38" y="48"/>
                  <a:pt x="32" y="42"/>
                  <a:pt x="32" y="34"/>
                </a:cubicBezTo>
                <a:cubicBezTo>
                  <a:pt x="32" y="34"/>
                  <a:pt x="32" y="33"/>
                  <a:pt x="32" y="32"/>
                </a:cubicBezTo>
                <a:cubicBezTo>
                  <a:pt x="32" y="32"/>
                  <a:pt x="32" y="32"/>
                  <a:pt x="32" y="32"/>
                </a:cubicBezTo>
                <a:cubicBezTo>
                  <a:pt x="21" y="32"/>
                  <a:pt x="12" y="41"/>
                  <a:pt x="12" y="52"/>
                </a:cubicBezTo>
                <a:cubicBezTo>
                  <a:pt x="12" y="168"/>
                  <a:pt x="12" y="168"/>
                  <a:pt x="12" y="168"/>
                </a:cubicBezTo>
                <a:cubicBezTo>
                  <a:pt x="12" y="179"/>
                  <a:pt x="21" y="188"/>
                  <a:pt x="32" y="188"/>
                </a:cubicBezTo>
                <a:cubicBezTo>
                  <a:pt x="88" y="188"/>
                  <a:pt x="88" y="188"/>
                  <a:pt x="88" y="188"/>
                </a:cubicBezTo>
                <a:cubicBezTo>
                  <a:pt x="91" y="193"/>
                  <a:pt x="96" y="197"/>
                  <a:pt x="100" y="200"/>
                </a:cubicBezTo>
                <a:cubicBezTo>
                  <a:pt x="24" y="200"/>
                  <a:pt x="24" y="200"/>
                  <a:pt x="24" y="200"/>
                </a:cubicBezTo>
                <a:cubicBezTo>
                  <a:pt x="13" y="200"/>
                  <a:pt x="0" y="191"/>
                  <a:pt x="0" y="180"/>
                </a:cubicBezTo>
                <a:cubicBezTo>
                  <a:pt x="0" y="44"/>
                  <a:pt x="0" y="44"/>
                  <a:pt x="0" y="44"/>
                </a:cubicBezTo>
                <a:cubicBezTo>
                  <a:pt x="0" y="33"/>
                  <a:pt x="13" y="24"/>
                  <a:pt x="24" y="24"/>
                </a:cubicBezTo>
                <a:cubicBezTo>
                  <a:pt x="36" y="24"/>
                  <a:pt x="36" y="24"/>
                  <a:pt x="36" y="24"/>
                </a:cubicBezTo>
                <a:cubicBezTo>
                  <a:pt x="38" y="22"/>
                  <a:pt x="42" y="20"/>
                  <a:pt x="46" y="20"/>
                </a:cubicBezTo>
                <a:cubicBezTo>
                  <a:pt x="47" y="20"/>
                  <a:pt x="47" y="20"/>
                  <a:pt x="47" y="20"/>
                </a:cubicBezTo>
                <a:cubicBezTo>
                  <a:pt x="48" y="9"/>
                  <a:pt x="58" y="0"/>
                  <a:pt x="69" y="0"/>
                </a:cubicBezTo>
                <a:cubicBezTo>
                  <a:pt x="81" y="0"/>
                  <a:pt x="90" y="9"/>
                  <a:pt x="91" y="20"/>
                </a:cubicBezTo>
                <a:cubicBezTo>
                  <a:pt x="94" y="20"/>
                  <a:pt x="94" y="20"/>
                  <a:pt x="94" y="20"/>
                </a:cubicBezTo>
                <a:cubicBezTo>
                  <a:pt x="97" y="20"/>
                  <a:pt x="101" y="22"/>
                  <a:pt x="103" y="24"/>
                </a:cubicBezTo>
                <a:cubicBezTo>
                  <a:pt x="116" y="24"/>
                  <a:pt x="116" y="24"/>
                  <a:pt x="116" y="24"/>
                </a:cubicBezTo>
                <a:cubicBezTo>
                  <a:pt x="127" y="24"/>
                  <a:pt x="140" y="33"/>
                  <a:pt x="140" y="44"/>
                </a:cubicBezTo>
                <a:cubicBezTo>
                  <a:pt x="140" y="80"/>
                  <a:pt x="140" y="80"/>
                  <a:pt x="140" y="80"/>
                </a:cubicBezTo>
                <a:cubicBezTo>
                  <a:pt x="128" y="80"/>
                  <a:pt x="128" y="80"/>
                  <a:pt x="128" y="80"/>
                </a:cubicBezTo>
                <a:lnTo>
                  <a:pt x="128" y="52"/>
                </a:lnTo>
                <a:close/>
                <a:moveTo>
                  <a:pt x="69" y="11"/>
                </a:moveTo>
                <a:cubicBezTo>
                  <a:pt x="63" y="11"/>
                  <a:pt x="58" y="16"/>
                  <a:pt x="58" y="23"/>
                </a:cubicBezTo>
                <a:cubicBezTo>
                  <a:pt x="58" y="29"/>
                  <a:pt x="63" y="34"/>
                  <a:pt x="69" y="34"/>
                </a:cubicBezTo>
                <a:cubicBezTo>
                  <a:pt x="76" y="34"/>
                  <a:pt x="81" y="29"/>
                  <a:pt x="81" y="23"/>
                </a:cubicBezTo>
                <a:cubicBezTo>
                  <a:pt x="81" y="16"/>
                  <a:pt x="76" y="11"/>
                  <a:pt x="69" y="11"/>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28"/>
          <p:cNvSpPr>
            <a:spLocks noEditPoints="1"/>
          </p:cNvSpPr>
          <p:nvPr/>
        </p:nvSpPr>
        <p:spPr bwMode="auto">
          <a:xfrm>
            <a:off x="9676337" y="1662025"/>
            <a:ext cx="350838" cy="336550"/>
          </a:xfrm>
          <a:custGeom>
            <a:avLst/>
            <a:gdLst>
              <a:gd name="T0" fmla="*/ 4 w 177"/>
              <a:gd name="T1" fmla="*/ 141 h 170"/>
              <a:gd name="T2" fmla="*/ 4 w 177"/>
              <a:gd name="T3" fmla="*/ 131 h 170"/>
              <a:gd name="T4" fmla="*/ 51 w 177"/>
              <a:gd name="T5" fmla="*/ 159 h 170"/>
              <a:gd name="T6" fmla="*/ 106 w 177"/>
              <a:gd name="T7" fmla="*/ 131 h 170"/>
              <a:gd name="T8" fmla="*/ 18 w 177"/>
              <a:gd name="T9" fmla="*/ 127 h 170"/>
              <a:gd name="T10" fmla="*/ 12 w 177"/>
              <a:gd name="T11" fmla="*/ 103 h 170"/>
              <a:gd name="T12" fmla="*/ 12 w 177"/>
              <a:gd name="T13" fmla="*/ 127 h 170"/>
              <a:gd name="T14" fmla="*/ 3 w 177"/>
              <a:gd name="T15" fmla="*/ 90 h 170"/>
              <a:gd name="T16" fmla="*/ 46 w 177"/>
              <a:gd name="T17" fmla="*/ 99 h 170"/>
              <a:gd name="T18" fmla="*/ 58 w 177"/>
              <a:gd name="T19" fmla="*/ 83 h 170"/>
              <a:gd name="T20" fmla="*/ 3 w 177"/>
              <a:gd name="T21" fmla="*/ 90 h 170"/>
              <a:gd name="T22" fmla="*/ 3 w 177"/>
              <a:gd name="T23" fmla="*/ 62 h 170"/>
              <a:gd name="T24" fmla="*/ 14 w 177"/>
              <a:gd name="T25" fmla="*/ 79 h 170"/>
              <a:gd name="T26" fmla="*/ 16 w 177"/>
              <a:gd name="T27" fmla="*/ 41 h 170"/>
              <a:gd name="T28" fmla="*/ 123 w 177"/>
              <a:gd name="T29" fmla="*/ 22 h 170"/>
              <a:gd name="T30" fmla="*/ 61 w 177"/>
              <a:gd name="T31" fmla="*/ 21 h 170"/>
              <a:gd name="T32" fmla="*/ 123 w 177"/>
              <a:gd name="T33" fmla="*/ 22 h 170"/>
              <a:gd name="T34" fmla="*/ 177 w 177"/>
              <a:gd name="T35" fmla="*/ 131 h 170"/>
              <a:gd name="T36" fmla="*/ 176 w 177"/>
              <a:gd name="T37" fmla="*/ 136 h 170"/>
              <a:gd name="T38" fmla="*/ 102 w 177"/>
              <a:gd name="T39" fmla="*/ 127 h 170"/>
              <a:gd name="T40" fmla="*/ 83 w 177"/>
              <a:gd name="T41" fmla="*/ 127 h 170"/>
              <a:gd name="T42" fmla="*/ 127 w 177"/>
              <a:gd name="T43" fmla="*/ 83 h 170"/>
              <a:gd name="T44" fmla="*/ 140 w 177"/>
              <a:gd name="T45" fmla="*/ 99 h 170"/>
              <a:gd name="T46" fmla="*/ 177 w 177"/>
              <a:gd name="T47" fmla="*/ 90 h 170"/>
              <a:gd name="T48" fmla="*/ 177 w 177"/>
              <a:gd name="T49" fmla="*/ 62 h 170"/>
              <a:gd name="T50" fmla="*/ 167 w 177"/>
              <a:gd name="T51" fmla="*/ 43 h 170"/>
              <a:gd name="T52" fmla="*/ 166 w 177"/>
              <a:gd name="T53" fmla="*/ 79 h 170"/>
              <a:gd name="T54" fmla="*/ 177 w 177"/>
              <a:gd name="T55" fmla="*/ 62 h 170"/>
              <a:gd name="T56" fmla="*/ 143 w 177"/>
              <a:gd name="T57" fmla="*/ 103 h 170"/>
              <a:gd name="T58" fmla="*/ 177 w 177"/>
              <a:gd name="T59" fmla="*/ 115 h 170"/>
              <a:gd name="T60" fmla="*/ 177 w 177"/>
              <a:gd name="T61" fmla="*/ 18 h 170"/>
              <a:gd name="T62" fmla="*/ 93 w 177"/>
              <a:gd name="T63" fmla="*/ 64 h 170"/>
              <a:gd name="T64" fmla="*/ 8 w 177"/>
              <a:gd name="T65" fmla="*/ 18 h 170"/>
              <a:gd name="T66" fmla="*/ 8 w 177"/>
              <a:gd name="T67" fmla="*/ 151 h 170"/>
              <a:gd name="T68" fmla="*/ 93 w 177"/>
              <a:gd name="T69" fmla="*/ 106 h 170"/>
              <a:gd name="T70" fmla="*/ 177 w 177"/>
              <a:gd name="T71" fmla="*/ 151 h 170"/>
              <a:gd name="T72" fmla="*/ 177 w 177"/>
              <a:gd name="T73" fmla="*/ 1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7" h="170">
                <a:moveTo>
                  <a:pt x="4" y="131"/>
                </a:moveTo>
                <a:cubicBezTo>
                  <a:pt x="4" y="134"/>
                  <a:pt x="4" y="137"/>
                  <a:pt x="4" y="141"/>
                </a:cubicBezTo>
                <a:cubicBezTo>
                  <a:pt x="14" y="131"/>
                  <a:pt x="14" y="131"/>
                  <a:pt x="14" y="131"/>
                </a:cubicBezTo>
                <a:lnTo>
                  <a:pt x="4" y="131"/>
                </a:lnTo>
                <a:close/>
                <a:moveTo>
                  <a:pt x="79" y="131"/>
                </a:moveTo>
                <a:cubicBezTo>
                  <a:pt x="51" y="159"/>
                  <a:pt x="51" y="159"/>
                  <a:pt x="51" y="159"/>
                </a:cubicBezTo>
                <a:cubicBezTo>
                  <a:pt x="135" y="159"/>
                  <a:pt x="135" y="159"/>
                  <a:pt x="135" y="159"/>
                </a:cubicBezTo>
                <a:cubicBezTo>
                  <a:pt x="106" y="131"/>
                  <a:pt x="106" y="131"/>
                  <a:pt x="106" y="131"/>
                </a:cubicBezTo>
                <a:lnTo>
                  <a:pt x="79" y="131"/>
                </a:lnTo>
                <a:close/>
                <a:moveTo>
                  <a:pt x="18" y="127"/>
                </a:moveTo>
                <a:cubicBezTo>
                  <a:pt x="42" y="103"/>
                  <a:pt x="42" y="103"/>
                  <a:pt x="42" y="103"/>
                </a:cubicBezTo>
                <a:cubicBezTo>
                  <a:pt x="12" y="103"/>
                  <a:pt x="12" y="103"/>
                  <a:pt x="12" y="103"/>
                </a:cubicBezTo>
                <a:cubicBezTo>
                  <a:pt x="5" y="103"/>
                  <a:pt x="0" y="108"/>
                  <a:pt x="0" y="115"/>
                </a:cubicBezTo>
                <a:cubicBezTo>
                  <a:pt x="0" y="122"/>
                  <a:pt x="5" y="127"/>
                  <a:pt x="12" y="127"/>
                </a:cubicBezTo>
                <a:lnTo>
                  <a:pt x="18" y="127"/>
                </a:lnTo>
                <a:close/>
                <a:moveTo>
                  <a:pt x="3" y="90"/>
                </a:moveTo>
                <a:cubicBezTo>
                  <a:pt x="3" y="94"/>
                  <a:pt x="6" y="99"/>
                  <a:pt x="10" y="99"/>
                </a:cubicBezTo>
                <a:cubicBezTo>
                  <a:pt x="46" y="99"/>
                  <a:pt x="46" y="99"/>
                  <a:pt x="46" y="99"/>
                </a:cubicBezTo>
                <a:cubicBezTo>
                  <a:pt x="60" y="85"/>
                  <a:pt x="60" y="85"/>
                  <a:pt x="60" y="85"/>
                </a:cubicBezTo>
                <a:cubicBezTo>
                  <a:pt x="58" y="83"/>
                  <a:pt x="58" y="83"/>
                  <a:pt x="58" y="83"/>
                </a:cubicBezTo>
                <a:cubicBezTo>
                  <a:pt x="10" y="83"/>
                  <a:pt x="10" y="83"/>
                  <a:pt x="10" y="83"/>
                </a:cubicBezTo>
                <a:cubicBezTo>
                  <a:pt x="6" y="83"/>
                  <a:pt x="3" y="86"/>
                  <a:pt x="3" y="90"/>
                </a:cubicBezTo>
                <a:close/>
                <a:moveTo>
                  <a:pt x="3" y="62"/>
                </a:moveTo>
                <a:cubicBezTo>
                  <a:pt x="3" y="62"/>
                  <a:pt x="3" y="62"/>
                  <a:pt x="3" y="62"/>
                </a:cubicBezTo>
                <a:cubicBezTo>
                  <a:pt x="3" y="69"/>
                  <a:pt x="3" y="69"/>
                  <a:pt x="3" y="69"/>
                </a:cubicBezTo>
                <a:cubicBezTo>
                  <a:pt x="3" y="75"/>
                  <a:pt x="8" y="79"/>
                  <a:pt x="14" y="79"/>
                </a:cubicBezTo>
                <a:cubicBezTo>
                  <a:pt x="55" y="79"/>
                  <a:pt x="55" y="79"/>
                  <a:pt x="55" y="79"/>
                </a:cubicBezTo>
                <a:cubicBezTo>
                  <a:pt x="16" y="41"/>
                  <a:pt x="16" y="41"/>
                  <a:pt x="16" y="41"/>
                </a:cubicBezTo>
                <a:cubicBezTo>
                  <a:pt x="9" y="47"/>
                  <a:pt x="4" y="54"/>
                  <a:pt x="3" y="62"/>
                </a:cubicBezTo>
                <a:close/>
                <a:moveTo>
                  <a:pt x="123" y="22"/>
                </a:moveTo>
                <a:cubicBezTo>
                  <a:pt x="113" y="20"/>
                  <a:pt x="102" y="18"/>
                  <a:pt x="90" y="18"/>
                </a:cubicBezTo>
                <a:cubicBezTo>
                  <a:pt x="80" y="18"/>
                  <a:pt x="70" y="19"/>
                  <a:pt x="61" y="21"/>
                </a:cubicBezTo>
                <a:cubicBezTo>
                  <a:pt x="93" y="52"/>
                  <a:pt x="93" y="52"/>
                  <a:pt x="93" y="52"/>
                </a:cubicBezTo>
                <a:lnTo>
                  <a:pt x="123" y="22"/>
                </a:lnTo>
                <a:close/>
                <a:moveTo>
                  <a:pt x="176" y="136"/>
                </a:moveTo>
                <a:cubicBezTo>
                  <a:pt x="177" y="134"/>
                  <a:pt x="177" y="133"/>
                  <a:pt x="177" y="131"/>
                </a:cubicBezTo>
                <a:cubicBezTo>
                  <a:pt x="171" y="131"/>
                  <a:pt x="171" y="131"/>
                  <a:pt x="171" y="131"/>
                </a:cubicBezTo>
                <a:lnTo>
                  <a:pt x="176" y="136"/>
                </a:lnTo>
                <a:close/>
                <a:moveTo>
                  <a:pt x="83" y="127"/>
                </a:moveTo>
                <a:cubicBezTo>
                  <a:pt x="102" y="127"/>
                  <a:pt x="102" y="127"/>
                  <a:pt x="102" y="127"/>
                </a:cubicBezTo>
                <a:cubicBezTo>
                  <a:pt x="93" y="117"/>
                  <a:pt x="93" y="117"/>
                  <a:pt x="93" y="117"/>
                </a:cubicBezTo>
                <a:lnTo>
                  <a:pt x="83" y="127"/>
                </a:lnTo>
                <a:close/>
                <a:moveTo>
                  <a:pt x="170" y="83"/>
                </a:moveTo>
                <a:cubicBezTo>
                  <a:pt x="127" y="83"/>
                  <a:pt x="127" y="83"/>
                  <a:pt x="127" y="83"/>
                </a:cubicBezTo>
                <a:cubicBezTo>
                  <a:pt x="125" y="85"/>
                  <a:pt x="125" y="85"/>
                  <a:pt x="125" y="85"/>
                </a:cubicBezTo>
                <a:cubicBezTo>
                  <a:pt x="140" y="99"/>
                  <a:pt x="140" y="99"/>
                  <a:pt x="140" y="99"/>
                </a:cubicBezTo>
                <a:cubicBezTo>
                  <a:pt x="170" y="99"/>
                  <a:pt x="170" y="99"/>
                  <a:pt x="170" y="99"/>
                </a:cubicBezTo>
                <a:cubicBezTo>
                  <a:pt x="174" y="99"/>
                  <a:pt x="177" y="94"/>
                  <a:pt x="177" y="90"/>
                </a:cubicBezTo>
                <a:cubicBezTo>
                  <a:pt x="177" y="86"/>
                  <a:pt x="174" y="83"/>
                  <a:pt x="170" y="83"/>
                </a:cubicBezTo>
                <a:close/>
                <a:moveTo>
                  <a:pt x="177" y="62"/>
                </a:moveTo>
                <a:cubicBezTo>
                  <a:pt x="177" y="62"/>
                  <a:pt x="177" y="62"/>
                  <a:pt x="177" y="62"/>
                </a:cubicBezTo>
                <a:cubicBezTo>
                  <a:pt x="176" y="55"/>
                  <a:pt x="172" y="49"/>
                  <a:pt x="167" y="43"/>
                </a:cubicBezTo>
                <a:cubicBezTo>
                  <a:pt x="131" y="79"/>
                  <a:pt x="131" y="79"/>
                  <a:pt x="131" y="79"/>
                </a:cubicBezTo>
                <a:cubicBezTo>
                  <a:pt x="166" y="79"/>
                  <a:pt x="166" y="79"/>
                  <a:pt x="166" y="79"/>
                </a:cubicBezTo>
                <a:cubicBezTo>
                  <a:pt x="172" y="79"/>
                  <a:pt x="177" y="75"/>
                  <a:pt x="177" y="69"/>
                </a:cubicBezTo>
                <a:lnTo>
                  <a:pt x="177" y="62"/>
                </a:lnTo>
                <a:close/>
                <a:moveTo>
                  <a:pt x="164" y="103"/>
                </a:moveTo>
                <a:cubicBezTo>
                  <a:pt x="143" y="103"/>
                  <a:pt x="143" y="103"/>
                  <a:pt x="143" y="103"/>
                </a:cubicBezTo>
                <a:cubicBezTo>
                  <a:pt x="167" y="127"/>
                  <a:pt x="167" y="127"/>
                  <a:pt x="167" y="127"/>
                </a:cubicBezTo>
                <a:cubicBezTo>
                  <a:pt x="173" y="126"/>
                  <a:pt x="177" y="121"/>
                  <a:pt x="177" y="115"/>
                </a:cubicBezTo>
                <a:cubicBezTo>
                  <a:pt x="177" y="108"/>
                  <a:pt x="171" y="103"/>
                  <a:pt x="164" y="103"/>
                </a:cubicBezTo>
                <a:close/>
                <a:moveTo>
                  <a:pt x="177" y="18"/>
                </a:moveTo>
                <a:cubicBezTo>
                  <a:pt x="159" y="0"/>
                  <a:pt x="159" y="0"/>
                  <a:pt x="159" y="0"/>
                </a:cubicBezTo>
                <a:cubicBezTo>
                  <a:pt x="93" y="64"/>
                  <a:pt x="93" y="64"/>
                  <a:pt x="93" y="64"/>
                </a:cubicBezTo>
                <a:cubicBezTo>
                  <a:pt x="26" y="0"/>
                  <a:pt x="26" y="0"/>
                  <a:pt x="26" y="0"/>
                </a:cubicBezTo>
                <a:cubicBezTo>
                  <a:pt x="8" y="18"/>
                  <a:pt x="8" y="18"/>
                  <a:pt x="8" y="18"/>
                </a:cubicBezTo>
                <a:cubicBezTo>
                  <a:pt x="72" y="85"/>
                  <a:pt x="72" y="85"/>
                  <a:pt x="72" y="85"/>
                </a:cubicBezTo>
                <a:cubicBezTo>
                  <a:pt x="8" y="151"/>
                  <a:pt x="8" y="151"/>
                  <a:pt x="8" y="151"/>
                </a:cubicBezTo>
                <a:cubicBezTo>
                  <a:pt x="26" y="170"/>
                  <a:pt x="26" y="170"/>
                  <a:pt x="26" y="170"/>
                </a:cubicBezTo>
                <a:cubicBezTo>
                  <a:pt x="93" y="106"/>
                  <a:pt x="93" y="106"/>
                  <a:pt x="93" y="106"/>
                </a:cubicBezTo>
                <a:cubicBezTo>
                  <a:pt x="159" y="170"/>
                  <a:pt x="159" y="170"/>
                  <a:pt x="159" y="170"/>
                </a:cubicBezTo>
                <a:cubicBezTo>
                  <a:pt x="177" y="151"/>
                  <a:pt x="177" y="151"/>
                  <a:pt x="177" y="151"/>
                </a:cubicBezTo>
                <a:cubicBezTo>
                  <a:pt x="113" y="85"/>
                  <a:pt x="113" y="85"/>
                  <a:pt x="113" y="85"/>
                </a:cubicBezTo>
                <a:lnTo>
                  <a:pt x="177" y="18"/>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29"/>
          <p:cNvSpPr>
            <a:spLocks noEditPoints="1"/>
          </p:cNvSpPr>
          <p:nvPr/>
        </p:nvSpPr>
        <p:spPr bwMode="auto">
          <a:xfrm>
            <a:off x="10141474" y="1617575"/>
            <a:ext cx="411163" cy="407988"/>
          </a:xfrm>
          <a:custGeom>
            <a:avLst/>
            <a:gdLst>
              <a:gd name="T0" fmla="*/ 154 w 208"/>
              <a:gd name="T1" fmla="*/ 132 h 206"/>
              <a:gd name="T2" fmla="*/ 70 w 208"/>
              <a:gd name="T3" fmla="*/ 150 h 206"/>
              <a:gd name="T4" fmla="*/ 90 w 208"/>
              <a:gd name="T5" fmla="*/ 35 h 206"/>
              <a:gd name="T6" fmla="*/ 143 w 208"/>
              <a:gd name="T7" fmla="*/ 78 h 206"/>
              <a:gd name="T8" fmla="*/ 126 w 208"/>
              <a:gd name="T9" fmla="*/ 95 h 206"/>
              <a:gd name="T10" fmla="*/ 145 w 208"/>
              <a:gd name="T11" fmla="*/ 114 h 206"/>
              <a:gd name="T12" fmla="*/ 130 w 208"/>
              <a:gd name="T13" fmla="*/ 100 h 206"/>
              <a:gd name="T14" fmla="*/ 107 w 208"/>
              <a:gd name="T15" fmla="*/ 114 h 206"/>
              <a:gd name="T16" fmla="*/ 107 w 208"/>
              <a:gd name="T17" fmla="*/ 76 h 206"/>
              <a:gd name="T18" fmla="*/ 94 w 208"/>
              <a:gd name="T19" fmla="*/ 64 h 206"/>
              <a:gd name="T20" fmla="*/ 145 w 208"/>
              <a:gd name="T21" fmla="*/ 38 h 206"/>
              <a:gd name="T22" fmla="*/ 128 w 208"/>
              <a:gd name="T23" fmla="*/ 55 h 206"/>
              <a:gd name="T24" fmla="*/ 164 w 208"/>
              <a:gd name="T25" fmla="*/ 57 h 206"/>
              <a:gd name="T26" fmla="*/ 151 w 208"/>
              <a:gd name="T27" fmla="*/ 78 h 206"/>
              <a:gd name="T28" fmla="*/ 168 w 208"/>
              <a:gd name="T29" fmla="*/ 62 h 206"/>
              <a:gd name="T30" fmla="*/ 185 w 208"/>
              <a:gd name="T31" fmla="*/ 83 h 206"/>
              <a:gd name="T32" fmla="*/ 153 w 208"/>
              <a:gd name="T33" fmla="*/ 123 h 206"/>
              <a:gd name="T34" fmla="*/ 166 w 208"/>
              <a:gd name="T35" fmla="*/ 102 h 206"/>
              <a:gd name="T36" fmla="*/ 148 w 208"/>
              <a:gd name="T37" fmla="*/ 126 h 206"/>
              <a:gd name="T38" fmla="*/ 148 w 208"/>
              <a:gd name="T39" fmla="*/ 126 h 206"/>
              <a:gd name="T40" fmla="*/ 111 w 208"/>
              <a:gd name="T41" fmla="*/ 119 h 206"/>
              <a:gd name="T42" fmla="*/ 118 w 208"/>
              <a:gd name="T43" fmla="*/ 134 h 206"/>
              <a:gd name="T44" fmla="*/ 118 w 208"/>
              <a:gd name="T45" fmla="*/ 134 h 206"/>
              <a:gd name="T46" fmla="*/ 102 w 208"/>
              <a:gd name="T47" fmla="*/ 119 h 206"/>
              <a:gd name="T48" fmla="*/ 85 w 208"/>
              <a:gd name="T49" fmla="*/ 123 h 206"/>
              <a:gd name="T50" fmla="*/ 73 w 208"/>
              <a:gd name="T51" fmla="*/ 89 h 206"/>
              <a:gd name="T52" fmla="*/ 102 w 208"/>
              <a:gd name="T53" fmla="*/ 81 h 206"/>
              <a:gd name="T54" fmla="*/ 88 w 208"/>
              <a:gd name="T55" fmla="*/ 95 h 206"/>
              <a:gd name="T56" fmla="*/ 82 w 208"/>
              <a:gd name="T57" fmla="*/ 60 h 206"/>
              <a:gd name="T58" fmla="*/ 85 w 208"/>
              <a:gd name="T59" fmla="*/ 55 h 206"/>
              <a:gd name="T60" fmla="*/ 101 w 208"/>
              <a:gd name="T61" fmla="*/ 37 h 206"/>
              <a:gd name="T62" fmla="*/ 128 w 208"/>
              <a:gd name="T63" fmla="*/ 21 h 206"/>
              <a:gd name="T64" fmla="*/ 111 w 208"/>
              <a:gd name="T65" fmla="*/ 38 h 206"/>
              <a:gd name="T66" fmla="*/ 149 w 208"/>
              <a:gd name="T67" fmla="*/ 34 h 206"/>
              <a:gd name="T68" fmla="*/ 177 w 208"/>
              <a:gd name="T69" fmla="*/ 30 h 206"/>
              <a:gd name="T70" fmla="*/ 168 w 208"/>
              <a:gd name="T71" fmla="*/ 53 h 206"/>
              <a:gd name="T72" fmla="*/ 186 w 208"/>
              <a:gd name="T73" fmla="*/ 44 h 206"/>
              <a:gd name="T74" fmla="*/ 188 w 208"/>
              <a:gd name="T75" fmla="*/ 71 h 206"/>
              <a:gd name="T76" fmla="*/ 4 w 208"/>
              <a:gd name="T77" fmla="*/ 202 h 206"/>
              <a:gd name="T78" fmla="*/ 64 w 208"/>
              <a:gd name="T79" fmla="*/ 157 h 206"/>
              <a:gd name="T80" fmla="*/ 136 w 208"/>
              <a:gd name="T81" fmla="*/ 186 h 206"/>
              <a:gd name="T82" fmla="*/ 139 w 208"/>
              <a:gd name="T83" fmla="*/ 156 h 206"/>
              <a:gd name="T84" fmla="*/ 185 w 208"/>
              <a:gd name="T85" fmla="*/ 188 h 206"/>
              <a:gd name="T86" fmla="*/ 139 w 208"/>
              <a:gd name="T87" fmla="*/ 156 h 206"/>
              <a:gd name="T88" fmla="*/ 189 w 208"/>
              <a:gd name="T89" fmla="*/ 181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8" h="206">
                <a:moveTo>
                  <a:pt x="172" y="118"/>
                </a:moveTo>
                <a:cubicBezTo>
                  <a:pt x="167" y="123"/>
                  <a:pt x="161" y="128"/>
                  <a:pt x="155" y="131"/>
                </a:cubicBezTo>
                <a:cubicBezTo>
                  <a:pt x="154" y="132"/>
                  <a:pt x="154" y="132"/>
                  <a:pt x="154" y="132"/>
                </a:cubicBezTo>
                <a:cubicBezTo>
                  <a:pt x="154" y="132"/>
                  <a:pt x="154" y="132"/>
                  <a:pt x="154" y="132"/>
                </a:cubicBezTo>
                <a:cubicBezTo>
                  <a:pt x="132" y="145"/>
                  <a:pt x="107" y="148"/>
                  <a:pt x="89" y="139"/>
                </a:cubicBezTo>
                <a:cubicBezTo>
                  <a:pt x="88" y="139"/>
                  <a:pt x="77" y="143"/>
                  <a:pt x="70" y="150"/>
                </a:cubicBezTo>
                <a:cubicBezTo>
                  <a:pt x="67" y="147"/>
                  <a:pt x="55" y="134"/>
                  <a:pt x="56" y="136"/>
                </a:cubicBezTo>
                <a:cubicBezTo>
                  <a:pt x="63" y="130"/>
                  <a:pt x="68" y="119"/>
                  <a:pt x="68" y="118"/>
                </a:cubicBezTo>
                <a:cubicBezTo>
                  <a:pt x="57" y="94"/>
                  <a:pt x="65" y="60"/>
                  <a:pt x="90" y="35"/>
                </a:cubicBezTo>
                <a:cubicBezTo>
                  <a:pt x="120" y="5"/>
                  <a:pt x="162" y="0"/>
                  <a:pt x="185" y="22"/>
                </a:cubicBezTo>
                <a:cubicBezTo>
                  <a:pt x="208" y="45"/>
                  <a:pt x="202" y="88"/>
                  <a:pt x="172" y="118"/>
                </a:cubicBezTo>
                <a:close/>
                <a:moveTo>
                  <a:pt x="143" y="78"/>
                </a:moveTo>
                <a:cubicBezTo>
                  <a:pt x="128" y="64"/>
                  <a:pt x="128" y="64"/>
                  <a:pt x="128" y="64"/>
                </a:cubicBezTo>
                <a:cubicBezTo>
                  <a:pt x="111" y="81"/>
                  <a:pt x="111" y="81"/>
                  <a:pt x="111" y="81"/>
                </a:cubicBezTo>
                <a:cubicBezTo>
                  <a:pt x="126" y="95"/>
                  <a:pt x="126" y="95"/>
                  <a:pt x="126" y="95"/>
                </a:cubicBezTo>
                <a:lnTo>
                  <a:pt x="143" y="78"/>
                </a:lnTo>
                <a:close/>
                <a:moveTo>
                  <a:pt x="130" y="100"/>
                </a:moveTo>
                <a:cubicBezTo>
                  <a:pt x="145" y="114"/>
                  <a:pt x="145" y="114"/>
                  <a:pt x="145" y="114"/>
                </a:cubicBezTo>
                <a:cubicBezTo>
                  <a:pt x="162" y="98"/>
                  <a:pt x="162" y="98"/>
                  <a:pt x="162" y="98"/>
                </a:cubicBezTo>
                <a:cubicBezTo>
                  <a:pt x="147" y="83"/>
                  <a:pt x="147" y="83"/>
                  <a:pt x="147" y="83"/>
                </a:cubicBezTo>
                <a:lnTo>
                  <a:pt x="130" y="100"/>
                </a:lnTo>
                <a:close/>
                <a:moveTo>
                  <a:pt x="107" y="85"/>
                </a:moveTo>
                <a:cubicBezTo>
                  <a:pt x="92" y="100"/>
                  <a:pt x="92" y="100"/>
                  <a:pt x="92" y="100"/>
                </a:cubicBezTo>
                <a:cubicBezTo>
                  <a:pt x="107" y="114"/>
                  <a:pt x="107" y="114"/>
                  <a:pt x="107" y="114"/>
                </a:cubicBezTo>
                <a:cubicBezTo>
                  <a:pt x="122" y="100"/>
                  <a:pt x="122" y="100"/>
                  <a:pt x="122" y="100"/>
                </a:cubicBezTo>
                <a:lnTo>
                  <a:pt x="107" y="85"/>
                </a:lnTo>
                <a:close/>
                <a:moveTo>
                  <a:pt x="107" y="76"/>
                </a:moveTo>
                <a:cubicBezTo>
                  <a:pt x="124" y="59"/>
                  <a:pt x="124" y="59"/>
                  <a:pt x="124" y="59"/>
                </a:cubicBezTo>
                <a:cubicBezTo>
                  <a:pt x="111" y="47"/>
                  <a:pt x="111" y="47"/>
                  <a:pt x="111" y="47"/>
                </a:cubicBezTo>
                <a:cubicBezTo>
                  <a:pt x="94" y="64"/>
                  <a:pt x="94" y="64"/>
                  <a:pt x="94" y="64"/>
                </a:cubicBezTo>
                <a:lnTo>
                  <a:pt x="107" y="76"/>
                </a:lnTo>
                <a:close/>
                <a:moveTo>
                  <a:pt x="128" y="55"/>
                </a:moveTo>
                <a:cubicBezTo>
                  <a:pt x="145" y="38"/>
                  <a:pt x="145" y="38"/>
                  <a:pt x="145" y="38"/>
                </a:cubicBezTo>
                <a:cubicBezTo>
                  <a:pt x="132" y="26"/>
                  <a:pt x="132" y="26"/>
                  <a:pt x="132" y="26"/>
                </a:cubicBezTo>
                <a:cubicBezTo>
                  <a:pt x="115" y="43"/>
                  <a:pt x="115" y="43"/>
                  <a:pt x="115" y="43"/>
                </a:cubicBezTo>
                <a:lnTo>
                  <a:pt x="128" y="55"/>
                </a:lnTo>
                <a:close/>
                <a:moveTo>
                  <a:pt x="132" y="59"/>
                </a:moveTo>
                <a:cubicBezTo>
                  <a:pt x="147" y="74"/>
                  <a:pt x="147" y="74"/>
                  <a:pt x="147" y="74"/>
                </a:cubicBezTo>
                <a:cubicBezTo>
                  <a:pt x="164" y="57"/>
                  <a:pt x="164" y="57"/>
                  <a:pt x="164" y="57"/>
                </a:cubicBezTo>
                <a:cubicBezTo>
                  <a:pt x="149" y="43"/>
                  <a:pt x="149" y="43"/>
                  <a:pt x="149" y="43"/>
                </a:cubicBezTo>
                <a:lnTo>
                  <a:pt x="132" y="59"/>
                </a:lnTo>
                <a:close/>
                <a:moveTo>
                  <a:pt x="151" y="78"/>
                </a:moveTo>
                <a:cubicBezTo>
                  <a:pt x="166" y="93"/>
                  <a:pt x="166" y="93"/>
                  <a:pt x="166" y="93"/>
                </a:cubicBezTo>
                <a:cubicBezTo>
                  <a:pt x="183" y="76"/>
                  <a:pt x="183" y="76"/>
                  <a:pt x="183" y="76"/>
                </a:cubicBezTo>
                <a:cubicBezTo>
                  <a:pt x="168" y="62"/>
                  <a:pt x="168" y="62"/>
                  <a:pt x="168" y="62"/>
                </a:cubicBezTo>
                <a:lnTo>
                  <a:pt x="151" y="78"/>
                </a:lnTo>
                <a:close/>
                <a:moveTo>
                  <a:pt x="175" y="102"/>
                </a:moveTo>
                <a:cubicBezTo>
                  <a:pt x="179" y="96"/>
                  <a:pt x="183" y="89"/>
                  <a:pt x="185" y="83"/>
                </a:cubicBezTo>
                <a:cubicBezTo>
                  <a:pt x="170" y="98"/>
                  <a:pt x="170" y="98"/>
                  <a:pt x="170" y="98"/>
                </a:cubicBezTo>
                <a:lnTo>
                  <a:pt x="175" y="102"/>
                </a:lnTo>
                <a:close/>
                <a:moveTo>
                  <a:pt x="153" y="123"/>
                </a:moveTo>
                <a:cubicBezTo>
                  <a:pt x="158" y="120"/>
                  <a:pt x="162" y="116"/>
                  <a:pt x="166" y="112"/>
                </a:cubicBezTo>
                <a:cubicBezTo>
                  <a:pt x="168" y="110"/>
                  <a:pt x="169" y="108"/>
                  <a:pt x="171" y="107"/>
                </a:cubicBezTo>
                <a:cubicBezTo>
                  <a:pt x="166" y="102"/>
                  <a:pt x="166" y="102"/>
                  <a:pt x="166" y="102"/>
                </a:cubicBezTo>
                <a:cubicBezTo>
                  <a:pt x="149" y="119"/>
                  <a:pt x="149" y="119"/>
                  <a:pt x="149" y="119"/>
                </a:cubicBezTo>
                <a:lnTo>
                  <a:pt x="153" y="123"/>
                </a:lnTo>
                <a:close/>
                <a:moveTo>
                  <a:pt x="148" y="126"/>
                </a:moveTo>
                <a:cubicBezTo>
                  <a:pt x="145" y="123"/>
                  <a:pt x="145" y="123"/>
                  <a:pt x="145" y="123"/>
                </a:cubicBezTo>
                <a:cubicBezTo>
                  <a:pt x="137" y="130"/>
                  <a:pt x="137" y="130"/>
                  <a:pt x="137" y="130"/>
                </a:cubicBezTo>
                <a:cubicBezTo>
                  <a:pt x="141" y="129"/>
                  <a:pt x="144" y="127"/>
                  <a:pt x="148" y="126"/>
                </a:cubicBezTo>
                <a:close/>
                <a:moveTo>
                  <a:pt x="141" y="119"/>
                </a:moveTo>
                <a:cubicBezTo>
                  <a:pt x="126" y="104"/>
                  <a:pt x="126" y="104"/>
                  <a:pt x="126" y="104"/>
                </a:cubicBezTo>
                <a:cubicBezTo>
                  <a:pt x="111" y="119"/>
                  <a:pt x="111" y="119"/>
                  <a:pt x="111" y="119"/>
                </a:cubicBezTo>
                <a:cubicBezTo>
                  <a:pt x="126" y="133"/>
                  <a:pt x="126" y="133"/>
                  <a:pt x="126" y="133"/>
                </a:cubicBezTo>
                <a:lnTo>
                  <a:pt x="141" y="119"/>
                </a:lnTo>
                <a:close/>
                <a:moveTo>
                  <a:pt x="118" y="134"/>
                </a:moveTo>
                <a:cubicBezTo>
                  <a:pt x="107" y="123"/>
                  <a:pt x="107" y="123"/>
                  <a:pt x="107" y="123"/>
                </a:cubicBezTo>
                <a:cubicBezTo>
                  <a:pt x="98" y="131"/>
                  <a:pt x="98" y="131"/>
                  <a:pt x="98" y="131"/>
                </a:cubicBezTo>
                <a:cubicBezTo>
                  <a:pt x="104" y="134"/>
                  <a:pt x="111" y="135"/>
                  <a:pt x="118" y="134"/>
                </a:cubicBezTo>
                <a:close/>
                <a:moveTo>
                  <a:pt x="85" y="123"/>
                </a:moveTo>
                <a:cubicBezTo>
                  <a:pt x="87" y="125"/>
                  <a:pt x="90" y="127"/>
                  <a:pt x="93" y="129"/>
                </a:cubicBezTo>
                <a:cubicBezTo>
                  <a:pt x="102" y="119"/>
                  <a:pt x="102" y="119"/>
                  <a:pt x="102" y="119"/>
                </a:cubicBezTo>
                <a:cubicBezTo>
                  <a:pt x="88" y="104"/>
                  <a:pt x="88" y="104"/>
                  <a:pt x="88" y="104"/>
                </a:cubicBezTo>
                <a:cubicBezTo>
                  <a:pt x="78" y="113"/>
                  <a:pt x="78" y="113"/>
                  <a:pt x="78" y="113"/>
                </a:cubicBezTo>
                <a:cubicBezTo>
                  <a:pt x="80" y="117"/>
                  <a:pt x="82" y="120"/>
                  <a:pt x="85" y="123"/>
                </a:cubicBezTo>
                <a:close/>
                <a:moveTo>
                  <a:pt x="76" y="108"/>
                </a:moveTo>
                <a:cubicBezTo>
                  <a:pt x="83" y="100"/>
                  <a:pt x="83" y="100"/>
                  <a:pt x="83" y="100"/>
                </a:cubicBezTo>
                <a:cubicBezTo>
                  <a:pt x="73" y="89"/>
                  <a:pt x="73" y="89"/>
                  <a:pt x="73" y="89"/>
                </a:cubicBezTo>
                <a:cubicBezTo>
                  <a:pt x="73" y="96"/>
                  <a:pt x="74" y="102"/>
                  <a:pt x="76" y="108"/>
                </a:cubicBezTo>
                <a:close/>
                <a:moveTo>
                  <a:pt x="88" y="95"/>
                </a:moveTo>
                <a:cubicBezTo>
                  <a:pt x="102" y="81"/>
                  <a:pt x="102" y="81"/>
                  <a:pt x="102" y="81"/>
                </a:cubicBezTo>
                <a:cubicBezTo>
                  <a:pt x="90" y="68"/>
                  <a:pt x="90" y="68"/>
                  <a:pt x="90" y="68"/>
                </a:cubicBezTo>
                <a:cubicBezTo>
                  <a:pt x="75" y="83"/>
                  <a:pt x="75" y="83"/>
                  <a:pt x="75" y="83"/>
                </a:cubicBezTo>
                <a:lnTo>
                  <a:pt x="88" y="95"/>
                </a:lnTo>
                <a:close/>
                <a:moveTo>
                  <a:pt x="76" y="73"/>
                </a:moveTo>
                <a:cubicBezTo>
                  <a:pt x="86" y="64"/>
                  <a:pt x="86" y="64"/>
                  <a:pt x="86" y="64"/>
                </a:cubicBezTo>
                <a:cubicBezTo>
                  <a:pt x="82" y="60"/>
                  <a:pt x="82" y="60"/>
                  <a:pt x="82" y="60"/>
                </a:cubicBezTo>
                <a:cubicBezTo>
                  <a:pt x="79" y="64"/>
                  <a:pt x="77" y="69"/>
                  <a:pt x="76" y="73"/>
                </a:cubicBezTo>
                <a:close/>
                <a:moveTo>
                  <a:pt x="96" y="41"/>
                </a:moveTo>
                <a:cubicBezTo>
                  <a:pt x="91" y="45"/>
                  <a:pt x="88" y="50"/>
                  <a:pt x="85" y="55"/>
                </a:cubicBezTo>
                <a:cubicBezTo>
                  <a:pt x="90" y="59"/>
                  <a:pt x="90" y="59"/>
                  <a:pt x="90" y="59"/>
                </a:cubicBezTo>
                <a:cubicBezTo>
                  <a:pt x="107" y="43"/>
                  <a:pt x="107" y="43"/>
                  <a:pt x="107" y="43"/>
                </a:cubicBezTo>
                <a:cubicBezTo>
                  <a:pt x="101" y="37"/>
                  <a:pt x="101" y="37"/>
                  <a:pt x="101" y="37"/>
                </a:cubicBezTo>
                <a:cubicBezTo>
                  <a:pt x="99" y="38"/>
                  <a:pt x="97" y="39"/>
                  <a:pt x="96" y="41"/>
                </a:cubicBezTo>
                <a:close/>
                <a:moveTo>
                  <a:pt x="111" y="38"/>
                </a:moveTo>
                <a:cubicBezTo>
                  <a:pt x="128" y="21"/>
                  <a:pt x="128" y="21"/>
                  <a:pt x="128" y="21"/>
                </a:cubicBezTo>
                <a:cubicBezTo>
                  <a:pt x="128" y="21"/>
                  <a:pt x="128" y="21"/>
                  <a:pt x="128" y="21"/>
                </a:cubicBezTo>
                <a:cubicBezTo>
                  <a:pt x="120" y="24"/>
                  <a:pt x="113" y="28"/>
                  <a:pt x="105" y="33"/>
                </a:cubicBezTo>
                <a:lnTo>
                  <a:pt x="111" y="38"/>
                </a:lnTo>
                <a:close/>
                <a:moveTo>
                  <a:pt x="139" y="19"/>
                </a:moveTo>
                <a:cubicBezTo>
                  <a:pt x="136" y="21"/>
                  <a:pt x="136" y="21"/>
                  <a:pt x="136" y="21"/>
                </a:cubicBezTo>
                <a:cubicBezTo>
                  <a:pt x="149" y="34"/>
                  <a:pt x="149" y="34"/>
                  <a:pt x="149" y="34"/>
                </a:cubicBezTo>
                <a:cubicBezTo>
                  <a:pt x="162" y="21"/>
                  <a:pt x="162" y="21"/>
                  <a:pt x="162" y="21"/>
                </a:cubicBezTo>
                <a:cubicBezTo>
                  <a:pt x="155" y="18"/>
                  <a:pt x="147" y="18"/>
                  <a:pt x="139" y="19"/>
                </a:cubicBezTo>
                <a:close/>
                <a:moveTo>
                  <a:pt x="177" y="30"/>
                </a:moveTo>
                <a:cubicBezTo>
                  <a:pt x="175" y="27"/>
                  <a:pt x="171" y="25"/>
                  <a:pt x="168" y="23"/>
                </a:cubicBezTo>
                <a:cubicBezTo>
                  <a:pt x="153" y="38"/>
                  <a:pt x="153" y="38"/>
                  <a:pt x="153" y="38"/>
                </a:cubicBezTo>
                <a:cubicBezTo>
                  <a:pt x="168" y="53"/>
                  <a:pt x="168" y="53"/>
                  <a:pt x="168" y="53"/>
                </a:cubicBezTo>
                <a:cubicBezTo>
                  <a:pt x="183" y="38"/>
                  <a:pt x="183" y="38"/>
                  <a:pt x="183" y="38"/>
                </a:cubicBezTo>
                <a:cubicBezTo>
                  <a:pt x="182" y="35"/>
                  <a:pt x="180" y="33"/>
                  <a:pt x="177" y="30"/>
                </a:cubicBezTo>
                <a:close/>
                <a:moveTo>
                  <a:pt x="186" y="44"/>
                </a:moveTo>
                <a:cubicBezTo>
                  <a:pt x="172" y="57"/>
                  <a:pt x="172" y="57"/>
                  <a:pt x="172" y="57"/>
                </a:cubicBezTo>
                <a:cubicBezTo>
                  <a:pt x="187" y="72"/>
                  <a:pt x="187" y="72"/>
                  <a:pt x="187" y="72"/>
                </a:cubicBezTo>
                <a:cubicBezTo>
                  <a:pt x="188" y="71"/>
                  <a:pt x="188" y="71"/>
                  <a:pt x="188" y="71"/>
                </a:cubicBezTo>
                <a:cubicBezTo>
                  <a:pt x="190" y="61"/>
                  <a:pt x="189" y="52"/>
                  <a:pt x="186" y="44"/>
                </a:cubicBezTo>
                <a:close/>
                <a:moveTo>
                  <a:pt x="19" y="202"/>
                </a:moveTo>
                <a:cubicBezTo>
                  <a:pt x="15" y="206"/>
                  <a:pt x="8" y="206"/>
                  <a:pt x="4" y="202"/>
                </a:cubicBezTo>
                <a:cubicBezTo>
                  <a:pt x="0" y="198"/>
                  <a:pt x="0" y="192"/>
                  <a:pt x="4" y="187"/>
                </a:cubicBezTo>
                <a:cubicBezTo>
                  <a:pt x="49" y="142"/>
                  <a:pt x="49" y="142"/>
                  <a:pt x="49" y="142"/>
                </a:cubicBezTo>
                <a:cubicBezTo>
                  <a:pt x="56" y="149"/>
                  <a:pt x="58" y="150"/>
                  <a:pt x="64" y="157"/>
                </a:cubicBezTo>
                <a:lnTo>
                  <a:pt x="19" y="202"/>
                </a:lnTo>
                <a:close/>
                <a:moveTo>
                  <a:pt x="157" y="200"/>
                </a:moveTo>
                <a:cubicBezTo>
                  <a:pt x="148" y="199"/>
                  <a:pt x="141" y="194"/>
                  <a:pt x="136" y="186"/>
                </a:cubicBezTo>
                <a:cubicBezTo>
                  <a:pt x="132" y="179"/>
                  <a:pt x="132" y="170"/>
                  <a:pt x="134" y="163"/>
                </a:cubicBezTo>
                <a:cubicBezTo>
                  <a:pt x="147" y="161"/>
                  <a:pt x="162" y="186"/>
                  <a:pt x="157" y="200"/>
                </a:cubicBezTo>
                <a:close/>
                <a:moveTo>
                  <a:pt x="139" y="156"/>
                </a:moveTo>
                <a:cubicBezTo>
                  <a:pt x="140" y="151"/>
                  <a:pt x="148" y="147"/>
                  <a:pt x="148" y="147"/>
                </a:cubicBezTo>
                <a:cubicBezTo>
                  <a:pt x="148" y="147"/>
                  <a:pt x="155" y="142"/>
                  <a:pt x="160" y="144"/>
                </a:cubicBezTo>
                <a:cubicBezTo>
                  <a:pt x="160" y="143"/>
                  <a:pt x="158" y="170"/>
                  <a:pt x="185" y="188"/>
                </a:cubicBezTo>
                <a:cubicBezTo>
                  <a:pt x="186" y="189"/>
                  <a:pt x="177" y="197"/>
                  <a:pt x="177" y="197"/>
                </a:cubicBezTo>
                <a:cubicBezTo>
                  <a:pt x="177" y="197"/>
                  <a:pt x="165" y="201"/>
                  <a:pt x="164" y="200"/>
                </a:cubicBezTo>
                <a:cubicBezTo>
                  <a:pt x="162" y="168"/>
                  <a:pt x="138" y="155"/>
                  <a:pt x="139" y="156"/>
                </a:cubicBezTo>
                <a:close/>
                <a:moveTo>
                  <a:pt x="168" y="143"/>
                </a:moveTo>
                <a:cubicBezTo>
                  <a:pt x="176" y="145"/>
                  <a:pt x="183" y="149"/>
                  <a:pt x="187" y="157"/>
                </a:cubicBezTo>
                <a:cubicBezTo>
                  <a:pt x="192" y="165"/>
                  <a:pt x="192" y="174"/>
                  <a:pt x="189" y="181"/>
                </a:cubicBezTo>
                <a:cubicBezTo>
                  <a:pt x="174" y="179"/>
                  <a:pt x="160" y="153"/>
                  <a:pt x="168" y="143"/>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30"/>
          <p:cNvSpPr>
            <a:spLocks noEditPoints="1"/>
          </p:cNvSpPr>
          <p:nvPr/>
        </p:nvSpPr>
        <p:spPr bwMode="auto">
          <a:xfrm>
            <a:off x="10595499" y="1638213"/>
            <a:ext cx="414338" cy="376238"/>
          </a:xfrm>
          <a:custGeom>
            <a:avLst/>
            <a:gdLst>
              <a:gd name="T0" fmla="*/ 167 w 209"/>
              <a:gd name="T1" fmla="*/ 91 h 190"/>
              <a:gd name="T2" fmla="*/ 111 w 209"/>
              <a:gd name="T3" fmla="*/ 148 h 190"/>
              <a:gd name="T4" fmla="*/ 120 w 209"/>
              <a:gd name="T5" fmla="*/ 180 h 190"/>
              <a:gd name="T6" fmla="*/ 107 w 209"/>
              <a:gd name="T7" fmla="*/ 189 h 190"/>
              <a:gd name="T8" fmla="*/ 8 w 209"/>
              <a:gd name="T9" fmla="*/ 68 h 190"/>
              <a:gd name="T10" fmla="*/ 8 w 209"/>
              <a:gd name="T11" fmla="*/ 57 h 190"/>
              <a:gd name="T12" fmla="*/ 53 w 209"/>
              <a:gd name="T13" fmla="*/ 5 h 190"/>
              <a:gd name="T14" fmla="*/ 61 w 209"/>
              <a:gd name="T15" fmla="*/ 4 h 190"/>
              <a:gd name="T16" fmla="*/ 107 w 209"/>
              <a:gd name="T17" fmla="*/ 28 h 190"/>
              <a:gd name="T18" fmla="*/ 152 w 209"/>
              <a:gd name="T19" fmla="*/ 4 h 190"/>
              <a:gd name="T20" fmla="*/ 161 w 209"/>
              <a:gd name="T21" fmla="*/ 5 h 190"/>
              <a:gd name="T22" fmla="*/ 205 w 209"/>
              <a:gd name="T23" fmla="*/ 57 h 190"/>
              <a:gd name="T24" fmla="*/ 205 w 209"/>
              <a:gd name="T25" fmla="*/ 68 h 190"/>
              <a:gd name="T26" fmla="*/ 197 w 209"/>
              <a:gd name="T27" fmla="*/ 100 h 190"/>
              <a:gd name="T28" fmla="*/ 167 w 209"/>
              <a:gd name="T29" fmla="*/ 91 h 190"/>
              <a:gd name="T30" fmla="*/ 28 w 209"/>
              <a:gd name="T31" fmla="*/ 38 h 190"/>
              <a:gd name="T32" fmla="*/ 47 w 209"/>
              <a:gd name="T33" fmla="*/ 115 h 190"/>
              <a:gd name="T34" fmla="*/ 90 w 209"/>
              <a:gd name="T35" fmla="*/ 32 h 190"/>
              <a:gd name="T36" fmla="*/ 28 w 209"/>
              <a:gd name="T37" fmla="*/ 38 h 190"/>
              <a:gd name="T38" fmla="*/ 167 w 209"/>
              <a:gd name="T39" fmla="*/ 106 h 190"/>
              <a:gd name="T40" fmla="*/ 209 w 209"/>
              <a:gd name="T41" fmla="*/ 148 h 190"/>
              <a:gd name="T42" fmla="*/ 167 w 209"/>
              <a:gd name="T43" fmla="*/ 190 h 190"/>
              <a:gd name="T44" fmla="*/ 125 w 209"/>
              <a:gd name="T45" fmla="*/ 148 h 190"/>
              <a:gd name="T46" fmla="*/ 167 w 209"/>
              <a:gd name="T47" fmla="*/ 106 h 190"/>
              <a:gd name="T48" fmla="*/ 161 w 209"/>
              <a:gd name="T49" fmla="*/ 178 h 190"/>
              <a:gd name="T50" fmla="*/ 192 w 209"/>
              <a:gd name="T51" fmla="*/ 145 h 190"/>
              <a:gd name="T52" fmla="*/ 191 w 209"/>
              <a:gd name="T53" fmla="*/ 125 h 190"/>
              <a:gd name="T54" fmla="*/ 160 w 209"/>
              <a:gd name="T55" fmla="*/ 164 h 190"/>
              <a:gd name="T56" fmla="*/ 153 w 209"/>
              <a:gd name="T57" fmla="*/ 149 h 190"/>
              <a:gd name="T58" fmla="*/ 137 w 209"/>
              <a:gd name="T59" fmla="*/ 159 h 190"/>
              <a:gd name="T60" fmla="*/ 161 w 209"/>
              <a:gd name="T61" fmla="*/ 178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09" h="190">
                <a:moveTo>
                  <a:pt x="167" y="91"/>
                </a:moveTo>
                <a:cubicBezTo>
                  <a:pt x="136" y="91"/>
                  <a:pt x="111" y="116"/>
                  <a:pt x="111" y="148"/>
                </a:cubicBezTo>
                <a:cubicBezTo>
                  <a:pt x="111" y="159"/>
                  <a:pt x="114" y="170"/>
                  <a:pt x="120" y="180"/>
                </a:cubicBezTo>
                <a:cubicBezTo>
                  <a:pt x="116" y="183"/>
                  <a:pt x="112" y="186"/>
                  <a:pt x="107" y="189"/>
                </a:cubicBezTo>
                <a:cubicBezTo>
                  <a:pt x="35" y="140"/>
                  <a:pt x="8" y="100"/>
                  <a:pt x="8" y="68"/>
                </a:cubicBezTo>
                <a:cubicBezTo>
                  <a:pt x="8" y="57"/>
                  <a:pt x="8" y="57"/>
                  <a:pt x="8" y="57"/>
                </a:cubicBezTo>
                <a:cubicBezTo>
                  <a:pt x="8" y="24"/>
                  <a:pt x="33" y="6"/>
                  <a:pt x="53" y="5"/>
                </a:cubicBezTo>
                <a:cubicBezTo>
                  <a:pt x="56" y="4"/>
                  <a:pt x="59" y="4"/>
                  <a:pt x="61" y="4"/>
                </a:cubicBezTo>
                <a:cubicBezTo>
                  <a:pt x="84" y="4"/>
                  <a:pt x="94" y="14"/>
                  <a:pt x="107" y="28"/>
                </a:cubicBezTo>
                <a:cubicBezTo>
                  <a:pt x="119" y="14"/>
                  <a:pt x="130" y="4"/>
                  <a:pt x="152" y="4"/>
                </a:cubicBezTo>
                <a:cubicBezTo>
                  <a:pt x="155" y="4"/>
                  <a:pt x="158" y="4"/>
                  <a:pt x="161" y="5"/>
                </a:cubicBezTo>
                <a:cubicBezTo>
                  <a:pt x="180" y="6"/>
                  <a:pt x="205" y="24"/>
                  <a:pt x="205" y="57"/>
                </a:cubicBezTo>
                <a:cubicBezTo>
                  <a:pt x="205" y="68"/>
                  <a:pt x="205" y="68"/>
                  <a:pt x="205" y="68"/>
                </a:cubicBezTo>
                <a:cubicBezTo>
                  <a:pt x="205" y="78"/>
                  <a:pt x="202" y="89"/>
                  <a:pt x="197" y="100"/>
                </a:cubicBezTo>
                <a:cubicBezTo>
                  <a:pt x="188" y="94"/>
                  <a:pt x="178" y="91"/>
                  <a:pt x="167" y="91"/>
                </a:cubicBezTo>
                <a:close/>
                <a:moveTo>
                  <a:pt x="28" y="38"/>
                </a:moveTo>
                <a:cubicBezTo>
                  <a:pt x="1" y="77"/>
                  <a:pt x="47" y="115"/>
                  <a:pt x="47" y="115"/>
                </a:cubicBezTo>
                <a:cubicBezTo>
                  <a:pt x="47" y="115"/>
                  <a:pt x="0" y="18"/>
                  <a:pt x="90" y="32"/>
                </a:cubicBezTo>
                <a:cubicBezTo>
                  <a:pt x="87" y="30"/>
                  <a:pt x="55" y="0"/>
                  <a:pt x="28" y="38"/>
                </a:cubicBezTo>
                <a:close/>
                <a:moveTo>
                  <a:pt x="167" y="106"/>
                </a:moveTo>
                <a:cubicBezTo>
                  <a:pt x="190" y="106"/>
                  <a:pt x="209" y="124"/>
                  <a:pt x="209" y="148"/>
                </a:cubicBezTo>
                <a:cubicBezTo>
                  <a:pt x="209" y="171"/>
                  <a:pt x="190" y="190"/>
                  <a:pt x="167" y="190"/>
                </a:cubicBezTo>
                <a:cubicBezTo>
                  <a:pt x="144" y="190"/>
                  <a:pt x="125" y="171"/>
                  <a:pt x="125" y="148"/>
                </a:cubicBezTo>
                <a:cubicBezTo>
                  <a:pt x="125" y="124"/>
                  <a:pt x="144" y="106"/>
                  <a:pt x="167" y="106"/>
                </a:cubicBezTo>
                <a:close/>
                <a:moveTo>
                  <a:pt x="161" y="178"/>
                </a:moveTo>
                <a:cubicBezTo>
                  <a:pt x="167" y="168"/>
                  <a:pt x="184" y="147"/>
                  <a:pt x="192" y="145"/>
                </a:cubicBezTo>
                <a:cubicBezTo>
                  <a:pt x="189" y="138"/>
                  <a:pt x="191" y="132"/>
                  <a:pt x="191" y="125"/>
                </a:cubicBezTo>
                <a:cubicBezTo>
                  <a:pt x="172" y="134"/>
                  <a:pt x="160" y="164"/>
                  <a:pt x="160" y="164"/>
                </a:cubicBezTo>
                <a:cubicBezTo>
                  <a:pt x="153" y="149"/>
                  <a:pt x="153" y="149"/>
                  <a:pt x="153" y="149"/>
                </a:cubicBezTo>
                <a:cubicBezTo>
                  <a:pt x="137" y="159"/>
                  <a:pt x="137" y="159"/>
                  <a:pt x="137" y="159"/>
                </a:cubicBezTo>
                <a:cubicBezTo>
                  <a:pt x="144" y="161"/>
                  <a:pt x="153" y="169"/>
                  <a:pt x="161" y="178"/>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31"/>
          <p:cNvSpPr>
            <a:spLocks noEditPoints="1"/>
          </p:cNvSpPr>
          <p:nvPr/>
        </p:nvSpPr>
        <p:spPr bwMode="auto">
          <a:xfrm>
            <a:off x="11114612" y="1628688"/>
            <a:ext cx="387350" cy="387350"/>
          </a:xfrm>
          <a:custGeom>
            <a:avLst/>
            <a:gdLst>
              <a:gd name="T0" fmla="*/ 96 w 196"/>
              <a:gd name="T1" fmla="*/ 196 h 196"/>
              <a:gd name="T2" fmla="*/ 76 w 196"/>
              <a:gd name="T3" fmla="*/ 161 h 196"/>
              <a:gd name="T4" fmla="*/ 80 w 196"/>
              <a:gd name="T5" fmla="*/ 0 h 196"/>
              <a:gd name="T6" fmla="*/ 142 w 196"/>
              <a:gd name="T7" fmla="*/ 132 h 196"/>
              <a:gd name="T8" fmla="*/ 196 w 196"/>
              <a:gd name="T9" fmla="*/ 152 h 196"/>
              <a:gd name="T10" fmla="*/ 176 w 196"/>
              <a:gd name="T11" fmla="*/ 196 h 196"/>
              <a:gd name="T12" fmla="*/ 101 w 196"/>
              <a:gd name="T13" fmla="*/ 185 h 196"/>
              <a:gd name="T14" fmla="*/ 104 w 196"/>
              <a:gd name="T15" fmla="*/ 172 h 196"/>
              <a:gd name="T16" fmla="*/ 119 w 196"/>
              <a:gd name="T17" fmla="*/ 185 h 196"/>
              <a:gd name="T18" fmla="*/ 117 w 196"/>
              <a:gd name="T19" fmla="*/ 155 h 196"/>
              <a:gd name="T20" fmla="*/ 101 w 196"/>
              <a:gd name="T21" fmla="*/ 166 h 196"/>
              <a:gd name="T22" fmla="*/ 101 w 196"/>
              <a:gd name="T23" fmla="*/ 145 h 196"/>
              <a:gd name="T24" fmla="*/ 93 w 196"/>
              <a:gd name="T25" fmla="*/ 185 h 196"/>
              <a:gd name="T26" fmla="*/ 80 w 196"/>
              <a:gd name="T27" fmla="*/ 9 h 196"/>
              <a:gd name="T28" fmla="*/ 76 w 196"/>
              <a:gd name="T29" fmla="*/ 153 h 196"/>
              <a:gd name="T30" fmla="*/ 96 w 196"/>
              <a:gd name="T31" fmla="*/ 132 h 196"/>
              <a:gd name="T32" fmla="*/ 100 w 196"/>
              <a:gd name="T33" fmla="*/ 132 h 196"/>
              <a:gd name="T34" fmla="*/ 92 w 196"/>
              <a:gd name="T35" fmla="*/ 84 h 196"/>
              <a:gd name="T36" fmla="*/ 104 w 196"/>
              <a:gd name="T37" fmla="*/ 26 h 196"/>
              <a:gd name="T38" fmla="*/ 115 w 196"/>
              <a:gd name="T39" fmla="*/ 132 h 196"/>
              <a:gd name="T40" fmla="*/ 131 w 196"/>
              <a:gd name="T41" fmla="*/ 132 h 196"/>
              <a:gd name="T42" fmla="*/ 132 w 196"/>
              <a:gd name="T43" fmla="*/ 159 h 196"/>
              <a:gd name="T44" fmla="*/ 143 w 196"/>
              <a:gd name="T45" fmla="*/ 166 h 196"/>
              <a:gd name="T46" fmla="*/ 120 w 196"/>
              <a:gd name="T47" fmla="*/ 170 h 196"/>
              <a:gd name="T48" fmla="*/ 143 w 196"/>
              <a:gd name="T49" fmla="*/ 173 h 196"/>
              <a:gd name="T50" fmla="*/ 132 w 196"/>
              <a:gd name="T51" fmla="*/ 180 h 196"/>
              <a:gd name="T52" fmla="*/ 132 w 196"/>
              <a:gd name="T53" fmla="*/ 159 h 196"/>
              <a:gd name="T54" fmla="*/ 168 w 196"/>
              <a:gd name="T55" fmla="*/ 163 h 196"/>
              <a:gd name="T56" fmla="*/ 147 w 196"/>
              <a:gd name="T57" fmla="*/ 163 h 196"/>
              <a:gd name="T58" fmla="*/ 154 w 196"/>
              <a:gd name="T59" fmla="*/ 164 h 196"/>
              <a:gd name="T60" fmla="*/ 157 w 196"/>
              <a:gd name="T61" fmla="*/ 159 h 196"/>
              <a:gd name="T62" fmla="*/ 158 w 196"/>
              <a:gd name="T63" fmla="*/ 166 h 196"/>
              <a:gd name="T64" fmla="*/ 146 w 196"/>
              <a:gd name="T65" fmla="*/ 177 h 196"/>
              <a:gd name="T66" fmla="*/ 161 w 196"/>
              <a:gd name="T67" fmla="*/ 182 h 196"/>
              <a:gd name="T68" fmla="*/ 162 w 196"/>
              <a:gd name="T69" fmla="*/ 185 h 196"/>
              <a:gd name="T70" fmla="*/ 168 w 196"/>
              <a:gd name="T71" fmla="*/ 179 h 196"/>
              <a:gd name="T72" fmla="*/ 174 w 196"/>
              <a:gd name="T73" fmla="*/ 145 h 196"/>
              <a:gd name="T74" fmla="*/ 182 w 196"/>
              <a:gd name="T75" fmla="*/ 185 h 196"/>
              <a:gd name="T76" fmla="*/ 156 w 196"/>
              <a:gd name="T77" fmla="*/ 180 h 196"/>
              <a:gd name="T78" fmla="*/ 158 w 196"/>
              <a:gd name="T79" fmla="*/ 171 h 196"/>
              <a:gd name="T80" fmla="*/ 161 w 196"/>
              <a:gd name="T81" fmla="*/ 176 h 196"/>
              <a:gd name="T82" fmla="*/ 71 w 196"/>
              <a:gd name="T83" fmla="*/ 72 h 196"/>
              <a:gd name="T84" fmla="*/ 67 w 196"/>
              <a:gd name="T85" fmla="*/ 136 h 196"/>
              <a:gd name="T86" fmla="*/ 55 w 196"/>
              <a:gd name="T87" fmla="*/ 132 h 196"/>
              <a:gd name="T88" fmla="*/ 45 w 196"/>
              <a:gd name="T89" fmla="*/ 64 h 196"/>
              <a:gd name="T90" fmla="*/ 54 w 196"/>
              <a:gd name="T91" fmla="*/ 25 h 196"/>
              <a:gd name="T92" fmla="*/ 58 w 196"/>
              <a:gd name="T93" fmla="*/ 60 h 196"/>
              <a:gd name="T94" fmla="*/ 67 w 196"/>
              <a:gd name="T95" fmla="*/ 25 h 196"/>
              <a:gd name="T96" fmla="*/ 71 w 196"/>
              <a:gd name="T97" fmla="*/ 60 h 196"/>
              <a:gd name="T98" fmla="*/ 71 w 196"/>
              <a:gd name="T99" fmla="*/ 25 h 196"/>
              <a:gd name="T100" fmla="*/ 80 w 196"/>
              <a:gd name="T101" fmla="*/ 68 h 196"/>
              <a:gd name="T102" fmla="*/ 71 w 196"/>
              <a:gd name="T103" fmla="*/ 72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6" h="196">
                <a:moveTo>
                  <a:pt x="176" y="196"/>
                </a:moveTo>
                <a:cubicBezTo>
                  <a:pt x="96" y="196"/>
                  <a:pt x="96" y="196"/>
                  <a:pt x="96" y="196"/>
                </a:cubicBezTo>
                <a:cubicBezTo>
                  <a:pt x="85" y="196"/>
                  <a:pt x="76" y="187"/>
                  <a:pt x="76" y="176"/>
                </a:cubicBezTo>
                <a:cubicBezTo>
                  <a:pt x="76" y="161"/>
                  <a:pt x="76" y="161"/>
                  <a:pt x="76" y="161"/>
                </a:cubicBezTo>
                <a:cubicBezTo>
                  <a:pt x="33" y="159"/>
                  <a:pt x="0" y="124"/>
                  <a:pt x="0" y="81"/>
                </a:cubicBezTo>
                <a:cubicBezTo>
                  <a:pt x="0" y="36"/>
                  <a:pt x="36" y="0"/>
                  <a:pt x="80" y="0"/>
                </a:cubicBezTo>
                <a:cubicBezTo>
                  <a:pt x="124" y="0"/>
                  <a:pt x="160" y="36"/>
                  <a:pt x="160" y="81"/>
                </a:cubicBezTo>
                <a:cubicBezTo>
                  <a:pt x="160" y="100"/>
                  <a:pt x="153" y="118"/>
                  <a:pt x="142" y="132"/>
                </a:cubicBezTo>
                <a:cubicBezTo>
                  <a:pt x="176" y="132"/>
                  <a:pt x="176" y="132"/>
                  <a:pt x="176" y="132"/>
                </a:cubicBezTo>
                <a:cubicBezTo>
                  <a:pt x="187" y="132"/>
                  <a:pt x="196" y="141"/>
                  <a:pt x="196" y="152"/>
                </a:cubicBezTo>
                <a:cubicBezTo>
                  <a:pt x="196" y="176"/>
                  <a:pt x="196" y="176"/>
                  <a:pt x="196" y="176"/>
                </a:cubicBezTo>
                <a:cubicBezTo>
                  <a:pt x="196" y="187"/>
                  <a:pt x="187" y="196"/>
                  <a:pt x="176" y="196"/>
                </a:cubicBezTo>
                <a:close/>
                <a:moveTo>
                  <a:pt x="93" y="185"/>
                </a:moveTo>
                <a:cubicBezTo>
                  <a:pt x="101" y="185"/>
                  <a:pt x="101" y="185"/>
                  <a:pt x="101" y="185"/>
                </a:cubicBezTo>
                <a:cubicBezTo>
                  <a:pt x="101" y="176"/>
                  <a:pt x="101" y="176"/>
                  <a:pt x="101" y="176"/>
                </a:cubicBezTo>
                <a:cubicBezTo>
                  <a:pt x="104" y="172"/>
                  <a:pt x="104" y="172"/>
                  <a:pt x="104" y="172"/>
                </a:cubicBezTo>
                <a:cubicBezTo>
                  <a:pt x="110" y="185"/>
                  <a:pt x="110" y="185"/>
                  <a:pt x="110" y="185"/>
                </a:cubicBezTo>
                <a:cubicBezTo>
                  <a:pt x="119" y="185"/>
                  <a:pt x="119" y="185"/>
                  <a:pt x="119" y="185"/>
                </a:cubicBezTo>
                <a:cubicBezTo>
                  <a:pt x="109" y="167"/>
                  <a:pt x="109" y="167"/>
                  <a:pt x="109" y="167"/>
                </a:cubicBezTo>
                <a:cubicBezTo>
                  <a:pt x="117" y="155"/>
                  <a:pt x="117" y="155"/>
                  <a:pt x="117" y="155"/>
                </a:cubicBezTo>
                <a:cubicBezTo>
                  <a:pt x="109" y="155"/>
                  <a:pt x="109" y="155"/>
                  <a:pt x="109" y="155"/>
                </a:cubicBezTo>
                <a:cubicBezTo>
                  <a:pt x="101" y="166"/>
                  <a:pt x="101" y="166"/>
                  <a:pt x="101" y="166"/>
                </a:cubicBezTo>
                <a:cubicBezTo>
                  <a:pt x="101" y="166"/>
                  <a:pt x="101" y="166"/>
                  <a:pt x="101" y="166"/>
                </a:cubicBezTo>
                <a:cubicBezTo>
                  <a:pt x="101" y="145"/>
                  <a:pt x="101" y="145"/>
                  <a:pt x="101" y="145"/>
                </a:cubicBezTo>
                <a:cubicBezTo>
                  <a:pt x="93" y="145"/>
                  <a:pt x="93" y="145"/>
                  <a:pt x="93" y="145"/>
                </a:cubicBezTo>
                <a:lnTo>
                  <a:pt x="93" y="185"/>
                </a:lnTo>
                <a:close/>
                <a:moveTo>
                  <a:pt x="152" y="81"/>
                </a:moveTo>
                <a:cubicBezTo>
                  <a:pt x="152" y="41"/>
                  <a:pt x="120" y="9"/>
                  <a:pt x="80" y="9"/>
                </a:cubicBezTo>
                <a:cubicBezTo>
                  <a:pt x="40" y="9"/>
                  <a:pt x="8" y="41"/>
                  <a:pt x="8" y="81"/>
                </a:cubicBezTo>
                <a:cubicBezTo>
                  <a:pt x="8" y="119"/>
                  <a:pt x="38" y="151"/>
                  <a:pt x="76" y="153"/>
                </a:cubicBezTo>
                <a:cubicBezTo>
                  <a:pt x="76" y="152"/>
                  <a:pt x="76" y="152"/>
                  <a:pt x="76" y="152"/>
                </a:cubicBezTo>
                <a:cubicBezTo>
                  <a:pt x="76" y="141"/>
                  <a:pt x="85" y="132"/>
                  <a:pt x="96" y="132"/>
                </a:cubicBezTo>
                <a:cubicBezTo>
                  <a:pt x="100" y="132"/>
                  <a:pt x="100" y="132"/>
                  <a:pt x="100" y="132"/>
                </a:cubicBezTo>
                <a:cubicBezTo>
                  <a:pt x="100" y="132"/>
                  <a:pt x="100" y="132"/>
                  <a:pt x="100" y="132"/>
                </a:cubicBezTo>
                <a:cubicBezTo>
                  <a:pt x="100" y="84"/>
                  <a:pt x="100" y="84"/>
                  <a:pt x="100" y="84"/>
                </a:cubicBezTo>
                <a:cubicBezTo>
                  <a:pt x="92" y="84"/>
                  <a:pt x="92" y="84"/>
                  <a:pt x="92" y="84"/>
                </a:cubicBezTo>
                <a:cubicBezTo>
                  <a:pt x="92" y="39"/>
                  <a:pt x="92" y="39"/>
                  <a:pt x="92" y="39"/>
                </a:cubicBezTo>
                <a:cubicBezTo>
                  <a:pt x="92" y="32"/>
                  <a:pt x="97" y="26"/>
                  <a:pt x="104" y="26"/>
                </a:cubicBezTo>
                <a:cubicBezTo>
                  <a:pt x="111" y="26"/>
                  <a:pt x="115" y="32"/>
                  <a:pt x="115" y="39"/>
                </a:cubicBezTo>
                <a:cubicBezTo>
                  <a:pt x="115" y="132"/>
                  <a:pt x="115" y="132"/>
                  <a:pt x="115" y="132"/>
                </a:cubicBezTo>
                <a:cubicBezTo>
                  <a:pt x="115" y="132"/>
                  <a:pt x="115" y="132"/>
                  <a:pt x="115" y="132"/>
                </a:cubicBezTo>
                <a:cubicBezTo>
                  <a:pt x="131" y="132"/>
                  <a:pt x="131" y="132"/>
                  <a:pt x="131" y="132"/>
                </a:cubicBezTo>
                <a:cubicBezTo>
                  <a:pt x="144" y="119"/>
                  <a:pt x="152" y="101"/>
                  <a:pt x="152" y="81"/>
                </a:cubicBezTo>
                <a:close/>
                <a:moveTo>
                  <a:pt x="132" y="159"/>
                </a:moveTo>
                <a:cubicBezTo>
                  <a:pt x="135" y="159"/>
                  <a:pt x="135" y="163"/>
                  <a:pt x="135" y="166"/>
                </a:cubicBezTo>
                <a:cubicBezTo>
                  <a:pt x="143" y="166"/>
                  <a:pt x="143" y="166"/>
                  <a:pt x="143" y="166"/>
                </a:cubicBezTo>
                <a:cubicBezTo>
                  <a:pt x="143" y="158"/>
                  <a:pt x="139" y="154"/>
                  <a:pt x="132" y="154"/>
                </a:cubicBezTo>
                <a:cubicBezTo>
                  <a:pt x="125" y="154"/>
                  <a:pt x="120" y="157"/>
                  <a:pt x="120" y="170"/>
                </a:cubicBezTo>
                <a:cubicBezTo>
                  <a:pt x="120" y="182"/>
                  <a:pt x="124" y="186"/>
                  <a:pt x="131" y="186"/>
                </a:cubicBezTo>
                <a:cubicBezTo>
                  <a:pt x="139" y="186"/>
                  <a:pt x="143" y="181"/>
                  <a:pt x="143" y="173"/>
                </a:cubicBezTo>
                <a:cubicBezTo>
                  <a:pt x="135" y="173"/>
                  <a:pt x="135" y="173"/>
                  <a:pt x="135" y="173"/>
                </a:cubicBezTo>
                <a:cubicBezTo>
                  <a:pt x="135" y="178"/>
                  <a:pt x="134" y="180"/>
                  <a:pt x="132" y="180"/>
                </a:cubicBezTo>
                <a:cubicBezTo>
                  <a:pt x="128" y="180"/>
                  <a:pt x="127" y="177"/>
                  <a:pt x="127" y="170"/>
                </a:cubicBezTo>
                <a:cubicBezTo>
                  <a:pt x="127" y="163"/>
                  <a:pt x="128" y="159"/>
                  <a:pt x="132" y="159"/>
                </a:cubicBezTo>
                <a:close/>
                <a:moveTo>
                  <a:pt x="168" y="179"/>
                </a:moveTo>
                <a:cubicBezTo>
                  <a:pt x="168" y="163"/>
                  <a:pt x="168" y="163"/>
                  <a:pt x="168" y="163"/>
                </a:cubicBezTo>
                <a:cubicBezTo>
                  <a:pt x="168" y="158"/>
                  <a:pt x="166" y="154"/>
                  <a:pt x="157" y="154"/>
                </a:cubicBezTo>
                <a:cubicBezTo>
                  <a:pt x="151" y="154"/>
                  <a:pt x="147" y="156"/>
                  <a:pt x="147" y="163"/>
                </a:cubicBezTo>
                <a:cubicBezTo>
                  <a:pt x="147" y="164"/>
                  <a:pt x="147" y="164"/>
                  <a:pt x="147" y="164"/>
                </a:cubicBezTo>
                <a:cubicBezTo>
                  <a:pt x="154" y="164"/>
                  <a:pt x="154" y="164"/>
                  <a:pt x="154" y="164"/>
                </a:cubicBezTo>
                <a:cubicBezTo>
                  <a:pt x="154" y="163"/>
                  <a:pt x="154" y="163"/>
                  <a:pt x="154" y="163"/>
                </a:cubicBezTo>
                <a:cubicBezTo>
                  <a:pt x="154" y="161"/>
                  <a:pt x="155" y="159"/>
                  <a:pt x="157" y="159"/>
                </a:cubicBezTo>
                <a:cubicBezTo>
                  <a:pt x="160" y="159"/>
                  <a:pt x="161" y="161"/>
                  <a:pt x="161" y="163"/>
                </a:cubicBezTo>
                <a:cubicBezTo>
                  <a:pt x="161" y="165"/>
                  <a:pt x="160" y="166"/>
                  <a:pt x="158" y="166"/>
                </a:cubicBezTo>
                <a:cubicBezTo>
                  <a:pt x="153" y="168"/>
                  <a:pt x="153" y="168"/>
                  <a:pt x="153" y="168"/>
                </a:cubicBezTo>
                <a:cubicBezTo>
                  <a:pt x="148" y="169"/>
                  <a:pt x="146" y="171"/>
                  <a:pt x="146" y="177"/>
                </a:cubicBezTo>
                <a:cubicBezTo>
                  <a:pt x="146" y="181"/>
                  <a:pt x="148" y="186"/>
                  <a:pt x="153" y="186"/>
                </a:cubicBezTo>
                <a:cubicBezTo>
                  <a:pt x="157" y="186"/>
                  <a:pt x="159" y="185"/>
                  <a:pt x="161" y="182"/>
                </a:cubicBezTo>
                <a:cubicBezTo>
                  <a:pt x="161" y="182"/>
                  <a:pt x="161" y="182"/>
                  <a:pt x="161" y="182"/>
                </a:cubicBezTo>
                <a:cubicBezTo>
                  <a:pt x="161" y="183"/>
                  <a:pt x="161" y="184"/>
                  <a:pt x="162" y="185"/>
                </a:cubicBezTo>
                <a:cubicBezTo>
                  <a:pt x="169" y="185"/>
                  <a:pt x="169" y="185"/>
                  <a:pt x="169" y="185"/>
                </a:cubicBezTo>
                <a:cubicBezTo>
                  <a:pt x="168" y="183"/>
                  <a:pt x="168" y="182"/>
                  <a:pt x="168" y="179"/>
                </a:cubicBezTo>
                <a:close/>
                <a:moveTo>
                  <a:pt x="182" y="145"/>
                </a:moveTo>
                <a:cubicBezTo>
                  <a:pt x="174" y="145"/>
                  <a:pt x="174" y="145"/>
                  <a:pt x="174" y="145"/>
                </a:cubicBezTo>
                <a:cubicBezTo>
                  <a:pt x="174" y="185"/>
                  <a:pt x="174" y="185"/>
                  <a:pt x="174" y="185"/>
                </a:cubicBezTo>
                <a:cubicBezTo>
                  <a:pt x="182" y="185"/>
                  <a:pt x="182" y="185"/>
                  <a:pt x="182" y="185"/>
                </a:cubicBezTo>
                <a:lnTo>
                  <a:pt x="182" y="145"/>
                </a:lnTo>
                <a:close/>
                <a:moveTo>
                  <a:pt x="156" y="180"/>
                </a:moveTo>
                <a:cubicBezTo>
                  <a:pt x="154" y="180"/>
                  <a:pt x="153" y="178"/>
                  <a:pt x="153" y="176"/>
                </a:cubicBezTo>
                <a:cubicBezTo>
                  <a:pt x="153" y="173"/>
                  <a:pt x="154" y="172"/>
                  <a:pt x="158" y="171"/>
                </a:cubicBezTo>
                <a:cubicBezTo>
                  <a:pt x="158" y="171"/>
                  <a:pt x="160" y="170"/>
                  <a:pt x="161" y="170"/>
                </a:cubicBezTo>
                <a:cubicBezTo>
                  <a:pt x="161" y="176"/>
                  <a:pt x="161" y="176"/>
                  <a:pt x="161" y="176"/>
                </a:cubicBezTo>
                <a:cubicBezTo>
                  <a:pt x="161" y="179"/>
                  <a:pt x="158" y="180"/>
                  <a:pt x="156" y="180"/>
                </a:cubicBezTo>
                <a:close/>
                <a:moveTo>
                  <a:pt x="71" y="72"/>
                </a:moveTo>
                <a:cubicBezTo>
                  <a:pt x="71" y="132"/>
                  <a:pt x="71" y="132"/>
                  <a:pt x="71" y="132"/>
                </a:cubicBezTo>
                <a:cubicBezTo>
                  <a:pt x="71" y="134"/>
                  <a:pt x="69" y="136"/>
                  <a:pt x="67" y="136"/>
                </a:cubicBezTo>
                <a:cubicBezTo>
                  <a:pt x="59" y="136"/>
                  <a:pt x="59" y="136"/>
                  <a:pt x="59" y="136"/>
                </a:cubicBezTo>
                <a:cubicBezTo>
                  <a:pt x="57" y="136"/>
                  <a:pt x="55" y="134"/>
                  <a:pt x="55" y="132"/>
                </a:cubicBezTo>
                <a:cubicBezTo>
                  <a:pt x="55" y="72"/>
                  <a:pt x="55" y="72"/>
                  <a:pt x="55" y="72"/>
                </a:cubicBezTo>
                <a:cubicBezTo>
                  <a:pt x="51" y="72"/>
                  <a:pt x="45" y="68"/>
                  <a:pt x="45" y="64"/>
                </a:cubicBezTo>
                <a:cubicBezTo>
                  <a:pt x="45" y="25"/>
                  <a:pt x="45" y="25"/>
                  <a:pt x="45" y="25"/>
                </a:cubicBezTo>
                <a:cubicBezTo>
                  <a:pt x="54" y="25"/>
                  <a:pt x="54" y="25"/>
                  <a:pt x="54" y="25"/>
                </a:cubicBezTo>
                <a:cubicBezTo>
                  <a:pt x="54" y="60"/>
                  <a:pt x="54" y="60"/>
                  <a:pt x="54" y="60"/>
                </a:cubicBezTo>
                <a:cubicBezTo>
                  <a:pt x="58" y="60"/>
                  <a:pt x="58" y="60"/>
                  <a:pt x="58" y="60"/>
                </a:cubicBezTo>
                <a:cubicBezTo>
                  <a:pt x="58" y="25"/>
                  <a:pt x="58" y="25"/>
                  <a:pt x="58" y="25"/>
                </a:cubicBezTo>
                <a:cubicBezTo>
                  <a:pt x="67" y="25"/>
                  <a:pt x="67" y="25"/>
                  <a:pt x="67" y="25"/>
                </a:cubicBezTo>
                <a:cubicBezTo>
                  <a:pt x="67" y="60"/>
                  <a:pt x="67" y="60"/>
                  <a:pt x="67" y="60"/>
                </a:cubicBezTo>
                <a:cubicBezTo>
                  <a:pt x="71" y="60"/>
                  <a:pt x="71" y="60"/>
                  <a:pt x="71" y="60"/>
                </a:cubicBezTo>
                <a:cubicBezTo>
                  <a:pt x="71" y="60"/>
                  <a:pt x="71" y="60"/>
                  <a:pt x="71" y="60"/>
                </a:cubicBezTo>
                <a:cubicBezTo>
                  <a:pt x="71" y="25"/>
                  <a:pt x="71" y="25"/>
                  <a:pt x="71" y="25"/>
                </a:cubicBezTo>
                <a:cubicBezTo>
                  <a:pt x="80" y="25"/>
                  <a:pt x="80" y="25"/>
                  <a:pt x="80" y="25"/>
                </a:cubicBezTo>
                <a:cubicBezTo>
                  <a:pt x="80" y="68"/>
                  <a:pt x="80" y="68"/>
                  <a:pt x="80" y="68"/>
                </a:cubicBezTo>
                <a:cubicBezTo>
                  <a:pt x="80" y="64"/>
                  <a:pt x="80" y="64"/>
                  <a:pt x="80" y="64"/>
                </a:cubicBezTo>
                <a:cubicBezTo>
                  <a:pt x="80" y="68"/>
                  <a:pt x="76" y="72"/>
                  <a:pt x="71" y="72"/>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32"/>
          <p:cNvSpPr>
            <a:spLocks noEditPoints="1"/>
          </p:cNvSpPr>
          <p:nvPr/>
        </p:nvSpPr>
        <p:spPr bwMode="auto">
          <a:xfrm>
            <a:off x="11590862" y="1625513"/>
            <a:ext cx="395288" cy="393700"/>
          </a:xfrm>
          <a:custGeom>
            <a:avLst/>
            <a:gdLst>
              <a:gd name="T0" fmla="*/ 100 w 200"/>
              <a:gd name="T1" fmla="*/ 199 h 199"/>
              <a:gd name="T2" fmla="*/ 0 w 200"/>
              <a:gd name="T3" fmla="*/ 99 h 199"/>
              <a:gd name="T4" fmla="*/ 100 w 200"/>
              <a:gd name="T5" fmla="*/ 0 h 199"/>
              <a:gd name="T6" fmla="*/ 200 w 200"/>
              <a:gd name="T7" fmla="*/ 99 h 199"/>
              <a:gd name="T8" fmla="*/ 100 w 200"/>
              <a:gd name="T9" fmla="*/ 199 h 199"/>
              <a:gd name="T10" fmla="*/ 166 w 200"/>
              <a:gd name="T11" fmla="*/ 152 h 199"/>
              <a:gd name="T12" fmla="*/ 180 w 200"/>
              <a:gd name="T13" fmla="*/ 127 h 199"/>
              <a:gd name="T14" fmla="*/ 146 w 200"/>
              <a:gd name="T15" fmla="*/ 132 h 199"/>
              <a:gd name="T16" fmla="*/ 29 w 200"/>
              <a:gd name="T17" fmla="*/ 53 h 199"/>
              <a:gd name="T18" fmla="*/ 19 w 200"/>
              <a:gd name="T19" fmla="*/ 75 h 199"/>
              <a:gd name="T20" fmla="*/ 127 w 200"/>
              <a:gd name="T21" fmla="*/ 160 h 199"/>
              <a:gd name="T22" fmla="*/ 166 w 200"/>
              <a:gd name="T23" fmla="*/ 152 h 199"/>
              <a:gd name="T24" fmla="*/ 147 w 200"/>
              <a:gd name="T25" fmla="*/ 113 h 199"/>
              <a:gd name="T26" fmla="*/ 184 w 200"/>
              <a:gd name="T27" fmla="*/ 106 h 199"/>
              <a:gd name="T28" fmla="*/ 185 w 200"/>
              <a:gd name="T29" fmla="*/ 99 h 199"/>
              <a:gd name="T30" fmla="*/ 182 w 200"/>
              <a:gd name="T31" fmla="*/ 78 h 199"/>
              <a:gd name="T32" fmla="*/ 166 w 200"/>
              <a:gd name="T33" fmla="*/ 79 h 199"/>
              <a:gd name="T34" fmla="*/ 76 w 200"/>
              <a:gd name="T35" fmla="*/ 18 h 199"/>
              <a:gd name="T36" fmla="*/ 43 w 200"/>
              <a:gd name="T37" fmla="*/ 37 h 199"/>
              <a:gd name="T38" fmla="*/ 147 w 200"/>
              <a:gd name="T39" fmla="*/ 113 h 199"/>
              <a:gd name="T40" fmla="*/ 100 w 200"/>
              <a:gd name="T41" fmla="*/ 184 h 199"/>
              <a:gd name="T42" fmla="*/ 138 w 200"/>
              <a:gd name="T43" fmla="*/ 175 h 199"/>
              <a:gd name="T44" fmla="*/ 126 w 200"/>
              <a:gd name="T45" fmla="*/ 176 h 199"/>
              <a:gd name="T46" fmla="*/ 16 w 200"/>
              <a:gd name="T47" fmla="*/ 112 h 199"/>
              <a:gd name="T48" fmla="*/ 100 w 200"/>
              <a:gd name="T49" fmla="*/ 184 h 199"/>
              <a:gd name="T50" fmla="*/ 100 w 200"/>
              <a:gd name="T51" fmla="*/ 15 h 199"/>
              <a:gd name="T52" fmla="*/ 90 w 200"/>
              <a:gd name="T53" fmla="*/ 15 h 199"/>
              <a:gd name="T54" fmla="*/ 167 w 200"/>
              <a:gd name="T55" fmla="*/ 64 h 199"/>
              <a:gd name="T56" fmla="*/ 177 w 200"/>
              <a:gd name="T57" fmla="*/ 64 h 199"/>
              <a:gd name="T58" fmla="*/ 100 w 200"/>
              <a:gd name="T59" fmla="*/ 15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0" h="199">
                <a:moveTo>
                  <a:pt x="100" y="199"/>
                </a:moveTo>
                <a:cubicBezTo>
                  <a:pt x="45" y="199"/>
                  <a:pt x="0" y="155"/>
                  <a:pt x="0" y="99"/>
                </a:cubicBezTo>
                <a:cubicBezTo>
                  <a:pt x="0" y="44"/>
                  <a:pt x="45" y="0"/>
                  <a:pt x="100" y="0"/>
                </a:cubicBezTo>
                <a:cubicBezTo>
                  <a:pt x="155" y="0"/>
                  <a:pt x="200" y="44"/>
                  <a:pt x="200" y="99"/>
                </a:cubicBezTo>
                <a:cubicBezTo>
                  <a:pt x="200" y="155"/>
                  <a:pt x="155" y="199"/>
                  <a:pt x="100" y="199"/>
                </a:cubicBezTo>
                <a:close/>
                <a:moveTo>
                  <a:pt x="166" y="152"/>
                </a:moveTo>
                <a:cubicBezTo>
                  <a:pt x="172" y="145"/>
                  <a:pt x="177" y="136"/>
                  <a:pt x="180" y="127"/>
                </a:cubicBezTo>
                <a:cubicBezTo>
                  <a:pt x="169" y="130"/>
                  <a:pt x="158" y="132"/>
                  <a:pt x="146" y="132"/>
                </a:cubicBezTo>
                <a:cubicBezTo>
                  <a:pt x="94" y="132"/>
                  <a:pt x="48" y="99"/>
                  <a:pt x="29" y="53"/>
                </a:cubicBezTo>
                <a:cubicBezTo>
                  <a:pt x="25" y="60"/>
                  <a:pt x="21" y="67"/>
                  <a:pt x="19" y="75"/>
                </a:cubicBezTo>
                <a:cubicBezTo>
                  <a:pt x="31" y="124"/>
                  <a:pt x="74" y="160"/>
                  <a:pt x="127" y="160"/>
                </a:cubicBezTo>
                <a:cubicBezTo>
                  <a:pt x="140" y="160"/>
                  <a:pt x="154" y="157"/>
                  <a:pt x="166" y="152"/>
                </a:cubicBezTo>
                <a:close/>
                <a:moveTo>
                  <a:pt x="147" y="113"/>
                </a:moveTo>
                <a:cubicBezTo>
                  <a:pt x="160" y="113"/>
                  <a:pt x="173" y="110"/>
                  <a:pt x="184" y="106"/>
                </a:cubicBezTo>
                <a:cubicBezTo>
                  <a:pt x="184" y="104"/>
                  <a:pt x="185" y="102"/>
                  <a:pt x="185" y="99"/>
                </a:cubicBezTo>
                <a:cubicBezTo>
                  <a:pt x="185" y="92"/>
                  <a:pt x="184" y="85"/>
                  <a:pt x="182" y="78"/>
                </a:cubicBezTo>
                <a:cubicBezTo>
                  <a:pt x="177" y="79"/>
                  <a:pt x="172" y="79"/>
                  <a:pt x="166" y="79"/>
                </a:cubicBezTo>
                <a:cubicBezTo>
                  <a:pt x="126" y="79"/>
                  <a:pt x="91" y="54"/>
                  <a:pt x="76" y="18"/>
                </a:cubicBezTo>
                <a:cubicBezTo>
                  <a:pt x="64" y="22"/>
                  <a:pt x="53" y="28"/>
                  <a:pt x="43" y="37"/>
                </a:cubicBezTo>
                <a:cubicBezTo>
                  <a:pt x="57" y="81"/>
                  <a:pt x="98" y="113"/>
                  <a:pt x="147" y="113"/>
                </a:cubicBezTo>
                <a:close/>
                <a:moveTo>
                  <a:pt x="100" y="184"/>
                </a:moveTo>
                <a:cubicBezTo>
                  <a:pt x="114" y="184"/>
                  <a:pt x="126" y="181"/>
                  <a:pt x="138" y="175"/>
                </a:cubicBezTo>
                <a:cubicBezTo>
                  <a:pt x="134" y="175"/>
                  <a:pt x="130" y="176"/>
                  <a:pt x="126" y="176"/>
                </a:cubicBezTo>
                <a:cubicBezTo>
                  <a:pt x="79" y="176"/>
                  <a:pt x="38" y="150"/>
                  <a:pt x="16" y="112"/>
                </a:cubicBezTo>
                <a:cubicBezTo>
                  <a:pt x="22" y="153"/>
                  <a:pt x="58" y="184"/>
                  <a:pt x="100" y="184"/>
                </a:cubicBezTo>
                <a:close/>
                <a:moveTo>
                  <a:pt x="100" y="15"/>
                </a:moveTo>
                <a:cubicBezTo>
                  <a:pt x="97" y="15"/>
                  <a:pt x="94" y="15"/>
                  <a:pt x="90" y="15"/>
                </a:cubicBezTo>
                <a:cubicBezTo>
                  <a:pt x="104" y="44"/>
                  <a:pt x="133" y="64"/>
                  <a:pt x="167" y="64"/>
                </a:cubicBezTo>
                <a:cubicBezTo>
                  <a:pt x="170" y="64"/>
                  <a:pt x="173" y="64"/>
                  <a:pt x="177" y="64"/>
                </a:cubicBezTo>
                <a:cubicBezTo>
                  <a:pt x="163" y="35"/>
                  <a:pt x="134" y="15"/>
                  <a:pt x="100" y="15"/>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33"/>
          <p:cNvSpPr>
            <a:spLocks noEditPoints="1"/>
          </p:cNvSpPr>
          <p:nvPr/>
        </p:nvSpPr>
        <p:spPr bwMode="auto">
          <a:xfrm>
            <a:off x="8677799" y="2536825"/>
            <a:ext cx="395288" cy="344488"/>
          </a:xfrm>
          <a:custGeom>
            <a:avLst/>
            <a:gdLst>
              <a:gd name="T0" fmla="*/ 60 w 200"/>
              <a:gd name="T1" fmla="*/ 106 h 174"/>
              <a:gd name="T2" fmla="*/ 62 w 200"/>
              <a:gd name="T3" fmla="*/ 114 h 174"/>
              <a:gd name="T4" fmla="*/ 192 w 200"/>
              <a:gd name="T5" fmla="*/ 126 h 174"/>
              <a:gd name="T6" fmla="*/ 53 w 200"/>
              <a:gd name="T7" fmla="*/ 98 h 174"/>
              <a:gd name="T8" fmla="*/ 20 w 200"/>
              <a:gd name="T9" fmla="*/ 16 h 174"/>
              <a:gd name="T10" fmla="*/ 10 w 200"/>
              <a:gd name="T11" fmla="*/ 0 h 174"/>
              <a:gd name="T12" fmla="*/ 33 w 200"/>
              <a:gd name="T13" fmla="*/ 8 h 174"/>
              <a:gd name="T14" fmla="*/ 191 w 200"/>
              <a:gd name="T15" fmla="*/ 28 h 174"/>
              <a:gd name="T16" fmla="*/ 191 w 200"/>
              <a:gd name="T17" fmla="*/ 39 h 174"/>
              <a:gd name="T18" fmla="*/ 191 w 200"/>
              <a:gd name="T19" fmla="*/ 36 h 174"/>
              <a:gd name="T20" fmla="*/ 191 w 200"/>
              <a:gd name="T21" fmla="*/ 41 h 174"/>
              <a:gd name="T22" fmla="*/ 200 w 200"/>
              <a:gd name="T23" fmla="*/ 39 h 174"/>
              <a:gd name="T24" fmla="*/ 200 w 200"/>
              <a:gd name="T25" fmla="*/ 91 h 174"/>
              <a:gd name="T26" fmla="*/ 76 w 200"/>
              <a:gd name="T27" fmla="*/ 98 h 174"/>
              <a:gd name="T28" fmla="*/ 62 w 200"/>
              <a:gd name="T29" fmla="*/ 98 h 174"/>
              <a:gd name="T30" fmla="*/ 72 w 200"/>
              <a:gd name="T31" fmla="*/ 73 h 174"/>
              <a:gd name="T32" fmla="*/ 65 w 200"/>
              <a:gd name="T33" fmla="*/ 31 h 174"/>
              <a:gd name="T34" fmla="*/ 66 w 200"/>
              <a:gd name="T35" fmla="*/ 41 h 174"/>
              <a:gd name="T36" fmla="*/ 47 w 200"/>
              <a:gd name="T37" fmla="*/ 47 h 174"/>
              <a:gd name="T38" fmla="*/ 67 w 200"/>
              <a:gd name="T39" fmla="*/ 47 h 174"/>
              <a:gd name="T40" fmla="*/ 53 w 200"/>
              <a:gd name="T41" fmla="*/ 67 h 174"/>
              <a:gd name="T42" fmla="*/ 96 w 200"/>
              <a:gd name="T43" fmla="*/ 32 h 174"/>
              <a:gd name="T44" fmla="*/ 96 w 200"/>
              <a:gd name="T45" fmla="*/ 41 h 174"/>
              <a:gd name="T46" fmla="*/ 74 w 200"/>
              <a:gd name="T47" fmla="*/ 47 h 174"/>
              <a:gd name="T48" fmla="*/ 97 w 200"/>
              <a:gd name="T49" fmla="*/ 47 h 174"/>
              <a:gd name="T50" fmla="*/ 77 w 200"/>
              <a:gd name="T51" fmla="*/ 67 h 174"/>
              <a:gd name="T52" fmla="*/ 98 w 200"/>
              <a:gd name="T53" fmla="*/ 73 h 174"/>
              <a:gd name="T54" fmla="*/ 99 w 200"/>
              <a:gd name="T55" fmla="*/ 79 h 174"/>
              <a:gd name="T56" fmla="*/ 80 w 200"/>
              <a:gd name="T57" fmla="*/ 85 h 174"/>
              <a:gd name="T58" fmla="*/ 99 w 200"/>
              <a:gd name="T59" fmla="*/ 85 h 174"/>
              <a:gd name="T60" fmla="*/ 103 w 200"/>
              <a:gd name="T61" fmla="*/ 41 h 174"/>
              <a:gd name="T62" fmla="*/ 129 w 200"/>
              <a:gd name="T63" fmla="*/ 47 h 174"/>
              <a:gd name="T64" fmla="*/ 129 w 200"/>
              <a:gd name="T65" fmla="*/ 54 h 174"/>
              <a:gd name="T66" fmla="*/ 104 w 200"/>
              <a:gd name="T67" fmla="*/ 60 h 174"/>
              <a:gd name="T68" fmla="*/ 129 w 200"/>
              <a:gd name="T69" fmla="*/ 60 h 174"/>
              <a:gd name="T70" fmla="*/ 105 w 200"/>
              <a:gd name="T71" fmla="*/ 79 h 174"/>
              <a:gd name="T72" fmla="*/ 131 w 200"/>
              <a:gd name="T73" fmla="*/ 85 h 174"/>
              <a:gd name="T74" fmla="*/ 131 w 200"/>
              <a:gd name="T75" fmla="*/ 96 h 174"/>
              <a:gd name="T76" fmla="*/ 134 w 200"/>
              <a:gd name="T77" fmla="*/ 34 h 174"/>
              <a:gd name="T78" fmla="*/ 163 w 200"/>
              <a:gd name="T79" fmla="*/ 35 h 174"/>
              <a:gd name="T80" fmla="*/ 135 w 200"/>
              <a:gd name="T81" fmla="*/ 54 h 174"/>
              <a:gd name="T82" fmla="*/ 163 w 200"/>
              <a:gd name="T83" fmla="*/ 60 h 174"/>
              <a:gd name="T84" fmla="*/ 163 w 200"/>
              <a:gd name="T85" fmla="*/ 67 h 174"/>
              <a:gd name="T86" fmla="*/ 136 w 200"/>
              <a:gd name="T87" fmla="*/ 73 h 174"/>
              <a:gd name="T88" fmla="*/ 163 w 200"/>
              <a:gd name="T89" fmla="*/ 73 h 174"/>
              <a:gd name="T90" fmla="*/ 137 w 200"/>
              <a:gd name="T91" fmla="*/ 96 h 174"/>
              <a:gd name="T92" fmla="*/ 191 w 200"/>
              <a:gd name="T93" fmla="*/ 47 h 174"/>
              <a:gd name="T94" fmla="*/ 191 w 200"/>
              <a:gd name="T95" fmla="*/ 54 h 174"/>
              <a:gd name="T96" fmla="*/ 169 w 200"/>
              <a:gd name="T97" fmla="*/ 60 h 174"/>
              <a:gd name="T98" fmla="*/ 191 w 200"/>
              <a:gd name="T99" fmla="*/ 60 h 174"/>
              <a:gd name="T100" fmla="*/ 169 w 200"/>
              <a:gd name="T101" fmla="*/ 79 h 174"/>
              <a:gd name="T102" fmla="*/ 191 w 200"/>
              <a:gd name="T103" fmla="*/ 85 h 174"/>
              <a:gd name="T104" fmla="*/ 191 w 200"/>
              <a:gd name="T105" fmla="*/ 95 h 174"/>
              <a:gd name="T106" fmla="*/ 191 w 200"/>
              <a:gd name="T107" fmla="*/ 85 h 174"/>
              <a:gd name="T108" fmla="*/ 85 w 200"/>
              <a:gd name="T109" fmla="*/ 174 h 174"/>
              <a:gd name="T110" fmla="*/ 85 w 200"/>
              <a:gd name="T111" fmla="*/ 163 h 174"/>
              <a:gd name="T112" fmla="*/ 76 w 200"/>
              <a:gd name="T113" fmla="*/ 153 h 174"/>
              <a:gd name="T114" fmla="*/ 191 w 200"/>
              <a:gd name="T115" fmla="*/ 153 h 174"/>
              <a:gd name="T116" fmla="*/ 171 w 200"/>
              <a:gd name="T117" fmla="*/ 133 h 174"/>
              <a:gd name="T118" fmla="*/ 171 w 200"/>
              <a:gd name="T119" fmla="*/ 14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0" h="174">
                <a:moveTo>
                  <a:pt x="191" y="102"/>
                </a:moveTo>
                <a:cubicBezTo>
                  <a:pt x="191" y="102"/>
                  <a:pt x="191" y="102"/>
                  <a:pt x="191" y="102"/>
                </a:cubicBezTo>
                <a:cubicBezTo>
                  <a:pt x="60" y="106"/>
                  <a:pt x="60" y="106"/>
                  <a:pt x="60" y="106"/>
                </a:cubicBezTo>
                <a:cubicBezTo>
                  <a:pt x="60" y="106"/>
                  <a:pt x="60" y="106"/>
                  <a:pt x="60" y="106"/>
                </a:cubicBezTo>
                <a:cubicBezTo>
                  <a:pt x="54" y="106"/>
                  <a:pt x="53" y="114"/>
                  <a:pt x="61" y="114"/>
                </a:cubicBezTo>
                <a:cubicBezTo>
                  <a:pt x="61" y="114"/>
                  <a:pt x="61" y="114"/>
                  <a:pt x="62" y="114"/>
                </a:cubicBezTo>
                <a:cubicBezTo>
                  <a:pt x="192" y="114"/>
                  <a:pt x="192" y="114"/>
                  <a:pt x="192" y="114"/>
                </a:cubicBezTo>
                <a:cubicBezTo>
                  <a:pt x="195" y="114"/>
                  <a:pt x="197" y="116"/>
                  <a:pt x="197" y="118"/>
                </a:cubicBezTo>
                <a:cubicBezTo>
                  <a:pt x="197" y="121"/>
                  <a:pt x="195" y="126"/>
                  <a:pt x="192" y="126"/>
                </a:cubicBezTo>
                <a:cubicBezTo>
                  <a:pt x="62" y="126"/>
                  <a:pt x="62" y="126"/>
                  <a:pt x="62" y="126"/>
                </a:cubicBezTo>
                <a:cubicBezTo>
                  <a:pt x="61" y="126"/>
                  <a:pt x="61" y="126"/>
                  <a:pt x="61" y="126"/>
                </a:cubicBezTo>
                <a:cubicBezTo>
                  <a:pt x="40" y="126"/>
                  <a:pt x="42" y="98"/>
                  <a:pt x="53" y="98"/>
                </a:cubicBezTo>
                <a:cubicBezTo>
                  <a:pt x="53" y="98"/>
                  <a:pt x="53" y="98"/>
                  <a:pt x="54" y="98"/>
                </a:cubicBezTo>
                <a:cubicBezTo>
                  <a:pt x="29" y="16"/>
                  <a:pt x="29" y="16"/>
                  <a:pt x="29" y="16"/>
                </a:cubicBezTo>
                <a:cubicBezTo>
                  <a:pt x="20" y="16"/>
                  <a:pt x="20" y="16"/>
                  <a:pt x="20" y="16"/>
                </a:cubicBezTo>
                <a:cubicBezTo>
                  <a:pt x="18" y="19"/>
                  <a:pt x="15" y="22"/>
                  <a:pt x="10" y="22"/>
                </a:cubicBezTo>
                <a:cubicBezTo>
                  <a:pt x="4" y="22"/>
                  <a:pt x="0" y="17"/>
                  <a:pt x="0" y="11"/>
                </a:cubicBezTo>
                <a:cubicBezTo>
                  <a:pt x="0" y="5"/>
                  <a:pt x="4" y="0"/>
                  <a:pt x="10" y="0"/>
                </a:cubicBezTo>
                <a:cubicBezTo>
                  <a:pt x="15" y="0"/>
                  <a:pt x="19" y="4"/>
                  <a:pt x="20" y="8"/>
                </a:cubicBezTo>
                <a:cubicBezTo>
                  <a:pt x="33" y="8"/>
                  <a:pt x="33" y="8"/>
                  <a:pt x="33" y="8"/>
                </a:cubicBezTo>
                <a:cubicBezTo>
                  <a:pt x="33" y="8"/>
                  <a:pt x="33" y="8"/>
                  <a:pt x="33" y="8"/>
                </a:cubicBezTo>
                <a:cubicBezTo>
                  <a:pt x="35" y="8"/>
                  <a:pt x="35" y="8"/>
                  <a:pt x="35" y="8"/>
                </a:cubicBezTo>
                <a:cubicBezTo>
                  <a:pt x="40" y="22"/>
                  <a:pt x="40" y="22"/>
                  <a:pt x="40" y="22"/>
                </a:cubicBezTo>
                <a:cubicBezTo>
                  <a:pt x="191" y="28"/>
                  <a:pt x="191" y="28"/>
                  <a:pt x="191" y="28"/>
                </a:cubicBezTo>
                <a:cubicBezTo>
                  <a:pt x="191" y="28"/>
                  <a:pt x="191" y="28"/>
                  <a:pt x="191" y="28"/>
                </a:cubicBezTo>
                <a:cubicBezTo>
                  <a:pt x="191" y="28"/>
                  <a:pt x="200" y="29"/>
                  <a:pt x="200" y="39"/>
                </a:cubicBezTo>
                <a:cubicBezTo>
                  <a:pt x="191" y="39"/>
                  <a:pt x="191" y="39"/>
                  <a:pt x="191" y="39"/>
                </a:cubicBezTo>
                <a:cubicBezTo>
                  <a:pt x="191" y="39"/>
                  <a:pt x="191" y="39"/>
                  <a:pt x="191" y="39"/>
                </a:cubicBezTo>
                <a:cubicBezTo>
                  <a:pt x="191" y="36"/>
                  <a:pt x="191" y="36"/>
                  <a:pt x="191" y="36"/>
                </a:cubicBezTo>
                <a:cubicBezTo>
                  <a:pt x="191" y="36"/>
                  <a:pt x="191" y="36"/>
                  <a:pt x="191" y="36"/>
                </a:cubicBezTo>
                <a:cubicBezTo>
                  <a:pt x="169" y="35"/>
                  <a:pt x="169" y="35"/>
                  <a:pt x="169" y="35"/>
                </a:cubicBezTo>
                <a:cubicBezTo>
                  <a:pt x="169" y="41"/>
                  <a:pt x="169" y="41"/>
                  <a:pt x="169" y="41"/>
                </a:cubicBezTo>
                <a:cubicBezTo>
                  <a:pt x="191" y="41"/>
                  <a:pt x="191" y="41"/>
                  <a:pt x="191" y="41"/>
                </a:cubicBezTo>
                <a:cubicBezTo>
                  <a:pt x="191" y="39"/>
                  <a:pt x="191" y="39"/>
                  <a:pt x="191" y="39"/>
                </a:cubicBezTo>
                <a:cubicBezTo>
                  <a:pt x="191" y="39"/>
                  <a:pt x="199" y="39"/>
                  <a:pt x="200" y="39"/>
                </a:cubicBezTo>
                <a:cubicBezTo>
                  <a:pt x="200" y="39"/>
                  <a:pt x="200" y="39"/>
                  <a:pt x="200" y="39"/>
                </a:cubicBezTo>
                <a:cubicBezTo>
                  <a:pt x="200" y="39"/>
                  <a:pt x="200" y="39"/>
                  <a:pt x="200" y="39"/>
                </a:cubicBezTo>
                <a:cubicBezTo>
                  <a:pt x="200" y="91"/>
                  <a:pt x="200" y="91"/>
                  <a:pt x="200" y="91"/>
                </a:cubicBezTo>
                <a:cubicBezTo>
                  <a:pt x="200" y="91"/>
                  <a:pt x="200" y="91"/>
                  <a:pt x="200" y="91"/>
                </a:cubicBezTo>
                <a:cubicBezTo>
                  <a:pt x="200" y="102"/>
                  <a:pt x="191" y="102"/>
                  <a:pt x="191" y="102"/>
                </a:cubicBezTo>
                <a:close/>
                <a:moveTo>
                  <a:pt x="62" y="98"/>
                </a:moveTo>
                <a:cubicBezTo>
                  <a:pt x="76" y="98"/>
                  <a:pt x="76" y="98"/>
                  <a:pt x="76" y="98"/>
                </a:cubicBezTo>
                <a:cubicBezTo>
                  <a:pt x="74" y="85"/>
                  <a:pt x="74" y="85"/>
                  <a:pt x="74" y="85"/>
                </a:cubicBezTo>
                <a:cubicBezTo>
                  <a:pt x="58" y="85"/>
                  <a:pt x="58" y="85"/>
                  <a:pt x="58" y="85"/>
                </a:cubicBezTo>
                <a:lnTo>
                  <a:pt x="62" y="98"/>
                </a:lnTo>
                <a:close/>
                <a:moveTo>
                  <a:pt x="57" y="79"/>
                </a:moveTo>
                <a:cubicBezTo>
                  <a:pt x="73" y="79"/>
                  <a:pt x="73" y="79"/>
                  <a:pt x="73" y="79"/>
                </a:cubicBezTo>
                <a:cubicBezTo>
                  <a:pt x="72" y="73"/>
                  <a:pt x="72" y="73"/>
                  <a:pt x="72" y="73"/>
                </a:cubicBezTo>
                <a:cubicBezTo>
                  <a:pt x="54" y="73"/>
                  <a:pt x="54" y="73"/>
                  <a:pt x="54" y="73"/>
                </a:cubicBezTo>
                <a:lnTo>
                  <a:pt x="57" y="79"/>
                </a:lnTo>
                <a:close/>
                <a:moveTo>
                  <a:pt x="65" y="31"/>
                </a:moveTo>
                <a:cubicBezTo>
                  <a:pt x="42" y="30"/>
                  <a:pt x="42" y="30"/>
                  <a:pt x="42" y="30"/>
                </a:cubicBezTo>
                <a:cubicBezTo>
                  <a:pt x="46" y="41"/>
                  <a:pt x="46" y="41"/>
                  <a:pt x="46" y="41"/>
                </a:cubicBezTo>
                <a:cubicBezTo>
                  <a:pt x="66" y="41"/>
                  <a:pt x="66" y="41"/>
                  <a:pt x="66" y="41"/>
                </a:cubicBezTo>
                <a:lnTo>
                  <a:pt x="65" y="31"/>
                </a:lnTo>
                <a:close/>
                <a:moveTo>
                  <a:pt x="67" y="47"/>
                </a:moveTo>
                <a:cubicBezTo>
                  <a:pt x="47" y="47"/>
                  <a:pt x="47" y="47"/>
                  <a:pt x="47" y="47"/>
                </a:cubicBezTo>
                <a:cubicBezTo>
                  <a:pt x="49" y="54"/>
                  <a:pt x="49" y="54"/>
                  <a:pt x="49" y="54"/>
                </a:cubicBezTo>
                <a:cubicBezTo>
                  <a:pt x="68" y="54"/>
                  <a:pt x="68" y="54"/>
                  <a:pt x="68" y="54"/>
                </a:cubicBezTo>
                <a:lnTo>
                  <a:pt x="67" y="47"/>
                </a:lnTo>
                <a:close/>
                <a:moveTo>
                  <a:pt x="69" y="60"/>
                </a:moveTo>
                <a:cubicBezTo>
                  <a:pt x="50" y="60"/>
                  <a:pt x="50" y="60"/>
                  <a:pt x="50" y="60"/>
                </a:cubicBezTo>
                <a:cubicBezTo>
                  <a:pt x="53" y="67"/>
                  <a:pt x="53" y="67"/>
                  <a:pt x="53" y="67"/>
                </a:cubicBezTo>
                <a:cubicBezTo>
                  <a:pt x="71" y="67"/>
                  <a:pt x="71" y="67"/>
                  <a:pt x="71" y="67"/>
                </a:cubicBezTo>
                <a:lnTo>
                  <a:pt x="69" y="60"/>
                </a:lnTo>
                <a:close/>
                <a:moveTo>
                  <a:pt x="96" y="32"/>
                </a:moveTo>
                <a:cubicBezTo>
                  <a:pt x="71" y="31"/>
                  <a:pt x="71" y="31"/>
                  <a:pt x="71" y="31"/>
                </a:cubicBezTo>
                <a:cubicBezTo>
                  <a:pt x="73" y="41"/>
                  <a:pt x="73" y="41"/>
                  <a:pt x="73" y="41"/>
                </a:cubicBezTo>
                <a:cubicBezTo>
                  <a:pt x="96" y="41"/>
                  <a:pt x="96" y="41"/>
                  <a:pt x="96" y="41"/>
                </a:cubicBezTo>
                <a:lnTo>
                  <a:pt x="96" y="32"/>
                </a:lnTo>
                <a:close/>
                <a:moveTo>
                  <a:pt x="97" y="47"/>
                </a:moveTo>
                <a:cubicBezTo>
                  <a:pt x="74" y="47"/>
                  <a:pt x="74" y="47"/>
                  <a:pt x="74" y="47"/>
                </a:cubicBezTo>
                <a:cubicBezTo>
                  <a:pt x="75" y="54"/>
                  <a:pt x="75" y="54"/>
                  <a:pt x="75" y="54"/>
                </a:cubicBezTo>
                <a:cubicBezTo>
                  <a:pt x="97" y="54"/>
                  <a:pt x="97" y="54"/>
                  <a:pt x="97" y="54"/>
                </a:cubicBezTo>
                <a:lnTo>
                  <a:pt x="97" y="47"/>
                </a:lnTo>
                <a:close/>
                <a:moveTo>
                  <a:pt x="97" y="60"/>
                </a:moveTo>
                <a:cubicBezTo>
                  <a:pt x="76" y="60"/>
                  <a:pt x="76" y="60"/>
                  <a:pt x="76" y="60"/>
                </a:cubicBezTo>
                <a:cubicBezTo>
                  <a:pt x="77" y="67"/>
                  <a:pt x="77" y="67"/>
                  <a:pt x="77" y="67"/>
                </a:cubicBezTo>
                <a:cubicBezTo>
                  <a:pt x="98" y="67"/>
                  <a:pt x="98" y="67"/>
                  <a:pt x="98" y="67"/>
                </a:cubicBezTo>
                <a:lnTo>
                  <a:pt x="97" y="60"/>
                </a:lnTo>
                <a:close/>
                <a:moveTo>
                  <a:pt x="98" y="73"/>
                </a:moveTo>
                <a:cubicBezTo>
                  <a:pt x="78" y="73"/>
                  <a:pt x="78" y="73"/>
                  <a:pt x="78" y="73"/>
                </a:cubicBezTo>
                <a:cubicBezTo>
                  <a:pt x="79" y="79"/>
                  <a:pt x="79" y="79"/>
                  <a:pt x="79" y="79"/>
                </a:cubicBezTo>
                <a:cubicBezTo>
                  <a:pt x="99" y="79"/>
                  <a:pt x="99" y="79"/>
                  <a:pt x="99" y="79"/>
                </a:cubicBezTo>
                <a:lnTo>
                  <a:pt x="98" y="73"/>
                </a:lnTo>
                <a:close/>
                <a:moveTo>
                  <a:pt x="99" y="85"/>
                </a:moveTo>
                <a:cubicBezTo>
                  <a:pt x="80" y="85"/>
                  <a:pt x="80" y="85"/>
                  <a:pt x="80" y="85"/>
                </a:cubicBezTo>
                <a:cubicBezTo>
                  <a:pt x="82" y="98"/>
                  <a:pt x="82" y="98"/>
                  <a:pt x="82" y="98"/>
                </a:cubicBezTo>
                <a:cubicBezTo>
                  <a:pt x="99" y="97"/>
                  <a:pt x="99" y="97"/>
                  <a:pt x="99" y="97"/>
                </a:cubicBezTo>
                <a:lnTo>
                  <a:pt x="99" y="85"/>
                </a:lnTo>
                <a:close/>
                <a:moveTo>
                  <a:pt x="128" y="33"/>
                </a:moveTo>
                <a:cubicBezTo>
                  <a:pt x="102" y="32"/>
                  <a:pt x="102" y="32"/>
                  <a:pt x="102" y="32"/>
                </a:cubicBezTo>
                <a:cubicBezTo>
                  <a:pt x="103" y="41"/>
                  <a:pt x="103" y="41"/>
                  <a:pt x="103" y="41"/>
                </a:cubicBezTo>
                <a:cubicBezTo>
                  <a:pt x="129" y="41"/>
                  <a:pt x="129" y="41"/>
                  <a:pt x="129" y="41"/>
                </a:cubicBezTo>
                <a:lnTo>
                  <a:pt x="128" y="33"/>
                </a:lnTo>
                <a:close/>
                <a:moveTo>
                  <a:pt x="129" y="47"/>
                </a:moveTo>
                <a:cubicBezTo>
                  <a:pt x="103" y="47"/>
                  <a:pt x="103" y="47"/>
                  <a:pt x="103" y="47"/>
                </a:cubicBezTo>
                <a:cubicBezTo>
                  <a:pt x="103" y="54"/>
                  <a:pt x="103" y="54"/>
                  <a:pt x="103" y="54"/>
                </a:cubicBezTo>
                <a:cubicBezTo>
                  <a:pt x="129" y="54"/>
                  <a:pt x="129" y="54"/>
                  <a:pt x="129" y="54"/>
                </a:cubicBezTo>
                <a:lnTo>
                  <a:pt x="129" y="47"/>
                </a:lnTo>
                <a:close/>
                <a:moveTo>
                  <a:pt x="129" y="60"/>
                </a:moveTo>
                <a:cubicBezTo>
                  <a:pt x="104" y="60"/>
                  <a:pt x="104" y="60"/>
                  <a:pt x="104" y="60"/>
                </a:cubicBezTo>
                <a:cubicBezTo>
                  <a:pt x="104" y="67"/>
                  <a:pt x="104" y="67"/>
                  <a:pt x="104" y="67"/>
                </a:cubicBezTo>
                <a:cubicBezTo>
                  <a:pt x="130" y="67"/>
                  <a:pt x="130" y="67"/>
                  <a:pt x="130" y="67"/>
                </a:cubicBezTo>
                <a:lnTo>
                  <a:pt x="129" y="60"/>
                </a:lnTo>
                <a:close/>
                <a:moveTo>
                  <a:pt x="130" y="73"/>
                </a:moveTo>
                <a:cubicBezTo>
                  <a:pt x="104" y="73"/>
                  <a:pt x="104" y="73"/>
                  <a:pt x="104" y="73"/>
                </a:cubicBezTo>
                <a:cubicBezTo>
                  <a:pt x="105" y="79"/>
                  <a:pt x="105" y="79"/>
                  <a:pt x="105" y="79"/>
                </a:cubicBezTo>
                <a:cubicBezTo>
                  <a:pt x="130" y="79"/>
                  <a:pt x="130" y="79"/>
                  <a:pt x="130" y="79"/>
                </a:cubicBezTo>
                <a:lnTo>
                  <a:pt x="130" y="73"/>
                </a:lnTo>
                <a:close/>
                <a:moveTo>
                  <a:pt x="131" y="85"/>
                </a:moveTo>
                <a:cubicBezTo>
                  <a:pt x="105" y="85"/>
                  <a:pt x="105" y="85"/>
                  <a:pt x="105" y="85"/>
                </a:cubicBezTo>
                <a:cubicBezTo>
                  <a:pt x="106" y="97"/>
                  <a:pt x="106" y="97"/>
                  <a:pt x="106" y="97"/>
                </a:cubicBezTo>
                <a:cubicBezTo>
                  <a:pt x="131" y="96"/>
                  <a:pt x="131" y="96"/>
                  <a:pt x="131" y="96"/>
                </a:cubicBezTo>
                <a:lnTo>
                  <a:pt x="131" y="85"/>
                </a:lnTo>
                <a:close/>
                <a:moveTo>
                  <a:pt x="163" y="35"/>
                </a:moveTo>
                <a:cubicBezTo>
                  <a:pt x="134" y="34"/>
                  <a:pt x="134" y="34"/>
                  <a:pt x="134" y="34"/>
                </a:cubicBezTo>
                <a:cubicBezTo>
                  <a:pt x="135" y="41"/>
                  <a:pt x="135" y="41"/>
                  <a:pt x="135" y="41"/>
                </a:cubicBezTo>
                <a:cubicBezTo>
                  <a:pt x="163" y="41"/>
                  <a:pt x="163" y="41"/>
                  <a:pt x="163" y="41"/>
                </a:cubicBezTo>
                <a:lnTo>
                  <a:pt x="163" y="35"/>
                </a:lnTo>
                <a:close/>
                <a:moveTo>
                  <a:pt x="163" y="47"/>
                </a:moveTo>
                <a:cubicBezTo>
                  <a:pt x="135" y="47"/>
                  <a:pt x="135" y="47"/>
                  <a:pt x="135" y="47"/>
                </a:cubicBezTo>
                <a:cubicBezTo>
                  <a:pt x="135" y="54"/>
                  <a:pt x="135" y="54"/>
                  <a:pt x="135" y="54"/>
                </a:cubicBezTo>
                <a:cubicBezTo>
                  <a:pt x="163" y="54"/>
                  <a:pt x="163" y="54"/>
                  <a:pt x="163" y="54"/>
                </a:cubicBezTo>
                <a:lnTo>
                  <a:pt x="163" y="47"/>
                </a:lnTo>
                <a:close/>
                <a:moveTo>
                  <a:pt x="163" y="60"/>
                </a:moveTo>
                <a:cubicBezTo>
                  <a:pt x="136" y="60"/>
                  <a:pt x="136" y="60"/>
                  <a:pt x="136" y="60"/>
                </a:cubicBezTo>
                <a:cubicBezTo>
                  <a:pt x="136" y="67"/>
                  <a:pt x="136" y="67"/>
                  <a:pt x="136" y="67"/>
                </a:cubicBezTo>
                <a:cubicBezTo>
                  <a:pt x="163" y="67"/>
                  <a:pt x="163" y="67"/>
                  <a:pt x="163" y="67"/>
                </a:cubicBezTo>
                <a:lnTo>
                  <a:pt x="163" y="60"/>
                </a:lnTo>
                <a:close/>
                <a:moveTo>
                  <a:pt x="163" y="73"/>
                </a:moveTo>
                <a:cubicBezTo>
                  <a:pt x="136" y="73"/>
                  <a:pt x="136" y="73"/>
                  <a:pt x="136" y="73"/>
                </a:cubicBezTo>
                <a:cubicBezTo>
                  <a:pt x="137" y="79"/>
                  <a:pt x="137" y="79"/>
                  <a:pt x="137" y="79"/>
                </a:cubicBezTo>
                <a:cubicBezTo>
                  <a:pt x="163" y="79"/>
                  <a:pt x="163" y="79"/>
                  <a:pt x="163" y="79"/>
                </a:cubicBezTo>
                <a:lnTo>
                  <a:pt x="163" y="73"/>
                </a:lnTo>
                <a:close/>
                <a:moveTo>
                  <a:pt x="163" y="85"/>
                </a:moveTo>
                <a:cubicBezTo>
                  <a:pt x="137" y="85"/>
                  <a:pt x="137" y="85"/>
                  <a:pt x="137" y="85"/>
                </a:cubicBezTo>
                <a:cubicBezTo>
                  <a:pt x="137" y="96"/>
                  <a:pt x="137" y="96"/>
                  <a:pt x="137" y="96"/>
                </a:cubicBezTo>
                <a:cubicBezTo>
                  <a:pt x="163" y="96"/>
                  <a:pt x="163" y="96"/>
                  <a:pt x="163" y="96"/>
                </a:cubicBezTo>
                <a:lnTo>
                  <a:pt x="163" y="85"/>
                </a:lnTo>
                <a:close/>
                <a:moveTo>
                  <a:pt x="191" y="47"/>
                </a:moveTo>
                <a:cubicBezTo>
                  <a:pt x="169" y="47"/>
                  <a:pt x="169" y="47"/>
                  <a:pt x="169" y="47"/>
                </a:cubicBezTo>
                <a:cubicBezTo>
                  <a:pt x="169" y="54"/>
                  <a:pt x="169" y="54"/>
                  <a:pt x="169" y="54"/>
                </a:cubicBezTo>
                <a:cubicBezTo>
                  <a:pt x="191" y="54"/>
                  <a:pt x="191" y="54"/>
                  <a:pt x="191" y="54"/>
                </a:cubicBezTo>
                <a:lnTo>
                  <a:pt x="191" y="47"/>
                </a:lnTo>
                <a:close/>
                <a:moveTo>
                  <a:pt x="191" y="60"/>
                </a:moveTo>
                <a:cubicBezTo>
                  <a:pt x="169" y="60"/>
                  <a:pt x="169" y="60"/>
                  <a:pt x="169" y="60"/>
                </a:cubicBezTo>
                <a:cubicBezTo>
                  <a:pt x="169" y="67"/>
                  <a:pt x="169" y="67"/>
                  <a:pt x="169" y="67"/>
                </a:cubicBezTo>
                <a:cubicBezTo>
                  <a:pt x="191" y="67"/>
                  <a:pt x="191" y="67"/>
                  <a:pt x="191" y="67"/>
                </a:cubicBezTo>
                <a:lnTo>
                  <a:pt x="191" y="60"/>
                </a:lnTo>
                <a:close/>
                <a:moveTo>
                  <a:pt x="191" y="73"/>
                </a:moveTo>
                <a:cubicBezTo>
                  <a:pt x="169" y="73"/>
                  <a:pt x="169" y="73"/>
                  <a:pt x="169" y="73"/>
                </a:cubicBezTo>
                <a:cubicBezTo>
                  <a:pt x="169" y="79"/>
                  <a:pt x="169" y="79"/>
                  <a:pt x="169" y="79"/>
                </a:cubicBezTo>
                <a:cubicBezTo>
                  <a:pt x="191" y="79"/>
                  <a:pt x="191" y="79"/>
                  <a:pt x="191" y="79"/>
                </a:cubicBezTo>
                <a:lnTo>
                  <a:pt x="191" y="73"/>
                </a:lnTo>
                <a:close/>
                <a:moveTo>
                  <a:pt x="191" y="85"/>
                </a:moveTo>
                <a:cubicBezTo>
                  <a:pt x="169" y="85"/>
                  <a:pt x="169" y="85"/>
                  <a:pt x="169" y="85"/>
                </a:cubicBezTo>
                <a:cubicBezTo>
                  <a:pt x="169" y="95"/>
                  <a:pt x="169" y="95"/>
                  <a:pt x="169" y="95"/>
                </a:cubicBezTo>
                <a:cubicBezTo>
                  <a:pt x="191" y="95"/>
                  <a:pt x="191" y="95"/>
                  <a:pt x="191" y="95"/>
                </a:cubicBezTo>
                <a:cubicBezTo>
                  <a:pt x="191" y="95"/>
                  <a:pt x="191" y="95"/>
                  <a:pt x="191" y="95"/>
                </a:cubicBezTo>
                <a:cubicBezTo>
                  <a:pt x="191" y="91"/>
                  <a:pt x="191" y="91"/>
                  <a:pt x="191" y="91"/>
                </a:cubicBezTo>
                <a:lnTo>
                  <a:pt x="191" y="85"/>
                </a:lnTo>
                <a:close/>
                <a:moveTo>
                  <a:pt x="85" y="133"/>
                </a:moveTo>
                <a:cubicBezTo>
                  <a:pt x="97" y="133"/>
                  <a:pt x="106" y="142"/>
                  <a:pt x="106" y="153"/>
                </a:cubicBezTo>
                <a:cubicBezTo>
                  <a:pt x="106" y="164"/>
                  <a:pt x="97" y="174"/>
                  <a:pt x="85" y="174"/>
                </a:cubicBezTo>
                <a:cubicBezTo>
                  <a:pt x="74" y="174"/>
                  <a:pt x="65" y="164"/>
                  <a:pt x="65" y="153"/>
                </a:cubicBezTo>
                <a:cubicBezTo>
                  <a:pt x="65" y="142"/>
                  <a:pt x="74" y="133"/>
                  <a:pt x="85" y="133"/>
                </a:cubicBezTo>
                <a:close/>
                <a:moveTo>
                  <a:pt x="85" y="163"/>
                </a:moveTo>
                <a:cubicBezTo>
                  <a:pt x="90" y="163"/>
                  <a:pt x="95" y="158"/>
                  <a:pt x="95" y="153"/>
                </a:cubicBezTo>
                <a:cubicBezTo>
                  <a:pt x="95" y="148"/>
                  <a:pt x="90" y="144"/>
                  <a:pt x="85" y="144"/>
                </a:cubicBezTo>
                <a:cubicBezTo>
                  <a:pt x="80" y="144"/>
                  <a:pt x="76" y="148"/>
                  <a:pt x="76" y="153"/>
                </a:cubicBezTo>
                <a:cubicBezTo>
                  <a:pt x="76" y="158"/>
                  <a:pt x="80" y="163"/>
                  <a:pt x="85" y="163"/>
                </a:cubicBezTo>
                <a:close/>
                <a:moveTo>
                  <a:pt x="171" y="133"/>
                </a:moveTo>
                <a:cubicBezTo>
                  <a:pt x="182" y="133"/>
                  <a:pt x="191" y="142"/>
                  <a:pt x="191" y="153"/>
                </a:cubicBezTo>
                <a:cubicBezTo>
                  <a:pt x="191" y="164"/>
                  <a:pt x="182" y="174"/>
                  <a:pt x="171" y="174"/>
                </a:cubicBezTo>
                <a:cubicBezTo>
                  <a:pt x="159" y="174"/>
                  <a:pt x="150" y="164"/>
                  <a:pt x="150" y="153"/>
                </a:cubicBezTo>
                <a:cubicBezTo>
                  <a:pt x="150" y="142"/>
                  <a:pt x="159" y="133"/>
                  <a:pt x="171" y="133"/>
                </a:cubicBezTo>
                <a:close/>
                <a:moveTo>
                  <a:pt x="171" y="163"/>
                </a:moveTo>
                <a:cubicBezTo>
                  <a:pt x="176" y="163"/>
                  <a:pt x="180" y="158"/>
                  <a:pt x="180" y="153"/>
                </a:cubicBezTo>
                <a:cubicBezTo>
                  <a:pt x="180" y="148"/>
                  <a:pt x="176" y="144"/>
                  <a:pt x="171" y="144"/>
                </a:cubicBezTo>
                <a:cubicBezTo>
                  <a:pt x="165" y="144"/>
                  <a:pt x="161" y="148"/>
                  <a:pt x="161" y="153"/>
                </a:cubicBezTo>
                <a:cubicBezTo>
                  <a:pt x="161" y="158"/>
                  <a:pt x="165" y="163"/>
                  <a:pt x="171" y="163"/>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34"/>
          <p:cNvSpPr>
            <a:spLocks noEditPoints="1"/>
          </p:cNvSpPr>
          <p:nvPr/>
        </p:nvSpPr>
        <p:spPr bwMode="auto">
          <a:xfrm>
            <a:off x="9169924" y="2547938"/>
            <a:ext cx="390525" cy="319088"/>
          </a:xfrm>
          <a:custGeom>
            <a:avLst/>
            <a:gdLst>
              <a:gd name="T0" fmla="*/ 186 w 197"/>
              <a:gd name="T1" fmla="*/ 92 h 161"/>
              <a:gd name="T2" fmla="*/ 185 w 197"/>
              <a:gd name="T3" fmla="*/ 98 h 161"/>
              <a:gd name="T4" fmla="*/ 173 w 197"/>
              <a:gd name="T5" fmla="*/ 141 h 161"/>
              <a:gd name="T6" fmla="*/ 144 w 197"/>
              <a:gd name="T7" fmla="*/ 161 h 161"/>
              <a:gd name="T8" fmla="*/ 55 w 197"/>
              <a:gd name="T9" fmla="*/ 161 h 161"/>
              <a:gd name="T10" fmla="*/ 26 w 197"/>
              <a:gd name="T11" fmla="*/ 141 h 161"/>
              <a:gd name="T12" fmla="*/ 15 w 197"/>
              <a:gd name="T13" fmla="*/ 98 h 161"/>
              <a:gd name="T14" fmla="*/ 14 w 197"/>
              <a:gd name="T15" fmla="*/ 93 h 161"/>
              <a:gd name="T16" fmla="*/ 0 w 197"/>
              <a:gd name="T17" fmla="*/ 76 h 161"/>
              <a:gd name="T18" fmla="*/ 16 w 197"/>
              <a:gd name="T19" fmla="*/ 61 h 161"/>
              <a:gd name="T20" fmla="*/ 38 w 197"/>
              <a:gd name="T21" fmla="*/ 61 h 161"/>
              <a:gd name="T22" fmla="*/ 38 w 197"/>
              <a:gd name="T23" fmla="*/ 60 h 161"/>
              <a:gd name="T24" fmla="*/ 68 w 197"/>
              <a:gd name="T25" fmla="*/ 7 h 161"/>
              <a:gd name="T26" fmla="*/ 83 w 197"/>
              <a:gd name="T27" fmla="*/ 3 h 161"/>
              <a:gd name="T28" fmla="*/ 87 w 197"/>
              <a:gd name="T29" fmla="*/ 17 h 161"/>
              <a:gd name="T30" fmla="*/ 63 w 197"/>
              <a:gd name="T31" fmla="*/ 61 h 161"/>
              <a:gd name="T32" fmla="*/ 132 w 197"/>
              <a:gd name="T33" fmla="*/ 61 h 161"/>
              <a:gd name="T34" fmla="*/ 108 w 197"/>
              <a:gd name="T35" fmla="*/ 17 h 161"/>
              <a:gd name="T36" fmla="*/ 112 w 197"/>
              <a:gd name="T37" fmla="*/ 3 h 161"/>
              <a:gd name="T38" fmla="*/ 126 w 197"/>
              <a:gd name="T39" fmla="*/ 7 h 161"/>
              <a:gd name="T40" fmla="*/ 156 w 197"/>
              <a:gd name="T41" fmla="*/ 60 h 161"/>
              <a:gd name="T42" fmla="*/ 157 w 197"/>
              <a:gd name="T43" fmla="*/ 61 h 161"/>
              <a:gd name="T44" fmla="*/ 181 w 197"/>
              <a:gd name="T45" fmla="*/ 61 h 161"/>
              <a:gd name="T46" fmla="*/ 197 w 197"/>
              <a:gd name="T47" fmla="*/ 76 h 161"/>
              <a:gd name="T48" fmla="*/ 186 w 197"/>
              <a:gd name="T49" fmla="*/ 92 h 161"/>
              <a:gd name="T50" fmla="*/ 69 w 197"/>
              <a:gd name="T51" fmla="*/ 133 h 161"/>
              <a:gd name="T52" fmla="*/ 60 w 197"/>
              <a:gd name="T53" fmla="*/ 98 h 161"/>
              <a:gd name="T54" fmla="*/ 49 w 197"/>
              <a:gd name="T55" fmla="*/ 92 h 161"/>
              <a:gd name="T56" fmla="*/ 43 w 197"/>
              <a:gd name="T57" fmla="*/ 102 h 161"/>
              <a:gd name="T58" fmla="*/ 53 w 197"/>
              <a:gd name="T59" fmla="*/ 137 h 161"/>
              <a:gd name="T60" fmla="*/ 63 w 197"/>
              <a:gd name="T61" fmla="*/ 143 h 161"/>
              <a:gd name="T62" fmla="*/ 69 w 197"/>
              <a:gd name="T63" fmla="*/ 133 h 161"/>
              <a:gd name="T64" fmla="*/ 107 w 197"/>
              <a:gd name="T65" fmla="*/ 99 h 161"/>
              <a:gd name="T66" fmla="*/ 99 w 197"/>
              <a:gd name="T67" fmla="*/ 91 h 161"/>
              <a:gd name="T68" fmla="*/ 90 w 197"/>
              <a:gd name="T69" fmla="*/ 99 h 161"/>
              <a:gd name="T70" fmla="*/ 90 w 197"/>
              <a:gd name="T71" fmla="*/ 135 h 161"/>
              <a:gd name="T72" fmla="*/ 99 w 197"/>
              <a:gd name="T73" fmla="*/ 143 h 161"/>
              <a:gd name="T74" fmla="*/ 107 w 197"/>
              <a:gd name="T75" fmla="*/ 135 h 161"/>
              <a:gd name="T76" fmla="*/ 107 w 197"/>
              <a:gd name="T77" fmla="*/ 99 h 161"/>
              <a:gd name="T78" fmla="*/ 135 w 197"/>
              <a:gd name="T79" fmla="*/ 143 h 161"/>
              <a:gd name="T80" fmla="*/ 145 w 197"/>
              <a:gd name="T81" fmla="*/ 137 h 161"/>
              <a:gd name="T82" fmla="*/ 155 w 197"/>
              <a:gd name="T83" fmla="*/ 102 h 161"/>
              <a:gd name="T84" fmla="*/ 149 w 197"/>
              <a:gd name="T85" fmla="*/ 92 h 161"/>
              <a:gd name="T86" fmla="*/ 138 w 197"/>
              <a:gd name="T87" fmla="*/ 98 h 161"/>
              <a:gd name="T88" fmla="*/ 128 w 197"/>
              <a:gd name="T89" fmla="*/ 133 h 161"/>
              <a:gd name="T90" fmla="*/ 135 w 197"/>
              <a:gd name="T91" fmla="*/ 143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7" h="161">
                <a:moveTo>
                  <a:pt x="186" y="92"/>
                </a:moveTo>
                <a:cubicBezTo>
                  <a:pt x="186" y="94"/>
                  <a:pt x="186" y="96"/>
                  <a:pt x="185" y="98"/>
                </a:cubicBezTo>
                <a:cubicBezTo>
                  <a:pt x="173" y="141"/>
                  <a:pt x="173" y="141"/>
                  <a:pt x="173" y="141"/>
                </a:cubicBezTo>
                <a:cubicBezTo>
                  <a:pt x="170" y="153"/>
                  <a:pt x="157" y="161"/>
                  <a:pt x="144" y="161"/>
                </a:cubicBezTo>
                <a:cubicBezTo>
                  <a:pt x="55" y="161"/>
                  <a:pt x="55" y="161"/>
                  <a:pt x="55" y="161"/>
                </a:cubicBezTo>
                <a:cubicBezTo>
                  <a:pt x="42" y="161"/>
                  <a:pt x="29" y="153"/>
                  <a:pt x="26" y="141"/>
                </a:cubicBezTo>
                <a:cubicBezTo>
                  <a:pt x="15" y="98"/>
                  <a:pt x="15" y="98"/>
                  <a:pt x="15" y="98"/>
                </a:cubicBezTo>
                <a:cubicBezTo>
                  <a:pt x="14" y="96"/>
                  <a:pt x="14" y="95"/>
                  <a:pt x="14" y="93"/>
                </a:cubicBezTo>
                <a:cubicBezTo>
                  <a:pt x="6" y="92"/>
                  <a:pt x="0" y="85"/>
                  <a:pt x="0" y="76"/>
                </a:cubicBezTo>
                <a:cubicBezTo>
                  <a:pt x="0" y="67"/>
                  <a:pt x="8" y="61"/>
                  <a:pt x="16" y="61"/>
                </a:cubicBezTo>
                <a:cubicBezTo>
                  <a:pt x="38" y="61"/>
                  <a:pt x="38" y="61"/>
                  <a:pt x="38" y="61"/>
                </a:cubicBezTo>
                <a:cubicBezTo>
                  <a:pt x="38" y="61"/>
                  <a:pt x="38" y="61"/>
                  <a:pt x="38" y="60"/>
                </a:cubicBezTo>
                <a:cubicBezTo>
                  <a:pt x="68" y="7"/>
                  <a:pt x="68" y="7"/>
                  <a:pt x="68" y="7"/>
                </a:cubicBezTo>
                <a:cubicBezTo>
                  <a:pt x="71" y="2"/>
                  <a:pt x="78" y="0"/>
                  <a:pt x="83" y="3"/>
                </a:cubicBezTo>
                <a:cubicBezTo>
                  <a:pt x="88" y="6"/>
                  <a:pt x="90" y="12"/>
                  <a:pt x="87" y="17"/>
                </a:cubicBezTo>
                <a:cubicBezTo>
                  <a:pt x="63" y="61"/>
                  <a:pt x="63" y="61"/>
                  <a:pt x="63" y="61"/>
                </a:cubicBezTo>
                <a:cubicBezTo>
                  <a:pt x="132" y="61"/>
                  <a:pt x="132" y="61"/>
                  <a:pt x="132" y="61"/>
                </a:cubicBezTo>
                <a:cubicBezTo>
                  <a:pt x="108" y="17"/>
                  <a:pt x="108" y="17"/>
                  <a:pt x="108" y="17"/>
                </a:cubicBezTo>
                <a:cubicBezTo>
                  <a:pt x="105" y="12"/>
                  <a:pt x="107" y="6"/>
                  <a:pt x="112" y="3"/>
                </a:cubicBezTo>
                <a:cubicBezTo>
                  <a:pt x="117" y="0"/>
                  <a:pt x="123" y="2"/>
                  <a:pt x="126" y="7"/>
                </a:cubicBezTo>
                <a:cubicBezTo>
                  <a:pt x="156" y="60"/>
                  <a:pt x="156" y="60"/>
                  <a:pt x="156" y="60"/>
                </a:cubicBezTo>
                <a:cubicBezTo>
                  <a:pt x="156" y="61"/>
                  <a:pt x="156" y="61"/>
                  <a:pt x="157" y="61"/>
                </a:cubicBezTo>
                <a:cubicBezTo>
                  <a:pt x="181" y="61"/>
                  <a:pt x="181" y="61"/>
                  <a:pt x="181" y="61"/>
                </a:cubicBezTo>
                <a:cubicBezTo>
                  <a:pt x="190" y="61"/>
                  <a:pt x="197" y="67"/>
                  <a:pt x="197" y="76"/>
                </a:cubicBezTo>
                <a:cubicBezTo>
                  <a:pt x="197" y="84"/>
                  <a:pt x="192" y="90"/>
                  <a:pt x="186" y="92"/>
                </a:cubicBezTo>
                <a:close/>
                <a:moveTo>
                  <a:pt x="69" y="133"/>
                </a:moveTo>
                <a:cubicBezTo>
                  <a:pt x="60" y="98"/>
                  <a:pt x="60" y="98"/>
                  <a:pt x="60" y="98"/>
                </a:cubicBezTo>
                <a:cubicBezTo>
                  <a:pt x="58" y="94"/>
                  <a:pt x="54" y="91"/>
                  <a:pt x="49" y="92"/>
                </a:cubicBezTo>
                <a:cubicBezTo>
                  <a:pt x="44" y="93"/>
                  <a:pt x="42" y="98"/>
                  <a:pt x="43" y="102"/>
                </a:cubicBezTo>
                <a:cubicBezTo>
                  <a:pt x="53" y="137"/>
                  <a:pt x="53" y="137"/>
                  <a:pt x="53" y="137"/>
                </a:cubicBezTo>
                <a:cubicBezTo>
                  <a:pt x="54" y="141"/>
                  <a:pt x="59" y="144"/>
                  <a:pt x="63" y="143"/>
                </a:cubicBezTo>
                <a:cubicBezTo>
                  <a:pt x="68" y="141"/>
                  <a:pt x="71" y="137"/>
                  <a:pt x="69" y="133"/>
                </a:cubicBezTo>
                <a:close/>
                <a:moveTo>
                  <a:pt x="107" y="99"/>
                </a:moveTo>
                <a:cubicBezTo>
                  <a:pt x="107" y="95"/>
                  <a:pt x="103" y="91"/>
                  <a:pt x="99" y="91"/>
                </a:cubicBezTo>
                <a:cubicBezTo>
                  <a:pt x="94" y="91"/>
                  <a:pt x="90" y="95"/>
                  <a:pt x="90" y="99"/>
                </a:cubicBezTo>
                <a:cubicBezTo>
                  <a:pt x="90" y="135"/>
                  <a:pt x="90" y="135"/>
                  <a:pt x="90" y="135"/>
                </a:cubicBezTo>
                <a:cubicBezTo>
                  <a:pt x="90" y="140"/>
                  <a:pt x="94" y="143"/>
                  <a:pt x="99" y="143"/>
                </a:cubicBezTo>
                <a:cubicBezTo>
                  <a:pt x="103" y="143"/>
                  <a:pt x="107" y="140"/>
                  <a:pt x="107" y="135"/>
                </a:cubicBezTo>
                <a:lnTo>
                  <a:pt x="107" y="99"/>
                </a:lnTo>
                <a:close/>
                <a:moveTo>
                  <a:pt x="135" y="143"/>
                </a:moveTo>
                <a:cubicBezTo>
                  <a:pt x="139" y="144"/>
                  <a:pt x="144" y="141"/>
                  <a:pt x="145" y="137"/>
                </a:cubicBezTo>
                <a:cubicBezTo>
                  <a:pt x="155" y="102"/>
                  <a:pt x="155" y="102"/>
                  <a:pt x="155" y="102"/>
                </a:cubicBezTo>
                <a:cubicBezTo>
                  <a:pt x="156" y="98"/>
                  <a:pt x="154" y="93"/>
                  <a:pt x="149" y="92"/>
                </a:cubicBezTo>
                <a:cubicBezTo>
                  <a:pt x="144" y="91"/>
                  <a:pt x="140" y="94"/>
                  <a:pt x="138" y="98"/>
                </a:cubicBezTo>
                <a:cubicBezTo>
                  <a:pt x="128" y="133"/>
                  <a:pt x="128" y="133"/>
                  <a:pt x="128" y="133"/>
                </a:cubicBezTo>
                <a:cubicBezTo>
                  <a:pt x="127" y="137"/>
                  <a:pt x="130" y="141"/>
                  <a:pt x="135" y="143"/>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35"/>
          <p:cNvSpPr>
            <a:spLocks noEditPoints="1"/>
          </p:cNvSpPr>
          <p:nvPr/>
        </p:nvSpPr>
        <p:spPr bwMode="auto">
          <a:xfrm>
            <a:off x="9676337" y="2519363"/>
            <a:ext cx="361950" cy="379413"/>
          </a:xfrm>
          <a:custGeom>
            <a:avLst/>
            <a:gdLst>
              <a:gd name="T0" fmla="*/ 164 w 183"/>
              <a:gd name="T1" fmla="*/ 192 h 192"/>
              <a:gd name="T2" fmla="*/ 19 w 183"/>
              <a:gd name="T3" fmla="*/ 192 h 192"/>
              <a:gd name="T4" fmla="*/ 2 w 183"/>
              <a:gd name="T5" fmla="*/ 170 h 192"/>
              <a:gd name="T6" fmla="*/ 18 w 183"/>
              <a:gd name="T7" fmla="*/ 58 h 192"/>
              <a:gd name="T8" fmla="*/ 36 w 183"/>
              <a:gd name="T9" fmla="*/ 44 h 192"/>
              <a:gd name="T10" fmla="*/ 45 w 183"/>
              <a:gd name="T11" fmla="*/ 44 h 192"/>
              <a:gd name="T12" fmla="*/ 91 w 183"/>
              <a:gd name="T13" fmla="*/ 0 h 192"/>
              <a:gd name="T14" fmla="*/ 137 w 183"/>
              <a:gd name="T15" fmla="*/ 44 h 192"/>
              <a:gd name="T16" fmla="*/ 147 w 183"/>
              <a:gd name="T17" fmla="*/ 44 h 192"/>
              <a:gd name="T18" fmla="*/ 165 w 183"/>
              <a:gd name="T19" fmla="*/ 58 h 192"/>
              <a:gd name="T20" fmla="*/ 181 w 183"/>
              <a:gd name="T21" fmla="*/ 170 h 192"/>
              <a:gd name="T22" fmla="*/ 164 w 183"/>
              <a:gd name="T23" fmla="*/ 192 h 192"/>
              <a:gd name="T24" fmla="*/ 39 w 183"/>
              <a:gd name="T25" fmla="*/ 76 h 192"/>
              <a:gd name="T26" fmla="*/ 50 w 183"/>
              <a:gd name="T27" fmla="*/ 88 h 192"/>
              <a:gd name="T28" fmla="*/ 61 w 183"/>
              <a:gd name="T29" fmla="*/ 76 h 192"/>
              <a:gd name="T30" fmla="*/ 50 w 183"/>
              <a:gd name="T31" fmla="*/ 65 h 192"/>
              <a:gd name="T32" fmla="*/ 39 w 183"/>
              <a:gd name="T33" fmla="*/ 76 h 192"/>
              <a:gd name="T34" fmla="*/ 91 w 183"/>
              <a:gd name="T35" fmla="*/ 8 h 192"/>
              <a:gd name="T36" fmla="*/ 52 w 183"/>
              <a:gd name="T37" fmla="*/ 44 h 192"/>
              <a:gd name="T38" fmla="*/ 130 w 183"/>
              <a:gd name="T39" fmla="*/ 44 h 192"/>
              <a:gd name="T40" fmla="*/ 91 w 183"/>
              <a:gd name="T41" fmla="*/ 8 h 192"/>
              <a:gd name="T42" fmla="*/ 134 w 183"/>
              <a:gd name="T43" fmla="*/ 65 h 192"/>
              <a:gd name="T44" fmla="*/ 122 w 183"/>
              <a:gd name="T45" fmla="*/ 76 h 192"/>
              <a:gd name="T46" fmla="*/ 134 w 183"/>
              <a:gd name="T47" fmla="*/ 88 h 192"/>
              <a:gd name="T48" fmla="*/ 145 w 183"/>
              <a:gd name="T49" fmla="*/ 76 h 192"/>
              <a:gd name="T50" fmla="*/ 134 w 183"/>
              <a:gd name="T51" fmla="*/ 65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3" h="192">
                <a:moveTo>
                  <a:pt x="164" y="192"/>
                </a:moveTo>
                <a:cubicBezTo>
                  <a:pt x="19" y="192"/>
                  <a:pt x="19" y="192"/>
                  <a:pt x="19" y="192"/>
                </a:cubicBezTo>
                <a:cubicBezTo>
                  <a:pt x="8" y="192"/>
                  <a:pt x="0" y="182"/>
                  <a:pt x="2" y="170"/>
                </a:cubicBezTo>
                <a:cubicBezTo>
                  <a:pt x="18" y="58"/>
                  <a:pt x="18" y="58"/>
                  <a:pt x="18" y="58"/>
                </a:cubicBezTo>
                <a:cubicBezTo>
                  <a:pt x="19" y="50"/>
                  <a:pt x="27" y="44"/>
                  <a:pt x="36" y="44"/>
                </a:cubicBezTo>
                <a:cubicBezTo>
                  <a:pt x="45" y="44"/>
                  <a:pt x="45" y="44"/>
                  <a:pt x="45" y="44"/>
                </a:cubicBezTo>
                <a:cubicBezTo>
                  <a:pt x="46" y="15"/>
                  <a:pt x="66" y="0"/>
                  <a:pt x="91" y="0"/>
                </a:cubicBezTo>
                <a:cubicBezTo>
                  <a:pt x="116" y="0"/>
                  <a:pt x="136" y="15"/>
                  <a:pt x="137" y="44"/>
                </a:cubicBezTo>
                <a:cubicBezTo>
                  <a:pt x="147" y="44"/>
                  <a:pt x="147" y="44"/>
                  <a:pt x="147" y="44"/>
                </a:cubicBezTo>
                <a:cubicBezTo>
                  <a:pt x="156" y="44"/>
                  <a:pt x="164" y="50"/>
                  <a:pt x="165" y="58"/>
                </a:cubicBezTo>
                <a:cubicBezTo>
                  <a:pt x="181" y="170"/>
                  <a:pt x="181" y="170"/>
                  <a:pt x="181" y="170"/>
                </a:cubicBezTo>
                <a:cubicBezTo>
                  <a:pt x="183" y="182"/>
                  <a:pt x="175" y="192"/>
                  <a:pt x="164" y="192"/>
                </a:cubicBezTo>
                <a:close/>
                <a:moveTo>
                  <a:pt x="39" y="76"/>
                </a:moveTo>
                <a:cubicBezTo>
                  <a:pt x="39" y="82"/>
                  <a:pt x="44" y="88"/>
                  <a:pt x="50" y="88"/>
                </a:cubicBezTo>
                <a:cubicBezTo>
                  <a:pt x="56" y="88"/>
                  <a:pt x="61" y="82"/>
                  <a:pt x="61" y="76"/>
                </a:cubicBezTo>
                <a:cubicBezTo>
                  <a:pt x="61" y="70"/>
                  <a:pt x="56" y="65"/>
                  <a:pt x="50" y="65"/>
                </a:cubicBezTo>
                <a:cubicBezTo>
                  <a:pt x="44" y="65"/>
                  <a:pt x="39" y="70"/>
                  <a:pt x="39" y="76"/>
                </a:cubicBezTo>
                <a:close/>
                <a:moveTo>
                  <a:pt x="91" y="8"/>
                </a:moveTo>
                <a:cubicBezTo>
                  <a:pt x="70" y="8"/>
                  <a:pt x="54" y="20"/>
                  <a:pt x="52" y="44"/>
                </a:cubicBezTo>
                <a:cubicBezTo>
                  <a:pt x="130" y="44"/>
                  <a:pt x="130" y="44"/>
                  <a:pt x="130" y="44"/>
                </a:cubicBezTo>
                <a:cubicBezTo>
                  <a:pt x="129" y="20"/>
                  <a:pt x="112" y="8"/>
                  <a:pt x="91" y="8"/>
                </a:cubicBezTo>
                <a:close/>
                <a:moveTo>
                  <a:pt x="134" y="65"/>
                </a:moveTo>
                <a:cubicBezTo>
                  <a:pt x="128" y="65"/>
                  <a:pt x="122" y="70"/>
                  <a:pt x="122" y="76"/>
                </a:cubicBezTo>
                <a:cubicBezTo>
                  <a:pt x="122" y="82"/>
                  <a:pt x="128" y="88"/>
                  <a:pt x="134" y="88"/>
                </a:cubicBezTo>
                <a:cubicBezTo>
                  <a:pt x="140" y="88"/>
                  <a:pt x="145" y="82"/>
                  <a:pt x="145" y="76"/>
                </a:cubicBezTo>
                <a:cubicBezTo>
                  <a:pt x="145" y="70"/>
                  <a:pt x="140" y="65"/>
                  <a:pt x="134" y="65"/>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36"/>
          <p:cNvSpPr>
            <a:spLocks noEditPoints="1"/>
          </p:cNvSpPr>
          <p:nvPr/>
        </p:nvSpPr>
        <p:spPr bwMode="auto">
          <a:xfrm>
            <a:off x="10149412" y="2528888"/>
            <a:ext cx="379413" cy="365125"/>
          </a:xfrm>
          <a:custGeom>
            <a:avLst/>
            <a:gdLst>
              <a:gd name="T0" fmla="*/ 165 w 192"/>
              <a:gd name="T1" fmla="*/ 65 h 185"/>
              <a:gd name="T2" fmla="*/ 192 w 192"/>
              <a:gd name="T3" fmla="*/ 137 h 185"/>
              <a:gd name="T4" fmla="*/ 0 w 192"/>
              <a:gd name="T5" fmla="*/ 185 h 185"/>
              <a:gd name="T6" fmla="*/ 11 w 192"/>
              <a:gd name="T7" fmla="*/ 137 h 185"/>
              <a:gd name="T8" fmla="*/ 43 w 192"/>
              <a:gd name="T9" fmla="*/ 49 h 185"/>
              <a:gd name="T10" fmla="*/ 105 w 192"/>
              <a:gd name="T11" fmla="*/ 49 h 185"/>
              <a:gd name="T12" fmla="*/ 112 w 192"/>
              <a:gd name="T13" fmla="*/ 36 h 185"/>
              <a:gd name="T14" fmla="*/ 83 w 192"/>
              <a:gd name="T15" fmla="*/ 0 h 185"/>
              <a:gd name="T16" fmla="*/ 164 w 192"/>
              <a:gd name="T17" fmla="*/ 36 h 185"/>
              <a:gd name="T18" fmla="*/ 136 w 192"/>
              <a:gd name="T19" fmla="*/ 49 h 185"/>
              <a:gd name="T20" fmla="*/ 148 w 192"/>
              <a:gd name="T21" fmla="*/ 28 h 185"/>
              <a:gd name="T22" fmla="*/ 100 w 192"/>
              <a:gd name="T23" fmla="*/ 9 h 185"/>
              <a:gd name="T24" fmla="*/ 148 w 192"/>
              <a:gd name="T25" fmla="*/ 28 h 185"/>
              <a:gd name="T26" fmla="*/ 148 w 192"/>
              <a:gd name="T27" fmla="*/ 104 h 185"/>
              <a:gd name="T28" fmla="*/ 136 w 192"/>
              <a:gd name="T29" fmla="*/ 92 h 185"/>
              <a:gd name="T30" fmla="*/ 136 w 192"/>
              <a:gd name="T31" fmla="*/ 116 h 185"/>
              <a:gd name="T32" fmla="*/ 148 w 192"/>
              <a:gd name="T33" fmla="*/ 128 h 185"/>
              <a:gd name="T34" fmla="*/ 136 w 192"/>
              <a:gd name="T35" fmla="*/ 116 h 185"/>
              <a:gd name="T36" fmla="*/ 124 w 192"/>
              <a:gd name="T37" fmla="*/ 104 h 185"/>
              <a:gd name="T38" fmla="*/ 112 w 192"/>
              <a:gd name="T39" fmla="*/ 92 h 185"/>
              <a:gd name="T40" fmla="*/ 112 w 192"/>
              <a:gd name="T41" fmla="*/ 116 h 185"/>
              <a:gd name="T42" fmla="*/ 124 w 192"/>
              <a:gd name="T43" fmla="*/ 128 h 185"/>
              <a:gd name="T44" fmla="*/ 112 w 192"/>
              <a:gd name="T45" fmla="*/ 116 h 185"/>
              <a:gd name="T46" fmla="*/ 124 w 192"/>
              <a:gd name="T47" fmla="*/ 80 h 185"/>
              <a:gd name="T48" fmla="*/ 112 w 192"/>
              <a:gd name="T49" fmla="*/ 68 h 185"/>
              <a:gd name="T50" fmla="*/ 136 w 192"/>
              <a:gd name="T51" fmla="*/ 68 h 185"/>
              <a:gd name="T52" fmla="*/ 148 w 192"/>
              <a:gd name="T53" fmla="*/ 80 h 185"/>
              <a:gd name="T54" fmla="*/ 136 w 192"/>
              <a:gd name="T55" fmla="*/ 68 h 185"/>
              <a:gd name="T56" fmla="*/ 12 w 192"/>
              <a:gd name="T57" fmla="*/ 168 h 185"/>
              <a:gd name="T58" fmla="*/ 179 w 192"/>
              <a:gd name="T59" fmla="*/ 148 h 185"/>
              <a:gd name="T60" fmla="*/ 96 w 192"/>
              <a:gd name="T61" fmla="*/ 68 h 185"/>
              <a:gd name="T62" fmla="*/ 36 w 192"/>
              <a:gd name="T63" fmla="*/ 96 h 185"/>
              <a:gd name="T64" fmla="*/ 96 w 192"/>
              <a:gd name="T65" fmla="*/ 68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92" h="185">
                <a:moveTo>
                  <a:pt x="147" y="49"/>
                </a:moveTo>
                <a:cubicBezTo>
                  <a:pt x="157" y="49"/>
                  <a:pt x="165" y="57"/>
                  <a:pt x="165" y="65"/>
                </a:cubicBezTo>
                <a:cubicBezTo>
                  <a:pt x="180" y="137"/>
                  <a:pt x="180" y="137"/>
                  <a:pt x="180" y="137"/>
                </a:cubicBezTo>
                <a:cubicBezTo>
                  <a:pt x="192" y="137"/>
                  <a:pt x="192" y="137"/>
                  <a:pt x="192" y="137"/>
                </a:cubicBezTo>
                <a:cubicBezTo>
                  <a:pt x="192" y="185"/>
                  <a:pt x="192" y="185"/>
                  <a:pt x="192" y="185"/>
                </a:cubicBezTo>
                <a:cubicBezTo>
                  <a:pt x="0" y="185"/>
                  <a:pt x="0" y="185"/>
                  <a:pt x="0" y="185"/>
                </a:cubicBezTo>
                <a:cubicBezTo>
                  <a:pt x="0" y="137"/>
                  <a:pt x="0" y="137"/>
                  <a:pt x="0" y="137"/>
                </a:cubicBezTo>
                <a:cubicBezTo>
                  <a:pt x="11" y="137"/>
                  <a:pt x="11" y="137"/>
                  <a:pt x="11" y="137"/>
                </a:cubicBezTo>
                <a:cubicBezTo>
                  <a:pt x="25" y="65"/>
                  <a:pt x="25" y="65"/>
                  <a:pt x="25" y="65"/>
                </a:cubicBezTo>
                <a:cubicBezTo>
                  <a:pt x="25" y="57"/>
                  <a:pt x="33" y="49"/>
                  <a:pt x="43" y="49"/>
                </a:cubicBezTo>
                <a:cubicBezTo>
                  <a:pt x="43" y="49"/>
                  <a:pt x="70" y="49"/>
                  <a:pt x="95" y="49"/>
                </a:cubicBezTo>
                <a:cubicBezTo>
                  <a:pt x="98" y="49"/>
                  <a:pt x="101" y="49"/>
                  <a:pt x="105" y="49"/>
                </a:cubicBezTo>
                <a:cubicBezTo>
                  <a:pt x="107" y="49"/>
                  <a:pt x="110" y="49"/>
                  <a:pt x="112" y="49"/>
                </a:cubicBezTo>
                <a:cubicBezTo>
                  <a:pt x="112" y="36"/>
                  <a:pt x="112" y="36"/>
                  <a:pt x="112" y="36"/>
                </a:cubicBezTo>
                <a:cubicBezTo>
                  <a:pt x="83" y="36"/>
                  <a:pt x="83" y="36"/>
                  <a:pt x="83" y="36"/>
                </a:cubicBezTo>
                <a:cubicBezTo>
                  <a:pt x="83" y="0"/>
                  <a:pt x="83" y="0"/>
                  <a:pt x="83" y="0"/>
                </a:cubicBezTo>
                <a:cubicBezTo>
                  <a:pt x="164" y="0"/>
                  <a:pt x="164" y="0"/>
                  <a:pt x="164" y="0"/>
                </a:cubicBezTo>
                <a:cubicBezTo>
                  <a:pt x="164" y="36"/>
                  <a:pt x="164" y="36"/>
                  <a:pt x="164" y="36"/>
                </a:cubicBezTo>
                <a:cubicBezTo>
                  <a:pt x="136" y="36"/>
                  <a:pt x="136" y="36"/>
                  <a:pt x="136" y="36"/>
                </a:cubicBezTo>
                <a:cubicBezTo>
                  <a:pt x="136" y="49"/>
                  <a:pt x="136" y="49"/>
                  <a:pt x="136" y="49"/>
                </a:cubicBezTo>
                <a:cubicBezTo>
                  <a:pt x="142" y="49"/>
                  <a:pt x="147" y="49"/>
                  <a:pt x="147" y="49"/>
                </a:cubicBezTo>
                <a:close/>
                <a:moveTo>
                  <a:pt x="148" y="28"/>
                </a:moveTo>
                <a:cubicBezTo>
                  <a:pt x="148" y="9"/>
                  <a:pt x="148" y="9"/>
                  <a:pt x="148" y="9"/>
                </a:cubicBezTo>
                <a:cubicBezTo>
                  <a:pt x="100" y="9"/>
                  <a:pt x="100" y="9"/>
                  <a:pt x="100" y="9"/>
                </a:cubicBezTo>
                <a:cubicBezTo>
                  <a:pt x="100" y="28"/>
                  <a:pt x="100" y="28"/>
                  <a:pt x="100" y="28"/>
                </a:cubicBezTo>
                <a:lnTo>
                  <a:pt x="148" y="28"/>
                </a:lnTo>
                <a:close/>
                <a:moveTo>
                  <a:pt x="136" y="104"/>
                </a:moveTo>
                <a:cubicBezTo>
                  <a:pt x="148" y="104"/>
                  <a:pt x="148" y="104"/>
                  <a:pt x="148" y="104"/>
                </a:cubicBezTo>
                <a:cubicBezTo>
                  <a:pt x="148" y="92"/>
                  <a:pt x="148" y="92"/>
                  <a:pt x="148" y="92"/>
                </a:cubicBezTo>
                <a:cubicBezTo>
                  <a:pt x="136" y="92"/>
                  <a:pt x="136" y="92"/>
                  <a:pt x="136" y="92"/>
                </a:cubicBezTo>
                <a:lnTo>
                  <a:pt x="136" y="104"/>
                </a:lnTo>
                <a:close/>
                <a:moveTo>
                  <a:pt x="136" y="116"/>
                </a:moveTo>
                <a:cubicBezTo>
                  <a:pt x="136" y="128"/>
                  <a:pt x="136" y="128"/>
                  <a:pt x="136" y="128"/>
                </a:cubicBezTo>
                <a:cubicBezTo>
                  <a:pt x="140" y="128"/>
                  <a:pt x="142" y="128"/>
                  <a:pt x="148" y="128"/>
                </a:cubicBezTo>
                <a:cubicBezTo>
                  <a:pt x="148" y="116"/>
                  <a:pt x="148" y="116"/>
                  <a:pt x="148" y="116"/>
                </a:cubicBezTo>
                <a:lnTo>
                  <a:pt x="136" y="116"/>
                </a:lnTo>
                <a:close/>
                <a:moveTo>
                  <a:pt x="112" y="104"/>
                </a:moveTo>
                <a:cubicBezTo>
                  <a:pt x="124" y="104"/>
                  <a:pt x="124" y="104"/>
                  <a:pt x="124" y="104"/>
                </a:cubicBezTo>
                <a:cubicBezTo>
                  <a:pt x="124" y="92"/>
                  <a:pt x="124" y="92"/>
                  <a:pt x="124" y="92"/>
                </a:cubicBezTo>
                <a:cubicBezTo>
                  <a:pt x="112" y="92"/>
                  <a:pt x="112" y="92"/>
                  <a:pt x="112" y="92"/>
                </a:cubicBezTo>
                <a:lnTo>
                  <a:pt x="112" y="104"/>
                </a:lnTo>
                <a:close/>
                <a:moveTo>
                  <a:pt x="112" y="116"/>
                </a:moveTo>
                <a:cubicBezTo>
                  <a:pt x="112" y="128"/>
                  <a:pt x="112" y="128"/>
                  <a:pt x="112" y="128"/>
                </a:cubicBezTo>
                <a:cubicBezTo>
                  <a:pt x="117" y="128"/>
                  <a:pt x="120" y="128"/>
                  <a:pt x="124" y="128"/>
                </a:cubicBezTo>
                <a:cubicBezTo>
                  <a:pt x="124" y="116"/>
                  <a:pt x="124" y="116"/>
                  <a:pt x="124" y="116"/>
                </a:cubicBezTo>
                <a:lnTo>
                  <a:pt x="112" y="116"/>
                </a:lnTo>
                <a:close/>
                <a:moveTo>
                  <a:pt x="112" y="80"/>
                </a:moveTo>
                <a:cubicBezTo>
                  <a:pt x="124" y="80"/>
                  <a:pt x="124" y="80"/>
                  <a:pt x="124" y="80"/>
                </a:cubicBezTo>
                <a:cubicBezTo>
                  <a:pt x="124" y="68"/>
                  <a:pt x="124" y="68"/>
                  <a:pt x="124" y="68"/>
                </a:cubicBezTo>
                <a:cubicBezTo>
                  <a:pt x="120" y="68"/>
                  <a:pt x="117" y="68"/>
                  <a:pt x="112" y="68"/>
                </a:cubicBezTo>
                <a:lnTo>
                  <a:pt x="112" y="80"/>
                </a:lnTo>
                <a:close/>
                <a:moveTo>
                  <a:pt x="136" y="68"/>
                </a:moveTo>
                <a:cubicBezTo>
                  <a:pt x="136" y="80"/>
                  <a:pt x="136" y="80"/>
                  <a:pt x="136" y="80"/>
                </a:cubicBezTo>
                <a:cubicBezTo>
                  <a:pt x="148" y="80"/>
                  <a:pt x="148" y="80"/>
                  <a:pt x="148" y="80"/>
                </a:cubicBezTo>
                <a:cubicBezTo>
                  <a:pt x="148" y="68"/>
                  <a:pt x="148" y="68"/>
                  <a:pt x="148" y="68"/>
                </a:cubicBezTo>
                <a:cubicBezTo>
                  <a:pt x="138" y="68"/>
                  <a:pt x="142" y="68"/>
                  <a:pt x="136" y="68"/>
                </a:cubicBezTo>
                <a:close/>
                <a:moveTo>
                  <a:pt x="12" y="148"/>
                </a:moveTo>
                <a:cubicBezTo>
                  <a:pt x="12" y="168"/>
                  <a:pt x="12" y="168"/>
                  <a:pt x="12" y="168"/>
                </a:cubicBezTo>
                <a:cubicBezTo>
                  <a:pt x="179" y="168"/>
                  <a:pt x="179" y="168"/>
                  <a:pt x="179" y="168"/>
                </a:cubicBezTo>
                <a:cubicBezTo>
                  <a:pt x="179" y="148"/>
                  <a:pt x="179" y="148"/>
                  <a:pt x="179" y="148"/>
                </a:cubicBezTo>
                <a:lnTo>
                  <a:pt x="12" y="148"/>
                </a:lnTo>
                <a:close/>
                <a:moveTo>
                  <a:pt x="96" y="68"/>
                </a:moveTo>
                <a:cubicBezTo>
                  <a:pt x="57" y="68"/>
                  <a:pt x="52" y="68"/>
                  <a:pt x="36" y="68"/>
                </a:cubicBezTo>
                <a:cubicBezTo>
                  <a:pt x="36" y="96"/>
                  <a:pt x="36" y="96"/>
                  <a:pt x="36" y="96"/>
                </a:cubicBezTo>
                <a:cubicBezTo>
                  <a:pt x="51" y="96"/>
                  <a:pt x="75" y="96"/>
                  <a:pt x="96" y="96"/>
                </a:cubicBezTo>
                <a:lnTo>
                  <a:pt x="96" y="68"/>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37"/>
          <p:cNvSpPr>
            <a:spLocks noEditPoints="1"/>
          </p:cNvSpPr>
          <p:nvPr/>
        </p:nvSpPr>
        <p:spPr bwMode="auto">
          <a:xfrm>
            <a:off x="10639949" y="2513013"/>
            <a:ext cx="341313" cy="392113"/>
          </a:xfrm>
          <a:custGeom>
            <a:avLst/>
            <a:gdLst>
              <a:gd name="T0" fmla="*/ 158 w 173"/>
              <a:gd name="T1" fmla="*/ 198 h 198"/>
              <a:gd name="T2" fmla="*/ 96 w 173"/>
              <a:gd name="T3" fmla="*/ 198 h 198"/>
              <a:gd name="T4" fmla="*/ 96 w 173"/>
              <a:gd name="T5" fmla="*/ 134 h 198"/>
              <a:gd name="T6" fmla="*/ 173 w 173"/>
              <a:gd name="T7" fmla="*/ 134 h 198"/>
              <a:gd name="T8" fmla="*/ 173 w 173"/>
              <a:gd name="T9" fmla="*/ 184 h 198"/>
              <a:gd name="T10" fmla="*/ 158 w 173"/>
              <a:gd name="T11" fmla="*/ 198 h 198"/>
              <a:gd name="T12" fmla="*/ 96 w 173"/>
              <a:gd name="T13" fmla="*/ 60 h 198"/>
              <a:gd name="T14" fmla="*/ 88 w 173"/>
              <a:gd name="T15" fmla="*/ 56 h 198"/>
              <a:gd name="T16" fmla="*/ 87 w 173"/>
              <a:gd name="T17" fmla="*/ 56 h 198"/>
              <a:gd name="T18" fmla="*/ 87 w 173"/>
              <a:gd name="T19" fmla="*/ 56 h 198"/>
              <a:gd name="T20" fmla="*/ 81 w 173"/>
              <a:gd name="T21" fmla="*/ 60 h 198"/>
              <a:gd name="T22" fmla="*/ 81 w 173"/>
              <a:gd name="T23" fmla="*/ 119 h 198"/>
              <a:gd name="T24" fmla="*/ 0 w 173"/>
              <a:gd name="T25" fmla="*/ 119 h 198"/>
              <a:gd name="T26" fmla="*/ 0 w 173"/>
              <a:gd name="T27" fmla="*/ 68 h 198"/>
              <a:gd name="T28" fmla="*/ 15 w 173"/>
              <a:gd name="T29" fmla="*/ 54 h 198"/>
              <a:gd name="T30" fmla="*/ 48 w 173"/>
              <a:gd name="T31" fmla="*/ 54 h 198"/>
              <a:gd name="T32" fmla="*/ 38 w 173"/>
              <a:gd name="T33" fmla="*/ 46 h 198"/>
              <a:gd name="T34" fmla="*/ 33 w 173"/>
              <a:gd name="T35" fmla="*/ 6 h 198"/>
              <a:gd name="T36" fmla="*/ 50 w 173"/>
              <a:gd name="T37" fmla="*/ 0 h 198"/>
              <a:gd name="T38" fmla="*/ 76 w 173"/>
              <a:gd name="T39" fmla="*/ 11 h 198"/>
              <a:gd name="T40" fmla="*/ 87 w 173"/>
              <a:gd name="T41" fmla="*/ 26 h 198"/>
              <a:gd name="T42" fmla="*/ 98 w 173"/>
              <a:gd name="T43" fmla="*/ 11 h 198"/>
              <a:gd name="T44" fmla="*/ 125 w 173"/>
              <a:gd name="T45" fmla="*/ 0 h 198"/>
              <a:gd name="T46" fmla="*/ 142 w 173"/>
              <a:gd name="T47" fmla="*/ 6 h 198"/>
              <a:gd name="T48" fmla="*/ 136 w 173"/>
              <a:gd name="T49" fmla="*/ 46 h 198"/>
              <a:gd name="T50" fmla="*/ 126 w 173"/>
              <a:gd name="T51" fmla="*/ 54 h 198"/>
              <a:gd name="T52" fmla="*/ 158 w 173"/>
              <a:gd name="T53" fmla="*/ 54 h 198"/>
              <a:gd name="T54" fmla="*/ 173 w 173"/>
              <a:gd name="T55" fmla="*/ 68 h 198"/>
              <a:gd name="T56" fmla="*/ 173 w 173"/>
              <a:gd name="T57" fmla="*/ 119 h 198"/>
              <a:gd name="T58" fmla="*/ 96 w 173"/>
              <a:gd name="T59" fmla="*/ 119 h 198"/>
              <a:gd name="T60" fmla="*/ 96 w 173"/>
              <a:gd name="T61" fmla="*/ 60 h 198"/>
              <a:gd name="T62" fmla="*/ 66 w 173"/>
              <a:gd name="T63" fmla="*/ 22 h 198"/>
              <a:gd name="T64" fmla="*/ 50 w 173"/>
              <a:gd name="T65" fmla="*/ 15 h 198"/>
              <a:gd name="T66" fmla="*/ 43 w 173"/>
              <a:gd name="T67" fmla="*/ 17 h 198"/>
              <a:gd name="T68" fmla="*/ 41 w 173"/>
              <a:gd name="T69" fmla="*/ 22 h 198"/>
              <a:gd name="T70" fmla="*/ 48 w 173"/>
              <a:gd name="T71" fmla="*/ 36 h 198"/>
              <a:gd name="T72" fmla="*/ 73 w 173"/>
              <a:gd name="T73" fmla="*/ 46 h 198"/>
              <a:gd name="T74" fmla="*/ 77 w 173"/>
              <a:gd name="T75" fmla="*/ 46 h 198"/>
              <a:gd name="T76" fmla="*/ 66 w 173"/>
              <a:gd name="T77" fmla="*/ 22 h 198"/>
              <a:gd name="T78" fmla="*/ 98 w 173"/>
              <a:gd name="T79" fmla="*/ 46 h 198"/>
              <a:gd name="T80" fmla="*/ 98 w 173"/>
              <a:gd name="T81" fmla="*/ 46 h 198"/>
              <a:gd name="T82" fmla="*/ 101 w 173"/>
              <a:gd name="T83" fmla="*/ 46 h 198"/>
              <a:gd name="T84" fmla="*/ 126 w 173"/>
              <a:gd name="T85" fmla="*/ 36 h 198"/>
              <a:gd name="T86" fmla="*/ 133 w 173"/>
              <a:gd name="T87" fmla="*/ 22 h 198"/>
              <a:gd name="T88" fmla="*/ 131 w 173"/>
              <a:gd name="T89" fmla="*/ 17 h 198"/>
              <a:gd name="T90" fmla="*/ 125 w 173"/>
              <a:gd name="T91" fmla="*/ 15 h 198"/>
              <a:gd name="T92" fmla="*/ 108 w 173"/>
              <a:gd name="T93" fmla="*/ 22 h 198"/>
              <a:gd name="T94" fmla="*/ 98 w 173"/>
              <a:gd name="T95" fmla="*/ 46 h 198"/>
              <a:gd name="T96" fmla="*/ 81 w 173"/>
              <a:gd name="T97" fmla="*/ 198 h 198"/>
              <a:gd name="T98" fmla="*/ 15 w 173"/>
              <a:gd name="T99" fmla="*/ 198 h 198"/>
              <a:gd name="T100" fmla="*/ 0 w 173"/>
              <a:gd name="T101" fmla="*/ 184 h 198"/>
              <a:gd name="T102" fmla="*/ 0 w 173"/>
              <a:gd name="T103" fmla="*/ 134 h 198"/>
              <a:gd name="T104" fmla="*/ 81 w 173"/>
              <a:gd name="T105" fmla="*/ 134 h 198"/>
              <a:gd name="T106" fmla="*/ 81 w 173"/>
              <a:gd name="T10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3" h="198">
                <a:moveTo>
                  <a:pt x="158" y="198"/>
                </a:moveTo>
                <a:cubicBezTo>
                  <a:pt x="96" y="198"/>
                  <a:pt x="96" y="198"/>
                  <a:pt x="96" y="198"/>
                </a:cubicBezTo>
                <a:cubicBezTo>
                  <a:pt x="96" y="134"/>
                  <a:pt x="96" y="134"/>
                  <a:pt x="96" y="134"/>
                </a:cubicBezTo>
                <a:cubicBezTo>
                  <a:pt x="173" y="134"/>
                  <a:pt x="173" y="134"/>
                  <a:pt x="173" y="134"/>
                </a:cubicBezTo>
                <a:cubicBezTo>
                  <a:pt x="173" y="184"/>
                  <a:pt x="173" y="184"/>
                  <a:pt x="173" y="184"/>
                </a:cubicBezTo>
                <a:cubicBezTo>
                  <a:pt x="173" y="192"/>
                  <a:pt x="166" y="198"/>
                  <a:pt x="158" y="198"/>
                </a:cubicBezTo>
                <a:close/>
                <a:moveTo>
                  <a:pt x="96" y="60"/>
                </a:moveTo>
                <a:cubicBezTo>
                  <a:pt x="94" y="59"/>
                  <a:pt x="89" y="58"/>
                  <a:pt x="88" y="56"/>
                </a:cubicBezTo>
                <a:cubicBezTo>
                  <a:pt x="87" y="56"/>
                  <a:pt x="87" y="56"/>
                  <a:pt x="87" y="56"/>
                </a:cubicBezTo>
                <a:cubicBezTo>
                  <a:pt x="87" y="56"/>
                  <a:pt x="87" y="56"/>
                  <a:pt x="87" y="56"/>
                </a:cubicBezTo>
                <a:cubicBezTo>
                  <a:pt x="85" y="58"/>
                  <a:pt x="83" y="59"/>
                  <a:pt x="81" y="60"/>
                </a:cubicBezTo>
                <a:cubicBezTo>
                  <a:pt x="81" y="119"/>
                  <a:pt x="81" y="119"/>
                  <a:pt x="81" y="119"/>
                </a:cubicBezTo>
                <a:cubicBezTo>
                  <a:pt x="0" y="119"/>
                  <a:pt x="0" y="119"/>
                  <a:pt x="0" y="119"/>
                </a:cubicBezTo>
                <a:cubicBezTo>
                  <a:pt x="0" y="68"/>
                  <a:pt x="0" y="68"/>
                  <a:pt x="0" y="68"/>
                </a:cubicBezTo>
                <a:cubicBezTo>
                  <a:pt x="0" y="60"/>
                  <a:pt x="7" y="54"/>
                  <a:pt x="15" y="54"/>
                </a:cubicBezTo>
                <a:cubicBezTo>
                  <a:pt x="48" y="54"/>
                  <a:pt x="48" y="54"/>
                  <a:pt x="48" y="54"/>
                </a:cubicBezTo>
                <a:cubicBezTo>
                  <a:pt x="45" y="52"/>
                  <a:pt x="41" y="49"/>
                  <a:pt x="38" y="46"/>
                </a:cubicBezTo>
                <a:cubicBezTo>
                  <a:pt x="25" y="34"/>
                  <a:pt x="22" y="16"/>
                  <a:pt x="33" y="6"/>
                </a:cubicBezTo>
                <a:cubicBezTo>
                  <a:pt x="37" y="2"/>
                  <a:pt x="43" y="0"/>
                  <a:pt x="50" y="0"/>
                </a:cubicBezTo>
                <a:cubicBezTo>
                  <a:pt x="58" y="0"/>
                  <a:pt x="68" y="4"/>
                  <a:pt x="76" y="11"/>
                </a:cubicBezTo>
                <a:cubicBezTo>
                  <a:pt x="81" y="15"/>
                  <a:pt x="84" y="21"/>
                  <a:pt x="87" y="26"/>
                </a:cubicBezTo>
                <a:cubicBezTo>
                  <a:pt x="90" y="21"/>
                  <a:pt x="94" y="15"/>
                  <a:pt x="98" y="11"/>
                </a:cubicBezTo>
                <a:cubicBezTo>
                  <a:pt x="106" y="4"/>
                  <a:pt x="116" y="0"/>
                  <a:pt x="125" y="0"/>
                </a:cubicBezTo>
                <a:cubicBezTo>
                  <a:pt x="131" y="0"/>
                  <a:pt x="137" y="2"/>
                  <a:pt x="142" y="6"/>
                </a:cubicBezTo>
                <a:cubicBezTo>
                  <a:pt x="152" y="16"/>
                  <a:pt x="150" y="34"/>
                  <a:pt x="136" y="46"/>
                </a:cubicBezTo>
                <a:cubicBezTo>
                  <a:pt x="133" y="49"/>
                  <a:pt x="130" y="52"/>
                  <a:pt x="126" y="54"/>
                </a:cubicBezTo>
                <a:cubicBezTo>
                  <a:pt x="158" y="54"/>
                  <a:pt x="158" y="54"/>
                  <a:pt x="158" y="54"/>
                </a:cubicBezTo>
                <a:cubicBezTo>
                  <a:pt x="166" y="54"/>
                  <a:pt x="173" y="60"/>
                  <a:pt x="173" y="68"/>
                </a:cubicBezTo>
                <a:cubicBezTo>
                  <a:pt x="173" y="119"/>
                  <a:pt x="173" y="119"/>
                  <a:pt x="173" y="119"/>
                </a:cubicBezTo>
                <a:cubicBezTo>
                  <a:pt x="96" y="119"/>
                  <a:pt x="96" y="119"/>
                  <a:pt x="96" y="119"/>
                </a:cubicBezTo>
                <a:lnTo>
                  <a:pt x="96" y="60"/>
                </a:lnTo>
                <a:close/>
                <a:moveTo>
                  <a:pt x="66" y="22"/>
                </a:moveTo>
                <a:cubicBezTo>
                  <a:pt x="61" y="17"/>
                  <a:pt x="55" y="15"/>
                  <a:pt x="50" y="15"/>
                </a:cubicBezTo>
                <a:cubicBezTo>
                  <a:pt x="48" y="15"/>
                  <a:pt x="45" y="15"/>
                  <a:pt x="43" y="17"/>
                </a:cubicBezTo>
                <a:cubicBezTo>
                  <a:pt x="42" y="17"/>
                  <a:pt x="41" y="19"/>
                  <a:pt x="41" y="22"/>
                </a:cubicBezTo>
                <a:cubicBezTo>
                  <a:pt x="41" y="25"/>
                  <a:pt x="43" y="31"/>
                  <a:pt x="48" y="36"/>
                </a:cubicBezTo>
                <a:cubicBezTo>
                  <a:pt x="55" y="42"/>
                  <a:pt x="65" y="46"/>
                  <a:pt x="73" y="46"/>
                </a:cubicBezTo>
                <a:cubicBezTo>
                  <a:pt x="76" y="46"/>
                  <a:pt x="77" y="46"/>
                  <a:pt x="77" y="46"/>
                </a:cubicBezTo>
                <a:cubicBezTo>
                  <a:pt x="78" y="43"/>
                  <a:pt x="75" y="30"/>
                  <a:pt x="66" y="22"/>
                </a:cubicBezTo>
                <a:close/>
                <a:moveTo>
                  <a:pt x="98" y="46"/>
                </a:moveTo>
                <a:cubicBezTo>
                  <a:pt x="98" y="46"/>
                  <a:pt x="98" y="46"/>
                  <a:pt x="98" y="46"/>
                </a:cubicBezTo>
                <a:cubicBezTo>
                  <a:pt x="98" y="46"/>
                  <a:pt x="99" y="46"/>
                  <a:pt x="101" y="46"/>
                </a:cubicBezTo>
                <a:cubicBezTo>
                  <a:pt x="109" y="46"/>
                  <a:pt x="120" y="42"/>
                  <a:pt x="126" y="36"/>
                </a:cubicBezTo>
                <a:cubicBezTo>
                  <a:pt x="131" y="31"/>
                  <a:pt x="133" y="25"/>
                  <a:pt x="133" y="22"/>
                </a:cubicBezTo>
                <a:cubicBezTo>
                  <a:pt x="133" y="19"/>
                  <a:pt x="132" y="17"/>
                  <a:pt x="131" y="17"/>
                </a:cubicBezTo>
                <a:cubicBezTo>
                  <a:pt x="130" y="15"/>
                  <a:pt x="126" y="15"/>
                  <a:pt x="125" y="15"/>
                </a:cubicBezTo>
                <a:cubicBezTo>
                  <a:pt x="119" y="15"/>
                  <a:pt x="113" y="17"/>
                  <a:pt x="108" y="22"/>
                </a:cubicBezTo>
                <a:cubicBezTo>
                  <a:pt x="99" y="30"/>
                  <a:pt x="96" y="43"/>
                  <a:pt x="98" y="46"/>
                </a:cubicBezTo>
                <a:close/>
                <a:moveTo>
                  <a:pt x="81" y="198"/>
                </a:moveTo>
                <a:cubicBezTo>
                  <a:pt x="15" y="198"/>
                  <a:pt x="15" y="198"/>
                  <a:pt x="15" y="198"/>
                </a:cubicBezTo>
                <a:cubicBezTo>
                  <a:pt x="7" y="198"/>
                  <a:pt x="0" y="192"/>
                  <a:pt x="0" y="184"/>
                </a:cubicBezTo>
                <a:cubicBezTo>
                  <a:pt x="0" y="134"/>
                  <a:pt x="0" y="134"/>
                  <a:pt x="0" y="134"/>
                </a:cubicBezTo>
                <a:cubicBezTo>
                  <a:pt x="81" y="134"/>
                  <a:pt x="81" y="134"/>
                  <a:pt x="81" y="134"/>
                </a:cubicBezTo>
                <a:lnTo>
                  <a:pt x="81" y="198"/>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38"/>
          <p:cNvSpPr>
            <a:spLocks noEditPoints="1"/>
          </p:cNvSpPr>
          <p:nvPr/>
        </p:nvSpPr>
        <p:spPr bwMode="auto">
          <a:xfrm>
            <a:off x="11157474" y="2511425"/>
            <a:ext cx="298450" cy="395288"/>
          </a:xfrm>
          <a:custGeom>
            <a:avLst/>
            <a:gdLst>
              <a:gd name="T0" fmla="*/ 9 w 151"/>
              <a:gd name="T1" fmla="*/ 0 h 200"/>
              <a:gd name="T2" fmla="*/ 0 w 151"/>
              <a:gd name="T3" fmla="*/ 191 h 200"/>
              <a:gd name="T4" fmla="*/ 142 w 151"/>
              <a:gd name="T5" fmla="*/ 200 h 200"/>
              <a:gd name="T6" fmla="*/ 151 w 151"/>
              <a:gd name="T7" fmla="*/ 10 h 200"/>
              <a:gd name="T8" fmla="*/ 50 w 151"/>
              <a:gd name="T9" fmla="*/ 161 h 200"/>
              <a:gd name="T10" fmla="*/ 29 w 151"/>
              <a:gd name="T11" fmla="*/ 165 h 200"/>
              <a:gd name="T12" fmla="*/ 24 w 151"/>
              <a:gd name="T13" fmla="*/ 152 h 200"/>
              <a:gd name="T14" fmla="*/ 46 w 151"/>
              <a:gd name="T15" fmla="*/ 148 h 200"/>
              <a:gd name="T16" fmla="*/ 50 w 151"/>
              <a:gd name="T17" fmla="*/ 161 h 200"/>
              <a:gd name="T18" fmla="*/ 46 w 151"/>
              <a:gd name="T19" fmla="*/ 137 h 200"/>
              <a:gd name="T20" fmla="*/ 24 w 151"/>
              <a:gd name="T21" fmla="*/ 133 h 200"/>
              <a:gd name="T22" fmla="*/ 29 w 151"/>
              <a:gd name="T23" fmla="*/ 120 h 200"/>
              <a:gd name="T24" fmla="*/ 50 w 151"/>
              <a:gd name="T25" fmla="*/ 124 h 200"/>
              <a:gd name="T26" fmla="*/ 50 w 151"/>
              <a:gd name="T27" fmla="*/ 105 h 200"/>
              <a:gd name="T28" fmla="*/ 29 w 151"/>
              <a:gd name="T29" fmla="*/ 109 h 200"/>
              <a:gd name="T30" fmla="*/ 24 w 151"/>
              <a:gd name="T31" fmla="*/ 96 h 200"/>
              <a:gd name="T32" fmla="*/ 46 w 151"/>
              <a:gd name="T33" fmla="*/ 92 h 200"/>
              <a:gd name="T34" fmla="*/ 50 w 151"/>
              <a:gd name="T35" fmla="*/ 105 h 200"/>
              <a:gd name="T36" fmla="*/ 83 w 151"/>
              <a:gd name="T37" fmla="*/ 165 h 200"/>
              <a:gd name="T38" fmla="*/ 63 w 151"/>
              <a:gd name="T39" fmla="*/ 161 h 200"/>
              <a:gd name="T40" fmla="*/ 67 w 151"/>
              <a:gd name="T41" fmla="*/ 148 h 200"/>
              <a:gd name="T42" fmla="*/ 88 w 151"/>
              <a:gd name="T43" fmla="*/ 152 h 200"/>
              <a:gd name="T44" fmla="*/ 88 w 151"/>
              <a:gd name="T45" fmla="*/ 133 h 200"/>
              <a:gd name="T46" fmla="*/ 67 w 151"/>
              <a:gd name="T47" fmla="*/ 137 h 200"/>
              <a:gd name="T48" fmla="*/ 63 w 151"/>
              <a:gd name="T49" fmla="*/ 124 h 200"/>
              <a:gd name="T50" fmla="*/ 83 w 151"/>
              <a:gd name="T51" fmla="*/ 120 h 200"/>
              <a:gd name="T52" fmla="*/ 88 w 151"/>
              <a:gd name="T53" fmla="*/ 133 h 200"/>
              <a:gd name="T54" fmla="*/ 83 w 151"/>
              <a:gd name="T55" fmla="*/ 109 h 200"/>
              <a:gd name="T56" fmla="*/ 63 w 151"/>
              <a:gd name="T57" fmla="*/ 105 h 200"/>
              <a:gd name="T58" fmla="*/ 67 w 151"/>
              <a:gd name="T59" fmla="*/ 92 h 200"/>
              <a:gd name="T60" fmla="*/ 88 w 151"/>
              <a:gd name="T61" fmla="*/ 96 h 200"/>
              <a:gd name="T62" fmla="*/ 128 w 151"/>
              <a:gd name="T63" fmla="*/ 161 h 200"/>
              <a:gd name="T64" fmla="*/ 104 w 151"/>
              <a:gd name="T65" fmla="*/ 164 h 200"/>
              <a:gd name="T66" fmla="*/ 99 w 151"/>
              <a:gd name="T67" fmla="*/ 152 h 200"/>
              <a:gd name="T68" fmla="*/ 123 w 151"/>
              <a:gd name="T69" fmla="*/ 148 h 200"/>
              <a:gd name="T70" fmla="*/ 128 w 151"/>
              <a:gd name="T71" fmla="*/ 161 h 200"/>
              <a:gd name="T72" fmla="*/ 123 w 151"/>
              <a:gd name="T73" fmla="*/ 136 h 200"/>
              <a:gd name="T74" fmla="*/ 99 w 151"/>
              <a:gd name="T75" fmla="*/ 133 h 200"/>
              <a:gd name="T76" fmla="*/ 104 w 151"/>
              <a:gd name="T77" fmla="*/ 120 h 200"/>
              <a:gd name="T78" fmla="*/ 128 w 151"/>
              <a:gd name="T79" fmla="*/ 124 h 200"/>
              <a:gd name="T80" fmla="*/ 128 w 151"/>
              <a:gd name="T81" fmla="*/ 105 h 200"/>
              <a:gd name="T82" fmla="*/ 104 w 151"/>
              <a:gd name="T83" fmla="*/ 108 h 200"/>
              <a:gd name="T84" fmla="*/ 99 w 151"/>
              <a:gd name="T85" fmla="*/ 96 h 200"/>
              <a:gd name="T86" fmla="*/ 123 w 151"/>
              <a:gd name="T87" fmla="*/ 92 h 200"/>
              <a:gd name="T88" fmla="*/ 128 w 151"/>
              <a:gd name="T89" fmla="*/ 105 h 200"/>
              <a:gd name="T90" fmla="*/ 103 w 151"/>
              <a:gd name="T91" fmla="*/ 72 h 200"/>
              <a:gd name="T92" fmla="*/ 103 w 151"/>
              <a:gd name="T93" fmla="*/ 56 h 200"/>
              <a:gd name="T94" fmla="*/ 130 w 151"/>
              <a:gd name="T95" fmla="*/ 63 h 200"/>
              <a:gd name="T96" fmla="*/ 136 w 151"/>
              <a:gd name="T97" fmla="*/ 42 h 200"/>
              <a:gd name="T98" fmla="*/ 22 w 151"/>
              <a:gd name="T99" fmla="*/ 48 h 200"/>
              <a:gd name="T100" fmla="*/ 16 w 151"/>
              <a:gd name="T101" fmla="*/ 23 h 200"/>
              <a:gd name="T102" fmla="*/ 129 w 151"/>
              <a:gd name="T103" fmla="*/ 16 h 200"/>
              <a:gd name="T104" fmla="*/ 136 w 151"/>
              <a:gd name="T105" fmla="*/ 42 h 200"/>
              <a:gd name="T106" fmla="*/ 120 w 151"/>
              <a:gd name="T107" fmla="*/ 23 h 200"/>
              <a:gd name="T108" fmla="*/ 124 w 151"/>
              <a:gd name="T109" fmla="*/ 45 h 200"/>
              <a:gd name="T110" fmla="*/ 127 w 151"/>
              <a:gd name="T111" fmla="*/ 23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1" h="200">
                <a:moveTo>
                  <a:pt x="142" y="0"/>
                </a:moveTo>
                <a:cubicBezTo>
                  <a:pt x="9" y="0"/>
                  <a:pt x="9" y="0"/>
                  <a:pt x="9" y="0"/>
                </a:cubicBezTo>
                <a:cubicBezTo>
                  <a:pt x="4" y="0"/>
                  <a:pt x="0" y="4"/>
                  <a:pt x="0" y="10"/>
                </a:cubicBezTo>
                <a:cubicBezTo>
                  <a:pt x="0" y="191"/>
                  <a:pt x="0" y="191"/>
                  <a:pt x="0" y="191"/>
                </a:cubicBezTo>
                <a:cubicBezTo>
                  <a:pt x="0" y="196"/>
                  <a:pt x="4" y="200"/>
                  <a:pt x="9" y="200"/>
                </a:cubicBezTo>
                <a:cubicBezTo>
                  <a:pt x="142" y="200"/>
                  <a:pt x="142" y="200"/>
                  <a:pt x="142" y="200"/>
                </a:cubicBezTo>
                <a:cubicBezTo>
                  <a:pt x="147" y="200"/>
                  <a:pt x="151" y="196"/>
                  <a:pt x="151" y="191"/>
                </a:cubicBezTo>
                <a:cubicBezTo>
                  <a:pt x="151" y="10"/>
                  <a:pt x="151" y="10"/>
                  <a:pt x="151" y="10"/>
                </a:cubicBezTo>
                <a:cubicBezTo>
                  <a:pt x="151" y="4"/>
                  <a:pt x="147" y="0"/>
                  <a:pt x="142" y="0"/>
                </a:cubicBezTo>
                <a:close/>
                <a:moveTo>
                  <a:pt x="50" y="161"/>
                </a:moveTo>
                <a:cubicBezTo>
                  <a:pt x="50" y="163"/>
                  <a:pt x="48" y="165"/>
                  <a:pt x="46" y="165"/>
                </a:cubicBezTo>
                <a:cubicBezTo>
                  <a:pt x="29" y="165"/>
                  <a:pt x="29" y="165"/>
                  <a:pt x="29" y="165"/>
                </a:cubicBezTo>
                <a:cubicBezTo>
                  <a:pt x="26" y="165"/>
                  <a:pt x="24" y="163"/>
                  <a:pt x="24" y="161"/>
                </a:cubicBezTo>
                <a:cubicBezTo>
                  <a:pt x="24" y="152"/>
                  <a:pt x="24" y="152"/>
                  <a:pt x="24" y="152"/>
                </a:cubicBezTo>
                <a:cubicBezTo>
                  <a:pt x="24" y="150"/>
                  <a:pt x="26" y="148"/>
                  <a:pt x="29" y="148"/>
                </a:cubicBezTo>
                <a:cubicBezTo>
                  <a:pt x="46" y="148"/>
                  <a:pt x="46" y="148"/>
                  <a:pt x="46" y="148"/>
                </a:cubicBezTo>
                <a:cubicBezTo>
                  <a:pt x="48" y="148"/>
                  <a:pt x="50" y="150"/>
                  <a:pt x="50" y="152"/>
                </a:cubicBezTo>
                <a:lnTo>
                  <a:pt x="50" y="161"/>
                </a:lnTo>
                <a:close/>
                <a:moveTo>
                  <a:pt x="50" y="133"/>
                </a:moveTo>
                <a:cubicBezTo>
                  <a:pt x="50" y="135"/>
                  <a:pt x="48" y="137"/>
                  <a:pt x="46" y="137"/>
                </a:cubicBezTo>
                <a:cubicBezTo>
                  <a:pt x="29" y="137"/>
                  <a:pt x="29" y="137"/>
                  <a:pt x="29" y="137"/>
                </a:cubicBezTo>
                <a:cubicBezTo>
                  <a:pt x="26" y="137"/>
                  <a:pt x="24" y="135"/>
                  <a:pt x="24" y="133"/>
                </a:cubicBezTo>
                <a:cubicBezTo>
                  <a:pt x="24" y="124"/>
                  <a:pt x="24" y="124"/>
                  <a:pt x="24" y="124"/>
                </a:cubicBezTo>
                <a:cubicBezTo>
                  <a:pt x="24" y="122"/>
                  <a:pt x="26" y="120"/>
                  <a:pt x="29" y="120"/>
                </a:cubicBezTo>
                <a:cubicBezTo>
                  <a:pt x="46" y="120"/>
                  <a:pt x="46" y="120"/>
                  <a:pt x="46" y="120"/>
                </a:cubicBezTo>
                <a:cubicBezTo>
                  <a:pt x="48" y="120"/>
                  <a:pt x="50" y="122"/>
                  <a:pt x="50" y="124"/>
                </a:cubicBezTo>
                <a:lnTo>
                  <a:pt x="50" y="133"/>
                </a:lnTo>
                <a:close/>
                <a:moveTo>
                  <a:pt x="50" y="105"/>
                </a:moveTo>
                <a:cubicBezTo>
                  <a:pt x="50" y="107"/>
                  <a:pt x="48" y="109"/>
                  <a:pt x="46" y="109"/>
                </a:cubicBezTo>
                <a:cubicBezTo>
                  <a:pt x="29" y="109"/>
                  <a:pt x="29" y="109"/>
                  <a:pt x="29" y="109"/>
                </a:cubicBezTo>
                <a:cubicBezTo>
                  <a:pt x="26" y="109"/>
                  <a:pt x="24" y="107"/>
                  <a:pt x="24" y="105"/>
                </a:cubicBezTo>
                <a:cubicBezTo>
                  <a:pt x="24" y="96"/>
                  <a:pt x="24" y="96"/>
                  <a:pt x="24" y="96"/>
                </a:cubicBezTo>
                <a:cubicBezTo>
                  <a:pt x="24" y="94"/>
                  <a:pt x="26" y="92"/>
                  <a:pt x="29" y="92"/>
                </a:cubicBezTo>
                <a:cubicBezTo>
                  <a:pt x="46" y="92"/>
                  <a:pt x="46" y="92"/>
                  <a:pt x="46" y="92"/>
                </a:cubicBezTo>
                <a:cubicBezTo>
                  <a:pt x="48" y="92"/>
                  <a:pt x="50" y="94"/>
                  <a:pt x="50" y="96"/>
                </a:cubicBezTo>
                <a:lnTo>
                  <a:pt x="50" y="105"/>
                </a:lnTo>
                <a:close/>
                <a:moveTo>
                  <a:pt x="88" y="161"/>
                </a:moveTo>
                <a:cubicBezTo>
                  <a:pt x="88" y="163"/>
                  <a:pt x="86" y="165"/>
                  <a:pt x="83" y="165"/>
                </a:cubicBezTo>
                <a:cubicBezTo>
                  <a:pt x="67" y="165"/>
                  <a:pt x="67" y="165"/>
                  <a:pt x="67" y="165"/>
                </a:cubicBezTo>
                <a:cubicBezTo>
                  <a:pt x="65" y="165"/>
                  <a:pt x="63" y="163"/>
                  <a:pt x="63" y="161"/>
                </a:cubicBezTo>
                <a:cubicBezTo>
                  <a:pt x="63" y="152"/>
                  <a:pt x="63" y="152"/>
                  <a:pt x="63" y="152"/>
                </a:cubicBezTo>
                <a:cubicBezTo>
                  <a:pt x="63" y="150"/>
                  <a:pt x="65" y="148"/>
                  <a:pt x="67" y="148"/>
                </a:cubicBezTo>
                <a:cubicBezTo>
                  <a:pt x="83" y="148"/>
                  <a:pt x="83" y="148"/>
                  <a:pt x="83" y="148"/>
                </a:cubicBezTo>
                <a:cubicBezTo>
                  <a:pt x="86" y="148"/>
                  <a:pt x="88" y="150"/>
                  <a:pt x="88" y="152"/>
                </a:cubicBezTo>
                <a:lnTo>
                  <a:pt x="88" y="161"/>
                </a:lnTo>
                <a:close/>
                <a:moveTo>
                  <a:pt x="88" y="133"/>
                </a:moveTo>
                <a:cubicBezTo>
                  <a:pt x="88" y="135"/>
                  <a:pt x="86" y="137"/>
                  <a:pt x="83" y="137"/>
                </a:cubicBezTo>
                <a:cubicBezTo>
                  <a:pt x="67" y="137"/>
                  <a:pt x="67" y="137"/>
                  <a:pt x="67" y="137"/>
                </a:cubicBezTo>
                <a:cubicBezTo>
                  <a:pt x="65" y="137"/>
                  <a:pt x="63" y="135"/>
                  <a:pt x="63" y="133"/>
                </a:cubicBezTo>
                <a:cubicBezTo>
                  <a:pt x="63" y="124"/>
                  <a:pt x="63" y="124"/>
                  <a:pt x="63" y="124"/>
                </a:cubicBezTo>
                <a:cubicBezTo>
                  <a:pt x="63" y="122"/>
                  <a:pt x="65" y="120"/>
                  <a:pt x="67" y="120"/>
                </a:cubicBezTo>
                <a:cubicBezTo>
                  <a:pt x="83" y="120"/>
                  <a:pt x="83" y="120"/>
                  <a:pt x="83" y="120"/>
                </a:cubicBezTo>
                <a:cubicBezTo>
                  <a:pt x="86" y="120"/>
                  <a:pt x="88" y="122"/>
                  <a:pt x="88" y="124"/>
                </a:cubicBezTo>
                <a:lnTo>
                  <a:pt x="88" y="133"/>
                </a:lnTo>
                <a:close/>
                <a:moveTo>
                  <a:pt x="88" y="105"/>
                </a:moveTo>
                <a:cubicBezTo>
                  <a:pt x="88" y="107"/>
                  <a:pt x="86" y="109"/>
                  <a:pt x="83" y="109"/>
                </a:cubicBezTo>
                <a:cubicBezTo>
                  <a:pt x="67" y="109"/>
                  <a:pt x="67" y="109"/>
                  <a:pt x="67" y="109"/>
                </a:cubicBezTo>
                <a:cubicBezTo>
                  <a:pt x="65" y="109"/>
                  <a:pt x="63" y="107"/>
                  <a:pt x="63" y="105"/>
                </a:cubicBezTo>
                <a:cubicBezTo>
                  <a:pt x="63" y="96"/>
                  <a:pt x="63" y="96"/>
                  <a:pt x="63" y="96"/>
                </a:cubicBezTo>
                <a:cubicBezTo>
                  <a:pt x="63" y="94"/>
                  <a:pt x="65" y="92"/>
                  <a:pt x="67" y="92"/>
                </a:cubicBezTo>
                <a:cubicBezTo>
                  <a:pt x="83" y="92"/>
                  <a:pt x="83" y="92"/>
                  <a:pt x="83" y="92"/>
                </a:cubicBezTo>
                <a:cubicBezTo>
                  <a:pt x="86" y="92"/>
                  <a:pt x="88" y="94"/>
                  <a:pt x="88" y="96"/>
                </a:cubicBezTo>
                <a:lnTo>
                  <a:pt x="88" y="105"/>
                </a:lnTo>
                <a:close/>
                <a:moveTo>
                  <a:pt x="128" y="161"/>
                </a:moveTo>
                <a:cubicBezTo>
                  <a:pt x="128" y="163"/>
                  <a:pt x="125" y="164"/>
                  <a:pt x="123" y="164"/>
                </a:cubicBezTo>
                <a:cubicBezTo>
                  <a:pt x="104" y="164"/>
                  <a:pt x="104" y="164"/>
                  <a:pt x="104" y="164"/>
                </a:cubicBezTo>
                <a:cubicBezTo>
                  <a:pt x="102" y="164"/>
                  <a:pt x="99" y="163"/>
                  <a:pt x="99" y="161"/>
                </a:cubicBezTo>
                <a:cubicBezTo>
                  <a:pt x="99" y="152"/>
                  <a:pt x="99" y="152"/>
                  <a:pt x="99" y="152"/>
                </a:cubicBezTo>
                <a:cubicBezTo>
                  <a:pt x="99" y="150"/>
                  <a:pt x="102" y="148"/>
                  <a:pt x="104" y="148"/>
                </a:cubicBezTo>
                <a:cubicBezTo>
                  <a:pt x="123" y="148"/>
                  <a:pt x="123" y="148"/>
                  <a:pt x="123" y="148"/>
                </a:cubicBezTo>
                <a:cubicBezTo>
                  <a:pt x="125" y="148"/>
                  <a:pt x="128" y="150"/>
                  <a:pt x="128" y="152"/>
                </a:cubicBezTo>
                <a:lnTo>
                  <a:pt x="128" y="161"/>
                </a:lnTo>
                <a:close/>
                <a:moveTo>
                  <a:pt x="128" y="133"/>
                </a:moveTo>
                <a:cubicBezTo>
                  <a:pt x="128" y="135"/>
                  <a:pt x="125" y="136"/>
                  <a:pt x="123" y="136"/>
                </a:cubicBezTo>
                <a:cubicBezTo>
                  <a:pt x="104" y="136"/>
                  <a:pt x="104" y="136"/>
                  <a:pt x="104" y="136"/>
                </a:cubicBezTo>
                <a:cubicBezTo>
                  <a:pt x="102" y="136"/>
                  <a:pt x="99" y="135"/>
                  <a:pt x="99" y="133"/>
                </a:cubicBezTo>
                <a:cubicBezTo>
                  <a:pt x="99" y="124"/>
                  <a:pt x="99" y="124"/>
                  <a:pt x="99" y="124"/>
                </a:cubicBezTo>
                <a:cubicBezTo>
                  <a:pt x="99" y="122"/>
                  <a:pt x="102" y="120"/>
                  <a:pt x="104" y="120"/>
                </a:cubicBezTo>
                <a:cubicBezTo>
                  <a:pt x="123" y="120"/>
                  <a:pt x="123" y="120"/>
                  <a:pt x="123" y="120"/>
                </a:cubicBezTo>
                <a:cubicBezTo>
                  <a:pt x="125" y="120"/>
                  <a:pt x="128" y="122"/>
                  <a:pt x="128" y="124"/>
                </a:cubicBezTo>
                <a:lnTo>
                  <a:pt x="128" y="133"/>
                </a:lnTo>
                <a:close/>
                <a:moveTo>
                  <a:pt x="128" y="105"/>
                </a:moveTo>
                <a:cubicBezTo>
                  <a:pt x="128" y="107"/>
                  <a:pt x="125" y="108"/>
                  <a:pt x="123" y="108"/>
                </a:cubicBezTo>
                <a:cubicBezTo>
                  <a:pt x="104" y="108"/>
                  <a:pt x="104" y="108"/>
                  <a:pt x="104" y="108"/>
                </a:cubicBezTo>
                <a:cubicBezTo>
                  <a:pt x="102" y="108"/>
                  <a:pt x="99" y="107"/>
                  <a:pt x="99" y="105"/>
                </a:cubicBezTo>
                <a:cubicBezTo>
                  <a:pt x="99" y="96"/>
                  <a:pt x="99" y="96"/>
                  <a:pt x="99" y="96"/>
                </a:cubicBezTo>
                <a:cubicBezTo>
                  <a:pt x="99" y="94"/>
                  <a:pt x="102" y="92"/>
                  <a:pt x="104" y="92"/>
                </a:cubicBezTo>
                <a:cubicBezTo>
                  <a:pt x="123" y="92"/>
                  <a:pt x="123" y="92"/>
                  <a:pt x="123" y="92"/>
                </a:cubicBezTo>
                <a:cubicBezTo>
                  <a:pt x="125" y="92"/>
                  <a:pt x="128" y="94"/>
                  <a:pt x="128" y="96"/>
                </a:cubicBezTo>
                <a:lnTo>
                  <a:pt x="128" y="105"/>
                </a:lnTo>
                <a:close/>
                <a:moveTo>
                  <a:pt x="126" y="72"/>
                </a:moveTo>
                <a:cubicBezTo>
                  <a:pt x="103" y="72"/>
                  <a:pt x="103" y="72"/>
                  <a:pt x="103" y="72"/>
                </a:cubicBezTo>
                <a:cubicBezTo>
                  <a:pt x="100" y="72"/>
                  <a:pt x="99" y="67"/>
                  <a:pt x="99" y="63"/>
                </a:cubicBezTo>
                <a:cubicBezTo>
                  <a:pt x="99" y="60"/>
                  <a:pt x="100" y="56"/>
                  <a:pt x="103" y="56"/>
                </a:cubicBezTo>
                <a:cubicBezTo>
                  <a:pt x="126" y="56"/>
                  <a:pt x="126" y="56"/>
                  <a:pt x="126" y="56"/>
                </a:cubicBezTo>
                <a:cubicBezTo>
                  <a:pt x="128" y="56"/>
                  <a:pt x="130" y="60"/>
                  <a:pt x="130" y="63"/>
                </a:cubicBezTo>
                <a:cubicBezTo>
                  <a:pt x="130" y="67"/>
                  <a:pt x="128" y="72"/>
                  <a:pt x="126" y="72"/>
                </a:cubicBezTo>
                <a:close/>
                <a:moveTo>
                  <a:pt x="136" y="42"/>
                </a:moveTo>
                <a:cubicBezTo>
                  <a:pt x="136" y="45"/>
                  <a:pt x="133" y="48"/>
                  <a:pt x="129" y="48"/>
                </a:cubicBezTo>
                <a:cubicBezTo>
                  <a:pt x="22" y="48"/>
                  <a:pt x="22" y="48"/>
                  <a:pt x="22" y="48"/>
                </a:cubicBezTo>
                <a:cubicBezTo>
                  <a:pt x="19" y="48"/>
                  <a:pt x="16" y="45"/>
                  <a:pt x="16" y="42"/>
                </a:cubicBezTo>
                <a:cubicBezTo>
                  <a:pt x="16" y="23"/>
                  <a:pt x="16" y="23"/>
                  <a:pt x="16" y="23"/>
                </a:cubicBezTo>
                <a:cubicBezTo>
                  <a:pt x="16" y="19"/>
                  <a:pt x="19" y="16"/>
                  <a:pt x="22" y="16"/>
                </a:cubicBezTo>
                <a:cubicBezTo>
                  <a:pt x="129" y="16"/>
                  <a:pt x="129" y="16"/>
                  <a:pt x="129" y="16"/>
                </a:cubicBezTo>
                <a:cubicBezTo>
                  <a:pt x="133" y="16"/>
                  <a:pt x="136" y="19"/>
                  <a:pt x="136" y="23"/>
                </a:cubicBezTo>
                <a:lnTo>
                  <a:pt x="136" y="42"/>
                </a:lnTo>
                <a:close/>
                <a:moveTo>
                  <a:pt x="124" y="20"/>
                </a:moveTo>
                <a:cubicBezTo>
                  <a:pt x="122" y="20"/>
                  <a:pt x="120" y="21"/>
                  <a:pt x="120" y="23"/>
                </a:cubicBezTo>
                <a:cubicBezTo>
                  <a:pt x="120" y="42"/>
                  <a:pt x="120" y="42"/>
                  <a:pt x="120" y="42"/>
                </a:cubicBezTo>
                <a:cubicBezTo>
                  <a:pt x="120" y="44"/>
                  <a:pt x="122" y="45"/>
                  <a:pt x="124" y="45"/>
                </a:cubicBezTo>
                <a:cubicBezTo>
                  <a:pt x="126" y="45"/>
                  <a:pt x="127" y="44"/>
                  <a:pt x="127" y="42"/>
                </a:cubicBezTo>
                <a:cubicBezTo>
                  <a:pt x="127" y="23"/>
                  <a:pt x="127" y="23"/>
                  <a:pt x="127" y="23"/>
                </a:cubicBezTo>
                <a:cubicBezTo>
                  <a:pt x="127" y="21"/>
                  <a:pt x="126" y="20"/>
                  <a:pt x="124" y="20"/>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39"/>
          <p:cNvSpPr>
            <a:spLocks noEditPoints="1"/>
          </p:cNvSpPr>
          <p:nvPr/>
        </p:nvSpPr>
        <p:spPr bwMode="auto">
          <a:xfrm>
            <a:off x="11590862" y="2511425"/>
            <a:ext cx="395288" cy="395288"/>
          </a:xfrm>
          <a:custGeom>
            <a:avLst/>
            <a:gdLst>
              <a:gd name="T0" fmla="*/ 193 w 200"/>
              <a:gd name="T1" fmla="*/ 148 h 200"/>
              <a:gd name="T2" fmla="*/ 158 w 200"/>
              <a:gd name="T3" fmla="*/ 148 h 200"/>
              <a:gd name="T4" fmla="*/ 134 w 200"/>
              <a:gd name="T5" fmla="*/ 126 h 200"/>
              <a:gd name="T6" fmla="*/ 159 w 200"/>
              <a:gd name="T7" fmla="*/ 104 h 200"/>
              <a:gd name="T8" fmla="*/ 193 w 200"/>
              <a:gd name="T9" fmla="*/ 104 h 200"/>
              <a:gd name="T10" fmla="*/ 200 w 200"/>
              <a:gd name="T11" fmla="*/ 110 h 200"/>
              <a:gd name="T12" fmla="*/ 200 w 200"/>
              <a:gd name="T13" fmla="*/ 141 h 200"/>
              <a:gd name="T14" fmla="*/ 193 w 200"/>
              <a:gd name="T15" fmla="*/ 148 h 200"/>
              <a:gd name="T16" fmla="*/ 152 w 200"/>
              <a:gd name="T17" fmla="*/ 117 h 200"/>
              <a:gd name="T18" fmla="*/ 143 w 200"/>
              <a:gd name="T19" fmla="*/ 126 h 200"/>
              <a:gd name="T20" fmla="*/ 152 w 200"/>
              <a:gd name="T21" fmla="*/ 136 h 200"/>
              <a:gd name="T22" fmla="*/ 162 w 200"/>
              <a:gd name="T23" fmla="*/ 126 h 200"/>
              <a:gd name="T24" fmla="*/ 152 w 200"/>
              <a:gd name="T25" fmla="*/ 117 h 200"/>
              <a:gd name="T26" fmla="*/ 134 w 200"/>
              <a:gd name="T27" fmla="*/ 152 h 200"/>
              <a:gd name="T28" fmla="*/ 192 w 200"/>
              <a:gd name="T29" fmla="*/ 152 h 200"/>
              <a:gd name="T30" fmla="*/ 192 w 200"/>
              <a:gd name="T31" fmla="*/ 166 h 200"/>
              <a:gd name="T32" fmla="*/ 160 w 200"/>
              <a:gd name="T33" fmla="*/ 200 h 200"/>
              <a:gd name="T34" fmla="*/ 33 w 200"/>
              <a:gd name="T35" fmla="*/ 200 h 200"/>
              <a:gd name="T36" fmla="*/ 0 w 200"/>
              <a:gd name="T37" fmla="*/ 166 h 200"/>
              <a:gd name="T38" fmla="*/ 0 w 200"/>
              <a:gd name="T39" fmla="*/ 87 h 200"/>
              <a:gd name="T40" fmla="*/ 33 w 200"/>
              <a:gd name="T41" fmla="*/ 52 h 200"/>
              <a:gd name="T42" fmla="*/ 160 w 200"/>
              <a:gd name="T43" fmla="*/ 52 h 200"/>
              <a:gd name="T44" fmla="*/ 192 w 200"/>
              <a:gd name="T45" fmla="*/ 87 h 200"/>
              <a:gd name="T46" fmla="*/ 192 w 200"/>
              <a:gd name="T47" fmla="*/ 100 h 200"/>
              <a:gd name="T48" fmla="*/ 133 w 200"/>
              <a:gd name="T49" fmla="*/ 100 h 200"/>
              <a:gd name="T50" fmla="*/ 134 w 200"/>
              <a:gd name="T51" fmla="*/ 152 h 200"/>
              <a:gd name="T52" fmla="*/ 117 w 200"/>
              <a:gd name="T53" fmla="*/ 21 h 200"/>
              <a:gd name="T54" fmla="*/ 60 w 200"/>
              <a:gd name="T55" fmla="*/ 44 h 200"/>
              <a:gd name="T56" fmla="*/ 27 w 200"/>
              <a:gd name="T57" fmla="*/ 44 h 200"/>
              <a:gd name="T58" fmla="*/ 121 w 200"/>
              <a:gd name="T59" fmla="*/ 0 h 200"/>
              <a:gd name="T60" fmla="*/ 155 w 200"/>
              <a:gd name="T61" fmla="*/ 44 h 200"/>
              <a:gd name="T62" fmla="*/ 134 w 200"/>
              <a:gd name="T63" fmla="*/ 44 h 200"/>
              <a:gd name="T64" fmla="*/ 117 w 200"/>
              <a:gd name="T65" fmla="*/ 21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0" h="200">
                <a:moveTo>
                  <a:pt x="193" y="148"/>
                </a:moveTo>
                <a:cubicBezTo>
                  <a:pt x="193" y="148"/>
                  <a:pt x="177" y="148"/>
                  <a:pt x="158" y="148"/>
                </a:cubicBezTo>
                <a:cubicBezTo>
                  <a:pt x="144" y="148"/>
                  <a:pt x="134" y="144"/>
                  <a:pt x="134" y="126"/>
                </a:cubicBezTo>
                <a:cubicBezTo>
                  <a:pt x="134" y="110"/>
                  <a:pt x="144" y="104"/>
                  <a:pt x="159" y="104"/>
                </a:cubicBezTo>
                <a:cubicBezTo>
                  <a:pt x="193" y="104"/>
                  <a:pt x="193" y="104"/>
                  <a:pt x="193" y="104"/>
                </a:cubicBezTo>
                <a:cubicBezTo>
                  <a:pt x="197" y="104"/>
                  <a:pt x="200" y="107"/>
                  <a:pt x="200" y="110"/>
                </a:cubicBezTo>
                <a:cubicBezTo>
                  <a:pt x="200" y="141"/>
                  <a:pt x="200" y="141"/>
                  <a:pt x="200" y="141"/>
                </a:cubicBezTo>
                <a:cubicBezTo>
                  <a:pt x="200" y="145"/>
                  <a:pt x="197" y="148"/>
                  <a:pt x="193" y="148"/>
                </a:cubicBezTo>
                <a:close/>
                <a:moveTo>
                  <a:pt x="152" y="117"/>
                </a:moveTo>
                <a:cubicBezTo>
                  <a:pt x="147" y="117"/>
                  <a:pt x="143" y="121"/>
                  <a:pt x="143" y="126"/>
                </a:cubicBezTo>
                <a:cubicBezTo>
                  <a:pt x="143" y="132"/>
                  <a:pt x="147" y="136"/>
                  <a:pt x="152" y="136"/>
                </a:cubicBezTo>
                <a:cubicBezTo>
                  <a:pt x="158" y="136"/>
                  <a:pt x="162" y="132"/>
                  <a:pt x="162" y="126"/>
                </a:cubicBezTo>
                <a:cubicBezTo>
                  <a:pt x="162" y="121"/>
                  <a:pt x="158" y="117"/>
                  <a:pt x="152" y="117"/>
                </a:cubicBezTo>
                <a:close/>
                <a:moveTo>
                  <a:pt x="134" y="152"/>
                </a:moveTo>
                <a:cubicBezTo>
                  <a:pt x="135" y="152"/>
                  <a:pt x="180" y="152"/>
                  <a:pt x="192" y="152"/>
                </a:cubicBezTo>
                <a:cubicBezTo>
                  <a:pt x="192" y="160"/>
                  <a:pt x="192" y="166"/>
                  <a:pt x="192" y="166"/>
                </a:cubicBezTo>
                <a:cubicBezTo>
                  <a:pt x="192" y="185"/>
                  <a:pt x="178" y="200"/>
                  <a:pt x="160" y="200"/>
                </a:cubicBezTo>
                <a:cubicBezTo>
                  <a:pt x="33" y="200"/>
                  <a:pt x="33" y="200"/>
                  <a:pt x="33" y="200"/>
                </a:cubicBezTo>
                <a:cubicBezTo>
                  <a:pt x="15" y="200"/>
                  <a:pt x="0" y="185"/>
                  <a:pt x="0" y="166"/>
                </a:cubicBezTo>
                <a:cubicBezTo>
                  <a:pt x="0" y="87"/>
                  <a:pt x="0" y="87"/>
                  <a:pt x="0" y="87"/>
                </a:cubicBezTo>
                <a:cubicBezTo>
                  <a:pt x="0" y="68"/>
                  <a:pt x="15" y="52"/>
                  <a:pt x="33" y="52"/>
                </a:cubicBezTo>
                <a:cubicBezTo>
                  <a:pt x="160" y="52"/>
                  <a:pt x="160" y="52"/>
                  <a:pt x="160" y="52"/>
                </a:cubicBezTo>
                <a:cubicBezTo>
                  <a:pt x="178" y="52"/>
                  <a:pt x="192" y="68"/>
                  <a:pt x="192" y="87"/>
                </a:cubicBezTo>
                <a:cubicBezTo>
                  <a:pt x="192" y="87"/>
                  <a:pt x="192" y="92"/>
                  <a:pt x="192" y="100"/>
                </a:cubicBezTo>
                <a:cubicBezTo>
                  <a:pt x="179" y="100"/>
                  <a:pt x="150" y="100"/>
                  <a:pt x="133" y="100"/>
                </a:cubicBezTo>
                <a:cubicBezTo>
                  <a:pt x="120" y="100"/>
                  <a:pt x="120" y="152"/>
                  <a:pt x="134" y="152"/>
                </a:cubicBezTo>
                <a:close/>
                <a:moveTo>
                  <a:pt x="117" y="21"/>
                </a:moveTo>
                <a:cubicBezTo>
                  <a:pt x="60" y="44"/>
                  <a:pt x="60" y="44"/>
                  <a:pt x="60" y="44"/>
                </a:cubicBezTo>
                <a:cubicBezTo>
                  <a:pt x="27" y="44"/>
                  <a:pt x="27" y="44"/>
                  <a:pt x="27" y="44"/>
                </a:cubicBezTo>
                <a:cubicBezTo>
                  <a:pt x="121" y="0"/>
                  <a:pt x="121" y="0"/>
                  <a:pt x="121" y="0"/>
                </a:cubicBezTo>
                <a:cubicBezTo>
                  <a:pt x="155" y="44"/>
                  <a:pt x="155" y="44"/>
                  <a:pt x="155" y="44"/>
                </a:cubicBezTo>
                <a:cubicBezTo>
                  <a:pt x="134" y="44"/>
                  <a:pt x="134" y="44"/>
                  <a:pt x="134" y="44"/>
                </a:cubicBezTo>
                <a:lnTo>
                  <a:pt x="117" y="21"/>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40"/>
          <p:cNvSpPr>
            <a:spLocks noEditPoints="1"/>
          </p:cNvSpPr>
          <p:nvPr/>
        </p:nvSpPr>
        <p:spPr bwMode="auto">
          <a:xfrm>
            <a:off x="8677799" y="3022600"/>
            <a:ext cx="395288" cy="357188"/>
          </a:xfrm>
          <a:custGeom>
            <a:avLst/>
            <a:gdLst>
              <a:gd name="T0" fmla="*/ 8 w 200"/>
              <a:gd name="T1" fmla="*/ 180 h 180"/>
              <a:gd name="T2" fmla="*/ 8 w 200"/>
              <a:gd name="T3" fmla="*/ 164 h 180"/>
              <a:gd name="T4" fmla="*/ 20 w 200"/>
              <a:gd name="T5" fmla="*/ 100 h 180"/>
              <a:gd name="T6" fmla="*/ 32 w 200"/>
              <a:gd name="T7" fmla="*/ 164 h 180"/>
              <a:gd name="T8" fmla="*/ 80 w 200"/>
              <a:gd name="T9" fmla="*/ 96 h 180"/>
              <a:gd name="T10" fmla="*/ 88 w 200"/>
              <a:gd name="T11" fmla="*/ 164 h 180"/>
              <a:gd name="T12" fmla="*/ 172 w 200"/>
              <a:gd name="T13" fmla="*/ 100 h 180"/>
              <a:gd name="T14" fmla="*/ 184 w 200"/>
              <a:gd name="T15" fmla="*/ 164 h 180"/>
              <a:gd name="T16" fmla="*/ 200 w 200"/>
              <a:gd name="T17" fmla="*/ 172 h 180"/>
              <a:gd name="T18" fmla="*/ 96 w 200"/>
              <a:gd name="T19" fmla="*/ 129 h 180"/>
              <a:gd name="T20" fmla="*/ 129 w 200"/>
              <a:gd name="T21" fmla="*/ 102 h 180"/>
              <a:gd name="T22" fmla="*/ 96 w 200"/>
              <a:gd name="T23" fmla="*/ 129 h 180"/>
              <a:gd name="T24" fmla="*/ 131 w 200"/>
              <a:gd name="T25" fmla="*/ 152 h 180"/>
              <a:gd name="T26" fmla="*/ 158 w 200"/>
              <a:gd name="T27" fmla="*/ 119 h 180"/>
              <a:gd name="T28" fmla="*/ 100 w 200"/>
              <a:gd name="T29" fmla="*/ 149 h 180"/>
              <a:gd name="T30" fmla="*/ 151 w 200"/>
              <a:gd name="T31" fmla="*/ 104 h 180"/>
              <a:gd name="T32" fmla="*/ 100 w 200"/>
              <a:gd name="T33" fmla="*/ 149 h 180"/>
              <a:gd name="T34" fmla="*/ 64 w 200"/>
              <a:gd name="T35" fmla="*/ 102 h 180"/>
              <a:gd name="T36" fmla="*/ 68 w 200"/>
              <a:gd name="T37" fmla="*/ 116 h 180"/>
              <a:gd name="T38" fmla="*/ 71 w 200"/>
              <a:gd name="T39" fmla="*/ 146 h 180"/>
              <a:gd name="T40" fmla="*/ 57 w 200"/>
              <a:gd name="T41" fmla="*/ 146 h 180"/>
              <a:gd name="T42" fmla="*/ 60 w 200"/>
              <a:gd name="T43" fmla="*/ 115 h 180"/>
              <a:gd name="T44" fmla="*/ 181 w 200"/>
              <a:gd name="T45" fmla="*/ 92 h 180"/>
              <a:gd name="T46" fmla="*/ 163 w 200"/>
              <a:gd name="T47" fmla="*/ 76 h 180"/>
              <a:gd name="T48" fmla="*/ 134 w 200"/>
              <a:gd name="T49" fmla="*/ 76 h 180"/>
              <a:gd name="T50" fmla="*/ 116 w 200"/>
              <a:gd name="T51" fmla="*/ 92 h 180"/>
              <a:gd name="T52" fmla="*/ 99 w 200"/>
              <a:gd name="T53" fmla="*/ 76 h 180"/>
              <a:gd name="T54" fmla="*/ 69 w 200"/>
              <a:gd name="T55" fmla="*/ 76 h 180"/>
              <a:gd name="T56" fmla="*/ 51 w 200"/>
              <a:gd name="T57" fmla="*/ 92 h 180"/>
              <a:gd name="T58" fmla="*/ 34 w 200"/>
              <a:gd name="T59" fmla="*/ 76 h 180"/>
              <a:gd name="T60" fmla="*/ 4 w 200"/>
              <a:gd name="T61" fmla="*/ 76 h 180"/>
              <a:gd name="T62" fmla="*/ 4 w 200"/>
              <a:gd name="T63" fmla="*/ 72 h 180"/>
              <a:gd name="T64" fmla="*/ 196 w 200"/>
              <a:gd name="T65" fmla="*/ 76 h 180"/>
              <a:gd name="T66" fmla="*/ 181 w 200"/>
              <a:gd name="T67" fmla="*/ 92 h 180"/>
              <a:gd name="T68" fmla="*/ 177 w 200"/>
              <a:gd name="T69" fmla="*/ 12 h 180"/>
              <a:gd name="T70" fmla="*/ 4 w 200"/>
              <a:gd name="T71" fmla="*/ 68 h 180"/>
              <a:gd name="T72" fmla="*/ 164 w 200"/>
              <a:gd name="T73" fmla="*/ 64 h 180"/>
              <a:gd name="T74" fmla="*/ 160 w 200"/>
              <a:gd name="T75" fmla="*/ 16 h 180"/>
              <a:gd name="T76" fmla="*/ 164 w 200"/>
              <a:gd name="T77" fmla="*/ 64 h 180"/>
              <a:gd name="T78" fmla="*/ 140 w 200"/>
              <a:gd name="T79" fmla="*/ 64 h 180"/>
              <a:gd name="T80" fmla="*/ 124 w 200"/>
              <a:gd name="T81" fmla="*/ 16 h 180"/>
              <a:gd name="T82" fmla="*/ 96 w 200"/>
              <a:gd name="T83" fmla="*/ 64 h 180"/>
              <a:gd name="T84" fmla="*/ 104 w 200"/>
              <a:gd name="T85" fmla="*/ 16 h 180"/>
              <a:gd name="T86" fmla="*/ 96 w 200"/>
              <a:gd name="T87" fmla="*/ 64 h 180"/>
              <a:gd name="T88" fmla="*/ 76 w 200"/>
              <a:gd name="T89" fmla="*/ 16 h 180"/>
              <a:gd name="T90" fmla="*/ 60 w 200"/>
              <a:gd name="T91" fmla="*/ 64 h 180"/>
              <a:gd name="T92" fmla="*/ 36 w 200"/>
              <a:gd name="T93" fmla="*/ 64 h 180"/>
              <a:gd name="T94" fmla="*/ 40 w 200"/>
              <a:gd name="T95" fmla="*/ 16 h 180"/>
              <a:gd name="T96" fmla="*/ 36 w 200"/>
              <a:gd name="T97" fmla="*/ 64 h 180"/>
              <a:gd name="T98" fmla="*/ 180 w 200"/>
              <a:gd name="T99" fmla="*/ 0 h 180"/>
              <a:gd name="T100" fmla="*/ 20 w 200"/>
              <a:gd name="T101" fmla="*/ 8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0" h="180">
                <a:moveTo>
                  <a:pt x="192" y="180"/>
                </a:moveTo>
                <a:cubicBezTo>
                  <a:pt x="8" y="180"/>
                  <a:pt x="8" y="180"/>
                  <a:pt x="8" y="180"/>
                </a:cubicBezTo>
                <a:cubicBezTo>
                  <a:pt x="3" y="180"/>
                  <a:pt x="0" y="177"/>
                  <a:pt x="0" y="172"/>
                </a:cubicBezTo>
                <a:cubicBezTo>
                  <a:pt x="0" y="168"/>
                  <a:pt x="3" y="164"/>
                  <a:pt x="8" y="164"/>
                </a:cubicBezTo>
                <a:cubicBezTo>
                  <a:pt x="20" y="164"/>
                  <a:pt x="20" y="164"/>
                  <a:pt x="20" y="164"/>
                </a:cubicBezTo>
                <a:cubicBezTo>
                  <a:pt x="20" y="100"/>
                  <a:pt x="20" y="100"/>
                  <a:pt x="20" y="100"/>
                </a:cubicBezTo>
                <a:cubicBezTo>
                  <a:pt x="32" y="100"/>
                  <a:pt x="32" y="100"/>
                  <a:pt x="32" y="100"/>
                </a:cubicBezTo>
                <a:cubicBezTo>
                  <a:pt x="32" y="164"/>
                  <a:pt x="32" y="164"/>
                  <a:pt x="32" y="164"/>
                </a:cubicBezTo>
                <a:cubicBezTo>
                  <a:pt x="80" y="164"/>
                  <a:pt x="80" y="164"/>
                  <a:pt x="80" y="164"/>
                </a:cubicBezTo>
                <a:cubicBezTo>
                  <a:pt x="80" y="96"/>
                  <a:pt x="80" y="96"/>
                  <a:pt x="80" y="96"/>
                </a:cubicBezTo>
                <a:cubicBezTo>
                  <a:pt x="88" y="96"/>
                  <a:pt x="88" y="96"/>
                  <a:pt x="88" y="96"/>
                </a:cubicBezTo>
                <a:cubicBezTo>
                  <a:pt x="88" y="164"/>
                  <a:pt x="88" y="164"/>
                  <a:pt x="88" y="164"/>
                </a:cubicBezTo>
                <a:cubicBezTo>
                  <a:pt x="172" y="164"/>
                  <a:pt x="172" y="164"/>
                  <a:pt x="172" y="164"/>
                </a:cubicBezTo>
                <a:cubicBezTo>
                  <a:pt x="172" y="100"/>
                  <a:pt x="172" y="100"/>
                  <a:pt x="172" y="100"/>
                </a:cubicBezTo>
                <a:cubicBezTo>
                  <a:pt x="184" y="100"/>
                  <a:pt x="184" y="100"/>
                  <a:pt x="184" y="100"/>
                </a:cubicBezTo>
                <a:cubicBezTo>
                  <a:pt x="184" y="164"/>
                  <a:pt x="184" y="164"/>
                  <a:pt x="184" y="164"/>
                </a:cubicBezTo>
                <a:cubicBezTo>
                  <a:pt x="192" y="164"/>
                  <a:pt x="192" y="164"/>
                  <a:pt x="192" y="164"/>
                </a:cubicBezTo>
                <a:cubicBezTo>
                  <a:pt x="196" y="164"/>
                  <a:pt x="200" y="168"/>
                  <a:pt x="200" y="172"/>
                </a:cubicBezTo>
                <a:cubicBezTo>
                  <a:pt x="200" y="177"/>
                  <a:pt x="196" y="180"/>
                  <a:pt x="192" y="180"/>
                </a:cubicBezTo>
                <a:close/>
                <a:moveTo>
                  <a:pt x="96" y="129"/>
                </a:moveTo>
                <a:cubicBezTo>
                  <a:pt x="126" y="99"/>
                  <a:pt x="126" y="99"/>
                  <a:pt x="126" y="99"/>
                </a:cubicBezTo>
                <a:cubicBezTo>
                  <a:pt x="129" y="102"/>
                  <a:pt x="129" y="102"/>
                  <a:pt x="129" y="102"/>
                </a:cubicBezTo>
                <a:cubicBezTo>
                  <a:pt x="99" y="132"/>
                  <a:pt x="99" y="132"/>
                  <a:pt x="99" y="132"/>
                </a:cubicBezTo>
                <a:lnTo>
                  <a:pt x="96" y="129"/>
                </a:lnTo>
                <a:close/>
                <a:moveTo>
                  <a:pt x="161" y="122"/>
                </a:moveTo>
                <a:cubicBezTo>
                  <a:pt x="131" y="152"/>
                  <a:pt x="131" y="152"/>
                  <a:pt x="131" y="152"/>
                </a:cubicBezTo>
                <a:cubicBezTo>
                  <a:pt x="128" y="149"/>
                  <a:pt x="128" y="149"/>
                  <a:pt x="128" y="149"/>
                </a:cubicBezTo>
                <a:cubicBezTo>
                  <a:pt x="158" y="119"/>
                  <a:pt x="158" y="119"/>
                  <a:pt x="158" y="119"/>
                </a:cubicBezTo>
                <a:lnTo>
                  <a:pt x="161" y="122"/>
                </a:lnTo>
                <a:close/>
                <a:moveTo>
                  <a:pt x="100" y="149"/>
                </a:moveTo>
                <a:cubicBezTo>
                  <a:pt x="148" y="101"/>
                  <a:pt x="148" y="101"/>
                  <a:pt x="148" y="101"/>
                </a:cubicBezTo>
                <a:cubicBezTo>
                  <a:pt x="151" y="104"/>
                  <a:pt x="151" y="104"/>
                  <a:pt x="151" y="104"/>
                </a:cubicBezTo>
                <a:cubicBezTo>
                  <a:pt x="103" y="152"/>
                  <a:pt x="103" y="152"/>
                  <a:pt x="103" y="152"/>
                </a:cubicBezTo>
                <a:lnTo>
                  <a:pt x="100" y="149"/>
                </a:lnTo>
                <a:close/>
                <a:moveTo>
                  <a:pt x="57" y="110"/>
                </a:moveTo>
                <a:cubicBezTo>
                  <a:pt x="57" y="106"/>
                  <a:pt x="60" y="102"/>
                  <a:pt x="64" y="102"/>
                </a:cubicBezTo>
                <a:cubicBezTo>
                  <a:pt x="68" y="102"/>
                  <a:pt x="71" y="106"/>
                  <a:pt x="71" y="110"/>
                </a:cubicBezTo>
                <a:cubicBezTo>
                  <a:pt x="71" y="112"/>
                  <a:pt x="70" y="114"/>
                  <a:pt x="68" y="116"/>
                </a:cubicBezTo>
                <a:cubicBezTo>
                  <a:pt x="68" y="140"/>
                  <a:pt x="68" y="140"/>
                  <a:pt x="68" y="140"/>
                </a:cubicBezTo>
                <a:cubicBezTo>
                  <a:pt x="70" y="141"/>
                  <a:pt x="71" y="143"/>
                  <a:pt x="71" y="146"/>
                </a:cubicBezTo>
                <a:cubicBezTo>
                  <a:pt x="71" y="150"/>
                  <a:pt x="68" y="153"/>
                  <a:pt x="64" y="153"/>
                </a:cubicBezTo>
                <a:cubicBezTo>
                  <a:pt x="60" y="153"/>
                  <a:pt x="57" y="150"/>
                  <a:pt x="57" y="146"/>
                </a:cubicBezTo>
                <a:cubicBezTo>
                  <a:pt x="57" y="143"/>
                  <a:pt x="58" y="141"/>
                  <a:pt x="60" y="140"/>
                </a:cubicBezTo>
                <a:cubicBezTo>
                  <a:pt x="60" y="115"/>
                  <a:pt x="60" y="115"/>
                  <a:pt x="60" y="115"/>
                </a:cubicBezTo>
                <a:cubicBezTo>
                  <a:pt x="58" y="114"/>
                  <a:pt x="57" y="112"/>
                  <a:pt x="57" y="110"/>
                </a:cubicBezTo>
                <a:close/>
                <a:moveTo>
                  <a:pt x="181" y="92"/>
                </a:moveTo>
                <a:cubicBezTo>
                  <a:pt x="173" y="92"/>
                  <a:pt x="167" y="85"/>
                  <a:pt x="166" y="76"/>
                </a:cubicBezTo>
                <a:cubicBezTo>
                  <a:pt x="163" y="76"/>
                  <a:pt x="163" y="76"/>
                  <a:pt x="163" y="76"/>
                </a:cubicBezTo>
                <a:cubicBezTo>
                  <a:pt x="163" y="85"/>
                  <a:pt x="156" y="92"/>
                  <a:pt x="148" y="92"/>
                </a:cubicBezTo>
                <a:cubicBezTo>
                  <a:pt x="141" y="92"/>
                  <a:pt x="134" y="85"/>
                  <a:pt x="134" y="76"/>
                </a:cubicBezTo>
                <a:cubicBezTo>
                  <a:pt x="131" y="76"/>
                  <a:pt x="131" y="76"/>
                  <a:pt x="131" y="76"/>
                </a:cubicBezTo>
                <a:cubicBezTo>
                  <a:pt x="130" y="85"/>
                  <a:pt x="124" y="92"/>
                  <a:pt x="116" y="92"/>
                </a:cubicBezTo>
                <a:cubicBezTo>
                  <a:pt x="108" y="92"/>
                  <a:pt x="102" y="85"/>
                  <a:pt x="101" y="76"/>
                </a:cubicBezTo>
                <a:cubicBezTo>
                  <a:pt x="99" y="76"/>
                  <a:pt x="99" y="76"/>
                  <a:pt x="99" y="76"/>
                </a:cubicBezTo>
                <a:cubicBezTo>
                  <a:pt x="98" y="85"/>
                  <a:pt x="92" y="92"/>
                  <a:pt x="84" y="92"/>
                </a:cubicBezTo>
                <a:cubicBezTo>
                  <a:pt x="76" y="92"/>
                  <a:pt x="69" y="85"/>
                  <a:pt x="69" y="76"/>
                </a:cubicBezTo>
                <a:cubicBezTo>
                  <a:pt x="66" y="76"/>
                  <a:pt x="66" y="76"/>
                  <a:pt x="66" y="76"/>
                </a:cubicBezTo>
                <a:cubicBezTo>
                  <a:pt x="66" y="85"/>
                  <a:pt x="59" y="92"/>
                  <a:pt x="51" y="92"/>
                </a:cubicBezTo>
                <a:cubicBezTo>
                  <a:pt x="44" y="92"/>
                  <a:pt x="37" y="85"/>
                  <a:pt x="37" y="76"/>
                </a:cubicBezTo>
                <a:cubicBezTo>
                  <a:pt x="34" y="76"/>
                  <a:pt x="34" y="76"/>
                  <a:pt x="34" y="76"/>
                </a:cubicBezTo>
                <a:cubicBezTo>
                  <a:pt x="33" y="85"/>
                  <a:pt x="27" y="92"/>
                  <a:pt x="19" y="92"/>
                </a:cubicBezTo>
                <a:cubicBezTo>
                  <a:pt x="11" y="92"/>
                  <a:pt x="5" y="85"/>
                  <a:pt x="4" y="76"/>
                </a:cubicBezTo>
                <a:cubicBezTo>
                  <a:pt x="4" y="76"/>
                  <a:pt x="4" y="76"/>
                  <a:pt x="4" y="76"/>
                </a:cubicBezTo>
                <a:cubicBezTo>
                  <a:pt x="4" y="72"/>
                  <a:pt x="4" y="72"/>
                  <a:pt x="4" y="72"/>
                </a:cubicBezTo>
                <a:cubicBezTo>
                  <a:pt x="196" y="72"/>
                  <a:pt x="196" y="72"/>
                  <a:pt x="196" y="72"/>
                </a:cubicBezTo>
                <a:cubicBezTo>
                  <a:pt x="196" y="76"/>
                  <a:pt x="196" y="76"/>
                  <a:pt x="196" y="76"/>
                </a:cubicBezTo>
                <a:cubicBezTo>
                  <a:pt x="196" y="76"/>
                  <a:pt x="196" y="76"/>
                  <a:pt x="196" y="76"/>
                </a:cubicBezTo>
                <a:cubicBezTo>
                  <a:pt x="195" y="85"/>
                  <a:pt x="189" y="92"/>
                  <a:pt x="181" y="92"/>
                </a:cubicBezTo>
                <a:close/>
                <a:moveTo>
                  <a:pt x="22" y="12"/>
                </a:moveTo>
                <a:cubicBezTo>
                  <a:pt x="177" y="12"/>
                  <a:pt x="177" y="12"/>
                  <a:pt x="177" y="12"/>
                </a:cubicBezTo>
                <a:cubicBezTo>
                  <a:pt x="196" y="68"/>
                  <a:pt x="196" y="68"/>
                  <a:pt x="196" y="68"/>
                </a:cubicBezTo>
                <a:cubicBezTo>
                  <a:pt x="4" y="68"/>
                  <a:pt x="4" y="68"/>
                  <a:pt x="4" y="68"/>
                </a:cubicBezTo>
                <a:lnTo>
                  <a:pt x="22" y="12"/>
                </a:lnTo>
                <a:close/>
                <a:moveTo>
                  <a:pt x="164" y="64"/>
                </a:moveTo>
                <a:cubicBezTo>
                  <a:pt x="172" y="64"/>
                  <a:pt x="172" y="64"/>
                  <a:pt x="172" y="64"/>
                </a:cubicBezTo>
                <a:cubicBezTo>
                  <a:pt x="160" y="16"/>
                  <a:pt x="160" y="16"/>
                  <a:pt x="160" y="16"/>
                </a:cubicBezTo>
                <a:cubicBezTo>
                  <a:pt x="152" y="16"/>
                  <a:pt x="152" y="16"/>
                  <a:pt x="152" y="16"/>
                </a:cubicBezTo>
                <a:lnTo>
                  <a:pt x="164" y="64"/>
                </a:lnTo>
                <a:close/>
                <a:moveTo>
                  <a:pt x="132" y="64"/>
                </a:moveTo>
                <a:cubicBezTo>
                  <a:pt x="140" y="64"/>
                  <a:pt x="140" y="64"/>
                  <a:pt x="140" y="64"/>
                </a:cubicBezTo>
                <a:cubicBezTo>
                  <a:pt x="132" y="16"/>
                  <a:pt x="132" y="16"/>
                  <a:pt x="132" y="16"/>
                </a:cubicBezTo>
                <a:cubicBezTo>
                  <a:pt x="124" y="16"/>
                  <a:pt x="124" y="16"/>
                  <a:pt x="124" y="16"/>
                </a:cubicBezTo>
                <a:lnTo>
                  <a:pt x="132" y="64"/>
                </a:lnTo>
                <a:close/>
                <a:moveTo>
                  <a:pt x="96" y="64"/>
                </a:moveTo>
                <a:cubicBezTo>
                  <a:pt x="104" y="64"/>
                  <a:pt x="104" y="64"/>
                  <a:pt x="104" y="64"/>
                </a:cubicBezTo>
                <a:cubicBezTo>
                  <a:pt x="104" y="16"/>
                  <a:pt x="104" y="16"/>
                  <a:pt x="104" y="16"/>
                </a:cubicBezTo>
                <a:cubicBezTo>
                  <a:pt x="96" y="16"/>
                  <a:pt x="96" y="16"/>
                  <a:pt x="96" y="16"/>
                </a:cubicBezTo>
                <a:lnTo>
                  <a:pt x="96" y="64"/>
                </a:lnTo>
                <a:close/>
                <a:moveTo>
                  <a:pt x="68" y="64"/>
                </a:moveTo>
                <a:cubicBezTo>
                  <a:pt x="76" y="16"/>
                  <a:pt x="76" y="16"/>
                  <a:pt x="76" y="16"/>
                </a:cubicBezTo>
                <a:cubicBezTo>
                  <a:pt x="68" y="16"/>
                  <a:pt x="68" y="16"/>
                  <a:pt x="68" y="16"/>
                </a:cubicBezTo>
                <a:cubicBezTo>
                  <a:pt x="60" y="64"/>
                  <a:pt x="60" y="64"/>
                  <a:pt x="60" y="64"/>
                </a:cubicBezTo>
                <a:lnTo>
                  <a:pt x="68" y="64"/>
                </a:lnTo>
                <a:close/>
                <a:moveTo>
                  <a:pt x="36" y="64"/>
                </a:moveTo>
                <a:cubicBezTo>
                  <a:pt x="48" y="16"/>
                  <a:pt x="48" y="16"/>
                  <a:pt x="48" y="16"/>
                </a:cubicBezTo>
                <a:cubicBezTo>
                  <a:pt x="40" y="16"/>
                  <a:pt x="40" y="16"/>
                  <a:pt x="40" y="16"/>
                </a:cubicBezTo>
                <a:cubicBezTo>
                  <a:pt x="28" y="64"/>
                  <a:pt x="28" y="64"/>
                  <a:pt x="28" y="64"/>
                </a:cubicBezTo>
                <a:lnTo>
                  <a:pt x="36" y="64"/>
                </a:lnTo>
                <a:close/>
                <a:moveTo>
                  <a:pt x="20" y="0"/>
                </a:moveTo>
                <a:cubicBezTo>
                  <a:pt x="180" y="0"/>
                  <a:pt x="180" y="0"/>
                  <a:pt x="180" y="0"/>
                </a:cubicBezTo>
                <a:cubicBezTo>
                  <a:pt x="180" y="8"/>
                  <a:pt x="180" y="8"/>
                  <a:pt x="180" y="8"/>
                </a:cubicBezTo>
                <a:cubicBezTo>
                  <a:pt x="20" y="8"/>
                  <a:pt x="20" y="8"/>
                  <a:pt x="20" y="8"/>
                </a:cubicBezTo>
                <a:lnTo>
                  <a:pt x="20" y="0"/>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41"/>
          <p:cNvSpPr>
            <a:spLocks noEditPoints="1"/>
          </p:cNvSpPr>
          <p:nvPr/>
        </p:nvSpPr>
        <p:spPr bwMode="auto">
          <a:xfrm>
            <a:off x="9169924" y="3019425"/>
            <a:ext cx="398463" cy="358775"/>
          </a:xfrm>
          <a:custGeom>
            <a:avLst/>
            <a:gdLst>
              <a:gd name="T0" fmla="*/ 1 w 201"/>
              <a:gd name="T1" fmla="*/ 161 h 181"/>
              <a:gd name="T2" fmla="*/ 1 w 201"/>
              <a:gd name="T3" fmla="*/ 41 h 181"/>
              <a:gd name="T4" fmla="*/ 73 w 201"/>
              <a:gd name="T5" fmla="*/ 7 h 181"/>
              <a:gd name="T6" fmla="*/ 180 w 201"/>
              <a:gd name="T7" fmla="*/ 21 h 181"/>
              <a:gd name="T8" fmla="*/ 180 w 201"/>
              <a:gd name="T9" fmla="*/ 181 h 181"/>
              <a:gd name="T10" fmla="*/ 31 w 201"/>
              <a:gd name="T11" fmla="*/ 104 h 181"/>
              <a:gd name="T12" fmla="*/ 11 w 201"/>
              <a:gd name="T13" fmla="*/ 84 h 181"/>
              <a:gd name="T14" fmla="*/ 50 w 201"/>
              <a:gd name="T15" fmla="*/ 29 h 181"/>
              <a:gd name="T16" fmla="*/ 29 w 201"/>
              <a:gd name="T17" fmla="*/ 29 h 181"/>
              <a:gd name="T18" fmla="*/ 30 w 201"/>
              <a:gd name="T19" fmla="*/ 57 h 181"/>
              <a:gd name="T20" fmla="*/ 48 w 201"/>
              <a:gd name="T21" fmla="*/ 57 h 181"/>
              <a:gd name="T22" fmla="*/ 50 w 201"/>
              <a:gd name="T23" fmla="*/ 29 h 181"/>
              <a:gd name="T24" fmla="*/ 62 w 201"/>
              <a:gd name="T25" fmla="*/ 56 h 181"/>
              <a:gd name="T26" fmla="*/ 69 w 201"/>
              <a:gd name="T27" fmla="*/ 29 h 181"/>
              <a:gd name="T28" fmla="*/ 74 w 201"/>
              <a:gd name="T29" fmla="*/ 21 h 181"/>
              <a:gd name="T30" fmla="*/ 193 w 201"/>
              <a:gd name="T31" fmla="*/ 69 h 181"/>
              <a:gd name="T32" fmla="*/ 193 w 201"/>
              <a:gd name="T33" fmla="*/ 57 h 181"/>
              <a:gd name="T34" fmla="*/ 111 w 201"/>
              <a:gd name="T35" fmla="*/ 29 h 181"/>
              <a:gd name="T36" fmla="*/ 90 w 201"/>
              <a:gd name="T37" fmla="*/ 70 h 181"/>
              <a:gd name="T38" fmla="*/ 82 w 201"/>
              <a:gd name="T39" fmla="*/ 79 h 181"/>
              <a:gd name="T40" fmla="*/ 75 w 201"/>
              <a:gd name="T41" fmla="*/ 94 h 181"/>
              <a:gd name="T42" fmla="*/ 67 w 201"/>
              <a:gd name="T43" fmla="*/ 102 h 181"/>
              <a:gd name="T44" fmla="*/ 10 w 201"/>
              <a:gd name="T45" fmla="*/ 105 h 181"/>
              <a:gd name="T46" fmla="*/ 29 w 201"/>
              <a:gd name="T47" fmla="*/ 173 h 181"/>
              <a:gd name="T48" fmla="*/ 53 w 201"/>
              <a:gd name="T49" fmla="*/ 108 h 181"/>
              <a:gd name="T50" fmla="*/ 193 w 201"/>
              <a:gd name="T51" fmla="*/ 153 h 181"/>
              <a:gd name="T52" fmla="*/ 162 w 201"/>
              <a:gd name="T53" fmla="*/ 164 h 181"/>
              <a:gd name="T54" fmla="*/ 181 w 201"/>
              <a:gd name="T55" fmla="*/ 139 h 181"/>
              <a:gd name="T56" fmla="*/ 169 w 201"/>
              <a:gd name="T57" fmla="*/ 164 h 181"/>
              <a:gd name="T58" fmla="*/ 168 w 201"/>
              <a:gd name="T59" fmla="*/ 159 h 181"/>
              <a:gd name="T60" fmla="*/ 171 w 201"/>
              <a:gd name="T61" fmla="*/ 141 h 181"/>
              <a:gd name="T62" fmla="*/ 163 w 201"/>
              <a:gd name="T63" fmla="*/ 106 h 181"/>
              <a:gd name="T64" fmla="*/ 176 w 201"/>
              <a:gd name="T65" fmla="*/ 101 h 181"/>
              <a:gd name="T66" fmla="*/ 169 w 201"/>
              <a:gd name="T67" fmla="*/ 128 h 181"/>
              <a:gd name="T68" fmla="*/ 156 w 201"/>
              <a:gd name="T69" fmla="*/ 156 h 181"/>
              <a:gd name="T70" fmla="*/ 150 w 201"/>
              <a:gd name="T71" fmla="*/ 157 h 181"/>
              <a:gd name="T72" fmla="*/ 144 w 201"/>
              <a:gd name="T73" fmla="*/ 164 h 181"/>
              <a:gd name="T74" fmla="*/ 146 w 201"/>
              <a:gd name="T75" fmla="*/ 137 h 181"/>
              <a:gd name="T76" fmla="*/ 153 w 201"/>
              <a:gd name="T77" fmla="*/ 151 h 181"/>
              <a:gd name="T78" fmla="*/ 144 w 201"/>
              <a:gd name="T79" fmla="*/ 149 h 181"/>
              <a:gd name="T80" fmla="*/ 147 w 201"/>
              <a:gd name="T81" fmla="*/ 141 h 181"/>
              <a:gd name="T82" fmla="*/ 152 w 201"/>
              <a:gd name="T83" fmla="*/ 117 h 181"/>
              <a:gd name="T84" fmla="*/ 137 w 201"/>
              <a:gd name="T85" fmla="*/ 128 h 181"/>
              <a:gd name="T86" fmla="*/ 153 w 201"/>
              <a:gd name="T87" fmla="*/ 106 h 181"/>
              <a:gd name="T88" fmla="*/ 126 w 201"/>
              <a:gd name="T89" fmla="*/ 157 h 181"/>
              <a:gd name="T90" fmla="*/ 110 w 201"/>
              <a:gd name="T91" fmla="*/ 164 h 181"/>
              <a:gd name="T92" fmla="*/ 134 w 201"/>
              <a:gd name="T93" fmla="*/ 164 h 181"/>
              <a:gd name="T94" fmla="*/ 123 w 201"/>
              <a:gd name="T95" fmla="*/ 146 h 181"/>
              <a:gd name="T96" fmla="*/ 121 w 201"/>
              <a:gd name="T97" fmla="*/ 146 h 181"/>
              <a:gd name="T98" fmla="*/ 123 w 201"/>
              <a:gd name="T99" fmla="*/ 146 h 181"/>
              <a:gd name="T100" fmla="*/ 133 w 201"/>
              <a:gd name="T101" fmla="*/ 128 h 181"/>
              <a:gd name="T102" fmla="*/ 100 w 201"/>
              <a:gd name="T103" fmla="*/ 124 h 181"/>
              <a:gd name="T104" fmla="*/ 119 w 201"/>
              <a:gd name="T105" fmla="*/ 102 h 181"/>
              <a:gd name="T106" fmla="*/ 103 w 201"/>
              <a:gd name="T107" fmla="*/ 114 h 181"/>
              <a:gd name="T108" fmla="*/ 114 w 201"/>
              <a:gd name="T109" fmla="*/ 117 h 181"/>
              <a:gd name="T110" fmla="*/ 120 w 201"/>
              <a:gd name="T111" fmla="*/ 112 h 181"/>
              <a:gd name="T112" fmla="*/ 100 w 201"/>
              <a:gd name="T113" fmla="*/ 124 h 181"/>
              <a:gd name="T114" fmla="*/ 101 w 201"/>
              <a:gd name="T115" fmla="*/ 141 h 181"/>
              <a:gd name="T116" fmla="*/ 106 w 201"/>
              <a:gd name="T117" fmla="*/ 158 h 181"/>
              <a:gd name="T118" fmla="*/ 86 w 201"/>
              <a:gd name="T119" fmla="*/ 151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1" h="181">
                <a:moveTo>
                  <a:pt x="180" y="181"/>
                </a:moveTo>
                <a:cubicBezTo>
                  <a:pt x="21" y="181"/>
                  <a:pt x="21" y="181"/>
                  <a:pt x="21" y="181"/>
                </a:cubicBezTo>
                <a:cubicBezTo>
                  <a:pt x="10" y="181"/>
                  <a:pt x="1" y="172"/>
                  <a:pt x="1" y="161"/>
                </a:cubicBezTo>
                <a:cubicBezTo>
                  <a:pt x="1" y="92"/>
                  <a:pt x="1" y="92"/>
                  <a:pt x="1" y="92"/>
                </a:cubicBezTo>
                <a:cubicBezTo>
                  <a:pt x="0" y="89"/>
                  <a:pt x="0" y="86"/>
                  <a:pt x="1" y="83"/>
                </a:cubicBezTo>
                <a:cubicBezTo>
                  <a:pt x="1" y="41"/>
                  <a:pt x="1" y="41"/>
                  <a:pt x="1" y="41"/>
                </a:cubicBezTo>
                <a:cubicBezTo>
                  <a:pt x="1" y="30"/>
                  <a:pt x="10" y="21"/>
                  <a:pt x="21" y="21"/>
                </a:cubicBezTo>
                <a:cubicBezTo>
                  <a:pt x="61" y="21"/>
                  <a:pt x="61" y="21"/>
                  <a:pt x="61" y="21"/>
                </a:cubicBezTo>
                <a:cubicBezTo>
                  <a:pt x="64" y="15"/>
                  <a:pt x="68" y="9"/>
                  <a:pt x="73" y="7"/>
                </a:cubicBezTo>
                <a:cubicBezTo>
                  <a:pt x="86" y="0"/>
                  <a:pt x="93" y="5"/>
                  <a:pt x="101" y="13"/>
                </a:cubicBezTo>
                <a:cubicBezTo>
                  <a:pt x="104" y="16"/>
                  <a:pt x="106" y="18"/>
                  <a:pt x="108" y="21"/>
                </a:cubicBezTo>
                <a:cubicBezTo>
                  <a:pt x="180" y="21"/>
                  <a:pt x="180" y="21"/>
                  <a:pt x="180" y="21"/>
                </a:cubicBezTo>
                <a:cubicBezTo>
                  <a:pt x="192" y="21"/>
                  <a:pt x="201" y="30"/>
                  <a:pt x="201" y="41"/>
                </a:cubicBezTo>
                <a:cubicBezTo>
                  <a:pt x="201" y="161"/>
                  <a:pt x="201" y="161"/>
                  <a:pt x="201" y="161"/>
                </a:cubicBezTo>
                <a:cubicBezTo>
                  <a:pt x="201" y="172"/>
                  <a:pt x="192" y="181"/>
                  <a:pt x="180" y="181"/>
                </a:cubicBezTo>
                <a:close/>
                <a:moveTo>
                  <a:pt x="9" y="99"/>
                </a:moveTo>
                <a:cubicBezTo>
                  <a:pt x="10" y="100"/>
                  <a:pt x="10" y="102"/>
                  <a:pt x="11" y="103"/>
                </a:cubicBezTo>
                <a:cubicBezTo>
                  <a:pt x="15" y="106"/>
                  <a:pt x="22" y="108"/>
                  <a:pt x="31" y="104"/>
                </a:cubicBezTo>
                <a:cubicBezTo>
                  <a:pt x="37" y="101"/>
                  <a:pt x="48" y="78"/>
                  <a:pt x="53" y="66"/>
                </a:cubicBezTo>
                <a:cubicBezTo>
                  <a:pt x="52" y="65"/>
                  <a:pt x="50" y="63"/>
                  <a:pt x="49" y="62"/>
                </a:cubicBezTo>
                <a:cubicBezTo>
                  <a:pt x="37" y="67"/>
                  <a:pt x="13" y="78"/>
                  <a:pt x="11" y="84"/>
                </a:cubicBezTo>
                <a:cubicBezTo>
                  <a:pt x="10" y="86"/>
                  <a:pt x="9" y="87"/>
                  <a:pt x="9" y="89"/>
                </a:cubicBezTo>
                <a:lnTo>
                  <a:pt x="9" y="99"/>
                </a:lnTo>
                <a:close/>
                <a:moveTo>
                  <a:pt x="50" y="29"/>
                </a:moveTo>
                <a:cubicBezTo>
                  <a:pt x="50" y="37"/>
                  <a:pt x="52" y="50"/>
                  <a:pt x="41" y="54"/>
                </a:cubicBezTo>
                <a:cubicBezTo>
                  <a:pt x="41" y="60"/>
                  <a:pt x="41" y="29"/>
                  <a:pt x="41" y="29"/>
                </a:cubicBezTo>
                <a:cubicBezTo>
                  <a:pt x="29" y="29"/>
                  <a:pt x="29" y="29"/>
                  <a:pt x="29" y="29"/>
                </a:cubicBezTo>
                <a:cubicBezTo>
                  <a:pt x="18" y="29"/>
                  <a:pt x="9" y="38"/>
                  <a:pt x="9" y="49"/>
                </a:cubicBezTo>
                <a:cubicBezTo>
                  <a:pt x="9" y="57"/>
                  <a:pt x="9" y="57"/>
                  <a:pt x="9" y="57"/>
                </a:cubicBezTo>
                <a:cubicBezTo>
                  <a:pt x="30" y="57"/>
                  <a:pt x="30" y="57"/>
                  <a:pt x="30" y="57"/>
                </a:cubicBezTo>
                <a:cubicBezTo>
                  <a:pt x="21" y="60"/>
                  <a:pt x="15" y="63"/>
                  <a:pt x="9" y="66"/>
                </a:cubicBezTo>
                <a:cubicBezTo>
                  <a:pt x="9" y="70"/>
                  <a:pt x="9" y="70"/>
                  <a:pt x="9" y="70"/>
                </a:cubicBezTo>
                <a:cubicBezTo>
                  <a:pt x="20" y="61"/>
                  <a:pt x="40" y="58"/>
                  <a:pt x="48" y="57"/>
                </a:cubicBezTo>
                <a:cubicBezTo>
                  <a:pt x="49" y="55"/>
                  <a:pt x="52" y="53"/>
                  <a:pt x="53" y="52"/>
                </a:cubicBezTo>
                <a:cubicBezTo>
                  <a:pt x="54" y="47"/>
                  <a:pt x="55" y="38"/>
                  <a:pt x="58" y="29"/>
                </a:cubicBezTo>
                <a:lnTo>
                  <a:pt x="50" y="29"/>
                </a:lnTo>
                <a:close/>
                <a:moveTo>
                  <a:pt x="69" y="29"/>
                </a:moveTo>
                <a:cubicBezTo>
                  <a:pt x="65" y="37"/>
                  <a:pt x="61" y="46"/>
                  <a:pt x="58" y="52"/>
                </a:cubicBezTo>
                <a:cubicBezTo>
                  <a:pt x="60" y="54"/>
                  <a:pt x="62" y="56"/>
                  <a:pt x="62" y="56"/>
                </a:cubicBezTo>
                <a:cubicBezTo>
                  <a:pt x="74" y="51"/>
                  <a:pt x="97" y="40"/>
                  <a:pt x="100" y="34"/>
                </a:cubicBezTo>
                <a:cubicBezTo>
                  <a:pt x="101" y="32"/>
                  <a:pt x="102" y="31"/>
                  <a:pt x="102" y="29"/>
                </a:cubicBezTo>
                <a:lnTo>
                  <a:pt x="69" y="29"/>
                </a:lnTo>
                <a:close/>
                <a:moveTo>
                  <a:pt x="99" y="15"/>
                </a:moveTo>
                <a:cubicBezTo>
                  <a:pt x="96" y="12"/>
                  <a:pt x="89" y="10"/>
                  <a:pt x="80" y="14"/>
                </a:cubicBezTo>
                <a:cubicBezTo>
                  <a:pt x="79" y="15"/>
                  <a:pt x="76" y="18"/>
                  <a:pt x="74" y="21"/>
                </a:cubicBezTo>
                <a:cubicBezTo>
                  <a:pt x="102" y="21"/>
                  <a:pt x="102" y="21"/>
                  <a:pt x="102" y="21"/>
                </a:cubicBezTo>
                <a:cubicBezTo>
                  <a:pt x="102" y="18"/>
                  <a:pt x="101" y="16"/>
                  <a:pt x="99" y="15"/>
                </a:cubicBezTo>
                <a:close/>
                <a:moveTo>
                  <a:pt x="193" y="69"/>
                </a:moveTo>
                <a:cubicBezTo>
                  <a:pt x="96" y="69"/>
                  <a:pt x="96" y="69"/>
                  <a:pt x="96" y="69"/>
                </a:cubicBezTo>
                <a:cubicBezTo>
                  <a:pt x="86" y="59"/>
                  <a:pt x="104" y="57"/>
                  <a:pt x="116" y="57"/>
                </a:cubicBezTo>
                <a:cubicBezTo>
                  <a:pt x="193" y="57"/>
                  <a:pt x="193" y="57"/>
                  <a:pt x="193" y="57"/>
                </a:cubicBezTo>
                <a:cubicBezTo>
                  <a:pt x="193" y="49"/>
                  <a:pt x="193" y="49"/>
                  <a:pt x="193" y="49"/>
                </a:cubicBezTo>
                <a:cubicBezTo>
                  <a:pt x="193" y="38"/>
                  <a:pt x="184" y="29"/>
                  <a:pt x="172" y="29"/>
                </a:cubicBezTo>
                <a:cubicBezTo>
                  <a:pt x="111" y="29"/>
                  <a:pt x="111" y="29"/>
                  <a:pt x="111" y="29"/>
                </a:cubicBezTo>
                <a:cubicBezTo>
                  <a:pt x="111" y="33"/>
                  <a:pt x="110" y="37"/>
                  <a:pt x="108" y="42"/>
                </a:cubicBezTo>
                <a:cubicBezTo>
                  <a:pt x="102" y="53"/>
                  <a:pt x="83" y="58"/>
                  <a:pt x="70" y="60"/>
                </a:cubicBezTo>
                <a:cubicBezTo>
                  <a:pt x="81" y="62"/>
                  <a:pt x="85" y="64"/>
                  <a:pt x="90" y="70"/>
                </a:cubicBezTo>
                <a:cubicBezTo>
                  <a:pt x="96" y="78"/>
                  <a:pt x="104" y="82"/>
                  <a:pt x="107" y="82"/>
                </a:cubicBezTo>
                <a:cubicBezTo>
                  <a:pt x="101" y="87"/>
                  <a:pt x="96" y="93"/>
                  <a:pt x="96" y="93"/>
                </a:cubicBezTo>
                <a:cubicBezTo>
                  <a:pt x="96" y="93"/>
                  <a:pt x="87" y="86"/>
                  <a:pt x="82" y="79"/>
                </a:cubicBezTo>
                <a:cubicBezTo>
                  <a:pt x="77" y="72"/>
                  <a:pt x="69" y="65"/>
                  <a:pt x="62" y="63"/>
                </a:cubicBezTo>
                <a:cubicBezTo>
                  <a:pt x="61" y="64"/>
                  <a:pt x="60" y="65"/>
                  <a:pt x="59" y="65"/>
                </a:cubicBezTo>
                <a:cubicBezTo>
                  <a:pt x="62" y="73"/>
                  <a:pt x="69" y="89"/>
                  <a:pt x="75" y="94"/>
                </a:cubicBezTo>
                <a:cubicBezTo>
                  <a:pt x="83" y="99"/>
                  <a:pt x="85" y="116"/>
                  <a:pt x="85" y="116"/>
                </a:cubicBezTo>
                <a:cubicBezTo>
                  <a:pt x="85" y="116"/>
                  <a:pt x="80" y="122"/>
                  <a:pt x="74" y="127"/>
                </a:cubicBezTo>
                <a:cubicBezTo>
                  <a:pt x="75" y="124"/>
                  <a:pt x="75" y="108"/>
                  <a:pt x="67" y="102"/>
                </a:cubicBezTo>
                <a:cubicBezTo>
                  <a:pt x="61" y="97"/>
                  <a:pt x="58" y="84"/>
                  <a:pt x="57" y="73"/>
                </a:cubicBezTo>
                <a:cubicBezTo>
                  <a:pt x="55" y="86"/>
                  <a:pt x="50" y="106"/>
                  <a:pt x="38" y="111"/>
                </a:cubicBezTo>
                <a:cubicBezTo>
                  <a:pt x="25" y="118"/>
                  <a:pt x="18" y="113"/>
                  <a:pt x="10" y="105"/>
                </a:cubicBezTo>
                <a:cubicBezTo>
                  <a:pt x="9" y="105"/>
                  <a:pt x="9" y="104"/>
                  <a:pt x="9" y="104"/>
                </a:cubicBezTo>
                <a:cubicBezTo>
                  <a:pt x="9" y="153"/>
                  <a:pt x="9" y="153"/>
                  <a:pt x="9" y="153"/>
                </a:cubicBezTo>
                <a:cubicBezTo>
                  <a:pt x="9" y="164"/>
                  <a:pt x="18" y="173"/>
                  <a:pt x="29" y="173"/>
                </a:cubicBezTo>
                <a:cubicBezTo>
                  <a:pt x="41" y="173"/>
                  <a:pt x="41" y="173"/>
                  <a:pt x="41" y="173"/>
                </a:cubicBezTo>
                <a:cubicBezTo>
                  <a:pt x="41" y="120"/>
                  <a:pt x="41" y="120"/>
                  <a:pt x="41" y="120"/>
                </a:cubicBezTo>
                <a:cubicBezTo>
                  <a:pt x="46" y="116"/>
                  <a:pt x="50" y="112"/>
                  <a:pt x="53" y="108"/>
                </a:cubicBezTo>
                <a:cubicBezTo>
                  <a:pt x="53" y="173"/>
                  <a:pt x="53" y="173"/>
                  <a:pt x="53" y="173"/>
                </a:cubicBezTo>
                <a:cubicBezTo>
                  <a:pt x="172" y="173"/>
                  <a:pt x="172" y="173"/>
                  <a:pt x="172" y="173"/>
                </a:cubicBezTo>
                <a:cubicBezTo>
                  <a:pt x="184" y="173"/>
                  <a:pt x="193" y="164"/>
                  <a:pt x="193" y="153"/>
                </a:cubicBezTo>
                <a:lnTo>
                  <a:pt x="193" y="69"/>
                </a:lnTo>
                <a:close/>
                <a:moveTo>
                  <a:pt x="169" y="164"/>
                </a:moveTo>
                <a:cubicBezTo>
                  <a:pt x="166" y="164"/>
                  <a:pt x="163" y="164"/>
                  <a:pt x="162" y="164"/>
                </a:cubicBezTo>
                <a:cubicBezTo>
                  <a:pt x="162" y="137"/>
                  <a:pt x="162" y="137"/>
                  <a:pt x="162" y="137"/>
                </a:cubicBezTo>
                <a:cubicBezTo>
                  <a:pt x="164" y="137"/>
                  <a:pt x="167" y="137"/>
                  <a:pt x="170" y="137"/>
                </a:cubicBezTo>
                <a:cubicBezTo>
                  <a:pt x="175" y="137"/>
                  <a:pt x="178" y="138"/>
                  <a:pt x="181" y="139"/>
                </a:cubicBezTo>
                <a:cubicBezTo>
                  <a:pt x="184" y="142"/>
                  <a:pt x="186" y="145"/>
                  <a:pt x="186" y="150"/>
                </a:cubicBezTo>
                <a:cubicBezTo>
                  <a:pt x="186" y="155"/>
                  <a:pt x="184" y="158"/>
                  <a:pt x="181" y="160"/>
                </a:cubicBezTo>
                <a:cubicBezTo>
                  <a:pt x="178" y="163"/>
                  <a:pt x="174" y="164"/>
                  <a:pt x="169" y="164"/>
                </a:cubicBezTo>
                <a:close/>
                <a:moveTo>
                  <a:pt x="171" y="141"/>
                </a:moveTo>
                <a:cubicBezTo>
                  <a:pt x="169" y="141"/>
                  <a:pt x="168" y="141"/>
                  <a:pt x="168" y="141"/>
                </a:cubicBezTo>
                <a:cubicBezTo>
                  <a:pt x="168" y="159"/>
                  <a:pt x="168" y="159"/>
                  <a:pt x="168" y="159"/>
                </a:cubicBezTo>
                <a:cubicBezTo>
                  <a:pt x="168" y="159"/>
                  <a:pt x="169" y="159"/>
                  <a:pt x="170" y="159"/>
                </a:cubicBezTo>
                <a:cubicBezTo>
                  <a:pt x="176" y="159"/>
                  <a:pt x="179" y="156"/>
                  <a:pt x="179" y="150"/>
                </a:cubicBezTo>
                <a:cubicBezTo>
                  <a:pt x="179" y="144"/>
                  <a:pt x="176" y="141"/>
                  <a:pt x="171" y="141"/>
                </a:cubicBezTo>
                <a:close/>
                <a:moveTo>
                  <a:pt x="169" y="128"/>
                </a:moveTo>
                <a:cubicBezTo>
                  <a:pt x="163" y="128"/>
                  <a:pt x="163" y="128"/>
                  <a:pt x="163" y="128"/>
                </a:cubicBezTo>
                <a:cubicBezTo>
                  <a:pt x="163" y="106"/>
                  <a:pt x="163" y="106"/>
                  <a:pt x="163" y="106"/>
                </a:cubicBezTo>
                <a:cubicBezTo>
                  <a:pt x="156" y="106"/>
                  <a:pt x="156" y="106"/>
                  <a:pt x="156" y="106"/>
                </a:cubicBezTo>
                <a:cubicBezTo>
                  <a:pt x="156" y="101"/>
                  <a:pt x="156" y="101"/>
                  <a:pt x="156" y="101"/>
                </a:cubicBezTo>
                <a:cubicBezTo>
                  <a:pt x="176" y="101"/>
                  <a:pt x="176" y="101"/>
                  <a:pt x="176" y="101"/>
                </a:cubicBezTo>
                <a:cubicBezTo>
                  <a:pt x="176" y="106"/>
                  <a:pt x="176" y="106"/>
                  <a:pt x="176" y="106"/>
                </a:cubicBezTo>
                <a:cubicBezTo>
                  <a:pt x="169" y="106"/>
                  <a:pt x="169" y="106"/>
                  <a:pt x="169" y="106"/>
                </a:cubicBezTo>
                <a:lnTo>
                  <a:pt x="169" y="128"/>
                </a:lnTo>
                <a:close/>
                <a:moveTo>
                  <a:pt x="153" y="151"/>
                </a:moveTo>
                <a:cubicBezTo>
                  <a:pt x="153" y="151"/>
                  <a:pt x="153" y="151"/>
                  <a:pt x="153" y="151"/>
                </a:cubicBezTo>
                <a:cubicBezTo>
                  <a:pt x="155" y="152"/>
                  <a:pt x="156" y="154"/>
                  <a:pt x="156" y="156"/>
                </a:cubicBezTo>
                <a:cubicBezTo>
                  <a:pt x="157" y="159"/>
                  <a:pt x="158" y="163"/>
                  <a:pt x="158" y="164"/>
                </a:cubicBezTo>
                <a:cubicBezTo>
                  <a:pt x="152" y="164"/>
                  <a:pt x="152" y="164"/>
                  <a:pt x="152" y="164"/>
                </a:cubicBezTo>
                <a:cubicBezTo>
                  <a:pt x="152" y="163"/>
                  <a:pt x="151" y="161"/>
                  <a:pt x="150" y="157"/>
                </a:cubicBezTo>
                <a:cubicBezTo>
                  <a:pt x="150" y="154"/>
                  <a:pt x="148" y="153"/>
                  <a:pt x="146" y="153"/>
                </a:cubicBezTo>
                <a:cubicBezTo>
                  <a:pt x="144" y="153"/>
                  <a:pt x="144" y="153"/>
                  <a:pt x="144" y="153"/>
                </a:cubicBezTo>
                <a:cubicBezTo>
                  <a:pt x="144" y="164"/>
                  <a:pt x="144" y="164"/>
                  <a:pt x="144" y="164"/>
                </a:cubicBezTo>
                <a:cubicBezTo>
                  <a:pt x="138" y="164"/>
                  <a:pt x="138" y="164"/>
                  <a:pt x="138" y="164"/>
                </a:cubicBezTo>
                <a:cubicBezTo>
                  <a:pt x="138" y="137"/>
                  <a:pt x="138" y="137"/>
                  <a:pt x="138" y="137"/>
                </a:cubicBezTo>
                <a:cubicBezTo>
                  <a:pt x="140" y="137"/>
                  <a:pt x="143" y="137"/>
                  <a:pt x="146" y="137"/>
                </a:cubicBezTo>
                <a:cubicBezTo>
                  <a:pt x="150" y="137"/>
                  <a:pt x="153" y="137"/>
                  <a:pt x="155" y="139"/>
                </a:cubicBezTo>
                <a:cubicBezTo>
                  <a:pt x="157" y="140"/>
                  <a:pt x="157" y="142"/>
                  <a:pt x="157" y="144"/>
                </a:cubicBezTo>
                <a:cubicBezTo>
                  <a:pt x="157" y="148"/>
                  <a:pt x="155" y="150"/>
                  <a:pt x="153" y="151"/>
                </a:cubicBezTo>
                <a:close/>
                <a:moveTo>
                  <a:pt x="147" y="141"/>
                </a:moveTo>
                <a:cubicBezTo>
                  <a:pt x="145" y="141"/>
                  <a:pt x="145" y="141"/>
                  <a:pt x="144" y="141"/>
                </a:cubicBezTo>
                <a:cubicBezTo>
                  <a:pt x="144" y="149"/>
                  <a:pt x="144" y="149"/>
                  <a:pt x="144" y="149"/>
                </a:cubicBezTo>
                <a:cubicBezTo>
                  <a:pt x="146" y="149"/>
                  <a:pt x="146" y="149"/>
                  <a:pt x="146" y="149"/>
                </a:cubicBezTo>
                <a:cubicBezTo>
                  <a:pt x="150" y="149"/>
                  <a:pt x="151" y="147"/>
                  <a:pt x="151" y="145"/>
                </a:cubicBezTo>
                <a:cubicBezTo>
                  <a:pt x="151" y="142"/>
                  <a:pt x="150" y="141"/>
                  <a:pt x="147" y="141"/>
                </a:cubicBezTo>
                <a:close/>
                <a:moveTo>
                  <a:pt x="143" y="112"/>
                </a:moveTo>
                <a:cubicBezTo>
                  <a:pt x="152" y="112"/>
                  <a:pt x="152" y="112"/>
                  <a:pt x="152" y="112"/>
                </a:cubicBezTo>
                <a:cubicBezTo>
                  <a:pt x="152" y="117"/>
                  <a:pt x="152" y="117"/>
                  <a:pt x="152" y="117"/>
                </a:cubicBezTo>
                <a:cubicBezTo>
                  <a:pt x="143" y="117"/>
                  <a:pt x="143" y="117"/>
                  <a:pt x="143" y="117"/>
                </a:cubicBezTo>
                <a:cubicBezTo>
                  <a:pt x="143" y="128"/>
                  <a:pt x="143" y="128"/>
                  <a:pt x="143" y="128"/>
                </a:cubicBezTo>
                <a:cubicBezTo>
                  <a:pt x="137" y="128"/>
                  <a:pt x="137" y="128"/>
                  <a:pt x="137" y="128"/>
                </a:cubicBezTo>
                <a:cubicBezTo>
                  <a:pt x="137" y="101"/>
                  <a:pt x="137" y="101"/>
                  <a:pt x="137" y="101"/>
                </a:cubicBezTo>
                <a:cubicBezTo>
                  <a:pt x="153" y="101"/>
                  <a:pt x="153" y="101"/>
                  <a:pt x="153" y="101"/>
                </a:cubicBezTo>
                <a:cubicBezTo>
                  <a:pt x="153" y="106"/>
                  <a:pt x="153" y="106"/>
                  <a:pt x="153" y="106"/>
                </a:cubicBezTo>
                <a:cubicBezTo>
                  <a:pt x="143" y="106"/>
                  <a:pt x="143" y="106"/>
                  <a:pt x="143" y="106"/>
                </a:cubicBezTo>
                <a:lnTo>
                  <a:pt x="143" y="112"/>
                </a:lnTo>
                <a:close/>
                <a:moveTo>
                  <a:pt x="126" y="157"/>
                </a:moveTo>
                <a:cubicBezTo>
                  <a:pt x="118" y="157"/>
                  <a:pt x="118" y="157"/>
                  <a:pt x="118" y="157"/>
                </a:cubicBezTo>
                <a:cubicBezTo>
                  <a:pt x="116" y="164"/>
                  <a:pt x="116" y="164"/>
                  <a:pt x="116" y="164"/>
                </a:cubicBezTo>
                <a:cubicBezTo>
                  <a:pt x="110" y="164"/>
                  <a:pt x="110" y="164"/>
                  <a:pt x="110" y="164"/>
                </a:cubicBezTo>
                <a:cubicBezTo>
                  <a:pt x="118" y="137"/>
                  <a:pt x="118" y="137"/>
                  <a:pt x="118" y="137"/>
                </a:cubicBezTo>
                <a:cubicBezTo>
                  <a:pt x="126" y="137"/>
                  <a:pt x="126" y="137"/>
                  <a:pt x="126" y="137"/>
                </a:cubicBezTo>
                <a:cubicBezTo>
                  <a:pt x="134" y="164"/>
                  <a:pt x="134" y="164"/>
                  <a:pt x="134" y="164"/>
                </a:cubicBezTo>
                <a:cubicBezTo>
                  <a:pt x="128" y="164"/>
                  <a:pt x="128" y="164"/>
                  <a:pt x="128" y="164"/>
                </a:cubicBezTo>
                <a:lnTo>
                  <a:pt x="126" y="157"/>
                </a:lnTo>
                <a:close/>
                <a:moveTo>
                  <a:pt x="123" y="146"/>
                </a:moveTo>
                <a:cubicBezTo>
                  <a:pt x="123" y="145"/>
                  <a:pt x="122" y="143"/>
                  <a:pt x="122" y="141"/>
                </a:cubicBezTo>
                <a:cubicBezTo>
                  <a:pt x="122" y="141"/>
                  <a:pt x="122" y="141"/>
                  <a:pt x="122" y="141"/>
                </a:cubicBezTo>
                <a:cubicBezTo>
                  <a:pt x="121" y="143"/>
                  <a:pt x="121" y="145"/>
                  <a:pt x="121" y="146"/>
                </a:cubicBezTo>
                <a:cubicBezTo>
                  <a:pt x="119" y="152"/>
                  <a:pt x="119" y="152"/>
                  <a:pt x="119" y="152"/>
                </a:cubicBezTo>
                <a:cubicBezTo>
                  <a:pt x="125" y="152"/>
                  <a:pt x="125" y="152"/>
                  <a:pt x="125" y="152"/>
                </a:cubicBezTo>
                <a:lnTo>
                  <a:pt x="123" y="146"/>
                </a:lnTo>
                <a:close/>
                <a:moveTo>
                  <a:pt x="125" y="101"/>
                </a:moveTo>
                <a:cubicBezTo>
                  <a:pt x="133" y="101"/>
                  <a:pt x="133" y="101"/>
                  <a:pt x="133" y="101"/>
                </a:cubicBezTo>
                <a:cubicBezTo>
                  <a:pt x="133" y="128"/>
                  <a:pt x="133" y="128"/>
                  <a:pt x="133" y="128"/>
                </a:cubicBezTo>
                <a:cubicBezTo>
                  <a:pt x="125" y="128"/>
                  <a:pt x="125" y="128"/>
                  <a:pt x="125" y="128"/>
                </a:cubicBezTo>
                <a:lnTo>
                  <a:pt x="125" y="101"/>
                </a:lnTo>
                <a:close/>
                <a:moveTo>
                  <a:pt x="100" y="124"/>
                </a:moveTo>
                <a:cubicBezTo>
                  <a:pt x="98" y="122"/>
                  <a:pt x="97" y="118"/>
                  <a:pt x="97" y="115"/>
                </a:cubicBezTo>
                <a:cubicBezTo>
                  <a:pt x="97" y="106"/>
                  <a:pt x="103" y="100"/>
                  <a:pt x="112" y="100"/>
                </a:cubicBezTo>
                <a:cubicBezTo>
                  <a:pt x="115" y="100"/>
                  <a:pt x="118" y="101"/>
                  <a:pt x="119" y="102"/>
                </a:cubicBezTo>
                <a:cubicBezTo>
                  <a:pt x="118" y="107"/>
                  <a:pt x="118" y="107"/>
                  <a:pt x="118" y="107"/>
                </a:cubicBezTo>
                <a:cubicBezTo>
                  <a:pt x="117" y="106"/>
                  <a:pt x="115" y="106"/>
                  <a:pt x="112" y="106"/>
                </a:cubicBezTo>
                <a:cubicBezTo>
                  <a:pt x="107" y="106"/>
                  <a:pt x="103" y="108"/>
                  <a:pt x="103" y="114"/>
                </a:cubicBezTo>
                <a:cubicBezTo>
                  <a:pt x="103" y="120"/>
                  <a:pt x="106" y="123"/>
                  <a:pt x="111" y="123"/>
                </a:cubicBezTo>
                <a:cubicBezTo>
                  <a:pt x="113" y="123"/>
                  <a:pt x="114" y="123"/>
                  <a:pt x="114" y="123"/>
                </a:cubicBezTo>
                <a:cubicBezTo>
                  <a:pt x="114" y="117"/>
                  <a:pt x="114" y="117"/>
                  <a:pt x="114" y="117"/>
                </a:cubicBezTo>
                <a:cubicBezTo>
                  <a:pt x="110" y="117"/>
                  <a:pt x="110" y="117"/>
                  <a:pt x="110" y="117"/>
                </a:cubicBezTo>
                <a:cubicBezTo>
                  <a:pt x="110" y="112"/>
                  <a:pt x="110" y="112"/>
                  <a:pt x="110" y="112"/>
                </a:cubicBezTo>
                <a:cubicBezTo>
                  <a:pt x="120" y="112"/>
                  <a:pt x="120" y="112"/>
                  <a:pt x="120" y="112"/>
                </a:cubicBezTo>
                <a:cubicBezTo>
                  <a:pt x="120" y="126"/>
                  <a:pt x="120" y="126"/>
                  <a:pt x="120" y="126"/>
                </a:cubicBezTo>
                <a:cubicBezTo>
                  <a:pt x="118" y="127"/>
                  <a:pt x="115" y="128"/>
                  <a:pt x="111" y="128"/>
                </a:cubicBezTo>
                <a:cubicBezTo>
                  <a:pt x="106" y="128"/>
                  <a:pt x="103" y="127"/>
                  <a:pt x="100" y="124"/>
                </a:cubicBezTo>
                <a:close/>
                <a:moveTo>
                  <a:pt x="108" y="138"/>
                </a:moveTo>
                <a:cubicBezTo>
                  <a:pt x="106" y="142"/>
                  <a:pt x="106" y="142"/>
                  <a:pt x="106" y="142"/>
                </a:cubicBezTo>
                <a:cubicBezTo>
                  <a:pt x="105" y="142"/>
                  <a:pt x="104" y="141"/>
                  <a:pt x="101" y="141"/>
                </a:cubicBezTo>
                <a:cubicBezTo>
                  <a:pt x="97" y="141"/>
                  <a:pt x="93" y="144"/>
                  <a:pt x="93" y="150"/>
                </a:cubicBezTo>
                <a:cubicBezTo>
                  <a:pt x="93" y="156"/>
                  <a:pt x="96" y="159"/>
                  <a:pt x="101" y="159"/>
                </a:cubicBezTo>
                <a:cubicBezTo>
                  <a:pt x="103" y="159"/>
                  <a:pt x="105" y="159"/>
                  <a:pt x="106" y="158"/>
                </a:cubicBezTo>
                <a:cubicBezTo>
                  <a:pt x="107" y="163"/>
                  <a:pt x="107" y="163"/>
                  <a:pt x="107" y="163"/>
                </a:cubicBezTo>
                <a:cubicBezTo>
                  <a:pt x="106" y="163"/>
                  <a:pt x="104" y="164"/>
                  <a:pt x="100" y="164"/>
                </a:cubicBezTo>
                <a:cubicBezTo>
                  <a:pt x="91" y="164"/>
                  <a:pt x="86" y="158"/>
                  <a:pt x="86" y="151"/>
                </a:cubicBezTo>
                <a:cubicBezTo>
                  <a:pt x="86" y="141"/>
                  <a:pt x="93" y="136"/>
                  <a:pt x="101" y="136"/>
                </a:cubicBezTo>
                <a:cubicBezTo>
                  <a:pt x="104" y="136"/>
                  <a:pt x="107" y="137"/>
                  <a:pt x="108" y="138"/>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42"/>
          <p:cNvSpPr>
            <a:spLocks noEditPoints="1"/>
          </p:cNvSpPr>
          <p:nvPr/>
        </p:nvSpPr>
        <p:spPr bwMode="auto">
          <a:xfrm>
            <a:off x="9663637" y="3009900"/>
            <a:ext cx="388938" cy="388938"/>
          </a:xfrm>
          <a:custGeom>
            <a:avLst/>
            <a:gdLst>
              <a:gd name="T0" fmla="*/ 99 w 197"/>
              <a:gd name="T1" fmla="*/ 197 h 197"/>
              <a:gd name="T2" fmla="*/ 197 w 197"/>
              <a:gd name="T3" fmla="*/ 98 h 197"/>
              <a:gd name="T4" fmla="*/ 99 w 197"/>
              <a:gd name="T5" fmla="*/ 0 h 197"/>
              <a:gd name="T6" fmla="*/ 29 w 197"/>
              <a:gd name="T7" fmla="*/ 29 h 197"/>
              <a:gd name="T8" fmla="*/ 29 w 197"/>
              <a:gd name="T9" fmla="*/ 169 h 197"/>
              <a:gd name="T10" fmla="*/ 99 w 197"/>
              <a:gd name="T11" fmla="*/ 17 h 197"/>
              <a:gd name="T12" fmla="*/ 180 w 197"/>
              <a:gd name="T13" fmla="*/ 98 h 197"/>
              <a:gd name="T14" fmla="*/ 99 w 197"/>
              <a:gd name="T15" fmla="*/ 181 h 197"/>
              <a:gd name="T16" fmla="*/ 17 w 197"/>
              <a:gd name="T17" fmla="*/ 99 h 197"/>
              <a:gd name="T18" fmla="*/ 36 w 197"/>
              <a:gd name="T19" fmla="*/ 118 h 197"/>
              <a:gd name="T20" fmla="*/ 56 w 197"/>
              <a:gd name="T21" fmla="*/ 145 h 197"/>
              <a:gd name="T22" fmla="*/ 41 w 197"/>
              <a:gd name="T23" fmla="*/ 117 h 197"/>
              <a:gd name="T24" fmla="*/ 39 w 197"/>
              <a:gd name="T25" fmla="*/ 95 h 197"/>
              <a:gd name="T26" fmla="*/ 99 w 197"/>
              <a:gd name="T27" fmla="*/ 39 h 197"/>
              <a:gd name="T28" fmla="*/ 143 w 197"/>
              <a:gd name="T29" fmla="*/ 59 h 197"/>
              <a:gd name="T30" fmla="*/ 150 w 197"/>
              <a:gd name="T31" fmla="*/ 71 h 197"/>
              <a:gd name="T32" fmla="*/ 158 w 197"/>
              <a:gd name="T33" fmla="*/ 92 h 197"/>
              <a:gd name="T34" fmla="*/ 157 w 197"/>
              <a:gd name="T35" fmla="*/ 114 h 197"/>
              <a:gd name="T36" fmla="*/ 136 w 197"/>
              <a:gd name="T37" fmla="*/ 125 h 197"/>
              <a:gd name="T38" fmla="*/ 131 w 197"/>
              <a:gd name="T39" fmla="*/ 67 h 197"/>
              <a:gd name="T40" fmla="*/ 117 w 197"/>
              <a:gd name="T41" fmla="*/ 57 h 197"/>
              <a:gd name="T42" fmla="*/ 95 w 197"/>
              <a:gd name="T43" fmla="*/ 54 h 197"/>
              <a:gd name="T44" fmla="*/ 53 w 197"/>
              <a:gd name="T45" fmla="*/ 99 h 197"/>
              <a:gd name="T46" fmla="*/ 71 w 197"/>
              <a:gd name="T47" fmla="*/ 131 h 197"/>
              <a:gd name="T48" fmla="*/ 59 w 197"/>
              <a:gd name="T49" fmla="*/ 99 h 197"/>
              <a:gd name="T50" fmla="*/ 94 w 197"/>
              <a:gd name="T51" fmla="*/ 59 h 197"/>
              <a:gd name="T52" fmla="*/ 115 w 197"/>
              <a:gd name="T53" fmla="*/ 63 h 197"/>
              <a:gd name="T54" fmla="*/ 138 w 197"/>
              <a:gd name="T55" fmla="*/ 99 h 197"/>
              <a:gd name="T56" fmla="*/ 111 w 197"/>
              <a:gd name="T57" fmla="*/ 99 h 197"/>
              <a:gd name="T58" fmla="*/ 99 w 197"/>
              <a:gd name="T59" fmla="*/ 88 h 197"/>
              <a:gd name="T60" fmla="*/ 98 w 197"/>
              <a:gd name="T61" fmla="*/ 111 h 197"/>
              <a:gd name="T62" fmla="*/ 152 w 197"/>
              <a:gd name="T63" fmla="*/ 153 h 197"/>
              <a:gd name="T64" fmla="*/ 150 w 197"/>
              <a:gd name="T65" fmla="*/ 139 h 197"/>
              <a:gd name="T66" fmla="*/ 172 w 197"/>
              <a:gd name="T67" fmla="*/ 103 h 197"/>
              <a:gd name="T68" fmla="*/ 156 w 197"/>
              <a:gd name="T69" fmla="*/ 67 h 197"/>
              <a:gd name="T70" fmla="*/ 150 w 197"/>
              <a:gd name="T71" fmla="*/ 55 h 197"/>
              <a:gd name="T72" fmla="*/ 145 w 197"/>
              <a:gd name="T73" fmla="*/ 52 h 197"/>
              <a:gd name="T74" fmla="*/ 52 w 197"/>
              <a:gd name="T75" fmla="*/ 52 h 197"/>
              <a:gd name="T76" fmla="*/ 25 w 197"/>
              <a:gd name="T77" fmla="*/ 106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97" h="197">
                <a:moveTo>
                  <a:pt x="29" y="169"/>
                </a:moveTo>
                <a:cubicBezTo>
                  <a:pt x="48" y="188"/>
                  <a:pt x="73" y="197"/>
                  <a:pt x="99" y="197"/>
                </a:cubicBezTo>
                <a:cubicBezTo>
                  <a:pt x="124" y="197"/>
                  <a:pt x="149" y="188"/>
                  <a:pt x="168" y="169"/>
                </a:cubicBezTo>
                <a:cubicBezTo>
                  <a:pt x="188" y="149"/>
                  <a:pt x="197" y="124"/>
                  <a:pt x="197" y="98"/>
                </a:cubicBezTo>
                <a:cubicBezTo>
                  <a:pt x="197" y="73"/>
                  <a:pt x="187" y="48"/>
                  <a:pt x="168" y="29"/>
                </a:cubicBezTo>
                <a:cubicBezTo>
                  <a:pt x="149" y="10"/>
                  <a:pt x="124" y="0"/>
                  <a:pt x="99" y="0"/>
                </a:cubicBezTo>
                <a:cubicBezTo>
                  <a:pt x="99" y="0"/>
                  <a:pt x="99" y="0"/>
                  <a:pt x="99" y="0"/>
                </a:cubicBezTo>
                <a:cubicBezTo>
                  <a:pt x="73" y="0"/>
                  <a:pt x="48" y="10"/>
                  <a:pt x="29" y="29"/>
                </a:cubicBezTo>
                <a:cubicBezTo>
                  <a:pt x="10" y="48"/>
                  <a:pt x="0" y="74"/>
                  <a:pt x="0" y="99"/>
                </a:cubicBezTo>
                <a:cubicBezTo>
                  <a:pt x="0" y="124"/>
                  <a:pt x="10" y="149"/>
                  <a:pt x="29" y="169"/>
                </a:cubicBezTo>
                <a:close/>
                <a:moveTo>
                  <a:pt x="41" y="41"/>
                </a:moveTo>
                <a:cubicBezTo>
                  <a:pt x="57" y="25"/>
                  <a:pt x="78" y="17"/>
                  <a:pt x="99" y="17"/>
                </a:cubicBezTo>
                <a:cubicBezTo>
                  <a:pt x="120" y="17"/>
                  <a:pt x="140" y="25"/>
                  <a:pt x="156" y="41"/>
                </a:cubicBezTo>
                <a:cubicBezTo>
                  <a:pt x="172" y="57"/>
                  <a:pt x="180" y="78"/>
                  <a:pt x="180" y="98"/>
                </a:cubicBezTo>
                <a:cubicBezTo>
                  <a:pt x="180" y="119"/>
                  <a:pt x="173" y="141"/>
                  <a:pt x="156" y="157"/>
                </a:cubicBezTo>
                <a:cubicBezTo>
                  <a:pt x="140" y="173"/>
                  <a:pt x="120" y="181"/>
                  <a:pt x="99" y="181"/>
                </a:cubicBezTo>
                <a:cubicBezTo>
                  <a:pt x="78" y="181"/>
                  <a:pt x="57" y="173"/>
                  <a:pt x="41" y="157"/>
                </a:cubicBezTo>
                <a:cubicBezTo>
                  <a:pt x="25" y="141"/>
                  <a:pt x="17" y="120"/>
                  <a:pt x="17" y="99"/>
                </a:cubicBezTo>
                <a:cubicBezTo>
                  <a:pt x="17" y="78"/>
                  <a:pt x="25" y="57"/>
                  <a:pt x="41" y="41"/>
                </a:cubicBezTo>
                <a:close/>
                <a:moveTo>
                  <a:pt x="36" y="118"/>
                </a:moveTo>
                <a:cubicBezTo>
                  <a:pt x="39" y="128"/>
                  <a:pt x="44" y="137"/>
                  <a:pt x="52" y="145"/>
                </a:cubicBezTo>
                <a:cubicBezTo>
                  <a:pt x="53" y="146"/>
                  <a:pt x="55" y="146"/>
                  <a:pt x="56" y="145"/>
                </a:cubicBezTo>
                <a:cubicBezTo>
                  <a:pt x="57" y="144"/>
                  <a:pt x="57" y="142"/>
                  <a:pt x="56" y="141"/>
                </a:cubicBezTo>
                <a:cubicBezTo>
                  <a:pt x="49" y="134"/>
                  <a:pt x="44" y="126"/>
                  <a:pt x="41" y="117"/>
                </a:cubicBezTo>
                <a:cubicBezTo>
                  <a:pt x="45" y="115"/>
                  <a:pt x="48" y="111"/>
                  <a:pt x="48" y="106"/>
                </a:cubicBezTo>
                <a:cubicBezTo>
                  <a:pt x="48" y="101"/>
                  <a:pt x="44" y="96"/>
                  <a:pt x="39" y="95"/>
                </a:cubicBezTo>
                <a:cubicBezTo>
                  <a:pt x="40" y="81"/>
                  <a:pt x="46" y="67"/>
                  <a:pt x="56" y="57"/>
                </a:cubicBezTo>
                <a:cubicBezTo>
                  <a:pt x="68" y="45"/>
                  <a:pt x="83" y="39"/>
                  <a:pt x="99" y="39"/>
                </a:cubicBezTo>
                <a:cubicBezTo>
                  <a:pt x="114" y="39"/>
                  <a:pt x="129" y="45"/>
                  <a:pt x="141" y="57"/>
                </a:cubicBezTo>
                <a:cubicBezTo>
                  <a:pt x="142" y="57"/>
                  <a:pt x="142" y="58"/>
                  <a:pt x="143" y="59"/>
                </a:cubicBezTo>
                <a:cubicBezTo>
                  <a:pt x="142" y="60"/>
                  <a:pt x="142" y="61"/>
                  <a:pt x="142" y="63"/>
                </a:cubicBezTo>
                <a:cubicBezTo>
                  <a:pt x="142" y="67"/>
                  <a:pt x="145" y="71"/>
                  <a:pt x="150" y="71"/>
                </a:cubicBezTo>
                <a:cubicBezTo>
                  <a:pt x="150" y="71"/>
                  <a:pt x="151" y="71"/>
                  <a:pt x="151" y="71"/>
                </a:cubicBezTo>
                <a:cubicBezTo>
                  <a:pt x="155" y="77"/>
                  <a:pt x="157" y="85"/>
                  <a:pt x="158" y="92"/>
                </a:cubicBezTo>
                <a:cubicBezTo>
                  <a:pt x="153" y="93"/>
                  <a:pt x="149" y="98"/>
                  <a:pt x="149" y="103"/>
                </a:cubicBezTo>
                <a:cubicBezTo>
                  <a:pt x="149" y="108"/>
                  <a:pt x="152" y="112"/>
                  <a:pt x="157" y="114"/>
                </a:cubicBezTo>
                <a:cubicBezTo>
                  <a:pt x="155" y="121"/>
                  <a:pt x="151" y="129"/>
                  <a:pt x="146" y="135"/>
                </a:cubicBezTo>
                <a:cubicBezTo>
                  <a:pt x="136" y="125"/>
                  <a:pt x="136" y="125"/>
                  <a:pt x="136" y="125"/>
                </a:cubicBezTo>
                <a:cubicBezTo>
                  <a:pt x="141" y="117"/>
                  <a:pt x="144" y="108"/>
                  <a:pt x="144" y="99"/>
                </a:cubicBezTo>
                <a:cubicBezTo>
                  <a:pt x="144" y="87"/>
                  <a:pt x="140" y="76"/>
                  <a:pt x="131" y="67"/>
                </a:cubicBezTo>
                <a:cubicBezTo>
                  <a:pt x="127" y="63"/>
                  <a:pt x="122" y="60"/>
                  <a:pt x="117" y="57"/>
                </a:cubicBezTo>
                <a:cubicBezTo>
                  <a:pt x="117" y="57"/>
                  <a:pt x="117" y="57"/>
                  <a:pt x="117" y="57"/>
                </a:cubicBezTo>
                <a:cubicBezTo>
                  <a:pt x="117" y="51"/>
                  <a:pt x="112" y="45"/>
                  <a:pt x="106" y="45"/>
                </a:cubicBezTo>
                <a:cubicBezTo>
                  <a:pt x="100" y="45"/>
                  <a:pt x="96" y="49"/>
                  <a:pt x="95" y="54"/>
                </a:cubicBezTo>
                <a:cubicBezTo>
                  <a:pt x="84" y="55"/>
                  <a:pt x="74" y="59"/>
                  <a:pt x="66" y="67"/>
                </a:cubicBezTo>
                <a:cubicBezTo>
                  <a:pt x="58" y="76"/>
                  <a:pt x="53" y="87"/>
                  <a:pt x="53" y="99"/>
                </a:cubicBezTo>
                <a:cubicBezTo>
                  <a:pt x="53" y="111"/>
                  <a:pt x="58" y="122"/>
                  <a:pt x="66" y="131"/>
                </a:cubicBezTo>
                <a:cubicBezTo>
                  <a:pt x="68" y="132"/>
                  <a:pt x="69" y="132"/>
                  <a:pt x="71" y="131"/>
                </a:cubicBezTo>
                <a:cubicBezTo>
                  <a:pt x="72" y="130"/>
                  <a:pt x="72" y="128"/>
                  <a:pt x="71" y="127"/>
                </a:cubicBezTo>
                <a:cubicBezTo>
                  <a:pt x="63" y="119"/>
                  <a:pt x="59" y="109"/>
                  <a:pt x="59" y="99"/>
                </a:cubicBezTo>
                <a:cubicBezTo>
                  <a:pt x="59" y="89"/>
                  <a:pt x="63" y="79"/>
                  <a:pt x="71" y="71"/>
                </a:cubicBezTo>
                <a:cubicBezTo>
                  <a:pt x="77" y="64"/>
                  <a:pt x="86" y="60"/>
                  <a:pt x="94" y="59"/>
                </a:cubicBezTo>
                <a:cubicBezTo>
                  <a:pt x="96" y="65"/>
                  <a:pt x="100" y="68"/>
                  <a:pt x="106" y="68"/>
                </a:cubicBezTo>
                <a:cubicBezTo>
                  <a:pt x="110" y="68"/>
                  <a:pt x="113" y="66"/>
                  <a:pt x="115" y="63"/>
                </a:cubicBezTo>
                <a:cubicBezTo>
                  <a:pt x="119" y="65"/>
                  <a:pt x="123" y="67"/>
                  <a:pt x="127" y="71"/>
                </a:cubicBezTo>
                <a:cubicBezTo>
                  <a:pt x="134" y="79"/>
                  <a:pt x="138" y="89"/>
                  <a:pt x="138" y="99"/>
                </a:cubicBezTo>
                <a:cubicBezTo>
                  <a:pt x="138" y="106"/>
                  <a:pt x="136" y="114"/>
                  <a:pt x="132" y="120"/>
                </a:cubicBezTo>
                <a:cubicBezTo>
                  <a:pt x="111" y="99"/>
                  <a:pt x="111" y="99"/>
                  <a:pt x="111" y="99"/>
                </a:cubicBezTo>
                <a:cubicBezTo>
                  <a:pt x="111" y="99"/>
                  <a:pt x="111" y="99"/>
                  <a:pt x="111" y="99"/>
                </a:cubicBezTo>
                <a:cubicBezTo>
                  <a:pt x="111" y="93"/>
                  <a:pt x="105" y="88"/>
                  <a:pt x="99" y="88"/>
                </a:cubicBezTo>
                <a:cubicBezTo>
                  <a:pt x="93" y="88"/>
                  <a:pt x="88" y="93"/>
                  <a:pt x="88" y="99"/>
                </a:cubicBezTo>
                <a:cubicBezTo>
                  <a:pt x="88" y="105"/>
                  <a:pt x="92" y="110"/>
                  <a:pt x="98" y="111"/>
                </a:cubicBezTo>
                <a:cubicBezTo>
                  <a:pt x="140" y="153"/>
                  <a:pt x="140" y="153"/>
                  <a:pt x="140" y="153"/>
                </a:cubicBezTo>
                <a:cubicBezTo>
                  <a:pt x="144" y="156"/>
                  <a:pt x="149" y="156"/>
                  <a:pt x="152" y="153"/>
                </a:cubicBezTo>
                <a:cubicBezTo>
                  <a:pt x="155" y="149"/>
                  <a:pt x="155" y="144"/>
                  <a:pt x="152" y="141"/>
                </a:cubicBezTo>
                <a:cubicBezTo>
                  <a:pt x="150" y="139"/>
                  <a:pt x="150" y="139"/>
                  <a:pt x="150" y="139"/>
                </a:cubicBezTo>
                <a:cubicBezTo>
                  <a:pt x="156" y="132"/>
                  <a:pt x="160" y="123"/>
                  <a:pt x="162" y="115"/>
                </a:cubicBezTo>
                <a:cubicBezTo>
                  <a:pt x="168" y="114"/>
                  <a:pt x="172" y="109"/>
                  <a:pt x="172" y="103"/>
                </a:cubicBezTo>
                <a:cubicBezTo>
                  <a:pt x="172" y="98"/>
                  <a:pt x="169" y="93"/>
                  <a:pt x="164" y="92"/>
                </a:cubicBezTo>
                <a:cubicBezTo>
                  <a:pt x="163" y="84"/>
                  <a:pt x="160" y="75"/>
                  <a:pt x="156" y="67"/>
                </a:cubicBezTo>
                <a:cubicBezTo>
                  <a:pt x="157" y="66"/>
                  <a:pt x="158" y="65"/>
                  <a:pt x="158" y="63"/>
                </a:cubicBezTo>
                <a:cubicBezTo>
                  <a:pt x="158" y="58"/>
                  <a:pt x="154" y="55"/>
                  <a:pt x="150" y="55"/>
                </a:cubicBezTo>
                <a:cubicBezTo>
                  <a:pt x="149" y="55"/>
                  <a:pt x="148" y="55"/>
                  <a:pt x="148" y="55"/>
                </a:cubicBezTo>
                <a:cubicBezTo>
                  <a:pt x="147" y="54"/>
                  <a:pt x="146" y="53"/>
                  <a:pt x="145" y="52"/>
                </a:cubicBezTo>
                <a:cubicBezTo>
                  <a:pt x="132" y="40"/>
                  <a:pt x="115" y="33"/>
                  <a:pt x="99" y="33"/>
                </a:cubicBezTo>
                <a:cubicBezTo>
                  <a:pt x="82" y="33"/>
                  <a:pt x="65" y="40"/>
                  <a:pt x="52" y="52"/>
                </a:cubicBezTo>
                <a:cubicBezTo>
                  <a:pt x="40" y="64"/>
                  <a:pt x="34" y="80"/>
                  <a:pt x="33" y="95"/>
                </a:cubicBezTo>
                <a:cubicBezTo>
                  <a:pt x="28" y="97"/>
                  <a:pt x="25" y="101"/>
                  <a:pt x="25" y="106"/>
                </a:cubicBezTo>
                <a:cubicBezTo>
                  <a:pt x="25" y="112"/>
                  <a:pt x="30" y="117"/>
                  <a:pt x="36" y="118"/>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43"/>
          <p:cNvSpPr>
            <a:spLocks noEditPoints="1"/>
          </p:cNvSpPr>
          <p:nvPr/>
        </p:nvSpPr>
        <p:spPr bwMode="auto">
          <a:xfrm>
            <a:off x="10131949" y="2997200"/>
            <a:ext cx="414338" cy="415925"/>
          </a:xfrm>
          <a:custGeom>
            <a:avLst/>
            <a:gdLst>
              <a:gd name="T0" fmla="*/ 94 w 210"/>
              <a:gd name="T1" fmla="*/ 66 h 210"/>
              <a:gd name="T2" fmla="*/ 91 w 210"/>
              <a:gd name="T3" fmla="*/ 74 h 210"/>
              <a:gd name="T4" fmla="*/ 93 w 210"/>
              <a:gd name="T5" fmla="*/ 82 h 210"/>
              <a:gd name="T6" fmla="*/ 100 w 210"/>
              <a:gd name="T7" fmla="*/ 88 h 210"/>
              <a:gd name="T8" fmla="*/ 100 w 210"/>
              <a:gd name="T9" fmla="*/ 61 h 210"/>
              <a:gd name="T10" fmla="*/ 94 w 210"/>
              <a:gd name="T11" fmla="*/ 66 h 210"/>
              <a:gd name="T12" fmla="*/ 114 w 210"/>
              <a:gd name="T13" fmla="*/ 113 h 210"/>
              <a:gd name="T14" fmla="*/ 114 w 210"/>
              <a:gd name="T15" fmla="*/ 143 h 210"/>
              <a:gd name="T16" fmla="*/ 121 w 210"/>
              <a:gd name="T17" fmla="*/ 137 h 210"/>
              <a:gd name="T18" fmla="*/ 125 w 210"/>
              <a:gd name="T19" fmla="*/ 127 h 210"/>
              <a:gd name="T20" fmla="*/ 122 w 210"/>
              <a:gd name="T21" fmla="*/ 118 h 210"/>
              <a:gd name="T22" fmla="*/ 114 w 210"/>
              <a:gd name="T23" fmla="*/ 113 h 210"/>
              <a:gd name="T24" fmla="*/ 172 w 210"/>
              <a:gd name="T25" fmla="*/ 37 h 210"/>
              <a:gd name="T26" fmla="*/ 38 w 210"/>
              <a:gd name="T27" fmla="*/ 37 h 210"/>
              <a:gd name="T28" fmla="*/ 37 w 210"/>
              <a:gd name="T29" fmla="*/ 172 h 210"/>
              <a:gd name="T30" fmla="*/ 173 w 210"/>
              <a:gd name="T31" fmla="*/ 172 h 210"/>
              <a:gd name="T32" fmla="*/ 172 w 210"/>
              <a:gd name="T33" fmla="*/ 37 h 210"/>
              <a:gd name="T34" fmla="*/ 135 w 210"/>
              <a:gd name="T35" fmla="*/ 148 h 210"/>
              <a:gd name="T36" fmla="*/ 114 w 210"/>
              <a:gd name="T37" fmla="*/ 160 h 210"/>
              <a:gd name="T38" fmla="*/ 114 w 210"/>
              <a:gd name="T39" fmla="*/ 178 h 210"/>
              <a:gd name="T40" fmla="*/ 100 w 210"/>
              <a:gd name="T41" fmla="*/ 178 h 210"/>
              <a:gd name="T42" fmla="*/ 100 w 210"/>
              <a:gd name="T43" fmla="*/ 160 h 210"/>
              <a:gd name="T44" fmla="*/ 79 w 210"/>
              <a:gd name="T45" fmla="*/ 150 h 210"/>
              <a:gd name="T46" fmla="*/ 69 w 210"/>
              <a:gd name="T47" fmla="*/ 127 h 210"/>
              <a:gd name="T48" fmla="*/ 89 w 210"/>
              <a:gd name="T49" fmla="*/ 125 h 210"/>
              <a:gd name="T50" fmla="*/ 93 w 210"/>
              <a:gd name="T51" fmla="*/ 135 h 210"/>
              <a:gd name="T52" fmla="*/ 100 w 210"/>
              <a:gd name="T53" fmla="*/ 142 h 210"/>
              <a:gd name="T54" fmla="*/ 100 w 210"/>
              <a:gd name="T55" fmla="*/ 109 h 210"/>
              <a:gd name="T56" fmla="*/ 79 w 210"/>
              <a:gd name="T57" fmla="*/ 96 h 210"/>
              <a:gd name="T58" fmla="*/ 72 w 210"/>
              <a:gd name="T59" fmla="*/ 75 h 210"/>
              <a:gd name="T60" fmla="*/ 80 w 210"/>
              <a:gd name="T61" fmla="*/ 54 h 210"/>
              <a:gd name="T62" fmla="*/ 100 w 210"/>
              <a:gd name="T63" fmla="*/ 44 h 210"/>
              <a:gd name="T64" fmla="*/ 100 w 210"/>
              <a:gd name="T65" fmla="*/ 34 h 210"/>
              <a:gd name="T66" fmla="*/ 114 w 210"/>
              <a:gd name="T67" fmla="*/ 34 h 210"/>
              <a:gd name="T68" fmla="*/ 114 w 210"/>
              <a:gd name="T69" fmla="*/ 44 h 210"/>
              <a:gd name="T70" fmla="*/ 131 w 210"/>
              <a:gd name="T71" fmla="*/ 53 h 210"/>
              <a:gd name="T72" fmla="*/ 140 w 210"/>
              <a:gd name="T73" fmla="*/ 71 h 210"/>
              <a:gd name="T74" fmla="*/ 121 w 210"/>
              <a:gd name="T75" fmla="*/ 74 h 210"/>
              <a:gd name="T76" fmla="*/ 114 w 210"/>
              <a:gd name="T77" fmla="*/ 61 h 210"/>
              <a:gd name="T78" fmla="*/ 114 w 210"/>
              <a:gd name="T79" fmla="*/ 91 h 210"/>
              <a:gd name="T80" fmla="*/ 137 w 210"/>
              <a:gd name="T81" fmla="*/ 104 h 210"/>
              <a:gd name="T82" fmla="*/ 144 w 210"/>
              <a:gd name="T83" fmla="*/ 125 h 210"/>
              <a:gd name="T84" fmla="*/ 135 w 210"/>
              <a:gd name="T85" fmla="*/ 148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0" h="210">
                <a:moveTo>
                  <a:pt x="94" y="66"/>
                </a:moveTo>
                <a:cubicBezTo>
                  <a:pt x="92" y="69"/>
                  <a:pt x="91" y="71"/>
                  <a:pt x="91" y="74"/>
                </a:cubicBezTo>
                <a:cubicBezTo>
                  <a:pt x="91" y="77"/>
                  <a:pt x="92" y="80"/>
                  <a:pt x="93" y="82"/>
                </a:cubicBezTo>
                <a:cubicBezTo>
                  <a:pt x="95" y="84"/>
                  <a:pt x="97" y="86"/>
                  <a:pt x="100" y="88"/>
                </a:cubicBezTo>
                <a:cubicBezTo>
                  <a:pt x="100" y="61"/>
                  <a:pt x="100" y="61"/>
                  <a:pt x="100" y="61"/>
                </a:cubicBezTo>
                <a:cubicBezTo>
                  <a:pt x="97" y="62"/>
                  <a:pt x="95" y="64"/>
                  <a:pt x="94" y="66"/>
                </a:cubicBezTo>
                <a:close/>
                <a:moveTo>
                  <a:pt x="114" y="113"/>
                </a:moveTo>
                <a:cubicBezTo>
                  <a:pt x="114" y="143"/>
                  <a:pt x="114" y="143"/>
                  <a:pt x="114" y="143"/>
                </a:cubicBezTo>
                <a:cubicBezTo>
                  <a:pt x="117" y="142"/>
                  <a:pt x="119" y="140"/>
                  <a:pt x="121" y="137"/>
                </a:cubicBezTo>
                <a:cubicBezTo>
                  <a:pt x="124" y="134"/>
                  <a:pt x="125" y="131"/>
                  <a:pt x="125" y="127"/>
                </a:cubicBezTo>
                <a:cubicBezTo>
                  <a:pt x="125" y="124"/>
                  <a:pt x="124" y="121"/>
                  <a:pt x="122" y="118"/>
                </a:cubicBezTo>
                <a:cubicBezTo>
                  <a:pt x="120" y="116"/>
                  <a:pt x="118" y="114"/>
                  <a:pt x="114" y="113"/>
                </a:cubicBezTo>
                <a:close/>
                <a:moveTo>
                  <a:pt x="172" y="37"/>
                </a:moveTo>
                <a:cubicBezTo>
                  <a:pt x="135" y="0"/>
                  <a:pt x="75" y="0"/>
                  <a:pt x="38" y="37"/>
                </a:cubicBezTo>
                <a:cubicBezTo>
                  <a:pt x="0" y="75"/>
                  <a:pt x="0" y="135"/>
                  <a:pt x="37" y="172"/>
                </a:cubicBezTo>
                <a:cubicBezTo>
                  <a:pt x="75" y="210"/>
                  <a:pt x="135" y="210"/>
                  <a:pt x="173" y="172"/>
                </a:cubicBezTo>
                <a:cubicBezTo>
                  <a:pt x="210" y="135"/>
                  <a:pt x="210" y="75"/>
                  <a:pt x="172" y="37"/>
                </a:cubicBezTo>
                <a:close/>
                <a:moveTo>
                  <a:pt x="135" y="148"/>
                </a:moveTo>
                <a:cubicBezTo>
                  <a:pt x="130" y="154"/>
                  <a:pt x="123" y="158"/>
                  <a:pt x="114" y="160"/>
                </a:cubicBezTo>
                <a:cubicBezTo>
                  <a:pt x="114" y="178"/>
                  <a:pt x="114" y="178"/>
                  <a:pt x="114" y="178"/>
                </a:cubicBezTo>
                <a:cubicBezTo>
                  <a:pt x="100" y="178"/>
                  <a:pt x="100" y="178"/>
                  <a:pt x="100" y="178"/>
                </a:cubicBezTo>
                <a:cubicBezTo>
                  <a:pt x="100" y="160"/>
                  <a:pt x="100" y="160"/>
                  <a:pt x="100" y="160"/>
                </a:cubicBezTo>
                <a:cubicBezTo>
                  <a:pt x="91" y="159"/>
                  <a:pt x="85" y="156"/>
                  <a:pt x="79" y="150"/>
                </a:cubicBezTo>
                <a:cubicBezTo>
                  <a:pt x="74" y="145"/>
                  <a:pt x="70" y="137"/>
                  <a:pt x="69" y="127"/>
                </a:cubicBezTo>
                <a:cubicBezTo>
                  <a:pt x="89" y="125"/>
                  <a:pt x="89" y="125"/>
                  <a:pt x="89" y="125"/>
                </a:cubicBezTo>
                <a:cubicBezTo>
                  <a:pt x="89" y="129"/>
                  <a:pt x="91" y="132"/>
                  <a:pt x="93" y="135"/>
                </a:cubicBezTo>
                <a:cubicBezTo>
                  <a:pt x="95" y="138"/>
                  <a:pt x="97" y="140"/>
                  <a:pt x="100" y="142"/>
                </a:cubicBezTo>
                <a:cubicBezTo>
                  <a:pt x="100" y="109"/>
                  <a:pt x="100" y="109"/>
                  <a:pt x="100" y="109"/>
                </a:cubicBezTo>
                <a:cubicBezTo>
                  <a:pt x="90" y="107"/>
                  <a:pt x="83" y="102"/>
                  <a:pt x="79" y="96"/>
                </a:cubicBezTo>
                <a:cubicBezTo>
                  <a:pt x="74" y="91"/>
                  <a:pt x="72" y="84"/>
                  <a:pt x="72" y="75"/>
                </a:cubicBezTo>
                <a:cubicBezTo>
                  <a:pt x="72" y="67"/>
                  <a:pt x="74" y="60"/>
                  <a:pt x="80" y="54"/>
                </a:cubicBezTo>
                <a:cubicBezTo>
                  <a:pt x="85" y="49"/>
                  <a:pt x="91" y="45"/>
                  <a:pt x="100" y="44"/>
                </a:cubicBezTo>
                <a:cubicBezTo>
                  <a:pt x="100" y="34"/>
                  <a:pt x="100" y="34"/>
                  <a:pt x="100" y="34"/>
                </a:cubicBezTo>
                <a:cubicBezTo>
                  <a:pt x="114" y="34"/>
                  <a:pt x="114" y="34"/>
                  <a:pt x="114" y="34"/>
                </a:cubicBezTo>
                <a:cubicBezTo>
                  <a:pt x="114" y="44"/>
                  <a:pt x="114" y="44"/>
                  <a:pt x="114" y="44"/>
                </a:cubicBezTo>
                <a:cubicBezTo>
                  <a:pt x="122" y="45"/>
                  <a:pt x="126" y="48"/>
                  <a:pt x="131" y="53"/>
                </a:cubicBezTo>
                <a:cubicBezTo>
                  <a:pt x="136" y="57"/>
                  <a:pt x="139" y="63"/>
                  <a:pt x="140" y="71"/>
                </a:cubicBezTo>
                <a:cubicBezTo>
                  <a:pt x="121" y="74"/>
                  <a:pt x="121" y="74"/>
                  <a:pt x="121" y="74"/>
                </a:cubicBezTo>
                <a:cubicBezTo>
                  <a:pt x="120" y="68"/>
                  <a:pt x="118" y="63"/>
                  <a:pt x="114" y="61"/>
                </a:cubicBezTo>
                <a:cubicBezTo>
                  <a:pt x="114" y="91"/>
                  <a:pt x="114" y="91"/>
                  <a:pt x="114" y="91"/>
                </a:cubicBezTo>
                <a:cubicBezTo>
                  <a:pt x="126" y="95"/>
                  <a:pt x="132" y="99"/>
                  <a:pt x="137" y="104"/>
                </a:cubicBezTo>
                <a:cubicBezTo>
                  <a:pt x="141" y="109"/>
                  <a:pt x="144" y="116"/>
                  <a:pt x="144" y="125"/>
                </a:cubicBezTo>
                <a:cubicBezTo>
                  <a:pt x="144" y="134"/>
                  <a:pt x="141" y="142"/>
                  <a:pt x="135" y="148"/>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44"/>
          <p:cNvSpPr>
            <a:spLocks noEditPoints="1"/>
          </p:cNvSpPr>
          <p:nvPr/>
        </p:nvSpPr>
        <p:spPr bwMode="auto">
          <a:xfrm>
            <a:off x="10603437" y="3000375"/>
            <a:ext cx="414338" cy="412750"/>
          </a:xfrm>
          <a:custGeom>
            <a:avLst/>
            <a:gdLst>
              <a:gd name="T0" fmla="*/ 172 w 209"/>
              <a:gd name="T1" fmla="*/ 37 h 209"/>
              <a:gd name="T2" fmla="*/ 37 w 209"/>
              <a:gd name="T3" fmla="*/ 37 h 209"/>
              <a:gd name="T4" fmla="*/ 37 w 209"/>
              <a:gd name="T5" fmla="*/ 172 h 209"/>
              <a:gd name="T6" fmla="*/ 172 w 209"/>
              <a:gd name="T7" fmla="*/ 172 h 209"/>
              <a:gd name="T8" fmla="*/ 172 w 209"/>
              <a:gd name="T9" fmla="*/ 37 h 209"/>
              <a:gd name="T10" fmla="*/ 140 w 209"/>
              <a:gd name="T11" fmla="*/ 159 h 209"/>
              <a:gd name="T12" fmla="*/ 113 w 209"/>
              <a:gd name="T13" fmla="*/ 164 h 209"/>
              <a:gd name="T14" fmla="*/ 76 w 209"/>
              <a:gd name="T15" fmla="*/ 148 h 209"/>
              <a:gd name="T16" fmla="*/ 63 w 209"/>
              <a:gd name="T17" fmla="*/ 124 h 209"/>
              <a:gd name="T18" fmla="*/ 52 w 209"/>
              <a:gd name="T19" fmla="*/ 124 h 209"/>
              <a:gd name="T20" fmla="*/ 55 w 209"/>
              <a:gd name="T21" fmla="*/ 110 h 209"/>
              <a:gd name="T22" fmla="*/ 62 w 209"/>
              <a:gd name="T23" fmla="*/ 110 h 209"/>
              <a:gd name="T24" fmla="*/ 62 w 209"/>
              <a:gd name="T25" fmla="*/ 107 h 209"/>
              <a:gd name="T26" fmla="*/ 62 w 209"/>
              <a:gd name="T27" fmla="*/ 98 h 209"/>
              <a:gd name="T28" fmla="*/ 52 w 209"/>
              <a:gd name="T29" fmla="*/ 98 h 209"/>
              <a:gd name="T30" fmla="*/ 55 w 209"/>
              <a:gd name="T31" fmla="*/ 84 h 209"/>
              <a:gd name="T32" fmla="*/ 64 w 209"/>
              <a:gd name="T33" fmla="*/ 84 h 209"/>
              <a:gd name="T34" fmla="*/ 76 w 209"/>
              <a:gd name="T35" fmla="*/ 63 h 209"/>
              <a:gd name="T36" fmla="*/ 115 w 209"/>
              <a:gd name="T37" fmla="*/ 47 h 209"/>
              <a:gd name="T38" fmla="*/ 137 w 209"/>
              <a:gd name="T39" fmla="*/ 52 h 209"/>
              <a:gd name="T40" fmla="*/ 132 w 209"/>
              <a:gd name="T41" fmla="*/ 73 h 209"/>
              <a:gd name="T42" fmla="*/ 113 w 209"/>
              <a:gd name="T43" fmla="*/ 67 h 209"/>
              <a:gd name="T44" fmla="*/ 93 w 209"/>
              <a:gd name="T45" fmla="*/ 76 h 209"/>
              <a:gd name="T46" fmla="*/ 87 w 209"/>
              <a:gd name="T47" fmla="*/ 84 h 209"/>
              <a:gd name="T48" fmla="*/ 129 w 209"/>
              <a:gd name="T49" fmla="*/ 84 h 209"/>
              <a:gd name="T50" fmla="*/ 127 w 209"/>
              <a:gd name="T51" fmla="*/ 98 h 209"/>
              <a:gd name="T52" fmla="*/ 88 w 209"/>
              <a:gd name="T53" fmla="*/ 98 h 209"/>
              <a:gd name="T54" fmla="*/ 88 w 209"/>
              <a:gd name="T55" fmla="*/ 105 h 209"/>
              <a:gd name="T56" fmla="*/ 88 w 209"/>
              <a:gd name="T57" fmla="*/ 110 h 209"/>
              <a:gd name="T58" fmla="*/ 125 w 209"/>
              <a:gd name="T59" fmla="*/ 110 h 209"/>
              <a:gd name="T60" fmla="*/ 122 w 209"/>
              <a:gd name="T61" fmla="*/ 124 h 209"/>
              <a:gd name="T62" fmla="*/ 87 w 209"/>
              <a:gd name="T63" fmla="*/ 124 h 209"/>
              <a:gd name="T64" fmla="*/ 93 w 209"/>
              <a:gd name="T65" fmla="*/ 135 h 209"/>
              <a:gd name="T66" fmla="*/ 113 w 209"/>
              <a:gd name="T67" fmla="*/ 144 h 209"/>
              <a:gd name="T68" fmla="*/ 140 w 209"/>
              <a:gd name="T69" fmla="*/ 135 h 209"/>
              <a:gd name="T70" fmla="*/ 140 w 209"/>
              <a:gd name="T71" fmla="*/ 15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209">
                <a:moveTo>
                  <a:pt x="172" y="37"/>
                </a:moveTo>
                <a:cubicBezTo>
                  <a:pt x="135" y="0"/>
                  <a:pt x="74" y="0"/>
                  <a:pt x="37" y="37"/>
                </a:cubicBezTo>
                <a:cubicBezTo>
                  <a:pt x="0" y="75"/>
                  <a:pt x="0" y="135"/>
                  <a:pt x="37" y="172"/>
                </a:cubicBezTo>
                <a:cubicBezTo>
                  <a:pt x="74" y="209"/>
                  <a:pt x="135" y="209"/>
                  <a:pt x="172" y="172"/>
                </a:cubicBezTo>
                <a:cubicBezTo>
                  <a:pt x="209" y="135"/>
                  <a:pt x="209" y="75"/>
                  <a:pt x="172" y="37"/>
                </a:cubicBezTo>
                <a:close/>
                <a:moveTo>
                  <a:pt x="140" y="159"/>
                </a:moveTo>
                <a:cubicBezTo>
                  <a:pt x="133" y="162"/>
                  <a:pt x="122" y="164"/>
                  <a:pt x="113" y="164"/>
                </a:cubicBezTo>
                <a:cubicBezTo>
                  <a:pt x="98" y="164"/>
                  <a:pt x="86" y="159"/>
                  <a:pt x="76" y="148"/>
                </a:cubicBezTo>
                <a:cubicBezTo>
                  <a:pt x="70" y="141"/>
                  <a:pt x="66" y="134"/>
                  <a:pt x="63" y="124"/>
                </a:cubicBezTo>
                <a:cubicBezTo>
                  <a:pt x="52" y="124"/>
                  <a:pt x="52" y="124"/>
                  <a:pt x="52" y="124"/>
                </a:cubicBezTo>
                <a:cubicBezTo>
                  <a:pt x="55" y="110"/>
                  <a:pt x="55" y="110"/>
                  <a:pt x="55" y="110"/>
                </a:cubicBezTo>
                <a:cubicBezTo>
                  <a:pt x="62" y="110"/>
                  <a:pt x="62" y="110"/>
                  <a:pt x="62" y="110"/>
                </a:cubicBezTo>
                <a:cubicBezTo>
                  <a:pt x="62" y="109"/>
                  <a:pt x="62" y="108"/>
                  <a:pt x="62" y="107"/>
                </a:cubicBezTo>
                <a:cubicBezTo>
                  <a:pt x="62" y="104"/>
                  <a:pt x="62" y="100"/>
                  <a:pt x="62" y="98"/>
                </a:cubicBezTo>
                <a:cubicBezTo>
                  <a:pt x="52" y="98"/>
                  <a:pt x="52" y="98"/>
                  <a:pt x="52" y="98"/>
                </a:cubicBezTo>
                <a:cubicBezTo>
                  <a:pt x="55" y="84"/>
                  <a:pt x="55" y="84"/>
                  <a:pt x="55" y="84"/>
                </a:cubicBezTo>
                <a:cubicBezTo>
                  <a:pt x="64" y="84"/>
                  <a:pt x="64" y="84"/>
                  <a:pt x="64" y="84"/>
                </a:cubicBezTo>
                <a:cubicBezTo>
                  <a:pt x="66" y="74"/>
                  <a:pt x="70" y="70"/>
                  <a:pt x="76" y="63"/>
                </a:cubicBezTo>
                <a:cubicBezTo>
                  <a:pt x="86" y="53"/>
                  <a:pt x="99" y="47"/>
                  <a:pt x="115" y="47"/>
                </a:cubicBezTo>
                <a:cubicBezTo>
                  <a:pt x="123" y="47"/>
                  <a:pt x="131" y="49"/>
                  <a:pt x="137" y="52"/>
                </a:cubicBezTo>
                <a:cubicBezTo>
                  <a:pt x="132" y="73"/>
                  <a:pt x="132" y="73"/>
                  <a:pt x="132" y="73"/>
                </a:cubicBezTo>
                <a:cubicBezTo>
                  <a:pt x="128" y="69"/>
                  <a:pt x="122" y="67"/>
                  <a:pt x="113" y="67"/>
                </a:cubicBezTo>
                <a:cubicBezTo>
                  <a:pt x="105" y="67"/>
                  <a:pt x="98" y="70"/>
                  <a:pt x="93" y="76"/>
                </a:cubicBezTo>
                <a:cubicBezTo>
                  <a:pt x="90" y="79"/>
                  <a:pt x="88" y="79"/>
                  <a:pt x="87" y="84"/>
                </a:cubicBezTo>
                <a:cubicBezTo>
                  <a:pt x="129" y="84"/>
                  <a:pt x="129" y="84"/>
                  <a:pt x="129" y="84"/>
                </a:cubicBezTo>
                <a:cubicBezTo>
                  <a:pt x="127" y="98"/>
                  <a:pt x="127" y="98"/>
                  <a:pt x="127" y="98"/>
                </a:cubicBezTo>
                <a:cubicBezTo>
                  <a:pt x="88" y="98"/>
                  <a:pt x="88" y="98"/>
                  <a:pt x="88" y="98"/>
                </a:cubicBezTo>
                <a:cubicBezTo>
                  <a:pt x="88" y="99"/>
                  <a:pt x="88" y="103"/>
                  <a:pt x="88" y="105"/>
                </a:cubicBezTo>
                <a:cubicBezTo>
                  <a:pt x="88" y="107"/>
                  <a:pt x="88" y="109"/>
                  <a:pt x="88" y="110"/>
                </a:cubicBezTo>
                <a:cubicBezTo>
                  <a:pt x="125" y="110"/>
                  <a:pt x="125" y="110"/>
                  <a:pt x="125" y="110"/>
                </a:cubicBezTo>
                <a:cubicBezTo>
                  <a:pt x="122" y="124"/>
                  <a:pt x="122" y="124"/>
                  <a:pt x="122" y="124"/>
                </a:cubicBezTo>
                <a:cubicBezTo>
                  <a:pt x="87" y="124"/>
                  <a:pt x="87" y="124"/>
                  <a:pt x="87" y="124"/>
                </a:cubicBezTo>
                <a:cubicBezTo>
                  <a:pt x="88" y="129"/>
                  <a:pt x="90" y="132"/>
                  <a:pt x="93" y="135"/>
                </a:cubicBezTo>
                <a:cubicBezTo>
                  <a:pt x="98" y="141"/>
                  <a:pt x="105" y="144"/>
                  <a:pt x="113" y="144"/>
                </a:cubicBezTo>
                <a:cubicBezTo>
                  <a:pt x="123" y="144"/>
                  <a:pt x="134" y="141"/>
                  <a:pt x="140" y="135"/>
                </a:cubicBezTo>
                <a:lnTo>
                  <a:pt x="140" y="159"/>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45"/>
          <p:cNvSpPr>
            <a:spLocks noEditPoints="1"/>
          </p:cNvSpPr>
          <p:nvPr/>
        </p:nvSpPr>
        <p:spPr bwMode="auto">
          <a:xfrm>
            <a:off x="11100324" y="2997200"/>
            <a:ext cx="414338" cy="415925"/>
          </a:xfrm>
          <a:custGeom>
            <a:avLst/>
            <a:gdLst>
              <a:gd name="T0" fmla="*/ 172 w 209"/>
              <a:gd name="T1" fmla="*/ 37 h 210"/>
              <a:gd name="T2" fmla="*/ 37 w 209"/>
              <a:gd name="T3" fmla="*/ 37 h 210"/>
              <a:gd name="T4" fmla="*/ 37 w 209"/>
              <a:gd name="T5" fmla="*/ 172 h 210"/>
              <a:gd name="T6" fmla="*/ 172 w 209"/>
              <a:gd name="T7" fmla="*/ 172 h 210"/>
              <a:gd name="T8" fmla="*/ 172 w 209"/>
              <a:gd name="T9" fmla="*/ 37 h 210"/>
              <a:gd name="T10" fmla="*/ 135 w 209"/>
              <a:gd name="T11" fmla="*/ 158 h 210"/>
              <a:gd name="T12" fmla="*/ 124 w 209"/>
              <a:gd name="T13" fmla="*/ 160 h 210"/>
              <a:gd name="T14" fmla="*/ 105 w 209"/>
              <a:gd name="T15" fmla="*/ 157 h 210"/>
              <a:gd name="T16" fmla="*/ 88 w 209"/>
              <a:gd name="T17" fmla="*/ 153 h 210"/>
              <a:gd name="T18" fmla="*/ 69 w 209"/>
              <a:gd name="T19" fmla="*/ 160 h 210"/>
              <a:gd name="T20" fmla="*/ 61 w 209"/>
              <a:gd name="T21" fmla="*/ 142 h 210"/>
              <a:gd name="T22" fmla="*/ 73 w 209"/>
              <a:gd name="T23" fmla="*/ 128 h 210"/>
              <a:gd name="T24" fmla="*/ 77 w 209"/>
              <a:gd name="T25" fmla="*/ 115 h 210"/>
              <a:gd name="T26" fmla="*/ 77 w 209"/>
              <a:gd name="T27" fmla="*/ 112 h 210"/>
              <a:gd name="T28" fmla="*/ 61 w 209"/>
              <a:gd name="T29" fmla="*/ 112 h 210"/>
              <a:gd name="T30" fmla="*/ 61 w 209"/>
              <a:gd name="T31" fmla="*/ 93 h 210"/>
              <a:gd name="T32" fmla="*/ 73 w 209"/>
              <a:gd name="T33" fmla="*/ 93 h 210"/>
              <a:gd name="T34" fmla="*/ 70 w 209"/>
              <a:gd name="T35" fmla="*/ 75 h 210"/>
              <a:gd name="T36" fmla="*/ 74 w 209"/>
              <a:gd name="T37" fmla="*/ 59 h 210"/>
              <a:gd name="T38" fmla="*/ 87 w 209"/>
              <a:gd name="T39" fmla="*/ 48 h 210"/>
              <a:gd name="T40" fmla="*/ 106 w 209"/>
              <a:gd name="T41" fmla="*/ 44 h 210"/>
              <a:gd name="T42" fmla="*/ 130 w 209"/>
              <a:gd name="T43" fmla="*/ 52 h 210"/>
              <a:gd name="T44" fmla="*/ 141 w 209"/>
              <a:gd name="T45" fmla="*/ 73 h 210"/>
              <a:gd name="T46" fmla="*/ 120 w 209"/>
              <a:gd name="T47" fmla="*/ 76 h 210"/>
              <a:gd name="T48" fmla="*/ 114 w 209"/>
              <a:gd name="T49" fmla="*/ 65 h 210"/>
              <a:gd name="T50" fmla="*/ 105 w 209"/>
              <a:gd name="T51" fmla="*/ 61 h 210"/>
              <a:gd name="T52" fmla="*/ 95 w 209"/>
              <a:gd name="T53" fmla="*/ 65 h 210"/>
              <a:gd name="T54" fmla="*/ 91 w 209"/>
              <a:gd name="T55" fmla="*/ 75 h 210"/>
              <a:gd name="T56" fmla="*/ 92 w 209"/>
              <a:gd name="T57" fmla="*/ 84 h 210"/>
              <a:gd name="T58" fmla="*/ 94 w 209"/>
              <a:gd name="T59" fmla="*/ 93 h 210"/>
              <a:gd name="T60" fmla="*/ 120 w 209"/>
              <a:gd name="T61" fmla="*/ 93 h 210"/>
              <a:gd name="T62" fmla="*/ 120 w 209"/>
              <a:gd name="T63" fmla="*/ 112 h 210"/>
              <a:gd name="T64" fmla="*/ 98 w 209"/>
              <a:gd name="T65" fmla="*/ 112 h 210"/>
              <a:gd name="T66" fmla="*/ 98 w 209"/>
              <a:gd name="T67" fmla="*/ 114 h 210"/>
              <a:gd name="T68" fmla="*/ 96 w 209"/>
              <a:gd name="T69" fmla="*/ 125 h 210"/>
              <a:gd name="T70" fmla="*/ 87 w 209"/>
              <a:gd name="T71" fmla="*/ 139 h 210"/>
              <a:gd name="T72" fmla="*/ 97 w 209"/>
              <a:gd name="T73" fmla="*/ 136 h 210"/>
              <a:gd name="T74" fmla="*/ 102 w 209"/>
              <a:gd name="T75" fmla="*/ 137 h 210"/>
              <a:gd name="T76" fmla="*/ 108 w 209"/>
              <a:gd name="T77" fmla="*/ 138 h 210"/>
              <a:gd name="T78" fmla="*/ 121 w 209"/>
              <a:gd name="T79" fmla="*/ 141 h 210"/>
              <a:gd name="T80" fmla="*/ 136 w 209"/>
              <a:gd name="T81" fmla="*/ 136 h 210"/>
              <a:gd name="T82" fmla="*/ 145 w 209"/>
              <a:gd name="T83" fmla="*/ 155 h 210"/>
              <a:gd name="T84" fmla="*/ 135 w 209"/>
              <a:gd name="T85" fmla="*/ 158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9" h="210">
                <a:moveTo>
                  <a:pt x="172" y="37"/>
                </a:moveTo>
                <a:cubicBezTo>
                  <a:pt x="135" y="0"/>
                  <a:pt x="74" y="0"/>
                  <a:pt x="37" y="37"/>
                </a:cubicBezTo>
                <a:cubicBezTo>
                  <a:pt x="0" y="75"/>
                  <a:pt x="0" y="135"/>
                  <a:pt x="37" y="172"/>
                </a:cubicBezTo>
                <a:cubicBezTo>
                  <a:pt x="74" y="210"/>
                  <a:pt x="135" y="210"/>
                  <a:pt x="172" y="172"/>
                </a:cubicBezTo>
                <a:cubicBezTo>
                  <a:pt x="209" y="135"/>
                  <a:pt x="209" y="75"/>
                  <a:pt x="172" y="37"/>
                </a:cubicBezTo>
                <a:close/>
                <a:moveTo>
                  <a:pt x="135" y="158"/>
                </a:moveTo>
                <a:cubicBezTo>
                  <a:pt x="131" y="159"/>
                  <a:pt x="127" y="160"/>
                  <a:pt x="124" y="160"/>
                </a:cubicBezTo>
                <a:cubicBezTo>
                  <a:pt x="119" y="160"/>
                  <a:pt x="113" y="159"/>
                  <a:pt x="105" y="157"/>
                </a:cubicBezTo>
                <a:cubicBezTo>
                  <a:pt x="98" y="154"/>
                  <a:pt x="92" y="153"/>
                  <a:pt x="88" y="153"/>
                </a:cubicBezTo>
                <a:cubicBezTo>
                  <a:pt x="82" y="153"/>
                  <a:pt x="76" y="156"/>
                  <a:pt x="69" y="160"/>
                </a:cubicBezTo>
                <a:cubicBezTo>
                  <a:pt x="61" y="142"/>
                  <a:pt x="61" y="142"/>
                  <a:pt x="61" y="142"/>
                </a:cubicBezTo>
                <a:cubicBezTo>
                  <a:pt x="67" y="137"/>
                  <a:pt x="71" y="133"/>
                  <a:pt x="73" y="128"/>
                </a:cubicBezTo>
                <a:cubicBezTo>
                  <a:pt x="76" y="124"/>
                  <a:pt x="77" y="119"/>
                  <a:pt x="77" y="115"/>
                </a:cubicBezTo>
                <a:cubicBezTo>
                  <a:pt x="77" y="114"/>
                  <a:pt x="77" y="114"/>
                  <a:pt x="77" y="112"/>
                </a:cubicBezTo>
                <a:cubicBezTo>
                  <a:pt x="61" y="112"/>
                  <a:pt x="61" y="112"/>
                  <a:pt x="61" y="112"/>
                </a:cubicBezTo>
                <a:cubicBezTo>
                  <a:pt x="61" y="93"/>
                  <a:pt x="61" y="93"/>
                  <a:pt x="61" y="93"/>
                </a:cubicBezTo>
                <a:cubicBezTo>
                  <a:pt x="73" y="93"/>
                  <a:pt x="73" y="93"/>
                  <a:pt x="73" y="93"/>
                </a:cubicBezTo>
                <a:cubicBezTo>
                  <a:pt x="71" y="87"/>
                  <a:pt x="70" y="81"/>
                  <a:pt x="70" y="75"/>
                </a:cubicBezTo>
                <a:cubicBezTo>
                  <a:pt x="70" y="70"/>
                  <a:pt x="71" y="64"/>
                  <a:pt x="74" y="59"/>
                </a:cubicBezTo>
                <a:cubicBezTo>
                  <a:pt x="77" y="54"/>
                  <a:pt x="82" y="50"/>
                  <a:pt x="87" y="48"/>
                </a:cubicBezTo>
                <a:cubicBezTo>
                  <a:pt x="93" y="45"/>
                  <a:pt x="99" y="44"/>
                  <a:pt x="106" y="44"/>
                </a:cubicBezTo>
                <a:cubicBezTo>
                  <a:pt x="116" y="44"/>
                  <a:pt x="124" y="46"/>
                  <a:pt x="130" y="52"/>
                </a:cubicBezTo>
                <a:cubicBezTo>
                  <a:pt x="136" y="57"/>
                  <a:pt x="139" y="64"/>
                  <a:pt x="141" y="73"/>
                </a:cubicBezTo>
                <a:cubicBezTo>
                  <a:pt x="120" y="76"/>
                  <a:pt x="120" y="76"/>
                  <a:pt x="120" y="76"/>
                </a:cubicBezTo>
                <a:cubicBezTo>
                  <a:pt x="119" y="71"/>
                  <a:pt x="117" y="67"/>
                  <a:pt x="114" y="65"/>
                </a:cubicBezTo>
                <a:cubicBezTo>
                  <a:pt x="112" y="62"/>
                  <a:pt x="109" y="61"/>
                  <a:pt x="105" y="61"/>
                </a:cubicBezTo>
                <a:cubicBezTo>
                  <a:pt x="101" y="61"/>
                  <a:pt x="97" y="62"/>
                  <a:pt x="95" y="65"/>
                </a:cubicBezTo>
                <a:cubicBezTo>
                  <a:pt x="92" y="68"/>
                  <a:pt x="91" y="71"/>
                  <a:pt x="91" y="75"/>
                </a:cubicBezTo>
                <a:cubicBezTo>
                  <a:pt x="91" y="78"/>
                  <a:pt x="91" y="80"/>
                  <a:pt x="92" y="84"/>
                </a:cubicBezTo>
                <a:cubicBezTo>
                  <a:pt x="93" y="87"/>
                  <a:pt x="93" y="90"/>
                  <a:pt x="94" y="93"/>
                </a:cubicBezTo>
                <a:cubicBezTo>
                  <a:pt x="120" y="93"/>
                  <a:pt x="120" y="93"/>
                  <a:pt x="120" y="93"/>
                </a:cubicBezTo>
                <a:cubicBezTo>
                  <a:pt x="120" y="112"/>
                  <a:pt x="120" y="112"/>
                  <a:pt x="120" y="112"/>
                </a:cubicBezTo>
                <a:cubicBezTo>
                  <a:pt x="98" y="112"/>
                  <a:pt x="98" y="112"/>
                  <a:pt x="98" y="112"/>
                </a:cubicBezTo>
                <a:cubicBezTo>
                  <a:pt x="98" y="114"/>
                  <a:pt x="98" y="113"/>
                  <a:pt x="98" y="114"/>
                </a:cubicBezTo>
                <a:cubicBezTo>
                  <a:pt x="98" y="118"/>
                  <a:pt x="97" y="122"/>
                  <a:pt x="96" y="125"/>
                </a:cubicBezTo>
                <a:cubicBezTo>
                  <a:pt x="94" y="129"/>
                  <a:pt x="91" y="133"/>
                  <a:pt x="87" y="139"/>
                </a:cubicBezTo>
                <a:cubicBezTo>
                  <a:pt x="89" y="137"/>
                  <a:pt x="93" y="136"/>
                  <a:pt x="97" y="136"/>
                </a:cubicBezTo>
                <a:cubicBezTo>
                  <a:pt x="99" y="136"/>
                  <a:pt x="100" y="137"/>
                  <a:pt x="102" y="137"/>
                </a:cubicBezTo>
                <a:cubicBezTo>
                  <a:pt x="103" y="137"/>
                  <a:pt x="105" y="137"/>
                  <a:pt x="108" y="138"/>
                </a:cubicBezTo>
                <a:cubicBezTo>
                  <a:pt x="114" y="140"/>
                  <a:pt x="119" y="141"/>
                  <a:pt x="121" y="141"/>
                </a:cubicBezTo>
                <a:cubicBezTo>
                  <a:pt x="125" y="141"/>
                  <a:pt x="130" y="139"/>
                  <a:pt x="136" y="136"/>
                </a:cubicBezTo>
                <a:cubicBezTo>
                  <a:pt x="145" y="155"/>
                  <a:pt x="145" y="155"/>
                  <a:pt x="145" y="155"/>
                </a:cubicBezTo>
                <a:cubicBezTo>
                  <a:pt x="142" y="156"/>
                  <a:pt x="138" y="157"/>
                  <a:pt x="135" y="158"/>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46"/>
          <p:cNvSpPr>
            <a:spLocks noEditPoints="1"/>
          </p:cNvSpPr>
          <p:nvPr/>
        </p:nvSpPr>
        <p:spPr bwMode="auto">
          <a:xfrm>
            <a:off x="11581337" y="3001963"/>
            <a:ext cx="414338" cy="412750"/>
          </a:xfrm>
          <a:custGeom>
            <a:avLst/>
            <a:gdLst>
              <a:gd name="T0" fmla="*/ 172 w 210"/>
              <a:gd name="T1" fmla="*/ 37 h 209"/>
              <a:gd name="T2" fmla="*/ 38 w 210"/>
              <a:gd name="T3" fmla="*/ 37 h 209"/>
              <a:gd name="T4" fmla="*/ 37 w 210"/>
              <a:gd name="T5" fmla="*/ 172 h 209"/>
              <a:gd name="T6" fmla="*/ 173 w 210"/>
              <a:gd name="T7" fmla="*/ 172 h 209"/>
              <a:gd name="T8" fmla="*/ 172 w 210"/>
              <a:gd name="T9" fmla="*/ 37 h 209"/>
              <a:gd name="T10" fmla="*/ 140 w 210"/>
              <a:gd name="T11" fmla="*/ 99 h 209"/>
              <a:gd name="T12" fmla="*/ 140 w 210"/>
              <a:gd name="T13" fmla="*/ 118 h 209"/>
              <a:gd name="T14" fmla="*/ 114 w 210"/>
              <a:gd name="T15" fmla="*/ 118 h 209"/>
              <a:gd name="T16" fmla="*/ 114 w 210"/>
              <a:gd name="T17" fmla="*/ 126 h 209"/>
              <a:gd name="T18" fmla="*/ 140 w 210"/>
              <a:gd name="T19" fmla="*/ 126 h 209"/>
              <a:gd name="T20" fmla="*/ 140 w 210"/>
              <a:gd name="T21" fmla="*/ 144 h 209"/>
              <a:gd name="T22" fmla="*/ 114 w 210"/>
              <a:gd name="T23" fmla="*/ 144 h 209"/>
              <a:gd name="T24" fmla="*/ 114 w 210"/>
              <a:gd name="T25" fmla="*/ 164 h 209"/>
              <a:gd name="T26" fmla="*/ 94 w 210"/>
              <a:gd name="T27" fmla="*/ 164 h 209"/>
              <a:gd name="T28" fmla="*/ 94 w 210"/>
              <a:gd name="T29" fmla="*/ 144 h 209"/>
              <a:gd name="T30" fmla="*/ 68 w 210"/>
              <a:gd name="T31" fmla="*/ 144 h 209"/>
              <a:gd name="T32" fmla="*/ 68 w 210"/>
              <a:gd name="T33" fmla="*/ 126 h 209"/>
              <a:gd name="T34" fmla="*/ 94 w 210"/>
              <a:gd name="T35" fmla="*/ 126 h 209"/>
              <a:gd name="T36" fmla="*/ 94 w 210"/>
              <a:gd name="T37" fmla="*/ 118 h 209"/>
              <a:gd name="T38" fmla="*/ 68 w 210"/>
              <a:gd name="T39" fmla="*/ 118 h 209"/>
              <a:gd name="T40" fmla="*/ 68 w 210"/>
              <a:gd name="T41" fmla="*/ 99 h 209"/>
              <a:gd name="T42" fmla="*/ 84 w 210"/>
              <a:gd name="T43" fmla="*/ 99 h 209"/>
              <a:gd name="T44" fmla="*/ 60 w 210"/>
              <a:gd name="T45" fmla="*/ 53 h 209"/>
              <a:gd name="T46" fmla="*/ 83 w 210"/>
              <a:gd name="T47" fmla="*/ 53 h 209"/>
              <a:gd name="T48" fmla="*/ 99 w 210"/>
              <a:gd name="T49" fmla="*/ 85 h 209"/>
              <a:gd name="T50" fmla="*/ 103 w 210"/>
              <a:gd name="T51" fmla="*/ 94 h 209"/>
              <a:gd name="T52" fmla="*/ 107 w 210"/>
              <a:gd name="T53" fmla="*/ 85 h 209"/>
              <a:gd name="T54" fmla="*/ 123 w 210"/>
              <a:gd name="T55" fmla="*/ 53 h 209"/>
              <a:gd name="T56" fmla="*/ 146 w 210"/>
              <a:gd name="T57" fmla="*/ 53 h 209"/>
              <a:gd name="T58" fmla="*/ 122 w 210"/>
              <a:gd name="T59" fmla="*/ 99 h 209"/>
              <a:gd name="T60" fmla="*/ 140 w 210"/>
              <a:gd name="T61" fmla="*/ 9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10" h="209">
                <a:moveTo>
                  <a:pt x="172" y="37"/>
                </a:moveTo>
                <a:cubicBezTo>
                  <a:pt x="135" y="0"/>
                  <a:pt x="75" y="0"/>
                  <a:pt x="38" y="37"/>
                </a:cubicBezTo>
                <a:cubicBezTo>
                  <a:pt x="0" y="74"/>
                  <a:pt x="0" y="135"/>
                  <a:pt x="37" y="172"/>
                </a:cubicBezTo>
                <a:cubicBezTo>
                  <a:pt x="75" y="209"/>
                  <a:pt x="135" y="209"/>
                  <a:pt x="173" y="172"/>
                </a:cubicBezTo>
                <a:cubicBezTo>
                  <a:pt x="210" y="135"/>
                  <a:pt x="210" y="74"/>
                  <a:pt x="172" y="37"/>
                </a:cubicBezTo>
                <a:close/>
                <a:moveTo>
                  <a:pt x="140" y="99"/>
                </a:moveTo>
                <a:cubicBezTo>
                  <a:pt x="140" y="118"/>
                  <a:pt x="140" y="118"/>
                  <a:pt x="140" y="118"/>
                </a:cubicBezTo>
                <a:cubicBezTo>
                  <a:pt x="114" y="118"/>
                  <a:pt x="114" y="118"/>
                  <a:pt x="114" y="118"/>
                </a:cubicBezTo>
                <a:cubicBezTo>
                  <a:pt x="114" y="126"/>
                  <a:pt x="114" y="126"/>
                  <a:pt x="114" y="126"/>
                </a:cubicBezTo>
                <a:cubicBezTo>
                  <a:pt x="140" y="126"/>
                  <a:pt x="140" y="126"/>
                  <a:pt x="140" y="126"/>
                </a:cubicBezTo>
                <a:cubicBezTo>
                  <a:pt x="140" y="144"/>
                  <a:pt x="140" y="144"/>
                  <a:pt x="140" y="144"/>
                </a:cubicBezTo>
                <a:cubicBezTo>
                  <a:pt x="114" y="144"/>
                  <a:pt x="114" y="144"/>
                  <a:pt x="114" y="144"/>
                </a:cubicBezTo>
                <a:cubicBezTo>
                  <a:pt x="114" y="164"/>
                  <a:pt x="114" y="164"/>
                  <a:pt x="114" y="164"/>
                </a:cubicBezTo>
                <a:cubicBezTo>
                  <a:pt x="94" y="164"/>
                  <a:pt x="94" y="164"/>
                  <a:pt x="94" y="164"/>
                </a:cubicBezTo>
                <a:cubicBezTo>
                  <a:pt x="94" y="144"/>
                  <a:pt x="94" y="144"/>
                  <a:pt x="94" y="144"/>
                </a:cubicBezTo>
                <a:cubicBezTo>
                  <a:pt x="68" y="144"/>
                  <a:pt x="68" y="144"/>
                  <a:pt x="68" y="144"/>
                </a:cubicBezTo>
                <a:cubicBezTo>
                  <a:pt x="68" y="126"/>
                  <a:pt x="68" y="126"/>
                  <a:pt x="68" y="126"/>
                </a:cubicBezTo>
                <a:cubicBezTo>
                  <a:pt x="94" y="126"/>
                  <a:pt x="94" y="126"/>
                  <a:pt x="94" y="126"/>
                </a:cubicBezTo>
                <a:cubicBezTo>
                  <a:pt x="94" y="118"/>
                  <a:pt x="94" y="118"/>
                  <a:pt x="94" y="118"/>
                </a:cubicBezTo>
                <a:cubicBezTo>
                  <a:pt x="68" y="118"/>
                  <a:pt x="68" y="118"/>
                  <a:pt x="68" y="118"/>
                </a:cubicBezTo>
                <a:cubicBezTo>
                  <a:pt x="68" y="99"/>
                  <a:pt x="68" y="99"/>
                  <a:pt x="68" y="99"/>
                </a:cubicBezTo>
                <a:cubicBezTo>
                  <a:pt x="84" y="99"/>
                  <a:pt x="84" y="99"/>
                  <a:pt x="84" y="99"/>
                </a:cubicBezTo>
                <a:cubicBezTo>
                  <a:pt x="60" y="53"/>
                  <a:pt x="60" y="53"/>
                  <a:pt x="60" y="53"/>
                </a:cubicBezTo>
                <a:cubicBezTo>
                  <a:pt x="83" y="53"/>
                  <a:pt x="83" y="53"/>
                  <a:pt x="83" y="53"/>
                </a:cubicBezTo>
                <a:cubicBezTo>
                  <a:pt x="99" y="85"/>
                  <a:pt x="99" y="85"/>
                  <a:pt x="99" y="85"/>
                </a:cubicBezTo>
                <a:cubicBezTo>
                  <a:pt x="101" y="89"/>
                  <a:pt x="102" y="91"/>
                  <a:pt x="103" y="94"/>
                </a:cubicBezTo>
                <a:cubicBezTo>
                  <a:pt x="104" y="91"/>
                  <a:pt x="105" y="89"/>
                  <a:pt x="107" y="85"/>
                </a:cubicBezTo>
                <a:cubicBezTo>
                  <a:pt x="123" y="53"/>
                  <a:pt x="123" y="53"/>
                  <a:pt x="123" y="53"/>
                </a:cubicBezTo>
                <a:cubicBezTo>
                  <a:pt x="146" y="53"/>
                  <a:pt x="146" y="53"/>
                  <a:pt x="146" y="53"/>
                </a:cubicBezTo>
                <a:cubicBezTo>
                  <a:pt x="122" y="99"/>
                  <a:pt x="122" y="99"/>
                  <a:pt x="122" y="99"/>
                </a:cubicBezTo>
                <a:lnTo>
                  <a:pt x="140" y="99"/>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47"/>
          <p:cNvSpPr>
            <a:spLocks noEditPoints="1"/>
          </p:cNvSpPr>
          <p:nvPr/>
        </p:nvSpPr>
        <p:spPr bwMode="auto">
          <a:xfrm>
            <a:off x="8677799" y="3487738"/>
            <a:ext cx="393700" cy="393700"/>
          </a:xfrm>
          <a:custGeom>
            <a:avLst/>
            <a:gdLst>
              <a:gd name="T0" fmla="*/ 169 w 199"/>
              <a:gd name="T1" fmla="*/ 149 h 199"/>
              <a:gd name="T2" fmla="*/ 160 w 199"/>
              <a:gd name="T3" fmla="*/ 178 h 199"/>
              <a:gd name="T4" fmla="*/ 130 w 199"/>
              <a:gd name="T5" fmla="*/ 179 h 199"/>
              <a:gd name="T6" fmla="*/ 106 w 199"/>
              <a:gd name="T7" fmla="*/ 199 h 199"/>
              <a:gd name="T8" fmla="*/ 80 w 199"/>
              <a:gd name="T9" fmla="*/ 183 h 199"/>
              <a:gd name="T10" fmla="*/ 50 w 199"/>
              <a:gd name="T11" fmla="*/ 185 h 199"/>
              <a:gd name="T12" fmla="*/ 37 w 199"/>
              <a:gd name="T13" fmla="*/ 158 h 199"/>
              <a:gd name="T14" fmla="*/ 10 w 199"/>
              <a:gd name="T15" fmla="*/ 143 h 199"/>
              <a:gd name="T16" fmla="*/ 15 w 199"/>
              <a:gd name="T17" fmla="*/ 113 h 199"/>
              <a:gd name="T18" fmla="*/ 1 w 199"/>
              <a:gd name="T19" fmla="*/ 87 h 199"/>
              <a:gd name="T20" fmla="*/ 22 w 199"/>
              <a:gd name="T21" fmla="*/ 64 h 199"/>
              <a:gd name="T22" fmla="*/ 25 w 199"/>
              <a:gd name="T23" fmla="*/ 34 h 199"/>
              <a:gd name="T24" fmla="*/ 55 w 199"/>
              <a:gd name="T25" fmla="*/ 27 h 199"/>
              <a:gd name="T26" fmla="*/ 74 w 199"/>
              <a:gd name="T27" fmla="*/ 4 h 199"/>
              <a:gd name="T28" fmla="*/ 102 w 199"/>
              <a:gd name="T29" fmla="*/ 14 h 199"/>
              <a:gd name="T30" fmla="*/ 131 w 199"/>
              <a:gd name="T31" fmla="*/ 5 h 199"/>
              <a:gd name="T32" fmla="*/ 149 w 199"/>
              <a:gd name="T33" fmla="*/ 30 h 199"/>
              <a:gd name="T34" fmla="*/ 178 w 199"/>
              <a:gd name="T35" fmla="*/ 39 h 199"/>
              <a:gd name="T36" fmla="*/ 179 w 199"/>
              <a:gd name="T37" fmla="*/ 69 h 199"/>
              <a:gd name="T38" fmla="*/ 199 w 199"/>
              <a:gd name="T39" fmla="*/ 93 h 199"/>
              <a:gd name="T40" fmla="*/ 183 w 199"/>
              <a:gd name="T41" fmla="*/ 119 h 199"/>
              <a:gd name="T42" fmla="*/ 64 w 199"/>
              <a:gd name="T43" fmla="*/ 89 h 199"/>
              <a:gd name="T44" fmla="*/ 54 w 199"/>
              <a:gd name="T45" fmla="*/ 78 h 199"/>
              <a:gd name="T46" fmla="*/ 27 w 199"/>
              <a:gd name="T47" fmla="*/ 123 h 199"/>
              <a:gd name="T48" fmla="*/ 60 w 199"/>
              <a:gd name="T49" fmla="*/ 121 h 199"/>
              <a:gd name="T50" fmla="*/ 64 w 199"/>
              <a:gd name="T51" fmla="*/ 103 h 199"/>
              <a:gd name="T52" fmla="*/ 64 w 199"/>
              <a:gd name="T53" fmla="*/ 89 h 199"/>
              <a:gd name="T54" fmla="*/ 100 w 199"/>
              <a:gd name="T55" fmla="*/ 103 h 199"/>
              <a:gd name="T56" fmla="*/ 91 w 199"/>
              <a:gd name="T57" fmla="*/ 116 h 199"/>
              <a:gd name="T58" fmla="*/ 82 w 199"/>
              <a:gd name="T59" fmla="*/ 102 h 199"/>
              <a:gd name="T60" fmla="*/ 73 w 199"/>
              <a:gd name="T61" fmla="*/ 102 h 199"/>
              <a:gd name="T62" fmla="*/ 82 w 199"/>
              <a:gd name="T63" fmla="*/ 122 h 199"/>
              <a:gd name="T64" fmla="*/ 106 w 199"/>
              <a:gd name="T65" fmla="*/ 119 h 199"/>
              <a:gd name="T66" fmla="*/ 109 w 199"/>
              <a:gd name="T67" fmla="*/ 77 h 199"/>
              <a:gd name="T68" fmla="*/ 136 w 199"/>
              <a:gd name="T69" fmla="*/ 95 h 199"/>
              <a:gd name="T70" fmla="*/ 131 w 199"/>
              <a:gd name="T71" fmla="*/ 104 h 199"/>
              <a:gd name="T72" fmla="*/ 140 w 199"/>
              <a:gd name="T73" fmla="*/ 104 h 199"/>
              <a:gd name="T74" fmla="*/ 171 w 199"/>
              <a:gd name="T75" fmla="*/ 77 h 199"/>
              <a:gd name="T76" fmla="*/ 164 w 199"/>
              <a:gd name="T77" fmla="*/ 111 h 199"/>
              <a:gd name="T78" fmla="*/ 171 w 199"/>
              <a:gd name="T79" fmla="*/ 114 h 199"/>
              <a:gd name="T80" fmla="*/ 171 w 199"/>
              <a:gd name="T81" fmla="*/ 123 h 199"/>
              <a:gd name="T82" fmla="*/ 56 w 199"/>
              <a:gd name="T83" fmla="*/ 109 h 199"/>
              <a:gd name="T84" fmla="*/ 45 w 199"/>
              <a:gd name="T85" fmla="*/ 115 h 199"/>
              <a:gd name="T86" fmla="*/ 44 w 199"/>
              <a:gd name="T87" fmla="*/ 103 h 199"/>
              <a:gd name="T88" fmla="*/ 49 w 199"/>
              <a:gd name="T89" fmla="*/ 95 h 199"/>
              <a:gd name="T90" fmla="*/ 37 w 199"/>
              <a:gd name="T91" fmla="*/ 85 h 199"/>
              <a:gd name="T92" fmla="*/ 53 w 199"/>
              <a:gd name="T93" fmla="*/ 87 h 199"/>
              <a:gd name="T94" fmla="*/ 49 w 199"/>
              <a:gd name="T95" fmla="*/ 95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9" h="199">
                <a:moveTo>
                  <a:pt x="177" y="135"/>
                </a:moveTo>
                <a:cubicBezTo>
                  <a:pt x="186" y="149"/>
                  <a:pt x="186" y="149"/>
                  <a:pt x="186" y="149"/>
                </a:cubicBezTo>
                <a:cubicBezTo>
                  <a:pt x="169" y="149"/>
                  <a:pt x="169" y="149"/>
                  <a:pt x="169" y="149"/>
                </a:cubicBezTo>
                <a:cubicBezTo>
                  <a:pt x="174" y="165"/>
                  <a:pt x="174" y="165"/>
                  <a:pt x="174" y="165"/>
                </a:cubicBezTo>
                <a:cubicBezTo>
                  <a:pt x="158" y="162"/>
                  <a:pt x="158" y="162"/>
                  <a:pt x="158" y="162"/>
                </a:cubicBezTo>
                <a:cubicBezTo>
                  <a:pt x="160" y="178"/>
                  <a:pt x="160" y="178"/>
                  <a:pt x="160" y="178"/>
                </a:cubicBezTo>
                <a:cubicBezTo>
                  <a:pt x="145" y="172"/>
                  <a:pt x="145" y="172"/>
                  <a:pt x="145" y="172"/>
                </a:cubicBezTo>
                <a:cubicBezTo>
                  <a:pt x="143" y="189"/>
                  <a:pt x="143" y="189"/>
                  <a:pt x="143" y="189"/>
                </a:cubicBezTo>
                <a:cubicBezTo>
                  <a:pt x="130" y="179"/>
                  <a:pt x="130" y="179"/>
                  <a:pt x="130" y="179"/>
                </a:cubicBezTo>
                <a:cubicBezTo>
                  <a:pt x="125" y="195"/>
                  <a:pt x="125" y="195"/>
                  <a:pt x="125" y="195"/>
                </a:cubicBezTo>
                <a:cubicBezTo>
                  <a:pt x="113" y="184"/>
                  <a:pt x="113" y="184"/>
                  <a:pt x="113" y="184"/>
                </a:cubicBezTo>
                <a:cubicBezTo>
                  <a:pt x="106" y="199"/>
                  <a:pt x="106" y="199"/>
                  <a:pt x="106" y="199"/>
                </a:cubicBezTo>
                <a:cubicBezTo>
                  <a:pt x="97" y="185"/>
                  <a:pt x="97" y="185"/>
                  <a:pt x="97" y="185"/>
                </a:cubicBezTo>
                <a:cubicBezTo>
                  <a:pt x="87" y="198"/>
                  <a:pt x="87" y="198"/>
                  <a:pt x="87" y="198"/>
                </a:cubicBezTo>
                <a:cubicBezTo>
                  <a:pt x="80" y="183"/>
                  <a:pt x="80" y="183"/>
                  <a:pt x="80" y="183"/>
                </a:cubicBezTo>
                <a:cubicBezTo>
                  <a:pt x="68" y="194"/>
                  <a:pt x="68" y="194"/>
                  <a:pt x="68" y="194"/>
                </a:cubicBezTo>
                <a:cubicBezTo>
                  <a:pt x="64" y="177"/>
                  <a:pt x="64" y="177"/>
                  <a:pt x="64" y="177"/>
                </a:cubicBezTo>
                <a:cubicBezTo>
                  <a:pt x="50" y="185"/>
                  <a:pt x="50" y="185"/>
                  <a:pt x="50" y="185"/>
                </a:cubicBezTo>
                <a:cubicBezTo>
                  <a:pt x="50" y="169"/>
                  <a:pt x="50" y="169"/>
                  <a:pt x="50" y="169"/>
                </a:cubicBezTo>
                <a:cubicBezTo>
                  <a:pt x="34" y="174"/>
                  <a:pt x="34" y="174"/>
                  <a:pt x="34" y="174"/>
                </a:cubicBezTo>
                <a:cubicBezTo>
                  <a:pt x="37" y="158"/>
                  <a:pt x="37" y="158"/>
                  <a:pt x="37" y="158"/>
                </a:cubicBezTo>
                <a:cubicBezTo>
                  <a:pt x="21" y="160"/>
                  <a:pt x="21" y="160"/>
                  <a:pt x="21" y="160"/>
                </a:cubicBezTo>
                <a:cubicBezTo>
                  <a:pt x="27" y="144"/>
                  <a:pt x="27" y="144"/>
                  <a:pt x="27" y="144"/>
                </a:cubicBezTo>
                <a:cubicBezTo>
                  <a:pt x="10" y="143"/>
                  <a:pt x="10" y="143"/>
                  <a:pt x="10" y="143"/>
                </a:cubicBezTo>
                <a:cubicBezTo>
                  <a:pt x="20" y="130"/>
                  <a:pt x="20" y="130"/>
                  <a:pt x="20" y="130"/>
                </a:cubicBezTo>
                <a:cubicBezTo>
                  <a:pt x="4" y="125"/>
                  <a:pt x="4" y="125"/>
                  <a:pt x="4" y="125"/>
                </a:cubicBezTo>
                <a:cubicBezTo>
                  <a:pt x="15" y="113"/>
                  <a:pt x="15" y="113"/>
                  <a:pt x="15" y="113"/>
                </a:cubicBezTo>
                <a:cubicBezTo>
                  <a:pt x="0" y="106"/>
                  <a:pt x="0" y="106"/>
                  <a:pt x="0" y="106"/>
                </a:cubicBezTo>
                <a:cubicBezTo>
                  <a:pt x="14" y="97"/>
                  <a:pt x="14" y="97"/>
                  <a:pt x="14" y="97"/>
                </a:cubicBezTo>
                <a:cubicBezTo>
                  <a:pt x="1" y="87"/>
                  <a:pt x="1" y="87"/>
                  <a:pt x="1" y="87"/>
                </a:cubicBezTo>
                <a:cubicBezTo>
                  <a:pt x="17" y="80"/>
                  <a:pt x="17" y="80"/>
                  <a:pt x="17" y="80"/>
                </a:cubicBezTo>
                <a:cubicBezTo>
                  <a:pt x="5" y="68"/>
                  <a:pt x="5" y="68"/>
                  <a:pt x="5" y="68"/>
                </a:cubicBezTo>
                <a:cubicBezTo>
                  <a:pt x="22" y="64"/>
                  <a:pt x="22" y="64"/>
                  <a:pt x="22" y="64"/>
                </a:cubicBezTo>
                <a:cubicBezTo>
                  <a:pt x="14" y="50"/>
                  <a:pt x="14" y="50"/>
                  <a:pt x="14" y="50"/>
                </a:cubicBezTo>
                <a:cubicBezTo>
                  <a:pt x="30" y="50"/>
                  <a:pt x="30" y="50"/>
                  <a:pt x="30" y="50"/>
                </a:cubicBezTo>
                <a:cubicBezTo>
                  <a:pt x="25" y="34"/>
                  <a:pt x="25" y="34"/>
                  <a:pt x="25" y="34"/>
                </a:cubicBezTo>
                <a:cubicBezTo>
                  <a:pt x="41" y="37"/>
                  <a:pt x="41" y="37"/>
                  <a:pt x="41" y="37"/>
                </a:cubicBezTo>
                <a:cubicBezTo>
                  <a:pt x="39" y="21"/>
                  <a:pt x="39" y="21"/>
                  <a:pt x="39" y="21"/>
                </a:cubicBezTo>
                <a:cubicBezTo>
                  <a:pt x="55" y="27"/>
                  <a:pt x="55" y="27"/>
                  <a:pt x="55" y="27"/>
                </a:cubicBezTo>
                <a:cubicBezTo>
                  <a:pt x="56" y="10"/>
                  <a:pt x="56" y="10"/>
                  <a:pt x="56" y="10"/>
                </a:cubicBezTo>
                <a:cubicBezTo>
                  <a:pt x="70" y="20"/>
                  <a:pt x="70" y="20"/>
                  <a:pt x="70" y="20"/>
                </a:cubicBezTo>
                <a:cubicBezTo>
                  <a:pt x="74" y="4"/>
                  <a:pt x="74" y="4"/>
                  <a:pt x="74" y="4"/>
                </a:cubicBezTo>
                <a:cubicBezTo>
                  <a:pt x="86" y="15"/>
                  <a:pt x="86" y="15"/>
                  <a:pt x="86" y="15"/>
                </a:cubicBezTo>
                <a:cubicBezTo>
                  <a:pt x="93" y="0"/>
                  <a:pt x="93" y="0"/>
                  <a:pt x="93" y="0"/>
                </a:cubicBezTo>
                <a:cubicBezTo>
                  <a:pt x="102" y="14"/>
                  <a:pt x="102" y="14"/>
                  <a:pt x="102" y="14"/>
                </a:cubicBezTo>
                <a:cubicBezTo>
                  <a:pt x="113" y="1"/>
                  <a:pt x="113" y="1"/>
                  <a:pt x="113" y="1"/>
                </a:cubicBezTo>
                <a:cubicBezTo>
                  <a:pt x="119" y="16"/>
                  <a:pt x="119" y="16"/>
                  <a:pt x="119" y="16"/>
                </a:cubicBezTo>
                <a:cubicBezTo>
                  <a:pt x="131" y="5"/>
                  <a:pt x="131" y="5"/>
                  <a:pt x="131" y="5"/>
                </a:cubicBezTo>
                <a:cubicBezTo>
                  <a:pt x="135" y="22"/>
                  <a:pt x="135" y="22"/>
                  <a:pt x="135" y="22"/>
                </a:cubicBezTo>
                <a:cubicBezTo>
                  <a:pt x="149" y="13"/>
                  <a:pt x="149" y="13"/>
                  <a:pt x="149" y="13"/>
                </a:cubicBezTo>
                <a:cubicBezTo>
                  <a:pt x="149" y="30"/>
                  <a:pt x="149" y="30"/>
                  <a:pt x="149" y="30"/>
                </a:cubicBezTo>
                <a:cubicBezTo>
                  <a:pt x="165" y="25"/>
                  <a:pt x="165" y="25"/>
                  <a:pt x="165" y="25"/>
                </a:cubicBezTo>
                <a:cubicBezTo>
                  <a:pt x="162" y="41"/>
                  <a:pt x="162" y="41"/>
                  <a:pt x="162" y="41"/>
                </a:cubicBezTo>
                <a:cubicBezTo>
                  <a:pt x="178" y="39"/>
                  <a:pt x="178" y="39"/>
                  <a:pt x="178" y="39"/>
                </a:cubicBezTo>
                <a:cubicBezTo>
                  <a:pt x="172" y="54"/>
                  <a:pt x="172" y="54"/>
                  <a:pt x="172" y="54"/>
                </a:cubicBezTo>
                <a:cubicBezTo>
                  <a:pt x="189" y="56"/>
                  <a:pt x="189" y="56"/>
                  <a:pt x="189" y="56"/>
                </a:cubicBezTo>
                <a:cubicBezTo>
                  <a:pt x="179" y="69"/>
                  <a:pt x="179" y="69"/>
                  <a:pt x="179" y="69"/>
                </a:cubicBezTo>
                <a:cubicBezTo>
                  <a:pt x="196" y="74"/>
                  <a:pt x="196" y="74"/>
                  <a:pt x="196" y="74"/>
                </a:cubicBezTo>
                <a:cubicBezTo>
                  <a:pt x="184" y="86"/>
                  <a:pt x="184" y="86"/>
                  <a:pt x="184" y="86"/>
                </a:cubicBezTo>
                <a:cubicBezTo>
                  <a:pt x="199" y="93"/>
                  <a:pt x="199" y="93"/>
                  <a:pt x="199" y="93"/>
                </a:cubicBezTo>
                <a:cubicBezTo>
                  <a:pt x="185" y="102"/>
                  <a:pt x="185" y="102"/>
                  <a:pt x="185" y="102"/>
                </a:cubicBezTo>
                <a:cubicBezTo>
                  <a:pt x="198" y="112"/>
                  <a:pt x="198" y="112"/>
                  <a:pt x="198" y="112"/>
                </a:cubicBezTo>
                <a:cubicBezTo>
                  <a:pt x="183" y="119"/>
                  <a:pt x="183" y="119"/>
                  <a:pt x="183" y="119"/>
                </a:cubicBezTo>
                <a:cubicBezTo>
                  <a:pt x="194" y="131"/>
                  <a:pt x="194" y="131"/>
                  <a:pt x="194" y="131"/>
                </a:cubicBezTo>
                <a:lnTo>
                  <a:pt x="177" y="135"/>
                </a:lnTo>
                <a:close/>
                <a:moveTo>
                  <a:pt x="64" y="89"/>
                </a:moveTo>
                <a:cubicBezTo>
                  <a:pt x="64" y="87"/>
                  <a:pt x="63" y="85"/>
                  <a:pt x="62" y="84"/>
                </a:cubicBezTo>
                <a:cubicBezTo>
                  <a:pt x="61" y="82"/>
                  <a:pt x="60" y="81"/>
                  <a:pt x="59" y="80"/>
                </a:cubicBezTo>
                <a:cubicBezTo>
                  <a:pt x="57" y="79"/>
                  <a:pt x="56" y="78"/>
                  <a:pt x="54" y="78"/>
                </a:cubicBezTo>
                <a:cubicBezTo>
                  <a:pt x="52" y="77"/>
                  <a:pt x="49" y="77"/>
                  <a:pt x="46" y="77"/>
                </a:cubicBezTo>
                <a:cubicBezTo>
                  <a:pt x="27" y="77"/>
                  <a:pt x="27" y="77"/>
                  <a:pt x="27" y="77"/>
                </a:cubicBezTo>
                <a:cubicBezTo>
                  <a:pt x="27" y="123"/>
                  <a:pt x="27" y="123"/>
                  <a:pt x="27" y="123"/>
                </a:cubicBezTo>
                <a:cubicBezTo>
                  <a:pt x="43" y="123"/>
                  <a:pt x="43" y="123"/>
                  <a:pt x="43" y="123"/>
                </a:cubicBezTo>
                <a:cubicBezTo>
                  <a:pt x="49" y="123"/>
                  <a:pt x="53" y="123"/>
                  <a:pt x="54" y="123"/>
                </a:cubicBezTo>
                <a:cubicBezTo>
                  <a:pt x="57" y="123"/>
                  <a:pt x="59" y="122"/>
                  <a:pt x="60" y="121"/>
                </a:cubicBezTo>
                <a:cubicBezTo>
                  <a:pt x="62" y="120"/>
                  <a:pt x="63" y="118"/>
                  <a:pt x="64" y="116"/>
                </a:cubicBezTo>
                <a:cubicBezTo>
                  <a:pt x="65" y="114"/>
                  <a:pt x="66" y="112"/>
                  <a:pt x="66" y="110"/>
                </a:cubicBezTo>
                <a:cubicBezTo>
                  <a:pt x="66" y="107"/>
                  <a:pt x="65" y="105"/>
                  <a:pt x="64" y="103"/>
                </a:cubicBezTo>
                <a:cubicBezTo>
                  <a:pt x="62" y="101"/>
                  <a:pt x="60" y="100"/>
                  <a:pt x="57" y="99"/>
                </a:cubicBezTo>
                <a:cubicBezTo>
                  <a:pt x="59" y="98"/>
                  <a:pt x="61" y="97"/>
                  <a:pt x="62" y="95"/>
                </a:cubicBezTo>
                <a:cubicBezTo>
                  <a:pt x="63" y="93"/>
                  <a:pt x="64" y="91"/>
                  <a:pt x="64" y="89"/>
                </a:cubicBezTo>
                <a:close/>
                <a:moveTo>
                  <a:pt x="109" y="77"/>
                </a:moveTo>
                <a:cubicBezTo>
                  <a:pt x="100" y="77"/>
                  <a:pt x="100" y="77"/>
                  <a:pt x="100" y="77"/>
                </a:cubicBezTo>
                <a:cubicBezTo>
                  <a:pt x="100" y="103"/>
                  <a:pt x="100" y="103"/>
                  <a:pt x="100" y="103"/>
                </a:cubicBezTo>
                <a:cubicBezTo>
                  <a:pt x="100" y="106"/>
                  <a:pt x="100" y="109"/>
                  <a:pt x="100" y="110"/>
                </a:cubicBezTo>
                <a:cubicBezTo>
                  <a:pt x="100" y="112"/>
                  <a:pt x="99" y="113"/>
                  <a:pt x="97" y="114"/>
                </a:cubicBezTo>
                <a:cubicBezTo>
                  <a:pt x="96" y="116"/>
                  <a:pt x="94" y="116"/>
                  <a:pt x="91" y="116"/>
                </a:cubicBezTo>
                <a:cubicBezTo>
                  <a:pt x="89" y="116"/>
                  <a:pt x="87" y="115"/>
                  <a:pt x="85" y="114"/>
                </a:cubicBezTo>
                <a:cubicBezTo>
                  <a:pt x="84" y="113"/>
                  <a:pt x="83" y="112"/>
                  <a:pt x="83" y="110"/>
                </a:cubicBezTo>
                <a:cubicBezTo>
                  <a:pt x="82" y="109"/>
                  <a:pt x="82" y="106"/>
                  <a:pt x="82" y="102"/>
                </a:cubicBezTo>
                <a:cubicBezTo>
                  <a:pt x="82" y="77"/>
                  <a:pt x="82" y="77"/>
                  <a:pt x="82" y="77"/>
                </a:cubicBezTo>
                <a:cubicBezTo>
                  <a:pt x="73" y="77"/>
                  <a:pt x="73" y="77"/>
                  <a:pt x="73" y="77"/>
                </a:cubicBezTo>
                <a:cubicBezTo>
                  <a:pt x="73" y="102"/>
                  <a:pt x="73" y="102"/>
                  <a:pt x="73" y="102"/>
                </a:cubicBezTo>
                <a:cubicBezTo>
                  <a:pt x="73" y="107"/>
                  <a:pt x="73" y="111"/>
                  <a:pt x="74" y="113"/>
                </a:cubicBezTo>
                <a:cubicBezTo>
                  <a:pt x="74" y="115"/>
                  <a:pt x="75" y="117"/>
                  <a:pt x="76" y="119"/>
                </a:cubicBezTo>
                <a:cubicBezTo>
                  <a:pt x="78" y="120"/>
                  <a:pt x="80" y="121"/>
                  <a:pt x="82" y="122"/>
                </a:cubicBezTo>
                <a:cubicBezTo>
                  <a:pt x="84" y="123"/>
                  <a:pt x="87" y="124"/>
                  <a:pt x="92" y="124"/>
                </a:cubicBezTo>
                <a:cubicBezTo>
                  <a:pt x="95" y="124"/>
                  <a:pt x="98" y="124"/>
                  <a:pt x="101" y="123"/>
                </a:cubicBezTo>
                <a:cubicBezTo>
                  <a:pt x="103" y="122"/>
                  <a:pt x="105" y="120"/>
                  <a:pt x="106" y="119"/>
                </a:cubicBezTo>
                <a:cubicBezTo>
                  <a:pt x="107" y="117"/>
                  <a:pt x="108" y="115"/>
                  <a:pt x="109" y="113"/>
                </a:cubicBezTo>
                <a:cubicBezTo>
                  <a:pt x="109" y="111"/>
                  <a:pt x="109" y="107"/>
                  <a:pt x="109" y="101"/>
                </a:cubicBezTo>
                <a:lnTo>
                  <a:pt x="109" y="77"/>
                </a:lnTo>
                <a:close/>
                <a:moveTo>
                  <a:pt x="157" y="77"/>
                </a:moveTo>
                <a:cubicBezTo>
                  <a:pt x="146" y="77"/>
                  <a:pt x="146" y="77"/>
                  <a:pt x="146" y="77"/>
                </a:cubicBezTo>
                <a:cubicBezTo>
                  <a:pt x="136" y="95"/>
                  <a:pt x="136" y="95"/>
                  <a:pt x="136" y="95"/>
                </a:cubicBezTo>
                <a:cubicBezTo>
                  <a:pt x="125" y="77"/>
                  <a:pt x="125" y="77"/>
                  <a:pt x="125" y="77"/>
                </a:cubicBezTo>
                <a:cubicBezTo>
                  <a:pt x="114" y="77"/>
                  <a:pt x="114" y="77"/>
                  <a:pt x="114" y="77"/>
                </a:cubicBezTo>
                <a:cubicBezTo>
                  <a:pt x="131" y="104"/>
                  <a:pt x="131" y="104"/>
                  <a:pt x="131" y="104"/>
                </a:cubicBezTo>
                <a:cubicBezTo>
                  <a:pt x="131" y="123"/>
                  <a:pt x="131" y="123"/>
                  <a:pt x="131" y="123"/>
                </a:cubicBezTo>
                <a:cubicBezTo>
                  <a:pt x="140" y="123"/>
                  <a:pt x="140" y="123"/>
                  <a:pt x="140" y="123"/>
                </a:cubicBezTo>
                <a:cubicBezTo>
                  <a:pt x="140" y="104"/>
                  <a:pt x="140" y="104"/>
                  <a:pt x="140" y="104"/>
                </a:cubicBezTo>
                <a:lnTo>
                  <a:pt x="157" y="77"/>
                </a:lnTo>
                <a:close/>
                <a:moveTo>
                  <a:pt x="171" y="88"/>
                </a:moveTo>
                <a:cubicBezTo>
                  <a:pt x="171" y="77"/>
                  <a:pt x="171" y="77"/>
                  <a:pt x="171" y="77"/>
                </a:cubicBezTo>
                <a:cubicBezTo>
                  <a:pt x="162" y="77"/>
                  <a:pt x="162" y="77"/>
                  <a:pt x="162" y="77"/>
                </a:cubicBezTo>
                <a:cubicBezTo>
                  <a:pt x="162" y="88"/>
                  <a:pt x="162" y="88"/>
                  <a:pt x="162" y="88"/>
                </a:cubicBezTo>
                <a:cubicBezTo>
                  <a:pt x="164" y="111"/>
                  <a:pt x="164" y="111"/>
                  <a:pt x="164" y="111"/>
                </a:cubicBezTo>
                <a:cubicBezTo>
                  <a:pt x="169" y="111"/>
                  <a:pt x="169" y="111"/>
                  <a:pt x="169" y="111"/>
                </a:cubicBezTo>
                <a:lnTo>
                  <a:pt x="171" y="88"/>
                </a:lnTo>
                <a:close/>
                <a:moveTo>
                  <a:pt x="171" y="114"/>
                </a:moveTo>
                <a:cubicBezTo>
                  <a:pt x="162" y="114"/>
                  <a:pt x="162" y="114"/>
                  <a:pt x="162" y="114"/>
                </a:cubicBezTo>
                <a:cubicBezTo>
                  <a:pt x="162" y="123"/>
                  <a:pt x="162" y="123"/>
                  <a:pt x="162" y="123"/>
                </a:cubicBezTo>
                <a:cubicBezTo>
                  <a:pt x="171" y="123"/>
                  <a:pt x="171" y="123"/>
                  <a:pt x="171" y="123"/>
                </a:cubicBezTo>
                <a:lnTo>
                  <a:pt x="171" y="114"/>
                </a:lnTo>
                <a:close/>
                <a:moveTo>
                  <a:pt x="55" y="106"/>
                </a:moveTo>
                <a:cubicBezTo>
                  <a:pt x="56" y="107"/>
                  <a:pt x="56" y="108"/>
                  <a:pt x="56" y="109"/>
                </a:cubicBezTo>
                <a:cubicBezTo>
                  <a:pt x="56" y="111"/>
                  <a:pt x="56" y="112"/>
                  <a:pt x="55" y="113"/>
                </a:cubicBezTo>
                <a:cubicBezTo>
                  <a:pt x="54" y="114"/>
                  <a:pt x="53" y="115"/>
                  <a:pt x="52" y="115"/>
                </a:cubicBezTo>
                <a:cubicBezTo>
                  <a:pt x="51" y="115"/>
                  <a:pt x="49" y="115"/>
                  <a:pt x="45" y="115"/>
                </a:cubicBezTo>
                <a:cubicBezTo>
                  <a:pt x="37" y="115"/>
                  <a:pt x="37" y="115"/>
                  <a:pt x="37" y="115"/>
                </a:cubicBezTo>
                <a:cubicBezTo>
                  <a:pt x="37" y="103"/>
                  <a:pt x="37" y="103"/>
                  <a:pt x="37" y="103"/>
                </a:cubicBezTo>
                <a:cubicBezTo>
                  <a:pt x="44" y="103"/>
                  <a:pt x="44" y="103"/>
                  <a:pt x="44" y="103"/>
                </a:cubicBezTo>
                <a:cubicBezTo>
                  <a:pt x="48" y="103"/>
                  <a:pt x="51" y="103"/>
                  <a:pt x="52" y="104"/>
                </a:cubicBezTo>
                <a:cubicBezTo>
                  <a:pt x="54" y="104"/>
                  <a:pt x="55" y="105"/>
                  <a:pt x="55" y="106"/>
                </a:cubicBezTo>
                <a:close/>
                <a:moveTo>
                  <a:pt x="49" y="95"/>
                </a:moveTo>
                <a:cubicBezTo>
                  <a:pt x="49" y="96"/>
                  <a:pt x="46" y="96"/>
                  <a:pt x="43" y="96"/>
                </a:cubicBezTo>
                <a:cubicBezTo>
                  <a:pt x="37" y="96"/>
                  <a:pt x="37" y="96"/>
                  <a:pt x="37" y="96"/>
                </a:cubicBezTo>
                <a:cubicBezTo>
                  <a:pt x="37" y="85"/>
                  <a:pt x="37" y="85"/>
                  <a:pt x="37" y="85"/>
                </a:cubicBezTo>
                <a:cubicBezTo>
                  <a:pt x="42" y="85"/>
                  <a:pt x="42" y="85"/>
                  <a:pt x="42" y="85"/>
                </a:cubicBezTo>
                <a:cubicBezTo>
                  <a:pt x="46" y="85"/>
                  <a:pt x="49" y="85"/>
                  <a:pt x="50" y="85"/>
                </a:cubicBezTo>
                <a:cubicBezTo>
                  <a:pt x="51" y="85"/>
                  <a:pt x="53" y="86"/>
                  <a:pt x="53" y="87"/>
                </a:cubicBezTo>
                <a:cubicBezTo>
                  <a:pt x="54" y="88"/>
                  <a:pt x="55" y="89"/>
                  <a:pt x="55" y="90"/>
                </a:cubicBezTo>
                <a:cubicBezTo>
                  <a:pt x="55" y="92"/>
                  <a:pt x="54" y="93"/>
                  <a:pt x="53" y="94"/>
                </a:cubicBezTo>
                <a:cubicBezTo>
                  <a:pt x="52" y="95"/>
                  <a:pt x="51" y="95"/>
                  <a:pt x="49" y="95"/>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48"/>
          <p:cNvSpPr>
            <a:spLocks noEditPoints="1"/>
          </p:cNvSpPr>
          <p:nvPr/>
        </p:nvSpPr>
        <p:spPr bwMode="auto">
          <a:xfrm>
            <a:off x="9173099" y="3490913"/>
            <a:ext cx="384175" cy="382588"/>
          </a:xfrm>
          <a:custGeom>
            <a:avLst/>
            <a:gdLst>
              <a:gd name="T0" fmla="*/ 218 w 242"/>
              <a:gd name="T1" fmla="*/ 111 h 241"/>
              <a:gd name="T2" fmla="*/ 233 w 242"/>
              <a:gd name="T3" fmla="*/ 61 h 241"/>
              <a:gd name="T4" fmla="*/ 183 w 242"/>
              <a:gd name="T5" fmla="*/ 46 h 241"/>
              <a:gd name="T6" fmla="*/ 158 w 242"/>
              <a:gd name="T7" fmla="*/ 0 h 241"/>
              <a:gd name="T8" fmla="*/ 112 w 242"/>
              <a:gd name="T9" fmla="*/ 25 h 241"/>
              <a:gd name="T10" fmla="*/ 61 w 242"/>
              <a:gd name="T11" fmla="*/ 10 h 241"/>
              <a:gd name="T12" fmla="*/ 46 w 242"/>
              <a:gd name="T13" fmla="*/ 59 h 241"/>
              <a:gd name="T14" fmla="*/ 0 w 242"/>
              <a:gd name="T15" fmla="*/ 84 h 241"/>
              <a:gd name="T16" fmla="*/ 24 w 242"/>
              <a:gd name="T17" fmla="*/ 130 h 241"/>
              <a:gd name="T18" fmla="*/ 10 w 242"/>
              <a:gd name="T19" fmla="*/ 180 h 241"/>
              <a:gd name="T20" fmla="*/ 59 w 242"/>
              <a:gd name="T21" fmla="*/ 195 h 241"/>
              <a:gd name="T22" fmla="*/ 84 w 242"/>
              <a:gd name="T23" fmla="*/ 241 h 241"/>
              <a:gd name="T24" fmla="*/ 130 w 242"/>
              <a:gd name="T25" fmla="*/ 216 h 241"/>
              <a:gd name="T26" fmla="*/ 181 w 242"/>
              <a:gd name="T27" fmla="*/ 231 h 241"/>
              <a:gd name="T28" fmla="*/ 196 w 242"/>
              <a:gd name="T29" fmla="*/ 182 h 241"/>
              <a:gd name="T30" fmla="*/ 242 w 242"/>
              <a:gd name="T31" fmla="*/ 157 h 241"/>
              <a:gd name="T32" fmla="*/ 218 w 242"/>
              <a:gd name="T33" fmla="*/ 111 h 241"/>
              <a:gd name="T34" fmla="*/ 82 w 242"/>
              <a:gd name="T35" fmla="*/ 154 h 241"/>
              <a:gd name="T36" fmla="*/ 69 w 242"/>
              <a:gd name="T37" fmla="*/ 154 h 241"/>
              <a:gd name="T38" fmla="*/ 48 w 242"/>
              <a:gd name="T39" fmla="*/ 118 h 241"/>
              <a:gd name="T40" fmla="*/ 48 w 242"/>
              <a:gd name="T41" fmla="*/ 154 h 241"/>
              <a:gd name="T42" fmla="*/ 36 w 242"/>
              <a:gd name="T43" fmla="*/ 154 h 241"/>
              <a:gd name="T44" fmla="*/ 36 w 242"/>
              <a:gd name="T45" fmla="*/ 102 h 241"/>
              <a:gd name="T46" fmla="*/ 52 w 242"/>
              <a:gd name="T47" fmla="*/ 102 h 241"/>
              <a:gd name="T48" fmla="*/ 69 w 242"/>
              <a:gd name="T49" fmla="*/ 132 h 241"/>
              <a:gd name="T50" fmla="*/ 69 w 242"/>
              <a:gd name="T51" fmla="*/ 102 h 241"/>
              <a:gd name="T52" fmla="*/ 82 w 242"/>
              <a:gd name="T53" fmla="*/ 102 h 241"/>
              <a:gd name="T54" fmla="*/ 82 w 242"/>
              <a:gd name="T55" fmla="*/ 154 h 241"/>
              <a:gd name="T56" fmla="*/ 129 w 242"/>
              <a:gd name="T57" fmla="*/ 112 h 241"/>
              <a:gd name="T58" fmla="*/ 107 w 242"/>
              <a:gd name="T59" fmla="*/ 112 h 241"/>
              <a:gd name="T60" fmla="*/ 107 w 242"/>
              <a:gd name="T61" fmla="*/ 120 h 241"/>
              <a:gd name="T62" fmla="*/ 128 w 242"/>
              <a:gd name="T63" fmla="*/ 120 h 241"/>
              <a:gd name="T64" fmla="*/ 128 w 242"/>
              <a:gd name="T65" fmla="*/ 132 h 241"/>
              <a:gd name="T66" fmla="*/ 107 w 242"/>
              <a:gd name="T67" fmla="*/ 132 h 241"/>
              <a:gd name="T68" fmla="*/ 107 w 242"/>
              <a:gd name="T69" fmla="*/ 144 h 241"/>
              <a:gd name="T70" fmla="*/ 129 w 242"/>
              <a:gd name="T71" fmla="*/ 144 h 241"/>
              <a:gd name="T72" fmla="*/ 129 w 242"/>
              <a:gd name="T73" fmla="*/ 154 h 241"/>
              <a:gd name="T74" fmla="*/ 93 w 242"/>
              <a:gd name="T75" fmla="*/ 154 h 241"/>
              <a:gd name="T76" fmla="*/ 93 w 242"/>
              <a:gd name="T77" fmla="*/ 102 h 241"/>
              <a:gd name="T78" fmla="*/ 129 w 242"/>
              <a:gd name="T79" fmla="*/ 102 h 241"/>
              <a:gd name="T80" fmla="*/ 129 w 242"/>
              <a:gd name="T81" fmla="*/ 112 h 241"/>
              <a:gd name="T82" fmla="*/ 196 w 242"/>
              <a:gd name="T83" fmla="*/ 154 h 241"/>
              <a:gd name="T84" fmla="*/ 181 w 242"/>
              <a:gd name="T85" fmla="*/ 154 h 241"/>
              <a:gd name="T86" fmla="*/ 173 w 242"/>
              <a:gd name="T87" fmla="*/ 122 h 241"/>
              <a:gd name="T88" fmla="*/ 164 w 242"/>
              <a:gd name="T89" fmla="*/ 154 h 241"/>
              <a:gd name="T90" fmla="*/ 149 w 242"/>
              <a:gd name="T91" fmla="*/ 154 h 241"/>
              <a:gd name="T92" fmla="*/ 137 w 242"/>
              <a:gd name="T93" fmla="*/ 102 h 241"/>
              <a:gd name="T94" fmla="*/ 150 w 242"/>
              <a:gd name="T95" fmla="*/ 102 h 241"/>
              <a:gd name="T96" fmla="*/ 158 w 242"/>
              <a:gd name="T97" fmla="*/ 137 h 241"/>
              <a:gd name="T98" fmla="*/ 166 w 242"/>
              <a:gd name="T99" fmla="*/ 102 h 241"/>
              <a:gd name="T100" fmla="*/ 179 w 242"/>
              <a:gd name="T101" fmla="*/ 102 h 241"/>
              <a:gd name="T102" fmla="*/ 188 w 242"/>
              <a:gd name="T103" fmla="*/ 137 h 241"/>
              <a:gd name="T104" fmla="*/ 195 w 242"/>
              <a:gd name="T105" fmla="*/ 102 h 241"/>
              <a:gd name="T106" fmla="*/ 209 w 242"/>
              <a:gd name="T107" fmla="*/ 102 h 241"/>
              <a:gd name="T108" fmla="*/ 196 w 242"/>
              <a:gd name="T109" fmla="*/ 154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2" h="241">
                <a:moveTo>
                  <a:pt x="218" y="111"/>
                </a:moveTo>
                <a:lnTo>
                  <a:pt x="233" y="61"/>
                </a:lnTo>
                <a:lnTo>
                  <a:pt x="183" y="46"/>
                </a:lnTo>
                <a:lnTo>
                  <a:pt x="158" y="0"/>
                </a:lnTo>
                <a:lnTo>
                  <a:pt x="112" y="25"/>
                </a:lnTo>
                <a:lnTo>
                  <a:pt x="61" y="10"/>
                </a:lnTo>
                <a:lnTo>
                  <a:pt x="46" y="59"/>
                </a:lnTo>
                <a:lnTo>
                  <a:pt x="0" y="84"/>
                </a:lnTo>
                <a:lnTo>
                  <a:pt x="24" y="130"/>
                </a:lnTo>
                <a:lnTo>
                  <a:pt x="10" y="180"/>
                </a:lnTo>
                <a:lnTo>
                  <a:pt x="59" y="195"/>
                </a:lnTo>
                <a:lnTo>
                  <a:pt x="84" y="241"/>
                </a:lnTo>
                <a:lnTo>
                  <a:pt x="130" y="216"/>
                </a:lnTo>
                <a:lnTo>
                  <a:pt x="181" y="231"/>
                </a:lnTo>
                <a:lnTo>
                  <a:pt x="196" y="182"/>
                </a:lnTo>
                <a:lnTo>
                  <a:pt x="242" y="157"/>
                </a:lnTo>
                <a:lnTo>
                  <a:pt x="218" y="111"/>
                </a:lnTo>
                <a:close/>
                <a:moveTo>
                  <a:pt x="82" y="154"/>
                </a:moveTo>
                <a:lnTo>
                  <a:pt x="69" y="154"/>
                </a:lnTo>
                <a:lnTo>
                  <a:pt x="48" y="118"/>
                </a:lnTo>
                <a:lnTo>
                  <a:pt x="48" y="154"/>
                </a:lnTo>
                <a:lnTo>
                  <a:pt x="36" y="154"/>
                </a:lnTo>
                <a:lnTo>
                  <a:pt x="36" y="102"/>
                </a:lnTo>
                <a:lnTo>
                  <a:pt x="52" y="102"/>
                </a:lnTo>
                <a:lnTo>
                  <a:pt x="69" y="132"/>
                </a:lnTo>
                <a:lnTo>
                  <a:pt x="69" y="102"/>
                </a:lnTo>
                <a:lnTo>
                  <a:pt x="82" y="102"/>
                </a:lnTo>
                <a:lnTo>
                  <a:pt x="82" y="154"/>
                </a:lnTo>
                <a:close/>
                <a:moveTo>
                  <a:pt x="129" y="112"/>
                </a:moveTo>
                <a:lnTo>
                  <a:pt x="107" y="112"/>
                </a:lnTo>
                <a:lnTo>
                  <a:pt x="107" y="120"/>
                </a:lnTo>
                <a:lnTo>
                  <a:pt x="128" y="120"/>
                </a:lnTo>
                <a:lnTo>
                  <a:pt x="128" y="132"/>
                </a:lnTo>
                <a:lnTo>
                  <a:pt x="107" y="132"/>
                </a:lnTo>
                <a:lnTo>
                  <a:pt x="107" y="144"/>
                </a:lnTo>
                <a:lnTo>
                  <a:pt x="129" y="144"/>
                </a:lnTo>
                <a:lnTo>
                  <a:pt x="129" y="154"/>
                </a:lnTo>
                <a:lnTo>
                  <a:pt x="93" y="154"/>
                </a:lnTo>
                <a:lnTo>
                  <a:pt x="93" y="102"/>
                </a:lnTo>
                <a:lnTo>
                  <a:pt x="129" y="102"/>
                </a:lnTo>
                <a:lnTo>
                  <a:pt x="129" y="112"/>
                </a:lnTo>
                <a:close/>
                <a:moveTo>
                  <a:pt x="196" y="154"/>
                </a:moveTo>
                <a:lnTo>
                  <a:pt x="181" y="154"/>
                </a:lnTo>
                <a:lnTo>
                  <a:pt x="173" y="122"/>
                </a:lnTo>
                <a:lnTo>
                  <a:pt x="164" y="154"/>
                </a:lnTo>
                <a:lnTo>
                  <a:pt x="149" y="154"/>
                </a:lnTo>
                <a:lnTo>
                  <a:pt x="137" y="102"/>
                </a:lnTo>
                <a:lnTo>
                  <a:pt x="150" y="102"/>
                </a:lnTo>
                <a:lnTo>
                  <a:pt x="158" y="137"/>
                </a:lnTo>
                <a:lnTo>
                  <a:pt x="166" y="102"/>
                </a:lnTo>
                <a:lnTo>
                  <a:pt x="179" y="102"/>
                </a:lnTo>
                <a:lnTo>
                  <a:pt x="188" y="137"/>
                </a:lnTo>
                <a:lnTo>
                  <a:pt x="195" y="102"/>
                </a:lnTo>
                <a:lnTo>
                  <a:pt x="209" y="102"/>
                </a:lnTo>
                <a:lnTo>
                  <a:pt x="196" y="154"/>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49"/>
          <p:cNvSpPr>
            <a:spLocks noEditPoints="1"/>
          </p:cNvSpPr>
          <p:nvPr/>
        </p:nvSpPr>
        <p:spPr bwMode="auto">
          <a:xfrm>
            <a:off x="9663637" y="3486150"/>
            <a:ext cx="388938" cy="392113"/>
          </a:xfrm>
          <a:custGeom>
            <a:avLst/>
            <a:gdLst>
              <a:gd name="T0" fmla="*/ 99 w 197"/>
              <a:gd name="T1" fmla="*/ 198 h 198"/>
              <a:gd name="T2" fmla="*/ 0 w 197"/>
              <a:gd name="T3" fmla="*/ 99 h 198"/>
              <a:gd name="T4" fmla="*/ 99 w 197"/>
              <a:gd name="T5" fmla="*/ 0 h 198"/>
              <a:gd name="T6" fmla="*/ 197 w 197"/>
              <a:gd name="T7" fmla="*/ 99 h 198"/>
              <a:gd name="T8" fmla="*/ 99 w 197"/>
              <a:gd name="T9" fmla="*/ 198 h 198"/>
              <a:gd name="T10" fmla="*/ 74 w 197"/>
              <a:gd name="T11" fmla="*/ 80 h 198"/>
              <a:gd name="T12" fmla="*/ 62 w 197"/>
              <a:gd name="T13" fmla="*/ 95 h 198"/>
              <a:gd name="T14" fmla="*/ 65 w 197"/>
              <a:gd name="T15" fmla="*/ 98 h 198"/>
              <a:gd name="T16" fmla="*/ 87 w 197"/>
              <a:gd name="T17" fmla="*/ 79 h 198"/>
              <a:gd name="T18" fmla="*/ 89 w 197"/>
              <a:gd name="T19" fmla="*/ 85 h 198"/>
              <a:gd name="T20" fmla="*/ 74 w 197"/>
              <a:gd name="T21" fmla="*/ 122 h 198"/>
              <a:gd name="T22" fmla="*/ 65 w 197"/>
              <a:gd name="T23" fmla="*/ 153 h 198"/>
              <a:gd name="T24" fmla="*/ 78 w 197"/>
              <a:gd name="T25" fmla="*/ 165 h 198"/>
              <a:gd name="T26" fmla="*/ 124 w 197"/>
              <a:gd name="T27" fmla="*/ 132 h 198"/>
              <a:gd name="T28" fmla="*/ 122 w 197"/>
              <a:gd name="T29" fmla="*/ 129 h 198"/>
              <a:gd name="T30" fmla="*/ 101 w 197"/>
              <a:gd name="T31" fmla="*/ 147 h 198"/>
              <a:gd name="T32" fmla="*/ 98 w 197"/>
              <a:gd name="T33" fmla="*/ 144 h 198"/>
              <a:gd name="T34" fmla="*/ 102 w 197"/>
              <a:gd name="T35" fmla="*/ 132 h 198"/>
              <a:gd name="T36" fmla="*/ 117 w 197"/>
              <a:gd name="T37" fmla="*/ 91 h 198"/>
              <a:gd name="T38" fmla="*/ 106 w 197"/>
              <a:gd name="T39" fmla="*/ 65 h 198"/>
              <a:gd name="T40" fmla="*/ 74 w 197"/>
              <a:gd name="T41" fmla="*/ 80 h 198"/>
              <a:gd name="T42" fmla="*/ 118 w 197"/>
              <a:gd name="T43" fmla="*/ 27 h 198"/>
              <a:gd name="T44" fmla="*/ 100 w 197"/>
              <a:gd name="T45" fmla="*/ 44 h 198"/>
              <a:gd name="T46" fmla="*/ 115 w 197"/>
              <a:gd name="T47" fmla="*/ 58 h 198"/>
              <a:gd name="T48" fmla="*/ 132 w 197"/>
              <a:gd name="T49" fmla="*/ 41 h 198"/>
              <a:gd name="T50" fmla="*/ 118 w 197"/>
              <a:gd name="T51" fmla="*/ 27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7" h="198">
                <a:moveTo>
                  <a:pt x="99" y="198"/>
                </a:moveTo>
                <a:cubicBezTo>
                  <a:pt x="44" y="198"/>
                  <a:pt x="0" y="154"/>
                  <a:pt x="0" y="99"/>
                </a:cubicBezTo>
                <a:cubicBezTo>
                  <a:pt x="0" y="45"/>
                  <a:pt x="44" y="0"/>
                  <a:pt x="99" y="0"/>
                </a:cubicBezTo>
                <a:cubicBezTo>
                  <a:pt x="153" y="0"/>
                  <a:pt x="197" y="45"/>
                  <a:pt x="197" y="99"/>
                </a:cubicBezTo>
                <a:cubicBezTo>
                  <a:pt x="197" y="154"/>
                  <a:pt x="153" y="198"/>
                  <a:pt x="99" y="198"/>
                </a:cubicBezTo>
                <a:close/>
                <a:moveTo>
                  <a:pt x="74" y="80"/>
                </a:moveTo>
                <a:cubicBezTo>
                  <a:pt x="72" y="82"/>
                  <a:pt x="62" y="91"/>
                  <a:pt x="62" y="95"/>
                </a:cubicBezTo>
                <a:cubicBezTo>
                  <a:pt x="62" y="96"/>
                  <a:pt x="64" y="98"/>
                  <a:pt x="65" y="98"/>
                </a:cubicBezTo>
                <a:cubicBezTo>
                  <a:pt x="69" y="98"/>
                  <a:pt x="79" y="79"/>
                  <a:pt x="87" y="79"/>
                </a:cubicBezTo>
                <a:cubicBezTo>
                  <a:pt x="88" y="79"/>
                  <a:pt x="90" y="81"/>
                  <a:pt x="89" y="85"/>
                </a:cubicBezTo>
                <a:cubicBezTo>
                  <a:pt x="74" y="122"/>
                  <a:pt x="74" y="122"/>
                  <a:pt x="74" y="122"/>
                </a:cubicBezTo>
                <a:cubicBezTo>
                  <a:pt x="73" y="126"/>
                  <a:pt x="65" y="143"/>
                  <a:pt x="65" y="153"/>
                </a:cubicBezTo>
                <a:cubicBezTo>
                  <a:pt x="65" y="161"/>
                  <a:pt x="71" y="165"/>
                  <a:pt x="78" y="165"/>
                </a:cubicBezTo>
                <a:cubicBezTo>
                  <a:pt x="100" y="165"/>
                  <a:pt x="124" y="139"/>
                  <a:pt x="124" y="132"/>
                </a:cubicBezTo>
                <a:cubicBezTo>
                  <a:pt x="124" y="131"/>
                  <a:pt x="123" y="129"/>
                  <a:pt x="122" y="129"/>
                </a:cubicBezTo>
                <a:cubicBezTo>
                  <a:pt x="119" y="129"/>
                  <a:pt x="107" y="147"/>
                  <a:pt x="101" y="147"/>
                </a:cubicBezTo>
                <a:cubicBezTo>
                  <a:pt x="99" y="147"/>
                  <a:pt x="98" y="146"/>
                  <a:pt x="98" y="144"/>
                </a:cubicBezTo>
                <a:cubicBezTo>
                  <a:pt x="98" y="141"/>
                  <a:pt x="101" y="136"/>
                  <a:pt x="102" y="132"/>
                </a:cubicBezTo>
                <a:cubicBezTo>
                  <a:pt x="117" y="91"/>
                  <a:pt x="117" y="91"/>
                  <a:pt x="117" y="91"/>
                </a:cubicBezTo>
                <a:cubicBezTo>
                  <a:pt x="125" y="71"/>
                  <a:pt x="115" y="65"/>
                  <a:pt x="106" y="65"/>
                </a:cubicBezTo>
                <a:cubicBezTo>
                  <a:pt x="94" y="65"/>
                  <a:pt x="83" y="72"/>
                  <a:pt x="74" y="80"/>
                </a:cubicBezTo>
                <a:close/>
                <a:moveTo>
                  <a:pt x="118" y="27"/>
                </a:moveTo>
                <a:cubicBezTo>
                  <a:pt x="108" y="27"/>
                  <a:pt x="100" y="34"/>
                  <a:pt x="100" y="44"/>
                </a:cubicBezTo>
                <a:cubicBezTo>
                  <a:pt x="100" y="52"/>
                  <a:pt x="106" y="58"/>
                  <a:pt x="115" y="58"/>
                </a:cubicBezTo>
                <a:cubicBezTo>
                  <a:pt x="124" y="58"/>
                  <a:pt x="132" y="51"/>
                  <a:pt x="132" y="41"/>
                </a:cubicBezTo>
                <a:cubicBezTo>
                  <a:pt x="132" y="32"/>
                  <a:pt x="126" y="27"/>
                  <a:pt x="118" y="27"/>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50"/>
          <p:cNvSpPr>
            <a:spLocks noEditPoints="1"/>
          </p:cNvSpPr>
          <p:nvPr/>
        </p:nvSpPr>
        <p:spPr bwMode="auto">
          <a:xfrm>
            <a:off x="10144649" y="3482975"/>
            <a:ext cx="388938" cy="398463"/>
          </a:xfrm>
          <a:custGeom>
            <a:avLst/>
            <a:gdLst>
              <a:gd name="T0" fmla="*/ 65 w 196"/>
              <a:gd name="T1" fmla="*/ 90 h 202"/>
              <a:gd name="T2" fmla="*/ 60 w 196"/>
              <a:gd name="T3" fmla="*/ 84 h 202"/>
              <a:gd name="T4" fmla="*/ 53 w 196"/>
              <a:gd name="T5" fmla="*/ 86 h 202"/>
              <a:gd name="T6" fmla="*/ 51 w 196"/>
              <a:gd name="T7" fmla="*/ 94 h 202"/>
              <a:gd name="T8" fmla="*/ 54 w 196"/>
              <a:gd name="T9" fmla="*/ 105 h 202"/>
              <a:gd name="T10" fmla="*/ 59 w 196"/>
              <a:gd name="T11" fmla="*/ 111 h 202"/>
              <a:gd name="T12" fmla="*/ 67 w 196"/>
              <a:gd name="T13" fmla="*/ 109 h 202"/>
              <a:gd name="T14" fmla="*/ 68 w 196"/>
              <a:gd name="T15" fmla="*/ 101 h 202"/>
              <a:gd name="T16" fmla="*/ 142 w 196"/>
              <a:gd name="T17" fmla="*/ 106 h 202"/>
              <a:gd name="T18" fmla="*/ 138 w 196"/>
              <a:gd name="T19" fmla="*/ 96 h 202"/>
              <a:gd name="T20" fmla="*/ 131 w 196"/>
              <a:gd name="T21" fmla="*/ 94 h 202"/>
              <a:gd name="T22" fmla="*/ 126 w 196"/>
              <a:gd name="T23" fmla="*/ 99 h 202"/>
              <a:gd name="T24" fmla="*/ 128 w 196"/>
              <a:gd name="T25" fmla="*/ 110 h 202"/>
              <a:gd name="T26" fmla="*/ 132 w 196"/>
              <a:gd name="T27" fmla="*/ 119 h 202"/>
              <a:gd name="T28" fmla="*/ 138 w 196"/>
              <a:gd name="T29" fmla="*/ 121 h 202"/>
              <a:gd name="T30" fmla="*/ 143 w 196"/>
              <a:gd name="T31" fmla="*/ 116 h 202"/>
              <a:gd name="T32" fmla="*/ 142 w 196"/>
              <a:gd name="T33" fmla="*/ 106 h 202"/>
              <a:gd name="T34" fmla="*/ 176 w 196"/>
              <a:gd name="T35" fmla="*/ 68 h 202"/>
              <a:gd name="T36" fmla="*/ 154 w 196"/>
              <a:gd name="T37" fmla="*/ 35 h 202"/>
              <a:gd name="T38" fmla="*/ 119 w 196"/>
              <a:gd name="T39" fmla="*/ 18 h 202"/>
              <a:gd name="T40" fmla="*/ 81 w 196"/>
              <a:gd name="T41" fmla="*/ 16 h 202"/>
              <a:gd name="T42" fmla="*/ 47 w 196"/>
              <a:gd name="T43" fmla="*/ 33 h 202"/>
              <a:gd name="T44" fmla="*/ 21 w 196"/>
              <a:gd name="T45" fmla="*/ 63 h 202"/>
              <a:gd name="T46" fmla="*/ 11 w 196"/>
              <a:gd name="T47" fmla="*/ 97 h 202"/>
              <a:gd name="T48" fmla="*/ 19 w 196"/>
              <a:gd name="T49" fmla="*/ 135 h 202"/>
              <a:gd name="T50" fmla="*/ 42 w 196"/>
              <a:gd name="T51" fmla="*/ 167 h 202"/>
              <a:gd name="T52" fmla="*/ 74 w 196"/>
              <a:gd name="T53" fmla="*/ 185 h 202"/>
              <a:gd name="T54" fmla="*/ 113 w 196"/>
              <a:gd name="T55" fmla="*/ 186 h 202"/>
              <a:gd name="T56" fmla="*/ 147 w 196"/>
              <a:gd name="T57" fmla="*/ 173 h 202"/>
              <a:gd name="T58" fmla="*/ 173 w 196"/>
              <a:gd name="T59" fmla="*/ 141 h 202"/>
              <a:gd name="T60" fmla="*/ 184 w 196"/>
              <a:gd name="T61" fmla="*/ 103 h 202"/>
              <a:gd name="T62" fmla="*/ 66 w 196"/>
              <a:gd name="T63" fmla="*/ 121 h 202"/>
              <a:gd name="T64" fmla="*/ 38 w 196"/>
              <a:gd name="T65" fmla="*/ 103 h 202"/>
              <a:gd name="T66" fmla="*/ 53 w 196"/>
              <a:gd name="T67" fmla="*/ 74 h 202"/>
              <a:gd name="T68" fmla="*/ 81 w 196"/>
              <a:gd name="T69" fmla="*/ 92 h 202"/>
              <a:gd name="T70" fmla="*/ 66 w 196"/>
              <a:gd name="T71" fmla="*/ 121 h 202"/>
              <a:gd name="T72" fmla="*/ 100 w 196"/>
              <a:gd name="T73" fmla="*/ 63 h 202"/>
              <a:gd name="T74" fmla="*/ 94 w 196"/>
              <a:gd name="T75" fmla="*/ 143 h 202"/>
              <a:gd name="T76" fmla="*/ 155 w 196"/>
              <a:gd name="T77" fmla="*/ 122 h 202"/>
              <a:gd name="T78" fmla="*/ 124 w 196"/>
              <a:gd name="T79" fmla="*/ 130 h 202"/>
              <a:gd name="T80" fmla="*/ 114 w 196"/>
              <a:gd name="T81" fmla="*/ 94 h 202"/>
              <a:gd name="T82" fmla="*/ 146 w 196"/>
              <a:gd name="T83" fmla="*/ 86 h 202"/>
              <a:gd name="T84" fmla="*/ 155 w 196"/>
              <a:gd name="T85" fmla="*/ 122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6" h="202">
                <a:moveTo>
                  <a:pt x="67" y="96"/>
                </a:moveTo>
                <a:cubicBezTo>
                  <a:pt x="66" y="93"/>
                  <a:pt x="66" y="92"/>
                  <a:pt x="65" y="90"/>
                </a:cubicBezTo>
                <a:cubicBezTo>
                  <a:pt x="65" y="88"/>
                  <a:pt x="64" y="87"/>
                  <a:pt x="63" y="86"/>
                </a:cubicBezTo>
                <a:cubicBezTo>
                  <a:pt x="62" y="85"/>
                  <a:pt x="61" y="84"/>
                  <a:pt x="60" y="84"/>
                </a:cubicBezTo>
                <a:cubicBezTo>
                  <a:pt x="59" y="84"/>
                  <a:pt x="58" y="84"/>
                  <a:pt x="56" y="84"/>
                </a:cubicBezTo>
                <a:cubicBezTo>
                  <a:pt x="55" y="84"/>
                  <a:pt x="54" y="85"/>
                  <a:pt x="53" y="86"/>
                </a:cubicBezTo>
                <a:cubicBezTo>
                  <a:pt x="52" y="87"/>
                  <a:pt x="52" y="88"/>
                  <a:pt x="51" y="89"/>
                </a:cubicBezTo>
                <a:cubicBezTo>
                  <a:pt x="51" y="90"/>
                  <a:pt x="51" y="92"/>
                  <a:pt x="51" y="94"/>
                </a:cubicBezTo>
                <a:cubicBezTo>
                  <a:pt x="52" y="96"/>
                  <a:pt x="52" y="97"/>
                  <a:pt x="53" y="99"/>
                </a:cubicBezTo>
                <a:cubicBezTo>
                  <a:pt x="53" y="102"/>
                  <a:pt x="54" y="104"/>
                  <a:pt x="54" y="105"/>
                </a:cubicBezTo>
                <a:cubicBezTo>
                  <a:pt x="55" y="107"/>
                  <a:pt x="56" y="108"/>
                  <a:pt x="57" y="109"/>
                </a:cubicBezTo>
                <a:cubicBezTo>
                  <a:pt x="57" y="110"/>
                  <a:pt x="58" y="111"/>
                  <a:pt x="59" y="111"/>
                </a:cubicBezTo>
                <a:cubicBezTo>
                  <a:pt x="61" y="111"/>
                  <a:pt x="62" y="111"/>
                  <a:pt x="63" y="111"/>
                </a:cubicBezTo>
                <a:cubicBezTo>
                  <a:pt x="65" y="111"/>
                  <a:pt x="66" y="110"/>
                  <a:pt x="67" y="109"/>
                </a:cubicBezTo>
                <a:cubicBezTo>
                  <a:pt x="68" y="108"/>
                  <a:pt x="68" y="107"/>
                  <a:pt x="68" y="106"/>
                </a:cubicBezTo>
                <a:cubicBezTo>
                  <a:pt x="68" y="105"/>
                  <a:pt x="68" y="103"/>
                  <a:pt x="68" y="101"/>
                </a:cubicBezTo>
                <a:cubicBezTo>
                  <a:pt x="68" y="100"/>
                  <a:pt x="68" y="98"/>
                  <a:pt x="67" y="96"/>
                </a:cubicBezTo>
                <a:close/>
                <a:moveTo>
                  <a:pt x="142" y="106"/>
                </a:moveTo>
                <a:cubicBezTo>
                  <a:pt x="141" y="104"/>
                  <a:pt x="141" y="102"/>
                  <a:pt x="140" y="100"/>
                </a:cubicBezTo>
                <a:cubicBezTo>
                  <a:pt x="140" y="99"/>
                  <a:pt x="139" y="97"/>
                  <a:pt x="138" y="96"/>
                </a:cubicBezTo>
                <a:cubicBezTo>
                  <a:pt x="137" y="95"/>
                  <a:pt x="136" y="95"/>
                  <a:pt x="135" y="94"/>
                </a:cubicBezTo>
                <a:cubicBezTo>
                  <a:pt x="134" y="94"/>
                  <a:pt x="133" y="94"/>
                  <a:pt x="131" y="94"/>
                </a:cubicBezTo>
                <a:cubicBezTo>
                  <a:pt x="130" y="95"/>
                  <a:pt x="129" y="95"/>
                  <a:pt x="128" y="96"/>
                </a:cubicBezTo>
                <a:cubicBezTo>
                  <a:pt x="127" y="97"/>
                  <a:pt x="127" y="98"/>
                  <a:pt x="126" y="99"/>
                </a:cubicBezTo>
                <a:cubicBezTo>
                  <a:pt x="126" y="101"/>
                  <a:pt x="126" y="102"/>
                  <a:pt x="126" y="104"/>
                </a:cubicBezTo>
                <a:cubicBezTo>
                  <a:pt x="127" y="106"/>
                  <a:pt x="127" y="108"/>
                  <a:pt x="128" y="110"/>
                </a:cubicBezTo>
                <a:cubicBezTo>
                  <a:pt x="128" y="112"/>
                  <a:pt x="129" y="114"/>
                  <a:pt x="129" y="115"/>
                </a:cubicBezTo>
                <a:cubicBezTo>
                  <a:pt x="130" y="117"/>
                  <a:pt x="131" y="118"/>
                  <a:pt x="132" y="119"/>
                </a:cubicBezTo>
                <a:cubicBezTo>
                  <a:pt x="132" y="120"/>
                  <a:pt x="133" y="121"/>
                  <a:pt x="134" y="121"/>
                </a:cubicBezTo>
                <a:cubicBezTo>
                  <a:pt x="136" y="122"/>
                  <a:pt x="137" y="122"/>
                  <a:pt x="138" y="121"/>
                </a:cubicBezTo>
                <a:cubicBezTo>
                  <a:pt x="140" y="121"/>
                  <a:pt x="141" y="120"/>
                  <a:pt x="142" y="119"/>
                </a:cubicBezTo>
                <a:cubicBezTo>
                  <a:pt x="143" y="119"/>
                  <a:pt x="143" y="117"/>
                  <a:pt x="143" y="116"/>
                </a:cubicBezTo>
                <a:cubicBezTo>
                  <a:pt x="144" y="115"/>
                  <a:pt x="144" y="114"/>
                  <a:pt x="143" y="112"/>
                </a:cubicBezTo>
                <a:cubicBezTo>
                  <a:pt x="143" y="110"/>
                  <a:pt x="143" y="108"/>
                  <a:pt x="142" y="106"/>
                </a:cubicBezTo>
                <a:close/>
                <a:moveTo>
                  <a:pt x="196" y="83"/>
                </a:moveTo>
                <a:cubicBezTo>
                  <a:pt x="176" y="68"/>
                  <a:pt x="176" y="68"/>
                  <a:pt x="176" y="68"/>
                </a:cubicBezTo>
                <a:cubicBezTo>
                  <a:pt x="179" y="43"/>
                  <a:pt x="179" y="43"/>
                  <a:pt x="179" y="43"/>
                </a:cubicBezTo>
                <a:cubicBezTo>
                  <a:pt x="154" y="35"/>
                  <a:pt x="154" y="35"/>
                  <a:pt x="154" y="35"/>
                </a:cubicBezTo>
                <a:cubicBezTo>
                  <a:pt x="145" y="12"/>
                  <a:pt x="145" y="12"/>
                  <a:pt x="145" y="12"/>
                </a:cubicBezTo>
                <a:cubicBezTo>
                  <a:pt x="119" y="18"/>
                  <a:pt x="119" y="18"/>
                  <a:pt x="119" y="18"/>
                </a:cubicBezTo>
                <a:cubicBezTo>
                  <a:pt x="101" y="0"/>
                  <a:pt x="101" y="0"/>
                  <a:pt x="101" y="0"/>
                </a:cubicBezTo>
                <a:cubicBezTo>
                  <a:pt x="81" y="16"/>
                  <a:pt x="81" y="16"/>
                  <a:pt x="81" y="16"/>
                </a:cubicBezTo>
                <a:cubicBezTo>
                  <a:pt x="57" y="9"/>
                  <a:pt x="57" y="9"/>
                  <a:pt x="57" y="9"/>
                </a:cubicBezTo>
                <a:cubicBezTo>
                  <a:pt x="47" y="33"/>
                  <a:pt x="47" y="33"/>
                  <a:pt x="47" y="33"/>
                </a:cubicBezTo>
                <a:cubicBezTo>
                  <a:pt x="23" y="35"/>
                  <a:pt x="23" y="35"/>
                  <a:pt x="23" y="35"/>
                </a:cubicBezTo>
                <a:cubicBezTo>
                  <a:pt x="21" y="63"/>
                  <a:pt x="21" y="63"/>
                  <a:pt x="21" y="63"/>
                </a:cubicBezTo>
                <a:cubicBezTo>
                  <a:pt x="1" y="79"/>
                  <a:pt x="1" y="79"/>
                  <a:pt x="1" y="79"/>
                </a:cubicBezTo>
                <a:cubicBezTo>
                  <a:pt x="11" y="97"/>
                  <a:pt x="11" y="97"/>
                  <a:pt x="11" y="97"/>
                </a:cubicBezTo>
                <a:cubicBezTo>
                  <a:pt x="0" y="119"/>
                  <a:pt x="0" y="119"/>
                  <a:pt x="0" y="119"/>
                </a:cubicBezTo>
                <a:cubicBezTo>
                  <a:pt x="19" y="135"/>
                  <a:pt x="19" y="135"/>
                  <a:pt x="19" y="135"/>
                </a:cubicBezTo>
                <a:cubicBezTo>
                  <a:pt x="17" y="160"/>
                  <a:pt x="17" y="160"/>
                  <a:pt x="17" y="160"/>
                </a:cubicBezTo>
                <a:cubicBezTo>
                  <a:pt x="42" y="167"/>
                  <a:pt x="42" y="167"/>
                  <a:pt x="42" y="167"/>
                </a:cubicBezTo>
                <a:cubicBezTo>
                  <a:pt x="50" y="190"/>
                  <a:pt x="50" y="190"/>
                  <a:pt x="50" y="190"/>
                </a:cubicBezTo>
                <a:cubicBezTo>
                  <a:pt x="74" y="185"/>
                  <a:pt x="74" y="185"/>
                  <a:pt x="74" y="185"/>
                </a:cubicBezTo>
                <a:cubicBezTo>
                  <a:pt x="93" y="202"/>
                  <a:pt x="93" y="202"/>
                  <a:pt x="93" y="202"/>
                </a:cubicBezTo>
                <a:cubicBezTo>
                  <a:pt x="113" y="186"/>
                  <a:pt x="113" y="186"/>
                  <a:pt x="113" y="186"/>
                </a:cubicBezTo>
                <a:cubicBezTo>
                  <a:pt x="139" y="193"/>
                  <a:pt x="139" y="193"/>
                  <a:pt x="139" y="193"/>
                </a:cubicBezTo>
                <a:cubicBezTo>
                  <a:pt x="147" y="173"/>
                  <a:pt x="147" y="173"/>
                  <a:pt x="147" y="173"/>
                </a:cubicBezTo>
                <a:cubicBezTo>
                  <a:pt x="172" y="169"/>
                  <a:pt x="172" y="169"/>
                  <a:pt x="172" y="169"/>
                </a:cubicBezTo>
                <a:cubicBezTo>
                  <a:pt x="173" y="141"/>
                  <a:pt x="173" y="141"/>
                  <a:pt x="173" y="141"/>
                </a:cubicBezTo>
                <a:cubicBezTo>
                  <a:pt x="193" y="129"/>
                  <a:pt x="193" y="129"/>
                  <a:pt x="193" y="129"/>
                </a:cubicBezTo>
                <a:cubicBezTo>
                  <a:pt x="184" y="103"/>
                  <a:pt x="184" y="103"/>
                  <a:pt x="184" y="103"/>
                </a:cubicBezTo>
                <a:lnTo>
                  <a:pt x="196" y="83"/>
                </a:lnTo>
                <a:close/>
                <a:moveTo>
                  <a:pt x="66" y="121"/>
                </a:moveTo>
                <a:cubicBezTo>
                  <a:pt x="59" y="123"/>
                  <a:pt x="53" y="123"/>
                  <a:pt x="49" y="120"/>
                </a:cubicBezTo>
                <a:cubicBezTo>
                  <a:pt x="44" y="117"/>
                  <a:pt x="41" y="111"/>
                  <a:pt x="38" y="103"/>
                </a:cubicBezTo>
                <a:cubicBezTo>
                  <a:pt x="36" y="95"/>
                  <a:pt x="36" y="89"/>
                  <a:pt x="39" y="84"/>
                </a:cubicBezTo>
                <a:cubicBezTo>
                  <a:pt x="42" y="79"/>
                  <a:pt x="46" y="75"/>
                  <a:pt x="53" y="74"/>
                </a:cubicBezTo>
                <a:cubicBezTo>
                  <a:pt x="60" y="72"/>
                  <a:pt x="66" y="72"/>
                  <a:pt x="71" y="75"/>
                </a:cubicBezTo>
                <a:cubicBezTo>
                  <a:pt x="75" y="78"/>
                  <a:pt x="79" y="84"/>
                  <a:pt x="81" y="92"/>
                </a:cubicBezTo>
                <a:cubicBezTo>
                  <a:pt x="83" y="100"/>
                  <a:pt x="83" y="106"/>
                  <a:pt x="80" y="111"/>
                </a:cubicBezTo>
                <a:cubicBezTo>
                  <a:pt x="78" y="116"/>
                  <a:pt x="73" y="119"/>
                  <a:pt x="66" y="121"/>
                </a:cubicBezTo>
                <a:close/>
                <a:moveTo>
                  <a:pt x="81" y="146"/>
                </a:moveTo>
                <a:cubicBezTo>
                  <a:pt x="100" y="63"/>
                  <a:pt x="100" y="63"/>
                  <a:pt x="100" y="63"/>
                </a:cubicBezTo>
                <a:cubicBezTo>
                  <a:pt x="113" y="59"/>
                  <a:pt x="113" y="59"/>
                  <a:pt x="113" y="59"/>
                </a:cubicBezTo>
                <a:cubicBezTo>
                  <a:pt x="94" y="143"/>
                  <a:pt x="94" y="143"/>
                  <a:pt x="94" y="143"/>
                </a:cubicBezTo>
                <a:lnTo>
                  <a:pt x="81" y="146"/>
                </a:lnTo>
                <a:close/>
                <a:moveTo>
                  <a:pt x="155" y="122"/>
                </a:moveTo>
                <a:cubicBezTo>
                  <a:pt x="153" y="126"/>
                  <a:pt x="148" y="130"/>
                  <a:pt x="141" y="132"/>
                </a:cubicBezTo>
                <a:cubicBezTo>
                  <a:pt x="134" y="134"/>
                  <a:pt x="128" y="133"/>
                  <a:pt x="124" y="130"/>
                </a:cubicBezTo>
                <a:cubicBezTo>
                  <a:pt x="119" y="127"/>
                  <a:pt x="116" y="122"/>
                  <a:pt x="113" y="114"/>
                </a:cubicBezTo>
                <a:cubicBezTo>
                  <a:pt x="111" y="106"/>
                  <a:pt x="112" y="99"/>
                  <a:pt x="114" y="94"/>
                </a:cubicBezTo>
                <a:cubicBezTo>
                  <a:pt x="117" y="89"/>
                  <a:pt x="122" y="86"/>
                  <a:pt x="128" y="84"/>
                </a:cubicBezTo>
                <a:cubicBezTo>
                  <a:pt x="136" y="82"/>
                  <a:pt x="141" y="83"/>
                  <a:pt x="146" y="86"/>
                </a:cubicBezTo>
                <a:cubicBezTo>
                  <a:pt x="151" y="89"/>
                  <a:pt x="154" y="94"/>
                  <a:pt x="156" y="102"/>
                </a:cubicBezTo>
                <a:cubicBezTo>
                  <a:pt x="158" y="110"/>
                  <a:pt x="158" y="117"/>
                  <a:pt x="155" y="122"/>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51"/>
          <p:cNvSpPr>
            <a:spLocks noEditPoints="1"/>
          </p:cNvSpPr>
          <p:nvPr/>
        </p:nvSpPr>
        <p:spPr bwMode="auto">
          <a:xfrm>
            <a:off x="10549462" y="3490913"/>
            <a:ext cx="528638" cy="390525"/>
          </a:xfrm>
          <a:custGeom>
            <a:avLst/>
            <a:gdLst>
              <a:gd name="T0" fmla="*/ 148 w 268"/>
              <a:gd name="T1" fmla="*/ 129 h 198"/>
              <a:gd name="T2" fmla="*/ 145 w 268"/>
              <a:gd name="T3" fmla="*/ 127 h 198"/>
              <a:gd name="T4" fmla="*/ 141 w 268"/>
              <a:gd name="T5" fmla="*/ 126 h 198"/>
              <a:gd name="T6" fmla="*/ 137 w 268"/>
              <a:gd name="T7" fmla="*/ 126 h 198"/>
              <a:gd name="T8" fmla="*/ 133 w 268"/>
              <a:gd name="T9" fmla="*/ 129 h 198"/>
              <a:gd name="T10" fmla="*/ 131 w 268"/>
              <a:gd name="T11" fmla="*/ 134 h 198"/>
              <a:gd name="T12" fmla="*/ 130 w 268"/>
              <a:gd name="T13" fmla="*/ 141 h 198"/>
              <a:gd name="T14" fmla="*/ 131 w 268"/>
              <a:gd name="T15" fmla="*/ 149 h 198"/>
              <a:gd name="T16" fmla="*/ 133 w 268"/>
              <a:gd name="T17" fmla="*/ 153 h 198"/>
              <a:gd name="T18" fmla="*/ 137 w 268"/>
              <a:gd name="T19" fmla="*/ 156 h 198"/>
              <a:gd name="T20" fmla="*/ 141 w 268"/>
              <a:gd name="T21" fmla="*/ 157 h 198"/>
              <a:gd name="T22" fmla="*/ 145 w 268"/>
              <a:gd name="T23" fmla="*/ 156 h 198"/>
              <a:gd name="T24" fmla="*/ 148 w 268"/>
              <a:gd name="T25" fmla="*/ 153 h 198"/>
              <a:gd name="T26" fmla="*/ 151 w 268"/>
              <a:gd name="T27" fmla="*/ 149 h 198"/>
              <a:gd name="T28" fmla="*/ 151 w 268"/>
              <a:gd name="T29" fmla="*/ 141 h 198"/>
              <a:gd name="T30" fmla="*/ 151 w 268"/>
              <a:gd name="T31" fmla="*/ 134 h 198"/>
              <a:gd name="T32" fmla="*/ 148 w 268"/>
              <a:gd name="T33" fmla="*/ 129 h 198"/>
              <a:gd name="T34" fmla="*/ 163 w 268"/>
              <a:gd name="T35" fmla="*/ 36 h 198"/>
              <a:gd name="T36" fmla="*/ 151 w 268"/>
              <a:gd name="T37" fmla="*/ 87 h 198"/>
              <a:gd name="T38" fmla="*/ 146 w 268"/>
              <a:gd name="T39" fmla="*/ 0 h 198"/>
              <a:gd name="T40" fmla="*/ 97 w 268"/>
              <a:gd name="T41" fmla="*/ 32 h 198"/>
              <a:gd name="T42" fmla="*/ 82 w 268"/>
              <a:gd name="T43" fmla="*/ 105 h 198"/>
              <a:gd name="T44" fmla="*/ 73 w 268"/>
              <a:gd name="T45" fmla="*/ 63 h 198"/>
              <a:gd name="T46" fmla="*/ 138 w 268"/>
              <a:gd name="T47" fmla="*/ 198 h 198"/>
              <a:gd name="T48" fmla="*/ 163 w 268"/>
              <a:gd name="T49" fmla="*/ 36 h 198"/>
              <a:gd name="T50" fmla="*/ 116 w 268"/>
              <a:gd name="T51" fmla="*/ 168 h 198"/>
              <a:gd name="T52" fmla="*/ 103 w 268"/>
              <a:gd name="T53" fmla="*/ 168 h 198"/>
              <a:gd name="T54" fmla="*/ 103 w 268"/>
              <a:gd name="T55" fmla="*/ 144 h 198"/>
              <a:gd name="T56" fmla="*/ 87 w 268"/>
              <a:gd name="T57" fmla="*/ 144 h 198"/>
              <a:gd name="T58" fmla="*/ 87 w 268"/>
              <a:gd name="T59" fmla="*/ 168 h 198"/>
              <a:gd name="T60" fmla="*/ 75 w 268"/>
              <a:gd name="T61" fmla="*/ 168 h 198"/>
              <a:gd name="T62" fmla="*/ 75 w 268"/>
              <a:gd name="T63" fmla="*/ 115 h 198"/>
              <a:gd name="T64" fmla="*/ 87 w 268"/>
              <a:gd name="T65" fmla="*/ 115 h 198"/>
              <a:gd name="T66" fmla="*/ 87 w 268"/>
              <a:gd name="T67" fmla="*/ 136 h 198"/>
              <a:gd name="T68" fmla="*/ 103 w 268"/>
              <a:gd name="T69" fmla="*/ 136 h 198"/>
              <a:gd name="T70" fmla="*/ 103 w 268"/>
              <a:gd name="T71" fmla="*/ 115 h 198"/>
              <a:gd name="T72" fmla="*/ 116 w 268"/>
              <a:gd name="T73" fmla="*/ 115 h 198"/>
              <a:gd name="T74" fmla="*/ 116 w 268"/>
              <a:gd name="T75" fmla="*/ 168 h 198"/>
              <a:gd name="T76" fmla="*/ 158 w 268"/>
              <a:gd name="T77" fmla="*/ 160 h 198"/>
              <a:gd name="T78" fmla="*/ 141 w 268"/>
              <a:gd name="T79" fmla="*/ 166 h 198"/>
              <a:gd name="T80" fmla="*/ 124 w 268"/>
              <a:gd name="T81" fmla="*/ 159 h 198"/>
              <a:gd name="T82" fmla="*/ 118 w 268"/>
              <a:gd name="T83" fmla="*/ 141 h 198"/>
              <a:gd name="T84" fmla="*/ 124 w 268"/>
              <a:gd name="T85" fmla="*/ 123 h 198"/>
              <a:gd name="T86" fmla="*/ 141 w 268"/>
              <a:gd name="T87" fmla="*/ 117 h 198"/>
              <a:gd name="T88" fmla="*/ 158 w 268"/>
              <a:gd name="T89" fmla="*/ 123 h 198"/>
              <a:gd name="T90" fmla="*/ 164 w 268"/>
              <a:gd name="T91" fmla="*/ 141 h 198"/>
              <a:gd name="T92" fmla="*/ 158 w 268"/>
              <a:gd name="T93" fmla="*/ 160 h 198"/>
              <a:gd name="T94" fmla="*/ 187 w 268"/>
              <a:gd name="T95" fmla="*/ 128 h 198"/>
              <a:gd name="T96" fmla="*/ 187 w 268"/>
              <a:gd name="T97" fmla="*/ 168 h 198"/>
              <a:gd name="T98" fmla="*/ 175 w 268"/>
              <a:gd name="T99" fmla="*/ 168 h 198"/>
              <a:gd name="T100" fmla="*/ 175 w 268"/>
              <a:gd name="T101" fmla="*/ 128 h 198"/>
              <a:gd name="T102" fmla="*/ 161 w 268"/>
              <a:gd name="T103" fmla="*/ 128 h 198"/>
              <a:gd name="T104" fmla="*/ 161 w 268"/>
              <a:gd name="T105" fmla="*/ 115 h 198"/>
              <a:gd name="T106" fmla="*/ 201 w 268"/>
              <a:gd name="T107" fmla="*/ 115 h 198"/>
              <a:gd name="T108" fmla="*/ 201 w 268"/>
              <a:gd name="T109" fmla="*/ 128 h 198"/>
              <a:gd name="T110" fmla="*/ 187 w 268"/>
              <a:gd name="T111" fmla="*/ 12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68" h="198">
                <a:moveTo>
                  <a:pt x="148" y="129"/>
                </a:moveTo>
                <a:cubicBezTo>
                  <a:pt x="147" y="128"/>
                  <a:pt x="146" y="127"/>
                  <a:pt x="145" y="127"/>
                </a:cubicBezTo>
                <a:cubicBezTo>
                  <a:pt x="144" y="126"/>
                  <a:pt x="142" y="126"/>
                  <a:pt x="141" y="126"/>
                </a:cubicBezTo>
                <a:cubicBezTo>
                  <a:pt x="139" y="126"/>
                  <a:pt x="138" y="126"/>
                  <a:pt x="137" y="126"/>
                </a:cubicBezTo>
                <a:cubicBezTo>
                  <a:pt x="136" y="127"/>
                  <a:pt x="135" y="128"/>
                  <a:pt x="133" y="129"/>
                </a:cubicBezTo>
                <a:cubicBezTo>
                  <a:pt x="132" y="130"/>
                  <a:pt x="132" y="132"/>
                  <a:pt x="131" y="134"/>
                </a:cubicBezTo>
                <a:cubicBezTo>
                  <a:pt x="130" y="136"/>
                  <a:pt x="130" y="139"/>
                  <a:pt x="130" y="141"/>
                </a:cubicBezTo>
                <a:cubicBezTo>
                  <a:pt x="130" y="144"/>
                  <a:pt x="130" y="147"/>
                  <a:pt x="131" y="149"/>
                </a:cubicBezTo>
                <a:cubicBezTo>
                  <a:pt x="132" y="151"/>
                  <a:pt x="132" y="152"/>
                  <a:pt x="133" y="153"/>
                </a:cubicBezTo>
                <a:cubicBezTo>
                  <a:pt x="134" y="155"/>
                  <a:pt x="136" y="156"/>
                  <a:pt x="137" y="156"/>
                </a:cubicBezTo>
                <a:cubicBezTo>
                  <a:pt x="138" y="157"/>
                  <a:pt x="139" y="157"/>
                  <a:pt x="141" y="157"/>
                </a:cubicBezTo>
                <a:cubicBezTo>
                  <a:pt x="142" y="157"/>
                  <a:pt x="144" y="157"/>
                  <a:pt x="145" y="156"/>
                </a:cubicBezTo>
                <a:cubicBezTo>
                  <a:pt x="146" y="156"/>
                  <a:pt x="147" y="155"/>
                  <a:pt x="148" y="153"/>
                </a:cubicBezTo>
                <a:cubicBezTo>
                  <a:pt x="149" y="152"/>
                  <a:pt x="150" y="150"/>
                  <a:pt x="151" y="149"/>
                </a:cubicBezTo>
                <a:cubicBezTo>
                  <a:pt x="151" y="147"/>
                  <a:pt x="151" y="144"/>
                  <a:pt x="151" y="141"/>
                </a:cubicBezTo>
                <a:cubicBezTo>
                  <a:pt x="151" y="139"/>
                  <a:pt x="151" y="136"/>
                  <a:pt x="151" y="134"/>
                </a:cubicBezTo>
                <a:cubicBezTo>
                  <a:pt x="150" y="132"/>
                  <a:pt x="149" y="131"/>
                  <a:pt x="148" y="129"/>
                </a:cubicBezTo>
                <a:close/>
                <a:moveTo>
                  <a:pt x="163" y="36"/>
                </a:moveTo>
                <a:cubicBezTo>
                  <a:pt x="184" y="83"/>
                  <a:pt x="155" y="87"/>
                  <a:pt x="151" y="87"/>
                </a:cubicBezTo>
                <a:cubicBezTo>
                  <a:pt x="112" y="88"/>
                  <a:pt x="138" y="4"/>
                  <a:pt x="146" y="0"/>
                </a:cubicBezTo>
                <a:cubicBezTo>
                  <a:pt x="142" y="0"/>
                  <a:pt x="116" y="0"/>
                  <a:pt x="97" y="32"/>
                </a:cubicBezTo>
                <a:cubicBezTo>
                  <a:pt x="77" y="66"/>
                  <a:pt x="106" y="98"/>
                  <a:pt x="82" y="105"/>
                </a:cubicBezTo>
                <a:cubicBezTo>
                  <a:pt x="64" y="113"/>
                  <a:pt x="71" y="71"/>
                  <a:pt x="73" y="63"/>
                </a:cubicBezTo>
                <a:cubicBezTo>
                  <a:pt x="63" y="62"/>
                  <a:pt x="0" y="198"/>
                  <a:pt x="138" y="198"/>
                </a:cubicBezTo>
                <a:cubicBezTo>
                  <a:pt x="268" y="198"/>
                  <a:pt x="204" y="38"/>
                  <a:pt x="163" y="36"/>
                </a:cubicBezTo>
                <a:close/>
                <a:moveTo>
                  <a:pt x="116" y="168"/>
                </a:moveTo>
                <a:cubicBezTo>
                  <a:pt x="103" y="168"/>
                  <a:pt x="103" y="168"/>
                  <a:pt x="103" y="168"/>
                </a:cubicBezTo>
                <a:cubicBezTo>
                  <a:pt x="103" y="144"/>
                  <a:pt x="103" y="144"/>
                  <a:pt x="103" y="144"/>
                </a:cubicBezTo>
                <a:cubicBezTo>
                  <a:pt x="87" y="144"/>
                  <a:pt x="87" y="144"/>
                  <a:pt x="87" y="144"/>
                </a:cubicBezTo>
                <a:cubicBezTo>
                  <a:pt x="87" y="168"/>
                  <a:pt x="87" y="168"/>
                  <a:pt x="87" y="168"/>
                </a:cubicBezTo>
                <a:cubicBezTo>
                  <a:pt x="75" y="168"/>
                  <a:pt x="75" y="168"/>
                  <a:pt x="75" y="168"/>
                </a:cubicBezTo>
                <a:cubicBezTo>
                  <a:pt x="75" y="115"/>
                  <a:pt x="75" y="115"/>
                  <a:pt x="75" y="115"/>
                </a:cubicBezTo>
                <a:cubicBezTo>
                  <a:pt x="87" y="115"/>
                  <a:pt x="87" y="115"/>
                  <a:pt x="87" y="115"/>
                </a:cubicBezTo>
                <a:cubicBezTo>
                  <a:pt x="87" y="136"/>
                  <a:pt x="87" y="136"/>
                  <a:pt x="87" y="136"/>
                </a:cubicBezTo>
                <a:cubicBezTo>
                  <a:pt x="103" y="136"/>
                  <a:pt x="103" y="136"/>
                  <a:pt x="103" y="136"/>
                </a:cubicBezTo>
                <a:cubicBezTo>
                  <a:pt x="103" y="115"/>
                  <a:pt x="103" y="115"/>
                  <a:pt x="103" y="115"/>
                </a:cubicBezTo>
                <a:cubicBezTo>
                  <a:pt x="116" y="115"/>
                  <a:pt x="116" y="115"/>
                  <a:pt x="116" y="115"/>
                </a:cubicBezTo>
                <a:lnTo>
                  <a:pt x="116" y="168"/>
                </a:lnTo>
                <a:close/>
                <a:moveTo>
                  <a:pt x="158" y="160"/>
                </a:moveTo>
                <a:cubicBezTo>
                  <a:pt x="154" y="164"/>
                  <a:pt x="148" y="166"/>
                  <a:pt x="141" y="166"/>
                </a:cubicBezTo>
                <a:cubicBezTo>
                  <a:pt x="134" y="166"/>
                  <a:pt x="128" y="164"/>
                  <a:pt x="124" y="159"/>
                </a:cubicBezTo>
                <a:cubicBezTo>
                  <a:pt x="120" y="155"/>
                  <a:pt x="118" y="149"/>
                  <a:pt x="118" y="141"/>
                </a:cubicBezTo>
                <a:cubicBezTo>
                  <a:pt x="118" y="134"/>
                  <a:pt x="120" y="128"/>
                  <a:pt x="124" y="123"/>
                </a:cubicBezTo>
                <a:cubicBezTo>
                  <a:pt x="128" y="119"/>
                  <a:pt x="134" y="117"/>
                  <a:pt x="141" y="117"/>
                </a:cubicBezTo>
                <a:cubicBezTo>
                  <a:pt x="148" y="117"/>
                  <a:pt x="154" y="119"/>
                  <a:pt x="158" y="123"/>
                </a:cubicBezTo>
                <a:cubicBezTo>
                  <a:pt x="162" y="128"/>
                  <a:pt x="164" y="134"/>
                  <a:pt x="164" y="141"/>
                </a:cubicBezTo>
                <a:cubicBezTo>
                  <a:pt x="164" y="149"/>
                  <a:pt x="162" y="155"/>
                  <a:pt x="158" y="160"/>
                </a:cubicBezTo>
                <a:close/>
                <a:moveTo>
                  <a:pt x="187" y="128"/>
                </a:moveTo>
                <a:cubicBezTo>
                  <a:pt x="187" y="168"/>
                  <a:pt x="187" y="168"/>
                  <a:pt x="187" y="168"/>
                </a:cubicBezTo>
                <a:cubicBezTo>
                  <a:pt x="175" y="168"/>
                  <a:pt x="175" y="168"/>
                  <a:pt x="175" y="168"/>
                </a:cubicBezTo>
                <a:cubicBezTo>
                  <a:pt x="175" y="128"/>
                  <a:pt x="175" y="128"/>
                  <a:pt x="175" y="128"/>
                </a:cubicBezTo>
                <a:cubicBezTo>
                  <a:pt x="161" y="128"/>
                  <a:pt x="161" y="128"/>
                  <a:pt x="161" y="128"/>
                </a:cubicBezTo>
                <a:cubicBezTo>
                  <a:pt x="161" y="115"/>
                  <a:pt x="161" y="115"/>
                  <a:pt x="161" y="115"/>
                </a:cubicBezTo>
                <a:cubicBezTo>
                  <a:pt x="201" y="115"/>
                  <a:pt x="201" y="115"/>
                  <a:pt x="201" y="115"/>
                </a:cubicBezTo>
                <a:cubicBezTo>
                  <a:pt x="201" y="128"/>
                  <a:pt x="201" y="128"/>
                  <a:pt x="201" y="128"/>
                </a:cubicBezTo>
                <a:lnTo>
                  <a:pt x="187" y="128"/>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52"/>
          <p:cNvSpPr>
            <a:spLocks noEditPoints="1"/>
          </p:cNvSpPr>
          <p:nvPr/>
        </p:nvSpPr>
        <p:spPr bwMode="auto">
          <a:xfrm>
            <a:off x="11108262" y="3484563"/>
            <a:ext cx="392113" cy="395288"/>
          </a:xfrm>
          <a:custGeom>
            <a:avLst/>
            <a:gdLst>
              <a:gd name="T0" fmla="*/ 89 w 198"/>
              <a:gd name="T1" fmla="*/ 104 h 200"/>
              <a:gd name="T2" fmla="*/ 81 w 198"/>
              <a:gd name="T3" fmla="*/ 104 h 200"/>
              <a:gd name="T4" fmla="*/ 191 w 198"/>
              <a:gd name="T5" fmla="*/ 63 h 200"/>
              <a:gd name="T6" fmla="*/ 149 w 198"/>
              <a:gd name="T7" fmla="*/ 14 h 200"/>
              <a:gd name="T8" fmla="*/ 89 w 198"/>
              <a:gd name="T9" fmla="*/ 1 h 200"/>
              <a:gd name="T10" fmla="*/ 33 w 198"/>
              <a:gd name="T11" fmla="*/ 26 h 200"/>
              <a:gd name="T12" fmla="*/ 2 w 198"/>
              <a:gd name="T13" fmla="*/ 78 h 200"/>
              <a:gd name="T14" fmla="*/ 8 w 198"/>
              <a:gd name="T15" fmla="*/ 139 h 200"/>
              <a:gd name="T16" fmla="*/ 48 w 198"/>
              <a:gd name="T17" fmla="*/ 185 h 200"/>
              <a:gd name="T18" fmla="*/ 107 w 198"/>
              <a:gd name="T19" fmla="*/ 199 h 200"/>
              <a:gd name="T20" fmla="*/ 163 w 198"/>
              <a:gd name="T21" fmla="*/ 176 h 200"/>
              <a:gd name="T22" fmla="*/ 195 w 198"/>
              <a:gd name="T23" fmla="*/ 124 h 200"/>
              <a:gd name="T24" fmla="*/ 62 w 198"/>
              <a:gd name="T25" fmla="*/ 116 h 200"/>
              <a:gd name="T26" fmla="*/ 43 w 198"/>
              <a:gd name="T27" fmla="*/ 119 h 200"/>
              <a:gd name="T28" fmla="*/ 37 w 198"/>
              <a:gd name="T29" fmla="*/ 107 h 200"/>
              <a:gd name="T30" fmla="*/ 44 w 198"/>
              <a:gd name="T31" fmla="*/ 111 h 200"/>
              <a:gd name="T32" fmla="*/ 53 w 198"/>
              <a:gd name="T33" fmla="*/ 112 h 200"/>
              <a:gd name="T34" fmla="*/ 56 w 198"/>
              <a:gd name="T35" fmla="*/ 111 h 200"/>
              <a:gd name="T36" fmla="*/ 56 w 198"/>
              <a:gd name="T37" fmla="*/ 106 h 200"/>
              <a:gd name="T38" fmla="*/ 49 w 198"/>
              <a:gd name="T39" fmla="*/ 104 h 200"/>
              <a:gd name="T40" fmla="*/ 39 w 198"/>
              <a:gd name="T41" fmla="*/ 99 h 200"/>
              <a:gd name="T42" fmla="*/ 41 w 198"/>
              <a:gd name="T43" fmla="*/ 83 h 200"/>
              <a:gd name="T44" fmla="*/ 59 w 198"/>
              <a:gd name="T45" fmla="*/ 81 h 200"/>
              <a:gd name="T46" fmla="*/ 65 w 198"/>
              <a:gd name="T47" fmla="*/ 91 h 200"/>
              <a:gd name="T48" fmla="*/ 59 w 198"/>
              <a:gd name="T49" fmla="*/ 88 h 200"/>
              <a:gd name="T50" fmla="*/ 51 w 198"/>
              <a:gd name="T51" fmla="*/ 87 h 200"/>
              <a:gd name="T52" fmla="*/ 47 w 198"/>
              <a:gd name="T53" fmla="*/ 89 h 200"/>
              <a:gd name="T54" fmla="*/ 48 w 198"/>
              <a:gd name="T55" fmla="*/ 93 h 200"/>
              <a:gd name="T56" fmla="*/ 55 w 198"/>
              <a:gd name="T57" fmla="*/ 96 h 200"/>
              <a:gd name="T58" fmla="*/ 65 w 198"/>
              <a:gd name="T59" fmla="*/ 100 h 200"/>
              <a:gd name="T60" fmla="*/ 62 w 198"/>
              <a:gd name="T61" fmla="*/ 116 h 200"/>
              <a:gd name="T62" fmla="*/ 91 w 198"/>
              <a:gd name="T63" fmla="*/ 111 h 200"/>
              <a:gd name="T64" fmla="*/ 77 w 198"/>
              <a:gd name="T65" fmla="*/ 119 h 200"/>
              <a:gd name="T66" fmla="*/ 80 w 198"/>
              <a:gd name="T67" fmla="*/ 81 h 200"/>
              <a:gd name="T68" fmla="*/ 103 w 198"/>
              <a:gd name="T69" fmla="*/ 119 h 200"/>
              <a:gd name="T70" fmla="*/ 133 w 198"/>
              <a:gd name="T71" fmla="*/ 119 h 200"/>
              <a:gd name="T72" fmla="*/ 107 w 198"/>
              <a:gd name="T73" fmla="*/ 81 h 200"/>
              <a:gd name="T74" fmla="*/ 117 w 198"/>
              <a:gd name="T75" fmla="*/ 111 h 200"/>
              <a:gd name="T76" fmla="*/ 133 w 198"/>
              <a:gd name="T77" fmla="*/ 119 h 200"/>
              <a:gd name="T78" fmla="*/ 146 w 198"/>
              <a:gd name="T79" fmla="*/ 88 h 200"/>
              <a:gd name="T80" fmla="*/ 161 w 198"/>
              <a:gd name="T81" fmla="*/ 95 h 200"/>
              <a:gd name="T82" fmla="*/ 146 w 198"/>
              <a:gd name="T83" fmla="*/ 102 h 200"/>
              <a:gd name="T84" fmla="*/ 162 w 198"/>
              <a:gd name="T85" fmla="*/ 111 h 200"/>
              <a:gd name="T86" fmla="*/ 137 w 198"/>
              <a:gd name="T87" fmla="*/ 119 h 200"/>
              <a:gd name="T88" fmla="*/ 162 w 198"/>
              <a:gd name="T89" fmla="*/ 81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98" h="200">
                <a:moveTo>
                  <a:pt x="81" y="104"/>
                </a:moveTo>
                <a:cubicBezTo>
                  <a:pt x="89" y="104"/>
                  <a:pt x="89" y="104"/>
                  <a:pt x="89" y="104"/>
                </a:cubicBezTo>
                <a:cubicBezTo>
                  <a:pt x="85" y="92"/>
                  <a:pt x="85" y="92"/>
                  <a:pt x="85" y="92"/>
                </a:cubicBezTo>
                <a:lnTo>
                  <a:pt x="81" y="104"/>
                </a:lnTo>
                <a:close/>
                <a:moveTo>
                  <a:pt x="186" y="94"/>
                </a:moveTo>
                <a:cubicBezTo>
                  <a:pt x="193" y="85"/>
                  <a:pt x="195" y="74"/>
                  <a:pt x="191" y="63"/>
                </a:cubicBezTo>
                <a:cubicBezTo>
                  <a:pt x="186" y="51"/>
                  <a:pt x="175" y="44"/>
                  <a:pt x="164" y="44"/>
                </a:cubicBezTo>
                <a:cubicBezTo>
                  <a:pt x="165" y="32"/>
                  <a:pt x="159" y="20"/>
                  <a:pt x="149" y="14"/>
                </a:cubicBezTo>
                <a:cubicBezTo>
                  <a:pt x="139" y="8"/>
                  <a:pt x="127" y="9"/>
                  <a:pt x="117" y="15"/>
                </a:cubicBezTo>
                <a:cubicBezTo>
                  <a:pt x="111" y="6"/>
                  <a:pt x="101" y="0"/>
                  <a:pt x="89" y="1"/>
                </a:cubicBezTo>
                <a:cubicBezTo>
                  <a:pt x="77" y="2"/>
                  <a:pt x="68" y="10"/>
                  <a:pt x="64" y="20"/>
                </a:cubicBezTo>
                <a:cubicBezTo>
                  <a:pt x="54" y="16"/>
                  <a:pt x="42" y="18"/>
                  <a:pt x="33" y="26"/>
                </a:cubicBezTo>
                <a:cubicBezTo>
                  <a:pt x="25" y="33"/>
                  <a:pt x="21" y="45"/>
                  <a:pt x="24" y="56"/>
                </a:cubicBezTo>
                <a:cubicBezTo>
                  <a:pt x="13" y="59"/>
                  <a:pt x="5" y="67"/>
                  <a:pt x="2" y="78"/>
                </a:cubicBezTo>
                <a:cubicBezTo>
                  <a:pt x="0" y="90"/>
                  <a:pt x="4" y="101"/>
                  <a:pt x="12" y="108"/>
                </a:cubicBezTo>
                <a:cubicBezTo>
                  <a:pt x="5" y="116"/>
                  <a:pt x="3" y="128"/>
                  <a:pt x="8" y="139"/>
                </a:cubicBezTo>
                <a:cubicBezTo>
                  <a:pt x="12" y="150"/>
                  <a:pt x="22" y="156"/>
                  <a:pt x="33" y="157"/>
                </a:cubicBezTo>
                <a:cubicBezTo>
                  <a:pt x="33" y="168"/>
                  <a:pt x="38" y="179"/>
                  <a:pt x="48" y="185"/>
                </a:cubicBezTo>
                <a:cubicBezTo>
                  <a:pt x="58" y="191"/>
                  <a:pt x="70" y="191"/>
                  <a:pt x="79" y="185"/>
                </a:cubicBezTo>
                <a:cubicBezTo>
                  <a:pt x="85" y="194"/>
                  <a:pt x="95" y="200"/>
                  <a:pt x="107" y="199"/>
                </a:cubicBezTo>
                <a:cubicBezTo>
                  <a:pt x="119" y="198"/>
                  <a:pt x="128" y="191"/>
                  <a:pt x="133" y="181"/>
                </a:cubicBezTo>
                <a:cubicBezTo>
                  <a:pt x="143" y="185"/>
                  <a:pt x="154" y="183"/>
                  <a:pt x="163" y="176"/>
                </a:cubicBezTo>
                <a:cubicBezTo>
                  <a:pt x="172" y="168"/>
                  <a:pt x="176" y="157"/>
                  <a:pt x="173" y="146"/>
                </a:cubicBezTo>
                <a:cubicBezTo>
                  <a:pt x="184" y="143"/>
                  <a:pt x="193" y="135"/>
                  <a:pt x="195" y="124"/>
                </a:cubicBezTo>
                <a:cubicBezTo>
                  <a:pt x="198" y="112"/>
                  <a:pt x="194" y="101"/>
                  <a:pt x="186" y="94"/>
                </a:cubicBezTo>
                <a:close/>
                <a:moveTo>
                  <a:pt x="62" y="116"/>
                </a:moveTo>
                <a:cubicBezTo>
                  <a:pt x="59" y="118"/>
                  <a:pt x="55" y="119"/>
                  <a:pt x="50" y="119"/>
                </a:cubicBezTo>
                <a:cubicBezTo>
                  <a:pt x="47" y="119"/>
                  <a:pt x="45" y="119"/>
                  <a:pt x="43" y="119"/>
                </a:cubicBezTo>
                <a:cubicBezTo>
                  <a:pt x="41" y="118"/>
                  <a:pt x="38" y="117"/>
                  <a:pt x="37" y="116"/>
                </a:cubicBezTo>
                <a:cubicBezTo>
                  <a:pt x="37" y="107"/>
                  <a:pt x="37" y="107"/>
                  <a:pt x="37" y="107"/>
                </a:cubicBezTo>
                <a:cubicBezTo>
                  <a:pt x="37" y="107"/>
                  <a:pt x="37" y="107"/>
                  <a:pt x="37" y="107"/>
                </a:cubicBezTo>
                <a:cubicBezTo>
                  <a:pt x="39" y="109"/>
                  <a:pt x="41" y="110"/>
                  <a:pt x="44" y="111"/>
                </a:cubicBezTo>
                <a:cubicBezTo>
                  <a:pt x="46" y="112"/>
                  <a:pt x="48" y="112"/>
                  <a:pt x="50" y="112"/>
                </a:cubicBezTo>
                <a:cubicBezTo>
                  <a:pt x="51" y="112"/>
                  <a:pt x="52" y="112"/>
                  <a:pt x="53" y="112"/>
                </a:cubicBezTo>
                <a:cubicBezTo>
                  <a:pt x="53" y="112"/>
                  <a:pt x="54" y="112"/>
                  <a:pt x="55" y="112"/>
                </a:cubicBezTo>
                <a:cubicBezTo>
                  <a:pt x="55" y="111"/>
                  <a:pt x="56" y="111"/>
                  <a:pt x="56" y="111"/>
                </a:cubicBezTo>
                <a:cubicBezTo>
                  <a:pt x="57" y="110"/>
                  <a:pt x="57" y="109"/>
                  <a:pt x="57" y="108"/>
                </a:cubicBezTo>
                <a:cubicBezTo>
                  <a:pt x="57" y="107"/>
                  <a:pt x="57" y="107"/>
                  <a:pt x="56" y="106"/>
                </a:cubicBezTo>
                <a:cubicBezTo>
                  <a:pt x="55" y="106"/>
                  <a:pt x="54" y="105"/>
                  <a:pt x="53" y="105"/>
                </a:cubicBezTo>
                <a:cubicBezTo>
                  <a:pt x="52" y="104"/>
                  <a:pt x="51" y="104"/>
                  <a:pt x="49" y="104"/>
                </a:cubicBezTo>
                <a:cubicBezTo>
                  <a:pt x="48" y="104"/>
                  <a:pt x="46" y="103"/>
                  <a:pt x="45" y="103"/>
                </a:cubicBezTo>
                <a:cubicBezTo>
                  <a:pt x="42" y="102"/>
                  <a:pt x="40" y="100"/>
                  <a:pt x="39" y="99"/>
                </a:cubicBezTo>
                <a:cubicBezTo>
                  <a:pt x="37" y="97"/>
                  <a:pt x="37" y="95"/>
                  <a:pt x="37" y="92"/>
                </a:cubicBezTo>
                <a:cubicBezTo>
                  <a:pt x="37" y="88"/>
                  <a:pt x="38" y="86"/>
                  <a:pt x="41" y="83"/>
                </a:cubicBezTo>
                <a:cubicBezTo>
                  <a:pt x="44" y="81"/>
                  <a:pt x="48" y="80"/>
                  <a:pt x="53" y="80"/>
                </a:cubicBezTo>
                <a:cubicBezTo>
                  <a:pt x="55" y="80"/>
                  <a:pt x="57" y="80"/>
                  <a:pt x="59" y="81"/>
                </a:cubicBezTo>
                <a:cubicBezTo>
                  <a:pt x="62" y="81"/>
                  <a:pt x="64" y="82"/>
                  <a:pt x="65" y="83"/>
                </a:cubicBezTo>
                <a:cubicBezTo>
                  <a:pt x="65" y="91"/>
                  <a:pt x="65" y="91"/>
                  <a:pt x="65" y="91"/>
                </a:cubicBezTo>
                <a:cubicBezTo>
                  <a:pt x="65" y="91"/>
                  <a:pt x="65" y="91"/>
                  <a:pt x="65" y="91"/>
                </a:cubicBezTo>
                <a:cubicBezTo>
                  <a:pt x="63" y="90"/>
                  <a:pt x="61" y="89"/>
                  <a:pt x="59" y="88"/>
                </a:cubicBezTo>
                <a:cubicBezTo>
                  <a:pt x="57" y="87"/>
                  <a:pt x="55" y="87"/>
                  <a:pt x="53" y="87"/>
                </a:cubicBezTo>
                <a:cubicBezTo>
                  <a:pt x="52" y="87"/>
                  <a:pt x="52" y="87"/>
                  <a:pt x="51" y="87"/>
                </a:cubicBezTo>
                <a:cubicBezTo>
                  <a:pt x="50" y="87"/>
                  <a:pt x="49" y="87"/>
                  <a:pt x="49" y="88"/>
                </a:cubicBezTo>
                <a:cubicBezTo>
                  <a:pt x="48" y="88"/>
                  <a:pt x="48" y="88"/>
                  <a:pt x="47" y="89"/>
                </a:cubicBezTo>
                <a:cubicBezTo>
                  <a:pt x="47" y="90"/>
                  <a:pt x="47" y="90"/>
                  <a:pt x="47" y="91"/>
                </a:cubicBezTo>
                <a:cubicBezTo>
                  <a:pt x="47" y="92"/>
                  <a:pt x="47" y="93"/>
                  <a:pt x="48" y="93"/>
                </a:cubicBezTo>
                <a:cubicBezTo>
                  <a:pt x="48" y="94"/>
                  <a:pt x="50" y="94"/>
                  <a:pt x="52" y="95"/>
                </a:cubicBezTo>
                <a:cubicBezTo>
                  <a:pt x="53" y="95"/>
                  <a:pt x="54" y="95"/>
                  <a:pt x="55" y="96"/>
                </a:cubicBezTo>
                <a:cubicBezTo>
                  <a:pt x="56" y="96"/>
                  <a:pt x="58" y="96"/>
                  <a:pt x="59" y="97"/>
                </a:cubicBezTo>
                <a:cubicBezTo>
                  <a:pt x="62" y="98"/>
                  <a:pt x="64" y="99"/>
                  <a:pt x="65" y="100"/>
                </a:cubicBezTo>
                <a:cubicBezTo>
                  <a:pt x="66" y="102"/>
                  <a:pt x="67" y="104"/>
                  <a:pt x="67" y="107"/>
                </a:cubicBezTo>
                <a:cubicBezTo>
                  <a:pt x="67" y="111"/>
                  <a:pt x="65" y="114"/>
                  <a:pt x="62" y="116"/>
                </a:cubicBezTo>
                <a:close/>
                <a:moveTo>
                  <a:pt x="94" y="119"/>
                </a:moveTo>
                <a:cubicBezTo>
                  <a:pt x="91" y="111"/>
                  <a:pt x="91" y="111"/>
                  <a:pt x="91" y="111"/>
                </a:cubicBezTo>
                <a:cubicBezTo>
                  <a:pt x="79" y="111"/>
                  <a:pt x="79" y="111"/>
                  <a:pt x="79" y="111"/>
                </a:cubicBezTo>
                <a:cubicBezTo>
                  <a:pt x="77" y="119"/>
                  <a:pt x="77" y="119"/>
                  <a:pt x="77" y="119"/>
                </a:cubicBezTo>
                <a:cubicBezTo>
                  <a:pt x="67" y="119"/>
                  <a:pt x="67" y="119"/>
                  <a:pt x="67" y="119"/>
                </a:cubicBezTo>
                <a:cubicBezTo>
                  <a:pt x="80" y="81"/>
                  <a:pt x="80" y="81"/>
                  <a:pt x="80" y="81"/>
                </a:cubicBezTo>
                <a:cubicBezTo>
                  <a:pt x="91" y="81"/>
                  <a:pt x="91" y="81"/>
                  <a:pt x="91" y="81"/>
                </a:cubicBezTo>
                <a:cubicBezTo>
                  <a:pt x="103" y="119"/>
                  <a:pt x="103" y="119"/>
                  <a:pt x="103" y="119"/>
                </a:cubicBezTo>
                <a:lnTo>
                  <a:pt x="94" y="119"/>
                </a:lnTo>
                <a:close/>
                <a:moveTo>
                  <a:pt x="133" y="119"/>
                </a:moveTo>
                <a:cubicBezTo>
                  <a:pt x="107" y="119"/>
                  <a:pt x="107" y="119"/>
                  <a:pt x="107" y="119"/>
                </a:cubicBezTo>
                <a:cubicBezTo>
                  <a:pt x="107" y="81"/>
                  <a:pt x="107" y="81"/>
                  <a:pt x="107" y="81"/>
                </a:cubicBezTo>
                <a:cubicBezTo>
                  <a:pt x="117" y="81"/>
                  <a:pt x="117" y="81"/>
                  <a:pt x="117" y="81"/>
                </a:cubicBezTo>
                <a:cubicBezTo>
                  <a:pt x="117" y="111"/>
                  <a:pt x="117" y="111"/>
                  <a:pt x="117" y="111"/>
                </a:cubicBezTo>
                <a:cubicBezTo>
                  <a:pt x="133" y="111"/>
                  <a:pt x="133" y="111"/>
                  <a:pt x="133" y="111"/>
                </a:cubicBezTo>
                <a:lnTo>
                  <a:pt x="133" y="119"/>
                </a:lnTo>
                <a:close/>
                <a:moveTo>
                  <a:pt x="162" y="88"/>
                </a:moveTo>
                <a:cubicBezTo>
                  <a:pt x="146" y="88"/>
                  <a:pt x="146" y="88"/>
                  <a:pt x="146" y="88"/>
                </a:cubicBezTo>
                <a:cubicBezTo>
                  <a:pt x="146" y="95"/>
                  <a:pt x="146" y="95"/>
                  <a:pt x="146" y="95"/>
                </a:cubicBezTo>
                <a:cubicBezTo>
                  <a:pt x="161" y="95"/>
                  <a:pt x="161" y="95"/>
                  <a:pt x="161" y="95"/>
                </a:cubicBezTo>
                <a:cubicBezTo>
                  <a:pt x="161" y="102"/>
                  <a:pt x="161" y="102"/>
                  <a:pt x="161" y="102"/>
                </a:cubicBezTo>
                <a:cubicBezTo>
                  <a:pt x="146" y="102"/>
                  <a:pt x="146" y="102"/>
                  <a:pt x="146" y="102"/>
                </a:cubicBezTo>
                <a:cubicBezTo>
                  <a:pt x="146" y="111"/>
                  <a:pt x="146" y="111"/>
                  <a:pt x="146" y="111"/>
                </a:cubicBezTo>
                <a:cubicBezTo>
                  <a:pt x="162" y="111"/>
                  <a:pt x="162" y="111"/>
                  <a:pt x="162" y="111"/>
                </a:cubicBezTo>
                <a:cubicBezTo>
                  <a:pt x="162" y="119"/>
                  <a:pt x="162" y="119"/>
                  <a:pt x="162" y="119"/>
                </a:cubicBezTo>
                <a:cubicBezTo>
                  <a:pt x="137" y="119"/>
                  <a:pt x="137" y="119"/>
                  <a:pt x="137" y="119"/>
                </a:cubicBezTo>
                <a:cubicBezTo>
                  <a:pt x="137" y="81"/>
                  <a:pt x="137" y="81"/>
                  <a:pt x="137" y="81"/>
                </a:cubicBezTo>
                <a:cubicBezTo>
                  <a:pt x="162" y="81"/>
                  <a:pt x="162" y="81"/>
                  <a:pt x="162" y="81"/>
                </a:cubicBezTo>
                <a:lnTo>
                  <a:pt x="162" y="88"/>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53"/>
          <p:cNvSpPr>
            <a:spLocks noEditPoints="1"/>
          </p:cNvSpPr>
          <p:nvPr/>
        </p:nvSpPr>
        <p:spPr bwMode="auto">
          <a:xfrm>
            <a:off x="11592449" y="3486150"/>
            <a:ext cx="392113" cy="392113"/>
          </a:xfrm>
          <a:custGeom>
            <a:avLst/>
            <a:gdLst>
              <a:gd name="T0" fmla="*/ 104 w 198"/>
              <a:gd name="T1" fmla="*/ 187 h 198"/>
              <a:gd name="T2" fmla="*/ 68 w 198"/>
              <a:gd name="T3" fmla="*/ 179 h 198"/>
              <a:gd name="T4" fmla="*/ 0 w 198"/>
              <a:gd name="T5" fmla="*/ 198 h 198"/>
              <a:gd name="T6" fmla="*/ 31 w 198"/>
              <a:gd name="T7" fmla="*/ 152 h 198"/>
              <a:gd name="T8" fmla="*/ 11 w 198"/>
              <a:gd name="T9" fmla="*/ 93 h 198"/>
              <a:gd name="T10" fmla="*/ 104 w 198"/>
              <a:gd name="T11" fmla="*/ 0 h 198"/>
              <a:gd name="T12" fmla="*/ 198 w 198"/>
              <a:gd name="T13" fmla="*/ 93 h 198"/>
              <a:gd name="T14" fmla="*/ 104 w 198"/>
              <a:gd name="T15" fmla="*/ 187 h 198"/>
              <a:gd name="T16" fmla="*/ 76 w 198"/>
              <a:gd name="T17" fmla="*/ 137 h 198"/>
              <a:gd name="T18" fmla="*/ 89 w 198"/>
              <a:gd name="T19" fmla="*/ 151 h 198"/>
              <a:gd name="T20" fmla="*/ 106 w 198"/>
              <a:gd name="T21" fmla="*/ 134 h 198"/>
              <a:gd name="T22" fmla="*/ 92 w 198"/>
              <a:gd name="T23" fmla="*/ 120 h 198"/>
              <a:gd name="T24" fmla="*/ 76 w 198"/>
              <a:gd name="T25" fmla="*/ 137 h 198"/>
              <a:gd name="T26" fmla="*/ 109 w 198"/>
              <a:gd name="T27" fmla="*/ 33 h 198"/>
              <a:gd name="T28" fmla="*/ 81 w 198"/>
              <a:gd name="T29" fmla="*/ 40 h 198"/>
              <a:gd name="T30" fmla="*/ 84 w 198"/>
              <a:gd name="T31" fmla="*/ 57 h 198"/>
              <a:gd name="T32" fmla="*/ 102 w 198"/>
              <a:gd name="T33" fmla="*/ 53 h 198"/>
              <a:gd name="T34" fmla="*/ 112 w 198"/>
              <a:gd name="T35" fmla="*/ 61 h 198"/>
              <a:gd name="T36" fmla="*/ 99 w 198"/>
              <a:gd name="T37" fmla="*/ 79 h 198"/>
              <a:gd name="T38" fmla="*/ 83 w 198"/>
              <a:gd name="T39" fmla="*/ 107 h 198"/>
              <a:gd name="T40" fmla="*/ 83 w 198"/>
              <a:gd name="T41" fmla="*/ 112 h 198"/>
              <a:gd name="T42" fmla="*/ 106 w 198"/>
              <a:gd name="T43" fmla="*/ 112 h 198"/>
              <a:gd name="T44" fmla="*/ 107 w 198"/>
              <a:gd name="T45" fmla="*/ 108 h 198"/>
              <a:gd name="T46" fmla="*/ 119 w 198"/>
              <a:gd name="T47" fmla="*/ 88 h 198"/>
              <a:gd name="T48" fmla="*/ 137 w 198"/>
              <a:gd name="T49" fmla="*/ 56 h 198"/>
              <a:gd name="T50" fmla="*/ 109 w 198"/>
              <a:gd name="T51" fmla="*/ 33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8" h="198">
                <a:moveTo>
                  <a:pt x="104" y="187"/>
                </a:moveTo>
                <a:cubicBezTo>
                  <a:pt x="91" y="187"/>
                  <a:pt x="79" y="184"/>
                  <a:pt x="68" y="179"/>
                </a:cubicBezTo>
                <a:cubicBezTo>
                  <a:pt x="43" y="198"/>
                  <a:pt x="0" y="198"/>
                  <a:pt x="0" y="198"/>
                </a:cubicBezTo>
                <a:cubicBezTo>
                  <a:pt x="0" y="198"/>
                  <a:pt x="22" y="183"/>
                  <a:pt x="31" y="152"/>
                </a:cubicBezTo>
                <a:cubicBezTo>
                  <a:pt x="19" y="136"/>
                  <a:pt x="11" y="115"/>
                  <a:pt x="11" y="93"/>
                </a:cubicBezTo>
                <a:cubicBezTo>
                  <a:pt x="11" y="42"/>
                  <a:pt x="53" y="0"/>
                  <a:pt x="104" y="0"/>
                </a:cubicBezTo>
                <a:cubicBezTo>
                  <a:pt x="156" y="0"/>
                  <a:pt x="198" y="42"/>
                  <a:pt x="198" y="93"/>
                </a:cubicBezTo>
                <a:cubicBezTo>
                  <a:pt x="198" y="145"/>
                  <a:pt x="156" y="187"/>
                  <a:pt x="104" y="187"/>
                </a:cubicBezTo>
                <a:close/>
                <a:moveTo>
                  <a:pt x="76" y="137"/>
                </a:moveTo>
                <a:cubicBezTo>
                  <a:pt x="76" y="145"/>
                  <a:pt x="81" y="151"/>
                  <a:pt x="89" y="151"/>
                </a:cubicBezTo>
                <a:cubicBezTo>
                  <a:pt x="99" y="151"/>
                  <a:pt x="106" y="144"/>
                  <a:pt x="106" y="134"/>
                </a:cubicBezTo>
                <a:cubicBezTo>
                  <a:pt x="106" y="126"/>
                  <a:pt x="100" y="120"/>
                  <a:pt x="92" y="120"/>
                </a:cubicBezTo>
                <a:cubicBezTo>
                  <a:pt x="82" y="120"/>
                  <a:pt x="76" y="128"/>
                  <a:pt x="76" y="137"/>
                </a:cubicBezTo>
                <a:close/>
                <a:moveTo>
                  <a:pt x="109" y="33"/>
                </a:moveTo>
                <a:cubicBezTo>
                  <a:pt x="97" y="33"/>
                  <a:pt x="87" y="37"/>
                  <a:pt x="81" y="40"/>
                </a:cubicBezTo>
                <a:cubicBezTo>
                  <a:pt x="84" y="57"/>
                  <a:pt x="84" y="57"/>
                  <a:pt x="84" y="57"/>
                </a:cubicBezTo>
                <a:cubicBezTo>
                  <a:pt x="89" y="54"/>
                  <a:pt x="95" y="53"/>
                  <a:pt x="102" y="53"/>
                </a:cubicBezTo>
                <a:cubicBezTo>
                  <a:pt x="110" y="53"/>
                  <a:pt x="112" y="56"/>
                  <a:pt x="112" y="61"/>
                </a:cubicBezTo>
                <a:cubicBezTo>
                  <a:pt x="112" y="67"/>
                  <a:pt x="105" y="72"/>
                  <a:pt x="99" y="79"/>
                </a:cubicBezTo>
                <a:cubicBezTo>
                  <a:pt x="89" y="89"/>
                  <a:pt x="85" y="98"/>
                  <a:pt x="83" y="107"/>
                </a:cubicBezTo>
                <a:cubicBezTo>
                  <a:pt x="83" y="109"/>
                  <a:pt x="83" y="110"/>
                  <a:pt x="83" y="112"/>
                </a:cubicBezTo>
                <a:cubicBezTo>
                  <a:pt x="106" y="112"/>
                  <a:pt x="106" y="112"/>
                  <a:pt x="106" y="112"/>
                </a:cubicBezTo>
                <a:cubicBezTo>
                  <a:pt x="107" y="110"/>
                  <a:pt x="107" y="109"/>
                  <a:pt x="107" y="108"/>
                </a:cubicBezTo>
                <a:cubicBezTo>
                  <a:pt x="109" y="100"/>
                  <a:pt x="112" y="94"/>
                  <a:pt x="119" y="88"/>
                </a:cubicBezTo>
                <a:cubicBezTo>
                  <a:pt x="128" y="78"/>
                  <a:pt x="137" y="69"/>
                  <a:pt x="137" y="56"/>
                </a:cubicBezTo>
                <a:cubicBezTo>
                  <a:pt x="137" y="42"/>
                  <a:pt x="126" y="33"/>
                  <a:pt x="109" y="33"/>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54"/>
          <p:cNvSpPr>
            <a:spLocks noEditPoints="1"/>
          </p:cNvSpPr>
          <p:nvPr/>
        </p:nvSpPr>
        <p:spPr bwMode="auto">
          <a:xfrm>
            <a:off x="8685737" y="3990975"/>
            <a:ext cx="377825" cy="376238"/>
          </a:xfrm>
          <a:custGeom>
            <a:avLst/>
            <a:gdLst>
              <a:gd name="T0" fmla="*/ 0 w 191"/>
              <a:gd name="T1" fmla="*/ 95 h 190"/>
              <a:gd name="T2" fmla="*/ 2 w 191"/>
              <a:gd name="T3" fmla="*/ 78 h 190"/>
              <a:gd name="T4" fmla="*/ 96 w 191"/>
              <a:gd name="T5" fmla="*/ 0 h 190"/>
              <a:gd name="T6" fmla="*/ 96 w 191"/>
              <a:gd name="T7" fmla="*/ 190 h 190"/>
              <a:gd name="T8" fmla="*/ 146 w 191"/>
              <a:gd name="T9" fmla="*/ 72 h 190"/>
              <a:gd name="T10" fmla="*/ 175 w 191"/>
              <a:gd name="T11" fmla="*/ 66 h 190"/>
              <a:gd name="T12" fmla="*/ 139 w 191"/>
              <a:gd name="T13" fmla="*/ 55 h 190"/>
              <a:gd name="T14" fmla="*/ 154 w 191"/>
              <a:gd name="T15" fmla="*/ 34 h 190"/>
              <a:gd name="T16" fmla="*/ 82 w 191"/>
              <a:gd name="T17" fmla="*/ 34 h 190"/>
              <a:gd name="T18" fmla="*/ 106 w 191"/>
              <a:gd name="T19" fmla="*/ 51 h 190"/>
              <a:gd name="T20" fmla="*/ 81 w 191"/>
              <a:gd name="T21" fmla="*/ 43 h 190"/>
              <a:gd name="T22" fmla="*/ 66 w 191"/>
              <a:gd name="T23" fmla="*/ 45 h 190"/>
              <a:gd name="T24" fmla="*/ 36 w 191"/>
              <a:gd name="T25" fmla="*/ 96 h 190"/>
              <a:gd name="T26" fmla="*/ 47 w 191"/>
              <a:gd name="T27" fmla="*/ 107 h 190"/>
              <a:gd name="T28" fmla="*/ 59 w 191"/>
              <a:gd name="T29" fmla="*/ 104 h 190"/>
              <a:gd name="T30" fmla="*/ 101 w 191"/>
              <a:gd name="T31" fmla="*/ 87 h 190"/>
              <a:gd name="T32" fmla="*/ 69 w 191"/>
              <a:gd name="T33" fmla="*/ 115 h 190"/>
              <a:gd name="T34" fmla="*/ 108 w 191"/>
              <a:gd name="T35" fmla="*/ 93 h 190"/>
              <a:gd name="T36" fmla="*/ 110 w 191"/>
              <a:gd name="T37" fmla="*/ 124 h 190"/>
              <a:gd name="T38" fmla="*/ 141 w 191"/>
              <a:gd name="T39" fmla="*/ 117 h 190"/>
              <a:gd name="T40" fmla="*/ 140 w 191"/>
              <a:gd name="T41" fmla="*/ 87 h 190"/>
              <a:gd name="T42" fmla="*/ 157 w 191"/>
              <a:gd name="T43" fmla="*/ 123 h 190"/>
              <a:gd name="T44" fmla="*/ 181 w 191"/>
              <a:gd name="T45" fmla="*/ 95 h 190"/>
              <a:gd name="T46" fmla="*/ 145 w 191"/>
              <a:gd name="T47" fmla="*/ 75 h 190"/>
              <a:gd name="T48" fmla="*/ 30 w 191"/>
              <a:gd name="T49" fmla="*/ 106 h 190"/>
              <a:gd name="T50" fmla="*/ 26 w 191"/>
              <a:gd name="T51" fmla="*/ 107 h 190"/>
              <a:gd name="T52" fmla="*/ 28 w 191"/>
              <a:gd name="T53" fmla="*/ 146 h 190"/>
              <a:gd name="T54" fmla="*/ 43 w 191"/>
              <a:gd name="T55" fmla="*/ 116 h 190"/>
              <a:gd name="T56" fmla="*/ 119 w 191"/>
              <a:gd name="T57" fmla="*/ 166 h 190"/>
              <a:gd name="T58" fmla="*/ 118 w 191"/>
              <a:gd name="T59" fmla="*/ 177 h 190"/>
              <a:gd name="T60" fmla="*/ 143 w 191"/>
              <a:gd name="T61" fmla="*/ 142 h 190"/>
              <a:gd name="T62" fmla="*/ 110 w 191"/>
              <a:gd name="T63" fmla="*/ 131 h 190"/>
              <a:gd name="T64" fmla="*/ 119 w 191"/>
              <a:gd name="T65" fmla="*/ 166 h 190"/>
              <a:gd name="T66" fmla="*/ 159 w 191"/>
              <a:gd name="T67" fmla="*/ 129 h 190"/>
              <a:gd name="T68" fmla="*/ 151 w 191"/>
              <a:gd name="T69" fmla="*/ 141 h 190"/>
              <a:gd name="T70" fmla="*/ 175 w 191"/>
              <a:gd name="T71" fmla="*/ 126 h 190"/>
              <a:gd name="T72" fmla="*/ 112 w 191"/>
              <a:gd name="T73" fmla="*/ 178 h 190"/>
              <a:gd name="T74" fmla="*/ 110 w 191"/>
              <a:gd name="T75" fmla="*/ 173 h 190"/>
              <a:gd name="T76" fmla="*/ 107 w 191"/>
              <a:gd name="T77" fmla="*/ 160 h 190"/>
              <a:gd name="T78" fmla="*/ 67 w 191"/>
              <a:gd name="T79" fmla="*/ 123 h 190"/>
              <a:gd name="T80" fmla="*/ 48 w 191"/>
              <a:gd name="T81" fmla="*/ 127 h 190"/>
              <a:gd name="T82" fmla="*/ 96 w 191"/>
              <a:gd name="T83" fmla="*/ 180 h 190"/>
              <a:gd name="T84" fmla="*/ 19 w 191"/>
              <a:gd name="T85" fmla="*/ 104 h 190"/>
              <a:gd name="T86" fmla="*/ 11 w 191"/>
              <a:gd name="T87" fmla="*/ 92 h 190"/>
              <a:gd name="T88" fmla="*/ 15 w 191"/>
              <a:gd name="T89" fmla="*/ 121 h 190"/>
              <a:gd name="T90" fmla="*/ 18 w 191"/>
              <a:gd name="T91" fmla="*/ 90 h 190"/>
              <a:gd name="T92" fmla="*/ 26 w 191"/>
              <a:gd name="T93" fmla="*/ 86 h 190"/>
              <a:gd name="T94" fmla="*/ 62 w 191"/>
              <a:gd name="T95" fmla="*/ 37 h 190"/>
              <a:gd name="T96" fmla="*/ 42 w 191"/>
              <a:gd name="T97" fmla="*/ 29 h 190"/>
              <a:gd name="T98" fmla="*/ 49 w 191"/>
              <a:gd name="T99" fmla="*/ 24 h 190"/>
              <a:gd name="T100" fmla="*/ 72 w 191"/>
              <a:gd name="T101" fmla="*/ 27 h 190"/>
              <a:gd name="T102" fmla="*/ 121 w 191"/>
              <a:gd name="T103" fmla="*/ 14 h 190"/>
              <a:gd name="T104" fmla="*/ 49 w 191"/>
              <a:gd name="T105" fmla="*/ 24 h 190"/>
              <a:gd name="T106" fmla="*/ 102 w 191"/>
              <a:gd name="T107" fmla="*/ 71 h 190"/>
              <a:gd name="T108" fmla="*/ 138 w 191"/>
              <a:gd name="T109" fmla="*/ 71 h 190"/>
              <a:gd name="T110" fmla="*/ 120 w 191"/>
              <a:gd name="T111" fmla="*/ 60 h 190"/>
              <a:gd name="T112" fmla="*/ 120 w 191"/>
              <a:gd name="T113" fmla="*/ 83 h 190"/>
              <a:gd name="T114" fmla="*/ 120 w 191"/>
              <a:gd name="T115" fmla="*/ 60 h 190"/>
              <a:gd name="T116" fmla="*/ 115 w 191"/>
              <a:gd name="T117" fmla="*/ 71 h 190"/>
              <a:gd name="T118" fmla="*/ 126 w 191"/>
              <a:gd name="T119" fmla="*/ 71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1" h="190">
                <a:moveTo>
                  <a:pt x="96" y="190"/>
                </a:moveTo>
                <a:cubicBezTo>
                  <a:pt x="43" y="190"/>
                  <a:pt x="0" y="147"/>
                  <a:pt x="0" y="95"/>
                </a:cubicBezTo>
                <a:cubicBezTo>
                  <a:pt x="0" y="90"/>
                  <a:pt x="1" y="85"/>
                  <a:pt x="2" y="80"/>
                </a:cubicBezTo>
                <a:cubicBezTo>
                  <a:pt x="2" y="78"/>
                  <a:pt x="2" y="78"/>
                  <a:pt x="2" y="78"/>
                </a:cubicBezTo>
                <a:cubicBezTo>
                  <a:pt x="2" y="78"/>
                  <a:pt x="2" y="78"/>
                  <a:pt x="2" y="78"/>
                </a:cubicBezTo>
                <a:cubicBezTo>
                  <a:pt x="10" y="34"/>
                  <a:pt x="49" y="0"/>
                  <a:pt x="96" y="0"/>
                </a:cubicBezTo>
                <a:cubicBezTo>
                  <a:pt x="148" y="0"/>
                  <a:pt x="191" y="42"/>
                  <a:pt x="191" y="95"/>
                </a:cubicBezTo>
                <a:cubicBezTo>
                  <a:pt x="191" y="147"/>
                  <a:pt x="148" y="190"/>
                  <a:pt x="96" y="190"/>
                </a:cubicBezTo>
                <a:close/>
                <a:moveTo>
                  <a:pt x="145" y="75"/>
                </a:moveTo>
                <a:cubicBezTo>
                  <a:pt x="145" y="74"/>
                  <a:pt x="146" y="73"/>
                  <a:pt x="146" y="72"/>
                </a:cubicBezTo>
                <a:cubicBezTo>
                  <a:pt x="146" y="70"/>
                  <a:pt x="145" y="68"/>
                  <a:pt x="145" y="67"/>
                </a:cubicBezTo>
                <a:cubicBezTo>
                  <a:pt x="154" y="66"/>
                  <a:pt x="164" y="65"/>
                  <a:pt x="175" y="66"/>
                </a:cubicBezTo>
                <a:cubicBezTo>
                  <a:pt x="172" y="56"/>
                  <a:pt x="167" y="47"/>
                  <a:pt x="160" y="40"/>
                </a:cubicBezTo>
                <a:cubicBezTo>
                  <a:pt x="155" y="42"/>
                  <a:pt x="147" y="47"/>
                  <a:pt x="139" y="55"/>
                </a:cubicBezTo>
                <a:cubicBezTo>
                  <a:pt x="138" y="53"/>
                  <a:pt x="136" y="52"/>
                  <a:pt x="134" y="50"/>
                </a:cubicBezTo>
                <a:cubicBezTo>
                  <a:pt x="142" y="42"/>
                  <a:pt x="150" y="36"/>
                  <a:pt x="154" y="34"/>
                </a:cubicBezTo>
                <a:cubicBezTo>
                  <a:pt x="147" y="27"/>
                  <a:pt x="139" y="22"/>
                  <a:pt x="131" y="18"/>
                </a:cubicBezTo>
                <a:cubicBezTo>
                  <a:pt x="123" y="19"/>
                  <a:pt x="103" y="22"/>
                  <a:pt x="82" y="34"/>
                </a:cubicBezTo>
                <a:cubicBezTo>
                  <a:pt x="82" y="35"/>
                  <a:pt x="82" y="36"/>
                  <a:pt x="82" y="37"/>
                </a:cubicBezTo>
                <a:cubicBezTo>
                  <a:pt x="90" y="40"/>
                  <a:pt x="99" y="45"/>
                  <a:pt x="106" y="51"/>
                </a:cubicBezTo>
                <a:cubicBezTo>
                  <a:pt x="105" y="52"/>
                  <a:pt x="103" y="53"/>
                  <a:pt x="102" y="55"/>
                </a:cubicBezTo>
                <a:cubicBezTo>
                  <a:pt x="96" y="51"/>
                  <a:pt x="89" y="46"/>
                  <a:pt x="81" y="43"/>
                </a:cubicBezTo>
                <a:cubicBezTo>
                  <a:pt x="79" y="45"/>
                  <a:pt x="76" y="47"/>
                  <a:pt x="72" y="47"/>
                </a:cubicBezTo>
                <a:cubicBezTo>
                  <a:pt x="70" y="47"/>
                  <a:pt x="68" y="46"/>
                  <a:pt x="66" y="45"/>
                </a:cubicBezTo>
                <a:cubicBezTo>
                  <a:pt x="54" y="55"/>
                  <a:pt x="42" y="69"/>
                  <a:pt x="33" y="89"/>
                </a:cubicBezTo>
                <a:cubicBezTo>
                  <a:pt x="35" y="91"/>
                  <a:pt x="36" y="93"/>
                  <a:pt x="36" y="96"/>
                </a:cubicBezTo>
                <a:cubicBezTo>
                  <a:pt x="36" y="98"/>
                  <a:pt x="36" y="100"/>
                  <a:pt x="35" y="101"/>
                </a:cubicBezTo>
                <a:cubicBezTo>
                  <a:pt x="39" y="103"/>
                  <a:pt x="43" y="105"/>
                  <a:pt x="47" y="107"/>
                </a:cubicBezTo>
                <a:cubicBezTo>
                  <a:pt x="49" y="105"/>
                  <a:pt x="52" y="103"/>
                  <a:pt x="56" y="103"/>
                </a:cubicBezTo>
                <a:cubicBezTo>
                  <a:pt x="57" y="103"/>
                  <a:pt x="58" y="103"/>
                  <a:pt x="59" y="104"/>
                </a:cubicBezTo>
                <a:cubicBezTo>
                  <a:pt x="69" y="95"/>
                  <a:pt x="81" y="86"/>
                  <a:pt x="97" y="79"/>
                </a:cubicBezTo>
                <a:cubicBezTo>
                  <a:pt x="98" y="82"/>
                  <a:pt x="99" y="85"/>
                  <a:pt x="101" y="87"/>
                </a:cubicBezTo>
                <a:cubicBezTo>
                  <a:pt x="89" y="92"/>
                  <a:pt x="77" y="99"/>
                  <a:pt x="66" y="108"/>
                </a:cubicBezTo>
                <a:cubicBezTo>
                  <a:pt x="67" y="110"/>
                  <a:pt x="68" y="113"/>
                  <a:pt x="69" y="115"/>
                </a:cubicBezTo>
                <a:cubicBezTo>
                  <a:pt x="79" y="119"/>
                  <a:pt x="90" y="121"/>
                  <a:pt x="103" y="123"/>
                </a:cubicBezTo>
                <a:cubicBezTo>
                  <a:pt x="103" y="112"/>
                  <a:pt x="105" y="102"/>
                  <a:pt x="108" y="93"/>
                </a:cubicBezTo>
                <a:cubicBezTo>
                  <a:pt x="110" y="95"/>
                  <a:pt x="112" y="96"/>
                  <a:pt x="115" y="96"/>
                </a:cubicBezTo>
                <a:cubicBezTo>
                  <a:pt x="112" y="104"/>
                  <a:pt x="111" y="114"/>
                  <a:pt x="110" y="124"/>
                </a:cubicBezTo>
                <a:cubicBezTo>
                  <a:pt x="118" y="125"/>
                  <a:pt x="126" y="125"/>
                  <a:pt x="134" y="125"/>
                </a:cubicBezTo>
                <a:cubicBezTo>
                  <a:pt x="136" y="122"/>
                  <a:pt x="138" y="119"/>
                  <a:pt x="141" y="117"/>
                </a:cubicBezTo>
                <a:cubicBezTo>
                  <a:pt x="140" y="109"/>
                  <a:pt x="137" y="101"/>
                  <a:pt x="134" y="93"/>
                </a:cubicBezTo>
                <a:cubicBezTo>
                  <a:pt x="136" y="91"/>
                  <a:pt x="138" y="90"/>
                  <a:pt x="140" y="87"/>
                </a:cubicBezTo>
                <a:cubicBezTo>
                  <a:pt x="145" y="96"/>
                  <a:pt x="148" y="106"/>
                  <a:pt x="150" y="117"/>
                </a:cubicBezTo>
                <a:cubicBezTo>
                  <a:pt x="153" y="118"/>
                  <a:pt x="156" y="120"/>
                  <a:pt x="157" y="123"/>
                </a:cubicBezTo>
                <a:cubicBezTo>
                  <a:pt x="164" y="122"/>
                  <a:pt x="170" y="120"/>
                  <a:pt x="177" y="119"/>
                </a:cubicBezTo>
                <a:cubicBezTo>
                  <a:pt x="179" y="111"/>
                  <a:pt x="181" y="103"/>
                  <a:pt x="181" y="95"/>
                </a:cubicBezTo>
                <a:cubicBezTo>
                  <a:pt x="181" y="87"/>
                  <a:pt x="179" y="80"/>
                  <a:pt x="177" y="73"/>
                </a:cubicBezTo>
                <a:cubicBezTo>
                  <a:pt x="172" y="73"/>
                  <a:pt x="160" y="73"/>
                  <a:pt x="145" y="75"/>
                </a:cubicBezTo>
                <a:close/>
                <a:moveTo>
                  <a:pt x="43" y="113"/>
                </a:moveTo>
                <a:cubicBezTo>
                  <a:pt x="39" y="111"/>
                  <a:pt x="34" y="108"/>
                  <a:pt x="30" y="106"/>
                </a:cubicBezTo>
                <a:cubicBezTo>
                  <a:pt x="29" y="106"/>
                  <a:pt x="28" y="107"/>
                  <a:pt x="26" y="107"/>
                </a:cubicBezTo>
                <a:cubicBezTo>
                  <a:pt x="26" y="107"/>
                  <a:pt x="26" y="107"/>
                  <a:pt x="26" y="107"/>
                </a:cubicBezTo>
                <a:cubicBezTo>
                  <a:pt x="24" y="115"/>
                  <a:pt x="22" y="124"/>
                  <a:pt x="20" y="134"/>
                </a:cubicBezTo>
                <a:cubicBezTo>
                  <a:pt x="22" y="138"/>
                  <a:pt x="25" y="142"/>
                  <a:pt x="28" y="146"/>
                </a:cubicBezTo>
                <a:cubicBezTo>
                  <a:pt x="30" y="141"/>
                  <a:pt x="35" y="131"/>
                  <a:pt x="44" y="120"/>
                </a:cubicBezTo>
                <a:cubicBezTo>
                  <a:pt x="43" y="119"/>
                  <a:pt x="43" y="117"/>
                  <a:pt x="43" y="116"/>
                </a:cubicBezTo>
                <a:cubicBezTo>
                  <a:pt x="43" y="115"/>
                  <a:pt x="43" y="114"/>
                  <a:pt x="43" y="113"/>
                </a:cubicBezTo>
                <a:close/>
                <a:moveTo>
                  <a:pt x="119" y="166"/>
                </a:moveTo>
                <a:cubicBezTo>
                  <a:pt x="119" y="167"/>
                  <a:pt x="117" y="171"/>
                  <a:pt x="116" y="172"/>
                </a:cubicBezTo>
                <a:cubicBezTo>
                  <a:pt x="117" y="174"/>
                  <a:pt x="117" y="174"/>
                  <a:pt x="118" y="177"/>
                </a:cubicBezTo>
                <a:cubicBezTo>
                  <a:pt x="126" y="175"/>
                  <a:pt x="133" y="172"/>
                  <a:pt x="139" y="168"/>
                </a:cubicBezTo>
                <a:cubicBezTo>
                  <a:pt x="141" y="162"/>
                  <a:pt x="143" y="153"/>
                  <a:pt x="143" y="142"/>
                </a:cubicBezTo>
                <a:cubicBezTo>
                  <a:pt x="138" y="140"/>
                  <a:pt x="135" y="136"/>
                  <a:pt x="134" y="132"/>
                </a:cubicBezTo>
                <a:cubicBezTo>
                  <a:pt x="126" y="132"/>
                  <a:pt x="118" y="132"/>
                  <a:pt x="110" y="131"/>
                </a:cubicBezTo>
                <a:cubicBezTo>
                  <a:pt x="110" y="140"/>
                  <a:pt x="112" y="149"/>
                  <a:pt x="114" y="160"/>
                </a:cubicBezTo>
                <a:cubicBezTo>
                  <a:pt x="116" y="161"/>
                  <a:pt x="119" y="163"/>
                  <a:pt x="119" y="166"/>
                </a:cubicBezTo>
                <a:close/>
                <a:moveTo>
                  <a:pt x="175" y="126"/>
                </a:moveTo>
                <a:cubicBezTo>
                  <a:pt x="169" y="127"/>
                  <a:pt x="164" y="128"/>
                  <a:pt x="159" y="129"/>
                </a:cubicBezTo>
                <a:cubicBezTo>
                  <a:pt x="159" y="129"/>
                  <a:pt x="159" y="129"/>
                  <a:pt x="159" y="129"/>
                </a:cubicBezTo>
                <a:cubicBezTo>
                  <a:pt x="159" y="135"/>
                  <a:pt x="156" y="140"/>
                  <a:pt x="151" y="141"/>
                </a:cubicBezTo>
                <a:cubicBezTo>
                  <a:pt x="150" y="148"/>
                  <a:pt x="149" y="155"/>
                  <a:pt x="147" y="162"/>
                </a:cubicBezTo>
                <a:cubicBezTo>
                  <a:pt x="159" y="153"/>
                  <a:pt x="169" y="140"/>
                  <a:pt x="175" y="126"/>
                </a:cubicBezTo>
                <a:close/>
                <a:moveTo>
                  <a:pt x="96" y="180"/>
                </a:moveTo>
                <a:cubicBezTo>
                  <a:pt x="101" y="180"/>
                  <a:pt x="106" y="179"/>
                  <a:pt x="112" y="178"/>
                </a:cubicBezTo>
                <a:cubicBezTo>
                  <a:pt x="111" y="177"/>
                  <a:pt x="111" y="175"/>
                  <a:pt x="110" y="173"/>
                </a:cubicBezTo>
                <a:cubicBezTo>
                  <a:pt x="110" y="173"/>
                  <a:pt x="110" y="173"/>
                  <a:pt x="110" y="173"/>
                </a:cubicBezTo>
                <a:cubicBezTo>
                  <a:pt x="106" y="173"/>
                  <a:pt x="103" y="170"/>
                  <a:pt x="103" y="166"/>
                </a:cubicBezTo>
                <a:cubicBezTo>
                  <a:pt x="103" y="164"/>
                  <a:pt x="104" y="162"/>
                  <a:pt x="107" y="160"/>
                </a:cubicBezTo>
                <a:cubicBezTo>
                  <a:pt x="104" y="150"/>
                  <a:pt x="103" y="140"/>
                  <a:pt x="103" y="131"/>
                </a:cubicBezTo>
                <a:cubicBezTo>
                  <a:pt x="90" y="129"/>
                  <a:pt x="78" y="126"/>
                  <a:pt x="67" y="123"/>
                </a:cubicBezTo>
                <a:cubicBezTo>
                  <a:pt x="65" y="126"/>
                  <a:pt x="61" y="129"/>
                  <a:pt x="56" y="129"/>
                </a:cubicBezTo>
                <a:cubicBezTo>
                  <a:pt x="53" y="129"/>
                  <a:pt x="51" y="128"/>
                  <a:pt x="48" y="127"/>
                </a:cubicBezTo>
                <a:cubicBezTo>
                  <a:pt x="43" y="134"/>
                  <a:pt x="38" y="143"/>
                  <a:pt x="34" y="154"/>
                </a:cubicBezTo>
                <a:cubicBezTo>
                  <a:pt x="50" y="170"/>
                  <a:pt x="71" y="180"/>
                  <a:pt x="96" y="180"/>
                </a:cubicBezTo>
                <a:close/>
                <a:moveTo>
                  <a:pt x="15" y="121"/>
                </a:moveTo>
                <a:cubicBezTo>
                  <a:pt x="16" y="117"/>
                  <a:pt x="17" y="111"/>
                  <a:pt x="19" y="104"/>
                </a:cubicBezTo>
                <a:cubicBezTo>
                  <a:pt x="17" y="102"/>
                  <a:pt x="16" y="99"/>
                  <a:pt x="16" y="97"/>
                </a:cubicBezTo>
                <a:cubicBezTo>
                  <a:pt x="14" y="95"/>
                  <a:pt x="12" y="94"/>
                  <a:pt x="11" y="92"/>
                </a:cubicBezTo>
                <a:cubicBezTo>
                  <a:pt x="11" y="93"/>
                  <a:pt x="11" y="94"/>
                  <a:pt x="11" y="95"/>
                </a:cubicBezTo>
                <a:cubicBezTo>
                  <a:pt x="11" y="104"/>
                  <a:pt x="12" y="113"/>
                  <a:pt x="15" y="121"/>
                </a:cubicBezTo>
                <a:close/>
                <a:moveTo>
                  <a:pt x="11" y="86"/>
                </a:moveTo>
                <a:cubicBezTo>
                  <a:pt x="13" y="87"/>
                  <a:pt x="15" y="89"/>
                  <a:pt x="18" y="90"/>
                </a:cubicBezTo>
                <a:cubicBezTo>
                  <a:pt x="20" y="88"/>
                  <a:pt x="23" y="86"/>
                  <a:pt x="26" y="86"/>
                </a:cubicBezTo>
                <a:cubicBezTo>
                  <a:pt x="26" y="86"/>
                  <a:pt x="26" y="86"/>
                  <a:pt x="26" y="86"/>
                </a:cubicBezTo>
                <a:cubicBezTo>
                  <a:pt x="34" y="71"/>
                  <a:pt x="45" y="54"/>
                  <a:pt x="62" y="40"/>
                </a:cubicBezTo>
                <a:cubicBezTo>
                  <a:pt x="62" y="39"/>
                  <a:pt x="62" y="38"/>
                  <a:pt x="62" y="37"/>
                </a:cubicBezTo>
                <a:cubicBezTo>
                  <a:pt x="62" y="36"/>
                  <a:pt x="62" y="36"/>
                  <a:pt x="62" y="35"/>
                </a:cubicBezTo>
                <a:cubicBezTo>
                  <a:pt x="56" y="33"/>
                  <a:pt x="49" y="31"/>
                  <a:pt x="42" y="29"/>
                </a:cubicBezTo>
                <a:cubicBezTo>
                  <a:pt x="25" y="43"/>
                  <a:pt x="14" y="63"/>
                  <a:pt x="11" y="86"/>
                </a:cubicBezTo>
                <a:close/>
                <a:moveTo>
                  <a:pt x="49" y="24"/>
                </a:moveTo>
                <a:cubicBezTo>
                  <a:pt x="52" y="25"/>
                  <a:pt x="58" y="27"/>
                  <a:pt x="66" y="29"/>
                </a:cubicBezTo>
                <a:cubicBezTo>
                  <a:pt x="67" y="28"/>
                  <a:pt x="70" y="27"/>
                  <a:pt x="72" y="27"/>
                </a:cubicBezTo>
                <a:cubicBezTo>
                  <a:pt x="75" y="27"/>
                  <a:pt x="77" y="28"/>
                  <a:pt x="78" y="29"/>
                </a:cubicBezTo>
                <a:cubicBezTo>
                  <a:pt x="90" y="22"/>
                  <a:pt x="104" y="17"/>
                  <a:pt x="121" y="14"/>
                </a:cubicBezTo>
                <a:cubicBezTo>
                  <a:pt x="113" y="11"/>
                  <a:pt x="104" y="10"/>
                  <a:pt x="96" y="10"/>
                </a:cubicBezTo>
                <a:cubicBezTo>
                  <a:pt x="78" y="10"/>
                  <a:pt x="62" y="15"/>
                  <a:pt x="49" y="24"/>
                </a:cubicBezTo>
                <a:close/>
                <a:moveTo>
                  <a:pt x="120" y="89"/>
                </a:moveTo>
                <a:cubicBezTo>
                  <a:pt x="110" y="89"/>
                  <a:pt x="102" y="81"/>
                  <a:pt x="102" y="71"/>
                </a:cubicBezTo>
                <a:cubicBezTo>
                  <a:pt x="102" y="62"/>
                  <a:pt x="110" y="54"/>
                  <a:pt x="120" y="54"/>
                </a:cubicBezTo>
                <a:cubicBezTo>
                  <a:pt x="130" y="54"/>
                  <a:pt x="138" y="62"/>
                  <a:pt x="138" y="71"/>
                </a:cubicBezTo>
                <a:cubicBezTo>
                  <a:pt x="138" y="81"/>
                  <a:pt x="130" y="89"/>
                  <a:pt x="120" y="89"/>
                </a:cubicBezTo>
                <a:close/>
                <a:moveTo>
                  <a:pt x="120" y="60"/>
                </a:moveTo>
                <a:cubicBezTo>
                  <a:pt x="114" y="60"/>
                  <a:pt x="109" y="65"/>
                  <a:pt x="109" y="71"/>
                </a:cubicBezTo>
                <a:cubicBezTo>
                  <a:pt x="109" y="78"/>
                  <a:pt x="114" y="83"/>
                  <a:pt x="120" y="83"/>
                </a:cubicBezTo>
                <a:cubicBezTo>
                  <a:pt x="127" y="83"/>
                  <a:pt x="132" y="78"/>
                  <a:pt x="132" y="71"/>
                </a:cubicBezTo>
                <a:cubicBezTo>
                  <a:pt x="132" y="65"/>
                  <a:pt x="127" y="60"/>
                  <a:pt x="120" y="60"/>
                </a:cubicBezTo>
                <a:close/>
                <a:moveTo>
                  <a:pt x="120" y="76"/>
                </a:moveTo>
                <a:cubicBezTo>
                  <a:pt x="117" y="76"/>
                  <a:pt x="115" y="74"/>
                  <a:pt x="115" y="71"/>
                </a:cubicBezTo>
                <a:cubicBezTo>
                  <a:pt x="115" y="67"/>
                  <a:pt x="117" y="65"/>
                  <a:pt x="120" y="65"/>
                </a:cubicBezTo>
                <a:cubicBezTo>
                  <a:pt x="123" y="65"/>
                  <a:pt x="126" y="67"/>
                  <a:pt x="126" y="71"/>
                </a:cubicBezTo>
                <a:cubicBezTo>
                  <a:pt x="126" y="74"/>
                  <a:pt x="123" y="76"/>
                  <a:pt x="120" y="76"/>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55"/>
          <p:cNvSpPr>
            <a:spLocks noEditPoints="1"/>
          </p:cNvSpPr>
          <p:nvPr/>
        </p:nvSpPr>
        <p:spPr bwMode="auto">
          <a:xfrm>
            <a:off x="9168337" y="3981450"/>
            <a:ext cx="393700" cy="395288"/>
          </a:xfrm>
          <a:custGeom>
            <a:avLst/>
            <a:gdLst>
              <a:gd name="T0" fmla="*/ 0 w 199"/>
              <a:gd name="T1" fmla="*/ 74 h 200"/>
              <a:gd name="T2" fmla="*/ 6 w 199"/>
              <a:gd name="T3" fmla="*/ 103 h 200"/>
              <a:gd name="T4" fmla="*/ 21 w 199"/>
              <a:gd name="T5" fmla="*/ 127 h 200"/>
              <a:gd name="T6" fmla="*/ 45 w 199"/>
              <a:gd name="T7" fmla="*/ 143 h 200"/>
              <a:gd name="T8" fmla="*/ 74 w 199"/>
              <a:gd name="T9" fmla="*/ 149 h 200"/>
              <a:gd name="T10" fmla="*/ 97 w 199"/>
              <a:gd name="T11" fmla="*/ 145 h 200"/>
              <a:gd name="T12" fmla="*/ 117 w 199"/>
              <a:gd name="T13" fmla="*/ 135 h 200"/>
              <a:gd name="T14" fmla="*/ 181 w 199"/>
              <a:gd name="T15" fmla="*/ 200 h 200"/>
              <a:gd name="T16" fmla="*/ 192 w 199"/>
              <a:gd name="T17" fmla="*/ 194 h 200"/>
              <a:gd name="T18" fmla="*/ 199 w 199"/>
              <a:gd name="T19" fmla="*/ 181 h 200"/>
              <a:gd name="T20" fmla="*/ 135 w 199"/>
              <a:gd name="T21" fmla="*/ 117 h 200"/>
              <a:gd name="T22" fmla="*/ 145 w 199"/>
              <a:gd name="T23" fmla="*/ 97 h 200"/>
              <a:gd name="T24" fmla="*/ 149 w 199"/>
              <a:gd name="T25" fmla="*/ 74 h 200"/>
              <a:gd name="T26" fmla="*/ 143 w 199"/>
              <a:gd name="T27" fmla="*/ 45 h 200"/>
              <a:gd name="T28" fmla="*/ 127 w 199"/>
              <a:gd name="T29" fmla="*/ 22 h 200"/>
              <a:gd name="T30" fmla="*/ 103 w 199"/>
              <a:gd name="T31" fmla="*/ 6 h 200"/>
              <a:gd name="T32" fmla="*/ 74 w 199"/>
              <a:gd name="T33" fmla="*/ 0 h 200"/>
              <a:gd name="T34" fmla="*/ 45 w 199"/>
              <a:gd name="T35" fmla="*/ 6 h 200"/>
              <a:gd name="T36" fmla="*/ 21 w 199"/>
              <a:gd name="T37" fmla="*/ 22 h 200"/>
              <a:gd name="T38" fmla="*/ 6 w 199"/>
              <a:gd name="T39" fmla="*/ 45 h 200"/>
              <a:gd name="T40" fmla="*/ 0 w 199"/>
              <a:gd name="T41" fmla="*/ 74 h 200"/>
              <a:gd name="T42" fmla="*/ 22 w 199"/>
              <a:gd name="T43" fmla="*/ 74 h 200"/>
              <a:gd name="T44" fmla="*/ 26 w 199"/>
              <a:gd name="T45" fmla="*/ 54 h 200"/>
              <a:gd name="T46" fmla="*/ 37 w 199"/>
              <a:gd name="T47" fmla="*/ 37 h 200"/>
              <a:gd name="T48" fmla="*/ 54 w 199"/>
              <a:gd name="T49" fmla="*/ 26 h 200"/>
              <a:gd name="T50" fmla="*/ 74 w 199"/>
              <a:gd name="T51" fmla="*/ 22 h 200"/>
              <a:gd name="T52" fmla="*/ 95 w 199"/>
              <a:gd name="T53" fmla="*/ 26 h 200"/>
              <a:gd name="T54" fmla="*/ 111 w 199"/>
              <a:gd name="T55" fmla="*/ 37 h 200"/>
              <a:gd name="T56" fmla="*/ 123 w 199"/>
              <a:gd name="T57" fmla="*/ 54 h 200"/>
              <a:gd name="T58" fmla="*/ 127 w 199"/>
              <a:gd name="T59" fmla="*/ 74 h 200"/>
              <a:gd name="T60" fmla="*/ 123 w 199"/>
              <a:gd name="T61" fmla="*/ 95 h 200"/>
              <a:gd name="T62" fmla="*/ 111 w 199"/>
              <a:gd name="T63" fmla="*/ 112 h 200"/>
              <a:gd name="T64" fmla="*/ 95 w 199"/>
              <a:gd name="T65" fmla="*/ 123 h 200"/>
              <a:gd name="T66" fmla="*/ 74 w 199"/>
              <a:gd name="T67" fmla="*/ 127 h 200"/>
              <a:gd name="T68" fmla="*/ 54 w 199"/>
              <a:gd name="T69" fmla="*/ 123 h 200"/>
              <a:gd name="T70" fmla="*/ 37 w 199"/>
              <a:gd name="T71" fmla="*/ 112 h 200"/>
              <a:gd name="T72" fmla="*/ 26 w 199"/>
              <a:gd name="T73" fmla="*/ 95 h 200"/>
              <a:gd name="T74" fmla="*/ 22 w 199"/>
              <a:gd name="T75" fmla="*/ 74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9" h="200">
                <a:moveTo>
                  <a:pt x="0" y="74"/>
                </a:moveTo>
                <a:cubicBezTo>
                  <a:pt x="0" y="85"/>
                  <a:pt x="2" y="94"/>
                  <a:pt x="6" y="103"/>
                </a:cubicBezTo>
                <a:cubicBezTo>
                  <a:pt x="9" y="112"/>
                  <a:pt x="15" y="120"/>
                  <a:pt x="21" y="127"/>
                </a:cubicBezTo>
                <a:cubicBezTo>
                  <a:pt x="28" y="134"/>
                  <a:pt x="36" y="139"/>
                  <a:pt x="45" y="143"/>
                </a:cubicBezTo>
                <a:cubicBezTo>
                  <a:pt x="54" y="147"/>
                  <a:pt x="64" y="149"/>
                  <a:pt x="74" y="149"/>
                </a:cubicBezTo>
                <a:cubicBezTo>
                  <a:pt x="82" y="149"/>
                  <a:pt x="90" y="148"/>
                  <a:pt x="97" y="145"/>
                </a:cubicBezTo>
                <a:cubicBezTo>
                  <a:pt x="104" y="143"/>
                  <a:pt x="111" y="140"/>
                  <a:pt x="117" y="135"/>
                </a:cubicBezTo>
                <a:cubicBezTo>
                  <a:pt x="181" y="200"/>
                  <a:pt x="181" y="200"/>
                  <a:pt x="181" y="200"/>
                </a:cubicBezTo>
                <a:cubicBezTo>
                  <a:pt x="185" y="199"/>
                  <a:pt x="189" y="197"/>
                  <a:pt x="192" y="194"/>
                </a:cubicBezTo>
                <a:cubicBezTo>
                  <a:pt x="196" y="191"/>
                  <a:pt x="198" y="186"/>
                  <a:pt x="199" y="181"/>
                </a:cubicBezTo>
                <a:cubicBezTo>
                  <a:pt x="135" y="117"/>
                  <a:pt x="135" y="117"/>
                  <a:pt x="135" y="117"/>
                </a:cubicBezTo>
                <a:cubicBezTo>
                  <a:pt x="139" y="111"/>
                  <a:pt x="143" y="104"/>
                  <a:pt x="145" y="97"/>
                </a:cubicBezTo>
                <a:cubicBezTo>
                  <a:pt x="147" y="90"/>
                  <a:pt x="149" y="82"/>
                  <a:pt x="149" y="74"/>
                </a:cubicBezTo>
                <a:cubicBezTo>
                  <a:pt x="149" y="64"/>
                  <a:pt x="147" y="55"/>
                  <a:pt x="143" y="45"/>
                </a:cubicBezTo>
                <a:cubicBezTo>
                  <a:pt x="139" y="36"/>
                  <a:pt x="133" y="29"/>
                  <a:pt x="127" y="22"/>
                </a:cubicBezTo>
                <a:cubicBezTo>
                  <a:pt x="120" y="15"/>
                  <a:pt x="112" y="10"/>
                  <a:pt x="103" y="6"/>
                </a:cubicBezTo>
                <a:cubicBezTo>
                  <a:pt x="94" y="2"/>
                  <a:pt x="84" y="0"/>
                  <a:pt x="74" y="0"/>
                </a:cubicBezTo>
                <a:cubicBezTo>
                  <a:pt x="64" y="0"/>
                  <a:pt x="54" y="2"/>
                  <a:pt x="45" y="6"/>
                </a:cubicBezTo>
                <a:cubicBezTo>
                  <a:pt x="36" y="10"/>
                  <a:pt x="28" y="15"/>
                  <a:pt x="21" y="22"/>
                </a:cubicBezTo>
                <a:cubicBezTo>
                  <a:pt x="15" y="29"/>
                  <a:pt x="9" y="36"/>
                  <a:pt x="6" y="45"/>
                </a:cubicBezTo>
                <a:cubicBezTo>
                  <a:pt x="2" y="55"/>
                  <a:pt x="0" y="64"/>
                  <a:pt x="0" y="74"/>
                </a:cubicBezTo>
                <a:close/>
                <a:moveTo>
                  <a:pt x="22" y="74"/>
                </a:moveTo>
                <a:cubicBezTo>
                  <a:pt x="22" y="67"/>
                  <a:pt x="23" y="60"/>
                  <a:pt x="26" y="54"/>
                </a:cubicBezTo>
                <a:cubicBezTo>
                  <a:pt x="28" y="48"/>
                  <a:pt x="32" y="42"/>
                  <a:pt x="37" y="37"/>
                </a:cubicBezTo>
                <a:cubicBezTo>
                  <a:pt x="42" y="32"/>
                  <a:pt x="47" y="29"/>
                  <a:pt x="54" y="26"/>
                </a:cubicBezTo>
                <a:cubicBezTo>
                  <a:pt x="60" y="23"/>
                  <a:pt x="67" y="22"/>
                  <a:pt x="74" y="22"/>
                </a:cubicBezTo>
                <a:cubicBezTo>
                  <a:pt x="81" y="22"/>
                  <a:pt x="88" y="23"/>
                  <a:pt x="95" y="26"/>
                </a:cubicBezTo>
                <a:cubicBezTo>
                  <a:pt x="101" y="29"/>
                  <a:pt x="107" y="32"/>
                  <a:pt x="111" y="37"/>
                </a:cubicBezTo>
                <a:cubicBezTo>
                  <a:pt x="116" y="42"/>
                  <a:pt x="120" y="48"/>
                  <a:pt x="123" y="54"/>
                </a:cubicBezTo>
                <a:cubicBezTo>
                  <a:pt x="125" y="60"/>
                  <a:pt x="127" y="67"/>
                  <a:pt x="127" y="74"/>
                </a:cubicBezTo>
                <a:cubicBezTo>
                  <a:pt x="127" y="82"/>
                  <a:pt x="125" y="89"/>
                  <a:pt x="123" y="95"/>
                </a:cubicBezTo>
                <a:cubicBezTo>
                  <a:pt x="120" y="101"/>
                  <a:pt x="116" y="107"/>
                  <a:pt x="111" y="112"/>
                </a:cubicBezTo>
                <a:cubicBezTo>
                  <a:pt x="107" y="116"/>
                  <a:pt x="101" y="120"/>
                  <a:pt x="95" y="123"/>
                </a:cubicBezTo>
                <a:cubicBezTo>
                  <a:pt x="88" y="126"/>
                  <a:pt x="81" y="127"/>
                  <a:pt x="74" y="127"/>
                </a:cubicBezTo>
                <a:cubicBezTo>
                  <a:pt x="67" y="127"/>
                  <a:pt x="60" y="126"/>
                  <a:pt x="54" y="123"/>
                </a:cubicBezTo>
                <a:cubicBezTo>
                  <a:pt x="47" y="120"/>
                  <a:pt x="42" y="116"/>
                  <a:pt x="37" y="112"/>
                </a:cubicBezTo>
                <a:cubicBezTo>
                  <a:pt x="32" y="107"/>
                  <a:pt x="28" y="101"/>
                  <a:pt x="26" y="95"/>
                </a:cubicBezTo>
                <a:cubicBezTo>
                  <a:pt x="23" y="89"/>
                  <a:pt x="22" y="82"/>
                  <a:pt x="22" y="74"/>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56"/>
          <p:cNvSpPr>
            <a:spLocks noEditPoints="1"/>
          </p:cNvSpPr>
          <p:nvPr/>
        </p:nvSpPr>
        <p:spPr bwMode="auto">
          <a:xfrm>
            <a:off x="9660462" y="3992563"/>
            <a:ext cx="395288" cy="371475"/>
          </a:xfrm>
          <a:custGeom>
            <a:avLst/>
            <a:gdLst>
              <a:gd name="T0" fmla="*/ 20 w 200"/>
              <a:gd name="T1" fmla="*/ 144 h 188"/>
              <a:gd name="T2" fmla="*/ 0 w 200"/>
              <a:gd name="T3" fmla="*/ 20 h 188"/>
              <a:gd name="T4" fmla="*/ 180 w 200"/>
              <a:gd name="T5" fmla="*/ 0 h 188"/>
              <a:gd name="T6" fmla="*/ 200 w 200"/>
              <a:gd name="T7" fmla="*/ 124 h 188"/>
              <a:gd name="T8" fmla="*/ 192 w 200"/>
              <a:gd name="T9" fmla="*/ 20 h 188"/>
              <a:gd name="T10" fmla="*/ 20 w 200"/>
              <a:gd name="T11" fmla="*/ 8 h 188"/>
              <a:gd name="T12" fmla="*/ 8 w 200"/>
              <a:gd name="T13" fmla="*/ 124 h 188"/>
              <a:gd name="T14" fmla="*/ 180 w 200"/>
              <a:gd name="T15" fmla="*/ 136 h 188"/>
              <a:gd name="T16" fmla="*/ 192 w 200"/>
              <a:gd name="T17" fmla="*/ 20 h 188"/>
              <a:gd name="T18" fmla="*/ 159 w 200"/>
              <a:gd name="T19" fmla="*/ 108 h 188"/>
              <a:gd name="T20" fmla="*/ 139 w 200"/>
              <a:gd name="T21" fmla="*/ 100 h 188"/>
              <a:gd name="T22" fmla="*/ 166 w 200"/>
              <a:gd name="T23" fmla="*/ 83 h 188"/>
              <a:gd name="T24" fmla="*/ 166 w 200"/>
              <a:gd name="T25" fmla="*/ 103 h 188"/>
              <a:gd name="T26" fmla="*/ 123 w 200"/>
              <a:gd name="T27" fmla="*/ 48 h 188"/>
              <a:gd name="T28" fmla="*/ 100 w 200"/>
              <a:gd name="T29" fmla="*/ 88 h 188"/>
              <a:gd name="T30" fmla="*/ 64 w 200"/>
              <a:gd name="T31" fmla="*/ 88 h 188"/>
              <a:gd name="T32" fmla="*/ 44 w 200"/>
              <a:gd name="T33" fmla="*/ 48 h 188"/>
              <a:gd name="T34" fmla="*/ 44 w 200"/>
              <a:gd name="T35" fmla="*/ 47 h 188"/>
              <a:gd name="T36" fmla="*/ 24 w 200"/>
              <a:gd name="T37" fmla="*/ 36 h 188"/>
              <a:gd name="T38" fmla="*/ 52 w 200"/>
              <a:gd name="T39" fmla="*/ 24 h 188"/>
              <a:gd name="T40" fmla="*/ 117 w 200"/>
              <a:gd name="T41" fmla="*/ 36 h 188"/>
              <a:gd name="T42" fmla="*/ 129 w 200"/>
              <a:gd name="T43" fmla="*/ 36 h 188"/>
              <a:gd name="T44" fmla="*/ 124 w 200"/>
              <a:gd name="T45" fmla="*/ 48 h 188"/>
              <a:gd name="T46" fmla="*/ 96 w 200"/>
              <a:gd name="T47" fmla="*/ 76 h 188"/>
              <a:gd name="T48" fmla="*/ 60 w 200"/>
              <a:gd name="T49" fmla="*/ 68 h 188"/>
              <a:gd name="T50" fmla="*/ 56 w 200"/>
              <a:gd name="T51" fmla="*/ 48 h 188"/>
              <a:gd name="T52" fmla="*/ 104 w 200"/>
              <a:gd name="T53" fmla="*/ 56 h 188"/>
              <a:gd name="T54" fmla="*/ 111 w 200"/>
              <a:gd name="T55" fmla="*/ 48 h 188"/>
              <a:gd name="T56" fmla="*/ 59 w 200"/>
              <a:gd name="T57" fmla="*/ 93 h 188"/>
              <a:gd name="T58" fmla="*/ 59 w 200"/>
              <a:gd name="T59" fmla="*/ 113 h 188"/>
              <a:gd name="T60" fmla="*/ 59 w 200"/>
              <a:gd name="T61" fmla="*/ 93 h 188"/>
              <a:gd name="T62" fmla="*/ 105 w 200"/>
              <a:gd name="T63" fmla="*/ 103 h 188"/>
              <a:gd name="T64" fmla="*/ 85 w 200"/>
              <a:gd name="T65" fmla="*/ 103 h 188"/>
              <a:gd name="T66" fmla="*/ 64 w 200"/>
              <a:gd name="T67" fmla="*/ 168 h 188"/>
              <a:gd name="T68" fmla="*/ 72 w 200"/>
              <a:gd name="T69" fmla="*/ 152 h 188"/>
              <a:gd name="T70" fmla="*/ 128 w 200"/>
              <a:gd name="T71" fmla="*/ 168 h 188"/>
              <a:gd name="T72" fmla="*/ 156 w 200"/>
              <a:gd name="T73" fmla="*/ 188 h 188"/>
              <a:gd name="T74" fmla="*/ 64 w 200"/>
              <a:gd name="T75" fmla="*/ 16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0" h="188">
                <a:moveTo>
                  <a:pt x="180" y="144"/>
                </a:moveTo>
                <a:cubicBezTo>
                  <a:pt x="20" y="144"/>
                  <a:pt x="20" y="144"/>
                  <a:pt x="20" y="144"/>
                </a:cubicBezTo>
                <a:cubicBezTo>
                  <a:pt x="9" y="144"/>
                  <a:pt x="0" y="135"/>
                  <a:pt x="0" y="124"/>
                </a:cubicBezTo>
                <a:cubicBezTo>
                  <a:pt x="0" y="20"/>
                  <a:pt x="0" y="20"/>
                  <a:pt x="0" y="20"/>
                </a:cubicBezTo>
                <a:cubicBezTo>
                  <a:pt x="0" y="9"/>
                  <a:pt x="9" y="0"/>
                  <a:pt x="20" y="0"/>
                </a:cubicBezTo>
                <a:cubicBezTo>
                  <a:pt x="180" y="0"/>
                  <a:pt x="180" y="0"/>
                  <a:pt x="180" y="0"/>
                </a:cubicBezTo>
                <a:cubicBezTo>
                  <a:pt x="191" y="0"/>
                  <a:pt x="200" y="9"/>
                  <a:pt x="200" y="20"/>
                </a:cubicBezTo>
                <a:cubicBezTo>
                  <a:pt x="200" y="124"/>
                  <a:pt x="200" y="124"/>
                  <a:pt x="200" y="124"/>
                </a:cubicBezTo>
                <a:cubicBezTo>
                  <a:pt x="200" y="135"/>
                  <a:pt x="191" y="144"/>
                  <a:pt x="180" y="144"/>
                </a:cubicBezTo>
                <a:close/>
                <a:moveTo>
                  <a:pt x="192" y="20"/>
                </a:moveTo>
                <a:cubicBezTo>
                  <a:pt x="192" y="13"/>
                  <a:pt x="186" y="8"/>
                  <a:pt x="180" y="8"/>
                </a:cubicBezTo>
                <a:cubicBezTo>
                  <a:pt x="20" y="8"/>
                  <a:pt x="20" y="8"/>
                  <a:pt x="20" y="8"/>
                </a:cubicBezTo>
                <a:cubicBezTo>
                  <a:pt x="13" y="8"/>
                  <a:pt x="8" y="13"/>
                  <a:pt x="8" y="20"/>
                </a:cubicBezTo>
                <a:cubicBezTo>
                  <a:pt x="8" y="124"/>
                  <a:pt x="8" y="124"/>
                  <a:pt x="8" y="124"/>
                </a:cubicBezTo>
                <a:cubicBezTo>
                  <a:pt x="8" y="131"/>
                  <a:pt x="13" y="136"/>
                  <a:pt x="20" y="136"/>
                </a:cubicBezTo>
                <a:cubicBezTo>
                  <a:pt x="180" y="136"/>
                  <a:pt x="180" y="136"/>
                  <a:pt x="180" y="136"/>
                </a:cubicBezTo>
                <a:cubicBezTo>
                  <a:pt x="186" y="136"/>
                  <a:pt x="192" y="131"/>
                  <a:pt x="192" y="124"/>
                </a:cubicBezTo>
                <a:lnTo>
                  <a:pt x="192" y="20"/>
                </a:lnTo>
                <a:close/>
                <a:moveTo>
                  <a:pt x="166" y="103"/>
                </a:moveTo>
                <a:cubicBezTo>
                  <a:pt x="159" y="108"/>
                  <a:pt x="159" y="108"/>
                  <a:pt x="159" y="108"/>
                </a:cubicBezTo>
                <a:cubicBezTo>
                  <a:pt x="149" y="93"/>
                  <a:pt x="149" y="93"/>
                  <a:pt x="149" y="93"/>
                </a:cubicBezTo>
                <a:cubicBezTo>
                  <a:pt x="139" y="100"/>
                  <a:pt x="139" y="100"/>
                  <a:pt x="139" y="100"/>
                </a:cubicBezTo>
                <a:cubicBezTo>
                  <a:pt x="131" y="63"/>
                  <a:pt x="131" y="63"/>
                  <a:pt x="131" y="63"/>
                </a:cubicBezTo>
                <a:cubicBezTo>
                  <a:pt x="166" y="83"/>
                  <a:pt x="166" y="83"/>
                  <a:pt x="166" y="83"/>
                </a:cubicBezTo>
                <a:cubicBezTo>
                  <a:pt x="155" y="89"/>
                  <a:pt x="155" y="89"/>
                  <a:pt x="155" y="89"/>
                </a:cubicBezTo>
                <a:lnTo>
                  <a:pt x="166" y="103"/>
                </a:lnTo>
                <a:close/>
                <a:moveTo>
                  <a:pt x="124" y="48"/>
                </a:moveTo>
                <a:cubicBezTo>
                  <a:pt x="123" y="48"/>
                  <a:pt x="123" y="48"/>
                  <a:pt x="123" y="48"/>
                </a:cubicBezTo>
                <a:cubicBezTo>
                  <a:pt x="101" y="88"/>
                  <a:pt x="101" y="88"/>
                  <a:pt x="101" y="88"/>
                </a:cubicBezTo>
                <a:cubicBezTo>
                  <a:pt x="100" y="88"/>
                  <a:pt x="100" y="88"/>
                  <a:pt x="100" y="88"/>
                </a:cubicBezTo>
                <a:cubicBezTo>
                  <a:pt x="89" y="88"/>
                  <a:pt x="89" y="88"/>
                  <a:pt x="89" y="88"/>
                </a:cubicBezTo>
                <a:cubicBezTo>
                  <a:pt x="64" y="88"/>
                  <a:pt x="64" y="88"/>
                  <a:pt x="64" y="88"/>
                </a:cubicBezTo>
                <a:cubicBezTo>
                  <a:pt x="52" y="88"/>
                  <a:pt x="52" y="88"/>
                  <a:pt x="52" y="88"/>
                </a:cubicBezTo>
                <a:cubicBezTo>
                  <a:pt x="44" y="48"/>
                  <a:pt x="44" y="48"/>
                  <a:pt x="44" y="48"/>
                </a:cubicBezTo>
                <a:cubicBezTo>
                  <a:pt x="44" y="48"/>
                  <a:pt x="44" y="48"/>
                  <a:pt x="44" y="48"/>
                </a:cubicBezTo>
                <a:cubicBezTo>
                  <a:pt x="44" y="47"/>
                  <a:pt x="44" y="47"/>
                  <a:pt x="44" y="47"/>
                </a:cubicBezTo>
                <a:cubicBezTo>
                  <a:pt x="41" y="36"/>
                  <a:pt x="41" y="36"/>
                  <a:pt x="41" y="36"/>
                </a:cubicBezTo>
                <a:cubicBezTo>
                  <a:pt x="24" y="36"/>
                  <a:pt x="24" y="36"/>
                  <a:pt x="24" y="36"/>
                </a:cubicBezTo>
                <a:cubicBezTo>
                  <a:pt x="24" y="24"/>
                  <a:pt x="24" y="24"/>
                  <a:pt x="24" y="24"/>
                </a:cubicBezTo>
                <a:cubicBezTo>
                  <a:pt x="52" y="24"/>
                  <a:pt x="52" y="24"/>
                  <a:pt x="52" y="24"/>
                </a:cubicBezTo>
                <a:cubicBezTo>
                  <a:pt x="56" y="36"/>
                  <a:pt x="56" y="36"/>
                  <a:pt x="56" y="36"/>
                </a:cubicBezTo>
                <a:cubicBezTo>
                  <a:pt x="117" y="36"/>
                  <a:pt x="117" y="36"/>
                  <a:pt x="117" y="36"/>
                </a:cubicBezTo>
                <a:cubicBezTo>
                  <a:pt x="124" y="36"/>
                  <a:pt x="124" y="36"/>
                  <a:pt x="124" y="36"/>
                </a:cubicBezTo>
                <a:cubicBezTo>
                  <a:pt x="129" y="36"/>
                  <a:pt x="129" y="36"/>
                  <a:pt x="129" y="36"/>
                </a:cubicBezTo>
                <a:cubicBezTo>
                  <a:pt x="124" y="47"/>
                  <a:pt x="124" y="47"/>
                  <a:pt x="124" y="47"/>
                </a:cubicBezTo>
                <a:lnTo>
                  <a:pt x="124" y="48"/>
                </a:lnTo>
                <a:close/>
                <a:moveTo>
                  <a:pt x="61" y="76"/>
                </a:moveTo>
                <a:cubicBezTo>
                  <a:pt x="96" y="76"/>
                  <a:pt x="96" y="76"/>
                  <a:pt x="96" y="76"/>
                </a:cubicBezTo>
                <a:cubicBezTo>
                  <a:pt x="100" y="68"/>
                  <a:pt x="100" y="68"/>
                  <a:pt x="100" y="68"/>
                </a:cubicBezTo>
                <a:cubicBezTo>
                  <a:pt x="60" y="68"/>
                  <a:pt x="60" y="68"/>
                  <a:pt x="60" y="68"/>
                </a:cubicBezTo>
                <a:lnTo>
                  <a:pt x="61" y="76"/>
                </a:lnTo>
                <a:close/>
                <a:moveTo>
                  <a:pt x="56" y="48"/>
                </a:moveTo>
                <a:cubicBezTo>
                  <a:pt x="57" y="56"/>
                  <a:pt x="57" y="56"/>
                  <a:pt x="57" y="56"/>
                </a:cubicBezTo>
                <a:cubicBezTo>
                  <a:pt x="104" y="56"/>
                  <a:pt x="104" y="56"/>
                  <a:pt x="104" y="56"/>
                </a:cubicBezTo>
                <a:cubicBezTo>
                  <a:pt x="104" y="62"/>
                  <a:pt x="104" y="62"/>
                  <a:pt x="104" y="62"/>
                </a:cubicBezTo>
                <a:cubicBezTo>
                  <a:pt x="111" y="48"/>
                  <a:pt x="111" y="48"/>
                  <a:pt x="111" y="48"/>
                </a:cubicBezTo>
                <a:lnTo>
                  <a:pt x="56" y="48"/>
                </a:lnTo>
                <a:close/>
                <a:moveTo>
                  <a:pt x="59" y="93"/>
                </a:moveTo>
                <a:cubicBezTo>
                  <a:pt x="65" y="93"/>
                  <a:pt x="69" y="97"/>
                  <a:pt x="69" y="103"/>
                </a:cubicBezTo>
                <a:cubicBezTo>
                  <a:pt x="69" y="109"/>
                  <a:pt x="65" y="113"/>
                  <a:pt x="59" y="113"/>
                </a:cubicBezTo>
                <a:cubicBezTo>
                  <a:pt x="53" y="113"/>
                  <a:pt x="49" y="109"/>
                  <a:pt x="49" y="103"/>
                </a:cubicBezTo>
                <a:cubicBezTo>
                  <a:pt x="49" y="97"/>
                  <a:pt x="53" y="93"/>
                  <a:pt x="59" y="93"/>
                </a:cubicBezTo>
                <a:close/>
                <a:moveTo>
                  <a:pt x="95" y="93"/>
                </a:moveTo>
                <a:cubicBezTo>
                  <a:pt x="101" y="93"/>
                  <a:pt x="105" y="97"/>
                  <a:pt x="105" y="103"/>
                </a:cubicBezTo>
                <a:cubicBezTo>
                  <a:pt x="105" y="109"/>
                  <a:pt x="101" y="113"/>
                  <a:pt x="95" y="113"/>
                </a:cubicBezTo>
                <a:cubicBezTo>
                  <a:pt x="89" y="113"/>
                  <a:pt x="85" y="109"/>
                  <a:pt x="85" y="103"/>
                </a:cubicBezTo>
                <a:cubicBezTo>
                  <a:pt x="85" y="97"/>
                  <a:pt x="89" y="93"/>
                  <a:pt x="95" y="93"/>
                </a:cubicBezTo>
                <a:close/>
                <a:moveTo>
                  <a:pt x="64" y="168"/>
                </a:moveTo>
                <a:cubicBezTo>
                  <a:pt x="72" y="168"/>
                  <a:pt x="72" y="168"/>
                  <a:pt x="72" y="168"/>
                </a:cubicBezTo>
                <a:cubicBezTo>
                  <a:pt x="72" y="152"/>
                  <a:pt x="72" y="152"/>
                  <a:pt x="72" y="152"/>
                </a:cubicBezTo>
                <a:cubicBezTo>
                  <a:pt x="128" y="152"/>
                  <a:pt x="128" y="152"/>
                  <a:pt x="128" y="152"/>
                </a:cubicBezTo>
                <a:cubicBezTo>
                  <a:pt x="128" y="168"/>
                  <a:pt x="128" y="168"/>
                  <a:pt x="128" y="168"/>
                </a:cubicBezTo>
                <a:cubicBezTo>
                  <a:pt x="136" y="168"/>
                  <a:pt x="136" y="168"/>
                  <a:pt x="136" y="168"/>
                </a:cubicBezTo>
                <a:cubicBezTo>
                  <a:pt x="147" y="168"/>
                  <a:pt x="156" y="177"/>
                  <a:pt x="156" y="188"/>
                </a:cubicBezTo>
                <a:cubicBezTo>
                  <a:pt x="44" y="188"/>
                  <a:pt x="44" y="188"/>
                  <a:pt x="44" y="188"/>
                </a:cubicBezTo>
                <a:cubicBezTo>
                  <a:pt x="44" y="177"/>
                  <a:pt x="53" y="168"/>
                  <a:pt x="64" y="168"/>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57"/>
          <p:cNvSpPr>
            <a:spLocks noEditPoints="1"/>
          </p:cNvSpPr>
          <p:nvPr/>
        </p:nvSpPr>
        <p:spPr bwMode="auto">
          <a:xfrm>
            <a:off x="10143062" y="4056063"/>
            <a:ext cx="395288" cy="269875"/>
          </a:xfrm>
          <a:custGeom>
            <a:avLst/>
            <a:gdLst>
              <a:gd name="T0" fmla="*/ 199 w 200"/>
              <a:gd name="T1" fmla="*/ 32 h 136"/>
              <a:gd name="T2" fmla="*/ 199 w 200"/>
              <a:gd name="T3" fmla="*/ 31 h 136"/>
              <a:gd name="T4" fmla="*/ 0 w 200"/>
              <a:gd name="T5" fmla="*/ 31 h 136"/>
              <a:gd name="T6" fmla="*/ 0 w 200"/>
              <a:gd name="T7" fmla="*/ 18 h 136"/>
              <a:gd name="T8" fmla="*/ 18 w 200"/>
              <a:gd name="T9" fmla="*/ 0 h 136"/>
              <a:gd name="T10" fmla="*/ 181 w 200"/>
              <a:gd name="T11" fmla="*/ 0 h 136"/>
              <a:gd name="T12" fmla="*/ 199 w 200"/>
              <a:gd name="T13" fmla="*/ 18 h 136"/>
              <a:gd name="T14" fmla="*/ 199 w 200"/>
              <a:gd name="T15" fmla="*/ 32 h 136"/>
              <a:gd name="T16" fmla="*/ 200 w 200"/>
              <a:gd name="T17" fmla="*/ 64 h 136"/>
              <a:gd name="T18" fmla="*/ 200 w 200"/>
              <a:gd name="T19" fmla="*/ 119 h 136"/>
              <a:gd name="T20" fmla="*/ 181 w 200"/>
              <a:gd name="T21" fmla="*/ 136 h 136"/>
              <a:gd name="T22" fmla="*/ 18 w 200"/>
              <a:gd name="T23" fmla="*/ 136 h 136"/>
              <a:gd name="T24" fmla="*/ 0 w 200"/>
              <a:gd name="T25" fmla="*/ 119 h 136"/>
              <a:gd name="T26" fmla="*/ 0 w 200"/>
              <a:gd name="T27" fmla="*/ 64 h 136"/>
              <a:gd name="T28" fmla="*/ 200 w 200"/>
              <a:gd name="T29" fmla="*/ 64 h 136"/>
              <a:gd name="T30" fmla="*/ 76 w 200"/>
              <a:gd name="T31" fmla="*/ 88 h 136"/>
              <a:gd name="T32" fmla="*/ 48 w 200"/>
              <a:gd name="T33" fmla="*/ 88 h 136"/>
              <a:gd name="T34" fmla="*/ 48 w 200"/>
              <a:gd name="T35" fmla="*/ 100 h 136"/>
              <a:gd name="T36" fmla="*/ 76 w 200"/>
              <a:gd name="T37" fmla="*/ 100 h 136"/>
              <a:gd name="T38" fmla="*/ 76 w 200"/>
              <a:gd name="T39" fmla="*/ 88 h 136"/>
              <a:gd name="T40" fmla="*/ 112 w 200"/>
              <a:gd name="T41" fmla="*/ 88 h 136"/>
              <a:gd name="T42" fmla="*/ 88 w 200"/>
              <a:gd name="T43" fmla="*/ 88 h 136"/>
              <a:gd name="T44" fmla="*/ 88 w 200"/>
              <a:gd name="T45" fmla="*/ 100 h 136"/>
              <a:gd name="T46" fmla="*/ 112 w 200"/>
              <a:gd name="T47" fmla="*/ 100 h 136"/>
              <a:gd name="T48" fmla="*/ 112 w 200"/>
              <a:gd name="T49" fmla="*/ 88 h 136"/>
              <a:gd name="T50" fmla="*/ 152 w 200"/>
              <a:gd name="T51" fmla="*/ 88 h 136"/>
              <a:gd name="T52" fmla="*/ 120 w 200"/>
              <a:gd name="T53" fmla="*/ 88 h 136"/>
              <a:gd name="T54" fmla="*/ 120 w 200"/>
              <a:gd name="T55" fmla="*/ 100 h 136"/>
              <a:gd name="T56" fmla="*/ 152 w 200"/>
              <a:gd name="T57" fmla="*/ 100 h 136"/>
              <a:gd name="T58" fmla="*/ 152 w 200"/>
              <a:gd name="T59" fmla="*/ 88 h 136"/>
              <a:gd name="T60" fmla="*/ 12 w 200"/>
              <a:gd name="T61" fmla="*/ 119 h 136"/>
              <a:gd name="T62" fmla="*/ 152 w 200"/>
              <a:gd name="T63" fmla="*/ 119 h 136"/>
              <a:gd name="T64" fmla="*/ 152 w 200"/>
              <a:gd name="T65" fmla="*/ 108 h 136"/>
              <a:gd name="T66" fmla="*/ 12 w 200"/>
              <a:gd name="T67" fmla="*/ 108 h 136"/>
              <a:gd name="T68" fmla="*/ 12 w 200"/>
              <a:gd name="T69" fmla="*/ 119 h 136"/>
              <a:gd name="T70" fmla="*/ 12 w 200"/>
              <a:gd name="T71" fmla="*/ 100 h 136"/>
              <a:gd name="T72" fmla="*/ 40 w 200"/>
              <a:gd name="T73" fmla="*/ 100 h 136"/>
              <a:gd name="T74" fmla="*/ 40 w 200"/>
              <a:gd name="T75" fmla="*/ 88 h 136"/>
              <a:gd name="T76" fmla="*/ 12 w 200"/>
              <a:gd name="T77" fmla="*/ 88 h 136"/>
              <a:gd name="T78" fmla="*/ 12 w 200"/>
              <a:gd name="T79" fmla="*/ 10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0" h="136">
                <a:moveTo>
                  <a:pt x="199" y="32"/>
                </a:moveTo>
                <a:cubicBezTo>
                  <a:pt x="199" y="31"/>
                  <a:pt x="199" y="31"/>
                  <a:pt x="199" y="31"/>
                </a:cubicBezTo>
                <a:cubicBezTo>
                  <a:pt x="0" y="31"/>
                  <a:pt x="0" y="31"/>
                  <a:pt x="0" y="31"/>
                </a:cubicBezTo>
                <a:cubicBezTo>
                  <a:pt x="0" y="18"/>
                  <a:pt x="0" y="18"/>
                  <a:pt x="0" y="18"/>
                </a:cubicBezTo>
                <a:cubicBezTo>
                  <a:pt x="0" y="8"/>
                  <a:pt x="8" y="0"/>
                  <a:pt x="18" y="0"/>
                </a:cubicBezTo>
                <a:cubicBezTo>
                  <a:pt x="181" y="0"/>
                  <a:pt x="181" y="0"/>
                  <a:pt x="181" y="0"/>
                </a:cubicBezTo>
                <a:cubicBezTo>
                  <a:pt x="191" y="0"/>
                  <a:pt x="199" y="8"/>
                  <a:pt x="199" y="18"/>
                </a:cubicBezTo>
                <a:cubicBezTo>
                  <a:pt x="199" y="32"/>
                  <a:pt x="199" y="32"/>
                  <a:pt x="199" y="32"/>
                </a:cubicBezTo>
                <a:close/>
                <a:moveTo>
                  <a:pt x="200" y="64"/>
                </a:moveTo>
                <a:cubicBezTo>
                  <a:pt x="200" y="119"/>
                  <a:pt x="200" y="119"/>
                  <a:pt x="200" y="119"/>
                </a:cubicBezTo>
                <a:cubicBezTo>
                  <a:pt x="200" y="129"/>
                  <a:pt x="191" y="136"/>
                  <a:pt x="181" y="136"/>
                </a:cubicBezTo>
                <a:cubicBezTo>
                  <a:pt x="18" y="136"/>
                  <a:pt x="18" y="136"/>
                  <a:pt x="18" y="136"/>
                </a:cubicBezTo>
                <a:cubicBezTo>
                  <a:pt x="8" y="136"/>
                  <a:pt x="0" y="129"/>
                  <a:pt x="0" y="119"/>
                </a:cubicBezTo>
                <a:cubicBezTo>
                  <a:pt x="0" y="64"/>
                  <a:pt x="0" y="64"/>
                  <a:pt x="0" y="64"/>
                </a:cubicBezTo>
                <a:lnTo>
                  <a:pt x="200" y="64"/>
                </a:lnTo>
                <a:close/>
                <a:moveTo>
                  <a:pt x="76" y="88"/>
                </a:moveTo>
                <a:cubicBezTo>
                  <a:pt x="48" y="88"/>
                  <a:pt x="48" y="88"/>
                  <a:pt x="48" y="88"/>
                </a:cubicBezTo>
                <a:cubicBezTo>
                  <a:pt x="48" y="100"/>
                  <a:pt x="48" y="100"/>
                  <a:pt x="48" y="100"/>
                </a:cubicBezTo>
                <a:cubicBezTo>
                  <a:pt x="76" y="100"/>
                  <a:pt x="76" y="100"/>
                  <a:pt x="76" y="100"/>
                </a:cubicBezTo>
                <a:lnTo>
                  <a:pt x="76" y="88"/>
                </a:lnTo>
                <a:close/>
                <a:moveTo>
                  <a:pt x="112" y="88"/>
                </a:moveTo>
                <a:cubicBezTo>
                  <a:pt x="88" y="88"/>
                  <a:pt x="88" y="88"/>
                  <a:pt x="88" y="88"/>
                </a:cubicBezTo>
                <a:cubicBezTo>
                  <a:pt x="88" y="100"/>
                  <a:pt x="88" y="100"/>
                  <a:pt x="88" y="100"/>
                </a:cubicBezTo>
                <a:cubicBezTo>
                  <a:pt x="112" y="100"/>
                  <a:pt x="112" y="100"/>
                  <a:pt x="112" y="100"/>
                </a:cubicBezTo>
                <a:lnTo>
                  <a:pt x="112" y="88"/>
                </a:lnTo>
                <a:close/>
                <a:moveTo>
                  <a:pt x="152" y="88"/>
                </a:moveTo>
                <a:cubicBezTo>
                  <a:pt x="120" y="88"/>
                  <a:pt x="120" y="88"/>
                  <a:pt x="120" y="88"/>
                </a:cubicBezTo>
                <a:cubicBezTo>
                  <a:pt x="120" y="100"/>
                  <a:pt x="120" y="100"/>
                  <a:pt x="120" y="100"/>
                </a:cubicBezTo>
                <a:cubicBezTo>
                  <a:pt x="152" y="100"/>
                  <a:pt x="152" y="100"/>
                  <a:pt x="152" y="100"/>
                </a:cubicBezTo>
                <a:lnTo>
                  <a:pt x="152" y="88"/>
                </a:lnTo>
                <a:close/>
                <a:moveTo>
                  <a:pt x="12" y="119"/>
                </a:moveTo>
                <a:cubicBezTo>
                  <a:pt x="152" y="119"/>
                  <a:pt x="152" y="119"/>
                  <a:pt x="152" y="119"/>
                </a:cubicBezTo>
                <a:cubicBezTo>
                  <a:pt x="152" y="108"/>
                  <a:pt x="152" y="108"/>
                  <a:pt x="152" y="108"/>
                </a:cubicBezTo>
                <a:cubicBezTo>
                  <a:pt x="12" y="108"/>
                  <a:pt x="12" y="108"/>
                  <a:pt x="12" y="108"/>
                </a:cubicBezTo>
                <a:lnTo>
                  <a:pt x="12" y="119"/>
                </a:lnTo>
                <a:close/>
                <a:moveTo>
                  <a:pt x="12" y="100"/>
                </a:moveTo>
                <a:cubicBezTo>
                  <a:pt x="40" y="100"/>
                  <a:pt x="40" y="100"/>
                  <a:pt x="40" y="100"/>
                </a:cubicBezTo>
                <a:cubicBezTo>
                  <a:pt x="40" y="88"/>
                  <a:pt x="40" y="88"/>
                  <a:pt x="40" y="88"/>
                </a:cubicBezTo>
                <a:cubicBezTo>
                  <a:pt x="12" y="88"/>
                  <a:pt x="12" y="88"/>
                  <a:pt x="12" y="88"/>
                </a:cubicBezTo>
                <a:lnTo>
                  <a:pt x="12" y="100"/>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58"/>
          <p:cNvSpPr>
            <a:spLocks noEditPoints="1"/>
          </p:cNvSpPr>
          <p:nvPr/>
        </p:nvSpPr>
        <p:spPr bwMode="auto">
          <a:xfrm>
            <a:off x="10614549" y="4025900"/>
            <a:ext cx="406400" cy="300038"/>
          </a:xfrm>
          <a:custGeom>
            <a:avLst/>
            <a:gdLst>
              <a:gd name="T0" fmla="*/ 195 w 206"/>
              <a:gd name="T1" fmla="*/ 113 h 151"/>
              <a:gd name="T2" fmla="*/ 165 w 206"/>
              <a:gd name="T3" fmla="*/ 147 h 151"/>
              <a:gd name="T4" fmla="*/ 105 w 206"/>
              <a:gd name="T5" fmla="*/ 147 h 151"/>
              <a:gd name="T6" fmla="*/ 33 w 206"/>
              <a:gd name="T7" fmla="*/ 151 h 151"/>
              <a:gd name="T8" fmla="*/ 0 w 206"/>
              <a:gd name="T9" fmla="*/ 117 h 151"/>
              <a:gd name="T10" fmla="*/ 59 w 206"/>
              <a:gd name="T11" fmla="*/ 81 h 151"/>
              <a:gd name="T12" fmla="*/ 104 w 206"/>
              <a:gd name="T13" fmla="*/ 88 h 151"/>
              <a:gd name="T14" fmla="*/ 151 w 206"/>
              <a:gd name="T15" fmla="*/ 88 h 151"/>
              <a:gd name="T16" fmla="*/ 151 w 206"/>
              <a:gd name="T17" fmla="*/ 107 h 151"/>
              <a:gd name="T18" fmla="*/ 112 w 206"/>
              <a:gd name="T19" fmla="*/ 107 h 151"/>
              <a:gd name="T20" fmla="*/ 120 w 206"/>
              <a:gd name="T21" fmla="*/ 115 h 151"/>
              <a:gd name="T22" fmla="*/ 158 w 206"/>
              <a:gd name="T23" fmla="*/ 115 h 151"/>
              <a:gd name="T24" fmla="*/ 176 w 206"/>
              <a:gd name="T25" fmla="*/ 97 h 151"/>
              <a:gd name="T26" fmla="*/ 188 w 206"/>
              <a:gd name="T27" fmla="*/ 96 h 151"/>
              <a:gd name="T28" fmla="*/ 195 w 206"/>
              <a:gd name="T29" fmla="*/ 113 h 151"/>
              <a:gd name="T30" fmla="*/ 171 w 206"/>
              <a:gd name="T31" fmla="*/ 12 h 151"/>
              <a:gd name="T32" fmla="*/ 139 w 206"/>
              <a:gd name="T33" fmla="*/ 12 h 151"/>
              <a:gd name="T34" fmla="*/ 139 w 206"/>
              <a:gd name="T35" fmla="*/ 48 h 151"/>
              <a:gd name="T36" fmla="*/ 95 w 206"/>
              <a:gd name="T37" fmla="*/ 48 h 151"/>
              <a:gd name="T38" fmla="*/ 95 w 206"/>
              <a:gd name="T39" fmla="*/ 12 h 151"/>
              <a:gd name="T40" fmla="*/ 63 w 206"/>
              <a:gd name="T41" fmla="*/ 12 h 151"/>
              <a:gd name="T42" fmla="*/ 63 w 206"/>
              <a:gd name="T43" fmla="*/ 69 h 151"/>
              <a:gd name="T44" fmla="*/ 51 w 206"/>
              <a:gd name="T45" fmla="*/ 71 h 151"/>
              <a:gd name="T46" fmla="*/ 51 w 206"/>
              <a:gd name="T47" fmla="*/ 12 h 151"/>
              <a:gd name="T48" fmla="*/ 51 w 206"/>
              <a:gd name="T49" fmla="*/ 8 h 151"/>
              <a:gd name="T50" fmla="*/ 51 w 206"/>
              <a:gd name="T51" fmla="*/ 0 h 151"/>
              <a:gd name="T52" fmla="*/ 183 w 206"/>
              <a:gd name="T53" fmla="*/ 0 h 151"/>
              <a:gd name="T54" fmla="*/ 183 w 206"/>
              <a:gd name="T55" fmla="*/ 8 h 151"/>
              <a:gd name="T56" fmla="*/ 183 w 206"/>
              <a:gd name="T57" fmla="*/ 12 h 151"/>
              <a:gd name="T58" fmla="*/ 183 w 206"/>
              <a:gd name="T59" fmla="*/ 84 h 151"/>
              <a:gd name="T60" fmla="*/ 171 w 206"/>
              <a:gd name="T61" fmla="*/ 84 h 151"/>
              <a:gd name="T62" fmla="*/ 171 w 206"/>
              <a:gd name="T63" fmla="*/ 12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6" h="151">
                <a:moveTo>
                  <a:pt x="195" y="113"/>
                </a:moveTo>
                <a:cubicBezTo>
                  <a:pt x="198" y="110"/>
                  <a:pt x="165" y="147"/>
                  <a:pt x="165" y="147"/>
                </a:cubicBezTo>
                <a:cubicBezTo>
                  <a:pt x="165" y="147"/>
                  <a:pt x="110" y="147"/>
                  <a:pt x="105" y="147"/>
                </a:cubicBezTo>
                <a:cubicBezTo>
                  <a:pt x="90" y="147"/>
                  <a:pt x="63" y="129"/>
                  <a:pt x="33" y="151"/>
                </a:cubicBezTo>
                <a:cubicBezTo>
                  <a:pt x="31" y="149"/>
                  <a:pt x="0" y="117"/>
                  <a:pt x="0" y="117"/>
                </a:cubicBezTo>
                <a:cubicBezTo>
                  <a:pt x="0" y="117"/>
                  <a:pt x="56" y="83"/>
                  <a:pt x="59" y="81"/>
                </a:cubicBezTo>
                <a:cubicBezTo>
                  <a:pt x="81" y="70"/>
                  <a:pt x="98" y="88"/>
                  <a:pt x="104" y="88"/>
                </a:cubicBezTo>
                <a:cubicBezTo>
                  <a:pt x="110" y="88"/>
                  <a:pt x="148" y="88"/>
                  <a:pt x="151" y="88"/>
                </a:cubicBezTo>
                <a:cubicBezTo>
                  <a:pt x="158" y="88"/>
                  <a:pt x="167" y="102"/>
                  <a:pt x="151" y="107"/>
                </a:cubicBezTo>
                <a:cubicBezTo>
                  <a:pt x="146" y="107"/>
                  <a:pt x="112" y="107"/>
                  <a:pt x="112" y="107"/>
                </a:cubicBezTo>
                <a:cubicBezTo>
                  <a:pt x="112" y="107"/>
                  <a:pt x="112" y="115"/>
                  <a:pt x="120" y="115"/>
                </a:cubicBezTo>
                <a:cubicBezTo>
                  <a:pt x="128" y="115"/>
                  <a:pt x="158" y="115"/>
                  <a:pt x="158" y="115"/>
                </a:cubicBezTo>
                <a:cubicBezTo>
                  <a:pt x="158" y="115"/>
                  <a:pt x="174" y="100"/>
                  <a:pt x="176" y="97"/>
                </a:cubicBezTo>
                <a:cubicBezTo>
                  <a:pt x="183" y="89"/>
                  <a:pt x="188" y="96"/>
                  <a:pt x="188" y="96"/>
                </a:cubicBezTo>
                <a:cubicBezTo>
                  <a:pt x="188" y="96"/>
                  <a:pt x="206" y="95"/>
                  <a:pt x="195" y="113"/>
                </a:cubicBezTo>
                <a:close/>
                <a:moveTo>
                  <a:pt x="171" y="12"/>
                </a:moveTo>
                <a:cubicBezTo>
                  <a:pt x="139" y="12"/>
                  <a:pt x="139" y="12"/>
                  <a:pt x="139" y="12"/>
                </a:cubicBezTo>
                <a:cubicBezTo>
                  <a:pt x="139" y="48"/>
                  <a:pt x="139" y="48"/>
                  <a:pt x="139" y="48"/>
                </a:cubicBezTo>
                <a:cubicBezTo>
                  <a:pt x="95" y="48"/>
                  <a:pt x="95" y="48"/>
                  <a:pt x="95" y="48"/>
                </a:cubicBezTo>
                <a:cubicBezTo>
                  <a:pt x="95" y="12"/>
                  <a:pt x="95" y="12"/>
                  <a:pt x="95" y="12"/>
                </a:cubicBezTo>
                <a:cubicBezTo>
                  <a:pt x="63" y="12"/>
                  <a:pt x="63" y="12"/>
                  <a:pt x="63" y="12"/>
                </a:cubicBezTo>
                <a:cubicBezTo>
                  <a:pt x="63" y="69"/>
                  <a:pt x="63" y="69"/>
                  <a:pt x="63" y="69"/>
                </a:cubicBezTo>
                <a:cubicBezTo>
                  <a:pt x="59" y="69"/>
                  <a:pt x="55" y="69"/>
                  <a:pt x="51" y="71"/>
                </a:cubicBezTo>
                <a:cubicBezTo>
                  <a:pt x="51" y="12"/>
                  <a:pt x="51" y="12"/>
                  <a:pt x="51" y="12"/>
                </a:cubicBezTo>
                <a:cubicBezTo>
                  <a:pt x="51" y="8"/>
                  <a:pt x="51" y="8"/>
                  <a:pt x="51" y="8"/>
                </a:cubicBezTo>
                <a:cubicBezTo>
                  <a:pt x="51" y="0"/>
                  <a:pt x="51" y="0"/>
                  <a:pt x="51" y="0"/>
                </a:cubicBezTo>
                <a:cubicBezTo>
                  <a:pt x="183" y="0"/>
                  <a:pt x="183" y="0"/>
                  <a:pt x="183" y="0"/>
                </a:cubicBezTo>
                <a:cubicBezTo>
                  <a:pt x="183" y="8"/>
                  <a:pt x="183" y="8"/>
                  <a:pt x="183" y="8"/>
                </a:cubicBezTo>
                <a:cubicBezTo>
                  <a:pt x="183" y="12"/>
                  <a:pt x="183" y="12"/>
                  <a:pt x="183" y="12"/>
                </a:cubicBezTo>
                <a:cubicBezTo>
                  <a:pt x="183" y="84"/>
                  <a:pt x="183" y="84"/>
                  <a:pt x="183" y="84"/>
                </a:cubicBezTo>
                <a:cubicBezTo>
                  <a:pt x="180" y="84"/>
                  <a:pt x="176" y="84"/>
                  <a:pt x="171" y="84"/>
                </a:cubicBezTo>
                <a:lnTo>
                  <a:pt x="171" y="12"/>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59"/>
          <p:cNvSpPr>
            <a:spLocks noEditPoints="1"/>
          </p:cNvSpPr>
          <p:nvPr/>
        </p:nvSpPr>
        <p:spPr bwMode="auto">
          <a:xfrm>
            <a:off x="11108262" y="3992563"/>
            <a:ext cx="390525" cy="301625"/>
          </a:xfrm>
          <a:custGeom>
            <a:avLst/>
            <a:gdLst>
              <a:gd name="T0" fmla="*/ 172 w 197"/>
              <a:gd name="T1" fmla="*/ 118 h 152"/>
              <a:gd name="T2" fmla="*/ 147 w 197"/>
              <a:gd name="T3" fmla="*/ 93 h 152"/>
              <a:gd name="T4" fmla="*/ 150 w 197"/>
              <a:gd name="T5" fmla="*/ 81 h 152"/>
              <a:gd name="T6" fmla="*/ 126 w 197"/>
              <a:gd name="T7" fmla="*/ 99 h 152"/>
              <a:gd name="T8" fmla="*/ 0 w 197"/>
              <a:gd name="T9" fmla="*/ 121 h 152"/>
              <a:gd name="T10" fmla="*/ 40 w 197"/>
              <a:gd name="T11" fmla="*/ 81 h 152"/>
              <a:gd name="T12" fmla="*/ 89 w 197"/>
              <a:gd name="T13" fmla="*/ 75 h 152"/>
              <a:gd name="T14" fmla="*/ 127 w 197"/>
              <a:gd name="T15" fmla="*/ 49 h 152"/>
              <a:gd name="T16" fmla="*/ 107 w 197"/>
              <a:gd name="T17" fmla="*/ 25 h 152"/>
              <a:gd name="T18" fmla="*/ 132 w 197"/>
              <a:gd name="T19" fmla="*/ 0 h 152"/>
              <a:gd name="T20" fmla="*/ 157 w 197"/>
              <a:gd name="T21" fmla="*/ 25 h 152"/>
              <a:gd name="T22" fmla="*/ 145 w 197"/>
              <a:gd name="T23" fmla="*/ 46 h 152"/>
              <a:gd name="T24" fmla="*/ 129 w 197"/>
              <a:gd name="T25" fmla="*/ 66 h 152"/>
              <a:gd name="T26" fmla="*/ 136 w 197"/>
              <a:gd name="T27" fmla="*/ 74 h 152"/>
              <a:gd name="T28" fmla="*/ 169 w 197"/>
              <a:gd name="T29" fmla="*/ 68 h 152"/>
              <a:gd name="T30" fmla="*/ 172 w 197"/>
              <a:gd name="T31" fmla="*/ 68 h 152"/>
              <a:gd name="T32" fmla="*/ 197 w 197"/>
              <a:gd name="T33" fmla="*/ 93 h 152"/>
              <a:gd name="T34" fmla="*/ 172 w 197"/>
              <a:gd name="T35" fmla="*/ 118 h 152"/>
              <a:gd name="T36" fmla="*/ 111 w 197"/>
              <a:gd name="T37" fmla="*/ 78 h 152"/>
              <a:gd name="T38" fmla="*/ 104 w 197"/>
              <a:gd name="T39" fmla="*/ 86 h 152"/>
              <a:gd name="T40" fmla="*/ 111 w 197"/>
              <a:gd name="T41" fmla="*/ 93 h 152"/>
              <a:gd name="T42" fmla="*/ 119 w 197"/>
              <a:gd name="T43" fmla="*/ 86 h 152"/>
              <a:gd name="T44" fmla="*/ 111 w 197"/>
              <a:gd name="T45" fmla="*/ 78 h 152"/>
              <a:gd name="T46" fmla="*/ 132 w 197"/>
              <a:gd name="T47" fmla="*/ 39 h 152"/>
              <a:gd name="T48" fmla="*/ 147 w 197"/>
              <a:gd name="T49" fmla="*/ 25 h 152"/>
              <a:gd name="T50" fmla="*/ 132 w 197"/>
              <a:gd name="T51" fmla="*/ 10 h 152"/>
              <a:gd name="T52" fmla="*/ 118 w 197"/>
              <a:gd name="T53" fmla="*/ 25 h 152"/>
              <a:gd name="T54" fmla="*/ 132 w 197"/>
              <a:gd name="T55" fmla="*/ 39 h 152"/>
              <a:gd name="T56" fmla="*/ 172 w 197"/>
              <a:gd name="T57" fmla="*/ 78 h 152"/>
              <a:gd name="T58" fmla="*/ 158 w 197"/>
              <a:gd name="T59" fmla="*/ 93 h 152"/>
              <a:gd name="T60" fmla="*/ 172 w 197"/>
              <a:gd name="T61" fmla="*/ 107 h 152"/>
              <a:gd name="T62" fmla="*/ 187 w 197"/>
              <a:gd name="T63" fmla="*/ 93 h 152"/>
              <a:gd name="T64" fmla="*/ 172 w 197"/>
              <a:gd name="T65" fmla="*/ 78 h 152"/>
              <a:gd name="T66" fmla="*/ 33 w 197"/>
              <a:gd name="T67" fmla="*/ 140 h 152"/>
              <a:gd name="T68" fmla="*/ 28 w 197"/>
              <a:gd name="T69" fmla="*/ 152 h 152"/>
              <a:gd name="T70" fmla="*/ 4 w 197"/>
              <a:gd name="T71" fmla="*/ 152 h 152"/>
              <a:gd name="T72" fmla="*/ 9 w 197"/>
              <a:gd name="T73" fmla="*/ 140 h 152"/>
              <a:gd name="T74" fmla="*/ 33 w 197"/>
              <a:gd name="T75" fmla="*/ 140 h 152"/>
              <a:gd name="T76" fmla="*/ 69 w 197"/>
              <a:gd name="T77" fmla="*/ 140 h 152"/>
              <a:gd name="T78" fmla="*/ 64 w 197"/>
              <a:gd name="T79" fmla="*/ 152 h 152"/>
              <a:gd name="T80" fmla="*/ 40 w 197"/>
              <a:gd name="T81" fmla="*/ 152 h 152"/>
              <a:gd name="T82" fmla="*/ 45 w 197"/>
              <a:gd name="T83" fmla="*/ 140 h 152"/>
              <a:gd name="T84" fmla="*/ 69 w 197"/>
              <a:gd name="T85" fmla="*/ 140 h 152"/>
              <a:gd name="T86" fmla="*/ 73 w 197"/>
              <a:gd name="T87" fmla="*/ 148 h 152"/>
              <a:gd name="T88" fmla="*/ 76 w 197"/>
              <a:gd name="T89" fmla="*/ 143 h 152"/>
              <a:gd name="T90" fmla="*/ 77 w 197"/>
              <a:gd name="T91" fmla="*/ 140 h 152"/>
              <a:gd name="T92" fmla="*/ 77 w 197"/>
              <a:gd name="T93" fmla="*/ 140 h 152"/>
              <a:gd name="T94" fmla="*/ 91 w 197"/>
              <a:gd name="T95" fmla="*/ 114 h 152"/>
              <a:gd name="T96" fmla="*/ 125 w 197"/>
              <a:gd name="T97" fmla="*/ 108 h 152"/>
              <a:gd name="T98" fmla="*/ 111 w 197"/>
              <a:gd name="T99" fmla="*/ 140 h 152"/>
              <a:gd name="T100" fmla="*/ 133 w 197"/>
              <a:gd name="T101" fmla="*/ 140 h 152"/>
              <a:gd name="T102" fmla="*/ 128 w 197"/>
              <a:gd name="T103" fmla="*/ 152 h 152"/>
              <a:gd name="T104" fmla="*/ 72 w 197"/>
              <a:gd name="T105" fmla="*/ 152 h 152"/>
              <a:gd name="T106" fmla="*/ 74 w 197"/>
              <a:gd name="T107" fmla="*/ 148 h 152"/>
              <a:gd name="T108" fmla="*/ 73 w 197"/>
              <a:gd name="T109" fmla="*/ 148 h 152"/>
              <a:gd name="T110" fmla="*/ 169 w 197"/>
              <a:gd name="T111" fmla="*/ 140 h 152"/>
              <a:gd name="T112" fmla="*/ 164 w 197"/>
              <a:gd name="T113" fmla="*/ 152 h 152"/>
              <a:gd name="T114" fmla="*/ 140 w 197"/>
              <a:gd name="T115" fmla="*/ 152 h 152"/>
              <a:gd name="T116" fmla="*/ 145 w 197"/>
              <a:gd name="T117" fmla="*/ 140 h 152"/>
              <a:gd name="T118" fmla="*/ 169 w 197"/>
              <a:gd name="T119" fmla="*/ 14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7" h="152">
                <a:moveTo>
                  <a:pt x="172" y="118"/>
                </a:moveTo>
                <a:cubicBezTo>
                  <a:pt x="158" y="118"/>
                  <a:pt x="147" y="107"/>
                  <a:pt x="147" y="93"/>
                </a:cubicBezTo>
                <a:cubicBezTo>
                  <a:pt x="147" y="89"/>
                  <a:pt x="148" y="84"/>
                  <a:pt x="150" y="81"/>
                </a:cubicBezTo>
                <a:cubicBezTo>
                  <a:pt x="141" y="86"/>
                  <a:pt x="135" y="97"/>
                  <a:pt x="126" y="99"/>
                </a:cubicBezTo>
                <a:cubicBezTo>
                  <a:pt x="114" y="101"/>
                  <a:pt x="0" y="121"/>
                  <a:pt x="0" y="121"/>
                </a:cubicBezTo>
                <a:cubicBezTo>
                  <a:pt x="0" y="121"/>
                  <a:pt x="2" y="88"/>
                  <a:pt x="40" y="81"/>
                </a:cubicBezTo>
                <a:cubicBezTo>
                  <a:pt x="37" y="81"/>
                  <a:pt x="82" y="76"/>
                  <a:pt x="89" y="75"/>
                </a:cubicBezTo>
                <a:cubicBezTo>
                  <a:pt x="112" y="70"/>
                  <a:pt x="123" y="56"/>
                  <a:pt x="127" y="49"/>
                </a:cubicBezTo>
                <a:cubicBezTo>
                  <a:pt x="116" y="47"/>
                  <a:pt x="107" y="37"/>
                  <a:pt x="107" y="25"/>
                </a:cubicBezTo>
                <a:cubicBezTo>
                  <a:pt x="107" y="11"/>
                  <a:pt x="118" y="0"/>
                  <a:pt x="132" y="0"/>
                </a:cubicBezTo>
                <a:cubicBezTo>
                  <a:pt x="146" y="0"/>
                  <a:pt x="157" y="11"/>
                  <a:pt x="157" y="25"/>
                </a:cubicBezTo>
                <a:cubicBezTo>
                  <a:pt x="157" y="34"/>
                  <a:pt x="152" y="42"/>
                  <a:pt x="145" y="46"/>
                </a:cubicBezTo>
                <a:cubicBezTo>
                  <a:pt x="129" y="66"/>
                  <a:pt x="129" y="66"/>
                  <a:pt x="129" y="66"/>
                </a:cubicBezTo>
                <a:cubicBezTo>
                  <a:pt x="129" y="66"/>
                  <a:pt x="121" y="77"/>
                  <a:pt x="136" y="74"/>
                </a:cubicBezTo>
                <a:cubicBezTo>
                  <a:pt x="133" y="74"/>
                  <a:pt x="159" y="66"/>
                  <a:pt x="169" y="68"/>
                </a:cubicBezTo>
                <a:cubicBezTo>
                  <a:pt x="170" y="68"/>
                  <a:pt x="171" y="68"/>
                  <a:pt x="172" y="68"/>
                </a:cubicBezTo>
                <a:cubicBezTo>
                  <a:pt x="186" y="68"/>
                  <a:pt x="197" y="79"/>
                  <a:pt x="197" y="93"/>
                </a:cubicBezTo>
                <a:cubicBezTo>
                  <a:pt x="197" y="107"/>
                  <a:pt x="186" y="118"/>
                  <a:pt x="172" y="118"/>
                </a:cubicBezTo>
                <a:close/>
                <a:moveTo>
                  <a:pt x="111" y="78"/>
                </a:moveTo>
                <a:cubicBezTo>
                  <a:pt x="107" y="78"/>
                  <a:pt x="104" y="81"/>
                  <a:pt x="104" y="86"/>
                </a:cubicBezTo>
                <a:cubicBezTo>
                  <a:pt x="104" y="90"/>
                  <a:pt x="107" y="93"/>
                  <a:pt x="111" y="93"/>
                </a:cubicBezTo>
                <a:cubicBezTo>
                  <a:pt x="116" y="93"/>
                  <a:pt x="119" y="90"/>
                  <a:pt x="119" y="86"/>
                </a:cubicBezTo>
                <a:cubicBezTo>
                  <a:pt x="119" y="81"/>
                  <a:pt x="116" y="78"/>
                  <a:pt x="111" y="78"/>
                </a:cubicBezTo>
                <a:close/>
                <a:moveTo>
                  <a:pt x="132" y="39"/>
                </a:moveTo>
                <a:cubicBezTo>
                  <a:pt x="140" y="39"/>
                  <a:pt x="147" y="33"/>
                  <a:pt x="147" y="25"/>
                </a:cubicBezTo>
                <a:cubicBezTo>
                  <a:pt x="147" y="17"/>
                  <a:pt x="140" y="10"/>
                  <a:pt x="132" y="10"/>
                </a:cubicBezTo>
                <a:cubicBezTo>
                  <a:pt x="124" y="10"/>
                  <a:pt x="118" y="17"/>
                  <a:pt x="118" y="25"/>
                </a:cubicBezTo>
                <a:cubicBezTo>
                  <a:pt x="118" y="33"/>
                  <a:pt x="124" y="39"/>
                  <a:pt x="132" y="39"/>
                </a:cubicBezTo>
                <a:close/>
                <a:moveTo>
                  <a:pt x="172" y="78"/>
                </a:moveTo>
                <a:cubicBezTo>
                  <a:pt x="164" y="78"/>
                  <a:pt x="158" y="85"/>
                  <a:pt x="158" y="93"/>
                </a:cubicBezTo>
                <a:cubicBezTo>
                  <a:pt x="158" y="101"/>
                  <a:pt x="164" y="107"/>
                  <a:pt x="172" y="107"/>
                </a:cubicBezTo>
                <a:cubicBezTo>
                  <a:pt x="180" y="107"/>
                  <a:pt x="187" y="101"/>
                  <a:pt x="187" y="93"/>
                </a:cubicBezTo>
                <a:cubicBezTo>
                  <a:pt x="187" y="85"/>
                  <a:pt x="180" y="78"/>
                  <a:pt x="172" y="78"/>
                </a:cubicBezTo>
                <a:close/>
                <a:moveTo>
                  <a:pt x="33" y="140"/>
                </a:moveTo>
                <a:cubicBezTo>
                  <a:pt x="28" y="152"/>
                  <a:pt x="28" y="152"/>
                  <a:pt x="28" y="152"/>
                </a:cubicBezTo>
                <a:cubicBezTo>
                  <a:pt x="4" y="152"/>
                  <a:pt x="4" y="152"/>
                  <a:pt x="4" y="152"/>
                </a:cubicBezTo>
                <a:cubicBezTo>
                  <a:pt x="9" y="140"/>
                  <a:pt x="9" y="140"/>
                  <a:pt x="9" y="140"/>
                </a:cubicBezTo>
                <a:lnTo>
                  <a:pt x="33" y="140"/>
                </a:lnTo>
                <a:close/>
                <a:moveTo>
                  <a:pt x="69" y="140"/>
                </a:moveTo>
                <a:cubicBezTo>
                  <a:pt x="64" y="152"/>
                  <a:pt x="64" y="152"/>
                  <a:pt x="64" y="152"/>
                </a:cubicBezTo>
                <a:cubicBezTo>
                  <a:pt x="40" y="152"/>
                  <a:pt x="40" y="152"/>
                  <a:pt x="40" y="152"/>
                </a:cubicBezTo>
                <a:cubicBezTo>
                  <a:pt x="45" y="140"/>
                  <a:pt x="45" y="140"/>
                  <a:pt x="45" y="140"/>
                </a:cubicBezTo>
                <a:lnTo>
                  <a:pt x="69" y="140"/>
                </a:lnTo>
                <a:close/>
                <a:moveTo>
                  <a:pt x="73" y="148"/>
                </a:moveTo>
                <a:cubicBezTo>
                  <a:pt x="76" y="143"/>
                  <a:pt x="76" y="143"/>
                  <a:pt x="76" y="143"/>
                </a:cubicBezTo>
                <a:cubicBezTo>
                  <a:pt x="77" y="140"/>
                  <a:pt x="77" y="140"/>
                  <a:pt x="77" y="140"/>
                </a:cubicBezTo>
                <a:cubicBezTo>
                  <a:pt x="77" y="140"/>
                  <a:pt x="77" y="140"/>
                  <a:pt x="77" y="140"/>
                </a:cubicBezTo>
                <a:cubicBezTo>
                  <a:pt x="91" y="114"/>
                  <a:pt x="91" y="114"/>
                  <a:pt x="91" y="114"/>
                </a:cubicBezTo>
                <a:cubicBezTo>
                  <a:pt x="125" y="108"/>
                  <a:pt x="125" y="108"/>
                  <a:pt x="125" y="108"/>
                </a:cubicBezTo>
                <a:cubicBezTo>
                  <a:pt x="111" y="140"/>
                  <a:pt x="111" y="140"/>
                  <a:pt x="111" y="140"/>
                </a:cubicBezTo>
                <a:cubicBezTo>
                  <a:pt x="133" y="140"/>
                  <a:pt x="133" y="140"/>
                  <a:pt x="133" y="140"/>
                </a:cubicBezTo>
                <a:cubicBezTo>
                  <a:pt x="128" y="152"/>
                  <a:pt x="128" y="152"/>
                  <a:pt x="128" y="152"/>
                </a:cubicBezTo>
                <a:cubicBezTo>
                  <a:pt x="72" y="152"/>
                  <a:pt x="72" y="152"/>
                  <a:pt x="72" y="152"/>
                </a:cubicBezTo>
                <a:cubicBezTo>
                  <a:pt x="74" y="148"/>
                  <a:pt x="74" y="148"/>
                  <a:pt x="74" y="148"/>
                </a:cubicBezTo>
                <a:lnTo>
                  <a:pt x="73" y="148"/>
                </a:lnTo>
                <a:close/>
                <a:moveTo>
                  <a:pt x="169" y="140"/>
                </a:moveTo>
                <a:cubicBezTo>
                  <a:pt x="164" y="152"/>
                  <a:pt x="164" y="152"/>
                  <a:pt x="164" y="152"/>
                </a:cubicBezTo>
                <a:cubicBezTo>
                  <a:pt x="140" y="152"/>
                  <a:pt x="140" y="152"/>
                  <a:pt x="140" y="152"/>
                </a:cubicBezTo>
                <a:cubicBezTo>
                  <a:pt x="145" y="140"/>
                  <a:pt x="145" y="140"/>
                  <a:pt x="145" y="140"/>
                </a:cubicBezTo>
                <a:lnTo>
                  <a:pt x="169" y="140"/>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60"/>
          <p:cNvSpPr>
            <a:spLocks noEditPoints="1"/>
          </p:cNvSpPr>
          <p:nvPr/>
        </p:nvSpPr>
        <p:spPr bwMode="auto">
          <a:xfrm>
            <a:off x="11598799" y="4005263"/>
            <a:ext cx="379413" cy="347663"/>
          </a:xfrm>
          <a:custGeom>
            <a:avLst/>
            <a:gdLst>
              <a:gd name="T0" fmla="*/ 159 w 192"/>
              <a:gd name="T1" fmla="*/ 129 h 176"/>
              <a:gd name="T2" fmla="*/ 128 w 192"/>
              <a:gd name="T3" fmla="*/ 156 h 176"/>
              <a:gd name="T4" fmla="*/ 66 w 192"/>
              <a:gd name="T5" fmla="*/ 158 h 176"/>
              <a:gd name="T6" fmla="*/ 39 w 192"/>
              <a:gd name="T7" fmla="*/ 102 h 176"/>
              <a:gd name="T8" fmla="*/ 96 w 192"/>
              <a:gd name="T9" fmla="*/ 16 h 176"/>
              <a:gd name="T10" fmla="*/ 154 w 192"/>
              <a:gd name="T11" fmla="*/ 98 h 176"/>
              <a:gd name="T12" fmla="*/ 162 w 192"/>
              <a:gd name="T13" fmla="*/ 107 h 176"/>
              <a:gd name="T14" fmla="*/ 164 w 192"/>
              <a:gd name="T15" fmla="*/ 79 h 176"/>
              <a:gd name="T16" fmla="*/ 164 w 192"/>
              <a:gd name="T17" fmla="*/ 52 h 176"/>
              <a:gd name="T18" fmla="*/ 96 w 192"/>
              <a:gd name="T19" fmla="*/ 7 h 176"/>
              <a:gd name="T20" fmla="*/ 96 w 192"/>
              <a:gd name="T21" fmla="*/ 7 h 176"/>
              <a:gd name="T22" fmla="*/ 52 w 192"/>
              <a:gd name="T23" fmla="*/ 20 h 176"/>
              <a:gd name="T24" fmla="*/ 48 w 192"/>
              <a:gd name="T25" fmla="*/ 23 h 176"/>
              <a:gd name="T26" fmla="*/ 44 w 192"/>
              <a:gd name="T27" fmla="*/ 26 h 176"/>
              <a:gd name="T28" fmla="*/ 40 w 192"/>
              <a:gd name="T29" fmla="*/ 30 h 176"/>
              <a:gd name="T30" fmla="*/ 37 w 192"/>
              <a:gd name="T31" fmla="*/ 34 h 176"/>
              <a:gd name="T32" fmla="*/ 34 w 192"/>
              <a:gd name="T33" fmla="*/ 38 h 176"/>
              <a:gd name="T34" fmla="*/ 32 w 192"/>
              <a:gd name="T35" fmla="*/ 43 h 176"/>
              <a:gd name="T36" fmla="*/ 30 w 192"/>
              <a:gd name="T37" fmla="*/ 47 h 176"/>
              <a:gd name="T38" fmla="*/ 33 w 192"/>
              <a:gd name="T39" fmla="*/ 54 h 176"/>
              <a:gd name="T40" fmla="*/ 33 w 192"/>
              <a:gd name="T41" fmla="*/ 106 h 176"/>
              <a:gd name="T42" fmla="*/ 0 w 192"/>
              <a:gd name="T43" fmla="*/ 80 h 176"/>
              <a:gd name="T44" fmla="*/ 96 w 192"/>
              <a:gd name="T45" fmla="*/ 0 h 176"/>
              <a:gd name="T46" fmla="*/ 96 w 192"/>
              <a:gd name="T47" fmla="*/ 0 h 176"/>
              <a:gd name="T48" fmla="*/ 192 w 192"/>
              <a:gd name="T49" fmla="*/ 80 h 176"/>
              <a:gd name="T50" fmla="*/ 148 w 192"/>
              <a:gd name="T51" fmla="*/ 84 h 176"/>
              <a:gd name="T52" fmla="*/ 144 w 192"/>
              <a:gd name="T53" fmla="*/ 83 h 176"/>
              <a:gd name="T54" fmla="*/ 141 w 192"/>
              <a:gd name="T55" fmla="*/ 81 h 176"/>
              <a:gd name="T56" fmla="*/ 136 w 192"/>
              <a:gd name="T57" fmla="*/ 79 h 176"/>
              <a:gd name="T58" fmla="*/ 132 w 192"/>
              <a:gd name="T59" fmla="*/ 76 h 176"/>
              <a:gd name="T60" fmla="*/ 127 w 192"/>
              <a:gd name="T61" fmla="*/ 72 h 176"/>
              <a:gd name="T62" fmla="*/ 123 w 192"/>
              <a:gd name="T63" fmla="*/ 68 h 176"/>
              <a:gd name="T64" fmla="*/ 119 w 192"/>
              <a:gd name="T65" fmla="*/ 62 h 176"/>
              <a:gd name="T66" fmla="*/ 83 w 192"/>
              <a:gd name="T67" fmla="*/ 88 h 176"/>
              <a:gd name="T68" fmla="*/ 88 w 192"/>
              <a:gd name="T69" fmla="*/ 56 h 176"/>
              <a:gd name="T70" fmla="*/ 85 w 192"/>
              <a:gd name="T71" fmla="*/ 61 h 176"/>
              <a:gd name="T72" fmla="*/ 82 w 192"/>
              <a:gd name="T73" fmla="*/ 66 h 176"/>
              <a:gd name="T74" fmla="*/ 74 w 192"/>
              <a:gd name="T75" fmla="*/ 76 h 176"/>
              <a:gd name="T76" fmla="*/ 70 w 192"/>
              <a:gd name="T77" fmla="*/ 79 h 176"/>
              <a:gd name="T78" fmla="*/ 66 w 192"/>
              <a:gd name="T79" fmla="*/ 83 h 176"/>
              <a:gd name="T80" fmla="*/ 61 w 192"/>
              <a:gd name="T81" fmla="*/ 87 h 176"/>
              <a:gd name="T82" fmla="*/ 57 w 192"/>
              <a:gd name="T83" fmla="*/ 89 h 176"/>
              <a:gd name="T84" fmla="*/ 54 w 192"/>
              <a:gd name="T85" fmla="*/ 91 h 176"/>
              <a:gd name="T86" fmla="*/ 51 w 192"/>
              <a:gd name="T87" fmla="*/ 93 h 176"/>
              <a:gd name="T88" fmla="*/ 49 w 192"/>
              <a:gd name="T89" fmla="*/ 95 h 176"/>
              <a:gd name="T90" fmla="*/ 96 w 192"/>
              <a:gd name="T91" fmla="*/ 165 h 176"/>
              <a:gd name="T92" fmla="*/ 113 w 192"/>
              <a:gd name="T93" fmla="*/ 147 h 176"/>
              <a:gd name="T94" fmla="*/ 95 w 192"/>
              <a:gd name="T95" fmla="*/ 143 h 176"/>
              <a:gd name="T96" fmla="*/ 113 w 192"/>
              <a:gd name="T97" fmla="*/ 140 h 176"/>
              <a:gd name="T98" fmla="*/ 148 w 192"/>
              <a:gd name="T99" fmla="*/ 84 h 176"/>
              <a:gd name="T100" fmla="*/ 136 w 192"/>
              <a:gd name="T101" fmla="*/ 108 h 176"/>
              <a:gd name="T102" fmla="*/ 119 w 192"/>
              <a:gd name="T103" fmla="*/ 97 h 176"/>
              <a:gd name="T104" fmla="*/ 92 w 192"/>
              <a:gd name="T105" fmla="*/ 108 h 176"/>
              <a:gd name="T106" fmla="*/ 75 w 192"/>
              <a:gd name="T107" fmla="*/ 97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2" h="176">
                <a:moveTo>
                  <a:pt x="169" y="109"/>
                </a:moveTo>
                <a:cubicBezTo>
                  <a:pt x="167" y="117"/>
                  <a:pt x="164" y="124"/>
                  <a:pt x="159" y="129"/>
                </a:cubicBezTo>
                <a:cubicBezTo>
                  <a:pt x="164" y="155"/>
                  <a:pt x="171" y="161"/>
                  <a:pt x="177" y="162"/>
                </a:cubicBezTo>
                <a:cubicBezTo>
                  <a:pt x="175" y="165"/>
                  <a:pt x="143" y="174"/>
                  <a:pt x="128" y="156"/>
                </a:cubicBezTo>
                <a:cubicBezTo>
                  <a:pt x="119" y="168"/>
                  <a:pt x="108" y="176"/>
                  <a:pt x="96" y="176"/>
                </a:cubicBezTo>
                <a:cubicBezTo>
                  <a:pt x="86" y="176"/>
                  <a:pt x="75" y="169"/>
                  <a:pt x="66" y="158"/>
                </a:cubicBezTo>
                <a:cubicBezTo>
                  <a:pt x="51" y="173"/>
                  <a:pt x="20" y="162"/>
                  <a:pt x="20" y="162"/>
                </a:cubicBezTo>
                <a:cubicBezTo>
                  <a:pt x="20" y="162"/>
                  <a:pt x="34" y="156"/>
                  <a:pt x="39" y="102"/>
                </a:cubicBezTo>
                <a:cubicBezTo>
                  <a:pt x="37" y="94"/>
                  <a:pt x="36" y="85"/>
                  <a:pt x="36" y="77"/>
                </a:cubicBezTo>
                <a:cubicBezTo>
                  <a:pt x="36" y="33"/>
                  <a:pt x="67" y="16"/>
                  <a:pt x="96" y="16"/>
                </a:cubicBezTo>
                <a:cubicBezTo>
                  <a:pt x="126" y="16"/>
                  <a:pt x="156" y="33"/>
                  <a:pt x="156" y="77"/>
                </a:cubicBezTo>
                <a:cubicBezTo>
                  <a:pt x="156" y="84"/>
                  <a:pt x="155" y="91"/>
                  <a:pt x="154" y="98"/>
                </a:cubicBezTo>
                <a:cubicBezTo>
                  <a:pt x="155" y="106"/>
                  <a:pt x="156" y="113"/>
                  <a:pt x="157" y="119"/>
                </a:cubicBezTo>
                <a:cubicBezTo>
                  <a:pt x="159" y="116"/>
                  <a:pt x="161" y="112"/>
                  <a:pt x="162" y="107"/>
                </a:cubicBezTo>
                <a:cubicBezTo>
                  <a:pt x="161" y="107"/>
                  <a:pt x="160" y="107"/>
                  <a:pt x="159" y="106"/>
                </a:cubicBezTo>
                <a:cubicBezTo>
                  <a:pt x="162" y="97"/>
                  <a:pt x="164" y="88"/>
                  <a:pt x="164" y="79"/>
                </a:cubicBezTo>
                <a:cubicBezTo>
                  <a:pt x="164" y="70"/>
                  <a:pt x="162" y="61"/>
                  <a:pt x="159" y="54"/>
                </a:cubicBezTo>
                <a:cubicBezTo>
                  <a:pt x="161" y="53"/>
                  <a:pt x="162" y="52"/>
                  <a:pt x="164" y="52"/>
                </a:cubicBezTo>
                <a:cubicBezTo>
                  <a:pt x="156" y="26"/>
                  <a:pt x="129" y="7"/>
                  <a:pt x="96" y="7"/>
                </a:cubicBezTo>
                <a:cubicBezTo>
                  <a:pt x="96" y="7"/>
                  <a:pt x="96" y="7"/>
                  <a:pt x="96" y="7"/>
                </a:cubicBezTo>
                <a:cubicBezTo>
                  <a:pt x="96" y="7"/>
                  <a:pt x="96" y="7"/>
                  <a:pt x="96" y="7"/>
                </a:cubicBezTo>
                <a:cubicBezTo>
                  <a:pt x="96" y="7"/>
                  <a:pt x="96" y="7"/>
                  <a:pt x="96" y="7"/>
                </a:cubicBezTo>
                <a:cubicBezTo>
                  <a:pt x="96" y="7"/>
                  <a:pt x="96" y="7"/>
                  <a:pt x="96" y="7"/>
                </a:cubicBezTo>
                <a:cubicBezTo>
                  <a:pt x="79" y="7"/>
                  <a:pt x="64" y="12"/>
                  <a:pt x="52" y="20"/>
                </a:cubicBezTo>
                <a:cubicBezTo>
                  <a:pt x="52" y="20"/>
                  <a:pt x="52" y="20"/>
                  <a:pt x="52" y="20"/>
                </a:cubicBezTo>
                <a:cubicBezTo>
                  <a:pt x="51" y="21"/>
                  <a:pt x="49" y="22"/>
                  <a:pt x="48" y="23"/>
                </a:cubicBezTo>
                <a:cubicBezTo>
                  <a:pt x="48" y="23"/>
                  <a:pt x="48" y="23"/>
                  <a:pt x="48" y="23"/>
                </a:cubicBezTo>
                <a:cubicBezTo>
                  <a:pt x="46" y="24"/>
                  <a:pt x="45" y="25"/>
                  <a:pt x="44" y="26"/>
                </a:cubicBezTo>
                <a:cubicBezTo>
                  <a:pt x="44" y="27"/>
                  <a:pt x="44" y="27"/>
                  <a:pt x="43" y="27"/>
                </a:cubicBezTo>
                <a:cubicBezTo>
                  <a:pt x="42" y="28"/>
                  <a:pt x="41" y="29"/>
                  <a:pt x="40" y="30"/>
                </a:cubicBezTo>
                <a:cubicBezTo>
                  <a:pt x="40" y="30"/>
                  <a:pt x="40" y="31"/>
                  <a:pt x="40" y="31"/>
                </a:cubicBezTo>
                <a:cubicBezTo>
                  <a:pt x="39" y="32"/>
                  <a:pt x="38" y="33"/>
                  <a:pt x="37" y="34"/>
                </a:cubicBezTo>
                <a:cubicBezTo>
                  <a:pt x="37" y="34"/>
                  <a:pt x="36" y="35"/>
                  <a:pt x="36" y="36"/>
                </a:cubicBezTo>
                <a:cubicBezTo>
                  <a:pt x="35" y="36"/>
                  <a:pt x="35" y="37"/>
                  <a:pt x="34" y="38"/>
                </a:cubicBezTo>
                <a:cubicBezTo>
                  <a:pt x="34" y="39"/>
                  <a:pt x="33" y="40"/>
                  <a:pt x="33" y="40"/>
                </a:cubicBezTo>
                <a:cubicBezTo>
                  <a:pt x="33" y="41"/>
                  <a:pt x="32" y="42"/>
                  <a:pt x="32" y="43"/>
                </a:cubicBezTo>
                <a:cubicBezTo>
                  <a:pt x="31" y="43"/>
                  <a:pt x="31" y="44"/>
                  <a:pt x="30" y="45"/>
                </a:cubicBezTo>
                <a:cubicBezTo>
                  <a:pt x="30" y="46"/>
                  <a:pt x="30" y="47"/>
                  <a:pt x="30" y="47"/>
                </a:cubicBezTo>
                <a:cubicBezTo>
                  <a:pt x="29" y="49"/>
                  <a:pt x="28" y="50"/>
                  <a:pt x="28" y="52"/>
                </a:cubicBezTo>
                <a:cubicBezTo>
                  <a:pt x="30" y="52"/>
                  <a:pt x="31" y="53"/>
                  <a:pt x="33" y="54"/>
                </a:cubicBezTo>
                <a:cubicBezTo>
                  <a:pt x="30" y="61"/>
                  <a:pt x="28" y="70"/>
                  <a:pt x="28" y="79"/>
                </a:cubicBezTo>
                <a:cubicBezTo>
                  <a:pt x="28" y="88"/>
                  <a:pt x="30" y="97"/>
                  <a:pt x="33" y="106"/>
                </a:cubicBezTo>
                <a:cubicBezTo>
                  <a:pt x="30" y="108"/>
                  <a:pt x="27" y="109"/>
                  <a:pt x="23" y="109"/>
                </a:cubicBezTo>
                <a:cubicBezTo>
                  <a:pt x="10" y="109"/>
                  <a:pt x="0" y="96"/>
                  <a:pt x="0" y="80"/>
                </a:cubicBezTo>
                <a:cubicBezTo>
                  <a:pt x="0" y="66"/>
                  <a:pt x="8" y="54"/>
                  <a:pt x="19" y="52"/>
                </a:cubicBezTo>
                <a:cubicBezTo>
                  <a:pt x="27" y="22"/>
                  <a:pt x="58" y="0"/>
                  <a:pt x="96" y="0"/>
                </a:cubicBezTo>
                <a:cubicBezTo>
                  <a:pt x="96" y="0"/>
                  <a:pt x="96" y="0"/>
                  <a:pt x="96" y="0"/>
                </a:cubicBezTo>
                <a:cubicBezTo>
                  <a:pt x="96" y="0"/>
                  <a:pt x="96" y="0"/>
                  <a:pt x="96" y="0"/>
                </a:cubicBezTo>
                <a:cubicBezTo>
                  <a:pt x="134" y="0"/>
                  <a:pt x="165" y="22"/>
                  <a:pt x="173" y="52"/>
                </a:cubicBezTo>
                <a:cubicBezTo>
                  <a:pt x="184" y="54"/>
                  <a:pt x="192" y="66"/>
                  <a:pt x="192" y="80"/>
                </a:cubicBezTo>
                <a:cubicBezTo>
                  <a:pt x="192" y="96"/>
                  <a:pt x="182" y="109"/>
                  <a:pt x="169" y="109"/>
                </a:cubicBezTo>
                <a:close/>
                <a:moveTo>
                  <a:pt x="148" y="84"/>
                </a:moveTo>
                <a:cubicBezTo>
                  <a:pt x="147" y="83"/>
                  <a:pt x="146" y="83"/>
                  <a:pt x="145" y="83"/>
                </a:cubicBezTo>
                <a:cubicBezTo>
                  <a:pt x="145" y="83"/>
                  <a:pt x="144" y="83"/>
                  <a:pt x="144" y="83"/>
                </a:cubicBezTo>
                <a:cubicBezTo>
                  <a:pt x="143" y="82"/>
                  <a:pt x="142" y="82"/>
                  <a:pt x="141" y="81"/>
                </a:cubicBezTo>
                <a:cubicBezTo>
                  <a:pt x="141" y="81"/>
                  <a:pt x="141" y="81"/>
                  <a:pt x="141" y="81"/>
                </a:cubicBezTo>
                <a:cubicBezTo>
                  <a:pt x="139" y="81"/>
                  <a:pt x="138" y="80"/>
                  <a:pt x="137" y="79"/>
                </a:cubicBezTo>
                <a:cubicBezTo>
                  <a:pt x="137" y="79"/>
                  <a:pt x="136" y="79"/>
                  <a:pt x="136" y="79"/>
                </a:cubicBezTo>
                <a:cubicBezTo>
                  <a:pt x="135" y="78"/>
                  <a:pt x="134" y="77"/>
                  <a:pt x="132" y="76"/>
                </a:cubicBezTo>
                <a:cubicBezTo>
                  <a:pt x="132" y="76"/>
                  <a:pt x="132" y="76"/>
                  <a:pt x="132" y="76"/>
                </a:cubicBezTo>
                <a:cubicBezTo>
                  <a:pt x="131" y="75"/>
                  <a:pt x="129" y="74"/>
                  <a:pt x="128" y="73"/>
                </a:cubicBezTo>
                <a:cubicBezTo>
                  <a:pt x="128" y="73"/>
                  <a:pt x="127" y="72"/>
                  <a:pt x="127" y="72"/>
                </a:cubicBezTo>
                <a:cubicBezTo>
                  <a:pt x="126" y="71"/>
                  <a:pt x="125" y="70"/>
                  <a:pt x="123" y="68"/>
                </a:cubicBezTo>
                <a:cubicBezTo>
                  <a:pt x="123" y="68"/>
                  <a:pt x="123" y="68"/>
                  <a:pt x="123" y="68"/>
                </a:cubicBezTo>
                <a:cubicBezTo>
                  <a:pt x="122" y="66"/>
                  <a:pt x="121" y="65"/>
                  <a:pt x="120" y="63"/>
                </a:cubicBezTo>
                <a:cubicBezTo>
                  <a:pt x="120" y="63"/>
                  <a:pt x="119" y="62"/>
                  <a:pt x="119" y="62"/>
                </a:cubicBezTo>
                <a:cubicBezTo>
                  <a:pt x="118" y="60"/>
                  <a:pt x="117" y="58"/>
                  <a:pt x="116" y="56"/>
                </a:cubicBezTo>
                <a:cubicBezTo>
                  <a:pt x="106" y="86"/>
                  <a:pt x="83" y="88"/>
                  <a:pt x="83" y="88"/>
                </a:cubicBezTo>
                <a:cubicBezTo>
                  <a:pt x="83" y="88"/>
                  <a:pt x="93" y="75"/>
                  <a:pt x="91" y="51"/>
                </a:cubicBezTo>
                <a:cubicBezTo>
                  <a:pt x="90" y="52"/>
                  <a:pt x="89" y="54"/>
                  <a:pt x="88" y="56"/>
                </a:cubicBezTo>
                <a:cubicBezTo>
                  <a:pt x="88" y="56"/>
                  <a:pt x="88" y="57"/>
                  <a:pt x="88" y="57"/>
                </a:cubicBezTo>
                <a:cubicBezTo>
                  <a:pt x="87" y="59"/>
                  <a:pt x="86" y="60"/>
                  <a:pt x="85" y="61"/>
                </a:cubicBezTo>
                <a:cubicBezTo>
                  <a:pt x="85" y="62"/>
                  <a:pt x="85" y="62"/>
                  <a:pt x="84" y="63"/>
                </a:cubicBezTo>
                <a:cubicBezTo>
                  <a:pt x="84" y="64"/>
                  <a:pt x="83" y="65"/>
                  <a:pt x="82" y="66"/>
                </a:cubicBezTo>
                <a:cubicBezTo>
                  <a:pt x="82" y="66"/>
                  <a:pt x="81" y="67"/>
                  <a:pt x="81" y="67"/>
                </a:cubicBezTo>
                <a:cubicBezTo>
                  <a:pt x="79" y="70"/>
                  <a:pt x="76" y="73"/>
                  <a:pt x="74" y="76"/>
                </a:cubicBezTo>
                <a:cubicBezTo>
                  <a:pt x="73" y="76"/>
                  <a:pt x="73" y="76"/>
                  <a:pt x="73" y="77"/>
                </a:cubicBezTo>
                <a:cubicBezTo>
                  <a:pt x="72" y="78"/>
                  <a:pt x="71" y="78"/>
                  <a:pt x="70" y="79"/>
                </a:cubicBezTo>
                <a:cubicBezTo>
                  <a:pt x="69" y="80"/>
                  <a:pt x="69" y="80"/>
                  <a:pt x="69" y="80"/>
                </a:cubicBezTo>
                <a:cubicBezTo>
                  <a:pt x="68" y="81"/>
                  <a:pt x="67" y="82"/>
                  <a:pt x="66" y="83"/>
                </a:cubicBezTo>
                <a:cubicBezTo>
                  <a:pt x="65" y="83"/>
                  <a:pt x="65" y="83"/>
                  <a:pt x="65" y="84"/>
                </a:cubicBezTo>
                <a:cubicBezTo>
                  <a:pt x="63" y="85"/>
                  <a:pt x="62" y="86"/>
                  <a:pt x="61" y="87"/>
                </a:cubicBezTo>
                <a:cubicBezTo>
                  <a:pt x="61" y="87"/>
                  <a:pt x="61" y="87"/>
                  <a:pt x="61" y="87"/>
                </a:cubicBezTo>
                <a:cubicBezTo>
                  <a:pt x="60" y="88"/>
                  <a:pt x="58" y="88"/>
                  <a:pt x="57" y="89"/>
                </a:cubicBezTo>
                <a:cubicBezTo>
                  <a:pt x="57" y="89"/>
                  <a:pt x="57" y="90"/>
                  <a:pt x="56" y="90"/>
                </a:cubicBezTo>
                <a:cubicBezTo>
                  <a:pt x="56" y="90"/>
                  <a:pt x="55" y="91"/>
                  <a:pt x="54" y="91"/>
                </a:cubicBezTo>
                <a:cubicBezTo>
                  <a:pt x="54" y="92"/>
                  <a:pt x="53" y="92"/>
                  <a:pt x="53" y="92"/>
                </a:cubicBezTo>
                <a:cubicBezTo>
                  <a:pt x="52" y="92"/>
                  <a:pt x="52" y="93"/>
                  <a:pt x="51" y="93"/>
                </a:cubicBezTo>
                <a:cubicBezTo>
                  <a:pt x="51" y="93"/>
                  <a:pt x="50" y="94"/>
                  <a:pt x="50" y="94"/>
                </a:cubicBezTo>
                <a:cubicBezTo>
                  <a:pt x="49" y="94"/>
                  <a:pt x="49" y="94"/>
                  <a:pt x="49" y="95"/>
                </a:cubicBezTo>
                <a:cubicBezTo>
                  <a:pt x="48" y="95"/>
                  <a:pt x="46" y="96"/>
                  <a:pt x="46" y="96"/>
                </a:cubicBezTo>
                <a:cubicBezTo>
                  <a:pt x="52" y="130"/>
                  <a:pt x="75" y="165"/>
                  <a:pt x="96" y="165"/>
                </a:cubicBezTo>
                <a:cubicBezTo>
                  <a:pt x="107" y="165"/>
                  <a:pt x="117" y="157"/>
                  <a:pt x="126" y="146"/>
                </a:cubicBezTo>
                <a:cubicBezTo>
                  <a:pt x="121" y="147"/>
                  <a:pt x="116" y="147"/>
                  <a:pt x="113" y="147"/>
                </a:cubicBezTo>
                <a:cubicBezTo>
                  <a:pt x="112" y="151"/>
                  <a:pt x="108" y="153"/>
                  <a:pt x="104" y="153"/>
                </a:cubicBezTo>
                <a:cubicBezTo>
                  <a:pt x="99" y="153"/>
                  <a:pt x="95" y="148"/>
                  <a:pt x="95" y="143"/>
                </a:cubicBezTo>
                <a:cubicBezTo>
                  <a:pt x="95" y="138"/>
                  <a:pt x="99" y="133"/>
                  <a:pt x="104" y="133"/>
                </a:cubicBezTo>
                <a:cubicBezTo>
                  <a:pt x="109" y="133"/>
                  <a:pt x="112" y="136"/>
                  <a:pt x="113" y="140"/>
                </a:cubicBezTo>
                <a:cubicBezTo>
                  <a:pt x="118" y="140"/>
                  <a:pt x="125" y="139"/>
                  <a:pt x="131" y="137"/>
                </a:cubicBezTo>
                <a:cubicBezTo>
                  <a:pt x="140" y="121"/>
                  <a:pt x="147" y="102"/>
                  <a:pt x="148" y="84"/>
                </a:cubicBezTo>
                <a:close/>
                <a:moveTo>
                  <a:pt x="119" y="97"/>
                </a:moveTo>
                <a:cubicBezTo>
                  <a:pt x="128" y="97"/>
                  <a:pt x="135" y="102"/>
                  <a:pt x="136" y="108"/>
                </a:cubicBezTo>
                <a:cubicBezTo>
                  <a:pt x="102" y="108"/>
                  <a:pt x="102" y="108"/>
                  <a:pt x="102" y="108"/>
                </a:cubicBezTo>
                <a:cubicBezTo>
                  <a:pt x="104" y="102"/>
                  <a:pt x="111" y="97"/>
                  <a:pt x="119" y="97"/>
                </a:cubicBezTo>
                <a:close/>
                <a:moveTo>
                  <a:pt x="75" y="97"/>
                </a:moveTo>
                <a:cubicBezTo>
                  <a:pt x="84" y="97"/>
                  <a:pt x="91" y="102"/>
                  <a:pt x="92" y="108"/>
                </a:cubicBezTo>
                <a:cubicBezTo>
                  <a:pt x="58" y="108"/>
                  <a:pt x="58" y="108"/>
                  <a:pt x="58" y="108"/>
                </a:cubicBezTo>
                <a:cubicBezTo>
                  <a:pt x="60" y="102"/>
                  <a:pt x="67" y="97"/>
                  <a:pt x="75" y="97"/>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61"/>
          <p:cNvSpPr>
            <a:spLocks noEditPoints="1"/>
          </p:cNvSpPr>
          <p:nvPr/>
        </p:nvSpPr>
        <p:spPr bwMode="auto">
          <a:xfrm>
            <a:off x="8709549" y="4832438"/>
            <a:ext cx="330200" cy="393700"/>
          </a:xfrm>
          <a:custGeom>
            <a:avLst/>
            <a:gdLst>
              <a:gd name="T0" fmla="*/ 105 w 208"/>
              <a:gd name="T1" fmla="*/ 203 h 248"/>
              <a:gd name="T2" fmla="*/ 0 w 208"/>
              <a:gd name="T3" fmla="*/ 248 h 248"/>
              <a:gd name="T4" fmla="*/ 105 w 208"/>
              <a:gd name="T5" fmla="*/ 0 h 248"/>
              <a:gd name="T6" fmla="*/ 208 w 208"/>
              <a:gd name="T7" fmla="*/ 248 h 248"/>
              <a:gd name="T8" fmla="*/ 105 w 208"/>
              <a:gd name="T9" fmla="*/ 203 h 248"/>
              <a:gd name="T10" fmla="*/ 103 w 208"/>
              <a:gd name="T11" fmla="*/ 45 h 248"/>
              <a:gd name="T12" fmla="*/ 31 w 208"/>
              <a:gd name="T13" fmla="*/ 215 h 248"/>
              <a:gd name="T14" fmla="*/ 103 w 208"/>
              <a:gd name="T15" fmla="*/ 184 h 248"/>
              <a:gd name="T16" fmla="*/ 103 w 208"/>
              <a:gd name="T17" fmla="*/ 45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8" h="248">
                <a:moveTo>
                  <a:pt x="105" y="203"/>
                </a:moveTo>
                <a:lnTo>
                  <a:pt x="0" y="248"/>
                </a:lnTo>
                <a:lnTo>
                  <a:pt x="105" y="0"/>
                </a:lnTo>
                <a:lnTo>
                  <a:pt x="208" y="248"/>
                </a:lnTo>
                <a:lnTo>
                  <a:pt x="105" y="203"/>
                </a:lnTo>
                <a:close/>
                <a:moveTo>
                  <a:pt x="103" y="45"/>
                </a:moveTo>
                <a:lnTo>
                  <a:pt x="31" y="215"/>
                </a:lnTo>
                <a:lnTo>
                  <a:pt x="103" y="184"/>
                </a:lnTo>
                <a:lnTo>
                  <a:pt x="103" y="45"/>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62"/>
          <p:cNvSpPr>
            <a:spLocks noEditPoints="1"/>
          </p:cNvSpPr>
          <p:nvPr/>
        </p:nvSpPr>
        <p:spPr bwMode="auto">
          <a:xfrm>
            <a:off x="9169924" y="4832438"/>
            <a:ext cx="390525" cy="387350"/>
          </a:xfrm>
          <a:custGeom>
            <a:avLst/>
            <a:gdLst>
              <a:gd name="T0" fmla="*/ 99 w 197"/>
              <a:gd name="T1" fmla="*/ 0 h 196"/>
              <a:gd name="T2" fmla="*/ 0 w 197"/>
              <a:gd name="T3" fmla="*/ 98 h 196"/>
              <a:gd name="T4" fmla="*/ 99 w 197"/>
              <a:gd name="T5" fmla="*/ 196 h 196"/>
              <a:gd name="T6" fmla="*/ 197 w 197"/>
              <a:gd name="T7" fmla="*/ 98 h 196"/>
              <a:gd name="T8" fmla="*/ 99 w 197"/>
              <a:gd name="T9" fmla="*/ 0 h 196"/>
              <a:gd name="T10" fmla="*/ 99 w 197"/>
              <a:gd name="T11" fmla="*/ 174 h 196"/>
              <a:gd name="T12" fmla="*/ 23 w 197"/>
              <a:gd name="T13" fmla="*/ 98 h 196"/>
              <a:gd name="T14" fmla="*/ 99 w 197"/>
              <a:gd name="T15" fmla="*/ 22 h 196"/>
              <a:gd name="T16" fmla="*/ 174 w 197"/>
              <a:gd name="T17" fmla="*/ 98 h 196"/>
              <a:gd name="T18" fmla="*/ 99 w 197"/>
              <a:gd name="T19" fmla="*/ 174 h 196"/>
              <a:gd name="T20" fmla="*/ 56 w 197"/>
              <a:gd name="T21" fmla="*/ 141 h 196"/>
              <a:gd name="T22" fmla="*/ 115 w 197"/>
              <a:gd name="T23" fmla="*/ 114 h 196"/>
              <a:gd name="T24" fmla="*/ 141 w 197"/>
              <a:gd name="T25" fmla="*/ 55 h 196"/>
              <a:gd name="T26" fmla="*/ 83 w 197"/>
              <a:gd name="T27" fmla="*/ 82 h 196"/>
              <a:gd name="T28" fmla="*/ 56 w 197"/>
              <a:gd name="T29" fmla="*/ 141 h 196"/>
              <a:gd name="T30" fmla="*/ 109 w 197"/>
              <a:gd name="T31" fmla="*/ 109 h 196"/>
              <a:gd name="T32" fmla="*/ 66 w 197"/>
              <a:gd name="T33" fmla="*/ 130 h 196"/>
              <a:gd name="T34" fmla="*/ 88 w 197"/>
              <a:gd name="T35" fmla="*/ 87 h 196"/>
              <a:gd name="T36" fmla="*/ 109 w 197"/>
              <a:gd name="T37" fmla="*/ 109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7" h="196">
                <a:moveTo>
                  <a:pt x="99" y="0"/>
                </a:moveTo>
                <a:cubicBezTo>
                  <a:pt x="44" y="0"/>
                  <a:pt x="0" y="44"/>
                  <a:pt x="0" y="98"/>
                </a:cubicBezTo>
                <a:cubicBezTo>
                  <a:pt x="0" y="152"/>
                  <a:pt x="44" y="196"/>
                  <a:pt x="99" y="196"/>
                </a:cubicBezTo>
                <a:cubicBezTo>
                  <a:pt x="153" y="196"/>
                  <a:pt x="197" y="152"/>
                  <a:pt x="197" y="98"/>
                </a:cubicBezTo>
                <a:cubicBezTo>
                  <a:pt x="197" y="44"/>
                  <a:pt x="153" y="0"/>
                  <a:pt x="99" y="0"/>
                </a:cubicBezTo>
                <a:close/>
                <a:moveTo>
                  <a:pt x="99" y="174"/>
                </a:moveTo>
                <a:cubicBezTo>
                  <a:pt x="57" y="174"/>
                  <a:pt x="23" y="140"/>
                  <a:pt x="23" y="98"/>
                </a:cubicBezTo>
                <a:cubicBezTo>
                  <a:pt x="23" y="56"/>
                  <a:pt x="57" y="22"/>
                  <a:pt x="99" y="22"/>
                </a:cubicBezTo>
                <a:cubicBezTo>
                  <a:pt x="140" y="22"/>
                  <a:pt x="174" y="56"/>
                  <a:pt x="174" y="98"/>
                </a:cubicBezTo>
                <a:cubicBezTo>
                  <a:pt x="174" y="140"/>
                  <a:pt x="140" y="174"/>
                  <a:pt x="99" y="174"/>
                </a:cubicBezTo>
                <a:close/>
                <a:moveTo>
                  <a:pt x="56" y="141"/>
                </a:moveTo>
                <a:cubicBezTo>
                  <a:pt x="115" y="114"/>
                  <a:pt x="115" y="114"/>
                  <a:pt x="115" y="114"/>
                </a:cubicBezTo>
                <a:cubicBezTo>
                  <a:pt x="141" y="55"/>
                  <a:pt x="141" y="55"/>
                  <a:pt x="141" y="55"/>
                </a:cubicBezTo>
                <a:cubicBezTo>
                  <a:pt x="83" y="82"/>
                  <a:pt x="83" y="82"/>
                  <a:pt x="83" y="82"/>
                </a:cubicBezTo>
                <a:lnTo>
                  <a:pt x="56" y="141"/>
                </a:lnTo>
                <a:close/>
                <a:moveTo>
                  <a:pt x="109" y="109"/>
                </a:moveTo>
                <a:cubicBezTo>
                  <a:pt x="66" y="130"/>
                  <a:pt x="66" y="130"/>
                  <a:pt x="66" y="130"/>
                </a:cubicBezTo>
                <a:cubicBezTo>
                  <a:pt x="88" y="87"/>
                  <a:pt x="88" y="87"/>
                  <a:pt x="88" y="87"/>
                </a:cubicBezTo>
                <a:lnTo>
                  <a:pt x="109" y="109"/>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63"/>
          <p:cNvSpPr>
            <a:spLocks noEditPoints="1"/>
          </p:cNvSpPr>
          <p:nvPr/>
        </p:nvSpPr>
        <p:spPr bwMode="auto">
          <a:xfrm>
            <a:off x="9660462" y="4889588"/>
            <a:ext cx="392113" cy="273050"/>
          </a:xfrm>
          <a:custGeom>
            <a:avLst/>
            <a:gdLst>
              <a:gd name="T0" fmla="*/ 186 w 247"/>
              <a:gd name="T1" fmla="*/ 147 h 172"/>
              <a:gd name="T2" fmla="*/ 125 w 247"/>
              <a:gd name="T3" fmla="*/ 172 h 172"/>
              <a:gd name="T4" fmla="*/ 60 w 247"/>
              <a:gd name="T5" fmla="*/ 148 h 172"/>
              <a:gd name="T6" fmla="*/ 0 w 247"/>
              <a:gd name="T7" fmla="*/ 172 h 172"/>
              <a:gd name="T8" fmla="*/ 18 w 247"/>
              <a:gd name="T9" fmla="*/ 17 h 172"/>
              <a:gd name="T10" fmla="*/ 68 w 247"/>
              <a:gd name="T11" fmla="*/ 0 h 172"/>
              <a:gd name="T12" fmla="*/ 119 w 247"/>
              <a:gd name="T13" fmla="*/ 16 h 172"/>
              <a:gd name="T14" fmla="*/ 168 w 247"/>
              <a:gd name="T15" fmla="*/ 1 h 172"/>
              <a:gd name="T16" fmla="*/ 213 w 247"/>
              <a:gd name="T17" fmla="*/ 9 h 172"/>
              <a:gd name="T18" fmla="*/ 247 w 247"/>
              <a:gd name="T19" fmla="*/ 172 h 172"/>
              <a:gd name="T20" fmla="*/ 186 w 247"/>
              <a:gd name="T21" fmla="*/ 147 h 172"/>
              <a:gd name="T22" fmla="*/ 71 w 247"/>
              <a:gd name="T23" fmla="*/ 10 h 172"/>
              <a:gd name="T24" fmla="*/ 64 w 247"/>
              <a:gd name="T25" fmla="*/ 136 h 172"/>
              <a:gd name="T26" fmla="*/ 124 w 247"/>
              <a:gd name="T27" fmla="*/ 162 h 172"/>
              <a:gd name="T28" fmla="*/ 120 w 247"/>
              <a:gd name="T29" fmla="*/ 26 h 172"/>
              <a:gd name="T30" fmla="*/ 120 w 247"/>
              <a:gd name="T31" fmla="*/ 26 h 172"/>
              <a:gd name="T32" fmla="*/ 71 w 247"/>
              <a:gd name="T33" fmla="*/ 10 h 172"/>
              <a:gd name="T34" fmla="*/ 207 w 247"/>
              <a:gd name="T35" fmla="*/ 17 h 172"/>
              <a:gd name="T36" fmla="*/ 170 w 247"/>
              <a:gd name="T37" fmla="*/ 12 h 172"/>
              <a:gd name="T38" fmla="*/ 183 w 247"/>
              <a:gd name="T39" fmla="*/ 133 h 172"/>
              <a:gd name="T40" fmla="*/ 232 w 247"/>
              <a:gd name="T41" fmla="*/ 154 h 172"/>
              <a:gd name="T42" fmla="*/ 207 w 247"/>
              <a:gd name="T43" fmla="*/ 17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7" h="172">
                <a:moveTo>
                  <a:pt x="186" y="147"/>
                </a:moveTo>
                <a:lnTo>
                  <a:pt x="125" y="172"/>
                </a:lnTo>
                <a:lnTo>
                  <a:pt x="60" y="148"/>
                </a:lnTo>
                <a:lnTo>
                  <a:pt x="0" y="172"/>
                </a:lnTo>
                <a:lnTo>
                  <a:pt x="18" y="17"/>
                </a:lnTo>
                <a:lnTo>
                  <a:pt x="68" y="0"/>
                </a:lnTo>
                <a:lnTo>
                  <a:pt x="119" y="16"/>
                </a:lnTo>
                <a:lnTo>
                  <a:pt x="168" y="1"/>
                </a:lnTo>
                <a:lnTo>
                  <a:pt x="213" y="9"/>
                </a:lnTo>
                <a:lnTo>
                  <a:pt x="247" y="172"/>
                </a:lnTo>
                <a:lnTo>
                  <a:pt x="186" y="147"/>
                </a:lnTo>
                <a:close/>
                <a:moveTo>
                  <a:pt x="71" y="10"/>
                </a:moveTo>
                <a:lnTo>
                  <a:pt x="64" y="136"/>
                </a:lnTo>
                <a:lnTo>
                  <a:pt x="124" y="162"/>
                </a:lnTo>
                <a:lnTo>
                  <a:pt x="120" y="26"/>
                </a:lnTo>
                <a:lnTo>
                  <a:pt x="120" y="26"/>
                </a:lnTo>
                <a:lnTo>
                  <a:pt x="71" y="10"/>
                </a:lnTo>
                <a:close/>
                <a:moveTo>
                  <a:pt x="207" y="17"/>
                </a:moveTo>
                <a:lnTo>
                  <a:pt x="170" y="12"/>
                </a:lnTo>
                <a:lnTo>
                  <a:pt x="183" y="133"/>
                </a:lnTo>
                <a:lnTo>
                  <a:pt x="232" y="154"/>
                </a:lnTo>
                <a:lnTo>
                  <a:pt x="207" y="17"/>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64"/>
          <p:cNvSpPr>
            <a:spLocks noEditPoints="1"/>
          </p:cNvSpPr>
          <p:nvPr/>
        </p:nvSpPr>
        <p:spPr bwMode="auto">
          <a:xfrm>
            <a:off x="10143062" y="4834025"/>
            <a:ext cx="392113" cy="390525"/>
          </a:xfrm>
          <a:custGeom>
            <a:avLst/>
            <a:gdLst>
              <a:gd name="T0" fmla="*/ 33 w 198"/>
              <a:gd name="T1" fmla="*/ 0 h 197"/>
              <a:gd name="T2" fmla="*/ 0 w 198"/>
              <a:gd name="T3" fmla="*/ 33 h 197"/>
              <a:gd name="T4" fmla="*/ 33 w 198"/>
              <a:gd name="T5" fmla="*/ 66 h 197"/>
              <a:gd name="T6" fmla="*/ 65 w 198"/>
              <a:gd name="T7" fmla="*/ 42 h 197"/>
              <a:gd name="T8" fmla="*/ 92 w 198"/>
              <a:gd name="T9" fmla="*/ 42 h 197"/>
              <a:gd name="T10" fmla="*/ 92 w 198"/>
              <a:gd name="T11" fmla="*/ 67 h 197"/>
              <a:gd name="T12" fmla="*/ 66 w 198"/>
              <a:gd name="T13" fmla="*/ 98 h 197"/>
              <a:gd name="T14" fmla="*/ 92 w 198"/>
              <a:gd name="T15" fmla="*/ 130 h 197"/>
              <a:gd name="T16" fmla="*/ 92 w 198"/>
              <a:gd name="T17" fmla="*/ 174 h 197"/>
              <a:gd name="T18" fmla="*/ 133 w 198"/>
              <a:gd name="T19" fmla="*/ 174 h 197"/>
              <a:gd name="T20" fmla="*/ 165 w 198"/>
              <a:gd name="T21" fmla="*/ 197 h 197"/>
              <a:gd name="T22" fmla="*/ 198 w 198"/>
              <a:gd name="T23" fmla="*/ 164 h 197"/>
              <a:gd name="T24" fmla="*/ 165 w 198"/>
              <a:gd name="T25" fmla="*/ 131 h 197"/>
              <a:gd name="T26" fmla="*/ 133 w 198"/>
              <a:gd name="T27" fmla="*/ 158 h 197"/>
              <a:gd name="T28" fmla="*/ 108 w 198"/>
              <a:gd name="T29" fmla="*/ 158 h 197"/>
              <a:gd name="T30" fmla="*/ 108 w 198"/>
              <a:gd name="T31" fmla="*/ 130 h 197"/>
              <a:gd name="T32" fmla="*/ 132 w 198"/>
              <a:gd name="T33" fmla="*/ 98 h 197"/>
              <a:gd name="T34" fmla="*/ 108 w 198"/>
              <a:gd name="T35" fmla="*/ 67 h 197"/>
              <a:gd name="T36" fmla="*/ 108 w 198"/>
              <a:gd name="T37" fmla="*/ 25 h 197"/>
              <a:gd name="T38" fmla="*/ 65 w 198"/>
              <a:gd name="T39" fmla="*/ 25 h 197"/>
              <a:gd name="T40" fmla="*/ 33 w 198"/>
              <a:gd name="T41" fmla="*/ 0 h 197"/>
              <a:gd name="T42" fmla="*/ 165 w 198"/>
              <a:gd name="T43" fmla="*/ 148 h 197"/>
              <a:gd name="T44" fmla="*/ 181 w 198"/>
              <a:gd name="T45" fmla="*/ 164 h 197"/>
              <a:gd name="T46" fmla="*/ 165 w 198"/>
              <a:gd name="T47" fmla="*/ 181 h 197"/>
              <a:gd name="T48" fmla="*/ 148 w 198"/>
              <a:gd name="T49" fmla="*/ 164 h 197"/>
              <a:gd name="T50" fmla="*/ 165 w 198"/>
              <a:gd name="T51" fmla="*/ 148 h 197"/>
              <a:gd name="T52" fmla="*/ 115 w 198"/>
              <a:gd name="T53" fmla="*/ 98 h 197"/>
              <a:gd name="T54" fmla="*/ 99 w 198"/>
              <a:gd name="T55" fmla="*/ 115 h 197"/>
              <a:gd name="T56" fmla="*/ 83 w 198"/>
              <a:gd name="T57" fmla="*/ 98 h 197"/>
              <a:gd name="T58" fmla="*/ 99 w 198"/>
              <a:gd name="T59" fmla="*/ 82 h 197"/>
              <a:gd name="T60" fmla="*/ 115 w 198"/>
              <a:gd name="T61" fmla="*/ 98 h 197"/>
              <a:gd name="T62" fmla="*/ 50 w 198"/>
              <a:gd name="T63" fmla="*/ 33 h 197"/>
              <a:gd name="T64" fmla="*/ 33 w 198"/>
              <a:gd name="T65" fmla="*/ 49 h 197"/>
              <a:gd name="T66" fmla="*/ 17 w 198"/>
              <a:gd name="T67" fmla="*/ 33 h 197"/>
              <a:gd name="T68" fmla="*/ 33 w 198"/>
              <a:gd name="T69" fmla="*/ 16 h 197"/>
              <a:gd name="T70" fmla="*/ 50 w 198"/>
              <a:gd name="T71" fmla="*/ 33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8" h="197">
                <a:moveTo>
                  <a:pt x="33" y="0"/>
                </a:moveTo>
                <a:cubicBezTo>
                  <a:pt x="15" y="0"/>
                  <a:pt x="0" y="15"/>
                  <a:pt x="0" y="33"/>
                </a:cubicBezTo>
                <a:cubicBezTo>
                  <a:pt x="0" y="51"/>
                  <a:pt x="15" y="66"/>
                  <a:pt x="33" y="66"/>
                </a:cubicBezTo>
                <a:cubicBezTo>
                  <a:pt x="49" y="66"/>
                  <a:pt x="61" y="56"/>
                  <a:pt x="65" y="42"/>
                </a:cubicBezTo>
                <a:cubicBezTo>
                  <a:pt x="92" y="42"/>
                  <a:pt x="92" y="42"/>
                  <a:pt x="92" y="42"/>
                </a:cubicBezTo>
                <a:cubicBezTo>
                  <a:pt x="92" y="67"/>
                  <a:pt x="92" y="67"/>
                  <a:pt x="92" y="67"/>
                </a:cubicBezTo>
                <a:cubicBezTo>
                  <a:pt x="78" y="70"/>
                  <a:pt x="66" y="83"/>
                  <a:pt x="66" y="98"/>
                </a:cubicBezTo>
                <a:cubicBezTo>
                  <a:pt x="66" y="114"/>
                  <a:pt x="78" y="127"/>
                  <a:pt x="92" y="130"/>
                </a:cubicBezTo>
                <a:cubicBezTo>
                  <a:pt x="92" y="174"/>
                  <a:pt x="92" y="174"/>
                  <a:pt x="92" y="174"/>
                </a:cubicBezTo>
                <a:cubicBezTo>
                  <a:pt x="133" y="174"/>
                  <a:pt x="133" y="174"/>
                  <a:pt x="133" y="174"/>
                </a:cubicBezTo>
                <a:cubicBezTo>
                  <a:pt x="137" y="188"/>
                  <a:pt x="149" y="197"/>
                  <a:pt x="165" y="197"/>
                </a:cubicBezTo>
                <a:cubicBezTo>
                  <a:pt x="183" y="197"/>
                  <a:pt x="198" y="182"/>
                  <a:pt x="198" y="164"/>
                </a:cubicBezTo>
                <a:cubicBezTo>
                  <a:pt x="198" y="146"/>
                  <a:pt x="183" y="131"/>
                  <a:pt x="165" y="131"/>
                </a:cubicBezTo>
                <a:cubicBezTo>
                  <a:pt x="149" y="131"/>
                  <a:pt x="137" y="143"/>
                  <a:pt x="133" y="158"/>
                </a:cubicBezTo>
                <a:cubicBezTo>
                  <a:pt x="108" y="158"/>
                  <a:pt x="108" y="158"/>
                  <a:pt x="108" y="158"/>
                </a:cubicBezTo>
                <a:cubicBezTo>
                  <a:pt x="108" y="130"/>
                  <a:pt x="108" y="130"/>
                  <a:pt x="108" y="130"/>
                </a:cubicBezTo>
                <a:cubicBezTo>
                  <a:pt x="122" y="127"/>
                  <a:pt x="132" y="114"/>
                  <a:pt x="132" y="98"/>
                </a:cubicBezTo>
                <a:cubicBezTo>
                  <a:pt x="132" y="83"/>
                  <a:pt x="122" y="70"/>
                  <a:pt x="108" y="67"/>
                </a:cubicBezTo>
                <a:cubicBezTo>
                  <a:pt x="108" y="25"/>
                  <a:pt x="108" y="25"/>
                  <a:pt x="108" y="25"/>
                </a:cubicBezTo>
                <a:cubicBezTo>
                  <a:pt x="65" y="25"/>
                  <a:pt x="65" y="25"/>
                  <a:pt x="65" y="25"/>
                </a:cubicBezTo>
                <a:cubicBezTo>
                  <a:pt x="61" y="11"/>
                  <a:pt x="49" y="0"/>
                  <a:pt x="33" y="0"/>
                </a:cubicBezTo>
                <a:moveTo>
                  <a:pt x="165" y="148"/>
                </a:moveTo>
                <a:cubicBezTo>
                  <a:pt x="174" y="148"/>
                  <a:pt x="181" y="155"/>
                  <a:pt x="181" y="164"/>
                </a:cubicBezTo>
                <a:cubicBezTo>
                  <a:pt x="181" y="173"/>
                  <a:pt x="174" y="181"/>
                  <a:pt x="165" y="181"/>
                </a:cubicBezTo>
                <a:cubicBezTo>
                  <a:pt x="156" y="181"/>
                  <a:pt x="148" y="173"/>
                  <a:pt x="148" y="164"/>
                </a:cubicBezTo>
                <a:cubicBezTo>
                  <a:pt x="148" y="155"/>
                  <a:pt x="156" y="148"/>
                  <a:pt x="165" y="148"/>
                </a:cubicBezTo>
                <a:moveTo>
                  <a:pt x="115" y="98"/>
                </a:moveTo>
                <a:cubicBezTo>
                  <a:pt x="115" y="108"/>
                  <a:pt x="108" y="115"/>
                  <a:pt x="99" y="115"/>
                </a:cubicBezTo>
                <a:cubicBezTo>
                  <a:pt x="90" y="115"/>
                  <a:pt x="83" y="108"/>
                  <a:pt x="83" y="98"/>
                </a:cubicBezTo>
                <a:cubicBezTo>
                  <a:pt x="83" y="89"/>
                  <a:pt x="90" y="82"/>
                  <a:pt x="99" y="82"/>
                </a:cubicBezTo>
                <a:cubicBezTo>
                  <a:pt x="108" y="82"/>
                  <a:pt x="115" y="89"/>
                  <a:pt x="115" y="98"/>
                </a:cubicBezTo>
                <a:moveTo>
                  <a:pt x="50" y="33"/>
                </a:moveTo>
                <a:cubicBezTo>
                  <a:pt x="50" y="42"/>
                  <a:pt x="42" y="49"/>
                  <a:pt x="33" y="49"/>
                </a:cubicBezTo>
                <a:cubicBezTo>
                  <a:pt x="24" y="49"/>
                  <a:pt x="17" y="42"/>
                  <a:pt x="17" y="33"/>
                </a:cubicBezTo>
                <a:cubicBezTo>
                  <a:pt x="17" y="24"/>
                  <a:pt x="24" y="16"/>
                  <a:pt x="33" y="16"/>
                </a:cubicBezTo>
                <a:cubicBezTo>
                  <a:pt x="42" y="16"/>
                  <a:pt x="50" y="24"/>
                  <a:pt x="50" y="33"/>
                </a:cubicBezTo>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65"/>
          <p:cNvSpPr>
            <a:spLocks noEditPoints="1"/>
          </p:cNvSpPr>
          <p:nvPr/>
        </p:nvSpPr>
        <p:spPr bwMode="auto">
          <a:xfrm>
            <a:off x="10616137" y="4841963"/>
            <a:ext cx="388938" cy="384175"/>
          </a:xfrm>
          <a:custGeom>
            <a:avLst/>
            <a:gdLst>
              <a:gd name="T0" fmla="*/ 197 w 197"/>
              <a:gd name="T1" fmla="*/ 95 h 194"/>
              <a:gd name="T2" fmla="*/ 138 w 197"/>
              <a:gd name="T3" fmla="*/ 89 h 194"/>
              <a:gd name="T4" fmla="*/ 100 w 197"/>
              <a:gd name="T5" fmla="*/ 76 h 194"/>
              <a:gd name="T6" fmla="*/ 100 w 197"/>
              <a:gd name="T7" fmla="*/ 172 h 194"/>
              <a:gd name="T8" fmla="*/ 84 w 197"/>
              <a:gd name="T9" fmla="*/ 172 h 194"/>
              <a:gd name="T10" fmla="*/ 84 w 197"/>
              <a:gd name="T11" fmla="*/ 0 h 194"/>
              <a:gd name="T12" fmla="*/ 100 w 197"/>
              <a:gd name="T13" fmla="*/ 0 h 194"/>
              <a:gd name="T14" fmla="*/ 100 w 197"/>
              <a:gd name="T15" fmla="*/ 10 h 194"/>
              <a:gd name="T16" fmla="*/ 138 w 197"/>
              <a:gd name="T17" fmla="*/ 23 h 194"/>
              <a:gd name="T18" fmla="*/ 197 w 197"/>
              <a:gd name="T19" fmla="*/ 30 h 194"/>
              <a:gd name="T20" fmla="*/ 178 w 197"/>
              <a:gd name="T21" fmla="*/ 63 h 194"/>
              <a:gd name="T22" fmla="*/ 197 w 197"/>
              <a:gd name="T23" fmla="*/ 95 h 194"/>
              <a:gd name="T24" fmla="*/ 25 w 197"/>
              <a:gd name="T25" fmla="*/ 164 h 194"/>
              <a:gd name="T26" fmla="*/ 92 w 197"/>
              <a:gd name="T27" fmla="*/ 184 h 194"/>
              <a:gd name="T28" fmla="*/ 160 w 197"/>
              <a:gd name="T29" fmla="*/ 164 h 194"/>
              <a:gd name="T30" fmla="*/ 120 w 197"/>
              <a:gd name="T31" fmla="*/ 147 h 194"/>
              <a:gd name="T32" fmla="*/ 121 w 197"/>
              <a:gd name="T33" fmla="*/ 136 h 194"/>
              <a:gd name="T34" fmla="*/ 185 w 197"/>
              <a:gd name="T35" fmla="*/ 164 h 194"/>
              <a:gd name="T36" fmla="*/ 92 w 197"/>
              <a:gd name="T37" fmla="*/ 194 h 194"/>
              <a:gd name="T38" fmla="*/ 0 w 197"/>
              <a:gd name="T39" fmla="*/ 164 h 194"/>
              <a:gd name="T40" fmla="*/ 63 w 197"/>
              <a:gd name="T41" fmla="*/ 136 h 194"/>
              <a:gd name="T42" fmla="*/ 64 w 197"/>
              <a:gd name="T43" fmla="*/ 147 h 194"/>
              <a:gd name="T44" fmla="*/ 25 w 197"/>
              <a:gd name="T45" fmla="*/ 16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7" h="194">
                <a:moveTo>
                  <a:pt x="197" y="95"/>
                </a:moveTo>
                <a:cubicBezTo>
                  <a:pt x="197" y="95"/>
                  <a:pt x="164" y="89"/>
                  <a:pt x="138" y="89"/>
                </a:cubicBezTo>
                <a:cubicBezTo>
                  <a:pt x="112" y="89"/>
                  <a:pt x="100" y="76"/>
                  <a:pt x="100" y="76"/>
                </a:cubicBezTo>
                <a:cubicBezTo>
                  <a:pt x="100" y="172"/>
                  <a:pt x="100" y="172"/>
                  <a:pt x="100" y="172"/>
                </a:cubicBezTo>
                <a:cubicBezTo>
                  <a:pt x="84" y="172"/>
                  <a:pt x="84" y="172"/>
                  <a:pt x="84" y="172"/>
                </a:cubicBezTo>
                <a:cubicBezTo>
                  <a:pt x="84" y="0"/>
                  <a:pt x="84" y="0"/>
                  <a:pt x="84" y="0"/>
                </a:cubicBezTo>
                <a:cubicBezTo>
                  <a:pt x="100" y="0"/>
                  <a:pt x="100" y="0"/>
                  <a:pt x="100" y="0"/>
                </a:cubicBezTo>
                <a:cubicBezTo>
                  <a:pt x="100" y="10"/>
                  <a:pt x="100" y="10"/>
                  <a:pt x="100" y="10"/>
                </a:cubicBezTo>
                <a:cubicBezTo>
                  <a:pt x="100" y="10"/>
                  <a:pt x="112" y="23"/>
                  <a:pt x="138" y="23"/>
                </a:cubicBezTo>
                <a:cubicBezTo>
                  <a:pt x="164" y="23"/>
                  <a:pt x="197" y="30"/>
                  <a:pt x="197" y="30"/>
                </a:cubicBezTo>
                <a:cubicBezTo>
                  <a:pt x="178" y="63"/>
                  <a:pt x="178" y="63"/>
                  <a:pt x="178" y="63"/>
                </a:cubicBezTo>
                <a:lnTo>
                  <a:pt x="197" y="95"/>
                </a:lnTo>
                <a:close/>
                <a:moveTo>
                  <a:pt x="25" y="164"/>
                </a:moveTo>
                <a:cubicBezTo>
                  <a:pt x="25" y="175"/>
                  <a:pt x="59" y="184"/>
                  <a:pt x="92" y="184"/>
                </a:cubicBezTo>
                <a:cubicBezTo>
                  <a:pt x="126" y="184"/>
                  <a:pt x="160" y="175"/>
                  <a:pt x="160" y="164"/>
                </a:cubicBezTo>
                <a:cubicBezTo>
                  <a:pt x="160" y="157"/>
                  <a:pt x="142" y="150"/>
                  <a:pt x="120" y="147"/>
                </a:cubicBezTo>
                <a:cubicBezTo>
                  <a:pt x="121" y="136"/>
                  <a:pt x="121" y="136"/>
                  <a:pt x="121" y="136"/>
                </a:cubicBezTo>
                <a:cubicBezTo>
                  <a:pt x="158" y="140"/>
                  <a:pt x="185" y="151"/>
                  <a:pt x="185" y="164"/>
                </a:cubicBezTo>
                <a:cubicBezTo>
                  <a:pt x="185" y="181"/>
                  <a:pt x="144" y="194"/>
                  <a:pt x="92" y="194"/>
                </a:cubicBezTo>
                <a:cubicBezTo>
                  <a:pt x="41" y="194"/>
                  <a:pt x="0" y="181"/>
                  <a:pt x="0" y="164"/>
                </a:cubicBezTo>
                <a:cubicBezTo>
                  <a:pt x="0" y="151"/>
                  <a:pt x="26" y="140"/>
                  <a:pt x="63" y="136"/>
                </a:cubicBezTo>
                <a:cubicBezTo>
                  <a:pt x="64" y="147"/>
                  <a:pt x="64" y="147"/>
                  <a:pt x="64" y="147"/>
                </a:cubicBezTo>
                <a:cubicBezTo>
                  <a:pt x="42" y="150"/>
                  <a:pt x="25" y="157"/>
                  <a:pt x="25" y="164"/>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66"/>
          <p:cNvSpPr>
            <a:spLocks noEditPoints="1"/>
          </p:cNvSpPr>
          <p:nvPr/>
        </p:nvSpPr>
        <p:spPr bwMode="auto">
          <a:xfrm>
            <a:off x="11124137" y="4837200"/>
            <a:ext cx="366713" cy="376238"/>
          </a:xfrm>
          <a:custGeom>
            <a:avLst/>
            <a:gdLst>
              <a:gd name="T0" fmla="*/ 93 w 185"/>
              <a:gd name="T1" fmla="*/ 190 h 190"/>
              <a:gd name="T2" fmla="*/ 0 w 185"/>
              <a:gd name="T3" fmla="*/ 160 h 190"/>
              <a:gd name="T4" fmla="*/ 63 w 185"/>
              <a:gd name="T5" fmla="*/ 132 h 190"/>
              <a:gd name="T6" fmla="*/ 64 w 185"/>
              <a:gd name="T7" fmla="*/ 143 h 190"/>
              <a:gd name="T8" fmla="*/ 25 w 185"/>
              <a:gd name="T9" fmla="*/ 160 h 190"/>
              <a:gd name="T10" fmla="*/ 93 w 185"/>
              <a:gd name="T11" fmla="*/ 180 h 190"/>
              <a:gd name="T12" fmla="*/ 160 w 185"/>
              <a:gd name="T13" fmla="*/ 160 h 190"/>
              <a:gd name="T14" fmla="*/ 121 w 185"/>
              <a:gd name="T15" fmla="*/ 143 h 190"/>
              <a:gd name="T16" fmla="*/ 122 w 185"/>
              <a:gd name="T17" fmla="*/ 132 h 190"/>
              <a:gd name="T18" fmla="*/ 185 w 185"/>
              <a:gd name="T19" fmla="*/ 160 h 190"/>
              <a:gd name="T20" fmla="*/ 93 w 185"/>
              <a:gd name="T21" fmla="*/ 190 h 190"/>
              <a:gd name="T22" fmla="*/ 88 w 185"/>
              <a:gd name="T23" fmla="*/ 168 h 190"/>
              <a:gd name="T24" fmla="*/ 88 w 185"/>
              <a:gd name="T25" fmla="*/ 116 h 190"/>
              <a:gd name="T26" fmla="*/ 100 w 185"/>
              <a:gd name="T27" fmla="*/ 116 h 190"/>
              <a:gd name="T28" fmla="*/ 100 w 185"/>
              <a:gd name="T29" fmla="*/ 168 h 190"/>
              <a:gd name="T30" fmla="*/ 88 w 185"/>
              <a:gd name="T31" fmla="*/ 168 h 190"/>
              <a:gd name="T32" fmla="*/ 48 w 185"/>
              <a:gd name="T33" fmla="*/ 72 h 190"/>
              <a:gd name="T34" fmla="*/ 129 w 185"/>
              <a:gd name="T35" fmla="*/ 72 h 190"/>
              <a:gd name="T36" fmla="*/ 160 w 185"/>
              <a:gd name="T37" fmla="*/ 92 h 190"/>
              <a:gd name="T38" fmla="*/ 128 w 185"/>
              <a:gd name="T39" fmla="*/ 112 h 190"/>
              <a:gd name="T40" fmla="*/ 48 w 185"/>
              <a:gd name="T41" fmla="*/ 112 h 190"/>
              <a:gd name="T42" fmla="*/ 48 w 185"/>
              <a:gd name="T43" fmla="*/ 72 h 190"/>
              <a:gd name="T44" fmla="*/ 7 w 185"/>
              <a:gd name="T45" fmla="*/ 44 h 190"/>
              <a:gd name="T46" fmla="*/ 39 w 185"/>
              <a:gd name="T47" fmla="*/ 24 h 190"/>
              <a:gd name="T48" fmla="*/ 160 w 185"/>
              <a:gd name="T49" fmla="*/ 24 h 190"/>
              <a:gd name="T50" fmla="*/ 160 w 185"/>
              <a:gd name="T51" fmla="*/ 64 h 190"/>
              <a:gd name="T52" fmla="*/ 39 w 185"/>
              <a:gd name="T53" fmla="*/ 64 h 190"/>
              <a:gd name="T54" fmla="*/ 7 w 185"/>
              <a:gd name="T55" fmla="*/ 44 h 190"/>
              <a:gd name="T56" fmla="*/ 88 w 185"/>
              <a:gd name="T57" fmla="*/ 0 h 190"/>
              <a:gd name="T58" fmla="*/ 100 w 185"/>
              <a:gd name="T59" fmla="*/ 0 h 190"/>
              <a:gd name="T60" fmla="*/ 100 w 185"/>
              <a:gd name="T61" fmla="*/ 19 h 190"/>
              <a:gd name="T62" fmla="*/ 88 w 185"/>
              <a:gd name="T63" fmla="*/ 19 h 190"/>
              <a:gd name="T64" fmla="*/ 88 w 185"/>
              <a:gd name="T65" fmla="*/ 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5" h="190">
                <a:moveTo>
                  <a:pt x="93" y="190"/>
                </a:moveTo>
                <a:cubicBezTo>
                  <a:pt x="41" y="190"/>
                  <a:pt x="0" y="177"/>
                  <a:pt x="0" y="160"/>
                </a:cubicBezTo>
                <a:cubicBezTo>
                  <a:pt x="0" y="147"/>
                  <a:pt x="26" y="136"/>
                  <a:pt x="63" y="132"/>
                </a:cubicBezTo>
                <a:cubicBezTo>
                  <a:pt x="64" y="143"/>
                  <a:pt x="64" y="143"/>
                  <a:pt x="64" y="143"/>
                </a:cubicBezTo>
                <a:cubicBezTo>
                  <a:pt x="42" y="146"/>
                  <a:pt x="25" y="153"/>
                  <a:pt x="25" y="160"/>
                </a:cubicBezTo>
                <a:cubicBezTo>
                  <a:pt x="25" y="171"/>
                  <a:pt x="59" y="180"/>
                  <a:pt x="93" y="180"/>
                </a:cubicBezTo>
                <a:cubicBezTo>
                  <a:pt x="126" y="180"/>
                  <a:pt x="160" y="171"/>
                  <a:pt x="160" y="160"/>
                </a:cubicBezTo>
                <a:cubicBezTo>
                  <a:pt x="160" y="153"/>
                  <a:pt x="143" y="146"/>
                  <a:pt x="121" y="143"/>
                </a:cubicBezTo>
                <a:cubicBezTo>
                  <a:pt x="122" y="132"/>
                  <a:pt x="122" y="132"/>
                  <a:pt x="122" y="132"/>
                </a:cubicBezTo>
                <a:cubicBezTo>
                  <a:pt x="159" y="136"/>
                  <a:pt x="185" y="147"/>
                  <a:pt x="185" y="160"/>
                </a:cubicBezTo>
                <a:cubicBezTo>
                  <a:pt x="185" y="177"/>
                  <a:pt x="144" y="190"/>
                  <a:pt x="93" y="190"/>
                </a:cubicBezTo>
                <a:close/>
                <a:moveTo>
                  <a:pt x="88" y="168"/>
                </a:moveTo>
                <a:cubicBezTo>
                  <a:pt x="88" y="116"/>
                  <a:pt x="88" y="116"/>
                  <a:pt x="88" y="116"/>
                </a:cubicBezTo>
                <a:cubicBezTo>
                  <a:pt x="100" y="116"/>
                  <a:pt x="100" y="116"/>
                  <a:pt x="100" y="116"/>
                </a:cubicBezTo>
                <a:cubicBezTo>
                  <a:pt x="100" y="168"/>
                  <a:pt x="100" y="168"/>
                  <a:pt x="100" y="168"/>
                </a:cubicBezTo>
                <a:lnTo>
                  <a:pt x="88" y="168"/>
                </a:lnTo>
                <a:close/>
                <a:moveTo>
                  <a:pt x="48" y="72"/>
                </a:moveTo>
                <a:cubicBezTo>
                  <a:pt x="129" y="72"/>
                  <a:pt x="129" y="72"/>
                  <a:pt x="129" y="72"/>
                </a:cubicBezTo>
                <a:cubicBezTo>
                  <a:pt x="160" y="92"/>
                  <a:pt x="160" y="92"/>
                  <a:pt x="160" y="92"/>
                </a:cubicBezTo>
                <a:cubicBezTo>
                  <a:pt x="128" y="112"/>
                  <a:pt x="128" y="112"/>
                  <a:pt x="128" y="112"/>
                </a:cubicBezTo>
                <a:cubicBezTo>
                  <a:pt x="48" y="112"/>
                  <a:pt x="48" y="112"/>
                  <a:pt x="48" y="112"/>
                </a:cubicBezTo>
                <a:lnTo>
                  <a:pt x="48" y="72"/>
                </a:lnTo>
                <a:close/>
                <a:moveTo>
                  <a:pt x="7" y="44"/>
                </a:moveTo>
                <a:cubicBezTo>
                  <a:pt x="39" y="24"/>
                  <a:pt x="39" y="24"/>
                  <a:pt x="39" y="24"/>
                </a:cubicBezTo>
                <a:cubicBezTo>
                  <a:pt x="160" y="24"/>
                  <a:pt x="160" y="24"/>
                  <a:pt x="160" y="24"/>
                </a:cubicBezTo>
                <a:cubicBezTo>
                  <a:pt x="160" y="64"/>
                  <a:pt x="160" y="64"/>
                  <a:pt x="160" y="64"/>
                </a:cubicBezTo>
                <a:cubicBezTo>
                  <a:pt x="39" y="64"/>
                  <a:pt x="39" y="64"/>
                  <a:pt x="39" y="64"/>
                </a:cubicBezTo>
                <a:lnTo>
                  <a:pt x="7" y="44"/>
                </a:lnTo>
                <a:close/>
                <a:moveTo>
                  <a:pt x="88" y="0"/>
                </a:moveTo>
                <a:cubicBezTo>
                  <a:pt x="100" y="0"/>
                  <a:pt x="100" y="0"/>
                  <a:pt x="100" y="0"/>
                </a:cubicBezTo>
                <a:cubicBezTo>
                  <a:pt x="100" y="19"/>
                  <a:pt x="100" y="19"/>
                  <a:pt x="100" y="19"/>
                </a:cubicBezTo>
                <a:cubicBezTo>
                  <a:pt x="88" y="19"/>
                  <a:pt x="88" y="19"/>
                  <a:pt x="88" y="19"/>
                </a:cubicBezTo>
                <a:lnTo>
                  <a:pt x="88" y="0"/>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67"/>
          <p:cNvSpPr>
            <a:spLocks noEditPoints="1"/>
          </p:cNvSpPr>
          <p:nvPr/>
        </p:nvSpPr>
        <p:spPr bwMode="auto">
          <a:xfrm>
            <a:off x="11605149" y="4840375"/>
            <a:ext cx="368300" cy="377825"/>
          </a:xfrm>
          <a:custGeom>
            <a:avLst/>
            <a:gdLst>
              <a:gd name="T0" fmla="*/ 93 w 186"/>
              <a:gd name="T1" fmla="*/ 191 h 191"/>
              <a:gd name="T2" fmla="*/ 0 w 186"/>
              <a:gd name="T3" fmla="*/ 161 h 191"/>
              <a:gd name="T4" fmla="*/ 63 w 186"/>
              <a:gd name="T5" fmla="*/ 132 h 191"/>
              <a:gd name="T6" fmla="*/ 64 w 186"/>
              <a:gd name="T7" fmla="*/ 143 h 191"/>
              <a:gd name="T8" fmla="*/ 25 w 186"/>
              <a:gd name="T9" fmla="*/ 161 h 191"/>
              <a:gd name="T10" fmla="*/ 93 w 186"/>
              <a:gd name="T11" fmla="*/ 180 h 191"/>
              <a:gd name="T12" fmla="*/ 161 w 186"/>
              <a:gd name="T13" fmla="*/ 161 h 191"/>
              <a:gd name="T14" fmla="*/ 121 w 186"/>
              <a:gd name="T15" fmla="*/ 143 h 191"/>
              <a:gd name="T16" fmla="*/ 122 w 186"/>
              <a:gd name="T17" fmla="*/ 132 h 191"/>
              <a:gd name="T18" fmla="*/ 186 w 186"/>
              <a:gd name="T19" fmla="*/ 161 h 191"/>
              <a:gd name="T20" fmla="*/ 93 w 186"/>
              <a:gd name="T21" fmla="*/ 191 h 191"/>
              <a:gd name="T22" fmla="*/ 105 w 186"/>
              <a:gd name="T23" fmla="*/ 168 h 191"/>
              <a:gd name="T24" fmla="*/ 93 w 186"/>
              <a:gd name="T25" fmla="*/ 168 h 191"/>
              <a:gd name="T26" fmla="*/ 93 w 186"/>
              <a:gd name="T27" fmla="*/ 168 h 191"/>
              <a:gd name="T28" fmla="*/ 81 w 186"/>
              <a:gd name="T29" fmla="*/ 168 h 191"/>
              <a:gd name="T30" fmla="*/ 76 w 186"/>
              <a:gd name="T31" fmla="*/ 108 h 191"/>
              <a:gd name="T32" fmla="*/ 57 w 186"/>
              <a:gd name="T33" fmla="*/ 108 h 191"/>
              <a:gd name="T34" fmla="*/ 57 w 186"/>
              <a:gd name="T35" fmla="*/ 60 h 191"/>
              <a:gd name="T36" fmla="*/ 93 w 186"/>
              <a:gd name="T37" fmla="*/ 49 h 191"/>
              <a:gd name="T38" fmla="*/ 129 w 186"/>
              <a:gd name="T39" fmla="*/ 60 h 191"/>
              <a:gd name="T40" fmla="*/ 129 w 186"/>
              <a:gd name="T41" fmla="*/ 108 h 191"/>
              <a:gd name="T42" fmla="*/ 110 w 186"/>
              <a:gd name="T43" fmla="*/ 108 h 191"/>
              <a:gd name="T44" fmla="*/ 105 w 186"/>
              <a:gd name="T45" fmla="*/ 168 h 191"/>
              <a:gd name="T46" fmla="*/ 92 w 186"/>
              <a:gd name="T47" fmla="*/ 40 h 191"/>
              <a:gd name="T48" fmla="*/ 72 w 186"/>
              <a:gd name="T49" fmla="*/ 20 h 191"/>
              <a:gd name="T50" fmla="*/ 92 w 186"/>
              <a:gd name="T51" fmla="*/ 0 h 191"/>
              <a:gd name="T52" fmla="*/ 112 w 186"/>
              <a:gd name="T53" fmla="*/ 20 h 191"/>
              <a:gd name="T54" fmla="*/ 92 w 186"/>
              <a:gd name="T55" fmla="*/ 4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6" h="191">
                <a:moveTo>
                  <a:pt x="93" y="191"/>
                </a:moveTo>
                <a:cubicBezTo>
                  <a:pt x="42" y="191"/>
                  <a:pt x="0" y="177"/>
                  <a:pt x="0" y="161"/>
                </a:cubicBezTo>
                <a:cubicBezTo>
                  <a:pt x="0" y="148"/>
                  <a:pt x="27" y="136"/>
                  <a:pt x="63" y="132"/>
                </a:cubicBezTo>
                <a:cubicBezTo>
                  <a:pt x="64" y="143"/>
                  <a:pt x="64" y="143"/>
                  <a:pt x="64" y="143"/>
                </a:cubicBezTo>
                <a:cubicBezTo>
                  <a:pt x="42" y="147"/>
                  <a:pt x="25" y="153"/>
                  <a:pt x="25" y="161"/>
                </a:cubicBezTo>
                <a:cubicBezTo>
                  <a:pt x="25" y="172"/>
                  <a:pt x="60" y="180"/>
                  <a:pt x="93" y="180"/>
                </a:cubicBezTo>
                <a:cubicBezTo>
                  <a:pt x="126" y="180"/>
                  <a:pt x="161" y="172"/>
                  <a:pt x="161" y="161"/>
                </a:cubicBezTo>
                <a:cubicBezTo>
                  <a:pt x="161" y="153"/>
                  <a:pt x="143" y="147"/>
                  <a:pt x="121" y="143"/>
                </a:cubicBezTo>
                <a:cubicBezTo>
                  <a:pt x="122" y="132"/>
                  <a:pt x="122" y="132"/>
                  <a:pt x="122" y="132"/>
                </a:cubicBezTo>
                <a:cubicBezTo>
                  <a:pt x="159" y="136"/>
                  <a:pt x="186" y="148"/>
                  <a:pt x="186" y="161"/>
                </a:cubicBezTo>
                <a:cubicBezTo>
                  <a:pt x="186" y="177"/>
                  <a:pt x="144" y="191"/>
                  <a:pt x="93" y="191"/>
                </a:cubicBezTo>
                <a:close/>
                <a:moveTo>
                  <a:pt x="105" y="168"/>
                </a:moveTo>
                <a:cubicBezTo>
                  <a:pt x="93" y="168"/>
                  <a:pt x="93" y="168"/>
                  <a:pt x="93" y="168"/>
                </a:cubicBezTo>
                <a:cubicBezTo>
                  <a:pt x="93" y="168"/>
                  <a:pt x="93" y="168"/>
                  <a:pt x="93" y="168"/>
                </a:cubicBezTo>
                <a:cubicBezTo>
                  <a:pt x="81" y="168"/>
                  <a:pt x="81" y="168"/>
                  <a:pt x="81" y="168"/>
                </a:cubicBezTo>
                <a:cubicBezTo>
                  <a:pt x="76" y="108"/>
                  <a:pt x="76" y="108"/>
                  <a:pt x="76" y="108"/>
                </a:cubicBezTo>
                <a:cubicBezTo>
                  <a:pt x="57" y="108"/>
                  <a:pt x="57" y="108"/>
                  <a:pt x="57" y="108"/>
                </a:cubicBezTo>
                <a:cubicBezTo>
                  <a:pt x="57" y="108"/>
                  <a:pt x="57" y="74"/>
                  <a:pt x="57" y="60"/>
                </a:cubicBezTo>
                <a:cubicBezTo>
                  <a:pt x="57" y="47"/>
                  <a:pt x="90" y="49"/>
                  <a:pt x="93" y="49"/>
                </a:cubicBezTo>
                <a:cubicBezTo>
                  <a:pt x="96" y="49"/>
                  <a:pt x="129" y="47"/>
                  <a:pt x="129" y="60"/>
                </a:cubicBezTo>
                <a:cubicBezTo>
                  <a:pt x="129" y="74"/>
                  <a:pt x="129" y="108"/>
                  <a:pt x="129" y="108"/>
                </a:cubicBezTo>
                <a:cubicBezTo>
                  <a:pt x="110" y="108"/>
                  <a:pt x="110" y="108"/>
                  <a:pt x="110" y="108"/>
                </a:cubicBezTo>
                <a:lnTo>
                  <a:pt x="105" y="168"/>
                </a:lnTo>
                <a:close/>
                <a:moveTo>
                  <a:pt x="92" y="40"/>
                </a:moveTo>
                <a:cubicBezTo>
                  <a:pt x="81" y="40"/>
                  <a:pt x="72" y="31"/>
                  <a:pt x="72" y="20"/>
                </a:cubicBezTo>
                <a:cubicBezTo>
                  <a:pt x="72" y="9"/>
                  <a:pt x="81" y="0"/>
                  <a:pt x="92" y="0"/>
                </a:cubicBezTo>
                <a:cubicBezTo>
                  <a:pt x="103" y="0"/>
                  <a:pt x="112" y="9"/>
                  <a:pt x="112" y="20"/>
                </a:cubicBezTo>
                <a:cubicBezTo>
                  <a:pt x="112" y="31"/>
                  <a:pt x="103" y="40"/>
                  <a:pt x="92" y="40"/>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68"/>
          <p:cNvSpPr>
            <a:spLocks noEditPoints="1"/>
          </p:cNvSpPr>
          <p:nvPr/>
        </p:nvSpPr>
        <p:spPr bwMode="auto">
          <a:xfrm>
            <a:off x="8677799" y="5324563"/>
            <a:ext cx="395288" cy="395288"/>
          </a:xfrm>
          <a:custGeom>
            <a:avLst/>
            <a:gdLst>
              <a:gd name="T0" fmla="*/ 100 w 200"/>
              <a:gd name="T1" fmla="*/ 200 h 200"/>
              <a:gd name="T2" fmla="*/ 0 w 200"/>
              <a:gd name="T3" fmla="*/ 100 h 200"/>
              <a:gd name="T4" fmla="*/ 100 w 200"/>
              <a:gd name="T5" fmla="*/ 0 h 200"/>
              <a:gd name="T6" fmla="*/ 200 w 200"/>
              <a:gd name="T7" fmla="*/ 100 h 200"/>
              <a:gd name="T8" fmla="*/ 100 w 200"/>
              <a:gd name="T9" fmla="*/ 200 h 200"/>
              <a:gd name="T10" fmla="*/ 101 w 200"/>
              <a:gd name="T11" fmla="*/ 38 h 200"/>
              <a:gd name="T12" fmla="*/ 102 w 200"/>
              <a:gd name="T13" fmla="*/ 38 h 200"/>
              <a:gd name="T14" fmla="*/ 102 w 200"/>
              <a:gd name="T15" fmla="*/ 38 h 200"/>
              <a:gd name="T16" fmla="*/ 101 w 200"/>
              <a:gd name="T17" fmla="*/ 38 h 200"/>
              <a:gd name="T18" fmla="*/ 156 w 200"/>
              <a:gd name="T19" fmla="*/ 95 h 200"/>
              <a:gd name="T20" fmla="*/ 150 w 200"/>
              <a:gd name="T21" fmla="*/ 56 h 200"/>
              <a:gd name="T22" fmla="*/ 136 w 200"/>
              <a:gd name="T23" fmla="*/ 44 h 200"/>
              <a:gd name="T24" fmla="*/ 102 w 200"/>
              <a:gd name="T25" fmla="*/ 38 h 200"/>
              <a:gd name="T26" fmla="*/ 68 w 200"/>
              <a:gd name="T27" fmla="*/ 44 h 200"/>
              <a:gd name="T28" fmla="*/ 53 w 200"/>
              <a:gd name="T29" fmla="*/ 56 h 200"/>
              <a:gd name="T30" fmla="*/ 48 w 200"/>
              <a:gd name="T31" fmla="*/ 95 h 200"/>
              <a:gd name="T32" fmla="*/ 48 w 200"/>
              <a:gd name="T33" fmla="*/ 148 h 200"/>
              <a:gd name="T34" fmla="*/ 59 w 200"/>
              <a:gd name="T35" fmla="*/ 148 h 200"/>
              <a:gd name="T36" fmla="*/ 59 w 200"/>
              <a:gd name="T37" fmla="*/ 157 h 200"/>
              <a:gd name="T38" fmla="*/ 73 w 200"/>
              <a:gd name="T39" fmla="*/ 157 h 200"/>
              <a:gd name="T40" fmla="*/ 73 w 200"/>
              <a:gd name="T41" fmla="*/ 148 h 200"/>
              <a:gd name="T42" fmla="*/ 131 w 200"/>
              <a:gd name="T43" fmla="*/ 148 h 200"/>
              <a:gd name="T44" fmla="*/ 131 w 200"/>
              <a:gd name="T45" fmla="*/ 157 h 200"/>
              <a:gd name="T46" fmla="*/ 145 w 200"/>
              <a:gd name="T47" fmla="*/ 157 h 200"/>
              <a:gd name="T48" fmla="*/ 145 w 200"/>
              <a:gd name="T49" fmla="*/ 148 h 200"/>
              <a:gd name="T50" fmla="*/ 156 w 200"/>
              <a:gd name="T51" fmla="*/ 148 h 200"/>
              <a:gd name="T52" fmla="*/ 156 w 200"/>
              <a:gd name="T53" fmla="*/ 95 h 200"/>
              <a:gd name="T54" fmla="*/ 132 w 200"/>
              <a:gd name="T55" fmla="*/ 132 h 200"/>
              <a:gd name="T56" fmla="*/ 128 w 200"/>
              <a:gd name="T57" fmla="*/ 129 h 200"/>
              <a:gd name="T58" fmla="*/ 128 w 200"/>
              <a:gd name="T59" fmla="*/ 122 h 200"/>
              <a:gd name="T60" fmla="*/ 132 w 200"/>
              <a:gd name="T61" fmla="*/ 120 h 200"/>
              <a:gd name="T62" fmla="*/ 144 w 200"/>
              <a:gd name="T63" fmla="*/ 120 h 200"/>
              <a:gd name="T64" fmla="*/ 148 w 200"/>
              <a:gd name="T65" fmla="*/ 122 h 200"/>
              <a:gd name="T66" fmla="*/ 148 w 200"/>
              <a:gd name="T67" fmla="*/ 129 h 200"/>
              <a:gd name="T68" fmla="*/ 144 w 200"/>
              <a:gd name="T69" fmla="*/ 132 h 200"/>
              <a:gd name="T70" fmla="*/ 132 w 200"/>
              <a:gd name="T71" fmla="*/ 132 h 200"/>
              <a:gd name="T72" fmla="*/ 140 w 200"/>
              <a:gd name="T73" fmla="*/ 100 h 200"/>
              <a:gd name="T74" fmla="*/ 63 w 200"/>
              <a:gd name="T75" fmla="*/ 100 h 200"/>
              <a:gd name="T76" fmla="*/ 59 w 200"/>
              <a:gd name="T77" fmla="*/ 94 h 200"/>
              <a:gd name="T78" fmla="*/ 63 w 200"/>
              <a:gd name="T79" fmla="*/ 65 h 200"/>
              <a:gd name="T80" fmla="*/ 69 w 200"/>
              <a:gd name="T81" fmla="*/ 60 h 200"/>
              <a:gd name="T82" fmla="*/ 135 w 200"/>
              <a:gd name="T83" fmla="*/ 60 h 200"/>
              <a:gd name="T84" fmla="*/ 141 w 200"/>
              <a:gd name="T85" fmla="*/ 65 h 200"/>
              <a:gd name="T86" fmla="*/ 145 w 200"/>
              <a:gd name="T87" fmla="*/ 94 h 200"/>
              <a:gd name="T88" fmla="*/ 140 w 200"/>
              <a:gd name="T89" fmla="*/ 100 h 200"/>
              <a:gd name="T90" fmla="*/ 123 w 200"/>
              <a:gd name="T91" fmla="*/ 52 h 200"/>
              <a:gd name="T92" fmla="*/ 81 w 200"/>
              <a:gd name="T93" fmla="*/ 52 h 200"/>
              <a:gd name="T94" fmla="*/ 81 w 200"/>
              <a:gd name="T95" fmla="*/ 48 h 200"/>
              <a:gd name="T96" fmla="*/ 123 w 200"/>
              <a:gd name="T97" fmla="*/ 48 h 200"/>
              <a:gd name="T98" fmla="*/ 123 w 200"/>
              <a:gd name="T99" fmla="*/ 52 h 200"/>
              <a:gd name="T100" fmla="*/ 72 w 200"/>
              <a:gd name="T101" fmla="*/ 120 h 200"/>
              <a:gd name="T102" fmla="*/ 76 w 200"/>
              <a:gd name="T103" fmla="*/ 122 h 200"/>
              <a:gd name="T104" fmla="*/ 76 w 200"/>
              <a:gd name="T105" fmla="*/ 129 h 200"/>
              <a:gd name="T106" fmla="*/ 72 w 200"/>
              <a:gd name="T107" fmla="*/ 132 h 200"/>
              <a:gd name="T108" fmla="*/ 60 w 200"/>
              <a:gd name="T109" fmla="*/ 132 h 200"/>
              <a:gd name="T110" fmla="*/ 56 w 200"/>
              <a:gd name="T111" fmla="*/ 129 h 200"/>
              <a:gd name="T112" fmla="*/ 56 w 200"/>
              <a:gd name="T113" fmla="*/ 122 h 200"/>
              <a:gd name="T114" fmla="*/ 60 w 200"/>
              <a:gd name="T115" fmla="*/ 120 h 200"/>
              <a:gd name="T116" fmla="*/ 72 w 200"/>
              <a:gd name="T117" fmla="*/ 12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0" h="200">
                <a:moveTo>
                  <a:pt x="100" y="200"/>
                </a:moveTo>
                <a:cubicBezTo>
                  <a:pt x="44" y="200"/>
                  <a:pt x="0" y="155"/>
                  <a:pt x="0" y="100"/>
                </a:cubicBezTo>
                <a:cubicBezTo>
                  <a:pt x="0" y="45"/>
                  <a:pt x="44" y="0"/>
                  <a:pt x="100" y="0"/>
                </a:cubicBezTo>
                <a:cubicBezTo>
                  <a:pt x="155" y="0"/>
                  <a:pt x="200" y="45"/>
                  <a:pt x="200" y="100"/>
                </a:cubicBezTo>
                <a:cubicBezTo>
                  <a:pt x="200" y="155"/>
                  <a:pt x="155" y="200"/>
                  <a:pt x="100" y="200"/>
                </a:cubicBezTo>
                <a:close/>
                <a:moveTo>
                  <a:pt x="101" y="38"/>
                </a:moveTo>
                <a:cubicBezTo>
                  <a:pt x="102" y="38"/>
                  <a:pt x="102" y="38"/>
                  <a:pt x="102" y="38"/>
                </a:cubicBezTo>
                <a:cubicBezTo>
                  <a:pt x="102" y="38"/>
                  <a:pt x="102" y="38"/>
                  <a:pt x="102" y="38"/>
                </a:cubicBezTo>
                <a:lnTo>
                  <a:pt x="101" y="38"/>
                </a:lnTo>
                <a:close/>
                <a:moveTo>
                  <a:pt x="156" y="95"/>
                </a:moveTo>
                <a:cubicBezTo>
                  <a:pt x="150" y="56"/>
                  <a:pt x="150" y="56"/>
                  <a:pt x="150" y="56"/>
                </a:cubicBezTo>
                <a:cubicBezTo>
                  <a:pt x="149" y="49"/>
                  <a:pt x="143" y="47"/>
                  <a:pt x="136" y="44"/>
                </a:cubicBezTo>
                <a:cubicBezTo>
                  <a:pt x="130" y="41"/>
                  <a:pt x="114" y="38"/>
                  <a:pt x="102" y="38"/>
                </a:cubicBezTo>
                <a:cubicBezTo>
                  <a:pt x="90" y="38"/>
                  <a:pt x="74" y="41"/>
                  <a:pt x="68" y="44"/>
                </a:cubicBezTo>
                <a:cubicBezTo>
                  <a:pt x="61" y="47"/>
                  <a:pt x="55" y="49"/>
                  <a:pt x="53" y="56"/>
                </a:cubicBezTo>
                <a:cubicBezTo>
                  <a:pt x="48" y="95"/>
                  <a:pt x="48" y="95"/>
                  <a:pt x="48" y="95"/>
                </a:cubicBezTo>
                <a:cubicBezTo>
                  <a:pt x="48" y="148"/>
                  <a:pt x="48" y="148"/>
                  <a:pt x="48" y="148"/>
                </a:cubicBezTo>
                <a:cubicBezTo>
                  <a:pt x="59" y="148"/>
                  <a:pt x="59" y="148"/>
                  <a:pt x="59" y="148"/>
                </a:cubicBezTo>
                <a:cubicBezTo>
                  <a:pt x="59" y="157"/>
                  <a:pt x="59" y="157"/>
                  <a:pt x="59" y="157"/>
                </a:cubicBezTo>
                <a:cubicBezTo>
                  <a:pt x="59" y="167"/>
                  <a:pt x="73" y="167"/>
                  <a:pt x="73" y="157"/>
                </a:cubicBezTo>
                <a:cubicBezTo>
                  <a:pt x="73" y="148"/>
                  <a:pt x="73" y="148"/>
                  <a:pt x="73" y="148"/>
                </a:cubicBezTo>
                <a:cubicBezTo>
                  <a:pt x="131" y="148"/>
                  <a:pt x="131" y="148"/>
                  <a:pt x="131" y="148"/>
                </a:cubicBezTo>
                <a:cubicBezTo>
                  <a:pt x="131" y="157"/>
                  <a:pt x="131" y="157"/>
                  <a:pt x="131" y="157"/>
                </a:cubicBezTo>
                <a:cubicBezTo>
                  <a:pt x="131" y="167"/>
                  <a:pt x="145" y="167"/>
                  <a:pt x="145" y="157"/>
                </a:cubicBezTo>
                <a:cubicBezTo>
                  <a:pt x="145" y="148"/>
                  <a:pt x="145" y="148"/>
                  <a:pt x="145" y="148"/>
                </a:cubicBezTo>
                <a:cubicBezTo>
                  <a:pt x="156" y="148"/>
                  <a:pt x="156" y="148"/>
                  <a:pt x="156" y="148"/>
                </a:cubicBezTo>
                <a:lnTo>
                  <a:pt x="156" y="95"/>
                </a:lnTo>
                <a:close/>
                <a:moveTo>
                  <a:pt x="132" y="132"/>
                </a:moveTo>
                <a:cubicBezTo>
                  <a:pt x="130" y="132"/>
                  <a:pt x="128" y="131"/>
                  <a:pt x="128" y="129"/>
                </a:cubicBezTo>
                <a:cubicBezTo>
                  <a:pt x="128" y="122"/>
                  <a:pt x="128" y="122"/>
                  <a:pt x="128" y="122"/>
                </a:cubicBezTo>
                <a:cubicBezTo>
                  <a:pt x="128" y="121"/>
                  <a:pt x="130" y="120"/>
                  <a:pt x="132" y="120"/>
                </a:cubicBezTo>
                <a:cubicBezTo>
                  <a:pt x="144" y="120"/>
                  <a:pt x="144" y="120"/>
                  <a:pt x="144" y="120"/>
                </a:cubicBezTo>
                <a:cubicBezTo>
                  <a:pt x="145" y="120"/>
                  <a:pt x="148" y="121"/>
                  <a:pt x="148" y="122"/>
                </a:cubicBezTo>
                <a:cubicBezTo>
                  <a:pt x="148" y="129"/>
                  <a:pt x="148" y="129"/>
                  <a:pt x="148" y="129"/>
                </a:cubicBezTo>
                <a:cubicBezTo>
                  <a:pt x="148" y="131"/>
                  <a:pt x="145" y="132"/>
                  <a:pt x="144" y="132"/>
                </a:cubicBezTo>
                <a:lnTo>
                  <a:pt x="132" y="132"/>
                </a:lnTo>
                <a:close/>
                <a:moveTo>
                  <a:pt x="140" y="100"/>
                </a:moveTo>
                <a:cubicBezTo>
                  <a:pt x="63" y="100"/>
                  <a:pt x="63" y="100"/>
                  <a:pt x="63" y="100"/>
                </a:cubicBezTo>
                <a:cubicBezTo>
                  <a:pt x="60" y="100"/>
                  <a:pt x="59" y="97"/>
                  <a:pt x="59" y="94"/>
                </a:cubicBezTo>
                <a:cubicBezTo>
                  <a:pt x="63" y="65"/>
                  <a:pt x="63" y="65"/>
                  <a:pt x="63" y="65"/>
                </a:cubicBezTo>
                <a:cubicBezTo>
                  <a:pt x="64" y="62"/>
                  <a:pt x="65" y="60"/>
                  <a:pt x="69" y="60"/>
                </a:cubicBezTo>
                <a:cubicBezTo>
                  <a:pt x="135" y="60"/>
                  <a:pt x="135" y="60"/>
                  <a:pt x="135" y="60"/>
                </a:cubicBezTo>
                <a:cubicBezTo>
                  <a:pt x="139" y="60"/>
                  <a:pt x="140" y="62"/>
                  <a:pt x="141" y="65"/>
                </a:cubicBezTo>
                <a:cubicBezTo>
                  <a:pt x="145" y="94"/>
                  <a:pt x="145" y="94"/>
                  <a:pt x="145" y="94"/>
                </a:cubicBezTo>
                <a:cubicBezTo>
                  <a:pt x="145" y="97"/>
                  <a:pt x="144" y="100"/>
                  <a:pt x="140" y="100"/>
                </a:cubicBezTo>
                <a:close/>
                <a:moveTo>
                  <a:pt x="123" y="52"/>
                </a:moveTo>
                <a:cubicBezTo>
                  <a:pt x="81" y="52"/>
                  <a:pt x="81" y="52"/>
                  <a:pt x="81" y="52"/>
                </a:cubicBezTo>
                <a:cubicBezTo>
                  <a:pt x="76" y="52"/>
                  <a:pt x="76" y="48"/>
                  <a:pt x="81" y="48"/>
                </a:cubicBezTo>
                <a:cubicBezTo>
                  <a:pt x="123" y="48"/>
                  <a:pt x="123" y="48"/>
                  <a:pt x="123" y="48"/>
                </a:cubicBezTo>
                <a:cubicBezTo>
                  <a:pt x="127" y="48"/>
                  <a:pt x="127" y="52"/>
                  <a:pt x="123" y="52"/>
                </a:cubicBezTo>
                <a:close/>
                <a:moveTo>
                  <a:pt x="72" y="120"/>
                </a:moveTo>
                <a:cubicBezTo>
                  <a:pt x="74" y="120"/>
                  <a:pt x="76" y="121"/>
                  <a:pt x="76" y="122"/>
                </a:cubicBezTo>
                <a:cubicBezTo>
                  <a:pt x="76" y="129"/>
                  <a:pt x="76" y="129"/>
                  <a:pt x="76" y="129"/>
                </a:cubicBezTo>
                <a:cubicBezTo>
                  <a:pt x="76" y="131"/>
                  <a:pt x="74" y="132"/>
                  <a:pt x="72" y="132"/>
                </a:cubicBezTo>
                <a:cubicBezTo>
                  <a:pt x="60" y="132"/>
                  <a:pt x="60" y="132"/>
                  <a:pt x="60" y="132"/>
                </a:cubicBezTo>
                <a:cubicBezTo>
                  <a:pt x="59" y="132"/>
                  <a:pt x="56" y="131"/>
                  <a:pt x="56" y="129"/>
                </a:cubicBezTo>
                <a:cubicBezTo>
                  <a:pt x="56" y="122"/>
                  <a:pt x="56" y="122"/>
                  <a:pt x="56" y="122"/>
                </a:cubicBezTo>
                <a:cubicBezTo>
                  <a:pt x="56" y="121"/>
                  <a:pt x="59" y="120"/>
                  <a:pt x="60" y="120"/>
                </a:cubicBezTo>
                <a:lnTo>
                  <a:pt x="72" y="120"/>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69"/>
          <p:cNvSpPr>
            <a:spLocks noEditPoints="1"/>
          </p:cNvSpPr>
          <p:nvPr/>
        </p:nvSpPr>
        <p:spPr bwMode="auto">
          <a:xfrm>
            <a:off x="9168337" y="5324563"/>
            <a:ext cx="393700" cy="393700"/>
          </a:xfrm>
          <a:custGeom>
            <a:avLst/>
            <a:gdLst>
              <a:gd name="T0" fmla="*/ 100 w 199"/>
              <a:gd name="T1" fmla="*/ 199 h 199"/>
              <a:gd name="T2" fmla="*/ 0 w 199"/>
              <a:gd name="T3" fmla="*/ 100 h 199"/>
              <a:gd name="T4" fmla="*/ 100 w 199"/>
              <a:gd name="T5" fmla="*/ 0 h 199"/>
              <a:gd name="T6" fmla="*/ 199 w 199"/>
              <a:gd name="T7" fmla="*/ 100 h 199"/>
              <a:gd name="T8" fmla="*/ 100 w 199"/>
              <a:gd name="T9" fmla="*/ 199 h 199"/>
              <a:gd name="T10" fmla="*/ 90 w 199"/>
              <a:gd name="T11" fmla="*/ 12 h 199"/>
              <a:gd name="T12" fmla="*/ 83 w 199"/>
              <a:gd name="T13" fmla="*/ 20 h 199"/>
              <a:gd name="T14" fmla="*/ 90 w 199"/>
              <a:gd name="T15" fmla="*/ 27 h 199"/>
              <a:gd name="T16" fmla="*/ 97 w 199"/>
              <a:gd name="T17" fmla="*/ 20 h 199"/>
              <a:gd name="T18" fmla="*/ 90 w 199"/>
              <a:gd name="T19" fmla="*/ 12 h 199"/>
              <a:gd name="T20" fmla="*/ 108 w 199"/>
              <a:gd name="T21" fmla="*/ 12 h 199"/>
              <a:gd name="T22" fmla="*/ 101 w 199"/>
              <a:gd name="T23" fmla="*/ 20 h 199"/>
              <a:gd name="T24" fmla="*/ 108 w 199"/>
              <a:gd name="T25" fmla="*/ 27 h 199"/>
              <a:gd name="T26" fmla="*/ 116 w 199"/>
              <a:gd name="T27" fmla="*/ 20 h 199"/>
              <a:gd name="T28" fmla="*/ 108 w 199"/>
              <a:gd name="T29" fmla="*/ 12 h 199"/>
              <a:gd name="T30" fmla="*/ 151 w 199"/>
              <a:gd name="T31" fmla="*/ 51 h 199"/>
              <a:gd name="T32" fmla="*/ 127 w 199"/>
              <a:gd name="T33" fmla="*/ 28 h 199"/>
              <a:gd name="T34" fmla="*/ 99 w 199"/>
              <a:gd name="T35" fmla="*/ 28 h 199"/>
              <a:gd name="T36" fmla="*/ 71 w 199"/>
              <a:gd name="T37" fmla="*/ 28 h 199"/>
              <a:gd name="T38" fmla="*/ 47 w 199"/>
              <a:gd name="T39" fmla="*/ 51 h 199"/>
              <a:gd name="T40" fmla="*/ 47 w 199"/>
              <a:gd name="T41" fmla="*/ 132 h 199"/>
              <a:gd name="T42" fmla="*/ 66 w 199"/>
              <a:gd name="T43" fmla="*/ 154 h 199"/>
              <a:gd name="T44" fmla="*/ 49 w 199"/>
              <a:gd name="T45" fmla="*/ 176 h 199"/>
              <a:gd name="T46" fmla="*/ 64 w 199"/>
              <a:gd name="T47" fmla="*/ 176 h 199"/>
              <a:gd name="T48" fmla="*/ 74 w 199"/>
              <a:gd name="T49" fmla="*/ 164 h 199"/>
              <a:gd name="T50" fmla="*/ 125 w 199"/>
              <a:gd name="T51" fmla="*/ 164 h 199"/>
              <a:gd name="T52" fmla="*/ 134 w 199"/>
              <a:gd name="T53" fmla="*/ 176 h 199"/>
              <a:gd name="T54" fmla="*/ 149 w 199"/>
              <a:gd name="T55" fmla="*/ 176 h 199"/>
              <a:gd name="T56" fmla="*/ 132 w 199"/>
              <a:gd name="T57" fmla="*/ 154 h 199"/>
              <a:gd name="T58" fmla="*/ 151 w 199"/>
              <a:gd name="T59" fmla="*/ 132 h 199"/>
              <a:gd name="T60" fmla="*/ 151 w 199"/>
              <a:gd name="T61" fmla="*/ 51 h 199"/>
              <a:gd name="T62" fmla="*/ 126 w 199"/>
              <a:gd name="T63" fmla="*/ 88 h 199"/>
              <a:gd name="T64" fmla="*/ 72 w 199"/>
              <a:gd name="T65" fmla="*/ 88 h 199"/>
              <a:gd name="T66" fmla="*/ 59 w 199"/>
              <a:gd name="T67" fmla="*/ 78 h 199"/>
              <a:gd name="T68" fmla="*/ 59 w 199"/>
              <a:gd name="T69" fmla="*/ 64 h 199"/>
              <a:gd name="T70" fmla="*/ 72 w 199"/>
              <a:gd name="T71" fmla="*/ 52 h 199"/>
              <a:gd name="T72" fmla="*/ 126 w 199"/>
              <a:gd name="T73" fmla="*/ 52 h 199"/>
              <a:gd name="T74" fmla="*/ 139 w 199"/>
              <a:gd name="T75" fmla="*/ 64 h 199"/>
              <a:gd name="T76" fmla="*/ 139 w 199"/>
              <a:gd name="T77" fmla="*/ 78 h 199"/>
              <a:gd name="T78" fmla="*/ 126 w 199"/>
              <a:gd name="T79" fmla="*/ 88 h 199"/>
              <a:gd name="T80" fmla="*/ 112 w 199"/>
              <a:gd name="T81" fmla="*/ 44 h 199"/>
              <a:gd name="T82" fmla="*/ 86 w 199"/>
              <a:gd name="T83" fmla="*/ 44 h 199"/>
              <a:gd name="T84" fmla="*/ 82 w 199"/>
              <a:gd name="T85" fmla="*/ 41 h 199"/>
              <a:gd name="T86" fmla="*/ 82 w 199"/>
              <a:gd name="T87" fmla="*/ 36 h 199"/>
              <a:gd name="T88" fmla="*/ 86 w 199"/>
              <a:gd name="T89" fmla="*/ 36 h 199"/>
              <a:gd name="T90" fmla="*/ 112 w 199"/>
              <a:gd name="T91" fmla="*/ 36 h 199"/>
              <a:gd name="T92" fmla="*/ 116 w 199"/>
              <a:gd name="T93" fmla="*/ 39 h 199"/>
              <a:gd name="T94" fmla="*/ 116 w 199"/>
              <a:gd name="T95" fmla="*/ 41 h 199"/>
              <a:gd name="T96" fmla="*/ 112 w 199"/>
              <a:gd name="T97" fmla="*/ 44 h 199"/>
              <a:gd name="T98" fmla="*/ 72 w 199"/>
              <a:gd name="T99" fmla="*/ 122 h 199"/>
              <a:gd name="T100" fmla="*/ 81 w 199"/>
              <a:gd name="T101" fmla="*/ 132 h 199"/>
              <a:gd name="T102" fmla="*/ 72 w 199"/>
              <a:gd name="T103" fmla="*/ 142 h 199"/>
              <a:gd name="T104" fmla="*/ 62 w 199"/>
              <a:gd name="T105" fmla="*/ 132 h 199"/>
              <a:gd name="T106" fmla="*/ 72 w 199"/>
              <a:gd name="T107" fmla="*/ 122 h 199"/>
              <a:gd name="T108" fmla="*/ 127 w 199"/>
              <a:gd name="T109" fmla="*/ 122 h 199"/>
              <a:gd name="T110" fmla="*/ 136 w 199"/>
              <a:gd name="T111" fmla="*/ 132 h 199"/>
              <a:gd name="T112" fmla="*/ 127 w 199"/>
              <a:gd name="T113" fmla="*/ 142 h 199"/>
              <a:gd name="T114" fmla="*/ 117 w 199"/>
              <a:gd name="T115" fmla="*/ 132 h 199"/>
              <a:gd name="T116" fmla="*/ 127 w 199"/>
              <a:gd name="T117" fmla="*/ 122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9" h="199">
                <a:moveTo>
                  <a:pt x="100" y="199"/>
                </a:moveTo>
                <a:cubicBezTo>
                  <a:pt x="45" y="199"/>
                  <a:pt x="0" y="155"/>
                  <a:pt x="0" y="100"/>
                </a:cubicBezTo>
                <a:cubicBezTo>
                  <a:pt x="0" y="45"/>
                  <a:pt x="45" y="0"/>
                  <a:pt x="100" y="0"/>
                </a:cubicBezTo>
                <a:cubicBezTo>
                  <a:pt x="155" y="0"/>
                  <a:pt x="199" y="45"/>
                  <a:pt x="199" y="100"/>
                </a:cubicBezTo>
                <a:cubicBezTo>
                  <a:pt x="199" y="155"/>
                  <a:pt x="155" y="199"/>
                  <a:pt x="100" y="199"/>
                </a:cubicBezTo>
                <a:close/>
                <a:moveTo>
                  <a:pt x="90" y="12"/>
                </a:moveTo>
                <a:cubicBezTo>
                  <a:pt x="86" y="12"/>
                  <a:pt x="83" y="16"/>
                  <a:pt x="83" y="20"/>
                </a:cubicBezTo>
                <a:cubicBezTo>
                  <a:pt x="83" y="23"/>
                  <a:pt x="86" y="27"/>
                  <a:pt x="90" y="27"/>
                </a:cubicBezTo>
                <a:cubicBezTo>
                  <a:pt x="94" y="27"/>
                  <a:pt x="97" y="23"/>
                  <a:pt x="97" y="20"/>
                </a:cubicBezTo>
                <a:cubicBezTo>
                  <a:pt x="97" y="16"/>
                  <a:pt x="94" y="12"/>
                  <a:pt x="90" y="12"/>
                </a:cubicBezTo>
                <a:close/>
                <a:moveTo>
                  <a:pt x="108" y="12"/>
                </a:moveTo>
                <a:cubicBezTo>
                  <a:pt x="105" y="12"/>
                  <a:pt x="101" y="16"/>
                  <a:pt x="101" y="20"/>
                </a:cubicBezTo>
                <a:cubicBezTo>
                  <a:pt x="101" y="23"/>
                  <a:pt x="105" y="27"/>
                  <a:pt x="108" y="27"/>
                </a:cubicBezTo>
                <a:cubicBezTo>
                  <a:pt x="112" y="27"/>
                  <a:pt x="116" y="23"/>
                  <a:pt x="116" y="20"/>
                </a:cubicBezTo>
                <a:cubicBezTo>
                  <a:pt x="116" y="16"/>
                  <a:pt x="112" y="12"/>
                  <a:pt x="108" y="12"/>
                </a:cubicBezTo>
                <a:close/>
                <a:moveTo>
                  <a:pt x="151" y="51"/>
                </a:moveTo>
                <a:cubicBezTo>
                  <a:pt x="151" y="39"/>
                  <a:pt x="140" y="28"/>
                  <a:pt x="127" y="28"/>
                </a:cubicBezTo>
                <a:cubicBezTo>
                  <a:pt x="99" y="28"/>
                  <a:pt x="99" y="28"/>
                  <a:pt x="99" y="28"/>
                </a:cubicBezTo>
                <a:cubicBezTo>
                  <a:pt x="71" y="28"/>
                  <a:pt x="71" y="28"/>
                  <a:pt x="71" y="28"/>
                </a:cubicBezTo>
                <a:cubicBezTo>
                  <a:pt x="58" y="28"/>
                  <a:pt x="47" y="39"/>
                  <a:pt x="47" y="51"/>
                </a:cubicBezTo>
                <a:cubicBezTo>
                  <a:pt x="47" y="132"/>
                  <a:pt x="47" y="132"/>
                  <a:pt x="47" y="132"/>
                </a:cubicBezTo>
                <a:cubicBezTo>
                  <a:pt x="47" y="143"/>
                  <a:pt x="57" y="153"/>
                  <a:pt x="66" y="154"/>
                </a:cubicBezTo>
                <a:cubicBezTo>
                  <a:pt x="49" y="176"/>
                  <a:pt x="49" y="176"/>
                  <a:pt x="49" y="176"/>
                </a:cubicBezTo>
                <a:cubicBezTo>
                  <a:pt x="64" y="176"/>
                  <a:pt x="64" y="176"/>
                  <a:pt x="64" y="176"/>
                </a:cubicBezTo>
                <a:cubicBezTo>
                  <a:pt x="74" y="164"/>
                  <a:pt x="74" y="164"/>
                  <a:pt x="74" y="164"/>
                </a:cubicBezTo>
                <a:cubicBezTo>
                  <a:pt x="125" y="164"/>
                  <a:pt x="125" y="164"/>
                  <a:pt x="125" y="164"/>
                </a:cubicBezTo>
                <a:cubicBezTo>
                  <a:pt x="134" y="176"/>
                  <a:pt x="134" y="176"/>
                  <a:pt x="134" y="176"/>
                </a:cubicBezTo>
                <a:cubicBezTo>
                  <a:pt x="149" y="176"/>
                  <a:pt x="149" y="176"/>
                  <a:pt x="149" y="176"/>
                </a:cubicBezTo>
                <a:cubicBezTo>
                  <a:pt x="132" y="154"/>
                  <a:pt x="132" y="154"/>
                  <a:pt x="132" y="154"/>
                </a:cubicBezTo>
                <a:cubicBezTo>
                  <a:pt x="141" y="153"/>
                  <a:pt x="151" y="143"/>
                  <a:pt x="151" y="132"/>
                </a:cubicBezTo>
                <a:lnTo>
                  <a:pt x="151" y="51"/>
                </a:lnTo>
                <a:close/>
                <a:moveTo>
                  <a:pt x="126" y="88"/>
                </a:moveTo>
                <a:cubicBezTo>
                  <a:pt x="72" y="88"/>
                  <a:pt x="72" y="88"/>
                  <a:pt x="72" y="88"/>
                </a:cubicBezTo>
                <a:cubicBezTo>
                  <a:pt x="66" y="88"/>
                  <a:pt x="59" y="85"/>
                  <a:pt x="59" y="78"/>
                </a:cubicBezTo>
                <a:cubicBezTo>
                  <a:pt x="59" y="64"/>
                  <a:pt x="59" y="64"/>
                  <a:pt x="59" y="64"/>
                </a:cubicBezTo>
                <a:cubicBezTo>
                  <a:pt x="59" y="58"/>
                  <a:pt x="65" y="52"/>
                  <a:pt x="72" y="52"/>
                </a:cubicBezTo>
                <a:cubicBezTo>
                  <a:pt x="126" y="52"/>
                  <a:pt x="126" y="52"/>
                  <a:pt x="126" y="52"/>
                </a:cubicBezTo>
                <a:cubicBezTo>
                  <a:pt x="134" y="52"/>
                  <a:pt x="139" y="58"/>
                  <a:pt x="139" y="64"/>
                </a:cubicBezTo>
                <a:cubicBezTo>
                  <a:pt x="139" y="78"/>
                  <a:pt x="139" y="78"/>
                  <a:pt x="139" y="78"/>
                </a:cubicBezTo>
                <a:cubicBezTo>
                  <a:pt x="139" y="85"/>
                  <a:pt x="133" y="88"/>
                  <a:pt x="126" y="88"/>
                </a:cubicBezTo>
                <a:close/>
                <a:moveTo>
                  <a:pt x="112" y="44"/>
                </a:moveTo>
                <a:cubicBezTo>
                  <a:pt x="86" y="44"/>
                  <a:pt x="86" y="44"/>
                  <a:pt x="86" y="44"/>
                </a:cubicBezTo>
                <a:cubicBezTo>
                  <a:pt x="84" y="44"/>
                  <a:pt x="82" y="43"/>
                  <a:pt x="82" y="41"/>
                </a:cubicBezTo>
                <a:cubicBezTo>
                  <a:pt x="82" y="36"/>
                  <a:pt x="82" y="36"/>
                  <a:pt x="82" y="36"/>
                </a:cubicBezTo>
                <a:cubicBezTo>
                  <a:pt x="82" y="35"/>
                  <a:pt x="84" y="36"/>
                  <a:pt x="86" y="36"/>
                </a:cubicBezTo>
                <a:cubicBezTo>
                  <a:pt x="112" y="36"/>
                  <a:pt x="112" y="36"/>
                  <a:pt x="112" y="36"/>
                </a:cubicBezTo>
                <a:cubicBezTo>
                  <a:pt x="114" y="36"/>
                  <a:pt x="116" y="37"/>
                  <a:pt x="116" y="39"/>
                </a:cubicBezTo>
                <a:cubicBezTo>
                  <a:pt x="116" y="41"/>
                  <a:pt x="116" y="41"/>
                  <a:pt x="116" y="41"/>
                </a:cubicBezTo>
                <a:cubicBezTo>
                  <a:pt x="116" y="43"/>
                  <a:pt x="115" y="44"/>
                  <a:pt x="112" y="44"/>
                </a:cubicBezTo>
                <a:close/>
                <a:moveTo>
                  <a:pt x="72" y="122"/>
                </a:moveTo>
                <a:cubicBezTo>
                  <a:pt x="77" y="122"/>
                  <a:pt x="81" y="127"/>
                  <a:pt x="81" y="132"/>
                </a:cubicBezTo>
                <a:cubicBezTo>
                  <a:pt x="81" y="138"/>
                  <a:pt x="77" y="142"/>
                  <a:pt x="72" y="142"/>
                </a:cubicBezTo>
                <a:cubicBezTo>
                  <a:pt x="66" y="142"/>
                  <a:pt x="62" y="138"/>
                  <a:pt x="62" y="132"/>
                </a:cubicBezTo>
                <a:cubicBezTo>
                  <a:pt x="62" y="127"/>
                  <a:pt x="66" y="122"/>
                  <a:pt x="72" y="122"/>
                </a:cubicBezTo>
                <a:close/>
                <a:moveTo>
                  <a:pt x="127" y="122"/>
                </a:moveTo>
                <a:cubicBezTo>
                  <a:pt x="132" y="122"/>
                  <a:pt x="136" y="127"/>
                  <a:pt x="136" y="132"/>
                </a:cubicBezTo>
                <a:cubicBezTo>
                  <a:pt x="136" y="138"/>
                  <a:pt x="132" y="142"/>
                  <a:pt x="127" y="142"/>
                </a:cubicBezTo>
                <a:cubicBezTo>
                  <a:pt x="121" y="142"/>
                  <a:pt x="117" y="138"/>
                  <a:pt x="117" y="132"/>
                </a:cubicBezTo>
                <a:cubicBezTo>
                  <a:pt x="117" y="127"/>
                  <a:pt x="121" y="122"/>
                  <a:pt x="127" y="122"/>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70"/>
          <p:cNvSpPr>
            <a:spLocks noEditPoints="1"/>
          </p:cNvSpPr>
          <p:nvPr/>
        </p:nvSpPr>
        <p:spPr bwMode="auto">
          <a:xfrm>
            <a:off x="9660462" y="5324563"/>
            <a:ext cx="395288" cy="395288"/>
          </a:xfrm>
          <a:custGeom>
            <a:avLst/>
            <a:gdLst>
              <a:gd name="T0" fmla="*/ 0 w 200"/>
              <a:gd name="T1" fmla="*/ 100 h 200"/>
              <a:gd name="T2" fmla="*/ 200 w 200"/>
              <a:gd name="T3" fmla="*/ 100 h 200"/>
              <a:gd name="T4" fmla="*/ 31 w 200"/>
              <a:gd name="T5" fmla="*/ 161 h 200"/>
              <a:gd name="T6" fmla="*/ 57 w 200"/>
              <a:gd name="T7" fmla="*/ 159 h 200"/>
              <a:gd name="T8" fmla="*/ 90 w 200"/>
              <a:gd name="T9" fmla="*/ 158 h 200"/>
              <a:gd name="T10" fmla="*/ 124 w 200"/>
              <a:gd name="T11" fmla="*/ 159 h 200"/>
              <a:gd name="T12" fmla="*/ 156 w 200"/>
              <a:gd name="T13" fmla="*/ 159 h 200"/>
              <a:gd name="T14" fmla="*/ 168 w 200"/>
              <a:gd name="T15" fmla="*/ 148 h 200"/>
              <a:gd name="T16" fmla="*/ 139 w 200"/>
              <a:gd name="T17" fmla="*/ 147 h 200"/>
              <a:gd name="T18" fmla="*/ 107 w 200"/>
              <a:gd name="T19" fmla="*/ 146 h 200"/>
              <a:gd name="T20" fmla="*/ 75 w 200"/>
              <a:gd name="T21" fmla="*/ 146 h 200"/>
              <a:gd name="T22" fmla="*/ 42 w 200"/>
              <a:gd name="T23" fmla="*/ 146 h 200"/>
              <a:gd name="T24" fmla="*/ 31 w 200"/>
              <a:gd name="T25" fmla="*/ 161 h 200"/>
              <a:gd name="T26" fmla="*/ 157 w 200"/>
              <a:gd name="T27" fmla="*/ 127 h 200"/>
              <a:gd name="T28" fmla="*/ 136 w 200"/>
              <a:gd name="T29" fmla="*/ 98 h 200"/>
              <a:gd name="T30" fmla="*/ 141 w 200"/>
              <a:gd name="T31" fmla="*/ 69 h 200"/>
              <a:gd name="T32" fmla="*/ 135 w 200"/>
              <a:gd name="T33" fmla="*/ 49 h 200"/>
              <a:gd name="T34" fmla="*/ 125 w 200"/>
              <a:gd name="T35" fmla="*/ 48 h 200"/>
              <a:gd name="T36" fmla="*/ 124 w 200"/>
              <a:gd name="T37" fmla="*/ 37 h 200"/>
              <a:gd name="T38" fmla="*/ 108 w 200"/>
              <a:gd name="T39" fmla="*/ 36 h 200"/>
              <a:gd name="T40" fmla="*/ 107 w 200"/>
              <a:gd name="T41" fmla="*/ 21 h 200"/>
              <a:gd name="T42" fmla="*/ 92 w 200"/>
              <a:gd name="T43" fmla="*/ 20 h 200"/>
              <a:gd name="T44" fmla="*/ 91 w 200"/>
              <a:gd name="T45" fmla="*/ 35 h 200"/>
              <a:gd name="T46" fmla="*/ 76 w 200"/>
              <a:gd name="T47" fmla="*/ 36 h 200"/>
              <a:gd name="T48" fmla="*/ 75 w 200"/>
              <a:gd name="T49" fmla="*/ 47 h 200"/>
              <a:gd name="T50" fmla="*/ 64 w 200"/>
              <a:gd name="T51" fmla="*/ 48 h 200"/>
              <a:gd name="T52" fmla="*/ 64 w 200"/>
              <a:gd name="T53" fmla="*/ 67 h 200"/>
              <a:gd name="T54" fmla="*/ 55 w 200"/>
              <a:gd name="T55" fmla="*/ 77 h 200"/>
              <a:gd name="T56" fmla="*/ 64 w 200"/>
              <a:gd name="T57" fmla="*/ 128 h 200"/>
              <a:gd name="T58" fmla="*/ 42 w 200"/>
              <a:gd name="T59" fmla="*/ 127 h 200"/>
              <a:gd name="T60" fmla="*/ 31 w 200"/>
              <a:gd name="T61" fmla="*/ 142 h 200"/>
              <a:gd name="T62" fmla="*/ 57 w 200"/>
              <a:gd name="T63" fmla="*/ 139 h 200"/>
              <a:gd name="T64" fmla="*/ 90 w 200"/>
              <a:gd name="T65" fmla="*/ 139 h 200"/>
              <a:gd name="T66" fmla="*/ 124 w 200"/>
              <a:gd name="T67" fmla="*/ 140 h 200"/>
              <a:gd name="T68" fmla="*/ 157 w 200"/>
              <a:gd name="T69" fmla="*/ 139 h 200"/>
              <a:gd name="T70" fmla="*/ 168 w 200"/>
              <a:gd name="T71" fmla="*/ 129 h 200"/>
              <a:gd name="T72" fmla="*/ 100 w 200"/>
              <a:gd name="T73" fmla="*/ 52 h 200"/>
              <a:gd name="T74" fmla="*/ 73 w 200"/>
              <a:gd name="T75" fmla="*/ 63 h 200"/>
              <a:gd name="T76" fmla="*/ 72 w 200"/>
              <a:gd name="T77" fmla="*/ 57 h 200"/>
              <a:gd name="T78" fmla="*/ 83 w 200"/>
              <a:gd name="T79" fmla="*/ 56 h 200"/>
              <a:gd name="T80" fmla="*/ 84 w 200"/>
              <a:gd name="T81" fmla="*/ 45 h 200"/>
              <a:gd name="T82" fmla="*/ 115 w 200"/>
              <a:gd name="T83" fmla="*/ 44 h 200"/>
              <a:gd name="T84" fmla="*/ 116 w 200"/>
              <a:gd name="T85" fmla="*/ 55 h 200"/>
              <a:gd name="T86" fmla="*/ 126 w 200"/>
              <a:gd name="T87" fmla="*/ 56 h 200"/>
              <a:gd name="T88" fmla="*/ 127 w 200"/>
              <a:gd name="T89" fmla="*/ 62 h 200"/>
              <a:gd name="T90" fmla="*/ 126 w 200"/>
              <a:gd name="T91" fmla="*/ 63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0" h="200">
                <a:moveTo>
                  <a:pt x="100" y="200"/>
                </a:moveTo>
                <a:cubicBezTo>
                  <a:pt x="44" y="200"/>
                  <a:pt x="0" y="155"/>
                  <a:pt x="0" y="100"/>
                </a:cubicBezTo>
                <a:cubicBezTo>
                  <a:pt x="0" y="45"/>
                  <a:pt x="44" y="0"/>
                  <a:pt x="100" y="0"/>
                </a:cubicBezTo>
                <a:cubicBezTo>
                  <a:pt x="155" y="0"/>
                  <a:pt x="200" y="45"/>
                  <a:pt x="200" y="100"/>
                </a:cubicBezTo>
                <a:cubicBezTo>
                  <a:pt x="200" y="155"/>
                  <a:pt x="155" y="200"/>
                  <a:pt x="100" y="200"/>
                </a:cubicBezTo>
                <a:close/>
                <a:moveTo>
                  <a:pt x="31" y="161"/>
                </a:moveTo>
                <a:cubicBezTo>
                  <a:pt x="35" y="161"/>
                  <a:pt x="40" y="160"/>
                  <a:pt x="42" y="159"/>
                </a:cubicBezTo>
                <a:cubicBezTo>
                  <a:pt x="45" y="157"/>
                  <a:pt x="51" y="155"/>
                  <a:pt x="57" y="159"/>
                </a:cubicBezTo>
                <a:cubicBezTo>
                  <a:pt x="64" y="162"/>
                  <a:pt x="69" y="162"/>
                  <a:pt x="75" y="159"/>
                </a:cubicBezTo>
                <a:cubicBezTo>
                  <a:pt x="80" y="156"/>
                  <a:pt x="84" y="156"/>
                  <a:pt x="90" y="158"/>
                </a:cubicBezTo>
                <a:cubicBezTo>
                  <a:pt x="97" y="162"/>
                  <a:pt x="103" y="161"/>
                  <a:pt x="109" y="159"/>
                </a:cubicBezTo>
                <a:cubicBezTo>
                  <a:pt x="115" y="156"/>
                  <a:pt x="118" y="156"/>
                  <a:pt x="124" y="159"/>
                </a:cubicBezTo>
                <a:cubicBezTo>
                  <a:pt x="130" y="162"/>
                  <a:pt x="135" y="162"/>
                  <a:pt x="142" y="159"/>
                </a:cubicBezTo>
                <a:cubicBezTo>
                  <a:pt x="148" y="155"/>
                  <a:pt x="153" y="157"/>
                  <a:pt x="156" y="159"/>
                </a:cubicBezTo>
                <a:cubicBezTo>
                  <a:pt x="159" y="160"/>
                  <a:pt x="164" y="161"/>
                  <a:pt x="168" y="161"/>
                </a:cubicBezTo>
                <a:cubicBezTo>
                  <a:pt x="168" y="148"/>
                  <a:pt x="168" y="148"/>
                  <a:pt x="168" y="148"/>
                </a:cubicBezTo>
                <a:cubicBezTo>
                  <a:pt x="162" y="148"/>
                  <a:pt x="157" y="146"/>
                  <a:pt x="157" y="146"/>
                </a:cubicBezTo>
                <a:cubicBezTo>
                  <a:pt x="151" y="142"/>
                  <a:pt x="146" y="143"/>
                  <a:pt x="139" y="147"/>
                </a:cubicBezTo>
                <a:cubicBezTo>
                  <a:pt x="135" y="149"/>
                  <a:pt x="128" y="148"/>
                  <a:pt x="123" y="146"/>
                </a:cubicBezTo>
                <a:cubicBezTo>
                  <a:pt x="117" y="143"/>
                  <a:pt x="114" y="143"/>
                  <a:pt x="107" y="146"/>
                </a:cubicBezTo>
                <a:cubicBezTo>
                  <a:pt x="102" y="149"/>
                  <a:pt x="97" y="149"/>
                  <a:pt x="92" y="146"/>
                </a:cubicBezTo>
                <a:cubicBezTo>
                  <a:pt x="85" y="143"/>
                  <a:pt x="82" y="143"/>
                  <a:pt x="75" y="146"/>
                </a:cubicBezTo>
                <a:cubicBezTo>
                  <a:pt x="71" y="148"/>
                  <a:pt x="64" y="149"/>
                  <a:pt x="60" y="147"/>
                </a:cubicBezTo>
                <a:cubicBezTo>
                  <a:pt x="53" y="143"/>
                  <a:pt x="48" y="142"/>
                  <a:pt x="42" y="146"/>
                </a:cubicBezTo>
                <a:cubicBezTo>
                  <a:pt x="42" y="146"/>
                  <a:pt x="37" y="148"/>
                  <a:pt x="31" y="148"/>
                </a:cubicBezTo>
                <a:lnTo>
                  <a:pt x="31" y="161"/>
                </a:lnTo>
                <a:close/>
                <a:moveTo>
                  <a:pt x="168" y="129"/>
                </a:moveTo>
                <a:cubicBezTo>
                  <a:pt x="163" y="129"/>
                  <a:pt x="157" y="127"/>
                  <a:pt x="157" y="127"/>
                </a:cubicBezTo>
                <a:cubicBezTo>
                  <a:pt x="146" y="121"/>
                  <a:pt x="142" y="128"/>
                  <a:pt x="136" y="128"/>
                </a:cubicBezTo>
                <a:cubicBezTo>
                  <a:pt x="136" y="98"/>
                  <a:pt x="136" y="98"/>
                  <a:pt x="136" y="98"/>
                </a:cubicBezTo>
                <a:cubicBezTo>
                  <a:pt x="144" y="77"/>
                  <a:pt x="144" y="77"/>
                  <a:pt x="144" y="77"/>
                </a:cubicBezTo>
                <a:cubicBezTo>
                  <a:pt x="146" y="73"/>
                  <a:pt x="144" y="70"/>
                  <a:pt x="141" y="69"/>
                </a:cubicBezTo>
                <a:cubicBezTo>
                  <a:pt x="135" y="67"/>
                  <a:pt x="135" y="67"/>
                  <a:pt x="135" y="67"/>
                </a:cubicBezTo>
                <a:cubicBezTo>
                  <a:pt x="135" y="49"/>
                  <a:pt x="135" y="49"/>
                  <a:pt x="135" y="49"/>
                </a:cubicBezTo>
                <a:cubicBezTo>
                  <a:pt x="135" y="48"/>
                  <a:pt x="135" y="48"/>
                  <a:pt x="134" y="48"/>
                </a:cubicBezTo>
                <a:cubicBezTo>
                  <a:pt x="125" y="48"/>
                  <a:pt x="125" y="48"/>
                  <a:pt x="125" y="48"/>
                </a:cubicBezTo>
                <a:cubicBezTo>
                  <a:pt x="124" y="48"/>
                  <a:pt x="124" y="47"/>
                  <a:pt x="124" y="47"/>
                </a:cubicBezTo>
                <a:cubicBezTo>
                  <a:pt x="124" y="37"/>
                  <a:pt x="124" y="37"/>
                  <a:pt x="124" y="37"/>
                </a:cubicBezTo>
                <a:cubicBezTo>
                  <a:pt x="124" y="36"/>
                  <a:pt x="123" y="36"/>
                  <a:pt x="123" y="36"/>
                </a:cubicBezTo>
                <a:cubicBezTo>
                  <a:pt x="108" y="36"/>
                  <a:pt x="108" y="36"/>
                  <a:pt x="108" y="36"/>
                </a:cubicBezTo>
                <a:cubicBezTo>
                  <a:pt x="108" y="36"/>
                  <a:pt x="107" y="36"/>
                  <a:pt x="107" y="35"/>
                </a:cubicBezTo>
                <a:cubicBezTo>
                  <a:pt x="107" y="21"/>
                  <a:pt x="107" y="21"/>
                  <a:pt x="107" y="21"/>
                </a:cubicBezTo>
                <a:cubicBezTo>
                  <a:pt x="107" y="20"/>
                  <a:pt x="107" y="20"/>
                  <a:pt x="107" y="20"/>
                </a:cubicBezTo>
                <a:cubicBezTo>
                  <a:pt x="92" y="20"/>
                  <a:pt x="92" y="20"/>
                  <a:pt x="92" y="20"/>
                </a:cubicBezTo>
                <a:cubicBezTo>
                  <a:pt x="92" y="20"/>
                  <a:pt x="91" y="20"/>
                  <a:pt x="91" y="21"/>
                </a:cubicBezTo>
                <a:cubicBezTo>
                  <a:pt x="91" y="35"/>
                  <a:pt x="91" y="35"/>
                  <a:pt x="91" y="35"/>
                </a:cubicBezTo>
                <a:cubicBezTo>
                  <a:pt x="91" y="36"/>
                  <a:pt x="91" y="36"/>
                  <a:pt x="91" y="36"/>
                </a:cubicBezTo>
                <a:cubicBezTo>
                  <a:pt x="76" y="36"/>
                  <a:pt x="76" y="36"/>
                  <a:pt x="76" y="36"/>
                </a:cubicBezTo>
                <a:cubicBezTo>
                  <a:pt x="76" y="36"/>
                  <a:pt x="75" y="36"/>
                  <a:pt x="75" y="37"/>
                </a:cubicBezTo>
                <a:cubicBezTo>
                  <a:pt x="75" y="47"/>
                  <a:pt x="75" y="47"/>
                  <a:pt x="75" y="47"/>
                </a:cubicBezTo>
                <a:cubicBezTo>
                  <a:pt x="75" y="47"/>
                  <a:pt x="75" y="48"/>
                  <a:pt x="75" y="48"/>
                </a:cubicBezTo>
                <a:cubicBezTo>
                  <a:pt x="64" y="48"/>
                  <a:pt x="64" y="48"/>
                  <a:pt x="64" y="48"/>
                </a:cubicBezTo>
                <a:cubicBezTo>
                  <a:pt x="64" y="48"/>
                  <a:pt x="64" y="48"/>
                  <a:pt x="64" y="49"/>
                </a:cubicBezTo>
                <a:cubicBezTo>
                  <a:pt x="64" y="67"/>
                  <a:pt x="64" y="67"/>
                  <a:pt x="64" y="67"/>
                </a:cubicBezTo>
                <a:cubicBezTo>
                  <a:pt x="58" y="69"/>
                  <a:pt x="58" y="69"/>
                  <a:pt x="58" y="69"/>
                </a:cubicBezTo>
                <a:cubicBezTo>
                  <a:pt x="55" y="70"/>
                  <a:pt x="53" y="73"/>
                  <a:pt x="55" y="77"/>
                </a:cubicBezTo>
                <a:cubicBezTo>
                  <a:pt x="64" y="98"/>
                  <a:pt x="64" y="98"/>
                  <a:pt x="64" y="98"/>
                </a:cubicBezTo>
                <a:cubicBezTo>
                  <a:pt x="64" y="128"/>
                  <a:pt x="64" y="128"/>
                  <a:pt x="64" y="128"/>
                </a:cubicBezTo>
                <a:cubicBezTo>
                  <a:pt x="57" y="128"/>
                  <a:pt x="53" y="121"/>
                  <a:pt x="42" y="127"/>
                </a:cubicBezTo>
                <a:cubicBezTo>
                  <a:pt x="42" y="127"/>
                  <a:pt x="42" y="127"/>
                  <a:pt x="42" y="127"/>
                </a:cubicBezTo>
                <a:cubicBezTo>
                  <a:pt x="42" y="127"/>
                  <a:pt x="36" y="129"/>
                  <a:pt x="31" y="129"/>
                </a:cubicBezTo>
                <a:cubicBezTo>
                  <a:pt x="31" y="142"/>
                  <a:pt x="31" y="142"/>
                  <a:pt x="31" y="142"/>
                </a:cubicBezTo>
                <a:cubicBezTo>
                  <a:pt x="35" y="141"/>
                  <a:pt x="40" y="141"/>
                  <a:pt x="42" y="139"/>
                </a:cubicBezTo>
                <a:cubicBezTo>
                  <a:pt x="45" y="137"/>
                  <a:pt x="51" y="136"/>
                  <a:pt x="57" y="139"/>
                </a:cubicBezTo>
                <a:cubicBezTo>
                  <a:pt x="64" y="142"/>
                  <a:pt x="69" y="142"/>
                  <a:pt x="75" y="140"/>
                </a:cubicBezTo>
                <a:cubicBezTo>
                  <a:pt x="80" y="137"/>
                  <a:pt x="85" y="137"/>
                  <a:pt x="90" y="139"/>
                </a:cubicBezTo>
                <a:cubicBezTo>
                  <a:pt x="97" y="142"/>
                  <a:pt x="102" y="143"/>
                  <a:pt x="109" y="139"/>
                </a:cubicBezTo>
                <a:cubicBezTo>
                  <a:pt x="114" y="137"/>
                  <a:pt x="119" y="137"/>
                  <a:pt x="124" y="140"/>
                </a:cubicBezTo>
                <a:cubicBezTo>
                  <a:pt x="130" y="142"/>
                  <a:pt x="135" y="142"/>
                  <a:pt x="142" y="139"/>
                </a:cubicBezTo>
                <a:cubicBezTo>
                  <a:pt x="148" y="136"/>
                  <a:pt x="154" y="138"/>
                  <a:pt x="157" y="139"/>
                </a:cubicBezTo>
                <a:cubicBezTo>
                  <a:pt x="159" y="141"/>
                  <a:pt x="164" y="141"/>
                  <a:pt x="168" y="142"/>
                </a:cubicBezTo>
                <a:lnTo>
                  <a:pt x="168" y="129"/>
                </a:lnTo>
                <a:close/>
                <a:moveTo>
                  <a:pt x="126" y="63"/>
                </a:moveTo>
                <a:cubicBezTo>
                  <a:pt x="100" y="52"/>
                  <a:pt x="100" y="52"/>
                  <a:pt x="100" y="52"/>
                </a:cubicBezTo>
                <a:cubicBezTo>
                  <a:pt x="100" y="52"/>
                  <a:pt x="99" y="52"/>
                  <a:pt x="99" y="52"/>
                </a:cubicBezTo>
                <a:cubicBezTo>
                  <a:pt x="73" y="63"/>
                  <a:pt x="73" y="63"/>
                  <a:pt x="73" y="63"/>
                </a:cubicBezTo>
                <a:cubicBezTo>
                  <a:pt x="72" y="63"/>
                  <a:pt x="72" y="63"/>
                  <a:pt x="72" y="62"/>
                </a:cubicBezTo>
                <a:cubicBezTo>
                  <a:pt x="72" y="57"/>
                  <a:pt x="72" y="57"/>
                  <a:pt x="72" y="57"/>
                </a:cubicBezTo>
                <a:cubicBezTo>
                  <a:pt x="72" y="56"/>
                  <a:pt x="72" y="56"/>
                  <a:pt x="73" y="56"/>
                </a:cubicBezTo>
                <a:cubicBezTo>
                  <a:pt x="83" y="56"/>
                  <a:pt x="83" y="56"/>
                  <a:pt x="83" y="56"/>
                </a:cubicBezTo>
                <a:cubicBezTo>
                  <a:pt x="83" y="56"/>
                  <a:pt x="84" y="55"/>
                  <a:pt x="84" y="55"/>
                </a:cubicBezTo>
                <a:cubicBezTo>
                  <a:pt x="84" y="45"/>
                  <a:pt x="84" y="45"/>
                  <a:pt x="84" y="45"/>
                </a:cubicBezTo>
                <a:cubicBezTo>
                  <a:pt x="84" y="44"/>
                  <a:pt x="84" y="44"/>
                  <a:pt x="85" y="44"/>
                </a:cubicBezTo>
                <a:cubicBezTo>
                  <a:pt x="115" y="44"/>
                  <a:pt x="115" y="44"/>
                  <a:pt x="115" y="44"/>
                </a:cubicBezTo>
                <a:cubicBezTo>
                  <a:pt x="115" y="44"/>
                  <a:pt x="116" y="44"/>
                  <a:pt x="116" y="45"/>
                </a:cubicBezTo>
                <a:cubicBezTo>
                  <a:pt x="116" y="55"/>
                  <a:pt x="116" y="55"/>
                  <a:pt x="116" y="55"/>
                </a:cubicBezTo>
                <a:cubicBezTo>
                  <a:pt x="116" y="55"/>
                  <a:pt x="116" y="56"/>
                  <a:pt x="117" y="56"/>
                </a:cubicBezTo>
                <a:cubicBezTo>
                  <a:pt x="126" y="56"/>
                  <a:pt x="126" y="56"/>
                  <a:pt x="126" y="56"/>
                </a:cubicBezTo>
                <a:cubicBezTo>
                  <a:pt x="127" y="56"/>
                  <a:pt x="127" y="56"/>
                  <a:pt x="127" y="57"/>
                </a:cubicBezTo>
                <a:cubicBezTo>
                  <a:pt x="127" y="62"/>
                  <a:pt x="127" y="62"/>
                  <a:pt x="127" y="62"/>
                </a:cubicBezTo>
                <a:cubicBezTo>
                  <a:pt x="127" y="62"/>
                  <a:pt x="127" y="62"/>
                  <a:pt x="127" y="62"/>
                </a:cubicBezTo>
                <a:cubicBezTo>
                  <a:pt x="127" y="63"/>
                  <a:pt x="127" y="63"/>
                  <a:pt x="126" y="63"/>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71"/>
          <p:cNvSpPr>
            <a:spLocks noEditPoints="1"/>
          </p:cNvSpPr>
          <p:nvPr/>
        </p:nvSpPr>
        <p:spPr bwMode="auto">
          <a:xfrm>
            <a:off x="10141474" y="5324563"/>
            <a:ext cx="395288" cy="395288"/>
          </a:xfrm>
          <a:custGeom>
            <a:avLst/>
            <a:gdLst>
              <a:gd name="T0" fmla="*/ 100 w 200"/>
              <a:gd name="T1" fmla="*/ 200 h 200"/>
              <a:gd name="T2" fmla="*/ 0 w 200"/>
              <a:gd name="T3" fmla="*/ 100 h 200"/>
              <a:gd name="T4" fmla="*/ 100 w 200"/>
              <a:gd name="T5" fmla="*/ 0 h 200"/>
              <a:gd name="T6" fmla="*/ 200 w 200"/>
              <a:gd name="T7" fmla="*/ 100 h 200"/>
              <a:gd name="T8" fmla="*/ 100 w 200"/>
              <a:gd name="T9" fmla="*/ 200 h 200"/>
              <a:gd name="T10" fmla="*/ 100 w 200"/>
              <a:gd name="T11" fmla="*/ 32 h 200"/>
              <a:gd name="T12" fmla="*/ 88 w 200"/>
              <a:gd name="T13" fmla="*/ 32 h 200"/>
              <a:gd name="T14" fmla="*/ 88 w 200"/>
              <a:gd name="T15" fmla="*/ 72 h 200"/>
              <a:gd name="T16" fmla="*/ 88 w 200"/>
              <a:gd name="T17" fmla="*/ 72 h 200"/>
              <a:gd name="T18" fmla="*/ 84 w 200"/>
              <a:gd name="T19" fmla="*/ 72 h 200"/>
              <a:gd name="T20" fmla="*/ 84 w 200"/>
              <a:gd name="T21" fmla="*/ 32 h 200"/>
              <a:gd name="T22" fmla="*/ 72 w 200"/>
              <a:gd name="T23" fmla="*/ 32 h 200"/>
              <a:gd name="T24" fmla="*/ 72 w 200"/>
              <a:gd name="T25" fmla="*/ 72 h 200"/>
              <a:gd name="T26" fmla="*/ 68 w 200"/>
              <a:gd name="T27" fmla="*/ 72 h 200"/>
              <a:gd name="T28" fmla="*/ 68 w 200"/>
              <a:gd name="T29" fmla="*/ 32 h 200"/>
              <a:gd name="T30" fmla="*/ 56 w 200"/>
              <a:gd name="T31" fmla="*/ 32 h 200"/>
              <a:gd name="T32" fmla="*/ 56 w 200"/>
              <a:gd name="T33" fmla="*/ 78 h 200"/>
              <a:gd name="T34" fmla="*/ 68 w 200"/>
              <a:gd name="T35" fmla="*/ 88 h 200"/>
              <a:gd name="T36" fmla="*/ 68 w 200"/>
              <a:gd name="T37" fmla="*/ 162 h 200"/>
              <a:gd name="T38" fmla="*/ 72 w 200"/>
              <a:gd name="T39" fmla="*/ 168 h 200"/>
              <a:gd name="T40" fmla="*/ 83 w 200"/>
              <a:gd name="T41" fmla="*/ 168 h 200"/>
              <a:gd name="T42" fmla="*/ 88 w 200"/>
              <a:gd name="T43" fmla="*/ 162 h 200"/>
              <a:gd name="T44" fmla="*/ 88 w 200"/>
              <a:gd name="T45" fmla="*/ 88 h 200"/>
              <a:gd name="T46" fmla="*/ 100 w 200"/>
              <a:gd name="T47" fmla="*/ 78 h 200"/>
              <a:gd name="T48" fmla="*/ 100 w 200"/>
              <a:gd name="T49" fmla="*/ 83 h 200"/>
              <a:gd name="T50" fmla="*/ 100 w 200"/>
              <a:gd name="T51" fmla="*/ 32 h 200"/>
              <a:gd name="T52" fmla="*/ 144 w 200"/>
              <a:gd name="T53" fmla="*/ 47 h 200"/>
              <a:gd name="T54" fmla="*/ 129 w 200"/>
              <a:gd name="T55" fmla="*/ 32 h 200"/>
              <a:gd name="T56" fmla="*/ 112 w 200"/>
              <a:gd name="T57" fmla="*/ 47 h 200"/>
              <a:gd name="T58" fmla="*/ 112 w 200"/>
              <a:gd name="T59" fmla="*/ 103 h 200"/>
              <a:gd name="T60" fmla="*/ 123 w 200"/>
              <a:gd name="T61" fmla="*/ 103 h 200"/>
              <a:gd name="T62" fmla="*/ 123 w 200"/>
              <a:gd name="T63" fmla="*/ 162 h 200"/>
              <a:gd name="T64" fmla="*/ 129 w 200"/>
              <a:gd name="T65" fmla="*/ 168 h 200"/>
              <a:gd name="T66" fmla="*/ 139 w 200"/>
              <a:gd name="T67" fmla="*/ 168 h 200"/>
              <a:gd name="T68" fmla="*/ 144 w 200"/>
              <a:gd name="T69" fmla="*/ 162 h 200"/>
              <a:gd name="T70" fmla="*/ 144 w 200"/>
              <a:gd name="T71" fmla="*/ 47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0" h="200">
                <a:moveTo>
                  <a:pt x="100" y="200"/>
                </a:moveTo>
                <a:cubicBezTo>
                  <a:pt x="45" y="200"/>
                  <a:pt x="0" y="155"/>
                  <a:pt x="0" y="100"/>
                </a:cubicBezTo>
                <a:cubicBezTo>
                  <a:pt x="0" y="45"/>
                  <a:pt x="45" y="0"/>
                  <a:pt x="100" y="0"/>
                </a:cubicBezTo>
                <a:cubicBezTo>
                  <a:pt x="155" y="0"/>
                  <a:pt x="200" y="45"/>
                  <a:pt x="200" y="100"/>
                </a:cubicBezTo>
                <a:cubicBezTo>
                  <a:pt x="200" y="155"/>
                  <a:pt x="155" y="200"/>
                  <a:pt x="100" y="200"/>
                </a:cubicBezTo>
                <a:close/>
                <a:moveTo>
                  <a:pt x="100" y="32"/>
                </a:moveTo>
                <a:cubicBezTo>
                  <a:pt x="88" y="32"/>
                  <a:pt x="88" y="32"/>
                  <a:pt x="88" y="32"/>
                </a:cubicBezTo>
                <a:cubicBezTo>
                  <a:pt x="88" y="72"/>
                  <a:pt x="88" y="72"/>
                  <a:pt x="88" y="72"/>
                </a:cubicBezTo>
                <a:cubicBezTo>
                  <a:pt x="88" y="72"/>
                  <a:pt x="88" y="72"/>
                  <a:pt x="88" y="72"/>
                </a:cubicBezTo>
                <a:cubicBezTo>
                  <a:pt x="84" y="72"/>
                  <a:pt x="84" y="72"/>
                  <a:pt x="84" y="72"/>
                </a:cubicBezTo>
                <a:cubicBezTo>
                  <a:pt x="84" y="32"/>
                  <a:pt x="84" y="32"/>
                  <a:pt x="84" y="32"/>
                </a:cubicBezTo>
                <a:cubicBezTo>
                  <a:pt x="72" y="32"/>
                  <a:pt x="72" y="32"/>
                  <a:pt x="72" y="32"/>
                </a:cubicBezTo>
                <a:cubicBezTo>
                  <a:pt x="72" y="72"/>
                  <a:pt x="72" y="72"/>
                  <a:pt x="72" y="72"/>
                </a:cubicBezTo>
                <a:cubicBezTo>
                  <a:pt x="68" y="72"/>
                  <a:pt x="68" y="72"/>
                  <a:pt x="68" y="72"/>
                </a:cubicBezTo>
                <a:cubicBezTo>
                  <a:pt x="68" y="32"/>
                  <a:pt x="68" y="32"/>
                  <a:pt x="68" y="32"/>
                </a:cubicBezTo>
                <a:cubicBezTo>
                  <a:pt x="56" y="32"/>
                  <a:pt x="56" y="32"/>
                  <a:pt x="56" y="32"/>
                </a:cubicBezTo>
                <a:cubicBezTo>
                  <a:pt x="56" y="78"/>
                  <a:pt x="56" y="78"/>
                  <a:pt x="56" y="78"/>
                </a:cubicBezTo>
                <a:cubicBezTo>
                  <a:pt x="56" y="84"/>
                  <a:pt x="62" y="88"/>
                  <a:pt x="68" y="88"/>
                </a:cubicBezTo>
                <a:cubicBezTo>
                  <a:pt x="68" y="162"/>
                  <a:pt x="68" y="162"/>
                  <a:pt x="68" y="162"/>
                </a:cubicBezTo>
                <a:cubicBezTo>
                  <a:pt x="68" y="165"/>
                  <a:pt x="70" y="168"/>
                  <a:pt x="72" y="168"/>
                </a:cubicBezTo>
                <a:cubicBezTo>
                  <a:pt x="83" y="168"/>
                  <a:pt x="83" y="168"/>
                  <a:pt x="83" y="168"/>
                </a:cubicBezTo>
                <a:cubicBezTo>
                  <a:pt x="85" y="168"/>
                  <a:pt x="88" y="165"/>
                  <a:pt x="88" y="162"/>
                </a:cubicBezTo>
                <a:cubicBezTo>
                  <a:pt x="88" y="88"/>
                  <a:pt x="88" y="88"/>
                  <a:pt x="88" y="88"/>
                </a:cubicBezTo>
                <a:cubicBezTo>
                  <a:pt x="94" y="88"/>
                  <a:pt x="100" y="84"/>
                  <a:pt x="100" y="78"/>
                </a:cubicBezTo>
                <a:cubicBezTo>
                  <a:pt x="100" y="83"/>
                  <a:pt x="100" y="83"/>
                  <a:pt x="100" y="83"/>
                </a:cubicBezTo>
                <a:lnTo>
                  <a:pt x="100" y="32"/>
                </a:lnTo>
                <a:close/>
                <a:moveTo>
                  <a:pt x="144" y="47"/>
                </a:moveTo>
                <a:cubicBezTo>
                  <a:pt x="144" y="39"/>
                  <a:pt x="137" y="32"/>
                  <a:pt x="129" y="32"/>
                </a:cubicBezTo>
                <a:cubicBezTo>
                  <a:pt x="120" y="32"/>
                  <a:pt x="112" y="39"/>
                  <a:pt x="112" y="47"/>
                </a:cubicBezTo>
                <a:cubicBezTo>
                  <a:pt x="112" y="103"/>
                  <a:pt x="112" y="103"/>
                  <a:pt x="112" y="103"/>
                </a:cubicBezTo>
                <a:cubicBezTo>
                  <a:pt x="123" y="103"/>
                  <a:pt x="123" y="103"/>
                  <a:pt x="123" y="103"/>
                </a:cubicBezTo>
                <a:cubicBezTo>
                  <a:pt x="123" y="162"/>
                  <a:pt x="123" y="162"/>
                  <a:pt x="123" y="162"/>
                </a:cubicBezTo>
                <a:cubicBezTo>
                  <a:pt x="123" y="165"/>
                  <a:pt x="126" y="168"/>
                  <a:pt x="129" y="168"/>
                </a:cubicBezTo>
                <a:cubicBezTo>
                  <a:pt x="139" y="168"/>
                  <a:pt x="139" y="168"/>
                  <a:pt x="139" y="168"/>
                </a:cubicBezTo>
                <a:cubicBezTo>
                  <a:pt x="142" y="168"/>
                  <a:pt x="144" y="165"/>
                  <a:pt x="144" y="162"/>
                </a:cubicBezTo>
                <a:lnTo>
                  <a:pt x="144" y="47"/>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72"/>
          <p:cNvSpPr>
            <a:spLocks noEditPoints="1"/>
          </p:cNvSpPr>
          <p:nvPr/>
        </p:nvSpPr>
        <p:spPr bwMode="auto">
          <a:xfrm>
            <a:off x="10614549" y="5324563"/>
            <a:ext cx="395288" cy="395288"/>
          </a:xfrm>
          <a:custGeom>
            <a:avLst/>
            <a:gdLst>
              <a:gd name="T0" fmla="*/ 144 w 200"/>
              <a:gd name="T1" fmla="*/ 92 h 200"/>
              <a:gd name="T2" fmla="*/ 144 w 200"/>
              <a:gd name="T3" fmla="*/ 128 h 200"/>
              <a:gd name="T4" fmla="*/ 162 w 200"/>
              <a:gd name="T5" fmla="*/ 110 h 200"/>
              <a:gd name="T6" fmla="*/ 144 w 200"/>
              <a:gd name="T7" fmla="*/ 92 h 200"/>
              <a:gd name="T8" fmla="*/ 100 w 200"/>
              <a:gd name="T9" fmla="*/ 0 h 200"/>
              <a:gd name="T10" fmla="*/ 0 w 200"/>
              <a:gd name="T11" fmla="*/ 100 h 200"/>
              <a:gd name="T12" fmla="*/ 100 w 200"/>
              <a:gd name="T13" fmla="*/ 200 h 200"/>
              <a:gd name="T14" fmla="*/ 200 w 200"/>
              <a:gd name="T15" fmla="*/ 100 h 200"/>
              <a:gd name="T16" fmla="*/ 100 w 200"/>
              <a:gd name="T17" fmla="*/ 0 h 200"/>
              <a:gd name="T18" fmla="*/ 114 w 200"/>
              <a:gd name="T19" fmla="*/ 17 h 200"/>
              <a:gd name="T20" fmla="*/ 117 w 200"/>
              <a:gd name="T21" fmla="*/ 20 h 200"/>
              <a:gd name="T22" fmla="*/ 114 w 200"/>
              <a:gd name="T23" fmla="*/ 23 h 200"/>
              <a:gd name="T24" fmla="*/ 75 w 200"/>
              <a:gd name="T25" fmla="*/ 32 h 200"/>
              <a:gd name="T26" fmla="*/ 93 w 200"/>
              <a:gd name="T27" fmla="*/ 35 h 200"/>
              <a:gd name="T28" fmla="*/ 117 w 200"/>
              <a:gd name="T29" fmla="*/ 44 h 200"/>
              <a:gd name="T30" fmla="*/ 99 w 200"/>
              <a:gd name="T31" fmla="*/ 53 h 200"/>
              <a:gd name="T32" fmla="*/ 87 w 200"/>
              <a:gd name="T33" fmla="*/ 57 h 200"/>
              <a:gd name="T34" fmla="*/ 96 w 200"/>
              <a:gd name="T35" fmla="*/ 59 h 200"/>
              <a:gd name="T36" fmla="*/ 99 w 200"/>
              <a:gd name="T37" fmla="*/ 62 h 200"/>
              <a:gd name="T38" fmla="*/ 96 w 200"/>
              <a:gd name="T39" fmla="*/ 65 h 200"/>
              <a:gd name="T40" fmla="*/ 81 w 200"/>
              <a:gd name="T41" fmla="*/ 56 h 200"/>
              <a:gd name="T42" fmla="*/ 98 w 200"/>
              <a:gd name="T43" fmla="*/ 47 h 200"/>
              <a:gd name="T44" fmla="*/ 109 w 200"/>
              <a:gd name="T45" fmla="*/ 45 h 200"/>
              <a:gd name="T46" fmla="*/ 92 w 200"/>
              <a:gd name="T47" fmla="*/ 41 h 200"/>
              <a:gd name="T48" fmla="*/ 69 w 200"/>
              <a:gd name="T49" fmla="*/ 32 h 200"/>
              <a:gd name="T50" fmla="*/ 114 w 200"/>
              <a:gd name="T51" fmla="*/ 17 h 200"/>
              <a:gd name="T52" fmla="*/ 144 w 200"/>
              <a:gd name="T53" fmla="*/ 146 h 200"/>
              <a:gd name="T54" fmla="*/ 120 w 200"/>
              <a:gd name="T55" fmla="*/ 172 h 200"/>
              <a:gd name="T56" fmla="*/ 60 w 200"/>
              <a:gd name="T57" fmla="*/ 172 h 200"/>
              <a:gd name="T58" fmla="*/ 36 w 200"/>
              <a:gd name="T59" fmla="*/ 146 h 200"/>
              <a:gd name="T60" fmla="*/ 36 w 200"/>
              <a:gd name="T61" fmla="*/ 72 h 200"/>
              <a:gd name="T62" fmla="*/ 144 w 200"/>
              <a:gd name="T63" fmla="*/ 72 h 200"/>
              <a:gd name="T64" fmla="*/ 180 w 200"/>
              <a:gd name="T65" fmla="*/ 110 h 200"/>
              <a:gd name="T66" fmla="*/ 144 w 200"/>
              <a:gd name="T67" fmla="*/ 146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0" h="200">
                <a:moveTo>
                  <a:pt x="144" y="92"/>
                </a:moveTo>
                <a:cubicBezTo>
                  <a:pt x="144" y="128"/>
                  <a:pt x="144" y="128"/>
                  <a:pt x="144" y="128"/>
                </a:cubicBezTo>
                <a:cubicBezTo>
                  <a:pt x="153" y="128"/>
                  <a:pt x="162" y="120"/>
                  <a:pt x="162" y="110"/>
                </a:cubicBezTo>
                <a:cubicBezTo>
                  <a:pt x="162" y="100"/>
                  <a:pt x="153" y="92"/>
                  <a:pt x="144" y="92"/>
                </a:cubicBezTo>
                <a:close/>
                <a:moveTo>
                  <a:pt x="100" y="0"/>
                </a:moveTo>
                <a:cubicBezTo>
                  <a:pt x="44" y="0"/>
                  <a:pt x="0" y="45"/>
                  <a:pt x="0" y="100"/>
                </a:cubicBezTo>
                <a:cubicBezTo>
                  <a:pt x="0" y="155"/>
                  <a:pt x="44" y="200"/>
                  <a:pt x="100" y="200"/>
                </a:cubicBezTo>
                <a:cubicBezTo>
                  <a:pt x="155" y="200"/>
                  <a:pt x="200" y="155"/>
                  <a:pt x="200" y="100"/>
                </a:cubicBezTo>
                <a:cubicBezTo>
                  <a:pt x="200" y="45"/>
                  <a:pt x="155" y="0"/>
                  <a:pt x="100" y="0"/>
                </a:cubicBezTo>
                <a:close/>
                <a:moveTo>
                  <a:pt x="114" y="17"/>
                </a:moveTo>
                <a:cubicBezTo>
                  <a:pt x="115" y="17"/>
                  <a:pt x="117" y="19"/>
                  <a:pt x="117" y="20"/>
                </a:cubicBezTo>
                <a:cubicBezTo>
                  <a:pt x="117" y="22"/>
                  <a:pt x="115" y="23"/>
                  <a:pt x="114" y="23"/>
                </a:cubicBezTo>
                <a:cubicBezTo>
                  <a:pt x="105" y="23"/>
                  <a:pt x="81" y="28"/>
                  <a:pt x="75" y="32"/>
                </a:cubicBezTo>
                <a:cubicBezTo>
                  <a:pt x="79" y="33"/>
                  <a:pt x="87" y="35"/>
                  <a:pt x="93" y="35"/>
                </a:cubicBezTo>
                <a:cubicBezTo>
                  <a:pt x="109" y="38"/>
                  <a:pt x="117" y="39"/>
                  <a:pt x="117" y="44"/>
                </a:cubicBezTo>
                <a:cubicBezTo>
                  <a:pt x="117" y="50"/>
                  <a:pt x="109" y="51"/>
                  <a:pt x="99" y="53"/>
                </a:cubicBezTo>
                <a:cubicBezTo>
                  <a:pt x="95" y="54"/>
                  <a:pt x="88" y="55"/>
                  <a:pt x="87" y="57"/>
                </a:cubicBezTo>
                <a:cubicBezTo>
                  <a:pt x="87" y="58"/>
                  <a:pt x="92" y="59"/>
                  <a:pt x="96" y="59"/>
                </a:cubicBezTo>
                <a:cubicBezTo>
                  <a:pt x="97" y="59"/>
                  <a:pt x="99" y="61"/>
                  <a:pt x="99" y="62"/>
                </a:cubicBezTo>
                <a:cubicBezTo>
                  <a:pt x="99" y="64"/>
                  <a:pt x="97" y="65"/>
                  <a:pt x="96" y="65"/>
                </a:cubicBezTo>
                <a:cubicBezTo>
                  <a:pt x="89" y="65"/>
                  <a:pt x="81" y="63"/>
                  <a:pt x="81" y="56"/>
                </a:cubicBezTo>
                <a:cubicBezTo>
                  <a:pt x="81" y="51"/>
                  <a:pt x="88" y="49"/>
                  <a:pt x="98" y="47"/>
                </a:cubicBezTo>
                <a:cubicBezTo>
                  <a:pt x="101" y="47"/>
                  <a:pt x="107" y="46"/>
                  <a:pt x="109" y="45"/>
                </a:cubicBezTo>
                <a:cubicBezTo>
                  <a:pt x="106" y="43"/>
                  <a:pt x="98" y="42"/>
                  <a:pt x="92" y="41"/>
                </a:cubicBezTo>
                <a:cubicBezTo>
                  <a:pt x="76" y="39"/>
                  <a:pt x="69" y="38"/>
                  <a:pt x="69" y="32"/>
                </a:cubicBezTo>
                <a:cubicBezTo>
                  <a:pt x="69" y="22"/>
                  <a:pt x="111" y="17"/>
                  <a:pt x="114" y="17"/>
                </a:cubicBezTo>
                <a:close/>
                <a:moveTo>
                  <a:pt x="144" y="146"/>
                </a:moveTo>
                <a:cubicBezTo>
                  <a:pt x="144" y="160"/>
                  <a:pt x="133" y="172"/>
                  <a:pt x="120" y="172"/>
                </a:cubicBezTo>
                <a:cubicBezTo>
                  <a:pt x="60" y="172"/>
                  <a:pt x="60" y="172"/>
                  <a:pt x="60" y="172"/>
                </a:cubicBezTo>
                <a:cubicBezTo>
                  <a:pt x="46" y="172"/>
                  <a:pt x="36" y="160"/>
                  <a:pt x="36" y="146"/>
                </a:cubicBezTo>
                <a:cubicBezTo>
                  <a:pt x="36" y="72"/>
                  <a:pt x="36" y="72"/>
                  <a:pt x="36" y="72"/>
                </a:cubicBezTo>
                <a:cubicBezTo>
                  <a:pt x="144" y="72"/>
                  <a:pt x="144" y="72"/>
                  <a:pt x="144" y="72"/>
                </a:cubicBezTo>
                <a:cubicBezTo>
                  <a:pt x="163" y="72"/>
                  <a:pt x="180" y="90"/>
                  <a:pt x="180" y="110"/>
                </a:cubicBezTo>
                <a:cubicBezTo>
                  <a:pt x="180" y="130"/>
                  <a:pt x="163" y="146"/>
                  <a:pt x="144" y="146"/>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73"/>
          <p:cNvSpPr>
            <a:spLocks noEditPoints="1"/>
          </p:cNvSpPr>
          <p:nvPr/>
        </p:nvSpPr>
        <p:spPr bwMode="auto">
          <a:xfrm>
            <a:off x="11590862" y="5324563"/>
            <a:ext cx="395288" cy="395288"/>
          </a:xfrm>
          <a:custGeom>
            <a:avLst/>
            <a:gdLst>
              <a:gd name="T0" fmla="*/ 0 w 200"/>
              <a:gd name="T1" fmla="*/ 100 h 200"/>
              <a:gd name="T2" fmla="*/ 200 w 200"/>
              <a:gd name="T3" fmla="*/ 100 h 200"/>
              <a:gd name="T4" fmla="*/ 78 w 200"/>
              <a:gd name="T5" fmla="*/ 42 h 200"/>
              <a:gd name="T6" fmla="*/ 66 w 200"/>
              <a:gd name="T7" fmla="*/ 56 h 200"/>
              <a:gd name="T8" fmla="*/ 60 w 200"/>
              <a:gd name="T9" fmla="*/ 94 h 200"/>
              <a:gd name="T10" fmla="*/ 52 w 200"/>
              <a:gd name="T11" fmla="*/ 102 h 200"/>
              <a:gd name="T12" fmla="*/ 53 w 200"/>
              <a:gd name="T13" fmla="*/ 158 h 200"/>
              <a:gd name="T14" fmla="*/ 72 w 200"/>
              <a:gd name="T15" fmla="*/ 99 h 200"/>
              <a:gd name="T16" fmla="*/ 70 w 200"/>
              <a:gd name="T17" fmla="*/ 99 h 200"/>
              <a:gd name="T18" fmla="*/ 68 w 200"/>
              <a:gd name="T19" fmla="*/ 130 h 200"/>
              <a:gd name="T20" fmla="*/ 41 w 200"/>
              <a:gd name="T21" fmla="*/ 136 h 200"/>
              <a:gd name="T22" fmla="*/ 66 w 200"/>
              <a:gd name="T23" fmla="*/ 99 h 200"/>
              <a:gd name="T24" fmla="*/ 69 w 200"/>
              <a:gd name="T25" fmla="*/ 94 h 200"/>
              <a:gd name="T26" fmla="*/ 72 w 200"/>
              <a:gd name="T27" fmla="*/ 72 h 200"/>
              <a:gd name="T28" fmla="*/ 79 w 200"/>
              <a:gd name="T29" fmla="*/ 68 h 200"/>
              <a:gd name="T30" fmla="*/ 72 w 200"/>
              <a:gd name="T31" fmla="*/ 60 h 200"/>
              <a:gd name="T32" fmla="*/ 79 w 200"/>
              <a:gd name="T33" fmla="*/ 56 h 200"/>
              <a:gd name="T34" fmla="*/ 75 w 200"/>
              <a:gd name="T35" fmla="*/ 51 h 200"/>
              <a:gd name="T36" fmla="*/ 79 w 200"/>
              <a:gd name="T37" fmla="*/ 50 h 200"/>
              <a:gd name="T38" fmla="*/ 78 w 200"/>
              <a:gd name="T39" fmla="*/ 42 h 200"/>
              <a:gd name="T40" fmla="*/ 146 w 200"/>
              <a:gd name="T41" fmla="*/ 32 h 200"/>
              <a:gd name="T42" fmla="*/ 84 w 200"/>
              <a:gd name="T43" fmla="*/ 43 h 200"/>
              <a:gd name="T44" fmla="*/ 92 w 200"/>
              <a:gd name="T45" fmla="*/ 64 h 200"/>
              <a:gd name="T46" fmla="*/ 97 w 200"/>
              <a:gd name="T47" fmla="*/ 44 h 200"/>
              <a:gd name="T48" fmla="*/ 148 w 200"/>
              <a:gd name="T49" fmla="*/ 52 h 200"/>
              <a:gd name="T50" fmla="*/ 156 w 200"/>
              <a:gd name="T51" fmla="*/ 64 h 200"/>
              <a:gd name="T52" fmla="*/ 156 w 200"/>
              <a:gd name="T53" fmla="*/ 68 h 200"/>
              <a:gd name="T54" fmla="*/ 148 w 200"/>
              <a:gd name="T55" fmla="*/ 78 h 200"/>
              <a:gd name="T56" fmla="*/ 97 w 200"/>
              <a:gd name="T57" fmla="*/ 84 h 200"/>
              <a:gd name="T58" fmla="*/ 92 w 200"/>
              <a:gd name="T59" fmla="*/ 68 h 200"/>
              <a:gd name="T60" fmla="*/ 84 w 200"/>
              <a:gd name="T61" fmla="*/ 149 h 200"/>
              <a:gd name="T62" fmla="*/ 146 w 200"/>
              <a:gd name="T63" fmla="*/ 159 h 200"/>
              <a:gd name="T64" fmla="*/ 156 w 200"/>
              <a:gd name="T65" fmla="*/ 68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0" h="200">
                <a:moveTo>
                  <a:pt x="100" y="200"/>
                </a:moveTo>
                <a:cubicBezTo>
                  <a:pt x="45" y="200"/>
                  <a:pt x="0" y="155"/>
                  <a:pt x="0" y="100"/>
                </a:cubicBezTo>
                <a:cubicBezTo>
                  <a:pt x="0" y="45"/>
                  <a:pt x="45" y="0"/>
                  <a:pt x="100" y="0"/>
                </a:cubicBezTo>
                <a:cubicBezTo>
                  <a:pt x="155" y="0"/>
                  <a:pt x="200" y="45"/>
                  <a:pt x="200" y="100"/>
                </a:cubicBezTo>
                <a:cubicBezTo>
                  <a:pt x="200" y="155"/>
                  <a:pt x="155" y="200"/>
                  <a:pt x="100" y="200"/>
                </a:cubicBezTo>
                <a:close/>
                <a:moveTo>
                  <a:pt x="78" y="42"/>
                </a:moveTo>
                <a:cubicBezTo>
                  <a:pt x="77" y="42"/>
                  <a:pt x="73" y="42"/>
                  <a:pt x="70" y="45"/>
                </a:cubicBezTo>
                <a:cubicBezTo>
                  <a:pt x="67" y="48"/>
                  <a:pt x="66" y="52"/>
                  <a:pt x="66" y="56"/>
                </a:cubicBezTo>
                <a:cubicBezTo>
                  <a:pt x="66" y="56"/>
                  <a:pt x="66" y="70"/>
                  <a:pt x="66" y="81"/>
                </a:cubicBezTo>
                <a:cubicBezTo>
                  <a:pt x="65" y="86"/>
                  <a:pt x="63" y="90"/>
                  <a:pt x="60" y="94"/>
                </a:cubicBezTo>
                <a:cubicBezTo>
                  <a:pt x="59" y="95"/>
                  <a:pt x="57" y="97"/>
                  <a:pt x="56" y="99"/>
                </a:cubicBezTo>
                <a:cubicBezTo>
                  <a:pt x="54" y="100"/>
                  <a:pt x="53" y="101"/>
                  <a:pt x="52" y="102"/>
                </a:cubicBezTo>
                <a:cubicBezTo>
                  <a:pt x="43" y="110"/>
                  <a:pt x="33" y="120"/>
                  <a:pt x="33" y="136"/>
                </a:cubicBezTo>
                <a:cubicBezTo>
                  <a:pt x="33" y="150"/>
                  <a:pt x="41" y="158"/>
                  <a:pt x="53" y="158"/>
                </a:cubicBezTo>
                <a:cubicBezTo>
                  <a:pt x="60" y="158"/>
                  <a:pt x="72" y="155"/>
                  <a:pt x="72" y="130"/>
                </a:cubicBezTo>
                <a:cubicBezTo>
                  <a:pt x="72" y="130"/>
                  <a:pt x="72" y="115"/>
                  <a:pt x="72" y="99"/>
                </a:cubicBezTo>
                <a:cubicBezTo>
                  <a:pt x="72" y="97"/>
                  <a:pt x="72" y="96"/>
                  <a:pt x="72" y="94"/>
                </a:cubicBezTo>
                <a:cubicBezTo>
                  <a:pt x="71" y="96"/>
                  <a:pt x="71" y="97"/>
                  <a:pt x="70" y="99"/>
                </a:cubicBezTo>
                <a:cubicBezTo>
                  <a:pt x="68" y="101"/>
                  <a:pt x="68" y="103"/>
                  <a:pt x="68" y="103"/>
                </a:cubicBezTo>
                <a:cubicBezTo>
                  <a:pt x="68" y="118"/>
                  <a:pt x="68" y="130"/>
                  <a:pt x="68" y="130"/>
                </a:cubicBezTo>
                <a:cubicBezTo>
                  <a:pt x="68" y="144"/>
                  <a:pt x="61" y="151"/>
                  <a:pt x="53" y="151"/>
                </a:cubicBezTo>
                <a:cubicBezTo>
                  <a:pt x="42" y="151"/>
                  <a:pt x="41" y="141"/>
                  <a:pt x="41" y="136"/>
                </a:cubicBezTo>
                <a:cubicBezTo>
                  <a:pt x="41" y="123"/>
                  <a:pt x="49" y="116"/>
                  <a:pt x="57" y="107"/>
                </a:cubicBezTo>
                <a:cubicBezTo>
                  <a:pt x="60" y="105"/>
                  <a:pt x="63" y="102"/>
                  <a:pt x="66" y="99"/>
                </a:cubicBezTo>
                <a:cubicBezTo>
                  <a:pt x="66" y="99"/>
                  <a:pt x="66" y="98"/>
                  <a:pt x="66" y="98"/>
                </a:cubicBezTo>
                <a:cubicBezTo>
                  <a:pt x="66" y="98"/>
                  <a:pt x="68" y="96"/>
                  <a:pt x="69" y="94"/>
                </a:cubicBezTo>
                <a:cubicBezTo>
                  <a:pt x="71" y="91"/>
                  <a:pt x="72" y="86"/>
                  <a:pt x="72" y="80"/>
                </a:cubicBezTo>
                <a:cubicBezTo>
                  <a:pt x="72" y="77"/>
                  <a:pt x="72" y="74"/>
                  <a:pt x="72" y="72"/>
                </a:cubicBezTo>
                <a:cubicBezTo>
                  <a:pt x="79" y="72"/>
                  <a:pt x="79" y="72"/>
                  <a:pt x="79" y="72"/>
                </a:cubicBezTo>
                <a:cubicBezTo>
                  <a:pt x="79" y="68"/>
                  <a:pt x="79" y="68"/>
                  <a:pt x="79" y="68"/>
                </a:cubicBezTo>
                <a:cubicBezTo>
                  <a:pt x="72" y="68"/>
                  <a:pt x="72" y="68"/>
                  <a:pt x="72" y="68"/>
                </a:cubicBezTo>
                <a:cubicBezTo>
                  <a:pt x="72" y="66"/>
                  <a:pt x="72" y="61"/>
                  <a:pt x="72" y="60"/>
                </a:cubicBezTo>
                <a:cubicBezTo>
                  <a:pt x="79" y="60"/>
                  <a:pt x="79" y="60"/>
                  <a:pt x="79" y="60"/>
                </a:cubicBezTo>
                <a:cubicBezTo>
                  <a:pt x="79" y="56"/>
                  <a:pt x="79" y="56"/>
                  <a:pt x="79" y="56"/>
                </a:cubicBezTo>
                <a:cubicBezTo>
                  <a:pt x="72" y="56"/>
                  <a:pt x="72" y="56"/>
                  <a:pt x="72" y="56"/>
                </a:cubicBezTo>
                <a:cubicBezTo>
                  <a:pt x="72" y="54"/>
                  <a:pt x="74" y="52"/>
                  <a:pt x="75" y="51"/>
                </a:cubicBezTo>
                <a:cubicBezTo>
                  <a:pt x="76" y="50"/>
                  <a:pt x="78" y="50"/>
                  <a:pt x="78" y="50"/>
                </a:cubicBezTo>
                <a:cubicBezTo>
                  <a:pt x="79" y="50"/>
                  <a:pt x="79" y="50"/>
                  <a:pt x="79" y="50"/>
                </a:cubicBezTo>
                <a:cubicBezTo>
                  <a:pt x="80" y="42"/>
                  <a:pt x="80" y="42"/>
                  <a:pt x="80" y="42"/>
                </a:cubicBezTo>
                <a:lnTo>
                  <a:pt x="78" y="42"/>
                </a:lnTo>
                <a:close/>
                <a:moveTo>
                  <a:pt x="156" y="43"/>
                </a:moveTo>
                <a:cubicBezTo>
                  <a:pt x="156" y="38"/>
                  <a:pt x="151" y="32"/>
                  <a:pt x="146" y="32"/>
                </a:cubicBezTo>
                <a:cubicBezTo>
                  <a:pt x="95" y="32"/>
                  <a:pt x="95" y="32"/>
                  <a:pt x="95" y="32"/>
                </a:cubicBezTo>
                <a:cubicBezTo>
                  <a:pt x="89" y="32"/>
                  <a:pt x="84" y="38"/>
                  <a:pt x="84" y="43"/>
                </a:cubicBezTo>
                <a:cubicBezTo>
                  <a:pt x="84" y="64"/>
                  <a:pt x="84" y="64"/>
                  <a:pt x="84" y="64"/>
                </a:cubicBezTo>
                <a:cubicBezTo>
                  <a:pt x="92" y="64"/>
                  <a:pt x="92" y="64"/>
                  <a:pt x="92" y="64"/>
                </a:cubicBezTo>
                <a:cubicBezTo>
                  <a:pt x="92" y="52"/>
                  <a:pt x="92" y="52"/>
                  <a:pt x="92" y="52"/>
                </a:cubicBezTo>
                <a:cubicBezTo>
                  <a:pt x="92" y="49"/>
                  <a:pt x="94" y="44"/>
                  <a:pt x="97" y="44"/>
                </a:cubicBezTo>
                <a:cubicBezTo>
                  <a:pt x="143" y="44"/>
                  <a:pt x="143" y="44"/>
                  <a:pt x="143" y="44"/>
                </a:cubicBezTo>
                <a:cubicBezTo>
                  <a:pt x="146" y="44"/>
                  <a:pt x="148" y="49"/>
                  <a:pt x="148" y="52"/>
                </a:cubicBezTo>
                <a:cubicBezTo>
                  <a:pt x="148" y="64"/>
                  <a:pt x="148" y="64"/>
                  <a:pt x="148" y="64"/>
                </a:cubicBezTo>
                <a:cubicBezTo>
                  <a:pt x="156" y="64"/>
                  <a:pt x="156" y="64"/>
                  <a:pt x="156" y="64"/>
                </a:cubicBezTo>
                <a:lnTo>
                  <a:pt x="156" y="43"/>
                </a:lnTo>
                <a:close/>
                <a:moveTo>
                  <a:pt x="156" y="68"/>
                </a:moveTo>
                <a:cubicBezTo>
                  <a:pt x="148" y="68"/>
                  <a:pt x="148" y="68"/>
                  <a:pt x="148" y="68"/>
                </a:cubicBezTo>
                <a:cubicBezTo>
                  <a:pt x="148" y="78"/>
                  <a:pt x="148" y="78"/>
                  <a:pt x="148" y="78"/>
                </a:cubicBezTo>
                <a:cubicBezTo>
                  <a:pt x="148" y="81"/>
                  <a:pt x="146" y="84"/>
                  <a:pt x="143" y="84"/>
                </a:cubicBezTo>
                <a:cubicBezTo>
                  <a:pt x="97" y="84"/>
                  <a:pt x="97" y="84"/>
                  <a:pt x="97" y="84"/>
                </a:cubicBezTo>
                <a:cubicBezTo>
                  <a:pt x="94" y="84"/>
                  <a:pt x="92" y="81"/>
                  <a:pt x="92" y="78"/>
                </a:cubicBezTo>
                <a:cubicBezTo>
                  <a:pt x="92" y="68"/>
                  <a:pt x="92" y="68"/>
                  <a:pt x="92" y="68"/>
                </a:cubicBezTo>
                <a:cubicBezTo>
                  <a:pt x="84" y="68"/>
                  <a:pt x="84" y="68"/>
                  <a:pt x="84" y="68"/>
                </a:cubicBezTo>
                <a:cubicBezTo>
                  <a:pt x="84" y="149"/>
                  <a:pt x="84" y="149"/>
                  <a:pt x="84" y="149"/>
                </a:cubicBezTo>
                <a:cubicBezTo>
                  <a:pt x="84" y="155"/>
                  <a:pt x="89" y="159"/>
                  <a:pt x="95" y="159"/>
                </a:cubicBezTo>
                <a:cubicBezTo>
                  <a:pt x="146" y="159"/>
                  <a:pt x="146" y="159"/>
                  <a:pt x="146" y="159"/>
                </a:cubicBezTo>
                <a:cubicBezTo>
                  <a:pt x="151" y="159"/>
                  <a:pt x="156" y="155"/>
                  <a:pt x="156" y="149"/>
                </a:cubicBezTo>
                <a:lnTo>
                  <a:pt x="156" y="68"/>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74"/>
          <p:cNvSpPr>
            <a:spLocks noEditPoints="1"/>
          </p:cNvSpPr>
          <p:nvPr/>
        </p:nvSpPr>
        <p:spPr bwMode="auto">
          <a:xfrm>
            <a:off x="11109849" y="5324563"/>
            <a:ext cx="396875" cy="395288"/>
          </a:xfrm>
          <a:custGeom>
            <a:avLst/>
            <a:gdLst>
              <a:gd name="T0" fmla="*/ 100 w 200"/>
              <a:gd name="T1" fmla="*/ 200 h 200"/>
              <a:gd name="T2" fmla="*/ 0 w 200"/>
              <a:gd name="T3" fmla="*/ 100 h 200"/>
              <a:gd name="T4" fmla="*/ 100 w 200"/>
              <a:gd name="T5" fmla="*/ 0 h 200"/>
              <a:gd name="T6" fmla="*/ 200 w 200"/>
              <a:gd name="T7" fmla="*/ 100 h 200"/>
              <a:gd name="T8" fmla="*/ 100 w 200"/>
              <a:gd name="T9" fmla="*/ 200 h 200"/>
              <a:gd name="T10" fmla="*/ 155 w 200"/>
              <a:gd name="T11" fmla="*/ 43 h 200"/>
              <a:gd name="T12" fmla="*/ 138 w 200"/>
              <a:gd name="T13" fmla="*/ 43 h 200"/>
              <a:gd name="T14" fmla="*/ 108 w 200"/>
              <a:gd name="T15" fmla="*/ 73 h 200"/>
              <a:gd name="T16" fmla="*/ 44 w 200"/>
              <a:gd name="T17" fmla="*/ 60 h 200"/>
              <a:gd name="T18" fmla="*/ 36 w 200"/>
              <a:gd name="T19" fmla="*/ 68 h 200"/>
              <a:gd name="T20" fmla="*/ 87 w 200"/>
              <a:gd name="T21" fmla="*/ 94 h 200"/>
              <a:gd name="T22" fmla="*/ 63 w 200"/>
              <a:gd name="T23" fmla="*/ 118 h 200"/>
              <a:gd name="T24" fmla="*/ 40 w 200"/>
              <a:gd name="T25" fmla="*/ 115 h 200"/>
              <a:gd name="T26" fmla="*/ 31 w 200"/>
              <a:gd name="T27" fmla="*/ 124 h 200"/>
              <a:gd name="T28" fmla="*/ 61 w 200"/>
              <a:gd name="T29" fmla="*/ 136 h 200"/>
              <a:gd name="T30" fmla="*/ 74 w 200"/>
              <a:gd name="T31" fmla="*/ 166 h 200"/>
              <a:gd name="T32" fmla="*/ 82 w 200"/>
              <a:gd name="T33" fmla="*/ 158 h 200"/>
              <a:gd name="T34" fmla="*/ 80 w 200"/>
              <a:gd name="T35" fmla="*/ 135 h 200"/>
              <a:gd name="T36" fmla="*/ 104 w 200"/>
              <a:gd name="T37" fmla="*/ 111 h 200"/>
              <a:gd name="T38" fmla="*/ 129 w 200"/>
              <a:gd name="T39" fmla="*/ 162 h 200"/>
              <a:gd name="T40" fmla="*/ 138 w 200"/>
              <a:gd name="T41" fmla="*/ 153 h 200"/>
              <a:gd name="T42" fmla="*/ 125 w 200"/>
              <a:gd name="T43" fmla="*/ 90 h 200"/>
              <a:gd name="T44" fmla="*/ 155 w 200"/>
              <a:gd name="T45" fmla="*/ 60 h 200"/>
              <a:gd name="T46" fmla="*/ 155 w 200"/>
              <a:gd name="T47" fmla="*/ 43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0" h="200">
                <a:moveTo>
                  <a:pt x="100" y="200"/>
                </a:moveTo>
                <a:cubicBezTo>
                  <a:pt x="44" y="200"/>
                  <a:pt x="0" y="155"/>
                  <a:pt x="0" y="100"/>
                </a:cubicBezTo>
                <a:cubicBezTo>
                  <a:pt x="0" y="45"/>
                  <a:pt x="44" y="0"/>
                  <a:pt x="100" y="0"/>
                </a:cubicBezTo>
                <a:cubicBezTo>
                  <a:pt x="155" y="0"/>
                  <a:pt x="200" y="45"/>
                  <a:pt x="200" y="100"/>
                </a:cubicBezTo>
                <a:cubicBezTo>
                  <a:pt x="200" y="155"/>
                  <a:pt x="155" y="200"/>
                  <a:pt x="100" y="200"/>
                </a:cubicBezTo>
                <a:close/>
                <a:moveTo>
                  <a:pt x="155" y="43"/>
                </a:moveTo>
                <a:cubicBezTo>
                  <a:pt x="146" y="34"/>
                  <a:pt x="138" y="43"/>
                  <a:pt x="138" y="43"/>
                </a:cubicBezTo>
                <a:cubicBezTo>
                  <a:pt x="108" y="73"/>
                  <a:pt x="108" y="73"/>
                  <a:pt x="108" y="73"/>
                </a:cubicBezTo>
                <a:cubicBezTo>
                  <a:pt x="44" y="60"/>
                  <a:pt x="44" y="60"/>
                  <a:pt x="44" y="60"/>
                </a:cubicBezTo>
                <a:cubicBezTo>
                  <a:pt x="36" y="68"/>
                  <a:pt x="36" y="68"/>
                  <a:pt x="36" y="68"/>
                </a:cubicBezTo>
                <a:cubicBezTo>
                  <a:pt x="87" y="94"/>
                  <a:pt x="87" y="94"/>
                  <a:pt x="87" y="94"/>
                </a:cubicBezTo>
                <a:cubicBezTo>
                  <a:pt x="63" y="118"/>
                  <a:pt x="63" y="118"/>
                  <a:pt x="63" y="118"/>
                </a:cubicBezTo>
                <a:cubicBezTo>
                  <a:pt x="40" y="115"/>
                  <a:pt x="40" y="115"/>
                  <a:pt x="40" y="115"/>
                </a:cubicBezTo>
                <a:cubicBezTo>
                  <a:pt x="31" y="124"/>
                  <a:pt x="31" y="124"/>
                  <a:pt x="31" y="124"/>
                </a:cubicBezTo>
                <a:cubicBezTo>
                  <a:pt x="61" y="136"/>
                  <a:pt x="61" y="136"/>
                  <a:pt x="61" y="136"/>
                </a:cubicBezTo>
                <a:cubicBezTo>
                  <a:pt x="74" y="166"/>
                  <a:pt x="74" y="166"/>
                  <a:pt x="74" y="166"/>
                </a:cubicBezTo>
                <a:cubicBezTo>
                  <a:pt x="82" y="158"/>
                  <a:pt x="82" y="158"/>
                  <a:pt x="82" y="158"/>
                </a:cubicBezTo>
                <a:cubicBezTo>
                  <a:pt x="80" y="135"/>
                  <a:pt x="80" y="135"/>
                  <a:pt x="80" y="135"/>
                </a:cubicBezTo>
                <a:cubicBezTo>
                  <a:pt x="104" y="111"/>
                  <a:pt x="104" y="111"/>
                  <a:pt x="104" y="111"/>
                </a:cubicBezTo>
                <a:cubicBezTo>
                  <a:pt x="129" y="162"/>
                  <a:pt x="129" y="162"/>
                  <a:pt x="129" y="162"/>
                </a:cubicBezTo>
                <a:cubicBezTo>
                  <a:pt x="138" y="153"/>
                  <a:pt x="138" y="153"/>
                  <a:pt x="138" y="153"/>
                </a:cubicBezTo>
                <a:cubicBezTo>
                  <a:pt x="125" y="90"/>
                  <a:pt x="125" y="90"/>
                  <a:pt x="125" y="90"/>
                </a:cubicBezTo>
                <a:cubicBezTo>
                  <a:pt x="155" y="60"/>
                  <a:pt x="155" y="60"/>
                  <a:pt x="155" y="60"/>
                </a:cubicBezTo>
                <a:cubicBezTo>
                  <a:pt x="155" y="60"/>
                  <a:pt x="163" y="51"/>
                  <a:pt x="155" y="43"/>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75"/>
          <p:cNvSpPr>
            <a:spLocks noEditPoints="1"/>
          </p:cNvSpPr>
          <p:nvPr/>
        </p:nvSpPr>
        <p:spPr bwMode="auto">
          <a:xfrm>
            <a:off x="8677799" y="5803988"/>
            <a:ext cx="395288" cy="395288"/>
          </a:xfrm>
          <a:custGeom>
            <a:avLst/>
            <a:gdLst>
              <a:gd name="T0" fmla="*/ 100 w 200"/>
              <a:gd name="T1" fmla="*/ 200 h 200"/>
              <a:gd name="T2" fmla="*/ 0 w 200"/>
              <a:gd name="T3" fmla="*/ 100 h 200"/>
              <a:gd name="T4" fmla="*/ 100 w 200"/>
              <a:gd name="T5" fmla="*/ 0 h 200"/>
              <a:gd name="T6" fmla="*/ 200 w 200"/>
              <a:gd name="T7" fmla="*/ 100 h 200"/>
              <a:gd name="T8" fmla="*/ 100 w 200"/>
              <a:gd name="T9" fmla="*/ 200 h 200"/>
              <a:gd name="T10" fmla="*/ 142 w 200"/>
              <a:gd name="T11" fmla="*/ 56 h 200"/>
              <a:gd name="T12" fmla="*/ 123 w 200"/>
              <a:gd name="T13" fmla="*/ 56 h 200"/>
              <a:gd name="T14" fmla="*/ 123 w 200"/>
              <a:gd name="T15" fmla="*/ 56 h 200"/>
              <a:gd name="T16" fmla="*/ 100 w 200"/>
              <a:gd name="T17" fmla="*/ 28 h 200"/>
              <a:gd name="T18" fmla="*/ 76 w 200"/>
              <a:gd name="T19" fmla="*/ 56 h 200"/>
              <a:gd name="T20" fmla="*/ 76 w 200"/>
              <a:gd name="T21" fmla="*/ 56 h 200"/>
              <a:gd name="T22" fmla="*/ 57 w 200"/>
              <a:gd name="T23" fmla="*/ 56 h 200"/>
              <a:gd name="T24" fmla="*/ 48 w 200"/>
              <a:gd name="T25" fmla="*/ 160 h 200"/>
              <a:gd name="T26" fmla="*/ 151 w 200"/>
              <a:gd name="T27" fmla="*/ 160 h 200"/>
              <a:gd name="T28" fmla="*/ 142 w 200"/>
              <a:gd name="T29" fmla="*/ 56 h 200"/>
              <a:gd name="T30" fmla="*/ 93 w 200"/>
              <a:gd name="T31" fmla="*/ 109 h 200"/>
              <a:gd name="T32" fmla="*/ 100 w 200"/>
              <a:gd name="T33" fmla="*/ 94 h 200"/>
              <a:gd name="T34" fmla="*/ 107 w 200"/>
              <a:gd name="T35" fmla="*/ 109 h 200"/>
              <a:gd name="T36" fmla="*/ 124 w 200"/>
              <a:gd name="T37" fmla="*/ 111 h 200"/>
              <a:gd name="T38" fmla="*/ 112 w 200"/>
              <a:gd name="T39" fmla="*/ 123 h 200"/>
              <a:gd name="T40" fmla="*/ 115 w 200"/>
              <a:gd name="T41" fmla="*/ 140 h 200"/>
              <a:gd name="T42" fmla="*/ 100 w 200"/>
              <a:gd name="T43" fmla="*/ 132 h 200"/>
              <a:gd name="T44" fmla="*/ 85 w 200"/>
              <a:gd name="T45" fmla="*/ 140 h 200"/>
              <a:gd name="T46" fmla="*/ 88 w 200"/>
              <a:gd name="T47" fmla="*/ 123 h 200"/>
              <a:gd name="T48" fmla="*/ 76 w 200"/>
              <a:gd name="T49" fmla="*/ 111 h 200"/>
              <a:gd name="T50" fmla="*/ 93 w 200"/>
              <a:gd name="T51" fmla="*/ 109 h 200"/>
              <a:gd name="T52" fmla="*/ 119 w 200"/>
              <a:gd name="T53" fmla="*/ 76 h 200"/>
              <a:gd name="T54" fmla="*/ 117 w 200"/>
              <a:gd name="T55" fmla="*/ 75 h 200"/>
              <a:gd name="T56" fmla="*/ 121 w 200"/>
              <a:gd name="T57" fmla="*/ 67 h 200"/>
              <a:gd name="T58" fmla="*/ 124 w 200"/>
              <a:gd name="T59" fmla="*/ 71 h 200"/>
              <a:gd name="T60" fmla="*/ 119 w 200"/>
              <a:gd name="T61" fmla="*/ 76 h 200"/>
              <a:gd name="T62" fmla="*/ 114 w 200"/>
              <a:gd name="T63" fmla="*/ 71 h 200"/>
              <a:gd name="T64" fmla="*/ 119 w 200"/>
              <a:gd name="T65" fmla="*/ 66 h 200"/>
              <a:gd name="T66" fmla="*/ 120 w 200"/>
              <a:gd name="T67" fmla="*/ 67 h 200"/>
              <a:gd name="T68" fmla="*/ 116 w 200"/>
              <a:gd name="T69" fmla="*/ 75 h 200"/>
              <a:gd name="T70" fmla="*/ 114 w 200"/>
              <a:gd name="T71" fmla="*/ 71 h 200"/>
              <a:gd name="T72" fmla="*/ 100 w 200"/>
              <a:gd name="T73" fmla="*/ 33 h 200"/>
              <a:gd name="T74" fmla="*/ 118 w 200"/>
              <a:gd name="T75" fmla="*/ 56 h 200"/>
              <a:gd name="T76" fmla="*/ 82 w 200"/>
              <a:gd name="T77" fmla="*/ 56 h 200"/>
              <a:gd name="T78" fmla="*/ 100 w 200"/>
              <a:gd name="T79" fmla="*/ 33 h 200"/>
              <a:gd name="T80" fmla="*/ 85 w 200"/>
              <a:gd name="T81" fmla="*/ 71 h 200"/>
              <a:gd name="T82" fmla="*/ 84 w 200"/>
              <a:gd name="T83" fmla="*/ 75 h 200"/>
              <a:gd name="T84" fmla="*/ 80 w 200"/>
              <a:gd name="T85" fmla="*/ 66 h 200"/>
              <a:gd name="T86" fmla="*/ 81 w 200"/>
              <a:gd name="T87" fmla="*/ 66 h 200"/>
              <a:gd name="T88" fmla="*/ 85 w 200"/>
              <a:gd name="T89" fmla="*/ 71 h 200"/>
              <a:gd name="T90" fmla="*/ 81 w 200"/>
              <a:gd name="T91" fmla="*/ 76 h 200"/>
              <a:gd name="T92" fmla="*/ 76 w 200"/>
              <a:gd name="T93" fmla="*/ 71 h 200"/>
              <a:gd name="T94" fmla="*/ 78 w 200"/>
              <a:gd name="T95" fmla="*/ 67 h 200"/>
              <a:gd name="T96" fmla="*/ 82 w 200"/>
              <a:gd name="T97" fmla="*/ 76 h 200"/>
              <a:gd name="T98" fmla="*/ 81 w 200"/>
              <a:gd name="T99" fmla="*/ 76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0" h="200">
                <a:moveTo>
                  <a:pt x="100" y="200"/>
                </a:moveTo>
                <a:cubicBezTo>
                  <a:pt x="44" y="200"/>
                  <a:pt x="0" y="156"/>
                  <a:pt x="0" y="100"/>
                </a:cubicBezTo>
                <a:cubicBezTo>
                  <a:pt x="0" y="45"/>
                  <a:pt x="44" y="0"/>
                  <a:pt x="100" y="0"/>
                </a:cubicBezTo>
                <a:cubicBezTo>
                  <a:pt x="155" y="0"/>
                  <a:pt x="200" y="45"/>
                  <a:pt x="200" y="100"/>
                </a:cubicBezTo>
                <a:cubicBezTo>
                  <a:pt x="200" y="156"/>
                  <a:pt x="155" y="200"/>
                  <a:pt x="100" y="200"/>
                </a:cubicBezTo>
                <a:close/>
                <a:moveTo>
                  <a:pt x="142" y="56"/>
                </a:moveTo>
                <a:cubicBezTo>
                  <a:pt x="123" y="56"/>
                  <a:pt x="123" y="56"/>
                  <a:pt x="123" y="56"/>
                </a:cubicBezTo>
                <a:cubicBezTo>
                  <a:pt x="123" y="56"/>
                  <a:pt x="123" y="56"/>
                  <a:pt x="123" y="56"/>
                </a:cubicBezTo>
                <a:cubicBezTo>
                  <a:pt x="123" y="41"/>
                  <a:pt x="113" y="28"/>
                  <a:pt x="100" y="28"/>
                </a:cubicBezTo>
                <a:cubicBezTo>
                  <a:pt x="87" y="28"/>
                  <a:pt x="76" y="41"/>
                  <a:pt x="76" y="56"/>
                </a:cubicBezTo>
                <a:cubicBezTo>
                  <a:pt x="76" y="56"/>
                  <a:pt x="76" y="56"/>
                  <a:pt x="76" y="56"/>
                </a:cubicBezTo>
                <a:cubicBezTo>
                  <a:pt x="57" y="56"/>
                  <a:pt x="57" y="56"/>
                  <a:pt x="57" y="56"/>
                </a:cubicBezTo>
                <a:cubicBezTo>
                  <a:pt x="48" y="160"/>
                  <a:pt x="48" y="160"/>
                  <a:pt x="48" y="160"/>
                </a:cubicBezTo>
                <a:cubicBezTo>
                  <a:pt x="151" y="160"/>
                  <a:pt x="151" y="160"/>
                  <a:pt x="151" y="160"/>
                </a:cubicBezTo>
                <a:lnTo>
                  <a:pt x="142" y="56"/>
                </a:lnTo>
                <a:close/>
                <a:moveTo>
                  <a:pt x="93" y="109"/>
                </a:moveTo>
                <a:cubicBezTo>
                  <a:pt x="100" y="94"/>
                  <a:pt x="100" y="94"/>
                  <a:pt x="100" y="94"/>
                </a:cubicBezTo>
                <a:cubicBezTo>
                  <a:pt x="107" y="109"/>
                  <a:pt x="107" y="109"/>
                  <a:pt x="107" y="109"/>
                </a:cubicBezTo>
                <a:cubicBezTo>
                  <a:pt x="124" y="111"/>
                  <a:pt x="124" y="111"/>
                  <a:pt x="124" y="111"/>
                </a:cubicBezTo>
                <a:cubicBezTo>
                  <a:pt x="112" y="123"/>
                  <a:pt x="112" y="123"/>
                  <a:pt x="112" y="123"/>
                </a:cubicBezTo>
                <a:cubicBezTo>
                  <a:pt x="115" y="140"/>
                  <a:pt x="115" y="140"/>
                  <a:pt x="115" y="140"/>
                </a:cubicBezTo>
                <a:cubicBezTo>
                  <a:pt x="100" y="132"/>
                  <a:pt x="100" y="132"/>
                  <a:pt x="100" y="132"/>
                </a:cubicBezTo>
                <a:cubicBezTo>
                  <a:pt x="85" y="140"/>
                  <a:pt x="85" y="140"/>
                  <a:pt x="85" y="140"/>
                </a:cubicBezTo>
                <a:cubicBezTo>
                  <a:pt x="88" y="123"/>
                  <a:pt x="88" y="123"/>
                  <a:pt x="88" y="123"/>
                </a:cubicBezTo>
                <a:cubicBezTo>
                  <a:pt x="76" y="111"/>
                  <a:pt x="76" y="111"/>
                  <a:pt x="76" y="111"/>
                </a:cubicBezTo>
                <a:lnTo>
                  <a:pt x="93" y="109"/>
                </a:lnTo>
                <a:close/>
                <a:moveTo>
                  <a:pt x="119" y="76"/>
                </a:moveTo>
                <a:cubicBezTo>
                  <a:pt x="118" y="76"/>
                  <a:pt x="118" y="76"/>
                  <a:pt x="117" y="75"/>
                </a:cubicBezTo>
                <a:cubicBezTo>
                  <a:pt x="119" y="73"/>
                  <a:pt x="120" y="70"/>
                  <a:pt x="121" y="67"/>
                </a:cubicBezTo>
                <a:cubicBezTo>
                  <a:pt x="123" y="68"/>
                  <a:pt x="124" y="69"/>
                  <a:pt x="124" y="71"/>
                </a:cubicBezTo>
                <a:cubicBezTo>
                  <a:pt x="124" y="74"/>
                  <a:pt x="122" y="76"/>
                  <a:pt x="119" y="76"/>
                </a:cubicBezTo>
                <a:close/>
                <a:moveTo>
                  <a:pt x="114" y="71"/>
                </a:moveTo>
                <a:cubicBezTo>
                  <a:pt x="114" y="68"/>
                  <a:pt x="116" y="66"/>
                  <a:pt x="119" y="66"/>
                </a:cubicBezTo>
                <a:cubicBezTo>
                  <a:pt x="119" y="66"/>
                  <a:pt x="120" y="66"/>
                  <a:pt x="120" y="67"/>
                </a:cubicBezTo>
                <a:cubicBezTo>
                  <a:pt x="119" y="70"/>
                  <a:pt x="118" y="72"/>
                  <a:pt x="116" y="75"/>
                </a:cubicBezTo>
                <a:cubicBezTo>
                  <a:pt x="115" y="74"/>
                  <a:pt x="114" y="73"/>
                  <a:pt x="114" y="71"/>
                </a:cubicBezTo>
                <a:close/>
                <a:moveTo>
                  <a:pt x="100" y="33"/>
                </a:moveTo>
                <a:cubicBezTo>
                  <a:pt x="110" y="33"/>
                  <a:pt x="118" y="44"/>
                  <a:pt x="118" y="56"/>
                </a:cubicBezTo>
                <a:cubicBezTo>
                  <a:pt x="82" y="56"/>
                  <a:pt x="82" y="56"/>
                  <a:pt x="82" y="56"/>
                </a:cubicBezTo>
                <a:cubicBezTo>
                  <a:pt x="82" y="44"/>
                  <a:pt x="90" y="33"/>
                  <a:pt x="100" y="33"/>
                </a:cubicBezTo>
                <a:close/>
                <a:moveTo>
                  <a:pt x="85" y="71"/>
                </a:moveTo>
                <a:cubicBezTo>
                  <a:pt x="85" y="72"/>
                  <a:pt x="85" y="74"/>
                  <a:pt x="84" y="75"/>
                </a:cubicBezTo>
                <a:cubicBezTo>
                  <a:pt x="82" y="72"/>
                  <a:pt x="81" y="69"/>
                  <a:pt x="80" y="66"/>
                </a:cubicBezTo>
                <a:cubicBezTo>
                  <a:pt x="80" y="66"/>
                  <a:pt x="80" y="66"/>
                  <a:pt x="81" y="66"/>
                </a:cubicBezTo>
                <a:cubicBezTo>
                  <a:pt x="83" y="66"/>
                  <a:pt x="85" y="68"/>
                  <a:pt x="85" y="71"/>
                </a:cubicBezTo>
                <a:close/>
                <a:moveTo>
                  <a:pt x="81" y="76"/>
                </a:moveTo>
                <a:cubicBezTo>
                  <a:pt x="78" y="76"/>
                  <a:pt x="76" y="74"/>
                  <a:pt x="76" y="71"/>
                </a:cubicBezTo>
                <a:cubicBezTo>
                  <a:pt x="76" y="70"/>
                  <a:pt x="77" y="68"/>
                  <a:pt x="78" y="67"/>
                </a:cubicBezTo>
                <a:cubicBezTo>
                  <a:pt x="79" y="70"/>
                  <a:pt x="80" y="73"/>
                  <a:pt x="82" y="76"/>
                </a:cubicBezTo>
                <a:cubicBezTo>
                  <a:pt x="82" y="76"/>
                  <a:pt x="81" y="76"/>
                  <a:pt x="81" y="76"/>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76"/>
          <p:cNvSpPr>
            <a:spLocks noEditPoints="1"/>
          </p:cNvSpPr>
          <p:nvPr/>
        </p:nvSpPr>
        <p:spPr bwMode="auto">
          <a:xfrm>
            <a:off x="9168337" y="5800813"/>
            <a:ext cx="395288" cy="396875"/>
          </a:xfrm>
          <a:custGeom>
            <a:avLst/>
            <a:gdLst>
              <a:gd name="T0" fmla="*/ 100 w 200"/>
              <a:gd name="T1" fmla="*/ 200 h 200"/>
              <a:gd name="T2" fmla="*/ 0 w 200"/>
              <a:gd name="T3" fmla="*/ 100 h 200"/>
              <a:gd name="T4" fmla="*/ 100 w 200"/>
              <a:gd name="T5" fmla="*/ 0 h 200"/>
              <a:gd name="T6" fmla="*/ 200 w 200"/>
              <a:gd name="T7" fmla="*/ 100 h 200"/>
              <a:gd name="T8" fmla="*/ 100 w 200"/>
              <a:gd name="T9" fmla="*/ 200 h 200"/>
              <a:gd name="T10" fmla="*/ 144 w 200"/>
              <a:gd name="T11" fmla="*/ 83 h 200"/>
              <a:gd name="T12" fmla="*/ 144 w 200"/>
              <a:gd name="T13" fmla="*/ 56 h 200"/>
              <a:gd name="T14" fmla="*/ 131 w 200"/>
              <a:gd name="T15" fmla="*/ 56 h 200"/>
              <a:gd name="T16" fmla="*/ 131 w 200"/>
              <a:gd name="T17" fmla="*/ 70 h 200"/>
              <a:gd name="T18" fmla="*/ 100 w 200"/>
              <a:gd name="T19" fmla="*/ 38 h 200"/>
              <a:gd name="T20" fmla="*/ 40 w 200"/>
              <a:gd name="T21" fmla="*/ 100 h 200"/>
              <a:gd name="T22" fmla="*/ 56 w 200"/>
              <a:gd name="T23" fmla="*/ 100 h 200"/>
              <a:gd name="T24" fmla="*/ 56 w 200"/>
              <a:gd name="T25" fmla="*/ 147 h 200"/>
              <a:gd name="T26" fmla="*/ 65 w 200"/>
              <a:gd name="T27" fmla="*/ 156 h 200"/>
              <a:gd name="T28" fmla="*/ 88 w 200"/>
              <a:gd name="T29" fmla="*/ 156 h 200"/>
              <a:gd name="T30" fmla="*/ 88 w 200"/>
              <a:gd name="T31" fmla="*/ 128 h 200"/>
              <a:gd name="T32" fmla="*/ 93 w 200"/>
              <a:gd name="T33" fmla="*/ 120 h 200"/>
              <a:gd name="T34" fmla="*/ 106 w 200"/>
              <a:gd name="T35" fmla="*/ 120 h 200"/>
              <a:gd name="T36" fmla="*/ 112 w 200"/>
              <a:gd name="T37" fmla="*/ 128 h 200"/>
              <a:gd name="T38" fmla="*/ 112 w 200"/>
              <a:gd name="T39" fmla="*/ 156 h 200"/>
              <a:gd name="T40" fmla="*/ 134 w 200"/>
              <a:gd name="T41" fmla="*/ 156 h 200"/>
              <a:gd name="T42" fmla="*/ 143 w 200"/>
              <a:gd name="T43" fmla="*/ 147 h 200"/>
              <a:gd name="T44" fmla="*/ 143 w 200"/>
              <a:gd name="T45" fmla="*/ 100 h 200"/>
              <a:gd name="T46" fmla="*/ 160 w 200"/>
              <a:gd name="T47" fmla="*/ 100 h 200"/>
              <a:gd name="T48" fmla="*/ 143 w 200"/>
              <a:gd name="T49" fmla="*/ 83 h 200"/>
              <a:gd name="T50" fmla="*/ 144 w 200"/>
              <a:gd name="T51" fmla="*/ 83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0" h="200">
                <a:moveTo>
                  <a:pt x="100" y="200"/>
                </a:moveTo>
                <a:cubicBezTo>
                  <a:pt x="44" y="200"/>
                  <a:pt x="0" y="155"/>
                  <a:pt x="0" y="100"/>
                </a:cubicBezTo>
                <a:cubicBezTo>
                  <a:pt x="0" y="45"/>
                  <a:pt x="44" y="0"/>
                  <a:pt x="100" y="0"/>
                </a:cubicBezTo>
                <a:cubicBezTo>
                  <a:pt x="155" y="0"/>
                  <a:pt x="200" y="45"/>
                  <a:pt x="200" y="100"/>
                </a:cubicBezTo>
                <a:cubicBezTo>
                  <a:pt x="200" y="155"/>
                  <a:pt x="155" y="200"/>
                  <a:pt x="100" y="200"/>
                </a:cubicBezTo>
                <a:close/>
                <a:moveTo>
                  <a:pt x="144" y="83"/>
                </a:moveTo>
                <a:cubicBezTo>
                  <a:pt x="144" y="56"/>
                  <a:pt x="144" y="56"/>
                  <a:pt x="144" y="56"/>
                </a:cubicBezTo>
                <a:cubicBezTo>
                  <a:pt x="131" y="56"/>
                  <a:pt x="131" y="56"/>
                  <a:pt x="131" y="56"/>
                </a:cubicBezTo>
                <a:cubicBezTo>
                  <a:pt x="131" y="70"/>
                  <a:pt x="131" y="70"/>
                  <a:pt x="131" y="70"/>
                </a:cubicBezTo>
                <a:cubicBezTo>
                  <a:pt x="100" y="38"/>
                  <a:pt x="100" y="38"/>
                  <a:pt x="100" y="38"/>
                </a:cubicBezTo>
                <a:cubicBezTo>
                  <a:pt x="40" y="100"/>
                  <a:pt x="40" y="100"/>
                  <a:pt x="40" y="100"/>
                </a:cubicBezTo>
                <a:cubicBezTo>
                  <a:pt x="56" y="100"/>
                  <a:pt x="56" y="100"/>
                  <a:pt x="56" y="100"/>
                </a:cubicBezTo>
                <a:cubicBezTo>
                  <a:pt x="56" y="147"/>
                  <a:pt x="56" y="147"/>
                  <a:pt x="56" y="147"/>
                </a:cubicBezTo>
                <a:cubicBezTo>
                  <a:pt x="56" y="152"/>
                  <a:pt x="60" y="156"/>
                  <a:pt x="65" y="156"/>
                </a:cubicBezTo>
                <a:cubicBezTo>
                  <a:pt x="65" y="156"/>
                  <a:pt x="76" y="156"/>
                  <a:pt x="88" y="156"/>
                </a:cubicBezTo>
                <a:cubicBezTo>
                  <a:pt x="88" y="143"/>
                  <a:pt x="88" y="135"/>
                  <a:pt x="88" y="128"/>
                </a:cubicBezTo>
                <a:cubicBezTo>
                  <a:pt x="88" y="125"/>
                  <a:pt x="90" y="121"/>
                  <a:pt x="93" y="120"/>
                </a:cubicBezTo>
                <a:cubicBezTo>
                  <a:pt x="99" y="120"/>
                  <a:pt x="100" y="120"/>
                  <a:pt x="106" y="120"/>
                </a:cubicBezTo>
                <a:cubicBezTo>
                  <a:pt x="109" y="121"/>
                  <a:pt x="112" y="125"/>
                  <a:pt x="112" y="128"/>
                </a:cubicBezTo>
                <a:cubicBezTo>
                  <a:pt x="112" y="129"/>
                  <a:pt x="112" y="146"/>
                  <a:pt x="112" y="156"/>
                </a:cubicBezTo>
                <a:cubicBezTo>
                  <a:pt x="124" y="156"/>
                  <a:pt x="134" y="156"/>
                  <a:pt x="134" y="156"/>
                </a:cubicBezTo>
                <a:cubicBezTo>
                  <a:pt x="139" y="156"/>
                  <a:pt x="143" y="152"/>
                  <a:pt x="143" y="147"/>
                </a:cubicBezTo>
                <a:cubicBezTo>
                  <a:pt x="143" y="100"/>
                  <a:pt x="143" y="100"/>
                  <a:pt x="143" y="100"/>
                </a:cubicBezTo>
                <a:cubicBezTo>
                  <a:pt x="160" y="100"/>
                  <a:pt x="160" y="100"/>
                  <a:pt x="160" y="100"/>
                </a:cubicBezTo>
                <a:cubicBezTo>
                  <a:pt x="143" y="83"/>
                  <a:pt x="143" y="83"/>
                  <a:pt x="143" y="83"/>
                </a:cubicBezTo>
                <a:lnTo>
                  <a:pt x="144" y="83"/>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77"/>
          <p:cNvSpPr>
            <a:spLocks noEditPoints="1"/>
          </p:cNvSpPr>
          <p:nvPr/>
        </p:nvSpPr>
        <p:spPr bwMode="auto">
          <a:xfrm>
            <a:off x="9660462" y="5800813"/>
            <a:ext cx="395288" cy="396875"/>
          </a:xfrm>
          <a:custGeom>
            <a:avLst/>
            <a:gdLst>
              <a:gd name="T0" fmla="*/ 100 w 200"/>
              <a:gd name="T1" fmla="*/ 0 h 200"/>
              <a:gd name="T2" fmla="*/ 138 w 200"/>
              <a:gd name="T3" fmla="*/ 162 h 200"/>
              <a:gd name="T4" fmla="*/ 125 w 200"/>
              <a:gd name="T5" fmla="*/ 149 h 200"/>
              <a:gd name="T6" fmla="*/ 97 w 200"/>
              <a:gd name="T7" fmla="*/ 149 h 200"/>
              <a:gd name="T8" fmla="*/ 85 w 200"/>
              <a:gd name="T9" fmla="*/ 162 h 200"/>
              <a:gd name="T10" fmla="*/ 156 w 200"/>
              <a:gd name="T11" fmla="*/ 77 h 200"/>
              <a:gd name="T12" fmla="*/ 56 w 200"/>
              <a:gd name="T13" fmla="*/ 66 h 200"/>
              <a:gd name="T14" fmla="*/ 52 w 200"/>
              <a:gd name="T15" fmla="*/ 56 h 200"/>
              <a:gd name="T16" fmla="*/ 28 w 200"/>
              <a:gd name="T17" fmla="*/ 59 h 200"/>
              <a:gd name="T18" fmla="*/ 49 w 200"/>
              <a:gd name="T19" fmla="*/ 62 h 200"/>
              <a:gd name="T20" fmla="*/ 69 w 200"/>
              <a:gd name="T21" fmla="*/ 131 h 200"/>
              <a:gd name="T22" fmla="*/ 155 w 200"/>
              <a:gd name="T23" fmla="*/ 127 h 200"/>
              <a:gd name="T24" fmla="*/ 69 w 200"/>
              <a:gd name="T25" fmla="*/ 124 h 200"/>
              <a:gd name="T26" fmla="*/ 151 w 200"/>
              <a:gd name="T27" fmla="*/ 117 h 200"/>
              <a:gd name="T28" fmla="*/ 156 w 200"/>
              <a:gd name="T29" fmla="*/ 110 h 200"/>
              <a:gd name="T30" fmla="*/ 137 w 200"/>
              <a:gd name="T31" fmla="*/ 106 h 200"/>
              <a:gd name="T32" fmla="*/ 151 w 200"/>
              <a:gd name="T33" fmla="*/ 112 h 200"/>
              <a:gd name="T34" fmla="*/ 151 w 200"/>
              <a:gd name="T35" fmla="*/ 102 h 200"/>
              <a:gd name="T36" fmla="*/ 137 w 200"/>
              <a:gd name="T37" fmla="*/ 90 h 200"/>
              <a:gd name="T38" fmla="*/ 137 w 200"/>
              <a:gd name="T39" fmla="*/ 94 h 200"/>
              <a:gd name="T40" fmla="*/ 151 w 200"/>
              <a:gd name="T41" fmla="*/ 82 h 200"/>
              <a:gd name="T42" fmla="*/ 137 w 200"/>
              <a:gd name="T43" fmla="*/ 82 h 200"/>
              <a:gd name="T44" fmla="*/ 133 w 200"/>
              <a:gd name="T45" fmla="*/ 112 h 200"/>
              <a:gd name="T46" fmla="*/ 117 w 200"/>
              <a:gd name="T47" fmla="*/ 98 h 200"/>
              <a:gd name="T48" fmla="*/ 117 w 200"/>
              <a:gd name="T49" fmla="*/ 102 h 200"/>
              <a:gd name="T50" fmla="*/ 133 w 200"/>
              <a:gd name="T51" fmla="*/ 90 h 200"/>
              <a:gd name="T52" fmla="*/ 116 w 200"/>
              <a:gd name="T53" fmla="*/ 90 h 200"/>
              <a:gd name="T54" fmla="*/ 133 w 200"/>
              <a:gd name="T55" fmla="*/ 86 h 200"/>
              <a:gd name="T56" fmla="*/ 116 w 200"/>
              <a:gd name="T57" fmla="*/ 73 h 200"/>
              <a:gd name="T58" fmla="*/ 116 w 200"/>
              <a:gd name="T59" fmla="*/ 78 h 200"/>
              <a:gd name="T60" fmla="*/ 113 w 200"/>
              <a:gd name="T61" fmla="*/ 106 h 200"/>
              <a:gd name="T62" fmla="*/ 97 w 200"/>
              <a:gd name="T63" fmla="*/ 106 h 200"/>
              <a:gd name="T64" fmla="*/ 113 w 200"/>
              <a:gd name="T65" fmla="*/ 102 h 200"/>
              <a:gd name="T66" fmla="*/ 96 w 200"/>
              <a:gd name="T67" fmla="*/ 90 h 200"/>
              <a:gd name="T68" fmla="*/ 96 w 200"/>
              <a:gd name="T69" fmla="*/ 94 h 200"/>
              <a:gd name="T70" fmla="*/ 112 w 200"/>
              <a:gd name="T71" fmla="*/ 82 h 200"/>
              <a:gd name="T72" fmla="*/ 96 w 200"/>
              <a:gd name="T73" fmla="*/ 82 h 200"/>
              <a:gd name="T74" fmla="*/ 112 w 200"/>
              <a:gd name="T75" fmla="*/ 78 h 200"/>
              <a:gd name="T76" fmla="*/ 81 w 200"/>
              <a:gd name="T77" fmla="*/ 106 h 200"/>
              <a:gd name="T78" fmla="*/ 82 w 200"/>
              <a:gd name="T79" fmla="*/ 114 h 200"/>
              <a:gd name="T80" fmla="*/ 93 w 200"/>
              <a:gd name="T81" fmla="*/ 98 h 200"/>
              <a:gd name="T82" fmla="*/ 80 w 200"/>
              <a:gd name="T83" fmla="*/ 98 h 200"/>
              <a:gd name="T84" fmla="*/ 92 w 200"/>
              <a:gd name="T85" fmla="*/ 94 h 200"/>
              <a:gd name="T86" fmla="*/ 77 w 200"/>
              <a:gd name="T87" fmla="*/ 82 h 200"/>
              <a:gd name="T88" fmla="*/ 78 w 200"/>
              <a:gd name="T89" fmla="*/ 86 h 200"/>
              <a:gd name="T90" fmla="*/ 91 w 200"/>
              <a:gd name="T91" fmla="*/ 73 h 200"/>
              <a:gd name="T92" fmla="*/ 75 w 200"/>
              <a:gd name="T93" fmla="*/ 72 h 200"/>
              <a:gd name="T94" fmla="*/ 75 w 200"/>
              <a:gd name="T95" fmla="*/ 94 h 200"/>
              <a:gd name="T96" fmla="*/ 60 w 200"/>
              <a:gd name="T97" fmla="*/ 82 h 200"/>
              <a:gd name="T98" fmla="*/ 62 w 200"/>
              <a:gd name="T99" fmla="*/ 86 h 200"/>
              <a:gd name="T100" fmla="*/ 72 w 200"/>
              <a:gd name="T101" fmla="*/ 72 h 200"/>
              <a:gd name="T102" fmla="*/ 57 w 200"/>
              <a:gd name="T103" fmla="*/ 71 h 200"/>
              <a:gd name="T104" fmla="*/ 65 w 200"/>
              <a:gd name="T105" fmla="*/ 98 h 200"/>
              <a:gd name="T106" fmla="*/ 79 w 200"/>
              <a:gd name="T107" fmla="*/ 114 h 200"/>
              <a:gd name="T108" fmla="*/ 77 w 200"/>
              <a:gd name="T109" fmla="*/ 106 h 200"/>
              <a:gd name="T110" fmla="*/ 151 w 200"/>
              <a:gd name="T111" fmla="*/ 77 h 200"/>
              <a:gd name="T112" fmla="*/ 151 w 200"/>
              <a:gd name="T113" fmla="*/ 77 h 200"/>
              <a:gd name="T114" fmla="*/ 151 w 200"/>
              <a:gd name="T115" fmla="*/ 75 h 200"/>
              <a:gd name="T116" fmla="*/ 151 w 200"/>
              <a:gd name="T117" fmla="*/ 78 h 200"/>
              <a:gd name="T118" fmla="*/ 90 w 200"/>
              <a:gd name="T119" fmla="*/ 149 h 200"/>
              <a:gd name="T120" fmla="*/ 85 w 200"/>
              <a:gd name="T121" fmla="*/ 143 h 200"/>
              <a:gd name="T122" fmla="*/ 138 w 200"/>
              <a:gd name="T123" fmla="*/ 155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0" h="200">
                <a:moveTo>
                  <a:pt x="100" y="200"/>
                </a:moveTo>
                <a:cubicBezTo>
                  <a:pt x="44" y="200"/>
                  <a:pt x="0" y="155"/>
                  <a:pt x="0" y="100"/>
                </a:cubicBezTo>
                <a:cubicBezTo>
                  <a:pt x="0" y="45"/>
                  <a:pt x="44" y="0"/>
                  <a:pt x="100" y="0"/>
                </a:cubicBezTo>
                <a:cubicBezTo>
                  <a:pt x="155" y="0"/>
                  <a:pt x="200" y="45"/>
                  <a:pt x="200" y="100"/>
                </a:cubicBezTo>
                <a:cubicBezTo>
                  <a:pt x="200" y="155"/>
                  <a:pt x="155" y="200"/>
                  <a:pt x="100" y="200"/>
                </a:cubicBezTo>
                <a:close/>
                <a:moveTo>
                  <a:pt x="138" y="162"/>
                </a:moveTo>
                <a:cubicBezTo>
                  <a:pt x="145" y="162"/>
                  <a:pt x="151" y="156"/>
                  <a:pt x="151" y="149"/>
                </a:cubicBezTo>
                <a:cubicBezTo>
                  <a:pt x="151" y="142"/>
                  <a:pt x="145" y="136"/>
                  <a:pt x="138" y="136"/>
                </a:cubicBezTo>
                <a:cubicBezTo>
                  <a:pt x="131" y="136"/>
                  <a:pt x="125" y="142"/>
                  <a:pt x="125" y="149"/>
                </a:cubicBezTo>
                <a:cubicBezTo>
                  <a:pt x="125" y="156"/>
                  <a:pt x="131" y="162"/>
                  <a:pt x="138" y="162"/>
                </a:cubicBezTo>
                <a:close/>
                <a:moveTo>
                  <a:pt x="85" y="162"/>
                </a:moveTo>
                <a:cubicBezTo>
                  <a:pt x="92" y="162"/>
                  <a:pt x="97" y="156"/>
                  <a:pt x="97" y="149"/>
                </a:cubicBezTo>
                <a:cubicBezTo>
                  <a:pt x="97" y="142"/>
                  <a:pt x="92" y="136"/>
                  <a:pt x="85" y="136"/>
                </a:cubicBezTo>
                <a:cubicBezTo>
                  <a:pt x="77" y="136"/>
                  <a:pt x="72" y="142"/>
                  <a:pt x="72" y="149"/>
                </a:cubicBezTo>
                <a:cubicBezTo>
                  <a:pt x="72" y="156"/>
                  <a:pt x="77" y="162"/>
                  <a:pt x="85" y="162"/>
                </a:cubicBezTo>
                <a:close/>
                <a:moveTo>
                  <a:pt x="156" y="110"/>
                </a:moveTo>
                <a:cubicBezTo>
                  <a:pt x="156" y="77"/>
                  <a:pt x="156" y="77"/>
                  <a:pt x="156" y="77"/>
                </a:cubicBezTo>
                <a:cubicBezTo>
                  <a:pt x="156" y="77"/>
                  <a:pt x="156" y="77"/>
                  <a:pt x="156" y="77"/>
                </a:cubicBezTo>
                <a:cubicBezTo>
                  <a:pt x="156" y="70"/>
                  <a:pt x="151" y="70"/>
                  <a:pt x="151" y="70"/>
                </a:cubicBezTo>
                <a:cubicBezTo>
                  <a:pt x="151" y="70"/>
                  <a:pt x="151" y="70"/>
                  <a:pt x="151" y="70"/>
                </a:cubicBezTo>
                <a:cubicBezTo>
                  <a:pt x="56" y="66"/>
                  <a:pt x="56" y="66"/>
                  <a:pt x="56" y="66"/>
                </a:cubicBezTo>
                <a:cubicBezTo>
                  <a:pt x="53" y="56"/>
                  <a:pt x="53" y="56"/>
                  <a:pt x="53" y="56"/>
                </a:cubicBezTo>
                <a:cubicBezTo>
                  <a:pt x="52" y="56"/>
                  <a:pt x="52" y="56"/>
                  <a:pt x="52" y="56"/>
                </a:cubicBezTo>
                <a:cubicBezTo>
                  <a:pt x="52" y="56"/>
                  <a:pt x="52" y="56"/>
                  <a:pt x="52" y="56"/>
                </a:cubicBezTo>
                <a:cubicBezTo>
                  <a:pt x="41" y="56"/>
                  <a:pt x="41" y="56"/>
                  <a:pt x="41" y="56"/>
                </a:cubicBezTo>
                <a:cubicBezTo>
                  <a:pt x="40" y="54"/>
                  <a:pt x="38" y="53"/>
                  <a:pt x="35" y="53"/>
                </a:cubicBezTo>
                <a:cubicBezTo>
                  <a:pt x="31" y="53"/>
                  <a:pt x="28" y="56"/>
                  <a:pt x="28" y="59"/>
                </a:cubicBezTo>
                <a:cubicBezTo>
                  <a:pt x="28" y="63"/>
                  <a:pt x="31" y="66"/>
                  <a:pt x="35" y="66"/>
                </a:cubicBezTo>
                <a:cubicBezTo>
                  <a:pt x="37" y="66"/>
                  <a:pt x="40" y="64"/>
                  <a:pt x="41" y="62"/>
                </a:cubicBezTo>
                <a:cubicBezTo>
                  <a:pt x="49" y="62"/>
                  <a:pt x="49" y="62"/>
                  <a:pt x="49" y="62"/>
                </a:cubicBezTo>
                <a:cubicBezTo>
                  <a:pt x="65" y="114"/>
                  <a:pt x="65" y="114"/>
                  <a:pt x="65" y="114"/>
                </a:cubicBezTo>
                <a:cubicBezTo>
                  <a:pt x="64" y="114"/>
                  <a:pt x="64" y="114"/>
                  <a:pt x="64" y="114"/>
                </a:cubicBezTo>
                <a:cubicBezTo>
                  <a:pt x="57" y="114"/>
                  <a:pt x="56" y="131"/>
                  <a:pt x="69" y="131"/>
                </a:cubicBezTo>
                <a:cubicBezTo>
                  <a:pt x="69" y="132"/>
                  <a:pt x="70" y="132"/>
                  <a:pt x="70" y="132"/>
                </a:cubicBezTo>
                <a:cubicBezTo>
                  <a:pt x="152" y="132"/>
                  <a:pt x="152" y="132"/>
                  <a:pt x="152" y="132"/>
                </a:cubicBezTo>
                <a:cubicBezTo>
                  <a:pt x="154" y="132"/>
                  <a:pt x="155" y="129"/>
                  <a:pt x="155" y="127"/>
                </a:cubicBezTo>
                <a:cubicBezTo>
                  <a:pt x="155" y="125"/>
                  <a:pt x="154" y="124"/>
                  <a:pt x="152" y="124"/>
                </a:cubicBezTo>
                <a:cubicBezTo>
                  <a:pt x="70" y="124"/>
                  <a:pt x="70" y="124"/>
                  <a:pt x="70" y="124"/>
                </a:cubicBezTo>
                <a:cubicBezTo>
                  <a:pt x="70" y="124"/>
                  <a:pt x="69" y="124"/>
                  <a:pt x="69" y="124"/>
                </a:cubicBezTo>
                <a:cubicBezTo>
                  <a:pt x="64" y="124"/>
                  <a:pt x="65" y="119"/>
                  <a:pt x="69" y="119"/>
                </a:cubicBezTo>
                <a:cubicBezTo>
                  <a:pt x="69" y="119"/>
                  <a:pt x="69" y="119"/>
                  <a:pt x="69" y="119"/>
                </a:cubicBezTo>
                <a:cubicBezTo>
                  <a:pt x="151" y="117"/>
                  <a:pt x="151" y="117"/>
                  <a:pt x="151" y="117"/>
                </a:cubicBezTo>
                <a:cubicBezTo>
                  <a:pt x="151" y="117"/>
                  <a:pt x="151" y="117"/>
                  <a:pt x="151" y="117"/>
                </a:cubicBezTo>
                <a:cubicBezTo>
                  <a:pt x="151" y="117"/>
                  <a:pt x="157" y="116"/>
                  <a:pt x="157" y="110"/>
                </a:cubicBezTo>
                <a:cubicBezTo>
                  <a:pt x="157" y="110"/>
                  <a:pt x="157" y="110"/>
                  <a:pt x="156" y="110"/>
                </a:cubicBezTo>
                <a:close/>
                <a:moveTo>
                  <a:pt x="151" y="112"/>
                </a:moveTo>
                <a:cubicBezTo>
                  <a:pt x="137" y="112"/>
                  <a:pt x="137" y="112"/>
                  <a:pt x="137" y="112"/>
                </a:cubicBezTo>
                <a:cubicBezTo>
                  <a:pt x="137" y="106"/>
                  <a:pt x="137" y="106"/>
                  <a:pt x="137" y="106"/>
                </a:cubicBezTo>
                <a:cubicBezTo>
                  <a:pt x="151" y="106"/>
                  <a:pt x="151" y="106"/>
                  <a:pt x="151" y="106"/>
                </a:cubicBezTo>
                <a:cubicBezTo>
                  <a:pt x="151" y="110"/>
                  <a:pt x="151" y="110"/>
                  <a:pt x="151" y="110"/>
                </a:cubicBezTo>
                <a:cubicBezTo>
                  <a:pt x="151" y="112"/>
                  <a:pt x="151" y="112"/>
                  <a:pt x="151" y="112"/>
                </a:cubicBezTo>
                <a:close/>
                <a:moveTo>
                  <a:pt x="137" y="98"/>
                </a:moveTo>
                <a:cubicBezTo>
                  <a:pt x="151" y="98"/>
                  <a:pt x="151" y="98"/>
                  <a:pt x="151" y="98"/>
                </a:cubicBezTo>
                <a:cubicBezTo>
                  <a:pt x="151" y="102"/>
                  <a:pt x="151" y="102"/>
                  <a:pt x="151" y="102"/>
                </a:cubicBezTo>
                <a:cubicBezTo>
                  <a:pt x="137" y="102"/>
                  <a:pt x="137" y="102"/>
                  <a:pt x="137" y="102"/>
                </a:cubicBezTo>
                <a:lnTo>
                  <a:pt x="137" y="98"/>
                </a:lnTo>
                <a:close/>
                <a:moveTo>
                  <a:pt x="137" y="90"/>
                </a:moveTo>
                <a:cubicBezTo>
                  <a:pt x="151" y="90"/>
                  <a:pt x="151" y="90"/>
                  <a:pt x="151" y="90"/>
                </a:cubicBezTo>
                <a:cubicBezTo>
                  <a:pt x="151" y="94"/>
                  <a:pt x="151" y="94"/>
                  <a:pt x="151" y="94"/>
                </a:cubicBezTo>
                <a:cubicBezTo>
                  <a:pt x="137" y="94"/>
                  <a:pt x="137" y="94"/>
                  <a:pt x="137" y="94"/>
                </a:cubicBezTo>
                <a:lnTo>
                  <a:pt x="137" y="90"/>
                </a:lnTo>
                <a:close/>
                <a:moveTo>
                  <a:pt x="137" y="82"/>
                </a:moveTo>
                <a:cubicBezTo>
                  <a:pt x="151" y="82"/>
                  <a:pt x="151" y="82"/>
                  <a:pt x="151" y="82"/>
                </a:cubicBezTo>
                <a:cubicBezTo>
                  <a:pt x="151" y="86"/>
                  <a:pt x="151" y="86"/>
                  <a:pt x="151" y="86"/>
                </a:cubicBezTo>
                <a:cubicBezTo>
                  <a:pt x="137" y="86"/>
                  <a:pt x="137" y="86"/>
                  <a:pt x="137" y="86"/>
                </a:cubicBezTo>
                <a:lnTo>
                  <a:pt x="137" y="82"/>
                </a:lnTo>
                <a:close/>
                <a:moveTo>
                  <a:pt x="117" y="106"/>
                </a:moveTo>
                <a:cubicBezTo>
                  <a:pt x="133" y="106"/>
                  <a:pt x="133" y="106"/>
                  <a:pt x="133" y="106"/>
                </a:cubicBezTo>
                <a:cubicBezTo>
                  <a:pt x="133" y="112"/>
                  <a:pt x="133" y="112"/>
                  <a:pt x="133" y="112"/>
                </a:cubicBezTo>
                <a:cubicBezTo>
                  <a:pt x="117" y="113"/>
                  <a:pt x="117" y="113"/>
                  <a:pt x="117" y="113"/>
                </a:cubicBezTo>
                <a:lnTo>
                  <a:pt x="117" y="106"/>
                </a:lnTo>
                <a:close/>
                <a:moveTo>
                  <a:pt x="117" y="98"/>
                </a:moveTo>
                <a:cubicBezTo>
                  <a:pt x="133" y="98"/>
                  <a:pt x="133" y="98"/>
                  <a:pt x="133" y="98"/>
                </a:cubicBezTo>
                <a:cubicBezTo>
                  <a:pt x="133" y="102"/>
                  <a:pt x="133" y="102"/>
                  <a:pt x="133" y="102"/>
                </a:cubicBezTo>
                <a:cubicBezTo>
                  <a:pt x="117" y="102"/>
                  <a:pt x="117" y="102"/>
                  <a:pt x="117" y="102"/>
                </a:cubicBezTo>
                <a:lnTo>
                  <a:pt x="117" y="98"/>
                </a:lnTo>
                <a:close/>
                <a:moveTo>
                  <a:pt x="116" y="90"/>
                </a:moveTo>
                <a:cubicBezTo>
                  <a:pt x="133" y="90"/>
                  <a:pt x="133" y="90"/>
                  <a:pt x="133" y="90"/>
                </a:cubicBezTo>
                <a:cubicBezTo>
                  <a:pt x="133" y="94"/>
                  <a:pt x="133" y="94"/>
                  <a:pt x="133" y="94"/>
                </a:cubicBezTo>
                <a:cubicBezTo>
                  <a:pt x="116" y="94"/>
                  <a:pt x="116" y="94"/>
                  <a:pt x="116" y="94"/>
                </a:cubicBezTo>
                <a:lnTo>
                  <a:pt x="116" y="90"/>
                </a:lnTo>
                <a:close/>
                <a:moveTo>
                  <a:pt x="116" y="82"/>
                </a:moveTo>
                <a:cubicBezTo>
                  <a:pt x="133" y="82"/>
                  <a:pt x="133" y="82"/>
                  <a:pt x="133" y="82"/>
                </a:cubicBezTo>
                <a:cubicBezTo>
                  <a:pt x="133" y="86"/>
                  <a:pt x="133" y="86"/>
                  <a:pt x="133" y="86"/>
                </a:cubicBezTo>
                <a:cubicBezTo>
                  <a:pt x="116" y="86"/>
                  <a:pt x="116" y="86"/>
                  <a:pt x="116" y="86"/>
                </a:cubicBezTo>
                <a:lnTo>
                  <a:pt x="116" y="82"/>
                </a:lnTo>
                <a:close/>
                <a:moveTo>
                  <a:pt x="116" y="73"/>
                </a:moveTo>
                <a:cubicBezTo>
                  <a:pt x="133" y="74"/>
                  <a:pt x="133" y="74"/>
                  <a:pt x="133" y="74"/>
                </a:cubicBezTo>
                <a:cubicBezTo>
                  <a:pt x="133" y="78"/>
                  <a:pt x="133" y="78"/>
                  <a:pt x="133" y="78"/>
                </a:cubicBezTo>
                <a:cubicBezTo>
                  <a:pt x="116" y="78"/>
                  <a:pt x="116" y="78"/>
                  <a:pt x="116" y="78"/>
                </a:cubicBezTo>
                <a:lnTo>
                  <a:pt x="116" y="73"/>
                </a:lnTo>
                <a:close/>
                <a:moveTo>
                  <a:pt x="97" y="106"/>
                </a:moveTo>
                <a:cubicBezTo>
                  <a:pt x="113" y="106"/>
                  <a:pt x="113" y="106"/>
                  <a:pt x="113" y="106"/>
                </a:cubicBezTo>
                <a:cubicBezTo>
                  <a:pt x="113" y="113"/>
                  <a:pt x="113" y="113"/>
                  <a:pt x="113" y="113"/>
                </a:cubicBezTo>
                <a:cubicBezTo>
                  <a:pt x="97" y="113"/>
                  <a:pt x="97" y="113"/>
                  <a:pt x="97" y="113"/>
                </a:cubicBezTo>
                <a:lnTo>
                  <a:pt x="97" y="106"/>
                </a:lnTo>
                <a:close/>
                <a:moveTo>
                  <a:pt x="97" y="98"/>
                </a:moveTo>
                <a:cubicBezTo>
                  <a:pt x="113" y="98"/>
                  <a:pt x="113" y="98"/>
                  <a:pt x="113" y="98"/>
                </a:cubicBezTo>
                <a:cubicBezTo>
                  <a:pt x="113" y="102"/>
                  <a:pt x="113" y="102"/>
                  <a:pt x="113" y="102"/>
                </a:cubicBezTo>
                <a:cubicBezTo>
                  <a:pt x="97" y="102"/>
                  <a:pt x="97" y="102"/>
                  <a:pt x="97" y="102"/>
                </a:cubicBezTo>
                <a:lnTo>
                  <a:pt x="97" y="98"/>
                </a:lnTo>
                <a:close/>
                <a:moveTo>
                  <a:pt x="96" y="90"/>
                </a:moveTo>
                <a:cubicBezTo>
                  <a:pt x="112" y="90"/>
                  <a:pt x="112" y="90"/>
                  <a:pt x="112" y="90"/>
                </a:cubicBezTo>
                <a:cubicBezTo>
                  <a:pt x="113" y="94"/>
                  <a:pt x="113" y="94"/>
                  <a:pt x="113" y="94"/>
                </a:cubicBezTo>
                <a:cubicBezTo>
                  <a:pt x="96" y="94"/>
                  <a:pt x="96" y="94"/>
                  <a:pt x="96" y="94"/>
                </a:cubicBezTo>
                <a:lnTo>
                  <a:pt x="96" y="90"/>
                </a:lnTo>
                <a:close/>
                <a:moveTo>
                  <a:pt x="96" y="82"/>
                </a:moveTo>
                <a:cubicBezTo>
                  <a:pt x="112" y="82"/>
                  <a:pt x="112" y="82"/>
                  <a:pt x="112" y="82"/>
                </a:cubicBezTo>
                <a:cubicBezTo>
                  <a:pt x="112" y="86"/>
                  <a:pt x="112" y="86"/>
                  <a:pt x="112" y="86"/>
                </a:cubicBezTo>
                <a:cubicBezTo>
                  <a:pt x="96" y="86"/>
                  <a:pt x="96" y="86"/>
                  <a:pt x="96" y="86"/>
                </a:cubicBezTo>
                <a:lnTo>
                  <a:pt x="96" y="82"/>
                </a:lnTo>
                <a:close/>
                <a:moveTo>
                  <a:pt x="95" y="73"/>
                </a:moveTo>
                <a:cubicBezTo>
                  <a:pt x="112" y="73"/>
                  <a:pt x="112" y="73"/>
                  <a:pt x="112" y="73"/>
                </a:cubicBezTo>
                <a:cubicBezTo>
                  <a:pt x="112" y="78"/>
                  <a:pt x="112" y="78"/>
                  <a:pt x="112" y="78"/>
                </a:cubicBezTo>
                <a:cubicBezTo>
                  <a:pt x="96" y="78"/>
                  <a:pt x="96" y="78"/>
                  <a:pt x="96" y="78"/>
                </a:cubicBezTo>
                <a:lnTo>
                  <a:pt x="95" y="73"/>
                </a:lnTo>
                <a:close/>
                <a:moveTo>
                  <a:pt x="81" y="106"/>
                </a:moveTo>
                <a:cubicBezTo>
                  <a:pt x="93" y="106"/>
                  <a:pt x="93" y="106"/>
                  <a:pt x="93" y="106"/>
                </a:cubicBezTo>
                <a:cubicBezTo>
                  <a:pt x="93" y="113"/>
                  <a:pt x="93" y="113"/>
                  <a:pt x="93" y="113"/>
                </a:cubicBezTo>
                <a:cubicBezTo>
                  <a:pt x="82" y="114"/>
                  <a:pt x="82" y="114"/>
                  <a:pt x="82" y="114"/>
                </a:cubicBezTo>
                <a:lnTo>
                  <a:pt x="81" y="106"/>
                </a:lnTo>
                <a:close/>
                <a:moveTo>
                  <a:pt x="80" y="98"/>
                </a:moveTo>
                <a:cubicBezTo>
                  <a:pt x="93" y="98"/>
                  <a:pt x="93" y="98"/>
                  <a:pt x="93" y="98"/>
                </a:cubicBezTo>
                <a:cubicBezTo>
                  <a:pt x="93" y="102"/>
                  <a:pt x="93" y="102"/>
                  <a:pt x="93" y="102"/>
                </a:cubicBezTo>
                <a:cubicBezTo>
                  <a:pt x="81" y="102"/>
                  <a:pt x="81" y="102"/>
                  <a:pt x="81" y="102"/>
                </a:cubicBezTo>
                <a:lnTo>
                  <a:pt x="80" y="98"/>
                </a:lnTo>
                <a:close/>
                <a:moveTo>
                  <a:pt x="79" y="90"/>
                </a:moveTo>
                <a:cubicBezTo>
                  <a:pt x="92" y="90"/>
                  <a:pt x="92" y="90"/>
                  <a:pt x="92" y="90"/>
                </a:cubicBezTo>
                <a:cubicBezTo>
                  <a:pt x="92" y="94"/>
                  <a:pt x="92" y="94"/>
                  <a:pt x="92" y="94"/>
                </a:cubicBezTo>
                <a:cubicBezTo>
                  <a:pt x="79" y="94"/>
                  <a:pt x="79" y="94"/>
                  <a:pt x="79" y="94"/>
                </a:cubicBezTo>
                <a:lnTo>
                  <a:pt x="79" y="90"/>
                </a:lnTo>
                <a:close/>
                <a:moveTo>
                  <a:pt x="77" y="82"/>
                </a:moveTo>
                <a:cubicBezTo>
                  <a:pt x="92" y="82"/>
                  <a:pt x="92" y="82"/>
                  <a:pt x="92" y="82"/>
                </a:cubicBezTo>
                <a:cubicBezTo>
                  <a:pt x="92" y="86"/>
                  <a:pt x="92" y="86"/>
                  <a:pt x="92" y="86"/>
                </a:cubicBezTo>
                <a:cubicBezTo>
                  <a:pt x="78" y="86"/>
                  <a:pt x="78" y="86"/>
                  <a:pt x="78" y="86"/>
                </a:cubicBezTo>
                <a:lnTo>
                  <a:pt x="77" y="82"/>
                </a:lnTo>
                <a:close/>
                <a:moveTo>
                  <a:pt x="75" y="72"/>
                </a:moveTo>
                <a:cubicBezTo>
                  <a:pt x="91" y="73"/>
                  <a:pt x="91" y="73"/>
                  <a:pt x="91" y="73"/>
                </a:cubicBezTo>
                <a:cubicBezTo>
                  <a:pt x="92" y="78"/>
                  <a:pt x="92" y="78"/>
                  <a:pt x="92" y="78"/>
                </a:cubicBezTo>
                <a:cubicBezTo>
                  <a:pt x="77" y="78"/>
                  <a:pt x="77" y="78"/>
                  <a:pt x="77" y="78"/>
                </a:cubicBezTo>
                <a:lnTo>
                  <a:pt x="75" y="72"/>
                </a:lnTo>
                <a:close/>
                <a:moveTo>
                  <a:pt x="63" y="90"/>
                </a:moveTo>
                <a:cubicBezTo>
                  <a:pt x="75" y="90"/>
                  <a:pt x="75" y="90"/>
                  <a:pt x="75" y="90"/>
                </a:cubicBezTo>
                <a:cubicBezTo>
                  <a:pt x="75" y="94"/>
                  <a:pt x="75" y="94"/>
                  <a:pt x="75" y="94"/>
                </a:cubicBezTo>
                <a:cubicBezTo>
                  <a:pt x="64" y="94"/>
                  <a:pt x="64" y="94"/>
                  <a:pt x="64" y="94"/>
                </a:cubicBezTo>
                <a:lnTo>
                  <a:pt x="63" y="90"/>
                </a:lnTo>
                <a:close/>
                <a:moveTo>
                  <a:pt x="60" y="82"/>
                </a:moveTo>
                <a:cubicBezTo>
                  <a:pt x="73" y="82"/>
                  <a:pt x="73" y="82"/>
                  <a:pt x="73" y="82"/>
                </a:cubicBezTo>
                <a:cubicBezTo>
                  <a:pt x="74" y="86"/>
                  <a:pt x="74" y="86"/>
                  <a:pt x="74" y="86"/>
                </a:cubicBezTo>
                <a:cubicBezTo>
                  <a:pt x="62" y="86"/>
                  <a:pt x="62" y="86"/>
                  <a:pt x="62" y="86"/>
                </a:cubicBezTo>
                <a:lnTo>
                  <a:pt x="60" y="82"/>
                </a:lnTo>
                <a:close/>
                <a:moveTo>
                  <a:pt x="57" y="71"/>
                </a:moveTo>
                <a:cubicBezTo>
                  <a:pt x="72" y="72"/>
                  <a:pt x="72" y="72"/>
                  <a:pt x="72" y="72"/>
                </a:cubicBezTo>
                <a:cubicBezTo>
                  <a:pt x="73" y="78"/>
                  <a:pt x="73" y="78"/>
                  <a:pt x="73" y="78"/>
                </a:cubicBezTo>
                <a:cubicBezTo>
                  <a:pt x="59" y="78"/>
                  <a:pt x="59" y="78"/>
                  <a:pt x="59" y="78"/>
                </a:cubicBezTo>
                <a:lnTo>
                  <a:pt x="57" y="71"/>
                </a:lnTo>
                <a:close/>
                <a:moveTo>
                  <a:pt x="77" y="102"/>
                </a:moveTo>
                <a:cubicBezTo>
                  <a:pt x="67" y="102"/>
                  <a:pt x="67" y="102"/>
                  <a:pt x="67" y="102"/>
                </a:cubicBezTo>
                <a:cubicBezTo>
                  <a:pt x="65" y="98"/>
                  <a:pt x="65" y="98"/>
                  <a:pt x="65" y="98"/>
                </a:cubicBezTo>
                <a:cubicBezTo>
                  <a:pt x="76" y="98"/>
                  <a:pt x="76" y="98"/>
                  <a:pt x="76" y="98"/>
                </a:cubicBezTo>
                <a:lnTo>
                  <a:pt x="77" y="102"/>
                </a:lnTo>
                <a:close/>
                <a:moveTo>
                  <a:pt x="79" y="114"/>
                </a:moveTo>
                <a:cubicBezTo>
                  <a:pt x="70" y="114"/>
                  <a:pt x="70" y="114"/>
                  <a:pt x="70" y="114"/>
                </a:cubicBezTo>
                <a:cubicBezTo>
                  <a:pt x="67" y="106"/>
                  <a:pt x="67" y="106"/>
                  <a:pt x="67" y="106"/>
                </a:cubicBezTo>
                <a:cubicBezTo>
                  <a:pt x="77" y="106"/>
                  <a:pt x="77" y="106"/>
                  <a:pt x="77" y="106"/>
                </a:cubicBezTo>
                <a:lnTo>
                  <a:pt x="79" y="114"/>
                </a:lnTo>
                <a:close/>
                <a:moveTo>
                  <a:pt x="151" y="77"/>
                </a:moveTo>
                <a:cubicBezTo>
                  <a:pt x="151" y="77"/>
                  <a:pt x="151" y="77"/>
                  <a:pt x="151" y="77"/>
                </a:cubicBezTo>
                <a:cubicBezTo>
                  <a:pt x="156" y="77"/>
                  <a:pt x="156" y="77"/>
                  <a:pt x="156" y="77"/>
                </a:cubicBezTo>
                <a:cubicBezTo>
                  <a:pt x="156" y="77"/>
                  <a:pt x="156" y="77"/>
                  <a:pt x="156" y="77"/>
                </a:cubicBezTo>
                <a:cubicBezTo>
                  <a:pt x="156" y="77"/>
                  <a:pt x="151" y="77"/>
                  <a:pt x="151" y="77"/>
                </a:cubicBezTo>
                <a:close/>
                <a:moveTo>
                  <a:pt x="137" y="78"/>
                </a:moveTo>
                <a:cubicBezTo>
                  <a:pt x="137" y="74"/>
                  <a:pt x="137" y="74"/>
                  <a:pt x="137" y="74"/>
                </a:cubicBezTo>
                <a:cubicBezTo>
                  <a:pt x="151" y="75"/>
                  <a:pt x="151" y="75"/>
                  <a:pt x="151" y="75"/>
                </a:cubicBezTo>
                <a:cubicBezTo>
                  <a:pt x="151" y="75"/>
                  <a:pt x="151" y="75"/>
                  <a:pt x="151" y="75"/>
                </a:cubicBezTo>
                <a:cubicBezTo>
                  <a:pt x="151" y="77"/>
                  <a:pt x="151" y="77"/>
                  <a:pt x="151" y="77"/>
                </a:cubicBezTo>
                <a:cubicBezTo>
                  <a:pt x="151" y="78"/>
                  <a:pt x="151" y="78"/>
                  <a:pt x="151" y="78"/>
                </a:cubicBezTo>
                <a:lnTo>
                  <a:pt x="137" y="78"/>
                </a:lnTo>
                <a:close/>
                <a:moveTo>
                  <a:pt x="85" y="143"/>
                </a:moveTo>
                <a:cubicBezTo>
                  <a:pt x="88" y="143"/>
                  <a:pt x="90" y="145"/>
                  <a:pt x="90" y="149"/>
                </a:cubicBezTo>
                <a:cubicBezTo>
                  <a:pt x="90" y="152"/>
                  <a:pt x="88" y="155"/>
                  <a:pt x="85" y="155"/>
                </a:cubicBezTo>
                <a:cubicBezTo>
                  <a:pt x="81" y="155"/>
                  <a:pt x="79" y="152"/>
                  <a:pt x="79" y="149"/>
                </a:cubicBezTo>
                <a:cubicBezTo>
                  <a:pt x="79" y="145"/>
                  <a:pt x="81" y="143"/>
                  <a:pt x="85" y="143"/>
                </a:cubicBezTo>
                <a:close/>
                <a:moveTo>
                  <a:pt x="138" y="143"/>
                </a:moveTo>
                <a:cubicBezTo>
                  <a:pt x="142" y="143"/>
                  <a:pt x="144" y="145"/>
                  <a:pt x="144" y="149"/>
                </a:cubicBezTo>
                <a:cubicBezTo>
                  <a:pt x="144" y="152"/>
                  <a:pt x="142" y="155"/>
                  <a:pt x="138" y="155"/>
                </a:cubicBezTo>
                <a:cubicBezTo>
                  <a:pt x="135" y="155"/>
                  <a:pt x="132" y="152"/>
                  <a:pt x="132" y="149"/>
                </a:cubicBezTo>
                <a:cubicBezTo>
                  <a:pt x="132" y="145"/>
                  <a:pt x="135" y="143"/>
                  <a:pt x="138" y="143"/>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78"/>
          <p:cNvSpPr>
            <a:spLocks noEditPoints="1"/>
          </p:cNvSpPr>
          <p:nvPr/>
        </p:nvSpPr>
        <p:spPr bwMode="auto">
          <a:xfrm>
            <a:off x="10143062" y="5800813"/>
            <a:ext cx="395288" cy="396875"/>
          </a:xfrm>
          <a:custGeom>
            <a:avLst/>
            <a:gdLst>
              <a:gd name="T0" fmla="*/ 0 w 200"/>
              <a:gd name="T1" fmla="*/ 100 h 200"/>
              <a:gd name="T2" fmla="*/ 200 w 200"/>
              <a:gd name="T3" fmla="*/ 100 h 200"/>
              <a:gd name="T4" fmla="*/ 159 w 200"/>
              <a:gd name="T5" fmla="*/ 82 h 200"/>
              <a:gd name="T6" fmla="*/ 132 w 200"/>
              <a:gd name="T7" fmla="*/ 76 h 200"/>
              <a:gd name="T8" fmla="*/ 132 w 200"/>
              <a:gd name="T9" fmla="*/ 88 h 200"/>
              <a:gd name="T10" fmla="*/ 136 w 200"/>
              <a:gd name="T11" fmla="*/ 141 h 200"/>
              <a:gd name="T12" fmla="*/ 146 w 200"/>
              <a:gd name="T13" fmla="*/ 144 h 200"/>
              <a:gd name="T14" fmla="*/ 148 w 200"/>
              <a:gd name="T15" fmla="*/ 86 h 200"/>
              <a:gd name="T16" fmla="*/ 159 w 200"/>
              <a:gd name="T17" fmla="*/ 82 h 200"/>
              <a:gd name="T18" fmla="*/ 149 w 200"/>
              <a:gd name="T19" fmla="*/ 168 h 200"/>
              <a:gd name="T20" fmla="*/ 149 w 200"/>
              <a:gd name="T21" fmla="*/ 164 h 200"/>
              <a:gd name="T22" fmla="*/ 48 w 200"/>
              <a:gd name="T23" fmla="*/ 166 h 200"/>
              <a:gd name="T24" fmla="*/ 51 w 200"/>
              <a:gd name="T25" fmla="*/ 160 h 200"/>
              <a:gd name="T26" fmla="*/ 152 w 200"/>
              <a:gd name="T27" fmla="*/ 158 h 200"/>
              <a:gd name="T28" fmla="*/ 51 w 200"/>
              <a:gd name="T29" fmla="*/ 156 h 200"/>
              <a:gd name="T30" fmla="*/ 51 w 200"/>
              <a:gd name="T31" fmla="*/ 160 h 200"/>
              <a:gd name="T32" fmla="*/ 149 w 200"/>
              <a:gd name="T33" fmla="*/ 152 h 200"/>
              <a:gd name="T34" fmla="*/ 149 w 200"/>
              <a:gd name="T35" fmla="*/ 148 h 200"/>
              <a:gd name="T36" fmla="*/ 48 w 200"/>
              <a:gd name="T37" fmla="*/ 150 h 200"/>
              <a:gd name="T38" fmla="*/ 111 w 200"/>
              <a:gd name="T39" fmla="*/ 88 h 200"/>
              <a:gd name="T40" fmla="*/ 111 w 200"/>
              <a:gd name="T41" fmla="*/ 76 h 200"/>
              <a:gd name="T42" fmla="*/ 84 w 200"/>
              <a:gd name="T43" fmla="*/ 82 h 200"/>
              <a:gd name="T44" fmla="*/ 94 w 200"/>
              <a:gd name="T45" fmla="*/ 86 h 200"/>
              <a:gd name="T46" fmla="*/ 97 w 200"/>
              <a:gd name="T47" fmla="*/ 144 h 200"/>
              <a:gd name="T48" fmla="*/ 107 w 200"/>
              <a:gd name="T49" fmla="*/ 141 h 200"/>
              <a:gd name="T50" fmla="*/ 111 w 200"/>
              <a:gd name="T51" fmla="*/ 88 h 200"/>
              <a:gd name="T52" fmla="*/ 52 w 200"/>
              <a:gd name="T53" fmla="*/ 86 h 200"/>
              <a:gd name="T54" fmla="*/ 54 w 200"/>
              <a:gd name="T55" fmla="*/ 144 h 200"/>
              <a:gd name="T56" fmla="*/ 65 w 200"/>
              <a:gd name="T57" fmla="*/ 141 h 200"/>
              <a:gd name="T58" fmla="*/ 69 w 200"/>
              <a:gd name="T59" fmla="*/ 88 h 200"/>
              <a:gd name="T60" fmla="*/ 69 w 200"/>
              <a:gd name="T61" fmla="*/ 76 h 200"/>
              <a:gd name="T62" fmla="*/ 42 w 200"/>
              <a:gd name="T63" fmla="*/ 82 h 200"/>
              <a:gd name="T64" fmla="*/ 133 w 200"/>
              <a:gd name="T65" fmla="*/ 51 h 200"/>
              <a:gd name="T66" fmla="*/ 68 w 200"/>
              <a:gd name="T67" fmla="*/ 51 h 200"/>
              <a:gd name="T68" fmla="*/ 100 w 200"/>
              <a:gd name="T69" fmla="*/ 68 h 200"/>
              <a:gd name="T70" fmla="*/ 133 w 200"/>
              <a:gd name="T71" fmla="*/ 51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0" h="200">
                <a:moveTo>
                  <a:pt x="100" y="200"/>
                </a:moveTo>
                <a:cubicBezTo>
                  <a:pt x="45" y="200"/>
                  <a:pt x="0" y="155"/>
                  <a:pt x="0" y="100"/>
                </a:cubicBezTo>
                <a:cubicBezTo>
                  <a:pt x="0" y="45"/>
                  <a:pt x="45" y="0"/>
                  <a:pt x="100" y="0"/>
                </a:cubicBezTo>
                <a:cubicBezTo>
                  <a:pt x="156" y="0"/>
                  <a:pt x="200" y="45"/>
                  <a:pt x="200" y="100"/>
                </a:cubicBezTo>
                <a:cubicBezTo>
                  <a:pt x="200" y="155"/>
                  <a:pt x="156" y="200"/>
                  <a:pt x="100" y="200"/>
                </a:cubicBezTo>
                <a:close/>
                <a:moveTo>
                  <a:pt x="159" y="82"/>
                </a:moveTo>
                <a:cubicBezTo>
                  <a:pt x="159" y="79"/>
                  <a:pt x="156" y="76"/>
                  <a:pt x="153" y="76"/>
                </a:cubicBezTo>
                <a:cubicBezTo>
                  <a:pt x="132" y="76"/>
                  <a:pt x="132" y="76"/>
                  <a:pt x="132" y="76"/>
                </a:cubicBezTo>
                <a:cubicBezTo>
                  <a:pt x="129" y="76"/>
                  <a:pt x="127" y="79"/>
                  <a:pt x="127" y="82"/>
                </a:cubicBezTo>
                <a:cubicBezTo>
                  <a:pt x="127" y="86"/>
                  <a:pt x="129" y="88"/>
                  <a:pt x="132" y="88"/>
                </a:cubicBezTo>
                <a:cubicBezTo>
                  <a:pt x="134" y="88"/>
                  <a:pt x="135" y="88"/>
                  <a:pt x="136" y="86"/>
                </a:cubicBezTo>
                <a:cubicBezTo>
                  <a:pt x="136" y="141"/>
                  <a:pt x="136" y="141"/>
                  <a:pt x="136" y="141"/>
                </a:cubicBezTo>
                <a:cubicBezTo>
                  <a:pt x="136" y="143"/>
                  <a:pt x="137" y="144"/>
                  <a:pt x="139" y="144"/>
                </a:cubicBezTo>
                <a:cubicBezTo>
                  <a:pt x="146" y="144"/>
                  <a:pt x="146" y="144"/>
                  <a:pt x="146" y="144"/>
                </a:cubicBezTo>
                <a:cubicBezTo>
                  <a:pt x="147" y="144"/>
                  <a:pt x="148" y="143"/>
                  <a:pt x="148" y="141"/>
                </a:cubicBezTo>
                <a:cubicBezTo>
                  <a:pt x="148" y="86"/>
                  <a:pt x="148" y="86"/>
                  <a:pt x="148" y="86"/>
                </a:cubicBezTo>
                <a:cubicBezTo>
                  <a:pt x="149" y="88"/>
                  <a:pt x="151" y="88"/>
                  <a:pt x="153" y="88"/>
                </a:cubicBezTo>
                <a:cubicBezTo>
                  <a:pt x="156" y="88"/>
                  <a:pt x="159" y="86"/>
                  <a:pt x="159" y="82"/>
                </a:cubicBezTo>
                <a:close/>
                <a:moveTo>
                  <a:pt x="51" y="168"/>
                </a:moveTo>
                <a:cubicBezTo>
                  <a:pt x="149" y="168"/>
                  <a:pt x="149" y="168"/>
                  <a:pt x="149" y="168"/>
                </a:cubicBezTo>
                <a:cubicBezTo>
                  <a:pt x="151" y="168"/>
                  <a:pt x="152" y="168"/>
                  <a:pt x="152" y="166"/>
                </a:cubicBezTo>
                <a:cubicBezTo>
                  <a:pt x="152" y="165"/>
                  <a:pt x="151" y="164"/>
                  <a:pt x="149" y="164"/>
                </a:cubicBezTo>
                <a:cubicBezTo>
                  <a:pt x="51" y="164"/>
                  <a:pt x="51" y="164"/>
                  <a:pt x="51" y="164"/>
                </a:cubicBezTo>
                <a:cubicBezTo>
                  <a:pt x="50" y="164"/>
                  <a:pt x="48" y="165"/>
                  <a:pt x="48" y="166"/>
                </a:cubicBezTo>
                <a:cubicBezTo>
                  <a:pt x="48" y="168"/>
                  <a:pt x="50" y="168"/>
                  <a:pt x="51" y="168"/>
                </a:cubicBezTo>
                <a:close/>
                <a:moveTo>
                  <a:pt x="51" y="160"/>
                </a:moveTo>
                <a:cubicBezTo>
                  <a:pt x="149" y="160"/>
                  <a:pt x="149" y="160"/>
                  <a:pt x="149" y="160"/>
                </a:cubicBezTo>
                <a:cubicBezTo>
                  <a:pt x="151" y="160"/>
                  <a:pt x="152" y="160"/>
                  <a:pt x="152" y="158"/>
                </a:cubicBezTo>
                <a:cubicBezTo>
                  <a:pt x="152" y="157"/>
                  <a:pt x="151" y="156"/>
                  <a:pt x="149" y="156"/>
                </a:cubicBezTo>
                <a:cubicBezTo>
                  <a:pt x="51" y="156"/>
                  <a:pt x="51" y="156"/>
                  <a:pt x="51" y="156"/>
                </a:cubicBezTo>
                <a:cubicBezTo>
                  <a:pt x="50" y="156"/>
                  <a:pt x="48" y="157"/>
                  <a:pt x="48" y="158"/>
                </a:cubicBezTo>
                <a:cubicBezTo>
                  <a:pt x="48" y="160"/>
                  <a:pt x="50" y="160"/>
                  <a:pt x="51" y="160"/>
                </a:cubicBezTo>
                <a:close/>
                <a:moveTo>
                  <a:pt x="51" y="152"/>
                </a:moveTo>
                <a:cubicBezTo>
                  <a:pt x="149" y="152"/>
                  <a:pt x="149" y="152"/>
                  <a:pt x="149" y="152"/>
                </a:cubicBezTo>
                <a:cubicBezTo>
                  <a:pt x="151" y="152"/>
                  <a:pt x="152" y="152"/>
                  <a:pt x="152" y="150"/>
                </a:cubicBezTo>
                <a:cubicBezTo>
                  <a:pt x="152" y="149"/>
                  <a:pt x="151" y="148"/>
                  <a:pt x="149" y="148"/>
                </a:cubicBezTo>
                <a:cubicBezTo>
                  <a:pt x="51" y="148"/>
                  <a:pt x="51" y="148"/>
                  <a:pt x="51" y="148"/>
                </a:cubicBezTo>
                <a:cubicBezTo>
                  <a:pt x="50" y="148"/>
                  <a:pt x="48" y="149"/>
                  <a:pt x="48" y="150"/>
                </a:cubicBezTo>
                <a:cubicBezTo>
                  <a:pt x="48" y="152"/>
                  <a:pt x="50" y="152"/>
                  <a:pt x="51" y="152"/>
                </a:cubicBezTo>
                <a:close/>
                <a:moveTo>
                  <a:pt x="111" y="88"/>
                </a:moveTo>
                <a:cubicBezTo>
                  <a:pt x="114" y="88"/>
                  <a:pt x="116" y="86"/>
                  <a:pt x="116" y="82"/>
                </a:cubicBezTo>
                <a:cubicBezTo>
                  <a:pt x="116" y="79"/>
                  <a:pt x="114" y="76"/>
                  <a:pt x="111" y="76"/>
                </a:cubicBezTo>
                <a:cubicBezTo>
                  <a:pt x="90" y="76"/>
                  <a:pt x="90" y="76"/>
                  <a:pt x="90" y="76"/>
                </a:cubicBezTo>
                <a:cubicBezTo>
                  <a:pt x="87" y="76"/>
                  <a:pt x="84" y="79"/>
                  <a:pt x="84" y="82"/>
                </a:cubicBezTo>
                <a:cubicBezTo>
                  <a:pt x="84" y="86"/>
                  <a:pt x="87" y="88"/>
                  <a:pt x="90" y="88"/>
                </a:cubicBezTo>
                <a:cubicBezTo>
                  <a:pt x="91" y="88"/>
                  <a:pt x="93" y="88"/>
                  <a:pt x="94" y="86"/>
                </a:cubicBezTo>
                <a:cubicBezTo>
                  <a:pt x="94" y="141"/>
                  <a:pt x="94" y="141"/>
                  <a:pt x="94" y="141"/>
                </a:cubicBezTo>
                <a:cubicBezTo>
                  <a:pt x="94" y="143"/>
                  <a:pt x="95" y="144"/>
                  <a:pt x="97" y="144"/>
                </a:cubicBezTo>
                <a:cubicBezTo>
                  <a:pt x="104" y="144"/>
                  <a:pt x="104" y="144"/>
                  <a:pt x="104" y="144"/>
                </a:cubicBezTo>
                <a:cubicBezTo>
                  <a:pt x="106" y="144"/>
                  <a:pt x="107" y="143"/>
                  <a:pt x="107" y="141"/>
                </a:cubicBezTo>
                <a:cubicBezTo>
                  <a:pt x="107" y="86"/>
                  <a:pt x="107" y="86"/>
                  <a:pt x="107" y="86"/>
                </a:cubicBezTo>
                <a:cubicBezTo>
                  <a:pt x="108" y="88"/>
                  <a:pt x="109" y="88"/>
                  <a:pt x="111" y="88"/>
                </a:cubicBezTo>
                <a:close/>
                <a:moveTo>
                  <a:pt x="48" y="88"/>
                </a:moveTo>
                <a:cubicBezTo>
                  <a:pt x="49" y="88"/>
                  <a:pt x="51" y="88"/>
                  <a:pt x="52" y="86"/>
                </a:cubicBezTo>
                <a:cubicBezTo>
                  <a:pt x="52" y="141"/>
                  <a:pt x="52" y="141"/>
                  <a:pt x="52" y="141"/>
                </a:cubicBezTo>
                <a:cubicBezTo>
                  <a:pt x="52" y="143"/>
                  <a:pt x="53" y="144"/>
                  <a:pt x="54" y="144"/>
                </a:cubicBezTo>
                <a:cubicBezTo>
                  <a:pt x="62" y="144"/>
                  <a:pt x="62" y="144"/>
                  <a:pt x="62" y="144"/>
                </a:cubicBezTo>
                <a:cubicBezTo>
                  <a:pt x="63" y="144"/>
                  <a:pt x="65" y="143"/>
                  <a:pt x="65" y="141"/>
                </a:cubicBezTo>
                <a:cubicBezTo>
                  <a:pt x="65" y="86"/>
                  <a:pt x="65" y="86"/>
                  <a:pt x="65" y="86"/>
                </a:cubicBezTo>
                <a:cubicBezTo>
                  <a:pt x="66" y="88"/>
                  <a:pt x="67" y="88"/>
                  <a:pt x="69" y="88"/>
                </a:cubicBezTo>
                <a:cubicBezTo>
                  <a:pt x="72" y="88"/>
                  <a:pt x="74" y="86"/>
                  <a:pt x="74" y="82"/>
                </a:cubicBezTo>
                <a:cubicBezTo>
                  <a:pt x="74" y="79"/>
                  <a:pt x="72" y="76"/>
                  <a:pt x="69" y="76"/>
                </a:cubicBezTo>
                <a:cubicBezTo>
                  <a:pt x="48" y="76"/>
                  <a:pt x="48" y="76"/>
                  <a:pt x="48" y="76"/>
                </a:cubicBezTo>
                <a:cubicBezTo>
                  <a:pt x="45" y="76"/>
                  <a:pt x="42" y="79"/>
                  <a:pt x="42" y="82"/>
                </a:cubicBezTo>
                <a:cubicBezTo>
                  <a:pt x="42" y="86"/>
                  <a:pt x="45" y="88"/>
                  <a:pt x="48" y="88"/>
                </a:cubicBezTo>
                <a:close/>
                <a:moveTo>
                  <a:pt x="133" y="51"/>
                </a:moveTo>
                <a:cubicBezTo>
                  <a:pt x="100" y="34"/>
                  <a:pt x="100" y="34"/>
                  <a:pt x="100" y="34"/>
                </a:cubicBezTo>
                <a:cubicBezTo>
                  <a:pt x="68" y="51"/>
                  <a:pt x="68" y="51"/>
                  <a:pt x="68" y="51"/>
                </a:cubicBezTo>
                <a:cubicBezTo>
                  <a:pt x="36" y="68"/>
                  <a:pt x="36" y="68"/>
                  <a:pt x="36" y="68"/>
                </a:cubicBezTo>
                <a:cubicBezTo>
                  <a:pt x="100" y="68"/>
                  <a:pt x="100" y="68"/>
                  <a:pt x="100" y="68"/>
                </a:cubicBezTo>
                <a:cubicBezTo>
                  <a:pt x="165" y="68"/>
                  <a:pt x="165" y="68"/>
                  <a:pt x="165" y="68"/>
                </a:cubicBezTo>
                <a:lnTo>
                  <a:pt x="133" y="51"/>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79"/>
          <p:cNvSpPr>
            <a:spLocks noEditPoints="1"/>
          </p:cNvSpPr>
          <p:nvPr/>
        </p:nvSpPr>
        <p:spPr bwMode="auto">
          <a:xfrm>
            <a:off x="10614549" y="5803988"/>
            <a:ext cx="395288" cy="395288"/>
          </a:xfrm>
          <a:custGeom>
            <a:avLst/>
            <a:gdLst>
              <a:gd name="T0" fmla="*/ 100 w 200"/>
              <a:gd name="T1" fmla="*/ 200 h 200"/>
              <a:gd name="T2" fmla="*/ 0 w 200"/>
              <a:gd name="T3" fmla="*/ 100 h 200"/>
              <a:gd name="T4" fmla="*/ 100 w 200"/>
              <a:gd name="T5" fmla="*/ 0 h 200"/>
              <a:gd name="T6" fmla="*/ 200 w 200"/>
              <a:gd name="T7" fmla="*/ 100 h 200"/>
              <a:gd name="T8" fmla="*/ 100 w 200"/>
              <a:gd name="T9" fmla="*/ 200 h 200"/>
              <a:gd name="T10" fmla="*/ 156 w 200"/>
              <a:gd name="T11" fmla="*/ 80 h 200"/>
              <a:gd name="T12" fmla="*/ 142 w 200"/>
              <a:gd name="T13" fmla="*/ 80 h 200"/>
              <a:gd name="T14" fmla="*/ 142 w 200"/>
              <a:gd name="T15" fmla="*/ 62 h 200"/>
              <a:gd name="T16" fmla="*/ 100 w 200"/>
              <a:gd name="T17" fmla="*/ 20 h 200"/>
              <a:gd name="T18" fmla="*/ 58 w 200"/>
              <a:gd name="T19" fmla="*/ 62 h 200"/>
              <a:gd name="T20" fmla="*/ 58 w 200"/>
              <a:gd name="T21" fmla="*/ 80 h 200"/>
              <a:gd name="T22" fmla="*/ 44 w 200"/>
              <a:gd name="T23" fmla="*/ 80 h 200"/>
              <a:gd name="T24" fmla="*/ 44 w 200"/>
              <a:gd name="T25" fmla="*/ 160 h 200"/>
              <a:gd name="T26" fmla="*/ 156 w 200"/>
              <a:gd name="T27" fmla="*/ 160 h 200"/>
              <a:gd name="T28" fmla="*/ 156 w 200"/>
              <a:gd name="T29" fmla="*/ 80 h 200"/>
              <a:gd name="T30" fmla="*/ 100 w 200"/>
              <a:gd name="T31" fmla="*/ 32 h 200"/>
              <a:gd name="T32" fmla="*/ 130 w 200"/>
              <a:gd name="T33" fmla="*/ 62 h 200"/>
              <a:gd name="T34" fmla="*/ 130 w 200"/>
              <a:gd name="T35" fmla="*/ 80 h 200"/>
              <a:gd name="T36" fmla="*/ 70 w 200"/>
              <a:gd name="T37" fmla="*/ 80 h 200"/>
              <a:gd name="T38" fmla="*/ 70 w 200"/>
              <a:gd name="T39" fmla="*/ 63 h 200"/>
              <a:gd name="T40" fmla="*/ 100 w 200"/>
              <a:gd name="T41" fmla="*/ 32 h 200"/>
              <a:gd name="T42" fmla="*/ 100 w 200"/>
              <a:gd name="T43" fmla="*/ 104 h 200"/>
              <a:gd name="T44" fmla="*/ 112 w 200"/>
              <a:gd name="T45" fmla="*/ 116 h 200"/>
              <a:gd name="T46" fmla="*/ 106 w 200"/>
              <a:gd name="T47" fmla="*/ 127 h 200"/>
              <a:gd name="T48" fmla="*/ 106 w 200"/>
              <a:gd name="T49" fmla="*/ 148 h 200"/>
              <a:gd name="T50" fmla="*/ 94 w 200"/>
              <a:gd name="T51" fmla="*/ 148 h 200"/>
              <a:gd name="T52" fmla="*/ 94 w 200"/>
              <a:gd name="T53" fmla="*/ 127 h 200"/>
              <a:gd name="T54" fmla="*/ 88 w 200"/>
              <a:gd name="T55" fmla="*/ 116 h 200"/>
              <a:gd name="T56" fmla="*/ 100 w 200"/>
              <a:gd name="T57" fmla="*/ 104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0" h="200">
                <a:moveTo>
                  <a:pt x="100" y="200"/>
                </a:moveTo>
                <a:cubicBezTo>
                  <a:pt x="44" y="200"/>
                  <a:pt x="0" y="156"/>
                  <a:pt x="0" y="100"/>
                </a:cubicBezTo>
                <a:cubicBezTo>
                  <a:pt x="0" y="45"/>
                  <a:pt x="44" y="0"/>
                  <a:pt x="100" y="0"/>
                </a:cubicBezTo>
                <a:cubicBezTo>
                  <a:pt x="155" y="0"/>
                  <a:pt x="200" y="45"/>
                  <a:pt x="200" y="100"/>
                </a:cubicBezTo>
                <a:cubicBezTo>
                  <a:pt x="200" y="156"/>
                  <a:pt x="155" y="200"/>
                  <a:pt x="100" y="200"/>
                </a:cubicBezTo>
                <a:close/>
                <a:moveTo>
                  <a:pt x="156" y="80"/>
                </a:moveTo>
                <a:cubicBezTo>
                  <a:pt x="142" y="80"/>
                  <a:pt x="142" y="80"/>
                  <a:pt x="142" y="80"/>
                </a:cubicBezTo>
                <a:cubicBezTo>
                  <a:pt x="142" y="62"/>
                  <a:pt x="142" y="62"/>
                  <a:pt x="142" y="62"/>
                </a:cubicBezTo>
                <a:cubicBezTo>
                  <a:pt x="142" y="62"/>
                  <a:pt x="141" y="20"/>
                  <a:pt x="100" y="20"/>
                </a:cubicBezTo>
                <a:cubicBezTo>
                  <a:pt x="58" y="20"/>
                  <a:pt x="58" y="62"/>
                  <a:pt x="58" y="62"/>
                </a:cubicBezTo>
                <a:cubicBezTo>
                  <a:pt x="58" y="80"/>
                  <a:pt x="58" y="80"/>
                  <a:pt x="58" y="80"/>
                </a:cubicBezTo>
                <a:cubicBezTo>
                  <a:pt x="44" y="80"/>
                  <a:pt x="44" y="80"/>
                  <a:pt x="44" y="80"/>
                </a:cubicBezTo>
                <a:cubicBezTo>
                  <a:pt x="44" y="160"/>
                  <a:pt x="44" y="160"/>
                  <a:pt x="44" y="160"/>
                </a:cubicBezTo>
                <a:cubicBezTo>
                  <a:pt x="156" y="160"/>
                  <a:pt x="156" y="160"/>
                  <a:pt x="156" y="160"/>
                </a:cubicBezTo>
                <a:lnTo>
                  <a:pt x="156" y="80"/>
                </a:lnTo>
                <a:close/>
                <a:moveTo>
                  <a:pt x="100" y="32"/>
                </a:moveTo>
                <a:cubicBezTo>
                  <a:pt x="128" y="32"/>
                  <a:pt x="129" y="58"/>
                  <a:pt x="130" y="62"/>
                </a:cubicBezTo>
                <a:cubicBezTo>
                  <a:pt x="130" y="80"/>
                  <a:pt x="130" y="80"/>
                  <a:pt x="130" y="80"/>
                </a:cubicBezTo>
                <a:cubicBezTo>
                  <a:pt x="70" y="80"/>
                  <a:pt x="70" y="80"/>
                  <a:pt x="70" y="80"/>
                </a:cubicBezTo>
                <a:cubicBezTo>
                  <a:pt x="70" y="63"/>
                  <a:pt x="70" y="63"/>
                  <a:pt x="70" y="63"/>
                </a:cubicBezTo>
                <a:cubicBezTo>
                  <a:pt x="70" y="58"/>
                  <a:pt x="71" y="32"/>
                  <a:pt x="100" y="32"/>
                </a:cubicBezTo>
                <a:close/>
                <a:moveTo>
                  <a:pt x="100" y="104"/>
                </a:moveTo>
                <a:cubicBezTo>
                  <a:pt x="106" y="104"/>
                  <a:pt x="112" y="110"/>
                  <a:pt x="112" y="116"/>
                </a:cubicBezTo>
                <a:cubicBezTo>
                  <a:pt x="112" y="121"/>
                  <a:pt x="109" y="125"/>
                  <a:pt x="106" y="127"/>
                </a:cubicBezTo>
                <a:cubicBezTo>
                  <a:pt x="106" y="148"/>
                  <a:pt x="106" y="148"/>
                  <a:pt x="106" y="148"/>
                </a:cubicBezTo>
                <a:cubicBezTo>
                  <a:pt x="94" y="148"/>
                  <a:pt x="94" y="148"/>
                  <a:pt x="94" y="148"/>
                </a:cubicBezTo>
                <a:cubicBezTo>
                  <a:pt x="94" y="127"/>
                  <a:pt x="94" y="127"/>
                  <a:pt x="94" y="127"/>
                </a:cubicBezTo>
                <a:cubicBezTo>
                  <a:pt x="90" y="125"/>
                  <a:pt x="88" y="121"/>
                  <a:pt x="88" y="116"/>
                </a:cubicBezTo>
                <a:cubicBezTo>
                  <a:pt x="88" y="110"/>
                  <a:pt x="93" y="104"/>
                  <a:pt x="100" y="104"/>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80"/>
          <p:cNvSpPr>
            <a:spLocks noEditPoints="1"/>
          </p:cNvSpPr>
          <p:nvPr/>
        </p:nvSpPr>
        <p:spPr bwMode="auto">
          <a:xfrm>
            <a:off x="11109849" y="5800813"/>
            <a:ext cx="396875" cy="396875"/>
          </a:xfrm>
          <a:custGeom>
            <a:avLst/>
            <a:gdLst>
              <a:gd name="T0" fmla="*/ 100 w 200"/>
              <a:gd name="T1" fmla="*/ 200 h 200"/>
              <a:gd name="T2" fmla="*/ 0 w 200"/>
              <a:gd name="T3" fmla="*/ 100 h 200"/>
              <a:gd name="T4" fmla="*/ 100 w 200"/>
              <a:gd name="T5" fmla="*/ 0 h 200"/>
              <a:gd name="T6" fmla="*/ 200 w 200"/>
              <a:gd name="T7" fmla="*/ 100 h 200"/>
              <a:gd name="T8" fmla="*/ 100 w 200"/>
              <a:gd name="T9" fmla="*/ 200 h 200"/>
              <a:gd name="T10" fmla="*/ 98 w 200"/>
              <a:gd name="T11" fmla="*/ 72 h 200"/>
              <a:gd name="T12" fmla="*/ 89 w 200"/>
              <a:gd name="T13" fmla="*/ 107 h 200"/>
              <a:gd name="T14" fmla="*/ 79 w 200"/>
              <a:gd name="T15" fmla="*/ 72 h 200"/>
              <a:gd name="T16" fmla="*/ 66 w 200"/>
              <a:gd name="T17" fmla="*/ 72 h 200"/>
              <a:gd name="T18" fmla="*/ 55 w 200"/>
              <a:gd name="T19" fmla="*/ 107 h 200"/>
              <a:gd name="T20" fmla="*/ 46 w 200"/>
              <a:gd name="T21" fmla="*/ 72 h 200"/>
              <a:gd name="T22" fmla="*/ 33 w 200"/>
              <a:gd name="T23" fmla="*/ 72 h 200"/>
              <a:gd name="T24" fmla="*/ 49 w 200"/>
              <a:gd name="T25" fmla="*/ 132 h 200"/>
              <a:gd name="T26" fmla="*/ 61 w 200"/>
              <a:gd name="T27" fmla="*/ 132 h 200"/>
              <a:gd name="T28" fmla="*/ 72 w 200"/>
              <a:gd name="T29" fmla="*/ 92 h 200"/>
              <a:gd name="T30" fmla="*/ 83 w 200"/>
              <a:gd name="T31" fmla="*/ 132 h 200"/>
              <a:gd name="T32" fmla="*/ 94 w 200"/>
              <a:gd name="T33" fmla="*/ 132 h 200"/>
              <a:gd name="T34" fmla="*/ 111 w 200"/>
              <a:gd name="T35" fmla="*/ 72 h 200"/>
              <a:gd name="T36" fmla="*/ 98 w 200"/>
              <a:gd name="T37" fmla="*/ 72 h 200"/>
              <a:gd name="T38" fmla="*/ 139 w 200"/>
              <a:gd name="T39" fmla="*/ 83 h 200"/>
              <a:gd name="T40" fmla="*/ 153 w 200"/>
              <a:gd name="T41" fmla="*/ 96 h 200"/>
              <a:gd name="T42" fmla="*/ 166 w 200"/>
              <a:gd name="T43" fmla="*/ 96 h 200"/>
              <a:gd name="T44" fmla="*/ 139 w 200"/>
              <a:gd name="T45" fmla="*/ 71 h 200"/>
              <a:gd name="T46" fmla="*/ 111 w 200"/>
              <a:gd name="T47" fmla="*/ 102 h 200"/>
              <a:gd name="T48" fmla="*/ 139 w 200"/>
              <a:gd name="T49" fmla="*/ 133 h 200"/>
              <a:gd name="T50" fmla="*/ 166 w 200"/>
              <a:gd name="T51" fmla="*/ 108 h 200"/>
              <a:gd name="T52" fmla="*/ 153 w 200"/>
              <a:gd name="T53" fmla="*/ 108 h 200"/>
              <a:gd name="T54" fmla="*/ 139 w 200"/>
              <a:gd name="T55" fmla="*/ 121 h 200"/>
              <a:gd name="T56" fmla="*/ 123 w 200"/>
              <a:gd name="T57" fmla="*/ 102 h 200"/>
              <a:gd name="T58" fmla="*/ 139 w 200"/>
              <a:gd name="T59" fmla="*/ 83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0" h="200">
                <a:moveTo>
                  <a:pt x="100" y="200"/>
                </a:moveTo>
                <a:cubicBezTo>
                  <a:pt x="44" y="200"/>
                  <a:pt x="0" y="155"/>
                  <a:pt x="0" y="100"/>
                </a:cubicBezTo>
                <a:cubicBezTo>
                  <a:pt x="0" y="45"/>
                  <a:pt x="44" y="0"/>
                  <a:pt x="100" y="0"/>
                </a:cubicBezTo>
                <a:cubicBezTo>
                  <a:pt x="155" y="0"/>
                  <a:pt x="200" y="45"/>
                  <a:pt x="200" y="100"/>
                </a:cubicBezTo>
                <a:cubicBezTo>
                  <a:pt x="200" y="155"/>
                  <a:pt x="155" y="200"/>
                  <a:pt x="100" y="200"/>
                </a:cubicBezTo>
                <a:close/>
                <a:moveTo>
                  <a:pt x="98" y="72"/>
                </a:moveTo>
                <a:cubicBezTo>
                  <a:pt x="98" y="72"/>
                  <a:pt x="90" y="102"/>
                  <a:pt x="89" y="107"/>
                </a:cubicBezTo>
                <a:cubicBezTo>
                  <a:pt x="87" y="102"/>
                  <a:pt x="79" y="72"/>
                  <a:pt x="79" y="72"/>
                </a:cubicBezTo>
                <a:cubicBezTo>
                  <a:pt x="66" y="72"/>
                  <a:pt x="66" y="72"/>
                  <a:pt x="66" y="72"/>
                </a:cubicBezTo>
                <a:cubicBezTo>
                  <a:pt x="66" y="72"/>
                  <a:pt x="57" y="102"/>
                  <a:pt x="55" y="107"/>
                </a:cubicBezTo>
                <a:cubicBezTo>
                  <a:pt x="54" y="102"/>
                  <a:pt x="46" y="72"/>
                  <a:pt x="46" y="72"/>
                </a:cubicBezTo>
                <a:cubicBezTo>
                  <a:pt x="33" y="72"/>
                  <a:pt x="33" y="72"/>
                  <a:pt x="33" y="72"/>
                </a:cubicBezTo>
                <a:cubicBezTo>
                  <a:pt x="49" y="132"/>
                  <a:pt x="49" y="132"/>
                  <a:pt x="49" y="132"/>
                </a:cubicBezTo>
                <a:cubicBezTo>
                  <a:pt x="61" y="132"/>
                  <a:pt x="61" y="132"/>
                  <a:pt x="61" y="132"/>
                </a:cubicBezTo>
                <a:cubicBezTo>
                  <a:pt x="61" y="132"/>
                  <a:pt x="71" y="97"/>
                  <a:pt x="72" y="92"/>
                </a:cubicBezTo>
                <a:cubicBezTo>
                  <a:pt x="73" y="97"/>
                  <a:pt x="83" y="132"/>
                  <a:pt x="83" y="132"/>
                </a:cubicBezTo>
                <a:cubicBezTo>
                  <a:pt x="94" y="132"/>
                  <a:pt x="94" y="132"/>
                  <a:pt x="94" y="132"/>
                </a:cubicBezTo>
                <a:cubicBezTo>
                  <a:pt x="111" y="72"/>
                  <a:pt x="111" y="72"/>
                  <a:pt x="111" y="72"/>
                </a:cubicBezTo>
                <a:lnTo>
                  <a:pt x="98" y="72"/>
                </a:lnTo>
                <a:close/>
                <a:moveTo>
                  <a:pt x="139" y="83"/>
                </a:moveTo>
                <a:cubicBezTo>
                  <a:pt x="149" y="83"/>
                  <a:pt x="152" y="92"/>
                  <a:pt x="153" y="96"/>
                </a:cubicBezTo>
                <a:cubicBezTo>
                  <a:pt x="166" y="96"/>
                  <a:pt x="166" y="96"/>
                  <a:pt x="166" y="96"/>
                </a:cubicBezTo>
                <a:cubicBezTo>
                  <a:pt x="163" y="82"/>
                  <a:pt x="152" y="71"/>
                  <a:pt x="139" y="71"/>
                </a:cubicBezTo>
                <a:cubicBezTo>
                  <a:pt x="124" y="71"/>
                  <a:pt x="111" y="85"/>
                  <a:pt x="111" y="102"/>
                </a:cubicBezTo>
                <a:cubicBezTo>
                  <a:pt x="111" y="119"/>
                  <a:pt x="124" y="133"/>
                  <a:pt x="139" y="133"/>
                </a:cubicBezTo>
                <a:cubicBezTo>
                  <a:pt x="152" y="133"/>
                  <a:pt x="163" y="122"/>
                  <a:pt x="166" y="108"/>
                </a:cubicBezTo>
                <a:cubicBezTo>
                  <a:pt x="153" y="108"/>
                  <a:pt x="153" y="108"/>
                  <a:pt x="153" y="108"/>
                </a:cubicBezTo>
                <a:cubicBezTo>
                  <a:pt x="152" y="113"/>
                  <a:pt x="148" y="121"/>
                  <a:pt x="139" y="121"/>
                </a:cubicBezTo>
                <a:cubicBezTo>
                  <a:pt x="130" y="121"/>
                  <a:pt x="123" y="112"/>
                  <a:pt x="123" y="102"/>
                </a:cubicBezTo>
                <a:cubicBezTo>
                  <a:pt x="123" y="92"/>
                  <a:pt x="130" y="83"/>
                  <a:pt x="139" y="83"/>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81"/>
          <p:cNvSpPr>
            <a:spLocks noEditPoints="1"/>
          </p:cNvSpPr>
          <p:nvPr/>
        </p:nvSpPr>
        <p:spPr bwMode="auto">
          <a:xfrm>
            <a:off x="11590862" y="5800813"/>
            <a:ext cx="395288" cy="396875"/>
          </a:xfrm>
          <a:custGeom>
            <a:avLst/>
            <a:gdLst>
              <a:gd name="T0" fmla="*/ 100 w 200"/>
              <a:gd name="T1" fmla="*/ 200 h 200"/>
              <a:gd name="T2" fmla="*/ 0 w 200"/>
              <a:gd name="T3" fmla="*/ 100 h 200"/>
              <a:gd name="T4" fmla="*/ 100 w 200"/>
              <a:gd name="T5" fmla="*/ 0 h 200"/>
              <a:gd name="T6" fmla="*/ 200 w 200"/>
              <a:gd name="T7" fmla="*/ 100 h 200"/>
              <a:gd name="T8" fmla="*/ 100 w 200"/>
              <a:gd name="T9" fmla="*/ 200 h 200"/>
              <a:gd name="T10" fmla="*/ 46 w 200"/>
              <a:gd name="T11" fmla="*/ 151 h 200"/>
              <a:gd name="T12" fmla="*/ 53 w 200"/>
              <a:gd name="T13" fmla="*/ 159 h 200"/>
              <a:gd name="T14" fmla="*/ 72 w 200"/>
              <a:gd name="T15" fmla="*/ 159 h 200"/>
              <a:gd name="T16" fmla="*/ 101 w 200"/>
              <a:gd name="T17" fmla="*/ 129 h 200"/>
              <a:gd name="T18" fmla="*/ 75 w 200"/>
              <a:gd name="T19" fmla="*/ 105 h 200"/>
              <a:gd name="T20" fmla="*/ 46 w 200"/>
              <a:gd name="T21" fmla="*/ 133 h 200"/>
              <a:gd name="T22" fmla="*/ 46 w 200"/>
              <a:gd name="T23" fmla="*/ 151 h 200"/>
              <a:gd name="T24" fmla="*/ 69 w 200"/>
              <a:gd name="T25" fmla="*/ 37 h 200"/>
              <a:gd name="T26" fmla="*/ 64 w 200"/>
              <a:gd name="T27" fmla="*/ 37 h 200"/>
              <a:gd name="T28" fmla="*/ 90 w 200"/>
              <a:gd name="T29" fmla="*/ 65 h 200"/>
              <a:gd name="T30" fmla="*/ 82 w 200"/>
              <a:gd name="T31" fmla="*/ 86 h 200"/>
              <a:gd name="T32" fmla="*/ 60 w 200"/>
              <a:gd name="T33" fmla="*/ 90 h 200"/>
              <a:gd name="T34" fmla="*/ 36 w 200"/>
              <a:gd name="T35" fmla="*/ 65 h 200"/>
              <a:gd name="T36" fmla="*/ 36 w 200"/>
              <a:gd name="T37" fmla="*/ 70 h 200"/>
              <a:gd name="T38" fmla="*/ 69 w 200"/>
              <a:gd name="T39" fmla="*/ 103 h 200"/>
              <a:gd name="T40" fmla="*/ 81 w 200"/>
              <a:gd name="T41" fmla="*/ 101 h 200"/>
              <a:gd name="T42" fmla="*/ 118 w 200"/>
              <a:gd name="T43" fmla="*/ 134 h 200"/>
              <a:gd name="T44" fmla="*/ 116 w 200"/>
              <a:gd name="T45" fmla="*/ 142 h 200"/>
              <a:gd name="T46" fmla="*/ 137 w 200"/>
              <a:gd name="T47" fmla="*/ 162 h 200"/>
              <a:gd name="T48" fmla="*/ 157 w 200"/>
              <a:gd name="T49" fmla="*/ 142 h 200"/>
              <a:gd name="T50" fmla="*/ 137 w 200"/>
              <a:gd name="T51" fmla="*/ 121 h 200"/>
              <a:gd name="T52" fmla="*/ 131 w 200"/>
              <a:gd name="T53" fmla="*/ 122 h 200"/>
              <a:gd name="T54" fmla="*/ 99 w 200"/>
              <a:gd name="T55" fmla="*/ 84 h 200"/>
              <a:gd name="T56" fmla="*/ 102 w 200"/>
              <a:gd name="T57" fmla="*/ 70 h 200"/>
              <a:gd name="T58" fmla="*/ 69 w 200"/>
              <a:gd name="T59" fmla="*/ 37 h 200"/>
              <a:gd name="T60" fmla="*/ 147 w 200"/>
              <a:gd name="T61" fmla="*/ 35 h 200"/>
              <a:gd name="T62" fmla="*/ 121 w 200"/>
              <a:gd name="T63" fmla="*/ 61 h 200"/>
              <a:gd name="T64" fmla="*/ 126 w 200"/>
              <a:gd name="T65" fmla="*/ 66 h 200"/>
              <a:gd name="T66" fmla="*/ 106 w 200"/>
              <a:gd name="T67" fmla="*/ 86 h 200"/>
              <a:gd name="T68" fmla="*/ 115 w 200"/>
              <a:gd name="T69" fmla="*/ 95 h 200"/>
              <a:gd name="T70" fmla="*/ 135 w 200"/>
              <a:gd name="T71" fmla="*/ 75 h 200"/>
              <a:gd name="T72" fmla="*/ 140 w 200"/>
              <a:gd name="T73" fmla="*/ 80 h 200"/>
              <a:gd name="T74" fmla="*/ 166 w 200"/>
              <a:gd name="T75" fmla="*/ 54 h 200"/>
              <a:gd name="T76" fmla="*/ 147 w 200"/>
              <a:gd name="T77" fmla="*/ 35 h 200"/>
              <a:gd name="T78" fmla="*/ 137 w 200"/>
              <a:gd name="T79" fmla="*/ 131 h 200"/>
              <a:gd name="T80" fmla="*/ 148 w 200"/>
              <a:gd name="T81" fmla="*/ 142 h 200"/>
              <a:gd name="T82" fmla="*/ 137 w 200"/>
              <a:gd name="T83" fmla="*/ 153 h 200"/>
              <a:gd name="T84" fmla="*/ 126 w 200"/>
              <a:gd name="T85" fmla="*/ 142 h 200"/>
              <a:gd name="T86" fmla="*/ 137 w 200"/>
              <a:gd name="T87" fmla="*/ 131 h 200"/>
              <a:gd name="T88" fmla="*/ 75 w 200"/>
              <a:gd name="T89" fmla="*/ 115 h 200"/>
              <a:gd name="T90" fmla="*/ 80 w 200"/>
              <a:gd name="T91" fmla="*/ 115 h 200"/>
              <a:gd name="T92" fmla="*/ 80 w 200"/>
              <a:gd name="T93" fmla="*/ 119 h 200"/>
              <a:gd name="T94" fmla="*/ 56 w 200"/>
              <a:gd name="T95" fmla="*/ 143 h 200"/>
              <a:gd name="T96" fmla="*/ 51 w 200"/>
              <a:gd name="T97" fmla="*/ 143 h 200"/>
              <a:gd name="T98" fmla="*/ 51 w 200"/>
              <a:gd name="T99" fmla="*/ 138 h 200"/>
              <a:gd name="T100" fmla="*/ 75 w 200"/>
              <a:gd name="T101" fmla="*/ 115 h 200"/>
              <a:gd name="T102" fmla="*/ 86 w 200"/>
              <a:gd name="T103" fmla="*/ 125 h 200"/>
              <a:gd name="T104" fmla="*/ 90 w 200"/>
              <a:gd name="T105" fmla="*/ 125 h 200"/>
              <a:gd name="T106" fmla="*/ 90 w 200"/>
              <a:gd name="T107" fmla="*/ 130 h 200"/>
              <a:gd name="T108" fmla="*/ 66 w 200"/>
              <a:gd name="T109" fmla="*/ 154 h 200"/>
              <a:gd name="T110" fmla="*/ 62 w 200"/>
              <a:gd name="T111" fmla="*/ 154 h 200"/>
              <a:gd name="T112" fmla="*/ 62 w 200"/>
              <a:gd name="T113" fmla="*/ 149 h 200"/>
              <a:gd name="T114" fmla="*/ 86 w 200"/>
              <a:gd name="T115" fmla="*/ 125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0" h="200">
                <a:moveTo>
                  <a:pt x="100" y="200"/>
                </a:moveTo>
                <a:cubicBezTo>
                  <a:pt x="45" y="200"/>
                  <a:pt x="0" y="155"/>
                  <a:pt x="0" y="100"/>
                </a:cubicBezTo>
                <a:cubicBezTo>
                  <a:pt x="0" y="45"/>
                  <a:pt x="45" y="0"/>
                  <a:pt x="100" y="0"/>
                </a:cubicBezTo>
                <a:cubicBezTo>
                  <a:pt x="155" y="0"/>
                  <a:pt x="200" y="45"/>
                  <a:pt x="200" y="100"/>
                </a:cubicBezTo>
                <a:cubicBezTo>
                  <a:pt x="200" y="155"/>
                  <a:pt x="155" y="200"/>
                  <a:pt x="100" y="200"/>
                </a:cubicBezTo>
                <a:close/>
                <a:moveTo>
                  <a:pt x="46" y="151"/>
                </a:moveTo>
                <a:cubicBezTo>
                  <a:pt x="53" y="159"/>
                  <a:pt x="53" y="159"/>
                  <a:pt x="53" y="159"/>
                </a:cubicBezTo>
                <a:cubicBezTo>
                  <a:pt x="59" y="164"/>
                  <a:pt x="67" y="164"/>
                  <a:pt x="72" y="159"/>
                </a:cubicBezTo>
                <a:cubicBezTo>
                  <a:pt x="72" y="159"/>
                  <a:pt x="102" y="128"/>
                  <a:pt x="101" y="129"/>
                </a:cubicBezTo>
                <a:cubicBezTo>
                  <a:pt x="90" y="110"/>
                  <a:pt x="75" y="105"/>
                  <a:pt x="75" y="105"/>
                </a:cubicBezTo>
                <a:cubicBezTo>
                  <a:pt x="46" y="133"/>
                  <a:pt x="46" y="133"/>
                  <a:pt x="46" y="133"/>
                </a:cubicBezTo>
                <a:cubicBezTo>
                  <a:pt x="41" y="138"/>
                  <a:pt x="41" y="146"/>
                  <a:pt x="46" y="151"/>
                </a:cubicBezTo>
                <a:close/>
                <a:moveTo>
                  <a:pt x="69" y="37"/>
                </a:moveTo>
                <a:cubicBezTo>
                  <a:pt x="67" y="37"/>
                  <a:pt x="66" y="37"/>
                  <a:pt x="64" y="37"/>
                </a:cubicBezTo>
                <a:cubicBezTo>
                  <a:pt x="90" y="65"/>
                  <a:pt x="90" y="65"/>
                  <a:pt x="90" y="65"/>
                </a:cubicBezTo>
                <a:cubicBezTo>
                  <a:pt x="82" y="86"/>
                  <a:pt x="82" y="86"/>
                  <a:pt x="82" y="86"/>
                </a:cubicBezTo>
                <a:cubicBezTo>
                  <a:pt x="60" y="90"/>
                  <a:pt x="60" y="90"/>
                  <a:pt x="60" y="90"/>
                </a:cubicBezTo>
                <a:cubicBezTo>
                  <a:pt x="36" y="65"/>
                  <a:pt x="36" y="65"/>
                  <a:pt x="36" y="65"/>
                </a:cubicBezTo>
                <a:cubicBezTo>
                  <a:pt x="36" y="67"/>
                  <a:pt x="36" y="68"/>
                  <a:pt x="36" y="70"/>
                </a:cubicBezTo>
                <a:cubicBezTo>
                  <a:pt x="36" y="89"/>
                  <a:pt x="51" y="103"/>
                  <a:pt x="69" y="103"/>
                </a:cubicBezTo>
                <a:cubicBezTo>
                  <a:pt x="73" y="103"/>
                  <a:pt x="78" y="103"/>
                  <a:pt x="81" y="101"/>
                </a:cubicBezTo>
                <a:cubicBezTo>
                  <a:pt x="101" y="113"/>
                  <a:pt x="113" y="128"/>
                  <a:pt x="118" y="134"/>
                </a:cubicBezTo>
                <a:cubicBezTo>
                  <a:pt x="117" y="136"/>
                  <a:pt x="116" y="139"/>
                  <a:pt x="116" y="142"/>
                </a:cubicBezTo>
                <a:cubicBezTo>
                  <a:pt x="116" y="153"/>
                  <a:pt x="126" y="162"/>
                  <a:pt x="137" y="162"/>
                </a:cubicBezTo>
                <a:cubicBezTo>
                  <a:pt x="148" y="162"/>
                  <a:pt x="157" y="153"/>
                  <a:pt x="157" y="142"/>
                </a:cubicBezTo>
                <a:cubicBezTo>
                  <a:pt x="157" y="130"/>
                  <a:pt x="148" y="121"/>
                  <a:pt x="137" y="121"/>
                </a:cubicBezTo>
                <a:cubicBezTo>
                  <a:pt x="135" y="121"/>
                  <a:pt x="133" y="122"/>
                  <a:pt x="131" y="122"/>
                </a:cubicBezTo>
                <a:cubicBezTo>
                  <a:pt x="125" y="117"/>
                  <a:pt x="110" y="102"/>
                  <a:pt x="99" y="84"/>
                </a:cubicBezTo>
                <a:cubicBezTo>
                  <a:pt x="101" y="79"/>
                  <a:pt x="102" y="75"/>
                  <a:pt x="102" y="70"/>
                </a:cubicBezTo>
                <a:cubicBezTo>
                  <a:pt x="102" y="52"/>
                  <a:pt x="87" y="37"/>
                  <a:pt x="69" y="37"/>
                </a:cubicBezTo>
                <a:close/>
                <a:moveTo>
                  <a:pt x="147" y="35"/>
                </a:moveTo>
                <a:cubicBezTo>
                  <a:pt x="121" y="61"/>
                  <a:pt x="121" y="61"/>
                  <a:pt x="121" y="61"/>
                </a:cubicBezTo>
                <a:cubicBezTo>
                  <a:pt x="126" y="66"/>
                  <a:pt x="126" y="66"/>
                  <a:pt x="126" y="66"/>
                </a:cubicBezTo>
                <a:cubicBezTo>
                  <a:pt x="106" y="86"/>
                  <a:pt x="106" y="86"/>
                  <a:pt x="106" y="86"/>
                </a:cubicBezTo>
                <a:cubicBezTo>
                  <a:pt x="115" y="95"/>
                  <a:pt x="115" y="95"/>
                  <a:pt x="115" y="95"/>
                </a:cubicBezTo>
                <a:cubicBezTo>
                  <a:pt x="135" y="75"/>
                  <a:pt x="135" y="75"/>
                  <a:pt x="135" y="75"/>
                </a:cubicBezTo>
                <a:cubicBezTo>
                  <a:pt x="140" y="80"/>
                  <a:pt x="140" y="80"/>
                  <a:pt x="140" y="80"/>
                </a:cubicBezTo>
                <a:cubicBezTo>
                  <a:pt x="166" y="54"/>
                  <a:pt x="166" y="54"/>
                  <a:pt x="166" y="54"/>
                </a:cubicBezTo>
                <a:lnTo>
                  <a:pt x="147" y="35"/>
                </a:lnTo>
                <a:close/>
                <a:moveTo>
                  <a:pt x="137" y="131"/>
                </a:moveTo>
                <a:cubicBezTo>
                  <a:pt x="143" y="131"/>
                  <a:pt x="148" y="136"/>
                  <a:pt x="148" y="142"/>
                </a:cubicBezTo>
                <a:cubicBezTo>
                  <a:pt x="148" y="148"/>
                  <a:pt x="143" y="153"/>
                  <a:pt x="137" y="153"/>
                </a:cubicBezTo>
                <a:cubicBezTo>
                  <a:pt x="131" y="153"/>
                  <a:pt x="126" y="148"/>
                  <a:pt x="126" y="142"/>
                </a:cubicBezTo>
                <a:cubicBezTo>
                  <a:pt x="126" y="136"/>
                  <a:pt x="131" y="131"/>
                  <a:pt x="137" y="131"/>
                </a:cubicBezTo>
                <a:close/>
                <a:moveTo>
                  <a:pt x="75" y="115"/>
                </a:moveTo>
                <a:cubicBezTo>
                  <a:pt x="76" y="113"/>
                  <a:pt x="78" y="113"/>
                  <a:pt x="80" y="115"/>
                </a:cubicBezTo>
                <a:cubicBezTo>
                  <a:pt x="81" y="116"/>
                  <a:pt x="81" y="118"/>
                  <a:pt x="80" y="119"/>
                </a:cubicBezTo>
                <a:cubicBezTo>
                  <a:pt x="56" y="143"/>
                  <a:pt x="56" y="143"/>
                  <a:pt x="56" y="143"/>
                </a:cubicBezTo>
                <a:cubicBezTo>
                  <a:pt x="55" y="144"/>
                  <a:pt x="52" y="144"/>
                  <a:pt x="51" y="143"/>
                </a:cubicBezTo>
                <a:cubicBezTo>
                  <a:pt x="50" y="142"/>
                  <a:pt x="50" y="140"/>
                  <a:pt x="51" y="138"/>
                </a:cubicBezTo>
                <a:lnTo>
                  <a:pt x="75" y="115"/>
                </a:lnTo>
                <a:close/>
                <a:moveTo>
                  <a:pt x="86" y="125"/>
                </a:moveTo>
                <a:cubicBezTo>
                  <a:pt x="87" y="124"/>
                  <a:pt x="89" y="124"/>
                  <a:pt x="90" y="125"/>
                </a:cubicBezTo>
                <a:cubicBezTo>
                  <a:pt x="92" y="126"/>
                  <a:pt x="92" y="128"/>
                  <a:pt x="90" y="130"/>
                </a:cubicBezTo>
                <a:cubicBezTo>
                  <a:pt x="66" y="154"/>
                  <a:pt x="66" y="154"/>
                  <a:pt x="66" y="154"/>
                </a:cubicBezTo>
                <a:cubicBezTo>
                  <a:pt x="65" y="155"/>
                  <a:pt x="63" y="155"/>
                  <a:pt x="62" y="154"/>
                </a:cubicBezTo>
                <a:cubicBezTo>
                  <a:pt x="60" y="152"/>
                  <a:pt x="60" y="150"/>
                  <a:pt x="62" y="149"/>
                </a:cubicBezTo>
                <a:lnTo>
                  <a:pt x="86" y="125"/>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82"/>
          <p:cNvSpPr>
            <a:spLocks noEditPoints="1"/>
          </p:cNvSpPr>
          <p:nvPr/>
        </p:nvSpPr>
        <p:spPr bwMode="auto">
          <a:xfrm>
            <a:off x="8779399" y="6297700"/>
            <a:ext cx="188913" cy="395288"/>
          </a:xfrm>
          <a:custGeom>
            <a:avLst/>
            <a:gdLst>
              <a:gd name="T0" fmla="*/ 53 w 96"/>
              <a:gd name="T1" fmla="*/ 95 h 200"/>
              <a:gd name="T2" fmla="*/ 53 w 96"/>
              <a:gd name="T3" fmla="*/ 200 h 200"/>
              <a:gd name="T4" fmla="*/ 41 w 96"/>
              <a:gd name="T5" fmla="*/ 200 h 200"/>
              <a:gd name="T6" fmla="*/ 41 w 96"/>
              <a:gd name="T7" fmla="*/ 94 h 200"/>
              <a:gd name="T8" fmla="*/ 1 w 96"/>
              <a:gd name="T9" fmla="*/ 48 h 200"/>
              <a:gd name="T10" fmla="*/ 49 w 96"/>
              <a:gd name="T11" fmla="*/ 0 h 200"/>
              <a:gd name="T12" fmla="*/ 96 w 96"/>
              <a:gd name="T13" fmla="*/ 48 h 200"/>
              <a:gd name="T14" fmla="*/ 53 w 96"/>
              <a:gd name="T15" fmla="*/ 95 h 200"/>
              <a:gd name="T16" fmla="*/ 46 w 96"/>
              <a:gd name="T17" fmla="*/ 15 h 200"/>
              <a:gd name="T18" fmla="*/ 16 w 96"/>
              <a:gd name="T19" fmla="*/ 45 h 200"/>
              <a:gd name="T20" fmla="*/ 46 w 96"/>
              <a:gd name="T21" fmla="*/ 76 h 200"/>
              <a:gd name="T22" fmla="*/ 46 w 96"/>
              <a:gd name="T23" fmla="*/ 15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6" h="200">
                <a:moveTo>
                  <a:pt x="53" y="95"/>
                </a:moveTo>
                <a:cubicBezTo>
                  <a:pt x="53" y="200"/>
                  <a:pt x="53" y="200"/>
                  <a:pt x="53" y="200"/>
                </a:cubicBezTo>
                <a:cubicBezTo>
                  <a:pt x="41" y="200"/>
                  <a:pt x="41" y="200"/>
                  <a:pt x="41" y="200"/>
                </a:cubicBezTo>
                <a:cubicBezTo>
                  <a:pt x="41" y="94"/>
                  <a:pt x="41" y="94"/>
                  <a:pt x="41" y="94"/>
                </a:cubicBezTo>
                <a:cubicBezTo>
                  <a:pt x="18" y="91"/>
                  <a:pt x="1" y="71"/>
                  <a:pt x="1" y="48"/>
                </a:cubicBezTo>
                <a:cubicBezTo>
                  <a:pt x="1" y="21"/>
                  <a:pt x="22" y="0"/>
                  <a:pt x="49" y="0"/>
                </a:cubicBezTo>
                <a:cubicBezTo>
                  <a:pt x="75" y="0"/>
                  <a:pt x="96" y="21"/>
                  <a:pt x="96" y="48"/>
                </a:cubicBezTo>
                <a:cubicBezTo>
                  <a:pt x="96" y="72"/>
                  <a:pt x="76" y="92"/>
                  <a:pt x="53" y="95"/>
                </a:cubicBezTo>
                <a:close/>
                <a:moveTo>
                  <a:pt x="46" y="15"/>
                </a:moveTo>
                <a:cubicBezTo>
                  <a:pt x="29" y="15"/>
                  <a:pt x="16" y="28"/>
                  <a:pt x="16" y="45"/>
                </a:cubicBezTo>
                <a:cubicBezTo>
                  <a:pt x="16" y="63"/>
                  <a:pt x="29" y="76"/>
                  <a:pt x="46" y="76"/>
                </a:cubicBezTo>
                <a:cubicBezTo>
                  <a:pt x="0" y="42"/>
                  <a:pt x="63" y="26"/>
                  <a:pt x="46" y="15"/>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83"/>
          <p:cNvSpPr>
            <a:spLocks noEditPoints="1"/>
          </p:cNvSpPr>
          <p:nvPr/>
        </p:nvSpPr>
        <p:spPr bwMode="auto">
          <a:xfrm>
            <a:off x="9169924" y="6302463"/>
            <a:ext cx="390525" cy="387350"/>
          </a:xfrm>
          <a:custGeom>
            <a:avLst/>
            <a:gdLst>
              <a:gd name="T0" fmla="*/ 147 w 197"/>
              <a:gd name="T1" fmla="*/ 129 h 196"/>
              <a:gd name="T2" fmla="*/ 96 w 197"/>
              <a:gd name="T3" fmla="*/ 50 h 196"/>
              <a:gd name="T4" fmla="*/ 197 w 197"/>
              <a:gd name="T5" fmla="*/ 50 h 196"/>
              <a:gd name="T6" fmla="*/ 146 w 197"/>
              <a:gd name="T7" fmla="*/ 10 h 196"/>
              <a:gd name="T8" fmla="*/ 146 w 197"/>
              <a:gd name="T9" fmla="*/ 82 h 196"/>
              <a:gd name="T10" fmla="*/ 146 w 197"/>
              <a:gd name="T11" fmla="*/ 10 h 196"/>
              <a:gd name="T12" fmla="*/ 160 w 197"/>
              <a:gd name="T13" fmla="*/ 60 h 196"/>
              <a:gd name="T14" fmla="*/ 149 w 197"/>
              <a:gd name="T15" fmla="*/ 64 h 196"/>
              <a:gd name="T16" fmla="*/ 147 w 197"/>
              <a:gd name="T17" fmla="*/ 51 h 196"/>
              <a:gd name="T18" fmla="*/ 140 w 197"/>
              <a:gd name="T19" fmla="*/ 54 h 196"/>
              <a:gd name="T20" fmla="*/ 133 w 197"/>
              <a:gd name="T21" fmla="*/ 64 h 196"/>
              <a:gd name="T22" fmla="*/ 129 w 197"/>
              <a:gd name="T23" fmla="*/ 43 h 196"/>
              <a:gd name="T24" fmla="*/ 145 w 197"/>
              <a:gd name="T25" fmla="*/ 22 h 196"/>
              <a:gd name="T26" fmla="*/ 156 w 197"/>
              <a:gd name="T27" fmla="*/ 28 h 196"/>
              <a:gd name="T28" fmla="*/ 161 w 197"/>
              <a:gd name="T29" fmla="*/ 38 h 196"/>
              <a:gd name="T30" fmla="*/ 166 w 197"/>
              <a:gd name="T31" fmla="*/ 43 h 196"/>
              <a:gd name="T32" fmla="*/ 88 w 197"/>
              <a:gd name="T33" fmla="*/ 108 h 196"/>
              <a:gd name="T34" fmla="*/ 111 w 197"/>
              <a:gd name="T35" fmla="*/ 116 h 196"/>
              <a:gd name="T36" fmla="*/ 88 w 197"/>
              <a:gd name="T37" fmla="*/ 143 h 196"/>
              <a:gd name="T38" fmla="*/ 122 w 197"/>
              <a:gd name="T39" fmla="*/ 127 h 196"/>
              <a:gd name="T40" fmla="*/ 122 w 197"/>
              <a:gd name="T41" fmla="*/ 153 h 196"/>
              <a:gd name="T42" fmla="*/ 155 w 197"/>
              <a:gd name="T43" fmla="*/ 141 h 196"/>
              <a:gd name="T44" fmla="*/ 85 w 197"/>
              <a:gd name="T45" fmla="*/ 196 h 196"/>
              <a:gd name="T46" fmla="*/ 85 w 197"/>
              <a:gd name="T47" fmla="*/ 28 h 196"/>
              <a:gd name="T48" fmla="*/ 82 w 197"/>
              <a:gd name="T49" fmla="*/ 46 h 196"/>
              <a:gd name="T50" fmla="*/ 89 w 197"/>
              <a:gd name="T51" fmla="*/ 80 h 196"/>
              <a:gd name="T52" fmla="*/ 88 w 197"/>
              <a:gd name="T53" fmla="*/ 108 h 196"/>
              <a:gd name="T54" fmla="*/ 120 w 197"/>
              <a:gd name="T55" fmla="*/ 159 h 196"/>
              <a:gd name="T56" fmla="*/ 137 w 197"/>
              <a:gd name="T57" fmla="*/ 169 h 196"/>
              <a:gd name="T58" fmla="*/ 96 w 197"/>
              <a:gd name="T59" fmla="*/ 188 h 196"/>
              <a:gd name="T60" fmla="*/ 88 w 197"/>
              <a:gd name="T61" fmla="*/ 151 h 196"/>
              <a:gd name="T62" fmla="*/ 63 w 197"/>
              <a:gd name="T63" fmla="*/ 185 h 196"/>
              <a:gd name="T64" fmla="*/ 33 w 197"/>
              <a:gd name="T65" fmla="*/ 169 h 196"/>
              <a:gd name="T66" fmla="*/ 27 w 197"/>
              <a:gd name="T67" fmla="*/ 163 h 196"/>
              <a:gd name="T68" fmla="*/ 38 w 197"/>
              <a:gd name="T69" fmla="*/ 116 h 196"/>
              <a:gd name="T70" fmla="*/ 27 w 197"/>
              <a:gd name="T71" fmla="*/ 163 h 196"/>
              <a:gd name="T72" fmla="*/ 38 w 197"/>
              <a:gd name="T73" fmla="*/ 108 h 196"/>
              <a:gd name="T74" fmla="*/ 27 w 197"/>
              <a:gd name="T75" fmla="*/ 60 h 196"/>
              <a:gd name="T76" fmla="*/ 33 w 197"/>
              <a:gd name="T77" fmla="*/ 55 h 196"/>
              <a:gd name="T78" fmla="*/ 63 w 197"/>
              <a:gd name="T79" fmla="*/ 38 h 196"/>
              <a:gd name="T80" fmla="*/ 80 w 197"/>
              <a:gd name="T81" fmla="*/ 35 h 196"/>
              <a:gd name="T82" fmla="*/ 56 w 197"/>
              <a:gd name="T83" fmla="*/ 67 h 196"/>
              <a:gd name="T84" fmla="*/ 80 w 197"/>
              <a:gd name="T85" fmla="*/ 35 h 196"/>
              <a:gd name="T86" fmla="*/ 53 w 197"/>
              <a:gd name="T87" fmla="*/ 73 h 196"/>
              <a:gd name="T88" fmla="*/ 80 w 197"/>
              <a:gd name="T89" fmla="*/ 108 h 196"/>
              <a:gd name="T90" fmla="*/ 80 w 197"/>
              <a:gd name="T91" fmla="*/ 116 h 196"/>
              <a:gd name="T92" fmla="*/ 53 w 197"/>
              <a:gd name="T93" fmla="*/ 150 h 196"/>
              <a:gd name="T94" fmla="*/ 80 w 197"/>
              <a:gd name="T95" fmla="*/ 116 h 196"/>
              <a:gd name="T96" fmla="*/ 56 w 197"/>
              <a:gd name="T97" fmla="*/ 156 h 196"/>
              <a:gd name="T98" fmla="*/ 80 w 197"/>
              <a:gd name="T99" fmla="*/ 188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97" h="196">
                <a:moveTo>
                  <a:pt x="196" y="56"/>
                </a:moveTo>
                <a:cubicBezTo>
                  <a:pt x="195" y="100"/>
                  <a:pt x="147" y="129"/>
                  <a:pt x="147" y="129"/>
                </a:cubicBezTo>
                <a:cubicBezTo>
                  <a:pt x="147" y="129"/>
                  <a:pt x="106" y="104"/>
                  <a:pt x="99" y="66"/>
                </a:cubicBezTo>
                <a:cubicBezTo>
                  <a:pt x="97" y="61"/>
                  <a:pt x="96" y="56"/>
                  <a:pt x="96" y="50"/>
                </a:cubicBezTo>
                <a:cubicBezTo>
                  <a:pt x="96" y="22"/>
                  <a:pt x="119" y="0"/>
                  <a:pt x="146" y="0"/>
                </a:cubicBezTo>
                <a:cubicBezTo>
                  <a:pt x="174" y="0"/>
                  <a:pt x="197" y="22"/>
                  <a:pt x="197" y="50"/>
                </a:cubicBezTo>
                <a:cubicBezTo>
                  <a:pt x="197" y="52"/>
                  <a:pt x="197" y="54"/>
                  <a:pt x="196" y="56"/>
                </a:cubicBezTo>
                <a:close/>
                <a:moveTo>
                  <a:pt x="146" y="10"/>
                </a:moveTo>
                <a:cubicBezTo>
                  <a:pt x="127" y="10"/>
                  <a:pt x="111" y="26"/>
                  <a:pt x="111" y="46"/>
                </a:cubicBezTo>
                <a:cubicBezTo>
                  <a:pt x="111" y="66"/>
                  <a:pt x="127" y="82"/>
                  <a:pt x="146" y="82"/>
                </a:cubicBezTo>
                <a:cubicBezTo>
                  <a:pt x="166" y="82"/>
                  <a:pt x="182" y="66"/>
                  <a:pt x="182" y="46"/>
                </a:cubicBezTo>
                <a:cubicBezTo>
                  <a:pt x="182" y="26"/>
                  <a:pt x="166" y="10"/>
                  <a:pt x="146" y="10"/>
                </a:cubicBezTo>
                <a:close/>
                <a:moveTo>
                  <a:pt x="160" y="43"/>
                </a:moveTo>
                <a:cubicBezTo>
                  <a:pt x="160" y="60"/>
                  <a:pt x="160" y="60"/>
                  <a:pt x="160" y="60"/>
                </a:cubicBezTo>
                <a:cubicBezTo>
                  <a:pt x="160" y="62"/>
                  <a:pt x="159" y="64"/>
                  <a:pt x="157" y="64"/>
                </a:cubicBezTo>
                <a:cubicBezTo>
                  <a:pt x="157" y="64"/>
                  <a:pt x="154" y="64"/>
                  <a:pt x="149" y="64"/>
                </a:cubicBezTo>
                <a:cubicBezTo>
                  <a:pt x="149" y="60"/>
                  <a:pt x="149" y="54"/>
                  <a:pt x="149" y="54"/>
                </a:cubicBezTo>
                <a:cubicBezTo>
                  <a:pt x="149" y="53"/>
                  <a:pt x="148" y="51"/>
                  <a:pt x="147" y="51"/>
                </a:cubicBezTo>
                <a:cubicBezTo>
                  <a:pt x="145" y="51"/>
                  <a:pt x="145" y="51"/>
                  <a:pt x="142" y="51"/>
                </a:cubicBezTo>
                <a:cubicBezTo>
                  <a:pt x="141" y="51"/>
                  <a:pt x="140" y="53"/>
                  <a:pt x="140" y="54"/>
                </a:cubicBezTo>
                <a:cubicBezTo>
                  <a:pt x="140" y="56"/>
                  <a:pt x="140" y="59"/>
                  <a:pt x="140" y="64"/>
                </a:cubicBezTo>
                <a:cubicBezTo>
                  <a:pt x="136" y="64"/>
                  <a:pt x="133" y="64"/>
                  <a:pt x="133" y="64"/>
                </a:cubicBezTo>
                <a:cubicBezTo>
                  <a:pt x="131" y="64"/>
                  <a:pt x="129" y="62"/>
                  <a:pt x="129" y="60"/>
                </a:cubicBezTo>
                <a:cubicBezTo>
                  <a:pt x="129" y="43"/>
                  <a:pt x="129" y="43"/>
                  <a:pt x="129" y="43"/>
                </a:cubicBezTo>
                <a:cubicBezTo>
                  <a:pt x="123" y="43"/>
                  <a:pt x="123" y="43"/>
                  <a:pt x="123" y="43"/>
                </a:cubicBezTo>
                <a:cubicBezTo>
                  <a:pt x="145" y="22"/>
                  <a:pt x="145" y="22"/>
                  <a:pt x="145" y="22"/>
                </a:cubicBezTo>
                <a:cubicBezTo>
                  <a:pt x="156" y="33"/>
                  <a:pt x="156" y="33"/>
                  <a:pt x="156" y="33"/>
                </a:cubicBezTo>
                <a:cubicBezTo>
                  <a:pt x="156" y="28"/>
                  <a:pt x="156" y="28"/>
                  <a:pt x="156" y="28"/>
                </a:cubicBezTo>
                <a:cubicBezTo>
                  <a:pt x="161" y="28"/>
                  <a:pt x="161" y="28"/>
                  <a:pt x="161" y="28"/>
                </a:cubicBezTo>
                <a:cubicBezTo>
                  <a:pt x="161" y="38"/>
                  <a:pt x="161" y="38"/>
                  <a:pt x="161" y="38"/>
                </a:cubicBezTo>
                <a:cubicBezTo>
                  <a:pt x="161" y="38"/>
                  <a:pt x="161" y="38"/>
                  <a:pt x="161" y="38"/>
                </a:cubicBezTo>
                <a:cubicBezTo>
                  <a:pt x="166" y="43"/>
                  <a:pt x="166" y="43"/>
                  <a:pt x="166" y="43"/>
                </a:cubicBezTo>
                <a:lnTo>
                  <a:pt x="160" y="43"/>
                </a:lnTo>
                <a:close/>
                <a:moveTo>
                  <a:pt x="88" y="108"/>
                </a:moveTo>
                <a:cubicBezTo>
                  <a:pt x="105" y="108"/>
                  <a:pt x="105" y="108"/>
                  <a:pt x="105" y="108"/>
                </a:cubicBezTo>
                <a:cubicBezTo>
                  <a:pt x="107" y="110"/>
                  <a:pt x="109" y="113"/>
                  <a:pt x="111" y="116"/>
                </a:cubicBezTo>
                <a:cubicBezTo>
                  <a:pt x="88" y="116"/>
                  <a:pt x="88" y="116"/>
                  <a:pt x="88" y="116"/>
                </a:cubicBezTo>
                <a:cubicBezTo>
                  <a:pt x="88" y="143"/>
                  <a:pt x="88" y="143"/>
                  <a:pt x="88" y="143"/>
                </a:cubicBezTo>
                <a:cubicBezTo>
                  <a:pt x="96" y="144"/>
                  <a:pt x="106" y="146"/>
                  <a:pt x="116" y="150"/>
                </a:cubicBezTo>
                <a:cubicBezTo>
                  <a:pt x="119" y="143"/>
                  <a:pt x="121" y="135"/>
                  <a:pt x="122" y="127"/>
                </a:cubicBezTo>
                <a:cubicBezTo>
                  <a:pt x="124" y="129"/>
                  <a:pt x="126" y="131"/>
                  <a:pt x="129" y="133"/>
                </a:cubicBezTo>
                <a:cubicBezTo>
                  <a:pt x="127" y="139"/>
                  <a:pt x="125" y="146"/>
                  <a:pt x="122" y="153"/>
                </a:cubicBezTo>
                <a:cubicBezTo>
                  <a:pt x="130" y="156"/>
                  <a:pt x="137" y="160"/>
                  <a:pt x="142" y="163"/>
                </a:cubicBezTo>
                <a:cubicBezTo>
                  <a:pt x="148" y="157"/>
                  <a:pt x="152" y="149"/>
                  <a:pt x="155" y="141"/>
                </a:cubicBezTo>
                <a:cubicBezTo>
                  <a:pt x="158" y="139"/>
                  <a:pt x="162" y="136"/>
                  <a:pt x="166" y="133"/>
                </a:cubicBezTo>
                <a:cubicBezTo>
                  <a:pt x="157" y="169"/>
                  <a:pt x="124" y="196"/>
                  <a:pt x="85" y="196"/>
                </a:cubicBezTo>
                <a:cubicBezTo>
                  <a:pt x="37" y="196"/>
                  <a:pt x="0" y="159"/>
                  <a:pt x="0" y="112"/>
                </a:cubicBezTo>
                <a:cubicBezTo>
                  <a:pt x="0" y="65"/>
                  <a:pt x="37" y="28"/>
                  <a:pt x="85" y="28"/>
                </a:cubicBezTo>
                <a:cubicBezTo>
                  <a:pt x="85" y="28"/>
                  <a:pt x="85" y="28"/>
                  <a:pt x="85" y="28"/>
                </a:cubicBezTo>
                <a:cubicBezTo>
                  <a:pt x="83" y="33"/>
                  <a:pt x="82" y="40"/>
                  <a:pt x="82" y="46"/>
                </a:cubicBezTo>
                <a:cubicBezTo>
                  <a:pt x="82" y="53"/>
                  <a:pt x="83" y="60"/>
                  <a:pt x="85" y="66"/>
                </a:cubicBezTo>
                <a:cubicBezTo>
                  <a:pt x="86" y="71"/>
                  <a:pt x="88" y="76"/>
                  <a:pt x="89" y="80"/>
                </a:cubicBezTo>
                <a:cubicBezTo>
                  <a:pt x="89" y="80"/>
                  <a:pt x="88" y="80"/>
                  <a:pt x="88" y="80"/>
                </a:cubicBezTo>
                <a:lnTo>
                  <a:pt x="88" y="108"/>
                </a:lnTo>
                <a:close/>
                <a:moveTo>
                  <a:pt x="137" y="169"/>
                </a:moveTo>
                <a:cubicBezTo>
                  <a:pt x="132" y="165"/>
                  <a:pt x="126" y="162"/>
                  <a:pt x="120" y="159"/>
                </a:cubicBezTo>
                <a:cubicBezTo>
                  <a:pt x="116" y="169"/>
                  <a:pt x="112" y="177"/>
                  <a:pt x="106" y="185"/>
                </a:cubicBezTo>
                <a:cubicBezTo>
                  <a:pt x="117" y="182"/>
                  <a:pt x="128" y="176"/>
                  <a:pt x="137" y="169"/>
                </a:cubicBezTo>
                <a:close/>
                <a:moveTo>
                  <a:pt x="88" y="188"/>
                </a:moveTo>
                <a:cubicBezTo>
                  <a:pt x="90" y="188"/>
                  <a:pt x="93" y="188"/>
                  <a:pt x="96" y="188"/>
                </a:cubicBezTo>
                <a:cubicBezTo>
                  <a:pt x="103" y="178"/>
                  <a:pt x="109" y="168"/>
                  <a:pt x="113" y="156"/>
                </a:cubicBezTo>
                <a:cubicBezTo>
                  <a:pt x="105" y="153"/>
                  <a:pt x="96" y="152"/>
                  <a:pt x="88" y="151"/>
                </a:cubicBezTo>
                <a:lnTo>
                  <a:pt x="88" y="188"/>
                </a:lnTo>
                <a:close/>
                <a:moveTo>
                  <a:pt x="63" y="185"/>
                </a:moveTo>
                <a:cubicBezTo>
                  <a:pt x="58" y="177"/>
                  <a:pt x="53" y="169"/>
                  <a:pt x="49" y="159"/>
                </a:cubicBezTo>
                <a:cubicBezTo>
                  <a:pt x="43" y="162"/>
                  <a:pt x="37" y="165"/>
                  <a:pt x="33" y="169"/>
                </a:cubicBezTo>
                <a:cubicBezTo>
                  <a:pt x="41" y="176"/>
                  <a:pt x="52" y="182"/>
                  <a:pt x="63" y="185"/>
                </a:cubicBezTo>
                <a:close/>
                <a:moveTo>
                  <a:pt x="27" y="163"/>
                </a:moveTo>
                <a:cubicBezTo>
                  <a:pt x="33" y="160"/>
                  <a:pt x="39" y="156"/>
                  <a:pt x="47" y="153"/>
                </a:cubicBezTo>
                <a:cubicBezTo>
                  <a:pt x="41" y="140"/>
                  <a:pt x="38" y="126"/>
                  <a:pt x="38" y="116"/>
                </a:cubicBezTo>
                <a:cubicBezTo>
                  <a:pt x="8" y="116"/>
                  <a:pt x="8" y="116"/>
                  <a:pt x="8" y="116"/>
                </a:cubicBezTo>
                <a:cubicBezTo>
                  <a:pt x="9" y="134"/>
                  <a:pt x="16" y="151"/>
                  <a:pt x="27" y="163"/>
                </a:cubicBezTo>
                <a:close/>
                <a:moveTo>
                  <a:pt x="8" y="108"/>
                </a:moveTo>
                <a:cubicBezTo>
                  <a:pt x="38" y="108"/>
                  <a:pt x="38" y="108"/>
                  <a:pt x="38" y="108"/>
                </a:cubicBezTo>
                <a:cubicBezTo>
                  <a:pt x="39" y="97"/>
                  <a:pt x="42" y="84"/>
                  <a:pt x="47" y="71"/>
                </a:cubicBezTo>
                <a:cubicBezTo>
                  <a:pt x="39" y="67"/>
                  <a:pt x="33" y="64"/>
                  <a:pt x="27" y="60"/>
                </a:cubicBezTo>
                <a:cubicBezTo>
                  <a:pt x="16" y="73"/>
                  <a:pt x="9" y="89"/>
                  <a:pt x="8" y="108"/>
                </a:cubicBezTo>
                <a:close/>
                <a:moveTo>
                  <a:pt x="33" y="55"/>
                </a:moveTo>
                <a:cubicBezTo>
                  <a:pt x="37" y="58"/>
                  <a:pt x="43" y="62"/>
                  <a:pt x="49" y="64"/>
                </a:cubicBezTo>
                <a:cubicBezTo>
                  <a:pt x="53" y="55"/>
                  <a:pt x="58" y="46"/>
                  <a:pt x="63" y="38"/>
                </a:cubicBezTo>
                <a:cubicBezTo>
                  <a:pt x="52" y="41"/>
                  <a:pt x="41" y="47"/>
                  <a:pt x="33" y="55"/>
                </a:cubicBezTo>
                <a:close/>
                <a:moveTo>
                  <a:pt x="80" y="35"/>
                </a:moveTo>
                <a:cubicBezTo>
                  <a:pt x="77" y="35"/>
                  <a:pt x="76" y="36"/>
                  <a:pt x="73" y="36"/>
                </a:cubicBezTo>
                <a:cubicBezTo>
                  <a:pt x="66" y="45"/>
                  <a:pt x="60" y="56"/>
                  <a:pt x="56" y="67"/>
                </a:cubicBezTo>
                <a:cubicBezTo>
                  <a:pt x="64" y="70"/>
                  <a:pt x="72" y="72"/>
                  <a:pt x="80" y="72"/>
                </a:cubicBezTo>
                <a:lnTo>
                  <a:pt x="80" y="35"/>
                </a:lnTo>
                <a:close/>
                <a:moveTo>
                  <a:pt x="80" y="80"/>
                </a:moveTo>
                <a:cubicBezTo>
                  <a:pt x="71" y="80"/>
                  <a:pt x="63" y="77"/>
                  <a:pt x="53" y="73"/>
                </a:cubicBezTo>
                <a:cubicBezTo>
                  <a:pt x="49" y="85"/>
                  <a:pt x="46" y="96"/>
                  <a:pt x="46" y="108"/>
                </a:cubicBezTo>
                <a:cubicBezTo>
                  <a:pt x="80" y="108"/>
                  <a:pt x="80" y="108"/>
                  <a:pt x="80" y="108"/>
                </a:cubicBezTo>
                <a:lnTo>
                  <a:pt x="80" y="80"/>
                </a:lnTo>
                <a:close/>
                <a:moveTo>
                  <a:pt x="80" y="116"/>
                </a:moveTo>
                <a:cubicBezTo>
                  <a:pt x="46" y="116"/>
                  <a:pt x="46" y="116"/>
                  <a:pt x="46" y="116"/>
                </a:cubicBezTo>
                <a:cubicBezTo>
                  <a:pt x="46" y="127"/>
                  <a:pt x="49" y="139"/>
                  <a:pt x="53" y="150"/>
                </a:cubicBezTo>
                <a:cubicBezTo>
                  <a:pt x="63" y="146"/>
                  <a:pt x="71" y="144"/>
                  <a:pt x="80" y="143"/>
                </a:cubicBezTo>
                <a:lnTo>
                  <a:pt x="80" y="116"/>
                </a:lnTo>
                <a:close/>
                <a:moveTo>
                  <a:pt x="80" y="151"/>
                </a:moveTo>
                <a:cubicBezTo>
                  <a:pt x="72" y="152"/>
                  <a:pt x="64" y="153"/>
                  <a:pt x="56" y="156"/>
                </a:cubicBezTo>
                <a:cubicBezTo>
                  <a:pt x="60" y="168"/>
                  <a:pt x="66" y="178"/>
                  <a:pt x="73" y="188"/>
                </a:cubicBezTo>
                <a:cubicBezTo>
                  <a:pt x="76" y="188"/>
                  <a:pt x="77" y="188"/>
                  <a:pt x="80" y="188"/>
                </a:cubicBezTo>
                <a:lnTo>
                  <a:pt x="80" y="151"/>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84"/>
          <p:cNvSpPr>
            <a:spLocks noEditPoints="1"/>
          </p:cNvSpPr>
          <p:nvPr/>
        </p:nvSpPr>
        <p:spPr bwMode="auto">
          <a:xfrm>
            <a:off x="9660462" y="6304050"/>
            <a:ext cx="384175" cy="384175"/>
          </a:xfrm>
          <a:custGeom>
            <a:avLst/>
            <a:gdLst>
              <a:gd name="T0" fmla="*/ 96 w 194"/>
              <a:gd name="T1" fmla="*/ 49 h 194"/>
              <a:gd name="T2" fmla="*/ 194 w 194"/>
              <a:gd name="T3" fmla="*/ 49 h 194"/>
              <a:gd name="T4" fmla="*/ 134 w 194"/>
              <a:gd name="T5" fmla="*/ 40 h 194"/>
              <a:gd name="T6" fmla="*/ 129 w 194"/>
              <a:gd name="T7" fmla="*/ 49 h 194"/>
              <a:gd name="T8" fmla="*/ 141 w 194"/>
              <a:gd name="T9" fmla="*/ 43 h 194"/>
              <a:gd name="T10" fmla="*/ 130 w 194"/>
              <a:gd name="T11" fmla="*/ 75 h 194"/>
              <a:gd name="T12" fmla="*/ 158 w 194"/>
              <a:gd name="T13" fmla="*/ 65 h 194"/>
              <a:gd name="T14" fmla="*/ 147 w 194"/>
              <a:gd name="T15" fmla="*/ 73 h 194"/>
              <a:gd name="T16" fmla="*/ 147 w 194"/>
              <a:gd name="T17" fmla="*/ 65 h 194"/>
              <a:gd name="T18" fmla="*/ 149 w 194"/>
              <a:gd name="T19" fmla="*/ 33 h 194"/>
              <a:gd name="T20" fmla="*/ 155 w 194"/>
              <a:gd name="T21" fmla="*/ 15 h 194"/>
              <a:gd name="T22" fmla="*/ 153 w 194"/>
              <a:gd name="T23" fmla="*/ 30 h 194"/>
              <a:gd name="T24" fmla="*/ 155 w 194"/>
              <a:gd name="T25" fmla="*/ 15 h 194"/>
              <a:gd name="T26" fmla="*/ 91 w 194"/>
              <a:gd name="T27" fmla="*/ 70 h 194"/>
              <a:gd name="T28" fmla="*/ 87 w 194"/>
              <a:gd name="T29" fmla="*/ 78 h 194"/>
              <a:gd name="T30" fmla="*/ 121 w 194"/>
              <a:gd name="T31" fmla="*/ 106 h 194"/>
              <a:gd name="T32" fmla="*/ 129 w 194"/>
              <a:gd name="T33" fmla="*/ 105 h 194"/>
              <a:gd name="T34" fmla="*/ 131 w 194"/>
              <a:gd name="T35" fmla="*/ 106 h 194"/>
              <a:gd name="T36" fmla="*/ 166 w 194"/>
              <a:gd name="T37" fmla="*/ 104 h 194"/>
              <a:gd name="T38" fmla="*/ 83 w 194"/>
              <a:gd name="T39" fmla="*/ 194 h 194"/>
              <a:gd name="T40" fmla="*/ 83 w 194"/>
              <a:gd name="T41" fmla="*/ 194 h 194"/>
              <a:gd name="T42" fmla="*/ 82 w 194"/>
              <a:gd name="T43" fmla="*/ 194 h 194"/>
              <a:gd name="T44" fmla="*/ 82 w 194"/>
              <a:gd name="T45" fmla="*/ 26 h 194"/>
              <a:gd name="T46" fmla="*/ 83 w 194"/>
              <a:gd name="T47" fmla="*/ 26 h 194"/>
              <a:gd name="T48" fmla="*/ 83 w 194"/>
              <a:gd name="T49" fmla="*/ 26 h 194"/>
              <a:gd name="T50" fmla="*/ 89 w 194"/>
              <a:gd name="T51" fmla="*/ 33 h 194"/>
              <a:gd name="T52" fmla="*/ 87 w 194"/>
              <a:gd name="T53" fmla="*/ 49 h 194"/>
              <a:gd name="T54" fmla="*/ 87 w 194"/>
              <a:gd name="T55" fmla="*/ 49 h 194"/>
              <a:gd name="T56" fmla="*/ 159 w 194"/>
              <a:gd name="T57" fmla="*/ 114 h 194"/>
              <a:gd name="T58" fmla="*/ 120 w 194"/>
              <a:gd name="T59" fmla="*/ 151 h 194"/>
              <a:gd name="T60" fmla="*/ 159 w 194"/>
              <a:gd name="T61" fmla="*/ 114 h 194"/>
              <a:gd name="T62" fmla="*/ 118 w 194"/>
              <a:gd name="T63" fmla="*/ 157 h 194"/>
              <a:gd name="T64" fmla="*/ 134 w 194"/>
              <a:gd name="T65" fmla="*/ 167 h 194"/>
              <a:gd name="T66" fmla="*/ 94 w 194"/>
              <a:gd name="T67" fmla="*/ 186 h 194"/>
              <a:gd name="T68" fmla="*/ 87 w 194"/>
              <a:gd name="T69" fmla="*/ 149 h 194"/>
              <a:gd name="T70" fmla="*/ 87 w 194"/>
              <a:gd name="T71" fmla="*/ 142 h 194"/>
              <a:gd name="T72" fmla="*/ 121 w 194"/>
              <a:gd name="T73" fmla="*/ 114 h 194"/>
              <a:gd name="T74" fmla="*/ 87 w 194"/>
              <a:gd name="T75" fmla="*/ 142 h 194"/>
              <a:gd name="T76" fmla="*/ 49 w 194"/>
              <a:gd name="T77" fmla="*/ 157 h 194"/>
              <a:gd name="T78" fmla="*/ 62 w 194"/>
              <a:gd name="T79" fmla="*/ 183 h 194"/>
              <a:gd name="T80" fmla="*/ 46 w 194"/>
              <a:gd name="T81" fmla="*/ 151 h 194"/>
              <a:gd name="T82" fmla="*/ 8 w 194"/>
              <a:gd name="T83" fmla="*/ 114 h 194"/>
              <a:gd name="T84" fmla="*/ 8 w 194"/>
              <a:gd name="T85" fmla="*/ 106 h 194"/>
              <a:gd name="T86" fmla="*/ 46 w 194"/>
              <a:gd name="T87" fmla="*/ 69 h 194"/>
              <a:gd name="T88" fmla="*/ 8 w 194"/>
              <a:gd name="T89" fmla="*/ 106 h 194"/>
              <a:gd name="T90" fmla="*/ 48 w 194"/>
              <a:gd name="T91" fmla="*/ 62 h 194"/>
              <a:gd name="T92" fmla="*/ 32 w 194"/>
              <a:gd name="T93" fmla="*/ 53 h 194"/>
              <a:gd name="T94" fmla="*/ 72 w 194"/>
              <a:gd name="T95" fmla="*/ 34 h 194"/>
              <a:gd name="T96" fmla="*/ 79 w 194"/>
              <a:gd name="T97" fmla="*/ 71 h 194"/>
              <a:gd name="T98" fmla="*/ 79 w 194"/>
              <a:gd name="T99" fmla="*/ 78 h 194"/>
              <a:gd name="T100" fmla="*/ 45 w 194"/>
              <a:gd name="T101" fmla="*/ 106 h 194"/>
              <a:gd name="T102" fmla="*/ 79 w 194"/>
              <a:gd name="T103" fmla="*/ 78 h 194"/>
              <a:gd name="T104" fmla="*/ 45 w 194"/>
              <a:gd name="T105" fmla="*/ 114 h 194"/>
              <a:gd name="T106" fmla="*/ 79 w 194"/>
              <a:gd name="T107" fmla="*/ 142 h 194"/>
              <a:gd name="T108" fmla="*/ 79 w 194"/>
              <a:gd name="T109" fmla="*/ 149 h 194"/>
              <a:gd name="T110" fmla="*/ 72 w 194"/>
              <a:gd name="T111" fmla="*/ 186 h 194"/>
              <a:gd name="T112" fmla="*/ 79 w 194"/>
              <a:gd name="T113" fmla="*/ 149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94" h="194">
                <a:moveTo>
                  <a:pt x="145" y="98"/>
                </a:moveTo>
                <a:cubicBezTo>
                  <a:pt x="118" y="98"/>
                  <a:pt x="96" y="76"/>
                  <a:pt x="96" y="49"/>
                </a:cubicBezTo>
                <a:cubicBezTo>
                  <a:pt x="96" y="22"/>
                  <a:pt x="118" y="0"/>
                  <a:pt x="145" y="0"/>
                </a:cubicBezTo>
                <a:cubicBezTo>
                  <a:pt x="173" y="0"/>
                  <a:pt x="194" y="22"/>
                  <a:pt x="194" y="49"/>
                </a:cubicBezTo>
                <a:cubicBezTo>
                  <a:pt x="194" y="76"/>
                  <a:pt x="173" y="98"/>
                  <a:pt x="145" y="98"/>
                </a:cubicBezTo>
                <a:close/>
                <a:moveTo>
                  <a:pt x="134" y="40"/>
                </a:moveTo>
                <a:cubicBezTo>
                  <a:pt x="133" y="41"/>
                  <a:pt x="128" y="46"/>
                  <a:pt x="128" y="48"/>
                </a:cubicBezTo>
                <a:cubicBezTo>
                  <a:pt x="128" y="48"/>
                  <a:pt x="129" y="49"/>
                  <a:pt x="129" y="49"/>
                </a:cubicBezTo>
                <a:cubicBezTo>
                  <a:pt x="131" y="49"/>
                  <a:pt x="136" y="40"/>
                  <a:pt x="140" y="40"/>
                </a:cubicBezTo>
                <a:cubicBezTo>
                  <a:pt x="141" y="40"/>
                  <a:pt x="142" y="41"/>
                  <a:pt x="141" y="43"/>
                </a:cubicBezTo>
                <a:cubicBezTo>
                  <a:pt x="134" y="61"/>
                  <a:pt x="134" y="61"/>
                  <a:pt x="134" y="61"/>
                </a:cubicBezTo>
                <a:cubicBezTo>
                  <a:pt x="133" y="62"/>
                  <a:pt x="130" y="71"/>
                  <a:pt x="130" y="75"/>
                </a:cubicBezTo>
                <a:cubicBezTo>
                  <a:pt x="130" y="79"/>
                  <a:pt x="132" y="81"/>
                  <a:pt x="136" y="81"/>
                </a:cubicBezTo>
                <a:cubicBezTo>
                  <a:pt x="146" y="81"/>
                  <a:pt x="158" y="68"/>
                  <a:pt x="158" y="65"/>
                </a:cubicBezTo>
                <a:cubicBezTo>
                  <a:pt x="158" y="65"/>
                  <a:pt x="157" y="64"/>
                  <a:pt x="157" y="64"/>
                </a:cubicBezTo>
                <a:cubicBezTo>
                  <a:pt x="155" y="64"/>
                  <a:pt x="150" y="73"/>
                  <a:pt x="147" y="73"/>
                </a:cubicBezTo>
                <a:cubicBezTo>
                  <a:pt x="146" y="73"/>
                  <a:pt x="145" y="72"/>
                  <a:pt x="145" y="71"/>
                </a:cubicBezTo>
                <a:cubicBezTo>
                  <a:pt x="145" y="70"/>
                  <a:pt x="146" y="67"/>
                  <a:pt x="147" y="65"/>
                </a:cubicBezTo>
                <a:cubicBezTo>
                  <a:pt x="154" y="46"/>
                  <a:pt x="154" y="46"/>
                  <a:pt x="154" y="46"/>
                </a:cubicBezTo>
                <a:cubicBezTo>
                  <a:pt x="158" y="36"/>
                  <a:pt x="153" y="33"/>
                  <a:pt x="149" y="33"/>
                </a:cubicBezTo>
                <a:cubicBezTo>
                  <a:pt x="143" y="33"/>
                  <a:pt x="138" y="36"/>
                  <a:pt x="134" y="40"/>
                </a:cubicBezTo>
                <a:close/>
                <a:moveTo>
                  <a:pt x="155" y="15"/>
                </a:moveTo>
                <a:cubicBezTo>
                  <a:pt x="150" y="15"/>
                  <a:pt x="146" y="18"/>
                  <a:pt x="146" y="23"/>
                </a:cubicBezTo>
                <a:cubicBezTo>
                  <a:pt x="146" y="27"/>
                  <a:pt x="149" y="30"/>
                  <a:pt x="153" y="30"/>
                </a:cubicBezTo>
                <a:cubicBezTo>
                  <a:pt x="158" y="30"/>
                  <a:pt x="161" y="26"/>
                  <a:pt x="161" y="22"/>
                </a:cubicBezTo>
                <a:cubicBezTo>
                  <a:pt x="161" y="18"/>
                  <a:pt x="159" y="15"/>
                  <a:pt x="155" y="15"/>
                </a:cubicBezTo>
                <a:close/>
                <a:moveTo>
                  <a:pt x="87" y="71"/>
                </a:moveTo>
                <a:cubicBezTo>
                  <a:pt x="88" y="70"/>
                  <a:pt x="89" y="70"/>
                  <a:pt x="91" y="70"/>
                </a:cubicBezTo>
                <a:cubicBezTo>
                  <a:pt x="92" y="73"/>
                  <a:pt x="93" y="75"/>
                  <a:pt x="94" y="77"/>
                </a:cubicBezTo>
                <a:cubicBezTo>
                  <a:pt x="92" y="78"/>
                  <a:pt x="89" y="78"/>
                  <a:pt x="87" y="78"/>
                </a:cubicBezTo>
                <a:cubicBezTo>
                  <a:pt x="87" y="106"/>
                  <a:pt x="87" y="106"/>
                  <a:pt x="87" y="106"/>
                </a:cubicBezTo>
                <a:cubicBezTo>
                  <a:pt x="121" y="106"/>
                  <a:pt x="121" y="106"/>
                  <a:pt x="121" y="106"/>
                </a:cubicBezTo>
                <a:cubicBezTo>
                  <a:pt x="121" y="104"/>
                  <a:pt x="121" y="103"/>
                  <a:pt x="121" y="102"/>
                </a:cubicBezTo>
                <a:cubicBezTo>
                  <a:pt x="124" y="103"/>
                  <a:pt x="126" y="104"/>
                  <a:pt x="129" y="105"/>
                </a:cubicBezTo>
                <a:cubicBezTo>
                  <a:pt x="129" y="105"/>
                  <a:pt x="129" y="105"/>
                  <a:pt x="129" y="106"/>
                </a:cubicBezTo>
                <a:cubicBezTo>
                  <a:pt x="131" y="106"/>
                  <a:pt x="131" y="106"/>
                  <a:pt x="131" y="106"/>
                </a:cubicBezTo>
                <a:cubicBezTo>
                  <a:pt x="135" y="107"/>
                  <a:pt x="140" y="108"/>
                  <a:pt x="145" y="108"/>
                </a:cubicBezTo>
                <a:cubicBezTo>
                  <a:pt x="153" y="108"/>
                  <a:pt x="160" y="106"/>
                  <a:pt x="166" y="104"/>
                </a:cubicBezTo>
                <a:cubicBezTo>
                  <a:pt x="167" y="106"/>
                  <a:pt x="167" y="108"/>
                  <a:pt x="167" y="110"/>
                </a:cubicBezTo>
                <a:cubicBezTo>
                  <a:pt x="167" y="156"/>
                  <a:pt x="129" y="193"/>
                  <a:pt x="83" y="194"/>
                </a:cubicBezTo>
                <a:cubicBezTo>
                  <a:pt x="83" y="194"/>
                  <a:pt x="83" y="194"/>
                  <a:pt x="83" y="194"/>
                </a:cubicBezTo>
                <a:cubicBezTo>
                  <a:pt x="83" y="194"/>
                  <a:pt x="83" y="194"/>
                  <a:pt x="83" y="194"/>
                </a:cubicBezTo>
                <a:cubicBezTo>
                  <a:pt x="83" y="194"/>
                  <a:pt x="82" y="194"/>
                  <a:pt x="82" y="194"/>
                </a:cubicBezTo>
                <a:cubicBezTo>
                  <a:pt x="82" y="194"/>
                  <a:pt x="82" y="194"/>
                  <a:pt x="82" y="194"/>
                </a:cubicBezTo>
                <a:cubicBezTo>
                  <a:pt x="36" y="193"/>
                  <a:pt x="0" y="156"/>
                  <a:pt x="0" y="110"/>
                </a:cubicBezTo>
                <a:cubicBezTo>
                  <a:pt x="0" y="63"/>
                  <a:pt x="36" y="27"/>
                  <a:pt x="82" y="26"/>
                </a:cubicBezTo>
                <a:cubicBezTo>
                  <a:pt x="82" y="26"/>
                  <a:pt x="82" y="26"/>
                  <a:pt x="82" y="26"/>
                </a:cubicBezTo>
                <a:cubicBezTo>
                  <a:pt x="82" y="26"/>
                  <a:pt x="83" y="26"/>
                  <a:pt x="83" y="26"/>
                </a:cubicBezTo>
                <a:cubicBezTo>
                  <a:pt x="83" y="26"/>
                  <a:pt x="83" y="26"/>
                  <a:pt x="83" y="26"/>
                </a:cubicBezTo>
                <a:cubicBezTo>
                  <a:pt x="83" y="26"/>
                  <a:pt x="83" y="26"/>
                  <a:pt x="83" y="26"/>
                </a:cubicBezTo>
                <a:cubicBezTo>
                  <a:pt x="86" y="26"/>
                  <a:pt x="88" y="26"/>
                  <a:pt x="91" y="26"/>
                </a:cubicBezTo>
                <a:cubicBezTo>
                  <a:pt x="90" y="29"/>
                  <a:pt x="89" y="31"/>
                  <a:pt x="89" y="33"/>
                </a:cubicBezTo>
                <a:cubicBezTo>
                  <a:pt x="88" y="33"/>
                  <a:pt x="87" y="33"/>
                  <a:pt x="87" y="33"/>
                </a:cubicBezTo>
                <a:cubicBezTo>
                  <a:pt x="87" y="49"/>
                  <a:pt x="87" y="49"/>
                  <a:pt x="87" y="49"/>
                </a:cubicBezTo>
                <a:cubicBezTo>
                  <a:pt x="87" y="49"/>
                  <a:pt x="87" y="49"/>
                  <a:pt x="87" y="49"/>
                </a:cubicBezTo>
                <a:cubicBezTo>
                  <a:pt x="87" y="49"/>
                  <a:pt x="87" y="49"/>
                  <a:pt x="87" y="49"/>
                </a:cubicBezTo>
                <a:lnTo>
                  <a:pt x="87" y="71"/>
                </a:lnTo>
                <a:close/>
                <a:moveTo>
                  <a:pt x="159" y="114"/>
                </a:moveTo>
                <a:cubicBezTo>
                  <a:pt x="129" y="114"/>
                  <a:pt x="129" y="114"/>
                  <a:pt x="129" y="114"/>
                </a:cubicBezTo>
                <a:cubicBezTo>
                  <a:pt x="129" y="124"/>
                  <a:pt x="126" y="138"/>
                  <a:pt x="120" y="151"/>
                </a:cubicBezTo>
                <a:cubicBezTo>
                  <a:pt x="128" y="154"/>
                  <a:pt x="134" y="158"/>
                  <a:pt x="140" y="161"/>
                </a:cubicBezTo>
                <a:cubicBezTo>
                  <a:pt x="151" y="149"/>
                  <a:pt x="158" y="132"/>
                  <a:pt x="159" y="114"/>
                </a:cubicBezTo>
                <a:close/>
                <a:moveTo>
                  <a:pt x="134" y="167"/>
                </a:moveTo>
                <a:cubicBezTo>
                  <a:pt x="130" y="163"/>
                  <a:pt x="124" y="160"/>
                  <a:pt x="118" y="157"/>
                </a:cubicBezTo>
                <a:cubicBezTo>
                  <a:pt x="114" y="167"/>
                  <a:pt x="109" y="176"/>
                  <a:pt x="104" y="183"/>
                </a:cubicBezTo>
                <a:cubicBezTo>
                  <a:pt x="115" y="180"/>
                  <a:pt x="126" y="175"/>
                  <a:pt x="134" y="167"/>
                </a:cubicBezTo>
                <a:close/>
                <a:moveTo>
                  <a:pt x="87" y="186"/>
                </a:moveTo>
                <a:cubicBezTo>
                  <a:pt x="89" y="186"/>
                  <a:pt x="91" y="186"/>
                  <a:pt x="94" y="186"/>
                </a:cubicBezTo>
                <a:cubicBezTo>
                  <a:pt x="101" y="177"/>
                  <a:pt x="107" y="166"/>
                  <a:pt x="111" y="154"/>
                </a:cubicBezTo>
                <a:cubicBezTo>
                  <a:pt x="103" y="152"/>
                  <a:pt x="95" y="150"/>
                  <a:pt x="87" y="149"/>
                </a:cubicBezTo>
                <a:lnTo>
                  <a:pt x="87" y="186"/>
                </a:lnTo>
                <a:close/>
                <a:moveTo>
                  <a:pt x="87" y="142"/>
                </a:moveTo>
                <a:cubicBezTo>
                  <a:pt x="95" y="142"/>
                  <a:pt x="104" y="145"/>
                  <a:pt x="114" y="149"/>
                </a:cubicBezTo>
                <a:cubicBezTo>
                  <a:pt x="118" y="137"/>
                  <a:pt x="121" y="125"/>
                  <a:pt x="121" y="114"/>
                </a:cubicBezTo>
                <a:cubicBezTo>
                  <a:pt x="87" y="114"/>
                  <a:pt x="87" y="114"/>
                  <a:pt x="87" y="114"/>
                </a:cubicBezTo>
                <a:lnTo>
                  <a:pt x="87" y="142"/>
                </a:lnTo>
                <a:close/>
                <a:moveTo>
                  <a:pt x="62" y="183"/>
                </a:moveTo>
                <a:cubicBezTo>
                  <a:pt x="57" y="176"/>
                  <a:pt x="52" y="167"/>
                  <a:pt x="49" y="157"/>
                </a:cubicBezTo>
                <a:cubicBezTo>
                  <a:pt x="42" y="160"/>
                  <a:pt x="36" y="163"/>
                  <a:pt x="32" y="167"/>
                </a:cubicBezTo>
                <a:cubicBezTo>
                  <a:pt x="40" y="175"/>
                  <a:pt x="51" y="180"/>
                  <a:pt x="62" y="183"/>
                </a:cubicBezTo>
                <a:close/>
                <a:moveTo>
                  <a:pt x="27" y="161"/>
                </a:moveTo>
                <a:cubicBezTo>
                  <a:pt x="32" y="158"/>
                  <a:pt x="38" y="154"/>
                  <a:pt x="46" y="151"/>
                </a:cubicBezTo>
                <a:cubicBezTo>
                  <a:pt x="41" y="138"/>
                  <a:pt x="38" y="124"/>
                  <a:pt x="37" y="114"/>
                </a:cubicBezTo>
                <a:cubicBezTo>
                  <a:pt x="8" y="114"/>
                  <a:pt x="8" y="114"/>
                  <a:pt x="8" y="114"/>
                </a:cubicBezTo>
                <a:cubicBezTo>
                  <a:pt x="8" y="132"/>
                  <a:pt x="15" y="149"/>
                  <a:pt x="27" y="161"/>
                </a:cubicBezTo>
                <a:close/>
                <a:moveTo>
                  <a:pt x="8" y="106"/>
                </a:moveTo>
                <a:cubicBezTo>
                  <a:pt x="37" y="106"/>
                  <a:pt x="37" y="106"/>
                  <a:pt x="37" y="106"/>
                </a:cubicBezTo>
                <a:cubicBezTo>
                  <a:pt x="38" y="95"/>
                  <a:pt x="41" y="82"/>
                  <a:pt x="46" y="69"/>
                </a:cubicBezTo>
                <a:cubicBezTo>
                  <a:pt x="38" y="66"/>
                  <a:pt x="32" y="62"/>
                  <a:pt x="27" y="58"/>
                </a:cubicBezTo>
                <a:cubicBezTo>
                  <a:pt x="15" y="71"/>
                  <a:pt x="8" y="87"/>
                  <a:pt x="8" y="106"/>
                </a:cubicBezTo>
                <a:close/>
                <a:moveTo>
                  <a:pt x="32" y="53"/>
                </a:moveTo>
                <a:cubicBezTo>
                  <a:pt x="36" y="56"/>
                  <a:pt x="42" y="60"/>
                  <a:pt x="48" y="62"/>
                </a:cubicBezTo>
                <a:cubicBezTo>
                  <a:pt x="52" y="53"/>
                  <a:pt x="57" y="44"/>
                  <a:pt x="62" y="36"/>
                </a:cubicBezTo>
                <a:cubicBezTo>
                  <a:pt x="51" y="39"/>
                  <a:pt x="40" y="45"/>
                  <a:pt x="32" y="53"/>
                </a:cubicBezTo>
                <a:close/>
                <a:moveTo>
                  <a:pt x="79" y="33"/>
                </a:moveTo>
                <a:cubicBezTo>
                  <a:pt x="76" y="33"/>
                  <a:pt x="75" y="34"/>
                  <a:pt x="72" y="34"/>
                </a:cubicBezTo>
                <a:cubicBezTo>
                  <a:pt x="66" y="43"/>
                  <a:pt x="60" y="54"/>
                  <a:pt x="55" y="65"/>
                </a:cubicBezTo>
                <a:cubicBezTo>
                  <a:pt x="63" y="68"/>
                  <a:pt x="71" y="70"/>
                  <a:pt x="79" y="71"/>
                </a:cubicBezTo>
                <a:lnTo>
                  <a:pt x="79" y="33"/>
                </a:lnTo>
                <a:close/>
                <a:moveTo>
                  <a:pt x="79" y="78"/>
                </a:moveTo>
                <a:cubicBezTo>
                  <a:pt x="71" y="78"/>
                  <a:pt x="62" y="75"/>
                  <a:pt x="53" y="71"/>
                </a:cubicBezTo>
                <a:cubicBezTo>
                  <a:pt x="48" y="83"/>
                  <a:pt x="45" y="94"/>
                  <a:pt x="45" y="106"/>
                </a:cubicBezTo>
                <a:cubicBezTo>
                  <a:pt x="79" y="106"/>
                  <a:pt x="79" y="106"/>
                  <a:pt x="79" y="106"/>
                </a:cubicBezTo>
                <a:lnTo>
                  <a:pt x="79" y="78"/>
                </a:lnTo>
                <a:close/>
                <a:moveTo>
                  <a:pt x="79" y="114"/>
                </a:moveTo>
                <a:cubicBezTo>
                  <a:pt x="45" y="114"/>
                  <a:pt x="45" y="114"/>
                  <a:pt x="45" y="114"/>
                </a:cubicBezTo>
                <a:cubicBezTo>
                  <a:pt x="45" y="125"/>
                  <a:pt x="48" y="137"/>
                  <a:pt x="53" y="149"/>
                </a:cubicBezTo>
                <a:cubicBezTo>
                  <a:pt x="62" y="145"/>
                  <a:pt x="71" y="142"/>
                  <a:pt x="79" y="142"/>
                </a:cubicBezTo>
                <a:lnTo>
                  <a:pt x="79" y="114"/>
                </a:lnTo>
                <a:close/>
                <a:moveTo>
                  <a:pt x="79" y="149"/>
                </a:moveTo>
                <a:cubicBezTo>
                  <a:pt x="71" y="150"/>
                  <a:pt x="63" y="152"/>
                  <a:pt x="55" y="154"/>
                </a:cubicBezTo>
                <a:cubicBezTo>
                  <a:pt x="60" y="166"/>
                  <a:pt x="65" y="177"/>
                  <a:pt x="72" y="186"/>
                </a:cubicBezTo>
                <a:cubicBezTo>
                  <a:pt x="75" y="186"/>
                  <a:pt x="76" y="186"/>
                  <a:pt x="79" y="186"/>
                </a:cubicBezTo>
                <a:lnTo>
                  <a:pt x="79" y="149"/>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85"/>
          <p:cNvSpPr>
            <a:spLocks noEditPoints="1"/>
          </p:cNvSpPr>
          <p:nvPr/>
        </p:nvSpPr>
        <p:spPr bwMode="auto">
          <a:xfrm>
            <a:off x="10147824" y="6302463"/>
            <a:ext cx="388938" cy="387350"/>
          </a:xfrm>
          <a:custGeom>
            <a:avLst/>
            <a:gdLst>
              <a:gd name="T0" fmla="*/ 147 w 197"/>
              <a:gd name="T1" fmla="*/ 129 h 196"/>
              <a:gd name="T2" fmla="*/ 96 w 197"/>
              <a:gd name="T3" fmla="*/ 50 h 196"/>
              <a:gd name="T4" fmla="*/ 197 w 197"/>
              <a:gd name="T5" fmla="*/ 50 h 196"/>
              <a:gd name="T6" fmla="*/ 146 w 197"/>
              <a:gd name="T7" fmla="*/ 10 h 196"/>
              <a:gd name="T8" fmla="*/ 146 w 197"/>
              <a:gd name="T9" fmla="*/ 82 h 196"/>
              <a:gd name="T10" fmla="*/ 146 w 197"/>
              <a:gd name="T11" fmla="*/ 10 h 196"/>
              <a:gd name="T12" fmla="*/ 147 w 197"/>
              <a:gd name="T13" fmla="*/ 59 h 196"/>
              <a:gd name="T14" fmla="*/ 134 w 197"/>
              <a:gd name="T15" fmla="*/ 49 h 196"/>
              <a:gd name="T16" fmla="*/ 139 w 197"/>
              <a:gd name="T17" fmla="*/ 34 h 196"/>
              <a:gd name="T18" fmla="*/ 154 w 197"/>
              <a:gd name="T19" fmla="*/ 34 h 196"/>
              <a:gd name="T20" fmla="*/ 159 w 197"/>
              <a:gd name="T21" fmla="*/ 49 h 196"/>
              <a:gd name="T22" fmla="*/ 87 w 197"/>
              <a:gd name="T23" fmla="*/ 108 h 196"/>
              <a:gd name="T24" fmla="*/ 111 w 197"/>
              <a:gd name="T25" fmla="*/ 116 h 196"/>
              <a:gd name="T26" fmla="*/ 87 w 197"/>
              <a:gd name="T27" fmla="*/ 143 h 196"/>
              <a:gd name="T28" fmla="*/ 122 w 197"/>
              <a:gd name="T29" fmla="*/ 127 h 196"/>
              <a:gd name="T30" fmla="*/ 122 w 197"/>
              <a:gd name="T31" fmla="*/ 153 h 196"/>
              <a:gd name="T32" fmla="*/ 155 w 197"/>
              <a:gd name="T33" fmla="*/ 141 h 196"/>
              <a:gd name="T34" fmla="*/ 84 w 197"/>
              <a:gd name="T35" fmla="*/ 196 h 196"/>
              <a:gd name="T36" fmla="*/ 84 w 197"/>
              <a:gd name="T37" fmla="*/ 28 h 196"/>
              <a:gd name="T38" fmla="*/ 82 w 197"/>
              <a:gd name="T39" fmla="*/ 46 h 196"/>
              <a:gd name="T40" fmla="*/ 89 w 197"/>
              <a:gd name="T41" fmla="*/ 80 h 196"/>
              <a:gd name="T42" fmla="*/ 87 w 197"/>
              <a:gd name="T43" fmla="*/ 108 h 196"/>
              <a:gd name="T44" fmla="*/ 120 w 197"/>
              <a:gd name="T45" fmla="*/ 159 h 196"/>
              <a:gd name="T46" fmla="*/ 136 w 197"/>
              <a:gd name="T47" fmla="*/ 169 h 196"/>
              <a:gd name="T48" fmla="*/ 96 w 197"/>
              <a:gd name="T49" fmla="*/ 188 h 196"/>
              <a:gd name="T50" fmla="*/ 87 w 197"/>
              <a:gd name="T51" fmla="*/ 151 h 196"/>
              <a:gd name="T52" fmla="*/ 63 w 197"/>
              <a:gd name="T53" fmla="*/ 185 h 196"/>
              <a:gd name="T54" fmla="*/ 32 w 197"/>
              <a:gd name="T55" fmla="*/ 169 h 196"/>
              <a:gd name="T56" fmla="*/ 27 w 197"/>
              <a:gd name="T57" fmla="*/ 163 h 196"/>
              <a:gd name="T58" fmla="*/ 38 w 197"/>
              <a:gd name="T59" fmla="*/ 116 h 196"/>
              <a:gd name="T60" fmla="*/ 27 w 197"/>
              <a:gd name="T61" fmla="*/ 163 h 196"/>
              <a:gd name="T62" fmla="*/ 38 w 197"/>
              <a:gd name="T63" fmla="*/ 108 h 196"/>
              <a:gd name="T64" fmla="*/ 27 w 197"/>
              <a:gd name="T65" fmla="*/ 60 h 196"/>
              <a:gd name="T66" fmla="*/ 32 w 197"/>
              <a:gd name="T67" fmla="*/ 55 h 196"/>
              <a:gd name="T68" fmla="*/ 63 w 197"/>
              <a:gd name="T69" fmla="*/ 38 h 196"/>
              <a:gd name="T70" fmla="*/ 79 w 197"/>
              <a:gd name="T71" fmla="*/ 35 h 196"/>
              <a:gd name="T72" fmla="*/ 55 w 197"/>
              <a:gd name="T73" fmla="*/ 67 h 196"/>
              <a:gd name="T74" fmla="*/ 79 w 197"/>
              <a:gd name="T75" fmla="*/ 35 h 196"/>
              <a:gd name="T76" fmla="*/ 53 w 197"/>
              <a:gd name="T77" fmla="*/ 73 h 196"/>
              <a:gd name="T78" fmla="*/ 79 w 197"/>
              <a:gd name="T79" fmla="*/ 108 h 196"/>
              <a:gd name="T80" fmla="*/ 79 w 197"/>
              <a:gd name="T81" fmla="*/ 116 h 196"/>
              <a:gd name="T82" fmla="*/ 53 w 197"/>
              <a:gd name="T83" fmla="*/ 150 h 196"/>
              <a:gd name="T84" fmla="*/ 79 w 197"/>
              <a:gd name="T85" fmla="*/ 116 h 196"/>
              <a:gd name="T86" fmla="*/ 56 w 197"/>
              <a:gd name="T87" fmla="*/ 156 h 196"/>
              <a:gd name="T88" fmla="*/ 79 w 197"/>
              <a:gd name="T89" fmla="*/ 188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97" h="196">
                <a:moveTo>
                  <a:pt x="196" y="56"/>
                </a:moveTo>
                <a:cubicBezTo>
                  <a:pt x="194" y="100"/>
                  <a:pt x="147" y="129"/>
                  <a:pt x="147" y="129"/>
                </a:cubicBezTo>
                <a:cubicBezTo>
                  <a:pt x="147" y="129"/>
                  <a:pt x="106" y="104"/>
                  <a:pt x="98" y="66"/>
                </a:cubicBezTo>
                <a:cubicBezTo>
                  <a:pt x="97" y="61"/>
                  <a:pt x="96" y="56"/>
                  <a:pt x="96" y="50"/>
                </a:cubicBezTo>
                <a:cubicBezTo>
                  <a:pt x="96" y="22"/>
                  <a:pt x="118" y="0"/>
                  <a:pt x="146" y="0"/>
                </a:cubicBezTo>
                <a:cubicBezTo>
                  <a:pt x="174" y="0"/>
                  <a:pt x="197" y="22"/>
                  <a:pt x="197" y="50"/>
                </a:cubicBezTo>
                <a:cubicBezTo>
                  <a:pt x="197" y="52"/>
                  <a:pt x="196" y="54"/>
                  <a:pt x="196" y="56"/>
                </a:cubicBezTo>
                <a:close/>
                <a:moveTo>
                  <a:pt x="146" y="10"/>
                </a:moveTo>
                <a:cubicBezTo>
                  <a:pt x="126" y="10"/>
                  <a:pt x="110" y="26"/>
                  <a:pt x="110" y="46"/>
                </a:cubicBezTo>
                <a:cubicBezTo>
                  <a:pt x="110" y="66"/>
                  <a:pt x="126" y="82"/>
                  <a:pt x="146" y="82"/>
                </a:cubicBezTo>
                <a:cubicBezTo>
                  <a:pt x="166" y="82"/>
                  <a:pt x="182" y="66"/>
                  <a:pt x="182" y="46"/>
                </a:cubicBezTo>
                <a:cubicBezTo>
                  <a:pt x="182" y="26"/>
                  <a:pt x="166" y="10"/>
                  <a:pt x="146" y="10"/>
                </a:cubicBezTo>
                <a:close/>
                <a:moveTo>
                  <a:pt x="161" y="65"/>
                </a:moveTo>
                <a:cubicBezTo>
                  <a:pt x="147" y="59"/>
                  <a:pt x="147" y="59"/>
                  <a:pt x="147" y="59"/>
                </a:cubicBezTo>
                <a:cubicBezTo>
                  <a:pt x="132" y="65"/>
                  <a:pt x="132" y="65"/>
                  <a:pt x="132" y="65"/>
                </a:cubicBezTo>
                <a:cubicBezTo>
                  <a:pt x="134" y="49"/>
                  <a:pt x="134" y="49"/>
                  <a:pt x="134" y="49"/>
                </a:cubicBezTo>
                <a:cubicBezTo>
                  <a:pt x="123" y="37"/>
                  <a:pt x="123" y="37"/>
                  <a:pt x="123" y="37"/>
                </a:cubicBezTo>
                <a:cubicBezTo>
                  <a:pt x="139" y="34"/>
                  <a:pt x="139" y="34"/>
                  <a:pt x="139" y="34"/>
                </a:cubicBezTo>
                <a:cubicBezTo>
                  <a:pt x="147" y="20"/>
                  <a:pt x="147" y="20"/>
                  <a:pt x="147" y="20"/>
                </a:cubicBezTo>
                <a:cubicBezTo>
                  <a:pt x="154" y="34"/>
                  <a:pt x="154" y="34"/>
                  <a:pt x="154" y="34"/>
                </a:cubicBezTo>
                <a:cubicBezTo>
                  <a:pt x="170" y="37"/>
                  <a:pt x="170" y="37"/>
                  <a:pt x="170" y="37"/>
                </a:cubicBezTo>
                <a:cubicBezTo>
                  <a:pt x="159" y="49"/>
                  <a:pt x="159" y="49"/>
                  <a:pt x="159" y="49"/>
                </a:cubicBezTo>
                <a:lnTo>
                  <a:pt x="161" y="65"/>
                </a:lnTo>
                <a:close/>
                <a:moveTo>
                  <a:pt x="87" y="108"/>
                </a:moveTo>
                <a:cubicBezTo>
                  <a:pt x="104" y="108"/>
                  <a:pt x="104" y="108"/>
                  <a:pt x="104" y="108"/>
                </a:cubicBezTo>
                <a:cubicBezTo>
                  <a:pt x="106" y="110"/>
                  <a:pt x="109" y="113"/>
                  <a:pt x="111" y="116"/>
                </a:cubicBezTo>
                <a:cubicBezTo>
                  <a:pt x="87" y="116"/>
                  <a:pt x="87" y="116"/>
                  <a:pt x="87" y="116"/>
                </a:cubicBezTo>
                <a:cubicBezTo>
                  <a:pt x="87" y="143"/>
                  <a:pt x="87" y="143"/>
                  <a:pt x="87" y="143"/>
                </a:cubicBezTo>
                <a:cubicBezTo>
                  <a:pt x="96" y="144"/>
                  <a:pt x="106" y="146"/>
                  <a:pt x="116" y="150"/>
                </a:cubicBezTo>
                <a:cubicBezTo>
                  <a:pt x="118" y="143"/>
                  <a:pt x="121" y="135"/>
                  <a:pt x="122" y="127"/>
                </a:cubicBezTo>
                <a:cubicBezTo>
                  <a:pt x="124" y="129"/>
                  <a:pt x="126" y="131"/>
                  <a:pt x="128" y="133"/>
                </a:cubicBezTo>
                <a:cubicBezTo>
                  <a:pt x="127" y="139"/>
                  <a:pt x="125" y="146"/>
                  <a:pt x="122" y="153"/>
                </a:cubicBezTo>
                <a:cubicBezTo>
                  <a:pt x="130" y="156"/>
                  <a:pt x="136" y="160"/>
                  <a:pt x="142" y="163"/>
                </a:cubicBezTo>
                <a:cubicBezTo>
                  <a:pt x="147" y="157"/>
                  <a:pt x="152" y="149"/>
                  <a:pt x="155" y="141"/>
                </a:cubicBezTo>
                <a:cubicBezTo>
                  <a:pt x="158" y="139"/>
                  <a:pt x="162" y="136"/>
                  <a:pt x="166" y="133"/>
                </a:cubicBezTo>
                <a:cubicBezTo>
                  <a:pt x="157" y="169"/>
                  <a:pt x="124" y="196"/>
                  <a:pt x="84" y="196"/>
                </a:cubicBezTo>
                <a:cubicBezTo>
                  <a:pt x="37" y="196"/>
                  <a:pt x="0" y="159"/>
                  <a:pt x="0" y="112"/>
                </a:cubicBezTo>
                <a:cubicBezTo>
                  <a:pt x="0" y="65"/>
                  <a:pt x="37" y="28"/>
                  <a:pt x="84" y="28"/>
                </a:cubicBezTo>
                <a:cubicBezTo>
                  <a:pt x="84" y="28"/>
                  <a:pt x="84" y="28"/>
                  <a:pt x="84" y="28"/>
                </a:cubicBezTo>
                <a:cubicBezTo>
                  <a:pt x="83" y="33"/>
                  <a:pt x="82" y="40"/>
                  <a:pt x="82" y="46"/>
                </a:cubicBezTo>
                <a:cubicBezTo>
                  <a:pt x="82" y="53"/>
                  <a:pt x="83" y="60"/>
                  <a:pt x="85" y="66"/>
                </a:cubicBezTo>
                <a:cubicBezTo>
                  <a:pt x="86" y="71"/>
                  <a:pt x="87" y="76"/>
                  <a:pt x="89" y="80"/>
                </a:cubicBezTo>
                <a:cubicBezTo>
                  <a:pt x="89" y="80"/>
                  <a:pt x="88" y="80"/>
                  <a:pt x="87" y="80"/>
                </a:cubicBezTo>
                <a:lnTo>
                  <a:pt x="87" y="108"/>
                </a:lnTo>
                <a:close/>
                <a:moveTo>
                  <a:pt x="136" y="169"/>
                </a:moveTo>
                <a:cubicBezTo>
                  <a:pt x="132" y="165"/>
                  <a:pt x="126" y="162"/>
                  <a:pt x="120" y="159"/>
                </a:cubicBezTo>
                <a:cubicBezTo>
                  <a:pt x="116" y="169"/>
                  <a:pt x="111" y="177"/>
                  <a:pt x="106" y="185"/>
                </a:cubicBezTo>
                <a:cubicBezTo>
                  <a:pt x="117" y="182"/>
                  <a:pt x="128" y="176"/>
                  <a:pt x="136" y="169"/>
                </a:cubicBezTo>
                <a:close/>
                <a:moveTo>
                  <a:pt x="87" y="188"/>
                </a:moveTo>
                <a:cubicBezTo>
                  <a:pt x="90" y="188"/>
                  <a:pt x="93" y="188"/>
                  <a:pt x="96" y="188"/>
                </a:cubicBezTo>
                <a:cubicBezTo>
                  <a:pt x="103" y="178"/>
                  <a:pt x="109" y="168"/>
                  <a:pt x="113" y="156"/>
                </a:cubicBezTo>
                <a:cubicBezTo>
                  <a:pt x="105" y="153"/>
                  <a:pt x="95" y="152"/>
                  <a:pt x="87" y="151"/>
                </a:cubicBezTo>
                <a:lnTo>
                  <a:pt x="87" y="188"/>
                </a:lnTo>
                <a:close/>
                <a:moveTo>
                  <a:pt x="63" y="185"/>
                </a:moveTo>
                <a:cubicBezTo>
                  <a:pt x="57" y="177"/>
                  <a:pt x="53" y="169"/>
                  <a:pt x="49" y="159"/>
                </a:cubicBezTo>
                <a:cubicBezTo>
                  <a:pt x="43" y="162"/>
                  <a:pt x="37" y="165"/>
                  <a:pt x="32" y="169"/>
                </a:cubicBezTo>
                <a:cubicBezTo>
                  <a:pt x="41" y="176"/>
                  <a:pt x="51" y="182"/>
                  <a:pt x="63" y="185"/>
                </a:cubicBezTo>
                <a:close/>
                <a:moveTo>
                  <a:pt x="27" y="163"/>
                </a:moveTo>
                <a:cubicBezTo>
                  <a:pt x="32" y="160"/>
                  <a:pt x="39" y="156"/>
                  <a:pt x="46" y="153"/>
                </a:cubicBezTo>
                <a:cubicBezTo>
                  <a:pt x="41" y="140"/>
                  <a:pt x="38" y="126"/>
                  <a:pt x="38" y="116"/>
                </a:cubicBezTo>
                <a:cubicBezTo>
                  <a:pt x="8" y="116"/>
                  <a:pt x="8" y="116"/>
                  <a:pt x="8" y="116"/>
                </a:cubicBezTo>
                <a:cubicBezTo>
                  <a:pt x="9" y="134"/>
                  <a:pt x="16" y="151"/>
                  <a:pt x="27" y="163"/>
                </a:cubicBezTo>
                <a:close/>
                <a:moveTo>
                  <a:pt x="8" y="108"/>
                </a:moveTo>
                <a:cubicBezTo>
                  <a:pt x="38" y="108"/>
                  <a:pt x="38" y="108"/>
                  <a:pt x="38" y="108"/>
                </a:cubicBezTo>
                <a:cubicBezTo>
                  <a:pt x="39" y="97"/>
                  <a:pt x="41" y="84"/>
                  <a:pt x="46" y="71"/>
                </a:cubicBezTo>
                <a:cubicBezTo>
                  <a:pt x="39" y="67"/>
                  <a:pt x="32" y="64"/>
                  <a:pt x="27" y="60"/>
                </a:cubicBezTo>
                <a:cubicBezTo>
                  <a:pt x="16" y="73"/>
                  <a:pt x="9" y="89"/>
                  <a:pt x="8" y="108"/>
                </a:cubicBezTo>
                <a:close/>
                <a:moveTo>
                  <a:pt x="32" y="55"/>
                </a:moveTo>
                <a:cubicBezTo>
                  <a:pt x="37" y="58"/>
                  <a:pt x="42" y="62"/>
                  <a:pt x="49" y="64"/>
                </a:cubicBezTo>
                <a:cubicBezTo>
                  <a:pt x="53" y="55"/>
                  <a:pt x="58" y="46"/>
                  <a:pt x="63" y="38"/>
                </a:cubicBezTo>
                <a:cubicBezTo>
                  <a:pt x="51" y="41"/>
                  <a:pt x="41" y="47"/>
                  <a:pt x="32" y="55"/>
                </a:cubicBezTo>
                <a:close/>
                <a:moveTo>
                  <a:pt x="79" y="35"/>
                </a:moveTo>
                <a:cubicBezTo>
                  <a:pt x="77" y="35"/>
                  <a:pt x="76" y="36"/>
                  <a:pt x="73" y="36"/>
                </a:cubicBezTo>
                <a:cubicBezTo>
                  <a:pt x="66" y="45"/>
                  <a:pt x="60" y="56"/>
                  <a:pt x="55" y="67"/>
                </a:cubicBezTo>
                <a:cubicBezTo>
                  <a:pt x="64" y="70"/>
                  <a:pt x="71" y="72"/>
                  <a:pt x="79" y="72"/>
                </a:cubicBezTo>
                <a:lnTo>
                  <a:pt x="79" y="35"/>
                </a:lnTo>
                <a:close/>
                <a:moveTo>
                  <a:pt x="79" y="80"/>
                </a:moveTo>
                <a:cubicBezTo>
                  <a:pt x="71" y="80"/>
                  <a:pt x="63" y="77"/>
                  <a:pt x="53" y="73"/>
                </a:cubicBezTo>
                <a:cubicBezTo>
                  <a:pt x="49" y="85"/>
                  <a:pt x="46" y="96"/>
                  <a:pt x="45" y="108"/>
                </a:cubicBezTo>
                <a:cubicBezTo>
                  <a:pt x="79" y="108"/>
                  <a:pt x="79" y="108"/>
                  <a:pt x="79" y="108"/>
                </a:cubicBezTo>
                <a:lnTo>
                  <a:pt x="79" y="80"/>
                </a:lnTo>
                <a:close/>
                <a:moveTo>
                  <a:pt x="79" y="116"/>
                </a:moveTo>
                <a:cubicBezTo>
                  <a:pt x="45" y="116"/>
                  <a:pt x="45" y="116"/>
                  <a:pt x="45" y="116"/>
                </a:cubicBezTo>
                <a:cubicBezTo>
                  <a:pt x="46" y="127"/>
                  <a:pt x="49" y="139"/>
                  <a:pt x="53" y="150"/>
                </a:cubicBezTo>
                <a:cubicBezTo>
                  <a:pt x="63" y="146"/>
                  <a:pt x="71" y="144"/>
                  <a:pt x="79" y="143"/>
                </a:cubicBezTo>
                <a:lnTo>
                  <a:pt x="79" y="116"/>
                </a:lnTo>
                <a:close/>
                <a:moveTo>
                  <a:pt x="79" y="151"/>
                </a:moveTo>
                <a:cubicBezTo>
                  <a:pt x="72" y="152"/>
                  <a:pt x="64" y="153"/>
                  <a:pt x="56" y="156"/>
                </a:cubicBezTo>
                <a:cubicBezTo>
                  <a:pt x="60" y="168"/>
                  <a:pt x="66" y="178"/>
                  <a:pt x="73" y="188"/>
                </a:cubicBezTo>
                <a:cubicBezTo>
                  <a:pt x="76" y="188"/>
                  <a:pt x="77" y="188"/>
                  <a:pt x="79" y="188"/>
                </a:cubicBezTo>
                <a:lnTo>
                  <a:pt x="79" y="151"/>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86"/>
          <p:cNvSpPr>
            <a:spLocks noEditPoints="1"/>
          </p:cNvSpPr>
          <p:nvPr/>
        </p:nvSpPr>
        <p:spPr bwMode="auto">
          <a:xfrm>
            <a:off x="10614549" y="6297700"/>
            <a:ext cx="393700" cy="393700"/>
          </a:xfrm>
          <a:custGeom>
            <a:avLst/>
            <a:gdLst>
              <a:gd name="T0" fmla="*/ 100 w 199"/>
              <a:gd name="T1" fmla="*/ 199 h 199"/>
              <a:gd name="T2" fmla="*/ 0 w 199"/>
              <a:gd name="T3" fmla="*/ 100 h 199"/>
              <a:gd name="T4" fmla="*/ 100 w 199"/>
              <a:gd name="T5" fmla="*/ 0 h 199"/>
              <a:gd name="T6" fmla="*/ 199 w 199"/>
              <a:gd name="T7" fmla="*/ 100 h 199"/>
              <a:gd name="T8" fmla="*/ 100 w 199"/>
              <a:gd name="T9" fmla="*/ 199 h 199"/>
              <a:gd name="T10" fmla="*/ 108 w 199"/>
              <a:gd name="T11" fmla="*/ 25 h 199"/>
              <a:gd name="T12" fmla="*/ 108 w 199"/>
              <a:gd name="T13" fmla="*/ 60 h 199"/>
              <a:gd name="T14" fmla="*/ 92 w 199"/>
              <a:gd name="T15" fmla="*/ 60 h 199"/>
              <a:gd name="T16" fmla="*/ 92 w 199"/>
              <a:gd name="T17" fmla="*/ 25 h 199"/>
              <a:gd name="T18" fmla="*/ 25 w 199"/>
              <a:gd name="T19" fmla="*/ 92 h 199"/>
              <a:gd name="T20" fmla="*/ 60 w 199"/>
              <a:gd name="T21" fmla="*/ 92 h 199"/>
              <a:gd name="T22" fmla="*/ 60 w 199"/>
              <a:gd name="T23" fmla="*/ 108 h 199"/>
              <a:gd name="T24" fmla="*/ 26 w 199"/>
              <a:gd name="T25" fmla="*/ 108 h 199"/>
              <a:gd name="T26" fmla="*/ 92 w 199"/>
              <a:gd name="T27" fmla="*/ 174 h 199"/>
              <a:gd name="T28" fmla="*/ 92 w 199"/>
              <a:gd name="T29" fmla="*/ 136 h 199"/>
              <a:gd name="T30" fmla="*/ 108 w 199"/>
              <a:gd name="T31" fmla="*/ 136 h 199"/>
              <a:gd name="T32" fmla="*/ 108 w 199"/>
              <a:gd name="T33" fmla="*/ 174 h 199"/>
              <a:gd name="T34" fmla="*/ 175 w 199"/>
              <a:gd name="T35" fmla="*/ 108 h 199"/>
              <a:gd name="T36" fmla="*/ 140 w 199"/>
              <a:gd name="T37" fmla="*/ 108 h 199"/>
              <a:gd name="T38" fmla="*/ 140 w 199"/>
              <a:gd name="T39" fmla="*/ 92 h 199"/>
              <a:gd name="T40" fmla="*/ 175 w 199"/>
              <a:gd name="T41" fmla="*/ 92 h 199"/>
              <a:gd name="T42" fmla="*/ 108 w 199"/>
              <a:gd name="T43" fmla="*/ 25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9" h="199">
                <a:moveTo>
                  <a:pt x="100" y="199"/>
                </a:moveTo>
                <a:cubicBezTo>
                  <a:pt x="45" y="199"/>
                  <a:pt x="0" y="155"/>
                  <a:pt x="0" y="100"/>
                </a:cubicBezTo>
                <a:cubicBezTo>
                  <a:pt x="0" y="45"/>
                  <a:pt x="45" y="0"/>
                  <a:pt x="100" y="0"/>
                </a:cubicBezTo>
                <a:cubicBezTo>
                  <a:pt x="154" y="0"/>
                  <a:pt x="199" y="45"/>
                  <a:pt x="199" y="100"/>
                </a:cubicBezTo>
                <a:cubicBezTo>
                  <a:pt x="199" y="155"/>
                  <a:pt x="154" y="199"/>
                  <a:pt x="100" y="199"/>
                </a:cubicBezTo>
                <a:close/>
                <a:moveTo>
                  <a:pt x="108" y="25"/>
                </a:moveTo>
                <a:cubicBezTo>
                  <a:pt x="108" y="60"/>
                  <a:pt x="108" y="60"/>
                  <a:pt x="108" y="60"/>
                </a:cubicBezTo>
                <a:cubicBezTo>
                  <a:pt x="92" y="60"/>
                  <a:pt x="92" y="60"/>
                  <a:pt x="92" y="60"/>
                </a:cubicBezTo>
                <a:cubicBezTo>
                  <a:pt x="92" y="25"/>
                  <a:pt x="92" y="25"/>
                  <a:pt x="92" y="25"/>
                </a:cubicBezTo>
                <a:cubicBezTo>
                  <a:pt x="55" y="28"/>
                  <a:pt x="28" y="56"/>
                  <a:pt x="25" y="92"/>
                </a:cubicBezTo>
                <a:cubicBezTo>
                  <a:pt x="60" y="92"/>
                  <a:pt x="60" y="92"/>
                  <a:pt x="60" y="92"/>
                </a:cubicBezTo>
                <a:cubicBezTo>
                  <a:pt x="60" y="108"/>
                  <a:pt x="60" y="108"/>
                  <a:pt x="60" y="108"/>
                </a:cubicBezTo>
                <a:cubicBezTo>
                  <a:pt x="26" y="108"/>
                  <a:pt x="26" y="108"/>
                  <a:pt x="26" y="108"/>
                </a:cubicBezTo>
                <a:cubicBezTo>
                  <a:pt x="29" y="144"/>
                  <a:pt x="56" y="171"/>
                  <a:pt x="92" y="174"/>
                </a:cubicBezTo>
                <a:cubicBezTo>
                  <a:pt x="92" y="136"/>
                  <a:pt x="92" y="136"/>
                  <a:pt x="92" y="136"/>
                </a:cubicBezTo>
                <a:cubicBezTo>
                  <a:pt x="108" y="136"/>
                  <a:pt x="108" y="136"/>
                  <a:pt x="108" y="136"/>
                </a:cubicBezTo>
                <a:cubicBezTo>
                  <a:pt x="108" y="174"/>
                  <a:pt x="108" y="174"/>
                  <a:pt x="108" y="174"/>
                </a:cubicBezTo>
                <a:cubicBezTo>
                  <a:pt x="144" y="171"/>
                  <a:pt x="171" y="143"/>
                  <a:pt x="175" y="108"/>
                </a:cubicBezTo>
                <a:cubicBezTo>
                  <a:pt x="140" y="108"/>
                  <a:pt x="140" y="108"/>
                  <a:pt x="140" y="108"/>
                </a:cubicBezTo>
                <a:cubicBezTo>
                  <a:pt x="140" y="92"/>
                  <a:pt x="140" y="92"/>
                  <a:pt x="140" y="92"/>
                </a:cubicBezTo>
                <a:cubicBezTo>
                  <a:pt x="175" y="92"/>
                  <a:pt x="175" y="92"/>
                  <a:pt x="175" y="92"/>
                </a:cubicBezTo>
                <a:cubicBezTo>
                  <a:pt x="172" y="56"/>
                  <a:pt x="144" y="28"/>
                  <a:pt x="108" y="25"/>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87"/>
          <p:cNvSpPr>
            <a:spLocks noEditPoints="1"/>
          </p:cNvSpPr>
          <p:nvPr/>
        </p:nvSpPr>
        <p:spPr bwMode="auto">
          <a:xfrm>
            <a:off x="11113024" y="6297700"/>
            <a:ext cx="388938" cy="390525"/>
          </a:xfrm>
          <a:custGeom>
            <a:avLst/>
            <a:gdLst>
              <a:gd name="T0" fmla="*/ 76 w 197"/>
              <a:gd name="T1" fmla="*/ 124 h 197"/>
              <a:gd name="T2" fmla="*/ 178 w 197"/>
              <a:gd name="T3" fmla="*/ 184 h 197"/>
              <a:gd name="T4" fmla="*/ 185 w 197"/>
              <a:gd name="T5" fmla="*/ 177 h 197"/>
              <a:gd name="T6" fmla="*/ 125 w 197"/>
              <a:gd name="T7" fmla="*/ 75 h 197"/>
              <a:gd name="T8" fmla="*/ 21 w 197"/>
              <a:gd name="T9" fmla="*/ 13 h 197"/>
              <a:gd name="T10" fmla="*/ 14 w 197"/>
              <a:gd name="T11" fmla="*/ 19 h 197"/>
              <a:gd name="T12" fmla="*/ 76 w 197"/>
              <a:gd name="T13" fmla="*/ 124 h 197"/>
              <a:gd name="T14" fmla="*/ 119 w 197"/>
              <a:gd name="T15" fmla="*/ 85 h 197"/>
              <a:gd name="T16" fmla="*/ 165 w 197"/>
              <a:gd name="T17" fmla="*/ 158 h 197"/>
              <a:gd name="T18" fmla="*/ 160 w 197"/>
              <a:gd name="T19" fmla="*/ 163 h 197"/>
              <a:gd name="T20" fmla="*/ 86 w 197"/>
              <a:gd name="T21" fmla="*/ 117 h 197"/>
              <a:gd name="T22" fmla="*/ 119 w 197"/>
              <a:gd name="T23" fmla="*/ 85 h 197"/>
              <a:gd name="T24" fmla="*/ 99 w 197"/>
              <a:gd name="T25" fmla="*/ 35 h 197"/>
              <a:gd name="T26" fmla="*/ 162 w 197"/>
              <a:gd name="T27" fmla="*/ 98 h 197"/>
              <a:gd name="T28" fmla="*/ 161 w 197"/>
              <a:gd name="T29" fmla="*/ 109 h 197"/>
              <a:gd name="T30" fmla="*/ 183 w 197"/>
              <a:gd name="T31" fmla="*/ 148 h 197"/>
              <a:gd name="T32" fmla="*/ 197 w 197"/>
              <a:gd name="T33" fmla="*/ 98 h 197"/>
              <a:gd name="T34" fmla="*/ 99 w 197"/>
              <a:gd name="T35" fmla="*/ 0 h 197"/>
              <a:gd name="T36" fmla="*/ 47 w 197"/>
              <a:gd name="T37" fmla="*/ 15 h 197"/>
              <a:gd name="T38" fmla="*/ 84 w 197"/>
              <a:gd name="T39" fmla="*/ 36 h 197"/>
              <a:gd name="T40" fmla="*/ 99 w 197"/>
              <a:gd name="T41" fmla="*/ 35 h 197"/>
              <a:gd name="T42" fmla="*/ 99 w 197"/>
              <a:gd name="T43" fmla="*/ 162 h 197"/>
              <a:gd name="T44" fmla="*/ 35 w 197"/>
              <a:gd name="T45" fmla="*/ 98 h 197"/>
              <a:gd name="T46" fmla="*/ 36 w 197"/>
              <a:gd name="T47" fmla="*/ 85 h 197"/>
              <a:gd name="T48" fmla="*/ 15 w 197"/>
              <a:gd name="T49" fmla="*/ 47 h 197"/>
              <a:gd name="T50" fmla="*/ 0 w 197"/>
              <a:gd name="T51" fmla="*/ 98 h 197"/>
              <a:gd name="T52" fmla="*/ 99 w 197"/>
              <a:gd name="T53" fmla="*/ 197 h 197"/>
              <a:gd name="T54" fmla="*/ 150 w 197"/>
              <a:gd name="T55" fmla="*/ 182 h 197"/>
              <a:gd name="T56" fmla="*/ 113 w 197"/>
              <a:gd name="T57" fmla="*/ 161 h 197"/>
              <a:gd name="T58" fmla="*/ 99 w 197"/>
              <a:gd name="T59" fmla="*/ 162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97" h="197">
                <a:moveTo>
                  <a:pt x="76" y="124"/>
                </a:moveTo>
                <a:cubicBezTo>
                  <a:pt x="98" y="145"/>
                  <a:pt x="173" y="182"/>
                  <a:pt x="178" y="184"/>
                </a:cubicBezTo>
                <a:cubicBezTo>
                  <a:pt x="186" y="186"/>
                  <a:pt x="185" y="177"/>
                  <a:pt x="185" y="177"/>
                </a:cubicBezTo>
                <a:cubicBezTo>
                  <a:pt x="185" y="177"/>
                  <a:pt x="148" y="96"/>
                  <a:pt x="125" y="75"/>
                </a:cubicBezTo>
                <a:cubicBezTo>
                  <a:pt x="102" y="54"/>
                  <a:pt x="21" y="13"/>
                  <a:pt x="21" y="13"/>
                </a:cubicBezTo>
                <a:cubicBezTo>
                  <a:pt x="21" y="13"/>
                  <a:pt x="12" y="11"/>
                  <a:pt x="14" y="19"/>
                </a:cubicBezTo>
                <a:cubicBezTo>
                  <a:pt x="17" y="25"/>
                  <a:pt x="53" y="104"/>
                  <a:pt x="76" y="124"/>
                </a:cubicBezTo>
                <a:close/>
                <a:moveTo>
                  <a:pt x="119" y="85"/>
                </a:moveTo>
                <a:cubicBezTo>
                  <a:pt x="136" y="102"/>
                  <a:pt x="165" y="158"/>
                  <a:pt x="165" y="158"/>
                </a:cubicBezTo>
                <a:cubicBezTo>
                  <a:pt x="165" y="158"/>
                  <a:pt x="165" y="165"/>
                  <a:pt x="160" y="163"/>
                </a:cubicBezTo>
                <a:cubicBezTo>
                  <a:pt x="156" y="162"/>
                  <a:pt x="104" y="132"/>
                  <a:pt x="86" y="117"/>
                </a:cubicBezTo>
                <a:lnTo>
                  <a:pt x="119" y="85"/>
                </a:lnTo>
                <a:close/>
                <a:moveTo>
                  <a:pt x="99" y="35"/>
                </a:moveTo>
                <a:cubicBezTo>
                  <a:pt x="134" y="35"/>
                  <a:pt x="162" y="63"/>
                  <a:pt x="162" y="98"/>
                </a:cubicBezTo>
                <a:cubicBezTo>
                  <a:pt x="162" y="102"/>
                  <a:pt x="162" y="106"/>
                  <a:pt x="161" y="109"/>
                </a:cubicBezTo>
                <a:cubicBezTo>
                  <a:pt x="169" y="122"/>
                  <a:pt x="177" y="135"/>
                  <a:pt x="183" y="148"/>
                </a:cubicBezTo>
                <a:cubicBezTo>
                  <a:pt x="192" y="133"/>
                  <a:pt x="197" y="117"/>
                  <a:pt x="197" y="98"/>
                </a:cubicBezTo>
                <a:cubicBezTo>
                  <a:pt x="197" y="44"/>
                  <a:pt x="153" y="0"/>
                  <a:pt x="99" y="0"/>
                </a:cubicBezTo>
                <a:cubicBezTo>
                  <a:pt x="79" y="0"/>
                  <a:pt x="62" y="6"/>
                  <a:pt x="47" y="15"/>
                </a:cubicBezTo>
                <a:cubicBezTo>
                  <a:pt x="59" y="22"/>
                  <a:pt x="71" y="29"/>
                  <a:pt x="84" y="36"/>
                </a:cubicBezTo>
                <a:cubicBezTo>
                  <a:pt x="89" y="35"/>
                  <a:pt x="93" y="35"/>
                  <a:pt x="99" y="35"/>
                </a:cubicBezTo>
                <a:close/>
                <a:moveTo>
                  <a:pt x="99" y="162"/>
                </a:moveTo>
                <a:cubicBezTo>
                  <a:pt x="63" y="162"/>
                  <a:pt x="35" y="134"/>
                  <a:pt x="35" y="98"/>
                </a:cubicBezTo>
                <a:cubicBezTo>
                  <a:pt x="35" y="94"/>
                  <a:pt x="35" y="89"/>
                  <a:pt x="36" y="85"/>
                </a:cubicBezTo>
                <a:cubicBezTo>
                  <a:pt x="29" y="72"/>
                  <a:pt x="22" y="59"/>
                  <a:pt x="15" y="47"/>
                </a:cubicBezTo>
                <a:cubicBezTo>
                  <a:pt x="6" y="62"/>
                  <a:pt x="0" y="79"/>
                  <a:pt x="0" y="98"/>
                </a:cubicBezTo>
                <a:cubicBezTo>
                  <a:pt x="0" y="153"/>
                  <a:pt x="44" y="197"/>
                  <a:pt x="99" y="197"/>
                </a:cubicBezTo>
                <a:cubicBezTo>
                  <a:pt x="118" y="197"/>
                  <a:pt x="135" y="191"/>
                  <a:pt x="150" y="182"/>
                </a:cubicBezTo>
                <a:cubicBezTo>
                  <a:pt x="138" y="175"/>
                  <a:pt x="125" y="168"/>
                  <a:pt x="113" y="161"/>
                </a:cubicBezTo>
                <a:cubicBezTo>
                  <a:pt x="108" y="162"/>
                  <a:pt x="103" y="162"/>
                  <a:pt x="99" y="162"/>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88"/>
          <p:cNvSpPr>
            <a:spLocks noEditPoints="1"/>
          </p:cNvSpPr>
          <p:nvPr/>
        </p:nvSpPr>
        <p:spPr bwMode="auto">
          <a:xfrm>
            <a:off x="11590862" y="6296113"/>
            <a:ext cx="395288" cy="393700"/>
          </a:xfrm>
          <a:custGeom>
            <a:avLst/>
            <a:gdLst>
              <a:gd name="T0" fmla="*/ 157 w 200"/>
              <a:gd name="T1" fmla="*/ 111 h 199"/>
              <a:gd name="T2" fmla="*/ 112 w 200"/>
              <a:gd name="T3" fmla="*/ 43 h 199"/>
              <a:gd name="T4" fmla="*/ 200 w 200"/>
              <a:gd name="T5" fmla="*/ 43 h 199"/>
              <a:gd name="T6" fmla="*/ 156 w 200"/>
              <a:gd name="T7" fmla="*/ 9 h 199"/>
              <a:gd name="T8" fmla="*/ 156 w 200"/>
              <a:gd name="T9" fmla="*/ 71 h 199"/>
              <a:gd name="T10" fmla="*/ 156 w 200"/>
              <a:gd name="T11" fmla="*/ 9 h 199"/>
              <a:gd name="T12" fmla="*/ 168 w 200"/>
              <a:gd name="T13" fmla="*/ 49 h 199"/>
              <a:gd name="T14" fmla="*/ 161 w 200"/>
              <a:gd name="T15" fmla="*/ 55 h 199"/>
              <a:gd name="T16" fmla="*/ 144 w 200"/>
              <a:gd name="T17" fmla="*/ 55 h 199"/>
              <a:gd name="T18" fmla="*/ 156 w 200"/>
              <a:gd name="T19" fmla="*/ 19 h 199"/>
              <a:gd name="T20" fmla="*/ 166 w 200"/>
              <a:gd name="T21" fmla="*/ 24 h 199"/>
              <a:gd name="T22" fmla="*/ 166 w 200"/>
              <a:gd name="T23" fmla="*/ 33 h 199"/>
              <a:gd name="T24" fmla="*/ 167 w 200"/>
              <a:gd name="T25" fmla="*/ 39 h 199"/>
              <a:gd name="T26" fmla="*/ 163 w 200"/>
              <a:gd name="T27" fmla="*/ 29 h 199"/>
              <a:gd name="T28" fmla="*/ 159 w 200"/>
              <a:gd name="T29" fmla="*/ 24 h 199"/>
              <a:gd name="T30" fmla="*/ 148 w 200"/>
              <a:gd name="T31" fmla="*/ 24 h 199"/>
              <a:gd name="T32" fmla="*/ 155 w 200"/>
              <a:gd name="T33" fmla="*/ 34 h 199"/>
              <a:gd name="T34" fmla="*/ 162 w 200"/>
              <a:gd name="T35" fmla="*/ 32 h 199"/>
              <a:gd name="T36" fmla="*/ 163 w 200"/>
              <a:gd name="T37" fmla="*/ 41 h 199"/>
              <a:gd name="T38" fmla="*/ 155 w 200"/>
              <a:gd name="T39" fmla="*/ 38 h 199"/>
              <a:gd name="T40" fmla="*/ 148 w 200"/>
              <a:gd name="T41" fmla="*/ 50 h 199"/>
              <a:gd name="T42" fmla="*/ 159 w 200"/>
              <a:gd name="T43" fmla="*/ 50 h 199"/>
              <a:gd name="T44" fmla="*/ 163 w 200"/>
              <a:gd name="T45" fmla="*/ 47 h 199"/>
              <a:gd name="T46" fmla="*/ 163 w 200"/>
              <a:gd name="T47" fmla="*/ 41 h 199"/>
              <a:gd name="T48" fmla="*/ 3 w 200"/>
              <a:gd name="T49" fmla="*/ 125 h 199"/>
              <a:gd name="T50" fmla="*/ 44 w 200"/>
              <a:gd name="T51" fmla="*/ 68 h 199"/>
              <a:gd name="T52" fmla="*/ 87 w 200"/>
              <a:gd name="T53" fmla="*/ 116 h 199"/>
              <a:gd name="T54" fmla="*/ 44 w 200"/>
              <a:gd name="T55" fmla="*/ 77 h 199"/>
              <a:gd name="T56" fmla="*/ 44 w 200"/>
              <a:gd name="T57" fmla="*/ 139 h 199"/>
              <a:gd name="T58" fmla="*/ 44 w 200"/>
              <a:gd name="T59" fmla="*/ 77 h 199"/>
              <a:gd name="T60" fmla="*/ 37 w 200"/>
              <a:gd name="T61" fmla="*/ 115 h 199"/>
              <a:gd name="T62" fmla="*/ 27 w 200"/>
              <a:gd name="T63" fmla="*/ 123 h 199"/>
              <a:gd name="T64" fmla="*/ 48 w 200"/>
              <a:gd name="T65" fmla="*/ 88 h 199"/>
              <a:gd name="T66" fmla="*/ 54 w 200"/>
              <a:gd name="T67" fmla="*/ 123 h 199"/>
              <a:gd name="T68" fmla="*/ 44 w 200"/>
              <a:gd name="T69" fmla="*/ 96 h 199"/>
              <a:gd name="T70" fmla="*/ 49 w 200"/>
              <a:gd name="T71" fmla="*/ 108 h 199"/>
              <a:gd name="T72" fmla="*/ 160 w 200"/>
              <a:gd name="T73" fmla="*/ 126 h 199"/>
              <a:gd name="T74" fmla="*/ 40 w 200"/>
              <a:gd name="T75" fmla="*/ 191 h 199"/>
              <a:gd name="T76" fmla="*/ 160 w 200"/>
              <a:gd name="T77" fmla="*/ 126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0" h="199">
                <a:moveTo>
                  <a:pt x="199" y="48"/>
                </a:moveTo>
                <a:cubicBezTo>
                  <a:pt x="198" y="86"/>
                  <a:pt x="157" y="111"/>
                  <a:pt x="157" y="111"/>
                </a:cubicBezTo>
                <a:cubicBezTo>
                  <a:pt x="157" y="111"/>
                  <a:pt x="121" y="90"/>
                  <a:pt x="115" y="57"/>
                </a:cubicBezTo>
                <a:cubicBezTo>
                  <a:pt x="113" y="52"/>
                  <a:pt x="112" y="48"/>
                  <a:pt x="112" y="43"/>
                </a:cubicBezTo>
                <a:cubicBezTo>
                  <a:pt x="112" y="19"/>
                  <a:pt x="132" y="0"/>
                  <a:pt x="156" y="0"/>
                </a:cubicBezTo>
                <a:cubicBezTo>
                  <a:pt x="180" y="0"/>
                  <a:pt x="200" y="19"/>
                  <a:pt x="200" y="43"/>
                </a:cubicBezTo>
                <a:cubicBezTo>
                  <a:pt x="200" y="45"/>
                  <a:pt x="199" y="46"/>
                  <a:pt x="199" y="48"/>
                </a:cubicBezTo>
                <a:close/>
                <a:moveTo>
                  <a:pt x="156" y="9"/>
                </a:moveTo>
                <a:cubicBezTo>
                  <a:pt x="139" y="9"/>
                  <a:pt x="125" y="23"/>
                  <a:pt x="125" y="40"/>
                </a:cubicBezTo>
                <a:cubicBezTo>
                  <a:pt x="125" y="57"/>
                  <a:pt x="139" y="71"/>
                  <a:pt x="156" y="71"/>
                </a:cubicBezTo>
                <a:cubicBezTo>
                  <a:pt x="173" y="71"/>
                  <a:pt x="187" y="57"/>
                  <a:pt x="187" y="40"/>
                </a:cubicBezTo>
                <a:cubicBezTo>
                  <a:pt x="187" y="23"/>
                  <a:pt x="173" y="9"/>
                  <a:pt x="156" y="9"/>
                </a:cubicBezTo>
                <a:close/>
                <a:moveTo>
                  <a:pt x="169" y="44"/>
                </a:moveTo>
                <a:cubicBezTo>
                  <a:pt x="169" y="46"/>
                  <a:pt x="168" y="47"/>
                  <a:pt x="168" y="49"/>
                </a:cubicBezTo>
                <a:cubicBezTo>
                  <a:pt x="167" y="50"/>
                  <a:pt x="166" y="52"/>
                  <a:pt x="165" y="53"/>
                </a:cubicBezTo>
                <a:cubicBezTo>
                  <a:pt x="164" y="54"/>
                  <a:pt x="163" y="54"/>
                  <a:pt x="161" y="55"/>
                </a:cubicBezTo>
                <a:cubicBezTo>
                  <a:pt x="160" y="55"/>
                  <a:pt x="158" y="55"/>
                  <a:pt x="156" y="55"/>
                </a:cubicBezTo>
                <a:cubicBezTo>
                  <a:pt x="144" y="55"/>
                  <a:pt x="144" y="55"/>
                  <a:pt x="144" y="55"/>
                </a:cubicBezTo>
                <a:cubicBezTo>
                  <a:pt x="144" y="19"/>
                  <a:pt x="144" y="19"/>
                  <a:pt x="144" y="19"/>
                </a:cubicBezTo>
                <a:cubicBezTo>
                  <a:pt x="156" y="19"/>
                  <a:pt x="156" y="19"/>
                  <a:pt x="156" y="19"/>
                </a:cubicBezTo>
                <a:cubicBezTo>
                  <a:pt x="158" y="19"/>
                  <a:pt x="160" y="20"/>
                  <a:pt x="162" y="21"/>
                </a:cubicBezTo>
                <a:cubicBezTo>
                  <a:pt x="164" y="21"/>
                  <a:pt x="165" y="23"/>
                  <a:pt x="166" y="24"/>
                </a:cubicBezTo>
                <a:cubicBezTo>
                  <a:pt x="167" y="25"/>
                  <a:pt x="167" y="27"/>
                  <a:pt x="167" y="29"/>
                </a:cubicBezTo>
                <a:cubicBezTo>
                  <a:pt x="167" y="30"/>
                  <a:pt x="167" y="31"/>
                  <a:pt x="166" y="33"/>
                </a:cubicBezTo>
                <a:cubicBezTo>
                  <a:pt x="165" y="34"/>
                  <a:pt x="164" y="35"/>
                  <a:pt x="162" y="36"/>
                </a:cubicBezTo>
                <a:cubicBezTo>
                  <a:pt x="164" y="36"/>
                  <a:pt x="166" y="37"/>
                  <a:pt x="167" y="39"/>
                </a:cubicBezTo>
                <a:cubicBezTo>
                  <a:pt x="168" y="40"/>
                  <a:pt x="169" y="42"/>
                  <a:pt x="169" y="44"/>
                </a:cubicBezTo>
                <a:close/>
                <a:moveTo>
                  <a:pt x="163" y="29"/>
                </a:moveTo>
                <a:cubicBezTo>
                  <a:pt x="163" y="28"/>
                  <a:pt x="162" y="27"/>
                  <a:pt x="162" y="26"/>
                </a:cubicBezTo>
                <a:cubicBezTo>
                  <a:pt x="161" y="25"/>
                  <a:pt x="160" y="25"/>
                  <a:pt x="159" y="24"/>
                </a:cubicBezTo>
                <a:cubicBezTo>
                  <a:pt x="158" y="24"/>
                  <a:pt x="157" y="24"/>
                  <a:pt x="154" y="24"/>
                </a:cubicBezTo>
                <a:cubicBezTo>
                  <a:pt x="148" y="24"/>
                  <a:pt x="148" y="24"/>
                  <a:pt x="148" y="24"/>
                </a:cubicBezTo>
                <a:cubicBezTo>
                  <a:pt x="148" y="34"/>
                  <a:pt x="148" y="34"/>
                  <a:pt x="148" y="34"/>
                </a:cubicBezTo>
                <a:cubicBezTo>
                  <a:pt x="155" y="34"/>
                  <a:pt x="155" y="34"/>
                  <a:pt x="155" y="34"/>
                </a:cubicBezTo>
                <a:cubicBezTo>
                  <a:pt x="157" y="34"/>
                  <a:pt x="158" y="34"/>
                  <a:pt x="159" y="34"/>
                </a:cubicBezTo>
                <a:cubicBezTo>
                  <a:pt x="160" y="33"/>
                  <a:pt x="161" y="33"/>
                  <a:pt x="162" y="32"/>
                </a:cubicBezTo>
                <a:cubicBezTo>
                  <a:pt x="162" y="31"/>
                  <a:pt x="163" y="30"/>
                  <a:pt x="163" y="29"/>
                </a:cubicBezTo>
                <a:close/>
                <a:moveTo>
                  <a:pt x="163" y="41"/>
                </a:moveTo>
                <a:cubicBezTo>
                  <a:pt x="162" y="40"/>
                  <a:pt x="161" y="39"/>
                  <a:pt x="160" y="39"/>
                </a:cubicBezTo>
                <a:cubicBezTo>
                  <a:pt x="159" y="38"/>
                  <a:pt x="157" y="38"/>
                  <a:pt x="155" y="38"/>
                </a:cubicBezTo>
                <a:cubicBezTo>
                  <a:pt x="148" y="38"/>
                  <a:pt x="148" y="38"/>
                  <a:pt x="148" y="38"/>
                </a:cubicBezTo>
                <a:cubicBezTo>
                  <a:pt x="148" y="50"/>
                  <a:pt x="148" y="50"/>
                  <a:pt x="148" y="50"/>
                </a:cubicBezTo>
                <a:cubicBezTo>
                  <a:pt x="156" y="50"/>
                  <a:pt x="156" y="50"/>
                  <a:pt x="156" y="50"/>
                </a:cubicBezTo>
                <a:cubicBezTo>
                  <a:pt x="157" y="50"/>
                  <a:pt x="158" y="50"/>
                  <a:pt x="159" y="50"/>
                </a:cubicBezTo>
                <a:cubicBezTo>
                  <a:pt x="160" y="50"/>
                  <a:pt x="161" y="49"/>
                  <a:pt x="162" y="49"/>
                </a:cubicBezTo>
                <a:cubicBezTo>
                  <a:pt x="162" y="48"/>
                  <a:pt x="163" y="48"/>
                  <a:pt x="163" y="47"/>
                </a:cubicBezTo>
                <a:cubicBezTo>
                  <a:pt x="164" y="46"/>
                  <a:pt x="164" y="45"/>
                  <a:pt x="164" y="44"/>
                </a:cubicBezTo>
                <a:cubicBezTo>
                  <a:pt x="164" y="43"/>
                  <a:pt x="164" y="42"/>
                  <a:pt x="163" y="41"/>
                </a:cubicBezTo>
                <a:close/>
                <a:moveTo>
                  <a:pt x="45" y="179"/>
                </a:moveTo>
                <a:cubicBezTo>
                  <a:pt x="45" y="179"/>
                  <a:pt x="9" y="158"/>
                  <a:pt x="3" y="125"/>
                </a:cubicBezTo>
                <a:cubicBezTo>
                  <a:pt x="1" y="120"/>
                  <a:pt x="0" y="116"/>
                  <a:pt x="0" y="111"/>
                </a:cubicBezTo>
                <a:cubicBezTo>
                  <a:pt x="0" y="87"/>
                  <a:pt x="20" y="68"/>
                  <a:pt x="44" y="68"/>
                </a:cubicBezTo>
                <a:cubicBezTo>
                  <a:pt x="68" y="68"/>
                  <a:pt x="88" y="87"/>
                  <a:pt x="88" y="111"/>
                </a:cubicBezTo>
                <a:cubicBezTo>
                  <a:pt x="88" y="113"/>
                  <a:pt x="87" y="114"/>
                  <a:pt x="87" y="116"/>
                </a:cubicBezTo>
                <a:cubicBezTo>
                  <a:pt x="86" y="154"/>
                  <a:pt x="45" y="179"/>
                  <a:pt x="45" y="179"/>
                </a:cubicBezTo>
                <a:close/>
                <a:moveTo>
                  <a:pt x="44" y="77"/>
                </a:moveTo>
                <a:cubicBezTo>
                  <a:pt x="27" y="77"/>
                  <a:pt x="13" y="91"/>
                  <a:pt x="13" y="108"/>
                </a:cubicBezTo>
                <a:cubicBezTo>
                  <a:pt x="13" y="125"/>
                  <a:pt x="27" y="139"/>
                  <a:pt x="44" y="139"/>
                </a:cubicBezTo>
                <a:cubicBezTo>
                  <a:pt x="61" y="139"/>
                  <a:pt x="75" y="125"/>
                  <a:pt x="75" y="108"/>
                </a:cubicBezTo>
                <a:cubicBezTo>
                  <a:pt x="75" y="91"/>
                  <a:pt x="61" y="77"/>
                  <a:pt x="44" y="77"/>
                </a:cubicBezTo>
                <a:close/>
                <a:moveTo>
                  <a:pt x="51" y="115"/>
                </a:moveTo>
                <a:cubicBezTo>
                  <a:pt x="37" y="115"/>
                  <a:pt x="37" y="115"/>
                  <a:pt x="37" y="115"/>
                </a:cubicBezTo>
                <a:cubicBezTo>
                  <a:pt x="35" y="123"/>
                  <a:pt x="35" y="123"/>
                  <a:pt x="35" y="123"/>
                </a:cubicBezTo>
                <a:cubicBezTo>
                  <a:pt x="27" y="123"/>
                  <a:pt x="27" y="123"/>
                  <a:pt x="27" y="123"/>
                </a:cubicBezTo>
                <a:cubicBezTo>
                  <a:pt x="41" y="88"/>
                  <a:pt x="41" y="88"/>
                  <a:pt x="41" y="88"/>
                </a:cubicBezTo>
                <a:cubicBezTo>
                  <a:pt x="48" y="88"/>
                  <a:pt x="48" y="88"/>
                  <a:pt x="48" y="88"/>
                </a:cubicBezTo>
                <a:cubicBezTo>
                  <a:pt x="62" y="123"/>
                  <a:pt x="62" y="123"/>
                  <a:pt x="62" y="123"/>
                </a:cubicBezTo>
                <a:cubicBezTo>
                  <a:pt x="54" y="123"/>
                  <a:pt x="54" y="123"/>
                  <a:pt x="54" y="123"/>
                </a:cubicBezTo>
                <a:lnTo>
                  <a:pt x="51" y="115"/>
                </a:lnTo>
                <a:close/>
                <a:moveTo>
                  <a:pt x="44" y="96"/>
                </a:moveTo>
                <a:cubicBezTo>
                  <a:pt x="40" y="108"/>
                  <a:pt x="40" y="108"/>
                  <a:pt x="40" y="108"/>
                </a:cubicBezTo>
                <a:cubicBezTo>
                  <a:pt x="49" y="108"/>
                  <a:pt x="49" y="108"/>
                  <a:pt x="49" y="108"/>
                </a:cubicBezTo>
                <a:lnTo>
                  <a:pt x="44" y="96"/>
                </a:lnTo>
                <a:close/>
                <a:moveTo>
                  <a:pt x="160" y="126"/>
                </a:moveTo>
                <a:cubicBezTo>
                  <a:pt x="40" y="199"/>
                  <a:pt x="40" y="199"/>
                  <a:pt x="40" y="199"/>
                </a:cubicBezTo>
                <a:cubicBezTo>
                  <a:pt x="40" y="191"/>
                  <a:pt x="40" y="191"/>
                  <a:pt x="40" y="191"/>
                </a:cubicBezTo>
                <a:cubicBezTo>
                  <a:pt x="160" y="118"/>
                  <a:pt x="160" y="118"/>
                  <a:pt x="160" y="118"/>
                </a:cubicBezTo>
                <a:lnTo>
                  <a:pt x="160" y="126"/>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89"/>
          <p:cNvSpPr>
            <a:spLocks noEditPoints="1"/>
          </p:cNvSpPr>
          <p:nvPr/>
        </p:nvSpPr>
        <p:spPr bwMode="auto">
          <a:xfrm>
            <a:off x="4467225" y="177713"/>
            <a:ext cx="371475" cy="333375"/>
          </a:xfrm>
          <a:custGeom>
            <a:avLst/>
            <a:gdLst>
              <a:gd name="T0" fmla="*/ 168 w 188"/>
              <a:gd name="T1" fmla="*/ 168 h 168"/>
              <a:gd name="T2" fmla="*/ 20 w 188"/>
              <a:gd name="T3" fmla="*/ 168 h 168"/>
              <a:gd name="T4" fmla="*/ 0 w 188"/>
              <a:gd name="T5" fmla="*/ 148 h 168"/>
              <a:gd name="T6" fmla="*/ 0 w 188"/>
              <a:gd name="T7" fmla="*/ 60 h 168"/>
              <a:gd name="T8" fmla="*/ 20 w 188"/>
              <a:gd name="T9" fmla="*/ 40 h 168"/>
              <a:gd name="T10" fmla="*/ 168 w 188"/>
              <a:gd name="T11" fmla="*/ 40 h 168"/>
              <a:gd name="T12" fmla="*/ 188 w 188"/>
              <a:gd name="T13" fmla="*/ 60 h 168"/>
              <a:gd name="T14" fmla="*/ 188 w 188"/>
              <a:gd name="T15" fmla="*/ 148 h 168"/>
              <a:gd name="T16" fmla="*/ 168 w 188"/>
              <a:gd name="T17" fmla="*/ 168 h 168"/>
              <a:gd name="T18" fmla="*/ 28 w 188"/>
              <a:gd name="T19" fmla="*/ 52 h 168"/>
              <a:gd name="T20" fmla="*/ 20 w 188"/>
              <a:gd name="T21" fmla="*/ 52 h 168"/>
              <a:gd name="T22" fmla="*/ 20 w 188"/>
              <a:gd name="T23" fmla="*/ 156 h 168"/>
              <a:gd name="T24" fmla="*/ 28 w 188"/>
              <a:gd name="T25" fmla="*/ 156 h 168"/>
              <a:gd name="T26" fmla="*/ 28 w 188"/>
              <a:gd name="T27" fmla="*/ 52 h 168"/>
              <a:gd name="T28" fmla="*/ 96 w 188"/>
              <a:gd name="T29" fmla="*/ 64 h 168"/>
              <a:gd name="T30" fmla="*/ 55 w 188"/>
              <a:gd name="T31" fmla="*/ 105 h 168"/>
              <a:gd name="T32" fmla="*/ 96 w 188"/>
              <a:gd name="T33" fmla="*/ 145 h 168"/>
              <a:gd name="T34" fmla="*/ 136 w 188"/>
              <a:gd name="T35" fmla="*/ 105 h 168"/>
              <a:gd name="T36" fmla="*/ 96 w 188"/>
              <a:gd name="T37" fmla="*/ 64 h 168"/>
              <a:gd name="T38" fmla="*/ 168 w 188"/>
              <a:gd name="T39" fmla="*/ 52 h 168"/>
              <a:gd name="T40" fmla="*/ 160 w 188"/>
              <a:gd name="T41" fmla="*/ 52 h 168"/>
              <a:gd name="T42" fmla="*/ 160 w 188"/>
              <a:gd name="T43" fmla="*/ 156 h 168"/>
              <a:gd name="T44" fmla="*/ 168 w 188"/>
              <a:gd name="T45" fmla="*/ 156 h 168"/>
              <a:gd name="T46" fmla="*/ 168 w 188"/>
              <a:gd name="T47" fmla="*/ 52 h 168"/>
              <a:gd name="T48" fmla="*/ 104 w 188"/>
              <a:gd name="T49" fmla="*/ 128 h 168"/>
              <a:gd name="T50" fmla="*/ 88 w 188"/>
              <a:gd name="T51" fmla="*/ 128 h 168"/>
              <a:gd name="T52" fmla="*/ 88 w 188"/>
              <a:gd name="T53" fmla="*/ 112 h 168"/>
              <a:gd name="T54" fmla="*/ 72 w 188"/>
              <a:gd name="T55" fmla="*/ 112 h 168"/>
              <a:gd name="T56" fmla="*/ 72 w 188"/>
              <a:gd name="T57" fmla="*/ 96 h 168"/>
              <a:gd name="T58" fmla="*/ 88 w 188"/>
              <a:gd name="T59" fmla="*/ 96 h 168"/>
              <a:gd name="T60" fmla="*/ 88 w 188"/>
              <a:gd name="T61" fmla="*/ 80 h 168"/>
              <a:gd name="T62" fmla="*/ 104 w 188"/>
              <a:gd name="T63" fmla="*/ 80 h 168"/>
              <a:gd name="T64" fmla="*/ 104 w 188"/>
              <a:gd name="T65" fmla="*/ 96 h 168"/>
              <a:gd name="T66" fmla="*/ 120 w 188"/>
              <a:gd name="T67" fmla="*/ 96 h 168"/>
              <a:gd name="T68" fmla="*/ 120 w 188"/>
              <a:gd name="T69" fmla="*/ 112 h 168"/>
              <a:gd name="T70" fmla="*/ 104 w 188"/>
              <a:gd name="T71" fmla="*/ 112 h 168"/>
              <a:gd name="T72" fmla="*/ 104 w 188"/>
              <a:gd name="T73" fmla="*/ 128 h 168"/>
              <a:gd name="T74" fmla="*/ 119 w 188"/>
              <a:gd name="T75" fmla="*/ 20 h 168"/>
              <a:gd name="T76" fmla="*/ 112 w 188"/>
              <a:gd name="T77" fmla="*/ 12 h 168"/>
              <a:gd name="T78" fmla="*/ 76 w 188"/>
              <a:gd name="T79" fmla="*/ 12 h 168"/>
              <a:gd name="T80" fmla="*/ 67 w 188"/>
              <a:gd name="T81" fmla="*/ 20 h 168"/>
              <a:gd name="T82" fmla="*/ 67 w 188"/>
              <a:gd name="T83" fmla="*/ 36 h 168"/>
              <a:gd name="T84" fmla="*/ 52 w 188"/>
              <a:gd name="T85" fmla="*/ 36 h 168"/>
              <a:gd name="T86" fmla="*/ 52 w 188"/>
              <a:gd name="T87" fmla="*/ 9 h 168"/>
              <a:gd name="T88" fmla="*/ 61 w 188"/>
              <a:gd name="T89" fmla="*/ 0 h 168"/>
              <a:gd name="T90" fmla="*/ 126 w 188"/>
              <a:gd name="T91" fmla="*/ 0 h 168"/>
              <a:gd name="T92" fmla="*/ 136 w 188"/>
              <a:gd name="T93" fmla="*/ 9 h 168"/>
              <a:gd name="T94" fmla="*/ 136 w 188"/>
              <a:gd name="T95" fmla="*/ 36 h 168"/>
              <a:gd name="T96" fmla="*/ 119 w 188"/>
              <a:gd name="T97" fmla="*/ 36 h 168"/>
              <a:gd name="T98" fmla="*/ 119 w 188"/>
              <a:gd name="T99" fmla="*/ 2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8" h="168">
                <a:moveTo>
                  <a:pt x="168" y="168"/>
                </a:moveTo>
                <a:cubicBezTo>
                  <a:pt x="20" y="168"/>
                  <a:pt x="20" y="168"/>
                  <a:pt x="20" y="168"/>
                </a:cubicBezTo>
                <a:cubicBezTo>
                  <a:pt x="8" y="168"/>
                  <a:pt x="0" y="159"/>
                  <a:pt x="0" y="148"/>
                </a:cubicBezTo>
                <a:cubicBezTo>
                  <a:pt x="0" y="60"/>
                  <a:pt x="0" y="60"/>
                  <a:pt x="0" y="60"/>
                </a:cubicBezTo>
                <a:cubicBezTo>
                  <a:pt x="0" y="49"/>
                  <a:pt x="8" y="40"/>
                  <a:pt x="20" y="40"/>
                </a:cubicBezTo>
                <a:cubicBezTo>
                  <a:pt x="168" y="40"/>
                  <a:pt x="168" y="40"/>
                  <a:pt x="168" y="40"/>
                </a:cubicBezTo>
                <a:cubicBezTo>
                  <a:pt x="179" y="40"/>
                  <a:pt x="188" y="49"/>
                  <a:pt x="188" y="60"/>
                </a:cubicBezTo>
                <a:cubicBezTo>
                  <a:pt x="188" y="148"/>
                  <a:pt x="188" y="148"/>
                  <a:pt x="188" y="148"/>
                </a:cubicBezTo>
                <a:cubicBezTo>
                  <a:pt x="188" y="159"/>
                  <a:pt x="179" y="168"/>
                  <a:pt x="168" y="168"/>
                </a:cubicBezTo>
                <a:close/>
                <a:moveTo>
                  <a:pt x="28" y="52"/>
                </a:moveTo>
                <a:cubicBezTo>
                  <a:pt x="20" y="52"/>
                  <a:pt x="20" y="52"/>
                  <a:pt x="20" y="52"/>
                </a:cubicBezTo>
                <a:cubicBezTo>
                  <a:pt x="20" y="156"/>
                  <a:pt x="20" y="156"/>
                  <a:pt x="20" y="156"/>
                </a:cubicBezTo>
                <a:cubicBezTo>
                  <a:pt x="28" y="156"/>
                  <a:pt x="28" y="156"/>
                  <a:pt x="28" y="156"/>
                </a:cubicBezTo>
                <a:lnTo>
                  <a:pt x="28" y="52"/>
                </a:lnTo>
                <a:close/>
                <a:moveTo>
                  <a:pt x="96" y="64"/>
                </a:moveTo>
                <a:cubicBezTo>
                  <a:pt x="73" y="64"/>
                  <a:pt x="55" y="82"/>
                  <a:pt x="55" y="105"/>
                </a:cubicBezTo>
                <a:cubicBezTo>
                  <a:pt x="55" y="127"/>
                  <a:pt x="73" y="145"/>
                  <a:pt x="96" y="145"/>
                </a:cubicBezTo>
                <a:cubicBezTo>
                  <a:pt x="118" y="145"/>
                  <a:pt x="136" y="127"/>
                  <a:pt x="136" y="105"/>
                </a:cubicBezTo>
                <a:cubicBezTo>
                  <a:pt x="136" y="82"/>
                  <a:pt x="118" y="64"/>
                  <a:pt x="96" y="64"/>
                </a:cubicBezTo>
                <a:close/>
                <a:moveTo>
                  <a:pt x="168" y="52"/>
                </a:moveTo>
                <a:cubicBezTo>
                  <a:pt x="160" y="52"/>
                  <a:pt x="160" y="52"/>
                  <a:pt x="160" y="52"/>
                </a:cubicBezTo>
                <a:cubicBezTo>
                  <a:pt x="160" y="156"/>
                  <a:pt x="160" y="156"/>
                  <a:pt x="160" y="156"/>
                </a:cubicBezTo>
                <a:cubicBezTo>
                  <a:pt x="168" y="156"/>
                  <a:pt x="168" y="156"/>
                  <a:pt x="168" y="156"/>
                </a:cubicBezTo>
                <a:lnTo>
                  <a:pt x="168" y="52"/>
                </a:lnTo>
                <a:close/>
                <a:moveTo>
                  <a:pt x="104" y="128"/>
                </a:moveTo>
                <a:cubicBezTo>
                  <a:pt x="88" y="128"/>
                  <a:pt x="88" y="128"/>
                  <a:pt x="88" y="128"/>
                </a:cubicBezTo>
                <a:cubicBezTo>
                  <a:pt x="88" y="112"/>
                  <a:pt x="88" y="112"/>
                  <a:pt x="88" y="112"/>
                </a:cubicBezTo>
                <a:cubicBezTo>
                  <a:pt x="72" y="112"/>
                  <a:pt x="72" y="112"/>
                  <a:pt x="72" y="112"/>
                </a:cubicBezTo>
                <a:cubicBezTo>
                  <a:pt x="72" y="96"/>
                  <a:pt x="72" y="96"/>
                  <a:pt x="72" y="96"/>
                </a:cubicBezTo>
                <a:cubicBezTo>
                  <a:pt x="88" y="96"/>
                  <a:pt x="88" y="96"/>
                  <a:pt x="88" y="96"/>
                </a:cubicBezTo>
                <a:cubicBezTo>
                  <a:pt x="88" y="80"/>
                  <a:pt x="88" y="80"/>
                  <a:pt x="88" y="80"/>
                </a:cubicBezTo>
                <a:cubicBezTo>
                  <a:pt x="104" y="80"/>
                  <a:pt x="104" y="80"/>
                  <a:pt x="104" y="80"/>
                </a:cubicBezTo>
                <a:cubicBezTo>
                  <a:pt x="104" y="96"/>
                  <a:pt x="104" y="96"/>
                  <a:pt x="104" y="96"/>
                </a:cubicBezTo>
                <a:cubicBezTo>
                  <a:pt x="120" y="96"/>
                  <a:pt x="120" y="96"/>
                  <a:pt x="120" y="96"/>
                </a:cubicBezTo>
                <a:cubicBezTo>
                  <a:pt x="120" y="112"/>
                  <a:pt x="120" y="112"/>
                  <a:pt x="120" y="112"/>
                </a:cubicBezTo>
                <a:cubicBezTo>
                  <a:pt x="104" y="112"/>
                  <a:pt x="104" y="112"/>
                  <a:pt x="104" y="112"/>
                </a:cubicBezTo>
                <a:lnTo>
                  <a:pt x="104" y="128"/>
                </a:lnTo>
                <a:close/>
                <a:moveTo>
                  <a:pt x="119" y="20"/>
                </a:moveTo>
                <a:cubicBezTo>
                  <a:pt x="119" y="16"/>
                  <a:pt x="116" y="12"/>
                  <a:pt x="112" y="12"/>
                </a:cubicBezTo>
                <a:cubicBezTo>
                  <a:pt x="76" y="12"/>
                  <a:pt x="76" y="12"/>
                  <a:pt x="76" y="12"/>
                </a:cubicBezTo>
                <a:cubicBezTo>
                  <a:pt x="72" y="12"/>
                  <a:pt x="67" y="16"/>
                  <a:pt x="67" y="20"/>
                </a:cubicBezTo>
                <a:cubicBezTo>
                  <a:pt x="67" y="36"/>
                  <a:pt x="67" y="36"/>
                  <a:pt x="67" y="36"/>
                </a:cubicBezTo>
                <a:cubicBezTo>
                  <a:pt x="52" y="36"/>
                  <a:pt x="52" y="36"/>
                  <a:pt x="52" y="36"/>
                </a:cubicBezTo>
                <a:cubicBezTo>
                  <a:pt x="52" y="9"/>
                  <a:pt x="52" y="9"/>
                  <a:pt x="52" y="9"/>
                </a:cubicBezTo>
                <a:cubicBezTo>
                  <a:pt x="52" y="4"/>
                  <a:pt x="56" y="0"/>
                  <a:pt x="61" y="0"/>
                </a:cubicBezTo>
                <a:cubicBezTo>
                  <a:pt x="126" y="0"/>
                  <a:pt x="126" y="0"/>
                  <a:pt x="126" y="0"/>
                </a:cubicBezTo>
                <a:cubicBezTo>
                  <a:pt x="131" y="0"/>
                  <a:pt x="136" y="4"/>
                  <a:pt x="136" y="9"/>
                </a:cubicBezTo>
                <a:cubicBezTo>
                  <a:pt x="136" y="36"/>
                  <a:pt x="136" y="36"/>
                  <a:pt x="136" y="36"/>
                </a:cubicBezTo>
                <a:cubicBezTo>
                  <a:pt x="119" y="36"/>
                  <a:pt x="119" y="36"/>
                  <a:pt x="119" y="36"/>
                </a:cubicBezTo>
                <a:lnTo>
                  <a:pt x="119" y="20"/>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90"/>
          <p:cNvSpPr>
            <a:spLocks noEditPoints="1"/>
          </p:cNvSpPr>
          <p:nvPr/>
        </p:nvSpPr>
        <p:spPr bwMode="auto">
          <a:xfrm>
            <a:off x="4959350" y="147550"/>
            <a:ext cx="377825" cy="404813"/>
          </a:xfrm>
          <a:custGeom>
            <a:avLst/>
            <a:gdLst>
              <a:gd name="T0" fmla="*/ 182 w 191"/>
              <a:gd name="T1" fmla="*/ 72 h 204"/>
              <a:gd name="T2" fmla="*/ 141 w 191"/>
              <a:gd name="T3" fmla="*/ 117 h 204"/>
              <a:gd name="T4" fmla="*/ 121 w 191"/>
              <a:gd name="T5" fmla="*/ 117 h 204"/>
              <a:gd name="T6" fmla="*/ 24 w 191"/>
              <a:gd name="T7" fmla="*/ 192 h 204"/>
              <a:gd name="T8" fmla="*/ 0 w 191"/>
              <a:gd name="T9" fmla="*/ 177 h 204"/>
              <a:gd name="T10" fmla="*/ 120 w 191"/>
              <a:gd name="T11" fmla="*/ 107 h 204"/>
              <a:gd name="T12" fmla="*/ 174 w 191"/>
              <a:gd name="T13" fmla="*/ 37 h 204"/>
              <a:gd name="T14" fmla="*/ 182 w 191"/>
              <a:gd name="T15" fmla="*/ 72 h 204"/>
              <a:gd name="T16" fmla="*/ 94 w 191"/>
              <a:gd name="T17" fmla="*/ 89 h 204"/>
              <a:gd name="T18" fmla="*/ 149 w 191"/>
              <a:gd name="T19" fmla="*/ 17 h 204"/>
              <a:gd name="T20" fmla="*/ 165 w 191"/>
              <a:gd name="T21" fmla="*/ 41 h 204"/>
              <a:gd name="T22" fmla="*/ 121 w 191"/>
              <a:gd name="T23" fmla="*/ 95 h 204"/>
              <a:gd name="T24" fmla="*/ 94 w 191"/>
              <a:gd name="T25" fmla="*/ 89 h 204"/>
              <a:gd name="T26" fmla="*/ 149 w 191"/>
              <a:gd name="T27" fmla="*/ 29 h 204"/>
              <a:gd name="T28" fmla="*/ 107 w 191"/>
              <a:gd name="T29" fmla="*/ 83 h 204"/>
              <a:gd name="T30" fmla="*/ 120 w 191"/>
              <a:gd name="T31" fmla="*/ 86 h 204"/>
              <a:gd name="T32" fmla="*/ 155 w 191"/>
              <a:gd name="T33" fmla="*/ 42 h 204"/>
              <a:gd name="T34" fmla="*/ 149 w 191"/>
              <a:gd name="T35" fmla="*/ 29 h 204"/>
              <a:gd name="T36" fmla="*/ 94 w 191"/>
              <a:gd name="T37" fmla="*/ 62 h 204"/>
              <a:gd name="T38" fmla="*/ 81 w 191"/>
              <a:gd name="T39" fmla="*/ 50 h 204"/>
              <a:gd name="T40" fmla="*/ 85 w 191"/>
              <a:gd name="T41" fmla="*/ 41 h 204"/>
              <a:gd name="T42" fmla="*/ 107 w 191"/>
              <a:gd name="T43" fmla="*/ 0 h 204"/>
              <a:gd name="T44" fmla="*/ 94 w 191"/>
              <a:gd name="T45" fmla="*/ 62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1" h="204">
                <a:moveTo>
                  <a:pt x="182" y="72"/>
                </a:moveTo>
                <a:cubicBezTo>
                  <a:pt x="185" y="69"/>
                  <a:pt x="141" y="117"/>
                  <a:pt x="141" y="117"/>
                </a:cubicBezTo>
                <a:cubicBezTo>
                  <a:pt x="141" y="117"/>
                  <a:pt x="136" y="125"/>
                  <a:pt x="121" y="117"/>
                </a:cubicBezTo>
                <a:cubicBezTo>
                  <a:pt x="51" y="117"/>
                  <a:pt x="24" y="192"/>
                  <a:pt x="24" y="192"/>
                </a:cubicBezTo>
                <a:cubicBezTo>
                  <a:pt x="24" y="192"/>
                  <a:pt x="0" y="204"/>
                  <a:pt x="0" y="177"/>
                </a:cubicBezTo>
                <a:cubicBezTo>
                  <a:pt x="0" y="150"/>
                  <a:pt x="68" y="105"/>
                  <a:pt x="120" y="107"/>
                </a:cubicBezTo>
                <a:cubicBezTo>
                  <a:pt x="125" y="101"/>
                  <a:pt x="174" y="37"/>
                  <a:pt x="174" y="37"/>
                </a:cubicBezTo>
                <a:cubicBezTo>
                  <a:pt x="174" y="37"/>
                  <a:pt x="191" y="48"/>
                  <a:pt x="182" y="72"/>
                </a:cubicBezTo>
                <a:close/>
                <a:moveTo>
                  <a:pt x="94" y="89"/>
                </a:moveTo>
                <a:cubicBezTo>
                  <a:pt x="149" y="17"/>
                  <a:pt x="149" y="17"/>
                  <a:pt x="149" y="17"/>
                </a:cubicBezTo>
                <a:cubicBezTo>
                  <a:pt x="165" y="41"/>
                  <a:pt x="165" y="41"/>
                  <a:pt x="165" y="41"/>
                </a:cubicBezTo>
                <a:cubicBezTo>
                  <a:pt x="121" y="95"/>
                  <a:pt x="121" y="95"/>
                  <a:pt x="121" y="95"/>
                </a:cubicBezTo>
                <a:lnTo>
                  <a:pt x="94" y="89"/>
                </a:lnTo>
                <a:close/>
                <a:moveTo>
                  <a:pt x="149" y="29"/>
                </a:moveTo>
                <a:cubicBezTo>
                  <a:pt x="107" y="83"/>
                  <a:pt x="107" y="83"/>
                  <a:pt x="107" y="83"/>
                </a:cubicBezTo>
                <a:cubicBezTo>
                  <a:pt x="120" y="86"/>
                  <a:pt x="120" y="86"/>
                  <a:pt x="120" y="86"/>
                </a:cubicBezTo>
                <a:cubicBezTo>
                  <a:pt x="155" y="42"/>
                  <a:pt x="155" y="42"/>
                  <a:pt x="155" y="42"/>
                </a:cubicBezTo>
                <a:lnTo>
                  <a:pt x="149" y="29"/>
                </a:lnTo>
                <a:close/>
                <a:moveTo>
                  <a:pt x="94" y="62"/>
                </a:moveTo>
                <a:cubicBezTo>
                  <a:pt x="87" y="62"/>
                  <a:pt x="81" y="57"/>
                  <a:pt x="81" y="50"/>
                </a:cubicBezTo>
                <a:cubicBezTo>
                  <a:pt x="81" y="46"/>
                  <a:pt x="83" y="43"/>
                  <a:pt x="85" y="41"/>
                </a:cubicBezTo>
                <a:cubicBezTo>
                  <a:pt x="90" y="30"/>
                  <a:pt x="114" y="32"/>
                  <a:pt x="107" y="0"/>
                </a:cubicBezTo>
                <a:cubicBezTo>
                  <a:pt x="141" y="7"/>
                  <a:pt x="120" y="62"/>
                  <a:pt x="94" y="62"/>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91"/>
          <p:cNvSpPr>
            <a:spLocks noEditPoints="1"/>
          </p:cNvSpPr>
          <p:nvPr/>
        </p:nvSpPr>
        <p:spPr bwMode="auto">
          <a:xfrm>
            <a:off x="5405438" y="125325"/>
            <a:ext cx="460375" cy="422275"/>
          </a:xfrm>
          <a:custGeom>
            <a:avLst/>
            <a:gdLst>
              <a:gd name="T0" fmla="*/ 199 w 233"/>
              <a:gd name="T1" fmla="*/ 94 h 214"/>
              <a:gd name="T2" fmla="*/ 186 w 233"/>
              <a:gd name="T3" fmla="*/ 130 h 214"/>
              <a:gd name="T4" fmla="*/ 149 w 233"/>
              <a:gd name="T5" fmla="*/ 209 h 214"/>
              <a:gd name="T6" fmla="*/ 117 w 233"/>
              <a:gd name="T7" fmla="*/ 141 h 214"/>
              <a:gd name="T8" fmla="*/ 84 w 233"/>
              <a:gd name="T9" fmla="*/ 209 h 214"/>
              <a:gd name="T10" fmla="*/ 47 w 233"/>
              <a:gd name="T11" fmla="*/ 130 h 214"/>
              <a:gd name="T12" fmla="*/ 35 w 233"/>
              <a:gd name="T13" fmla="*/ 94 h 214"/>
              <a:gd name="T14" fmla="*/ 117 w 233"/>
              <a:gd name="T15" fmla="*/ 21 h 214"/>
              <a:gd name="T16" fmla="*/ 199 w 233"/>
              <a:gd name="T17" fmla="*/ 94 h 214"/>
              <a:gd name="T18" fmla="*/ 135 w 233"/>
              <a:gd name="T19" fmla="*/ 27 h 214"/>
              <a:gd name="T20" fmla="*/ 82 w 233"/>
              <a:gd name="T21" fmla="*/ 60 h 214"/>
              <a:gd name="T22" fmla="*/ 113 w 233"/>
              <a:gd name="T23" fmla="*/ 31 h 214"/>
              <a:gd name="T24" fmla="*/ 47 w 233"/>
              <a:gd name="T25" fmla="*/ 90 h 214"/>
              <a:gd name="T26" fmla="*/ 58 w 233"/>
              <a:gd name="T27" fmla="*/ 135 h 214"/>
              <a:gd name="T28" fmla="*/ 76 w 233"/>
              <a:gd name="T29" fmla="*/ 191 h 214"/>
              <a:gd name="T30" fmla="*/ 115 w 233"/>
              <a:gd name="T31" fmla="*/ 126 h 214"/>
              <a:gd name="T32" fmla="*/ 115 w 233"/>
              <a:gd name="T33" fmla="*/ 126 h 214"/>
              <a:gd name="T34" fmla="*/ 117 w 233"/>
              <a:gd name="T35" fmla="*/ 126 h 214"/>
              <a:gd name="T36" fmla="*/ 118 w 233"/>
              <a:gd name="T37" fmla="*/ 126 h 214"/>
              <a:gd name="T38" fmla="*/ 118 w 233"/>
              <a:gd name="T39" fmla="*/ 126 h 214"/>
              <a:gd name="T40" fmla="*/ 157 w 233"/>
              <a:gd name="T41" fmla="*/ 191 h 214"/>
              <a:gd name="T42" fmla="*/ 175 w 233"/>
              <a:gd name="T43" fmla="*/ 135 h 214"/>
              <a:gd name="T44" fmla="*/ 186 w 233"/>
              <a:gd name="T45" fmla="*/ 90 h 214"/>
              <a:gd name="T46" fmla="*/ 135 w 233"/>
              <a:gd name="T47" fmla="*/ 27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33" h="214">
                <a:moveTo>
                  <a:pt x="199" y="94"/>
                </a:moveTo>
                <a:cubicBezTo>
                  <a:pt x="194" y="109"/>
                  <a:pt x="185" y="111"/>
                  <a:pt x="186" y="130"/>
                </a:cubicBezTo>
                <a:cubicBezTo>
                  <a:pt x="196" y="214"/>
                  <a:pt x="158" y="209"/>
                  <a:pt x="149" y="209"/>
                </a:cubicBezTo>
                <a:cubicBezTo>
                  <a:pt x="131" y="209"/>
                  <a:pt x="160" y="143"/>
                  <a:pt x="117" y="141"/>
                </a:cubicBezTo>
                <a:cubicBezTo>
                  <a:pt x="73" y="143"/>
                  <a:pt x="102" y="209"/>
                  <a:pt x="84" y="209"/>
                </a:cubicBezTo>
                <a:cubicBezTo>
                  <a:pt x="75" y="209"/>
                  <a:pt x="37" y="214"/>
                  <a:pt x="47" y="130"/>
                </a:cubicBezTo>
                <a:cubicBezTo>
                  <a:pt x="48" y="111"/>
                  <a:pt x="39" y="109"/>
                  <a:pt x="35" y="94"/>
                </a:cubicBezTo>
                <a:cubicBezTo>
                  <a:pt x="0" y="0"/>
                  <a:pt x="99" y="5"/>
                  <a:pt x="117" y="21"/>
                </a:cubicBezTo>
                <a:cubicBezTo>
                  <a:pt x="134" y="5"/>
                  <a:pt x="233" y="0"/>
                  <a:pt x="199" y="94"/>
                </a:cubicBezTo>
                <a:close/>
                <a:moveTo>
                  <a:pt x="135" y="27"/>
                </a:moveTo>
                <a:cubicBezTo>
                  <a:pt x="120" y="35"/>
                  <a:pt x="127" y="63"/>
                  <a:pt x="82" y="60"/>
                </a:cubicBezTo>
                <a:cubicBezTo>
                  <a:pt x="106" y="55"/>
                  <a:pt x="108" y="40"/>
                  <a:pt x="113" y="31"/>
                </a:cubicBezTo>
                <a:cubicBezTo>
                  <a:pt x="92" y="21"/>
                  <a:pt x="23" y="23"/>
                  <a:pt x="47" y="90"/>
                </a:cubicBezTo>
                <a:cubicBezTo>
                  <a:pt x="51" y="101"/>
                  <a:pt x="59" y="120"/>
                  <a:pt x="58" y="135"/>
                </a:cubicBezTo>
                <a:cubicBezTo>
                  <a:pt x="51" y="192"/>
                  <a:pt x="69" y="191"/>
                  <a:pt x="76" y="191"/>
                </a:cubicBezTo>
                <a:cubicBezTo>
                  <a:pt x="90" y="191"/>
                  <a:pt x="70" y="128"/>
                  <a:pt x="115" y="126"/>
                </a:cubicBezTo>
                <a:cubicBezTo>
                  <a:pt x="115" y="126"/>
                  <a:pt x="115" y="126"/>
                  <a:pt x="115" y="126"/>
                </a:cubicBezTo>
                <a:cubicBezTo>
                  <a:pt x="116" y="126"/>
                  <a:pt x="116" y="126"/>
                  <a:pt x="117" y="126"/>
                </a:cubicBezTo>
                <a:cubicBezTo>
                  <a:pt x="117" y="126"/>
                  <a:pt x="117" y="126"/>
                  <a:pt x="118" y="126"/>
                </a:cubicBezTo>
                <a:cubicBezTo>
                  <a:pt x="118" y="126"/>
                  <a:pt x="118" y="126"/>
                  <a:pt x="118" y="126"/>
                </a:cubicBezTo>
                <a:cubicBezTo>
                  <a:pt x="163" y="128"/>
                  <a:pt x="143" y="191"/>
                  <a:pt x="157" y="191"/>
                </a:cubicBezTo>
                <a:cubicBezTo>
                  <a:pt x="165" y="191"/>
                  <a:pt x="182" y="192"/>
                  <a:pt x="175" y="135"/>
                </a:cubicBezTo>
                <a:cubicBezTo>
                  <a:pt x="174" y="120"/>
                  <a:pt x="182" y="101"/>
                  <a:pt x="186" y="90"/>
                </a:cubicBezTo>
                <a:cubicBezTo>
                  <a:pt x="206" y="35"/>
                  <a:pt x="163" y="24"/>
                  <a:pt x="135" y="27"/>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92"/>
          <p:cNvSpPr>
            <a:spLocks noEditPoints="1"/>
          </p:cNvSpPr>
          <p:nvPr/>
        </p:nvSpPr>
        <p:spPr bwMode="auto">
          <a:xfrm>
            <a:off x="5916613" y="141200"/>
            <a:ext cx="395288" cy="407988"/>
          </a:xfrm>
          <a:custGeom>
            <a:avLst/>
            <a:gdLst>
              <a:gd name="T0" fmla="*/ 190 w 200"/>
              <a:gd name="T1" fmla="*/ 52 h 207"/>
              <a:gd name="T2" fmla="*/ 106 w 200"/>
              <a:gd name="T3" fmla="*/ 139 h 207"/>
              <a:gd name="T4" fmla="*/ 92 w 200"/>
              <a:gd name="T5" fmla="*/ 187 h 207"/>
              <a:gd name="T6" fmla="*/ 20 w 200"/>
              <a:gd name="T7" fmla="*/ 187 h 207"/>
              <a:gd name="T8" fmla="*/ 20 w 200"/>
              <a:gd name="T9" fmla="*/ 115 h 207"/>
              <a:gd name="T10" fmla="*/ 61 w 200"/>
              <a:gd name="T11" fmla="*/ 100 h 207"/>
              <a:gd name="T12" fmla="*/ 148 w 200"/>
              <a:gd name="T13" fmla="*/ 10 h 207"/>
              <a:gd name="T14" fmla="*/ 185 w 200"/>
              <a:gd name="T15" fmla="*/ 11 h 207"/>
              <a:gd name="T16" fmla="*/ 189 w 200"/>
              <a:gd name="T17" fmla="*/ 15 h 207"/>
              <a:gd name="T18" fmla="*/ 190 w 200"/>
              <a:gd name="T19" fmla="*/ 52 h 207"/>
              <a:gd name="T20" fmla="*/ 180 w 200"/>
              <a:gd name="T21" fmla="*/ 23 h 207"/>
              <a:gd name="T22" fmla="*/ 178 w 200"/>
              <a:gd name="T23" fmla="*/ 21 h 207"/>
              <a:gd name="T24" fmla="*/ 154 w 200"/>
              <a:gd name="T25" fmla="*/ 20 h 207"/>
              <a:gd name="T26" fmla="*/ 69 w 200"/>
              <a:gd name="T27" fmla="*/ 107 h 207"/>
              <a:gd name="T28" fmla="*/ 60 w 200"/>
              <a:gd name="T29" fmla="*/ 113 h 207"/>
              <a:gd name="T30" fmla="*/ 29 w 200"/>
              <a:gd name="T31" fmla="*/ 124 h 207"/>
              <a:gd name="T32" fmla="*/ 29 w 200"/>
              <a:gd name="T33" fmla="*/ 178 h 207"/>
              <a:gd name="T34" fmla="*/ 83 w 200"/>
              <a:gd name="T35" fmla="*/ 178 h 207"/>
              <a:gd name="T36" fmla="*/ 93 w 200"/>
              <a:gd name="T37" fmla="*/ 140 h 207"/>
              <a:gd name="T38" fmla="*/ 96 w 200"/>
              <a:gd name="T39" fmla="*/ 133 h 207"/>
              <a:gd name="T40" fmla="*/ 120 w 200"/>
              <a:gd name="T41" fmla="*/ 109 h 207"/>
              <a:gd name="T42" fmla="*/ 121 w 200"/>
              <a:gd name="T43" fmla="*/ 110 h 207"/>
              <a:gd name="T44" fmla="*/ 126 w 200"/>
              <a:gd name="T45" fmla="*/ 103 h 207"/>
              <a:gd name="T46" fmla="*/ 126 w 200"/>
              <a:gd name="T47" fmla="*/ 103 h 207"/>
              <a:gd name="T48" fmla="*/ 136 w 200"/>
              <a:gd name="T49" fmla="*/ 93 h 207"/>
              <a:gd name="T50" fmla="*/ 137 w 200"/>
              <a:gd name="T51" fmla="*/ 93 h 207"/>
              <a:gd name="T52" fmla="*/ 142 w 200"/>
              <a:gd name="T53" fmla="*/ 87 h 207"/>
              <a:gd name="T54" fmla="*/ 142 w 200"/>
              <a:gd name="T55" fmla="*/ 87 h 207"/>
              <a:gd name="T56" fmla="*/ 157 w 200"/>
              <a:gd name="T57" fmla="*/ 71 h 207"/>
              <a:gd name="T58" fmla="*/ 147 w 200"/>
              <a:gd name="T59" fmla="*/ 61 h 207"/>
              <a:gd name="T60" fmla="*/ 153 w 200"/>
              <a:gd name="T61" fmla="*/ 55 h 207"/>
              <a:gd name="T62" fmla="*/ 163 w 200"/>
              <a:gd name="T63" fmla="*/ 65 h 207"/>
              <a:gd name="T64" fmla="*/ 173 w 200"/>
              <a:gd name="T65" fmla="*/ 54 h 207"/>
              <a:gd name="T66" fmla="*/ 157 w 200"/>
              <a:gd name="T67" fmla="*/ 38 h 207"/>
              <a:gd name="T68" fmla="*/ 163 w 200"/>
              <a:gd name="T69" fmla="*/ 33 h 207"/>
              <a:gd name="T70" fmla="*/ 179 w 200"/>
              <a:gd name="T71" fmla="*/ 49 h 207"/>
              <a:gd name="T72" fmla="*/ 181 w 200"/>
              <a:gd name="T73" fmla="*/ 47 h 207"/>
              <a:gd name="T74" fmla="*/ 180 w 200"/>
              <a:gd name="T75" fmla="*/ 23 h 207"/>
              <a:gd name="T76" fmla="*/ 136 w 200"/>
              <a:gd name="T77" fmla="*/ 81 h 207"/>
              <a:gd name="T78" fmla="*/ 127 w 200"/>
              <a:gd name="T79" fmla="*/ 73 h 207"/>
              <a:gd name="T80" fmla="*/ 121 w 200"/>
              <a:gd name="T81" fmla="*/ 78 h 207"/>
              <a:gd name="T82" fmla="*/ 130 w 200"/>
              <a:gd name="T83" fmla="*/ 87 h 207"/>
              <a:gd name="T84" fmla="*/ 120 w 200"/>
              <a:gd name="T85" fmla="*/ 98 h 207"/>
              <a:gd name="T86" fmla="*/ 114 w 200"/>
              <a:gd name="T87" fmla="*/ 92 h 207"/>
              <a:gd name="T88" fmla="*/ 108 w 200"/>
              <a:gd name="T89" fmla="*/ 98 h 207"/>
              <a:gd name="T90" fmla="*/ 114 w 200"/>
              <a:gd name="T91" fmla="*/ 104 h 207"/>
              <a:gd name="T92" fmla="*/ 83 w 200"/>
              <a:gd name="T93" fmla="*/ 136 h 207"/>
              <a:gd name="T94" fmla="*/ 78 w 200"/>
              <a:gd name="T95" fmla="*/ 172 h 207"/>
              <a:gd name="T96" fmla="*/ 35 w 200"/>
              <a:gd name="T97" fmla="*/ 172 h 207"/>
              <a:gd name="T98" fmla="*/ 35 w 200"/>
              <a:gd name="T99" fmla="*/ 129 h 207"/>
              <a:gd name="T100" fmla="*/ 65 w 200"/>
              <a:gd name="T101" fmla="*/ 122 h 207"/>
              <a:gd name="T102" fmla="*/ 127 w 200"/>
              <a:gd name="T103" fmla="*/ 59 h 207"/>
              <a:gd name="T104" fmla="*/ 141 w 200"/>
              <a:gd name="T105" fmla="*/ 60 h 207"/>
              <a:gd name="T106" fmla="*/ 142 w 200"/>
              <a:gd name="T107" fmla="*/ 61 h 207"/>
              <a:gd name="T108" fmla="*/ 142 w 200"/>
              <a:gd name="T109" fmla="*/ 75 h 207"/>
              <a:gd name="T110" fmla="*/ 136 w 200"/>
              <a:gd name="T111" fmla="*/ 81 h 207"/>
              <a:gd name="T112" fmla="*/ 43 w 200"/>
              <a:gd name="T113" fmla="*/ 135 h 207"/>
              <a:gd name="T114" fmla="*/ 38 w 200"/>
              <a:gd name="T115" fmla="*/ 162 h 207"/>
              <a:gd name="T116" fmla="*/ 66 w 200"/>
              <a:gd name="T117" fmla="*/ 134 h 207"/>
              <a:gd name="T118" fmla="*/ 43 w 200"/>
              <a:gd name="T119" fmla="*/ 135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0" h="207">
                <a:moveTo>
                  <a:pt x="190" y="52"/>
                </a:moveTo>
                <a:cubicBezTo>
                  <a:pt x="106" y="139"/>
                  <a:pt x="106" y="139"/>
                  <a:pt x="106" y="139"/>
                </a:cubicBezTo>
                <a:cubicBezTo>
                  <a:pt x="110" y="156"/>
                  <a:pt x="105" y="174"/>
                  <a:pt x="92" y="187"/>
                </a:cubicBezTo>
                <a:cubicBezTo>
                  <a:pt x="72" y="207"/>
                  <a:pt x="40" y="207"/>
                  <a:pt x="20" y="187"/>
                </a:cubicBezTo>
                <a:cubicBezTo>
                  <a:pt x="0" y="167"/>
                  <a:pt x="0" y="135"/>
                  <a:pt x="20" y="115"/>
                </a:cubicBezTo>
                <a:cubicBezTo>
                  <a:pt x="31" y="103"/>
                  <a:pt x="47" y="99"/>
                  <a:pt x="61" y="100"/>
                </a:cubicBezTo>
                <a:cubicBezTo>
                  <a:pt x="148" y="10"/>
                  <a:pt x="148" y="10"/>
                  <a:pt x="148" y="10"/>
                </a:cubicBezTo>
                <a:cubicBezTo>
                  <a:pt x="158" y="0"/>
                  <a:pt x="175" y="1"/>
                  <a:pt x="185" y="11"/>
                </a:cubicBezTo>
                <a:cubicBezTo>
                  <a:pt x="189" y="15"/>
                  <a:pt x="189" y="15"/>
                  <a:pt x="189" y="15"/>
                </a:cubicBezTo>
                <a:cubicBezTo>
                  <a:pt x="199" y="25"/>
                  <a:pt x="200" y="42"/>
                  <a:pt x="190" y="52"/>
                </a:cubicBezTo>
                <a:close/>
                <a:moveTo>
                  <a:pt x="180" y="23"/>
                </a:moveTo>
                <a:cubicBezTo>
                  <a:pt x="178" y="21"/>
                  <a:pt x="178" y="21"/>
                  <a:pt x="178" y="21"/>
                </a:cubicBezTo>
                <a:cubicBezTo>
                  <a:pt x="171" y="15"/>
                  <a:pt x="160" y="14"/>
                  <a:pt x="154" y="20"/>
                </a:cubicBezTo>
                <a:cubicBezTo>
                  <a:pt x="69" y="107"/>
                  <a:pt x="69" y="107"/>
                  <a:pt x="69" y="107"/>
                </a:cubicBezTo>
                <a:cubicBezTo>
                  <a:pt x="68" y="112"/>
                  <a:pt x="60" y="113"/>
                  <a:pt x="60" y="113"/>
                </a:cubicBezTo>
                <a:cubicBezTo>
                  <a:pt x="49" y="112"/>
                  <a:pt x="38" y="115"/>
                  <a:pt x="29" y="124"/>
                </a:cubicBezTo>
                <a:cubicBezTo>
                  <a:pt x="14" y="139"/>
                  <a:pt x="14" y="163"/>
                  <a:pt x="29" y="178"/>
                </a:cubicBezTo>
                <a:cubicBezTo>
                  <a:pt x="44" y="193"/>
                  <a:pt x="68" y="193"/>
                  <a:pt x="83" y="178"/>
                </a:cubicBezTo>
                <a:cubicBezTo>
                  <a:pt x="93" y="168"/>
                  <a:pt x="97" y="153"/>
                  <a:pt x="93" y="140"/>
                </a:cubicBezTo>
                <a:cubicBezTo>
                  <a:pt x="93" y="140"/>
                  <a:pt x="92" y="136"/>
                  <a:pt x="96" y="133"/>
                </a:cubicBezTo>
                <a:cubicBezTo>
                  <a:pt x="120" y="109"/>
                  <a:pt x="120" y="109"/>
                  <a:pt x="120" y="109"/>
                </a:cubicBezTo>
                <a:cubicBezTo>
                  <a:pt x="121" y="110"/>
                  <a:pt x="121" y="110"/>
                  <a:pt x="121" y="110"/>
                </a:cubicBezTo>
                <a:cubicBezTo>
                  <a:pt x="126" y="103"/>
                  <a:pt x="126" y="103"/>
                  <a:pt x="126" y="103"/>
                </a:cubicBezTo>
                <a:cubicBezTo>
                  <a:pt x="126" y="103"/>
                  <a:pt x="126" y="103"/>
                  <a:pt x="126" y="103"/>
                </a:cubicBezTo>
                <a:cubicBezTo>
                  <a:pt x="136" y="93"/>
                  <a:pt x="136" y="93"/>
                  <a:pt x="136" y="93"/>
                </a:cubicBezTo>
                <a:cubicBezTo>
                  <a:pt x="137" y="93"/>
                  <a:pt x="137" y="93"/>
                  <a:pt x="137" y="93"/>
                </a:cubicBezTo>
                <a:cubicBezTo>
                  <a:pt x="142" y="87"/>
                  <a:pt x="142" y="87"/>
                  <a:pt x="142" y="87"/>
                </a:cubicBezTo>
                <a:cubicBezTo>
                  <a:pt x="142" y="87"/>
                  <a:pt x="142" y="87"/>
                  <a:pt x="142" y="87"/>
                </a:cubicBezTo>
                <a:cubicBezTo>
                  <a:pt x="157" y="71"/>
                  <a:pt x="157" y="71"/>
                  <a:pt x="157" y="71"/>
                </a:cubicBezTo>
                <a:cubicBezTo>
                  <a:pt x="147" y="61"/>
                  <a:pt x="147" y="61"/>
                  <a:pt x="147" y="61"/>
                </a:cubicBezTo>
                <a:cubicBezTo>
                  <a:pt x="153" y="55"/>
                  <a:pt x="153" y="55"/>
                  <a:pt x="153" y="55"/>
                </a:cubicBezTo>
                <a:cubicBezTo>
                  <a:pt x="163" y="65"/>
                  <a:pt x="163" y="65"/>
                  <a:pt x="163" y="65"/>
                </a:cubicBezTo>
                <a:cubicBezTo>
                  <a:pt x="173" y="54"/>
                  <a:pt x="173" y="54"/>
                  <a:pt x="173" y="54"/>
                </a:cubicBezTo>
                <a:cubicBezTo>
                  <a:pt x="157" y="38"/>
                  <a:pt x="157" y="38"/>
                  <a:pt x="157" y="38"/>
                </a:cubicBezTo>
                <a:cubicBezTo>
                  <a:pt x="163" y="33"/>
                  <a:pt x="163" y="33"/>
                  <a:pt x="163" y="33"/>
                </a:cubicBezTo>
                <a:cubicBezTo>
                  <a:pt x="179" y="49"/>
                  <a:pt x="179" y="49"/>
                  <a:pt x="179" y="49"/>
                </a:cubicBezTo>
                <a:cubicBezTo>
                  <a:pt x="181" y="47"/>
                  <a:pt x="181" y="47"/>
                  <a:pt x="181" y="47"/>
                </a:cubicBezTo>
                <a:cubicBezTo>
                  <a:pt x="187" y="41"/>
                  <a:pt x="186" y="30"/>
                  <a:pt x="180" y="23"/>
                </a:cubicBezTo>
                <a:close/>
                <a:moveTo>
                  <a:pt x="136" y="81"/>
                </a:moveTo>
                <a:cubicBezTo>
                  <a:pt x="127" y="73"/>
                  <a:pt x="127" y="73"/>
                  <a:pt x="127" y="73"/>
                </a:cubicBezTo>
                <a:cubicBezTo>
                  <a:pt x="121" y="78"/>
                  <a:pt x="121" y="78"/>
                  <a:pt x="121" y="78"/>
                </a:cubicBezTo>
                <a:cubicBezTo>
                  <a:pt x="130" y="87"/>
                  <a:pt x="130" y="87"/>
                  <a:pt x="130" y="87"/>
                </a:cubicBezTo>
                <a:cubicBezTo>
                  <a:pt x="120" y="98"/>
                  <a:pt x="120" y="98"/>
                  <a:pt x="120" y="98"/>
                </a:cubicBezTo>
                <a:cubicBezTo>
                  <a:pt x="114" y="92"/>
                  <a:pt x="114" y="92"/>
                  <a:pt x="114" y="92"/>
                </a:cubicBezTo>
                <a:cubicBezTo>
                  <a:pt x="108" y="98"/>
                  <a:pt x="108" y="98"/>
                  <a:pt x="108" y="98"/>
                </a:cubicBezTo>
                <a:cubicBezTo>
                  <a:pt x="114" y="104"/>
                  <a:pt x="114" y="104"/>
                  <a:pt x="114" y="104"/>
                </a:cubicBezTo>
                <a:cubicBezTo>
                  <a:pt x="83" y="136"/>
                  <a:pt x="83" y="136"/>
                  <a:pt x="83" y="136"/>
                </a:cubicBezTo>
                <a:cubicBezTo>
                  <a:pt x="89" y="148"/>
                  <a:pt x="88" y="163"/>
                  <a:pt x="78" y="172"/>
                </a:cubicBezTo>
                <a:cubicBezTo>
                  <a:pt x="66" y="184"/>
                  <a:pt x="46" y="184"/>
                  <a:pt x="35" y="172"/>
                </a:cubicBezTo>
                <a:cubicBezTo>
                  <a:pt x="23" y="160"/>
                  <a:pt x="23" y="141"/>
                  <a:pt x="35" y="129"/>
                </a:cubicBezTo>
                <a:cubicBezTo>
                  <a:pt x="43" y="121"/>
                  <a:pt x="55" y="119"/>
                  <a:pt x="65" y="122"/>
                </a:cubicBezTo>
                <a:cubicBezTo>
                  <a:pt x="127" y="59"/>
                  <a:pt x="127" y="59"/>
                  <a:pt x="127" y="59"/>
                </a:cubicBezTo>
                <a:cubicBezTo>
                  <a:pt x="130" y="55"/>
                  <a:pt x="137" y="56"/>
                  <a:pt x="141" y="60"/>
                </a:cubicBezTo>
                <a:cubicBezTo>
                  <a:pt x="142" y="61"/>
                  <a:pt x="142" y="61"/>
                  <a:pt x="142" y="61"/>
                </a:cubicBezTo>
                <a:cubicBezTo>
                  <a:pt x="146" y="65"/>
                  <a:pt x="146" y="71"/>
                  <a:pt x="142" y="75"/>
                </a:cubicBezTo>
                <a:lnTo>
                  <a:pt x="136" y="81"/>
                </a:lnTo>
                <a:close/>
                <a:moveTo>
                  <a:pt x="43" y="135"/>
                </a:moveTo>
                <a:cubicBezTo>
                  <a:pt x="30" y="147"/>
                  <a:pt x="38" y="166"/>
                  <a:pt x="38" y="162"/>
                </a:cubicBezTo>
                <a:cubicBezTo>
                  <a:pt x="41" y="135"/>
                  <a:pt x="66" y="134"/>
                  <a:pt x="66" y="134"/>
                </a:cubicBezTo>
                <a:cubicBezTo>
                  <a:pt x="66" y="134"/>
                  <a:pt x="56" y="124"/>
                  <a:pt x="43" y="135"/>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93"/>
          <p:cNvSpPr>
            <a:spLocks noEditPoints="1"/>
          </p:cNvSpPr>
          <p:nvPr/>
        </p:nvSpPr>
        <p:spPr bwMode="auto">
          <a:xfrm>
            <a:off x="6453188" y="147550"/>
            <a:ext cx="271463" cy="387350"/>
          </a:xfrm>
          <a:custGeom>
            <a:avLst/>
            <a:gdLst>
              <a:gd name="T0" fmla="*/ 30 w 137"/>
              <a:gd name="T1" fmla="*/ 194 h 195"/>
              <a:gd name="T2" fmla="*/ 0 w 137"/>
              <a:gd name="T3" fmla="*/ 157 h 195"/>
              <a:gd name="T4" fmla="*/ 88 w 137"/>
              <a:gd name="T5" fmla="*/ 38 h 195"/>
              <a:gd name="T6" fmla="*/ 68 w 137"/>
              <a:gd name="T7" fmla="*/ 24 h 195"/>
              <a:gd name="T8" fmla="*/ 50 w 137"/>
              <a:gd name="T9" fmla="*/ 37 h 195"/>
              <a:gd name="T10" fmla="*/ 65 w 137"/>
              <a:gd name="T11" fmla="*/ 60 h 195"/>
              <a:gd name="T12" fmla="*/ 36 w 137"/>
              <a:gd name="T13" fmla="*/ 96 h 195"/>
              <a:gd name="T14" fmla="*/ 17 w 137"/>
              <a:gd name="T15" fmla="*/ 58 h 195"/>
              <a:gd name="T16" fmla="*/ 38 w 137"/>
              <a:gd name="T17" fmla="*/ 15 h 195"/>
              <a:gd name="T18" fmla="*/ 68 w 137"/>
              <a:gd name="T19" fmla="*/ 0 h 195"/>
              <a:gd name="T20" fmla="*/ 100 w 137"/>
              <a:gd name="T21" fmla="*/ 15 h 195"/>
              <a:gd name="T22" fmla="*/ 112 w 137"/>
              <a:gd name="T23" fmla="*/ 41 h 195"/>
              <a:gd name="T24" fmla="*/ 112 w 137"/>
              <a:gd name="T25" fmla="*/ 80 h 195"/>
              <a:gd name="T26" fmla="*/ 30 w 137"/>
              <a:gd name="T27" fmla="*/ 194 h 195"/>
              <a:gd name="T28" fmla="*/ 137 w 137"/>
              <a:gd name="T29" fmla="*/ 153 h 195"/>
              <a:gd name="T30" fmla="*/ 108 w 137"/>
              <a:gd name="T31" fmla="*/ 195 h 195"/>
              <a:gd name="T32" fmla="*/ 76 w 137"/>
              <a:gd name="T33" fmla="*/ 150 h 195"/>
              <a:gd name="T34" fmla="*/ 105 w 137"/>
              <a:gd name="T35" fmla="*/ 113 h 195"/>
              <a:gd name="T36" fmla="*/ 137 w 137"/>
              <a:gd name="T37" fmla="*/ 153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7" h="195">
                <a:moveTo>
                  <a:pt x="30" y="194"/>
                </a:moveTo>
                <a:cubicBezTo>
                  <a:pt x="0" y="157"/>
                  <a:pt x="0" y="157"/>
                  <a:pt x="0" y="157"/>
                </a:cubicBezTo>
                <a:cubicBezTo>
                  <a:pt x="88" y="38"/>
                  <a:pt x="88" y="38"/>
                  <a:pt x="88" y="38"/>
                </a:cubicBezTo>
                <a:cubicBezTo>
                  <a:pt x="88" y="38"/>
                  <a:pt x="90" y="24"/>
                  <a:pt x="68" y="24"/>
                </a:cubicBezTo>
                <a:cubicBezTo>
                  <a:pt x="46" y="24"/>
                  <a:pt x="50" y="37"/>
                  <a:pt x="50" y="37"/>
                </a:cubicBezTo>
                <a:cubicBezTo>
                  <a:pt x="65" y="60"/>
                  <a:pt x="65" y="60"/>
                  <a:pt x="65" y="60"/>
                </a:cubicBezTo>
                <a:cubicBezTo>
                  <a:pt x="65" y="60"/>
                  <a:pt x="33" y="100"/>
                  <a:pt x="36" y="96"/>
                </a:cubicBezTo>
                <a:cubicBezTo>
                  <a:pt x="19" y="91"/>
                  <a:pt x="17" y="58"/>
                  <a:pt x="17" y="58"/>
                </a:cubicBezTo>
                <a:cubicBezTo>
                  <a:pt x="38" y="15"/>
                  <a:pt x="38" y="15"/>
                  <a:pt x="38" y="15"/>
                </a:cubicBezTo>
                <a:cubicBezTo>
                  <a:pt x="38" y="15"/>
                  <a:pt x="41" y="0"/>
                  <a:pt x="68" y="0"/>
                </a:cubicBezTo>
                <a:cubicBezTo>
                  <a:pt x="95" y="0"/>
                  <a:pt x="100" y="15"/>
                  <a:pt x="100" y="15"/>
                </a:cubicBezTo>
                <a:cubicBezTo>
                  <a:pt x="112" y="41"/>
                  <a:pt x="112" y="41"/>
                  <a:pt x="112" y="41"/>
                </a:cubicBezTo>
                <a:cubicBezTo>
                  <a:pt x="112" y="41"/>
                  <a:pt x="119" y="67"/>
                  <a:pt x="112" y="80"/>
                </a:cubicBezTo>
                <a:cubicBezTo>
                  <a:pt x="105" y="93"/>
                  <a:pt x="30" y="194"/>
                  <a:pt x="30" y="194"/>
                </a:cubicBezTo>
                <a:close/>
                <a:moveTo>
                  <a:pt x="137" y="153"/>
                </a:moveTo>
                <a:cubicBezTo>
                  <a:pt x="108" y="195"/>
                  <a:pt x="108" y="195"/>
                  <a:pt x="108" y="195"/>
                </a:cubicBezTo>
                <a:cubicBezTo>
                  <a:pt x="76" y="150"/>
                  <a:pt x="76" y="150"/>
                  <a:pt x="76" y="150"/>
                </a:cubicBezTo>
                <a:cubicBezTo>
                  <a:pt x="105" y="113"/>
                  <a:pt x="105" y="113"/>
                  <a:pt x="105" y="113"/>
                </a:cubicBezTo>
                <a:lnTo>
                  <a:pt x="137" y="153"/>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94"/>
          <p:cNvSpPr>
            <a:spLocks noEditPoints="1"/>
          </p:cNvSpPr>
          <p:nvPr/>
        </p:nvSpPr>
        <p:spPr bwMode="auto">
          <a:xfrm>
            <a:off x="6891338" y="142788"/>
            <a:ext cx="388938" cy="396875"/>
          </a:xfrm>
          <a:custGeom>
            <a:avLst/>
            <a:gdLst>
              <a:gd name="T0" fmla="*/ 172 w 196"/>
              <a:gd name="T1" fmla="*/ 201 h 201"/>
              <a:gd name="T2" fmla="*/ 21 w 196"/>
              <a:gd name="T3" fmla="*/ 201 h 201"/>
              <a:gd name="T4" fmla="*/ 0 w 196"/>
              <a:gd name="T5" fmla="*/ 181 h 201"/>
              <a:gd name="T6" fmla="*/ 0 w 196"/>
              <a:gd name="T7" fmla="*/ 179 h 201"/>
              <a:gd name="T8" fmla="*/ 0 w 196"/>
              <a:gd name="T9" fmla="*/ 167 h 201"/>
              <a:gd name="T10" fmla="*/ 21 w 196"/>
              <a:gd name="T11" fmla="*/ 141 h 201"/>
              <a:gd name="T12" fmla="*/ 24 w 196"/>
              <a:gd name="T13" fmla="*/ 141 h 201"/>
              <a:gd name="T14" fmla="*/ 67 w 196"/>
              <a:gd name="T15" fmla="*/ 122 h 201"/>
              <a:gd name="T16" fmla="*/ 60 w 196"/>
              <a:gd name="T17" fmla="*/ 97 h 201"/>
              <a:gd name="T18" fmla="*/ 21 w 196"/>
              <a:gd name="T19" fmla="*/ 27 h 201"/>
              <a:gd name="T20" fmla="*/ 28 w 196"/>
              <a:gd name="T21" fmla="*/ 0 h 201"/>
              <a:gd name="T22" fmla="*/ 31 w 196"/>
              <a:gd name="T23" fmla="*/ 29 h 201"/>
              <a:gd name="T24" fmla="*/ 60 w 196"/>
              <a:gd name="T25" fmla="*/ 73 h 201"/>
              <a:gd name="T26" fmla="*/ 84 w 196"/>
              <a:gd name="T27" fmla="*/ 76 h 201"/>
              <a:gd name="T28" fmla="*/ 99 w 196"/>
              <a:gd name="T29" fmla="*/ 14 h 201"/>
              <a:gd name="T30" fmla="*/ 128 w 196"/>
              <a:gd name="T31" fmla="*/ 14 h 201"/>
              <a:gd name="T32" fmla="*/ 84 w 196"/>
              <a:gd name="T33" fmla="*/ 89 h 201"/>
              <a:gd name="T34" fmla="*/ 76 w 196"/>
              <a:gd name="T35" fmla="*/ 97 h 201"/>
              <a:gd name="T36" fmla="*/ 54 w 196"/>
              <a:gd name="T37" fmla="*/ 149 h 201"/>
              <a:gd name="T38" fmla="*/ 52 w 196"/>
              <a:gd name="T39" fmla="*/ 149 h 201"/>
              <a:gd name="T40" fmla="*/ 8 w 196"/>
              <a:gd name="T41" fmla="*/ 168 h 201"/>
              <a:gd name="T42" fmla="*/ 30 w 196"/>
              <a:gd name="T43" fmla="*/ 193 h 201"/>
              <a:gd name="T44" fmla="*/ 165 w 196"/>
              <a:gd name="T45" fmla="*/ 193 h 201"/>
              <a:gd name="T46" fmla="*/ 187 w 196"/>
              <a:gd name="T47" fmla="*/ 138 h 201"/>
              <a:gd name="T48" fmla="*/ 170 w 196"/>
              <a:gd name="T49" fmla="*/ 121 h 201"/>
              <a:gd name="T50" fmla="*/ 169 w 196"/>
              <a:gd name="T51" fmla="*/ 121 h 201"/>
              <a:gd name="T52" fmla="*/ 148 w 196"/>
              <a:gd name="T53" fmla="*/ 153 h 201"/>
              <a:gd name="T54" fmla="*/ 126 w 196"/>
              <a:gd name="T55" fmla="*/ 173 h 201"/>
              <a:gd name="T56" fmla="*/ 105 w 196"/>
              <a:gd name="T57" fmla="*/ 173 h 201"/>
              <a:gd name="T58" fmla="*/ 83 w 196"/>
              <a:gd name="T59" fmla="*/ 149 h 201"/>
              <a:gd name="T60" fmla="*/ 83 w 196"/>
              <a:gd name="T61" fmla="*/ 122 h 201"/>
              <a:gd name="T62" fmla="*/ 103 w 196"/>
              <a:gd name="T63" fmla="*/ 101 h 201"/>
              <a:gd name="T64" fmla="*/ 155 w 196"/>
              <a:gd name="T65" fmla="*/ 82 h 201"/>
              <a:gd name="T66" fmla="*/ 128 w 196"/>
              <a:gd name="T67" fmla="*/ 50 h 201"/>
              <a:gd name="T68" fmla="*/ 194 w 196"/>
              <a:gd name="T69" fmla="*/ 50 h 201"/>
              <a:gd name="T70" fmla="*/ 164 w 196"/>
              <a:gd name="T71" fmla="*/ 87 h 201"/>
              <a:gd name="T72" fmla="*/ 141 w 196"/>
              <a:gd name="T73" fmla="*/ 109 h 201"/>
              <a:gd name="T74" fmla="*/ 114 w 196"/>
              <a:gd name="T75" fmla="*/ 109 h 201"/>
              <a:gd name="T76" fmla="*/ 92 w 196"/>
              <a:gd name="T77" fmla="*/ 146 h 201"/>
              <a:gd name="T78" fmla="*/ 117 w 196"/>
              <a:gd name="T79" fmla="*/ 165 h 201"/>
              <a:gd name="T80" fmla="*/ 139 w 196"/>
              <a:gd name="T81" fmla="*/ 142 h 201"/>
              <a:gd name="T82" fmla="*/ 139 w 196"/>
              <a:gd name="T83" fmla="*/ 134 h 201"/>
              <a:gd name="T84" fmla="*/ 168 w 196"/>
              <a:gd name="T85" fmla="*/ 113 h 201"/>
              <a:gd name="T86" fmla="*/ 174 w 196"/>
              <a:gd name="T87" fmla="*/ 113 h 201"/>
              <a:gd name="T88" fmla="*/ 196 w 196"/>
              <a:gd name="T89" fmla="*/ 135 h 201"/>
              <a:gd name="T90" fmla="*/ 196 w 196"/>
              <a:gd name="T91" fmla="*/ 179 h 201"/>
              <a:gd name="T92" fmla="*/ 161 w 196"/>
              <a:gd name="T93" fmla="*/ 71 h 201"/>
              <a:gd name="T94" fmla="*/ 161 w 196"/>
              <a:gd name="T95" fmla="*/ 28 h 201"/>
              <a:gd name="T96" fmla="*/ 161 w 196"/>
              <a:gd name="T97" fmla="*/ 71 h 201"/>
              <a:gd name="T98" fmla="*/ 174 w 196"/>
              <a:gd name="T99" fmla="*/ 49 h 201"/>
              <a:gd name="T100" fmla="*/ 148 w 196"/>
              <a:gd name="T101" fmla="*/ 49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6" h="201">
                <a:moveTo>
                  <a:pt x="174" y="201"/>
                </a:moveTo>
                <a:cubicBezTo>
                  <a:pt x="172" y="201"/>
                  <a:pt x="172" y="201"/>
                  <a:pt x="172" y="201"/>
                </a:cubicBezTo>
                <a:cubicBezTo>
                  <a:pt x="160" y="201"/>
                  <a:pt x="160" y="201"/>
                  <a:pt x="160" y="201"/>
                </a:cubicBezTo>
                <a:cubicBezTo>
                  <a:pt x="21" y="201"/>
                  <a:pt x="21" y="201"/>
                  <a:pt x="21" y="201"/>
                </a:cubicBezTo>
                <a:cubicBezTo>
                  <a:pt x="10" y="201"/>
                  <a:pt x="0" y="192"/>
                  <a:pt x="0" y="181"/>
                </a:cubicBezTo>
                <a:cubicBezTo>
                  <a:pt x="0" y="181"/>
                  <a:pt x="0" y="181"/>
                  <a:pt x="0" y="181"/>
                </a:cubicBezTo>
                <a:cubicBezTo>
                  <a:pt x="0" y="179"/>
                  <a:pt x="0" y="179"/>
                  <a:pt x="0" y="179"/>
                </a:cubicBezTo>
                <a:cubicBezTo>
                  <a:pt x="0" y="179"/>
                  <a:pt x="0" y="179"/>
                  <a:pt x="0" y="179"/>
                </a:cubicBezTo>
                <a:cubicBezTo>
                  <a:pt x="0" y="167"/>
                  <a:pt x="0" y="167"/>
                  <a:pt x="0" y="167"/>
                </a:cubicBezTo>
                <a:cubicBezTo>
                  <a:pt x="0" y="167"/>
                  <a:pt x="0" y="167"/>
                  <a:pt x="0" y="167"/>
                </a:cubicBezTo>
                <a:cubicBezTo>
                  <a:pt x="0" y="162"/>
                  <a:pt x="0" y="162"/>
                  <a:pt x="0" y="162"/>
                </a:cubicBezTo>
                <a:cubicBezTo>
                  <a:pt x="0" y="151"/>
                  <a:pt x="9" y="141"/>
                  <a:pt x="21" y="141"/>
                </a:cubicBezTo>
                <a:cubicBezTo>
                  <a:pt x="24" y="141"/>
                  <a:pt x="24" y="141"/>
                  <a:pt x="24" y="141"/>
                </a:cubicBezTo>
                <a:cubicBezTo>
                  <a:pt x="24" y="141"/>
                  <a:pt x="24" y="141"/>
                  <a:pt x="24" y="141"/>
                </a:cubicBezTo>
                <a:cubicBezTo>
                  <a:pt x="45" y="141"/>
                  <a:pt x="45" y="141"/>
                  <a:pt x="45" y="141"/>
                </a:cubicBezTo>
                <a:cubicBezTo>
                  <a:pt x="55" y="141"/>
                  <a:pt x="67" y="132"/>
                  <a:pt x="67" y="122"/>
                </a:cubicBezTo>
                <a:cubicBezTo>
                  <a:pt x="67" y="97"/>
                  <a:pt x="67" y="97"/>
                  <a:pt x="67" y="97"/>
                </a:cubicBezTo>
                <a:cubicBezTo>
                  <a:pt x="60" y="97"/>
                  <a:pt x="60" y="97"/>
                  <a:pt x="60" y="97"/>
                </a:cubicBezTo>
                <a:cubicBezTo>
                  <a:pt x="60" y="90"/>
                  <a:pt x="60" y="90"/>
                  <a:pt x="60" y="90"/>
                </a:cubicBezTo>
                <a:cubicBezTo>
                  <a:pt x="38" y="83"/>
                  <a:pt x="22" y="58"/>
                  <a:pt x="21" y="27"/>
                </a:cubicBezTo>
                <a:cubicBezTo>
                  <a:pt x="16" y="25"/>
                  <a:pt x="13" y="20"/>
                  <a:pt x="13" y="14"/>
                </a:cubicBezTo>
                <a:cubicBezTo>
                  <a:pt x="13" y="6"/>
                  <a:pt x="19" y="0"/>
                  <a:pt x="28" y="0"/>
                </a:cubicBezTo>
                <a:cubicBezTo>
                  <a:pt x="36" y="0"/>
                  <a:pt x="42" y="6"/>
                  <a:pt x="42" y="14"/>
                </a:cubicBezTo>
                <a:cubicBezTo>
                  <a:pt x="42" y="21"/>
                  <a:pt x="37" y="27"/>
                  <a:pt x="31" y="29"/>
                </a:cubicBezTo>
                <a:cubicBezTo>
                  <a:pt x="32" y="51"/>
                  <a:pt x="44" y="70"/>
                  <a:pt x="60" y="76"/>
                </a:cubicBezTo>
                <a:cubicBezTo>
                  <a:pt x="60" y="73"/>
                  <a:pt x="60" y="73"/>
                  <a:pt x="60" y="73"/>
                </a:cubicBezTo>
                <a:cubicBezTo>
                  <a:pt x="84" y="73"/>
                  <a:pt x="84" y="73"/>
                  <a:pt x="84" y="73"/>
                </a:cubicBezTo>
                <a:cubicBezTo>
                  <a:pt x="84" y="76"/>
                  <a:pt x="84" y="76"/>
                  <a:pt x="84" y="76"/>
                </a:cubicBezTo>
                <a:cubicBezTo>
                  <a:pt x="99" y="69"/>
                  <a:pt x="110" y="51"/>
                  <a:pt x="111" y="29"/>
                </a:cubicBezTo>
                <a:cubicBezTo>
                  <a:pt x="104" y="27"/>
                  <a:pt x="99" y="21"/>
                  <a:pt x="99" y="14"/>
                </a:cubicBezTo>
                <a:cubicBezTo>
                  <a:pt x="99" y="6"/>
                  <a:pt x="105" y="0"/>
                  <a:pt x="114" y="0"/>
                </a:cubicBezTo>
                <a:cubicBezTo>
                  <a:pt x="122" y="0"/>
                  <a:pt x="128" y="6"/>
                  <a:pt x="128" y="14"/>
                </a:cubicBezTo>
                <a:cubicBezTo>
                  <a:pt x="128" y="20"/>
                  <a:pt x="125" y="24"/>
                  <a:pt x="121" y="27"/>
                </a:cubicBezTo>
                <a:cubicBezTo>
                  <a:pt x="120" y="57"/>
                  <a:pt x="105" y="82"/>
                  <a:pt x="84" y="89"/>
                </a:cubicBezTo>
                <a:cubicBezTo>
                  <a:pt x="84" y="97"/>
                  <a:pt x="84" y="97"/>
                  <a:pt x="84" y="97"/>
                </a:cubicBezTo>
                <a:cubicBezTo>
                  <a:pt x="76" y="97"/>
                  <a:pt x="76" y="97"/>
                  <a:pt x="76" y="97"/>
                </a:cubicBezTo>
                <a:cubicBezTo>
                  <a:pt x="76" y="127"/>
                  <a:pt x="76" y="127"/>
                  <a:pt x="76" y="127"/>
                </a:cubicBezTo>
                <a:cubicBezTo>
                  <a:pt x="76" y="139"/>
                  <a:pt x="66" y="149"/>
                  <a:pt x="54" y="149"/>
                </a:cubicBezTo>
                <a:cubicBezTo>
                  <a:pt x="52" y="149"/>
                  <a:pt x="52" y="149"/>
                  <a:pt x="52" y="149"/>
                </a:cubicBezTo>
                <a:cubicBezTo>
                  <a:pt x="52" y="149"/>
                  <a:pt x="52" y="149"/>
                  <a:pt x="52" y="149"/>
                </a:cubicBezTo>
                <a:cubicBezTo>
                  <a:pt x="30" y="149"/>
                  <a:pt x="30" y="149"/>
                  <a:pt x="30" y="149"/>
                </a:cubicBezTo>
                <a:cubicBezTo>
                  <a:pt x="20" y="149"/>
                  <a:pt x="8" y="157"/>
                  <a:pt x="8" y="168"/>
                </a:cubicBezTo>
                <a:cubicBezTo>
                  <a:pt x="8" y="174"/>
                  <a:pt x="8" y="174"/>
                  <a:pt x="8" y="174"/>
                </a:cubicBezTo>
                <a:cubicBezTo>
                  <a:pt x="8" y="184"/>
                  <a:pt x="20" y="193"/>
                  <a:pt x="30" y="193"/>
                </a:cubicBezTo>
                <a:cubicBezTo>
                  <a:pt x="160" y="193"/>
                  <a:pt x="160" y="193"/>
                  <a:pt x="160" y="193"/>
                </a:cubicBezTo>
                <a:cubicBezTo>
                  <a:pt x="165" y="193"/>
                  <a:pt x="165" y="193"/>
                  <a:pt x="165" y="193"/>
                </a:cubicBezTo>
                <a:cubicBezTo>
                  <a:pt x="175" y="193"/>
                  <a:pt x="187" y="184"/>
                  <a:pt x="187" y="174"/>
                </a:cubicBezTo>
                <a:cubicBezTo>
                  <a:pt x="187" y="138"/>
                  <a:pt x="187" y="138"/>
                  <a:pt x="187" y="138"/>
                </a:cubicBezTo>
                <a:cubicBezTo>
                  <a:pt x="187" y="129"/>
                  <a:pt x="178" y="122"/>
                  <a:pt x="169" y="121"/>
                </a:cubicBezTo>
                <a:cubicBezTo>
                  <a:pt x="169" y="121"/>
                  <a:pt x="170" y="121"/>
                  <a:pt x="170" y="121"/>
                </a:cubicBezTo>
                <a:cubicBezTo>
                  <a:pt x="168" y="121"/>
                  <a:pt x="168" y="121"/>
                  <a:pt x="168" y="121"/>
                </a:cubicBezTo>
                <a:cubicBezTo>
                  <a:pt x="169" y="121"/>
                  <a:pt x="169" y="121"/>
                  <a:pt x="169" y="121"/>
                </a:cubicBezTo>
                <a:cubicBezTo>
                  <a:pt x="159" y="122"/>
                  <a:pt x="148" y="130"/>
                  <a:pt x="148" y="140"/>
                </a:cubicBezTo>
                <a:cubicBezTo>
                  <a:pt x="148" y="153"/>
                  <a:pt x="148" y="153"/>
                  <a:pt x="148" y="153"/>
                </a:cubicBezTo>
                <a:cubicBezTo>
                  <a:pt x="147" y="153"/>
                  <a:pt x="147" y="153"/>
                  <a:pt x="147" y="153"/>
                </a:cubicBezTo>
                <a:cubicBezTo>
                  <a:pt x="147" y="172"/>
                  <a:pt x="126" y="173"/>
                  <a:pt x="126" y="173"/>
                </a:cubicBezTo>
                <a:cubicBezTo>
                  <a:pt x="108" y="173"/>
                  <a:pt x="108" y="173"/>
                  <a:pt x="108" y="173"/>
                </a:cubicBezTo>
                <a:cubicBezTo>
                  <a:pt x="105" y="173"/>
                  <a:pt x="105" y="173"/>
                  <a:pt x="105" y="173"/>
                </a:cubicBezTo>
                <a:cubicBezTo>
                  <a:pt x="93" y="173"/>
                  <a:pt x="83" y="163"/>
                  <a:pt x="83" y="151"/>
                </a:cubicBezTo>
                <a:cubicBezTo>
                  <a:pt x="83" y="149"/>
                  <a:pt x="83" y="149"/>
                  <a:pt x="83" y="149"/>
                </a:cubicBezTo>
                <a:cubicBezTo>
                  <a:pt x="83" y="126"/>
                  <a:pt x="83" y="126"/>
                  <a:pt x="83" y="126"/>
                </a:cubicBezTo>
                <a:cubicBezTo>
                  <a:pt x="83" y="122"/>
                  <a:pt x="83" y="122"/>
                  <a:pt x="83" y="122"/>
                </a:cubicBezTo>
                <a:cubicBezTo>
                  <a:pt x="83" y="111"/>
                  <a:pt x="92" y="102"/>
                  <a:pt x="103" y="101"/>
                </a:cubicBezTo>
                <a:cubicBezTo>
                  <a:pt x="103" y="101"/>
                  <a:pt x="103" y="101"/>
                  <a:pt x="103" y="101"/>
                </a:cubicBezTo>
                <a:cubicBezTo>
                  <a:pt x="133" y="101"/>
                  <a:pt x="133" y="101"/>
                  <a:pt x="133" y="101"/>
                </a:cubicBezTo>
                <a:cubicBezTo>
                  <a:pt x="143" y="101"/>
                  <a:pt x="155" y="92"/>
                  <a:pt x="155" y="82"/>
                </a:cubicBezTo>
                <a:cubicBezTo>
                  <a:pt x="155" y="82"/>
                  <a:pt x="155" y="82"/>
                  <a:pt x="155" y="82"/>
                </a:cubicBezTo>
                <a:cubicBezTo>
                  <a:pt x="140" y="79"/>
                  <a:pt x="128" y="66"/>
                  <a:pt x="128" y="50"/>
                </a:cubicBezTo>
                <a:cubicBezTo>
                  <a:pt x="128" y="32"/>
                  <a:pt x="143" y="17"/>
                  <a:pt x="161" y="17"/>
                </a:cubicBezTo>
                <a:cubicBezTo>
                  <a:pt x="179" y="17"/>
                  <a:pt x="194" y="32"/>
                  <a:pt x="194" y="50"/>
                </a:cubicBezTo>
                <a:cubicBezTo>
                  <a:pt x="194" y="67"/>
                  <a:pt x="181" y="81"/>
                  <a:pt x="164" y="82"/>
                </a:cubicBezTo>
                <a:cubicBezTo>
                  <a:pt x="164" y="87"/>
                  <a:pt x="164" y="87"/>
                  <a:pt x="164" y="87"/>
                </a:cubicBezTo>
                <a:cubicBezTo>
                  <a:pt x="164" y="99"/>
                  <a:pt x="154" y="109"/>
                  <a:pt x="142" y="109"/>
                </a:cubicBezTo>
                <a:cubicBezTo>
                  <a:pt x="141" y="109"/>
                  <a:pt x="141" y="109"/>
                  <a:pt x="141" y="109"/>
                </a:cubicBezTo>
                <a:cubicBezTo>
                  <a:pt x="141" y="109"/>
                  <a:pt x="141" y="109"/>
                  <a:pt x="141" y="109"/>
                </a:cubicBezTo>
                <a:cubicBezTo>
                  <a:pt x="114" y="109"/>
                  <a:pt x="114" y="109"/>
                  <a:pt x="114" y="109"/>
                </a:cubicBezTo>
                <a:cubicBezTo>
                  <a:pt x="104" y="109"/>
                  <a:pt x="92" y="117"/>
                  <a:pt x="92" y="128"/>
                </a:cubicBezTo>
                <a:cubicBezTo>
                  <a:pt x="92" y="146"/>
                  <a:pt x="92" y="146"/>
                  <a:pt x="92" y="146"/>
                </a:cubicBezTo>
                <a:cubicBezTo>
                  <a:pt x="92" y="156"/>
                  <a:pt x="104" y="165"/>
                  <a:pt x="114" y="165"/>
                </a:cubicBezTo>
                <a:cubicBezTo>
                  <a:pt x="117" y="165"/>
                  <a:pt x="117" y="165"/>
                  <a:pt x="117" y="165"/>
                </a:cubicBezTo>
                <a:cubicBezTo>
                  <a:pt x="127" y="165"/>
                  <a:pt x="139" y="156"/>
                  <a:pt x="139" y="146"/>
                </a:cubicBezTo>
                <a:cubicBezTo>
                  <a:pt x="139" y="142"/>
                  <a:pt x="139" y="142"/>
                  <a:pt x="139" y="142"/>
                </a:cubicBezTo>
                <a:cubicBezTo>
                  <a:pt x="139" y="142"/>
                  <a:pt x="139" y="142"/>
                  <a:pt x="139" y="142"/>
                </a:cubicBezTo>
                <a:cubicBezTo>
                  <a:pt x="139" y="134"/>
                  <a:pt x="139" y="134"/>
                  <a:pt x="139" y="134"/>
                </a:cubicBezTo>
                <a:cubicBezTo>
                  <a:pt x="139" y="123"/>
                  <a:pt x="149" y="113"/>
                  <a:pt x="161" y="113"/>
                </a:cubicBezTo>
                <a:cubicBezTo>
                  <a:pt x="168" y="113"/>
                  <a:pt x="168" y="113"/>
                  <a:pt x="168" y="113"/>
                </a:cubicBezTo>
                <a:cubicBezTo>
                  <a:pt x="168" y="113"/>
                  <a:pt x="168" y="113"/>
                  <a:pt x="168" y="113"/>
                </a:cubicBezTo>
                <a:cubicBezTo>
                  <a:pt x="174" y="113"/>
                  <a:pt x="174" y="113"/>
                  <a:pt x="174" y="113"/>
                </a:cubicBezTo>
                <a:cubicBezTo>
                  <a:pt x="186" y="113"/>
                  <a:pt x="196" y="121"/>
                  <a:pt x="196" y="132"/>
                </a:cubicBezTo>
                <a:cubicBezTo>
                  <a:pt x="196" y="135"/>
                  <a:pt x="196" y="135"/>
                  <a:pt x="196" y="135"/>
                </a:cubicBezTo>
                <a:cubicBezTo>
                  <a:pt x="196" y="177"/>
                  <a:pt x="196" y="177"/>
                  <a:pt x="196" y="177"/>
                </a:cubicBezTo>
                <a:cubicBezTo>
                  <a:pt x="196" y="179"/>
                  <a:pt x="196" y="179"/>
                  <a:pt x="196" y="179"/>
                </a:cubicBezTo>
                <a:cubicBezTo>
                  <a:pt x="196" y="191"/>
                  <a:pt x="186" y="201"/>
                  <a:pt x="174" y="201"/>
                </a:cubicBezTo>
                <a:close/>
                <a:moveTo>
                  <a:pt x="161" y="71"/>
                </a:moveTo>
                <a:cubicBezTo>
                  <a:pt x="173" y="71"/>
                  <a:pt x="182" y="62"/>
                  <a:pt x="182" y="50"/>
                </a:cubicBezTo>
                <a:cubicBezTo>
                  <a:pt x="182" y="38"/>
                  <a:pt x="173" y="28"/>
                  <a:pt x="161" y="28"/>
                </a:cubicBezTo>
                <a:cubicBezTo>
                  <a:pt x="149" y="28"/>
                  <a:pt x="140" y="38"/>
                  <a:pt x="140" y="50"/>
                </a:cubicBezTo>
                <a:cubicBezTo>
                  <a:pt x="140" y="62"/>
                  <a:pt x="149" y="71"/>
                  <a:pt x="161" y="71"/>
                </a:cubicBezTo>
                <a:close/>
                <a:moveTo>
                  <a:pt x="161" y="36"/>
                </a:moveTo>
                <a:cubicBezTo>
                  <a:pt x="168" y="36"/>
                  <a:pt x="174" y="42"/>
                  <a:pt x="174" y="49"/>
                </a:cubicBezTo>
                <a:cubicBezTo>
                  <a:pt x="174" y="56"/>
                  <a:pt x="168" y="62"/>
                  <a:pt x="161" y="62"/>
                </a:cubicBezTo>
                <a:cubicBezTo>
                  <a:pt x="154" y="62"/>
                  <a:pt x="148" y="56"/>
                  <a:pt x="148" y="49"/>
                </a:cubicBezTo>
                <a:cubicBezTo>
                  <a:pt x="148" y="42"/>
                  <a:pt x="154" y="36"/>
                  <a:pt x="161" y="36"/>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95"/>
          <p:cNvSpPr>
            <a:spLocks noEditPoints="1"/>
          </p:cNvSpPr>
          <p:nvPr/>
        </p:nvSpPr>
        <p:spPr bwMode="auto">
          <a:xfrm>
            <a:off x="7372350" y="163425"/>
            <a:ext cx="387350" cy="355600"/>
          </a:xfrm>
          <a:custGeom>
            <a:avLst/>
            <a:gdLst>
              <a:gd name="T0" fmla="*/ 156 w 196"/>
              <a:gd name="T1" fmla="*/ 121 h 179"/>
              <a:gd name="T2" fmla="*/ 82 w 196"/>
              <a:gd name="T3" fmla="*/ 148 h 179"/>
              <a:gd name="T4" fmla="*/ 18 w 196"/>
              <a:gd name="T5" fmla="*/ 148 h 179"/>
              <a:gd name="T6" fmla="*/ 0 w 196"/>
              <a:gd name="T7" fmla="*/ 136 h 179"/>
              <a:gd name="T8" fmla="*/ 13 w 196"/>
              <a:gd name="T9" fmla="*/ 40 h 179"/>
              <a:gd name="T10" fmla="*/ 188 w 196"/>
              <a:gd name="T11" fmla="*/ 95 h 179"/>
              <a:gd name="T12" fmla="*/ 196 w 196"/>
              <a:gd name="T13" fmla="*/ 148 h 179"/>
              <a:gd name="T14" fmla="*/ 56 w 196"/>
              <a:gd name="T15" fmla="*/ 51 h 179"/>
              <a:gd name="T16" fmla="*/ 56 w 196"/>
              <a:gd name="T17" fmla="*/ 108 h 179"/>
              <a:gd name="T18" fmla="*/ 56 w 196"/>
              <a:gd name="T19" fmla="*/ 51 h 179"/>
              <a:gd name="T20" fmla="*/ 108 w 196"/>
              <a:gd name="T21" fmla="*/ 48 h 179"/>
              <a:gd name="T22" fmla="*/ 136 w 196"/>
              <a:gd name="T23" fmla="*/ 92 h 179"/>
              <a:gd name="T24" fmla="*/ 148 w 196"/>
              <a:gd name="T25" fmla="*/ 48 h 179"/>
              <a:gd name="T26" fmla="*/ 144 w 196"/>
              <a:gd name="T27" fmla="*/ 92 h 179"/>
              <a:gd name="T28" fmla="*/ 148 w 196"/>
              <a:gd name="T29" fmla="*/ 48 h 179"/>
              <a:gd name="T30" fmla="*/ 52 w 196"/>
              <a:gd name="T31" fmla="*/ 100 h 179"/>
              <a:gd name="T32" fmla="*/ 36 w 196"/>
              <a:gd name="T33" fmla="*/ 84 h 179"/>
              <a:gd name="T34" fmla="*/ 52 w 196"/>
              <a:gd name="T35" fmla="*/ 76 h 179"/>
              <a:gd name="T36" fmla="*/ 60 w 196"/>
              <a:gd name="T37" fmla="*/ 60 h 179"/>
              <a:gd name="T38" fmla="*/ 76 w 196"/>
              <a:gd name="T39" fmla="*/ 76 h 179"/>
              <a:gd name="T40" fmla="*/ 60 w 196"/>
              <a:gd name="T41" fmla="*/ 84 h 179"/>
              <a:gd name="T42" fmla="*/ 104 w 196"/>
              <a:gd name="T43" fmla="*/ 18 h 179"/>
              <a:gd name="T44" fmla="*/ 140 w 196"/>
              <a:gd name="T45" fmla="*/ 18 h 179"/>
              <a:gd name="T46" fmla="*/ 104 w 196"/>
              <a:gd name="T47" fmla="*/ 36 h 179"/>
              <a:gd name="T48" fmla="*/ 124 w 196"/>
              <a:gd name="T49" fmla="*/ 32 h 179"/>
              <a:gd name="T50" fmla="*/ 132 w 196"/>
              <a:gd name="T51" fmla="*/ 22 h 179"/>
              <a:gd name="T52" fmla="*/ 124 w 196"/>
              <a:gd name="T53" fmla="*/ 32 h 179"/>
              <a:gd name="T54" fmla="*/ 74 w 196"/>
              <a:gd name="T55" fmla="*/ 155 h 179"/>
              <a:gd name="T56" fmla="*/ 25 w 196"/>
              <a:gd name="T57" fmla="*/ 155 h 179"/>
              <a:gd name="T58" fmla="*/ 49 w 196"/>
              <a:gd name="T59" fmla="*/ 166 h 179"/>
              <a:gd name="T60" fmla="*/ 49 w 196"/>
              <a:gd name="T61" fmla="*/ 143 h 179"/>
              <a:gd name="T62" fmla="*/ 49 w 196"/>
              <a:gd name="T63" fmla="*/ 166 h 179"/>
              <a:gd name="T64" fmla="*/ 179 w 196"/>
              <a:gd name="T65" fmla="*/ 155 h 179"/>
              <a:gd name="T66" fmla="*/ 131 w 196"/>
              <a:gd name="T67" fmla="*/ 155 h 179"/>
              <a:gd name="T68" fmla="*/ 155 w 196"/>
              <a:gd name="T69" fmla="*/ 166 h 179"/>
              <a:gd name="T70" fmla="*/ 155 w 196"/>
              <a:gd name="T71" fmla="*/ 143 h 179"/>
              <a:gd name="T72" fmla="*/ 155 w 196"/>
              <a:gd name="T73" fmla="*/ 166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6" h="179">
                <a:moveTo>
                  <a:pt x="188" y="148"/>
                </a:moveTo>
                <a:cubicBezTo>
                  <a:pt x="184" y="134"/>
                  <a:pt x="171" y="121"/>
                  <a:pt x="156" y="121"/>
                </a:cubicBezTo>
                <a:cubicBezTo>
                  <a:pt x="140" y="121"/>
                  <a:pt x="127" y="134"/>
                  <a:pt x="123" y="148"/>
                </a:cubicBezTo>
                <a:cubicBezTo>
                  <a:pt x="82" y="148"/>
                  <a:pt x="82" y="148"/>
                  <a:pt x="82" y="148"/>
                </a:cubicBezTo>
                <a:cubicBezTo>
                  <a:pt x="78" y="134"/>
                  <a:pt x="65" y="121"/>
                  <a:pt x="50" y="121"/>
                </a:cubicBezTo>
                <a:cubicBezTo>
                  <a:pt x="35" y="121"/>
                  <a:pt x="22" y="134"/>
                  <a:pt x="18" y="148"/>
                </a:cubicBezTo>
                <a:cubicBezTo>
                  <a:pt x="13" y="148"/>
                  <a:pt x="13" y="148"/>
                  <a:pt x="13" y="148"/>
                </a:cubicBezTo>
                <a:cubicBezTo>
                  <a:pt x="8" y="148"/>
                  <a:pt x="0" y="141"/>
                  <a:pt x="0" y="136"/>
                </a:cubicBezTo>
                <a:cubicBezTo>
                  <a:pt x="0" y="49"/>
                  <a:pt x="0" y="49"/>
                  <a:pt x="0" y="49"/>
                </a:cubicBezTo>
                <a:cubicBezTo>
                  <a:pt x="0" y="44"/>
                  <a:pt x="8" y="40"/>
                  <a:pt x="13" y="40"/>
                </a:cubicBezTo>
                <a:cubicBezTo>
                  <a:pt x="13" y="40"/>
                  <a:pt x="131" y="40"/>
                  <a:pt x="154" y="40"/>
                </a:cubicBezTo>
                <a:cubicBezTo>
                  <a:pt x="176" y="40"/>
                  <a:pt x="188" y="95"/>
                  <a:pt x="188" y="95"/>
                </a:cubicBezTo>
                <a:cubicBezTo>
                  <a:pt x="188" y="95"/>
                  <a:pt x="196" y="93"/>
                  <a:pt x="196" y="128"/>
                </a:cubicBezTo>
                <a:cubicBezTo>
                  <a:pt x="196" y="144"/>
                  <a:pt x="196" y="148"/>
                  <a:pt x="196" y="148"/>
                </a:cubicBezTo>
                <a:lnTo>
                  <a:pt x="188" y="148"/>
                </a:lnTo>
                <a:close/>
                <a:moveTo>
                  <a:pt x="56" y="51"/>
                </a:moveTo>
                <a:cubicBezTo>
                  <a:pt x="41" y="51"/>
                  <a:pt x="28" y="64"/>
                  <a:pt x="28" y="79"/>
                </a:cubicBezTo>
                <a:cubicBezTo>
                  <a:pt x="28" y="95"/>
                  <a:pt x="41" y="108"/>
                  <a:pt x="56" y="108"/>
                </a:cubicBezTo>
                <a:cubicBezTo>
                  <a:pt x="72" y="108"/>
                  <a:pt x="85" y="95"/>
                  <a:pt x="85" y="79"/>
                </a:cubicBezTo>
                <a:cubicBezTo>
                  <a:pt x="85" y="64"/>
                  <a:pt x="72" y="51"/>
                  <a:pt x="56" y="51"/>
                </a:cubicBezTo>
                <a:close/>
                <a:moveTo>
                  <a:pt x="136" y="48"/>
                </a:moveTo>
                <a:cubicBezTo>
                  <a:pt x="108" y="48"/>
                  <a:pt x="108" y="48"/>
                  <a:pt x="108" y="48"/>
                </a:cubicBezTo>
                <a:cubicBezTo>
                  <a:pt x="108" y="92"/>
                  <a:pt x="108" y="92"/>
                  <a:pt x="108" y="92"/>
                </a:cubicBezTo>
                <a:cubicBezTo>
                  <a:pt x="136" y="92"/>
                  <a:pt x="136" y="92"/>
                  <a:pt x="136" y="92"/>
                </a:cubicBezTo>
                <a:lnTo>
                  <a:pt x="136" y="48"/>
                </a:lnTo>
                <a:close/>
                <a:moveTo>
                  <a:pt x="148" y="48"/>
                </a:moveTo>
                <a:cubicBezTo>
                  <a:pt x="145" y="48"/>
                  <a:pt x="144" y="48"/>
                  <a:pt x="144" y="48"/>
                </a:cubicBezTo>
                <a:cubicBezTo>
                  <a:pt x="144" y="92"/>
                  <a:pt x="144" y="92"/>
                  <a:pt x="144" y="92"/>
                </a:cubicBezTo>
                <a:cubicBezTo>
                  <a:pt x="162" y="92"/>
                  <a:pt x="162" y="92"/>
                  <a:pt x="162" y="92"/>
                </a:cubicBezTo>
                <a:cubicBezTo>
                  <a:pt x="162" y="92"/>
                  <a:pt x="163" y="48"/>
                  <a:pt x="148" y="48"/>
                </a:cubicBezTo>
                <a:close/>
                <a:moveTo>
                  <a:pt x="60" y="100"/>
                </a:moveTo>
                <a:cubicBezTo>
                  <a:pt x="52" y="100"/>
                  <a:pt x="52" y="100"/>
                  <a:pt x="52" y="100"/>
                </a:cubicBezTo>
                <a:cubicBezTo>
                  <a:pt x="52" y="84"/>
                  <a:pt x="52" y="84"/>
                  <a:pt x="52" y="84"/>
                </a:cubicBezTo>
                <a:cubicBezTo>
                  <a:pt x="36" y="84"/>
                  <a:pt x="36" y="84"/>
                  <a:pt x="36" y="84"/>
                </a:cubicBezTo>
                <a:cubicBezTo>
                  <a:pt x="36" y="76"/>
                  <a:pt x="36" y="76"/>
                  <a:pt x="36" y="76"/>
                </a:cubicBezTo>
                <a:cubicBezTo>
                  <a:pt x="52" y="76"/>
                  <a:pt x="52" y="76"/>
                  <a:pt x="52" y="76"/>
                </a:cubicBezTo>
                <a:cubicBezTo>
                  <a:pt x="52" y="60"/>
                  <a:pt x="52" y="60"/>
                  <a:pt x="52" y="60"/>
                </a:cubicBezTo>
                <a:cubicBezTo>
                  <a:pt x="60" y="60"/>
                  <a:pt x="60" y="60"/>
                  <a:pt x="60" y="60"/>
                </a:cubicBezTo>
                <a:cubicBezTo>
                  <a:pt x="60" y="76"/>
                  <a:pt x="60" y="76"/>
                  <a:pt x="60" y="76"/>
                </a:cubicBezTo>
                <a:cubicBezTo>
                  <a:pt x="76" y="76"/>
                  <a:pt x="76" y="76"/>
                  <a:pt x="76" y="76"/>
                </a:cubicBezTo>
                <a:cubicBezTo>
                  <a:pt x="76" y="84"/>
                  <a:pt x="76" y="84"/>
                  <a:pt x="76" y="84"/>
                </a:cubicBezTo>
                <a:cubicBezTo>
                  <a:pt x="60" y="84"/>
                  <a:pt x="60" y="84"/>
                  <a:pt x="60" y="84"/>
                </a:cubicBezTo>
                <a:lnTo>
                  <a:pt x="60" y="100"/>
                </a:lnTo>
                <a:close/>
                <a:moveTo>
                  <a:pt x="104" y="18"/>
                </a:moveTo>
                <a:cubicBezTo>
                  <a:pt x="104" y="8"/>
                  <a:pt x="112" y="0"/>
                  <a:pt x="122" y="0"/>
                </a:cubicBezTo>
                <a:cubicBezTo>
                  <a:pt x="132" y="0"/>
                  <a:pt x="140" y="8"/>
                  <a:pt x="140" y="18"/>
                </a:cubicBezTo>
                <a:cubicBezTo>
                  <a:pt x="140" y="36"/>
                  <a:pt x="140" y="36"/>
                  <a:pt x="140" y="36"/>
                </a:cubicBezTo>
                <a:cubicBezTo>
                  <a:pt x="123" y="36"/>
                  <a:pt x="121" y="36"/>
                  <a:pt x="104" y="36"/>
                </a:cubicBezTo>
                <a:lnTo>
                  <a:pt x="104" y="18"/>
                </a:lnTo>
                <a:close/>
                <a:moveTo>
                  <a:pt x="124" y="32"/>
                </a:moveTo>
                <a:cubicBezTo>
                  <a:pt x="126" y="32"/>
                  <a:pt x="128" y="32"/>
                  <a:pt x="132" y="32"/>
                </a:cubicBezTo>
                <a:cubicBezTo>
                  <a:pt x="132" y="22"/>
                  <a:pt x="132" y="22"/>
                  <a:pt x="132" y="22"/>
                </a:cubicBezTo>
                <a:cubicBezTo>
                  <a:pt x="132" y="15"/>
                  <a:pt x="130" y="10"/>
                  <a:pt x="124" y="9"/>
                </a:cubicBezTo>
                <a:lnTo>
                  <a:pt x="124" y="32"/>
                </a:lnTo>
                <a:close/>
                <a:moveTo>
                  <a:pt x="49" y="130"/>
                </a:moveTo>
                <a:cubicBezTo>
                  <a:pt x="63" y="130"/>
                  <a:pt x="74" y="141"/>
                  <a:pt x="74" y="155"/>
                </a:cubicBezTo>
                <a:cubicBezTo>
                  <a:pt x="74" y="168"/>
                  <a:pt x="63" y="179"/>
                  <a:pt x="49" y="179"/>
                </a:cubicBezTo>
                <a:cubicBezTo>
                  <a:pt x="36" y="179"/>
                  <a:pt x="25" y="168"/>
                  <a:pt x="25" y="155"/>
                </a:cubicBezTo>
                <a:cubicBezTo>
                  <a:pt x="25" y="141"/>
                  <a:pt x="36" y="130"/>
                  <a:pt x="49" y="130"/>
                </a:cubicBezTo>
                <a:close/>
                <a:moveTo>
                  <a:pt x="49" y="166"/>
                </a:moveTo>
                <a:cubicBezTo>
                  <a:pt x="56" y="166"/>
                  <a:pt x="60" y="161"/>
                  <a:pt x="60" y="155"/>
                </a:cubicBezTo>
                <a:cubicBezTo>
                  <a:pt x="60" y="148"/>
                  <a:pt x="56" y="143"/>
                  <a:pt x="49" y="143"/>
                </a:cubicBezTo>
                <a:cubicBezTo>
                  <a:pt x="43" y="143"/>
                  <a:pt x="38" y="148"/>
                  <a:pt x="38" y="155"/>
                </a:cubicBezTo>
                <a:cubicBezTo>
                  <a:pt x="38" y="161"/>
                  <a:pt x="43" y="166"/>
                  <a:pt x="49" y="166"/>
                </a:cubicBezTo>
                <a:close/>
                <a:moveTo>
                  <a:pt x="155" y="130"/>
                </a:moveTo>
                <a:cubicBezTo>
                  <a:pt x="168" y="130"/>
                  <a:pt x="179" y="141"/>
                  <a:pt x="179" y="155"/>
                </a:cubicBezTo>
                <a:cubicBezTo>
                  <a:pt x="179" y="168"/>
                  <a:pt x="168" y="179"/>
                  <a:pt x="155" y="179"/>
                </a:cubicBezTo>
                <a:cubicBezTo>
                  <a:pt x="142" y="179"/>
                  <a:pt x="131" y="168"/>
                  <a:pt x="131" y="155"/>
                </a:cubicBezTo>
                <a:cubicBezTo>
                  <a:pt x="131" y="141"/>
                  <a:pt x="142" y="130"/>
                  <a:pt x="155" y="130"/>
                </a:cubicBezTo>
                <a:close/>
                <a:moveTo>
                  <a:pt x="155" y="166"/>
                </a:moveTo>
                <a:cubicBezTo>
                  <a:pt x="161" y="166"/>
                  <a:pt x="166" y="161"/>
                  <a:pt x="166" y="155"/>
                </a:cubicBezTo>
                <a:cubicBezTo>
                  <a:pt x="166" y="148"/>
                  <a:pt x="161" y="143"/>
                  <a:pt x="155" y="143"/>
                </a:cubicBezTo>
                <a:cubicBezTo>
                  <a:pt x="149" y="143"/>
                  <a:pt x="144" y="148"/>
                  <a:pt x="144" y="155"/>
                </a:cubicBezTo>
                <a:cubicBezTo>
                  <a:pt x="144" y="161"/>
                  <a:pt x="149" y="166"/>
                  <a:pt x="155" y="166"/>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96"/>
          <p:cNvSpPr>
            <a:spLocks noEditPoints="1"/>
          </p:cNvSpPr>
          <p:nvPr/>
        </p:nvSpPr>
        <p:spPr bwMode="auto">
          <a:xfrm>
            <a:off x="4492625" y="639675"/>
            <a:ext cx="319088" cy="395288"/>
          </a:xfrm>
          <a:custGeom>
            <a:avLst/>
            <a:gdLst>
              <a:gd name="T0" fmla="*/ 117 w 161"/>
              <a:gd name="T1" fmla="*/ 144 h 200"/>
              <a:gd name="T2" fmla="*/ 81 w 161"/>
              <a:gd name="T3" fmla="*/ 155 h 200"/>
              <a:gd name="T4" fmla="*/ 49 w 161"/>
              <a:gd name="T5" fmla="*/ 146 h 200"/>
              <a:gd name="T6" fmla="*/ 0 w 161"/>
              <a:gd name="T7" fmla="*/ 148 h 200"/>
              <a:gd name="T8" fmla="*/ 18 w 161"/>
              <a:gd name="T9" fmla="*/ 84 h 200"/>
              <a:gd name="T10" fmla="*/ 37 w 161"/>
              <a:gd name="T11" fmla="*/ 46 h 200"/>
              <a:gd name="T12" fmla="*/ 40 w 161"/>
              <a:gd name="T13" fmla="*/ 56 h 200"/>
              <a:gd name="T14" fmla="*/ 95 w 161"/>
              <a:gd name="T15" fmla="*/ 56 h 200"/>
              <a:gd name="T16" fmla="*/ 33 w 161"/>
              <a:gd name="T17" fmla="*/ 92 h 200"/>
              <a:gd name="T18" fmla="*/ 81 w 161"/>
              <a:gd name="T19" fmla="*/ 140 h 200"/>
              <a:gd name="T20" fmla="*/ 130 w 161"/>
              <a:gd name="T21" fmla="*/ 92 h 200"/>
              <a:gd name="T22" fmla="*/ 99 w 161"/>
              <a:gd name="T23" fmla="*/ 56 h 200"/>
              <a:gd name="T24" fmla="*/ 125 w 161"/>
              <a:gd name="T25" fmla="*/ 56 h 200"/>
              <a:gd name="T26" fmla="*/ 127 w 161"/>
              <a:gd name="T27" fmla="*/ 48 h 200"/>
              <a:gd name="T28" fmla="*/ 144 w 161"/>
              <a:gd name="T29" fmla="*/ 83 h 200"/>
              <a:gd name="T30" fmla="*/ 161 w 161"/>
              <a:gd name="T31" fmla="*/ 151 h 200"/>
              <a:gd name="T32" fmla="*/ 117 w 161"/>
              <a:gd name="T33" fmla="*/ 144 h 200"/>
              <a:gd name="T34" fmla="*/ 46 w 161"/>
              <a:gd name="T35" fmla="*/ 52 h 200"/>
              <a:gd name="T36" fmla="*/ 36 w 161"/>
              <a:gd name="T37" fmla="*/ 16 h 200"/>
              <a:gd name="T38" fmla="*/ 46 w 161"/>
              <a:gd name="T39" fmla="*/ 0 h 200"/>
              <a:gd name="T40" fmla="*/ 121 w 161"/>
              <a:gd name="T41" fmla="*/ 0 h 200"/>
              <a:gd name="T42" fmla="*/ 129 w 161"/>
              <a:gd name="T43" fmla="*/ 11 h 200"/>
              <a:gd name="T44" fmla="*/ 119 w 161"/>
              <a:gd name="T45" fmla="*/ 52 h 200"/>
              <a:gd name="T46" fmla="*/ 46 w 161"/>
              <a:gd name="T47" fmla="*/ 52 h 200"/>
              <a:gd name="T48" fmla="*/ 111 w 161"/>
              <a:gd name="T49" fmla="*/ 8 h 200"/>
              <a:gd name="T50" fmla="*/ 55 w 161"/>
              <a:gd name="T51" fmla="*/ 8 h 200"/>
              <a:gd name="T52" fmla="*/ 47 w 161"/>
              <a:gd name="T53" fmla="*/ 20 h 200"/>
              <a:gd name="T54" fmla="*/ 55 w 161"/>
              <a:gd name="T55" fmla="*/ 44 h 200"/>
              <a:gd name="T56" fmla="*/ 110 w 161"/>
              <a:gd name="T57" fmla="*/ 44 h 200"/>
              <a:gd name="T58" fmla="*/ 117 w 161"/>
              <a:gd name="T59" fmla="*/ 16 h 200"/>
              <a:gd name="T60" fmla="*/ 111 w 161"/>
              <a:gd name="T61" fmla="*/ 8 h 200"/>
              <a:gd name="T62" fmla="*/ 87 w 161"/>
              <a:gd name="T63" fmla="*/ 40 h 200"/>
              <a:gd name="T64" fmla="*/ 75 w 161"/>
              <a:gd name="T65" fmla="*/ 40 h 200"/>
              <a:gd name="T66" fmla="*/ 75 w 161"/>
              <a:gd name="T67" fmla="*/ 32 h 200"/>
              <a:gd name="T68" fmla="*/ 67 w 161"/>
              <a:gd name="T69" fmla="*/ 32 h 200"/>
              <a:gd name="T70" fmla="*/ 67 w 161"/>
              <a:gd name="T71" fmla="*/ 20 h 200"/>
              <a:gd name="T72" fmla="*/ 75 w 161"/>
              <a:gd name="T73" fmla="*/ 20 h 200"/>
              <a:gd name="T74" fmla="*/ 75 w 161"/>
              <a:gd name="T75" fmla="*/ 12 h 200"/>
              <a:gd name="T76" fmla="*/ 87 w 161"/>
              <a:gd name="T77" fmla="*/ 12 h 200"/>
              <a:gd name="T78" fmla="*/ 87 w 161"/>
              <a:gd name="T79" fmla="*/ 20 h 200"/>
              <a:gd name="T80" fmla="*/ 95 w 161"/>
              <a:gd name="T81" fmla="*/ 20 h 200"/>
              <a:gd name="T82" fmla="*/ 95 w 161"/>
              <a:gd name="T83" fmla="*/ 32 h 200"/>
              <a:gd name="T84" fmla="*/ 87 w 161"/>
              <a:gd name="T85" fmla="*/ 32 h 200"/>
              <a:gd name="T86" fmla="*/ 87 w 161"/>
              <a:gd name="T87" fmla="*/ 40 h 200"/>
              <a:gd name="T88" fmla="*/ 19 w 161"/>
              <a:gd name="T89" fmla="*/ 180 h 200"/>
              <a:gd name="T90" fmla="*/ 35 w 161"/>
              <a:gd name="T91" fmla="*/ 164 h 200"/>
              <a:gd name="T92" fmla="*/ 134 w 161"/>
              <a:gd name="T93" fmla="*/ 164 h 200"/>
              <a:gd name="T94" fmla="*/ 150 w 161"/>
              <a:gd name="T95" fmla="*/ 180 h 200"/>
              <a:gd name="T96" fmla="*/ 157 w 161"/>
              <a:gd name="T97" fmla="*/ 200 h 200"/>
              <a:gd name="T98" fmla="*/ 147 w 161"/>
              <a:gd name="T99" fmla="*/ 200 h 200"/>
              <a:gd name="T100" fmla="*/ 147 w 161"/>
              <a:gd name="T101" fmla="*/ 200 h 200"/>
              <a:gd name="T102" fmla="*/ 15 w 161"/>
              <a:gd name="T103" fmla="*/ 200 h 200"/>
              <a:gd name="T104" fmla="*/ 15 w 161"/>
              <a:gd name="T105" fmla="*/ 200 h 200"/>
              <a:gd name="T106" fmla="*/ 11 w 161"/>
              <a:gd name="T107" fmla="*/ 200 h 200"/>
              <a:gd name="T108" fmla="*/ 19 w 161"/>
              <a:gd name="T109" fmla="*/ 180 h 200"/>
              <a:gd name="T110" fmla="*/ 124 w 161"/>
              <a:gd name="T111" fmla="*/ 172 h 200"/>
              <a:gd name="T112" fmla="*/ 44 w 161"/>
              <a:gd name="T113" fmla="*/ 172 h 200"/>
              <a:gd name="T114" fmla="*/ 31 w 161"/>
              <a:gd name="T115" fmla="*/ 185 h 200"/>
              <a:gd name="T116" fmla="*/ 28 w 161"/>
              <a:gd name="T117" fmla="*/ 192 h 200"/>
              <a:gd name="T118" fmla="*/ 139 w 161"/>
              <a:gd name="T119" fmla="*/ 192 h 200"/>
              <a:gd name="T120" fmla="*/ 137 w 161"/>
              <a:gd name="T121" fmla="*/ 185 h 200"/>
              <a:gd name="T122" fmla="*/ 124 w 161"/>
              <a:gd name="T123" fmla="*/ 172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00">
                <a:moveTo>
                  <a:pt x="117" y="144"/>
                </a:moveTo>
                <a:cubicBezTo>
                  <a:pt x="107" y="151"/>
                  <a:pt x="95" y="155"/>
                  <a:pt x="81" y="155"/>
                </a:cubicBezTo>
                <a:cubicBezTo>
                  <a:pt x="69" y="155"/>
                  <a:pt x="58" y="152"/>
                  <a:pt x="49" y="146"/>
                </a:cubicBezTo>
                <a:cubicBezTo>
                  <a:pt x="42" y="151"/>
                  <a:pt x="25" y="161"/>
                  <a:pt x="0" y="148"/>
                </a:cubicBezTo>
                <a:cubicBezTo>
                  <a:pt x="29" y="137"/>
                  <a:pt x="5" y="115"/>
                  <a:pt x="18" y="84"/>
                </a:cubicBezTo>
                <a:cubicBezTo>
                  <a:pt x="20" y="69"/>
                  <a:pt x="27" y="56"/>
                  <a:pt x="37" y="46"/>
                </a:cubicBezTo>
                <a:cubicBezTo>
                  <a:pt x="39" y="52"/>
                  <a:pt x="40" y="56"/>
                  <a:pt x="40" y="56"/>
                </a:cubicBezTo>
                <a:cubicBezTo>
                  <a:pt x="95" y="56"/>
                  <a:pt x="95" y="56"/>
                  <a:pt x="95" y="56"/>
                </a:cubicBezTo>
                <a:cubicBezTo>
                  <a:pt x="78" y="100"/>
                  <a:pt x="50" y="91"/>
                  <a:pt x="33" y="92"/>
                </a:cubicBezTo>
                <a:cubicBezTo>
                  <a:pt x="33" y="118"/>
                  <a:pt x="55" y="140"/>
                  <a:pt x="81" y="140"/>
                </a:cubicBezTo>
                <a:cubicBezTo>
                  <a:pt x="108" y="140"/>
                  <a:pt x="130" y="118"/>
                  <a:pt x="130" y="92"/>
                </a:cubicBezTo>
                <a:cubicBezTo>
                  <a:pt x="99" y="85"/>
                  <a:pt x="112" y="68"/>
                  <a:pt x="99" y="56"/>
                </a:cubicBezTo>
                <a:cubicBezTo>
                  <a:pt x="125" y="56"/>
                  <a:pt x="125" y="56"/>
                  <a:pt x="125" y="56"/>
                </a:cubicBezTo>
                <a:cubicBezTo>
                  <a:pt x="125" y="56"/>
                  <a:pt x="126" y="53"/>
                  <a:pt x="127" y="48"/>
                </a:cubicBezTo>
                <a:cubicBezTo>
                  <a:pt x="136" y="57"/>
                  <a:pt x="142" y="69"/>
                  <a:pt x="144" y="83"/>
                </a:cubicBezTo>
                <a:cubicBezTo>
                  <a:pt x="155" y="118"/>
                  <a:pt x="135" y="130"/>
                  <a:pt x="161" y="151"/>
                </a:cubicBezTo>
                <a:cubicBezTo>
                  <a:pt x="136" y="159"/>
                  <a:pt x="123" y="149"/>
                  <a:pt x="117" y="144"/>
                </a:cubicBezTo>
                <a:close/>
                <a:moveTo>
                  <a:pt x="46" y="52"/>
                </a:moveTo>
                <a:cubicBezTo>
                  <a:pt x="46" y="52"/>
                  <a:pt x="39" y="29"/>
                  <a:pt x="36" y="16"/>
                </a:cubicBezTo>
                <a:cubicBezTo>
                  <a:pt x="32" y="3"/>
                  <a:pt x="46" y="0"/>
                  <a:pt x="46" y="0"/>
                </a:cubicBezTo>
                <a:cubicBezTo>
                  <a:pt x="121" y="0"/>
                  <a:pt x="121" y="0"/>
                  <a:pt x="121" y="0"/>
                </a:cubicBezTo>
                <a:cubicBezTo>
                  <a:pt x="121" y="0"/>
                  <a:pt x="130" y="1"/>
                  <a:pt x="129" y="11"/>
                </a:cubicBezTo>
                <a:cubicBezTo>
                  <a:pt x="128" y="21"/>
                  <a:pt x="119" y="52"/>
                  <a:pt x="119" y="52"/>
                </a:cubicBezTo>
                <a:lnTo>
                  <a:pt x="46" y="52"/>
                </a:lnTo>
                <a:close/>
                <a:moveTo>
                  <a:pt x="111" y="8"/>
                </a:moveTo>
                <a:cubicBezTo>
                  <a:pt x="55" y="8"/>
                  <a:pt x="55" y="8"/>
                  <a:pt x="55" y="8"/>
                </a:cubicBezTo>
                <a:cubicBezTo>
                  <a:pt x="55" y="8"/>
                  <a:pt x="44" y="10"/>
                  <a:pt x="47" y="20"/>
                </a:cubicBezTo>
                <a:cubicBezTo>
                  <a:pt x="50" y="30"/>
                  <a:pt x="55" y="44"/>
                  <a:pt x="55" y="44"/>
                </a:cubicBezTo>
                <a:cubicBezTo>
                  <a:pt x="110" y="44"/>
                  <a:pt x="110" y="44"/>
                  <a:pt x="110" y="44"/>
                </a:cubicBezTo>
                <a:cubicBezTo>
                  <a:pt x="110" y="44"/>
                  <a:pt x="116" y="23"/>
                  <a:pt x="117" y="16"/>
                </a:cubicBezTo>
                <a:cubicBezTo>
                  <a:pt x="118" y="8"/>
                  <a:pt x="111" y="8"/>
                  <a:pt x="111" y="8"/>
                </a:cubicBezTo>
                <a:close/>
                <a:moveTo>
                  <a:pt x="87" y="40"/>
                </a:moveTo>
                <a:cubicBezTo>
                  <a:pt x="75" y="40"/>
                  <a:pt x="75" y="40"/>
                  <a:pt x="75" y="40"/>
                </a:cubicBezTo>
                <a:cubicBezTo>
                  <a:pt x="75" y="32"/>
                  <a:pt x="75" y="32"/>
                  <a:pt x="75" y="32"/>
                </a:cubicBezTo>
                <a:cubicBezTo>
                  <a:pt x="67" y="32"/>
                  <a:pt x="67" y="32"/>
                  <a:pt x="67" y="32"/>
                </a:cubicBezTo>
                <a:cubicBezTo>
                  <a:pt x="67" y="20"/>
                  <a:pt x="67" y="20"/>
                  <a:pt x="67" y="20"/>
                </a:cubicBezTo>
                <a:cubicBezTo>
                  <a:pt x="75" y="20"/>
                  <a:pt x="75" y="20"/>
                  <a:pt x="75" y="20"/>
                </a:cubicBezTo>
                <a:cubicBezTo>
                  <a:pt x="75" y="12"/>
                  <a:pt x="75" y="12"/>
                  <a:pt x="75" y="12"/>
                </a:cubicBezTo>
                <a:cubicBezTo>
                  <a:pt x="87" y="12"/>
                  <a:pt x="87" y="12"/>
                  <a:pt x="87" y="12"/>
                </a:cubicBezTo>
                <a:cubicBezTo>
                  <a:pt x="87" y="20"/>
                  <a:pt x="87" y="20"/>
                  <a:pt x="87" y="20"/>
                </a:cubicBezTo>
                <a:cubicBezTo>
                  <a:pt x="95" y="20"/>
                  <a:pt x="95" y="20"/>
                  <a:pt x="95" y="20"/>
                </a:cubicBezTo>
                <a:cubicBezTo>
                  <a:pt x="95" y="32"/>
                  <a:pt x="95" y="32"/>
                  <a:pt x="95" y="32"/>
                </a:cubicBezTo>
                <a:cubicBezTo>
                  <a:pt x="87" y="32"/>
                  <a:pt x="87" y="32"/>
                  <a:pt x="87" y="32"/>
                </a:cubicBezTo>
                <a:lnTo>
                  <a:pt x="87" y="40"/>
                </a:lnTo>
                <a:close/>
                <a:moveTo>
                  <a:pt x="19" y="180"/>
                </a:moveTo>
                <a:cubicBezTo>
                  <a:pt x="19" y="180"/>
                  <a:pt x="26" y="164"/>
                  <a:pt x="35" y="164"/>
                </a:cubicBezTo>
                <a:cubicBezTo>
                  <a:pt x="134" y="164"/>
                  <a:pt x="134" y="164"/>
                  <a:pt x="134" y="164"/>
                </a:cubicBezTo>
                <a:cubicBezTo>
                  <a:pt x="143" y="164"/>
                  <a:pt x="150" y="180"/>
                  <a:pt x="150" y="180"/>
                </a:cubicBezTo>
                <a:cubicBezTo>
                  <a:pt x="157" y="200"/>
                  <a:pt x="157" y="200"/>
                  <a:pt x="157" y="200"/>
                </a:cubicBezTo>
                <a:cubicBezTo>
                  <a:pt x="147" y="200"/>
                  <a:pt x="147" y="200"/>
                  <a:pt x="147" y="200"/>
                </a:cubicBezTo>
                <a:cubicBezTo>
                  <a:pt x="147" y="200"/>
                  <a:pt x="147" y="200"/>
                  <a:pt x="147" y="200"/>
                </a:cubicBezTo>
                <a:cubicBezTo>
                  <a:pt x="15" y="200"/>
                  <a:pt x="15" y="200"/>
                  <a:pt x="15" y="200"/>
                </a:cubicBezTo>
                <a:cubicBezTo>
                  <a:pt x="15" y="200"/>
                  <a:pt x="15" y="200"/>
                  <a:pt x="15" y="200"/>
                </a:cubicBezTo>
                <a:cubicBezTo>
                  <a:pt x="11" y="200"/>
                  <a:pt x="11" y="200"/>
                  <a:pt x="11" y="200"/>
                </a:cubicBezTo>
                <a:lnTo>
                  <a:pt x="19" y="180"/>
                </a:lnTo>
                <a:close/>
                <a:moveTo>
                  <a:pt x="124" y="172"/>
                </a:moveTo>
                <a:cubicBezTo>
                  <a:pt x="44" y="172"/>
                  <a:pt x="44" y="172"/>
                  <a:pt x="44" y="172"/>
                </a:cubicBezTo>
                <a:cubicBezTo>
                  <a:pt x="37" y="172"/>
                  <a:pt x="31" y="185"/>
                  <a:pt x="31" y="185"/>
                </a:cubicBezTo>
                <a:cubicBezTo>
                  <a:pt x="28" y="192"/>
                  <a:pt x="28" y="192"/>
                  <a:pt x="28" y="192"/>
                </a:cubicBezTo>
                <a:cubicBezTo>
                  <a:pt x="139" y="192"/>
                  <a:pt x="139" y="192"/>
                  <a:pt x="139" y="192"/>
                </a:cubicBezTo>
                <a:cubicBezTo>
                  <a:pt x="137" y="185"/>
                  <a:pt x="137" y="185"/>
                  <a:pt x="137" y="185"/>
                </a:cubicBezTo>
                <a:cubicBezTo>
                  <a:pt x="137" y="185"/>
                  <a:pt x="131" y="172"/>
                  <a:pt x="124" y="172"/>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97"/>
          <p:cNvSpPr>
            <a:spLocks noEditPoints="1"/>
          </p:cNvSpPr>
          <p:nvPr/>
        </p:nvSpPr>
        <p:spPr bwMode="auto">
          <a:xfrm>
            <a:off x="4951413" y="636500"/>
            <a:ext cx="390525" cy="396875"/>
          </a:xfrm>
          <a:custGeom>
            <a:avLst/>
            <a:gdLst>
              <a:gd name="T0" fmla="*/ 181 w 197"/>
              <a:gd name="T1" fmla="*/ 104 h 200"/>
              <a:gd name="T2" fmla="*/ 99 w 197"/>
              <a:gd name="T3" fmla="*/ 187 h 200"/>
              <a:gd name="T4" fmla="*/ 79 w 197"/>
              <a:gd name="T5" fmla="*/ 197 h 200"/>
              <a:gd name="T6" fmla="*/ 88 w 197"/>
              <a:gd name="T7" fmla="*/ 184 h 200"/>
              <a:gd name="T8" fmla="*/ 94 w 197"/>
              <a:gd name="T9" fmla="*/ 180 h 200"/>
              <a:gd name="T10" fmla="*/ 137 w 197"/>
              <a:gd name="T11" fmla="*/ 137 h 200"/>
              <a:gd name="T12" fmla="*/ 109 w 197"/>
              <a:gd name="T13" fmla="*/ 109 h 200"/>
              <a:gd name="T14" fmla="*/ 150 w 197"/>
              <a:gd name="T15" fmla="*/ 68 h 200"/>
              <a:gd name="T16" fmla="*/ 150 w 197"/>
              <a:gd name="T17" fmla="*/ 59 h 200"/>
              <a:gd name="T18" fmla="*/ 141 w 197"/>
              <a:gd name="T19" fmla="*/ 59 h 200"/>
              <a:gd name="T20" fmla="*/ 100 w 197"/>
              <a:gd name="T21" fmla="*/ 100 h 200"/>
              <a:gd name="T22" fmla="*/ 92 w 197"/>
              <a:gd name="T23" fmla="*/ 92 h 200"/>
              <a:gd name="T24" fmla="*/ 92 w 197"/>
              <a:gd name="T25" fmla="*/ 75 h 200"/>
              <a:gd name="T26" fmla="*/ 121 w 197"/>
              <a:gd name="T27" fmla="*/ 45 h 200"/>
              <a:gd name="T28" fmla="*/ 181 w 197"/>
              <a:gd name="T29" fmla="*/ 45 h 200"/>
              <a:gd name="T30" fmla="*/ 181 w 197"/>
              <a:gd name="T31" fmla="*/ 104 h 200"/>
              <a:gd name="T32" fmla="*/ 92 w 197"/>
              <a:gd name="T33" fmla="*/ 125 h 200"/>
              <a:gd name="T34" fmla="*/ 92 w 197"/>
              <a:gd name="T35" fmla="*/ 108 h 200"/>
              <a:gd name="T36" fmla="*/ 100 w 197"/>
              <a:gd name="T37" fmla="*/ 100 h 200"/>
              <a:gd name="T38" fmla="*/ 109 w 197"/>
              <a:gd name="T39" fmla="*/ 109 h 200"/>
              <a:gd name="T40" fmla="*/ 92 w 197"/>
              <a:gd name="T41" fmla="*/ 125 h 200"/>
              <a:gd name="T42" fmla="*/ 42 w 197"/>
              <a:gd name="T43" fmla="*/ 200 h 200"/>
              <a:gd name="T44" fmla="*/ 0 w 197"/>
              <a:gd name="T45" fmla="*/ 158 h 200"/>
              <a:gd name="T46" fmla="*/ 0 w 197"/>
              <a:gd name="T47" fmla="*/ 42 h 200"/>
              <a:gd name="T48" fmla="*/ 42 w 197"/>
              <a:gd name="T49" fmla="*/ 0 h 200"/>
              <a:gd name="T50" fmla="*/ 84 w 197"/>
              <a:gd name="T51" fmla="*/ 42 h 200"/>
              <a:gd name="T52" fmla="*/ 84 w 197"/>
              <a:gd name="T53" fmla="*/ 158 h 200"/>
              <a:gd name="T54" fmla="*/ 42 w 197"/>
              <a:gd name="T55" fmla="*/ 200 h 200"/>
              <a:gd name="T56" fmla="*/ 76 w 197"/>
              <a:gd name="T57" fmla="*/ 43 h 200"/>
              <a:gd name="T58" fmla="*/ 42 w 197"/>
              <a:gd name="T59" fmla="*/ 10 h 200"/>
              <a:gd name="T60" fmla="*/ 8 w 197"/>
              <a:gd name="T61" fmla="*/ 43 h 200"/>
              <a:gd name="T62" fmla="*/ 8 w 197"/>
              <a:gd name="T63" fmla="*/ 104 h 200"/>
              <a:gd name="T64" fmla="*/ 24 w 197"/>
              <a:gd name="T65" fmla="*/ 104 h 200"/>
              <a:gd name="T66" fmla="*/ 24 w 197"/>
              <a:gd name="T67" fmla="*/ 162 h 200"/>
              <a:gd name="T68" fmla="*/ 30 w 197"/>
              <a:gd name="T69" fmla="*/ 168 h 200"/>
              <a:gd name="T70" fmla="*/ 36 w 197"/>
              <a:gd name="T71" fmla="*/ 162 h 200"/>
              <a:gd name="T72" fmla="*/ 36 w 197"/>
              <a:gd name="T73" fmla="*/ 104 h 200"/>
              <a:gd name="T74" fmla="*/ 76 w 197"/>
              <a:gd name="T75" fmla="*/ 104 h 200"/>
              <a:gd name="T76" fmla="*/ 76 w 197"/>
              <a:gd name="T77" fmla="*/ 43 h 200"/>
              <a:gd name="T78" fmla="*/ 30 w 197"/>
              <a:gd name="T79" fmla="*/ 40 h 200"/>
              <a:gd name="T80" fmla="*/ 36 w 197"/>
              <a:gd name="T81" fmla="*/ 46 h 200"/>
              <a:gd name="T82" fmla="*/ 36 w 197"/>
              <a:gd name="T83" fmla="*/ 104 h 200"/>
              <a:gd name="T84" fmla="*/ 24 w 197"/>
              <a:gd name="T85" fmla="*/ 104 h 200"/>
              <a:gd name="T86" fmla="*/ 24 w 197"/>
              <a:gd name="T87" fmla="*/ 46 h 200"/>
              <a:gd name="T88" fmla="*/ 30 w 197"/>
              <a:gd name="T89" fmla="*/ 4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97" h="200">
                <a:moveTo>
                  <a:pt x="181" y="104"/>
                </a:moveTo>
                <a:cubicBezTo>
                  <a:pt x="99" y="187"/>
                  <a:pt x="99" y="187"/>
                  <a:pt x="99" y="187"/>
                </a:cubicBezTo>
                <a:cubicBezTo>
                  <a:pt x="93" y="192"/>
                  <a:pt x="86" y="196"/>
                  <a:pt x="79" y="197"/>
                </a:cubicBezTo>
                <a:cubicBezTo>
                  <a:pt x="83" y="194"/>
                  <a:pt x="86" y="189"/>
                  <a:pt x="88" y="184"/>
                </a:cubicBezTo>
                <a:cubicBezTo>
                  <a:pt x="90" y="183"/>
                  <a:pt x="92" y="181"/>
                  <a:pt x="94" y="180"/>
                </a:cubicBezTo>
                <a:cubicBezTo>
                  <a:pt x="137" y="137"/>
                  <a:pt x="137" y="137"/>
                  <a:pt x="137" y="137"/>
                </a:cubicBezTo>
                <a:cubicBezTo>
                  <a:pt x="109" y="109"/>
                  <a:pt x="109" y="109"/>
                  <a:pt x="109" y="109"/>
                </a:cubicBezTo>
                <a:cubicBezTo>
                  <a:pt x="150" y="68"/>
                  <a:pt x="150" y="68"/>
                  <a:pt x="150" y="68"/>
                </a:cubicBezTo>
                <a:cubicBezTo>
                  <a:pt x="152" y="65"/>
                  <a:pt x="152" y="62"/>
                  <a:pt x="150" y="59"/>
                </a:cubicBezTo>
                <a:cubicBezTo>
                  <a:pt x="147" y="57"/>
                  <a:pt x="144" y="57"/>
                  <a:pt x="141" y="59"/>
                </a:cubicBezTo>
                <a:cubicBezTo>
                  <a:pt x="100" y="100"/>
                  <a:pt x="100" y="100"/>
                  <a:pt x="100" y="100"/>
                </a:cubicBezTo>
                <a:cubicBezTo>
                  <a:pt x="92" y="92"/>
                  <a:pt x="92" y="92"/>
                  <a:pt x="92" y="92"/>
                </a:cubicBezTo>
                <a:cubicBezTo>
                  <a:pt x="92" y="75"/>
                  <a:pt x="92" y="75"/>
                  <a:pt x="92" y="75"/>
                </a:cubicBezTo>
                <a:cubicBezTo>
                  <a:pt x="121" y="45"/>
                  <a:pt x="121" y="45"/>
                  <a:pt x="121" y="45"/>
                </a:cubicBezTo>
                <a:cubicBezTo>
                  <a:pt x="138" y="29"/>
                  <a:pt x="164" y="29"/>
                  <a:pt x="181" y="45"/>
                </a:cubicBezTo>
                <a:cubicBezTo>
                  <a:pt x="197" y="61"/>
                  <a:pt x="197" y="88"/>
                  <a:pt x="181" y="104"/>
                </a:cubicBezTo>
                <a:close/>
                <a:moveTo>
                  <a:pt x="92" y="125"/>
                </a:moveTo>
                <a:cubicBezTo>
                  <a:pt x="92" y="108"/>
                  <a:pt x="92" y="108"/>
                  <a:pt x="92" y="108"/>
                </a:cubicBezTo>
                <a:cubicBezTo>
                  <a:pt x="100" y="100"/>
                  <a:pt x="100" y="100"/>
                  <a:pt x="100" y="100"/>
                </a:cubicBezTo>
                <a:cubicBezTo>
                  <a:pt x="109" y="109"/>
                  <a:pt x="109" y="109"/>
                  <a:pt x="109" y="109"/>
                </a:cubicBezTo>
                <a:lnTo>
                  <a:pt x="92" y="125"/>
                </a:lnTo>
                <a:close/>
                <a:moveTo>
                  <a:pt x="42" y="200"/>
                </a:moveTo>
                <a:cubicBezTo>
                  <a:pt x="19" y="200"/>
                  <a:pt x="0" y="181"/>
                  <a:pt x="0" y="158"/>
                </a:cubicBezTo>
                <a:cubicBezTo>
                  <a:pt x="0" y="42"/>
                  <a:pt x="0" y="42"/>
                  <a:pt x="0" y="42"/>
                </a:cubicBezTo>
                <a:cubicBezTo>
                  <a:pt x="0" y="18"/>
                  <a:pt x="19" y="0"/>
                  <a:pt x="42" y="0"/>
                </a:cubicBezTo>
                <a:cubicBezTo>
                  <a:pt x="65" y="0"/>
                  <a:pt x="84" y="18"/>
                  <a:pt x="84" y="42"/>
                </a:cubicBezTo>
                <a:cubicBezTo>
                  <a:pt x="84" y="158"/>
                  <a:pt x="84" y="158"/>
                  <a:pt x="84" y="158"/>
                </a:cubicBezTo>
                <a:cubicBezTo>
                  <a:pt x="84" y="181"/>
                  <a:pt x="65" y="200"/>
                  <a:pt x="42" y="200"/>
                </a:cubicBezTo>
                <a:close/>
                <a:moveTo>
                  <a:pt x="76" y="43"/>
                </a:moveTo>
                <a:cubicBezTo>
                  <a:pt x="76" y="25"/>
                  <a:pt x="60" y="10"/>
                  <a:pt x="42" y="10"/>
                </a:cubicBezTo>
                <a:cubicBezTo>
                  <a:pt x="24" y="10"/>
                  <a:pt x="8" y="25"/>
                  <a:pt x="8" y="43"/>
                </a:cubicBezTo>
                <a:cubicBezTo>
                  <a:pt x="8" y="104"/>
                  <a:pt x="8" y="104"/>
                  <a:pt x="8" y="104"/>
                </a:cubicBezTo>
                <a:cubicBezTo>
                  <a:pt x="24" y="104"/>
                  <a:pt x="24" y="104"/>
                  <a:pt x="24" y="104"/>
                </a:cubicBezTo>
                <a:cubicBezTo>
                  <a:pt x="24" y="162"/>
                  <a:pt x="24" y="162"/>
                  <a:pt x="24" y="162"/>
                </a:cubicBezTo>
                <a:cubicBezTo>
                  <a:pt x="24" y="165"/>
                  <a:pt x="27" y="168"/>
                  <a:pt x="30" y="168"/>
                </a:cubicBezTo>
                <a:cubicBezTo>
                  <a:pt x="33" y="168"/>
                  <a:pt x="36" y="165"/>
                  <a:pt x="36" y="162"/>
                </a:cubicBezTo>
                <a:cubicBezTo>
                  <a:pt x="36" y="104"/>
                  <a:pt x="36" y="104"/>
                  <a:pt x="36" y="104"/>
                </a:cubicBezTo>
                <a:cubicBezTo>
                  <a:pt x="76" y="104"/>
                  <a:pt x="76" y="104"/>
                  <a:pt x="76" y="104"/>
                </a:cubicBezTo>
                <a:lnTo>
                  <a:pt x="76" y="43"/>
                </a:lnTo>
                <a:close/>
                <a:moveTo>
                  <a:pt x="30" y="40"/>
                </a:moveTo>
                <a:cubicBezTo>
                  <a:pt x="33" y="40"/>
                  <a:pt x="36" y="42"/>
                  <a:pt x="36" y="46"/>
                </a:cubicBezTo>
                <a:cubicBezTo>
                  <a:pt x="36" y="104"/>
                  <a:pt x="36" y="104"/>
                  <a:pt x="36" y="104"/>
                </a:cubicBezTo>
                <a:cubicBezTo>
                  <a:pt x="24" y="104"/>
                  <a:pt x="24" y="104"/>
                  <a:pt x="24" y="104"/>
                </a:cubicBezTo>
                <a:cubicBezTo>
                  <a:pt x="24" y="46"/>
                  <a:pt x="24" y="46"/>
                  <a:pt x="24" y="46"/>
                </a:cubicBezTo>
                <a:cubicBezTo>
                  <a:pt x="24" y="42"/>
                  <a:pt x="27" y="40"/>
                  <a:pt x="30" y="40"/>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98"/>
          <p:cNvSpPr>
            <a:spLocks noEditPoints="1"/>
          </p:cNvSpPr>
          <p:nvPr/>
        </p:nvSpPr>
        <p:spPr bwMode="auto">
          <a:xfrm>
            <a:off x="5453063" y="636500"/>
            <a:ext cx="365125" cy="396875"/>
          </a:xfrm>
          <a:custGeom>
            <a:avLst/>
            <a:gdLst>
              <a:gd name="T0" fmla="*/ 185 w 185"/>
              <a:gd name="T1" fmla="*/ 64 h 200"/>
              <a:gd name="T2" fmla="*/ 100 w 185"/>
              <a:gd name="T3" fmla="*/ 119 h 200"/>
              <a:gd name="T4" fmla="*/ 100 w 185"/>
              <a:gd name="T5" fmla="*/ 164 h 200"/>
              <a:gd name="T6" fmla="*/ 129 w 185"/>
              <a:gd name="T7" fmla="*/ 129 h 200"/>
              <a:gd name="T8" fmla="*/ 131 w 185"/>
              <a:gd name="T9" fmla="*/ 150 h 200"/>
              <a:gd name="T10" fmla="*/ 113 w 185"/>
              <a:gd name="T11" fmla="*/ 173 h 200"/>
              <a:gd name="T12" fmla="*/ 144 w 185"/>
              <a:gd name="T13" fmla="*/ 200 h 200"/>
              <a:gd name="T14" fmla="*/ 40 w 185"/>
              <a:gd name="T15" fmla="*/ 200 h 200"/>
              <a:gd name="T16" fmla="*/ 69 w 185"/>
              <a:gd name="T17" fmla="*/ 174 h 200"/>
              <a:gd name="T18" fmla="*/ 49 w 185"/>
              <a:gd name="T19" fmla="*/ 138 h 200"/>
              <a:gd name="T20" fmla="*/ 57 w 185"/>
              <a:gd name="T21" fmla="*/ 113 h 200"/>
              <a:gd name="T22" fmla="*/ 0 w 185"/>
              <a:gd name="T23" fmla="*/ 64 h 200"/>
              <a:gd name="T24" fmla="*/ 168 w 185"/>
              <a:gd name="T25" fmla="*/ 64 h 200"/>
              <a:gd name="T26" fmla="*/ 171 w 185"/>
              <a:gd name="T27" fmla="*/ 51 h 200"/>
              <a:gd name="T28" fmla="*/ 124 w 185"/>
              <a:gd name="T29" fmla="*/ 10 h 200"/>
              <a:gd name="T30" fmla="*/ 94 w 185"/>
              <a:gd name="T31" fmla="*/ 19 h 200"/>
              <a:gd name="T32" fmla="*/ 77 w 185"/>
              <a:gd name="T33" fmla="*/ 43 h 200"/>
              <a:gd name="T34" fmla="*/ 45 w 185"/>
              <a:gd name="T35" fmla="*/ 46 h 200"/>
              <a:gd name="T36" fmla="*/ 60 w 185"/>
              <a:gd name="T37" fmla="*/ 17 h 200"/>
              <a:gd name="T38" fmla="*/ 88 w 185"/>
              <a:gd name="T39" fmla="*/ 11 h 200"/>
              <a:gd name="T40" fmla="*/ 124 w 185"/>
              <a:gd name="T41" fmla="*/ 0 h 200"/>
              <a:gd name="T42" fmla="*/ 182 w 185"/>
              <a:gd name="T43" fmla="*/ 51 h 200"/>
              <a:gd name="T44" fmla="*/ 181 w 185"/>
              <a:gd name="T45" fmla="*/ 64 h 200"/>
              <a:gd name="T46" fmla="*/ 185 w 185"/>
              <a:gd name="T47" fmla="*/ 64 h 200"/>
              <a:gd name="T48" fmla="*/ 84 w 185"/>
              <a:gd name="T49" fmla="*/ 119 h 200"/>
              <a:gd name="T50" fmla="*/ 73 w 185"/>
              <a:gd name="T51" fmla="*/ 117 h 200"/>
              <a:gd name="T52" fmla="*/ 63 w 185"/>
              <a:gd name="T53" fmla="*/ 138 h 200"/>
              <a:gd name="T54" fmla="*/ 84 w 185"/>
              <a:gd name="T55" fmla="*/ 164 h 200"/>
              <a:gd name="T56" fmla="*/ 84 w 185"/>
              <a:gd name="T57" fmla="*/ 119 h 200"/>
              <a:gd name="T58" fmla="*/ 183 w 185"/>
              <a:gd name="T59" fmla="*/ 68 h 200"/>
              <a:gd name="T60" fmla="*/ 183 w 185"/>
              <a:gd name="T61" fmla="*/ 68 h 200"/>
              <a:gd name="T62" fmla="*/ 183 w 185"/>
              <a:gd name="T63" fmla="*/ 68 h 200"/>
              <a:gd name="T64" fmla="*/ 183 w 185"/>
              <a:gd name="T65" fmla="*/ 68 h 200"/>
              <a:gd name="T66" fmla="*/ 183 w 185"/>
              <a:gd name="T67" fmla="*/ 68 h 200"/>
              <a:gd name="T68" fmla="*/ 183 w 185"/>
              <a:gd name="T69" fmla="*/ 67 h 200"/>
              <a:gd name="T70" fmla="*/ 183 w 185"/>
              <a:gd name="T71" fmla="*/ 68 h 200"/>
              <a:gd name="T72" fmla="*/ 183 w 185"/>
              <a:gd name="T73" fmla="*/ 67 h 200"/>
              <a:gd name="T74" fmla="*/ 183 w 185"/>
              <a:gd name="T75" fmla="*/ 67 h 200"/>
              <a:gd name="T76" fmla="*/ 183 w 185"/>
              <a:gd name="T77" fmla="*/ 67 h 200"/>
              <a:gd name="T78" fmla="*/ 183 w 185"/>
              <a:gd name="T79" fmla="*/ 67 h 200"/>
              <a:gd name="T80" fmla="*/ 184 w 185"/>
              <a:gd name="T81" fmla="*/ 66 h 200"/>
              <a:gd name="T82" fmla="*/ 183 w 185"/>
              <a:gd name="T83" fmla="*/ 67 h 200"/>
              <a:gd name="T84" fmla="*/ 184 w 185"/>
              <a:gd name="T85" fmla="*/ 66 h 200"/>
              <a:gd name="T86" fmla="*/ 184 w 185"/>
              <a:gd name="T87" fmla="*/ 65 h 200"/>
              <a:gd name="T88" fmla="*/ 184 w 185"/>
              <a:gd name="T89" fmla="*/ 66 h 200"/>
              <a:gd name="T90" fmla="*/ 184 w 185"/>
              <a:gd name="T91" fmla="*/ 65 h 200"/>
              <a:gd name="T92" fmla="*/ 185 w 185"/>
              <a:gd name="T93" fmla="*/ 65 h 200"/>
              <a:gd name="T94" fmla="*/ 184 w 185"/>
              <a:gd name="T95" fmla="*/ 65 h 200"/>
              <a:gd name="T96" fmla="*/ 185 w 185"/>
              <a:gd name="T97" fmla="*/ 65 h 200"/>
              <a:gd name="T98" fmla="*/ 185 w 185"/>
              <a:gd name="T99" fmla="*/ 64 h 200"/>
              <a:gd name="T100" fmla="*/ 185 w 185"/>
              <a:gd name="T101" fmla="*/ 65 h 200"/>
              <a:gd name="T102" fmla="*/ 185 w 185"/>
              <a:gd name="T103" fmla="*/ 64 h 200"/>
              <a:gd name="T104" fmla="*/ 185 w 185"/>
              <a:gd name="T105" fmla="*/ 64 h 200"/>
              <a:gd name="T106" fmla="*/ 185 w 185"/>
              <a:gd name="T107" fmla="*/ 64 h 200"/>
              <a:gd name="T108" fmla="*/ 185 w 185"/>
              <a:gd name="T109" fmla="*/ 64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5" h="200">
                <a:moveTo>
                  <a:pt x="185" y="64"/>
                </a:moveTo>
                <a:cubicBezTo>
                  <a:pt x="168" y="93"/>
                  <a:pt x="137" y="116"/>
                  <a:pt x="100" y="119"/>
                </a:cubicBezTo>
                <a:cubicBezTo>
                  <a:pt x="100" y="164"/>
                  <a:pt x="100" y="164"/>
                  <a:pt x="100" y="164"/>
                </a:cubicBezTo>
                <a:cubicBezTo>
                  <a:pt x="112" y="162"/>
                  <a:pt x="123" y="153"/>
                  <a:pt x="129" y="129"/>
                </a:cubicBezTo>
                <a:cubicBezTo>
                  <a:pt x="133" y="137"/>
                  <a:pt x="131" y="150"/>
                  <a:pt x="131" y="150"/>
                </a:cubicBezTo>
                <a:cubicBezTo>
                  <a:pt x="128" y="160"/>
                  <a:pt x="121" y="168"/>
                  <a:pt x="113" y="173"/>
                </a:cubicBezTo>
                <a:cubicBezTo>
                  <a:pt x="126" y="178"/>
                  <a:pt x="137" y="188"/>
                  <a:pt x="144" y="200"/>
                </a:cubicBezTo>
                <a:cubicBezTo>
                  <a:pt x="40" y="200"/>
                  <a:pt x="40" y="200"/>
                  <a:pt x="40" y="200"/>
                </a:cubicBezTo>
                <a:cubicBezTo>
                  <a:pt x="47" y="188"/>
                  <a:pt x="57" y="179"/>
                  <a:pt x="69" y="174"/>
                </a:cubicBezTo>
                <a:cubicBezTo>
                  <a:pt x="57" y="167"/>
                  <a:pt x="49" y="153"/>
                  <a:pt x="49" y="138"/>
                </a:cubicBezTo>
                <a:cubicBezTo>
                  <a:pt x="49" y="128"/>
                  <a:pt x="52" y="120"/>
                  <a:pt x="57" y="113"/>
                </a:cubicBezTo>
                <a:cubicBezTo>
                  <a:pt x="33" y="104"/>
                  <a:pt x="13" y="86"/>
                  <a:pt x="0" y="64"/>
                </a:cubicBezTo>
                <a:cubicBezTo>
                  <a:pt x="168" y="64"/>
                  <a:pt x="168" y="64"/>
                  <a:pt x="168" y="64"/>
                </a:cubicBezTo>
                <a:cubicBezTo>
                  <a:pt x="170" y="60"/>
                  <a:pt x="171" y="55"/>
                  <a:pt x="171" y="51"/>
                </a:cubicBezTo>
                <a:cubicBezTo>
                  <a:pt x="171" y="28"/>
                  <a:pt x="150" y="10"/>
                  <a:pt x="124" y="10"/>
                </a:cubicBezTo>
                <a:cubicBezTo>
                  <a:pt x="113" y="10"/>
                  <a:pt x="102" y="13"/>
                  <a:pt x="94" y="19"/>
                </a:cubicBezTo>
                <a:cubicBezTo>
                  <a:pt x="95" y="27"/>
                  <a:pt x="88" y="36"/>
                  <a:pt x="77" y="43"/>
                </a:cubicBezTo>
                <a:cubicBezTo>
                  <a:pt x="64" y="52"/>
                  <a:pt x="49" y="53"/>
                  <a:pt x="45" y="46"/>
                </a:cubicBezTo>
                <a:cubicBezTo>
                  <a:pt x="40" y="38"/>
                  <a:pt x="47" y="25"/>
                  <a:pt x="60" y="17"/>
                </a:cubicBezTo>
                <a:cubicBezTo>
                  <a:pt x="70" y="10"/>
                  <a:pt x="81" y="8"/>
                  <a:pt x="88" y="11"/>
                </a:cubicBezTo>
                <a:cubicBezTo>
                  <a:pt x="98" y="4"/>
                  <a:pt x="110" y="0"/>
                  <a:pt x="124" y="0"/>
                </a:cubicBezTo>
                <a:cubicBezTo>
                  <a:pt x="156" y="0"/>
                  <a:pt x="182" y="23"/>
                  <a:pt x="182" y="51"/>
                </a:cubicBezTo>
                <a:cubicBezTo>
                  <a:pt x="182" y="55"/>
                  <a:pt x="182" y="60"/>
                  <a:pt x="181" y="64"/>
                </a:cubicBezTo>
                <a:lnTo>
                  <a:pt x="185" y="64"/>
                </a:lnTo>
                <a:close/>
                <a:moveTo>
                  <a:pt x="84" y="119"/>
                </a:moveTo>
                <a:cubicBezTo>
                  <a:pt x="74" y="118"/>
                  <a:pt x="73" y="117"/>
                  <a:pt x="73" y="117"/>
                </a:cubicBezTo>
                <a:cubicBezTo>
                  <a:pt x="67" y="122"/>
                  <a:pt x="63" y="130"/>
                  <a:pt x="63" y="138"/>
                </a:cubicBezTo>
                <a:cubicBezTo>
                  <a:pt x="63" y="151"/>
                  <a:pt x="72" y="162"/>
                  <a:pt x="84" y="164"/>
                </a:cubicBezTo>
                <a:lnTo>
                  <a:pt x="84" y="119"/>
                </a:lnTo>
                <a:close/>
                <a:moveTo>
                  <a:pt x="183" y="68"/>
                </a:moveTo>
                <a:cubicBezTo>
                  <a:pt x="183" y="68"/>
                  <a:pt x="183" y="68"/>
                  <a:pt x="183" y="68"/>
                </a:cubicBezTo>
                <a:moveTo>
                  <a:pt x="183" y="68"/>
                </a:moveTo>
                <a:cubicBezTo>
                  <a:pt x="183" y="68"/>
                  <a:pt x="183" y="68"/>
                  <a:pt x="183" y="68"/>
                </a:cubicBezTo>
                <a:cubicBezTo>
                  <a:pt x="183" y="68"/>
                  <a:pt x="183" y="68"/>
                  <a:pt x="183" y="68"/>
                </a:cubicBezTo>
                <a:close/>
                <a:moveTo>
                  <a:pt x="183" y="67"/>
                </a:moveTo>
                <a:cubicBezTo>
                  <a:pt x="183" y="67"/>
                  <a:pt x="183" y="68"/>
                  <a:pt x="183" y="68"/>
                </a:cubicBezTo>
                <a:cubicBezTo>
                  <a:pt x="183" y="68"/>
                  <a:pt x="183" y="67"/>
                  <a:pt x="183" y="67"/>
                </a:cubicBezTo>
                <a:close/>
                <a:moveTo>
                  <a:pt x="183" y="67"/>
                </a:moveTo>
                <a:cubicBezTo>
                  <a:pt x="183" y="67"/>
                  <a:pt x="183" y="67"/>
                  <a:pt x="183" y="67"/>
                </a:cubicBezTo>
                <a:cubicBezTo>
                  <a:pt x="183" y="67"/>
                  <a:pt x="183" y="67"/>
                  <a:pt x="183" y="67"/>
                </a:cubicBezTo>
                <a:close/>
                <a:moveTo>
                  <a:pt x="184" y="66"/>
                </a:moveTo>
                <a:cubicBezTo>
                  <a:pt x="184" y="66"/>
                  <a:pt x="184" y="67"/>
                  <a:pt x="183" y="67"/>
                </a:cubicBezTo>
                <a:cubicBezTo>
                  <a:pt x="183" y="67"/>
                  <a:pt x="184" y="66"/>
                  <a:pt x="184" y="66"/>
                </a:cubicBezTo>
                <a:close/>
                <a:moveTo>
                  <a:pt x="184" y="65"/>
                </a:moveTo>
                <a:cubicBezTo>
                  <a:pt x="184" y="66"/>
                  <a:pt x="184" y="66"/>
                  <a:pt x="184" y="66"/>
                </a:cubicBezTo>
                <a:cubicBezTo>
                  <a:pt x="184" y="66"/>
                  <a:pt x="184" y="65"/>
                  <a:pt x="184" y="65"/>
                </a:cubicBezTo>
                <a:close/>
                <a:moveTo>
                  <a:pt x="185" y="65"/>
                </a:moveTo>
                <a:cubicBezTo>
                  <a:pt x="184" y="65"/>
                  <a:pt x="184" y="65"/>
                  <a:pt x="184" y="65"/>
                </a:cubicBezTo>
                <a:cubicBezTo>
                  <a:pt x="184" y="65"/>
                  <a:pt x="184" y="65"/>
                  <a:pt x="185" y="65"/>
                </a:cubicBezTo>
                <a:close/>
                <a:moveTo>
                  <a:pt x="185" y="64"/>
                </a:moveTo>
                <a:cubicBezTo>
                  <a:pt x="185" y="65"/>
                  <a:pt x="185" y="65"/>
                  <a:pt x="185" y="65"/>
                </a:cubicBezTo>
                <a:cubicBezTo>
                  <a:pt x="185" y="65"/>
                  <a:pt x="185" y="65"/>
                  <a:pt x="185" y="64"/>
                </a:cubicBezTo>
                <a:close/>
                <a:moveTo>
                  <a:pt x="185" y="64"/>
                </a:moveTo>
                <a:cubicBezTo>
                  <a:pt x="185" y="64"/>
                  <a:pt x="185" y="64"/>
                  <a:pt x="185" y="64"/>
                </a:cubicBezTo>
                <a:cubicBezTo>
                  <a:pt x="185" y="64"/>
                  <a:pt x="185" y="64"/>
                  <a:pt x="185" y="64"/>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99"/>
          <p:cNvSpPr>
            <a:spLocks noEditPoints="1"/>
          </p:cNvSpPr>
          <p:nvPr/>
        </p:nvSpPr>
        <p:spPr bwMode="auto">
          <a:xfrm>
            <a:off x="5916613" y="636500"/>
            <a:ext cx="400050" cy="400050"/>
          </a:xfrm>
          <a:custGeom>
            <a:avLst/>
            <a:gdLst>
              <a:gd name="T0" fmla="*/ 12 w 202"/>
              <a:gd name="T1" fmla="*/ 179 h 202"/>
              <a:gd name="T2" fmla="*/ 66 w 202"/>
              <a:gd name="T3" fmla="*/ 190 h 202"/>
              <a:gd name="T4" fmla="*/ 39 w 202"/>
              <a:gd name="T5" fmla="*/ 109 h 202"/>
              <a:gd name="T6" fmla="*/ 44 w 202"/>
              <a:gd name="T7" fmla="*/ 104 h 202"/>
              <a:gd name="T8" fmla="*/ 163 w 202"/>
              <a:gd name="T9" fmla="*/ 93 h 202"/>
              <a:gd name="T10" fmla="*/ 44 w 202"/>
              <a:gd name="T11" fmla="*/ 104 h 202"/>
              <a:gd name="T12" fmla="*/ 66 w 202"/>
              <a:gd name="T13" fmla="*/ 104 h 202"/>
              <a:gd name="T14" fmla="*/ 77 w 202"/>
              <a:gd name="T15" fmla="*/ 93 h 202"/>
              <a:gd name="T16" fmla="*/ 93 w 202"/>
              <a:gd name="T17" fmla="*/ 120 h 202"/>
              <a:gd name="T18" fmla="*/ 82 w 202"/>
              <a:gd name="T19" fmla="*/ 109 h 202"/>
              <a:gd name="T20" fmla="*/ 93 w 202"/>
              <a:gd name="T21" fmla="*/ 120 h 202"/>
              <a:gd name="T22" fmla="*/ 82 w 202"/>
              <a:gd name="T23" fmla="*/ 88 h 202"/>
              <a:gd name="T24" fmla="*/ 93 w 202"/>
              <a:gd name="T25" fmla="*/ 77 h 202"/>
              <a:gd name="T26" fmla="*/ 109 w 202"/>
              <a:gd name="T27" fmla="*/ 136 h 202"/>
              <a:gd name="T28" fmla="*/ 98 w 202"/>
              <a:gd name="T29" fmla="*/ 125 h 202"/>
              <a:gd name="T30" fmla="*/ 109 w 202"/>
              <a:gd name="T31" fmla="*/ 136 h 202"/>
              <a:gd name="T32" fmla="*/ 141 w 202"/>
              <a:gd name="T33" fmla="*/ 93 h 202"/>
              <a:gd name="T34" fmla="*/ 131 w 202"/>
              <a:gd name="T35" fmla="*/ 104 h 202"/>
              <a:gd name="T36" fmla="*/ 114 w 202"/>
              <a:gd name="T37" fmla="*/ 77 h 202"/>
              <a:gd name="T38" fmla="*/ 125 w 202"/>
              <a:gd name="T39" fmla="*/ 88 h 202"/>
              <a:gd name="T40" fmla="*/ 114 w 202"/>
              <a:gd name="T41" fmla="*/ 77 h 202"/>
              <a:gd name="T42" fmla="*/ 125 w 202"/>
              <a:gd name="T43" fmla="*/ 109 h 202"/>
              <a:gd name="T44" fmla="*/ 114 w 202"/>
              <a:gd name="T45" fmla="*/ 120 h 202"/>
              <a:gd name="T46" fmla="*/ 109 w 202"/>
              <a:gd name="T47" fmla="*/ 104 h 202"/>
              <a:gd name="T48" fmla="*/ 98 w 202"/>
              <a:gd name="T49" fmla="*/ 93 h 202"/>
              <a:gd name="T50" fmla="*/ 109 w 202"/>
              <a:gd name="T51" fmla="*/ 104 h 202"/>
              <a:gd name="T52" fmla="*/ 98 w 202"/>
              <a:gd name="T53" fmla="*/ 71 h 202"/>
              <a:gd name="T54" fmla="*/ 109 w 202"/>
              <a:gd name="T55" fmla="*/ 61 h 202"/>
              <a:gd name="T56" fmla="*/ 190 w 202"/>
              <a:gd name="T57" fmla="*/ 23 h 202"/>
              <a:gd name="T58" fmla="*/ 136 w 202"/>
              <a:gd name="T59" fmla="*/ 12 h 202"/>
              <a:gd name="T60" fmla="*/ 168 w 202"/>
              <a:gd name="T61" fmla="*/ 88 h 202"/>
              <a:gd name="T62" fmla="*/ 190 w 202"/>
              <a:gd name="T63" fmla="*/ 23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2" h="202">
                <a:moveTo>
                  <a:pt x="12" y="136"/>
                </a:moveTo>
                <a:cubicBezTo>
                  <a:pt x="0" y="148"/>
                  <a:pt x="0" y="167"/>
                  <a:pt x="12" y="179"/>
                </a:cubicBezTo>
                <a:cubicBezTo>
                  <a:pt x="23" y="190"/>
                  <a:pt x="23" y="190"/>
                  <a:pt x="23" y="190"/>
                </a:cubicBezTo>
                <a:cubicBezTo>
                  <a:pt x="35" y="202"/>
                  <a:pt x="54" y="202"/>
                  <a:pt x="66" y="190"/>
                </a:cubicBezTo>
                <a:cubicBezTo>
                  <a:pt x="93" y="163"/>
                  <a:pt x="93" y="163"/>
                  <a:pt x="93" y="163"/>
                </a:cubicBezTo>
                <a:cubicBezTo>
                  <a:pt x="39" y="109"/>
                  <a:pt x="39" y="109"/>
                  <a:pt x="39" y="109"/>
                </a:cubicBezTo>
                <a:lnTo>
                  <a:pt x="12" y="136"/>
                </a:lnTo>
                <a:close/>
                <a:moveTo>
                  <a:pt x="44" y="104"/>
                </a:moveTo>
                <a:cubicBezTo>
                  <a:pt x="98" y="158"/>
                  <a:pt x="98" y="158"/>
                  <a:pt x="98" y="158"/>
                </a:cubicBezTo>
                <a:cubicBezTo>
                  <a:pt x="163" y="93"/>
                  <a:pt x="163" y="93"/>
                  <a:pt x="163" y="93"/>
                </a:cubicBezTo>
                <a:cubicBezTo>
                  <a:pt x="109" y="39"/>
                  <a:pt x="109" y="39"/>
                  <a:pt x="109" y="39"/>
                </a:cubicBezTo>
                <a:lnTo>
                  <a:pt x="44" y="104"/>
                </a:lnTo>
                <a:close/>
                <a:moveTo>
                  <a:pt x="77" y="104"/>
                </a:moveTo>
                <a:cubicBezTo>
                  <a:pt x="74" y="107"/>
                  <a:pt x="69" y="107"/>
                  <a:pt x="66" y="104"/>
                </a:cubicBezTo>
                <a:cubicBezTo>
                  <a:pt x="63" y="101"/>
                  <a:pt x="63" y="96"/>
                  <a:pt x="66" y="93"/>
                </a:cubicBezTo>
                <a:cubicBezTo>
                  <a:pt x="69" y="90"/>
                  <a:pt x="74" y="90"/>
                  <a:pt x="77" y="93"/>
                </a:cubicBezTo>
                <a:cubicBezTo>
                  <a:pt x="80" y="96"/>
                  <a:pt x="80" y="101"/>
                  <a:pt x="77" y="104"/>
                </a:cubicBezTo>
                <a:close/>
                <a:moveTo>
                  <a:pt x="93" y="120"/>
                </a:moveTo>
                <a:cubicBezTo>
                  <a:pt x="90" y="123"/>
                  <a:pt x="85" y="123"/>
                  <a:pt x="82" y="120"/>
                </a:cubicBezTo>
                <a:cubicBezTo>
                  <a:pt x="79" y="117"/>
                  <a:pt x="79" y="112"/>
                  <a:pt x="82" y="109"/>
                </a:cubicBezTo>
                <a:cubicBezTo>
                  <a:pt x="85" y="106"/>
                  <a:pt x="90" y="106"/>
                  <a:pt x="93" y="109"/>
                </a:cubicBezTo>
                <a:cubicBezTo>
                  <a:pt x="96" y="112"/>
                  <a:pt x="96" y="117"/>
                  <a:pt x="93" y="120"/>
                </a:cubicBezTo>
                <a:close/>
                <a:moveTo>
                  <a:pt x="93" y="88"/>
                </a:moveTo>
                <a:cubicBezTo>
                  <a:pt x="90" y="91"/>
                  <a:pt x="85" y="91"/>
                  <a:pt x="82" y="88"/>
                </a:cubicBezTo>
                <a:cubicBezTo>
                  <a:pt x="79" y="85"/>
                  <a:pt x="79" y="80"/>
                  <a:pt x="82" y="77"/>
                </a:cubicBezTo>
                <a:cubicBezTo>
                  <a:pt x="85" y="74"/>
                  <a:pt x="90" y="74"/>
                  <a:pt x="93" y="77"/>
                </a:cubicBezTo>
                <a:cubicBezTo>
                  <a:pt x="96" y="80"/>
                  <a:pt x="96" y="85"/>
                  <a:pt x="93" y="88"/>
                </a:cubicBezTo>
                <a:close/>
                <a:moveTo>
                  <a:pt x="109" y="136"/>
                </a:moveTo>
                <a:cubicBezTo>
                  <a:pt x="106" y="139"/>
                  <a:pt x="101" y="139"/>
                  <a:pt x="98" y="136"/>
                </a:cubicBezTo>
                <a:cubicBezTo>
                  <a:pt x="95" y="133"/>
                  <a:pt x="95" y="128"/>
                  <a:pt x="98" y="125"/>
                </a:cubicBezTo>
                <a:cubicBezTo>
                  <a:pt x="101" y="122"/>
                  <a:pt x="106" y="122"/>
                  <a:pt x="109" y="125"/>
                </a:cubicBezTo>
                <a:cubicBezTo>
                  <a:pt x="112" y="128"/>
                  <a:pt x="112" y="133"/>
                  <a:pt x="109" y="136"/>
                </a:cubicBezTo>
                <a:close/>
                <a:moveTo>
                  <a:pt x="131" y="93"/>
                </a:moveTo>
                <a:cubicBezTo>
                  <a:pt x="134" y="90"/>
                  <a:pt x="138" y="90"/>
                  <a:pt x="141" y="93"/>
                </a:cubicBezTo>
                <a:cubicBezTo>
                  <a:pt x="144" y="96"/>
                  <a:pt x="144" y="101"/>
                  <a:pt x="141" y="104"/>
                </a:cubicBezTo>
                <a:cubicBezTo>
                  <a:pt x="138" y="107"/>
                  <a:pt x="134" y="107"/>
                  <a:pt x="131" y="104"/>
                </a:cubicBezTo>
                <a:cubicBezTo>
                  <a:pt x="128" y="101"/>
                  <a:pt x="128" y="96"/>
                  <a:pt x="131" y="93"/>
                </a:cubicBezTo>
                <a:close/>
                <a:moveTo>
                  <a:pt x="114" y="77"/>
                </a:moveTo>
                <a:cubicBezTo>
                  <a:pt x="117" y="74"/>
                  <a:pt x="122" y="74"/>
                  <a:pt x="125" y="77"/>
                </a:cubicBezTo>
                <a:cubicBezTo>
                  <a:pt x="128" y="80"/>
                  <a:pt x="128" y="85"/>
                  <a:pt x="125" y="88"/>
                </a:cubicBezTo>
                <a:cubicBezTo>
                  <a:pt x="122" y="91"/>
                  <a:pt x="117" y="91"/>
                  <a:pt x="114" y="88"/>
                </a:cubicBezTo>
                <a:cubicBezTo>
                  <a:pt x="111" y="85"/>
                  <a:pt x="111" y="80"/>
                  <a:pt x="114" y="77"/>
                </a:cubicBezTo>
                <a:close/>
                <a:moveTo>
                  <a:pt x="114" y="109"/>
                </a:moveTo>
                <a:cubicBezTo>
                  <a:pt x="117" y="106"/>
                  <a:pt x="122" y="106"/>
                  <a:pt x="125" y="109"/>
                </a:cubicBezTo>
                <a:cubicBezTo>
                  <a:pt x="128" y="112"/>
                  <a:pt x="128" y="117"/>
                  <a:pt x="125" y="120"/>
                </a:cubicBezTo>
                <a:cubicBezTo>
                  <a:pt x="122" y="123"/>
                  <a:pt x="117" y="123"/>
                  <a:pt x="114" y="120"/>
                </a:cubicBezTo>
                <a:cubicBezTo>
                  <a:pt x="111" y="117"/>
                  <a:pt x="111" y="112"/>
                  <a:pt x="114" y="109"/>
                </a:cubicBezTo>
                <a:close/>
                <a:moveTo>
                  <a:pt x="109" y="104"/>
                </a:moveTo>
                <a:cubicBezTo>
                  <a:pt x="106" y="107"/>
                  <a:pt x="101" y="107"/>
                  <a:pt x="98" y="104"/>
                </a:cubicBezTo>
                <a:cubicBezTo>
                  <a:pt x="95" y="101"/>
                  <a:pt x="95" y="96"/>
                  <a:pt x="98" y="93"/>
                </a:cubicBezTo>
                <a:cubicBezTo>
                  <a:pt x="101" y="90"/>
                  <a:pt x="106" y="90"/>
                  <a:pt x="109" y="93"/>
                </a:cubicBezTo>
                <a:cubicBezTo>
                  <a:pt x="112" y="96"/>
                  <a:pt x="112" y="101"/>
                  <a:pt x="109" y="104"/>
                </a:cubicBezTo>
                <a:close/>
                <a:moveTo>
                  <a:pt x="109" y="71"/>
                </a:moveTo>
                <a:cubicBezTo>
                  <a:pt x="106" y="74"/>
                  <a:pt x="101" y="74"/>
                  <a:pt x="98" y="71"/>
                </a:cubicBezTo>
                <a:cubicBezTo>
                  <a:pt x="95" y="68"/>
                  <a:pt x="95" y="64"/>
                  <a:pt x="98" y="61"/>
                </a:cubicBezTo>
                <a:cubicBezTo>
                  <a:pt x="101" y="58"/>
                  <a:pt x="106" y="58"/>
                  <a:pt x="109" y="61"/>
                </a:cubicBezTo>
                <a:cubicBezTo>
                  <a:pt x="112" y="64"/>
                  <a:pt x="112" y="68"/>
                  <a:pt x="109" y="71"/>
                </a:cubicBezTo>
                <a:close/>
                <a:moveTo>
                  <a:pt x="190" y="23"/>
                </a:moveTo>
                <a:cubicBezTo>
                  <a:pt x="179" y="12"/>
                  <a:pt x="179" y="12"/>
                  <a:pt x="179" y="12"/>
                </a:cubicBezTo>
                <a:cubicBezTo>
                  <a:pt x="167" y="0"/>
                  <a:pt x="148" y="0"/>
                  <a:pt x="136" y="12"/>
                </a:cubicBezTo>
                <a:cubicBezTo>
                  <a:pt x="114" y="34"/>
                  <a:pt x="114" y="34"/>
                  <a:pt x="114" y="34"/>
                </a:cubicBezTo>
                <a:cubicBezTo>
                  <a:pt x="168" y="88"/>
                  <a:pt x="168" y="88"/>
                  <a:pt x="168" y="88"/>
                </a:cubicBezTo>
                <a:cubicBezTo>
                  <a:pt x="190" y="66"/>
                  <a:pt x="190" y="66"/>
                  <a:pt x="190" y="66"/>
                </a:cubicBezTo>
                <a:cubicBezTo>
                  <a:pt x="202" y="54"/>
                  <a:pt x="202" y="35"/>
                  <a:pt x="190" y="23"/>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100"/>
          <p:cNvSpPr>
            <a:spLocks noEditPoints="1"/>
          </p:cNvSpPr>
          <p:nvPr/>
        </p:nvSpPr>
        <p:spPr bwMode="auto">
          <a:xfrm>
            <a:off x="6397625" y="634913"/>
            <a:ext cx="381000" cy="395288"/>
          </a:xfrm>
          <a:custGeom>
            <a:avLst/>
            <a:gdLst>
              <a:gd name="T0" fmla="*/ 93 w 193"/>
              <a:gd name="T1" fmla="*/ 105 h 200"/>
              <a:gd name="T2" fmla="*/ 93 w 193"/>
              <a:gd name="T3" fmla="*/ 183 h 200"/>
              <a:gd name="T4" fmla="*/ 123 w 193"/>
              <a:gd name="T5" fmla="*/ 144 h 200"/>
              <a:gd name="T6" fmla="*/ 64 w 193"/>
              <a:gd name="T7" fmla="*/ 144 h 200"/>
              <a:gd name="T8" fmla="*/ 123 w 193"/>
              <a:gd name="T9" fmla="*/ 144 h 200"/>
              <a:gd name="T10" fmla="*/ 93 w 193"/>
              <a:gd name="T11" fmla="*/ 120 h 200"/>
              <a:gd name="T12" fmla="*/ 96 w 193"/>
              <a:gd name="T13" fmla="*/ 131 h 200"/>
              <a:gd name="T14" fmla="*/ 115 w 193"/>
              <a:gd name="T15" fmla="*/ 134 h 200"/>
              <a:gd name="T16" fmla="*/ 93 w 193"/>
              <a:gd name="T17" fmla="*/ 167 h 200"/>
              <a:gd name="T18" fmla="*/ 81 w 193"/>
              <a:gd name="T19" fmla="*/ 163 h 200"/>
              <a:gd name="T20" fmla="*/ 81 w 193"/>
              <a:gd name="T21" fmla="*/ 149 h 200"/>
              <a:gd name="T22" fmla="*/ 74 w 193"/>
              <a:gd name="T23" fmla="*/ 157 h 200"/>
              <a:gd name="T24" fmla="*/ 93 w 193"/>
              <a:gd name="T25" fmla="*/ 200 h 200"/>
              <a:gd name="T26" fmla="*/ 93 w 193"/>
              <a:gd name="T27" fmla="*/ 89 h 200"/>
              <a:gd name="T28" fmla="*/ 138 w 193"/>
              <a:gd name="T29" fmla="*/ 111 h 200"/>
              <a:gd name="T30" fmla="*/ 18 w 193"/>
              <a:gd name="T31" fmla="*/ 144 h 200"/>
              <a:gd name="T32" fmla="*/ 167 w 193"/>
              <a:gd name="T33" fmla="*/ 154 h 200"/>
              <a:gd name="T34" fmla="*/ 193 w 193"/>
              <a:gd name="T35" fmla="*/ 144 h 200"/>
              <a:gd name="T36" fmla="*/ 165 w 193"/>
              <a:gd name="T37" fmla="*/ 144 h 200"/>
              <a:gd name="T38" fmla="*/ 165 w 193"/>
              <a:gd name="T39" fmla="*/ 80 h 200"/>
              <a:gd name="T40" fmla="*/ 165 w 193"/>
              <a:gd name="T41" fmla="*/ 144 h 200"/>
              <a:gd name="T42" fmla="*/ 143 w 193"/>
              <a:gd name="T43" fmla="*/ 75 h 200"/>
              <a:gd name="T44" fmla="*/ 50 w 193"/>
              <a:gd name="T45" fmla="*/ 56 h 200"/>
              <a:gd name="T46" fmla="*/ 39 w 193"/>
              <a:gd name="T47" fmla="*/ 78 h 200"/>
              <a:gd name="T48" fmla="*/ 30 w 193"/>
              <a:gd name="T49" fmla="*/ 71 h 200"/>
              <a:gd name="T50" fmla="*/ 20 w 193"/>
              <a:gd name="T51" fmla="*/ 53 h 200"/>
              <a:gd name="T52" fmla="*/ 30 w 193"/>
              <a:gd name="T53" fmla="*/ 15 h 200"/>
              <a:gd name="T54" fmla="*/ 48 w 193"/>
              <a:gd name="T55" fmla="*/ 5 h 200"/>
              <a:gd name="T56" fmla="*/ 59 w 193"/>
              <a:gd name="T57" fmla="*/ 3 h 200"/>
              <a:gd name="T58" fmla="*/ 57 w 193"/>
              <a:gd name="T59" fmla="*/ 27 h 200"/>
              <a:gd name="T60" fmla="*/ 148 w 193"/>
              <a:gd name="T61" fmla="*/ 57 h 200"/>
              <a:gd name="T62" fmla="*/ 162 w 193"/>
              <a:gd name="T63" fmla="*/ 70 h 200"/>
              <a:gd name="T64" fmla="*/ 136 w 193"/>
              <a:gd name="T65" fmla="*/ 53 h 200"/>
              <a:gd name="T66" fmla="*/ 51 w 193"/>
              <a:gd name="T67" fmla="*/ 51 h 200"/>
              <a:gd name="T68" fmla="*/ 142 w 193"/>
              <a:gd name="T69" fmla="*/ 65 h 200"/>
              <a:gd name="T70" fmla="*/ 153 w 193"/>
              <a:gd name="T71" fmla="*/ 63 h 200"/>
              <a:gd name="T72" fmla="*/ 147 w 193"/>
              <a:gd name="T73" fmla="*/ 67 h 200"/>
              <a:gd name="T74" fmla="*/ 151 w 193"/>
              <a:gd name="T75" fmla="*/ 73 h 200"/>
              <a:gd name="T76" fmla="*/ 153 w 193"/>
              <a:gd name="T77" fmla="*/ 63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93" h="200">
                <a:moveTo>
                  <a:pt x="54" y="144"/>
                </a:moveTo>
                <a:cubicBezTo>
                  <a:pt x="54" y="122"/>
                  <a:pt x="72" y="105"/>
                  <a:pt x="93" y="105"/>
                </a:cubicBezTo>
                <a:cubicBezTo>
                  <a:pt x="115" y="105"/>
                  <a:pt x="132" y="122"/>
                  <a:pt x="132" y="144"/>
                </a:cubicBezTo>
                <a:cubicBezTo>
                  <a:pt x="132" y="165"/>
                  <a:pt x="115" y="183"/>
                  <a:pt x="93" y="183"/>
                </a:cubicBezTo>
                <a:cubicBezTo>
                  <a:pt x="72" y="183"/>
                  <a:pt x="54" y="165"/>
                  <a:pt x="54" y="144"/>
                </a:cubicBezTo>
                <a:close/>
                <a:moveTo>
                  <a:pt x="123" y="144"/>
                </a:moveTo>
                <a:cubicBezTo>
                  <a:pt x="123" y="127"/>
                  <a:pt x="110" y="114"/>
                  <a:pt x="93" y="114"/>
                </a:cubicBezTo>
                <a:cubicBezTo>
                  <a:pt x="77" y="114"/>
                  <a:pt x="64" y="127"/>
                  <a:pt x="64" y="144"/>
                </a:cubicBezTo>
                <a:cubicBezTo>
                  <a:pt x="64" y="160"/>
                  <a:pt x="77" y="173"/>
                  <a:pt x="93" y="173"/>
                </a:cubicBezTo>
                <a:cubicBezTo>
                  <a:pt x="110" y="173"/>
                  <a:pt x="123" y="160"/>
                  <a:pt x="123" y="144"/>
                </a:cubicBezTo>
                <a:close/>
                <a:moveTo>
                  <a:pt x="70" y="144"/>
                </a:moveTo>
                <a:cubicBezTo>
                  <a:pt x="70" y="131"/>
                  <a:pt x="80" y="120"/>
                  <a:pt x="93" y="120"/>
                </a:cubicBezTo>
                <a:cubicBezTo>
                  <a:pt x="96" y="120"/>
                  <a:pt x="99" y="121"/>
                  <a:pt x="102" y="122"/>
                </a:cubicBezTo>
                <a:cubicBezTo>
                  <a:pt x="99" y="123"/>
                  <a:pt x="96" y="127"/>
                  <a:pt x="96" y="131"/>
                </a:cubicBezTo>
                <a:cubicBezTo>
                  <a:pt x="96" y="136"/>
                  <a:pt x="101" y="140"/>
                  <a:pt x="106" y="140"/>
                </a:cubicBezTo>
                <a:cubicBezTo>
                  <a:pt x="110" y="140"/>
                  <a:pt x="113" y="138"/>
                  <a:pt x="115" y="134"/>
                </a:cubicBezTo>
                <a:cubicBezTo>
                  <a:pt x="116" y="137"/>
                  <a:pt x="117" y="140"/>
                  <a:pt x="117" y="144"/>
                </a:cubicBezTo>
                <a:cubicBezTo>
                  <a:pt x="117" y="157"/>
                  <a:pt x="106" y="167"/>
                  <a:pt x="93" y="167"/>
                </a:cubicBezTo>
                <a:cubicBezTo>
                  <a:pt x="88" y="167"/>
                  <a:pt x="83" y="165"/>
                  <a:pt x="80" y="163"/>
                </a:cubicBezTo>
                <a:cubicBezTo>
                  <a:pt x="80" y="163"/>
                  <a:pt x="81" y="163"/>
                  <a:pt x="81" y="163"/>
                </a:cubicBezTo>
                <a:cubicBezTo>
                  <a:pt x="85" y="163"/>
                  <a:pt x="88" y="160"/>
                  <a:pt x="88" y="156"/>
                </a:cubicBezTo>
                <a:cubicBezTo>
                  <a:pt x="88" y="152"/>
                  <a:pt x="85" y="149"/>
                  <a:pt x="81" y="149"/>
                </a:cubicBezTo>
                <a:cubicBezTo>
                  <a:pt x="77" y="149"/>
                  <a:pt x="74" y="152"/>
                  <a:pt x="74" y="156"/>
                </a:cubicBezTo>
                <a:cubicBezTo>
                  <a:pt x="74" y="156"/>
                  <a:pt x="74" y="157"/>
                  <a:pt x="74" y="157"/>
                </a:cubicBezTo>
                <a:cubicBezTo>
                  <a:pt x="72" y="153"/>
                  <a:pt x="70" y="149"/>
                  <a:pt x="70" y="144"/>
                </a:cubicBezTo>
                <a:close/>
                <a:moveTo>
                  <a:pt x="93" y="200"/>
                </a:moveTo>
                <a:cubicBezTo>
                  <a:pt x="27" y="200"/>
                  <a:pt x="0" y="144"/>
                  <a:pt x="0" y="144"/>
                </a:cubicBezTo>
                <a:cubicBezTo>
                  <a:pt x="0" y="144"/>
                  <a:pt x="27" y="89"/>
                  <a:pt x="93" y="89"/>
                </a:cubicBezTo>
                <a:cubicBezTo>
                  <a:pt x="112" y="89"/>
                  <a:pt x="129" y="94"/>
                  <a:pt x="143" y="101"/>
                </a:cubicBezTo>
                <a:cubicBezTo>
                  <a:pt x="141" y="104"/>
                  <a:pt x="139" y="108"/>
                  <a:pt x="138" y="111"/>
                </a:cubicBezTo>
                <a:cubicBezTo>
                  <a:pt x="126" y="105"/>
                  <a:pt x="111" y="100"/>
                  <a:pt x="94" y="100"/>
                </a:cubicBezTo>
                <a:cubicBezTo>
                  <a:pt x="40" y="100"/>
                  <a:pt x="18" y="144"/>
                  <a:pt x="18" y="144"/>
                </a:cubicBezTo>
                <a:cubicBezTo>
                  <a:pt x="18" y="144"/>
                  <a:pt x="40" y="190"/>
                  <a:pt x="94" y="190"/>
                </a:cubicBezTo>
                <a:cubicBezTo>
                  <a:pt x="131" y="190"/>
                  <a:pt x="156" y="168"/>
                  <a:pt x="167" y="154"/>
                </a:cubicBezTo>
                <a:cubicBezTo>
                  <a:pt x="177" y="153"/>
                  <a:pt x="185" y="147"/>
                  <a:pt x="189" y="138"/>
                </a:cubicBezTo>
                <a:cubicBezTo>
                  <a:pt x="191" y="142"/>
                  <a:pt x="193" y="144"/>
                  <a:pt x="193" y="144"/>
                </a:cubicBezTo>
                <a:cubicBezTo>
                  <a:pt x="193" y="144"/>
                  <a:pt x="159" y="200"/>
                  <a:pt x="93" y="200"/>
                </a:cubicBezTo>
                <a:close/>
                <a:moveTo>
                  <a:pt x="165" y="144"/>
                </a:moveTo>
                <a:cubicBezTo>
                  <a:pt x="154" y="144"/>
                  <a:pt x="145" y="135"/>
                  <a:pt x="145" y="124"/>
                </a:cubicBezTo>
                <a:cubicBezTo>
                  <a:pt x="145" y="113"/>
                  <a:pt x="165" y="80"/>
                  <a:pt x="165" y="80"/>
                </a:cubicBezTo>
                <a:cubicBezTo>
                  <a:pt x="165" y="80"/>
                  <a:pt x="185" y="113"/>
                  <a:pt x="185" y="124"/>
                </a:cubicBezTo>
                <a:cubicBezTo>
                  <a:pt x="185" y="135"/>
                  <a:pt x="176" y="144"/>
                  <a:pt x="165" y="144"/>
                </a:cubicBezTo>
                <a:close/>
                <a:moveTo>
                  <a:pt x="149" y="78"/>
                </a:moveTo>
                <a:cubicBezTo>
                  <a:pt x="143" y="75"/>
                  <a:pt x="143" y="75"/>
                  <a:pt x="143" y="75"/>
                </a:cubicBezTo>
                <a:cubicBezTo>
                  <a:pt x="142" y="77"/>
                  <a:pt x="140" y="78"/>
                  <a:pt x="139" y="80"/>
                </a:cubicBezTo>
                <a:cubicBezTo>
                  <a:pt x="50" y="56"/>
                  <a:pt x="50" y="56"/>
                  <a:pt x="50" y="56"/>
                </a:cubicBezTo>
                <a:cubicBezTo>
                  <a:pt x="45" y="75"/>
                  <a:pt x="45" y="75"/>
                  <a:pt x="45" y="75"/>
                </a:cubicBezTo>
                <a:cubicBezTo>
                  <a:pt x="45" y="75"/>
                  <a:pt x="43" y="79"/>
                  <a:pt x="39" y="78"/>
                </a:cubicBezTo>
                <a:cubicBezTo>
                  <a:pt x="34" y="77"/>
                  <a:pt x="34" y="77"/>
                  <a:pt x="34" y="77"/>
                </a:cubicBezTo>
                <a:cubicBezTo>
                  <a:pt x="34" y="77"/>
                  <a:pt x="29" y="75"/>
                  <a:pt x="30" y="71"/>
                </a:cubicBezTo>
                <a:cubicBezTo>
                  <a:pt x="36" y="52"/>
                  <a:pt x="36" y="52"/>
                  <a:pt x="36" y="52"/>
                </a:cubicBezTo>
                <a:cubicBezTo>
                  <a:pt x="20" y="53"/>
                  <a:pt x="20" y="53"/>
                  <a:pt x="20" y="53"/>
                </a:cubicBezTo>
                <a:cubicBezTo>
                  <a:pt x="10" y="50"/>
                  <a:pt x="3" y="39"/>
                  <a:pt x="6" y="29"/>
                </a:cubicBezTo>
                <a:cubicBezTo>
                  <a:pt x="9" y="18"/>
                  <a:pt x="20" y="12"/>
                  <a:pt x="30" y="15"/>
                </a:cubicBezTo>
                <a:cubicBezTo>
                  <a:pt x="43" y="24"/>
                  <a:pt x="43" y="24"/>
                  <a:pt x="43" y="24"/>
                </a:cubicBezTo>
                <a:cubicBezTo>
                  <a:pt x="48" y="5"/>
                  <a:pt x="48" y="5"/>
                  <a:pt x="48" y="5"/>
                </a:cubicBezTo>
                <a:cubicBezTo>
                  <a:pt x="48" y="5"/>
                  <a:pt x="50" y="0"/>
                  <a:pt x="54" y="1"/>
                </a:cubicBezTo>
                <a:cubicBezTo>
                  <a:pt x="59" y="3"/>
                  <a:pt x="59" y="3"/>
                  <a:pt x="59" y="3"/>
                </a:cubicBezTo>
                <a:cubicBezTo>
                  <a:pt x="59" y="3"/>
                  <a:pt x="63" y="5"/>
                  <a:pt x="62" y="9"/>
                </a:cubicBezTo>
                <a:cubicBezTo>
                  <a:pt x="57" y="27"/>
                  <a:pt x="57" y="27"/>
                  <a:pt x="57" y="27"/>
                </a:cubicBezTo>
                <a:cubicBezTo>
                  <a:pt x="146" y="51"/>
                  <a:pt x="146" y="51"/>
                  <a:pt x="146" y="51"/>
                </a:cubicBezTo>
                <a:cubicBezTo>
                  <a:pt x="146" y="51"/>
                  <a:pt x="148" y="53"/>
                  <a:pt x="148" y="57"/>
                </a:cubicBezTo>
                <a:cubicBezTo>
                  <a:pt x="154" y="59"/>
                  <a:pt x="154" y="59"/>
                  <a:pt x="154" y="59"/>
                </a:cubicBezTo>
                <a:cubicBezTo>
                  <a:pt x="154" y="59"/>
                  <a:pt x="164" y="61"/>
                  <a:pt x="162" y="70"/>
                </a:cubicBezTo>
                <a:cubicBezTo>
                  <a:pt x="162" y="70"/>
                  <a:pt x="159" y="80"/>
                  <a:pt x="149" y="78"/>
                </a:cubicBezTo>
                <a:close/>
                <a:moveTo>
                  <a:pt x="136" y="53"/>
                </a:moveTo>
                <a:cubicBezTo>
                  <a:pt x="56" y="32"/>
                  <a:pt x="56" y="32"/>
                  <a:pt x="56" y="32"/>
                </a:cubicBezTo>
                <a:cubicBezTo>
                  <a:pt x="51" y="51"/>
                  <a:pt x="51" y="51"/>
                  <a:pt x="51" y="51"/>
                </a:cubicBezTo>
                <a:cubicBezTo>
                  <a:pt x="131" y="72"/>
                  <a:pt x="131" y="72"/>
                  <a:pt x="131" y="72"/>
                </a:cubicBezTo>
                <a:cubicBezTo>
                  <a:pt x="139" y="75"/>
                  <a:pt x="140" y="73"/>
                  <a:pt x="142" y="65"/>
                </a:cubicBezTo>
                <a:cubicBezTo>
                  <a:pt x="144" y="58"/>
                  <a:pt x="144" y="56"/>
                  <a:pt x="136" y="53"/>
                </a:cubicBezTo>
                <a:close/>
                <a:moveTo>
                  <a:pt x="153" y="63"/>
                </a:moveTo>
                <a:cubicBezTo>
                  <a:pt x="148" y="62"/>
                  <a:pt x="148" y="62"/>
                  <a:pt x="148" y="62"/>
                </a:cubicBezTo>
                <a:cubicBezTo>
                  <a:pt x="148" y="62"/>
                  <a:pt x="148" y="65"/>
                  <a:pt x="147" y="67"/>
                </a:cubicBezTo>
                <a:cubicBezTo>
                  <a:pt x="147" y="67"/>
                  <a:pt x="147" y="68"/>
                  <a:pt x="146" y="71"/>
                </a:cubicBezTo>
                <a:cubicBezTo>
                  <a:pt x="151" y="73"/>
                  <a:pt x="151" y="73"/>
                  <a:pt x="151" y="73"/>
                </a:cubicBezTo>
                <a:cubicBezTo>
                  <a:pt x="155" y="74"/>
                  <a:pt x="157" y="69"/>
                  <a:pt x="157" y="69"/>
                </a:cubicBezTo>
                <a:cubicBezTo>
                  <a:pt x="158" y="64"/>
                  <a:pt x="153" y="63"/>
                  <a:pt x="153" y="63"/>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101"/>
          <p:cNvSpPr>
            <a:spLocks noEditPoints="1"/>
          </p:cNvSpPr>
          <p:nvPr/>
        </p:nvSpPr>
        <p:spPr bwMode="auto">
          <a:xfrm>
            <a:off x="6889750" y="644438"/>
            <a:ext cx="390525" cy="373063"/>
          </a:xfrm>
          <a:custGeom>
            <a:avLst/>
            <a:gdLst>
              <a:gd name="T0" fmla="*/ 189 w 197"/>
              <a:gd name="T1" fmla="*/ 60 h 188"/>
              <a:gd name="T2" fmla="*/ 138 w 197"/>
              <a:gd name="T3" fmla="*/ 9 h 188"/>
              <a:gd name="T4" fmla="*/ 146 w 197"/>
              <a:gd name="T5" fmla="*/ 0 h 188"/>
              <a:gd name="T6" fmla="*/ 197 w 197"/>
              <a:gd name="T7" fmla="*/ 51 h 188"/>
              <a:gd name="T8" fmla="*/ 189 w 197"/>
              <a:gd name="T9" fmla="*/ 60 h 188"/>
              <a:gd name="T10" fmla="*/ 166 w 197"/>
              <a:gd name="T11" fmla="*/ 43 h 188"/>
              <a:gd name="T12" fmla="*/ 143 w 197"/>
              <a:gd name="T13" fmla="*/ 65 h 188"/>
              <a:gd name="T14" fmla="*/ 132 w 197"/>
              <a:gd name="T15" fmla="*/ 54 h 188"/>
              <a:gd name="T16" fmla="*/ 155 w 197"/>
              <a:gd name="T17" fmla="*/ 31 h 188"/>
              <a:gd name="T18" fmla="*/ 166 w 197"/>
              <a:gd name="T19" fmla="*/ 43 h 188"/>
              <a:gd name="T20" fmla="*/ 143 w 197"/>
              <a:gd name="T21" fmla="*/ 101 h 188"/>
              <a:gd name="T22" fmla="*/ 84 w 197"/>
              <a:gd name="T23" fmla="*/ 161 h 188"/>
              <a:gd name="T24" fmla="*/ 56 w 197"/>
              <a:gd name="T25" fmla="*/ 161 h 188"/>
              <a:gd name="T26" fmla="*/ 33 w 197"/>
              <a:gd name="T27" fmla="*/ 138 h 188"/>
              <a:gd name="T28" fmla="*/ 33 w 197"/>
              <a:gd name="T29" fmla="*/ 110 h 188"/>
              <a:gd name="T30" fmla="*/ 93 w 197"/>
              <a:gd name="T31" fmla="*/ 50 h 188"/>
              <a:gd name="T32" fmla="*/ 121 w 197"/>
              <a:gd name="T33" fmla="*/ 50 h 188"/>
              <a:gd name="T34" fmla="*/ 143 w 197"/>
              <a:gd name="T35" fmla="*/ 73 h 188"/>
              <a:gd name="T36" fmla="*/ 143 w 197"/>
              <a:gd name="T37" fmla="*/ 101 h 188"/>
              <a:gd name="T38" fmla="*/ 132 w 197"/>
              <a:gd name="T39" fmla="*/ 73 h 188"/>
              <a:gd name="T40" fmla="*/ 121 w 197"/>
              <a:gd name="T41" fmla="*/ 62 h 188"/>
              <a:gd name="T42" fmla="*/ 93 w 197"/>
              <a:gd name="T43" fmla="*/ 62 h 188"/>
              <a:gd name="T44" fmla="*/ 114 w 197"/>
              <a:gd name="T45" fmla="*/ 83 h 188"/>
              <a:gd name="T46" fmla="*/ 114 w 197"/>
              <a:gd name="T47" fmla="*/ 91 h 188"/>
              <a:gd name="T48" fmla="*/ 105 w 197"/>
              <a:gd name="T49" fmla="*/ 91 h 188"/>
              <a:gd name="T50" fmla="*/ 84 w 197"/>
              <a:gd name="T51" fmla="*/ 70 h 188"/>
              <a:gd name="T52" fmla="*/ 76 w 197"/>
              <a:gd name="T53" fmla="*/ 79 h 188"/>
              <a:gd name="T54" fmla="*/ 97 w 197"/>
              <a:gd name="T55" fmla="*/ 100 h 188"/>
              <a:gd name="T56" fmla="*/ 97 w 197"/>
              <a:gd name="T57" fmla="*/ 108 h 188"/>
              <a:gd name="T58" fmla="*/ 88 w 197"/>
              <a:gd name="T59" fmla="*/ 108 h 188"/>
              <a:gd name="T60" fmla="*/ 67 w 197"/>
              <a:gd name="T61" fmla="*/ 87 h 188"/>
              <a:gd name="T62" fmla="*/ 57 w 197"/>
              <a:gd name="T63" fmla="*/ 97 h 188"/>
              <a:gd name="T64" fmla="*/ 99 w 197"/>
              <a:gd name="T65" fmla="*/ 134 h 188"/>
              <a:gd name="T66" fmla="*/ 132 w 197"/>
              <a:gd name="T67" fmla="*/ 101 h 188"/>
              <a:gd name="T68" fmla="*/ 132 w 197"/>
              <a:gd name="T69" fmla="*/ 73 h 188"/>
              <a:gd name="T70" fmla="*/ 49 w 197"/>
              <a:gd name="T71" fmla="*/ 173 h 188"/>
              <a:gd name="T72" fmla="*/ 38 w 197"/>
              <a:gd name="T73" fmla="*/ 173 h 188"/>
              <a:gd name="T74" fmla="*/ 32 w 197"/>
              <a:gd name="T75" fmla="*/ 167 h 188"/>
              <a:gd name="T76" fmla="*/ 11 w 197"/>
              <a:gd name="T77" fmla="*/ 188 h 188"/>
              <a:gd name="T78" fmla="*/ 0 w 197"/>
              <a:gd name="T79" fmla="*/ 188 h 188"/>
              <a:gd name="T80" fmla="*/ 26 w 197"/>
              <a:gd name="T81" fmla="*/ 162 h 188"/>
              <a:gd name="T82" fmla="*/ 21 w 197"/>
              <a:gd name="T83" fmla="*/ 156 h 188"/>
              <a:gd name="T84" fmla="*/ 21 w 197"/>
              <a:gd name="T85" fmla="*/ 145 h 188"/>
              <a:gd name="T86" fmla="*/ 26 w 197"/>
              <a:gd name="T87" fmla="*/ 139 h 188"/>
              <a:gd name="T88" fmla="*/ 55 w 197"/>
              <a:gd name="T89" fmla="*/ 167 h 188"/>
              <a:gd name="T90" fmla="*/ 49 w 197"/>
              <a:gd name="T91" fmla="*/ 173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7" h="188">
                <a:moveTo>
                  <a:pt x="189" y="60"/>
                </a:moveTo>
                <a:cubicBezTo>
                  <a:pt x="138" y="9"/>
                  <a:pt x="138" y="9"/>
                  <a:pt x="138" y="9"/>
                </a:cubicBezTo>
                <a:cubicBezTo>
                  <a:pt x="146" y="0"/>
                  <a:pt x="146" y="0"/>
                  <a:pt x="146" y="0"/>
                </a:cubicBezTo>
                <a:cubicBezTo>
                  <a:pt x="197" y="51"/>
                  <a:pt x="197" y="51"/>
                  <a:pt x="197" y="51"/>
                </a:cubicBezTo>
                <a:lnTo>
                  <a:pt x="189" y="60"/>
                </a:lnTo>
                <a:close/>
                <a:moveTo>
                  <a:pt x="166" y="43"/>
                </a:moveTo>
                <a:cubicBezTo>
                  <a:pt x="143" y="65"/>
                  <a:pt x="143" y="65"/>
                  <a:pt x="143" y="65"/>
                </a:cubicBezTo>
                <a:cubicBezTo>
                  <a:pt x="132" y="54"/>
                  <a:pt x="132" y="54"/>
                  <a:pt x="132" y="54"/>
                </a:cubicBezTo>
                <a:cubicBezTo>
                  <a:pt x="155" y="31"/>
                  <a:pt x="155" y="31"/>
                  <a:pt x="155" y="31"/>
                </a:cubicBezTo>
                <a:lnTo>
                  <a:pt x="166" y="43"/>
                </a:lnTo>
                <a:close/>
                <a:moveTo>
                  <a:pt x="143" y="101"/>
                </a:moveTo>
                <a:cubicBezTo>
                  <a:pt x="84" y="161"/>
                  <a:pt x="84" y="161"/>
                  <a:pt x="84" y="161"/>
                </a:cubicBezTo>
                <a:cubicBezTo>
                  <a:pt x="76" y="168"/>
                  <a:pt x="64" y="168"/>
                  <a:pt x="56" y="161"/>
                </a:cubicBezTo>
                <a:cubicBezTo>
                  <a:pt x="33" y="138"/>
                  <a:pt x="33" y="138"/>
                  <a:pt x="33" y="138"/>
                </a:cubicBezTo>
                <a:cubicBezTo>
                  <a:pt x="25" y="130"/>
                  <a:pt x="25" y="118"/>
                  <a:pt x="33" y="110"/>
                </a:cubicBezTo>
                <a:cubicBezTo>
                  <a:pt x="93" y="50"/>
                  <a:pt x="93" y="50"/>
                  <a:pt x="93" y="50"/>
                </a:cubicBezTo>
                <a:cubicBezTo>
                  <a:pt x="100" y="42"/>
                  <a:pt x="113" y="42"/>
                  <a:pt x="121" y="50"/>
                </a:cubicBezTo>
                <a:cubicBezTo>
                  <a:pt x="143" y="73"/>
                  <a:pt x="143" y="73"/>
                  <a:pt x="143" y="73"/>
                </a:cubicBezTo>
                <a:cubicBezTo>
                  <a:pt x="151" y="81"/>
                  <a:pt x="151" y="93"/>
                  <a:pt x="143" y="101"/>
                </a:cubicBezTo>
                <a:close/>
                <a:moveTo>
                  <a:pt x="132" y="73"/>
                </a:moveTo>
                <a:cubicBezTo>
                  <a:pt x="121" y="62"/>
                  <a:pt x="121" y="62"/>
                  <a:pt x="121" y="62"/>
                </a:cubicBezTo>
                <a:cubicBezTo>
                  <a:pt x="113" y="54"/>
                  <a:pt x="100" y="54"/>
                  <a:pt x="93" y="62"/>
                </a:cubicBezTo>
                <a:cubicBezTo>
                  <a:pt x="114" y="83"/>
                  <a:pt x="114" y="83"/>
                  <a:pt x="114" y="83"/>
                </a:cubicBezTo>
                <a:cubicBezTo>
                  <a:pt x="116" y="85"/>
                  <a:pt x="116" y="89"/>
                  <a:pt x="114" y="91"/>
                </a:cubicBezTo>
                <a:cubicBezTo>
                  <a:pt x="111" y="94"/>
                  <a:pt x="108" y="94"/>
                  <a:pt x="105" y="91"/>
                </a:cubicBezTo>
                <a:cubicBezTo>
                  <a:pt x="84" y="70"/>
                  <a:pt x="84" y="70"/>
                  <a:pt x="84" y="70"/>
                </a:cubicBezTo>
                <a:cubicBezTo>
                  <a:pt x="76" y="79"/>
                  <a:pt x="76" y="79"/>
                  <a:pt x="76" y="79"/>
                </a:cubicBezTo>
                <a:cubicBezTo>
                  <a:pt x="97" y="100"/>
                  <a:pt x="97" y="100"/>
                  <a:pt x="97" y="100"/>
                </a:cubicBezTo>
                <a:cubicBezTo>
                  <a:pt x="99" y="102"/>
                  <a:pt x="99" y="106"/>
                  <a:pt x="97" y="108"/>
                </a:cubicBezTo>
                <a:cubicBezTo>
                  <a:pt x="94" y="111"/>
                  <a:pt x="91" y="111"/>
                  <a:pt x="88" y="108"/>
                </a:cubicBezTo>
                <a:cubicBezTo>
                  <a:pt x="67" y="87"/>
                  <a:pt x="67" y="87"/>
                  <a:pt x="67" y="87"/>
                </a:cubicBezTo>
                <a:cubicBezTo>
                  <a:pt x="57" y="97"/>
                  <a:pt x="57" y="97"/>
                  <a:pt x="57" y="97"/>
                </a:cubicBezTo>
                <a:cubicBezTo>
                  <a:pt x="68" y="107"/>
                  <a:pt x="86" y="122"/>
                  <a:pt x="99" y="134"/>
                </a:cubicBezTo>
                <a:cubicBezTo>
                  <a:pt x="132" y="101"/>
                  <a:pt x="132" y="101"/>
                  <a:pt x="132" y="101"/>
                </a:cubicBezTo>
                <a:cubicBezTo>
                  <a:pt x="140" y="93"/>
                  <a:pt x="140" y="81"/>
                  <a:pt x="132" y="73"/>
                </a:cubicBezTo>
                <a:close/>
                <a:moveTo>
                  <a:pt x="49" y="173"/>
                </a:moveTo>
                <a:cubicBezTo>
                  <a:pt x="46" y="176"/>
                  <a:pt x="41" y="176"/>
                  <a:pt x="38" y="173"/>
                </a:cubicBezTo>
                <a:cubicBezTo>
                  <a:pt x="32" y="167"/>
                  <a:pt x="32" y="167"/>
                  <a:pt x="32" y="167"/>
                </a:cubicBezTo>
                <a:cubicBezTo>
                  <a:pt x="11" y="188"/>
                  <a:pt x="11" y="188"/>
                  <a:pt x="11" y="188"/>
                </a:cubicBezTo>
                <a:cubicBezTo>
                  <a:pt x="0" y="188"/>
                  <a:pt x="0" y="188"/>
                  <a:pt x="0" y="188"/>
                </a:cubicBezTo>
                <a:cubicBezTo>
                  <a:pt x="26" y="162"/>
                  <a:pt x="26" y="162"/>
                  <a:pt x="26" y="162"/>
                </a:cubicBezTo>
                <a:cubicBezTo>
                  <a:pt x="21" y="156"/>
                  <a:pt x="21" y="156"/>
                  <a:pt x="21" y="156"/>
                </a:cubicBezTo>
                <a:cubicBezTo>
                  <a:pt x="18" y="153"/>
                  <a:pt x="18" y="148"/>
                  <a:pt x="21" y="145"/>
                </a:cubicBezTo>
                <a:cubicBezTo>
                  <a:pt x="26" y="139"/>
                  <a:pt x="26" y="139"/>
                  <a:pt x="26" y="139"/>
                </a:cubicBezTo>
                <a:cubicBezTo>
                  <a:pt x="36" y="149"/>
                  <a:pt x="41" y="154"/>
                  <a:pt x="55" y="167"/>
                </a:cubicBezTo>
                <a:lnTo>
                  <a:pt x="49" y="173"/>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102"/>
          <p:cNvSpPr>
            <a:spLocks noEditPoints="1"/>
          </p:cNvSpPr>
          <p:nvPr/>
        </p:nvSpPr>
        <p:spPr bwMode="auto">
          <a:xfrm>
            <a:off x="7427913" y="633325"/>
            <a:ext cx="276225" cy="395288"/>
          </a:xfrm>
          <a:custGeom>
            <a:avLst/>
            <a:gdLst>
              <a:gd name="T0" fmla="*/ 104 w 140"/>
              <a:gd name="T1" fmla="*/ 24 h 200"/>
              <a:gd name="T2" fmla="*/ 92 w 140"/>
              <a:gd name="T3" fmla="*/ 20 h 200"/>
              <a:gd name="T4" fmla="*/ 48 w 140"/>
              <a:gd name="T5" fmla="*/ 20 h 200"/>
              <a:gd name="T6" fmla="*/ 36 w 140"/>
              <a:gd name="T7" fmla="*/ 24 h 200"/>
              <a:gd name="T8" fmla="*/ 0 w 140"/>
              <a:gd name="T9" fmla="*/ 44 h 200"/>
              <a:gd name="T10" fmla="*/ 24 w 140"/>
              <a:gd name="T11" fmla="*/ 200 h 200"/>
              <a:gd name="T12" fmla="*/ 140 w 140"/>
              <a:gd name="T13" fmla="*/ 180 h 200"/>
              <a:gd name="T14" fmla="*/ 116 w 140"/>
              <a:gd name="T15" fmla="*/ 24 h 200"/>
              <a:gd name="T16" fmla="*/ 81 w 140"/>
              <a:gd name="T17" fmla="*/ 23 h 200"/>
              <a:gd name="T18" fmla="*/ 58 w 140"/>
              <a:gd name="T19" fmla="*/ 23 h 200"/>
              <a:gd name="T20" fmla="*/ 128 w 140"/>
              <a:gd name="T21" fmla="*/ 168 h 200"/>
              <a:gd name="T22" fmla="*/ 32 w 140"/>
              <a:gd name="T23" fmla="*/ 188 h 200"/>
              <a:gd name="T24" fmla="*/ 12 w 140"/>
              <a:gd name="T25" fmla="*/ 52 h 200"/>
              <a:gd name="T26" fmla="*/ 32 w 140"/>
              <a:gd name="T27" fmla="*/ 32 h 200"/>
              <a:gd name="T28" fmla="*/ 46 w 140"/>
              <a:gd name="T29" fmla="*/ 48 h 200"/>
              <a:gd name="T30" fmla="*/ 108 w 140"/>
              <a:gd name="T31" fmla="*/ 34 h 200"/>
              <a:gd name="T32" fmla="*/ 108 w 140"/>
              <a:gd name="T33" fmla="*/ 32 h 200"/>
              <a:gd name="T34" fmla="*/ 128 w 140"/>
              <a:gd name="T35" fmla="*/ 168 h 200"/>
              <a:gd name="T36" fmla="*/ 30 w 140"/>
              <a:gd name="T37" fmla="*/ 124 h 200"/>
              <a:gd name="T38" fmla="*/ 30 w 140"/>
              <a:gd name="T39" fmla="*/ 136 h 200"/>
              <a:gd name="T40" fmla="*/ 116 w 140"/>
              <a:gd name="T41" fmla="*/ 130 h 200"/>
              <a:gd name="T42" fmla="*/ 110 w 140"/>
              <a:gd name="T43" fmla="*/ 64 h 200"/>
              <a:gd name="T44" fmla="*/ 24 w 140"/>
              <a:gd name="T45" fmla="*/ 70 h 200"/>
              <a:gd name="T46" fmla="*/ 110 w 140"/>
              <a:gd name="T47" fmla="*/ 76 h 200"/>
              <a:gd name="T48" fmla="*/ 110 w 140"/>
              <a:gd name="T49" fmla="*/ 64 h 200"/>
              <a:gd name="T50" fmla="*/ 30 w 140"/>
              <a:gd name="T51" fmla="*/ 104 h 200"/>
              <a:gd name="T52" fmla="*/ 30 w 140"/>
              <a:gd name="T53" fmla="*/ 116 h 200"/>
              <a:gd name="T54" fmla="*/ 116 w 140"/>
              <a:gd name="T55" fmla="*/ 110 h 200"/>
              <a:gd name="T56" fmla="*/ 110 w 140"/>
              <a:gd name="T57" fmla="*/ 84 h 200"/>
              <a:gd name="T58" fmla="*/ 24 w 140"/>
              <a:gd name="T59" fmla="*/ 90 h 200"/>
              <a:gd name="T60" fmla="*/ 110 w 140"/>
              <a:gd name="T61" fmla="*/ 96 h 200"/>
              <a:gd name="T62" fmla="*/ 110 w 140"/>
              <a:gd name="T63" fmla="*/ 84 h 200"/>
              <a:gd name="T64" fmla="*/ 40 w 140"/>
              <a:gd name="T65" fmla="*/ 173 h 200"/>
              <a:gd name="T66" fmla="*/ 24 w 140"/>
              <a:gd name="T67" fmla="*/ 169 h 200"/>
              <a:gd name="T68" fmla="*/ 63 w 140"/>
              <a:gd name="T69" fmla="*/ 16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0" h="200">
                <a:moveTo>
                  <a:pt x="116" y="24"/>
                </a:moveTo>
                <a:cubicBezTo>
                  <a:pt x="104" y="24"/>
                  <a:pt x="104" y="24"/>
                  <a:pt x="104" y="24"/>
                </a:cubicBezTo>
                <a:cubicBezTo>
                  <a:pt x="101" y="22"/>
                  <a:pt x="98" y="20"/>
                  <a:pt x="94" y="20"/>
                </a:cubicBezTo>
                <a:cubicBezTo>
                  <a:pt x="92" y="20"/>
                  <a:pt x="92" y="20"/>
                  <a:pt x="92" y="20"/>
                </a:cubicBezTo>
                <a:cubicBezTo>
                  <a:pt x="91" y="9"/>
                  <a:pt x="81" y="0"/>
                  <a:pt x="70" y="0"/>
                </a:cubicBezTo>
                <a:cubicBezTo>
                  <a:pt x="58" y="0"/>
                  <a:pt x="49" y="9"/>
                  <a:pt x="48" y="20"/>
                </a:cubicBezTo>
                <a:cubicBezTo>
                  <a:pt x="46" y="20"/>
                  <a:pt x="46" y="20"/>
                  <a:pt x="46" y="20"/>
                </a:cubicBezTo>
                <a:cubicBezTo>
                  <a:pt x="42" y="20"/>
                  <a:pt x="39" y="22"/>
                  <a:pt x="36" y="24"/>
                </a:cubicBezTo>
                <a:cubicBezTo>
                  <a:pt x="24" y="24"/>
                  <a:pt x="24" y="24"/>
                  <a:pt x="24" y="24"/>
                </a:cubicBezTo>
                <a:cubicBezTo>
                  <a:pt x="13" y="24"/>
                  <a:pt x="0" y="33"/>
                  <a:pt x="0" y="44"/>
                </a:cubicBezTo>
                <a:cubicBezTo>
                  <a:pt x="0" y="180"/>
                  <a:pt x="0" y="180"/>
                  <a:pt x="0" y="180"/>
                </a:cubicBezTo>
                <a:cubicBezTo>
                  <a:pt x="0" y="191"/>
                  <a:pt x="13" y="200"/>
                  <a:pt x="24" y="200"/>
                </a:cubicBezTo>
                <a:cubicBezTo>
                  <a:pt x="116" y="200"/>
                  <a:pt x="116" y="200"/>
                  <a:pt x="116" y="200"/>
                </a:cubicBezTo>
                <a:cubicBezTo>
                  <a:pt x="127" y="200"/>
                  <a:pt x="140" y="191"/>
                  <a:pt x="140" y="180"/>
                </a:cubicBezTo>
                <a:cubicBezTo>
                  <a:pt x="140" y="44"/>
                  <a:pt x="140" y="44"/>
                  <a:pt x="140" y="44"/>
                </a:cubicBezTo>
                <a:cubicBezTo>
                  <a:pt x="140" y="33"/>
                  <a:pt x="127" y="24"/>
                  <a:pt x="116" y="24"/>
                </a:cubicBezTo>
                <a:close/>
                <a:moveTo>
                  <a:pt x="70" y="11"/>
                </a:moveTo>
                <a:cubicBezTo>
                  <a:pt x="76" y="11"/>
                  <a:pt x="81" y="16"/>
                  <a:pt x="81" y="23"/>
                </a:cubicBezTo>
                <a:cubicBezTo>
                  <a:pt x="81" y="29"/>
                  <a:pt x="76" y="34"/>
                  <a:pt x="70" y="34"/>
                </a:cubicBezTo>
                <a:cubicBezTo>
                  <a:pt x="63" y="34"/>
                  <a:pt x="58" y="29"/>
                  <a:pt x="58" y="23"/>
                </a:cubicBezTo>
                <a:cubicBezTo>
                  <a:pt x="58" y="16"/>
                  <a:pt x="63" y="11"/>
                  <a:pt x="70" y="11"/>
                </a:cubicBezTo>
                <a:close/>
                <a:moveTo>
                  <a:pt x="128" y="168"/>
                </a:moveTo>
                <a:cubicBezTo>
                  <a:pt x="128" y="179"/>
                  <a:pt x="119" y="188"/>
                  <a:pt x="108" y="188"/>
                </a:cubicBezTo>
                <a:cubicBezTo>
                  <a:pt x="32" y="188"/>
                  <a:pt x="32" y="188"/>
                  <a:pt x="32" y="188"/>
                </a:cubicBezTo>
                <a:cubicBezTo>
                  <a:pt x="21" y="188"/>
                  <a:pt x="12" y="179"/>
                  <a:pt x="12" y="168"/>
                </a:cubicBezTo>
                <a:cubicBezTo>
                  <a:pt x="12" y="52"/>
                  <a:pt x="12" y="52"/>
                  <a:pt x="12" y="52"/>
                </a:cubicBezTo>
                <a:cubicBezTo>
                  <a:pt x="12" y="41"/>
                  <a:pt x="21" y="32"/>
                  <a:pt x="32" y="32"/>
                </a:cubicBezTo>
                <a:cubicBezTo>
                  <a:pt x="32" y="32"/>
                  <a:pt x="32" y="32"/>
                  <a:pt x="32" y="32"/>
                </a:cubicBezTo>
                <a:cubicBezTo>
                  <a:pt x="32" y="33"/>
                  <a:pt x="32" y="34"/>
                  <a:pt x="32" y="34"/>
                </a:cubicBezTo>
                <a:cubicBezTo>
                  <a:pt x="32" y="42"/>
                  <a:pt x="38" y="48"/>
                  <a:pt x="46" y="48"/>
                </a:cubicBezTo>
                <a:cubicBezTo>
                  <a:pt x="94" y="48"/>
                  <a:pt x="94" y="48"/>
                  <a:pt x="94" y="48"/>
                </a:cubicBezTo>
                <a:cubicBezTo>
                  <a:pt x="102" y="48"/>
                  <a:pt x="108" y="42"/>
                  <a:pt x="108" y="34"/>
                </a:cubicBezTo>
                <a:cubicBezTo>
                  <a:pt x="108" y="34"/>
                  <a:pt x="108" y="33"/>
                  <a:pt x="108" y="32"/>
                </a:cubicBezTo>
                <a:cubicBezTo>
                  <a:pt x="108" y="32"/>
                  <a:pt x="108" y="32"/>
                  <a:pt x="108" y="32"/>
                </a:cubicBezTo>
                <a:cubicBezTo>
                  <a:pt x="119" y="32"/>
                  <a:pt x="128" y="41"/>
                  <a:pt x="128" y="52"/>
                </a:cubicBezTo>
                <a:lnTo>
                  <a:pt x="128" y="168"/>
                </a:lnTo>
                <a:close/>
                <a:moveTo>
                  <a:pt x="110" y="124"/>
                </a:moveTo>
                <a:cubicBezTo>
                  <a:pt x="30" y="124"/>
                  <a:pt x="30" y="124"/>
                  <a:pt x="30" y="124"/>
                </a:cubicBezTo>
                <a:cubicBezTo>
                  <a:pt x="27" y="124"/>
                  <a:pt x="24" y="127"/>
                  <a:pt x="24" y="130"/>
                </a:cubicBezTo>
                <a:cubicBezTo>
                  <a:pt x="24" y="134"/>
                  <a:pt x="27" y="136"/>
                  <a:pt x="30" y="136"/>
                </a:cubicBezTo>
                <a:cubicBezTo>
                  <a:pt x="110" y="136"/>
                  <a:pt x="110" y="136"/>
                  <a:pt x="110" y="136"/>
                </a:cubicBezTo>
                <a:cubicBezTo>
                  <a:pt x="113" y="136"/>
                  <a:pt x="116" y="134"/>
                  <a:pt x="116" y="130"/>
                </a:cubicBezTo>
                <a:cubicBezTo>
                  <a:pt x="116" y="127"/>
                  <a:pt x="113" y="124"/>
                  <a:pt x="110" y="124"/>
                </a:cubicBezTo>
                <a:close/>
                <a:moveTo>
                  <a:pt x="110" y="64"/>
                </a:moveTo>
                <a:cubicBezTo>
                  <a:pt x="30" y="64"/>
                  <a:pt x="30" y="64"/>
                  <a:pt x="30" y="64"/>
                </a:cubicBezTo>
                <a:cubicBezTo>
                  <a:pt x="27" y="64"/>
                  <a:pt x="24" y="67"/>
                  <a:pt x="24" y="70"/>
                </a:cubicBezTo>
                <a:cubicBezTo>
                  <a:pt x="24" y="74"/>
                  <a:pt x="27" y="76"/>
                  <a:pt x="30" y="76"/>
                </a:cubicBezTo>
                <a:cubicBezTo>
                  <a:pt x="110" y="76"/>
                  <a:pt x="110" y="76"/>
                  <a:pt x="110" y="76"/>
                </a:cubicBezTo>
                <a:cubicBezTo>
                  <a:pt x="113" y="76"/>
                  <a:pt x="116" y="74"/>
                  <a:pt x="116" y="70"/>
                </a:cubicBezTo>
                <a:cubicBezTo>
                  <a:pt x="116" y="67"/>
                  <a:pt x="113" y="64"/>
                  <a:pt x="110" y="64"/>
                </a:cubicBezTo>
                <a:close/>
                <a:moveTo>
                  <a:pt x="110" y="104"/>
                </a:moveTo>
                <a:cubicBezTo>
                  <a:pt x="30" y="104"/>
                  <a:pt x="30" y="104"/>
                  <a:pt x="30" y="104"/>
                </a:cubicBezTo>
                <a:cubicBezTo>
                  <a:pt x="27" y="104"/>
                  <a:pt x="24" y="107"/>
                  <a:pt x="24" y="110"/>
                </a:cubicBezTo>
                <a:cubicBezTo>
                  <a:pt x="24" y="114"/>
                  <a:pt x="27" y="116"/>
                  <a:pt x="30" y="116"/>
                </a:cubicBezTo>
                <a:cubicBezTo>
                  <a:pt x="110" y="116"/>
                  <a:pt x="110" y="116"/>
                  <a:pt x="110" y="116"/>
                </a:cubicBezTo>
                <a:cubicBezTo>
                  <a:pt x="113" y="116"/>
                  <a:pt x="116" y="114"/>
                  <a:pt x="116" y="110"/>
                </a:cubicBezTo>
                <a:cubicBezTo>
                  <a:pt x="116" y="107"/>
                  <a:pt x="113" y="104"/>
                  <a:pt x="110" y="104"/>
                </a:cubicBezTo>
                <a:close/>
                <a:moveTo>
                  <a:pt x="110" y="84"/>
                </a:moveTo>
                <a:cubicBezTo>
                  <a:pt x="30" y="84"/>
                  <a:pt x="30" y="84"/>
                  <a:pt x="30" y="84"/>
                </a:cubicBezTo>
                <a:cubicBezTo>
                  <a:pt x="27" y="84"/>
                  <a:pt x="24" y="87"/>
                  <a:pt x="24" y="90"/>
                </a:cubicBezTo>
                <a:cubicBezTo>
                  <a:pt x="24" y="94"/>
                  <a:pt x="27" y="96"/>
                  <a:pt x="30" y="96"/>
                </a:cubicBezTo>
                <a:cubicBezTo>
                  <a:pt x="110" y="96"/>
                  <a:pt x="110" y="96"/>
                  <a:pt x="110" y="96"/>
                </a:cubicBezTo>
                <a:cubicBezTo>
                  <a:pt x="113" y="96"/>
                  <a:pt x="116" y="94"/>
                  <a:pt x="116" y="90"/>
                </a:cubicBezTo>
                <a:cubicBezTo>
                  <a:pt x="116" y="87"/>
                  <a:pt x="113" y="84"/>
                  <a:pt x="110" y="84"/>
                </a:cubicBezTo>
                <a:close/>
                <a:moveTo>
                  <a:pt x="62" y="145"/>
                </a:moveTo>
                <a:cubicBezTo>
                  <a:pt x="48" y="152"/>
                  <a:pt x="40" y="173"/>
                  <a:pt x="40" y="173"/>
                </a:cubicBezTo>
                <a:cubicBezTo>
                  <a:pt x="35" y="163"/>
                  <a:pt x="35" y="163"/>
                  <a:pt x="35" y="163"/>
                </a:cubicBezTo>
                <a:cubicBezTo>
                  <a:pt x="24" y="169"/>
                  <a:pt x="24" y="169"/>
                  <a:pt x="24" y="169"/>
                </a:cubicBezTo>
                <a:cubicBezTo>
                  <a:pt x="28" y="171"/>
                  <a:pt x="35" y="176"/>
                  <a:pt x="41" y="183"/>
                </a:cubicBezTo>
                <a:cubicBezTo>
                  <a:pt x="45" y="176"/>
                  <a:pt x="57" y="161"/>
                  <a:pt x="63" y="160"/>
                </a:cubicBezTo>
                <a:cubicBezTo>
                  <a:pt x="60" y="154"/>
                  <a:pt x="62" y="150"/>
                  <a:pt x="62" y="145"/>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103"/>
          <p:cNvSpPr>
            <a:spLocks noEditPoints="1"/>
          </p:cNvSpPr>
          <p:nvPr/>
        </p:nvSpPr>
        <p:spPr bwMode="auto">
          <a:xfrm>
            <a:off x="4456113" y="1119100"/>
            <a:ext cx="395288" cy="396875"/>
          </a:xfrm>
          <a:custGeom>
            <a:avLst/>
            <a:gdLst>
              <a:gd name="T0" fmla="*/ 160 w 200"/>
              <a:gd name="T1" fmla="*/ 200 h 200"/>
              <a:gd name="T2" fmla="*/ 40 w 200"/>
              <a:gd name="T3" fmla="*/ 200 h 200"/>
              <a:gd name="T4" fmla="*/ 0 w 200"/>
              <a:gd name="T5" fmla="*/ 160 h 200"/>
              <a:gd name="T6" fmla="*/ 0 w 200"/>
              <a:gd name="T7" fmla="*/ 40 h 200"/>
              <a:gd name="T8" fmla="*/ 40 w 200"/>
              <a:gd name="T9" fmla="*/ 0 h 200"/>
              <a:gd name="T10" fmla="*/ 160 w 200"/>
              <a:gd name="T11" fmla="*/ 0 h 200"/>
              <a:gd name="T12" fmla="*/ 200 w 200"/>
              <a:gd name="T13" fmla="*/ 40 h 200"/>
              <a:gd name="T14" fmla="*/ 200 w 200"/>
              <a:gd name="T15" fmla="*/ 160 h 200"/>
              <a:gd name="T16" fmla="*/ 160 w 200"/>
              <a:gd name="T17" fmla="*/ 200 h 200"/>
              <a:gd name="T18" fmla="*/ 160 w 200"/>
              <a:gd name="T19" fmla="*/ 40 h 200"/>
              <a:gd name="T20" fmla="*/ 120 w 200"/>
              <a:gd name="T21" fmla="*/ 40 h 200"/>
              <a:gd name="T22" fmla="*/ 120 w 200"/>
              <a:gd name="T23" fmla="*/ 88 h 200"/>
              <a:gd name="T24" fmla="*/ 80 w 200"/>
              <a:gd name="T25" fmla="*/ 88 h 200"/>
              <a:gd name="T26" fmla="*/ 80 w 200"/>
              <a:gd name="T27" fmla="*/ 40 h 200"/>
              <a:gd name="T28" fmla="*/ 40 w 200"/>
              <a:gd name="T29" fmla="*/ 40 h 200"/>
              <a:gd name="T30" fmla="*/ 40 w 200"/>
              <a:gd name="T31" fmla="*/ 160 h 200"/>
              <a:gd name="T32" fmla="*/ 80 w 200"/>
              <a:gd name="T33" fmla="*/ 160 h 200"/>
              <a:gd name="T34" fmla="*/ 80 w 200"/>
              <a:gd name="T35" fmla="*/ 112 h 200"/>
              <a:gd name="T36" fmla="*/ 120 w 200"/>
              <a:gd name="T37" fmla="*/ 112 h 200"/>
              <a:gd name="T38" fmla="*/ 120 w 200"/>
              <a:gd name="T39" fmla="*/ 160 h 200"/>
              <a:gd name="T40" fmla="*/ 160 w 200"/>
              <a:gd name="T41" fmla="*/ 160 h 200"/>
              <a:gd name="T42" fmla="*/ 160 w 200"/>
              <a:gd name="T43" fmla="*/ 4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0" h="200">
                <a:moveTo>
                  <a:pt x="160" y="200"/>
                </a:moveTo>
                <a:cubicBezTo>
                  <a:pt x="40" y="200"/>
                  <a:pt x="40" y="200"/>
                  <a:pt x="40" y="200"/>
                </a:cubicBezTo>
                <a:cubicBezTo>
                  <a:pt x="17" y="200"/>
                  <a:pt x="0" y="182"/>
                  <a:pt x="0" y="160"/>
                </a:cubicBezTo>
                <a:cubicBezTo>
                  <a:pt x="0" y="40"/>
                  <a:pt x="0" y="40"/>
                  <a:pt x="0" y="40"/>
                </a:cubicBezTo>
                <a:cubicBezTo>
                  <a:pt x="0" y="18"/>
                  <a:pt x="17" y="0"/>
                  <a:pt x="40" y="0"/>
                </a:cubicBezTo>
                <a:cubicBezTo>
                  <a:pt x="160" y="0"/>
                  <a:pt x="160" y="0"/>
                  <a:pt x="160" y="0"/>
                </a:cubicBezTo>
                <a:cubicBezTo>
                  <a:pt x="182" y="0"/>
                  <a:pt x="200" y="18"/>
                  <a:pt x="200" y="40"/>
                </a:cubicBezTo>
                <a:cubicBezTo>
                  <a:pt x="200" y="160"/>
                  <a:pt x="200" y="160"/>
                  <a:pt x="200" y="160"/>
                </a:cubicBezTo>
                <a:cubicBezTo>
                  <a:pt x="200" y="182"/>
                  <a:pt x="182" y="200"/>
                  <a:pt x="160" y="200"/>
                </a:cubicBezTo>
                <a:close/>
                <a:moveTo>
                  <a:pt x="160" y="40"/>
                </a:moveTo>
                <a:cubicBezTo>
                  <a:pt x="120" y="40"/>
                  <a:pt x="120" y="40"/>
                  <a:pt x="120" y="40"/>
                </a:cubicBezTo>
                <a:cubicBezTo>
                  <a:pt x="120" y="88"/>
                  <a:pt x="120" y="88"/>
                  <a:pt x="120" y="88"/>
                </a:cubicBezTo>
                <a:cubicBezTo>
                  <a:pt x="80" y="88"/>
                  <a:pt x="80" y="88"/>
                  <a:pt x="80" y="88"/>
                </a:cubicBezTo>
                <a:cubicBezTo>
                  <a:pt x="80" y="40"/>
                  <a:pt x="80" y="40"/>
                  <a:pt x="80" y="40"/>
                </a:cubicBezTo>
                <a:cubicBezTo>
                  <a:pt x="40" y="40"/>
                  <a:pt x="40" y="40"/>
                  <a:pt x="40" y="40"/>
                </a:cubicBezTo>
                <a:cubicBezTo>
                  <a:pt x="40" y="160"/>
                  <a:pt x="40" y="160"/>
                  <a:pt x="40" y="160"/>
                </a:cubicBezTo>
                <a:cubicBezTo>
                  <a:pt x="80" y="160"/>
                  <a:pt x="80" y="160"/>
                  <a:pt x="80" y="160"/>
                </a:cubicBezTo>
                <a:cubicBezTo>
                  <a:pt x="80" y="112"/>
                  <a:pt x="80" y="112"/>
                  <a:pt x="80" y="112"/>
                </a:cubicBezTo>
                <a:cubicBezTo>
                  <a:pt x="120" y="112"/>
                  <a:pt x="120" y="112"/>
                  <a:pt x="120" y="112"/>
                </a:cubicBezTo>
                <a:cubicBezTo>
                  <a:pt x="120" y="160"/>
                  <a:pt x="120" y="160"/>
                  <a:pt x="120" y="160"/>
                </a:cubicBezTo>
                <a:cubicBezTo>
                  <a:pt x="160" y="160"/>
                  <a:pt x="160" y="160"/>
                  <a:pt x="160" y="160"/>
                </a:cubicBezTo>
                <a:lnTo>
                  <a:pt x="160" y="40"/>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104"/>
          <p:cNvSpPr>
            <a:spLocks noEditPoints="1"/>
          </p:cNvSpPr>
          <p:nvPr/>
        </p:nvSpPr>
        <p:spPr bwMode="auto">
          <a:xfrm>
            <a:off x="4999038" y="1119100"/>
            <a:ext cx="342900" cy="396875"/>
          </a:xfrm>
          <a:custGeom>
            <a:avLst/>
            <a:gdLst>
              <a:gd name="T0" fmla="*/ 61 w 173"/>
              <a:gd name="T1" fmla="*/ 96 h 200"/>
              <a:gd name="T2" fmla="*/ 53 w 173"/>
              <a:gd name="T3" fmla="*/ 96 h 200"/>
              <a:gd name="T4" fmla="*/ 53 w 173"/>
              <a:gd name="T5" fmla="*/ 112 h 200"/>
              <a:gd name="T6" fmla="*/ 36 w 173"/>
              <a:gd name="T7" fmla="*/ 112 h 200"/>
              <a:gd name="T8" fmla="*/ 36 w 173"/>
              <a:gd name="T9" fmla="*/ 120 h 200"/>
              <a:gd name="T10" fmla="*/ 53 w 173"/>
              <a:gd name="T11" fmla="*/ 120 h 200"/>
              <a:gd name="T12" fmla="*/ 53 w 173"/>
              <a:gd name="T13" fmla="*/ 136 h 200"/>
              <a:gd name="T14" fmla="*/ 61 w 173"/>
              <a:gd name="T15" fmla="*/ 136 h 200"/>
              <a:gd name="T16" fmla="*/ 61 w 173"/>
              <a:gd name="T17" fmla="*/ 120 h 200"/>
              <a:gd name="T18" fmla="*/ 77 w 173"/>
              <a:gd name="T19" fmla="*/ 120 h 200"/>
              <a:gd name="T20" fmla="*/ 77 w 173"/>
              <a:gd name="T21" fmla="*/ 112 h 200"/>
              <a:gd name="T22" fmla="*/ 61 w 173"/>
              <a:gd name="T23" fmla="*/ 112 h 200"/>
              <a:gd name="T24" fmla="*/ 61 w 173"/>
              <a:gd name="T25" fmla="*/ 96 h 200"/>
              <a:gd name="T26" fmla="*/ 41 w 173"/>
              <a:gd name="T27" fmla="*/ 32 h 200"/>
              <a:gd name="T28" fmla="*/ 73 w 173"/>
              <a:gd name="T29" fmla="*/ 32 h 200"/>
              <a:gd name="T30" fmla="*/ 89 w 173"/>
              <a:gd name="T31" fmla="*/ 16 h 200"/>
              <a:gd name="T32" fmla="*/ 73 w 173"/>
              <a:gd name="T33" fmla="*/ 0 h 200"/>
              <a:gd name="T34" fmla="*/ 41 w 173"/>
              <a:gd name="T35" fmla="*/ 0 h 200"/>
              <a:gd name="T36" fmla="*/ 25 w 173"/>
              <a:gd name="T37" fmla="*/ 16 h 200"/>
              <a:gd name="T38" fmla="*/ 41 w 173"/>
              <a:gd name="T39" fmla="*/ 32 h 200"/>
              <a:gd name="T40" fmla="*/ 85 w 173"/>
              <a:gd name="T41" fmla="*/ 39 h 200"/>
              <a:gd name="T42" fmla="*/ 27 w 173"/>
              <a:gd name="T43" fmla="*/ 39 h 200"/>
              <a:gd name="T44" fmla="*/ 0 w 173"/>
              <a:gd name="T45" fmla="*/ 165 h 200"/>
              <a:gd name="T46" fmla="*/ 1 w 173"/>
              <a:gd name="T47" fmla="*/ 165 h 200"/>
              <a:gd name="T48" fmla="*/ 1 w 173"/>
              <a:gd name="T49" fmla="*/ 180 h 200"/>
              <a:gd name="T50" fmla="*/ 21 w 173"/>
              <a:gd name="T51" fmla="*/ 200 h 200"/>
              <a:gd name="T52" fmla="*/ 93 w 173"/>
              <a:gd name="T53" fmla="*/ 200 h 200"/>
              <a:gd name="T54" fmla="*/ 113 w 173"/>
              <a:gd name="T55" fmla="*/ 180 h 200"/>
              <a:gd name="T56" fmla="*/ 113 w 173"/>
              <a:gd name="T57" fmla="*/ 160 h 200"/>
              <a:gd name="T58" fmla="*/ 112 w 173"/>
              <a:gd name="T59" fmla="*/ 155 h 200"/>
              <a:gd name="T60" fmla="*/ 85 w 173"/>
              <a:gd name="T61" fmla="*/ 39 h 200"/>
              <a:gd name="T62" fmla="*/ 56 w 173"/>
              <a:gd name="T63" fmla="*/ 147 h 200"/>
              <a:gd name="T64" fmla="*/ 24 w 173"/>
              <a:gd name="T65" fmla="*/ 115 h 200"/>
              <a:gd name="T66" fmla="*/ 56 w 173"/>
              <a:gd name="T67" fmla="*/ 83 h 200"/>
              <a:gd name="T68" fmla="*/ 88 w 173"/>
              <a:gd name="T69" fmla="*/ 115 h 200"/>
              <a:gd name="T70" fmla="*/ 56 w 173"/>
              <a:gd name="T71" fmla="*/ 147 h 200"/>
              <a:gd name="T72" fmla="*/ 145 w 173"/>
              <a:gd name="T73" fmla="*/ 23 h 200"/>
              <a:gd name="T74" fmla="*/ 116 w 173"/>
              <a:gd name="T75" fmla="*/ 70 h 200"/>
              <a:gd name="T76" fmla="*/ 133 w 173"/>
              <a:gd name="T77" fmla="*/ 112 h 200"/>
              <a:gd name="T78" fmla="*/ 132 w 173"/>
              <a:gd name="T79" fmla="*/ 175 h 200"/>
              <a:gd name="T80" fmla="*/ 144 w 173"/>
              <a:gd name="T81" fmla="*/ 185 h 200"/>
              <a:gd name="T82" fmla="*/ 157 w 173"/>
              <a:gd name="T83" fmla="*/ 175 h 200"/>
              <a:gd name="T84" fmla="*/ 157 w 173"/>
              <a:gd name="T85" fmla="*/ 111 h 200"/>
              <a:gd name="T86" fmla="*/ 173 w 173"/>
              <a:gd name="T87" fmla="*/ 70 h 200"/>
              <a:gd name="T88" fmla="*/ 145 w 173"/>
              <a:gd name="T89" fmla="*/ 23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3" h="200">
                <a:moveTo>
                  <a:pt x="61" y="96"/>
                </a:moveTo>
                <a:cubicBezTo>
                  <a:pt x="53" y="96"/>
                  <a:pt x="53" y="96"/>
                  <a:pt x="53" y="96"/>
                </a:cubicBezTo>
                <a:cubicBezTo>
                  <a:pt x="53" y="112"/>
                  <a:pt x="53" y="112"/>
                  <a:pt x="53" y="112"/>
                </a:cubicBezTo>
                <a:cubicBezTo>
                  <a:pt x="36" y="112"/>
                  <a:pt x="36" y="112"/>
                  <a:pt x="36" y="112"/>
                </a:cubicBezTo>
                <a:cubicBezTo>
                  <a:pt x="36" y="120"/>
                  <a:pt x="36" y="120"/>
                  <a:pt x="36" y="120"/>
                </a:cubicBezTo>
                <a:cubicBezTo>
                  <a:pt x="53" y="120"/>
                  <a:pt x="53" y="120"/>
                  <a:pt x="53" y="120"/>
                </a:cubicBezTo>
                <a:cubicBezTo>
                  <a:pt x="53" y="136"/>
                  <a:pt x="53" y="136"/>
                  <a:pt x="53" y="136"/>
                </a:cubicBezTo>
                <a:cubicBezTo>
                  <a:pt x="61" y="136"/>
                  <a:pt x="61" y="136"/>
                  <a:pt x="61" y="136"/>
                </a:cubicBezTo>
                <a:cubicBezTo>
                  <a:pt x="61" y="120"/>
                  <a:pt x="61" y="120"/>
                  <a:pt x="61" y="120"/>
                </a:cubicBezTo>
                <a:cubicBezTo>
                  <a:pt x="77" y="120"/>
                  <a:pt x="77" y="120"/>
                  <a:pt x="77" y="120"/>
                </a:cubicBezTo>
                <a:cubicBezTo>
                  <a:pt x="77" y="112"/>
                  <a:pt x="77" y="112"/>
                  <a:pt x="77" y="112"/>
                </a:cubicBezTo>
                <a:cubicBezTo>
                  <a:pt x="61" y="112"/>
                  <a:pt x="61" y="112"/>
                  <a:pt x="61" y="112"/>
                </a:cubicBezTo>
                <a:lnTo>
                  <a:pt x="61" y="96"/>
                </a:lnTo>
                <a:close/>
                <a:moveTo>
                  <a:pt x="41" y="32"/>
                </a:moveTo>
                <a:cubicBezTo>
                  <a:pt x="73" y="32"/>
                  <a:pt x="73" y="32"/>
                  <a:pt x="73" y="32"/>
                </a:cubicBezTo>
                <a:cubicBezTo>
                  <a:pt x="81" y="32"/>
                  <a:pt x="89" y="25"/>
                  <a:pt x="89" y="16"/>
                </a:cubicBezTo>
                <a:cubicBezTo>
                  <a:pt x="89" y="7"/>
                  <a:pt x="81" y="0"/>
                  <a:pt x="73" y="0"/>
                </a:cubicBezTo>
                <a:cubicBezTo>
                  <a:pt x="41" y="0"/>
                  <a:pt x="41" y="0"/>
                  <a:pt x="41" y="0"/>
                </a:cubicBezTo>
                <a:cubicBezTo>
                  <a:pt x="32" y="0"/>
                  <a:pt x="25" y="7"/>
                  <a:pt x="25" y="16"/>
                </a:cubicBezTo>
                <a:cubicBezTo>
                  <a:pt x="25" y="25"/>
                  <a:pt x="32" y="32"/>
                  <a:pt x="41" y="32"/>
                </a:cubicBezTo>
                <a:close/>
                <a:moveTo>
                  <a:pt x="85" y="39"/>
                </a:moveTo>
                <a:cubicBezTo>
                  <a:pt x="27" y="39"/>
                  <a:pt x="27" y="39"/>
                  <a:pt x="27" y="39"/>
                </a:cubicBezTo>
                <a:cubicBezTo>
                  <a:pt x="27" y="39"/>
                  <a:pt x="0" y="63"/>
                  <a:pt x="0" y="165"/>
                </a:cubicBezTo>
                <a:cubicBezTo>
                  <a:pt x="1" y="165"/>
                  <a:pt x="1" y="165"/>
                  <a:pt x="1" y="165"/>
                </a:cubicBezTo>
                <a:cubicBezTo>
                  <a:pt x="1" y="180"/>
                  <a:pt x="1" y="180"/>
                  <a:pt x="1" y="180"/>
                </a:cubicBezTo>
                <a:cubicBezTo>
                  <a:pt x="1" y="191"/>
                  <a:pt x="9" y="200"/>
                  <a:pt x="21" y="200"/>
                </a:cubicBezTo>
                <a:cubicBezTo>
                  <a:pt x="93" y="200"/>
                  <a:pt x="93" y="200"/>
                  <a:pt x="93" y="200"/>
                </a:cubicBezTo>
                <a:cubicBezTo>
                  <a:pt x="104" y="200"/>
                  <a:pt x="113" y="191"/>
                  <a:pt x="113" y="180"/>
                </a:cubicBezTo>
                <a:cubicBezTo>
                  <a:pt x="113" y="160"/>
                  <a:pt x="113" y="160"/>
                  <a:pt x="113" y="160"/>
                </a:cubicBezTo>
                <a:cubicBezTo>
                  <a:pt x="113" y="158"/>
                  <a:pt x="112" y="156"/>
                  <a:pt x="112" y="155"/>
                </a:cubicBezTo>
                <a:cubicBezTo>
                  <a:pt x="110" y="61"/>
                  <a:pt x="85" y="39"/>
                  <a:pt x="85" y="39"/>
                </a:cubicBezTo>
                <a:close/>
                <a:moveTo>
                  <a:pt x="56" y="147"/>
                </a:moveTo>
                <a:cubicBezTo>
                  <a:pt x="38" y="147"/>
                  <a:pt x="24" y="133"/>
                  <a:pt x="24" y="115"/>
                </a:cubicBezTo>
                <a:cubicBezTo>
                  <a:pt x="24" y="97"/>
                  <a:pt x="38" y="83"/>
                  <a:pt x="56" y="83"/>
                </a:cubicBezTo>
                <a:cubicBezTo>
                  <a:pt x="74" y="83"/>
                  <a:pt x="88" y="97"/>
                  <a:pt x="88" y="115"/>
                </a:cubicBezTo>
                <a:cubicBezTo>
                  <a:pt x="88" y="133"/>
                  <a:pt x="74" y="147"/>
                  <a:pt x="56" y="147"/>
                </a:cubicBezTo>
                <a:close/>
                <a:moveTo>
                  <a:pt x="145" y="23"/>
                </a:moveTo>
                <a:cubicBezTo>
                  <a:pt x="130" y="23"/>
                  <a:pt x="116" y="45"/>
                  <a:pt x="116" y="70"/>
                </a:cubicBezTo>
                <a:cubicBezTo>
                  <a:pt x="116" y="89"/>
                  <a:pt x="124" y="104"/>
                  <a:pt x="133" y="112"/>
                </a:cubicBezTo>
                <a:cubicBezTo>
                  <a:pt x="132" y="175"/>
                  <a:pt x="132" y="175"/>
                  <a:pt x="132" y="175"/>
                </a:cubicBezTo>
                <a:cubicBezTo>
                  <a:pt x="132" y="181"/>
                  <a:pt x="138" y="185"/>
                  <a:pt x="144" y="185"/>
                </a:cubicBezTo>
                <a:cubicBezTo>
                  <a:pt x="150" y="185"/>
                  <a:pt x="157" y="181"/>
                  <a:pt x="157" y="175"/>
                </a:cubicBezTo>
                <a:cubicBezTo>
                  <a:pt x="157" y="111"/>
                  <a:pt x="157" y="111"/>
                  <a:pt x="157" y="111"/>
                </a:cubicBezTo>
                <a:cubicBezTo>
                  <a:pt x="165" y="103"/>
                  <a:pt x="173" y="87"/>
                  <a:pt x="173" y="70"/>
                </a:cubicBezTo>
                <a:cubicBezTo>
                  <a:pt x="173" y="45"/>
                  <a:pt x="160" y="23"/>
                  <a:pt x="145" y="23"/>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105"/>
          <p:cNvSpPr>
            <a:spLocks/>
          </p:cNvSpPr>
          <p:nvPr/>
        </p:nvSpPr>
        <p:spPr bwMode="auto">
          <a:xfrm>
            <a:off x="5457825" y="1119100"/>
            <a:ext cx="384175" cy="390525"/>
          </a:xfrm>
          <a:custGeom>
            <a:avLst/>
            <a:gdLst>
              <a:gd name="T0" fmla="*/ 95 w 194"/>
              <a:gd name="T1" fmla="*/ 95 h 197"/>
              <a:gd name="T2" fmla="*/ 99 w 194"/>
              <a:gd name="T3" fmla="*/ 88 h 197"/>
              <a:gd name="T4" fmla="*/ 69 w 194"/>
              <a:gd name="T5" fmla="*/ 71 h 197"/>
              <a:gd name="T6" fmla="*/ 66 w 194"/>
              <a:gd name="T7" fmla="*/ 78 h 197"/>
              <a:gd name="T8" fmla="*/ 53 w 194"/>
              <a:gd name="T9" fmla="*/ 70 h 197"/>
              <a:gd name="T10" fmla="*/ 46 w 194"/>
              <a:gd name="T11" fmla="*/ 97 h 197"/>
              <a:gd name="T12" fmla="*/ 98 w 194"/>
              <a:gd name="T13" fmla="*/ 149 h 197"/>
              <a:gd name="T14" fmla="*/ 139 w 194"/>
              <a:gd name="T15" fmla="*/ 129 h 197"/>
              <a:gd name="T16" fmla="*/ 126 w 194"/>
              <a:gd name="T17" fmla="*/ 129 h 197"/>
              <a:gd name="T18" fmla="*/ 106 w 194"/>
              <a:gd name="T19" fmla="*/ 109 h 197"/>
              <a:gd name="T20" fmla="*/ 194 w 194"/>
              <a:gd name="T21" fmla="*/ 109 h 197"/>
              <a:gd name="T22" fmla="*/ 174 w 194"/>
              <a:gd name="T23" fmla="*/ 129 h 197"/>
              <a:gd name="T24" fmla="*/ 161 w 194"/>
              <a:gd name="T25" fmla="*/ 129 h 197"/>
              <a:gd name="T26" fmla="*/ 114 w 194"/>
              <a:gd name="T27" fmla="*/ 166 h 197"/>
              <a:gd name="T28" fmla="*/ 114 w 194"/>
              <a:gd name="T29" fmla="*/ 181 h 197"/>
              <a:gd name="T30" fmla="*/ 129 w 194"/>
              <a:gd name="T31" fmla="*/ 181 h 197"/>
              <a:gd name="T32" fmla="*/ 138 w 194"/>
              <a:gd name="T33" fmla="*/ 197 h 197"/>
              <a:gd name="T34" fmla="*/ 58 w 194"/>
              <a:gd name="T35" fmla="*/ 197 h 197"/>
              <a:gd name="T36" fmla="*/ 66 w 194"/>
              <a:gd name="T37" fmla="*/ 181 h 197"/>
              <a:gd name="T38" fmla="*/ 82 w 194"/>
              <a:gd name="T39" fmla="*/ 181 h 197"/>
              <a:gd name="T40" fmla="*/ 82 w 194"/>
              <a:gd name="T41" fmla="*/ 166 h 197"/>
              <a:gd name="T42" fmla="*/ 27 w 194"/>
              <a:gd name="T43" fmla="*/ 97 h 197"/>
              <a:gd name="T44" fmla="*/ 37 w 194"/>
              <a:gd name="T45" fmla="*/ 61 h 197"/>
              <a:gd name="T46" fmla="*/ 32 w 194"/>
              <a:gd name="T47" fmla="*/ 58 h 197"/>
              <a:gd name="T48" fmla="*/ 36 w 194"/>
              <a:gd name="T49" fmla="*/ 51 h 197"/>
              <a:gd name="T50" fmla="*/ 22 w 194"/>
              <a:gd name="T51" fmla="*/ 43 h 197"/>
              <a:gd name="T52" fmla="*/ 22 w 194"/>
              <a:gd name="T53" fmla="*/ 43 h 197"/>
              <a:gd name="T54" fmla="*/ 0 w 194"/>
              <a:gd name="T55" fmla="*/ 40 h 197"/>
              <a:gd name="T56" fmla="*/ 24 w 194"/>
              <a:gd name="T57" fmla="*/ 0 h 197"/>
              <a:gd name="T58" fmla="*/ 38 w 194"/>
              <a:gd name="T59" fmla="*/ 16 h 197"/>
              <a:gd name="T60" fmla="*/ 38 w 194"/>
              <a:gd name="T61" fmla="*/ 16 h 197"/>
              <a:gd name="T62" fmla="*/ 52 w 194"/>
              <a:gd name="T63" fmla="*/ 24 h 197"/>
              <a:gd name="T64" fmla="*/ 55 w 194"/>
              <a:gd name="T65" fmla="*/ 18 h 197"/>
              <a:gd name="T66" fmla="*/ 89 w 194"/>
              <a:gd name="T67" fmla="*/ 37 h 197"/>
              <a:gd name="T68" fmla="*/ 85 w 194"/>
              <a:gd name="T69" fmla="*/ 44 h 197"/>
              <a:gd name="T70" fmla="*/ 115 w 194"/>
              <a:gd name="T71" fmla="*/ 61 h 197"/>
              <a:gd name="T72" fmla="*/ 118 w 194"/>
              <a:gd name="T73" fmla="*/ 54 h 197"/>
              <a:gd name="T74" fmla="*/ 136 w 194"/>
              <a:gd name="T75" fmla="*/ 64 h 197"/>
              <a:gd name="T76" fmla="*/ 113 w 194"/>
              <a:gd name="T77" fmla="*/ 105 h 197"/>
              <a:gd name="T78" fmla="*/ 95 w 194"/>
              <a:gd name="T79" fmla="*/ 95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4" h="197">
                <a:moveTo>
                  <a:pt x="95" y="95"/>
                </a:moveTo>
                <a:cubicBezTo>
                  <a:pt x="99" y="88"/>
                  <a:pt x="99" y="88"/>
                  <a:pt x="99" y="88"/>
                </a:cubicBezTo>
                <a:cubicBezTo>
                  <a:pt x="69" y="71"/>
                  <a:pt x="69" y="71"/>
                  <a:pt x="69" y="71"/>
                </a:cubicBezTo>
                <a:cubicBezTo>
                  <a:pt x="66" y="78"/>
                  <a:pt x="66" y="78"/>
                  <a:pt x="66" y="78"/>
                </a:cubicBezTo>
                <a:cubicBezTo>
                  <a:pt x="53" y="70"/>
                  <a:pt x="53" y="70"/>
                  <a:pt x="53" y="70"/>
                </a:cubicBezTo>
                <a:cubicBezTo>
                  <a:pt x="48" y="78"/>
                  <a:pt x="46" y="88"/>
                  <a:pt x="46" y="97"/>
                </a:cubicBezTo>
                <a:cubicBezTo>
                  <a:pt x="46" y="126"/>
                  <a:pt x="69" y="149"/>
                  <a:pt x="98" y="149"/>
                </a:cubicBezTo>
                <a:cubicBezTo>
                  <a:pt x="114" y="149"/>
                  <a:pt x="129" y="141"/>
                  <a:pt x="139" y="129"/>
                </a:cubicBezTo>
                <a:cubicBezTo>
                  <a:pt x="126" y="129"/>
                  <a:pt x="126" y="129"/>
                  <a:pt x="126" y="129"/>
                </a:cubicBezTo>
                <a:cubicBezTo>
                  <a:pt x="115" y="129"/>
                  <a:pt x="106" y="120"/>
                  <a:pt x="106" y="109"/>
                </a:cubicBezTo>
                <a:cubicBezTo>
                  <a:pt x="143" y="109"/>
                  <a:pt x="162" y="109"/>
                  <a:pt x="194" y="109"/>
                </a:cubicBezTo>
                <a:cubicBezTo>
                  <a:pt x="194" y="120"/>
                  <a:pt x="185" y="129"/>
                  <a:pt x="174" y="129"/>
                </a:cubicBezTo>
                <a:cubicBezTo>
                  <a:pt x="161" y="129"/>
                  <a:pt x="161" y="129"/>
                  <a:pt x="161" y="129"/>
                </a:cubicBezTo>
                <a:cubicBezTo>
                  <a:pt x="152" y="147"/>
                  <a:pt x="135" y="161"/>
                  <a:pt x="114" y="166"/>
                </a:cubicBezTo>
                <a:cubicBezTo>
                  <a:pt x="114" y="181"/>
                  <a:pt x="114" y="181"/>
                  <a:pt x="114" y="181"/>
                </a:cubicBezTo>
                <a:cubicBezTo>
                  <a:pt x="114" y="181"/>
                  <a:pt x="122" y="181"/>
                  <a:pt x="129" y="181"/>
                </a:cubicBezTo>
                <a:cubicBezTo>
                  <a:pt x="137" y="181"/>
                  <a:pt x="138" y="197"/>
                  <a:pt x="138" y="197"/>
                </a:cubicBezTo>
                <a:cubicBezTo>
                  <a:pt x="58" y="197"/>
                  <a:pt x="58" y="197"/>
                  <a:pt x="58" y="197"/>
                </a:cubicBezTo>
                <a:cubicBezTo>
                  <a:pt x="58" y="197"/>
                  <a:pt x="56" y="181"/>
                  <a:pt x="66" y="181"/>
                </a:cubicBezTo>
                <a:cubicBezTo>
                  <a:pt x="76" y="181"/>
                  <a:pt x="82" y="181"/>
                  <a:pt x="82" y="181"/>
                </a:cubicBezTo>
                <a:cubicBezTo>
                  <a:pt x="82" y="166"/>
                  <a:pt x="82" y="166"/>
                  <a:pt x="82" y="166"/>
                </a:cubicBezTo>
                <a:cubicBezTo>
                  <a:pt x="50" y="159"/>
                  <a:pt x="27" y="131"/>
                  <a:pt x="27" y="97"/>
                </a:cubicBezTo>
                <a:cubicBezTo>
                  <a:pt x="27" y="84"/>
                  <a:pt x="31" y="72"/>
                  <a:pt x="37" y="61"/>
                </a:cubicBezTo>
                <a:cubicBezTo>
                  <a:pt x="32" y="58"/>
                  <a:pt x="32" y="58"/>
                  <a:pt x="32" y="58"/>
                </a:cubicBezTo>
                <a:cubicBezTo>
                  <a:pt x="36" y="51"/>
                  <a:pt x="36" y="51"/>
                  <a:pt x="36" y="51"/>
                </a:cubicBezTo>
                <a:cubicBezTo>
                  <a:pt x="22" y="43"/>
                  <a:pt x="22" y="43"/>
                  <a:pt x="22" y="43"/>
                </a:cubicBezTo>
                <a:cubicBezTo>
                  <a:pt x="22" y="43"/>
                  <a:pt x="22" y="43"/>
                  <a:pt x="22" y="43"/>
                </a:cubicBezTo>
                <a:cubicBezTo>
                  <a:pt x="0" y="40"/>
                  <a:pt x="0" y="40"/>
                  <a:pt x="0" y="40"/>
                </a:cubicBezTo>
                <a:cubicBezTo>
                  <a:pt x="24" y="0"/>
                  <a:pt x="24" y="0"/>
                  <a:pt x="24" y="0"/>
                </a:cubicBezTo>
                <a:cubicBezTo>
                  <a:pt x="38" y="16"/>
                  <a:pt x="38" y="16"/>
                  <a:pt x="38" y="16"/>
                </a:cubicBezTo>
                <a:cubicBezTo>
                  <a:pt x="38" y="16"/>
                  <a:pt x="38" y="16"/>
                  <a:pt x="38" y="16"/>
                </a:cubicBezTo>
                <a:cubicBezTo>
                  <a:pt x="52" y="24"/>
                  <a:pt x="52" y="24"/>
                  <a:pt x="52" y="24"/>
                </a:cubicBezTo>
                <a:cubicBezTo>
                  <a:pt x="55" y="18"/>
                  <a:pt x="55" y="18"/>
                  <a:pt x="55" y="18"/>
                </a:cubicBezTo>
                <a:cubicBezTo>
                  <a:pt x="89" y="37"/>
                  <a:pt x="89" y="37"/>
                  <a:pt x="89" y="37"/>
                </a:cubicBezTo>
                <a:cubicBezTo>
                  <a:pt x="85" y="44"/>
                  <a:pt x="85" y="44"/>
                  <a:pt x="85" y="44"/>
                </a:cubicBezTo>
                <a:cubicBezTo>
                  <a:pt x="115" y="61"/>
                  <a:pt x="115" y="61"/>
                  <a:pt x="115" y="61"/>
                </a:cubicBezTo>
                <a:cubicBezTo>
                  <a:pt x="118" y="54"/>
                  <a:pt x="118" y="54"/>
                  <a:pt x="118" y="54"/>
                </a:cubicBezTo>
                <a:cubicBezTo>
                  <a:pt x="136" y="64"/>
                  <a:pt x="136" y="64"/>
                  <a:pt x="136" y="64"/>
                </a:cubicBezTo>
                <a:cubicBezTo>
                  <a:pt x="113" y="105"/>
                  <a:pt x="113" y="105"/>
                  <a:pt x="113" y="105"/>
                </a:cubicBezTo>
                <a:lnTo>
                  <a:pt x="95" y="95"/>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106"/>
          <p:cNvSpPr>
            <a:spLocks noEditPoints="1"/>
          </p:cNvSpPr>
          <p:nvPr/>
        </p:nvSpPr>
        <p:spPr bwMode="auto">
          <a:xfrm>
            <a:off x="5924550" y="1177838"/>
            <a:ext cx="395288" cy="295275"/>
          </a:xfrm>
          <a:custGeom>
            <a:avLst/>
            <a:gdLst>
              <a:gd name="T0" fmla="*/ 6 w 200"/>
              <a:gd name="T1" fmla="*/ 66 h 150"/>
              <a:gd name="T2" fmla="*/ 40 w 200"/>
              <a:gd name="T3" fmla="*/ 78 h 150"/>
              <a:gd name="T4" fmla="*/ 40 w 200"/>
              <a:gd name="T5" fmla="*/ 103 h 150"/>
              <a:gd name="T6" fmla="*/ 44 w 200"/>
              <a:gd name="T7" fmla="*/ 115 h 150"/>
              <a:gd name="T8" fmla="*/ 116 w 200"/>
              <a:gd name="T9" fmla="*/ 150 h 150"/>
              <a:gd name="T10" fmla="*/ 198 w 200"/>
              <a:gd name="T11" fmla="*/ 105 h 150"/>
              <a:gd name="T12" fmla="*/ 116 w 200"/>
              <a:gd name="T13" fmla="*/ 43 h 150"/>
              <a:gd name="T14" fmla="*/ 112 w 200"/>
              <a:gd name="T15" fmla="*/ 43 h 150"/>
              <a:gd name="T16" fmla="*/ 112 w 200"/>
              <a:gd name="T17" fmla="*/ 27 h 150"/>
              <a:gd name="T18" fmla="*/ 72 w 200"/>
              <a:gd name="T19" fmla="*/ 27 h 150"/>
              <a:gd name="T20" fmla="*/ 59 w 200"/>
              <a:gd name="T21" fmla="*/ 43 h 150"/>
              <a:gd name="T22" fmla="*/ 44 w 200"/>
              <a:gd name="T23" fmla="*/ 51 h 150"/>
              <a:gd name="T24" fmla="*/ 22 w 200"/>
              <a:gd name="T25" fmla="*/ 51 h 150"/>
              <a:gd name="T26" fmla="*/ 16 w 200"/>
              <a:gd name="T27" fmla="*/ 27 h 150"/>
              <a:gd name="T28" fmla="*/ 0 w 200"/>
              <a:gd name="T29" fmla="*/ 27 h 150"/>
              <a:gd name="T30" fmla="*/ 6 w 200"/>
              <a:gd name="T31" fmla="*/ 66 h 150"/>
              <a:gd name="T32" fmla="*/ 128 w 200"/>
              <a:gd name="T33" fmla="*/ 53 h 150"/>
              <a:gd name="T34" fmla="*/ 183 w 200"/>
              <a:gd name="T35" fmla="*/ 99 h 150"/>
              <a:gd name="T36" fmla="*/ 128 w 200"/>
              <a:gd name="T37" fmla="*/ 99 h 150"/>
              <a:gd name="T38" fmla="*/ 128 w 200"/>
              <a:gd name="T39" fmla="*/ 53 h 150"/>
              <a:gd name="T40" fmla="*/ 84 w 200"/>
              <a:gd name="T41" fmla="*/ 49 h 150"/>
              <a:gd name="T42" fmla="*/ 109 w 200"/>
              <a:gd name="T43" fmla="*/ 74 h 150"/>
              <a:gd name="T44" fmla="*/ 84 w 200"/>
              <a:gd name="T45" fmla="*/ 99 h 150"/>
              <a:gd name="T46" fmla="*/ 59 w 200"/>
              <a:gd name="T47" fmla="*/ 74 h 150"/>
              <a:gd name="T48" fmla="*/ 84 w 200"/>
              <a:gd name="T49" fmla="*/ 49 h 150"/>
              <a:gd name="T50" fmla="*/ 80 w 200"/>
              <a:gd name="T51" fmla="*/ 91 h 150"/>
              <a:gd name="T52" fmla="*/ 88 w 200"/>
              <a:gd name="T53" fmla="*/ 91 h 150"/>
              <a:gd name="T54" fmla="*/ 88 w 200"/>
              <a:gd name="T55" fmla="*/ 79 h 150"/>
              <a:gd name="T56" fmla="*/ 100 w 200"/>
              <a:gd name="T57" fmla="*/ 79 h 150"/>
              <a:gd name="T58" fmla="*/ 100 w 200"/>
              <a:gd name="T59" fmla="*/ 71 h 150"/>
              <a:gd name="T60" fmla="*/ 88 w 200"/>
              <a:gd name="T61" fmla="*/ 71 h 150"/>
              <a:gd name="T62" fmla="*/ 88 w 200"/>
              <a:gd name="T63" fmla="*/ 59 h 150"/>
              <a:gd name="T64" fmla="*/ 80 w 200"/>
              <a:gd name="T65" fmla="*/ 59 h 150"/>
              <a:gd name="T66" fmla="*/ 80 w 200"/>
              <a:gd name="T67" fmla="*/ 71 h 150"/>
              <a:gd name="T68" fmla="*/ 68 w 200"/>
              <a:gd name="T69" fmla="*/ 71 h 150"/>
              <a:gd name="T70" fmla="*/ 68 w 200"/>
              <a:gd name="T71" fmla="*/ 79 h 150"/>
              <a:gd name="T72" fmla="*/ 80 w 200"/>
              <a:gd name="T73" fmla="*/ 79 h 150"/>
              <a:gd name="T74" fmla="*/ 80 w 200"/>
              <a:gd name="T75" fmla="*/ 91 h 150"/>
              <a:gd name="T76" fmla="*/ 88 w 200"/>
              <a:gd name="T77" fmla="*/ 3 h 150"/>
              <a:gd name="T78" fmla="*/ 0 w 200"/>
              <a:gd name="T79" fmla="*/ 3 h 150"/>
              <a:gd name="T80" fmla="*/ 0 w 200"/>
              <a:gd name="T81" fmla="*/ 11 h 150"/>
              <a:gd name="T82" fmla="*/ 88 w 200"/>
              <a:gd name="T83" fmla="*/ 11 h 150"/>
              <a:gd name="T84" fmla="*/ 88 w 200"/>
              <a:gd name="T85" fmla="*/ 3 h 150"/>
              <a:gd name="T86" fmla="*/ 99 w 200"/>
              <a:gd name="T87" fmla="*/ 16 h 150"/>
              <a:gd name="T88" fmla="*/ 107 w 200"/>
              <a:gd name="T89" fmla="*/ 8 h 150"/>
              <a:gd name="T90" fmla="*/ 99 w 200"/>
              <a:gd name="T91" fmla="*/ 0 h 150"/>
              <a:gd name="T92" fmla="*/ 92 w 200"/>
              <a:gd name="T93" fmla="*/ 8 h 150"/>
              <a:gd name="T94" fmla="*/ 99 w 200"/>
              <a:gd name="T95" fmla="*/ 16 h 150"/>
              <a:gd name="T96" fmla="*/ 200 w 200"/>
              <a:gd name="T97" fmla="*/ 3 h 150"/>
              <a:gd name="T98" fmla="*/ 112 w 200"/>
              <a:gd name="T99" fmla="*/ 3 h 150"/>
              <a:gd name="T100" fmla="*/ 112 w 200"/>
              <a:gd name="T101" fmla="*/ 11 h 150"/>
              <a:gd name="T102" fmla="*/ 200 w 200"/>
              <a:gd name="T103" fmla="*/ 11 h 150"/>
              <a:gd name="T104" fmla="*/ 200 w 200"/>
              <a:gd name="T105" fmla="*/ 3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0" h="150">
                <a:moveTo>
                  <a:pt x="6" y="66"/>
                </a:moveTo>
                <a:cubicBezTo>
                  <a:pt x="40" y="78"/>
                  <a:pt x="40" y="78"/>
                  <a:pt x="40" y="78"/>
                </a:cubicBezTo>
                <a:cubicBezTo>
                  <a:pt x="40" y="103"/>
                  <a:pt x="40" y="103"/>
                  <a:pt x="40" y="103"/>
                </a:cubicBezTo>
                <a:cubicBezTo>
                  <a:pt x="40" y="107"/>
                  <a:pt x="41" y="112"/>
                  <a:pt x="44" y="115"/>
                </a:cubicBezTo>
                <a:cubicBezTo>
                  <a:pt x="50" y="141"/>
                  <a:pt x="76" y="150"/>
                  <a:pt x="116" y="150"/>
                </a:cubicBezTo>
                <a:cubicBezTo>
                  <a:pt x="162" y="150"/>
                  <a:pt x="198" y="139"/>
                  <a:pt x="198" y="105"/>
                </a:cubicBezTo>
                <a:cubicBezTo>
                  <a:pt x="198" y="72"/>
                  <a:pt x="162" y="43"/>
                  <a:pt x="116" y="43"/>
                </a:cubicBezTo>
                <a:cubicBezTo>
                  <a:pt x="115" y="43"/>
                  <a:pt x="113" y="43"/>
                  <a:pt x="112" y="43"/>
                </a:cubicBezTo>
                <a:cubicBezTo>
                  <a:pt x="112" y="27"/>
                  <a:pt x="112" y="27"/>
                  <a:pt x="112" y="27"/>
                </a:cubicBezTo>
                <a:cubicBezTo>
                  <a:pt x="72" y="27"/>
                  <a:pt x="72" y="27"/>
                  <a:pt x="72" y="27"/>
                </a:cubicBezTo>
                <a:cubicBezTo>
                  <a:pt x="59" y="43"/>
                  <a:pt x="59" y="43"/>
                  <a:pt x="59" y="43"/>
                </a:cubicBezTo>
                <a:cubicBezTo>
                  <a:pt x="53" y="43"/>
                  <a:pt x="47" y="46"/>
                  <a:pt x="44" y="51"/>
                </a:cubicBezTo>
                <a:cubicBezTo>
                  <a:pt x="22" y="51"/>
                  <a:pt x="22" y="51"/>
                  <a:pt x="22" y="51"/>
                </a:cubicBezTo>
                <a:cubicBezTo>
                  <a:pt x="16" y="27"/>
                  <a:pt x="16" y="27"/>
                  <a:pt x="16" y="27"/>
                </a:cubicBezTo>
                <a:cubicBezTo>
                  <a:pt x="0" y="27"/>
                  <a:pt x="0" y="27"/>
                  <a:pt x="0" y="27"/>
                </a:cubicBezTo>
                <a:lnTo>
                  <a:pt x="6" y="66"/>
                </a:lnTo>
                <a:close/>
                <a:moveTo>
                  <a:pt x="128" y="53"/>
                </a:moveTo>
                <a:cubicBezTo>
                  <a:pt x="160" y="58"/>
                  <a:pt x="180" y="75"/>
                  <a:pt x="183" y="99"/>
                </a:cubicBezTo>
                <a:cubicBezTo>
                  <a:pt x="128" y="99"/>
                  <a:pt x="128" y="99"/>
                  <a:pt x="128" y="99"/>
                </a:cubicBezTo>
                <a:lnTo>
                  <a:pt x="128" y="53"/>
                </a:lnTo>
                <a:close/>
                <a:moveTo>
                  <a:pt x="84" y="49"/>
                </a:moveTo>
                <a:cubicBezTo>
                  <a:pt x="98" y="49"/>
                  <a:pt x="109" y="60"/>
                  <a:pt x="109" y="74"/>
                </a:cubicBezTo>
                <a:cubicBezTo>
                  <a:pt x="109" y="88"/>
                  <a:pt x="98" y="99"/>
                  <a:pt x="84" y="99"/>
                </a:cubicBezTo>
                <a:cubicBezTo>
                  <a:pt x="70" y="99"/>
                  <a:pt x="59" y="88"/>
                  <a:pt x="59" y="74"/>
                </a:cubicBezTo>
                <a:cubicBezTo>
                  <a:pt x="59" y="60"/>
                  <a:pt x="70" y="49"/>
                  <a:pt x="84" y="49"/>
                </a:cubicBezTo>
                <a:close/>
                <a:moveTo>
                  <a:pt x="80" y="91"/>
                </a:moveTo>
                <a:cubicBezTo>
                  <a:pt x="88" y="91"/>
                  <a:pt x="88" y="91"/>
                  <a:pt x="88" y="91"/>
                </a:cubicBezTo>
                <a:cubicBezTo>
                  <a:pt x="88" y="79"/>
                  <a:pt x="88" y="79"/>
                  <a:pt x="88" y="79"/>
                </a:cubicBezTo>
                <a:cubicBezTo>
                  <a:pt x="100" y="79"/>
                  <a:pt x="100" y="79"/>
                  <a:pt x="100" y="79"/>
                </a:cubicBezTo>
                <a:cubicBezTo>
                  <a:pt x="100" y="71"/>
                  <a:pt x="100" y="71"/>
                  <a:pt x="100" y="71"/>
                </a:cubicBezTo>
                <a:cubicBezTo>
                  <a:pt x="88" y="71"/>
                  <a:pt x="88" y="71"/>
                  <a:pt x="88" y="71"/>
                </a:cubicBezTo>
                <a:cubicBezTo>
                  <a:pt x="88" y="59"/>
                  <a:pt x="88" y="59"/>
                  <a:pt x="88" y="59"/>
                </a:cubicBezTo>
                <a:cubicBezTo>
                  <a:pt x="80" y="59"/>
                  <a:pt x="80" y="59"/>
                  <a:pt x="80" y="59"/>
                </a:cubicBezTo>
                <a:cubicBezTo>
                  <a:pt x="80" y="71"/>
                  <a:pt x="80" y="71"/>
                  <a:pt x="80" y="71"/>
                </a:cubicBezTo>
                <a:cubicBezTo>
                  <a:pt x="68" y="71"/>
                  <a:pt x="68" y="71"/>
                  <a:pt x="68" y="71"/>
                </a:cubicBezTo>
                <a:cubicBezTo>
                  <a:pt x="68" y="79"/>
                  <a:pt x="68" y="79"/>
                  <a:pt x="68" y="79"/>
                </a:cubicBezTo>
                <a:cubicBezTo>
                  <a:pt x="80" y="79"/>
                  <a:pt x="80" y="79"/>
                  <a:pt x="80" y="79"/>
                </a:cubicBezTo>
                <a:lnTo>
                  <a:pt x="80" y="91"/>
                </a:lnTo>
                <a:close/>
                <a:moveTo>
                  <a:pt x="88" y="3"/>
                </a:moveTo>
                <a:cubicBezTo>
                  <a:pt x="0" y="3"/>
                  <a:pt x="0" y="3"/>
                  <a:pt x="0" y="3"/>
                </a:cubicBezTo>
                <a:cubicBezTo>
                  <a:pt x="0" y="11"/>
                  <a:pt x="0" y="11"/>
                  <a:pt x="0" y="11"/>
                </a:cubicBezTo>
                <a:cubicBezTo>
                  <a:pt x="88" y="11"/>
                  <a:pt x="88" y="11"/>
                  <a:pt x="88" y="11"/>
                </a:cubicBezTo>
                <a:lnTo>
                  <a:pt x="88" y="3"/>
                </a:lnTo>
                <a:close/>
                <a:moveTo>
                  <a:pt x="99" y="16"/>
                </a:moveTo>
                <a:cubicBezTo>
                  <a:pt x="104" y="16"/>
                  <a:pt x="107" y="12"/>
                  <a:pt x="107" y="8"/>
                </a:cubicBezTo>
                <a:cubicBezTo>
                  <a:pt x="107" y="3"/>
                  <a:pt x="104" y="0"/>
                  <a:pt x="99" y="0"/>
                </a:cubicBezTo>
                <a:cubicBezTo>
                  <a:pt x="95" y="0"/>
                  <a:pt x="92" y="3"/>
                  <a:pt x="92" y="8"/>
                </a:cubicBezTo>
                <a:cubicBezTo>
                  <a:pt x="92" y="12"/>
                  <a:pt x="95" y="16"/>
                  <a:pt x="99" y="16"/>
                </a:cubicBezTo>
                <a:close/>
                <a:moveTo>
                  <a:pt x="200" y="3"/>
                </a:moveTo>
                <a:cubicBezTo>
                  <a:pt x="112" y="3"/>
                  <a:pt x="112" y="3"/>
                  <a:pt x="112" y="3"/>
                </a:cubicBezTo>
                <a:cubicBezTo>
                  <a:pt x="112" y="11"/>
                  <a:pt x="112" y="11"/>
                  <a:pt x="112" y="11"/>
                </a:cubicBezTo>
                <a:cubicBezTo>
                  <a:pt x="200" y="11"/>
                  <a:pt x="200" y="11"/>
                  <a:pt x="200" y="11"/>
                </a:cubicBezTo>
                <a:lnTo>
                  <a:pt x="200" y="3"/>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107"/>
          <p:cNvSpPr>
            <a:spLocks noEditPoints="1"/>
          </p:cNvSpPr>
          <p:nvPr/>
        </p:nvSpPr>
        <p:spPr bwMode="auto">
          <a:xfrm>
            <a:off x="6389688" y="1130213"/>
            <a:ext cx="401638" cy="396875"/>
          </a:xfrm>
          <a:custGeom>
            <a:avLst/>
            <a:gdLst>
              <a:gd name="T0" fmla="*/ 163 w 203"/>
              <a:gd name="T1" fmla="*/ 157 h 201"/>
              <a:gd name="T2" fmla="*/ 97 w 203"/>
              <a:gd name="T3" fmla="*/ 192 h 201"/>
              <a:gd name="T4" fmla="*/ 96 w 203"/>
              <a:gd name="T5" fmla="*/ 190 h 201"/>
              <a:gd name="T6" fmla="*/ 95 w 203"/>
              <a:gd name="T7" fmla="*/ 191 h 201"/>
              <a:gd name="T8" fmla="*/ 72 w 203"/>
              <a:gd name="T9" fmla="*/ 168 h 201"/>
              <a:gd name="T10" fmla="*/ 136 w 203"/>
              <a:gd name="T11" fmla="*/ 129 h 201"/>
              <a:gd name="T12" fmla="*/ 171 w 203"/>
              <a:gd name="T13" fmla="*/ 65 h 201"/>
              <a:gd name="T14" fmla="*/ 195 w 203"/>
              <a:gd name="T15" fmla="*/ 89 h 201"/>
              <a:gd name="T16" fmla="*/ 195 w 203"/>
              <a:gd name="T17" fmla="*/ 89 h 201"/>
              <a:gd name="T18" fmla="*/ 163 w 203"/>
              <a:gd name="T19" fmla="*/ 157 h 201"/>
              <a:gd name="T20" fmla="*/ 121 w 203"/>
              <a:gd name="T21" fmla="*/ 134 h 201"/>
              <a:gd name="T22" fmla="*/ 125 w 203"/>
              <a:gd name="T23" fmla="*/ 66 h 201"/>
              <a:gd name="T24" fmla="*/ 162 w 203"/>
              <a:gd name="T25" fmla="*/ 56 h 201"/>
              <a:gd name="T26" fmla="*/ 131 w 203"/>
              <a:gd name="T27" fmla="*/ 124 h 201"/>
              <a:gd name="T28" fmla="*/ 121 w 203"/>
              <a:gd name="T29" fmla="*/ 134 h 201"/>
              <a:gd name="T30" fmla="*/ 65 w 203"/>
              <a:gd name="T31" fmla="*/ 160 h 201"/>
              <a:gd name="T32" fmla="*/ 96 w 203"/>
              <a:gd name="T33" fmla="*/ 91 h 201"/>
              <a:gd name="T34" fmla="*/ 112 w 203"/>
              <a:gd name="T35" fmla="*/ 76 h 201"/>
              <a:gd name="T36" fmla="*/ 107 w 203"/>
              <a:gd name="T37" fmla="*/ 146 h 201"/>
              <a:gd name="T38" fmla="*/ 65 w 203"/>
              <a:gd name="T39" fmla="*/ 160 h 201"/>
              <a:gd name="T40" fmla="*/ 56 w 203"/>
              <a:gd name="T41" fmla="*/ 44 h 201"/>
              <a:gd name="T42" fmla="*/ 47 w 203"/>
              <a:gd name="T43" fmla="*/ 40 h 201"/>
              <a:gd name="T44" fmla="*/ 93 w 203"/>
              <a:gd name="T45" fmla="*/ 27 h 201"/>
              <a:gd name="T46" fmla="*/ 108 w 203"/>
              <a:gd name="T47" fmla="*/ 49 h 201"/>
              <a:gd name="T48" fmla="*/ 56 w 203"/>
              <a:gd name="T49" fmla="*/ 44 h 201"/>
              <a:gd name="T50" fmla="*/ 18 w 203"/>
              <a:gd name="T51" fmla="*/ 8 h 201"/>
              <a:gd name="T52" fmla="*/ 70 w 203"/>
              <a:gd name="T53" fmla="*/ 14 h 201"/>
              <a:gd name="T54" fmla="*/ 83 w 203"/>
              <a:gd name="T55" fmla="*/ 21 h 201"/>
              <a:gd name="T56" fmla="*/ 36 w 203"/>
              <a:gd name="T57" fmla="*/ 33 h 201"/>
              <a:gd name="T58" fmla="*/ 18 w 203"/>
              <a:gd name="T59" fmla="*/ 8 h 201"/>
              <a:gd name="T60" fmla="*/ 54 w 203"/>
              <a:gd name="T61" fmla="*/ 49 h 201"/>
              <a:gd name="T62" fmla="*/ 104 w 203"/>
              <a:gd name="T63" fmla="*/ 57 h 201"/>
              <a:gd name="T64" fmla="*/ 93 w 203"/>
              <a:gd name="T65" fmla="*/ 78 h 201"/>
              <a:gd name="T66" fmla="*/ 93 w 203"/>
              <a:gd name="T67" fmla="*/ 78 h 201"/>
              <a:gd name="T68" fmla="*/ 42 w 203"/>
              <a:gd name="T69" fmla="*/ 72 h 201"/>
              <a:gd name="T70" fmla="*/ 4 w 203"/>
              <a:gd name="T71" fmla="*/ 37 h 201"/>
              <a:gd name="T72" fmla="*/ 5 w 203"/>
              <a:gd name="T73" fmla="*/ 35 h 201"/>
              <a:gd name="T74" fmla="*/ 4 w 203"/>
              <a:gd name="T75" fmla="*/ 35 h 201"/>
              <a:gd name="T76" fmla="*/ 14 w 203"/>
              <a:gd name="T77" fmla="*/ 15 h 201"/>
              <a:gd name="T78" fmla="*/ 54 w 203"/>
              <a:gd name="T79" fmla="*/ 49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3" h="201">
                <a:moveTo>
                  <a:pt x="163" y="157"/>
                </a:moveTo>
                <a:cubicBezTo>
                  <a:pt x="136" y="185"/>
                  <a:pt x="107" y="201"/>
                  <a:pt x="97" y="192"/>
                </a:cubicBezTo>
                <a:cubicBezTo>
                  <a:pt x="97" y="192"/>
                  <a:pt x="96" y="191"/>
                  <a:pt x="96" y="190"/>
                </a:cubicBezTo>
                <a:cubicBezTo>
                  <a:pt x="95" y="191"/>
                  <a:pt x="95" y="191"/>
                  <a:pt x="95" y="191"/>
                </a:cubicBezTo>
                <a:cubicBezTo>
                  <a:pt x="72" y="168"/>
                  <a:pt x="72" y="168"/>
                  <a:pt x="72" y="168"/>
                </a:cubicBezTo>
                <a:cubicBezTo>
                  <a:pt x="85" y="171"/>
                  <a:pt x="112" y="155"/>
                  <a:pt x="136" y="129"/>
                </a:cubicBezTo>
                <a:cubicBezTo>
                  <a:pt x="160" y="104"/>
                  <a:pt x="173" y="78"/>
                  <a:pt x="171" y="65"/>
                </a:cubicBezTo>
                <a:cubicBezTo>
                  <a:pt x="195" y="89"/>
                  <a:pt x="195" y="89"/>
                  <a:pt x="195" y="89"/>
                </a:cubicBezTo>
                <a:cubicBezTo>
                  <a:pt x="195" y="89"/>
                  <a:pt x="195" y="89"/>
                  <a:pt x="195" y="89"/>
                </a:cubicBezTo>
                <a:cubicBezTo>
                  <a:pt x="203" y="99"/>
                  <a:pt x="190" y="129"/>
                  <a:pt x="163" y="157"/>
                </a:cubicBezTo>
                <a:close/>
                <a:moveTo>
                  <a:pt x="121" y="134"/>
                </a:moveTo>
                <a:cubicBezTo>
                  <a:pt x="125" y="66"/>
                  <a:pt x="125" y="66"/>
                  <a:pt x="125" y="66"/>
                </a:cubicBezTo>
                <a:cubicBezTo>
                  <a:pt x="142" y="54"/>
                  <a:pt x="156" y="50"/>
                  <a:pt x="162" y="56"/>
                </a:cubicBezTo>
                <a:cubicBezTo>
                  <a:pt x="172" y="65"/>
                  <a:pt x="158" y="95"/>
                  <a:pt x="131" y="124"/>
                </a:cubicBezTo>
                <a:cubicBezTo>
                  <a:pt x="128" y="128"/>
                  <a:pt x="124" y="131"/>
                  <a:pt x="121" y="134"/>
                </a:cubicBezTo>
                <a:close/>
                <a:moveTo>
                  <a:pt x="65" y="160"/>
                </a:moveTo>
                <a:cubicBezTo>
                  <a:pt x="55" y="151"/>
                  <a:pt x="69" y="120"/>
                  <a:pt x="96" y="91"/>
                </a:cubicBezTo>
                <a:cubicBezTo>
                  <a:pt x="101" y="86"/>
                  <a:pt x="106" y="81"/>
                  <a:pt x="112" y="76"/>
                </a:cubicBezTo>
                <a:cubicBezTo>
                  <a:pt x="107" y="146"/>
                  <a:pt x="107" y="146"/>
                  <a:pt x="107" y="146"/>
                </a:cubicBezTo>
                <a:cubicBezTo>
                  <a:pt x="88" y="160"/>
                  <a:pt x="72" y="166"/>
                  <a:pt x="65" y="160"/>
                </a:cubicBezTo>
                <a:close/>
                <a:moveTo>
                  <a:pt x="56" y="44"/>
                </a:moveTo>
                <a:cubicBezTo>
                  <a:pt x="53" y="43"/>
                  <a:pt x="50" y="41"/>
                  <a:pt x="47" y="40"/>
                </a:cubicBezTo>
                <a:cubicBezTo>
                  <a:pt x="93" y="27"/>
                  <a:pt x="93" y="27"/>
                  <a:pt x="93" y="27"/>
                </a:cubicBezTo>
                <a:cubicBezTo>
                  <a:pt x="104" y="36"/>
                  <a:pt x="110" y="44"/>
                  <a:pt x="108" y="49"/>
                </a:cubicBezTo>
                <a:cubicBezTo>
                  <a:pt x="104" y="58"/>
                  <a:pt x="81" y="55"/>
                  <a:pt x="56" y="44"/>
                </a:cubicBezTo>
                <a:close/>
                <a:moveTo>
                  <a:pt x="18" y="8"/>
                </a:moveTo>
                <a:cubicBezTo>
                  <a:pt x="22" y="0"/>
                  <a:pt x="45" y="2"/>
                  <a:pt x="70" y="14"/>
                </a:cubicBezTo>
                <a:cubicBezTo>
                  <a:pt x="75" y="16"/>
                  <a:pt x="79" y="18"/>
                  <a:pt x="83" y="21"/>
                </a:cubicBezTo>
                <a:cubicBezTo>
                  <a:pt x="36" y="33"/>
                  <a:pt x="36" y="33"/>
                  <a:pt x="36" y="33"/>
                </a:cubicBezTo>
                <a:cubicBezTo>
                  <a:pt x="23" y="24"/>
                  <a:pt x="15" y="14"/>
                  <a:pt x="18" y="8"/>
                </a:cubicBezTo>
                <a:close/>
                <a:moveTo>
                  <a:pt x="54" y="49"/>
                </a:moveTo>
                <a:cubicBezTo>
                  <a:pt x="75" y="58"/>
                  <a:pt x="96" y="62"/>
                  <a:pt x="104" y="57"/>
                </a:cubicBezTo>
                <a:cubicBezTo>
                  <a:pt x="93" y="78"/>
                  <a:pt x="93" y="78"/>
                  <a:pt x="93" y="78"/>
                </a:cubicBezTo>
                <a:cubicBezTo>
                  <a:pt x="93" y="78"/>
                  <a:pt x="93" y="78"/>
                  <a:pt x="93" y="78"/>
                </a:cubicBezTo>
                <a:cubicBezTo>
                  <a:pt x="89" y="86"/>
                  <a:pt x="66" y="83"/>
                  <a:pt x="42" y="72"/>
                </a:cubicBezTo>
                <a:cubicBezTo>
                  <a:pt x="17" y="61"/>
                  <a:pt x="0" y="45"/>
                  <a:pt x="4" y="37"/>
                </a:cubicBezTo>
                <a:cubicBezTo>
                  <a:pt x="4" y="36"/>
                  <a:pt x="5" y="36"/>
                  <a:pt x="5" y="35"/>
                </a:cubicBezTo>
                <a:cubicBezTo>
                  <a:pt x="4" y="35"/>
                  <a:pt x="4" y="35"/>
                  <a:pt x="4" y="35"/>
                </a:cubicBezTo>
                <a:cubicBezTo>
                  <a:pt x="14" y="15"/>
                  <a:pt x="14" y="15"/>
                  <a:pt x="14" y="15"/>
                </a:cubicBezTo>
                <a:cubicBezTo>
                  <a:pt x="15" y="24"/>
                  <a:pt x="31" y="38"/>
                  <a:pt x="54" y="49"/>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108"/>
          <p:cNvSpPr>
            <a:spLocks noEditPoints="1"/>
          </p:cNvSpPr>
          <p:nvPr/>
        </p:nvSpPr>
        <p:spPr bwMode="auto">
          <a:xfrm>
            <a:off x="6927850" y="1115925"/>
            <a:ext cx="315913" cy="396875"/>
          </a:xfrm>
          <a:custGeom>
            <a:avLst/>
            <a:gdLst>
              <a:gd name="T0" fmla="*/ 140 w 160"/>
              <a:gd name="T1" fmla="*/ 161 h 201"/>
              <a:gd name="T2" fmla="*/ 64 w 160"/>
              <a:gd name="T3" fmla="*/ 161 h 201"/>
              <a:gd name="T4" fmla="*/ 64 w 160"/>
              <a:gd name="T5" fmla="*/ 177 h 201"/>
              <a:gd name="T6" fmla="*/ 52 w 160"/>
              <a:gd name="T7" fmla="*/ 189 h 201"/>
              <a:gd name="T8" fmla="*/ 48 w 160"/>
              <a:gd name="T9" fmla="*/ 189 h 201"/>
              <a:gd name="T10" fmla="*/ 48 w 160"/>
              <a:gd name="T11" fmla="*/ 201 h 201"/>
              <a:gd name="T12" fmla="*/ 36 w 160"/>
              <a:gd name="T13" fmla="*/ 201 h 201"/>
              <a:gd name="T14" fmla="*/ 36 w 160"/>
              <a:gd name="T15" fmla="*/ 189 h 201"/>
              <a:gd name="T16" fmla="*/ 24 w 160"/>
              <a:gd name="T17" fmla="*/ 177 h 201"/>
              <a:gd name="T18" fmla="*/ 24 w 160"/>
              <a:gd name="T19" fmla="*/ 161 h 201"/>
              <a:gd name="T20" fmla="*/ 20 w 160"/>
              <a:gd name="T21" fmla="*/ 161 h 201"/>
              <a:gd name="T22" fmla="*/ 0 w 160"/>
              <a:gd name="T23" fmla="*/ 141 h 201"/>
              <a:gd name="T24" fmla="*/ 0 w 160"/>
              <a:gd name="T25" fmla="*/ 37 h 201"/>
              <a:gd name="T26" fmla="*/ 20 w 160"/>
              <a:gd name="T27" fmla="*/ 17 h 201"/>
              <a:gd name="T28" fmla="*/ 66 w 160"/>
              <a:gd name="T29" fmla="*/ 17 h 201"/>
              <a:gd name="T30" fmla="*/ 66 w 160"/>
              <a:gd name="T31" fmla="*/ 14 h 201"/>
              <a:gd name="T32" fmla="*/ 80 w 160"/>
              <a:gd name="T33" fmla="*/ 0 h 201"/>
              <a:gd name="T34" fmla="*/ 94 w 160"/>
              <a:gd name="T35" fmla="*/ 14 h 201"/>
              <a:gd name="T36" fmla="*/ 94 w 160"/>
              <a:gd name="T37" fmla="*/ 17 h 201"/>
              <a:gd name="T38" fmla="*/ 140 w 160"/>
              <a:gd name="T39" fmla="*/ 17 h 201"/>
              <a:gd name="T40" fmla="*/ 160 w 160"/>
              <a:gd name="T41" fmla="*/ 37 h 201"/>
              <a:gd name="T42" fmla="*/ 160 w 160"/>
              <a:gd name="T43" fmla="*/ 141 h 201"/>
              <a:gd name="T44" fmla="*/ 140 w 160"/>
              <a:gd name="T45" fmla="*/ 161 h 201"/>
              <a:gd name="T46" fmla="*/ 87 w 160"/>
              <a:gd name="T47" fmla="*/ 14 h 201"/>
              <a:gd name="T48" fmla="*/ 80 w 160"/>
              <a:gd name="T49" fmla="*/ 7 h 201"/>
              <a:gd name="T50" fmla="*/ 72 w 160"/>
              <a:gd name="T51" fmla="*/ 14 h 201"/>
              <a:gd name="T52" fmla="*/ 73 w 160"/>
              <a:gd name="T53" fmla="*/ 17 h 201"/>
              <a:gd name="T54" fmla="*/ 87 w 160"/>
              <a:gd name="T55" fmla="*/ 17 h 201"/>
              <a:gd name="T56" fmla="*/ 87 w 160"/>
              <a:gd name="T57" fmla="*/ 14 h 201"/>
              <a:gd name="T58" fmla="*/ 148 w 160"/>
              <a:gd name="T59" fmla="*/ 41 h 201"/>
              <a:gd name="T60" fmla="*/ 136 w 160"/>
              <a:gd name="T61" fmla="*/ 29 h 201"/>
              <a:gd name="T62" fmla="*/ 24 w 160"/>
              <a:gd name="T63" fmla="*/ 29 h 201"/>
              <a:gd name="T64" fmla="*/ 12 w 160"/>
              <a:gd name="T65" fmla="*/ 41 h 201"/>
              <a:gd name="T66" fmla="*/ 12 w 160"/>
              <a:gd name="T67" fmla="*/ 65 h 201"/>
              <a:gd name="T68" fmla="*/ 54 w 160"/>
              <a:gd name="T69" fmla="*/ 65 h 201"/>
              <a:gd name="T70" fmla="*/ 60 w 160"/>
              <a:gd name="T71" fmla="*/ 71 h 201"/>
              <a:gd name="T72" fmla="*/ 54 w 160"/>
              <a:gd name="T73" fmla="*/ 77 h 201"/>
              <a:gd name="T74" fmla="*/ 12 w 160"/>
              <a:gd name="T75" fmla="*/ 77 h 201"/>
              <a:gd name="T76" fmla="*/ 12 w 160"/>
              <a:gd name="T77" fmla="*/ 93 h 201"/>
              <a:gd name="T78" fmla="*/ 54 w 160"/>
              <a:gd name="T79" fmla="*/ 93 h 201"/>
              <a:gd name="T80" fmla="*/ 60 w 160"/>
              <a:gd name="T81" fmla="*/ 99 h 201"/>
              <a:gd name="T82" fmla="*/ 54 w 160"/>
              <a:gd name="T83" fmla="*/ 105 h 201"/>
              <a:gd name="T84" fmla="*/ 12 w 160"/>
              <a:gd name="T85" fmla="*/ 105 h 201"/>
              <a:gd name="T86" fmla="*/ 12 w 160"/>
              <a:gd name="T87" fmla="*/ 109 h 201"/>
              <a:gd name="T88" fmla="*/ 24 w 160"/>
              <a:gd name="T89" fmla="*/ 121 h 201"/>
              <a:gd name="T90" fmla="*/ 136 w 160"/>
              <a:gd name="T91" fmla="*/ 121 h 201"/>
              <a:gd name="T92" fmla="*/ 148 w 160"/>
              <a:gd name="T93" fmla="*/ 109 h 201"/>
              <a:gd name="T94" fmla="*/ 148 w 160"/>
              <a:gd name="T95" fmla="*/ 41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0" h="201">
                <a:moveTo>
                  <a:pt x="140" y="161"/>
                </a:moveTo>
                <a:cubicBezTo>
                  <a:pt x="64" y="161"/>
                  <a:pt x="64" y="161"/>
                  <a:pt x="64" y="161"/>
                </a:cubicBezTo>
                <a:cubicBezTo>
                  <a:pt x="64" y="177"/>
                  <a:pt x="64" y="177"/>
                  <a:pt x="64" y="177"/>
                </a:cubicBezTo>
                <a:cubicBezTo>
                  <a:pt x="64" y="183"/>
                  <a:pt x="58" y="189"/>
                  <a:pt x="52" y="189"/>
                </a:cubicBezTo>
                <a:cubicBezTo>
                  <a:pt x="48" y="189"/>
                  <a:pt x="48" y="189"/>
                  <a:pt x="48" y="189"/>
                </a:cubicBezTo>
                <a:cubicBezTo>
                  <a:pt x="48" y="201"/>
                  <a:pt x="48" y="201"/>
                  <a:pt x="48" y="201"/>
                </a:cubicBezTo>
                <a:cubicBezTo>
                  <a:pt x="36" y="201"/>
                  <a:pt x="36" y="201"/>
                  <a:pt x="36" y="201"/>
                </a:cubicBezTo>
                <a:cubicBezTo>
                  <a:pt x="36" y="189"/>
                  <a:pt x="36" y="189"/>
                  <a:pt x="36" y="189"/>
                </a:cubicBezTo>
                <a:cubicBezTo>
                  <a:pt x="29" y="189"/>
                  <a:pt x="24" y="183"/>
                  <a:pt x="24" y="177"/>
                </a:cubicBezTo>
                <a:cubicBezTo>
                  <a:pt x="24" y="161"/>
                  <a:pt x="24" y="161"/>
                  <a:pt x="24" y="161"/>
                </a:cubicBezTo>
                <a:cubicBezTo>
                  <a:pt x="20" y="161"/>
                  <a:pt x="20" y="161"/>
                  <a:pt x="20" y="161"/>
                </a:cubicBezTo>
                <a:cubicBezTo>
                  <a:pt x="8" y="161"/>
                  <a:pt x="0" y="152"/>
                  <a:pt x="0" y="141"/>
                </a:cubicBezTo>
                <a:cubicBezTo>
                  <a:pt x="0" y="37"/>
                  <a:pt x="0" y="37"/>
                  <a:pt x="0" y="37"/>
                </a:cubicBezTo>
                <a:cubicBezTo>
                  <a:pt x="0" y="26"/>
                  <a:pt x="8" y="17"/>
                  <a:pt x="20" y="17"/>
                </a:cubicBezTo>
                <a:cubicBezTo>
                  <a:pt x="66" y="17"/>
                  <a:pt x="66" y="17"/>
                  <a:pt x="66" y="17"/>
                </a:cubicBezTo>
                <a:cubicBezTo>
                  <a:pt x="66" y="16"/>
                  <a:pt x="66" y="15"/>
                  <a:pt x="66" y="14"/>
                </a:cubicBezTo>
                <a:cubicBezTo>
                  <a:pt x="66" y="6"/>
                  <a:pt x="72" y="0"/>
                  <a:pt x="80" y="0"/>
                </a:cubicBezTo>
                <a:cubicBezTo>
                  <a:pt x="88" y="0"/>
                  <a:pt x="94" y="6"/>
                  <a:pt x="94" y="14"/>
                </a:cubicBezTo>
                <a:cubicBezTo>
                  <a:pt x="94" y="15"/>
                  <a:pt x="94" y="16"/>
                  <a:pt x="94" y="17"/>
                </a:cubicBezTo>
                <a:cubicBezTo>
                  <a:pt x="140" y="17"/>
                  <a:pt x="140" y="17"/>
                  <a:pt x="140" y="17"/>
                </a:cubicBezTo>
                <a:cubicBezTo>
                  <a:pt x="151" y="17"/>
                  <a:pt x="160" y="26"/>
                  <a:pt x="160" y="37"/>
                </a:cubicBezTo>
                <a:cubicBezTo>
                  <a:pt x="160" y="141"/>
                  <a:pt x="160" y="141"/>
                  <a:pt x="160" y="141"/>
                </a:cubicBezTo>
                <a:cubicBezTo>
                  <a:pt x="160" y="152"/>
                  <a:pt x="151" y="161"/>
                  <a:pt x="140" y="161"/>
                </a:cubicBezTo>
                <a:close/>
                <a:moveTo>
                  <a:pt x="87" y="14"/>
                </a:moveTo>
                <a:cubicBezTo>
                  <a:pt x="87" y="10"/>
                  <a:pt x="84" y="7"/>
                  <a:pt x="80" y="7"/>
                </a:cubicBezTo>
                <a:cubicBezTo>
                  <a:pt x="76" y="7"/>
                  <a:pt x="72" y="10"/>
                  <a:pt x="72" y="14"/>
                </a:cubicBezTo>
                <a:cubicBezTo>
                  <a:pt x="72" y="15"/>
                  <a:pt x="73" y="16"/>
                  <a:pt x="73" y="17"/>
                </a:cubicBezTo>
                <a:cubicBezTo>
                  <a:pt x="87" y="17"/>
                  <a:pt x="87" y="17"/>
                  <a:pt x="87" y="17"/>
                </a:cubicBezTo>
                <a:cubicBezTo>
                  <a:pt x="87" y="16"/>
                  <a:pt x="87" y="15"/>
                  <a:pt x="87" y="14"/>
                </a:cubicBezTo>
                <a:close/>
                <a:moveTo>
                  <a:pt x="148" y="41"/>
                </a:moveTo>
                <a:cubicBezTo>
                  <a:pt x="148" y="34"/>
                  <a:pt x="142" y="29"/>
                  <a:pt x="136" y="29"/>
                </a:cubicBezTo>
                <a:cubicBezTo>
                  <a:pt x="24" y="29"/>
                  <a:pt x="24" y="29"/>
                  <a:pt x="24" y="29"/>
                </a:cubicBezTo>
                <a:cubicBezTo>
                  <a:pt x="17" y="29"/>
                  <a:pt x="12" y="34"/>
                  <a:pt x="12" y="41"/>
                </a:cubicBezTo>
                <a:cubicBezTo>
                  <a:pt x="12" y="65"/>
                  <a:pt x="12" y="65"/>
                  <a:pt x="12" y="65"/>
                </a:cubicBezTo>
                <a:cubicBezTo>
                  <a:pt x="54" y="65"/>
                  <a:pt x="54" y="65"/>
                  <a:pt x="54" y="65"/>
                </a:cubicBezTo>
                <a:cubicBezTo>
                  <a:pt x="57" y="65"/>
                  <a:pt x="60" y="67"/>
                  <a:pt x="60" y="71"/>
                </a:cubicBezTo>
                <a:cubicBezTo>
                  <a:pt x="60" y="74"/>
                  <a:pt x="57" y="77"/>
                  <a:pt x="54" y="77"/>
                </a:cubicBezTo>
                <a:cubicBezTo>
                  <a:pt x="12" y="77"/>
                  <a:pt x="12" y="77"/>
                  <a:pt x="12" y="77"/>
                </a:cubicBezTo>
                <a:cubicBezTo>
                  <a:pt x="12" y="93"/>
                  <a:pt x="12" y="93"/>
                  <a:pt x="12" y="93"/>
                </a:cubicBezTo>
                <a:cubicBezTo>
                  <a:pt x="54" y="93"/>
                  <a:pt x="54" y="93"/>
                  <a:pt x="54" y="93"/>
                </a:cubicBezTo>
                <a:cubicBezTo>
                  <a:pt x="57" y="93"/>
                  <a:pt x="60" y="95"/>
                  <a:pt x="60" y="99"/>
                </a:cubicBezTo>
                <a:cubicBezTo>
                  <a:pt x="60" y="102"/>
                  <a:pt x="57" y="105"/>
                  <a:pt x="54" y="105"/>
                </a:cubicBezTo>
                <a:cubicBezTo>
                  <a:pt x="12" y="105"/>
                  <a:pt x="12" y="105"/>
                  <a:pt x="12" y="105"/>
                </a:cubicBezTo>
                <a:cubicBezTo>
                  <a:pt x="12" y="109"/>
                  <a:pt x="12" y="109"/>
                  <a:pt x="12" y="109"/>
                </a:cubicBezTo>
                <a:cubicBezTo>
                  <a:pt x="12" y="115"/>
                  <a:pt x="17" y="121"/>
                  <a:pt x="24" y="121"/>
                </a:cubicBezTo>
                <a:cubicBezTo>
                  <a:pt x="136" y="121"/>
                  <a:pt x="136" y="121"/>
                  <a:pt x="136" y="121"/>
                </a:cubicBezTo>
                <a:cubicBezTo>
                  <a:pt x="142" y="121"/>
                  <a:pt x="148" y="115"/>
                  <a:pt x="148" y="109"/>
                </a:cubicBezTo>
                <a:lnTo>
                  <a:pt x="148" y="41"/>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109"/>
          <p:cNvSpPr>
            <a:spLocks noEditPoints="1"/>
          </p:cNvSpPr>
          <p:nvPr/>
        </p:nvSpPr>
        <p:spPr bwMode="auto">
          <a:xfrm>
            <a:off x="7256463" y="1117513"/>
            <a:ext cx="596900" cy="398463"/>
          </a:xfrm>
          <a:custGeom>
            <a:avLst/>
            <a:gdLst>
              <a:gd name="T0" fmla="*/ 187 w 302"/>
              <a:gd name="T1" fmla="*/ 170 h 201"/>
              <a:gd name="T2" fmla="*/ 186 w 302"/>
              <a:gd name="T3" fmla="*/ 200 h 201"/>
              <a:gd name="T4" fmla="*/ 151 w 302"/>
              <a:gd name="T5" fmla="*/ 196 h 201"/>
              <a:gd name="T6" fmla="*/ 135 w 302"/>
              <a:gd name="T7" fmla="*/ 196 h 201"/>
              <a:gd name="T8" fmla="*/ 100 w 302"/>
              <a:gd name="T9" fmla="*/ 200 h 201"/>
              <a:gd name="T10" fmla="*/ 145 w 302"/>
              <a:gd name="T11" fmla="*/ 159 h 201"/>
              <a:gd name="T12" fmla="*/ 96 w 302"/>
              <a:gd name="T13" fmla="*/ 0 h 201"/>
              <a:gd name="T14" fmla="*/ 126 w 302"/>
              <a:gd name="T15" fmla="*/ 8 h 201"/>
              <a:gd name="T16" fmla="*/ 213 w 302"/>
              <a:gd name="T17" fmla="*/ 0 h 201"/>
              <a:gd name="T18" fmla="*/ 164 w 302"/>
              <a:gd name="T19" fmla="*/ 42 h 201"/>
              <a:gd name="T20" fmla="*/ 215 w 302"/>
              <a:gd name="T21" fmla="*/ 127 h 201"/>
              <a:gd name="T22" fmla="*/ 211 w 302"/>
              <a:gd name="T23" fmla="*/ 149 h 201"/>
              <a:gd name="T24" fmla="*/ 110 w 302"/>
              <a:gd name="T25" fmla="*/ 188 h 201"/>
              <a:gd name="T26" fmla="*/ 143 w 302"/>
              <a:gd name="T27" fmla="*/ 183 h 201"/>
              <a:gd name="T28" fmla="*/ 177 w 302"/>
              <a:gd name="T29" fmla="*/ 188 h 201"/>
              <a:gd name="T30" fmla="*/ 163 w 302"/>
              <a:gd name="T31" fmla="*/ 149 h 201"/>
              <a:gd name="T32" fmla="*/ 205 w 302"/>
              <a:gd name="T33" fmla="*/ 104 h 201"/>
              <a:gd name="T34" fmla="*/ 190 w 302"/>
              <a:gd name="T35" fmla="*/ 112 h 201"/>
              <a:gd name="T36" fmla="*/ 172 w 302"/>
              <a:gd name="T37" fmla="*/ 121 h 201"/>
              <a:gd name="T38" fmla="*/ 163 w 302"/>
              <a:gd name="T39" fmla="*/ 149 h 201"/>
              <a:gd name="T40" fmla="*/ 134 w 302"/>
              <a:gd name="T41" fmla="*/ 131 h 201"/>
              <a:gd name="T42" fmla="*/ 168 w 302"/>
              <a:gd name="T43" fmla="*/ 112 h 201"/>
              <a:gd name="T44" fmla="*/ 187 w 302"/>
              <a:gd name="T45" fmla="*/ 104 h 201"/>
              <a:gd name="T46" fmla="*/ 191 w 302"/>
              <a:gd name="T47" fmla="*/ 86 h 201"/>
              <a:gd name="T48" fmla="*/ 156 w 302"/>
              <a:gd name="T49" fmla="*/ 104 h 201"/>
              <a:gd name="T50" fmla="*/ 127 w 302"/>
              <a:gd name="T51" fmla="*/ 112 h 201"/>
              <a:gd name="T52" fmla="*/ 132 w 302"/>
              <a:gd name="T53" fmla="*/ 129 h 201"/>
              <a:gd name="T54" fmla="*/ 125 w 302"/>
              <a:gd name="T55" fmla="*/ 104 h 201"/>
              <a:gd name="T56" fmla="*/ 151 w 302"/>
              <a:gd name="T57" fmla="*/ 93 h 201"/>
              <a:gd name="T58" fmla="*/ 179 w 302"/>
              <a:gd name="T59" fmla="*/ 74 h 201"/>
              <a:gd name="T60" fmla="*/ 154 w 302"/>
              <a:gd name="T61" fmla="*/ 75 h 201"/>
              <a:gd name="T62" fmla="*/ 133 w 302"/>
              <a:gd name="T63" fmla="*/ 77 h 201"/>
              <a:gd name="T64" fmla="*/ 113 w 302"/>
              <a:gd name="T65" fmla="*/ 109 h 201"/>
              <a:gd name="T66" fmla="*/ 100 w 302"/>
              <a:gd name="T67" fmla="*/ 54 h 201"/>
              <a:gd name="T68" fmla="*/ 132 w 302"/>
              <a:gd name="T69" fmla="*/ 69 h 201"/>
              <a:gd name="T70" fmla="*/ 153 w 302"/>
              <a:gd name="T71" fmla="*/ 67 h 201"/>
              <a:gd name="T72" fmla="*/ 100 w 302"/>
              <a:gd name="T73" fmla="*/ 54 h 201"/>
              <a:gd name="T74" fmla="*/ 167 w 302"/>
              <a:gd name="T75" fmla="*/ 30 h 201"/>
              <a:gd name="T76" fmla="*/ 133 w 302"/>
              <a:gd name="T77" fmla="*/ 16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2" h="201">
                <a:moveTo>
                  <a:pt x="164" y="42"/>
                </a:moveTo>
                <a:cubicBezTo>
                  <a:pt x="302" y="154"/>
                  <a:pt x="210" y="178"/>
                  <a:pt x="187" y="170"/>
                </a:cubicBezTo>
                <a:cubicBezTo>
                  <a:pt x="197" y="176"/>
                  <a:pt x="213" y="200"/>
                  <a:pt x="213" y="200"/>
                </a:cubicBezTo>
                <a:cubicBezTo>
                  <a:pt x="186" y="200"/>
                  <a:pt x="186" y="200"/>
                  <a:pt x="186" y="200"/>
                </a:cubicBezTo>
                <a:cubicBezTo>
                  <a:pt x="185" y="199"/>
                  <a:pt x="185" y="197"/>
                  <a:pt x="184" y="196"/>
                </a:cubicBezTo>
                <a:cubicBezTo>
                  <a:pt x="151" y="196"/>
                  <a:pt x="151" y="196"/>
                  <a:pt x="151" y="196"/>
                </a:cubicBezTo>
                <a:cubicBezTo>
                  <a:pt x="149" y="199"/>
                  <a:pt x="146" y="201"/>
                  <a:pt x="143" y="201"/>
                </a:cubicBezTo>
                <a:cubicBezTo>
                  <a:pt x="139" y="201"/>
                  <a:pt x="136" y="199"/>
                  <a:pt x="135" y="196"/>
                </a:cubicBezTo>
                <a:cubicBezTo>
                  <a:pt x="103" y="196"/>
                  <a:pt x="103" y="196"/>
                  <a:pt x="103" y="196"/>
                </a:cubicBezTo>
                <a:cubicBezTo>
                  <a:pt x="102" y="197"/>
                  <a:pt x="101" y="199"/>
                  <a:pt x="100" y="200"/>
                </a:cubicBezTo>
                <a:cubicBezTo>
                  <a:pt x="82" y="200"/>
                  <a:pt x="82" y="200"/>
                  <a:pt x="82" y="200"/>
                </a:cubicBezTo>
                <a:cubicBezTo>
                  <a:pt x="82" y="200"/>
                  <a:pt x="80" y="166"/>
                  <a:pt x="145" y="159"/>
                </a:cubicBezTo>
                <a:cubicBezTo>
                  <a:pt x="0" y="50"/>
                  <a:pt x="126" y="32"/>
                  <a:pt x="126" y="32"/>
                </a:cubicBezTo>
                <a:cubicBezTo>
                  <a:pt x="96" y="0"/>
                  <a:pt x="96" y="0"/>
                  <a:pt x="96" y="0"/>
                </a:cubicBezTo>
                <a:cubicBezTo>
                  <a:pt x="122" y="0"/>
                  <a:pt x="122" y="0"/>
                  <a:pt x="122" y="0"/>
                </a:cubicBezTo>
                <a:cubicBezTo>
                  <a:pt x="123" y="3"/>
                  <a:pt x="124" y="6"/>
                  <a:pt x="126" y="8"/>
                </a:cubicBezTo>
                <a:cubicBezTo>
                  <a:pt x="208" y="8"/>
                  <a:pt x="208" y="8"/>
                  <a:pt x="208" y="8"/>
                </a:cubicBezTo>
                <a:cubicBezTo>
                  <a:pt x="210" y="6"/>
                  <a:pt x="211" y="3"/>
                  <a:pt x="213" y="0"/>
                </a:cubicBezTo>
                <a:cubicBezTo>
                  <a:pt x="230" y="0"/>
                  <a:pt x="230" y="0"/>
                  <a:pt x="230" y="0"/>
                </a:cubicBezTo>
                <a:cubicBezTo>
                  <a:pt x="230" y="0"/>
                  <a:pt x="227" y="51"/>
                  <a:pt x="164" y="42"/>
                </a:cubicBezTo>
                <a:close/>
                <a:moveTo>
                  <a:pt x="211" y="149"/>
                </a:moveTo>
                <a:cubicBezTo>
                  <a:pt x="216" y="144"/>
                  <a:pt x="217" y="136"/>
                  <a:pt x="215" y="127"/>
                </a:cubicBezTo>
                <a:cubicBezTo>
                  <a:pt x="172" y="153"/>
                  <a:pt x="172" y="153"/>
                  <a:pt x="172" y="153"/>
                </a:cubicBezTo>
                <a:cubicBezTo>
                  <a:pt x="189" y="159"/>
                  <a:pt x="204" y="158"/>
                  <a:pt x="211" y="149"/>
                </a:cubicBezTo>
                <a:close/>
                <a:moveTo>
                  <a:pt x="143" y="176"/>
                </a:moveTo>
                <a:cubicBezTo>
                  <a:pt x="130" y="176"/>
                  <a:pt x="118" y="181"/>
                  <a:pt x="110" y="188"/>
                </a:cubicBezTo>
                <a:cubicBezTo>
                  <a:pt x="134" y="188"/>
                  <a:pt x="134" y="188"/>
                  <a:pt x="134" y="188"/>
                </a:cubicBezTo>
                <a:cubicBezTo>
                  <a:pt x="136" y="185"/>
                  <a:pt x="139" y="183"/>
                  <a:pt x="143" y="183"/>
                </a:cubicBezTo>
                <a:cubicBezTo>
                  <a:pt x="147" y="183"/>
                  <a:pt x="150" y="185"/>
                  <a:pt x="151" y="188"/>
                </a:cubicBezTo>
                <a:cubicBezTo>
                  <a:pt x="177" y="188"/>
                  <a:pt x="177" y="188"/>
                  <a:pt x="177" y="188"/>
                </a:cubicBezTo>
                <a:cubicBezTo>
                  <a:pt x="168" y="181"/>
                  <a:pt x="156" y="176"/>
                  <a:pt x="143" y="176"/>
                </a:cubicBezTo>
                <a:close/>
                <a:moveTo>
                  <a:pt x="163" y="149"/>
                </a:moveTo>
                <a:cubicBezTo>
                  <a:pt x="213" y="119"/>
                  <a:pt x="213" y="119"/>
                  <a:pt x="213" y="119"/>
                </a:cubicBezTo>
                <a:cubicBezTo>
                  <a:pt x="211" y="114"/>
                  <a:pt x="208" y="109"/>
                  <a:pt x="205" y="104"/>
                </a:cubicBezTo>
                <a:cubicBezTo>
                  <a:pt x="190" y="111"/>
                  <a:pt x="190" y="111"/>
                  <a:pt x="190" y="111"/>
                </a:cubicBezTo>
                <a:cubicBezTo>
                  <a:pt x="190" y="112"/>
                  <a:pt x="190" y="112"/>
                  <a:pt x="190" y="112"/>
                </a:cubicBezTo>
                <a:cubicBezTo>
                  <a:pt x="190" y="118"/>
                  <a:pt x="185" y="123"/>
                  <a:pt x="179" y="123"/>
                </a:cubicBezTo>
                <a:cubicBezTo>
                  <a:pt x="176" y="123"/>
                  <a:pt x="174" y="122"/>
                  <a:pt x="172" y="121"/>
                </a:cubicBezTo>
                <a:cubicBezTo>
                  <a:pt x="140" y="136"/>
                  <a:pt x="140" y="136"/>
                  <a:pt x="140" y="136"/>
                </a:cubicBezTo>
                <a:cubicBezTo>
                  <a:pt x="148" y="141"/>
                  <a:pt x="155" y="146"/>
                  <a:pt x="163" y="149"/>
                </a:cubicBezTo>
                <a:close/>
                <a:moveTo>
                  <a:pt x="132" y="129"/>
                </a:moveTo>
                <a:cubicBezTo>
                  <a:pt x="133" y="130"/>
                  <a:pt x="133" y="130"/>
                  <a:pt x="134" y="131"/>
                </a:cubicBezTo>
                <a:cubicBezTo>
                  <a:pt x="168" y="114"/>
                  <a:pt x="168" y="114"/>
                  <a:pt x="168" y="114"/>
                </a:cubicBezTo>
                <a:cubicBezTo>
                  <a:pt x="168" y="113"/>
                  <a:pt x="168" y="112"/>
                  <a:pt x="168" y="112"/>
                </a:cubicBezTo>
                <a:cubicBezTo>
                  <a:pt x="168" y="106"/>
                  <a:pt x="173" y="100"/>
                  <a:pt x="179" y="100"/>
                </a:cubicBezTo>
                <a:cubicBezTo>
                  <a:pt x="182" y="100"/>
                  <a:pt x="185" y="102"/>
                  <a:pt x="187" y="104"/>
                </a:cubicBezTo>
                <a:cubicBezTo>
                  <a:pt x="201" y="97"/>
                  <a:pt x="201" y="97"/>
                  <a:pt x="201" y="97"/>
                </a:cubicBezTo>
                <a:cubicBezTo>
                  <a:pt x="198" y="93"/>
                  <a:pt x="195" y="90"/>
                  <a:pt x="191" y="86"/>
                </a:cubicBezTo>
                <a:cubicBezTo>
                  <a:pt x="155" y="101"/>
                  <a:pt x="155" y="101"/>
                  <a:pt x="155" y="101"/>
                </a:cubicBezTo>
                <a:cubicBezTo>
                  <a:pt x="155" y="102"/>
                  <a:pt x="156" y="103"/>
                  <a:pt x="156" y="104"/>
                </a:cubicBezTo>
                <a:cubicBezTo>
                  <a:pt x="156" y="112"/>
                  <a:pt x="149" y="119"/>
                  <a:pt x="140" y="119"/>
                </a:cubicBezTo>
                <a:cubicBezTo>
                  <a:pt x="135" y="119"/>
                  <a:pt x="130" y="116"/>
                  <a:pt x="127" y="112"/>
                </a:cubicBezTo>
                <a:cubicBezTo>
                  <a:pt x="118" y="116"/>
                  <a:pt x="118" y="116"/>
                  <a:pt x="118" y="116"/>
                </a:cubicBezTo>
                <a:cubicBezTo>
                  <a:pt x="122" y="120"/>
                  <a:pt x="127" y="125"/>
                  <a:pt x="132" y="129"/>
                </a:cubicBezTo>
                <a:close/>
                <a:moveTo>
                  <a:pt x="125" y="104"/>
                </a:moveTo>
                <a:cubicBezTo>
                  <a:pt x="125" y="104"/>
                  <a:pt x="125" y="104"/>
                  <a:pt x="125" y="104"/>
                </a:cubicBezTo>
                <a:cubicBezTo>
                  <a:pt x="125" y="95"/>
                  <a:pt x="132" y="88"/>
                  <a:pt x="140" y="88"/>
                </a:cubicBezTo>
                <a:cubicBezTo>
                  <a:pt x="145" y="88"/>
                  <a:pt x="149" y="90"/>
                  <a:pt x="151" y="93"/>
                </a:cubicBezTo>
                <a:cubicBezTo>
                  <a:pt x="185" y="80"/>
                  <a:pt x="185" y="80"/>
                  <a:pt x="185" y="80"/>
                </a:cubicBezTo>
                <a:cubicBezTo>
                  <a:pt x="183" y="78"/>
                  <a:pt x="181" y="76"/>
                  <a:pt x="179" y="74"/>
                </a:cubicBezTo>
                <a:cubicBezTo>
                  <a:pt x="179" y="74"/>
                  <a:pt x="178" y="73"/>
                  <a:pt x="177" y="73"/>
                </a:cubicBezTo>
                <a:cubicBezTo>
                  <a:pt x="154" y="75"/>
                  <a:pt x="154" y="75"/>
                  <a:pt x="154" y="75"/>
                </a:cubicBezTo>
                <a:cubicBezTo>
                  <a:pt x="152" y="79"/>
                  <a:pt x="148" y="83"/>
                  <a:pt x="143" y="83"/>
                </a:cubicBezTo>
                <a:cubicBezTo>
                  <a:pt x="138" y="83"/>
                  <a:pt x="135" y="80"/>
                  <a:pt x="133" y="77"/>
                </a:cubicBezTo>
                <a:cubicBezTo>
                  <a:pt x="97" y="80"/>
                  <a:pt x="97" y="80"/>
                  <a:pt x="97" y="80"/>
                </a:cubicBezTo>
                <a:cubicBezTo>
                  <a:pt x="100" y="89"/>
                  <a:pt x="105" y="99"/>
                  <a:pt x="113" y="109"/>
                </a:cubicBezTo>
                <a:lnTo>
                  <a:pt x="125" y="104"/>
                </a:lnTo>
                <a:close/>
                <a:moveTo>
                  <a:pt x="100" y="54"/>
                </a:moveTo>
                <a:cubicBezTo>
                  <a:pt x="96" y="59"/>
                  <a:pt x="95" y="65"/>
                  <a:pt x="96" y="72"/>
                </a:cubicBezTo>
                <a:cubicBezTo>
                  <a:pt x="132" y="69"/>
                  <a:pt x="132" y="69"/>
                  <a:pt x="132" y="69"/>
                </a:cubicBezTo>
                <a:cubicBezTo>
                  <a:pt x="134" y="64"/>
                  <a:pt x="138" y="61"/>
                  <a:pt x="143" y="61"/>
                </a:cubicBezTo>
                <a:cubicBezTo>
                  <a:pt x="147" y="61"/>
                  <a:pt x="151" y="63"/>
                  <a:pt x="153" y="67"/>
                </a:cubicBezTo>
                <a:cubicBezTo>
                  <a:pt x="168" y="65"/>
                  <a:pt x="168" y="65"/>
                  <a:pt x="168" y="65"/>
                </a:cubicBezTo>
                <a:cubicBezTo>
                  <a:pt x="140" y="46"/>
                  <a:pt x="112" y="41"/>
                  <a:pt x="100" y="54"/>
                </a:cubicBezTo>
                <a:close/>
                <a:moveTo>
                  <a:pt x="133" y="16"/>
                </a:moveTo>
                <a:cubicBezTo>
                  <a:pt x="141" y="24"/>
                  <a:pt x="154" y="30"/>
                  <a:pt x="167" y="30"/>
                </a:cubicBezTo>
                <a:cubicBezTo>
                  <a:pt x="181" y="30"/>
                  <a:pt x="193" y="24"/>
                  <a:pt x="202" y="16"/>
                </a:cubicBezTo>
                <a:lnTo>
                  <a:pt x="133" y="16"/>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110"/>
          <p:cNvSpPr>
            <a:spLocks noEditPoints="1"/>
          </p:cNvSpPr>
          <p:nvPr/>
        </p:nvSpPr>
        <p:spPr bwMode="auto">
          <a:xfrm>
            <a:off x="4457700" y="1625513"/>
            <a:ext cx="388938" cy="368300"/>
          </a:xfrm>
          <a:custGeom>
            <a:avLst/>
            <a:gdLst>
              <a:gd name="T0" fmla="*/ 99 w 197"/>
              <a:gd name="T1" fmla="*/ 186 h 186"/>
              <a:gd name="T2" fmla="*/ 0 w 197"/>
              <a:gd name="T3" fmla="*/ 65 h 186"/>
              <a:gd name="T4" fmla="*/ 0 w 197"/>
              <a:gd name="T5" fmla="*/ 54 h 186"/>
              <a:gd name="T6" fmla="*/ 44 w 197"/>
              <a:gd name="T7" fmla="*/ 1 h 186"/>
              <a:gd name="T8" fmla="*/ 53 w 197"/>
              <a:gd name="T9" fmla="*/ 0 h 186"/>
              <a:gd name="T10" fmla="*/ 99 w 197"/>
              <a:gd name="T11" fmla="*/ 24 h 186"/>
              <a:gd name="T12" fmla="*/ 144 w 197"/>
              <a:gd name="T13" fmla="*/ 0 h 186"/>
              <a:gd name="T14" fmla="*/ 153 w 197"/>
              <a:gd name="T15" fmla="*/ 1 h 186"/>
              <a:gd name="T16" fmla="*/ 197 w 197"/>
              <a:gd name="T17" fmla="*/ 54 h 186"/>
              <a:gd name="T18" fmla="*/ 197 w 197"/>
              <a:gd name="T19" fmla="*/ 65 h 186"/>
              <a:gd name="T20" fmla="*/ 99 w 197"/>
              <a:gd name="T21" fmla="*/ 186 h 186"/>
              <a:gd name="T22" fmla="*/ 136 w 197"/>
              <a:gd name="T23" fmla="*/ 123 h 186"/>
              <a:gd name="T24" fmla="*/ 118 w 197"/>
              <a:gd name="T25" fmla="*/ 72 h 186"/>
              <a:gd name="T26" fmla="*/ 109 w 197"/>
              <a:gd name="T27" fmla="*/ 112 h 186"/>
              <a:gd name="T28" fmla="*/ 91 w 197"/>
              <a:gd name="T29" fmla="*/ 32 h 186"/>
              <a:gd name="T30" fmla="*/ 67 w 197"/>
              <a:gd name="T31" fmla="*/ 115 h 186"/>
              <a:gd name="T32" fmla="*/ 37 w 197"/>
              <a:gd name="T33" fmla="*/ 127 h 186"/>
              <a:gd name="T34" fmla="*/ 78 w 197"/>
              <a:gd name="T35" fmla="*/ 127 h 186"/>
              <a:gd name="T36" fmla="*/ 90 w 197"/>
              <a:gd name="T37" fmla="*/ 77 h 186"/>
              <a:gd name="T38" fmla="*/ 107 w 197"/>
              <a:gd name="T39" fmla="*/ 154 h 186"/>
              <a:gd name="T40" fmla="*/ 121 w 197"/>
              <a:gd name="T41" fmla="*/ 106 h 186"/>
              <a:gd name="T42" fmla="*/ 131 w 197"/>
              <a:gd name="T43" fmla="*/ 135 h 186"/>
              <a:gd name="T44" fmla="*/ 158 w 197"/>
              <a:gd name="T45" fmla="*/ 135 h 186"/>
              <a:gd name="T46" fmla="*/ 136 w 197"/>
              <a:gd name="T47" fmla="*/ 123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7" h="186">
                <a:moveTo>
                  <a:pt x="99" y="186"/>
                </a:moveTo>
                <a:cubicBezTo>
                  <a:pt x="27" y="136"/>
                  <a:pt x="0" y="97"/>
                  <a:pt x="0" y="65"/>
                </a:cubicBezTo>
                <a:cubicBezTo>
                  <a:pt x="0" y="54"/>
                  <a:pt x="0" y="54"/>
                  <a:pt x="0" y="54"/>
                </a:cubicBezTo>
                <a:cubicBezTo>
                  <a:pt x="0" y="20"/>
                  <a:pt x="25" y="3"/>
                  <a:pt x="44" y="1"/>
                </a:cubicBezTo>
                <a:cubicBezTo>
                  <a:pt x="47" y="0"/>
                  <a:pt x="50" y="0"/>
                  <a:pt x="53" y="0"/>
                </a:cubicBezTo>
                <a:cubicBezTo>
                  <a:pt x="76" y="0"/>
                  <a:pt x="86" y="10"/>
                  <a:pt x="99" y="24"/>
                </a:cubicBezTo>
                <a:cubicBezTo>
                  <a:pt x="111" y="10"/>
                  <a:pt x="122" y="0"/>
                  <a:pt x="144" y="0"/>
                </a:cubicBezTo>
                <a:cubicBezTo>
                  <a:pt x="147" y="0"/>
                  <a:pt x="150" y="0"/>
                  <a:pt x="153" y="1"/>
                </a:cubicBezTo>
                <a:cubicBezTo>
                  <a:pt x="172" y="3"/>
                  <a:pt x="197" y="20"/>
                  <a:pt x="197" y="54"/>
                </a:cubicBezTo>
                <a:cubicBezTo>
                  <a:pt x="197" y="65"/>
                  <a:pt x="197" y="65"/>
                  <a:pt x="197" y="65"/>
                </a:cubicBezTo>
                <a:cubicBezTo>
                  <a:pt x="197" y="97"/>
                  <a:pt x="170" y="136"/>
                  <a:pt x="99" y="186"/>
                </a:cubicBezTo>
                <a:close/>
                <a:moveTo>
                  <a:pt x="136" y="123"/>
                </a:moveTo>
                <a:cubicBezTo>
                  <a:pt x="118" y="72"/>
                  <a:pt x="118" y="72"/>
                  <a:pt x="118" y="72"/>
                </a:cubicBezTo>
                <a:cubicBezTo>
                  <a:pt x="109" y="112"/>
                  <a:pt x="109" y="112"/>
                  <a:pt x="109" y="112"/>
                </a:cubicBezTo>
                <a:cubicBezTo>
                  <a:pt x="91" y="32"/>
                  <a:pt x="91" y="32"/>
                  <a:pt x="91" y="32"/>
                </a:cubicBezTo>
                <a:cubicBezTo>
                  <a:pt x="67" y="115"/>
                  <a:pt x="67" y="115"/>
                  <a:pt x="67" y="115"/>
                </a:cubicBezTo>
                <a:cubicBezTo>
                  <a:pt x="37" y="127"/>
                  <a:pt x="37" y="127"/>
                  <a:pt x="37" y="127"/>
                </a:cubicBezTo>
                <a:cubicBezTo>
                  <a:pt x="78" y="127"/>
                  <a:pt x="78" y="127"/>
                  <a:pt x="78" y="127"/>
                </a:cubicBezTo>
                <a:cubicBezTo>
                  <a:pt x="90" y="77"/>
                  <a:pt x="90" y="77"/>
                  <a:pt x="90" y="77"/>
                </a:cubicBezTo>
                <a:cubicBezTo>
                  <a:pt x="107" y="154"/>
                  <a:pt x="107" y="154"/>
                  <a:pt x="107" y="154"/>
                </a:cubicBezTo>
                <a:cubicBezTo>
                  <a:pt x="121" y="106"/>
                  <a:pt x="121" y="106"/>
                  <a:pt x="121" y="106"/>
                </a:cubicBezTo>
                <a:cubicBezTo>
                  <a:pt x="131" y="135"/>
                  <a:pt x="131" y="135"/>
                  <a:pt x="131" y="135"/>
                </a:cubicBezTo>
                <a:cubicBezTo>
                  <a:pt x="158" y="135"/>
                  <a:pt x="158" y="135"/>
                  <a:pt x="158" y="135"/>
                </a:cubicBezTo>
                <a:lnTo>
                  <a:pt x="136" y="123"/>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111"/>
          <p:cNvSpPr>
            <a:spLocks noEditPoints="1"/>
          </p:cNvSpPr>
          <p:nvPr/>
        </p:nvSpPr>
        <p:spPr bwMode="auto">
          <a:xfrm>
            <a:off x="4986338" y="1609638"/>
            <a:ext cx="315913" cy="396875"/>
          </a:xfrm>
          <a:custGeom>
            <a:avLst/>
            <a:gdLst>
              <a:gd name="T0" fmla="*/ 136 w 160"/>
              <a:gd name="T1" fmla="*/ 200 h 200"/>
              <a:gd name="T2" fmla="*/ 136 w 160"/>
              <a:gd name="T3" fmla="*/ 120 h 200"/>
              <a:gd name="T4" fmla="*/ 128 w 160"/>
              <a:gd name="T5" fmla="*/ 112 h 200"/>
              <a:gd name="T6" fmla="*/ 120 w 160"/>
              <a:gd name="T7" fmla="*/ 120 h 200"/>
              <a:gd name="T8" fmla="*/ 120 w 160"/>
              <a:gd name="T9" fmla="*/ 200 h 200"/>
              <a:gd name="T10" fmla="*/ 24 w 160"/>
              <a:gd name="T11" fmla="*/ 200 h 200"/>
              <a:gd name="T12" fmla="*/ 24 w 160"/>
              <a:gd name="T13" fmla="*/ 172 h 200"/>
              <a:gd name="T14" fmla="*/ 20 w 160"/>
              <a:gd name="T15" fmla="*/ 172 h 200"/>
              <a:gd name="T16" fmla="*/ 0 w 160"/>
              <a:gd name="T17" fmla="*/ 152 h 200"/>
              <a:gd name="T18" fmla="*/ 0 w 160"/>
              <a:gd name="T19" fmla="*/ 116 h 200"/>
              <a:gd name="T20" fmla="*/ 0 w 160"/>
              <a:gd name="T21" fmla="*/ 92 h 200"/>
              <a:gd name="T22" fmla="*/ 0 w 160"/>
              <a:gd name="T23" fmla="*/ 88 h 200"/>
              <a:gd name="T24" fmla="*/ 0 w 160"/>
              <a:gd name="T25" fmla="*/ 88 h 200"/>
              <a:gd name="T26" fmla="*/ 20 w 160"/>
              <a:gd name="T27" fmla="*/ 72 h 200"/>
              <a:gd name="T28" fmla="*/ 90 w 160"/>
              <a:gd name="T29" fmla="*/ 72 h 200"/>
              <a:gd name="T30" fmla="*/ 30 w 160"/>
              <a:gd name="T31" fmla="*/ 170 h 200"/>
              <a:gd name="T32" fmla="*/ 118 w 160"/>
              <a:gd name="T33" fmla="*/ 72 h 200"/>
              <a:gd name="T34" fmla="*/ 140 w 160"/>
              <a:gd name="T35" fmla="*/ 72 h 200"/>
              <a:gd name="T36" fmla="*/ 160 w 160"/>
              <a:gd name="T37" fmla="*/ 92 h 200"/>
              <a:gd name="T38" fmla="*/ 160 w 160"/>
              <a:gd name="T39" fmla="*/ 200 h 200"/>
              <a:gd name="T40" fmla="*/ 136 w 160"/>
              <a:gd name="T41" fmla="*/ 200 h 200"/>
              <a:gd name="T42" fmla="*/ 36 w 160"/>
              <a:gd name="T43" fmla="*/ 136 h 200"/>
              <a:gd name="T44" fmla="*/ 36 w 160"/>
              <a:gd name="T45" fmla="*/ 112 h 200"/>
              <a:gd name="T46" fmla="*/ 24 w 160"/>
              <a:gd name="T47" fmla="*/ 112 h 200"/>
              <a:gd name="T48" fmla="*/ 24 w 160"/>
              <a:gd name="T49" fmla="*/ 136 h 200"/>
              <a:gd name="T50" fmla="*/ 36 w 160"/>
              <a:gd name="T51" fmla="*/ 136 h 200"/>
              <a:gd name="T52" fmla="*/ 79 w 160"/>
              <a:gd name="T53" fmla="*/ 63 h 200"/>
              <a:gd name="T54" fmla="*/ 47 w 160"/>
              <a:gd name="T55" fmla="*/ 31 h 200"/>
              <a:gd name="T56" fmla="*/ 79 w 160"/>
              <a:gd name="T57" fmla="*/ 0 h 200"/>
              <a:gd name="T58" fmla="*/ 111 w 160"/>
              <a:gd name="T59" fmla="*/ 31 h 200"/>
              <a:gd name="T60" fmla="*/ 79 w 160"/>
              <a:gd name="T61" fmla="*/ 63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0" h="200">
                <a:moveTo>
                  <a:pt x="136" y="200"/>
                </a:moveTo>
                <a:cubicBezTo>
                  <a:pt x="136" y="120"/>
                  <a:pt x="136" y="120"/>
                  <a:pt x="136" y="120"/>
                </a:cubicBezTo>
                <a:cubicBezTo>
                  <a:pt x="136" y="115"/>
                  <a:pt x="132" y="112"/>
                  <a:pt x="128" y="112"/>
                </a:cubicBezTo>
                <a:cubicBezTo>
                  <a:pt x="123" y="112"/>
                  <a:pt x="120" y="115"/>
                  <a:pt x="120" y="120"/>
                </a:cubicBezTo>
                <a:cubicBezTo>
                  <a:pt x="120" y="200"/>
                  <a:pt x="120" y="200"/>
                  <a:pt x="120" y="200"/>
                </a:cubicBezTo>
                <a:cubicBezTo>
                  <a:pt x="24" y="200"/>
                  <a:pt x="24" y="200"/>
                  <a:pt x="24" y="200"/>
                </a:cubicBezTo>
                <a:cubicBezTo>
                  <a:pt x="24" y="172"/>
                  <a:pt x="24" y="172"/>
                  <a:pt x="24" y="172"/>
                </a:cubicBezTo>
                <a:cubicBezTo>
                  <a:pt x="20" y="172"/>
                  <a:pt x="20" y="172"/>
                  <a:pt x="20" y="172"/>
                </a:cubicBezTo>
                <a:cubicBezTo>
                  <a:pt x="8" y="172"/>
                  <a:pt x="0" y="163"/>
                  <a:pt x="0" y="152"/>
                </a:cubicBezTo>
                <a:cubicBezTo>
                  <a:pt x="0" y="116"/>
                  <a:pt x="0" y="116"/>
                  <a:pt x="0" y="116"/>
                </a:cubicBezTo>
                <a:cubicBezTo>
                  <a:pt x="0" y="92"/>
                  <a:pt x="0" y="92"/>
                  <a:pt x="0" y="92"/>
                </a:cubicBezTo>
                <a:cubicBezTo>
                  <a:pt x="0" y="88"/>
                  <a:pt x="0" y="88"/>
                  <a:pt x="0" y="88"/>
                </a:cubicBezTo>
                <a:cubicBezTo>
                  <a:pt x="0" y="88"/>
                  <a:pt x="0" y="88"/>
                  <a:pt x="0" y="88"/>
                </a:cubicBezTo>
                <a:cubicBezTo>
                  <a:pt x="2" y="79"/>
                  <a:pt x="10" y="72"/>
                  <a:pt x="20" y="72"/>
                </a:cubicBezTo>
                <a:cubicBezTo>
                  <a:pt x="90" y="72"/>
                  <a:pt x="90" y="72"/>
                  <a:pt x="90" y="72"/>
                </a:cubicBezTo>
                <a:cubicBezTo>
                  <a:pt x="30" y="170"/>
                  <a:pt x="30" y="170"/>
                  <a:pt x="30" y="170"/>
                </a:cubicBezTo>
                <a:cubicBezTo>
                  <a:pt x="30" y="170"/>
                  <a:pt x="110" y="181"/>
                  <a:pt x="118" y="72"/>
                </a:cubicBezTo>
                <a:cubicBezTo>
                  <a:pt x="140" y="72"/>
                  <a:pt x="140" y="72"/>
                  <a:pt x="140" y="72"/>
                </a:cubicBezTo>
                <a:cubicBezTo>
                  <a:pt x="151" y="72"/>
                  <a:pt x="160" y="81"/>
                  <a:pt x="160" y="92"/>
                </a:cubicBezTo>
                <a:cubicBezTo>
                  <a:pt x="160" y="200"/>
                  <a:pt x="160" y="200"/>
                  <a:pt x="160" y="200"/>
                </a:cubicBezTo>
                <a:lnTo>
                  <a:pt x="136" y="200"/>
                </a:lnTo>
                <a:close/>
                <a:moveTo>
                  <a:pt x="36" y="136"/>
                </a:moveTo>
                <a:cubicBezTo>
                  <a:pt x="36" y="112"/>
                  <a:pt x="36" y="112"/>
                  <a:pt x="36" y="112"/>
                </a:cubicBezTo>
                <a:cubicBezTo>
                  <a:pt x="24" y="112"/>
                  <a:pt x="24" y="112"/>
                  <a:pt x="24" y="112"/>
                </a:cubicBezTo>
                <a:cubicBezTo>
                  <a:pt x="24" y="136"/>
                  <a:pt x="24" y="136"/>
                  <a:pt x="24" y="136"/>
                </a:cubicBezTo>
                <a:lnTo>
                  <a:pt x="36" y="136"/>
                </a:lnTo>
                <a:close/>
                <a:moveTo>
                  <a:pt x="79" y="63"/>
                </a:moveTo>
                <a:cubicBezTo>
                  <a:pt x="61" y="63"/>
                  <a:pt x="47" y="49"/>
                  <a:pt x="47" y="31"/>
                </a:cubicBezTo>
                <a:cubicBezTo>
                  <a:pt x="47" y="14"/>
                  <a:pt x="61" y="0"/>
                  <a:pt x="79" y="0"/>
                </a:cubicBezTo>
                <a:cubicBezTo>
                  <a:pt x="96" y="0"/>
                  <a:pt x="111" y="14"/>
                  <a:pt x="111" y="31"/>
                </a:cubicBezTo>
                <a:cubicBezTo>
                  <a:pt x="111" y="49"/>
                  <a:pt x="96" y="63"/>
                  <a:pt x="79" y="63"/>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112"/>
          <p:cNvSpPr>
            <a:spLocks noEditPoints="1"/>
          </p:cNvSpPr>
          <p:nvPr/>
        </p:nvSpPr>
        <p:spPr bwMode="auto">
          <a:xfrm>
            <a:off x="5445125" y="1604875"/>
            <a:ext cx="381000" cy="398463"/>
          </a:xfrm>
          <a:custGeom>
            <a:avLst/>
            <a:gdLst>
              <a:gd name="T0" fmla="*/ 171 w 193"/>
              <a:gd name="T1" fmla="*/ 17 h 202"/>
              <a:gd name="T2" fmla="*/ 164 w 193"/>
              <a:gd name="T3" fmla="*/ 32 h 202"/>
              <a:gd name="T4" fmla="*/ 173 w 193"/>
              <a:gd name="T5" fmla="*/ 31 h 202"/>
              <a:gd name="T6" fmla="*/ 176 w 193"/>
              <a:gd name="T7" fmla="*/ 62 h 202"/>
              <a:gd name="T8" fmla="*/ 177 w 193"/>
              <a:gd name="T9" fmla="*/ 64 h 202"/>
              <a:gd name="T10" fmla="*/ 170 w 193"/>
              <a:gd name="T11" fmla="*/ 87 h 202"/>
              <a:gd name="T12" fmla="*/ 193 w 193"/>
              <a:gd name="T13" fmla="*/ 130 h 202"/>
              <a:gd name="T14" fmla="*/ 171 w 193"/>
              <a:gd name="T15" fmla="*/ 130 h 202"/>
              <a:gd name="T16" fmla="*/ 163 w 193"/>
              <a:gd name="T17" fmla="*/ 96 h 202"/>
              <a:gd name="T18" fmla="*/ 153 w 193"/>
              <a:gd name="T19" fmla="*/ 103 h 202"/>
              <a:gd name="T20" fmla="*/ 147 w 193"/>
              <a:gd name="T21" fmla="*/ 113 h 202"/>
              <a:gd name="T22" fmla="*/ 146 w 193"/>
              <a:gd name="T23" fmla="*/ 177 h 202"/>
              <a:gd name="T24" fmla="*/ 134 w 193"/>
              <a:gd name="T25" fmla="*/ 202 h 202"/>
              <a:gd name="T26" fmla="*/ 134 w 193"/>
              <a:gd name="T27" fmla="*/ 171 h 202"/>
              <a:gd name="T28" fmla="*/ 130 w 193"/>
              <a:gd name="T29" fmla="*/ 134 h 202"/>
              <a:gd name="T30" fmla="*/ 82 w 193"/>
              <a:gd name="T31" fmla="*/ 179 h 202"/>
              <a:gd name="T32" fmla="*/ 56 w 193"/>
              <a:gd name="T33" fmla="*/ 179 h 202"/>
              <a:gd name="T34" fmla="*/ 26 w 193"/>
              <a:gd name="T35" fmla="*/ 151 h 202"/>
              <a:gd name="T36" fmla="*/ 19 w 193"/>
              <a:gd name="T37" fmla="*/ 186 h 202"/>
              <a:gd name="T38" fmla="*/ 1 w 193"/>
              <a:gd name="T39" fmla="*/ 186 h 202"/>
              <a:gd name="T40" fmla="*/ 20 w 193"/>
              <a:gd name="T41" fmla="*/ 139 h 202"/>
              <a:gd name="T42" fmla="*/ 18 w 193"/>
              <a:gd name="T43" fmla="*/ 116 h 202"/>
              <a:gd name="T44" fmla="*/ 1 w 193"/>
              <a:gd name="T45" fmla="*/ 74 h 202"/>
              <a:gd name="T46" fmla="*/ 19 w 193"/>
              <a:gd name="T47" fmla="*/ 74 h 202"/>
              <a:gd name="T48" fmla="*/ 21 w 193"/>
              <a:gd name="T49" fmla="*/ 102 h 202"/>
              <a:gd name="T50" fmla="*/ 32 w 193"/>
              <a:gd name="T51" fmla="*/ 74 h 202"/>
              <a:gd name="T52" fmla="*/ 55 w 193"/>
              <a:gd name="T53" fmla="*/ 67 h 202"/>
              <a:gd name="T54" fmla="*/ 69 w 193"/>
              <a:gd name="T55" fmla="*/ 63 h 202"/>
              <a:gd name="T56" fmla="*/ 89 w 193"/>
              <a:gd name="T57" fmla="*/ 51 h 202"/>
              <a:gd name="T58" fmla="*/ 94 w 193"/>
              <a:gd name="T59" fmla="*/ 41 h 202"/>
              <a:gd name="T60" fmla="*/ 61 w 193"/>
              <a:gd name="T61" fmla="*/ 22 h 202"/>
              <a:gd name="T62" fmla="*/ 31 w 193"/>
              <a:gd name="T63" fmla="*/ 22 h 202"/>
              <a:gd name="T64" fmla="*/ 59 w 193"/>
              <a:gd name="T65" fmla="*/ 15 h 202"/>
              <a:gd name="T66" fmla="*/ 132 w 193"/>
              <a:gd name="T67" fmla="*/ 19 h 202"/>
              <a:gd name="T68" fmla="*/ 173 w 193"/>
              <a:gd name="T69" fmla="*/ 9 h 202"/>
              <a:gd name="T70" fmla="*/ 193 w 193"/>
              <a:gd name="T71" fmla="*/ 14 h 202"/>
              <a:gd name="T72" fmla="*/ 167 w 193"/>
              <a:gd name="T73" fmla="*/ 54 h 202"/>
              <a:gd name="T74" fmla="*/ 167 w 193"/>
              <a:gd name="T75" fmla="*/ 45 h 202"/>
              <a:gd name="T76" fmla="*/ 167 w 193"/>
              <a:gd name="T77" fmla="*/ 54 h 202"/>
              <a:gd name="T78" fmla="*/ 48 w 193"/>
              <a:gd name="T79" fmla="*/ 107 h 202"/>
              <a:gd name="T80" fmla="*/ 41 w 193"/>
              <a:gd name="T81" fmla="*/ 100 h 202"/>
              <a:gd name="T82" fmla="*/ 38 w 193"/>
              <a:gd name="T83" fmla="*/ 112 h 202"/>
              <a:gd name="T84" fmla="*/ 50 w 193"/>
              <a:gd name="T85" fmla="*/ 137 h 202"/>
              <a:gd name="T86" fmla="*/ 50 w 193"/>
              <a:gd name="T87" fmla="*/ 107 h 202"/>
              <a:gd name="T88" fmla="*/ 74 w 193"/>
              <a:gd name="T89" fmla="*/ 91 h 202"/>
              <a:gd name="T90" fmla="*/ 83 w 193"/>
              <a:gd name="T91" fmla="*/ 91 h 202"/>
              <a:gd name="T92" fmla="*/ 82 w 193"/>
              <a:gd name="T93" fmla="*/ 153 h 202"/>
              <a:gd name="T94" fmla="*/ 91 w 193"/>
              <a:gd name="T95" fmla="*/ 153 h 202"/>
              <a:gd name="T96" fmla="*/ 82 w 193"/>
              <a:gd name="T97" fmla="*/ 153 h 202"/>
              <a:gd name="T98" fmla="*/ 83 w 193"/>
              <a:gd name="T99" fmla="*/ 70 h 202"/>
              <a:gd name="T100" fmla="*/ 93 w 193"/>
              <a:gd name="T101" fmla="*/ 70 h 202"/>
              <a:gd name="T102" fmla="*/ 106 w 193"/>
              <a:gd name="T103" fmla="*/ 112 h 202"/>
              <a:gd name="T104" fmla="*/ 121 w 193"/>
              <a:gd name="T105" fmla="*/ 112 h 202"/>
              <a:gd name="T106" fmla="*/ 106 w 193"/>
              <a:gd name="T107" fmla="*/ 112 h 202"/>
              <a:gd name="T108" fmla="*/ 119 w 193"/>
              <a:gd name="T109" fmla="*/ 44 h 202"/>
              <a:gd name="T110" fmla="*/ 134 w 193"/>
              <a:gd name="T111" fmla="*/ 44 h 202"/>
              <a:gd name="T112" fmla="*/ 141 w 193"/>
              <a:gd name="T113" fmla="*/ 62 h 202"/>
              <a:gd name="T114" fmla="*/ 141 w 193"/>
              <a:gd name="T115" fmla="*/ 84 h 202"/>
              <a:gd name="T116" fmla="*/ 141 w 193"/>
              <a:gd name="T117" fmla="*/ 62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3" h="202">
                <a:moveTo>
                  <a:pt x="182" y="25"/>
                </a:moveTo>
                <a:cubicBezTo>
                  <a:pt x="177" y="25"/>
                  <a:pt x="172" y="22"/>
                  <a:pt x="171" y="17"/>
                </a:cubicBezTo>
                <a:cubicBezTo>
                  <a:pt x="163" y="16"/>
                  <a:pt x="158" y="21"/>
                  <a:pt x="155" y="25"/>
                </a:cubicBezTo>
                <a:cubicBezTo>
                  <a:pt x="158" y="27"/>
                  <a:pt x="161" y="30"/>
                  <a:pt x="164" y="32"/>
                </a:cubicBezTo>
                <a:cubicBezTo>
                  <a:pt x="164" y="33"/>
                  <a:pt x="164" y="33"/>
                  <a:pt x="165" y="33"/>
                </a:cubicBezTo>
                <a:cubicBezTo>
                  <a:pt x="167" y="32"/>
                  <a:pt x="170" y="31"/>
                  <a:pt x="173" y="31"/>
                </a:cubicBezTo>
                <a:cubicBezTo>
                  <a:pt x="182" y="31"/>
                  <a:pt x="189" y="38"/>
                  <a:pt x="189" y="47"/>
                </a:cubicBezTo>
                <a:cubicBezTo>
                  <a:pt x="189" y="54"/>
                  <a:pt x="184" y="60"/>
                  <a:pt x="176" y="62"/>
                </a:cubicBezTo>
                <a:cubicBezTo>
                  <a:pt x="176" y="62"/>
                  <a:pt x="177" y="63"/>
                  <a:pt x="177" y="64"/>
                </a:cubicBezTo>
                <a:cubicBezTo>
                  <a:pt x="177" y="64"/>
                  <a:pt x="177" y="64"/>
                  <a:pt x="177" y="64"/>
                </a:cubicBezTo>
                <a:cubicBezTo>
                  <a:pt x="177" y="70"/>
                  <a:pt x="175" y="76"/>
                  <a:pt x="173" y="81"/>
                </a:cubicBezTo>
                <a:cubicBezTo>
                  <a:pt x="172" y="83"/>
                  <a:pt x="171" y="85"/>
                  <a:pt x="170" y="87"/>
                </a:cubicBezTo>
                <a:cubicBezTo>
                  <a:pt x="180" y="95"/>
                  <a:pt x="183" y="110"/>
                  <a:pt x="184" y="120"/>
                </a:cubicBezTo>
                <a:cubicBezTo>
                  <a:pt x="189" y="121"/>
                  <a:pt x="193" y="125"/>
                  <a:pt x="193" y="130"/>
                </a:cubicBezTo>
                <a:cubicBezTo>
                  <a:pt x="193" y="136"/>
                  <a:pt x="188" y="141"/>
                  <a:pt x="182" y="141"/>
                </a:cubicBezTo>
                <a:cubicBezTo>
                  <a:pt x="176" y="141"/>
                  <a:pt x="171" y="136"/>
                  <a:pt x="171" y="130"/>
                </a:cubicBezTo>
                <a:cubicBezTo>
                  <a:pt x="171" y="126"/>
                  <a:pt x="173" y="123"/>
                  <a:pt x="177" y="121"/>
                </a:cubicBezTo>
                <a:cubicBezTo>
                  <a:pt x="174" y="113"/>
                  <a:pt x="170" y="103"/>
                  <a:pt x="163" y="96"/>
                </a:cubicBezTo>
                <a:cubicBezTo>
                  <a:pt x="162" y="97"/>
                  <a:pt x="161" y="97"/>
                  <a:pt x="160" y="98"/>
                </a:cubicBezTo>
                <a:cubicBezTo>
                  <a:pt x="158" y="100"/>
                  <a:pt x="155" y="102"/>
                  <a:pt x="153" y="103"/>
                </a:cubicBezTo>
                <a:cubicBezTo>
                  <a:pt x="153" y="104"/>
                  <a:pt x="153" y="104"/>
                  <a:pt x="153" y="105"/>
                </a:cubicBezTo>
                <a:cubicBezTo>
                  <a:pt x="153" y="108"/>
                  <a:pt x="151" y="112"/>
                  <a:pt x="147" y="113"/>
                </a:cubicBezTo>
                <a:cubicBezTo>
                  <a:pt x="146" y="118"/>
                  <a:pt x="143" y="122"/>
                  <a:pt x="139" y="125"/>
                </a:cubicBezTo>
                <a:cubicBezTo>
                  <a:pt x="155" y="144"/>
                  <a:pt x="151" y="165"/>
                  <a:pt x="146" y="177"/>
                </a:cubicBezTo>
                <a:cubicBezTo>
                  <a:pt x="148" y="180"/>
                  <a:pt x="149" y="183"/>
                  <a:pt x="149" y="186"/>
                </a:cubicBezTo>
                <a:cubicBezTo>
                  <a:pt x="149" y="195"/>
                  <a:pt x="142" y="202"/>
                  <a:pt x="134" y="202"/>
                </a:cubicBezTo>
                <a:cubicBezTo>
                  <a:pt x="125" y="202"/>
                  <a:pt x="119" y="195"/>
                  <a:pt x="119" y="186"/>
                </a:cubicBezTo>
                <a:cubicBezTo>
                  <a:pt x="119" y="178"/>
                  <a:pt x="125" y="171"/>
                  <a:pt x="134" y="171"/>
                </a:cubicBezTo>
                <a:cubicBezTo>
                  <a:pt x="135" y="171"/>
                  <a:pt x="137" y="171"/>
                  <a:pt x="138" y="172"/>
                </a:cubicBezTo>
                <a:cubicBezTo>
                  <a:pt x="139" y="161"/>
                  <a:pt x="138" y="147"/>
                  <a:pt x="130" y="134"/>
                </a:cubicBezTo>
                <a:cubicBezTo>
                  <a:pt x="124" y="157"/>
                  <a:pt x="105" y="174"/>
                  <a:pt x="82" y="177"/>
                </a:cubicBezTo>
                <a:cubicBezTo>
                  <a:pt x="82" y="178"/>
                  <a:pt x="82" y="178"/>
                  <a:pt x="82" y="179"/>
                </a:cubicBezTo>
                <a:cubicBezTo>
                  <a:pt x="82" y="186"/>
                  <a:pt x="76" y="192"/>
                  <a:pt x="69" y="192"/>
                </a:cubicBezTo>
                <a:cubicBezTo>
                  <a:pt x="61" y="192"/>
                  <a:pt x="56" y="186"/>
                  <a:pt x="56" y="179"/>
                </a:cubicBezTo>
                <a:cubicBezTo>
                  <a:pt x="56" y="177"/>
                  <a:pt x="56" y="176"/>
                  <a:pt x="56" y="175"/>
                </a:cubicBezTo>
                <a:cubicBezTo>
                  <a:pt x="44" y="170"/>
                  <a:pt x="33" y="162"/>
                  <a:pt x="26" y="151"/>
                </a:cubicBezTo>
                <a:cubicBezTo>
                  <a:pt x="20" y="153"/>
                  <a:pt x="12" y="159"/>
                  <a:pt x="11" y="177"/>
                </a:cubicBezTo>
                <a:cubicBezTo>
                  <a:pt x="16" y="178"/>
                  <a:pt x="19" y="182"/>
                  <a:pt x="19" y="186"/>
                </a:cubicBezTo>
                <a:cubicBezTo>
                  <a:pt x="19" y="192"/>
                  <a:pt x="15" y="196"/>
                  <a:pt x="10" y="196"/>
                </a:cubicBezTo>
                <a:cubicBezTo>
                  <a:pt x="5" y="196"/>
                  <a:pt x="1" y="192"/>
                  <a:pt x="1" y="186"/>
                </a:cubicBezTo>
                <a:cubicBezTo>
                  <a:pt x="1" y="184"/>
                  <a:pt x="2" y="181"/>
                  <a:pt x="3" y="180"/>
                </a:cubicBezTo>
                <a:cubicBezTo>
                  <a:pt x="1" y="167"/>
                  <a:pt x="0" y="144"/>
                  <a:pt x="20" y="139"/>
                </a:cubicBezTo>
                <a:cubicBezTo>
                  <a:pt x="19" y="133"/>
                  <a:pt x="18" y="127"/>
                  <a:pt x="18" y="121"/>
                </a:cubicBezTo>
                <a:cubicBezTo>
                  <a:pt x="18" y="119"/>
                  <a:pt x="18" y="118"/>
                  <a:pt x="18" y="116"/>
                </a:cubicBezTo>
                <a:cubicBezTo>
                  <a:pt x="6" y="108"/>
                  <a:pt x="5" y="92"/>
                  <a:pt x="6" y="83"/>
                </a:cubicBezTo>
                <a:cubicBezTo>
                  <a:pt x="3" y="81"/>
                  <a:pt x="1" y="78"/>
                  <a:pt x="1" y="74"/>
                </a:cubicBezTo>
                <a:cubicBezTo>
                  <a:pt x="1" y="69"/>
                  <a:pt x="5" y="65"/>
                  <a:pt x="10" y="65"/>
                </a:cubicBezTo>
                <a:cubicBezTo>
                  <a:pt x="15" y="65"/>
                  <a:pt x="19" y="69"/>
                  <a:pt x="19" y="74"/>
                </a:cubicBezTo>
                <a:cubicBezTo>
                  <a:pt x="19" y="79"/>
                  <a:pt x="16" y="82"/>
                  <a:pt x="12" y="83"/>
                </a:cubicBezTo>
                <a:cubicBezTo>
                  <a:pt x="13" y="89"/>
                  <a:pt x="16" y="97"/>
                  <a:pt x="21" y="102"/>
                </a:cubicBezTo>
                <a:cubicBezTo>
                  <a:pt x="24" y="94"/>
                  <a:pt x="28" y="87"/>
                  <a:pt x="34" y="81"/>
                </a:cubicBezTo>
                <a:cubicBezTo>
                  <a:pt x="33" y="79"/>
                  <a:pt x="32" y="77"/>
                  <a:pt x="32" y="74"/>
                </a:cubicBezTo>
                <a:cubicBezTo>
                  <a:pt x="32" y="67"/>
                  <a:pt x="38" y="62"/>
                  <a:pt x="45" y="62"/>
                </a:cubicBezTo>
                <a:cubicBezTo>
                  <a:pt x="49" y="62"/>
                  <a:pt x="53" y="64"/>
                  <a:pt x="55" y="67"/>
                </a:cubicBezTo>
                <a:cubicBezTo>
                  <a:pt x="60" y="66"/>
                  <a:pt x="65" y="65"/>
                  <a:pt x="69" y="64"/>
                </a:cubicBezTo>
                <a:cubicBezTo>
                  <a:pt x="69" y="64"/>
                  <a:pt x="69" y="63"/>
                  <a:pt x="69" y="63"/>
                </a:cubicBezTo>
                <a:cubicBezTo>
                  <a:pt x="69" y="55"/>
                  <a:pt x="75" y="49"/>
                  <a:pt x="83" y="49"/>
                </a:cubicBezTo>
                <a:cubicBezTo>
                  <a:pt x="85" y="49"/>
                  <a:pt x="87" y="50"/>
                  <a:pt x="89" y="51"/>
                </a:cubicBezTo>
                <a:cubicBezTo>
                  <a:pt x="90" y="49"/>
                  <a:pt x="90" y="48"/>
                  <a:pt x="91" y="46"/>
                </a:cubicBezTo>
                <a:cubicBezTo>
                  <a:pt x="92" y="44"/>
                  <a:pt x="93" y="43"/>
                  <a:pt x="94" y="41"/>
                </a:cubicBezTo>
                <a:cubicBezTo>
                  <a:pt x="82" y="23"/>
                  <a:pt x="70" y="20"/>
                  <a:pt x="61" y="21"/>
                </a:cubicBezTo>
                <a:cubicBezTo>
                  <a:pt x="61" y="21"/>
                  <a:pt x="61" y="22"/>
                  <a:pt x="61" y="22"/>
                </a:cubicBezTo>
                <a:cubicBezTo>
                  <a:pt x="61" y="31"/>
                  <a:pt x="54" y="38"/>
                  <a:pt x="46" y="38"/>
                </a:cubicBezTo>
                <a:cubicBezTo>
                  <a:pt x="37" y="38"/>
                  <a:pt x="31" y="31"/>
                  <a:pt x="31" y="22"/>
                </a:cubicBezTo>
                <a:cubicBezTo>
                  <a:pt x="31" y="14"/>
                  <a:pt x="37" y="7"/>
                  <a:pt x="46" y="7"/>
                </a:cubicBezTo>
                <a:cubicBezTo>
                  <a:pt x="51" y="7"/>
                  <a:pt x="56" y="10"/>
                  <a:pt x="59" y="15"/>
                </a:cubicBezTo>
                <a:cubicBezTo>
                  <a:pt x="70" y="10"/>
                  <a:pt x="89" y="7"/>
                  <a:pt x="105" y="28"/>
                </a:cubicBezTo>
                <a:cubicBezTo>
                  <a:pt x="113" y="23"/>
                  <a:pt x="122" y="19"/>
                  <a:pt x="132" y="19"/>
                </a:cubicBezTo>
                <a:cubicBezTo>
                  <a:pt x="134" y="19"/>
                  <a:pt x="136" y="19"/>
                  <a:pt x="138" y="20"/>
                </a:cubicBezTo>
                <a:cubicBezTo>
                  <a:pt x="142" y="11"/>
                  <a:pt x="153" y="0"/>
                  <a:pt x="173" y="9"/>
                </a:cubicBezTo>
                <a:cubicBezTo>
                  <a:pt x="174" y="6"/>
                  <a:pt x="178" y="4"/>
                  <a:pt x="182" y="4"/>
                </a:cubicBezTo>
                <a:cubicBezTo>
                  <a:pt x="188" y="4"/>
                  <a:pt x="193" y="8"/>
                  <a:pt x="193" y="14"/>
                </a:cubicBezTo>
                <a:cubicBezTo>
                  <a:pt x="193" y="20"/>
                  <a:pt x="188" y="25"/>
                  <a:pt x="182" y="25"/>
                </a:cubicBezTo>
                <a:close/>
                <a:moveTo>
                  <a:pt x="167" y="54"/>
                </a:moveTo>
                <a:cubicBezTo>
                  <a:pt x="170" y="54"/>
                  <a:pt x="172" y="52"/>
                  <a:pt x="172" y="49"/>
                </a:cubicBezTo>
                <a:cubicBezTo>
                  <a:pt x="172" y="47"/>
                  <a:pt x="170" y="45"/>
                  <a:pt x="167" y="45"/>
                </a:cubicBezTo>
                <a:cubicBezTo>
                  <a:pt x="165" y="45"/>
                  <a:pt x="163" y="47"/>
                  <a:pt x="163" y="49"/>
                </a:cubicBezTo>
                <a:cubicBezTo>
                  <a:pt x="163" y="52"/>
                  <a:pt x="165" y="54"/>
                  <a:pt x="167" y="54"/>
                </a:cubicBezTo>
                <a:close/>
                <a:moveTo>
                  <a:pt x="50" y="107"/>
                </a:moveTo>
                <a:cubicBezTo>
                  <a:pt x="50" y="107"/>
                  <a:pt x="49" y="107"/>
                  <a:pt x="48" y="107"/>
                </a:cubicBezTo>
                <a:cubicBezTo>
                  <a:pt x="48" y="107"/>
                  <a:pt x="48" y="107"/>
                  <a:pt x="48" y="107"/>
                </a:cubicBezTo>
                <a:cubicBezTo>
                  <a:pt x="48" y="103"/>
                  <a:pt x="45" y="100"/>
                  <a:pt x="41" y="100"/>
                </a:cubicBezTo>
                <a:cubicBezTo>
                  <a:pt x="38" y="100"/>
                  <a:pt x="35" y="103"/>
                  <a:pt x="35" y="107"/>
                </a:cubicBezTo>
                <a:cubicBezTo>
                  <a:pt x="35" y="109"/>
                  <a:pt x="36" y="111"/>
                  <a:pt x="38" y="112"/>
                </a:cubicBezTo>
                <a:cubicBezTo>
                  <a:pt x="36" y="115"/>
                  <a:pt x="35" y="118"/>
                  <a:pt x="35" y="122"/>
                </a:cubicBezTo>
                <a:cubicBezTo>
                  <a:pt x="35" y="130"/>
                  <a:pt x="42" y="137"/>
                  <a:pt x="50" y="137"/>
                </a:cubicBezTo>
                <a:cubicBezTo>
                  <a:pt x="59" y="137"/>
                  <a:pt x="66" y="130"/>
                  <a:pt x="66" y="122"/>
                </a:cubicBezTo>
                <a:cubicBezTo>
                  <a:pt x="66" y="113"/>
                  <a:pt x="59" y="107"/>
                  <a:pt x="50" y="107"/>
                </a:cubicBezTo>
                <a:close/>
                <a:moveTo>
                  <a:pt x="78" y="87"/>
                </a:moveTo>
                <a:cubicBezTo>
                  <a:pt x="76" y="87"/>
                  <a:pt x="74" y="89"/>
                  <a:pt x="74" y="91"/>
                </a:cubicBezTo>
                <a:cubicBezTo>
                  <a:pt x="74" y="94"/>
                  <a:pt x="76" y="96"/>
                  <a:pt x="78" y="96"/>
                </a:cubicBezTo>
                <a:cubicBezTo>
                  <a:pt x="81" y="96"/>
                  <a:pt x="83" y="94"/>
                  <a:pt x="83" y="91"/>
                </a:cubicBezTo>
                <a:cubicBezTo>
                  <a:pt x="83" y="89"/>
                  <a:pt x="81" y="87"/>
                  <a:pt x="78" y="87"/>
                </a:cubicBezTo>
                <a:close/>
                <a:moveTo>
                  <a:pt x="82" y="153"/>
                </a:moveTo>
                <a:cubicBezTo>
                  <a:pt x="82" y="156"/>
                  <a:pt x="84" y="158"/>
                  <a:pt x="86" y="158"/>
                </a:cubicBezTo>
                <a:cubicBezTo>
                  <a:pt x="89" y="158"/>
                  <a:pt x="91" y="156"/>
                  <a:pt x="91" y="153"/>
                </a:cubicBezTo>
                <a:cubicBezTo>
                  <a:pt x="91" y="151"/>
                  <a:pt x="89" y="149"/>
                  <a:pt x="86" y="149"/>
                </a:cubicBezTo>
                <a:cubicBezTo>
                  <a:pt x="84" y="149"/>
                  <a:pt x="82" y="151"/>
                  <a:pt x="82" y="153"/>
                </a:cubicBezTo>
                <a:close/>
                <a:moveTo>
                  <a:pt x="88" y="65"/>
                </a:moveTo>
                <a:cubicBezTo>
                  <a:pt x="85" y="65"/>
                  <a:pt x="83" y="67"/>
                  <a:pt x="83" y="70"/>
                </a:cubicBezTo>
                <a:cubicBezTo>
                  <a:pt x="83" y="72"/>
                  <a:pt x="85" y="74"/>
                  <a:pt x="88" y="74"/>
                </a:cubicBezTo>
                <a:cubicBezTo>
                  <a:pt x="90" y="74"/>
                  <a:pt x="93" y="72"/>
                  <a:pt x="93" y="70"/>
                </a:cubicBezTo>
                <a:cubicBezTo>
                  <a:pt x="93" y="67"/>
                  <a:pt x="90" y="65"/>
                  <a:pt x="88" y="65"/>
                </a:cubicBezTo>
                <a:close/>
                <a:moveTo>
                  <a:pt x="106" y="112"/>
                </a:moveTo>
                <a:cubicBezTo>
                  <a:pt x="106" y="116"/>
                  <a:pt x="110" y="120"/>
                  <a:pt x="114" y="120"/>
                </a:cubicBezTo>
                <a:cubicBezTo>
                  <a:pt x="118" y="120"/>
                  <a:pt x="121" y="116"/>
                  <a:pt x="121" y="112"/>
                </a:cubicBezTo>
                <a:cubicBezTo>
                  <a:pt x="121" y="108"/>
                  <a:pt x="118" y="105"/>
                  <a:pt x="114" y="105"/>
                </a:cubicBezTo>
                <a:cubicBezTo>
                  <a:pt x="110" y="105"/>
                  <a:pt x="106" y="108"/>
                  <a:pt x="106" y="112"/>
                </a:cubicBezTo>
                <a:close/>
                <a:moveTo>
                  <a:pt x="126" y="36"/>
                </a:moveTo>
                <a:cubicBezTo>
                  <a:pt x="122" y="36"/>
                  <a:pt x="119" y="40"/>
                  <a:pt x="119" y="44"/>
                </a:cubicBezTo>
                <a:cubicBezTo>
                  <a:pt x="119" y="48"/>
                  <a:pt x="122" y="51"/>
                  <a:pt x="126" y="51"/>
                </a:cubicBezTo>
                <a:cubicBezTo>
                  <a:pt x="130" y="51"/>
                  <a:pt x="134" y="48"/>
                  <a:pt x="134" y="44"/>
                </a:cubicBezTo>
                <a:cubicBezTo>
                  <a:pt x="134" y="40"/>
                  <a:pt x="130" y="36"/>
                  <a:pt x="126" y="36"/>
                </a:cubicBezTo>
                <a:close/>
                <a:moveTo>
                  <a:pt x="141" y="62"/>
                </a:moveTo>
                <a:cubicBezTo>
                  <a:pt x="135" y="62"/>
                  <a:pt x="130" y="67"/>
                  <a:pt x="130" y="73"/>
                </a:cubicBezTo>
                <a:cubicBezTo>
                  <a:pt x="130" y="79"/>
                  <a:pt x="135" y="84"/>
                  <a:pt x="141" y="84"/>
                </a:cubicBezTo>
                <a:cubicBezTo>
                  <a:pt x="147" y="84"/>
                  <a:pt x="152" y="79"/>
                  <a:pt x="152" y="73"/>
                </a:cubicBezTo>
                <a:cubicBezTo>
                  <a:pt x="152" y="67"/>
                  <a:pt x="147" y="62"/>
                  <a:pt x="141" y="62"/>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113"/>
          <p:cNvSpPr>
            <a:spLocks noEditPoints="1"/>
          </p:cNvSpPr>
          <p:nvPr/>
        </p:nvSpPr>
        <p:spPr bwMode="auto">
          <a:xfrm>
            <a:off x="5938838" y="1628688"/>
            <a:ext cx="363538" cy="379413"/>
          </a:xfrm>
          <a:custGeom>
            <a:avLst/>
            <a:gdLst>
              <a:gd name="T0" fmla="*/ 124 w 184"/>
              <a:gd name="T1" fmla="*/ 64 h 192"/>
              <a:gd name="T2" fmla="*/ 124 w 184"/>
              <a:gd name="T3" fmla="*/ 20 h 192"/>
              <a:gd name="T4" fmla="*/ 126 w 184"/>
              <a:gd name="T5" fmla="*/ 20 h 192"/>
              <a:gd name="T6" fmla="*/ 136 w 184"/>
              <a:gd name="T7" fmla="*/ 10 h 192"/>
              <a:gd name="T8" fmla="*/ 126 w 184"/>
              <a:gd name="T9" fmla="*/ 0 h 192"/>
              <a:gd name="T10" fmla="*/ 75 w 184"/>
              <a:gd name="T11" fmla="*/ 0 h 192"/>
              <a:gd name="T12" fmla="*/ 65 w 184"/>
              <a:gd name="T13" fmla="*/ 10 h 192"/>
              <a:gd name="T14" fmla="*/ 75 w 184"/>
              <a:gd name="T15" fmla="*/ 20 h 192"/>
              <a:gd name="T16" fmla="*/ 80 w 184"/>
              <a:gd name="T17" fmla="*/ 20 h 192"/>
              <a:gd name="T18" fmla="*/ 80 w 184"/>
              <a:gd name="T19" fmla="*/ 64 h 192"/>
              <a:gd name="T20" fmla="*/ 64 w 184"/>
              <a:gd name="T21" fmla="*/ 88 h 192"/>
              <a:gd name="T22" fmla="*/ 64 w 184"/>
              <a:gd name="T23" fmla="*/ 168 h 192"/>
              <a:gd name="T24" fmla="*/ 55 w 184"/>
              <a:gd name="T25" fmla="*/ 192 h 192"/>
              <a:gd name="T26" fmla="*/ 164 w 184"/>
              <a:gd name="T27" fmla="*/ 192 h 192"/>
              <a:gd name="T28" fmla="*/ 184 w 184"/>
              <a:gd name="T29" fmla="*/ 172 h 192"/>
              <a:gd name="T30" fmla="*/ 124 w 184"/>
              <a:gd name="T31" fmla="*/ 64 h 192"/>
              <a:gd name="T32" fmla="*/ 164 w 184"/>
              <a:gd name="T33" fmla="*/ 170 h 192"/>
              <a:gd name="T34" fmla="*/ 156 w 184"/>
              <a:gd name="T35" fmla="*/ 168 h 192"/>
              <a:gd name="T36" fmla="*/ 121 w 184"/>
              <a:gd name="T37" fmla="*/ 104 h 192"/>
              <a:gd name="T38" fmla="*/ 69 w 184"/>
              <a:gd name="T39" fmla="*/ 104 h 192"/>
              <a:gd name="T40" fmla="*/ 88 w 184"/>
              <a:gd name="T41" fmla="*/ 68 h 192"/>
              <a:gd name="T42" fmla="*/ 88 w 184"/>
              <a:gd name="T43" fmla="*/ 20 h 192"/>
              <a:gd name="T44" fmla="*/ 116 w 184"/>
              <a:gd name="T45" fmla="*/ 20 h 192"/>
              <a:gd name="T46" fmla="*/ 116 w 184"/>
              <a:gd name="T47" fmla="*/ 68 h 192"/>
              <a:gd name="T48" fmla="*/ 136 w 184"/>
              <a:gd name="T49" fmla="*/ 104 h 192"/>
              <a:gd name="T50" fmla="*/ 135 w 184"/>
              <a:gd name="T51" fmla="*/ 104 h 192"/>
              <a:gd name="T52" fmla="*/ 166 w 184"/>
              <a:gd name="T53" fmla="*/ 162 h 192"/>
              <a:gd name="T54" fmla="*/ 164 w 184"/>
              <a:gd name="T55" fmla="*/ 170 h 192"/>
              <a:gd name="T56" fmla="*/ 56 w 184"/>
              <a:gd name="T57" fmla="*/ 52 h 192"/>
              <a:gd name="T58" fmla="*/ 54 w 184"/>
              <a:gd name="T59" fmla="*/ 52 h 192"/>
              <a:gd name="T60" fmla="*/ 64 w 184"/>
              <a:gd name="T61" fmla="*/ 42 h 192"/>
              <a:gd name="T62" fmla="*/ 54 w 184"/>
              <a:gd name="T63" fmla="*/ 32 h 192"/>
              <a:gd name="T64" fmla="*/ 10 w 184"/>
              <a:gd name="T65" fmla="*/ 32 h 192"/>
              <a:gd name="T66" fmla="*/ 0 w 184"/>
              <a:gd name="T67" fmla="*/ 42 h 192"/>
              <a:gd name="T68" fmla="*/ 10 w 184"/>
              <a:gd name="T69" fmla="*/ 52 h 192"/>
              <a:gd name="T70" fmla="*/ 8 w 184"/>
              <a:gd name="T71" fmla="*/ 52 h 192"/>
              <a:gd name="T72" fmla="*/ 8 w 184"/>
              <a:gd name="T73" fmla="*/ 168 h 192"/>
              <a:gd name="T74" fmla="*/ 32 w 184"/>
              <a:gd name="T75" fmla="*/ 192 h 192"/>
              <a:gd name="T76" fmla="*/ 56 w 184"/>
              <a:gd name="T77" fmla="*/ 168 h 192"/>
              <a:gd name="T78" fmla="*/ 56 w 184"/>
              <a:gd name="T79" fmla="*/ 52 h 192"/>
              <a:gd name="T80" fmla="*/ 48 w 184"/>
              <a:gd name="T81" fmla="*/ 95 h 192"/>
              <a:gd name="T82" fmla="*/ 32 w 184"/>
              <a:gd name="T83" fmla="*/ 95 h 192"/>
              <a:gd name="T84" fmla="*/ 32 w 184"/>
              <a:gd name="T85" fmla="*/ 158 h 192"/>
              <a:gd name="T86" fmla="*/ 26 w 184"/>
              <a:gd name="T87" fmla="*/ 164 h 192"/>
              <a:gd name="T88" fmla="*/ 20 w 184"/>
              <a:gd name="T89" fmla="*/ 158 h 192"/>
              <a:gd name="T90" fmla="*/ 20 w 184"/>
              <a:gd name="T91" fmla="*/ 95 h 192"/>
              <a:gd name="T92" fmla="*/ 16 w 184"/>
              <a:gd name="T93" fmla="*/ 95 h 192"/>
              <a:gd name="T94" fmla="*/ 16 w 184"/>
              <a:gd name="T95" fmla="*/ 52 h 192"/>
              <a:gd name="T96" fmla="*/ 48 w 184"/>
              <a:gd name="T97" fmla="*/ 52 h 192"/>
              <a:gd name="T98" fmla="*/ 48 w 184"/>
              <a:gd name="T99" fmla="*/ 95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4" h="192">
                <a:moveTo>
                  <a:pt x="124" y="64"/>
                </a:moveTo>
                <a:cubicBezTo>
                  <a:pt x="124" y="20"/>
                  <a:pt x="124" y="20"/>
                  <a:pt x="124" y="20"/>
                </a:cubicBezTo>
                <a:cubicBezTo>
                  <a:pt x="126" y="20"/>
                  <a:pt x="126" y="20"/>
                  <a:pt x="126" y="20"/>
                </a:cubicBezTo>
                <a:cubicBezTo>
                  <a:pt x="132" y="20"/>
                  <a:pt x="136" y="15"/>
                  <a:pt x="136" y="10"/>
                </a:cubicBezTo>
                <a:cubicBezTo>
                  <a:pt x="136" y="4"/>
                  <a:pt x="132" y="0"/>
                  <a:pt x="126" y="0"/>
                </a:cubicBezTo>
                <a:cubicBezTo>
                  <a:pt x="75" y="0"/>
                  <a:pt x="75" y="0"/>
                  <a:pt x="75" y="0"/>
                </a:cubicBezTo>
                <a:cubicBezTo>
                  <a:pt x="70" y="0"/>
                  <a:pt x="65" y="4"/>
                  <a:pt x="65" y="10"/>
                </a:cubicBezTo>
                <a:cubicBezTo>
                  <a:pt x="65" y="15"/>
                  <a:pt x="70" y="20"/>
                  <a:pt x="75" y="20"/>
                </a:cubicBezTo>
                <a:cubicBezTo>
                  <a:pt x="80" y="20"/>
                  <a:pt x="80" y="20"/>
                  <a:pt x="80" y="20"/>
                </a:cubicBezTo>
                <a:cubicBezTo>
                  <a:pt x="80" y="64"/>
                  <a:pt x="80" y="64"/>
                  <a:pt x="80" y="64"/>
                </a:cubicBezTo>
                <a:cubicBezTo>
                  <a:pt x="74" y="72"/>
                  <a:pt x="69" y="80"/>
                  <a:pt x="64" y="88"/>
                </a:cubicBezTo>
                <a:cubicBezTo>
                  <a:pt x="64" y="168"/>
                  <a:pt x="64" y="168"/>
                  <a:pt x="64" y="168"/>
                </a:cubicBezTo>
                <a:cubicBezTo>
                  <a:pt x="64" y="177"/>
                  <a:pt x="61" y="185"/>
                  <a:pt x="55" y="192"/>
                </a:cubicBezTo>
                <a:cubicBezTo>
                  <a:pt x="164" y="192"/>
                  <a:pt x="164" y="192"/>
                  <a:pt x="164" y="192"/>
                </a:cubicBezTo>
                <a:cubicBezTo>
                  <a:pt x="175" y="192"/>
                  <a:pt x="184" y="183"/>
                  <a:pt x="184" y="172"/>
                </a:cubicBezTo>
                <a:cubicBezTo>
                  <a:pt x="184" y="172"/>
                  <a:pt x="164" y="122"/>
                  <a:pt x="124" y="64"/>
                </a:cubicBezTo>
                <a:close/>
                <a:moveTo>
                  <a:pt x="164" y="170"/>
                </a:moveTo>
                <a:cubicBezTo>
                  <a:pt x="161" y="172"/>
                  <a:pt x="157" y="171"/>
                  <a:pt x="156" y="168"/>
                </a:cubicBezTo>
                <a:cubicBezTo>
                  <a:pt x="121" y="104"/>
                  <a:pt x="121" y="104"/>
                  <a:pt x="121" y="104"/>
                </a:cubicBezTo>
                <a:cubicBezTo>
                  <a:pt x="69" y="104"/>
                  <a:pt x="69" y="104"/>
                  <a:pt x="69" y="104"/>
                </a:cubicBezTo>
                <a:cubicBezTo>
                  <a:pt x="88" y="68"/>
                  <a:pt x="88" y="68"/>
                  <a:pt x="88" y="68"/>
                </a:cubicBezTo>
                <a:cubicBezTo>
                  <a:pt x="88" y="20"/>
                  <a:pt x="88" y="20"/>
                  <a:pt x="88" y="20"/>
                </a:cubicBezTo>
                <a:cubicBezTo>
                  <a:pt x="116" y="20"/>
                  <a:pt x="116" y="20"/>
                  <a:pt x="116" y="20"/>
                </a:cubicBezTo>
                <a:cubicBezTo>
                  <a:pt x="116" y="68"/>
                  <a:pt x="116" y="68"/>
                  <a:pt x="116" y="68"/>
                </a:cubicBezTo>
                <a:cubicBezTo>
                  <a:pt x="136" y="104"/>
                  <a:pt x="136" y="104"/>
                  <a:pt x="136" y="104"/>
                </a:cubicBezTo>
                <a:cubicBezTo>
                  <a:pt x="135" y="104"/>
                  <a:pt x="135" y="104"/>
                  <a:pt x="135" y="104"/>
                </a:cubicBezTo>
                <a:cubicBezTo>
                  <a:pt x="166" y="162"/>
                  <a:pt x="166" y="162"/>
                  <a:pt x="166" y="162"/>
                </a:cubicBezTo>
                <a:cubicBezTo>
                  <a:pt x="168" y="165"/>
                  <a:pt x="167" y="169"/>
                  <a:pt x="164" y="170"/>
                </a:cubicBezTo>
                <a:close/>
                <a:moveTo>
                  <a:pt x="56" y="52"/>
                </a:moveTo>
                <a:cubicBezTo>
                  <a:pt x="54" y="52"/>
                  <a:pt x="54" y="52"/>
                  <a:pt x="54" y="52"/>
                </a:cubicBezTo>
                <a:cubicBezTo>
                  <a:pt x="60" y="52"/>
                  <a:pt x="64" y="47"/>
                  <a:pt x="64" y="42"/>
                </a:cubicBezTo>
                <a:cubicBezTo>
                  <a:pt x="64" y="36"/>
                  <a:pt x="60" y="32"/>
                  <a:pt x="54" y="32"/>
                </a:cubicBezTo>
                <a:cubicBezTo>
                  <a:pt x="10" y="32"/>
                  <a:pt x="10" y="32"/>
                  <a:pt x="10" y="32"/>
                </a:cubicBezTo>
                <a:cubicBezTo>
                  <a:pt x="5" y="32"/>
                  <a:pt x="0" y="36"/>
                  <a:pt x="0" y="42"/>
                </a:cubicBezTo>
                <a:cubicBezTo>
                  <a:pt x="0" y="47"/>
                  <a:pt x="5" y="52"/>
                  <a:pt x="10" y="52"/>
                </a:cubicBezTo>
                <a:cubicBezTo>
                  <a:pt x="8" y="52"/>
                  <a:pt x="8" y="52"/>
                  <a:pt x="8" y="52"/>
                </a:cubicBezTo>
                <a:cubicBezTo>
                  <a:pt x="8" y="168"/>
                  <a:pt x="8" y="168"/>
                  <a:pt x="8" y="168"/>
                </a:cubicBezTo>
                <a:cubicBezTo>
                  <a:pt x="8" y="181"/>
                  <a:pt x="19" y="192"/>
                  <a:pt x="32" y="192"/>
                </a:cubicBezTo>
                <a:cubicBezTo>
                  <a:pt x="45" y="192"/>
                  <a:pt x="56" y="181"/>
                  <a:pt x="56" y="168"/>
                </a:cubicBezTo>
                <a:lnTo>
                  <a:pt x="56" y="52"/>
                </a:lnTo>
                <a:close/>
                <a:moveTo>
                  <a:pt x="48" y="95"/>
                </a:moveTo>
                <a:cubicBezTo>
                  <a:pt x="32" y="95"/>
                  <a:pt x="32" y="95"/>
                  <a:pt x="32" y="95"/>
                </a:cubicBezTo>
                <a:cubicBezTo>
                  <a:pt x="32" y="158"/>
                  <a:pt x="32" y="158"/>
                  <a:pt x="32" y="158"/>
                </a:cubicBezTo>
                <a:cubicBezTo>
                  <a:pt x="32" y="161"/>
                  <a:pt x="29" y="164"/>
                  <a:pt x="26" y="164"/>
                </a:cubicBezTo>
                <a:cubicBezTo>
                  <a:pt x="23" y="164"/>
                  <a:pt x="20" y="161"/>
                  <a:pt x="20" y="158"/>
                </a:cubicBezTo>
                <a:cubicBezTo>
                  <a:pt x="20" y="95"/>
                  <a:pt x="20" y="95"/>
                  <a:pt x="20" y="95"/>
                </a:cubicBezTo>
                <a:cubicBezTo>
                  <a:pt x="16" y="95"/>
                  <a:pt x="16" y="95"/>
                  <a:pt x="16" y="95"/>
                </a:cubicBezTo>
                <a:cubicBezTo>
                  <a:pt x="16" y="52"/>
                  <a:pt x="16" y="52"/>
                  <a:pt x="16" y="52"/>
                </a:cubicBezTo>
                <a:cubicBezTo>
                  <a:pt x="48" y="52"/>
                  <a:pt x="48" y="52"/>
                  <a:pt x="48" y="52"/>
                </a:cubicBezTo>
                <a:lnTo>
                  <a:pt x="48" y="95"/>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114"/>
          <p:cNvSpPr>
            <a:spLocks noEditPoints="1"/>
          </p:cNvSpPr>
          <p:nvPr/>
        </p:nvSpPr>
        <p:spPr bwMode="auto">
          <a:xfrm>
            <a:off x="6432550" y="1614400"/>
            <a:ext cx="312738" cy="392113"/>
          </a:xfrm>
          <a:custGeom>
            <a:avLst/>
            <a:gdLst>
              <a:gd name="T0" fmla="*/ 54 w 158"/>
              <a:gd name="T1" fmla="*/ 35 h 198"/>
              <a:gd name="T2" fmla="*/ 71 w 158"/>
              <a:gd name="T3" fmla="*/ 18 h 198"/>
              <a:gd name="T4" fmla="*/ 54 w 158"/>
              <a:gd name="T5" fmla="*/ 0 h 198"/>
              <a:gd name="T6" fmla="*/ 37 w 158"/>
              <a:gd name="T7" fmla="*/ 18 h 198"/>
              <a:gd name="T8" fmla="*/ 54 w 158"/>
              <a:gd name="T9" fmla="*/ 35 h 198"/>
              <a:gd name="T10" fmla="*/ 156 w 158"/>
              <a:gd name="T11" fmla="*/ 154 h 198"/>
              <a:gd name="T12" fmla="*/ 126 w 158"/>
              <a:gd name="T13" fmla="*/ 103 h 198"/>
              <a:gd name="T14" fmla="*/ 118 w 158"/>
              <a:gd name="T15" fmla="*/ 98 h 198"/>
              <a:gd name="T16" fmla="*/ 74 w 158"/>
              <a:gd name="T17" fmla="*/ 98 h 198"/>
              <a:gd name="T18" fmla="*/ 74 w 158"/>
              <a:gd name="T19" fmla="*/ 82 h 198"/>
              <a:gd name="T20" fmla="*/ 105 w 158"/>
              <a:gd name="T21" fmla="*/ 82 h 198"/>
              <a:gd name="T22" fmla="*/ 113 w 158"/>
              <a:gd name="T23" fmla="*/ 75 h 198"/>
              <a:gd name="T24" fmla="*/ 105 w 158"/>
              <a:gd name="T25" fmla="*/ 66 h 198"/>
              <a:gd name="T26" fmla="*/ 73 w 158"/>
              <a:gd name="T27" fmla="*/ 66 h 198"/>
              <a:gd name="T28" fmla="*/ 72 w 158"/>
              <a:gd name="T29" fmla="*/ 54 h 198"/>
              <a:gd name="T30" fmla="*/ 54 w 158"/>
              <a:gd name="T31" fmla="*/ 38 h 198"/>
              <a:gd name="T32" fmla="*/ 38 w 158"/>
              <a:gd name="T33" fmla="*/ 56 h 198"/>
              <a:gd name="T34" fmla="*/ 41 w 158"/>
              <a:gd name="T35" fmla="*/ 109 h 198"/>
              <a:gd name="T36" fmla="*/ 59 w 158"/>
              <a:gd name="T37" fmla="*/ 126 h 198"/>
              <a:gd name="T38" fmla="*/ 115 w 158"/>
              <a:gd name="T39" fmla="*/ 126 h 198"/>
              <a:gd name="T40" fmla="*/ 138 w 158"/>
              <a:gd name="T41" fmla="*/ 164 h 198"/>
              <a:gd name="T42" fmla="*/ 152 w 158"/>
              <a:gd name="T43" fmla="*/ 168 h 198"/>
              <a:gd name="T44" fmla="*/ 156 w 158"/>
              <a:gd name="T45" fmla="*/ 154 h 198"/>
              <a:gd name="T46" fmla="*/ 65 w 158"/>
              <a:gd name="T47" fmla="*/ 184 h 198"/>
              <a:gd name="T48" fmla="*/ 13 w 158"/>
              <a:gd name="T49" fmla="*/ 133 h 198"/>
              <a:gd name="T50" fmla="*/ 32 w 158"/>
              <a:gd name="T51" fmla="*/ 94 h 198"/>
              <a:gd name="T52" fmla="*/ 31 w 158"/>
              <a:gd name="T53" fmla="*/ 77 h 198"/>
              <a:gd name="T54" fmla="*/ 0 w 158"/>
              <a:gd name="T55" fmla="*/ 133 h 198"/>
              <a:gd name="T56" fmla="*/ 65 w 158"/>
              <a:gd name="T57" fmla="*/ 198 h 198"/>
              <a:gd name="T58" fmla="*/ 124 w 158"/>
              <a:gd name="T59" fmla="*/ 159 h 198"/>
              <a:gd name="T60" fmla="*/ 115 w 158"/>
              <a:gd name="T61" fmla="*/ 143 h 198"/>
              <a:gd name="T62" fmla="*/ 65 w 158"/>
              <a:gd name="T63" fmla="*/ 184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8" h="198">
                <a:moveTo>
                  <a:pt x="54" y="35"/>
                </a:moveTo>
                <a:cubicBezTo>
                  <a:pt x="63" y="35"/>
                  <a:pt x="71" y="27"/>
                  <a:pt x="71" y="18"/>
                </a:cubicBezTo>
                <a:cubicBezTo>
                  <a:pt x="71" y="8"/>
                  <a:pt x="63" y="0"/>
                  <a:pt x="54" y="0"/>
                </a:cubicBezTo>
                <a:cubicBezTo>
                  <a:pt x="44" y="0"/>
                  <a:pt x="37" y="8"/>
                  <a:pt x="37" y="18"/>
                </a:cubicBezTo>
                <a:cubicBezTo>
                  <a:pt x="37" y="27"/>
                  <a:pt x="44" y="35"/>
                  <a:pt x="54" y="35"/>
                </a:cubicBezTo>
                <a:close/>
                <a:moveTo>
                  <a:pt x="156" y="154"/>
                </a:moveTo>
                <a:cubicBezTo>
                  <a:pt x="126" y="103"/>
                  <a:pt x="126" y="103"/>
                  <a:pt x="126" y="103"/>
                </a:cubicBezTo>
                <a:cubicBezTo>
                  <a:pt x="124" y="100"/>
                  <a:pt x="121" y="98"/>
                  <a:pt x="118" y="98"/>
                </a:cubicBezTo>
                <a:cubicBezTo>
                  <a:pt x="74" y="98"/>
                  <a:pt x="74" y="98"/>
                  <a:pt x="74" y="98"/>
                </a:cubicBezTo>
                <a:cubicBezTo>
                  <a:pt x="74" y="82"/>
                  <a:pt x="74" y="82"/>
                  <a:pt x="74" y="82"/>
                </a:cubicBezTo>
                <a:cubicBezTo>
                  <a:pt x="105" y="82"/>
                  <a:pt x="105" y="82"/>
                  <a:pt x="105" y="82"/>
                </a:cubicBezTo>
                <a:cubicBezTo>
                  <a:pt x="110" y="82"/>
                  <a:pt x="113" y="79"/>
                  <a:pt x="113" y="75"/>
                </a:cubicBezTo>
                <a:cubicBezTo>
                  <a:pt x="113" y="70"/>
                  <a:pt x="110" y="66"/>
                  <a:pt x="105" y="66"/>
                </a:cubicBezTo>
                <a:cubicBezTo>
                  <a:pt x="73" y="66"/>
                  <a:pt x="73" y="66"/>
                  <a:pt x="73" y="66"/>
                </a:cubicBezTo>
                <a:cubicBezTo>
                  <a:pt x="72" y="54"/>
                  <a:pt x="72" y="54"/>
                  <a:pt x="72" y="54"/>
                </a:cubicBezTo>
                <a:cubicBezTo>
                  <a:pt x="71" y="45"/>
                  <a:pt x="63" y="38"/>
                  <a:pt x="54" y="38"/>
                </a:cubicBezTo>
                <a:cubicBezTo>
                  <a:pt x="45" y="39"/>
                  <a:pt x="38" y="47"/>
                  <a:pt x="38" y="56"/>
                </a:cubicBezTo>
                <a:cubicBezTo>
                  <a:pt x="41" y="109"/>
                  <a:pt x="41" y="109"/>
                  <a:pt x="41" y="109"/>
                </a:cubicBezTo>
                <a:cubicBezTo>
                  <a:pt x="42" y="118"/>
                  <a:pt x="50" y="126"/>
                  <a:pt x="59" y="126"/>
                </a:cubicBezTo>
                <a:cubicBezTo>
                  <a:pt x="115" y="126"/>
                  <a:pt x="115" y="126"/>
                  <a:pt x="115" y="126"/>
                </a:cubicBezTo>
                <a:cubicBezTo>
                  <a:pt x="138" y="164"/>
                  <a:pt x="138" y="164"/>
                  <a:pt x="138" y="164"/>
                </a:cubicBezTo>
                <a:cubicBezTo>
                  <a:pt x="141" y="169"/>
                  <a:pt x="147" y="171"/>
                  <a:pt x="152" y="168"/>
                </a:cubicBezTo>
                <a:cubicBezTo>
                  <a:pt x="157" y="165"/>
                  <a:pt x="158" y="159"/>
                  <a:pt x="156" y="154"/>
                </a:cubicBezTo>
                <a:close/>
                <a:moveTo>
                  <a:pt x="65" y="184"/>
                </a:moveTo>
                <a:cubicBezTo>
                  <a:pt x="37" y="184"/>
                  <a:pt x="13" y="161"/>
                  <a:pt x="13" y="133"/>
                </a:cubicBezTo>
                <a:cubicBezTo>
                  <a:pt x="13" y="117"/>
                  <a:pt x="21" y="103"/>
                  <a:pt x="32" y="94"/>
                </a:cubicBezTo>
                <a:cubicBezTo>
                  <a:pt x="31" y="77"/>
                  <a:pt x="31" y="77"/>
                  <a:pt x="31" y="77"/>
                </a:cubicBezTo>
                <a:cubicBezTo>
                  <a:pt x="12" y="89"/>
                  <a:pt x="0" y="109"/>
                  <a:pt x="0" y="133"/>
                </a:cubicBezTo>
                <a:cubicBezTo>
                  <a:pt x="0" y="169"/>
                  <a:pt x="29" y="198"/>
                  <a:pt x="65" y="198"/>
                </a:cubicBezTo>
                <a:cubicBezTo>
                  <a:pt x="92" y="198"/>
                  <a:pt x="114" y="182"/>
                  <a:pt x="124" y="159"/>
                </a:cubicBezTo>
                <a:cubicBezTo>
                  <a:pt x="115" y="143"/>
                  <a:pt x="115" y="143"/>
                  <a:pt x="115" y="143"/>
                </a:cubicBezTo>
                <a:cubicBezTo>
                  <a:pt x="110" y="167"/>
                  <a:pt x="90" y="184"/>
                  <a:pt x="65" y="184"/>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115"/>
          <p:cNvSpPr>
            <a:spLocks noEditPoints="1"/>
          </p:cNvSpPr>
          <p:nvPr/>
        </p:nvSpPr>
        <p:spPr bwMode="auto">
          <a:xfrm>
            <a:off x="6902450" y="1604875"/>
            <a:ext cx="371475" cy="396875"/>
          </a:xfrm>
          <a:custGeom>
            <a:avLst/>
            <a:gdLst>
              <a:gd name="T0" fmla="*/ 176 w 188"/>
              <a:gd name="T1" fmla="*/ 73 h 201"/>
              <a:gd name="T2" fmla="*/ 143 w 188"/>
              <a:gd name="T3" fmla="*/ 189 h 201"/>
              <a:gd name="T4" fmla="*/ 138 w 188"/>
              <a:gd name="T5" fmla="*/ 189 h 201"/>
              <a:gd name="T6" fmla="*/ 138 w 188"/>
              <a:gd name="T7" fmla="*/ 189 h 201"/>
              <a:gd name="T8" fmla="*/ 41 w 188"/>
              <a:gd name="T9" fmla="*/ 189 h 201"/>
              <a:gd name="T10" fmla="*/ 41 w 188"/>
              <a:gd name="T11" fmla="*/ 189 h 201"/>
              <a:gd name="T12" fmla="*/ 37 w 188"/>
              <a:gd name="T13" fmla="*/ 189 h 201"/>
              <a:gd name="T14" fmla="*/ 2 w 188"/>
              <a:gd name="T15" fmla="*/ 73 h 201"/>
              <a:gd name="T16" fmla="*/ 176 w 188"/>
              <a:gd name="T17" fmla="*/ 73 h 201"/>
              <a:gd name="T18" fmla="*/ 134 w 188"/>
              <a:gd name="T19" fmla="*/ 194 h 201"/>
              <a:gd name="T20" fmla="*/ 134 w 188"/>
              <a:gd name="T21" fmla="*/ 201 h 201"/>
              <a:gd name="T22" fmla="*/ 43 w 188"/>
              <a:gd name="T23" fmla="*/ 201 h 201"/>
              <a:gd name="T24" fmla="*/ 43 w 188"/>
              <a:gd name="T25" fmla="*/ 194 h 201"/>
              <a:gd name="T26" fmla="*/ 134 w 188"/>
              <a:gd name="T27" fmla="*/ 194 h 201"/>
              <a:gd name="T28" fmla="*/ 169 w 188"/>
              <a:gd name="T29" fmla="*/ 7 h 201"/>
              <a:gd name="T30" fmla="*/ 181 w 188"/>
              <a:gd name="T31" fmla="*/ 44 h 201"/>
              <a:gd name="T32" fmla="*/ 166 w 188"/>
              <a:gd name="T33" fmla="*/ 58 h 201"/>
              <a:gd name="T34" fmla="*/ 159 w 188"/>
              <a:gd name="T35" fmla="*/ 70 h 201"/>
              <a:gd name="T36" fmla="*/ 114 w 188"/>
              <a:gd name="T37" fmla="*/ 70 h 201"/>
              <a:gd name="T38" fmla="*/ 130 w 188"/>
              <a:gd name="T39" fmla="*/ 38 h 201"/>
              <a:gd name="T40" fmla="*/ 132 w 188"/>
              <a:gd name="T41" fmla="*/ 19 h 201"/>
              <a:gd name="T42" fmla="*/ 169 w 188"/>
              <a:gd name="T43" fmla="*/ 7 h 201"/>
              <a:gd name="T44" fmla="*/ 78 w 188"/>
              <a:gd name="T45" fmla="*/ 94 h 201"/>
              <a:gd name="T46" fmla="*/ 78 w 188"/>
              <a:gd name="T47" fmla="*/ 122 h 201"/>
              <a:gd name="T48" fmla="*/ 50 w 188"/>
              <a:gd name="T49" fmla="*/ 122 h 201"/>
              <a:gd name="T50" fmla="*/ 50 w 188"/>
              <a:gd name="T51" fmla="*/ 142 h 201"/>
              <a:gd name="T52" fmla="*/ 78 w 188"/>
              <a:gd name="T53" fmla="*/ 142 h 201"/>
              <a:gd name="T54" fmla="*/ 78 w 188"/>
              <a:gd name="T55" fmla="*/ 169 h 201"/>
              <a:gd name="T56" fmla="*/ 99 w 188"/>
              <a:gd name="T57" fmla="*/ 169 h 201"/>
              <a:gd name="T58" fmla="*/ 99 w 188"/>
              <a:gd name="T59" fmla="*/ 142 h 201"/>
              <a:gd name="T60" fmla="*/ 127 w 188"/>
              <a:gd name="T61" fmla="*/ 142 h 201"/>
              <a:gd name="T62" fmla="*/ 127 w 188"/>
              <a:gd name="T63" fmla="*/ 122 h 201"/>
              <a:gd name="T64" fmla="*/ 99 w 188"/>
              <a:gd name="T65" fmla="*/ 122 h 201"/>
              <a:gd name="T66" fmla="*/ 99 w 188"/>
              <a:gd name="T67" fmla="*/ 94 h 201"/>
              <a:gd name="T68" fmla="*/ 78 w 188"/>
              <a:gd name="T69" fmla="*/ 94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8" h="201">
                <a:moveTo>
                  <a:pt x="176" y="73"/>
                </a:moveTo>
                <a:cubicBezTo>
                  <a:pt x="178" y="101"/>
                  <a:pt x="178" y="156"/>
                  <a:pt x="143" y="189"/>
                </a:cubicBezTo>
                <a:cubicBezTo>
                  <a:pt x="138" y="189"/>
                  <a:pt x="138" y="189"/>
                  <a:pt x="138" y="189"/>
                </a:cubicBezTo>
                <a:cubicBezTo>
                  <a:pt x="138" y="189"/>
                  <a:pt x="138" y="189"/>
                  <a:pt x="138" y="189"/>
                </a:cubicBezTo>
                <a:cubicBezTo>
                  <a:pt x="41" y="189"/>
                  <a:pt x="41" y="189"/>
                  <a:pt x="41" y="189"/>
                </a:cubicBezTo>
                <a:cubicBezTo>
                  <a:pt x="41" y="189"/>
                  <a:pt x="41" y="189"/>
                  <a:pt x="41" y="189"/>
                </a:cubicBezTo>
                <a:cubicBezTo>
                  <a:pt x="37" y="189"/>
                  <a:pt x="37" y="189"/>
                  <a:pt x="37" y="189"/>
                </a:cubicBezTo>
                <a:cubicBezTo>
                  <a:pt x="0" y="150"/>
                  <a:pt x="0" y="105"/>
                  <a:pt x="2" y="73"/>
                </a:cubicBezTo>
                <a:cubicBezTo>
                  <a:pt x="176" y="73"/>
                  <a:pt x="176" y="73"/>
                  <a:pt x="176" y="73"/>
                </a:cubicBezTo>
                <a:close/>
                <a:moveTo>
                  <a:pt x="134" y="194"/>
                </a:moveTo>
                <a:cubicBezTo>
                  <a:pt x="134" y="201"/>
                  <a:pt x="134" y="201"/>
                  <a:pt x="134" y="201"/>
                </a:cubicBezTo>
                <a:cubicBezTo>
                  <a:pt x="43" y="201"/>
                  <a:pt x="43" y="201"/>
                  <a:pt x="43" y="201"/>
                </a:cubicBezTo>
                <a:cubicBezTo>
                  <a:pt x="43" y="194"/>
                  <a:pt x="43" y="194"/>
                  <a:pt x="43" y="194"/>
                </a:cubicBezTo>
                <a:cubicBezTo>
                  <a:pt x="134" y="194"/>
                  <a:pt x="134" y="194"/>
                  <a:pt x="134" y="194"/>
                </a:cubicBezTo>
                <a:close/>
                <a:moveTo>
                  <a:pt x="169" y="7"/>
                </a:moveTo>
                <a:cubicBezTo>
                  <a:pt x="182" y="14"/>
                  <a:pt x="188" y="31"/>
                  <a:pt x="181" y="44"/>
                </a:cubicBezTo>
                <a:cubicBezTo>
                  <a:pt x="177" y="50"/>
                  <a:pt x="172" y="56"/>
                  <a:pt x="166" y="58"/>
                </a:cubicBezTo>
                <a:cubicBezTo>
                  <a:pt x="159" y="70"/>
                  <a:pt x="159" y="70"/>
                  <a:pt x="159" y="70"/>
                </a:cubicBezTo>
                <a:cubicBezTo>
                  <a:pt x="114" y="70"/>
                  <a:pt x="114" y="70"/>
                  <a:pt x="114" y="70"/>
                </a:cubicBezTo>
                <a:cubicBezTo>
                  <a:pt x="130" y="38"/>
                  <a:pt x="130" y="38"/>
                  <a:pt x="130" y="38"/>
                </a:cubicBezTo>
                <a:cubicBezTo>
                  <a:pt x="128" y="32"/>
                  <a:pt x="129" y="25"/>
                  <a:pt x="132" y="19"/>
                </a:cubicBezTo>
                <a:cubicBezTo>
                  <a:pt x="139" y="5"/>
                  <a:pt x="156" y="0"/>
                  <a:pt x="169" y="7"/>
                </a:cubicBezTo>
                <a:close/>
                <a:moveTo>
                  <a:pt x="78" y="94"/>
                </a:moveTo>
                <a:cubicBezTo>
                  <a:pt x="78" y="122"/>
                  <a:pt x="78" y="122"/>
                  <a:pt x="78" y="122"/>
                </a:cubicBezTo>
                <a:cubicBezTo>
                  <a:pt x="50" y="122"/>
                  <a:pt x="50" y="122"/>
                  <a:pt x="50" y="122"/>
                </a:cubicBezTo>
                <a:cubicBezTo>
                  <a:pt x="50" y="142"/>
                  <a:pt x="50" y="142"/>
                  <a:pt x="50" y="142"/>
                </a:cubicBezTo>
                <a:cubicBezTo>
                  <a:pt x="78" y="142"/>
                  <a:pt x="78" y="142"/>
                  <a:pt x="78" y="142"/>
                </a:cubicBezTo>
                <a:cubicBezTo>
                  <a:pt x="78" y="169"/>
                  <a:pt x="78" y="169"/>
                  <a:pt x="78" y="169"/>
                </a:cubicBezTo>
                <a:cubicBezTo>
                  <a:pt x="99" y="169"/>
                  <a:pt x="99" y="169"/>
                  <a:pt x="99" y="169"/>
                </a:cubicBezTo>
                <a:cubicBezTo>
                  <a:pt x="99" y="142"/>
                  <a:pt x="99" y="142"/>
                  <a:pt x="99" y="142"/>
                </a:cubicBezTo>
                <a:cubicBezTo>
                  <a:pt x="127" y="142"/>
                  <a:pt x="127" y="142"/>
                  <a:pt x="127" y="142"/>
                </a:cubicBezTo>
                <a:cubicBezTo>
                  <a:pt x="127" y="122"/>
                  <a:pt x="127" y="122"/>
                  <a:pt x="127" y="122"/>
                </a:cubicBezTo>
                <a:cubicBezTo>
                  <a:pt x="99" y="122"/>
                  <a:pt x="99" y="122"/>
                  <a:pt x="99" y="122"/>
                </a:cubicBezTo>
                <a:cubicBezTo>
                  <a:pt x="99" y="94"/>
                  <a:pt x="99" y="94"/>
                  <a:pt x="99" y="94"/>
                </a:cubicBezTo>
                <a:lnTo>
                  <a:pt x="78" y="94"/>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116"/>
          <p:cNvSpPr>
            <a:spLocks noEditPoints="1"/>
          </p:cNvSpPr>
          <p:nvPr/>
        </p:nvSpPr>
        <p:spPr bwMode="auto">
          <a:xfrm>
            <a:off x="7369175" y="1609638"/>
            <a:ext cx="395288" cy="396875"/>
          </a:xfrm>
          <a:custGeom>
            <a:avLst/>
            <a:gdLst>
              <a:gd name="T0" fmla="*/ 100 w 200"/>
              <a:gd name="T1" fmla="*/ 200 h 200"/>
              <a:gd name="T2" fmla="*/ 0 w 200"/>
              <a:gd name="T3" fmla="*/ 100 h 200"/>
              <a:gd name="T4" fmla="*/ 100 w 200"/>
              <a:gd name="T5" fmla="*/ 0 h 200"/>
              <a:gd name="T6" fmla="*/ 200 w 200"/>
              <a:gd name="T7" fmla="*/ 100 h 200"/>
              <a:gd name="T8" fmla="*/ 100 w 200"/>
              <a:gd name="T9" fmla="*/ 200 h 200"/>
              <a:gd name="T10" fmla="*/ 100 w 200"/>
              <a:gd name="T11" fmla="*/ 13 h 200"/>
              <a:gd name="T12" fmla="*/ 13 w 200"/>
              <a:gd name="T13" fmla="*/ 100 h 200"/>
              <a:gd name="T14" fmla="*/ 100 w 200"/>
              <a:gd name="T15" fmla="*/ 187 h 200"/>
              <a:gd name="T16" fmla="*/ 187 w 200"/>
              <a:gd name="T17" fmla="*/ 100 h 200"/>
              <a:gd name="T18" fmla="*/ 100 w 200"/>
              <a:gd name="T19" fmla="*/ 13 h 200"/>
              <a:gd name="T20" fmla="*/ 138 w 200"/>
              <a:gd name="T21" fmla="*/ 162 h 200"/>
              <a:gd name="T22" fmla="*/ 116 w 200"/>
              <a:gd name="T23" fmla="*/ 125 h 200"/>
              <a:gd name="T24" fmla="*/ 130 w 200"/>
              <a:gd name="T25" fmla="*/ 100 h 200"/>
              <a:gd name="T26" fmla="*/ 173 w 200"/>
              <a:gd name="T27" fmla="*/ 100 h 200"/>
              <a:gd name="T28" fmla="*/ 138 w 200"/>
              <a:gd name="T29" fmla="*/ 162 h 200"/>
              <a:gd name="T30" fmla="*/ 100 w 200"/>
              <a:gd name="T31" fmla="*/ 70 h 200"/>
              <a:gd name="T32" fmla="*/ 88 w 200"/>
              <a:gd name="T33" fmla="*/ 72 h 200"/>
              <a:gd name="T34" fmla="*/ 65 w 200"/>
              <a:gd name="T35" fmla="*/ 35 h 200"/>
              <a:gd name="T36" fmla="*/ 100 w 200"/>
              <a:gd name="T37" fmla="*/ 26 h 200"/>
              <a:gd name="T38" fmla="*/ 135 w 200"/>
              <a:gd name="T39" fmla="*/ 35 h 200"/>
              <a:gd name="T40" fmla="*/ 113 w 200"/>
              <a:gd name="T41" fmla="*/ 73 h 200"/>
              <a:gd name="T42" fmla="*/ 100 w 200"/>
              <a:gd name="T43" fmla="*/ 70 h 200"/>
              <a:gd name="T44" fmla="*/ 83 w 200"/>
              <a:gd name="T45" fmla="*/ 124 h 200"/>
              <a:gd name="T46" fmla="*/ 62 w 200"/>
              <a:gd name="T47" fmla="*/ 162 h 200"/>
              <a:gd name="T48" fmla="*/ 26 w 200"/>
              <a:gd name="T49" fmla="*/ 100 h 200"/>
              <a:gd name="T50" fmla="*/ 70 w 200"/>
              <a:gd name="T51" fmla="*/ 100 h 200"/>
              <a:gd name="T52" fmla="*/ 83 w 200"/>
              <a:gd name="T53" fmla="*/ 124 h 200"/>
              <a:gd name="T54" fmla="*/ 101 w 200"/>
              <a:gd name="T55" fmla="*/ 83 h 200"/>
              <a:gd name="T56" fmla="*/ 117 w 200"/>
              <a:gd name="T57" fmla="*/ 99 h 200"/>
              <a:gd name="T58" fmla="*/ 101 w 200"/>
              <a:gd name="T59" fmla="*/ 114 h 200"/>
              <a:gd name="T60" fmla="*/ 86 w 200"/>
              <a:gd name="T61" fmla="*/ 99 h 200"/>
              <a:gd name="T62" fmla="*/ 101 w 200"/>
              <a:gd name="T63" fmla="*/ 83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0" h="200">
                <a:moveTo>
                  <a:pt x="100" y="200"/>
                </a:moveTo>
                <a:cubicBezTo>
                  <a:pt x="45" y="200"/>
                  <a:pt x="0" y="155"/>
                  <a:pt x="0" y="100"/>
                </a:cubicBezTo>
                <a:cubicBezTo>
                  <a:pt x="0" y="44"/>
                  <a:pt x="45" y="0"/>
                  <a:pt x="100" y="0"/>
                </a:cubicBezTo>
                <a:cubicBezTo>
                  <a:pt x="155" y="0"/>
                  <a:pt x="200" y="44"/>
                  <a:pt x="200" y="100"/>
                </a:cubicBezTo>
                <a:cubicBezTo>
                  <a:pt x="200" y="155"/>
                  <a:pt x="155" y="200"/>
                  <a:pt x="100" y="200"/>
                </a:cubicBezTo>
                <a:close/>
                <a:moveTo>
                  <a:pt x="100" y="13"/>
                </a:moveTo>
                <a:cubicBezTo>
                  <a:pt x="52" y="13"/>
                  <a:pt x="13" y="52"/>
                  <a:pt x="13" y="100"/>
                </a:cubicBezTo>
                <a:cubicBezTo>
                  <a:pt x="13" y="148"/>
                  <a:pt x="52" y="187"/>
                  <a:pt x="100" y="187"/>
                </a:cubicBezTo>
                <a:cubicBezTo>
                  <a:pt x="148" y="187"/>
                  <a:pt x="187" y="148"/>
                  <a:pt x="187" y="100"/>
                </a:cubicBezTo>
                <a:cubicBezTo>
                  <a:pt x="187" y="52"/>
                  <a:pt x="148" y="13"/>
                  <a:pt x="100" y="13"/>
                </a:cubicBezTo>
                <a:close/>
                <a:moveTo>
                  <a:pt x="138" y="162"/>
                </a:moveTo>
                <a:cubicBezTo>
                  <a:pt x="116" y="125"/>
                  <a:pt x="116" y="125"/>
                  <a:pt x="116" y="125"/>
                </a:cubicBezTo>
                <a:cubicBezTo>
                  <a:pt x="124" y="120"/>
                  <a:pt x="130" y="110"/>
                  <a:pt x="130" y="100"/>
                </a:cubicBezTo>
                <a:cubicBezTo>
                  <a:pt x="173" y="100"/>
                  <a:pt x="173" y="100"/>
                  <a:pt x="173" y="100"/>
                </a:cubicBezTo>
                <a:cubicBezTo>
                  <a:pt x="173" y="126"/>
                  <a:pt x="159" y="149"/>
                  <a:pt x="138" y="162"/>
                </a:cubicBezTo>
                <a:close/>
                <a:moveTo>
                  <a:pt x="100" y="70"/>
                </a:moveTo>
                <a:cubicBezTo>
                  <a:pt x="96" y="70"/>
                  <a:pt x="91" y="71"/>
                  <a:pt x="88" y="72"/>
                </a:cubicBezTo>
                <a:cubicBezTo>
                  <a:pt x="65" y="35"/>
                  <a:pt x="65" y="35"/>
                  <a:pt x="65" y="35"/>
                </a:cubicBezTo>
                <a:cubicBezTo>
                  <a:pt x="76" y="29"/>
                  <a:pt x="87" y="26"/>
                  <a:pt x="100" y="26"/>
                </a:cubicBezTo>
                <a:cubicBezTo>
                  <a:pt x="113" y="26"/>
                  <a:pt x="125" y="29"/>
                  <a:pt x="135" y="35"/>
                </a:cubicBezTo>
                <a:cubicBezTo>
                  <a:pt x="113" y="73"/>
                  <a:pt x="113" y="73"/>
                  <a:pt x="113" y="73"/>
                </a:cubicBezTo>
                <a:cubicBezTo>
                  <a:pt x="109" y="71"/>
                  <a:pt x="105" y="70"/>
                  <a:pt x="100" y="70"/>
                </a:cubicBezTo>
                <a:close/>
                <a:moveTo>
                  <a:pt x="83" y="124"/>
                </a:moveTo>
                <a:cubicBezTo>
                  <a:pt x="62" y="162"/>
                  <a:pt x="62" y="162"/>
                  <a:pt x="62" y="162"/>
                </a:cubicBezTo>
                <a:cubicBezTo>
                  <a:pt x="41" y="149"/>
                  <a:pt x="27" y="126"/>
                  <a:pt x="26" y="100"/>
                </a:cubicBezTo>
                <a:cubicBezTo>
                  <a:pt x="70" y="100"/>
                  <a:pt x="70" y="100"/>
                  <a:pt x="70" y="100"/>
                </a:cubicBezTo>
                <a:cubicBezTo>
                  <a:pt x="70" y="110"/>
                  <a:pt x="75" y="119"/>
                  <a:pt x="83" y="124"/>
                </a:cubicBezTo>
                <a:close/>
                <a:moveTo>
                  <a:pt x="101" y="83"/>
                </a:moveTo>
                <a:cubicBezTo>
                  <a:pt x="110" y="83"/>
                  <a:pt x="117" y="90"/>
                  <a:pt x="117" y="99"/>
                </a:cubicBezTo>
                <a:cubicBezTo>
                  <a:pt x="117" y="107"/>
                  <a:pt x="110" y="114"/>
                  <a:pt x="101" y="114"/>
                </a:cubicBezTo>
                <a:cubicBezTo>
                  <a:pt x="93" y="114"/>
                  <a:pt x="86" y="107"/>
                  <a:pt x="86" y="99"/>
                </a:cubicBezTo>
                <a:cubicBezTo>
                  <a:pt x="86" y="90"/>
                  <a:pt x="93" y="83"/>
                  <a:pt x="101" y="83"/>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117"/>
          <p:cNvSpPr>
            <a:spLocks noEditPoints="1"/>
          </p:cNvSpPr>
          <p:nvPr/>
        </p:nvSpPr>
        <p:spPr bwMode="auto">
          <a:xfrm>
            <a:off x="4456113" y="2487613"/>
            <a:ext cx="393700" cy="387350"/>
          </a:xfrm>
          <a:custGeom>
            <a:avLst/>
            <a:gdLst>
              <a:gd name="T0" fmla="*/ 52 w 199"/>
              <a:gd name="T1" fmla="*/ 164 h 196"/>
              <a:gd name="T2" fmla="*/ 143 w 199"/>
              <a:gd name="T3" fmla="*/ 164 h 196"/>
              <a:gd name="T4" fmla="*/ 162 w 199"/>
              <a:gd name="T5" fmla="*/ 128 h 196"/>
              <a:gd name="T6" fmla="*/ 168 w 199"/>
              <a:gd name="T7" fmla="*/ 121 h 196"/>
              <a:gd name="T8" fmla="*/ 199 w 199"/>
              <a:gd name="T9" fmla="*/ 108 h 196"/>
              <a:gd name="T10" fmla="*/ 185 w 199"/>
              <a:gd name="T11" fmla="*/ 95 h 196"/>
              <a:gd name="T12" fmla="*/ 181 w 199"/>
              <a:gd name="T13" fmla="*/ 95 h 196"/>
              <a:gd name="T14" fmla="*/ 183 w 199"/>
              <a:gd name="T15" fmla="*/ 88 h 196"/>
              <a:gd name="T16" fmla="*/ 169 w 199"/>
              <a:gd name="T17" fmla="*/ 75 h 196"/>
              <a:gd name="T18" fmla="*/ 155 w 199"/>
              <a:gd name="T19" fmla="*/ 88 h 196"/>
              <a:gd name="T20" fmla="*/ 162 w 199"/>
              <a:gd name="T21" fmla="*/ 100 h 196"/>
              <a:gd name="T22" fmla="*/ 150 w 199"/>
              <a:gd name="T23" fmla="*/ 111 h 196"/>
              <a:gd name="T24" fmla="*/ 149 w 199"/>
              <a:gd name="T25" fmla="*/ 110 h 196"/>
              <a:gd name="T26" fmla="*/ 86 w 199"/>
              <a:gd name="T27" fmla="*/ 146 h 196"/>
              <a:gd name="T28" fmla="*/ 144 w 199"/>
              <a:gd name="T29" fmla="*/ 100 h 196"/>
              <a:gd name="T30" fmla="*/ 35 w 199"/>
              <a:gd name="T31" fmla="*/ 104 h 196"/>
              <a:gd name="T32" fmla="*/ 25 w 199"/>
              <a:gd name="T33" fmla="*/ 104 h 196"/>
              <a:gd name="T34" fmla="*/ 3 w 199"/>
              <a:gd name="T35" fmla="*/ 103 h 196"/>
              <a:gd name="T36" fmla="*/ 52 w 199"/>
              <a:gd name="T37" fmla="*/ 164 h 196"/>
              <a:gd name="T38" fmla="*/ 43 w 199"/>
              <a:gd name="T39" fmla="*/ 196 h 196"/>
              <a:gd name="T40" fmla="*/ 155 w 199"/>
              <a:gd name="T41" fmla="*/ 196 h 196"/>
              <a:gd name="T42" fmla="*/ 155 w 199"/>
              <a:gd name="T43" fmla="*/ 188 h 196"/>
              <a:gd name="T44" fmla="*/ 43 w 199"/>
              <a:gd name="T45" fmla="*/ 188 h 196"/>
              <a:gd name="T46" fmla="*/ 43 w 199"/>
              <a:gd name="T47" fmla="*/ 196 h 196"/>
              <a:gd name="T48" fmla="*/ 99 w 199"/>
              <a:gd name="T49" fmla="*/ 185 h 196"/>
              <a:gd name="T50" fmla="*/ 199 w 199"/>
              <a:gd name="T51" fmla="*/ 168 h 196"/>
              <a:gd name="T52" fmla="*/ 0 w 199"/>
              <a:gd name="T53" fmla="*/ 168 h 196"/>
              <a:gd name="T54" fmla="*/ 99 w 199"/>
              <a:gd name="T55" fmla="*/ 185 h 196"/>
              <a:gd name="T56" fmla="*/ 99 w 199"/>
              <a:gd name="T57" fmla="*/ 44 h 196"/>
              <a:gd name="T58" fmla="*/ 101 w 199"/>
              <a:gd name="T59" fmla="*/ 20 h 196"/>
              <a:gd name="T60" fmla="*/ 99 w 199"/>
              <a:gd name="T61" fmla="*/ 0 h 196"/>
              <a:gd name="T62" fmla="*/ 99 w 199"/>
              <a:gd name="T63" fmla="*/ 44 h 196"/>
              <a:gd name="T64" fmla="*/ 83 w 199"/>
              <a:gd name="T65" fmla="*/ 53 h 196"/>
              <a:gd name="T66" fmla="*/ 84 w 199"/>
              <a:gd name="T67" fmla="*/ 37 h 196"/>
              <a:gd name="T68" fmla="*/ 83 w 199"/>
              <a:gd name="T69" fmla="*/ 23 h 196"/>
              <a:gd name="T70" fmla="*/ 83 w 199"/>
              <a:gd name="T71" fmla="*/ 53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9" h="196">
                <a:moveTo>
                  <a:pt x="52" y="164"/>
                </a:moveTo>
                <a:cubicBezTo>
                  <a:pt x="143" y="164"/>
                  <a:pt x="143" y="164"/>
                  <a:pt x="143" y="164"/>
                </a:cubicBezTo>
                <a:cubicBezTo>
                  <a:pt x="159" y="164"/>
                  <a:pt x="162" y="133"/>
                  <a:pt x="162" y="128"/>
                </a:cubicBezTo>
                <a:cubicBezTo>
                  <a:pt x="168" y="121"/>
                  <a:pt x="168" y="121"/>
                  <a:pt x="168" y="121"/>
                </a:cubicBezTo>
                <a:cubicBezTo>
                  <a:pt x="179" y="133"/>
                  <a:pt x="199" y="129"/>
                  <a:pt x="199" y="108"/>
                </a:cubicBezTo>
                <a:cubicBezTo>
                  <a:pt x="199" y="101"/>
                  <a:pt x="193" y="95"/>
                  <a:pt x="185" y="95"/>
                </a:cubicBezTo>
                <a:cubicBezTo>
                  <a:pt x="184" y="95"/>
                  <a:pt x="183" y="95"/>
                  <a:pt x="181" y="95"/>
                </a:cubicBezTo>
                <a:cubicBezTo>
                  <a:pt x="183" y="93"/>
                  <a:pt x="183" y="91"/>
                  <a:pt x="183" y="88"/>
                </a:cubicBezTo>
                <a:cubicBezTo>
                  <a:pt x="183" y="81"/>
                  <a:pt x="177" y="75"/>
                  <a:pt x="169" y="75"/>
                </a:cubicBezTo>
                <a:cubicBezTo>
                  <a:pt x="162" y="75"/>
                  <a:pt x="155" y="81"/>
                  <a:pt x="155" y="88"/>
                </a:cubicBezTo>
                <a:cubicBezTo>
                  <a:pt x="155" y="93"/>
                  <a:pt x="158" y="97"/>
                  <a:pt x="162" y="100"/>
                </a:cubicBezTo>
                <a:cubicBezTo>
                  <a:pt x="150" y="111"/>
                  <a:pt x="150" y="111"/>
                  <a:pt x="150" y="111"/>
                </a:cubicBezTo>
                <a:cubicBezTo>
                  <a:pt x="149" y="110"/>
                  <a:pt x="149" y="110"/>
                  <a:pt x="149" y="110"/>
                </a:cubicBezTo>
                <a:cubicBezTo>
                  <a:pt x="149" y="110"/>
                  <a:pt x="90" y="84"/>
                  <a:pt x="86" y="146"/>
                </a:cubicBezTo>
                <a:cubicBezTo>
                  <a:pt x="75" y="82"/>
                  <a:pt x="142" y="95"/>
                  <a:pt x="144" y="100"/>
                </a:cubicBezTo>
                <a:cubicBezTo>
                  <a:pt x="113" y="26"/>
                  <a:pt x="24" y="77"/>
                  <a:pt x="35" y="104"/>
                </a:cubicBezTo>
                <a:cubicBezTo>
                  <a:pt x="30" y="114"/>
                  <a:pt x="27" y="108"/>
                  <a:pt x="25" y="104"/>
                </a:cubicBezTo>
                <a:cubicBezTo>
                  <a:pt x="17" y="81"/>
                  <a:pt x="5" y="97"/>
                  <a:pt x="3" y="103"/>
                </a:cubicBezTo>
                <a:cubicBezTo>
                  <a:pt x="1" y="108"/>
                  <a:pt x="1" y="164"/>
                  <a:pt x="52" y="164"/>
                </a:cubicBezTo>
                <a:close/>
                <a:moveTo>
                  <a:pt x="43" y="196"/>
                </a:moveTo>
                <a:cubicBezTo>
                  <a:pt x="155" y="196"/>
                  <a:pt x="155" y="196"/>
                  <a:pt x="155" y="196"/>
                </a:cubicBezTo>
                <a:cubicBezTo>
                  <a:pt x="155" y="188"/>
                  <a:pt x="155" y="188"/>
                  <a:pt x="155" y="188"/>
                </a:cubicBezTo>
                <a:cubicBezTo>
                  <a:pt x="43" y="188"/>
                  <a:pt x="43" y="188"/>
                  <a:pt x="43" y="188"/>
                </a:cubicBezTo>
                <a:lnTo>
                  <a:pt x="43" y="196"/>
                </a:lnTo>
                <a:close/>
                <a:moveTo>
                  <a:pt x="99" y="185"/>
                </a:moveTo>
                <a:cubicBezTo>
                  <a:pt x="152" y="185"/>
                  <a:pt x="196" y="178"/>
                  <a:pt x="199" y="168"/>
                </a:cubicBezTo>
                <a:cubicBezTo>
                  <a:pt x="0" y="168"/>
                  <a:pt x="0" y="168"/>
                  <a:pt x="0" y="168"/>
                </a:cubicBezTo>
                <a:cubicBezTo>
                  <a:pt x="3" y="178"/>
                  <a:pt x="46" y="185"/>
                  <a:pt x="99" y="185"/>
                </a:cubicBezTo>
                <a:close/>
                <a:moveTo>
                  <a:pt x="99" y="44"/>
                </a:moveTo>
                <a:cubicBezTo>
                  <a:pt x="102" y="44"/>
                  <a:pt x="117" y="33"/>
                  <a:pt x="101" y="20"/>
                </a:cubicBezTo>
                <a:cubicBezTo>
                  <a:pt x="98" y="17"/>
                  <a:pt x="94" y="10"/>
                  <a:pt x="99" y="0"/>
                </a:cubicBezTo>
                <a:cubicBezTo>
                  <a:pt x="72" y="12"/>
                  <a:pt x="105" y="27"/>
                  <a:pt x="99" y="44"/>
                </a:cubicBezTo>
                <a:close/>
                <a:moveTo>
                  <a:pt x="83" y="53"/>
                </a:moveTo>
                <a:cubicBezTo>
                  <a:pt x="85" y="53"/>
                  <a:pt x="95" y="46"/>
                  <a:pt x="84" y="37"/>
                </a:cubicBezTo>
                <a:cubicBezTo>
                  <a:pt x="82" y="34"/>
                  <a:pt x="79" y="30"/>
                  <a:pt x="83" y="23"/>
                </a:cubicBezTo>
                <a:cubicBezTo>
                  <a:pt x="64" y="32"/>
                  <a:pt x="87" y="41"/>
                  <a:pt x="83" y="53"/>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118"/>
          <p:cNvSpPr>
            <a:spLocks noEditPoints="1"/>
          </p:cNvSpPr>
          <p:nvPr/>
        </p:nvSpPr>
        <p:spPr bwMode="auto">
          <a:xfrm>
            <a:off x="4938713" y="2490788"/>
            <a:ext cx="403225" cy="385763"/>
          </a:xfrm>
          <a:custGeom>
            <a:avLst/>
            <a:gdLst>
              <a:gd name="T0" fmla="*/ 48 w 204"/>
              <a:gd name="T1" fmla="*/ 195 h 195"/>
              <a:gd name="T2" fmla="*/ 160 w 204"/>
              <a:gd name="T3" fmla="*/ 195 h 195"/>
              <a:gd name="T4" fmla="*/ 160 w 204"/>
              <a:gd name="T5" fmla="*/ 187 h 195"/>
              <a:gd name="T6" fmla="*/ 48 w 204"/>
              <a:gd name="T7" fmla="*/ 187 h 195"/>
              <a:gd name="T8" fmla="*/ 48 w 204"/>
              <a:gd name="T9" fmla="*/ 195 h 195"/>
              <a:gd name="T10" fmla="*/ 4 w 204"/>
              <a:gd name="T11" fmla="*/ 167 h 195"/>
              <a:gd name="T12" fmla="*/ 104 w 204"/>
              <a:gd name="T13" fmla="*/ 184 h 195"/>
              <a:gd name="T14" fmla="*/ 204 w 204"/>
              <a:gd name="T15" fmla="*/ 167 h 195"/>
              <a:gd name="T16" fmla="*/ 4 w 204"/>
              <a:gd name="T17" fmla="*/ 167 h 195"/>
              <a:gd name="T18" fmla="*/ 6 w 204"/>
              <a:gd name="T19" fmla="*/ 132 h 195"/>
              <a:gd name="T20" fmla="*/ 52 w 204"/>
              <a:gd name="T21" fmla="*/ 105 h 195"/>
              <a:gd name="T22" fmla="*/ 66 w 204"/>
              <a:gd name="T23" fmla="*/ 43 h 195"/>
              <a:gd name="T24" fmla="*/ 22 w 204"/>
              <a:gd name="T25" fmla="*/ 78 h 195"/>
              <a:gd name="T26" fmla="*/ 6 w 204"/>
              <a:gd name="T27" fmla="*/ 132 h 195"/>
              <a:gd name="T28" fmla="*/ 31 w 204"/>
              <a:gd name="T29" fmla="*/ 85 h 195"/>
              <a:gd name="T30" fmla="*/ 46 w 204"/>
              <a:gd name="T31" fmla="*/ 78 h 195"/>
              <a:gd name="T32" fmla="*/ 41 w 204"/>
              <a:gd name="T33" fmla="*/ 96 h 195"/>
              <a:gd name="T34" fmla="*/ 26 w 204"/>
              <a:gd name="T35" fmla="*/ 102 h 195"/>
              <a:gd name="T36" fmla="*/ 31 w 204"/>
              <a:gd name="T37" fmla="*/ 85 h 195"/>
              <a:gd name="T38" fmla="*/ 135 w 204"/>
              <a:gd name="T39" fmla="*/ 163 h 195"/>
              <a:gd name="T40" fmla="*/ 175 w 204"/>
              <a:gd name="T41" fmla="*/ 133 h 195"/>
              <a:gd name="T42" fmla="*/ 188 w 204"/>
              <a:gd name="T43" fmla="*/ 141 h 195"/>
              <a:gd name="T44" fmla="*/ 202 w 204"/>
              <a:gd name="T45" fmla="*/ 127 h 195"/>
              <a:gd name="T46" fmla="*/ 189 w 204"/>
              <a:gd name="T47" fmla="*/ 113 h 195"/>
              <a:gd name="T48" fmla="*/ 190 w 204"/>
              <a:gd name="T49" fmla="*/ 107 h 195"/>
              <a:gd name="T50" fmla="*/ 176 w 204"/>
              <a:gd name="T51" fmla="*/ 92 h 195"/>
              <a:gd name="T52" fmla="*/ 161 w 204"/>
              <a:gd name="T53" fmla="*/ 107 h 195"/>
              <a:gd name="T54" fmla="*/ 165 w 204"/>
              <a:gd name="T55" fmla="*/ 117 h 195"/>
              <a:gd name="T56" fmla="*/ 120 w 204"/>
              <a:gd name="T57" fmla="*/ 104 h 195"/>
              <a:gd name="T58" fmla="*/ 74 w 204"/>
              <a:gd name="T59" fmla="*/ 36 h 195"/>
              <a:gd name="T60" fmla="*/ 3 w 204"/>
              <a:gd name="T61" fmla="*/ 148 h 195"/>
              <a:gd name="T62" fmla="*/ 34 w 204"/>
              <a:gd name="T63" fmla="*/ 163 h 195"/>
              <a:gd name="T64" fmla="*/ 135 w 204"/>
              <a:gd name="T65" fmla="*/ 163 h 195"/>
              <a:gd name="T66" fmla="*/ 88 w 204"/>
              <a:gd name="T67" fmla="*/ 75 h 195"/>
              <a:gd name="T68" fmla="*/ 159 w 204"/>
              <a:gd name="T69" fmla="*/ 127 h 195"/>
              <a:gd name="T70" fmla="*/ 106 w 204"/>
              <a:gd name="T71" fmla="*/ 119 h 195"/>
              <a:gd name="T72" fmla="*/ 88 w 204"/>
              <a:gd name="T73" fmla="*/ 75 h 195"/>
              <a:gd name="T74" fmla="*/ 125 w 204"/>
              <a:gd name="T75" fmla="*/ 53 h 195"/>
              <a:gd name="T76" fmla="*/ 126 w 204"/>
              <a:gd name="T77" fmla="*/ 24 h 195"/>
              <a:gd name="T78" fmla="*/ 124 w 204"/>
              <a:gd name="T79" fmla="*/ 37 h 195"/>
              <a:gd name="T80" fmla="*/ 125 w 204"/>
              <a:gd name="T81" fmla="*/ 53 h 195"/>
              <a:gd name="T82" fmla="*/ 109 w 204"/>
              <a:gd name="T83" fmla="*/ 45 h 195"/>
              <a:gd name="T84" fmla="*/ 109 w 204"/>
              <a:gd name="T85" fmla="*/ 0 h 195"/>
              <a:gd name="T86" fmla="*/ 107 w 204"/>
              <a:gd name="T87" fmla="*/ 20 h 195"/>
              <a:gd name="T88" fmla="*/ 109 w 204"/>
              <a:gd name="T89" fmla="*/ 45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4" h="195">
                <a:moveTo>
                  <a:pt x="48" y="195"/>
                </a:moveTo>
                <a:cubicBezTo>
                  <a:pt x="160" y="195"/>
                  <a:pt x="160" y="195"/>
                  <a:pt x="160" y="195"/>
                </a:cubicBezTo>
                <a:cubicBezTo>
                  <a:pt x="160" y="187"/>
                  <a:pt x="160" y="187"/>
                  <a:pt x="160" y="187"/>
                </a:cubicBezTo>
                <a:cubicBezTo>
                  <a:pt x="48" y="187"/>
                  <a:pt x="48" y="187"/>
                  <a:pt x="48" y="187"/>
                </a:cubicBezTo>
                <a:lnTo>
                  <a:pt x="48" y="195"/>
                </a:lnTo>
                <a:close/>
                <a:moveTo>
                  <a:pt x="4" y="167"/>
                </a:moveTo>
                <a:cubicBezTo>
                  <a:pt x="8" y="176"/>
                  <a:pt x="51" y="184"/>
                  <a:pt x="104" y="184"/>
                </a:cubicBezTo>
                <a:cubicBezTo>
                  <a:pt x="157" y="184"/>
                  <a:pt x="200" y="176"/>
                  <a:pt x="204" y="167"/>
                </a:cubicBezTo>
                <a:lnTo>
                  <a:pt x="4" y="167"/>
                </a:lnTo>
                <a:close/>
                <a:moveTo>
                  <a:pt x="6" y="132"/>
                </a:moveTo>
                <a:cubicBezTo>
                  <a:pt x="12" y="136"/>
                  <a:pt x="36" y="128"/>
                  <a:pt x="52" y="105"/>
                </a:cubicBezTo>
                <a:cubicBezTo>
                  <a:pt x="73" y="74"/>
                  <a:pt x="73" y="47"/>
                  <a:pt x="66" y="43"/>
                </a:cubicBezTo>
                <a:cubicBezTo>
                  <a:pt x="60" y="39"/>
                  <a:pt x="39" y="51"/>
                  <a:pt x="22" y="78"/>
                </a:cubicBezTo>
                <a:cubicBezTo>
                  <a:pt x="5" y="102"/>
                  <a:pt x="0" y="128"/>
                  <a:pt x="6" y="132"/>
                </a:cubicBezTo>
                <a:close/>
                <a:moveTo>
                  <a:pt x="31" y="85"/>
                </a:moveTo>
                <a:cubicBezTo>
                  <a:pt x="37" y="79"/>
                  <a:pt x="44" y="77"/>
                  <a:pt x="46" y="78"/>
                </a:cubicBezTo>
                <a:cubicBezTo>
                  <a:pt x="48" y="79"/>
                  <a:pt x="47" y="90"/>
                  <a:pt x="41" y="96"/>
                </a:cubicBezTo>
                <a:cubicBezTo>
                  <a:pt x="36" y="103"/>
                  <a:pt x="28" y="103"/>
                  <a:pt x="26" y="102"/>
                </a:cubicBezTo>
                <a:cubicBezTo>
                  <a:pt x="24" y="101"/>
                  <a:pt x="25" y="92"/>
                  <a:pt x="31" y="85"/>
                </a:cubicBezTo>
                <a:close/>
                <a:moveTo>
                  <a:pt x="135" y="163"/>
                </a:moveTo>
                <a:cubicBezTo>
                  <a:pt x="149" y="157"/>
                  <a:pt x="162" y="147"/>
                  <a:pt x="175" y="133"/>
                </a:cubicBezTo>
                <a:cubicBezTo>
                  <a:pt x="177" y="138"/>
                  <a:pt x="182" y="141"/>
                  <a:pt x="188" y="141"/>
                </a:cubicBezTo>
                <a:cubicBezTo>
                  <a:pt x="196" y="141"/>
                  <a:pt x="202" y="135"/>
                  <a:pt x="202" y="127"/>
                </a:cubicBezTo>
                <a:cubicBezTo>
                  <a:pt x="202" y="119"/>
                  <a:pt x="197" y="113"/>
                  <a:pt x="189" y="113"/>
                </a:cubicBezTo>
                <a:cubicBezTo>
                  <a:pt x="190" y="111"/>
                  <a:pt x="190" y="109"/>
                  <a:pt x="190" y="107"/>
                </a:cubicBezTo>
                <a:cubicBezTo>
                  <a:pt x="190" y="99"/>
                  <a:pt x="184" y="92"/>
                  <a:pt x="176" y="92"/>
                </a:cubicBezTo>
                <a:cubicBezTo>
                  <a:pt x="168" y="92"/>
                  <a:pt x="161" y="99"/>
                  <a:pt x="161" y="107"/>
                </a:cubicBezTo>
                <a:cubicBezTo>
                  <a:pt x="161" y="111"/>
                  <a:pt x="163" y="114"/>
                  <a:pt x="165" y="117"/>
                </a:cubicBezTo>
                <a:cubicBezTo>
                  <a:pt x="153" y="120"/>
                  <a:pt x="137" y="116"/>
                  <a:pt x="120" y="104"/>
                </a:cubicBezTo>
                <a:cubicBezTo>
                  <a:pt x="105" y="88"/>
                  <a:pt x="107" y="62"/>
                  <a:pt x="74" y="36"/>
                </a:cubicBezTo>
                <a:cubicBezTo>
                  <a:pt x="73" y="36"/>
                  <a:pt x="98" y="112"/>
                  <a:pt x="3" y="148"/>
                </a:cubicBezTo>
                <a:cubicBezTo>
                  <a:pt x="4" y="148"/>
                  <a:pt x="16" y="156"/>
                  <a:pt x="34" y="163"/>
                </a:cubicBezTo>
                <a:lnTo>
                  <a:pt x="135" y="163"/>
                </a:lnTo>
                <a:close/>
                <a:moveTo>
                  <a:pt x="88" y="75"/>
                </a:moveTo>
                <a:cubicBezTo>
                  <a:pt x="88" y="75"/>
                  <a:pt x="97" y="123"/>
                  <a:pt x="159" y="127"/>
                </a:cubicBezTo>
                <a:cubicBezTo>
                  <a:pt x="157" y="129"/>
                  <a:pt x="127" y="132"/>
                  <a:pt x="106" y="119"/>
                </a:cubicBezTo>
                <a:cubicBezTo>
                  <a:pt x="82" y="97"/>
                  <a:pt x="88" y="75"/>
                  <a:pt x="88" y="75"/>
                </a:cubicBezTo>
                <a:close/>
                <a:moveTo>
                  <a:pt x="125" y="53"/>
                </a:moveTo>
                <a:cubicBezTo>
                  <a:pt x="122" y="41"/>
                  <a:pt x="144" y="32"/>
                  <a:pt x="126" y="24"/>
                </a:cubicBezTo>
                <a:cubicBezTo>
                  <a:pt x="129" y="31"/>
                  <a:pt x="126" y="35"/>
                  <a:pt x="124" y="37"/>
                </a:cubicBezTo>
                <a:cubicBezTo>
                  <a:pt x="114" y="46"/>
                  <a:pt x="124" y="53"/>
                  <a:pt x="125" y="53"/>
                </a:cubicBezTo>
                <a:close/>
                <a:moveTo>
                  <a:pt x="109" y="45"/>
                </a:moveTo>
                <a:cubicBezTo>
                  <a:pt x="103" y="27"/>
                  <a:pt x="137" y="12"/>
                  <a:pt x="109" y="0"/>
                </a:cubicBezTo>
                <a:cubicBezTo>
                  <a:pt x="115" y="11"/>
                  <a:pt x="110" y="17"/>
                  <a:pt x="107" y="20"/>
                </a:cubicBezTo>
                <a:cubicBezTo>
                  <a:pt x="91" y="34"/>
                  <a:pt x="107" y="45"/>
                  <a:pt x="109" y="45"/>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119"/>
          <p:cNvSpPr>
            <a:spLocks noEditPoints="1"/>
          </p:cNvSpPr>
          <p:nvPr/>
        </p:nvSpPr>
        <p:spPr bwMode="auto">
          <a:xfrm>
            <a:off x="5438775" y="2487613"/>
            <a:ext cx="393700" cy="387350"/>
          </a:xfrm>
          <a:custGeom>
            <a:avLst/>
            <a:gdLst>
              <a:gd name="T0" fmla="*/ 187 w 199"/>
              <a:gd name="T1" fmla="*/ 164 h 196"/>
              <a:gd name="T2" fmla="*/ 173 w 199"/>
              <a:gd name="T3" fmla="*/ 164 h 196"/>
              <a:gd name="T4" fmla="*/ 158 w 199"/>
              <a:gd name="T5" fmla="*/ 145 h 196"/>
              <a:gd name="T6" fmla="*/ 123 w 199"/>
              <a:gd name="T7" fmla="*/ 164 h 196"/>
              <a:gd name="T8" fmla="*/ 81 w 199"/>
              <a:gd name="T9" fmla="*/ 164 h 196"/>
              <a:gd name="T10" fmla="*/ 61 w 199"/>
              <a:gd name="T11" fmla="*/ 91 h 196"/>
              <a:gd name="T12" fmla="*/ 66 w 199"/>
              <a:gd name="T13" fmla="*/ 164 h 196"/>
              <a:gd name="T14" fmla="*/ 38 w 199"/>
              <a:gd name="T15" fmla="*/ 164 h 196"/>
              <a:gd name="T16" fmla="*/ 0 w 199"/>
              <a:gd name="T17" fmla="*/ 137 h 196"/>
              <a:gd name="T18" fmla="*/ 75 w 199"/>
              <a:gd name="T19" fmla="*/ 75 h 196"/>
              <a:gd name="T20" fmla="*/ 165 w 199"/>
              <a:gd name="T21" fmla="*/ 131 h 196"/>
              <a:gd name="T22" fmla="*/ 199 w 199"/>
              <a:gd name="T23" fmla="*/ 107 h 196"/>
              <a:gd name="T24" fmla="*/ 187 w 199"/>
              <a:gd name="T25" fmla="*/ 164 h 196"/>
              <a:gd name="T26" fmla="*/ 44 w 199"/>
              <a:gd name="T27" fmla="*/ 109 h 196"/>
              <a:gd name="T28" fmla="*/ 35 w 199"/>
              <a:gd name="T29" fmla="*/ 118 h 196"/>
              <a:gd name="T30" fmla="*/ 44 w 199"/>
              <a:gd name="T31" fmla="*/ 127 h 196"/>
              <a:gd name="T32" fmla="*/ 53 w 199"/>
              <a:gd name="T33" fmla="*/ 118 h 196"/>
              <a:gd name="T34" fmla="*/ 44 w 199"/>
              <a:gd name="T35" fmla="*/ 109 h 196"/>
              <a:gd name="T36" fmla="*/ 128 w 199"/>
              <a:gd name="T37" fmla="*/ 98 h 196"/>
              <a:gd name="T38" fmla="*/ 151 w 199"/>
              <a:gd name="T39" fmla="*/ 108 h 196"/>
              <a:gd name="T40" fmla="*/ 150 w 199"/>
              <a:gd name="T41" fmla="*/ 122 h 196"/>
              <a:gd name="T42" fmla="*/ 128 w 199"/>
              <a:gd name="T43" fmla="*/ 98 h 196"/>
              <a:gd name="T44" fmla="*/ 62 w 199"/>
              <a:gd name="T45" fmla="*/ 69 h 196"/>
              <a:gd name="T46" fmla="*/ 105 w 199"/>
              <a:gd name="T47" fmla="*/ 57 h 196"/>
              <a:gd name="T48" fmla="*/ 119 w 199"/>
              <a:gd name="T49" fmla="*/ 88 h 196"/>
              <a:gd name="T50" fmla="*/ 62 w 199"/>
              <a:gd name="T51" fmla="*/ 69 h 196"/>
              <a:gd name="T52" fmla="*/ 99 w 199"/>
              <a:gd name="T53" fmla="*/ 44 h 196"/>
              <a:gd name="T54" fmla="*/ 99 w 199"/>
              <a:gd name="T55" fmla="*/ 0 h 196"/>
              <a:gd name="T56" fmla="*/ 101 w 199"/>
              <a:gd name="T57" fmla="*/ 20 h 196"/>
              <a:gd name="T58" fmla="*/ 99 w 199"/>
              <a:gd name="T59" fmla="*/ 44 h 196"/>
              <a:gd name="T60" fmla="*/ 83 w 199"/>
              <a:gd name="T61" fmla="*/ 53 h 196"/>
              <a:gd name="T62" fmla="*/ 83 w 199"/>
              <a:gd name="T63" fmla="*/ 23 h 196"/>
              <a:gd name="T64" fmla="*/ 84 w 199"/>
              <a:gd name="T65" fmla="*/ 37 h 196"/>
              <a:gd name="T66" fmla="*/ 83 w 199"/>
              <a:gd name="T67" fmla="*/ 53 h 196"/>
              <a:gd name="T68" fmla="*/ 100 w 199"/>
              <a:gd name="T69" fmla="*/ 185 h 196"/>
              <a:gd name="T70" fmla="*/ 0 w 199"/>
              <a:gd name="T71" fmla="*/ 168 h 196"/>
              <a:gd name="T72" fmla="*/ 199 w 199"/>
              <a:gd name="T73" fmla="*/ 168 h 196"/>
              <a:gd name="T74" fmla="*/ 100 w 199"/>
              <a:gd name="T75" fmla="*/ 185 h 196"/>
              <a:gd name="T76" fmla="*/ 155 w 199"/>
              <a:gd name="T77" fmla="*/ 196 h 196"/>
              <a:gd name="T78" fmla="*/ 43 w 199"/>
              <a:gd name="T79" fmla="*/ 196 h 196"/>
              <a:gd name="T80" fmla="*/ 43 w 199"/>
              <a:gd name="T81" fmla="*/ 188 h 196"/>
              <a:gd name="T82" fmla="*/ 155 w 199"/>
              <a:gd name="T83" fmla="*/ 188 h 196"/>
              <a:gd name="T84" fmla="*/ 155 w 199"/>
              <a:gd name="T85" fmla="*/ 196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9" h="196">
                <a:moveTo>
                  <a:pt x="187" y="164"/>
                </a:moveTo>
                <a:cubicBezTo>
                  <a:pt x="185" y="164"/>
                  <a:pt x="173" y="164"/>
                  <a:pt x="173" y="164"/>
                </a:cubicBezTo>
                <a:cubicBezTo>
                  <a:pt x="173" y="164"/>
                  <a:pt x="164" y="154"/>
                  <a:pt x="158" y="145"/>
                </a:cubicBezTo>
                <a:cubicBezTo>
                  <a:pt x="144" y="134"/>
                  <a:pt x="140" y="164"/>
                  <a:pt x="123" y="164"/>
                </a:cubicBezTo>
                <a:cubicBezTo>
                  <a:pt x="115" y="164"/>
                  <a:pt x="98" y="164"/>
                  <a:pt x="81" y="164"/>
                </a:cubicBezTo>
                <a:cubicBezTo>
                  <a:pt x="84" y="154"/>
                  <a:pt x="94" y="111"/>
                  <a:pt x="61" y="91"/>
                </a:cubicBezTo>
                <a:cubicBezTo>
                  <a:pt x="89" y="129"/>
                  <a:pt x="72" y="156"/>
                  <a:pt x="66" y="164"/>
                </a:cubicBezTo>
                <a:cubicBezTo>
                  <a:pt x="55" y="164"/>
                  <a:pt x="44" y="164"/>
                  <a:pt x="38" y="164"/>
                </a:cubicBezTo>
                <a:cubicBezTo>
                  <a:pt x="18" y="164"/>
                  <a:pt x="0" y="137"/>
                  <a:pt x="0" y="137"/>
                </a:cubicBezTo>
                <a:cubicBezTo>
                  <a:pt x="0" y="137"/>
                  <a:pt x="21" y="75"/>
                  <a:pt x="75" y="75"/>
                </a:cubicBezTo>
                <a:cubicBezTo>
                  <a:pt x="129" y="75"/>
                  <a:pt x="122" y="132"/>
                  <a:pt x="165" y="131"/>
                </a:cubicBezTo>
                <a:cubicBezTo>
                  <a:pt x="181" y="114"/>
                  <a:pt x="199" y="107"/>
                  <a:pt x="199" y="107"/>
                </a:cubicBezTo>
                <a:cubicBezTo>
                  <a:pt x="199" y="107"/>
                  <a:pt x="176" y="135"/>
                  <a:pt x="187" y="164"/>
                </a:cubicBezTo>
                <a:close/>
                <a:moveTo>
                  <a:pt x="44" y="109"/>
                </a:moveTo>
                <a:cubicBezTo>
                  <a:pt x="39" y="109"/>
                  <a:pt x="35" y="113"/>
                  <a:pt x="35" y="118"/>
                </a:cubicBezTo>
                <a:cubicBezTo>
                  <a:pt x="35" y="123"/>
                  <a:pt x="39" y="127"/>
                  <a:pt x="44" y="127"/>
                </a:cubicBezTo>
                <a:cubicBezTo>
                  <a:pt x="49" y="127"/>
                  <a:pt x="53" y="123"/>
                  <a:pt x="53" y="118"/>
                </a:cubicBezTo>
                <a:cubicBezTo>
                  <a:pt x="53" y="113"/>
                  <a:pt x="49" y="109"/>
                  <a:pt x="44" y="109"/>
                </a:cubicBezTo>
                <a:close/>
                <a:moveTo>
                  <a:pt x="128" y="98"/>
                </a:moveTo>
                <a:cubicBezTo>
                  <a:pt x="128" y="98"/>
                  <a:pt x="143" y="100"/>
                  <a:pt x="151" y="108"/>
                </a:cubicBezTo>
                <a:cubicBezTo>
                  <a:pt x="155" y="113"/>
                  <a:pt x="150" y="122"/>
                  <a:pt x="150" y="122"/>
                </a:cubicBezTo>
                <a:lnTo>
                  <a:pt x="128" y="98"/>
                </a:lnTo>
                <a:close/>
                <a:moveTo>
                  <a:pt x="62" y="69"/>
                </a:moveTo>
                <a:cubicBezTo>
                  <a:pt x="62" y="69"/>
                  <a:pt x="76" y="53"/>
                  <a:pt x="105" y="57"/>
                </a:cubicBezTo>
                <a:cubicBezTo>
                  <a:pt x="104" y="61"/>
                  <a:pt x="100" y="67"/>
                  <a:pt x="119" y="88"/>
                </a:cubicBezTo>
                <a:cubicBezTo>
                  <a:pt x="96" y="63"/>
                  <a:pt x="62" y="69"/>
                  <a:pt x="62" y="69"/>
                </a:cubicBezTo>
                <a:close/>
                <a:moveTo>
                  <a:pt x="99" y="44"/>
                </a:moveTo>
                <a:cubicBezTo>
                  <a:pt x="105" y="27"/>
                  <a:pt x="72" y="12"/>
                  <a:pt x="99" y="0"/>
                </a:cubicBezTo>
                <a:cubicBezTo>
                  <a:pt x="94" y="10"/>
                  <a:pt x="98" y="17"/>
                  <a:pt x="101" y="20"/>
                </a:cubicBezTo>
                <a:cubicBezTo>
                  <a:pt x="117" y="33"/>
                  <a:pt x="102" y="44"/>
                  <a:pt x="99" y="44"/>
                </a:cubicBezTo>
                <a:close/>
                <a:moveTo>
                  <a:pt x="83" y="53"/>
                </a:moveTo>
                <a:cubicBezTo>
                  <a:pt x="87" y="41"/>
                  <a:pt x="65" y="32"/>
                  <a:pt x="83" y="23"/>
                </a:cubicBezTo>
                <a:cubicBezTo>
                  <a:pt x="79" y="30"/>
                  <a:pt x="82" y="34"/>
                  <a:pt x="84" y="37"/>
                </a:cubicBezTo>
                <a:cubicBezTo>
                  <a:pt x="95" y="46"/>
                  <a:pt x="85" y="53"/>
                  <a:pt x="83" y="53"/>
                </a:cubicBezTo>
                <a:close/>
                <a:moveTo>
                  <a:pt x="100" y="185"/>
                </a:moveTo>
                <a:cubicBezTo>
                  <a:pt x="47" y="185"/>
                  <a:pt x="3" y="178"/>
                  <a:pt x="0" y="168"/>
                </a:cubicBezTo>
                <a:cubicBezTo>
                  <a:pt x="199" y="168"/>
                  <a:pt x="199" y="168"/>
                  <a:pt x="199" y="168"/>
                </a:cubicBezTo>
                <a:cubicBezTo>
                  <a:pt x="196" y="178"/>
                  <a:pt x="153" y="185"/>
                  <a:pt x="100" y="185"/>
                </a:cubicBezTo>
                <a:close/>
                <a:moveTo>
                  <a:pt x="155" y="196"/>
                </a:moveTo>
                <a:cubicBezTo>
                  <a:pt x="43" y="196"/>
                  <a:pt x="43" y="196"/>
                  <a:pt x="43" y="196"/>
                </a:cubicBezTo>
                <a:cubicBezTo>
                  <a:pt x="43" y="188"/>
                  <a:pt x="43" y="188"/>
                  <a:pt x="43" y="188"/>
                </a:cubicBezTo>
                <a:cubicBezTo>
                  <a:pt x="155" y="188"/>
                  <a:pt x="155" y="188"/>
                  <a:pt x="155" y="188"/>
                </a:cubicBezTo>
                <a:lnTo>
                  <a:pt x="155" y="196"/>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120"/>
          <p:cNvSpPr>
            <a:spLocks noEditPoints="1"/>
          </p:cNvSpPr>
          <p:nvPr/>
        </p:nvSpPr>
        <p:spPr bwMode="auto">
          <a:xfrm>
            <a:off x="5913438" y="2516188"/>
            <a:ext cx="395288" cy="368300"/>
          </a:xfrm>
          <a:custGeom>
            <a:avLst/>
            <a:gdLst>
              <a:gd name="T0" fmla="*/ 100 w 200"/>
              <a:gd name="T1" fmla="*/ 174 h 186"/>
              <a:gd name="T2" fmla="*/ 1 w 200"/>
              <a:gd name="T3" fmla="*/ 158 h 186"/>
              <a:gd name="T4" fmla="*/ 156 w 200"/>
              <a:gd name="T5" fmla="*/ 186 h 186"/>
              <a:gd name="T6" fmla="*/ 44 w 200"/>
              <a:gd name="T7" fmla="*/ 178 h 186"/>
              <a:gd name="T8" fmla="*/ 57 w 200"/>
              <a:gd name="T9" fmla="*/ 112 h 186"/>
              <a:gd name="T10" fmla="*/ 87 w 200"/>
              <a:gd name="T11" fmla="*/ 112 h 186"/>
              <a:gd name="T12" fmla="*/ 90 w 200"/>
              <a:gd name="T13" fmla="*/ 102 h 186"/>
              <a:gd name="T14" fmla="*/ 84 w 200"/>
              <a:gd name="T15" fmla="*/ 153 h 186"/>
              <a:gd name="T16" fmla="*/ 141 w 200"/>
              <a:gd name="T17" fmla="*/ 109 h 186"/>
              <a:gd name="T18" fmla="*/ 198 w 200"/>
              <a:gd name="T19" fmla="*/ 153 h 186"/>
              <a:gd name="T20" fmla="*/ 90 w 200"/>
              <a:gd name="T21" fmla="*/ 61 h 186"/>
              <a:gd name="T22" fmla="*/ 0 w 200"/>
              <a:gd name="T23" fmla="*/ 153 h 186"/>
              <a:gd name="T24" fmla="*/ 57 w 200"/>
              <a:gd name="T25" fmla="*/ 112 h 186"/>
              <a:gd name="T26" fmla="*/ 90 w 200"/>
              <a:gd name="T27" fmla="*/ 94 h 186"/>
              <a:gd name="T28" fmla="*/ 62 w 200"/>
              <a:gd name="T29" fmla="*/ 103 h 186"/>
              <a:gd name="T30" fmla="*/ 119 w 200"/>
              <a:gd name="T31" fmla="*/ 104 h 186"/>
              <a:gd name="T32" fmla="*/ 90 w 200"/>
              <a:gd name="T33" fmla="*/ 70 h 186"/>
              <a:gd name="T34" fmla="*/ 127 w 200"/>
              <a:gd name="T35" fmla="*/ 102 h 186"/>
              <a:gd name="T36" fmla="*/ 53 w 200"/>
              <a:gd name="T37" fmla="*/ 103 h 186"/>
              <a:gd name="T38" fmla="*/ 90 w 200"/>
              <a:gd name="T39" fmla="*/ 70 h 186"/>
              <a:gd name="T40" fmla="*/ 43 w 200"/>
              <a:gd name="T41" fmla="*/ 153 h 186"/>
              <a:gd name="T42" fmla="*/ 66 w 200"/>
              <a:gd name="T43" fmla="*/ 147 h 186"/>
              <a:gd name="T44" fmla="*/ 57 w 200"/>
              <a:gd name="T45" fmla="*/ 136 h 186"/>
              <a:gd name="T46" fmla="*/ 75 w 200"/>
              <a:gd name="T47" fmla="*/ 124 h 186"/>
              <a:gd name="T48" fmla="*/ 17 w 200"/>
              <a:gd name="T49" fmla="*/ 153 h 186"/>
              <a:gd name="T50" fmla="*/ 57 w 200"/>
              <a:gd name="T51" fmla="*/ 128 h 186"/>
              <a:gd name="T52" fmla="*/ 75 w 200"/>
              <a:gd name="T53" fmla="*/ 124 h 186"/>
              <a:gd name="T54" fmla="*/ 181 w 200"/>
              <a:gd name="T55" fmla="*/ 153 h 186"/>
              <a:gd name="T56" fmla="*/ 101 w 200"/>
              <a:gd name="T57" fmla="*/ 153 h 186"/>
              <a:gd name="T58" fmla="*/ 141 w 200"/>
              <a:gd name="T59" fmla="*/ 125 h 186"/>
              <a:gd name="T60" fmla="*/ 118 w 200"/>
              <a:gd name="T61" fmla="*/ 153 h 186"/>
              <a:gd name="T62" fmla="*/ 141 w 200"/>
              <a:gd name="T63" fmla="*/ 141 h 186"/>
              <a:gd name="T64" fmla="*/ 164 w 200"/>
              <a:gd name="T65" fmla="*/ 153 h 186"/>
              <a:gd name="T66" fmla="*/ 118 w 200"/>
              <a:gd name="T67" fmla="*/ 153 h 186"/>
              <a:gd name="T68" fmla="*/ 175 w 200"/>
              <a:gd name="T69" fmla="*/ 95 h 186"/>
              <a:gd name="T70" fmla="*/ 173 w 200"/>
              <a:gd name="T71" fmla="*/ 73 h 186"/>
              <a:gd name="T72" fmla="*/ 158 w 200"/>
              <a:gd name="T73" fmla="*/ 24 h 186"/>
              <a:gd name="T74" fmla="*/ 158 w 200"/>
              <a:gd name="T75" fmla="*/ 83 h 186"/>
              <a:gd name="T76" fmla="*/ 54 w 200"/>
              <a:gd name="T77" fmla="*/ 22 h 186"/>
              <a:gd name="T78" fmla="*/ 52 w 200"/>
              <a:gd name="T79" fmla="*/ 49 h 186"/>
              <a:gd name="T80" fmla="*/ 40 w 200"/>
              <a:gd name="T81" fmla="*/ 41 h 186"/>
              <a:gd name="T82" fmla="*/ 39 w 200"/>
              <a:gd name="T83" fmla="*/ 59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0" h="186">
                <a:moveTo>
                  <a:pt x="1" y="158"/>
                </a:moveTo>
                <a:cubicBezTo>
                  <a:pt x="4" y="167"/>
                  <a:pt x="47" y="174"/>
                  <a:pt x="100" y="174"/>
                </a:cubicBezTo>
                <a:cubicBezTo>
                  <a:pt x="153" y="174"/>
                  <a:pt x="197" y="167"/>
                  <a:pt x="200" y="158"/>
                </a:cubicBezTo>
                <a:lnTo>
                  <a:pt x="1" y="158"/>
                </a:lnTo>
                <a:close/>
                <a:moveTo>
                  <a:pt x="44" y="186"/>
                </a:moveTo>
                <a:cubicBezTo>
                  <a:pt x="156" y="186"/>
                  <a:pt x="156" y="186"/>
                  <a:pt x="156" y="186"/>
                </a:cubicBezTo>
                <a:cubicBezTo>
                  <a:pt x="156" y="178"/>
                  <a:pt x="156" y="178"/>
                  <a:pt x="156" y="178"/>
                </a:cubicBezTo>
                <a:cubicBezTo>
                  <a:pt x="44" y="178"/>
                  <a:pt x="44" y="178"/>
                  <a:pt x="44" y="178"/>
                </a:cubicBezTo>
                <a:lnTo>
                  <a:pt x="44" y="186"/>
                </a:lnTo>
                <a:close/>
                <a:moveTo>
                  <a:pt x="57" y="112"/>
                </a:moveTo>
                <a:cubicBezTo>
                  <a:pt x="65" y="112"/>
                  <a:pt x="73" y="114"/>
                  <a:pt x="80" y="118"/>
                </a:cubicBezTo>
                <a:cubicBezTo>
                  <a:pt x="82" y="116"/>
                  <a:pt x="85" y="114"/>
                  <a:pt x="87" y="112"/>
                </a:cubicBezTo>
                <a:cubicBezTo>
                  <a:pt x="85" y="110"/>
                  <a:pt x="82" y="108"/>
                  <a:pt x="79" y="107"/>
                </a:cubicBezTo>
                <a:cubicBezTo>
                  <a:pt x="82" y="104"/>
                  <a:pt x="86" y="102"/>
                  <a:pt x="90" y="102"/>
                </a:cubicBezTo>
                <a:cubicBezTo>
                  <a:pt x="97" y="102"/>
                  <a:pt x="103" y="106"/>
                  <a:pt x="105" y="112"/>
                </a:cubicBezTo>
                <a:cubicBezTo>
                  <a:pt x="93" y="122"/>
                  <a:pt x="85" y="136"/>
                  <a:pt x="84" y="153"/>
                </a:cubicBezTo>
                <a:cubicBezTo>
                  <a:pt x="93" y="153"/>
                  <a:pt x="93" y="153"/>
                  <a:pt x="93" y="153"/>
                </a:cubicBezTo>
                <a:cubicBezTo>
                  <a:pt x="95" y="128"/>
                  <a:pt x="116" y="109"/>
                  <a:pt x="141" y="109"/>
                </a:cubicBezTo>
                <a:cubicBezTo>
                  <a:pt x="166" y="109"/>
                  <a:pt x="186" y="128"/>
                  <a:pt x="189" y="153"/>
                </a:cubicBezTo>
                <a:cubicBezTo>
                  <a:pt x="198" y="153"/>
                  <a:pt x="198" y="153"/>
                  <a:pt x="198" y="153"/>
                </a:cubicBezTo>
                <a:cubicBezTo>
                  <a:pt x="196" y="124"/>
                  <a:pt x="173" y="102"/>
                  <a:pt x="145" y="100"/>
                </a:cubicBezTo>
                <a:cubicBezTo>
                  <a:pt x="137" y="77"/>
                  <a:pt x="116" y="61"/>
                  <a:pt x="90" y="61"/>
                </a:cubicBezTo>
                <a:cubicBezTo>
                  <a:pt x="62" y="61"/>
                  <a:pt x="39" y="81"/>
                  <a:pt x="34" y="107"/>
                </a:cubicBezTo>
                <a:cubicBezTo>
                  <a:pt x="16" y="115"/>
                  <a:pt x="3" y="132"/>
                  <a:pt x="0" y="153"/>
                </a:cubicBezTo>
                <a:cubicBezTo>
                  <a:pt x="9" y="153"/>
                  <a:pt x="9" y="153"/>
                  <a:pt x="9" y="153"/>
                </a:cubicBezTo>
                <a:cubicBezTo>
                  <a:pt x="13" y="129"/>
                  <a:pt x="33" y="112"/>
                  <a:pt x="57" y="112"/>
                </a:cubicBezTo>
                <a:close/>
                <a:moveTo>
                  <a:pt x="111" y="108"/>
                </a:moveTo>
                <a:cubicBezTo>
                  <a:pt x="108" y="100"/>
                  <a:pt x="100" y="94"/>
                  <a:pt x="90" y="94"/>
                </a:cubicBezTo>
                <a:cubicBezTo>
                  <a:pt x="82" y="94"/>
                  <a:pt x="75" y="98"/>
                  <a:pt x="71" y="105"/>
                </a:cubicBezTo>
                <a:cubicBezTo>
                  <a:pt x="68" y="104"/>
                  <a:pt x="65" y="103"/>
                  <a:pt x="62" y="103"/>
                </a:cubicBezTo>
                <a:cubicBezTo>
                  <a:pt x="67" y="93"/>
                  <a:pt x="78" y="85"/>
                  <a:pt x="90" y="85"/>
                </a:cubicBezTo>
                <a:cubicBezTo>
                  <a:pt x="103" y="85"/>
                  <a:pt x="114" y="93"/>
                  <a:pt x="119" y="104"/>
                </a:cubicBezTo>
                <a:cubicBezTo>
                  <a:pt x="117" y="105"/>
                  <a:pt x="114" y="106"/>
                  <a:pt x="111" y="108"/>
                </a:cubicBezTo>
                <a:close/>
                <a:moveTo>
                  <a:pt x="90" y="70"/>
                </a:moveTo>
                <a:cubicBezTo>
                  <a:pt x="111" y="70"/>
                  <a:pt x="128" y="82"/>
                  <a:pt x="135" y="100"/>
                </a:cubicBezTo>
                <a:cubicBezTo>
                  <a:pt x="132" y="100"/>
                  <a:pt x="130" y="101"/>
                  <a:pt x="127" y="102"/>
                </a:cubicBezTo>
                <a:cubicBezTo>
                  <a:pt x="121" y="87"/>
                  <a:pt x="107" y="78"/>
                  <a:pt x="90" y="78"/>
                </a:cubicBezTo>
                <a:cubicBezTo>
                  <a:pt x="73" y="78"/>
                  <a:pt x="59" y="88"/>
                  <a:pt x="53" y="103"/>
                </a:cubicBezTo>
                <a:cubicBezTo>
                  <a:pt x="50" y="103"/>
                  <a:pt x="47" y="103"/>
                  <a:pt x="45" y="104"/>
                </a:cubicBezTo>
                <a:cubicBezTo>
                  <a:pt x="50" y="84"/>
                  <a:pt x="69" y="70"/>
                  <a:pt x="90" y="70"/>
                </a:cubicBezTo>
                <a:close/>
                <a:moveTo>
                  <a:pt x="35" y="153"/>
                </a:moveTo>
                <a:cubicBezTo>
                  <a:pt x="43" y="153"/>
                  <a:pt x="43" y="153"/>
                  <a:pt x="43" y="153"/>
                </a:cubicBezTo>
                <a:cubicBezTo>
                  <a:pt x="45" y="148"/>
                  <a:pt x="51" y="144"/>
                  <a:pt x="57" y="144"/>
                </a:cubicBezTo>
                <a:cubicBezTo>
                  <a:pt x="60" y="144"/>
                  <a:pt x="63" y="145"/>
                  <a:pt x="66" y="147"/>
                </a:cubicBezTo>
                <a:cubicBezTo>
                  <a:pt x="67" y="145"/>
                  <a:pt x="67" y="142"/>
                  <a:pt x="68" y="139"/>
                </a:cubicBezTo>
                <a:cubicBezTo>
                  <a:pt x="65" y="138"/>
                  <a:pt x="61" y="136"/>
                  <a:pt x="57" y="136"/>
                </a:cubicBezTo>
                <a:cubicBezTo>
                  <a:pt x="46" y="136"/>
                  <a:pt x="38" y="143"/>
                  <a:pt x="35" y="153"/>
                </a:cubicBezTo>
                <a:close/>
                <a:moveTo>
                  <a:pt x="75" y="124"/>
                </a:moveTo>
                <a:cubicBezTo>
                  <a:pt x="70" y="121"/>
                  <a:pt x="63" y="120"/>
                  <a:pt x="57" y="120"/>
                </a:cubicBezTo>
                <a:cubicBezTo>
                  <a:pt x="37" y="120"/>
                  <a:pt x="21" y="134"/>
                  <a:pt x="17" y="153"/>
                </a:cubicBezTo>
                <a:cubicBezTo>
                  <a:pt x="25" y="153"/>
                  <a:pt x="25" y="153"/>
                  <a:pt x="25" y="153"/>
                </a:cubicBezTo>
                <a:cubicBezTo>
                  <a:pt x="29" y="138"/>
                  <a:pt x="41" y="128"/>
                  <a:pt x="57" y="128"/>
                </a:cubicBezTo>
                <a:cubicBezTo>
                  <a:pt x="62" y="128"/>
                  <a:pt x="67" y="129"/>
                  <a:pt x="71" y="131"/>
                </a:cubicBezTo>
                <a:cubicBezTo>
                  <a:pt x="73" y="129"/>
                  <a:pt x="74" y="126"/>
                  <a:pt x="75" y="124"/>
                </a:cubicBezTo>
                <a:close/>
                <a:moveTo>
                  <a:pt x="173" y="153"/>
                </a:moveTo>
                <a:cubicBezTo>
                  <a:pt x="181" y="153"/>
                  <a:pt x="181" y="153"/>
                  <a:pt x="181" y="153"/>
                </a:cubicBezTo>
                <a:cubicBezTo>
                  <a:pt x="178" y="132"/>
                  <a:pt x="161" y="117"/>
                  <a:pt x="141" y="117"/>
                </a:cubicBezTo>
                <a:cubicBezTo>
                  <a:pt x="120" y="117"/>
                  <a:pt x="103" y="132"/>
                  <a:pt x="101" y="153"/>
                </a:cubicBezTo>
                <a:cubicBezTo>
                  <a:pt x="109" y="153"/>
                  <a:pt x="109" y="153"/>
                  <a:pt x="109" y="153"/>
                </a:cubicBezTo>
                <a:cubicBezTo>
                  <a:pt x="111" y="137"/>
                  <a:pt x="125" y="125"/>
                  <a:pt x="141" y="125"/>
                </a:cubicBezTo>
                <a:cubicBezTo>
                  <a:pt x="157" y="125"/>
                  <a:pt x="171" y="137"/>
                  <a:pt x="173" y="153"/>
                </a:cubicBezTo>
                <a:close/>
                <a:moveTo>
                  <a:pt x="118" y="153"/>
                </a:moveTo>
                <a:cubicBezTo>
                  <a:pt x="126" y="153"/>
                  <a:pt x="126" y="153"/>
                  <a:pt x="126" y="153"/>
                </a:cubicBezTo>
                <a:cubicBezTo>
                  <a:pt x="128" y="146"/>
                  <a:pt x="134" y="141"/>
                  <a:pt x="141" y="141"/>
                </a:cubicBezTo>
                <a:cubicBezTo>
                  <a:pt x="148" y="141"/>
                  <a:pt x="154" y="146"/>
                  <a:pt x="156" y="153"/>
                </a:cubicBezTo>
                <a:cubicBezTo>
                  <a:pt x="164" y="153"/>
                  <a:pt x="164" y="153"/>
                  <a:pt x="164" y="153"/>
                </a:cubicBezTo>
                <a:cubicBezTo>
                  <a:pt x="162" y="142"/>
                  <a:pt x="152" y="134"/>
                  <a:pt x="141" y="134"/>
                </a:cubicBezTo>
                <a:cubicBezTo>
                  <a:pt x="129" y="134"/>
                  <a:pt x="120" y="142"/>
                  <a:pt x="118" y="153"/>
                </a:cubicBezTo>
                <a:close/>
                <a:moveTo>
                  <a:pt x="173" y="73"/>
                </a:moveTo>
                <a:cubicBezTo>
                  <a:pt x="159" y="85"/>
                  <a:pt x="173" y="95"/>
                  <a:pt x="175" y="95"/>
                </a:cubicBezTo>
                <a:cubicBezTo>
                  <a:pt x="170" y="79"/>
                  <a:pt x="200" y="66"/>
                  <a:pt x="175" y="55"/>
                </a:cubicBezTo>
                <a:cubicBezTo>
                  <a:pt x="180" y="65"/>
                  <a:pt x="176" y="70"/>
                  <a:pt x="173" y="73"/>
                </a:cubicBezTo>
                <a:close/>
                <a:moveTo>
                  <a:pt x="158" y="83"/>
                </a:moveTo>
                <a:cubicBezTo>
                  <a:pt x="151" y="60"/>
                  <a:pt x="195" y="40"/>
                  <a:pt x="158" y="24"/>
                </a:cubicBezTo>
                <a:cubicBezTo>
                  <a:pt x="166" y="38"/>
                  <a:pt x="160" y="46"/>
                  <a:pt x="156" y="51"/>
                </a:cubicBezTo>
                <a:cubicBezTo>
                  <a:pt x="134" y="69"/>
                  <a:pt x="155" y="83"/>
                  <a:pt x="158" y="83"/>
                </a:cubicBezTo>
                <a:close/>
                <a:moveTo>
                  <a:pt x="52" y="49"/>
                </a:moveTo>
                <a:cubicBezTo>
                  <a:pt x="55" y="49"/>
                  <a:pt x="72" y="37"/>
                  <a:pt x="54" y="22"/>
                </a:cubicBezTo>
                <a:cubicBezTo>
                  <a:pt x="51" y="18"/>
                  <a:pt x="46" y="11"/>
                  <a:pt x="52" y="0"/>
                </a:cubicBezTo>
                <a:cubicBezTo>
                  <a:pt x="22" y="13"/>
                  <a:pt x="59" y="29"/>
                  <a:pt x="52" y="49"/>
                </a:cubicBezTo>
                <a:close/>
                <a:moveTo>
                  <a:pt x="39" y="59"/>
                </a:moveTo>
                <a:cubicBezTo>
                  <a:pt x="40" y="59"/>
                  <a:pt x="52" y="50"/>
                  <a:pt x="40" y="41"/>
                </a:cubicBezTo>
                <a:cubicBezTo>
                  <a:pt x="38" y="38"/>
                  <a:pt x="35" y="33"/>
                  <a:pt x="38" y="26"/>
                </a:cubicBezTo>
                <a:cubicBezTo>
                  <a:pt x="18" y="35"/>
                  <a:pt x="43" y="45"/>
                  <a:pt x="39" y="59"/>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121"/>
          <p:cNvSpPr>
            <a:spLocks noEditPoints="1"/>
          </p:cNvSpPr>
          <p:nvPr/>
        </p:nvSpPr>
        <p:spPr bwMode="auto">
          <a:xfrm>
            <a:off x="6389688" y="2546350"/>
            <a:ext cx="395288" cy="333375"/>
          </a:xfrm>
          <a:custGeom>
            <a:avLst/>
            <a:gdLst>
              <a:gd name="T0" fmla="*/ 90 w 200"/>
              <a:gd name="T1" fmla="*/ 112 h 168"/>
              <a:gd name="T2" fmla="*/ 83 w 200"/>
              <a:gd name="T3" fmla="*/ 112 h 168"/>
              <a:gd name="T4" fmla="*/ 120 w 200"/>
              <a:gd name="T5" fmla="*/ 86 h 168"/>
              <a:gd name="T6" fmla="*/ 127 w 200"/>
              <a:gd name="T7" fmla="*/ 86 h 168"/>
              <a:gd name="T8" fmla="*/ 120 w 200"/>
              <a:gd name="T9" fmla="*/ 86 h 168"/>
              <a:gd name="T10" fmla="*/ 145 w 200"/>
              <a:gd name="T11" fmla="*/ 114 h 168"/>
              <a:gd name="T12" fmla="*/ 145 w 200"/>
              <a:gd name="T13" fmla="*/ 102 h 168"/>
              <a:gd name="T14" fmla="*/ 162 w 200"/>
              <a:gd name="T15" fmla="*/ 112 h 168"/>
              <a:gd name="T16" fmla="*/ 162 w 200"/>
              <a:gd name="T17" fmla="*/ 121 h 168"/>
              <a:gd name="T18" fmla="*/ 162 w 200"/>
              <a:gd name="T19" fmla="*/ 112 h 168"/>
              <a:gd name="T20" fmla="*/ 7 w 200"/>
              <a:gd name="T21" fmla="*/ 121 h 168"/>
              <a:gd name="T22" fmla="*/ 35 w 200"/>
              <a:gd name="T23" fmla="*/ 96 h 168"/>
              <a:gd name="T24" fmla="*/ 103 w 200"/>
              <a:gd name="T25" fmla="*/ 78 h 168"/>
              <a:gd name="T26" fmla="*/ 144 w 200"/>
              <a:gd name="T27" fmla="*/ 90 h 168"/>
              <a:gd name="T28" fmla="*/ 170 w 200"/>
              <a:gd name="T29" fmla="*/ 108 h 168"/>
              <a:gd name="T30" fmla="*/ 195 w 200"/>
              <a:gd name="T31" fmla="*/ 133 h 168"/>
              <a:gd name="T32" fmla="*/ 199 w 200"/>
              <a:gd name="T33" fmla="*/ 136 h 168"/>
              <a:gd name="T34" fmla="*/ 175 w 200"/>
              <a:gd name="T35" fmla="*/ 94 h 168"/>
              <a:gd name="T36" fmla="*/ 150 w 200"/>
              <a:gd name="T37" fmla="*/ 74 h 168"/>
              <a:gd name="T38" fmla="*/ 120 w 200"/>
              <a:gd name="T39" fmla="*/ 56 h 168"/>
              <a:gd name="T40" fmla="*/ 73 w 200"/>
              <a:gd name="T41" fmla="*/ 51 h 168"/>
              <a:gd name="T42" fmla="*/ 29 w 200"/>
              <a:gd name="T43" fmla="*/ 79 h 168"/>
              <a:gd name="T44" fmla="*/ 11 w 200"/>
              <a:gd name="T45" fmla="*/ 136 h 168"/>
              <a:gd name="T46" fmla="*/ 64 w 200"/>
              <a:gd name="T47" fmla="*/ 101 h 168"/>
              <a:gd name="T48" fmla="*/ 64 w 200"/>
              <a:gd name="T49" fmla="*/ 83 h 168"/>
              <a:gd name="T50" fmla="*/ 44 w 200"/>
              <a:gd name="T51" fmla="*/ 168 h 168"/>
              <a:gd name="T52" fmla="*/ 156 w 200"/>
              <a:gd name="T53" fmla="*/ 160 h 168"/>
              <a:gd name="T54" fmla="*/ 44 w 200"/>
              <a:gd name="T55" fmla="*/ 168 h 168"/>
              <a:gd name="T56" fmla="*/ 200 w 200"/>
              <a:gd name="T57" fmla="*/ 140 h 168"/>
              <a:gd name="T58" fmla="*/ 100 w 200"/>
              <a:gd name="T59" fmla="*/ 157 h 168"/>
              <a:gd name="T60" fmla="*/ 28 w 200"/>
              <a:gd name="T61" fmla="*/ 114 h 168"/>
              <a:gd name="T62" fmla="*/ 36 w 200"/>
              <a:gd name="T63" fmla="*/ 114 h 168"/>
              <a:gd name="T64" fmla="*/ 87 w 200"/>
              <a:gd name="T65" fmla="*/ 86 h 168"/>
              <a:gd name="T66" fmla="*/ 78 w 200"/>
              <a:gd name="T67" fmla="*/ 86 h 168"/>
              <a:gd name="T68" fmla="*/ 87 w 200"/>
              <a:gd name="T69" fmla="*/ 86 h 168"/>
              <a:gd name="T70" fmla="*/ 91 w 200"/>
              <a:gd name="T71" fmla="*/ 20 h 168"/>
              <a:gd name="T72" fmla="*/ 115 w 200"/>
              <a:gd name="T73" fmla="*/ 51 h 168"/>
              <a:gd name="T74" fmla="*/ 157 w 200"/>
              <a:gd name="T75" fmla="*/ 0 h 168"/>
              <a:gd name="T76" fmla="*/ 152 w 200"/>
              <a:gd name="T77" fmla="*/ 33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0" h="168">
                <a:moveTo>
                  <a:pt x="87" y="116"/>
                </a:moveTo>
                <a:cubicBezTo>
                  <a:pt x="89" y="116"/>
                  <a:pt x="90" y="114"/>
                  <a:pt x="90" y="112"/>
                </a:cubicBezTo>
                <a:cubicBezTo>
                  <a:pt x="90" y="110"/>
                  <a:pt x="89" y="108"/>
                  <a:pt x="87" y="108"/>
                </a:cubicBezTo>
                <a:cubicBezTo>
                  <a:pt x="85" y="108"/>
                  <a:pt x="83" y="110"/>
                  <a:pt x="83" y="112"/>
                </a:cubicBezTo>
                <a:cubicBezTo>
                  <a:pt x="83" y="114"/>
                  <a:pt x="85" y="116"/>
                  <a:pt x="87" y="116"/>
                </a:cubicBezTo>
                <a:close/>
                <a:moveTo>
                  <a:pt x="120" y="86"/>
                </a:moveTo>
                <a:cubicBezTo>
                  <a:pt x="120" y="87"/>
                  <a:pt x="122" y="89"/>
                  <a:pt x="124" y="89"/>
                </a:cubicBezTo>
                <a:cubicBezTo>
                  <a:pt x="126" y="89"/>
                  <a:pt x="127" y="87"/>
                  <a:pt x="127" y="86"/>
                </a:cubicBezTo>
                <a:cubicBezTo>
                  <a:pt x="127" y="84"/>
                  <a:pt x="126" y="82"/>
                  <a:pt x="124" y="82"/>
                </a:cubicBezTo>
                <a:cubicBezTo>
                  <a:pt x="122" y="82"/>
                  <a:pt x="120" y="84"/>
                  <a:pt x="120" y="86"/>
                </a:cubicBezTo>
                <a:close/>
                <a:moveTo>
                  <a:pt x="139" y="108"/>
                </a:moveTo>
                <a:cubicBezTo>
                  <a:pt x="139" y="111"/>
                  <a:pt x="142" y="114"/>
                  <a:pt x="145" y="114"/>
                </a:cubicBezTo>
                <a:cubicBezTo>
                  <a:pt x="149" y="114"/>
                  <a:pt x="151" y="111"/>
                  <a:pt x="151" y="108"/>
                </a:cubicBezTo>
                <a:cubicBezTo>
                  <a:pt x="151" y="104"/>
                  <a:pt x="149" y="102"/>
                  <a:pt x="145" y="102"/>
                </a:cubicBezTo>
                <a:cubicBezTo>
                  <a:pt x="142" y="102"/>
                  <a:pt x="139" y="104"/>
                  <a:pt x="139" y="108"/>
                </a:cubicBezTo>
                <a:close/>
                <a:moveTo>
                  <a:pt x="162" y="112"/>
                </a:moveTo>
                <a:cubicBezTo>
                  <a:pt x="159" y="112"/>
                  <a:pt x="157" y="114"/>
                  <a:pt x="157" y="116"/>
                </a:cubicBezTo>
                <a:cubicBezTo>
                  <a:pt x="157" y="119"/>
                  <a:pt x="159" y="121"/>
                  <a:pt x="162" y="121"/>
                </a:cubicBezTo>
                <a:cubicBezTo>
                  <a:pt x="164" y="121"/>
                  <a:pt x="166" y="119"/>
                  <a:pt x="166" y="116"/>
                </a:cubicBezTo>
                <a:cubicBezTo>
                  <a:pt x="166" y="114"/>
                  <a:pt x="164" y="112"/>
                  <a:pt x="162" y="112"/>
                </a:cubicBezTo>
                <a:close/>
                <a:moveTo>
                  <a:pt x="11" y="136"/>
                </a:moveTo>
                <a:cubicBezTo>
                  <a:pt x="8" y="132"/>
                  <a:pt x="7" y="127"/>
                  <a:pt x="7" y="121"/>
                </a:cubicBezTo>
                <a:cubicBezTo>
                  <a:pt x="7" y="106"/>
                  <a:pt x="19" y="96"/>
                  <a:pt x="34" y="96"/>
                </a:cubicBezTo>
                <a:cubicBezTo>
                  <a:pt x="35" y="96"/>
                  <a:pt x="35" y="96"/>
                  <a:pt x="35" y="96"/>
                </a:cubicBezTo>
                <a:cubicBezTo>
                  <a:pt x="42" y="81"/>
                  <a:pt x="57" y="68"/>
                  <a:pt x="75" y="68"/>
                </a:cubicBezTo>
                <a:cubicBezTo>
                  <a:pt x="86" y="68"/>
                  <a:pt x="95" y="72"/>
                  <a:pt x="103" y="78"/>
                </a:cubicBezTo>
                <a:cubicBezTo>
                  <a:pt x="107" y="75"/>
                  <a:pt x="113" y="73"/>
                  <a:pt x="119" y="73"/>
                </a:cubicBezTo>
                <a:cubicBezTo>
                  <a:pt x="130" y="73"/>
                  <a:pt x="140" y="80"/>
                  <a:pt x="144" y="90"/>
                </a:cubicBezTo>
                <a:cubicBezTo>
                  <a:pt x="145" y="90"/>
                  <a:pt x="146" y="90"/>
                  <a:pt x="147" y="90"/>
                </a:cubicBezTo>
                <a:cubicBezTo>
                  <a:pt x="158" y="90"/>
                  <a:pt x="168" y="98"/>
                  <a:pt x="170" y="108"/>
                </a:cubicBezTo>
                <a:cubicBezTo>
                  <a:pt x="170" y="108"/>
                  <a:pt x="170" y="108"/>
                  <a:pt x="170" y="108"/>
                </a:cubicBezTo>
                <a:cubicBezTo>
                  <a:pt x="184" y="108"/>
                  <a:pt x="195" y="119"/>
                  <a:pt x="195" y="133"/>
                </a:cubicBezTo>
                <a:cubicBezTo>
                  <a:pt x="195" y="134"/>
                  <a:pt x="195" y="135"/>
                  <a:pt x="194" y="136"/>
                </a:cubicBezTo>
                <a:cubicBezTo>
                  <a:pt x="199" y="136"/>
                  <a:pt x="199" y="136"/>
                  <a:pt x="199" y="136"/>
                </a:cubicBezTo>
                <a:cubicBezTo>
                  <a:pt x="200" y="133"/>
                  <a:pt x="200" y="123"/>
                  <a:pt x="200" y="120"/>
                </a:cubicBezTo>
                <a:cubicBezTo>
                  <a:pt x="200" y="105"/>
                  <a:pt x="189" y="94"/>
                  <a:pt x="175" y="94"/>
                </a:cubicBezTo>
                <a:cubicBezTo>
                  <a:pt x="175" y="94"/>
                  <a:pt x="175" y="94"/>
                  <a:pt x="175" y="94"/>
                </a:cubicBezTo>
                <a:cubicBezTo>
                  <a:pt x="172" y="82"/>
                  <a:pt x="162" y="74"/>
                  <a:pt x="150" y="74"/>
                </a:cubicBezTo>
                <a:cubicBezTo>
                  <a:pt x="148" y="74"/>
                  <a:pt x="147" y="74"/>
                  <a:pt x="146" y="74"/>
                </a:cubicBezTo>
                <a:cubicBezTo>
                  <a:pt x="142" y="64"/>
                  <a:pt x="132" y="56"/>
                  <a:pt x="120" y="56"/>
                </a:cubicBezTo>
                <a:cubicBezTo>
                  <a:pt x="114" y="56"/>
                  <a:pt x="108" y="58"/>
                  <a:pt x="103" y="62"/>
                </a:cubicBezTo>
                <a:cubicBezTo>
                  <a:pt x="95" y="55"/>
                  <a:pt x="85" y="51"/>
                  <a:pt x="73" y="51"/>
                </a:cubicBezTo>
                <a:cubicBezTo>
                  <a:pt x="54" y="51"/>
                  <a:pt x="38" y="63"/>
                  <a:pt x="30" y="79"/>
                </a:cubicBezTo>
                <a:cubicBezTo>
                  <a:pt x="30" y="79"/>
                  <a:pt x="30" y="79"/>
                  <a:pt x="29" y="79"/>
                </a:cubicBezTo>
                <a:cubicBezTo>
                  <a:pt x="14" y="79"/>
                  <a:pt x="1" y="92"/>
                  <a:pt x="1" y="107"/>
                </a:cubicBezTo>
                <a:cubicBezTo>
                  <a:pt x="1" y="116"/>
                  <a:pt x="5" y="131"/>
                  <a:pt x="11" y="136"/>
                </a:cubicBezTo>
                <a:close/>
                <a:moveTo>
                  <a:pt x="55" y="92"/>
                </a:moveTo>
                <a:cubicBezTo>
                  <a:pt x="55" y="97"/>
                  <a:pt x="59" y="101"/>
                  <a:pt x="64" y="101"/>
                </a:cubicBezTo>
                <a:cubicBezTo>
                  <a:pt x="70" y="101"/>
                  <a:pt x="74" y="97"/>
                  <a:pt x="74" y="92"/>
                </a:cubicBezTo>
                <a:cubicBezTo>
                  <a:pt x="74" y="87"/>
                  <a:pt x="70" y="83"/>
                  <a:pt x="64" y="83"/>
                </a:cubicBezTo>
                <a:cubicBezTo>
                  <a:pt x="59" y="83"/>
                  <a:pt x="55" y="87"/>
                  <a:pt x="55" y="92"/>
                </a:cubicBezTo>
                <a:close/>
                <a:moveTo>
                  <a:pt x="44" y="168"/>
                </a:moveTo>
                <a:cubicBezTo>
                  <a:pt x="156" y="168"/>
                  <a:pt x="156" y="168"/>
                  <a:pt x="156" y="168"/>
                </a:cubicBezTo>
                <a:cubicBezTo>
                  <a:pt x="156" y="160"/>
                  <a:pt x="156" y="160"/>
                  <a:pt x="156" y="160"/>
                </a:cubicBezTo>
                <a:cubicBezTo>
                  <a:pt x="44" y="160"/>
                  <a:pt x="44" y="160"/>
                  <a:pt x="44" y="160"/>
                </a:cubicBezTo>
                <a:lnTo>
                  <a:pt x="44" y="168"/>
                </a:lnTo>
                <a:close/>
                <a:moveTo>
                  <a:pt x="100" y="157"/>
                </a:moveTo>
                <a:cubicBezTo>
                  <a:pt x="153" y="157"/>
                  <a:pt x="196" y="149"/>
                  <a:pt x="200" y="140"/>
                </a:cubicBezTo>
                <a:cubicBezTo>
                  <a:pt x="0" y="140"/>
                  <a:pt x="0" y="140"/>
                  <a:pt x="0" y="140"/>
                </a:cubicBezTo>
                <a:cubicBezTo>
                  <a:pt x="4" y="149"/>
                  <a:pt x="47" y="157"/>
                  <a:pt x="100" y="157"/>
                </a:cubicBezTo>
                <a:close/>
                <a:moveTo>
                  <a:pt x="32" y="110"/>
                </a:moveTo>
                <a:cubicBezTo>
                  <a:pt x="30" y="110"/>
                  <a:pt x="28" y="112"/>
                  <a:pt x="28" y="114"/>
                </a:cubicBezTo>
                <a:cubicBezTo>
                  <a:pt x="28" y="116"/>
                  <a:pt x="30" y="118"/>
                  <a:pt x="32" y="118"/>
                </a:cubicBezTo>
                <a:cubicBezTo>
                  <a:pt x="34" y="118"/>
                  <a:pt x="36" y="116"/>
                  <a:pt x="36" y="114"/>
                </a:cubicBezTo>
                <a:cubicBezTo>
                  <a:pt x="36" y="112"/>
                  <a:pt x="34" y="110"/>
                  <a:pt x="32" y="110"/>
                </a:cubicBezTo>
                <a:close/>
                <a:moveTo>
                  <a:pt x="87" y="86"/>
                </a:moveTo>
                <a:cubicBezTo>
                  <a:pt x="87" y="84"/>
                  <a:pt x="85" y="82"/>
                  <a:pt x="82" y="82"/>
                </a:cubicBezTo>
                <a:cubicBezTo>
                  <a:pt x="80" y="82"/>
                  <a:pt x="78" y="84"/>
                  <a:pt x="78" y="86"/>
                </a:cubicBezTo>
                <a:cubicBezTo>
                  <a:pt x="78" y="89"/>
                  <a:pt x="80" y="91"/>
                  <a:pt x="82" y="91"/>
                </a:cubicBezTo>
                <a:cubicBezTo>
                  <a:pt x="85" y="91"/>
                  <a:pt x="87" y="89"/>
                  <a:pt x="87" y="86"/>
                </a:cubicBezTo>
                <a:close/>
                <a:moveTo>
                  <a:pt x="115" y="51"/>
                </a:moveTo>
                <a:cubicBezTo>
                  <a:pt x="121" y="26"/>
                  <a:pt x="91" y="20"/>
                  <a:pt x="91" y="20"/>
                </a:cubicBezTo>
                <a:cubicBezTo>
                  <a:pt x="91" y="20"/>
                  <a:pt x="90" y="33"/>
                  <a:pt x="95" y="42"/>
                </a:cubicBezTo>
                <a:cubicBezTo>
                  <a:pt x="99" y="51"/>
                  <a:pt x="111" y="52"/>
                  <a:pt x="115" y="51"/>
                </a:cubicBezTo>
                <a:close/>
                <a:moveTo>
                  <a:pt x="152" y="33"/>
                </a:moveTo>
                <a:cubicBezTo>
                  <a:pt x="159" y="20"/>
                  <a:pt x="157" y="0"/>
                  <a:pt x="157" y="0"/>
                </a:cubicBezTo>
                <a:cubicBezTo>
                  <a:pt x="157" y="0"/>
                  <a:pt x="114" y="10"/>
                  <a:pt x="123" y="46"/>
                </a:cubicBezTo>
                <a:cubicBezTo>
                  <a:pt x="128" y="48"/>
                  <a:pt x="146" y="46"/>
                  <a:pt x="152" y="33"/>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122"/>
          <p:cNvSpPr>
            <a:spLocks noEditPoints="1"/>
          </p:cNvSpPr>
          <p:nvPr/>
        </p:nvSpPr>
        <p:spPr bwMode="auto">
          <a:xfrm>
            <a:off x="6888163" y="2487613"/>
            <a:ext cx="393700" cy="387350"/>
          </a:xfrm>
          <a:custGeom>
            <a:avLst/>
            <a:gdLst>
              <a:gd name="T0" fmla="*/ 189 w 199"/>
              <a:gd name="T1" fmla="*/ 50 h 196"/>
              <a:gd name="T2" fmla="*/ 134 w 199"/>
              <a:gd name="T3" fmla="*/ 96 h 196"/>
              <a:gd name="T4" fmla="*/ 117 w 199"/>
              <a:gd name="T5" fmla="*/ 96 h 196"/>
              <a:gd name="T6" fmla="*/ 180 w 199"/>
              <a:gd name="T7" fmla="*/ 28 h 196"/>
              <a:gd name="T8" fmla="*/ 187 w 199"/>
              <a:gd name="T9" fmla="*/ 26 h 196"/>
              <a:gd name="T10" fmla="*/ 199 w 199"/>
              <a:gd name="T11" fmla="*/ 38 h 196"/>
              <a:gd name="T12" fmla="*/ 189 w 199"/>
              <a:gd name="T13" fmla="*/ 50 h 196"/>
              <a:gd name="T14" fmla="*/ 103 w 199"/>
              <a:gd name="T15" fmla="*/ 79 h 196"/>
              <a:gd name="T16" fmla="*/ 102 w 199"/>
              <a:gd name="T17" fmla="*/ 0 h 196"/>
              <a:gd name="T18" fmla="*/ 106 w 199"/>
              <a:gd name="T19" fmla="*/ 36 h 196"/>
              <a:gd name="T20" fmla="*/ 103 w 199"/>
              <a:gd name="T21" fmla="*/ 79 h 196"/>
              <a:gd name="T22" fmla="*/ 81 w 199"/>
              <a:gd name="T23" fmla="*/ 95 h 196"/>
              <a:gd name="T24" fmla="*/ 81 w 199"/>
              <a:gd name="T25" fmla="*/ 42 h 196"/>
              <a:gd name="T26" fmla="*/ 83 w 199"/>
              <a:gd name="T27" fmla="*/ 66 h 196"/>
              <a:gd name="T28" fmla="*/ 81 w 199"/>
              <a:gd name="T29" fmla="*/ 95 h 196"/>
              <a:gd name="T30" fmla="*/ 188 w 199"/>
              <a:gd name="T31" fmla="*/ 116 h 196"/>
              <a:gd name="T32" fmla="*/ 188 w 199"/>
              <a:gd name="T33" fmla="*/ 128 h 196"/>
              <a:gd name="T34" fmla="*/ 0 w 199"/>
              <a:gd name="T35" fmla="*/ 128 h 196"/>
              <a:gd name="T36" fmla="*/ 0 w 199"/>
              <a:gd name="T37" fmla="*/ 116 h 196"/>
              <a:gd name="T38" fmla="*/ 12 w 199"/>
              <a:gd name="T39" fmla="*/ 104 h 196"/>
              <a:gd name="T40" fmla="*/ 176 w 199"/>
              <a:gd name="T41" fmla="*/ 104 h 196"/>
              <a:gd name="T42" fmla="*/ 188 w 199"/>
              <a:gd name="T43" fmla="*/ 116 h 196"/>
              <a:gd name="T44" fmla="*/ 172 w 199"/>
              <a:gd name="T45" fmla="*/ 136 h 196"/>
              <a:gd name="T46" fmla="*/ 172 w 199"/>
              <a:gd name="T47" fmla="*/ 137 h 196"/>
              <a:gd name="T48" fmla="*/ 95 w 199"/>
              <a:gd name="T49" fmla="*/ 182 h 196"/>
              <a:gd name="T50" fmla="*/ 17 w 199"/>
              <a:gd name="T51" fmla="*/ 137 h 196"/>
              <a:gd name="T52" fmla="*/ 17 w 199"/>
              <a:gd name="T53" fmla="*/ 136 h 196"/>
              <a:gd name="T54" fmla="*/ 172 w 199"/>
              <a:gd name="T55" fmla="*/ 136 h 196"/>
              <a:gd name="T56" fmla="*/ 136 w 199"/>
              <a:gd name="T57" fmla="*/ 196 h 196"/>
              <a:gd name="T58" fmla="*/ 52 w 199"/>
              <a:gd name="T59" fmla="*/ 196 h 196"/>
              <a:gd name="T60" fmla="*/ 52 w 199"/>
              <a:gd name="T61" fmla="*/ 188 h 196"/>
              <a:gd name="T62" fmla="*/ 136 w 199"/>
              <a:gd name="T63" fmla="*/ 188 h 196"/>
              <a:gd name="T64" fmla="*/ 136 w 199"/>
              <a:gd name="T65" fmla="*/ 196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99" h="196">
                <a:moveTo>
                  <a:pt x="189" y="50"/>
                </a:moveTo>
                <a:cubicBezTo>
                  <a:pt x="151" y="73"/>
                  <a:pt x="134" y="96"/>
                  <a:pt x="134" y="96"/>
                </a:cubicBezTo>
                <a:cubicBezTo>
                  <a:pt x="117" y="96"/>
                  <a:pt x="117" y="96"/>
                  <a:pt x="117" y="96"/>
                </a:cubicBezTo>
                <a:cubicBezTo>
                  <a:pt x="117" y="96"/>
                  <a:pt x="143" y="58"/>
                  <a:pt x="180" y="28"/>
                </a:cubicBezTo>
                <a:cubicBezTo>
                  <a:pt x="182" y="27"/>
                  <a:pt x="185" y="26"/>
                  <a:pt x="187" y="26"/>
                </a:cubicBezTo>
                <a:cubicBezTo>
                  <a:pt x="194" y="26"/>
                  <a:pt x="199" y="31"/>
                  <a:pt x="199" y="38"/>
                </a:cubicBezTo>
                <a:cubicBezTo>
                  <a:pt x="199" y="44"/>
                  <a:pt x="195" y="49"/>
                  <a:pt x="189" y="50"/>
                </a:cubicBezTo>
                <a:close/>
                <a:moveTo>
                  <a:pt x="103" y="79"/>
                </a:moveTo>
                <a:cubicBezTo>
                  <a:pt x="113" y="48"/>
                  <a:pt x="53" y="22"/>
                  <a:pt x="102" y="0"/>
                </a:cubicBezTo>
                <a:cubicBezTo>
                  <a:pt x="93" y="19"/>
                  <a:pt x="101" y="30"/>
                  <a:pt x="106" y="36"/>
                </a:cubicBezTo>
                <a:cubicBezTo>
                  <a:pt x="135" y="60"/>
                  <a:pt x="107" y="79"/>
                  <a:pt x="103" y="79"/>
                </a:cubicBezTo>
                <a:close/>
                <a:moveTo>
                  <a:pt x="81" y="95"/>
                </a:moveTo>
                <a:cubicBezTo>
                  <a:pt x="88" y="74"/>
                  <a:pt x="47" y="56"/>
                  <a:pt x="81" y="42"/>
                </a:cubicBezTo>
                <a:cubicBezTo>
                  <a:pt x="74" y="54"/>
                  <a:pt x="79" y="62"/>
                  <a:pt x="83" y="66"/>
                </a:cubicBezTo>
                <a:cubicBezTo>
                  <a:pt x="102" y="82"/>
                  <a:pt x="84" y="95"/>
                  <a:pt x="81" y="95"/>
                </a:cubicBezTo>
                <a:close/>
                <a:moveTo>
                  <a:pt x="188" y="116"/>
                </a:moveTo>
                <a:cubicBezTo>
                  <a:pt x="188" y="128"/>
                  <a:pt x="188" y="128"/>
                  <a:pt x="188" y="128"/>
                </a:cubicBezTo>
                <a:cubicBezTo>
                  <a:pt x="0" y="128"/>
                  <a:pt x="0" y="128"/>
                  <a:pt x="0" y="128"/>
                </a:cubicBezTo>
                <a:cubicBezTo>
                  <a:pt x="0" y="116"/>
                  <a:pt x="0" y="116"/>
                  <a:pt x="0" y="116"/>
                </a:cubicBezTo>
                <a:cubicBezTo>
                  <a:pt x="0" y="110"/>
                  <a:pt x="5" y="104"/>
                  <a:pt x="12" y="104"/>
                </a:cubicBezTo>
                <a:cubicBezTo>
                  <a:pt x="176" y="104"/>
                  <a:pt x="176" y="104"/>
                  <a:pt x="176" y="104"/>
                </a:cubicBezTo>
                <a:cubicBezTo>
                  <a:pt x="182" y="104"/>
                  <a:pt x="188" y="110"/>
                  <a:pt x="188" y="116"/>
                </a:cubicBezTo>
                <a:close/>
                <a:moveTo>
                  <a:pt x="172" y="136"/>
                </a:moveTo>
                <a:cubicBezTo>
                  <a:pt x="172" y="137"/>
                  <a:pt x="172" y="137"/>
                  <a:pt x="172" y="137"/>
                </a:cubicBezTo>
                <a:cubicBezTo>
                  <a:pt x="172" y="162"/>
                  <a:pt x="138" y="182"/>
                  <a:pt x="95" y="182"/>
                </a:cubicBezTo>
                <a:cubicBezTo>
                  <a:pt x="52" y="182"/>
                  <a:pt x="17" y="162"/>
                  <a:pt x="17" y="137"/>
                </a:cubicBezTo>
                <a:cubicBezTo>
                  <a:pt x="17" y="137"/>
                  <a:pt x="17" y="137"/>
                  <a:pt x="17" y="136"/>
                </a:cubicBezTo>
                <a:lnTo>
                  <a:pt x="172" y="136"/>
                </a:lnTo>
                <a:close/>
                <a:moveTo>
                  <a:pt x="136" y="196"/>
                </a:moveTo>
                <a:cubicBezTo>
                  <a:pt x="52" y="196"/>
                  <a:pt x="52" y="196"/>
                  <a:pt x="52" y="196"/>
                </a:cubicBezTo>
                <a:cubicBezTo>
                  <a:pt x="52" y="188"/>
                  <a:pt x="52" y="188"/>
                  <a:pt x="52" y="188"/>
                </a:cubicBezTo>
                <a:cubicBezTo>
                  <a:pt x="136" y="188"/>
                  <a:pt x="136" y="188"/>
                  <a:pt x="136" y="188"/>
                </a:cubicBezTo>
                <a:lnTo>
                  <a:pt x="136" y="196"/>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123"/>
          <p:cNvSpPr>
            <a:spLocks noEditPoints="1"/>
          </p:cNvSpPr>
          <p:nvPr/>
        </p:nvSpPr>
        <p:spPr bwMode="auto">
          <a:xfrm>
            <a:off x="7366000" y="2482850"/>
            <a:ext cx="400050" cy="392113"/>
          </a:xfrm>
          <a:custGeom>
            <a:avLst/>
            <a:gdLst>
              <a:gd name="T0" fmla="*/ 191 w 202"/>
              <a:gd name="T1" fmla="*/ 98 h 198"/>
              <a:gd name="T2" fmla="*/ 11 w 202"/>
              <a:gd name="T3" fmla="*/ 98 h 198"/>
              <a:gd name="T4" fmla="*/ 2 w 202"/>
              <a:gd name="T5" fmla="*/ 117 h 198"/>
              <a:gd name="T6" fmla="*/ 25 w 202"/>
              <a:gd name="T7" fmla="*/ 110 h 198"/>
              <a:gd name="T8" fmla="*/ 25 w 202"/>
              <a:gd name="T9" fmla="*/ 110 h 198"/>
              <a:gd name="T10" fmla="*/ 25 w 202"/>
              <a:gd name="T11" fmla="*/ 178 h 198"/>
              <a:gd name="T12" fmla="*/ 45 w 202"/>
              <a:gd name="T13" fmla="*/ 198 h 198"/>
              <a:gd name="T14" fmla="*/ 157 w 202"/>
              <a:gd name="T15" fmla="*/ 198 h 198"/>
              <a:gd name="T16" fmla="*/ 177 w 202"/>
              <a:gd name="T17" fmla="*/ 178 h 198"/>
              <a:gd name="T18" fmla="*/ 177 w 202"/>
              <a:gd name="T19" fmla="*/ 110 h 198"/>
              <a:gd name="T20" fmla="*/ 177 w 202"/>
              <a:gd name="T21" fmla="*/ 110 h 198"/>
              <a:gd name="T22" fmla="*/ 200 w 202"/>
              <a:gd name="T23" fmla="*/ 117 h 198"/>
              <a:gd name="T24" fmla="*/ 191 w 202"/>
              <a:gd name="T25" fmla="*/ 98 h 198"/>
              <a:gd name="T26" fmla="*/ 61 w 202"/>
              <a:gd name="T27" fmla="*/ 176 h 198"/>
              <a:gd name="T28" fmla="*/ 51 w 202"/>
              <a:gd name="T29" fmla="*/ 186 h 198"/>
              <a:gd name="T30" fmla="*/ 41 w 202"/>
              <a:gd name="T31" fmla="*/ 176 h 198"/>
              <a:gd name="T32" fmla="*/ 41 w 202"/>
              <a:gd name="T33" fmla="*/ 129 h 198"/>
              <a:gd name="T34" fmla="*/ 51 w 202"/>
              <a:gd name="T35" fmla="*/ 119 h 198"/>
              <a:gd name="T36" fmla="*/ 61 w 202"/>
              <a:gd name="T37" fmla="*/ 129 h 198"/>
              <a:gd name="T38" fmla="*/ 61 w 202"/>
              <a:gd name="T39" fmla="*/ 176 h 198"/>
              <a:gd name="T40" fmla="*/ 161 w 202"/>
              <a:gd name="T41" fmla="*/ 74 h 198"/>
              <a:gd name="T42" fmla="*/ 108 w 202"/>
              <a:gd name="T43" fmla="*/ 74 h 198"/>
              <a:gd name="T44" fmla="*/ 113 w 202"/>
              <a:gd name="T45" fmla="*/ 50 h 198"/>
              <a:gd name="T46" fmla="*/ 85 w 202"/>
              <a:gd name="T47" fmla="*/ 50 h 198"/>
              <a:gd name="T48" fmla="*/ 89 w 202"/>
              <a:gd name="T49" fmla="*/ 74 h 198"/>
              <a:gd name="T50" fmla="*/ 41 w 202"/>
              <a:gd name="T51" fmla="*/ 74 h 198"/>
              <a:gd name="T52" fmla="*/ 25 w 202"/>
              <a:gd name="T53" fmla="*/ 94 h 198"/>
              <a:gd name="T54" fmla="*/ 177 w 202"/>
              <a:gd name="T55" fmla="*/ 94 h 198"/>
              <a:gd name="T56" fmla="*/ 161 w 202"/>
              <a:gd name="T57" fmla="*/ 74 h 198"/>
              <a:gd name="T58" fmla="*/ 141 w 202"/>
              <a:gd name="T59" fmla="*/ 42 h 198"/>
              <a:gd name="T60" fmla="*/ 143 w 202"/>
              <a:gd name="T61" fmla="*/ 60 h 198"/>
              <a:gd name="T62" fmla="*/ 143 w 202"/>
              <a:gd name="T63" fmla="*/ 27 h 198"/>
              <a:gd name="T64" fmla="*/ 141 w 202"/>
              <a:gd name="T65" fmla="*/ 42 h 198"/>
              <a:gd name="T66" fmla="*/ 129 w 202"/>
              <a:gd name="T67" fmla="*/ 50 h 198"/>
              <a:gd name="T68" fmla="*/ 129 w 202"/>
              <a:gd name="T69" fmla="*/ 0 h 198"/>
              <a:gd name="T70" fmla="*/ 127 w 202"/>
              <a:gd name="T71" fmla="*/ 23 h 198"/>
              <a:gd name="T72" fmla="*/ 129 w 202"/>
              <a:gd name="T73" fmla="*/ 5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2" h="198">
                <a:moveTo>
                  <a:pt x="191" y="98"/>
                </a:moveTo>
                <a:cubicBezTo>
                  <a:pt x="11" y="98"/>
                  <a:pt x="11" y="98"/>
                  <a:pt x="11" y="98"/>
                </a:cubicBezTo>
                <a:cubicBezTo>
                  <a:pt x="0" y="98"/>
                  <a:pt x="0" y="113"/>
                  <a:pt x="2" y="117"/>
                </a:cubicBezTo>
                <a:cubicBezTo>
                  <a:pt x="7" y="126"/>
                  <a:pt x="17" y="110"/>
                  <a:pt x="25" y="110"/>
                </a:cubicBezTo>
                <a:cubicBezTo>
                  <a:pt x="25" y="110"/>
                  <a:pt x="25" y="110"/>
                  <a:pt x="25" y="110"/>
                </a:cubicBezTo>
                <a:cubicBezTo>
                  <a:pt x="25" y="178"/>
                  <a:pt x="25" y="178"/>
                  <a:pt x="25" y="178"/>
                </a:cubicBezTo>
                <a:cubicBezTo>
                  <a:pt x="25" y="189"/>
                  <a:pt x="34" y="198"/>
                  <a:pt x="45" y="198"/>
                </a:cubicBezTo>
                <a:cubicBezTo>
                  <a:pt x="157" y="198"/>
                  <a:pt x="157" y="198"/>
                  <a:pt x="157" y="198"/>
                </a:cubicBezTo>
                <a:cubicBezTo>
                  <a:pt x="168" y="198"/>
                  <a:pt x="177" y="189"/>
                  <a:pt x="177" y="178"/>
                </a:cubicBezTo>
                <a:cubicBezTo>
                  <a:pt x="177" y="110"/>
                  <a:pt x="177" y="110"/>
                  <a:pt x="177" y="110"/>
                </a:cubicBezTo>
                <a:cubicBezTo>
                  <a:pt x="177" y="110"/>
                  <a:pt x="177" y="110"/>
                  <a:pt x="177" y="110"/>
                </a:cubicBezTo>
                <a:cubicBezTo>
                  <a:pt x="184" y="110"/>
                  <a:pt x="195" y="126"/>
                  <a:pt x="200" y="117"/>
                </a:cubicBezTo>
                <a:cubicBezTo>
                  <a:pt x="202" y="113"/>
                  <a:pt x="202" y="98"/>
                  <a:pt x="191" y="98"/>
                </a:cubicBezTo>
                <a:close/>
                <a:moveTo>
                  <a:pt x="61" y="176"/>
                </a:moveTo>
                <a:cubicBezTo>
                  <a:pt x="61" y="181"/>
                  <a:pt x="56" y="186"/>
                  <a:pt x="51" y="186"/>
                </a:cubicBezTo>
                <a:cubicBezTo>
                  <a:pt x="45" y="186"/>
                  <a:pt x="41" y="181"/>
                  <a:pt x="41" y="176"/>
                </a:cubicBezTo>
                <a:cubicBezTo>
                  <a:pt x="41" y="129"/>
                  <a:pt x="41" y="129"/>
                  <a:pt x="41" y="129"/>
                </a:cubicBezTo>
                <a:cubicBezTo>
                  <a:pt x="41" y="124"/>
                  <a:pt x="45" y="119"/>
                  <a:pt x="51" y="119"/>
                </a:cubicBezTo>
                <a:cubicBezTo>
                  <a:pt x="56" y="119"/>
                  <a:pt x="61" y="124"/>
                  <a:pt x="61" y="129"/>
                </a:cubicBezTo>
                <a:lnTo>
                  <a:pt x="61" y="176"/>
                </a:lnTo>
                <a:close/>
                <a:moveTo>
                  <a:pt x="161" y="74"/>
                </a:moveTo>
                <a:cubicBezTo>
                  <a:pt x="108" y="74"/>
                  <a:pt x="108" y="74"/>
                  <a:pt x="108" y="74"/>
                </a:cubicBezTo>
                <a:cubicBezTo>
                  <a:pt x="113" y="50"/>
                  <a:pt x="113" y="50"/>
                  <a:pt x="113" y="50"/>
                </a:cubicBezTo>
                <a:cubicBezTo>
                  <a:pt x="85" y="50"/>
                  <a:pt x="85" y="50"/>
                  <a:pt x="85" y="50"/>
                </a:cubicBezTo>
                <a:cubicBezTo>
                  <a:pt x="89" y="74"/>
                  <a:pt x="89" y="74"/>
                  <a:pt x="89" y="74"/>
                </a:cubicBezTo>
                <a:cubicBezTo>
                  <a:pt x="41" y="74"/>
                  <a:pt x="41" y="74"/>
                  <a:pt x="41" y="74"/>
                </a:cubicBezTo>
                <a:cubicBezTo>
                  <a:pt x="29" y="74"/>
                  <a:pt x="25" y="85"/>
                  <a:pt x="25" y="94"/>
                </a:cubicBezTo>
                <a:cubicBezTo>
                  <a:pt x="177" y="94"/>
                  <a:pt x="177" y="94"/>
                  <a:pt x="177" y="94"/>
                </a:cubicBezTo>
                <a:cubicBezTo>
                  <a:pt x="177" y="85"/>
                  <a:pt x="175" y="74"/>
                  <a:pt x="161" y="74"/>
                </a:cubicBezTo>
                <a:close/>
                <a:moveTo>
                  <a:pt x="141" y="42"/>
                </a:moveTo>
                <a:cubicBezTo>
                  <a:pt x="129" y="52"/>
                  <a:pt x="141" y="60"/>
                  <a:pt x="143" y="60"/>
                </a:cubicBezTo>
                <a:cubicBezTo>
                  <a:pt x="138" y="47"/>
                  <a:pt x="164" y="36"/>
                  <a:pt x="143" y="27"/>
                </a:cubicBezTo>
                <a:cubicBezTo>
                  <a:pt x="147" y="34"/>
                  <a:pt x="144" y="39"/>
                  <a:pt x="141" y="42"/>
                </a:cubicBezTo>
                <a:close/>
                <a:moveTo>
                  <a:pt x="129" y="50"/>
                </a:moveTo>
                <a:cubicBezTo>
                  <a:pt x="122" y="30"/>
                  <a:pt x="160" y="14"/>
                  <a:pt x="129" y="0"/>
                </a:cubicBezTo>
                <a:cubicBezTo>
                  <a:pt x="135" y="12"/>
                  <a:pt x="130" y="19"/>
                  <a:pt x="127" y="23"/>
                </a:cubicBezTo>
                <a:cubicBezTo>
                  <a:pt x="109" y="38"/>
                  <a:pt x="126" y="50"/>
                  <a:pt x="129" y="50"/>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124"/>
          <p:cNvSpPr>
            <a:spLocks noEditPoints="1"/>
          </p:cNvSpPr>
          <p:nvPr/>
        </p:nvSpPr>
        <p:spPr bwMode="auto">
          <a:xfrm>
            <a:off x="4460875" y="3013075"/>
            <a:ext cx="414338" cy="327025"/>
          </a:xfrm>
          <a:custGeom>
            <a:avLst/>
            <a:gdLst>
              <a:gd name="T0" fmla="*/ 202 w 209"/>
              <a:gd name="T1" fmla="*/ 113 h 165"/>
              <a:gd name="T2" fmla="*/ 32 w 209"/>
              <a:gd name="T3" fmla="*/ 17 h 165"/>
              <a:gd name="T4" fmla="*/ 46 w 209"/>
              <a:gd name="T5" fmla="*/ 1 h 165"/>
              <a:gd name="T6" fmla="*/ 205 w 209"/>
              <a:gd name="T7" fmla="*/ 107 h 165"/>
              <a:gd name="T8" fmla="*/ 202 w 209"/>
              <a:gd name="T9" fmla="*/ 113 h 165"/>
              <a:gd name="T10" fmla="*/ 174 w 209"/>
              <a:gd name="T11" fmla="*/ 77 h 165"/>
              <a:gd name="T12" fmla="*/ 177 w 209"/>
              <a:gd name="T13" fmla="*/ 69 h 165"/>
              <a:gd name="T14" fmla="*/ 132 w 209"/>
              <a:gd name="T15" fmla="*/ 45 h 165"/>
              <a:gd name="T16" fmla="*/ 117 w 209"/>
              <a:gd name="T17" fmla="*/ 34 h 165"/>
              <a:gd name="T18" fmla="*/ 189 w 209"/>
              <a:gd name="T19" fmla="*/ 82 h 165"/>
              <a:gd name="T20" fmla="*/ 189 w 209"/>
              <a:gd name="T21" fmla="*/ 88 h 165"/>
              <a:gd name="T22" fmla="*/ 174 w 209"/>
              <a:gd name="T23" fmla="*/ 77 h 165"/>
              <a:gd name="T24" fmla="*/ 182 w 209"/>
              <a:gd name="T25" fmla="*/ 114 h 165"/>
              <a:gd name="T26" fmla="*/ 5 w 209"/>
              <a:gd name="T27" fmla="*/ 32 h 165"/>
              <a:gd name="T28" fmla="*/ 18 w 209"/>
              <a:gd name="T29" fmla="*/ 15 h 165"/>
              <a:gd name="T30" fmla="*/ 185 w 209"/>
              <a:gd name="T31" fmla="*/ 108 h 165"/>
              <a:gd name="T32" fmla="*/ 182 w 209"/>
              <a:gd name="T33" fmla="*/ 114 h 165"/>
              <a:gd name="T34" fmla="*/ 21 w 209"/>
              <a:gd name="T35" fmla="*/ 50 h 165"/>
              <a:gd name="T36" fmla="*/ 30 w 209"/>
              <a:gd name="T37" fmla="*/ 54 h 165"/>
              <a:gd name="T38" fmla="*/ 15 w 209"/>
              <a:gd name="T39" fmla="*/ 69 h 165"/>
              <a:gd name="T40" fmla="*/ 96 w 209"/>
              <a:gd name="T41" fmla="*/ 96 h 165"/>
              <a:gd name="T42" fmla="*/ 117 w 209"/>
              <a:gd name="T43" fmla="*/ 95 h 165"/>
              <a:gd name="T44" fmla="*/ 169 w 209"/>
              <a:gd name="T45" fmla="*/ 120 h 165"/>
              <a:gd name="T46" fmla="*/ 97 w 209"/>
              <a:gd name="T47" fmla="*/ 145 h 165"/>
              <a:gd name="T48" fmla="*/ 4 w 209"/>
              <a:gd name="T49" fmla="*/ 82 h 165"/>
              <a:gd name="T50" fmla="*/ 21 w 209"/>
              <a:gd name="T51" fmla="*/ 50 h 165"/>
              <a:gd name="T52" fmla="*/ 150 w 209"/>
              <a:gd name="T53" fmla="*/ 140 h 165"/>
              <a:gd name="T54" fmla="*/ 150 w 209"/>
              <a:gd name="T55" fmla="*/ 152 h 165"/>
              <a:gd name="T56" fmla="*/ 97 w 209"/>
              <a:gd name="T57" fmla="*/ 165 h 165"/>
              <a:gd name="T58" fmla="*/ 46 w 209"/>
              <a:gd name="T59" fmla="*/ 154 h 165"/>
              <a:gd name="T60" fmla="*/ 46 w 209"/>
              <a:gd name="T61" fmla="*/ 142 h 165"/>
              <a:gd name="T62" fmla="*/ 97 w 209"/>
              <a:gd name="T63" fmla="*/ 153 h 165"/>
              <a:gd name="T64" fmla="*/ 150 w 209"/>
              <a:gd name="T65" fmla="*/ 14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9" h="165">
                <a:moveTo>
                  <a:pt x="202" y="113"/>
                </a:moveTo>
                <a:cubicBezTo>
                  <a:pt x="196" y="111"/>
                  <a:pt x="32" y="17"/>
                  <a:pt x="32" y="17"/>
                </a:cubicBezTo>
                <a:cubicBezTo>
                  <a:pt x="32" y="17"/>
                  <a:pt x="28" y="0"/>
                  <a:pt x="46" y="1"/>
                </a:cubicBezTo>
                <a:cubicBezTo>
                  <a:pt x="48" y="3"/>
                  <a:pt x="205" y="107"/>
                  <a:pt x="205" y="107"/>
                </a:cubicBezTo>
                <a:cubicBezTo>
                  <a:pt x="205" y="107"/>
                  <a:pt x="209" y="114"/>
                  <a:pt x="202" y="113"/>
                </a:cubicBezTo>
                <a:close/>
                <a:moveTo>
                  <a:pt x="174" y="77"/>
                </a:moveTo>
                <a:cubicBezTo>
                  <a:pt x="176" y="74"/>
                  <a:pt x="177" y="72"/>
                  <a:pt x="177" y="69"/>
                </a:cubicBezTo>
                <a:cubicBezTo>
                  <a:pt x="177" y="59"/>
                  <a:pt x="159" y="50"/>
                  <a:pt x="132" y="45"/>
                </a:cubicBezTo>
                <a:cubicBezTo>
                  <a:pt x="117" y="34"/>
                  <a:pt x="117" y="34"/>
                  <a:pt x="117" y="34"/>
                </a:cubicBezTo>
                <a:cubicBezTo>
                  <a:pt x="158" y="37"/>
                  <a:pt x="189" y="49"/>
                  <a:pt x="189" y="82"/>
                </a:cubicBezTo>
                <a:cubicBezTo>
                  <a:pt x="189" y="84"/>
                  <a:pt x="189" y="86"/>
                  <a:pt x="189" y="88"/>
                </a:cubicBezTo>
                <a:lnTo>
                  <a:pt x="174" y="77"/>
                </a:lnTo>
                <a:close/>
                <a:moveTo>
                  <a:pt x="182" y="114"/>
                </a:moveTo>
                <a:cubicBezTo>
                  <a:pt x="176" y="113"/>
                  <a:pt x="5" y="32"/>
                  <a:pt x="5" y="32"/>
                </a:cubicBezTo>
                <a:cubicBezTo>
                  <a:pt x="5" y="32"/>
                  <a:pt x="0" y="15"/>
                  <a:pt x="18" y="15"/>
                </a:cubicBezTo>
                <a:cubicBezTo>
                  <a:pt x="20" y="17"/>
                  <a:pt x="185" y="108"/>
                  <a:pt x="185" y="108"/>
                </a:cubicBezTo>
                <a:cubicBezTo>
                  <a:pt x="185" y="108"/>
                  <a:pt x="189" y="114"/>
                  <a:pt x="182" y="114"/>
                </a:cubicBezTo>
                <a:close/>
                <a:moveTo>
                  <a:pt x="21" y="50"/>
                </a:moveTo>
                <a:cubicBezTo>
                  <a:pt x="30" y="54"/>
                  <a:pt x="30" y="54"/>
                  <a:pt x="30" y="54"/>
                </a:cubicBezTo>
                <a:cubicBezTo>
                  <a:pt x="21" y="58"/>
                  <a:pt x="15" y="63"/>
                  <a:pt x="15" y="69"/>
                </a:cubicBezTo>
                <a:cubicBezTo>
                  <a:pt x="15" y="84"/>
                  <a:pt x="52" y="96"/>
                  <a:pt x="96" y="96"/>
                </a:cubicBezTo>
                <a:cubicBezTo>
                  <a:pt x="103" y="96"/>
                  <a:pt x="110" y="95"/>
                  <a:pt x="117" y="95"/>
                </a:cubicBezTo>
                <a:cubicBezTo>
                  <a:pt x="169" y="120"/>
                  <a:pt x="169" y="120"/>
                  <a:pt x="169" y="120"/>
                </a:cubicBezTo>
                <a:cubicBezTo>
                  <a:pt x="151" y="136"/>
                  <a:pt x="122" y="145"/>
                  <a:pt x="97" y="145"/>
                </a:cubicBezTo>
                <a:cubicBezTo>
                  <a:pt x="54" y="145"/>
                  <a:pt x="4" y="120"/>
                  <a:pt x="4" y="82"/>
                </a:cubicBezTo>
                <a:cubicBezTo>
                  <a:pt x="4" y="67"/>
                  <a:pt x="11" y="57"/>
                  <a:pt x="21" y="50"/>
                </a:cubicBezTo>
                <a:close/>
                <a:moveTo>
                  <a:pt x="150" y="140"/>
                </a:moveTo>
                <a:cubicBezTo>
                  <a:pt x="150" y="152"/>
                  <a:pt x="150" y="152"/>
                  <a:pt x="150" y="152"/>
                </a:cubicBezTo>
                <a:cubicBezTo>
                  <a:pt x="134" y="160"/>
                  <a:pt x="114" y="165"/>
                  <a:pt x="97" y="165"/>
                </a:cubicBezTo>
                <a:cubicBezTo>
                  <a:pt x="80" y="165"/>
                  <a:pt x="62" y="161"/>
                  <a:pt x="46" y="154"/>
                </a:cubicBezTo>
                <a:cubicBezTo>
                  <a:pt x="46" y="142"/>
                  <a:pt x="46" y="142"/>
                  <a:pt x="46" y="142"/>
                </a:cubicBezTo>
                <a:cubicBezTo>
                  <a:pt x="62" y="149"/>
                  <a:pt x="80" y="153"/>
                  <a:pt x="97" y="153"/>
                </a:cubicBezTo>
                <a:cubicBezTo>
                  <a:pt x="114" y="153"/>
                  <a:pt x="134" y="148"/>
                  <a:pt x="150" y="140"/>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125"/>
          <p:cNvSpPr>
            <a:spLocks noEditPoints="1"/>
          </p:cNvSpPr>
          <p:nvPr/>
        </p:nvSpPr>
        <p:spPr bwMode="auto">
          <a:xfrm>
            <a:off x="4926013" y="3005138"/>
            <a:ext cx="425450" cy="354013"/>
          </a:xfrm>
          <a:custGeom>
            <a:avLst/>
            <a:gdLst>
              <a:gd name="T0" fmla="*/ 176 w 215"/>
              <a:gd name="T1" fmla="*/ 107 h 179"/>
              <a:gd name="T2" fmla="*/ 175 w 215"/>
              <a:gd name="T3" fmla="*/ 110 h 179"/>
              <a:gd name="T4" fmla="*/ 72 w 215"/>
              <a:gd name="T5" fmla="*/ 168 h 179"/>
              <a:gd name="T6" fmla="*/ 12 w 215"/>
              <a:gd name="T7" fmla="*/ 69 h 179"/>
              <a:gd name="T8" fmla="*/ 115 w 215"/>
              <a:gd name="T9" fmla="*/ 11 h 179"/>
              <a:gd name="T10" fmla="*/ 121 w 215"/>
              <a:gd name="T11" fmla="*/ 13 h 179"/>
              <a:gd name="T12" fmla="*/ 167 w 215"/>
              <a:gd name="T13" fmla="*/ 6 h 179"/>
              <a:gd name="T14" fmla="*/ 207 w 215"/>
              <a:gd name="T15" fmla="*/ 72 h 179"/>
              <a:gd name="T16" fmla="*/ 176 w 215"/>
              <a:gd name="T17" fmla="*/ 107 h 179"/>
              <a:gd name="T18" fmla="*/ 163 w 215"/>
              <a:gd name="T19" fmla="*/ 20 h 179"/>
              <a:gd name="T20" fmla="*/ 133 w 215"/>
              <a:gd name="T21" fmla="*/ 23 h 179"/>
              <a:gd name="T22" fmla="*/ 132 w 215"/>
              <a:gd name="T23" fmla="*/ 23 h 179"/>
              <a:gd name="T24" fmla="*/ 124 w 215"/>
              <a:gd name="T25" fmla="*/ 30 h 179"/>
              <a:gd name="T26" fmla="*/ 112 w 215"/>
              <a:gd name="T27" fmla="*/ 25 h 179"/>
              <a:gd name="T28" fmla="*/ 26 w 215"/>
              <a:gd name="T29" fmla="*/ 72 h 179"/>
              <a:gd name="T30" fmla="*/ 75 w 215"/>
              <a:gd name="T31" fmla="*/ 154 h 179"/>
              <a:gd name="T32" fmla="*/ 161 w 215"/>
              <a:gd name="T33" fmla="*/ 107 h 179"/>
              <a:gd name="T34" fmla="*/ 163 w 215"/>
              <a:gd name="T35" fmla="*/ 94 h 179"/>
              <a:gd name="T36" fmla="*/ 178 w 215"/>
              <a:gd name="T37" fmla="*/ 87 h 179"/>
              <a:gd name="T38" fmla="*/ 178 w 215"/>
              <a:gd name="T39" fmla="*/ 89 h 179"/>
              <a:gd name="T40" fmla="*/ 192 w 215"/>
              <a:gd name="T41" fmla="*/ 68 h 179"/>
              <a:gd name="T42" fmla="*/ 163 w 215"/>
              <a:gd name="T43" fmla="*/ 20 h 179"/>
              <a:gd name="T44" fmla="*/ 170 w 215"/>
              <a:gd name="T45" fmla="*/ 70 h 179"/>
              <a:gd name="T46" fmla="*/ 163 w 215"/>
              <a:gd name="T47" fmla="*/ 59 h 179"/>
              <a:gd name="T48" fmla="*/ 174 w 215"/>
              <a:gd name="T49" fmla="*/ 47 h 179"/>
              <a:gd name="T50" fmla="*/ 182 w 215"/>
              <a:gd name="T51" fmla="*/ 64 h 179"/>
              <a:gd name="T52" fmla="*/ 170 w 215"/>
              <a:gd name="T53" fmla="*/ 70 h 179"/>
              <a:gd name="T54" fmla="*/ 159 w 215"/>
              <a:gd name="T55" fmla="*/ 47 h 179"/>
              <a:gd name="T56" fmla="*/ 155 w 215"/>
              <a:gd name="T57" fmla="*/ 40 h 179"/>
              <a:gd name="T58" fmla="*/ 161 w 215"/>
              <a:gd name="T59" fmla="*/ 31 h 179"/>
              <a:gd name="T60" fmla="*/ 167 w 215"/>
              <a:gd name="T61" fmla="*/ 43 h 179"/>
              <a:gd name="T62" fmla="*/ 159 w 215"/>
              <a:gd name="T63" fmla="*/ 47 h 179"/>
              <a:gd name="T64" fmla="*/ 75 w 215"/>
              <a:gd name="T65" fmla="*/ 128 h 179"/>
              <a:gd name="T66" fmla="*/ 49 w 215"/>
              <a:gd name="T67" fmla="*/ 86 h 179"/>
              <a:gd name="T68" fmla="*/ 88 w 215"/>
              <a:gd name="T69" fmla="*/ 56 h 179"/>
              <a:gd name="T70" fmla="*/ 119 w 215"/>
              <a:gd name="T71" fmla="*/ 104 h 179"/>
              <a:gd name="T72" fmla="*/ 75 w 215"/>
              <a:gd name="T73" fmla="*/ 128 h 179"/>
              <a:gd name="T74" fmla="*/ 77 w 215"/>
              <a:gd name="T75" fmla="*/ 65 h 179"/>
              <a:gd name="T76" fmla="*/ 60 w 215"/>
              <a:gd name="T77" fmla="*/ 87 h 179"/>
              <a:gd name="T78" fmla="*/ 70 w 215"/>
              <a:gd name="T79" fmla="*/ 115 h 179"/>
              <a:gd name="T80" fmla="*/ 77 w 215"/>
              <a:gd name="T81" fmla="*/ 65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5" h="179">
                <a:moveTo>
                  <a:pt x="176" y="107"/>
                </a:moveTo>
                <a:cubicBezTo>
                  <a:pt x="176" y="108"/>
                  <a:pt x="176" y="109"/>
                  <a:pt x="175" y="110"/>
                </a:cubicBezTo>
                <a:cubicBezTo>
                  <a:pt x="163" y="154"/>
                  <a:pt x="117" y="179"/>
                  <a:pt x="72" y="168"/>
                </a:cubicBezTo>
                <a:cubicBezTo>
                  <a:pt x="26" y="156"/>
                  <a:pt x="0" y="112"/>
                  <a:pt x="12" y="69"/>
                </a:cubicBezTo>
                <a:cubicBezTo>
                  <a:pt x="24" y="25"/>
                  <a:pt x="70" y="0"/>
                  <a:pt x="115" y="11"/>
                </a:cubicBezTo>
                <a:cubicBezTo>
                  <a:pt x="117" y="12"/>
                  <a:pt x="119" y="12"/>
                  <a:pt x="121" y="13"/>
                </a:cubicBezTo>
                <a:cubicBezTo>
                  <a:pt x="134" y="5"/>
                  <a:pt x="151" y="1"/>
                  <a:pt x="167" y="6"/>
                </a:cubicBezTo>
                <a:cubicBezTo>
                  <a:pt x="197" y="13"/>
                  <a:pt x="215" y="43"/>
                  <a:pt x="207" y="72"/>
                </a:cubicBezTo>
                <a:cubicBezTo>
                  <a:pt x="203" y="88"/>
                  <a:pt x="191" y="101"/>
                  <a:pt x="176" y="107"/>
                </a:cubicBezTo>
                <a:close/>
                <a:moveTo>
                  <a:pt x="163" y="20"/>
                </a:moveTo>
                <a:cubicBezTo>
                  <a:pt x="152" y="17"/>
                  <a:pt x="142" y="19"/>
                  <a:pt x="133" y="23"/>
                </a:cubicBezTo>
                <a:cubicBezTo>
                  <a:pt x="133" y="23"/>
                  <a:pt x="133" y="23"/>
                  <a:pt x="132" y="23"/>
                </a:cubicBezTo>
                <a:cubicBezTo>
                  <a:pt x="129" y="25"/>
                  <a:pt x="127" y="27"/>
                  <a:pt x="124" y="30"/>
                </a:cubicBezTo>
                <a:cubicBezTo>
                  <a:pt x="120" y="28"/>
                  <a:pt x="116" y="26"/>
                  <a:pt x="112" y="25"/>
                </a:cubicBezTo>
                <a:cubicBezTo>
                  <a:pt x="74" y="15"/>
                  <a:pt x="36" y="37"/>
                  <a:pt x="26" y="72"/>
                </a:cubicBezTo>
                <a:cubicBezTo>
                  <a:pt x="16" y="108"/>
                  <a:pt x="38" y="144"/>
                  <a:pt x="75" y="154"/>
                </a:cubicBezTo>
                <a:cubicBezTo>
                  <a:pt x="113" y="163"/>
                  <a:pt x="151" y="142"/>
                  <a:pt x="161" y="107"/>
                </a:cubicBezTo>
                <a:cubicBezTo>
                  <a:pt x="162" y="103"/>
                  <a:pt x="163" y="98"/>
                  <a:pt x="163" y="94"/>
                </a:cubicBezTo>
                <a:cubicBezTo>
                  <a:pt x="169" y="93"/>
                  <a:pt x="174" y="91"/>
                  <a:pt x="178" y="87"/>
                </a:cubicBezTo>
                <a:cubicBezTo>
                  <a:pt x="178" y="88"/>
                  <a:pt x="178" y="88"/>
                  <a:pt x="178" y="89"/>
                </a:cubicBezTo>
                <a:cubicBezTo>
                  <a:pt x="185" y="84"/>
                  <a:pt x="190" y="77"/>
                  <a:pt x="192" y="68"/>
                </a:cubicBezTo>
                <a:cubicBezTo>
                  <a:pt x="198" y="47"/>
                  <a:pt x="185" y="26"/>
                  <a:pt x="163" y="20"/>
                </a:cubicBezTo>
                <a:close/>
                <a:moveTo>
                  <a:pt x="170" y="70"/>
                </a:moveTo>
                <a:cubicBezTo>
                  <a:pt x="165" y="69"/>
                  <a:pt x="162" y="64"/>
                  <a:pt x="163" y="59"/>
                </a:cubicBezTo>
                <a:cubicBezTo>
                  <a:pt x="165" y="54"/>
                  <a:pt x="169" y="46"/>
                  <a:pt x="174" y="47"/>
                </a:cubicBezTo>
                <a:cubicBezTo>
                  <a:pt x="179" y="49"/>
                  <a:pt x="183" y="59"/>
                  <a:pt x="182" y="64"/>
                </a:cubicBezTo>
                <a:cubicBezTo>
                  <a:pt x="180" y="69"/>
                  <a:pt x="175" y="72"/>
                  <a:pt x="170" y="70"/>
                </a:cubicBezTo>
                <a:close/>
                <a:moveTo>
                  <a:pt x="159" y="47"/>
                </a:moveTo>
                <a:cubicBezTo>
                  <a:pt x="156" y="46"/>
                  <a:pt x="154" y="43"/>
                  <a:pt x="155" y="40"/>
                </a:cubicBezTo>
                <a:cubicBezTo>
                  <a:pt x="156" y="37"/>
                  <a:pt x="158" y="30"/>
                  <a:pt x="161" y="31"/>
                </a:cubicBezTo>
                <a:cubicBezTo>
                  <a:pt x="165" y="31"/>
                  <a:pt x="168" y="40"/>
                  <a:pt x="167" y="43"/>
                </a:cubicBezTo>
                <a:cubicBezTo>
                  <a:pt x="166" y="46"/>
                  <a:pt x="163" y="48"/>
                  <a:pt x="159" y="47"/>
                </a:cubicBezTo>
                <a:close/>
                <a:moveTo>
                  <a:pt x="75" y="128"/>
                </a:moveTo>
                <a:cubicBezTo>
                  <a:pt x="56" y="123"/>
                  <a:pt x="44" y="104"/>
                  <a:pt x="49" y="86"/>
                </a:cubicBezTo>
                <a:cubicBezTo>
                  <a:pt x="54" y="68"/>
                  <a:pt x="69" y="52"/>
                  <a:pt x="88" y="56"/>
                </a:cubicBezTo>
                <a:cubicBezTo>
                  <a:pt x="115" y="60"/>
                  <a:pt x="124" y="85"/>
                  <a:pt x="119" y="104"/>
                </a:cubicBezTo>
                <a:cubicBezTo>
                  <a:pt x="114" y="122"/>
                  <a:pt x="94" y="133"/>
                  <a:pt x="75" y="128"/>
                </a:cubicBezTo>
                <a:close/>
                <a:moveTo>
                  <a:pt x="77" y="65"/>
                </a:moveTo>
                <a:cubicBezTo>
                  <a:pt x="77" y="65"/>
                  <a:pt x="65" y="69"/>
                  <a:pt x="60" y="87"/>
                </a:cubicBezTo>
                <a:cubicBezTo>
                  <a:pt x="55" y="105"/>
                  <a:pt x="68" y="114"/>
                  <a:pt x="70" y="115"/>
                </a:cubicBezTo>
                <a:cubicBezTo>
                  <a:pt x="64" y="85"/>
                  <a:pt x="77" y="65"/>
                  <a:pt x="77" y="65"/>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26"/>
          <p:cNvSpPr>
            <a:spLocks noEditPoints="1"/>
          </p:cNvSpPr>
          <p:nvPr/>
        </p:nvSpPr>
        <p:spPr bwMode="auto">
          <a:xfrm>
            <a:off x="5432425" y="2995613"/>
            <a:ext cx="404813" cy="363538"/>
          </a:xfrm>
          <a:custGeom>
            <a:avLst/>
            <a:gdLst>
              <a:gd name="T0" fmla="*/ 204 w 205"/>
              <a:gd name="T1" fmla="*/ 60 h 184"/>
              <a:gd name="T2" fmla="*/ 16 w 205"/>
              <a:gd name="T3" fmla="*/ 72 h 184"/>
              <a:gd name="T4" fmla="*/ 4 w 205"/>
              <a:gd name="T5" fmla="*/ 52 h 184"/>
              <a:gd name="T6" fmla="*/ 104 w 205"/>
              <a:gd name="T7" fmla="*/ 0 h 184"/>
              <a:gd name="T8" fmla="*/ 204 w 205"/>
              <a:gd name="T9" fmla="*/ 52 h 184"/>
              <a:gd name="T10" fmla="*/ 57 w 205"/>
              <a:gd name="T11" fmla="*/ 29 h 184"/>
              <a:gd name="T12" fmla="*/ 72 w 205"/>
              <a:gd name="T13" fmla="*/ 29 h 184"/>
              <a:gd name="T14" fmla="*/ 82 w 205"/>
              <a:gd name="T15" fmla="*/ 46 h 184"/>
              <a:gd name="T16" fmla="*/ 82 w 205"/>
              <a:gd name="T17" fmla="*/ 60 h 184"/>
              <a:gd name="T18" fmla="*/ 82 w 205"/>
              <a:gd name="T19" fmla="*/ 46 h 184"/>
              <a:gd name="T20" fmla="*/ 95 w 205"/>
              <a:gd name="T21" fmla="*/ 29 h 184"/>
              <a:gd name="T22" fmla="*/ 110 w 205"/>
              <a:gd name="T23" fmla="*/ 29 h 184"/>
              <a:gd name="T24" fmla="*/ 123 w 205"/>
              <a:gd name="T25" fmla="*/ 46 h 184"/>
              <a:gd name="T26" fmla="*/ 123 w 205"/>
              <a:gd name="T27" fmla="*/ 60 h 184"/>
              <a:gd name="T28" fmla="*/ 123 w 205"/>
              <a:gd name="T29" fmla="*/ 46 h 184"/>
              <a:gd name="T30" fmla="*/ 130 w 205"/>
              <a:gd name="T31" fmla="*/ 29 h 184"/>
              <a:gd name="T32" fmla="*/ 145 w 205"/>
              <a:gd name="T33" fmla="*/ 29 h 184"/>
              <a:gd name="T34" fmla="*/ 12 w 205"/>
              <a:gd name="T35" fmla="*/ 92 h 184"/>
              <a:gd name="T36" fmla="*/ 12 w 205"/>
              <a:gd name="T37" fmla="*/ 76 h 184"/>
              <a:gd name="T38" fmla="*/ 204 w 205"/>
              <a:gd name="T39" fmla="*/ 84 h 184"/>
              <a:gd name="T40" fmla="*/ 12 w 205"/>
              <a:gd name="T41" fmla="*/ 92 h 184"/>
              <a:gd name="T42" fmla="*/ 76 w 205"/>
              <a:gd name="T43" fmla="*/ 96 h 184"/>
              <a:gd name="T44" fmla="*/ 149 w 205"/>
              <a:gd name="T45" fmla="*/ 96 h 184"/>
              <a:gd name="T46" fmla="*/ 204 w 205"/>
              <a:gd name="T47" fmla="*/ 110 h 184"/>
              <a:gd name="T48" fmla="*/ 14 w 205"/>
              <a:gd name="T49" fmla="*/ 124 h 184"/>
              <a:gd name="T50" fmla="*/ 14 w 205"/>
              <a:gd name="T51" fmla="*/ 96 h 184"/>
              <a:gd name="T52" fmla="*/ 196 w 205"/>
              <a:gd name="T53" fmla="*/ 128 h 184"/>
              <a:gd name="T54" fmla="*/ 196 w 205"/>
              <a:gd name="T55" fmla="*/ 144 h 184"/>
              <a:gd name="T56" fmla="*/ 4 w 205"/>
              <a:gd name="T57" fmla="*/ 136 h 184"/>
              <a:gd name="T58" fmla="*/ 185 w 205"/>
              <a:gd name="T59" fmla="*/ 184 h 184"/>
              <a:gd name="T60" fmla="*/ 5 w 205"/>
              <a:gd name="T61" fmla="*/ 152 h 184"/>
              <a:gd name="T62" fmla="*/ 185 w 205"/>
              <a:gd name="T63" fmla="*/ 184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5" h="184">
                <a:moveTo>
                  <a:pt x="204" y="52"/>
                </a:moveTo>
                <a:cubicBezTo>
                  <a:pt x="204" y="60"/>
                  <a:pt x="204" y="60"/>
                  <a:pt x="204" y="60"/>
                </a:cubicBezTo>
                <a:cubicBezTo>
                  <a:pt x="204" y="66"/>
                  <a:pt x="199" y="72"/>
                  <a:pt x="192" y="72"/>
                </a:cubicBezTo>
                <a:cubicBezTo>
                  <a:pt x="16" y="72"/>
                  <a:pt x="16" y="72"/>
                  <a:pt x="16" y="72"/>
                </a:cubicBezTo>
                <a:cubicBezTo>
                  <a:pt x="10" y="72"/>
                  <a:pt x="4" y="66"/>
                  <a:pt x="4" y="60"/>
                </a:cubicBezTo>
                <a:cubicBezTo>
                  <a:pt x="4" y="52"/>
                  <a:pt x="4" y="52"/>
                  <a:pt x="4" y="52"/>
                </a:cubicBezTo>
                <a:cubicBezTo>
                  <a:pt x="4" y="52"/>
                  <a:pt x="4" y="52"/>
                  <a:pt x="4" y="52"/>
                </a:cubicBezTo>
                <a:cubicBezTo>
                  <a:pt x="8" y="23"/>
                  <a:pt x="51" y="0"/>
                  <a:pt x="104" y="0"/>
                </a:cubicBezTo>
                <a:cubicBezTo>
                  <a:pt x="158" y="0"/>
                  <a:pt x="201" y="23"/>
                  <a:pt x="205" y="52"/>
                </a:cubicBezTo>
                <a:lnTo>
                  <a:pt x="204" y="52"/>
                </a:lnTo>
                <a:close/>
                <a:moveTo>
                  <a:pt x="65" y="21"/>
                </a:moveTo>
                <a:cubicBezTo>
                  <a:pt x="61" y="21"/>
                  <a:pt x="57" y="25"/>
                  <a:pt x="57" y="29"/>
                </a:cubicBezTo>
                <a:cubicBezTo>
                  <a:pt x="57" y="33"/>
                  <a:pt x="61" y="36"/>
                  <a:pt x="65" y="36"/>
                </a:cubicBezTo>
                <a:cubicBezTo>
                  <a:pt x="69" y="36"/>
                  <a:pt x="72" y="33"/>
                  <a:pt x="72" y="29"/>
                </a:cubicBezTo>
                <a:cubicBezTo>
                  <a:pt x="72" y="25"/>
                  <a:pt x="69" y="21"/>
                  <a:pt x="65" y="21"/>
                </a:cubicBezTo>
                <a:close/>
                <a:moveTo>
                  <a:pt x="82" y="46"/>
                </a:moveTo>
                <a:cubicBezTo>
                  <a:pt x="78" y="46"/>
                  <a:pt x="75" y="49"/>
                  <a:pt x="75" y="53"/>
                </a:cubicBezTo>
                <a:cubicBezTo>
                  <a:pt x="75" y="57"/>
                  <a:pt x="78" y="60"/>
                  <a:pt x="82" y="60"/>
                </a:cubicBezTo>
                <a:cubicBezTo>
                  <a:pt x="86" y="60"/>
                  <a:pt x="89" y="57"/>
                  <a:pt x="89" y="53"/>
                </a:cubicBezTo>
                <a:cubicBezTo>
                  <a:pt x="89" y="49"/>
                  <a:pt x="86" y="46"/>
                  <a:pt x="82" y="46"/>
                </a:cubicBezTo>
                <a:close/>
                <a:moveTo>
                  <a:pt x="103" y="21"/>
                </a:moveTo>
                <a:cubicBezTo>
                  <a:pt x="99" y="21"/>
                  <a:pt x="95" y="25"/>
                  <a:pt x="95" y="29"/>
                </a:cubicBezTo>
                <a:cubicBezTo>
                  <a:pt x="95" y="33"/>
                  <a:pt x="99" y="36"/>
                  <a:pt x="103" y="36"/>
                </a:cubicBezTo>
                <a:cubicBezTo>
                  <a:pt x="107" y="36"/>
                  <a:pt x="110" y="33"/>
                  <a:pt x="110" y="29"/>
                </a:cubicBezTo>
                <a:cubicBezTo>
                  <a:pt x="110" y="25"/>
                  <a:pt x="107" y="21"/>
                  <a:pt x="103" y="21"/>
                </a:cubicBezTo>
                <a:close/>
                <a:moveTo>
                  <a:pt x="123" y="46"/>
                </a:moveTo>
                <a:cubicBezTo>
                  <a:pt x="119" y="46"/>
                  <a:pt x="116" y="49"/>
                  <a:pt x="116" y="53"/>
                </a:cubicBezTo>
                <a:cubicBezTo>
                  <a:pt x="116" y="57"/>
                  <a:pt x="119" y="60"/>
                  <a:pt x="123" y="60"/>
                </a:cubicBezTo>
                <a:cubicBezTo>
                  <a:pt x="127" y="60"/>
                  <a:pt x="131" y="57"/>
                  <a:pt x="131" y="53"/>
                </a:cubicBezTo>
                <a:cubicBezTo>
                  <a:pt x="131" y="49"/>
                  <a:pt x="127" y="46"/>
                  <a:pt x="123" y="46"/>
                </a:cubicBezTo>
                <a:close/>
                <a:moveTo>
                  <a:pt x="137" y="21"/>
                </a:moveTo>
                <a:cubicBezTo>
                  <a:pt x="133" y="21"/>
                  <a:pt x="130" y="25"/>
                  <a:pt x="130" y="29"/>
                </a:cubicBezTo>
                <a:cubicBezTo>
                  <a:pt x="130" y="33"/>
                  <a:pt x="133" y="36"/>
                  <a:pt x="137" y="36"/>
                </a:cubicBezTo>
                <a:cubicBezTo>
                  <a:pt x="141" y="36"/>
                  <a:pt x="145" y="33"/>
                  <a:pt x="145" y="29"/>
                </a:cubicBezTo>
                <a:cubicBezTo>
                  <a:pt x="145" y="25"/>
                  <a:pt x="141" y="21"/>
                  <a:pt x="137" y="21"/>
                </a:cubicBezTo>
                <a:close/>
                <a:moveTo>
                  <a:pt x="12" y="92"/>
                </a:moveTo>
                <a:cubicBezTo>
                  <a:pt x="8" y="92"/>
                  <a:pt x="4" y="88"/>
                  <a:pt x="4" y="84"/>
                </a:cubicBezTo>
                <a:cubicBezTo>
                  <a:pt x="4" y="79"/>
                  <a:pt x="8" y="76"/>
                  <a:pt x="12" y="76"/>
                </a:cubicBezTo>
                <a:cubicBezTo>
                  <a:pt x="196" y="76"/>
                  <a:pt x="196" y="76"/>
                  <a:pt x="196" y="76"/>
                </a:cubicBezTo>
                <a:cubicBezTo>
                  <a:pt x="201" y="76"/>
                  <a:pt x="204" y="79"/>
                  <a:pt x="204" y="84"/>
                </a:cubicBezTo>
                <a:cubicBezTo>
                  <a:pt x="204" y="88"/>
                  <a:pt x="201" y="92"/>
                  <a:pt x="196" y="92"/>
                </a:cubicBezTo>
                <a:lnTo>
                  <a:pt x="12" y="92"/>
                </a:lnTo>
                <a:close/>
                <a:moveTo>
                  <a:pt x="14" y="96"/>
                </a:moveTo>
                <a:cubicBezTo>
                  <a:pt x="76" y="96"/>
                  <a:pt x="76" y="96"/>
                  <a:pt x="76" y="96"/>
                </a:cubicBezTo>
                <a:cubicBezTo>
                  <a:pt x="124" y="119"/>
                  <a:pt x="124" y="119"/>
                  <a:pt x="124" y="119"/>
                </a:cubicBezTo>
                <a:cubicBezTo>
                  <a:pt x="149" y="96"/>
                  <a:pt x="149" y="96"/>
                  <a:pt x="149" y="96"/>
                </a:cubicBezTo>
                <a:cubicBezTo>
                  <a:pt x="190" y="96"/>
                  <a:pt x="190" y="96"/>
                  <a:pt x="190" y="96"/>
                </a:cubicBezTo>
                <a:cubicBezTo>
                  <a:pt x="198" y="96"/>
                  <a:pt x="204" y="102"/>
                  <a:pt x="204" y="110"/>
                </a:cubicBezTo>
                <a:cubicBezTo>
                  <a:pt x="204" y="118"/>
                  <a:pt x="198" y="124"/>
                  <a:pt x="190" y="124"/>
                </a:cubicBezTo>
                <a:cubicBezTo>
                  <a:pt x="14" y="124"/>
                  <a:pt x="14" y="124"/>
                  <a:pt x="14" y="124"/>
                </a:cubicBezTo>
                <a:cubicBezTo>
                  <a:pt x="7" y="124"/>
                  <a:pt x="0" y="118"/>
                  <a:pt x="0" y="110"/>
                </a:cubicBezTo>
                <a:cubicBezTo>
                  <a:pt x="0" y="102"/>
                  <a:pt x="7" y="96"/>
                  <a:pt x="14" y="96"/>
                </a:cubicBezTo>
                <a:close/>
                <a:moveTo>
                  <a:pt x="12" y="128"/>
                </a:moveTo>
                <a:cubicBezTo>
                  <a:pt x="196" y="128"/>
                  <a:pt x="196" y="128"/>
                  <a:pt x="196" y="128"/>
                </a:cubicBezTo>
                <a:cubicBezTo>
                  <a:pt x="201" y="128"/>
                  <a:pt x="204" y="131"/>
                  <a:pt x="204" y="136"/>
                </a:cubicBezTo>
                <a:cubicBezTo>
                  <a:pt x="204" y="140"/>
                  <a:pt x="201" y="144"/>
                  <a:pt x="196" y="144"/>
                </a:cubicBezTo>
                <a:cubicBezTo>
                  <a:pt x="12" y="144"/>
                  <a:pt x="12" y="144"/>
                  <a:pt x="12" y="144"/>
                </a:cubicBezTo>
                <a:cubicBezTo>
                  <a:pt x="8" y="144"/>
                  <a:pt x="4" y="140"/>
                  <a:pt x="4" y="136"/>
                </a:cubicBezTo>
                <a:cubicBezTo>
                  <a:pt x="4" y="131"/>
                  <a:pt x="8" y="128"/>
                  <a:pt x="12" y="128"/>
                </a:cubicBezTo>
                <a:close/>
                <a:moveTo>
                  <a:pt x="185" y="184"/>
                </a:moveTo>
                <a:cubicBezTo>
                  <a:pt x="24" y="184"/>
                  <a:pt x="24" y="184"/>
                  <a:pt x="24" y="184"/>
                </a:cubicBezTo>
                <a:cubicBezTo>
                  <a:pt x="6" y="184"/>
                  <a:pt x="5" y="163"/>
                  <a:pt x="5" y="152"/>
                </a:cubicBezTo>
                <a:cubicBezTo>
                  <a:pt x="74" y="152"/>
                  <a:pt x="114" y="152"/>
                  <a:pt x="204" y="152"/>
                </a:cubicBezTo>
                <a:cubicBezTo>
                  <a:pt x="204" y="163"/>
                  <a:pt x="203" y="184"/>
                  <a:pt x="185" y="184"/>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127"/>
          <p:cNvSpPr>
            <a:spLocks noEditPoints="1"/>
          </p:cNvSpPr>
          <p:nvPr/>
        </p:nvSpPr>
        <p:spPr bwMode="auto">
          <a:xfrm>
            <a:off x="5913438" y="2984500"/>
            <a:ext cx="409575" cy="388938"/>
          </a:xfrm>
          <a:custGeom>
            <a:avLst/>
            <a:gdLst>
              <a:gd name="T0" fmla="*/ 187 w 207"/>
              <a:gd name="T1" fmla="*/ 49 h 197"/>
              <a:gd name="T2" fmla="*/ 186 w 207"/>
              <a:gd name="T3" fmla="*/ 48 h 197"/>
              <a:gd name="T4" fmla="*/ 191 w 207"/>
              <a:gd name="T5" fmla="*/ 32 h 197"/>
              <a:gd name="T6" fmla="*/ 163 w 207"/>
              <a:gd name="T7" fmla="*/ 4 h 197"/>
              <a:gd name="T8" fmla="*/ 137 w 207"/>
              <a:gd name="T9" fmla="*/ 22 h 197"/>
              <a:gd name="T10" fmla="*/ 18 w 207"/>
              <a:gd name="T11" fmla="*/ 120 h 197"/>
              <a:gd name="T12" fmla="*/ 18 w 207"/>
              <a:gd name="T13" fmla="*/ 121 h 197"/>
              <a:gd name="T14" fmla="*/ 0 w 207"/>
              <a:gd name="T15" fmla="*/ 147 h 197"/>
              <a:gd name="T16" fmla="*/ 28 w 207"/>
              <a:gd name="T17" fmla="*/ 175 h 197"/>
              <a:gd name="T18" fmla="*/ 35 w 207"/>
              <a:gd name="T19" fmla="*/ 174 h 197"/>
              <a:gd name="T20" fmla="*/ 37 w 207"/>
              <a:gd name="T21" fmla="*/ 175 h 197"/>
              <a:gd name="T22" fmla="*/ 187 w 207"/>
              <a:gd name="T23" fmla="*/ 49 h 197"/>
              <a:gd name="T24" fmla="*/ 51 w 207"/>
              <a:gd name="T25" fmla="*/ 132 h 197"/>
              <a:gd name="T26" fmla="*/ 50 w 207"/>
              <a:gd name="T27" fmla="*/ 132 h 197"/>
              <a:gd name="T28" fmla="*/ 47 w 207"/>
              <a:gd name="T29" fmla="*/ 132 h 197"/>
              <a:gd name="T30" fmla="*/ 38 w 207"/>
              <a:gd name="T31" fmla="*/ 125 h 197"/>
              <a:gd name="T32" fmla="*/ 45 w 207"/>
              <a:gd name="T33" fmla="*/ 119 h 197"/>
              <a:gd name="T34" fmla="*/ 45 w 207"/>
              <a:gd name="T35" fmla="*/ 119 h 197"/>
              <a:gd name="T36" fmla="*/ 136 w 207"/>
              <a:gd name="T37" fmla="*/ 44 h 197"/>
              <a:gd name="T38" fmla="*/ 51 w 207"/>
              <a:gd name="T39" fmla="*/ 132 h 197"/>
              <a:gd name="T40" fmla="*/ 133 w 207"/>
              <a:gd name="T41" fmla="*/ 10 h 197"/>
              <a:gd name="T42" fmla="*/ 99 w 207"/>
              <a:gd name="T43" fmla="*/ 28 h 197"/>
              <a:gd name="T44" fmla="*/ 27 w 207"/>
              <a:gd name="T45" fmla="*/ 88 h 197"/>
              <a:gd name="T46" fmla="*/ 7 w 207"/>
              <a:gd name="T47" fmla="*/ 115 h 197"/>
              <a:gd name="T48" fmla="*/ 133 w 207"/>
              <a:gd name="T49" fmla="*/ 10 h 197"/>
              <a:gd name="T50" fmla="*/ 190 w 207"/>
              <a:gd name="T51" fmla="*/ 57 h 197"/>
              <a:gd name="T52" fmla="*/ 51 w 207"/>
              <a:gd name="T53" fmla="*/ 176 h 197"/>
              <a:gd name="T54" fmla="*/ 89 w 207"/>
              <a:gd name="T55" fmla="*/ 184 h 197"/>
              <a:gd name="T56" fmla="*/ 193 w 207"/>
              <a:gd name="T57" fmla="*/ 98 h 197"/>
              <a:gd name="T58" fmla="*/ 190 w 207"/>
              <a:gd name="T59" fmla="*/ 5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7" h="197">
                <a:moveTo>
                  <a:pt x="187" y="49"/>
                </a:moveTo>
                <a:cubicBezTo>
                  <a:pt x="186" y="48"/>
                  <a:pt x="186" y="48"/>
                  <a:pt x="186" y="48"/>
                </a:cubicBezTo>
                <a:cubicBezTo>
                  <a:pt x="189" y="44"/>
                  <a:pt x="191" y="38"/>
                  <a:pt x="191" y="32"/>
                </a:cubicBezTo>
                <a:cubicBezTo>
                  <a:pt x="191" y="17"/>
                  <a:pt x="179" y="4"/>
                  <a:pt x="163" y="4"/>
                </a:cubicBezTo>
                <a:cubicBezTo>
                  <a:pt x="151" y="4"/>
                  <a:pt x="141" y="11"/>
                  <a:pt x="137" y="22"/>
                </a:cubicBezTo>
                <a:cubicBezTo>
                  <a:pt x="123" y="40"/>
                  <a:pt x="78" y="97"/>
                  <a:pt x="18" y="120"/>
                </a:cubicBezTo>
                <a:cubicBezTo>
                  <a:pt x="18" y="120"/>
                  <a:pt x="18" y="120"/>
                  <a:pt x="18" y="121"/>
                </a:cubicBezTo>
                <a:cubicBezTo>
                  <a:pt x="7" y="125"/>
                  <a:pt x="0" y="135"/>
                  <a:pt x="0" y="147"/>
                </a:cubicBezTo>
                <a:cubicBezTo>
                  <a:pt x="0" y="163"/>
                  <a:pt x="12" y="175"/>
                  <a:pt x="28" y="175"/>
                </a:cubicBezTo>
                <a:cubicBezTo>
                  <a:pt x="30" y="175"/>
                  <a:pt x="33" y="175"/>
                  <a:pt x="35" y="174"/>
                </a:cubicBezTo>
                <a:cubicBezTo>
                  <a:pt x="36" y="175"/>
                  <a:pt x="36" y="175"/>
                  <a:pt x="37" y="175"/>
                </a:cubicBezTo>
                <a:cubicBezTo>
                  <a:pt x="151" y="145"/>
                  <a:pt x="187" y="49"/>
                  <a:pt x="187" y="49"/>
                </a:cubicBezTo>
                <a:close/>
                <a:moveTo>
                  <a:pt x="51" y="132"/>
                </a:moveTo>
                <a:cubicBezTo>
                  <a:pt x="50" y="132"/>
                  <a:pt x="50" y="132"/>
                  <a:pt x="50" y="132"/>
                </a:cubicBezTo>
                <a:cubicBezTo>
                  <a:pt x="49" y="132"/>
                  <a:pt x="48" y="132"/>
                  <a:pt x="47" y="132"/>
                </a:cubicBezTo>
                <a:cubicBezTo>
                  <a:pt x="42" y="132"/>
                  <a:pt x="38" y="131"/>
                  <a:pt x="38" y="125"/>
                </a:cubicBezTo>
                <a:cubicBezTo>
                  <a:pt x="38" y="121"/>
                  <a:pt x="41" y="121"/>
                  <a:pt x="45" y="119"/>
                </a:cubicBezTo>
                <a:cubicBezTo>
                  <a:pt x="45" y="119"/>
                  <a:pt x="45" y="119"/>
                  <a:pt x="45" y="119"/>
                </a:cubicBezTo>
                <a:cubicBezTo>
                  <a:pt x="95" y="99"/>
                  <a:pt x="131" y="50"/>
                  <a:pt x="136" y="44"/>
                </a:cubicBezTo>
                <a:cubicBezTo>
                  <a:pt x="128" y="73"/>
                  <a:pt x="88" y="108"/>
                  <a:pt x="51" y="132"/>
                </a:cubicBezTo>
                <a:close/>
                <a:moveTo>
                  <a:pt x="133" y="10"/>
                </a:moveTo>
                <a:cubicBezTo>
                  <a:pt x="118" y="0"/>
                  <a:pt x="99" y="28"/>
                  <a:pt x="99" y="28"/>
                </a:cubicBezTo>
                <a:cubicBezTo>
                  <a:pt x="99" y="28"/>
                  <a:pt x="72" y="64"/>
                  <a:pt x="27" y="88"/>
                </a:cubicBezTo>
                <a:cubicBezTo>
                  <a:pt x="22" y="90"/>
                  <a:pt x="5" y="96"/>
                  <a:pt x="7" y="115"/>
                </a:cubicBezTo>
                <a:cubicBezTo>
                  <a:pt x="9" y="115"/>
                  <a:pt x="105" y="74"/>
                  <a:pt x="133" y="10"/>
                </a:cubicBezTo>
                <a:close/>
                <a:moveTo>
                  <a:pt x="190" y="57"/>
                </a:moveTo>
                <a:cubicBezTo>
                  <a:pt x="187" y="56"/>
                  <a:pt x="153" y="147"/>
                  <a:pt x="51" y="176"/>
                </a:cubicBezTo>
                <a:cubicBezTo>
                  <a:pt x="50" y="183"/>
                  <a:pt x="60" y="197"/>
                  <a:pt x="89" y="184"/>
                </a:cubicBezTo>
                <a:cubicBezTo>
                  <a:pt x="169" y="161"/>
                  <a:pt x="193" y="98"/>
                  <a:pt x="193" y="98"/>
                </a:cubicBezTo>
                <a:cubicBezTo>
                  <a:pt x="193" y="98"/>
                  <a:pt x="207" y="70"/>
                  <a:pt x="190" y="57"/>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128"/>
          <p:cNvSpPr>
            <a:spLocks noEditPoints="1"/>
          </p:cNvSpPr>
          <p:nvPr/>
        </p:nvSpPr>
        <p:spPr bwMode="auto">
          <a:xfrm>
            <a:off x="6405563" y="2979738"/>
            <a:ext cx="365125" cy="395288"/>
          </a:xfrm>
          <a:custGeom>
            <a:avLst/>
            <a:gdLst>
              <a:gd name="T0" fmla="*/ 118 w 185"/>
              <a:gd name="T1" fmla="*/ 14 h 200"/>
              <a:gd name="T2" fmla="*/ 111 w 185"/>
              <a:gd name="T3" fmla="*/ 0 h 200"/>
              <a:gd name="T4" fmla="*/ 185 w 185"/>
              <a:gd name="T5" fmla="*/ 75 h 200"/>
              <a:gd name="T6" fmla="*/ 130 w 185"/>
              <a:gd name="T7" fmla="*/ 31 h 200"/>
              <a:gd name="T8" fmla="*/ 134 w 185"/>
              <a:gd name="T9" fmla="*/ 52 h 200"/>
              <a:gd name="T10" fmla="*/ 157 w 185"/>
              <a:gd name="T11" fmla="*/ 60 h 200"/>
              <a:gd name="T12" fmla="*/ 145 w 185"/>
              <a:gd name="T13" fmla="*/ 64 h 200"/>
              <a:gd name="T14" fmla="*/ 159 w 185"/>
              <a:gd name="T15" fmla="*/ 68 h 200"/>
              <a:gd name="T16" fmla="*/ 162 w 185"/>
              <a:gd name="T17" fmla="*/ 80 h 200"/>
              <a:gd name="T18" fmla="*/ 129 w 185"/>
              <a:gd name="T19" fmla="*/ 73 h 200"/>
              <a:gd name="T20" fmla="*/ 115 w 185"/>
              <a:gd name="T21" fmla="*/ 89 h 200"/>
              <a:gd name="T22" fmla="*/ 107 w 185"/>
              <a:gd name="T23" fmla="*/ 23 h 200"/>
              <a:gd name="T24" fmla="*/ 130 w 185"/>
              <a:gd name="T25" fmla="*/ 31 h 200"/>
              <a:gd name="T26" fmla="*/ 109 w 185"/>
              <a:gd name="T27" fmla="*/ 66 h 200"/>
              <a:gd name="T28" fmla="*/ 113 w 185"/>
              <a:gd name="T29" fmla="*/ 52 h 200"/>
              <a:gd name="T30" fmla="*/ 149 w 185"/>
              <a:gd name="T31" fmla="*/ 94 h 200"/>
              <a:gd name="T32" fmla="*/ 150 w 185"/>
              <a:gd name="T33" fmla="*/ 127 h 200"/>
              <a:gd name="T34" fmla="*/ 128 w 185"/>
              <a:gd name="T35" fmla="*/ 134 h 200"/>
              <a:gd name="T36" fmla="*/ 142 w 185"/>
              <a:gd name="T37" fmla="*/ 146 h 200"/>
              <a:gd name="T38" fmla="*/ 129 w 185"/>
              <a:gd name="T39" fmla="*/ 159 h 200"/>
              <a:gd name="T40" fmla="*/ 110 w 185"/>
              <a:gd name="T41" fmla="*/ 159 h 200"/>
              <a:gd name="T42" fmla="*/ 87 w 185"/>
              <a:gd name="T43" fmla="*/ 177 h 200"/>
              <a:gd name="T44" fmla="*/ 73 w 185"/>
              <a:gd name="T45" fmla="*/ 167 h 200"/>
              <a:gd name="T46" fmla="*/ 50 w 185"/>
              <a:gd name="T47" fmla="*/ 165 h 200"/>
              <a:gd name="T48" fmla="*/ 41 w 185"/>
              <a:gd name="T49" fmla="*/ 154 h 200"/>
              <a:gd name="T50" fmla="*/ 41 w 185"/>
              <a:gd name="T51" fmla="*/ 139 h 200"/>
              <a:gd name="T52" fmla="*/ 33 w 185"/>
              <a:gd name="T53" fmla="*/ 147 h 200"/>
              <a:gd name="T54" fmla="*/ 28 w 185"/>
              <a:gd name="T55" fmla="*/ 119 h 200"/>
              <a:gd name="T56" fmla="*/ 28 w 185"/>
              <a:gd name="T57" fmla="*/ 100 h 200"/>
              <a:gd name="T58" fmla="*/ 87 w 185"/>
              <a:gd name="T59" fmla="*/ 48 h 200"/>
              <a:gd name="T60" fmla="*/ 82 w 185"/>
              <a:gd name="T61" fmla="*/ 111 h 200"/>
              <a:gd name="T62" fmla="*/ 110 w 185"/>
              <a:gd name="T63" fmla="*/ 105 h 200"/>
              <a:gd name="T64" fmla="*/ 129 w 185"/>
              <a:gd name="T65" fmla="*/ 105 h 200"/>
              <a:gd name="T66" fmla="*/ 149 w 185"/>
              <a:gd name="T67" fmla="*/ 94 h 200"/>
              <a:gd name="T68" fmla="*/ 46 w 185"/>
              <a:gd name="T69" fmla="*/ 93 h 200"/>
              <a:gd name="T70" fmla="*/ 61 w 185"/>
              <a:gd name="T71" fmla="*/ 93 h 200"/>
              <a:gd name="T72" fmla="*/ 61 w 185"/>
              <a:gd name="T73" fmla="*/ 110 h 200"/>
              <a:gd name="T74" fmla="*/ 61 w 185"/>
              <a:gd name="T75" fmla="*/ 134 h 200"/>
              <a:gd name="T76" fmla="*/ 61 w 185"/>
              <a:gd name="T77" fmla="*/ 110 h 200"/>
              <a:gd name="T78" fmla="*/ 75 w 185"/>
              <a:gd name="T79" fmla="*/ 142 h 200"/>
              <a:gd name="T80" fmla="*/ 90 w 185"/>
              <a:gd name="T81" fmla="*/ 142 h 200"/>
              <a:gd name="T82" fmla="*/ 111 w 185"/>
              <a:gd name="T83" fmla="*/ 127 h 200"/>
              <a:gd name="T84" fmla="*/ 111 w 185"/>
              <a:gd name="T85" fmla="*/ 142 h 200"/>
              <a:gd name="T86" fmla="*/ 111 w 185"/>
              <a:gd name="T87" fmla="*/ 127 h 200"/>
              <a:gd name="T88" fmla="*/ 12 w 185"/>
              <a:gd name="T89" fmla="*/ 112 h 200"/>
              <a:gd name="T90" fmla="*/ 163 w 185"/>
              <a:gd name="T91" fmla="*/ 112 h 200"/>
              <a:gd name="T92" fmla="*/ 171 w 185"/>
              <a:gd name="T93" fmla="*/ 88 h 200"/>
              <a:gd name="T94" fmla="*/ 87 w 185"/>
              <a:gd name="T95" fmla="*/ 200 h 200"/>
              <a:gd name="T96" fmla="*/ 87 w 185"/>
              <a:gd name="T97" fmla="*/ 25 h 200"/>
              <a:gd name="T98" fmla="*/ 89 w 185"/>
              <a:gd name="T99" fmla="*/ 37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5" h="200">
                <a:moveTo>
                  <a:pt x="173" y="78"/>
                </a:moveTo>
                <a:cubicBezTo>
                  <a:pt x="169" y="48"/>
                  <a:pt x="148" y="22"/>
                  <a:pt x="118" y="14"/>
                </a:cubicBezTo>
                <a:cubicBezTo>
                  <a:pt x="115" y="13"/>
                  <a:pt x="112" y="13"/>
                  <a:pt x="109" y="12"/>
                </a:cubicBezTo>
                <a:cubicBezTo>
                  <a:pt x="111" y="0"/>
                  <a:pt x="111" y="0"/>
                  <a:pt x="111" y="0"/>
                </a:cubicBezTo>
                <a:cubicBezTo>
                  <a:pt x="115" y="1"/>
                  <a:pt x="118" y="1"/>
                  <a:pt x="121" y="2"/>
                </a:cubicBezTo>
                <a:cubicBezTo>
                  <a:pt x="156" y="12"/>
                  <a:pt x="180" y="41"/>
                  <a:pt x="185" y="75"/>
                </a:cubicBezTo>
                <a:lnTo>
                  <a:pt x="173" y="78"/>
                </a:lnTo>
                <a:close/>
                <a:moveTo>
                  <a:pt x="130" y="31"/>
                </a:moveTo>
                <a:cubicBezTo>
                  <a:pt x="128" y="33"/>
                  <a:pt x="127" y="35"/>
                  <a:pt x="126" y="37"/>
                </a:cubicBezTo>
                <a:cubicBezTo>
                  <a:pt x="124" y="44"/>
                  <a:pt x="128" y="50"/>
                  <a:pt x="134" y="52"/>
                </a:cubicBezTo>
                <a:cubicBezTo>
                  <a:pt x="140" y="53"/>
                  <a:pt x="145" y="51"/>
                  <a:pt x="148" y="46"/>
                </a:cubicBezTo>
                <a:cubicBezTo>
                  <a:pt x="151" y="50"/>
                  <a:pt x="154" y="55"/>
                  <a:pt x="157" y="60"/>
                </a:cubicBezTo>
                <a:cubicBezTo>
                  <a:pt x="156" y="59"/>
                  <a:pt x="155" y="59"/>
                  <a:pt x="154" y="59"/>
                </a:cubicBezTo>
                <a:cubicBezTo>
                  <a:pt x="150" y="58"/>
                  <a:pt x="146" y="60"/>
                  <a:pt x="145" y="64"/>
                </a:cubicBezTo>
                <a:cubicBezTo>
                  <a:pt x="144" y="68"/>
                  <a:pt x="146" y="72"/>
                  <a:pt x="150" y="73"/>
                </a:cubicBezTo>
                <a:cubicBezTo>
                  <a:pt x="154" y="74"/>
                  <a:pt x="158" y="72"/>
                  <a:pt x="159" y="68"/>
                </a:cubicBezTo>
                <a:cubicBezTo>
                  <a:pt x="159" y="67"/>
                  <a:pt x="159" y="67"/>
                  <a:pt x="159" y="67"/>
                </a:cubicBezTo>
                <a:cubicBezTo>
                  <a:pt x="161" y="71"/>
                  <a:pt x="162" y="75"/>
                  <a:pt x="162" y="80"/>
                </a:cubicBezTo>
                <a:cubicBezTo>
                  <a:pt x="138" y="85"/>
                  <a:pt x="138" y="85"/>
                  <a:pt x="138" y="85"/>
                </a:cubicBezTo>
                <a:cubicBezTo>
                  <a:pt x="138" y="79"/>
                  <a:pt x="134" y="74"/>
                  <a:pt x="129" y="73"/>
                </a:cubicBezTo>
                <a:cubicBezTo>
                  <a:pt x="122" y="71"/>
                  <a:pt x="116" y="75"/>
                  <a:pt x="114" y="81"/>
                </a:cubicBezTo>
                <a:cubicBezTo>
                  <a:pt x="114" y="84"/>
                  <a:pt x="114" y="87"/>
                  <a:pt x="115" y="89"/>
                </a:cubicBezTo>
                <a:cubicBezTo>
                  <a:pt x="95" y="93"/>
                  <a:pt x="95" y="93"/>
                  <a:pt x="95" y="93"/>
                </a:cubicBezTo>
                <a:cubicBezTo>
                  <a:pt x="107" y="23"/>
                  <a:pt x="107" y="23"/>
                  <a:pt x="107" y="23"/>
                </a:cubicBezTo>
                <a:cubicBezTo>
                  <a:pt x="110" y="23"/>
                  <a:pt x="112" y="24"/>
                  <a:pt x="115" y="25"/>
                </a:cubicBezTo>
                <a:cubicBezTo>
                  <a:pt x="120" y="26"/>
                  <a:pt x="126" y="28"/>
                  <a:pt x="130" y="31"/>
                </a:cubicBezTo>
                <a:close/>
                <a:moveTo>
                  <a:pt x="104" y="57"/>
                </a:moveTo>
                <a:cubicBezTo>
                  <a:pt x="103" y="61"/>
                  <a:pt x="105" y="65"/>
                  <a:pt x="109" y="66"/>
                </a:cubicBezTo>
                <a:cubicBezTo>
                  <a:pt x="113" y="67"/>
                  <a:pt x="117" y="65"/>
                  <a:pt x="118" y="61"/>
                </a:cubicBezTo>
                <a:cubicBezTo>
                  <a:pt x="119" y="57"/>
                  <a:pt x="117" y="53"/>
                  <a:pt x="113" y="52"/>
                </a:cubicBezTo>
                <a:cubicBezTo>
                  <a:pt x="109" y="51"/>
                  <a:pt x="105" y="53"/>
                  <a:pt x="104" y="57"/>
                </a:cubicBezTo>
                <a:close/>
                <a:moveTo>
                  <a:pt x="149" y="94"/>
                </a:moveTo>
                <a:cubicBezTo>
                  <a:pt x="151" y="100"/>
                  <a:pt x="152" y="106"/>
                  <a:pt x="152" y="112"/>
                </a:cubicBezTo>
                <a:cubicBezTo>
                  <a:pt x="152" y="118"/>
                  <a:pt x="151" y="123"/>
                  <a:pt x="150" y="127"/>
                </a:cubicBezTo>
                <a:cubicBezTo>
                  <a:pt x="148" y="124"/>
                  <a:pt x="144" y="122"/>
                  <a:pt x="140" y="122"/>
                </a:cubicBezTo>
                <a:cubicBezTo>
                  <a:pt x="134" y="122"/>
                  <a:pt x="128" y="128"/>
                  <a:pt x="128" y="134"/>
                </a:cubicBezTo>
                <a:cubicBezTo>
                  <a:pt x="128" y="141"/>
                  <a:pt x="134" y="146"/>
                  <a:pt x="140" y="146"/>
                </a:cubicBezTo>
                <a:cubicBezTo>
                  <a:pt x="141" y="146"/>
                  <a:pt x="142" y="146"/>
                  <a:pt x="142" y="146"/>
                </a:cubicBezTo>
                <a:cubicBezTo>
                  <a:pt x="139" y="152"/>
                  <a:pt x="134" y="157"/>
                  <a:pt x="129" y="162"/>
                </a:cubicBezTo>
                <a:cubicBezTo>
                  <a:pt x="129" y="161"/>
                  <a:pt x="129" y="160"/>
                  <a:pt x="129" y="159"/>
                </a:cubicBezTo>
                <a:cubicBezTo>
                  <a:pt x="129" y="154"/>
                  <a:pt x="125" y="149"/>
                  <a:pt x="119" y="149"/>
                </a:cubicBezTo>
                <a:cubicBezTo>
                  <a:pt x="114" y="149"/>
                  <a:pt x="110" y="154"/>
                  <a:pt x="110" y="159"/>
                </a:cubicBezTo>
                <a:cubicBezTo>
                  <a:pt x="110" y="164"/>
                  <a:pt x="114" y="168"/>
                  <a:pt x="119" y="169"/>
                </a:cubicBezTo>
                <a:cubicBezTo>
                  <a:pt x="109" y="174"/>
                  <a:pt x="99" y="177"/>
                  <a:pt x="87" y="177"/>
                </a:cubicBezTo>
                <a:cubicBezTo>
                  <a:pt x="82" y="177"/>
                  <a:pt x="76" y="176"/>
                  <a:pt x="71" y="175"/>
                </a:cubicBezTo>
                <a:cubicBezTo>
                  <a:pt x="72" y="173"/>
                  <a:pt x="73" y="170"/>
                  <a:pt x="73" y="167"/>
                </a:cubicBezTo>
                <a:cubicBezTo>
                  <a:pt x="73" y="161"/>
                  <a:pt x="68" y="155"/>
                  <a:pt x="61" y="155"/>
                </a:cubicBezTo>
                <a:cubicBezTo>
                  <a:pt x="56" y="155"/>
                  <a:pt x="51" y="159"/>
                  <a:pt x="50" y="165"/>
                </a:cubicBezTo>
                <a:cubicBezTo>
                  <a:pt x="45" y="161"/>
                  <a:pt x="41" y="158"/>
                  <a:pt x="38" y="153"/>
                </a:cubicBezTo>
                <a:cubicBezTo>
                  <a:pt x="39" y="154"/>
                  <a:pt x="40" y="154"/>
                  <a:pt x="41" y="154"/>
                </a:cubicBezTo>
                <a:cubicBezTo>
                  <a:pt x="45" y="154"/>
                  <a:pt x="48" y="151"/>
                  <a:pt x="48" y="147"/>
                </a:cubicBezTo>
                <a:cubicBezTo>
                  <a:pt x="48" y="143"/>
                  <a:pt x="45" y="139"/>
                  <a:pt x="41" y="139"/>
                </a:cubicBezTo>
                <a:cubicBezTo>
                  <a:pt x="37" y="139"/>
                  <a:pt x="33" y="143"/>
                  <a:pt x="33" y="147"/>
                </a:cubicBezTo>
                <a:cubicBezTo>
                  <a:pt x="33" y="147"/>
                  <a:pt x="33" y="147"/>
                  <a:pt x="33" y="147"/>
                </a:cubicBezTo>
                <a:cubicBezTo>
                  <a:pt x="28" y="139"/>
                  <a:pt x="24" y="129"/>
                  <a:pt x="23" y="118"/>
                </a:cubicBezTo>
                <a:cubicBezTo>
                  <a:pt x="25" y="118"/>
                  <a:pt x="26" y="119"/>
                  <a:pt x="28" y="119"/>
                </a:cubicBezTo>
                <a:cubicBezTo>
                  <a:pt x="34" y="119"/>
                  <a:pt x="38" y="115"/>
                  <a:pt x="38" y="109"/>
                </a:cubicBezTo>
                <a:cubicBezTo>
                  <a:pt x="38" y="104"/>
                  <a:pt x="34" y="100"/>
                  <a:pt x="28" y="100"/>
                </a:cubicBezTo>
                <a:cubicBezTo>
                  <a:pt x="27" y="100"/>
                  <a:pt x="25" y="100"/>
                  <a:pt x="24" y="101"/>
                </a:cubicBezTo>
                <a:cubicBezTo>
                  <a:pt x="30" y="71"/>
                  <a:pt x="56" y="48"/>
                  <a:pt x="87" y="48"/>
                </a:cubicBezTo>
                <a:cubicBezTo>
                  <a:pt x="88" y="48"/>
                  <a:pt x="88" y="48"/>
                  <a:pt x="88" y="48"/>
                </a:cubicBezTo>
                <a:cubicBezTo>
                  <a:pt x="82" y="111"/>
                  <a:pt x="82" y="111"/>
                  <a:pt x="82" y="111"/>
                </a:cubicBezTo>
                <a:cubicBezTo>
                  <a:pt x="110" y="104"/>
                  <a:pt x="110" y="104"/>
                  <a:pt x="110" y="104"/>
                </a:cubicBezTo>
                <a:cubicBezTo>
                  <a:pt x="110" y="105"/>
                  <a:pt x="110" y="105"/>
                  <a:pt x="110" y="105"/>
                </a:cubicBezTo>
                <a:cubicBezTo>
                  <a:pt x="110" y="110"/>
                  <a:pt x="114" y="115"/>
                  <a:pt x="119" y="115"/>
                </a:cubicBezTo>
                <a:cubicBezTo>
                  <a:pt x="125" y="115"/>
                  <a:pt x="129" y="110"/>
                  <a:pt x="129" y="105"/>
                </a:cubicBezTo>
                <a:cubicBezTo>
                  <a:pt x="129" y="103"/>
                  <a:pt x="128" y="101"/>
                  <a:pt x="127" y="100"/>
                </a:cubicBezTo>
                <a:lnTo>
                  <a:pt x="149" y="94"/>
                </a:lnTo>
                <a:close/>
                <a:moveTo>
                  <a:pt x="53" y="85"/>
                </a:moveTo>
                <a:cubicBezTo>
                  <a:pt x="49" y="85"/>
                  <a:pt x="46" y="89"/>
                  <a:pt x="46" y="93"/>
                </a:cubicBezTo>
                <a:cubicBezTo>
                  <a:pt x="46" y="97"/>
                  <a:pt x="49" y="100"/>
                  <a:pt x="53" y="100"/>
                </a:cubicBezTo>
                <a:cubicBezTo>
                  <a:pt x="57" y="100"/>
                  <a:pt x="61" y="97"/>
                  <a:pt x="61" y="93"/>
                </a:cubicBezTo>
                <a:cubicBezTo>
                  <a:pt x="61" y="89"/>
                  <a:pt x="57" y="85"/>
                  <a:pt x="53" y="85"/>
                </a:cubicBezTo>
                <a:close/>
                <a:moveTo>
                  <a:pt x="61" y="110"/>
                </a:moveTo>
                <a:cubicBezTo>
                  <a:pt x="55" y="110"/>
                  <a:pt x="49" y="115"/>
                  <a:pt x="49" y="122"/>
                </a:cubicBezTo>
                <a:cubicBezTo>
                  <a:pt x="49" y="128"/>
                  <a:pt x="55" y="134"/>
                  <a:pt x="61" y="134"/>
                </a:cubicBezTo>
                <a:cubicBezTo>
                  <a:pt x="68" y="134"/>
                  <a:pt x="73" y="128"/>
                  <a:pt x="73" y="122"/>
                </a:cubicBezTo>
                <a:cubicBezTo>
                  <a:pt x="73" y="115"/>
                  <a:pt x="68" y="110"/>
                  <a:pt x="61" y="110"/>
                </a:cubicBezTo>
                <a:close/>
                <a:moveTo>
                  <a:pt x="82" y="135"/>
                </a:moveTo>
                <a:cubicBezTo>
                  <a:pt x="78" y="135"/>
                  <a:pt x="75" y="138"/>
                  <a:pt x="75" y="142"/>
                </a:cubicBezTo>
                <a:cubicBezTo>
                  <a:pt x="75" y="147"/>
                  <a:pt x="78" y="150"/>
                  <a:pt x="82" y="150"/>
                </a:cubicBezTo>
                <a:cubicBezTo>
                  <a:pt x="86" y="150"/>
                  <a:pt x="90" y="147"/>
                  <a:pt x="90" y="142"/>
                </a:cubicBezTo>
                <a:cubicBezTo>
                  <a:pt x="90" y="138"/>
                  <a:pt x="86" y="135"/>
                  <a:pt x="82" y="135"/>
                </a:cubicBezTo>
                <a:close/>
                <a:moveTo>
                  <a:pt x="111" y="127"/>
                </a:moveTo>
                <a:cubicBezTo>
                  <a:pt x="107" y="127"/>
                  <a:pt x="104" y="130"/>
                  <a:pt x="104" y="134"/>
                </a:cubicBezTo>
                <a:cubicBezTo>
                  <a:pt x="104" y="138"/>
                  <a:pt x="107" y="142"/>
                  <a:pt x="111" y="142"/>
                </a:cubicBezTo>
                <a:cubicBezTo>
                  <a:pt x="115" y="142"/>
                  <a:pt x="119" y="138"/>
                  <a:pt x="119" y="134"/>
                </a:cubicBezTo>
                <a:cubicBezTo>
                  <a:pt x="119" y="130"/>
                  <a:pt x="115" y="127"/>
                  <a:pt x="111" y="127"/>
                </a:cubicBezTo>
                <a:close/>
                <a:moveTo>
                  <a:pt x="87" y="37"/>
                </a:moveTo>
                <a:cubicBezTo>
                  <a:pt x="46" y="37"/>
                  <a:pt x="12" y="71"/>
                  <a:pt x="12" y="112"/>
                </a:cubicBezTo>
                <a:cubicBezTo>
                  <a:pt x="12" y="154"/>
                  <a:pt x="46" y="188"/>
                  <a:pt x="87" y="188"/>
                </a:cubicBezTo>
                <a:cubicBezTo>
                  <a:pt x="129" y="188"/>
                  <a:pt x="163" y="154"/>
                  <a:pt x="163" y="112"/>
                </a:cubicBezTo>
                <a:cubicBezTo>
                  <a:pt x="163" y="105"/>
                  <a:pt x="162" y="98"/>
                  <a:pt x="160" y="91"/>
                </a:cubicBezTo>
                <a:cubicBezTo>
                  <a:pt x="171" y="88"/>
                  <a:pt x="171" y="88"/>
                  <a:pt x="171" y="88"/>
                </a:cubicBezTo>
                <a:cubicBezTo>
                  <a:pt x="174" y="96"/>
                  <a:pt x="175" y="104"/>
                  <a:pt x="175" y="112"/>
                </a:cubicBezTo>
                <a:cubicBezTo>
                  <a:pt x="175" y="161"/>
                  <a:pt x="136" y="200"/>
                  <a:pt x="87" y="200"/>
                </a:cubicBezTo>
                <a:cubicBezTo>
                  <a:pt x="39" y="200"/>
                  <a:pt x="0" y="161"/>
                  <a:pt x="0" y="112"/>
                </a:cubicBezTo>
                <a:cubicBezTo>
                  <a:pt x="0" y="64"/>
                  <a:pt x="39" y="25"/>
                  <a:pt x="87" y="25"/>
                </a:cubicBezTo>
                <a:cubicBezTo>
                  <a:pt x="89" y="25"/>
                  <a:pt x="90" y="25"/>
                  <a:pt x="91" y="25"/>
                </a:cubicBezTo>
                <a:cubicBezTo>
                  <a:pt x="89" y="37"/>
                  <a:pt x="89" y="37"/>
                  <a:pt x="89" y="37"/>
                </a:cubicBezTo>
                <a:cubicBezTo>
                  <a:pt x="89" y="37"/>
                  <a:pt x="88" y="37"/>
                  <a:pt x="87" y="37"/>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129"/>
          <p:cNvSpPr>
            <a:spLocks noEditPoints="1"/>
          </p:cNvSpPr>
          <p:nvPr/>
        </p:nvSpPr>
        <p:spPr bwMode="auto">
          <a:xfrm>
            <a:off x="6888163" y="2978150"/>
            <a:ext cx="395288" cy="393700"/>
          </a:xfrm>
          <a:custGeom>
            <a:avLst/>
            <a:gdLst>
              <a:gd name="T0" fmla="*/ 161 w 200"/>
              <a:gd name="T1" fmla="*/ 114 h 199"/>
              <a:gd name="T2" fmla="*/ 121 w 200"/>
              <a:gd name="T3" fmla="*/ 114 h 199"/>
              <a:gd name="T4" fmla="*/ 80 w 200"/>
              <a:gd name="T5" fmla="*/ 114 h 199"/>
              <a:gd name="T6" fmla="*/ 1 w 200"/>
              <a:gd name="T7" fmla="*/ 117 h 199"/>
              <a:gd name="T8" fmla="*/ 63 w 200"/>
              <a:gd name="T9" fmla="*/ 31 h 199"/>
              <a:gd name="T10" fmla="*/ 137 w 200"/>
              <a:gd name="T11" fmla="*/ 31 h 199"/>
              <a:gd name="T12" fmla="*/ 198 w 200"/>
              <a:gd name="T13" fmla="*/ 117 h 199"/>
              <a:gd name="T14" fmla="*/ 99 w 200"/>
              <a:gd name="T15" fmla="*/ 68 h 199"/>
              <a:gd name="T16" fmla="*/ 9 w 200"/>
              <a:gd name="T17" fmla="*/ 96 h 199"/>
              <a:gd name="T18" fmla="*/ 38 w 200"/>
              <a:gd name="T19" fmla="*/ 104 h 199"/>
              <a:gd name="T20" fmla="*/ 114 w 200"/>
              <a:gd name="T21" fmla="*/ 107 h 199"/>
              <a:gd name="T22" fmla="*/ 161 w 200"/>
              <a:gd name="T23" fmla="*/ 104 h 199"/>
              <a:gd name="T24" fmla="*/ 190 w 200"/>
              <a:gd name="T25" fmla="*/ 95 h 199"/>
              <a:gd name="T26" fmla="*/ 172 w 200"/>
              <a:gd name="T27" fmla="*/ 100 h 199"/>
              <a:gd name="T28" fmla="*/ 172 w 200"/>
              <a:gd name="T29" fmla="*/ 83 h 199"/>
              <a:gd name="T30" fmla="*/ 172 w 200"/>
              <a:gd name="T31" fmla="*/ 100 h 199"/>
              <a:gd name="T32" fmla="*/ 92 w 200"/>
              <a:gd name="T33" fmla="*/ 91 h 199"/>
              <a:gd name="T34" fmla="*/ 109 w 200"/>
              <a:gd name="T35" fmla="*/ 91 h 199"/>
              <a:gd name="T36" fmla="*/ 24 w 200"/>
              <a:gd name="T37" fmla="*/ 100 h 199"/>
              <a:gd name="T38" fmla="*/ 24 w 200"/>
              <a:gd name="T39" fmla="*/ 83 h 199"/>
              <a:gd name="T40" fmla="*/ 24 w 200"/>
              <a:gd name="T41" fmla="*/ 100 h 199"/>
              <a:gd name="T42" fmla="*/ 75 w 200"/>
              <a:gd name="T43" fmla="*/ 25 h 199"/>
              <a:gd name="T44" fmla="*/ 124 w 200"/>
              <a:gd name="T45" fmla="*/ 25 h 199"/>
              <a:gd name="T46" fmla="*/ 85 w 200"/>
              <a:gd name="T47" fmla="*/ 15 h 199"/>
              <a:gd name="T48" fmla="*/ 110 w 200"/>
              <a:gd name="T49" fmla="*/ 10 h 199"/>
              <a:gd name="T50" fmla="*/ 75 w 200"/>
              <a:gd name="T51" fmla="*/ 126 h 199"/>
              <a:gd name="T52" fmla="*/ 134 w 200"/>
              <a:gd name="T53" fmla="*/ 121 h 199"/>
              <a:gd name="T54" fmla="*/ 173 w 200"/>
              <a:gd name="T55" fmla="*/ 135 h 199"/>
              <a:gd name="T56" fmla="*/ 143 w 200"/>
              <a:gd name="T57" fmla="*/ 199 h 199"/>
              <a:gd name="T58" fmla="*/ 37 w 200"/>
              <a:gd name="T59" fmla="*/ 179 h 199"/>
              <a:gd name="T60" fmla="*/ 42 w 200"/>
              <a:gd name="T61" fmla="*/ 126 h 199"/>
              <a:gd name="T62" fmla="*/ 126 w 200"/>
              <a:gd name="T63" fmla="*/ 187 h 199"/>
              <a:gd name="T64" fmla="*/ 145 w 200"/>
              <a:gd name="T65" fmla="*/ 146 h 199"/>
              <a:gd name="T66" fmla="*/ 133 w 200"/>
              <a:gd name="T67" fmla="*/ 143 h 199"/>
              <a:gd name="T68" fmla="*/ 126 w 200"/>
              <a:gd name="T69" fmla="*/ 187 h 199"/>
              <a:gd name="T70" fmla="*/ 69 w 200"/>
              <a:gd name="T71" fmla="*/ 183 h 199"/>
              <a:gd name="T72" fmla="*/ 81 w 200"/>
              <a:gd name="T73" fmla="*/ 179 h 199"/>
              <a:gd name="T74" fmla="*/ 62 w 200"/>
              <a:gd name="T75" fmla="*/ 13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0" h="199">
                <a:moveTo>
                  <a:pt x="198" y="117"/>
                </a:moveTo>
                <a:cubicBezTo>
                  <a:pt x="184" y="126"/>
                  <a:pt x="174" y="124"/>
                  <a:pt x="161" y="114"/>
                </a:cubicBezTo>
                <a:cubicBezTo>
                  <a:pt x="156" y="110"/>
                  <a:pt x="151" y="107"/>
                  <a:pt x="145" y="107"/>
                </a:cubicBezTo>
                <a:cubicBezTo>
                  <a:pt x="135" y="104"/>
                  <a:pt x="125" y="111"/>
                  <a:pt x="121" y="114"/>
                </a:cubicBezTo>
                <a:cubicBezTo>
                  <a:pt x="121" y="114"/>
                  <a:pt x="121" y="114"/>
                  <a:pt x="121" y="114"/>
                </a:cubicBezTo>
                <a:cubicBezTo>
                  <a:pt x="106" y="126"/>
                  <a:pt x="94" y="125"/>
                  <a:pt x="80" y="114"/>
                </a:cubicBezTo>
                <a:cubicBezTo>
                  <a:pt x="66" y="104"/>
                  <a:pt x="52" y="103"/>
                  <a:pt x="37" y="114"/>
                </a:cubicBezTo>
                <a:cubicBezTo>
                  <a:pt x="23" y="125"/>
                  <a:pt x="13" y="125"/>
                  <a:pt x="1" y="117"/>
                </a:cubicBezTo>
                <a:cubicBezTo>
                  <a:pt x="0" y="112"/>
                  <a:pt x="0" y="107"/>
                  <a:pt x="0" y="102"/>
                </a:cubicBezTo>
                <a:cubicBezTo>
                  <a:pt x="0" y="70"/>
                  <a:pt x="25" y="42"/>
                  <a:pt x="63" y="31"/>
                </a:cubicBezTo>
                <a:cubicBezTo>
                  <a:pt x="67" y="47"/>
                  <a:pt x="82" y="59"/>
                  <a:pt x="100" y="59"/>
                </a:cubicBezTo>
                <a:cubicBezTo>
                  <a:pt x="117" y="59"/>
                  <a:pt x="132" y="47"/>
                  <a:pt x="137" y="31"/>
                </a:cubicBezTo>
                <a:cubicBezTo>
                  <a:pt x="174" y="42"/>
                  <a:pt x="200" y="70"/>
                  <a:pt x="200" y="102"/>
                </a:cubicBezTo>
                <a:cubicBezTo>
                  <a:pt x="200" y="107"/>
                  <a:pt x="199" y="112"/>
                  <a:pt x="198" y="117"/>
                </a:cubicBezTo>
                <a:close/>
                <a:moveTo>
                  <a:pt x="143" y="44"/>
                </a:moveTo>
                <a:cubicBezTo>
                  <a:pt x="140" y="55"/>
                  <a:pt x="112" y="68"/>
                  <a:pt x="99" y="68"/>
                </a:cubicBezTo>
                <a:cubicBezTo>
                  <a:pt x="86" y="68"/>
                  <a:pt x="60" y="55"/>
                  <a:pt x="57" y="43"/>
                </a:cubicBezTo>
                <a:cubicBezTo>
                  <a:pt x="30" y="51"/>
                  <a:pt x="9" y="72"/>
                  <a:pt x="9" y="96"/>
                </a:cubicBezTo>
                <a:cubicBezTo>
                  <a:pt x="9" y="99"/>
                  <a:pt x="10" y="103"/>
                  <a:pt x="11" y="107"/>
                </a:cubicBezTo>
                <a:cubicBezTo>
                  <a:pt x="20" y="113"/>
                  <a:pt x="28" y="112"/>
                  <a:pt x="38" y="104"/>
                </a:cubicBezTo>
                <a:cubicBezTo>
                  <a:pt x="52" y="93"/>
                  <a:pt x="74" y="99"/>
                  <a:pt x="84" y="107"/>
                </a:cubicBezTo>
                <a:cubicBezTo>
                  <a:pt x="95" y="115"/>
                  <a:pt x="103" y="115"/>
                  <a:pt x="114" y="107"/>
                </a:cubicBezTo>
                <a:cubicBezTo>
                  <a:pt x="114" y="107"/>
                  <a:pt x="114" y="107"/>
                  <a:pt x="114" y="107"/>
                </a:cubicBezTo>
                <a:cubicBezTo>
                  <a:pt x="129" y="95"/>
                  <a:pt x="148" y="94"/>
                  <a:pt x="161" y="104"/>
                </a:cubicBezTo>
                <a:cubicBezTo>
                  <a:pt x="170" y="111"/>
                  <a:pt x="179" y="114"/>
                  <a:pt x="189" y="108"/>
                </a:cubicBezTo>
                <a:cubicBezTo>
                  <a:pt x="190" y="104"/>
                  <a:pt x="190" y="99"/>
                  <a:pt x="190" y="95"/>
                </a:cubicBezTo>
                <a:cubicBezTo>
                  <a:pt x="190" y="72"/>
                  <a:pt x="170" y="52"/>
                  <a:pt x="143" y="44"/>
                </a:cubicBezTo>
                <a:close/>
                <a:moveTo>
                  <a:pt x="172" y="100"/>
                </a:moveTo>
                <a:cubicBezTo>
                  <a:pt x="168" y="100"/>
                  <a:pt x="164" y="96"/>
                  <a:pt x="164" y="91"/>
                </a:cubicBezTo>
                <a:cubicBezTo>
                  <a:pt x="164" y="87"/>
                  <a:pt x="168" y="83"/>
                  <a:pt x="172" y="83"/>
                </a:cubicBezTo>
                <a:cubicBezTo>
                  <a:pt x="177" y="83"/>
                  <a:pt x="181" y="87"/>
                  <a:pt x="181" y="91"/>
                </a:cubicBezTo>
                <a:cubicBezTo>
                  <a:pt x="181" y="96"/>
                  <a:pt x="177" y="100"/>
                  <a:pt x="172" y="100"/>
                </a:cubicBezTo>
                <a:close/>
                <a:moveTo>
                  <a:pt x="100" y="100"/>
                </a:moveTo>
                <a:cubicBezTo>
                  <a:pt x="96" y="100"/>
                  <a:pt x="92" y="96"/>
                  <a:pt x="92" y="91"/>
                </a:cubicBezTo>
                <a:cubicBezTo>
                  <a:pt x="92" y="87"/>
                  <a:pt x="96" y="83"/>
                  <a:pt x="100" y="83"/>
                </a:cubicBezTo>
                <a:cubicBezTo>
                  <a:pt x="105" y="83"/>
                  <a:pt x="109" y="87"/>
                  <a:pt x="109" y="91"/>
                </a:cubicBezTo>
                <a:cubicBezTo>
                  <a:pt x="109" y="96"/>
                  <a:pt x="105" y="100"/>
                  <a:pt x="100" y="100"/>
                </a:cubicBezTo>
                <a:close/>
                <a:moveTo>
                  <a:pt x="24" y="100"/>
                </a:moveTo>
                <a:cubicBezTo>
                  <a:pt x="20" y="100"/>
                  <a:pt x="16" y="96"/>
                  <a:pt x="16" y="91"/>
                </a:cubicBezTo>
                <a:cubicBezTo>
                  <a:pt x="16" y="87"/>
                  <a:pt x="20" y="83"/>
                  <a:pt x="24" y="83"/>
                </a:cubicBezTo>
                <a:cubicBezTo>
                  <a:pt x="29" y="83"/>
                  <a:pt x="33" y="87"/>
                  <a:pt x="33" y="91"/>
                </a:cubicBezTo>
                <a:cubicBezTo>
                  <a:pt x="33" y="96"/>
                  <a:pt x="29" y="100"/>
                  <a:pt x="24" y="100"/>
                </a:cubicBezTo>
                <a:close/>
                <a:moveTo>
                  <a:pt x="100" y="50"/>
                </a:moveTo>
                <a:cubicBezTo>
                  <a:pt x="86" y="50"/>
                  <a:pt x="75" y="38"/>
                  <a:pt x="75" y="25"/>
                </a:cubicBezTo>
                <a:cubicBezTo>
                  <a:pt x="75" y="11"/>
                  <a:pt x="86" y="0"/>
                  <a:pt x="100" y="0"/>
                </a:cubicBezTo>
                <a:cubicBezTo>
                  <a:pt x="113" y="0"/>
                  <a:pt x="124" y="11"/>
                  <a:pt x="124" y="25"/>
                </a:cubicBezTo>
                <a:cubicBezTo>
                  <a:pt x="124" y="38"/>
                  <a:pt x="113" y="50"/>
                  <a:pt x="100" y="50"/>
                </a:cubicBezTo>
                <a:close/>
                <a:moveTo>
                  <a:pt x="85" y="15"/>
                </a:moveTo>
                <a:cubicBezTo>
                  <a:pt x="75" y="32"/>
                  <a:pt x="94" y="42"/>
                  <a:pt x="92" y="39"/>
                </a:cubicBezTo>
                <a:cubicBezTo>
                  <a:pt x="88" y="19"/>
                  <a:pt x="110" y="10"/>
                  <a:pt x="110" y="10"/>
                </a:cubicBezTo>
                <a:cubicBezTo>
                  <a:pt x="110" y="10"/>
                  <a:pt x="96" y="2"/>
                  <a:pt x="85" y="15"/>
                </a:cubicBezTo>
                <a:close/>
                <a:moveTo>
                  <a:pt x="75" y="126"/>
                </a:moveTo>
                <a:cubicBezTo>
                  <a:pt x="93" y="139"/>
                  <a:pt x="108" y="139"/>
                  <a:pt x="126" y="126"/>
                </a:cubicBezTo>
                <a:cubicBezTo>
                  <a:pt x="129" y="124"/>
                  <a:pt x="131" y="122"/>
                  <a:pt x="134" y="121"/>
                </a:cubicBezTo>
                <a:cubicBezTo>
                  <a:pt x="137" y="120"/>
                  <a:pt x="140" y="119"/>
                  <a:pt x="143" y="120"/>
                </a:cubicBezTo>
                <a:cubicBezTo>
                  <a:pt x="151" y="121"/>
                  <a:pt x="160" y="131"/>
                  <a:pt x="173" y="135"/>
                </a:cubicBezTo>
                <a:cubicBezTo>
                  <a:pt x="163" y="179"/>
                  <a:pt x="163" y="179"/>
                  <a:pt x="163" y="179"/>
                </a:cubicBezTo>
                <a:cubicBezTo>
                  <a:pt x="160" y="190"/>
                  <a:pt x="154" y="199"/>
                  <a:pt x="143" y="199"/>
                </a:cubicBezTo>
                <a:cubicBezTo>
                  <a:pt x="57" y="199"/>
                  <a:pt x="57" y="199"/>
                  <a:pt x="57" y="199"/>
                </a:cubicBezTo>
                <a:cubicBezTo>
                  <a:pt x="46" y="199"/>
                  <a:pt x="40" y="190"/>
                  <a:pt x="37" y="179"/>
                </a:cubicBezTo>
                <a:cubicBezTo>
                  <a:pt x="27" y="134"/>
                  <a:pt x="27" y="134"/>
                  <a:pt x="27" y="134"/>
                </a:cubicBezTo>
                <a:cubicBezTo>
                  <a:pt x="32" y="133"/>
                  <a:pt x="37" y="130"/>
                  <a:pt x="42" y="126"/>
                </a:cubicBezTo>
                <a:cubicBezTo>
                  <a:pt x="54" y="117"/>
                  <a:pt x="64" y="117"/>
                  <a:pt x="75" y="126"/>
                </a:cubicBezTo>
                <a:close/>
                <a:moveTo>
                  <a:pt x="126" y="187"/>
                </a:moveTo>
                <a:cubicBezTo>
                  <a:pt x="129" y="188"/>
                  <a:pt x="132" y="186"/>
                  <a:pt x="133" y="183"/>
                </a:cubicBezTo>
                <a:cubicBezTo>
                  <a:pt x="145" y="146"/>
                  <a:pt x="145" y="146"/>
                  <a:pt x="145" y="146"/>
                </a:cubicBezTo>
                <a:cubicBezTo>
                  <a:pt x="146" y="143"/>
                  <a:pt x="144" y="139"/>
                  <a:pt x="140" y="139"/>
                </a:cubicBezTo>
                <a:cubicBezTo>
                  <a:pt x="137" y="138"/>
                  <a:pt x="134" y="140"/>
                  <a:pt x="133" y="143"/>
                </a:cubicBezTo>
                <a:cubicBezTo>
                  <a:pt x="122" y="179"/>
                  <a:pt x="122" y="179"/>
                  <a:pt x="122" y="179"/>
                </a:cubicBezTo>
                <a:cubicBezTo>
                  <a:pt x="121" y="183"/>
                  <a:pt x="123" y="186"/>
                  <a:pt x="126" y="187"/>
                </a:cubicBezTo>
                <a:close/>
                <a:moveTo>
                  <a:pt x="58" y="146"/>
                </a:moveTo>
                <a:cubicBezTo>
                  <a:pt x="69" y="183"/>
                  <a:pt x="69" y="183"/>
                  <a:pt x="69" y="183"/>
                </a:cubicBezTo>
                <a:cubicBezTo>
                  <a:pt x="70" y="186"/>
                  <a:pt x="73" y="188"/>
                  <a:pt x="76" y="187"/>
                </a:cubicBezTo>
                <a:cubicBezTo>
                  <a:pt x="80" y="186"/>
                  <a:pt x="82" y="183"/>
                  <a:pt x="81" y="179"/>
                </a:cubicBezTo>
                <a:cubicBezTo>
                  <a:pt x="69" y="143"/>
                  <a:pt x="69" y="143"/>
                  <a:pt x="69" y="143"/>
                </a:cubicBezTo>
                <a:cubicBezTo>
                  <a:pt x="68" y="140"/>
                  <a:pt x="65" y="138"/>
                  <a:pt x="62" y="139"/>
                </a:cubicBezTo>
                <a:cubicBezTo>
                  <a:pt x="59" y="139"/>
                  <a:pt x="57" y="143"/>
                  <a:pt x="58" y="146"/>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130"/>
          <p:cNvSpPr>
            <a:spLocks/>
          </p:cNvSpPr>
          <p:nvPr/>
        </p:nvSpPr>
        <p:spPr bwMode="auto">
          <a:xfrm>
            <a:off x="7366000" y="2981325"/>
            <a:ext cx="401638" cy="398463"/>
          </a:xfrm>
          <a:custGeom>
            <a:avLst/>
            <a:gdLst>
              <a:gd name="T0" fmla="*/ 50 w 203"/>
              <a:gd name="T1" fmla="*/ 186 h 201"/>
              <a:gd name="T2" fmla="*/ 5 w 203"/>
              <a:gd name="T3" fmla="*/ 177 h 201"/>
              <a:gd name="T4" fmla="*/ 10 w 203"/>
              <a:gd name="T5" fmla="*/ 128 h 201"/>
              <a:gd name="T6" fmla="*/ 57 w 203"/>
              <a:gd name="T7" fmla="*/ 134 h 201"/>
              <a:gd name="T8" fmla="*/ 19 w 203"/>
              <a:gd name="T9" fmla="*/ 107 h 201"/>
              <a:gd name="T10" fmla="*/ 27 w 203"/>
              <a:gd name="T11" fmla="*/ 91 h 201"/>
              <a:gd name="T12" fmla="*/ 96 w 203"/>
              <a:gd name="T13" fmla="*/ 102 h 201"/>
              <a:gd name="T14" fmla="*/ 47 w 203"/>
              <a:gd name="T15" fmla="*/ 67 h 201"/>
              <a:gd name="T16" fmla="*/ 130 w 203"/>
              <a:gd name="T17" fmla="*/ 62 h 201"/>
              <a:gd name="T18" fmla="*/ 94 w 203"/>
              <a:gd name="T19" fmla="*/ 36 h 201"/>
              <a:gd name="T20" fmla="*/ 155 w 203"/>
              <a:gd name="T21" fmla="*/ 34 h 201"/>
              <a:gd name="T22" fmla="*/ 130 w 203"/>
              <a:gd name="T23" fmla="*/ 11 h 201"/>
              <a:gd name="T24" fmla="*/ 198 w 203"/>
              <a:gd name="T25" fmla="*/ 30 h 201"/>
              <a:gd name="T26" fmla="*/ 50 w 203"/>
              <a:gd name="T27" fmla="*/ 186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3" h="201">
                <a:moveTo>
                  <a:pt x="50" y="186"/>
                </a:moveTo>
                <a:cubicBezTo>
                  <a:pt x="8" y="201"/>
                  <a:pt x="5" y="177"/>
                  <a:pt x="5" y="177"/>
                </a:cubicBezTo>
                <a:cubicBezTo>
                  <a:pt x="5" y="177"/>
                  <a:pt x="0" y="158"/>
                  <a:pt x="10" y="128"/>
                </a:cubicBezTo>
                <a:cubicBezTo>
                  <a:pt x="22" y="124"/>
                  <a:pt x="38" y="124"/>
                  <a:pt x="57" y="134"/>
                </a:cubicBezTo>
                <a:cubicBezTo>
                  <a:pt x="46" y="110"/>
                  <a:pt x="31" y="105"/>
                  <a:pt x="19" y="107"/>
                </a:cubicBezTo>
                <a:cubicBezTo>
                  <a:pt x="21" y="102"/>
                  <a:pt x="24" y="96"/>
                  <a:pt x="27" y="91"/>
                </a:cubicBezTo>
                <a:cubicBezTo>
                  <a:pt x="44" y="85"/>
                  <a:pt x="71" y="82"/>
                  <a:pt x="96" y="102"/>
                </a:cubicBezTo>
                <a:cubicBezTo>
                  <a:pt x="93" y="71"/>
                  <a:pt x="64" y="66"/>
                  <a:pt x="47" y="67"/>
                </a:cubicBezTo>
                <a:cubicBezTo>
                  <a:pt x="61" y="58"/>
                  <a:pt x="97" y="44"/>
                  <a:pt x="130" y="62"/>
                </a:cubicBezTo>
                <a:cubicBezTo>
                  <a:pt x="122" y="44"/>
                  <a:pt x="105" y="38"/>
                  <a:pt x="94" y="36"/>
                </a:cubicBezTo>
                <a:cubicBezTo>
                  <a:pt x="108" y="30"/>
                  <a:pt x="120" y="10"/>
                  <a:pt x="155" y="34"/>
                </a:cubicBezTo>
                <a:cubicBezTo>
                  <a:pt x="147" y="21"/>
                  <a:pt x="139" y="14"/>
                  <a:pt x="130" y="11"/>
                </a:cubicBezTo>
                <a:cubicBezTo>
                  <a:pt x="163" y="0"/>
                  <a:pt x="193" y="0"/>
                  <a:pt x="198" y="30"/>
                </a:cubicBezTo>
                <a:cubicBezTo>
                  <a:pt x="203" y="76"/>
                  <a:pt x="72" y="179"/>
                  <a:pt x="50" y="186"/>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131"/>
          <p:cNvSpPr>
            <a:spLocks noEditPoints="1"/>
          </p:cNvSpPr>
          <p:nvPr/>
        </p:nvSpPr>
        <p:spPr bwMode="auto">
          <a:xfrm>
            <a:off x="4459288" y="3455988"/>
            <a:ext cx="384175" cy="396875"/>
          </a:xfrm>
          <a:custGeom>
            <a:avLst/>
            <a:gdLst>
              <a:gd name="T0" fmla="*/ 164 w 194"/>
              <a:gd name="T1" fmla="*/ 156 h 200"/>
              <a:gd name="T2" fmla="*/ 160 w 194"/>
              <a:gd name="T3" fmla="*/ 157 h 200"/>
              <a:gd name="T4" fmla="*/ 159 w 194"/>
              <a:gd name="T5" fmla="*/ 157 h 200"/>
              <a:gd name="T6" fmla="*/ 154 w 194"/>
              <a:gd name="T7" fmla="*/ 157 h 200"/>
              <a:gd name="T8" fmla="*/ 154 w 194"/>
              <a:gd name="T9" fmla="*/ 157 h 200"/>
              <a:gd name="T10" fmla="*/ 150 w 194"/>
              <a:gd name="T11" fmla="*/ 157 h 200"/>
              <a:gd name="T12" fmla="*/ 149 w 194"/>
              <a:gd name="T13" fmla="*/ 157 h 200"/>
              <a:gd name="T14" fmla="*/ 145 w 194"/>
              <a:gd name="T15" fmla="*/ 156 h 200"/>
              <a:gd name="T16" fmla="*/ 122 w 194"/>
              <a:gd name="T17" fmla="*/ 184 h 200"/>
              <a:gd name="T18" fmla="*/ 59 w 194"/>
              <a:gd name="T19" fmla="*/ 184 h 200"/>
              <a:gd name="T20" fmla="*/ 19 w 194"/>
              <a:gd name="T21" fmla="*/ 105 h 200"/>
              <a:gd name="T22" fmla="*/ 19 w 194"/>
              <a:gd name="T23" fmla="*/ 105 h 200"/>
              <a:gd name="T24" fmla="*/ 19 w 194"/>
              <a:gd name="T25" fmla="*/ 104 h 200"/>
              <a:gd name="T26" fmla="*/ 19 w 194"/>
              <a:gd name="T27" fmla="*/ 100 h 200"/>
              <a:gd name="T28" fmla="*/ 19 w 194"/>
              <a:gd name="T29" fmla="*/ 100 h 200"/>
              <a:gd name="T30" fmla="*/ 30 w 194"/>
              <a:gd name="T31" fmla="*/ 88 h 200"/>
              <a:gd name="T32" fmla="*/ 151 w 194"/>
              <a:gd name="T33" fmla="*/ 88 h 200"/>
              <a:gd name="T34" fmla="*/ 161 w 194"/>
              <a:gd name="T35" fmla="*/ 99 h 200"/>
              <a:gd name="T36" fmla="*/ 161 w 194"/>
              <a:gd name="T37" fmla="*/ 99 h 200"/>
              <a:gd name="T38" fmla="*/ 166 w 194"/>
              <a:gd name="T39" fmla="*/ 99 h 200"/>
              <a:gd name="T40" fmla="*/ 166 w 194"/>
              <a:gd name="T41" fmla="*/ 99 h 200"/>
              <a:gd name="T42" fmla="*/ 175 w 194"/>
              <a:gd name="T43" fmla="*/ 102 h 200"/>
              <a:gd name="T44" fmla="*/ 176 w 194"/>
              <a:gd name="T45" fmla="*/ 102 h 200"/>
              <a:gd name="T46" fmla="*/ 179 w 194"/>
              <a:gd name="T47" fmla="*/ 104 h 200"/>
              <a:gd name="T48" fmla="*/ 179 w 194"/>
              <a:gd name="T49" fmla="*/ 104 h 200"/>
              <a:gd name="T50" fmla="*/ 182 w 194"/>
              <a:gd name="T51" fmla="*/ 107 h 200"/>
              <a:gd name="T52" fmla="*/ 183 w 194"/>
              <a:gd name="T53" fmla="*/ 107 h 200"/>
              <a:gd name="T54" fmla="*/ 186 w 194"/>
              <a:gd name="T55" fmla="*/ 110 h 200"/>
              <a:gd name="T56" fmla="*/ 186 w 194"/>
              <a:gd name="T57" fmla="*/ 110 h 200"/>
              <a:gd name="T58" fmla="*/ 188 w 194"/>
              <a:gd name="T59" fmla="*/ 114 h 200"/>
              <a:gd name="T60" fmla="*/ 188 w 194"/>
              <a:gd name="T61" fmla="*/ 114 h 200"/>
              <a:gd name="T62" fmla="*/ 190 w 194"/>
              <a:gd name="T63" fmla="*/ 118 h 200"/>
              <a:gd name="T64" fmla="*/ 164 w 194"/>
              <a:gd name="T65" fmla="*/ 156 h 200"/>
              <a:gd name="T66" fmla="*/ 53 w 194"/>
              <a:gd name="T67" fmla="*/ 100 h 200"/>
              <a:gd name="T68" fmla="*/ 35 w 194"/>
              <a:gd name="T69" fmla="*/ 100 h 200"/>
              <a:gd name="T70" fmla="*/ 67 w 194"/>
              <a:gd name="T71" fmla="*/ 174 h 200"/>
              <a:gd name="T72" fmla="*/ 53 w 194"/>
              <a:gd name="T73" fmla="*/ 100 h 200"/>
              <a:gd name="T74" fmla="*/ 177 w 194"/>
              <a:gd name="T75" fmla="*/ 122 h 200"/>
              <a:gd name="T76" fmla="*/ 161 w 194"/>
              <a:gd name="T77" fmla="*/ 110 h 200"/>
              <a:gd name="T78" fmla="*/ 151 w 194"/>
              <a:gd name="T79" fmla="*/ 146 h 200"/>
              <a:gd name="T80" fmla="*/ 152 w 194"/>
              <a:gd name="T81" fmla="*/ 146 h 200"/>
              <a:gd name="T82" fmla="*/ 153 w 194"/>
              <a:gd name="T83" fmla="*/ 146 h 200"/>
              <a:gd name="T84" fmla="*/ 157 w 194"/>
              <a:gd name="T85" fmla="*/ 146 h 200"/>
              <a:gd name="T86" fmla="*/ 158 w 194"/>
              <a:gd name="T87" fmla="*/ 146 h 200"/>
              <a:gd name="T88" fmla="*/ 161 w 194"/>
              <a:gd name="T89" fmla="*/ 145 h 200"/>
              <a:gd name="T90" fmla="*/ 177 w 194"/>
              <a:gd name="T91" fmla="*/ 122 h 200"/>
              <a:gd name="T92" fmla="*/ 101 w 194"/>
              <a:gd name="T93" fmla="*/ 82 h 200"/>
              <a:gd name="T94" fmla="*/ 95 w 194"/>
              <a:gd name="T95" fmla="*/ 39 h 200"/>
              <a:gd name="T96" fmla="*/ 111 w 194"/>
              <a:gd name="T97" fmla="*/ 0 h 200"/>
              <a:gd name="T98" fmla="*/ 101 w 194"/>
              <a:gd name="T99" fmla="*/ 82 h 200"/>
              <a:gd name="T100" fmla="*/ 73 w 194"/>
              <a:gd name="T101" fmla="*/ 82 h 200"/>
              <a:gd name="T102" fmla="*/ 69 w 194"/>
              <a:gd name="T103" fmla="*/ 47 h 200"/>
              <a:gd name="T104" fmla="*/ 82 w 194"/>
              <a:gd name="T105" fmla="*/ 15 h 200"/>
              <a:gd name="T106" fmla="*/ 73 w 194"/>
              <a:gd name="T107" fmla="*/ 82 h 200"/>
              <a:gd name="T108" fmla="*/ 163 w 194"/>
              <a:gd name="T109" fmla="*/ 200 h 200"/>
              <a:gd name="T110" fmla="*/ 14 w 194"/>
              <a:gd name="T111" fmla="*/ 200 h 200"/>
              <a:gd name="T112" fmla="*/ 2 w 194"/>
              <a:gd name="T113" fmla="*/ 189 h 200"/>
              <a:gd name="T114" fmla="*/ 173 w 194"/>
              <a:gd name="T115" fmla="*/ 189 h 200"/>
              <a:gd name="T116" fmla="*/ 163 w 194"/>
              <a:gd name="T117"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4" h="200">
                <a:moveTo>
                  <a:pt x="164" y="156"/>
                </a:moveTo>
                <a:cubicBezTo>
                  <a:pt x="163" y="156"/>
                  <a:pt x="161" y="156"/>
                  <a:pt x="160" y="157"/>
                </a:cubicBezTo>
                <a:cubicBezTo>
                  <a:pt x="159" y="157"/>
                  <a:pt x="159" y="157"/>
                  <a:pt x="159" y="157"/>
                </a:cubicBezTo>
                <a:cubicBezTo>
                  <a:pt x="157" y="157"/>
                  <a:pt x="156" y="157"/>
                  <a:pt x="154" y="157"/>
                </a:cubicBezTo>
                <a:cubicBezTo>
                  <a:pt x="154" y="157"/>
                  <a:pt x="154" y="157"/>
                  <a:pt x="154" y="157"/>
                </a:cubicBezTo>
                <a:cubicBezTo>
                  <a:pt x="153" y="157"/>
                  <a:pt x="151" y="157"/>
                  <a:pt x="150" y="157"/>
                </a:cubicBezTo>
                <a:cubicBezTo>
                  <a:pt x="149" y="157"/>
                  <a:pt x="149" y="157"/>
                  <a:pt x="149" y="157"/>
                </a:cubicBezTo>
                <a:cubicBezTo>
                  <a:pt x="147" y="157"/>
                  <a:pt x="146" y="157"/>
                  <a:pt x="145" y="156"/>
                </a:cubicBezTo>
                <a:cubicBezTo>
                  <a:pt x="139" y="164"/>
                  <a:pt x="132" y="176"/>
                  <a:pt x="122" y="184"/>
                </a:cubicBezTo>
                <a:cubicBezTo>
                  <a:pt x="120" y="184"/>
                  <a:pt x="62" y="184"/>
                  <a:pt x="59" y="184"/>
                </a:cubicBezTo>
                <a:cubicBezTo>
                  <a:pt x="26" y="167"/>
                  <a:pt x="20" y="119"/>
                  <a:pt x="19" y="105"/>
                </a:cubicBezTo>
                <a:cubicBezTo>
                  <a:pt x="19" y="105"/>
                  <a:pt x="19" y="105"/>
                  <a:pt x="19" y="105"/>
                </a:cubicBezTo>
                <a:cubicBezTo>
                  <a:pt x="19" y="104"/>
                  <a:pt x="19" y="104"/>
                  <a:pt x="19" y="104"/>
                </a:cubicBezTo>
                <a:cubicBezTo>
                  <a:pt x="19" y="102"/>
                  <a:pt x="19" y="100"/>
                  <a:pt x="19" y="100"/>
                </a:cubicBezTo>
                <a:cubicBezTo>
                  <a:pt x="19" y="100"/>
                  <a:pt x="19" y="100"/>
                  <a:pt x="19" y="100"/>
                </a:cubicBezTo>
                <a:cubicBezTo>
                  <a:pt x="19" y="95"/>
                  <a:pt x="24" y="88"/>
                  <a:pt x="30" y="88"/>
                </a:cubicBezTo>
                <a:cubicBezTo>
                  <a:pt x="151" y="88"/>
                  <a:pt x="151" y="88"/>
                  <a:pt x="151" y="88"/>
                </a:cubicBezTo>
                <a:cubicBezTo>
                  <a:pt x="156" y="88"/>
                  <a:pt x="160" y="94"/>
                  <a:pt x="161" y="99"/>
                </a:cubicBezTo>
                <a:cubicBezTo>
                  <a:pt x="161" y="99"/>
                  <a:pt x="161" y="99"/>
                  <a:pt x="161" y="99"/>
                </a:cubicBezTo>
                <a:cubicBezTo>
                  <a:pt x="163" y="99"/>
                  <a:pt x="165" y="99"/>
                  <a:pt x="166" y="99"/>
                </a:cubicBezTo>
                <a:cubicBezTo>
                  <a:pt x="166" y="99"/>
                  <a:pt x="166" y="99"/>
                  <a:pt x="166" y="99"/>
                </a:cubicBezTo>
                <a:cubicBezTo>
                  <a:pt x="169" y="100"/>
                  <a:pt x="172" y="101"/>
                  <a:pt x="175" y="102"/>
                </a:cubicBezTo>
                <a:cubicBezTo>
                  <a:pt x="175" y="102"/>
                  <a:pt x="175" y="102"/>
                  <a:pt x="176" y="102"/>
                </a:cubicBezTo>
                <a:cubicBezTo>
                  <a:pt x="177" y="103"/>
                  <a:pt x="178" y="103"/>
                  <a:pt x="179" y="104"/>
                </a:cubicBezTo>
                <a:cubicBezTo>
                  <a:pt x="179" y="104"/>
                  <a:pt x="179" y="104"/>
                  <a:pt x="179" y="104"/>
                </a:cubicBezTo>
                <a:cubicBezTo>
                  <a:pt x="180" y="105"/>
                  <a:pt x="181" y="106"/>
                  <a:pt x="182" y="107"/>
                </a:cubicBezTo>
                <a:cubicBezTo>
                  <a:pt x="183" y="107"/>
                  <a:pt x="183" y="107"/>
                  <a:pt x="183" y="107"/>
                </a:cubicBezTo>
                <a:cubicBezTo>
                  <a:pt x="184" y="108"/>
                  <a:pt x="185" y="109"/>
                  <a:pt x="186" y="110"/>
                </a:cubicBezTo>
                <a:cubicBezTo>
                  <a:pt x="186" y="110"/>
                  <a:pt x="186" y="110"/>
                  <a:pt x="186" y="110"/>
                </a:cubicBezTo>
                <a:cubicBezTo>
                  <a:pt x="187" y="111"/>
                  <a:pt x="187" y="112"/>
                  <a:pt x="188" y="114"/>
                </a:cubicBezTo>
                <a:cubicBezTo>
                  <a:pt x="188" y="114"/>
                  <a:pt x="188" y="114"/>
                  <a:pt x="188" y="114"/>
                </a:cubicBezTo>
                <a:cubicBezTo>
                  <a:pt x="189" y="116"/>
                  <a:pt x="189" y="117"/>
                  <a:pt x="190" y="118"/>
                </a:cubicBezTo>
                <a:cubicBezTo>
                  <a:pt x="194" y="133"/>
                  <a:pt x="183" y="150"/>
                  <a:pt x="164" y="156"/>
                </a:cubicBezTo>
                <a:close/>
                <a:moveTo>
                  <a:pt x="53" y="100"/>
                </a:moveTo>
                <a:cubicBezTo>
                  <a:pt x="35" y="100"/>
                  <a:pt x="35" y="100"/>
                  <a:pt x="35" y="100"/>
                </a:cubicBezTo>
                <a:cubicBezTo>
                  <a:pt x="35" y="100"/>
                  <a:pt x="33" y="156"/>
                  <a:pt x="67" y="174"/>
                </a:cubicBezTo>
                <a:cubicBezTo>
                  <a:pt x="40" y="122"/>
                  <a:pt x="53" y="100"/>
                  <a:pt x="53" y="100"/>
                </a:cubicBezTo>
                <a:close/>
                <a:moveTo>
                  <a:pt x="177" y="122"/>
                </a:moveTo>
                <a:cubicBezTo>
                  <a:pt x="175" y="115"/>
                  <a:pt x="169" y="111"/>
                  <a:pt x="161" y="110"/>
                </a:cubicBezTo>
                <a:cubicBezTo>
                  <a:pt x="161" y="119"/>
                  <a:pt x="158" y="132"/>
                  <a:pt x="151" y="146"/>
                </a:cubicBezTo>
                <a:cubicBezTo>
                  <a:pt x="151" y="146"/>
                  <a:pt x="152" y="146"/>
                  <a:pt x="152" y="146"/>
                </a:cubicBezTo>
                <a:cubicBezTo>
                  <a:pt x="153" y="146"/>
                  <a:pt x="153" y="146"/>
                  <a:pt x="153" y="146"/>
                </a:cubicBezTo>
                <a:cubicBezTo>
                  <a:pt x="154" y="146"/>
                  <a:pt x="155" y="146"/>
                  <a:pt x="157" y="146"/>
                </a:cubicBezTo>
                <a:cubicBezTo>
                  <a:pt x="157" y="146"/>
                  <a:pt x="157" y="146"/>
                  <a:pt x="158" y="146"/>
                </a:cubicBezTo>
                <a:cubicBezTo>
                  <a:pt x="159" y="145"/>
                  <a:pt x="160" y="145"/>
                  <a:pt x="161" y="145"/>
                </a:cubicBezTo>
                <a:cubicBezTo>
                  <a:pt x="173" y="142"/>
                  <a:pt x="180" y="131"/>
                  <a:pt x="177" y="122"/>
                </a:cubicBezTo>
                <a:close/>
                <a:moveTo>
                  <a:pt x="101" y="82"/>
                </a:moveTo>
                <a:cubicBezTo>
                  <a:pt x="123" y="52"/>
                  <a:pt x="101" y="44"/>
                  <a:pt x="95" y="39"/>
                </a:cubicBezTo>
                <a:cubicBezTo>
                  <a:pt x="90" y="33"/>
                  <a:pt x="85" y="4"/>
                  <a:pt x="111" y="0"/>
                </a:cubicBezTo>
                <a:cubicBezTo>
                  <a:pt x="82" y="30"/>
                  <a:pt x="157" y="44"/>
                  <a:pt x="101" y="82"/>
                </a:cubicBezTo>
                <a:close/>
                <a:moveTo>
                  <a:pt x="73" y="82"/>
                </a:moveTo>
                <a:cubicBezTo>
                  <a:pt x="92" y="57"/>
                  <a:pt x="73" y="51"/>
                  <a:pt x="69" y="47"/>
                </a:cubicBezTo>
                <a:cubicBezTo>
                  <a:pt x="65" y="42"/>
                  <a:pt x="61" y="19"/>
                  <a:pt x="82" y="15"/>
                </a:cubicBezTo>
                <a:cubicBezTo>
                  <a:pt x="58" y="39"/>
                  <a:pt x="120" y="51"/>
                  <a:pt x="73" y="82"/>
                </a:cubicBezTo>
                <a:close/>
                <a:moveTo>
                  <a:pt x="163" y="200"/>
                </a:moveTo>
                <a:cubicBezTo>
                  <a:pt x="151" y="200"/>
                  <a:pt x="29" y="200"/>
                  <a:pt x="14" y="200"/>
                </a:cubicBezTo>
                <a:cubicBezTo>
                  <a:pt x="0" y="200"/>
                  <a:pt x="2" y="189"/>
                  <a:pt x="2" y="189"/>
                </a:cubicBezTo>
                <a:cubicBezTo>
                  <a:pt x="173" y="189"/>
                  <a:pt x="173" y="189"/>
                  <a:pt x="173" y="189"/>
                </a:cubicBezTo>
                <a:cubicBezTo>
                  <a:pt x="173" y="189"/>
                  <a:pt x="174" y="200"/>
                  <a:pt x="163" y="200"/>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132"/>
          <p:cNvSpPr>
            <a:spLocks noEditPoints="1"/>
          </p:cNvSpPr>
          <p:nvPr/>
        </p:nvSpPr>
        <p:spPr bwMode="auto">
          <a:xfrm>
            <a:off x="4994275" y="3455988"/>
            <a:ext cx="300038" cy="396875"/>
          </a:xfrm>
          <a:custGeom>
            <a:avLst/>
            <a:gdLst>
              <a:gd name="T0" fmla="*/ 44 w 152"/>
              <a:gd name="T1" fmla="*/ 60 h 200"/>
              <a:gd name="T2" fmla="*/ 50 w 152"/>
              <a:gd name="T3" fmla="*/ 11 h 200"/>
              <a:gd name="T4" fmla="*/ 41 w 152"/>
              <a:gd name="T5" fmla="*/ 34 h 200"/>
              <a:gd name="T6" fmla="*/ 44 w 152"/>
              <a:gd name="T7" fmla="*/ 60 h 200"/>
              <a:gd name="T8" fmla="*/ 64 w 152"/>
              <a:gd name="T9" fmla="*/ 60 h 200"/>
              <a:gd name="T10" fmla="*/ 71 w 152"/>
              <a:gd name="T11" fmla="*/ 0 h 200"/>
              <a:gd name="T12" fmla="*/ 60 w 152"/>
              <a:gd name="T13" fmla="*/ 28 h 200"/>
              <a:gd name="T14" fmla="*/ 64 w 152"/>
              <a:gd name="T15" fmla="*/ 60 h 200"/>
              <a:gd name="T16" fmla="*/ 140 w 152"/>
              <a:gd name="T17" fmla="*/ 80 h 200"/>
              <a:gd name="T18" fmla="*/ 116 w 152"/>
              <a:gd name="T19" fmla="*/ 80 h 200"/>
              <a:gd name="T20" fmla="*/ 116 w 152"/>
              <a:gd name="T21" fmla="*/ 76 h 200"/>
              <a:gd name="T22" fmla="*/ 104 w 152"/>
              <a:gd name="T23" fmla="*/ 64 h 200"/>
              <a:gd name="T24" fmla="*/ 44 w 152"/>
              <a:gd name="T25" fmla="*/ 64 h 200"/>
              <a:gd name="T26" fmla="*/ 44 w 152"/>
              <a:gd name="T27" fmla="*/ 100 h 200"/>
              <a:gd name="T28" fmla="*/ 52 w 152"/>
              <a:gd name="T29" fmla="*/ 100 h 200"/>
              <a:gd name="T30" fmla="*/ 64 w 152"/>
              <a:gd name="T31" fmla="*/ 112 h 200"/>
              <a:gd name="T32" fmla="*/ 64 w 152"/>
              <a:gd name="T33" fmla="*/ 144 h 200"/>
              <a:gd name="T34" fmla="*/ 52 w 152"/>
              <a:gd name="T35" fmla="*/ 156 h 200"/>
              <a:gd name="T36" fmla="*/ 28 w 152"/>
              <a:gd name="T37" fmla="*/ 156 h 200"/>
              <a:gd name="T38" fmla="*/ 16 w 152"/>
              <a:gd name="T39" fmla="*/ 144 h 200"/>
              <a:gd name="T40" fmla="*/ 16 w 152"/>
              <a:gd name="T41" fmla="*/ 112 h 200"/>
              <a:gd name="T42" fmla="*/ 28 w 152"/>
              <a:gd name="T43" fmla="*/ 100 h 200"/>
              <a:gd name="T44" fmla="*/ 36 w 152"/>
              <a:gd name="T45" fmla="*/ 100 h 200"/>
              <a:gd name="T46" fmla="*/ 36 w 152"/>
              <a:gd name="T47" fmla="*/ 64 h 200"/>
              <a:gd name="T48" fmla="*/ 12 w 152"/>
              <a:gd name="T49" fmla="*/ 64 h 200"/>
              <a:gd name="T50" fmla="*/ 0 w 152"/>
              <a:gd name="T51" fmla="*/ 76 h 200"/>
              <a:gd name="T52" fmla="*/ 0 w 152"/>
              <a:gd name="T53" fmla="*/ 180 h 200"/>
              <a:gd name="T54" fmla="*/ 20 w 152"/>
              <a:gd name="T55" fmla="*/ 200 h 200"/>
              <a:gd name="T56" fmla="*/ 96 w 152"/>
              <a:gd name="T57" fmla="*/ 200 h 200"/>
              <a:gd name="T58" fmla="*/ 116 w 152"/>
              <a:gd name="T59" fmla="*/ 180 h 200"/>
              <a:gd name="T60" fmla="*/ 116 w 152"/>
              <a:gd name="T61" fmla="*/ 160 h 200"/>
              <a:gd name="T62" fmla="*/ 140 w 152"/>
              <a:gd name="T63" fmla="*/ 160 h 200"/>
              <a:gd name="T64" fmla="*/ 152 w 152"/>
              <a:gd name="T65" fmla="*/ 148 h 200"/>
              <a:gd name="T66" fmla="*/ 152 w 152"/>
              <a:gd name="T67" fmla="*/ 92 h 200"/>
              <a:gd name="T68" fmla="*/ 140 w 152"/>
              <a:gd name="T69" fmla="*/ 80 h 200"/>
              <a:gd name="T70" fmla="*/ 140 w 152"/>
              <a:gd name="T71" fmla="*/ 136 h 200"/>
              <a:gd name="T72" fmla="*/ 128 w 152"/>
              <a:gd name="T73" fmla="*/ 148 h 200"/>
              <a:gd name="T74" fmla="*/ 120 w 152"/>
              <a:gd name="T75" fmla="*/ 148 h 200"/>
              <a:gd name="T76" fmla="*/ 116 w 152"/>
              <a:gd name="T77" fmla="*/ 148 h 200"/>
              <a:gd name="T78" fmla="*/ 116 w 152"/>
              <a:gd name="T79" fmla="*/ 93 h 200"/>
              <a:gd name="T80" fmla="*/ 120 w 152"/>
              <a:gd name="T81" fmla="*/ 92 h 200"/>
              <a:gd name="T82" fmla="*/ 128 w 152"/>
              <a:gd name="T83" fmla="*/ 92 h 200"/>
              <a:gd name="T84" fmla="*/ 140 w 152"/>
              <a:gd name="T85" fmla="*/ 104 h 200"/>
              <a:gd name="T86" fmla="*/ 140 w 152"/>
              <a:gd name="T87" fmla="*/ 136 h 200"/>
              <a:gd name="T88" fmla="*/ 29 w 152"/>
              <a:gd name="T89" fmla="*/ 117 h 200"/>
              <a:gd name="T90" fmla="*/ 39 w 152"/>
              <a:gd name="T91" fmla="*/ 127 h 200"/>
              <a:gd name="T92" fmla="*/ 49 w 152"/>
              <a:gd name="T93" fmla="*/ 117 h 200"/>
              <a:gd name="T94" fmla="*/ 39 w 152"/>
              <a:gd name="T95" fmla="*/ 107 h 200"/>
              <a:gd name="T96" fmla="*/ 29 w 152"/>
              <a:gd name="T97" fmla="*/ 117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2" h="200">
                <a:moveTo>
                  <a:pt x="44" y="60"/>
                </a:moveTo>
                <a:cubicBezTo>
                  <a:pt x="78" y="37"/>
                  <a:pt x="33" y="29"/>
                  <a:pt x="50" y="11"/>
                </a:cubicBezTo>
                <a:cubicBezTo>
                  <a:pt x="35" y="14"/>
                  <a:pt x="38" y="31"/>
                  <a:pt x="41" y="34"/>
                </a:cubicBezTo>
                <a:cubicBezTo>
                  <a:pt x="44" y="37"/>
                  <a:pt x="58" y="41"/>
                  <a:pt x="44" y="60"/>
                </a:cubicBezTo>
                <a:close/>
                <a:moveTo>
                  <a:pt x="64" y="60"/>
                </a:moveTo>
                <a:cubicBezTo>
                  <a:pt x="105" y="32"/>
                  <a:pt x="50" y="22"/>
                  <a:pt x="71" y="0"/>
                </a:cubicBezTo>
                <a:cubicBezTo>
                  <a:pt x="53" y="3"/>
                  <a:pt x="56" y="24"/>
                  <a:pt x="60" y="28"/>
                </a:cubicBezTo>
                <a:cubicBezTo>
                  <a:pt x="64" y="32"/>
                  <a:pt x="80" y="37"/>
                  <a:pt x="64" y="60"/>
                </a:cubicBezTo>
                <a:close/>
                <a:moveTo>
                  <a:pt x="140" y="80"/>
                </a:moveTo>
                <a:cubicBezTo>
                  <a:pt x="116" y="80"/>
                  <a:pt x="116" y="80"/>
                  <a:pt x="116" y="80"/>
                </a:cubicBezTo>
                <a:cubicBezTo>
                  <a:pt x="116" y="76"/>
                  <a:pt x="116" y="76"/>
                  <a:pt x="116" y="76"/>
                </a:cubicBezTo>
                <a:cubicBezTo>
                  <a:pt x="116" y="70"/>
                  <a:pt x="111" y="64"/>
                  <a:pt x="104" y="64"/>
                </a:cubicBezTo>
                <a:cubicBezTo>
                  <a:pt x="44" y="64"/>
                  <a:pt x="44" y="64"/>
                  <a:pt x="44" y="64"/>
                </a:cubicBezTo>
                <a:cubicBezTo>
                  <a:pt x="44" y="100"/>
                  <a:pt x="44" y="100"/>
                  <a:pt x="44" y="100"/>
                </a:cubicBezTo>
                <a:cubicBezTo>
                  <a:pt x="52" y="100"/>
                  <a:pt x="52" y="100"/>
                  <a:pt x="52" y="100"/>
                </a:cubicBezTo>
                <a:cubicBezTo>
                  <a:pt x="59" y="100"/>
                  <a:pt x="64" y="106"/>
                  <a:pt x="64" y="112"/>
                </a:cubicBezTo>
                <a:cubicBezTo>
                  <a:pt x="64" y="144"/>
                  <a:pt x="64" y="144"/>
                  <a:pt x="64" y="144"/>
                </a:cubicBezTo>
                <a:cubicBezTo>
                  <a:pt x="64" y="151"/>
                  <a:pt x="59" y="156"/>
                  <a:pt x="52" y="156"/>
                </a:cubicBezTo>
                <a:cubicBezTo>
                  <a:pt x="28" y="156"/>
                  <a:pt x="28" y="156"/>
                  <a:pt x="28" y="156"/>
                </a:cubicBezTo>
                <a:cubicBezTo>
                  <a:pt x="21" y="156"/>
                  <a:pt x="16" y="151"/>
                  <a:pt x="16" y="144"/>
                </a:cubicBezTo>
                <a:cubicBezTo>
                  <a:pt x="16" y="112"/>
                  <a:pt x="16" y="112"/>
                  <a:pt x="16" y="112"/>
                </a:cubicBezTo>
                <a:cubicBezTo>
                  <a:pt x="16" y="106"/>
                  <a:pt x="21" y="100"/>
                  <a:pt x="28" y="100"/>
                </a:cubicBezTo>
                <a:cubicBezTo>
                  <a:pt x="36" y="100"/>
                  <a:pt x="36" y="100"/>
                  <a:pt x="36" y="100"/>
                </a:cubicBezTo>
                <a:cubicBezTo>
                  <a:pt x="36" y="64"/>
                  <a:pt x="36" y="64"/>
                  <a:pt x="36" y="64"/>
                </a:cubicBezTo>
                <a:cubicBezTo>
                  <a:pt x="12" y="64"/>
                  <a:pt x="12" y="64"/>
                  <a:pt x="12" y="64"/>
                </a:cubicBezTo>
                <a:cubicBezTo>
                  <a:pt x="5" y="64"/>
                  <a:pt x="0" y="70"/>
                  <a:pt x="0" y="76"/>
                </a:cubicBezTo>
                <a:cubicBezTo>
                  <a:pt x="0" y="180"/>
                  <a:pt x="0" y="180"/>
                  <a:pt x="0" y="180"/>
                </a:cubicBezTo>
                <a:cubicBezTo>
                  <a:pt x="0" y="192"/>
                  <a:pt x="9" y="200"/>
                  <a:pt x="20" y="200"/>
                </a:cubicBezTo>
                <a:cubicBezTo>
                  <a:pt x="96" y="200"/>
                  <a:pt x="96" y="200"/>
                  <a:pt x="96" y="200"/>
                </a:cubicBezTo>
                <a:cubicBezTo>
                  <a:pt x="107" y="200"/>
                  <a:pt x="116" y="192"/>
                  <a:pt x="116" y="180"/>
                </a:cubicBezTo>
                <a:cubicBezTo>
                  <a:pt x="116" y="160"/>
                  <a:pt x="116" y="160"/>
                  <a:pt x="116" y="160"/>
                </a:cubicBezTo>
                <a:cubicBezTo>
                  <a:pt x="140" y="160"/>
                  <a:pt x="140" y="160"/>
                  <a:pt x="140" y="160"/>
                </a:cubicBezTo>
                <a:cubicBezTo>
                  <a:pt x="147" y="160"/>
                  <a:pt x="152" y="155"/>
                  <a:pt x="152" y="148"/>
                </a:cubicBezTo>
                <a:cubicBezTo>
                  <a:pt x="152" y="92"/>
                  <a:pt x="152" y="92"/>
                  <a:pt x="152" y="92"/>
                </a:cubicBezTo>
                <a:cubicBezTo>
                  <a:pt x="152" y="86"/>
                  <a:pt x="147" y="80"/>
                  <a:pt x="140" y="80"/>
                </a:cubicBezTo>
                <a:close/>
                <a:moveTo>
                  <a:pt x="140" y="136"/>
                </a:moveTo>
                <a:cubicBezTo>
                  <a:pt x="140" y="143"/>
                  <a:pt x="135" y="148"/>
                  <a:pt x="128" y="148"/>
                </a:cubicBezTo>
                <a:cubicBezTo>
                  <a:pt x="120" y="148"/>
                  <a:pt x="120" y="148"/>
                  <a:pt x="120" y="148"/>
                </a:cubicBezTo>
                <a:cubicBezTo>
                  <a:pt x="119" y="148"/>
                  <a:pt x="117" y="148"/>
                  <a:pt x="116" y="148"/>
                </a:cubicBezTo>
                <a:cubicBezTo>
                  <a:pt x="116" y="93"/>
                  <a:pt x="116" y="93"/>
                  <a:pt x="116" y="93"/>
                </a:cubicBezTo>
                <a:cubicBezTo>
                  <a:pt x="117" y="92"/>
                  <a:pt x="119" y="92"/>
                  <a:pt x="120" y="92"/>
                </a:cubicBezTo>
                <a:cubicBezTo>
                  <a:pt x="128" y="92"/>
                  <a:pt x="128" y="92"/>
                  <a:pt x="128" y="92"/>
                </a:cubicBezTo>
                <a:cubicBezTo>
                  <a:pt x="135" y="92"/>
                  <a:pt x="140" y="98"/>
                  <a:pt x="140" y="104"/>
                </a:cubicBezTo>
                <a:lnTo>
                  <a:pt x="140" y="136"/>
                </a:lnTo>
                <a:close/>
                <a:moveTo>
                  <a:pt x="29" y="117"/>
                </a:moveTo>
                <a:cubicBezTo>
                  <a:pt x="29" y="123"/>
                  <a:pt x="33" y="127"/>
                  <a:pt x="39" y="127"/>
                </a:cubicBezTo>
                <a:cubicBezTo>
                  <a:pt x="44" y="127"/>
                  <a:pt x="49" y="123"/>
                  <a:pt x="49" y="117"/>
                </a:cubicBezTo>
                <a:cubicBezTo>
                  <a:pt x="49" y="112"/>
                  <a:pt x="44" y="107"/>
                  <a:pt x="39" y="107"/>
                </a:cubicBezTo>
                <a:cubicBezTo>
                  <a:pt x="33" y="107"/>
                  <a:pt x="29" y="112"/>
                  <a:pt x="29" y="117"/>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133"/>
          <p:cNvSpPr>
            <a:spLocks noEditPoints="1"/>
          </p:cNvSpPr>
          <p:nvPr/>
        </p:nvSpPr>
        <p:spPr bwMode="auto">
          <a:xfrm>
            <a:off x="5472113" y="3459163"/>
            <a:ext cx="327025" cy="390525"/>
          </a:xfrm>
          <a:custGeom>
            <a:avLst/>
            <a:gdLst>
              <a:gd name="T0" fmla="*/ 124 w 165"/>
              <a:gd name="T1" fmla="*/ 174 h 198"/>
              <a:gd name="T2" fmla="*/ 124 w 165"/>
              <a:gd name="T3" fmla="*/ 178 h 198"/>
              <a:gd name="T4" fmla="*/ 104 w 165"/>
              <a:gd name="T5" fmla="*/ 198 h 198"/>
              <a:gd name="T6" fmla="*/ 36 w 165"/>
              <a:gd name="T7" fmla="*/ 198 h 198"/>
              <a:gd name="T8" fmla="*/ 16 w 165"/>
              <a:gd name="T9" fmla="*/ 178 h 198"/>
              <a:gd name="T10" fmla="*/ 16 w 165"/>
              <a:gd name="T11" fmla="*/ 90 h 198"/>
              <a:gd name="T12" fmla="*/ 22 w 165"/>
              <a:gd name="T13" fmla="*/ 91 h 198"/>
              <a:gd name="T14" fmla="*/ 46 w 165"/>
              <a:gd name="T15" fmla="*/ 80 h 198"/>
              <a:gd name="T16" fmla="*/ 76 w 165"/>
              <a:gd name="T17" fmla="*/ 91 h 198"/>
              <a:gd name="T18" fmla="*/ 101 w 165"/>
              <a:gd name="T19" fmla="*/ 83 h 198"/>
              <a:gd name="T20" fmla="*/ 122 w 165"/>
              <a:gd name="T21" fmla="*/ 91 h 198"/>
              <a:gd name="T22" fmla="*/ 127 w 165"/>
              <a:gd name="T23" fmla="*/ 90 h 198"/>
              <a:gd name="T24" fmla="*/ 165 w 165"/>
              <a:gd name="T25" fmla="*/ 132 h 198"/>
              <a:gd name="T26" fmla="*/ 124 w 165"/>
              <a:gd name="T27" fmla="*/ 174 h 198"/>
              <a:gd name="T28" fmla="*/ 44 w 165"/>
              <a:gd name="T29" fmla="*/ 114 h 198"/>
              <a:gd name="T30" fmla="*/ 38 w 165"/>
              <a:gd name="T31" fmla="*/ 108 h 198"/>
              <a:gd name="T32" fmla="*/ 32 w 165"/>
              <a:gd name="T33" fmla="*/ 114 h 198"/>
              <a:gd name="T34" fmla="*/ 32 w 165"/>
              <a:gd name="T35" fmla="*/ 170 h 198"/>
              <a:gd name="T36" fmla="*/ 38 w 165"/>
              <a:gd name="T37" fmla="*/ 176 h 198"/>
              <a:gd name="T38" fmla="*/ 44 w 165"/>
              <a:gd name="T39" fmla="*/ 170 h 198"/>
              <a:gd name="T40" fmla="*/ 44 w 165"/>
              <a:gd name="T41" fmla="*/ 114 h 198"/>
              <a:gd name="T42" fmla="*/ 76 w 165"/>
              <a:gd name="T43" fmla="*/ 118 h 198"/>
              <a:gd name="T44" fmla="*/ 70 w 165"/>
              <a:gd name="T45" fmla="*/ 112 h 198"/>
              <a:gd name="T46" fmla="*/ 64 w 165"/>
              <a:gd name="T47" fmla="*/ 118 h 198"/>
              <a:gd name="T48" fmla="*/ 64 w 165"/>
              <a:gd name="T49" fmla="*/ 174 h 198"/>
              <a:gd name="T50" fmla="*/ 70 w 165"/>
              <a:gd name="T51" fmla="*/ 180 h 198"/>
              <a:gd name="T52" fmla="*/ 76 w 165"/>
              <a:gd name="T53" fmla="*/ 174 h 198"/>
              <a:gd name="T54" fmla="*/ 76 w 165"/>
              <a:gd name="T55" fmla="*/ 118 h 198"/>
              <a:gd name="T56" fmla="*/ 108 w 165"/>
              <a:gd name="T57" fmla="*/ 114 h 198"/>
              <a:gd name="T58" fmla="*/ 102 w 165"/>
              <a:gd name="T59" fmla="*/ 108 h 198"/>
              <a:gd name="T60" fmla="*/ 96 w 165"/>
              <a:gd name="T61" fmla="*/ 114 h 198"/>
              <a:gd name="T62" fmla="*/ 96 w 165"/>
              <a:gd name="T63" fmla="*/ 170 h 198"/>
              <a:gd name="T64" fmla="*/ 102 w 165"/>
              <a:gd name="T65" fmla="*/ 176 h 198"/>
              <a:gd name="T66" fmla="*/ 108 w 165"/>
              <a:gd name="T67" fmla="*/ 170 h 198"/>
              <a:gd name="T68" fmla="*/ 108 w 165"/>
              <a:gd name="T69" fmla="*/ 114 h 198"/>
              <a:gd name="T70" fmla="*/ 124 w 165"/>
              <a:gd name="T71" fmla="*/ 106 h 198"/>
              <a:gd name="T72" fmla="*/ 124 w 165"/>
              <a:gd name="T73" fmla="*/ 158 h 198"/>
              <a:gd name="T74" fmla="*/ 149 w 165"/>
              <a:gd name="T75" fmla="*/ 132 h 198"/>
              <a:gd name="T76" fmla="*/ 124 w 165"/>
              <a:gd name="T77" fmla="*/ 106 h 198"/>
              <a:gd name="T78" fmla="*/ 116 w 165"/>
              <a:gd name="T79" fmla="*/ 81 h 198"/>
              <a:gd name="T80" fmla="*/ 98 w 165"/>
              <a:gd name="T81" fmla="*/ 74 h 198"/>
              <a:gd name="T82" fmla="*/ 76 w 165"/>
              <a:gd name="T83" fmla="*/ 81 h 198"/>
              <a:gd name="T84" fmla="*/ 47 w 165"/>
              <a:gd name="T85" fmla="*/ 71 h 198"/>
              <a:gd name="T86" fmla="*/ 28 w 165"/>
              <a:gd name="T87" fmla="*/ 81 h 198"/>
              <a:gd name="T88" fmla="*/ 0 w 165"/>
              <a:gd name="T89" fmla="*/ 52 h 198"/>
              <a:gd name="T90" fmla="*/ 28 w 165"/>
              <a:gd name="T91" fmla="*/ 24 h 198"/>
              <a:gd name="T92" fmla="*/ 38 w 165"/>
              <a:gd name="T93" fmla="*/ 26 h 198"/>
              <a:gd name="T94" fmla="*/ 76 w 165"/>
              <a:gd name="T95" fmla="*/ 0 h 198"/>
              <a:gd name="T96" fmla="*/ 112 w 165"/>
              <a:gd name="T97" fmla="*/ 24 h 198"/>
              <a:gd name="T98" fmla="*/ 116 w 165"/>
              <a:gd name="T99" fmla="*/ 24 h 198"/>
              <a:gd name="T100" fmla="*/ 147 w 165"/>
              <a:gd name="T101" fmla="*/ 52 h 198"/>
              <a:gd name="T102" fmla="*/ 116 w 165"/>
              <a:gd name="T103" fmla="*/ 81 h 198"/>
              <a:gd name="T104" fmla="*/ 116 w 165"/>
              <a:gd name="T105" fmla="*/ 34 h 198"/>
              <a:gd name="T106" fmla="*/ 105 w 165"/>
              <a:gd name="T107" fmla="*/ 55 h 198"/>
              <a:gd name="T108" fmla="*/ 51 w 165"/>
              <a:gd name="T109" fmla="*/ 26 h 198"/>
              <a:gd name="T110" fmla="*/ 57 w 165"/>
              <a:gd name="T111" fmla="*/ 52 h 198"/>
              <a:gd name="T112" fmla="*/ 14 w 165"/>
              <a:gd name="T113" fmla="*/ 41 h 198"/>
              <a:gd name="T114" fmla="*/ 49 w 165"/>
              <a:gd name="T115" fmla="*/ 59 h 198"/>
              <a:gd name="T116" fmla="*/ 95 w 165"/>
              <a:gd name="T117" fmla="*/ 59 h 198"/>
              <a:gd name="T118" fmla="*/ 130 w 165"/>
              <a:gd name="T119" fmla="*/ 67 h 198"/>
              <a:gd name="T120" fmla="*/ 116 w 165"/>
              <a:gd name="T121" fmla="*/ 34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5" h="198">
                <a:moveTo>
                  <a:pt x="124" y="174"/>
                </a:moveTo>
                <a:cubicBezTo>
                  <a:pt x="124" y="178"/>
                  <a:pt x="124" y="178"/>
                  <a:pt x="124" y="178"/>
                </a:cubicBezTo>
                <a:cubicBezTo>
                  <a:pt x="124" y="189"/>
                  <a:pt x="115" y="198"/>
                  <a:pt x="104" y="198"/>
                </a:cubicBezTo>
                <a:cubicBezTo>
                  <a:pt x="36" y="198"/>
                  <a:pt x="36" y="198"/>
                  <a:pt x="36" y="198"/>
                </a:cubicBezTo>
                <a:cubicBezTo>
                  <a:pt x="25" y="198"/>
                  <a:pt x="16" y="189"/>
                  <a:pt x="16" y="178"/>
                </a:cubicBezTo>
                <a:cubicBezTo>
                  <a:pt x="16" y="90"/>
                  <a:pt x="16" y="90"/>
                  <a:pt x="16" y="90"/>
                </a:cubicBezTo>
                <a:cubicBezTo>
                  <a:pt x="18" y="91"/>
                  <a:pt x="20" y="91"/>
                  <a:pt x="22" y="91"/>
                </a:cubicBezTo>
                <a:cubicBezTo>
                  <a:pt x="32" y="91"/>
                  <a:pt x="40" y="86"/>
                  <a:pt x="46" y="80"/>
                </a:cubicBezTo>
                <a:cubicBezTo>
                  <a:pt x="54" y="87"/>
                  <a:pt x="65" y="91"/>
                  <a:pt x="76" y="91"/>
                </a:cubicBezTo>
                <a:cubicBezTo>
                  <a:pt x="85" y="91"/>
                  <a:pt x="94" y="88"/>
                  <a:pt x="101" y="83"/>
                </a:cubicBezTo>
                <a:cubicBezTo>
                  <a:pt x="107" y="88"/>
                  <a:pt x="114" y="91"/>
                  <a:pt x="122" y="91"/>
                </a:cubicBezTo>
                <a:cubicBezTo>
                  <a:pt x="124" y="91"/>
                  <a:pt x="126" y="91"/>
                  <a:pt x="127" y="90"/>
                </a:cubicBezTo>
                <a:cubicBezTo>
                  <a:pt x="144" y="91"/>
                  <a:pt x="165" y="98"/>
                  <a:pt x="165" y="132"/>
                </a:cubicBezTo>
                <a:cubicBezTo>
                  <a:pt x="165" y="163"/>
                  <a:pt x="141" y="173"/>
                  <a:pt x="124" y="174"/>
                </a:cubicBezTo>
                <a:close/>
                <a:moveTo>
                  <a:pt x="44" y="114"/>
                </a:moveTo>
                <a:cubicBezTo>
                  <a:pt x="44" y="111"/>
                  <a:pt x="41" y="108"/>
                  <a:pt x="38" y="108"/>
                </a:cubicBezTo>
                <a:cubicBezTo>
                  <a:pt x="35" y="108"/>
                  <a:pt x="32" y="111"/>
                  <a:pt x="32" y="114"/>
                </a:cubicBezTo>
                <a:cubicBezTo>
                  <a:pt x="32" y="170"/>
                  <a:pt x="32" y="170"/>
                  <a:pt x="32" y="170"/>
                </a:cubicBezTo>
                <a:cubicBezTo>
                  <a:pt x="32" y="174"/>
                  <a:pt x="35" y="176"/>
                  <a:pt x="38" y="176"/>
                </a:cubicBezTo>
                <a:cubicBezTo>
                  <a:pt x="41" y="176"/>
                  <a:pt x="44" y="174"/>
                  <a:pt x="44" y="170"/>
                </a:cubicBezTo>
                <a:lnTo>
                  <a:pt x="44" y="114"/>
                </a:lnTo>
                <a:close/>
                <a:moveTo>
                  <a:pt x="76" y="118"/>
                </a:moveTo>
                <a:cubicBezTo>
                  <a:pt x="76" y="115"/>
                  <a:pt x="73" y="112"/>
                  <a:pt x="70" y="112"/>
                </a:cubicBezTo>
                <a:cubicBezTo>
                  <a:pt x="67" y="112"/>
                  <a:pt x="64" y="115"/>
                  <a:pt x="64" y="118"/>
                </a:cubicBezTo>
                <a:cubicBezTo>
                  <a:pt x="64" y="174"/>
                  <a:pt x="64" y="174"/>
                  <a:pt x="64" y="174"/>
                </a:cubicBezTo>
                <a:cubicBezTo>
                  <a:pt x="64" y="178"/>
                  <a:pt x="67" y="180"/>
                  <a:pt x="70" y="180"/>
                </a:cubicBezTo>
                <a:cubicBezTo>
                  <a:pt x="73" y="180"/>
                  <a:pt x="76" y="178"/>
                  <a:pt x="76" y="174"/>
                </a:cubicBezTo>
                <a:lnTo>
                  <a:pt x="76" y="118"/>
                </a:lnTo>
                <a:close/>
                <a:moveTo>
                  <a:pt x="108" y="114"/>
                </a:moveTo>
                <a:cubicBezTo>
                  <a:pt x="108" y="111"/>
                  <a:pt x="105" y="108"/>
                  <a:pt x="102" y="108"/>
                </a:cubicBezTo>
                <a:cubicBezTo>
                  <a:pt x="99" y="108"/>
                  <a:pt x="96" y="111"/>
                  <a:pt x="96" y="114"/>
                </a:cubicBezTo>
                <a:cubicBezTo>
                  <a:pt x="96" y="170"/>
                  <a:pt x="96" y="170"/>
                  <a:pt x="96" y="170"/>
                </a:cubicBezTo>
                <a:cubicBezTo>
                  <a:pt x="96" y="174"/>
                  <a:pt x="99" y="176"/>
                  <a:pt x="102" y="176"/>
                </a:cubicBezTo>
                <a:cubicBezTo>
                  <a:pt x="105" y="176"/>
                  <a:pt x="108" y="174"/>
                  <a:pt x="108" y="170"/>
                </a:cubicBezTo>
                <a:lnTo>
                  <a:pt x="108" y="114"/>
                </a:lnTo>
                <a:close/>
                <a:moveTo>
                  <a:pt x="124" y="106"/>
                </a:moveTo>
                <a:cubicBezTo>
                  <a:pt x="124" y="158"/>
                  <a:pt x="124" y="158"/>
                  <a:pt x="124" y="158"/>
                </a:cubicBezTo>
                <a:cubicBezTo>
                  <a:pt x="135" y="157"/>
                  <a:pt x="149" y="152"/>
                  <a:pt x="149" y="132"/>
                </a:cubicBezTo>
                <a:cubicBezTo>
                  <a:pt x="149" y="109"/>
                  <a:pt x="135" y="106"/>
                  <a:pt x="124" y="106"/>
                </a:cubicBezTo>
                <a:close/>
                <a:moveTo>
                  <a:pt x="116" y="81"/>
                </a:moveTo>
                <a:cubicBezTo>
                  <a:pt x="109" y="81"/>
                  <a:pt x="103" y="78"/>
                  <a:pt x="98" y="74"/>
                </a:cubicBezTo>
                <a:cubicBezTo>
                  <a:pt x="91" y="78"/>
                  <a:pt x="84" y="81"/>
                  <a:pt x="76" y="81"/>
                </a:cubicBezTo>
                <a:cubicBezTo>
                  <a:pt x="66" y="81"/>
                  <a:pt x="54" y="77"/>
                  <a:pt x="47" y="71"/>
                </a:cubicBezTo>
                <a:cubicBezTo>
                  <a:pt x="42" y="77"/>
                  <a:pt x="37" y="81"/>
                  <a:pt x="28" y="81"/>
                </a:cubicBezTo>
                <a:cubicBezTo>
                  <a:pt x="12" y="81"/>
                  <a:pt x="0" y="68"/>
                  <a:pt x="0" y="52"/>
                </a:cubicBezTo>
                <a:cubicBezTo>
                  <a:pt x="0" y="36"/>
                  <a:pt x="12" y="24"/>
                  <a:pt x="28" y="24"/>
                </a:cubicBezTo>
                <a:cubicBezTo>
                  <a:pt x="32" y="24"/>
                  <a:pt x="35" y="24"/>
                  <a:pt x="38" y="26"/>
                </a:cubicBezTo>
                <a:cubicBezTo>
                  <a:pt x="44" y="11"/>
                  <a:pt x="59" y="0"/>
                  <a:pt x="76" y="0"/>
                </a:cubicBezTo>
                <a:cubicBezTo>
                  <a:pt x="92" y="0"/>
                  <a:pt x="106" y="10"/>
                  <a:pt x="112" y="24"/>
                </a:cubicBezTo>
                <a:cubicBezTo>
                  <a:pt x="113" y="24"/>
                  <a:pt x="115" y="24"/>
                  <a:pt x="116" y="24"/>
                </a:cubicBezTo>
                <a:cubicBezTo>
                  <a:pt x="132" y="24"/>
                  <a:pt x="147" y="36"/>
                  <a:pt x="147" y="52"/>
                </a:cubicBezTo>
                <a:cubicBezTo>
                  <a:pt x="147" y="68"/>
                  <a:pt x="132" y="81"/>
                  <a:pt x="116" y="81"/>
                </a:cubicBezTo>
                <a:close/>
                <a:moveTo>
                  <a:pt x="116" y="34"/>
                </a:moveTo>
                <a:cubicBezTo>
                  <a:pt x="120" y="48"/>
                  <a:pt x="109" y="53"/>
                  <a:pt x="105" y="55"/>
                </a:cubicBezTo>
                <a:cubicBezTo>
                  <a:pt x="123" y="10"/>
                  <a:pt x="59" y="1"/>
                  <a:pt x="51" y="26"/>
                </a:cubicBezTo>
                <a:cubicBezTo>
                  <a:pt x="61" y="35"/>
                  <a:pt x="58" y="52"/>
                  <a:pt x="57" y="52"/>
                </a:cubicBezTo>
                <a:cubicBezTo>
                  <a:pt x="56" y="45"/>
                  <a:pt x="29" y="23"/>
                  <a:pt x="14" y="41"/>
                </a:cubicBezTo>
                <a:cubicBezTo>
                  <a:pt x="1" y="59"/>
                  <a:pt x="24" y="88"/>
                  <a:pt x="49" y="59"/>
                </a:cubicBezTo>
                <a:cubicBezTo>
                  <a:pt x="67" y="84"/>
                  <a:pt x="94" y="67"/>
                  <a:pt x="95" y="59"/>
                </a:cubicBezTo>
                <a:cubicBezTo>
                  <a:pt x="108" y="77"/>
                  <a:pt x="125" y="70"/>
                  <a:pt x="130" y="67"/>
                </a:cubicBezTo>
                <a:cubicBezTo>
                  <a:pt x="134" y="64"/>
                  <a:pt x="151" y="41"/>
                  <a:pt x="116" y="34"/>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134"/>
          <p:cNvSpPr>
            <a:spLocks noEditPoints="1"/>
          </p:cNvSpPr>
          <p:nvPr/>
        </p:nvSpPr>
        <p:spPr bwMode="auto">
          <a:xfrm>
            <a:off x="5911850" y="3432175"/>
            <a:ext cx="398463" cy="420688"/>
          </a:xfrm>
          <a:custGeom>
            <a:avLst/>
            <a:gdLst>
              <a:gd name="T0" fmla="*/ 202 w 202"/>
              <a:gd name="T1" fmla="*/ 23 h 212"/>
              <a:gd name="T2" fmla="*/ 202 w 202"/>
              <a:gd name="T3" fmla="*/ 38 h 212"/>
              <a:gd name="T4" fmla="*/ 130 w 202"/>
              <a:gd name="T5" fmla="*/ 64 h 212"/>
              <a:gd name="T6" fmla="*/ 202 w 202"/>
              <a:gd name="T7" fmla="*/ 38 h 212"/>
              <a:gd name="T8" fmla="*/ 15 w 202"/>
              <a:gd name="T9" fmla="*/ 74 h 212"/>
              <a:gd name="T10" fmla="*/ 42 w 202"/>
              <a:gd name="T11" fmla="*/ 130 h 212"/>
              <a:gd name="T12" fmla="*/ 59 w 202"/>
              <a:gd name="T13" fmla="*/ 15 h 212"/>
              <a:gd name="T14" fmla="*/ 103 w 202"/>
              <a:gd name="T15" fmla="*/ 64 h 212"/>
              <a:gd name="T16" fmla="*/ 42 w 202"/>
              <a:gd name="T17" fmla="*/ 107 h 212"/>
              <a:gd name="T18" fmla="*/ 42 w 202"/>
              <a:gd name="T19" fmla="*/ 98 h 212"/>
              <a:gd name="T20" fmla="*/ 22 w 202"/>
              <a:gd name="T21" fmla="*/ 76 h 212"/>
              <a:gd name="T22" fmla="*/ 42 w 202"/>
              <a:gd name="T23" fmla="*/ 87 h 212"/>
              <a:gd name="T24" fmla="*/ 22 w 202"/>
              <a:gd name="T25" fmla="*/ 76 h 212"/>
              <a:gd name="T26" fmla="*/ 22 w 202"/>
              <a:gd name="T27" fmla="*/ 68 h 212"/>
              <a:gd name="T28" fmla="*/ 45 w 202"/>
              <a:gd name="T29" fmla="*/ 64 h 212"/>
              <a:gd name="T30" fmla="*/ 42 w 202"/>
              <a:gd name="T31" fmla="*/ 68 h 212"/>
              <a:gd name="T32" fmla="*/ 54 w 202"/>
              <a:gd name="T33" fmla="*/ 62 h 212"/>
              <a:gd name="T34" fmla="*/ 54 w 202"/>
              <a:gd name="T35" fmla="*/ 37 h 212"/>
              <a:gd name="T36" fmla="*/ 62 w 202"/>
              <a:gd name="T37" fmla="*/ 36 h 212"/>
              <a:gd name="T38" fmla="*/ 65 w 202"/>
              <a:gd name="T39" fmla="*/ 64 h 212"/>
              <a:gd name="T40" fmla="*/ 96 w 202"/>
              <a:gd name="T41" fmla="*/ 64 h 212"/>
              <a:gd name="T42" fmla="*/ 89 w 202"/>
              <a:gd name="T43" fmla="*/ 51 h 212"/>
              <a:gd name="T44" fmla="*/ 170 w 202"/>
              <a:gd name="T45" fmla="*/ 192 h 212"/>
              <a:gd name="T46" fmla="*/ 66 w 202"/>
              <a:gd name="T47" fmla="*/ 212 h 212"/>
              <a:gd name="T48" fmla="*/ 46 w 202"/>
              <a:gd name="T49" fmla="*/ 68 h 212"/>
              <a:gd name="T50" fmla="*/ 170 w 202"/>
              <a:gd name="T51" fmla="*/ 192 h 212"/>
              <a:gd name="T52" fmla="*/ 58 w 202"/>
              <a:gd name="T53" fmla="*/ 80 h 212"/>
              <a:gd name="T54" fmla="*/ 78 w 202"/>
              <a:gd name="T55" fmla="*/ 200 h 212"/>
              <a:gd name="T56" fmla="*/ 158 w 202"/>
              <a:gd name="T57" fmla="*/ 180 h 212"/>
              <a:gd name="T58" fmla="*/ 130 w 202"/>
              <a:gd name="T59" fmla="*/ 192 h 212"/>
              <a:gd name="T60" fmla="*/ 66 w 202"/>
              <a:gd name="T61" fmla="*/ 172 h 212"/>
              <a:gd name="T62" fmla="*/ 150 w 202"/>
              <a:gd name="T63" fmla="*/ 112 h 212"/>
              <a:gd name="T64" fmla="*/ 130 w 202"/>
              <a:gd name="T65" fmla="*/ 192 h 212"/>
              <a:gd name="T66" fmla="*/ 88 w 202"/>
              <a:gd name="T67" fmla="*/ 120 h 212"/>
              <a:gd name="T68" fmla="*/ 82 w 202"/>
              <a:gd name="T69" fmla="*/ 178 h 212"/>
              <a:gd name="T70" fmla="*/ 94 w 202"/>
              <a:gd name="T71" fmla="*/ 178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2" h="212">
                <a:moveTo>
                  <a:pt x="202" y="23"/>
                </a:moveTo>
                <a:cubicBezTo>
                  <a:pt x="202" y="22"/>
                  <a:pt x="202" y="22"/>
                  <a:pt x="202" y="23"/>
                </a:cubicBezTo>
                <a:cubicBezTo>
                  <a:pt x="202" y="23"/>
                  <a:pt x="202" y="23"/>
                  <a:pt x="202" y="23"/>
                </a:cubicBezTo>
                <a:close/>
                <a:moveTo>
                  <a:pt x="202" y="38"/>
                </a:moveTo>
                <a:cubicBezTo>
                  <a:pt x="138" y="17"/>
                  <a:pt x="149" y="64"/>
                  <a:pt x="149" y="64"/>
                </a:cubicBezTo>
                <a:cubicBezTo>
                  <a:pt x="130" y="64"/>
                  <a:pt x="130" y="64"/>
                  <a:pt x="130" y="64"/>
                </a:cubicBezTo>
                <a:cubicBezTo>
                  <a:pt x="130" y="64"/>
                  <a:pt x="127" y="0"/>
                  <a:pt x="202" y="23"/>
                </a:cubicBezTo>
                <a:cubicBezTo>
                  <a:pt x="202" y="26"/>
                  <a:pt x="202" y="41"/>
                  <a:pt x="202" y="38"/>
                </a:cubicBezTo>
                <a:close/>
                <a:moveTo>
                  <a:pt x="59" y="30"/>
                </a:moveTo>
                <a:cubicBezTo>
                  <a:pt x="35" y="30"/>
                  <a:pt x="15" y="49"/>
                  <a:pt x="15" y="74"/>
                </a:cubicBezTo>
                <a:cubicBezTo>
                  <a:pt x="15" y="92"/>
                  <a:pt x="26" y="108"/>
                  <a:pt x="42" y="115"/>
                </a:cubicBezTo>
                <a:cubicBezTo>
                  <a:pt x="42" y="130"/>
                  <a:pt x="42" y="130"/>
                  <a:pt x="42" y="130"/>
                </a:cubicBezTo>
                <a:cubicBezTo>
                  <a:pt x="18" y="123"/>
                  <a:pt x="0" y="101"/>
                  <a:pt x="0" y="74"/>
                </a:cubicBezTo>
                <a:cubicBezTo>
                  <a:pt x="0" y="41"/>
                  <a:pt x="27" y="15"/>
                  <a:pt x="59" y="15"/>
                </a:cubicBezTo>
                <a:cubicBezTo>
                  <a:pt x="89" y="15"/>
                  <a:pt x="113" y="36"/>
                  <a:pt x="117" y="64"/>
                </a:cubicBezTo>
                <a:cubicBezTo>
                  <a:pt x="103" y="64"/>
                  <a:pt x="103" y="64"/>
                  <a:pt x="103" y="64"/>
                </a:cubicBezTo>
                <a:cubicBezTo>
                  <a:pt x="98" y="44"/>
                  <a:pt x="80" y="30"/>
                  <a:pt x="59" y="30"/>
                </a:cubicBezTo>
                <a:close/>
                <a:moveTo>
                  <a:pt x="42" y="107"/>
                </a:moveTo>
                <a:cubicBezTo>
                  <a:pt x="40" y="106"/>
                  <a:pt x="38" y="105"/>
                  <a:pt x="36" y="104"/>
                </a:cubicBezTo>
                <a:cubicBezTo>
                  <a:pt x="42" y="98"/>
                  <a:pt x="42" y="98"/>
                  <a:pt x="42" y="98"/>
                </a:cubicBezTo>
                <a:lnTo>
                  <a:pt x="42" y="107"/>
                </a:lnTo>
                <a:close/>
                <a:moveTo>
                  <a:pt x="22" y="76"/>
                </a:moveTo>
                <a:cubicBezTo>
                  <a:pt x="42" y="76"/>
                  <a:pt x="42" y="76"/>
                  <a:pt x="42" y="76"/>
                </a:cubicBezTo>
                <a:cubicBezTo>
                  <a:pt x="42" y="87"/>
                  <a:pt x="42" y="87"/>
                  <a:pt x="42" y="87"/>
                </a:cubicBezTo>
                <a:cubicBezTo>
                  <a:pt x="31" y="98"/>
                  <a:pt x="31" y="98"/>
                  <a:pt x="31" y="98"/>
                </a:cubicBezTo>
                <a:cubicBezTo>
                  <a:pt x="25" y="92"/>
                  <a:pt x="22" y="85"/>
                  <a:pt x="22" y="76"/>
                </a:cubicBezTo>
                <a:close/>
                <a:moveTo>
                  <a:pt x="42" y="68"/>
                </a:moveTo>
                <a:cubicBezTo>
                  <a:pt x="22" y="68"/>
                  <a:pt x="22" y="68"/>
                  <a:pt x="22" y="68"/>
                </a:cubicBezTo>
                <a:cubicBezTo>
                  <a:pt x="23" y="61"/>
                  <a:pt x="26" y="55"/>
                  <a:pt x="30" y="50"/>
                </a:cubicBezTo>
                <a:cubicBezTo>
                  <a:pt x="45" y="64"/>
                  <a:pt x="45" y="64"/>
                  <a:pt x="45" y="64"/>
                </a:cubicBezTo>
                <a:cubicBezTo>
                  <a:pt x="42" y="64"/>
                  <a:pt x="42" y="64"/>
                  <a:pt x="42" y="64"/>
                </a:cubicBezTo>
                <a:lnTo>
                  <a:pt x="42" y="68"/>
                </a:lnTo>
                <a:close/>
                <a:moveTo>
                  <a:pt x="54" y="37"/>
                </a:moveTo>
                <a:cubicBezTo>
                  <a:pt x="54" y="62"/>
                  <a:pt x="54" y="62"/>
                  <a:pt x="54" y="62"/>
                </a:cubicBezTo>
                <a:cubicBezTo>
                  <a:pt x="36" y="44"/>
                  <a:pt x="36" y="44"/>
                  <a:pt x="36" y="44"/>
                </a:cubicBezTo>
                <a:cubicBezTo>
                  <a:pt x="41" y="40"/>
                  <a:pt x="47" y="38"/>
                  <a:pt x="54" y="37"/>
                </a:cubicBezTo>
                <a:close/>
                <a:moveTo>
                  <a:pt x="62" y="64"/>
                </a:moveTo>
                <a:cubicBezTo>
                  <a:pt x="62" y="36"/>
                  <a:pt x="62" y="36"/>
                  <a:pt x="62" y="36"/>
                </a:cubicBezTo>
                <a:cubicBezTo>
                  <a:pt x="70" y="37"/>
                  <a:pt x="78" y="40"/>
                  <a:pt x="84" y="45"/>
                </a:cubicBezTo>
                <a:cubicBezTo>
                  <a:pt x="65" y="64"/>
                  <a:pt x="65" y="64"/>
                  <a:pt x="65" y="64"/>
                </a:cubicBezTo>
                <a:lnTo>
                  <a:pt x="62" y="64"/>
                </a:lnTo>
                <a:close/>
                <a:moveTo>
                  <a:pt x="96" y="64"/>
                </a:moveTo>
                <a:cubicBezTo>
                  <a:pt x="76" y="64"/>
                  <a:pt x="76" y="64"/>
                  <a:pt x="76" y="64"/>
                </a:cubicBezTo>
                <a:cubicBezTo>
                  <a:pt x="89" y="51"/>
                  <a:pt x="89" y="51"/>
                  <a:pt x="89" y="51"/>
                </a:cubicBezTo>
                <a:cubicBezTo>
                  <a:pt x="92" y="55"/>
                  <a:pt x="94" y="59"/>
                  <a:pt x="96" y="64"/>
                </a:cubicBezTo>
                <a:close/>
                <a:moveTo>
                  <a:pt x="170" y="192"/>
                </a:moveTo>
                <a:cubicBezTo>
                  <a:pt x="170" y="203"/>
                  <a:pt x="161" y="212"/>
                  <a:pt x="150" y="212"/>
                </a:cubicBezTo>
                <a:cubicBezTo>
                  <a:pt x="66" y="212"/>
                  <a:pt x="66" y="212"/>
                  <a:pt x="66" y="212"/>
                </a:cubicBezTo>
                <a:cubicBezTo>
                  <a:pt x="55" y="212"/>
                  <a:pt x="46" y="203"/>
                  <a:pt x="46" y="192"/>
                </a:cubicBezTo>
                <a:cubicBezTo>
                  <a:pt x="46" y="68"/>
                  <a:pt x="46" y="68"/>
                  <a:pt x="46" y="68"/>
                </a:cubicBezTo>
                <a:cubicBezTo>
                  <a:pt x="96" y="68"/>
                  <a:pt x="116" y="68"/>
                  <a:pt x="170" y="68"/>
                </a:cubicBezTo>
                <a:lnTo>
                  <a:pt x="170" y="192"/>
                </a:lnTo>
                <a:close/>
                <a:moveTo>
                  <a:pt x="158" y="80"/>
                </a:moveTo>
                <a:cubicBezTo>
                  <a:pt x="104" y="80"/>
                  <a:pt x="108" y="80"/>
                  <a:pt x="58" y="80"/>
                </a:cubicBezTo>
                <a:cubicBezTo>
                  <a:pt x="58" y="180"/>
                  <a:pt x="58" y="180"/>
                  <a:pt x="58" y="180"/>
                </a:cubicBezTo>
                <a:cubicBezTo>
                  <a:pt x="58" y="191"/>
                  <a:pt x="67" y="200"/>
                  <a:pt x="78" y="200"/>
                </a:cubicBezTo>
                <a:cubicBezTo>
                  <a:pt x="138" y="200"/>
                  <a:pt x="138" y="200"/>
                  <a:pt x="138" y="200"/>
                </a:cubicBezTo>
                <a:cubicBezTo>
                  <a:pt x="149" y="200"/>
                  <a:pt x="158" y="191"/>
                  <a:pt x="158" y="180"/>
                </a:cubicBezTo>
                <a:lnTo>
                  <a:pt x="158" y="80"/>
                </a:lnTo>
                <a:close/>
                <a:moveTo>
                  <a:pt x="130" y="192"/>
                </a:moveTo>
                <a:cubicBezTo>
                  <a:pt x="86" y="192"/>
                  <a:pt x="86" y="192"/>
                  <a:pt x="86" y="192"/>
                </a:cubicBezTo>
                <a:cubicBezTo>
                  <a:pt x="75" y="192"/>
                  <a:pt x="66" y="183"/>
                  <a:pt x="66" y="172"/>
                </a:cubicBezTo>
                <a:cubicBezTo>
                  <a:pt x="66" y="112"/>
                  <a:pt x="66" y="112"/>
                  <a:pt x="66" y="112"/>
                </a:cubicBezTo>
                <a:cubicBezTo>
                  <a:pt x="116" y="112"/>
                  <a:pt x="96" y="112"/>
                  <a:pt x="150" y="112"/>
                </a:cubicBezTo>
                <a:cubicBezTo>
                  <a:pt x="150" y="172"/>
                  <a:pt x="150" y="172"/>
                  <a:pt x="150" y="172"/>
                </a:cubicBezTo>
                <a:cubicBezTo>
                  <a:pt x="150" y="183"/>
                  <a:pt x="141" y="192"/>
                  <a:pt x="130" y="192"/>
                </a:cubicBezTo>
                <a:close/>
                <a:moveTo>
                  <a:pt x="94" y="126"/>
                </a:moveTo>
                <a:cubicBezTo>
                  <a:pt x="94" y="123"/>
                  <a:pt x="91" y="120"/>
                  <a:pt x="88" y="120"/>
                </a:cubicBezTo>
                <a:cubicBezTo>
                  <a:pt x="85" y="120"/>
                  <a:pt x="82" y="123"/>
                  <a:pt x="82" y="126"/>
                </a:cubicBezTo>
                <a:cubicBezTo>
                  <a:pt x="82" y="178"/>
                  <a:pt x="82" y="178"/>
                  <a:pt x="82" y="178"/>
                </a:cubicBezTo>
                <a:cubicBezTo>
                  <a:pt x="82" y="182"/>
                  <a:pt x="85" y="184"/>
                  <a:pt x="88" y="184"/>
                </a:cubicBezTo>
                <a:cubicBezTo>
                  <a:pt x="91" y="184"/>
                  <a:pt x="94" y="182"/>
                  <a:pt x="94" y="178"/>
                </a:cubicBezTo>
                <a:lnTo>
                  <a:pt x="94" y="126"/>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135"/>
          <p:cNvSpPr>
            <a:spLocks noEditPoints="1"/>
          </p:cNvSpPr>
          <p:nvPr/>
        </p:nvSpPr>
        <p:spPr bwMode="auto">
          <a:xfrm>
            <a:off x="6429375" y="3473450"/>
            <a:ext cx="317500" cy="387350"/>
          </a:xfrm>
          <a:custGeom>
            <a:avLst/>
            <a:gdLst>
              <a:gd name="T0" fmla="*/ 160 w 161"/>
              <a:gd name="T1" fmla="*/ 82 h 196"/>
              <a:gd name="T2" fmla="*/ 128 w 161"/>
              <a:gd name="T3" fmla="*/ 133 h 196"/>
              <a:gd name="T4" fmla="*/ 128 w 161"/>
              <a:gd name="T5" fmla="*/ 181 h 196"/>
              <a:gd name="T6" fmla="*/ 154 w 161"/>
              <a:gd name="T7" fmla="*/ 195 h 196"/>
              <a:gd name="T8" fmla="*/ 153 w 161"/>
              <a:gd name="T9" fmla="*/ 196 h 196"/>
              <a:gd name="T10" fmla="*/ 97 w 161"/>
              <a:gd name="T11" fmla="*/ 196 h 196"/>
              <a:gd name="T12" fmla="*/ 97 w 161"/>
              <a:gd name="T13" fmla="*/ 195 h 196"/>
              <a:gd name="T14" fmla="*/ 120 w 161"/>
              <a:gd name="T15" fmla="*/ 181 h 196"/>
              <a:gd name="T16" fmla="*/ 120 w 161"/>
              <a:gd name="T17" fmla="*/ 133 h 196"/>
              <a:gd name="T18" fmla="*/ 88 w 161"/>
              <a:gd name="T19" fmla="*/ 82 h 196"/>
              <a:gd name="T20" fmla="*/ 88 w 161"/>
              <a:gd name="T21" fmla="*/ 80 h 196"/>
              <a:gd name="T22" fmla="*/ 88 w 161"/>
              <a:gd name="T23" fmla="*/ 80 h 196"/>
              <a:gd name="T24" fmla="*/ 88 w 161"/>
              <a:gd name="T25" fmla="*/ 44 h 196"/>
              <a:gd name="T26" fmla="*/ 160 w 161"/>
              <a:gd name="T27" fmla="*/ 44 h 196"/>
              <a:gd name="T28" fmla="*/ 160 w 161"/>
              <a:gd name="T29" fmla="*/ 76 h 196"/>
              <a:gd name="T30" fmla="*/ 160 w 161"/>
              <a:gd name="T31" fmla="*/ 76 h 196"/>
              <a:gd name="T32" fmla="*/ 160 w 161"/>
              <a:gd name="T33" fmla="*/ 82 h 196"/>
              <a:gd name="T34" fmla="*/ 97 w 161"/>
              <a:gd name="T35" fmla="*/ 64 h 196"/>
              <a:gd name="T36" fmla="*/ 97 w 161"/>
              <a:gd name="T37" fmla="*/ 70 h 196"/>
              <a:gd name="T38" fmla="*/ 125 w 161"/>
              <a:gd name="T39" fmla="*/ 123 h 196"/>
              <a:gd name="T40" fmla="*/ 147 w 161"/>
              <a:gd name="T41" fmla="*/ 106 h 196"/>
              <a:gd name="T42" fmla="*/ 97 w 161"/>
              <a:gd name="T43" fmla="*/ 64 h 196"/>
              <a:gd name="T44" fmla="*/ 52 w 161"/>
              <a:gd name="T45" fmla="*/ 196 h 196"/>
              <a:gd name="T46" fmla="*/ 36 w 161"/>
              <a:gd name="T47" fmla="*/ 196 h 196"/>
              <a:gd name="T48" fmla="*/ 20 w 161"/>
              <a:gd name="T49" fmla="*/ 196 h 196"/>
              <a:gd name="T50" fmla="*/ 0 w 161"/>
              <a:gd name="T51" fmla="*/ 176 h 196"/>
              <a:gd name="T52" fmla="*/ 0 w 161"/>
              <a:gd name="T53" fmla="*/ 118 h 196"/>
              <a:gd name="T54" fmla="*/ 0 w 161"/>
              <a:gd name="T55" fmla="*/ 110 h 196"/>
              <a:gd name="T56" fmla="*/ 24 w 161"/>
              <a:gd name="T57" fmla="*/ 60 h 196"/>
              <a:gd name="T58" fmla="*/ 24 w 161"/>
              <a:gd name="T59" fmla="*/ 20 h 196"/>
              <a:gd name="T60" fmla="*/ 48 w 161"/>
              <a:gd name="T61" fmla="*/ 20 h 196"/>
              <a:gd name="T62" fmla="*/ 48 w 161"/>
              <a:gd name="T63" fmla="*/ 60 h 196"/>
              <a:gd name="T64" fmla="*/ 72 w 161"/>
              <a:gd name="T65" fmla="*/ 110 h 196"/>
              <a:gd name="T66" fmla="*/ 72 w 161"/>
              <a:gd name="T67" fmla="*/ 118 h 196"/>
              <a:gd name="T68" fmla="*/ 72 w 161"/>
              <a:gd name="T69" fmla="*/ 176 h 196"/>
              <a:gd name="T70" fmla="*/ 52 w 161"/>
              <a:gd name="T71" fmla="*/ 196 h 196"/>
              <a:gd name="T72" fmla="*/ 60 w 161"/>
              <a:gd name="T73" fmla="*/ 120 h 196"/>
              <a:gd name="T74" fmla="*/ 52 w 161"/>
              <a:gd name="T75" fmla="*/ 112 h 196"/>
              <a:gd name="T76" fmla="*/ 32 w 161"/>
              <a:gd name="T77" fmla="*/ 112 h 196"/>
              <a:gd name="T78" fmla="*/ 24 w 161"/>
              <a:gd name="T79" fmla="*/ 120 h 196"/>
              <a:gd name="T80" fmla="*/ 24 w 161"/>
              <a:gd name="T81" fmla="*/ 172 h 196"/>
              <a:gd name="T82" fmla="*/ 32 w 161"/>
              <a:gd name="T83" fmla="*/ 180 h 196"/>
              <a:gd name="T84" fmla="*/ 52 w 161"/>
              <a:gd name="T85" fmla="*/ 180 h 196"/>
              <a:gd name="T86" fmla="*/ 60 w 161"/>
              <a:gd name="T87" fmla="*/ 172 h 196"/>
              <a:gd name="T88" fmla="*/ 60 w 161"/>
              <a:gd name="T89" fmla="*/ 120 h 196"/>
              <a:gd name="T90" fmla="*/ 24 w 161"/>
              <a:gd name="T91" fmla="*/ 16 h 196"/>
              <a:gd name="T92" fmla="*/ 24 w 161"/>
              <a:gd name="T93" fmla="*/ 8 h 196"/>
              <a:gd name="T94" fmla="*/ 32 w 161"/>
              <a:gd name="T95" fmla="*/ 0 h 196"/>
              <a:gd name="T96" fmla="*/ 40 w 161"/>
              <a:gd name="T97" fmla="*/ 0 h 196"/>
              <a:gd name="T98" fmla="*/ 48 w 161"/>
              <a:gd name="T99" fmla="*/ 8 h 196"/>
              <a:gd name="T100" fmla="*/ 48 w 161"/>
              <a:gd name="T101" fmla="*/ 16 h 196"/>
              <a:gd name="T102" fmla="*/ 24 w 161"/>
              <a:gd name="T103" fmla="*/ 16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61" h="196">
                <a:moveTo>
                  <a:pt x="160" y="82"/>
                </a:moveTo>
                <a:cubicBezTo>
                  <a:pt x="160" y="109"/>
                  <a:pt x="147" y="131"/>
                  <a:pt x="128" y="133"/>
                </a:cubicBezTo>
                <a:cubicBezTo>
                  <a:pt x="128" y="181"/>
                  <a:pt x="128" y="181"/>
                  <a:pt x="128" y="181"/>
                </a:cubicBezTo>
                <a:cubicBezTo>
                  <a:pt x="143" y="181"/>
                  <a:pt x="154" y="187"/>
                  <a:pt x="154" y="195"/>
                </a:cubicBezTo>
                <a:cubicBezTo>
                  <a:pt x="154" y="195"/>
                  <a:pt x="153" y="196"/>
                  <a:pt x="153" y="196"/>
                </a:cubicBezTo>
                <a:cubicBezTo>
                  <a:pt x="97" y="196"/>
                  <a:pt x="97" y="196"/>
                  <a:pt x="97" y="196"/>
                </a:cubicBezTo>
                <a:cubicBezTo>
                  <a:pt x="97" y="196"/>
                  <a:pt x="97" y="195"/>
                  <a:pt x="97" y="195"/>
                </a:cubicBezTo>
                <a:cubicBezTo>
                  <a:pt x="97" y="187"/>
                  <a:pt x="107" y="182"/>
                  <a:pt x="120" y="181"/>
                </a:cubicBezTo>
                <a:cubicBezTo>
                  <a:pt x="120" y="133"/>
                  <a:pt x="120" y="133"/>
                  <a:pt x="120" y="133"/>
                </a:cubicBezTo>
                <a:cubicBezTo>
                  <a:pt x="102" y="130"/>
                  <a:pt x="88" y="108"/>
                  <a:pt x="88" y="82"/>
                </a:cubicBezTo>
                <a:cubicBezTo>
                  <a:pt x="88" y="81"/>
                  <a:pt x="88" y="81"/>
                  <a:pt x="88" y="80"/>
                </a:cubicBezTo>
                <a:cubicBezTo>
                  <a:pt x="88" y="80"/>
                  <a:pt x="88" y="80"/>
                  <a:pt x="88" y="80"/>
                </a:cubicBezTo>
                <a:cubicBezTo>
                  <a:pt x="88" y="44"/>
                  <a:pt x="88" y="44"/>
                  <a:pt x="88" y="44"/>
                </a:cubicBezTo>
                <a:cubicBezTo>
                  <a:pt x="160" y="44"/>
                  <a:pt x="160" y="44"/>
                  <a:pt x="160" y="44"/>
                </a:cubicBezTo>
                <a:cubicBezTo>
                  <a:pt x="160" y="76"/>
                  <a:pt x="160" y="76"/>
                  <a:pt x="160" y="76"/>
                </a:cubicBezTo>
                <a:cubicBezTo>
                  <a:pt x="160" y="76"/>
                  <a:pt x="160" y="76"/>
                  <a:pt x="160" y="76"/>
                </a:cubicBezTo>
                <a:cubicBezTo>
                  <a:pt x="161" y="78"/>
                  <a:pt x="160" y="80"/>
                  <a:pt x="160" y="82"/>
                </a:cubicBezTo>
                <a:close/>
                <a:moveTo>
                  <a:pt x="97" y="64"/>
                </a:moveTo>
                <a:cubicBezTo>
                  <a:pt x="96" y="63"/>
                  <a:pt x="97" y="68"/>
                  <a:pt x="97" y="70"/>
                </a:cubicBezTo>
                <a:cubicBezTo>
                  <a:pt x="97" y="92"/>
                  <a:pt x="101" y="123"/>
                  <a:pt x="125" y="123"/>
                </a:cubicBezTo>
                <a:cubicBezTo>
                  <a:pt x="136" y="123"/>
                  <a:pt x="143" y="116"/>
                  <a:pt x="147" y="106"/>
                </a:cubicBezTo>
                <a:cubicBezTo>
                  <a:pt x="151" y="81"/>
                  <a:pt x="112" y="127"/>
                  <a:pt x="97" y="64"/>
                </a:cubicBezTo>
                <a:close/>
                <a:moveTo>
                  <a:pt x="52" y="196"/>
                </a:moveTo>
                <a:cubicBezTo>
                  <a:pt x="36" y="196"/>
                  <a:pt x="36" y="196"/>
                  <a:pt x="36" y="196"/>
                </a:cubicBezTo>
                <a:cubicBezTo>
                  <a:pt x="20" y="196"/>
                  <a:pt x="20" y="196"/>
                  <a:pt x="20" y="196"/>
                </a:cubicBezTo>
                <a:cubicBezTo>
                  <a:pt x="9" y="196"/>
                  <a:pt x="0" y="187"/>
                  <a:pt x="0" y="176"/>
                </a:cubicBezTo>
                <a:cubicBezTo>
                  <a:pt x="0" y="118"/>
                  <a:pt x="0" y="118"/>
                  <a:pt x="0" y="118"/>
                </a:cubicBezTo>
                <a:cubicBezTo>
                  <a:pt x="0" y="115"/>
                  <a:pt x="0" y="115"/>
                  <a:pt x="0" y="110"/>
                </a:cubicBezTo>
                <a:cubicBezTo>
                  <a:pt x="5" y="69"/>
                  <a:pt x="20" y="77"/>
                  <a:pt x="24" y="60"/>
                </a:cubicBezTo>
                <a:cubicBezTo>
                  <a:pt x="24" y="20"/>
                  <a:pt x="24" y="20"/>
                  <a:pt x="24" y="20"/>
                </a:cubicBezTo>
                <a:cubicBezTo>
                  <a:pt x="48" y="20"/>
                  <a:pt x="48" y="20"/>
                  <a:pt x="48" y="20"/>
                </a:cubicBezTo>
                <a:cubicBezTo>
                  <a:pt x="48" y="60"/>
                  <a:pt x="48" y="60"/>
                  <a:pt x="48" y="60"/>
                </a:cubicBezTo>
                <a:cubicBezTo>
                  <a:pt x="52" y="77"/>
                  <a:pt x="68" y="69"/>
                  <a:pt x="72" y="110"/>
                </a:cubicBezTo>
                <a:cubicBezTo>
                  <a:pt x="72" y="114"/>
                  <a:pt x="72" y="115"/>
                  <a:pt x="72" y="118"/>
                </a:cubicBezTo>
                <a:cubicBezTo>
                  <a:pt x="72" y="176"/>
                  <a:pt x="72" y="176"/>
                  <a:pt x="72" y="176"/>
                </a:cubicBezTo>
                <a:cubicBezTo>
                  <a:pt x="72" y="187"/>
                  <a:pt x="63" y="196"/>
                  <a:pt x="52" y="196"/>
                </a:cubicBezTo>
                <a:close/>
                <a:moveTo>
                  <a:pt x="60" y="120"/>
                </a:moveTo>
                <a:cubicBezTo>
                  <a:pt x="60" y="116"/>
                  <a:pt x="57" y="112"/>
                  <a:pt x="52" y="112"/>
                </a:cubicBezTo>
                <a:cubicBezTo>
                  <a:pt x="32" y="112"/>
                  <a:pt x="32" y="112"/>
                  <a:pt x="32" y="112"/>
                </a:cubicBezTo>
                <a:cubicBezTo>
                  <a:pt x="28" y="112"/>
                  <a:pt x="24" y="116"/>
                  <a:pt x="24" y="120"/>
                </a:cubicBezTo>
                <a:cubicBezTo>
                  <a:pt x="24" y="172"/>
                  <a:pt x="24" y="172"/>
                  <a:pt x="24" y="172"/>
                </a:cubicBezTo>
                <a:cubicBezTo>
                  <a:pt x="24" y="177"/>
                  <a:pt x="28" y="180"/>
                  <a:pt x="32" y="180"/>
                </a:cubicBezTo>
                <a:cubicBezTo>
                  <a:pt x="52" y="180"/>
                  <a:pt x="52" y="180"/>
                  <a:pt x="52" y="180"/>
                </a:cubicBezTo>
                <a:cubicBezTo>
                  <a:pt x="57" y="180"/>
                  <a:pt x="60" y="177"/>
                  <a:pt x="60" y="172"/>
                </a:cubicBezTo>
                <a:lnTo>
                  <a:pt x="60" y="120"/>
                </a:lnTo>
                <a:close/>
                <a:moveTo>
                  <a:pt x="24" y="16"/>
                </a:moveTo>
                <a:cubicBezTo>
                  <a:pt x="24" y="8"/>
                  <a:pt x="24" y="8"/>
                  <a:pt x="24" y="8"/>
                </a:cubicBezTo>
                <a:cubicBezTo>
                  <a:pt x="24" y="4"/>
                  <a:pt x="28" y="0"/>
                  <a:pt x="32" y="0"/>
                </a:cubicBezTo>
                <a:cubicBezTo>
                  <a:pt x="40" y="0"/>
                  <a:pt x="40" y="0"/>
                  <a:pt x="40" y="0"/>
                </a:cubicBezTo>
                <a:cubicBezTo>
                  <a:pt x="45" y="0"/>
                  <a:pt x="48" y="4"/>
                  <a:pt x="48" y="8"/>
                </a:cubicBezTo>
                <a:cubicBezTo>
                  <a:pt x="48" y="16"/>
                  <a:pt x="48" y="16"/>
                  <a:pt x="48" y="16"/>
                </a:cubicBezTo>
                <a:cubicBezTo>
                  <a:pt x="37" y="16"/>
                  <a:pt x="35" y="16"/>
                  <a:pt x="24" y="16"/>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136"/>
          <p:cNvSpPr>
            <a:spLocks noEditPoints="1"/>
          </p:cNvSpPr>
          <p:nvPr/>
        </p:nvSpPr>
        <p:spPr bwMode="auto">
          <a:xfrm>
            <a:off x="6889750" y="3459163"/>
            <a:ext cx="322263" cy="398463"/>
          </a:xfrm>
          <a:custGeom>
            <a:avLst/>
            <a:gdLst>
              <a:gd name="T0" fmla="*/ 163 w 163"/>
              <a:gd name="T1" fmla="*/ 184 h 202"/>
              <a:gd name="T2" fmla="*/ 128 w 163"/>
              <a:gd name="T3" fmla="*/ 198 h 202"/>
              <a:gd name="T4" fmla="*/ 91 w 163"/>
              <a:gd name="T5" fmla="*/ 184 h 202"/>
              <a:gd name="T6" fmla="*/ 91 w 163"/>
              <a:gd name="T7" fmla="*/ 184 h 202"/>
              <a:gd name="T8" fmla="*/ 91 w 163"/>
              <a:gd name="T9" fmla="*/ 184 h 202"/>
              <a:gd name="T10" fmla="*/ 92 w 163"/>
              <a:gd name="T11" fmla="*/ 116 h 202"/>
              <a:gd name="T12" fmla="*/ 91 w 163"/>
              <a:gd name="T13" fmla="*/ 116 h 202"/>
              <a:gd name="T14" fmla="*/ 107 w 163"/>
              <a:gd name="T15" fmla="*/ 70 h 202"/>
              <a:gd name="T16" fmla="*/ 113 w 163"/>
              <a:gd name="T17" fmla="*/ 20 h 202"/>
              <a:gd name="T18" fmla="*/ 127 w 163"/>
              <a:gd name="T19" fmla="*/ 20 h 202"/>
              <a:gd name="T20" fmla="*/ 127 w 163"/>
              <a:gd name="T21" fmla="*/ 20 h 202"/>
              <a:gd name="T22" fmla="*/ 141 w 163"/>
              <a:gd name="T23" fmla="*/ 20 h 202"/>
              <a:gd name="T24" fmla="*/ 147 w 163"/>
              <a:gd name="T25" fmla="*/ 70 h 202"/>
              <a:gd name="T26" fmla="*/ 163 w 163"/>
              <a:gd name="T27" fmla="*/ 104 h 202"/>
              <a:gd name="T28" fmla="*/ 163 w 163"/>
              <a:gd name="T29" fmla="*/ 104 h 202"/>
              <a:gd name="T30" fmla="*/ 163 w 163"/>
              <a:gd name="T31" fmla="*/ 184 h 202"/>
              <a:gd name="T32" fmla="*/ 163 w 163"/>
              <a:gd name="T33" fmla="*/ 184 h 202"/>
              <a:gd name="T34" fmla="*/ 163 w 163"/>
              <a:gd name="T35" fmla="*/ 184 h 202"/>
              <a:gd name="T36" fmla="*/ 155 w 163"/>
              <a:gd name="T37" fmla="*/ 108 h 202"/>
              <a:gd name="T38" fmla="*/ 103 w 163"/>
              <a:gd name="T39" fmla="*/ 108 h 202"/>
              <a:gd name="T40" fmla="*/ 103 w 163"/>
              <a:gd name="T41" fmla="*/ 176 h 202"/>
              <a:gd name="T42" fmla="*/ 155 w 163"/>
              <a:gd name="T43" fmla="*/ 176 h 202"/>
              <a:gd name="T44" fmla="*/ 155 w 163"/>
              <a:gd name="T45" fmla="*/ 108 h 202"/>
              <a:gd name="T46" fmla="*/ 107 w 163"/>
              <a:gd name="T47" fmla="*/ 0 h 202"/>
              <a:gd name="T48" fmla="*/ 147 w 163"/>
              <a:gd name="T49" fmla="*/ 0 h 202"/>
              <a:gd name="T50" fmla="*/ 147 w 163"/>
              <a:gd name="T51" fmla="*/ 16 h 202"/>
              <a:gd name="T52" fmla="*/ 107 w 163"/>
              <a:gd name="T53" fmla="*/ 16 h 202"/>
              <a:gd name="T54" fmla="*/ 107 w 163"/>
              <a:gd name="T55" fmla="*/ 0 h 202"/>
              <a:gd name="T56" fmla="*/ 20 w 163"/>
              <a:gd name="T57" fmla="*/ 182 h 202"/>
              <a:gd name="T58" fmla="*/ 17 w 163"/>
              <a:gd name="T59" fmla="*/ 113 h 202"/>
              <a:gd name="T60" fmla="*/ 24 w 163"/>
              <a:gd name="T61" fmla="*/ 120 h 202"/>
              <a:gd name="T62" fmla="*/ 26 w 163"/>
              <a:gd name="T63" fmla="*/ 175 h 202"/>
              <a:gd name="T64" fmla="*/ 82 w 163"/>
              <a:gd name="T65" fmla="*/ 178 h 202"/>
              <a:gd name="T66" fmla="*/ 88 w 163"/>
              <a:gd name="T67" fmla="*/ 185 h 202"/>
              <a:gd name="T68" fmla="*/ 20 w 163"/>
              <a:gd name="T69" fmla="*/ 182 h 202"/>
              <a:gd name="T70" fmla="*/ 52 w 163"/>
              <a:gd name="T71" fmla="*/ 181 h 202"/>
              <a:gd name="T72" fmla="*/ 59 w 163"/>
              <a:gd name="T73" fmla="*/ 155 h 202"/>
              <a:gd name="T74" fmla="*/ 77 w 163"/>
              <a:gd name="T75" fmla="*/ 174 h 202"/>
              <a:gd name="T76" fmla="*/ 52 w 163"/>
              <a:gd name="T77" fmla="*/ 181 h 202"/>
              <a:gd name="T78" fmla="*/ 30 w 163"/>
              <a:gd name="T79" fmla="*/ 171 h 202"/>
              <a:gd name="T80" fmla="*/ 22 w 163"/>
              <a:gd name="T81" fmla="*/ 156 h 202"/>
              <a:gd name="T82" fmla="*/ 52 w 163"/>
              <a:gd name="T83" fmla="*/ 148 h 202"/>
              <a:gd name="T84" fmla="*/ 53 w 163"/>
              <a:gd name="T85" fmla="*/ 149 h 202"/>
              <a:gd name="T86" fmla="*/ 44 w 163"/>
              <a:gd name="T87" fmla="*/ 180 h 202"/>
              <a:gd name="T88" fmla="*/ 30 w 163"/>
              <a:gd name="T89" fmla="*/ 171 h 202"/>
              <a:gd name="T90" fmla="*/ 28 w 163"/>
              <a:gd name="T91" fmla="*/ 124 h 202"/>
              <a:gd name="T92" fmla="*/ 46 w 163"/>
              <a:gd name="T93" fmla="*/ 142 h 202"/>
              <a:gd name="T94" fmla="*/ 20 w 163"/>
              <a:gd name="T95" fmla="*/ 149 h 202"/>
              <a:gd name="T96" fmla="*/ 28 w 163"/>
              <a:gd name="T97" fmla="*/ 124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3" h="202">
                <a:moveTo>
                  <a:pt x="163" y="184"/>
                </a:moveTo>
                <a:cubicBezTo>
                  <a:pt x="163" y="192"/>
                  <a:pt x="147" y="198"/>
                  <a:pt x="128" y="198"/>
                </a:cubicBezTo>
                <a:cubicBezTo>
                  <a:pt x="108" y="198"/>
                  <a:pt x="91" y="192"/>
                  <a:pt x="91" y="184"/>
                </a:cubicBezTo>
                <a:cubicBezTo>
                  <a:pt x="91" y="184"/>
                  <a:pt x="91" y="184"/>
                  <a:pt x="91" y="184"/>
                </a:cubicBezTo>
                <a:cubicBezTo>
                  <a:pt x="91" y="184"/>
                  <a:pt x="91" y="184"/>
                  <a:pt x="91" y="184"/>
                </a:cubicBezTo>
                <a:cubicBezTo>
                  <a:pt x="92" y="116"/>
                  <a:pt x="92" y="116"/>
                  <a:pt x="92" y="116"/>
                </a:cubicBezTo>
                <a:cubicBezTo>
                  <a:pt x="91" y="116"/>
                  <a:pt x="91" y="116"/>
                  <a:pt x="91" y="116"/>
                </a:cubicBezTo>
                <a:cubicBezTo>
                  <a:pt x="91" y="116"/>
                  <a:pt x="89" y="73"/>
                  <a:pt x="107" y="70"/>
                </a:cubicBezTo>
                <a:cubicBezTo>
                  <a:pt x="108" y="30"/>
                  <a:pt x="113" y="20"/>
                  <a:pt x="113" y="20"/>
                </a:cubicBezTo>
                <a:cubicBezTo>
                  <a:pt x="127" y="20"/>
                  <a:pt x="127" y="20"/>
                  <a:pt x="127" y="20"/>
                </a:cubicBezTo>
                <a:cubicBezTo>
                  <a:pt x="127" y="20"/>
                  <a:pt x="127" y="20"/>
                  <a:pt x="127" y="20"/>
                </a:cubicBezTo>
                <a:cubicBezTo>
                  <a:pt x="141" y="20"/>
                  <a:pt x="141" y="20"/>
                  <a:pt x="141" y="20"/>
                </a:cubicBezTo>
                <a:cubicBezTo>
                  <a:pt x="141" y="20"/>
                  <a:pt x="146" y="30"/>
                  <a:pt x="147" y="70"/>
                </a:cubicBezTo>
                <a:cubicBezTo>
                  <a:pt x="159" y="72"/>
                  <a:pt x="162" y="91"/>
                  <a:pt x="163" y="104"/>
                </a:cubicBezTo>
                <a:cubicBezTo>
                  <a:pt x="163" y="104"/>
                  <a:pt x="163" y="104"/>
                  <a:pt x="163" y="104"/>
                </a:cubicBezTo>
                <a:cubicBezTo>
                  <a:pt x="163" y="184"/>
                  <a:pt x="163" y="184"/>
                  <a:pt x="163" y="184"/>
                </a:cubicBezTo>
                <a:cubicBezTo>
                  <a:pt x="163" y="184"/>
                  <a:pt x="163" y="184"/>
                  <a:pt x="163" y="184"/>
                </a:cubicBezTo>
                <a:cubicBezTo>
                  <a:pt x="163" y="184"/>
                  <a:pt x="163" y="184"/>
                  <a:pt x="163" y="184"/>
                </a:cubicBezTo>
                <a:close/>
                <a:moveTo>
                  <a:pt x="155" y="108"/>
                </a:moveTo>
                <a:cubicBezTo>
                  <a:pt x="130" y="119"/>
                  <a:pt x="103" y="108"/>
                  <a:pt x="103" y="108"/>
                </a:cubicBezTo>
                <a:cubicBezTo>
                  <a:pt x="103" y="176"/>
                  <a:pt x="103" y="176"/>
                  <a:pt x="103" y="176"/>
                </a:cubicBezTo>
                <a:cubicBezTo>
                  <a:pt x="103" y="176"/>
                  <a:pt x="130" y="187"/>
                  <a:pt x="155" y="176"/>
                </a:cubicBezTo>
                <a:cubicBezTo>
                  <a:pt x="155" y="172"/>
                  <a:pt x="155" y="112"/>
                  <a:pt x="155" y="108"/>
                </a:cubicBezTo>
                <a:close/>
                <a:moveTo>
                  <a:pt x="107" y="0"/>
                </a:moveTo>
                <a:cubicBezTo>
                  <a:pt x="147" y="0"/>
                  <a:pt x="147" y="0"/>
                  <a:pt x="147" y="0"/>
                </a:cubicBezTo>
                <a:cubicBezTo>
                  <a:pt x="147" y="16"/>
                  <a:pt x="147" y="16"/>
                  <a:pt x="147" y="16"/>
                </a:cubicBezTo>
                <a:cubicBezTo>
                  <a:pt x="107" y="16"/>
                  <a:pt x="107" y="16"/>
                  <a:pt x="107" y="16"/>
                </a:cubicBezTo>
                <a:lnTo>
                  <a:pt x="107" y="0"/>
                </a:lnTo>
                <a:close/>
                <a:moveTo>
                  <a:pt x="20" y="182"/>
                </a:moveTo>
                <a:cubicBezTo>
                  <a:pt x="1" y="163"/>
                  <a:pt x="0" y="133"/>
                  <a:pt x="17" y="113"/>
                </a:cubicBezTo>
                <a:cubicBezTo>
                  <a:pt x="24" y="120"/>
                  <a:pt x="24" y="120"/>
                  <a:pt x="24" y="120"/>
                </a:cubicBezTo>
                <a:cubicBezTo>
                  <a:pt x="10" y="136"/>
                  <a:pt x="11" y="160"/>
                  <a:pt x="26" y="175"/>
                </a:cubicBezTo>
                <a:cubicBezTo>
                  <a:pt x="41" y="191"/>
                  <a:pt x="66" y="191"/>
                  <a:pt x="82" y="178"/>
                </a:cubicBezTo>
                <a:cubicBezTo>
                  <a:pt x="88" y="185"/>
                  <a:pt x="88" y="185"/>
                  <a:pt x="88" y="185"/>
                </a:cubicBezTo>
                <a:cubicBezTo>
                  <a:pt x="69" y="202"/>
                  <a:pt x="38" y="201"/>
                  <a:pt x="20" y="182"/>
                </a:cubicBezTo>
                <a:close/>
                <a:moveTo>
                  <a:pt x="52" y="181"/>
                </a:moveTo>
                <a:cubicBezTo>
                  <a:pt x="59" y="155"/>
                  <a:pt x="59" y="155"/>
                  <a:pt x="59" y="155"/>
                </a:cubicBezTo>
                <a:cubicBezTo>
                  <a:pt x="77" y="174"/>
                  <a:pt x="77" y="174"/>
                  <a:pt x="77" y="174"/>
                </a:cubicBezTo>
                <a:cubicBezTo>
                  <a:pt x="70" y="180"/>
                  <a:pt x="61" y="182"/>
                  <a:pt x="52" y="181"/>
                </a:cubicBezTo>
                <a:close/>
                <a:moveTo>
                  <a:pt x="30" y="171"/>
                </a:moveTo>
                <a:cubicBezTo>
                  <a:pt x="26" y="167"/>
                  <a:pt x="23" y="162"/>
                  <a:pt x="22" y="156"/>
                </a:cubicBezTo>
                <a:cubicBezTo>
                  <a:pt x="52" y="148"/>
                  <a:pt x="52" y="148"/>
                  <a:pt x="52" y="148"/>
                </a:cubicBezTo>
                <a:cubicBezTo>
                  <a:pt x="53" y="149"/>
                  <a:pt x="53" y="149"/>
                  <a:pt x="53" y="149"/>
                </a:cubicBezTo>
                <a:cubicBezTo>
                  <a:pt x="44" y="180"/>
                  <a:pt x="44" y="180"/>
                  <a:pt x="44" y="180"/>
                </a:cubicBezTo>
                <a:cubicBezTo>
                  <a:pt x="39" y="178"/>
                  <a:pt x="35" y="175"/>
                  <a:pt x="30" y="171"/>
                </a:cubicBezTo>
                <a:close/>
                <a:moveTo>
                  <a:pt x="28" y="124"/>
                </a:moveTo>
                <a:cubicBezTo>
                  <a:pt x="46" y="142"/>
                  <a:pt x="46" y="142"/>
                  <a:pt x="46" y="142"/>
                </a:cubicBezTo>
                <a:cubicBezTo>
                  <a:pt x="20" y="149"/>
                  <a:pt x="20" y="149"/>
                  <a:pt x="20" y="149"/>
                </a:cubicBezTo>
                <a:cubicBezTo>
                  <a:pt x="20" y="140"/>
                  <a:pt x="22" y="131"/>
                  <a:pt x="28" y="124"/>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137"/>
          <p:cNvSpPr>
            <a:spLocks noEditPoints="1"/>
          </p:cNvSpPr>
          <p:nvPr/>
        </p:nvSpPr>
        <p:spPr bwMode="auto">
          <a:xfrm>
            <a:off x="7412038" y="3459163"/>
            <a:ext cx="307975" cy="390525"/>
          </a:xfrm>
          <a:custGeom>
            <a:avLst/>
            <a:gdLst>
              <a:gd name="T0" fmla="*/ 151 w 156"/>
              <a:gd name="T1" fmla="*/ 17 h 198"/>
              <a:gd name="T2" fmla="*/ 127 w 156"/>
              <a:gd name="T3" fmla="*/ 6 h 198"/>
              <a:gd name="T4" fmla="*/ 97 w 156"/>
              <a:gd name="T5" fmla="*/ 29 h 198"/>
              <a:gd name="T6" fmla="*/ 112 w 156"/>
              <a:gd name="T7" fmla="*/ 46 h 198"/>
              <a:gd name="T8" fmla="*/ 75 w 156"/>
              <a:gd name="T9" fmla="*/ 46 h 198"/>
              <a:gd name="T10" fmla="*/ 91 w 156"/>
              <a:gd name="T11" fmla="*/ 29 h 198"/>
              <a:gd name="T12" fmla="*/ 127 w 156"/>
              <a:gd name="T13" fmla="*/ 0 h 198"/>
              <a:gd name="T14" fmla="*/ 156 w 156"/>
              <a:gd name="T15" fmla="*/ 13 h 198"/>
              <a:gd name="T16" fmla="*/ 151 w 156"/>
              <a:gd name="T17" fmla="*/ 17 h 198"/>
              <a:gd name="T18" fmla="*/ 0 w 156"/>
              <a:gd name="T19" fmla="*/ 51 h 198"/>
              <a:gd name="T20" fmla="*/ 139 w 156"/>
              <a:gd name="T21" fmla="*/ 51 h 198"/>
              <a:gd name="T22" fmla="*/ 75 w 156"/>
              <a:gd name="T23" fmla="*/ 126 h 198"/>
              <a:gd name="T24" fmla="*/ 75 w 156"/>
              <a:gd name="T25" fmla="*/ 180 h 198"/>
              <a:gd name="T26" fmla="*/ 120 w 156"/>
              <a:gd name="T27" fmla="*/ 198 h 198"/>
              <a:gd name="T28" fmla="*/ 22 w 156"/>
              <a:gd name="T29" fmla="*/ 198 h 198"/>
              <a:gd name="T30" fmla="*/ 63 w 156"/>
              <a:gd name="T31" fmla="*/ 181 h 198"/>
              <a:gd name="T32" fmla="*/ 63 w 156"/>
              <a:gd name="T33" fmla="*/ 127 h 198"/>
              <a:gd name="T34" fmla="*/ 0 w 156"/>
              <a:gd name="T35" fmla="*/ 51 h 198"/>
              <a:gd name="T36" fmla="*/ 69 w 156"/>
              <a:gd name="T37" fmla="*/ 114 h 198"/>
              <a:gd name="T38" fmla="*/ 69 w 156"/>
              <a:gd name="T39" fmla="*/ 114 h 198"/>
              <a:gd name="T40" fmla="*/ 121 w 156"/>
              <a:gd name="T41" fmla="*/ 58 h 198"/>
              <a:gd name="T42" fmla="*/ 19 w 156"/>
              <a:gd name="T43" fmla="*/ 58 h 198"/>
              <a:gd name="T44" fmla="*/ 69 w 156"/>
              <a:gd name="T45" fmla="*/ 114 h 198"/>
              <a:gd name="T46" fmla="*/ 96 w 156"/>
              <a:gd name="T47" fmla="*/ 74 h 198"/>
              <a:gd name="T48" fmla="*/ 70 w 156"/>
              <a:gd name="T49" fmla="*/ 103 h 198"/>
              <a:gd name="T50" fmla="*/ 43 w 156"/>
              <a:gd name="T51" fmla="*/ 75 h 198"/>
              <a:gd name="T52" fmla="*/ 96 w 156"/>
              <a:gd name="T53" fmla="*/ 74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6" h="198">
                <a:moveTo>
                  <a:pt x="151" y="17"/>
                </a:moveTo>
                <a:cubicBezTo>
                  <a:pt x="145" y="11"/>
                  <a:pt x="137" y="6"/>
                  <a:pt x="127" y="6"/>
                </a:cubicBezTo>
                <a:cubicBezTo>
                  <a:pt x="113" y="6"/>
                  <a:pt x="101" y="16"/>
                  <a:pt x="97" y="29"/>
                </a:cubicBezTo>
                <a:cubicBezTo>
                  <a:pt x="105" y="31"/>
                  <a:pt x="111" y="38"/>
                  <a:pt x="112" y="46"/>
                </a:cubicBezTo>
                <a:cubicBezTo>
                  <a:pt x="75" y="46"/>
                  <a:pt x="75" y="46"/>
                  <a:pt x="75" y="46"/>
                </a:cubicBezTo>
                <a:cubicBezTo>
                  <a:pt x="76" y="38"/>
                  <a:pt x="82" y="30"/>
                  <a:pt x="91" y="29"/>
                </a:cubicBezTo>
                <a:cubicBezTo>
                  <a:pt x="95" y="12"/>
                  <a:pt x="109" y="0"/>
                  <a:pt x="127" y="0"/>
                </a:cubicBezTo>
                <a:cubicBezTo>
                  <a:pt x="139" y="0"/>
                  <a:pt x="149" y="5"/>
                  <a:pt x="156" y="13"/>
                </a:cubicBezTo>
                <a:lnTo>
                  <a:pt x="151" y="17"/>
                </a:lnTo>
                <a:close/>
                <a:moveTo>
                  <a:pt x="0" y="51"/>
                </a:moveTo>
                <a:cubicBezTo>
                  <a:pt x="139" y="51"/>
                  <a:pt x="139" y="51"/>
                  <a:pt x="139" y="51"/>
                </a:cubicBezTo>
                <a:cubicBezTo>
                  <a:pt x="75" y="126"/>
                  <a:pt x="75" y="126"/>
                  <a:pt x="75" y="126"/>
                </a:cubicBezTo>
                <a:cubicBezTo>
                  <a:pt x="75" y="180"/>
                  <a:pt x="75" y="180"/>
                  <a:pt x="75" y="180"/>
                </a:cubicBezTo>
                <a:cubicBezTo>
                  <a:pt x="120" y="198"/>
                  <a:pt x="120" y="198"/>
                  <a:pt x="120" y="198"/>
                </a:cubicBezTo>
                <a:cubicBezTo>
                  <a:pt x="22" y="198"/>
                  <a:pt x="22" y="198"/>
                  <a:pt x="22" y="198"/>
                </a:cubicBezTo>
                <a:cubicBezTo>
                  <a:pt x="63" y="181"/>
                  <a:pt x="63" y="181"/>
                  <a:pt x="63" y="181"/>
                </a:cubicBezTo>
                <a:cubicBezTo>
                  <a:pt x="63" y="127"/>
                  <a:pt x="63" y="127"/>
                  <a:pt x="63" y="127"/>
                </a:cubicBezTo>
                <a:lnTo>
                  <a:pt x="0" y="51"/>
                </a:lnTo>
                <a:close/>
                <a:moveTo>
                  <a:pt x="69" y="114"/>
                </a:moveTo>
                <a:cubicBezTo>
                  <a:pt x="69" y="114"/>
                  <a:pt x="69" y="114"/>
                  <a:pt x="69" y="114"/>
                </a:cubicBezTo>
                <a:cubicBezTo>
                  <a:pt x="121" y="58"/>
                  <a:pt x="121" y="58"/>
                  <a:pt x="121" y="58"/>
                </a:cubicBezTo>
                <a:cubicBezTo>
                  <a:pt x="19" y="58"/>
                  <a:pt x="19" y="58"/>
                  <a:pt x="19" y="58"/>
                </a:cubicBezTo>
                <a:lnTo>
                  <a:pt x="69" y="114"/>
                </a:lnTo>
                <a:close/>
                <a:moveTo>
                  <a:pt x="96" y="74"/>
                </a:moveTo>
                <a:cubicBezTo>
                  <a:pt x="70" y="103"/>
                  <a:pt x="70" y="103"/>
                  <a:pt x="70" y="103"/>
                </a:cubicBezTo>
                <a:cubicBezTo>
                  <a:pt x="43" y="75"/>
                  <a:pt x="43" y="75"/>
                  <a:pt x="43" y="75"/>
                </a:cubicBezTo>
                <a:lnTo>
                  <a:pt x="96" y="74"/>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138"/>
          <p:cNvSpPr>
            <a:spLocks noEditPoints="1"/>
          </p:cNvSpPr>
          <p:nvPr/>
        </p:nvSpPr>
        <p:spPr bwMode="auto">
          <a:xfrm>
            <a:off x="4489450" y="3952875"/>
            <a:ext cx="333375" cy="395288"/>
          </a:xfrm>
          <a:custGeom>
            <a:avLst/>
            <a:gdLst>
              <a:gd name="T0" fmla="*/ 161 w 169"/>
              <a:gd name="T1" fmla="*/ 70 h 200"/>
              <a:gd name="T2" fmla="*/ 129 w 169"/>
              <a:gd name="T3" fmla="*/ 55 h 200"/>
              <a:gd name="T4" fmla="*/ 113 w 169"/>
              <a:gd name="T5" fmla="*/ 89 h 200"/>
              <a:gd name="T6" fmla="*/ 111 w 169"/>
              <a:gd name="T7" fmla="*/ 91 h 200"/>
              <a:gd name="T8" fmla="*/ 104 w 169"/>
              <a:gd name="T9" fmla="*/ 87 h 200"/>
              <a:gd name="T10" fmla="*/ 105 w 169"/>
              <a:gd name="T11" fmla="*/ 85 h 200"/>
              <a:gd name="T12" fmla="*/ 122 w 169"/>
              <a:gd name="T13" fmla="*/ 52 h 200"/>
              <a:gd name="T14" fmla="*/ 89 w 169"/>
              <a:gd name="T15" fmla="*/ 36 h 200"/>
              <a:gd name="T16" fmla="*/ 135 w 169"/>
              <a:gd name="T17" fmla="*/ 15 h 200"/>
              <a:gd name="T18" fmla="*/ 143 w 169"/>
              <a:gd name="T19" fmla="*/ 11 h 200"/>
              <a:gd name="T20" fmla="*/ 150 w 169"/>
              <a:gd name="T21" fmla="*/ 21 h 200"/>
              <a:gd name="T22" fmla="*/ 150 w 169"/>
              <a:gd name="T23" fmla="*/ 22 h 200"/>
              <a:gd name="T24" fmla="*/ 161 w 169"/>
              <a:gd name="T25" fmla="*/ 70 h 200"/>
              <a:gd name="T26" fmla="*/ 102 w 169"/>
              <a:gd name="T27" fmla="*/ 69 h 200"/>
              <a:gd name="T28" fmla="*/ 83 w 169"/>
              <a:gd name="T29" fmla="*/ 68 h 200"/>
              <a:gd name="T30" fmla="*/ 77 w 169"/>
              <a:gd name="T31" fmla="*/ 68 h 200"/>
              <a:gd name="T32" fmla="*/ 72 w 169"/>
              <a:gd name="T33" fmla="*/ 57 h 200"/>
              <a:gd name="T34" fmla="*/ 83 w 169"/>
              <a:gd name="T35" fmla="*/ 56 h 200"/>
              <a:gd name="T36" fmla="*/ 106 w 169"/>
              <a:gd name="T37" fmla="*/ 58 h 200"/>
              <a:gd name="T38" fmla="*/ 102 w 169"/>
              <a:gd name="T39" fmla="*/ 69 h 200"/>
              <a:gd name="T40" fmla="*/ 61 w 169"/>
              <a:gd name="T41" fmla="*/ 88 h 200"/>
              <a:gd name="T42" fmla="*/ 42 w 169"/>
              <a:gd name="T43" fmla="*/ 30 h 200"/>
              <a:gd name="T44" fmla="*/ 0 w 169"/>
              <a:gd name="T45" fmla="*/ 12 h 200"/>
              <a:gd name="T46" fmla="*/ 4 w 169"/>
              <a:gd name="T47" fmla="*/ 0 h 200"/>
              <a:gd name="T48" fmla="*/ 53 w 169"/>
              <a:gd name="T49" fmla="*/ 20 h 200"/>
              <a:gd name="T50" fmla="*/ 75 w 169"/>
              <a:gd name="T51" fmla="*/ 88 h 200"/>
              <a:gd name="T52" fmla="*/ 61 w 169"/>
              <a:gd name="T53" fmla="*/ 88 h 200"/>
              <a:gd name="T54" fmla="*/ 40 w 169"/>
              <a:gd name="T55" fmla="*/ 61 h 200"/>
              <a:gd name="T56" fmla="*/ 45 w 169"/>
              <a:gd name="T57" fmla="*/ 74 h 200"/>
              <a:gd name="T58" fmla="*/ 33 w 169"/>
              <a:gd name="T59" fmla="*/ 84 h 200"/>
              <a:gd name="T60" fmla="*/ 65 w 169"/>
              <a:gd name="T61" fmla="*/ 99 h 200"/>
              <a:gd name="T62" fmla="*/ 71 w 169"/>
              <a:gd name="T63" fmla="*/ 120 h 200"/>
              <a:gd name="T64" fmla="*/ 78 w 169"/>
              <a:gd name="T65" fmla="*/ 100 h 200"/>
              <a:gd name="T66" fmla="*/ 79 w 169"/>
              <a:gd name="T67" fmla="*/ 100 h 200"/>
              <a:gd name="T68" fmla="*/ 88 w 169"/>
              <a:gd name="T69" fmla="*/ 143 h 200"/>
              <a:gd name="T70" fmla="*/ 96 w 169"/>
              <a:gd name="T71" fmla="*/ 99 h 200"/>
              <a:gd name="T72" fmla="*/ 132 w 169"/>
              <a:gd name="T73" fmla="*/ 84 h 200"/>
              <a:gd name="T74" fmla="*/ 129 w 169"/>
              <a:gd name="T75" fmla="*/ 78 h 200"/>
              <a:gd name="T76" fmla="*/ 136 w 169"/>
              <a:gd name="T77" fmla="*/ 67 h 200"/>
              <a:gd name="T78" fmla="*/ 155 w 169"/>
              <a:gd name="T79" fmla="*/ 112 h 200"/>
              <a:gd name="T80" fmla="*/ 83 w 169"/>
              <a:gd name="T81" fmla="*/ 200 h 200"/>
              <a:gd name="T82" fmla="*/ 10 w 169"/>
              <a:gd name="T83" fmla="*/ 112 h 200"/>
              <a:gd name="T84" fmla="*/ 40 w 169"/>
              <a:gd name="T85" fmla="*/ 61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9" h="200">
                <a:moveTo>
                  <a:pt x="161" y="70"/>
                </a:moveTo>
                <a:cubicBezTo>
                  <a:pt x="144" y="62"/>
                  <a:pt x="136" y="58"/>
                  <a:pt x="129" y="55"/>
                </a:cubicBezTo>
                <a:cubicBezTo>
                  <a:pt x="113" y="89"/>
                  <a:pt x="113" y="89"/>
                  <a:pt x="113" y="89"/>
                </a:cubicBezTo>
                <a:cubicBezTo>
                  <a:pt x="112" y="89"/>
                  <a:pt x="112" y="90"/>
                  <a:pt x="111" y="91"/>
                </a:cubicBezTo>
                <a:cubicBezTo>
                  <a:pt x="104" y="87"/>
                  <a:pt x="104" y="87"/>
                  <a:pt x="104" y="87"/>
                </a:cubicBezTo>
                <a:cubicBezTo>
                  <a:pt x="105" y="87"/>
                  <a:pt x="105" y="86"/>
                  <a:pt x="105" y="85"/>
                </a:cubicBezTo>
                <a:cubicBezTo>
                  <a:pt x="122" y="52"/>
                  <a:pt x="122" y="52"/>
                  <a:pt x="122" y="52"/>
                </a:cubicBezTo>
                <a:cubicBezTo>
                  <a:pt x="115" y="48"/>
                  <a:pt x="107" y="45"/>
                  <a:pt x="89" y="36"/>
                </a:cubicBezTo>
                <a:cubicBezTo>
                  <a:pt x="98" y="19"/>
                  <a:pt x="117" y="10"/>
                  <a:pt x="135" y="15"/>
                </a:cubicBezTo>
                <a:cubicBezTo>
                  <a:pt x="137" y="12"/>
                  <a:pt x="140" y="11"/>
                  <a:pt x="143" y="11"/>
                </a:cubicBezTo>
                <a:cubicBezTo>
                  <a:pt x="148" y="12"/>
                  <a:pt x="151" y="17"/>
                  <a:pt x="150" y="21"/>
                </a:cubicBezTo>
                <a:cubicBezTo>
                  <a:pt x="150" y="21"/>
                  <a:pt x="150" y="22"/>
                  <a:pt x="150" y="22"/>
                </a:cubicBezTo>
                <a:cubicBezTo>
                  <a:pt x="164" y="33"/>
                  <a:pt x="169" y="53"/>
                  <a:pt x="161" y="70"/>
                </a:cubicBezTo>
                <a:close/>
                <a:moveTo>
                  <a:pt x="102" y="69"/>
                </a:moveTo>
                <a:cubicBezTo>
                  <a:pt x="96" y="68"/>
                  <a:pt x="90" y="68"/>
                  <a:pt x="83" y="68"/>
                </a:cubicBezTo>
                <a:cubicBezTo>
                  <a:pt x="81" y="68"/>
                  <a:pt x="79" y="68"/>
                  <a:pt x="77" y="68"/>
                </a:cubicBezTo>
                <a:cubicBezTo>
                  <a:pt x="75" y="64"/>
                  <a:pt x="74" y="60"/>
                  <a:pt x="72" y="57"/>
                </a:cubicBezTo>
                <a:cubicBezTo>
                  <a:pt x="75" y="56"/>
                  <a:pt x="79" y="56"/>
                  <a:pt x="83" y="56"/>
                </a:cubicBezTo>
                <a:cubicBezTo>
                  <a:pt x="92" y="56"/>
                  <a:pt x="99" y="57"/>
                  <a:pt x="106" y="58"/>
                </a:cubicBezTo>
                <a:cubicBezTo>
                  <a:pt x="105" y="61"/>
                  <a:pt x="104" y="65"/>
                  <a:pt x="102" y="69"/>
                </a:cubicBezTo>
                <a:close/>
                <a:moveTo>
                  <a:pt x="61" y="88"/>
                </a:moveTo>
                <a:cubicBezTo>
                  <a:pt x="42" y="30"/>
                  <a:pt x="42" y="30"/>
                  <a:pt x="42" y="30"/>
                </a:cubicBezTo>
                <a:cubicBezTo>
                  <a:pt x="0" y="12"/>
                  <a:pt x="0" y="12"/>
                  <a:pt x="0" y="12"/>
                </a:cubicBezTo>
                <a:cubicBezTo>
                  <a:pt x="4" y="0"/>
                  <a:pt x="4" y="0"/>
                  <a:pt x="4" y="0"/>
                </a:cubicBezTo>
                <a:cubicBezTo>
                  <a:pt x="53" y="20"/>
                  <a:pt x="53" y="20"/>
                  <a:pt x="53" y="20"/>
                </a:cubicBezTo>
                <a:cubicBezTo>
                  <a:pt x="75" y="88"/>
                  <a:pt x="75" y="88"/>
                  <a:pt x="75" y="88"/>
                </a:cubicBezTo>
                <a:lnTo>
                  <a:pt x="61" y="88"/>
                </a:lnTo>
                <a:close/>
                <a:moveTo>
                  <a:pt x="40" y="61"/>
                </a:moveTo>
                <a:cubicBezTo>
                  <a:pt x="45" y="74"/>
                  <a:pt x="45" y="74"/>
                  <a:pt x="45" y="74"/>
                </a:cubicBezTo>
                <a:cubicBezTo>
                  <a:pt x="38" y="77"/>
                  <a:pt x="33" y="81"/>
                  <a:pt x="33" y="84"/>
                </a:cubicBezTo>
                <a:cubicBezTo>
                  <a:pt x="33" y="91"/>
                  <a:pt x="46" y="97"/>
                  <a:pt x="65" y="99"/>
                </a:cubicBezTo>
                <a:cubicBezTo>
                  <a:pt x="71" y="120"/>
                  <a:pt x="71" y="120"/>
                  <a:pt x="71" y="120"/>
                </a:cubicBezTo>
                <a:cubicBezTo>
                  <a:pt x="78" y="100"/>
                  <a:pt x="78" y="100"/>
                  <a:pt x="78" y="100"/>
                </a:cubicBezTo>
                <a:cubicBezTo>
                  <a:pt x="78" y="100"/>
                  <a:pt x="79" y="100"/>
                  <a:pt x="79" y="100"/>
                </a:cubicBezTo>
                <a:cubicBezTo>
                  <a:pt x="88" y="143"/>
                  <a:pt x="88" y="143"/>
                  <a:pt x="88" y="143"/>
                </a:cubicBezTo>
                <a:cubicBezTo>
                  <a:pt x="96" y="99"/>
                  <a:pt x="96" y="99"/>
                  <a:pt x="96" y="99"/>
                </a:cubicBezTo>
                <a:cubicBezTo>
                  <a:pt x="117" y="97"/>
                  <a:pt x="132" y="91"/>
                  <a:pt x="132" y="84"/>
                </a:cubicBezTo>
                <a:cubicBezTo>
                  <a:pt x="132" y="82"/>
                  <a:pt x="131" y="80"/>
                  <a:pt x="129" y="78"/>
                </a:cubicBezTo>
                <a:cubicBezTo>
                  <a:pt x="136" y="67"/>
                  <a:pt x="136" y="67"/>
                  <a:pt x="136" y="67"/>
                </a:cubicBezTo>
                <a:cubicBezTo>
                  <a:pt x="150" y="76"/>
                  <a:pt x="155" y="91"/>
                  <a:pt x="155" y="112"/>
                </a:cubicBezTo>
                <a:cubicBezTo>
                  <a:pt x="155" y="150"/>
                  <a:pt x="128" y="200"/>
                  <a:pt x="83" y="200"/>
                </a:cubicBezTo>
                <a:cubicBezTo>
                  <a:pt x="30" y="200"/>
                  <a:pt x="10" y="150"/>
                  <a:pt x="10" y="112"/>
                </a:cubicBezTo>
                <a:cubicBezTo>
                  <a:pt x="10" y="85"/>
                  <a:pt x="16" y="69"/>
                  <a:pt x="40" y="61"/>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139"/>
          <p:cNvSpPr>
            <a:spLocks noEditPoints="1"/>
          </p:cNvSpPr>
          <p:nvPr/>
        </p:nvSpPr>
        <p:spPr bwMode="auto">
          <a:xfrm>
            <a:off x="4949825" y="3967163"/>
            <a:ext cx="384175" cy="368300"/>
          </a:xfrm>
          <a:custGeom>
            <a:avLst/>
            <a:gdLst>
              <a:gd name="T0" fmla="*/ 68 w 194"/>
              <a:gd name="T1" fmla="*/ 33 h 186"/>
              <a:gd name="T2" fmla="*/ 76 w 194"/>
              <a:gd name="T3" fmla="*/ 11 h 186"/>
              <a:gd name="T4" fmla="*/ 131 w 194"/>
              <a:gd name="T5" fmla="*/ 1 h 186"/>
              <a:gd name="T6" fmla="*/ 91 w 194"/>
              <a:gd name="T7" fmla="*/ 13 h 186"/>
              <a:gd name="T8" fmla="*/ 81 w 194"/>
              <a:gd name="T9" fmla="*/ 30 h 186"/>
              <a:gd name="T10" fmla="*/ 96 w 194"/>
              <a:gd name="T11" fmla="*/ 33 h 186"/>
              <a:gd name="T12" fmla="*/ 10 w 194"/>
              <a:gd name="T13" fmla="*/ 165 h 186"/>
              <a:gd name="T14" fmla="*/ 22 w 194"/>
              <a:gd name="T15" fmla="*/ 185 h 186"/>
              <a:gd name="T16" fmla="*/ 194 w 194"/>
              <a:gd name="T17" fmla="*/ 173 h 186"/>
              <a:gd name="T18" fmla="*/ 22 w 194"/>
              <a:gd name="T19" fmla="*/ 185 h 186"/>
              <a:gd name="T20" fmla="*/ 173 w 194"/>
              <a:gd name="T21" fmla="*/ 165 h 186"/>
              <a:gd name="T22" fmla="*/ 97 w 194"/>
              <a:gd name="T23" fmla="*/ 141 h 186"/>
              <a:gd name="T24" fmla="*/ 107 w 194"/>
              <a:gd name="T25" fmla="*/ 111 h 186"/>
              <a:gd name="T26" fmla="*/ 107 w 194"/>
              <a:gd name="T27" fmla="*/ 136 h 186"/>
              <a:gd name="T28" fmla="*/ 126 w 194"/>
              <a:gd name="T29" fmla="*/ 136 h 186"/>
              <a:gd name="T30" fmla="*/ 143 w 194"/>
              <a:gd name="T31" fmla="*/ 135 h 186"/>
              <a:gd name="T32" fmla="*/ 160 w 194"/>
              <a:gd name="T33" fmla="*/ 136 h 186"/>
              <a:gd name="T34" fmla="*/ 178 w 194"/>
              <a:gd name="T35" fmla="*/ 136 h 186"/>
              <a:gd name="T36" fmla="*/ 177 w 194"/>
              <a:gd name="T37" fmla="*/ 111 h 186"/>
              <a:gd name="T38" fmla="*/ 159 w 194"/>
              <a:gd name="T39" fmla="*/ 111 h 186"/>
              <a:gd name="T40" fmla="*/ 143 w 194"/>
              <a:gd name="T41" fmla="*/ 111 h 186"/>
              <a:gd name="T42" fmla="*/ 134 w 194"/>
              <a:gd name="T43" fmla="*/ 114 h 186"/>
              <a:gd name="T44" fmla="*/ 117 w 194"/>
              <a:gd name="T45" fmla="*/ 115 h 186"/>
              <a:gd name="T46" fmla="*/ 117 w 194"/>
              <a:gd name="T47" fmla="*/ 85 h 186"/>
              <a:gd name="T48" fmla="*/ 187 w 194"/>
              <a:gd name="T49" fmla="*/ 105 h 186"/>
              <a:gd name="T50" fmla="*/ 117 w 194"/>
              <a:gd name="T51" fmla="*/ 85 h 186"/>
              <a:gd name="T52" fmla="*/ 13 w 194"/>
              <a:gd name="T53" fmla="*/ 68 h 186"/>
              <a:gd name="T54" fmla="*/ 58 w 194"/>
              <a:gd name="T55" fmla="*/ 69 h 186"/>
              <a:gd name="T56" fmla="*/ 67 w 194"/>
              <a:gd name="T57" fmla="*/ 43 h 186"/>
              <a:gd name="T58" fmla="*/ 13 w 194"/>
              <a:gd name="T59" fmla="*/ 41 h 186"/>
              <a:gd name="T60" fmla="*/ 86 w 194"/>
              <a:gd name="T61" fmla="*/ 68 h 186"/>
              <a:gd name="T62" fmla="*/ 85 w 194"/>
              <a:gd name="T63" fmla="*/ 41 h 186"/>
              <a:gd name="T64" fmla="*/ 77 w 194"/>
              <a:gd name="T65" fmla="*/ 42 h 186"/>
              <a:gd name="T66" fmla="*/ 72 w 194"/>
              <a:gd name="T67" fmla="*/ 69 h 186"/>
              <a:gd name="T68" fmla="*/ 86 w 194"/>
              <a:gd name="T69" fmla="*/ 68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4" h="186">
                <a:moveTo>
                  <a:pt x="2" y="33"/>
                </a:moveTo>
                <a:cubicBezTo>
                  <a:pt x="68" y="33"/>
                  <a:pt x="68" y="33"/>
                  <a:pt x="68" y="33"/>
                </a:cubicBezTo>
                <a:cubicBezTo>
                  <a:pt x="69" y="33"/>
                  <a:pt x="70" y="32"/>
                  <a:pt x="70" y="31"/>
                </a:cubicBezTo>
                <a:cubicBezTo>
                  <a:pt x="76" y="11"/>
                  <a:pt x="76" y="11"/>
                  <a:pt x="76" y="11"/>
                </a:cubicBezTo>
                <a:cubicBezTo>
                  <a:pt x="79" y="6"/>
                  <a:pt x="83" y="0"/>
                  <a:pt x="89" y="1"/>
                </a:cubicBezTo>
                <a:cubicBezTo>
                  <a:pt x="131" y="1"/>
                  <a:pt x="131" y="1"/>
                  <a:pt x="131" y="1"/>
                </a:cubicBezTo>
                <a:cubicBezTo>
                  <a:pt x="131" y="13"/>
                  <a:pt x="131" y="13"/>
                  <a:pt x="131" y="13"/>
                </a:cubicBezTo>
                <a:cubicBezTo>
                  <a:pt x="91" y="13"/>
                  <a:pt x="91" y="13"/>
                  <a:pt x="91" y="13"/>
                </a:cubicBezTo>
                <a:cubicBezTo>
                  <a:pt x="88" y="13"/>
                  <a:pt x="86" y="14"/>
                  <a:pt x="85" y="17"/>
                </a:cubicBezTo>
                <a:cubicBezTo>
                  <a:pt x="81" y="30"/>
                  <a:pt x="81" y="30"/>
                  <a:pt x="81" y="30"/>
                </a:cubicBezTo>
                <a:cubicBezTo>
                  <a:pt x="80" y="32"/>
                  <a:pt x="81" y="33"/>
                  <a:pt x="82" y="33"/>
                </a:cubicBezTo>
                <a:cubicBezTo>
                  <a:pt x="96" y="33"/>
                  <a:pt x="96" y="33"/>
                  <a:pt x="96" y="33"/>
                </a:cubicBezTo>
                <a:cubicBezTo>
                  <a:pt x="89" y="165"/>
                  <a:pt x="89" y="165"/>
                  <a:pt x="89" y="165"/>
                </a:cubicBezTo>
                <a:cubicBezTo>
                  <a:pt x="10" y="165"/>
                  <a:pt x="10" y="165"/>
                  <a:pt x="10" y="165"/>
                </a:cubicBezTo>
                <a:cubicBezTo>
                  <a:pt x="2" y="33"/>
                  <a:pt x="2" y="33"/>
                  <a:pt x="2" y="33"/>
                </a:cubicBezTo>
                <a:close/>
                <a:moveTo>
                  <a:pt x="22" y="185"/>
                </a:moveTo>
                <a:cubicBezTo>
                  <a:pt x="177" y="185"/>
                  <a:pt x="177" y="185"/>
                  <a:pt x="177" y="185"/>
                </a:cubicBezTo>
                <a:cubicBezTo>
                  <a:pt x="188" y="184"/>
                  <a:pt x="194" y="186"/>
                  <a:pt x="194" y="173"/>
                </a:cubicBezTo>
                <a:cubicBezTo>
                  <a:pt x="0" y="173"/>
                  <a:pt x="0" y="173"/>
                  <a:pt x="0" y="173"/>
                </a:cubicBezTo>
                <a:cubicBezTo>
                  <a:pt x="0" y="185"/>
                  <a:pt x="9" y="185"/>
                  <a:pt x="22" y="185"/>
                </a:cubicBezTo>
                <a:close/>
                <a:moveTo>
                  <a:pt x="112" y="165"/>
                </a:moveTo>
                <a:cubicBezTo>
                  <a:pt x="173" y="165"/>
                  <a:pt x="173" y="165"/>
                  <a:pt x="173" y="165"/>
                </a:cubicBezTo>
                <a:cubicBezTo>
                  <a:pt x="184" y="164"/>
                  <a:pt x="186" y="154"/>
                  <a:pt x="187" y="141"/>
                </a:cubicBezTo>
                <a:cubicBezTo>
                  <a:pt x="97" y="141"/>
                  <a:pt x="97" y="141"/>
                  <a:pt x="97" y="141"/>
                </a:cubicBezTo>
                <a:cubicBezTo>
                  <a:pt x="97" y="154"/>
                  <a:pt x="99" y="163"/>
                  <a:pt x="112" y="165"/>
                </a:cubicBezTo>
                <a:close/>
                <a:moveTo>
                  <a:pt x="107" y="111"/>
                </a:moveTo>
                <a:cubicBezTo>
                  <a:pt x="100" y="111"/>
                  <a:pt x="96" y="115"/>
                  <a:pt x="95" y="123"/>
                </a:cubicBezTo>
                <a:cubicBezTo>
                  <a:pt x="96" y="131"/>
                  <a:pt x="101" y="135"/>
                  <a:pt x="107" y="136"/>
                </a:cubicBezTo>
                <a:cubicBezTo>
                  <a:pt x="111" y="135"/>
                  <a:pt x="114" y="134"/>
                  <a:pt x="116" y="132"/>
                </a:cubicBezTo>
                <a:cubicBezTo>
                  <a:pt x="119" y="134"/>
                  <a:pt x="122" y="135"/>
                  <a:pt x="126" y="136"/>
                </a:cubicBezTo>
                <a:cubicBezTo>
                  <a:pt x="129" y="136"/>
                  <a:pt x="132" y="135"/>
                  <a:pt x="134" y="132"/>
                </a:cubicBezTo>
                <a:cubicBezTo>
                  <a:pt x="136" y="134"/>
                  <a:pt x="139" y="135"/>
                  <a:pt x="143" y="135"/>
                </a:cubicBezTo>
                <a:cubicBezTo>
                  <a:pt x="147" y="135"/>
                  <a:pt x="150" y="134"/>
                  <a:pt x="151" y="132"/>
                </a:cubicBezTo>
                <a:cubicBezTo>
                  <a:pt x="154" y="135"/>
                  <a:pt x="157" y="136"/>
                  <a:pt x="160" y="136"/>
                </a:cubicBezTo>
                <a:cubicBezTo>
                  <a:pt x="163" y="135"/>
                  <a:pt x="166" y="134"/>
                  <a:pt x="168" y="133"/>
                </a:cubicBezTo>
                <a:cubicBezTo>
                  <a:pt x="171" y="135"/>
                  <a:pt x="174" y="136"/>
                  <a:pt x="178" y="136"/>
                </a:cubicBezTo>
                <a:cubicBezTo>
                  <a:pt x="186" y="134"/>
                  <a:pt x="189" y="129"/>
                  <a:pt x="189" y="122"/>
                </a:cubicBezTo>
                <a:cubicBezTo>
                  <a:pt x="187" y="114"/>
                  <a:pt x="183" y="111"/>
                  <a:pt x="177" y="111"/>
                </a:cubicBezTo>
                <a:cubicBezTo>
                  <a:pt x="174" y="110"/>
                  <a:pt x="170" y="112"/>
                  <a:pt x="168" y="114"/>
                </a:cubicBezTo>
                <a:cubicBezTo>
                  <a:pt x="165" y="112"/>
                  <a:pt x="162" y="111"/>
                  <a:pt x="159" y="111"/>
                </a:cubicBezTo>
                <a:cubicBezTo>
                  <a:pt x="156" y="111"/>
                  <a:pt x="153" y="112"/>
                  <a:pt x="151" y="114"/>
                </a:cubicBezTo>
                <a:cubicBezTo>
                  <a:pt x="149" y="112"/>
                  <a:pt x="146" y="111"/>
                  <a:pt x="143" y="111"/>
                </a:cubicBezTo>
                <a:cubicBezTo>
                  <a:pt x="140" y="111"/>
                  <a:pt x="137" y="112"/>
                  <a:pt x="135" y="114"/>
                </a:cubicBezTo>
                <a:cubicBezTo>
                  <a:pt x="135" y="114"/>
                  <a:pt x="134" y="114"/>
                  <a:pt x="134" y="114"/>
                </a:cubicBezTo>
                <a:cubicBezTo>
                  <a:pt x="132" y="111"/>
                  <a:pt x="128" y="111"/>
                  <a:pt x="125" y="111"/>
                </a:cubicBezTo>
                <a:cubicBezTo>
                  <a:pt x="122" y="111"/>
                  <a:pt x="119" y="112"/>
                  <a:pt x="117" y="115"/>
                </a:cubicBezTo>
                <a:cubicBezTo>
                  <a:pt x="114" y="112"/>
                  <a:pt x="111" y="110"/>
                  <a:pt x="107" y="111"/>
                </a:cubicBezTo>
                <a:close/>
                <a:moveTo>
                  <a:pt x="117" y="85"/>
                </a:moveTo>
                <a:cubicBezTo>
                  <a:pt x="104" y="86"/>
                  <a:pt x="97" y="92"/>
                  <a:pt x="98" y="105"/>
                </a:cubicBezTo>
                <a:cubicBezTo>
                  <a:pt x="187" y="105"/>
                  <a:pt x="187" y="105"/>
                  <a:pt x="187" y="105"/>
                </a:cubicBezTo>
                <a:cubicBezTo>
                  <a:pt x="186" y="92"/>
                  <a:pt x="180" y="86"/>
                  <a:pt x="169" y="85"/>
                </a:cubicBezTo>
                <a:cubicBezTo>
                  <a:pt x="117" y="85"/>
                  <a:pt x="117" y="85"/>
                  <a:pt x="117" y="85"/>
                </a:cubicBezTo>
                <a:close/>
                <a:moveTo>
                  <a:pt x="11" y="42"/>
                </a:moveTo>
                <a:cubicBezTo>
                  <a:pt x="13" y="68"/>
                  <a:pt x="13" y="68"/>
                  <a:pt x="13" y="68"/>
                </a:cubicBezTo>
                <a:cubicBezTo>
                  <a:pt x="13" y="69"/>
                  <a:pt x="14" y="70"/>
                  <a:pt x="15" y="70"/>
                </a:cubicBezTo>
                <a:cubicBezTo>
                  <a:pt x="58" y="69"/>
                  <a:pt x="58" y="69"/>
                  <a:pt x="58" y="69"/>
                </a:cubicBezTo>
                <a:cubicBezTo>
                  <a:pt x="59" y="69"/>
                  <a:pt x="60" y="69"/>
                  <a:pt x="60" y="68"/>
                </a:cubicBezTo>
                <a:cubicBezTo>
                  <a:pt x="67" y="43"/>
                  <a:pt x="67" y="43"/>
                  <a:pt x="67" y="43"/>
                </a:cubicBezTo>
                <a:cubicBezTo>
                  <a:pt x="67" y="42"/>
                  <a:pt x="66" y="41"/>
                  <a:pt x="65" y="41"/>
                </a:cubicBezTo>
                <a:cubicBezTo>
                  <a:pt x="13" y="41"/>
                  <a:pt x="13" y="41"/>
                  <a:pt x="13" y="41"/>
                </a:cubicBezTo>
                <a:cubicBezTo>
                  <a:pt x="12" y="41"/>
                  <a:pt x="11" y="41"/>
                  <a:pt x="11" y="42"/>
                </a:cubicBezTo>
                <a:close/>
                <a:moveTo>
                  <a:pt x="86" y="68"/>
                </a:moveTo>
                <a:cubicBezTo>
                  <a:pt x="87" y="43"/>
                  <a:pt x="87" y="43"/>
                  <a:pt x="87" y="43"/>
                </a:cubicBezTo>
                <a:cubicBezTo>
                  <a:pt x="87" y="41"/>
                  <a:pt x="86" y="41"/>
                  <a:pt x="85" y="41"/>
                </a:cubicBezTo>
                <a:cubicBezTo>
                  <a:pt x="79" y="41"/>
                  <a:pt x="79" y="41"/>
                  <a:pt x="79" y="41"/>
                </a:cubicBezTo>
                <a:cubicBezTo>
                  <a:pt x="78" y="41"/>
                  <a:pt x="77" y="41"/>
                  <a:pt x="77" y="42"/>
                </a:cubicBezTo>
                <a:cubicBezTo>
                  <a:pt x="70" y="67"/>
                  <a:pt x="70" y="67"/>
                  <a:pt x="70" y="67"/>
                </a:cubicBezTo>
                <a:cubicBezTo>
                  <a:pt x="70" y="68"/>
                  <a:pt x="71" y="69"/>
                  <a:pt x="72" y="69"/>
                </a:cubicBezTo>
                <a:cubicBezTo>
                  <a:pt x="85" y="69"/>
                  <a:pt x="85" y="69"/>
                  <a:pt x="85" y="69"/>
                </a:cubicBezTo>
                <a:cubicBezTo>
                  <a:pt x="85" y="69"/>
                  <a:pt x="86" y="68"/>
                  <a:pt x="86" y="68"/>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140"/>
          <p:cNvSpPr>
            <a:spLocks noEditPoints="1"/>
          </p:cNvSpPr>
          <p:nvPr/>
        </p:nvSpPr>
        <p:spPr bwMode="auto">
          <a:xfrm>
            <a:off x="5507038" y="3952875"/>
            <a:ext cx="255588" cy="395288"/>
          </a:xfrm>
          <a:custGeom>
            <a:avLst/>
            <a:gdLst>
              <a:gd name="T0" fmla="*/ 83 w 129"/>
              <a:gd name="T1" fmla="*/ 64 h 200"/>
              <a:gd name="T2" fmla="*/ 108 w 129"/>
              <a:gd name="T3" fmla="*/ 32 h 200"/>
              <a:gd name="T4" fmla="*/ 129 w 129"/>
              <a:gd name="T5" fmla="*/ 64 h 200"/>
              <a:gd name="T6" fmla="*/ 83 w 129"/>
              <a:gd name="T7" fmla="*/ 64 h 200"/>
              <a:gd name="T8" fmla="*/ 69 w 129"/>
              <a:gd name="T9" fmla="*/ 61 h 200"/>
              <a:gd name="T10" fmla="*/ 42 w 129"/>
              <a:gd name="T11" fmla="*/ 19 h 200"/>
              <a:gd name="T12" fmla="*/ 70 w 129"/>
              <a:gd name="T13" fmla="*/ 0 h 200"/>
              <a:gd name="T14" fmla="*/ 100 w 129"/>
              <a:gd name="T15" fmla="*/ 30 h 200"/>
              <a:gd name="T16" fmla="*/ 69 w 129"/>
              <a:gd name="T17" fmla="*/ 61 h 200"/>
              <a:gd name="T18" fmla="*/ 62 w 129"/>
              <a:gd name="T19" fmla="*/ 55 h 200"/>
              <a:gd name="T20" fmla="*/ 61 w 129"/>
              <a:gd name="T21" fmla="*/ 64 h 200"/>
              <a:gd name="T22" fmla="*/ 1 w 129"/>
              <a:gd name="T23" fmla="*/ 64 h 200"/>
              <a:gd name="T24" fmla="*/ 0 w 129"/>
              <a:gd name="T25" fmla="*/ 55 h 200"/>
              <a:gd name="T26" fmla="*/ 31 w 129"/>
              <a:gd name="T27" fmla="*/ 23 h 200"/>
              <a:gd name="T28" fmla="*/ 62 w 129"/>
              <a:gd name="T29" fmla="*/ 55 h 200"/>
              <a:gd name="T30" fmla="*/ 64 w 129"/>
              <a:gd name="T31" fmla="*/ 158 h 200"/>
              <a:gd name="T32" fmla="*/ 67 w 129"/>
              <a:gd name="T33" fmla="*/ 147 h 200"/>
              <a:gd name="T34" fmla="*/ 56 w 129"/>
              <a:gd name="T35" fmla="*/ 144 h 200"/>
              <a:gd name="T36" fmla="*/ 41 w 129"/>
              <a:gd name="T37" fmla="*/ 153 h 200"/>
              <a:gd name="T38" fmla="*/ 35 w 129"/>
              <a:gd name="T39" fmla="*/ 141 h 200"/>
              <a:gd name="T40" fmla="*/ 60 w 129"/>
              <a:gd name="T41" fmla="*/ 126 h 200"/>
              <a:gd name="T42" fmla="*/ 63 w 129"/>
              <a:gd name="T43" fmla="*/ 115 h 200"/>
              <a:gd name="T44" fmla="*/ 52 w 129"/>
              <a:gd name="T45" fmla="*/ 112 h 200"/>
              <a:gd name="T46" fmla="*/ 28 w 129"/>
              <a:gd name="T47" fmla="*/ 126 h 200"/>
              <a:gd name="T48" fmla="*/ 21 w 129"/>
              <a:gd name="T49" fmla="*/ 114 h 200"/>
              <a:gd name="T50" fmla="*/ 56 w 129"/>
              <a:gd name="T51" fmla="*/ 94 h 200"/>
              <a:gd name="T52" fmla="*/ 59 w 129"/>
              <a:gd name="T53" fmla="*/ 83 h 200"/>
              <a:gd name="T54" fmla="*/ 48 w 129"/>
              <a:gd name="T55" fmla="*/ 80 h 200"/>
              <a:gd name="T56" fmla="*/ 14 w 129"/>
              <a:gd name="T57" fmla="*/ 100 h 200"/>
              <a:gd name="T58" fmla="*/ 0 w 129"/>
              <a:gd name="T59" fmla="*/ 72 h 200"/>
              <a:gd name="T60" fmla="*/ 128 w 129"/>
              <a:gd name="T61" fmla="*/ 72 h 200"/>
              <a:gd name="T62" fmla="*/ 65 w 129"/>
              <a:gd name="T63" fmla="*/ 200 h 200"/>
              <a:gd name="T64" fmla="*/ 48 w 129"/>
              <a:gd name="T65" fmla="*/ 167 h 200"/>
              <a:gd name="T66" fmla="*/ 64 w 129"/>
              <a:gd name="T67" fmla="*/ 158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9" h="200">
                <a:moveTo>
                  <a:pt x="83" y="64"/>
                </a:moveTo>
                <a:cubicBezTo>
                  <a:pt x="91" y="62"/>
                  <a:pt x="107" y="56"/>
                  <a:pt x="108" y="32"/>
                </a:cubicBezTo>
                <a:cubicBezTo>
                  <a:pt x="121" y="36"/>
                  <a:pt x="129" y="50"/>
                  <a:pt x="129" y="64"/>
                </a:cubicBezTo>
                <a:cubicBezTo>
                  <a:pt x="129" y="64"/>
                  <a:pt x="101" y="64"/>
                  <a:pt x="83" y="64"/>
                </a:cubicBezTo>
                <a:close/>
                <a:moveTo>
                  <a:pt x="69" y="61"/>
                </a:moveTo>
                <a:cubicBezTo>
                  <a:pt x="73" y="46"/>
                  <a:pt x="69" y="22"/>
                  <a:pt x="42" y="19"/>
                </a:cubicBezTo>
                <a:cubicBezTo>
                  <a:pt x="46" y="8"/>
                  <a:pt x="57" y="0"/>
                  <a:pt x="70" y="0"/>
                </a:cubicBezTo>
                <a:cubicBezTo>
                  <a:pt x="87" y="0"/>
                  <a:pt x="100" y="14"/>
                  <a:pt x="100" y="30"/>
                </a:cubicBezTo>
                <a:cubicBezTo>
                  <a:pt x="100" y="47"/>
                  <a:pt x="86" y="61"/>
                  <a:pt x="69" y="61"/>
                </a:cubicBezTo>
                <a:close/>
                <a:moveTo>
                  <a:pt x="62" y="55"/>
                </a:moveTo>
                <a:cubicBezTo>
                  <a:pt x="62" y="58"/>
                  <a:pt x="62" y="60"/>
                  <a:pt x="61" y="64"/>
                </a:cubicBezTo>
                <a:cubicBezTo>
                  <a:pt x="60" y="64"/>
                  <a:pt x="1" y="64"/>
                  <a:pt x="1" y="64"/>
                </a:cubicBezTo>
                <a:cubicBezTo>
                  <a:pt x="0" y="61"/>
                  <a:pt x="0" y="58"/>
                  <a:pt x="0" y="55"/>
                </a:cubicBezTo>
                <a:cubicBezTo>
                  <a:pt x="0" y="37"/>
                  <a:pt x="14" y="23"/>
                  <a:pt x="31" y="23"/>
                </a:cubicBezTo>
                <a:cubicBezTo>
                  <a:pt x="48" y="23"/>
                  <a:pt x="62" y="37"/>
                  <a:pt x="62" y="55"/>
                </a:cubicBezTo>
                <a:close/>
                <a:moveTo>
                  <a:pt x="64" y="158"/>
                </a:moveTo>
                <a:cubicBezTo>
                  <a:pt x="68" y="156"/>
                  <a:pt x="69" y="151"/>
                  <a:pt x="67" y="147"/>
                </a:cubicBezTo>
                <a:cubicBezTo>
                  <a:pt x="65" y="143"/>
                  <a:pt x="60" y="142"/>
                  <a:pt x="56" y="144"/>
                </a:cubicBezTo>
                <a:cubicBezTo>
                  <a:pt x="41" y="153"/>
                  <a:pt x="41" y="153"/>
                  <a:pt x="41" y="153"/>
                </a:cubicBezTo>
                <a:cubicBezTo>
                  <a:pt x="35" y="141"/>
                  <a:pt x="35" y="141"/>
                  <a:pt x="35" y="141"/>
                </a:cubicBezTo>
                <a:cubicBezTo>
                  <a:pt x="60" y="126"/>
                  <a:pt x="60" y="126"/>
                  <a:pt x="60" y="126"/>
                </a:cubicBezTo>
                <a:cubicBezTo>
                  <a:pt x="64" y="124"/>
                  <a:pt x="65" y="119"/>
                  <a:pt x="63" y="115"/>
                </a:cubicBezTo>
                <a:cubicBezTo>
                  <a:pt x="61" y="111"/>
                  <a:pt x="56" y="110"/>
                  <a:pt x="52" y="112"/>
                </a:cubicBezTo>
                <a:cubicBezTo>
                  <a:pt x="28" y="126"/>
                  <a:pt x="28" y="126"/>
                  <a:pt x="28" y="126"/>
                </a:cubicBezTo>
                <a:cubicBezTo>
                  <a:pt x="21" y="114"/>
                  <a:pt x="21" y="114"/>
                  <a:pt x="21" y="114"/>
                </a:cubicBezTo>
                <a:cubicBezTo>
                  <a:pt x="56" y="94"/>
                  <a:pt x="56" y="94"/>
                  <a:pt x="56" y="94"/>
                </a:cubicBezTo>
                <a:cubicBezTo>
                  <a:pt x="60" y="92"/>
                  <a:pt x="61" y="87"/>
                  <a:pt x="59" y="83"/>
                </a:cubicBezTo>
                <a:cubicBezTo>
                  <a:pt x="57" y="79"/>
                  <a:pt x="52" y="78"/>
                  <a:pt x="48" y="80"/>
                </a:cubicBezTo>
                <a:cubicBezTo>
                  <a:pt x="14" y="100"/>
                  <a:pt x="14" y="100"/>
                  <a:pt x="14" y="100"/>
                </a:cubicBezTo>
                <a:cubicBezTo>
                  <a:pt x="0" y="72"/>
                  <a:pt x="0" y="72"/>
                  <a:pt x="0" y="72"/>
                </a:cubicBezTo>
                <a:cubicBezTo>
                  <a:pt x="128" y="72"/>
                  <a:pt x="128" y="72"/>
                  <a:pt x="128" y="72"/>
                </a:cubicBezTo>
                <a:cubicBezTo>
                  <a:pt x="65" y="200"/>
                  <a:pt x="65" y="200"/>
                  <a:pt x="65" y="200"/>
                </a:cubicBezTo>
                <a:cubicBezTo>
                  <a:pt x="48" y="167"/>
                  <a:pt x="48" y="167"/>
                  <a:pt x="48" y="167"/>
                </a:cubicBezTo>
                <a:lnTo>
                  <a:pt x="64" y="158"/>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141"/>
          <p:cNvSpPr>
            <a:spLocks noEditPoints="1"/>
          </p:cNvSpPr>
          <p:nvPr/>
        </p:nvSpPr>
        <p:spPr bwMode="auto">
          <a:xfrm>
            <a:off x="6013450" y="3951288"/>
            <a:ext cx="252413" cy="395288"/>
          </a:xfrm>
          <a:custGeom>
            <a:avLst/>
            <a:gdLst>
              <a:gd name="T0" fmla="*/ 54 w 127"/>
              <a:gd name="T1" fmla="*/ 145 h 200"/>
              <a:gd name="T2" fmla="*/ 54 w 127"/>
              <a:gd name="T3" fmla="*/ 181 h 200"/>
              <a:gd name="T4" fmla="*/ 47 w 127"/>
              <a:gd name="T5" fmla="*/ 188 h 200"/>
              <a:gd name="T6" fmla="*/ 22 w 127"/>
              <a:gd name="T7" fmla="*/ 187 h 200"/>
              <a:gd name="T8" fmla="*/ 14 w 127"/>
              <a:gd name="T9" fmla="*/ 200 h 200"/>
              <a:gd name="T10" fmla="*/ 106 w 127"/>
              <a:gd name="T11" fmla="*/ 200 h 200"/>
              <a:gd name="T12" fmla="*/ 99 w 127"/>
              <a:gd name="T13" fmla="*/ 187 h 200"/>
              <a:gd name="T14" fmla="*/ 75 w 127"/>
              <a:gd name="T15" fmla="*/ 187 h 200"/>
              <a:gd name="T16" fmla="*/ 70 w 127"/>
              <a:gd name="T17" fmla="*/ 180 h 200"/>
              <a:gd name="T18" fmla="*/ 70 w 127"/>
              <a:gd name="T19" fmla="*/ 145 h 200"/>
              <a:gd name="T20" fmla="*/ 122 w 127"/>
              <a:gd name="T21" fmla="*/ 100 h 200"/>
              <a:gd name="T22" fmla="*/ 106 w 127"/>
              <a:gd name="T23" fmla="*/ 0 h 200"/>
              <a:gd name="T24" fmla="*/ 16 w 127"/>
              <a:gd name="T25" fmla="*/ 0 h 200"/>
              <a:gd name="T26" fmla="*/ 0 w 127"/>
              <a:gd name="T27" fmla="*/ 100 h 200"/>
              <a:gd name="T28" fmla="*/ 54 w 127"/>
              <a:gd name="T29" fmla="*/ 145 h 200"/>
              <a:gd name="T30" fmla="*/ 23 w 127"/>
              <a:gd name="T31" fmla="*/ 7 h 200"/>
              <a:gd name="T32" fmla="*/ 99 w 127"/>
              <a:gd name="T33" fmla="*/ 7 h 200"/>
              <a:gd name="T34" fmla="*/ 114 w 127"/>
              <a:gd name="T35" fmla="*/ 105 h 200"/>
              <a:gd name="T36" fmla="*/ 61 w 127"/>
              <a:gd name="T37" fmla="*/ 137 h 200"/>
              <a:gd name="T38" fmla="*/ 7 w 127"/>
              <a:gd name="T39" fmla="*/ 105 h 200"/>
              <a:gd name="T40" fmla="*/ 23 w 127"/>
              <a:gd name="T41" fmla="*/ 7 h 200"/>
              <a:gd name="T42" fmla="*/ 61 w 127"/>
              <a:gd name="T43" fmla="*/ 130 h 200"/>
              <a:gd name="T44" fmla="*/ 106 w 127"/>
              <a:gd name="T45" fmla="*/ 105 h 200"/>
              <a:gd name="T46" fmla="*/ 96 w 127"/>
              <a:gd name="T47" fmla="*/ 47 h 200"/>
              <a:gd name="T48" fmla="*/ 27 w 127"/>
              <a:gd name="T49" fmla="*/ 48 h 200"/>
              <a:gd name="T50" fmla="*/ 16 w 127"/>
              <a:gd name="T51" fmla="*/ 106 h 200"/>
              <a:gd name="T52" fmla="*/ 61 w 127"/>
              <a:gd name="T53" fmla="*/ 130 h 200"/>
              <a:gd name="T54" fmla="*/ 38 w 127"/>
              <a:gd name="T55" fmla="*/ 55 h 200"/>
              <a:gd name="T56" fmla="*/ 38 w 127"/>
              <a:gd name="T57" fmla="*/ 55 h 200"/>
              <a:gd name="T58" fmla="*/ 63 w 127"/>
              <a:gd name="T59" fmla="*/ 121 h 200"/>
              <a:gd name="T60" fmla="*/ 32 w 127"/>
              <a:gd name="T61" fmla="*/ 105 h 200"/>
              <a:gd name="T62" fmla="*/ 38 w 127"/>
              <a:gd name="T63" fmla="*/ 55 h 200"/>
              <a:gd name="T64" fmla="*/ 38 w 127"/>
              <a:gd name="T65" fmla="*/ 55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7" h="200">
                <a:moveTo>
                  <a:pt x="54" y="145"/>
                </a:moveTo>
                <a:cubicBezTo>
                  <a:pt x="54" y="181"/>
                  <a:pt x="54" y="181"/>
                  <a:pt x="54" y="181"/>
                </a:cubicBezTo>
                <a:cubicBezTo>
                  <a:pt x="54" y="188"/>
                  <a:pt x="47" y="188"/>
                  <a:pt x="47" y="188"/>
                </a:cubicBezTo>
                <a:cubicBezTo>
                  <a:pt x="22" y="187"/>
                  <a:pt x="22" y="187"/>
                  <a:pt x="22" y="187"/>
                </a:cubicBezTo>
                <a:cubicBezTo>
                  <a:pt x="14" y="187"/>
                  <a:pt x="14" y="200"/>
                  <a:pt x="14" y="200"/>
                </a:cubicBezTo>
                <a:cubicBezTo>
                  <a:pt x="106" y="200"/>
                  <a:pt x="106" y="200"/>
                  <a:pt x="106" y="200"/>
                </a:cubicBezTo>
                <a:cubicBezTo>
                  <a:pt x="106" y="193"/>
                  <a:pt x="99" y="187"/>
                  <a:pt x="99" y="187"/>
                </a:cubicBezTo>
                <a:cubicBezTo>
                  <a:pt x="75" y="187"/>
                  <a:pt x="75" y="187"/>
                  <a:pt x="75" y="187"/>
                </a:cubicBezTo>
                <a:cubicBezTo>
                  <a:pt x="69" y="187"/>
                  <a:pt x="70" y="180"/>
                  <a:pt x="70" y="180"/>
                </a:cubicBezTo>
                <a:cubicBezTo>
                  <a:pt x="70" y="145"/>
                  <a:pt x="70" y="145"/>
                  <a:pt x="70" y="145"/>
                </a:cubicBezTo>
                <a:cubicBezTo>
                  <a:pt x="127" y="145"/>
                  <a:pt x="122" y="100"/>
                  <a:pt x="122" y="100"/>
                </a:cubicBezTo>
                <a:cubicBezTo>
                  <a:pt x="106" y="0"/>
                  <a:pt x="106" y="0"/>
                  <a:pt x="106" y="0"/>
                </a:cubicBezTo>
                <a:cubicBezTo>
                  <a:pt x="16" y="0"/>
                  <a:pt x="16" y="0"/>
                  <a:pt x="16" y="0"/>
                </a:cubicBezTo>
                <a:cubicBezTo>
                  <a:pt x="0" y="100"/>
                  <a:pt x="0" y="100"/>
                  <a:pt x="0" y="100"/>
                </a:cubicBezTo>
                <a:cubicBezTo>
                  <a:pt x="0" y="142"/>
                  <a:pt x="54" y="145"/>
                  <a:pt x="54" y="145"/>
                </a:cubicBezTo>
                <a:close/>
                <a:moveTo>
                  <a:pt x="23" y="7"/>
                </a:moveTo>
                <a:cubicBezTo>
                  <a:pt x="99" y="7"/>
                  <a:pt x="99" y="7"/>
                  <a:pt x="99" y="7"/>
                </a:cubicBezTo>
                <a:cubicBezTo>
                  <a:pt x="99" y="7"/>
                  <a:pt x="114" y="98"/>
                  <a:pt x="114" y="105"/>
                </a:cubicBezTo>
                <a:cubicBezTo>
                  <a:pt x="114" y="105"/>
                  <a:pt x="110" y="137"/>
                  <a:pt x="61" y="137"/>
                </a:cubicBezTo>
                <a:cubicBezTo>
                  <a:pt x="61" y="137"/>
                  <a:pt x="24" y="141"/>
                  <a:pt x="7" y="105"/>
                </a:cubicBezTo>
                <a:lnTo>
                  <a:pt x="23" y="7"/>
                </a:lnTo>
                <a:close/>
                <a:moveTo>
                  <a:pt x="61" y="130"/>
                </a:moveTo>
                <a:cubicBezTo>
                  <a:pt x="92" y="130"/>
                  <a:pt x="105" y="110"/>
                  <a:pt x="106" y="105"/>
                </a:cubicBezTo>
                <a:cubicBezTo>
                  <a:pt x="96" y="47"/>
                  <a:pt x="96" y="47"/>
                  <a:pt x="96" y="47"/>
                </a:cubicBezTo>
                <a:cubicBezTo>
                  <a:pt x="27" y="48"/>
                  <a:pt x="27" y="48"/>
                  <a:pt x="27" y="48"/>
                </a:cubicBezTo>
                <a:cubicBezTo>
                  <a:pt x="27" y="48"/>
                  <a:pt x="16" y="98"/>
                  <a:pt x="16" y="106"/>
                </a:cubicBezTo>
                <a:cubicBezTo>
                  <a:pt x="16" y="106"/>
                  <a:pt x="28" y="130"/>
                  <a:pt x="61" y="130"/>
                </a:cubicBezTo>
                <a:close/>
                <a:moveTo>
                  <a:pt x="38" y="55"/>
                </a:moveTo>
                <a:cubicBezTo>
                  <a:pt x="39" y="54"/>
                  <a:pt x="39" y="54"/>
                  <a:pt x="38" y="55"/>
                </a:cubicBezTo>
                <a:cubicBezTo>
                  <a:pt x="39" y="109"/>
                  <a:pt x="63" y="121"/>
                  <a:pt x="63" y="121"/>
                </a:cubicBezTo>
                <a:cubicBezTo>
                  <a:pt x="63" y="121"/>
                  <a:pt x="40" y="121"/>
                  <a:pt x="32" y="105"/>
                </a:cubicBezTo>
                <a:cubicBezTo>
                  <a:pt x="25" y="91"/>
                  <a:pt x="38" y="57"/>
                  <a:pt x="38" y="55"/>
                </a:cubicBezTo>
                <a:cubicBezTo>
                  <a:pt x="38" y="55"/>
                  <a:pt x="38" y="55"/>
                  <a:pt x="38" y="55"/>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142"/>
          <p:cNvSpPr>
            <a:spLocks noEditPoints="1"/>
          </p:cNvSpPr>
          <p:nvPr/>
        </p:nvSpPr>
        <p:spPr bwMode="auto">
          <a:xfrm>
            <a:off x="6375400" y="3952875"/>
            <a:ext cx="401638" cy="395288"/>
          </a:xfrm>
          <a:custGeom>
            <a:avLst/>
            <a:gdLst>
              <a:gd name="T0" fmla="*/ 175 w 203"/>
              <a:gd name="T1" fmla="*/ 112 h 200"/>
              <a:gd name="T2" fmla="*/ 160 w 203"/>
              <a:gd name="T3" fmla="*/ 117 h 200"/>
              <a:gd name="T4" fmla="*/ 160 w 203"/>
              <a:gd name="T5" fmla="*/ 180 h 200"/>
              <a:gd name="T6" fmla="*/ 140 w 203"/>
              <a:gd name="T7" fmla="*/ 200 h 200"/>
              <a:gd name="T8" fmla="*/ 68 w 203"/>
              <a:gd name="T9" fmla="*/ 200 h 200"/>
              <a:gd name="T10" fmla="*/ 48 w 203"/>
              <a:gd name="T11" fmla="*/ 180 h 200"/>
              <a:gd name="T12" fmla="*/ 48 w 203"/>
              <a:gd name="T13" fmla="*/ 119 h 200"/>
              <a:gd name="T14" fmla="*/ 0 w 203"/>
              <a:gd name="T15" fmla="*/ 70 h 200"/>
              <a:gd name="T16" fmla="*/ 42 w 203"/>
              <a:gd name="T17" fmla="*/ 26 h 200"/>
              <a:gd name="T18" fmla="*/ 53 w 203"/>
              <a:gd name="T19" fmla="*/ 28 h 200"/>
              <a:gd name="T20" fmla="*/ 100 w 203"/>
              <a:gd name="T21" fmla="*/ 0 h 200"/>
              <a:gd name="T22" fmla="*/ 151 w 203"/>
              <a:gd name="T23" fmla="*/ 35 h 200"/>
              <a:gd name="T24" fmla="*/ 191 w 203"/>
              <a:gd name="T25" fmla="*/ 56 h 200"/>
              <a:gd name="T26" fmla="*/ 175 w 203"/>
              <a:gd name="T27" fmla="*/ 112 h 200"/>
              <a:gd name="T28" fmla="*/ 172 w 203"/>
              <a:gd name="T29" fmla="*/ 55 h 200"/>
              <a:gd name="T30" fmla="*/ 154 w 203"/>
              <a:gd name="T31" fmla="*/ 41 h 200"/>
              <a:gd name="T32" fmla="*/ 153 w 203"/>
              <a:gd name="T33" fmla="*/ 41 h 200"/>
              <a:gd name="T34" fmla="*/ 154 w 203"/>
              <a:gd name="T35" fmla="*/ 41 h 200"/>
              <a:gd name="T36" fmla="*/ 137 w 203"/>
              <a:gd name="T37" fmla="*/ 88 h 200"/>
              <a:gd name="T38" fmla="*/ 148 w 203"/>
              <a:gd name="T39" fmla="*/ 57 h 200"/>
              <a:gd name="T40" fmla="*/ 98 w 203"/>
              <a:gd name="T41" fmla="*/ 16 h 200"/>
              <a:gd name="T42" fmla="*/ 62 w 203"/>
              <a:gd name="T43" fmla="*/ 31 h 200"/>
              <a:gd name="T44" fmla="*/ 84 w 203"/>
              <a:gd name="T45" fmla="*/ 61 h 200"/>
              <a:gd name="T46" fmla="*/ 53 w 203"/>
              <a:gd name="T47" fmla="*/ 43 h 200"/>
              <a:gd name="T48" fmla="*/ 16 w 203"/>
              <a:gd name="T49" fmla="*/ 81 h 200"/>
              <a:gd name="T50" fmla="*/ 48 w 203"/>
              <a:gd name="T51" fmla="*/ 108 h 200"/>
              <a:gd name="T52" fmla="*/ 60 w 203"/>
              <a:gd name="T53" fmla="*/ 119 h 200"/>
              <a:gd name="T54" fmla="*/ 60 w 203"/>
              <a:gd name="T55" fmla="*/ 168 h 200"/>
              <a:gd name="T56" fmla="*/ 79 w 203"/>
              <a:gd name="T57" fmla="*/ 188 h 200"/>
              <a:gd name="T58" fmla="*/ 120 w 203"/>
              <a:gd name="T59" fmla="*/ 188 h 200"/>
              <a:gd name="T60" fmla="*/ 140 w 203"/>
              <a:gd name="T61" fmla="*/ 168 h 200"/>
              <a:gd name="T62" fmla="*/ 140 w 203"/>
              <a:gd name="T63" fmla="*/ 117 h 200"/>
              <a:gd name="T64" fmla="*/ 159 w 203"/>
              <a:gd name="T65" fmla="*/ 104 h 200"/>
              <a:gd name="T66" fmla="*/ 172 w 203"/>
              <a:gd name="T67" fmla="*/ 55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3" h="200">
                <a:moveTo>
                  <a:pt x="175" y="112"/>
                </a:moveTo>
                <a:cubicBezTo>
                  <a:pt x="170" y="115"/>
                  <a:pt x="165" y="116"/>
                  <a:pt x="160" y="117"/>
                </a:cubicBezTo>
                <a:cubicBezTo>
                  <a:pt x="160" y="180"/>
                  <a:pt x="160" y="180"/>
                  <a:pt x="160" y="180"/>
                </a:cubicBezTo>
                <a:cubicBezTo>
                  <a:pt x="160" y="191"/>
                  <a:pt x="151" y="200"/>
                  <a:pt x="140" y="200"/>
                </a:cubicBezTo>
                <a:cubicBezTo>
                  <a:pt x="68" y="200"/>
                  <a:pt x="68" y="200"/>
                  <a:pt x="68" y="200"/>
                </a:cubicBezTo>
                <a:cubicBezTo>
                  <a:pt x="57" y="200"/>
                  <a:pt x="48" y="191"/>
                  <a:pt x="48" y="180"/>
                </a:cubicBezTo>
                <a:cubicBezTo>
                  <a:pt x="48" y="119"/>
                  <a:pt x="48" y="119"/>
                  <a:pt x="48" y="119"/>
                </a:cubicBezTo>
                <a:cubicBezTo>
                  <a:pt x="28" y="115"/>
                  <a:pt x="0" y="104"/>
                  <a:pt x="0" y="70"/>
                </a:cubicBezTo>
                <a:cubicBezTo>
                  <a:pt x="0" y="46"/>
                  <a:pt x="19" y="26"/>
                  <a:pt x="42" y="26"/>
                </a:cubicBezTo>
                <a:cubicBezTo>
                  <a:pt x="46" y="26"/>
                  <a:pt x="49" y="27"/>
                  <a:pt x="53" y="28"/>
                </a:cubicBezTo>
                <a:cubicBezTo>
                  <a:pt x="62" y="11"/>
                  <a:pt x="80" y="0"/>
                  <a:pt x="100" y="0"/>
                </a:cubicBezTo>
                <a:cubicBezTo>
                  <a:pt x="123" y="0"/>
                  <a:pt x="143" y="15"/>
                  <a:pt x="151" y="35"/>
                </a:cubicBezTo>
                <a:cubicBezTo>
                  <a:pt x="166" y="35"/>
                  <a:pt x="180" y="40"/>
                  <a:pt x="191" y="56"/>
                </a:cubicBezTo>
                <a:cubicBezTo>
                  <a:pt x="203" y="76"/>
                  <a:pt x="196" y="101"/>
                  <a:pt x="175" y="112"/>
                </a:cubicBezTo>
                <a:close/>
                <a:moveTo>
                  <a:pt x="172" y="55"/>
                </a:moveTo>
                <a:cubicBezTo>
                  <a:pt x="168" y="49"/>
                  <a:pt x="161" y="44"/>
                  <a:pt x="154" y="41"/>
                </a:cubicBezTo>
                <a:cubicBezTo>
                  <a:pt x="153" y="40"/>
                  <a:pt x="153" y="40"/>
                  <a:pt x="153" y="41"/>
                </a:cubicBezTo>
                <a:cubicBezTo>
                  <a:pt x="153" y="41"/>
                  <a:pt x="154" y="41"/>
                  <a:pt x="154" y="41"/>
                </a:cubicBezTo>
                <a:cubicBezTo>
                  <a:pt x="156" y="46"/>
                  <a:pt x="160" y="67"/>
                  <a:pt x="137" y="88"/>
                </a:cubicBezTo>
                <a:cubicBezTo>
                  <a:pt x="144" y="80"/>
                  <a:pt x="148" y="69"/>
                  <a:pt x="148" y="57"/>
                </a:cubicBezTo>
                <a:cubicBezTo>
                  <a:pt x="139" y="25"/>
                  <a:pt x="121" y="16"/>
                  <a:pt x="98" y="16"/>
                </a:cubicBezTo>
                <a:cubicBezTo>
                  <a:pt x="84" y="16"/>
                  <a:pt x="71" y="22"/>
                  <a:pt x="62" y="31"/>
                </a:cubicBezTo>
                <a:cubicBezTo>
                  <a:pt x="73" y="37"/>
                  <a:pt x="81" y="48"/>
                  <a:pt x="84" y="61"/>
                </a:cubicBezTo>
                <a:cubicBezTo>
                  <a:pt x="78" y="50"/>
                  <a:pt x="66" y="43"/>
                  <a:pt x="53" y="43"/>
                </a:cubicBezTo>
                <a:cubicBezTo>
                  <a:pt x="32" y="43"/>
                  <a:pt x="16" y="60"/>
                  <a:pt x="16" y="81"/>
                </a:cubicBezTo>
                <a:cubicBezTo>
                  <a:pt x="16" y="110"/>
                  <a:pt x="48" y="108"/>
                  <a:pt x="48" y="108"/>
                </a:cubicBezTo>
                <a:cubicBezTo>
                  <a:pt x="48" y="108"/>
                  <a:pt x="60" y="107"/>
                  <a:pt x="60" y="119"/>
                </a:cubicBezTo>
                <a:cubicBezTo>
                  <a:pt x="60" y="136"/>
                  <a:pt x="60" y="168"/>
                  <a:pt x="60" y="168"/>
                </a:cubicBezTo>
                <a:cubicBezTo>
                  <a:pt x="60" y="179"/>
                  <a:pt x="69" y="188"/>
                  <a:pt x="79" y="188"/>
                </a:cubicBezTo>
                <a:cubicBezTo>
                  <a:pt x="120" y="188"/>
                  <a:pt x="120" y="188"/>
                  <a:pt x="120" y="188"/>
                </a:cubicBezTo>
                <a:cubicBezTo>
                  <a:pt x="131" y="188"/>
                  <a:pt x="140" y="179"/>
                  <a:pt x="140" y="168"/>
                </a:cubicBezTo>
                <a:cubicBezTo>
                  <a:pt x="140" y="168"/>
                  <a:pt x="140" y="135"/>
                  <a:pt x="140" y="117"/>
                </a:cubicBezTo>
                <a:cubicBezTo>
                  <a:pt x="140" y="102"/>
                  <a:pt x="159" y="104"/>
                  <a:pt x="159" y="104"/>
                </a:cubicBezTo>
                <a:cubicBezTo>
                  <a:pt x="176" y="94"/>
                  <a:pt x="182" y="72"/>
                  <a:pt x="172" y="55"/>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143"/>
          <p:cNvSpPr>
            <a:spLocks noEditPoints="1"/>
          </p:cNvSpPr>
          <p:nvPr/>
        </p:nvSpPr>
        <p:spPr bwMode="auto">
          <a:xfrm>
            <a:off x="6888163" y="3954463"/>
            <a:ext cx="393700" cy="393700"/>
          </a:xfrm>
          <a:custGeom>
            <a:avLst/>
            <a:gdLst>
              <a:gd name="T0" fmla="*/ 100 w 199"/>
              <a:gd name="T1" fmla="*/ 199 h 199"/>
              <a:gd name="T2" fmla="*/ 7 w 199"/>
              <a:gd name="T3" fmla="*/ 137 h 199"/>
              <a:gd name="T4" fmla="*/ 7 w 199"/>
              <a:gd name="T5" fmla="*/ 136 h 199"/>
              <a:gd name="T6" fmla="*/ 7 w 199"/>
              <a:gd name="T7" fmla="*/ 136 h 199"/>
              <a:gd name="T8" fmla="*/ 0 w 199"/>
              <a:gd name="T9" fmla="*/ 99 h 199"/>
              <a:gd name="T10" fmla="*/ 100 w 199"/>
              <a:gd name="T11" fmla="*/ 0 h 199"/>
              <a:gd name="T12" fmla="*/ 199 w 199"/>
              <a:gd name="T13" fmla="*/ 99 h 199"/>
              <a:gd name="T14" fmla="*/ 100 w 199"/>
              <a:gd name="T15" fmla="*/ 199 h 199"/>
              <a:gd name="T16" fmla="*/ 49 w 199"/>
              <a:gd name="T17" fmla="*/ 28 h 199"/>
              <a:gd name="T18" fmla="*/ 18 w 199"/>
              <a:gd name="T19" fmla="*/ 112 h 199"/>
              <a:gd name="T20" fmla="*/ 119 w 199"/>
              <a:gd name="T21" fmla="*/ 19 h 199"/>
              <a:gd name="T22" fmla="*/ 49 w 199"/>
              <a:gd name="T23" fmla="*/ 28 h 199"/>
              <a:gd name="T24" fmla="*/ 101 w 199"/>
              <a:gd name="T25" fmla="*/ 65 h 199"/>
              <a:gd name="T26" fmla="*/ 68 w 199"/>
              <a:gd name="T27" fmla="*/ 98 h 199"/>
              <a:gd name="T28" fmla="*/ 101 w 199"/>
              <a:gd name="T29" fmla="*/ 131 h 199"/>
              <a:gd name="T30" fmla="*/ 134 w 199"/>
              <a:gd name="T31" fmla="*/ 98 h 199"/>
              <a:gd name="T32" fmla="*/ 101 w 199"/>
              <a:gd name="T33" fmla="*/ 65 h 199"/>
              <a:gd name="T34" fmla="*/ 142 w 199"/>
              <a:gd name="T35" fmla="*/ 126 h 199"/>
              <a:gd name="T36" fmla="*/ 126 w 199"/>
              <a:gd name="T37" fmla="*/ 163 h 199"/>
              <a:gd name="T38" fmla="*/ 85 w 199"/>
              <a:gd name="T39" fmla="*/ 144 h 199"/>
              <a:gd name="T40" fmla="*/ 58 w 199"/>
              <a:gd name="T41" fmla="*/ 163 h 199"/>
              <a:gd name="T42" fmla="*/ 53 w 199"/>
              <a:gd name="T43" fmla="*/ 136 h 199"/>
              <a:gd name="T44" fmla="*/ 18 w 199"/>
              <a:gd name="T45" fmla="*/ 131 h 199"/>
              <a:gd name="T46" fmla="*/ 100 w 199"/>
              <a:gd name="T47" fmla="*/ 187 h 199"/>
              <a:gd name="T48" fmla="*/ 180 w 199"/>
              <a:gd name="T49" fmla="*/ 134 h 199"/>
              <a:gd name="T50" fmla="*/ 142 w 199"/>
              <a:gd name="T51" fmla="*/ 126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9" h="199">
                <a:moveTo>
                  <a:pt x="100" y="199"/>
                </a:moveTo>
                <a:cubicBezTo>
                  <a:pt x="58" y="199"/>
                  <a:pt x="22" y="173"/>
                  <a:pt x="7" y="137"/>
                </a:cubicBezTo>
                <a:cubicBezTo>
                  <a:pt x="7" y="137"/>
                  <a:pt x="7" y="136"/>
                  <a:pt x="7" y="136"/>
                </a:cubicBezTo>
                <a:cubicBezTo>
                  <a:pt x="7" y="136"/>
                  <a:pt x="7" y="136"/>
                  <a:pt x="7" y="136"/>
                </a:cubicBezTo>
                <a:cubicBezTo>
                  <a:pt x="3" y="125"/>
                  <a:pt x="0" y="112"/>
                  <a:pt x="0" y="99"/>
                </a:cubicBezTo>
                <a:cubicBezTo>
                  <a:pt x="0" y="44"/>
                  <a:pt x="45" y="0"/>
                  <a:pt x="100" y="0"/>
                </a:cubicBezTo>
                <a:cubicBezTo>
                  <a:pt x="154" y="0"/>
                  <a:pt x="199" y="44"/>
                  <a:pt x="199" y="99"/>
                </a:cubicBezTo>
                <a:cubicBezTo>
                  <a:pt x="199" y="154"/>
                  <a:pt x="154" y="199"/>
                  <a:pt x="100" y="199"/>
                </a:cubicBezTo>
                <a:close/>
                <a:moveTo>
                  <a:pt x="49" y="28"/>
                </a:moveTo>
                <a:cubicBezTo>
                  <a:pt x="6" y="55"/>
                  <a:pt x="17" y="116"/>
                  <a:pt x="18" y="112"/>
                </a:cubicBezTo>
                <a:cubicBezTo>
                  <a:pt x="40" y="8"/>
                  <a:pt x="119" y="19"/>
                  <a:pt x="119" y="19"/>
                </a:cubicBezTo>
                <a:cubicBezTo>
                  <a:pt x="119" y="19"/>
                  <a:pt x="92" y="1"/>
                  <a:pt x="49" y="28"/>
                </a:cubicBezTo>
                <a:close/>
                <a:moveTo>
                  <a:pt x="101" y="65"/>
                </a:moveTo>
                <a:cubicBezTo>
                  <a:pt x="83" y="65"/>
                  <a:pt x="68" y="79"/>
                  <a:pt x="68" y="98"/>
                </a:cubicBezTo>
                <a:cubicBezTo>
                  <a:pt x="68" y="116"/>
                  <a:pt x="83" y="131"/>
                  <a:pt x="101" y="131"/>
                </a:cubicBezTo>
                <a:cubicBezTo>
                  <a:pt x="119" y="131"/>
                  <a:pt x="134" y="116"/>
                  <a:pt x="134" y="98"/>
                </a:cubicBezTo>
                <a:cubicBezTo>
                  <a:pt x="134" y="79"/>
                  <a:pt x="119" y="65"/>
                  <a:pt x="101" y="65"/>
                </a:cubicBezTo>
                <a:close/>
                <a:moveTo>
                  <a:pt x="142" y="126"/>
                </a:moveTo>
                <a:cubicBezTo>
                  <a:pt x="132" y="139"/>
                  <a:pt x="152" y="155"/>
                  <a:pt x="126" y="163"/>
                </a:cubicBezTo>
                <a:cubicBezTo>
                  <a:pt x="103" y="168"/>
                  <a:pt x="103" y="140"/>
                  <a:pt x="85" y="144"/>
                </a:cubicBezTo>
                <a:cubicBezTo>
                  <a:pt x="70" y="148"/>
                  <a:pt x="79" y="168"/>
                  <a:pt x="58" y="163"/>
                </a:cubicBezTo>
                <a:cubicBezTo>
                  <a:pt x="45" y="157"/>
                  <a:pt x="56" y="142"/>
                  <a:pt x="53" y="136"/>
                </a:cubicBezTo>
                <a:cubicBezTo>
                  <a:pt x="52" y="127"/>
                  <a:pt x="31" y="111"/>
                  <a:pt x="18" y="131"/>
                </a:cubicBezTo>
                <a:cubicBezTo>
                  <a:pt x="31" y="164"/>
                  <a:pt x="62" y="187"/>
                  <a:pt x="100" y="187"/>
                </a:cubicBezTo>
                <a:cubicBezTo>
                  <a:pt x="136" y="187"/>
                  <a:pt x="166" y="165"/>
                  <a:pt x="180" y="134"/>
                </a:cubicBezTo>
                <a:cubicBezTo>
                  <a:pt x="173" y="122"/>
                  <a:pt x="158" y="104"/>
                  <a:pt x="142" y="126"/>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144"/>
          <p:cNvSpPr>
            <a:spLocks noEditPoints="1"/>
          </p:cNvSpPr>
          <p:nvPr/>
        </p:nvSpPr>
        <p:spPr bwMode="auto">
          <a:xfrm>
            <a:off x="7451725" y="3951288"/>
            <a:ext cx="228600" cy="395288"/>
          </a:xfrm>
          <a:custGeom>
            <a:avLst/>
            <a:gdLst>
              <a:gd name="T0" fmla="*/ 96 w 116"/>
              <a:gd name="T1" fmla="*/ 200 h 200"/>
              <a:gd name="T2" fmla="*/ 20 w 116"/>
              <a:gd name="T3" fmla="*/ 200 h 200"/>
              <a:gd name="T4" fmla="*/ 0 w 116"/>
              <a:gd name="T5" fmla="*/ 180 h 200"/>
              <a:gd name="T6" fmla="*/ 24 w 116"/>
              <a:gd name="T7" fmla="*/ 64 h 200"/>
              <a:gd name="T8" fmla="*/ 44 w 116"/>
              <a:gd name="T9" fmla="*/ 64 h 200"/>
              <a:gd name="T10" fmla="*/ 44 w 116"/>
              <a:gd name="T11" fmla="*/ 48 h 200"/>
              <a:gd name="T12" fmla="*/ 36 w 116"/>
              <a:gd name="T13" fmla="*/ 48 h 200"/>
              <a:gd name="T14" fmla="*/ 36 w 116"/>
              <a:gd name="T15" fmla="*/ 36 h 200"/>
              <a:gd name="T16" fmla="*/ 84 w 116"/>
              <a:gd name="T17" fmla="*/ 36 h 200"/>
              <a:gd name="T18" fmla="*/ 84 w 116"/>
              <a:gd name="T19" fmla="*/ 48 h 200"/>
              <a:gd name="T20" fmla="*/ 76 w 116"/>
              <a:gd name="T21" fmla="*/ 48 h 200"/>
              <a:gd name="T22" fmla="*/ 76 w 116"/>
              <a:gd name="T23" fmla="*/ 64 h 200"/>
              <a:gd name="T24" fmla="*/ 91 w 116"/>
              <a:gd name="T25" fmla="*/ 64 h 200"/>
              <a:gd name="T26" fmla="*/ 116 w 116"/>
              <a:gd name="T27" fmla="*/ 180 h 200"/>
              <a:gd name="T28" fmla="*/ 96 w 116"/>
              <a:gd name="T29" fmla="*/ 200 h 200"/>
              <a:gd name="T30" fmla="*/ 84 w 116"/>
              <a:gd name="T31" fmla="*/ 96 h 200"/>
              <a:gd name="T32" fmla="*/ 40 w 116"/>
              <a:gd name="T33" fmla="*/ 96 h 200"/>
              <a:gd name="T34" fmla="*/ 44 w 116"/>
              <a:gd name="T35" fmla="*/ 72 h 200"/>
              <a:gd name="T36" fmla="*/ 32 w 116"/>
              <a:gd name="T37" fmla="*/ 72 h 200"/>
              <a:gd name="T38" fmla="*/ 14 w 116"/>
              <a:gd name="T39" fmla="*/ 188 h 200"/>
              <a:gd name="T40" fmla="*/ 26 w 116"/>
              <a:gd name="T41" fmla="*/ 188 h 200"/>
              <a:gd name="T42" fmla="*/ 33 w 116"/>
              <a:gd name="T43" fmla="*/ 144 h 200"/>
              <a:gd name="T44" fmla="*/ 91 w 116"/>
              <a:gd name="T45" fmla="*/ 144 h 200"/>
              <a:gd name="T46" fmla="*/ 84 w 116"/>
              <a:gd name="T47" fmla="*/ 96 h 200"/>
              <a:gd name="T48" fmla="*/ 44 w 116"/>
              <a:gd name="T49" fmla="*/ 27 h 200"/>
              <a:gd name="T50" fmla="*/ 36 w 116"/>
              <a:gd name="T51" fmla="*/ 0 h 200"/>
              <a:gd name="T52" fmla="*/ 84 w 116"/>
              <a:gd name="T53" fmla="*/ 0 h 200"/>
              <a:gd name="T54" fmla="*/ 76 w 116"/>
              <a:gd name="T55" fmla="*/ 27 h 200"/>
              <a:gd name="T56" fmla="*/ 44 w 116"/>
              <a:gd name="T57" fmla="*/ 27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6" h="200">
                <a:moveTo>
                  <a:pt x="96" y="200"/>
                </a:moveTo>
                <a:cubicBezTo>
                  <a:pt x="20" y="200"/>
                  <a:pt x="20" y="200"/>
                  <a:pt x="20" y="200"/>
                </a:cubicBezTo>
                <a:cubicBezTo>
                  <a:pt x="9" y="200"/>
                  <a:pt x="0" y="191"/>
                  <a:pt x="0" y="180"/>
                </a:cubicBezTo>
                <a:cubicBezTo>
                  <a:pt x="0" y="180"/>
                  <a:pt x="18" y="97"/>
                  <a:pt x="24" y="64"/>
                </a:cubicBezTo>
                <a:cubicBezTo>
                  <a:pt x="44" y="64"/>
                  <a:pt x="44" y="64"/>
                  <a:pt x="44" y="64"/>
                </a:cubicBezTo>
                <a:cubicBezTo>
                  <a:pt x="44" y="48"/>
                  <a:pt x="44" y="48"/>
                  <a:pt x="44" y="48"/>
                </a:cubicBezTo>
                <a:cubicBezTo>
                  <a:pt x="36" y="48"/>
                  <a:pt x="36" y="48"/>
                  <a:pt x="36" y="48"/>
                </a:cubicBezTo>
                <a:cubicBezTo>
                  <a:pt x="36" y="36"/>
                  <a:pt x="36" y="36"/>
                  <a:pt x="36" y="36"/>
                </a:cubicBezTo>
                <a:cubicBezTo>
                  <a:pt x="84" y="36"/>
                  <a:pt x="84" y="36"/>
                  <a:pt x="84" y="36"/>
                </a:cubicBezTo>
                <a:cubicBezTo>
                  <a:pt x="84" y="48"/>
                  <a:pt x="84" y="48"/>
                  <a:pt x="84" y="48"/>
                </a:cubicBezTo>
                <a:cubicBezTo>
                  <a:pt x="76" y="48"/>
                  <a:pt x="76" y="48"/>
                  <a:pt x="76" y="48"/>
                </a:cubicBezTo>
                <a:cubicBezTo>
                  <a:pt x="76" y="64"/>
                  <a:pt x="76" y="64"/>
                  <a:pt x="76" y="64"/>
                </a:cubicBezTo>
                <a:cubicBezTo>
                  <a:pt x="91" y="64"/>
                  <a:pt x="91" y="64"/>
                  <a:pt x="91" y="64"/>
                </a:cubicBezTo>
                <a:cubicBezTo>
                  <a:pt x="98" y="98"/>
                  <a:pt x="116" y="180"/>
                  <a:pt x="116" y="180"/>
                </a:cubicBezTo>
                <a:cubicBezTo>
                  <a:pt x="116" y="191"/>
                  <a:pt x="107" y="200"/>
                  <a:pt x="96" y="200"/>
                </a:cubicBezTo>
                <a:close/>
                <a:moveTo>
                  <a:pt x="84" y="96"/>
                </a:moveTo>
                <a:cubicBezTo>
                  <a:pt x="40" y="96"/>
                  <a:pt x="40" y="96"/>
                  <a:pt x="40" y="96"/>
                </a:cubicBezTo>
                <a:cubicBezTo>
                  <a:pt x="44" y="72"/>
                  <a:pt x="44" y="72"/>
                  <a:pt x="44" y="72"/>
                </a:cubicBezTo>
                <a:cubicBezTo>
                  <a:pt x="32" y="72"/>
                  <a:pt x="32" y="72"/>
                  <a:pt x="32" y="72"/>
                </a:cubicBezTo>
                <a:cubicBezTo>
                  <a:pt x="14" y="188"/>
                  <a:pt x="14" y="188"/>
                  <a:pt x="14" y="188"/>
                </a:cubicBezTo>
                <a:cubicBezTo>
                  <a:pt x="26" y="188"/>
                  <a:pt x="26" y="188"/>
                  <a:pt x="26" y="188"/>
                </a:cubicBezTo>
                <a:cubicBezTo>
                  <a:pt x="33" y="144"/>
                  <a:pt x="33" y="144"/>
                  <a:pt x="33" y="144"/>
                </a:cubicBezTo>
                <a:cubicBezTo>
                  <a:pt x="91" y="144"/>
                  <a:pt x="91" y="144"/>
                  <a:pt x="91" y="144"/>
                </a:cubicBezTo>
                <a:lnTo>
                  <a:pt x="84" y="96"/>
                </a:lnTo>
                <a:close/>
                <a:moveTo>
                  <a:pt x="44" y="27"/>
                </a:moveTo>
                <a:cubicBezTo>
                  <a:pt x="36" y="0"/>
                  <a:pt x="36" y="0"/>
                  <a:pt x="36" y="0"/>
                </a:cubicBezTo>
                <a:cubicBezTo>
                  <a:pt x="84" y="0"/>
                  <a:pt x="84" y="0"/>
                  <a:pt x="84" y="0"/>
                </a:cubicBezTo>
                <a:cubicBezTo>
                  <a:pt x="76" y="27"/>
                  <a:pt x="76" y="27"/>
                  <a:pt x="76" y="27"/>
                </a:cubicBezTo>
                <a:lnTo>
                  <a:pt x="44" y="27"/>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145"/>
          <p:cNvSpPr>
            <a:spLocks noEditPoints="1"/>
          </p:cNvSpPr>
          <p:nvPr/>
        </p:nvSpPr>
        <p:spPr bwMode="auto">
          <a:xfrm>
            <a:off x="4535488" y="4843550"/>
            <a:ext cx="236538" cy="395288"/>
          </a:xfrm>
          <a:custGeom>
            <a:avLst/>
            <a:gdLst>
              <a:gd name="T0" fmla="*/ 104 w 149"/>
              <a:gd name="T1" fmla="*/ 175 h 249"/>
              <a:gd name="T2" fmla="*/ 89 w 149"/>
              <a:gd name="T3" fmla="*/ 160 h 249"/>
              <a:gd name="T4" fmla="*/ 104 w 149"/>
              <a:gd name="T5" fmla="*/ 145 h 249"/>
              <a:gd name="T6" fmla="*/ 134 w 149"/>
              <a:gd name="T7" fmla="*/ 130 h 249"/>
              <a:gd name="T8" fmla="*/ 149 w 149"/>
              <a:gd name="T9" fmla="*/ 145 h 249"/>
              <a:gd name="T10" fmla="*/ 104 w 149"/>
              <a:gd name="T11" fmla="*/ 160 h 249"/>
              <a:gd name="T12" fmla="*/ 119 w 149"/>
              <a:gd name="T13" fmla="*/ 205 h 249"/>
              <a:gd name="T14" fmla="*/ 104 w 149"/>
              <a:gd name="T15" fmla="*/ 190 h 249"/>
              <a:gd name="T16" fmla="*/ 119 w 149"/>
              <a:gd name="T17" fmla="*/ 175 h 249"/>
              <a:gd name="T18" fmla="*/ 134 w 149"/>
              <a:gd name="T19" fmla="*/ 220 h 249"/>
              <a:gd name="T20" fmla="*/ 119 w 149"/>
              <a:gd name="T21" fmla="*/ 235 h 249"/>
              <a:gd name="T22" fmla="*/ 119 w 149"/>
              <a:gd name="T23" fmla="*/ 205 h 249"/>
              <a:gd name="T24" fmla="*/ 134 w 149"/>
              <a:gd name="T25" fmla="*/ 220 h 249"/>
              <a:gd name="T26" fmla="*/ 89 w 149"/>
              <a:gd name="T27" fmla="*/ 249 h 249"/>
              <a:gd name="T28" fmla="*/ 104 w 149"/>
              <a:gd name="T29" fmla="*/ 235 h 249"/>
              <a:gd name="T30" fmla="*/ 119 w 149"/>
              <a:gd name="T31" fmla="*/ 249 h 249"/>
              <a:gd name="T32" fmla="*/ 74 w 149"/>
              <a:gd name="T33" fmla="*/ 220 h 249"/>
              <a:gd name="T34" fmla="*/ 89 w 149"/>
              <a:gd name="T35" fmla="*/ 205 h 249"/>
              <a:gd name="T36" fmla="*/ 89 w 149"/>
              <a:gd name="T37" fmla="*/ 235 h 249"/>
              <a:gd name="T38" fmla="*/ 74 w 149"/>
              <a:gd name="T39" fmla="*/ 220 h 249"/>
              <a:gd name="T40" fmla="*/ 59 w 149"/>
              <a:gd name="T41" fmla="*/ 175 h 249"/>
              <a:gd name="T42" fmla="*/ 74 w 149"/>
              <a:gd name="T43" fmla="*/ 190 h 249"/>
              <a:gd name="T44" fmla="*/ 59 w 149"/>
              <a:gd name="T45" fmla="*/ 205 h 249"/>
              <a:gd name="T46" fmla="*/ 29 w 149"/>
              <a:gd name="T47" fmla="*/ 190 h 249"/>
              <a:gd name="T48" fmla="*/ 15 w 149"/>
              <a:gd name="T49" fmla="*/ 205 h 249"/>
              <a:gd name="T50" fmla="*/ 0 w 149"/>
              <a:gd name="T51" fmla="*/ 220 h 249"/>
              <a:gd name="T52" fmla="*/ 15 w 149"/>
              <a:gd name="T53" fmla="*/ 0 h 249"/>
              <a:gd name="T54" fmla="*/ 29 w 149"/>
              <a:gd name="T55" fmla="*/ 9 h 249"/>
              <a:gd name="T56" fmla="*/ 15 w 149"/>
              <a:gd name="T57" fmla="*/ 24 h 249"/>
              <a:gd name="T58" fmla="*/ 29 w 149"/>
              <a:gd name="T59" fmla="*/ 190 h 249"/>
              <a:gd name="T60" fmla="*/ 44 w 149"/>
              <a:gd name="T61" fmla="*/ 175 h 249"/>
              <a:gd name="T62" fmla="*/ 29 w 149"/>
              <a:gd name="T63" fmla="*/ 190 h 249"/>
              <a:gd name="T64" fmla="*/ 29 w 149"/>
              <a:gd name="T65" fmla="*/ 39 h 249"/>
              <a:gd name="T66" fmla="*/ 44 w 149"/>
              <a:gd name="T67" fmla="*/ 24 h 249"/>
              <a:gd name="T68" fmla="*/ 59 w 149"/>
              <a:gd name="T69" fmla="*/ 54 h 249"/>
              <a:gd name="T70" fmla="*/ 44 w 149"/>
              <a:gd name="T71" fmla="*/ 39 h 249"/>
              <a:gd name="T72" fmla="*/ 59 w 149"/>
              <a:gd name="T73" fmla="*/ 54 h 249"/>
              <a:gd name="T74" fmla="*/ 59 w 149"/>
              <a:gd name="T75" fmla="*/ 160 h 249"/>
              <a:gd name="T76" fmla="*/ 44 w 149"/>
              <a:gd name="T77" fmla="*/ 175 h 249"/>
              <a:gd name="T78" fmla="*/ 119 w 149"/>
              <a:gd name="T79" fmla="*/ 115 h 249"/>
              <a:gd name="T80" fmla="*/ 134 w 149"/>
              <a:gd name="T81" fmla="*/ 130 h 249"/>
              <a:gd name="T82" fmla="*/ 119 w 149"/>
              <a:gd name="T83" fmla="*/ 115 h 249"/>
              <a:gd name="T84" fmla="*/ 119 w 149"/>
              <a:gd name="T85" fmla="*/ 100 h 249"/>
              <a:gd name="T86" fmla="*/ 104 w 149"/>
              <a:gd name="T87" fmla="*/ 115 h 249"/>
              <a:gd name="T88" fmla="*/ 89 w 149"/>
              <a:gd name="T89" fmla="*/ 85 h 249"/>
              <a:gd name="T90" fmla="*/ 104 w 149"/>
              <a:gd name="T91" fmla="*/ 100 h 249"/>
              <a:gd name="T92" fmla="*/ 89 w 149"/>
              <a:gd name="T93" fmla="*/ 85 h 249"/>
              <a:gd name="T94" fmla="*/ 59 w 149"/>
              <a:gd name="T95" fmla="*/ 70 h 249"/>
              <a:gd name="T96" fmla="*/ 74 w 149"/>
              <a:gd name="T97" fmla="*/ 55 h 249"/>
              <a:gd name="T98" fmla="*/ 89 w 149"/>
              <a:gd name="T99" fmla="*/ 70 h 249"/>
              <a:gd name="T100" fmla="*/ 74 w 149"/>
              <a:gd name="T101" fmla="*/ 8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9" h="249">
                <a:moveTo>
                  <a:pt x="104" y="160"/>
                </a:moveTo>
                <a:lnTo>
                  <a:pt x="104" y="175"/>
                </a:lnTo>
                <a:lnTo>
                  <a:pt x="89" y="175"/>
                </a:lnTo>
                <a:lnTo>
                  <a:pt x="89" y="160"/>
                </a:lnTo>
                <a:lnTo>
                  <a:pt x="89" y="145"/>
                </a:lnTo>
                <a:lnTo>
                  <a:pt x="104" y="145"/>
                </a:lnTo>
                <a:lnTo>
                  <a:pt x="134" y="145"/>
                </a:lnTo>
                <a:lnTo>
                  <a:pt x="134" y="130"/>
                </a:lnTo>
                <a:lnTo>
                  <a:pt x="149" y="130"/>
                </a:lnTo>
                <a:lnTo>
                  <a:pt x="149" y="145"/>
                </a:lnTo>
                <a:lnTo>
                  <a:pt x="149" y="160"/>
                </a:lnTo>
                <a:lnTo>
                  <a:pt x="104" y="160"/>
                </a:lnTo>
                <a:close/>
                <a:moveTo>
                  <a:pt x="119" y="190"/>
                </a:moveTo>
                <a:lnTo>
                  <a:pt x="119" y="205"/>
                </a:lnTo>
                <a:lnTo>
                  <a:pt x="104" y="205"/>
                </a:lnTo>
                <a:lnTo>
                  <a:pt x="104" y="190"/>
                </a:lnTo>
                <a:lnTo>
                  <a:pt x="104" y="175"/>
                </a:lnTo>
                <a:lnTo>
                  <a:pt x="119" y="175"/>
                </a:lnTo>
                <a:lnTo>
                  <a:pt x="119" y="190"/>
                </a:lnTo>
                <a:close/>
                <a:moveTo>
                  <a:pt x="134" y="220"/>
                </a:moveTo>
                <a:lnTo>
                  <a:pt x="134" y="235"/>
                </a:lnTo>
                <a:lnTo>
                  <a:pt x="119" y="235"/>
                </a:lnTo>
                <a:lnTo>
                  <a:pt x="119" y="220"/>
                </a:lnTo>
                <a:lnTo>
                  <a:pt x="119" y="205"/>
                </a:lnTo>
                <a:lnTo>
                  <a:pt x="134" y="205"/>
                </a:lnTo>
                <a:lnTo>
                  <a:pt x="134" y="220"/>
                </a:lnTo>
                <a:close/>
                <a:moveTo>
                  <a:pt x="104" y="249"/>
                </a:moveTo>
                <a:lnTo>
                  <a:pt x="89" y="249"/>
                </a:lnTo>
                <a:lnTo>
                  <a:pt x="89" y="235"/>
                </a:lnTo>
                <a:lnTo>
                  <a:pt x="104" y="235"/>
                </a:lnTo>
                <a:lnTo>
                  <a:pt x="119" y="235"/>
                </a:lnTo>
                <a:lnTo>
                  <a:pt x="119" y="249"/>
                </a:lnTo>
                <a:lnTo>
                  <a:pt x="104" y="249"/>
                </a:lnTo>
                <a:close/>
                <a:moveTo>
                  <a:pt x="74" y="220"/>
                </a:moveTo>
                <a:lnTo>
                  <a:pt x="74" y="205"/>
                </a:lnTo>
                <a:lnTo>
                  <a:pt x="89" y="205"/>
                </a:lnTo>
                <a:lnTo>
                  <a:pt x="89" y="220"/>
                </a:lnTo>
                <a:lnTo>
                  <a:pt x="89" y="235"/>
                </a:lnTo>
                <a:lnTo>
                  <a:pt x="74" y="235"/>
                </a:lnTo>
                <a:lnTo>
                  <a:pt x="74" y="220"/>
                </a:lnTo>
                <a:close/>
                <a:moveTo>
                  <a:pt x="59" y="190"/>
                </a:moveTo>
                <a:lnTo>
                  <a:pt x="59" y="175"/>
                </a:lnTo>
                <a:lnTo>
                  <a:pt x="74" y="175"/>
                </a:lnTo>
                <a:lnTo>
                  <a:pt x="74" y="190"/>
                </a:lnTo>
                <a:lnTo>
                  <a:pt x="74" y="205"/>
                </a:lnTo>
                <a:lnTo>
                  <a:pt x="59" y="205"/>
                </a:lnTo>
                <a:lnTo>
                  <a:pt x="59" y="190"/>
                </a:lnTo>
                <a:close/>
                <a:moveTo>
                  <a:pt x="29" y="190"/>
                </a:moveTo>
                <a:lnTo>
                  <a:pt x="29" y="205"/>
                </a:lnTo>
                <a:lnTo>
                  <a:pt x="15" y="205"/>
                </a:lnTo>
                <a:lnTo>
                  <a:pt x="15" y="220"/>
                </a:lnTo>
                <a:lnTo>
                  <a:pt x="0" y="220"/>
                </a:lnTo>
                <a:lnTo>
                  <a:pt x="0" y="0"/>
                </a:lnTo>
                <a:lnTo>
                  <a:pt x="15" y="0"/>
                </a:lnTo>
                <a:lnTo>
                  <a:pt x="15" y="9"/>
                </a:lnTo>
                <a:lnTo>
                  <a:pt x="29" y="9"/>
                </a:lnTo>
                <a:lnTo>
                  <a:pt x="29" y="24"/>
                </a:lnTo>
                <a:lnTo>
                  <a:pt x="15" y="24"/>
                </a:lnTo>
                <a:lnTo>
                  <a:pt x="15" y="190"/>
                </a:lnTo>
                <a:lnTo>
                  <a:pt x="29" y="190"/>
                </a:lnTo>
                <a:lnTo>
                  <a:pt x="29" y="175"/>
                </a:lnTo>
                <a:lnTo>
                  <a:pt x="44" y="175"/>
                </a:lnTo>
                <a:lnTo>
                  <a:pt x="44" y="190"/>
                </a:lnTo>
                <a:lnTo>
                  <a:pt x="29" y="190"/>
                </a:lnTo>
                <a:close/>
                <a:moveTo>
                  <a:pt x="44" y="39"/>
                </a:moveTo>
                <a:lnTo>
                  <a:pt x="29" y="39"/>
                </a:lnTo>
                <a:lnTo>
                  <a:pt x="29" y="24"/>
                </a:lnTo>
                <a:lnTo>
                  <a:pt x="44" y="24"/>
                </a:lnTo>
                <a:lnTo>
                  <a:pt x="44" y="39"/>
                </a:lnTo>
                <a:close/>
                <a:moveTo>
                  <a:pt x="59" y="54"/>
                </a:moveTo>
                <a:lnTo>
                  <a:pt x="44" y="54"/>
                </a:lnTo>
                <a:lnTo>
                  <a:pt x="44" y="39"/>
                </a:lnTo>
                <a:lnTo>
                  <a:pt x="59" y="39"/>
                </a:lnTo>
                <a:lnTo>
                  <a:pt x="59" y="54"/>
                </a:lnTo>
                <a:close/>
                <a:moveTo>
                  <a:pt x="44" y="160"/>
                </a:moveTo>
                <a:lnTo>
                  <a:pt x="59" y="160"/>
                </a:lnTo>
                <a:lnTo>
                  <a:pt x="59" y="175"/>
                </a:lnTo>
                <a:lnTo>
                  <a:pt x="44" y="175"/>
                </a:lnTo>
                <a:lnTo>
                  <a:pt x="44" y="160"/>
                </a:lnTo>
                <a:close/>
                <a:moveTo>
                  <a:pt x="119" y="115"/>
                </a:moveTo>
                <a:lnTo>
                  <a:pt x="134" y="115"/>
                </a:lnTo>
                <a:lnTo>
                  <a:pt x="134" y="130"/>
                </a:lnTo>
                <a:lnTo>
                  <a:pt x="119" y="130"/>
                </a:lnTo>
                <a:lnTo>
                  <a:pt x="119" y="115"/>
                </a:lnTo>
                <a:close/>
                <a:moveTo>
                  <a:pt x="104" y="100"/>
                </a:moveTo>
                <a:lnTo>
                  <a:pt x="119" y="100"/>
                </a:lnTo>
                <a:lnTo>
                  <a:pt x="119" y="115"/>
                </a:lnTo>
                <a:lnTo>
                  <a:pt x="104" y="115"/>
                </a:lnTo>
                <a:lnTo>
                  <a:pt x="104" y="100"/>
                </a:lnTo>
                <a:close/>
                <a:moveTo>
                  <a:pt x="89" y="85"/>
                </a:moveTo>
                <a:lnTo>
                  <a:pt x="104" y="85"/>
                </a:lnTo>
                <a:lnTo>
                  <a:pt x="104" y="100"/>
                </a:lnTo>
                <a:lnTo>
                  <a:pt x="89" y="100"/>
                </a:lnTo>
                <a:lnTo>
                  <a:pt x="89" y="85"/>
                </a:lnTo>
                <a:close/>
                <a:moveTo>
                  <a:pt x="74" y="70"/>
                </a:moveTo>
                <a:lnTo>
                  <a:pt x="59" y="70"/>
                </a:lnTo>
                <a:lnTo>
                  <a:pt x="59" y="55"/>
                </a:lnTo>
                <a:lnTo>
                  <a:pt x="74" y="55"/>
                </a:lnTo>
                <a:lnTo>
                  <a:pt x="74" y="70"/>
                </a:lnTo>
                <a:lnTo>
                  <a:pt x="89" y="70"/>
                </a:lnTo>
                <a:lnTo>
                  <a:pt x="89" y="85"/>
                </a:lnTo>
                <a:lnTo>
                  <a:pt x="74" y="85"/>
                </a:lnTo>
                <a:lnTo>
                  <a:pt x="74" y="70"/>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146"/>
          <p:cNvSpPr>
            <a:spLocks noEditPoints="1"/>
          </p:cNvSpPr>
          <p:nvPr/>
        </p:nvSpPr>
        <p:spPr bwMode="auto">
          <a:xfrm>
            <a:off x="4970463" y="4843550"/>
            <a:ext cx="307975" cy="395288"/>
          </a:xfrm>
          <a:custGeom>
            <a:avLst/>
            <a:gdLst>
              <a:gd name="T0" fmla="*/ 179 w 194"/>
              <a:gd name="T1" fmla="*/ 160 h 249"/>
              <a:gd name="T2" fmla="*/ 179 w 194"/>
              <a:gd name="T3" fmla="*/ 105 h 249"/>
              <a:gd name="T4" fmla="*/ 194 w 194"/>
              <a:gd name="T5" fmla="*/ 100 h 249"/>
              <a:gd name="T6" fmla="*/ 194 w 194"/>
              <a:gd name="T7" fmla="*/ 115 h 249"/>
              <a:gd name="T8" fmla="*/ 194 w 194"/>
              <a:gd name="T9" fmla="*/ 175 h 249"/>
              <a:gd name="T10" fmla="*/ 164 w 194"/>
              <a:gd name="T11" fmla="*/ 134 h 249"/>
              <a:gd name="T12" fmla="*/ 149 w 194"/>
              <a:gd name="T13" fmla="*/ 85 h 249"/>
              <a:gd name="T14" fmla="*/ 134 w 194"/>
              <a:gd name="T15" fmla="*/ 115 h 249"/>
              <a:gd name="T16" fmla="*/ 119 w 194"/>
              <a:gd name="T17" fmla="*/ 70 h 249"/>
              <a:gd name="T18" fmla="*/ 104 w 194"/>
              <a:gd name="T19" fmla="*/ 115 h 249"/>
              <a:gd name="T20" fmla="*/ 89 w 194"/>
              <a:gd name="T21" fmla="*/ 15 h 249"/>
              <a:gd name="T22" fmla="*/ 104 w 194"/>
              <a:gd name="T23" fmla="*/ 55 h 249"/>
              <a:gd name="T24" fmla="*/ 134 w 194"/>
              <a:gd name="T25" fmla="*/ 70 h 249"/>
              <a:gd name="T26" fmla="*/ 164 w 194"/>
              <a:gd name="T27" fmla="*/ 85 h 249"/>
              <a:gd name="T28" fmla="*/ 179 w 194"/>
              <a:gd name="T29" fmla="*/ 100 h 249"/>
              <a:gd name="T30" fmla="*/ 164 w 194"/>
              <a:gd name="T31" fmla="*/ 134 h 249"/>
              <a:gd name="T32" fmla="*/ 59 w 194"/>
              <a:gd name="T33" fmla="*/ 130 h 249"/>
              <a:gd name="T34" fmla="*/ 44 w 194"/>
              <a:gd name="T35" fmla="*/ 115 h 249"/>
              <a:gd name="T36" fmla="*/ 59 w 194"/>
              <a:gd name="T37" fmla="*/ 15 h 249"/>
              <a:gd name="T38" fmla="*/ 74 w 194"/>
              <a:gd name="T39" fmla="*/ 145 h 249"/>
              <a:gd name="T40" fmla="*/ 30 w 194"/>
              <a:gd name="T41" fmla="*/ 100 h 249"/>
              <a:gd name="T42" fmla="*/ 44 w 194"/>
              <a:gd name="T43" fmla="*/ 115 h 249"/>
              <a:gd name="T44" fmla="*/ 30 w 194"/>
              <a:gd name="T45" fmla="*/ 100 h 249"/>
              <a:gd name="T46" fmla="*/ 15 w 194"/>
              <a:gd name="T47" fmla="*/ 130 h 249"/>
              <a:gd name="T48" fmla="*/ 0 w 194"/>
              <a:gd name="T49" fmla="*/ 115 h 249"/>
              <a:gd name="T50" fmla="*/ 0 w 194"/>
              <a:gd name="T51" fmla="*/ 85 h 249"/>
              <a:gd name="T52" fmla="*/ 30 w 194"/>
              <a:gd name="T53" fmla="*/ 85 h 249"/>
              <a:gd name="T54" fmla="*/ 15 w 194"/>
              <a:gd name="T55" fmla="*/ 100 h 249"/>
              <a:gd name="T56" fmla="*/ 30 w 194"/>
              <a:gd name="T57" fmla="*/ 145 h 249"/>
              <a:gd name="T58" fmla="*/ 15 w 194"/>
              <a:gd name="T59" fmla="*/ 130 h 249"/>
              <a:gd name="T60" fmla="*/ 30 w 194"/>
              <a:gd name="T61" fmla="*/ 145 h 249"/>
              <a:gd name="T62" fmla="*/ 44 w 194"/>
              <a:gd name="T63" fmla="*/ 175 h 249"/>
              <a:gd name="T64" fmla="*/ 30 w 194"/>
              <a:gd name="T65" fmla="*/ 160 h 249"/>
              <a:gd name="T66" fmla="*/ 44 w 194"/>
              <a:gd name="T67" fmla="*/ 145 h 249"/>
              <a:gd name="T68" fmla="*/ 59 w 194"/>
              <a:gd name="T69" fmla="*/ 190 h 249"/>
              <a:gd name="T70" fmla="*/ 44 w 194"/>
              <a:gd name="T71" fmla="*/ 205 h 249"/>
              <a:gd name="T72" fmla="*/ 44 w 194"/>
              <a:gd name="T73" fmla="*/ 175 h 249"/>
              <a:gd name="T74" fmla="*/ 59 w 194"/>
              <a:gd name="T75" fmla="*/ 190 h 249"/>
              <a:gd name="T76" fmla="*/ 74 w 194"/>
              <a:gd name="T77" fmla="*/ 235 h 249"/>
              <a:gd name="T78" fmla="*/ 149 w 194"/>
              <a:gd name="T79" fmla="*/ 220 h 249"/>
              <a:gd name="T80" fmla="*/ 164 w 194"/>
              <a:gd name="T81" fmla="*/ 205 h 249"/>
              <a:gd name="T82" fmla="*/ 164 w 194"/>
              <a:gd name="T83" fmla="*/ 235 h 249"/>
              <a:gd name="T84" fmla="*/ 164 w 194"/>
              <a:gd name="T85" fmla="*/ 249 h 249"/>
              <a:gd name="T86" fmla="*/ 59 w 194"/>
              <a:gd name="T87" fmla="*/ 235 h 249"/>
              <a:gd name="T88" fmla="*/ 59 w 194"/>
              <a:gd name="T89" fmla="*/ 205 h 249"/>
              <a:gd name="T90" fmla="*/ 74 w 194"/>
              <a:gd name="T91" fmla="*/ 220 h 249"/>
              <a:gd name="T92" fmla="*/ 179 w 194"/>
              <a:gd name="T93" fmla="*/ 175 h 249"/>
              <a:gd name="T94" fmla="*/ 179 w 194"/>
              <a:gd name="T95" fmla="*/ 205 h 249"/>
              <a:gd name="T96" fmla="*/ 164 w 194"/>
              <a:gd name="T97" fmla="*/ 190 h 249"/>
              <a:gd name="T98" fmla="*/ 74 w 194"/>
              <a:gd name="T99" fmla="*/ 0 h 249"/>
              <a:gd name="T100" fmla="*/ 89 w 194"/>
              <a:gd name="T101" fmla="*/ 15 h 249"/>
              <a:gd name="T102" fmla="*/ 74 w 194"/>
              <a:gd name="T103" fmla="*/ 0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4" h="249">
                <a:moveTo>
                  <a:pt x="179" y="175"/>
                </a:moveTo>
                <a:lnTo>
                  <a:pt x="179" y="160"/>
                </a:lnTo>
                <a:lnTo>
                  <a:pt x="179" y="115"/>
                </a:lnTo>
                <a:lnTo>
                  <a:pt x="179" y="105"/>
                </a:lnTo>
                <a:lnTo>
                  <a:pt x="179" y="100"/>
                </a:lnTo>
                <a:lnTo>
                  <a:pt x="194" y="100"/>
                </a:lnTo>
                <a:lnTo>
                  <a:pt x="194" y="105"/>
                </a:lnTo>
                <a:lnTo>
                  <a:pt x="194" y="115"/>
                </a:lnTo>
                <a:lnTo>
                  <a:pt x="194" y="160"/>
                </a:lnTo>
                <a:lnTo>
                  <a:pt x="194" y="175"/>
                </a:lnTo>
                <a:lnTo>
                  <a:pt x="179" y="175"/>
                </a:lnTo>
                <a:close/>
                <a:moveTo>
                  <a:pt x="164" y="134"/>
                </a:moveTo>
                <a:lnTo>
                  <a:pt x="149" y="134"/>
                </a:lnTo>
                <a:lnTo>
                  <a:pt x="149" y="85"/>
                </a:lnTo>
                <a:lnTo>
                  <a:pt x="134" y="85"/>
                </a:lnTo>
                <a:lnTo>
                  <a:pt x="134" y="115"/>
                </a:lnTo>
                <a:lnTo>
                  <a:pt x="119" y="115"/>
                </a:lnTo>
                <a:lnTo>
                  <a:pt x="119" y="70"/>
                </a:lnTo>
                <a:lnTo>
                  <a:pt x="104" y="70"/>
                </a:lnTo>
                <a:lnTo>
                  <a:pt x="104" y="115"/>
                </a:lnTo>
                <a:lnTo>
                  <a:pt x="89" y="115"/>
                </a:lnTo>
                <a:lnTo>
                  <a:pt x="89" y="15"/>
                </a:lnTo>
                <a:lnTo>
                  <a:pt x="104" y="15"/>
                </a:lnTo>
                <a:lnTo>
                  <a:pt x="104" y="55"/>
                </a:lnTo>
                <a:lnTo>
                  <a:pt x="134" y="55"/>
                </a:lnTo>
                <a:lnTo>
                  <a:pt x="134" y="70"/>
                </a:lnTo>
                <a:lnTo>
                  <a:pt x="164" y="70"/>
                </a:lnTo>
                <a:lnTo>
                  <a:pt x="164" y="85"/>
                </a:lnTo>
                <a:lnTo>
                  <a:pt x="179" y="85"/>
                </a:lnTo>
                <a:lnTo>
                  <a:pt x="179" y="100"/>
                </a:lnTo>
                <a:lnTo>
                  <a:pt x="164" y="100"/>
                </a:lnTo>
                <a:lnTo>
                  <a:pt x="164" y="134"/>
                </a:lnTo>
                <a:close/>
                <a:moveTo>
                  <a:pt x="59" y="145"/>
                </a:moveTo>
                <a:lnTo>
                  <a:pt x="59" y="130"/>
                </a:lnTo>
                <a:lnTo>
                  <a:pt x="44" y="130"/>
                </a:lnTo>
                <a:lnTo>
                  <a:pt x="44" y="115"/>
                </a:lnTo>
                <a:lnTo>
                  <a:pt x="59" y="115"/>
                </a:lnTo>
                <a:lnTo>
                  <a:pt x="59" y="15"/>
                </a:lnTo>
                <a:lnTo>
                  <a:pt x="74" y="15"/>
                </a:lnTo>
                <a:lnTo>
                  <a:pt x="74" y="145"/>
                </a:lnTo>
                <a:lnTo>
                  <a:pt x="59" y="145"/>
                </a:lnTo>
                <a:close/>
                <a:moveTo>
                  <a:pt x="30" y="100"/>
                </a:moveTo>
                <a:lnTo>
                  <a:pt x="44" y="100"/>
                </a:lnTo>
                <a:lnTo>
                  <a:pt x="44" y="115"/>
                </a:lnTo>
                <a:lnTo>
                  <a:pt x="30" y="115"/>
                </a:lnTo>
                <a:lnTo>
                  <a:pt x="30" y="100"/>
                </a:lnTo>
                <a:close/>
                <a:moveTo>
                  <a:pt x="15" y="115"/>
                </a:moveTo>
                <a:lnTo>
                  <a:pt x="15" y="130"/>
                </a:lnTo>
                <a:lnTo>
                  <a:pt x="0" y="130"/>
                </a:lnTo>
                <a:lnTo>
                  <a:pt x="0" y="115"/>
                </a:lnTo>
                <a:lnTo>
                  <a:pt x="0" y="100"/>
                </a:lnTo>
                <a:lnTo>
                  <a:pt x="0" y="85"/>
                </a:lnTo>
                <a:lnTo>
                  <a:pt x="15" y="85"/>
                </a:lnTo>
                <a:lnTo>
                  <a:pt x="30" y="85"/>
                </a:lnTo>
                <a:lnTo>
                  <a:pt x="30" y="100"/>
                </a:lnTo>
                <a:lnTo>
                  <a:pt x="15" y="100"/>
                </a:lnTo>
                <a:lnTo>
                  <a:pt x="15" y="115"/>
                </a:lnTo>
                <a:close/>
                <a:moveTo>
                  <a:pt x="30" y="145"/>
                </a:moveTo>
                <a:lnTo>
                  <a:pt x="15" y="145"/>
                </a:lnTo>
                <a:lnTo>
                  <a:pt x="15" y="130"/>
                </a:lnTo>
                <a:lnTo>
                  <a:pt x="30" y="130"/>
                </a:lnTo>
                <a:lnTo>
                  <a:pt x="30" y="145"/>
                </a:lnTo>
                <a:close/>
                <a:moveTo>
                  <a:pt x="44" y="160"/>
                </a:moveTo>
                <a:lnTo>
                  <a:pt x="44" y="175"/>
                </a:lnTo>
                <a:lnTo>
                  <a:pt x="30" y="175"/>
                </a:lnTo>
                <a:lnTo>
                  <a:pt x="30" y="160"/>
                </a:lnTo>
                <a:lnTo>
                  <a:pt x="30" y="145"/>
                </a:lnTo>
                <a:lnTo>
                  <a:pt x="44" y="145"/>
                </a:lnTo>
                <a:lnTo>
                  <a:pt x="44" y="160"/>
                </a:lnTo>
                <a:close/>
                <a:moveTo>
                  <a:pt x="59" y="190"/>
                </a:moveTo>
                <a:lnTo>
                  <a:pt x="59" y="205"/>
                </a:lnTo>
                <a:lnTo>
                  <a:pt x="44" y="205"/>
                </a:lnTo>
                <a:lnTo>
                  <a:pt x="44" y="190"/>
                </a:lnTo>
                <a:lnTo>
                  <a:pt x="44" y="175"/>
                </a:lnTo>
                <a:lnTo>
                  <a:pt x="59" y="175"/>
                </a:lnTo>
                <a:lnTo>
                  <a:pt x="59" y="190"/>
                </a:lnTo>
                <a:close/>
                <a:moveTo>
                  <a:pt x="74" y="220"/>
                </a:moveTo>
                <a:lnTo>
                  <a:pt x="74" y="235"/>
                </a:lnTo>
                <a:lnTo>
                  <a:pt x="149" y="235"/>
                </a:lnTo>
                <a:lnTo>
                  <a:pt x="149" y="220"/>
                </a:lnTo>
                <a:lnTo>
                  <a:pt x="149" y="205"/>
                </a:lnTo>
                <a:lnTo>
                  <a:pt x="164" y="205"/>
                </a:lnTo>
                <a:lnTo>
                  <a:pt x="164" y="220"/>
                </a:lnTo>
                <a:lnTo>
                  <a:pt x="164" y="235"/>
                </a:lnTo>
                <a:lnTo>
                  <a:pt x="164" y="235"/>
                </a:lnTo>
                <a:lnTo>
                  <a:pt x="164" y="249"/>
                </a:lnTo>
                <a:lnTo>
                  <a:pt x="59" y="249"/>
                </a:lnTo>
                <a:lnTo>
                  <a:pt x="59" y="235"/>
                </a:lnTo>
                <a:lnTo>
                  <a:pt x="59" y="220"/>
                </a:lnTo>
                <a:lnTo>
                  <a:pt x="59" y="205"/>
                </a:lnTo>
                <a:lnTo>
                  <a:pt x="74" y="205"/>
                </a:lnTo>
                <a:lnTo>
                  <a:pt x="74" y="220"/>
                </a:lnTo>
                <a:close/>
                <a:moveTo>
                  <a:pt x="164" y="175"/>
                </a:moveTo>
                <a:lnTo>
                  <a:pt x="179" y="175"/>
                </a:lnTo>
                <a:lnTo>
                  <a:pt x="179" y="190"/>
                </a:lnTo>
                <a:lnTo>
                  <a:pt x="179" y="205"/>
                </a:lnTo>
                <a:lnTo>
                  <a:pt x="164" y="205"/>
                </a:lnTo>
                <a:lnTo>
                  <a:pt x="164" y="190"/>
                </a:lnTo>
                <a:lnTo>
                  <a:pt x="164" y="175"/>
                </a:lnTo>
                <a:close/>
                <a:moveTo>
                  <a:pt x="74" y="0"/>
                </a:moveTo>
                <a:lnTo>
                  <a:pt x="89" y="0"/>
                </a:lnTo>
                <a:lnTo>
                  <a:pt x="89" y="15"/>
                </a:lnTo>
                <a:lnTo>
                  <a:pt x="74" y="15"/>
                </a:lnTo>
                <a:lnTo>
                  <a:pt x="74" y="0"/>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147"/>
          <p:cNvSpPr>
            <a:spLocks/>
          </p:cNvSpPr>
          <p:nvPr/>
        </p:nvSpPr>
        <p:spPr bwMode="auto">
          <a:xfrm>
            <a:off x="5491163" y="4848313"/>
            <a:ext cx="287338" cy="393700"/>
          </a:xfrm>
          <a:custGeom>
            <a:avLst/>
            <a:gdLst>
              <a:gd name="T0" fmla="*/ 93 w 145"/>
              <a:gd name="T1" fmla="*/ 114 h 199"/>
              <a:gd name="T2" fmla="*/ 145 w 145"/>
              <a:gd name="T3" fmla="*/ 106 h 199"/>
              <a:gd name="T4" fmla="*/ 0 w 145"/>
              <a:gd name="T5" fmla="*/ 0 h 199"/>
              <a:gd name="T6" fmla="*/ 43 w 145"/>
              <a:gd name="T7" fmla="*/ 175 h 199"/>
              <a:gd name="T8" fmla="*/ 46 w 145"/>
              <a:gd name="T9" fmla="*/ 169 h 199"/>
              <a:gd name="T10" fmla="*/ 70 w 145"/>
              <a:gd name="T11" fmla="*/ 129 h 199"/>
              <a:gd name="T12" fmla="*/ 113 w 145"/>
              <a:gd name="T13" fmla="*/ 192 h 199"/>
              <a:gd name="T14" fmla="*/ 128 w 145"/>
              <a:gd name="T15" fmla="*/ 197 h 199"/>
              <a:gd name="T16" fmla="*/ 133 w 145"/>
              <a:gd name="T17" fmla="*/ 195 h 199"/>
              <a:gd name="T18" fmla="*/ 138 w 145"/>
              <a:gd name="T19" fmla="*/ 180 h 199"/>
              <a:gd name="T20" fmla="*/ 136 w 145"/>
              <a:gd name="T21" fmla="*/ 176 h 199"/>
              <a:gd name="T22" fmla="*/ 93 w 145"/>
              <a:gd name="T23" fmla="*/ 11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5" h="199">
                <a:moveTo>
                  <a:pt x="93" y="114"/>
                </a:moveTo>
                <a:cubicBezTo>
                  <a:pt x="145" y="106"/>
                  <a:pt x="145" y="106"/>
                  <a:pt x="145" y="106"/>
                </a:cubicBezTo>
                <a:cubicBezTo>
                  <a:pt x="0" y="0"/>
                  <a:pt x="0" y="0"/>
                  <a:pt x="0" y="0"/>
                </a:cubicBezTo>
                <a:cubicBezTo>
                  <a:pt x="43" y="175"/>
                  <a:pt x="43" y="175"/>
                  <a:pt x="43" y="175"/>
                </a:cubicBezTo>
                <a:cubicBezTo>
                  <a:pt x="46" y="169"/>
                  <a:pt x="46" y="169"/>
                  <a:pt x="46" y="169"/>
                </a:cubicBezTo>
                <a:cubicBezTo>
                  <a:pt x="70" y="129"/>
                  <a:pt x="70" y="129"/>
                  <a:pt x="70" y="129"/>
                </a:cubicBezTo>
                <a:cubicBezTo>
                  <a:pt x="113" y="192"/>
                  <a:pt x="113" y="192"/>
                  <a:pt x="113" y="192"/>
                </a:cubicBezTo>
                <a:cubicBezTo>
                  <a:pt x="117" y="197"/>
                  <a:pt x="123" y="199"/>
                  <a:pt x="128" y="197"/>
                </a:cubicBezTo>
                <a:cubicBezTo>
                  <a:pt x="130" y="197"/>
                  <a:pt x="131" y="196"/>
                  <a:pt x="133" y="195"/>
                </a:cubicBezTo>
                <a:cubicBezTo>
                  <a:pt x="137" y="192"/>
                  <a:pt x="139" y="186"/>
                  <a:pt x="138" y="180"/>
                </a:cubicBezTo>
                <a:cubicBezTo>
                  <a:pt x="138" y="179"/>
                  <a:pt x="137" y="177"/>
                  <a:pt x="136" y="176"/>
                </a:cubicBezTo>
                <a:lnTo>
                  <a:pt x="93" y="114"/>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148"/>
          <p:cNvSpPr>
            <a:spLocks noEditPoints="1"/>
          </p:cNvSpPr>
          <p:nvPr/>
        </p:nvSpPr>
        <p:spPr bwMode="auto">
          <a:xfrm>
            <a:off x="5916613" y="4835613"/>
            <a:ext cx="382588" cy="403225"/>
          </a:xfrm>
          <a:custGeom>
            <a:avLst/>
            <a:gdLst>
              <a:gd name="T0" fmla="*/ 32 w 193"/>
              <a:gd name="T1" fmla="*/ 24 h 204"/>
              <a:gd name="T2" fmla="*/ 73 w 193"/>
              <a:gd name="T3" fmla="*/ 81 h 204"/>
              <a:gd name="T4" fmla="*/ 68 w 193"/>
              <a:gd name="T5" fmla="*/ 60 h 204"/>
              <a:gd name="T6" fmla="*/ 75 w 193"/>
              <a:gd name="T7" fmla="*/ 47 h 204"/>
              <a:gd name="T8" fmla="*/ 92 w 193"/>
              <a:gd name="T9" fmla="*/ 58 h 204"/>
              <a:gd name="T10" fmla="*/ 99 w 193"/>
              <a:gd name="T11" fmla="*/ 56 h 204"/>
              <a:gd name="T12" fmla="*/ 100 w 193"/>
              <a:gd name="T13" fmla="*/ 42 h 204"/>
              <a:gd name="T14" fmla="*/ 117 w 193"/>
              <a:gd name="T15" fmla="*/ 44 h 204"/>
              <a:gd name="T16" fmla="*/ 119 w 193"/>
              <a:gd name="T17" fmla="*/ 48 h 204"/>
              <a:gd name="T18" fmla="*/ 125 w 193"/>
              <a:gd name="T19" fmla="*/ 57 h 204"/>
              <a:gd name="T20" fmla="*/ 126 w 193"/>
              <a:gd name="T21" fmla="*/ 53 h 204"/>
              <a:gd name="T22" fmla="*/ 137 w 193"/>
              <a:gd name="T23" fmla="*/ 47 h 204"/>
              <a:gd name="T24" fmla="*/ 161 w 193"/>
              <a:gd name="T25" fmla="*/ 132 h 204"/>
              <a:gd name="T26" fmla="*/ 121 w 193"/>
              <a:gd name="T27" fmla="*/ 185 h 204"/>
              <a:gd name="T28" fmla="*/ 76 w 193"/>
              <a:gd name="T29" fmla="*/ 151 h 204"/>
              <a:gd name="T30" fmla="*/ 21 w 193"/>
              <a:gd name="T31" fmla="*/ 131 h 204"/>
              <a:gd name="T32" fmla="*/ 34 w 193"/>
              <a:gd name="T33" fmla="*/ 122 h 204"/>
              <a:gd name="T34" fmla="*/ 64 w 193"/>
              <a:gd name="T35" fmla="*/ 125 h 204"/>
              <a:gd name="T36" fmla="*/ 17 w 193"/>
              <a:gd name="T37" fmla="*/ 33 h 204"/>
              <a:gd name="T38" fmla="*/ 20 w 193"/>
              <a:gd name="T39" fmla="*/ 19 h 204"/>
              <a:gd name="T40" fmla="*/ 12 w 193"/>
              <a:gd name="T41" fmla="*/ 7 h 204"/>
              <a:gd name="T42" fmla="*/ 6 w 193"/>
              <a:gd name="T43" fmla="*/ 40 h 204"/>
              <a:gd name="T44" fmla="*/ 45 w 193"/>
              <a:gd name="T45" fmla="*/ 109 h 204"/>
              <a:gd name="T46" fmla="*/ 19 w 193"/>
              <a:gd name="T47" fmla="*/ 111 h 204"/>
              <a:gd name="T48" fmla="*/ 27 w 193"/>
              <a:gd name="T49" fmla="*/ 157 h 204"/>
              <a:gd name="T50" fmla="*/ 99 w 193"/>
              <a:gd name="T51" fmla="*/ 175 h 204"/>
              <a:gd name="T52" fmla="*/ 116 w 193"/>
              <a:gd name="T53" fmla="*/ 204 h 204"/>
              <a:gd name="T54" fmla="*/ 181 w 193"/>
              <a:gd name="T55" fmla="*/ 166 h 204"/>
              <a:gd name="T56" fmla="*/ 186 w 193"/>
              <a:gd name="T57" fmla="*/ 147 h 204"/>
              <a:gd name="T58" fmla="*/ 161 w 193"/>
              <a:gd name="T59" fmla="*/ 61 h 204"/>
              <a:gd name="T60" fmla="*/ 161 w 193"/>
              <a:gd name="T61" fmla="*/ 60 h 204"/>
              <a:gd name="T62" fmla="*/ 155 w 193"/>
              <a:gd name="T63" fmla="*/ 44 h 204"/>
              <a:gd name="T64" fmla="*/ 128 w 193"/>
              <a:gd name="T65" fmla="*/ 33 h 204"/>
              <a:gd name="T66" fmla="*/ 93 w 193"/>
              <a:gd name="T67" fmla="*/ 30 h 204"/>
              <a:gd name="T68" fmla="*/ 68 w 193"/>
              <a:gd name="T69" fmla="*/ 35 h 204"/>
              <a:gd name="T70" fmla="*/ 59 w 193"/>
              <a:gd name="T71" fmla="*/ 41 h 204"/>
              <a:gd name="T72" fmla="*/ 44 w 193"/>
              <a:gd name="T73" fmla="*/ 16 h 204"/>
              <a:gd name="T74" fmla="*/ 13 w 193"/>
              <a:gd name="T75" fmla="*/ 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3" h="204">
                <a:moveTo>
                  <a:pt x="20" y="19"/>
                </a:moveTo>
                <a:cubicBezTo>
                  <a:pt x="25" y="16"/>
                  <a:pt x="29" y="19"/>
                  <a:pt x="32" y="24"/>
                </a:cubicBezTo>
                <a:cubicBezTo>
                  <a:pt x="32" y="24"/>
                  <a:pt x="65" y="79"/>
                  <a:pt x="65" y="80"/>
                </a:cubicBezTo>
                <a:cubicBezTo>
                  <a:pt x="67" y="83"/>
                  <a:pt x="71" y="82"/>
                  <a:pt x="73" y="81"/>
                </a:cubicBezTo>
                <a:cubicBezTo>
                  <a:pt x="75" y="79"/>
                  <a:pt x="77" y="75"/>
                  <a:pt x="74" y="69"/>
                </a:cubicBezTo>
                <a:cubicBezTo>
                  <a:pt x="68" y="60"/>
                  <a:pt x="68" y="60"/>
                  <a:pt x="68" y="60"/>
                </a:cubicBezTo>
                <a:cubicBezTo>
                  <a:pt x="65" y="56"/>
                  <a:pt x="68" y="52"/>
                  <a:pt x="73" y="48"/>
                </a:cubicBezTo>
                <a:cubicBezTo>
                  <a:pt x="73" y="48"/>
                  <a:pt x="74" y="47"/>
                  <a:pt x="75" y="47"/>
                </a:cubicBezTo>
                <a:cubicBezTo>
                  <a:pt x="79" y="45"/>
                  <a:pt x="83" y="44"/>
                  <a:pt x="86" y="48"/>
                </a:cubicBezTo>
                <a:cubicBezTo>
                  <a:pt x="92" y="58"/>
                  <a:pt x="92" y="58"/>
                  <a:pt x="92" y="58"/>
                </a:cubicBezTo>
                <a:cubicBezTo>
                  <a:pt x="94" y="61"/>
                  <a:pt x="96" y="61"/>
                  <a:pt x="97" y="61"/>
                </a:cubicBezTo>
                <a:cubicBezTo>
                  <a:pt x="99" y="60"/>
                  <a:pt x="99" y="56"/>
                  <a:pt x="99" y="56"/>
                </a:cubicBezTo>
                <a:cubicBezTo>
                  <a:pt x="97" y="51"/>
                  <a:pt x="97" y="51"/>
                  <a:pt x="97" y="51"/>
                </a:cubicBezTo>
                <a:cubicBezTo>
                  <a:pt x="96" y="47"/>
                  <a:pt x="97" y="44"/>
                  <a:pt x="100" y="42"/>
                </a:cubicBezTo>
                <a:cubicBezTo>
                  <a:pt x="101" y="42"/>
                  <a:pt x="102" y="41"/>
                  <a:pt x="104" y="41"/>
                </a:cubicBezTo>
                <a:cubicBezTo>
                  <a:pt x="109" y="39"/>
                  <a:pt x="115" y="38"/>
                  <a:pt x="117" y="44"/>
                </a:cubicBezTo>
                <a:cubicBezTo>
                  <a:pt x="119" y="48"/>
                  <a:pt x="119" y="48"/>
                  <a:pt x="119" y="48"/>
                </a:cubicBezTo>
                <a:cubicBezTo>
                  <a:pt x="119" y="48"/>
                  <a:pt x="119" y="48"/>
                  <a:pt x="119" y="48"/>
                </a:cubicBezTo>
                <a:cubicBezTo>
                  <a:pt x="119" y="48"/>
                  <a:pt x="121" y="60"/>
                  <a:pt x="124" y="59"/>
                </a:cubicBezTo>
                <a:cubicBezTo>
                  <a:pt x="124" y="58"/>
                  <a:pt x="125" y="58"/>
                  <a:pt x="125" y="57"/>
                </a:cubicBezTo>
                <a:cubicBezTo>
                  <a:pt x="125" y="57"/>
                  <a:pt x="125" y="57"/>
                  <a:pt x="125" y="57"/>
                </a:cubicBezTo>
                <a:cubicBezTo>
                  <a:pt x="126" y="53"/>
                  <a:pt x="126" y="53"/>
                  <a:pt x="126" y="53"/>
                </a:cubicBezTo>
                <a:cubicBezTo>
                  <a:pt x="126" y="50"/>
                  <a:pt x="127" y="49"/>
                  <a:pt x="128" y="48"/>
                </a:cubicBezTo>
                <a:cubicBezTo>
                  <a:pt x="130" y="47"/>
                  <a:pt x="134" y="47"/>
                  <a:pt x="137" y="47"/>
                </a:cubicBezTo>
                <a:cubicBezTo>
                  <a:pt x="143" y="47"/>
                  <a:pt x="144" y="53"/>
                  <a:pt x="147" y="64"/>
                </a:cubicBezTo>
                <a:cubicBezTo>
                  <a:pt x="161" y="132"/>
                  <a:pt x="161" y="132"/>
                  <a:pt x="161" y="132"/>
                </a:cubicBezTo>
                <a:cubicBezTo>
                  <a:pt x="174" y="155"/>
                  <a:pt x="174" y="155"/>
                  <a:pt x="174" y="155"/>
                </a:cubicBezTo>
                <a:cubicBezTo>
                  <a:pt x="121" y="185"/>
                  <a:pt x="121" y="185"/>
                  <a:pt x="121" y="185"/>
                </a:cubicBezTo>
                <a:cubicBezTo>
                  <a:pt x="108" y="162"/>
                  <a:pt x="108" y="162"/>
                  <a:pt x="108" y="162"/>
                </a:cubicBezTo>
                <a:cubicBezTo>
                  <a:pt x="108" y="162"/>
                  <a:pt x="94" y="162"/>
                  <a:pt x="76" y="151"/>
                </a:cubicBezTo>
                <a:cubicBezTo>
                  <a:pt x="30" y="143"/>
                  <a:pt x="30" y="143"/>
                  <a:pt x="30" y="143"/>
                </a:cubicBezTo>
                <a:cubicBezTo>
                  <a:pt x="24" y="142"/>
                  <a:pt x="20" y="136"/>
                  <a:pt x="21" y="131"/>
                </a:cubicBezTo>
                <a:cubicBezTo>
                  <a:pt x="22" y="127"/>
                  <a:pt x="24" y="125"/>
                  <a:pt x="26" y="123"/>
                </a:cubicBezTo>
                <a:cubicBezTo>
                  <a:pt x="29" y="122"/>
                  <a:pt x="31" y="121"/>
                  <a:pt x="34" y="122"/>
                </a:cubicBezTo>
                <a:cubicBezTo>
                  <a:pt x="60" y="125"/>
                  <a:pt x="60" y="125"/>
                  <a:pt x="60" y="125"/>
                </a:cubicBezTo>
                <a:cubicBezTo>
                  <a:pt x="62" y="125"/>
                  <a:pt x="63" y="125"/>
                  <a:pt x="64" y="125"/>
                </a:cubicBezTo>
                <a:cubicBezTo>
                  <a:pt x="68" y="123"/>
                  <a:pt x="64" y="113"/>
                  <a:pt x="52" y="92"/>
                </a:cubicBezTo>
                <a:cubicBezTo>
                  <a:pt x="17" y="33"/>
                  <a:pt x="17" y="33"/>
                  <a:pt x="17" y="33"/>
                </a:cubicBezTo>
                <a:cubicBezTo>
                  <a:pt x="14" y="28"/>
                  <a:pt x="15" y="22"/>
                  <a:pt x="20" y="19"/>
                </a:cubicBezTo>
                <a:cubicBezTo>
                  <a:pt x="20" y="19"/>
                  <a:pt x="20" y="19"/>
                  <a:pt x="20" y="19"/>
                </a:cubicBezTo>
                <a:moveTo>
                  <a:pt x="13" y="7"/>
                </a:moveTo>
                <a:cubicBezTo>
                  <a:pt x="13" y="7"/>
                  <a:pt x="13" y="7"/>
                  <a:pt x="12" y="7"/>
                </a:cubicBezTo>
                <a:cubicBezTo>
                  <a:pt x="7" y="11"/>
                  <a:pt x="3" y="16"/>
                  <a:pt x="1" y="22"/>
                </a:cubicBezTo>
                <a:cubicBezTo>
                  <a:pt x="0" y="29"/>
                  <a:pt x="3" y="34"/>
                  <a:pt x="6" y="40"/>
                </a:cubicBezTo>
                <a:cubicBezTo>
                  <a:pt x="40" y="98"/>
                  <a:pt x="40" y="98"/>
                  <a:pt x="40" y="98"/>
                </a:cubicBezTo>
                <a:cubicBezTo>
                  <a:pt x="43" y="102"/>
                  <a:pt x="44" y="106"/>
                  <a:pt x="45" y="109"/>
                </a:cubicBezTo>
                <a:cubicBezTo>
                  <a:pt x="36" y="108"/>
                  <a:pt x="36" y="108"/>
                  <a:pt x="36" y="108"/>
                </a:cubicBezTo>
                <a:cubicBezTo>
                  <a:pt x="30" y="107"/>
                  <a:pt x="24" y="108"/>
                  <a:pt x="19" y="111"/>
                </a:cubicBezTo>
                <a:cubicBezTo>
                  <a:pt x="13" y="115"/>
                  <a:pt x="9" y="121"/>
                  <a:pt x="7" y="128"/>
                </a:cubicBezTo>
                <a:cubicBezTo>
                  <a:pt x="5" y="142"/>
                  <a:pt x="14" y="154"/>
                  <a:pt x="27" y="157"/>
                </a:cubicBezTo>
                <a:cubicBezTo>
                  <a:pt x="71" y="165"/>
                  <a:pt x="71" y="165"/>
                  <a:pt x="71" y="165"/>
                </a:cubicBezTo>
                <a:cubicBezTo>
                  <a:pt x="82" y="171"/>
                  <a:pt x="92" y="174"/>
                  <a:pt x="99" y="175"/>
                </a:cubicBezTo>
                <a:cubicBezTo>
                  <a:pt x="109" y="192"/>
                  <a:pt x="109" y="192"/>
                  <a:pt x="109" y="192"/>
                </a:cubicBezTo>
                <a:cubicBezTo>
                  <a:pt x="116" y="204"/>
                  <a:pt x="116" y="204"/>
                  <a:pt x="116" y="204"/>
                </a:cubicBezTo>
                <a:cubicBezTo>
                  <a:pt x="128" y="197"/>
                  <a:pt x="128" y="197"/>
                  <a:pt x="128" y="197"/>
                </a:cubicBezTo>
                <a:cubicBezTo>
                  <a:pt x="181" y="166"/>
                  <a:pt x="181" y="166"/>
                  <a:pt x="181" y="166"/>
                </a:cubicBezTo>
                <a:cubicBezTo>
                  <a:pt x="193" y="159"/>
                  <a:pt x="193" y="159"/>
                  <a:pt x="193" y="159"/>
                </a:cubicBezTo>
                <a:cubicBezTo>
                  <a:pt x="186" y="147"/>
                  <a:pt x="186" y="147"/>
                  <a:pt x="186" y="147"/>
                </a:cubicBezTo>
                <a:cubicBezTo>
                  <a:pt x="175" y="127"/>
                  <a:pt x="175" y="127"/>
                  <a:pt x="175" y="127"/>
                </a:cubicBezTo>
                <a:cubicBezTo>
                  <a:pt x="161" y="61"/>
                  <a:pt x="161" y="61"/>
                  <a:pt x="161" y="61"/>
                </a:cubicBezTo>
                <a:cubicBezTo>
                  <a:pt x="161" y="61"/>
                  <a:pt x="161" y="61"/>
                  <a:pt x="161" y="61"/>
                </a:cubicBezTo>
                <a:cubicBezTo>
                  <a:pt x="161" y="60"/>
                  <a:pt x="161" y="60"/>
                  <a:pt x="161" y="60"/>
                </a:cubicBezTo>
                <a:cubicBezTo>
                  <a:pt x="160" y="58"/>
                  <a:pt x="160" y="58"/>
                  <a:pt x="160" y="58"/>
                </a:cubicBezTo>
                <a:cubicBezTo>
                  <a:pt x="159" y="53"/>
                  <a:pt x="157" y="48"/>
                  <a:pt x="155" y="44"/>
                </a:cubicBezTo>
                <a:cubicBezTo>
                  <a:pt x="150" y="35"/>
                  <a:pt x="142" y="33"/>
                  <a:pt x="137" y="33"/>
                </a:cubicBezTo>
                <a:cubicBezTo>
                  <a:pt x="134" y="33"/>
                  <a:pt x="131" y="33"/>
                  <a:pt x="128" y="33"/>
                </a:cubicBezTo>
                <a:cubicBezTo>
                  <a:pt x="123" y="27"/>
                  <a:pt x="113" y="23"/>
                  <a:pt x="99" y="28"/>
                </a:cubicBezTo>
                <a:cubicBezTo>
                  <a:pt x="97" y="28"/>
                  <a:pt x="95" y="29"/>
                  <a:pt x="93" y="30"/>
                </a:cubicBezTo>
                <a:cubicBezTo>
                  <a:pt x="92" y="31"/>
                  <a:pt x="90" y="32"/>
                  <a:pt x="89" y="33"/>
                </a:cubicBezTo>
                <a:cubicBezTo>
                  <a:pt x="84" y="30"/>
                  <a:pt x="76" y="30"/>
                  <a:pt x="68" y="35"/>
                </a:cubicBezTo>
                <a:cubicBezTo>
                  <a:pt x="67" y="35"/>
                  <a:pt x="64" y="37"/>
                  <a:pt x="63" y="38"/>
                </a:cubicBezTo>
                <a:cubicBezTo>
                  <a:pt x="61" y="39"/>
                  <a:pt x="60" y="40"/>
                  <a:pt x="59" y="41"/>
                </a:cubicBezTo>
                <a:cubicBezTo>
                  <a:pt x="52" y="30"/>
                  <a:pt x="46" y="19"/>
                  <a:pt x="44" y="17"/>
                </a:cubicBezTo>
                <a:cubicBezTo>
                  <a:pt x="44" y="16"/>
                  <a:pt x="44" y="16"/>
                  <a:pt x="44" y="16"/>
                </a:cubicBezTo>
                <a:cubicBezTo>
                  <a:pt x="44" y="16"/>
                  <a:pt x="44" y="16"/>
                  <a:pt x="44" y="16"/>
                </a:cubicBezTo>
                <a:cubicBezTo>
                  <a:pt x="37" y="5"/>
                  <a:pt x="25" y="0"/>
                  <a:pt x="13" y="7"/>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149"/>
          <p:cNvSpPr>
            <a:spLocks noEditPoints="1"/>
          </p:cNvSpPr>
          <p:nvPr/>
        </p:nvSpPr>
        <p:spPr bwMode="auto">
          <a:xfrm>
            <a:off x="6413500" y="4845138"/>
            <a:ext cx="355600" cy="393700"/>
          </a:xfrm>
          <a:custGeom>
            <a:avLst/>
            <a:gdLst>
              <a:gd name="T0" fmla="*/ 96 w 180"/>
              <a:gd name="T1" fmla="*/ 21 h 199"/>
              <a:gd name="T2" fmla="*/ 104 w 180"/>
              <a:gd name="T3" fmla="*/ 88 h 199"/>
              <a:gd name="T4" fmla="*/ 116 w 180"/>
              <a:gd name="T5" fmla="*/ 33 h 199"/>
              <a:gd name="T6" fmla="*/ 127 w 180"/>
              <a:gd name="T7" fmla="*/ 26 h 199"/>
              <a:gd name="T8" fmla="*/ 126 w 180"/>
              <a:gd name="T9" fmla="*/ 87 h 199"/>
              <a:gd name="T10" fmla="*/ 126 w 180"/>
              <a:gd name="T11" fmla="*/ 87 h 199"/>
              <a:gd name="T12" fmla="*/ 129 w 180"/>
              <a:gd name="T13" fmla="*/ 94 h 199"/>
              <a:gd name="T14" fmla="*/ 132 w 180"/>
              <a:gd name="T15" fmla="*/ 91 h 199"/>
              <a:gd name="T16" fmla="*/ 155 w 180"/>
              <a:gd name="T17" fmla="*/ 54 h 199"/>
              <a:gd name="T18" fmla="*/ 163 w 180"/>
              <a:gd name="T19" fmla="*/ 69 h 199"/>
              <a:gd name="T20" fmla="*/ 120 w 180"/>
              <a:gd name="T21" fmla="*/ 170 h 199"/>
              <a:gd name="T22" fmla="*/ 68 w 180"/>
              <a:gd name="T23" fmla="*/ 187 h 199"/>
              <a:gd name="T24" fmla="*/ 47 w 180"/>
              <a:gd name="T25" fmla="*/ 147 h 199"/>
              <a:gd name="T26" fmla="*/ 15 w 180"/>
              <a:gd name="T27" fmla="*/ 107 h 199"/>
              <a:gd name="T28" fmla="*/ 28 w 180"/>
              <a:gd name="T29" fmla="*/ 106 h 199"/>
              <a:gd name="T30" fmla="*/ 52 w 180"/>
              <a:gd name="T31" fmla="*/ 122 h 199"/>
              <a:gd name="T32" fmla="*/ 39 w 180"/>
              <a:gd name="T33" fmla="*/ 42 h 199"/>
              <a:gd name="T34" fmla="*/ 48 w 180"/>
              <a:gd name="T35" fmla="*/ 29 h 199"/>
              <a:gd name="T36" fmla="*/ 72 w 180"/>
              <a:gd name="T37" fmla="*/ 85 h 199"/>
              <a:gd name="T38" fmla="*/ 79 w 180"/>
              <a:gd name="T39" fmla="*/ 94 h 199"/>
              <a:gd name="T40" fmla="*/ 77 w 180"/>
              <a:gd name="T41" fmla="*/ 23 h 199"/>
              <a:gd name="T42" fmla="*/ 86 w 180"/>
              <a:gd name="T43" fmla="*/ 13 h 199"/>
              <a:gd name="T44" fmla="*/ 85 w 180"/>
              <a:gd name="T45" fmla="*/ 0 h 199"/>
              <a:gd name="T46" fmla="*/ 65 w 180"/>
              <a:gd name="T47" fmla="*/ 24 h 199"/>
              <a:gd name="T48" fmla="*/ 42 w 180"/>
              <a:gd name="T49" fmla="*/ 18 h 199"/>
              <a:gd name="T50" fmla="*/ 28 w 180"/>
              <a:gd name="T51" fmla="*/ 45 h 199"/>
              <a:gd name="T52" fmla="*/ 45 w 180"/>
              <a:gd name="T53" fmla="*/ 103 h 199"/>
              <a:gd name="T54" fmla="*/ 22 w 180"/>
              <a:gd name="T55" fmla="*/ 91 h 199"/>
              <a:gd name="T56" fmla="*/ 5 w 180"/>
              <a:gd name="T57" fmla="*/ 99 h 199"/>
              <a:gd name="T58" fmla="*/ 8 w 180"/>
              <a:gd name="T59" fmla="*/ 129 h 199"/>
              <a:gd name="T60" fmla="*/ 55 w 180"/>
              <a:gd name="T61" fmla="*/ 175 h 199"/>
              <a:gd name="T62" fmla="*/ 56 w 180"/>
              <a:gd name="T63" fmla="*/ 199 h 199"/>
              <a:gd name="T64" fmla="*/ 119 w 180"/>
              <a:gd name="T65" fmla="*/ 199 h 199"/>
              <a:gd name="T66" fmla="*/ 132 w 180"/>
              <a:gd name="T67" fmla="*/ 187 h 199"/>
              <a:gd name="T68" fmla="*/ 148 w 180"/>
              <a:gd name="T69" fmla="*/ 129 h 199"/>
              <a:gd name="T70" fmla="*/ 166 w 180"/>
              <a:gd name="T71" fmla="*/ 45 h 199"/>
              <a:gd name="T72" fmla="*/ 146 w 180"/>
              <a:gd name="T73" fmla="*/ 44 h 199"/>
              <a:gd name="T74" fmla="*/ 129 w 180"/>
              <a:gd name="T75" fmla="*/ 14 h 199"/>
              <a:gd name="T76" fmla="*/ 108 w 180"/>
              <a:gd name="T77" fmla="*/ 22 h 199"/>
              <a:gd name="T78" fmla="*/ 86 w 180"/>
              <a:gd name="T79"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0" h="199">
                <a:moveTo>
                  <a:pt x="86" y="13"/>
                </a:moveTo>
                <a:cubicBezTo>
                  <a:pt x="91" y="13"/>
                  <a:pt x="95" y="16"/>
                  <a:pt x="96" y="21"/>
                </a:cubicBezTo>
                <a:cubicBezTo>
                  <a:pt x="101" y="83"/>
                  <a:pt x="101" y="83"/>
                  <a:pt x="101" y="83"/>
                </a:cubicBezTo>
                <a:cubicBezTo>
                  <a:pt x="102" y="87"/>
                  <a:pt x="103" y="88"/>
                  <a:pt x="104" y="88"/>
                </a:cubicBezTo>
                <a:cubicBezTo>
                  <a:pt x="106" y="88"/>
                  <a:pt x="107" y="84"/>
                  <a:pt x="107" y="84"/>
                </a:cubicBezTo>
                <a:cubicBezTo>
                  <a:pt x="116" y="33"/>
                  <a:pt x="116" y="33"/>
                  <a:pt x="116" y="33"/>
                </a:cubicBezTo>
                <a:cubicBezTo>
                  <a:pt x="117" y="29"/>
                  <a:pt x="121" y="26"/>
                  <a:pt x="126" y="26"/>
                </a:cubicBezTo>
                <a:cubicBezTo>
                  <a:pt x="126" y="26"/>
                  <a:pt x="127" y="26"/>
                  <a:pt x="127" y="26"/>
                </a:cubicBezTo>
                <a:cubicBezTo>
                  <a:pt x="132" y="27"/>
                  <a:pt x="136" y="32"/>
                  <a:pt x="135" y="37"/>
                </a:cubicBezTo>
                <a:cubicBezTo>
                  <a:pt x="126" y="87"/>
                  <a:pt x="126" y="87"/>
                  <a:pt x="126" y="87"/>
                </a:cubicBezTo>
                <a:cubicBezTo>
                  <a:pt x="126" y="87"/>
                  <a:pt x="126" y="87"/>
                  <a:pt x="126" y="87"/>
                </a:cubicBezTo>
                <a:cubicBezTo>
                  <a:pt x="126" y="87"/>
                  <a:pt x="126" y="87"/>
                  <a:pt x="126" y="87"/>
                </a:cubicBezTo>
                <a:cubicBezTo>
                  <a:pt x="126" y="87"/>
                  <a:pt x="126" y="87"/>
                  <a:pt x="126" y="87"/>
                </a:cubicBezTo>
                <a:cubicBezTo>
                  <a:pt x="126" y="87"/>
                  <a:pt x="126" y="94"/>
                  <a:pt x="129" y="94"/>
                </a:cubicBezTo>
                <a:cubicBezTo>
                  <a:pt x="129" y="94"/>
                  <a:pt x="131" y="93"/>
                  <a:pt x="132" y="91"/>
                </a:cubicBezTo>
                <a:cubicBezTo>
                  <a:pt x="132" y="91"/>
                  <a:pt x="132" y="91"/>
                  <a:pt x="132" y="91"/>
                </a:cubicBezTo>
                <a:cubicBezTo>
                  <a:pt x="147" y="59"/>
                  <a:pt x="147" y="59"/>
                  <a:pt x="147" y="59"/>
                </a:cubicBezTo>
                <a:cubicBezTo>
                  <a:pt x="149" y="56"/>
                  <a:pt x="152" y="54"/>
                  <a:pt x="155" y="54"/>
                </a:cubicBezTo>
                <a:cubicBezTo>
                  <a:pt x="157" y="54"/>
                  <a:pt x="158" y="55"/>
                  <a:pt x="160" y="56"/>
                </a:cubicBezTo>
                <a:cubicBezTo>
                  <a:pt x="164" y="58"/>
                  <a:pt x="166" y="64"/>
                  <a:pt x="163" y="69"/>
                </a:cubicBezTo>
                <a:cubicBezTo>
                  <a:pt x="136" y="125"/>
                  <a:pt x="136" y="125"/>
                  <a:pt x="136" y="125"/>
                </a:cubicBezTo>
                <a:cubicBezTo>
                  <a:pt x="136" y="125"/>
                  <a:pt x="130" y="150"/>
                  <a:pt x="120" y="170"/>
                </a:cubicBezTo>
                <a:cubicBezTo>
                  <a:pt x="119" y="187"/>
                  <a:pt x="119" y="187"/>
                  <a:pt x="119" y="187"/>
                </a:cubicBezTo>
                <a:cubicBezTo>
                  <a:pt x="68" y="187"/>
                  <a:pt x="68" y="187"/>
                  <a:pt x="68" y="187"/>
                </a:cubicBezTo>
                <a:cubicBezTo>
                  <a:pt x="68" y="169"/>
                  <a:pt x="68" y="169"/>
                  <a:pt x="68" y="169"/>
                </a:cubicBezTo>
                <a:cubicBezTo>
                  <a:pt x="68" y="169"/>
                  <a:pt x="56" y="163"/>
                  <a:pt x="47" y="147"/>
                </a:cubicBezTo>
                <a:cubicBezTo>
                  <a:pt x="16" y="120"/>
                  <a:pt x="16" y="120"/>
                  <a:pt x="16" y="120"/>
                </a:cubicBezTo>
                <a:cubicBezTo>
                  <a:pt x="12" y="117"/>
                  <a:pt x="11" y="111"/>
                  <a:pt x="15" y="107"/>
                </a:cubicBezTo>
                <a:cubicBezTo>
                  <a:pt x="17" y="105"/>
                  <a:pt x="19" y="103"/>
                  <a:pt x="22" y="103"/>
                </a:cubicBezTo>
                <a:cubicBezTo>
                  <a:pt x="24" y="103"/>
                  <a:pt x="26" y="104"/>
                  <a:pt x="28" y="106"/>
                </a:cubicBezTo>
                <a:cubicBezTo>
                  <a:pt x="46" y="120"/>
                  <a:pt x="46" y="120"/>
                  <a:pt x="46" y="120"/>
                </a:cubicBezTo>
                <a:cubicBezTo>
                  <a:pt x="48" y="121"/>
                  <a:pt x="50" y="122"/>
                  <a:pt x="52" y="122"/>
                </a:cubicBezTo>
                <a:cubicBezTo>
                  <a:pt x="58" y="122"/>
                  <a:pt x="62" y="115"/>
                  <a:pt x="55" y="91"/>
                </a:cubicBezTo>
                <a:cubicBezTo>
                  <a:pt x="39" y="42"/>
                  <a:pt x="39" y="42"/>
                  <a:pt x="39" y="42"/>
                </a:cubicBezTo>
                <a:cubicBezTo>
                  <a:pt x="38" y="37"/>
                  <a:pt x="41" y="31"/>
                  <a:pt x="46" y="30"/>
                </a:cubicBezTo>
                <a:cubicBezTo>
                  <a:pt x="47" y="29"/>
                  <a:pt x="48" y="29"/>
                  <a:pt x="48" y="29"/>
                </a:cubicBezTo>
                <a:cubicBezTo>
                  <a:pt x="52" y="29"/>
                  <a:pt x="56" y="32"/>
                  <a:pt x="57" y="36"/>
                </a:cubicBezTo>
                <a:cubicBezTo>
                  <a:pt x="72" y="85"/>
                  <a:pt x="72" y="85"/>
                  <a:pt x="72" y="85"/>
                </a:cubicBezTo>
                <a:cubicBezTo>
                  <a:pt x="73" y="85"/>
                  <a:pt x="73" y="85"/>
                  <a:pt x="73" y="86"/>
                </a:cubicBezTo>
                <a:cubicBezTo>
                  <a:pt x="74" y="89"/>
                  <a:pt x="77" y="94"/>
                  <a:pt x="79" y="94"/>
                </a:cubicBezTo>
                <a:cubicBezTo>
                  <a:pt x="81" y="94"/>
                  <a:pt x="82" y="91"/>
                  <a:pt x="82" y="83"/>
                </a:cubicBezTo>
                <a:cubicBezTo>
                  <a:pt x="77" y="23"/>
                  <a:pt x="77" y="23"/>
                  <a:pt x="77" y="23"/>
                </a:cubicBezTo>
                <a:cubicBezTo>
                  <a:pt x="77" y="18"/>
                  <a:pt x="80" y="13"/>
                  <a:pt x="86" y="13"/>
                </a:cubicBezTo>
                <a:cubicBezTo>
                  <a:pt x="86" y="13"/>
                  <a:pt x="86" y="13"/>
                  <a:pt x="86" y="13"/>
                </a:cubicBezTo>
                <a:moveTo>
                  <a:pt x="86" y="0"/>
                </a:moveTo>
                <a:cubicBezTo>
                  <a:pt x="86" y="0"/>
                  <a:pt x="85" y="0"/>
                  <a:pt x="85" y="0"/>
                </a:cubicBezTo>
                <a:cubicBezTo>
                  <a:pt x="73" y="1"/>
                  <a:pt x="64" y="12"/>
                  <a:pt x="65" y="24"/>
                </a:cubicBezTo>
                <a:cubicBezTo>
                  <a:pt x="65" y="24"/>
                  <a:pt x="65" y="24"/>
                  <a:pt x="65" y="24"/>
                </a:cubicBezTo>
                <a:cubicBezTo>
                  <a:pt x="61" y="20"/>
                  <a:pt x="55" y="17"/>
                  <a:pt x="48" y="17"/>
                </a:cubicBezTo>
                <a:cubicBezTo>
                  <a:pt x="46" y="17"/>
                  <a:pt x="44" y="17"/>
                  <a:pt x="42" y="18"/>
                </a:cubicBezTo>
                <a:cubicBezTo>
                  <a:pt x="36" y="20"/>
                  <a:pt x="32" y="23"/>
                  <a:pt x="29" y="29"/>
                </a:cubicBezTo>
                <a:cubicBezTo>
                  <a:pt x="26" y="34"/>
                  <a:pt x="26" y="40"/>
                  <a:pt x="28" y="45"/>
                </a:cubicBezTo>
                <a:cubicBezTo>
                  <a:pt x="43" y="94"/>
                  <a:pt x="43" y="94"/>
                  <a:pt x="43" y="94"/>
                </a:cubicBezTo>
                <a:cubicBezTo>
                  <a:pt x="44" y="98"/>
                  <a:pt x="45" y="101"/>
                  <a:pt x="45" y="103"/>
                </a:cubicBezTo>
                <a:cubicBezTo>
                  <a:pt x="36" y="96"/>
                  <a:pt x="36" y="96"/>
                  <a:pt x="36" y="96"/>
                </a:cubicBezTo>
                <a:cubicBezTo>
                  <a:pt x="32" y="93"/>
                  <a:pt x="27" y="91"/>
                  <a:pt x="22" y="91"/>
                </a:cubicBezTo>
                <a:cubicBezTo>
                  <a:pt x="22" y="91"/>
                  <a:pt x="22" y="91"/>
                  <a:pt x="22" y="91"/>
                </a:cubicBezTo>
                <a:cubicBezTo>
                  <a:pt x="16" y="91"/>
                  <a:pt x="10" y="94"/>
                  <a:pt x="5" y="99"/>
                </a:cubicBezTo>
                <a:cubicBezTo>
                  <a:pt x="2" y="103"/>
                  <a:pt x="0" y="109"/>
                  <a:pt x="0" y="115"/>
                </a:cubicBezTo>
                <a:cubicBezTo>
                  <a:pt x="1" y="120"/>
                  <a:pt x="4" y="126"/>
                  <a:pt x="8" y="129"/>
                </a:cubicBezTo>
                <a:cubicBezTo>
                  <a:pt x="38" y="155"/>
                  <a:pt x="38" y="155"/>
                  <a:pt x="38" y="155"/>
                </a:cubicBezTo>
                <a:cubicBezTo>
                  <a:pt x="44" y="165"/>
                  <a:pt x="51" y="171"/>
                  <a:pt x="55" y="175"/>
                </a:cubicBezTo>
                <a:cubicBezTo>
                  <a:pt x="56" y="187"/>
                  <a:pt x="56" y="187"/>
                  <a:pt x="56" y="187"/>
                </a:cubicBezTo>
                <a:cubicBezTo>
                  <a:pt x="56" y="199"/>
                  <a:pt x="56" y="199"/>
                  <a:pt x="56" y="199"/>
                </a:cubicBezTo>
                <a:cubicBezTo>
                  <a:pt x="68" y="199"/>
                  <a:pt x="68" y="199"/>
                  <a:pt x="68" y="199"/>
                </a:cubicBezTo>
                <a:cubicBezTo>
                  <a:pt x="119" y="199"/>
                  <a:pt x="119" y="199"/>
                  <a:pt x="119" y="199"/>
                </a:cubicBezTo>
                <a:cubicBezTo>
                  <a:pt x="132" y="199"/>
                  <a:pt x="132" y="199"/>
                  <a:pt x="132" y="199"/>
                </a:cubicBezTo>
                <a:cubicBezTo>
                  <a:pt x="132" y="187"/>
                  <a:pt x="132" y="187"/>
                  <a:pt x="132" y="187"/>
                </a:cubicBezTo>
                <a:cubicBezTo>
                  <a:pt x="132" y="173"/>
                  <a:pt x="132" y="173"/>
                  <a:pt x="132" y="173"/>
                </a:cubicBezTo>
                <a:cubicBezTo>
                  <a:pt x="141" y="155"/>
                  <a:pt x="147" y="135"/>
                  <a:pt x="148" y="129"/>
                </a:cubicBezTo>
                <a:cubicBezTo>
                  <a:pt x="174" y="74"/>
                  <a:pt x="174" y="74"/>
                  <a:pt x="174" y="74"/>
                </a:cubicBezTo>
                <a:cubicBezTo>
                  <a:pt x="180" y="64"/>
                  <a:pt x="176" y="51"/>
                  <a:pt x="166" y="45"/>
                </a:cubicBezTo>
                <a:cubicBezTo>
                  <a:pt x="163" y="43"/>
                  <a:pt x="159" y="42"/>
                  <a:pt x="155" y="42"/>
                </a:cubicBezTo>
                <a:cubicBezTo>
                  <a:pt x="152" y="42"/>
                  <a:pt x="149" y="42"/>
                  <a:pt x="146" y="44"/>
                </a:cubicBezTo>
                <a:cubicBezTo>
                  <a:pt x="147" y="39"/>
                  <a:pt x="147" y="39"/>
                  <a:pt x="147" y="39"/>
                </a:cubicBezTo>
                <a:cubicBezTo>
                  <a:pt x="149" y="27"/>
                  <a:pt x="141" y="16"/>
                  <a:pt x="129" y="14"/>
                </a:cubicBezTo>
                <a:cubicBezTo>
                  <a:pt x="128" y="13"/>
                  <a:pt x="127" y="13"/>
                  <a:pt x="126" y="13"/>
                </a:cubicBezTo>
                <a:cubicBezTo>
                  <a:pt x="119" y="13"/>
                  <a:pt x="112" y="17"/>
                  <a:pt x="108" y="22"/>
                </a:cubicBezTo>
                <a:cubicBezTo>
                  <a:pt x="108" y="20"/>
                  <a:pt x="108" y="20"/>
                  <a:pt x="108" y="20"/>
                </a:cubicBezTo>
                <a:cubicBezTo>
                  <a:pt x="107" y="9"/>
                  <a:pt x="98" y="0"/>
                  <a:pt x="86" y="0"/>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150"/>
          <p:cNvSpPr>
            <a:spLocks noEditPoints="1"/>
          </p:cNvSpPr>
          <p:nvPr/>
        </p:nvSpPr>
        <p:spPr bwMode="auto">
          <a:xfrm>
            <a:off x="6904038" y="4840375"/>
            <a:ext cx="363538" cy="395288"/>
          </a:xfrm>
          <a:custGeom>
            <a:avLst/>
            <a:gdLst>
              <a:gd name="T0" fmla="*/ 132 w 184"/>
              <a:gd name="T1" fmla="*/ 44 h 200"/>
              <a:gd name="T2" fmla="*/ 52 w 184"/>
              <a:gd name="T3" fmla="*/ 44 h 200"/>
              <a:gd name="T4" fmla="*/ 52 w 184"/>
              <a:gd name="T5" fmla="*/ 25 h 200"/>
              <a:gd name="T6" fmla="*/ 132 w 184"/>
              <a:gd name="T7" fmla="*/ 25 h 200"/>
              <a:gd name="T8" fmla="*/ 132 w 184"/>
              <a:gd name="T9" fmla="*/ 44 h 200"/>
              <a:gd name="T10" fmla="*/ 52 w 184"/>
              <a:gd name="T11" fmla="*/ 0 h 200"/>
              <a:gd name="T12" fmla="*/ 132 w 184"/>
              <a:gd name="T13" fmla="*/ 0 h 200"/>
              <a:gd name="T14" fmla="*/ 132 w 184"/>
              <a:gd name="T15" fmla="*/ 16 h 200"/>
              <a:gd name="T16" fmla="*/ 52 w 184"/>
              <a:gd name="T17" fmla="*/ 16 h 200"/>
              <a:gd name="T18" fmla="*/ 52 w 184"/>
              <a:gd name="T19" fmla="*/ 0 h 200"/>
              <a:gd name="T20" fmla="*/ 52 w 184"/>
              <a:gd name="T21" fmla="*/ 52 h 200"/>
              <a:gd name="T22" fmla="*/ 132 w 184"/>
              <a:gd name="T23" fmla="*/ 52 h 200"/>
              <a:gd name="T24" fmla="*/ 132 w 184"/>
              <a:gd name="T25" fmla="*/ 85 h 200"/>
              <a:gd name="T26" fmla="*/ 184 w 184"/>
              <a:gd name="T27" fmla="*/ 85 h 200"/>
              <a:gd name="T28" fmla="*/ 92 w 184"/>
              <a:gd name="T29" fmla="*/ 162 h 200"/>
              <a:gd name="T30" fmla="*/ 0 w 184"/>
              <a:gd name="T31" fmla="*/ 85 h 200"/>
              <a:gd name="T32" fmla="*/ 52 w 184"/>
              <a:gd name="T33" fmla="*/ 85 h 200"/>
              <a:gd name="T34" fmla="*/ 52 w 184"/>
              <a:gd name="T35" fmla="*/ 52 h 200"/>
              <a:gd name="T36" fmla="*/ 9 w 184"/>
              <a:gd name="T37" fmla="*/ 168 h 200"/>
              <a:gd name="T38" fmla="*/ 174 w 184"/>
              <a:gd name="T39" fmla="*/ 168 h 200"/>
              <a:gd name="T40" fmla="*/ 183 w 184"/>
              <a:gd name="T41" fmla="*/ 177 h 200"/>
              <a:gd name="T42" fmla="*/ 183 w 184"/>
              <a:gd name="T43" fmla="*/ 191 h 200"/>
              <a:gd name="T44" fmla="*/ 174 w 184"/>
              <a:gd name="T45" fmla="*/ 200 h 200"/>
              <a:gd name="T46" fmla="*/ 9 w 184"/>
              <a:gd name="T47" fmla="*/ 200 h 200"/>
              <a:gd name="T48" fmla="*/ 0 w 184"/>
              <a:gd name="T49" fmla="*/ 191 h 200"/>
              <a:gd name="T50" fmla="*/ 0 w 184"/>
              <a:gd name="T51" fmla="*/ 177 h 200"/>
              <a:gd name="T52" fmla="*/ 9 w 184"/>
              <a:gd name="T53" fmla="*/ 168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4" h="200">
                <a:moveTo>
                  <a:pt x="132" y="44"/>
                </a:moveTo>
                <a:cubicBezTo>
                  <a:pt x="52" y="44"/>
                  <a:pt x="52" y="44"/>
                  <a:pt x="52" y="44"/>
                </a:cubicBezTo>
                <a:cubicBezTo>
                  <a:pt x="52" y="25"/>
                  <a:pt x="52" y="25"/>
                  <a:pt x="52" y="25"/>
                </a:cubicBezTo>
                <a:cubicBezTo>
                  <a:pt x="132" y="25"/>
                  <a:pt x="132" y="25"/>
                  <a:pt x="132" y="25"/>
                </a:cubicBezTo>
                <a:lnTo>
                  <a:pt x="132" y="44"/>
                </a:lnTo>
                <a:close/>
                <a:moveTo>
                  <a:pt x="52" y="0"/>
                </a:moveTo>
                <a:cubicBezTo>
                  <a:pt x="132" y="0"/>
                  <a:pt x="132" y="0"/>
                  <a:pt x="132" y="0"/>
                </a:cubicBezTo>
                <a:cubicBezTo>
                  <a:pt x="132" y="16"/>
                  <a:pt x="132" y="16"/>
                  <a:pt x="132" y="16"/>
                </a:cubicBezTo>
                <a:cubicBezTo>
                  <a:pt x="52" y="16"/>
                  <a:pt x="52" y="16"/>
                  <a:pt x="52" y="16"/>
                </a:cubicBezTo>
                <a:lnTo>
                  <a:pt x="52" y="0"/>
                </a:lnTo>
                <a:close/>
                <a:moveTo>
                  <a:pt x="52" y="52"/>
                </a:moveTo>
                <a:cubicBezTo>
                  <a:pt x="132" y="52"/>
                  <a:pt x="132" y="52"/>
                  <a:pt x="132" y="52"/>
                </a:cubicBezTo>
                <a:cubicBezTo>
                  <a:pt x="132" y="85"/>
                  <a:pt x="132" y="85"/>
                  <a:pt x="132" y="85"/>
                </a:cubicBezTo>
                <a:cubicBezTo>
                  <a:pt x="184" y="85"/>
                  <a:pt x="184" y="85"/>
                  <a:pt x="184" y="85"/>
                </a:cubicBezTo>
                <a:cubicBezTo>
                  <a:pt x="92" y="162"/>
                  <a:pt x="92" y="162"/>
                  <a:pt x="92" y="162"/>
                </a:cubicBezTo>
                <a:cubicBezTo>
                  <a:pt x="0" y="85"/>
                  <a:pt x="0" y="85"/>
                  <a:pt x="0" y="85"/>
                </a:cubicBezTo>
                <a:cubicBezTo>
                  <a:pt x="52" y="85"/>
                  <a:pt x="52" y="85"/>
                  <a:pt x="52" y="85"/>
                </a:cubicBezTo>
                <a:lnTo>
                  <a:pt x="52" y="52"/>
                </a:lnTo>
                <a:close/>
                <a:moveTo>
                  <a:pt x="9" y="168"/>
                </a:moveTo>
                <a:cubicBezTo>
                  <a:pt x="174" y="168"/>
                  <a:pt x="174" y="168"/>
                  <a:pt x="174" y="168"/>
                </a:cubicBezTo>
                <a:cubicBezTo>
                  <a:pt x="179" y="168"/>
                  <a:pt x="183" y="172"/>
                  <a:pt x="183" y="177"/>
                </a:cubicBezTo>
                <a:cubicBezTo>
                  <a:pt x="183" y="191"/>
                  <a:pt x="183" y="191"/>
                  <a:pt x="183" y="191"/>
                </a:cubicBezTo>
                <a:cubicBezTo>
                  <a:pt x="183" y="196"/>
                  <a:pt x="179" y="200"/>
                  <a:pt x="174" y="200"/>
                </a:cubicBezTo>
                <a:cubicBezTo>
                  <a:pt x="9" y="200"/>
                  <a:pt x="9" y="200"/>
                  <a:pt x="9" y="200"/>
                </a:cubicBezTo>
                <a:cubicBezTo>
                  <a:pt x="4" y="200"/>
                  <a:pt x="0" y="196"/>
                  <a:pt x="0" y="191"/>
                </a:cubicBezTo>
                <a:cubicBezTo>
                  <a:pt x="0" y="177"/>
                  <a:pt x="0" y="177"/>
                  <a:pt x="0" y="177"/>
                </a:cubicBezTo>
                <a:cubicBezTo>
                  <a:pt x="0" y="172"/>
                  <a:pt x="4" y="168"/>
                  <a:pt x="9" y="168"/>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151"/>
          <p:cNvSpPr>
            <a:spLocks noEditPoints="1"/>
          </p:cNvSpPr>
          <p:nvPr/>
        </p:nvSpPr>
        <p:spPr bwMode="auto">
          <a:xfrm>
            <a:off x="7372350" y="4840375"/>
            <a:ext cx="387350" cy="387350"/>
          </a:xfrm>
          <a:custGeom>
            <a:avLst/>
            <a:gdLst>
              <a:gd name="T0" fmla="*/ 195 w 196"/>
              <a:gd name="T1" fmla="*/ 194 h 196"/>
              <a:gd name="T2" fmla="*/ 190 w 196"/>
              <a:gd name="T3" fmla="*/ 196 h 196"/>
              <a:gd name="T4" fmla="*/ 118 w 196"/>
              <a:gd name="T5" fmla="*/ 196 h 196"/>
              <a:gd name="T6" fmla="*/ 113 w 196"/>
              <a:gd name="T7" fmla="*/ 194 h 196"/>
              <a:gd name="T8" fmla="*/ 112 w 196"/>
              <a:gd name="T9" fmla="*/ 192 h 196"/>
              <a:gd name="T10" fmla="*/ 113 w 196"/>
              <a:gd name="T11" fmla="*/ 185 h 196"/>
              <a:gd name="T12" fmla="*/ 135 w 196"/>
              <a:gd name="T13" fmla="*/ 169 h 196"/>
              <a:gd name="T14" fmla="*/ 103 w 196"/>
              <a:gd name="T15" fmla="*/ 136 h 196"/>
              <a:gd name="T16" fmla="*/ 103 w 196"/>
              <a:gd name="T17" fmla="*/ 136 h 196"/>
              <a:gd name="T18" fmla="*/ 103 w 196"/>
              <a:gd name="T19" fmla="*/ 136 h 196"/>
              <a:gd name="T20" fmla="*/ 103 w 196"/>
              <a:gd name="T21" fmla="*/ 102 h 196"/>
              <a:gd name="T22" fmla="*/ 136 w 196"/>
              <a:gd name="T23" fmla="*/ 102 h 196"/>
              <a:gd name="T24" fmla="*/ 137 w 196"/>
              <a:gd name="T25" fmla="*/ 103 h 196"/>
              <a:gd name="T26" fmla="*/ 137 w 196"/>
              <a:gd name="T27" fmla="*/ 103 h 196"/>
              <a:gd name="T28" fmla="*/ 169 w 196"/>
              <a:gd name="T29" fmla="*/ 135 h 196"/>
              <a:gd name="T30" fmla="*/ 186 w 196"/>
              <a:gd name="T31" fmla="*/ 113 h 196"/>
              <a:gd name="T32" fmla="*/ 192 w 196"/>
              <a:gd name="T33" fmla="*/ 112 h 196"/>
              <a:gd name="T34" fmla="*/ 196 w 196"/>
              <a:gd name="T35" fmla="*/ 118 h 196"/>
              <a:gd name="T36" fmla="*/ 196 w 196"/>
              <a:gd name="T37" fmla="*/ 190 h 196"/>
              <a:gd name="T38" fmla="*/ 195 w 196"/>
              <a:gd name="T39" fmla="*/ 194 h 196"/>
              <a:gd name="T40" fmla="*/ 60 w 196"/>
              <a:gd name="T41" fmla="*/ 94 h 196"/>
              <a:gd name="T42" fmla="*/ 59 w 196"/>
              <a:gd name="T43" fmla="*/ 94 h 196"/>
              <a:gd name="T44" fmla="*/ 59 w 196"/>
              <a:gd name="T45" fmla="*/ 94 h 196"/>
              <a:gd name="T46" fmla="*/ 27 w 196"/>
              <a:gd name="T47" fmla="*/ 61 h 196"/>
              <a:gd name="T48" fmla="*/ 10 w 196"/>
              <a:gd name="T49" fmla="*/ 83 h 196"/>
              <a:gd name="T50" fmla="*/ 3 w 196"/>
              <a:gd name="T51" fmla="*/ 85 h 196"/>
              <a:gd name="T52" fmla="*/ 0 w 196"/>
              <a:gd name="T53" fmla="*/ 79 h 196"/>
              <a:gd name="T54" fmla="*/ 0 w 196"/>
              <a:gd name="T55" fmla="*/ 7 h 196"/>
              <a:gd name="T56" fmla="*/ 1 w 196"/>
              <a:gd name="T57" fmla="*/ 2 h 196"/>
              <a:gd name="T58" fmla="*/ 6 w 196"/>
              <a:gd name="T59" fmla="*/ 0 h 196"/>
              <a:gd name="T60" fmla="*/ 78 w 196"/>
              <a:gd name="T61" fmla="*/ 0 h 196"/>
              <a:gd name="T62" fmla="*/ 82 w 196"/>
              <a:gd name="T63" fmla="*/ 2 h 196"/>
              <a:gd name="T64" fmla="*/ 84 w 196"/>
              <a:gd name="T65" fmla="*/ 4 h 196"/>
              <a:gd name="T66" fmla="*/ 82 w 196"/>
              <a:gd name="T67" fmla="*/ 11 h 196"/>
              <a:gd name="T68" fmla="*/ 58 w 196"/>
              <a:gd name="T69" fmla="*/ 27 h 196"/>
              <a:gd name="T70" fmla="*/ 93 w 196"/>
              <a:gd name="T71" fmla="*/ 60 h 196"/>
              <a:gd name="T72" fmla="*/ 93 w 196"/>
              <a:gd name="T73" fmla="*/ 60 h 196"/>
              <a:gd name="T74" fmla="*/ 93 w 196"/>
              <a:gd name="T75" fmla="*/ 60 h 196"/>
              <a:gd name="T76" fmla="*/ 91 w 196"/>
              <a:gd name="T77" fmla="*/ 94 h 196"/>
              <a:gd name="T78" fmla="*/ 60 w 196"/>
              <a:gd name="T79" fmla="*/ 94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6" h="196">
                <a:moveTo>
                  <a:pt x="195" y="194"/>
                </a:moveTo>
                <a:cubicBezTo>
                  <a:pt x="193" y="195"/>
                  <a:pt x="192" y="196"/>
                  <a:pt x="190" y="196"/>
                </a:cubicBezTo>
                <a:cubicBezTo>
                  <a:pt x="118" y="196"/>
                  <a:pt x="118" y="196"/>
                  <a:pt x="118" y="196"/>
                </a:cubicBezTo>
                <a:cubicBezTo>
                  <a:pt x="116" y="196"/>
                  <a:pt x="115" y="195"/>
                  <a:pt x="113" y="194"/>
                </a:cubicBezTo>
                <a:cubicBezTo>
                  <a:pt x="113" y="194"/>
                  <a:pt x="112" y="193"/>
                  <a:pt x="112" y="192"/>
                </a:cubicBezTo>
                <a:cubicBezTo>
                  <a:pt x="111" y="190"/>
                  <a:pt x="112" y="187"/>
                  <a:pt x="113" y="185"/>
                </a:cubicBezTo>
                <a:cubicBezTo>
                  <a:pt x="135" y="169"/>
                  <a:pt x="135" y="169"/>
                  <a:pt x="135" y="169"/>
                </a:cubicBezTo>
                <a:cubicBezTo>
                  <a:pt x="103" y="136"/>
                  <a:pt x="103" y="136"/>
                  <a:pt x="103" y="136"/>
                </a:cubicBezTo>
                <a:cubicBezTo>
                  <a:pt x="103" y="136"/>
                  <a:pt x="103" y="136"/>
                  <a:pt x="103" y="136"/>
                </a:cubicBezTo>
                <a:cubicBezTo>
                  <a:pt x="103" y="136"/>
                  <a:pt x="103" y="136"/>
                  <a:pt x="103" y="136"/>
                </a:cubicBezTo>
                <a:cubicBezTo>
                  <a:pt x="93" y="127"/>
                  <a:pt x="93" y="112"/>
                  <a:pt x="103" y="102"/>
                </a:cubicBezTo>
                <a:cubicBezTo>
                  <a:pt x="112" y="93"/>
                  <a:pt x="127" y="93"/>
                  <a:pt x="136" y="102"/>
                </a:cubicBezTo>
                <a:cubicBezTo>
                  <a:pt x="136" y="102"/>
                  <a:pt x="137" y="103"/>
                  <a:pt x="137" y="103"/>
                </a:cubicBezTo>
                <a:cubicBezTo>
                  <a:pt x="137" y="103"/>
                  <a:pt x="137" y="103"/>
                  <a:pt x="137" y="103"/>
                </a:cubicBezTo>
                <a:cubicBezTo>
                  <a:pt x="169" y="135"/>
                  <a:pt x="169" y="135"/>
                  <a:pt x="169" y="135"/>
                </a:cubicBezTo>
                <a:cubicBezTo>
                  <a:pt x="186" y="113"/>
                  <a:pt x="186" y="113"/>
                  <a:pt x="186" y="113"/>
                </a:cubicBezTo>
                <a:cubicBezTo>
                  <a:pt x="187" y="111"/>
                  <a:pt x="190" y="111"/>
                  <a:pt x="192" y="112"/>
                </a:cubicBezTo>
                <a:cubicBezTo>
                  <a:pt x="195" y="113"/>
                  <a:pt x="196" y="115"/>
                  <a:pt x="196" y="118"/>
                </a:cubicBezTo>
                <a:cubicBezTo>
                  <a:pt x="196" y="190"/>
                  <a:pt x="196" y="190"/>
                  <a:pt x="196" y="190"/>
                </a:cubicBezTo>
                <a:cubicBezTo>
                  <a:pt x="196" y="191"/>
                  <a:pt x="196" y="193"/>
                  <a:pt x="195" y="194"/>
                </a:cubicBezTo>
                <a:close/>
                <a:moveTo>
                  <a:pt x="60" y="94"/>
                </a:moveTo>
                <a:cubicBezTo>
                  <a:pt x="59" y="94"/>
                  <a:pt x="59" y="94"/>
                  <a:pt x="59" y="94"/>
                </a:cubicBezTo>
                <a:cubicBezTo>
                  <a:pt x="59" y="94"/>
                  <a:pt x="59" y="94"/>
                  <a:pt x="59" y="94"/>
                </a:cubicBezTo>
                <a:cubicBezTo>
                  <a:pt x="27" y="61"/>
                  <a:pt x="27" y="61"/>
                  <a:pt x="27" y="61"/>
                </a:cubicBezTo>
                <a:cubicBezTo>
                  <a:pt x="10" y="83"/>
                  <a:pt x="10" y="83"/>
                  <a:pt x="10" y="83"/>
                </a:cubicBezTo>
                <a:cubicBezTo>
                  <a:pt x="8" y="85"/>
                  <a:pt x="6" y="86"/>
                  <a:pt x="3" y="85"/>
                </a:cubicBezTo>
                <a:cubicBezTo>
                  <a:pt x="1" y="84"/>
                  <a:pt x="0" y="81"/>
                  <a:pt x="0" y="79"/>
                </a:cubicBezTo>
                <a:cubicBezTo>
                  <a:pt x="0" y="7"/>
                  <a:pt x="0" y="7"/>
                  <a:pt x="0" y="7"/>
                </a:cubicBezTo>
                <a:cubicBezTo>
                  <a:pt x="0" y="5"/>
                  <a:pt x="0" y="3"/>
                  <a:pt x="1" y="2"/>
                </a:cubicBezTo>
                <a:cubicBezTo>
                  <a:pt x="3" y="1"/>
                  <a:pt x="4" y="0"/>
                  <a:pt x="6" y="0"/>
                </a:cubicBezTo>
                <a:cubicBezTo>
                  <a:pt x="78" y="0"/>
                  <a:pt x="78" y="0"/>
                  <a:pt x="78" y="0"/>
                </a:cubicBezTo>
                <a:cubicBezTo>
                  <a:pt x="80" y="0"/>
                  <a:pt x="81" y="1"/>
                  <a:pt x="82" y="2"/>
                </a:cubicBezTo>
                <a:cubicBezTo>
                  <a:pt x="83" y="3"/>
                  <a:pt x="84" y="3"/>
                  <a:pt x="84" y="4"/>
                </a:cubicBezTo>
                <a:cubicBezTo>
                  <a:pt x="85" y="6"/>
                  <a:pt x="84" y="9"/>
                  <a:pt x="82" y="11"/>
                </a:cubicBezTo>
                <a:cubicBezTo>
                  <a:pt x="58" y="27"/>
                  <a:pt x="58" y="27"/>
                  <a:pt x="58" y="27"/>
                </a:cubicBezTo>
                <a:cubicBezTo>
                  <a:pt x="93" y="60"/>
                  <a:pt x="93" y="60"/>
                  <a:pt x="93" y="60"/>
                </a:cubicBezTo>
                <a:cubicBezTo>
                  <a:pt x="93" y="60"/>
                  <a:pt x="93" y="60"/>
                  <a:pt x="93" y="60"/>
                </a:cubicBezTo>
                <a:cubicBezTo>
                  <a:pt x="93" y="60"/>
                  <a:pt x="93" y="60"/>
                  <a:pt x="93" y="60"/>
                </a:cubicBezTo>
                <a:cubicBezTo>
                  <a:pt x="103" y="70"/>
                  <a:pt x="101" y="85"/>
                  <a:pt x="91" y="94"/>
                </a:cubicBezTo>
                <a:cubicBezTo>
                  <a:pt x="82" y="103"/>
                  <a:pt x="69" y="103"/>
                  <a:pt x="60" y="94"/>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152"/>
          <p:cNvSpPr>
            <a:spLocks/>
          </p:cNvSpPr>
          <p:nvPr/>
        </p:nvSpPr>
        <p:spPr bwMode="auto">
          <a:xfrm>
            <a:off x="4452938" y="5349963"/>
            <a:ext cx="398463" cy="361950"/>
          </a:xfrm>
          <a:custGeom>
            <a:avLst/>
            <a:gdLst>
              <a:gd name="T0" fmla="*/ 135 w 251"/>
              <a:gd name="T1" fmla="*/ 0 h 228"/>
              <a:gd name="T2" fmla="*/ 0 w 251"/>
              <a:gd name="T3" fmla="*/ 115 h 228"/>
              <a:gd name="T4" fmla="*/ 135 w 251"/>
              <a:gd name="T5" fmla="*/ 228 h 228"/>
              <a:gd name="T6" fmla="*/ 135 w 251"/>
              <a:gd name="T7" fmla="*/ 160 h 228"/>
              <a:gd name="T8" fmla="*/ 251 w 251"/>
              <a:gd name="T9" fmla="*/ 160 h 228"/>
              <a:gd name="T10" fmla="*/ 251 w 251"/>
              <a:gd name="T11" fmla="*/ 70 h 228"/>
              <a:gd name="T12" fmla="*/ 135 w 251"/>
              <a:gd name="T13" fmla="*/ 70 h 228"/>
              <a:gd name="T14" fmla="*/ 135 w 251"/>
              <a:gd name="T15" fmla="*/ 0 h 2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1" h="228">
                <a:moveTo>
                  <a:pt x="135" y="0"/>
                </a:moveTo>
                <a:lnTo>
                  <a:pt x="0" y="115"/>
                </a:lnTo>
                <a:lnTo>
                  <a:pt x="135" y="228"/>
                </a:lnTo>
                <a:lnTo>
                  <a:pt x="135" y="160"/>
                </a:lnTo>
                <a:lnTo>
                  <a:pt x="251" y="160"/>
                </a:lnTo>
                <a:lnTo>
                  <a:pt x="251" y="70"/>
                </a:lnTo>
                <a:lnTo>
                  <a:pt x="135" y="70"/>
                </a:lnTo>
                <a:lnTo>
                  <a:pt x="135" y="0"/>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153"/>
          <p:cNvSpPr>
            <a:spLocks/>
          </p:cNvSpPr>
          <p:nvPr/>
        </p:nvSpPr>
        <p:spPr bwMode="auto">
          <a:xfrm>
            <a:off x="4970463" y="5354725"/>
            <a:ext cx="395288" cy="360363"/>
          </a:xfrm>
          <a:custGeom>
            <a:avLst/>
            <a:gdLst>
              <a:gd name="T0" fmla="*/ 114 w 249"/>
              <a:gd name="T1" fmla="*/ 0 h 227"/>
              <a:gd name="T2" fmla="*/ 249 w 249"/>
              <a:gd name="T3" fmla="*/ 113 h 227"/>
              <a:gd name="T4" fmla="*/ 114 w 249"/>
              <a:gd name="T5" fmla="*/ 227 h 227"/>
              <a:gd name="T6" fmla="*/ 114 w 249"/>
              <a:gd name="T7" fmla="*/ 159 h 227"/>
              <a:gd name="T8" fmla="*/ 0 w 249"/>
              <a:gd name="T9" fmla="*/ 159 h 227"/>
              <a:gd name="T10" fmla="*/ 0 w 249"/>
              <a:gd name="T11" fmla="*/ 68 h 227"/>
              <a:gd name="T12" fmla="*/ 114 w 249"/>
              <a:gd name="T13" fmla="*/ 68 h 227"/>
              <a:gd name="T14" fmla="*/ 114 w 249"/>
              <a:gd name="T15" fmla="*/ 0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9" h="227">
                <a:moveTo>
                  <a:pt x="114" y="0"/>
                </a:moveTo>
                <a:lnTo>
                  <a:pt x="249" y="113"/>
                </a:lnTo>
                <a:lnTo>
                  <a:pt x="114" y="227"/>
                </a:lnTo>
                <a:lnTo>
                  <a:pt x="114" y="159"/>
                </a:lnTo>
                <a:lnTo>
                  <a:pt x="0" y="159"/>
                </a:lnTo>
                <a:lnTo>
                  <a:pt x="0" y="68"/>
                </a:lnTo>
                <a:lnTo>
                  <a:pt x="114" y="68"/>
                </a:lnTo>
                <a:lnTo>
                  <a:pt x="114" y="0"/>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154"/>
          <p:cNvSpPr>
            <a:spLocks/>
          </p:cNvSpPr>
          <p:nvPr/>
        </p:nvSpPr>
        <p:spPr bwMode="auto">
          <a:xfrm>
            <a:off x="5440363" y="5337263"/>
            <a:ext cx="388938" cy="388938"/>
          </a:xfrm>
          <a:custGeom>
            <a:avLst/>
            <a:gdLst>
              <a:gd name="T0" fmla="*/ 99 w 197"/>
              <a:gd name="T1" fmla="*/ 197 h 197"/>
              <a:gd name="T2" fmla="*/ 22 w 197"/>
              <a:gd name="T3" fmla="*/ 160 h 197"/>
              <a:gd name="T4" fmla="*/ 0 w 197"/>
              <a:gd name="T5" fmla="*/ 174 h 197"/>
              <a:gd name="T6" fmla="*/ 5 w 197"/>
              <a:gd name="T7" fmla="*/ 92 h 197"/>
              <a:gd name="T8" fmla="*/ 81 w 197"/>
              <a:gd name="T9" fmla="*/ 123 h 197"/>
              <a:gd name="T10" fmla="*/ 56 w 197"/>
              <a:gd name="T11" fmla="*/ 138 h 197"/>
              <a:gd name="T12" fmla="*/ 99 w 197"/>
              <a:gd name="T13" fmla="*/ 157 h 197"/>
              <a:gd name="T14" fmla="*/ 157 w 197"/>
              <a:gd name="T15" fmla="*/ 99 h 197"/>
              <a:gd name="T16" fmla="*/ 99 w 197"/>
              <a:gd name="T17" fmla="*/ 40 h 197"/>
              <a:gd name="T18" fmla="*/ 46 w 197"/>
              <a:gd name="T19" fmla="*/ 74 h 197"/>
              <a:gd name="T20" fmla="*/ 10 w 197"/>
              <a:gd name="T21" fmla="*/ 57 h 197"/>
              <a:gd name="T22" fmla="*/ 99 w 197"/>
              <a:gd name="T23" fmla="*/ 0 h 197"/>
              <a:gd name="T24" fmla="*/ 197 w 197"/>
              <a:gd name="T25" fmla="*/ 99 h 197"/>
              <a:gd name="T26" fmla="*/ 99 w 197"/>
              <a:gd name="T27"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7" h="197">
                <a:moveTo>
                  <a:pt x="99" y="197"/>
                </a:moveTo>
                <a:cubicBezTo>
                  <a:pt x="68" y="197"/>
                  <a:pt x="40" y="183"/>
                  <a:pt x="22" y="160"/>
                </a:cubicBezTo>
                <a:cubicBezTo>
                  <a:pt x="0" y="174"/>
                  <a:pt x="0" y="174"/>
                  <a:pt x="0" y="174"/>
                </a:cubicBezTo>
                <a:cubicBezTo>
                  <a:pt x="5" y="92"/>
                  <a:pt x="5" y="92"/>
                  <a:pt x="5" y="92"/>
                </a:cubicBezTo>
                <a:cubicBezTo>
                  <a:pt x="81" y="123"/>
                  <a:pt x="81" y="123"/>
                  <a:pt x="81" y="123"/>
                </a:cubicBezTo>
                <a:cubicBezTo>
                  <a:pt x="56" y="138"/>
                  <a:pt x="56" y="138"/>
                  <a:pt x="56" y="138"/>
                </a:cubicBezTo>
                <a:cubicBezTo>
                  <a:pt x="67" y="150"/>
                  <a:pt x="82" y="157"/>
                  <a:pt x="99" y="157"/>
                </a:cubicBezTo>
                <a:cubicBezTo>
                  <a:pt x="131" y="157"/>
                  <a:pt x="157" y="131"/>
                  <a:pt x="157" y="99"/>
                </a:cubicBezTo>
                <a:cubicBezTo>
                  <a:pt x="157" y="66"/>
                  <a:pt x="131" y="40"/>
                  <a:pt x="99" y="40"/>
                </a:cubicBezTo>
                <a:cubicBezTo>
                  <a:pt x="75" y="40"/>
                  <a:pt x="55" y="54"/>
                  <a:pt x="46" y="74"/>
                </a:cubicBezTo>
                <a:cubicBezTo>
                  <a:pt x="10" y="57"/>
                  <a:pt x="10" y="57"/>
                  <a:pt x="10" y="57"/>
                </a:cubicBezTo>
                <a:cubicBezTo>
                  <a:pt x="25" y="24"/>
                  <a:pt x="60" y="0"/>
                  <a:pt x="99" y="0"/>
                </a:cubicBezTo>
                <a:cubicBezTo>
                  <a:pt x="153" y="0"/>
                  <a:pt x="197" y="44"/>
                  <a:pt x="197" y="99"/>
                </a:cubicBezTo>
                <a:cubicBezTo>
                  <a:pt x="197" y="153"/>
                  <a:pt x="153" y="197"/>
                  <a:pt x="99" y="197"/>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155"/>
          <p:cNvSpPr>
            <a:spLocks noEditPoints="1"/>
          </p:cNvSpPr>
          <p:nvPr/>
        </p:nvSpPr>
        <p:spPr bwMode="auto">
          <a:xfrm>
            <a:off x="5922963" y="5338850"/>
            <a:ext cx="387350" cy="392113"/>
          </a:xfrm>
          <a:custGeom>
            <a:avLst/>
            <a:gdLst>
              <a:gd name="T0" fmla="*/ 115 w 196"/>
              <a:gd name="T1" fmla="*/ 73 h 198"/>
              <a:gd name="T2" fmla="*/ 134 w 196"/>
              <a:gd name="T3" fmla="*/ 56 h 198"/>
              <a:gd name="T4" fmla="*/ 95 w 196"/>
              <a:gd name="T5" fmla="*/ 40 h 198"/>
              <a:gd name="T6" fmla="*/ 39 w 196"/>
              <a:gd name="T7" fmla="*/ 83 h 198"/>
              <a:gd name="T8" fmla="*/ 0 w 196"/>
              <a:gd name="T9" fmla="*/ 73 h 198"/>
              <a:gd name="T10" fmla="*/ 94 w 196"/>
              <a:gd name="T11" fmla="*/ 0 h 198"/>
              <a:gd name="T12" fmla="*/ 163 w 196"/>
              <a:gd name="T13" fmla="*/ 29 h 198"/>
              <a:gd name="T14" fmla="*/ 182 w 196"/>
              <a:gd name="T15" fmla="*/ 13 h 198"/>
              <a:gd name="T16" fmla="*/ 196 w 196"/>
              <a:gd name="T17" fmla="*/ 95 h 198"/>
              <a:gd name="T18" fmla="*/ 115 w 196"/>
              <a:gd name="T19" fmla="*/ 73 h 198"/>
              <a:gd name="T20" fmla="*/ 61 w 196"/>
              <a:gd name="T21" fmla="*/ 142 h 198"/>
              <a:gd name="T22" fmla="*/ 101 w 196"/>
              <a:gd name="T23" fmla="*/ 158 h 198"/>
              <a:gd name="T24" fmla="*/ 157 w 196"/>
              <a:gd name="T25" fmla="*/ 115 h 198"/>
              <a:gd name="T26" fmla="*/ 196 w 196"/>
              <a:gd name="T27" fmla="*/ 125 h 198"/>
              <a:gd name="T28" fmla="*/ 101 w 196"/>
              <a:gd name="T29" fmla="*/ 198 h 198"/>
              <a:gd name="T30" fmla="*/ 32 w 196"/>
              <a:gd name="T31" fmla="*/ 169 h 198"/>
              <a:gd name="T32" fmla="*/ 14 w 196"/>
              <a:gd name="T33" fmla="*/ 185 h 198"/>
              <a:gd name="T34" fmla="*/ 0 w 196"/>
              <a:gd name="T35" fmla="*/ 103 h 198"/>
              <a:gd name="T36" fmla="*/ 81 w 196"/>
              <a:gd name="T37" fmla="*/ 125 h 198"/>
              <a:gd name="T38" fmla="*/ 61 w 196"/>
              <a:gd name="T39" fmla="*/ 142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6" h="198">
                <a:moveTo>
                  <a:pt x="115" y="73"/>
                </a:moveTo>
                <a:cubicBezTo>
                  <a:pt x="134" y="56"/>
                  <a:pt x="134" y="56"/>
                  <a:pt x="134" y="56"/>
                </a:cubicBezTo>
                <a:cubicBezTo>
                  <a:pt x="124" y="48"/>
                  <a:pt x="109" y="40"/>
                  <a:pt x="95" y="40"/>
                </a:cubicBezTo>
                <a:cubicBezTo>
                  <a:pt x="68" y="40"/>
                  <a:pt x="45" y="58"/>
                  <a:pt x="39" y="83"/>
                </a:cubicBezTo>
                <a:cubicBezTo>
                  <a:pt x="0" y="73"/>
                  <a:pt x="0" y="73"/>
                  <a:pt x="0" y="73"/>
                </a:cubicBezTo>
                <a:cubicBezTo>
                  <a:pt x="11" y="31"/>
                  <a:pt x="49" y="0"/>
                  <a:pt x="94" y="0"/>
                </a:cubicBezTo>
                <a:cubicBezTo>
                  <a:pt x="120" y="0"/>
                  <a:pt x="146" y="13"/>
                  <a:pt x="163" y="29"/>
                </a:cubicBezTo>
                <a:cubicBezTo>
                  <a:pt x="182" y="13"/>
                  <a:pt x="182" y="13"/>
                  <a:pt x="182" y="13"/>
                </a:cubicBezTo>
                <a:cubicBezTo>
                  <a:pt x="196" y="95"/>
                  <a:pt x="196" y="95"/>
                  <a:pt x="196" y="95"/>
                </a:cubicBezTo>
                <a:lnTo>
                  <a:pt x="115" y="73"/>
                </a:lnTo>
                <a:close/>
                <a:moveTo>
                  <a:pt x="61" y="142"/>
                </a:moveTo>
                <a:cubicBezTo>
                  <a:pt x="71" y="150"/>
                  <a:pt x="87" y="158"/>
                  <a:pt x="101" y="158"/>
                </a:cubicBezTo>
                <a:cubicBezTo>
                  <a:pt x="128" y="158"/>
                  <a:pt x="151" y="140"/>
                  <a:pt x="157" y="115"/>
                </a:cubicBezTo>
                <a:cubicBezTo>
                  <a:pt x="196" y="125"/>
                  <a:pt x="196" y="125"/>
                  <a:pt x="196" y="125"/>
                </a:cubicBezTo>
                <a:cubicBezTo>
                  <a:pt x="185" y="167"/>
                  <a:pt x="147" y="198"/>
                  <a:pt x="101" y="198"/>
                </a:cubicBezTo>
                <a:cubicBezTo>
                  <a:pt x="76" y="198"/>
                  <a:pt x="50" y="185"/>
                  <a:pt x="32" y="169"/>
                </a:cubicBezTo>
                <a:cubicBezTo>
                  <a:pt x="14" y="185"/>
                  <a:pt x="14" y="185"/>
                  <a:pt x="14" y="185"/>
                </a:cubicBezTo>
                <a:cubicBezTo>
                  <a:pt x="0" y="103"/>
                  <a:pt x="0" y="103"/>
                  <a:pt x="0" y="103"/>
                </a:cubicBezTo>
                <a:cubicBezTo>
                  <a:pt x="81" y="125"/>
                  <a:pt x="81" y="125"/>
                  <a:pt x="81" y="125"/>
                </a:cubicBezTo>
                <a:lnTo>
                  <a:pt x="61" y="142"/>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156"/>
          <p:cNvSpPr>
            <a:spLocks noEditPoints="1"/>
          </p:cNvSpPr>
          <p:nvPr/>
        </p:nvSpPr>
        <p:spPr bwMode="auto">
          <a:xfrm>
            <a:off x="6391275" y="5354725"/>
            <a:ext cx="393700" cy="381000"/>
          </a:xfrm>
          <a:custGeom>
            <a:avLst/>
            <a:gdLst>
              <a:gd name="T0" fmla="*/ 248 w 248"/>
              <a:gd name="T1" fmla="*/ 175 h 240"/>
              <a:gd name="T2" fmla="*/ 228 w 248"/>
              <a:gd name="T3" fmla="*/ 214 h 240"/>
              <a:gd name="T4" fmla="*/ 155 w 248"/>
              <a:gd name="T5" fmla="*/ 214 h 240"/>
              <a:gd name="T6" fmla="*/ 155 w 248"/>
              <a:gd name="T7" fmla="*/ 184 h 240"/>
              <a:gd name="T8" fmla="*/ 213 w 248"/>
              <a:gd name="T9" fmla="*/ 184 h 240"/>
              <a:gd name="T10" fmla="*/ 188 w 248"/>
              <a:gd name="T11" fmla="*/ 142 h 240"/>
              <a:gd name="T12" fmla="*/ 168 w 248"/>
              <a:gd name="T13" fmla="*/ 153 h 240"/>
              <a:gd name="T14" fmla="*/ 170 w 248"/>
              <a:gd name="T15" fmla="*/ 76 h 240"/>
              <a:gd name="T16" fmla="*/ 239 w 248"/>
              <a:gd name="T17" fmla="*/ 111 h 240"/>
              <a:gd name="T18" fmla="*/ 218 w 248"/>
              <a:gd name="T19" fmla="*/ 123 h 240"/>
              <a:gd name="T20" fmla="*/ 248 w 248"/>
              <a:gd name="T21" fmla="*/ 175 h 240"/>
              <a:gd name="T22" fmla="*/ 125 w 248"/>
              <a:gd name="T23" fmla="*/ 27 h 240"/>
              <a:gd name="T24" fmla="*/ 107 w 248"/>
              <a:gd name="T25" fmla="*/ 58 h 240"/>
              <a:gd name="T26" fmla="*/ 127 w 248"/>
              <a:gd name="T27" fmla="*/ 71 h 240"/>
              <a:gd name="T28" fmla="*/ 55 w 248"/>
              <a:gd name="T29" fmla="*/ 103 h 240"/>
              <a:gd name="T30" fmla="*/ 56 w 248"/>
              <a:gd name="T31" fmla="*/ 26 h 240"/>
              <a:gd name="T32" fmla="*/ 77 w 248"/>
              <a:gd name="T33" fmla="*/ 40 h 240"/>
              <a:gd name="T34" fmla="*/ 99 w 248"/>
              <a:gd name="T35" fmla="*/ 0 h 240"/>
              <a:gd name="T36" fmla="*/ 150 w 248"/>
              <a:gd name="T37" fmla="*/ 0 h 240"/>
              <a:gd name="T38" fmla="*/ 178 w 248"/>
              <a:gd name="T39" fmla="*/ 53 h 240"/>
              <a:gd name="T40" fmla="*/ 150 w 248"/>
              <a:gd name="T41" fmla="*/ 72 h 240"/>
              <a:gd name="T42" fmla="*/ 125 w 248"/>
              <a:gd name="T43" fmla="*/ 27 h 240"/>
              <a:gd name="T44" fmla="*/ 35 w 248"/>
              <a:gd name="T45" fmla="*/ 184 h 240"/>
              <a:gd name="T46" fmla="*/ 75 w 248"/>
              <a:gd name="T47" fmla="*/ 184 h 240"/>
              <a:gd name="T48" fmla="*/ 75 w 248"/>
              <a:gd name="T49" fmla="*/ 158 h 240"/>
              <a:gd name="T50" fmla="*/ 142 w 248"/>
              <a:gd name="T51" fmla="*/ 199 h 240"/>
              <a:gd name="T52" fmla="*/ 75 w 248"/>
              <a:gd name="T53" fmla="*/ 240 h 240"/>
              <a:gd name="T54" fmla="*/ 75 w 248"/>
              <a:gd name="T55" fmla="*/ 214 h 240"/>
              <a:gd name="T56" fmla="*/ 20 w 248"/>
              <a:gd name="T57" fmla="*/ 214 h 240"/>
              <a:gd name="T58" fmla="*/ 0 w 248"/>
              <a:gd name="T59" fmla="*/ 175 h 240"/>
              <a:gd name="T60" fmla="*/ 39 w 248"/>
              <a:gd name="T61" fmla="*/ 108 h 240"/>
              <a:gd name="T62" fmla="*/ 68 w 248"/>
              <a:gd name="T63" fmla="*/ 127 h 240"/>
              <a:gd name="T64" fmla="*/ 35 w 248"/>
              <a:gd name="T65" fmla="*/ 184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8" h="240">
                <a:moveTo>
                  <a:pt x="248" y="175"/>
                </a:moveTo>
                <a:lnTo>
                  <a:pt x="228" y="214"/>
                </a:lnTo>
                <a:lnTo>
                  <a:pt x="155" y="214"/>
                </a:lnTo>
                <a:lnTo>
                  <a:pt x="155" y="184"/>
                </a:lnTo>
                <a:lnTo>
                  <a:pt x="213" y="184"/>
                </a:lnTo>
                <a:lnTo>
                  <a:pt x="188" y="142"/>
                </a:lnTo>
                <a:lnTo>
                  <a:pt x="168" y="153"/>
                </a:lnTo>
                <a:lnTo>
                  <a:pt x="170" y="76"/>
                </a:lnTo>
                <a:lnTo>
                  <a:pt x="239" y="111"/>
                </a:lnTo>
                <a:lnTo>
                  <a:pt x="218" y="123"/>
                </a:lnTo>
                <a:lnTo>
                  <a:pt x="248" y="175"/>
                </a:lnTo>
                <a:close/>
                <a:moveTo>
                  <a:pt x="125" y="27"/>
                </a:moveTo>
                <a:lnTo>
                  <a:pt x="107" y="58"/>
                </a:lnTo>
                <a:lnTo>
                  <a:pt x="127" y="71"/>
                </a:lnTo>
                <a:lnTo>
                  <a:pt x="55" y="103"/>
                </a:lnTo>
                <a:lnTo>
                  <a:pt x="56" y="26"/>
                </a:lnTo>
                <a:lnTo>
                  <a:pt x="77" y="40"/>
                </a:lnTo>
                <a:lnTo>
                  <a:pt x="99" y="0"/>
                </a:lnTo>
                <a:lnTo>
                  <a:pt x="150" y="0"/>
                </a:lnTo>
                <a:lnTo>
                  <a:pt x="178" y="53"/>
                </a:lnTo>
                <a:lnTo>
                  <a:pt x="150" y="72"/>
                </a:lnTo>
                <a:lnTo>
                  <a:pt x="125" y="27"/>
                </a:lnTo>
                <a:close/>
                <a:moveTo>
                  <a:pt x="35" y="184"/>
                </a:moveTo>
                <a:lnTo>
                  <a:pt x="75" y="184"/>
                </a:lnTo>
                <a:lnTo>
                  <a:pt x="75" y="158"/>
                </a:lnTo>
                <a:lnTo>
                  <a:pt x="142" y="199"/>
                </a:lnTo>
                <a:lnTo>
                  <a:pt x="75" y="240"/>
                </a:lnTo>
                <a:lnTo>
                  <a:pt x="75" y="214"/>
                </a:lnTo>
                <a:lnTo>
                  <a:pt x="20" y="214"/>
                </a:lnTo>
                <a:lnTo>
                  <a:pt x="0" y="175"/>
                </a:lnTo>
                <a:lnTo>
                  <a:pt x="39" y="108"/>
                </a:lnTo>
                <a:lnTo>
                  <a:pt x="68" y="127"/>
                </a:lnTo>
                <a:lnTo>
                  <a:pt x="35" y="184"/>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157"/>
          <p:cNvSpPr>
            <a:spLocks/>
          </p:cNvSpPr>
          <p:nvPr/>
        </p:nvSpPr>
        <p:spPr bwMode="auto">
          <a:xfrm>
            <a:off x="6923088" y="5334088"/>
            <a:ext cx="238125" cy="396875"/>
          </a:xfrm>
          <a:custGeom>
            <a:avLst/>
            <a:gdLst>
              <a:gd name="T0" fmla="*/ 0 w 150"/>
              <a:gd name="T1" fmla="*/ 125 h 250"/>
              <a:gd name="T2" fmla="*/ 150 w 150"/>
              <a:gd name="T3" fmla="*/ 0 h 250"/>
              <a:gd name="T4" fmla="*/ 150 w 150"/>
              <a:gd name="T5" fmla="*/ 250 h 250"/>
              <a:gd name="T6" fmla="*/ 0 w 150"/>
              <a:gd name="T7" fmla="*/ 125 h 250"/>
            </a:gdLst>
            <a:ahLst/>
            <a:cxnLst>
              <a:cxn ang="0">
                <a:pos x="T0" y="T1"/>
              </a:cxn>
              <a:cxn ang="0">
                <a:pos x="T2" y="T3"/>
              </a:cxn>
              <a:cxn ang="0">
                <a:pos x="T4" y="T5"/>
              </a:cxn>
              <a:cxn ang="0">
                <a:pos x="T6" y="T7"/>
              </a:cxn>
            </a:cxnLst>
            <a:rect l="0" t="0" r="r" b="b"/>
            <a:pathLst>
              <a:path w="150" h="250">
                <a:moveTo>
                  <a:pt x="0" y="125"/>
                </a:moveTo>
                <a:lnTo>
                  <a:pt x="150" y="0"/>
                </a:lnTo>
                <a:lnTo>
                  <a:pt x="150" y="250"/>
                </a:lnTo>
                <a:lnTo>
                  <a:pt x="0" y="125"/>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158"/>
          <p:cNvSpPr>
            <a:spLocks/>
          </p:cNvSpPr>
          <p:nvPr/>
        </p:nvSpPr>
        <p:spPr bwMode="auto">
          <a:xfrm>
            <a:off x="7477125" y="5334088"/>
            <a:ext cx="234950" cy="396875"/>
          </a:xfrm>
          <a:custGeom>
            <a:avLst/>
            <a:gdLst>
              <a:gd name="T0" fmla="*/ 148 w 148"/>
              <a:gd name="T1" fmla="*/ 125 h 250"/>
              <a:gd name="T2" fmla="*/ 0 w 148"/>
              <a:gd name="T3" fmla="*/ 0 h 250"/>
              <a:gd name="T4" fmla="*/ 0 w 148"/>
              <a:gd name="T5" fmla="*/ 250 h 250"/>
              <a:gd name="T6" fmla="*/ 148 w 148"/>
              <a:gd name="T7" fmla="*/ 125 h 250"/>
            </a:gdLst>
            <a:ahLst/>
            <a:cxnLst>
              <a:cxn ang="0">
                <a:pos x="T0" y="T1"/>
              </a:cxn>
              <a:cxn ang="0">
                <a:pos x="T2" y="T3"/>
              </a:cxn>
              <a:cxn ang="0">
                <a:pos x="T4" y="T5"/>
              </a:cxn>
              <a:cxn ang="0">
                <a:pos x="T6" y="T7"/>
              </a:cxn>
            </a:cxnLst>
            <a:rect l="0" t="0" r="r" b="b"/>
            <a:pathLst>
              <a:path w="148" h="250">
                <a:moveTo>
                  <a:pt x="148" y="125"/>
                </a:moveTo>
                <a:lnTo>
                  <a:pt x="0" y="0"/>
                </a:lnTo>
                <a:lnTo>
                  <a:pt x="0" y="250"/>
                </a:lnTo>
                <a:lnTo>
                  <a:pt x="148" y="125"/>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159"/>
          <p:cNvSpPr>
            <a:spLocks noEditPoints="1"/>
          </p:cNvSpPr>
          <p:nvPr/>
        </p:nvSpPr>
        <p:spPr bwMode="auto">
          <a:xfrm>
            <a:off x="4456113" y="5819863"/>
            <a:ext cx="393700" cy="390525"/>
          </a:xfrm>
          <a:custGeom>
            <a:avLst/>
            <a:gdLst>
              <a:gd name="T0" fmla="*/ 100 w 199"/>
              <a:gd name="T1" fmla="*/ 198 h 198"/>
              <a:gd name="T2" fmla="*/ 199 w 199"/>
              <a:gd name="T3" fmla="*/ 99 h 198"/>
              <a:gd name="T4" fmla="*/ 100 w 199"/>
              <a:gd name="T5" fmla="*/ 0 h 198"/>
              <a:gd name="T6" fmla="*/ 0 w 199"/>
              <a:gd name="T7" fmla="*/ 99 h 198"/>
              <a:gd name="T8" fmla="*/ 100 w 199"/>
              <a:gd name="T9" fmla="*/ 198 h 198"/>
              <a:gd name="T10" fmla="*/ 120 w 199"/>
              <a:gd name="T11" fmla="*/ 53 h 198"/>
              <a:gd name="T12" fmla="*/ 120 w 199"/>
              <a:gd name="T13" fmla="*/ 150 h 198"/>
              <a:gd name="T14" fmla="*/ 54 w 199"/>
              <a:gd name="T15" fmla="*/ 100 h 198"/>
              <a:gd name="T16" fmla="*/ 120 w 199"/>
              <a:gd name="T17" fmla="*/ 53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9" h="198">
                <a:moveTo>
                  <a:pt x="100" y="198"/>
                </a:moveTo>
                <a:cubicBezTo>
                  <a:pt x="154" y="198"/>
                  <a:pt x="199" y="153"/>
                  <a:pt x="199" y="99"/>
                </a:cubicBezTo>
                <a:cubicBezTo>
                  <a:pt x="199" y="44"/>
                  <a:pt x="154" y="0"/>
                  <a:pt x="100" y="0"/>
                </a:cubicBezTo>
                <a:cubicBezTo>
                  <a:pt x="45" y="0"/>
                  <a:pt x="0" y="44"/>
                  <a:pt x="0" y="99"/>
                </a:cubicBezTo>
                <a:cubicBezTo>
                  <a:pt x="0" y="153"/>
                  <a:pt x="45" y="198"/>
                  <a:pt x="100" y="198"/>
                </a:cubicBezTo>
                <a:close/>
                <a:moveTo>
                  <a:pt x="120" y="53"/>
                </a:moveTo>
                <a:cubicBezTo>
                  <a:pt x="120" y="150"/>
                  <a:pt x="120" y="150"/>
                  <a:pt x="120" y="150"/>
                </a:cubicBezTo>
                <a:cubicBezTo>
                  <a:pt x="54" y="100"/>
                  <a:pt x="54" y="100"/>
                  <a:pt x="54" y="100"/>
                </a:cubicBezTo>
                <a:lnTo>
                  <a:pt x="120" y="53"/>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160"/>
          <p:cNvSpPr>
            <a:spLocks noEditPoints="1"/>
          </p:cNvSpPr>
          <p:nvPr/>
        </p:nvSpPr>
        <p:spPr bwMode="auto">
          <a:xfrm>
            <a:off x="4946650" y="5819863"/>
            <a:ext cx="393700" cy="393700"/>
          </a:xfrm>
          <a:custGeom>
            <a:avLst/>
            <a:gdLst>
              <a:gd name="T0" fmla="*/ 99 w 199"/>
              <a:gd name="T1" fmla="*/ 199 h 199"/>
              <a:gd name="T2" fmla="*/ 0 w 199"/>
              <a:gd name="T3" fmla="*/ 100 h 199"/>
              <a:gd name="T4" fmla="*/ 99 w 199"/>
              <a:gd name="T5" fmla="*/ 0 h 199"/>
              <a:gd name="T6" fmla="*/ 199 w 199"/>
              <a:gd name="T7" fmla="*/ 100 h 199"/>
              <a:gd name="T8" fmla="*/ 99 w 199"/>
              <a:gd name="T9" fmla="*/ 199 h 199"/>
              <a:gd name="T10" fmla="*/ 76 w 199"/>
              <a:gd name="T11" fmla="*/ 54 h 199"/>
              <a:gd name="T12" fmla="*/ 76 w 199"/>
              <a:gd name="T13" fmla="*/ 151 h 199"/>
              <a:gd name="T14" fmla="*/ 145 w 199"/>
              <a:gd name="T15" fmla="*/ 101 h 199"/>
              <a:gd name="T16" fmla="*/ 76 w 199"/>
              <a:gd name="T17" fmla="*/ 5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9" h="199">
                <a:moveTo>
                  <a:pt x="99" y="199"/>
                </a:moveTo>
                <a:cubicBezTo>
                  <a:pt x="45" y="199"/>
                  <a:pt x="0" y="154"/>
                  <a:pt x="0" y="100"/>
                </a:cubicBezTo>
                <a:cubicBezTo>
                  <a:pt x="0" y="45"/>
                  <a:pt x="45" y="0"/>
                  <a:pt x="99" y="0"/>
                </a:cubicBezTo>
                <a:cubicBezTo>
                  <a:pt x="154" y="0"/>
                  <a:pt x="199" y="45"/>
                  <a:pt x="199" y="100"/>
                </a:cubicBezTo>
                <a:cubicBezTo>
                  <a:pt x="199" y="154"/>
                  <a:pt x="154" y="199"/>
                  <a:pt x="99" y="199"/>
                </a:cubicBezTo>
                <a:close/>
                <a:moveTo>
                  <a:pt x="76" y="54"/>
                </a:moveTo>
                <a:cubicBezTo>
                  <a:pt x="76" y="151"/>
                  <a:pt x="76" y="151"/>
                  <a:pt x="76" y="151"/>
                </a:cubicBezTo>
                <a:cubicBezTo>
                  <a:pt x="145" y="101"/>
                  <a:pt x="145" y="101"/>
                  <a:pt x="145" y="101"/>
                </a:cubicBezTo>
                <a:lnTo>
                  <a:pt x="76" y="54"/>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161"/>
          <p:cNvSpPr>
            <a:spLocks noEditPoints="1"/>
          </p:cNvSpPr>
          <p:nvPr/>
        </p:nvSpPr>
        <p:spPr bwMode="auto">
          <a:xfrm>
            <a:off x="5438775" y="5816688"/>
            <a:ext cx="393700" cy="393700"/>
          </a:xfrm>
          <a:custGeom>
            <a:avLst/>
            <a:gdLst>
              <a:gd name="T0" fmla="*/ 0 w 199"/>
              <a:gd name="T1" fmla="*/ 100 h 199"/>
              <a:gd name="T2" fmla="*/ 100 w 199"/>
              <a:gd name="T3" fmla="*/ 0 h 199"/>
              <a:gd name="T4" fmla="*/ 199 w 199"/>
              <a:gd name="T5" fmla="*/ 100 h 199"/>
              <a:gd name="T6" fmla="*/ 100 w 199"/>
              <a:gd name="T7" fmla="*/ 199 h 199"/>
              <a:gd name="T8" fmla="*/ 0 w 199"/>
              <a:gd name="T9" fmla="*/ 100 h 199"/>
              <a:gd name="T10" fmla="*/ 103 w 199"/>
              <a:gd name="T11" fmla="*/ 120 h 199"/>
              <a:gd name="T12" fmla="*/ 163 w 199"/>
              <a:gd name="T13" fmla="*/ 120 h 199"/>
              <a:gd name="T14" fmla="*/ 163 w 199"/>
              <a:gd name="T15" fmla="*/ 76 h 199"/>
              <a:gd name="T16" fmla="*/ 103 w 199"/>
              <a:gd name="T17" fmla="*/ 76 h 199"/>
              <a:gd name="T18" fmla="*/ 103 w 199"/>
              <a:gd name="T19" fmla="*/ 41 h 199"/>
              <a:gd name="T20" fmla="*/ 27 w 199"/>
              <a:gd name="T21" fmla="*/ 99 h 199"/>
              <a:gd name="T22" fmla="*/ 103 w 199"/>
              <a:gd name="T23" fmla="*/ 157 h 199"/>
              <a:gd name="T24" fmla="*/ 103 w 199"/>
              <a:gd name="T25" fmla="*/ 12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9" h="199">
                <a:moveTo>
                  <a:pt x="0" y="100"/>
                </a:moveTo>
                <a:cubicBezTo>
                  <a:pt x="0" y="45"/>
                  <a:pt x="45" y="0"/>
                  <a:pt x="100" y="0"/>
                </a:cubicBezTo>
                <a:cubicBezTo>
                  <a:pt x="154" y="0"/>
                  <a:pt x="199" y="45"/>
                  <a:pt x="199" y="100"/>
                </a:cubicBezTo>
                <a:cubicBezTo>
                  <a:pt x="199" y="154"/>
                  <a:pt x="154" y="199"/>
                  <a:pt x="100" y="199"/>
                </a:cubicBezTo>
                <a:cubicBezTo>
                  <a:pt x="45" y="199"/>
                  <a:pt x="0" y="154"/>
                  <a:pt x="0" y="100"/>
                </a:cubicBezTo>
                <a:close/>
                <a:moveTo>
                  <a:pt x="103" y="120"/>
                </a:moveTo>
                <a:cubicBezTo>
                  <a:pt x="163" y="120"/>
                  <a:pt x="163" y="120"/>
                  <a:pt x="163" y="120"/>
                </a:cubicBezTo>
                <a:cubicBezTo>
                  <a:pt x="163" y="76"/>
                  <a:pt x="163" y="76"/>
                  <a:pt x="163" y="76"/>
                </a:cubicBezTo>
                <a:cubicBezTo>
                  <a:pt x="103" y="76"/>
                  <a:pt x="103" y="76"/>
                  <a:pt x="103" y="76"/>
                </a:cubicBezTo>
                <a:cubicBezTo>
                  <a:pt x="103" y="41"/>
                  <a:pt x="103" y="41"/>
                  <a:pt x="103" y="41"/>
                </a:cubicBezTo>
                <a:cubicBezTo>
                  <a:pt x="27" y="99"/>
                  <a:pt x="27" y="99"/>
                  <a:pt x="27" y="99"/>
                </a:cubicBezTo>
                <a:cubicBezTo>
                  <a:pt x="103" y="157"/>
                  <a:pt x="103" y="157"/>
                  <a:pt x="103" y="157"/>
                </a:cubicBezTo>
                <a:lnTo>
                  <a:pt x="103" y="120"/>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162"/>
          <p:cNvSpPr>
            <a:spLocks noEditPoints="1"/>
          </p:cNvSpPr>
          <p:nvPr/>
        </p:nvSpPr>
        <p:spPr bwMode="auto">
          <a:xfrm>
            <a:off x="5905500" y="5815100"/>
            <a:ext cx="393700" cy="392113"/>
          </a:xfrm>
          <a:custGeom>
            <a:avLst/>
            <a:gdLst>
              <a:gd name="T0" fmla="*/ 199 w 199"/>
              <a:gd name="T1" fmla="*/ 99 h 198"/>
              <a:gd name="T2" fmla="*/ 100 w 199"/>
              <a:gd name="T3" fmla="*/ 0 h 198"/>
              <a:gd name="T4" fmla="*/ 0 w 199"/>
              <a:gd name="T5" fmla="*/ 99 h 198"/>
              <a:gd name="T6" fmla="*/ 100 w 199"/>
              <a:gd name="T7" fmla="*/ 198 h 198"/>
              <a:gd name="T8" fmla="*/ 199 w 199"/>
              <a:gd name="T9" fmla="*/ 99 h 198"/>
              <a:gd name="T10" fmla="*/ 96 w 199"/>
              <a:gd name="T11" fmla="*/ 120 h 198"/>
              <a:gd name="T12" fmla="*/ 36 w 199"/>
              <a:gd name="T13" fmla="*/ 120 h 198"/>
              <a:gd name="T14" fmla="*/ 36 w 199"/>
              <a:gd name="T15" fmla="*/ 76 h 198"/>
              <a:gd name="T16" fmla="*/ 96 w 199"/>
              <a:gd name="T17" fmla="*/ 76 h 198"/>
              <a:gd name="T18" fmla="*/ 96 w 199"/>
              <a:gd name="T19" fmla="*/ 40 h 198"/>
              <a:gd name="T20" fmla="*/ 172 w 199"/>
              <a:gd name="T21" fmla="*/ 98 h 198"/>
              <a:gd name="T22" fmla="*/ 96 w 199"/>
              <a:gd name="T23" fmla="*/ 157 h 198"/>
              <a:gd name="T24" fmla="*/ 96 w 199"/>
              <a:gd name="T25" fmla="*/ 12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9" h="198">
                <a:moveTo>
                  <a:pt x="199" y="99"/>
                </a:moveTo>
                <a:cubicBezTo>
                  <a:pt x="199" y="44"/>
                  <a:pt x="154" y="0"/>
                  <a:pt x="100" y="0"/>
                </a:cubicBezTo>
                <a:cubicBezTo>
                  <a:pt x="45" y="0"/>
                  <a:pt x="0" y="44"/>
                  <a:pt x="0" y="99"/>
                </a:cubicBezTo>
                <a:cubicBezTo>
                  <a:pt x="0" y="154"/>
                  <a:pt x="45" y="198"/>
                  <a:pt x="100" y="198"/>
                </a:cubicBezTo>
                <a:cubicBezTo>
                  <a:pt x="154" y="198"/>
                  <a:pt x="199" y="154"/>
                  <a:pt x="199" y="99"/>
                </a:cubicBezTo>
                <a:close/>
                <a:moveTo>
                  <a:pt x="96" y="120"/>
                </a:moveTo>
                <a:cubicBezTo>
                  <a:pt x="36" y="120"/>
                  <a:pt x="36" y="120"/>
                  <a:pt x="36" y="120"/>
                </a:cubicBezTo>
                <a:cubicBezTo>
                  <a:pt x="36" y="76"/>
                  <a:pt x="36" y="76"/>
                  <a:pt x="36" y="76"/>
                </a:cubicBezTo>
                <a:cubicBezTo>
                  <a:pt x="96" y="76"/>
                  <a:pt x="96" y="76"/>
                  <a:pt x="96" y="76"/>
                </a:cubicBezTo>
                <a:cubicBezTo>
                  <a:pt x="96" y="40"/>
                  <a:pt x="96" y="40"/>
                  <a:pt x="96" y="40"/>
                </a:cubicBezTo>
                <a:cubicBezTo>
                  <a:pt x="172" y="98"/>
                  <a:pt x="172" y="98"/>
                  <a:pt x="172" y="98"/>
                </a:cubicBezTo>
                <a:cubicBezTo>
                  <a:pt x="96" y="157"/>
                  <a:pt x="96" y="157"/>
                  <a:pt x="96" y="157"/>
                </a:cubicBezTo>
                <a:lnTo>
                  <a:pt x="96" y="120"/>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163"/>
          <p:cNvSpPr>
            <a:spLocks noEditPoints="1"/>
          </p:cNvSpPr>
          <p:nvPr/>
        </p:nvSpPr>
        <p:spPr bwMode="auto">
          <a:xfrm>
            <a:off x="6370638" y="5819863"/>
            <a:ext cx="392113" cy="393700"/>
          </a:xfrm>
          <a:custGeom>
            <a:avLst/>
            <a:gdLst>
              <a:gd name="T0" fmla="*/ 99 w 199"/>
              <a:gd name="T1" fmla="*/ 0 h 199"/>
              <a:gd name="T2" fmla="*/ 199 w 199"/>
              <a:gd name="T3" fmla="*/ 100 h 199"/>
              <a:gd name="T4" fmla="*/ 99 w 199"/>
              <a:gd name="T5" fmla="*/ 199 h 199"/>
              <a:gd name="T6" fmla="*/ 0 w 199"/>
              <a:gd name="T7" fmla="*/ 100 h 199"/>
              <a:gd name="T8" fmla="*/ 99 w 199"/>
              <a:gd name="T9" fmla="*/ 0 h 199"/>
              <a:gd name="T10" fmla="*/ 99 w 199"/>
              <a:gd name="T11" fmla="*/ 166 h 199"/>
              <a:gd name="T12" fmla="*/ 158 w 199"/>
              <a:gd name="T13" fmla="*/ 129 h 199"/>
              <a:gd name="T14" fmla="*/ 134 w 199"/>
              <a:gd name="T15" fmla="*/ 118 h 199"/>
              <a:gd name="T16" fmla="*/ 99 w 199"/>
              <a:gd name="T17" fmla="*/ 140 h 199"/>
              <a:gd name="T18" fmla="*/ 60 w 199"/>
              <a:gd name="T19" fmla="*/ 101 h 199"/>
              <a:gd name="T20" fmla="*/ 99 w 199"/>
              <a:gd name="T21" fmla="*/ 63 h 199"/>
              <a:gd name="T22" fmla="*/ 127 w 199"/>
              <a:gd name="T23" fmla="*/ 75 h 199"/>
              <a:gd name="T24" fmla="*/ 111 w 199"/>
              <a:gd name="T25" fmla="*/ 85 h 199"/>
              <a:gd name="T26" fmla="*/ 161 w 199"/>
              <a:gd name="T27" fmla="*/ 105 h 199"/>
              <a:gd name="T28" fmla="*/ 164 w 199"/>
              <a:gd name="T29" fmla="*/ 51 h 199"/>
              <a:gd name="T30" fmla="*/ 150 w 199"/>
              <a:gd name="T31" fmla="*/ 61 h 199"/>
              <a:gd name="T32" fmla="*/ 99 w 199"/>
              <a:gd name="T33" fmla="*/ 36 h 199"/>
              <a:gd name="T34" fmla="*/ 34 w 199"/>
              <a:gd name="T35" fmla="*/ 101 h 199"/>
              <a:gd name="T36" fmla="*/ 99 w 199"/>
              <a:gd name="T37" fmla="*/ 166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9" h="199">
                <a:moveTo>
                  <a:pt x="99" y="0"/>
                </a:moveTo>
                <a:cubicBezTo>
                  <a:pt x="154" y="0"/>
                  <a:pt x="199" y="45"/>
                  <a:pt x="199" y="100"/>
                </a:cubicBezTo>
                <a:cubicBezTo>
                  <a:pt x="199" y="154"/>
                  <a:pt x="154" y="199"/>
                  <a:pt x="99" y="199"/>
                </a:cubicBezTo>
                <a:cubicBezTo>
                  <a:pt x="45" y="199"/>
                  <a:pt x="0" y="154"/>
                  <a:pt x="0" y="100"/>
                </a:cubicBezTo>
                <a:cubicBezTo>
                  <a:pt x="0" y="45"/>
                  <a:pt x="45" y="0"/>
                  <a:pt x="99" y="0"/>
                </a:cubicBezTo>
                <a:close/>
                <a:moveTo>
                  <a:pt x="99" y="166"/>
                </a:moveTo>
                <a:cubicBezTo>
                  <a:pt x="125" y="166"/>
                  <a:pt x="147" y="151"/>
                  <a:pt x="158" y="129"/>
                </a:cubicBezTo>
                <a:cubicBezTo>
                  <a:pt x="134" y="118"/>
                  <a:pt x="134" y="118"/>
                  <a:pt x="134" y="118"/>
                </a:cubicBezTo>
                <a:cubicBezTo>
                  <a:pt x="128" y="131"/>
                  <a:pt x="114" y="140"/>
                  <a:pt x="99" y="140"/>
                </a:cubicBezTo>
                <a:cubicBezTo>
                  <a:pt x="78" y="140"/>
                  <a:pt x="60" y="123"/>
                  <a:pt x="60" y="101"/>
                </a:cubicBezTo>
                <a:cubicBezTo>
                  <a:pt x="60" y="80"/>
                  <a:pt x="78" y="63"/>
                  <a:pt x="99" y="63"/>
                </a:cubicBezTo>
                <a:cubicBezTo>
                  <a:pt x="110" y="63"/>
                  <a:pt x="120" y="67"/>
                  <a:pt x="127" y="75"/>
                </a:cubicBezTo>
                <a:cubicBezTo>
                  <a:pt x="111" y="85"/>
                  <a:pt x="111" y="85"/>
                  <a:pt x="111" y="85"/>
                </a:cubicBezTo>
                <a:cubicBezTo>
                  <a:pt x="161" y="105"/>
                  <a:pt x="161" y="105"/>
                  <a:pt x="161" y="105"/>
                </a:cubicBezTo>
                <a:cubicBezTo>
                  <a:pt x="164" y="51"/>
                  <a:pt x="164" y="51"/>
                  <a:pt x="164" y="51"/>
                </a:cubicBezTo>
                <a:cubicBezTo>
                  <a:pt x="150" y="61"/>
                  <a:pt x="150" y="61"/>
                  <a:pt x="150" y="61"/>
                </a:cubicBezTo>
                <a:cubicBezTo>
                  <a:pt x="138" y="46"/>
                  <a:pt x="119" y="36"/>
                  <a:pt x="99" y="36"/>
                </a:cubicBezTo>
                <a:cubicBezTo>
                  <a:pt x="63" y="36"/>
                  <a:pt x="34" y="65"/>
                  <a:pt x="34" y="101"/>
                </a:cubicBezTo>
                <a:cubicBezTo>
                  <a:pt x="34" y="137"/>
                  <a:pt x="63" y="166"/>
                  <a:pt x="99" y="166"/>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164"/>
          <p:cNvSpPr>
            <a:spLocks noEditPoints="1"/>
          </p:cNvSpPr>
          <p:nvPr/>
        </p:nvSpPr>
        <p:spPr bwMode="auto">
          <a:xfrm>
            <a:off x="6888163" y="5816688"/>
            <a:ext cx="393700" cy="393700"/>
          </a:xfrm>
          <a:custGeom>
            <a:avLst/>
            <a:gdLst>
              <a:gd name="T0" fmla="*/ 100 w 199"/>
              <a:gd name="T1" fmla="*/ 0 h 199"/>
              <a:gd name="T2" fmla="*/ 199 w 199"/>
              <a:gd name="T3" fmla="*/ 100 h 199"/>
              <a:gd name="T4" fmla="*/ 100 w 199"/>
              <a:gd name="T5" fmla="*/ 199 h 199"/>
              <a:gd name="T6" fmla="*/ 0 w 199"/>
              <a:gd name="T7" fmla="*/ 100 h 199"/>
              <a:gd name="T8" fmla="*/ 100 w 199"/>
              <a:gd name="T9" fmla="*/ 0 h 199"/>
              <a:gd name="T10" fmla="*/ 156 w 199"/>
              <a:gd name="T11" fmla="*/ 41 h 199"/>
              <a:gd name="T12" fmla="*/ 144 w 199"/>
              <a:gd name="T13" fmla="*/ 52 h 199"/>
              <a:gd name="T14" fmla="*/ 97 w 199"/>
              <a:gd name="T15" fmla="*/ 33 h 199"/>
              <a:gd name="T16" fmla="*/ 33 w 199"/>
              <a:gd name="T17" fmla="*/ 83 h 199"/>
              <a:gd name="T18" fmla="*/ 59 w 199"/>
              <a:gd name="T19" fmla="*/ 89 h 199"/>
              <a:gd name="T20" fmla="*/ 97 w 199"/>
              <a:gd name="T21" fmla="*/ 60 h 199"/>
              <a:gd name="T22" fmla="*/ 124 w 199"/>
              <a:gd name="T23" fmla="*/ 71 h 199"/>
              <a:gd name="T24" fmla="*/ 111 w 199"/>
              <a:gd name="T25" fmla="*/ 82 h 199"/>
              <a:gd name="T26" fmla="*/ 166 w 199"/>
              <a:gd name="T27" fmla="*/ 97 h 199"/>
              <a:gd name="T28" fmla="*/ 156 w 199"/>
              <a:gd name="T29" fmla="*/ 41 h 199"/>
              <a:gd name="T30" fmla="*/ 42 w 199"/>
              <a:gd name="T31" fmla="*/ 159 h 199"/>
              <a:gd name="T32" fmla="*/ 55 w 199"/>
              <a:gd name="T33" fmla="*/ 148 h 199"/>
              <a:gd name="T34" fmla="*/ 102 w 199"/>
              <a:gd name="T35" fmla="*/ 168 h 199"/>
              <a:gd name="T36" fmla="*/ 166 w 199"/>
              <a:gd name="T37" fmla="*/ 118 h 199"/>
              <a:gd name="T38" fmla="*/ 140 w 199"/>
              <a:gd name="T39" fmla="*/ 111 h 199"/>
              <a:gd name="T40" fmla="*/ 101 w 199"/>
              <a:gd name="T41" fmla="*/ 140 h 199"/>
              <a:gd name="T42" fmla="*/ 74 w 199"/>
              <a:gd name="T43" fmla="*/ 129 h 199"/>
              <a:gd name="T44" fmla="*/ 87 w 199"/>
              <a:gd name="T45" fmla="*/ 118 h 199"/>
              <a:gd name="T46" fmla="*/ 32 w 199"/>
              <a:gd name="T47" fmla="*/ 103 h 199"/>
              <a:gd name="T48" fmla="*/ 42 w 199"/>
              <a:gd name="T49" fmla="*/ 15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9" h="199">
                <a:moveTo>
                  <a:pt x="100" y="0"/>
                </a:moveTo>
                <a:cubicBezTo>
                  <a:pt x="154" y="0"/>
                  <a:pt x="199" y="45"/>
                  <a:pt x="199" y="100"/>
                </a:cubicBezTo>
                <a:cubicBezTo>
                  <a:pt x="199" y="154"/>
                  <a:pt x="154" y="199"/>
                  <a:pt x="100" y="199"/>
                </a:cubicBezTo>
                <a:cubicBezTo>
                  <a:pt x="45" y="199"/>
                  <a:pt x="0" y="154"/>
                  <a:pt x="0" y="100"/>
                </a:cubicBezTo>
                <a:cubicBezTo>
                  <a:pt x="0" y="45"/>
                  <a:pt x="45" y="0"/>
                  <a:pt x="100" y="0"/>
                </a:cubicBezTo>
                <a:close/>
                <a:moveTo>
                  <a:pt x="156" y="41"/>
                </a:moveTo>
                <a:cubicBezTo>
                  <a:pt x="144" y="52"/>
                  <a:pt x="144" y="52"/>
                  <a:pt x="144" y="52"/>
                </a:cubicBezTo>
                <a:cubicBezTo>
                  <a:pt x="132" y="41"/>
                  <a:pt x="114" y="33"/>
                  <a:pt x="97" y="33"/>
                </a:cubicBezTo>
                <a:cubicBezTo>
                  <a:pt x="66" y="33"/>
                  <a:pt x="40" y="54"/>
                  <a:pt x="33" y="83"/>
                </a:cubicBezTo>
                <a:cubicBezTo>
                  <a:pt x="59" y="89"/>
                  <a:pt x="59" y="89"/>
                  <a:pt x="59" y="89"/>
                </a:cubicBezTo>
                <a:cubicBezTo>
                  <a:pt x="63" y="72"/>
                  <a:pt x="79" y="60"/>
                  <a:pt x="97" y="60"/>
                </a:cubicBezTo>
                <a:cubicBezTo>
                  <a:pt x="106" y="60"/>
                  <a:pt x="117" y="65"/>
                  <a:pt x="124" y="71"/>
                </a:cubicBezTo>
                <a:cubicBezTo>
                  <a:pt x="111" y="82"/>
                  <a:pt x="111" y="82"/>
                  <a:pt x="111" y="82"/>
                </a:cubicBezTo>
                <a:cubicBezTo>
                  <a:pt x="166" y="97"/>
                  <a:pt x="166" y="97"/>
                  <a:pt x="166" y="97"/>
                </a:cubicBezTo>
                <a:lnTo>
                  <a:pt x="156" y="41"/>
                </a:lnTo>
                <a:close/>
                <a:moveTo>
                  <a:pt x="42" y="159"/>
                </a:moveTo>
                <a:cubicBezTo>
                  <a:pt x="55" y="148"/>
                  <a:pt x="55" y="148"/>
                  <a:pt x="55" y="148"/>
                </a:cubicBezTo>
                <a:cubicBezTo>
                  <a:pt x="66" y="159"/>
                  <a:pt x="84" y="168"/>
                  <a:pt x="102" y="168"/>
                </a:cubicBezTo>
                <a:cubicBezTo>
                  <a:pt x="133" y="168"/>
                  <a:pt x="159" y="146"/>
                  <a:pt x="166" y="118"/>
                </a:cubicBezTo>
                <a:cubicBezTo>
                  <a:pt x="140" y="111"/>
                  <a:pt x="140" y="111"/>
                  <a:pt x="140" y="111"/>
                </a:cubicBezTo>
                <a:cubicBezTo>
                  <a:pt x="135" y="128"/>
                  <a:pt x="120" y="140"/>
                  <a:pt x="101" y="140"/>
                </a:cubicBezTo>
                <a:cubicBezTo>
                  <a:pt x="92" y="140"/>
                  <a:pt x="81" y="135"/>
                  <a:pt x="74" y="129"/>
                </a:cubicBezTo>
                <a:cubicBezTo>
                  <a:pt x="87" y="118"/>
                  <a:pt x="87" y="118"/>
                  <a:pt x="87" y="118"/>
                </a:cubicBezTo>
                <a:cubicBezTo>
                  <a:pt x="32" y="103"/>
                  <a:pt x="32" y="103"/>
                  <a:pt x="32" y="103"/>
                </a:cubicBezTo>
                <a:lnTo>
                  <a:pt x="42" y="159"/>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165"/>
          <p:cNvSpPr>
            <a:spLocks/>
          </p:cNvSpPr>
          <p:nvPr/>
        </p:nvSpPr>
        <p:spPr bwMode="auto">
          <a:xfrm>
            <a:off x="4452938" y="6326275"/>
            <a:ext cx="398463" cy="388938"/>
          </a:xfrm>
          <a:custGeom>
            <a:avLst/>
            <a:gdLst>
              <a:gd name="T0" fmla="*/ 124 w 251"/>
              <a:gd name="T1" fmla="*/ 0 h 245"/>
              <a:gd name="T2" fmla="*/ 42 w 251"/>
              <a:gd name="T3" fmla="*/ 82 h 245"/>
              <a:gd name="T4" fmla="*/ 42 w 251"/>
              <a:gd name="T5" fmla="*/ 82 h 245"/>
              <a:gd name="T6" fmla="*/ 0 w 251"/>
              <a:gd name="T7" fmla="*/ 123 h 245"/>
              <a:gd name="T8" fmla="*/ 0 w 251"/>
              <a:gd name="T9" fmla="*/ 123 h 245"/>
              <a:gd name="T10" fmla="*/ 0 w 251"/>
              <a:gd name="T11" fmla="*/ 123 h 245"/>
              <a:gd name="T12" fmla="*/ 42 w 251"/>
              <a:gd name="T13" fmla="*/ 163 h 245"/>
              <a:gd name="T14" fmla="*/ 42 w 251"/>
              <a:gd name="T15" fmla="*/ 163 h 245"/>
              <a:gd name="T16" fmla="*/ 124 w 251"/>
              <a:gd name="T17" fmla="*/ 245 h 245"/>
              <a:gd name="T18" fmla="*/ 165 w 251"/>
              <a:gd name="T19" fmla="*/ 204 h 245"/>
              <a:gd name="T20" fmla="*/ 111 w 251"/>
              <a:gd name="T21" fmla="*/ 152 h 245"/>
              <a:gd name="T22" fmla="*/ 251 w 251"/>
              <a:gd name="T23" fmla="*/ 152 h 245"/>
              <a:gd name="T24" fmla="*/ 251 w 251"/>
              <a:gd name="T25" fmla="*/ 97 h 245"/>
              <a:gd name="T26" fmla="*/ 111 w 251"/>
              <a:gd name="T27" fmla="*/ 97 h 245"/>
              <a:gd name="T28" fmla="*/ 165 w 251"/>
              <a:gd name="T29" fmla="*/ 41 h 245"/>
              <a:gd name="T30" fmla="*/ 124 w 251"/>
              <a:gd name="T31"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51" h="245">
                <a:moveTo>
                  <a:pt x="124" y="0"/>
                </a:moveTo>
                <a:lnTo>
                  <a:pt x="42" y="82"/>
                </a:lnTo>
                <a:lnTo>
                  <a:pt x="42" y="82"/>
                </a:lnTo>
                <a:lnTo>
                  <a:pt x="0" y="123"/>
                </a:lnTo>
                <a:lnTo>
                  <a:pt x="0" y="123"/>
                </a:lnTo>
                <a:lnTo>
                  <a:pt x="0" y="123"/>
                </a:lnTo>
                <a:lnTo>
                  <a:pt x="42" y="163"/>
                </a:lnTo>
                <a:lnTo>
                  <a:pt x="42" y="163"/>
                </a:lnTo>
                <a:lnTo>
                  <a:pt x="124" y="245"/>
                </a:lnTo>
                <a:lnTo>
                  <a:pt x="165" y="204"/>
                </a:lnTo>
                <a:lnTo>
                  <a:pt x="111" y="152"/>
                </a:lnTo>
                <a:lnTo>
                  <a:pt x="251" y="152"/>
                </a:lnTo>
                <a:lnTo>
                  <a:pt x="251" y="97"/>
                </a:lnTo>
                <a:lnTo>
                  <a:pt x="111" y="97"/>
                </a:lnTo>
                <a:lnTo>
                  <a:pt x="165" y="41"/>
                </a:lnTo>
                <a:lnTo>
                  <a:pt x="124" y="0"/>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166"/>
          <p:cNvSpPr>
            <a:spLocks/>
          </p:cNvSpPr>
          <p:nvPr/>
        </p:nvSpPr>
        <p:spPr bwMode="auto">
          <a:xfrm>
            <a:off x="4946650" y="6326275"/>
            <a:ext cx="393700" cy="388938"/>
          </a:xfrm>
          <a:custGeom>
            <a:avLst/>
            <a:gdLst>
              <a:gd name="T0" fmla="*/ 124 w 248"/>
              <a:gd name="T1" fmla="*/ 0 h 245"/>
              <a:gd name="T2" fmla="*/ 206 w 248"/>
              <a:gd name="T3" fmla="*/ 82 h 245"/>
              <a:gd name="T4" fmla="*/ 206 w 248"/>
              <a:gd name="T5" fmla="*/ 82 h 245"/>
              <a:gd name="T6" fmla="*/ 248 w 248"/>
              <a:gd name="T7" fmla="*/ 123 h 245"/>
              <a:gd name="T8" fmla="*/ 248 w 248"/>
              <a:gd name="T9" fmla="*/ 123 h 245"/>
              <a:gd name="T10" fmla="*/ 248 w 248"/>
              <a:gd name="T11" fmla="*/ 123 h 245"/>
              <a:gd name="T12" fmla="*/ 206 w 248"/>
              <a:gd name="T13" fmla="*/ 163 h 245"/>
              <a:gd name="T14" fmla="*/ 206 w 248"/>
              <a:gd name="T15" fmla="*/ 163 h 245"/>
              <a:gd name="T16" fmla="*/ 124 w 248"/>
              <a:gd name="T17" fmla="*/ 245 h 245"/>
              <a:gd name="T18" fmla="*/ 84 w 248"/>
              <a:gd name="T19" fmla="*/ 204 h 245"/>
              <a:gd name="T20" fmla="*/ 137 w 248"/>
              <a:gd name="T21" fmla="*/ 152 h 245"/>
              <a:gd name="T22" fmla="*/ 0 w 248"/>
              <a:gd name="T23" fmla="*/ 152 h 245"/>
              <a:gd name="T24" fmla="*/ 0 w 248"/>
              <a:gd name="T25" fmla="*/ 97 h 245"/>
              <a:gd name="T26" fmla="*/ 137 w 248"/>
              <a:gd name="T27" fmla="*/ 97 h 245"/>
              <a:gd name="T28" fmla="*/ 84 w 248"/>
              <a:gd name="T29" fmla="*/ 41 h 245"/>
              <a:gd name="T30" fmla="*/ 124 w 248"/>
              <a:gd name="T31"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8" h="245">
                <a:moveTo>
                  <a:pt x="124" y="0"/>
                </a:moveTo>
                <a:lnTo>
                  <a:pt x="206" y="82"/>
                </a:lnTo>
                <a:lnTo>
                  <a:pt x="206" y="82"/>
                </a:lnTo>
                <a:lnTo>
                  <a:pt x="248" y="123"/>
                </a:lnTo>
                <a:lnTo>
                  <a:pt x="248" y="123"/>
                </a:lnTo>
                <a:lnTo>
                  <a:pt x="248" y="123"/>
                </a:lnTo>
                <a:lnTo>
                  <a:pt x="206" y="163"/>
                </a:lnTo>
                <a:lnTo>
                  <a:pt x="206" y="163"/>
                </a:lnTo>
                <a:lnTo>
                  <a:pt x="124" y="245"/>
                </a:lnTo>
                <a:lnTo>
                  <a:pt x="84" y="204"/>
                </a:lnTo>
                <a:lnTo>
                  <a:pt x="137" y="152"/>
                </a:lnTo>
                <a:lnTo>
                  <a:pt x="0" y="152"/>
                </a:lnTo>
                <a:lnTo>
                  <a:pt x="0" y="97"/>
                </a:lnTo>
                <a:lnTo>
                  <a:pt x="137" y="97"/>
                </a:lnTo>
                <a:lnTo>
                  <a:pt x="84" y="41"/>
                </a:lnTo>
                <a:lnTo>
                  <a:pt x="124" y="0"/>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167"/>
          <p:cNvSpPr>
            <a:spLocks noEditPoints="1"/>
          </p:cNvSpPr>
          <p:nvPr/>
        </p:nvSpPr>
        <p:spPr bwMode="auto">
          <a:xfrm>
            <a:off x="5438775" y="6307225"/>
            <a:ext cx="395288" cy="396875"/>
          </a:xfrm>
          <a:custGeom>
            <a:avLst/>
            <a:gdLst>
              <a:gd name="T0" fmla="*/ 147 w 200"/>
              <a:gd name="T1" fmla="*/ 116 h 200"/>
              <a:gd name="T2" fmla="*/ 126 w 200"/>
              <a:gd name="T3" fmla="*/ 117 h 200"/>
              <a:gd name="T4" fmla="*/ 126 w 200"/>
              <a:gd name="T5" fmla="*/ 118 h 200"/>
              <a:gd name="T6" fmla="*/ 125 w 200"/>
              <a:gd name="T7" fmla="*/ 119 h 200"/>
              <a:gd name="T8" fmla="*/ 124 w 200"/>
              <a:gd name="T9" fmla="*/ 120 h 200"/>
              <a:gd name="T10" fmla="*/ 123 w 200"/>
              <a:gd name="T11" fmla="*/ 122 h 200"/>
              <a:gd name="T12" fmla="*/ 122 w 200"/>
              <a:gd name="T13" fmla="*/ 123 h 200"/>
              <a:gd name="T14" fmla="*/ 121 w 200"/>
              <a:gd name="T15" fmla="*/ 123 h 200"/>
              <a:gd name="T16" fmla="*/ 120 w 200"/>
              <a:gd name="T17" fmla="*/ 124 h 200"/>
              <a:gd name="T18" fmla="*/ 119 w 200"/>
              <a:gd name="T19" fmla="*/ 125 h 200"/>
              <a:gd name="T20" fmla="*/ 117 w 200"/>
              <a:gd name="T21" fmla="*/ 126 h 200"/>
              <a:gd name="T22" fmla="*/ 116 w 200"/>
              <a:gd name="T23" fmla="*/ 127 h 200"/>
              <a:gd name="T24" fmla="*/ 140 w 200"/>
              <a:gd name="T25" fmla="*/ 149 h 200"/>
              <a:gd name="T26" fmla="*/ 84 w 200"/>
              <a:gd name="T27" fmla="*/ 149 h 200"/>
              <a:gd name="T28" fmla="*/ 83 w 200"/>
              <a:gd name="T29" fmla="*/ 127 h 200"/>
              <a:gd name="T30" fmla="*/ 82 w 200"/>
              <a:gd name="T31" fmla="*/ 126 h 200"/>
              <a:gd name="T32" fmla="*/ 80 w 200"/>
              <a:gd name="T33" fmla="*/ 125 h 200"/>
              <a:gd name="T34" fmla="*/ 79 w 200"/>
              <a:gd name="T35" fmla="*/ 124 h 200"/>
              <a:gd name="T36" fmla="*/ 77 w 200"/>
              <a:gd name="T37" fmla="*/ 123 h 200"/>
              <a:gd name="T38" fmla="*/ 76 w 200"/>
              <a:gd name="T39" fmla="*/ 122 h 200"/>
              <a:gd name="T40" fmla="*/ 75 w 200"/>
              <a:gd name="T41" fmla="*/ 121 h 200"/>
              <a:gd name="T42" fmla="*/ 74 w 200"/>
              <a:gd name="T43" fmla="*/ 120 h 200"/>
              <a:gd name="T44" fmla="*/ 73 w 200"/>
              <a:gd name="T45" fmla="*/ 119 h 200"/>
              <a:gd name="T46" fmla="*/ 73 w 200"/>
              <a:gd name="T47" fmla="*/ 117 h 200"/>
              <a:gd name="T48" fmla="*/ 72 w 200"/>
              <a:gd name="T49" fmla="*/ 116 h 200"/>
              <a:gd name="T50" fmla="*/ 0 w 200"/>
              <a:gd name="T51" fmla="*/ 100 h 200"/>
              <a:gd name="T52" fmla="*/ 72 w 200"/>
              <a:gd name="T53" fmla="*/ 84 h 200"/>
              <a:gd name="T54" fmla="*/ 73 w 200"/>
              <a:gd name="T55" fmla="*/ 82 h 200"/>
              <a:gd name="T56" fmla="*/ 73 w 200"/>
              <a:gd name="T57" fmla="*/ 81 h 200"/>
              <a:gd name="T58" fmla="*/ 74 w 200"/>
              <a:gd name="T59" fmla="*/ 80 h 200"/>
              <a:gd name="T60" fmla="*/ 75 w 200"/>
              <a:gd name="T61" fmla="*/ 78 h 200"/>
              <a:gd name="T62" fmla="*/ 76 w 200"/>
              <a:gd name="T63" fmla="*/ 77 h 200"/>
              <a:gd name="T64" fmla="*/ 77 w 200"/>
              <a:gd name="T65" fmla="*/ 77 h 200"/>
              <a:gd name="T66" fmla="*/ 77 w 200"/>
              <a:gd name="T67" fmla="*/ 77 h 200"/>
              <a:gd name="T68" fmla="*/ 78 w 200"/>
              <a:gd name="T69" fmla="*/ 76 h 200"/>
              <a:gd name="T70" fmla="*/ 79 w 200"/>
              <a:gd name="T71" fmla="*/ 75 h 200"/>
              <a:gd name="T72" fmla="*/ 80 w 200"/>
              <a:gd name="T73" fmla="*/ 74 h 200"/>
              <a:gd name="T74" fmla="*/ 82 w 200"/>
              <a:gd name="T75" fmla="*/ 73 h 200"/>
              <a:gd name="T76" fmla="*/ 83 w 200"/>
              <a:gd name="T77" fmla="*/ 72 h 200"/>
              <a:gd name="T78" fmla="*/ 59 w 200"/>
              <a:gd name="T79" fmla="*/ 52 h 200"/>
              <a:gd name="T80" fmla="*/ 115 w 200"/>
              <a:gd name="T81" fmla="*/ 52 h 200"/>
              <a:gd name="T82" fmla="*/ 116 w 200"/>
              <a:gd name="T83" fmla="*/ 72 h 200"/>
              <a:gd name="T84" fmla="*/ 117 w 200"/>
              <a:gd name="T85" fmla="*/ 73 h 200"/>
              <a:gd name="T86" fmla="*/ 118 w 200"/>
              <a:gd name="T87" fmla="*/ 74 h 200"/>
              <a:gd name="T88" fmla="*/ 121 w 200"/>
              <a:gd name="T89" fmla="*/ 75 h 200"/>
              <a:gd name="T90" fmla="*/ 121 w 200"/>
              <a:gd name="T91" fmla="*/ 76 h 200"/>
              <a:gd name="T92" fmla="*/ 123 w 200"/>
              <a:gd name="T93" fmla="*/ 77 h 200"/>
              <a:gd name="T94" fmla="*/ 124 w 200"/>
              <a:gd name="T95" fmla="*/ 78 h 200"/>
              <a:gd name="T96" fmla="*/ 125 w 200"/>
              <a:gd name="T97" fmla="*/ 80 h 200"/>
              <a:gd name="T98" fmla="*/ 126 w 200"/>
              <a:gd name="T99" fmla="*/ 81 h 200"/>
              <a:gd name="T100" fmla="*/ 126 w 200"/>
              <a:gd name="T101" fmla="*/ 82 h 200"/>
              <a:gd name="T102" fmla="*/ 127 w 200"/>
              <a:gd name="T103" fmla="*/ 84 h 200"/>
              <a:gd name="T104" fmla="*/ 200 w 200"/>
              <a:gd name="T105" fmla="*/ 100 h 200"/>
              <a:gd name="T106" fmla="*/ 111 w 200"/>
              <a:gd name="T107" fmla="*/ 111 h 200"/>
              <a:gd name="T108" fmla="*/ 88 w 200"/>
              <a:gd name="T109" fmla="*/ 88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00" h="200">
                <a:moveTo>
                  <a:pt x="200" y="100"/>
                </a:moveTo>
                <a:cubicBezTo>
                  <a:pt x="147" y="140"/>
                  <a:pt x="147" y="140"/>
                  <a:pt x="147" y="140"/>
                </a:cubicBezTo>
                <a:cubicBezTo>
                  <a:pt x="147" y="116"/>
                  <a:pt x="147" y="116"/>
                  <a:pt x="147" y="116"/>
                </a:cubicBezTo>
                <a:cubicBezTo>
                  <a:pt x="127" y="116"/>
                  <a:pt x="127" y="116"/>
                  <a:pt x="127" y="116"/>
                </a:cubicBezTo>
                <a:cubicBezTo>
                  <a:pt x="127" y="116"/>
                  <a:pt x="127" y="116"/>
                  <a:pt x="127" y="117"/>
                </a:cubicBezTo>
                <a:cubicBezTo>
                  <a:pt x="127" y="117"/>
                  <a:pt x="127" y="117"/>
                  <a:pt x="126" y="117"/>
                </a:cubicBezTo>
                <a:cubicBezTo>
                  <a:pt x="126" y="117"/>
                  <a:pt x="126" y="117"/>
                  <a:pt x="126" y="117"/>
                </a:cubicBezTo>
                <a:cubicBezTo>
                  <a:pt x="126" y="117"/>
                  <a:pt x="126" y="118"/>
                  <a:pt x="126" y="118"/>
                </a:cubicBezTo>
                <a:cubicBezTo>
                  <a:pt x="126" y="118"/>
                  <a:pt x="126" y="118"/>
                  <a:pt x="126" y="118"/>
                </a:cubicBezTo>
                <a:cubicBezTo>
                  <a:pt x="126" y="118"/>
                  <a:pt x="125" y="119"/>
                  <a:pt x="125" y="119"/>
                </a:cubicBezTo>
                <a:cubicBezTo>
                  <a:pt x="125" y="119"/>
                  <a:pt x="125" y="119"/>
                  <a:pt x="125" y="119"/>
                </a:cubicBezTo>
                <a:cubicBezTo>
                  <a:pt x="125" y="119"/>
                  <a:pt x="125" y="119"/>
                  <a:pt x="125" y="119"/>
                </a:cubicBezTo>
                <a:cubicBezTo>
                  <a:pt x="125" y="120"/>
                  <a:pt x="125" y="120"/>
                  <a:pt x="124" y="120"/>
                </a:cubicBezTo>
                <a:cubicBezTo>
                  <a:pt x="124" y="120"/>
                  <a:pt x="124" y="120"/>
                  <a:pt x="124" y="120"/>
                </a:cubicBezTo>
                <a:cubicBezTo>
                  <a:pt x="124" y="120"/>
                  <a:pt x="124" y="120"/>
                  <a:pt x="124" y="120"/>
                </a:cubicBezTo>
                <a:cubicBezTo>
                  <a:pt x="124" y="121"/>
                  <a:pt x="124" y="121"/>
                  <a:pt x="123" y="121"/>
                </a:cubicBezTo>
                <a:cubicBezTo>
                  <a:pt x="123" y="121"/>
                  <a:pt x="123" y="121"/>
                  <a:pt x="123" y="121"/>
                </a:cubicBezTo>
                <a:cubicBezTo>
                  <a:pt x="123" y="121"/>
                  <a:pt x="123" y="122"/>
                  <a:pt x="123" y="122"/>
                </a:cubicBezTo>
                <a:cubicBezTo>
                  <a:pt x="123" y="122"/>
                  <a:pt x="123" y="122"/>
                  <a:pt x="122" y="122"/>
                </a:cubicBezTo>
                <a:cubicBezTo>
                  <a:pt x="122" y="122"/>
                  <a:pt x="122" y="122"/>
                  <a:pt x="122" y="122"/>
                </a:cubicBezTo>
                <a:cubicBezTo>
                  <a:pt x="122" y="122"/>
                  <a:pt x="122" y="123"/>
                  <a:pt x="122" y="123"/>
                </a:cubicBezTo>
                <a:cubicBezTo>
                  <a:pt x="122" y="123"/>
                  <a:pt x="122" y="123"/>
                  <a:pt x="122" y="123"/>
                </a:cubicBezTo>
                <a:cubicBezTo>
                  <a:pt x="122" y="123"/>
                  <a:pt x="122" y="123"/>
                  <a:pt x="122" y="123"/>
                </a:cubicBezTo>
                <a:cubicBezTo>
                  <a:pt x="121" y="123"/>
                  <a:pt x="121" y="123"/>
                  <a:pt x="121" y="123"/>
                </a:cubicBezTo>
                <a:cubicBezTo>
                  <a:pt x="121" y="123"/>
                  <a:pt x="121" y="123"/>
                  <a:pt x="121" y="124"/>
                </a:cubicBezTo>
                <a:cubicBezTo>
                  <a:pt x="121" y="124"/>
                  <a:pt x="120" y="124"/>
                  <a:pt x="120" y="124"/>
                </a:cubicBezTo>
                <a:cubicBezTo>
                  <a:pt x="120" y="124"/>
                  <a:pt x="120" y="124"/>
                  <a:pt x="120" y="124"/>
                </a:cubicBezTo>
                <a:cubicBezTo>
                  <a:pt x="120" y="124"/>
                  <a:pt x="120" y="124"/>
                  <a:pt x="120" y="125"/>
                </a:cubicBezTo>
                <a:cubicBezTo>
                  <a:pt x="120" y="125"/>
                  <a:pt x="119" y="125"/>
                  <a:pt x="119" y="125"/>
                </a:cubicBezTo>
                <a:cubicBezTo>
                  <a:pt x="119" y="125"/>
                  <a:pt x="119" y="125"/>
                  <a:pt x="119" y="125"/>
                </a:cubicBezTo>
                <a:cubicBezTo>
                  <a:pt x="119" y="125"/>
                  <a:pt x="118" y="125"/>
                  <a:pt x="118" y="125"/>
                </a:cubicBezTo>
                <a:cubicBezTo>
                  <a:pt x="118" y="126"/>
                  <a:pt x="117" y="126"/>
                  <a:pt x="117" y="126"/>
                </a:cubicBezTo>
                <a:cubicBezTo>
                  <a:pt x="117" y="126"/>
                  <a:pt x="117" y="126"/>
                  <a:pt x="117" y="126"/>
                </a:cubicBezTo>
                <a:cubicBezTo>
                  <a:pt x="117" y="126"/>
                  <a:pt x="117" y="126"/>
                  <a:pt x="117" y="126"/>
                </a:cubicBezTo>
                <a:cubicBezTo>
                  <a:pt x="116" y="126"/>
                  <a:pt x="116" y="127"/>
                  <a:pt x="116" y="127"/>
                </a:cubicBezTo>
                <a:cubicBezTo>
                  <a:pt x="116" y="127"/>
                  <a:pt x="116" y="127"/>
                  <a:pt x="116" y="127"/>
                </a:cubicBezTo>
                <a:cubicBezTo>
                  <a:pt x="116" y="127"/>
                  <a:pt x="116" y="127"/>
                  <a:pt x="115" y="127"/>
                </a:cubicBezTo>
                <a:cubicBezTo>
                  <a:pt x="115" y="149"/>
                  <a:pt x="115" y="149"/>
                  <a:pt x="115" y="149"/>
                </a:cubicBezTo>
                <a:cubicBezTo>
                  <a:pt x="140" y="149"/>
                  <a:pt x="140" y="149"/>
                  <a:pt x="140" y="149"/>
                </a:cubicBezTo>
                <a:cubicBezTo>
                  <a:pt x="100" y="200"/>
                  <a:pt x="100" y="200"/>
                  <a:pt x="100" y="200"/>
                </a:cubicBezTo>
                <a:cubicBezTo>
                  <a:pt x="59" y="149"/>
                  <a:pt x="59" y="149"/>
                  <a:pt x="59" y="149"/>
                </a:cubicBezTo>
                <a:cubicBezTo>
                  <a:pt x="84" y="149"/>
                  <a:pt x="84" y="149"/>
                  <a:pt x="84" y="149"/>
                </a:cubicBezTo>
                <a:cubicBezTo>
                  <a:pt x="84" y="127"/>
                  <a:pt x="84" y="127"/>
                  <a:pt x="84" y="127"/>
                </a:cubicBezTo>
                <a:cubicBezTo>
                  <a:pt x="84" y="127"/>
                  <a:pt x="84" y="127"/>
                  <a:pt x="83" y="127"/>
                </a:cubicBezTo>
                <a:cubicBezTo>
                  <a:pt x="83" y="127"/>
                  <a:pt x="83" y="127"/>
                  <a:pt x="83" y="127"/>
                </a:cubicBezTo>
                <a:cubicBezTo>
                  <a:pt x="83" y="127"/>
                  <a:pt x="83" y="127"/>
                  <a:pt x="83" y="127"/>
                </a:cubicBezTo>
                <a:cubicBezTo>
                  <a:pt x="82" y="126"/>
                  <a:pt x="82" y="126"/>
                  <a:pt x="82" y="126"/>
                </a:cubicBezTo>
                <a:cubicBezTo>
                  <a:pt x="82" y="126"/>
                  <a:pt x="82" y="126"/>
                  <a:pt x="82" y="126"/>
                </a:cubicBezTo>
                <a:cubicBezTo>
                  <a:pt x="82" y="126"/>
                  <a:pt x="81" y="126"/>
                  <a:pt x="81" y="126"/>
                </a:cubicBezTo>
                <a:cubicBezTo>
                  <a:pt x="81" y="126"/>
                  <a:pt x="81" y="126"/>
                  <a:pt x="81" y="125"/>
                </a:cubicBezTo>
                <a:cubicBezTo>
                  <a:pt x="81" y="125"/>
                  <a:pt x="80" y="125"/>
                  <a:pt x="80" y="125"/>
                </a:cubicBezTo>
                <a:cubicBezTo>
                  <a:pt x="80" y="125"/>
                  <a:pt x="80" y="125"/>
                  <a:pt x="79" y="125"/>
                </a:cubicBezTo>
                <a:cubicBezTo>
                  <a:pt x="79" y="125"/>
                  <a:pt x="79" y="125"/>
                  <a:pt x="79" y="124"/>
                </a:cubicBezTo>
                <a:cubicBezTo>
                  <a:pt x="79" y="124"/>
                  <a:pt x="79" y="124"/>
                  <a:pt x="79" y="124"/>
                </a:cubicBezTo>
                <a:cubicBezTo>
                  <a:pt x="78" y="124"/>
                  <a:pt x="78" y="124"/>
                  <a:pt x="78" y="124"/>
                </a:cubicBezTo>
                <a:cubicBezTo>
                  <a:pt x="78" y="124"/>
                  <a:pt x="78" y="124"/>
                  <a:pt x="78" y="124"/>
                </a:cubicBezTo>
                <a:cubicBezTo>
                  <a:pt x="78" y="123"/>
                  <a:pt x="78" y="123"/>
                  <a:pt x="77" y="123"/>
                </a:cubicBezTo>
                <a:cubicBezTo>
                  <a:pt x="77" y="123"/>
                  <a:pt x="77" y="123"/>
                  <a:pt x="77" y="123"/>
                </a:cubicBezTo>
                <a:cubicBezTo>
                  <a:pt x="77" y="123"/>
                  <a:pt x="77" y="122"/>
                  <a:pt x="77" y="122"/>
                </a:cubicBezTo>
                <a:cubicBezTo>
                  <a:pt x="77" y="122"/>
                  <a:pt x="76" y="122"/>
                  <a:pt x="76" y="122"/>
                </a:cubicBezTo>
                <a:cubicBezTo>
                  <a:pt x="76" y="122"/>
                  <a:pt x="76" y="122"/>
                  <a:pt x="76" y="122"/>
                </a:cubicBezTo>
                <a:cubicBezTo>
                  <a:pt x="76" y="122"/>
                  <a:pt x="76" y="121"/>
                  <a:pt x="76" y="121"/>
                </a:cubicBezTo>
                <a:cubicBezTo>
                  <a:pt x="76" y="121"/>
                  <a:pt x="75" y="121"/>
                  <a:pt x="75" y="121"/>
                </a:cubicBezTo>
                <a:cubicBezTo>
                  <a:pt x="75" y="121"/>
                  <a:pt x="75" y="121"/>
                  <a:pt x="75" y="121"/>
                </a:cubicBezTo>
                <a:cubicBezTo>
                  <a:pt x="75" y="120"/>
                  <a:pt x="75" y="120"/>
                  <a:pt x="75" y="120"/>
                </a:cubicBezTo>
                <a:cubicBezTo>
                  <a:pt x="74" y="120"/>
                  <a:pt x="74" y="120"/>
                  <a:pt x="74" y="120"/>
                </a:cubicBezTo>
                <a:cubicBezTo>
                  <a:pt x="74" y="120"/>
                  <a:pt x="74" y="119"/>
                  <a:pt x="74" y="119"/>
                </a:cubicBezTo>
                <a:cubicBezTo>
                  <a:pt x="74" y="119"/>
                  <a:pt x="74" y="119"/>
                  <a:pt x="74" y="119"/>
                </a:cubicBezTo>
                <a:cubicBezTo>
                  <a:pt x="74" y="119"/>
                  <a:pt x="74" y="119"/>
                  <a:pt x="73" y="119"/>
                </a:cubicBezTo>
                <a:cubicBezTo>
                  <a:pt x="73" y="118"/>
                  <a:pt x="73" y="118"/>
                  <a:pt x="73" y="118"/>
                </a:cubicBezTo>
                <a:cubicBezTo>
                  <a:pt x="73" y="118"/>
                  <a:pt x="73" y="118"/>
                  <a:pt x="73" y="118"/>
                </a:cubicBezTo>
                <a:cubicBezTo>
                  <a:pt x="73" y="117"/>
                  <a:pt x="73" y="117"/>
                  <a:pt x="73" y="117"/>
                </a:cubicBezTo>
                <a:cubicBezTo>
                  <a:pt x="72" y="117"/>
                  <a:pt x="72" y="117"/>
                  <a:pt x="72" y="117"/>
                </a:cubicBezTo>
                <a:cubicBezTo>
                  <a:pt x="72" y="117"/>
                  <a:pt x="72" y="117"/>
                  <a:pt x="72" y="116"/>
                </a:cubicBezTo>
                <a:cubicBezTo>
                  <a:pt x="72" y="116"/>
                  <a:pt x="72" y="116"/>
                  <a:pt x="72" y="116"/>
                </a:cubicBezTo>
                <a:cubicBezTo>
                  <a:pt x="52" y="116"/>
                  <a:pt x="52" y="116"/>
                  <a:pt x="52" y="116"/>
                </a:cubicBezTo>
                <a:cubicBezTo>
                  <a:pt x="52" y="140"/>
                  <a:pt x="52" y="140"/>
                  <a:pt x="52" y="140"/>
                </a:cubicBezTo>
                <a:cubicBezTo>
                  <a:pt x="0" y="100"/>
                  <a:pt x="0" y="100"/>
                  <a:pt x="0" y="100"/>
                </a:cubicBezTo>
                <a:cubicBezTo>
                  <a:pt x="52" y="60"/>
                  <a:pt x="52" y="60"/>
                  <a:pt x="52" y="60"/>
                </a:cubicBezTo>
                <a:cubicBezTo>
                  <a:pt x="52" y="84"/>
                  <a:pt x="52" y="84"/>
                  <a:pt x="52" y="84"/>
                </a:cubicBezTo>
                <a:cubicBezTo>
                  <a:pt x="72" y="84"/>
                  <a:pt x="72" y="84"/>
                  <a:pt x="72" y="84"/>
                </a:cubicBezTo>
                <a:cubicBezTo>
                  <a:pt x="72" y="84"/>
                  <a:pt x="72" y="84"/>
                  <a:pt x="72" y="84"/>
                </a:cubicBezTo>
                <a:cubicBezTo>
                  <a:pt x="72" y="84"/>
                  <a:pt x="72" y="84"/>
                  <a:pt x="72" y="84"/>
                </a:cubicBezTo>
                <a:cubicBezTo>
                  <a:pt x="72" y="83"/>
                  <a:pt x="72" y="82"/>
                  <a:pt x="73" y="82"/>
                </a:cubicBezTo>
                <a:cubicBezTo>
                  <a:pt x="73" y="82"/>
                  <a:pt x="73" y="82"/>
                  <a:pt x="73" y="82"/>
                </a:cubicBezTo>
                <a:cubicBezTo>
                  <a:pt x="73" y="82"/>
                  <a:pt x="73" y="81"/>
                  <a:pt x="73" y="81"/>
                </a:cubicBezTo>
                <a:cubicBezTo>
                  <a:pt x="73" y="81"/>
                  <a:pt x="73" y="81"/>
                  <a:pt x="73" y="81"/>
                </a:cubicBezTo>
                <a:cubicBezTo>
                  <a:pt x="74" y="81"/>
                  <a:pt x="74" y="81"/>
                  <a:pt x="74" y="80"/>
                </a:cubicBezTo>
                <a:cubicBezTo>
                  <a:pt x="74" y="80"/>
                  <a:pt x="74" y="80"/>
                  <a:pt x="74" y="80"/>
                </a:cubicBezTo>
                <a:cubicBezTo>
                  <a:pt x="74" y="80"/>
                  <a:pt x="74" y="80"/>
                  <a:pt x="74" y="80"/>
                </a:cubicBezTo>
                <a:cubicBezTo>
                  <a:pt x="74" y="80"/>
                  <a:pt x="74" y="79"/>
                  <a:pt x="75" y="79"/>
                </a:cubicBezTo>
                <a:cubicBezTo>
                  <a:pt x="75" y="79"/>
                  <a:pt x="75" y="79"/>
                  <a:pt x="75" y="79"/>
                </a:cubicBezTo>
                <a:cubicBezTo>
                  <a:pt x="75" y="79"/>
                  <a:pt x="75" y="79"/>
                  <a:pt x="75" y="78"/>
                </a:cubicBezTo>
                <a:cubicBezTo>
                  <a:pt x="75" y="78"/>
                  <a:pt x="76" y="78"/>
                  <a:pt x="76" y="78"/>
                </a:cubicBezTo>
                <a:cubicBezTo>
                  <a:pt x="76" y="78"/>
                  <a:pt x="76" y="78"/>
                  <a:pt x="76" y="78"/>
                </a:cubicBezTo>
                <a:cubicBezTo>
                  <a:pt x="76" y="78"/>
                  <a:pt x="76" y="77"/>
                  <a:pt x="76" y="77"/>
                </a:cubicBezTo>
                <a:cubicBezTo>
                  <a:pt x="76" y="77"/>
                  <a:pt x="77" y="77"/>
                  <a:pt x="77" y="77"/>
                </a:cubicBezTo>
                <a:cubicBezTo>
                  <a:pt x="77" y="77"/>
                  <a:pt x="77" y="77"/>
                  <a:pt x="77" y="77"/>
                </a:cubicBezTo>
                <a:cubicBezTo>
                  <a:pt x="77" y="77"/>
                  <a:pt x="77" y="77"/>
                  <a:pt x="77" y="77"/>
                </a:cubicBezTo>
                <a:cubicBezTo>
                  <a:pt x="77" y="77"/>
                  <a:pt x="77" y="77"/>
                  <a:pt x="77" y="77"/>
                </a:cubicBezTo>
                <a:cubicBezTo>
                  <a:pt x="77" y="77"/>
                  <a:pt x="77" y="77"/>
                  <a:pt x="77" y="77"/>
                </a:cubicBezTo>
                <a:cubicBezTo>
                  <a:pt x="77" y="77"/>
                  <a:pt x="77" y="77"/>
                  <a:pt x="77" y="77"/>
                </a:cubicBezTo>
                <a:cubicBezTo>
                  <a:pt x="77" y="77"/>
                  <a:pt x="77" y="77"/>
                  <a:pt x="77" y="77"/>
                </a:cubicBezTo>
                <a:cubicBezTo>
                  <a:pt x="77" y="76"/>
                  <a:pt x="77" y="76"/>
                  <a:pt x="78" y="76"/>
                </a:cubicBezTo>
                <a:cubicBezTo>
                  <a:pt x="78" y="76"/>
                  <a:pt x="78" y="76"/>
                  <a:pt x="78" y="76"/>
                </a:cubicBezTo>
                <a:cubicBezTo>
                  <a:pt x="78" y="76"/>
                  <a:pt x="78" y="76"/>
                  <a:pt x="78" y="75"/>
                </a:cubicBezTo>
                <a:cubicBezTo>
                  <a:pt x="78" y="75"/>
                  <a:pt x="78" y="75"/>
                  <a:pt x="79" y="75"/>
                </a:cubicBezTo>
                <a:cubicBezTo>
                  <a:pt x="79" y="75"/>
                  <a:pt x="79" y="75"/>
                  <a:pt x="79" y="75"/>
                </a:cubicBezTo>
                <a:cubicBezTo>
                  <a:pt x="79" y="75"/>
                  <a:pt x="79" y="75"/>
                  <a:pt x="79" y="74"/>
                </a:cubicBezTo>
                <a:cubicBezTo>
                  <a:pt x="80" y="74"/>
                  <a:pt x="80" y="74"/>
                  <a:pt x="80" y="74"/>
                </a:cubicBezTo>
                <a:cubicBezTo>
                  <a:pt x="80" y="74"/>
                  <a:pt x="80" y="74"/>
                  <a:pt x="80" y="74"/>
                </a:cubicBezTo>
                <a:cubicBezTo>
                  <a:pt x="80" y="74"/>
                  <a:pt x="81" y="74"/>
                  <a:pt x="81" y="74"/>
                </a:cubicBezTo>
                <a:cubicBezTo>
                  <a:pt x="81" y="73"/>
                  <a:pt x="81" y="73"/>
                  <a:pt x="81" y="73"/>
                </a:cubicBezTo>
                <a:cubicBezTo>
                  <a:pt x="81" y="73"/>
                  <a:pt x="82" y="73"/>
                  <a:pt x="82" y="73"/>
                </a:cubicBezTo>
                <a:cubicBezTo>
                  <a:pt x="82" y="73"/>
                  <a:pt x="83" y="73"/>
                  <a:pt x="83" y="73"/>
                </a:cubicBezTo>
                <a:cubicBezTo>
                  <a:pt x="83" y="73"/>
                  <a:pt x="83" y="72"/>
                  <a:pt x="83" y="72"/>
                </a:cubicBezTo>
                <a:cubicBezTo>
                  <a:pt x="83" y="72"/>
                  <a:pt x="83" y="72"/>
                  <a:pt x="83" y="72"/>
                </a:cubicBezTo>
                <a:cubicBezTo>
                  <a:pt x="83" y="72"/>
                  <a:pt x="84" y="72"/>
                  <a:pt x="84" y="72"/>
                </a:cubicBezTo>
                <a:cubicBezTo>
                  <a:pt x="84" y="52"/>
                  <a:pt x="84" y="52"/>
                  <a:pt x="84" y="52"/>
                </a:cubicBezTo>
                <a:cubicBezTo>
                  <a:pt x="59" y="52"/>
                  <a:pt x="59" y="52"/>
                  <a:pt x="59" y="52"/>
                </a:cubicBezTo>
                <a:cubicBezTo>
                  <a:pt x="100" y="0"/>
                  <a:pt x="100" y="0"/>
                  <a:pt x="100" y="0"/>
                </a:cubicBezTo>
                <a:cubicBezTo>
                  <a:pt x="140" y="52"/>
                  <a:pt x="140" y="52"/>
                  <a:pt x="140" y="52"/>
                </a:cubicBezTo>
                <a:cubicBezTo>
                  <a:pt x="115" y="52"/>
                  <a:pt x="115" y="52"/>
                  <a:pt x="115" y="52"/>
                </a:cubicBezTo>
                <a:cubicBezTo>
                  <a:pt x="115" y="72"/>
                  <a:pt x="115" y="72"/>
                  <a:pt x="115" y="72"/>
                </a:cubicBezTo>
                <a:cubicBezTo>
                  <a:pt x="116" y="72"/>
                  <a:pt x="116" y="72"/>
                  <a:pt x="116" y="72"/>
                </a:cubicBezTo>
                <a:cubicBezTo>
                  <a:pt x="116" y="72"/>
                  <a:pt x="116" y="72"/>
                  <a:pt x="116" y="72"/>
                </a:cubicBezTo>
                <a:cubicBezTo>
                  <a:pt x="116" y="72"/>
                  <a:pt x="116" y="73"/>
                  <a:pt x="116" y="73"/>
                </a:cubicBezTo>
                <a:cubicBezTo>
                  <a:pt x="117" y="73"/>
                  <a:pt x="117" y="73"/>
                  <a:pt x="117" y="73"/>
                </a:cubicBezTo>
                <a:cubicBezTo>
                  <a:pt x="117" y="73"/>
                  <a:pt x="117" y="73"/>
                  <a:pt x="117" y="73"/>
                </a:cubicBezTo>
                <a:cubicBezTo>
                  <a:pt x="118" y="73"/>
                  <a:pt x="118" y="73"/>
                  <a:pt x="118" y="74"/>
                </a:cubicBezTo>
                <a:cubicBezTo>
                  <a:pt x="118" y="74"/>
                  <a:pt x="118" y="74"/>
                  <a:pt x="118" y="74"/>
                </a:cubicBezTo>
                <a:cubicBezTo>
                  <a:pt x="118" y="74"/>
                  <a:pt x="118" y="74"/>
                  <a:pt x="118" y="74"/>
                </a:cubicBezTo>
                <a:cubicBezTo>
                  <a:pt x="119" y="74"/>
                  <a:pt x="119" y="74"/>
                  <a:pt x="119" y="74"/>
                </a:cubicBezTo>
                <a:cubicBezTo>
                  <a:pt x="119" y="75"/>
                  <a:pt x="119" y="75"/>
                  <a:pt x="119" y="75"/>
                </a:cubicBezTo>
                <a:cubicBezTo>
                  <a:pt x="119" y="75"/>
                  <a:pt x="120" y="75"/>
                  <a:pt x="121" y="75"/>
                </a:cubicBezTo>
                <a:cubicBezTo>
                  <a:pt x="121" y="75"/>
                  <a:pt x="121" y="75"/>
                  <a:pt x="121" y="75"/>
                </a:cubicBezTo>
                <a:cubicBezTo>
                  <a:pt x="121" y="76"/>
                  <a:pt x="121" y="76"/>
                  <a:pt x="121" y="76"/>
                </a:cubicBezTo>
                <a:cubicBezTo>
                  <a:pt x="121" y="76"/>
                  <a:pt x="121" y="76"/>
                  <a:pt x="121" y="76"/>
                </a:cubicBezTo>
                <a:cubicBezTo>
                  <a:pt x="122" y="76"/>
                  <a:pt x="122" y="76"/>
                  <a:pt x="122" y="77"/>
                </a:cubicBezTo>
                <a:cubicBezTo>
                  <a:pt x="122" y="77"/>
                  <a:pt x="122" y="77"/>
                  <a:pt x="122" y="77"/>
                </a:cubicBezTo>
                <a:cubicBezTo>
                  <a:pt x="122" y="77"/>
                  <a:pt x="123" y="77"/>
                  <a:pt x="123" y="77"/>
                </a:cubicBezTo>
                <a:cubicBezTo>
                  <a:pt x="123" y="77"/>
                  <a:pt x="123" y="77"/>
                  <a:pt x="123" y="78"/>
                </a:cubicBezTo>
                <a:cubicBezTo>
                  <a:pt x="123" y="78"/>
                  <a:pt x="123" y="78"/>
                  <a:pt x="123" y="78"/>
                </a:cubicBezTo>
                <a:cubicBezTo>
                  <a:pt x="123" y="78"/>
                  <a:pt x="124" y="78"/>
                  <a:pt x="124" y="78"/>
                </a:cubicBezTo>
                <a:cubicBezTo>
                  <a:pt x="124" y="78"/>
                  <a:pt x="124" y="79"/>
                  <a:pt x="124" y="79"/>
                </a:cubicBezTo>
                <a:cubicBezTo>
                  <a:pt x="124" y="79"/>
                  <a:pt x="124" y="79"/>
                  <a:pt x="124" y="79"/>
                </a:cubicBezTo>
                <a:cubicBezTo>
                  <a:pt x="124" y="79"/>
                  <a:pt x="125" y="79"/>
                  <a:pt x="125" y="80"/>
                </a:cubicBezTo>
                <a:cubicBezTo>
                  <a:pt x="125" y="80"/>
                  <a:pt x="125" y="80"/>
                  <a:pt x="125" y="80"/>
                </a:cubicBezTo>
                <a:cubicBezTo>
                  <a:pt x="125" y="80"/>
                  <a:pt x="125" y="80"/>
                  <a:pt x="125" y="80"/>
                </a:cubicBezTo>
                <a:cubicBezTo>
                  <a:pt x="125" y="81"/>
                  <a:pt x="125" y="81"/>
                  <a:pt x="126" y="81"/>
                </a:cubicBezTo>
                <a:cubicBezTo>
                  <a:pt x="126" y="81"/>
                  <a:pt x="126" y="81"/>
                  <a:pt x="126" y="81"/>
                </a:cubicBezTo>
                <a:cubicBezTo>
                  <a:pt x="126" y="81"/>
                  <a:pt x="126" y="81"/>
                  <a:pt x="126" y="81"/>
                </a:cubicBezTo>
                <a:cubicBezTo>
                  <a:pt x="126" y="82"/>
                  <a:pt x="126" y="82"/>
                  <a:pt x="126" y="82"/>
                </a:cubicBezTo>
                <a:cubicBezTo>
                  <a:pt x="126" y="82"/>
                  <a:pt x="127" y="82"/>
                  <a:pt x="127" y="82"/>
                </a:cubicBezTo>
                <a:cubicBezTo>
                  <a:pt x="127" y="83"/>
                  <a:pt x="127" y="84"/>
                  <a:pt x="127" y="84"/>
                </a:cubicBezTo>
                <a:cubicBezTo>
                  <a:pt x="127" y="84"/>
                  <a:pt x="127" y="84"/>
                  <a:pt x="127" y="84"/>
                </a:cubicBezTo>
                <a:cubicBezTo>
                  <a:pt x="147" y="84"/>
                  <a:pt x="147" y="84"/>
                  <a:pt x="147" y="84"/>
                </a:cubicBezTo>
                <a:cubicBezTo>
                  <a:pt x="147" y="60"/>
                  <a:pt x="147" y="60"/>
                  <a:pt x="147" y="60"/>
                </a:cubicBezTo>
                <a:lnTo>
                  <a:pt x="200" y="100"/>
                </a:lnTo>
                <a:close/>
                <a:moveTo>
                  <a:pt x="84" y="100"/>
                </a:moveTo>
                <a:cubicBezTo>
                  <a:pt x="84" y="108"/>
                  <a:pt x="91" y="115"/>
                  <a:pt x="100" y="115"/>
                </a:cubicBezTo>
                <a:cubicBezTo>
                  <a:pt x="104" y="115"/>
                  <a:pt x="108" y="114"/>
                  <a:pt x="111" y="111"/>
                </a:cubicBezTo>
                <a:cubicBezTo>
                  <a:pt x="113" y="108"/>
                  <a:pt x="115" y="104"/>
                  <a:pt x="115" y="100"/>
                </a:cubicBezTo>
                <a:cubicBezTo>
                  <a:pt x="115" y="91"/>
                  <a:pt x="108" y="84"/>
                  <a:pt x="99" y="84"/>
                </a:cubicBezTo>
                <a:cubicBezTo>
                  <a:pt x="95" y="84"/>
                  <a:pt x="91" y="86"/>
                  <a:pt x="88" y="88"/>
                </a:cubicBezTo>
                <a:cubicBezTo>
                  <a:pt x="85" y="91"/>
                  <a:pt x="84" y="95"/>
                  <a:pt x="84" y="100"/>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168"/>
          <p:cNvSpPr>
            <a:spLocks noEditPoints="1"/>
          </p:cNvSpPr>
          <p:nvPr/>
        </p:nvSpPr>
        <p:spPr bwMode="auto">
          <a:xfrm>
            <a:off x="5915025" y="6310400"/>
            <a:ext cx="376238" cy="395288"/>
          </a:xfrm>
          <a:custGeom>
            <a:avLst/>
            <a:gdLst>
              <a:gd name="T0" fmla="*/ 111 w 237"/>
              <a:gd name="T1" fmla="*/ 99 h 249"/>
              <a:gd name="T2" fmla="*/ 86 w 237"/>
              <a:gd name="T3" fmla="*/ 124 h 249"/>
              <a:gd name="T4" fmla="*/ 212 w 237"/>
              <a:gd name="T5" fmla="*/ 249 h 249"/>
              <a:gd name="T6" fmla="*/ 237 w 237"/>
              <a:gd name="T7" fmla="*/ 224 h 249"/>
              <a:gd name="T8" fmla="*/ 136 w 237"/>
              <a:gd name="T9" fmla="*/ 124 h 249"/>
              <a:gd name="T10" fmla="*/ 237 w 237"/>
              <a:gd name="T11" fmla="*/ 25 h 249"/>
              <a:gd name="T12" fmla="*/ 212 w 237"/>
              <a:gd name="T13" fmla="*/ 0 h 249"/>
              <a:gd name="T14" fmla="*/ 111 w 237"/>
              <a:gd name="T15" fmla="*/ 99 h 249"/>
              <a:gd name="T16" fmla="*/ 111 w 237"/>
              <a:gd name="T17" fmla="*/ 99 h 249"/>
              <a:gd name="T18" fmla="*/ 50 w 237"/>
              <a:gd name="T19" fmla="*/ 124 h 249"/>
              <a:gd name="T20" fmla="*/ 150 w 237"/>
              <a:gd name="T21" fmla="*/ 25 h 249"/>
              <a:gd name="T22" fmla="*/ 125 w 237"/>
              <a:gd name="T23" fmla="*/ 0 h 249"/>
              <a:gd name="T24" fmla="*/ 25 w 237"/>
              <a:gd name="T25" fmla="*/ 99 h 249"/>
              <a:gd name="T26" fmla="*/ 25 w 237"/>
              <a:gd name="T27" fmla="*/ 99 h 249"/>
              <a:gd name="T28" fmla="*/ 0 w 237"/>
              <a:gd name="T29" fmla="*/ 124 h 249"/>
              <a:gd name="T30" fmla="*/ 125 w 237"/>
              <a:gd name="T31" fmla="*/ 249 h 249"/>
              <a:gd name="T32" fmla="*/ 150 w 237"/>
              <a:gd name="T33" fmla="*/ 224 h 249"/>
              <a:gd name="T34" fmla="*/ 50 w 237"/>
              <a:gd name="T35" fmla="*/ 124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7" h="249">
                <a:moveTo>
                  <a:pt x="111" y="99"/>
                </a:moveTo>
                <a:lnTo>
                  <a:pt x="86" y="124"/>
                </a:lnTo>
                <a:lnTo>
                  <a:pt x="212" y="249"/>
                </a:lnTo>
                <a:lnTo>
                  <a:pt x="237" y="224"/>
                </a:lnTo>
                <a:lnTo>
                  <a:pt x="136" y="124"/>
                </a:lnTo>
                <a:lnTo>
                  <a:pt x="237" y="25"/>
                </a:lnTo>
                <a:lnTo>
                  <a:pt x="212" y="0"/>
                </a:lnTo>
                <a:lnTo>
                  <a:pt x="111" y="99"/>
                </a:lnTo>
                <a:lnTo>
                  <a:pt x="111" y="99"/>
                </a:lnTo>
                <a:close/>
                <a:moveTo>
                  <a:pt x="50" y="124"/>
                </a:moveTo>
                <a:lnTo>
                  <a:pt x="150" y="25"/>
                </a:lnTo>
                <a:lnTo>
                  <a:pt x="125" y="0"/>
                </a:lnTo>
                <a:lnTo>
                  <a:pt x="25" y="99"/>
                </a:lnTo>
                <a:lnTo>
                  <a:pt x="25" y="99"/>
                </a:lnTo>
                <a:lnTo>
                  <a:pt x="0" y="124"/>
                </a:lnTo>
                <a:lnTo>
                  <a:pt x="125" y="249"/>
                </a:lnTo>
                <a:lnTo>
                  <a:pt x="150" y="224"/>
                </a:lnTo>
                <a:lnTo>
                  <a:pt x="50" y="124"/>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169"/>
          <p:cNvSpPr>
            <a:spLocks noEditPoints="1"/>
          </p:cNvSpPr>
          <p:nvPr/>
        </p:nvSpPr>
        <p:spPr bwMode="auto">
          <a:xfrm>
            <a:off x="6399213" y="6307225"/>
            <a:ext cx="376238" cy="396875"/>
          </a:xfrm>
          <a:custGeom>
            <a:avLst/>
            <a:gdLst>
              <a:gd name="T0" fmla="*/ 126 w 237"/>
              <a:gd name="T1" fmla="*/ 100 h 250"/>
              <a:gd name="T2" fmla="*/ 151 w 237"/>
              <a:gd name="T3" fmla="*/ 125 h 250"/>
              <a:gd name="T4" fmla="*/ 26 w 237"/>
              <a:gd name="T5" fmla="*/ 250 h 250"/>
              <a:gd name="T6" fmla="*/ 0 w 237"/>
              <a:gd name="T7" fmla="*/ 225 h 250"/>
              <a:gd name="T8" fmla="*/ 101 w 237"/>
              <a:gd name="T9" fmla="*/ 125 h 250"/>
              <a:gd name="T10" fmla="*/ 0 w 237"/>
              <a:gd name="T11" fmla="*/ 25 h 250"/>
              <a:gd name="T12" fmla="*/ 25 w 237"/>
              <a:gd name="T13" fmla="*/ 0 h 250"/>
              <a:gd name="T14" fmla="*/ 126 w 237"/>
              <a:gd name="T15" fmla="*/ 100 h 250"/>
              <a:gd name="T16" fmla="*/ 126 w 237"/>
              <a:gd name="T17" fmla="*/ 100 h 250"/>
              <a:gd name="T18" fmla="*/ 187 w 237"/>
              <a:gd name="T19" fmla="*/ 125 h 250"/>
              <a:gd name="T20" fmla="*/ 87 w 237"/>
              <a:gd name="T21" fmla="*/ 25 h 250"/>
              <a:gd name="T22" fmla="*/ 112 w 237"/>
              <a:gd name="T23" fmla="*/ 0 h 250"/>
              <a:gd name="T24" fmla="*/ 212 w 237"/>
              <a:gd name="T25" fmla="*/ 100 h 250"/>
              <a:gd name="T26" fmla="*/ 212 w 237"/>
              <a:gd name="T27" fmla="*/ 100 h 250"/>
              <a:gd name="T28" fmla="*/ 237 w 237"/>
              <a:gd name="T29" fmla="*/ 125 h 250"/>
              <a:gd name="T30" fmla="*/ 112 w 237"/>
              <a:gd name="T31" fmla="*/ 250 h 250"/>
              <a:gd name="T32" fmla="*/ 87 w 237"/>
              <a:gd name="T33" fmla="*/ 225 h 250"/>
              <a:gd name="T34" fmla="*/ 187 w 237"/>
              <a:gd name="T35" fmla="*/ 125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7" h="250">
                <a:moveTo>
                  <a:pt x="126" y="100"/>
                </a:moveTo>
                <a:lnTo>
                  <a:pt x="151" y="125"/>
                </a:lnTo>
                <a:lnTo>
                  <a:pt x="26" y="250"/>
                </a:lnTo>
                <a:lnTo>
                  <a:pt x="0" y="225"/>
                </a:lnTo>
                <a:lnTo>
                  <a:pt x="101" y="125"/>
                </a:lnTo>
                <a:lnTo>
                  <a:pt x="0" y="25"/>
                </a:lnTo>
                <a:lnTo>
                  <a:pt x="25" y="0"/>
                </a:lnTo>
                <a:lnTo>
                  <a:pt x="126" y="100"/>
                </a:lnTo>
                <a:lnTo>
                  <a:pt x="126" y="100"/>
                </a:lnTo>
                <a:close/>
                <a:moveTo>
                  <a:pt x="187" y="125"/>
                </a:moveTo>
                <a:lnTo>
                  <a:pt x="87" y="25"/>
                </a:lnTo>
                <a:lnTo>
                  <a:pt x="112" y="0"/>
                </a:lnTo>
                <a:lnTo>
                  <a:pt x="212" y="100"/>
                </a:lnTo>
                <a:lnTo>
                  <a:pt x="212" y="100"/>
                </a:lnTo>
                <a:lnTo>
                  <a:pt x="237" y="125"/>
                </a:lnTo>
                <a:lnTo>
                  <a:pt x="112" y="250"/>
                </a:lnTo>
                <a:lnTo>
                  <a:pt x="87" y="225"/>
                </a:lnTo>
                <a:lnTo>
                  <a:pt x="187" y="125"/>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170"/>
          <p:cNvSpPr>
            <a:spLocks noEditPoints="1"/>
          </p:cNvSpPr>
          <p:nvPr/>
        </p:nvSpPr>
        <p:spPr bwMode="auto">
          <a:xfrm>
            <a:off x="6889750" y="6338975"/>
            <a:ext cx="392113" cy="336550"/>
          </a:xfrm>
          <a:custGeom>
            <a:avLst/>
            <a:gdLst>
              <a:gd name="T0" fmla="*/ 141 w 247"/>
              <a:gd name="T1" fmla="*/ 71 h 212"/>
              <a:gd name="T2" fmla="*/ 105 w 247"/>
              <a:gd name="T3" fmla="*/ 106 h 212"/>
              <a:gd name="T4" fmla="*/ 105 w 247"/>
              <a:gd name="T5" fmla="*/ 106 h 212"/>
              <a:gd name="T6" fmla="*/ 105 w 247"/>
              <a:gd name="T7" fmla="*/ 106 h 212"/>
              <a:gd name="T8" fmla="*/ 141 w 247"/>
              <a:gd name="T9" fmla="*/ 141 h 212"/>
              <a:gd name="T10" fmla="*/ 141 w 247"/>
              <a:gd name="T11" fmla="*/ 141 h 212"/>
              <a:gd name="T12" fmla="*/ 211 w 247"/>
              <a:gd name="T13" fmla="*/ 212 h 212"/>
              <a:gd name="T14" fmla="*/ 247 w 247"/>
              <a:gd name="T15" fmla="*/ 177 h 212"/>
              <a:gd name="T16" fmla="*/ 176 w 247"/>
              <a:gd name="T17" fmla="*/ 106 h 212"/>
              <a:gd name="T18" fmla="*/ 247 w 247"/>
              <a:gd name="T19" fmla="*/ 35 h 212"/>
              <a:gd name="T20" fmla="*/ 211 w 247"/>
              <a:gd name="T21" fmla="*/ 0 h 212"/>
              <a:gd name="T22" fmla="*/ 141 w 247"/>
              <a:gd name="T23" fmla="*/ 71 h 212"/>
              <a:gd name="T24" fmla="*/ 141 w 247"/>
              <a:gd name="T25" fmla="*/ 71 h 212"/>
              <a:gd name="T26" fmla="*/ 141 w 247"/>
              <a:gd name="T27" fmla="*/ 177 h 212"/>
              <a:gd name="T28" fmla="*/ 70 w 247"/>
              <a:gd name="T29" fmla="*/ 106 h 212"/>
              <a:gd name="T30" fmla="*/ 141 w 247"/>
              <a:gd name="T31" fmla="*/ 35 h 212"/>
              <a:gd name="T32" fmla="*/ 105 w 247"/>
              <a:gd name="T33" fmla="*/ 0 h 212"/>
              <a:gd name="T34" fmla="*/ 35 w 247"/>
              <a:gd name="T35" fmla="*/ 71 h 212"/>
              <a:gd name="T36" fmla="*/ 35 w 247"/>
              <a:gd name="T37" fmla="*/ 71 h 212"/>
              <a:gd name="T38" fmla="*/ 0 w 247"/>
              <a:gd name="T39" fmla="*/ 106 h 212"/>
              <a:gd name="T40" fmla="*/ 0 w 247"/>
              <a:gd name="T41" fmla="*/ 106 h 212"/>
              <a:gd name="T42" fmla="*/ 0 w 247"/>
              <a:gd name="T43" fmla="*/ 106 h 212"/>
              <a:gd name="T44" fmla="*/ 35 w 247"/>
              <a:gd name="T45" fmla="*/ 141 h 212"/>
              <a:gd name="T46" fmla="*/ 35 w 247"/>
              <a:gd name="T47" fmla="*/ 141 h 212"/>
              <a:gd name="T48" fmla="*/ 105 w 247"/>
              <a:gd name="T49" fmla="*/ 212 h 212"/>
              <a:gd name="T50" fmla="*/ 141 w 247"/>
              <a:gd name="T51" fmla="*/ 177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47" h="212">
                <a:moveTo>
                  <a:pt x="141" y="71"/>
                </a:moveTo>
                <a:lnTo>
                  <a:pt x="105" y="106"/>
                </a:lnTo>
                <a:lnTo>
                  <a:pt x="105" y="106"/>
                </a:lnTo>
                <a:lnTo>
                  <a:pt x="105" y="106"/>
                </a:lnTo>
                <a:lnTo>
                  <a:pt x="141" y="141"/>
                </a:lnTo>
                <a:lnTo>
                  <a:pt x="141" y="141"/>
                </a:lnTo>
                <a:lnTo>
                  <a:pt x="211" y="212"/>
                </a:lnTo>
                <a:lnTo>
                  <a:pt x="247" y="177"/>
                </a:lnTo>
                <a:lnTo>
                  <a:pt x="176" y="106"/>
                </a:lnTo>
                <a:lnTo>
                  <a:pt x="247" y="35"/>
                </a:lnTo>
                <a:lnTo>
                  <a:pt x="211" y="0"/>
                </a:lnTo>
                <a:lnTo>
                  <a:pt x="141" y="71"/>
                </a:lnTo>
                <a:lnTo>
                  <a:pt x="141" y="71"/>
                </a:lnTo>
                <a:close/>
                <a:moveTo>
                  <a:pt x="141" y="177"/>
                </a:moveTo>
                <a:lnTo>
                  <a:pt x="70" y="106"/>
                </a:lnTo>
                <a:lnTo>
                  <a:pt x="141" y="35"/>
                </a:lnTo>
                <a:lnTo>
                  <a:pt x="105" y="0"/>
                </a:lnTo>
                <a:lnTo>
                  <a:pt x="35" y="71"/>
                </a:lnTo>
                <a:lnTo>
                  <a:pt x="35" y="71"/>
                </a:lnTo>
                <a:lnTo>
                  <a:pt x="0" y="106"/>
                </a:lnTo>
                <a:lnTo>
                  <a:pt x="0" y="106"/>
                </a:lnTo>
                <a:lnTo>
                  <a:pt x="0" y="106"/>
                </a:lnTo>
                <a:lnTo>
                  <a:pt x="35" y="141"/>
                </a:lnTo>
                <a:lnTo>
                  <a:pt x="35" y="141"/>
                </a:lnTo>
                <a:lnTo>
                  <a:pt x="105" y="212"/>
                </a:lnTo>
                <a:lnTo>
                  <a:pt x="141" y="177"/>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171"/>
          <p:cNvSpPr>
            <a:spLocks noEditPoints="1"/>
          </p:cNvSpPr>
          <p:nvPr/>
        </p:nvSpPr>
        <p:spPr bwMode="auto">
          <a:xfrm>
            <a:off x="7370763" y="6337388"/>
            <a:ext cx="392113" cy="336550"/>
          </a:xfrm>
          <a:custGeom>
            <a:avLst/>
            <a:gdLst>
              <a:gd name="T0" fmla="*/ 106 w 247"/>
              <a:gd name="T1" fmla="*/ 70 h 212"/>
              <a:gd name="T2" fmla="*/ 141 w 247"/>
              <a:gd name="T3" fmla="*/ 106 h 212"/>
              <a:gd name="T4" fmla="*/ 141 w 247"/>
              <a:gd name="T5" fmla="*/ 106 h 212"/>
              <a:gd name="T6" fmla="*/ 141 w 247"/>
              <a:gd name="T7" fmla="*/ 106 h 212"/>
              <a:gd name="T8" fmla="*/ 106 w 247"/>
              <a:gd name="T9" fmla="*/ 141 h 212"/>
              <a:gd name="T10" fmla="*/ 106 w 247"/>
              <a:gd name="T11" fmla="*/ 141 h 212"/>
              <a:gd name="T12" fmla="*/ 35 w 247"/>
              <a:gd name="T13" fmla="*/ 212 h 212"/>
              <a:gd name="T14" fmla="*/ 0 w 247"/>
              <a:gd name="T15" fmla="*/ 176 h 212"/>
              <a:gd name="T16" fmla="*/ 71 w 247"/>
              <a:gd name="T17" fmla="*/ 106 h 212"/>
              <a:gd name="T18" fmla="*/ 0 w 247"/>
              <a:gd name="T19" fmla="*/ 35 h 212"/>
              <a:gd name="T20" fmla="*/ 35 w 247"/>
              <a:gd name="T21" fmla="*/ 0 h 212"/>
              <a:gd name="T22" fmla="*/ 106 w 247"/>
              <a:gd name="T23" fmla="*/ 70 h 212"/>
              <a:gd name="T24" fmla="*/ 106 w 247"/>
              <a:gd name="T25" fmla="*/ 70 h 212"/>
              <a:gd name="T26" fmla="*/ 106 w 247"/>
              <a:gd name="T27" fmla="*/ 176 h 212"/>
              <a:gd name="T28" fmla="*/ 176 w 247"/>
              <a:gd name="T29" fmla="*/ 106 h 212"/>
              <a:gd name="T30" fmla="*/ 106 w 247"/>
              <a:gd name="T31" fmla="*/ 35 h 212"/>
              <a:gd name="T32" fmla="*/ 141 w 247"/>
              <a:gd name="T33" fmla="*/ 0 h 212"/>
              <a:gd name="T34" fmla="*/ 212 w 247"/>
              <a:gd name="T35" fmla="*/ 70 h 212"/>
              <a:gd name="T36" fmla="*/ 212 w 247"/>
              <a:gd name="T37" fmla="*/ 70 h 212"/>
              <a:gd name="T38" fmla="*/ 247 w 247"/>
              <a:gd name="T39" fmla="*/ 106 h 212"/>
              <a:gd name="T40" fmla="*/ 247 w 247"/>
              <a:gd name="T41" fmla="*/ 106 h 212"/>
              <a:gd name="T42" fmla="*/ 247 w 247"/>
              <a:gd name="T43" fmla="*/ 106 h 212"/>
              <a:gd name="T44" fmla="*/ 212 w 247"/>
              <a:gd name="T45" fmla="*/ 141 h 212"/>
              <a:gd name="T46" fmla="*/ 212 w 247"/>
              <a:gd name="T47" fmla="*/ 141 h 212"/>
              <a:gd name="T48" fmla="*/ 141 w 247"/>
              <a:gd name="T49" fmla="*/ 212 h 212"/>
              <a:gd name="T50" fmla="*/ 106 w 247"/>
              <a:gd name="T51" fmla="*/ 176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47" h="212">
                <a:moveTo>
                  <a:pt x="106" y="70"/>
                </a:moveTo>
                <a:lnTo>
                  <a:pt x="141" y="106"/>
                </a:lnTo>
                <a:lnTo>
                  <a:pt x="141" y="106"/>
                </a:lnTo>
                <a:lnTo>
                  <a:pt x="141" y="106"/>
                </a:lnTo>
                <a:lnTo>
                  <a:pt x="106" y="141"/>
                </a:lnTo>
                <a:lnTo>
                  <a:pt x="106" y="141"/>
                </a:lnTo>
                <a:lnTo>
                  <a:pt x="35" y="212"/>
                </a:lnTo>
                <a:lnTo>
                  <a:pt x="0" y="176"/>
                </a:lnTo>
                <a:lnTo>
                  <a:pt x="71" y="106"/>
                </a:lnTo>
                <a:lnTo>
                  <a:pt x="0" y="35"/>
                </a:lnTo>
                <a:lnTo>
                  <a:pt x="35" y="0"/>
                </a:lnTo>
                <a:lnTo>
                  <a:pt x="106" y="70"/>
                </a:lnTo>
                <a:lnTo>
                  <a:pt x="106" y="70"/>
                </a:lnTo>
                <a:close/>
                <a:moveTo>
                  <a:pt x="106" y="176"/>
                </a:moveTo>
                <a:lnTo>
                  <a:pt x="176" y="106"/>
                </a:lnTo>
                <a:lnTo>
                  <a:pt x="106" y="35"/>
                </a:lnTo>
                <a:lnTo>
                  <a:pt x="141" y="0"/>
                </a:lnTo>
                <a:lnTo>
                  <a:pt x="212" y="70"/>
                </a:lnTo>
                <a:lnTo>
                  <a:pt x="212" y="70"/>
                </a:lnTo>
                <a:lnTo>
                  <a:pt x="247" y="106"/>
                </a:lnTo>
                <a:lnTo>
                  <a:pt x="247" y="106"/>
                </a:lnTo>
                <a:lnTo>
                  <a:pt x="247" y="106"/>
                </a:lnTo>
                <a:lnTo>
                  <a:pt x="212" y="141"/>
                </a:lnTo>
                <a:lnTo>
                  <a:pt x="212" y="141"/>
                </a:lnTo>
                <a:lnTo>
                  <a:pt x="141" y="212"/>
                </a:lnTo>
                <a:lnTo>
                  <a:pt x="106" y="176"/>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172"/>
          <p:cNvSpPr>
            <a:spLocks noEditPoints="1"/>
          </p:cNvSpPr>
          <p:nvPr/>
        </p:nvSpPr>
        <p:spPr bwMode="auto">
          <a:xfrm>
            <a:off x="7370763" y="5815100"/>
            <a:ext cx="392113" cy="392113"/>
          </a:xfrm>
          <a:custGeom>
            <a:avLst/>
            <a:gdLst>
              <a:gd name="T0" fmla="*/ 99 w 198"/>
              <a:gd name="T1" fmla="*/ 0 h 198"/>
              <a:gd name="T2" fmla="*/ 0 w 198"/>
              <a:gd name="T3" fmla="*/ 99 h 198"/>
              <a:gd name="T4" fmla="*/ 99 w 198"/>
              <a:gd name="T5" fmla="*/ 198 h 198"/>
              <a:gd name="T6" fmla="*/ 198 w 198"/>
              <a:gd name="T7" fmla="*/ 99 h 198"/>
              <a:gd name="T8" fmla="*/ 99 w 198"/>
              <a:gd name="T9" fmla="*/ 0 h 198"/>
              <a:gd name="T10" fmla="*/ 151 w 198"/>
              <a:gd name="T11" fmla="*/ 159 h 198"/>
              <a:gd name="T12" fmla="*/ 146 w 198"/>
              <a:gd name="T13" fmla="*/ 164 h 198"/>
              <a:gd name="T14" fmla="*/ 54 w 198"/>
              <a:gd name="T15" fmla="*/ 164 h 198"/>
              <a:gd name="T16" fmla="*/ 49 w 198"/>
              <a:gd name="T17" fmla="*/ 159 h 198"/>
              <a:gd name="T18" fmla="*/ 49 w 198"/>
              <a:gd name="T19" fmla="*/ 149 h 198"/>
              <a:gd name="T20" fmla="*/ 54 w 198"/>
              <a:gd name="T21" fmla="*/ 144 h 198"/>
              <a:gd name="T22" fmla="*/ 146 w 198"/>
              <a:gd name="T23" fmla="*/ 144 h 198"/>
              <a:gd name="T24" fmla="*/ 151 w 198"/>
              <a:gd name="T25" fmla="*/ 149 h 198"/>
              <a:gd name="T26" fmla="*/ 151 w 198"/>
              <a:gd name="T27" fmla="*/ 159 h 198"/>
              <a:gd name="T28" fmla="*/ 100 w 198"/>
              <a:gd name="T29" fmla="*/ 134 h 198"/>
              <a:gd name="T30" fmla="*/ 48 w 198"/>
              <a:gd name="T31" fmla="*/ 76 h 198"/>
              <a:gd name="T32" fmla="*/ 75 w 198"/>
              <a:gd name="T33" fmla="*/ 76 h 198"/>
              <a:gd name="T34" fmla="*/ 75 w 198"/>
              <a:gd name="T35" fmla="*/ 28 h 198"/>
              <a:gd name="T36" fmla="*/ 123 w 198"/>
              <a:gd name="T37" fmla="*/ 28 h 198"/>
              <a:gd name="T38" fmla="*/ 123 w 198"/>
              <a:gd name="T39" fmla="*/ 76 h 198"/>
              <a:gd name="T40" fmla="*/ 152 w 198"/>
              <a:gd name="T41" fmla="*/ 76 h 198"/>
              <a:gd name="T42" fmla="*/ 100 w 198"/>
              <a:gd name="T43" fmla="*/ 134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8" h="198">
                <a:moveTo>
                  <a:pt x="99" y="0"/>
                </a:moveTo>
                <a:cubicBezTo>
                  <a:pt x="44" y="0"/>
                  <a:pt x="0" y="44"/>
                  <a:pt x="0" y="99"/>
                </a:cubicBezTo>
                <a:cubicBezTo>
                  <a:pt x="0" y="154"/>
                  <a:pt x="44" y="198"/>
                  <a:pt x="99" y="198"/>
                </a:cubicBezTo>
                <a:cubicBezTo>
                  <a:pt x="154" y="198"/>
                  <a:pt x="198" y="154"/>
                  <a:pt x="198" y="99"/>
                </a:cubicBezTo>
                <a:cubicBezTo>
                  <a:pt x="198" y="44"/>
                  <a:pt x="154" y="0"/>
                  <a:pt x="99" y="0"/>
                </a:cubicBezTo>
                <a:close/>
                <a:moveTo>
                  <a:pt x="151" y="159"/>
                </a:moveTo>
                <a:cubicBezTo>
                  <a:pt x="151" y="162"/>
                  <a:pt x="149" y="164"/>
                  <a:pt x="146" y="164"/>
                </a:cubicBezTo>
                <a:cubicBezTo>
                  <a:pt x="54" y="164"/>
                  <a:pt x="54" y="164"/>
                  <a:pt x="54" y="164"/>
                </a:cubicBezTo>
                <a:cubicBezTo>
                  <a:pt x="51" y="164"/>
                  <a:pt x="49" y="162"/>
                  <a:pt x="49" y="159"/>
                </a:cubicBezTo>
                <a:cubicBezTo>
                  <a:pt x="49" y="149"/>
                  <a:pt x="49" y="149"/>
                  <a:pt x="49" y="149"/>
                </a:cubicBezTo>
                <a:cubicBezTo>
                  <a:pt x="49" y="146"/>
                  <a:pt x="51" y="144"/>
                  <a:pt x="54" y="144"/>
                </a:cubicBezTo>
                <a:cubicBezTo>
                  <a:pt x="146" y="144"/>
                  <a:pt x="146" y="144"/>
                  <a:pt x="146" y="144"/>
                </a:cubicBezTo>
                <a:cubicBezTo>
                  <a:pt x="149" y="144"/>
                  <a:pt x="151" y="146"/>
                  <a:pt x="151" y="149"/>
                </a:cubicBezTo>
                <a:lnTo>
                  <a:pt x="151" y="159"/>
                </a:lnTo>
                <a:close/>
                <a:moveTo>
                  <a:pt x="100" y="134"/>
                </a:moveTo>
                <a:cubicBezTo>
                  <a:pt x="48" y="76"/>
                  <a:pt x="48" y="76"/>
                  <a:pt x="48" y="76"/>
                </a:cubicBezTo>
                <a:cubicBezTo>
                  <a:pt x="75" y="76"/>
                  <a:pt x="75" y="76"/>
                  <a:pt x="75" y="76"/>
                </a:cubicBezTo>
                <a:cubicBezTo>
                  <a:pt x="75" y="28"/>
                  <a:pt x="75" y="28"/>
                  <a:pt x="75" y="28"/>
                </a:cubicBezTo>
                <a:cubicBezTo>
                  <a:pt x="123" y="28"/>
                  <a:pt x="123" y="28"/>
                  <a:pt x="123" y="28"/>
                </a:cubicBezTo>
                <a:cubicBezTo>
                  <a:pt x="123" y="76"/>
                  <a:pt x="123" y="76"/>
                  <a:pt x="123" y="76"/>
                </a:cubicBezTo>
                <a:cubicBezTo>
                  <a:pt x="152" y="76"/>
                  <a:pt x="152" y="76"/>
                  <a:pt x="152" y="76"/>
                </a:cubicBezTo>
                <a:lnTo>
                  <a:pt x="100" y="134"/>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173"/>
          <p:cNvSpPr>
            <a:spLocks noEditPoints="1"/>
          </p:cNvSpPr>
          <p:nvPr/>
        </p:nvSpPr>
        <p:spPr bwMode="auto">
          <a:xfrm>
            <a:off x="181289" y="2513013"/>
            <a:ext cx="395288" cy="385763"/>
          </a:xfrm>
          <a:custGeom>
            <a:avLst/>
            <a:gdLst>
              <a:gd name="T0" fmla="*/ 157 w 200"/>
              <a:gd name="T1" fmla="*/ 33 h 195"/>
              <a:gd name="T2" fmla="*/ 156 w 200"/>
              <a:gd name="T3" fmla="*/ 29 h 195"/>
              <a:gd name="T4" fmla="*/ 131 w 200"/>
              <a:gd name="T5" fmla="*/ 6 h 195"/>
              <a:gd name="T6" fmla="*/ 101 w 200"/>
              <a:gd name="T7" fmla="*/ 29 h 195"/>
              <a:gd name="T8" fmla="*/ 70 w 200"/>
              <a:gd name="T9" fmla="*/ 6 h 195"/>
              <a:gd name="T10" fmla="*/ 45 w 200"/>
              <a:gd name="T11" fmla="*/ 29 h 195"/>
              <a:gd name="T12" fmla="*/ 43 w 200"/>
              <a:gd name="T13" fmla="*/ 32 h 195"/>
              <a:gd name="T14" fmla="*/ 0 w 200"/>
              <a:gd name="T15" fmla="*/ 90 h 195"/>
              <a:gd name="T16" fmla="*/ 100 w 200"/>
              <a:gd name="T17" fmla="*/ 195 h 195"/>
              <a:gd name="T18" fmla="*/ 200 w 200"/>
              <a:gd name="T19" fmla="*/ 90 h 195"/>
              <a:gd name="T20" fmla="*/ 144 w 200"/>
              <a:gd name="T21" fmla="*/ 74 h 195"/>
              <a:gd name="T22" fmla="*/ 150 w 200"/>
              <a:gd name="T23" fmla="*/ 124 h 195"/>
              <a:gd name="T24" fmla="*/ 123 w 200"/>
              <a:gd name="T25" fmla="*/ 125 h 195"/>
              <a:gd name="T26" fmla="*/ 144 w 200"/>
              <a:gd name="T27" fmla="*/ 87 h 195"/>
              <a:gd name="T28" fmla="*/ 107 w 200"/>
              <a:gd name="T29" fmla="*/ 125 h 195"/>
              <a:gd name="T30" fmla="*/ 91 w 200"/>
              <a:gd name="T31" fmla="*/ 114 h 195"/>
              <a:gd name="T32" fmla="*/ 80 w 200"/>
              <a:gd name="T33" fmla="*/ 106 h 195"/>
              <a:gd name="T34" fmla="*/ 78 w 200"/>
              <a:gd name="T35" fmla="*/ 94 h 195"/>
              <a:gd name="T36" fmla="*/ 93 w 200"/>
              <a:gd name="T37" fmla="*/ 87 h 195"/>
              <a:gd name="T38" fmla="*/ 99 w 200"/>
              <a:gd name="T39" fmla="*/ 94 h 195"/>
              <a:gd name="T40" fmla="*/ 88 w 200"/>
              <a:gd name="T41" fmla="*/ 93 h 195"/>
              <a:gd name="T42" fmla="*/ 89 w 200"/>
              <a:gd name="T43" fmla="*/ 99 h 195"/>
              <a:gd name="T44" fmla="*/ 100 w 200"/>
              <a:gd name="T45" fmla="*/ 108 h 195"/>
              <a:gd name="T46" fmla="*/ 98 w 200"/>
              <a:gd name="T47" fmla="*/ 122 h 195"/>
              <a:gd name="T48" fmla="*/ 78 w 200"/>
              <a:gd name="T49" fmla="*/ 123 h 195"/>
              <a:gd name="T50" fmla="*/ 81 w 200"/>
              <a:gd name="T51" fmla="*/ 118 h 195"/>
              <a:gd name="T52" fmla="*/ 90 w 200"/>
              <a:gd name="T53" fmla="*/ 118 h 195"/>
              <a:gd name="T54" fmla="*/ 40 w 200"/>
              <a:gd name="T55" fmla="*/ 123 h 195"/>
              <a:gd name="T56" fmla="*/ 29 w 200"/>
              <a:gd name="T57" fmla="*/ 125 h 195"/>
              <a:gd name="T58" fmla="*/ 12 w 200"/>
              <a:gd name="T59" fmla="*/ 115 h 195"/>
              <a:gd name="T60" fmla="*/ 22 w 200"/>
              <a:gd name="T61" fmla="*/ 89 h 195"/>
              <a:gd name="T62" fmla="*/ 35 w 200"/>
              <a:gd name="T63" fmla="*/ 88 h 195"/>
              <a:gd name="T64" fmla="*/ 36 w 200"/>
              <a:gd name="T65" fmla="*/ 93 h 195"/>
              <a:gd name="T66" fmla="*/ 22 w 200"/>
              <a:gd name="T67" fmla="*/ 106 h 195"/>
              <a:gd name="T68" fmla="*/ 29 w 200"/>
              <a:gd name="T69" fmla="*/ 119 h 195"/>
              <a:gd name="T70" fmla="*/ 40 w 200"/>
              <a:gd name="T71" fmla="*/ 123 h 195"/>
              <a:gd name="T72" fmla="*/ 75 w 200"/>
              <a:gd name="T73" fmla="*/ 125 h 195"/>
              <a:gd name="T74" fmla="*/ 50 w 200"/>
              <a:gd name="T75" fmla="*/ 125 h 195"/>
              <a:gd name="T76" fmla="*/ 156 w 200"/>
              <a:gd name="T77" fmla="*/ 138 h 195"/>
              <a:gd name="T78" fmla="*/ 178 w 200"/>
              <a:gd name="T79" fmla="*/ 124 h 195"/>
              <a:gd name="T80" fmla="*/ 157 w 200"/>
              <a:gd name="T81" fmla="*/ 114 h 195"/>
              <a:gd name="T82" fmla="*/ 165 w 200"/>
              <a:gd name="T83" fmla="*/ 88 h 195"/>
              <a:gd name="T84" fmla="*/ 186 w 200"/>
              <a:gd name="T85" fmla="*/ 98 h 195"/>
              <a:gd name="T86" fmla="*/ 173 w 200"/>
              <a:gd name="T87" fmla="*/ 93 h 195"/>
              <a:gd name="T88" fmla="*/ 167 w 200"/>
              <a:gd name="T89" fmla="*/ 106 h 195"/>
              <a:gd name="T90" fmla="*/ 171 w 200"/>
              <a:gd name="T91" fmla="*/ 120 h 195"/>
              <a:gd name="T92" fmla="*/ 176 w 200"/>
              <a:gd name="T93" fmla="*/ 107 h 195"/>
              <a:gd name="T94" fmla="*/ 100 w 200"/>
              <a:gd name="T95" fmla="*/ 164 h 195"/>
              <a:gd name="T96" fmla="*/ 105 w 200"/>
              <a:gd name="T97" fmla="*/ 148 h 195"/>
              <a:gd name="T98" fmla="*/ 92 w 200"/>
              <a:gd name="T99" fmla="*/ 158 h 195"/>
              <a:gd name="T100" fmla="*/ 57 w 200"/>
              <a:gd name="T101" fmla="*/ 97 h 195"/>
              <a:gd name="T102" fmla="*/ 64 w 200"/>
              <a:gd name="T103" fmla="*/ 158 h 195"/>
              <a:gd name="T104" fmla="*/ 80 w 200"/>
              <a:gd name="T105" fmla="*/ 146 h 195"/>
              <a:gd name="T106" fmla="*/ 60 w 200"/>
              <a:gd name="T107" fmla="*/ 146 h 195"/>
              <a:gd name="T108" fmla="*/ 129 w 200"/>
              <a:gd name="T109" fmla="*/ 155 h 195"/>
              <a:gd name="T110" fmla="*/ 132 w 200"/>
              <a:gd name="T111" fmla="*/ 145 h 195"/>
              <a:gd name="T112" fmla="*/ 123 w 200"/>
              <a:gd name="T113" fmla="*/ 151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0" h="195">
                <a:moveTo>
                  <a:pt x="184" y="74"/>
                </a:moveTo>
                <a:cubicBezTo>
                  <a:pt x="166" y="74"/>
                  <a:pt x="166" y="74"/>
                  <a:pt x="166" y="74"/>
                </a:cubicBezTo>
                <a:cubicBezTo>
                  <a:pt x="160" y="64"/>
                  <a:pt x="152" y="59"/>
                  <a:pt x="142" y="53"/>
                </a:cubicBezTo>
                <a:cubicBezTo>
                  <a:pt x="157" y="33"/>
                  <a:pt x="157" y="33"/>
                  <a:pt x="157" y="33"/>
                </a:cubicBezTo>
                <a:cubicBezTo>
                  <a:pt x="158" y="34"/>
                  <a:pt x="160" y="34"/>
                  <a:pt x="161" y="34"/>
                </a:cubicBezTo>
                <a:cubicBezTo>
                  <a:pt x="164" y="34"/>
                  <a:pt x="166" y="32"/>
                  <a:pt x="166" y="29"/>
                </a:cubicBezTo>
                <a:cubicBezTo>
                  <a:pt x="166" y="26"/>
                  <a:pt x="164" y="23"/>
                  <a:pt x="161" y="23"/>
                </a:cubicBezTo>
                <a:cubicBezTo>
                  <a:pt x="158" y="23"/>
                  <a:pt x="156" y="26"/>
                  <a:pt x="156" y="29"/>
                </a:cubicBezTo>
                <a:cubicBezTo>
                  <a:pt x="156" y="29"/>
                  <a:pt x="156" y="29"/>
                  <a:pt x="156" y="30"/>
                </a:cubicBezTo>
                <a:cubicBezTo>
                  <a:pt x="130" y="33"/>
                  <a:pt x="130" y="33"/>
                  <a:pt x="130" y="33"/>
                </a:cubicBezTo>
                <a:cubicBezTo>
                  <a:pt x="126" y="11"/>
                  <a:pt x="126" y="11"/>
                  <a:pt x="126" y="11"/>
                </a:cubicBezTo>
                <a:cubicBezTo>
                  <a:pt x="129" y="11"/>
                  <a:pt x="131" y="9"/>
                  <a:pt x="131" y="6"/>
                </a:cubicBezTo>
                <a:cubicBezTo>
                  <a:pt x="131" y="3"/>
                  <a:pt x="129" y="0"/>
                  <a:pt x="126" y="0"/>
                </a:cubicBezTo>
                <a:cubicBezTo>
                  <a:pt x="123" y="0"/>
                  <a:pt x="120" y="3"/>
                  <a:pt x="120" y="6"/>
                </a:cubicBezTo>
                <a:cubicBezTo>
                  <a:pt x="120" y="7"/>
                  <a:pt x="121" y="9"/>
                  <a:pt x="122" y="10"/>
                </a:cubicBezTo>
                <a:cubicBezTo>
                  <a:pt x="101" y="29"/>
                  <a:pt x="101" y="29"/>
                  <a:pt x="101" y="29"/>
                </a:cubicBezTo>
                <a:cubicBezTo>
                  <a:pt x="80" y="10"/>
                  <a:pt x="80" y="10"/>
                  <a:pt x="80" y="10"/>
                </a:cubicBezTo>
                <a:cubicBezTo>
                  <a:pt x="81" y="9"/>
                  <a:pt x="81" y="7"/>
                  <a:pt x="81" y="6"/>
                </a:cubicBezTo>
                <a:cubicBezTo>
                  <a:pt x="81" y="3"/>
                  <a:pt x="79" y="0"/>
                  <a:pt x="76" y="0"/>
                </a:cubicBezTo>
                <a:cubicBezTo>
                  <a:pt x="73" y="0"/>
                  <a:pt x="70" y="3"/>
                  <a:pt x="70" y="6"/>
                </a:cubicBezTo>
                <a:cubicBezTo>
                  <a:pt x="70" y="9"/>
                  <a:pt x="72" y="11"/>
                  <a:pt x="75" y="11"/>
                </a:cubicBezTo>
                <a:cubicBezTo>
                  <a:pt x="71" y="33"/>
                  <a:pt x="71" y="33"/>
                  <a:pt x="71" y="33"/>
                </a:cubicBezTo>
                <a:cubicBezTo>
                  <a:pt x="45" y="29"/>
                  <a:pt x="45" y="29"/>
                  <a:pt x="45" y="29"/>
                </a:cubicBezTo>
                <a:cubicBezTo>
                  <a:pt x="45" y="29"/>
                  <a:pt x="45" y="29"/>
                  <a:pt x="45" y="29"/>
                </a:cubicBezTo>
                <a:cubicBezTo>
                  <a:pt x="45" y="26"/>
                  <a:pt x="42" y="23"/>
                  <a:pt x="39" y="23"/>
                </a:cubicBezTo>
                <a:cubicBezTo>
                  <a:pt x="36" y="23"/>
                  <a:pt x="34" y="26"/>
                  <a:pt x="34" y="29"/>
                </a:cubicBezTo>
                <a:cubicBezTo>
                  <a:pt x="34" y="32"/>
                  <a:pt x="36" y="34"/>
                  <a:pt x="39" y="34"/>
                </a:cubicBezTo>
                <a:cubicBezTo>
                  <a:pt x="41" y="34"/>
                  <a:pt x="42" y="33"/>
                  <a:pt x="43" y="32"/>
                </a:cubicBezTo>
                <a:cubicBezTo>
                  <a:pt x="58" y="52"/>
                  <a:pt x="58" y="52"/>
                  <a:pt x="58" y="52"/>
                </a:cubicBezTo>
                <a:cubicBezTo>
                  <a:pt x="48" y="59"/>
                  <a:pt x="40" y="63"/>
                  <a:pt x="33" y="74"/>
                </a:cubicBezTo>
                <a:cubicBezTo>
                  <a:pt x="16" y="74"/>
                  <a:pt x="16" y="74"/>
                  <a:pt x="16" y="74"/>
                </a:cubicBezTo>
                <a:cubicBezTo>
                  <a:pt x="7" y="74"/>
                  <a:pt x="0" y="81"/>
                  <a:pt x="0" y="90"/>
                </a:cubicBezTo>
                <a:cubicBezTo>
                  <a:pt x="0" y="122"/>
                  <a:pt x="0" y="122"/>
                  <a:pt x="0" y="122"/>
                </a:cubicBezTo>
                <a:cubicBezTo>
                  <a:pt x="0" y="131"/>
                  <a:pt x="7" y="138"/>
                  <a:pt x="16" y="138"/>
                </a:cubicBezTo>
                <a:cubicBezTo>
                  <a:pt x="25" y="138"/>
                  <a:pt x="25" y="138"/>
                  <a:pt x="25" y="138"/>
                </a:cubicBezTo>
                <a:cubicBezTo>
                  <a:pt x="34" y="171"/>
                  <a:pt x="64" y="195"/>
                  <a:pt x="100" y="195"/>
                </a:cubicBezTo>
                <a:cubicBezTo>
                  <a:pt x="136" y="195"/>
                  <a:pt x="166" y="171"/>
                  <a:pt x="175" y="138"/>
                </a:cubicBezTo>
                <a:cubicBezTo>
                  <a:pt x="184" y="138"/>
                  <a:pt x="184" y="138"/>
                  <a:pt x="184" y="138"/>
                </a:cubicBezTo>
                <a:cubicBezTo>
                  <a:pt x="193" y="138"/>
                  <a:pt x="200" y="131"/>
                  <a:pt x="200" y="122"/>
                </a:cubicBezTo>
                <a:cubicBezTo>
                  <a:pt x="200" y="90"/>
                  <a:pt x="200" y="90"/>
                  <a:pt x="200" y="90"/>
                </a:cubicBezTo>
                <a:cubicBezTo>
                  <a:pt x="200" y="81"/>
                  <a:pt x="193" y="74"/>
                  <a:pt x="184" y="74"/>
                </a:cubicBezTo>
                <a:close/>
                <a:moveTo>
                  <a:pt x="92" y="58"/>
                </a:moveTo>
                <a:cubicBezTo>
                  <a:pt x="95" y="58"/>
                  <a:pt x="98" y="58"/>
                  <a:pt x="102" y="58"/>
                </a:cubicBezTo>
                <a:cubicBezTo>
                  <a:pt x="119" y="58"/>
                  <a:pt x="134" y="62"/>
                  <a:pt x="144" y="74"/>
                </a:cubicBezTo>
                <a:cubicBezTo>
                  <a:pt x="55" y="74"/>
                  <a:pt x="55" y="74"/>
                  <a:pt x="55" y="74"/>
                </a:cubicBezTo>
                <a:cubicBezTo>
                  <a:pt x="65" y="63"/>
                  <a:pt x="78" y="60"/>
                  <a:pt x="92" y="58"/>
                </a:cubicBezTo>
                <a:close/>
                <a:moveTo>
                  <a:pt x="150" y="87"/>
                </a:moveTo>
                <a:cubicBezTo>
                  <a:pt x="150" y="124"/>
                  <a:pt x="150" y="124"/>
                  <a:pt x="150" y="124"/>
                </a:cubicBezTo>
                <a:cubicBezTo>
                  <a:pt x="139" y="124"/>
                  <a:pt x="139" y="124"/>
                  <a:pt x="139" y="124"/>
                </a:cubicBezTo>
                <a:cubicBezTo>
                  <a:pt x="129" y="101"/>
                  <a:pt x="129" y="101"/>
                  <a:pt x="129" y="101"/>
                </a:cubicBezTo>
                <a:cubicBezTo>
                  <a:pt x="129" y="125"/>
                  <a:pt x="129" y="125"/>
                  <a:pt x="129" y="125"/>
                </a:cubicBezTo>
                <a:cubicBezTo>
                  <a:pt x="123" y="125"/>
                  <a:pt x="123" y="125"/>
                  <a:pt x="123" y="125"/>
                </a:cubicBezTo>
                <a:cubicBezTo>
                  <a:pt x="123" y="87"/>
                  <a:pt x="123" y="87"/>
                  <a:pt x="123" y="87"/>
                </a:cubicBezTo>
                <a:cubicBezTo>
                  <a:pt x="134" y="87"/>
                  <a:pt x="134" y="87"/>
                  <a:pt x="134" y="87"/>
                </a:cubicBezTo>
                <a:cubicBezTo>
                  <a:pt x="144" y="110"/>
                  <a:pt x="144" y="110"/>
                  <a:pt x="144" y="110"/>
                </a:cubicBezTo>
                <a:cubicBezTo>
                  <a:pt x="144" y="87"/>
                  <a:pt x="144" y="87"/>
                  <a:pt x="144" y="87"/>
                </a:cubicBezTo>
                <a:lnTo>
                  <a:pt x="150" y="87"/>
                </a:lnTo>
                <a:close/>
                <a:moveTo>
                  <a:pt x="117" y="87"/>
                </a:moveTo>
                <a:cubicBezTo>
                  <a:pt x="117" y="125"/>
                  <a:pt x="117" y="125"/>
                  <a:pt x="117" y="125"/>
                </a:cubicBezTo>
                <a:cubicBezTo>
                  <a:pt x="107" y="125"/>
                  <a:pt x="107" y="125"/>
                  <a:pt x="107" y="125"/>
                </a:cubicBezTo>
                <a:cubicBezTo>
                  <a:pt x="107" y="87"/>
                  <a:pt x="107" y="87"/>
                  <a:pt x="107" y="87"/>
                </a:cubicBezTo>
                <a:lnTo>
                  <a:pt x="117" y="87"/>
                </a:lnTo>
                <a:close/>
                <a:moveTo>
                  <a:pt x="91" y="115"/>
                </a:moveTo>
                <a:cubicBezTo>
                  <a:pt x="91" y="114"/>
                  <a:pt x="91" y="114"/>
                  <a:pt x="91" y="114"/>
                </a:cubicBezTo>
                <a:cubicBezTo>
                  <a:pt x="91" y="114"/>
                  <a:pt x="90" y="113"/>
                  <a:pt x="90" y="113"/>
                </a:cubicBezTo>
                <a:cubicBezTo>
                  <a:pt x="89" y="113"/>
                  <a:pt x="89" y="112"/>
                  <a:pt x="88" y="111"/>
                </a:cubicBezTo>
                <a:cubicBezTo>
                  <a:pt x="83" y="108"/>
                  <a:pt x="83" y="108"/>
                  <a:pt x="83" y="108"/>
                </a:cubicBezTo>
                <a:cubicBezTo>
                  <a:pt x="82" y="108"/>
                  <a:pt x="81" y="107"/>
                  <a:pt x="80" y="106"/>
                </a:cubicBezTo>
                <a:cubicBezTo>
                  <a:pt x="80" y="105"/>
                  <a:pt x="79" y="104"/>
                  <a:pt x="78" y="104"/>
                </a:cubicBezTo>
                <a:cubicBezTo>
                  <a:pt x="78" y="103"/>
                  <a:pt x="78" y="102"/>
                  <a:pt x="77" y="101"/>
                </a:cubicBezTo>
                <a:cubicBezTo>
                  <a:pt x="77" y="100"/>
                  <a:pt x="77" y="99"/>
                  <a:pt x="77" y="98"/>
                </a:cubicBezTo>
                <a:cubicBezTo>
                  <a:pt x="77" y="96"/>
                  <a:pt x="77" y="95"/>
                  <a:pt x="78" y="94"/>
                </a:cubicBezTo>
                <a:cubicBezTo>
                  <a:pt x="78" y="92"/>
                  <a:pt x="79" y="91"/>
                  <a:pt x="80" y="90"/>
                </a:cubicBezTo>
                <a:cubicBezTo>
                  <a:pt x="81" y="89"/>
                  <a:pt x="82" y="88"/>
                  <a:pt x="84" y="88"/>
                </a:cubicBezTo>
                <a:cubicBezTo>
                  <a:pt x="85" y="87"/>
                  <a:pt x="87" y="87"/>
                  <a:pt x="88" y="87"/>
                </a:cubicBezTo>
                <a:cubicBezTo>
                  <a:pt x="90" y="87"/>
                  <a:pt x="91" y="87"/>
                  <a:pt x="93" y="87"/>
                </a:cubicBezTo>
                <a:cubicBezTo>
                  <a:pt x="95" y="88"/>
                  <a:pt x="97" y="88"/>
                  <a:pt x="100" y="89"/>
                </a:cubicBezTo>
                <a:cubicBezTo>
                  <a:pt x="100" y="89"/>
                  <a:pt x="100" y="89"/>
                  <a:pt x="100" y="89"/>
                </a:cubicBezTo>
                <a:cubicBezTo>
                  <a:pt x="100" y="95"/>
                  <a:pt x="100" y="95"/>
                  <a:pt x="100" y="95"/>
                </a:cubicBezTo>
                <a:cubicBezTo>
                  <a:pt x="99" y="94"/>
                  <a:pt x="99" y="94"/>
                  <a:pt x="99" y="94"/>
                </a:cubicBezTo>
                <a:cubicBezTo>
                  <a:pt x="98" y="94"/>
                  <a:pt x="97" y="94"/>
                  <a:pt x="96" y="93"/>
                </a:cubicBezTo>
                <a:cubicBezTo>
                  <a:pt x="95" y="93"/>
                  <a:pt x="95" y="93"/>
                  <a:pt x="94" y="93"/>
                </a:cubicBezTo>
                <a:cubicBezTo>
                  <a:pt x="93" y="92"/>
                  <a:pt x="92" y="92"/>
                  <a:pt x="91" y="92"/>
                </a:cubicBezTo>
                <a:cubicBezTo>
                  <a:pt x="90" y="92"/>
                  <a:pt x="89" y="93"/>
                  <a:pt x="88" y="93"/>
                </a:cubicBezTo>
                <a:cubicBezTo>
                  <a:pt x="87" y="94"/>
                  <a:pt x="87" y="95"/>
                  <a:pt x="87" y="96"/>
                </a:cubicBezTo>
                <a:cubicBezTo>
                  <a:pt x="87" y="96"/>
                  <a:pt x="87" y="97"/>
                  <a:pt x="87" y="97"/>
                </a:cubicBezTo>
                <a:cubicBezTo>
                  <a:pt x="87" y="97"/>
                  <a:pt x="87" y="97"/>
                  <a:pt x="88" y="98"/>
                </a:cubicBezTo>
                <a:cubicBezTo>
                  <a:pt x="88" y="98"/>
                  <a:pt x="88" y="98"/>
                  <a:pt x="89" y="99"/>
                </a:cubicBezTo>
                <a:cubicBezTo>
                  <a:pt x="89" y="99"/>
                  <a:pt x="90" y="99"/>
                  <a:pt x="90" y="100"/>
                </a:cubicBezTo>
                <a:cubicBezTo>
                  <a:pt x="95" y="103"/>
                  <a:pt x="95" y="103"/>
                  <a:pt x="95" y="103"/>
                </a:cubicBezTo>
                <a:cubicBezTo>
                  <a:pt x="97" y="104"/>
                  <a:pt x="97" y="105"/>
                  <a:pt x="98" y="106"/>
                </a:cubicBezTo>
                <a:cubicBezTo>
                  <a:pt x="99" y="106"/>
                  <a:pt x="100" y="107"/>
                  <a:pt x="100" y="108"/>
                </a:cubicBezTo>
                <a:cubicBezTo>
                  <a:pt x="101" y="109"/>
                  <a:pt x="101" y="109"/>
                  <a:pt x="101" y="110"/>
                </a:cubicBezTo>
                <a:cubicBezTo>
                  <a:pt x="101" y="111"/>
                  <a:pt x="102" y="112"/>
                  <a:pt x="102" y="113"/>
                </a:cubicBezTo>
                <a:cubicBezTo>
                  <a:pt x="102" y="115"/>
                  <a:pt x="101" y="117"/>
                  <a:pt x="101" y="118"/>
                </a:cubicBezTo>
                <a:cubicBezTo>
                  <a:pt x="100" y="119"/>
                  <a:pt x="99" y="121"/>
                  <a:pt x="98" y="122"/>
                </a:cubicBezTo>
                <a:cubicBezTo>
                  <a:pt x="97" y="123"/>
                  <a:pt x="96" y="124"/>
                  <a:pt x="94" y="124"/>
                </a:cubicBezTo>
                <a:cubicBezTo>
                  <a:pt x="92" y="125"/>
                  <a:pt x="91" y="125"/>
                  <a:pt x="89" y="125"/>
                </a:cubicBezTo>
                <a:cubicBezTo>
                  <a:pt x="88" y="125"/>
                  <a:pt x="86" y="125"/>
                  <a:pt x="85" y="125"/>
                </a:cubicBezTo>
                <a:cubicBezTo>
                  <a:pt x="83" y="124"/>
                  <a:pt x="81" y="124"/>
                  <a:pt x="78" y="123"/>
                </a:cubicBezTo>
                <a:cubicBezTo>
                  <a:pt x="77" y="123"/>
                  <a:pt x="77" y="123"/>
                  <a:pt x="77" y="123"/>
                </a:cubicBezTo>
                <a:cubicBezTo>
                  <a:pt x="77" y="116"/>
                  <a:pt x="77" y="116"/>
                  <a:pt x="77" y="116"/>
                </a:cubicBezTo>
                <a:cubicBezTo>
                  <a:pt x="78" y="117"/>
                  <a:pt x="78" y="117"/>
                  <a:pt x="78" y="117"/>
                </a:cubicBezTo>
                <a:cubicBezTo>
                  <a:pt x="79" y="117"/>
                  <a:pt x="80" y="118"/>
                  <a:pt x="81" y="118"/>
                </a:cubicBezTo>
                <a:cubicBezTo>
                  <a:pt x="82" y="118"/>
                  <a:pt x="83" y="119"/>
                  <a:pt x="84" y="119"/>
                </a:cubicBezTo>
                <a:cubicBezTo>
                  <a:pt x="85" y="119"/>
                  <a:pt x="86" y="119"/>
                  <a:pt x="87" y="119"/>
                </a:cubicBezTo>
                <a:cubicBezTo>
                  <a:pt x="88" y="119"/>
                  <a:pt x="88" y="119"/>
                  <a:pt x="89" y="119"/>
                </a:cubicBezTo>
                <a:cubicBezTo>
                  <a:pt x="89" y="119"/>
                  <a:pt x="90" y="119"/>
                  <a:pt x="90" y="118"/>
                </a:cubicBezTo>
                <a:cubicBezTo>
                  <a:pt x="90" y="118"/>
                  <a:pt x="91" y="118"/>
                  <a:pt x="91" y="117"/>
                </a:cubicBezTo>
                <a:cubicBezTo>
                  <a:pt x="91" y="117"/>
                  <a:pt x="91" y="116"/>
                  <a:pt x="91" y="116"/>
                </a:cubicBezTo>
                <a:cubicBezTo>
                  <a:pt x="91" y="115"/>
                  <a:pt x="91" y="115"/>
                  <a:pt x="91" y="115"/>
                </a:cubicBezTo>
                <a:close/>
                <a:moveTo>
                  <a:pt x="40" y="123"/>
                </a:moveTo>
                <a:cubicBezTo>
                  <a:pt x="38" y="123"/>
                  <a:pt x="38" y="123"/>
                  <a:pt x="38" y="123"/>
                </a:cubicBezTo>
                <a:cubicBezTo>
                  <a:pt x="34" y="124"/>
                  <a:pt x="34" y="124"/>
                  <a:pt x="34" y="124"/>
                </a:cubicBezTo>
                <a:cubicBezTo>
                  <a:pt x="33" y="124"/>
                  <a:pt x="32" y="125"/>
                  <a:pt x="32" y="125"/>
                </a:cubicBezTo>
                <a:cubicBezTo>
                  <a:pt x="31" y="125"/>
                  <a:pt x="30" y="125"/>
                  <a:pt x="29" y="125"/>
                </a:cubicBezTo>
                <a:cubicBezTo>
                  <a:pt x="29" y="125"/>
                  <a:pt x="28" y="125"/>
                  <a:pt x="27" y="125"/>
                </a:cubicBezTo>
                <a:cubicBezTo>
                  <a:pt x="25" y="125"/>
                  <a:pt x="22" y="125"/>
                  <a:pt x="20" y="124"/>
                </a:cubicBezTo>
                <a:cubicBezTo>
                  <a:pt x="18" y="123"/>
                  <a:pt x="17" y="122"/>
                  <a:pt x="15" y="120"/>
                </a:cubicBezTo>
                <a:cubicBezTo>
                  <a:pt x="14" y="119"/>
                  <a:pt x="13" y="117"/>
                  <a:pt x="12" y="115"/>
                </a:cubicBezTo>
                <a:cubicBezTo>
                  <a:pt x="11" y="112"/>
                  <a:pt x="11" y="110"/>
                  <a:pt x="11" y="107"/>
                </a:cubicBezTo>
                <a:cubicBezTo>
                  <a:pt x="11" y="104"/>
                  <a:pt x="11" y="102"/>
                  <a:pt x="12" y="99"/>
                </a:cubicBezTo>
                <a:cubicBezTo>
                  <a:pt x="13" y="97"/>
                  <a:pt x="14" y="94"/>
                  <a:pt x="16" y="93"/>
                </a:cubicBezTo>
                <a:cubicBezTo>
                  <a:pt x="17" y="91"/>
                  <a:pt x="19" y="90"/>
                  <a:pt x="22" y="89"/>
                </a:cubicBezTo>
                <a:cubicBezTo>
                  <a:pt x="24" y="88"/>
                  <a:pt x="26" y="87"/>
                  <a:pt x="29" y="87"/>
                </a:cubicBezTo>
                <a:cubicBezTo>
                  <a:pt x="29" y="87"/>
                  <a:pt x="30" y="87"/>
                  <a:pt x="31" y="87"/>
                </a:cubicBezTo>
                <a:cubicBezTo>
                  <a:pt x="31" y="87"/>
                  <a:pt x="32" y="87"/>
                  <a:pt x="32" y="87"/>
                </a:cubicBezTo>
                <a:cubicBezTo>
                  <a:pt x="33" y="87"/>
                  <a:pt x="34" y="88"/>
                  <a:pt x="35" y="88"/>
                </a:cubicBezTo>
                <a:cubicBezTo>
                  <a:pt x="36" y="88"/>
                  <a:pt x="37" y="88"/>
                  <a:pt x="38" y="88"/>
                </a:cubicBezTo>
                <a:cubicBezTo>
                  <a:pt x="40" y="89"/>
                  <a:pt x="40" y="89"/>
                  <a:pt x="40" y="89"/>
                </a:cubicBezTo>
                <a:cubicBezTo>
                  <a:pt x="40" y="94"/>
                  <a:pt x="40" y="94"/>
                  <a:pt x="40" y="94"/>
                </a:cubicBezTo>
                <a:cubicBezTo>
                  <a:pt x="38" y="94"/>
                  <a:pt x="37" y="94"/>
                  <a:pt x="36" y="93"/>
                </a:cubicBezTo>
                <a:cubicBezTo>
                  <a:pt x="35" y="93"/>
                  <a:pt x="34" y="93"/>
                  <a:pt x="33" y="93"/>
                </a:cubicBezTo>
                <a:cubicBezTo>
                  <a:pt x="32" y="93"/>
                  <a:pt x="31" y="93"/>
                  <a:pt x="30" y="93"/>
                </a:cubicBezTo>
                <a:cubicBezTo>
                  <a:pt x="27" y="93"/>
                  <a:pt x="25" y="94"/>
                  <a:pt x="24" y="96"/>
                </a:cubicBezTo>
                <a:cubicBezTo>
                  <a:pt x="23" y="98"/>
                  <a:pt x="22" y="102"/>
                  <a:pt x="22" y="106"/>
                </a:cubicBezTo>
                <a:cubicBezTo>
                  <a:pt x="22" y="108"/>
                  <a:pt x="22" y="110"/>
                  <a:pt x="22" y="112"/>
                </a:cubicBezTo>
                <a:cubicBezTo>
                  <a:pt x="23" y="114"/>
                  <a:pt x="23" y="115"/>
                  <a:pt x="23" y="116"/>
                </a:cubicBezTo>
                <a:cubicBezTo>
                  <a:pt x="24" y="117"/>
                  <a:pt x="25" y="118"/>
                  <a:pt x="26" y="119"/>
                </a:cubicBezTo>
                <a:cubicBezTo>
                  <a:pt x="27" y="119"/>
                  <a:pt x="28" y="119"/>
                  <a:pt x="29" y="119"/>
                </a:cubicBezTo>
                <a:cubicBezTo>
                  <a:pt x="30" y="119"/>
                  <a:pt x="31" y="119"/>
                  <a:pt x="32" y="119"/>
                </a:cubicBezTo>
                <a:cubicBezTo>
                  <a:pt x="34" y="119"/>
                  <a:pt x="35" y="119"/>
                  <a:pt x="36" y="119"/>
                </a:cubicBezTo>
                <a:cubicBezTo>
                  <a:pt x="37" y="118"/>
                  <a:pt x="38" y="118"/>
                  <a:pt x="40" y="118"/>
                </a:cubicBezTo>
                <a:lnTo>
                  <a:pt x="40" y="123"/>
                </a:lnTo>
                <a:close/>
                <a:moveTo>
                  <a:pt x="42" y="125"/>
                </a:moveTo>
                <a:cubicBezTo>
                  <a:pt x="53" y="87"/>
                  <a:pt x="53" y="87"/>
                  <a:pt x="53" y="87"/>
                </a:cubicBezTo>
                <a:cubicBezTo>
                  <a:pt x="64" y="87"/>
                  <a:pt x="64" y="87"/>
                  <a:pt x="64" y="87"/>
                </a:cubicBezTo>
                <a:cubicBezTo>
                  <a:pt x="75" y="125"/>
                  <a:pt x="75" y="125"/>
                  <a:pt x="75" y="125"/>
                </a:cubicBezTo>
                <a:cubicBezTo>
                  <a:pt x="64" y="125"/>
                  <a:pt x="64" y="125"/>
                  <a:pt x="64" y="125"/>
                </a:cubicBezTo>
                <a:cubicBezTo>
                  <a:pt x="61" y="112"/>
                  <a:pt x="61" y="112"/>
                  <a:pt x="61" y="112"/>
                </a:cubicBezTo>
                <a:cubicBezTo>
                  <a:pt x="53" y="112"/>
                  <a:pt x="53" y="112"/>
                  <a:pt x="53" y="112"/>
                </a:cubicBezTo>
                <a:cubicBezTo>
                  <a:pt x="50" y="125"/>
                  <a:pt x="50" y="125"/>
                  <a:pt x="50" y="125"/>
                </a:cubicBezTo>
                <a:lnTo>
                  <a:pt x="42" y="125"/>
                </a:lnTo>
                <a:close/>
                <a:moveTo>
                  <a:pt x="100" y="178"/>
                </a:moveTo>
                <a:cubicBezTo>
                  <a:pt x="74" y="178"/>
                  <a:pt x="52" y="161"/>
                  <a:pt x="43" y="138"/>
                </a:cubicBezTo>
                <a:cubicBezTo>
                  <a:pt x="156" y="138"/>
                  <a:pt x="156" y="138"/>
                  <a:pt x="156" y="138"/>
                </a:cubicBezTo>
                <a:cubicBezTo>
                  <a:pt x="148" y="161"/>
                  <a:pt x="126" y="178"/>
                  <a:pt x="100" y="178"/>
                </a:cubicBezTo>
                <a:close/>
                <a:moveTo>
                  <a:pt x="186" y="114"/>
                </a:moveTo>
                <a:cubicBezTo>
                  <a:pt x="185" y="116"/>
                  <a:pt x="184" y="118"/>
                  <a:pt x="183" y="120"/>
                </a:cubicBezTo>
                <a:cubicBezTo>
                  <a:pt x="182" y="122"/>
                  <a:pt x="180" y="123"/>
                  <a:pt x="178" y="124"/>
                </a:cubicBezTo>
                <a:cubicBezTo>
                  <a:pt x="176" y="125"/>
                  <a:pt x="174" y="125"/>
                  <a:pt x="171" y="125"/>
                </a:cubicBezTo>
                <a:cubicBezTo>
                  <a:pt x="169" y="125"/>
                  <a:pt x="167" y="125"/>
                  <a:pt x="165" y="124"/>
                </a:cubicBezTo>
                <a:cubicBezTo>
                  <a:pt x="163" y="123"/>
                  <a:pt x="161" y="122"/>
                  <a:pt x="160" y="120"/>
                </a:cubicBezTo>
                <a:cubicBezTo>
                  <a:pt x="159" y="119"/>
                  <a:pt x="158" y="117"/>
                  <a:pt x="157" y="114"/>
                </a:cubicBezTo>
                <a:cubicBezTo>
                  <a:pt x="156" y="112"/>
                  <a:pt x="156" y="109"/>
                  <a:pt x="156" y="107"/>
                </a:cubicBezTo>
                <a:cubicBezTo>
                  <a:pt x="156" y="104"/>
                  <a:pt x="156" y="101"/>
                  <a:pt x="157" y="98"/>
                </a:cubicBezTo>
                <a:cubicBezTo>
                  <a:pt x="158" y="96"/>
                  <a:pt x="159" y="94"/>
                  <a:pt x="160" y="92"/>
                </a:cubicBezTo>
                <a:cubicBezTo>
                  <a:pt x="162" y="90"/>
                  <a:pt x="163" y="89"/>
                  <a:pt x="165" y="88"/>
                </a:cubicBezTo>
                <a:cubicBezTo>
                  <a:pt x="167" y="87"/>
                  <a:pt x="169" y="87"/>
                  <a:pt x="172" y="87"/>
                </a:cubicBezTo>
                <a:cubicBezTo>
                  <a:pt x="174" y="87"/>
                  <a:pt x="176" y="87"/>
                  <a:pt x="178" y="88"/>
                </a:cubicBezTo>
                <a:cubicBezTo>
                  <a:pt x="180" y="89"/>
                  <a:pt x="182" y="90"/>
                  <a:pt x="183" y="92"/>
                </a:cubicBezTo>
                <a:cubicBezTo>
                  <a:pt x="184" y="93"/>
                  <a:pt x="185" y="95"/>
                  <a:pt x="186" y="98"/>
                </a:cubicBezTo>
                <a:cubicBezTo>
                  <a:pt x="187" y="100"/>
                  <a:pt x="187" y="103"/>
                  <a:pt x="187" y="105"/>
                </a:cubicBezTo>
                <a:cubicBezTo>
                  <a:pt x="187" y="108"/>
                  <a:pt x="187" y="111"/>
                  <a:pt x="186" y="114"/>
                </a:cubicBezTo>
                <a:close/>
                <a:moveTo>
                  <a:pt x="175" y="95"/>
                </a:moveTo>
                <a:cubicBezTo>
                  <a:pt x="174" y="94"/>
                  <a:pt x="174" y="94"/>
                  <a:pt x="173" y="93"/>
                </a:cubicBezTo>
                <a:cubicBezTo>
                  <a:pt x="173" y="93"/>
                  <a:pt x="172" y="93"/>
                  <a:pt x="171" y="93"/>
                </a:cubicBezTo>
                <a:cubicBezTo>
                  <a:pt x="170" y="93"/>
                  <a:pt x="169" y="93"/>
                  <a:pt x="168" y="95"/>
                </a:cubicBezTo>
                <a:cubicBezTo>
                  <a:pt x="167" y="96"/>
                  <a:pt x="167" y="97"/>
                  <a:pt x="167" y="99"/>
                </a:cubicBezTo>
                <a:cubicBezTo>
                  <a:pt x="167" y="101"/>
                  <a:pt x="167" y="104"/>
                  <a:pt x="167" y="106"/>
                </a:cubicBezTo>
                <a:cubicBezTo>
                  <a:pt x="167" y="109"/>
                  <a:pt x="167" y="111"/>
                  <a:pt x="167" y="113"/>
                </a:cubicBezTo>
                <a:cubicBezTo>
                  <a:pt x="167" y="114"/>
                  <a:pt x="167" y="116"/>
                  <a:pt x="168" y="117"/>
                </a:cubicBezTo>
                <a:cubicBezTo>
                  <a:pt x="168" y="118"/>
                  <a:pt x="169" y="119"/>
                  <a:pt x="169" y="119"/>
                </a:cubicBezTo>
                <a:cubicBezTo>
                  <a:pt x="170" y="119"/>
                  <a:pt x="171" y="120"/>
                  <a:pt x="171" y="120"/>
                </a:cubicBezTo>
                <a:cubicBezTo>
                  <a:pt x="172" y="120"/>
                  <a:pt x="173" y="119"/>
                  <a:pt x="173" y="119"/>
                </a:cubicBezTo>
                <a:cubicBezTo>
                  <a:pt x="174" y="119"/>
                  <a:pt x="175" y="118"/>
                  <a:pt x="175" y="117"/>
                </a:cubicBezTo>
                <a:cubicBezTo>
                  <a:pt x="175" y="116"/>
                  <a:pt x="176" y="115"/>
                  <a:pt x="176" y="113"/>
                </a:cubicBezTo>
                <a:cubicBezTo>
                  <a:pt x="176" y="111"/>
                  <a:pt x="176" y="109"/>
                  <a:pt x="176" y="107"/>
                </a:cubicBezTo>
                <a:cubicBezTo>
                  <a:pt x="176" y="104"/>
                  <a:pt x="176" y="102"/>
                  <a:pt x="176" y="100"/>
                </a:cubicBezTo>
                <a:cubicBezTo>
                  <a:pt x="176" y="97"/>
                  <a:pt x="175" y="96"/>
                  <a:pt x="175" y="95"/>
                </a:cubicBezTo>
                <a:close/>
                <a:moveTo>
                  <a:pt x="90" y="169"/>
                </a:moveTo>
                <a:cubicBezTo>
                  <a:pt x="100" y="164"/>
                  <a:pt x="100" y="164"/>
                  <a:pt x="100" y="164"/>
                </a:cubicBezTo>
                <a:cubicBezTo>
                  <a:pt x="110" y="169"/>
                  <a:pt x="110" y="169"/>
                  <a:pt x="110" y="169"/>
                </a:cubicBezTo>
                <a:cubicBezTo>
                  <a:pt x="108" y="158"/>
                  <a:pt x="108" y="158"/>
                  <a:pt x="108" y="158"/>
                </a:cubicBezTo>
                <a:cubicBezTo>
                  <a:pt x="116" y="150"/>
                  <a:pt x="116" y="150"/>
                  <a:pt x="116" y="150"/>
                </a:cubicBezTo>
                <a:cubicBezTo>
                  <a:pt x="105" y="148"/>
                  <a:pt x="105" y="148"/>
                  <a:pt x="105" y="148"/>
                </a:cubicBezTo>
                <a:cubicBezTo>
                  <a:pt x="100" y="139"/>
                  <a:pt x="100" y="139"/>
                  <a:pt x="100" y="139"/>
                </a:cubicBezTo>
                <a:cubicBezTo>
                  <a:pt x="95" y="148"/>
                  <a:pt x="95" y="148"/>
                  <a:pt x="95" y="148"/>
                </a:cubicBezTo>
                <a:cubicBezTo>
                  <a:pt x="84" y="150"/>
                  <a:pt x="84" y="150"/>
                  <a:pt x="84" y="150"/>
                </a:cubicBezTo>
                <a:cubicBezTo>
                  <a:pt x="92" y="158"/>
                  <a:pt x="92" y="158"/>
                  <a:pt x="92" y="158"/>
                </a:cubicBezTo>
                <a:lnTo>
                  <a:pt x="90" y="169"/>
                </a:lnTo>
                <a:close/>
                <a:moveTo>
                  <a:pt x="59" y="104"/>
                </a:moveTo>
                <a:cubicBezTo>
                  <a:pt x="59" y="103"/>
                  <a:pt x="58" y="102"/>
                  <a:pt x="58" y="101"/>
                </a:cubicBezTo>
                <a:cubicBezTo>
                  <a:pt x="58" y="100"/>
                  <a:pt x="57" y="98"/>
                  <a:pt x="57" y="97"/>
                </a:cubicBezTo>
                <a:cubicBezTo>
                  <a:pt x="54" y="107"/>
                  <a:pt x="54" y="107"/>
                  <a:pt x="54" y="107"/>
                </a:cubicBezTo>
                <a:cubicBezTo>
                  <a:pt x="59" y="107"/>
                  <a:pt x="59" y="107"/>
                  <a:pt x="59" y="107"/>
                </a:cubicBezTo>
                <a:cubicBezTo>
                  <a:pt x="59" y="106"/>
                  <a:pt x="59" y="105"/>
                  <a:pt x="59" y="104"/>
                </a:cubicBezTo>
                <a:close/>
                <a:moveTo>
                  <a:pt x="64" y="158"/>
                </a:moveTo>
                <a:cubicBezTo>
                  <a:pt x="70" y="155"/>
                  <a:pt x="70" y="155"/>
                  <a:pt x="70" y="155"/>
                </a:cubicBezTo>
                <a:cubicBezTo>
                  <a:pt x="77" y="158"/>
                  <a:pt x="77" y="158"/>
                  <a:pt x="77" y="158"/>
                </a:cubicBezTo>
                <a:cubicBezTo>
                  <a:pt x="76" y="151"/>
                  <a:pt x="76" y="151"/>
                  <a:pt x="76" y="151"/>
                </a:cubicBezTo>
                <a:cubicBezTo>
                  <a:pt x="80" y="146"/>
                  <a:pt x="80" y="146"/>
                  <a:pt x="80" y="146"/>
                </a:cubicBezTo>
                <a:cubicBezTo>
                  <a:pt x="74" y="145"/>
                  <a:pt x="74" y="145"/>
                  <a:pt x="74" y="145"/>
                </a:cubicBezTo>
                <a:cubicBezTo>
                  <a:pt x="70" y="139"/>
                  <a:pt x="70" y="139"/>
                  <a:pt x="70" y="139"/>
                </a:cubicBezTo>
                <a:cubicBezTo>
                  <a:pt x="67" y="145"/>
                  <a:pt x="67" y="145"/>
                  <a:pt x="67" y="145"/>
                </a:cubicBezTo>
                <a:cubicBezTo>
                  <a:pt x="60" y="146"/>
                  <a:pt x="60" y="146"/>
                  <a:pt x="60" y="146"/>
                </a:cubicBezTo>
                <a:cubicBezTo>
                  <a:pt x="65" y="151"/>
                  <a:pt x="65" y="151"/>
                  <a:pt x="65" y="151"/>
                </a:cubicBezTo>
                <a:lnTo>
                  <a:pt x="64" y="158"/>
                </a:lnTo>
                <a:close/>
                <a:moveTo>
                  <a:pt x="122" y="158"/>
                </a:moveTo>
                <a:cubicBezTo>
                  <a:pt x="129" y="155"/>
                  <a:pt x="129" y="155"/>
                  <a:pt x="129" y="155"/>
                </a:cubicBezTo>
                <a:cubicBezTo>
                  <a:pt x="135" y="158"/>
                  <a:pt x="135" y="158"/>
                  <a:pt x="135" y="158"/>
                </a:cubicBezTo>
                <a:cubicBezTo>
                  <a:pt x="134" y="151"/>
                  <a:pt x="134" y="151"/>
                  <a:pt x="134" y="151"/>
                </a:cubicBezTo>
                <a:cubicBezTo>
                  <a:pt x="139" y="146"/>
                  <a:pt x="139" y="146"/>
                  <a:pt x="139" y="146"/>
                </a:cubicBezTo>
                <a:cubicBezTo>
                  <a:pt x="132" y="145"/>
                  <a:pt x="132" y="145"/>
                  <a:pt x="132" y="145"/>
                </a:cubicBezTo>
                <a:cubicBezTo>
                  <a:pt x="129" y="139"/>
                  <a:pt x="129" y="139"/>
                  <a:pt x="129" y="139"/>
                </a:cubicBezTo>
                <a:cubicBezTo>
                  <a:pt x="125" y="145"/>
                  <a:pt x="125" y="145"/>
                  <a:pt x="125" y="145"/>
                </a:cubicBezTo>
                <a:cubicBezTo>
                  <a:pt x="119" y="146"/>
                  <a:pt x="119" y="146"/>
                  <a:pt x="119" y="146"/>
                </a:cubicBezTo>
                <a:cubicBezTo>
                  <a:pt x="123" y="151"/>
                  <a:pt x="123" y="151"/>
                  <a:pt x="123" y="151"/>
                </a:cubicBezTo>
                <a:lnTo>
                  <a:pt x="122" y="158"/>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174"/>
          <p:cNvSpPr>
            <a:spLocks noEditPoints="1"/>
          </p:cNvSpPr>
          <p:nvPr/>
        </p:nvSpPr>
        <p:spPr bwMode="auto">
          <a:xfrm>
            <a:off x="673414" y="2514600"/>
            <a:ext cx="388938" cy="390525"/>
          </a:xfrm>
          <a:custGeom>
            <a:avLst/>
            <a:gdLst>
              <a:gd name="T0" fmla="*/ 99 w 197"/>
              <a:gd name="T1" fmla="*/ 0 h 197"/>
              <a:gd name="T2" fmla="*/ 158 w 197"/>
              <a:gd name="T3" fmla="*/ 159 h 197"/>
              <a:gd name="T4" fmla="*/ 159 w 197"/>
              <a:gd name="T5" fmla="*/ 122 h 197"/>
              <a:gd name="T6" fmla="*/ 154 w 197"/>
              <a:gd name="T7" fmla="*/ 131 h 197"/>
              <a:gd name="T8" fmla="*/ 150 w 197"/>
              <a:gd name="T9" fmla="*/ 137 h 197"/>
              <a:gd name="T10" fmla="*/ 99 w 197"/>
              <a:gd name="T11" fmla="*/ 183 h 197"/>
              <a:gd name="T12" fmla="*/ 104 w 197"/>
              <a:gd name="T13" fmla="*/ 162 h 197"/>
              <a:gd name="T14" fmla="*/ 86 w 197"/>
              <a:gd name="T15" fmla="*/ 161 h 197"/>
              <a:gd name="T16" fmla="*/ 99 w 197"/>
              <a:gd name="T17" fmla="*/ 183 h 197"/>
              <a:gd name="T18" fmla="*/ 48 w 197"/>
              <a:gd name="T19" fmla="*/ 139 h 197"/>
              <a:gd name="T20" fmla="*/ 39 w 197"/>
              <a:gd name="T21" fmla="*/ 122 h 197"/>
              <a:gd name="T22" fmla="*/ 38 w 197"/>
              <a:gd name="T23" fmla="*/ 39 h 197"/>
              <a:gd name="T24" fmla="*/ 41 w 197"/>
              <a:gd name="T25" fmla="*/ 71 h 197"/>
              <a:gd name="T26" fmla="*/ 44 w 197"/>
              <a:gd name="T27" fmla="*/ 65 h 197"/>
              <a:gd name="T28" fmla="*/ 38 w 197"/>
              <a:gd name="T29" fmla="*/ 39 h 197"/>
              <a:gd name="T30" fmla="*/ 86 w 197"/>
              <a:gd name="T31" fmla="*/ 35 h 197"/>
              <a:gd name="T32" fmla="*/ 99 w 197"/>
              <a:gd name="T33" fmla="*/ 34 h 197"/>
              <a:gd name="T34" fmla="*/ 109 w 197"/>
              <a:gd name="T35" fmla="*/ 35 h 197"/>
              <a:gd name="T36" fmla="*/ 130 w 197"/>
              <a:gd name="T37" fmla="*/ 52 h 197"/>
              <a:gd name="T38" fmla="*/ 99 w 197"/>
              <a:gd name="T39" fmla="*/ 43 h 197"/>
              <a:gd name="T40" fmla="*/ 68 w 197"/>
              <a:gd name="T41" fmla="*/ 52 h 197"/>
              <a:gd name="T42" fmla="*/ 45 w 197"/>
              <a:gd name="T43" fmla="*/ 109 h 197"/>
              <a:gd name="T44" fmla="*/ 82 w 197"/>
              <a:gd name="T45" fmla="*/ 151 h 197"/>
              <a:gd name="T46" fmla="*/ 125 w 197"/>
              <a:gd name="T47" fmla="*/ 147 h 197"/>
              <a:gd name="T48" fmla="*/ 154 w 197"/>
              <a:gd name="T49" fmla="*/ 98 h 197"/>
              <a:gd name="T50" fmla="*/ 158 w 197"/>
              <a:gd name="T51" fmla="*/ 38 h 197"/>
              <a:gd name="T52" fmla="*/ 151 w 197"/>
              <a:gd name="T53" fmla="*/ 60 h 197"/>
              <a:gd name="T54" fmla="*/ 154 w 197"/>
              <a:gd name="T55" fmla="*/ 65 h 197"/>
              <a:gd name="T56" fmla="*/ 159 w 197"/>
              <a:gd name="T57" fmla="*/ 75 h 197"/>
              <a:gd name="T58" fmla="*/ 158 w 197"/>
              <a:gd name="T59" fmla="*/ 38 h 197"/>
              <a:gd name="T60" fmla="*/ 123 w 197"/>
              <a:gd name="T61" fmla="*/ 96 h 197"/>
              <a:gd name="T62" fmla="*/ 104 w 197"/>
              <a:gd name="T63" fmla="*/ 131 h 197"/>
              <a:gd name="T64" fmla="*/ 99 w 197"/>
              <a:gd name="T65" fmla="*/ 131 h 197"/>
              <a:gd name="T66" fmla="*/ 75 w 197"/>
              <a:gd name="T67" fmla="*/ 109 h 197"/>
              <a:gd name="T68" fmla="*/ 90 w 197"/>
              <a:gd name="T69" fmla="*/ 114 h 197"/>
              <a:gd name="T70" fmla="*/ 92 w 197"/>
              <a:gd name="T71" fmla="*/ 125 h 197"/>
              <a:gd name="T72" fmla="*/ 97 w 197"/>
              <a:gd name="T73" fmla="*/ 103 h 197"/>
              <a:gd name="T74" fmla="*/ 75 w 197"/>
              <a:gd name="T75" fmla="*/ 84 h 197"/>
              <a:gd name="T76" fmla="*/ 87 w 197"/>
              <a:gd name="T77" fmla="*/ 66 h 197"/>
              <a:gd name="T78" fmla="*/ 104 w 197"/>
              <a:gd name="T79" fmla="*/ 52 h 197"/>
              <a:gd name="T80" fmla="*/ 127 w 197"/>
              <a:gd name="T81" fmla="*/ 77 h 197"/>
              <a:gd name="T82" fmla="*/ 113 w 197"/>
              <a:gd name="T83" fmla="*/ 84 h 197"/>
              <a:gd name="T84" fmla="*/ 113 w 197"/>
              <a:gd name="T85" fmla="*/ 69 h 197"/>
              <a:gd name="T86" fmla="*/ 104 w 197"/>
              <a:gd name="T87" fmla="*/ 88 h 197"/>
              <a:gd name="T88" fmla="*/ 114 w 197"/>
              <a:gd name="T89" fmla="*/ 122 h 197"/>
              <a:gd name="T90" fmla="*/ 106 w 197"/>
              <a:gd name="T91" fmla="*/ 104 h 197"/>
              <a:gd name="T92" fmla="*/ 104 w 197"/>
              <a:gd name="T93" fmla="*/ 126 h 197"/>
              <a:gd name="T94" fmla="*/ 87 w 197"/>
              <a:gd name="T95" fmla="*/ 78 h 197"/>
              <a:gd name="T96" fmla="*/ 98 w 197"/>
              <a:gd name="T97" fmla="*/ 88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 h="197">
                <a:moveTo>
                  <a:pt x="99" y="197"/>
                </a:moveTo>
                <a:cubicBezTo>
                  <a:pt x="44" y="197"/>
                  <a:pt x="0" y="153"/>
                  <a:pt x="0" y="98"/>
                </a:cubicBezTo>
                <a:cubicBezTo>
                  <a:pt x="0" y="44"/>
                  <a:pt x="44" y="0"/>
                  <a:pt x="99" y="0"/>
                </a:cubicBezTo>
                <a:cubicBezTo>
                  <a:pt x="153" y="0"/>
                  <a:pt x="197" y="44"/>
                  <a:pt x="197" y="98"/>
                </a:cubicBezTo>
                <a:cubicBezTo>
                  <a:pt x="197" y="153"/>
                  <a:pt x="153" y="197"/>
                  <a:pt x="99" y="197"/>
                </a:cubicBezTo>
                <a:close/>
                <a:moveTo>
                  <a:pt x="158" y="159"/>
                </a:moveTo>
                <a:cubicBezTo>
                  <a:pt x="168" y="149"/>
                  <a:pt x="176" y="136"/>
                  <a:pt x="180" y="122"/>
                </a:cubicBezTo>
                <a:cubicBezTo>
                  <a:pt x="159" y="122"/>
                  <a:pt x="159" y="122"/>
                  <a:pt x="159" y="122"/>
                </a:cubicBezTo>
                <a:cubicBezTo>
                  <a:pt x="159" y="122"/>
                  <a:pt x="159" y="122"/>
                  <a:pt x="159" y="122"/>
                </a:cubicBezTo>
                <a:cubicBezTo>
                  <a:pt x="158" y="124"/>
                  <a:pt x="157" y="125"/>
                  <a:pt x="157" y="127"/>
                </a:cubicBezTo>
                <a:cubicBezTo>
                  <a:pt x="156" y="127"/>
                  <a:pt x="156" y="127"/>
                  <a:pt x="156" y="127"/>
                </a:cubicBezTo>
                <a:cubicBezTo>
                  <a:pt x="155" y="129"/>
                  <a:pt x="155" y="130"/>
                  <a:pt x="154" y="131"/>
                </a:cubicBezTo>
                <a:cubicBezTo>
                  <a:pt x="154" y="132"/>
                  <a:pt x="154" y="132"/>
                  <a:pt x="153" y="132"/>
                </a:cubicBezTo>
                <a:cubicBezTo>
                  <a:pt x="153" y="134"/>
                  <a:pt x="152" y="135"/>
                  <a:pt x="151" y="136"/>
                </a:cubicBezTo>
                <a:cubicBezTo>
                  <a:pt x="151" y="136"/>
                  <a:pt x="151" y="137"/>
                  <a:pt x="150" y="137"/>
                </a:cubicBezTo>
                <a:cubicBezTo>
                  <a:pt x="149" y="138"/>
                  <a:pt x="148" y="139"/>
                  <a:pt x="147" y="141"/>
                </a:cubicBezTo>
                <a:lnTo>
                  <a:pt x="158" y="159"/>
                </a:lnTo>
                <a:close/>
                <a:moveTo>
                  <a:pt x="99" y="183"/>
                </a:moveTo>
                <a:cubicBezTo>
                  <a:pt x="106" y="183"/>
                  <a:pt x="113" y="182"/>
                  <a:pt x="119" y="180"/>
                </a:cubicBezTo>
                <a:cubicBezTo>
                  <a:pt x="109" y="162"/>
                  <a:pt x="109" y="162"/>
                  <a:pt x="109" y="162"/>
                </a:cubicBezTo>
                <a:cubicBezTo>
                  <a:pt x="107" y="162"/>
                  <a:pt x="106" y="162"/>
                  <a:pt x="104" y="162"/>
                </a:cubicBezTo>
                <a:cubicBezTo>
                  <a:pt x="102" y="163"/>
                  <a:pt x="101" y="163"/>
                  <a:pt x="99" y="163"/>
                </a:cubicBezTo>
                <a:cubicBezTo>
                  <a:pt x="97" y="163"/>
                  <a:pt x="94" y="163"/>
                  <a:pt x="92" y="162"/>
                </a:cubicBezTo>
                <a:cubicBezTo>
                  <a:pt x="90" y="162"/>
                  <a:pt x="88" y="162"/>
                  <a:pt x="86" y="161"/>
                </a:cubicBezTo>
                <a:cubicBezTo>
                  <a:pt x="86" y="161"/>
                  <a:pt x="86" y="161"/>
                  <a:pt x="86" y="161"/>
                </a:cubicBezTo>
                <a:cubicBezTo>
                  <a:pt x="76" y="179"/>
                  <a:pt x="76" y="179"/>
                  <a:pt x="76" y="179"/>
                </a:cubicBezTo>
                <a:cubicBezTo>
                  <a:pt x="83" y="182"/>
                  <a:pt x="91" y="183"/>
                  <a:pt x="99" y="183"/>
                </a:cubicBezTo>
                <a:close/>
                <a:moveTo>
                  <a:pt x="38" y="157"/>
                </a:moveTo>
                <a:cubicBezTo>
                  <a:pt x="48" y="139"/>
                  <a:pt x="48" y="139"/>
                  <a:pt x="48" y="139"/>
                </a:cubicBezTo>
                <a:cubicBezTo>
                  <a:pt x="48" y="139"/>
                  <a:pt x="48" y="139"/>
                  <a:pt x="48" y="139"/>
                </a:cubicBezTo>
                <a:cubicBezTo>
                  <a:pt x="47" y="136"/>
                  <a:pt x="45" y="134"/>
                  <a:pt x="43" y="131"/>
                </a:cubicBezTo>
                <a:cubicBezTo>
                  <a:pt x="43" y="131"/>
                  <a:pt x="43" y="131"/>
                  <a:pt x="43" y="131"/>
                </a:cubicBezTo>
                <a:cubicBezTo>
                  <a:pt x="41" y="128"/>
                  <a:pt x="40" y="125"/>
                  <a:pt x="39" y="122"/>
                </a:cubicBezTo>
                <a:cubicBezTo>
                  <a:pt x="18" y="122"/>
                  <a:pt x="18" y="122"/>
                  <a:pt x="18" y="122"/>
                </a:cubicBezTo>
                <a:cubicBezTo>
                  <a:pt x="22" y="135"/>
                  <a:pt x="29" y="147"/>
                  <a:pt x="38" y="157"/>
                </a:cubicBezTo>
                <a:close/>
                <a:moveTo>
                  <a:pt x="38" y="39"/>
                </a:moveTo>
                <a:cubicBezTo>
                  <a:pt x="29" y="49"/>
                  <a:pt x="21" y="61"/>
                  <a:pt x="18" y="75"/>
                </a:cubicBezTo>
                <a:cubicBezTo>
                  <a:pt x="39" y="75"/>
                  <a:pt x="39" y="75"/>
                  <a:pt x="39" y="75"/>
                </a:cubicBezTo>
                <a:cubicBezTo>
                  <a:pt x="39" y="73"/>
                  <a:pt x="40" y="72"/>
                  <a:pt x="41" y="71"/>
                </a:cubicBezTo>
                <a:cubicBezTo>
                  <a:pt x="41" y="70"/>
                  <a:pt x="41" y="70"/>
                  <a:pt x="41" y="70"/>
                </a:cubicBezTo>
                <a:cubicBezTo>
                  <a:pt x="42" y="69"/>
                  <a:pt x="42" y="67"/>
                  <a:pt x="43" y="66"/>
                </a:cubicBezTo>
                <a:cubicBezTo>
                  <a:pt x="43" y="66"/>
                  <a:pt x="43" y="65"/>
                  <a:pt x="44" y="65"/>
                </a:cubicBezTo>
                <a:cubicBezTo>
                  <a:pt x="45" y="62"/>
                  <a:pt x="47" y="60"/>
                  <a:pt x="49" y="58"/>
                </a:cubicBezTo>
                <a:cubicBezTo>
                  <a:pt x="49" y="58"/>
                  <a:pt x="49" y="58"/>
                  <a:pt x="49" y="58"/>
                </a:cubicBezTo>
                <a:lnTo>
                  <a:pt x="38" y="39"/>
                </a:lnTo>
                <a:close/>
                <a:moveTo>
                  <a:pt x="99" y="14"/>
                </a:moveTo>
                <a:cubicBezTo>
                  <a:pt x="91" y="14"/>
                  <a:pt x="83" y="15"/>
                  <a:pt x="76" y="17"/>
                </a:cubicBezTo>
                <a:cubicBezTo>
                  <a:pt x="86" y="35"/>
                  <a:pt x="86" y="35"/>
                  <a:pt x="86" y="35"/>
                </a:cubicBezTo>
                <a:cubicBezTo>
                  <a:pt x="86" y="35"/>
                  <a:pt x="86" y="35"/>
                  <a:pt x="86" y="35"/>
                </a:cubicBezTo>
                <a:cubicBezTo>
                  <a:pt x="88" y="35"/>
                  <a:pt x="90" y="34"/>
                  <a:pt x="92" y="34"/>
                </a:cubicBezTo>
                <a:cubicBezTo>
                  <a:pt x="95" y="34"/>
                  <a:pt x="97" y="34"/>
                  <a:pt x="99" y="34"/>
                </a:cubicBezTo>
                <a:cubicBezTo>
                  <a:pt x="101" y="34"/>
                  <a:pt x="102" y="34"/>
                  <a:pt x="104" y="34"/>
                </a:cubicBezTo>
                <a:cubicBezTo>
                  <a:pt x="106" y="34"/>
                  <a:pt x="107" y="34"/>
                  <a:pt x="109" y="35"/>
                </a:cubicBezTo>
                <a:cubicBezTo>
                  <a:pt x="109" y="35"/>
                  <a:pt x="109" y="35"/>
                  <a:pt x="109" y="35"/>
                </a:cubicBezTo>
                <a:cubicBezTo>
                  <a:pt x="119" y="16"/>
                  <a:pt x="119" y="16"/>
                  <a:pt x="119" y="16"/>
                </a:cubicBezTo>
                <a:cubicBezTo>
                  <a:pt x="113" y="15"/>
                  <a:pt x="106" y="14"/>
                  <a:pt x="99" y="14"/>
                </a:cubicBezTo>
                <a:close/>
                <a:moveTo>
                  <a:pt x="130" y="52"/>
                </a:moveTo>
                <a:cubicBezTo>
                  <a:pt x="128" y="51"/>
                  <a:pt x="127" y="50"/>
                  <a:pt x="125" y="50"/>
                </a:cubicBezTo>
                <a:cubicBezTo>
                  <a:pt x="122" y="48"/>
                  <a:pt x="119" y="46"/>
                  <a:pt x="115" y="45"/>
                </a:cubicBezTo>
                <a:cubicBezTo>
                  <a:pt x="110" y="44"/>
                  <a:pt x="105" y="43"/>
                  <a:pt x="99" y="43"/>
                </a:cubicBezTo>
                <a:cubicBezTo>
                  <a:pt x="93" y="43"/>
                  <a:pt x="88" y="44"/>
                  <a:pt x="82" y="45"/>
                </a:cubicBezTo>
                <a:cubicBezTo>
                  <a:pt x="79" y="46"/>
                  <a:pt x="76" y="48"/>
                  <a:pt x="72" y="50"/>
                </a:cubicBezTo>
                <a:cubicBezTo>
                  <a:pt x="71" y="50"/>
                  <a:pt x="69" y="51"/>
                  <a:pt x="68" y="52"/>
                </a:cubicBezTo>
                <a:cubicBezTo>
                  <a:pt x="56" y="60"/>
                  <a:pt x="47" y="73"/>
                  <a:pt x="45" y="87"/>
                </a:cubicBezTo>
                <a:cubicBezTo>
                  <a:pt x="44" y="91"/>
                  <a:pt x="43" y="94"/>
                  <a:pt x="43" y="98"/>
                </a:cubicBezTo>
                <a:cubicBezTo>
                  <a:pt x="43" y="102"/>
                  <a:pt x="44" y="106"/>
                  <a:pt x="45" y="109"/>
                </a:cubicBezTo>
                <a:cubicBezTo>
                  <a:pt x="47" y="124"/>
                  <a:pt x="56" y="136"/>
                  <a:pt x="68" y="144"/>
                </a:cubicBezTo>
                <a:cubicBezTo>
                  <a:pt x="69" y="145"/>
                  <a:pt x="71" y="146"/>
                  <a:pt x="72" y="147"/>
                </a:cubicBezTo>
                <a:cubicBezTo>
                  <a:pt x="76" y="149"/>
                  <a:pt x="79" y="150"/>
                  <a:pt x="82" y="151"/>
                </a:cubicBezTo>
                <a:cubicBezTo>
                  <a:pt x="88" y="153"/>
                  <a:pt x="93" y="154"/>
                  <a:pt x="99" y="154"/>
                </a:cubicBezTo>
                <a:cubicBezTo>
                  <a:pt x="105" y="154"/>
                  <a:pt x="110" y="153"/>
                  <a:pt x="115" y="151"/>
                </a:cubicBezTo>
                <a:cubicBezTo>
                  <a:pt x="119" y="150"/>
                  <a:pt x="122" y="149"/>
                  <a:pt x="125" y="147"/>
                </a:cubicBezTo>
                <a:cubicBezTo>
                  <a:pt x="127" y="146"/>
                  <a:pt x="128" y="145"/>
                  <a:pt x="130" y="144"/>
                </a:cubicBezTo>
                <a:cubicBezTo>
                  <a:pt x="142" y="136"/>
                  <a:pt x="150" y="124"/>
                  <a:pt x="153" y="109"/>
                </a:cubicBezTo>
                <a:cubicBezTo>
                  <a:pt x="154" y="106"/>
                  <a:pt x="154" y="102"/>
                  <a:pt x="154" y="98"/>
                </a:cubicBezTo>
                <a:cubicBezTo>
                  <a:pt x="154" y="94"/>
                  <a:pt x="154" y="91"/>
                  <a:pt x="153" y="87"/>
                </a:cubicBezTo>
                <a:cubicBezTo>
                  <a:pt x="150" y="73"/>
                  <a:pt x="142" y="60"/>
                  <a:pt x="130" y="52"/>
                </a:cubicBezTo>
                <a:close/>
                <a:moveTo>
                  <a:pt x="158" y="38"/>
                </a:moveTo>
                <a:cubicBezTo>
                  <a:pt x="147" y="56"/>
                  <a:pt x="147" y="56"/>
                  <a:pt x="147" y="56"/>
                </a:cubicBezTo>
                <a:cubicBezTo>
                  <a:pt x="147" y="56"/>
                  <a:pt x="147" y="56"/>
                  <a:pt x="147" y="56"/>
                </a:cubicBezTo>
                <a:cubicBezTo>
                  <a:pt x="148" y="57"/>
                  <a:pt x="149" y="58"/>
                  <a:pt x="151" y="60"/>
                </a:cubicBezTo>
                <a:cubicBezTo>
                  <a:pt x="151" y="60"/>
                  <a:pt x="151" y="60"/>
                  <a:pt x="151" y="60"/>
                </a:cubicBezTo>
                <a:cubicBezTo>
                  <a:pt x="152" y="62"/>
                  <a:pt x="153" y="63"/>
                  <a:pt x="154" y="65"/>
                </a:cubicBezTo>
                <a:cubicBezTo>
                  <a:pt x="154" y="65"/>
                  <a:pt x="154" y="65"/>
                  <a:pt x="154" y="65"/>
                </a:cubicBezTo>
                <a:cubicBezTo>
                  <a:pt x="155" y="66"/>
                  <a:pt x="156" y="68"/>
                  <a:pt x="156" y="70"/>
                </a:cubicBezTo>
                <a:cubicBezTo>
                  <a:pt x="157" y="70"/>
                  <a:pt x="157" y="70"/>
                  <a:pt x="157" y="70"/>
                </a:cubicBezTo>
                <a:cubicBezTo>
                  <a:pt x="157" y="71"/>
                  <a:pt x="158" y="73"/>
                  <a:pt x="159" y="75"/>
                </a:cubicBezTo>
                <a:cubicBezTo>
                  <a:pt x="159" y="75"/>
                  <a:pt x="159" y="75"/>
                  <a:pt x="159" y="75"/>
                </a:cubicBezTo>
                <a:cubicBezTo>
                  <a:pt x="180" y="75"/>
                  <a:pt x="180" y="75"/>
                  <a:pt x="180" y="75"/>
                </a:cubicBezTo>
                <a:cubicBezTo>
                  <a:pt x="176" y="60"/>
                  <a:pt x="168" y="48"/>
                  <a:pt x="158" y="38"/>
                </a:cubicBezTo>
                <a:close/>
                <a:moveTo>
                  <a:pt x="105" y="89"/>
                </a:moveTo>
                <a:cubicBezTo>
                  <a:pt x="106" y="89"/>
                  <a:pt x="107" y="89"/>
                  <a:pt x="107" y="89"/>
                </a:cubicBezTo>
                <a:cubicBezTo>
                  <a:pt x="114" y="90"/>
                  <a:pt x="120" y="92"/>
                  <a:pt x="123" y="96"/>
                </a:cubicBezTo>
                <a:cubicBezTo>
                  <a:pt x="127" y="99"/>
                  <a:pt x="129" y="103"/>
                  <a:pt x="129" y="109"/>
                </a:cubicBezTo>
                <a:cubicBezTo>
                  <a:pt x="129" y="115"/>
                  <a:pt x="126" y="120"/>
                  <a:pt x="121" y="124"/>
                </a:cubicBezTo>
                <a:cubicBezTo>
                  <a:pt x="117" y="128"/>
                  <a:pt x="111" y="130"/>
                  <a:pt x="104" y="131"/>
                </a:cubicBezTo>
                <a:cubicBezTo>
                  <a:pt x="104" y="145"/>
                  <a:pt x="104" y="145"/>
                  <a:pt x="104" y="145"/>
                </a:cubicBezTo>
                <a:cubicBezTo>
                  <a:pt x="99" y="145"/>
                  <a:pt x="99" y="145"/>
                  <a:pt x="99" y="145"/>
                </a:cubicBezTo>
                <a:cubicBezTo>
                  <a:pt x="99" y="131"/>
                  <a:pt x="99" y="131"/>
                  <a:pt x="99" y="131"/>
                </a:cubicBezTo>
                <a:cubicBezTo>
                  <a:pt x="91" y="130"/>
                  <a:pt x="85" y="129"/>
                  <a:pt x="80" y="126"/>
                </a:cubicBezTo>
                <a:cubicBezTo>
                  <a:pt x="75" y="123"/>
                  <a:pt x="73" y="119"/>
                  <a:pt x="73" y="115"/>
                </a:cubicBezTo>
                <a:cubicBezTo>
                  <a:pt x="73" y="112"/>
                  <a:pt x="73" y="110"/>
                  <a:pt x="75" y="109"/>
                </a:cubicBezTo>
                <a:cubicBezTo>
                  <a:pt x="76" y="107"/>
                  <a:pt x="78" y="106"/>
                  <a:pt x="81" y="106"/>
                </a:cubicBezTo>
                <a:cubicBezTo>
                  <a:pt x="84" y="106"/>
                  <a:pt x="86" y="107"/>
                  <a:pt x="87" y="108"/>
                </a:cubicBezTo>
                <a:cubicBezTo>
                  <a:pt x="89" y="110"/>
                  <a:pt x="90" y="112"/>
                  <a:pt x="90" y="114"/>
                </a:cubicBezTo>
                <a:cubicBezTo>
                  <a:pt x="90" y="116"/>
                  <a:pt x="89" y="118"/>
                  <a:pt x="89" y="119"/>
                </a:cubicBezTo>
                <a:cubicBezTo>
                  <a:pt x="88" y="121"/>
                  <a:pt x="88" y="122"/>
                  <a:pt x="87" y="123"/>
                </a:cubicBezTo>
                <a:cubicBezTo>
                  <a:pt x="88" y="124"/>
                  <a:pt x="90" y="124"/>
                  <a:pt x="92" y="125"/>
                </a:cubicBezTo>
                <a:cubicBezTo>
                  <a:pt x="94" y="126"/>
                  <a:pt x="96" y="126"/>
                  <a:pt x="99" y="126"/>
                </a:cubicBezTo>
                <a:cubicBezTo>
                  <a:pt x="99" y="103"/>
                  <a:pt x="99" y="103"/>
                  <a:pt x="99" y="103"/>
                </a:cubicBezTo>
                <a:cubicBezTo>
                  <a:pt x="98" y="103"/>
                  <a:pt x="98" y="103"/>
                  <a:pt x="97" y="103"/>
                </a:cubicBezTo>
                <a:cubicBezTo>
                  <a:pt x="97" y="103"/>
                  <a:pt x="96" y="103"/>
                  <a:pt x="96" y="103"/>
                </a:cubicBezTo>
                <a:cubicBezTo>
                  <a:pt x="89" y="103"/>
                  <a:pt x="84" y="101"/>
                  <a:pt x="80" y="97"/>
                </a:cubicBezTo>
                <a:cubicBezTo>
                  <a:pt x="76" y="94"/>
                  <a:pt x="75" y="90"/>
                  <a:pt x="75" y="84"/>
                </a:cubicBezTo>
                <a:cubicBezTo>
                  <a:pt x="75" y="82"/>
                  <a:pt x="75" y="80"/>
                  <a:pt x="76" y="77"/>
                </a:cubicBezTo>
                <a:cubicBezTo>
                  <a:pt x="77" y="75"/>
                  <a:pt x="78" y="73"/>
                  <a:pt x="80" y="71"/>
                </a:cubicBezTo>
                <a:cubicBezTo>
                  <a:pt x="82" y="69"/>
                  <a:pt x="84" y="67"/>
                  <a:pt x="87" y="66"/>
                </a:cubicBezTo>
                <a:cubicBezTo>
                  <a:pt x="90" y="64"/>
                  <a:pt x="94" y="64"/>
                  <a:pt x="99" y="63"/>
                </a:cubicBezTo>
                <a:cubicBezTo>
                  <a:pt x="99" y="52"/>
                  <a:pt x="99" y="52"/>
                  <a:pt x="99" y="52"/>
                </a:cubicBezTo>
                <a:cubicBezTo>
                  <a:pt x="104" y="52"/>
                  <a:pt x="104" y="52"/>
                  <a:pt x="104" y="52"/>
                </a:cubicBezTo>
                <a:cubicBezTo>
                  <a:pt x="104" y="63"/>
                  <a:pt x="104" y="63"/>
                  <a:pt x="104" y="63"/>
                </a:cubicBezTo>
                <a:cubicBezTo>
                  <a:pt x="110" y="64"/>
                  <a:pt x="116" y="65"/>
                  <a:pt x="120" y="68"/>
                </a:cubicBezTo>
                <a:cubicBezTo>
                  <a:pt x="125" y="70"/>
                  <a:pt x="127" y="74"/>
                  <a:pt x="127" y="77"/>
                </a:cubicBezTo>
                <a:cubicBezTo>
                  <a:pt x="127" y="80"/>
                  <a:pt x="126" y="82"/>
                  <a:pt x="125" y="83"/>
                </a:cubicBezTo>
                <a:cubicBezTo>
                  <a:pt x="123" y="85"/>
                  <a:pt x="121" y="86"/>
                  <a:pt x="119" y="86"/>
                </a:cubicBezTo>
                <a:cubicBezTo>
                  <a:pt x="116" y="86"/>
                  <a:pt x="114" y="85"/>
                  <a:pt x="113" y="84"/>
                </a:cubicBezTo>
                <a:cubicBezTo>
                  <a:pt x="111" y="82"/>
                  <a:pt x="111" y="81"/>
                  <a:pt x="111" y="78"/>
                </a:cubicBezTo>
                <a:cubicBezTo>
                  <a:pt x="111" y="77"/>
                  <a:pt x="111" y="75"/>
                  <a:pt x="111" y="74"/>
                </a:cubicBezTo>
                <a:cubicBezTo>
                  <a:pt x="112" y="72"/>
                  <a:pt x="112" y="71"/>
                  <a:pt x="113" y="69"/>
                </a:cubicBezTo>
                <a:cubicBezTo>
                  <a:pt x="112" y="69"/>
                  <a:pt x="111" y="69"/>
                  <a:pt x="109" y="68"/>
                </a:cubicBezTo>
                <a:cubicBezTo>
                  <a:pt x="107" y="68"/>
                  <a:pt x="105" y="68"/>
                  <a:pt x="104" y="68"/>
                </a:cubicBezTo>
                <a:cubicBezTo>
                  <a:pt x="104" y="88"/>
                  <a:pt x="104" y="88"/>
                  <a:pt x="104" y="88"/>
                </a:cubicBezTo>
                <a:cubicBezTo>
                  <a:pt x="104" y="88"/>
                  <a:pt x="105" y="89"/>
                  <a:pt x="105" y="89"/>
                </a:cubicBezTo>
                <a:close/>
                <a:moveTo>
                  <a:pt x="104" y="126"/>
                </a:moveTo>
                <a:cubicBezTo>
                  <a:pt x="108" y="126"/>
                  <a:pt x="111" y="125"/>
                  <a:pt x="114" y="122"/>
                </a:cubicBezTo>
                <a:cubicBezTo>
                  <a:pt x="116" y="120"/>
                  <a:pt x="117" y="118"/>
                  <a:pt x="117" y="115"/>
                </a:cubicBezTo>
                <a:cubicBezTo>
                  <a:pt x="117" y="112"/>
                  <a:pt x="116" y="110"/>
                  <a:pt x="114" y="108"/>
                </a:cubicBezTo>
                <a:cubicBezTo>
                  <a:pt x="113" y="106"/>
                  <a:pt x="110" y="105"/>
                  <a:pt x="106" y="104"/>
                </a:cubicBezTo>
                <a:cubicBezTo>
                  <a:pt x="106" y="104"/>
                  <a:pt x="106" y="104"/>
                  <a:pt x="105" y="104"/>
                </a:cubicBezTo>
                <a:cubicBezTo>
                  <a:pt x="104" y="104"/>
                  <a:pt x="104" y="104"/>
                  <a:pt x="104" y="104"/>
                </a:cubicBezTo>
                <a:lnTo>
                  <a:pt x="104" y="126"/>
                </a:lnTo>
                <a:close/>
                <a:moveTo>
                  <a:pt x="99" y="68"/>
                </a:moveTo>
                <a:cubicBezTo>
                  <a:pt x="95" y="68"/>
                  <a:pt x="92" y="69"/>
                  <a:pt x="90" y="71"/>
                </a:cubicBezTo>
                <a:cubicBezTo>
                  <a:pt x="88" y="73"/>
                  <a:pt x="87" y="75"/>
                  <a:pt x="87" y="78"/>
                </a:cubicBezTo>
                <a:cubicBezTo>
                  <a:pt x="87" y="81"/>
                  <a:pt x="87" y="83"/>
                  <a:pt x="89" y="85"/>
                </a:cubicBezTo>
                <a:cubicBezTo>
                  <a:pt x="91" y="86"/>
                  <a:pt x="93" y="87"/>
                  <a:pt x="96" y="88"/>
                </a:cubicBezTo>
                <a:cubicBezTo>
                  <a:pt x="97" y="88"/>
                  <a:pt x="97" y="88"/>
                  <a:pt x="98" y="88"/>
                </a:cubicBezTo>
                <a:cubicBezTo>
                  <a:pt x="98" y="88"/>
                  <a:pt x="98" y="88"/>
                  <a:pt x="99" y="88"/>
                </a:cubicBezTo>
                <a:lnTo>
                  <a:pt x="99" y="68"/>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175"/>
          <p:cNvSpPr>
            <a:spLocks noEditPoints="1"/>
          </p:cNvSpPr>
          <p:nvPr/>
        </p:nvSpPr>
        <p:spPr bwMode="auto">
          <a:xfrm>
            <a:off x="1170301" y="2511425"/>
            <a:ext cx="382588" cy="388938"/>
          </a:xfrm>
          <a:custGeom>
            <a:avLst/>
            <a:gdLst>
              <a:gd name="T0" fmla="*/ 172 w 194"/>
              <a:gd name="T1" fmla="*/ 105 h 197"/>
              <a:gd name="T2" fmla="*/ 180 w 194"/>
              <a:gd name="T3" fmla="*/ 129 h 197"/>
              <a:gd name="T4" fmla="*/ 148 w 194"/>
              <a:gd name="T5" fmla="*/ 161 h 197"/>
              <a:gd name="T6" fmla="*/ 156 w 194"/>
              <a:gd name="T7" fmla="*/ 129 h 197"/>
              <a:gd name="T8" fmla="*/ 163 w 194"/>
              <a:gd name="T9" fmla="*/ 65 h 197"/>
              <a:gd name="T10" fmla="*/ 175 w 194"/>
              <a:gd name="T11" fmla="*/ 31 h 197"/>
              <a:gd name="T12" fmla="*/ 176 w 194"/>
              <a:gd name="T13" fmla="*/ 69 h 197"/>
              <a:gd name="T14" fmla="*/ 8 w 194"/>
              <a:gd name="T15" fmla="*/ 197 h 197"/>
              <a:gd name="T16" fmla="*/ 0 w 194"/>
              <a:gd name="T17" fmla="*/ 189 h 197"/>
              <a:gd name="T18" fmla="*/ 0 w 194"/>
              <a:gd name="T19" fmla="*/ 33 h 197"/>
              <a:gd name="T20" fmla="*/ 143 w 194"/>
              <a:gd name="T21" fmla="*/ 33 h 197"/>
              <a:gd name="T22" fmla="*/ 144 w 194"/>
              <a:gd name="T23" fmla="*/ 189 h 197"/>
              <a:gd name="T24" fmla="*/ 136 w 194"/>
              <a:gd name="T25" fmla="*/ 197 h 197"/>
              <a:gd name="T26" fmla="*/ 108 w 194"/>
              <a:gd name="T27" fmla="*/ 145 h 197"/>
              <a:gd name="T28" fmla="*/ 25 w 194"/>
              <a:gd name="T29" fmla="*/ 173 h 197"/>
              <a:gd name="T30" fmla="*/ 124 w 194"/>
              <a:gd name="T31" fmla="*/ 101 h 197"/>
              <a:gd name="T32" fmla="*/ 124 w 194"/>
              <a:gd name="T33" fmla="*/ 73 h 197"/>
              <a:gd name="T34" fmla="*/ 124 w 194"/>
              <a:gd name="T35" fmla="*/ 57 h 197"/>
              <a:gd name="T36" fmla="*/ 32 w 194"/>
              <a:gd name="T37" fmla="*/ 45 h 197"/>
              <a:gd name="T38" fmla="*/ 20 w 194"/>
              <a:gd name="T39" fmla="*/ 65 h 197"/>
              <a:gd name="T40" fmla="*/ 20 w 194"/>
              <a:gd name="T41" fmla="*/ 93 h 197"/>
              <a:gd name="T42" fmla="*/ 20 w 194"/>
              <a:gd name="T43" fmla="*/ 109 h 197"/>
              <a:gd name="T44" fmla="*/ 112 w 194"/>
              <a:gd name="T45" fmla="*/ 121 h 197"/>
              <a:gd name="T46" fmla="*/ 124 w 194"/>
              <a:gd name="T47" fmla="*/ 101 h 197"/>
              <a:gd name="T48" fmla="*/ 92 w 194"/>
              <a:gd name="T49" fmla="*/ 101 h 197"/>
              <a:gd name="T50" fmla="*/ 116 w 194"/>
              <a:gd name="T51" fmla="*/ 113 h 197"/>
              <a:gd name="T52" fmla="*/ 92 w 194"/>
              <a:gd name="T53" fmla="*/ 73 h 197"/>
              <a:gd name="T54" fmla="*/ 116 w 194"/>
              <a:gd name="T55" fmla="*/ 93 h 197"/>
              <a:gd name="T56" fmla="*/ 92 w 194"/>
              <a:gd name="T57" fmla="*/ 73 h 197"/>
              <a:gd name="T58" fmla="*/ 116 w 194"/>
              <a:gd name="T59" fmla="*/ 53 h 197"/>
              <a:gd name="T60" fmla="*/ 92 w 194"/>
              <a:gd name="T61" fmla="*/ 65 h 197"/>
              <a:gd name="T62" fmla="*/ 60 w 194"/>
              <a:gd name="T63" fmla="*/ 65 h 197"/>
              <a:gd name="T64" fmla="*/ 84 w 194"/>
              <a:gd name="T65" fmla="*/ 53 h 197"/>
              <a:gd name="T66" fmla="*/ 60 w 194"/>
              <a:gd name="T67" fmla="*/ 65 h 197"/>
              <a:gd name="T68" fmla="*/ 28 w 194"/>
              <a:gd name="T69" fmla="*/ 53 h 197"/>
              <a:gd name="T70" fmla="*/ 52 w 194"/>
              <a:gd name="T71" fmla="*/ 65 h 197"/>
              <a:gd name="T72" fmla="*/ 52 w 194"/>
              <a:gd name="T73" fmla="*/ 93 h 197"/>
              <a:gd name="T74" fmla="*/ 28 w 194"/>
              <a:gd name="T75" fmla="*/ 73 h 197"/>
              <a:gd name="T76" fmla="*/ 52 w 194"/>
              <a:gd name="T77" fmla="*/ 93 h 197"/>
              <a:gd name="T78" fmla="*/ 28 w 194"/>
              <a:gd name="T79" fmla="*/ 113 h 197"/>
              <a:gd name="T80" fmla="*/ 52 w 194"/>
              <a:gd name="T81" fmla="*/ 101 h 197"/>
              <a:gd name="T82" fmla="*/ 84 w 194"/>
              <a:gd name="T83" fmla="*/ 73 h 197"/>
              <a:gd name="T84" fmla="*/ 60 w 194"/>
              <a:gd name="T85" fmla="*/ 93 h 197"/>
              <a:gd name="T86" fmla="*/ 84 w 194"/>
              <a:gd name="T87" fmla="*/ 73 h 197"/>
              <a:gd name="T88" fmla="*/ 84 w 194"/>
              <a:gd name="T89" fmla="*/ 113 h 197"/>
              <a:gd name="T90" fmla="*/ 60 w 194"/>
              <a:gd name="T91" fmla="*/ 101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4" h="197">
                <a:moveTo>
                  <a:pt x="176" y="69"/>
                </a:moveTo>
                <a:cubicBezTo>
                  <a:pt x="173" y="77"/>
                  <a:pt x="172" y="94"/>
                  <a:pt x="172" y="105"/>
                </a:cubicBezTo>
                <a:cubicBezTo>
                  <a:pt x="172" y="129"/>
                  <a:pt x="172" y="129"/>
                  <a:pt x="172" y="129"/>
                </a:cubicBezTo>
                <a:cubicBezTo>
                  <a:pt x="180" y="129"/>
                  <a:pt x="180" y="129"/>
                  <a:pt x="180" y="129"/>
                </a:cubicBezTo>
                <a:cubicBezTo>
                  <a:pt x="180" y="161"/>
                  <a:pt x="180" y="161"/>
                  <a:pt x="180" y="161"/>
                </a:cubicBezTo>
                <a:cubicBezTo>
                  <a:pt x="148" y="161"/>
                  <a:pt x="148" y="161"/>
                  <a:pt x="148" y="161"/>
                </a:cubicBezTo>
                <a:cubicBezTo>
                  <a:pt x="148" y="129"/>
                  <a:pt x="148" y="129"/>
                  <a:pt x="148" y="129"/>
                </a:cubicBezTo>
                <a:cubicBezTo>
                  <a:pt x="156" y="129"/>
                  <a:pt x="156" y="129"/>
                  <a:pt x="156" y="129"/>
                </a:cubicBezTo>
                <a:cubicBezTo>
                  <a:pt x="156" y="113"/>
                  <a:pt x="156" y="113"/>
                  <a:pt x="156" y="113"/>
                </a:cubicBezTo>
                <a:cubicBezTo>
                  <a:pt x="156" y="113"/>
                  <a:pt x="154" y="71"/>
                  <a:pt x="163" y="65"/>
                </a:cubicBezTo>
                <a:cubicBezTo>
                  <a:pt x="158" y="62"/>
                  <a:pt x="155" y="56"/>
                  <a:pt x="155" y="50"/>
                </a:cubicBezTo>
                <a:cubicBezTo>
                  <a:pt x="155" y="39"/>
                  <a:pt x="164" y="31"/>
                  <a:pt x="175" y="31"/>
                </a:cubicBezTo>
                <a:cubicBezTo>
                  <a:pt x="185" y="31"/>
                  <a:pt x="194" y="39"/>
                  <a:pt x="194" y="50"/>
                </a:cubicBezTo>
                <a:cubicBezTo>
                  <a:pt x="194" y="60"/>
                  <a:pt x="186" y="68"/>
                  <a:pt x="176" y="69"/>
                </a:cubicBezTo>
                <a:close/>
                <a:moveTo>
                  <a:pt x="136" y="197"/>
                </a:moveTo>
                <a:cubicBezTo>
                  <a:pt x="8" y="197"/>
                  <a:pt x="8" y="197"/>
                  <a:pt x="8" y="197"/>
                </a:cubicBezTo>
                <a:cubicBezTo>
                  <a:pt x="8" y="189"/>
                  <a:pt x="8" y="189"/>
                  <a:pt x="8" y="189"/>
                </a:cubicBezTo>
                <a:cubicBezTo>
                  <a:pt x="0" y="189"/>
                  <a:pt x="0" y="189"/>
                  <a:pt x="0" y="189"/>
                </a:cubicBezTo>
                <a:cubicBezTo>
                  <a:pt x="0" y="33"/>
                  <a:pt x="0" y="33"/>
                  <a:pt x="0" y="33"/>
                </a:cubicBezTo>
                <a:cubicBezTo>
                  <a:pt x="0" y="33"/>
                  <a:pt x="0" y="33"/>
                  <a:pt x="0" y="33"/>
                </a:cubicBezTo>
                <a:cubicBezTo>
                  <a:pt x="2" y="15"/>
                  <a:pt x="33" y="0"/>
                  <a:pt x="71" y="0"/>
                </a:cubicBezTo>
                <a:cubicBezTo>
                  <a:pt x="109" y="0"/>
                  <a:pt x="141" y="15"/>
                  <a:pt x="143" y="33"/>
                </a:cubicBezTo>
                <a:cubicBezTo>
                  <a:pt x="144" y="33"/>
                  <a:pt x="144" y="33"/>
                  <a:pt x="144" y="33"/>
                </a:cubicBezTo>
                <a:cubicBezTo>
                  <a:pt x="144" y="189"/>
                  <a:pt x="144" y="189"/>
                  <a:pt x="144" y="189"/>
                </a:cubicBezTo>
                <a:cubicBezTo>
                  <a:pt x="136" y="189"/>
                  <a:pt x="136" y="189"/>
                  <a:pt x="136" y="189"/>
                </a:cubicBezTo>
                <a:lnTo>
                  <a:pt x="136" y="197"/>
                </a:lnTo>
                <a:close/>
                <a:moveTo>
                  <a:pt x="122" y="173"/>
                </a:moveTo>
                <a:cubicBezTo>
                  <a:pt x="108" y="145"/>
                  <a:pt x="108" y="145"/>
                  <a:pt x="108" y="145"/>
                </a:cubicBezTo>
                <a:cubicBezTo>
                  <a:pt x="39" y="145"/>
                  <a:pt x="39" y="145"/>
                  <a:pt x="39" y="145"/>
                </a:cubicBezTo>
                <a:cubicBezTo>
                  <a:pt x="25" y="173"/>
                  <a:pt x="25" y="173"/>
                  <a:pt x="25" y="173"/>
                </a:cubicBezTo>
                <a:lnTo>
                  <a:pt x="122" y="173"/>
                </a:lnTo>
                <a:close/>
                <a:moveTo>
                  <a:pt x="124" y="101"/>
                </a:moveTo>
                <a:cubicBezTo>
                  <a:pt x="124" y="93"/>
                  <a:pt x="124" y="93"/>
                  <a:pt x="124" y="93"/>
                </a:cubicBezTo>
                <a:cubicBezTo>
                  <a:pt x="124" y="73"/>
                  <a:pt x="124" y="73"/>
                  <a:pt x="124" y="73"/>
                </a:cubicBezTo>
                <a:cubicBezTo>
                  <a:pt x="124" y="65"/>
                  <a:pt x="124" y="65"/>
                  <a:pt x="124" y="65"/>
                </a:cubicBezTo>
                <a:cubicBezTo>
                  <a:pt x="124" y="57"/>
                  <a:pt x="124" y="57"/>
                  <a:pt x="124" y="57"/>
                </a:cubicBezTo>
                <a:cubicBezTo>
                  <a:pt x="124" y="50"/>
                  <a:pt x="119" y="45"/>
                  <a:pt x="112" y="45"/>
                </a:cubicBezTo>
                <a:cubicBezTo>
                  <a:pt x="32" y="45"/>
                  <a:pt x="32" y="45"/>
                  <a:pt x="32" y="45"/>
                </a:cubicBezTo>
                <a:cubicBezTo>
                  <a:pt x="25" y="45"/>
                  <a:pt x="20" y="50"/>
                  <a:pt x="20" y="57"/>
                </a:cubicBezTo>
                <a:cubicBezTo>
                  <a:pt x="20" y="65"/>
                  <a:pt x="20" y="65"/>
                  <a:pt x="20" y="65"/>
                </a:cubicBezTo>
                <a:cubicBezTo>
                  <a:pt x="20" y="73"/>
                  <a:pt x="20" y="73"/>
                  <a:pt x="20" y="73"/>
                </a:cubicBezTo>
                <a:cubicBezTo>
                  <a:pt x="20" y="93"/>
                  <a:pt x="20" y="93"/>
                  <a:pt x="20" y="93"/>
                </a:cubicBezTo>
                <a:cubicBezTo>
                  <a:pt x="20" y="101"/>
                  <a:pt x="20" y="101"/>
                  <a:pt x="20" y="101"/>
                </a:cubicBezTo>
                <a:cubicBezTo>
                  <a:pt x="20" y="109"/>
                  <a:pt x="20" y="109"/>
                  <a:pt x="20" y="109"/>
                </a:cubicBezTo>
                <a:cubicBezTo>
                  <a:pt x="20" y="116"/>
                  <a:pt x="25" y="121"/>
                  <a:pt x="32" y="121"/>
                </a:cubicBezTo>
                <a:cubicBezTo>
                  <a:pt x="112" y="121"/>
                  <a:pt x="112" y="121"/>
                  <a:pt x="112" y="121"/>
                </a:cubicBezTo>
                <a:cubicBezTo>
                  <a:pt x="119" y="121"/>
                  <a:pt x="124" y="116"/>
                  <a:pt x="124" y="109"/>
                </a:cubicBezTo>
                <a:lnTo>
                  <a:pt x="124" y="101"/>
                </a:lnTo>
                <a:close/>
                <a:moveTo>
                  <a:pt x="92" y="113"/>
                </a:moveTo>
                <a:cubicBezTo>
                  <a:pt x="92" y="101"/>
                  <a:pt x="92" y="101"/>
                  <a:pt x="92" y="101"/>
                </a:cubicBezTo>
                <a:cubicBezTo>
                  <a:pt x="116" y="101"/>
                  <a:pt x="116" y="101"/>
                  <a:pt x="116" y="101"/>
                </a:cubicBezTo>
                <a:cubicBezTo>
                  <a:pt x="116" y="113"/>
                  <a:pt x="116" y="113"/>
                  <a:pt x="116" y="113"/>
                </a:cubicBezTo>
                <a:lnTo>
                  <a:pt x="92" y="113"/>
                </a:lnTo>
                <a:close/>
                <a:moveTo>
                  <a:pt x="92" y="73"/>
                </a:moveTo>
                <a:cubicBezTo>
                  <a:pt x="116" y="73"/>
                  <a:pt x="116" y="73"/>
                  <a:pt x="116" y="73"/>
                </a:cubicBezTo>
                <a:cubicBezTo>
                  <a:pt x="116" y="93"/>
                  <a:pt x="116" y="93"/>
                  <a:pt x="116" y="93"/>
                </a:cubicBezTo>
                <a:cubicBezTo>
                  <a:pt x="92" y="93"/>
                  <a:pt x="92" y="93"/>
                  <a:pt x="92" y="93"/>
                </a:cubicBezTo>
                <a:lnTo>
                  <a:pt x="92" y="73"/>
                </a:lnTo>
                <a:close/>
                <a:moveTo>
                  <a:pt x="92" y="53"/>
                </a:moveTo>
                <a:cubicBezTo>
                  <a:pt x="116" y="53"/>
                  <a:pt x="116" y="53"/>
                  <a:pt x="116" y="53"/>
                </a:cubicBezTo>
                <a:cubicBezTo>
                  <a:pt x="116" y="65"/>
                  <a:pt x="116" y="65"/>
                  <a:pt x="116" y="65"/>
                </a:cubicBezTo>
                <a:cubicBezTo>
                  <a:pt x="92" y="65"/>
                  <a:pt x="92" y="65"/>
                  <a:pt x="92" y="65"/>
                </a:cubicBezTo>
                <a:lnTo>
                  <a:pt x="92" y="53"/>
                </a:lnTo>
                <a:close/>
                <a:moveTo>
                  <a:pt x="60" y="65"/>
                </a:moveTo>
                <a:cubicBezTo>
                  <a:pt x="60" y="53"/>
                  <a:pt x="60" y="53"/>
                  <a:pt x="60" y="53"/>
                </a:cubicBezTo>
                <a:cubicBezTo>
                  <a:pt x="84" y="53"/>
                  <a:pt x="84" y="53"/>
                  <a:pt x="84" y="53"/>
                </a:cubicBezTo>
                <a:cubicBezTo>
                  <a:pt x="84" y="65"/>
                  <a:pt x="84" y="65"/>
                  <a:pt x="84" y="65"/>
                </a:cubicBezTo>
                <a:lnTo>
                  <a:pt x="60" y="65"/>
                </a:lnTo>
                <a:close/>
                <a:moveTo>
                  <a:pt x="28" y="65"/>
                </a:moveTo>
                <a:cubicBezTo>
                  <a:pt x="28" y="53"/>
                  <a:pt x="28" y="53"/>
                  <a:pt x="28" y="53"/>
                </a:cubicBezTo>
                <a:cubicBezTo>
                  <a:pt x="52" y="53"/>
                  <a:pt x="52" y="53"/>
                  <a:pt x="52" y="53"/>
                </a:cubicBezTo>
                <a:cubicBezTo>
                  <a:pt x="52" y="65"/>
                  <a:pt x="52" y="65"/>
                  <a:pt x="52" y="65"/>
                </a:cubicBezTo>
                <a:lnTo>
                  <a:pt x="28" y="65"/>
                </a:lnTo>
                <a:close/>
                <a:moveTo>
                  <a:pt x="52" y="93"/>
                </a:moveTo>
                <a:cubicBezTo>
                  <a:pt x="28" y="93"/>
                  <a:pt x="28" y="93"/>
                  <a:pt x="28" y="93"/>
                </a:cubicBezTo>
                <a:cubicBezTo>
                  <a:pt x="28" y="73"/>
                  <a:pt x="28" y="73"/>
                  <a:pt x="28" y="73"/>
                </a:cubicBezTo>
                <a:cubicBezTo>
                  <a:pt x="52" y="73"/>
                  <a:pt x="52" y="73"/>
                  <a:pt x="52" y="73"/>
                </a:cubicBezTo>
                <a:lnTo>
                  <a:pt x="52" y="93"/>
                </a:lnTo>
                <a:close/>
                <a:moveTo>
                  <a:pt x="52" y="113"/>
                </a:moveTo>
                <a:cubicBezTo>
                  <a:pt x="28" y="113"/>
                  <a:pt x="28" y="113"/>
                  <a:pt x="28" y="113"/>
                </a:cubicBezTo>
                <a:cubicBezTo>
                  <a:pt x="28" y="101"/>
                  <a:pt x="28" y="101"/>
                  <a:pt x="28" y="101"/>
                </a:cubicBezTo>
                <a:cubicBezTo>
                  <a:pt x="52" y="101"/>
                  <a:pt x="52" y="101"/>
                  <a:pt x="52" y="101"/>
                </a:cubicBezTo>
                <a:lnTo>
                  <a:pt x="52" y="113"/>
                </a:lnTo>
                <a:close/>
                <a:moveTo>
                  <a:pt x="84" y="73"/>
                </a:moveTo>
                <a:cubicBezTo>
                  <a:pt x="84" y="93"/>
                  <a:pt x="84" y="93"/>
                  <a:pt x="84" y="93"/>
                </a:cubicBezTo>
                <a:cubicBezTo>
                  <a:pt x="60" y="93"/>
                  <a:pt x="60" y="93"/>
                  <a:pt x="60" y="93"/>
                </a:cubicBezTo>
                <a:cubicBezTo>
                  <a:pt x="60" y="73"/>
                  <a:pt x="60" y="73"/>
                  <a:pt x="60" y="73"/>
                </a:cubicBezTo>
                <a:lnTo>
                  <a:pt x="84" y="73"/>
                </a:lnTo>
                <a:close/>
                <a:moveTo>
                  <a:pt x="84" y="101"/>
                </a:moveTo>
                <a:cubicBezTo>
                  <a:pt x="84" y="113"/>
                  <a:pt x="84" y="113"/>
                  <a:pt x="84" y="113"/>
                </a:cubicBezTo>
                <a:cubicBezTo>
                  <a:pt x="60" y="113"/>
                  <a:pt x="60" y="113"/>
                  <a:pt x="60" y="113"/>
                </a:cubicBezTo>
                <a:cubicBezTo>
                  <a:pt x="60" y="101"/>
                  <a:pt x="60" y="101"/>
                  <a:pt x="60" y="101"/>
                </a:cubicBezTo>
                <a:lnTo>
                  <a:pt x="84" y="101"/>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176"/>
          <p:cNvSpPr>
            <a:spLocks noEditPoints="1"/>
          </p:cNvSpPr>
          <p:nvPr/>
        </p:nvSpPr>
        <p:spPr bwMode="auto">
          <a:xfrm>
            <a:off x="1646551" y="2513013"/>
            <a:ext cx="392113" cy="387350"/>
          </a:xfrm>
          <a:custGeom>
            <a:avLst/>
            <a:gdLst>
              <a:gd name="T0" fmla="*/ 97 w 198"/>
              <a:gd name="T1" fmla="*/ 166 h 196"/>
              <a:gd name="T2" fmla="*/ 0 w 198"/>
              <a:gd name="T3" fmla="*/ 106 h 196"/>
              <a:gd name="T4" fmla="*/ 92 w 198"/>
              <a:gd name="T5" fmla="*/ 50 h 196"/>
              <a:gd name="T6" fmla="*/ 92 w 198"/>
              <a:gd name="T7" fmla="*/ 35 h 196"/>
              <a:gd name="T8" fmla="*/ 59 w 198"/>
              <a:gd name="T9" fmla="*/ 35 h 196"/>
              <a:gd name="T10" fmla="*/ 51 w 198"/>
              <a:gd name="T11" fmla="*/ 25 h 196"/>
              <a:gd name="T12" fmla="*/ 59 w 198"/>
              <a:gd name="T13" fmla="*/ 15 h 196"/>
              <a:gd name="T14" fmla="*/ 92 w 198"/>
              <a:gd name="T15" fmla="*/ 15 h 196"/>
              <a:gd name="T16" fmla="*/ 92 w 198"/>
              <a:gd name="T17" fmla="*/ 6 h 196"/>
              <a:gd name="T18" fmla="*/ 100 w 198"/>
              <a:gd name="T19" fmla="*/ 0 h 196"/>
              <a:gd name="T20" fmla="*/ 108 w 198"/>
              <a:gd name="T21" fmla="*/ 6 h 196"/>
              <a:gd name="T22" fmla="*/ 108 w 198"/>
              <a:gd name="T23" fmla="*/ 15 h 196"/>
              <a:gd name="T24" fmla="*/ 140 w 198"/>
              <a:gd name="T25" fmla="*/ 15 h 196"/>
              <a:gd name="T26" fmla="*/ 149 w 198"/>
              <a:gd name="T27" fmla="*/ 25 h 196"/>
              <a:gd name="T28" fmla="*/ 140 w 198"/>
              <a:gd name="T29" fmla="*/ 35 h 196"/>
              <a:gd name="T30" fmla="*/ 108 w 198"/>
              <a:gd name="T31" fmla="*/ 35 h 196"/>
              <a:gd name="T32" fmla="*/ 108 w 198"/>
              <a:gd name="T33" fmla="*/ 50 h 196"/>
              <a:gd name="T34" fmla="*/ 198 w 198"/>
              <a:gd name="T35" fmla="*/ 106 h 196"/>
              <a:gd name="T36" fmla="*/ 97 w 198"/>
              <a:gd name="T37" fmla="*/ 166 h 196"/>
              <a:gd name="T38" fmla="*/ 8 w 198"/>
              <a:gd name="T39" fmla="*/ 105 h 196"/>
              <a:gd name="T40" fmla="*/ 21 w 198"/>
              <a:gd name="T41" fmla="*/ 118 h 196"/>
              <a:gd name="T42" fmla="*/ 33 w 198"/>
              <a:gd name="T43" fmla="*/ 105 h 196"/>
              <a:gd name="T44" fmla="*/ 21 w 198"/>
              <a:gd name="T45" fmla="*/ 93 h 196"/>
              <a:gd name="T46" fmla="*/ 8 w 198"/>
              <a:gd name="T47" fmla="*/ 105 h 196"/>
              <a:gd name="T48" fmla="*/ 23 w 198"/>
              <a:gd name="T49" fmla="*/ 82 h 196"/>
              <a:gd name="T50" fmla="*/ 34 w 198"/>
              <a:gd name="T51" fmla="*/ 89 h 196"/>
              <a:gd name="T52" fmla="*/ 66 w 198"/>
              <a:gd name="T53" fmla="*/ 66 h 196"/>
              <a:gd name="T54" fmla="*/ 23 w 198"/>
              <a:gd name="T55" fmla="*/ 82 h 196"/>
              <a:gd name="T56" fmla="*/ 108 w 198"/>
              <a:gd name="T57" fmla="*/ 72 h 196"/>
              <a:gd name="T58" fmla="*/ 108 w 198"/>
              <a:gd name="T59" fmla="*/ 94 h 196"/>
              <a:gd name="T60" fmla="*/ 125 w 198"/>
              <a:gd name="T61" fmla="*/ 106 h 196"/>
              <a:gd name="T62" fmla="*/ 100 w 198"/>
              <a:gd name="T63" fmla="*/ 119 h 196"/>
              <a:gd name="T64" fmla="*/ 75 w 198"/>
              <a:gd name="T65" fmla="*/ 106 h 196"/>
              <a:gd name="T66" fmla="*/ 92 w 198"/>
              <a:gd name="T67" fmla="*/ 94 h 196"/>
              <a:gd name="T68" fmla="*/ 92 w 198"/>
              <a:gd name="T69" fmla="*/ 72 h 196"/>
              <a:gd name="T70" fmla="*/ 40 w 198"/>
              <a:gd name="T71" fmla="*/ 106 h 196"/>
              <a:gd name="T72" fmla="*/ 98 w 198"/>
              <a:gd name="T73" fmla="*/ 139 h 196"/>
              <a:gd name="T74" fmla="*/ 159 w 198"/>
              <a:gd name="T75" fmla="*/ 106 h 196"/>
              <a:gd name="T76" fmla="*/ 108 w 198"/>
              <a:gd name="T77" fmla="*/ 72 h 196"/>
              <a:gd name="T78" fmla="*/ 97 w 198"/>
              <a:gd name="T79" fmla="*/ 179 h 196"/>
              <a:gd name="T80" fmla="*/ 198 w 198"/>
              <a:gd name="T81" fmla="*/ 133 h 196"/>
              <a:gd name="T82" fmla="*/ 198 w 198"/>
              <a:gd name="T83" fmla="*/ 136 h 196"/>
              <a:gd name="T84" fmla="*/ 97 w 198"/>
              <a:gd name="T85" fmla="*/ 196 h 196"/>
              <a:gd name="T86" fmla="*/ 0 w 198"/>
              <a:gd name="T87" fmla="*/ 136 h 196"/>
              <a:gd name="T88" fmla="*/ 0 w 198"/>
              <a:gd name="T89" fmla="*/ 133 h 196"/>
              <a:gd name="T90" fmla="*/ 97 w 198"/>
              <a:gd name="T91" fmla="*/ 179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8" h="196">
                <a:moveTo>
                  <a:pt x="97" y="166"/>
                </a:moveTo>
                <a:cubicBezTo>
                  <a:pt x="41" y="166"/>
                  <a:pt x="0" y="137"/>
                  <a:pt x="0" y="106"/>
                </a:cubicBezTo>
                <a:cubicBezTo>
                  <a:pt x="0" y="77"/>
                  <a:pt x="38" y="51"/>
                  <a:pt x="92" y="50"/>
                </a:cubicBezTo>
                <a:cubicBezTo>
                  <a:pt x="92" y="35"/>
                  <a:pt x="92" y="35"/>
                  <a:pt x="92" y="35"/>
                </a:cubicBezTo>
                <a:cubicBezTo>
                  <a:pt x="59" y="35"/>
                  <a:pt x="59" y="35"/>
                  <a:pt x="59" y="35"/>
                </a:cubicBezTo>
                <a:cubicBezTo>
                  <a:pt x="55" y="35"/>
                  <a:pt x="51" y="30"/>
                  <a:pt x="51" y="25"/>
                </a:cubicBezTo>
                <a:cubicBezTo>
                  <a:pt x="51" y="21"/>
                  <a:pt x="55" y="15"/>
                  <a:pt x="59" y="15"/>
                </a:cubicBezTo>
                <a:cubicBezTo>
                  <a:pt x="92" y="15"/>
                  <a:pt x="92" y="15"/>
                  <a:pt x="92" y="15"/>
                </a:cubicBezTo>
                <a:cubicBezTo>
                  <a:pt x="92" y="6"/>
                  <a:pt x="92" y="6"/>
                  <a:pt x="92" y="6"/>
                </a:cubicBezTo>
                <a:cubicBezTo>
                  <a:pt x="92" y="3"/>
                  <a:pt x="96" y="0"/>
                  <a:pt x="100" y="0"/>
                </a:cubicBezTo>
                <a:cubicBezTo>
                  <a:pt x="103" y="0"/>
                  <a:pt x="108" y="3"/>
                  <a:pt x="108" y="6"/>
                </a:cubicBezTo>
                <a:cubicBezTo>
                  <a:pt x="108" y="15"/>
                  <a:pt x="108" y="15"/>
                  <a:pt x="108" y="15"/>
                </a:cubicBezTo>
                <a:cubicBezTo>
                  <a:pt x="140" y="15"/>
                  <a:pt x="140" y="15"/>
                  <a:pt x="140" y="15"/>
                </a:cubicBezTo>
                <a:cubicBezTo>
                  <a:pt x="145" y="15"/>
                  <a:pt x="149" y="21"/>
                  <a:pt x="149" y="25"/>
                </a:cubicBezTo>
                <a:cubicBezTo>
                  <a:pt x="149" y="30"/>
                  <a:pt x="145" y="35"/>
                  <a:pt x="140" y="35"/>
                </a:cubicBezTo>
                <a:cubicBezTo>
                  <a:pt x="108" y="35"/>
                  <a:pt x="108" y="35"/>
                  <a:pt x="108" y="35"/>
                </a:cubicBezTo>
                <a:cubicBezTo>
                  <a:pt x="108" y="50"/>
                  <a:pt x="108" y="50"/>
                  <a:pt x="108" y="50"/>
                </a:cubicBezTo>
                <a:cubicBezTo>
                  <a:pt x="160" y="53"/>
                  <a:pt x="198" y="78"/>
                  <a:pt x="198" y="106"/>
                </a:cubicBezTo>
                <a:cubicBezTo>
                  <a:pt x="198" y="137"/>
                  <a:pt x="153" y="166"/>
                  <a:pt x="97" y="166"/>
                </a:cubicBezTo>
                <a:close/>
                <a:moveTo>
                  <a:pt x="8" y="105"/>
                </a:moveTo>
                <a:cubicBezTo>
                  <a:pt x="8" y="112"/>
                  <a:pt x="14" y="118"/>
                  <a:pt x="21" y="118"/>
                </a:cubicBezTo>
                <a:cubicBezTo>
                  <a:pt x="27" y="118"/>
                  <a:pt x="33" y="112"/>
                  <a:pt x="33" y="105"/>
                </a:cubicBezTo>
                <a:cubicBezTo>
                  <a:pt x="33" y="98"/>
                  <a:pt x="27" y="93"/>
                  <a:pt x="21" y="93"/>
                </a:cubicBezTo>
                <a:cubicBezTo>
                  <a:pt x="14" y="93"/>
                  <a:pt x="8" y="98"/>
                  <a:pt x="8" y="105"/>
                </a:cubicBezTo>
                <a:close/>
                <a:moveTo>
                  <a:pt x="23" y="82"/>
                </a:moveTo>
                <a:cubicBezTo>
                  <a:pt x="34" y="89"/>
                  <a:pt x="34" y="89"/>
                  <a:pt x="34" y="89"/>
                </a:cubicBezTo>
                <a:cubicBezTo>
                  <a:pt x="34" y="89"/>
                  <a:pt x="38" y="72"/>
                  <a:pt x="66" y="66"/>
                </a:cubicBezTo>
                <a:cubicBezTo>
                  <a:pt x="44" y="62"/>
                  <a:pt x="23" y="82"/>
                  <a:pt x="23" y="82"/>
                </a:cubicBezTo>
                <a:close/>
                <a:moveTo>
                  <a:pt x="108" y="72"/>
                </a:moveTo>
                <a:cubicBezTo>
                  <a:pt x="108" y="94"/>
                  <a:pt x="108" y="94"/>
                  <a:pt x="108" y="94"/>
                </a:cubicBezTo>
                <a:cubicBezTo>
                  <a:pt x="119" y="95"/>
                  <a:pt x="125" y="100"/>
                  <a:pt x="125" y="106"/>
                </a:cubicBezTo>
                <a:cubicBezTo>
                  <a:pt x="125" y="113"/>
                  <a:pt x="114" y="119"/>
                  <a:pt x="100" y="119"/>
                </a:cubicBezTo>
                <a:cubicBezTo>
                  <a:pt x="87" y="119"/>
                  <a:pt x="75" y="113"/>
                  <a:pt x="75" y="106"/>
                </a:cubicBezTo>
                <a:cubicBezTo>
                  <a:pt x="75" y="101"/>
                  <a:pt x="81" y="96"/>
                  <a:pt x="92" y="94"/>
                </a:cubicBezTo>
                <a:cubicBezTo>
                  <a:pt x="92" y="72"/>
                  <a:pt x="92" y="72"/>
                  <a:pt x="92" y="72"/>
                </a:cubicBezTo>
                <a:cubicBezTo>
                  <a:pt x="61" y="74"/>
                  <a:pt x="40" y="89"/>
                  <a:pt x="40" y="106"/>
                </a:cubicBezTo>
                <a:cubicBezTo>
                  <a:pt x="40" y="124"/>
                  <a:pt x="64" y="139"/>
                  <a:pt x="98" y="139"/>
                </a:cubicBezTo>
                <a:cubicBezTo>
                  <a:pt x="131" y="139"/>
                  <a:pt x="159" y="124"/>
                  <a:pt x="159" y="106"/>
                </a:cubicBezTo>
                <a:cubicBezTo>
                  <a:pt x="159" y="89"/>
                  <a:pt x="138" y="75"/>
                  <a:pt x="108" y="72"/>
                </a:cubicBezTo>
                <a:close/>
                <a:moveTo>
                  <a:pt x="97" y="179"/>
                </a:moveTo>
                <a:cubicBezTo>
                  <a:pt x="146" y="179"/>
                  <a:pt x="187" y="158"/>
                  <a:pt x="198" y="133"/>
                </a:cubicBezTo>
                <a:cubicBezTo>
                  <a:pt x="198" y="134"/>
                  <a:pt x="198" y="135"/>
                  <a:pt x="198" y="136"/>
                </a:cubicBezTo>
                <a:cubicBezTo>
                  <a:pt x="198" y="166"/>
                  <a:pt x="153" y="196"/>
                  <a:pt x="97" y="196"/>
                </a:cubicBezTo>
                <a:cubicBezTo>
                  <a:pt x="41" y="196"/>
                  <a:pt x="0" y="166"/>
                  <a:pt x="0" y="136"/>
                </a:cubicBezTo>
                <a:cubicBezTo>
                  <a:pt x="0" y="135"/>
                  <a:pt x="0" y="134"/>
                  <a:pt x="0" y="133"/>
                </a:cubicBezTo>
                <a:cubicBezTo>
                  <a:pt x="11" y="158"/>
                  <a:pt x="48" y="179"/>
                  <a:pt x="97" y="179"/>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177"/>
          <p:cNvSpPr>
            <a:spLocks noEditPoints="1"/>
          </p:cNvSpPr>
          <p:nvPr/>
        </p:nvSpPr>
        <p:spPr bwMode="auto">
          <a:xfrm>
            <a:off x="2114864" y="2519363"/>
            <a:ext cx="395288" cy="371475"/>
          </a:xfrm>
          <a:custGeom>
            <a:avLst/>
            <a:gdLst>
              <a:gd name="T0" fmla="*/ 144 w 200"/>
              <a:gd name="T1" fmla="*/ 141 h 188"/>
              <a:gd name="T2" fmla="*/ 101 w 200"/>
              <a:gd name="T3" fmla="*/ 9 h 188"/>
              <a:gd name="T4" fmla="*/ 87 w 200"/>
              <a:gd name="T5" fmla="*/ 2 h 188"/>
              <a:gd name="T6" fmla="*/ 9 w 200"/>
              <a:gd name="T7" fmla="*/ 28 h 188"/>
              <a:gd name="T8" fmla="*/ 2 w 200"/>
              <a:gd name="T9" fmla="*/ 42 h 188"/>
              <a:gd name="T10" fmla="*/ 46 w 200"/>
              <a:gd name="T11" fmla="*/ 175 h 188"/>
              <a:gd name="T12" fmla="*/ 60 w 200"/>
              <a:gd name="T13" fmla="*/ 182 h 188"/>
              <a:gd name="T14" fmla="*/ 137 w 200"/>
              <a:gd name="T15" fmla="*/ 155 h 188"/>
              <a:gd name="T16" fmla="*/ 144 w 200"/>
              <a:gd name="T17" fmla="*/ 141 h 188"/>
              <a:gd name="T18" fmla="*/ 92 w 200"/>
              <a:gd name="T19" fmla="*/ 102 h 188"/>
              <a:gd name="T20" fmla="*/ 85 w 200"/>
              <a:gd name="T21" fmla="*/ 121 h 188"/>
              <a:gd name="T22" fmla="*/ 66 w 200"/>
              <a:gd name="T23" fmla="*/ 112 h 188"/>
              <a:gd name="T24" fmla="*/ 39 w 200"/>
              <a:gd name="T25" fmla="*/ 98 h 188"/>
              <a:gd name="T26" fmla="*/ 68 w 200"/>
              <a:gd name="T27" fmla="*/ 78 h 188"/>
              <a:gd name="T28" fmla="*/ 102 w 200"/>
              <a:gd name="T29" fmla="*/ 73 h 188"/>
              <a:gd name="T30" fmla="*/ 92 w 200"/>
              <a:gd name="T31" fmla="*/ 102 h 188"/>
              <a:gd name="T32" fmla="*/ 194 w 200"/>
              <a:gd name="T33" fmla="*/ 30 h 188"/>
              <a:gd name="T34" fmla="*/ 182 w 200"/>
              <a:gd name="T35" fmla="*/ 19 h 188"/>
              <a:gd name="T36" fmla="*/ 164 w 200"/>
              <a:gd name="T37" fmla="*/ 19 h 188"/>
              <a:gd name="T38" fmla="*/ 185 w 200"/>
              <a:gd name="T39" fmla="*/ 162 h 188"/>
              <a:gd name="T40" fmla="*/ 179 w 200"/>
              <a:gd name="T41" fmla="*/ 172 h 188"/>
              <a:gd name="T42" fmla="*/ 100 w 200"/>
              <a:gd name="T43" fmla="*/ 185 h 188"/>
              <a:gd name="T44" fmla="*/ 108 w 200"/>
              <a:gd name="T45" fmla="*/ 188 h 188"/>
              <a:gd name="T46" fmla="*/ 189 w 200"/>
              <a:gd name="T47" fmla="*/ 183 h 188"/>
              <a:gd name="T48" fmla="*/ 200 w 200"/>
              <a:gd name="T49" fmla="*/ 171 h 188"/>
              <a:gd name="T50" fmla="*/ 194 w 200"/>
              <a:gd name="T51" fmla="*/ 30 h 188"/>
              <a:gd name="T52" fmla="*/ 173 w 200"/>
              <a:gd name="T53" fmla="*/ 155 h 188"/>
              <a:gd name="T54" fmla="*/ 151 w 200"/>
              <a:gd name="T55" fmla="*/ 18 h 188"/>
              <a:gd name="T56" fmla="*/ 138 w 200"/>
              <a:gd name="T57" fmla="*/ 9 h 188"/>
              <a:gd name="T58" fmla="*/ 114 w 200"/>
              <a:gd name="T59" fmla="*/ 13 h 188"/>
              <a:gd name="T60" fmla="*/ 151 w 200"/>
              <a:gd name="T61" fmla="*/ 148 h 188"/>
              <a:gd name="T62" fmla="*/ 147 w 200"/>
              <a:gd name="T63" fmla="*/ 158 h 188"/>
              <a:gd name="T64" fmla="*/ 76 w 200"/>
              <a:gd name="T65" fmla="*/ 181 h 188"/>
              <a:gd name="T66" fmla="*/ 85 w 200"/>
              <a:gd name="T67" fmla="*/ 183 h 188"/>
              <a:gd name="T68" fmla="*/ 164 w 200"/>
              <a:gd name="T69" fmla="*/ 168 h 188"/>
              <a:gd name="T70" fmla="*/ 173 w 200"/>
              <a:gd name="T71" fmla="*/ 155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0" h="188">
                <a:moveTo>
                  <a:pt x="144" y="141"/>
                </a:moveTo>
                <a:cubicBezTo>
                  <a:pt x="101" y="9"/>
                  <a:pt x="101" y="9"/>
                  <a:pt x="101" y="9"/>
                </a:cubicBezTo>
                <a:cubicBezTo>
                  <a:pt x="99" y="3"/>
                  <a:pt x="93" y="0"/>
                  <a:pt x="87" y="2"/>
                </a:cubicBezTo>
                <a:cubicBezTo>
                  <a:pt x="9" y="28"/>
                  <a:pt x="9" y="28"/>
                  <a:pt x="9" y="28"/>
                </a:cubicBezTo>
                <a:cubicBezTo>
                  <a:pt x="3" y="30"/>
                  <a:pt x="0" y="36"/>
                  <a:pt x="2" y="42"/>
                </a:cubicBezTo>
                <a:cubicBezTo>
                  <a:pt x="46" y="175"/>
                  <a:pt x="46" y="175"/>
                  <a:pt x="46" y="175"/>
                </a:cubicBezTo>
                <a:cubicBezTo>
                  <a:pt x="48" y="181"/>
                  <a:pt x="54" y="184"/>
                  <a:pt x="60" y="182"/>
                </a:cubicBezTo>
                <a:cubicBezTo>
                  <a:pt x="137" y="155"/>
                  <a:pt x="137" y="155"/>
                  <a:pt x="137" y="155"/>
                </a:cubicBezTo>
                <a:cubicBezTo>
                  <a:pt x="143" y="153"/>
                  <a:pt x="146" y="147"/>
                  <a:pt x="144" y="141"/>
                </a:cubicBezTo>
                <a:close/>
                <a:moveTo>
                  <a:pt x="92" y="102"/>
                </a:moveTo>
                <a:cubicBezTo>
                  <a:pt x="88" y="109"/>
                  <a:pt x="84" y="118"/>
                  <a:pt x="85" y="121"/>
                </a:cubicBezTo>
                <a:cubicBezTo>
                  <a:pt x="83" y="119"/>
                  <a:pt x="75" y="114"/>
                  <a:pt x="66" y="112"/>
                </a:cubicBezTo>
                <a:cubicBezTo>
                  <a:pt x="57" y="110"/>
                  <a:pt x="44" y="110"/>
                  <a:pt x="39" y="98"/>
                </a:cubicBezTo>
                <a:cubicBezTo>
                  <a:pt x="30" y="76"/>
                  <a:pt x="52" y="62"/>
                  <a:pt x="68" y="78"/>
                </a:cubicBezTo>
                <a:cubicBezTo>
                  <a:pt x="68" y="56"/>
                  <a:pt x="93" y="51"/>
                  <a:pt x="102" y="73"/>
                </a:cubicBezTo>
                <a:cubicBezTo>
                  <a:pt x="107" y="85"/>
                  <a:pt x="98" y="94"/>
                  <a:pt x="92" y="102"/>
                </a:cubicBezTo>
                <a:close/>
                <a:moveTo>
                  <a:pt x="194" y="30"/>
                </a:moveTo>
                <a:cubicBezTo>
                  <a:pt x="193" y="23"/>
                  <a:pt x="188" y="19"/>
                  <a:pt x="182" y="19"/>
                </a:cubicBezTo>
                <a:cubicBezTo>
                  <a:pt x="182" y="19"/>
                  <a:pt x="178" y="19"/>
                  <a:pt x="164" y="19"/>
                </a:cubicBezTo>
                <a:cubicBezTo>
                  <a:pt x="175" y="93"/>
                  <a:pt x="178" y="106"/>
                  <a:pt x="185" y="162"/>
                </a:cubicBezTo>
                <a:cubicBezTo>
                  <a:pt x="187" y="173"/>
                  <a:pt x="179" y="172"/>
                  <a:pt x="179" y="172"/>
                </a:cubicBezTo>
                <a:cubicBezTo>
                  <a:pt x="180" y="175"/>
                  <a:pt x="112" y="183"/>
                  <a:pt x="100" y="185"/>
                </a:cubicBezTo>
                <a:cubicBezTo>
                  <a:pt x="103" y="187"/>
                  <a:pt x="105" y="188"/>
                  <a:pt x="108" y="188"/>
                </a:cubicBezTo>
                <a:cubicBezTo>
                  <a:pt x="189" y="183"/>
                  <a:pt x="189" y="183"/>
                  <a:pt x="189" y="183"/>
                </a:cubicBezTo>
                <a:cubicBezTo>
                  <a:pt x="196" y="183"/>
                  <a:pt x="200" y="177"/>
                  <a:pt x="200" y="171"/>
                </a:cubicBezTo>
                <a:lnTo>
                  <a:pt x="194" y="30"/>
                </a:lnTo>
                <a:close/>
                <a:moveTo>
                  <a:pt x="173" y="155"/>
                </a:moveTo>
                <a:cubicBezTo>
                  <a:pt x="151" y="18"/>
                  <a:pt x="151" y="18"/>
                  <a:pt x="151" y="18"/>
                </a:cubicBezTo>
                <a:cubicBezTo>
                  <a:pt x="150" y="12"/>
                  <a:pt x="144" y="8"/>
                  <a:pt x="138" y="9"/>
                </a:cubicBezTo>
                <a:cubicBezTo>
                  <a:pt x="138" y="9"/>
                  <a:pt x="127" y="11"/>
                  <a:pt x="114" y="13"/>
                </a:cubicBezTo>
                <a:cubicBezTo>
                  <a:pt x="136" y="83"/>
                  <a:pt x="139" y="93"/>
                  <a:pt x="151" y="148"/>
                </a:cubicBezTo>
                <a:cubicBezTo>
                  <a:pt x="154" y="158"/>
                  <a:pt x="147" y="158"/>
                  <a:pt x="147" y="158"/>
                </a:cubicBezTo>
                <a:cubicBezTo>
                  <a:pt x="147" y="161"/>
                  <a:pt x="88" y="177"/>
                  <a:pt x="76" y="181"/>
                </a:cubicBezTo>
                <a:cubicBezTo>
                  <a:pt x="79" y="183"/>
                  <a:pt x="82" y="184"/>
                  <a:pt x="85" y="183"/>
                </a:cubicBezTo>
                <a:cubicBezTo>
                  <a:pt x="164" y="168"/>
                  <a:pt x="164" y="168"/>
                  <a:pt x="164" y="168"/>
                </a:cubicBezTo>
                <a:cubicBezTo>
                  <a:pt x="171" y="167"/>
                  <a:pt x="175" y="161"/>
                  <a:pt x="173" y="155"/>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178"/>
          <p:cNvSpPr>
            <a:spLocks noEditPoints="1"/>
          </p:cNvSpPr>
          <p:nvPr/>
        </p:nvSpPr>
        <p:spPr bwMode="auto">
          <a:xfrm>
            <a:off x="2613339" y="2530475"/>
            <a:ext cx="395288" cy="368300"/>
          </a:xfrm>
          <a:custGeom>
            <a:avLst/>
            <a:gdLst>
              <a:gd name="T0" fmla="*/ 135 w 200"/>
              <a:gd name="T1" fmla="*/ 22 h 186"/>
              <a:gd name="T2" fmla="*/ 68 w 200"/>
              <a:gd name="T3" fmla="*/ 22 h 186"/>
              <a:gd name="T4" fmla="*/ 68 w 200"/>
              <a:gd name="T5" fmla="*/ 62 h 186"/>
              <a:gd name="T6" fmla="*/ 136 w 200"/>
              <a:gd name="T7" fmla="*/ 22 h 186"/>
              <a:gd name="T8" fmla="*/ 104 w 200"/>
              <a:gd name="T9" fmla="*/ 50 h 186"/>
              <a:gd name="T10" fmla="*/ 123 w 200"/>
              <a:gd name="T11" fmla="*/ 34 h 186"/>
              <a:gd name="T12" fmla="*/ 124 w 200"/>
              <a:gd name="T13" fmla="*/ 50 h 186"/>
              <a:gd name="T14" fmla="*/ 184 w 200"/>
              <a:gd name="T15" fmla="*/ 170 h 186"/>
              <a:gd name="T16" fmla="*/ 16 w 200"/>
              <a:gd name="T17" fmla="*/ 82 h 186"/>
              <a:gd name="T18" fmla="*/ 140 w 200"/>
              <a:gd name="T19" fmla="*/ 98 h 186"/>
              <a:gd name="T20" fmla="*/ 180 w 200"/>
              <a:gd name="T21" fmla="*/ 107 h 186"/>
              <a:gd name="T22" fmla="*/ 140 w 200"/>
              <a:gd name="T23" fmla="*/ 154 h 186"/>
              <a:gd name="T24" fmla="*/ 138 w 200"/>
              <a:gd name="T25" fmla="*/ 113 h 186"/>
              <a:gd name="T26" fmla="*/ 80 w 200"/>
              <a:gd name="T27" fmla="*/ 98 h 186"/>
              <a:gd name="T28" fmla="*/ 120 w 200"/>
              <a:gd name="T29" fmla="*/ 107 h 186"/>
              <a:gd name="T30" fmla="*/ 80 w 200"/>
              <a:gd name="T31" fmla="*/ 154 h 186"/>
              <a:gd name="T32" fmla="*/ 78 w 200"/>
              <a:gd name="T33" fmla="*/ 113 h 186"/>
              <a:gd name="T34" fmla="*/ 24 w 200"/>
              <a:gd name="T35" fmla="*/ 98 h 186"/>
              <a:gd name="T36" fmla="*/ 64 w 200"/>
              <a:gd name="T37" fmla="*/ 107 h 186"/>
              <a:gd name="T38" fmla="*/ 24 w 200"/>
              <a:gd name="T39" fmla="*/ 154 h 186"/>
              <a:gd name="T40" fmla="*/ 22 w 200"/>
              <a:gd name="T41" fmla="*/ 113 h 186"/>
              <a:gd name="T42" fmla="*/ 180 w 200"/>
              <a:gd name="T43" fmla="*/ 66 h 186"/>
              <a:gd name="T44" fmla="*/ 0 w 200"/>
              <a:gd name="T45" fmla="*/ 86 h 186"/>
              <a:gd name="T46" fmla="*/ 20 w 200"/>
              <a:gd name="T47" fmla="*/ 186 h 186"/>
              <a:gd name="T48" fmla="*/ 200 w 200"/>
              <a:gd name="T49" fmla="*/ 166 h 186"/>
              <a:gd name="T50" fmla="*/ 180 w 200"/>
              <a:gd name="T51" fmla="*/ 66 h 186"/>
              <a:gd name="T52" fmla="*/ 172 w 200"/>
              <a:gd name="T53" fmla="*/ 178 h 186"/>
              <a:gd name="T54" fmla="*/ 8 w 200"/>
              <a:gd name="T55" fmla="*/ 158 h 186"/>
              <a:gd name="T56" fmla="*/ 28 w 200"/>
              <a:gd name="T57" fmla="*/ 74 h 186"/>
              <a:gd name="T58" fmla="*/ 192 w 200"/>
              <a:gd name="T59" fmla="*/ 94 h 186"/>
              <a:gd name="T60" fmla="*/ 56 w 200"/>
              <a:gd name="T61" fmla="*/ 36 h 186"/>
              <a:gd name="T62" fmla="*/ 54 w 200"/>
              <a:gd name="T63" fmla="*/ 53 h 186"/>
              <a:gd name="T64" fmla="*/ 58 w 200"/>
              <a:gd name="T65" fmla="*/ 10 h 186"/>
              <a:gd name="T66" fmla="*/ 52 w 200"/>
              <a:gd name="T67" fmla="*/ 26 h 186"/>
              <a:gd name="T68" fmla="*/ 147 w 200"/>
              <a:gd name="T69" fmla="*/ 53 h 186"/>
              <a:gd name="T70" fmla="*/ 145 w 200"/>
              <a:gd name="T71" fmla="*/ 36 h 186"/>
              <a:gd name="T72" fmla="*/ 188 w 200"/>
              <a:gd name="T73" fmla="*/ 5 h 186"/>
              <a:gd name="T74" fmla="*/ 149 w 200"/>
              <a:gd name="T75" fmla="*/ 2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0" h="186">
                <a:moveTo>
                  <a:pt x="136" y="22"/>
                </a:moveTo>
                <a:cubicBezTo>
                  <a:pt x="135" y="22"/>
                  <a:pt x="135" y="22"/>
                  <a:pt x="135" y="22"/>
                </a:cubicBezTo>
                <a:cubicBezTo>
                  <a:pt x="134" y="10"/>
                  <a:pt x="118" y="0"/>
                  <a:pt x="101" y="0"/>
                </a:cubicBezTo>
                <a:cubicBezTo>
                  <a:pt x="84" y="0"/>
                  <a:pt x="70" y="10"/>
                  <a:pt x="68" y="22"/>
                </a:cubicBezTo>
                <a:cubicBezTo>
                  <a:pt x="68" y="22"/>
                  <a:pt x="68" y="22"/>
                  <a:pt x="68" y="22"/>
                </a:cubicBezTo>
                <a:cubicBezTo>
                  <a:pt x="68" y="62"/>
                  <a:pt x="68" y="62"/>
                  <a:pt x="68" y="62"/>
                </a:cubicBezTo>
                <a:cubicBezTo>
                  <a:pt x="136" y="62"/>
                  <a:pt x="136" y="62"/>
                  <a:pt x="136" y="62"/>
                </a:cubicBezTo>
                <a:lnTo>
                  <a:pt x="136" y="22"/>
                </a:lnTo>
                <a:close/>
                <a:moveTo>
                  <a:pt x="124" y="50"/>
                </a:moveTo>
                <a:cubicBezTo>
                  <a:pt x="104" y="50"/>
                  <a:pt x="104" y="50"/>
                  <a:pt x="104" y="50"/>
                </a:cubicBezTo>
                <a:cubicBezTo>
                  <a:pt x="104" y="15"/>
                  <a:pt x="104" y="15"/>
                  <a:pt x="104" y="15"/>
                </a:cubicBezTo>
                <a:cubicBezTo>
                  <a:pt x="118" y="18"/>
                  <a:pt x="122" y="24"/>
                  <a:pt x="123" y="34"/>
                </a:cubicBezTo>
                <a:cubicBezTo>
                  <a:pt x="124" y="34"/>
                  <a:pt x="124" y="34"/>
                  <a:pt x="124" y="34"/>
                </a:cubicBezTo>
                <a:lnTo>
                  <a:pt x="124" y="50"/>
                </a:lnTo>
                <a:close/>
                <a:moveTo>
                  <a:pt x="16" y="170"/>
                </a:moveTo>
                <a:cubicBezTo>
                  <a:pt x="184" y="170"/>
                  <a:pt x="184" y="170"/>
                  <a:pt x="184" y="170"/>
                </a:cubicBezTo>
                <a:cubicBezTo>
                  <a:pt x="184" y="82"/>
                  <a:pt x="184" y="82"/>
                  <a:pt x="184" y="82"/>
                </a:cubicBezTo>
                <a:cubicBezTo>
                  <a:pt x="16" y="82"/>
                  <a:pt x="16" y="82"/>
                  <a:pt x="16" y="82"/>
                </a:cubicBezTo>
                <a:lnTo>
                  <a:pt x="16" y="170"/>
                </a:lnTo>
                <a:close/>
                <a:moveTo>
                  <a:pt x="140" y="98"/>
                </a:moveTo>
                <a:cubicBezTo>
                  <a:pt x="180" y="98"/>
                  <a:pt x="180" y="98"/>
                  <a:pt x="180" y="98"/>
                </a:cubicBezTo>
                <a:cubicBezTo>
                  <a:pt x="180" y="107"/>
                  <a:pt x="180" y="107"/>
                  <a:pt x="180" y="107"/>
                </a:cubicBezTo>
                <a:cubicBezTo>
                  <a:pt x="158" y="154"/>
                  <a:pt x="158" y="154"/>
                  <a:pt x="158" y="154"/>
                </a:cubicBezTo>
                <a:cubicBezTo>
                  <a:pt x="140" y="154"/>
                  <a:pt x="140" y="154"/>
                  <a:pt x="140" y="154"/>
                </a:cubicBezTo>
                <a:cubicBezTo>
                  <a:pt x="166" y="110"/>
                  <a:pt x="166" y="110"/>
                  <a:pt x="166" y="110"/>
                </a:cubicBezTo>
                <a:cubicBezTo>
                  <a:pt x="138" y="113"/>
                  <a:pt x="138" y="113"/>
                  <a:pt x="138" y="113"/>
                </a:cubicBezTo>
                <a:lnTo>
                  <a:pt x="140" y="98"/>
                </a:lnTo>
                <a:close/>
                <a:moveTo>
                  <a:pt x="80" y="98"/>
                </a:moveTo>
                <a:cubicBezTo>
                  <a:pt x="120" y="98"/>
                  <a:pt x="120" y="98"/>
                  <a:pt x="120" y="98"/>
                </a:cubicBezTo>
                <a:cubicBezTo>
                  <a:pt x="120" y="107"/>
                  <a:pt x="120" y="107"/>
                  <a:pt x="120" y="107"/>
                </a:cubicBezTo>
                <a:cubicBezTo>
                  <a:pt x="98" y="154"/>
                  <a:pt x="98" y="154"/>
                  <a:pt x="98" y="154"/>
                </a:cubicBezTo>
                <a:cubicBezTo>
                  <a:pt x="80" y="154"/>
                  <a:pt x="80" y="154"/>
                  <a:pt x="80" y="154"/>
                </a:cubicBezTo>
                <a:cubicBezTo>
                  <a:pt x="106" y="110"/>
                  <a:pt x="106" y="110"/>
                  <a:pt x="106" y="110"/>
                </a:cubicBezTo>
                <a:cubicBezTo>
                  <a:pt x="78" y="113"/>
                  <a:pt x="78" y="113"/>
                  <a:pt x="78" y="113"/>
                </a:cubicBezTo>
                <a:lnTo>
                  <a:pt x="80" y="98"/>
                </a:lnTo>
                <a:close/>
                <a:moveTo>
                  <a:pt x="24" y="98"/>
                </a:moveTo>
                <a:cubicBezTo>
                  <a:pt x="64" y="98"/>
                  <a:pt x="64" y="98"/>
                  <a:pt x="64" y="98"/>
                </a:cubicBezTo>
                <a:cubicBezTo>
                  <a:pt x="64" y="107"/>
                  <a:pt x="64" y="107"/>
                  <a:pt x="64" y="107"/>
                </a:cubicBezTo>
                <a:cubicBezTo>
                  <a:pt x="42" y="154"/>
                  <a:pt x="42" y="154"/>
                  <a:pt x="42" y="154"/>
                </a:cubicBezTo>
                <a:cubicBezTo>
                  <a:pt x="24" y="154"/>
                  <a:pt x="24" y="154"/>
                  <a:pt x="24" y="154"/>
                </a:cubicBezTo>
                <a:cubicBezTo>
                  <a:pt x="50" y="110"/>
                  <a:pt x="50" y="110"/>
                  <a:pt x="50" y="110"/>
                </a:cubicBezTo>
                <a:cubicBezTo>
                  <a:pt x="22" y="113"/>
                  <a:pt x="22" y="113"/>
                  <a:pt x="22" y="113"/>
                </a:cubicBezTo>
                <a:lnTo>
                  <a:pt x="24" y="98"/>
                </a:lnTo>
                <a:close/>
                <a:moveTo>
                  <a:pt x="180" y="66"/>
                </a:moveTo>
                <a:cubicBezTo>
                  <a:pt x="20" y="66"/>
                  <a:pt x="20" y="66"/>
                  <a:pt x="20" y="66"/>
                </a:cubicBezTo>
                <a:cubicBezTo>
                  <a:pt x="9" y="66"/>
                  <a:pt x="0" y="75"/>
                  <a:pt x="0" y="86"/>
                </a:cubicBezTo>
                <a:cubicBezTo>
                  <a:pt x="0" y="166"/>
                  <a:pt x="0" y="166"/>
                  <a:pt x="0" y="166"/>
                </a:cubicBezTo>
                <a:cubicBezTo>
                  <a:pt x="0" y="177"/>
                  <a:pt x="9" y="186"/>
                  <a:pt x="20" y="186"/>
                </a:cubicBezTo>
                <a:cubicBezTo>
                  <a:pt x="180" y="186"/>
                  <a:pt x="180" y="186"/>
                  <a:pt x="180" y="186"/>
                </a:cubicBezTo>
                <a:cubicBezTo>
                  <a:pt x="191" y="186"/>
                  <a:pt x="200" y="177"/>
                  <a:pt x="200" y="166"/>
                </a:cubicBezTo>
                <a:cubicBezTo>
                  <a:pt x="200" y="86"/>
                  <a:pt x="200" y="86"/>
                  <a:pt x="200" y="86"/>
                </a:cubicBezTo>
                <a:cubicBezTo>
                  <a:pt x="200" y="75"/>
                  <a:pt x="191" y="66"/>
                  <a:pt x="180" y="66"/>
                </a:cubicBezTo>
                <a:close/>
                <a:moveTo>
                  <a:pt x="192" y="158"/>
                </a:moveTo>
                <a:cubicBezTo>
                  <a:pt x="192" y="169"/>
                  <a:pt x="183" y="178"/>
                  <a:pt x="172" y="178"/>
                </a:cubicBezTo>
                <a:cubicBezTo>
                  <a:pt x="28" y="178"/>
                  <a:pt x="28" y="178"/>
                  <a:pt x="28" y="178"/>
                </a:cubicBezTo>
                <a:cubicBezTo>
                  <a:pt x="17" y="178"/>
                  <a:pt x="8" y="169"/>
                  <a:pt x="8" y="158"/>
                </a:cubicBezTo>
                <a:cubicBezTo>
                  <a:pt x="8" y="94"/>
                  <a:pt x="8" y="94"/>
                  <a:pt x="8" y="94"/>
                </a:cubicBezTo>
                <a:cubicBezTo>
                  <a:pt x="8" y="83"/>
                  <a:pt x="17" y="74"/>
                  <a:pt x="28" y="74"/>
                </a:cubicBezTo>
                <a:cubicBezTo>
                  <a:pt x="172" y="74"/>
                  <a:pt x="172" y="74"/>
                  <a:pt x="172" y="74"/>
                </a:cubicBezTo>
                <a:cubicBezTo>
                  <a:pt x="183" y="74"/>
                  <a:pt x="192" y="83"/>
                  <a:pt x="192" y="94"/>
                </a:cubicBezTo>
                <a:lnTo>
                  <a:pt x="192" y="158"/>
                </a:lnTo>
                <a:close/>
                <a:moveTo>
                  <a:pt x="56" y="36"/>
                </a:moveTo>
                <a:cubicBezTo>
                  <a:pt x="11" y="43"/>
                  <a:pt x="11" y="43"/>
                  <a:pt x="11" y="43"/>
                </a:cubicBezTo>
                <a:cubicBezTo>
                  <a:pt x="54" y="53"/>
                  <a:pt x="54" y="53"/>
                  <a:pt x="54" y="53"/>
                </a:cubicBezTo>
                <a:lnTo>
                  <a:pt x="56" y="36"/>
                </a:lnTo>
                <a:close/>
                <a:moveTo>
                  <a:pt x="58" y="10"/>
                </a:moveTo>
                <a:cubicBezTo>
                  <a:pt x="13" y="5"/>
                  <a:pt x="13" y="5"/>
                  <a:pt x="13" y="5"/>
                </a:cubicBezTo>
                <a:cubicBezTo>
                  <a:pt x="52" y="26"/>
                  <a:pt x="52" y="26"/>
                  <a:pt x="52" y="26"/>
                </a:cubicBezTo>
                <a:lnTo>
                  <a:pt x="58" y="10"/>
                </a:lnTo>
                <a:close/>
                <a:moveTo>
                  <a:pt x="147" y="53"/>
                </a:moveTo>
                <a:cubicBezTo>
                  <a:pt x="190" y="43"/>
                  <a:pt x="190" y="43"/>
                  <a:pt x="190" y="43"/>
                </a:cubicBezTo>
                <a:cubicBezTo>
                  <a:pt x="145" y="36"/>
                  <a:pt x="145" y="36"/>
                  <a:pt x="145" y="36"/>
                </a:cubicBezTo>
                <a:lnTo>
                  <a:pt x="147" y="53"/>
                </a:lnTo>
                <a:close/>
                <a:moveTo>
                  <a:pt x="188" y="5"/>
                </a:moveTo>
                <a:cubicBezTo>
                  <a:pt x="143" y="10"/>
                  <a:pt x="143" y="10"/>
                  <a:pt x="143" y="10"/>
                </a:cubicBezTo>
                <a:cubicBezTo>
                  <a:pt x="149" y="26"/>
                  <a:pt x="149" y="26"/>
                  <a:pt x="149" y="26"/>
                </a:cubicBezTo>
                <a:lnTo>
                  <a:pt x="188" y="5"/>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179"/>
          <p:cNvSpPr>
            <a:spLocks noEditPoints="1"/>
          </p:cNvSpPr>
          <p:nvPr/>
        </p:nvSpPr>
        <p:spPr bwMode="auto">
          <a:xfrm>
            <a:off x="3034026" y="2508250"/>
            <a:ext cx="517525" cy="393700"/>
          </a:xfrm>
          <a:custGeom>
            <a:avLst/>
            <a:gdLst>
              <a:gd name="T0" fmla="*/ 130 w 261"/>
              <a:gd name="T1" fmla="*/ 199 h 199"/>
              <a:gd name="T2" fmla="*/ 130 w 261"/>
              <a:gd name="T3" fmla="*/ 199 h 199"/>
              <a:gd name="T4" fmla="*/ 130 w 261"/>
              <a:gd name="T5" fmla="*/ 199 h 199"/>
              <a:gd name="T6" fmla="*/ 53 w 261"/>
              <a:gd name="T7" fmla="*/ 40 h 199"/>
              <a:gd name="T8" fmla="*/ 63 w 261"/>
              <a:gd name="T9" fmla="*/ 5 h 199"/>
              <a:gd name="T10" fmla="*/ 96 w 261"/>
              <a:gd name="T11" fmla="*/ 17 h 199"/>
              <a:gd name="T12" fmla="*/ 86 w 261"/>
              <a:gd name="T13" fmla="*/ 53 h 199"/>
              <a:gd name="T14" fmla="*/ 74 w 261"/>
              <a:gd name="T15" fmla="*/ 54 h 199"/>
              <a:gd name="T16" fmla="*/ 186 w 261"/>
              <a:gd name="T17" fmla="*/ 54 h 199"/>
              <a:gd name="T18" fmla="*/ 174 w 261"/>
              <a:gd name="T19" fmla="*/ 53 h 199"/>
              <a:gd name="T20" fmla="*/ 164 w 261"/>
              <a:gd name="T21" fmla="*/ 17 h 199"/>
              <a:gd name="T22" fmla="*/ 198 w 261"/>
              <a:gd name="T23" fmla="*/ 5 h 199"/>
              <a:gd name="T24" fmla="*/ 208 w 261"/>
              <a:gd name="T25" fmla="*/ 40 h 199"/>
              <a:gd name="T26" fmla="*/ 49 w 261"/>
              <a:gd name="T27" fmla="*/ 109 h 199"/>
              <a:gd name="T28" fmla="*/ 64 w 261"/>
              <a:gd name="T29" fmla="*/ 109 h 199"/>
              <a:gd name="T30" fmla="*/ 49 w 261"/>
              <a:gd name="T31" fmla="*/ 109 h 199"/>
              <a:gd name="T32" fmla="*/ 54 w 261"/>
              <a:gd name="T33" fmla="*/ 69 h 199"/>
              <a:gd name="T34" fmla="*/ 65 w 261"/>
              <a:gd name="T35" fmla="*/ 69 h 199"/>
              <a:gd name="T36" fmla="*/ 71 w 261"/>
              <a:gd name="T37" fmla="*/ 139 h 199"/>
              <a:gd name="T38" fmla="*/ 71 w 261"/>
              <a:gd name="T39" fmla="*/ 159 h 199"/>
              <a:gd name="T40" fmla="*/ 71 w 261"/>
              <a:gd name="T41" fmla="*/ 139 h 199"/>
              <a:gd name="T42" fmla="*/ 96 w 261"/>
              <a:gd name="T43" fmla="*/ 173 h 199"/>
              <a:gd name="T44" fmla="*/ 117 w 261"/>
              <a:gd name="T45" fmla="*/ 173 h 199"/>
              <a:gd name="T46" fmla="*/ 153 w 261"/>
              <a:gd name="T47" fmla="*/ 161 h 199"/>
              <a:gd name="T48" fmla="*/ 153 w 261"/>
              <a:gd name="T49" fmla="*/ 184 h 199"/>
              <a:gd name="T50" fmla="*/ 153 w 261"/>
              <a:gd name="T51" fmla="*/ 161 h 199"/>
              <a:gd name="T52" fmla="*/ 211 w 261"/>
              <a:gd name="T53" fmla="*/ 109 h 199"/>
              <a:gd name="T54" fmla="*/ 197 w 261"/>
              <a:gd name="T55" fmla="*/ 109 h 199"/>
              <a:gd name="T56" fmla="*/ 190 w 261"/>
              <a:gd name="T57" fmla="*/ 139 h 199"/>
              <a:gd name="T58" fmla="*/ 190 w 261"/>
              <a:gd name="T59" fmla="*/ 159 h 199"/>
              <a:gd name="T60" fmla="*/ 190 w 261"/>
              <a:gd name="T61" fmla="*/ 139 h 199"/>
              <a:gd name="T62" fmla="*/ 200 w 261"/>
              <a:gd name="T63" fmla="*/ 75 h 199"/>
              <a:gd name="T64" fmla="*/ 200 w 261"/>
              <a:gd name="T65" fmla="*/ 63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61" h="199">
                <a:moveTo>
                  <a:pt x="204" y="43"/>
                </a:moveTo>
                <a:cubicBezTo>
                  <a:pt x="217" y="74"/>
                  <a:pt x="261" y="187"/>
                  <a:pt x="130" y="199"/>
                </a:cubicBezTo>
                <a:cubicBezTo>
                  <a:pt x="130" y="199"/>
                  <a:pt x="130" y="199"/>
                  <a:pt x="130" y="199"/>
                </a:cubicBezTo>
                <a:cubicBezTo>
                  <a:pt x="130" y="199"/>
                  <a:pt x="130" y="199"/>
                  <a:pt x="130" y="199"/>
                </a:cubicBezTo>
                <a:cubicBezTo>
                  <a:pt x="130" y="199"/>
                  <a:pt x="130" y="199"/>
                  <a:pt x="130" y="199"/>
                </a:cubicBezTo>
                <a:cubicBezTo>
                  <a:pt x="130" y="199"/>
                  <a:pt x="130" y="199"/>
                  <a:pt x="130" y="199"/>
                </a:cubicBezTo>
                <a:cubicBezTo>
                  <a:pt x="0" y="187"/>
                  <a:pt x="43" y="74"/>
                  <a:pt x="57" y="43"/>
                </a:cubicBezTo>
                <a:cubicBezTo>
                  <a:pt x="53" y="40"/>
                  <a:pt x="53" y="40"/>
                  <a:pt x="53" y="40"/>
                </a:cubicBezTo>
                <a:cubicBezTo>
                  <a:pt x="49" y="38"/>
                  <a:pt x="48" y="33"/>
                  <a:pt x="50" y="29"/>
                </a:cubicBezTo>
                <a:cubicBezTo>
                  <a:pt x="63" y="5"/>
                  <a:pt x="63" y="5"/>
                  <a:pt x="63" y="5"/>
                </a:cubicBezTo>
                <a:cubicBezTo>
                  <a:pt x="65" y="1"/>
                  <a:pt x="69" y="0"/>
                  <a:pt x="73" y="2"/>
                </a:cubicBezTo>
                <a:cubicBezTo>
                  <a:pt x="96" y="17"/>
                  <a:pt x="96" y="17"/>
                  <a:pt x="96" y="17"/>
                </a:cubicBezTo>
                <a:cubicBezTo>
                  <a:pt x="99" y="20"/>
                  <a:pt x="101" y="24"/>
                  <a:pt x="99" y="28"/>
                </a:cubicBezTo>
                <a:cubicBezTo>
                  <a:pt x="86" y="53"/>
                  <a:pt x="86" y="53"/>
                  <a:pt x="86" y="53"/>
                </a:cubicBezTo>
                <a:cubicBezTo>
                  <a:pt x="84" y="56"/>
                  <a:pt x="80" y="58"/>
                  <a:pt x="76" y="55"/>
                </a:cubicBezTo>
                <a:cubicBezTo>
                  <a:pt x="74" y="54"/>
                  <a:pt x="74" y="54"/>
                  <a:pt x="74" y="54"/>
                </a:cubicBezTo>
                <a:cubicBezTo>
                  <a:pt x="69" y="79"/>
                  <a:pt x="58" y="145"/>
                  <a:pt x="130" y="152"/>
                </a:cubicBezTo>
                <a:cubicBezTo>
                  <a:pt x="203" y="145"/>
                  <a:pt x="192" y="79"/>
                  <a:pt x="186" y="54"/>
                </a:cubicBezTo>
                <a:cubicBezTo>
                  <a:pt x="184" y="55"/>
                  <a:pt x="184" y="55"/>
                  <a:pt x="184" y="55"/>
                </a:cubicBezTo>
                <a:cubicBezTo>
                  <a:pt x="181" y="58"/>
                  <a:pt x="176" y="56"/>
                  <a:pt x="174" y="53"/>
                </a:cubicBezTo>
                <a:cubicBezTo>
                  <a:pt x="162" y="28"/>
                  <a:pt x="162" y="28"/>
                  <a:pt x="162" y="28"/>
                </a:cubicBezTo>
                <a:cubicBezTo>
                  <a:pt x="160" y="24"/>
                  <a:pt x="161" y="20"/>
                  <a:pt x="164" y="17"/>
                </a:cubicBezTo>
                <a:cubicBezTo>
                  <a:pt x="188" y="2"/>
                  <a:pt x="188" y="2"/>
                  <a:pt x="188" y="2"/>
                </a:cubicBezTo>
                <a:cubicBezTo>
                  <a:pt x="191" y="0"/>
                  <a:pt x="196" y="1"/>
                  <a:pt x="198" y="5"/>
                </a:cubicBezTo>
                <a:cubicBezTo>
                  <a:pt x="210" y="29"/>
                  <a:pt x="210" y="29"/>
                  <a:pt x="210" y="29"/>
                </a:cubicBezTo>
                <a:cubicBezTo>
                  <a:pt x="212" y="33"/>
                  <a:pt x="211" y="38"/>
                  <a:pt x="208" y="40"/>
                </a:cubicBezTo>
                <a:lnTo>
                  <a:pt x="204" y="43"/>
                </a:lnTo>
                <a:close/>
                <a:moveTo>
                  <a:pt x="49" y="109"/>
                </a:moveTo>
                <a:cubicBezTo>
                  <a:pt x="49" y="113"/>
                  <a:pt x="52" y="117"/>
                  <a:pt x="56" y="117"/>
                </a:cubicBezTo>
                <a:cubicBezTo>
                  <a:pt x="60" y="117"/>
                  <a:pt x="64" y="113"/>
                  <a:pt x="64" y="109"/>
                </a:cubicBezTo>
                <a:cubicBezTo>
                  <a:pt x="64" y="104"/>
                  <a:pt x="60" y="100"/>
                  <a:pt x="56" y="100"/>
                </a:cubicBezTo>
                <a:cubicBezTo>
                  <a:pt x="52" y="100"/>
                  <a:pt x="49" y="104"/>
                  <a:pt x="49" y="109"/>
                </a:cubicBezTo>
                <a:close/>
                <a:moveTo>
                  <a:pt x="60" y="63"/>
                </a:moveTo>
                <a:cubicBezTo>
                  <a:pt x="57" y="63"/>
                  <a:pt x="54" y="65"/>
                  <a:pt x="54" y="69"/>
                </a:cubicBezTo>
                <a:cubicBezTo>
                  <a:pt x="54" y="72"/>
                  <a:pt x="57" y="75"/>
                  <a:pt x="60" y="75"/>
                </a:cubicBezTo>
                <a:cubicBezTo>
                  <a:pt x="63" y="75"/>
                  <a:pt x="65" y="72"/>
                  <a:pt x="65" y="69"/>
                </a:cubicBezTo>
                <a:cubicBezTo>
                  <a:pt x="65" y="65"/>
                  <a:pt x="63" y="63"/>
                  <a:pt x="60" y="63"/>
                </a:cubicBezTo>
                <a:close/>
                <a:moveTo>
                  <a:pt x="71" y="139"/>
                </a:moveTo>
                <a:cubicBezTo>
                  <a:pt x="66" y="139"/>
                  <a:pt x="62" y="143"/>
                  <a:pt x="62" y="149"/>
                </a:cubicBezTo>
                <a:cubicBezTo>
                  <a:pt x="62" y="154"/>
                  <a:pt x="66" y="159"/>
                  <a:pt x="71" y="159"/>
                </a:cubicBezTo>
                <a:cubicBezTo>
                  <a:pt x="76" y="159"/>
                  <a:pt x="80" y="154"/>
                  <a:pt x="80" y="149"/>
                </a:cubicBezTo>
                <a:cubicBezTo>
                  <a:pt x="80" y="143"/>
                  <a:pt x="76" y="139"/>
                  <a:pt x="71" y="139"/>
                </a:cubicBezTo>
                <a:close/>
                <a:moveTo>
                  <a:pt x="107" y="161"/>
                </a:moveTo>
                <a:cubicBezTo>
                  <a:pt x="101" y="161"/>
                  <a:pt x="96" y="166"/>
                  <a:pt x="96" y="173"/>
                </a:cubicBezTo>
                <a:cubicBezTo>
                  <a:pt x="96" y="179"/>
                  <a:pt x="101" y="184"/>
                  <a:pt x="107" y="184"/>
                </a:cubicBezTo>
                <a:cubicBezTo>
                  <a:pt x="113" y="184"/>
                  <a:pt x="117" y="179"/>
                  <a:pt x="117" y="173"/>
                </a:cubicBezTo>
                <a:cubicBezTo>
                  <a:pt x="117" y="166"/>
                  <a:pt x="113" y="161"/>
                  <a:pt x="107" y="161"/>
                </a:cubicBezTo>
                <a:close/>
                <a:moveTo>
                  <a:pt x="153" y="161"/>
                </a:moveTo>
                <a:cubicBezTo>
                  <a:pt x="148" y="161"/>
                  <a:pt x="143" y="166"/>
                  <a:pt x="143" y="173"/>
                </a:cubicBezTo>
                <a:cubicBezTo>
                  <a:pt x="143" y="179"/>
                  <a:pt x="148" y="184"/>
                  <a:pt x="153" y="184"/>
                </a:cubicBezTo>
                <a:cubicBezTo>
                  <a:pt x="159" y="184"/>
                  <a:pt x="164" y="179"/>
                  <a:pt x="164" y="173"/>
                </a:cubicBezTo>
                <a:cubicBezTo>
                  <a:pt x="164" y="166"/>
                  <a:pt x="159" y="161"/>
                  <a:pt x="153" y="161"/>
                </a:cubicBezTo>
                <a:close/>
                <a:moveTo>
                  <a:pt x="204" y="117"/>
                </a:moveTo>
                <a:cubicBezTo>
                  <a:pt x="208" y="117"/>
                  <a:pt x="211" y="113"/>
                  <a:pt x="211" y="109"/>
                </a:cubicBezTo>
                <a:cubicBezTo>
                  <a:pt x="211" y="104"/>
                  <a:pt x="208" y="100"/>
                  <a:pt x="204" y="100"/>
                </a:cubicBezTo>
                <a:cubicBezTo>
                  <a:pt x="200" y="100"/>
                  <a:pt x="197" y="104"/>
                  <a:pt x="197" y="109"/>
                </a:cubicBezTo>
                <a:cubicBezTo>
                  <a:pt x="197" y="113"/>
                  <a:pt x="200" y="117"/>
                  <a:pt x="204" y="117"/>
                </a:cubicBezTo>
                <a:close/>
                <a:moveTo>
                  <a:pt x="190" y="139"/>
                </a:moveTo>
                <a:cubicBezTo>
                  <a:pt x="185" y="139"/>
                  <a:pt x="181" y="143"/>
                  <a:pt x="181" y="149"/>
                </a:cubicBezTo>
                <a:cubicBezTo>
                  <a:pt x="181" y="154"/>
                  <a:pt x="185" y="159"/>
                  <a:pt x="190" y="159"/>
                </a:cubicBezTo>
                <a:cubicBezTo>
                  <a:pt x="195" y="159"/>
                  <a:pt x="199" y="154"/>
                  <a:pt x="199" y="149"/>
                </a:cubicBezTo>
                <a:cubicBezTo>
                  <a:pt x="199" y="143"/>
                  <a:pt x="195" y="139"/>
                  <a:pt x="190" y="139"/>
                </a:cubicBezTo>
                <a:close/>
                <a:moveTo>
                  <a:pt x="195" y="69"/>
                </a:moveTo>
                <a:cubicBezTo>
                  <a:pt x="195" y="72"/>
                  <a:pt x="197" y="75"/>
                  <a:pt x="200" y="75"/>
                </a:cubicBezTo>
                <a:cubicBezTo>
                  <a:pt x="203" y="75"/>
                  <a:pt x="206" y="72"/>
                  <a:pt x="206" y="69"/>
                </a:cubicBezTo>
                <a:cubicBezTo>
                  <a:pt x="206" y="65"/>
                  <a:pt x="203" y="63"/>
                  <a:pt x="200" y="63"/>
                </a:cubicBezTo>
                <a:cubicBezTo>
                  <a:pt x="197" y="63"/>
                  <a:pt x="195" y="65"/>
                  <a:pt x="195" y="69"/>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180"/>
          <p:cNvSpPr>
            <a:spLocks noEditPoints="1"/>
          </p:cNvSpPr>
          <p:nvPr/>
        </p:nvSpPr>
        <p:spPr bwMode="auto">
          <a:xfrm>
            <a:off x="220976" y="3005138"/>
            <a:ext cx="315913" cy="390525"/>
          </a:xfrm>
          <a:custGeom>
            <a:avLst/>
            <a:gdLst>
              <a:gd name="T0" fmla="*/ 154 w 160"/>
              <a:gd name="T1" fmla="*/ 125 h 197"/>
              <a:gd name="T2" fmla="*/ 148 w 160"/>
              <a:gd name="T3" fmla="*/ 119 h 197"/>
              <a:gd name="T4" fmla="*/ 148 w 160"/>
              <a:gd name="T5" fmla="*/ 109 h 197"/>
              <a:gd name="T6" fmla="*/ 136 w 160"/>
              <a:gd name="T7" fmla="*/ 109 h 197"/>
              <a:gd name="T8" fmla="*/ 119 w 160"/>
              <a:gd name="T9" fmla="*/ 177 h 197"/>
              <a:gd name="T10" fmla="*/ 77 w 160"/>
              <a:gd name="T11" fmla="*/ 177 h 197"/>
              <a:gd name="T12" fmla="*/ 66 w 160"/>
              <a:gd name="T13" fmla="*/ 134 h 197"/>
              <a:gd name="T14" fmla="*/ 56 w 160"/>
              <a:gd name="T15" fmla="*/ 120 h 197"/>
              <a:gd name="T16" fmla="*/ 49 w 160"/>
              <a:gd name="T17" fmla="*/ 134 h 197"/>
              <a:gd name="T18" fmla="*/ 59 w 160"/>
              <a:gd name="T19" fmla="*/ 177 h 197"/>
              <a:gd name="T20" fmla="*/ 41 w 160"/>
              <a:gd name="T21" fmla="*/ 177 h 197"/>
              <a:gd name="T22" fmla="*/ 24 w 160"/>
              <a:gd name="T23" fmla="*/ 109 h 197"/>
              <a:gd name="T24" fmla="*/ 12 w 160"/>
              <a:gd name="T25" fmla="*/ 109 h 197"/>
              <a:gd name="T26" fmla="*/ 12 w 160"/>
              <a:gd name="T27" fmla="*/ 119 h 197"/>
              <a:gd name="T28" fmla="*/ 6 w 160"/>
              <a:gd name="T29" fmla="*/ 125 h 197"/>
              <a:gd name="T30" fmla="*/ 0 w 160"/>
              <a:gd name="T31" fmla="*/ 119 h 197"/>
              <a:gd name="T32" fmla="*/ 0 w 160"/>
              <a:gd name="T33" fmla="*/ 109 h 197"/>
              <a:gd name="T34" fmla="*/ 0 w 160"/>
              <a:gd name="T35" fmla="*/ 101 h 197"/>
              <a:gd name="T36" fmla="*/ 0 w 160"/>
              <a:gd name="T37" fmla="*/ 99 h 197"/>
              <a:gd name="T38" fmla="*/ 6 w 160"/>
              <a:gd name="T39" fmla="*/ 93 h 197"/>
              <a:gd name="T40" fmla="*/ 12 w 160"/>
              <a:gd name="T41" fmla="*/ 99 h 197"/>
              <a:gd name="T42" fmla="*/ 12 w 160"/>
              <a:gd name="T43" fmla="*/ 101 h 197"/>
              <a:gd name="T44" fmla="*/ 22 w 160"/>
              <a:gd name="T45" fmla="*/ 101 h 197"/>
              <a:gd name="T46" fmla="*/ 20 w 160"/>
              <a:gd name="T47" fmla="*/ 93 h 197"/>
              <a:gd name="T48" fmla="*/ 140 w 160"/>
              <a:gd name="T49" fmla="*/ 93 h 197"/>
              <a:gd name="T50" fmla="*/ 138 w 160"/>
              <a:gd name="T51" fmla="*/ 101 h 197"/>
              <a:gd name="T52" fmla="*/ 148 w 160"/>
              <a:gd name="T53" fmla="*/ 101 h 197"/>
              <a:gd name="T54" fmla="*/ 148 w 160"/>
              <a:gd name="T55" fmla="*/ 99 h 197"/>
              <a:gd name="T56" fmla="*/ 154 w 160"/>
              <a:gd name="T57" fmla="*/ 93 h 197"/>
              <a:gd name="T58" fmla="*/ 160 w 160"/>
              <a:gd name="T59" fmla="*/ 99 h 197"/>
              <a:gd name="T60" fmla="*/ 160 w 160"/>
              <a:gd name="T61" fmla="*/ 119 h 197"/>
              <a:gd name="T62" fmla="*/ 154 w 160"/>
              <a:gd name="T63" fmla="*/ 125 h 197"/>
              <a:gd name="T64" fmla="*/ 141 w 160"/>
              <a:gd name="T65" fmla="*/ 22 h 197"/>
              <a:gd name="T66" fmla="*/ 124 w 160"/>
              <a:gd name="T67" fmla="*/ 88 h 197"/>
              <a:gd name="T68" fmla="*/ 104 w 160"/>
              <a:gd name="T69" fmla="*/ 88 h 197"/>
              <a:gd name="T70" fmla="*/ 119 w 160"/>
              <a:gd name="T71" fmla="*/ 43 h 197"/>
              <a:gd name="T72" fmla="*/ 82 w 160"/>
              <a:gd name="T73" fmla="*/ 88 h 197"/>
              <a:gd name="T74" fmla="*/ 75 w 160"/>
              <a:gd name="T75" fmla="*/ 88 h 197"/>
              <a:gd name="T76" fmla="*/ 130 w 160"/>
              <a:gd name="T77" fmla="*/ 16 h 197"/>
              <a:gd name="T78" fmla="*/ 125 w 160"/>
              <a:gd name="T79" fmla="*/ 14 h 197"/>
              <a:gd name="T80" fmla="*/ 133 w 160"/>
              <a:gd name="T81" fmla="*/ 0 h 197"/>
              <a:gd name="T82" fmla="*/ 154 w 160"/>
              <a:gd name="T83" fmla="*/ 12 h 197"/>
              <a:gd name="T84" fmla="*/ 146 w 160"/>
              <a:gd name="T85" fmla="*/ 26 h 197"/>
              <a:gd name="T86" fmla="*/ 141 w 160"/>
              <a:gd name="T87" fmla="*/ 22 h 197"/>
              <a:gd name="T88" fmla="*/ 116 w 160"/>
              <a:gd name="T89" fmla="*/ 197 h 197"/>
              <a:gd name="T90" fmla="*/ 44 w 160"/>
              <a:gd name="T91" fmla="*/ 197 h 197"/>
              <a:gd name="T92" fmla="*/ 44 w 160"/>
              <a:gd name="T93" fmla="*/ 185 h 197"/>
              <a:gd name="T94" fmla="*/ 116 w 160"/>
              <a:gd name="T95" fmla="*/ 185 h 197"/>
              <a:gd name="T96" fmla="*/ 116 w 160"/>
              <a:gd name="T97"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0" h="197">
                <a:moveTo>
                  <a:pt x="154" y="125"/>
                </a:moveTo>
                <a:cubicBezTo>
                  <a:pt x="150" y="125"/>
                  <a:pt x="148" y="122"/>
                  <a:pt x="148" y="119"/>
                </a:cubicBezTo>
                <a:cubicBezTo>
                  <a:pt x="148" y="109"/>
                  <a:pt x="148" y="109"/>
                  <a:pt x="148" y="109"/>
                </a:cubicBezTo>
                <a:cubicBezTo>
                  <a:pt x="136" y="109"/>
                  <a:pt x="136" y="109"/>
                  <a:pt x="136" y="109"/>
                </a:cubicBezTo>
                <a:cubicBezTo>
                  <a:pt x="119" y="177"/>
                  <a:pt x="119" y="177"/>
                  <a:pt x="119" y="177"/>
                </a:cubicBezTo>
                <a:cubicBezTo>
                  <a:pt x="77" y="177"/>
                  <a:pt x="77" y="177"/>
                  <a:pt x="77" y="177"/>
                </a:cubicBezTo>
                <a:cubicBezTo>
                  <a:pt x="66" y="134"/>
                  <a:pt x="66" y="134"/>
                  <a:pt x="66" y="134"/>
                </a:cubicBezTo>
                <a:cubicBezTo>
                  <a:pt x="65" y="126"/>
                  <a:pt x="64" y="120"/>
                  <a:pt x="56" y="120"/>
                </a:cubicBezTo>
                <a:cubicBezTo>
                  <a:pt x="49" y="120"/>
                  <a:pt x="47" y="126"/>
                  <a:pt x="49" y="134"/>
                </a:cubicBezTo>
                <a:cubicBezTo>
                  <a:pt x="59" y="177"/>
                  <a:pt x="59" y="177"/>
                  <a:pt x="59" y="177"/>
                </a:cubicBezTo>
                <a:cubicBezTo>
                  <a:pt x="41" y="177"/>
                  <a:pt x="41" y="177"/>
                  <a:pt x="41" y="177"/>
                </a:cubicBezTo>
                <a:cubicBezTo>
                  <a:pt x="24" y="109"/>
                  <a:pt x="24" y="109"/>
                  <a:pt x="24" y="109"/>
                </a:cubicBezTo>
                <a:cubicBezTo>
                  <a:pt x="12" y="109"/>
                  <a:pt x="12" y="109"/>
                  <a:pt x="12" y="109"/>
                </a:cubicBezTo>
                <a:cubicBezTo>
                  <a:pt x="12" y="119"/>
                  <a:pt x="12" y="119"/>
                  <a:pt x="12" y="119"/>
                </a:cubicBezTo>
                <a:cubicBezTo>
                  <a:pt x="12" y="122"/>
                  <a:pt x="9" y="125"/>
                  <a:pt x="6" y="125"/>
                </a:cubicBezTo>
                <a:cubicBezTo>
                  <a:pt x="2" y="125"/>
                  <a:pt x="0" y="122"/>
                  <a:pt x="0" y="119"/>
                </a:cubicBezTo>
                <a:cubicBezTo>
                  <a:pt x="0" y="109"/>
                  <a:pt x="0" y="109"/>
                  <a:pt x="0" y="109"/>
                </a:cubicBezTo>
                <a:cubicBezTo>
                  <a:pt x="0" y="101"/>
                  <a:pt x="0" y="101"/>
                  <a:pt x="0" y="101"/>
                </a:cubicBezTo>
                <a:cubicBezTo>
                  <a:pt x="0" y="99"/>
                  <a:pt x="0" y="99"/>
                  <a:pt x="0" y="99"/>
                </a:cubicBezTo>
                <a:cubicBezTo>
                  <a:pt x="0" y="95"/>
                  <a:pt x="2" y="93"/>
                  <a:pt x="6" y="93"/>
                </a:cubicBezTo>
                <a:cubicBezTo>
                  <a:pt x="9" y="93"/>
                  <a:pt x="12" y="95"/>
                  <a:pt x="12" y="99"/>
                </a:cubicBezTo>
                <a:cubicBezTo>
                  <a:pt x="12" y="101"/>
                  <a:pt x="12" y="101"/>
                  <a:pt x="12" y="101"/>
                </a:cubicBezTo>
                <a:cubicBezTo>
                  <a:pt x="22" y="101"/>
                  <a:pt x="22" y="101"/>
                  <a:pt x="22" y="101"/>
                </a:cubicBezTo>
                <a:cubicBezTo>
                  <a:pt x="20" y="93"/>
                  <a:pt x="20" y="93"/>
                  <a:pt x="20" y="93"/>
                </a:cubicBezTo>
                <a:cubicBezTo>
                  <a:pt x="140" y="93"/>
                  <a:pt x="140" y="93"/>
                  <a:pt x="140" y="93"/>
                </a:cubicBezTo>
                <a:cubicBezTo>
                  <a:pt x="138" y="101"/>
                  <a:pt x="138" y="101"/>
                  <a:pt x="138" y="101"/>
                </a:cubicBezTo>
                <a:cubicBezTo>
                  <a:pt x="148" y="101"/>
                  <a:pt x="148" y="101"/>
                  <a:pt x="148" y="101"/>
                </a:cubicBezTo>
                <a:cubicBezTo>
                  <a:pt x="148" y="99"/>
                  <a:pt x="148" y="99"/>
                  <a:pt x="148" y="99"/>
                </a:cubicBezTo>
                <a:cubicBezTo>
                  <a:pt x="148" y="95"/>
                  <a:pt x="150" y="93"/>
                  <a:pt x="154" y="93"/>
                </a:cubicBezTo>
                <a:cubicBezTo>
                  <a:pt x="157" y="93"/>
                  <a:pt x="160" y="95"/>
                  <a:pt x="160" y="99"/>
                </a:cubicBezTo>
                <a:cubicBezTo>
                  <a:pt x="160" y="119"/>
                  <a:pt x="160" y="119"/>
                  <a:pt x="160" y="119"/>
                </a:cubicBezTo>
                <a:cubicBezTo>
                  <a:pt x="160" y="122"/>
                  <a:pt x="157" y="125"/>
                  <a:pt x="154" y="125"/>
                </a:cubicBezTo>
                <a:close/>
                <a:moveTo>
                  <a:pt x="141" y="22"/>
                </a:moveTo>
                <a:cubicBezTo>
                  <a:pt x="132" y="42"/>
                  <a:pt x="135" y="62"/>
                  <a:pt x="124" y="88"/>
                </a:cubicBezTo>
                <a:cubicBezTo>
                  <a:pt x="122" y="88"/>
                  <a:pt x="113" y="88"/>
                  <a:pt x="104" y="88"/>
                </a:cubicBezTo>
                <a:cubicBezTo>
                  <a:pt x="104" y="80"/>
                  <a:pt x="104" y="63"/>
                  <a:pt x="119" y="43"/>
                </a:cubicBezTo>
                <a:cubicBezTo>
                  <a:pt x="104" y="52"/>
                  <a:pt x="87" y="79"/>
                  <a:pt x="82" y="88"/>
                </a:cubicBezTo>
                <a:cubicBezTo>
                  <a:pt x="78" y="88"/>
                  <a:pt x="75" y="88"/>
                  <a:pt x="75" y="88"/>
                </a:cubicBezTo>
                <a:cubicBezTo>
                  <a:pt x="81" y="56"/>
                  <a:pt x="116" y="39"/>
                  <a:pt x="130" y="16"/>
                </a:cubicBezTo>
                <a:cubicBezTo>
                  <a:pt x="125" y="14"/>
                  <a:pt x="125" y="14"/>
                  <a:pt x="125" y="14"/>
                </a:cubicBezTo>
                <a:cubicBezTo>
                  <a:pt x="133" y="0"/>
                  <a:pt x="133" y="0"/>
                  <a:pt x="133" y="0"/>
                </a:cubicBezTo>
                <a:cubicBezTo>
                  <a:pt x="154" y="12"/>
                  <a:pt x="154" y="12"/>
                  <a:pt x="154" y="12"/>
                </a:cubicBezTo>
                <a:cubicBezTo>
                  <a:pt x="146" y="26"/>
                  <a:pt x="146" y="26"/>
                  <a:pt x="146" y="26"/>
                </a:cubicBezTo>
                <a:lnTo>
                  <a:pt x="141" y="22"/>
                </a:lnTo>
                <a:close/>
                <a:moveTo>
                  <a:pt x="116" y="197"/>
                </a:moveTo>
                <a:cubicBezTo>
                  <a:pt x="44" y="197"/>
                  <a:pt x="44" y="197"/>
                  <a:pt x="44" y="197"/>
                </a:cubicBezTo>
                <a:cubicBezTo>
                  <a:pt x="44" y="185"/>
                  <a:pt x="44" y="185"/>
                  <a:pt x="44" y="185"/>
                </a:cubicBezTo>
                <a:cubicBezTo>
                  <a:pt x="116" y="185"/>
                  <a:pt x="116" y="185"/>
                  <a:pt x="116" y="185"/>
                </a:cubicBezTo>
                <a:lnTo>
                  <a:pt x="116" y="197"/>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181"/>
          <p:cNvSpPr>
            <a:spLocks noEditPoints="1"/>
          </p:cNvSpPr>
          <p:nvPr/>
        </p:nvSpPr>
        <p:spPr bwMode="auto">
          <a:xfrm>
            <a:off x="711514" y="3000375"/>
            <a:ext cx="331788" cy="395288"/>
          </a:xfrm>
          <a:custGeom>
            <a:avLst/>
            <a:gdLst>
              <a:gd name="T0" fmla="*/ 130 w 168"/>
              <a:gd name="T1" fmla="*/ 200 h 200"/>
              <a:gd name="T2" fmla="*/ 130 w 168"/>
              <a:gd name="T3" fmla="*/ 200 h 200"/>
              <a:gd name="T4" fmla="*/ 38 w 168"/>
              <a:gd name="T5" fmla="*/ 200 h 200"/>
              <a:gd name="T6" fmla="*/ 38 w 168"/>
              <a:gd name="T7" fmla="*/ 200 h 200"/>
              <a:gd name="T8" fmla="*/ 0 w 168"/>
              <a:gd name="T9" fmla="*/ 200 h 200"/>
              <a:gd name="T10" fmla="*/ 20 w 168"/>
              <a:gd name="T11" fmla="*/ 152 h 200"/>
              <a:gd name="T12" fmla="*/ 36 w 168"/>
              <a:gd name="T13" fmla="*/ 136 h 200"/>
              <a:gd name="T14" fmla="*/ 135 w 168"/>
              <a:gd name="T15" fmla="*/ 136 h 200"/>
              <a:gd name="T16" fmla="*/ 151 w 168"/>
              <a:gd name="T17" fmla="*/ 152 h 200"/>
              <a:gd name="T18" fmla="*/ 168 w 168"/>
              <a:gd name="T19" fmla="*/ 200 h 200"/>
              <a:gd name="T20" fmla="*/ 130 w 168"/>
              <a:gd name="T21" fmla="*/ 200 h 200"/>
              <a:gd name="T22" fmla="*/ 45 w 168"/>
              <a:gd name="T23" fmla="*/ 144 h 200"/>
              <a:gd name="T24" fmla="*/ 33 w 168"/>
              <a:gd name="T25" fmla="*/ 156 h 200"/>
              <a:gd name="T26" fmla="*/ 16 w 168"/>
              <a:gd name="T27" fmla="*/ 192 h 200"/>
              <a:gd name="T28" fmla="*/ 38 w 168"/>
              <a:gd name="T29" fmla="*/ 192 h 200"/>
              <a:gd name="T30" fmla="*/ 47 w 168"/>
              <a:gd name="T31" fmla="*/ 144 h 200"/>
              <a:gd name="T32" fmla="*/ 45 w 168"/>
              <a:gd name="T33" fmla="*/ 144 h 200"/>
              <a:gd name="T34" fmla="*/ 63 w 168"/>
              <a:gd name="T35" fmla="*/ 144 h 200"/>
              <a:gd name="T36" fmla="*/ 85 w 168"/>
              <a:gd name="T37" fmla="*/ 185 h 200"/>
              <a:gd name="T38" fmla="*/ 107 w 168"/>
              <a:gd name="T39" fmla="*/ 144 h 200"/>
              <a:gd name="T40" fmla="*/ 63 w 168"/>
              <a:gd name="T41" fmla="*/ 144 h 200"/>
              <a:gd name="T42" fmla="*/ 138 w 168"/>
              <a:gd name="T43" fmla="*/ 156 h 200"/>
              <a:gd name="T44" fmla="*/ 125 w 168"/>
              <a:gd name="T45" fmla="*/ 144 h 200"/>
              <a:gd name="T46" fmla="*/ 122 w 168"/>
              <a:gd name="T47" fmla="*/ 144 h 200"/>
              <a:gd name="T48" fmla="*/ 130 w 168"/>
              <a:gd name="T49" fmla="*/ 192 h 200"/>
              <a:gd name="T50" fmla="*/ 151 w 168"/>
              <a:gd name="T51" fmla="*/ 192 h 200"/>
              <a:gd name="T52" fmla="*/ 138 w 168"/>
              <a:gd name="T53" fmla="*/ 156 h 200"/>
              <a:gd name="T54" fmla="*/ 83 w 168"/>
              <a:gd name="T55" fmla="*/ 127 h 200"/>
              <a:gd name="T56" fmla="*/ 19 w 168"/>
              <a:gd name="T57" fmla="*/ 63 h 200"/>
              <a:gd name="T58" fmla="*/ 83 w 168"/>
              <a:gd name="T59" fmla="*/ 0 h 200"/>
              <a:gd name="T60" fmla="*/ 146 w 168"/>
              <a:gd name="T61" fmla="*/ 63 h 200"/>
              <a:gd name="T62" fmla="*/ 83 w 168"/>
              <a:gd name="T63" fmla="*/ 127 h 200"/>
              <a:gd name="T64" fmla="*/ 97 w 168"/>
              <a:gd name="T65" fmla="*/ 25 h 200"/>
              <a:gd name="T66" fmla="*/ 34 w 168"/>
              <a:gd name="T67" fmla="*/ 63 h 200"/>
              <a:gd name="T68" fmla="*/ 83 w 168"/>
              <a:gd name="T69" fmla="*/ 111 h 200"/>
              <a:gd name="T70" fmla="*/ 131 w 168"/>
              <a:gd name="T71" fmla="*/ 63 h 200"/>
              <a:gd name="T72" fmla="*/ 97 w 168"/>
              <a:gd name="T73" fmla="*/ 25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8" h="200">
                <a:moveTo>
                  <a:pt x="130" y="200"/>
                </a:moveTo>
                <a:cubicBezTo>
                  <a:pt x="130" y="200"/>
                  <a:pt x="130" y="200"/>
                  <a:pt x="130" y="200"/>
                </a:cubicBezTo>
                <a:cubicBezTo>
                  <a:pt x="128" y="200"/>
                  <a:pt x="43" y="200"/>
                  <a:pt x="38" y="200"/>
                </a:cubicBezTo>
                <a:cubicBezTo>
                  <a:pt x="38" y="200"/>
                  <a:pt x="38" y="200"/>
                  <a:pt x="38" y="200"/>
                </a:cubicBezTo>
                <a:cubicBezTo>
                  <a:pt x="0" y="200"/>
                  <a:pt x="0" y="200"/>
                  <a:pt x="0" y="200"/>
                </a:cubicBezTo>
                <a:cubicBezTo>
                  <a:pt x="20" y="152"/>
                  <a:pt x="20" y="152"/>
                  <a:pt x="20" y="152"/>
                </a:cubicBezTo>
                <a:cubicBezTo>
                  <a:pt x="20" y="152"/>
                  <a:pt x="27" y="136"/>
                  <a:pt x="36" y="136"/>
                </a:cubicBezTo>
                <a:cubicBezTo>
                  <a:pt x="135" y="136"/>
                  <a:pt x="135" y="136"/>
                  <a:pt x="135" y="136"/>
                </a:cubicBezTo>
                <a:cubicBezTo>
                  <a:pt x="144" y="136"/>
                  <a:pt x="151" y="152"/>
                  <a:pt x="151" y="152"/>
                </a:cubicBezTo>
                <a:cubicBezTo>
                  <a:pt x="168" y="200"/>
                  <a:pt x="168" y="200"/>
                  <a:pt x="168" y="200"/>
                </a:cubicBezTo>
                <a:lnTo>
                  <a:pt x="130" y="200"/>
                </a:lnTo>
                <a:close/>
                <a:moveTo>
                  <a:pt x="45" y="144"/>
                </a:moveTo>
                <a:cubicBezTo>
                  <a:pt x="38" y="144"/>
                  <a:pt x="33" y="156"/>
                  <a:pt x="33" y="156"/>
                </a:cubicBezTo>
                <a:cubicBezTo>
                  <a:pt x="16" y="192"/>
                  <a:pt x="16" y="192"/>
                  <a:pt x="16" y="192"/>
                </a:cubicBezTo>
                <a:cubicBezTo>
                  <a:pt x="38" y="192"/>
                  <a:pt x="38" y="192"/>
                  <a:pt x="38" y="192"/>
                </a:cubicBezTo>
                <a:cubicBezTo>
                  <a:pt x="40" y="173"/>
                  <a:pt x="44" y="154"/>
                  <a:pt x="47" y="144"/>
                </a:cubicBezTo>
                <a:lnTo>
                  <a:pt x="45" y="144"/>
                </a:lnTo>
                <a:close/>
                <a:moveTo>
                  <a:pt x="63" y="144"/>
                </a:moveTo>
                <a:cubicBezTo>
                  <a:pt x="66" y="168"/>
                  <a:pt x="75" y="185"/>
                  <a:pt x="85" y="185"/>
                </a:cubicBezTo>
                <a:cubicBezTo>
                  <a:pt x="95" y="185"/>
                  <a:pt x="103" y="168"/>
                  <a:pt x="107" y="144"/>
                </a:cubicBezTo>
                <a:lnTo>
                  <a:pt x="63" y="144"/>
                </a:lnTo>
                <a:close/>
                <a:moveTo>
                  <a:pt x="138" y="156"/>
                </a:moveTo>
                <a:cubicBezTo>
                  <a:pt x="138" y="156"/>
                  <a:pt x="132" y="144"/>
                  <a:pt x="125" y="144"/>
                </a:cubicBezTo>
                <a:cubicBezTo>
                  <a:pt x="122" y="144"/>
                  <a:pt x="122" y="144"/>
                  <a:pt x="122" y="144"/>
                </a:cubicBezTo>
                <a:cubicBezTo>
                  <a:pt x="125" y="153"/>
                  <a:pt x="129" y="170"/>
                  <a:pt x="130" y="192"/>
                </a:cubicBezTo>
                <a:cubicBezTo>
                  <a:pt x="151" y="192"/>
                  <a:pt x="151" y="192"/>
                  <a:pt x="151" y="192"/>
                </a:cubicBezTo>
                <a:lnTo>
                  <a:pt x="138" y="156"/>
                </a:lnTo>
                <a:close/>
                <a:moveTo>
                  <a:pt x="83" y="127"/>
                </a:moveTo>
                <a:cubicBezTo>
                  <a:pt x="47" y="127"/>
                  <a:pt x="19" y="98"/>
                  <a:pt x="19" y="63"/>
                </a:cubicBezTo>
                <a:cubicBezTo>
                  <a:pt x="19" y="28"/>
                  <a:pt x="47" y="0"/>
                  <a:pt x="83" y="0"/>
                </a:cubicBezTo>
                <a:cubicBezTo>
                  <a:pt x="118" y="0"/>
                  <a:pt x="146" y="28"/>
                  <a:pt x="146" y="63"/>
                </a:cubicBezTo>
                <a:cubicBezTo>
                  <a:pt x="146" y="98"/>
                  <a:pt x="118" y="127"/>
                  <a:pt x="83" y="127"/>
                </a:cubicBezTo>
                <a:close/>
                <a:moveTo>
                  <a:pt x="97" y="25"/>
                </a:moveTo>
                <a:cubicBezTo>
                  <a:pt x="80" y="72"/>
                  <a:pt x="51" y="62"/>
                  <a:pt x="34" y="63"/>
                </a:cubicBezTo>
                <a:cubicBezTo>
                  <a:pt x="34" y="90"/>
                  <a:pt x="56" y="111"/>
                  <a:pt x="83" y="111"/>
                </a:cubicBezTo>
                <a:cubicBezTo>
                  <a:pt x="109" y="111"/>
                  <a:pt x="131" y="90"/>
                  <a:pt x="131" y="63"/>
                </a:cubicBezTo>
                <a:cubicBezTo>
                  <a:pt x="98" y="56"/>
                  <a:pt x="115" y="37"/>
                  <a:pt x="97" y="25"/>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182"/>
          <p:cNvSpPr>
            <a:spLocks/>
          </p:cNvSpPr>
          <p:nvPr/>
        </p:nvSpPr>
        <p:spPr bwMode="auto">
          <a:xfrm>
            <a:off x="1165539" y="3011488"/>
            <a:ext cx="390525" cy="384175"/>
          </a:xfrm>
          <a:custGeom>
            <a:avLst/>
            <a:gdLst>
              <a:gd name="T0" fmla="*/ 99 w 197"/>
              <a:gd name="T1" fmla="*/ 60 h 194"/>
              <a:gd name="T2" fmla="*/ 0 w 197"/>
              <a:gd name="T3" fmla="*/ 83 h 194"/>
              <a:gd name="T4" fmla="*/ 58 w 197"/>
              <a:gd name="T5" fmla="*/ 150 h 194"/>
              <a:gd name="T6" fmla="*/ 99 w 197"/>
              <a:gd name="T7" fmla="*/ 194 h 194"/>
              <a:gd name="T8" fmla="*/ 140 w 197"/>
              <a:gd name="T9" fmla="*/ 150 h 194"/>
              <a:gd name="T10" fmla="*/ 197 w 197"/>
              <a:gd name="T11" fmla="*/ 83 h 194"/>
              <a:gd name="T12" fmla="*/ 99 w 197"/>
              <a:gd name="T13" fmla="*/ 60 h 194"/>
            </a:gdLst>
            <a:ahLst/>
            <a:cxnLst>
              <a:cxn ang="0">
                <a:pos x="T0" y="T1"/>
              </a:cxn>
              <a:cxn ang="0">
                <a:pos x="T2" y="T3"/>
              </a:cxn>
              <a:cxn ang="0">
                <a:pos x="T4" y="T5"/>
              </a:cxn>
              <a:cxn ang="0">
                <a:pos x="T6" y="T7"/>
              </a:cxn>
              <a:cxn ang="0">
                <a:pos x="T8" y="T9"/>
              </a:cxn>
              <a:cxn ang="0">
                <a:pos x="T10" y="T11"/>
              </a:cxn>
              <a:cxn ang="0">
                <a:pos x="T12" y="T13"/>
              </a:cxn>
            </a:cxnLst>
            <a:rect l="0" t="0" r="r" b="b"/>
            <a:pathLst>
              <a:path w="197" h="194">
                <a:moveTo>
                  <a:pt x="99" y="60"/>
                </a:moveTo>
                <a:cubicBezTo>
                  <a:pt x="73" y="0"/>
                  <a:pt x="1" y="14"/>
                  <a:pt x="0" y="83"/>
                </a:cubicBezTo>
                <a:cubicBezTo>
                  <a:pt x="0" y="121"/>
                  <a:pt x="35" y="135"/>
                  <a:pt x="58" y="150"/>
                </a:cubicBezTo>
                <a:cubicBezTo>
                  <a:pt x="80" y="165"/>
                  <a:pt x="96" y="185"/>
                  <a:pt x="99" y="194"/>
                </a:cubicBezTo>
                <a:cubicBezTo>
                  <a:pt x="101" y="185"/>
                  <a:pt x="119" y="165"/>
                  <a:pt x="140" y="150"/>
                </a:cubicBezTo>
                <a:cubicBezTo>
                  <a:pt x="162" y="134"/>
                  <a:pt x="197" y="121"/>
                  <a:pt x="197" y="83"/>
                </a:cubicBezTo>
                <a:cubicBezTo>
                  <a:pt x="197" y="14"/>
                  <a:pt x="123" y="3"/>
                  <a:pt x="99" y="60"/>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183"/>
          <p:cNvSpPr>
            <a:spLocks/>
          </p:cNvSpPr>
          <p:nvPr/>
        </p:nvSpPr>
        <p:spPr bwMode="auto">
          <a:xfrm>
            <a:off x="1646551" y="3009900"/>
            <a:ext cx="392113" cy="392113"/>
          </a:xfrm>
          <a:custGeom>
            <a:avLst/>
            <a:gdLst>
              <a:gd name="T0" fmla="*/ 151 w 198"/>
              <a:gd name="T1" fmla="*/ 34 h 198"/>
              <a:gd name="T2" fmla="*/ 135 w 198"/>
              <a:gd name="T3" fmla="*/ 75 h 198"/>
              <a:gd name="T4" fmla="*/ 138 w 198"/>
              <a:gd name="T5" fmla="*/ 77 h 198"/>
              <a:gd name="T6" fmla="*/ 168 w 198"/>
              <a:gd name="T7" fmla="*/ 65 h 198"/>
              <a:gd name="T8" fmla="*/ 198 w 198"/>
              <a:gd name="T9" fmla="*/ 110 h 198"/>
              <a:gd name="T10" fmla="*/ 157 w 198"/>
              <a:gd name="T11" fmla="*/ 166 h 198"/>
              <a:gd name="T12" fmla="*/ 109 w 198"/>
              <a:gd name="T13" fmla="*/ 134 h 198"/>
              <a:gd name="T14" fmla="*/ 103 w 198"/>
              <a:gd name="T15" fmla="*/ 126 h 198"/>
              <a:gd name="T16" fmla="*/ 101 w 198"/>
              <a:gd name="T17" fmla="*/ 130 h 198"/>
              <a:gd name="T18" fmla="*/ 125 w 198"/>
              <a:gd name="T19" fmla="*/ 189 h 198"/>
              <a:gd name="T20" fmla="*/ 123 w 198"/>
              <a:gd name="T21" fmla="*/ 194 h 198"/>
              <a:gd name="T22" fmla="*/ 72 w 198"/>
              <a:gd name="T23" fmla="*/ 191 h 198"/>
              <a:gd name="T24" fmla="*/ 73 w 198"/>
              <a:gd name="T25" fmla="*/ 187 h 198"/>
              <a:gd name="T26" fmla="*/ 95 w 198"/>
              <a:gd name="T27" fmla="*/ 127 h 198"/>
              <a:gd name="T28" fmla="*/ 92 w 198"/>
              <a:gd name="T29" fmla="*/ 123 h 198"/>
              <a:gd name="T30" fmla="*/ 88 w 198"/>
              <a:gd name="T31" fmla="*/ 128 h 198"/>
              <a:gd name="T32" fmla="*/ 42 w 198"/>
              <a:gd name="T33" fmla="*/ 160 h 198"/>
              <a:gd name="T34" fmla="*/ 0 w 198"/>
              <a:gd name="T35" fmla="*/ 107 h 198"/>
              <a:gd name="T36" fmla="*/ 34 w 198"/>
              <a:gd name="T37" fmla="*/ 59 h 198"/>
              <a:gd name="T38" fmla="*/ 67 w 198"/>
              <a:gd name="T39" fmla="*/ 72 h 198"/>
              <a:gd name="T40" fmla="*/ 68 w 198"/>
              <a:gd name="T41" fmla="*/ 69 h 198"/>
              <a:gd name="T42" fmla="*/ 51 w 198"/>
              <a:gd name="T43" fmla="*/ 33 h 198"/>
              <a:gd name="T44" fmla="*/ 100 w 198"/>
              <a:gd name="T45" fmla="*/ 0 h 198"/>
              <a:gd name="T46" fmla="*/ 151 w 198"/>
              <a:gd name="T47" fmla="*/ 34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8" h="198">
                <a:moveTo>
                  <a:pt x="151" y="34"/>
                </a:moveTo>
                <a:cubicBezTo>
                  <a:pt x="151" y="51"/>
                  <a:pt x="143" y="63"/>
                  <a:pt x="135" y="75"/>
                </a:cubicBezTo>
                <a:cubicBezTo>
                  <a:pt x="134" y="78"/>
                  <a:pt x="136" y="79"/>
                  <a:pt x="138" y="77"/>
                </a:cubicBezTo>
                <a:cubicBezTo>
                  <a:pt x="143" y="72"/>
                  <a:pt x="151" y="65"/>
                  <a:pt x="168" y="65"/>
                </a:cubicBezTo>
                <a:cubicBezTo>
                  <a:pt x="185" y="65"/>
                  <a:pt x="198" y="80"/>
                  <a:pt x="198" y="110"/>
                </a:cubicBezTo>
                <a:cubicBezTo>
                  <a:pt x="198" y="142"/>
                  <a:pt x="179" y="166"/>
                  <a:pt x="157" y="166"/>
                </a:cubicBezTo>
                <a:cubicBezTo>
                  <a:pt x="135" y="166"/>
                  <a:pt x="115" y="146"/>
                  <a:pt x="109" y="134"/>
                </a:cubicBezTo>
                <a:cubicBezTo>
                  <a:pt x="107" y="129"/>
                  <a:pt x="105" y="126"/>
                  <a:pt x="103" y="126"/>
                </a:cubicBezTo>
                <a:cubicBezTo>
                  <a:pt x="102" y="126"/>
                  <a:pt x="101" y="128"/>
                  <a:pt x="101" y="130"/>
                </a:cubicBezTo>
                <a:cubicBezTo>
                  <a:pt x="101" y="157"/>
                  <a:pt x="112" y="182"/>
                  <a:pt x="125" y="189"/>
                </a:cubicBezTo>
                <a:cubicBezTo>
                  <a:pt x="126" y="189"/>
                  <a:pt x="129" y="193"/>
                  <a:pt x="123" y="194"/>
                </a:cubicBezTo>
                <a:cubicBezTo>
                  <a:pt x="118" y="195"/>
                  <a:pt x="83" y="198"/>
                  <a:pt x="72" y="191"/>
                </a:cubicBezTo>
                <a:cubicBezTo>
                  <a:pt x="70" y="190"/>
                  <a:pt x="72" y="188"/>
                  <a:pt x="73" y="187"/>
                </a:cubicBezTo>
                <a:cubicBezTo>
                  <a:pt x="91" y="183"/>
                  <a:pt x="95" y="143"/>
                  <a:pt x="95" y="127"/>
                </a:cubicBezTo>
                <a:cubicBezTo>
                  <a:pt x="95" y="125"/>
                  <a:pt x="94" y="123"/>
                  <a:pt x="92" y="123"/>
                </a:cubicBezTo>
                <a:cubicBezTo>
                  <a:pt x="90" y="123"/>
                  <a:pt x="89" y="125"/>
                  <a:pt x="88" y="128"/>
                </a:cubicBezTo>
                <a:cubicBezTo>
                  <a:pt x="81" y="142"/>
                  <a:pt x="65" y="160"/>
                  <a:pt x="42" y="160"/>
                </a:cubicBezTo>
                <a:cubicBezTo>
                  <a:pt x="18" y="160"/>
                  <a:pt x="0" y="133"/>
                  <a:pt x="0" y="107"/>
                </a:cubicBezTo>
                <a:cubicBezTo>
                  <a:pt x="0" y="80"/>
                  <a:pt x="14" y="59"/>
                  <a:pt x="34" y="59"/>
                </a:cubicBezTo>
                <a:cubicBezTo>
                  <a:pt x="46" y="59"/>
                  <a:pt x="59" y="67"/>
                  <a:pt x="67" y="72"/>
                </a:cubicBezTo>
                <a:cubicBezTo>
                  <a:pt x="69" y="73"/>
                  <a:pt x="70" y="70"/>
                  <a:pt x="68" y="69"/>
                </a:cubicBezTo>
                <a:cubicBezTo>
                  <a:pt x="55" y="60"/>
                  <a:pt x="51" y="49"/>
                  <a:pt x="51" y="33"/>
                </a:cubicBezTo>
                <a:cubicBezTo>
                  <a:pt x="51" y="22"/>
                  <a:pt x="62" y="0"/>
                  <a:pt x="100" y="0"/>
                </a:cubicBezTo>
                <a:cubicBezTo>
                  <a:pt x="138" y="0"/>
                  <a:pt x="151" y="15"/>
                  <a:pt x="151" y="34"/>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184"/>
          <p:cNvSpPr>
            <a:spLocks/>
          </p:cNvSpPr>
          <p:nvPr/>
        </p:nvSpPr>
        <p:spPr bwMode="auto">
          <a:xfrm>
            <a:off x="2122801" y="3000375"/>
            <a:ext cx="395288" cy="393700"/>
          </a:xfrm>
          <a:custGeom>
            <a:avLst/>
            <a:gdLst>
              <a:gd name="T0" fmla="*/ 195 w 200"/>
              <a:gd name="T1" fmla="*/ 92 h 199"/>
              <a:gd name="T2" fmla="*/ 195 w 200"/>
              <a:gd name="T3" fmla="*/ 107 h 199"/>
              <a:gd name="T4" fmla="*/ 107 w 200"/>
              <a:gd name="T5" fmla="*/ 195 h 199"/>
              <a:gd name="T6" fmla="*/ 92 w 200"/>
              <a:gd name="T7" fmla="*/ 195 h 199"/>
              <a:gd name="T8" fmla="*/ 4 w 200"/>
              <a:gd name="T9" fmla="*/ 107 h 199"/>
              <a:gd name="T10" fmla="*/ 4 w 200"/>
              <a:gd name="T11" fmla="*/ 92 h 199"/>
              <a:gd name="T12" fmla="*/ 92 w 200"/>
              <a:gd name="T13" fmla="*/ 4 h 199"/>
              <a:gd name="T14" fmla="*/ 107 w 200"/>
              <a:gd name="T15" fmla="*/ 4 h 199"/>
              <a:gd name="T16" fmla="*/ 195 w 200"/>
              <a:gd name="T17" fmla="*/ 92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0" h="199">
                <a:moveTo>
                  <a:pt x="195" y="92"/>
                </a:moveTo>
                <a:cubicBezTo>
                  <a:pt x="200" y="96"/>
                  <a:pt x="200" y="103"/>
                  <a:pt x="195" y="107"/>
                </a:cubicBezTo>
                <a:cubicBezTo>
                  <a:pt x="107" y="195"/>
                  <a:pt x="107" y="195"/>
                  <a:pt x="107" y="195"/>
                </a:cubicBezTo>
                <a:cubicBezTo>
                  <a:pt x="103" y="199"/>
                  <a:pt x="96" y="199"/>
                  <a:pt x="92" y="195"/>
                </a:cubicBezTo>
                <a:cubicBezTo>
                  <a:pt x="4" y="107"/>
                  <a:pt x="4" y="107"/>
                  <a:pt x="4" y="107"/>
                </a:cubicBezTo>
                <a:cubicBezTo>
                  <a:pt x="0" y="103"/>
                  <a:pt x="0" y="96"/>
                  <a:pt x="4" y="92"/>
                </a:cubicBezTo>
                <a:cubicBezTo>
                  <a:pt x="92" y="4"/>
                  <a:pt x="92" y="4"/>
                  <a:pt x="92" y="4"/>
                </a:cubicBezTo>
                <a:cubicBezTo>
                  <a:pt x="96" y="0"/>
                  <a:pt x="103" y="0"/>
                  <a:pt x="107" y="4"/>
                </a:cubicBezTo>
                <a:lnTo>
                  <a:pt x="195" y="92"/>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185"/>
          <p:cNvSpPr>
            <a:spLocks noEditPoints="1"/>
          </p:cNvSpPr>
          <p:nvPr/>
        </p:nvSpPr>
        <p:spPr bwMode="auto">
          <a:xfrm>
            <a:off x="173351" y="3452813"/>
            <a:ext cx="379413" cy="423863"/>
          </a:xfrm>
          <a:custGeom>
            <a:avLst/>
            <a:gdLst>
              <a:gd name="T0" fmla="*/ 140 w 192"/>
              <a:gd name="T1" fmla="*/ 68 h 214"/>
              <a:gd name="T2" fmla="*/ 122 w 192"/>
              <a:gd name="T3" fmla="*/ 33 h 214"/>
              <a:gd name="T4" fmla="*/ 87 w 192"/>
              <a:gd name="T5" fmla="*/ 28 h 214"/>
              <a:gd name="T6" fmla="*/ 97 w 192"/>
              <a:gd name="T7" fmla="*/ 90 h 214"/>
              <a:gd name="T8" fmla="*/ 140 w 192"/>
              <a:gd name="T9" fmla="*/ 68 h 214"/>
              <a:gd name="T10" fmla="*/ 90 w 192"/>
              <a:gd name="T11" fmla="*/ 96 h 214"/>
              <a:gd name="T12" fmla="*/ 67 w 192"/>
              <a:gd name="T13" fmla="*/ 49 h 214"/>
              <a:gd name="T14" fmla="*/ 32 w 192"/>
              <a:gd name="T15" fmla="*/ 67 h 214"/>
              <a:gd name="T16" fmla="*/ 27 w 192"/>
              <a:gd name="T17" fmla="*/ 102 h 214"/>
              <a:gd name="T18" fmla="*/ 90 w 192"/>
              <a:gd name="T19" fmla="*/ 96 h 214"/>
              <a:gd name="T20" fmla="*/ 42 w 192"/>
              <a:gd name="T21" fmla="*/ 139 h 214"/>
              <a:gd name="T22" fmla="*/ 69 w 192"/>
              <a:gd name="T23" fmla="*/ 163 h 214"/>
              <a:gd name="T24" fmla="*/ 107 w 192"/>
              <a:gd name="T25" fmla="*/ 154 h 214"/>
              <a:gd name="T26" fmla="*/ 93 w 192"/>
              <a:gd name="T27" fmla="*/ 103 h 214"/>
              <a:gd name="T28" fmla="*/ 42 w 192"/>
              <a:gd name="T29" fmla="*/ 139 h 214"/>
              <a:gd name="T30" fmla="*/ 97 w 192"/>
              <a:gd name="T31" fmla="*/ 98 h 214"/>
              <a:gd name="T32" fmla="*/ 124 w 192"/>
              <a:gd name="T33" fmla="*/ 143 h 214"/>
              <a:gd name="T34" fmla="*/ 159 w 192"/>
              <a:gd name="T35" fmla="*/ 124 h 214"/>
              <a:gd name="T36" fmla="*/ 164 w 192"/>
              <a:gd name="T37" fmla="*/ 90 h 214"/>
              <a:gd name="T38" fmla="*/ 97 w 192"/>
              <a:gd name="T39" fmla="*/ 98 h 214"/>
              <a:gd name="T40" fmla="*/ 120 w 192"/>
              <a:gd name="T41" fmla="*/ 150 h 214"/>
              <a:gd name="T42" fmla="*/ 115 w 192"/>
              <a:gd name="T43" fmla="*/ 154 h 214"/>
              <a:gd name="T44" fmla="*/ 189 w 192"/>
              <a:gd name="T45" fmla="*/ 214 h 214"/>
              <a:gd name="T46" fmla="*/ 192 w 192"/>
              <a:gd name="T47" fmla="*/ 196 h 214"/>
              <a:gd name="T48" fmla="*/ 120 w 192"/>
              <a:gd name="T49" fmla="*/ 15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2" h="214">
                <a:moveTo>
                  <a:pt x="140" y="68"/>
                </a:moveTo>
                <a:cubicBezTo>
                  <a:pt x="146" y="62"/>
                  <a:pt x="159" y="36"/>
                  <a:pt x="122" y="33"/>
                </a:cubicBezTo>
                <a:cubicBezTo>
                  <a:pt x="103" y="0"/>
                  <a:pt x="89" y="24"/>
                  <a:pt x="87" y="28"/>
                </a:cubicBezTo>
                <a:cubicBezTo>
                  <a:pt x="73" y="49"/>
                  <a:pt x="97" y="90"/>
                  <a:pt x="97" y="90"/>
                </a:cubicBezTo>
                <a:cubicBezTo>
                  <a:pt x="97" y="90"/>
                  <a:pt x="129" y="80"/>
                  <a:pt x="140" y="68"/>
                </a:cubicBezTo>
                <a:close/>
                <a:moveTo>
                  <a:pt x="90" y="96"/>
                </a:moveTo>
                <a:cubicBezTo>
                  <a:pt x="90" y="96"/>
                  <a:pt x="79" y="60"/>
                  <a:pt x="67" y="49"/>
                </a:cubicBezTo>
                <a:cubicBezTo>
                  <a:pt x="62" y="43"/>
                  <a:pt x="35" y="30"/>
                  <a:pt x="32" y="67"/>
                </a:cubicBezTo>
                <a:cubicBezTo>
                  <a:pt x="0" y="86"/>
                  <a:pt x="24" y="100"/>
                  <a:pt x="27" y="102"/>
                </a:cubicBezTo>
                <a:cubicBezTo>
                  <a:pt x="49" y="116"/>
                  <a:pt x="90" y="96"/>
                  <a:pt x="90" y="96"/>
                </a:cubicBezTo>
                <a:close/>
                <a:moveTo>
                  <a:pt x="42" y="139"/>
                </a:moveTo>
                <a:cubicBezTo>
                  <a:pt x="41" y="143"/>
                  <a:pt x="32" y="169"/>
                  <a:pt x="69" y="163"/>
                </a:cubicBezTo>
                <a:cubicBezTo>
                  <a:pt x="95" y="190"/>
                  <a:pt x="107" y="162"/>
                  <a:pt x="107" y="154"/>
                </a:cubicBezTo>
                <a:cubicBezTo>
                  <a:pt x="110" y="138"/>
                  <a:pt x="93" y="103"/>
                  <a:pt x="93" y="103"/>
                </a:cubicBezTo>
                <a:cubicBezTo>
                  <a:pt x="93" y="103"/>
                  <a:pt x="50" y="115"/>
                  <a:pt x="42" y="139"/>
                </a:cubicBezTo>
                <a:close/>
                <a:moveTo>
                  <a:pt x="97" y="98"/>
                </a:moveTo>
                <a:cubicBezTo>
                  <a:pt x="97" y="98"/>
                  <a:pt x="112" y="133"/>
                  <a:pt x="124" y="143"/>
                </a:cubicBezTo>
                <a:cubicBezTo>
                  <a:pt x="130" y="149"/>
                  <a:pt x="157" y="162"/>
                  <a:pt x="159" y="124"/>
                </a:cubicBezTo>
                <a:cubicBezTo>
                  <a:pt x="191" y="105"/>
                  <a:pt x="167" y="92"/>
                  <a:pt x="164" y="90"/>
                </a:cubicBezTo>
                <a:cubicBezTo>
                  <a:pt x="142" y="76"/>
                  <a:pt x="97" y="98"/>
                  <a:pt x="97" y="98"/>
                </a:cubicBezTo>
                <a:close/>
                <a:moveTo>
                  <a:pt x="120" y="150"/>
                </a:moveTo>
                <a:cubicBezTo>
                  <a:pt x="115" y="154"/>
                  <a:pt x="115" y="154"/>
                  <a:pt x="115" y="154"/>
                </a:cubicBezTo>
                <a:cubicBezTo>
                  <a:pt x="115" y="154"/>
                  <a:pt x="121" y="195"/>
                  <a:pt x="189" y="214"/>
                </a:cubicBezTo>
                <a:cubicBezTo>
                  <a:pt x="190" y="211"/>
                  <a:pt x="192" y="198"/>
                  <a:pt x="192" y="196"/>
                </a:cubicBezTo>
                <a:cubicBezTo>
                  <a:pt x="140" y="196"/>
                  <a:pt x="120" y="150"/>
                  <a:pt x="120" y="150"/>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186"/>
          <p:cNvSpPr>
            <a:spLocks noEditPoints="1"/>
          </p:cNvSpPr>
          <p:nvPr/>
        </p:nvSpPr>
        <p:spPr bwMode="auto">
          <a:xfrm>
            <a:off x="671826" y="3482975"/>
            <a:ext cx="395288" cy="395288"/>
          </a:xfrm>
          <a:custGeom>
            <a:avLst/>
            <a:gdLst>
              <a:gd name="T0" fmla="*/ 177 w 200"/>
              <a:gd name="T1" fmla="*/ 0 h 200"/>
              <a:gd name="T2" fmla="*/ 23 w 200"/>
              <a:gd name="T3" fmla="*/ 0 h 200"/>
              <a:gd name="T4" fmla="*/ 0 w 200"/>
              <a:gd name="T5" fmla="*/ 23 h 200"/>
              <a:gd name="T6" fmla="*/ 0 w 200"/>
              <a:gd name="T7" fmla="*/ 177 h 200"/>
              <a:gd name="T8" fmla="*/ 23 w 200"/>
              <a:gd name="T9" fmla="*/ 200 h 200"/>
              <a:gd name="T10" fmla="*/ 177 w 200"/>
              <a:gd name="T11" fmla="*/ 200 h 200"/>
              <a:gd name="T12" fmla="*/ 200 w 200"/>
              <a:gd name="T13" fmla="*/ 177 h 200"/>
              <a:gd name="T14" fmla="*/ 200 w 200"/>
              <a:gd name="T15" fmla="*/ 23 h 200"/>
              <a:gd name="T16" fmla="*/ 177 w 200"/>
              <a:gd name="T17" fmla="*/ 0 h 200"/>
              <a:gd name="T18" fmla="*/ 179 w 200"/>
              <a:gd name="T19" fmla="*/ 179 h 200"/>
              <a:gd name="T20" fmla="*/ 20 w 200"/>
              <a:gd name="T21" fmla="*/ 179 h 200"/>
              <a:gd name="T22" fmla="*/ 20 w 200"/>
              <a:gd name="T23" fmla="*/ 19 h 200"/>
              <a:gd name="T24" fmla="*/ 179 w 200"/>
              <a:gd name="T25" fmla="*/ 19 h 200"/>
              <a:gd name="T26" fmla="*/ 179 w 200"/>
              <a:gd name="T27" fmla="*/ 179 h 200"/>
              <a:gd name="T28" fmla="*/ 54 w 200"/>
              <a:gd name="T29" fmla="*/ 68 h 200"/>
              <a:gd name="T30" fmla="*/ 75 w 200"/>
              <a:gd name="T31" fmla="*/ 48 h 200"/>
              <a:gd name="T32" fmla="*/ 54 w 200"/>
              <a:gd name="T33" fmla="*/ 27 h 200"/>
              <a:gd name="T34" fmla="*/ 34 w 200"/>
              <a:gd name="T35" fmla="*/ 48 h 200"/>
              <a:gd name="T36" fmla="*/ 54 w 200"/>
              <a:gd name="T37" fmla="*/ 68 h 200"/>
              <a:gd name="T38" fmla="*/ 54 w 200"/>
              <a:gd name="T39" fmla="*/ 120 h 200"/>
              <a:gd name="T40" fmla="*/ 75 w 200"/>
              <a:gd name="T41" fmla="*/ 100 h 200"/>
              <a:gd name="T42" fmla="*/ 54 w 200"/>
              <a:gd name="T43" fmla="*/ 79 h 200"/>
              <a:gd name="T44" fmla="*/ 34 w 200"/>
              <a:gd name="T45" fmla="*/ 100 h 200"/>
              <a:gd name="T46" fmla="*/ 54 w 200"/>
              <a:gd name="T47" fmla="*/ 120 h 200"/>
              <a:gd name="T48" fmla="*/ 54 w 200"/>
              <a:gd name="T49" fmla="*/ 172 h 200"/>
              <a:gd name="T50" fmla="*/ 75 w 200"/>
              <a:gd name="T51" fmla="*/ 152 h 200"/>
              <a:gd name="T52" fmla="*/ 54 w 200"/>
              <a:gd name="T53" fmla="*/ 131 h 200"/>
              <a:gd name="T54" fmla="*/ 34 w 200"/>
              <a:gd name="T55" fmla="*/ 152 h 200"/>
              <a:gd name="T56" fmla="*/ 54 w 200"/>
              <a:gd name="T57" fmla="*/ 172 h 200"/>
              <a:gd name="T58" fmla="*/ 140 w 200"/>
              <a:gd name="T59" fmla="*/ 68 h 200"/>
              <a:gd name="T60" fmla="*/ 161 w 200"/>
              <a:gd name="T61" fmla="*/ 48 h 200"/>
              <a:gd name="T62" fmla="*/ 140 w 200"/>
              <a:gd name="T63" fmla="*/ 27 h 200"/>
              <a:gd name="T64" fmla="*/ 119 w 200"/>
              <a:gd name="T65" fmla="*/ 48 h 200"/>
              <a:gd name="T66" fmla="*/ 140 w 200"/>
              <a:gd name="T67" fmla="*/ 68 h 200"/>
              <a:gd name="T68" fmla="*/ 140 w 200"/>
              <a:gd name="T69" fmla="*/ 120 h 200"/>
              <a:gd name="T70" fmla="*/ 161 w 200"/>
              <a:gd name="T71" fmla="*/ 100 h 200"/>
              <a:gd name="T72" fmla="*/ 140 w 200"/>
              <a:gd name="T73" fmla="*/ 79 h 200"/>
              <a:gd name="T74" fmla="*/ 119 w 200"/>
              <a:gd name="T75" fmla="*/ 100 h 200"/>
              <a:gd name="T76" fmla="*/ 140 w 200"/>
              <a:gd name="T77" fmla="*/ 120 h 200"/>
              <a:gd name="T78" fmla="*/ 140 w 200"/>
              <a:gd name="T79" fmla="*/ 172 h 200"/>
              <a:gd name="T80" fmla="*/ 161 w 200"/>
              <a:gd name="T81" fmla="*/ 152 h 200"/>
              <a:gd name="T82" fmla="*/ 140 w 200"/>
              <a:gd name="T83" fmla="*/ 131 h 200"/>
              <a:gd name="T84" fmla="*/ 119 w 200"/>
              <a:gd name="T85" fmla="*/ 152 h 200"/>
              <a:gd name="T86" fmla="*/ 140 w 200"/>
              <a:gd name="T87" fmla="*/ 172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0" h="200">
                <a:moveTo>
                  <a:pt x="177" y="0"/>
                </a:moveTo>
                <a:cubicBezTo>
                  <a:pt x="23" y="0"/>
                  <a:pt x="23" y="0"/>
                  <a:pt x="23" y="0"/>
                </a:cubicBezTo>
                <a:cubicBezTo>
                  <a:pt x="10" y="0"/>
                  <a:pt x="0" y="10"/>
                  <a:pt x="0" y="23"/>
                </a:cubicBezTo>
                <a:cubicBezTo>
                  <a:pt x="0" y="177"/>
                  <a:pt x="0" y="177"/>
                  <a:pt x="0" y="177"/>
                </a:cubicBezTo>
                <a:cubicBezTo>
                  <a:pt x="0" y="190"/>
                  <a:pt x="10" y="200"/>
                  <a:pt x="23" y="200"/>
                </a:cubicBezTo>
                <a:cubicBezTo>
                  <a:pt x="177" y="200"/>
                  <a:pt x="177" y="200"/>
                  <a:pt x="177" y="200"/>
                </a:cubicBezTo>
                <a:cubicBezTo>
                  <a:pt x="189" y="200"/>
                  <a:pt x="200" y="190"/>
                  <a:pt x="200" y="177"/>
                </a:cubicBezTo>
                <a:cubicBezTo>
                  <a:pt x="200" y="23"/>
                  <a:pt x="200" y="23"/>
                  <a:pt x="200" y="23"/>
                </a:cubicBezTo>
                <a:cubicBezTo>
                  <a:pt x="200" y="10"/>
                  <a:pt x="189" y="0"/>
                  <a:pt x="177" y="0"/>
                </a:cubicBezTo>
                <a:close/>
                <a:moveTo>
                  <a:pt x="179" y="179"/>
                </a:moveTo>
                <a:cubicBezTo>
                  <a:pt x="20" y="179"/>
                  <a:pt x="20" y="179"/>
                  <a:pt x="20" y="179"/>
                </a:cubicBezTo>
                <a:cubicBezTo>
                  <a:pt x="20" y="19"/>
                  <a:pt x="20" y="19"/>
                  <a:pt x="20" y="19"/>
                </a:cubicBezTo>
                <a:cubicBezTo>
                  <a:pt x="179" y="19"/>
                  <a:pt x="179" y="19"/>
                  <a:pt x="179" y="19"/>
                </a:cubicBezTo>
                <a:lnTo>
                  <a:pt x="179" y="179"/>
                </a:lnTo>
                <a:close/>
                <a:moveTo>
                  <a:pt x="54" y="68"/>
                </a:moveTo>
                <a:cubicBezTo>
                  <a:pt x="66" y="68"/>
                  <a:pt x="75" y="59"/>
                  <a:pt x="75" y="48"/>
                </a:cubicBezTo>
                <a:cubicBezTo>
                  <a:pt x="75" y="36"/>
                  <a:pt x="66" y="27"/>
                  <a:pt x="54" y="27"/>
                </a:cubicBezTo>
                <a:cubicBezTo>
                  <a:pt x="43" y="27"/>
                  <a:pt x="34" y="36"/>
                  <a:pt x="34" y="48"/>
                </a:cubicBezTo>
                <a:cubicBezTo>
                  <a:pt x="34" y="59"/>
                  <a:pt x="43" y="68"/>
                  <a:pt x="54" y="68"/>
                </a:cubicBezTo>
                <a:close/>
                <a:moveTo>
                  <a:pt x="54" y="120"/>
                </a:moveTo>
                <a:cubicBezTo>
                  <a:pt x="66" y="120"/>
                  <a:pt x="75" y="111"/>
                  <a:pt x="75" y="100"/>
                </a:cubicBezTo>
                <a:cubicBezTo>
                  <a:pt x="75" y="88"/>
                  <a:pt x="66" y="79"/>
                  <a:pt x="54" y="79"/>
                </a:cubicBezTo>
                <a:cubicBezTo>
                  <a:pt x="43" y="79"/>
                  <a:pt x="34" y="88"/>
                  <a:pt x="34" y="100"/>
                </a:cubicBezTo>
                <a:cubicBezTo>
                  <a:pt x="34" y="111"/>
                  <a:pt x="43" y="120"/>
                  <a:pt x="54" y="120"/>
                </a:cubicBezTo>
                <a:close/>
                <a:moveTo>
                  <a:pt x="54" y="172"/>
                </a:moveTo>
                <a:cubicBezTo>
                  <a:pt x="66" y="172"/>
                  <a:pt x="75" y="163"/>
                  <a:pt x="75" y="152"/>
                </a:cubicBezTo>
                <a:cubicBezTo>
                  <a:pt x="75" y="140"/>
                  <a:pt x="66" y="131"/>
                  <a:pt x="54" y="131"/>
                </a:cubicBezTo>
                <a:cubicBezTo>
                  <a:pt x="43" y="131"/>
                  <a:pt x="34" y="140"/>
                  <a:pt x="34" y="152"/>
                </a:cubicBezTo>
                <a:cubicBezTo>
                  <a:pt x="34" y="163"/>
                  <a:pt x="43" y="172"/>
                  <a:pt x="54" y="172"/>
                </a:cubicBezTo>
                <a:close/>
                <a:moveTo>
                  <a:pt x="140" y="68"/>
                </a:moveTo>
                <a:cubicBezTo>
                  <a:pt x="151" y="68"/>
                  <a:pt x="161" y="59"/>
                  <a:pt x="161" y="48"/>
                </a:cubicBezTo>
                <a:cubicBezTo>
                  <a:pt x="161" y="36"/>
                  <a:pt x="151" y="27"/>
                  <a:pt x="140" y="27"/>
                </a:cubicBezTo>
                <a:cubicBezTo>
                  <a:pt x="129" y="27"/>
                  <a:pt x="119" y="36"/>
                  <a:pt x="119" y="48"/>
                </a:cubicBezTo>
                <a:cubicBezTo>
                  <a:pt x="119" y="59"/>
                  <a:pt x="129" y="68"/>
                  <a:pt x="140" y="68"/>
                </a:cubicBezTo>
                <a:close/>
                <a:moveTo>
                  <a:pt x="140" y="120"/>
                </a:moveTo>
                <a:cubicBezTo>
                  <a:pt x="151" y="120"/>
                  <a:pt x="161" y="111"/>
                  <a:pt x="161" y="100"/>
                </a:cubicBezTo>
                <a:cubicBezTo>
                  <a:pt x="161" y="88"/>
                  <a:pt x="151" y="79"/>
                  <a:pt x="140" y="79"/>
                </a:cubicBezTo>
                <a:cubicBezTo>
                  <a:pt x="129" y="79"/>
                  <a:pt x="119" y="88"/>
                  <a:pt x="119" y="100"/>
                </a:cubicBezTo>
                <a:cubicBezTo>
                  <a:pt x="119" y="111"/>
                  <a:pt x="129" y="120"/>
                  <a:pt x="140" y="120"/>
                </a:cubicBezTo>
                <a:close/>
                <a:moveTo>
                  <a:pt x="140" y="172"/>
                </a:moveTo>
                <a:cubicBezTo>
                  <a:pt x="151" y="172"/>
                  <a:pt x="161" y="163"/>
                  <a:pt x="161" y="152"/>
                </a:cubicBezTo>
                <a:cubicBezTo>
                  <a:pt x="161" y="140"/>
                  <a:pt x="151" y="131"/>
                  <a:pt x="140" y="131"/>
                </a:cubicBezTo>
                <a:cubicBezTo>
                  <a:pt x="129" y="131"/>
                  <a:pt x="119" y="140"/>
                  <a:pt x="119" y="152"/>
                </a:cubicBezTo>
                <a:cubicBezTo>
                  <a:pt x="119" y="163"/>
                  <a:pt x="129" y="172"/>
                  <a:pt x="140" y="172"/>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187"/>
          <p:cNvSpPr>
            <a:spLocks noEditPoints="1"/>
          </p:cNvSpPr>
          <p:nvPr/>
        </p:nvSpPr>
        <p:spPr bwMode="auto">
          <a:xfrm>
            <a:off x="1163951" y="3479800"/>
            <a:ext cx="395288" cy="398463"/>
          </a:xfrm>
          <a:custGeom>
            <a:avLst/>
            <a:gdLst>
              <a:gd name="T0" fmla="*/ 177 w 200"/>
              <a:gd name="T1" fmla="*/ 0 h 201"/>
              <a:gd name="T2" fmla="*/ 23 w 200"/>
              <a:gd name="T3" fmla="*/ 0 h 201"/>
              <a:gd name="T4" fmla="*/ 0 w 200"/>
              <a:gd name="T5" fmla="*/ 24 h 201"/>
              <a:gd name="T6" fmla="*/ 0 w 200"/>
              <a:gd name="T7" fmla="*/ 177 h 201"/>
              <a:gd name="T8" fmla="*/ 23 w 200"/>
              <a:gd name="T9" fmla="*/ 201 h 201"/>
              <a:gd name="T10" fmla="*/ 177 w 200"/>
              <a:gd name="T11" fmla="*/ 201 h 201"/>
              <a:gd name="T12" fmla="*/ 200 w 200"/>
              <a:gd name="T13" fmla="*/ 177 h 201"/>
              <a:gd name="T14" fmla="*/ 200 w 200"/>
              <a:gd name="T15" fmla="*/ 24 h 201"/>
              <a:gd name="T16" fmla="*/ 177 w 200"/>
              <a:gd name="T17" fmla="*/ 0 h 201"/>
              <a:gd name="T18" fmla="*/ 179 w 200"/>
              <a:gd name="T19" fmla="*/ 180 h 201"/>
              <a:gd name="T20" fmla="*/ 20 w 200"/>
              <a:gd name="T21" fmla="*/ 180 h 201"/>
              <a:gd name="T22" fmla="*/ 20 w 200"/>
              <a:gd name="T23" fmla="*/ 20 h 201"/>
              <a:gd name="T24" fmla="*/ 179 w 200"/>
              <a:gd name="T25" fmla="*/ 20 h 201"/>
              <a:gd name="T26" fmla="*/ 179 w 200"/>
              <a:gd name="T27" fmla="*/ 180 h 201"/>
              <a:gd name="T28" fmla="*/ 53 w 200"/>
              <a:gd name="T29" fmla="*/ 69 h 201"/>
              <a:gd name="T30" fmla="*/ 74 w 200"/>
              <a:gd name="T31" fmla="*/ 48 h 201"/>
              <a:gd name="T32" fmla="*/ 53 w 200"/>
              <a:gd name="T33" fmla="*/ 28 h 201"/>
              <a:gd name="T34" fmla="*/ 32 w 200"/>
              <a:gd name="T35" fmla="*/ 48 h 201"/>
              <a:gd name="T36" fmla="*/ 53 w 200"/>
              <a:gd name="T37" fmla="*/ 69 h 201"/>
              <a:gd name="T38" fmla="*/ 53 w 200"/>
              <a:gd name="T39" fmla="*/ 173 h 201"/>
              <a:gd name="T40" fmla="*/ 74 w 200"/>
              <a:gd name="T41" fmla="*/ 152 h 201"/>
              <a:gd name="T42" fmla="*/ 53 w 200"/>
              <a:gd name="T43" fmla="*/ 132 h 201"/>
              <a:gd name="T44" fmla="*/ 32 w 200"/>
              <a:gd name="T45" fmla="*/ 152 h 201"/>
              <a:gd name="T46" fmla="*/ 53 w 200"/>
              <a:gd name="T47" fmla="*/ 173 h 201"/>
              <a:gd name="T48" fmla="*/ 145 w 200"/>
              <a:gd name="T49" fmla="*/ 69 h 201"/>
              <a:gd name="T50" fmla="*/ 166 w 200"/>
              <a:gd name="T51" fmla="*/ 48 h 201"/>
              <a:gd name="T52" fmla="*/ 145 w 200"/>
              <a:gd name="T53" fmla="*/ 28 h 201"/>
              <a:gd name="T54" fmla="*/ 124 w 200"/>
              <a:gd name="T55" fmla="*/ 48 h 201"/>
              <a:gd name="T56" fmla="*/ 145 w 200"/>
              <a:gd name="T57" fmla="*/ 69 h 201"/>
              <a:gd name="T58" fmla="*/ 98 w 200"/>
              <a:gd name="T59" fmla="*/ 121 h 201"/>
              <a:gd name="T60" fmla="*/ 119 w 200"/>
              <a:gd name="T61" fmla="*/ 100 h 201"/>
              <a:gd name="T62" fmla="*/ 98 w 200"/>
              <a:gd name="T63" fmla="*/ 80 h 201"/>
              <a:gd name="T64" fmla="*/ 78 w 200"/>
              <a:gd name="T65" fmla="*/ 100 h 201"/>
              <a:gd name="T66" fmla="*/ 98 w 200"/>
              <a:gd name="T67" fmla="*/ 121 h 201"/>
              <a:gd name="T68" fmla="*/ 145 w 200"/>
              <a:gd name="T69" fmla="*/ 173 h 201"/>
              <a:gd name="T70" fmla="*/ 166 w 200"/>
              <a:gd name="T71" fmla="*/ 152 h 201"/>
              <a:gd name="T72" fmla="*/ 145 w 200"/>
              <a:gd name="T73" fmla="*/ 132 h 201"/>
              <a:gd name="T74" fmla="*/ 124 w 200"/>
              <a:gd name="T75" fmla="*/ 152 h 201"/>
              <a:gd name="T76" fmla="*/ 145 w 200"/>
              <a:gd name="T77" fmla="*/ 173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0" h="201">
                <a:moveTo>
                  <a:pt x="177" y="0"/>
                </a:moveTo>
                <a:cubicBezTo>
                  <a:pt x="23" y="0"/>
                  <a:pt x="23" y="0"/>
                  <a:pt x="23" y="0"/>
                </a:cubicBezTo>
                <a:cubicBezTo>
                  <a:pt x="10" y="0"/>
                  <a:pt x="0" y="11"/>
                  <a:pt x="0" y="24"/>
                </a:cubicBezTo>
                <a:cubicBezTo>
                  <a:pt x="0" y="177"/>
                  <a:pt x="0" y="177"/>
                  <a:pt x="0" y="177"/>
                </a:cubicBezTo>
                <a:cubicBezTo>
                  <a:pt x="0" y="190"/>
                  <a:pt x="10" y="201"/>
                  <a:pt x="23" y="201"/>
                </a:cubicBezTo>
                <a:cubicBezTo>
                  <a:pt x="177" y="201"/>
                  <a:pt x="177" y="201"/>
                  <a:pt x="177" y="201"/>
                </a:cubicBezTo>
                <a:cubicBezTo>
                  <a:pt x="190" y="201"/>
                  <a:pt x="200" y="190"/>
                  <a:pt x="200" y="177"/>
                </a:cubicBezTo>
                <a:cubicBezTo>
                  <a:pt x="200" y="24"/>
                  <a:pt x="200" y="24"/>
                  <a:pt x="200" y="24"/>
                </a:cubicBezTo>
                <a:cubicBezTo>
                  <a:pt x="200" y="11"/>
                  <a:pt x="190" y="0"/>
                  <a:pt x="177" y="0"/>
                </a:cubicBezTo>
                <a:close/>
                <a:moveTo>
                  <a:pt x="179" y="180"/>
                </a:moveTo>
                <a:cubicBezTo>
                  <a:pt x="20" y="180"/>
                  <a:pt x="20" y="180"/>
                  <a:pt x="20" y="180"/>
                </a:cubicBezTo>
                <a:cubicBezTo>
                  <a:pt x="20" y="20"/>
                  <a:pt x="20" y="20"/>
                  <a:pt x="20" y="20"/>
                </a:cubicBezTo>
                <a:cubicBezTo>
                  <a:pt x="179" y="20"/>
                  <a:pt x="179" y="20"/>
                  <a:pt x="179" y="20"/>
                </a:cubicBezTo>
                <a:lnTo>
                  <a:pt x="179" y="180"/>
                </a:lnTo>
                <a:close/>
                <a:moveTo>
                  <a:pt x="53" y="69"/>
                </a:moveTo>
                <a:cubicBezTo>
                  <a:pt x="64" y="69"/>
                  <a:pt x="74" y="60"/>
                  <a:pt x="74" y="48"/>
                </a:cubicBezTo>
                <a:cubicBezTo>
                  <a:pt x="74" y="37"/>
                  <a:pt x="64" y="28"/>
                  <a:pt x="53" y="28"/>
                </a:cubicBezTo>
                <a:cubicBezTo>
                  <a:pt x="41" y="28"/>
                  <a:pt x="32" y="37"/>
                  <a:pt x="32" y="48"/>
                </a:cubicBezTo>
                <a:cubicBezTo>
                  <a:pt x="32" y="60"/>
                  <a:pt x="41" y="69"/>
                  <a:pt x="53" y="69"/>
                </a:cubicBezTo>
                <a:close/>
                <a:moveTo>
                  <a:pt x="53" y="173"/>
                </a:moveTo>
                <a:cubicBezTo>
                  <a:pt x="64" y="173"/>
                  <a:pt x="74" y="164"/>
                  <a:pt x="74" y="152"/>
                </a:cubicBezTo>
                <a:cubicBezTo>
                  <a:pt x="74" y="141"/>
                  <a:pt x="64" y="132"/>
                  <a:pt x="53" y="132"/>
                </a:cubicBezTo>
                <a:cubicBezTo>
                  <a:pt x="41" y="132"/>
                  <a:pt x="32" y="141"/>
                  <a:pt x="32" y="152"/>
                </a:cubicBezTo>
                <a:cubicBezTo>
                  <a:pt x="32" y="164"/>
                  <a:pt x="41" y="173"/>
                  <a:pt x="53" y="173"/>
                </a:cubicBezTo>
                <a:close/>
                <a:moveTo>
                  <a:pt x="145" y="69"/>
                </a:moveTo>
                <a:cubicBezTo>
                  <a:pt x="156" y="69"/>
                  <a:pt x="166" y="60"/>
                  <a:pt x="166" y="48"/>
                </a:cubicBezTo>
                <a:cubicBezTo>
                  <a:pt x="166" y="37"/>
                  <a:pt x="156" y="28"/>
                  <a:pt x="145" y="28"/>
                </a:cubicBezTo>
                <a:cubicBezTo>
                  <a:pt x="133" y="28"/>
                  <a:pt x="124" y="37"/>
                  <a:pt x="124" y="48"/>
                </a:cubicBezTo>
                <a:cubicBezTo>
                  <a:pt x="124" y="60"/>
                  <a:pt x="133" y="69"/>
                  <a:pt x="145" y="69"/>
                </a:cubicBezTo>
                <a:close/>
                <a:moveTo>
                  <a:pt x="98" y="121"/>
                </a:moveTo>
                <a:cubicBezTo>
                  <a:pt x="110" y="121"/>
                  <a:pt x="119" y="112"/>
                  <a:pt x="119" y="100"/>
                </a:cubicBezTo>
                <a:cubicBezTo>
                  <a:pt x="119" y="89"/>
                  <a:pt x="110" y="80"/>
                  <a:pt x="98" y="80"/>
                </a:cubicBezTo>
                <a:cubicBezTo>
                  <a:pt x="87" y="80"/>
                  <a:pt x="78" y="89"/>
                  <a:pt x="78" y="100"/>
                </a:cubicBezTo>
                <a:cubicBezTo>
                  <a:pt x="78" y="112"/>
                  <a:pt x="87" y="121"/>
                  <a:pt x="98" y="121"/>
                </a:cubicBezTo>
                <a:close/>
                <a:moveTo>
                  <a:pt x="145" y="173"/>
                </a:moveTo>
                <a:cubicBezTo>
                  <a:pt x="156" y="173"/>
                  <a:pt x="166" y="164"/>
                  <a:pt x="166" y="152"/>
                </a:cubicBezTo>
                <a:cubicBezTo>
                  <a:pt x="166" y="141"/>
                  <a:pt x="156" y="132"/>
                  <a:pt x="145" y="132"/>
                </a:cubicBezTo>
                <a:cubicBezTo>
                  <a:pt x="133" y="132"/>
                  <a:pt x="124" y="141"/>
                  <a:pt x="124" y="152"/>
                </a:cubicBezTo>
                <a:cubicBezTo>
                  <a:pt x="124" y="164"/>
                  <a:pt x="133" y="173"/>
                  <a:pt x="145" y="173"/>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188"/>
          <p:cNvSpPr>
            <a:spLocks noEditPoints="1"/>
          </p:cNvSpPr>
          <p:nvPr/>
        </p:nvSpPr>
        <p:spPr bwMode="auto">
          <a:xfrm>
            <a:off x="1644964" y="3479800"/>
            <a:ext cx="395288" cy="398463"/>
          </a:xfrm>
          <a:custGeom>
            <a:avLst/>
            <a:gdLst>
              <a:gd name="T0" fmla="*/ 177 w 200"/>
              <a:gd name="T1" fmla="*/ 0 h 201"/>
              <a:gd name="T2" fmla="*/ 23 w 200"/>
              <a:gd name="T3" fmla="*/ 0 h 201"/>
              <a:gd name="T4" fmla="*/ 0 w 200"/>
              <a:gd name="T5" fmla="*/ 23 h 201"/>
              <a:gd name="T6" fmla="*/ 0 w 200"/>
              <a:gd name="T7" fmla="*/ 177 h 201"/>
              <a:gd name="T8" fmla="*/ 23 w 200"/>
              <a:gd name="T9" fmla="*/ 201 h 201"/>
              <a:gd name="T10" fmla="*/ 177 w 200"/>
              <a:gd name="T11" fmla="*/ 201 h 201"/>
              <a:gd name="T12" fmla="*/ 200 w 200"/>
              <a:gd name="T13" fmla="*/ 177 h 201"/>
              <a:gd name="T14" fmla="*/ 200 w 200"/>
              <a:gd name="T15" fmla="*/ 23 h 201"/>
              <a:gd name="T16" fmla="*/ 177 w 200"/>
              <a:gd name="T17" fmla="*/ 0 h 201"/>
              <a:gd name="T18" fmla="*/ 180 w 200"/>
              <a:gd name="T19" fmla="*/ 180 h 201"/>
              <a:gd name="T20" fmla="*/ 20 w 200"/>
              <a:gd name="T21" fmla="*/ 180 h 201"/>
              <a:gd name="T22" fmla="*/ 20 w 200"/>
              <a:gd name="T23" fmla="*/ 20 h 201"/>
              <a:gd name="T24" fmla="*/ 180 w 200"/>
              <a:gd name="T25" fmla="*/ 20 h 201"/>
              <a:gd name="T26" fmla="*/ 180 w 200"/>
              <a:gd name="T27" fmla="*/ 180 h 201"/>
              <a:gd name="T28" fmla="*/ 53 w 200"/>
              <a:gd name="T29" fmla="*/ 69 h 201"/>
              <a:gd name="T30" fmla="*/ 74 w 200"/>
              <a:gd name="T31" fmla="*/ 48 h 201"/>
              <a:gd name="T32" fmla="*/ 53 w 200"/>
              <a:gd name="T33" fmla="*/ 27 h 201"/>
              <a:gd name="T34" fmla="*/ 33 w 200"/>
              <a:gd name="T35" fmla="*/ 48 h 201"/>
              <a:gd name="T36" fmla="*/ 53 w 200"/>
              <a:gd name="T37" fmla="*/ 69 h 201"/>
              <a:gd name="T38" fmla="*/ 53 w 200"/>
              <a:gd name="T39" fmla="*/ 173 h 201"/>
              <a:gd name="T40" fmla="*/ 74 w 200"/>
              <a:gd name="T41" fmla="*/ 152 h 201"/>
              <a:gd name="T42" fmla="*/ 53 w 200"/>
              <a:gd name="T43" fmla="*/ 131 h 201"/>
              <a:gd name="T44" fmla="*/ 33 w 200"/>
              <a:gd name="T45" fmla="*/ 152 h 201"/>
              <a:gd name="T46" fmla="*/ 53 w 200"/>
              <a:gd name="T47" fmla="*/ 173 h 201"/>
              <a:gd name="T48" fmla="*/ 145 w 200"/>
              <a:gd name="T49" fmla="*/ 69 h 201"/>
              <a:gd name="T50" fmla="*/ 166 w 200"/>
              <a:gd name="T51" fmla="*/ 48 h 201"/>
              <a:gd name="T52" fmla="*/ 145 w 200"/>
              <a:gd name="T53" fmla="*/ 27 h 201"/>
              <a:gd name="T54" fmla="*/ 125 w 200"/>
              <a:gd name="T55" fmla="*/ 48 h 201"/>
              <a:gd name="T56" fmla="*/ 145 w 200"/>
              <a:gd name="T57" fmla="*/ 69 h 201"/>
              <a:gd name="T58" fmla="*/ 145 w 200"/>
              <a:gd name="T59" fmla="*/ 173 h 201"/>
              <a:gd name="T60" fmla="*/ 166 w 200"/>
              <a:gd name="T61" fmla="*/ 152 h 201"/>
              <a:gd name="T62" fmla="*/ 145 w 200"/>
              <a:gd name="T63" fmla="*/ 131 h 201"/>
              <a:gd name="T64" fmla="*/ 125 w 200"/>
              <a:gd name="T65" fmla="*/ 152 h 201"/>
              <a:gd name="T66" fmla="*/ 145 w 200"/>
              <a:gd name="T67" fmla="*/ 173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0" h="201">
                <a:moveTo>
                  <a:pt x="177" y="0"/>
                </a:moveTo>
                <a:cubicBezTo>
                  <a:pt x="23" y="0"/>
                  <a:pt x="23" y="0"/>
                  <a:pt x="23" y="0"/>
                </a:cubicBezTo>
                <a:cubicBezTo>
                  <a:pt x="10" y="0"/>
                  <a:pt x="0" y="11"/>
                  <a:pt x="0" y="23"/>
                </a:cubicBezTo>
                <a:cubicBezTo>
                  <a:pt x="0" y="177"/>
                  <a:pt x="0" y="177"/>
                  <a:pt x="0" y="177"/>
                </a:cubicBezTo>
                <a:cubicBezTo>
                  <a:pt x="0" y="190"/>
                  <a:pt x="10" y="201"/>
                  <a:pt x="23" y="201"/>
                </a:cubicBezTo>
                <a:cubicBezTo>
                  <a:pt x="177" y="201"/>
                  <a:pt x="177" y="201"/>
                  <a:pt x="177" y="201"/>
                </a:cubicBezTo>
                <a:cubicBezTo>
                  <a:pt x="190" y="201"/>
                  <a:pt x="200" y="190"/>
                  <a:pt x="200" y="177"/>
                </a:cubicBezTo>
                <a:cubicBezTo>
                  <a:pt x="200" y="23"/>
                  <a:pt x="200" y="23"/>
                  <a:pt x="200" y="23"/>
                </a:cubicBezTo>
                <a:cubicBezTo>
                  <a:pt x="200" y="11"/>
                  <a:pt x="190" y="0"/>
                  <a:pt x="177" y="0"/>
                </a:cubicBezTo>
                <a:close/>
                <a:moveTo>
                  <a:pt x="180" y="180"/>
                </a:moveTo>
                <a:cubicBezTo>
                  <a:pt x="20" y="180"/>
                  <a:pt x="20" y="180"/>
                  <a:pt x="20" y="180"/>
                </a:cubicBezTo>
                <a:cubicBezTo>
                  <a:pt x="20" y="20"/>
                  <a:pt x="20" y="20"/>
                  <a:pt x="20" y="20"/>
                </a:cubicBezTo>
                <a:cubicBezTo>
                  <a:pt x="180" y="20"/>
                  <a:pt x="180" y="20"/>
                  <a:pt x="180" y="20"/>
                </a:cubicBezTo>
                <a:lnTo>
                  <a:pt x="180" y="180"/>
                </a:lnTo>
                <a:close/>
                <a:moveTo>
                  <a:pt x="53" y="69"/>
                </a:moveTo>
                <a:cubicBezTo>
                  <a:pt x="65" y="69"/>
                  <a:pt x="74" y="59"/>
                  <a:pt x="74" y="48"/>
                </a:cubicBezTo>
                <a:cubicBezTo>
                  <a:pt x="74" y="37"/>
                  <a:pt x="65" y="27"/>
                  <a:pt x="53" y="27"/>
                </a:cubicBezTo>
                <a:cubicBezTo>
                  <a:pt x="42" y="27"/>
                  <a:pt x="33" y="37"/>
                  <a:pt x="33" y="48"/>
                </a:cubicBezTo>
                <a:cubicBezTo>
                  <a:pt x="33" y="59"/>
                  <a:pt x="42" y="69"/>
                  <a:pt x="53" y="69"/>
                </a:cubicBezTo>
                <a:close/>
                <a:moveTo>
                  <a:pt x="53" y="173"/>
                </a:moveTo>
                <a:cubicBezTo>
                  <a:pt x="65" y="173"/>
                  <a:pt x="74" y="163"/>
                  <a:pt x="74" y="152"/>
                </a:cubicBezTo>
                <a:cubicBezTo>
                  <a:pt x="74" y="141"/>
                  <a:pt x="65" y="131"/>
                  <a:pt x="53" y="131"/>
                </a:cubicBezTo>
                <a:cubicBezTo>
                  <a:pt x="42" y="131"/>
                  <a:pt x="33" y="141"/>
                  <a:pt x="33" y="152"/>
                </a:cubicBezTo>
                <a:cubicBezTo>
                  <a:pt x="33" y="163"/>
                  <a:pt x="42" y="173"/>
                  <a:pt x="53" y="173"/>
                </a:cubicBezTo>
                <a:close/>
                <a:moveTo>
                  <a:pt x="145" y="69"/>
                </a:moveTo>
                <a:cubicBezTo>
                  <a:pt x="157" y="69"/>
                  <a:pt x="166" y="59"/>
                  <a:pt x="166" y="48"/>
                </a:cubicBezTo>
                <a:cubicBezTo>
                  <a:pt x="166" y="37"/>
                  <a:pt x="157" y="27"/>
                  <a:pt x="145" y="27"/>
                </a:cubicBezTo>
                <a:cubicBezTo>
                  <a:pt x="134" y="27"/>
                  <a:pt x="125" y="37"/>
                  <a:pt x="125" y="48"/>
                </a:cubicBezTo>
                <a:cubicBezTo>
                  <a:pt x="125" y="59"/>
                  <a:pt x="134" y="69"/>
                  <a:pt x="145" y="69"/>
                </a:cubicBezTo>
                <a:close/>
                <a:moveTo>
                  <a:pt x="145" y="173"/>
                </a:moveTo>
                <a:cubicBezTo>
                  <a:pt x="157" y="173"/>
                  <a:pt x="166" y="163"/>
                  <a:pt x="166" y="152"/>
                </a:cubicBezTo>
                <a:cubicBezTo>
                  <a:pt x="166" y="141"/>
                  <a:pt x="157" y="131"/>
                  <a:pt x="145" y="131"/>
                </a:cubicBezTo>
                <a:cubicBezTo>
                  <a:pt x="134" y="131"/>
                  <a:pt x="125" y="141"/>
                  <a:pt x="125" y="152"/>
                </a:cubicBezTo>
                <a:cubicBezTo>
                  <a:pt x="125" y="163"/>
                  <a:pt x="134" y="173"/>
                  <a:pt x="145" y="173"/>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189"/>
          <p:cNvSpPr>
            <a:spLocks noEditPoints="1"/>
          </p:cNvSpPr>
          <p:nvPr/>
        </p:nvSpPr>
        <p:spPr bwMode="auto">
          <a:xfrm>
            <a:off x="2114864" y="3479800"/>
            <a:ext cx="398463" cy="398463"/>
          </a:xfrm>
          <a:custGeom>
            <a:avLst/>
            <a:gdLst>
              <a:gd name="T0" fmla="*/ 177 w 201"/>
              <a:gd name="T1" fmla="*/ 0 h 201"/>
              <a:gd name="T2" fmla="*/ 24 w 201"/>
              <a:gd name="T3" fmla="*/ 0 h 201"/>
              <a:gd name="T4" fmla="*/ 0 w 201"/>
              <a:gd name="T5" fmla="*/ 23 h 201"/>
              <a:gd name="T6" fmla="*/ 0 w 201"/>
              <a:gd name="T7" fmla="*/ 177 h 201"/>
              <a:gd name="T8" fmla="*/ 24 w 201"/>
              <a:gd name="T9" fmla="*/ 201 h 201"/>
              <a:gd name="T10" fmla="*/ 177 w 201"/>
              <a:gd name="T11" fmla="*/ 201 h 201"/>
              <a:gd name="T12" fmla="*/ 201 w 201"/>
              <a:gd name="T13" fmla="*/ 177 h 201"/>
              <a:gd name="T14" fmla="*/ 201 w 201"/>
              <a:gd name="T15" fmla="*/ 23 h 201"/>
              <a:gd name="T16" fmla="*/ 177 w 201"/>
              <a:gd name="T17" fmla="*/ 0 h 201"/>
              <a:gd name="T18" fmla="*/ 180 w 201"/>
              <a:gd name="T19" fmla="*/ 180 h 201"/>
              <a:gd name="T20" fmla="*/ 20 w 201"/>
              <a:gd name="T21" fmla="*/ 180 h 201"/>
              <a:gd name="T22" fmla="*/ 20 w 201"/>
              <a:gd name="T23" fmla="*/ 20 h 201"/>
              <a:gd name="T24" fmla="*/ 180 w 201"/>
              <a:gd name="T25" fmla="*/ 20 h 201"/>
              <a:gd name="T26" fmla="*/ 180 w 201"/>
              <a:gd name="T27" fmla="*/ 180 h 201"/>
              <a:gd name="T28" fmla="*/ 54 w 201"/>
              <a:gd name="T29" fmla="*/ 173 h 201"/>
              <a:gd name="T30" fmla="*/ 74 w 201"/>
              <a:gd name="T31" fmla="*/ 152 h 201"/>
              <a:gd name="T32" fmla="*/ 54 w 201"/>
              <a:gd name="T33" fmla="*/ 131 h 201"/>
              <a:gd name="T34" fmla="*/ 33 w 201"/>
              <a:gd name="T35" fmla="*/ 152 h 201"/>
              <a:gd name="T36" fmla="*/ 54 w 201"/>
              <a:gd name="T37" fmla="*/ 173 h 201"/>
              <a:gd name="T38" fmla="*/ 146 w 201"/>
              <a:gd name="T39" fmla="*/ 69 h 201"/>
              <a:gd name="T40" fmla="*/ 166 w 201"/>
              <a:gd name="T41" fmla="*/ 48 h 201"/>
              <a:gd name="T42" fmla="*/ 146 w 201"/>
              <a:gd name="T43" fmla="*/ 27 h 201"/>
              <a:gd name="T44" fmla="*/ 125 w 201"/>
              <a:gd name="T45" fmla="*/ 48 h 201"/>
              <a:gd name="T46" fmla="*/ 146 w 201"/>
              <a:gd name="T47" fmla="*/ 69 h 201"/>
              <a:gd name="T48" fmla="*/ 99 w 201"/>
              <a:gd name="T49" fmla="*/ 121 h 201"/>
              <a:gd name="T50" fmla="*/ 120 w 201"/>
              <a:gd name="T51" fmla="*/ 100 h 201"/>
              <a:gd name="T52" fmla="*/ 99 w 201"/>
              <a:gd name="T53" fmla="*/ 79 h 201"/>
              <a:gd name="T54" fmla="*/ 78 w 201"/>
              <a:gd name="T55" fmla="*/ 100 h 201"/>
              <a:gd name="T56" fmla="*/ 99 w 201"/>
              <a:gd name="T57" fmla="*/ 121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1" h="201">
                <a:moveTo>
                  <a:pt x="177" y="0"/>
                </a:moveTo>
                <a:cubicBezTo>
                  <a:pt x="24" y="0"/>
                  <a:pt x="24" y="0"/>
                  <a:pt x="24" y="0"/>
                </a:cubicBezTo>
                <a:cubicBezTo>
                  <a:pt x="11" y="0"/>
                  <a:pt x="0" y="11"/>
                  <a:pt x="0" y="23"/>
                </a:cubicBezTo>
                <a:cubicBezTo>
                  <a:pt x="0" y="177"/>
                  <a:pt x="0" y="177"/>
                  <a:pt x="0" y="177"/>
                </a:cubicBezTo>
                <a:cubicBezTo>
                  <a:pt x="0" y="190"/>
                  <a:pt x="11" y="201"/>
                  <a:pt x="24" y="201"/>
                </a:cubicBezTo>
                <a:cubicBezTo>
                  <a:pt x="177" y="201"/>
                  <a:pt x="177" y="201"/>
                  <a:pt x="177" y="201"/>
                </a:cubicBezTo>
                <a:cubicBezTo>
                  <a:pt x="190" y="201"/>
                  <a:pt x="201" y="190"/>
                  <a:pt x="201" y="177"/>
                </a:cubicBezTo>
                <a:cubicBezTo>
                  <a:pt x="201" y="23"/>
                  <a:pt x="201" y="23"/>
                  <a:pt x="201" y="23"/>
                </a:cubicBezTo>
                <a:cubicBezTo>
                  <a:pt x="201" y="11"/>
                  <a:pt x="190" y="0"/>
                  <a:pt x="177" y="0"/>
                </a:cubicBezTo>
                <a:close/>
                <a:moveTo>
                  <a:pt x="180" y="180"/>
                </a:moveTo>
                <a:cubicBezTo>
                  <a:pt x="20" y="180"/>
                  <a:pt x="20" y="180"/>
                  <a:pt x="20" y="180"/>
                </a:cubicBezTo>
                <a:cubicBezTo>
                  <a:pt x="20" y="20"/>
                  <a:pt x="20" y="20"/>
                  <a:pt x="20" y="20"/>
                </a:cubicBezTo>
                <a:cubicBezTo>
                  <a:pt x="180" y="20"/>
                  <a:pt x="180" y="20"/>
                  <a:pt x="180" y="20"/>
                </a:cubicBezTo>
                <a:lnTo>
                  <a:pt x="180" y="180"/>
                </a:lnTo>
                <a:close/>
                <a:moveTo>
                  <a:pt x="54" y="173"/>
                </a:moveTo>
                <a:cubicBezTo>
                  <a:pt x="65" y="173"/>
                  <a:pt x="74" y="163"/>
                  <a:pt x="74" y="152"/>
                </a:cubicBezTo>
                <a:cubicBezTo>
                  <a:pt x="74" y="141"/>
                  <a:pt x="65" y="131"/>
                  <a:pt x="54" y="131"/>
                </a:cubicBezTo>
                <a:cubicBezTo>
                  <a:pt x="42" y="131"/>
                  <a:pt x="33" y="141"/>
                  <a:pt x="33" y="152"/>
                </a:cubicBezTo>
                <a:cubicBezTo>
                  <a:pt x="33" y="163"/>
                  <a:pt x="42" y="173"/>
                  <a:pt x="54" y="173"/>
                </a:cubicBezTo>
                <a:close/>
                <a:moveTo>
                  <a:pt x="146" y="69"/>
                </a:moveTo>
                <a:cubicBezTo>
                  <a:pt x="157" y="69"/>
                  <a:pt x="166" y="59"/>
                  <a:pt x="166" y="48"/>
                </a:cubicBezTo>
                <a:cubicBezTo>
                  <a:pt x="166" y="37"/>
                  <a:pt x="157" y="27"/>
                  <a:pt x="146" y="27"/>
                </a:cubicBezTo>
                <a:cubicBezTo>
                  <a:pt x="134" y="27"/>
                  <a:pt x="125" y="37"/>
                  <a:pt x="125" y="48"/>
                </a:cubicBezTo>
                <a:cubicBezTo>
                  <a:pt x="125" y="59"/>
                  <a:pt x="134" y="69"/>
                  <a:pt x="146" y="69"/>
                </a:cubicBezTo>
                <a:close/>
                <a:moveTo>
                  <a:pt x="99" y="121"/>
                </a:moveTo>
                <a:cubicBezTo>
                  <a:pt x="111" y="121"/>
                  <a:pt x="120" y="111"/>
                  <a:pt x="120" y="100"/>
                </a:cubicBezTo>
                <a:cubicBezTo>
                  <a:pt x="120" y="89"/>
                  <a:pt x="111" y="79"/>
                  <a:pt x="99" y="79"/>
                </a:cubicBezTo>
                <a:cubicBezTo>
                  <a:pt x="88" y="79"/>
                  <a:pt x="78" y="89"/>
                  <a:pt x="78" y="100"/>
                </a:cubicBezTo>
                <a:cubicBezTo>
                  <a:pt x="78" y="111"/>
                  <a:pt x="88" y="121"/>
                  <a:pt x="99" y="121"/>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190"/>
          <p:cNvSpPr>
            <a:spLocks noEditPoints="1"/>
          </p:cNvSpPr>
          <p:nvPr/>
        </p:nvSpPr>
        <p:spPr bwMode="auto">
          <a:xfrm>
            <a:off x="2613339" y="3484563"/>
            <a:ext cx="395288" cy="395288"/>
          </a:xfrm>
          <a:custGeom>
            <a:avLst/>
            <a:gdLst>
              <a:gd name="T0" fmla="*/ 177 w 200"/>
              <a:gd name="T1" fmla="*/ 0 h 200"/>
              <a:gd name="T2" fmla="*/ 23 w 200"/>
              <a:gd name="T3" fmla="*/ 0 h 200"/>
              <a:gd name="T4" fmla="*/ 0 w 200"/>
              <a:gd name="T5" fmla="*/ 23 h 200"/>
              <a:gd name="T6" fmla="*/ 0 w 200"/>
              <a:gd name="T7" fmla="*/ 177 h 200"/>
              <a:gd name="T8" fmla="*/ 23 w 200"/>
              <a:gd name="T9" fmla="*/ 200 h 200"/>
              <a:gd name="T10" fmla="*/ 177 w 200"/>
              <a:gd name="T11" fmla="*/ 200 h 200"/>
              <a:gd name="T12" fmla="*/ 200 w 200"/>
              <a:gd name="T13" fmla="*/ 177 h 200"/>
              <a:gd name="T14" fmla="*/ 200 w 200"/>
              <a:gd name="T15" fmla="*/ 23 h 200"/>
              <a:gd name="T16" fmla="*/ 177 w 200"/>
              <a:gd name="T17" fmla="*/ 0 h 200"/>
              <a:gd name="T18" fmla="*/ 179 w 200"/>
              <a:gd name="T19" fmla="*/ 180 h 200"/>
              <a:gd name="T20" fmla="*/ 20 w 200"/>
              <a:gd name="T21" fmla="*/ 180 h 200"/>
              <a:gd name="T22" fmla="*/ 20 w 200"/>
              <a:gd name="T23" fmla="*/ 20 h 200"/>
              <a:gd name="T24" fmla="*/ 179 w 200"/>
              <a:gd name="T25" fmla="*/ 20 h 200"/>
              <a:gd name="T26" fmla="*/ 179 w 200"/>
              <a:gd name="T27" fmla="*/ 180 h 200"/>
              <a:gd name="T28" fmla="*/ 53 w 200"/>
              <a:gd name="T29" fmla="*/ 173 h 200"/>
              <a:gd name="T30" fmla="*/ 74 w 200"/>
              <a:gd name="T31" fmla="*/ 152 h 200"/>
              <a:gd name="T32" fmla="*/ 53 w 200"/>
              <a:gd name="T33" fmla="*/ 131 h 200"/>
              <a:gd name="T34" fmla="*/ 32 w 200"/>
              <a:gd name="T35" fmla="*/ 152 h 200"/>
              <a:gd name="T36" fmla="*/ 53 w 200"/>
              <a:gd name="T37" fmla="*/ 173 h 200"/>
              <a:gd name="T38" fmla="*/ 145 w 200"/>
              <a:gd name="T39" fmla="*/ 69 h 200"/>
              <a:gd name="T40" fmla="*/ 166 w 200"/>
              <a:gd name="T41" fmla="*/ 48 h 200"/>
              <a:gd name="T42" fmla="*/ 145 w 200"/>
              <a:gd name="T43" fmla="*/ 27 h 200"/>
              <a:gd name="T44" fmla="*/ 124 w 200"/>
              <a:gd name="T45" fmla="*/ 48 h 200"/>
              <a:gd name="T46" fmla="*/ 145 w 200"/>
              <a:gd name="T47" fmla="*/ 69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0" h="200">
                <a:moveTo>
                  <a:pt x="177" y="0"/>
                </a:moveTo>
                <a:cubicBezTo>
                  <a:pt x="23" y="0"/>
                  <a:pt x="23" y="0"/>
                  <a:pt x="23" y="0"/>
                </a:cubicBezTo>
                <a:cubicBezTo>
                  <a:pt x="10" y="0"/>
                  <a:pt x="0" y="10"/>
                  <a:pt x="0" y="23"/>
                </a:cubicBezTo>
                <a:cubicBezTo>
                  <a:pt x="0" y="177"/>
                  <a:pt x="0" y="177"/>
                  <a:pt x="0" y="177"/>
                </a:cubicBezTo>
                <a:cubicBezTo>
                  <a:pt x="0" y="190"/>
                  <a:pt x="10" y="200"/>
                  <a:pt x="23" y="200"/>
                </a:cubicBezTo>
                <a:cubicBezTo>
                  <a:pt x="177" y="200"/>
                  <a:pt x="177" y="200"/>
                  <a:pt x="177" y="200"/>
                </a:cubicBezTo>
                <a:cubicBezTo>
                  <a:pt x="190" y="200"/>
                  <a:pt x="200" y="190"/>
                  <a:pt x="200" y="177"/>
                </a:cubicBezTo>
                <a:cubicBezTo>
                  <a:pt x="200" y="23"/>
                  <a:pt x="200" y="23"/>
                  <a:pt x="200" y="23"/>
                </a:cubicBezTo>
                <a:cubicBezTo>
                  <a:pt x="200" y="10"/>
                  <a:pt x="190" y="0"/>
                  <a:pt x="177" y="0"/>
                </a:cubicBezTo>
                <a:close/>
                <a:moveTo>
                  <a:pt x="179" y="180"/>
                </a:moveTo>
                <a:cubicBezTo>
                  <a:pt x="20" y="180"/>
                  <a:pt x="20" y="180"/>
                  <a:pt x="20" y="180"/>
                </a:cubicBezTo>
                <a:cubicBezTo>
                  <a:pt x="20" y="20"/>
                  <a:pt x="20" y="20"/>
                  <a:pt x="20" y="20"/>
                </a:cubicBezTo>
                <a:cubicBezTo>
                  <a:pt x="179" y="20"/>
                  <a:pt x="179" y="20"/>
                  <a:pt x="179" y="20"/>
                </a:cubicBezTo>
                <a:lnTo>
                  <a:pt x="179" y="180"/>
                </a:lnTo>
                <a:close/>
                <a:moveTo>
                  <a:pt x="53" y="173"/>
                </a:moveTo>
                <a:cubicBezTo>
                  <a:pt x="64" y="173"/>
                  <a:pt x="74" y="163"/>
                  <a:pt x="74" y="152"/>
                </a:cubicBezTo>
                <a:cubicBezTo>
                  <a:pt x="74" y="141"/>
                  <a:pt x="64" y="131"/>
                  <a:pt x="53" y="131"/>
                </a:cubicBezTo>
                <a:cubicBezTo>
                  <a:pt x="41" y="131"/>
                  <a:pt x="32" y="141"/>
                  <a:pt x="32" y="152"/>
                </a:cubicBezTo>
                <a:cubicBezTo>
                  <a:pt x="32" y="163"/>
                  <a:pt x="41" y="173"/>
                  <a:pt x="53" y="173"/>
                </a:cubicBezTo>
                <a:close/>
                <a:moveTo>
                  <a:pt x="145" y="69"/>
                </a:moveTo>
                <a:cubicBezTo>
                  <a:pt x="156" y="69"/>
                  <a:pt x="166" y="59"/>
                  <a:pt x="166" y="48"/>
                </a:cubicBezTo>
                <a:cubicBezTo>
                  <a:pt x="166" y="37"/>
                  <a:pt x="156" y="27"/>
                  <a:pt x="145" y="27"/>
                </a:cubicBezTo>
                <a:cubicBezTo>
                  <a:pt x="133" y="27"/>
                  <a:pt x="124" y="37"/>
                  <a:pt x="124" y="48"/>
                </a:cubicBezTo>
                <a:cubicBezTo>
                  <a:pt x="124" y="59"/>
                  <a:pt x="133" y="69"/>
                  <a:pt x="145" y="69"/>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191"/>
          <p:cNvSpPr>
            <a:spLocks noEditPoints="1"/>
          </p:cNvSpPr>
          <p:nvPr/>
        </p:nvSpPr>
        <p:spPr bwMode="auto">
          <a:xfrm>
            <a:off x="3094351" y="3479800"/>
            <a:ext cx="395288" cy="396875"/>
          </a:xfrm>
          <a:custGeom>
            <a:avLst/>
            <a:gdLst>
              <a:gd name="T0" fmla="*/ 177 w 200"/>
              <a:gd name="T1" fmla="*/ 0 h 200"/>
              <a:gd name="T2" fmla="*/ 23 w 200"/>
              <a:gd name="T3" fmla="*/ 0 h 200"/>
              <a:gd name="T4" fmla="*/ 0 w 200"/>
              <a:gd name="T5" fmla="*/ 23 h 200"/>
              <a:gd name="T6" fmla="*/ 0 w 200"/>
              <a:gd name="T7" fmla="*/ 177 h 200"/>
              <a:gd name="T8" fmla="*/ 23 w 200"/>
              <a:gd name="T9" fmla="*/ 200 h 200"/>
              <a:gd name="T10" fmla="*/ 177 w 200"/>
              <a:gd name="T11" fmla="*/ 200 h 200"/>
              <a:gd name="T12" fmla="*/ 200 w 200"/>
              <a:gd name="T13" fmla="*/ 177 h 200"/>
              <a:gd name="T14" fmla="*/ 200 w 200"/>
              <a:gd name="T15" fmla="*/ 23 h 200"/>
              <a:gd name="T16" fmla="*/ 177 w 200"/>
              <a:gd name="T17" fmla="*/ 0 h 200"/>
              <a:gd name="T18" fmla="*/ 180 w 200"/>
              <a:gd name="T19" fmla="*/ 179 h 200"/>
              <a:gd name="T20" fmla="*/ 20 w 200"/>
              <a:gd name="T21" fmla="*/ 179 h 200"/>
              <a:gd name="T22" fmla="*/ 20 w 200"/>
              <a:gd name="T23" fmla="*/ 19 h 200"/>
              <a:gd name="T24" fmla="*/ 180 w 200"/>
              <a:gd name="T25" fmla="*/ 19 h 200"/>
              <a:gd name="T26" fmla="*/ 180 w 200"/>
              <a:gd name="T27" fmla="*/ 179 h 200"/>
              <a:gd name="T28" fmla="*/ 99 w 200"/>
              <a:gd name="T29" fmla="*/ 120 h 200"/>
              <a:gd name="T30" fmla="*/ 120 w 200"/>
              <a:gd name="T31" fmla="*/ 100 h 200"/>
              <a:gd name="T32" fmla="*/ 99 w 200"/>
              <a:gd name="T33" fmla="*/ 79 h 200"/>
              <a:gd name="T34" fmla="*/ 78 w 200"/>
              <a:gd name="T35" fmla="*/ 100 h 200"/>
              <a:gd name="T36" fmla="*/ 99 w 200"/>
              <a:gd name="T37" fmla="*/ 12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0" h="200">
                <a:moveTo>
                  <a:pt x="177" y="0"/>
                </a:moveTo>
                <a:cubicBezTo>
                  <a:pt x="23" y="0"/>
                  <a:pt x="23" y="0"/>
                  <a:pt x="23" y="0"/>
                </a:cubicBezTo>
                <a:cubicBezTo>
                  <a:pt x="10" y="0"/>
                  <a:pt x="0" y="10"/>
                  <a:pt x="0" y="23"/>
                </a:cubicBezTo>
                <a:cubicBezTo>
                  <a:pt x="0" y="177"/>
                  <a:pt x="0" y="177"/>
                  <a:pt x="0" y="177"/>
                </a:cubicBezTo>
                <a:cubicBezTo>
                  <a:pt x="0" y="190"/>
                  <a:pt x="10" y="200"/>
                  <a:pt x="23" y="200"/>
                </a:cubicBezTo>
                <a:cubicBezTo>
                  <a:pt x="177" y="200"/>
                  <a:pt x="177" y="200"/>
                  <a:pt x="177" y="200"/>
                </a:cubicBezTo>
                <a:cubicBezTo>
                  <a:pt x="190" y="200"/>
                  <a:pt x="200" y="190"/>
                  <a:pt x="200" y="177"/>
                </a:cubicBezTo>
                <a:cubicBezTo>
                  <a:pt x="200" y="23"/>
                  <a:pt x="200" y="23"/>
                  <a:pt x="200" y="23"/>
                </a:cubicBezTo>
                <a:cubicBezTo>
                  <a:pt x="200" y="10"/>
                  <a:pt x="190" y="0"/>
                  <a:pt x="177" y="0"/>
                </a:cubicBezTo>
                <a:close/>
                <a:moveTo>
                  <a:pt x="180" y="179"/>
                </a:moveTo>
                <a:cubicBezTo>
                  <a:pt x="20" y="179"/>
                  <a:pt x="20" y="179"/>
                  <a:pt x="20" y="179"/>
                </a:cubicBezTo>
                <a:cubicBezTo>
                  <a:pt x="20" y="19"/>
                  <a:pt x="20" y="19"/>
                  <a:pt x="20" y="19"/>
                </a:cubicBezTo>
                <a:cubicBezTo>
                  <a:pt x="180" y="19"/>
                  <a:pt x="180" y="19"/>
                  <a:pt x="180" y="19"/>
                </a:cubicBezTo>
                <a:lnTo>
                  <a:pt x="180" y="179"/>
                </a:lnTo>
                <a:close/>
                <a:moveTo>
                  <a:pt x="99" y="120"/>
                </a:moveTo>
                <a:cubicBezTo>
                  <a:pt x="110" y="120"/>
                  <a:pt x="120" y="111"/>
                  <a:pt x="120" y="100"/>
                </a:cubicBezTo>
                <a:cubicBezTo>
                  <a:pt x="120" y="88"/>
                  <a:pt x="110" y="79"/>
                  <a:pt x="99" y="79"/>
                </a:cubicBezTo>
                <a:cubicBezTo>
                  <a:pt x="87" y="79"/>
                  <a:pt x="78" y="88"/>
                  <a:pt x="78" y="100"/>
                </a:cubicBezTo>
                <a:cubicBezTo>
                  <a:pt x="78" y="111"/>
                  <a:pt x="87" y="120"/>
                  <a:pt x="99" y="120"/>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192"/>
          <p:cNvSpPr>
            <a:spLocks/>
          </p:cNvSpPr>
          <p:nvPr/>
        </p:nvSpPr>
        <p:spPr bwMode="auto">
          <a:xfrm>
            <a:off x="2619689" y="3005138"/>
            <a:ext cx="381000" cy="393700"/>
          </a:xfrm>
          <a:custGeom>
            <a:avLst/>
            <a:gdLst>
              <a:gd name="T0" fmla="*/ 137 w 193"/>
              <a:gd name="T1" fmla="*/ 42 h 199"/>
              <a:gd name="T2" fmla="*/ 97 w 193"/>
              <a:gd name="T3" fmla="*/ 0 h 199"/>
              <a:gd name="T4" fmla="*/ 57 w 193"/>
              <a:gd name="T5" fmla="*/ 42 h 199"/>
              <a:gd name="T6" fmla="*/ 0 w 193"/>
              <a:gd name="T7" fmla="*/ 108 h 199"/>
              <a:gd name="T8" fmla="*/ 94 w 193"/>
              <a:gd name="T9" fmla="*/ 137 h 199"/>
              <a:gd name="T10" fmla="*/ 73 w 193"/>
              <a:gd name="T11" fmla="*/ 189 h 199"/>
              <a:gd name="T12" fmla="*/ 72 w 193"/>
              <a:gd name="T13" fmla="*/ 192 h 199"/>
              <a:gd name="T14" fmla="*/ 121 w 193"/>
              <a:gd name="T15" fmla="*/ 195 h 199"/>
              <a:gd name="T16" fmla="*/ 123 w 193"/>
              <a:gd name="T17" fmla="*/ 191 h 199"/>
              <a:gd name="T18" fmla="*/ 100 w 193"/>
              <a:gd name="T19" fmla="*/ 138 h 199"/>
              <a:gd name="T20" fmla="*/ 193 w 193"/>
              <a:gd name="T21" fmla="*/ 108 h 199"/>
              <a:gd name="T22" fmla="*/ 137 w 193"/>
              <a:gd name="T23" fmla="*/ 42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3" h="199">
                <a:moveTo>
                  <a:pt x="137" y="42"/>
                </a:moveTo>
                <a:cubicBezTo>
                  <a:pt x="116" y="28"/>
                  <a:pt x="99" y="8"/>
                  <a:pt x="97" y="0"/>
                </a:cubicBezTo>
                <a:cubicBezTo>
                  <a:pt x="94" y="8"/>
                  <a:pt x="79" y="28"/>
                  <a:pt x="57" y="42"/>
                </a:cubicBezTo>
                <a:cubicBezTo>
                  <a:pt x="34" y="57"/>
                  <a:pt x="0" y="71"/>
                  <a:pt x="0" y="108"/>
                </a:cubicBezTo>
                <a:cubicBezTo>
                  <a:pt x="1" y="173"/>
                  <a:pt x="67" y="188"/>
                  <a:pt x="94" y="137"/>
                </a:cubicBezTo>
                <a:cubicBezTo>
                  <a:pt x="93" y="154"/>
                  <a:pt x="89" y="185"/>
                  <a:pt x="73" y="189"/>
                </a:cubicBezTo>
                <a:cubicBezTo>
                  <a:pt x="72" y="189"/>
                  <a:pt x="70" y="191"/>
                  <a:pt x="72" y="192"/>
                </a:cubicBezTo>
                <a:cubicBezTo>
                  <a:pt x="83" y="199"/>
                  <a:pt x="116" y="197"/>
                  <a:pt x="121" y="195"/>
                </a:cubicBezTo>
                <a:cubicBezTo>
                  <a:pt x="127" y="194"/>
                  <a:pt x="124" y="191"/>
                  <a:pt x="123" y="191"/>
                </a:cubicBezTo>
                <a:cubicBezTo>
                  <a:pt x="112" y="184"/>
                  <a:pt x="101" y="162"/>
                  <a:pt x="100" y="138"/>
                </a:cubicBezTo>
                <a:cubicBezTo>
                  <a:pt x="127" y="186"/>
                  <a:pt x="193" y="173"/>
                  <a:pt x="193" y="108"/>
                </a:cubicBezTo>
                <a:cubicBezTo>
                  <a:pt x="193" y="71"/>
                  <a:pt x="159" y="58"/>
                  <a:pt x="137" y="42"/>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193"/>
          <p:cNvSpPr>
            <a:spLocks noEditPoints="1"/>
          </p:cNvSpPr>
          <p:nvPr/>
        </p:nvSpPr>
        <p:spPr bwMode="auto">
          <a:xfrm>
            <a:off x="3095939" y="2962275"/>
            <a:ext cx="393700" cy="465138"/>
          </a:xfrm>
          <a:custGeom>
            <a:avLst/>
            <a:gdLst>
              <a:gd name="T0" fmla="*/ 179 w 199"/>
              <a:gd name="T1" fmla="*/ 79 h 235"/>
              <a:gd name="T2" fmla="*/ 161 w 199"/>
              <a:gd name="T3" fmla="*/ 65 h 235"/>
              <a:gd name="T4" fmla="*/ 186 w 199"/>
              <a:gd name="T5" fmla="*/ 177 h 235"/>
              <a:gd name="T6" fmla="*/ 12 w 199"/>
              <a:gd name="T7" fmla="*/ 176 h 235"/>
              <a:gd name="T8" fmla="*/ 38 w 199"/>
              <a:gd name="T9" fmla="*/ 44 h 235"/>
              <a:gd name="T10" fmla="*/ 38 w 199"/>
              <a:gd name="T11" fmla="*/ 48 h 235"/>
              <a:gd name="T12" fmla="*/ 19 w 199"/>
              <a:gd name="T13" fmla="*/ 67 h 235"/>
              <a:gd name="T14" fmla="*/ 0 w 199"/>
              <a:gd name="T15" fmla="*/ 48 h 235"/>
              <a:gd name="T16" fmla="*/ 19 w 199"/>
              <a:gd name="T17" fmla="*/ 29 h 235"/>
              <a:gd name="T18" fmla="*/ 29 w 199"/>
              <a:gd name="T19" fmla="*/ 32 h 235"/>
              <a:gd name="T20" fmla="*/ 103 w 199"/>
              <a:gd name="T21" fmla="*/ 99 h 235"/>
              <a:gd name="T22" fmla="*/ 166 w 199"/>
              <a:gd name="T23" fmla="*/ 46 h 235"/>
              <a:gd name="T24" fmla="*/ 179 w 199"/>
              <a:gd name="T25" fmla="*/ 41 h 235"/>
              <a:gd name="T26" fmla="*/ 198 w 199"/>
              <a:gd name="T27" fmla="*/ 60 h 235"/>
              <a:gd name="T28" fmla="*/ 179 w 199"/>
              <a:gd name="T29" fmla="*/ 79 h 235"/>
              <a:gd name="T30" fmla="*/ 134 w 199"/>
              <a:gd name="T31" fmla="*/ 68 h 235"/>
              <a:gd name="T32" fmla="*/ 108 w 199"/>
              <a:gd name="T33" fmla="*/ 169 h 235"/>
              <a:gd name="T34" fmla="*/ 44 w 199"/>
              <a:gd name="T35" fmla="*/ 169 h 235"/>
              <a:gd name="T36" fmla="*/ 107 w 199"/>
              <a:gd name="T37" fmla="*/ 183 h 235"/>
              <a:gd name="T38" fmla="*/ 107 w 199"/>
              <a:gd name="T39" fmla="*/ 183 h 235"/>
              <a:gd name="T40" fmla="*/ 173 w 199"/>
              <a:gd name="T41" fmla="*/ 169 h 235"/>
              <a:gd name="T42" fmla="*/ 134 w 199"/>
              <a:gd name="T43" fmla="*/ 68 h 235"/>
              <a:gd name="T44" fmla="*/ 179 w 199"/>
              <a:gd name="T45" fmla="*/ 50 h 235"/>
              <a:gd name="T46" fmla="*/ 168 w 199"/>
              <a:gd name="T47" fmla="*/ 60 h 235"/>
              <a:gd name="T48" fmla="*/ 179 w 199"/>
              <a:gd name="T49" fmla="*/ 71 h 235"/>
              <a:gd name="T50" fmla="*/ 190 w 199"/>
              <a:gd name="T51" fmla="*/ 60 h 235"/>
              <a:gd name="T52" fmla="*/ 179 w 199"/>
              <a:gd name="T53" fmla="*/ 50 h 235"/>
              <a:gd name="T54" fmla="*/ 195 w 199"/>
              <a:gd name="T55" fmla="*/ 182 h 235"/>
              <a:gd name="T56" fmla="*/ 195 w 199"/>
              <a:gd name="T57" fmla="*/ 206 h 235"/>
              <a:gd name="T58" fmla="*/ 6 w 199"/>
              <a:gd name="T59" fmla="*/ 206 h 235"/>
              <a:gd name="T60" fmla="*/ 6 w 199"/>
              <a:gd name="T61" fmla="*/ 182 h 235"/>
              <a:gd name="T62" fmla="*/ 195 w 199"/>
              <a:gd name="T63" fmla="*/ 182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99" h="235">
                <a:moveTo>
                  <a:pt x="179" y="79"/>
                </a:moveTo>
                <a:cubicBezTo>
                  <a:pt x="170" y="79"/>
                  <a:pt x="163" y="73"/>
                  <a:pt x="161" y="65"/>
                </a:cubicBezTo>
                <a:cubicBezTo>
                  <a:pt x="118" y="62"/>
                  <a:pt x="199" y="129"/>
                  <a:pt x="186" y="177"/>
                </a:cubicBezTo>
                <a:cubicBezTo>
                  <a:pt x="182" y="199"/>
                  <a:pt x="55" y="209"/>
                  <a:pt x="12" y="176"/>
                </a:cubicBezTo>
                <a:cubicBezTo>
                  <a:pt x="2" y="116"/>
                  <a:pt x="108" y="47"/>
                  <a:pt x="38" y="44"/>
                </a:cubicBezTo>
                <a:cubicBezTo>
                  <a:pt x="38" y="45"/>
                  <a:pt x="38" y="47"/>
                  <a:pt x="38" y="48"/>
                </a:cubicBezTo>
                <a:cubicBezTo>
                  <a:pt x="38" y="59"/>
                  <a:pt x="30" y="67"/>
                  <a:pt x="19" y="67"/>
                </a:cubicBezTo>
                <a:cubicBezTo>
                  <a:pt x="9" y="67"/>
                  <a:pt x="0" y="59"/>
                  <a:pt x="0" y="48"/>
                </a:cubicBezTo>
                <a:cubicBezTo>
                  <a:pt x="0" y="38"/>
                  <a:pt x="9" y="29"/>
                  <a:pt x="19" y="29"/>
                </a:cubicBezTo>
                <a:cubicBezTo>
                  <a:pt x="23" y="29"/>
                  <a:pt x="26" y="30"/>
                  <a:pt x="29" y="32"/>
                </a:cubicBezTo>
                <a:cubicBezTo>
                  <a:pt x="41" y="25"/>
                  <a:pt x="99" y="0"/>
                  <a:pt x="103" y="99"/>
                </a:cubicBezTo>
                <a:cubicBezTo>
                  <a:pt x="110" y="63"/>
                  <a:pt x="129" y="27"/>
                  <a:pt x="166" y="46"/>
                </a:cubicBezTo>
                <a:cubicBezTo>
                  <a:pt x="169" y="43"/>
                  <a:pt x="174" y="41"/>
                  <a:pt x="179" y="41"/>
                </a:cubicBezTo>
                <a:cubicBezTo>
                  <a:pt x="190" y="41"/>
                  <a:pt x="198" y="50"/>
                  <a:pt x="198" y="60"/>
                </a:cubicBezTo>
                <a:cubicBezTo>
                  <a:pt x="198" y="71"/>
                  <a:pt x="190" y="79"/>
                  <a:pt x="179" y="79"/>
                </a:cubicBezTo>
                <a:close/>
                <a:moveTo>
                  <a:pt x="134" y="68"/>
                </a:moveTo>
                <a:cubicBezTo>
                  <a:pt x="117" y="72"/>
                  <a:pt x="111" y="136"/>
                  <a:pt x="108" y="169"/>
                </a:cubicBezTo>
                <a:cubicBezTo>
                  <a:pt x="87" y="172"/>
                  <a:pt x="84" y="176"/>
                  <a:pt x="44" y="169"/>
                </a:cubicBezTo>
                <a:cubicBezTo>
                  <a:pt x="61" y="182"/>
                  <a:pt x="89" y="182"/>
                  <a:pt x="107" y="183"/>
                </a:cubicBezTo>
                <a:cubicBezTo>
                  <a:pt x="107" y="183"/>
                  <a:pt x="107" y="183"/>
                  <a:pt x="107" y="183"/>
                </a:cubicBezTo>
                <a:cubicBezTo>
                  <a:pt x="107" y="183"/>
                  <a:pt x="172" y="182"/>
                  <a:pt x="173" y="169"/>
                </a:cubicBezTo>
                <a:cubicBezTo>
                  <a:pt x="180" y="127"/>
                  <a:pt x="132" y="90"/>
                  <a:pt x="134" y="68"/>
                </a:cubicBezTo>
                <a:close/>
                <a:moveTo>
                  <a:pt x="179" y="50"/>
                </a:moveTo>
                <a:cubicBezTo>
                  <a:pt x="173" y="50"/>
                  <a:pt x="168" y="54"/>
                  <a:pt x="168" y="60"/>
                </a:cubicBezTo>
                <a:cubicBezTo>
                  <a:pt x="168" y="66"/>
                  <a:pt x="173" y="71"/>
                  <a:pt x="179" y="71"/>
                </a:cubicBezTo>
                <a:cubicBezTo>
                  <a:pt x="185" y="71"/>
                  <a:pt x="190" y="66"/>
                  <a:pt x="190" y="60"/>
                </a:cubicBezTo>
                <a:cubicBezTo>
                  <a:pt x="190" y="54"/>
                  <a:pt x="185" y="50"/>
                  <a:pt x="179" y="50"/>
                </a:cubicBezTo>
                <a:close/>
                <a:moveTo>
                  <a:pt x="195" y="182"/>
                </a:moveTo>
                <a:cubicBezTo>
                  <a:pt x="195" y="187"/>
                  <a:pt x="195" y="200"/>
                  <a:pt x="195" y="206"/>
                </a:cubicBezTo>
                <a:cubicBezTo>
                  <a:pt x="95" y="235"/>
                  <a:pt x="6" y="206"/>
                  <a:pt x="6" y="206"/>
                </a:cubicBezTo>
                <a:cubicBezTo>
                  <a:pt x="6" y="182"/>
                  <a:pt x="6" y="182"/>
                  <a:pt x="6" y="182"/>
                </a:cubicBezTo>
                <a:cubicBezTo>
                  <a:pt x="6" y="182"/>
                  <a:pt x="102" y="234"/>
                  <a:pt x="195" y="182"/>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194"/>
          <p:cNvSpPr>
            <a:spLocks noEditPoints="1"/>
          </p:cNvSpPr>
          <p:nvPr/>
        </p:nvSpPr>
        <p:spPr bwMode="auto">
          <a:xfrm>
            <a:off x="197164" y="3973513"/>
            <a:ext cx="422275" cy="396875"/>
          </a:xfrm>
          <a:custGeom>
            <a:avLst/>
            <a:gdLst>
              <a:gd name="T0" fmla="*/ 97 w 214"/>
              <a:gd name="T1" fmla="*/ 100 h 201"/>
              <a:gd name="T2" fmla="*/ 140 w 214"/>
              <a:gd name="T3" fmla="*/ 110 h 201"/>
              <a:gd name="T4" fmla="*/ 157 w 214"/>
              <a:gd name="T5" fmla="*/ 109 h 201"/>
              <a:gd name="T6" fmla="*/ 157 w 214"/>
              <a:gd name="T7" fmla="*/ 92 h 201"/>
              <a:gd name="T8" fmla="*/ 140 w 214"/>
              <a:gd name="T9" fmla="*/ 89 h 201"/>
              <a:gd name="T10" fmla="*/ 97 w 214"/>
              <a:gd name="T11" fmla="*/ 100 h 201"/>
              <a:gd name="T12" fmla="*/ 78 w 214"/>
              <a:gd name="T13" fmla="*/ 157 h 201"/>
              <a:gd name="T14" fmla="*/ 70 w 214"/>
              <a:gd name="T15" fmla="*/ 187 h 201"/>
              <a:gd name="T16" fmla="*/ 77 w 214"/>
              <a:gd name="T17" fmla="*/ 201 h 201"/>
              <a:gd name="T18" fmla="*/ 90 w 214"/>
              <a:gd name="T19" fmla="*/ 201 h 201"/>
              <a:gd name="T20" fmla="*/ 97 w 214"/>
              <a:gd name="T21" fmla="*/ 186 h 201"/>
              <a:gd name="T22" fmla="*/ 89 w 214"/>
              <a:gd name="T23" fmla="*/ 157 h 201"/>
              <a:gd name="T24" fmla="*/ 78 w 214"/>
              <a:gd name="T25" fmla="*/ 157 h 201"/>
              <a:gd name="T26" fmla="*/ 81 w 214"/>
              <a:gd name="T27" fmla="*/ 129 h 201"/>
              <a:gd name="T28" fmla="*/ 121 w 214"/>
              <a:gd name="T29" fmla="*/ 114 h 201"/>
              <a:gd name="T30" fmla="*/ 96 w 214"/>
              <a:gd name="T31" fmla="*/ 112 h 201"/>
              <a:gd name="T32" fmla="*/ 81 w 214"/>
              <a:gd name="T33" fmla="*/ 115 h 201"/>
              <a:gd name="T34" fmla="*/ 36 w 214"/>
              <a:gd name="T35" fmla="*/ 75 h 201"/>
              <a:gd name="T36" fmla="*/ 54 w 214"/>
              <a:gd name="T37" fmla="*/ 42 h 201"/>
              <a:gd name="T38" fmla="*/ 124 w 214"/>
              <a:gd name="T39" fmla="*/ 58 h 201"/>
              <a:gd name="T40" fmla="*/ 126 w 214"/>
              <a:gd name="T41" fmla="*/ 70 h 201"/>
              <a:gd name="T42" fmla="*/ 123 w 214"/>
              <a:gd name="T43" fmla="*/ 86 h 201"/>
              <a:gd name="T44" fmla="*/ 128 w 214"/>
              <a:gd name="T45" fmla="*/ 86 h 201"/>
              <a:gd name="T46" fmla="*/ 138 w 214"/>
              <a:gd name="T47" fmla="*/ 87 h 201"/>
              <a:gd name="T48" fmla="*/ 140 w 214"/>
              <a:gd name="T49" fmla="*/ 70 h 201"/>
              <a:gd name="T50" fmla="*/ 139 w 214"/>
              <a:gd name="T51" fmla="*/ 60 h 201"/>
              <a:gd name="T52" fmla="*/ 74 w 214"/>
              <a:gd name="T53" fmla="*/ 1 h 201"/>
              <a:gd name="T54" fmla="*/ 33 w 214"/>
              <a:gd name="T55" fmla="*/ 19 h 201"/>
              <a:gd name="T56" fmla="*/ 44 w 214"/>
              <a:gd name="T57" fmla="*/ 42 h 201"/>
              <a:gd name="T58" fmla="*/ 25 w 214"/>
              <a:gd name="T59" fmla="*/ 26 h 201"/>
              <a:gd name="T60" fmla="*/ 13 w 214"/>
              <a:gd name="T61" fmla="*/ 54 h 201"/>
              <a:gd name="T62" fmla="*/ 24 w 214"/>
              <a:gd name="T63" fmla="*/ 88 h 201"/>
              <a:gd name="T64" fmla="*/ 81 w 214"/>
              <a:gd name="T65" fmla="*/ 129 h 201"/>
              <a:gd name="T66" fmla="*/ 48 w 214"/>
              <a:gd name="T67" fmla="*/ 137 h 201"/>
              <a:gd name="T68" fmla="*/ 37 w 214"/>
              <a:gd name="T69" fmla="*/ 137 h 201"/>
              <a:gd name="T70" fmla="*/ 21 w 214"/>
              <a:gd name="T71" fmla="*/ 153 h 201"/>
              <a:gd name="T72" fmla="*/ 0 w 214"/>
              <a:gd name="T73" fmla="*/ 201 h 201"/>
              <a:gd name="T74" fmla="*/ 65 w 214"/>
              <a:gd name="T75" fmla="*/ 201 h 201"/>
              <a:gd name="T76" fmla="*/ 48 w 214"/>
              <a:gd name="T77" fmla="*/ 137 h 201"/>
              <a:gd name="T78" fmla="*/ 161 w 214"/>
              <a:gd name="T79" fmla="*/ 93 h 201"/>
              <a:gd name="T80" fmla="*/ 161 w 214"/>
              <a:gd name="T81" fmla="*/ 108 h 201"/>
              <a:gd name="T82" fmla="*/ 174 w 214"/>
              <a:gd name="T83" fmla="*/ 100 h 201"/>
              <a:gd name="T84" fmla="*/ 161 w 214"/>
              <a:gd name="T85" fmla="*/ 93 h 201"/>
              <a:gd name="T86" fmla="*/ 73 w 214"/>
              <a:gd name="T87" fmla="*/ 153 h 201"/>
              <a:gd name="T88" fmla="*/ 93 w 214"/>
              <a:gd name="T89" fmla="*/ 153 h 201"/>
              <a:gd name="T90" fmla="*/ 98 w 214"/>
              <a:gd name="T91" fmla="*/ 137 h 201"/>
              <a:gd name="T92" fmla="*/ 68 w 214"/>
              <a:gd name="T93" fmla="*/ 137 h 201"/>
              <a:gd name="T94" fmla="*/ 73 w 214"/>
              <a:gd name="T95" fmla="*/ 153 h 201"/>
              <a:gd name="T96" fmla="*/ 129 w 214"/>
              <a:gd name="T97" fmla="*/ 137 h 201"/>
              <a:gd name="T98" fmla="*/ 117 w 214"/>
              <a:gd name="T99" fmla="*/ 137 h 201"/>
              <a:gd name="T100" fmla="*/ 101 w 214"/>
              <a:gd name="T101" fmla="*/ 201 h 201"/>
              <a:gd name="T102" fmla="*/ 162 w 214"/>
              <a:gd name="T103" fmla="*/ 201 h 201"/>
              <a:gd name="T104" fmla="*/ 145 w 214"/>
              <a:gd name="T105" fmla="*/ 153 h 201"/>
              <a:gd name="T106" fmla="*/ 129 w 214"/>
              <a:gd name="T107" fmla="*/ 137 h 201"/>
              <a:gd name="T108" fmla="*/ 177 w 214"/>
              <a:gd name="T109" fmla="*/ 1 h 201"/>
              <a:gd name="T110" fmla="*/ 170 w 214"/>
              <a:gd name="T111" fmla="*/ 40 h 201"/>
              <a:gd name="T112" fmla="*/ 172 w 214"/>
              <a:gd name="T113" fmla="*/ 85 h 201"/>
              <a:gd name="T114" fmla="*/ 177 w 214"/>
              <a:gd name="T115" fmla="*/ 1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4" h="201">
                <a:moveTo>
                  <a:pt x="97" y="100"/>
                </a:moveTo>
                <a:cubicBezTo>
                  <a:pt x="97" y="105"/>
                  <a:pt x="116" y="110"/>
                  <a:pt x="140" y="110"/>
                </a:cubicBezTo>
                <a:cubicBezTo>
                  <a:pt x="146" y="110"/>
                  <a:pt x="152" y="109"/>
                  <a:pt x="157" y="109"/>
                </a:cubicBezTo>
                <a:cubicBezTo>
                  <a:pt x="157" y="92"/>
                  <a:pt x="157" y="92"/>
                  <a:pt x="157" y="92"/>
                </a:cubicBezTo>
                <a:cubicBezTo>
                  <a:pt x="152" y="91"/>
                  <a:pt x="146" y="89"/>
                  <a:pt x="140" y="89"/>
                </a:cubicBezTo>
                <a:cubicBezTo>
                  <a:pt x="116" y="89"/>
                  <a:pt x="97" y="95"/>
                  <a:pt x="97" y="100"/>
                </a:cubicBezTo>
                <a:close/>
                <a:moveTo>
                  <a:pt x="78" y="157"/>
                </a:moveTo>
                <a:cubicBezTo>
                  <a:pt x="70" y="187"/>
                  <a:pt x="70" y="187"/>
                  <a:pt x="70" y="187"/>
                </a:cubicBezTo>
                <a:cubicBezTo>
                  <a:pt x="77" y="201"/>
                  <a:pt x="77" y="201"/>
                  <a:pt x="77" y="201"/>
                </a:cubicBezTo>
                <a:cubicBezTo>
                  <a:pt x="90" y="201"/>
                  <a:pt x="90" y="201"/>
                  <a:pt x="90" y="201"/>
                </a:cubicBezTo>
                <a:cubicBezTo>
                  <a:pt x="97" y="186"/>
                  <a:pt x="97" y="186"/>
                  <a:pt x="97" y="186"/>
                </a:cubicBezTo>
                <a:cubicBezTo>
                  <a:pt x="89" y="157"/>
                  <a:pt x="89" y="157"/>
                  <a:pt x="89" y="157"/>
                </a:cubicBezTo>
                <a:lnTo>
                  <a:pt x="78" y="157"/>
                </a:lnTo>
                <a:close/>
                <a:moveTo>
                  <a:pt x="81" y="129"/>
                </a:moveTo>
                <a:cubicBezTo>
                  <a:pt x="96" y="129"/>
                  <a:pt x="110" y="123"/>
                  <a:pt x="121" y="114"/>
                </a:cubicBezTo>
                <a:cubicBezTo>
                  <a:pt x="112" y="114"/>
                  <a:pt x="104" y="113"/>
                  <a:pt x="96" y="112"/>
                </a:cubicBezTo>
                <a:cubicBezTo>
                  <a:pt x="92" y="114"/>
                  <a:pt x="86" y="115"/>
                  <a:pt x="81" y="115"/>
                </a:cubicBezTo>
                <a:cubicBezTo>
                  <a:pt x="58" y="115"/>
                  <a:pt x="39" y="97"/>
                  <a:pt x="36" y="75"/>
                </a:cubicBezTo>
                <a:cubicBezTo>
                  <a:pt x="42" y="61"/>
                  <a:pt x="44" y="41"/>
                  <a:pt x="54" y="42"/>
                </a:cubicBezTo>
                <a:cubicBezTo>
                  <a:pt x="69" y="79"/>
                  <a:pt x="101" y="58"/>
                  <a:pt x="124" y="58"/>
                </a:cubicBezTo>
                <a:cubicBezTo>
                  <a:pt x="125" y="62"/>
                  <a:pt x="126" y="66"/>
                  <a:pt x="126" y="70"/>
                </a:cubicBezTo>
                <a:cubicBezTo>
                  <a:pt x="126" y="76"/>
                  <a:pt x="125" y="81"/>
                  <a:pt x="123" y="86"/>
                </a:cubicBezTo>
                <a:cubicBezTo>
                  <a:pt x="124" y="86"/>
                  <a:pt x="126" y="86"/>
                  <a:pt x="128" y="86"/>
                </a:cubicBezTo>
                <a:cubicBezTo>
                  <a:pt x="131" y="86"/>
                  <a:pt x="135" y="86"/>
                  <a:pt x="138" y="87"/>
                </a:cubicBezTo>
                <a:cubicBezTo>
                  <a:pt x="139" y="81"/>
                  <a:pt x="140" y="76"/>
                  <a:pt x="140" y="70"/>
                </a:cubicBezTo>
                <a:cubicBezTo>
                  <a:pt x="140" y="66"/>
                  <a:pt x="140" y="63"/>
                  <a:pt x="139" y="60"/>
                </a:cubicBezTo>
                <a:cubicBezTo>
                  <a:pt x="141" y="7"/>
                  <a:pt x="109" y="1"/>
                  <a:pt x="74" y="1"/>
                </a:cubicBezTo>
                <a:cubicBezTo>
                  <a:pt x="72" y="1"/>
                  <a:pt x="41" y="0"/>
                  <a:pt x="33" y="19"/>
                </a:cubicBezTo>
                <a:cubicBezTo>
                  <a:pt x="34" y="27"/>
                  <a:pt x="37" y="36"/>
                  <a:pt x="44" y="42"/>
                </a:cubicBezTo>
                <a:cubicBezTo>
                  <a:pt x="33" y="41"/>
                  <a:pt x="27" y="33"/>
                  <a:pt x="25" y="26"/>
                </a:cubicBezTo>
                <a:cubicBezTo>
                  <a:pt x="19" y="32"/>
                  <a:pt x="13" y="41"/>
                  <a:pt x="13" y="54"/>
                </a:cubicBezTo>
                <a:cubicBezTo>
                  <a:pt x="13" y="72"/>
                  <a:pt x="20" y="84"/>
                  <a:pt x="24" y="88"/>
                </a:cubicBezTo>
                <a:cubicBezTo>
                  <a:pt x="32" y="112"/>
                  <a:pt x="54" y="129"/>
                  <a:pt x="81" y="129"/>
                </a:cubicBezTo>
                <a:close/>
                <a:moveTo>
                  <a:pt x="48" y="137"/>
                </a:moveTo>
                <a:cubicBezTo>
                  <a:pt x="37" y="137"/>
                  <a:pt x="37" y="137"/>
                  <a:pt x="37" y="137"/>
                </a:cubicBezTo>
                <a:cubicBezTo>
                  <a:pt x="28" y="137"/>
                  <a:pt x="21" y="153"/>
                  <a:pt x="21" y="153"/>
                </a:cubicBezTo>
                <a:cubicBezTo>
                  <a:pt x="0" y="201"/>
                  <a:pt x="0" y="201"/>
                  <a:pt x="0" y="201"/>
                </a:cubicBezTo>
                <a:cubicBezTo>
                  <a:pt x="65" y="201"/>
                  <a:pt x="65" y="201"/>
                  <a:pt x="65" y="201"/>
                </a:cubicBezTo>
                <a:cubicBezTo>
                  <a:pt x="65" y="201"/>
                  <a:pt x="63" y="137"/>
                  <a:pt x="48" y="137"/>
                </a:cubicBezTo>
                <a:close/>
                <a:moveTo>
                  <a:pt x="161" y="93"/>
                </a:moveTo>
                <a:cubicBezTo>
                  <a:pt x="161" y="108"/>
                  <a:pt x="161" y="108"/>
                  <a:pt x="161" y="108"/>
                </a:cubicBezTo>
                <a:cubicBezTo>
                  <a:pt x="172" y="106"/>
                  <a:pt x="174" y="103"/>
                  <a:pt x="174" y="100"/>
                </a:cubicBezTo>
                <a:cubicBezTo>
                  <a:pt x="174" y="97"/>
                  <a:pt x="172" y="94"/>
                  <a:pt x="161" y="93"/>
                </a:cubicBezTo>
                <a:close/>
                <a:moveTo>
                  <a:pt x="73" y="153"/>
                </a:moveTo>
                <a:cubicBezTo>
                  <a:pt x="93" y="153"/>
                  <a:pt x="93" y="153"/>
                  <a:pt x="93" y="153"/>
                </a:cubicBezTo>
                <a:cubicBezTo>
                  <a:pt x="98" y="137"/>
                  <a:pt x="98" y="137"/>
                  <a:pt x="98" y="137"/>
                </a:cubicBezTo>
                <a:cubicBezTo>
                  <a:pt x="68" y="137"/>
                  <a:pt x="68" y="137"/>
                  <a:pt x="68" y="137"/>
                </a:cubicBezTo>
                <a:lnTo>
                  <a:pt x="73" y="153"/>
                </a:lnTo>
                <a:close/>
                <a:moveTo>
                  <a:pt x="129" y="137"/>
                </a:moveTo>
                <a:cubicBezTo>
                  <a:pt x="117" y="137"/>
                  <a:pt x="117" y="137"/>
                  <a:pt x="117" y="137"/>
                </a:cubicBezTo>
                <a:cubicBezTo>
                  <a:pt x="104" y="137"/>
                  <a:pt x="101" y="201"/>
                  <a:pt x="101" y="201"/>
                </a:cubicBezTo>
                <a:cubicBezTo>
                  <a:pt x="162" y="201"/>
                  <a:pt x="162" y="201"/>
                  <a:pt x="162" y="201"/>
                </a:cubicBezTo>
                <a:cubicBezTo>
                  <a:pt x="145" y="153"/>
                  <a:pt x="145" y="153"/>
                  <a:pt x="145" y="153"/>
                </a:cubicBezTo>
                <a:cubicBezTo>
                  <a:pt x="145" y="153"/>
                  <a:pt x="138" y="137"/>
                  <a:pt x="129" y="137"/>
                </a:cubicBezTo>
                <a:close/>
                <a:moveTo>
                  <a:pt x="177" y="1"/>
                </a:moveTo>
                <a:cubicBezTo>
                  <a:pt x="172" y="5"/>
                  <a:pt x="165" y="21"/>
                  <a:pt x="170" y="40"/>
                </a:cubicBezTo>
                <a:cubicBezTo>
                  <a:pt x="172" y="55"/>
                  <a:pt x="190" y="58"/>
                  <a:pt x="172" y="85"/>
                </a:cubicBezTo>
                <a:cubicBezTo>
                  <a:pt x="214" y="64"/>
                  <a:pt x="171" y="37"/>
                  <a:pt x="177" y="1"/>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195"/>
          <p:cNvSpPr>
            <a:spLocks noEditPoints="1"/>
          </p:cNvSpPr>
          <p:nvPr/>
        </p:nvSpPr>
        <p:spPr bwMode="auto">
          <a:xfrm>
            <a:off x="671826" y="4057650"/>
            <a:ext cx="395288" cy="238125"/>
          </a:xfrm>
          <a:custGeom>
            <a:avLst/>
            <a:gdLst>
              <a:gd name="T0" fmla="*/ 34 w 200"/>
              <a:gd name="T1" fmla="*/ 63 h 120"/>
              <a:gd name="T2" fmla="*/ 40 w 200"/>
              <a:gd name="T3" fmla="*/ 77 h 120"/>
              <a:gd name="T4" fmla="*/ 40 w 200"/>
              <a:gd name="T5" fmla="*/ 63 h 120"/>
              <a:gd name="T6" fmla="*/ 39 w 200"/>
              <a:gd name="T7" fmla="*/ 44 h 120"/>
              <a:gd name="T8" fmla="*/ 34 w 200"/>
              <a:gd name="T9" fmla="*/ 55 h 120"/>
              <a:gd name="T10" fmla="*/ 44 w 200"/>
              <a:gd name="T11" fmla="*/ 49 h 120"/>
              <a:gd name="T12" fmla="*/ 100 w 200"/>
              <a:gd name="T13" fmla="*/ 62 h 120"/>
              <a:gd name="T14" fmla="*/ 90 w 200"/>
              <a:gd name="T15" fmla="*/ 62 h 120"/>
              <a:gd name="T16" fmla="*/ 20 w 200"/>
              <a:gd name="T17" fmla="*/ 0 h 120"/>
              <a:gd name="T18" fmla="*/ 0 w 200"/>
              <a:gd name="T19" fmla="*/ 100 h 120"/>
              <a:gd name="T20" fmla="*/ 180 w 200"/>
              <a:gd name="T21" fmla="*/ 120 h 120"/>
              <a:gd name="T22" fmla="*/ 200 w 200"/>
              <a:gd name="T23" fmla="*/ 20 h 120"/>
              <a:gd name="T24" fmla="*/ 43 w 200"/>
              <a:gd name="T25" fmla="*/ 88 h 120"/>
              <a:gd name="T26" fmla="*/ 12 w 200"/>
              <a:gd name="T27" fmla="*/ 76 h 120"/>
              <a:gd name="T28" fmla="*/ 16 w 200"/>
              <a:gd name="T29" fmla="*/ 43 h 120"/>
              <a:gd name="T30" fmla="*/ 12 w 200"/>
              <a:gd name="T31" fmla="*/ 31 h 120"/>
              <a:gd name="T32" fmla="*/ 61 w 200"/>
              <a:gd name="T33" fmla="*/ 46 h 120"/>
              <a:gd name="T34" fmla="*/ 63 w 200"/>
              <a:gd name="T35" fmla="*/ 71 h 120"/>
              <a:gd name="T36" fmla="*/ 127 w 200"/>
              <a:gd name="T37" fmla="*/ 88 h 120"/>
              <a:gd name="T38" fmla="*/ 97 w 200"/>
              <a:gd name="T39" fmla="*/ 77 h 120"/>
              <a:gd name="T40" fmla="*/ 102 w 200"/>
              <a:gd name="T41" fmla="*/ 71 h 120"/>
              <a:gd name="T42" fmla="*/ 85 w 200"/>
              <a:gd name="T43" fmla="*/ 77 h 120"/>
              <a:gd name="T44" fmla="*/ 91 w 200"/>
              <a:gd name="T45" fmla="*/ 88 h 120"/>
              <a:gd name="T46" fmla="*/ 67 w 200"/>
              <a:gd name="T47" fmla="*/ 77 h 120"/>
              <a:gd name="T48" fmla="*/ 82 w 200"/>
              <a:gd name="T49" fmla="*/ 43 h 120"/>
              <a:gd name="T50" fmla="*/ 79 w 200"/>
              <a:gd name="T51" fmla="*/ 31 h 120"/>
              <a:gd name="T52" fmla="*/ 122 w 200"/>
              <a:gd name="T53" fmla="*/ 77 h 120"/>
              <a:gd name="T54" fmla="*/ 127 w 200"/>
              <a:gd name="T55" fmla="*/ 88 h 120"/>
              <a:gd name="T56" fmla="*/ 174 w 200"/>
              <a:gd name="T57" fmla="*/ 88 h 120"/>
              <a:gd name="T58" fmla="*/ 152 w 200"/>
              <a:gd name="T59" fmla="*/ 65 h 120"/>
              <a:gd name="T60" fmla="*/ 157 w 200"/>
              <a:gd name="T61" fmla="*/ 77 h 120"/>
              <a:gd name="T62" fmla="*/ 132 w 200"/>
              <a:gd name="T63" fmla="*/ 88 h 120"/>
              <a:gd name="T64" fmla="*/ 136 w 200"/>
              <a:gd name="T65" fmla="*/ 77 h 120"/>
              <a:gd name="T66" fmla="*/ 132 w 200"/>
              <a:gd name="T67" fmla="*/ 43 h 120"/>
              <a:gd name="T68" fmla="*/ 157 w 200"/>
              <a:gd name="T69" fmla="*/ 31 h 120"/>
              <a:gd name="T70" fmla="*/ 167 w 200"/>
              <a:gd name="T71" fmla="*/ 60 h 120"/>
              <a:gd name="T72" fmla="*/ 179 w 200"/>
              <a:gd name="T73" fmla="*/ 76 h 120"/>
              <a:gd name="T74" fmla="*/ 180 w 200"/>
              <a:gd name="T75" fmla="*/ 71 h 120"/>
              <a:gd name="T76" fmla="*/ 186 w 200"/>
              <a:gd name="T77" fmla="*/ 75 h 120"/>
              <a:gd name="T78" fmla="*/ 152 w 200"/>
              <a:gd name="T79" fmla="*/ 43 h 120"/>
              <a:gd name="T80" fmla="*/ 156 w 200"/>
              <a:gd name="T81" fmla="*/ 56 h 120"/>
              <a:gd name="T82" fmla="*/ 156 w 200"/>
              <a:gd name="T83" fmla="*/ 43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0" h="120">
                <a:moveTo>
                  <a:pt x="40" y="63"/>
                </a:moveTo>
                <a:cubicBezTo>
                  <a:pt x="34" y="63"/>
                  <a:pt x="34" y="63"/>
                  <a:pt x="34" y="63"/>
                </a:cubicBezTo>
                <a:cubicBezTo>
                  <a:pt x="34" y="77"/>
                  <a:pt x="34" y="77"/>
                  <a:pt x="34" y="77"/>
                </a:cubicBezTo>
                <a:cubicBezTo>
                  <a:pt x="40" y="77"/>
                  <a:pt x="40" y="77"/>
                  <a:pt x="40" y="77"/>
                </a:cubicBezTo>
                <a:cubicBezTo>
                  <a:pt x="43" y="77"/>
                  <a:pt x="46" y="74"/>
                  <a:pt x="46" y="70"/>
                </a:cubicBezTo>
                <a:cubicBezTo>
                  <a:pt x="46" y="66"/>
                  <a:pt x="44" y="63"/>
                  <a:pt x="40" y="63"/>
                </a:cubicBezTo>
                <a:close/>
                <a:moveTo>
                  <a:pt x="44" y="49"/>
                </a:moveTo>
                <a:cubicBezTo>
                  <a:pt x="44" y="46"/>
                  <a:pt x="41" y="44"/>
                  <a:pt x="39" y="44"/>
                </a:cubicBezTo>
                <a:cubicBezTo>
                  <a:pt x="34" y="44"/>
                  <a:pt x="34" y="44"/>
                  <a:pt x="34" y="44"/>
                </a:cubicBezTo>
                <a:cubicBezTo>
                  <a:pt x="34" y="55"/>
                  <a:pt x="34" y="55"/>
                  <a:pt x="34" y="55"/>
                </a:cubicBezTo>
                <a:cubicBezTo>
                  <a:pt x="38" y="55"/>
                  <a:pt x="38" y="55"/>
                  <a:pt x="38" y="55"/>
                </a:cubicBezTo>
                <a:cubicBezTo>
                  <a:pt x="42" y="55"/>
                  <a:pt x="44" y="53"/>
                  <a:pt x="44" y="49"/>
                </a:cubicBezTo>
                <a:close/>
                <a:moveTo>
                  <a:pt x="90" y="62"/>
                </a:moveTo>
                <a:cubicBezTo>
                  <a:pt x="100" y="62"/>
                  <a:pt x="100" y="62"/>
                  <a:pt x="100" y="62"/>
                </a:cubicBezTo>
                <a:cubicBezTo>
                  <a:pt x="95" y="46"/>
                  <a:pt x="95" y="46"/>
                  <a:pt x="95" y="46"/>
                </a:cubicBezTo>
                <a:lnTo>
                  <a:pt x="90" y="62"/>
                </a:lnTo>
                <a:close/>
                <a:moveTo>
                  <a:pt x="180" y="0"/>
                </a:moveTo>
                <a:cubicBezTo>
                  <a:pt x="20" y="0"/>
                  <a:pt x="20" y="0"/>
                  <a:pt x="20" y="0"/>
                </a:cubicBezTo>
                <a:cubicBezTo>
                  <a:pt x="9" y="0"/>
                  <a:pt x="0" y="9"/>
                  <a:pt x="0" y="20"/>
                </a:cubicBezTo>
                <a:cubicBezTo>
                  <a:pt x="0" y="100"/>
                  <a:pt x="0" y="100"/>
                  <a:pt x="0" y="100"/>
                </a:cubicBezTo>
                <a:cubicBezTo>
                  <a:pt x="0" y="111"/>
                  <a:pt x="9" y="120"/>
                  <a:pt x="20" y="120"/>
                </a:cubicBezTo>
                <a:cubicBezTo>
                  <a:pt x="180" y="120"/>
                  <a:pt x="180" y="120"/>
                  <a:pt x="180" y="120"/>
                </a:cubicBezTo>
                <a:cubicBezTo>
                  <a:pt x="191" y="120"/>
                  <a:pt x="200" y="111"/>
                  <a:pt x="200" y="100"/>
                </a:cubicBezTo>
                <a:cubicBezTo>
                  <a:pt x="200" y="20"/>
                  <a:pt x="200" y="20"/>
                  <a:pt x="200" y="20"/>
                </a:cubicBezTo>
                <a:cubicBezTo>
                  <a:pt x="200" y="9"/>
                  <a:pt x="191" y="0"/>
                  <a:pt x="180" y="0"/>
                </a:cubicBezTo>
                <a:close/>
                <a:moveTo>
                  <a:pt x="43" y="88"/>
                </a:moveTo>
                <a:cubicBezTo>
                  <a:pt x="12" y="88"/>
                  <a:pt x="12" y="88"/>
                  <a:pt x="12" y="88"/>
                </a:cubicBezTo>
                <a:cubicBezTo>
                  <a:pt x="12" y="76"/>
                  <a:pt x="12" y="76"/>
                  <a:pt x="12" y="76"/>
                </a:cubicBezTo>
                <a:cubicBezTo>
                  <a:pt x="16" y="76"/>
                  <a:pt x="16" y="76"/>
                  <a:pt x="16" y="76"/>
                </a:cubicBezTo>
                <a:cubicBezTo>
                  <a:pt x="16" y="43"/>
                  <a:pt x="16" y="43"/>
                  <a:pt x="16" y="43"/>
                </a:cubicBezTo>
                <a:cubicBezTo>
                  <a:pt x="12" y="43"/>
                  <a:pt x="12" y="43"/>
                  <a:pt x="12" y="43"/>
                </a:cubicBezTo>
                <a:cubicBezTo>
                  <a:pt x="12" y="31"/>
                  <a:pt x="12" y="31"/>
                  <a:pt x="12" y="31"/>
                </a:cubicBezTo>
                <a:cubicBezTo>
                  <a:pt x="42" y="31"/>
                  <a:pt x="42" y="31"/>
                  <a:pt x="42" y="31"/>
                </a:cubicBezTo>
                <a:cubicBezTo>
                  <a:pt x="55" y="31"/>
                  <a:pt x="61" y="38"/>
                  <a:pt x="61" y="46"/>
                </a:cubicBezTo>
                <a:cubicBezTo>
                  <a:pt x="61" y="53"/>
                  <a:pt x="59" y="56"/>
                  <a:pt x="53" y="58"/>
                </a:cubicBezTo>
                <a:cubicBezTo>
                  <a:pt x="59" y="60"/>
                  <a:pt x="63" y="64"/>
                  <a:pt x="63" y="71"/>
                </a:cubicBezTo>
                <a:cubicBezTo>
                  <a:pt x="63" y="82"/>
                  <a:pt x="57" y="88"/>
                  <a:pt x="43" y="88"/>
                </a:cubicBezTo>
                <a:close/>
                <a:moveTo>
                  <a:pt x="127" y="88"/>
                </a:moveTo>
                <a:cubicBezTo>
                  <a:pt x="97" y="88"/>
                  <a:pt x="97" y="88"/>
                  <a:pt x="97" y="88"/>
                </a:cubicBezTo>
                <a:cubicBezTo>
                  <a:pt x="97" y="77"/>
                  <a:pt x="97" y="77"/>
                  <a:pt x="97" y="77"/>
                </a:cubicBezTo>
                <a:cubicBezTo>
                  <a:pt x="104" y="77"/>
                  <a:pt x="104" y="77"/>
                  <a:pt x="104" y="77"/>
                </a:cubicBezTo>
                <a:cubicBezTo>
                  <a:pt x="102" y="71"/>
                  <a:pt x="102" y="71"/>
                  <a:pt x="102" y="71"/>
                </a:cubicBezTo>
                <a:cubicBezTo>
                  <a:pt x="87" y="71"/>
                  <a:pt x="87" y="71"/>
                  <a:pt x="87" y="71"/>
                </a:cubicBezTo>
                <a:cubicBezTo>
                  <a:pt x="85" y="77"/>
                  <a:pt x="85" y="77"/>
                  <a:pt x="85" y="77"/>
                </a:cubicBezTo>
                <a:cubicBezTo>
                  <a:pt x="91" y="77"/>
                  <a:pt x="91" y="77"/>
                  <a:pt x="91" y="77"/>
                </a:cubicBezTo>
                <a:cubicBezTo>
                  <a:pt x="91" y="88"/>
                  <a:pt x="91" y="88"/>
                  <a:pt x="91" y="88"/>
                </a:cubicBezTo>
                <a:cubicBezTo>
                  <a:pt x="67" y="88"/>
                  <a:pt x="67" y="88"/>
                  <a:pt x="67" y="88"/>
                </a:cubicBezTo>
                <a:cubicBezTo>
                  <a:pt x="67" y="77"/>
                  <a:pt x="67" y="77"/>
                  <a:pt x="67" y="77"/>
                </a:cubicBezTo>
                <a:cubicBezTo>
                  <a:pt x="72" y="77"/>
                  <a:pt x="72" y="77"/>
                  <a:pt x="72" y="77"/>
                </a:cubicBezTo>
                <a:cubicBezTo>
                  <a:pt x="82" y="43"/>
                  <a:pt x="82" y="43"/>
                  <a:pt x="82" y="43"/>
                </a:cubicBezTo>
                <a:cubicBezTo>
                  <a:pt x="79" y="43"/>
                  <a:pt x="79" y="43"/>
                  <a:pt x="79" y="43"/>
                </a:cubicBezTo>
                <a:cubicBezTo>
                  <a:pt x="79" y="31"/>
                  <a:pt x="79" y="31"/>
                  <a:pt x="79" y="31"/>
                </a:cubicBezTo>
                <a:cubicBezTo>
                  <a:pt x="109" y="31"/>
                  <a:pt x="109" y="31"/>
                  <a:pt x="109" y="31"/>
                </a:cubicBezTo>
                <a:cubicBezTo>
                  <a:pt x="122" y="77"/>
                  <a:pt x="122" y="77"/>
                  <a:pt x="122" y="77"/>
                </a:cubicBezTo>
                <a:cubicBezTo>
                  <a:pt x="127" y="77"/>
                  <a:pt x="127" y="77"/>
                  <a:pt x="127" y="77"/>
                </a:cubicBezTo>
                <a:lnTo>
                  <a:pt x="127" y="88"/>
                </a:lnTo>
                <a:close/>
                <a:moveTo>
                  <a:pt x="186" y="75"/>
                </a:moveTo>
                <a:cubicBezTo>
                  <a:pt x="186" y="82"/>
                  <a:pt x="183" y="88"/>
                  <a:pt x="174" y="88"/>
                </a:cubicBezTo>
                <a:cubicBezTo>
                  <a:pt x="165" y="88"/>
                  <a:pt x="160" y="82"/>
                  <a:pt x="160" y="73"/>
                </a:cubicBezTo>
                <a:cubicBezTo>
                  <a:pt x="160" y="66"/>
                  <a:pt x="159" y="65"/>
                  <a:pt x="152" y="65"/>
                </a:cubicBezTo>
                <a:cubicBezTo>
                  <a:pt x="152" y="77"/>
                  <a:pt x="152" y="77"/>
                  <a:pt x="152" y="77"/>
                </a:cubicBezTo>
                <a:cubicBezTo>
                  <a:pt x="157" y="77"/>
                  <a:pt x="157" y="77"/>
                  <a:pt x="157" y="77"/>
                </a:cubicBezTo>
                <a:cubicBezTo>
                  <a:pt x="157" y="88"/>
                  <a:pt x="157" y="88"/>
                  <a:pt x="157" y="88"/>
                </a:cubicBezTo>
                <a:cubicBezTo>
                  <a:pt x="132" y="88"/>
                  <a:pt x="132" y="88"/>
                  <a:pt x="132" y="88"/>
                </a:cubicBezTo>
                <a:cubicBezTo>
                  <a:pt x="132" y="77"/>
                  <a:pt x="132" y="77"/>
                  <a:pt x="132" y="77"/>
                </a:cubicBezTo>
                <a:cubicBezTo>
                  <a:pt x="136" y="77"/>
                  <a:pt x="136" y="77"/>
                  <a:pt x="136" y="77"/>
                </a:cubicBezTo>
                <a:cubicBezTo>
                  <a:pt x="136" y="43"/>
                  <a:pt x="136" y="43"/>
                  <a:pt x="136" y="43"/>
                </a:cubicBezTo>
                <a:cubicBezTo>
                  <a:pt x="132" y="43"/>
                  <a:pt x="132" y="43"/>
                  <a:pt x="132" y="43"/>
                </a:cubicBezTo>
                <a:cubicBezTo>
                  <a:pt x="132" y="31"/>
                  <a:pt x="132" y="31"/>
                  <a:pt x="132" y="31"/>
                </a:cubicBezTo>
                <a:cubicBezTo>
                  <a:pt x="157" y="31"/>
                  <a:pt x="157" y="31"/>
                  <a:pt x="157" y="31"/>
                </a:cubicBezTo>
                <a:cubicBezTo>
                  <a:pt x="175" y="31"/>
                  <a:pt x="178" y="40"/>
                  <a:pt x="178" y="49"/>
                </a:cubicBezTo>
                <a:cubicBezTo>
                  <a:pt x="178" y="55"/>
                  <a:pt x="173" y="59"/>
                  <a:pt x="167" y="60"/>
                </a:cubicBezTo>
                <a:cubicBezTo>
                  <a:pt x="172" y="61"/>
                  <a:pt x="177" y="65"/>
                  <a:pt x="177" y="71"/>
                </a:cubicBezTo>
                <a:cubicBezTo>
                  <a:pt x="177" y="74"/>
                  <a:pt x="177" y="76"/>
                  <a:pt x="179" y="76"/>
                </a:cubicBezTo>
                <a:cubicBezTo>
                  <a:pt x="180" y="76"/>
                  <a:pt x="180" y="75"/>
                  <a:pt x="180" y="74"/>
                </a:cubicBezTo>
                <a:cubicBezTo>
                  <a:pt x="180" y="71"/>
                  <a:pt x="180" y="71"/>
                  <a:pt x="180" y="71"/>
                </a:cubicBezTo>
                <a:cubicBezTo>
                  <a:pt x="186" y="71"/>
                  <a:pt x="186" y="71"/>
                  <a:pt x="186" y="71"/>
                </a:cubicBezTo>
                <a:lnTo>
                  <a:pt x="186" y="75"/>
                </a:lnTo>
                <a:close/>
                <a:moveTo>
                  <a:pt x="156" y="43"/>
                </a:moveTo>
                <a:cubicBezTo>
                  <a:pt x="152" y="43"/>
                  <a:pt x="152" y="43"/>
                  <a:pt x="152" y="43"/>
                </a:cubicBezTo>
                <a:cubicBezTo>
                  <a:pt x="152" y="56"/>
                  <a:pt x="152" y="56"/>
                  <a:pt x="152" y="56"/>
                </a:cubicBezTo>
                <a:cubicBezTo>
                  <a:pt x="156" y="56"/>
                  <a:pt x="156" y="56"/>
                  <a:pt x="156" y="56"/>
                </a:cubicBezTo>
                <a:cubicBezTo>
                  <a:pt x="160" y="56"/>
                  <a:pt x="163" y="54"/>
                  <a:pt x="163" y="50"/>
                </a:cubicBezTo>
                <a:cubicBezTo>
                  <a:pt x="163" y="46"/>
                  <a:pt x="160" y="43"/>
                  <a:pt x="156" y="43"/>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196"/>
          <p:cNvSpPr>
            <a:spLocks noEditPoints="1"/>
          </p:cNvSpPr>
          <p:nvPr/>
        </p:nvSpPr>
        <p:spPr bwMode="auto">
          <a:xfrm>
            <a:off x="1148076" y="3944938"/>
            <a:ext cx="417513" cy="442913"/>
          </a:xfrm>
          <a:custGeom>
            <a:avLst/>
            <a:gdLst>
              <a:gd name="T0" fmla="*/ 74 w 211"/>
              <a:gd name="T1" fmla="*/ 133 h 224"/>
              <a:gd name="T2" fmla="*/ 74 w 211"/>
              <a:gd name="T3" fmla="*/ 133 h 224"/>
              <a:gd name="T4" fmla="*/ 61 w 211"/>
              <a:gd name="T5" fmla="*/ 101 h 224"/>
              <a:gd name="T6" fmla="*/ 11 w 211"/>
              <a:gd name="T7" fmla="*/ 118 h 224"/>
              <a:gd name="T8" fmla="*/ 23 w 211"/>
              <a:gd name="T9" fmla="*/ 167 h 224"/>
              <a:gd name="T10" fmla="*/ 23 w 211"/>
              <a:gd name="T11" fmla="*/ 167 h 224"/>
              <a:gd name="T12" fmla="*/ 76 w 211"/>
              <a:gd name="T13" fmla="*/ 169 h 224"/>
              <a:gd name="T14" fmla="*/ 74 w 211"/>
              <a:gd name="T15" fmla="*/ 133 h 224"/>
              <a:gd name="T16" fmla="*/ 34 w 211"/>
              <a:gd name="T17" fmla="*/ 158 h 224"/>
              <a:gd name="T18" fmla="*/ 34 w 211"/>
              <a:gd name="T19" fmla="*/ 158 h 224"/>
              <a:gd name="T20" fmla="*/ 65 w 211"/>
              <a:gd name="T21" fmla="*/ 141 h 224"/>
              <a:gd name="T22" fmla="*/ 65 w 211"/>
              <a:gd name="T23" fmla="*/ 141 h 224"/>
              <a:gd name="T24" fmla="*/ 34 w 211"/>
              <a:gd name="T25" fmla="*/ 158 h 224"/>
              <a:gd name="T26" fmla="*/ 140 w 211"/>
              <a:gd name="T27" fmla="*/ 152 h 224"/>
              <a:gd name="T28" fmla="*/ 140 w 211"/>
              <a:gd name="T29" fmla="*/ 152 h 224"/>
              <a:gd name="T30" fmla="*/ 106 w 211"/>
              <a:gd name="T31" fmla="*/ 150 h 224"/>
              <a:gd name="T32" fmla="*/ 98 w 211"/>
              <a:gd name="T33" fmla="*/ 202 h 224"/>
              <a:gd name="T34" fmla="*/ 149 w 211"/>
              <a:gd name="T35" fmla="*/ 213 h 224"/>
              <a:gd name="T36" fmla="*/ 149 w 211"/>
              <a:gd name="T37" fmla="*/ 213 h 224"/>
              <a:gd name="T38" fmla="*/ 174 w 211"/>
              <a:gd name="T39" fmla="*/ 166 h 224"/>
              <a:gd name="T40" fmla="*/ 140 w 211"/>
              <a:gd name="T41" fmla="*/ 152 h 224"/>
              <a:gd name="T42" fmla="*/ 145 w 211"/>
              <a:gd name="T43" fmla="*/ 199 h 224"/>
              <a:gd name="T44" fmla="*/ 145 w 211"/>
              <a:gd name="T45" fmla="*/ 199 h 224"/>
              <a:gd name="T46" fmla="*/ 143 w 211"/>
              <a:gd name="T47" fmla="*/ 164 h 224"/>
              <a:gd name="T48" fmla="*/ 143 w 211"/>
              <a:gd name="T49" fmla="*/ 164 h 224"/>
              <a:gd name="T50" fmla="*/ 145 w 211"/>
              <a:gd name="T51" fmla="*/ 199 h 224"/>
              <a:gd name="T52" fmla="*/ 191 w 211"/>
              <a:gd name="T53" fmla="*/ 18 h 224"/>
              <a:gd name="T54" fmla="*/ 101 w 211"/>
              <a:gd name="T55" fmla="*/ 44 h 224"/>
              <a:gd name="T56" fmla="*/ 102 w 211"/>
              <a:gd name="T57" fmla="*/ 45 h 224"/>
              <a:gd name="T58" fmla="*/ 95 w 211"/>
              <a:gd name="T59" fmla="*/ 57 h 224"/>
              <a:gd name="T60" fmla="*/ 76 w 211"/>
              <a:gd name="T61" fmla="*/ 113 h 224"/>
              <a:gd name="T62" fmla="*/ 82 w 211"/>
              <a:gd name="T63" fmla="*/ 122 h 224"/>
              <a:gd name="T64" fmla="*/ 125 w 211"/>
              <a:gd name="T65" fmla="*/ 84 h 224"/>
              <a:gd name="T66" fmla="*/ 132 w 211"/>
              <a:gd name="T67" fmla="*/ 142 h 224"/>
              <a:gd name="T68" fmla="*/ 142 w 211"/>
              <a:gd name="T69" fmla="*/ 144 h 224"/>
              <a:gd name="T70" fmla="*/ 132 w 211"/>
              <a:gd name="T71" fmla="*/ 67 h 224"/>
              <a:gd name="T72" fmla="*/ 156 w 211"/>
              <a:gd name="T73" fmla="*/ 70 h 224"/>
              <a:gd name="T74" fmla="*/ 191 w 211"/>
              <a:gd name="T75" fmla="*/ 18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1" h="224">
                <a:moveTo>
                  <a:pt x="74" y="133"/>
                </a:moveTo>
                <a:cubicBezTo>
                  <a:pt x="74" y="133"/>
                  <a:pt x="74" y="133"/>
                  <a:pt x="74" y="133"/>
                </a:cubicBezTo>
                <a:cubicBezTo>
                  <a:pt x="59" y="115"/>
                  <a:pt x="74" y="116"/>
                  <a:pt x="61" y="101"/>
                </a:cubicBezTo>
                <a:cubicBezTo>
                  <a:pt x="39" y="75"/>
                  <a:pt x="10" y="114"/>
                  <a:pt x="11" y="118"/>
                </a:cubicBezTo>
                <a:cubicBezTo>
                  <a:pt x="0" y="145"/>
                  <a:pt x="23" y="167"/>
                  <a:pt x="23" y="167"/>
                </a:cubicBezTo>
                <a:cubicBezTo>
                  <a:pt x="23" y="167"/>
                  <a:pt x="23" y="167"/>
                  <a:pt x="23" y="167"/>
                </a:cubicBezTo>
                <a:cubicBezTo>
                  <a:pt x="24" y="168"/>
                  <a:pt x="49" y="193"/>
                  <a:pt x="76" y="169"/>
                </a:cubicBezTo>
                <a:cubicBezTo>
                  <a:pt x="98" y="151"/>
                  <a:pt x="74" y="133"/>
                  <a:pt x="74" y="133"/>
                </a:cubicBezTo>
                <a:close/>
                <a:moveTo>
                  <a:pt x="34" y="158"/>
                </a:moveTo>
                <a:cubicBezTo>
                  <a:pt x="34" y="158"/>
                  <a:pt x="34" y="158"/>
                  <a:pt x="34" y="158"/>
                </a:cubicBezTo>
                <a:cubicBezTo>
                  <a:pt x="51" y="163"/>
                  <a:pt x="47" y="131"/>
                  <a:pt x="65" y="141"/>
                </a:cubicBezTo>
                <a:cubicBezTo>
                  <a:pt x="65" y="141"/>
                  <a:pt x="65" y="141"/>
                  <a:pt x="65" y="141"/>
                </a:cubicBezTo>
                <a:cubicBezTo>
                  <a:pt x="84" y="164"/>
                  <a:pt x="43" y="171"/>
                  <a:pt x="34" y="158"/>
                </a:cubicBezTo>
                <a:close/>
                <a:moveTo>
                  <a:pt x="140" y="152"/>
                </a:moveTo>
                <a:cubicBezTo>
                  <a:pt x="140" y="152"/>
                  <a:pt x="140" y="152"/>
                  <a:pt x="140" y="152"/>
                </a:cubicBezTo>
                <a:cubicBezTo>
                  <a:pt x="118" y="158"/>
                  <a:pt x="125" y="145"/>
                  <a:pt x="106" y="150"/>
                </a:cubicBezTo>
                <a:cubicBezTo>
                  <a:pt x="73" y="159"/>
                  <a:pt x="95" y="201"/>
                  <a:pt x="98" y="202"/>
                </a:cubicBezTo>
                <a:cubicBezTo>
                  <a:pt x="119" y="224"/>
                  <a:pt x="149" y="213"/>
                  <a:pt x="149" y="213"/>
                </a:cubicBezTo>
                <a:cubicBezTo>
                  <a:pt x="149" y="213"/>
                  <a:pt x="149" y="213"/>
                  <a:pt x="149" y="213"/>
                </a:cubicBezTo>
                <a:cubicBezTo>
                  <a:pt x="150" y="212"/>
                  <a:pt x="183" y="201"/>
                  <a:pt x="174" y="166"/>
                </a:cubicBezTo>
                <a:cubicBezTo>
                  <a:pt x="166" y="139"/>
                  <a:pt x="140" y="152"/>
                  <a:pt x="140" y="152"/>
                </a:cubicBezTo>
                <a:close/>
                <a:moveTo>
                  <a:pt x="145" y="199"/>
                </a:moveTo>
                <a:cubicBezTo>
                  <a:pt x="145" y="199"/>
                  <a:pt x="145" y="199"/>
                  <a:pt x="145" y="199"/>
                </a:cubicBezTo>
                <a:cubicBezTo>
                  <a:pt x="157" y="186"/>
                  <a:pt x="127" y="175"/>
                  <a:pt x="143" y="164"/>
                </a:cubicBezTo>
                <a:cubicBezTo>
                  <a:pt x="143" y="164"/>
                  <a:pt x="143" y="164"/>
                  <a:pt x="143" y="164"/>
                </a:cubicBezTo>
                <a:cubicBezTo>
                  <a:pt x="172" y="157"/>
                  <a:pt x="161" y="196"/>
                  <a:pt x="145" y="199"/>
                </a:cubicBezTo>
                <a:close/>
                <a:moveTo>
                  <a:pt x="191" y="18"/>
                </a:moveTo>
                <a:cubicBezTo>
                  <a:pt x="166" y="59"/>
                  <a:pt x="150" y="0"/>
                  <a:pt x="101" y="44"/>
                </a:cubicBezTo>
                <a:cubicBezTo>
                  <a:pt x="101" y="44"/>
                  <a:pt x="101" y="44"/>
                  <a:pt x="102" y="45"/>
                </a:cubicBezTo>
                <a:cubicBezTo>
                  <a:pt x="93" y="45"/>
                  <a:pt x="93" y="56"/>
                  <a:pt x="95" y="57"/>
                </a:cubicBezTo>
                <a:cubicBezTo>
                  <a:pt x="96" y="59"/>
                  <a:pt x="148" y="88"/>
                  <a:pt x="76" y="113"/>
                </a:cubicBezTo>
                <a:cubicBezTo>
                  <a:pt x="76" y="119"/>
                  <a:pt x="76" y="119"/>
                  <a:pt x="82" y="122"/>
                </a:cubicBezTo>
                <a:cubicBezTo>
                  <a:pt x="83" y="121"/>
                  <a:pt x="128" y="111"/>
                  <a:pt x="125" y="84"/>
                </a:cubicBezTo>
                <a:cubicBezTo>
                  <a:pt x="158" y="112"/>
                  <a:pt x="132" y="142"/>
                  <a:pt x="132" y="142"/>
                </a:cubicBezTo>
                <a:cubicBezTo>
                  <a:pt x="132" y="142"/>
                  <a:pt x="135" y="149"/>
                  <a:pt x="142" y="144"/>
                </a:cubicBezTo>
                <a:cubicBezTo>
                  <a:pt x="144" y="143"/>
                  <a:pt x="172" y="111"/>
                  <a:pt x="132" y="67"/>
                </a:cubicBezTo>
                <a:cubicBezTo>
                  <a:pt x="139" y="70"/>
                  <a:pt x="147" y="71"/>
                  <a:pt x="156" y="70"/>
                </a:cubicBezTo>
                <a:cubicBezTo>
                  <a:pt x="211" y="61"/>
                  <a:pt x="193" y="18"/>
                  <a:pt x="191" y="18"/>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197"/>
          <p:cNvSpPr>
            <a:spLocks noEditPoints="1"/>
          </p:cNvSpPr>
          <p:nvPr/>
        </p:nvSpPr>
        <p:spPr bwMode="auto">
          <a:xfrm>
            <a:off x="1629089" y="3916363"/>
            <a:ext cx="403225" cy="490538"/>
          </a:xfrm>
          <a:custGeom>
            <a:avLst/>
            <a:gdLst>
              <a:gd name="T0" fmla="*/ 160 w 204"/>
              <a:gd name="T1" fmla="*/ 127 h 248"/>
              <a:gd name="T2" fmla="*/ 157 w 204"/>
              <a:gd name="T3" fmla="*/ 131 h 248"/>
              <a:gd name="T4" fmla="*/ 36 w 204"/>
              <a:gd name="T5" fmla="*/ 216 h 248"/>
              <a:gd name="T6" fmla="*/ 17 w 204"/>
              <a:gd name="T7" fmla="*/ 193 h 248"/>
              <a:gd name="T8" fmla="*/ 144 w 204"/>
              <a:gd name="T9" fmla="*/ 106 h 248"/>
              <a:gd name="T10" fmla="*/ 156 w 204"/>
              <a:gd name="T11" fmla="*/ 112 h 248"/>
              <a:gd name="T12" fmla="*/ 185 w 204"/>
              <a:gd name="T13" fmla="*/ 49 h 248"/>
              <a:gd name="T14" fmla="*/ 203 w 204"/>
              <a:gd name="T15" fmla="*/ 56 h 248"/>
              <a:gd name="T16" fmla="*/ 160 w 204"/>
              <a:gd name="T17" fmla="*/ 127 h 248"/>
              <a:gd name="T18" fmla="*/ 31 w 204"/>
              <a:gd name="T19" fmla="*/ 189 h 248"/>
              <a:gd name="T20" fmla="*/ 60 w 204"/>
              <a:gd name="T21" fmla="*/ 133 h 248"/>
              <a:gd name="T22" fmla="*/ 47 w 204"/>
              <a:gd name="T23" fmla="*/ 124 h 248"/>
              <a:gd name="T24" fmla="*/ 31 w 204"/>
              <a:gd name="T25" fmla="*/ 189 h 248"/>
              <a:gd name="T26" fmla="*/ 57 w 204"/>
              <a:gd name="T27" fmla="*/ 115 h 248"/>
              <a:gd name="T28" fmla="*/ 67 w 204"/>
              <a:gd name="T29" fmla="*/ 122 h 248"/>
              <a:gd name="T30" fmla="*/ 100 w 204"/>
              <a:gd name="T31" fmla="*/ 103 h 248"/>
              <a:gd name="T32" fmla="*/ 57 w 204"/>
              <a:gd name="T33" fmla="*/ 115 h 248"/>
              <a:gd name="T34" fmla="*/ 146 w 204"/>
              <a:gd name="T35" fmla="*/ 149 h 248"/>
              <a:gd name="T36" fmla="*/ 56 w 204"/>
              <a:gd name="T37" fmla="*/ 212 h 248"/>
              <a:gd name="T38" fmla="*/ 121 w 204"/>
              <a:gd name="T39" fmla="*/ 208 h 248"/>
              <a:gd name="T40" fmla="*/ 146 w 204"/>
              <a:gd name="T41" fmla="*/ 149 h 248"/>
              <a:gd name="T42" fmla="*/ 130 w 204"/>
              <a:gd name="T43" fmla="*/ 56 h 248"/>
              <a:gd name="T44" fmla="*/ 176 w 204"/>
              <a:gd name="T45" fmla="*/ 80 h 248"/>
              <a:gd name="T46" fmla="*/ 105 w 204"/>
              <a:gd name="T47" fmla="*/ 68 h 248"/>
              <a:gd name="T48" fmla="*/ 91 w 204"/>
              <a:gd name="T49" fmla="*/ 53 h 248"/>
              <a:gd name="T50" fmla="*/ 180 w 204"/>
              <a:gd name="T51" fmla="*/ 65 h 248"/>
              <a:gd name="T52" fmla="*/ 130 w 204"/>
              <a:gd name="T53" fmla="*/ 56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04" h="248">
                <a:moveTo>
                  <a:pt x="160" y="127"/>
                </a:moveTo>
                <a:cubicBezTo>
                  <a:pt x="159" y="128"/>
                  <a:pt x="158" y="130"/>
                  <a:pt x="157" y="131"/>
                </a:cubicBezTo>
                <a:cubicBezTo>
                  <a:pt x="178" y="248"/>
                  <a:pt x="51" y="235"/>
                  <a:pt x="36" y="216"/>
                </a:cubicBezTo>
                <a:cubicBezTo>
                  <a:pt x="31" y="216"/>
                  <a:pt x="11" y="220"/>
                  <a:pt x="17" y="193"/>
                </a:cubicBezTo>
                <a:cubicBezTo>
                  <a:pt x="0" y="163"/>
                  <a:pt x="43" y="46"/>
                  <a:pt x="144" y="106"/>
                </a:cubicBezTo>
                <a:cubicBezTo>
                  <a:pt x="150" y="108"/>
                  <a:pt x="153" y="110"/>
                  <a:pt x="156" y="112"/>
                </a:cubicBezTo>
                <a:cubicBezTo>
                  <a:pt x="174" y="104"/>
                  <a:pt x="192" y="87"/>
                  <a:pt x="185" y="49"/>
                </a:cubicBezTo>
                <a:cubicBezTo>
                  <a:pt x="191" y="47"/>
                  <a:pt x="200" y="42"/>
                  <a:pt x="203" y="56"/>
                </a:cubicBezTo>
                <a:cubicBezTo>
                  <a:pt x="204" y="103"/>
                  <a:pt x="180" y="120"/>
                  <a:pt x="160" y="127"/>
                </a:cubicBezTo>
                <a:close/>
                <a:moveTo>
                  <a:pt x="31" y="189"/>
                </a:moveTo>
                <a:cubicBezTo>
                  <a:pt x="42" y="154"/>
                  <a:pt x="60" y="133"/>
                  <a:pt x="60" y="133"/>
                </a:cubicBezTo>
                <a:cubicBezTo>
                  <a:pt x="47" y="124"/>
                  <a:pt x="47" y="124"/>
                  <a:pt x="47" y="124"/>
                </a:cubicBezTo>
                <a:cubicBezTo>
                  <a:pt x="47" y="124"/>
                  <a:pt x="29" y="152"/>
                  <a:pt x="31" y="189"/>
                </a:cubicBezTo>
                <a:close/>
                <a:moveTo>
                  <a:pt x="57" y="115"/>
                </a:moveTo>
                <a:cubicBezTo>
                  <a:pt x="67" y="122"/>
                  <a:pt x="67" y="122"/>
                  <a:pt x="67" y="122"/>
                </a:cubicBezTo>
                <a:cubicBezTo>
                  <a:pt x="67" y="122"/>
                  <a:pt x="81" y="105"/>
                  <a:pt x="100" y="103"/>
                </a:cubicBezTo>
                <a:cubicBezTo>
                  <a:pt x="75" y="98"/>
                  <a:pt x="57" y="115"/>
                  <a:pt x="57" y="115"/>
                </a:cubicBezTo>
                <a:close/>
                <a:moveTo>
                  <a:pt x="146" y="149"/>
                </a:moveTo>
                <a:cubicBezTo>
                  <a:pt x="132" y="227"/>
                  <a:pt x="56" y="212"/>
                  <a:pt x="56" y="212"/>
                </a:cubicBezTo>
                <a:cubicBezTo>
                  <a:pt x="56" y="212"/>
                  <a:pt x="88" y="230"/>
                  <a:pt x="121" y="208"/>
                </a:cubicBezTo>
                <a:cubicBezTo>
                  <a:pt x="155" y="186"/>
                  <a:pt x="146" y="146"/>
                  <a:pt x="146" y="149"/>
                </a:cubicBezTo>
                <a:close/>
                <a:moveTo>
                  <a:pt x="130" y="56"/>
                </a:moveTo>
                <a:cubicBezTo>
                  <a:pt x="173" y="67"/>
                  <a:pt x="176" y="80"/>
                  <a:pt x="176" y="80"/>
                </a:cubicBezTo>
                <a:cubicBezTo>
                  <a:pt x="176" y="80"/>
                  <a:pt x="135" y="105"/>
                  <a:pt x="105" y="68"/>
                </a:cubicBezTo>
                <a:cubicBezTo>
                  <a:pt x="101" y="63"/>
                  <a:pt x="99" y="58"/>
                  <a:pt x="91" y="53"/>
                </a:cubicBezTo>
                <a:cubicBezTo>
                  <a:pt x="158" y="0"/>
                  <a:pt x="180" y="65"/>
                  <a:pt x="180" y="65"/>
                </a:cubicBezTo>
                <a:cubicBezTo>
                  <a:pt x="180" y="65"/>
                  <a:pt x="147" y="49"/>
                  <a:pt x="130" y="56"/>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198"/>
          <p:cNvSpPr>
            <a:spLocks noEditPoints="1"/>
          </p:cNvSpPr>
          <p:nvPr/>
        </p:nvSpPr>
        <p:spPr bwMode="auto">
          <a:xfrm>
            <a:off x="2116451" y="4057650"/>
            <a:ext cx="396875" cy="261938"/>
          </a:xfrm>
          <a:custGeom>
            <a:avLst/>
            <a:gdLst>
              <a:gd name="T0" fmla="*/ 188 w 200"/>
              <a:gd name="T1" fmla="*/ 108 h 132"/>
              <a:gd name="T2" fmla="*/ 188 w 200"/>
              <a:gd name="T3" fmla="*/ 124 h 132"/>
              <a:gd name="T4" fmla="*/ 176 w 200"/>
              <a:gd name="T5" fmla="*/ 124 h 132"/>
              <a:gd name="T6" fmla="*/ 0 w 200"/>
              <a:gd name="T7" fmla="*/ 132 h 132"/>
              <a:gd name="T8" fmla="*/ 11 w 200"/>
              <a:gd name="T9" fmla="*/ 31 h 132"/>
              <a:gd name="T10" fmla="*/ 11 w 200"/>
              <a:gd name="T11" fmla="*/ 16 h 132"/>
              <a:gd name="T12" fmla="*/ 24 w 200"/>
              <a:gd name="T13" fmla="*/ 16 h 132"/>
              <a:gd name="T14" fmla="*/ 24 w 200"/>
              <a:gd name="T15" fmla="*/ 0 h 132"/>
              <a:gd name="T16" fmla="*/ 192 w 200"/>
              <a:gd name="T17" fmla="*/ 0 h 132"/>
              <a:gd name="T18" fmla="*/ 200 w 200"/>
              <a:gd name="T19" fmla="*/ 7 h 132"/>
              <a:gd name="T20" fmla="*/ 200 w 200"/>
              <a:gd name="T21" fmla="*/ 108 h 132"/>
              <a:gd name="T22" fmla="*/ 8 w 200"/>
              <a:gd name="T23" fmla="*/ 39 h 132"/>
              <a:gd name="T24" fmla="*/ 167 w 200"/>
              <a:gd name="T25" fmla="*/ 123 h 132"/>
              <a:gd name="T26" fmla="*/ 8 w 200"/>
              <a:gd name="T27" fmla="*/ 39 h 132"/>
              <a:gd name="T28" fmla="*/ 20 w 200"/>
              <a:gd name="T29" fmla="*/ 31 h 132"/>
              <a:gd name="T30" fmla="*/ 176 w 200"/>
              <a:gd name="T31" fmla="*/ 116 h 132"/>
              <a:gd name="T32" fmla="*/ 179 w 200"/>
              <a:gd name="T33" fmla="*/ 23 h 132"/>
              <a:gd name="T34" fmla="*/ 192 w 200"/>
              <a:gd name="T35" fmla="*/ 7 h 132"/>
              <a:gd name="T36" fmla="*/ 32 w 200"/>
              <a:gd name="T37" fmla="*/ 16 h 132"/>
              <a:gd name="T38" fmla="*/ 188 w 200"/>
              <a:gd name="T39" fmla="*/ 16 h 132"/>
              <a:gd name="T40" fmla="*/ 188 w 200"/>
              <a:gd name="T41" fmla="*/ 99 h 132"/>
              <a:gd name="T42" fmla="*/ 192 w 200"/>
              <a:gd name="T43" fmla="*/ 7 h 132"/>
              <a:gd name="T44" fmla="*/ 28 w 200"/>
              <a:gd name="T45" fmla="*/ 120 h 132"/>
              <a:gd name="T46" fmla="*/ 12 w 200"/>
              <a:gd name="T47" fmla="*/ 107 h 132"/>
              <a:gd name="T48" fmla="*/ 13 w 200"/>
              <a:gd name="T49" fmla="*/ 61 h 132"/>
              <a:gd name="T50" fmla="*/ 28 w 200"/>
              <a:gd name="T51" fmla="*/ 44 h 132"/>
              <a:gd name="T52" fmla="*/ 148 w 200"/>
              <a:gd name="T53" fmla="*/ 45 h 132"/>
              <a:gd name="T54" fmla="*/ 164 w 200"/>
              <a:gd name="T55" fmla="*/ 107 h 132"/>
              <a:gd name="T56" fmla="*/ 34 w 200"/>
              <a:gd name="T57" fmla="*/ 72 h 132"/>
              <a:gd name="T58" fmla="*/ 34 w 200"/>
              <a:gd name="T59" fmla="*/ 94 h 132"/>
              <a:gd name="T60" fmla="*/ 34 w 200"/>
              <a:gd name="T61" fmla="*/ 72 h 132"/>
              <a:gd name="T62" fmla="*/ 60 w 200"/>
              <a:gd name="T63" fmla="*/ 83 h 132"/>
              <a:gd name="T64" fmla="*/ 117 w 200"/>
              <a:gd name="T65" fmla="*/ 83 h 132"/>
              <a:gd name="T66" fmla="*/ 141 w 200"/>
              <a:gd name="T67" fmla="*/ 72 h 132"/>
              <a:gd name="T68" fmla="*/ 141 w 200"/>
              <a:gd name="T69" fmla="*/ 94 h 132"/>
              <a:gd name="T70" fmla="*/ 141 w 200"/>
              <a:gd name="T71" fmla="*/ 72 h 132"/>
              <a:gd name="T72" fmla="*/ 90 w 200"/>
              <a:gd name="T73" fmla="*/ 105 h 132"/>
              <a:gd name="T74" fmla="*/ 85 w 200"/>
              <a:gd name="T75" fmla="*/ 101 h 132"/>
              <a:gd name="T76" fmla="*/ 78 w 200"/>
              <a:gd name="T77" fmla="*/ 96 h 132"/>
              <a:gd name="T78" fmla="*/ 80 w 200"/>
              <a:gd name="T79" fmla="*/ 90 h 132"/>
              <a:gd name="T80" fmla="*/ 85 w 200"/>
              <a:gd name="T81" fmla="*/ 97 h 132"/>
              <a:gd name="T82" fmla="*/ 81 w 200"/>
              <a:gd name="T83" fmla="*/ 82 h 132"/>
              <a:gd name="T84" fmla="*/ 77 w 200"/>
              <a:gd name="T85" fmla="*/ 74 h 132"/>
              <a:gd name="T86" fmla="*/ 85 w 200"/>
              <a:gd name="T87" fmla="*/ 65 h 132"/>
              <a:gd name="T88" fmla="*/ 90 w 200"/>
              <a:gd name="T89" fmla="*/ 63 h 132"/>
              <a:gd name="T90" fmla="*/ 95 w 200"/>
              <a:gd name="T91" fmla="*/ 67 h 132"/>
              <a:gd name="T92" fmla="*/ 94 w 200"/>
              <a:gd name="T93" fmla="*/ 74 h 132"/>
              <a:gd name="T94" fmla="*/ 90 w 200"/>
              <a:gd name="T95" fmla="*/ 68 h 132"/>
              <a:gd name="T96" fmla="*/ 93 w 200"/>
              <a:gd name="T97" fmla="*/ 82 h 132"/>
              <a:gd name="T98" fmla="*/ 98 w 200"/>
              <a:gd name="T99" fmla="*/ 87 h 132"/>
              <a:gd name="T100" fmla="*/ 96 w 200"/>
              <a:gd name="T101" fmla="*/ 98 h 132"/>
              <a:gd name="T102" fmla="*/ 85 w 200"/>
              <a:gd name="T103" fmla="*/ 68 h 132"/>
              <a:gd name="T104" fmla="*/ 81 w 200"/>
              <a:gd name="T105" fmla="*/ 74 h 132"/>
              <a:gd name="T106" fmla="*/ 85 w 200"/>
              <a:gd name="T107" fmla="*/ 80 h 132"/>
              <a:gd name="T108" fmla="*/ 93 w 200"/>
              <a:gd name="T109" fmla="*/ 87 h 132"/>
              <a:gd name="T110" fmla="*/ 90 w 200"/>
              <a:gd name="T111" fmla="*/ 97 h 132"/>
              <a:gd name="T112" fmla="*/ 95 w 200"/>
              <a:gd name="T113" fmla="*/ 91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0" h="132">
                <a:moveTo>
                  <a:pt x="192" y="108"/>
                </a:moveTo>
                <a:cubicBezTo>
                  <a:pt x="188" y="108"/>
                  <a:pt x="188" y="108"/>
                  <a:pt x="188" y="108"/>
                </a:cubicBezTo>
                <a:cubicBezTo>
                  <a:pt x="188" y="116"/>
                  <a:pt x="188" y="116"/>
                  <a:pt x="188" y="116"/>
                </a:cubicBezTo>
                <a:cubicBezTo>
                  <a:pt x="188" y="124"/>
                  <a:pt x="188" y="124"/>
                  <a:pt x="188" y="124"/>
                </a:cubicBezTo>
                <a:cubicBezTo>
                  <a:pt x="179" y="124"/>
                  <a:pt x="179" y="124"/>
                  <a:pt x="179" y="124"/>
                </a:cubicBezTo>
                <a:cubicBezTo>
                  <a:pt x="176" y="124"/>
                  <a:pt x="176" y="124"/>
                  <a:pt x="176" y="124"/>
                </a:cubicBezTo>
                <a:cubicBezTo>
                  <a:pt x="176" y="132"/>
                  <a:pt x="176" y="132"/>
                  <a:pt x="176" y="132"/>
                </a:cubicBezTo>
                <a:cubicBezTo>
                  <a:pt x="0" y="132"/>
                  <a:pt x="0" y="132"/>
                  <a:pt x="0" y="132"/>
                </a:cubicBezTo>
                <a:cubicBezTo>
                  <a:pt x="0" y="31"/>
                  <a:pt x="0" y="31"/>
                  <a:pt x="0" y="31"/>
                </a:cubicBezTo>
                <a:cubicBezTo>
                  <a:pt x="11" y="31"/>
                  <a:pt x="11" y="31"/>
                  <a:pt x="11" y="31"/>
                </a:cubicBezTo>
                <a:cubicBezTo>
                  <a:pt x="11" y="23"/>
                  <a:pt x="11" y="23"/>
                  <a:pt x="11" y="23"/>
                </a:cubicBezTo>
                <a:cubicBezTo>
                  <a:pt x="11" y="16"/>
                  <a:pt x="11" y="16"/>
                  <a:pt x="11" y="16"/>
                </a:cubicBezTo>
                <a:cubicBezTo>
                  <a:pt x="20" y="16"/>
                  <a:pt x="20" y="16"/>
                  <a:pt x="20" y="16"/>
                </a:cubicBezTo>
                <a:cubicBezTo>
                  <a:pt x="24" y="16"/>
                  <a:pt x="24" y="16"/>
                  <a:pt x="24" y="16"/>
                </a:cubicBezTo>
                <a:cubicBezTo>
                  <a:pt x="24" y="7"/>
                  <a:pt x="24" y="7"/>
                  <a:pt x="24" y="7"/>
                </a:cubicBezTo>
                <a:cubicBezTo>
                  <a:pt x="24" y="0"/>
                  <a:pt x="24" y="0"/>
                  <a:pt x="24" y="0"/>
                </a:cubicBezTo>
                <a:cubicBezTo>
                  <a:pt x="32" y="0"/>
                  <a:pt x="32" y="0"/>
                  <a:pt x="32" y="0"/>
                </a:cubicBezTo>
                <a:cubicBezTo>
                  <a:pt x="192" y="0"/>
                  <a:pt x="192" y="0"/>
                  <a:pt x="192" y="0"/>
                </a:cubicBezTo>
                <a:cubicBezTo>
                  <a:pt x="200" y="0"/>
                  <a:pt x="200" y="0"/>
                  <a:pt x="200" y="0"/>
                </a:cubicBezTo>
                <a:cubicBezTo>
                  <a:pt x="200" y="7"/>
                  <a:pt x="200" y="7"/>
                  <a:pt x="200" y="7"/>
                </a:cubicBezTo>
                <a:cubicBezTo>
                  <a:pt x="200" y="99"/>
                  <a:pt x="200" y="99"/>
                  <a:pt x="200" y="99"/>
                </a:cubicBezTo>
                <a:cubicBezTo>
                  <a:pt x="200" y="108"/>
                  <a:pt x="200" y="108"/>
                  <a:pt x="200" y="108"/>
                </a:cubicBezTo>
                <a:lnTo>
                  <a:pt x="192" y="108"/>
                </a:lnTo>
                <a:close/>
                <a:moveTo>
                  <a:pt x="8" y="39"/>
                </a:moveTo>
                <a:cubicBezTo>
                  <a:pt x="8" y="123"/>
                  <a:pt x="8" y="123"/>
                  <a:pt x="8" y="123"/>
                </a:cubicBezTo>
                <a:cubicBezTo>
                  <a:pt x="167" y="123"/>
                  <a:pt x="167" y="123"/>
                  <a:pt x="167" y="123"/>
                </a:cubicBezTo>
                <a:cubicBezTo>
                  <a:pt x="167" y="39"/>
                  <a:pt x="167" y="39"/>
                  <a:pt x="167" y="39"/>
                </a:cubicBezTo>
                <a:lnTo>
                  <a:pt x="8" y="39"/>
                </a:lnTo>
                <a:close/>
                <a:moveTo>
                  <a:pt x="20" y="23"/>
                </a:moveTo>
                <a:cubicBezTo>
                  <a:pt x="20" y="31"/>
                  <a:pt x="20" y="31"/>
                  <a:pt x="20" y="31"/>
                </a:cubicBezTo>
                <a:cubicBezTo>
                  <a:pt x="176" y="31"/>
                  <a:pt x="176" y="31"/>
                  <a:pt x="176" y="31"/>
                </a:cubicBezTo>
                <a:cubicBezTo>
                  <a:pt x="176" y="116"/>
                  <a:pt x="176" y="116"/>
                  <a:pt x="176" y="116"/>
                </a:cubicBezTo>
                <a:cubicBezTo>
                  <a:pt x="179" y="116"/>
                  <a:pt x="179" y="116"/>
                  <a:pt x="179" y="116"/>
                </a:cubicBezTo>
                <a:cubicBezTo>
                  <a:pt x="179" y="23"/>
                  <a:pt x="179" y="23"/>
                  <a:pt x="179" y="23"/>
                </a:cubicBezTo>
                <a:lnTo>
                  <a:pt x="20" y="23"/>
                </a:lnTo>
                <a:close/>
                <a:moveTo>
                  <a:pt x="192" y="7"/>
                </a:moveTo>
                <a:cubicBezTo>
                  <a:pt x="32" y="7"/>
                  <a:pt x="32" y="7"/>
                  <a:pt x="32" y="7"/>
                </a:cubicBezTo>
                <a:cubicBezTo>
                  <a:pt x="32" y="16"/>
                  <a:pt x="32" y="16"/>
                  <a:pt x="32" y="16"/>
                </a:cubicBezTo>
                <a:cubicBezTo>
                  <a:pt x="179" y="16"/>
                  <a:pt x="179" y="16"/>
                  <a:pt x="179" y="16"/>
                </a:cubicBezTo>
                <a:cubicBezTo>
                  <a:pt x="188" y="16"/>
                  <a:pt x="188" y="16"/>
                  <a:pt x="188" y="16"/>
                </a:cubicBezTo>
                <a:cubicBezTo>
                  <a:pt x="188" y="23"/>
                  <a:pt x="188" y="23"/>
                  <a:pt x="188" y="23"/>
                </a:cubicBezTo>
                <a:cubicBezTo>
                  <a:pt x="188" y="99"/>
                  <a:pt x="188" y="99"/>
                  <a:pt x="188" y="99"/>
                </a:cubicBezTo>
                <a:cubicBezTo>
                  <a:pt x="192" y="99"/>
                  <a:pt x="192" y="99"/>
                  <a:pt x="192" y="99"/>
                </a:cubicBezTo>
                <a:lnTo>
                  <a:pt x="192" y="7"/>
                </a:lnTo>
                <a:close/>
                <a:moveTo>
                  <a:pt x="149" y="120"/>
                </a:moveTo>
                <a:cubicBezTo>
                  <a:pt x="28" y="120"/>
                  <a:pt x="28" y="120"/>
                  <a:pt x="28" y="120"/>
                </a:cubicBezTo>
                <a:cubicBezTo>
                  <a:pt x="27" y="112"/>
                  <a:pt x="20" y="107"/>
                  <a:pt x="13" y="107"/>
                </a:cubicBezTo>
                <a:cubicBezTo>
                  <a:pt x="12" y="107"/>
                  <a:pt x="12" y="107"/>
                  <a:pt x="12" y="107"/>
                </a:cubicBezTo>
                <a:cubicBezTo>
                  <a:pt x="12" y="59"/>
                  <a:pt x="12" y="59"/>
                  <a:pt x="12" y="59"/>
                </a:cubicBezTo>
                <a:cubicBezTo>
                  <a:pt x="12" y="59"/>
                  <a:pt x="12" y="60"/>
                  <a:pt x="13" y="61"/>
                </a:cubicBezTo>
                <a:cubicBezTo>
                  <a:pt x="21" y="61"/>
                  <a:pt x="28" y="53"/>
                  <a:pt x="28" y="45"/>
                </a:cubicBezTo>
                <a:cubicBezTo>
                  <a:pt x="28" y="45"/>
                  <a:pt x="28" y="44"/>
                  <a:pt x="28" y="44"/>
                </a:cubicBezTo>
                <a:cubicBezTo>
                  <a:pt x="149" y="44"/>
                  <a:pt x="149" y="44"/>
                  <a:pt x="149" y="44"/>
                </a:cubicBezTo>
                <a:cubicBezTo>
                  <a:pt x="149" y="44"/>
                  <a:pt x="148" y="45"/>
                  <a:pt x="148" y="45"/>
                </a:cubicBezTo>
                <a:cubicBezTo>
                  <a:pt x="148" y="53"/>
                  <a:pt x="157" y="60"/>
                  <a:pt x="164" y="61"/>
                </a:cubicBezTo>
                <a:cubicBezTo>
                  <a:pt x="164" y="107"/>
                  <a:pt x="164" y="107"/>
                  <a:pt x="164" y="107"/>
                </a:cubicBezTo>
                <a:cubicBezTo>
                  <a:pt x="157" y="107"/>
                  <a:pt x="149" y="113"/>
                  <a:pt x="149" y="120"/>
                </a:cubicBezTo>
                <a:close/>
                <a:moveTo>
                  <a:pt x="34" y="72"/>
                </a:moveTo>
                <a:cubicBezTo>
                  <a:pt x="28" y="72"/>
                  <a:pt x="23" y="77"/>
                  <a:pt x="23" y="83"/>
                </a:cubicBezTo>
                <a:cubicBezTo>
                  <a:pt x="23" y="89"/>
                  <a:pt x="28" y="94"/>
                  <a:pt x="34" y="94"/>
                </a:cubicBezTo>
                <a:cubicBezTo>
                  <a:pt x="40" y="94"/>
                  <a:pt x="45" y="89"/>
                  <a:pt x="45" y="83"/>
                </a:cubicBezTo>
                <a:cubicBezTo>
                  <a:pt x="45" y="77"/>
                  <a:pt x="40" y="72"/>
                  <a:pt x="34" y="72"/>
                </a:cubicBezTo>
                <a:close/>
                <a:moveTo>
                  <a:pt x="88" y="55"/>
                </a:moveTo>
                <a:cubicBezTo>
                  <a:pt x="72" y="55"/>
                  <a:pt x="60" y="68"/>
                  <a:pt x="60" y="83"/>
                </a:cubicBezTo>
                <a:cubicBezTo>
                  <a:pt x="60" y="99"/>
                  <a:pt x="72" y="112"/>
                  <a:pt x="88" y="112"/>
                </a:cubicBezTo>
                <a:cubicBezTo>
                  <a:pt x="104" y="112"/>
                  <a:pt x="117" y="99"/>
                  <a:pt x="117" y="83"/>
                </a:cubicBezTo>
                <a:cubicBezTo>
                  <a:pt x="117" y="68"/>
                  <a:pt x="104" y="55"/>
                  <a:pt x="88" y="55"/>
                </a:cubicBezTo>
                <a:close/>
                <a:moveTo>
                  <a:pt x="141" y="72"/>
                </a:moveTo>
                <a:cubicBezTo>
                  <a:pt x="135" y="72"/>
                  <a:pt x="130" y="77"/>
                  <a:pt x="130" y="83"/>
                </a:cubicBezTo>
                <a:cubicBezTo>
                  <a:pt x="130" y="89"/>
                  <a:pt x="135" y="94"/>
                  <a:pt x="141" y="94"/>
                </a:cubicBezTo>
                <a:cubicBezTo>
                  <a:pt x="147" y="94"/>
                  <a:pt x="152" y="89"/>
                  <a:pt x="152" y="83"/>
                </a:cubicBezTo>
                <a:cubicBezTo>
                  <a:pt x="152" y="77"/>
                  <a:pt x="147" y="72"/>
                  <a:pt x="141" y="72"/>
                </a:cubicBezTo>
                <a:close/>
                <a:moveTo>
                  <a:pt x="90" y="101"/>
                </a:moveTo>
                <a:cubicBezTo>
                  <a:pt x="90" y="105"/>
                  <a:pt x="90" y="105"/>
                  <a:pt x="90" y="105"/>
                </a:cubicBezTo>
                <a:cubicBezTo>
                  <a:pt x="85" y="105"/>
                  <a:pt x="85" y="105"/>
                  <a:pt x="85" y="105"/>
                </a:cubicBezTo>
                <a:cubicBezTo>
                  <a:pt x="85" y="101"/>
                  <a:pt x="85" y="101"/>
                  <a:pt x="85" y="101"/>
                </a:cubicBezTo>
                <a:cubicBezTo>
                  <a:pt x="83" y="101"/>
                  <a:pt x="83" y="100"/>
                  <a:pt x="81" y="100"/>
                </a:cubicBezTo>
                <a:cubicBezTo>
                  <a:pt x="80" y="99"/>
                  <a:pt x="79" y="98"/>
                  <a:pt x="78" y="96"/>
                </a:cubicBezTo>
                <a:cubicBezTo>
                  <a:pt x="77" y="95"/>
                  <a:pt x="76" y="93"/>
                  <a:pt x="76" y="91"/>
                </a:cubicBezTo>
                <a:cubicBezTo>
                  <a:pt x="80" y="90"/>
                  <a:pt x="80" y="90"/>
                  <a:pt x="80" y="90"/>
                </a:cubicBezTo>
                <a:cubicBezTo>
                  <a:pt x="81" y="92"/>
                  <a:pt x="81" y="94"/>
                  <a:pt x="82" y="95"/>
                </a:cubicBezTo>
                <a:cubicBezTo>
                  <a:pt x="83" y="96"/>
                  <a:pt x="84" y="97"/>
                  <a:pt x="85" y="97"/>
                </a:cubicBezTo>
                <a:cubicBezTo>
                  <a:pt x="85" y="84"/>
                  <a:pt x="85" y="84"/>
                  <a:pt x="85" y="84"/>
                </a:cubicBezTo>
                <a:cubicBezTo>
                  <a:pt x="84" y="84"/>
                  <a:pt x="83" y="83"/>
                  <a:pt x="81" y="82"/>
                </a:cubicBezTo>
                <a:cubicBezTo>
                  <a:pt x="80" y="81"/>
                  <a:pt x="79" y="80"/>
                  <a:pt x="78" y="79"/>
                </a:cubicBezTo>
                <a:cubicBezTo>
                  <a:pt x="77" y="78"/>
                  <a:pt x="77" y="76"/>
                  <a:pt x="77" y="74"/>
                </a:cubicBezTo>
                <a:cubicBezTo>
                  <a:pt x="77" y="71"/>
                  <a:pt x="78" y="69"/>
                  <a:pt x="80" y="67"/>
                </a:cubicBezTo>
                <a:cubicBezTo>
                  <a:pt x="82" y="66"/>
                  <a:pt x="83" y="65"/>
                  <a:pt x="85" y="65"/>
                </a:cubicBezTo>
                <a:cubicBezTo>
                  <a:pt x="85" y="63"/>
                  <a:pt x="85" y="63"/>
                  <a:pt x="85" y="63"/>
                </a:cubicBezTo>
                <a:cubicBezTo>
                  <a:pt x="90" y="63"/>
                  <a:pt x="90" y="63"/>
                  <a:pt x="90" y="63"/>
                </a:cubicBezTo>
                <a:cubicBezTo>
                  <a:pt x="90" y="65"/>
                  <a:pt x="90" y="65"/>
                  <a:pt x="90" y="65"/>
                </a:cubicBezTo>
                <a:cubicBezTo>
                  <a:pt x="92" y="65"/>
                  <a:pt x="93" y="66"/>
                  <a:pt x="95" y="67"/>
                </a:cubicBezTo>
                <a:cubicBezTo>
                  <a:pt x="97" y="69"/>
                  <a:pt x="98" y="71"/>
                  <a:pt x="98" y="73"/>
                </a:cubicBezTo>
                <a:cubicBezTo>
                  <a:pt x="94" y="74"/>
                  <a:pt x="94" y="74"/>
                  <a:pt x="94" y="74"/>
                </a:cubicBezTo>
                <a:cubicBezTo>
                  <a:pt x="93" y="72"/>
                  <a:pt x="93" y="71"/>
                  <a:pt x="92" y="70"/>
                </a:cubicBezTo>
                <a:cubicBezTo>
                  <a:pt x="91" y="69"/>
                  <a:pt x="91" y="69"/>
                  <a:pt x="90" y="68"/>
                </a:cubicBezTo>
                <a:cubicBezTo>
                  <a:pt x="90" y="81"/>
                  <a:pt x="90" y="81"/>
                  <a:pt x="90" y="81"/>
                </a:cubicBezTo>
                <a:cubicBezTo>
                  <a:pt x="92" y="81"/>
                  <a:pt x="92" y="81"/>
                  <a:pt x="93" y="82"/>
                </a:cubicBezTo>
                <a:cubicBezTo>
                  <a:pt x="94" y="82"/>
                  <a:pt x="95" y="83"/>
                  <a:pt x="96" y="84"/>
                </a:cubicBezTo>
                <a:cubicBezTo>
                  <a:pt x="97" y="85"/>
                  <a:pt x="98" y="86"/>
                  <a:pt x="98" y="87"/>
                </a:cubicBezTo>
                <a:cubicBezTo>
                  <a:pt x="99" y="88"/>
                  <a:pt x="99" y="89"/>
                  <a:pt x="99" y="91"/>
                </a:cubicBezTo>
                <a:cubicBezTo>
                  <a:pt x="99" y="93"/>
                  <a:pt x="98" y="96"/>
                  <a:pt x="96" y="98"/>
                </a:cubicBezTo>
                <a:cubicBezTo>
                  <a:pt x="94" y="100"/>
                  <a:pt x="93" y="101"/>
                  <a:pt x="90" y="101"/>
                </a:cubicBezTo>
                <a:close/>
                <a:moveTo>
                  <a:pt x="85" y="68"/>
                </a:moveTo>
                <a:cubicBezTo>
                  <a:pt x="84" y="69"/>
                  <a:pt x="83" y="69"/>
                  <a:pt x="83" y="70"/>
                </a:cubicBezTo>
                <a:cubicBezTo>
                  <a:pt x="82" y="71"/>
                  <a:pt x="81" y="73"/>
                  <a:pt x="81" y="74"/>
                </a:cubicBezTo>
                <a:cubicBezTo>
                  <a:pt x="81" y="76"/>
                  <a:pt x="82" y="77"/>
                  <a:pt x="82" y="78"/>
                </a:cubicBezTo>
                <a:cubicBezTo>
                  <a:pt x="83" y="79"/>
                  <a:pt x="84" y="79"/>
                  <a:pt x="85" y="80"/>
                </a:cubicBezTo>
                <a:lnTo>
                  <a:pt x="85" y="68"/>
                </a:lnTo>
                <a:close/>
                <a:moveTo>
                  <a:pt x="93" y="87"/>
                </a:moveTo>
                <a:cubicBezTo>
                  <a:pt x="93" y="86"/>
                  <a:pt x="92" y="85"/>
                  <a:pt x="90" y="85"/>
                </a:cubicBezTo>
                <a:cubicBezTo>
                  <a:pt x="90" y="97"/>
                  <a:pt x="90" y="97"/>
                  <a:pt x="90" y="97"/>
                </a:cubicBezTo>
                <a:cubicBezTo>
                  <a:pt x="91" y="97"/>
                  <a:pt x="92" y="97"/>
                  <a:pt x="93" y="95"/>
                </a:cubicBezTo>
                <a:cubicBezTo>
                  <a:pt x="94" y="94"/>
                  <a:pt x="95" y="93"/>
                  <a:pt x="95" y="91"/>
                </a:cubicBezTo>
                <a:cubicBezTo>
                  <a:pt x="95" y="89"/>
                  <a:pt x="94" y="88"/>
                  <a:pt x="93" y="87"/>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199"/>
          <p:cNvSpPr>
            <a:spLocks noEditPoints="1"/>
          </p:cNvSpPr>
          <p:nvPr/>
        </p:nvSpPr>
        <p:spPr bwMode="auto">
          <a:xfrm>
            <a:off x="2641914" y="3975100"/>
            <a:ext cx="338138" cy="396875"/>
          </a:xfrm>
          <a:custGeom>
            <a:avLst/>
            <a:gdLst>
              <a:gd name="T0" fmla="*/ 92 w 171"/>
              <a:gd name="T1" fmla="*/ 153 h 201"/>
              <a:gd name="T2" fmla="*/ 99 w 171"/>
              <a:gd name="T3" fmla="*/ 143 h 201"/>
              <a:gd name="T4" fmla="*/ 92 w 171"/>
              <a:gd name="T5" fmla="*/ 133 h 201"/>
              <a:gd name="T6" fmla="*/ 104 w 171"/>
              <a:gd name="T7" fmla="*/ 47 h 201"/>
              <a:gd name="T8" fmla="*/ 98 w 171"/>
              <a:gd name="T9" fmla="*/ 9 h 201"/>
              <a:gd name="T10" fmla="*/ 93 w 171"/>
              <a:gd name="T11" fmla="*/ 2 h 201"/>
              <a:gd name="T12" fmla="*/ 76 w 171"/>
              <a:gd name="T13" fmla="*/ 35 h 201"/>
              <a:gd name="T14" fmla="*/ 59 w 171"/>
              <a:gd name="T15" fmla="*/ 28 h 201"/>
              <a:gd name="T16" fmla="*/ 74 w 171"/>
              <a:gd name="T17" fmla="*/ 95 h 201"/>
              <a:gd name="T18" fmla="*/ 74 w 171"/>
              <a:gd name="T19" fmla="*/ 104 h 201"/>
              <a:gd name="T20" fmla="*/ 79 w 171"/>
              <a:gd name="T21" fmla="*/ 92 h 201"/>
              <a:gd name="T22" fmla="*/ 171 w 171"/>
              <a:gd name="T23" fmla="*/ 179 h 201"/>
              <a:gd name="T24" fmla="*/ 85 w 171"/>
              <a:gd name="T25" fmla="*/ 49 h 201"/>
              <a:gd name="T26" fmla="*/ 80 w 171"/>
              <a:gd name="T27" fmla="*/ 49 h 201"/>
              <a:gd name="T28" fmla="*/ 67 w 171"/>
              <a:gd name="T29" fmla="*/ 50 h 201"/>
              <a:gd name="T30" fmla="*/ 0 w 171"/>
              <a:gd name="T31" fmla="*/ 179 h 201"/>
              <a:gd name="T32" fmla="*/ 0 w 171"/>
              <a:gd name="T33" fmla="*/ 181 h 201"/>
              <a:gd name="T34" fmla="*/ 2 w 171"/>
              <a:gd name="T35" fmla="*/ 186 h 201"/>
              <a:gd name="T36" fmla="*/ 84 w 171"/>
              <a:gd name="T37" fmla="*/ 201 h 201"/>
              <a:gd name="T38" fmla="*/ 91 w 171"/>
              <a:gd name="T39" fmla="*/ 201 h 201"/>
              <a:gd name="T40" fmla="*/ 134 w 171"/>
              <a:gd name="T41" fmla="*/ 199 h 201"/>
              <a:gd name="T42" fmla="*/ 170 w 171"/>
              <a:gd name="T43" fmla="*/ 186 h 201"/>
              <a:gd name="T44" fmla="*/ 171 w 171"/>
              <a:gd name="T45" fmla="*/ 181 h 201"/>
              <a:gd name="T46" fmla="*/ 171 w 171"/>
              <a:gd name="T47" fmla="*/ 179 h 201"/>
              <a:gd name="T48" fmla="*/ 112 w 171"/>
              <a:gd name="T49" fmla="*/ 162 h 201"/>
              <a:gd name="T50" fmla="*/ 92 w 171"/>
              <a:gd name="T51" fmla="*/ 169 h 201"/>
              <a:gd name="T52" fmla="*/ 79 w 171"/>
              <a:gd name="T53" fmla="*/ 183 h 201"/>
              <a:gd name="T54" fmla="*/ 65 w 171"/>
              <a:gd name="T55" fmla="*/ 166 h 201"/>
              <a:gd name="T56" fmla="*/ 49 w 171"/>
              <a:gd name="T57" fmla="*/ 152 h 201"/>
              <a:gd name="T58" fmla="*/ 71 w 171"/>
              <a:gd name="T59" fmla="*/ 139 h 201"/>
              <a:gd name="T60" fmla="*/ 79 w 171"/>
              <a:gd name="T61" fmla="*/ 152 h 201"/>
              <a:gd name="T62" fmla="*/ 62 w 171"/>
              <a:gd name="T63" fmla="*/ 124 h 201"/>
              <a:gd name="T64" fmla="*/ 49 w 171"/>
              <a:gd name="T65" fmla="*/ 102 h 201"/>
              <a:gd name="T66" fmla="*/ 79 w 171"/>
              <a:gd name="T67" fmla="*/ 75 h 201"/>
              <a:gd name="T68" fmla="*/ 92 w 171"/>
              <a:gd name="T69" fmla="*/ 63 h 201"/>
              <a:gd name="T70" fmla="*/ 110 w 171"/>
              <a:gd name="T71" fmla="*/ 82 h 201"/>
              <a:gd name="T72" fmla="*/ 97 w 171"/>
              <a:gd name="T73" fmla="*/ 101 h 201"/>
              <a:gd name="T74" fmla="*/ 92 w 171"/>
              <a:gd name="T75" fmla="*/ 92 h 201"/>
              <a:gd name="T76" fmla="*/ 114 w 171"/>
              <a:gd name="T77" fmla="*/ 121 h 201"/>
              <a:gd name="T78" fmla="*/ 120 w 171"/>
              <a:gd name="T79" fmla="*/ 152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1" h="201">
                <a:moveTo>
                  <a:pt x="92" y="133"/>
                </a:moveTo>
                <a:cubicBezTo>
                  <a:pt x="92" y="153"/>
                  <a:pt x="92" y="153"/>
                  <a:pt x="92" y="153"/>
                </a:cubicBezTo>
                <a:cubicBezTo>
                  <a:pt x="95" y="152"/>
                  <a:pt x="95" y="151"/>
                  <a:pt x="97" y="149"/>
                </a:cubicBezTo>
                <a:cubicBezTo>
                  <a:pt x="98" y="147"/>
                  <a:pt x="99" y="145"/>
                  <a:pt x="99" y="143"/>
                </a:cubicBezTo>
                <a:cubicBezTo>
                  <a:pt x="99" y="141"/>
                  <a:pt x="99" y="139"/>
                  <a:pt x="97" y="138"/>
                </a:cubicBezTo>
                <a:cubicBezTo>
                  <a:pt x="96" y="136"/>
                  <a:pt x="96" y="134"/>
                  <a:pt x="92" y="133"/>
                </a:cubicBezTo>
                <a:close/>
                <a:moveTo>
                  <a:pt x="62" y="47"/>
                </a:moveTo>
                <a:cubicBezTo>
                  <a:pt x="64" y="46"/>
                  <a:pt x="83" y="39"/>
                  <a:pt x="104" y="47"/>
                </a:cubicBezTo>
                <a:cubicBezTo>
                  <a:pt x="102" y="32"/>
                  <a:pt x="109" y="25"/>
                  <a:pt x="109" y="20"/>
                </a:cubicBezTo>
                <a:cubicBezTo>
                  <a:pt x="109" y="7"/>
                  <a:pt x="104" y="15"/>
                  <a:pt x="98" y="9"/>
                </a:cubicBezTo>
                <a:cubicBezTo>
                  <a:pt x="97" y="11"/>
                  <a:pt x="100" y="21"/>
                  <a:pt x="92" y="31"/>
                </a:cubicBezTo>
                <a:cubicBezTo>
                  <a:pt x="97" y="17"/>
                  <a:pt x="93" y="0"/>
                  <a:pt x="93" y="2"/>
                </a:cubicBezTo>
                <a:cubicBezTo>
                  <a:pt x="86" y="9"/>
                  <a:pt x="79" y="1"/>
                  <a:pt x="76" y="10"/>
                </a:cubicBezTo>
                <a:cubicBezTo>
                  <a:pt x="75" y="13"/>
                  <a:pt x="83" y="22"/>
                  <a:pt x="76" y="35"/>
                </a:cubicBezTo>
                <a:cubicBezTo>
                  <a:pt x="76" y="19"/>
                  <a:pt x="72" y="14"/>
                  <a:pt x="73" y="16"/>
                </a:cubicBezTo>
                <a:cubicBezTo>
                  <a:pt x="69" y="26"/>
                  <a:pt x="59" y="12"/>
                  <a:pt x="59" y="28"/>
                </a:cubicBezTo>
                <a:cubicBezTo>
                  <a:pt x="59" y="31"/>
                  <a:pt x="67" y="35"/>
                  <a:pt x="62" y="47"/>
                </a:cubicBezTo>
                <a:close/>
                <a:moveTo>
                  <a:pt x="74" y="95"/>
                </a:moveTo>
                <a:cubicBezTo>
                  <a:pt x="73" y="96"/>
                  <a:pt x="73" y="98"/>
                  <a:pt x="73" y="99"/>
                </a:cubicBezTo>
                <a:cubicBezTo>
                  <a:pt x="73" y="101"/>
                  <a:pt x="73" y="103"/>
                  <a:pt x="74" y="104"/>
                </a:cubicBezTo>
                <a:cubicBezTo>
                  <a:pt x="75" y="106"/>
                  <a:pt x="77" y="107"/>
                  <a:pt x="79" y="108"/>
                </a:cubicBezTo>
                <a:cubicBezTo>
                  <a:pt x="79" y="92"/>
                  <a:pt x="79" y="92"/>
                  <a:pt x="79" y="92"/>
                </a:cubicBezTo>
                <a:cubicBezTo>
                  <a:pt x="77" y="92"/>
                  <a:pt x="75" y="93"/>
                  <a:pt x="74" y="95"/>
                </a:cubicBezTo>
                <a:close/>
                <a:moveTo>
                  <a:pt x="171" y="179"/>
                </a:moveTo>
                <a:cubicBezTo>
                  <a:pt x="163" y="73"/>
                  <a:pt x="126" y="60"/>
                  <a:pt x="116" y="54"/>
                </a:cubicBezTo>
                <a:cubicBezTo>
                  <a:pt x="108" y="51"/>
                  <a:pt x="96" y="50"/>
                  <a:pt x="85" y="49"/>
                </a:cubicBezTo>
                <a:cubicBezTo>
                  <a:pt x="84" y="49"/>
                  <a:pt x="83" y="49"/>
                  <a:pt x="82" y="49"/>
                </a:cubicBezTo>
                <a:cubicBezTo>
                  <a:pt x="82" y="49"/>
                  <a:pt x="81" y="49"/>
                  <a:pt x="80" y="49"/>
                </a:cubicBezTo>
                <a:cubicBezTo>
                  <a:pt x="79" y="49"/>
                  <a:pt x="77" y="49"/>
                  <a:pt x="76" y="50"/>
                </a:cubicBezTo>
                <a:cubicBezTo>
                  <a:pt x="73" y="50"/>
                  <a:pt x="70" y="50"/>
                  <a:pt x="67" y="50"/>
                </a:cubicBezTo>
                <a:cubicBezTo>
                  <a:pt x="61" y="51"/>
                  <a:pt x="56" y="52"/>
                  <a:pt x="51" y="54"/>
                </a:cubicBezTo>
                <a:cubicBezTo>
                  <a:pt x="26" y="64"/>
                  <a:pt x="12" y="68"/>
                  <a:pt x="0" y="179"/>
                </a:cubicBezTo>
                <a:cubicBezTo>
                  <a:pt x="0" y="180"/>
                  <a:pt x="0" y="180"/>
                  <a:pt x="0" y="180"/>
                </a:cubicBezTo>
                <a:cubicBezTo>
                  <a:pt x="0" y="180"/>
                  <a:pt x="0" y="181"/>
                  <a:pt x="0" y="181"/>
                </a:cubicBezTo>
                <a:cubicBezTo>
                  <a:pt x="0" y="181"/>
                  <a:pt x="1" y="182"/>
                  <a:pt x="1" y="183"/>
                </a:cubicBezTo>
                <a:cubicBezTo>
                  <a:pt x="1" y="184"/>
                  <a:pt x="1" y="185"/>
                  <a:pt x="2" y="186"/>
                </a:cubicBezTo>
                <a:cubicBezTo>
                  <a:pt x="3" y="188"/>
                  <a:pt x="4" y="189"/>
                  <a:pt x="6" y="190"/>
                </a:cubicBezTo>
                <a:cubicBezTo>
                  <a:pt x="26" y="198"/>
                  <a:pt x="64" y="201"/>
                  <a:pt x="84" y="201"/>
                </a:cubicBezTo>
                <a:cubicBezTo>
                  <a:pt x="85" y="201"/>
                  <a:pt x="86" y="201"/>
                  <a:pt x="88" y="201"/>
                </a:cubicBezTo>
                <a:cubicBezTo>
                  <a:pt x="89" y="201"/>
                  <a:pt x="90" y="201"/>
                  <a:pt x="91" y="201"/>
                </a:cubicBezTo>
                <a:cubicBezTo>
                  <a:pt x="94" y="201"/>
                  <a:pt x="97" y="201"/>
                  <a:pt x="99" y="201"/>
                </a:cubicBezTo>
                <a:cubicBezTo>
                  <a:pt x="105" y="200"/>
                  <a:pt x="129" y="200"/>
                  <a:pt x="134" y="199"/>
                </a:cubicBezTo>
                <a:cubicBezTo>
                  <a:pt x="145" y="197"/>
                  <a:pt x="156" y="195"/>
                  <a:pt x="166" y="190"/>
                </a:cubicBezTo>
                <a:cubicBezTo>
                  <a:pt x="167" y="189"/>
                  <a:pt x="169" y="188"/>
                  <a:pt x="170" y="186"/>
                </a:cubicBezTo>
                <a:cubicBezTo>
                  <a:pt x="170" y="185"/>
                  <a:pt x="171" y="184"/>
                  <a:pt x="171" y="183"/>
                </a:cubicBezTo>
                <a:cubicBezTo>
                  <a:pt x="171" y="182"/>
                  <a:pt x="171" y="181"/>
                  <a:pt x="171" y="181"/>
                </a:cubicBezTo>
                <a:cubicBezTo>
                  <a:pt x="171" y="181"/>
                  <a:pt x="171" y="180"/>
                  <a:pt x="171" y="180"/>
                </a:cubicBezTo>
                <a:cubicBezTo>
                  <a:pt x="171" y="180"/>
                  <a:pt x="171" y="180"/>
                  <a:pt x="171" y="179"/>
                </a:cubicBezTo>
                <a:close/>
                <a:moveTo>
                  <a:pt x="120" y="152"/>
                </a:moveTo>
                <a:cubicBezTo>
                  <a:pt x="118" y="156"/>
                  <a:pt x="115" y="159"/>
                  <a:pt x="112" y="162"/>
                </a:cubicBezTo>
                <a:cubicBezTo>
                  <a:pt x="109" y="164"/>
                  <a:pt x="106" y="166"/>
                  <a:pt x="102" y="167"/>
                </a:cubicBezTo>
                <a:cubicBezTo>
                  <a:pt x="99" y="168"/>
                  <a:pt x="97" y="169"/>
                  <a:pt x="92" y="169"/>
                </a:cubicBezTo>
                <a:cubicBezTo>
                  <a:pt x="92" y="183"/>
                  <a:pt x="92" y="183"/>
                  <a:pt x="92" y="183"/>
                </a:cubicBezTo>
                <a:cubicBezTo>
                  <a:pt x="79" y="183"/>
                  <a:pt x="79" y="183"/>
                  <a:pt x="79" y="183"/>
                </a:cubicBezTo>
                <a:cubicBezTo>
                  <a:pt x="79" y="169"/>
                  <a:pt x="79" y="169"/>
                  <a:pt x="79" y="169"/>
                </a:cubicBezTo>
                <a:cubicBezTo>
                  <a:pt x="73" y="169"/>
                  <a:pt x="69" y="168"/>
                  <a:pt x="65" y="166"/>
                </a:cubicBezTo>
                <a:cubicBezTo>
                  <a:pt x="61" y="165"/>
                  <a:pt x="59" y="163"/>
                  <a:pt x="57" y="160"/>
                </a:cubicBezTo>
                <a:cubicBezTo>
                  <a:pt x="54" y="158"/>
                  <a:pt x="50" y="155"/>
                  <a:pt x="49" y="152"/>
                </a:cubicBezTo>
                <a:cubicBezTo>
                  <a:pt x="47" y="149"/>
                  <a:pt x="46" y="150"/>
                  <a:pt x="45" y="146"/>
                </a:cubicBezTo>
                <a:cubicBezTo>
                  <a:pt x="71" y="139"/>
                  <a:pt x="71" y="139"/>
                  <a:pt x="71" y="139"/>
                </a:cubicBezTo>
                <a:cubicBezTo>
                  <a:pt x="71" y="143"/>
                  <a:pt x="72" y="146"/>
                  <a:pt x="74" y="147"/>
                </a:cubicBezTo>
                <a:cubicBezTo>
                  <a:pt x="75" y="149"/>
                  <a:pt x="76" y="151"/>
                  <a:pt x="79" y="152"/>
                </a:cubicBezTo>
                <a:cubicBezTo>
                  <a:pt x="79" y="130"/>
                  <a:pt x="79" y="130"/>
                  <a:pt x="79" y="130"/>
                </a:cubicBezTo>
                <a:cubicBezTo>
                  <a:pt x="71" y="128"/>
                  <a:pt x="66" y="126"/>
                  <a:pt x="62" y="124"/>
                </a:cubicBezTo>
                <a:cubicBezTo>
                  <a:pt x="59" y="123"/>
                  <a:pt x="56" y="120"/>
                  <a:pt x="53" y="116"/>
                </a:cubicBezTo>
                <a:cubicBezTo>
                  <a:pt x="50" y="112"/>
                  <a:pt x="49" y="108"/>
                  <a:pt x="49" y="102"/>
                </a:cubicBezTo>
                <a:cubicBezTo>
                  <a:pt x="49" y="95"/>
                  <a:pt x="52" y="89"/>
                  <a:pt x="57" y="84"/>
                </a:cubicBezTo>
                <a:cubicBezTo>
                  <a:pt x="62" y="79"/>
                  <a:pt x="69" y="76"/>
                  <a:pt x="79" y="75"/>
                </a:cubicBezTo>
                <a:cubicBezTo>
                  <a:pt x="79" y="63"/>
                  <a:pt x="79" y="63"/>
                  <a:pt x="79" y="63"/>
                </a:cubicBezTo>
                <a:cubicBezTo>
                  <a:pt x="92" y="63"/>
                  <a:pt x="92" y="63"/>
                  <a:pt x="92" y="63"/>
                </a:cubicBezTo>
                <a:cubicBezTo>
                  <a:pt x="92" y="75"/>
                  <a:pt x="92" y="75"/>
                  <a:pt x="92" y="75"/>
                </a:cubicBezTo>
                <a:cubicBezTo>
                  <a:pt x="101" y="76"/>
                  <a:pt x="105" y="78"/>
                  <a:pt x="110" y="82"/>
                </a:cubicBezTo>
                <a:cubicBezTo>
                  <a:pt x="115" y="86"/>
                  <a:pt x="119" y="91"/>
                  <a:pt x="120" y="98"/>
                </a:cubicBezTo>
                <a:cubicBezTo>
                  <a:pt x="97" y="101"/>
                  <a:pt x="97" y="101"/>
                  <a:pt x="97" y="101"/>
                </a:cubicBezTo>
                <a:cubicBezTo>
                  <a:pt x="96" y="98"/>
                  <a:pt x="95" y="96"/>
                  <a:pt x="94" y="95"/>
                </a:cubicBezTo>
                <a:cubicBezTo>
                  <a:pt x="93" y="94"/>
                  <a:pt x="94" y="93"/>
                  <a:pt x="92" y="92"/>
                </a:cubicBezTo>
                <a:cubicBezTo>
                  <a:pt x="92" y="110"/>
                  <a:pt x="92" y="110"/>
                  <a:pt x="92" y="110"/>
                </a:cubicBezTo>
                <a:cubicBezTo>
                  <a:pt x="104" y="113"/>
                  <a:pt x="110" y="117"/>
                  <a:pt x="114" y="121"/>
                </a:cubicBezTo>
                <a:cubicBezTo>
                  <a:pt x="120" y="126"/>
                  <a:pt x="123" y="132"/>
                  <a:pt x="123" y="140"/>
                </a:cubicBezTo>
                <a:cubicBezTo>
                  <a:pt x="123" y="144"/>
                  <a:pt x="122" y="148"/>
                  <a:pt x="120" y="152"/>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200"/>
          <p:cNvSpPr>
            <a:spLocks noEditPoints="1"/>
          </p:cNvSpPr>
          <p:nvPr/>
        </p:nvSpPr>
        <p:spPr bwMode="auto">
          <a:xfrm>
            <a:off x="3097526" y="3976688"/>
            <a:ext cx="390525" cy="393700"/>
          </a:xfrm>
          <a:custGeom>
            <a:avLst/>
            <a:gdLst>
              <a:gd name="T0" fmla="*/ 168 w 197"/>
              <a:gd name="T1" fmla="*/ 153 h 199"/>
              <a:gd name="T2" fmla="*/ 96 w 197"/>
              <a:gd name="T3" fmla="*/ 199 h 199"/>
              <a:gd name="T4" fmla="*/ 26 w 197"/>
              <a:gd name="T5" fmla="*/ 150 h 199"/>
              <a:gd name="T6" fmla="*/ 4 w 197"/>
              <a:gd name="T7" fmla="*/ 68 h 199"/>
              <a:gd name="T8" fmla="*/ 71 w 197"/>
              <a:gd name="T9" fmla="*/ 16 h 199"/>
              <a:gd name="T10" fmla="*/ 159 w 197"/>
              <a:gd name="T11" fmla="*/ 21 h 199"/>
              <a:gd name="T12" fmla="*/ 186 w 197"/>
              <a:gd name="T13" fmla="*/ 102 h 199"/>
              <a:gd name="T14" fmla="*/ 151 w 197"/>
              <a:gd name="T15" fmla="*/ 31 h 199"/>
              <a:gd name="T16" fmla="*/ 75 w 197"/>
              <a:gd name="T17" fmla="*/ 27 h 199"/>
              <a:gd name="T18" fmla="*/ 16 w 197"/>
              <a:gd name="T19" fmla="*/ 72 h 199"/>
              <a:gd name="T20" fmla="*/ 36 w 197"/>
              <a:gd name="T21" fmla="*/ 143 h 199"/>
              <a:gd name="T22" fmla="*/ 96 w 197"/>
              <a:gd name="T23" fmla="*/ 186 h 199"/>
              <a:gd name="T24" fmla="*/ 159 w 197"/>
              <a:gd name="T25" fmla="*/ 146 h 199"/>
              <a:gd name="T26" fmla="*/ 181 w 197"/>
              <a:gd name="T27" fmla="*/ 75 h 199"/>
              <a:gd name="T28" fmla="*/ 142 w 197"/>
              <a:gd name="T29" fmla="*/ 162 h 199"/>
              <a:gd name="T30" fmla="*/ 76 w 197"/>
              <a:gd name="T31" fmla="*/ 163 h 199"/>
              <a:gd name="T32" fmla="*/ 25 w 197"/>
              <a:gd name="T33" fmla="*/ 122 h 199"/>
              <a:gd name="T34" fmla="*/ 44 w 197"/>
              <a:gd name="T35" fmla="*/ 59 h 199"/>
              <a:gd name="T36" fmla="*/ 98 w 197"/>
              <a:gd name="T37" fmla="*/ 23 h 199"/>
              <a:gd name="T38" fmla="*/ 154 w 197"/>
              <a:gd name="T39" fmla="*/ 61 h 199"/>
              <a:gd name="T40" fmla="*/ 170 w 197"/>
              <a:gd name="T41" fmla="*/ 125 h 199"/>
              <a:gd name="T42" fmla="*/ 104 w 197"/>
              <a:gd name="T43" fmla="*/ 150 h 199"/>
              <a:gd name="T44" fmla="*/ 101 w 197"/>
              <a:gd name="T45" fmla="*/ 135 h 199"/>
              <a:gd name="T46" fmla="*/ 86 w 197"/>
              <a:gd name="T47" fmla="*/ 137 h 199"/>
              <a:gd name="T48" fmla="*/ 103 w 197"/>
              <a:gd name="T49" fmla="*/ 90 h 199"/>
              <a:gd name="T50" fmla="*/ 88 w 197"/>
              <a:gd name="T51" fmla="*/ 90 h 199"/>
              <a:gd name="T52" fmla="*/ 88 w 197"/>
              <a:gd name="T53" fmla="*/ 110 h 199"/>
              <a:gd name="T54" fmla="*/ 103 w 197"/>
              <a:gd name="T55" fmla="*/ 110 h 199"/>
              <a:gd name="T56" fmla="*/ 103 w 197"/>
              <a:gd name="T57" fmla="*/ 90 h 199"/>
              <a:gd name="T58" fmla="*/ 67 w 197"/>
              <a:gd name="T59" fmla="*/ 141 h 199"/>
              <a:gd name="T60" fmla="*/ 65 w 197"/>
              <a:gd name="T61" fmla="*/ 130 h 199"/>
              <a:gd name="T62" fmla="*/ 54 w 197"/>
              <a:gd name="T63" fmla="*/ 131 h 199"/>
              <a:gd name="T64" fmla="*/ 73 w 197"/>
              <a:gd name="T65" fmla="*/ 84 h 199"/>
              <a:gd name="T66" fmla="*/ 74 w 197"/>
              <a:gd name="T67" fmla="*/ 97 h 199"/>
              <a:gd name="T68" fmla="*/ 71 w 197"/>
              <a:gd name="T69" fmla="*/ 97 h 199"/>
              <a:gd name="T70" fmla="*/ 57 w 197"/>
              <a:gd name="T71" fmla="*/ 94 h 199"/>
              <a:gd name="T72" fmla="*/ 53 w 197"/>
              <a:gd name="T73" fmla="*/ 97 h 199"/>
              <a:gd name="T74" fmla="*/ 54 w 197"/>
              <a:gd name="T75" fmla="*/ 84 h 199"/>
              <a:gd name="T76" fmla="*/ 42 w 197"/>
              <a:gd name="T77" fmla="*/ 90 h 199"/>
              <a:gd name="T78" fmla="*/ 61 w 197"/>
              <a:gd name="T79" fmla="*/ 105 h 199"/>
              <a:gd name="T80" fmla="*/ 63 w 197"/>
              <a:gd name="T81" fmla="*/ 105 h 199"/>
              <a:gd name="T82" fmla="*/ 84 w 197"/>
              <a:gd name="T83" fmla="*/ 90 h 199"/>
              <a:gd name="T84" fmla="*/ 73 w 197"/>
              <a:gd name="T85" fmla="*/ 84 h 199"/>
              <a:gd name="T86" fmla="*/ 91 w 197"/>
              <a:gd name="T87" fmla="*/ 49 h 199"/>
              <a:gd name="T88" fmla="*/ 86 w 197"/>
              <a:gd name="T89" fmla="*/ 72 h 199"/>
              <a:gd name="T90" fmla="*/ 106 w 197"/>
              <a:gd name="T91" fmla="*/ 60 h 199"/>
              <a:gd name="T92" fmla="*/ 142 w 197"/>
              <a:gd name="T93" fmla="*/ 84 h 199"/>
              <a:gd name="T94" fmla="*/ 131 w 197"/>
              <a:gd name="T95" fmla="*/ 90 h 199"/>
              <a:gd name="T96" fmla="*/ 107 w 197"/>
              <a:gd name="T97" fmla="*/ 84 h 199"/>
              <a:gd name="T98" fmla="*/ 110 w 197"/>
              <a:gd name="T99" fmla="*/ 110 h 199"/>
              <a:gd name="T100" fmla="*/ 121 w 197"/>
              <a:gd name="T101" fmla="*/ 116 h 199"/>
              <a:gd name="T102" fmla="*/ 117 w 197"/>
              <a:gd name="T103" fmla="*/ 99 h 199"/>
              <a:gd name="T104" fmla="*/ 139 w 197"/>
              <a:gd name="T105" fmla="*/ 90 h 199"/>
              <a:gd name="T106" fmla="*/ 137 w 197"/>
              <a:gd name="T107" fmla="*/ 130 h 199"/>
              <a:gd name="T108" fmla="*/ 126 w 197"/>
              <a:gd name="T109" fmla="*/ 131 h 199"/>
              <a:gd name="T110" fmla="*/ 134 w 197"/>
              <a:gd name="T111" fmla="*/ 138 h 199"/>
              <a:gd name="T112" fmla="*/ 142 w 197"/>
              <a:gd name="T113" fmla="*/ 131 h 199"/>
              <a:gd name="T114" fmla="*/ 156 w 197"/>
              <a:gd name="T115" fmla="*/ 111 h 199"/>
              <a:gd name="T116" fmla="*/ 151 w 197"/>
              <a:gd name="T117" fmla="*/ 116 h 199"/>
              <a:gd name="T118" fmla="*/ 146 w 197"/>
              <a:gd name="T119" fmla="*/ 93 h 199"/>
              <a:gd name="T120" fmla="*/ 157 w 197"/>
              <a:gd name="T121" fmla="*/ 93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97" h="199">
                <a:moveTo>
                  <a:pt x="186" y="102"/>
                </a:moveTo>
                <a:cubicBezTo>
                  <a:pt x="193" y="110"/>
                  <a:pt x="196" y="122"/>
                  <a:pt x="192" y="133"/>
                </a:cubicBezTo>
                <a:cubicBezTo>
                  <a:pt x="188" y="144"/>
                  <a:pt x="178" y="151"/>
                  <a:pt x="168" y="153"/>
                </a:cubicBezTo>
                <a:cubicBezTo>
                  <a:pt x="169" y="163"/>
                  <a:pt x="164" y="174"/>
                  <a:pt x="155" y="181"/>
                </a:cubicBezTo>
                <a:cubicBezTo>
                  <a:pt x="145" y="188"/>
                  <a:pt x="133" y="188"/>
                  <a:pt x="123" y="183"/>
                </a:cubicBezTo>
                <a:cubicBezTo>
                  <a:pt x="118" y="193"/>
                  <a:pt x="108" y="199"/>
                  <a:pt x="96" y="199"/>
                </a:cubicBezTo>
                <a:cubicBezTo>
                  <a:pt x="84" y="199"/>
                  <a:pt x="74" y="192"/>
                  <a:pt x="69" y="182"/>
                </a:cubicBezTo>
                <a:cubicBezTo>
                  <a:pt x="60" y="187"/>
                  <a:pt x="48" y="186"/>
                  <a:pt x="38" y="179"/>
                </a:cubicBezTo>
                <a:cubicBezTo>
                  <a:pt x="29" y="172"/>
                  <a:pt x="25" y="161"/>
                  <a:pt x="26" y="150"/>
                </a:cubicBezTo>
                <a:cubicBezTo>
                  <a:pt x="16" y="148"/>
                  <a:pt x="6" y="140"/>
                  <a:pt x="3" y="129"/>
                </a:cubicBezTo>
                <a:cubicBezTo>
                  <a:pt x="0" y="118"/>
                  <a:pt x="3" y="106"/>
                  <a:pt x="10" y="98"/>
                </a:cubicBezTo>
                <a:cubicBezTo>
                  <a:pt x="3" y="90"/>
                  <a:pt x="0" y="79"/>
                  <a:pt x="4" y="68"/>
                </a:cubicBezTo>
                <a:cubicBezTo>
                  <a:pt x="7" y="57"/>
                  <a:pt x="17" y="49"/>
                  <a:pt x="27" y="47"/>
                </a:cubicBezTo>
                <a:cubicBezTo>
                  <a:pt x="26" y="36"/>
                  <a:pt x="30" y="25"/>
                  <a:pt x="40" y="18"/>
                </a:cubicBezTo>
                <a:cubicBezTo>
                  <a:pt x="49" y="12"/>
                  <a:pt x="61" y="11"/>
                  <a:pt x="71" y="16"/>
                </a:cubicBezTo>
                <a:cubicBezTo>
                  <a:pt x="76" y="6"/>
                  <a:pt x="86" y="0"/>
                  <a:pt x="98" y="0"/>
                </a:cubicBezTo>
                <a:cubicBezTo>
                  <a:pt x="111" y="0"/>
                  <a:pt x="121" y="7"/>
                  <a:pt x="126" y="18"/>
                </a:cubicBezTo>
                <a:cubicBezTo>
                  <a:pt x="136" y="12"/>
                  <a:pt x="150" y="13"/>
                  <a:pt x="159" y="21"/>
                </a:cubicBezTo>
                <a:cubicBezTo>
                  <a:pt x="169" y="28"/>
                  <a:pt x="173" y="39"/>
                  <a:pt x="171" y="50"/>
                </a:cubicBezTo>
                <a:cubicBezTo>
                  <a:pt x="181" y="52"/>
                  <a:pt x="190" y="60"/>
                  <a:pt x="194" y="71"/>
                </a:cubicBezTo>
                <a:cubicBezTo>
                  <a:pt x="197" y="83"/>
                  <a:pt x="193" y="94"/>
                  <a:pt x="186" y="102"/>
                </a:cubicBezTo>
                <a:close/>
                <a:moveTo>
                  <a:pt x="181" y="75"/>
                </a:moveTo>
                <a:cubicBezTo>
                  <a:pt x="178" y="65"/>
                  <a:pt x="170" y="58"/>
                  <a:pt x="161" y="56"/>
                </a:cubicBezTo>
                <a:cubicBezTo>
                  <a:pt x="163" y="47"/>
                  <a:pt x="159" y="37"/>
                  <a:pt x="151" y="31"/>
                </a:cubicBezTo>
                <a:cubicBezTo>
                  <a:pt x="143" y="24"/>
                  <a:pt x="131" y="24"/>
                  <a:pt x="122" y="29"/>
                </a:cubicBezTo>
                <a:cubicBezTo>
                  <a:pt x="118" y="19"/>
                  <a:pt x="109" y="13"/>
                  <a:pt x="98" y="13"/>
                </a:cubicBezTo>
                <a:cubicBezTo>
                  <a:pt x="88" y="13"/>
                  <a:pt x="79" y="18"/>
                  <a:pt x="75" y="27"/>
                </a:cubicBezTo>
                <a:cubicBezTo>
                  <a:pt x="66" y="23"/>
                  <a:pt x="56" y="23"/>
                  <a:pt x="47" y="29"/>
                </a:cubicBezTo>
                <a:cubicBezTo>
                  <a:pt x="39" y="35"/>
                  <a:pt x="35" y="45"/>
                  <a:pt x="37" y="54"/>
                </a:cubicBezTo>
                <a:cubicBezTo>
                  <a:pt x="27" y="56"/>
                  <a:pt x="19" y="62"/>
                  <a:pt x="16" y="72"/>
                </a:cubicBezTo>
                <a:cubicBezTo>
                  <a:pt x="13" y="81"/>
                  <a:pt x="15" y="92"/>
                  <a:pt x="22" y="98"/>
                </a:cubicBezTo>
                <a:cubicBezTo>
                  <a:pt x="15" y="105"/>
                  <a:pt x="12" y="115"/>
                  <a:pt x="15" y="125"/>
                </a:cubicBezTo>
                <a:cubicBezTo>
                  <a:pt x="18" y="135"/>
                  <a:pt x="26" y="141"/>
                  <a:pt x="36" y="143"/>
                </a:cubicBezTo>
                <a:cubicBezTo>
                  <a:pt x="34" y="153"/>
                  <a:pt x="38" y="162"/>
                  <a:pt x="46" y="168"/>
                </a:cubicBezTo>
                <a:cubicBezTo>
                  <a:pt x="54" y="174"/>
                  <a:pt x="65" y="175"/>
                  <a:pt x="73" y="171"/>
                </a:cubicBezTo>
                <a:cubicBezTo>
                  <a:pt x="78" y="180"/>
                  <a:pt x="86" y="186"/>
                  <a:pt x="96" y="186"/>
                </a:cubicBezTo>
                <a:cubicBezTo>
                  <a:pt x="106" y="186"/>
                  <a:pt x="115" y="180"/>
                  <a:pt x="120" y="172"/>
                </a:cubicBezTo>
                <a:cubicBezTo>
                  <a:pt x="128" y="176"/>
                  <a:pt x="139" y="176"/>
                  <a:pt x="147" y="170"/>
                </a:cubicBezTo>
                <a:cubicBezTo>
                  <a:pt x="156" y="165"/>
                  <a:pt x="160" y="155"/>
                  <a:pt x="159" y="146"/>
                </a:cubicBezTo>
                <a:cubicBezTo>
                  <a:pt x="168" y="144"/>
                  <a:pt x="176" y="138"/>
                  <a:pt x="180" y="128"/>
                </a:cubicBezTo>
                <a:cubicBezTo>
                  <a:pt x="183" y="119"/>
                  <a:pt x="181" y="108"/>
                  <a:pt x="174" y="101"/>
                </a:cubicBezTo>
                <a:cubicBezTo>
                  <a:pt x="181" y="95"/>
                  <a:pt x="184" y="85"/>
                  <a:pt x="181" y="75"/>
                </a:cubicBezTo>
                <a:close/>
                <a:moveTo>
                  <a:pt x="170" y="125"/>
                </a:moveTo>
                <a:cubicBezTo>
                  <a:pt x="167" y="133"/>
                  <a:pt x="160" y="139"/>
                  <a:pt x="152" y="140"/>
                </a:cubicBezTo>
                <a:cubicBezTo>
                  <a:pt x="152" y="148"/>
                  <a:pt x="149" y="157"/>
                  <a:pt x="142" y="162"/>
                </a:cubicBezTo>
                <a:cubicBezTo>
                  <a:pt x="134" y="167"/>
                  <a:pt x="125" y="167"/>
                  <a:pt x="118" y="164"/>
                </a:cubicBezTo>
                <a:cubicBezTo>
                  <a:pt x="113" y="171"/>
                  <a:pt x="106" y="176"/>
                  <a:pt x="97" y="176"/>
                </a:cubicBezTo>
                <a:cubicBezTo>
                  <a:pt x="88" y="175"/>
                  <a:pt x="80" y="170"/>
                  <a:pt x="76" y="163"/>
                </a:cubicBezTo>
                <a:cubicBezTo>
                  <a:pt x="69" y="166"/>
                  <a:pt x="59" y="166"/>
                  <a:pt x="52" y="160"/>
                </a:cubicBezTo>
                <a:cubicBezTo>
                  <a:pt x="45" y="155"/>
                  <a:pt x="42" y="146"/>
                  <a:pt x="43" y="138"/>
                </a:cubicBezTo>
                <a:cubicBezTo>
                  <a:pt x="35" y="136"/>
                  <a:pt x="28" y="130"/>
                  <a:pt x="25" y="122"/>
                </a:cubicBezTo>
                <a:cubicBezTo>
                  <a:pt x="22" y="113"/>
                  <a:pt x="25" y="105"/>
                  <a:pt x="31" y="99"/>
                </a:cubicBezTo>
                <a:cubicBezTo>
                  <a:pt x="25" y="92"/>
                  <a:pt x="23" y="83"/>
                  <a:pt x="26" y="75"/>
                </a:cubicBezTo>
                <a:cubicBezTo>
                  <a:pt x="28" y="67"/>
                  <a:pt x="36" y="61"/>
                  <a:pt x="44" y="59"/>
                </a:cubicBezTo>
                <a:cubicBezTo>
                  <a:pt x="43" y="51"/>
                  <a:pt x="46" y="42"/>
                  <a:pt x="53" y="37"/>
                </a:cubicBezTo>
                <a:cubicBezTo>
                  <a:pt x="61" y="32"/>
                  <a:pt x="70" y="31"/>
                  <a:pt x="77" y="35"/>
                </a:cubicBezTo>
                <a:cubicBezTo>
                  <a:pt x="81" y="28"/>
                  <a:pt x="89" y="23"/>
                  <a:pt x="98" y="23"/>
                </a:cubicBezTo>
                <a:cubicBezTo>
                  <a:pt x="108" y="23"/>
                  <a:pt x="116" y="29"/>
                  <a:pt x="120" y="37"/>
                </a:cubicBezTo>
                <a:cubicBezTo>
                  <a:pt x="128" y="33"/>
                  <a:pt x="138" y="33"/>
                  <a:pt x="145" y="39"/>
                </a:cubicBezTo>
                <a:cubicBezTo>
                  <a:pt x="152" y="44"/>
                  <a:pt x="155" y="53"/>
                  <a:pt x="154" y="61"/>
                </a:cubicBezTo>
                <a:cubicBezTo>
                  <a:pt x="162" y="63"/>
                  <a:pt x="169" y="69"/>
                  <a:pt x="171" y="78"/>
                </a:cubicBezTo>
                <a:cubicBezTo>
                  <a:pt x="174" y="86"/>
                  <a:pt x="171" y="95"/>
                  <a:pt x="165" y="101"/>
                </a:cubicBezTo>
                <a:cubicBezTo>
                  <a:pt x="171" y="107"/>
                  <a:pt x="173" y="116"/>
                  <a:pt x="170" y="125"/>
                </a:cubicBezTo>
                <a:close/>
                <a:moveTo>
                  <a:pt x="90" y="150"/>
                </a:moveTo>
                <a:cubicBezTo>
                  <a:pt x="97" y="147"/>
                  <a:pt x="97" y="147"/>
                  <a:pt x="97" y="147"/>
                </a:cubicBezTo>
                <a:cubicBezTo>
                  <a:pt x="104" y="150"/>
                  <a:pt x="104" y="150"/>
                  <a:pt x="104" y="150"/>
                </a:cubicBezTo>
                <a:cubicBezTo>
                  <a:pt x="103" y="142"/>
                  <a:pt x="103" y="142"/>
                  <a:pt x="103" y="142"/>
                </a:cubicBezTo>
                <a:cubicBezTo>
                  <a:pt x="108" y="137"/>
                  <a:pt x="108" y="137"/>
                  <a:pt x="108" y="137"/>
                </a:cubicBezTo>
                <a:cubicBezTo>
                  <a:pt x="101" y="135"/>
                  <a:pt x="101" y="135"/>
                  <a:pt x="101" y="135"/>
                </a:cubicBezTo>
                <a:cubicBezTo>
                  <a:pt x="97" y="129"/>
                  <a:pt x="97" y="129"/>
                  <a:pt x="97" y="129"/>
                </a:cubicBezTo>
                <a:cubicBezTo>
                  <a:pt x="93" y="135"/>
                  <a:pt x="93" y="135"/>
                  <a:pt x="93" y="135"/>
                </a:cubicBezTo>
                <a:cubicBezTo>
                  <a:pt x="86" y="137"/>
                  <a:pt x="86" y="137"/>
                  <a:pt x="86" y="137"/>
                </a:cubicBezTo>
                <a:cubicBezTo>
                  <a:pt x="91" y="142"/>
                  <a:pt x="91" y="142"/>
                  <a:pt x="91" y="142"/>
                </a:cubicBezTo>
                <a:lnTo>
                  <a:pt x="90" y="150"/>
                </a:lnTo>
                <a:close/>
                <a:moveTo>
                  <a:pt x="103" y="90"/>
                </a:moveTo>
                <a:cubicBezTo>
                  <a:pt x="103" y="84"/>
                  <a:pt x="103" y="84"/>
                  <a:pt x="103" y="84"/>
                </a:cubicBezTo>
                <a:cubicBezTo>
                  <a:pt x="88" y="84"/>
                  <a:pt x="88" y="84"/>
                  <a:pt x="88" y="84"/>
                </a:cubicBezTo>
                <a:cubicBezTo>
                  <a:pt x="88" y="90"/>
                  <a:pt x="88" y="90"/>
                  <a:pt x="88" y="90"/>
                </a:cubicBezTo>
                <a:cubicBezTo>
                  <a:pt x="91" y="90"/>
                  <a:pt x="91" y="90"/>
                  <a:pt x="91" y="90"/>
                </a:cubicBezTo>
                <a:cubicBezTo>
                  <a:pt x="91" y="110"/>
                  <a:pt x="91" y="110"/>
                  <a:pt x="91" y="110"/>
                </a:cubicBezTo>
                <a:cubicBezTo>
                  <a:pt x="88" y="110"/>
                  <a:pt x="88" y="110"/>
                  <a:pt x="88" y="110"/>
                </a:cubicBezTo>
                <a:cubicBezTo>
                  <a:pt x="88" y="116"/>
                  <a:pt x="88" y="116"/>
                  <a:pt x="88" y="116"/>
                </a:cubicBezTo>
                <a:cubicBezTo>
                  <a:pt x="103" y="116"/>
                  <a:pt x="103" y="116"/>
                  <a:pt x="103" y="116"/>
                </a:cubicBezTo>
                <a:cubicBezTo>
                  <a:pt x="103" y="110"/>
                  <a:pt x="103" y="110"/>
                  <a:pt x="103" y="110"/>
                </a:cubicBezTo>
                <a:cubicBezTo>
                  <a:pt x="100" y="110"/>
                  <a:pt x="100" y="110"/>
                  <a:pt x="100" y="110"/>
                </a:cubicBezTo>
                <a:cubicBezTo>
                  <a:pt x="100" y="90"/>
                  <a:pt x="100" y="90"/>
                  <a:pt x="100" y="90"/>
                </a:cubicBezTo>
                <a:lnTo>
                  <a:pt x="103" y="90"/>
                </a:lnTo>
                <a:close/>
                <a:moveTo>
                  <a:pt x="57" y="141"/>
                </a:moveTo>
                <a:cubicBezTo>
                  <a:pt x="62" y="138"/>
                  <a:pt x="62" y="138"/>
                  <a:pt x="62" y="138"/>
                </a:cubicBezTo>
                <a:cubicBezTo>
                  <a:pt x="67" y="141"/>
                  <a:pt x="67" y="141"/>
                  <a:pt x="67" y="141"/>
                </a:cubicBezTo>
                <a:cubicBezTo>
                  <a:pt x="66" y="135"/>
                  <a:pt x="66" y="135"/>
                  <a:pt x="66" y="135"/>
                </a:cubicBezTo>
                <a:cubicBezTo>
                  <a:pt x="70" y="131"/>
                  <a:pt x="70" y="131"/>
                  <a:pt x="70" y="131"/>
                </a:cubicBezTo>
                <a:cubicBezTo>
                  <a:pt x="65" y="130"/>
                  <a:pt x="65" y="130"/>
                  <a:pt x="65" y="130"/>
                </a:cubicBezTo>
                <a:cubicBezTo>
                  <a:pt x="62" y="125"/>
                  <a:pt x="62" y="125"/>
                  <a:pt x="62" y="125"/>
                </a:cubicBezTo>
                <a:cubicBezTo>
                  <a:pt x="59" y="130"/>
                  <a:pt x="59" y="130"/>
                  <a:pt x="59" y="130"/>
                </a:cubicBezTo>
                <a:cubicBezTo>
                  <a:pt x="54" y="131"/>
                  <a:pt x="54" y="131"/>
                  <a:pt x="54" y="131"/>
                </a:cubicBezTo>
                <a:cubicBezTo>
                  <a:pt x="57" y="135"/>
                  <a:pt x="57" y="135"/>
                  <a:pt x="57" y="135"/>
                </a:cubicBezTo>
                <a:lnTo>
                  <a:pt x="57" y="141"/>
                </a:lnTo>
                <a:close/>
                <a:moveTo>
                  <a:pt x="73" y="84"/>
                </a:moveTo>
                <a:cubicBezTo>
                  <a:pt x="73" y="90"/>
                  <a:pt x="73" y="90"/>
                  <a:pt x="73" y="90"/>
                </a:cubicBezTo>
                <a:cubicBezTo>
                  <a:pt x="76" y="90"/>
                  <a:pt x="76" y="90"/>
                  <a:pt x="76" y="90"/>
                </a:cubicBezTo>
                <a:cubicBezTo>
                  <a:pt x="74" y="97"/>
                  <a:pt x="74" y="97"/>
                  <a:pt x="74" y="97"/>
                </a:cubicBezTo>
                <a:cubicBezTo>
                  <a:pt x="74" y="99"/>
                  <a:pt x="73" y="104"/>
                  <a:pt x="73" y="106"/>
                </a:cubicBezTo>
                <a:cubicBezTo>
                  <a:pt x="73" y="106"/>
                  <a:pt x="73" y="106"/>
                  <a:pt x="73" y="106"/>
                </a:cubicBezTo>
                <a:cubicBezTo>
                  <a:pt x="72" y="103"/>
                  <a:pt x="72" y="100"/>
                  <a:pt x="71" y="97"/>
                </a:cubicBezTo>
                <a:cubicBezTo>
                  <a:pt x="68" y="84"/>
                  <a:pt x="68" y="84"/>
                  <a:pt x="68" y="84"/>
                </a:cubicBezTo>
                <a:cubicBezTo>
                  <a:pt x="59" y="84"/>
                  <a:pt x="59" y="84"/>
                  <a:pt x="59" y="84"/>
                </a:cubicBezTo>
                <a:cubicBezTo>
                  <a:pt x="57" y="94"/>
                  <a:pt x="57" y="94"/>
                  <a:pt x="57" y="94"/>
                </a:cubicBezTo>
                <a:cubicBezTo>
                  <a:pt x="56" y="99"/>
                  <a:pt x="54" y="104"/>
                  <a:pt x="54" y="106"/>
                </a:cubicBezTo>
                <a:cubicBezTo>
                  <a:pt x="54" y="106"/>
                  <a:pt x="54" y="106"/>
                  <a:pt x="54" y="106"/>
                </a:cubicBezTo>
                <a:cubicBezTo>
                  <a:pt x="54" y="104"/>
                  <a:pt x="53" y="99"/>
                  <a:pt x="53" y="97"/>
                </a:cubicBezTo>
                <a:cubicBezTo>
                  <a:pt x="51" y="90"/>
                  <a:pt x="51" y="90"/>
                  <a:pt x="51" y="90"/>
                </a:cubicBezTo>
                <a:cubicBezTo>
                  <a:pt x="54" y="90"/>
                  <a:pt x="54" y="90"/>
                  <a:pt x="54" y="90"/>
                </a:cubicBezTo>
                <a:cubicBezTo>
                  <a:pt x="54" y="84"/>
                  <a:pt x="54" y="84"/>
                  <a:pt x="54" y="84"/>
                </a:cubicBezTo>
                <a:cubicBezTo>
                  <a:pt x="39" y="84"/>
                  <a:pt x="39" y="84"/>
                  <a:pt x="39" y="84"/>
                </a:cubicBezTo>
                <a:cubicBezTo>
                  <a:pt x="39" y="90"/>
                  <a:pt x="39" y="90"/>
                  <a:pt x="39" y="90"/>
                </a:cubicBezTo>
                <a:cubicBezTo>
                  <a:pt x="42" y="90"/>
                  <a:pt x="42" y="90"/>
                  <a:pt x="42" y="90"/>
                </a:cubicBezTo>
                <a:cubicBezTo>
                  <a:pt x="48" y="116"/>
                  <a:pt x="48" y="116"/>
                  <a:pt x="48" y="116"/>
                </a:cubicBezTo>
                <a:cubicBezTo>
                  <a:pt x="58" y="116"/>
                  <a:pt x="58" y="116"/>
                  <a:pt x="58" y="116"/>
                </a:cubicBezTo>
                <a:cubicBezTo>
                  <a:pt x="61" y="105"/>
                  <a:pt x="61" y="105"/>
                  <a:pt x="61" y="105"/>
                </a:cubicBezTo>
                <a:cubicBezTo>
                  <a:pt x="61" y="104"/>
                  <a:pt x="62" y="101"/>
                  <a:pt x="62" y="100"/>
                </a:cubicBezTo>
                <a:cubicBezTo>
                  <a:pt x="62" y="100"/>
                  <a:pt x="62" y="100"/>
                  <a:pt x="62" y="100"/>
                </a:cubicBezTo>
                <a:cubicBezTo>
                  <a:pt x="62" y="101"/>
                  <a:pt x="63" y="104"/>
                  <a:pt x="63" y="105"/>
                </a:cubicBezTo>
                <a:cubicBezTo>
                  <a:pt x="66" y="116"/>
                  <a:pt x="66" y="116"/>
                  <a:pt x="66" y="116"/>
                </a:cubicBezTo>
                <a:cubicBezTo>
                  <a:pt x="77" y="116"/>
                  <a:pt x="77" y="116"/>
                  <a:pt x="77" y="116"/>
                </a:cubicBezTo>
                <a:cubicBezTo>
                  <a:pt x="84" y="90"/>
                  <a:pt x="84" y="90"/>
                  <a:pt x="84" y="90"/>
                </a:cubicBezTo>
                <a:cubicBezTo>
                  <a:pt x="86" y="90"/>
                  <a:pt x="86" y="90"/>
                  <a:pt x="86" y="90"/>
                </a:cubicBezTo>
                <a:cubicBezTo>
                  <a:pt x="86" y="84"/>
                  <a:pt x="86" y="84"/>
                  <a:pt x="86" y="84"/>
                </a:cubicBezTo>
                <a:lnTo>
                  <a:pt x="73" y="84"/>
                </a:lnTo>
                <a:close/>
                <a:moveTo>
                  <a:pt x="103" y="49"/>
                </a:moveTo>
                <a:cubicBezTo>
                  <a:pt x="97" y="38"/>
                  <a:pt x="97" y="38"/>
                  <a:pt x="97" y="38"/>
                </a:cubicBezTo>
                <a:cubicBezTo>
                  <a:pt x="91" y="49"/>
                  <a:pt x="91" y="49"/>
                  <a:pt x="91" y="49"/>
                </a:cubicBezTo>
                <a:cubicBezTo>
                  <a:pt x="79" y="51"/>
                  <a:pt x="79" y="51"/>
                  <a:pt x="79" y="51"/>
                </a:cubicBezTo>
                <a:cubicBezTo>
                  <a:pt x="87" y="60"/>
                  <a:pt x="87" y="60"/>
                  <a:pt x="87" y="60"/>
                </a:cubicBezTo>
                <a:cubicBezTo>
                  <a:pt x="86" y="72"/>
                  <a:pt x="86" y="72"/>
                  <a:pt x="86" y="72"/>
                </a:cubicBezTo>
                <a:cubicBezTo>
                  <a:pt x="97" y="67"/>
                  <a:pt x="97" y="67"/>
                  <a:pt x="97" y="67"/>
                </a:cubicBezTo>
                <a:cubicBezTo>
                  <a:pt x="108" y="72"/>
                  <a:pt x="108" y="72"/>
                  <a:pt x="108" y="72"/>
                </a:cubicBezTo>
                <a:cubicBezTo>
                  <a:pt x="106" y="60"/>
                  <a:pt x="106" y="60"/>
                  <a:pt x="106" y="60"/>
                </a:cubicBezTo>
                <a:cubicBezTo>
                  <a:pt x="115" y="51"/>
                  <a:pt x="115" y="51"/>
                  <a:pt x="115" y="51"/>
                </a:cubicBezTo>
                <a:lnTo>
                  <a:pt x="103" y="49"/>
                </a:lnTo>
                <a:close/>
                <a:moveTo>
                  <a:pt x="142" y="84"/>
                </a:moveTo>
                <a:cubicBezTo>
                  <a:pt x="128" y="84"/>
                  <a:pt x="128" y="84"/>
                  <a:pt x="128" y="84"/>
                </a:cubicBezTo>
                <a:cubicBezTo>
                  <a:pt x="128" y="90"/>
                  <a:pt x="128" y="90"/>
                  <a:pt x="128" y="90"/>
                </a:cubicBezTo>
                <a:cubicBezTo>
                  <a:pt x="131" y="90"/>
                  <a:pt x="131" y="90"/>
                  <a:pt x="131" y="90"/>
                </a:cubicBezTo>
                <a:cubicBezTo>
                  <a:pt x="131" y="101"/>
                  <a:pt x="131" y="101"/>
                  <a:pt x="131" y="101"/>
                </a:cubicBezTo>
                <a:cubicBezTo>
                  <a:pt x="120" y="84"/>
                  <a:pt x="120" y="84"/>
                  <a:pt x="120" y="84"/>
                </a:cubicBezTo>
                <a:cubicBezTo>
                  <a:pt x="107" y="84"/>
                  <a:pt x="107" y="84"/>
                  <a:pt x="107" y="84"/>
                </a:cubicBezTo>
                <a:cubicBezTo>
                  <a:pt x="107" y="90"/>
                  <a:pt x="107" y="90"/>
                  <a:pt x="107" y="90"/>
                </a:cubicBezTo>
                <a:cubicBezTo>
                  <a:pt x="110" y="90"/>
                  <a:pt x="110" y="90"/>
                  <a:pt x="110" y="90"/>
                </a:cubicBezTo>
                <a:cubicBezTo>
                  <a:pt x="110" y="110"/>
                  <a:pt x="110" y="110"/>
                  <a:pt x="110" y="110"/>
                </a:cubicBezTo>
                <a:cubicBezTo>
                  <a:pt x="107" y="110"/>
                  <a:pt x="107" y="110"/>
                  <a:pt x="107" y="110"/>
                </a:cubicBezTo>
                <a:cubicBezTo>
                  <a:pt x="107" y="116"/>
                  <a:pt x="107" y="116"/>
                  <a:pt x="107" y="116"/>
                </a:cubicBezTo>
                <a:cubicBezTo>
                  <a:pt x="121" y="116"/>
                  <a:pt x="121" y="116"/>
                  <a:pt x="121" y="116"/>
                </a:cubicBezTo>
                <a:cubicBezTo>
                  <a:pt x="121" y="110"/>
                  <a:pt x="121" y="110"/>
                  <a:pt x="121" y="110"/>
                </a:cubicBezTo>
                <a:cubicBezTo>
                  <a:pt x="117" y="110"/>
                  <a:pt x="117" y="110"/>
                  <a:pt x="117" y="110"/>
                </a:cubicBezTo>
                <a:cubicBezTo>
                  <a:pt x="117" y="99"/>
                  <a:pt x="117" y="99"/>
                  <a:pt x="117" y="99"/>
                </a:cubicBezTo>
                <a:cubicBezTo>
                  <a:pt x="129" y="116"/>
                  <a:pt x="129" y="116"/>
                  <a:pt x="129" y="116"/>
                </a:cubicBezTo>
                <a:cubicBezTo>
                  <a:pt x="139" y="116"/>
                  <a:pt x="139" y="116"/>
                  <a:pt x="139" y="116"/>
                </a:cubicBezTo>
                <a:cubicBezTo>
                  <a:pt x="139" y="90"/>
                  <a:pt x="139" y="90"/>
                  <a:pt x="139" y="90"/>
                </a:cubicBezTo>
                <a:cubicBezTo>
                  <a:pt x="142" y="90"/>
                  <a:pt x="142" y="90"/>
                  <a:pt x="142" y="90"/>
                </a:cubicBezTo>
                <a:lnTo>
                  <a:pt x="142" y="84"/>
                </a:lnTo>
                <a:close/>
                <a:moveTo>
                  <a:pt x="137" y="130"/>
                </a:moveTo>
                <a:cubicBezTo>
                  <a:pt x="134" y="125"/>
                  <a:pt x="134" y="125"/>
                  <a:pt x="134" y="125"/>
                </a:cubicBezTo>
                <a:cubicBezTo>
                  <a:pt x="131" y="130"/>
                  <a:pt x="131" y="130"/>
                  <a:pt x="131" y="130"/>
                </a:cubicBezTo>
                <a:cubicBezTo>
                  <a:pt x="126" y="131"/>
                  <a:pt x="126" y="131"/>
                  <a:pt x="126" y="131"/>
                </a:cubicBezTo>
                <a:cubicBezTo>
                  <a:pt x="129" y="135"/>
                  <a:pt x="129" y="135"/>
                  <a:pt x="129" y="135"/>
                </a:cubicBezTo>
                <a:cubicBezTo>
                  <a:pt x="129" y="141"/>
                  <a:pt x="129" y="141"/>
                  <a:pt x="129" y="141"/>
                </a:cubicBezTo>
                <a:cubicBezTo>
                  <a:pt x="134" y="138"/>
                  <a:pt x="134" y="138"/>
                  <a:pt x="134" y="138"/>
                </a:cubicBezTo>
                <a:cubicBezTo>
                  <a:pt x="139" y="141"/>
                  <a:pt x="139" y="141"/>
                  <a:pt x="139" y="141"/>
                </a:cubicBezTo>
                <a:cubicBezTo>
                  <a:pt x="138" y="135"/>
                  <a:pt x="138" y="135"/>
                  <a:pt x="138" y="135"/>
                </a:cubicBezTo>
                <a:cubicBezTo>
                  <a:pt x="142" y="131"/>
                  <a:pt x="142" y="131"/>
                  <a:pt x="142" y="131"/>
                </a:cubicBezTo>
                <a:lnTo>
                  <a:pt x="137" y="130"/>
                </a:lnTo>
                <a:close/>
                <a:moveTo>
                  <a:pt x="151" y="116"/>
                </a:moveTo>
                <a:cubicBezTo>
                  <a:pt x="154" y="116"/>
                  <a:pt x="156" y="114"/>
                  <a:pt x="156" y="111"/>
                </a:cubicBezTo>
                <a:cubicBezTo>
                  <a:pt x="156" y="109"/>
                  <a:pt x="154" y="107"/>
                  <a:pt x="151" y="107"/>
                </a:cubicBezTo>
                <a:cubicBezTo>
                  <a:pt x="148" y="107"/>
                  <a:pt x="146" y="109"/>
                  <a:pt x="146" y="111"/>
                </a:cubicBezTo>
                <a:cubicBezTo>
                  <a:pt x="146" y="114"/>
                  <a:pt x="148" y="116"/>
                  <a:pt x="151" y="116"/>
                </a:cubicBezTo>
                <a:close/>
                <a:moveTo>
                  <a:pt x="157" y="84"/>
                </a:moveTo>
                <a:cubicBezTo>
                  <a:pt x="146" y="84"/>
                  <a:pt x="146" y="84"/>
                  <a:pt x="146" y="84"/>
                </a:cubicBezTo>
                <a:cubicBezTo>
                  <a:pt x="146" y="93"/>
                  <a:pt x="146" y="93"/>
                  <a:pt x="146" y="93"/>
                </a:cubicBezTo>
                <a:cubicBezTo>
                  <a:pt x="148" y="104"/>
                  <a:pt x="148" y="104"/>
                  <a:pt x="148" y="104"/>
                </a:cubicBezTo>
                <a:cubicBezTo>
                  <a:pt x="154" y="104"/>
                  <a:pt x="154" y="104"/>
                  <a:pt x="154" y="104"/>
                </a:cubicBezTo>
                <a:cubicBezTo>
                  <a:pt x="157" y="93"/>
                  <a:pt x="157" y="93"/>
                  <a:pt x="157" y="93"/>
                </a:cubicBezTo>
                <a:lnTo>
                  <a:pt x="157" y="84"/>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201"/>
          <p:cNvSpPr>
            <a:spLocks noEditPoints="1"/>
          </p:cNvSpPr>
          <p:nvPr/>
        </p:nvSpPr>
        <p:spPr bwMode="auto">
          <a:xfrm>
            <a:off x="181289" y="4830850"/>
            <a:ext cx="395288" cy="396875"/>
          </a:xfrm>
          <a:custGeom>
            <a:avLst/>
            <a:gdLst>
              <a:gd name="T0" fmla="*/ 164 w 200"/>
              <a:gd name="T1" fmla="*/ 177 h 201"/>
              <a:gd name="T2" fmla="*/ 144 w 200"/>
              <a:gd name="T3" fmla="*/ 201 h 201"/>
              <a:gd name="T4" fmla="*/ 0 w 200"/>
              <a:gd name="T5" fmla="*/ 181 h 201"/>
              <a:gd name="T6" fmla="*/ 20 w 200"/>
              <a:gd name="T7" fmla="*/ 1 h 201"/>
              <a:gd name="T8" fmla="*/ 107 w 200"/>
              <a:gd name="T9" fmla="*/ 1 h 201"/>
              <a:gd name="T10" fmla="*/ 108 w 200"/>
              <a:gd name="T11" fmla="*/ 1 h 201"/>
              <a:gd name="T12" fmla="*/ 108 w 200"/>
              <a:gd name="T13" fmla="*/ 1 h 201"/>
              <a:gd name="T14" fmla="*/ 163 w 200"/>
              <a:gd name="T15" fmla="*/ 61 h 201"/>
              <a:gd name="T16" fmla="*/ 164 w 200"/>
              <a:gd name="T17" fmla="*/ 61 h 201"/>
              <a:gd name="T18" fmla="*/ 164 w 200"/>
              <a:gd name="T19" fmla="*/ 62 h 201"/>
              <a:gd name="T20" fmla="*/ 180 w 200"/>
              <a:gd name="T21" fmla="*/ 109 h 201"/>
              <a:gd name="T22" fmla="*/ 200 w 200"/>
              <a:gd name="T23" fmla="*/ 157 h 201"/>
              <a:gd name="T24" fmla="*/ 108 w 200"/>
              <a:gd name="T25" fmla="*/ 15 h 201"/>
              <a:gd name="T26" fmla="*/ 128 w 200"/>
              <a:gd name="T27" fmla="*/ 61 h 201"/>
              <a:gd name="T28" fmla="*/ 108 w 200"/>
              <a:gd name="T29" fmla="*/ 15 h 201"/>
              <a:gd name="T30" fmla="*/ 156 w 200"/>
              <a:gd name="T31" fmla="*/ 62 h 201"/>
              <a:gd name="T32" fmla="*/ 120 w 200"/>
              <a:gd name="T33" fmla="*/ 69 h 201"/>
              <a:gd name="T34" fmla="*/ 100 w 200"/>
              <a:gd name="T35" fmla="*/ 9 h 201"/>
              <a:gd name="T36" fmla="*/ 8 w 200"/>
              <a:gd name="T37" fmla="*/ 29 h 201"/>
              <a:gd name="T38" fmla="*/ 28 w 200"/>
              <a:gd name="T39" fmla="*/ 193 h 201"/>
              <a:gd name="T40" fmla="*/ 155 w 200"/>
              <a:gd name="T41" fmla="*/ 177 h 201"/>
              <a:gd name="T42" fmla="*/ 44 w 200"/>
              <a:gd name="T43" fmla="*/ 157 h 201"/>
              <a:gd name="T44" fmla="*/ 64 w 200"/>
              <a:gd name="T45" fmla="*/ 109 h 201"/>
              <a:gd name="T46" fmla="*/ 156 w 200"/>
              <a:gd name="T47" fmla="*/ 62 h 201"/>
              <a:gd name="T48" fmla="*/ 130 w 200"/>
              <a:gd name="T49" fmla="*/ 141 h 201"/>
              <a:gd name="T50" fmla="*/ 112 w 200"/>
              <a:gd name="T51" fmla="*/ 134 h 201"/>
              <a:gd name="T52" fmla="*/ 131 w 200"/>
              <a:gd name="T53" fmla="*/ 128 h 201"/>
              <a:gd name="T54" fmla="*/ 106 w 200"/>
              <a:gd name="T55" fmla="*/ 162 h 201"/>
              <a:gd name="T56" fmla="*/ 132 w 200"/>
              <a:gd name="T57" fmla="*/ 156 h 201"/>
              <a:gd name="T58" fmla="*/ 112 w 200"/>
              <a:gd name="T59" fmla="*/ 147 h 201"/>
              <a:gd name="T60" fmla="*/ 76 w 200"/>
              <a:gd name="T61" fmla="*/ 128 h 201"/>
              <a:gd name="T62" fmla="*/ 70 w 200"/>
              <a:gd name="T63" fmla="*/ 162 h 201"/>
              <a:gd name="T64" fmla="*/ 76 w 200"/>
              <a:gd name="T65" fmla="*/ 140 h 201"/>
              <a:gd name="T66" fmla="*/ 97 w 200"/>
              <a:gd name="T67" fmla="*/ 162 h 201"/>
              <a:gd name="T68" fmla="*/ 91 w 200"/>
              <a:gd name="T69" fmla="*/ 128 h 201"/>
              <a:gd name="T70" fmla="*/ 76 w 200"/>
              <a:gd name="T71" fmla="*/ 128 h 201"/>
              <a:gd name="T72" fmla="*/ 168 w 200"/>
              <a:gd name="T73" fmla="*/ 152 h 201"/>
              <a:gd name="T74" fmla="*/ 154 w 200"/>
              <a:gd name="T75" fmla="*/ 128 h 201"/>
              <a:gd name="T76" fmla="*/ 143 w 200"/>
              <a:gd name="T77" fmla="*/ 128 h 201"/>
              <a:gd name="T78" fmla="*/ 144 w 200"/>
              <a:gd name="T79" fmla="*/ 162 h 201"/>
              <a:gd name="T80" fmla="*/ 158 w 200"/>
              <a:gd name="T81" fmla="*/ 137 h 201"/>
              <a:gd name="T82" fmla="*/ 172 w 200"/>
              <a:gd name="T83" fmla="*/ 162 h 201"/>
              <a:gd name="T84" fmla="*/ 174 w 200"/>
              <a:gd name="T85" fmla="*/ 12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0" h="201">
                <a:moveTo>
                  <a:pt x="180" y="177"/>
                </a:moveTo>
                <a:cubicBezTo>
                  <a:pt x="164" y="177"/>
                  <a:pt x="164" y="177"/>
                  <a:pt x="164" y="177"/>
                </a:cubicBezTo>
                <a:cubicBezTo>
                  <a:pt x="164" y="181"/>
                  <a:pt x="164" y="181"/>
                  <a:pt x="164" y="181"/>
                </a:cubicBezTo>
                <a:cubicBezTo>
                  <a:pt x="164" y="192"/>
                  <a:pt x="155" y="201"/>
                  <a:pt x="144" y="201"/>
                </a:cubicBezTo>
                <a:cubicBezTo>
                  <a:pt x="20" y="201"/>
                  <a:pt x="20" y="201"/>
                  <a:pt x="20" y="201"/>
                </a:cubicBezTo>
                <a:cubicBezTo>
                  <a:pt x="9" y="201"/>
                  <a:pt x="0" y="192"/>
                  <a:pt x="0" y="181"/>
                </a:cubicBezTo>
                <a:cubicBezTo>
                  <a:pt x="0" y="21"/>
                  <a:pt x="0" y="21"/>
                  <a:pt x="0" y="21"/>
                </a:cubicBezTo>
                <a:cubicBezTo>
                  <a:pt x="0" y="10"/>
                  <a:pt x="9" y="1"/>
                  <a:pt x="20" y="1"/>
                </a:cubicBezTo>
                <a:cubicBezTo>
                  <a:pt x="100" y="1"/>
                  <a:pt x="100" y="1"/>
                  <a:pt x="100" y="1"/>
                </a:cubicBezTo>
                <a:cubicBezTo>
                  <a:pt x="107" y="1"/>
                  <a:pt x="107" y="1"/>
                  <a:pt x="107" y="1"/>
                </a:cubicBezTo>
                <a:cubicBezTo>
                  <a:pt x="107" y="0"/>
                  <a:pt x="107" y="0"/>
                  <a:pt x="107" y="0"/>
                </a:cubicBezTo>
                <a:cubicBezTo>
                  <a:pt x="108" y="1"/>
                  <a:pt x="108" y="1"/>
                  <a:pt x="108" y="1"/>
                </a:cubicBezTo>
                <a:cubicBezTo>
                  <a:pt x="108" y="1"/>
                  <a:pt x="108" y="1"/>
                  <a:pt x="108" y="1"/>
                </a:cubicBezTo>
                <a:cubicBezTo>
                  <a:pt x="108" y="1"/>
                  <a:pt x="108" y="1"/>
                  <a:pt x="108" y="1"/>
                </a:cubicBezTo>
                <a:cubicBezTo>
                  <a:pt x="108" y="1"/>
                  <a:pt x="108" y="1"/>
                  <a:pt x="108" y="1"/>
                </a:cubicBezTo>
                <a:cubicBezTo>
                  <a:pt x="163" y="61"/>
                  <a:pt x="163" y="61"/>
                  <a:pt x="163" y="61"/>
                </a:cubicBezTo>
                <a:cubicBezTo>
                  <a:pt x="164" y="61"/>
                  <a:pt x="164" y="61"/>
                  <a:pt x="164" y="61"/>
                </a:cubicBezTo>
                <a:cubicBezTo>
                  <a:pt x="164" y="61"/>
                  <a:pt x="164" y="61"/>
                  <a:pt x="164" y="61"/>
                </a:cubicBezTo>
                <a:cubicBezTo>
                  <a:pt x="164" y="62"/>
                  <a:pt x="164" y="62"/>
                  <a:pt x="164" y="62"/>
                </a:cubicBezTo>
                <a:cubicBezTo>
                  <a:pt x="164" y="62"/>
                  <a:pt x="164" y="62"/>
                  <a:pt x="164" y="62"/>
                </a:cubicBezTo>
                <a:cubicBezTo>
                  <a:pt x="164" y="109"/>
                  <a:pt x="164" y="109"/>
                  <a:pt x="164" y="109"/>
                </a:cubicBezTo>
                <a:cubicBezTo>
                  <a:pt x="180" y="109"/>
                  <a:pt x="180" y="109"/>
                  <a:pt x="180" y="109"/>
                </a:cubicBezTo>
                <a:cubicBezTo>
                  <a:pt x="191" y="109"/>
                  <a:pt x="200" y="118"/>
                  <a:pt x="200" y="129"/>
                </a:cubicBezTo>
                <a:cubicBezTo>
                  <a:pt x="200" y="157"/>
                  <a:pt x="200" y="157"/>
                  <a:pt x="200" y="157"/>
                </a:cubicBezTo>
                <a:cubicBezTo>
                  <a:pt x="200" y="168"/>
                  <a:pt x="191" y="177"/>
                  <a:pt x="180" y="177"/>
                </a:cubicBezTo>
                <a:close/>
                <a:moveTo>
                  <a:pt x="108" y="15"/>
                </a:moveTo>
                <a:cubicBezTo>
                  <a:pt x="108" y="41"/>
                  <a:pt x="108" y="41"/>
                  <a:pt x="108" y="41"/>
                </a:cubicBezTo>
                <a:cubicBezTo>
                  <a:pt x="108" y="52"/>
                  <a:pt x="117" y="61"/>
                  <a:pt x="128" y="61"/>
                </a:cubicBezTo>
                <a:cubicBezTo>
                  <a:pt x="151" y="61"/>
                  <a:pt x="151" y="61"/>
                  <a:pt x="151" y="61"/>
                </a:cubicBezTo>
                <a:lnTo>
                  <a:pt x="108" y="15"/>
                </a:lnTo>
                <a:close/>
                <a:moveTo>
                  <a:pt x="156" y="62"/>
                </a:moveTo>
                <a:cubicBezTo>
                  <a:pt x="156" y="62"/>
                  <a:pt x="156" y="62"/>
                  <a:pt x="156" y="62"/>
                </a:cubicBezTo>
                <a:cubicBezTo>
                  <a:pt x="156" y="69"/>
                  <a:pt x="156" y="69"/>
                  <a:pt x="156" y="69"/>
                </a:cubicBezTo>
                <a:cubicBezTo>
                  <a:pt x="120" y="69"/>
                  <a:pt x="120" y="69"/>
                  <a:pt x="120" y="69"/>
                </a:cubicBezTo>
                <a:cubicBezTo>
                  <a:pt x="109" y="69"/>
                  <a:pt x="100" y="60"/>
                  <a:pt x="100" y="49"/>
                </a:cubicBezTo>
                <a:cubicBezTo>
                  <a:pt x="100" y="9"/>
                  <a:pt x="100" y="9"/>
                  <a:pt x="100" y="9"/>
                </a:cubicBezTo>
                <a:cubicBezTo>
                  <a:pt x="28" y="9"/>
                  <a:pt x="28" y="9"/>
                  <a:pt x="28" y="9"/>
                </a:cubicBezTo>
                <a:cubicBezTo>
                  <a:pt x="17" y="9"/>
                  <a:pt x="8" y="18"/>
                  <a:pt x="8" y="29"/>
                </a:cubicBezTo>
                <a:cubicBezTo>
                  <a:pt x="8" y="173"/>
                  <a:pt x="8" y="173"/>
                  <a:pt x="8" y="173"/>
                </a:cubicBezTo>
                <a:cubicBezTo>
                  <a:pt x="8" y="184"/>
                  <a:pt x="17" y="193"/>
                  <a:pt x="28" y="193"/>
                </a:cubicBezTo>
                <a:cubicBezTo>
                  <a:pt x="136" y="193"/>
                  <a:pt x="136" y="193"/>
                  <a:pt x="136" y="193"/>
                </a:cubicBezTo>
                <a:cubicBezTo>
                  <a:pt x="145" y="193"/>
                  <a:pt x="154" y="186"/>
                  <a:pt x="155" y="177"/>
                </a:cubicBezTo>
                <a:cubicBezTo>
                  <a:pt x="64" y="177"/>
                  <a:pt x="64" y="177"/>
                  <a:pt x="64" y="177"/>
                </a:cubicBezTo>
                <a:cubicBezTo>
                  <a:pt x="53" y="177"/>
                  <a:pt x="44" y="168"/>
                  <a:pt x="44" y="157"/>
                </a:cubicBezTo>
                <a:cubicBezTo>
                  <a:pt x="44" y="129"/>
                  <a:pt x="44" y="129"/>
                  <a:pt x="44" y="129"/>
                </a:cubicBezTo>
                <a:cubicBezTo>
                  <a:pt x="44" y="118"/>
                  <a:pt x="53" y="109"/>
                  <a:pt x="64" y="109"/>
                </a:cubicBezTo>
                <a:cubicBezTo>
                  <a:pt x="156" y="109"/>
                  <a:pt x="156" y="109"/>
                  <a:pt x="156" y="109"/>
                </a:cubicBezTo>
                <a:lnTo>
                  <a:pt x="156" y="62"/>
                </a:lnTo>
                <a:close/>
                <a:moveTo>
                  <a:pt x="130" y="147"/>
                </a:moveTo>
                <a:cubicBezTo>
                  <a:pt x="130" y="141"/>
                  <a:pt x="130" y="141"/>
                  <a:pt x="130" y="141"/>
                </a:cubicBezTo>
                <a:cubicBezTo>
                  <a:pt x="112" y="141"/>
                  <a:pt x="112" y="141"/>
                  <a:pt x="112" y="141"/>
                </a:cubicBezTo>
                <a:cubicBezTo>
                  <a:pt x="112" y="134"/>
                  <a:pt x="112" y="134"/>
                  <a:pt x="112" y="134"/>
                </a:cubicBezTo>
                <a:cubicBezTo>
                  <a:pt x="131" y="134"/>
                  <a:pt x="131" y="134"/>
                  <a:pt x="131" y="134"/>
                </a:cubicBezTo>
                <a:cubicBezTo>
                  <a:pt x="131" y="128"/>
                  <a:pt x="131" y="128"/>
                  <a:pt x="131" y="128"/>
                </a:cubicBezTo>
                <a:cubicBezTo>
                  <a:pt x="106" y="128"/>
                  <a:pt x="106" y="128"/>
                  <a:pt x="106" y="128"/>
                </a:cubicBezTo>
                <a:cubicBezTo>
                  <a:pt x="106" y="162"/>
                  <a:pt x="106" y="162"/>
                  <a:pt x="106" y="162"/>
                </a:cubicBezTo>
                <a:cubicBezTo>
                  <a:pt x="132" y="162"/>
                  <a:pt x="132" y="162"/>
                  <a:pt x="132" y="162"/>
                </a:cubicBezTo>
                <a:cubicBezTo>
                  <a:pt x="132" y="156"/>
                  <a:pt x="132" y="156"/>
                  <a:pt x="132" y="156"/>
                </a:cubicBezTo>
                <a:cubicBezTo>
                  <a:pt x="112" y="156"/>
                  <a:pt x="112" y="156"/>
                  <a:pt x="112" y="156"/>
                </a:cubicBezTo>
                <a:cubicBezTo>
                  <a:pt x="112" y="147"/>
                  <a:pt x="112" y="147"/>
                  <a:pt x="112" y="147"/>
                </a:cubicBezTo>
                <a:lnTo>
                  <a:pt x="130" y="147"/>
                </a:lnTo>
                <a:close/>
                <a:moveTo>
                  <a:pt x="76" y="128"/>
                </a:moveTo>
                <a:cubicBezTo>
                  <a:pt x="70" y="128"/>
                  <a:pt x="70" y="128"/>
                  <a:pt x="70" y="128"/>
                </a:cubicBezTo>
                <a:cubicBezTo>
                  <a:pt x="70" y="162"/>
                  <a:pt x="70" y="162"/>
                  <a:pt x="70" y="162"/>
                </a:cubicBezTo>
                <a:cubicBezTo>
                  <a:pt x="76" y="162"/>
                  <a:pt x="76" y="162"/>
                  <a:pt x="76" y="162"/>
                </a:cubicBezTo>
                <a:cubicBezTo>
                  <a:pt x="76" y="140"/>
                  <a:pt x="76" y="140"/>
                  <a:pt x="76" y="140"/>
                </a:cubicBezTo>
                <a:cubicBezTo>
                  <a:pt x="90" y="162"/>
                  <a:pt x="90" y="162"/>
                  <a:pt x="90" y="162"/>
                </a:cubicBezTo>
                <a:cubicBezTo>
                  <a:pt x="97" y="162"/>
                  <a:pt x="97" y="162"/>
                  <a:pt x="97" y="162"/>
                </a:cubicBezTo>
                <a:cubicBezTo>
                  <a:pt x="97" y="128"/>
                  <a:pt x="97" y="128"/>
                  <a:pt x="97" y="128"/>
                </a:cubicBezTo>
                <a:cubicBezTo>
                  <a:pt x="91" y="128"/>
                  <a:pt x="91" y="128"/>
                  <a:pt x="91" y="128"/>
                </a:cubicBezTo>
                <a:cubicBezTo>
                  <a:pt x="91" y="151"/>
                  <a:pt x="91" y="151"/>
                  <a:pt x="91" y="151"/>
                </a:cubicBezTo>
                <a:lnTo>
                  <a:pt x="76" y="128"/>
                </a:lnTo>
                <a:close/>
                <a:moveTo>
                  <a:pt x="174" y="128"/>
                </a:moveTo>
                <a:cubicBezTo>
                  <a:pt x="168" y="152"/>
                  <a:pt x="168" y="152"/>
                  <a:pt x="168" y="152"/>
                </a:cubicBezTo>
                <a:cubicBezTo>
                  <a:pt x="162" y="128"/>
                  <a:pt x="162" y="128"/>
                  <a:pt x="162" y="128"/>
                </a:cubicBezTo>
                <a:cubicBezTo>
                  <a:pt x="154" y="128"/>
                  <a:pt x="154" y="128"/>
                  <a:pt x="154" y="128"/>
                </a:cubicBezTo>
                <a:cubicBezTo>
                  <a:pt x="148" y="151"/>
                  <a:pt x="148" y="151"/>
                  <a:pt x="148" y="151"/>
                </a:cubicBezTo>
                <a:cubicBezTo>
                  <a:pt x="143" y="128"/>
                  <a:pt x="143" y="128"/>
                  <a:pt x="143" y="128"/>
                </a:cubicBezTo>
                <a:cubicBezTo>
                  <a:pt x="135" y="128"/>
                  <a:pt x="135" y="128"/>
                  <a:pt x="135" y="128"/>
                </a:cubicBezTo>
                <a:cubicBezTo>
                  <a:pt x="144" y="162"/>
                  <a:pt x="144" y="162"/>
                  <a:pt x="144" y="162"/>
                </a:cubicBezTo>
                <a:cubicBezTo>
                  <a:pt x="151" y="162"/>
                  <a:pt x="151" y="162"/>
                  <a:pt x="151" y="162"/>
                </a:cubicBezTo>
                <a:cubicBezTo>
                  <a:pt x="158" y="137"/>
                  <a:pt x="158" y="137"/>
                  <a:pt x="158" y="137"/>
                </a:cubicBezTo>
                <a:cubicBezTo>
                  <a:pt x="165" y="162"/>
                  <a:pt x="165" y="162"/>
                  <a:pt x="165" y="162"/>
                </a:cubicBezTo>
                <a:cubicBezTo>
                  <a:pt x="172" y="162"/>
                  <a:pt x="172" y="162"/>
                  <a:pt x="172" y="162"/>
                </a:cubicBezTo>
                <a:cubicBezTo>
                  <a:pt x="181" y="128"/>
                  <a:pt x="181" y="128"/>
                  <a:pt x="181" y="128"/>
                </a:cubicBezTo>
                <a:lnTo>
                  <a:pt x="174" y="128"/>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202"/>
          <p:cNvSpPr>
            <a:spLocks noEditPoints="1"/>
          </p:cNvSpPr>
          <p:nvPr/>
        </p:nvSpPr>
        <p:spPr bwMode="auto">
          <a:xfrm>
            <a:off x="671826" y="4830850"/>
            <a:ext cx="395288" cy="396875"/>
          </a:xfrm>
          <a:custGeom>
            <a:avLst/>
            <a:gdLst>
              <a:gd name="T0" fmla="*/ 164 w 200"/>
              <a:gd name="T1" fmla="*/ 181 h 201"/>
              <a:gd name="T2" fmla="*/ 0 w 200"/>
              <a:gd name="T3" fmla="*/ 181 h 201"/>
              <a:gd name="T4" fmla="*/ 100 w 200"/>
              <a:gd name="T5" fmla="*/ 1 h 201"/>
              <a:gd name="T6" fmla="*/ 108 w 200"/>
              <a:gd name="T7" fmla="*/ 1 h 201"/>
              <a:gd name="T8" fmla="*/ 163 w 200"/>
              <a:gd name="T9" fmla="*/ 61 h 201"/>
              <a:gd name="T10" fmla="*/ 164 w 200"/>
              <a:gd name="T11" fmla="*/ 62 h 201"/>
              <a:gd name="T12" fmla="*/ 180 w 200"/>
              <a:gd name="T13" fmla="*/ 109 h 201"/>
              <a:gd name="T14" fmla="*/ 180 w 200"/>
              <a:gd name="T15" fmla="*/ 177 h 201"/>
              <a:gd name="T16" fmla="*/ 128 w 200"/>
              <a:gd name="T17" fmla="*/ 61 h 201"/>
              <a:gd name="T18" fmla="*/ 156 w 200"/>
              <a:gd name="T19" fmla="*/ 69 h 201"/>
              <a:gd name="T20" fmla="*/ 100 w 200"/>
              <a:gd name="T21" fmla="*/ 9 h 201"/>
              <a:gd name="T22" fmla="*/ 8 w 200"/>
              <a:gd name="T23" fmla="*/ 173 h 201"/>
              <a:gd name="T24" fmla="*/ 155 w 200"/>
              <a:gd name="T25" fmla="*/ 177 h 201"/>
              <a:gd name="T26" fmla="*/ 44 w 200"/>
              <a:gd name="T27" fmla="*/ 129 h 201"/>
              <a:gd name="T28" fmla="*/ 156 w 200"/>
              <a:gd name="T29" fmla="*/ 69 h 201"/>
              <a:gd name="T30" fmla="*/ 125 w 200"/>
              <a:gd name="T31" fmla="*/ 127 h 201"/>
              <a:gd name="T32" fmla="*/ 110 w 200"/>
              <a:gd name="T33" fmla="*/ 136 h 201"/>
              <a:gd name="T34" fmla="*/ 125 w 200"/>
              <a:gd name="T35" fmla="*/ 163 h 201"/>
              <a:gd name="T36" fmla="*/ 102 w 200"/>
              <a:gd name="T37" fmla="*/ 145 h 201"/>
              <a:gd name="T38" fmla="*/ 93 w 200"/>
              <a:gd name="T39" fmla="*/ 129 h 201"/>
              <a:gd name="T40" fmla="*/ 74 w 200"/>
              <a:gd name="T41" fmla="*/ 162 h 201"/>
              <a:gd name="T42" fmla="*/ 98 w 200"/>
              <a:gd name="T43" fmla="*/ 159 h 201"/>
              <a:gd name="T44" fmla="*/ 156 w 200"/>
              <a:gd name="T45" fmla="*/ 136 h 201"/>
              <a:gd name="T46" fmla="*/ 170 w 200"/>
              <a:gd name="T47" fmla="*/ 139 h 201"/>
              <a:gd name="T48" fmla="*/ 163 w 200"/>
              <a:gd name="T49" fmla="*/ 127 h 201"/>
              <a:gd name="T50" fmla="*/ 151 w 200"/>
              <a:gd name="T51" fmla="*/ 158 h 201"/>
              <a:gd name="T52" fmla="*/ 177 w 200"/>
              <a:gd name="T53" fmla="*/ 152 h 201"/>
              <a:gd name="T54" fmla="*/ 162 w 200"/>
              <a:gd name="T55" fmla="*/ 157 h 201"/>
              <a:gd name="T56" fmla="*/ 156 w 200"/>
              <a:gd name="T57" fmla="*/ 136 h 201"/>
              <a:gd name="T58" fmla="*/ 86 w 200"/>
              <a:gd name="T59" fmla="*/ 156 h 201"/>
              <a:gd name="T60" fmla="*/ 84 w 200"/>
              <a:gd name="T61" fmla="*/ 134 h 201"/>
              <a:gd name="T62" fmla="*/ 95 w 200"/>
              <a:gd name="T63" fmla="*/ 139 h 201"/>
              <a:gd name="T64" fmla="*/ 93 w 200"/>
              <a:gd name="T65" fmla="*/ 155 h 201"/>
              <a:gd name="T66" fmla="*/ 118 w 200"/>
              <a:gd name="T67" fmla="*/ 136 h 201"/>
              <a:gd name="T68" fmla="*/ 134 w 200"/>
              <a:gd name="T69" fmla="*/ 145 h 201"/>
              <a:gd name="T70" fmla="*/ 118 w 200"/>
              <a:gd name="T71" fmla="*/ 154 h 201"/>
              <a:gd name="T72" fmla="*/ 53 w 200"/>
              <a:gd name="T73" fmla="*/ 63 h 201"/>
              <a:gd name="T74" fmla="*/ 30 w 200"/>
              <a:gd name="T75" fmla="*/ 89 h 201"/>
              <a:gd name="T76" fmla="*/ 16 w 200"/>
              <a:gd name="T77" fmla="*/ 36 h 201"/>
              <a:gd name="T78" fmla="*/ 36 w 200"/>
              <a:gd name="T79" fmla="*/ 48 h 201"/>
              <a:gd name="T80" fmla="*/ 41 w 200"/>
              <a:gd name="T81" fmla="*/ 72 h 201"/>
              <a:gd name="T82" fmla="*/ 63 w 200"/>
              <a:gd name="T83" fmla="*/ 36 h 201"/>
              <a:gd name="T84" fmla="*/ 70 w 200"/>
              <a:gd name="T85" fmla="*/ 72 h 201"/>
              <a:gd name="T86" fmla="*/ 70 w 200"/>
              <a:gd name="T87" fmla="*/ 48 h 201"/>
              <a:gd name="T88" fmla="*/ 91 w 200"/>
              <a:gd name="T89" fmla="*/ 48 h 201"/>
              <a:gd name="T90" fmla="*/ 59 w 200"/>
              <a:gd name="T91" fmla="*/ 89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0" h="201">
                <a:moveTo>
                  <a:pt x="180" y="177"/>
                </a:moveTo>
                <a:cubicBezTo>
                  <a:pt x="164" y="177"/>
                  <a:pt x="164" y="177"/>
                  <a:pt x="164" y="177"/>
                </a:cubicBezTo>
                <a:cubicBezTo>
                  <a:pt x="164" y="181"/>
                  <a:pt x="164" y="181"/>
                  <a:pt x="164" y="181"/>
                </a:cubicBezTo>
                <a:cubicBezTo>
                  <a:pt x="164" y="192"/>
                  <a:pt x="155" y="201"/>
                  <a:pt x="144" y="201"/>
                </a:cubicBezTo>
                <a:cubicBezTo>
                  <a:pt x="20" y="201"/>
                  <a:pt x="20" y="201"/>
                  <a:pt x="20" y="201"/>
                </a:cubicBezTo>
                <a:cubicBezTo>
                  <a:pt x="9" y="201"/>
                  <a:pt x="0" y="192"/>
                  <a:pt x="0" y="181"/>
                </a:cubicBezTo>
                <a:cubicBezTo>
                  <a:pt x="0" y="21"/>
                  <a:pt x="0" y="21"/>
                  <a:pt x="0" y="21"/>
                </a:cubicBezTo>
                <a:cubicBezTo>
                  <a:pt x="0" y="10"/>
                  <a:pt x="9" y="1"/>
                  <a:pt x="20" y="1"/>
                </a:cubicBezTo>
                <a:cubicBezTo>
                  <a:pt x="100" y="1"/>
                  <a:pt x="100" y="1"/>
                  <a:pt x="100" y="1"/>
                </a:cubicBezTo>
                <a:cubicBezTo>
                  <a:pt x="107" y="1"/>
                  <a:pt x="107" y="1"/>
                  <a:pt x="107" y="1"/>
                </a:cubicBezTo>
                <a:cubicBezTo>
                  <a:pt x="107" y="0"/>
                  <a:pt x="107" y="0"/>
                  <a:pt x="107" y="0"/>
                </a:cubicBezTo>
                <a:cubicBezTo>
                  <a:pt x="108" y="1"/>
                  <a:pt x="108" y="1"/>
                  <a:pt x="108" y="1"/>
                </a:cubicBezTo>
                <a:cubicBezTo>
                  <a:pt x="108" y="1"/>
                  <a:pt x="108" y="1"/>
                  <a:pt x="108" y="1"/>
                </a:cubicBezTo>
                <a:cubicBezTo>
                  <a:pt x="108" y="1"/>
                  <a:pt x="108" y="1"/>
                  <a:pt x="108" y="1"/>
                </a:cubicBezTo>
                <a:cubicBezTo>
                  <a:pt x="163" y="61"/>
                  <a:pt x="163" y="61"/>
                  <a:pt x="163" y="61"/>
                </a:cubicBezTo>
                <a:cubicBezTo>
                  <a:pt x="164" y="61"/>
                  <a:pt x="164" y="61"/>
                  <a:pt x="164" y="61"/>
                </a:cubicBezTo>
                <a:cubicBezTo>
                  <a:pt x="164" y="61"/>
                  <a:pt x="164" y="61"/>
                  <a:pt x="164" y="61"/>
                </a:cubicBezTo>
                <a:cubicBezTo>
                  <a:pt x="164" y="62"/>
                  <a:pt x="164" y="62"/>
                  <a:pt x="164" y="62"/>
                </a:cubicBezTo>
                <a:cubicBezTo>
                  <a:pt x="164" y="62"/>
                  <a:pt x="164" y="62"/>
                  <a:pt x="164" y="62"/>
                </a:cubicBezTo>
                <a:cubicBezTo>
                  <a:pt x="164" y="109"/>
                  <a:pt x="164" y="109"/>
                  <a:pt x="164" y="109"/>
                </a:cubicBezTo>
                <a:cubicBezTo>
                  <a:pt x="180" y="109"/>
                  <a:pt x="180" y="109"/>
                  <a:pt x="180" y="109"/>
                </a:cubicBezTo>
                <a:cubicBezTo>
                  <a:pt x="191" y="109"/>
                  <a:pt x="200" y="118"/>
                  <a:pt x="200" y="129"/>
                </a:cubicBezTo>
                <a:cubicBezTo>
                  <a:pt x="200" y="157"/>
                  <a:pt x="200" y="157"/>
                  <a:pt x="200" y="157"/>
                </a:cubicBezTo>
                <a:cubicBezTo>
                  <a:pt x="200" y="168"/>
                  <a:pt x="191" y="177"/>
                  <a:pt x="180" y="177"/>
                </a:cubicBezTo>
                <a:close/>
                <a:moveTo>
                  <a:pt x="108" y="15"/>
                </a:moveTo>
                <a:cubicBezTo>
                  <a:pt x="108" y="41"/>
                  <a:pt x="108" y="41"/>
                  <a:pt x="108" y="41"/>
                </a:cubicBezTo>
                <a:cubicBezTo>
                  <a:pt x="108" y="52"/>
                  <a:pt x="117" y="61"/>
                  <a:pt x="128" y="61"/>
                </a:cubicBezTo>
                <a:cubicBezTo>
                  <a:pt x="151" y="61"/>
                  <a:pt x="151" y="61"/>
                  <a:pt x="151" y="61"/>
                </a:cubicBezTo>
                <a:lnTo>
                  <a:pt x="108" y="15"/>
                </a:lnTo>
                <a:close/>
                <a:moveTo>
                  <a:pt x="156" y="69"/>
                </a:moveTo>
                <a:cubicBezTo>
                  <a:pt x="120" y="69"/>
                  <a:pt x="120" y="69"/>
                  <a:pt x="120" y="69"/>
                </a:cubicBezTo>
                <a:cubicBezTo>
                  <a:pt x="109" y="69"/>
                  <a:pt x="100" y="60"/>
                  <a:pt x="100" y="49"/>
                </a:cubicBezTo>
                <a:cubicBezTo>
                  <a:pt x="100" y="9"/>
                  <a:pt x="100" y="9"/>
                  <a:pt x="100" y="9"/>
                </a:cubicBezTo>
                <a:cubicBezTo>
                  <a:pt x="28" y="9"/>
                  <a:pt x="28" y="9"/>
                  <a:pt x="28" y="9"/>
                </a:cubicBezTo>
                <a:cubicBezTo>
                  <a:pt x="17" y="9"/>
                  <a:pt x="8" y="18"/>
                  <a:pt x="8" y="29"/>
                </a:cubicBezTo>
                <a:cubicBezTo>
                  <a:pt x="8" y="173"/>
                  <a:pt x="8" y="173"/>
                  <a:pt x="8" y="173"/>
                </a:cubicBezTo>
                <a:cubicBezTo>
                  <a:pt x="8" y="184"/>
                  <a:pt x="17" y="193"/>
                  <a:pt x="28" y="193"/>
                </a:cubicBezTo>
                <a:cubicBezTo>
                  <a:pt x="136" y="193"/>
                  <a:pt x="136" y="193"/>
                  <a:pt x="136" y="193"/>
                </a:cubicBezTo>
                <a:cubicBezTo>
                  <a:pt x="145" y="193"/>
                  <a:pt x="154" y="186"/>
                  <a:pt x="155" y="177"/>
                </a:cubicBezTo>
                <a:cubicBezTo>
                  <a:pt x="64" y="177"/>
                  <a:pt x="64" y="177"/>
                  <a:pt x="64" y="177"/>
                </a:cubicBezTo>
                <a:cubicBezTo>
                  <a:pt x="53" y="177"/>
                  <a:pt x="44" y="168"/>
                  <a:pt x="44" y="157"/>
                </a:cubicBezTo>
                <a:cubicBezTo>
                  <a:pt x="44" y="129"/>
                  <a:pt x="44" y="129"/>
                  <a:pt x="44" y="129"/>
                </a:cubicBezTo>
                <a:cubicBezTo>
                  <a:pt x="44" y="118"/>
                  <a:pt x="53" y="109"/>
                  <a:pt x="64" y="109"/>
                </a:cubicBezTo>
                <a:cubicBezTo>
                  <a:pt x="156" y="109"/>
                  <a:pt x="156" y="109"/>
                  <a:pt x="156" y="109"/>
                </a:cubicBezTo>
                <a:lnTo>
                  <a:pt x="156" y="69"/>
                </a:lnTo>
                <a:close/>
                <a:moveTo>
                  <a:pt x="141" y="145"/>
                </a:moveTo>
                <a:cubicBezTo>
                  <a:pt x="141" y="140"/>
                  <a:pt x="140" y="135"/>
                  <a:pt x="137" y="132"/>
                </a:cubicBezTo>
                <a:cubicBezTo>
                  <a:pt x="134" y="129"/>
                  <a:pt x="130" y="127"/>
                  <a:pt x="125" y="127"/>
                </a:cubicBezTo>
                <a:cubicBezTo>
                  <a:pt x="122" y="127"/>
                  <a:pt x="119" y="128"/>
                  <a:pt x="117" y="129"/>
                </a:cubicBezTo>
                <a:cubicBezTo>
                  <a:pt x="116" y="129"/>
                  <a:pt x="114" y="130"/>
                  <a:pt x="113" y="132"/>
                </a:cubicBezTo>
                <a:cubicBezTo>
                  <a:pt x="112" y="133"/>
                  <a:pt x="110" y="135"/>
                  <a:pt x="110" y="136"/>
                </a:cubicBezTo>
                <a:cubicBezTo>
                  <a:pt x="109" y="139"/>
                  <a:pt x="108" y="142"/>
                  <a:pt x="108" y="145"/>
                </a:cubicBezTo>
                <a:cubicBezTo>
                  <a:pt x="108" y="151"/>
                  <a:pt x="110" y="155"/>
                  <a:pt x="113" y="158"/>
                </a:cubicBezTo>
                <a:cubicBezTo>
                  <a:pt x="116" y="161"/>
                  <a:pt x="120" y="163"/>
                  <a:pt x="125" y="163"/>
                </a:cubicBezTo>
                <a:cubicBezTo>
                  <a:pt x="130" y="163"/>
                  <a:pt x="134" y="161"/>
                  <a:pt x="137" y="158"/>
                </a:cubicBezTo>
                <a:cubicBezTo>
                  <a:pt x="140" y="155"/>
                  <a:pt x="141" y="151"/>
                  <a:pt x="141" y="145"/>
                </a:cubicBezTo>
                <a:close/>
                <a:moveTo>
                  <a:pt x="102" y="145"/>
                </a:moveTo>
                <a:cubicBezTo>
                  <a:pt x="102" y="142"/>
                  <a:pt x="102" y="139"/>
                  <a:pt x="101" y="137"/>
                </a:cubicBezTo>
                <a:cubicBezTo>
                  <a:pt x="101" y="135"/>
                  <a:pt x="99" y="133"/>
                  <a:pt x="98" y="132"/>
                </a:cubicBezTo>
                <a:cubicBezTo>
                  <a:pt x="97" y="130"/>
                  <a:pt x="95" y="129"/>
                  <a:pt x="93" y="129"/>
                </a:cubicBezTo>
                <a:cubicBezTo>
                  <a:pt x="91" y="128"/>
                  <a:pt x="89" y="128"/>
                  <a:pt x="86" y="128"/>
                </a:cubicBezTo>
                <a:cubicBezTo>
                  <a:pt x="74" y="128"/>
                  <a:pt x="74" y="128"/>
                  <a:pt x="74" y="128"/>
                </a:cubicBezTo>
                <a:cubicBezTo>
                  <a:pt x="74" y="162"/>
                  <a:pt x="74" y="162"/>
                  <a:pt x="74" y="162"/>
                </a:cubicBezTo>
                <a:cubicBezTo>
                  <a:pt x="87" y="162"/>
                  <a:pt x="87" y="162"/>
                  <a:pt x="87" y="162"/>
                </a:cubicBezTo>
                <a:cubicBezTo>
                  <a:pt x="89" y="162"/>
                  <a:pt x="91" y="162"/>
                  <a:pt x="93" y="162"/>
                </a:cubicBezTo>
                <a:cubicBezTo>
                  <a:pt x="95" y="161"/>
                  <a:pt x="97" y="160"/>
                  <a:pt x="98" y="159"/>
                </a:cubicBezTo>
                <a:cubicBezTo>
                  <a:pt x="99" y="157"/>
                  <a:pt x="101" y="155"/>
                  <a:pt x="101" y="153"/>
                </a:cubicBezTo>
                <a:cubicBezTo>
                  <a:pt x="102" y="151"/>
                  <a:pt x="102" y="148"/>
                  <a:pt x="102" y="145"/>
                </a:cubicBezTo>
                <a:close/>
                <a:moveTo>
                  <a:pt x="156" y="136"/>
                </a:moveTo>
                <a:cubicBezTo>
                  <a:pt x="158" y="134"/>
                  <a:pt x="160" y="133"/>
                  <a:pt x="163" y="133"/>
                </a:cubicBezTo>
                <a:cubicBezTo>
                  <a:pt x="164" y="133"/>
                  <a:pt x="166" y="134"/>
                  <a:pt x="167" y="135"/>
                </a:cubicBezTo>
                <a:cubicBezTo>
                  <a:pt x="169" y="136"/>
                  <a:pt x="169" y="137"/>
                  <a:pt x="170" y="139"/>
                </a:cubicBezTo>
                <a:cubicBezTo>
                  <a:pt x="177" y="137"/>
                  <a:pt x="177" y="137"/>
                  <a:pt x="177" y="137"/>
                </a:cubicBezTo>
                <a:cubicBezTo>
                  <a:pt x="176" y="135"/>
                  <a:pt x="175" y="132"/>
                  <a:pt x="173" y="131"/>
                </a:cubicBezTo>
                <a:cubicBezTo>
                  <a:pt x="171" y="129"/>
                  <a:pt x="167" y="127"/>
                  <a:pt x="163" y="127"/>
                </a:cubicBezTo>
                <a:cubicBezTo>
                  <a:pt x="158" y="127"/>
                  <a:pt x="154" y="129"/>
                  <a:pt x="151" y="132"/>
                </a:cubicBezTo>
                <a:cubicBezTo>
                  <a:pt x="148" y="135"/>
                  <a:pt x="147" y="140"/>
                  <a:pt x="147" y="145"/>
                </a:cubicBezTo>
                <a:cubicBezTo>
                  <a:pt x="147" y="151"/>
                  <a:pt x="148" y="155"/>
                  <a:pt x="151" y="158"/>
                </a:cubicBezTo>
                <a:cubicBezTo>
                  <a:pt x="154" y="161"/>
                  <a:pt x="158" y="163"/>
                  <a:pt x="163" y="163"/>
                </a:cubicBezTo>
                <a:cubicBezTo>
                  <a:pt x="166" y="163"/>
                  <a:pt x="169" y="162"/>
                  <a:pt x="172" y="160"/>
                </a:cubicBezTo>
                <a:cubicBezTo>
                  <a:pt x="174" y="158"/>
                  <a:pt x="176" y="155"/>
                  <a:pt x="177" y="152"/>
                </a:cubicBezTo>
                <a:cubicBezTo>
                  <a:pt x="170" y="150"/>
                  <a:pt x="170" y="150"/>
                  <a:pt x="170" y="150"/>
                </a:cubicBezTo>
                <a:cubicBezTo>
                  <a:pt x="169" y="152"/>
                  <a:pt x="169" y="154"/>
                  <a:pt x="167" y="155"/>
                </a:cubicBezTo>
                <a:cubicBezTo>
                  <a:pt x="166" y="156"/>
                  <a:pt x="164" y="157"/>
                  <a:pt x="162" y="157"/>
                </a:cubicBezTo>
                <a:cubicBezTo>
                  <a:pt x="160" y="157"/>
                  <a:pt x="158" y="156"/>
                  <a:pt x="156" y="154"/>
                </a:cubicBezTo>
                <a:cubicBezTo>
                  <a:pt x="155" y="152"/>
                  <a:pt x="154" y="149"/>
                  <a:pt x="154" y="145"/>
                </a:cubicBezTo>
                <a:cubicBezTo>
                  <a:pt x="154" y="141"/>
                  <a:pt x="155" y="138"/>
                  <a:pt x="156" y="136"/>
                </a:cubicBezTo>
                <a:close/>
                <a:moveTo>
                  <a:pt x="93" y="155"/>
                </a:moveTo>
                <a:cubicBezTo>
                  <a:pt x="92" y="155"/>
                  <a:pt x="91" y="156"/>
                  <a:pt x="90" y="156"/>
                </a:cubicBezTo>
                <a:cubicBezTo>
                  <a:pt x="89" y="156"/>
                  <a:pt x="88" y="156"/>
                  <a:pt x="86" y="156"/>
                </a:cubicBezTo>
                <a:cubicBezTo>
                  <a:pt x="81" y="156"/>
                  <a:pt x="81" y="156"/>
                  <a:pt x="81" y="156"/>
                </a:cubicBezTo>
                <a:cubicBezTo>
                  <a:pt x="81" y="134"/>
                  <a:pt x="81" y="134"/>
                  <a:pt x="81" y="134"/>
                </a:cubicBezTo>
                <a:cubicBezTo>
                  <a:pt x="84" y="134"/>
                  <a:pt x="84" y="134"/>
                  <a:pt x="84" y="134"/>
                </a:cubicBezTo>
                <a:cubicBezTo>
                  <a:pt x="87" y="134"/>
                  <a:pt x="88" y="134"/>
                  <a:pt x="89" y="134"/>
                </a:cubicBezTo>
                <a:cubicBezTo>
                  <a:pt x="91" y="134"/>
                  <a:pt x="92" y="135"/>
                  <a:pt x="93" y="136"/>
                </a:cubicBezTo>
                <a:cubicBezTo>
                  <a:pt x="93" y="136"/>
                  <a:pt x="94" y="138"/>
                  <a:pt x="95" y="139"/>
                </a:cubicBezTo>
                <a:cubicBezTo>
                  <a:pt x="95" y="140"/>
                  <a:pt x="95" y="142"/>
                  <a:pt x="95" y="145"/>
                </a:cubicBezTo>
                <a:cubicBezTo>
                  <a:pt x="95" y="148"/>
                  <a:pt x="95" y="150"/>
                  <a:pt x="95" y="151"/>
                </a:cubicBezTo>
                <a:cubicBezTo>
                  <a:pt x="94" y="153"/>
                  <a:pt x="93" y="154"/>
                  <a:pt x="93" y="155"/>
                </a:cubicBezTo>
                <a:close/>
                <a:moveTo>
                  <a:pt x="118" y="154"/>
                </a:moveTo>
                <a:cubicBezTo>
                  <a:pt x="116" y="152"/>
                  <a:pt x="115" y="149"/>
                  <a:pt x="115" y="145"/>
                </a:cubicBezTo>
                <a:cubicBezTo>
                  <a:pt x="115" y="141"/>
                  <a:pt x="116" y="138"/>
                  <a:pt x="118" y="136"/>
                </a:cubicBezTo>
                <a:cubicBezTo>
                  <a:pt x="120" y="134"/>
                  <a:pt x="122" y="133"/>
                  <a:pt x="125" y="133"/>
                </a:cubicBezTo>
                <a:cubicBezTo>
                  <a:pt x="128" y="133"/>
                  <a:pt x="130" y="134"/>
                  <a:pt x="132" y="136"/>
                </a:cubicBezTo>
                <a:cubicBezTo>
                  <a:pt x="133" y="138"/>
                  <a:pt x="134" y="141"/>
                  <a:pt x="134" y="145"/>
                </a:cubicBezTo>
                <a:cubicBezTo>
                  <a:pt x="134" y="149"/>
                  <a:pt x="133" y="152"/>
                  <a:pt x="132" y="154"/>
                </a:cubicBezTo>
                <a:cubicBezTo>
                  <a:pt x="130" y="156"/>
                  <a:pt x="128" y="157"/>
                  <a:pt x="125" y="157"/>
                </a:cubicBezTo>
                <a:cubicBezTo>
                  <a:pt x="122" y="157"/>
                  <a:pt x="120" y="156"/>
                  <a:pt x="118" y="154"/>
                </a:cubicBezTo>
                <a:close/>
                <a:moveTo>
                  <a:pt x="55" y="72"/>
                </a:moveTo>
                <a:cubicBezTo>
                  <a:pt x="54" y="69"/>
                  <a:pt x="53" y="65"/>
                  <a:pt x="53" y="63"/>
                </a:cubicBezTo>
                <a:cubicBezTo>
                  <a:pt x="53" y="63"/>
                  <a:pt x="53" y="63"/>
                  <a:pt x="53" y="63"/>
                </a:cubicBezTo>
                <a:cubicBezTo>
                  <a:pt x="52" y="65"/>
                  <a:pt x="52" y="69"/>
                  <a:pt x="51" y="71"/>
                </a:cubicBezTo>
                <a:cubicBezTo>
                  <a:pt x="47" y="89"/>
                  <a:pt x="47" y="89"/>
                  <a:pt x="47" y="89"/>
                </a:cubicBezTo>
                <a:cubicBezTo>
                  <a:pt x="30" y="89"/>
                  <a:pt x="30" y="89"/>
                  <a:pt x="30" y="89"/>
                </a:cubicBezTo>
                <a:cubicBezTo>
                  <a:pt x="20" y="48"/>
                  <a:pt x="20" y="48"/>
                  <a:pt x="20" y="48"/>
                </a:cubicBezTo>
                <a:cubicBezTo>
                  <a:pt x="16" y="48"/>
                  <a:pt x="16" y="48"/>
                  <a:pt x="16" y="48"/>
                </a:cubicBezTo>
                <a:cubicBezTo>
                  <a:pt x="16" y="36"/>
                  <a:pt x="16" y="36"/>
                  <a:pt x="16" y="36"/>
                </a:cubicBezTo>
                <a:cubicBezTo>
                  <a:pt x="40" y="36"/>
                  <a:pt x="40" y="36"/>
                  <a:pt x="40" y="36"/>
                </a:cubicBezTo>
                <a:cubicBezTo>
                  <a:pt x="40" y="48"/>
                  <a:pt x="40" y="48"/>
                  <a:pt x="40" y="48"/>
                </a:cubicBezTo>
                <a:cubicBezTo>
                  <a:pt x="36" y="48"/>
                  <a:pt x="36" y="48"/>
                  <a:pt x="36" y="48"/>
                </a:cubicBezTo>
                <a:cubicBezTo>
                  <a:pt x="38" y="58"/>
                  <a:pt x="38" y="58"/>
                  <a:pt x="38" y="58"/>
                </a:cubicBezTo>
                <a:cubicBezTo>
                  <a:pt x="39" y="62"/>
                  <a:pt x="40" y="70"/>
                  <a:pt x="40" y="72"/>
                </a:cubicBezTo>
                <a:cubicBezTo>
                  <a:pt x="41" y="72"/>
                  <a:pt x="41" y="72"/>
                  <a:pt x="41" y="72"/>
                </a:cubicBezTo>
                <a:cubicBezTo>
                  <a:pt x="41" y="70"/>
                  <a:pt x="43" y="61"/>
                  <a:pt x="44" y="55"/>
                </a:cubicBezTo>
                <a:cubicBezTo>
                  <a:pt x="48" y="36"/>
                  <a:pt x="48" y="36"/>
                  <a:pt x="48" y="36"/>
                </a:cubicBezTo>
                <a:cubicBezTo>
                  <a:pt x="63" y="36"/>
                  <a:pt x="63" y="36"/>
                  <a:pt x="63" y="36"/>
                </a:cubicBezTo>
                <a:cubicBezTo>
                  <a:pt x="67" y="58"/>
                  <a:pt x="67" y="58"/>
                  <a:pt x="67" y="58"/>
                </a:cubicBezTo>
                <a:cubicBezTo>
                  <a:pt x="68" y="63"/>
                  <a:pt x="69" y="69"/>
                  <a:pt x="69" y="72"/>
                </a:cubicBezTo>
                <a:cubicBezTo>
                  <a:pt x="70" y="72"/>
                  <a:pt x="70" y="72"/>
                  <a:pt x="70" y="72"/>
                </a:cubicBezTo>
                <a:cubicBezTo>
                  <a:pt x="70" y="69"/>
                  <a:pt x="71" y="62"/>
                  <a:pt x="72" y="59"/>
                </a:cubicBezTo>
                <a:cubicBezTo>
                  <a:pt x="74" y="48"/>
                  <a:pt x="74" y="48"/>
                  <a:pt x="74" y="48"/>
                </a:cubicBezTo>
                <a:cubicBezTo>
                  <a:pt x="70" y="48"/>
                  <a:pt x="70" y="48"/>
                  <a:pt x="70" y="48"/>
                </a:cubicBezTo>
                <a:cubicBezTo>
                  <a:pt x="70" y="36"/>
                  <a:pt x="70" y="36"/>
                  <a:pt x="70" y="36"/>
                </a:cubicBezTo>
                <a:cubicBezTo>
                  <a:pt x="91" y="36"/>
                  <a:pt x="91" y="36"/>
                  <a:pt x="91" y="36"/>
                </a:cubicBezTo>
                <a:cubicBezTo>
                  <a:pt x="91" y="48"/>
                  <a:pt x="91" y="48"/>
                  <a:pt x="91" y="48"/>
                </a:cubicBezTo>
                <a:cubicBezTo>
                  <a:pt x="87" y="48"/>
                  <a:pt x="87" y="48"/>
                  <a:pt x="87" y="48"/>
                </a:cubicBezTo>
                <a:cubicBezTo>
                  <a:pt x="76" y="89"/>
                  <a:pt x="76" y="89"/>
                  <a:pt x="76" y="89"/>
                </a:cubicBezTo>
                <a:cubicBezTo>
                  <a:pt x="59" y="89"/>
                  <a:pt x="59" y="89"/>
                  <a:pt x="59" y="89"/>
                </a:cubicBezTo>
                <a:lnTo>
                  <a:pt x="55" y="72"/>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203"/>
          <p:cNvSpPr>
            <a:spLocks noEditPoints="1"/>
          </p:cNvSpPr>
          <p:nvPr/>
        </p:nvSpPr>
        <p:spPr bwMode="auto">
          <a:xfrm>
            <a:off x="1163951" y="4830850"/>
            <a:ext cx="395288" cy="396875"/>
          </a:xfrm>
          <a:custGeom>
            <a:avLst/>
            <a:gdLst>
              <a:gd name="T0" fmla="*/ 164 w 200"/>
              <a:gd name="T1" fmla="*/ 177 h 201"/>
              <a:gd name="T2" fmla="*/ 144 w 200"/>
              <a:gd name="T3" fmla="*/ 201 h 201"/>
              <a:gd name="T4" fmla="*/ 0 w 200"/>
              <a:gd name="T5" fmla="*/ 181 h 201"/>
              <a:gd name="T6" fmla="*/ 20 w 200"/>
              <a:gd name="T7" fmla="*/ 1 h 201"/>
              <a:gd name="T8" fmla="*/ 107 w 200"/>
              <a:gd name="T9" fmla="*/ 1 h 201"/>
              <a:gd name="T10" fmla="*/ 108 w 200"/>
              <a:gd name="T11" fmla="*/ 1 h 201"/>
              <a:gd name="T12" fmla="*/ 108 w 200"/>
              <a:gd name="T13" fmla="*/ 1 h 201"/>
              <a:gd name="T14" fmla="*/ 164 w 200"/>
              <a:gd name="T15" fmla="*/ 61 h 201"/>
              <a:gd name="T16" fmla="*/ 164 w 200"/>
              <a:gd name="T17" fmla="*/ 62 h 201"/>
              <a:gd name="T18" fmla="*/ 164 w 200"/>
              <a:gd name="T19" fmla="*/ 109 h 201"/>
              <a:gd name="T20" fmla="*/ 200 w 200"/>
              <a:gd name="T21" fmla="*/ 129 h 201"/>
              <a:gd name="T22" fmla="*/ 180 w 200"/>
              <a:gd name="T23" fmla="*/ 177 h 201"/>
              <a:gd name="T24" fmla="*/ 108 w 200"/>
              <a:gd name="T25" fmla="*/ 41 h 201"/>
              <a:gd name="T26" fmla="*/ 151 w 200"/>
              <a:gd name="T27" fmla="*/ 61 h 201"/>
              <a:gd name="T28" fmla="*/ 156 w 200"/>
              <a:gd name="T29" fmla="*/ 69 h 201"/>
              <a:gd name="T30" fmla="*/ 100 w 200"/>
              <a:gd name="T31" fmla="*/ 49 h 201"/>
              <a:gd name="T32" fmla="*/ 28 w 200"/>
              <a:gd name="T33" fmla="*/ 9 h 201"/>
              <a:gd name="T34" fmla="*/ 8 w 200"/>
              <a:gd name="T35" fmla="*/ 173 h 201"/>
              <a:gd name="T36" fmla="*/ 136 w 200"/>
              <a:gd name="T37" fmla="*/ 193 h 201"/>
              <a:gd name="T38" fmla="*/ 64 w 200"/>
              <a:gd name="T39" fmla="*/ 177 h 201"/>
              <a:gd name="T40" fmla="*/ 44 w 200"/>
              <a:gd name="T41" fmla="*/ 129 h 201"/>
              <a:gd name="T42" fmla="*/ 156 w 200"/>
              <a:gd name="T43" fmla="*/ 109 h 201"/>
              <a:gd name="T44" fmla="*/ 127 w 200"/>
              <a:gd name="T45" fmla="*/ 162 h 201"/>
              <a:gd name="T46" fmla="*/ 120 w 200"/>
              <a:gd name="T47" fmla="*/ 128 h 201"/>
              <a:gd name="T48" fmla="*/ 127 w 200"/>
              <a:gd name="T49" fmla="*/ 162 h 201"/>
              <a:gd name="T50" fmla="*/ 114 w 200"/>
              <a:gd name="T51" fmla="*/ 128 h 201"/>
              <a:gd name="T52" fmla="*/ 89 w 200"/>
              <a:gd name="T53" fmla="*/ 134 h 201"/>
              <a:gd name="T54" fmla="*/ 87 w 200"/>
              <a:gd name="T55" fmla="*/ 156 h 201"/>
              <a:gd name="T56" fmla="*/ 115 w 200"/>
              <a:gd name="T57" fmla="*/ 162 h 201"/>
              <a:gd name="T58" fmla="*/ 95 w 200"/>
              <a:gd name="T59" fmla="*/ 156 h 201"/>
              <a:gd name="T60" fmla="*/ 159 w 200"/>
              <a:gd name="T61" fmla="*/ 132 h 201"/>
              <a:gd name="T62" fmla="*/ 146 w 200"/>
              <a:gd name="T63" fmla="*/ 128 h 201"/>
              <a:gd name="T64" fmla="*/ 135 w 200"/>
              <a:gd name="T65" fmla="*/ 162 h 201"/>
              <a:gd name="T66" fmla="*/ 142 w 200"/>
              <a:gd name="T67" fmla="*/ 149 h 201"/>
              <a:gd name="T68" fmla="*/ 153 w 200"/>
              <a:gd name="T69" fmla="*/ 149 h 201"/>
              <a:gd name="T70" fmla="*/ 160 w 200"/>
              <a:gd name="T71" fmla="*/ 144 h 201"/>
              <a:gd name="T72" fmla="*/ 159 w 200"/>
              <a:gd name="T73" fmla="*/ 132 h 201"/>
              <a:gd name="T74" fmla="*/ 145 w 200"/>
              <a:gd name="T75" fmla="*/ 143 h 201"/>
              <a:gd name="T76" fmla="*/ 142 w 200"/>
              <a:gd name="T77" fmla="*/ 134 h 201"/>
              <a:gd name="T78" fmla="*/ 150 w 200"/>
              <a:gd name="T79" fmla="*/ 134 h 201"/>
              <a:gd name="T80" fmla="*/ 154 w 200"/>
              <a:gd name="T81" fmla="*/ 139 h 201"/>
              <a:gd name="T82" fmla="*/ 151 w 200"/>
              <a:gd name="T83" fmla="*/ 143 h 201"/>
              <a:gd name="T84" fmla="*/ 64 w 200"/>
              <a:gd name="T85" fmla="*/ 61 h 201"/>
              <a:gd name="T86" fmla="*/ 40 w 200"/>
              <a:gd name="T87" fmla="*/ 97 h 201"/>
              <a:gd name="T88" fmla="*/ 48 w 200"/>
              <a:gd name="T89" fmla="*/ 89 h 201"/>
              <a:gd name="T90" fmla="*/ 56 w 200"/>
              <a:gd name="T91" fmla="*/ 68 h 201"/>
              <a:gd name="T92" fmla="*/ 48 w 200"/>
              <a:gd name="T93" fmla="*/ 89 h 201"/>
              <a:gd name="T94" fmla="*/ 68 w 200"/>
              <a:gd name="T95" fmla="*/ 49 h 201"/>
              <a:gd name="T96" fmla="*/ 48 w 200"/>
              <a:gd name="T97" fmla="*/ 57 h 201"/>
              <a:gd name="T98" fmla="*/ 48 w 200"/>
              <a:gd name="T99" fmla="*/ 25 h 201"/>
              <a:gd name="T100" fmla="*/ 68 w 200"/>
              <a:gd name="T101" fmla="*/ 33 h 201"/>
              <a:gd name="T102" fmla="*/ 48 w 200"/>
              <a:gd name="T103" fmla="*/ 25 h 201"/>
              <a:gd name="T104" fmla="*/ 56 w 200"/>
              <a:gd name="T105" fmla="*/ 13 h 201"/>
              <a:gd name="T106" fmla="*/ 36 w 200"/>
              <a:gd name="T107" fmla="*/ 21 h 201"/>
              <a:gd name="T108" fmla="*/ 56 w 200"/>
              <a:gd name="T109" fmla="*/ 45 h 201"/>
              <a:gd name="T110" fmla="*/ 36 w 200"/>
              <a:gd name="T111" fmla="*/ 37 h 201"/>
              <a:gd name="T112" fmla="*/ 56 w 200"/>
              <a:gd name="T113" fmla="*/ 45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0" h="201">
                <a:moveTo>
                  <a:pt x="180" y="177"/>
                </a:moveTo>
                <a:cubicBezTo>
                  <a:pt x="164" y="177"/>
                  <a:pt x="164" y="177"/>
                  <a:pt x="164" y="177"/>
                </a:cubicBezTo>
                <a:cubicBezTo>
                  <a:pt x="164" y="181"/>
                  <a:pt x="164" y="181"/>
                  <a:pt x="164" y="181"/>
                </a:cubicBezTo>
                <a:cubicBezTo>
                  <a:pt x="164" y="192"/>
                  <a:pt x="155" y="201"/>
                  <a:pt x="144" y="201"/>
                </a:cubicBezTo>
                <a:cubicBezTo>
                  <a:pt x="20" y="201"/>
                  <a:pt x="20" y="201"/>
                  <a:pt x="20" y="201"/>
                </a:cubicBezTo>
                <a:cubicBezTo>
                  <a:pt x="9" y="201"/>
                  <a:pt x="0" y="192"/>
                  <a:pt x="0" y="181"/>
                </a:cubicBezTo>
                <a:cubicBezTo>
                  <a:pt x="0" y="21"/>
                  <a:pt x="0" y="21"/>
                  <a:pt x="0" y="21"/>
                </a:cubicBezTo>
                <a:cubicBezTo>
                  <a:pt x="0" y="10"/>
                  <a:pt x="9" y="1"/>
                  <a:pt x="20" y="1"/>
                </a:cubicBezTo>
                <a:cubicBezTo>
                  <a:pt x="100" y="1"/>
                  <a:pt x="100" y="1"/>
                  <a:pt x="100" y="1"/>
                </a:cubicBezTo>
                <a:cubicBezTo>
                  <a:pt x="107" y="1"/>
                  <a:pt x="107" y="1"/>
                  <a:pt x="107" y="1"/>
                </a:cubicBezTo>
                <a:cubicBezTo>
                  <a:pt x="107" y="0"/>
                  <a:pt x="107" y="0"/>
                  <a:pt x="107" y="0"/>
                </a:cubicBezTo>
                <a:cubicBezTo>
                  <a:pt x="108" y="1"/>
                  <a:pt x="108" y="1"/>
                  <a:pt x="108" y="1"/>
                </a:cubicBezTo>
                <a:cubicBezTo>
                  <a:pt x="108" y="1"/>
                  <a:pt x="108" y="1"/>
                  <a:pt x="108" y="1"/>
                </a:cubicBezTo>
                <a:cubicBezTo>
                  <a:pt x="108" y="1"/>
                  <a:pt x="108" y="1"/>
                  <a:pt x="108" y="1"/>
                </a:cubicBezTo>
                <a:cubicBezTo>
                  <a:pt x="163" y="61"/>
                  <a:pt x="163" y="61"/>
                  <a:pt x="163" y="61"/>
                </a:cubicBezTo>
                <a:cubicBezTo>
                  <a:pt x="164" y="61"/>
                  <a:pt x="164" y="61"/>
                  <a:pt x="164" y="61"/>
                </a:cubicBezTo>
                <a:cubicBezTo>
                  <a:pt x="164" y="61"/>
                  <a:pt x="164" y="61"/>
                  <a:pt x="164" y="61"/>
                </a:cubicBezTo>
                <a:cubicBezTo>
                  <a:pt x="164" y="62"/>
                  <a:pt x="164" y="62"/>
                  <a:pt x="164" y="62"/>
                </a:cubicBezTo>
                <a:cubicBezTo>
                  <a:pt x="164" y="62"/>
                  <a:pt x="164" y="62"/>
                  <a:pt x="164" y="62"/>
                </a:cubicBezTo>
                <a:cubicBezTo>
                  <a:pt x="164" y="109"/>
                  <a:pt x="164" y="109"/>
                  <a:pt x="164" y="109"/>
                </a:cubicBezTo>
                <a:cubicBezTo>
                  <a:pt x="180" y="109"/>
                  <a:pt x="180" y="109"/>
                  <a:pt x="180" y="109"/>
                </a:cubicBezTo>
                <a:cubicBezTo>
                  <a:pt x="191" y="109"/>
                  <a:pt x="200" y="118"/>
                  <a:pt x="200" y="129"/>
                </a:cubicBezTo>
                <a:cubicBezTo>
                  <a:pt x="200" y="157"/>
                  <a:pt x="200" y="157"/>
                  <a:pt x="200" y="157"/>
                </a:cubicBezTo>
                <a:cubicBezTo>
                  <a:pt x="200" y="168"/>
                  <a:pt x="191" y="177"/>
                  <a:pt x="180" y="177"/>
                </a:cubicBezTo>
                <a:close/>
                <a:moveTo>
                  <a:pt x="108" y="15"/>
                </a:moveTo>
                <a:cubicBezTo>
                  <a:pt x="108" y="41"/>
                  <a:pt x="108" y="41"/>
                  <a:pt x="108" y="41"/>
                </a:cubicBezTo>
                <a:cubicBezTo>
                  <a:pt x="108" y="52"/>
                  <a:pt x="117" y="61"/>
                  <a:pt x="128" y="61"/>
                </a:cubicBezTo>
                <a:cubicBezTo>
                  <a:pt x="151" y="61"/>
                  <a:pt x="151" y="61"/>
                  <a:pt x="151" y="61"/>
                </a:cubicBezTo>
                <a:lnTo>
                  <a:pt x="108" y="15"/>
                </a:lnTo>
                <a:close/>
                <a:moveTo>
                  <a:pt x="156" y="69"/>
                </a:moveTo>
                <a:cubicBezTo>
                  <a:pt x="120" y="69"/>
                  <a:pt x="120" y="69"/>
                  <a:pt x="120" y="69"/>
                </a:cubicBezTo>
                <a:cubicBezTo>
                  <a:pt x="109" y="69"/>
                  <a:pt x="100" y="60"/>
                  <a:pt x="100" y="49"/>
                </a:cubicBezTo>
                <a:cubicBezTo>
                  <a:pt x="100" y="9"/>
                  <a:pt x="100" y="9"/>
                  <a:pt x="100" y="9"/>
                </a:cubicBezTo>
                <a:cubicBezTo>
                  <a:pt x="28" y="9"/>
                  <a:pt x="28" y="9"/>
                  <a:pt x="28" y="9"/>
                </a:cubicBezTo>
                <a:cubicBezTo>
                  <a:pt x="17" y="9"/>
                  <a:pt x="8" y="18"/>
                  <a:pt x="8" y="29"/>
                </a:cubicBezTo>
                <a:cubicBezTo>
                  <a:pt x="8" y="173"/>
                  <a:pt x="8" y="173"/>
                  <a:pt x="8" y="173"/>
                </a:cubicBezTo>
                <a:cubicBezTo>
                  <a:pt x="8" y="184"/>
                  <a:pt x="17" y="193"/>
                  <a:pt x="28" y="193"/>
                </a:cubicBezTo>
                <a:cubicBezTo>
                  <a:pt x="136" y="193"/>
                  <a:pt x="136" y="193"/>
                  <a:pt x="136" y="193"/>
                </a:cubicBezTo>
                <a:cubicBezTo>
                  <a:pt x="145" y="193"/>
                  <a:pt x="154" y="186"/>
                  <a:pt x="155" y="177"/>
                </a:cubicBezTo>
                <a:cubicBezTo>
                  <a:pt x="64" y="177"/>
                  <a:pt x="64" y="177"/>
                  <a:pt x="64" y="177"/>
                </a:cubicBezTo>
                <a:cubicBezTo>
                  <a:pt x="53" y="177"/>
                  <a:pt x="44" y="168"/>
                  <a:pt x="44" y="157"/>
                </a:cubicBezTo>
                <a:cubicBezTo>
                  <a:pt x="44" y="129"/>
                  <a:pt x="44" y="129"/>
                  <a:pt x="44" y="129"/>
                </a:cubicBezTo>
                <a:cubicBezTo>
                  <a:pt x="44" y="118"/>
                  <a:pt x="53" y="109"/>
                  <a:pt x="64" y="109"/>
                </a:cubicBezTo>
                <a:cubicBezTo>
                  <a:pt x="156" y="109"/>
                  <a:pt x="156" y="109"/>
                  <a:pt x="156" y="109"/>
                </a:cubicBezTo>
                <a:lnTo>
                  <a:pt x="156" y="69"/>
                </a:lnTo>
                <a:close/>
                <a:moveTo>
                  <a:pt x="127" y="162"/>
                </a:moveTo>
                <a:cubicBezTo>
                  <a:pt x="127" y="128"/>
                  <a:pt x="127" y="128"/>
                  <a:pt x="127" y="128"/>
                </a:cubicBezTo>
                <a:cubicBezTo>
                  <a:pt x="120" y="128"/>
                  <a:pt x="120" y="128"/>
                  <a:pt x="120" y="128"/>
                </a:cubicBezTo>
                <a:cubicBezTo>
                  <a:pt x="120" y="162"/>
                  <a:pt x="120" y="162"/>
                  <a:pt x="120" y="162"/>
                </a:cubicBezTo>
                <a:lnTo>
                  <a:pt x="127" y="162"/>
                </a:lnTo>
                <a:close/>
                <a:moveTo>
                  <a:pt x="114" y="133"/>
                </a:moveTo>
                <a:cubicBezTo>
                  <a:pt x="114" y="128"/>
                  <a:pt x="114" y="128"/>
                  <a:pt x="114" y="128"/>
                </a:cubicBezTo>
                <a:cubicBezTo>
                  <a:pt x="89" y="128"/>
                  <a:pt x="89" y="128"/>
                  <a:pt x="89" y="128"/>
                </a:cubicBezTo>
                <a:cubicBezTo>
                  <a:pt x="89" y="134"/>
                  <a:pt x="89" y="134"/>
                  <a:pt x="89" y="134"/>
                </a:cubicBezTo>
                <a:cubicBezTo>
                  <a:pt x="105" y="134"/>
                  <a:pt x="105" y="134"/>
                  <a:pt x="105" y="134"/>
                </a:cubicBezTo>
                <a:cubicBezTo>
                  <a:pt x="87" y="156"/>
                  <a:pt x="87" y="156"/>
                  <a:pt x="87" y="156"/>
                </a:cubicBezTo>
                <a:cubicBezTo>
                  <a:pt x="87" y="162"/>
                  <a:pt x="87" y="162"/>
                  <a:pt x="87" y="162"/>
                </a:cubicBezTo>
                <a:cubicBezTo>
                  <a:pt x="115" y="162"/>
                  <a:pt x="115" y="162"/>
                  <a:pt x="115" y="162"/>
                </a:cubicBezTo>
                <a:cubicBezTo>
                  <a:pt x="115" y="156"/>
                  <a:pt x="115" y="156"/>
                  <a:pt x="115" y="156"/>
                </a:cubicBezTo>
                <a:cubicBezTo>
                  <a:pt x="95" y="156"/>
                  <a:pt x="95" y="156"/>
                  <a:pt x="95" y="156"/>
                </a:cubicBezTo>
                <a:lnTo>
                  <a:pt x="114" y="133"/>
                </a:lnTo>
                <a:close/>
                <a:moveTo>
                  <a:pt x="159" y="132"/>
                </a:moveTo>
                <a:cubicBezTo>
                  <a:pt x="158" y="130"/>
                  <a:pt x="156" y="129"/>
                  <a:pt x="154" y="128"/>
                </a:cubicBezTo>
                <a:cubicBezTo>
                  <a:pt x="153" y="128"/>
                  <a:pt x="150" y="128"/>
                  <a:pt x="146" y="128"/>
                </a:cubicBezTo>
                <a:cubicBezTo>
                  <a:pt x="135" y="128"/>
                  <a:pt x="135" y="128"/>
                  <a:pt x="135" y="128"/>
                </a:cubicBezTo>
                <a:cubicBezTo>
                  <a:pt x="135" y="162"/>
                  <a:pt x="135" y="162"/>
                  <a:pt x="135" y="162"/>
                </a:cubicBezTo>
                <a:cubicBezTo>
                  <a:pt x="142" y="162"/>
                  <a:pt x="142" y="162"/>
                  <a:pt x="142" y="162"/>
                </a:cubicBezTo>
                <a:cubicBezTo>
                  <a:pt x="142" y="149"/>
                  <a:pt x="142" y="149"/>
                  <a:pt x="142" y="149"/>
                </a:cubicBezTo>
                <a:cubicBezTo>
                  <a:pt x="146" y="149"/>
                  <a:pt x="146" y="149"/>
                  <a:pt x="146" y="149"/>
                </a:cubicBezTo>
                <a:cubicBezTo>
                  <a:pt x="149" y="149"/>
                  <a:pt x="152" y="149"/>
                  <a:pt x="153" y="149"/>
                </a:cubicBezTo>
                <a:cubicBezTo>
                  <a:pt x="155" y="149"/>
                  <a:pt x="156" y="148"/>
                  <a:pt x="157" y="147"/>
                </a:cubicBezTo>
                <a:cubicBezTo>
                  <a:pt x="158" y="146"/>
                  <a:pt x="159" y="145"/>
                  <a:pt x="160" y="144"/>
                </a:cubicBezTo>
                <a:cubicBezTo>
                  <a:pt x="161" y="142"/>
                  <a:pt x="161" y="141"/>
                  <a:pt x="161" y="138"/>
                </a:cubicBezTo>
                <a:cubicBezTo>
                  <a:pt x="161" y="136"/>
                  <a:pt x="160" y="133"/>
                  <a:pt x="159" y="132"/>
                </a:cubicBezTo>
                <a:close/>
                <a:moveTo>
                  <a:pt x="151" y="143"/>
                </a:moveTo>
                <a:cubicBezTo>
                  <a:pt x="150" y="143"/>
                  <a:pt x="148" y="143"/>
                  <a:pt x="145" y="143"/>
                </a:cubicBezTo>
                <a:cubicBezTo>
                  <a:pt x="142" y="143"/>
                  <a:pt x="142" y="143"/>
                  <a:pt x="142" y="143"/>
                </a:cubicBezTo>
                <a:cubicBezTo>
                  <a:pt x="142" y="134"/>
                  <a:pt x="142" y="134"/>
                  <a:pt x="142" y="134"/>
                </a:cubicBezTo>
                <a:cubicBezTo>
                  <a:pt x="145" y="134"/>
                  <a:pt x="145" y="134"/>
                  <a:pt x="145" y="134"/>
                </a:cubicBezTo>
                <a:cubicBezTo>
                  <a:pt x="148" y="134"/>
                  <a:pt x="149" y="134"/>
                  <a:pt x="150" y="134"/>
                </a:cubicBezTo>
                <a:cubicBezTo>
                  <a:pt x="151" y="134"/>
                  <a:pt x="152" y="135"/>
                  <a:pt x="153" y="135"/>
                </a:cubicBezTo>
                <a:cubicBezTo>
                  <a:pt x="154" y="136"/>
                  <a:pt x="154" y="137"/>
                  <a:pt x="154" y="139"/>
                </a:cubicBezTo>
                <a:cubicBezTo>
                  <a:pt x="154" y="140"/>
                  <a:pt x="154" y="140"/>
                  <a:pt x="153" y="141"/>
                </a:cubicBezTo>
                <a:cubicBezTo>
                  <a:pt x="153" y="142"/>
                  <a:pt x="152" y="143"/>
                  <a:pt x="151" y="143"/>
                </a:cubicBezTo>
                <a:close/>
                <a:moveTo>
                  <a:pt x="40" y="61"/>
                </a:moveTo>
                <a:cubicBezTo>
                  <a:pt x="64" y="61"/>
                  <a:pt x="64" y="61"/>
                  <a:pt x="64" y="61"/>
                </a:cubicBezTo>
                <a:cubicBezTo>
                  <a:pt x="64" y="97"/>
                  <a:pt x="64" y="97"/>
                  <a:pt x="64" y="97"/>
                </a:cubicBezTo>
                <a:cubicBezTo>
                  <a:pt x="40" y="97"/>
                  <a:pt x="40" y="97"/>
                  <a:pt x="40" y="97"/>
                </a:cubicBezTo>
                <a:lnTo>
                  <a:pt x="40" y="61"/>
                </a:lnTo>
                <a:close/>
                <a:moveTo>
                  <a:pt x="48" y="89"/>
                </a:moveTo>
                <a:cubicBezTo>
                  <a:pt x="56" y="89"/>
                  <a:pt x="56" y="89"/>
                  <a:pt x="56" y="89"/>
                </a:cubicBezTo>
                <a:cubicBezTo>
                  <a:pt x="56" y="68"/>
                  <a:pt x="56" y="68"/>
                  <a:pt x="56" y="68"/>
                </a:cubicBezTo>
                <a:cubicBezTo>
                  <a:pt x="48" y="68"/>
                  <a:pt x="48" y="68"/>
                  <a:pt x="48" y="68"/>
                </a:cubicBezTo>
                <a:lnTo>
                  <a:pt x="48" y="89"/>
                </a:lnTo>
                <a:close/>
                <a:moveTo>
                  <a:pt x="48" y="49"/>
                </a:moveTo>
                <a:cubicBezTo>
                  <a:pt x="68" y="49"/>
                  <a:pt x="68" y="49"/>
                  <a:pt x="68" y="49"/>
                </a:cubicBezTo>
                <a:cubicBezTo>
                  <a:pt x="68" y="57"/>
                  <a:pt x="68" y="57"/>
                  <a:pt x="68" y="57"/>
                </a:cubicBezTo>
                <a:cubicBezTo>
                  <a:pt x="48" y="57"/>
                  <a:pt x="48" y="57"/>
                  <a:pt x="48" y="57"/>
                </a:cubicBezTo>
                <a:lnTo>
                  <a:pt x="48" y="49"/>
                </a:lnTo>
                <a:close/>
                <a:moveTo>
                  <a:pt x="48" y="25"/>
                </a:moveTo>
                <a:cubicBezTo>
                  <a:pt x="68" y="25"/>
                  <a:pt x="68" y="25"/>
                  <a:pt x="68" y="25"/>
                </a:cubicBezTo>
                <a:cubicBezTo>
                  <a:pt x="68" y="33"/>
                  <a:pt x="68" y="33"/>
                  <a:pt x="68" y="33"/>
                </a:cubicBezTo>
                <a:cubicBezTo>
                  <a:pt x="48" y="33"/>
                  <a:pt x="48" y="33"/>
                  <a:pt x="48" y="33"/>
                </a:cubicBezTo>
                <a:lnTo>
                  <a:pt x="48" y="25"/>
                </a:lnTo>
                <a:close/>
                <a:moveTo>
                  <a:pt x="36" y="13"/>
                </a:moveTo>
                <a:cubicBezTo>
                  <a:pt x="56" y="13"/>
                  <a:pt x="56" y="13"/>
                  <a:pt x="56" y="13"/>
                </a:cubicBezTo>
                <a:cubicBezTo>
                  <a:pt x="56" y="21"/>
                  <a:pt x="56" y="21"/>
                  <a:pt x="56" y="21"/>
                </a:cubicBezTo>
                <a:cubicBezTo>
                  <a:pt x="36" y="21"/>
                  <a:pt x="36" y="21"/>
                  <a:pt x="36" y="21"/>
                </a:cubicBezTo>
                <a:lnTo>
                  <a:pt x="36" y="13"/>
                </a:lnTo>
                <a:close/>
                <a:moveTo>
                  <a:pt x="56" y="45"/>
                </a:moveTo>
                <a:cubicBezTo>
                  <a:pt x="36" y="45"/>
                  <a:pt x="36" y="45"/>
                  <a:pt x="36" y="45"/>
                </a:cubicBezTo>
                <a:cubicBezTo>
                  <a:pt x="36" y="37"/>
                  <a:pt x="36" y="37"/>
                  <a:pt x="36" y="37"/>
                </a:cubicBezTo>
                <a:cubicBezTo>
                  <a:pt x="56" y="37"/>
                  <a:pt x="56" y="37"/>
                  <a:pt x="56" y="37"/>
                </a:cubicBezTo>
                <a:lnTo>
                  <a:pt x="56" y="45"/>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204"/>
          <p:cNvSpPr>
            <a:spLocks noEditPoints="1"/>
          </p:cNvSpPr>
          <p:nvPr/>
        </p:nvSpPr>
        <p:spPr bwMode="auto">
          <a:xfrm>
            <a:off x="1644964" y="4830850"/>
            <a:ext cx="395288" cy="396875"/>
          </a:xfrm>
          <a:custGeom>
            <a:avLst/>
            <a:gdLst>
              <a:gd name="T0" fmla="*/ 164 w 200"/>
              <a:gd name="T1" fmla="*/ 181 h 201"/>
              <a:gd name="T2" fmla="*/ 0 w 200"/>
              <a:gd name="T3" fmla="*/ 181 h 201"/>
              <a:gd name="T4" fmla="*/ 100 w 200"/>
              <a:gd name="T5" fmla="*/ 1 h 201"/>
              <a:gd name="T6" fmla="*/ 108 w 200"/>
              <a:gd name="T7" fmla="*/ 1 h 201"/>
              <a:gd name="T8" fmla="*/ 164 w 200"/>
              <a:gd name="T9" fmla="*/ 61 h 201"/>
              <a:gd name="T10" fmla="*/ 164 w 200"/>
              <a:gd name="T11" fmla="*/ 62 h 201"/>
              <a:gd name="T12" fmla="*/ 180 w 200"/>
              <a:gd name="T13" fmla="*/ 109 h 201"/>
              <a:gd name="T14" fmla="*/ 180 w 200"/>
              <a:gd name="T15" fmla="*/ 177 h 201"/>
              <a:gd name="T16" fmla="*/ 128 w 200"/>
              <a:gd name="T17" fmla="*/ 61 h 201"/>
              <a:gd name="T18" fmla="*/ 156 w 200"/>
              <a:gd name="T19" fmla="*/ 69 h 201"/>
              <a:gd name="T20" fmla="*/ 100 w 200"/>
              <a:gd name="T21" fmla="*/ 9 h 201"/>
              <a:gd name="T22" fmla="*/ 8 w 200"/>
              <a:gd name="T23" fmla="*/ 173 h 201"/>
              <a:gd name="T24" fmla="*/ 156 w 200"/>
              <a:gd name="T25" fmla="*/ 177 h 201"/>
              <a:gd name="T26" fmla="*/ 44 w 200"/>
              <a:gd name="T27" fmla="*/ 129 h 201"/>
              <a:gd name="T28" fmla="*/ 156 w 200"/>
              <a:gd name="T29" fmla="*/ 69 h 201"/>
              <a:gd name="T30" fmla="*/ 130 w 200"/>
              <a:gd name="T31" fmla="*/ 141 h 201"/>
              <a:gd name="T32" fmla="*/ 149 w 200"/>
              <a:gd name="T33" fmla="*/ 128 h 201"/>
              <a:gd name="T34" fmla="*/ 149 w 200"/>
              <a:gd name="T35" fmla="*/ 162 h 201"/>
              <a:gd name="T36" fmla="*/ 130 w 200"/>
              <a:gd name="T37" fmla="*/ 147 h 201"/>
              <a:gd name="T38" fmla="*/ 109 w 200"/>
              <a:gd name="T39" fmla="*/ 149 h 201"/>
              <a:gd name="T40" fmla="*/ 116 w 200"/>
              <a:gd name="T41" fmla="*/ 138 h 201"/>
              <a:gd name="T42" fmla="*/ 101 w 200"/>
              <a:gd name="T43" fmla="*/ 128 h 201"/>
              <a:gd name="T44" fmla="*/ 97 w 200"/>
              <a:gd name="T45" fmla="*/ 162 h 201"/>
              <a:gd name="T46" fmla="*/ 74 w 200"/>
              <a:gd name="T47" fmla="*/ 156 h 201"/>
              <a:gd name="T48" fmla="*/ 66 w 200"/>
              <a:gd name="T49" fmla="*/ 151 h 201"/>
              <a:gd name="T50" fmla="*/ 70 w 200"/>
              <a:gd name="T51" fmla="*/ 163 h 201"/>
              <a:gd name="T52" fmla="*/ 81 w 200"/>
              <a:gd name="T53" fmla="*/ 150 h 201"/>
              <a:gd name="T54" fmla="*/ 75 w 200"/>
              <a:gd name="T55" fmla="*/ 150 h 201"/>
              <a:gd name="T56" fmla="*/ 172 w 200"/>
              <a:gd name="T57" fmla="*/ 144 h 201"/>
              <a:gd name="T58" fmla="*/ 180 w 200"/>
              <a:gd name="T59" fmla="*/ 154 h 201"/>
              <a:gd name="T60" fmla="*/ 165 w 200"/>
              <a:gd name="T61" fmla="*/ 154 h 201"/>
              <a:gd name="T62" fmla="*/ 172 w 200"/>
              <a:gd name="T63" fmla="*/ 133 h 201"/>
              <a:gd name="T64" fmla="*/ 187 w 200"/>
              <a:gd name="T65" fmla="*/ 137 h 201"/>
              <a:gd name="T66" fmla="*/ 164 w 200"/>
              <a:gd name="T67" fmla="*/ 129 h 201"/>
              <a:gd name="T68" fmla="*/ 157 w 200"/>
              <a:gd name="T69" fmla="*/ 154 h 201"/>
              <a:gd name="T70" fmla="*/ 181 w 200"/>
              <a:gd name="T71" fmla="*/ 161 h 201"/>
              <a:gd name="T72" fmla="*/ 97 w 200"/>
              <a:gd name="T73" fmla="*/ 134 h 201"/>
              <a:gd name="T74" fmla="*/ 108 w 200"/>
              <a:gd name="T75" fmla="*/ 135 h 201"/>
              <a:gd name="T76" fmla="*/ 106 w 200"/>
              <a:gd name="T77" fmla="*/ 143 h 201"/>
              <a:gd name="T78" fmla="*/ 97 w 200"/>
              <a:gd name="T79" fmla="*/ 134 h 201"/>
              <a:gd name="T80" fmla="*/ 92 w 200"/>
              <a:gd name="T81" fmla="*/ 100 h 201"/>
              <a:gd name="T82" fmla="*/ 24 w 200"/>
              <a:gd name="T83" fmla="*/ 92 h 201"/>
              <a:gd name="T84" fmla="*/ 24 w 200"/>
              <a:gd name="T85" fmla="*/ 33 h 201"/>
              <a:gd name="T86" fmla="*/ 30 w 200"/>
              <a:gd name="T87" fmla="*/ 84 h 201"/>
              <a:gd name="T88" fmla="*/ 42 w 200"/>
              <a:gd name="T89" fmla="*/ 50 h 201"/>
              <a:gd name="T90" fmla="*/ 65 w 200"/>
              <a:gd name="T91" fmla="*/ 64 h 201"/>
              <a:gd name="T92" fmla="*/ 79 w 200"/>
              <a:gd name="T93" fmla="*/ 84 h 201"/>
              <a:gd name="T94" fmla="*/ 68 w 200"/>
              <a:gd name="T95" fmla="*/ 58 h 201"/>
              <a:gd name="T96" fmla="*/ 75 w 200"/>
              <a:gd name="T97" fmla="*/ 5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00" h="201">
                <a:moveTo>
                  <a:pt x="180" y="177"/>
                </a:moveTo>
                <a:cubicBezTo>
                  <a:pt x="164" y="177"/>
                  <a:pt x="164" y="177"/>
                  <a:pt x="164" y="177"/>
                </a:cubicBezTo>
                <a:cubicBezTo>
                  <a:pt x="164" y="181"/>
                  <a:pt x="164" y="181"/>
                  <a:pt x="164" y="181"/>
                </a:cubicBezTo>
                <a:cubicBezTo>
                  <a:pt x="164" y="192"/>
                  <a:pt x="155" y="201"/>
                  <a:pt x="144" y="201"/>
                </a:cubicBezTo>
                <a:cubicBezTo>
                  <a:pt x="20" y="201"/>
                  <a:pt x="20" y="201"/>
                  <a:pt x="20" y="201"/>
                </a:cubicBezTo>
                <a:cubicBezTo>
                  <a:pt x="9" y="201"/>
                  <a:pt x="0" y="192"/>
                  <a:pt x="0" y="181"/>
                </a:cubicBezTo>
                <a:cubicBezTo>
                  <a:pt x="0" y="21"/>
                  <a:pt x="0" y="21"/>
                  <a:pt x="0" y="21"/>
                </a:cubicBezTo>
                <a:cubicBezTo>
                  <a:pt x="0" y="10"/>
                  <a:pt x="9" y="1"/>
                  <a:pt x="20" y="1"/>
                </a:cubicBezTo>
                <a:cubicBezTo>
                  <a:pt x="100" y="1"/>
                  <a:pt x="100" y="1"/>
                  <a:pt x="100" y="1"/>
                </a:cubicBezTo>
                <a:cubicBezTo>
                  <a:pt x="108" y="1"/>
                  <a:pt x="108" y="1"/>
                  <a:pt x="108" y="1"/>
                </a:cubicBezTo>
                <a:cubicBezTo>
                  <a:pt x="108" y="0"/>
                  <a:pt x="108" y="0"/>
                  <a:pt x="108" y="0"/>
                </a:cubicBezTo>
                <a:cubicBezTo>
                  <a:pt x="108" y="1"/>
                  <a:pt x="108" y="1"/>
                  <a:pt x="108" y="1"/>
                </a:cubicBezTo>
                <a:cubicBezTo>
                  <a:pt x="108" y="1"/>
                  <a:pt x="108" y="1"/>
                  <a:pt x="108" y="1"/>
                </a:cubicBezTo>
                <a:cubicBezTo>
                  <a:pt x="108" y="1"/>
                  <a:pt x="108" y="1"/>
                  <a:pt x="108" y="1"/>
                </a:cubicBezTo>
                <a:cubicBezTo>
                  <a:pt x="164" y="61"/>
                  <a:pt x="164" y="61"/>
                  <a:pt x="164" y="61"/>
                </a:cubicBezTo>
                <a:cubicBezTo>
                  <a:pt x="164" y="61"/>
                  <a:pt x="164" y="61"/>
                  <a:pt x="164" y="61"/>
                </a:cubicBezTo>
                <a:cubicBezTo>
                  <a:pt x="164" y="61"/>
                  <a:pt x="164" y="61"/>
                  <a:pt x="164" y="61"/>
                </a:cubicBezTo>
                <a:cubicBezTo>
                  <a:pt x="164" y="62"/>
                  <a:pt x="164" y="62"/>
                  <a:pt x="164" y="62"/>
                </a:cubicBezTo>
                <a:cubicBezTo>
                  <a:pt x="164" y="62"/>
                  <a:pt x="164" y="62"/>
                  <a:pt x="164" y="62"/>
                </a:cubicBezTo>
                <a:cubicBezTo>
                  <a:pt x="164" y="109"/>
                  <a:pt x="164" y="109"/>
                  <a:pt x="164" y="109"/>
                </a:cubicBezTo>
                <a:cubicBezTo>
                  <a:pt x="180" y="109"/>
                  <a:pt x="180" y="109"/>
                  <a:pt x="180" y="109"/>
                </a:cubicBezTo>
                <a:cubicBezTo>
                  <a:pt x="191" y="109"/>
                  <a:pt x="200" y="118"/>
                  <a:pt x="200" y="129"/>
                </a:cubicBezTo>
                <a:cubicBezTo>
                  <a:pt x="200" y="157"/>
                  <a:pt x="200" y="157"/>
                  <a:pt x="200" y="157"/>
                </a:cubicBezTo>
                <a:cubicBezTo>
                  <a:pt x="200" y="168"/>
                  <a:pt x="191" y="177"/>
                  <a:pt x="180" y="177"/>
                </a:cubicBezTo>
                <a:close/>
                <a:moveTo>
                  <a:pt x="108" y="15"/>
                </a:moveTo>
                <a:cubicBezTo>
                  <a:pt x="108" y="41"/>
                  <a:pt x="108" y="41"/>
                  <a:pt x="108" y="41"/>
                </a:cubicBezTo>
                <a:cubicBezTo>
                  <a:pt x="108" y="52"/>
                  <a:pt x="117" y="61"/>
                  <a:pt x="128" y="61"/>
                </a:cubicBezTo>
                <a:cubicBezTo>
                  <a:pt x="151" y="61"/>
                  <a:pt x="151" y="61"/>
                  <a:pt x="151" y="61"/>
                </a:cubicBezTo>
                <a:lnTo>
                  <a:pt x="108" y="15"/>
                </a:lnTo>
                <a:close/>
                <a:moveTo>
                  <a:pt x="156" y="69"/>
                </a:moveTo>
                <a:cubicBezTo>
                  <a:pt x="120" y="69"/>
                  <a:pt x="120" y="69"/>
                  <a:pt x="120" y="69"/>
                </a:cubicBezTo>
                <a:cubicBezTo>
                  <a:pt x="109" y="69"/>
                  <a:pt x="100" y="60"/>
                  <a:pt x="100" y="49"/>
                </a:cubicBezTo>
                <a:cubicBezTo>
                  <a:pt x="100" y="9"/>
                  <a:pt x="100" y="9"/>
                  <a:pt x="100" y="9"/>
                </a:cubicBezTo>
                <a:cubicBezTo>
                  <a:pt x="28" y="9"/>
                  <a:pt x="28" y="9"/>
                  <a:pt x="28" y="9"/>
                </a:cubicBezTo>
                <a:cubicBezTo>
                  <a:pt x="17" y="9"/>
                  <a:pt x="8" y="18"/>
                  <a:pt x="8" y="29"/>
                </a:cubicBezTo>
                <a:cubicBezTo>
                  <a:pt x="8" y="173"/>
                  <a:pt x="8" y="173"/>
                  <a:pt x="8" y="173"/>
                </a:cubicBezTo>
                <a:cubicBezTo>
                  <a:pt x="8" y="184"/>
                  <a:pt x="17" y="193"/>
                  <a:pt x="28" y="193"/>
                </a:cubicBezTo>
                <a:cubicBezTo>
                  <a:pt x="136" y="193"/>
                  <a:pt x="136" y="193"/>
                  <a:pt x="136" y="193"/>
                </a:cubicBezTo>
                <a:cubicBezTo>
                  <a:pt x="146" y="193"/>
                  <a:pt x="154" y="186"/>
                  <a:pt x="156" y="177"/>
                </a:cubicBezTo>
                <a:cubicBezTo>
                  <a:pt x="64" y="177"/>
                  <a:pt x="64" y="177"/>
                  <a:pt x="64" y="177"/>
                </a:cubicBezTo>
                <a:cubicBezTo>
                  <a:pt x="53" y="177"/>
                  <a:pt x="44" y="168"/>
                  <a:pt x="44" y="157"/>
                </a:cubicBezTo>
                <a:cubicBezTo>
                  <a:pt x="44" y="129"/>
                  <a:pt x="44" y="129"/>
                  <a:pt x="44" y="129"/>
                </a:cubicBezTo>
                <a:cubicBezTo>
                  <a:pt x="44" y="118"/>
                  <a:pt x="53" y="109"/>
                  <a:pt x="64" y="109"/>
                </a:cubicBezTo>
                <a:cubicBezTo>
                  <a:pt x="156" y="109"/>
                  <a:pt x="156" y="109"/>
                  <a:pt x="156" y="109"/>
                </a:cubicBezTo>
                <a:lnTo>
                  <a:pt x="156" y="69"/>
                </a:lnTo>
                <a:close/>
                <a:moveTo>
                  <a:pt x="147" y="147"/>
                </a:moveTo>
                <a:cubicBezTo>
                  <a:pt x="147" y="141"/>
                  <a:pt x="147" y="141"/>
                  <a:pt x="147" y="141"/>
                </a:cubicBezTo>
                <a:cubicBezTo>
                  <a:pt x="130" y="141"/>
                  <a:pt x="130" y="141"/>
                  <a:pt x="130" y="141"/>
                </a:cubicBezTo>
                <a:cubicBezTo>
                  <a:pt x="130" y="134"/>
                  <a:pt x="130" y="134"/>
                  <a:pt x="130" y="134"/>
                </a:cubicBezTo>
                <a:cubicBezTo>
                  <a:pt x="149" y="134"/>
                  <a:pt x="149" y="134"/>
                  <a:pt x="149" y="134"/>
                </a:cubicBezTo>
                <a:cubicBezTo>
                  <a:pt x="149" y="128"/>
                  <a:pt x="149" y="128"/>
                  <a:pt x="149" y="128"/>
                </a:cubicBezTo>
                <a:cubicBezTo>
                  <a:pt x="123" y="128"/>
                  <a:pt x="123" y="128"/>
                  <a:pt x="123" y="128"/>
                </a:cubicBezTo>
                <a:cubicBezTo>
                  <a:pt x="123" y="162"/>
                  <a:pt x="123" y="162"/>
                  <a:pt x="123" y="162"/>
                </a:cubicBezTo>
                <a:cubicBezTo>
                  <a:pt x="149" y="162"/>
                  <a:pt x="149" y="162"/>
                  <a:pt x="149" y="162"/>
                </a:cubicBezTo>
                <a:cubicBezTo>
                  <a:pt x="149" y="156"/>
                  <a:pt x="149" y="156"/>
                  <a:pt x="149" y="156"/>
                </a:cubicBezTo>
                <a:cubicBezTo>
                  <a:pt x="130" y="156"/>
                  <a:pt x="130" y="156"/>
                  <a:pt x="130" y="156"/>
                </a:cubicBezTo>
                <a:cubicBezTo>
                  <a:pt x="130" y="147"/>
                  <a:pt x="130" y="147"/>
                  <a:pt x="130" y="147"/>
                </a:cubicBezTo>
                <a:lnTo>
                  <a:pt x="147" y="147"/>
                </a:lnTo>
                <a:close/>
                <a:moveTo>
                  <a:pt x="101" y="149"/>
                </a:moveTo>
                <a:cubicBezTo>
                  <a:pt x="105" y="149"/>
                  <a:pt x="107" y="149"/>
                  <a:pt x="109" y="149"/>
                </a:cubicBezTo>
                <a:cubicBezTo>
                  <a:pt x="110" y="149"/>
                  <a:pt x="111" y="148"/>
                  <a:pt x="112" y="147"/>
                </a:cubicBezTo>
                <a:cubicBezTo>
                  <a:pt x="113" y="146"/>
                  <a:pt x="114" y="145"/>
                  <a:pt x="115" y="144"/>
                </a:cubicBezTo>
                <a:cubicBezTo>
                  <a:pt x="116" y="142"/>
                  <a:pt x="116" y="141"/>
                  <a:pt x="116" y="138"/>
                </a:cubicBezTo>
                <a:cubicBezTo>
                  <a:pt x="116" y="136"/>
                  <a:pt x="116" y="133"/>
                  <a:pt x="114" y="132"/>
                </a:cubicBezTo>
                <a:cubicBezTo>
                  <a:pt x="113" y="130"/>
                  <a:pt x="111" y="129"/>
                  <a:pt x="109" y="128"/>
                </a:cubicBezTo>
                <a:cubicBezTo>
                  <a:pt x="108" y="128"/>
                  <a:pt x="105" y="128"/>
                  <a:pt x="101" y="128"/>
                </a:cubicBezTo>
                <a:cubicBezTo>
                  <a:pt x="90" y="128"/>
                  <a:pt x="90" y="128"/>
                  <a:pt x="90" y="128"/>
                </a:cubicBezTo>
                <a:cubicBezTo>
                  <a:pt x="90" y="162"/>
                  <a:pt x="90" y="162"/>
                  <a:pt x="90" y="162"/>
                </a:cubicBezTo>
                <a:cubicBezTo>
                  <a:pt x="97" y="162"/>
                  <a:pt x="97" y="162"/>
                  <a:pt x="97" y="162"/>
                </a:cubicBezTo>
                <a:cubicBezTo>
                  <a:pt x="97" y="149"/>
                  <a:pt x="97" y="149"/>
                  <a:pt x="97" y="149"/>
                </a:cubicBezTo>
                <a:lnTo>
                  <a:pt x="101" y="149"/>
                </a:lnTo>
                <a:close/>
                <a:moveTo>
                  <a:pt x="74" y="156"/>
                </a:moveTo>
                <a:cubicBezTo>
                  <a:pt x="73" y="156"/>
                  <a:pt x="72" y="157"/>
                  <a:pt x="70" y="157"/>
                </a:cubicBezTo>
                <a:cubicBezTo>
                  <a:pt x="69" y="157"/>
                  <a:pt x="68" y="156"/>
                  <a:pt x="67" y="155"/>
                </a:cubicBezTo>
                <a:cubicBezTo>
                  <a:pt x="66" y="154"/>
                  <a:pt x="66" y="153"/>
                  <a:pt x="66" y="151"/>
                </a:cubicBezTo>
                <a:cubicBezTo>
                  <a:pt x="59" y="152"/>
                  <a:pt x="59" y="152"/>
                  <a:pt x="59" y="152"/>
                </a:cubicBezTo>
                <a:cubicBezTo>
                  <a:pt x="59" y="155"/>
                  <a:pt x="60" y="158"/>
                  <a:pt x="62" y="160"/>
                </a:cubicBezTo>
                <a:cubicBezTo>
                  <a:pt x="64" y="162"/>
                  <a:pt x="67" y="163"/>
                  <a:pt x="70" y="163"/>
                </a:cubicBezTo>
                <a:cubicBezTo>
                  <a:pt x="73" y="163"/>
                  <a:pt x="75" y="162"/>
                  <a:pt x="77" y="161"/>
                </a:cubicBezTo>
                <a:cubicBezTo>
                  <a:pt x="79" y="160"/>
                  <a:pt x="80" y="158"/>
                  <a:pt x="81" y="156"/>
                </a:cubicBezTo>
                <a:cubicBezTo>
                  <a:pt x="81" y="155"/>
                  <a:pt x="81" y="152"/>
                  <a:pt x="81" y="150"/>
                </a:cubicBezTo>
                <a:cubicBezTo>
                  <a:pt x="81" y="128"/>
                  <a:pt x="81" y="128"/>
                  <a:pt x="81" y="128"/>
                </a:cubicBezTo>
                <a:cubicBezTo>
                  <a:pt x="75" y="128"/>
                  <a:pt x="75" y="128"/>
                  <a:pt x="75" y="128"/>
                </a:cubicBezTo>
                <a:cubicBezTo>
                  <a:pt x="75" y="150"/>
                  <a:pt x="75" y="150"/>
                  <a:pt x="75" y="150"/>
                </a:cubicBezTo>
                <a:cubicBezTo>
                  <a:pt x="75" y="153"/>
                  <a:pt x="74" y="155"/>
                  <a:pt x="74" y="156"/>
                </a:cubicBezTo>
                <a:close/>
                <a:moveTo>
                  <a:pt x="187" y="144"/>
                </a:moveTo>
                <a:cubicBezTo>
                  <a:pt x="172" y="144"/>
                  <a:pt x="172" y="144"/>
                  <a:pt x="172" y="144"/>
                </a:cubicBezTo>
                <a:cubicBezTo>
                  <a:pt x="172" y="150"/>
                  <a:pt x="172" y="150"/>
                  <a:pt x="172" y="150"/>
                </a:cubicBezTo>
                <a:cubicBezTo>
                  <a:pt x="180" y="150"/>
                  <a:pt x="180" y="150"/>
                  <a:pt x="180" y="150"/>
                </a:cubicBezTo>
                <a:cubicBezTo>
                  <a:pt x="180" y="154"/>
                  <a:pt x="180" y="154"/>
                  <a:pt x="180" y="154"/>
                </a:cubicBezTo>
                <a:cubicBezTo>
                  <a:pt x="179" y="155"/>
                  <a:pt x="178" y="155"/>
                  <a:pt x="177" y="156"/>
                </a:cubicBezTo>
                <a:cubicBezTo>
                  <a:pt x="175" y="157"/>
                  <a:pt x="174" y="157"/>
                  <a:pt x="172" y="157"/>
                </a:cubicBezTo>
                <a:cubicBezTo>
                  <a:pt x="169" y="157"/>
                  <a:pt x="167" y="156"/>
                  <a:pt x="165" y="154"/>
                </a:cubicBezTo>
                <a:cubicBezTo>
                  <a:pt x="163" y="152"/>
                  <a:pt x="162" y="149"/>
                  <a:pt x="162" y="145"/>
                </a:cubicBezTo>
                <a:cubicBezTo>
                  <a:pt x="162" y="141"/>
                  <a:pt x="163" y="138"/>
                  <a:pt x="165" y="136"/>
                </a:cubicBezTo>
                <a:cubicBezTo>
                  <a:pt x="167" y="134"/>
                  <a:pt x="169" y="133"/>
                  <a:pt x="172" y="133"/>
                </a:cubicBezTo>
                <a:cubicBezTo>
                  <a:pt x="174" y="133"/>
                  <a:pt x="176" y="134"/>
                  <a:pt x="177" y="135"/>
                </a:cubicBezTo>
                <a:cubicBezTo>
                  <a:pt x="179" y="136"/>
                  <a:pt x="180" y="137"/>
                  <a:pt x="180" y="139"/>
                </a:cubicBezTo>
                <a:cubicBezTo>
                  <a:pt x="187" y="137"/>
                  <a:pt x="187" y="137"/>
                  <a:pt x="187" y="137"/>
                </a:cubicBezTo>
                <a:cubicBezTo>
                  <a:pt x="186" y="134"/>
                  <a:pt x="185" y="132"/>
                  <a:pt x="182" y="130"/>
                </a:cubicBezTo>
                <a:cubicBezTo>
                  <a:pt x="180" y="128"/>
                  <a:pt x="177" y="127"/>
                  <a:pt x="172" y="127"/>
                </a:cubicBezTo>
                <a:cubicBezTo>
                  <a:pt x="169" y="127"/>
                  <a:pt x="166" y="128"/>
                  <a:pt x="164" y="129"/>
                </a:cubicBezTo>
                <a:cubicBezTo>
                  <a:pt x="161" y="130"/>
                  <a:pt x="159" y="133"/>
                  <a:pt x="157" y="135"/>
                </a:cubicBezTo>
                <a:cubicBezTo>
                  <a:pt x="156" y="138"/>
                  <a:pt x="155" y="141"/>
                  <a:pt x="155" y="145"/>
                </a:cubicBezTo>
                <a:cubicBezTo>
                  <a:pt x="155" y="148"/>
                  <a:pt x="156" y="151"/>
                  <a:pt x="157" y="154"/>
                </a:cubicBezTo>
                <a:cubicBezTo>
                  <a:pt x="159" y="157"/>
                  <a:pt x="161" y="159"/>
                  <a:pt x="163" y="161"/>
                </a:cubicBezTo>
                <a:cubicBezTo>
                  <a:pt x="166" y="162"/>
                  <a:pt x="169" y="163"/>
                  <a:pt x="173" y="163"/>
                </a:cubicBezTo>
                <a:cubicBezTo>
                  <a:pt x="176" y="163"/>
                  <a:pt x="178" y="162"/>
                  <a:pt x="181" y="161"/>
                </a:cubicBezTo>
                <a:cubicBezTo>
                  <a:pt x="184" y="160"/>
                  <a:pt x="186" y="159"/>
                  <a:pt x="187" y="158"/>
                </a:cubicBezTo>
                <a:lnTo>
                  <a:pt x="187" y="144"/>
                </a:lnTo>
                <a:close/>
                <a:moveTo>
                  <a:pt x="97" y="134"/>
                </a:moveTo>
                <a:cubicBezTo>
                  <a:pt x="100" y="134"/>
                  <a:pt x="100" y="134"/>
                  <a:pt x="100" y="134"/>
                </a:cubicBezTo>
                <a:cubicBezTo>
                  <a:pt x="103" y="134"/>
                  <a:pt x="104" y="134"/>
                  <a:pt x="105" y="134"/>
                </a:cubicBezTo>
                <a:cubicBezTo>
                  <a:pt x="106" y="134"/>
                  <a:pt x="107" y="135"/>
                  <a:pt x="108" y="135"/>
                </a:cubicBezTo>
                <a:cubicBezTo>
                  <a:pt x="109" y="136"/>
                  <a:pt x="109" y="137"/>
                  <a:pt x="109" y="139"/>
                </a:cubicBezTo>
                <a:cubicBezTo>
                  <a:pt x="109" y="140"/>
                  <a:pt x="109" y="140"/>
                  <a:pt x="108" y="141"/>
                </a:cubicBezTo>
                <a:cubicBezTo>
                  <a:pt x="108" y="142"/>
                  <a:pt x="107" y="143"/>
                  <a:pt x="106" y="143"/>
                </a:cubicBezTo>
                <a:cubicBezTo>
                  <a:pt x="105" y="143"/>
                  <a:pt x="103" y="143"/>
                  <a:pt x="101" y="143"/>
                </a:cubicBezTo>
                <a:cubicBezTo>
                  <a:pt x="97" y="143"/>
                  <a:pt x="97" y="143"/>
                  <a:pt x="97" y="143"/>
                </a:cubicBezTo>
                <a:lnTo>
                  <a:pt x="97" y="134"/>
                </a:lnTo>
                <a:close/>
                <a:moveTo>
                  <a:pt x="16" y="25"/>
                </a:moveTo>
                <a:cubicBezTo>
                  <a:pt x="92" y="25"/>
                  <a:pt x="92" y="25"/>
                  <a:pt x="92" y="25"/>
                </a:cubicBezTo>
                <a:cubicBezTo>
                  <a:pt x="92" y="100"/>
                  <a:pt x="92" y="100"/>
                  <a:pt x="92" y="100"/>
                </a:cubicBezTo>
                <a:cubicBezTo>
                  <a:pt x="16" y="100"/>
                  <a:pt x="16" y="100"/>
                  <a:pt x="16" y="100"/>
                </a:cubicBezTo>
                <a:lnTo>
                  <a:pt x="16" y="25"/>
                </a:lnTo>
                <a:close/>
                <a:moveTo>
                  <a:pt x="24" y="92"/>
                </a:moveTo>
                <a:cubicBezTo>
                  <a:pt x="84" y="92"/>
                  <a:pt x="84" y="92"/>
                  <a:pt x="84" y="92"/>
                </a:cubicBezTo>
                <a:cubicBezTo>
                  <a:pt x="84" y="33"/>
                  <a:pt x="84" y="33"/>
                  <a:pt x="84" y="33"/>
                </a:cubicBezTo>
                <a:cubicBezTo>
                  <a:pt x="24" y="33"/>
                  <a:pt x="24" y="33"/>
                  <a:pt x="24" y="33"/>
                </a:cubicBezTo>
                <a:lnTo>
                  <a:pt x="24" y="92"/>
                </a:lnTo>
                <a:close/>
                <a:moveTo>
                  <a:pt x="30" y="84"/>
                </a:moveTo>
                <a:cubicBezTo>
                  <a:pt x="30" y="84"/>
                  <a:pt x="30" y="84"/>
                  <a:pt x="30" y="84"/>
                </a:cubicBezTo>
                <a:cubicBezTo>
                  <a:pt x="30" y="84"/>
                  <a:pt x="30" y="84"/>
                  <a:pt x="30" y="84"/>
                </a:cubicBezTo>
                <a:cubicBezTo>
                  <a:pt x="30" y="84"/>
                  <a:pt x="30" y="84"/>
                  <a:pt x="30" y="84"/>
                </a:cubicBezTo>
                <a:cubicBezTo>
                  <a:pt x="31" y="81"/>
                  <a:pt x="40" y="56"/>
                  <a:pt x="42" y="50"/>
                </a:cubicBezTo>
                <a:cubicBezTo>
                  <a:pt x="43" y="50"/>
                  <a:pt x="43" y="50"/>
                  <a:pt x="43" y="50"/>
                </a:cubicBezTo>
                <a:cubicBezTo>
                  <a:pt x="43" y="50"/>
                  <a:pt x="43" y="56"/>
                  <a:pt x="57" y="73"/>
                </a:cubicBezTo>
                <a:cubicBezTo>
                  <a:pt x="65" y="64"/>
                  <a:pt x="65" y="64"/>
                  <a:pt x="65" y="64"/>
                </a:cubicBezTo>
                <a:cubicBezTo>
                  <a:pt x="65" y="64"/>
                  <a:pt x="65" y="64"/>
                  <a:pt x="65" y="64"/>
                </a:cubicBezTo>
                <a:cubicBezTo>
                  <a:pt x="65" y="64"/>
                  <a:pt x="65" y="64"/>
                  <a:pt x="65" y="64"/>
                </a:cubicBezTo>
                <a:cubicBezTo>
                  <a:pt x="69" y="69"/>
                  <a:pt x="75" y="79"/>
                  <a:pt x="79" y="84"/>
                </a:cubicBezTo>
                <a:cubicBezTo>
                  <a:pt x="79" y="84"/>
                  <a:pt x="79" y="84"/>
                  <a:pt x="79" y="84"/>
                </a:cubicBezTo>
                <a:lnTo>
                  <a:pt x="30" y="84"/>
                </a:lnTo>
                <a:close/>
                <a:moveTo>
                  <a:pt x="68" y="58"/>
                </a:moveTo>
                <a:cubicBezTo>
                  <a:pt x="64" y="58"/>
                  <a:pt x="61" y="54"/>
                  <a:pt x="61" y="50"/>
                </a:cubicBezTo>
                <a:cubicBezTo>
                  <a:pt x="61" y="46"/>
                  <a:pt x="64" y="43"/>
                  <a:pt x="68" y="43"/>
                </a:cubicBezTo>
                <a:cubicBezTo>
                  <a:pt x="72" y="43"/>
                  <a:pt x="75" y="46"/>
                  <a:pt x="75" y="50"/>
                </a:cubicBezTo>
                <a:cubicBezTo>
                  <a:pt x="75" y="54"/>
                  <a:pt x="72" y="58"/>
                  <a:pt x="68" y="58"/>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206"/>
          <p:cNvSpPr>
            <a:spLocks noEditPoints="1"/>
          </p:cNvSpPr>
          <p:nvPr/>
        </p:nvSpPr>
        <p:spPr bwMode="auto">
          <a:xfrm>
            <a:off x="2116451" y="4830850"/>
            <a:ext cx="396875" cy="396875"/>
          </a:xfrm>
          <a:custGeom>
            <a:avLst/>
            <a:gdLst>
              <a:gd name="T0" fmla="*/ 131 w 200"/>
              <a:gd name="T1" fmla="*/ 134 h 201"/>
              <a:gd name="T2" fmla="*/ 122 w 200"/>
              <a:gd name="T3" fmla="*/ 134 h 201"/>
              <a:gd name="T4" fmla="*/ 127 w 200"/>
              <a:gd name="T5" fmla="*/ 156 h 201"/>
              <a:gd name="T6" fmla="*/ 134 w 200"/>
              <a:gd name="T7" fmla="*/ 155 h 201"/>
              <a:gd name="T8" fmla="*/ 136 w 200"/>
              <a:gd name="T9" fmla="*/ 145 h 201"/>
              <a:gd name="T10" fmla="*/ 134 w 200"/>
              <a:gd name="T11" fmla="*/ 136 h 201"/>
              <a:gd name="T12" fmla="*/ 164 w 200"/>
              <a:gd name="T13" fmla="*/ 109 h 201"/>
              <a:gd name="T14" fmla="*/ 164 w 200"/>
              <a:gd name="T15" fmla="*/ 62 h 201"/>
              <a:gd name="T16" fmla="*/ 164 w 200"/>
              <a:gd name="T17" fmla="*/ 61 h 201"/>
              <a:gd name="T18" fmla="*/ 108 w 200"/>
              <a:gd name="T19" fmla="*/ 1 h 201"/>
              <a:gd name="T20" fmla="*/ 108 w 200"/>
              <a:gd name="T21" fmla="*/ 1 h 201"/>
              <a:gd name="T22" fmla="*/ 107 w 200"/>
              <a:gd name="T23" fmla="*/ 1 h 201"/>
              <a:gd name="T24" fmla="*/ 0 w 200"/>
              <a:gd name="T25" fmla="*/ 21 h 201"/>
              <a:gd name="T26" fmla="*/ 20 w 200"/>
              <a:gd name="T27" fmla="*/ 201 h 201"/>
              <a:gd name="T28" fmla="*/ 164 w 200"/>
              <a:gd name="T29" fmla="*/ 181 h 201"/>
              <a:gd name="T30" fmla="*/ 180 w 200"/>
              <a:gd name="T31" fmla="*/ 177 h 201"/>
              <a:gd name="T32" fmla="*/ 200 w 200"/>
              <a:gd name="T33" fmla="*/ 129 h 201"/>
              <a:gd name="T34" fmla="*/ 108 w 200"/>
              <a:gd name="T35" fmla="*/ 15 h 201"/>
              <a:gd name="T36" fmla="*/ 128 w 200"/>
              <a:gd name="T37" fmla="*/ 61 h 201"/>
              <a:gd name="T38" fmla="*/ 108 w 200"/>
              <a:gd name="T39" fmla="*/ 15 h 201"/>
              <a:gd name="T40" fmla="*/ 28 w 200"/>
              <a:gd name="T41" fmla="*/ 193 h 201"/>
              <a:gd name="T42" fmla="*/ 8 w 200"/>
              <a:gd name="T43" fmla="*/ 29 h 201"/>
              <a:gd name="T44" fmla="*/ 100 w 200"/>
              <a:gd name="T45" fmla="*/ 9 h 201"/>
              <a:gd name="T46" fmla="*/ 120 w 200"/>
              <a:gd name="T47" fmla="*/ 69 h 201"/>
              <a:gd name="T48" fmla="*/ 156 w 200"/>
              <a:gd name="T49" fmla="*/ 109 h 201"/>
              <a:gd name="T50" fmla="*/ 44 w 200"/>
              <a:gd name="T51" fmla="*/ 129 h 201"/>
              <a:gd name="T52" fmla="*/ 64 w 200"/>
              <a:gd name="T53" fmla="*/ 177 h 201"/>
              <a:gd name="T54" fmla="*/ 136 w 200"/>
              <a:gd name="T55" fmla="*/ 193 h 201"/>
              <a:gd name="T56" fmla="*/ 143 w 200"/>
              <a:gd name="T57" fmla="*/ 153 h 201"/>
              <a:gd name="T58" fmla="*/ 134 w 200"/>
              <a:gd name="T59" fmla="*/ 162 h 201"/>
              <a:gd name="T60" fmla="*/ 115 w 200"/>
              <a:gd name="T61" fmla="*/ 162 h 201"/>
              <a:gd name="T62" fmla="*/ 127 w 200"/>
              <a:gd name="T63" fmla="*/ 128 h 201"/>
              <a:gd name="T64" fmla="*/ 139 w 200"/>
              <a:gd name="T65" fmla="*/ 132 h 201"/>
              <a:gd name="T66" fmla="*/ 144 w 200"/>
              <a:gd name="T67" fmla="*/ 145 h 201"/>
              <a:gd name="T68" fmla="*/ 107 w 200"/>
              <a:gd name="T69" fmla="*/ 144 h 201"/>
              <a:gd name="T70" fmla="*/ 100 w 200"/>
              <a:gd name="T71" fmla="*/ 149 h 201"/>
              <a:gd name="T72" fmla="*/ 89 w 200"/>
              <a:gd name="T73" fmla="*/ 149 h 201"/>
              <a:gd name="T74" fmla="*/ 82 w 200"/>
              <a:gd name="T75" fmla="*/ 162 h 201"/>
              <a:gd name="T76" fmla="*/ 93 w 200"/>
              <a:gd name="T77" fmla="*/ 128 h 201"/>
              <a:gd name="T78" fmla="*/ 106 w 200"/>
              <a:gd name="T79" fmla="*/ 132 h 201"/>
              <a:gd name="T80" fmla="*/ 174 w 200"/>
              <a:gd name="T81" fmla="*/ 134 h 201"/>
              <a:gd name="T82" fmla="*/ 158 w 200"/>
              <a:gd name="T83" fmla="*/ 142 h 201"/>
              <a:gd name="T84" fmla="*/ 172 w 200"/>
              <a:gd name="T85" fmla="*/ 148 h 201"/>
              <a:gd name="T86" fmla="*/ 158 w 200"/>
              <a:gd name="T87" fmla="*/ 162 h 201"/>
              <a:gd name="T88" fmla="*/ 151 w 200"/>
              <a:gd name="T89" fmla="*/ 128 h 201"/>
              <a:gd name="T90" fmla="*/ 174 w 200"/>
              <a:gd name="T91" fmla="*/ 134 h 201"/>
              <a:gd name="T92" fmla="*/ 92 w 200"/>
              <a:gd name="T93" fmla="*/ 134 h 201"/>
              <a:gd name="T94" fmla="*/ 89 w 200"/>
              <a:gd name="T95" fmla="*/ 143 h 201"/>
              <a:gd name="T96" fmla="*/ 98 w 200"/>
              <a:gd name="T97" fmla="*/ 143 h 201"/>
              <a:gd name="T98" fmla="*/ 101 w 200"/>
              <a:gd name="T99" fmla="*/ 139 h 201"/>
              <a:gd name="T100" fmla="*/ 97 w 200"/>
              <a:gd name="T101" fmla="*/ 134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0" h="201">
                <a:moveTo>
                  <a:pt x="134" y="136"/>
                </a:moveTo>
                <a:cubicBezTo>
                  <a:pt x="133" y="135"/>
                  <a:pt x="132" y="134"/>
                  <a:pt x="131" y="134"/>
                </a:cubicBezTo>
                <a:cubicBezTo>
                  <a:pt x="130" y="134"/>
                  <a:pt x="128" y="134"/>
                  <a:pt x="125" y="134"/>
                </a:cubicBezTo>
                <a:cubicBezTo>
                  <a:pt x="122" y="134"/>
                  <a:pt x="122" y="134"/>
                  <a:pt x="122" y="134"/>
                </a:cubicBezTo>
                <a:cubicBezTo>
                  <a:pt x="122" y="156"/>
                  <a:pt x="122" y="156"/>
                  <a:pt x="122" y="156"/>
                </a:cubicBezTo>
                <a:cubicBezTo>
                  <a:pt x="127" y="156"/>
                  <a:pt x="127" y="156"/>
                  <a:pt x="127" y="156"/>
                </a:cubicBezTo>
                <a:cubicBezTo>
                  <a:pt x="129" y="156"/>
                  <a:pt x="130" y="156"/>
                  <a:pt x="131" y="156"/>
                </a:cubicBezTo>
                <a:cubicBezTo>
                  <a:pt x="132" y="156"/>
                  <a:pt x="133" y="155"/>
                  <a:pt x="134" y="155"/>
                </a:cubicBezTo>
                <a:cubicBezTo>
                  <a:pt x="135" y="154"/>
                  <a:pt x="135" y="153"/>
                  <a:pt x="136" y="151"/>
                </a:cubicBezTo>
                <a:cubicBezTo>
                  <a:pt x="136" y="150"/>
                  <a:pt x="136" y="148"/>
                  <a:pt x="136" y="145"/>
                </a:cubicBezTo>
                <a:cubicBezTo>
                  <a:pt x="136" y="142"/>
                  <a:pt x="136" y="140"/>
                  <a:pt x="136" y="139"/>
                </a:cubicBezTo>
                <a:cubicBezTo>
                  <a:pt x="135" y="138"/>
                  <a:pt x="135" y="136"/>
                  <a:pt x="134" y="136"/>
                </a:cubicBezTo>
                <a:close/>
                <a:moveTo>
                  <a:pt x="180" y="109"/>
                </a:moveTo>
                <a:cubicBezTo>
                  <a:pt x="164" y="109"/>
                  <a:pt x="164" y="109"/>
                  <a:pt x="164" y="109"/>
                </a:cubicBezTo>
                <a:cubicBezTo>
                  <a:pt x="164" y="62"/>
                  <a:pt x="164" y="62"/>
                  <a:pt x="164" y="62"/>
                </a:cubicBezTo>
                <a:cubicBezTo>
                  <a:pt x="164" y="62"/>
                  <a:pt x="164" y="62"/>
                  <a:pt x="164" y="62"/>
                </a:cubicBezTo>
                <a:cubicBezTo>
                  <a:pt x="164" y="61"/>
                  <a:pt x="164" y="61"/>
                  <a:pt x="164" y="61"/>
                </a:cubicBezTo>
                <a:cubicBezTo>
                  <a:pt x="164" y="61"/>
                  <a:pt x="164" y="61"/>
                  <a:pt x="164" y="61"/>
                </a:cubicBezTo>
                <a:cubicBezTo>
                  <a:pt x="163" y="61"/>
                  <a:pt x="163" y="61"/>
                  <a:pt x="163" y="61"/>
                </a:cubicBezTo>
                <a:cubicBezTo>
                  <a:pt x="108" y="1"/>
                  <a:pt x="108" y="1"/>
                  <a:pt x="108" y="1"/>
                </a:cubicBezTo>
                <a:cubicBezTo>
                  <a:pt x="108" y="1"/>
                  <a:pt x="108" y="1"/>
                  <a:pt x="108" y="1"/>
                </a:cubicBezTo>
                <a:cubicBezTo>
                  <a:pt x="108" y="1"/>
                  <a:pt x="108" y="1"/>
                  <a:pt x="108" y="1"/>
                </a:cubicBezTo>
                <a:cubicBezTo>
                  <a:pt x="107" y="0"/>
                  <a:pt x="107" y="0"/>
                  <a:pt x="107" y="0"/>
                </a:cubicBezTo>
                <a:cubicBezTo>
                  <a:pt x="107" y="1"/>
                  <a:pt x="107" y="1"/>
                  <a:pt x="107" y="1"/>
                </a:cubicBezTo>
                <a:cubicBezTo>
                  <a:pt x="20" y="1"/>
                  <a:pt x="20" y="1"/>
                  <a:pt x="20" y="1"/>
                </a:cubicBezTo>
                <a:cubicBezTo>
                  <a:pt x="9" y="1"/>
                  <a:pt x="0" y="10"/>
                  <a:pt x="0" y="21"/>
                </a:cubicBezTo>
                <a:cubicBezTo>
                  <a:pt x="0" y="181"/>
                  <a:pt x="0" y="181"/>
                  <a:pt x="0" y="181"/>
                </a:cubicBezTo>
                <a:cubicBezTo>
                  <a:pt x="0" y="192"/>
                  <a:pt x="9" y="201"/>
                  <a:pt x="20" y="201"/>
                </a:cubicBezTo>
                <a:cubicBezTo>
                  <a:pt x="144" y="201"/>
                  <a:pt x="144" y="201"/>
                  <a:pt x="144" y="201"/>
                </a:cubicBezTo>
                <a:cubicBezTo>
                  <a:pt x="155" y="201"/>
                  <a:pt x="164" y="192"/>
                  <a:pt x="164" y="181"/>
                </a:cubicBezTo>
                <a:cubicBezTo>
                  <a:pt x="164" y="177"/>
                  <a:pt x="164" y="177"/>
                  <a:pt x="164" y="177"/>
                </a:cubicBezTo>
                <a:cubicBezTo>
                  <a:pt x="180" y="177"/>
                  <a:pt x="180" y="177"/>
                  <a:pt x="180" y="177"/>
                </a:cubicBezTo>
                <a:cubicBezTo>
                  <a:pt x="191" y="177"/>
                  <a:pt x="200" y="168"/>
                  <a:pt x="200" y="157"/>
                </a:cubicBezTo>
                <a:cubicBezTo>
                  <a:pt x="200" y="129"/>
                  <a:pt x="200" y="129"/>
                  <a:pt x="200" y="129"/>
                </a:cubicBezTo>
                <a:cubicBezTo>
                  <a:pt x="200" y="118"/>
                  <a:pt x="191" y="109"/>
                  <a:pt x="180" y="109"/>
                </a:cubicBezTo>
                <a:close/>
                <a:moveTo>
                  <a:pt x="108" y="15"/>
                </a:moveTo>
                <a:cubicBezTo>
                  <a:pt x="151" y="61"/>
                  <a:pt x="151" y="61"/>
                  <a:pt x="151" y="61"/>
                </a:cubicBezTo>
                <a:cubicBezTo>
                  <a:pt x="128" y="61"/>
                  <a:pt x="128" y="61"/>
                  <a:pt x="128" y="61"/>
                </a:cubicBezTo>
                <a:cubicBezTo>
                  <a:pt x="117" y="61"/>
                  <a:pt x="108" y="52"/>
                  <a:pt x="108" y="41"/>
                </a:cubicBezTo>
                <a:lnTo>
                  <a:pt x="108" y="15"/>
                </a:lnTo>
                <a:close/>
                <a:moveTo>
                  <a:pt x="136" y="193"/>
                </a:moveTo>
                <a:cubicBezTo>
                  <a:pt x="28" y="193"/>
                  <a:pt x="28" y="193"/>
                  <a:pt x="28" y="193"/>
                </a:cubicBezTo>
                <a:cubicBezTo>
                  <a:pt x="17" y="193"/>
                  <a:pt x="8" y="184"/>
                  <a:pt x="8" y="173"/>
                </a:cubicBezTo>
                <a:cubicBezTo>
                  <a:pt x="8" y="29"/>
                  <a:pt x="8" y="29"/>
                  <a:pt x="8" y="29"/>
                </a:cubicBezTo>
                <a:cubicBezTo>
                  <a:pt x="8" y="18"/>
                  <a:pt x="17" y="9"/>
                  <a:pt x="28" y="9"/>
                </a:cubicBezTo>
                <a:cubicBezTo>
                  <a:pt x="100" y="9"/>
                  <a:pt x="100" y="9"/>
                  <a:pt x="100" y="9"/>
                </a:cubicBezTo>
                <a:cubicBezTo>
                  <a:pt x="100" y="49"/>
                  <a:pt x="100" y="49"/>
                  <a:pt x="100" y="49"/>
                </a:cubicBezTo>
                <a:cubicBezTo>
                  <a:pt x="100" y="60"/>
                  <a:pt x="109" y="69"/>
                  <a:pt x="120" y="69"/>
                </a:cubicBezTo>
                <a:cubicBezTo>
                  <a:pt x="156" y="69"/>
                  <a:pt x="156" y="69"/>
                  <a:pt x="156" y="69"/>
                </a:cubicBezTo>
                <a:cubicBezTo>
                  <a:pt x="156" y="109"/>
                  <a:pt x="156" y="109"/>
                  <a:pt x="156" y="109"/>
                </a:cubicBezTo>
                <a:cubicBezTo>
                  <a:pt x="64" y="109"/>
                  <a:pt x="64" y="109"/>
                  <a:pt x="64" y="109"/>
                </a:cubicBezTo>
                <a:cubicBezTo>
                  <a:pt x="53" y="109"/>
                  <a:pt x="44" y="118"/>
                  <a:pt x="44" y="129"/>
                </a:cubicBezTo>
                <a:cubicBezTo>
                  <a:pt x="44" y="157"/>
                  <a:pt x="44" y="157"/>
                  <a:pt x="44" y="157"/>
                </a:cubicBezTo>
                <a:cubicBezTo>
                  <a:pt x="44" y="168"/>
                  <a:pt x="53" y="177"/>
                  <a:pt x="64" y="177"/>
                </a:cubicBezTo>
                <a:cubicBezTo>
                  <a:pt x="155" y="177"/>
                  <a:pt x="155" y="177"/>
                  <a:pt x="155" y="177"/>
                </a:cubicBezTo>
                <a:cubicBezTo>
                  <a:pt x="153" y="186"/>
                  <a:pt x="145" y="193"/>
                  <a:pt x="136" y="193"/>
                </a:cubicBezTo>
                <a:close/>
                <a:moveTo>
                  <a:pt x="144" y="145"/>
                </a:moveTo>
                <a:cubicBezTo>
                  <a:pt x="144" y="148"/>
                  <a:pt x="143" y="151"/>
                  <a:pt x="143" y="153"/>
                </a:cubicBezTo>
                <a:cubicBezTo>
                  <a:pt x="142" y="155"/>
                  <a:pt x="140" y="157"/>
                  <a:pt x="139" y="159"/>
                </a:cubicBezTo>
                <a:cubicBezTo>
                  <a:pt x="138" y="160"/>
                  <a:pt x="136" y="161"/>
                  <a:pt x="134" y="162"/>
                </a:cubicBezTo>
                <a:cubicBezTo>
                  <a:pt x="132" y="162"/>
                  <a:pt x="130" y="162"/>
                  <a:pt x="128" y="162"/>
                </a:cubicBezTo>
                <a:cubicBezTo>
                  <a:pt x="115" y="162"/>
                  <a:pt x="115" y="162"/>
                  <a:pt x="115" y="162"/>
                </a:cubicBezTo>
                <a:cubicBezTo>
                  <a:pt x="115" y="128"/>
                  <a:pt x="115" y="128"/>
                  <a:pt x="115" y="128"/>
                </a:cubicBezTo>
                <a:cubicBezTo>
                  <a:pt x="127" y="128"/>
                  <a:pt x="127" y="128"/>
                  <a:pt x="127" y="128"/>
                </a:cubicBezTo>
                <a:cubicBezTo>
                  <a:pt x="130" y="128"/>
                  <a:pt x="133" y="128"/>
                  <a:pt x="134" y="129"/>
                </a:cubicBezTo>
                <a:cubicBezTo>
                  <a:pt x="136" y="129"/>
                  <a:pt x="138" y="130"/>
                  <a:pt x="139" y="132"/>
                </a:cubicBezTo>
                <a:cubicBezTo>
                  <a:pt x="141" y="133"/>
                  <a:pt x="142" y="135"/>
                  <a:pt x="142" y="137"/>
                </a:cubicBezTo>
                <a:cubicBezTo>
                  <a:pt x="143" y="139"/>
                  <a:pt x="144" y="142"/>
                  <a:pt x="144" y="145"/>
                </a:cubicBezTo>
                <a:close/>
                <a:moveTo>
                  <a:pt x="108" y="138"/>
                </a:moveTo>
                <a:cubicBezTo>
                  <a:pt x="108" y="141"/>
                  <a:pt x="108" y="142"/>
                  <a:pt x="107" y="144"/>
                </a:cubicBezTo>
                <a:cubicBezTo>
                  <a:pt x="106" y="145"/>
                  <a:pt x="105" y="146"/>
                  <a:pt x="104" y="147"/>
                </a:cubicBezTo>
                <a:cubicBezTo>
                  <a:pt x="103" y="148"/>
                  <a:pt x="101" y="149"/>
                  <a:pt x="100" y="149"/>
                </a:cubicBezTo>
                <a:cubicBezTo>
                  <a:pt x="99" y="149"/>
                  <a:pt x="96" y="149"/>
                  <a:pt x="93" y="149"/>
                </a:cubicBezTo>
                <a:cubicBezTo>
                  <a:pt x="89" y="149"/>
                  <a:pt x="89" y="149"/>
                  <a:pt x="89" y="149"/>
                </a:cubicBezTo>
                <a:cubicBezTo>
                  <a:pt x="89" y="162"/>
                  <a:pt x="89" y="162"/>
                  <a:pt x="89" y="162"/>
                </a:cubicBezTo>
                <a:cubicBezTo>
                  <a:pt x="82" y="162"/>
                  <a:pt x="82" y="162"/>
                  <a:pt x="82" y="162"/>
                </a:cubicBezTo>
                <a:cubicBezTo>
                  <a:pt x="82" y="128"/>
                  <a:pt x="82" y="128"/>
                  <a:pt x="82" y="128"/>
                </a:cubicBezTo>
                <a:cubicBezTo>
                  <a:pt x="93" y="128"/>
                  <a:pt x="93" y="128"/>
                  <a:pt x="93" y="128"/>
                </a:cubicBezTo>
                <a:cubicBezTo>
                  <a:pt x="97" y="128"/>
                  <a:pt x="100" y="128"/>
                  <a:pt x="101" y="128"/>
                </a:cubicBezTo>
                <a:cubicBezTo>
                  <a:pt x="103" y="129"/>
                  <a:pt x="105" y="130"/>
                  <a:pt x="106" y="132"/>
                </a:cubicBezTo>
                <a:cubicBezTo>
                  <a:pt x="107" y="133"/>
                  <a:pt x="108" y="136"/>
                  <a:pt x="108" y="138"/>
                </a:cubicBezTo>
                <a:close/>
                <a:moveTo>
                  <a:pt x="174" y="134"/>
                </a:moveTo>
                <a:cubicBezTo>
                  <a:pt x="158" y="134"/>
                  <a:pt x="158" y="134"/>
                  <a:pt x="158" y="134"/>
                </a:cubicBezTo>
                <a:cubicBezTo>
                  <a:pt x="158" y="142"/>
                  <a:pt x="158" y="142"/>
                  <a:pt x="158" y="142"/>
                </a:cubicBezTo>
                <a:cubicBezTo>
                  <a:pt x="172" y="142"/>
                  <a:pt x="172" y="142"/>
                  <a:pt x="172" y="142"/>
                </a:cubicBezTo>
                <a:cubicBezTo>
                  <a:pt x="172" y="148"/>
                  <a:pt x="172" y="148"/>
                  <a:pt x="172" y="148"/>
                </a:cubicBezTo>
                <a:cubicBezTo>
                  <a:pt x="158" y="148"/>
                  <a:pt x="158" y="148"/>
                  <a:pt x="158" y="148"/>
                </a:cubicBezTo>
                <a:cubicBezTo>
                  <a:pt x="158" y="162"/>
                  <a:pt x="158" y="162"/>
                  <a:pt x="158" y="162"/>
                </a:cubicBezTo>
                <a:cubicBezTo>
                  <a:pt x="151" y="162"/>
                  <a:pt x="151" y="162"/>
                  <a:pt x="151" y="162"/>
                </a:cubicBezTo>
                <a:cubicBezTo>
                  <a:pt x="151" y="128"/>
                  <a:pt x="151" y="128"/>
                  <a:pt x="151" y="128"/>
                </a:cubicBezTo>
                <a:cubicBezTo>
                  <a:pt x="174" y="128"/>
                  <a:pt x="174" y="128"/>
                  <a:pt x="174" y="128"/>
                </a:cubicBezTo>
                <a:lnTo>
                  <a:pt x="174" y="134"/>
                </a:lnTo>
                <a:close/>
                <a:moveTo>
                  <a:pt x="97" y="134"/>
                </a:moveTo>
                <a:cubicBezTo>
                  <a:pt x="96" y="134"/>
                  <a:pt x="94" y="134"/>
                  <a:pt x="92" y="134"/>
                </a:cubicBezTo>
                <a:cubicBezTo>
                  <a:pt x="89" y="134"/>
                  <a:pt x="89" y="134"/>
                  <a:pt x="89" y="134"/>
                </a:cubicBezTo>
                <a:cubicBezTo>
                  <a:pt x="89" y="143"/>
                  <a:pt x="89" y="143"/>
                  <a:pt x="89" y="143"/>
                </a:cubicBezTo>
                <a:cubicBezTo>
                  <a:pt x="92" y="143"/>
                  <a:pt x="92" y="143"/>
                  <a:pt x="92" y="143"/>
                </a:cubicBezTo>
                <a:cubicBezTo>
                  <a:pt x="95" y="143"/>
                  <a:pt x="97" y="143"/>
                  <a:pt x="98" y="143"/>
                </a:cubicBezTo>
                <a:cubicBezTo>
                  <a:pt x="99" y="143"/>
                  <a:pt x="99" y="142"/>
                  <a:pt x="100" y="141"/>
                </a:cubicBezTo>
                <a:cubicBezTo>
                  <a:pt x="101" y="140"/>
                  <a:pt x="101" y="140"/>
                  <a:pt x="101" y="139"/>
                </a:cubicBezTo>
                <a:cubicBezTo>
                  <a:pt x="101" y="137"/>
                  <a:pt x="100" y="136"/>
                  <a:pt x="100" y="135"/>
                </a:cubicBezTo>
                <a:cubicBezTo>
                  <a:pt x="99" y="135"/>
                  <a:pt x="98" y="134"/>
                  <a:pt x="97" y="134"/>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207"/>
          <p:cNvSpPr>
            <a:spLocks noEditPoints="1"/>
          </p:cNvSpPr>
          <p:nvPr/>
        </p:nvSpPr>
        <p:spPr bwMode="auto">
          <a:xfrm>
            <a:off x="2613339" y="4830850"/>
            <a:ext cx="395288" cy="396875"/>
          </a:xfrm>
          <a:custGeom>
            <a:avLst/>
            <a:gdLst>
              <a:gd name="T0" fmla="*/ 164 w 200"/>
              <a:gd name="T1" fmla="*/ 181 h 201"/>
              <a:gd name="T2" fmla="*/ 0 w 200"/>
              <a:gd name="T3" fmla="*/ 181 h 201"/>
              <a:gd name="T4" fmla="*/ 100 w 200"/>
              <a:gd name="T5" fmla="*/ 1 h 201"/>
              <a:gd name="T6" fmla="*/ 108 w 200"/>
              <a:gd name="T7" fmla="*/ 1 h 201"/>
              <a:gd name="T8" fmla="*/ 163 w 200"/>
              <a:gd name="T9" fmla="*/ 61 h 201"/>
              <a:gd name="T10" fmla="*/ 164 w 200"/>
              <a:gd name="T11" fmla="*/ 62 h 201"/>
              <a:gd name="T12" fmla="*/ 180 w 200"/>
              <a:gd name="T13" fmla="*/ 109 h 201"/>
              <a:gd name="T14" fmla="*/ 180 w 200"/>
              <a:gd name="T15" fmla="*/ 177 h 201"/>
              <a:gd name="T16" fmla="*/ 128 w 200"/>
              <a:gd name="T17" fmla="*/ 61 h 201"/>
              <a:gd name="T18" fmla="*/ 156 w 200"/>
              <a:gd name="T19" fmla="*/ 69 h 201"/>
              <a:gd name="T20" fmla="*/ 100 w 200"/>
              <a:gd name="T21" fmla="*/ 9 h 201"/>
              <a:gd name="T22" fmla="*/ 8 w 200"/>
              <a:gd name="T23" fmla="*/ 173 h 201"/>
              <a:gd name="T24" fmla="*/ 155 w 200"/>
              <a:gd name="T25" fmla="*/ 177 h 201"/>
              <a:gd name="T26" fmla="*/ 44 w 200"/>
              <a:gd name="T27" fmla="*/ 129 h 201"/>
              <a:gd name="T28" fmla="*/ 156 w 200"/>
              <a:gd name="T29" fmla="*/ 69 h 201"/>
              <a:gd name="T30" fmla="*/ 127 w 200"/>
              <a:gd name="T31" fmla="*/ 134 h 201"/>
              <a:gd name="T32" fmla="*/ 133 w 200"/>
              <a:gd name="T33" fmla="*/ 130 h 201"/>
              <a:gd name="T34" fmla="*/ 112 w 200"/>
              <a:gd name="T35" fmla="*/ 132 h 201"/>
              <a:gd name="T36" fmla="*/ 121 w 200"/>
              <a:gd name="T37" fmla="*/ 147 h 201"/>
              <a:gd name="T38" fmla="*/ 130 w 200"/>
              <a:gd name="T39" fmla="*/ 152 h 201"/>
              <a:gd name="T40" fmla="*/ 118 w 200"/>
              <a:gd name="T41" fmla="*/ 155 h 201"/>
              <a:gd name="T42" fmla="*/ 113 w 200"/>
              <a:gd name="T43" fmla="*/ 160 h 201"/>
              <a:gd name="T44" fmla="*/ 135 w 200"/>
              <a:gd name="T45" fmla="*/ 158 h 201"/>
              <a:gd name="T46" fmla="*/ 132 w 200"/>
              <a:gd name="T47" fmla="*/ 143 h 201"/>
              <a:gd name="T48" fmla="*/ 117 w 200"/>
              <a:gd name="T49" fmla="*/ 136 h 201"/>
              <a:gd name="T50" fmla="*/ 96 w 200"/>
              <a:gd name="T51" fmla="*/ 149 h 201"/>
              <a:gd name="T52" fmla="*/ 104 w 200"/>
              <a:gd name="T53" fmla="*/ 138 h 201"/>
              <a:gd name="T54" fmla="*/ 89 w 200"/>
              <a:gd name="T55" fmla="*/ 128 h 201"/>
              <a:gd name="T56" fmla="*/ 85 w 200"/>
              <a:gd name="T57" fmla="*/ 162 h 201"/>
              <a:gd name="T58" fmla="*/ 172 w 200"/>
              <a:gd name="T59" fmla="*/ 137 h 201"/>
              <a:gd name="T60" fmla="*/ 157 w 200"/>
              <a:gd name="T61" fmla="*/ 128 h 201"/>
              <a:gd name="T62" fmla="*/ 157 w 200"/>
              <a:gd name="T63" fmla="*/ 162 h 201"/>
              <a:gd name="T64" fmla="*/ 172 w 200"/>
              <a:gd name="T65" fmla="*/ 153 h 201"/>
              <a:gd name="T66" fmla="*/ 163 w 200"/>
              <a:gd name="T67" fmla="*/ 155 h 201"/>
              <a:gd name="T68" fmla="*/ 151 w 200"/>
              <a:gd name="T69" fmla="*/ 156 h 201"/>
              <a:gd name="T70" fmla="*/ 160 w 200"/>
              <a:gd name="T71" fmla="*/ 134 h 201"/>
              <a:gd name="T72" fmla="*/ 166 w 200"/>
              <a:gd name="T73" fmla="*/ 145 h 201"/>
              <a:gd name="T74" fmla="*/ 85 w 200"/>
              <a:gd name="T75" fmla="*/ 134 h 201"/>
              <a:gd name="T76" fmla="*/ 96 w 200"/>
              <a:gd name="T77" fmla="*/ 135 h 201"/>
              <a:gd name="T78" fmla="*/ 94 w 200"/>
              <a:gd name="T79" fmla="*/ 143 h 201"/>
              <a:gd name="T80" fmla="*/ 85 w 200"/>
              <a:gd name="T81" fmla="*/ 134 h 201"/>
              <a:gd name="T82" fmla="*/ 27 w 200"/>
              <a:gd name="T83" fmla="*/ 82 h 201"/>
              <a:gd name="T84" fmla="*/ 73 w 200"/>
              <a:gd name="T85" fmla="*/ 53 h 201"/>
              <a:gd name="T86" fmla="*/ 65 w 200"/>
              <a:gd name="T87" fmla="*/ 63 h 201"/>
              <a:gd name="T88" fmla="*/ 57 w 200"/>
              <a:gd name="T89" fmla="*/ 73 h 201"/>
              <a:gd name="T90" fmla="*/ 55 w 200"/>
              <a:gd name="T91" fmla="*/ 54 h 201"/>
              <a:gd name="T92" fmla="*/ 55 w 200"/>
              <a:gd name="T93" fmla="*/ 54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00" h="201">
                <a:moveTo>
                  <a:pt x="180" y="177"/>
                </a:moveTo>
                <a:cubicBezTo>
                  <a:pt x="164" y="177"/>
                  <a:pt x="164" y="177"/>
                  <a:pt x="164" y="177"/>
                </a:cubicBezTo>
                <a:cubicBezTo>
                  <a:pt x="164" y="181"/>
                  <a:pt x="164" y="181"/>
                  <a:pt x="164" y="181"/>
                </a:cubicBezTo>
                <a:cubicBezTo>
                  <a:pt x="164" y="192"/>
                  <a:pt x="155" y="201"/>
                  <a:pt x="144" y="201"/>
                </a:cubicBezTo>
                <a:cubicBezTo>
                  <a:pt x="20" y="201"/>
                  <a:pt x="20" y="201"/>
                  <a:pt x="20" y="201"/>
                </a:cubicBezTo>
                <a:cubicBezTo>
                  <a:pt x="9" y="201"/>
                  <a:pt x="0" y="192"/>
                  <a:pt x="0" y="181"/>
                </a:cubicBezTo>
                <a:cubicBezTo>
                  <a:pt x="0" y="21"/>
                  <a:pt x="0" y="21"/>
                  <a:pt x="0" y="21"/>
                </a:cubicBezTo>
                <a:cubicBezTo>
                  <a:pt x="0" y="10"/>
                  <a:pt x="9" y="1"/>
                  <a:pt x="20" y="1"/>
                </a:cubicBezTo>
                <a:cubicBezTo>
                  <a:pt x="100" y="1"/>
                  <a:pt x="100" y="1"/>
                  <a:pt x="100" y="1"/>
                </a:cubicBezTo>
                <a:cubicBezTo>
                  <a:pt x="107" y="1"/>
                  <a:pt x="107" y="1"/>
                  <a:pt x="107" y="1"/>
                </a:cubicBezTo>
                <a:cubicBezTo>
                  <a:pt x="107" y="0"/>
                  <a:pt x="107" y="0"/>
                  <a:pt x="107" y="0"/>
                </a:cubicBezTo>
                <a:cubicBezTo>
                  <a:pt x="108" y="1"/>
                  <a:pt x="108" y="1"/>
                  <a:pt x="108" y="1"/>
                </a:cubicBezTo>
                <a:cubicBezTo>
                  <a:pt x="108" y="1"/>
                  <a:pt x="108" y="1"/>
                  <a:pt x="108" y="1"/>
                </a:cubicBezTo>
                <a:cubicBezTo>
                  <a:pt x="108" y="1"/>
                  <a:pt x="108" y="1"/>
                  <a:pt x="108" y="1"/>
                </a:cubicBezTo>
                <a:cubicBezTo>
                  <a:pt x="163" y="61"/>
                  <a:pt x="163" y="61"/>
                  <a:pt x="163" y="61"/>
                </a:cubicBezTo>
                <a:cubicBezTo>
                  <a:pt x="164" y="61"/>
                  <a:pt x="164" y="61"/>
                  <a:pt x="164" y="61"/>
                </a:cubicBezTo>
                <a:cubicBezTo>
                  <a:pt x="164" y="61"/>
                  <a:pt x="164" y="61"/>
                  <a:pt x="164" y="61"/>
                </a:cubicBezTo>
                <a:cubicBezTo>
                  <a:pt x="164" y="62"/>
                  <a:pt x="164" y="62"/>
                  <a:pt x="164" y="62"/>
                </a:cubicBezTo>
                <a:cubicBezTo>
                  <a:pt x="164" y="62"/>
                  <a:pt x="164" y="62"/>
                  <a:pt x="164" y="62"/>
                </a:cubicBezTo>
                <a:cubicBezTo>
                  <a:pt x="164" y="109"/>
                  <a:pt x="164" y="109"/>
                  <a:pt x="164" y="109"/>
                </a:cubicBezTo>
                <a:cubicBezTo>
                  <a:pt x="180" y="109"/>
                  <a:pt x="180" y="109"/>
                  <a:pt x="180" y="109"/>
                </a:cubicBezTo>
                <a:cubicBezTo>
                  <a:pt x="191" y="109"/>
                  <a:pt x="200" y="118"/>
                  <a:pt x="200" y="129"/>
                </a:cubicBezTo>
                <a:cubicBezTo>
                  <a:pt x="200" y="157"/>
                  <a:pt x="200" y="157"/>
                  <a:pt x="200" y="157"/>
                </a:cubicBezTo>
                <a:cubicBezTo>
                  <a:pt x="200" y="168"/>
                  <a:pt x="191" y="177"/>
                  <a:pt x="180" y="177"/>
                </a:cubicBezTo>
                <a:close/>
                <a:moveTo>
                  <a:pt x="108" y="15"/>
                </a:moveTo>
                <a:cubicBezTo>
                  <a:pt x="108" y="41"/>
                  <a:pt x="108" y="41"/>
                  <a:pt x="108" y="41"/>
                </a:cubicBezTo>
                <a:cubicBezTo>
                  <a:pt x="108" y="52"/>
                  <a:pt x="117" y="61"/>
                  <a:pt x="128" y="61"/>
                </a:cubicBezTo>
                <a:cubicBezTo>
                  <a:pt x="151" y="61"/>
                  <a:pt x="151" y="61"/>
                  <a:pt x="151" y="61"/>
                </a:cubicBezTo>
                <a:lnTo>
                  <a:pt x="108" y="15"/>
                </a:lnTo>
                <a:close/>
                <a:moveTo>
                  <a:pt x="156" y="69"/>
                </a:moveTo>
                <a:cubicBezTo>
                  <a:pt x="120" y="69"/>
                  <a:pt x="120" y="69"/>
                  <a:pt x="120" y="69"/>
                </a:cubicBezTo>
                <a:cubicBezTo>
                  <a:pt x="109" y="69"/>
                  <a:pt x="100" y="60"/>
                  <a:pt x="100" y="49"/>
                </a:cubicBezTo>
                <a:cubicBezTo>
                  <a:pt x="100" y="9"/>
                  <a:pt x="100" y="9"/>
                  <a:pt x="100" y="9"/>
                </a:cubicBezTo>
                <a:cubicBezTo>
                  <a:pt x="28" y="9"/>
                  <a:pt x="28" y="9"/>
                  <a:pt x="28" y="9"/>
                </a:cubicBezTo>
                <a:cubicBezTo>
                  <a:pt x="17" y="9"/>
                  <a:pt x="8" y="18"/>
                  <a:pt x="8" y="29"/>
                </a:cubicBezTo>
                <a:cubicBezTo>
                  <a:pt x="8" y="173"/>
                  <a:pt x="8" y="173"/>
                  <a:pt x="8" y="173"/>
                </a:cubicBezTo>
                <a:cubicBezTo>
                  <a:pt x="8" y="184"/>
                  <a:pt x="17" y="193"/>
                  <a:pt x="28" y="193"/>
                </a:cubicBezTo>
                <a:cubicBezTo>
                  <a:pt x="136" y="193"/>
                  <a:pt x="136" y="193"/>
                  <a:pt x="136" y="193"/>
                </a:cubicBezTo>
                <a:cubicBezTo>
                  <a:pt x="145" y="193"/>
                  <a:pt x="154" y="186"/>
                  <a:pt x="155" y="177"/>
                </a:cubicBezTo>
                <a:cubicBezTo>
                  <a:pt x="64" y="177"/>
                  <a:pt x="64" y="177"/>
                  <a:pt x="64" y="177"/>
                </a:cubicBezTo>
                <a:cubicBezTo>
                  <a:pt x="53" y="177"/>
                  <a:pt x="44" y="168"/>
                  <a:pt x="44" y="157"/>
                </a:cubicBezTo>
                <a:cubicBezTo>
                  <a:pt x="44" y="129"/>
                  <a:pt x="44" y="129"/>
                  <a:pt x="44" y="129"/>
                </a:cubicBezTo>
                <a:cubicBezTo>
                  <a:pt x="44" y="118"/>
                  <a:pt x="53" y="109"/>
                  <a:pt x="64" y="109"/>
                </a:cubicBezTo>
                <a:cubicBezTo>
                  <a:pt x="156" y="109"/>
                  <a:pt x="156" y="109"/>
                  <a:pt x="156" y="109"/>
                </a:cubicBezTo>
                <a:lnTo>
                  <a:pt x="156" y="69"/>
                </a:lnTo>
                <a:close/>
                <a:moveTo>
                  <a:pt x="118" y="134"/>
                </a:moveTo>
                <a:cubicBezTo>
                  <a:pt x="119" y="133"/>
                  <a:pt x="121" y="133"/>
                  <a:pt x="123" y="133"/>
                </a:cubicBezTo>
                <a:cubicBezTo>
                  <a:pt x="125" y="133"/>
                  <a:pt x="126" y="133"/>
                  <a:pt x="127" y="134"/>
                </a:cubicBezTo>
                <a:cubicBezTo>
                  <a:pt x="128" y="135"/>
                  <a:pt x="129" y="136"/>
                  <a:pt x="129" y="138"/>
                </a:cubicBezTo>
                <a:cubicBezTo>
                  <a:pt x="136" y="138"/>
                  <a:pt x="136" y="138"/>
                  <a:pt x="136" y="138"/>
                </a:cubicBezTo>
                <a:cubicBezTo>
                  <a:pt x="136" y="135"/>
                  <a:pt x="135" y="132"/>
                  <a:pt x="133" y="130"/>
                </a:cubicBezTo>
                <a:cubicBezTo>
                  <a:pt x="131" y="128"/>
                  <a:pt x="127" y="127"/>
                  <a:pt x="123" y="127"/>
                </a:cubicBezTo>
                <a:cubicBezTo>
                  <a:pt x="120" y="127"/>
                  <a:pt x="118" y="128"/>
                  <a:pt x="116" y="128"/>
                </a:cubicBezTo>
                <a:cubicBezTo>
                  <a:pt x="114" y="129"/>
                  <a:pt x="113" y="130"/>
                  <a:pt x="112" y="132"/>
                </a:cubicBezTo>
                <a:cubicBezTo>
                  <a:pt x="111" y="133"/>
                  <a:pt x="110" y="135"/>
                  <a:pt x="110" y="137"/>
                </a:cubicBezTo>
                <a:cubicBezTo>
                  <a:pt x="110" y="140"/>
                  <a:pt x="111" y="142"/>
                  <a:pt x="114" y="144"/>
                </a:cubicBezTo>
                <a:cubicBezTo>
                  <a:pt x="115" y="145"/>
                  <a:pt x="118" y="146"/>
                  <a:pt x="121" y="147"/>
                </a:cubicBezTo>
                <a:cubicBezTo>
                  <a:pt x="124" y="148"/>
                  <a:pt x="126" y="148"/>
                  <a:pt x="127" y="149"/>
                </a:cubicBezTo>
                <a:cubicBezTo>
                  <a:pt x="128" y="149"/>
                  <a:pt x="129" y="150"/>
                  <a:pt x="129" y="150"/>
                </a:cubicBezTo>
                <a:cubicBezTo>
                  <a:pt x="130" y="151"/>
                  <a:pt x="130" y="151"/>
                  <a:pt x="130" y="152"/>
                </a:cubicBezTo>
                <a:cubicBezTo>
                  <a:pt x="130" y="154"/>
                  <a:pt x="130" y="155"/>
                  <a:pt x="128" y="156"/>
                </a:cubicBezTo>
                <a:cubicBezTo>
                  <a:pt x="127" y="157"/>
                  <a:pt x="126" y="157"/>
                  <a:pt x="123" y="157"/>
                </a:cubicBezTo>
                <a:cubicBezTo>
                  <a:pt x="121" y="157"/>
                  <a:pt x="120" y="156"/>
                  <a:pt x="118" y="155"/>
                </a:cubicBezTo>
                <a:cubicBezTo>
                  <a:pt x="117" y="154"/>
                  <a:pt x="116" y="153"/>
                  <a:pt x="116" y="150"/>
                </a:cubicBezTo>
                <a:cubicBezTo>
                  <a:pt x="109" y="151"/>
                  <a:pt x="109" y="151"/>
                  <a:pt x="109" y="151"/>
                </a:cubicBezTo>
                <a:cubicBezTo>
                  <a:pt x="110" y="155"/>
                  <a:pt x="111" y="158"/>
                  <a:pt x="113" y="160"/>
                </a:cubicBezTo>
                <a:cubicBezTo>
                  <a:pt x="116" y="162"/>
                  <a:pt x="119" y="163"/>
                  <a:pt x="123" y="163"/>
                </a:cubicBezTo>
                <a:cubicBezTo>
                  <a:pt x="126" y="163"/>
                  <a:pt x="129" y="162"/>
                  <a:pt x="131" y="162"/>
                </a:cubicBezTo>
                <a:cubicBezTo>
                  <a:pt x="133" y="161"/>
                  <a:pt x="134" y="159"/>
                  <a:pt x="135" y="158"/>
                </a:cubicBezTo>
                <a:cubicBezTo>
                  <a:pt x="137" y="156"/>
                  <a:pt x="137" y="154"/>
                  <a:pt x="137" y="152"/>
                </a:cubicBezTo>
                <a:cubicBezTo>
                  <a:pt x="137" y="150"/>
                  <a:pt x="137" y="148"/>
                  <a:pt x="136" y="147"/>
                </a:cubicBezTo>
                <a:cubicBezTo>
                  <a:pt x="135" y="145"/>
                  <a:pt x="134" y="144"/>
                  <a:pt x="132" y="143"/>
                </a:cubicBezTo>
                <a:cubicBezTo>
                  <a:pt x="130" y="142"/>
                  <a:pt x="128" y="142"/>
                  <a:pt x="124" y="141"/>
                </a:cubicBezTo>
                <a:cubicBezTo>
                  <a:pt x="121" y="140"/>
                  <a:pt x="119" y="139"/>
                  <a:pt x="118" y="138"/>
                </a:cubicBezTo>
                <a:cubicBezTo>
                  <a:pt x="117" y="138"/>
                  <a:pt x="117" y="137"/>
                  <a:pt x="117" y="136"/>
                </a:cubicBezTo>
                <a:cubicBezTo>
                  <a:pt x="117" y="136"/>
                  <a:pt x="117" y="135"/>
                  <a:pt x="118" y="134"/>
                </a:cubicBezTo>
                <a:close/>
                <a:moveTo>
                  <a:pt x="89" y="149"/>
                </a:moveTo>
                <a:cubicBezTo>
                  <a:pt x="92" y="149"/>
                  <a:pt x="95" y="149"/>
                  <a:pt x="96" y="149"/>
                </a:cubicBezTo>
                <a:cubicBezTo>
                  <a:pt x="98" y="149"/>
                  <a:pt x="99" y="148"/>
                  <a:pt x="100" y="147"/>
                </a:cubicBezTo>
                <a:cubicBezTo>
                  <a:pt x="101" y="146"/>
                  <a:pt x="102" y="145"/>
                  <a:pt x="103" y="144"/>
                </a:cubicBezTo>
                <a:cubicBezTo>
                  <a:pt x="104" y="142"/>
                  <a:pt x="104" y="141"/>
                  <a:pt x="104" y="138"/>
                </a:cubicBezTo>
                <a:cubicBezTo>
                  <a:pt x="104" y="136"/>
                  <a:pt x="103" y="133"/>
                  <a:pt x="102" y="132"/>
                </a:cubicBezTo>
                <a:cubicBezTo>
                  <a:pt x="101" y="130"/>
                  <a:pt x="99" y="129"/>
                  <a:pt x="97" y="128"/>
                </a:cubicBezTo>
                <a:cubicBezTo>
                  <a:pt x="96" y="128"/>
                  <a:pt x="93" y="128"/>
                  <a:pt x="89" y="128"/>
                </a:cubicBezTo>
                <a:cubicBezTo>
                  <a:pt x="78" y="128"/>
                  <a:pt x="78" y="128"/>
                  <a:pt x="78" y="128"/>
                </a:cubicBezTo>
                <a:cubicBezTo>
                  <a:pt x="78" y="162"/>
                  <a:pt x="78" y="162"/>
                  <a:pt x="78" y="162"/>
                </a:cubicBezTo>
                <a:cubicBezTo>
                  <a:pt x="85" y="162"/>
                  <a:pt x="85" y="162"/>
                  <a:pt x="85" y="162"/>
                </a:cubicBezTo>
                <a:cubicBezTo>
                  <a:pt x="85" y="149"/>
                  <a:pt x="85" y="149"/>
                  <a:pt x="85" y="149"/>
                </a:cubicBezTo>
                <a:lnTo>
                  <a:pt x="89" y="149"/>
                </a:lnTo>
                <a:close/>
                <a:moveTo>
                  <a:pt x="172" y="137"/>
                </a:moveTo>
                <a:cubicBezTo>
                  <a:pt x="171" y="135"/>
                  <a:pt x="170" y="133"/>
                  <a:pt x="169" y="132"/>
                </a:cubicBezTo>
                <a:cubicBezTo>
                  <a:pt x="167" y="130"/>
                  <a:pt x="165" y="129"/>
                  <a:pt x="163" y="129"/>
                </a:cubicBezTo>
                <a:cubicBezTo>
                  <a:pt x="162" y="128"/>
                  <a:pt x="160" y="128"/>
                  <a:pt x="157" y="128"/>
                </a:cubicBezTo>
                <a:cubicBezTo>
                  <a:pt x="144" y="128"/>
                  <a:pt x="144" y="128"/>
                  <a:pt x="144" y="128"/>
                </a:cubicBezTo>
                <a:cubicBezTo>
                  <a:pt x="144" y="162"/>
                  <a:pt x="144" y="162"/>
                  <a:pt x="144" y="162"/>
                </a:cubicBezTo>
                <a:cubicBezTo>
                  <a:pt x="157" y="162"/>
                  <a:pt x="157" y="162"/>
                  <a:pt x="157" y="162"/>
                </a:cubicBezTo>
                <a:cubicBezTo>
                  <a:pt x="160" y="162"/>
                  <a:pt x="162" y="162"/>
                  <a:pt x="163" y="162"/>
                </a:cubicBezTo>
                <a:cubicBezTo>
                  <a:pt x="165" y="161"/>
                  <a:pt x="167" y="160"/>
                  <a:pt x="168" y="159"/>
                </a:cubicBezTo>
                <a:cubicBezTo>
                  <a:pt x="170" y="157"/>
                  <a:pt x="171" y="155"/>
                  <a:pt x="172" y="153"/>
                </a:cubicBezTo>
                <a:cubicBezTo>
                  <a:pt x="173" y="151"/>
                  <a:pt x="173" y="148"/>
                  <a:pt x="173" y="145"/>
                </a:cubicBezTo>
                <a:cubicBezTo>
                  <a:pt x="173" y="142"/>
                  <a:pt x="173" y="139"/>
                  <a:pt x="172" y="137"/>
                </a:cubicBezTo>
                <a:close/>
                <a:moveTo>
                  <a:pt x="163" y="155"/>
                </a:moveTo>
                <a:cubicBezTo>
                  <a:pt x="162" y="155"/>
                  <a:pt x="162" y="156"/>
                  <a:pt x="160" y="156"/>
                </a:cubicBezTo>
                <a:cubicBezTo>
                  <a:pt x="160" y="156"/>
                  <a:pt x="158" y="156"/>
                  <a:pt x="156" y="156"/>
                </a:cubicBezTo>
                <a:cubicBezTo>
                  <a:pt x="151" y="156"/>
                  <a:pt x="151" y="156"/>
                  <a:pt x="151" y="156"/>
                </a:cubicBezTo>
                <a:cubicBezTo>
                  <a:pt x="151" y="134"/>
                  <a:pt x="151" y="134"/>
                  <a:pt x="151" y="134"/>
                </a:cubicBezTo>
                <a:cubicBezTo>
                  <a:pt x="154" y="134"/>
                  <a:pt x="154" y="134"/>
                  <a:pt x="154" y="134"/>
                </a:cubicBezTo>
                <a:cubicBezTo>
                  <a:pt x="157" y="134"/>
                  <a:pt x="159" y="134"/>
                  <a:pt x="160" y="134"/>
                </a:cubicBezTo>
                <a:cubicBezTo>
                  <a:pt x="161" y="134"/>
                  <a:pt x="162" y="135"/>
                  <a:pt x="163" y="136"/>
                </a:cubicBezTo>
                <a:cubicBezTo>
                  <a:pt x="164" y="136"/>
                  <a:pt x="165" y="138"/>
                  <a:pt x="165" y="139"/>
                </a:cubicBezTo>
                <a:cubicBezTo>
                  <a:pt x="166" y="140"/>
                  <a:pt x="166" y="142"/>
                  <a:pt x="166" y="145"/>
                </a:cubicBezTo>
                <a:cubicBezTo>
                  <a:pt x="166" y="148"/>
                  <a:pt x="166" y="150"/>
                  <a:pt x="165" y="151"/>
                </a:cubicBezTo>
                <a:cubicBezTo>
                  <a:pt x="165" y="153"/>
                  <a:pt x="164" y="154"/>
                  <a:pt x="163" y="155"/>
                </a:cubicBezTo>
                <a:close/>
                <a:moveTo>
                  <a:pt x="85" y="134"/>
                </a:moveTo>
                <a:cubicBezTo>
                  <a:pt x="88" y="134"/>
                  <a:pt x="88" y="134"/>
                  <a:pt x="88" y="134"/>
                </a:cubicBezTo>
                <a:cubicBezTo>
                  <a:pt x="90" y="134"/>
                  <a:pt x="92" y="134"/>
                  <a:pt x="93" y="134"/>
                </a:cubicBezTo>
                <a:cubicBezTo>
                  <a:pt x="94" y="134"/>
                  <a:pt x="95" y="135"/>
                  <a:pt x="96" y="135"/>
                </a:cubicBezTo>
                <a:cubicBezTo>
                  <a:pt x="97" y="136"/>
                  <a:pt x="97" y="137"/>
                  <a:pt x="97" y="139"/>
                </a:cubicBezTo>
                <a:cubicBezTo>
                  <a:pt x="97" y="140"/>
                  <a:pt x="97" y="140"/>
                  <a:pt x="96" y="141"/>
                </a:cubicBezTo>
                <a:cubicBezTo>
                  <a:pt x="96" y="142"/>
                  <a:pt x="95" y="143"/>
                  <a:pt x="94" y="143"/>
                </a:cubicBezTo>
                <a:cubicBezTo>
                  <a:pt x="93" y="143"/>
                  <a:pt x="91" y="143"/>
                  <a:pt x="88" y="143"/>
                </a:cubicBezTo>
                <a:cubicBezTo>
                  <a:pt x="85" y="143"/>
                  <a:pt x="85" y="143"/>
                  <a:pt x="85" y="143"/>
                </a:cubicBezTo>
                <a:lnTo>
                  <a:pt x="85" y="134"/>
                </a:lnTo>
                <a:close/>
                <a:moveTo>
                  <a:pt x="33" y="88"/>
                </a:moveTo>
                <a:cubicBezTo>
                  <a:pt x="59" y="50"/>
                  <a:pt x="59" y="50"/>
                  <a:pt x="59" y="50"/>
                </a:cubicBezTo>
                <a:cubicBezTo>
                  <a:pt x="59" y="50"/>
                  <a:pt x="42" y="53"/>
                  <a:pt x="27" y="82"/>
                </a:cubicBezTo>
                <a:cubicBezTo>
                  <a:pt x="34" y="34"/>
                  <a:pt x="87" y="22"/>
                  <a:pt x="97" y="26"/>
                </a:cubicBezTo>
                <a:cubicBezTo>
                  <a:pt x="101" y="28"/>
                  <a:pt x="88" y="52"/>
                  <a:pt x="88" y="52"/>
                </a:cubicBezTo>
                <a:cubicBezTo>
                  <a:pt x="73" y="53"/>
                  <a:pt x="73" y="53"/>
                  <a:pt x="73" y="53"/>
                </a:cubicBezTo>
                <a:cubicBezTo>
                  <a:pt x="86" y="55"/>
                  <a:pt x="86" y="55"/>
                  <a:pt x="86" y="55"/>
                </a:cubicBezTo>
                <a:cubicBezTo>
                  <a:pt x="81" y="62"/>
                  <a:pt x="81" y="62"/>
                  <a:pt x="81" y="62"/>
                </a:cubicBezTo>
                <a:cubicBezTo>
                  <a:pt x="65" y="63"/>
                  <a:pt x="65" y="63"/>
                  <a:pt x="65" y="63"/>
                </a:cubicBezTo>
                <a:cubicBezTo>
                  <a:pt x="77" y="65"/>
                  <a:pt x="77" y="65"/>
                  <a:pt x="77" y="65"/>
                </a:cubicBezTo>
                <a:cubicBezTo>
                  <a:pt x="77" y="65"/>
                  <a:pt x="71" y="72"/>
                  <a:pt x="69" y="72"/>
                </a:cubicBezTo>
                <a:cubicBezTo>
                  <a:pt x="67" y="72"/>
                  <a:pt x="57" y="73"/>
                  <a:pt x="57" y="73"/>
                </a:cubicBezTo>
                <a:cubicBezTo>
                  <a:pt x="57" y="73"/>
                  <a:pt x="64" y="75"/>
                  <a:pt x="65" y="75"/>
                </a:cubicBezTo>
                <a:cubicBezTo>
                  <a:pt x="51" y="86"/>
                  <a:pt x="33" y="88"/>
                  <a:pt x="33" y="88"/>
                </a:cubicBezTo>
                <a:close/>
                <a:moveTo>
                  <a:pt x="55" y="54"/>
                </a:moveTo>
                <a:cubicBezTo>
                  <a:pt x="36" y="74"/>
                  <a:pt x="24" y="102"/>
                  <a:pt x="24" y="102"/>
                </a:cubicBezTo>
                <a:cubicBezTo>
                  <a:pt x="21" y="101"/>
                  <a:pt x="21" y="101"/>
                  <a:pt x="21" y="101"/>
                </a:cubicBezTo>
                <a:cubicBezTo>
                  <a:pt x="21" y="101"/>
                  <a:pt x="34" y="63"/>
                  <a:pt x="55" y="54"/>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208"/>
          <p:cNvSpPr>
            <a:spLocks noEditPoints="1"/>
          </p:cNvSpPr>
          <p:nvPr/>
        </p:nvSpPr>
        <p:spPr bwMode="auto">
          <a:xfrm>
            <a:off x="3094351" y="4827675"/>
            <a:ext cx="395288" cy="396875"/>
          </a:xfrm>
          <a:custGeom>
            <a:avLst/>
            <a:gdLst>
              <a:gd name="T0" fmla="*/ 164 w 200"/>
              <a:gd name="T1" fmla="*/ 176 h 200"/>
              <a:gd name="T2" fmla="*/ 144 w 200"/>
              <a:gd name="T3" fmla="*/ 200 h 200"/>
              <a:gd name="T4" fmla="*/ 0 w 200"/>
              <a:gd name="T5" fmla="*/ 180 h 200"/>
              <a:gd name="T6" fmla="*/ 20 w 200"/>
              <a:gd name="T7" fmla="*/ 0 h 200"/>
              <a:gd name="T8" fmla="*/ 108 w 200"/>
              <a:gd name="T9" fmla="*/ 0 h 200"/>
              <a:gd name="T10" fmla="*/ 108 w 200"/>
              <a:gd name="T11" fmla="*/ 0 h 200"/>
              <a:gd name="T12" fmla="*/ 108 w 200"/>
              <a:gd name="T13" fmla="*/ 0 h 200"/>
              <a:gd name="T14" fmla="*/ 164 w 200"/>
              <a:gd name="T15" fmla="*/ 60 h 200"/>
              <a:gd name="T16" fmla="*/ 164 w 200"/>
              <a:gd name="T17" fmla="*/ 61 h 200"/>
              <a:gd name="T18" fmla="*/ 164 w 200"/>
              <a:gd name="T19" fmla="*/ 108 h 200"/>
              <a:gd name="T20" fmla="*/ 200 w 200"/>
              <a:gd name="T21" fmla="*/ 128 h 200"/>
              <a:gd name="T22" fmla="*/ 180 w 200"/>
              <a:gd name="T23" fmla="*/ 176 h 200"/>
              <a:gd name="T24" fmla="*/ 108 w 200"/>
              <a:gd name="T25" fmla="*/ 40 h 200"/>
              <a:gd name="T26" fmla="*/ 151 w 200"/>
              <a:gd name="T27" fmla="*/ 60 h 200"/>
              <a:gd name="T28" fmla="*/ 156 w 200"/>
              <a:gd name="T29" fmla="*/ 68 h 200"/>
              <a:gd name="T30" fmla="*/ 100 w 200"/>
              <a:gd name="T31" fmla="*/ 48 h 200"/>
              <a:gd name="T32" fmla="*/ 28 w 200"/>
              <a:gd name="T33" fmla="*/ 8 h 200"/>
              <a:gd name="T34" fmla="*/ 8 w 200"/>
              <a:gd name="T35" fmla="*/ 172 h 200"/>
              <a:gd name="T36" fmla="*/ 136 w 200"/>
              <a:gd name="T37" fmla="*/ 192 h 200"/>
              <a:gd name="T38" fmla="*/ 64 w 200"/>
              <a:gd name="T39" fmla="*/ 176 h 200"/>
              <a:gd name="T40" fmla="*/ 44 w 200"/>
              <a:gd name="T41" fmla="*/ 128 h 200"/>
              <a:gd name="T42" fmla="*/ 156 w 200"/>
              <a:gd name="T43" fmla="*/ 108 h 200"/>
              <a:gd name="T44" fmla="*/ 140 w 200"/>
              <a:gd name="T45" fmla="*/ 127 h 200"/>
              <a:gd name="T46" fmla="*/ 125 w 200"/>
              <a:gd name="T47" fmla="*/ 139 h 200"/>
              <a:gd name="T48" fmla="*/ 110 w 200"/>
              <a:gd name="T49" fmla="*/ 127 h 200"/>
              <a:gd name="T50" fmla="*/ 109 w 200"/>
              <a:gd name="T51" fmla="*/ 162 h 200"/>
              <a:gd name="T52" fmla="*/ 125 w 200"/>
              <a:gd name="T53" fmla="*/ 150 h 200"/>
              <a:gd name="T54" fmla="*/ 141 w 200"/>
              <a:gd name="T55" fmla="*/ 162 h 200"/>
              <a:gd name="T56" fmla="*/ 140 w 200"/>
              <a:gd name="T57" fmla="*/ 127 h 200"/>
              <a:gd name="T58" fmla="*/ 107 w 200"/>
              <a:gd name="T59" fmla="*/ 127 h 200"/>
              <a:gd name="T60" fmla="*/ 80 w 200"/>
              <a:gd name="T61" fmla="*/ 133 h 200"/>
              <a:gd name="T62" fmla="*/ 90 w 200"/>
              <a:gd name="T63" fmla="*/ 162 h 200"/>
              <a:gd name="T64" fmla="*/ 97 w 200"/>
              <a:gd name="T65" fmla="*/ 133 h 200"/>
              <a:gd name="T66" fmla="*/ 171 w 200"/>
              <a:gd name="T67" fmla="*/ 127 h 200"/>
              <a:gd name="T68" fmla="*/ 143 w 200"/>
              <a:gd name="T69" fmla="*/ 133 h 200"/>
              <a:gd name="T70" fmla="*/ 154 w 200"/>
              <a:gd name="T71" fmla="*/ 162 h 200"/>
              <a:gd name="T72" fmla="*/ 161 w 200"/>
              <a:gd name="T73" fmla="*/ 133 h 200"/>
              <a:gd name="T74" fmla="*/ 171 w 200"/>
              <a:gd name="T75" fmla="*/ 127 h 200"/>
              <a:gd name="T76" fmla="*/ 84 w 200"/>
              <a:gd name="T77" fmla="*/ 72 h 200"/>
              <a:gd name="T78" fmla="*/ 20 w 200"/>
              <a:gd name="T79" fmla="*/ 80 h 200"/>
              <a:gd name="T80" fmla="*/ 20 w 200"/>
              <a:gd name="T81" fmla="*/ 40 h 200"/>
              <a:gd name="T82" fmla="*/ 84 w 200"/>
              <a:gd name="T83" fmla="*/ 48 h 200"/>
              <a:gd name="T84" fmla="*/ 20 w 200"/>
              <a:gd name="T85" fmla="*/ 40 h 200"/>
              <a:gd name="T86" fmla="*/ 84 w 200"/>
              <a:gd name="T87" fmla="*/ 24 h 200"/>
              <a:gd name="T88" fmla="*/ 20 w 200"/>
              <a:gd name="T89" fmla="*/ 32 h 200"/>
              <a:gd name="T90" fmla="*/ 60 w 200"/>
              <a:gd name="T91" fmla="*/ 64 h 200"/>
              <a:gd name="T92" fmla="*/ 20 w 200"/>
              <a:gd name="T93" fmla="*/ 56 h 200"/>
              <a:gd name="T94" fmla="*/ 60 w 200"/>
              <a:gd name="T95" fmla="*/ 64 h 200"/>
              <a:gd name="T96" fmla="*/ 20 w 200"/>
              <a:gd name="T97" fmla="*/ 96 h 200"/>
              <a:gd name="T98" fmla="*/ 44 w 200"/>
              <a:gd name="T99" fmla="*/ 88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0" h="200">
                <a:moveTo>
                  <a:pt x="180" y="176"/>
                </a:moveTo>
                <a:cubicBezTo>
                  <a:pt x="164" y="176"/>
                  <a:pt x="164" y="176"/>
                  <a:pt x="164" y="176"/>
                </a:cubicBezTo>
                <a:cubicBezTo>
                  <a:pt x="164" y="180"/>
                  <a:pt x="164" y="180"/>
                  <a:pt x="164" y="180"/>
                </a:cubicBezTo>
                <a:cubicBezTo>
                  <a:pt x="164" y="191"/>
                  <a:pt x="155" y="200"/>
                  <a:pt x="144" y="200"/>
                </a:cubicBezTo>
                <a:cubicBezTo>
                  <a:pt x="20" y="200"/>
                  <a:pt x="20" y="200"/>
                  <a:pt x="20" y="200"/>
                </a:cubicBezTo>
                <a:cubicBezTo>
                  <a:pt x="9" y="200"/>
                  <a:pt x="0" y="191"/>
                  <a:pt x="0" y="180"/>
                </a:cubicBezTo>
                <a:cubicBezTo>
                  <a:pt x="0" y="20"/>
                  <a:pt x="0" y="20"/>
                  <a:pt x="0" y="20"/>
                </a:cubicBezTo>
                <a:cubicBezTo>
                  <a:pt x="0" y="9"/>
                  <a:pt x="9" y="0"/>
                  <a:pt x="20" y="0"/>
                </a:cubicBezTo>
                <a:cubicBezTo>
                  <a:pt x="100" y="0"/>
                  <a:pt x="100" y="0"/>
                  <a:pt x="100" y="0"/>
                </a:cubicBezTo>
                <a:cubicBezTo>
                  <a:pt x="108" y="0"/>
                  <a:pt x="108" y="0"/>
                  <a:pt x="108" y="0"/>
                </a:cubicBezTo>
                <a:cubicBezTo>
                  <a:pt x="108" y="0"/>
                  <a:pt x="108" y="0"/>
                  <a:pt x="108" y="0"/>
                </a:cubicBezTo>
                <a:cubicBezTo>
                  <a:pt x="108" y="0"/>
                  <a:pt x="108" y="0"/>
                  <a:pt x="108" y="0"/>
                </a:cubicBezTo>
                <a:cubicBezTo>
                  <a:pt x="108" y="0"/>
                  <a:pt x="108" y="0"/>
                  <a:pt x="108" y="0"/>
                </a:cubicBezTo>
                <a:cubicBezTo>
                  <a:pt x="108" y="0"/>
                  <a:pt x="108" y="0"/>
                  <a:pt x="108" y="0"/>
                </a:cubicBezTo>
                <a:cubicBezTo>
                  <a:pt x="164" y="60"/>
                  <a:pt x="164" y="60"/>
                  <a:pt x="164" y="60"/>
                </a:cubicBezTo>
                <a:cubicBezTo>
                  <a:pt x="164" y="60"/>
                  <a:pt x="164" y="60"/>
                  <a:pt x="164" y="60"/>
                </a:cubicBezTo>
                <a:cubicBezTo>
                  <a:pt x="164" y="61"/>
                  <a:pt x="164" y="61"/>
                  <a:pt x="164" y="61"/>
                </a:cubicBezTo>
                <a:cubicBezTo>
                  <a:pt x="164" y="61"/>
                  <a:pt x="164" y="61"/>
                  <a:pt x="164" y="61"/>
                </a:cubicBezTo>
                <a:cubicBezTo>
                  <a:pt x="164" y="61"/>
                  <a:pt x="164" y="61"/>
                  <a:pt x="164" y="61"/>
                </a:cubicBezTo>
                <a:cubicBezTo>
                  <a:pt x="164" y="108"/>
                  <a:pt x="164" y="108"/>
                  <a:pt x="164" y="108"/>
                </a:cubicBezTo>
                <a:cubicBezTo>
                  <a:pt x="180" y="108"/>
                  <a:pt x="180" y="108"/>
                  <a:pt x="180" y="108"/>
                </a:cubicBezTo>
                <a:cubicBezTo>
                  <a:pt x="191" y="108"/>
                  <a:pt x="200" y="117"/>
                  <a:pt x="200" y="128"/>
                </a:cubicBezTo>
                <a:cubicBezTo>
                  <a:pt x="200" y="156"/>
                  <a:pt x="200" y="156"/>
                  <a:pt x="200" y="156"/>
                </a:cubicBezTo>
                <a:cubicBezTo>
                  <a:pt x="200" y="167"/>
                  <a:pt x="191" y="176"/>
                  <a:pt x="180" y="176"/>
                </a:cubicBezTo>
                <a:close/>
                <a:moveTo>
                  <a:pt x="108" y="15"/>
                </a:moveTo>
                <a:cubicBezTo>
                  <a:pt x="108" y="40"/>
                  <a:pt x="108" y="40"/>
                  <a:pt x="108" y="40"/>
                </a:cubicBezTo>
                <a:cubicBezTo>
                  <a:pt x="108" y="51"/>
                  <a:pt x="117" y="60"/>
                  <a:pt x="128" y="60"/>
                </a:cubicBezTo>
                <a:cubicBezTo>
                  <a:pt x="151" y="60"/>
                  <a:pt x="151" y="60"/>
                  <a:pt x="151" y="60"/>
                </a:cubicBezTo>
                <a:lnTo>
                  <a:pt x="108" y="15"/>
                </a:lnTo>
                <a:close/>
                <a:moveTo>
                  <a:pt x="156" y="68"/>
                </a:moveTo>
                <a:cubicBezTo>
                  <a:pt x="120" y="68"/>
                  <a:pt x="120" y="68"/>
                  <a:pt x="120" y="68"/>
                </a:cubicBezTo>
                <a:cubicBezTo>
                  <a:pt x="109" y="68"/>
                  <a:pt x="100" y="59"/>
                  <a:pt x="100" y="48"/>
                </a:cubicBezTo>
                <a:cubicBezTo>
                  <a:pt x="100" y="8"/>
                  <a:pt x="100" y="8"/>
                  <a:pt x="100" y="8"/>
                </a:cubicBezTo>
                <a:cubicBezTo>
                  <a:pt x="28" y="8"/>
                  <a:pt x="28" y="8"/>
                  <a:pt x="28" y="8"/>
                </a:cubicBezTo>
                <a:cubicBezTo>
                  <a:pt x="17" y="8"/>
                  <a:pt x="8" y="17"/>
                  <a:pt x="8" y="28"/>
                </a:cubicBezTo>
                <a:cubicBezTo>
                  <a:pt x="8" y="172"/>
                  <a:pt x="8" y="172"/>
                  <a:pt x="8" y="172"/>
                </a:cubicBezTo>
                <a:cubicBezTo>
                  <a:pt x="8" y="183"/>
                  <a:pt x="17" y="192"/>
                  <a:pt x="28" y="192"/>
                </a:cubicBezTo>
                <a:cubicBezTo>
                  <a:pt x="136" y="192"/>
                  <a:pt x="136" y="192"/>
                  <a:pt x="136" y="192"/>
                </a:cubicBezTo>
                <a:cubicBezTo>
                  <a:pt x="146" y="192"/>
                  <a:pt x="154" y="185"/>
                  <a:pt x="156" y="176"/>
                </a:cubicBezTo>
                <a:cubicBezTo>
                  <a:pt x="64" y="176"/>
                  <a:pt x="64" y="176"/>
                  <a:pt x="64" y="176"/>
                </a:cubicBezTo>
                <a:cubicBezTo>
                  <a:pt x="53" y="176"/>
                  <a:pt x="44" y="167"/>
                  <a:pt x="44" y="156"/>
                </a:cubicBezTo>
                <a:cubicBezTo>
                  <a:pt x="44" y="128"/>
                  <a:pt x="44" y="128"/>
                  <a:pt x="44" y="128"/>
                </a:cubicBezTo>
                <a:cubicBezTo>
                  <a:pt x="44" y="117"/>
                  <a:pt x="53" y="108"/>
                  <a:pt x="64" y="108"/>
                </a:cubicBezTo>
                <a:cubicBezTo>
                  <a:pt x="156" y="108"/>
                  <a:pt x="156" y="108"/>
                  <a:pt x="156" y="108"/>
                </a:cubicBezTo>
                <a:lnTo>
                  <a:pt x="156" y="68"/>
                </a:lnTo>
                <a:close/>
                <a:moveTo>
                  <a:pt x="140" y="127"/>
                </a:moveTo>
                <a:cubicBezTo>
                  <a:pt x="132" y="127"/>
                  <a:pt x="132" y="127"/>
                  <a:pt x="132" y="127"/>
                </a:cubicBezTo>
                <a:cubicBezTo>
                  <a:pt x="125" y="139"/>
                  <a:pt x="125" y="139"/>
                  <a:pt x="125" y="139"/>
                </a:cubicBezTo>
                <a:cubicBezTo>
                  <a:pt x="118" y="127"/>
                  <a:pt x="118" y="127"/>
                  <a:pt x="118" y="127"/>
                </a:cubicBezTo>
                <a:cubicBezTo>
                  <a:pt x="110" y="127"/>
                  <a:pt x="110" y="127"/>
                  <a:pt x="110" y="127"/>
                </a:cubicBezTo>
                <a:cubicBezTo>
                  <a:pt x="121" y="144"/>
                  <a:pt x="121" y="144"/>
                  <a:pt x="121" y="144"/>
                </a:cubicBezTo>
                <a:cubicBezTo>
                  <a:pt x="109" y="162"/>
                  <a:pt x="109" y="162"/>
                  <a:pt x="109" y="162"/>
                </a:cubicBezTo>
                <a:cubicBezTo>
                  <a:pt x="117" y="162"/>
                  <a:pt x="117" y="162"/>
                  <a:pt x="117" y="162"/>
                </a:cubicBezTo>
                <a:cubicBezTo>
                  <a:pt x="125" y="150"/>
                  <a:pt x="125" y="150"/>
                  <a:pt x="125" y="150"/>
                </a:cubicBezTo>
                <a:cubicBezTo>
                  <a:pt x="133" y="162"/>
                  <a:pt x="133" y="162"/>
                  <a:pt x="133" y="162"/>
                </a:cubicBezTo>
                <a:cubicBezTo>
                  <a:pt x="141" y="162"/>
                  <a:pt x="141" y="162"/>
                  <a:pt x="141" y="162"/>
                </a:cubicBezTo>
                <a:cubicBezTo>
                  <a:pt x="129" y="144"/>
                  <a:pt x="129" y="144"/>
                  <a:pt x="129" y="144"/>
                </a:cubicBezTo>
                <a:lnTo>
                  <a:pt x="140" y="127"/>
                </a:lnTo>
                <a:close/>
                <a:moveTo>
                  <a:pt x="107" y="133"/>
                </a:moveTo>
                <a:cubicBezTo>
                  <a:pt x="107" y="127"/>
                  <a:pt x="107" y="127"/>
                  <a:pt x="107" y="127"/>
                </a:cubicBezTo>
                <a:cubicBezTo>
                  <a:pt x="80" y="127"/>
                  <a:pt x="80" y="127"/>
                  <a:pt x="80" y="127"/>
                </a:cubicBezTo>
                <a:cubicBezTo>
                  <a:pt x="80" y="133"/>
                  <a:pt x="80" y="133"/>
                  <a:pt x="80" y="133"/>
                </a:cubicBezTo>
                <a:cubicBezTo>
                  <a:pt x="90" y="133"/>
                  <a:pt x="90" y="133"/>
                  <a:pt x="90" y="133"/>
                </a:cubicBezTo>
                <a:cubicBezTo>
                  <a:pt x="90" y="162"/>
                  <a:pt x="90" y="162"/>
                  <a:pt x="90" y="162"/>
                </a:cubicBezTo>
                <a:cubicBezTo>
                  <a:pt x="97" y="162"/>
                  <a:pt x="97" y="162"/>
                  <a:pt x="97" y="162"/>
                </a:cubicBezTo>
                <a:cubicBezTo>
                  <a:pt x="97" y="133"/>
                  <a:pt x="97" y="133"/>
                  <a:pt x="97" y="133"/>
                </a:cubicBezTo>
                <a:lnTo>
                  <a:pt x="107" y="133"/>
                </a:lnTo>
                <a:close/>
                <a:moveTo>
                  <a:pt x="171" y="127"/>
                </a:moveTo>
                <a:cubicBezTo>
                  <a:pt x="143" y="127"/>
                  <a:pt x="143" y="127"/>
                  <a:pt x="143" y="127"/>
                </a:cubicBezTo>
                <a:cubicBezTo>
                  <a:pt x="143" y="133"/>
                  <a:pt x="143" y="133"/>
                  <a:pt x="143" y="133"/>
                </a:cubicBezTo>
                <a:cubicBezTo>
                  <a:pt x="154" y="133"/>
                  <a:pt x="154" y="133"/>
                  <a:pt x="154" y="133"/>
                </a:cubicBezTo>
                <a:cubicBezTo>
                  <a:pt x="154" y="162"/>
                  <a:pt x="154" y="162"/>
                  <a:pt x="154" y="162"/>
                </a:cubicBezTo>
                <a:cubicBezTo>
                  <a:pt x="161" y="162"/>
                  <a:pt x="161" y="162"/>
                  <a:pt x="161" y="162"/>
                </a:cubicBezTo>
                <a:cubicBezTo>
                  <a:pt x="161" y="133"/>
                  <a:pt x="161" y="133"/>
                  <a:pt x="161" y="133"/>
                </a:cubicBezTo>
                <a:cubicBezTo>
                  <a:pt x="171" y="133"/>
                  <a:pt x="171" y="133"/>
                  <a:pt x="171" y="133"/>
                </a:cubicBezTo>
                <a:lnTo>
                  <a:pt x="171" y="127"/>
                </a:lnTo>
                <a:close/>
                <a:moveTo>
                  <a:pt x="20" y="72"/>
                </a:moveTo>
                <a:cubicBezTo>
                  <a:pt x="84" y="72"/>
                  <a:pt x="84" y="72"/>
                  <a:pt x="84" y="72"/>
                </a:cubicBezTo>
                <a:cubicBezTo>
                  <a:pt x="84" y="80"/>
                  <a:pt x="84" y="80"/>
                  <a:pt x="84" y="80"/>
                </a:cubicBezTo>
                <a:cubicBezTo>
                  <a:pt x="20" y="80"/>
                  <a:pt x="20" y="80"/>
                  <a:pt x="20" y="80"/>
                </a:cubicBezTo>
                <a:lnTo>
                  <a:pt x="20" y="72"/>
                </a:lnTo>
                <a:close/>
                <a:moveTo>
                  <a:pt x="20" y="40"/>
                </a:moveTo>
                <a:cubicBezTo>
                  <a:pt x="84" y="40"/>
                  <a:pt x="84" y="40"/>
                  <a:pt x="84" y="40"/>
                </a:cubicBezTo>
                <a:cubicBezTo>
                  <a:pt x="84" y="48"/>
                  <a:pt x="84" y="48"/>
                  <a:pt x="84" y="48"/>
                </a:cubicBezTo>
                <a:cubicBezTo>
                  <a:pt x="20" y="48"/>
                  <a:pt x="20" y="48"/>
                  <a:pt x="20" y="48"/>
                </a:cubicBezTo>
                <a:lnTo>
                  <a:pt x="20" y="40"/>
                </a:lnTo>
                <a:close/>
                <a:moveTo>
                  <a:pt x="20" y="24"/>
                </a:moveTo>
                <a:cubicBezTo>
                  <a:pt x="84" y="24"/>
                  <a:pt x="84" y="24"/>
                  <a:pt x="84" y="24"/>
                </a:cubicBezTo>
                <a:cubicBezTo>
                  <a:pt x="84" y="32"/>
                  <a:pt x="84" y="32"/>
                  <a:pt x="84" y="32"/>
                </a:cubicBezTo>
                <a:cubicBezTo>
                  <a:pt x="20" y="32"/>
                  <a:pt x="20" y="32"/>
                  <a:pt x="20" y="32"/>
                </a:cubicBezTo>
                <a:lnTo>
                  <a:pt x="20" y="24"/>
                </a:lnTo>
                <a:close/>
                <a:moveTo>
                  <a:pt x="60" y="64"/>
                </a:moveTo>
                <a:cubicBezTo>
                  <a:pt x="20" y="64"/>
                  <a:pt x="20" y="64"/>
                  <a:pt x="20" y="64"/>
                </a:cubicBezTo>
                <a:cubicBezTo>
                  <a:pt x="20" y="56"/>
                  <a:pt x="20" y="56"/>
                  <a:pt x="20" y="56"/>
                </a:cubicBezTo>
                <a:cubicBezTo>
                  <a:pt x="60" y="56"/>
                  <a:pt x="60" y="56"/>
                  <a:pt x="60" y="56"/>
                </a:cubicBezTo>
                <a:lnTo>
                  <a:pt x="60" y="64"/>
                </a:lnTo>
                <a:close/>
                <a:moveTo>
                  <a:pt x="44" y="96"/>
                </a:moveTo>
                <a:cubicBezTo>
                  <a:pt x="20" y="96"/>
                  <a:pt x="20" y="96"/>
                  <a:pt x="20" y="96"/>
                </a:cubicBezTo>
                <a:cubicBezTo>
                  <a:pt x="20" y="88"/>
                  <a:pt x="20" y="88"/>
                  <a:pt x="20" y="88"/>
                </a:cubicBezTo>
                <a:cubicBezTo>
                  <a:pt x="44" y="88"/>
                  <a:pt x="44" y="88"/>
                  <a:pt x="44" y="88"/>
                </a:cubicBezTo>
                <a:lnTo>
                  <a:pt x="44" y="96"/>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Freeform 209"/>
          <p:cNvSpPr>
            <a:spLocks noEditPoints="1"/>
          </p:cNvSpPr>
          <p:nvPr/>
        </p:nvSpPr>
        <p:spPr bwMode="auto">
          <a:xfrm>
            <a:off x="181288" y="5322975"/>
            <a:ext cx="395288" cy="396875"/>
          </a:xfrm>
          <a:custGeom>
            <a:avLst/>
            <a:gdLst>
              <a:gd name="T0" fmla="*/ 164 w 200"/>
              <a:gd name="T1" fmla="*/ 181 h 201"/>
              <a:gd name="T2" fmla="*/ 0 w 200"/>
              <a:gd name="T3" fmla="*/ 181 h 201"/>
              <a:gd name="T4" fmla="*/ 100 w 200"/>
              <a:gd name="T5" fmla="*/ 1 h 201"/>
              <a:gd name="T6" fmla="*/ 108 w 200"/>
              <a:gd name="T7" fmla="*/ 1 h 201"/>
              <a:gd name="T8" fmla="*/ 163 w 200"/>
              <a:gd name="T9" fmla="*/ 61 h 201"/>
              <a:gd name="T10" fmla="*/ 164 w 200"/>
              <a:gd name="T11" fmla="*/ 62 h 201"/>
              <a:gd name="T12" fmla="*/ 180 w 200"/>
              <a:gd name="T13" fmla="*/ 109 h 201"/>
              <a:gd name="T14" fmla="*/ 180 w 200"/>
              <a:gd name="T15" fmla="*/ 177 h 201"/>
              <a:gd name="T16" fmla="*/ 128 w 200"/>
              <a:gd name="T17" fmla="*/ 61 h 201"/>
              <a:gd name="T18" fmla="*/ 156 w 200"/>
              <a:gd name="T19" fmla="*/ 69 h 201"/>
              <a:gd name="T20" fmla="*/ 100 w 200"/>
              <a:gd name="T21" fmla="*/ 9 h 201"/>
              <a:gd name="T22" fmla="*/ 8 w 200"/>
              <a:gd name="T23" fmla="*/ 173 h 201"/>
              <a:gd name="T24" fmla="*/ 155 w 200"/>
              <a:gd name="T25" fmla="*/ 177 h 201"/>
              <a:gd name="T26" fmla="*/ 44 w 200"/>
              <a:gd name="T27" fmla="*/ 129 h 201"/>
              <a:gd name="T28" fmla="*/ 156 w 200"/>
              <a:gd name="T29" fmla="*/ 69 h 201"/>
              <a:gd name="T30" fmla="*/ 122 w 200"/>
              <a:gd name="T31" fmla="*/ 157 h 201"/>
              <a:gd name="T32" fmla="*/ 115 w 200"/>
              <a:gd name="T33" fmla="*/ 163 h 201"/>
              <a:gd name="T34" fmla="*/ 101 w 200"/>
              <a:gd name="T35" fmla="*/ 128 h 201"/>
              <a:gd name="T36" fmla="*/ 79 w 200"/>
              <a:gd name="T37" fmla="*/ 128 h 201"/>
              <a:gd name="T38" fmla="*/ 86 w 200"/>
              <a:gd name="T39" fmla="*/ 163 h 201"/>
              <a:gd name="T40" fmla="*/ 110 w 200"/>
              <a:gd name="T41" fmla="*/ 163 h 201"/>
              <a:gd name="T42" fmla="*/ 153 w 200"/>
              <a:gd name="T43" fmla="*/ 135 h 201"/>
              <a:gd name="T44" fmla="*/ 164 w 200"/>
              <a:gd name="T45" fmla="*/ 138 h 201"/>
              <a:gd name="T46" fmla="*/ 157 w 200"/>
              <a:gd name="T47" fmla="*/ 128 h 201"/>
              <a:gd name="T48" fmla="*/ 145 w 200"/>
              <a:gd name="T49" fmla="*/ 137 h 201"/>
              <a:gd name="T50" fmla="*/ 161 w 200"/>
              <a:gd name="T51" fmla="*/ 149 h 201"/>
              <a:gd name="T52" fmla="*/ 163 w 200"/>
              <a:gd name="T53" fmla="*/ 156 h 201"/>
              <a:gd name="T54" fmla="*/ 150 w 200"/>
              <a:gd name="T55" fmla="*/ 151 h 201"/>
              <a:gd name="T56" fmla="*/ 158 w 200"/>
              <a:gd name="T57" fmla="*/ 163 h 201"/>
              <a:gd name="T58" fmla="*/ 172 w 200"/>
              <a:gd name="T59" fmla="*/ 153 h 201"/>
              <a:gd name="T60" fmla="*/ 159 w 200"/>
              <a:gd name="T61" fmla="*/ 141 h 201"/>
              <a:gd name="T62" fmla="*/ 153 w 200"/>
              <a:gd name="T63" fmla="*/ 135 h 201"/>
              <a:gd name="T64" fmla="*/ 16 w 200"/>
              <a:gd name="T65" fmla="*/ 45 h 201"/>
              <a:gd name="T66" fmla="*/ 92 w 200"/>
              <a:gd name="T67" fmla="*/ 25 h 201"/>
              <a:gd name="T68" fmla="*/ 92 w 200"/>
              <a:gd name="T69" fmla="*/ 93 h 201"/>
              <a:gd name="T70" fmla="*/ 24 w 200"/>
              <a:gd name="T71" fmla="*/ 101 h 201"/>
              <a:gd name="T72" fmla="*/ 24 w 200"/>
              <a:gd name="T73" fmla="*/ 45 h 201"/>
              <a:gd name="T74" fmla="*/ 36 w 200"/>
              <a:gd name="T75" fmla="*/ 45 h 201"/>
              <a:gd name="T76" fmla="*/ 24 w 200"/>
              <a:gd name="T77" fmla="*/ 69 h 201"/>
              <a:gd name="T78" fmla="*/ 36 w 200"/>
              <a:gd name="T79" fmla="*/ 73 h 201"/>
              <a:gd name="T80" fmla="*/ 36 w 200"/>
              <a:gd name="T81" fmla="*/ 81 h 201"/>
              <a:gd name="T82" fmla="*/ 84 w 200"/>
              <a:gd name="T83" fmla="*/ 93 h 201"/>
              <a:gd name="T84" fmla="*/ 72 w 200"/>
              <a:gd name="T85" fmla="*/ 93 h 201"/>
              <a:gd name="T86" fmla="*/ 84 w 200"/>
              <a:gd name="T87" fmla="*/ 73 h 201"/>
              <a:gd name="T88" fmla="*/ 72 w 200"/>
              <a:gd name="T89" fmla="*/ 69 h 201"/>
              <a:gd name="T90" fmla="*/ 72 w 200"/>
              <a:gd name="T91" fmla="*/ 61 h 201"/>
              <a:gd name="T92" fmla="*/ 84 w 200"/>
              <a:gd name="T93" fmla="*/ 57 h 201"/>
              <a:gd name="T94" fmla="*/ 72 w 200"/>
              <a:gd name="T95" fmla="*/ 57 h 201"/>
              <a:gd name="T96" fmla="*/ 68 w 200"/>
              <a:gd name="T97" fmla="*/ 85 h 201"/>
              <a:gd name="T98" fmla="*/ 56 w 200"/>
              <a:gd name="T99" fmla="*/ 81 h 201"/>
              <a:gd name="T100" fmla="*/ 56 w 200"/>
              <a:gd name="T101" fmla="*/ 73 h 201"/>
              <a:gd name="T102" fmla="*/ 68 w 200"/>
              <a:gd name="T103" fmla="*/ 69 h 201"/>
              <a:gd name="T104" fmla="*/ 56 w 200"/>
              <a:gd name="T105" fmla="*/ 69 h 201"/>
              <a:gd name="T106" fmla="*/ 68 w 200"/>
              <a:gd name="T107" fmla="*/ 45 h 201"/>
              <a:gd name="T108" fmla="*/ 40 w 200"/>
              <a:gd name="T109" fmla="*/ 93 h 201"/>
              <a:gd name="T110" fmla="*/ 40 w 200"/>
              <a:gd name="T111" fmla="*/ 85 h 201"/>
              <a:gd name="T112" fmla="*/ 52 w 200"/>
              <a:gd name="T113" fmla="*/ 81 h 201"/>
              <a:gd name="T114" fmla="*/ 40 w 200"/>
              <a:gd name="T115" fmla="*/ 81 h 201"/>
              <a:gd name="T116" fmla="*/ 52 w 200"/>
              <a:gd name="T117" fmla="*/ 61 h 201"/>
              <a:gd name="T118" fmla="*/ 40 w 200"/>
              <a:gd name="T119" fmla="*/ 57 h 201"/>
              <a:gd name="T120" fmla="*/ 40 w 200"/>
              <a:gd name="T121" fmla="*/ 45 h 201"/>
              <a:gd name="T122" fmla="*/ 24 w 200"/>
              <a:gd name="T123" fmla="*/ 85 h 201"/>
              <a:gd name="T124" fmla="*/ 36 w 200"/>
              <a:gd name="T125" fmla="*/ 85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0" h="201">
                <a:moveTo>
                  <a:pt x="180" y="177"/>
                </a:moveTo>
                <a:cubicBezTo>
                  <a:pt x="164" y="177"/>
                  <a:pt x="164" y="177"/>
                  <a:pt x="164" y="177"/>
                </a:cubicBezTo>
                <a:cubicBezTo>
                  <a:pt x="164" y="181"/>
                  <a:pt x="164" y="181"/>
                  <a:pt x="164" y="181"/>
                </a:cubicBezTo>
                <a:cubicBezTo>
                  <a:pt x="164" y="192"/>
                  <a:pt x="155" y="201"/>
                  <a:pt x="144" y="201"/>
                </a:cubicBezTo>
                <a:cubicBezTo>
                  <a:pt x="20" y="201"/>
                  <a:pt x="20" y="201"/>
                  <a:pt x="20" y="201"/>
                </a:cubicBezTo>
                <a:cubicBezTo>
                  <a:pt x="9" y="201"/>
                  <a:pt x="0" y="192"/>
                  <a:pt x="0" y="181"/>
                </a:cubicBezTo>
                <a:cubicBezTo>
                  <a:pt x="0" y="21"/>
                  <a:pt x="0" y="21"/>
                  <a:pt x="0" y="21"/>
                </a:cubicBezTo>
                <a:cubicBezTo>
                  <a:pt x="0" y="10"/>
                  <a:pt x="9" y="1"/>
                  <a:pt x="20" y="1"/>
                </a:cubicBezTo>
                <a:cubicBezTo>
                  <a:pt x="100" y="1"/>
                  <a:pt x="100" y="1"/>
                  <a:pt x="100" y="1"/>
                </a:cubicBezTo>
                <a:cubicBezTo>
                  <a:pt x="107" y="1"/>
                  <a:pt x="107" y="1"/>
                  <a:pt x="107" y="1"/>
                </a:cubicBezTo>
                <a:cubicBezTo>
                  <a:pt x="107" y="0"/>
                  <a:pt x="107" y="0"/>
                  <a:pt x="107" y="0"/>
                </a:cubicBezTo>
                <a:cubicBezTo>
                  <a:pt x="108" y="1"/>
                  <a:pt x="108" y="1"/>
                  <a:pt x="108" y="1"/>
                </a:cubicBezTo>
                <a:cubicBezTo>
                  <a:pt x="108" y="1"/>
                  <a:pt x="108" y="1"/>
                  <a:pt x="108" y="1"/>
                </a:cubicBezTo>
                <a:cubicBezTo>
                  <a:pt x="108" y="1"/>
                  <a:pt x="108" y="1"/>
                  <a:pt x="108" y="1"/>
                </a:cubicBezTo>
                <a:cubicBezTo>
                  <a:pt x="163" y="61"/>
                  <a:pt x="163" y="61"/>
                  <a:pt x="163" y="61"/>
                </a:cubicBezTo>
                <a:cubicBezTo>
                  <a:pt x="164" y="61"/>
                  <a:pt x="164" y="61"/>
                  <a:pt x="164" y="61"/>
                </a:cubicBezTo>
                <a:cubicBezTo>
                  <a:pt x="164" y="62"/>
                  <a:pt x="164" y="62"/>
                  <a:pt x="164" y="62"/>
                </a:cubicBezTo>
                <a:cubicBezTo>
                  <a:pt x="164" y="62"/>
                  <a:pt x="164" y="62"/>
                  <a:pt x="164" y="62"/>
                </a:cubicBezTo>
                <a:cubicBezTo>
                  <a:pt x="164" y="62"/>
                  <a:pt x="164" y="62"/>
                  <a:pt x="164" y="62"/>
                </a:cubicBezTo>
                <a:cubicBezTo>
                  <a:pt x="164" y="109"/>
                  <a:pt x="164" y="109"/>
                  <a:pt x="164" y="109"/>
                </a:cubicBezTo>
                <a:cubicBezTo>
                  <a:pt x="180" y="109"/>
                  <a:pt x="180" y="109"/>
                  <a:pt x="180" y="109"/>
                </a:cubicBezTo>
                <a:cubicBezTo>
                  <a:pt x="191" y="109"/>
                  <a:pt x="200" y="118"/>
                  <a:pt x="200" y="129"/>
                </a:cubicBezTo>
                <a:cubicBezTo>
                  <a:pt x="200" y="157"/>
                  <a:pt x="200" y="157"/>
                  <a:pt x="200" y="157"/>
                </a:cubicBezTo>
                <a:cubicBezTo>
                  <a:pt x="200" y="168"/>
                  <a:pt x="191" y="177"/>
                  <a:pt x="180" y="177"/>
                </a:cubicBezTo>
                <a:close/>
                <a:moveTo>
                  <a:pt x="108" y="15"/>
                </a:moveTo>
                <a:cubicBezTo>
                  <a:pt x="108" y="41"/>
                  <a:pt x="108" y="41"/>
                  <a:pt x="108" y="41"/>
                </a:cubicBezTo>
                <a:cubicBezTo>
                  <a:pt x="108" y="52"/>
                  <a:pt x="117" y="61"/>
                  <a:pt x="128" y="61"/>
                </a:cubicBezTo>
                <a:cubicBezTo>
                  <a:pt x="151" y="61"/>
                  <a:pt x="151" y="61"/>
                  <a:pt x="151" y="61"/>
                </a:cubicBezTo>
                <a:lnTo>
                  <a:pt x="108" y="15"/>
                </a:lnTo>
                <a:close/>
                <a:moveTo>
                  <a:pt x="156" y="69"/>
                </a:moveTo>
                <a:cubicBezTo>
                  <a:pt x="120" y="69"/>
                  <a:pt x="120" y="69"/>
                  <a:pt x="120" y="69"/>
                </a:cubicBezTo>
                <a:cubicBezTo>
                  <a:pt x="109" y="69"/>
                  <a:pt x="100" y="60"/>
                  <a:pt x="100" y="49"/>
                </a:cubicBezTo>
                <a:cubicBezTo>
                  <a:pt x="100" y="9"/>
                  <a:pt x="100" y="9"/>
                  <a:pt x="100" y="9"/>
                </a:cubicBezTo>
                <a:cubicBezTo>
                  <a:pt x="28" y="9"/>
                  <a:pt x="28" y="9"/>
                  <a:pt x="28" y="9"/>
                </a:cubicBezTo>
                <a:cubicBezTo>
                  <a:pt x="17" y="9"/>
                  <a:pt x="8" y="18"/>
                  <a:pt x="8" y="29"/>
                </a:cubicBezTo>
                <a:cubicBezTo>
                  <a:pt x="8" y="173"/>
                  <a:pt x="8" y="173"/>
                  <a:pt x="8" y="173"/>
                </a:cubicBezTo>
                <a:cubicBezTo>
                  <a:pt x="8" y="184"/>
                  <a:pt x="17" y="193"/>
                  <a:pt x="28" y="193"/>
                </a:cubicBezTo>
                <a:cubicBezTo>
                  <a:pt x="136" y="193"/>
                  <a:pt x="136" y="193"/>
                  <a:pt x="136" y="193"/>
                </a:cubicBezTo>
                <a:cubicBezTo>
                  <a:pt x="145" y="193"/>
                  <a:pt x="154" y="186"/>
                  <a:pt x="155" y="177"/>
                </a:cubicBezTo>
                <a:cubicBezTo>
                  <a:pt x="64" y="177"/>
                  <a:pt x="64" y="177"/>
                  <a:pt x="64" y="177"/>
                </a:cubicBezTo>
                <a:cubicBezTo>
                  <a:pt x="53" y="177"/>
                  <a:pt x="44" y="168"/>
                  <a:pt x="44" y="157"/>
                </a:cubicBezTo>
                <a:cubicBezTo>
                  <a:pt x="44" y="129"/>
                  <a:pt x="44" y="129"/>
                  <a:pt x="44" y="129"/>
                </a:cubicBezTo>
                <a:cubicBezTo>
                  <a:pt x="44" y="118"/>
                  <a:pt x="53" y="109"/>
                  <a:pt x="64" y="109"/>
                </a:cubicBezTo>
                <a:cubicBezTo>
                  <a:pt x="156" y="109"/>
                  <a:pt x="156" y="109"/>
                  <a:pt x="156" y="109"/>
                </a:cubicBezTo>
                <a:lnTo>
                  <a:pt x="156" y="69"/>
                </a:lnTo>
                <a:close/>
                <a:moveTo>
                  <a:pt x="139" y="163"/>
                </a:moveTo>
                <a:cubicBezTo>
                  <a:pt x="139" y="157"/>
                  <a:pt x="139" y="157"/>
                  <a:pt x="139" y="157"/>
                </a:cubicBezTo>
                <a:cubicBezTo>
                  <a:pt x="122" y="157"/>
                  <a:pt x="122" y="157"/>
                  <a:pt x="122" y="157"/>
                </a:cubicBezTo>
                <a:cubicBezTo>
                  <a:pt x="122" y="129"/>
                  <a:pt x="122" y="129"/>
                  <a:pt x="122" y="129"/>
                </a:cubicBezTo>
                <a:cubicBezTo>
                  <a:pt x="115" y="129"/>
                  <a:pt x="115" y="129"/>
                  <a:pt x="115" y="129"/>
                </a:cubicBezTo>
                <a:cubicBezTo>
                  <a:pt x="115" y="163"/>
                  <a:pt x="115" y="163"/>
                  <a:pt x="115" y="163"/>
                </a:cubicBezTo>
                <a:lnTo>
                  <a:pt x="139" y="163"/>
                </a:lnTo>
                <a:close/>
                <a:moveTo>
                  <a:pt x="109" y="128"/>
                </a:moveTo>
                <a:cubicBezTo>
                  <a:pt x="101" y="128"/>
                  <a:pt x="101" y="128"/>
                  <a:pt x="101" y="128"/>
                </a:cubicBezTo>
                <a:cubicBezTo>
                  <a:pt x="94" y="139"/>
                  <a:pt x="94" y="139"/>
                  <a:pt x="94" y="139"/>
                </a:cubicBezTo>
                <a:cubicBezTo>
                  <a:pt x="87" y="128"/>
                  <a:pt x="87" y="128"/>
                  <a:pt x="87" y="128"/>
                </a:cubicBezTo>
                <a:cubicBezTo>
                  <a:pt x="79" y="128"/>
                  <a:pt x="79" y="128"/>
                  <a:pt x="79" y="128"/>
                </a:cubicBezTo>
                <a:cubicBezTo>
                  <a:pt x="90" y="145"/>
                  <a:pt x="90" y="145"/>
                  <a:pt x="90" y="145"/>
                </a:cubicBezTo>
                <a:cubicBezTo>
                  <a:pt x="78" y="163"/>
                  <a:pt x="78" y="163"/>
                  <a:pt x="78" y="163"/>
                </a:cubicBezTo>
                <a:cubicBezTo>
                  <a:pt x="86" y="163"/>
                  <a:pt x="86" y="163"/>
                  <a:pt x="86" y="163"/>
                </a:cubicBezTo>
                <a:cubicBezTo>
                  <a:pt x="94" y="151"/>
                  <a:pt x="94" y="151"/>
                  <a:pt x="94" y="151"/>
                </a:cubicBezTo>
                <a:cubicBezTo>
                  <a:pt x="102" y="163"/>
                  <a:pt x="102" y="163"/>
                  <a:pt x="102" y="163"/>
                </a:cubicBezTo>
                <a:cubicBezTo>
                  <a:pt x="110" y="163"/>
                  <a:pt x="110" y="163"/>
                  <a:pt x="110" y="163"/>
                </a:cubicBezTo>
                <a:cubicBezTo>
                  <a:pt x="98" y="145"/>
                  <a:pt x="98" y="145"/>
                  <a:pt x="98" y="145"/>
                </a:cubicBezTo>
                <a:lnTo>
                  <a:pt x="109" y="128"/>
                </a:lnTo>
                <a:close/>
                <a:moveTo>
                  <a:pt x="153" y="135"/>
                </a:moveTo>
                <a:cubicBezTo>
                  <a:pt x="154" y="134"/>
                  <a:pt x="155" y="133"/>
                  <a:pt x="157" y="133"/>
                </a:cubicBezTo>
                <a:cubicBezTo>
                  <a:pt x="159" y="133"/>
                  <a:pt x="161" y="134"/>
                  <a:pt x="162" y="135"/>
                </a:cubicBezTo>
                <a:cubicBezTo>
                  <a:pt x="163" y="135"/>
                  <a:pt x="163" y="137"/>
                  <a:pt x="164" y="138"/>
                </a:cubicBezTo>
                <a:cubicBezTo>
                  <a:pt x="171" y="138"/>
                  <a:pt x="171" y="138"/>
                  <a:pt x="171" y="138"/>
                </a:cubicBezTo>
                <a:cubicBezTo>
                  <a:pt x="170" y="135"/>
                  <a:pt x="169" y="132"/>
                  <a:pt x="167" y="131"/>
                </a:cubicBezTo>
                <a:cubicBezTo>
                  <a:pt x="165" y="129"/>
                  <a:pt x="162" y="128"/>
                  <a:pt x="157" y="128"/>
                </a:cubicBezTo>
                <a:cubicBezTo>
                  <a:pt x="155" y="128"/>
                  <a:pt x="153" y="128"/>
                  <a:pt x="151" y="129"/>
                </a:cubicBezTo>
                <a:cubicBezTo>
                  <a:pt x="149" y="130"/>
                  <a:pt x="147" y="131"/>
                  <a:pt x="146" y="132"/>
                </a:cubicBezTo>
                <a:cubicBezTo>
                  <a:pt x="145" y="134"/>
                  <a:pt x="145" y="136"/>
                  <a:pt x="145" y="137"/>
                </a:cubicBezTo>
                <a:cubicBezTo>
                  <a:pt x="145" y="140"/>
                  <a:pt x="146" y="142"/>
                  <a:pt x="148" y="144"/>
                </a:cubicBezTo>
                <a:cubicBezTo>
                  <a:pt x="150" y="146"/>
                  <a:pt x="152" y="147"/>
                  <a:pt x="156" y="148"/>
                </a:cubicBezTo>
                <a:cubicBezTo>
                  <a:pt x="159" y="148"/>
                  <a:pt x="161" y="149"/>
                  <a:pt x="161" y="149"/>
                </a:cubicBezTo>
                <a:cubicBezTo>
                  <a:pt x="163" y="150"/>
                  <a:pt x="163" y="150"/>
                  <a:pt x="164" y="151"/>
                </a:cubicBezTo>
                <a:cubicBezTo>
                  <a:pt x="164" y="151"/>
                  <a:pt x="165" y="152"/>
                  <a:pt x="165" y="153"/>
                </a:cubicBezTo>
                <a:cubicBezTo>
                  <a:pt x="165" y="154"/>
                  <a:pt x="164" y="155"/>
                  <a:pt x="163" y="156"/>
                </a:cubicBezTo>
                <a:cubicBezTo>
                  <a:pt x="162" y="157"/>
                  <a:pt x="160" y="157"/>
                  <a:pt x="158" y="157"/>
                </a:cubicBezTo>
                <a:cubicBezTo>
                  <a:pt x="156" y="157"/>
                  <a:pt x="154" y="157"/>
                  <a:pt x="153" y="156"/>
                </a:cubicBezTo>
                <a:cubicBezTo>
                  <a:pt x="152" y="155"/>
                  <a:pt x="151" y="153"/>
                  <a:pt x="150" y="151"/>
                </a:cubicBezTo>
                <a:cubicBezTo>
                  <a:pt x="144" y="151"/>
                  <a:pt x="144" y="151"/>
                  <a:pt x="144" y="151"/>
                </a:cubicBezTo>
                <a:cubicBezTo>
                  <a:pt x="144" y="155"/>
                  <a:pt x="145" y="158"/>
                  <a:pt x="148" y="160"/>
                </a:cubicBezTo>
                <a:cubicBezTo>
                  <a:pt x="150" y="162"/>
                  <a:pt x="153" y="163"/>
                  <a:pt x="158" y="163"/>
                </a:cubicBezTo>
                <a:cubicBezTo>
                  <a:pt x="161" y="163"/>
                  <a:pt x="163" y="163"/>
                  <a:pt x="165" y="162"/>
                </a:cubicBezTo>
                <a:cubicBezTo>
                  <a:pt x="167" y="161"/>
                  <a:pt x="169" y="160"/>
                  <a:pt x="170" y="158"/>
                </a:cubicBezTo>
                <a:cubicBezTo>
                  <a:pt x="171" y="156"/>
                  <a:pt x="172" y="155"/>
                  <a:pt x="172" y="153"/>
                </a:cubicBezTo>
                <a:cubicBezTo>
                  <a:pt x="172" y="150"/>
                  <a:pt x="171" y="149"/>
                  <a:pt x="170" y="147"/>
                </a:cubicBezTo>
                <a:cubicBezTo>
                  <a:pt x="169" y="146"/>
                  <a:pt x="168" y="145"/>
                  <a:pt x="166" y="144"/>
                </a:cubicBezTo>
                <a:cubicBezTo>
                  <a:pt x="165" y="143"/>
                  <a:pt x="162" y="142"/>
                  <a:pt x="159" y="141"/>
                </a:cubicBezTo>
                <a:cubicBezTo>
                  <a:pt x="156" y="140"/>
                  <a:pt x="153" y="140"/>
                  <a:pt x="153" y="139"/>
                </a:cubicBezTo>
                <a:cubicBezTo>
                  <a:pt x="152" y="138"/>
                  <a:pt x="152" y="138"/>
                  <a:pt x="152" y="137"/>
                </a:cubicBezTo>
                <a:cubicBezTo>
                  <a:pt x="152" y="136"/>
                  <a:pt x="152" y="135"/>
                  <a:pt x="153" y="135"/>
                </a:cubicBezTo>
                <a:close/>
                <a:moveTo>
                  <a:pt x="16" y="101"/>
                </a:moveTo>
                <a:cubicBezTo>
                  <a:pt x="16" y="93"/>
                  <a:pt x="16" y="93"/>
                  <a:pt x="16" y="93"/>
                </a:cubicBezTo>
                <a:cubicBezTo>
                  <a:pt x="16" y="45"/>
                  <a:pt x="16" y="45"/>
                  <a:pt x="16" y="45"/>
                </a:cubicBezTo>
                <a:cubicBezTo>
                  <a:pt x="16" y="37"/>
                  <a:pt x="16" y="37"/>
                  <a:pt x="16" y="37"/>
                </a:cubicBezTo>
                <a:cubicBezTo>
                  <a:pt x="16" y="25"/>
                  <a:pt x="16" y="25"/>
                  <a:pt x="16" y="25"/>
                </a:cubicBezTo>
                <a:cubicBezTo>
                  <a:pt x="92" y="25"/>
                  <a:pt x="92" y="25"/>
                  <a:pt x="92" y="25"/>
                </a:cubicBezTo>
                <a:cubicBezTo>
                  <a:pt x="92" y="37"/>
                  <a:pt x="92" y="37"/>
                  <a:pt x="92" y="37"/>
                </a:cubicBezTo>
                <a:cubicBezTo>
                  <a:pt x="92" y="45"/>
                  <a:pt x="92" y="45"/>
                  <a:pt x="92" y="45"/>
                </a:cubicBezTo>
                <a:cubicBezTo>
                  <a:pt x="92" y="93"/>
                  <a:pt x="92" y="93"/>
                  <a:pt x="92" y="93"/>
                </a:cubicBezTo>
                <a:cubicBezTo>
                  <a:pt x="92" y="101"/>
                  <a:pt x="92" y="101"/>
                  <a:pt x="92" y="101"/>
                </a:cubicBezTo>
                <a:cubicBezTo>
                  <a:pt x="84" y="101"/>
                  <a:pt x="84" y="101"/>
                  <a:pt x="84" y="101"/>
                </a:cubicBezTo>
                <a:cubicBezTo>
                  <a:pt x="24" y="101"/>
                  <a:pt x="24" y="101"/>
                  <a:pt x="24" y="101"/>
                </a:cubicBezTo>
                <a:lnTo>
                  <a:pt x="16" y="101"/>
                </a:lnTo>
                <a:close/>
                <a:moveTo>
                  <a:pt x="36" y="45"/>
                </a:moveTo>
                <a:cubicBezTo>
                  <a:pt x="24" y="45"/>
                  <a:pt x="24" y="45"/>
                  <a:pt x="24" y="45"/>
                </a:cubicBezTo>
                <a:cubicBezTo>
                  <a:pt x="24" y="57"/>
                  <a:pt x="24" y="57"/>
                  <a:pt x="24" y="57"/>
                </a:cubicBezTo>
                <a:cubicBezTo>
                  <a:pt x="36" y="57"/>
                  <a:pt x="36" y="57"/>
                  <a:pt x="36" y="57"/>
                </a:cubicBezTo>
                <a:lnTo>
                  <a:pt x="36" y="45"/>
                </a:lnTo>
                <a:close/>
                <a:moveTo>
                  <a:pt x="36" y="61"/>
                </a:moveTo>
                <a:cubicBezTo>
                  <a:pt x="24" y="61"/>
                  <a:pt x="24" y="61"/>
                  <a:pt x="24" y="61"/>
                </a:cubicBezTo>
                <a:cubicBezTo>
                  <a:pt x="24" y="69"/>
                  <a:pt x="24" y="69"/>
                  <a:pt x="24" y="69"/>
                </a:cubicBezTo>
                <a:cubicBezTo>
                  <a:pt x="36" y="69"/>
                  <a:pt x="36" y="69"/>
                  <a:pt x="36" y="69"/>
                </a:cubicBezTo>
                <a:lnTo>
                  <a:pt x="36" y="61"/>
                </a:lnTo>
                <a:close/>
                <a:moveTo>
                  <a:pt x="36" y="73"/>
                </a:moveTo>
                <a:cubicBezTo>
                  <a:pt x="24" y="73"/>
                  <a:pt x="24" y="73"/>
                  <a:pt x="24" y="73"/>
                </a:cubicBezTo>
                <a:cubicBezTo>
                  <a:pt x="24" y="81"/>
                  <a:pt x="24" y="81"/>
                  <a:pt x="24" y="81"/>
                </a:cubicBezTo>
                <a:cubicBezTo>
                  <a:pt x="36" y="81"/>
                  <a:pt x="36" y="81"/>
                  <a:pt x="36" y="81"/>
                </a:cubicBezTo>
                <a:lnTo>
                  <a:pt x="36" y="73"/>
                </a:lnTo>
                <a:close/>
                <a:moveTo>
                  <a:pt x="72" y="93"/>
                </a:moveTo>
                <a:cubicBezTo>
                  <a:pt x="84" y="93"/>
                  <a:pt x="84" y="93"/>
                  <a:pt x="84" y="93"/>
                </a:cubicBezTo>
                <a:cubicBezTo>
                  <a:pt x="84" y="85"/>
                  <a:pt x="84" y="85"/>
                  <a:pt x="84" y="85"/>
                </a:cubicBezTo>
                <a:cubicBezTo>
                  <a:pt x="72" y="85"/>
                  <a:pt x="72" y="85"/>
                  <a:pt x="72" y="85"/>
                </a:cubicBezTo>
                <a:lnTo>
                  <a:pt x="72" y="93"/>
                </a:lnTo>
                <a:close/>
                <a:moveTo>
                  <a:pt x="72" y="81"/>
                </a:moveTo>
                <a:cubicBezTo>
                  <a:pt x="84" y="81"/>
                  <a:pt x="84" y="81"/>
                  <a:pt x="84" y="81"/>
                </a:cubicBezTo>
                <a:cubicBezTo>
                  <a:pt x="84" y="73"/>
                  <a:pt x="84" y="73"/>
                  <a:pt x="84" y="73"/>
                </a:cubicBezTo>
                <a:cubicBezTo>
                  <a:pt x="72" y="73"/>
                  <a:pt x="72" y="73"/>
                  <a:pt x="72" y="73"/>
                </a:cubicBezTo>
                <a:lnTo>
                  <a:pt x="72" y="81"/>
                </a:lnTo>
                <a:close/>
                <a:moveTo>
                  <a:pt x="72" y="69"/>
                </a:moveTo>
                <a:cubicBezTo>
                  <a:pt x="84" y="69"/>
                  <a:pt x="84" y="69"/>
                  <a:pt x="84" y="69"/>
                </a:cubicBezTo>
                <a:cubicBezTo>
                  <a:pt x="84" y="61"/>
                  <a:pt x="84" y="61"/>
                  <a:pt x="84" y="61"/>
                </a:cubicBezTo>
                <a:cubicBezTo>
                  <a:pt x="72" y="61"/>
                  <a:pt x="72" y="61"/>
                  <a:pt x="72" y="61"/>
                </a:cubicBezTo>
                <a:lnTo>
                  <a:pt x="72" y="69"/>
                </a:lnTo>
                <a:close/>
                <a:moveTo>
                  <a:pt x="72" y="57"/>
                </a:moveTo>
                <a:cubicBezTo>
                  <a:pt x="84" y="57"/>
                  <a:pt x="84" y="57"/>
                  <a:pt x="84" y="57"/>
                </a:cubicBezTo>
                <a:cubicBezTo>
                  <a:pt x="84" y="45"/>
                  <a:pt x="84" y="45"/>
                  <a:pt x="84" y="45"/>
                </a:cubicBezTo>
                <a:cubicBezTo>
                  <a:pt x="72" y="45"/>
                  <a:pt x="72" y="45"/>
                  <a:pt x="72" y="45"/>
                </a:cubicBezTo>
                <a:lnTo>
                  <a:pt x="72" y="57"/>
                </a:lnTo>
                <a:close/>
                <a:moveTo>
                  <a:pt x="56" y="93"/>
                </a:moveTo>
                <a:cubicBezTo>
                  <a:pt x="68" y="93"/>
                  <a:pt x="68" y="93"/>
                  <a:pt x="68" y="93"/>
                </a:cubicBezTo>
                <a:cubicBezTo>
                  <a:pt x="68" y="85"/>
                  <a:pt x="68" y="85"/>
                  <a:pt x="68" y="85"/>
                </a:cubicBezTo>
                <a:cubicBezTo>
                  <a:pt x="56" y="85"/>
                  <a:pt x="56" y="85"/>
                  <a:pt x="56" y="85"/>
                </a:cubicBezTo>
                <a:lnTo>
                  <a:pt x="56" y="93"/>
                </a:lnTo>
                <a:close/>
                <a:moveTo>
                  <a:pt x="56" y="81"/>
                </a:moveTo>
                <a:cubicBezTo>
                  <a:pt x="68" y="81"/>
                  <a:pt x="68" y="81"/>
                  <a:pt x="68" y="81"/>
                </a:cubicBezTo>
                <a:cubicBezTo>
                  <a:pt x="68" y="73"/>
                  <a:pt x="68" y="73"/>
                  <a:pt x="68" y="73"/>
                </a:cubicBezTo>
                <a:cubicBezTo>
                  <a:pt x="56" y="73"/>
                  <a:pt x="56" y="73"/>
                  <a:pt x="56" y="73"/>
                </a:cubicBezTo>
                <a:lnTo>
                  <a:pt x="56" y="81"/>
                </a:lnTo>
                <a:close/>
                <a:moveTo>
                  <a:pt x="56" y="69"/>
                </a:moveTo>
                <a:cubicBezTo>
                  <a:pt x="68" y="69"/>
                  <a:pt x="68" y="69"/>
                  <a:pt x="68" y="69"/>
                </a:cubicBezTo>
                <a:cubicBezTo>
                  <a:pt x="68" y="61"/>
                  <a:pt x="68" y="61"/>
                  <a:pt x="68" y="61"/>
                </a:cubicBezTo>
                <a:cubicBezTo>
                  <a:pt x="56" y="61"/>
                  <a:pt x="56" y="61"/>
                  <a:pt x="56" y="61"/>
                </a:cubicBezTo>
                <a:lnTo>
                  <a:pt x="56" y="69"/>
                </a:lnTo>
                <a:close/>
                <a:moveTo>
                  <a:pt x="56" y="57"/>
                </a:moveTo>
                <a:cubicBezTo>
                  <a:pt x="68" y="57"/>
                  <a:pt x="68" y="57"/>
                  <a:pt x="68" y="57"/>
                </a:cubicBezTo>
                <a:cubicBezTo>
                  <a:pt x="68" y="45"/>
                  <a:pt x="68" y="45"/>
                  <a:pt x="68" y="45"/>
                </a:cubicBezTo>
                <a:cubicBezTo>
                  <a:pt x="56" y="45"/>
                  <a:pt x="56" y="45"/>
                  <a:pt x="56" y="45"/>
                </a:cubicBezTo>
                <a:lnTo>
                  <a:pt x="56" y="57"/>
                </a:lnTo>
                <a:close/>
                <a:moveTo>
                  <a:pt x="40" y="93"/>
                </a:moveTo>
                <a:cubicBezTo>
                  <a:pt x="52" y="93"/>
                  <a:pt x="52" y="93"/>
                  <a:pt x="52" y="93"/>
                </a:cubicBezTo>
                <a:cubicBezTo>
                  <a:pt x="52" y="85"/>
                  <a:pt x="52" y="85"/>
                  <a:pt x="52" y="85"/>
                </a:cubicBezTo>
                <a:cubicBezTo>
                  <a:pt x="40" y="85"/>
                  <a:pt x="40" y="85"/>
                  <a:pt x="40" y="85"/>
                </a:cubicBezTo>
                <a:lnTo>
                  <a:pt x="40" y="93"/>
                </a:lnTo>
                <a:close/>
                <a:moveTo>
                  <a:pt x="40" y="81"/>
                </a:moveTo>
                <a:cubicBezTo>
                  <a:pt x="52" y="81"/>
                  <a:pt x="52" y="81"/>
                  <a:pt x="52" y="81"/>
                </a:cubicBezTo>
                <a:cubicBezTo>
                  <a:pt x="52" y="73"/>
                  <a:pt x="52" y="73"/>
                  <a:pt x="52" y="73"/>
                </a:cubicBezTo>
                <a:cubicBezTo>
                  <a:pt x="40" y="73"/>
                  <a:pt x="40" y="73"/>
                  <a:pt x="40" y="73"/>
                </a:cubicBezTo>
                <a:lnTo>
                  <a:pt x="40" y="81"/>
                </a:lnTo>
                <a:close/>
                <a:moveTo>
                  <a:pt x="40" y="69"/>
                </a:moveTo>
                <a:cubicBezTo>
                  <a:pt x="52" y="69"/>
                  <a:pt x="52" y="69"/>
                  <a:pt x="52" y="69"/>
                </a:cubicBezTo>
                <a:cubicBezTo>
                  <a:pt x="52" y="61"/>
                  <a:pt x="52" y="61"/>
                  <a:pt x="52" y="61"/>
                </a:cubicBezTo>
                <a:cubicBezTo>
                  <a:pt x="40" y="61"/>
                  <a:pt x="40" y="61"/>
                  <a:pt x="40" y="61"/>
                </a:cubicBezTo>
                <a:lnTo>
                  <a:pt x="40" y="69"/>
                </a:lnTo>
                <a:close/>
                <a:moveTo>
                  <a:pt x="40" y="57"/>
                </a:moveTo>
                <a:cubicBezTo>
                  <a:pt x="52" y="57"/>
                  <a:pt x="52" y="57"/>
                  <a:pt x="52" y="57"/>
                </a:cubicBezTo>
                <a:cubicBezTo>
                  <a:pt x="52" y="45"/>
                  <a:pt x="52" y="45"/>
                  <a:pt x="52" y="45"/>
                </a:cubicBezTo>
                <a:cubicBezTo>
                  <a:pt x="40" y="45"/>
                  <a:pt x="40" y="45"/>
                  <a:pt x="40" y="45"/>
                </a:cubicBezTo>
                <a:lnTo>
                  <a:pt x="40" y="57"/>
                </a:lnTo>
                <a:close/>
                <a:moveTo>
                  <a:pt x="36" y="85"/>
                </a:moveTo>
                <a:cubicBezTo>
                  <a:pt x="24" y="85"/>
                  <a:pt x="24" y="85"/>
                  <a:pt x="24" y="85"/>
                </a:cubicBezTo>
                <a:cubicBezTo>
                  <a:pt x="24" y="93"/>
                  <a:pt x="24" y="93"/>
                  <a:pt x="24" y="93"/>
                </a:cubicBezTo>
                <a:cubicBezTo>
                  <a:pt x="36" y="93"/>
                  <a:pt x="36" y="93"/>
                  <a:pt x="36" y="93"/>
                </a:cubicBezTo>
                <a:lnTo>
                  <a:pt x="36" y="85"/>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210"/>
          <p:cNvSpPr>
            <a:spLocks noEditPoints="1"/>
          </p:cNvSpPr>
          <p:nvPr/>
        </p:nvSpPr>
        <p:spPr bwMode="auto">
          <a:xfrm>
            <a:off x="671826" y="5322975"/>
            <a:ext cx="395288" cy="396875"/>
          </a:xfrm>
          <a:custGeom>
            <a:avLst/>
            <a:gdLst>
              <a:gd name="T0" fmla="*/ 164 w 200"/>
              <a:gd name="T1" fmla="*/ 181 h 201"/>
              <a:gd name="T2" fmla="*/ 0 w 200"/>
              <a:gd name="T3" fmla="*/ 181 h 201"/>
              <a:gd name="T4" fmla="*/ 100 w 200"/>
              <a:gd name="T5" fmla="*/ 1 h 201"/>
              <a:gd name="T6" fmla="*/ 108 w 200"/>
              <a:gd name="T7" fmla="*/ 1 h 201"/>
              <a:gd name="T8" fmla="*/ 163 w 200"/>
              <a:gd name="T9" fmla="*/ 61 h 201"/>
              <a:gd name="T10" fmla="*/ 164 w 200"/>
              <a:gd name="T11" fmla="*/ 62 h 201"/>
              <a:gd name="T12" fmla="*/ 180 w 200"/>
              <a:gd name="T13" fmla="*/ 109 h 201"/>
              <a:gd name="T14" fmla="*/ 180 w 200"/>
              <a:gd name="T15" fmla="*/ 177 h 201"/>
              <a:gd name="T16" fmla="*/ 128 w 200"/>
              <a:gd name="T17" fmla="*/ 61 h 201"/>
              <a:gd name="T18" fmla="*/ 156 w 200"/>
              <a:gd name="T19" fmla="*/ 69 h 201"/>
              <a:gd name="T20" fmla="*/ 100 w 200"/>
              <a:gd name="T21" fmla="*/ 9 h 201"/>
              <a:gd name="T22" fmla="*/ 8 w 200"/>
              <a:gd name="T23" fmla="*/ 173 h 201"/>
              <a:gd name="T24" fmla="*/ 155 w 200"/>
              <a:gd name="T25" fmla="*/ 177 h 201"/>
              <a:gd name="T26" fmla="*/ 44 w 200"/>
              <a:gd name="T27" fmla="*/ 129 h 201"/>
              <a:gd name="T28" fmla="*/ 156 w 200"/>
              <a:gd name="T29" fmla="*/ 69 h 201"/>
              <a:gd name="T30" fmla="*/ 141 w 200"/>
              <a:gd name="T31" fmla="*/ 148 h 201"/>
              <a:gd name="T32" fmla="*/ 143 w 200"/>
              <a:gd name="T33" fmla="*/ 132 h 201"/>
              <a:gd name="T34" fmla="*/ 119 w 200"/>
              <a:gd name="T35" fmla="*/ 128 h 201"/>
              <a:gd name="T36" fmla="*/ 126 w 200"/>
              <a:gd name="T37" fmla="*/ 150 h 201"/>
              <a:gd name="T38" fmla="*/ 97 w 200"/>
              <a:gd name="T39" fmla="*/ 163 h 201"/>
              <a:gd name="T40" fmla="*/ 111 w 200"/>
              <a:gd name="T41" fmla="*/ 163 h 201"/>
              <a:gd name="T42" fmla="*/ 94 w 200"/>
              <a:gd name="T43" fmla="*/ 152 h 201"/>
              <a:gd name="T44" fmla="*/ 78 w 200"/>
              <a:gd name="T45" fmla="*/ 163 h 201"/>
              <a:gd name="T46" fmla="*/ 91 w 200"/>
              <a:gd name="T47" fmla="*/ 163 h 201"/>
              <a:gd name="T48" fmla="*/ 161 w 200"/>
              <a:gd name="T49" fmla="*/ 128 h 201"/>
              <a:gd name="T50" fmla="*/ 151 w 200"/>
              <a:gd name="T51" fmla="*/ 137 h 201"/>
              <a:gd name="T52" fmla="*/ 161 w 200"/>
              <a:gd name="T53" fmla="*/ 134 h 201"/>
              <a:gd name="T54" fmla="*/ 164 w 200"/>
              <a:gd name="T55" fmla="*/ 141 h 201"/>
              <a:gd name="T56" fmla="*/ 162 w 200"/>
              <a:gd name="T57" fmla="*/ 147 h 201"/>
              <a:gd name="T58" fmla="*/ 165 w 200"/>
              <a:gd name="T59" fmla="*/ 156 h 201"/>
              <a:gd name="T60" fmla="*/ 157 w 200"/>
              <a:gd name="T61" fmla="*/ 153 h 201"/>
              <a:gd name="T62" fmla="*/ 162 w 200"/>
              <a:gd name="T63" fmla="*/ 163 h 201"/>
              <a:gd name="T64" fmla="*/ 171 w 200"/>
              <a:gd name="T65" fmla="*/ 147 h 201"/>
              <a:gd name="T66" fmla="*/ 126 w 200"/>
              <a:gd name="T67" fmla="*/ 134 h 201"/>
              <a:gd name="T68" fmla="*/ 137 w 200"/>
              <a:gd name="T69" fmla="*/ 136 h 201"/>
              <a:gd name="T70" fmla="*/ 135 w 200"/>
              <a:gd name="T71" fmla="*/ 143 h 201"/>
              <a:gd name="T72" fmla="*/ 126 w 200"/>
              <a:gd name="T73" fmla="*/ 134 h 201"/>
              <a:gd name="T74" fmla="*/ 72 w 200"/>
              <a:gd name="T75" fmla="*/ 79 h 201"/>
              <a:gd name="T76" fmla="*/ 44 w 200"/>
              <a:gd name="T77" fmla="*/ 92 h 201"/>
              <a:gd name="T78" fmla="*/ 30 w 200"/>
              <a:gd name="T79" fmla="*/ 102 h 201"/>
              <a:gd name="T80" fmla="*/ 35 w 200"/>
              <a:gd name="T81" fmla="*/ 83 h 201"/>
              <a:gd name="T82" fmla="*/ 35 w 200"/>
              <a:gd name="T83" fmla="*/ 32 h 201"/>
              <a:gd name="T84" fmla="*/ 80 w 200"/>
              <a:gd name="T85" fmla="*/ 45 h 201"/>
              <a:gd name="T86" fmla="*/ 80 w 200"/>
              <a:gd name="T87" fmla="*/ 87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0" h="201">
                <a:moveTo>
                  <a:pt x="180" y="177"/>
                </a:moveTo>
                <a:cubicBezTo>
                  <a:pt x="164" y="177"/>
                  <a:pt x="164" y="177"/>
                  <a:pt x="164" y="177"/>
                </a:cubicBezTo>
                <a:cubicBezTo>
                  <a:pt x="164" y="181"/>
                  <a:pt x="164" y="181"/>
                  <a:pt x="164" y="181"/>
                </a:cubicBezTo>
                <a:cubicBezTo>
                  <a:pt x="164" y="192"/>
                  <a:pt x="155" y="201"/>
                  <a:pt x="144" y="201"/>
                </a:cubicBezTo>
                <a:cubicBezTo>
                  <a:pt x="20" y="201"/>
                  <a:pt x="20" y="201"/>
                  <a:pt x="20" y="201"/>
                </a:cubicBezTo>
                <a:cubicBezTo>
                  <a:pt x="9" y="201"/>
                  <a:pt x="0" y="192"/>
                  <a:pt x="0" y="181"/>
                </a:cubicBezTo>
                <a:cubicBezTo>
                  <a:pt x="0" y="21"/>
                  <a:pt x="0" y="21"/>
                  <a:pt x="0" y="21"/>
                </a:cubicBezTo>
                <a:cubicBezTo>
                  <a:pt x="0" y="10"/>
                  <a:pt x="9" y="1"/>
                  <a:pt x="20" y="1"/>
                </a:cubicBezTo>
                <a:cubicBezTo>
                  <a:pt x="100" y="1"/>
                  <a:pt x="100" y="1"/>
                  <a:pt x="100" y="1"/>
                </a:cubicBezTo>
                <a:cubicBezTo>
                  <a:pt x="107" y="1"/>
                  <a:pt x="107" y="1"/>
                  <a:pt x="107" y="1"/>
                </a:cubicBezTo>
                <a:cubicBezTo>
                  <a:pt x="107" y="0"/>
                  <a:pt x="107" y="0"/>
                  <a:pt x="107" y="0"/>
                </a:cubicBezTo>
                <a:cubicBezTo>
                  <a:pt x="108" y="1"/>
                  <a:pt x="108" y="1"/>
                  <a:pt x="108" y="1"/>
                </a:cubicBezTo>
                <a:cubicBezTo>
                  <a:pt x="108" y="1"/>
                  <a:pt x="108" y="1"/>
                  <a:pt x="108" y="1"/>
                </a:cubicBezTo>
                <a:cubicBezTo>
                  <a:pt x="108" y="1"/>
                  <a:pt x="108" y="1"/>
                  <a:pt x="108" y="1"/>
                </a:cubicBezTo>
                <a:cubicBezTo>
                  <a:pt x="163" y="61"/>
                  <a:pt x="163" y="61"/>
                  <a:pt x="163" y="61"/>
                </a:cubicBezTo>
                <a:cubicBezTo>
                  <a:pt x="164" y="61"/>
                  <a:pt x="164" y="61"/>
                  <a:pt x="164" y="61"/>
                </a:cubicBezTo>
                <a:cubicBezTo>
                  <a:pt x="164" y="62"/>
                  <a:pt x="164" y="62"/>
                  <a:pt x="164" y="62"/>
                </a:cubicBezTo>
                <a:cubicBezTo>
                  <a:pt x="164" y="62"/>
                  <a:pt x="164" y="62"/>
                  <a:pt x="164" y="62"/>
                </a:cubicBezTo>
                <a:cubicBezTo>
                  <a:pt x="164" y="62"/>
                  <a:pt x="164" y="62"/>
                  <a:pt x="164" y="62"/>
                </a:cubicBezTo>
                <a:cubicBezTo>
                  <a:pt x="164" y="109"/>
                  <a:pt x="164" y="109"/>
                  <a:pt x="164" y="109"/>
                </a:cubicBezTo>
                <a:cubicBezTo>
                  <a:pt x="180" y="109"/>
                  <a:pt x="180" y="109"/>
                  <a:pt x="180" y="109"/>
                </a:cubicBezTo>
                <a:cubicBezTo>
                  <a:pt x="191" y="109"/>
                  <a:pt x="200" y="118"/>
                  <a:pt x="200" y="129"/>
                </a:cubicBezTo>
                <a:cubicBezTo>
                  <a:pt x="200" y="157"/>
                  <a:pt x="200" y="157"/>
                  <a:pt x="200" y="157"/>
                </a:cubicBezTo>
                <a:cubicBezTo>
                  <a:pt x="200" y="168"/>
                  <a:pt x="191" y="177"/>
                  <a:pt x="180" y="177"/>
                </a:cubicBezTo>
                <a:close/>
                <a:moveTo>
                  <a:pt x="108" y="15"/>
                </a:moveTo>
                <a:cubicBezTo>
                  <a:pt x="108" y="41"/>
                  <a:pt x="108" y="41"/>
                  <a:pt x="108" y="41"/>
                </a:cubicBezTo>
                <a:cubicBezTo>
                  <a:pt x="108" y="52"/>
                  <a:pt x="117" y="61"/>
                  <a:pt x="128" y="61"/>
                </a:cubicBezTo>
                <a:cubicBezTo>
                  <a:pt x="151" y="61"/>
                  <a:pt x="151" y="61"/>
                  <a:pt x="151" y="61"/>
                </a:cubicBezTo>
                <a:lnTo>
                  <a:pt x="108" y="15"/>
                </a:lnTo>
                <a:close/>
                <a:moveTo>
                  <a:pt x="156" y="69"/>
                </a:moveTo>
                <a:cubicBezTo>
                  <a:pt x="120" y="69"/>
                  <a:pt x="120" y="69"/>
                  <a:pt x="120" y="69"/>
                </a:cubicBezTo>
                <a:cubicBezTo>
                  <a:pt x="109" y="69"/>
                  <a:pt x="100" y="60"/>
                  <a:pt x="100" y="49"/>
                </a:cubicBezTo>
                <a:cubicBezTo>
                  <a:pt x="100" y="9"/>
                  <a:pt x="100" y="9"/>
                  <a:pt x="100" y="9"/>
                </a:cubicBezTo>
                <a:cubicBezTo>
                  <a:pt x="28" y="9"/>
                  <a:pt x="28" y="9"/>
                  <a:pt x="28" y="9"/>
                </a:cubicBezTo>
                <a:cubicBezTo>
                  <a:pt x="17" y="9"/>
                  <a:pt x="8" y="18"/>
                  <a:pt x="8" y="29"/>
                </a:cubicBezTo>
                <a:cubicBezTo>
                  <a:pt x="8" y="173"/>
                  <a:pt x="8" y="173"/>
                  <a:pt x="8" y="173"/>
                </a:cubicBezTo>
                <a:cubicBezTo>
                  <a:pt x="8" y="184"/>
                  <a:pt x="17" y="193"/>
                  <a:pt x="28" y="193"/>
                </a:cubicBezTo>
                <a:cubicBezTo>
                  <a:pt x="136" y="193"/>
                  <a:pt x="136" y="193"/>
                  <a:pt x="136" y="193"/>
                </a:cubicBezTo>
                <a:cubicBezTo>
                  <a:pt x="145" y="193"/>
                  <a:pt x="154" y="186"/>
                  <a:pt x="155" y="177"/>
                </a:cubicBezTo>
                <a:cubicBezTo>
                  <a:pt x="64" y="177"/>
                  <a:pt x="64" y="177"/>
                  <a:pt x="64" y="177"/>
                </a:cubicBezTo>
                <a:cubicBezTo>
                  <a:pt x="53" y="177"/>
                  <a:pt x="44" y="168"/>
                  <a:pt x="44" y="157"/>
                </a:cubicBezTo>
                <a:cubicBezTo>
                  <a:pt x="44" y="129"/>
                  <a:pt x="44" y="129"/>
                  <a:pt x="44" y="129"/>
                </a:cubicBezTo>
                <a:cubicBezTo>
                  <a:pt x="44" y="118"/>
                  <a:pt x="53" y="109"/>
                  <a:pt x="64" y="109"/>
                </a:cubicBezTo>
                <a:cubicBezTo>
                  <a:pt x="156" y="109"/>
                  <a:pt x="156" y="109"/>
                  <a:pt x="156" y="109"/>
                </a:cubicBezTo>
                <a:lnTo>
                  <a:pt x="156" y="69"/>
                </a:lnTo>
                <a:close/>
                <a:moveTo>
                  <a:pt x="130" y="150"/>
                </a:moveTo>
                <a:cubicBezTo>
                  <a:pt x="133" y="150"/>
                  <a:pt x="136" y="150"/>
                  <a:pt x="138" y="149"/>
                </a:cubicBezTo>
                <a:cubicBezTo>
                  <a:pt x="139" y="149"/>
                  <a:pt x="140" y="148"/>
                  <a:pt x="141" y="148"/>
                </a:cubicBezTo>
                <a:cubicBezTo>
                  <a:pt x="142" y="147"/>
                  <a:pt x="143" y="146"/>
                  <a:pt x="144" y="144"/>
                </a:cubicBezTo>
                <a:cubicBezTo>
                  <a:pt x="145" y="143"/>
                  <a:pt x="145" y="141"/>
                  <a:pt x="145" y="139"/>
                </a:cubicBezTo>
                <a:cubicBezTo>
                  <a:pt x="145" y="136"/>
                  <a:pt x="145" y="134"/>
                  <a:pt x="143" y="132"/>
                </a:cubicBezTo>
                <a:cubicBezTo>
                  <a:pt x="142" y="130"/>
                  <a:pt x="140" y="129"/>
                  <a:pt x="138" y="129"/>
                </a:cubicBezTo>
                <a:cubicBezTo>
                  <a:pt x="137" y="128"/>
                  <a:pt x="134" y="128"/>
                  <a:pt x="130" y="128"/>
                </a:cubicBezTo>
                <a:cubicBezTo>
                  <a:pt x="119" y="128"/>
                  <a:pt x="119" y="128"/>
                  <a:pt x="119" y="128"/>
                </a:cubicBezTo>
                <a:cubicBezTo>
                  <a:pt x="119" y="163"/>
                  <a:pt x="119" y="163"/>
                  <a:pt x="119" y="163"/>
                </a:cubicBezTo>
                <a:cubicBezTo>
                  <a:pt x="126" y="163"/>
                  <a:pt x="126" y="163"/>
                  <a:pt x="126" y="163"/>
                </a:cubicBezTo>
                <a:cubicBezTo>
                  <a:pt x="126" y="150"/>
                  <a:pt x="126" y="150"/>
                  <a:pt x="126" y="150"/>
                </a:cubicBezTo>
                <a:lnTo>
                  <a:pt x="130" y="150"/>
                </a:lnTo>
                <a:close/>
                <a:moveTo>
                  <a:pt x="91" y="163"/>
                </a:moveTo>
                <a:cubicBezTo>
                  <a:pt x="97" y="163"/>
                  <a:pt x="97" y="163"/>
                  <a:pt x="97" y="163"/>
                </a:cubicBezTo>
                <a:cubicBezTo>
                  <a:pt x="104" y="136"/>
                  <a:pt x="104" y="136"/>
                  <a:pt x="104" y="136"/>
                </a:cubicBezTo>
                <a:cubicBezTo>
                  <a:pt x="104" y="163"/>
                  <a:pt x="104" y="163"/>
                  <a:pt x="104" y="163"/>
                </a:cubicBezTo>
                <a:cubicBezTo>
                  <a:pt x="111" y="163"/>
                  <a:pt x="111" y="163"/>
                  <a:pt x="111" y="163"/>
                </a:cubicBezTo>
                <a:cubicBezTo>
                  <a:pt x="111" y="128"/>
                  <a:pt x="111" y="128"/>
                  <a:pt x="111" y="128"/>
                </a:cubicBezTo>
                <a:cubicBezTo>
                  <a:pt x="100" y="128"/>
                  <a:pt x="100" y="128"/>
                  <a:pt x="100" y="128"/>
                </a:cubicBezTo>
                <a:cubicBezTo>
                  <a:pt x="94" y="152"/>
                  <a:pt x="94" y="152"/>
                  <a:pt x="94" y="152"/>
                </a:cubicBezTo>
                <a:cubicBezTo>
                  <a:pt x="88" y="128"/>
                  <a:pt x="88" y="128"/>
                  <a:pt x="88" y="128"/>
                </a:cubicBezTo>
                <a:cubicBezTo>
                  <a:pt x="78" y="128"/>
                  <a:pt x="78" y="128"/>
                  <a:pt x="78" y="128"/>
                </a:cubicBezTo>
                <a:cubicBezTo>
                  <a:pt x="78" y="163"/>
                  <a:pt x="78" y="163"/>
                  <a:pt x="78" y="163"/>
                </a:cubicBezTo>
                <a:cubicBezTo>
                  <a:pt x="84" y="163"/>
                  <a:pt x="84" y="163"/>
                  <a:pt x="84" y="163"/>
                </a:cubicBezTo>
                <a:cubicBezTo>
                  <a:pt x="84" y="136"/>
                  <a:pt x="84" y="136"/>
                  <a:pt x="84" y="136"/>
                </a:cubicBezTo>
                <a:lnTo>
                  <a:pt x="91" y="163"/>
                </a:lnTo>
                <a:close/>
                <a:moveTo>
                  <a:pt x="172" y="137"/>
                </a:moveTo>
                <a:cubicBezTo>
                  <a:pt x="172" y="135"/>
                  <a:pt x="171" y="133"/>
                  <a:pt x="169" y="131"/>
                </a:cubicBezTo>
                <a:cubicBezTo>
                  <a:pt x="167" y="129"/>
                  <a:pt x="165" y="128"/>
                  <a:pt x="161" y="128"/>
                </a:cubicBezTo>
                <a:cubicBezTo>
                  <a:pt x="160" y="128"/>
                  <a:pt x="158" y="128"/>
                  <a:pt x="156" y="129"/>
                </a:cubicBezTo>
                <a:cubicBezTo>
                  <a:pt x="155" y="130"/>
                  <a:pt x="154" y="131"/>
                  <a:pt x="153" y="132"/>
                </a:cubicBezTo>
                <a:cubicBezTo>
                  <a:pt x="152" y="133"/>
                  <a:pt x="151" y="135"/>
                  <a:pt x="151" y="137"/>
                </a:cubicBezTo>
                <a:cubicBezTo>
                  <a:pt x="157" y="138"/>
                  <a:pt x="157" y="138"/>
                  <a:pt x="157" y="138"/>
                </a:cubicBezTo>
                <a:cubicBezTo>
                  <a:pt x="157" y="137"/>
                  <a:pt x="158" y="136"/>
                  <a:pt x="158" y="135"/>
                </a:cubicBezTo>
                <a:cubicBezTo>
                  <a:pt x="159" y="134"/>
                  <a:pt x="160" y="134"/>
                  <a:pt x="161" y="134"/>
                </a:cubicBezTo>
                <a:cubicBezTo>
                  <a:pt x="162" y="134"/>
                  <a:pt x="163" y="134"/>
                  <a:pt x="164" y="135"/>
                </a:cubicBezTo>
                <a:cubicBezTo>
                  <a:pt x="165" y="135"/>
                  <a:pt x="165" y="136"/>
                  <a:pt x="165" y="137"/>
                </a:cubicBezTo>
                <a:cubicBezTo>
                  <a:pt x="165" y="139"/>
                  <a:pt x="165" y="140"/>
                  <a:pt x="164" y="141"/>
                </a:cubicBezTo>
                <a:cubicBezTo>
                  <a:pt x="163" y="141"/>
                  <a:pt x="161" y="142"/>
                  <a:pt x="160" y="142"/>
                </a:cubicBezTo>
                <a:cubicBezTo>
                  <a:pt x="159" y="147"/>
                  <a:pt x="159" y="147"/>
                  <a:pt x="159" y="147"/>
                </a:cubicBezTo>
                <a:cubicBezTo>
                  <a:pt x="160" y="147"/>
                  <a:pt x="161" y="147"/>
                  <a:pt x="162" y="147"/>
                </a:cubicBezTo>
                <a:cubicBezTo>
                  <a:pt x="163" y="147"/>
                  <a:pt x="164" y="147"/>
                  <a:pt x="165" y="148"/>
                </a:cubicBezTo>
                <a:cubicBezTo>
                  <a:pt x="166" y="149"/>
                  <a:pt x="166" y="150"/>
                  <a:pt x="166" y="152"/>
                </a:cubicBezTo>
                <a:cubicBezTo>
                  <a:pt x="166" y="154"/>
                  <a:pt x="166" y="155"/>
                  <a:pt x="165" y="156"/>
                </a:cubicBezTo>
                <a:cubicBezTo>
                  <a:pt x="164" y="157"/>
                  <a:pt x="163" y="158"/>
                  <a:pt x="162" y="158"/>
                </a:cubicBezTo>
                <a:cubicBezTo>
                  <a:pt x="160" y="158"/>
                  <a:pt x="159" y="157"/>
                  <a:pt x="158" y="156"/>
                </a:cubicBezTo>
                <a:cubicBezTo>
                  <a:pt x="158" y="156"/>
                  <a:pt x="157" y="154"/>
                  <a:pt x="157" y="153"/>
                </a:cubicBezTo>
                <a:cubicBezTo>
                  <a:pt x="150" y="154"/>
                  <a:pt x="150" y="154"/>
                  <a:pt x="150" y="154"/>
                </a:cubicBezTo>
                <a:cubicBezTo>
                  <a:pt x="151" y="156"/>
                  <a:pt x="152" y="159"/>
                  <a:pt x="154" y="161"/>
                </a:cubicBezTo>
                <a:cubicBezTo>
                  <a:pt x="156" y="162"/>
                  <a:pt x="159" y="163"/>
                  <a:pt x="162" y="163"/>
                </a:cubicBezTo>
                <a:cubicBezTo>
                  <a:pt x="165" y="163"/>
                  <a:pt x="168" y="162"/>
                  <a:pt x="170" y="160"/>
                </a:cubicBezTo>
                <a:cubicBezTo>
                  <a:pt x="172" y="158"/>
                  <a:pt x="173" y="155"/>
                  <a:pt x="173" y="152"/>
                </a:cubicBezTo>
                <a:cubicBezTo>
                  <a:pt x="173" y="150"/>
                  <a:pt x="173" y="148"/>
                  <a:pt x="171" y="147"/>
                </a:cubicBezTo>
                <a:cubicBezTo>
                  <a:pt x="170" y="146"/>
                  <a:pt x="169" y="145"/>
                  <a:pt x="167" y="144"/>
                </a:cubicBezTo>
                <a:cubicBezTo>
                  <a:pt x="170" y="142"/>
                  <a:pt x="172" y="140"/>
                  <a:pt x="172" y="137"/>
                </a:cubicBezTo>
                <a:close/>
                <a:moveTo>
                  <a:pt x="126" y="134"/>
                </a:moveTo>
                <a:cubicBezTo>
                  <a:pt x="129" y="134"/>
                  <a:pt x="129" y="134"/>
                  <a:pt x="129" y="134"/>
                </a:cubicBezTo>
                <a:cubicBezTo>
                  <a:pt x="132" y="134"/>
                  <a:pt x="133" y="134"/>
                  <a:pt x="134" y="134"/>
                </a:cubicBezTo>
                <a:cubicBezTo>
                  <a:pt x="135" y="135"/>
                  <a:pt x="136" y="135"/>
                  <a:pt x="137" y="136"/>
                </a:cubicBezTo>
                <a:cubicBezTo>
                  <a:pt x="138" y="137"/>
                  <a:pt x="138" y="138"/>
                  <a:pt x="138" y="139"/>
                </a:cubicBezTo>
                <a:cubicBezTo>
                  <a:pt x="138" y="140"/>
                  <a:pt x="138" y="141"/>
                  <a:pt x="137" y="142"/>
                </a:cubicBezTo>
                <a:cubicBezTo>
                  <a:pt x="137" y="142"/>
                  <a:pt x="136" y="143"/>
                  <a:pt x="135" y="143"/>
                </a:cubicBezTo>
                <a:cubicBezTo>
                  <a:pt x="134" y="144"/>
                  <a:pt x="132" y="144"/>
                  <a:pt x="130" y="144"/>
                </a:cubicBezTo>
                <a:cubicBezTo>
                  <a:pt x="126" y="144"/>
                  <a:pt x="126" y="144"/>
                  <a:pt x="126" y="144"/>
                </a:cubicBezTo>
                <a:lnTo>
                  <a:pt x="126" y="134"/>
                </a:lnTo>
                <a:close/>
                <a:moveTo>
                  <a:pt x="57" y="87"/>
                </a:moveTo>
                <a:cubicBezTo>
                  <a:pt x="57" y="82"/>
                  <a:pt x="62" y="78"/>
                  <a:pt x="68" y="78"/>
                </a:cubicBezTo>
                <a:cubicBezTo>
                  <a:pt x="69" y="78"/>
                  <a:pt x="71" y="78"/>
                  <a:pt x="72" y="79"/>
                </a:cubicBezTo>
                <a:cubicBezTo>
                  <a:pt x="72" y="46"/>
                  <a:pt x="72" y="46"/>
                  <a:pt x="72" y="46"/>
                </a:cubicBezTo>
                <a:cubicBezTo>
                  <a:pt x="44" y="50"/>
                  <a:pt x="44" y="50"/>
                  <a:pt x="44" y="50"/>
                </a:cubicBezTo>
                <a:cubicBezTo>
                  <a:pt x="44" y="92"/>
                  <a:pt x="44" y="92"/>
                  <a:pt x="44" y="92"/>
                </a:cubicBezTo>
                <a:cubicBezTo>
                  <a:pt x="44" y="92"/>
                  <a:pt x="44" y="92"/>
                  <a:pt x="44" y="92"/>
                </a:cubicBezTo>
                <a:cubicBezTo>
                  <a:pt x="44" y="92"/>
                  <a:pt x="44" y="92"/>
                  <a:pt x="44" y="92"/>
                </a:cubicBezTo>
                <a:cubicBezTo>
                  <a:pt x="44" y="97"/>
                  <a:pt x="36" y="102"/>
                  <a:pt x="30" y="102"/>
                </a:cubicBezTo>
                <a:cubicBezTo>
                  <a:pt x="24" y="102"/>
                  <a:pt x="20" y="97"/>
                  <a:pt x="20" y="92"/>
                </a:cubicBezTo>
                <a:cubicBezTo>
                  <a:pt x="20" y="87"/>
                  <a:pt x="25" y="83"/>
                  <a:pt x="31" y="83"/>
                </a:cubicBezTo>
                <a:cubicBezTo>
                  <a:pt x="33" y="83"/>
                  <a:pt x="34" y="83"/>
                  <a:pt x="35" y="83"/>
                </a:cubicBezTo>
                <a:cubicBezTo>
                  <a:pt x="35" y="43"/>
                  <a:pt x="35" y="43"/>
                  <a:pt x="35" y="43"/>
                </a:cubicBezTo>
                <a:cubicBezTo>
                  <a:pt x="35" y="43"/>
                  <a:pt x="35" y="43"/>
                  <a:pt x="35" y="43"/>
                </a:cubicBezTo>
                <a:cubicBezTo>
                  <a:pt x="35" y="32"/>
                  <a:pt x="35" y="32"/>
                  <a:pt x="35" y="32"/>
                </a:cubicBezTo>
                <a:cubicBezTo>
                  <a:pt x="80" y="25"/>
                  <a:pt x="80" y="25"/>
                  <a:pt x="80" y="25"/>
                </a:cubicBezTo>
                <a:cubicBezTo>
                  <a:pt x="80" y="45"/>
                  <a:pt x="80" y="45"/>
                  <a:pt x="80" y="45"/>
                </a:cubicBezTo>
                <a:cubicBezTo>
                  <a:pt x="80" y="45"/>
                  <a:pt x="80" y="45"/>
                  <a:pt x="80" y="45"/>
                </a:cubicBezTo>
                <a:cubicBezTo>
                  <a:pt x="80" y="87"/>
                  <a:pt x="80" y="87"/>
                  <a:pt x="80" y="87"/>
                </a:cubicBezTo>
                <a:cubicBezTo>
                  <a:pt x="80" y="87"/>
                  <a:pt x="80" y="87"/>
                  <a:pt x="80" y="87"/>
                </a:cubicBezTo>
                <a:cubicBezTo>
                  <a:pt x="80" y="87"/>
                  <a:pt x="80" y="87"/>
                  <a:pt x="80" y="87"/>
                </a:cubicBezTo>
                <a:cubicBezTo>
                  <a:pt x="80" y="92"/>
                  <a:pt x="74" y="97"/>
                  <a:pt x="68" y="97"/>
                </a:cubicBezTo>
                <a:cubicBezTo>
                  <a:pt x="62" y="97"/>
                  <a:pt x="57" y="92"/>
                  <a:pt x="57" y="87"/>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211"/>
          <p:cNvSpPr>
            <a:spLocks noEditPoints="1"/>
          </p:cNvSpPr>
          <p:nvPr/>
        </p:nvSpPr>
        <p:spPr bwMode="auto">
          <a:xfrm>
            <a:off x="1163951" y="5322975"/>
            <a:ext cx="395288" cy="396875"/>
          </a:xfrm>
          <a:custGeom>
            <a:avLst/>
            <a:gdLst>
              <a:gd name="T0" fmla="*/ 164 w 200"/>
              <a:gd name="T1" fmla="*/ 177 h 201"/>
              <a:gd name="T2" fmla="*/ 144 w 200"/>
              <a:gd name="T3" fmla="*/ 201 h 201"/>
              <a:gd name="T4" fmla="*/ 0 w 200"/>
              <a:gd name="T5" fmla="*/ 181 h 201"/>
              <a:gd name="T6" fmla="*/ 20 w 200"/>
              <a:gd name="T7" fmla="*/ 1 h 201"/>
              <a:gd name="T8" fmla="*/ 107 w 200"/>
              <a:gd name="T9" fmla="*/ 1 h 201"/>
              <a:gd name="T10" fmla="*/ 108 w 200"/>
              <a:gd name="T11" fmla="*/ 1 h 201"/>
              <a:gd name="T12" fmla="*/ 108 w 200"/>
              <a:gd name="T13" fmla="*/ 1 h 201"/>
              <a:gd name="T14" fmla="*/ 164 w 200"/>
              <a:gd name="T15" fmla="*/ 61 h 201"/>
              <a:gd name="T16" fmla="*/ 164 w 200"/>
              <a:gd name="T17" fmla="*/ 62 h 201"/>
              <a:gd name="T18" fmla="*/ 164 w 200"/>
              <a:gd name="T19" fmla="*/ 109 h 201"/>
              <a:gd name="T20" fmla="*/ 200 w 200"/>
              <a:gd name="T21" fmla="*/ 129 h 201"/>
              <a:gd name="T22" fmla="*/ 180 w 200"/>
              <a:gd name="T23" fmla="*/ 177 h 201"/>
              <a:gd name="T24" fmla="*/ 108 w 200"/>
              <a:gd name="T25" fmla="*/ 41 h 201"/>
              <a:gd name="T26" fmla="*/ 151 w 200"/>
              <a:gd name="T27" fmla="*/ 61 h 201"/>
              <a:gd name="T28" fmla="*/ 156 w 200"/>
              <a:gd name="T29" fmla="*/ 69 h 201"/>
              <a:gd name="T30" fmla="*/ 100 w 200"/>
              <a:gd name="T31" fmla="*/ 49 h 201"/>
              <a:gd name="T32" fmla="*/ 28 w 200"/>
              <a:gd name="T33" fmla="*/ 9 h 201"/>
              <a:gd name="T34" fmla="*/ 8 w 200"/>
              <a:gd name="T35" fmla="*/ 173 h 201"/>
              <a:gd name="T36" fmla="*/ 136 w 200"/>
              <a:gd name="T37" fmla="*/ 193 h 201"/>
              <a:gd name="T38" fmla="*/ 64 w 200"/>
              <a:gd name="T39" fmla="*/ 177 h 201"/>
              <a:gd name="T40" fmla="*/ 44 w 200"/>
              <a:gd name="T41" fmla="*/ 129 h 201"/>
              <a:gd name="T42" fmla="*/ 156 w 200"/>
              <a:gd name="T43" fmla="*/ 109 h 201"/>
              <a:gd name="T44" fmla="*/ 144 w 200"/>
              <a:gd name="T45" fmla="*/ 163 h 201"/>
              <a:gd name="T46" fmla="*/ 137 w 200"/>
              <a:gd name="T47" fmla="*/ 128 h 201"/>
              <a:gd name="T48" fmla="*/ 144 w 200"/>
              <a:gd name="T49" fmla="*/ 163 h 201"/>
              <a:gd name="T50" fmla="*/ 119 w 200"/>
              <a:gd name="T51" fmla="*/ 128 h 201"/>
              <a:gd name="T52" fmla="*/ 98 w 200"/>
              <a:gd name="T53" fmla="*/ 163 h 201"/>
              <a:gd name="T54" fmla="*/ 108 w 200"/>
              <a:gd name="T55" fmla="*/ 155 h 201"/>
              <a:gd name="T56" fmla="*/ 125 w 200"/>
              <a:gd name="T57" fmla="*/ 163 h 201"/>
              <a:gd name="T58" fmla="*/ 115 w 200"/>
              <a:gd name="T59" fmla="*/ 136 h 201"/>
              <a:gd name="T60" fmla="*/ 111 w 200"/>
              <a:gd name="T61" fmla="*/ 149 h 201"/>
              <a:gd name="T62" fmla="*/ 61 w 200"/>
              <a:gd name="T63" fmla="*/ 97 h 201"/>
              <a:gd name="T64" fmla="*/ 30 w 200"/>
              <a:gd name="T65" fmla="*/ 96 h 201"/>
              <a:gd name="T66" fmla="*/ 18 w 200"/>
              <a:gd name="T67" fmla="*/ 88 h 201"/>
              <a:gd name="T68" fmla="*/ 16 w 200"/>
              <a:gd name="T69" fmla="*/ 71 h 201"/>
              <a:gd name="T70" fmla="*/ 18 w 200"/>
              <a:gd name="T71" fmla="*/ 52 h 201"/>
              <a:gd name="T72" fmla="*/ 32 w 200"/>
              <a:gd name="T73" fmla="*/ 45 h 201"/>
              <a:gd name="T74" fmla="*/ 52 w 200"/>
              <a:gd name="T75" fmla="*/ 42 h 201"/>
              <a:gd name="T76" fmla="*/ 43 w 200"/>
              <a:gd name="T77" fmla="*/ 35 h 201"/>
              <a:gd name="T78" fmla="*/ 43 w 200"/>
              <a:gd name="T79" fmla="*/ 25 h 201"/>
              <a:gd name="T80" fmla="*/ 48 w 200"/>
              <a:gd name="T81" fmla="*/ 32 h 201"/>
              <a:gd name="T82" fmla="*/ 64 w 200"/>
              <a:gd name="T83" fmla="*/ 42 h 201"/>
              <a:gd name="T84" fmla="*/ 75 w 200"/>
              <a:gd name="T85" fmla="*/ 59 h 201"/>
              <a:gd name="T86" fmla="*/ 85 w 200"/>
              <a:gd name="T87" fmla="*/ 68 h 201"/>
              <a:gd name="T88" fmla="*/ 85 w 200"/>
              <a:gd name="T89" fmla="*/ 78 h 201"/>
              <a:gd name="T90" fmla="*/ 81 w 200"/>
              <a:gd name="T91" fmla="*/ 71 h 201"/>
              <a:gd name="T92" fmla="*/ 76 w 200"/>
              <a:gd name="T93" fmla="*/ 71 h 201"/>
              <a:gd name="T94" fmla="*/ 72 w 200"/>
              <a:gd name="T95" fmla="*/ 88 h 201"/>
              <a:gd name="T96" fmla="*/ 61 w 200"/>
              <a:gd name="T97" fmla="*/ 97 h 201"/>
              <a:gd name="T98" fmla="*/ 64 w 200"/>
              <a:gd name="T99" fmla="*/ 48 h 201"/>
              <a:gd name="T100" fmla="*/ 64 w 200"/>
              <a:gd name="T101" fmla="*/ 60 h 201"/>
              <a:gd name="T102" fmla="*/ 69 w 200"/>
              <a:gd name="T103" fmla="*/ 71 h 201"/>
              <a:gd name="T104" fmla="*/ 64 w 200"/>
              <a:gd name="T105" fmla="*/ 66 h 201"/>
              <a:gd name="T106" fmla="*/ 56 w 200"/>
              <a:gd name="T107" fmla="*/ 46 h 201"/>
              <a:gd name="T108" fmla="*/ 54 w 200"/>
              <a:gd name="T109" fmla="*/ 50 h 201"/>
              <a:gd name="T110" fmla="*/ 36 w 200"/>
              <a:gd name="T111" fmla="*/ 50 h 201"/>
              <a:gd name="T112" fmla="*/ 27 w 200"/>
              <a:gd name="T113" fmla="*/ 61 h 201"/>
              <a:gd name="T114" fmla="*/ 23 w 200"/>
              <a:gd name="T115" fmla="*/ 71 h 201"/>
              <a:gd name="T116" fmla="*/ 27 w 200"/>
              <a:gd name="T117" fmla="*/ 80 h 201"/>
              <a:gd name="T118" fmla="*/ 35 w 200"/>
              <a:gd name="T119" fmla="*/ 92 h 201"/>
              <a:gd name="T120" fmla="*/ 55 w 200"/>
              <a:gd name="T121" fmla="*/ 92 h 201"/>
              <a:gd name="T122" fmla="*/ 63 w 200"/>
              <a:gd name="T123" fmla="*/ 80 h 201"/>
              <a:gd name="T124" fmla="*/ 69 w 200"/>
              <a:gd name="T125" fmla="*/ 71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0" h="201">
                <a:moveTo>
                  <a:pt x="180" y="177"/>
                </a:moveTo>
                <a:cubicBezTo>
                  <a:pt x="164" y="177"/>
                  <a:pt x="164" y="177"/>
                  <a:pt x="164" y="177"/>
                </a:cubicBezTo>
                <a:cubicBezTo>
                  <a:pt x="164" y="181"/>
                  <a:pt x="164" y="181"/>
                  <a:pt x="164" y="181"/>
                </a:cubicBezTo>
                <a:cubicBezTo>
                  <a:pt x="164" y="192"/>
                  <a:pt x="155" y="201"/>
                  <a:pt x="144" y="201"/>
                </a:cubicBezTo>
                <a:cubicBezTo>
                  <a:pt x="20" y="201"/>
                  <a:pt x="20" y="201"/>
                  <a:pt x="20" y="201"/>
                </a:cubicBezTo>
                <a:cubicBezTo>
                  <a:pt x="9" y="201"/>
                  <a:pt x="0" y="192"/>
                  <a:pt x="0" y="181"/>
                </a:cubicBezTo>
                <a:cubicBezTo>
                  <a:pt x="0" y="21"/>
                  <a:pt x="0" y="21"/>
                  <a:pt x="0" y="21"/>
                </a:cubicBezTo>
                <a:cubicBezTo>
                  <a:pt x="0" y="10"/>
                  <a:pt x="9" y="1"/>
                  <a:pt x="20" y="1"/>
                </a:cubicBezTo>
                <a:cubicBezTo>
                  <a:pt x="100" y="1"/>
                  <a:pt x="100" y="1"/>
                  <a:pt x="100" y="1"/>
                </a:cubicBezTo>
                <a:cubicBezTo>
                  <a:pt x="107" y="1"/>
                  <a:pt x="107" y="1"/>
                  <a:pt x="107" y="1"/>
                </a:cubicBezTo>
                <a:cubicBezTo>
                  <a:pt x="107" y="0"/>
                  <a:pt x="107" y="0"/>
                  <a:pt x="107" y="0"/>
                </a:cubicBezTo>
                <a:cubicBezTo>
                  <a:pt x="108" y="1"/>
                  <a:pt x="108" y="1"/>
                  <a:pt x="108" y="1"/>
                </a:cubicBezTo>
                <a:cubicBezTo>
                  <a:pt x="108" y="1"/>
                  <a:pt x="108" y="1"/>
                  <a:pt x="108" y="1"/>
                </a:cubicBezTo>
                <a:cubicBezTo>
                  <a:pt x="108" y="1"/>
                  <a:pt x="108" y="1"/>
                  <a:pt x="108" y="1"/>
                </a:cubicBezTo>
                <a:cubicBezTo>
                  <a:pt x="163" y="61"/>
                  <a:pt x="163" y="61"/>
                  <a:pt x="163" y="61"/>
                </a:cubicBezTo>
                <a:cubicBezTo>
                  <a:pt x="164" y="61"/>
                  <a:pt x="164" y="61"/>
                  <a:pt x="164" y="61"/>
                </a:cubicBezTo>
                <a:cubicBezTo>
                  <a:pt x="164" y="62"/>
                  <a:pt x="164" y="62"/>
                  <a:pt x="164" y="62"/>
                </a:cubicBezTo>
                <a:cubicBezTo>
                  <a:pt x="164" y="62"/>
                  <a:pt x="164" y="62"/>
                  <a:pt x="164" y="62"/>
                </a:cubicBezTo>
                <a:cubicBezTo>
                  <a:pt x="164" y="62"/>
                  <a:pt x="164" y="62"/>
                  <a:pt x="164" y="62"/>
                </a:cubicBezTo>
                <a:cubicBezTo>
                  <a:pt x="164" y="109"/>
                  <a:pt x="164" y="109"/>
                  <a:pt x="164" y="109"/>
                </a:cubicBezTo>
                <a:cubicBezTo>
                  <a:pt x="180" y="109"/>
                  <a:pt x="180" y="109"/>
                  <a:pt x="180" y="109"/>
                </a:cubicBezTo>
                <a:cubicBezTo>
                  <a:pt x="191" y="109"/>
                  <a:pt x="200" y="118"/>
                  <a:pt x="200" y="129"/>
                </a:cubicBezTo>
                <a:cubicBezTo>
                  <a:pt x="200" y="157"/>
                  <a:pt x="200" y="157"/>
                  <a:pt x="200" y="157"/>
                </a:cubicBezTo>
                <a:cubicBezTo>
                  <a:pt x="200" y="168"/>
                  <a:pt x="191" y="177"/>
                  <a:pt x="180" y="177"/>
                </a:cubicBezTo>
                <a:close/>
                <a:moveTo>
                  <a:pt x="108" y="15"/>
                </a:moveTo>
                <a:cubicBezTo>
                  <a:pt x="108" y="41"/>
                  <a:pt x="108" y="41"/>
                  <a:pt x="108" y="41"/>
                </a:cubicBezTo>
                <a:cubicBezTo>
                  <a:pt x="108" y="52"/>
                  <a:pt x="117" y="61"/>
                  <a:pt x="128" y="61"/>
                </a:cubicBezTo>
                <a:cubicBezTo>
                  <a:pt x="151" y="61"/>
                  <a:pt x="151" y="61"/>
                  <a:pt x="151" y="61"/>
                </a:cubicBezTo>
                <a:lnTo>
                  <a:pt x="108" y="15"/>
                </a:lnTo>
                <a:close/>
                <a:moveTo>
                  <a:pt x="156" y="69"/>
                </a:moveTo>
                <a:cubicBezTo>
                  <a:pt x="120" y="69"/>
                  <a:pt x="120" y="69"/>
                  <a:pt x="120" y="69"/>
                </a:cubicBezTo>
                <a:cubicBezTo>
                  <a:pt x="109" y="69"/>
                  <a:pt x="100" y="60"/>
                  <a:pt x="100" y="49"/>
                </a:cubicBezTo>
                <a:cubicBezTo>
                  <a:pt x="100" y="9"/>
                  <a:pt x="100" y="9"/>
                  <a:pt x="100" y="9"/>
                </a:cubicBezTo>
                <a:cubicBezTo>
                  <a:pt x="28" y="9"/>
                  <a:pt x="28" y="9"/>
                  <a:pt x="28" y="9"/>
                </a:cubicBezTo>
                <a:cubicBezTo>
                  <a:pt x="17" y="9"/>
                  <a:pt x="8" y="18"/>
                  <a:pt x="8" y="29"/>
                </a:cubicBezTo>
                <a:cubicBezTo>
                  <a:pt x="8" y="173"/>
                  <a:pt x="8" y="173"/>
                  <a:pt x="8" y="173"/>
                </a:cubicBezTo>
                <a:cubicBezTo>
                  <a:pt x="8" y="184"/>
                  <a:pt x="17" y="193"/>
                  <a:pt x="28" y="193"/>
                </a:cubicBezTo>
                <a:cubicBezTo>
                  <a:pt x="136" y="193"/>
                  <a:pt x="136" y="193"/>
                  <a:pt x="136" y="193"/>
                </a:cubicBezTo>
                <a:cubicBezTo>
                  <a:pt x="145" y="193"/>
                  <a:pt x="154" y="186"/>
                  <a:pt x="155" y="177"/>
                </a:cubicBezTo>
                <a:cubicBezTo>
                  <a:pt x="64" y="177"/>
                  <a:pt x="64" y="177"/>
                  <a:pt x="64" y="177"/>
                </a:cubicBezTo>
                <a:cubicBezTo>
                  <a:pt x="53" y="177"/>
                  <a:pt x="44" y="168"/>
                  <a:pt x="44" y="157"/>
                </a:cubicBezTo>
                <a:cubicBezTo>
                  <a:pt x="44" y="129"/>
                  <a:pt x="44" y="129"/>
                  <a:pt x="44" y="129"/>
                </a:cubicBezTo>
                <a:cubicBezTo>
                  <a:pt x="44" y="118"/>
                  <a:pt x="53" y="109"/>
                  <a:pt x="64" y="109"/>
                </a:cubicBezTo>
                <a:cubicBezTo>
                  <a:pt x="156" y="109"/>
                  <a:pt x="156" y="109"/>
                  <a:pt x="156" y="109"/>
                </a:cubicBezTo>
                <a:lnTo>
                  <a:pt x="156" y="69"/>
                </a:lnTo>
                <a:close/>
                <a:moveTo>
                  <a:pt x="144" y="163"/>
                </a:moveTo>
                <a:cubicBezTo>
                  <a:pt x="144" y="128"/>
                  <a:pt x="144" y="128"/>
                  <a:pt x="144" y="128"/>
                </a:cubicBezTo>
                <a:cubicBezTo>
                  <a:pt x="137" y="128"/>
                  <a:pt x="137" y="128"/>
                  <a:pt x="137" y="128"/>
                </a:cubicBezTo>
                <a:cubicBezTo>
                  <a:pt x="137" y="163"/>
                  <a:pt x="137" y="163"/>
                  <a:pt x="137" y="163"/>
                </a:cubicBezTo>
                <a:lnTo>
                  <a:pt x="144" y="163"/>
                </a:lnTo>
                <a:close/>
                <a:moveTo>
                  <a:pt x="133" y="163"/>
                </a:moveTo>
                <a:cubicBezTo>
                  <a:pt x="119" y="128"/>
                  <a:pt x="119" y="128"/>
                  <a:pt x="119" y="128"/>
                </a:cubicBezTo>
                <a:cubicBezTo>
                  <a:pt x="112" y="128"/>
                  <a:pt x="112" y="128"/>
                  <a:pt x="112" y="128"/>
                </a:cubicBezTo>
                <a:cubicBezTo>
                  <a:pt x="98" y="163"/>
                  <a:pt x="98" y="163"/>
                  <a:pt x="98" y="163"/>
                </a:cubicBezTo>
                <a:cubicBezTo>
                  <a:pt x="106" y="163"/>
                  <a:pt x="106" y="163"/>
                  <a:pt x="106" y="163"/>
                </a:cubicBezTo>
                <a:cubicBezTo>
                  <a:pt x="108" y="155"/>
                  <a:pt x="108" y="155"/>
                  <a:pt x="108" y="155"/>
                </a:cubicBezTo>
                <a:cubicBezTo>
                  <a:pt x="122" y="155"/>
                  <a:pt x="122" y="155"/>
                  <a:pt x="122" y="155"/>
                </a:cubicBezTo>
                <a:cubicBezTo>
                  <a:pt x="125" y="163"/>
                  <a:pt x="125" y="163"/>
                  <a:pt x="125" y="163"/>
                </a:cubicBezTo>
                <a:lnTo>
                  <a:pt x="133" y="163"/>
                </a:lnTo>
                <a:close/>
                <a:moveTo>
                  <a:pt x="115" y="136"/>
                </a:moveTo>
                <a:cubicBezTo>
                  <a:pt x="120" y="149"/>
                  <a:pt x="120" y="149"/>
                  <a:pt x="120" y="149"/>
                </a:cubicBezTo>
                <a:cubicBezTo>
                  <a:pt x="111" y="149"/>
                  <a:pt x="111" y="149"/>
                  <a:pt x="111" y="149"/>
                </a:cubicBezTo>
                <a:lnTo>
                  <a:pt x="115" y="136"/>
                </a:lnTo>
                <a:close/>
                <a:moveTo>
                  <a:pt x="61" y="97"/>
                </a:moveTo>
                <a:cubicBezTo>
                  <a:pt x="57" y="99"/>
                  <a:pt x="51" y="101"/>
                  <a:pt x="46" y="101"/>
                </a:cubicBezTo>
                <a:cubicBezTo>
                  <a:pt x="40" y="101"/>
                  <a:pt x="35" y="99"/>
                  <a:pt x="30" y="96"/>
                </a:cubicBezTo>
                <a:cubicBezTo>
                  <a:pt x="29" y="97"/>
                  <a:pt x="28" y="97"/>
                  <a:pt x="27" y="97"/>
                </a:cubicBezTo>
                <a:cubicBezTo>
                  <a:pt x="22" y="97"/>
                  <a:pt x="18" y="93"/>
                  <a:pt x="18" y="88"/>
                </a:cubicBezTo>
                <a:cubicBezTo>
                  <a:pt x="18" y="87"/>
                  <a:pt x="19" y="86"/>
                  <a:pt x="19" y="85"/>
                </a:cubicBezTo>
                <a:cubicBezTo>
                  <a:pt x="17" y="80"/>
                  <a:pt x="16" y="76"/>
                  <a:pt x="16" y="71"/>
                </a:cubicBezTo>
                <a:cubicBezTo>
                  <a:pt x="16" y="66"/>
                  <a:pt x="17" y="61"/>
                  <a:pt x="20" y="57"/>
                </a:cubicBezTo>
                <a:cubicBezTo>
                  <a:pt x="19" y="55"/>
                  <a:pt x="18" y="54"/>
                  <a:pt x="18" y="52"/>
                </a:cubicBezTo>
                <a:cubicBezTo>
                  <a:pt x="18" y="47"/>
                  <a:pt x="22" y="44"/>
                  <a:pt x="27" y="44"/>
                </a:cubicBezTo>
                <a:cubicBezTo>
                  <a:pt x="29" y="44"/>
                  <a:pt x="30" y="44"/>
                  <a:pt x="32" y="45"/>
                </a:cubicBezTo>
                <a:cubicBezTo>
                  <a:pt x="36" y="42"/>
                  <a:pt x="41" y="41"/>
                  <a:pt x="46" y="41"/>
                </a:cubicBezTo>
                <a:cubicBezTo>
                  <a:pt x="48" y="41"/>
                  <a:pt x="50" y="41"/>
                  <a:pt x="52" y="42"/>
                </a:cubicBezTo>
                <a:cubicBezTo>
                  <a:pt x="44" y="35"/>
                  <a:pt x="44" y="35"/>
                  <a:pt x="44" y="35"/>
                </a:cubicBezTo>
                <a:cubicBezTo>
                  <a:pt x="44" y="35"/>
                  <a:pt x="44" y="35"/>
                  <a:pt x="43" y="35"/>
                </a:cubicBezTo>
                <a:cubicBezTo>
                  <a:pt x="41" y="35"/>
                  <a:pt x="39" y="33"/>
                  <a:pt x="39" y="30"/>
                </a:cubicBezTo>
                <a:cubicBezTo>
                  <a:pt x="39" y="27"/>
                  <a:pt x="41" y="25"/>
                  <a:pt x="43" y="25"/>
                </a:cubicBezTo>
                <a:cubicBezTo>
                  <a:pt x="46" y="25"/>
                  <a:pt x="48" y="27"/>
                  <a:pt x="48" y="30"/>
                </a:cubicBezTo>
                <a:cubicBezTo>
                  <a:pt x="48" y="31"/>
                  <a:pt x="48" y="31"/>
                  <a:pt x="48" y="32"/>
                </a:cubicBezTo>
                <a:cubicBezTo>
                  <a:pt x="59" y="44"/>
                  <a:pt x="59" y="44"/>
                  <a:pt x="59" y="44"/>
                </a:cubicBezTo>
                <a:cubicBezTo>
                  <a:pt x="61" y="43"/>
                  <a:pt x="62" y="42"/>
                  <a:pt x="64" y="42"/>
                </a:cubicBezTo>
                <a:cubicBezTo>
                  <a:pt x="71" y="42"/>
                  <a:pt x="76" y="48"/>
                  <a:pt x="76" y="54"/>
                </a:cubicBezTo>
                <a:cubicBezTo>
                  <a:pt x="76" y="56"/>
                  <a:pt x="75" y="58"/>
                  <a:pt x="75" y="59"/>
                </a:cubicBezTo>
                <a:cubicBezTo>
                  <a:pt x="84" y="68"/>
                  <a:pt x="84" y="68"/>
                  <a:pt x="84" y="68"/>
                </a:cubicBezTo>
                <a:cubicBezTo>
                  <a:pt x="84" y="68"/>
                  <a:pt x="85" y="68"/>
                  <a:pt x="85" y="68"/>
                </a:cubicBezTo>
                <a:cubicBezTo>
                  <a:pt x="88" y="68"/>
                  <a:pt x="90" y="70"/>
                  <a:pt x="90" y="73"/>
                </a:cubicBezTo>
                <a:cubicBezTo>
                  <a:pt x="90" y="75"/>
                  <a:pt x="88" y="78"/>
                  <a:pt x="85" y="78"/>
                </a:cubicBezTo>
                <a:cubicBezTo>
                  <a:pt x="83" y="78"/>
                  <a:pt x="81" y="75"/>
                  <a:pt x="81" y="73"/>
                </a:cubicBezTo>
                <a:cubicBezTo>
                  <a:pt x="81" y="72"/>
                  <a:pt x="81" y="72"/>
                  <a:pt x="81" y="71"/>
                </a:cubicBezTo>
                <a:cubicBezTo>
                  <a:pt x="75" y="65"/>
                  <a:pt x="75" y="65"/>
                  <a:pt x="75" y="65"/>
                </a:cubicBezTo>
                <a:cubicBezTo>
                  <a:pt x="76" y="67"/>
                  <a:pt x="76" y="69"/>
                  <a:pt x="76" y="71"/>
                </a:cubicBezTo>
                <a:cubicBezTo>
                  <a:pt x="76" y="77"/>
                  <a:pt x="74" y="82"/>
                  <a:pt x="72" y="86"/>
                </a:cubicBezTo>
                <a:cubicBezTo>
                  <a:pt x="72" y="87"/>
                  <a:pt x="72" y="88"/>
                  <a:pt x="72" y="88"/>
                </a:cubicBezTo>
                <a:cubicBezTo>
                  <a:pt x="72" y="93"/>
                  <a:pt x="68" y="97"/>
                  <a:pt x="63" y="97"/>
                </a:cubicBezTo>
                <a:cubicBezTo>
                  <a:pt x="62" y="97"/>
                  <a:pt x="62" y="97"/>
                  <a:pt x="61" y="97"/>
                </a:cubicBezTo>
                <a:close/>
                <a:moveTo>
                  <a:pt x="71" y="54"/>
                </a:moveTo>
                <a:cubicBezTo>
                  <a:pt x="71" y="51"/>
                  <a:pt x="68" y="48"/>
                  <a:pt x="64" y="48"/>
                </a:cubicBezTo>
                <a:cubicBezTo>
                  <a:pt x="61" y="48"/>
                  <a:pt x="58" y="51"/>
                  <a:pt x="58" y="54"/>
                </a:cubicBezTo>
                <a:cubicBezTo>
                  <a:pt x="58" y="58"/>
                  <a:pt x="61" y="60"/>
                  <a:pt x="64" y="60"/>
                </a:cubicBezTo>
                <a:cubicBezTo>
                  <a:pt x="68" y="60"/>
                  <a:pt x="71" y="58"/>
                  <a:pt x="71" y="54"/>
                </a:cubicBezTo>
                <a:close/>
                <a:moveTo>
                  <a:pt x="69" y="71"/>
                </a:moveTo>
                <a:cubicBezTo>
                  <a:pt x="69" y="69"/>
                  <a:pt x="69" y="67"/>
                  <a:pt x="68" y="65"/>
                </a:cubicBezTo>
                <a:cubicBezTo>
                  <a:pt x="67" y="65"/>
                  <a:pt x="66" y="66"/>
                  <a:pt x="64" y="66"/>
                </a:cubicBezTo>
                <a:cubicBezTo>
                  <a:pt x="58" y="66"/>
                  <a:pt x="53" y="60"/>
                  <a:pt x="53" y="54"/>
                </a:cubicBezTo>
                <a:cubicBezTo>
                  <a:pt x="53" y="51"/>
                  <a:pt x="54" y="48"/>
                  <a:pt x="56" y="46"/>
                </a:cubicBezTo>
                <a:cubicBezTo>
                  <a:pt x="56" y="46"/>
                  <a:pt x="56" y="46"/>
                  <a:pt x="56" y="46"/>
                </a:cubicBezTo>
                <a:cubicBezTo>
                  <a:pt x="55" y="47"/>
                  <a:pt x="54" y="48"/>
                  <a:pt x="54" y="50"/>
                </a:cubicBezTo>
                <a:cubicBezTo>
                  <a:pt x="52" y="49"/>
                  <a:pt x="48" y="48"/>
                  <a:pt x="46" y="48"/>
                </a:cubicBezTo>
                <a:cubicBezTo>
                  <a:pt x="42" y="48"/>
                  <a:pt x="39" y="49"/>
                  <a:pt x="36" y="50"/>
                </a:cubicBezTo>
                <a:cubicBezTo>
                  <a:pt x="36" y="51"/>
                  <a:pt x="36" y="52"/>
                  <a:pt x="36" y="52"/>
                </a:cubicBezTo>
                <a:cubicBezTo>
                  <a:pt x="36" y="57"/>
                  <a:pt x="32" y="61"/>
                  <a:pt x="27" y="61"/>
                </a:cubicBezTo>
                <a:cubicBezTo>
                  <a:pt x="26" y="61"/>
                  <a:pt x="26" y="61"/>
                  <a:pt x="25" y="61"/>
                </a:cubicBezTo>
                <a:cubicBezTo>
                  <a:pt x="24" y="64"/>
                  <a:pt x="23" y="67"/>
                  <a:pt x="23" y="71"/>
                </a:cubicBezTo>
                <a:cubicBezTo>
                  <a:pt x="23" y="74"/>
                  <a:pt x="23" y="77"/>
                  <a:pt x="24" y="80"/>
                </a:cubicBezTo>
                <a:cubicBezTo>
                  <a:pt x="25" y="80"/>
                  <a:pt x="26" y="80"/>
                  <a:pt x="27" y="80"/>
                </a:cubicBezTo>
                <a:cubicBezTo>
                  <a:pt x="32" y="80"/>
                  <a:pt x="36" y="83"/>
                  <a:pt x="36" y="88"/>
                </a:cubicBezTo>
                <a:cubicBezTo>
                  <a:pt x="36" y="89"/>
                  <a:pt x="36" y="91"/>
                  <a:pt x="35" y="92"/>
                </a:cubicBezTo>
                <a:cubicBezTo>
                  <a:pt x="38" y="93"/>
                  <a:pt x="42" y="94"/>
                  <a:pt x="46" y="94"/>
                </a:cubicBezTo>
                <a:cubicBezTo>
                  <a:pt x="49" y="94"/>
                  <a:pt x="52" y="94"/>
                  <a:pt x="55" y="92"/>
                </a:cubicBezTo>
                <a:cubicBezTo>
                  <a:pt x="55" y="91"/>
                  <a:pt x="54" y="90"/>
                  <a:pt x="54" y="88"/>
                </a:cubicBezTo>
                <a:cubicBezTo>
                  <a:pt x="54" y="83"/>
                  <a:pt x="58" y="80"/>
                  <a:pt x="63" y="80"/>
                </a:cubicBezTo>
                <a:cubicBezTo>
                  <a:pt x="64" y="80"/>
                  <a:pt x="66" y="80"/>
                  <a:pt x="67" y="81"/>
                </a:cubicBezTo>
                <a:cubicBezTo>
                  <a:pt x="68" y="78"/>
                  <a:pt x="69" y="74"/>
                  <a:pt x="69" y="71"/>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212"/>
          <p:cNvSpPr>
            <a:spLocks noEditPoints="1"/>
          </p:cNvSpPr>
          <p:nvPr/>
        </p:nvSpPr>
        <p:spPr bwMode="auto">
          <a:xfrm>
            <a:off x="1644964" y="5321388"/>
            <a:ext cx="395288" cy="396875"/>
          </a:xfrm>
          <a:custGeom>
            <a:avLst/>
            <a:gdLst>
              <a:gd name="T0" fmla="*/ 164 w 200"/>
              <a:gd name="T1" fmla="*/ 177 h 201"/>
              <a:gd name="T2" fmla="*/ 144 w 200"/>
              <a:gd name="T3" fmla="*/ 201 h 201"/>
              <a:gd name="T4" fmla="*/ 0 w 200"/>
              <a:gd name="T5" fmla="*/ 181 h 201"/>
              <a:gd name="T6" fmla="*/ 20 w 200"/>
              <a:gd name="T7" fmla="*/ 1 h 201"/>
              <a:gd name="T8" fmla="*/ 108 w 200"/>
              <a:gd name="T9" fmla="*/ 1 h 201"/>
              <a:gd name="T10" fmla="*/ 108 w 200"/>
              <a:gd name="T11" fmla="*/ 1 h 201"/>
              <a:gd name="T12" fmla="*/ 108 w 200"/>
              <a:gd name="T13" fmla="*/ 1 h 201"/>
              <a:gd name="T14" fmla="*/ 164 w 200"/>
              <a:gd name="T15" fmla="*/ 61 h 201"/>
              <a:gd name="T16" fmla="*/ 164 w 200"/>
              <a:gd name="T17" fmla="*/ 62 h 201"/>
              <a:gd name="T18" fmla="*/ 164 w 200"/>
              <a:gd name="T19" fmla="*/ 109 h 201"/>
              <a:gd name="T20" fmla="*/ 200 w 200"/>
              <a:gd name="T21" fmla="*/ 129 h 201"/>
              <a:gd name="T22" fmla="*/ 180 w 200"/>
              <a:gd name="T23" fmla="*/ 177 h 201"/>
              <a:gd name="T24" fmla="*/ 108 w 200"/>
              <a:gd name="T25" fmla="*/ 41 h 201"/>
              <a:gd name="T26" fmla="*/ 151 w 200"/>
              <a:gd name="T27" fmla="*/ 61 h 201"/>
              <a:gd name="T28" fmla="*/ 156 w 200"/>
              <a:gd name="T29" fmla="*/ 69 h 201"/>
              <a:gd name="T30" fmla="*/ 100 w 200"/>
              <a:gd name="T31" fmla="*/ 49 h 201"/>
              <a:gd name="T32" fmla="*/ 28 w 200"/>
              <a:gd name="T33" fmla="*/ 9 h 201"/>
              <a:gd name="T34" fmla="*/ 8 w 200"/>
              <a:gd name="T35" fmla="*/ 173 h 201"/>
              <a:gd name="T36" fmla="*/ 136 w 200"/>
              <a:gd name="T37" fmla="*/ 193 h 201"/>
              <a:gd name="T38" fmla="*/ 48 w 200"/>
              <a:gd name="T39" fmla="*/ 177 h 201"/>
              <a:gd name="T40" fmla="*/ 28 w 200"/>
              <a:gd name="T41" fmla="*/ 129 h 201"/>
              <a:gd name="T42" fmla="*/ 156 w 200"/>
              <a:gd name="T43" fmla="*/ 109 h 201"/>
              <a:gd name="T44" fmla="*/ 130 w 200"/>
              <a:gd name="T45" fmla="*/ 162 h 201"/>
              <a:gd name="T46" fmla="*/ 143 w 200"/>
              <a:gd name="T47" fmla="*/ 135 h 201"/>
              <a:gd name="T48" fmla="*/ 150 w 200"/>
              <a:gd name="T49" fmla="*/ 162 h 201"/>
              <a:gd name="T50" fmla="*/ 139 w 200"/>
              <a:gd name="T51" fmla="*/ 128 h 201"/>
              <a:gd name="T52" fmla="*/ 127 w 200"/>
              <a:gd name="T53" fmla="*/ 128 h 201"/>
              <a:gd name="T54" fmla="*/ 116 w 200"/>
              <a:gd name="T55" fmla="*/ 162 h 201"/>
              <a:gd name="T56" fmla="*/ 123 w 200"/>
              <a:gd name="T57" fmla="*/ 135 h 201"/>
              <a:gd name="T58" fmla="*/ 111 w 200"/>
              <a:gd name="T59" fmla="*/ 134 h 201"/>
              <a:gd name="T60" fmla="*/ 84 w 200"/>
              <a:gd name="T61" fmla="*/ 128 h 201"/>
              <a:gd name="T62" fmla="*/ 94 w 200"/>
              <a:gd name="T63" fmla="*/ 134 h 201"/>
              <a:gd name="T64" fmla="*/ 101 w 200"/>
              <a:gd name="T65" fmla="*/ 162 h 201"/>
              <a:gd name="T66" fmla="*/ 111 w 200"/>
              <a:gd name="T67" fmla="*/ 134 h 201"/>
              <a:gd name="T68" fmla="*/ 57 w 200"/>
              <a:gd name="T69" fmla="*/ 128 h 201"/>
              <a:gd name="T70" fmla="*/ 50 w 200"/>
              <a:gd name="T71" fmla="*/ 162 h 201"/>
              <a:gd name="T72" fmla="*/ 57 w 200"/>
              <a:gd name="T73" fmla="*/ 147 h 201"/>
              <a:gd name="T74" fmla="*/ 71 w 200"/>
              <a:gd name="T75" fmla="*/ 162 h 201"/>
              <a:gd name="T76" fmla="*/ 78 w 200"/>
              <a:gd name="T77" fmla="*/ 128 h 201"/>
              <a:gd name="T78" fmla="*/ 71 w 200"/>
              <a:gd name="T79" fmla="*/ 141 h 201"/>
              <a:gd name="T80" fmla="*/ 182 w 200"/>
              <a:gd name="T81" fmla="*/ 156 h 201"/>
              <a:gd name="T82" fmla="*/ 165 w 200"/>
              <a:gd name="T83" fmla="*/ 128 h 201"/>
              <a:gd name="T84" fmla="*/ 158 w 200"/>
              <a:gd name="T85" fmla="*/ 162 h 201"/>
              <a:gd name="T86" fmla="*/ 182 w 200"/>
              <a:gd name="T87" fmla="*/ 156 h 201"/>
              <a:gd name="T88" fmla="*/ 62 w 200"/>
              <a:gd name="T89" fmla="*/ 25 h 201"/>
              <a:gd name="T90" fmla="*/ 47 w 200"/>
              <a:gd name="T91" fmla="*/ 100 h 201"/>
              <a:gd name="T92" fmla="*/ 93 w 200"/>
              <a:gd name="T93" fmla="*/ 69 h 201"/>
              <a:gd name="T94" fmla="*/ 66 w 200"/>
              <a:gd name="T95" fmla="*/ 76 h 201"/>
              <a:gd name="T96" fmla="*/ 66 w 200"/>
              <a:gd name="T97" fmla="*/ 49 h 201"/>
              <a:gd name="T98" fmla="*/ 93 w 200"/>
              <a:gd name="T99" fmla="*/ 57 h 201"/>
              <a:gd name="T100" fmla="*/ 16 w 200"/>
              <a:gd name="T101" fmla="*/ 57 h 201"/>
              <a:gd name="T102" fmla="*/ 43 w 200"/>
              <a:gd name="T103" fmla="*/ 49 h 201"/>
              <a:gd name="T104" fmla="*/ 43 w 200"/>
              <a:gd name="T105" fmla="*/ 76 h 201"/>
              <a:gd name="T106" fmla="*/ 16 w 200"/>
              <a:gd name="T107" fmla="*/ 69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0" h="201">
                <a:moveTo>
                  <a:pt x="180" y="177"/>
                </a:moveTo>
                <a:cubicBezTo>
                  <a:pt x="164" y="177"/>
                  <a:pt x="164" y="177"/>
                  <a:pt x="164" y="177"/>
                </a:cubicBezTo>
                <a:cubicBezTo>
                  <a:pt x="164" y="181"/>
                  <a:pt x="164" y="181"/>
                  <a:pt x="164" y="181"/>
                </a:cubicBezTo>
                <a:cubicBezTo>
                  <a:pt x="164" y="192"/>
                  <a:pt x="155" y="201"/>
                  <a:pt x="144" y="201"/>
                </a:cubicBezTo>
                <a:cubicBezTo>
                  <a:pt x="20" y="201"/>
                  <a:pt x="20" y="201"/>
                  <a:pt x="20" y="201"/>
                </a:cubicBezTo>
                <a:cubicBezTo>
                  <a:pt x="9" y="201"/>
                  <a:pt x="0" y="192"/>
                  <a:pt x="0" y="181"/>
                </a:cubicBezTo>
                <a:cubicBezTo>
                  <a:pt x="0" y="21"/>
                  <a:pt x="0" y="21"/>
                  <a:pt x="0" y="21"/>
                </a:cubicBezTo>
                <a:cubicBezTo>
                  <a:pt x="0" y="10"/>
                  <a:pt x="9" y="1"/>
                  <a:pt x="20" y="1"/>
                </a:cubicBezTo>
                <a:cubicBezTo>
                  <a:pt x="100" y="1"/>
                  <a:pt x="100" y="1"/>
                  <a:pt x="100" y="1"/>
                </a:cubicBezTo>
                <a:cubicBezTo>
                  <a:pt x="108" y="1"/>
                  <a:pt x="108" y="1"/>
                  <a:pt x="108" y="1"/>
                </a:cubicBezTo>
                <a:cubicBezTo>
                  <a:pt x="108" y="0"/>
                  <a:pt x="108" y="0"/>
                  <a:pt x="108" y="0"/>
                </a:cubicBezTo>
                <a:cubicBezTo>
                  <a:pt x="108" y="1"/>
                  <a:pt x="108" y="1"/>
                  <a:pt x="108" y="1"/>
                </a:cubicBezTo>
                <a:cubicBezTo>
                  <a:pt x="108" y="1"/>
                  <a:pt x="108" y="1"/>
                  <a:pt x="108" y="1"/>
                </a:cubicBezTo>
                <a:cubicBezTo>
                  <a:pt x="108" y="1"/>
                  <a:pt x="108" y="1"/>
                  <a:pt x="108" y="1"/>
                </a:cubicBezTo>
                <a:cubicBezTo>
                  <a:pt x="164" y="61"/>
                  <a:pt x="164" y="61"/>
                  <a:pt x="164" y="61"/>
                </a:cubicBezTo>
                <a:cubicBezTo>
                  <a:pt x="164" y="61"/>
                  <a:pt x="164" y="61"/>
                  <a:pt x="164" y="61"/>
                </a:cubicBezTo>
                <a:cubicBezTo>
                  <a:pt x="164" y="61"/>
                  <a:pt x="164" y="61"/>
                  <a:pt x="164" y="61"/>
                </a:cubicBezTo>
                <a:cubicBezTo>
                  <a:pt x="164" y="62"/>
                  <a:pt x="164" y="62"/>
                  <a:pt x="164" y="62"/>
                </a:cubicBezTo>
                <a:cubicBezTo>
                  <a:pt x="164" y="62"/>
                  <a:pt x="164" y="62"/>
                  <a:pt x="164" y="62"/>
                </a:cubicBezTo>
                <a:cubicBezTo>
                  <a:pt x="164" y="109"/>
                  <a:pt x="164" y="109"/>
                  <a:pt x="164" y="109"/>
                </a:cubicBezTo>
                <a:cubicBezTo>
                  <a:pt x="180" y="109"/>
                  <a:pt x="180" y="109"/>
                  <a:pt x="180" y="109"/>
                </a:cubicBezTo>
                <a:cubicBezTo>
                  <a:pt x="191" y="109"/>
                  <a:pt x="200" y="118"/>
                  <a:pt x="200" y="129"/>
                </a:cubicBezTo>
                <a:cubicBezTo>
                  <a:pt x="200" y="157"/>
                  <a:pt x="200" y="157"/>
                  <a:pt x="200" y="157"/>
                </a:cubicBezTo>
                <a:cubicBezTo>
                  <a:pt x="200" y="168"/>
                  <a:pt x="191" y="177"/>
                  <a:pt x="180" y="177"/>
                </a:cubicBezTo>
                <a:close/>
                <a:moveTo>
                  <a:pt x="108" y="15"/>
                </a:moveTo>
                <a:cubicBezTo>
                  <a:pt x="108" y="41"/>
                  <a:pt x="108" y="41"/>
                  <a:pt x="108" y="41"/>
                </a:cubicBezTo>
                <a:cubicBezTo>
                  <a:pt x="108" y="52"/>
                  <a:pt x="117" y="61"/>
                  <a:pt x="128" y="61"/>
                </a:cubicBezTo>
                <a:cubicBezTo>
                  <a:pt x="151" y="61"/>
                  <a:pt x="151" y="61"/>
                  <a:pt x="151" y="61"/>
                </a:cubicBezTo>
                <a:lnTo>
                  <a:pt x="108" y="15"/>
                </a:lnTo>
                <a:close/>
                <a:moveTo>
                  <a:pt x="156" y="69"/>
                </a:moveTo>
                <a:cubicBezTo>
                  <a:pt x="120" y="69"/>
                  <a:pt x="120" y="69"/>
                  <a:pt x="120" y="69"/>
                </a:cubicBezTo>
                <a:cubicBezTo>
                  <a:pt x="109" y="69"/>
                  <a:pt x="100" y="60"/>
                  <a:pt x="100" y="49"/>
                </a:cubicBezTo>
                <a:cubicBezTo>
                  <a:pt x="100" y="9"/>
                  <a:pt x="100" y="9"/>
                  <a:pt x="100" y="9"/>
                </a:cubicBezTo>
                <a:cubicBezTo>
                  <a:pt x="28" y="9"/>
                  <a:pt x="28" y="9"/>
                  <a:pt x="28" y="9"/>
                </a:cubicBezTo>
                <a:cubicBezTo>
                  <a:pt x="17" y="9"/>
                  <a:pt x="8" y="18"/>
                  <a:pt x="8" y="29"/>
                </a:cubicBezTo>
                <a:cubicBezTo>
                  <a:pt x="8" y="173"/>
                  <a:pt x="8" y="173"/>
                  <a:pt x="8" y="173"/>
                </a:cubicBezTo>
                <a:cubicBezTo>
                  <a:pt x="8" y="184"/>
                  <a:pt x="17" y="193"/>
                  <a:pt x="28" y="193"/>
                </a:cubicBezTo>
                <a:cubicBezTo>
                  <a:pt x="136" y="193"/>
                  <a:pt x="136" y="193"/>
                  <a:pt x="136" y="193"/>
                </a:cubicBezTo>
                <a:cubicBezTo>
                  <a:pt x="146" y="193"/>
                  <a:pt x="154" y="186"/>
                  <a:pt x="156" y="177"/>
                </a:cubicBezTo>
                <a:cubicBezTo>
                  <a:pt x="48" y="177"/>
                  <a:pt x="48" y="177"/>
                  <a:pt x="48" y="177"/>
                </a:cubicBezTo>
                <a:cubicBezTo>
                  <a:pt x="37" y="177"/>
                  <a:pt x="28" y="168"/>
                  <a:pt x="28" y="157"/>
                </a:cubicBezTo>
                <a:cubicBezTo>
                  <a:pt x="28" y="129"/>
                  <a:pt x="28" y="129"/>
                  <a:pt x="28" y="129"/>
                </a:cubicBezTo>
                <a:cubicBezTo>
                  <a:pt x="28" y="118"/>
                  <a:pt x="37" y="109"/>
                  <a:pt x="48" y="109"/>
                </a:cubicBezTo>
                <a:cubicBezTo>
                  <a:pt x="156" y="109"/>
                  <a:pt x="156" y="109"/>
                  <a:pt x="156" y="109"/>
                </a:cubicBezTo>
                <a:lnTo>
                  <a:pt x="156" y="69"/>
                </a:lnTo>
                <a:close/>
                <a:moveTo>
                  <a:pt x="130" y="162"/>
                </a:moveTo>
                <a:cubicBezTo>
                  <a:pt x="136" y="162"/>
                  <a:pt x="136" y="162"/>
                  <a:pt x="136" y="162"/>
                </a:cubicBezTo>
                <a:cubicBezTo>
                  <a:pt x="143" y="135"/>
                  <a:pt x="143" y="135"/>
                  <a:pt x="143" y="135"/>
                </a:cubicBezTo>
                <a:cubicBezTo>
                  <a:pt x="143" y="162"/>
                  <a:pt x="143" y="162"/>
                  <a:pt x="143" y="162"/>
                </a:cubicBezTo>
                <a:cubicBezTo>
                  <a:pt x="150" y="162"/>
                  <a:pt x="150" y="162"/>
                  <a:pt x="150" y="162"/>
                </a:cubicBezTo>
                <a:cubicBezTo>
                  <a:pt x="150" y="128"/>
                  <a:pt x="150" y="128"/>
                  <a:pt x="150" y="128"/>
                </a:cubicBezTo>
                <a:cubicBezTo>
                  <a:pt x="139" y="128"/>
                  <a:pt x="139" y="128"/>
                  <a:pt x="139" y="128"/>
                </a:cubicBezTo>
                <a:cubicBezTo>
                  <a:pt x="133" y="151"/>
                  <a:pt x="133" y="151"/>
                  <a:pt x="133" y="151"/>
                </a:cubicBezTo>
                <a:cubicBezTo>
                  <a:pt x="127" y="128"/>
                  <a:pt x="127" y="128"/>
                  <a:pt x="127" y="128"/>
                </a:cubicBezTo>
                <a:cubicBezTo>
                  <a:pt x="116" y="128"/>
                  <a:pt x="116" y="128"/>
                  <a:pt x="116" y="128"/>
                </a:cubicBezTo>
                <a:cubicBezTo>
                  <a:pt x="116" y="162"/>
                  <a:pt x="116" y="162"/>
                  <a:pt x="116" y="162"/>
                </a:cubicBezTo>
                <a:cubicBezTo>
                  <a:pt x="123" y="162"/>
                  <a:pt x="123" y="162"/>
                  <a:pt x="123" y="162"/>
                </a:cubicBezTo>
                <a:cubicBezTo>
                  <a:pt x="123" y="135"/>
                  <a:pt x="123" y="135"/>
                  <a:pt x="123" y="135"/>
                </a:cubicBezTo>
                <a:lnTo>
                  <a:pt x="130" y="162"/>
                </a:lnTo>
                <a:close/>
                <a:moveTo>
                  <a:pt x="111" y="134"/>
                </a:moveTo>
                <a:cubicBezTo>
                  <a:pt x="111" y="128"/>
                  <a:pt x="111" y="128"/>
                  <a:pt x="111" y="128"/>
                </a:cubicBezTo>
                <a:cubicBezTo>
                  <a:pt x="84" y="128"/>
                  <a:pt x="84" y="128"/>
                  <a:pt x="84" y="128"/>
                </a:cubicBezTo>
                <a:cubicBezTo>
                  <a:pt x="84" y="134"/>
                  <a:pt x="84" y="134"/>
                  <a:pt x="84" y="134"/>
                </a:cubicBezTo>
                <a:cubicBezTo>
                  <a:pt x="94" y="134"/>
                  <a:pt x="94" y="134"/>
                  <a:pt x="94" y="134"/>
                </a:cubicBezTo>
                <a:cubicBezTo>
                  <a:pt x="94" y="162"/>
                  <a:pt x="94" y="162"/>
                  <a:pt x="94" y="162"/>
                </a:cubicBezTo>
                <a:cubicBezTo>
                  <a:pt x="101" y="162"/>
                  <a:pt x="101" y="162"/>
                  <a:pt x="101" y="162"/>
                </a:cubicBezTo>
                <a:cubicBezTo>
                  <a:pt x="101" y="134"/>
                  <a:pt x="101" y="134"/>
                  <a:pt x="101" y="134"/>
                </a:cubicBezTo>
                <a:lnTo>
                  <a:pt x="111" y="134"/>
                </a:lnTo>
                <a:close/>
                <a:moveTo>
                  <a:pt x="57" y="141"/>
                </a:moveTo>
                <a:cubicBezTo>
                  <a:pt x="57" y="128"/>
                  <a:pt x="57" y="128"/>
                  <a:pt x="57" y="128"/>
                </a:cubicBezTo>
                <a:cubicBezTo>
                  <a:pt x="50" y="128"/>
                  <a:pt x="50" y="128"/>
                  <a:pt x="50" y="128"/>
                </a:cubicBezTo>
                <a:cubicBezTo>
                  <a:pt x="50" y="162"/>
                  <a:pt x="50" y="162"/>
                  <a:pt x="50" y="162"/>
                </a:cubicBezTo>
                <a:cubicBezTo>
                  <a:pt x="57" y="162"/>
                  <a:pt x="57" y="162"/>
                  <a:pt x="57" y="162"/>
                </a:cubicBezTo>
                <a:cubicBezTo>
                  <a:pt x="57" y="147"/>
                  <a:pt x="57" y="147"/>
                  <a:pt x="57" y="147"/>
                </a:cubicBezTo>
                <a:cubicBezTo>
                  <a:pt x="71" y="147"/>
                  <a:pt x="71" y="147"/>
                  <a:pt x="71" y="147"/>
                </a:cubicBezTo>
                <a:cubicBezTo>
                  <a:pt x="71" y="162"/>
                  <a:pt x="71" y="162"/>
                  <a:pt x="71" y="162"/>
                </a:cubicBezTo>
                <a:cubicBezTo>
                  <a:pt x="78" y="162"/>
                  <a:pt x="78" y="162"/>
                  <a:pt x="78" y="162"/>
                </a:cubicBezTo>
                <a:cubicBezTo>
                  <a:pt x="78" y="128"/>
                  <a:pt x="78" y="128"/>
                  <a:pt x="78" y="128"/>
                </a:cubicBezTo>
                <a:cubicBezTo>
                  <a:pt x="71" y="128"/>
                  <a:pt x="71" y="128"/>
                  <a:pt x="71" y="128"/>
                </a:cubicBezTo>
                <a:cubicBezTo>
                  <a:pt x="71" y="141"/>
                  <a:pt x="71" y="141"/>
                  <a:pt x="71" y="141"/>
                </a:cubicBezTo>
                <a:lnTo>
                  <a:pt x="57" y="141"/>
                </a:lnTo>
                <a:close/>
                <a:moveTo>
                  <a:pt x="182" y="156"/>
                </a:moveTo>
                <a:cubicBezTo>
                  <a:pt x="165" y="156"/>
                  <a:pt x="165" y="156"/>
                  <a:pt x="165" y="156"/>
                </a:cubicBezTo>
                <a:cubicBezTo>
                  <a:pt x="165" y="128"/>
                  <a:pt x="165" y="128"/>
                  <a:pt x="165" y="128"/>
                </a:cubicBezTo>
                <a:cubicBezTo>
                  <a:pt x="158" y="128"/>
                  <a:pt x="158" y="128"/>
                  <a:pt x="158" y="128"/>
                </a:cubicBezTo>
                <a:cubicBezTo>
                  <a:pt x="158" y="162"/>
                  <a:pt x="158" y="162"/>
                  <a:pt x="158" y="162"/>
                </a:cubicBezTo>
                <a:cubicBezTo>
                  <a:pt x="182" y="162"/>
                  <a:pt x="182" y="162"/>
                  <a:pt x="182" y="162"/>
                </a:cubicBezTo>
                <a:lnTo>
                  <a:pt x="182" y="156"/>
                </a:lnTo>
                <a:close/>
                <a:moveTo>
                  <a:pt x="57" y="25"/>
                </a:moveTo>
                <a:cubicBezTo>
                  <a:pt x="62" y="25"/>
                  <a:pt x="62" y="25"/>
                  <a:pt x="62" y="25"/>
                </a:cubicBezTo>
                <a:cubicBezTo>
                  <a:pt x="52" y="100"/>
                  <a:pt x="52" y="100"/>
                  <a:pt x="52" y="100"/>
                </a:cubicBezTo>
                <a:cubicBezTo>
                  <a:pt x="47" y="100"/>
                  <a:pt x="47" y="100"/>
                  <a:pt x="47" y="100"/>
                </a:cubicBezTo>
                <a:lnTo>
                  <a:pt x="57" y="25"/>
                </a:lnTo>
                <a:close/>
                <a:moveTo>
                  <a:pt x="93" y="69"/>
                </a:moveTo>
                <a:cubicBezTo>
                  <a:pt x="66" y="91"/>
                  <a:pt x="66" y="91"/>
                  <a:pt x="66" y="91"/>
                </a:cubicBezTo>
                <a:cubicBezTo>
                  <a:pt x="66" y="76"/>
                  <a:pt x="66" y="76"/>
                  <a:pt x="66" y="76"/>
                </a:cubicBezTo>
                <a:cubicBezTo>
                  <a:pt x="85" y="63"/>
                  <a:pt x="85" y="63"/>
                  <a:pt x="85" y="63"/>
                </a:cubicBezTo>
                <a:cubicBezTo>
                  <a:pt x="66" y="49"/>
                  <a:pt x="66" y="49"/>
                  <a:pt x="66" y="49"/>
                </a:cubicBezTo>
                <a:cubicBezTo>
                  <a:pt x="66" y="35"/>
                  <a:pt x="66" y="35"/>
                  <a:pt x="66" y="35"/>
                </a:cubicBezTo>
                <a:cubicBezTo>
                  <a:pt x="93" y="57"/>
                  <a:pt x="93" y="57"/>
                  <a:pt x="93" y="57"/>
                </a:cubicBezTo>
                <a:lnTo>
                  <a:pt x="93" y="69"/>
                </a:lnTo>
                <a:close/>
                <a:moveTo>
                  <a:pt x="16" y="57"/>
                </a:moveTo>
                <a:cubicBezTo>
                  <a:pt x="43" y="35"/>
                  <a:pt x="43" y="35"/>
                  <a:pt x="43" y="35"/>
                </a:cubicBezTo>
                <a:cubicBezTo>
                  <a:pt x="43" y="49"/>
                  <a:pt x="43" y="49"/>
                  <a:pt x="43" y="49"/>
                </a:cubicBezTo>
                <a:cubicBezTo>
                  <a:pt x="24" y="63"/>
                  <a:pt x="24" y="63"/>
                  <a:pt x="24" y="63"/>
                </a:cubicBezTo>
                <a:cubicBezTo>
                  <a:pt x="43" y="76"/>
                  <a:pt x="43" y="76"/>
                  <a:pt x="43" y="76"/>
                </a:cubicBezTo>
                <a:cubicBezTo>
                  <a:pt x="43" y="91"/>
                  <a:pt x="43" y="91"/>
                  <a:pt x="43" y="91"/>
                </a:cubicBezTo>
                <a:cubicBezTo>
                  <a:pt x="16" y="69"/>
                  <a:pt x="16" y="69"/>
                  <a:pt x="16" y="69"/>
                </a:cubicBezTo>
                <a:lnTo>
                  <a:pt x="16" y="57"/>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213"/>
          <p:cNvSpPr>
            <a:spLocks noEditPoints="1"/>
          </p:cNvSpPr>
          <p:nvPr/>
        </p:nvSpPr>
        <p:spPr bwMode="auto">
          <a:xfrm>
            <a:off x="2116451" y="5322975"/>
            <a:ext cx="396875" cy="396875"/>
          </a:xfrm>
          <a:custGeom>
            <a:avLst/>
            <a:gdLst>
              <a:gd name="T0" fmla="*/ 164 w 200"/>
              <a:gd name="T1" fmla="*/ 181 h 201"/>
              <a:gd name="T2" fmla="*/ 0 w 200"/>
              <a:gd name="T3" fmla="*/ 181 h 201"/>
              <a:gd name="T4" fmla="*/ 100 w 200"/>
              <a:gd name="T5" fmla="*/ 1 h 201"/>
              <a:gd name="T6" fmla="*/ 108 w 200"/>
              <a:gd name="T7" fmla="*/ 1 h 201"/>
              <a:gd name="T8" fmla="*/ 163 w 200"/>
              <a:gd name="T9" fmla="*/ 61 h 201"/>
              <a:gd name="T10" fmla="*/ 164 w 200"/>
              <a:gd name="T11" fmla="*/ 62 h 201"/>
              <a:gd name="T12" fmla="*/ 180 w 200"/>
              <a:gd name="T13" fmla="*/ 109 h 201"/>
              <a:gd name="T14" fmla="*/ 180 w 200"/>
              <a:gd name="T15" fmla="*/ 177 h 201"/>
              <a:gd name="T16" fmla="*/ 128 w 200"/>
              <a:gd name="T17" fmla="*/ 61 h 201"/>
              <a:gd name="T18" fmla="*/ 156 w 200"/>
              <a:gd name="T19" fmla="*/ 69 h 201"/>
              <a:gd name="T20" fmla="*/ 100 w 200"/>
              <a:gd name="T21" fmla="*/ 9 h 201"/>
              <a:gd name="T22" fmla="*/ 8 w 200"/>
              <a:gd name="T23" fmla="*/ 173 h 201"/>
              <a:gd name="T24" fmla="*/ 155 w 200"/>
              <a:gd name="T25" fmla="*/ 177 h 201"/>
              <a:gd name="T26" fmla="*/ 44 w 200"/>
              <a:gd name="T27" fmla="*/ 129 h 201"/>
              <a:gd name="T28" fmla="*/ 156 w 200"/>
              <a:gd name="T29" fmla="*/ 69 h 201"/>
              <a:gd name="T30" fmla="*/ 107 w 200"/>
              <a:gd name="T31" fmla="*/ 163 h 201"/>
              <a:gd name="T32" fmla="*/ 127 w 200"/>
              <a:gd name="T33" fmla="*/ 163 h 201"/>
              <a:gd name="T34" fmla="*/ 128 w 200"/>
              <a:gd name="T35" fmla="*/ 128 h 201"/>
              <a:gd name="T36" fmla="*/ 85 w 200"/>
              <a:gd name="T37" fmla="*/ 150 h 201"/>
              <a:gd name="T38" fmla="*/ 99 w 200"/>
              <a:gd name="T39" fmla="*/ 144 h 201"/>
              <a:gd name="T40" fmla="*/ 93 w 200"/>
              <a:gd name="T41" fmla="*/ 129 h 201"/>
              <a:gd name="T42" fmla="*/ 74 w 200"/>
              <a:gd name="T43" fmla="*/ 163 h 201"/>
              <a:gd name="T44" fmla="*/ 85 w 200"/>
              <a:gd name="T45" fmla="*/ 150 h 201"/>
              <a:gd name="T46" fmla="*/ 159 w 200"/>
              <a:gd name="T47" fmla="*/ 150 h 201"/>
              <a:gd name="T48" fmla="*/ 163 w 200"/>
              <a:gd name="T49" fmla="*/ 156 h 201"/>
              <a:gd name="T50" fmla="*/ 149 w 200"/>
              <a:gd name="T51" fmla="*/ 145 h 201"/>
              <a:gd name="T52" fmla="*/ 164 w 200"/>
              <a:gd name="T53" fmla="*/ 135 h 201"/>
              <a:gd name="T54" fmla="*/ 169 w 200"/>
              <a:gd name="T55" fmla="*/ 130 h 201"/>
              <a:gd name="T56" fmla="*/ 144 w 200"/>
              <a:gd name="T57" fmla="*/ 136 h 201"/>
              <a:gd name="T58" fmla="*/ 150 w 200"/>
              <a:gd name="T59" fmla="*/ 161 h 201"/>
              <a:gd name="T60" fmla="*/ 174 w 200"/>
              <a:gd name="T61" fmla="*/ 158 h 201"/>
              <a:gd name="T62" fmla="*/ 84 w 200"/>
              <a:gd name="T63" fmla="*/ 134 h 201"/>
              <a:gd name="T64" fmla="*/ 93 w 200"/>
              <a:gd name="T65" fmla="*/ 139 h 201"/>
              <a:gd name="T66" fmla="*/ 84 w 200"/>
              <a:gd name="T67" fmla="*/ 144 h 201"/>
              <a:gd name="T68" fmla="*/ 16 w 200"/>
              <a:gd name="T69" fmla="*/ 97 h 201"/>
              <a:gd name="T70" fmla="*/ 40 w 200"/>
              <a:gd name="T71" fmla="*/ 97 h 201"/>
              <a:gd name="T72" fmla="*/ 64 w 200"/>
              <a:gd name="T73" fmla="*/ 49 h 201"/>
              <a:gd name="T74" fmla="*/ 40 w 200"/>
              <a:gd name="T75" fmla="*/ 49 h 201"/>
              <a:gd name="T76" fmla="*/ 40 w 200"/>
              <a:gd name="T77" fmla="*/ 49 h 201"/>
              <a:gd name="T78" fmla="*/ 88 w 200"/>
              <a:gd name="T79" fmla="*/ 25 h 201"/>
              <a:gd name="T80" fmla="*/ 64 w 200"/>
              <a:gd name="T81" fmla="*/ 25 h 201"/>
              <a:gd name="T82" fmla="*/ 64 w 200"/>
              <a:gd name="T83" fmla="*/ 97 h 201"/>
              <a:gd name="T84" fmla="*/ 88 w 200"/>
              <a:gd name="T85" fmla="*/ 97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0" h="201">
                <a:moveTo>
                  <a:pt x="180" y="177"/>
                </a:moveTo>
                <a:cubicBezTo>
                  <a:pt x="164" y="177"/>
                  <a:pt x="164" y="177"/>
                  <a:pt x="164" y="177"/>
                </a:cubicBezTo>
                <a:cubicBezTo>
                  <a:pt x="164" y="181"/>
                  <a:pt x="164" y="181"/>
                  <a:pt x="164" y="181"/>
                </a:cubicBezTo>
                <a:cubicBezTo>
                  <a:pt x="164" y="192"/>
                  <a:pt x="155" y="201"/>
                  <a:pt x="144" y="201"/>
                </a:cubicBezTo>
                <a:cubicBezTo>
                  <a:pt x="20" y="201"/>
                  <a:pt x="20" y="201"/>
                  <a:pt x="20" y="201"/>
                </a:cubicBezTo>
                <a:cubicBezTo>
                  <a:pt x="9" y="201"/>
                  <a:pt x="0" y="192"/>
                  <a:pt x="0" y="181"/>
                </a:cubicBezTo>
                <a:cubicBezTo>
                  <a:pt x="0" y="21"/>
                  <a:pt x="0" y="21"/>
                  <a:pt x="0" y="21"/>
                </a:cubicBezTo>
                <a:cubicBezTo>
                  <a:pt x="0" y="10"/>
                  <a:pt x="9" y="1"/>
                  <a:pt x="20" y="1"/>
                </a:cubicBezTo>
                <a:cubicBezTo>
                  <a:pt x="100" y="1"/>
                  <a:pt x="100" y="1"/>
                  <a:pt x="100" y="1"/>
                </a:cubicBezTo>
                <a:cubicBezTo>
                  <a:pt x="107" y="1"/>
                  <a:pt x="107" y="1"/>
                  <a:pt x="107" y="1"/>
                </a:cubicBezTo>
                <a:cubicBezTo>
                  <a:pt x="107" y="0"/>
                  <a:pt x="107" y="0"/>
                  <a:pt x="107" y="0"/>
                </a:cubicBezTo>
                <a:cubicBezTo>
                  <a:pt x="108" y="1"/>
                  <a:pt x="108" y="1"/>
                  <a:pt x="108" y="1"/>
                </a:cubicBezTo>
                <a:cubicBezTo>
                  <a:pt x="108" y="1"/>
                  <a:pt x="108" y="1"/>
                  <a:pt x="108" y="1"/>
                </a:cubicBezTo>
                <a:cubicBezTo>
                  <a:pt x="108" y="1"/>
                  <a:pt x="108" y="1"/>
                  <a:pt x="108" y="1"/>
                </a:cubicBezTo>
                <a:cubicBezTo>
                  <a:pt x="163" y="61"/>
                  <a:pt x="163" y="61"/>
                  <a:pt x="163" y="61"/>
                </a:cubicBezTo>
                <a:cubicBezTo>
                  <a:pt x="164" y="61"/>
                  <a:pt x="164" y="61"/>
                  <a:pt x="164" y="61"/>
                </a:cubicBezTo>
                <a:cubicBezTo>
                  <a:pt x="164" y="62"/>
                  <a:pt x="164" y="62"/>
                  <a:pt x="164" y="62"/>
                </a:cubicBezTo>
                <a:cubicBezTo>
                  <a:pt x="164" y="62"/>
                  <a:pt x="164" y="62"/>
                  <a:pt x="164" y="62"/>
                </a:cubicBezTo>
                <a:cubicBezTo>
                  <a:pt x="164" y="62"/>
                  <a:pt x="164" y="62"/>
                  <a:pt x="164" y="62"/>
                </a:cubicBezTo>
                <a:cubicBezTo>
                  <a:pt x="164" y="109"/>
                  <a:pt x="164" y="109"/>
                  <a:pt x="164" y="109"/>
                </a:cubicBezTo>
                <a:cubicBezTo>
                  <a:pt x="180" y="109"/>
                  <a:pt x="180" y="109"/>
                  <a:pt x="180" y="109"/>
                </a:cubicBezTo>
                <a:cubicBezTo>
                  <a:pt x="191" y="109"/>
                  <a:pt x="200" y="118"/>
                  <a:pt x="200" y="129"/>
                </a:cubicBezTo>
                <a:cubicBezTo>
                  <a:pt x="200" y="157"/>
                  <a:pt x="200" y="157"/>
                  <a:pt x="200" y="157"/>
                </a:cubicBezTo>
                <a:cubicBezTo>
                  <a:pt x="200" y="168"/>
                  <a:pt x="191" y="177"/>
                  <a:pt x="180" y="177"/>
                </a:cubicBezTo>
                <a:close/>
                <a:moveTo>
                  <a:pt x="108" y="15"/>
                </a:moveTo>
                <a:cubicBezTo>
                  <a:pt x="108" y="41"/>
                  <a:pt x="108" y="41"/>
                  <a:pt x="108" y="41"/>
                </a:cubicBezTo>
                <a:cubicBezTo>
                  <a:pt x="108" y="52"/>
                  <a:pt x="117" y="61"/>
                  <a:pt x="128" y="61"/>
                </a:cubicBezTo>
                <a:cubicBezTo>
                  <a:pt x="151" y="61"/>
                  <a:pt x="151" y="61"/>
                  <a:pt x="151" y="61"/>
                </a:cubicBezTo>
                <a:lnTo>
                  <a:pt x="108" y="15"/>
                </a:lnTo>
                <a:close/>
                <a:moveTo>
                  <a:pt x="156" y="69"/>
                </a:moveTo>
                <a:cubicBezTo>
                  <a:pt x="120" y="69"/>
                  <a:pt x="120" y="69"/>
                  <a:pt x="120" y="69"/>
                </a:cubicBezTo>
                <a:cubicBezTo>
                  <a:pt x="109" y="69"/>
                  <a:pt x="100" y="60"/>
                  <a:pt x="100" y="49"/>
                </a:cubicBezTo>
                <a:cubicBezTo>
                  <a:pt x="100" y="9"/>
                  <a:pt x="100" y="9"/>
                  <a:pt x="100" y="9"/>
                </a:cubicBezTo>
                <a:cubicBezTo>
                  <a:pt x="28" y="9"/>
                  <a:pt x="28" y="9"/>
                  <a:pt x="28" y="9"/>
                </a:cubicBezTo>
                <a:cubicBezTo>
                  <a:pt x="17" y="9"/>
                  <a:pt x="8" y="18"/>
                  <a:pt x="8" y="29"/>
                </a:cubicBezTo>
                <a:cubicBezTo>
                  <a:pt x="8" y="173"/>
                  <a:pt x="8" y="173"/>
                  <a:pt x="8" y="173"/>
                </a:cubicBezTo>
                <a:cubicBezTo>
                  <a:pt x="8" y="184"/>
                  <a:pt x="17" y="193"/>
                  <a:pt x="28" y="193"/>
                </a:cubicBezTo>
                <a:cubicBezTo>
                  <a:pt x="136" y="193"/>
                  <a:pt x="136" y="193"/>
                  <a:pt x="136" y="193"/>
                </a:cubicBezTo>
                <a:cubicBezTo>
                  <a:pt x="145" y="193"/>
                  <a:pt x="153" y="186"/>
                  <a:pt x="155" y="177"/>
                </a:cubicBezTo>
                <a:cubicBezTo>
                  <a:pt x="64" y="177"/>
                  <a:pt x="64" y="177"/>
                  <a:pt x="64" y="177"/>
                </a:cubicBezTo>
                <a:cubicBezTo>
                  <a:pt x="53" y="177"/>
                  <a:pt x="44" y="168"/>
                  <a:pt x="44" y="157"/>
                </a:cubicBezTo>
                <a:cubicBezTo>
                  <a:pt x="44" y="129"/>
                  <a:pt x="44" y="129"/>
                  <a:pt x="44" y="129"/>
                </a:cubicBezTo>
                <a:cubicBezTo>
                  <a:pt x="44" y="118"/>
                  <a:pt x="53" y="109"/>
                  <a:pt x="64" y="109"/>
                </a:cubicBezTo>
                <a:cubicBezTo>
                  <a:pt x="156" y="109"/>
                  <a:pt x="156" y="109"/>
                  <a:pt x="156" y="109"/>
                </a:cubicBezTo>
                <a:lnTo>
                  <a:pt x="156" y="69"/>
                </a:lnTo>
                <a:close/>
                <a:moveTo>
                  <a:pt x="114" y="128"/>
                </a:moveTo>
                <a:cubicBezTo>
                  <a:pt x="107" y="128"/>
                  <a:pt x="107" y="128"/>
                  <a:pt x="107" y="128"/>
                </a:cubicBezTo>
                <a:cubicBezTo>
                  <a:pt x="107" y="163"/>
                  <a:pt x="107" y="163"/>
                  <a:pt x="107" y="163"/>
                </a:cubicBezTo>
                <a:cubicBezTo>
                  <a:pt x="113" y="163"/>
                  <a:pt x="113" y="163"/>
                  <a:pt x="113" y="163"/>
                </a:cubicBezTo>
                <a:cubicBezTo>
                  <a:pt x="113" y="140"/>
                  <a:pt x="113" y="140"/>
                  <a:pt x="113" y="140"/>
                </a:cubicBezTo>
                <a:cubicBezTo>
                  <a:pt x="127" y="163"/>
                  <a:pt x="127" y="163"/>
                  <a:pt x="127" y="163"/>
                </a:cubicBezTo>
                <a:cubicBezTo>
                  <a:pt x="134" y="163"/>
                  <a:pt x="134" y="163"/>
                  <a:pt x="134" y="163"/>
                </a:cubicBezTo>
                <a:cubicBezTo>
                  <a:pt x="134" y="128"/>
                  <a:pt x="134" y="128"/>
                  <a:pt x="134" y="128"/>
                </a:cubicBezTo>
                <a:cubicBezTo>
                  <a:pt x="128" y="128"/>
                  <a:pt x="128" y="128"/>
                  <a:pt x="128" y="128"/>
                </a:cubicBezTo>
                <a:cubicBezTo>
                  <a:pt x="128" y="151"/>
                  <a:pt x="128" y="151"/>
                  <a:pt x="128" y="151"/>
                </a:cubicBezTo>
                <a:lnTo>
                  <a:pt x="114" y="128"/>
                </a:lnTo>
                <a:close/>
                <a:moveTo>
                  <a:pt x="85" y="150"/>
                </a:moveTo>
                <a:cubicBezTo>
                  <a:pt x="88" y="150"/>
                  <a:pt x="91" y="150"/>
                  <a:pt x="92" y="149"/>
                </a:cubicBezTo>
                <a:cubicBezTo>
                  <a:pt x="93" y="149"/>
                  <a:pt x="95" y="148"/>
                  <a:pt x="96" y="148"/>
                </a:cubicBezTo>
                <a:cubicBezTo>
                  <a:pt x="97" y="147"/>
                  <a:pt x="98" y="146"/>
                  <a:pt x="99" y="144"/>
                </a:cubicBezTo>
                <a:cubicBezTo>
                  <a:pt x="100" y="143"/>
                  <a:pt x="100" y="141"/>
                  <a:pt x="100" y="139"/>
                </a:cubicBezTo>
                <a:cubicBezTo>
                  <a:pt x="100" y="136"/>
                  <a:pt x="99" y="134"/>
                  <a:pt x="98" y="132"/>
                </a:cubicBezTo>
                <a:cubicBezTo>
                  <a:pt x="97" y="130"/>
                  <a:pt x="95" y="129"/>
                  <a:pt x="93" y="129"/>
                </a:cubicBezTo>
                <a:cubicBezTo>
                  <a:pt x="92" y="128"/>
                  <a:pt x="89" y="128"/>
                  <a:pt x="85" y="128"/>
                </a:cubicBezTo>
                <a:cubicBezTo>
                  <a:pt x="74" y="128"/>
                  <a:pt x="74" y="128"/>
                  <a:pt x="74" y="128"/>
                </a:cubicBezTo>
                <a:cubicBezTo>
                  <a:pt x="74" y="163"/>
                  <a:pt x="74" y="163"/>
                  <a:pt x="74" y="163"/>
                </a:cubicBezTo>
                <a:cubicBezTo>
                  <a:pt x="81" y="163"/>
                  <a:pt x="81" y="163"/>
                  <a:pt x="81" y="163"/>
                </a:cubicBezTo>
                <a:cubicBezTo>
                  <a:pt x="81" y="150"/>
                  <a:pt x="81" y="150"/>
                  <a:pt x="81" y="150"/>
                </a:cubicBezTo>
                <a:lnTo>
                  <a:pt x="85" y="150"/>
                </a:lnTo>
                <a:close/>
                <a:moveTo>
                  <a:pt x="174" y="144"/>
                </a:moveTo>
                <a:cubicBezTo>
                  <a:pt x="159" y="144"/>
                  <a:pt x="159" y="144"/>
                  <a:pt x="159" y="144"/>
                </a:cubicBezTo>
                <a:cubicBezTo>
                  <a:pt x="159" y="150"/>
                  <a:pt x="159" y="150"/>
                  <a:pt x="159" y="150"/>
                </a:cubicBezTo>
                <a:cubicBezTo>
                  <a:pt x="167" y="150"/>
                  <a:pt x="167" y="150"/>
                  <a:pt x="167" y="150"/>
                </a:cubicBezTo>
                <a:cubicBezTo>
                  <a:pt x="167" y="154"/>
                  <a:pt x="167" y="154"/>
                  <a:pt x="167" y="154"/>
                </a:cubicBezTo>
                <a:cubicBezTo>
                  <a:pt x="166" y="155"/>
                  <a:pt x="164" y="156"/>
                  <a:pt x="163" y="156"/>
                </a:cubicBezTo>
                <a:cubicBezTo>
                  <a:pt x="161" y="157"/>
                  <a:pt x="160" y="157"/>
                  <a:pt x="158" y="157"/>
                </a:cubicBezTo>
                <a:cubicBezTo>
                  <a:pt x="156" y="157"/>
                  <a:pt x="153" y="156"/>
                  <a:pt x="151" y="154"/>
                </a:cubicBezTo>
                <a:cubicBezTo>
                  <a:pt x="150" y="152"/>
                  <a:pt x="149" y="149"/>
                  <a:pt x="149" y="145"/>
                </a:cubicBezTo>
                <a:cubicBezTo>
                  <a:pt x="149" y="141"/>
                  <a:pt x="150" y="138"/>
                  <a:pt x="151" y="137"/>
                </a:cubicBezTo>
                <a:cubicBezTo>
                  <a:pt x="153" y="135"/>
                  <a:pt x="156" y="134"/>
                  <a:pt x="159" y="134"/>
                </a:cubicBezTo>
                <a:cubicBezTo>
                  <a:pt x="161" y="134"/>
                  <a:pt x="162" y="134"/>
                  <a:pt x="164" y="135"/>
                </a:cubicBezTo>
                <a:cubicBezTo>
                  <a:pt x="165" y="136"/>
                  <a:pt x="166" y="137"/>
                  <a:pt x="166" y="139"/>
                </a:cubicBezTo>
                <a:cubicBezTo>
                  <a:pt x="173" y="138"/>
                  <a:pt x="173" y="138"/>
                  <a:pt x="173" y="138"/>
                </a:cubicBezTo>
                <a:cubicBezTo>
                  <a:pt x="172" y="135"/>
                  <a:pt x="171" y="132"/>
                  <a:pt x="169" y="130"/>
                </a:cubicBezTo>
                <a:cubicBezTo>
                  <a:pt x="166" y="129"/>
                  <a:pt x="163" y="128"/>
                  <a:pt x="159" y="128"/>
                </a:cubicBezTo>
                <a:cubicBezTo>
                  <a:pt x="155" y="128"/>
                  <a:pt x="153" y="128"/>
                  <a:pt x="150" y="129"/>
                </a:cubicBezTo>
                <a:cubicBezTo>
                  <a:pt x="147" y="131"/>
                  <a:pt x="145" y="133"/>
                  <a:pt x="144" y="136"/>
                </a:cubicBezTo>
                <a:cubicBezTo>
                  <a:pt x="142" y="139"/>
                  <a:pt x="141" y="142"/>
                  <a:pt x="141" y="145"/>
                </a:cubicBezTo>
                <a:cubicBezTo>
                  <a:pt x="141" y="149"/>
                  <a:pt x="142" y="152"/>
                  <a:pt x="144" y="154"/>
                </a:cubicBezTo>
                <a:cubicBezTo>
                  <a:pt x="145" y="157"/>
                  <a:pt x="147" y="159"/>
                  <a:pt x="150" y="161"/>
                </a:cubicBezTo>
                <a:cubicBezTo>
                  <a:pt x="152" y="162"/>
                  <a:pt x="155" y="163"/>
                  <a:pt x="159" y="163"/>
                </a:cubicBezTo>
                <a:cubicBezTo>
                  <a:pt x="162" y="163"/>
                  <a:pt x="165" y="163"/>
                  <a:pt x="167" y="162"/>
                </a:cubicBezTo>
                <a:cubicBezTo>
                  <a:pt x="170" y="161"/>
                  <a:pt x="172" y="159"/>
                  <a:pt x="174" y="158"/>
                </a:cubicBezTo>
                <a:lnTo>
                  <a:pt x="174" y="144"/>
                </a:lnTo>
                <a:close/>
                <a:moveTo>
                  <a:pt x="81" y="134"/>
                </a:moveTo>
                <a:cubicBezTo>
                  <a:pt x="84" y="134"/>
                  <a:pt x="84" y="134"/>
                  <a:pt x="84" y="134"/>
                </a:cubicBezTo>
                <a:cubicBezTo>
                  <a:pt x="86" y="134"/>
                  <a:pt x="88" y="134"/>
                  <a:pt x="89" y="134"/>
                </a:cubicBezTo>
                <a:cubicBezTo>
                  <a:pt x="90" y="135"/>
                  <a:pt x="91" y="135"/>
                  <a:pt x="92" y="136"/>
                </a:cubicBezTo>
                <a:cubicBezTo>
                  <a:pt x="92" y="137"/>
                  <a:pt x="93" y="138"/>
                  <a:pt x="93" y="139"/>
                </a:cubicBezTo>
                <a:cubicBezTo>
                  <a:pt x="93" y="140"/>
                  <a:pt x="93" y="141"/>
                  <a:pt x="92" y="142"/>
                </a:cubicBezTo>
                <a:cubicBezTo>
                  <a:pt x="91" y="142"/>
                  <a:pt x="91" y="143"/>
                  <a:pt x="90" y="143"/>
                </a:cubicBezTo>
                <a:cubicBezTo>
                  <a:pt x="89" y="144"/>
                  <a:pt x="87" y="144"/>
                  <a:pt x="84" y="144"/>
                </a:cubicBezTo>
                <a:cubicBezTo>
                  <a:pt x="81" y="144"/>
                  <a:pt x="81" y="144"/>
                  <a:pt x="81" y="144"/>
                </a:cubicBezTo>
                <a:lnTo>
                  <a:pt x="81" y="134"/>
                </a:lnTo>
                <a:close/>
                <a:moveTo>
                  <a:pt x="16" y="97"/>
                </a:moveTo>
                <a:cubicBezTo>
                  <a:pt x="16" y="73"/>
                  <a:pt x="16" y="73"/>
                  <a:pt x="16" y="73"/>
                </a:cubicBezTo>
                <a:cubicBezTo>
                  <a:pt x="40" y="73"/>
                  <a:pt x="40" y="73"/>
                  <a:pt x="40" y="73"/>
                </a:cubicBezTo>
                <a:cubicBezTo>
                  <a:pt x="40" y="97"/>
                  <a:pt x="40" y="97"/>
                  <a:pt x="40" y="97"/>
                </a:cubicBezTo>
                <a:lnTo>
                  <a:pt x="16" y="97"/>
                </a:lnTo>
                <a:close/>
                <a:moveTo>
                  <a:pt x="40" y="49"/>
                </a:moveTo>
                <a:cubicBezTo>
                  <a:pt x="64" y="49"/>
                  <a:pt x="64" y="49"/>
                  <a:pt x="64" y="49"/>
                </a:cubicBezTo>
                <a:cubicBezTo>
                  <a:pt x="64" y="73"/>
                  <a:pt x="64" y="73"/>
                  <a:pt x="64" y="73"/>
                </a:cubicBezTo>
                <a:cubicBezTo>
                  <a:pt x="40" y="73"/>
                  <a:pt x="40" y="73"/>
                  <a:pt x="40" y="73"/>
                </a:cubicBezTo>
                <a:lnTo>
                  <a:pt x="40" y="49"/>
                </a:lnTo>
                <a:close/>
                <a:moveTo>
                  <a:pt x="16" y="25"/>
                </a:moveTo>
                <a:cubicBezTo>
                  <a:pt x="40" y="25"/>
                  <a:pt x="40" y="25"/>
                  <a:pt x="40" y="25"/>
                </a:cubicBezTo>
                <a:cubicBezTo>
                  <a:pt x="40" y="49"/>
                  <a:pt x="40" y="49"/>
                  <a:pt x="40" y="49"/>
                </a:cubicBezTo>
                <a:cubicBezTo>
                  <a:pt x="16" y="49"/>
                  <a:pt x="16" y="49"/>
                  <a:pt x="16" y="49"/>
                </a:cubicBezTo>
                <a:lnTo>
                  <a:pt x="16" y="25"/>
                </a:lnTo>
                <a:close/>
                <a:moveTo>
                  <a:pt x="88" y="25"/>
                </a:moveTo>
                <a:cubicBezTo>
                  <a:pt x="88" y="49"/>
                  <a:pt x="88" y="49"/>
                  <a:pt x="88" y="49"/>
                </a:cubicBezTo>
                <a:cubicBezTo>
                  <a:pt x="64" y="49"/>
                  <a:pt x="64" y="49"/>
                  <a:pt x="64" y="49"/>
                </a:cubicBezTo>
                <a:cubicBezTo>
                  <a:pt x="64" y="25"/>
                  <a:pt x="64" y="25"/>
                  <a:pt x="64" y="25"/>
                </a:cubicBezTo>
                <a:lnTo>
                  <a:pt x="88" y="25"/>
                </a:lnTo>
                <a:close/>
                <a:moveTo>
                  <a:pt x="88" y="97"/>
                </a:moveTo>
                <a:cubicBezTo>
                  <a:pt x="64" y="97"/>
                  <a:pt x="64" y="97"/>
                  <a:pt x="64" y="97"/>
                </a:cubicBezTo>
                <a:cubicBezTo>
                  <a:pt x="64" y="73"/>
                  <a:pt x="64" y="73"/>
                  <a:pt x="64" y="73"/>
                </a:cubicBezTo>
                <a:cubicBezTo>
                  <a:pt x="88" y="73"/>
                  <a:pt x="88" y="73"/>
                  <a:pt x="88" y="73"/>
                </a:cubicBezTo>
                <a:lnTo>
                  <a:pt x="88" y="97"/>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214"/>
          <p:cNvSpPr>
            <a:spLocks noEditPoints="1"/>
          </p:cNvSpPr>
          <p:nvPr/>
        </p:nvSpPr>
        <p:spPr bwMode="auto">
          <a:xfrm>
            <a:off x="2613339" y="5322975"/>
            <a:ext cx="395288" cy="396875"/>
          </a:xfrm>
          <a:custGeom>
            <a:avLst/>
            <a:gdLst>
              <a:gd name="T0" fmla="*/ 164 w 200"/>
              <a:gd name="T1" fmla="*/ 181 h 201"/>
              <a:gd name="T2" fmla="*/ 0 w 200"/>
              <a:gd name="T3" fmla="*/ 181 h 201"/>
              <a:gd name="T4" fmla="*/ 100 w 200"/>
              <a:gd name="T5" fmla="*/ 1 h 201"/>
              <a:gd name="T6" fmla="*/ 108 w 200"/>
              <a:gd name="T7" fmla="*/ 1 h 201"/>
              <a:gd name="T8" fmla="*/ 163 w 200"/>
              <a:gd name="T9" fmla="*/ 61 h 201"/>
              <a:gd name="T10" fmla="*/ 164 w 200"/>
              <a:gd name="T11" fmla="*/ 62 h 201"/>
              <a:gd name="T12" fmla="*/ 180 w 200"/>
              <a:gd name="T13" fmla="*/ 109 h 201"/>
              <a:gd name="T14" fmla="*/ 180 w 200"/>
              <a:gd name="T15" fmla="*/ 177 h 201"/>
              <a:gd name="T16" fmla="*/ 128 w 200"/>
              <a:gd name="T17" fmla="*/ 61 h 201"/>
              <a:gd name="T18" fmla="*/ 156 w 200"/>
              <a:gd name="T19" fmla="*/ 69 h 201"/>
              <a:gd name="T20" fmla="*/ 100 w 200"/>
              <a:gd name="T21" fmla="*/ 9 h 201"/>
              <a:gd name="T22" fmla="*/ 8 w 200"/>
              <a:gd name="T23" fmla="*/ 173 h 201"/>
              <a:gd name="T24" fmla="*/ 155 w 200"/>
              <a:gd name="T25" fmla="*/ 177 h 201"/>
              <a:gd name="T26" fmla="*/ 44 w 200"/>
              <a:gd name="T27" fmla="*/ 129 h 201"/>
              <a:gd name="T28" fmla="*/ 156 w 200"/>
              <a:gd name="T29" fmla="*/ 69 h 201"/>
              <a:gd name="T30" fmla="*/ 130 w 200"/>
              <a:gd name="T31" fmla="*/ 154 h 201"/>
              <a:gd name="T32" fmla="*/ 126 w 200"/>
              <a:gd name="T33" fmla="*/ 163 h 201"/>
              <a:gd name="T34" fmla="*/ 113 w 200"/>
              <a:gd name="T35" fmla="*/ 163 h 201"/>
              <a:gd name="T36" fmla="*/ 78 w 200"/>
              <a:gd name="T37" fmla="*/ 163 h 201"/>
              <a:gd name="T38" fmla="*/ 102 w 200"/>
              <a:gd name="T39" fmla="*/ 155 h 201"/>
              <a:gd name="T40" fmla="*/ 158 w 200"/>
              <a:gd name="T41" fmla="*/ 128 h 201"/>
              <a:gd name="T42" fmla="*/ 158 w 200"/>
              <a:gd name="T43" fmla="*/ 163 h 201"/>
              <a:gd name="T44" fmla="*/ 100 w 200"/>
              <a:gd name="T45" fmla="*/ 149 h 201"/>
              <a:gd name="T46" fmla="*/ 32 w 200"/>
              <a:gd name="T47" fmla="*/ 97 h 201"/>
              <a:gd name="T48" fmla="*/ 24 w 200"/>
              <a:gd name="T49" fmla="*/ 93 h 201"/>
              <a:gd name="T50" fmla="*/ 16 w 200"/>
              <a:gd name="T51" fmla="*/ 25 h 201"/>
              <a:gd name="T52" fmla="*/ 28 w 200"/>
              <a:gd name="T53" fmla="*/ 29 h 201"/>
              <a:gd name="T54" fmla="*/ 32 w 200"/>
              <a:gd name="T55" fmla="*/ 29 h 201"/>
              <a:gd name="T56" fmla="*/ 80 w 200"/>
              <a:gd name="T57" fmla="*/ 25 h 201"/>
              <a:gd name="T58" fmla="*/ 84 w 200"/>
              <a:gd name="T59" fmla="*/ 25 h 201"/>
              <a:gd name="T60" fmla="*/ 84 w 200"/>
              <a:gd name="T61" fmla="*/ 97 h 201"/>
              <a:gd name="T62" fmla="*/ 80 w 200"/>
              <a:gd name="T63" fmla="*/ 97 h 201"/>
              <a:gd name="T64" fmla="*/ 32 w 200"/>
              <a:gd name="T65" fmla="*/ 93 h 201"/>
              <a:gd name="T66" fmla="*/ 24 w 200"/>
              <a:gd name="T67" fmla="*/ 33 h 201"/>
              <a:gd name="T68" fmla="*/ 28 w 200"/>
              <a:gd name="T69" fmla="*/ 33 h 201"/>
              <a:gd name="T70" fmla="*/ 24 w 200"/>
              <a:gd name="T71" fmla="*/ 53 h 201"/>
              <a:gd name="T72" fmla="*/ 28 w 200"/>
              <a:gd name="T73" fmla="*/ 61 h 201"/>
              <a:gd name="T74" fmla="*/ 24 w 200"/>
              <a:gd name="T75" fmla="*/ 65 h 201"/>
              <a:gd name="T76" fmla="*/ 28 w 200"/>
              <a:gd name="T77" fmla="*/ 69 h 201"/>
              <a:gd name="T78" fmla="*/ 28 w 200"/>
              <a:gd name="T79" fmla="*/ 77 h 201"/>
              <a:gd name="T80" fmla="*/ 24 w 200"/>
              <a:gd name="T81" fmla="*/ 81 h 201"/>
              <a:gd name="T82" fmla="*/ 28 w 200"/>
              <a:gd name="T83" fmla="*/ 81 h 201"/>
              <a:gd name="T84" fmla="*/ 84 w 200"/>
              <a:gd name="T85" fmla="*/ 81 h 201"/>
              <a:gd name="T86" fmla="*/ 80 w 200"/>
              <a:gd name="T87" fmla="*/ 77 h 201"/>
              <a:gd name="T88" fmla="*/ 80 w 200"/>
              <a:gd name="T89" fmla="*/ 69 h 201"/>
              <a:gd name="T90" fmla="*/ 80 w 200"/>
              <a:gd name="T91" fmla="*/ 65 h 201"/>
              <a:gd name="T92" fmla="*/ 80 w 200"/>
              <a:gd name="T93" fmla="*/ 57 h 201"/>
              <a:gd name="T94" fmla="*/ 84 w 200"/>
              <a:gd name="T95" fmla="*/ 53 h 201"/>
              <a:gd name="T96" fmla="*/ 80 w 200"/>
              <a:gd name="T97" fmla="*/ 53 h 201"/>
              <a:gd name="T98" fmla="*/ 84 w 200"/>
              <a:gd name="T99" fmla="*/ 33 h 201"/>
              <a:gd name="T100" fmla="*/ 76 w 200"/>
              <a:gd name="T101" fmla="*/ 57 h 201"/>
              <a:gd name="T102" fmla="*/ 76 w 200"/>
              <a:gd name="T103" fmla="*/ 41 h 201"/>
              <a:gd name="T104" fmla="*/ 32 w 200"/>
              <a:gd name="T105" fmla="*/ 41 h 201"/>
              <a:gd name="T106" fmla="*/ 32 w 200"/>
              <a:gd name="T107" fmla="*/ 57 h 201"/>
              <a:gd name="T108" fmla="*/ 76 w 200"/>
              <a:gd name="T109" fmla="*/ 57 h 201"/>
              <a:gd name="T110" fmla="*/ 76 w 200"/>
              <a:gd name="T111" fmla="*/ 77 h 201"/>
              <a:gd name="T112" fmla="*/ 32 w 200"/>
              <a:gd name="T113" fmla="*/ 65 h 201"/>
              <a:gd name="T114" fmla="*/ 32 w 200"/>
              <a:gd name="T115" fmla="*/ 81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0" h="201">
                <a:moveTo>
                  <a:pt x="180" y="177"/>
                </a:moveTo>
                <a:cubicBezTo>
                  <a:pt x="164" y="177"/>
                  <a:pt x="164" y="177"/>
                  <a:pt x="164" y="177"/>
                </a:cubicBezTo>
                <a:cubicBezTo>
                  <a:pt x="164" y="181"/>
                  <a:pt x="164" y="181"/>
                  <a:pt x="164" y="181"/>
                </a:cubicBezTo>
                <a:cubicBezTo>
                  <a:pt x="164" y="192"/>
                  <a:pt x="155" y="201"/>
                  <a:pt x="144" y="201"/>
                </a:cubicBezTo>
                <a:cubicBezTo>
                  <a:pt x="20" y="201"/>
                  <a:pt x="20" y="201"/>
                  <a:pt x="20" y="201"/>
                </a:cubicBezTo>
                <a:cubicBezTo>
                  <a:pt x="9" y="201"/>
                  <a:pt x="0" y="192"/>
                  <a:pt x="0" y="181"/>
                </a:cubicBezTo>
                <a:cubicBezTo>
                  <a:pt x="0" y="21"/>
                  <a:pt x="0" y="21"/>
                  <a:pt x="0" y="21"/>
                </a:cubicBezTo>
                <a:cubicBezTo>
                  <a:pt x="0" y="10"/>
                  <a:pt x="9" y="1"/>
                  <a:pt x="20" y="1"/>
                </a:cubicBezTo>
                <a:cubicBezTo>
                  <a:pt x="100" y="1"/>
                  <a:pt x="100" y="1"/>
                  <a:pt x="100" y="1"/>
                </a:cubicBezTo>
                <a:cubicBezTo>
                  <a:pt x="107" y="1"/>
                  <a:pt x="107" y="1"/>
                  <a:pt x="107" y="1"/>
                </a:cubicBezTo>
                <a:cubicBezTo>
                  <a:pt x="107" y="0"/>
                  <a:pt x="107" y="0"/>
                  <a:pt x="107" y="0"/>
                </a:cubicBezTo>
                <a:cubicBezTo>
                  <a:pt x="108" y="1"/>
                  <a:pt x="108" y="1"/>
                  <a:pt x="108" y="1"/>
                </a:cubicBezTo>
                <a:cubicBezTo>
                  <a:pt x="108" y="1"/>
                  <a:pt x="108" y="1"/>
                  <a:pt x="108" y="1"/>
                </a:cubicBezTo>
                <a:cubicBezTo>
                  <a:pt x="108" y="1"/>
                  <a:pt x="108" y="1"/>
                  <a:pt x="108" y="1"/>
                </a:cubicBezTo>
                <a:cubicBezTo>
                  <a:pt x="163" y="61"/>
                  <a:pt x="163" y="61"/>
                  <a:pt x="163" y="61"/>
                </a:cubicBezTo>
                <a:cubicBezTo>
                  <a:pt x="164" y="61"/>
                  <a:pt x="164" y="61"/>
                  <a:pt x="164" y="61"/>
                </a:cubicBezTo>
                <a:cubicBezTo>
                  <a:pt x="164" y="62"/>
                  <a:pt x="164" y="62"/>
                  <a:pt x="164" y="62"/>
                </a:cubicBezTo>
                <a:cubicBezTo>
                  <a:pt x="164" y="62"/>
                  <a:pt x="164" y="62"/>
                  <a:pt x="164" y="62"/>
                </a:cubicBezTo>
                <a:cubicBezTo>
                  <a:pt x="164" y="62"/>
                  <a:pt x="164" y="62"/>
                  <a:pt x="164" y="62"/>
                </a:cubicBezTo>
                <a:cubicBezTo>
                  <a:pt x="164" y="109"/>
                  <a:pt x="164" y="109"/>
                  <a:pt x="164" y="109"/>
                </a:cubicBezTo>
                <a:cubicBezTo>
                  <a:pt x="180" y="109"/>
                  <a:pt x="180" y="109"/>
                  <a:pt x="180" y="109"/>
                </a:cubicBezTo>
                <a:cubicBezTo>
                  <a:pt x="191" y="109"/>
                  <a:pt x="200" y="118"/>
                  <a:pt x="200" y="129"/>
                </a:cubicBezTo>
                <a:cubicBezTo>
                  <a:pt x="200" y="157"/>
                  <a:pt x="200" y="157"/>
                  <a:pt x="200" y="157"/>
                </a:cubicBezTo>
                <a:cubicBezTo>
                  <a:pt x="200" y="168"/>
                  <a:pt x="191" y="177"/>
                  <a:pt x="180" y="177"/>
                </a:cubicBezTo>
                <a:close/>
                <a:moveTo>
                  <a:pt x="108" y="15"/>
                </a:moveTo>
                <a:cubicBezTo>
                  <a:pt x="108" y="41"/>
                  <a:pt x="108" y="41"/>
                  <a:pt x="108" y="41"/>
                </a:cubicBezTo>
                <a:cubicBezTo>
                  <a:pt x="108" y="52"/>
                  <a:pt x="117" y="61"/>
                  <a:pt x="128" y="61"/>
                </a:cubicBezTo>
                <a:cubicBezTo>
                  <a:pt x="151" y="61"/>
                  <a:pt x="151" y="61"/>
                  <a:pt x="151" y="61"/>
                </a:cubicBezTo>
                <a:lnTo>
                  <a:pt x="108" y="15"/>
                </a:lnTo>
                <a:close/>
                <a:moveTo>
                  <a:pt x="156" y="69"/>
                </a:moveTo>
                <a:cubicBezTo>
                  <a:pt x="120" y="69"/>
                  <a:pt x="120" y="69"/>
                  <a:pt x="120" y="69"/>
                </a:cubicBezTo>
                <a:cubicBezTo>
                  <a:pt x="109" y="69"/>
                  <a:pt x="100" y="60"/>
                  <a:pt x="100" y="49"/>
                </a:cubicBezTo>
                <a:cubicBezTo>
                  <a:pt x="100" y="9"/>
                  <a:pt x="100" y="9"/>
                  <a:pt x="100" y="9"/>
                </a:cubicBezTo>
                <a:cubicBezTo>
                  <a:pt x="28" y="9"/>
                  <a:pt x="28" y="9"/>
                  <a:pt x="28" y="9"/>
                </a:cubicBezTo>
                <a:cubicBezTo>
                  <a:pt x="17" y="9"/>
                  <a:pt x="8" y="18"/>
                  <a:pt x="8" y="29"/>
                </a:cubicBezTo>
                <a:cubicBezTo>
                  <a:pt x="8" y="173"/>
                  <a:pt x="8" y="173"/>
                  <a:pt x="8" y="173"/>
                </a:cubicBezTo>
                <a:cubicBezTo>
                  <a:pt x="8" y="184"/>
                  <a:pt x="17" y="193"/>
                  <a:pt x="28" y="193"/>
                </a:cubicBezTo>
                <a:cubicBezTo>
                  <a:pt x="136" y="193"/>
                  <a:pt x="136" y="193"/>
                  <a:pt x="136" y="193"/>
                </a:cubicBezTo>
                <a:cubicBezTo>
                  <a:pt x="145" y="193"/>
                  <a:pt x="154" y="186"/>
                  <a:pt x="155" y="177"/>
                </a:cubicBezTo>
                <a:cubicBezTo>
                  <a:pt x="64" y="177"/>
                  <a:pt x="64" y="177"/>
                  <a:pt x="64" y="177"/>
                </a:cubicBezTo>
                <a:cubicBezTo>
                  <a:pt x="53" y="177"/>
                  <a:pt x="44" y="168"/>
                  <a:pt x="44" y="157"/>
                </a:cubicBezTo>
                <a:cubicBezTo>
                  <a:pt x="44" y="129"/>
                  <a:pt x="44" y="129"/>
                  <a:pt x="44" y="129"/>
                </a:cubicBezTo>
                <a:cubicBezTo>
                  <a:pt x="44" y="118"/>
                  <a:pt x="53" y="109"/>
                  <a:pt x="64" y="109"/>
                </a:cubicBezTo>
                <a:cubicBezTo>
                  <a:pt x="156" y="109"/>
                  <a:pt x="156" y="109"/>
                  <a:pt x="156" y="109"/>
                </a:cubicBezTo>
                <a:lnTo>
                  <a:pt x="156" y="69"/>
                </a:lnTo>
                <a:close/>
                <a:moveTo>
                  <a:pt x="146" y="128"/>
                </a:moveTo>
                <a:cubicBezTo>
                  <a:pt x="139" y="128"/>
                  <a:pt x="139" y="128"/>
                  <a:pt x="139" y="128"/>
                </a:cubicBezTo>
                <a:cubicBezTo>
                  <a:pt x="130" y="154"/>
                  <a:pt x="130" y="154"/>
                  <a:pt x="130" y="154"/>
                </a:cubicBezTo>
                <a:cubicBezTo>
                  <a:pt x="122" y="128"/>
                  <a:pt x="122" y="128"/>
                  <a:pt x="122" y="128"/>
                </a:cubicBezTo>
                <a:cubicBezTo>
                  <a:pt x="114" y="128"/>
                  <a:pt x="114" y="128"/>
                  <a:pt x="114" y="128"/>
                </a:cubicBezTo>
                <a:cubicBezTo>
                  <a:pt x="126" y="163"/>
                  <a:pt x="126" y="163"/>
                  <a:pt x="126" y="163"/>
                </a:cubicBezTo>
                <a:cubicBezTo>
                  <a:pt x="134" y="163"/>
                  <a:pt x="134" y="163"/>
                  <a:pt x="134" y="163"/>
                </a:cubicBezTo>
                <a:lnTo>
                  <a:pt x="146" y="128"/>
                </a:lnTo>
                <a:close/>
                <a:moveTo>
                  <a:pt x="113" y="163"/>
                </a:moveTo>
                <a:cubicBezTo>
                  <a:pt x="99" y="128"/>
                  <a:pt x="99" y="128"/>
                  <a:pt x="99" y="128"/>
                </a:cubicBezTo>
                <a:cubicBezTo>
                  <a:pt x="92" y="128"/>
                  <a:pt x="92" y="128"/>
                  <a:pt x="92" y="128"/>
                </a:cubicBezTo>
                <a:cubicBezTo>
                  <a:pt x="78" y="163"/>
                  <a:pt x="78" y="163"/>
                  <a:pt x="78" y="163"/>
                </a:cubicBezTo>
                <a:cubicBezTo>
                  <a:pt x="86" y="163"/>
                  <a:pt x="86" y="163"/>
                  <a:pt x="86" y="163"/>
                </a:cubicBezTo>
                <a:cubicBezTo>
                  <a:pt x="88" y="155"/>
                  <a:pt x="88" y="155"/>
                  <a:pt x="88" y="155"/>
                </a:cubicBezTo>
                <a:cubicBezTo>
                  <a:pt x="102" y="155"/>
                  <a:pt x="102" y="155"/>
                  <a:pt x="102" y="155"/>
                </a:cubicBezTo>
                <a:cubicBezTo>
                  <a:pt x="105" y="163"/>
                  <a:pt x="105" y="163"/>
                  <a:pt x="105" y="163"/>
                </a:cubicBezTo>
                <a:lnTo>
                  <a:pt x="113" y="163"/>
                </a:lnTo>
                <a:close/>
                <a:moveTo>
                  <a:pt x="158" y="128"/>
                </a:moveTo>
                <a:cubicBezTo>
                  <a:pt x="151" y="128"/>
                  <a:pt x="151" y="128"/>
                  <a:pt x="151" y="128"/>
                </a:cubicBezTo>
                <a:cubicBezTo>
                  <a:pt x="151" y="163"/>
                  <a:pt x="151" y="163"/>
                  <a:pt x="151" y="163"/>
                </a:cubicBezTo>
                <a:cubicBezTo>
                  <a:pt x="158" y="163"/>
                  <a:pt x="158" y="163"/>
                  <a:pt x="158" y="163"/>
                </a:cubicBezTo>
                <a:lnTo>
                  <a:pt x="158" y="128"/>
                </a:lnTo>
                <a:close/>
                <a:moveTo>
                  <a:pt x="95" y="136"/>
                </a:moveTo>
                <a:cubicBezTo>
                  <a:pt x="100" y="149"/>
                  <a:pt x="100" y="149"/>
                  <a:pt x="100" y="149"/>
                </a:cubicBezTo>
                <a:cubicBezTo>
                  <a:pt x="91" y="149"/>
                  <a:pt x="91" y="149"/>
                  <a:pt x="91" y="149"/>
                </a:cubicBezTo>
                <a:lnTo>
                  <a:pt x="95" y="136"/>
                </a:lnTo>
                <a:close/>
                <a:moveTo>
                  <a:pt x="32" y="97"/>
                </a:moveTo>
                <a:cubicBezTo>
                  <a:pt x="28" y="97"/>
                  <a:pt x="28" y="97"/>
                  <a:pt x="28" y="97"/>
                </a:cubicBezTo>
                <a:cubicBezTo>
                  <a:pt x="28" y="93"/>
                  <a:pt x="28" y="93"/>
                  <a:pt x="28" y="93"/>
                </a:cubicBezTo>
                <a:cubicBezTo>
                  <a:pt x="24" y="93"/>
                  <a:pt x="24" y="93"/>
                  <a:pt x="24" y="93"/>
                </a:cubicBezTo>
                <a:cubicBezTo>
                  <a:pt x="24" y="97"/>
                  <a:pt x="24" y="97"/>
                  <a:pt x="24" y="97"/>
                </a:cubicBezTo>
                <a:cubicBezTo>
                  <a:pt x="16" y="97"/>
                  <a:pt x="16" y="97"/>
                  <a:pt x="16" y="97"/>
                </a:cubicBezTo>
                <a:cubicBezTo>
                  <a:pt x="16" y="25"/>
                  <a:pt x="16" y="25"/>
                  <a:pt x="16" y="25"/>
                </a:cubicBezTo>
                <a:cubicBezTo>
                  <a:pt x="24" y="25"/>
                  <a:pt x="24" y="25"/>
                  <a:pt x="24" y="25"/>
                </a:cubicBezTo>
                <a:cubicBezTo>
                  <a:pt x="24" y="29"/>
                  <a:pt x="24" y="29"/>
                  <a:pt x="24" y="29"/>
                </a:cubicBezTo>
                <a:cubicBezTo>
                  <a:pt x="28" y="29"/>
                  <a:pt x="28" y="29"/>
                  <a:pt x="28" y="29"/>
                </a:cubicBezTo>
                <a:cubicBezTo>
                  <a:pt x="28" y="25"/>
                  <a:pt x="28" y="25"/>
                  <a:pt x="28" y="25"/>
                </a:cubicBezTo>
                <a:cubicBezTo>
                  <a:pt x="32" y="25"/>
                  <a:pt x="32" y="25"/>
                  <a:pt x="32" y="25"/>
                </a:cubicBezTo>
                <a:cubicBezTo>
                  <a:pt x="32" y="29"/>
                  <a:pt x="32" y="29"/>
                  <a:pt x="32" y="29"/>
                </a:cubicBezTo>
                <a:cubicBezTo>
                  <a:pt x="76" y="29"/>
                  <a:pt x="76" y="29"/>
                  <a:pt x="76" y="29"/>
                </a:cubicBezTo>
                <a:cubicBezTo>
                  <a:pt x="76" y="25"/>
                  <a:pt x="76" y="25"/>
                  <a:pt x="76" y="25"/>
                </a:cubicBezTo>
                <a:cubicBezTo>
                  <a:pt x="80" y="25"/>
                  <a:pt x="80" y="25"/>
                  <a:pt x="80" y="25"/>
                </a:cubicBezTo>
                <a:cubicBezTo>
                  <a:pt x="80" y="29"/>
                  <a:pt x="80" y="29"/>
                  <a:pt x="80" y="29"/>
                </a:cubicBezTo>
                <a:cubicBezTo>
                  <a:pt x="84" y="29"/>
                  <a:pt x="84" y="29"/>
                  <a:pt x="84" y="29"/>
                </a:cubicBezTo>
                <a:cubicBezTo>
                  <a:pt x="84" y="25"/>
                  <a:pt x="84" y="25"/>
                  <a:pt x="84" y="25"/>
                </a:cubicBezTo>
                <a:cubicBezTo>
                  <a:pt x="92" y="25"/>
                  <a:pt x="92" y="25"/>
                  <a:pt x="92" y="25"/>
                </a:cubicBezTo>
                <a:cubicBezTo>
                  <a:pt x="92" y="97"/>
                  <a:pt x="92" y="97"/>
                  <a:pt x="92" y="97"/>
                </a:cubicBezTo>
                <a:cubicBezTo>
                  <a:pt x="84" y="97"/>
                  <a:pt x="84" y="97"/>
                  <a:pt x="84" y="97"/>
                </a:cubicBezTo>
                <a:cubicBezTo>
                  <a:pt x="84" y="93"/>
                  <a:pt x="84" y="93"/>
                  <a:pt x="84" y="93"/>
                </a:cubicBezTo>
                <a:cubicBezTo>
                  <a:pt x="80" y="93"/>
                  <a:pt x="80" y="93"/>
                  <a:pt x="80" y="93"/>
                </a:cubicBezTo>
                <a:cubicBezTo>
                  <a:pt x="80" y="97"/>
                  <a:pt x="80" y="97"/>
                  <a:pt x="80" y="97"/>
                </a:cubicBezTo>
                <a:cubicBezTo>
                  <a:pt x="76" y="97"/>
                  <a:pt x="76" y="97"/>
                  <a:pt x="76" y="97"/>
                </a:cubicBezTo>
                <a:cubicBezTo>
                  <a:pt x="76" y="93"/>
                  <a:pt x="76" y="93"/>
                  <a:pt x="76" y="93"/>
                </a:cubicBezTo>
                <a:cubicBezTo>
                  <a:pt x="32" y="93"/>
                  <a:pt x="32" y="93"/>
                  <a:pt x="32" y="93"/>
                </a:cubicBezTo>
                <a:lnTo>
                  <a:pt x="32" y="97"/>
                </a:lnTo>
                <a:close/>
                <a:moveTo>
                  <a:pt x="28" y="33"/>
                </a:moveTo>
                <a:cubicBezTo>
                  <a:pt x="24" y="33"/>
                  <a:pt x="24" y="33"/>
                  <a:pt x="24" y="33"/>
                </a:cubicBezTo>
                <a:cubicBezTo>
                  <a:pt x="24" y="41"/>
                  <a:pt x="24" y="41"/>
                  <a:pt x="24" y="41"/>
                </a:cubicBezTo>
                <a:cubicBezTo>
                  <a:pt x="28" y="41"/>
                  <a:pt x="28" y="41"/>
                  <a:pt x="28" y="41"/>
                </a:cubicBezTo>
                <a:lnTo>
                  <a:pt x="28" y="33"/>
                </a:lnTo>
                <a:close/>
                <a:moveTo>
                  <a:pt x="28" y="45"/>
                </a:moveTo>
                <a:cubicBezTo>
                  <a:pt x="24" y="45"/>
                  <a:pt x="24" y="45"/>
                  <a:pt x="24" y="45"/>
                </a:cubicBezTo>
                <a:cubicBezTo>
                  <a:pt x="24" y="53"/>
                  <a:pt x="24" y="53"/>
                  <a:pt x="24" y="53"/>
                </a:cubicBezTo>
                <a:cubicBezTo>
                  <a:pt x="28" y="53"/>
                  <a:pt x="28" y="53"/>
                  <a:pt x="28" y="53"/>
                </a:cubicBezTo>
                <a:lnTo>
                  <a:pt x="28" y="45"/>
                </a:lnTo>
                <a:close/>
                <a:moveTo>
                  <a:pt x="28" y="61"/>
                </a:moveTo>
                <a:cubicBezTo>
                  <a:pt x="28" y="57"/>
                  <a:pt x="28" y="57"/>
                  <a:pt x="28" y="57"/>
                </a:cubicBezTo>
                <a:cubicBezTo>
                  <a:pt x="24" y="57"/>
                  <a:pt x="24" y="57"/>
                  <a:pt x="24" y="57"/>
                </a:cubicBezTo>
                <a:cubicBezTo>
                  <a:pt x="24" y="65"/>
                  <a:pt x="24" y="65"/>
                  <a:pt x="24" y="65"/>
                </a:cubicBezTo>
                <a:cubicBezTo>
                  <a:pt x="28" y="65"/>
                  <a:pt x="28" y="65"/>
                  <a:pt x="28" y="65"/>
                </a:cubicBezTo>
                <a:lnTo>
                  <a:pt x="28" y="61"/>
                </a:lnTo>
                <a:close/>
                <a:moveTo>
                  <a:pt x="28" y="69"/>
                </a:moveTo>
                <a:cubicBezTo>
                  <a:pt x="24" y="69"/>
                  <a:pt x="24" y="69"/>
                  <a:pt x="24" y="69"/>
                </a:cubicBezTo>
                <a:cubicBezTo>
                  <a:pt x="24" y="77"/>
                  <a:pt x="24" y="77"/>
                  <a:pt x="24" y="77"/>
                </a:cubicBezTo>
                <a:cubicBezTo>
                  <a:pt x="28" y="77"/>
                  <a:pt x="28" y="77"/>
                  <a:pt x="28" y="77"/>
                </a:cubicBezTo>
                <a:lnTo>
                  <a:pt x="28" y="69"/>
                </a:lnTo>
                <a:close/>
                <a:moveTo>
                  <a:pt x="28" y="81"/>
                </a:moveTo>
                <a:cubicBezTo>
                  <a:pt x="24" y="81"/>
                  <a:pt x="24" y="81"/>
                  <a:pt x="24" y="81"/>
                </a:cubicBezTo>
                <a:cubicBezTo>
                  <a:pt x="24" y="89"/>
                  <a:pt x="24" y="89"/>
                  <a:pt x="24" y="89"/>
                </a:cubicBezTo>
                <a:cubicBezTo>
                  <a:pt x="28" y="89"/>
                  <a:pt x="28" y="89"/>
                  <a:pt x="28" y="89"/>
                </a:cubicBezTo>
                <a:lnTo>
                  <a:pt x="28" y="81"/>
                </a:lnTo>
                <a:close/>
                <a:moveTo>
                  <a:pt x="80" y="89"/>
                </a:moveTo>
                <a:cubicBezTo>
                  <a:pt x="84" y="89"/>
                  <a:pt x="84" y="89"/>
                  <a:pt x="84" y="89"/>
                </a:cubicBezTo>
                <a:cubicBezTo>
                  <a:pt x="84" y="81"/>
                  <a:pt x="84" y="81"/>
                  <a:pt x="84" y="81"/>
                </a:cubicBezTo>
                <a:cubicBezTo>
                  <a:pt x="80" y="81"/>
                  <a:pt x="80" y="81"/>
                  <a:pt x="80" y="81"/>
                </a:cubicBezTo>
                <a:lnTo>
                  <a:pt x="80" y="89"/>
                </a:lnTo>
                <a:close/>
                <a:moveTo>
                  <a:pt x="80" y="77"/>
                </a:moveTo>
                <a:cubicBezTo>
                  <a:pt x="84" y="77"/>
                  <a:pt x="84" y="77"/>
                  <a:pt x="84" y="77"/>
                </a:cubicBezTo>
                <a:cubicBezTo>
                  <a:pt x="84" y="69"/>
                  <a:pt x="84" y="69"/>
                  <a:pt x="84" y="69"/>
                </a:cubicBezTo>
                <a:cubicBezTo>
                  <a:pt x="80" y="69"/>
                  <a:pt x="80" y="69"/>
                  <a:pt x="80" y="69"/>
                </a:cubicBezTo>
                <a:lnTo>
                  <a:pt x="80" y="77"/>
                </a:lnTo>
                <a:close/>
                <a:moveTo>
                  <a:pt x="80" y="61"/>
                </a:moveTo>
                <a:cubicBezTo>
                  <a:pt x="80" y="65"/>
                  <a:pt x="80" y="65"/>
                  <a:pt x="80" y="65"/>
                </a:cubicBezTo>
                <a:cubicBezTo>
                  <a:pt x="84" y="65"/>
                  <a:pt x="84" y="65"/>
                  <a:pt x="84" y="65"/>
                </a:cubicBezTo>
                <a:cubicBezTo>
                  <a:pt x="84" y="57"/>
                  <a:pt x="84" y="57"/>
                  <a:pt x="84" y="57"/>
                </a:cubicBezTo>
                <a:cubicBezTo>
                  <a:pt x="80" y="57"/>
                  <a:pt x="80" y="57"/>
                  <a:pt x="80" y="57"/>
                </a:cubicBezTo>
                <a:lnTo>
                  <a:pt x="80" y="61"/>
                </a:lnTo>
                <a:close/>
                <a:moveTo>
                  <a:pt x="80" y="53"/>
                </a:moveTo>
                <a:cubicBezTo>
                  <a:pt x="84" y="53"/>
                  <a:pt x="84" y="53"/>
                  <a:pt x="84" y="53"/>
                </a:cubicBezTo>
                <a:cubicBezTo>
                  <a:pt x="84" y="45"/>
                  <a:pt x="84" y="45"/>
                  <a:pt x="84" y="45"/>
                </a:cubicBezTo>
                <a:cubicBezTo>
                  <a:pt x="80" y="45"/>
                  <a:pt x="80" y="45"/>
                  <a:pt x="80" y="45"/>
                </a:cubicBezTo>
                <a:lnTo>
                  <a:pt x="80" y="53"/>
                </a:lnTo>
                <a:close/>
                <a:moveTo>
                  <a:pt x="80" y="41"/>
                </a:moveTo>
                <a:cubicBezTo>
                  <a:pt x="84" y="41"/>
                  <a:pt x="84" y="41"/>
                  <a:pt x="84" y="41"/>
                </a:cubicBezTo>
                <a:cubicBezTo>
                  <a:pt x="84" y="33"/>
                  <a:pt x="84" y="33"/>
                  <a:pt x="84" y="33"/>
                </a:cubicBezTo>
                <a:cubicBezTo>
                  <a:pt x="80" y="33"/>
                  <a:pt x="80" y="33"/>
                  <a:pt x="80" y="33"/>
                </a:cubicBezTo>
                <a:lnTo>
                  <a:pt x="80" y="41"/>
                </a:lnTo>
                <a:close/>
                <a:moveTo>
                  <a:pt x="76" y="57"/>
                </a:moveTo>
                <a:cubicBezTo>
                  <a:pt x="76" y="53"/>
                  <a:pt x="76" y="53"/>
                  <a:pt x="76" y="53"/>
                </a:cubicBezTo>
                <a:cubicBezTo>
                  <a:pt x="76" y="45"/>
                  <a:pt x="76" y="45"/>
                  <a:pt x="76" y="45"/>
                </a:cubicBezTo>
                <a:cubicBezTo>
                  <a:pt x="76" y="41"/>
                  <a:pt x="76" y="41"/>
                  <a:pt x="76" y="41"/>
                </a:cubicBezTo>
                <a:cubicBezTo>
                  <a:pt x="76" y="33"/>
                  <a:pt x="76" y="33"/>
                  <a:pt x="76" y="33"/>
                </a:cubicBezTo>
                <a:cubicBezTo>
                  <a:pt x="32" y="33"/>
                  <a:pt x="32" y="33"/>
                  <a:pt x="32" y="33"/>
                </a:cubicBezTo>
                <a:cubicBezTo>
                  <a:pt x="32" y="41"/>
                  <a:pt x="32" y="41"/>
                  <a:pt x="32" y="41"/>
                </a:cubicBezTo>
                <a:cubicBezTo>
                  <a:pt x="32" y="45"/>
                  <a:pt x="32" y="45"/>
                  <a:pt x="32" y="45"/>
                </a:cubicBezTo>
                <a:cubicBezTo>
                  <a:pt x="32" y="53"/>
                  <a:pt x="32" y="53"/>
                  <a:pt x="32" y="53"/>
                </a:cubicBezTo>
                <a:cubicBezTo>
                  <a:pt x="32" y="57"/>
                  <a:pt x="32" y="57"/>
                  <a:pt x="32" y="57"/>
                </a:cubicBezTo>
                <a:cubicBezTo>
                  <a:pt x="32" y="61"/>
                  <a:pt x="32" y="61"/>
                  <a:pt x="32" y="61"/>
                </a:cubicBezTo>
                <a:cubicBezTo>
                  <a:pt x="76" y="61"/>
                  <a:pt x="76" y="61"/>
                  <a:pt x="76" y="61"/>
                </a:cubicBezTo>
                <a:lnTo>
                  <a:pt x="76" y="57"/>
                </a:lnTo>
                <a:close/>
                <a:moveTo>
                  <a:pt x="76" y="89"/>
                </a:moveTo>
                <a:cubicBezTo>
                  <a:pt x="76" y="81"/>
                  <a:pt x="76" y="81"/>
                  <a:pt x="76" y="81"/>
                </a:cubicBezTo>
                <a:cubicBezTo>
                  <a:pt x="76" y="77"/>
                  <a:pt x="76" y="77"/>
                  <a:pt x="76" y="77"/>
                </a:cubicBezTo>
                <a:cubicBezTo>
                  <a:pt x="76" y="69"/>
                  <a:pt x="76" y="69"/>
                  <a:pt x="76" y="69"/>
                </a:cubicBezTo>
                <a:cubicBezTo>
                  <a:pt x="76" y="65"/>
                  <a:pt x="76" y="65"/>
                  <a:pt x="76" y="65"/>
                </a:cubicBezTo>
                <a:cubicBezTo>
                  <a:pt x="32" y="65"/>
                  <a:pt x="32" y="65"/>
                  <a:pt x="32" y="65"/>
                </a:cubicBezTo>
                <a:cubicBezTo>
                  <a:pt x="32" y="69"/>
                  <a:pt x="32" y="69"/>
                  <a:pt x="32" y="69"/>
                </a:cubicBezTo>
                <a:cubicBezTo>
                  <a:pt x="32" y="77"/>
                  <a:pt x="32" y="77"/>
                  <a:pt x="32" y="77"/>
                </a:cubicBezTo>
                <a:cubicBezTo>
                  <a:pt x="32" y="81"/>
                  <a:pt x="32" y="81"/>
                  <a:pt x="32" y="81"/>
                </a:cubicBezTo>
                <a:cubicBezTo>
                  <a:pt x="32" y="89"/>
                  <a:pt x="32" y="89"/>
                  <a:pt x="32" y="89"/>
                </a:cubicBezTo>
                <a:lnTo>
                  <a:pt x="76" y="89"/>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215"/>
          <p:cNvSpPr>
            <a:spLocks noEditPoints="1"/>
          </p:cNvSpPr>
          <p:nvPr/>
        </p:nvSpPr>
        <p:spPr bwMode="auto">
          <a:xfrm>
            <a:off x="3094351" y="5322975"/>
            <a:ext cx="395288" cy="396875"/>
          </a:xfrm>
          <a:custGeom>
            <a:avLst/>
            <a:gdLst>
              <a:gd name="T0" fmla="*/ 164 w 200"/>
              <a:gd name="T1" fmla="*/ 177 h 201"/>
              <a:gd name="T2" fmla="*/ 144 w 200"/>
              <a:gd name="T3" fmla="*/ 201 h 201"/>
              <a:gd name="T4" fmla="*/ 0 w 200"/>
              <a:gd name="T5" fmla="*/ 181 h 201"/>
              <a:gd name="T6" fmla="*/ 20 w 200"/>
              <a:gd name="T7" fmla="*/ 1 h 201"/>
              <a:gd name="T8" fmla="*/ 108 w 200"/>
              <a:gd name="T9" fmla="*/ 1 h 201"/>
              <a:gd name="T10" fmla="*/ 108 w 200"/>
              <a:gd name="T11" fmla="*/ 1 h 201"/>
              <a:gd name="T12" fmla="*/ 108 w 200"/>
              <a:gd name="T13" fmla="*/ 1 h 201"/>
              <a:gd name="T14" fmla="*/ 164 w 200"/>
              <a:gd name="T15" fmla="*/ 61 h 201"/>
              <a:gd name="T16" fmla="*/ 164 w 200"/>
              <a:gd name="T17" fmla="*/ 62 h 201"/>
              <a:gd name="T18" fmla="*/ 164 w 200"/>
              <a:gd name="T19" fmla="*/ 109 h 201"/>
              <a:gd name="T20" fmla="*/ 200 w 200"/>
              <a:gd name="T21" fmla="*/ 129 h 201"/>
              <a:gd name="T22" fmla="*/ 180 w 200"/>
              <a:gd name="T23" fmla="*/ 177 h 201"/>
              <a:gd name="T24" fmla="*/ 108 w 200"/>
              <a:gd name="T25" fmla="*/ 41 h 201"/>
              <a:gd name="T26" fmla="*/ 151 w 200"/>
              <a:gd name="T27" fmla="*/ 61 h 201"/>
              <a:gd name="T28" fmla="*/ 156 w 200"/>
              <a:gd name="T29" fmla="*/ 69 h 201"/>
              <a:gd name="T30" fmla="*/ 100 w 200"/>
              <a:gd name="T31" fmla="*/ 49 h 201"/>
              <a:gd name="T32" fmla="*/ 28 w 200"/>
              <a:gd name="T33" fmla="*/ 9 h 201"/>
              <a:gd name="T34" fmla="*/ 8 w 200"/>
              <a:gd name="T35" fmla="*/ 173 h 201"/>
              <a:gd name="T36" fmla="*/ 136 w 200"/>
              <a:gd name="T37" fmla="*/ 193 h 201"/>
              <a:gd name="T38" fmla="*/ 64 w 200"/>
              <a:gd name="T39" fmla="*/ 177 h 201"/>
              <a:gd name="T40" fmla="*/ 44 w 200"/>
              <a:gd name="T41" fmla="*/ 129 h 201"/>
              <a:gd name="T42" fmla="*/ 156 w 200"/>
              <a:gd name="T43" fmla="*/ 109 h 201"/>
              <a:gd name="T44" fmla="*/ 143 w 200"/>
              <a:gd name="T45" fmla="*/ 146 h 201"/>
              <a:gd name="T46" fmla="*/ 127 w 200"/>
              <a:gd name="T47" fmla="*/ 128 h 201"/>
              <a:gd name="T48" fmla="*/ 115 w 200"/>
              <a:gd name="T49" fmla="*/ 132 h 201"/>
              <a:gd name="T50" fmla="*/ 110 w 200"/>
              <a:gd name="T51" fmla="*/ 146 h 201"/>
              <a:gd name="T52" fmla="*/ 127 w 200"/>
              <a:gd name="T53" fmla="*/ 163 h 201"/>
              <a:gd name="T54" fmla="*/ 143 w 200"/>
              <a:gd name="T55" fmla="*/ 146 h 201"/>
              <a:gd name="T56" fmla="*/ 90 w 200"/>
              <a:gd name="T57" fmla="*/ 163 h 201"/>
              <a:gd name="T58" fmla="*/ 97 w 200"/>
              <a:gd name="T59" fmla="*/ 163 h 201"/>
              <a:gd name="T60" fmla="*/ 103 w 200"/>
              <a:gd name="T61" fmla="*/ 128 h 201"/>
              <a:gd name="T62" fmla="*/ 87 w 200"/>
              <a:gd name="T63" fmla="*/ 152 h 201"/>
              <a:gd name="T64" fmla="*/ 70 w 200"/>
              <a:gd name="T65" fmla="*/ 128 h 201"/>
              <a:gd name="T66" fmla="*/ 76 w 200"/>
              <a:gd name="T67" fmla="*/ 163 h 201"/>
              <a:gd name="T68" fmla="*/ 83 w 200"/>
              <a:gd name="T69" fmla="*/ 163 h 201"/>
              <a:gd name="T70" fmla="*/ 163 w 200"/>
              <a:gd name="T71" fmla="*/ 154 h 201"/>
              <a:gd name="T72" fmla="*/ 146 w 200"/>
              <a:gd name="T73" fmla="*/ 128 h 201"/>
              <a:gd name="T74" fmla="*/ 166 w 200"/>
              <a:gd name="T75" fmla="*/ 163 h 201"/>
              <a:gd name="T76" fmla="*/ 171 w 200"/>
              <a:gd name="T77" fmla="*/ 128 h 201"/>
              <a:gd name="T78" fmla="*/ 117 w 200"/>
              <a:gd name="T79" fmla="*/ 145 h 201"/>
              <a:gd name="T80" fmla="*/ 127 w 200"/>
              <a:gd name="T81" fmla="*/ 134 h 201"/>
              <a:gd name="T82" fmla="*/ 136 w 200"/>
              <a:gd name="T83" fmla="*/ 145 h 201"/>
              <a:gd name="T84" fmla="*/ 127 w 200"/>
              <a:gd name="T85" fmla="*/ 157 h 201"/>
              <a:gd name="T86" fmla="*/ 30 w 200"/>
              <a:gd name="T87" fmla="*/ 101 h 201"/>
              <a:gd name="T88" fmla="*/ 20 w 200"/>
              <a:gd name="T89" fmla="*/ 75 h 201"/>
              <a:gd name="T90" fmla="*/ 59 w 200"/>
              <a:gd name="T91" fmla="*/ 65 h 201"/>
              <a:gd name="T92" fmla="*/ 68 w 200"/>
              <a:gd name="T93" fmla="*/ 91 h 201"/>
              <a:gd name="T94" fmla="*/ 30 w 200"/>
              <a:gd name="T95" fmla="*/ 101 h 201"/>
              <a:gd name="T96" fmla="*/ 92 w 200"/>
              <a:gd name="T97" fmla="*/ 101 h 201"/>
              <a:gd name="T98" fmla="*/ 72 w 200"/>
              <a:gd name="T99" fmla="*/ 89 h 201"/>
              <a:gd name="T100" fmla="*/ 87 w 200"/>
              <a:gd name="T101" fmla="*/ 65 h 201"/>
              <a:gd name="T102" fmla="*/ 68 w 200"/>
              <a:gd name="T103" fmla="*/ 59 h 201"/>
              <a:gd name="T104" fmla="*/ 68 w 200"/>
              <a:gd name="T105" fmla="*/ 25 h 201"/>
              <a:gd name="T106" fmla="*/ 68 w 200"/>
              <a:gd name="T107" fmla="*/ 59 h 201"/>
              <a:gd name="T108" fmla="*/ 60 w 200"/>
              <a:gd name="T109" fmla="*/ 42 h 201"/>
              <a:gd name="T110" fmla="*/ 76 w 200"/>
              <a:gd name="T111" fmla="*/ 42 h 201"/>
              <a:gd name="T112" fmla="*/ 33 w 200"/>
              <a:gd name="T113" fmla="*/ 60 h 201"/>
              <a:gd name="T114" fmla="*/ 33 w 200"/>
              <a:gd name="T115" fmla="*/ 34 h 201"/>
              <a:gd name="T116" fmla="*/ 33 w 200"/>
              <a:gd name="T117" fmla="*/ 60 h 201"/>
              <a:gd name="T118" fmla="*/ 27 w 200"/>
              <a:gd name="T119" fmla="*/ 47 h 201"/>
              <a:gd name="T120" fmla="*/ 40 w 200"/>
              <a:gd name="T121" fmla="*/ 47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0" h="201">
                <a:moveTo>
                  <a:pt x="180" y="177"/>
                </a:moveTo>
                <a:cubicBezTo>
                  <a:pt x="164" y="177"/>
                  <a:pt x="164" y="177"/>
                  <a:pt x="164" y="177"/>
                </a:cubicBezTo>
                <a:cubicBezTo>
                  <a:pt x="164" y="181"/>
                  <a:pt x="164" y="181"/>
                  <a:pt x="164" y="181"/>
                </a:cubicBezTo>
                <a:cubicBezTo>
                  <a:pt x="164" y="192"/>
                  <a:pt x="155" y="201"/>
                  <a:pt x="144" y="201"/>
                </a:cubicBezTo>
                <a:cubicBezTo>
                  <a:pt x="20" y="201"/>
                  <a:pt x="20" y="201"/>
                  <a:pt x="20" y="201"/>
                </a:cubicBezTo>
                <a:cubicBezTo>
                  <a:pt x="9" y="201"/>
                  <a:pt x="0" y="192"/>
                  <a:pt x="0" y="181"/>
                </a:cubicBezTo>
                <a:cubicBezTo>
                  <a:pt x="0" y="21"/>
                  <a:pt x="0" y="21"/>
                  <a:pt x="0" y="21"/>
                </a:cubicBezTo>
                <a:cubicBezTo>
                  <a:pt x="0" y="10"/>
                  <a:pt x="9" y="1"/>
                  <a:pt x="20" y="1"/>
                </a:cubicBezTo>
                <a:cubicBezTo>
                  <a:pt x="100" y="1"/>
                  <a:pt x="100" y="1"/>
                  <a:pt x="100" y="1"/>
                </a:cubicBezTo>
                <a:cubicBezTo>
                  <a:pt x="108" y="1"/>
                  <a:pt x="108" y="1"/>
                  <a:pt x="108" y="1"/>
                </a:cubicBezTo>
                <a:cubicBezTo>
                  <a:pt x="108" y="0"/>
                  <a:pt x="108" y="0"/>
                  <a:pt x="108" y="0"/>
                </a:cubicBezTo>
                <a:cubicBezTo>
                  <a:pt x="108" y="1"/>
                  <a:pt x="108" y="1"/>
                  <a:pt x="108" y="1"/>
                </a:cubicBezTo>
                <a:cubicBezTo>
                  <a:pt x="108" y="1"/>
                  <a:pt x="108" y="1"/>
                  <a:pt x="108" y="1"/>
                </a:cubicBezTo>
                <a:cubicBezTo>
                  <a:pt x="108" y="1"/>
                  <a:pt x="108" y="1"/>
                  <a:pt x="108" y="1"/>
                </a:cubicBezTo>
                <a:cubicBezTo>
                  <a:pt x="164" y="61"/>
                  <a:pt x="164" y="61"/>
                  <a:pt x="164" y="61"/>
                </a:cubicBezTo>
                <a:cubicBezTo>
                  <a:pt x="164" y="61"/>
                  <a:pt x="164" y="61"/>
                  <a:pt x="164" y="61"/>
                </a:cubicBezTo>
                <a:cubicBezTo>
                  <a:pt x="164" y="62"/>
                  <a:pt x="164" y="62"/>
                  <a:pt x="164" y="62"/>
                </a:cubicBezTo>
                <a:cubicBezTo>
                  <a:pt x="164" y="62"/>
                  <a:pt x="164" y="62"/>
                  <a:pt x="164" y="62"/>
                </a:cubicBezTo>
                <a:cubicBezTo>
                  <a:pt x="164" y="62"/>
                  <a:pt x="164" y="62"/>
                  <a:pt x="164" y="62"/>
                </a:cubicBezTo>
                <a:cubicBezTo>
                  <a:pt x="164" y="109"/>
                  <a:pt x="164" y="109"/>
                  <a:pt x="164" y="109"/>
                </a:cubicBezTo>
                <a:cubicBezTo>
                  <a:pt x="180" y="109"/>
                  <a:pt x="180" y="109"/>
                  <a:pt x="180" y="109"/>
                </a:cubicBezTo>
                <a:cubicBezTo>
                  <a:pt x="191" y="109"/>
                  <a:pt x="200" y="118"/>
                  <a:pt x="200" y="129"/>
                </a:cubicBezTo>
                <a:cubicBezTo>
                  <a:pt x="200" y="157"/>
                  <a:pt x="200" y="157"/>
                  <a:pt x="200" y="157"/>
                </a:cubicBezTo>
                <a:cubicBezTo>
                  <a:pt x="200" y="168"/>
                  <a:pt x="191" y="177"/>
                  <a:pt x="180" y="177"/>
                </a:cubicBezTo>
                <a:close/>
                <a:moveTo>
                  <a:pt x="108" y="15"/>
                </a:moveTo>
                <a:cubicBezTo>
                  <a:pt x="108" y="41"/>
                  <a:pt x="108" y="41"/>
                  <a:pt x="108" y="41"/>
                </a:cubicBezTo>
                <a:cubicBezTo>
                  <a:pt x="108" y="52"/>
                  <a:pt x="117" y="61"/>
                  <a:pt x="128" y="61"/>
                </a:cubicBezTo>
                <a:cubicBezTo>
                  <a:pt x="151" y="61"/>
                  <a:pt x="151" y="61"/>
                  <a:pt x="151" y="61"/>
                </a:cubicBezTo>
                <a:lnTo>
                  <a:pt x="108" y="15"/>
                </a:lnTo>
                <a:close/>
                <a:moveTo>
                  <a:pt x="156" y="69"/>
                </a:moveTo>
                <a:cubicBezTo>
                  <a:pt x="120" y="69"/>
                  <a:pt x="120" y="69"/>
                  <a:pt x="120" y="69"/>
                </a:cubicBezTo>
                <a:cubicBezTo>
                  <a:pt x="109" y="69"/>
                  <a:pt x="100" y="60"/>
                  <a:pt x="100" y="49"/>
                </a:cubicBezTo>
                <a:cubicBezTo>
                  <a:pt x="100" y="9"/>
                  <a:pt x="100" y="9"/>
                  <a:pt x="100" y="9"/>
                </a:cubicBezTo>
                <a:cubicBezTo>
                  <a:pt x="28" y="9"/>
                  <a:pt x="28" y="9"/>
                  <a:pt x="28" y="9"/>
                </a:cubicBezTo>
                <a:cubicBezTo>
                  <a:pt x="17" y="9"/>
                  <a:pt x="8" y="18"/>
                  <a:pt x="8" y="29"/>
                </a:cubicBezTo>
                <a:cubicBezTo>
                  <a:pt x="8" y="173"/>
                  <a:pt x="8" y="173"/>
                  <a:pt x="8" y="173"/>
                </a:cubicBezTo>
                <a:cubicBezTo>
                  <a:pt x="8" y="184"/>
                  <a:pt x="17" y="193"/>
                  <a:pt x="28" y="193"/>
                </a:cubicBezTo>
                <a:cubicBezTo>
                  <a:pt x="136" y="193"/>
                  <a:pt x="136" y="193"/>
                  <a:pt x="136" y="193"/>
                </a:cubicBezTo>
                <a:cubicBezTo>
                  <a:pt x="146" y="193"/>
                  <a:pt x="154" y="186"/>
                  <a:pt x="156" y="177"/>
                </a:cubicBezTo>
                <a:cubicBezTo>
                  <a:pt x="64" y="177"/>
                  <a:pt x="64" y="177"/>
                  <a:pt x="64" y="177"/>
                </a:cubicBezTo>
                <a:cubicBezTo>
                  <a:pt x="53" y="177"/>
                  <a:pt x="44" y="168"/>
                  <a:pt x="44" y="157"/>
                </a:cubicBezTo>
                <a:cubicBezTo>
                  <a:pt x="44" y="129"/>
                  <a:pt x="44" y="129"/>
                  <a:pt x="44" y="129"/>
                </a:cubicBezTo>
                <a:cubicBezTo>
                  <a:pt x="44" y="118"/>
                  <a:pt x="53" y="109"/>
                  <a:pt x="64" y="109"/>
                </a:cubicBezTo>
                <a:cubicBezTo>
                  <a:pt x="156" y="109"/>
                  <a:pt x="156" y="109"/>
                  <a:pt x="156" y="109"/>
                </a:cubicBezTo>
                <a:lnTo>
                  <a:pt x="156" y="69"/>
                </a:lnTo>
                <a:close/>
                <a:moveTo>
                  <a:pt x="143" y="146"/>
                </a:moveTo>
                <a:cubicBezTo>
                  <a:pt x="143" y="140"/>
                  <a:pt x="142" y="136"/>
                  <a:pt x="139" y="132"/>
                </a:cubicBezTo>
                <a:cubicBezTo>
                  <a:pt x="136" y="129"/>
                  <a:pt x="132" y="128"/>
                  <a:pt x="127" y="128"/>
                </a:cubicBezTo>
                <a:cubicBezTo>
                  <a:pt x="124" y="128"/>
                  <a:pt x="121" y="128"/>
                  <a:pt x="119" y="129"/>
                </a:cubicBezTo>
                <a:cubicBezTo>
                  <a:pt x="117" y="130"/>
                  <a:pt x="116" y="131"/>
                  <a:pt x="115" y="132"/>
                </a:cubicBezTo>
                <a:cubicBezTo>
                  <a:pt x="113" y="134"/>
                  <a:pt x="112" y="135"/>
                  <a:pt x="111" y="137"/>
                </a:cubicBezTo>
                <a:cubicBezTo>
                  <a:pt x="110" y="139"/>
                  <a:pt x="110" y="142"/>
                  <a:pt x="110" y="146"/>
                </a:cubicBezTo>
                <a:cubicBezTo>
                  <a:pt x="110" y="151"/>
                  <a:pt x="111" y="155"/>
                  <a:pt x="114" y="159"/>
                </a:cubicBezTo>
                <a:cubicBezTo>
                  <a:pt x="117" y="162"/>
                  <a:pt x="121" y="163"/>
                  <a:pt x="127" y="163"/>
                </a:cubicBezTo>
                <a:cubicBezTo>
                  <a:pt x="132" y="163"/>
                  <a:pt x="136" y="162"/>
                  <a:pt x="139" y="159"/>
                </a:cubicBezTo>
                <a:cubicBezTo>
                  <a:pt x="142" y="155"/>
                  <a:pt x="143" y="151"/>
                  <a:pt x="143" y="146"/>
                </a:cubicBezTo>
                <a:close/>
                <a:moveTo>
                  <a:pt x="83" y="163"/>
                </a:moveTo>
                <a:cubicBezTo>
                  <a:pt x="90" y="163"/>
                  <a:pt x="90" y="163"/>
                  <a:pt x="90" y="163"/>
                </a:cubicBezTo>
                <a:cubicBezTo>
                  <a:pt x="97" y="136"/>
                  <a:pt x="97" y="136"/>
                  <a:pt x="97" y="136"/>
                </a:cubicBezTo>
                <a:cubicBezTo>
                  <a:pt x="97" y="163"/>
                  <a:pt x="97" y="163"/>
                  <a:pt x="97" y="163"/>
                </a:cubicBezTo>
                <a:cubicBezTo>
                  <a:pt x="103" y="163"/>
                  <a:pt x="103" y="163"/>
                  <a:pt x="103" y="163"/>
                </a:cubicBezTo>
                <a:cubicBezTo>
                  <a:pt x="103" y="128"/>
                  <a:pt x="103" y="128"/>
                  <a:pt x="103" y="128"/>
                </a:cubicBezTo>
                <a:cubicBezTo>
                  <a:pt x="93" y="128"/>
                  <a:pt x="93" y="128"/>
                  <a:pt x="93" y="128"/>
                </a:cubicBezTo>
                <a:cubicBezTo>
                  <a:pt x="87" y="152"/>
                  <a:pt x="87" y="152"/>
                  <a:pt x="87" y="152"/>
                </a:cubicBezTo>
                <a:cubicBezTo>
                  <a:pt x="80" y="128"/>
                  <a:pt x="80" y="128"/>
                  <a:pt x="80" y="128"/>
                </a:cubicBezTo>
                <a:cubicBezTo>
                  <a:pt x="70" y="128"/>
                  <a:pt x="70" y="128"/>
                  <a:pt x="70" y="128"/>
                </a:cubicBezTo>
                <a:cubicBezTo>
                  <a:pt x="70" y="163"/>
                  <a:pt x="70" y="163"/>
                  <a:pt x="70" y="163"/>
                </a:cubicBezTo>
                <a:cubicBezTo>
                  <a:pt x="76" y="163"/>
                  <a:pt x="76" y="163"/>
                  <a:pt x="76" y="163"/>
                </a:cubicBezTo>
                <a:cubicBezTo>
                  <a:pt x="76" y="136"/>
                  <a:pt x="76" y="136"/>
                  <a:pt x="76" y="136"/>
                </a:cubicBezTo>
                <a:lnTo>
                  <a:pt x="83" y="163"/>
                </a:lnTo>
                <a:close/>
                <a:moveTo>
                  <a:pt x="171" y="128"/>
                </a:moveTo>
                <a:cubicBezTo>
                  <a:pt x="163" y="154"/>
                  <a:pt x="163" y="154"/>
                  <a:pt x="163" y="154"/>
                </a:cubicBezTo>
                <a:cubicBezTo>
                  <a:pt x="154" y="128"/>
                  <a:pt x="154" y="128"/>
                  <a:pt x="154" y="128"/>
                </a:cubicBezTo>
                <a:cubicBezTo>
                  <a:pt x="146" y="128"/>
                  <a:pt x="146" y="128"/>
                  <a:pt x="146" y="128"/>
                </a:cubicBezTo>
                <a:cubicBezTo>
                  <a:pt x="159" y="163"/>
                  <a:pt x="159" y="163"/>
                  <a:pt x="159" y="163"/>
                </a:cubicBezTo>
                <a:cubicBezTo>
                  <a:pt x="166" y="163"/>
                  <a:pt x="166" y="163"/>
                  <a:pt x="166" y="163"/>
                </a:cubicBezTo>
                <a:cubicBezTo>
                  <a:pt x="178" y="128"/>
                  <a:pt x="178" y="128"/>
                  <a:pt x="178" y="128"/>
                </a:cubicBezTo>
                <a:lnTo>
                  <a:pt x="171" y="128"/>
                </a:lnTo>
                <a:close/>
                <a:moveTo>
                  <a:pt x="120" y="154"/>
                </a:moveTo>
                <a:cubicBezTo>
                  <a:pt x="118" y="152"/>
                  <a:pt x="117" y="149"/>
                  <a:pt x="117" y="145"/>
                </a:cubicBezTo>
                <a:cubicBezTo>
                  <a:pt x="117" y="141"/>
                  <a:pt x="118" y="139"/>
                  <a:pt x="120" y="137"/>
                </a:cubicBezTo>
                <a:cubicBezTo>
                  <a:pt x="121" y="135"/>
                  <a:pt x="124" y="134"/>
                  <a:pt x="127" y="134"/>
                </a:cubicBezTo>
                <a:cubicBezTo>
                  <a:pt x="129" y="134"/>
                  <a:pt x="132" y="135"/>
                  <a:pt x="133" y="137"/>
                </a:cubicBezTo>
                <a:cubicBezTo>
                  <a:pt x="135" y="138"/>
                  <a:pt x="136" y="141"/>
                  <a:pt x="136" y="145"/>
                </a:cubicBezTo>
                <a:cubicBezTo>
                  <a:pt x="136" y="149"/>
                  <a:pt x="135" y="152"/>
                  <a:pt x="133" y="154"/>
                </a:cubicBezTo>
                <a:cubicBezTo>
                  <a:pt x="132" y="156"/>
                  <a:pt x="129" y="157"/>
                  <a:pt x="127" y="157"/>
                </a:cubicBezTo>
                <a:cubicBezTo>
                  <a:pt x="124" y="157"/>
                  <a:pt x="122" y="156"/>
                  <a:pt x="120" y="154"/>
                </a:cubicBezTo>
                <a:close/>
                <a:moveTo>
                  <a:pt x="30" y="101"/>
                </a:moveTo>
                <a:cubicBezTo>
                  <a:pt x="25" y="101"/>
                  <a:pt x="20" y="97"/>
                  <a:pt x="20" y="91"/>
                </a:cubicBezTo>
                <a:cubicBezTo>
                  <a:pt x="20" y="75"/>
                  <a:pt x="20" y="75"/>
                  <a:pt x="20" y="75"/>
                </a:cubicBezTo>
                <a:cubicBezTo>
                  <a:pt x="20" y="70"/>
                  <a:pt x="25" y="65"/>
                  <a:pt x="30" y="65"/>
                </a:cubicBezTo>
                <a:cubicBezTo>
                  <a:pt x="59" y="65"/>
                  <a:pt x="59" y="65"/>
                  <a:pt x="59" y="65"/>
                </a:cubicBezTo>
                <a:cubicBezTo>
                  <a:pt x="64" y="65"/>
                  <a:pt x="68" y="70"/>
                  <a:pt x="68" y="75"/>
                </a:cubicBezTo>
                <a:cubicBezTo>
                  <a:pt x="68" y="91"/>
                  <a:pt x="68" y="91"/>
                  <a:pt x="68" y="91"/>
                </a:cubicBezTo>
                <a:cubicBezTo>
                  <a:pt x="68" y="97"/>
                  <a:pt x="64" y="101"/>
                  <a:pt x="59" y="101"/>
                </a:cubicBezTo>
                <a:lnTo>
                  <a:pt x="30" y="101"/>
                </a:lnTo>
                <a:close/>
                <a:moveTo>
                  <a:pt x="92" y="65"/>
                </a:moveTo>
                <a:cubicBezTo>
                  <a:pt x="92" y="101"/>
                  <a:pt x="92" y="101"/>
                  <a:pt x="92" y="101"/>
                </a:cubicBezTo>
                <a:cubicBezTo>
                  <a:pt x="89" y="101"/>
                  <a:pt x="87" y="101"/>
                  <a:pt x="87" y="101"/>
                </a:cubicBezTo>
                <a:cubicBezTo>
                  <a:pt x="82" y="96"/>
                  <a:pt x="77" y="94"/>
                  <a:pt x="72" y="89"/>
                </a:cubicBezTo>
                <a:cubicBezTo>
                  <a:pt x="72" y="77"/>
                  <a:pt x="72" y="77"/>
                  <a:pt x="72" y="77"/>
                </a:cubicBezTo>
                <a:cubicBezTo>
                  <a:pt x="76" y="74"/>
                  <a:pt x="82" y="70"/>
                  <a:pt x="87" y="65"/>
                </a:cubicBezTo>
                <a:cubicBezTo>
                  <a:pt x="87" y="65"/>
                  <a:pt x="90" y="65"/>
                  <a:pt x="92" y="65"/>
                </a:cubicBezTo>
                <a:close/>
                <a:moveTo>
                  <a:pt x="68" y="59"/>
                </a:moveTo>
                <a:cubicBezTo>
                  <a:pt x="58" y="59"/>
                  <a:pt x="51" y="51"/>
                  <a:pt x="51" y="42"/>
                </a:cubicBezTo>
                <a:cubicBezTo>
                  <a:pt x="51" y="32"/>
                  <a:pt x="58" y="25"/>
                  <a:pt x="68" y="25"/>
                </a:cubicBezTo>
                <a:cubicBezTo>
                  <a:pt x="77" y="25"/>
                  <a:pt x="85" y="32"/>
                  <a:pt x="85" y="42"/>
                </a:cubicBezTo>
                <a:cubicBezTo>
                  <a:pt x="85" y="51"/>
                  <a:pt x="77" y="59"/>
                  <a:pt x="68" y="59"/>
                </a:cubicBezTo>
                <a:close/>
                <a:moveTo>
                  <a:pt x="68" y="34"/>
                </a:moveTo>
                <a:cubicBezTo>
                  <a:pt x="63" y="34"/>
                  <a:pt x="60" y="37"/>
                  <a:pt x="60" y="42"/>
                </a:cubicBezTo>
                <a:cubicBezTo>
                  <a:pt x="60" y="46"/>
                  <a:pt x="63" y="50"/>
                  <a:pt x="68" y="50"/>
                </a:cubicBezTo>
                <a:cubicBezTo>
                  <a:pt x="72" y="50"/>
                  <a:pt x="76" y="46"/>
                  <a:pt x="76" y="42"/>
                </a:cubicBezTo>
                <a:cubicBezTo>
                  <a:pt x="76" y="37"/>
                  <a:pt x="72" y="34"/>
                  <a:pt x="68" y="34"/>
                </a:cubicBezTo>
                <a:close/>
                <a:moveTo>
                  <a:pt x="33" y="60"/>
                </a:moveTo>
                <a:cubicBezTo>
                  <a:pt x="26" y="60"/>
                  <a:pt x="20" y="54"/>
                  <a:pt x="20" y="47"/>
                </a:cubicBezTo>
                <a:cubicBezTo>
                  <a:pt x="20" y="39"/>
                  <a:pt x="26" y="34"/>
                  <a:pt x="33" y="34"/>
                </a:cubicBezTo>
                <a:cubicBezTo>
                  <a:pt x="41" y="34"/>
                  <a:pt x="46" y="39"/>
                  <a:pt x="46" y="47"/>
                </a:cubicBezTo>
                <a:cubicBezTo>
                  <a:pt x="46" y="54"/>
                  <a:pt x="41" y="60"/>
                  <a:pt x="33" y="60"/>
                </a:cubicBezTo>
                <a:close/>
                <a:moveTo>
                  <a:pt x="33" y="40"/>
                </a:moveTo>
                <a:cubicBezTo>
                  <a:pt x="30" y="40"/>
                  <a:pt x="27" y="43"/>
                  <a:pt x="27" y="47"/>
                </a:cubicBezTo>
                <a:cubicBezTo>
                  <a:pt x="27" y="50"/>
                  <a:pt x="30" y="53"/>
                  <a:pt x="33" y="53"/>
                </a:cubicBezTo>
                <a:cubicBezTo>
                  <a:pt x="37" y="53"/>
                  <a:pt x="40" y="50"/>
                  <a:pt x="40" y="47"/>
                </a:cubicBezTo>
                <a:cubicBezTo>
                  <a:pt x="40" y="43"/>
                  <a:pt x="37" y="40"/>
                  <a:pt x="33" y="40"/>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216"/>
          <p:cNvSpPr>
            <a:spLocks noEditPoints="1"/>
          </p:cNvSpPr>
          <p:nvPr/>
        </p:nvSpPr>
        <p:spPr bwMode="auto">
          <a:xfrm>
            <a:off x="181288" y="5815100"/>
            <a:ext cx="395288" cy="398463"/>
          </a:xfrm>
          <a:custGeom>
            <a:avLst/>
            <a:gdLst>
              <a:gd name="T0" fmla="*/ 164 w 200"/>
              <a:gd name="T1" fmla="*/ 181 h 201"/>
              <a:gd name="T2" fmla="*/ 0 w 200"/>
              <a:gd name="T3" fmla="*/ 181 h 201"/>
              <a:gd name="T4" fmla="*/ 100 w 200"/>
              <a:gd name="T5" fmla="*/ 1 h 201"/>
              <a:gd name="T6" fmla="*/ 108 w 200"/>
              <a:gd name="T7" fmla="*/ 1 h 201"/>
              <a:gd name="T8" fmla="*/ 163 w 200"/>
              <a:gd name="T9" fmla="*/ 61 h 201"/>
              <a:gd name="T10" fmla="*/ 164 w 200"/>
              <a:gd name="T11" fmla="*/ 62 h 201"/>
              <a:gd name="T12" fmla="*/ 180 w 200"/>
              <a:gd name="T13" fmla="*/ 109 h 201"/>
              <a:gd name="T14" fmla="*/ 180 w 200"/>
              <a:gd name="T15" fmla="*/ 177 h 201"/>
              <a:gd name="T16" fmla="*/ 128 w 200"/>
              <a:gd name="T17" fmla="*/ 61 h 201"/>
              <a:gd name="T18" fmla="*/ 156 w 200"/>
              <a:gd name="T19" fmla="*/ 69 h 201"/>
              <a:gd name="T20" fmla="*/ 100 w 200"/>
              <a:gd name="T21" fmla="*/ 9 h 201"/>
              <a:gd name="T22" fmla="*/ 8 w 200"/>
              <a:gd name="T23" fmla="*/ 173 h 201"/>
              <a:gd name="T24" fmla="*/ 155 w 200"/>
              <a:gd name="T25" fmla="*/ 177 h 201"/>
              <a:gd name="T26" fmla="*/ 20 w 200"/>
              <a:gd name="T27" fmla="*/ 129 h 201"/>
              <a:gd name="T28" fmla="*/ 156 w 200"/>
              <a:gd name="T29" fmla="*/ 69 h 201"/>
              <a:gd name="T30" fmla="*/ 123 w 200"/>
              <a:gd name="T31" fmla="*/ 141 h 201"/>
              <a:gd name="T32" fmla="*/ 142 w 200"/>
              <a:gd name="T33" fmla="*/ 128 h 201"/>
              <a:gd name="T34" fmla="*/ 142 w 200"/>
              <a:gd name="T35" fmla="*/ 162 h 201"/>
              <a:gd name="T36" fmla="*/ 123 w 200"/>
              <a:gd name="T37" fmla="*/ 147 h 201"/>
              <a:gd name="T38" fmla="*/ 102 w 200"/>
              <a:gd name="T39" fmla="*/ 149 h 201"/>
              <a:gd name="T40" fmla="*/ 109 w 200"/>
              <a:gd name="T41" fmla="*/ 138 h 201"/>
              <a:gd name="T42" fmla="*/ 94 w 200"/>
              <a:gd name="T43" fmla="*/ 128 h 201"/>
              <a:gd name="T44" fmla="*/ 90 w 200"/>
              <a:gd name="T45" fmla="*/ 162 h 201"/>
              <a:gd name="T46" fmla="*/ 55 w 200"/>
              <a:gd name="T47" fmla="*/ 162 h 201"/>
              <a:gd name="T48" fmla="*/ 68 w 200"/>
              <a:gd name="T49" fmla="*/ 162 h 201"/>
              <a:gd name="T50" fmla="*/ 64 w 200"/>
              <a:gd name="T51" fmla="*/ 128 h 201"/>
              <a:gd name="T52" fmla="*/ 42 w 200"/>
              <a:gd name="T53" fmla="*/ 128 h 201"/>
              <a:gd name="T54" fmla="*/ 48 w 200"/>
              <a:gd name="T55" fmla="*/ 135 h 201"/>
              <a:gd name="T56" fmla="*/ 165 w 200"/>
              <a:gd name="T57" fmla="*/ 144 h 201"/>
              <a:gd name="T58" fmla="*/ 173 w 200"/>
              <a:gd name="T59" fmla="*/ 154 h 201"/>
              <a:gd name="T60" fmla="*/ 158 w 200"/>
              <a:gd name="T61" fmla="*/ 154 h 201"/>
              <a:gd name="T62" fmla="*/ 165 w 200"/>
              <a:gd name="T63" fmla="*/ 133 h 201"/>
              <a:gd name="T64" fmla="*/ 180 w 200"/>
              <a:gd name="T65" fmla="*/ 137 h 201"/>
              <a:gd name="T66" fmla="*/ 157 w 200"/>
              <a:gd name="T67" fmla="*/ 129 h 201"/>
              <a:gd name="T68" fmla="*/ 150 w 200"/>
              <a:gd name="T69" fmla="*/ 154 h 201"/>
              <a:gd name="T70" fmla="*/ 174 w 200"/>
              <a:gd name="T71" fmla="*/ 161 h 201"/>
              <a:gd name="T72" fmla="*/ 90 w 200"/>
              <a:gd name="T73" fmla="*/ 134 h 201"/>
              <a:gd name="T74" fmla="*/ 101 w 200"/>
              <a:gd name="T75" fmla="*/ 135 h 201"/>
              <a:gd name="T76" fmla="*/ 99 w 200"/>
              <a:gd name="T77" fmla="*/ 143 h 201"/>
              <a:gd name="T78" fmla="*/ 90 w 200"/>
              <a:gd name="T79" fmla="*/ 134 h 201"/>
              <a:gd name="T80" fmla="*/ 54 w 200"/>
              <a:gd name="T81" fmla="*/ 95 h 201"/>
              <a:gd name="T82" fmla="*/ 54 w 200"/>
              <a:gd name="T83" fmla="*/ 85 h 201"/>
              <a:gd name="T84" fmla="*/ 31 w 200"/>
              <a:gd name="T85" fmla="*/ 60 h 201"/>
              <a:gd name="T86" fmla="*/ 48 w 200"/>
              <a:gd name="T87" fmla="*/ 43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0" h="201">
                <a:moveTo>
                  <a:pt x="180" y="177"/>
                </a:moveTo>
                <a:cubicBezTo>
                  <a:pt x="164" y="177"/>
                  <a:pt x="164" y="177"/>
                  <a:pt x="164" y="177"/>
                </a:cubicBezTo>
                <a:cubicBezTo>
                  <a:pt x="164" y="181"/>
                  <a:pt x="164" y="181"/>
                  <a:pt x="164" y="181"/>
                </a:cubicBezTo>
                <a:cubicBezTo>
                  <a:pt x="164" y="192"/>
                  <a:pt x="155" y="201"/>
                  <a:pt x="144" y="201"/>
                </a:cubicBezTo>
                <a:cubicBezTo>
                  <a:pt x="20" y="201"/>
                  <a:pt x="20" y="201"/>
                  <a:pt x="20" y="201"/>
                </a:cubicBezTo>
                <a:cubicBezTo>
                  <a:pt x="9" y="201"/>
                  <a:pt x="0" y="192"/>
                  <a:pt x="0" y="181"/>
                </a:cubicBezTo>
                <a:cubicBezTo>
                  <a:pt x="0" y="21"/>
                  <a:pt x="0" y="21"/>
                  <a:pt x="0" y="21"/>
                </a:cubicBezTo>
                <a:cubicBezTo>
                  <a:pt x="0" y="10"/>
                  <a:pt x="9" y="1"/>
                  <a:pt x="20" y="1"/>
                </a:cubicBezTo>
                <a:cubicBezTo>
                  <a:pt x="100" y="1"/>
                  <a:pt x="100" y="1"/>
                  <a:pt x="100" y="1"/>
                </a:cubicBezTo>
                <a:cubicBezTo>
                  <a:pt x="107" y="1"/>
                  <a:pt x="107" y="1"/>
                  <a:pt x="107" y="1"/>
                </a:cubicBezTo>
                <a:cubicBezTo>
                  <a:pt x="107" y="0"/>
                  <a:pt x="107" y="0"/>
                  <a:pt x="107" y="0"/>
                </a:cubicBezTo>
                <a:cubicBezTo>
                  <a:pt x="108" y="1"/>
                  <a:pt x="108" y="1"/>
                  <a:pt x="108" y="1"/>
                </a:cubicBezTo>
                <a:cubicBezTo>
                  <a:pt x="108" y="1"/>
                  <a:pt x="108" y="1"/>
                  <a:pt x="108" y="1"/>
                </a:cubicBezTo>
                <a:cubicBezTo>
                  <a:pt x="108" y="1"/>
                  <a:pt x="108" y="1"/>
                  <a:pt x="108" y="1"/>
                </a:cubicBezTo>
                <a:cubicBezTo>
                  <a:pt x="163" y="61"/>
                  <a:pt x="163" y="61"/>
                  <a:pt x="163" y="61"/>
                </a:cubicBezTo>
                <a:cubicBezTo>
                  <a:pt x="164" y="61"/>
                  <a:pt x="164" y="61"/>
                  <a:pt x="164" y="61"/>
                </a:cubicBezTo>
                <a:cubicBezTo>
                  <a:pt x="164" y="61"/>
                  <a:pt x="164" y="61"/>
                  <a:pt x="164" y="61"/>
                </a:cubicBezTo>
                <a:cubicBezTo>
                  <a:pt x="164" y="62"/>
                  <a:pt x="164" y="62"/>
                  <a:pt x="164" y="62"/>
                </a:cubicBezTo>
                <a:cubicBezTo>
                  <a:pt x="164" y="62"/>
                  <a:pt x="164" y="62"/>
                  <a:pt x="164" y="62"/>
                </a:cubicBezTo>
                <a:cubicBezTo>
                  <a:pt x="164" y="109"/>
                  <a:pt x="164" y="109"/>
                  <a:pt x="164" y="109"/>
                </a:cubicBezTo>
                <a:cubicBezTo>
                  <a:pt x="180" y="109"/>
                  <a:pt x="180" y="109"/>
                  <a:pt x="180" y="109"/>
                </a:cubicBezTo>
                <a:cubicBezTo>
                  <a:pt x="191" y="109"/>
                  <a:pt x="200" y="118"/>
                  <a:pt x="200" y="129"/>
                </a:cubicBezTo>
                <a:cubicBezTo>
                  <a:pt x="200" y="157"/>
                  <a:pt x="200" y="157"/>
                  <a:pt x="200" y="157"/>
                </a:cubicBezTo>
                <a:cubicBezTo>
                  <a:pt x="200" y="168"/>
                  <a:pt x="191" y="177"/>
                  <a:pt x="180" y="177"/>
                </a:cubicBezTo>
                <a:close/>
                <a:moveTo>
                  <a:pt x="108" y="15"/>
                </a:moveTo>
                <a:cubicBezTo>
                  <a:pt x="108" y="41"/>
                  <a:pt x="108" y="41"/>
                  <a:pt x="108" y="41"/>
                </a:cubicBezTo>
                <a:cubicBezTo>
                  <a:pt x="108" y="52"/>
                  <a:pt x="117" y="61"/>
                  <a:pt x="128" y="61"/>
                </a:cubicBezTo>
                <a:cubicBezTo>
                  <a:pt x="151" y="61"/>
                  <a:pt x="151" y="61"/>
                  <a:pt x="151" y="61"/>
                </a:cubicBezTo>
                <a:lnTo>
                  <a:pt x="108" y="15"/>
                </a:lnTo>
                <a:close/>
                <a:moveTo>
                  <a:pt x="156" y="69"/>
                </a:moveTo>
                <a:cubicBezTo>
                  <a:pt x="120" y="69"/>
                  <a:pt x="120" y="69"/>
                  <a:pt x="120" y="69"/>
                </a:cubicBezTo>
                <a:cubicBezTo>
                  <a:pt x="109" y="69"/>
                  <a:pt x="100" y="60"/>
                  <a:pt x="100" y="49"/>
                </a:cubicBezTo>
                <a:cubicBezTo>
                  <a:pt x="100" y="9"/>
                  <a:pt x="100" y="9"/>
                  <a:pt x="100" y="9"/>
                </a:cubicBezTo>
                <a:cubicBezTo>
                  <a:pt x="28" y="9"/>
                  <a:pt x="28" y="9"/>
                  <a:pt x="28" y="9"/>
                </a:cubicBezTo>
                <a:cubicBezTo>
                  <a:pt x="17" y="9"/>
                  <a:pt x="8" y="18"/>
                  <a:pt x="8" y="29"/>
                </a:cubicBezTo>
                <a:cubicBezTo>
                  <a:pt x="8" y="173"/>
                  <a:pt x="8" y="173"/>
                  <a:pt x="8" y="173"/>
                </a:cubicBezTo>
                <a:cubicBezTo>
                  <a:pt x="8" y="184"/>
                  <a:pt x="17" y="193"/>
                  <a:pt x="28" y="193"/>
                </a:cubicBezTo>
                <a:cubicBezTo>
                  <a:pt x="136" y="193"/>
                  <a:pt x="136" y="193"/>
                  <a:pt x="136" y="193"/>
                </a:cubicBezTo>
                <a:cubicBezTo>
                  <a:pt x="145" y="193"/>
                  <a:pt x="154" y="186"/>
                  <a:pt x="155" y="177"/>
                </a:cubicBezTo>
                <a:cubicBezTo>
                  <a:pt x="40" y="177"/>
                  <a:pt x="40" y="177"/>
                  <a:pt x="40" y="177"/>
                </a:cubicBezTo>
                <a:cubicBezTo>
                  <a:pt x="29" y="177"/>
                  <a:pt x="20" y="168"/>
                  <a:pt x="20" y="157"/>
                </a:cubicBezTo>
                <a:cubicBezTo>
                  <a:pt x="20" y="129"/>
                  <a:pt x="20" y="129"/>
                  <a:pt x="20" y="129"/>
                </a:cubicBezTo>
                <a:cubicBezTo>
                  <a:pt x="20" y="118"/>
                  <a:pt x="29" y="109"/>
                  <a:pt x="40" y="109"/>
                </a:cubicBezTo>
                <a:cubicBezTo>
                  <a:pt x="156" y="109"/>
                  <a:pt x="156" y="109"/>
                  <a:pt x="156" y="109"/>
                </a:cubicBezTo>
                <a:lnTo>
                  <a:pt x="156" y="69"/>
                </a:lnTo>
                <a:close/>
                <a:moveTo>
                  <a:pt x="140" y="147"/>
                </a:moveTo>
                <a:cubicBezTo>
                  <a:pt x="140" y="141"/>
                  <a:pt x="140" y="141"/>
                  <a:pt x="140" y="141"/>
                </a:cubicBezTo>
                <a:cubicBezTo>
                  <a:pt x="123" y="141"/>
                  <a:pt x="123" y="141"/>
                  <a:pt x="123" y="141"/>
                </a:cubicBezTo>
                <a:cubicBezTo>
                  <a:pt x="123" y="134"/>
                  <a:pt x="123" y="134"/>
                  <a:pt x="123" y="134"/>
                </a:cubicBezTo>
                <a:cubicBezTo>
                  <a:pt x="142" y="134"/>
                  <a:pt x="142" y="134"/>
                  <a:pt x="142" y="134"/>
                </a:cubicBezTo>
                <a:cubicBezTo>
                  <a:pt x="142" y="128"/>
                  <a:pt x="142" y="128"/>
                  <a:pt x="142" y="128"/>
                </a:cubicBezTo>
                <a:cubicBezTo>
                  <a:pt x="116" y="128"/>
                  <a:pt x="116" y="128"/>
                  <a:pt x="116" y="128"/>
                </a:cubicBezTo>
                <a:cubicBezTo>
                  <a:pt x="116" y="162"/>
                  <a:pt x="116" y="162"/>
                  <a:pt x="116" y="162"/>
                </a:cubicBezTo>
                <a:cubicBezTo>
                  <a:pt x="142" y="162"/>
                  <a:pt x="142" y="162"/>
                  <a:pt x="142" y="162"/>
                </a:cubicBezTo>
                <a:cubicBezTo>
                  <a:pt x="142" y="156"/>
                  <a:pt x="142" y="156"/>
                  <a:pt x="142" y="156"/>
                </a:cubicBezTo>
                <a:cubicBezTo>
                  <a:pt x="123" y="156"/>
                  <a:pt x="123" y="156"/>
                  <a:pt x="123" y="156"/>
                </a:cubicBezTo>
                <a:cubicBezTo>
                  <a:pt x="123" y="147"/>
                  <a:pt x="123" y="147"/>
                  <a:pt x="123" y="147"/>
                </a:cubicBezTo>
                <a:lnTo>
                  <a:pt x="140" y="147"/>
                </a:lnTo>
                <a:close/>
                <a:moveTo>
                  <a:pt x="94" y="149"/>
                </a:moveTo>
                <a:cubicBezTo>
                  <a:pt x="97" y="149"/>
                  <a:pt x="100" y="149"/>
                  <a:pt x="102" y="149"/>
                </a:cubicBezTo>
                <a:cubicBezTo>
                  <a:pt x="103" y="148"/>
                  <a:pt x="104" y="148"/>
                  <a:pt x="105" y="147"/>
                </a:cubicBezTo>
                <a:cubicBezTo>
                  <a:pt x="106" y="146"/>
                  <a:pt x="107" y="145"/>
                  <a:pt x="108" y="144"/>
                </a:cubicBezTo>
                <a:cubicBezTo>
                  <a:pt x="109" y="142"/>
                  <a:pt x="109" y="140"/>
                  <a:pt x="109" y="138"/>
                </a:cubicBezTo>
                <a:cubicBezTo>
                  <a:pt x="109" y="136"/>
                  <a:pt x="109" y="133"/>
                  <a:pt x="107" y="132"/>
                </a:cubicBezTo>
                <a:cubicBezTo>
                  <a:pt x="106" y="130"/>
                  <a:pt x="104" y="129"/>
                  <a:pt x="102" y="128"/>
                </a:cubicBezTo>
                <a:cubicBezTo>
                  <a:pt x="101" y="128"/>
                  <a:pt x="98" y="128"/>
                  <a:pt x="94" y="128"/>
                </a:cubicBezTo>
                <a:cubicBezTo>
                  <a:pt x="83" y="128"/>
                  <a:pt x="83" y="128"/>
                  <a:pt x="83" y="128"/>
                </a:cubicBezTo>
                <a:cubicBezTo>
                  <a:pt x="83" y="162"/>
                  <a:pt x="83" y="162"/>
                  <a:pt x="83" y="162"/>
                </a:cubicBezTo>
                <a:cubicBezTo>
                  <a:pt x="90" y="162"/>
                  <a:pt x="90" y="162"/>
                  <a:pt x="90" y="162"/>
                </a:cubicBezTo>
                <a:cubicBezTo>
                  <a:pt x="90" y="149"/>
                  <a:pt x="90" y="149"/>
                  <a:pt x="90" y="149"/>
                </a:cubicBezTo>
                <a:lnTo>
                  <a:pt x="94" y="149"/>
                </a:lnTo>
                <a:close/>
                <a:moveTo>
                  <a:pt x="55" y="162"/>
                </a:moveTo>
                <a:cubicBezTo>
                  <a:pt x="61" y="162"/>
                  <a:pt x="61" y="162"/>
                  <a:pt x="61" y="162"/>
                </a:cubicBezTo>
                <a:cubicBezTo>
                  <a:pt x="68" y="135"/>
                  <a:pt x="68" y="135"/>
                  <a:pt x="68" y="135"/>
                </a:cubicBezTo>
                <a:cubicBezTo>
                  <a:pt x="68" y="162"/>
                  <a:pt x="68" y="162"/>
                  <a:pt x="68" y="162"/>
                </a:cubicBezTo>
                <a:cubicBezTo>
                  <a:pt x="75" y="162"/>
                  <a:pt x="75" y="162"/>
                  <a:pt x="75" y="162"/>
                </a:cubicBezTo>
                <a:cubicBezTo>
                  <a:pt x="75" y="128"/>
                  <a:pt x="75" y="128"/>
                  <a:pt x="75" y="128"/>
                </a:cubicBezTo>
                <a:cubicBezTo>
                  <a:pt x="64" y="128"/>
                  <a:pt x="64" y="128"/>
                  <a:pt x="64" y="128"/>
                </a:cubicBezTo>
                <a:cubicBezTo>
                  <a:pt x="58" y="151"/>
                  <a:pt x="58" y="151"/>
                  <a:pt x="58" y="151"/>
                </a:cubicBezTo>
                <a:cubicBezTo>
                  <a:pt x="52" y="128"/>
                  <a:pt x="52" y="128"/>
                  <a:pt x="52" y="128"/>
                </a:cubicBezTo>
                <a:cubicBezTo>
                  <a:pt x="42" y="128"/>
                  <a:pt x="42" y="128"/>
                  <a:pt x="42" y="128"/>
                </a:cubicBezTo>
                <a:cubicBezTo>
                  <a:pt x="42" y="162"/>
                  <a:pt x="42" y="162"/>
                  <a:pt x="42" y="162"/>
                </a:cubicBezTo>
                <a:cubicBezTo>
                  <a:pt x="48" y="162"/>
                  <a:pt x="48" y="162"/>
                  <a:pt x="48" y="162"/>
                </a:cubicBezTo>
                <a:cubicBezTo>
                  <a:pt x="48" y="135"/>
                  <a:pt x="48" y="135"/>
                  <a:pt x="48" y="135"/>
                </a:cubicBezTo>
                <a:lnTo>
                  <a:pt x="55" y="162"/>
                </a:lnTo>
                <a:close/>
                <a:moveTo>
                  <a:pt x="180" y="144"/>
                </a:moveTo>
                <a:cubicBezTo>
                  <a:pt x="165" y="144"/>
                  <a:pt x="165" y="144"/>
                  <a:pt x="165" y="144"/>
                </a:cubicBezTo>
                <a:cubicBezTo>
                  <a:pt x="165" y="150"/>
                  <a:pt x="165" y="150"/>
                  <a:pt x="165" y="150"/>
                </a:cubicBezTo>
                <a:cubicBezTo>
                  <a:pt x="173" y="150"/>
                  <a:pt x="173" y="150"/>
                  <a:pt x="173" y="150"/>
                </a:cubicBezTo>
                <a:cubicBezTo>
                  <a:pt x="173" y="154"/>
                  <a:pt x="173" y="154"/>
                  <a:pt x="173" y="154"/>
                </a:cubicBezTo>
                <a:cubicBezTo>
                  <a:pt x="172" y="155"/>
                  <a:pt x="171" y="155"/>
                  <a:pt x="169" y="156"/>
                </a:cubicBezTo>
                <a:cubicBezTo>
                  <a:pt x="168" y="157"/>
                  <a:pt x="167" y="157"/>
                  <a:pt x="165" y="157"/>
                </a:cubicBezTo>
                <a:cubicBezTo>
                  <a:pt x="162" y="157"/>
                  <a:pt x="160" y="156"/>
                  <a:pt x="158" y="154"/>
                </a:cubicBezTo>
                <a:cubicBezTo>
                  <a:pt x="156" y="152"/>
                  <a:pt x="155" y="149"/>
                  <a:pt x="155" y="145"/>
                </a:cubicBezTo>
                <a:cubicBezTo>
                  <a:pt x="155" y="141"/>
                  <a:pt x="156" y="138"/>
                  <a:pt x="158" y="136"/>
                </a:cubicBezTo>
                <a:cubicBezTo>
                  <a:pt x="160" y="134"/>
                  <a:pt x="162" y="133"/>
                  <a:pt x="165" y="133"/>
                </a:cubicBezTo>
                <a:cubicBezTo>
                  <a:pt x="167" y="133"/>
                  <a:pt x="169" y="134"/>
                  <a:pt x="170" y="135"/>
                </a:cubicBezTo>
                <a:cubicBezTo>
                  <a:pt x="171" y="136"/>
                  <a:pt x="172" y="137"/>
                  <a:pt x="173" y="139"/>
                </a:cubicBezTo>
                <a:cubicBezTo>
                  <a:pt x="180" y="137"/>
                  <a:pt x="180" y="137"/>
                  <a:pt x="180" y="137"/>
                </a:cubicBezTo>
                <a:cubicBezTo>
                  <a:pt x="179" y="134"/>
                  <a:pt x="178" y="132"/>
                  <a:pt x="175" y="130"/>
                </a:cubicBezTo>
                <a:cubicBezTo>
                  <a:pt x="173" y="128"/>
                  <a:pt x="169" y="127"/>
                  <a:pt x="165" y="127"/>
                </a:cubicBezTo>
                <a:cubicBezTo>
                  <a:pt x="162" y="127"/>
                  <a:pt x="159" y="128"/>
                  <a:pt x="157" y="129"/>
                </a:cubicBezTo>
                <a:cubicBezTo>
                  <a:pt x="154" y="130"/>
                  <a:pt x="152" y="133"/>
                  <a:pt x="150" y="135"/>
                </a:cubicBezTo>
                <a:cubicBezTo>
                  <a:pt x="149" y="138"/>
                  <a:pt x="148" y="141"/>
                  <a:pt x="148" y="145"/>
                </a:cubicBezTo>
                <a:cubicBezTo>
                  <a:pt x="148" y="148"/>
                  <a:pt x="149" y="151"/>
                  <a:pt x="150" y="154"/>
                </a:cubicBezTo>
                <a:cubicBezTo>
                  <a:pt x="151" y="157"/>
                  <a:pt x="153" y="159"/>
                  <a:pt x="156" y="160"/>
                </a:cubicBezTo>
                <a:cubicBezTo>
                  <a:pt x="159" y="162"/>
                  <a:pt x="162" y="163"/>
                  <a:pt x="166" y="163"/>
                </a:cubicBezTo>
                <a:cubicBezTo>
                  <a:pt x="168" y="163"/>
                  <a:pt x="171" y="162"/>
                  <a:pt x="174" y="161"/>
                </a:cubicBezTo>
                <a:cubicBezTo>
                  <a:pt x="177" y="160"/>
                  <a:pt x="179" y="159"/>
                  <a:pt x="180" y="157"/>
                </a:cubicBezTo>
                <a:lnTo>
                  <a:pt x="180" y="144"/>
                </a:lnTo>
                <a:close/>
                <a:moveTo>
                  <a:pt x="90" y="134"/>
                </a:moveTo>
                <a:cubicBezTo>
                  <a:pt x="93" y="134"/>
                  <a:pt x="93" y="134"/>
                  <a:pt x="93" y="134"/>
                </a:cubicBezTo>
                <a:cubicBezTo>
                  <a:pt x="96" y="134"/>
                  <a:pt x="97" y="134"/>
                  <a:pt x="98" y="134"/>
                </a:cubicBezTo>
                <a:cubicBezTo>
                  <a:pt x="99" y="134"/>
                  <a:pt x="100" y="135"/>
                  <a:pt x="101" y="135"/>
                </a:cubicBezTo>
                <a:cubicBezTo>
                  <a:pt x="102" y="136"/>
                  <a:pt x="102" y="137"/>
                  <a:pt x="102" y="138"/>
                </a:cubicBezTo>
                <a:cubicBezTo>
                  <a:pt x="102" y="139"/>
                  <a:pt x="102" y="140"/>
                  <a:pt x="101" y="141"/>
                </a:cubicBezTo>
                <a:cubicBezTo>
                  <a:pt x="101" y="142"/>
                  <a:pt x="100" y="142"/>
                  <a:pt x="99" y="143"/>
                </a:cubicBezTo>
                <a:cubicBezTo>
                  <a:pt x="98" y="143"/>
                  <a:pt x="96" y="143"/>
                  <a:pt x="94" y="143"/>
                </a:cubicBezTo>
                <a:cubicBezTo>
                  <a:pt x="90" y="143"/>
                  <a:pt x="90" y="143"/>
                  <a:pt x="90" y="143"/>
                </a:cubicBezTo>
                <a:lnTo>
                  <a:pt x="90" y="134"/>
                </a:lnTo>
                <a:close/>
                <a:moveTo>
                  <a:pt x="54" y="29"/>
                </a:moveTo>
                <a:cubicBezTo>
                  <a:pt x="71" y="29"/>
                  <a:pt x="86" y="43"/>
                  <a:pt x="86" y="60"/>
                </a:cubicBezTo>
                <a:cubicBezTo>
                  <a:pt x="86" y="78"/>
                  <a:pt x="71" y="95"/>
                  <a:pt x="54" y="95"/>
                </a:cubicBezTo>
                <a:cubicBezTo>
                  <a:pt x="36" y="95"/>
                  <a:pt x="22" y="78"/>
                  <a:pt x="22" y="60"/>
                </a:cubicBezTo>
                <a:cubicBezTo>
                  <a:pt x="22" y="43"/>
                  <a:pt x="36" y="29"/>
                  <a:pt x="54" y="29"/>
                </a:cubicBezTo>
                <a:close/>
                <a:moveTo>
                  <a:pt x="54" y="85"/>
                </a:moveTo>
                <a:cubicBezTo>
                  <a:pt x="66" y="85"/>
                  <a:pt x="76" y="73"/>
                  <a:pt x="76" y="60"/>
                </a:cubicBezTo>
                <a:cubicBezTo>
                  <a:pt x="76" y="48"/>
                  <a:pt x="66" y="38"/>
                  <a:pt x="54" y="38"/>
                </a:cubicBezTo>
                <a:cubicBezTo>
                  <a:pt x="41" y="38"/>
                  <a:pt x="31" y="48"/>
                  <a:pt x="31" y="60"/>
                </a:cubicBezTo>
                <a:cubicBezTo>
                  <a:pt x="31" y="73"/>
                  <a:pt x="41" y="85"/>
                  <a:pt x="54" y="85"/>
                </a:cubicBezTo>
                <a:close/>
                <a:moveTo>
                  <a:pt x="48" y="78"/>
                </a:moveTo>
                <a:cubicBezTo>
                  <a:pt x="48" y="43"/>
                  <a:pt x="48" y="43"/>
                  <a:pt x="48" y="43"/>
                </a:cubicBezTo>
                <a:cubicBezTo>
                  <a:pt x="67" y="61"/>
                  <a:pt x="67" y="61"/>
                  <a:pt x="67" y="61"/>
                </a:cubicBezTo>
                <a:lnTo>
                  <a:pt x="48" y="78"/>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217"/>
          <p:cNvSpPr>
            <a:spLocks noEditPoints="1"/>
          </p:cNvSpPr>
          <p:nvPr/>
        </p:nvSpPr>
        <p:spPr bwMode="auto">
          <a:xfrm>
            <a:off x="671826" y="5815100"/>
            <a:ext cx="395288" cy="398463"/>
          </a:xfrm>
          <a:custGeom>
            <a:avLst/>
            <a:gdLst>
              <a:gd name="T0" fmla="*/ 164 w 200"/>
              <a:gd name="T1" fmla="*/ 177 h 201"/>
              <a:gd name="T2" fmla="*/ 144 w 200"/>
              <a:gd name="T3" fmla="*/ 201 h 201"/>
              <a:gd name="T4" fmla="*/ 0 w 200"/>
              <a:gd name="T5" fmla="*/ 181 h 201"/>
              <a:gd name="T6" fmla="*/ 20 w 200"/>
              <a:gd name="T7" fmla="*/ 1 h 201"/>
              <a:gd name="T8" fmla="*/ 107 w 200"/>
              <a:gd name="T9" fmla="*/ 1 h 201"/>
              <a:gd name="T10" fmla="*/ 108 w 200"/>
              <a:gd name="T11" fmla="*/ 1 h 201"/>
              <a:gd name="T12" fmla="*/ 108 w 200"/>
              <a:gd name="T13" fmla="*/ 1 h 201"/>
              <a:gd name="T14" fmla="*/ 164 w 200"/>
              <a:gd name="T15" fmla="*/ 61 h 201"/>
              <a:gd name="T16" fmla="*/ 164 w 200"/>
              <a:gd name="T17" fmla="*/ 62 h 201"/>
              <a:gd name="T18" fmla="*/ 164 w 200"/>
              <a:gd name="T19" fmla="*/ 109 h 201"/>
              <a:gd name="T20" fmla="*/ 200 w 200"/>
              <a:gd name="T21" fmla="*/ 129 h 201"/>
              <a:gd name="T22" fmla="*/ 180 w 200"/>
              <a:gd name="T23" fmla="*/ 177 h 201"/>
              <a:gd name="T24" fmla="*/ 108 w 200"/>
              <a:gd name="T25" fmla="*/ 41 h 201"/>
              <a:gd name="T26" fmla="*/ 151 w 200"/>
              <a:gd name="T27" fmla="*/ 61 h 201"/>
              <a:gd name="T28" fmla="*/ 156 w 200"/>
              <a:gd name="T29" fmla="*/ 69 h 201"/>
              <a:gd name="T30" fmla="*/ 100 w 200"/>
              <a:gd name="T31" fmla="*/ 49 h 201"/>
              <a:gd name="T32" fmla="*/ 28 w 200"/>
              <a:gd name="T33" fmla="*/ 9 h 201"/>
              <a:gd name="T34" fmla="*/ 8 w 200"/>
              <a:gd name="T35" fmla="*/ 173 h 201"/>
              <a:gd name="T36" fmla="*/ 136 w 200"/>
              <a:gd name="T37" fmla="*/ 193 h 201"/>
              <a:gd name="T38" fmla="*/ 64 w 200"/>
              <a:gd name="T39" fmla="*/ 177 h 201"/>
              <a:gd name="T40" fmla="*/ 44 w 200"/>
              <a:gd name="T41" fmla="*/ 129 h 201"/>
              <a:gd name="T42" fmla="*/ 156 w 200"/>
              <a:gd name="T43" fmla="*/ 109 h 201"/>
              <a:gd name="T44" fmla="*/ 122 w 200"/>
              <a:gd name="T45" fmla="*/ 149 h 201"/>
              <a:gd name="T46" fmla="*/ 133 w 200"/>
              <a:gd name="T47" fmla="*/ 147 h 201"/>
              <a:gd name="T48" fmla="*/ 137 w 200"/>
              <a:gd name="T49" fmla="*/ 138 h 201"/>
              <a:gd name="T50" fmla="*/ 130 w 200"/>
              <a:gd name="T51" fmla="*/ 128 h 201"/>
              <a:gd name="T52" fmla="*/ 111 w 200"/>
              <a:gd name="T53" fmla="*/ 128 h 201"/>
              <a:gd name="T54" fmla="*/ 118 w 200"/>
              <a:gd name="T55" fmla="*/ 162 h 201"/>
              <a:gd name="T56" fmla="*/ 122 w 200"/>
              <a:gd name="T57" fmla="*/ 149 h 201"/>
              <a:gd name="T58" fmla="*/ 96 w 200"/>
              <a:gd name="T59" fmla="*/ 149 h 201"/>
              <a:gd name="T60" fmla="*/ 103 w 200"/>
              <a:gd name="T61" fmla="*/ 144 h 201"/>
              <a:gd name="T62" fmla="*/ 102 w 200"/>
              <a:gd name="T63" fmla="*/ 132 h 201"/>
              <a:gd name="T64" fmla="*/ 89 w 200"/>
              <a:gd name="T65" fmla="*/ 128 h 201"/>
              <a:gd name="T66" fmla="*/ 78 w 200"/>
              <a:gd name="T67" fmla="*/ 162 h 201"/>
              <a:gd name="T68" fmla="*/ 85 w 200"/>
              <a:gd name="T69" fmla="*/ 149 h 201"/>
              <a:gd name="T70" fmla="*/ 169 w 200"/>
              <a:gd name="T71" fmla="*/ 128 h 201"/>
              <a:gd name="T72" fmla="*/ 142 w 200"/>
              <a:gd name="T73" fmla="*/ 134 h 201"/>
              <a:gd name="T74" fmla="*/ 152 w 200"/>
              <a:gd name="T75" fmla="*/ 162 h 201"/>
              <a:gd name="T76" fmla="*/ 159 w 200"/>
              <a:gd name="T77" fmla="*/ 134 h 201"/>
              <a:gd name="T78" fmla="*/ 169 w 200"/>
              <a:gd name="T79" fmla="*/ 128 h 201"/>
              <a:gd name="T80" fmla="*/ 88 w 200"/>
              <a:gd name="T81" fmla="*/ 134 h 201"/>
              <a:gd name="T82" fmla="*/ 96 w 200"/>
              <a:gd name="T83" fmla="*/ 135 h 201"/>
              <a:gd name="T84" fmla="*/ 96 w 200"/>
              <a:gd name="T85" fmla="*/ 141 h 201"/>
              <a:gd name="T86" fmla="*/ 88 w 200"/>
              <a:gd name="T87" fmla="*/ 143 h 201"/>
              <a:gd name="T88" fmla="*/ 85 w 200"/>
              <a:gd name="T89" fmla="*/ 134 h 201"/>
              <a:gd name="T90" fmla="*/ 121 w 200"/>
              <a:gd name="T91" fmla="*/ 134 h 201"/>
              <a:gd name="T92" fmla="*/ 129 w 200"/>
              <a:gd name="T93" fmla="*/ 135 h 201"/>
              <a:gd name="T94" fmla="*/ 129 w 200"/>
              <a:gd name="T95" fmla="*/ 141 h 201"/>
              <a:gd name="T96" fmla="*/ 122 w 200"/>
              <a:gd name="T97" fmla="*/ 143 h 201"/>
              <a:gd name="T98" fmla="*/ 118 w 200"/>
              <a:gd name="T99" fmla="*/ 134 h 201"/>
              <a:gd name="T100" fmla="*/ 20 w 200"/>
              <a:gd name="T101" fmla="*/ 89 h 201"/>
              <a:gd name="T102" fmla="*/ 36 w 200"/>
              <a:gd name="T103" fmla="*/ 41 h 201"/>
              <a:gd name="T104" fmla="*/ 44 w 200"/>
              <a:gd name="T105" fmla="*/ 89 h 201"/>
              <a:gd name="T106" fmla="*/ 60 w 200"/>
              <a:gd name="T107" fmla="*/ 25 h 201"/>
              <a:gd name="T108" fmla="*/ 68 w 200"/>
              <a:gd name="T109" fmla="*/ 89 h 201"/>
              <a:gd name="T110" fmla="*/ 84 w 200"/>
              <a:gd name="T111" fmla="*/ 53 h 201"/>
              <a:gd name="T112" fmla="*/ 88 w 200"/>
              <a:gd name="T113" fmla="*/ 89 h 201"/>
              <a:gd name="T114" fmla="*/ 16 w 200"/>
              <a:gd name="T115" fmla="*/ 93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0" h="201">
                <a:moveTo>
                  <a:pt x="180" y="177"/>
                </a:moveTo>
                <a:cubicBezTo>
                  <a:pt x="164" y="177"/>
                  <a:pt x="164" y="177"/>
                  <a:pt x="164" y="177"/>
                </a:cubicBezTo>
                <a:cubicBezTo>
                  <a:pt x="164" y="181"/>
                  <a:pt x="164" y="181"/>
                  <a:pt x="164" y="181"/>
                </a:cubicBezTo>
                <a:cubicBezTo>
                  <a:pt x="164" y="192"/>
                  <a:pt x="155" y="201"/>
                  <a:pt x="144" y="201"/>
                </a:cubicBezTo>
                <a:cubicBezTo>
                  <a:pt x="20" y="201"/>
                  <a:pt x="20" y="201"/>
                  <a:pt x="20" y="201"/>
                </a:cubicBezTo>
                <a:cubicBezTo>
                  <a:pt x="9" y="201"/>
                  <a:pt x="0" y="192"/>
                  <a:pt x="0" y="181"/>
                </a:cubicBezTo>
                <a:cubicBezTo>
                  <a:pt x="0" y="21"/>
                  <a:pt x="0" y="21"/>
                  <a:pt x="0" y="21"/>
                </a:cubicBezTo>
                <a:cubicBezTo>
                  <a:pt x="0" y="10"/>
                  <a:pt x="9" y="1"/>
                  <a:pt x="20" y="1"/>
                </a:cubicBezTo>
                <a:cubicBezTo>
                  <a:pt x="100" y="1"/>
                  <a:pt x="100" y="1"/>
                  <a:pt x="100" y="1"/>
                </a:cubicBezTo>
                <a:cubicBezTo>
                  <a:pt x="107" y="1"/>
                  <a:pt x="107" y="1"/>
                  <a:pt x="107" y="1"/>
                </a:cubicBezTo>
                <a:cubicBezTo>
                  <a:pt x="107" y="0"/>
                  <a:pt x="107" y="0"/>
                  <a:pt x="107" y="0"/>
                </a:cubicBezTo>
                <a:cubicBezTo>
                  <a:pt x="108" y="1"/>
                  <a:pt x="108" y="1"/>
                  <a:pt x="108" y="1"/>
                </a:cubicBezTo>
                <a:cubicBezTo>
                  <a:pt x="108" y="1"/>
                  <a:pt x="108" y="1"/>
                  <a:pt x="108" y="1"/>
                </a:cubicBezTo>
                <a:cubicBezTo>
                  <a:pt x="108" y="1"/>
                  <a:pt x="108" y="1"/>
                  <a:pt x="108" y="1"/>
                </a:cubicBezTo>
                <a:cubicBezTo>
                  <a:pt x="163" y="61"/>
                  <a:pt x="163" y="61"/>
                  <a:pt x="163" y="61"/>
                </a:cubicBezTo>
                <a:cubicBezTo>
                  <a:pt x="164" y="61"/>
                  <a:pt x="164" y="61"/>
                  <a:pt x="164" y="61"/>
                </a:cubicBezTo>
                <a:cubicBezTo>
                  <a:pt x="164" y="61"/>
                  <a:pt x="164" y="61"/>
                  <a:pt x="164" y="61"/>
                </a:cubicBezTo>
                <a:cubicBezTo>
                  <a:pt x="164" y="62"/>
                  <a:pt x="164" y="62"/>
                  <a:pt x="164" y="62"/>
                </a:cubicBezTo>
                <a:cubicBezTo>
                  <a:pt x="164" y="62"/>
                  <a:pt x="164" y="62"/>
                  <a:pt x="164" y="62"/>
                </a:cubicBezTo>
                <a:cubicBezTo>
                  <a:pt x="164" y="109"/>
                  <a:pt x="164" y="109"/>
                  <a:pt x="164" y="109"/>
                </a:cubicBezTo>
                <a:cubicBezTo>
                  <a:pt x="180" y="109"/>
                  <a:pt x="180" y="109"/>
                  <a:pt x="180" y="109"/>
                </a:cubicBezTo>
                <a:cubicBezTo>
                  <a:pt x="191" y="109"/>
                  <a:pt x="200" y="118"/>
                  <a:pt x="200" y="129"/>
                </a:cubicBezTo>
                <a:cubicBezTo>
                  <a:pt x="200" y="157"/>
                  <a:pt x="200" y="157"/>
                  <a:pt x="200" y="157"/>
                </a:cubicBezTo>
                <a:cubicBezTo>
                  <a:pt x="200" y="168"/>
                  <a:pt x="191" y="177"/>
                  <a:pt x="180" y="177"/>
                </a:cubicBezTo>
                <a:close/>
                <a:moveTo>
                  <a:pt x="108" y="15"/>
                </a:moveTo>
                <a:cubicBezTo>
                  <a:pt x="108" y="41"/>
                  <a:pt x="108" y="41"/>
                  <a:pt x="108" y="41"/>
                </a:cubicBezTo>
                <a:cubicBezTo>
                  <a:pt x="108" y="52"/>
                  <a:pt x="117" y="61"/>
                  <a:pt x="128" y="61"/>
                </a:cubicBezTo>
                <a:cubicBezTo>
                  <a:pt x="151" y="61"/>
                  <a:pt x="151" y="61"/>
                  <a:pt x="151" y="61"/>
                </a:cubicBezTo>
                <a:lnTo>
                  <a:pt x="108" y="15"/>
                </a:lnTo>
                <a:close/>
                <a:moveTo>
                  <a:pt x="156" y="69"/>
                </a:moveTo>
                <a:cubicBezTo>
                  <a:pt x="120" y="69"/>
                  <a:pt x="120" y="69"/>
                  <a:pt x="120" y="69"/>
                </a:cubicBezTo>
                <a:cubicBezTo>
                  <a:pt x="109" y="69"/>
                  <a:pt x="100" y="60"/>
                  <a:pt x="100" y="49"/>
                </a:cubicBezTo>
                <a:cubicBezTo>
                  <a:pt x="100" y="9"/>
                  <a:pt x="100" y="9"/>
                  <a:pt x="100" y="9"/>
                </a:cubicBezTo>
                <a:cubicBezTo>
                  <a:pt x="28" y="9"/>
                  <a:pt x="28" y="9"/>
                  <a:pt x="28" y="9"/>
                </a:cubicBezTo>
                <a:cubicBezTo>
                  <a:pt x="17" y="9"/>
                  <a:pt x="8" y="18"/>
                  <a:pt x="8" y="29"/>
                </a:cubicBezTo>
                <a:cubicBezTo>
                  <a:pt x="8" y="173"/>
                  <a:pt x="8" y="173"/>
                  <a:pt x="8" y="173"/>
                </a:cubicBezTo>
                <a:cubicBezTo>
                  <a:pt x="8" y="184"/>
                  <a:pt x="17" y="193"/>
                  <a:pt x="28" y="193"/>
                </a:cubicBezTo>
                <a:cubicBezTo>
                  <a:pt x="136" y="193"/>
                  <a:pt x="136" y="193"/>
                  <a:pt x="136" y="193"/>
                </a:cubicBezTo>
                <a:cubicBezTo>
                  <a:pt x="145" y="193"/>
                  <a:pt x="154" y="186"/>
                  <a:pt x="155" y="177"/>
                </a:cubicBezTo>
                <a:cubicBezTo>
                  <a:pt x="64" y="177"/>
                  <a:pt x="64" y="177"/>
                  <a:pt x="64" y="177"/>
                </a:cubicBezTo>
                <a:cubicBezTo>
                  <a:pt x="53" y="177"/>
                  <a:pt x="44" y="168"/>
                  <a:pt x="44" y="157"/>
                </a:cubicBezTo>
                <a:cubicBezTo>
                  <a:pt x="44" y="129"/>
                  <a:pt x="44" y="129"/>
                  <a:pt x="44" y="129"/>
                </a:cubicBezTo>
                <a:cubicBezTo>
                  <a:pt x="44" y="118"/>
                  <a:pt x="53" y="109"/>
                  <a:pt x="64" y="109"/>
                </a:cubicBezTo>
                <a:cubicBezTo>
                  <a:pt x="156" y="109"/>
                  <a:pt x="156" y="109"/>
                  <a:pt x="156" y="109"/>
                </a:cubicBezTo>
                <a:lnTo>
                  <a:pt x="156" y="69"/>
                </a:lnTo>
                <a:close/>
                <a:moveTo>
                  <a:pt x="122" y="149"/>
                </a:moveTo>
                <a:cubicBezTo>
                  <a:pt x="125" y="149"/>
                  <a:pt x="128" y="149"/>
                  <a:pt x="130" y="149"/>
                </a:cubicBezTo>
                <a:cubicBezTo>
                  <a:pt x="131" y="148"/>
                  <a:pt x="132" y="148"/>
                  <a:pt x="133" y="147"/>
                </a:cubicBezTo>
                <a:cubicBezTo>
                  <a:pt x="134" y="146"/>
                  <a:pt x="135" y="145"/>
                  <a:pt x="136" y="144"/>
                </a:cubicBezTo>
                <a:cubicBezTo>
                  <a:pt x="137" y="142"/>
                  <a:pt x="137" y="140"/>
                  <a:pt x="137" y="138"/>
                </a:cubicBezTo>
                <a:cubicBezTo>
                  <a:pt x="137" y="136"/>
                  <a:pt x="137" y="133"/>
                  <a:pt x="135" y="132"/>
                </a:cubicBezTo>
                <a:cubicBezTo>
                  <a:pt x="134" y="130"/>
                  <a:pt x="132" y="129"/>
                  <a:pt x="130" y="128"/>
                </a:cubicBezTo>
                <a:cubicBezTo>
                  <a:pt x="129" y="128"/>
                  <a:pt x="126" y="128"/>
                  <a:pt x="122" y="128"/>
                </a:cubicBezTo>
                <a:cubicBezTo>
                  <a:pt x="111" y="128"/>
                  <a:pt x="111" y="128"/>
                  <a:pt x="111" y="128"/>
                </a:cubicBezTo>
                <a:cubicBezTo>
                  <a:pt x="111" y="162"/>
                  <a:pt x="111" y="162"/>
                  <a:pt x="111" y="162"/>
                </a:cubicBezTo>
                <a:cubicBezTo>
                  <a:pt x="118" y="162"/>
                  <a:pt x="118" y="162"/>
                  <a:pt x="118" y="162"/>
                </a:cubicBezTo>
                <a:cubicBezTo>
                  <a:pt x="118" y="149"/>
                  <a:pt x="118" y="149"/>
                  <a:pt x="118" y="149"/>
                </a:cubicBezTo>
                <a:lnTo>
                  <a:pt x="122" y="149"/>
                </a:lnTo>
                <a:close/>
                <a:moveTo>
                  <a:pt x="89" y="149"/>
                </a:moveTo>
                <a:cubicBezTo>
                  <a:pt x="92" y="149"/>
                  <a:pt x="95" y="149"/>
                  <a:pt x="96" y="149"/>
                </a:cubicBezTo>
                <a:cubicBezTo>
                  <a:pt x="98" y="148"/>
                  <a:pt x="99" y="148"/>
                  <a:pt x="100" y="147"/>
                </a:cubicBezTo>
                <a:cubicBezTo>
                  <a:pt x="101" y="146"/>
                  <a:pt x="102" y="145"/>
                  <a:pt x="103" y="144"/>
                </a:cubicBezTo>
                <a:cubicBezTo>
                  <a:pt x="104" y="142"/>
                  <a:pt x="104" y="140"/>
                  <a:pt x="104" y="138"/>
                </a:cubicBezTo>
                <a:cubicBezTo>
                  <a:pt x="104" y="136"/>
                  <a:pt x="103" y="133"/>
                  <a:pt x="102" y="132"/>
                </a:cubicBezTo>
                <a:cubicBezTo>
                  <a:pt x="101" y="130"/>
                  <a:pt x="99" y="129"/>
                  <a:pt x="97" y="128"/>
                </a:cubicBezTo>
                <a:cubicBezTo>
                  <a:pt x="96" y="128"/>
                  <a:pt x="93" y="128"/>
                  <a:pt x="89" y="128"/>
                </a:cubicBezTo>
                <a:cubicBezTo>
                  <a:pt x="78" y="128"/>
                  <a:pt x="78" y="128"/>
                  <a:pt x="78" y="128"/>
                </a:cubicBezTo>
                <a:cubicBezTo>
                  <a:pt x="78" y="162"/>
                  <a:pt x="78" y="162"/>
                  <a:pt x="78" y="162"/>
                </a:cubicBezTo>
                <a:cubicBezTo>
                  <a:pt x="85" y="162"/>
                  <a:pt x="85" y="162"/>
                  <a:pt x="85" y="162"/>
                </a:cubicBezTo>
                <a:cubicBezTo>
                  <a:pt x="85" y="149"/>
                  <a:pt x="85" y="149"/>
                  <a:pt x="85" y="149"/>
                </a:cubicBezTo>
                <a:lnTo>
                  <a:pt x="89" y="149"/>
                </a:lnTo>
                <a:close/>
                <a:moveTo>
                  <a:pt x="169" y="128"/>
                </a:moveTo>
                <a:cubicBezTo>
                  <a:pt x="142" y="128"/>
                  <a:pt x="142" y="128"/>
                  <a:pt x="142" y="128"/>
                </a:cubicBezTo>
                <a:cubicBezTo>
                  <a:pt x="142" y="134"/>
                  <a:pt x="142" y="134"/>
                  <a:pt x="142" y="134"/>
                </a:cubicBezTo>
                <a:cubicBezTo>
                  <a:pt x="152" y="134"/>
                  <a:pt x="152" y="134"/>
                  <a:pt x="152" y="134"/>
                </a:cubicBezTo>
                <a:cubicBezTo>
                  <a:pt x="152" y="162"/>
                  <a:pt x="152" y="162"/>
                  <a:pt x="152" y="162"/>
                </a:cubicBezTo>
                <a:cubicBezTo>
                  <a:pt x="159" y="162"/>
                  <a:pt x="159" y="162"/>
                  <a:pt x="159" y="162"/>
                </a:cubicBezTo>
                <a:cubicBezTo>
                  <a:pt x="159" y="134"/>
                  <a:pt x="159" y="134"/>
                  <a:pt x="159" y="134"/>
                </a:cubicBezTo>
                <a:cubicBezTo>
                  <a:pt x="169" y="134"/>
                  <a:pt x="169" y="134"/>
                  <a:pt x="169" y="134"/>
                </a:cubicBezTo>
                <a:lnTo>
                  <a:pt x="169" y="128"/>
                </a:lnTo>
                <a:close/>
                <a:moveTo>
                  <a:pt x="85" y="134"/>
                </a:moveTo>
                <a:cubicBezTo>
                  <a:pt x="88" y="134"/>
                  <a:pt x="88" y="134"/>
                  <a:pt x="88" y="134"/>
                </a:cubicBezTo>
                <a:cubicBezTo>
                  <a:pt x="90" y="134"/>
                  <a:pt x="92" y="134"/>
                  <a:pt x="93" y="134"/>
                </a:cubicBezTo>
                <a:cubicBezTo>
                  <a:pt x="94" y="134"/>
                  <a:pt x="95" y="135"/>
                  <a:pt x="96" y="135"/>
                </a:cubicBezTo>
                <a:cubicBezTo>
                  <a:pt x="96" y="136"/>
                  <a:pt x="97" y="137"/>
                  <a:pt x="97" y="138"/>
                </a:cubicBezTo>
                <a:cubicBezTo>
                  <a:pt x="97" y="139"/>
                  <a:pt x="97" y="140"/>
                  <a:pt x="96" y="141"/>
                </a:cubicBezTo>
                <a:cubicBezTo>
                  <a:pt x="96" y="142"/>
                  <a:pt x="95" y="142"/>
                  <a:pt x="94" y="143"/>
                </a:cubicBezTo>
                <a:cubicBezTo>
                  <a:pt x="93" y="143"/>
                  <a:pt x="91" y="143"/>
                  <a:pt x="88" y="143"/>
                </a:cubicBezTo>
                <a:cubicBezTo>
                  <a:pt x="85" y="143"/>
                  <a:pt x="85" y="143"/>
                  <a:pt x="85" y="143"/>
                </a:cubicBezTo>
                <a:lnTo>
                  <a:pt x="85" y="134"/>
                </a:lnTo>
                <a:close/>
                <a:moveTo>
                  <a:pt x="118" y="134"/>
                </a:moveTo>
                <a:cubicBezTo>
                  <a:pt x="121" y="134"/>
                  <a:pt x="121" y="134"/>
                  <a:pt x="121" y="134"/>
                </a:cubicBezTo>
                <a:cubicBezTo>
                  <a:pt x="124" y="134"/>
                  <a:pt x="125" y="134"/>
                  <a:pt x="126" y="134"/>
                </a:cubicBezTo>
                <a:cubicBezTo>
                  <a:pt x="127" y="134"/>
                  <a:pt x="128" y="135"/>
                  <a:pt x="129" y="135"/>
                </a:cubicBezTo>
                <a:cubicBezTo>
                  <a:pt x="130" y="136"/>
                  <a:pt x="130" y="137"/>
                  <a:pt x="130" y="138"/>
                </a:cubicBezTo>
                <a:cubicBezTo>
                  <a:pt x="130" y="139"/>
                  <a:pt x="130" y="140"/>
                  <a:pt x="129" y="141"/>
                </a:cubicBezTo>
                <a:cubicBezTo>
                  <a:pt x="129" y="142"/>
                  <a:pt x="128" y="142"/>
                  <a:pt x="127" y="143"/>
                </a:cubicBezTo>
                <a:cubicBezTo>
                  <a:pt x="126" y="143"/>
                  <a:pt x="124" y="143"/>
                  <a:pt x="122" y="143"/>
                </a:cubicBezTo>
                <a:cubicBezTo>
                  <a:pt x="118" y="143"/>
                  <a:pt x="118" y="143"/>
                  <a:pt x="118" y="143"/>
                </a:cubicBezTo>
                <a:lnTo>
                  <a:pt x="118" y="134"/>
                </a:lnTo>
                <a:close/>
                <a:moveTo>
                  <a:pt x="16" y="89"/>
                </a:moveTo>
                <a:cubicBezTo>
                  <a:pt x="20" y="89"/>
                  <a:pt x="20" y="89"/>
                  <a:pt x="20" y="89"/>
                </a:cubicBezTo>
                <a:cubicBezTo>
                  <a:pt x="20" y="41"/>
                  <a:pt x="20" y="41"/>
                  <a:pt x="20" y="41"/>
                </a:cubicBezTo>
                <a:cubicBezTo>
                  <a:pt x="36" y="41"/>
                  <a:pt x="36" y="41"/>
                  <a:pt x="36" y="41"/>
                </a:cubicBezTo>
                <a:cubicBezTo>
                  <a:pt x="36" y="89"/>
                  <a:pt x="36" y="89"/>
                  <a:pt x="36" y="89"/>
                </a:cubicBezTo>
                <a:cubicBezTo>
                  <a:pt x="44" y="89"/>
                  <a:pt x="44" y="89"/>
                  <a:pt x="44" y="89"/>
                </a:cubicBezTo>
                <a:cubicBezTo>
                  <a:pt x="44" y="25"/>
                  <a:pt x="44" y="25"/>
                  <a:pt x="44" y="25"/>
                </a:cubicBezTo>
                <a:cubicBezTo>
                  <a:pt x="60" y="25"/>
                  <a:pt x="60" y="25"/>
                  <a:pt x="60" y="25"/>
                </a:cubicBezTo>
                <a:cubicBezTo>
                  <a:pt x="60" y="89"/>
                  <a:pt x="60" y="89"/>
                  <a:pt x="60" y="89"/>
                </a:cubicBezTo>
                <a:cubicBezTo>
                  <a:pt x="68" y="89"/>
                  <a:pt x="68" y="89"/>
                  <a:pt x="68" y="89"/>
                </a:cubicBezTo>
                <a:cubicBezTo>
                  <a:pt x="68" y="53"/>
                  <a:pt x="68" y="53"/>
                  <a:pt x="68" y="53"/>
                </a:cubicBezTo>
                <a:cubicBezTo>
                  <a:pt x="84" y="53"/>
                  <a:pt x="84" y="53"/>
                  <a:pt x="84" y="53"/>
                </a:cubicBezTo>
                <a:cubicBezTo>
                  <a:pt x="84" y="89"/>
                  <a:pt x="84" y="89"/>
                  <a:pt x="84" y="89"/>
                </a:cubicBezTo>
                <a:cubicBezTo>
                  <a:pt x="88" y="89"/>
                  <a:pt x="88" y="89"/>
                  <a:pt x="88" y="89"/>
                </a:cubicBezTo>
                <a:cubicBezTo>
                  <a:pt x="88" y="93"/>
                  <a:pt x="88" y="93"/>
                  <a:pt x="88" y="93"/>
                </a:cubicBezTo>
                <a:cubicBezTo>
                  <a:pt x="16" y="93"/>
                  <a:pt x="16" y="93"/>
                  <a:pt x="16" y="93"/>
                </a:cubicBezTo>
                <a:lnTo>
                  <a:pt x="16" y="89"/>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218"/>
          <p:cNvSpPr>
            <a:spLocks noEditPoints="1"/>
          </p:cNvSpPr>
          <p:nvPr/>
        </p:nvSpPr>
        <p:spPr bwMode="auto">
          <a:xfrm>
            <a:off x="1163951" y="5803988"/>
            <a:ext cx="395288" cy="396875"/>
          </a:xfrm>
          <a:custGeom>
            <a:avLst/>
            <a:gdLst>
              <a:gd name="T0" fmla="*/ 164 w 200"/>
              <a:gd name="T1" fmla="*/ 181 h 201"/>
              <a:gd name="T2" fmla="*/ 0 w 200"/>
              <a:gd name="T3" fmla="*/ 181 h 201"/>
              <a:gd name="T4" fmla="*/ 100 w 200"/>
              <a:gd name="T5" fmla="*/ 1 h 201"/>
              <a:gd name="T6" fmla="*/ 108 w 200"/>
              <a:gd name="T7" fmla="*/ 1 h 201"/>
              <a:gd name="T8" fmla="*/ 163 w 200"/>
              <a:gd name="T9" fmla="*/ 61 h 201"/>
              <a:gd name="T10" fmla="*/ 164 w 200"/>
              <a:gd name="T11" fmla="*/ 62 h 201"/>
              <a:gd name="T12" fmla="*/ 180 w 200"/>
              <a:gd name="T13" fmla="*/ 109 h 201"/>
              <a:gd name="T14" fmla="*/ 180 w 200"/>
              <a:gd name="T15" fmla="*/ 177 h 201"/>
              <a:gd name="T16" fmla="*/ 128 w 200"/>
              <a:gd name="T17" fmla="*/ 61 h 201"/>
              <a:gd name="T18" fmla="*/ 156 w 200"/>
              <a:gd name="T19" fmla="*/ 69 h 201"/>
              <a:gd name="T20" fmla="*/ 100 w 200"/>
              <a:gd name="T21" fmla="*/ 9 h 201"/>
              <a:gd name="T22" fmla="*/ 8 w 200"/>
              <a:gd name="T23" fmla="*/ 173 h 201"/>
              <a:gd name="T24" fmla="*/ 155 w 200"/>
              <a:gd name="T25" fmla="*/ 177 h 201"/>
              <a:gd name="T26" fmla="*/ 44 w 200"/>
              <a:gd name="T27" fmla="*/ 129 h 201"/>
              <a:gd name="T28" fmla="*/ 156 w 200"/>
              <a:gd name="T29" fmla="*/ 69 h 201"/>
              <a:gd name="T30" fmla="*/ 134 w 200"/>
              <a:gd name="T31" fmla="*/ 132 h 201"/>
              <a:gd name="T32" fmla="*/ 110 w 200"/>
              <a:gd name="T33" fmla="*/ 128 h 201"/>
              <a:gd name="T34" fmla="*/ 129 w 200"/>
              <a:gd name="T35" fmla="*/ 162 h 201"/>
              <a:gd name="T36" fmla="*/ 138 w 200"/>
              <a:gd name="T37" fmla="*/ 145 h 201"/>
              <a:gd name="T38" fmla="*/ 93 w 200"/>
              <a:gd name="T39" fmla="*/ 135 h 201"/>
              <a:gd name="T40" fmla="*/ 99 w 200"/>
              <a:gd name="T41" fmla="*/ 131 h 201"/>
              <a:gd name="T42" fmla="*/ 72 w 200"/>
              <a:gd name="T43" fmla="*/ 145 h 201"/>
              <a:gd name="T44" fmla="*/ 97 w 200"/>
              <a:gd name="T45" fmla="*/ 160 h 201"/>
              <a:gd name="T46" fmla="*/ 93 w 200"/>
              <a:gd name="T47" fmla="*/ 155 h 201"/>
              <a:gd name="T48" fmla="*/ 80 w 200"/>
              <a:gd name="T49" fmla="*/ 145 h 201"/>
              <a:gd name="T50" fmla="*/ 174 w 200"/>
              <a:gd name="T51" fmla="*/ 138 h 201"/>
              <a:gd name="T52" fmla="*/ 160 w 200"/>
              <a:gd name="T53" fmla="*/ 128 h 201"/>
              <a:gd name="T54" fmla="*/ 152 w 200"/>
              <a:gd name="T55" fmla="*/ 162 h 201"/>
              <a:gd name="T56" fmla="*/ 157 w 200"/>
              <a:gd name="T57" fmla="*/ 148 h 201"/>
              <a:gd name="T58" fmla="*/ 168 w 200"/>
              <a:gd name="T59" fmla="*/ 162 h 201"/>
              <a:gd name="T60" fmla="*/ 168 w 200"/>
              <a:gd name="T61" fmla="*/ 150 h 201"/>
              <a:gd name="T62" fmla="*/ 158 w 200"/>
              <a:gd name="T63" fmla="*/ 142 h 201"/>
              <a:gd name="T64" fmla="*/ 158 w 200"/>
              <a:gd name="T65" fmla="*/ 134 h 201"/>
              <a:gd name="T66" fmla="*/ 166 w 200"/>
              <a:gd name="T67" fmla="*/ 138 h 201"/>
              <a:gd name="T68" fmla="*/ 158 w 200"/>
              <a:gd name="T69" fmla="*/ 142 h 201"/>
              <a:gd name="T70" fmla="*/ 122 w 200"/>
              <a:gd name="T71" fmla="*/ 156 h 201"/>
              <a:gd name="T72" fmla="*/ 120 w 200"/>
              <a:gd name="T73" fmla="*/ 134 h 201"/>
              <a:gd name="T74" fmla="*/ 130 w 200"/>
              <a:gd name="T75" fmla="*/ 139 h 201"/>
              <a:gd name="T76" fmla="*/ 129 w 200"/>
              <a:gd name="T77" fmla="*/ 155 h 201"/>
              <a:gd name="T78" fmla="*/ 48 w 200"/>
              <a:gd name="T79" fmla="*/ 97 h 201"/>
              <a:gd name="T80" fmla="*/ 39 w 200"/>
              <a:gd name="T81" fmla="*/ 99 h 201"/>
              <a:gd name="T82" fmla="*/ 44 w 200"/>
              <a:gd name="T83" fmla="*/ 91 h 201"/>
              <a:gd name="T84" fmla="*/ 38 w 200"/>
              <a:gd name="T85" fmla="*/ 83 h 201"/>
              <a:gd name="T86" fmla="*/ 18 w 200"/>
              <a:gd name="T87" fmla="*/ 70 h 201"/>
              <a:gd name="T88" fmla="*/ 31 w 200"/>
              <a:gd name="T89" fmla="*/ 74 h 201"/>
              <a:gd name="T90" fmla="*/ 57 w 200"/>
              <a:gd name="T91" fmla="*/ 72 h 201"/>
              <a:gd name="T92" fmla="*/ 73 w 200"/>
              <a:gd name="T93" fmla="*/ 59 h 201"/>
              <a:gd name="T94" fmla="*/ 62 w 200"/>
              <a:gd name="T95" fmla="*/ 30 h 201"/>
              <a:gd name="T96" fmla="*/ 74 w 200"/>
              <a:gd name="T97" fmla="*/ 36 h 201"/>
              <a:gd name="T98" fmla="*/ 84 w 200"/>
              <a:gd name="T99" fmla="*/ 50 h 201"/>
              <a:gd name="T100" fmla="*/ 87 w 200"/>
              <a:gd name="T101" fmla="*/ 56 h 201"/>
              <a:gd name="T102" fmla="*/ 74 w 200"/>
              <a:gd name="T103" fmla="*/ 77 h 201"/>
              <a:gd name="T104" fmla="*/ 71 w 200"/>
              <a:gd name="T105" fmla="*/ 76 h 201"/>
              <a:gd name="T106" fmla="*/ 60 w 200"/>
              <a:gd name="T107" fmla="*/ 75 h 201"/>
              <a:gd name="T108" fmla="*/ 71 w 200"/>
              <a:gd name="T109" fmla="*/ 76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00" h="201">
                <a:moveTo>
                  <a:pt x="180" y="177"/>
                </a:moveTo>
                <a:cubicBezTo>
                  <a:pt x="164" y="177"/>
                  <a:pt x="164" y="177"/>
                  <a:pt x="164" y="177"/>
                </a:cubicBezTo>
                <a:cubicBezTo>
                  <a:pt x="164" y="181"/>
                  <a:pt x="164" y="181"/>
                  <a:pt x="164" y="181"/>
                </a:cubicBezTo>
                <a:cubicBezTo>
                  <a:pt x="164" y="192"/>
                  <a:pt x="155" y="201"/>
                  <a:pt x="144" y="201"/>
                </a:cubicBezTo>
                <a:cubicBezTo>
                  <a:pt x="20" y="201"/>
                  <a:pt x="20" y="201"/>
                  <a:pt x="20" y="201"/>
                </a:cubicBezTo>
                <a:cubicBezTo>
                  <a:pt x="9" y="201"/>
                  <a:pt x="0" y="192"/>
                  <a:pt x="0" y="181"/>
                </a:cubicBezTo>
                <a:cubicBezTo>
                  <a:pt x="0" y="21"/>
                  <a:pt x="0" y="21"/>
                  <a:pt x="0" y="21"/>
                </a:cubicBezTo>
                <a:cubicBezTo>
                  <a:pt x="0" y="10"/>
                  <a:pt x="9" y="1"/>
                  <a:pt x="20" y="1"/>
                </a:cubicBezTo>
                <a:cubicBezTo>
                  <a:pt x="100" y="1"/>
                  <a:pt x="100" y="1"/>
                  <a:pt x="100" y="1"/>
                </a:cubicBezTo>
                <a:cubicBezTo>
                  <a:pt x="107" y="1"/>
                  <a:pt x="107" y="1"/>
                  <a:pt x="107" y="1"/>
                </a:cubicBezTo>
                <a:cubicBezTo>
                  <a:pt x="107" y="0"/>
                  <a:pt x="107" y="0"/>
                  <a:pt x="107" y="0"/>
                </a:cubicBezTo>
                <a:cubicBezTo>
                  <a:pt x="108" y="1"/>
                  <a:pt x="108" y="1"/>
                  <a:pt x="108" y="1"/>
                </a:cubicBezTo>
                <a:cubicBezTo>
                  <a:pt x="108" y="1"/>
                  <a:pt x="108" y="1"/>
                  <a:pt x="108" y="1"/>
                </a:cubicBezTo>
                <a:cubicBezTo>
                  <a:pt x="108" y="1"/>
                  <a:pt x="108" y="1"/>
                  <a:pt x="108" y="1"/>
                </a:cubicBezTo>
                <a:cubicBezTo>
                  <a:pt x="163" y="61"/>
                  <a:pt x="163" y="61"/>
                  <a:pt x="163" y="61"/>
                </a:cubicBezTo>
                <a:cubicBezTo>
                  <a:pt x="164" y="61"/>
                  <a:pt x="164" y="61"/>
                  <a:pt x="164" y="61"/>
                </a:cubicBezTo>
                <a:cubicBezTo>
                  <a:pt x="164" y="61"/>
                  <a:pt x="164" y="61"/>
                  <a:pt x="164" y="61"/>
                </a:cubicBezTo>
                <a:cubicBezTo>
                  <a:pt x="164" y="62"/>
                  <a:pt x="164" y="62"/>
                  <a:pt x="164" y="62"/>
                </a:cubicBezTo>
                <a:cubicBezTo>
                  <a:pt x="164" y="62"/>
                  <a:pt x="164" y="62"/>
                  <a:pt x="164" y="62"/>
                </a:cubicBezTo>
                <a:cubicBezTo>
                  <a:pt x="164" y="109"/>
                  <a:pt x="164" y="109"/>
                  <a:pt x="164" y="109"/>
                </a:cubicBezTo>
                <a:cubicBezTo>
                  <a:pt x="180" y="109"/>
                  <a:pt x="180" y="109"/>
                  <a:pt x="180" y="109"/>
                </a:cubicBezTo>
                <a:cubicBezTo>
                  <a:pt x="191" y="109"/>
                  <a:pt x="200" y="118"/>
                  <a:pt x="200" y="129"/>
                </a:cubicBezTo>
                <a:cubicBezTo>
                  <a:pt x="200" y="157"/>
                  <a:pt x="200" y="157"/>
                  <a:pt x="200" y="157"/>
                </a:cubicBezTo>
                <a:cubicBezTo>
                  <a:pt x="200" y="168"/>
                  <a:pt x="191" y="177"/>
                  <a:pt x="180" y="177"/>
                </a:cubicBezTo>
                <a:close/>
                <a:moveTo>
                  <a:pt x="108" y="15"/>
                </a:moveTo>
                <a:cubicBezTo>
                  <a:pt x="108" y="41"/>
                  <a:pt x="108" y="41"/>
                  <a:pt x="108" y="41"/>
                </a:cubicBezTo>
                <a:cubicBezTo>
                  <a:pt x="108" y="52"/>
                  <a:pt x="117" y="61"/>
                  <a:pt x="128" y="61"/>
                </a:cubicBezTo>
                <a:cubicBezTo>
                  <a:pt x="151" y="61"/>
                  <a:pt x="151" y="61"/>
                  <a:pt x="151" y="61"/>
                </a:cubicBezTo>
                <a:lnTo>
                  <a:pt x="108" y="15"/>
                </a:lnTo>
                <a:close/>
                <a:moveTo>
                  <a:pt x="156" y="69"/>
                </a:moveTo>
                <a:cubicBezTo>
                  <a:pt x="120" y="69"/>
                  <a:pt x="120" y="69"/>
                  <a:pt x="120" y="69"/>
                </a:cubicBezTo>
                <a:cubicBezTo>
                  <a:pt x="109" y="69"/>
                  <a:pt x="100" y="60"/>
                  <a:pt x="100" y="49"/>
                </a:cubicBezTo>
                <a:cubicBezTo>
                  <a:pt x="100" y="9"/>
                  <a:pt x="100" y="9"/>
                  <a:pt x="100" y="9"/>
                </a:cubicBezTo>
                <a:cubicBezTo>
                  <a:pt x="28" y="9"/>
                  <a:pt x="28" y="9"/>
                  <a:pt x="28" y="9"/>
                </a:cubicBezTo>
                <a:cubicBezTo>
                  <a:pt x="17" y="9"/>
                  <a:pt x="8" y="18"/>
                  <a:pt x="8" y="29"/>
                </a:cubicBezTo>
                <a:cubicBezTo>
                  <a:pt x="8" y="173"/>
                  <a:pt x="8" y="173"/>
                  <a:pt x="8" y="173"/>
                </a:cubicBezTo>
                <a:cubicBezTo>
                  <a:pt x="8" y="184"/>
                  <a:pt x="17" y="193"/>
                  <a:pt x="28" y="193"/>
                </a:cubicBezTo>
                <a:cubicBezTo>
                  <a:pt x="136" y="193"/>
                  <a:pt x="136" y="193"/>
                  <a:pt x="136" y="193"/>
                </a:cubicBezTo>
                <a:cubicBezTo>
                  <a:pt x="145" y="193"/>
                  <a:pt x="154" y="186"/>
                  <a:pt x="155" y="177"/>
                </a:cubicBezTo>
                <a:cubicBezTo>
                  <a:pt x="64" y="177"/>
                  <a:pt x="64" y="177"/>
                  <a:pt x="64" y="177"/>
                </a:cubicBezTo>
                <a:cubicBezTo>
                  <a:pt x="53" y="177"/>
                  <a:pt x="44" y="168"/>
                  <a:pt x="44" y="157"/>
                </a:cubicBezTo>
                <a:cubicBezTo>
                  <a:pt x="44" y="129"/>
                  <a:pt x="44" y="129"/>
                  <a:pt x="44" y="129"/>
                </a:cubicBezTo>
                <a:cubicBezTo>
                  <a:pt x="44" y="118"/>
                  <a:pt x="53" y="109"/>
                  <a:pt x="64" y="109"/>
                </a:cubicBezTo>
                <a:cubicBezTo>
                  <a:pt x="156" y="109"/>
                  <a:pt x="156" y="109"/>
                  <a:pt x="156" y="109"/>
                </a:cubicBezTo>
                <a:lnTo>
                  <a:pt x="156" y="69"/>
                </a:lnTo>
                <a:close/>
                <a:moveTo>
                  <a:pt x="138" y="145"/>
                </a:moveTo>
                <a:cubicBezTo>
                  <a:pt x="138" y="142"/>
                  <a:pt x="138" y="139"/>
                  <a:pt x="137" y="137"/>
                </a:cubicBezTo>
                <a:cubicBezTo>
                  <a:pt x="136" y="135"/>
                  <a:pt x="135" y="133"/>
                  <a:pt x="134" y="132"/>
                </a:cubicBezTo>
                <a:cubicBezTo>
                  <a:pt x="133" y="130"/>
                  <a:pt x="131" y="129"/>
                  <a:pt x="129" y="129"/>
                </a:cubicBezTo>
                <a:cubicBezTo>
                  <a:pt x="127" y="128"/>
                  <a:pt x="125" y="128"/>
                  <a:pt x="122" y="128"/>
                </a:cubicBezTo>
                <a:cubicBezTo>
                  <a:pt x="110" y="128"/>
                  <a:pt x="110" y="128"/>
                  <a:pt x="110" y="128"/>
                </a:cubicBezTo>
                <a:cubicBezTo>
                  <a:pt x="110" y="162"/>
                  <a:pt x="110" y="162"/>
                  <a:pt x="110" y="162"/>
                </a:cubicBezTo>
                <a:cubicBezTo>
                  <a:pt x="123" y="162"/>
                  <a:pt x="123" y="162"/>
                  <a:pt x="123" y="162"/>
                </a:cubicBezTo>
                <a:cubicBezTo>
                  <a:pt x="125" y="162"/>
                  <a:pt x="127" y="162"/>
                  <a:pt x="129" y="162"/>
                </a:cubicBezTo>
                <a:cubicBezTo>
                  <a:pt x="131" y="161"/>
                  <a:pt x="132" y="160"/>
                  <a:pt x="134" y="159"/>
                </a:cubicBezTo>
                <a:cubicBezTo>
                  <a:pt x="135" y="157"/>
                  <a:pt x="136" y="155"/>
                  <a:pt x="137" y="153"/>
                </a:cubicBezTo>
                <a:cubicBezTo>
                  <a:pt x="138" y="151"/>
                  <a:pt x="138" y="148"/>
                  <a:pt x="138" y="145"/>
                </a:cubicBezTo>
                <a:close/>
                <a:moveTo>
                  <a:pt x="82" y="136"/>
                </a:moveTo>
                <a:cubicBezTo>
                  <a:pt x="84" y="134"/>
                  <a:pt x="86" y="133"/>
                  <a:pt x="88" y="133"/>
                </a:cubicBezTo>
                <a:cubicBezTo>
                  <a:pt x="90" y="133"/>
                  <a:pt x="92" y="134"/>
                  <a:pt x="93" y="135"/>
                </a:cubicBezTo>
                <a:cubicBezTo>
                  <a:pt x="94" y="136"/>
                  <a:pt x="95" y="137"/>
                  <a:pt x="95" y="139"/>
                </a:cubicBezTo>
                <a:cubicBezTo>
                  <a:pt x="102" y="137"/>
                  <a:pt x="102" y="137"/>
                  <a:pt x="102" y="137"/>
                </a:cubicBezTo>
                <a:cubicBezTo>
                  <a:pt x="102" y="135"/>
                  <a:pt x="100" y="132"/>
                  <a:pt x="99" y="131"/>
                </a:cubicBezTo>
                <a:cubicBezTo>
                  <a:pt x="96" y="129"/>
                  <a:pt x="93" y="127"/>
                  <a:pt x="89" y="127"/>
                </a:cubicBezTo>
                <a:cubicBezTo>
                  <a:pt x="84" y="127"/>
                  <a:pt x="80" y="129"/>
                  <a:pt x="77" y="132"/>
                </a:cubicBezTo>
                <a:cubicBezTo>
                  <a:pt x="74" y="135"/>
                  <a:pt x="72" y="140"/>
                  <a:pt x="72" y="145"/>
                </a:cubicBezTo>
                <a:cubicBezTo>
                  <a:pt x="72" y="151"/>
                  <a:pt x="74" y="155"/>
                  <a:pt x="77" y="158"/>
                </a:cubicBezTo>
                <a:cubicBezTo>
                  <a:pt x="80" y="161"/>
                  <a:pt x="84" y="163"/>
                  <a:pt x="88" y="163"/>
                </a:cubicBezTo>
                <a:cubicBezTo>
                  <a:pt x="92" y="163"/>
                  <a:pt x="95" y="162"/>
                  <a:pt x="97" y="160"/>
                </a:cubicBezTo>
                <a:cubicBezTo>
                  <a:pt x="100" y="158"/>
                  <a:pt x="101" y="155"/>
                  <a:pt x="102" y="152"/>
                </a:cubicBezTo>
                <a:cubicBezTo>
                  <a:pt x="96" y="150"/>
                  <a:pt x="96" y="150"/>
                  <a:pt x="96" y="150"/>
                </a:cubicBezTo>
                <a:cubicBezTo>
                  <a:pt x="95" y="152"/>
                  <a:pt x="94" y="154"/>
                  <a:pt x="93" y="155"/>
                </a:cubicBezTo>
                <a:cubicBezTo>
                  <a:pt x="92" y="156"/>
                  <a:pt x="90" y="157"/>
                  <a:pt x="88" y="157"/>
                </a:cubicBezTo>
                <a:cubicBezTo>
                  <a:pt x="86" y="157"/>
                  <a:pt x="84" y="156"/>
                  <a:pt x="82" y="154"/>
                </a:cubicBezTo>
                <a:cubicBezTo>
                  <a:pt x="80" y="152"/>
                  <a:pt x="80" y="149"/>
                  <a:pt x="80" y="145"/>
                </a:cubicBezTo>
                <a:cubicBezTo>
                  <a:pt x="80" y="141"/>
                  <a:pt x="80" y="138"/>
                  <a:pt x="82" y="136"/>
                </a:cubicBezTo>
                <a:close/>
                <a:moveTo>
                  <a:pt x="171" y="144"/>
                </a:moveTo>
                <a:cubicBezTo>
                  <a:pt x="173" y="142"/>
                  <a:pt x="174" y="140"/>
                  <a:pt x="174" y="138"/>
                </a:cubicBezTo>
                <a:cubicBezTo>
                  <a:pt x="174" y="135"/>
                  <a:pt x="173" y="134"/>
                  <a:pt x="172" y="132"/>
                </a:cubicBezTo>
                <a:cubicBezTo>
                  <a:pt x="171" y="131"/>
                  <a:pt x="170" y="129"/>
                  <a:pt x="168" y="129"/>
                </a:cubicBezTo>
                <a:cubicBezTo>
                  <a:pt x="166" y="128"/>
                  <a:pt x="164" y="128"/>
                  <a:pt x="160" y="128"/>
                </a:cubicBezTo>
                <a:cubicBezTo>
                  <a:pt x="145" y="128"/>
                  <a:pt x="145" y="128"/>
                  <a:pt x="145" y="128"/>
                </a:cubicBezTo>
                <a:cubicBezTo>
                  <a:pt x="145" y="162"/>
                  <a:pt x="145" y="162"/>
                  <a:pt x="145" y="162"/>
                </a:cubicBezTo>
                <a:cubicBezTo>
                  <a:pt x="152" y="162"/>
                  <a:pt x="152" y="162"/>
                  <a:pt x="152" y="162"/>
                </a:cubicBezTo>
                <a:cubicBezTo>
                  <a:pt x="152" y="148"/>
                  <a:pt x="152" y="148"/>
                  <a:pt x="152" y="148"/>
                </a:cubicBezTo>
                <a:cubicBezTo>
                  <a:pt x="154" y="148"/>
                  <a:pt x="154" y="148"/>
                  <a:pt x="154" y="148"/>
                </a:cubicBezTo>
                <a:cubicBezTo>
                  <a:pt x="155" y="148"/>
                  <a:pt x="157" y="148"/>
                  <a:pt x="157" y="148"/>
                </a:cubicBezTo>
                <a:cubicBezTo>
                  <a:pt x="158" y="149"/>
                  <a:pt x="159" y="149"/>
                  <a:pt x="159" y="150"/>
                </a:cubicBezTo>
                <a:cubicBezTo>
                  <a:pt x="160" y="150"/>
                  <a:pt x="161" y="152"/>
                  <a:pt x="163" y="155"/>
                </a:cubicBezTo>
                <a:cubicBezTo>
                  <a:pt x="168" y="162"/>
                  <a:pt x="168" y="162"/>
                  <a:pt x="168" y="162"/>
                </a:cubicBezTo>
                <a:cubicBezTo>
                  <a:pt x="176" y="162"/>
                  <a:pt x="176" y="162"/>
                  <a:pt x="176" y="162"/>
                </a:cubicBezTo>
                <a:cubicBezTo>
                  <a:pt x="172" y="156"/>
                  <a:pt x="172" y="156"/>
                  <a:pt x="172" y="156"/>
                </a:cubicBezTo>
                <a:cubicBezTo>
                  <a:pt x="170" y="153"/>
                  <a:pt x="169" y="151"/>
                  <a:pt x="168" y="150"/>
                </a:cubicBezTo>
                <a:cubicBezTo>
                  <a:pt x="167" y="149"/>
                  <a:pt x="166" y="148"/>
                  <a:pt x="164" y="147"/>
                </a:cubicBezTo>
                <a:cubicBezTo>
                  <a:pt x="168" y="147"/>
                  <a:pt x="170" y="146"/>
                  <a:pt x="171" y="144"/>
                </a:cubicBezTo>
                <a:close/>
                <a:moveTo>
                  <a:pt x="158" y="142"/>
                </a:moveTo>
                <a:cubicBezTo>
                  <a:pt x="152" y="142"/>
                  <a:pt x="152" y="142"/>
                  <a:pt x="152" y="142"/>
                </a:cubicBezTo>
                <a:cubicBezTo>
                  <a:pt x="152" y="134"/>
                  <a:pt x="152" y="134"/>
                  <a:pt x="152" y="134"/>
                </a:cubicBezTo>
                <a:cubicBezTo>
                  <a:pt x="158" y="134"/>
                  <a:pt x="158" y="134"/>
                  <a:pt x="158" y="134"/>
                </a:cubicBezTo>
                <a:cubicBezTo>
                  <a:pt x="161" y="134"/>
                  <a:pt x="162" y="134"/>
                  <a:pt x="163" y="134"/>
                </a:cubicBezTo>
                <a:cubicBezTo>
                  <a:pt x="164" y="134"/>
                  <a:pt x="165" y="134"/>
                  <a:pt x="165" y="135"/>
                </a:cubicBezTo>
                <a:cubicBezTo>
                  <a:pt x="166" y="136"/>
                  <a:pt x="166" y="137"/>
                  <a:pt x="166" y="138"/>
                </a:cubicBezTo>
                <a:cubicBezTo>
                  <a:pt x="166" y="139"/>
                  <a:pt x="166" y="140"/>
                  <a:pt x="166" y="141"/>
                </a:cubicBezTo>
                <a:cubicBezTo>
                  <a:pt x="165" y="141"/>
                  <a:pt x="165" y="142"/>
                  <a:pt x="164" y="142"/>
                </a:cubicBezTo>
                <a:cubicBezTo>
                  <a:pt x="163" y="142"/>
                  <a:pt x="161" y="142"/>
                  <a:pt x="158" y="142"/>
                </a:cubicBezTo>
                <a:close/>
                <a:moveTo>
                  <a:pt x="129" y="155"/>
                </a:moveTo>
                <a:cubicBezTo>
                  <a:pt x="128" y="155"/>
                  <a:pt x="127" y="156"/>
                  <a:pt x="126" y="156"/>
                </a:cubicBezTo>
                <a:cubicBezTo>
                  <a:pt x="125" y="156"/>
                  <a:pt x="124" y="156"/>
                  <a:pt x="122" y="156"/>
                </a:cubicBezTo>
                <a:cubicBezTo>
                  <a:pt x="116" y="156"/>
                  <a:pt x="116" y="156"/>
                  <a:pt x="116" y="156"/>
                </a:cubicBezTo>
                <a:cubicBezTo>
                  <a:pt x="116" y="134"/>
                  <a:pt x="116" y="134"/>
                  <a:pt x="116" y="134"/>
                </a:cubicBezTo>
                <a:cubicBezTo>
                  <a:pt x="120" y="134"/>
                  <a:pt x="120" y="134"/>
                  <a:pt x="120" y="134"/>
                </a:cubicBezTo>
                <a:cubicBezTo>
                  <a:pt x="122" y="134"/>
                  <a:pt x="124" y="134"/>
                  <a:pt x="125" y="134"/>
                </a:cubicBezTo>
                <a:cubicBezTo>
                  <a:pt x="127" y="134"/>
                  <a:pt x="128" y="135"/>
                  <a:pt x="129" y="136"/>
                </a:cubicBezTo>
                <a:cubicBezTo>
                  <a:pt x="129" y="136"/>
                  <a:pt x="130" y="138"/>
                  <a:pt x="130" y="139"/>
                </a:cubicBezTo>
                <a:cubicBezTo>
                  <a:pt x="131" y="140"/>
                  <a:pt x="131" y="142"/>
                  <a:pt x="131" y="145"/>
                </a:cubicBezTo>
                <a:cubicBezTo>
                  <a:pt x="131" y="148"/>
                  <a:pt x="131" y="150"/>
                  <a:pt x="130" y="151"/>
                </a:cubicBezTo>
                <a:cubicBezTo>
                  <a:pt x="130" y="153"/>
                  <a:pt x="129" y="154"/>
                  <a:pt x="129" y="155"/>
                </a:cubicBezTo>
                <a:close/>
                <a:moveTo>
                  <a:pt x="61" y="82"/>
                </a:moveTo>
                <a:cubicBezTo>
                  <a:pt x="48" y="95"/>
                  <a:pt x="48" y="95"/>
                  <a:pt x="48" y="95"/>
                </a:cubicBezTo>
                <a:cubicBezTo>
                  <a:pt x="48" y="96"/>
                  <a:pt x="48" y="96"/>
                  <a:pt x="48" y="97"/>
                </a:cubicBezTo>
                <a:cubicBezTo>
                  <a:pt x="47" y="100"/>
                  <a:pt x="44" y="101"/>
                  <a:pt x="42" y="101"/>
                </a:cubicBezTo>
                <a:cubicBezTo>
                  <a:pt x="41" y="101"/>
                  <a:pt x="41" y="101"/>
                  <a:pt x="41" y="101"/>
                </a:cubicBezTo>
                <a:cubicBezTo>
                  <a:pt x="39" y="99"/>
                  <a:pt x="39" y="99"/>
                  <a:pt x="39" y="99"/>
                </a:cubicBezTo>
                <a:cubicBezTo>
                  <a:pt x="39" y="99"/>
                  <a:pt x="39" y="99"/>
                  <a:pt x="39" y="99"/>
                </a:cubicBezTo>
                <a:cubicBezTo>
                  <a:pt x="38" y="97"/>
                  <a:pt x="38" y="96"/>
                  <a:pt x="38" y="95"/>
                </a:cubicBezTo>
                <a:cubicBezTo>
                  <a:pt x="39" y="92"/>
                  <a:pt x="42" y="90"/>
                  <a:pt x="44" y="91"/>
                </a:cubicBezTo>
                <a:cubicBezTo>
                  <a:pt x="45" y="91"/>
                  <a:pt x="45" y="92"/>
                  <a:pt x="45" y="92"/>
                </a:cubicBezTo>
                <a:cubicBezTo>
                  <a:pt x="55" y="83"/>
                  <a:pt x="55" y="83"/>
                  <a:pt x="55" y="83"/>
                </a:cubicBezTo>
                <a:cubicBezTo>
                  <a:pt x="49" y="84"/>
                  <a:pt x="44" y="84"/>
                  <a:pt x="38" y="83"/>
                </a:cubicBezTo>
                <a:cubicBezTo>
                  <a:pt x="34" y="82"/>
                  <a:pt x="31" y="80"/>
                  <a:pt x="28" y="78"/>
                </a:cubicBezTo>
                <a:cubicBezTo>
                  <a:pt x="26" y="78"/>
                  <a:pt x="25" y="79"/>
                  <a:pt x="23" y="78"/>
                </a:cubicBezTo>
                <a:cubicBezTo>
                  <a:pt x="19" y="77"/>
                  <a:pt x="17" y="73"/>
                  <a:pt x="18" y="70"/>
                </a:cubicBezTo>
                <a:cubicBezTo>
                  <a:pt x="19" y="66"/>
                  <a:pt x="23" y="64"/>
                  <a:pt x="27" y="65"/>
                </a:cubicBezTo>
                <a:cubicBezTo>
                  <a:pt x="30" y="66"/>
                  <a:pt x="32" y="70"/>
                  <a:pt x="31" y="73"/>
                </a:cubicBezTo>
                <a:cubicBezTo>
                  <a:pt x="31" y="74"/>
                  <a:pt x="31" y="74"/>
                  <a:pt x="31" y="74"/>
                </a:cubicBezTo>
                <a:cubicBezTo>
                  <a:pt x="34" y="76"/>
                  <a:pt x="36" y="77"/>
                  <a:pt x="39" y="78"/>
                </a:cubicBezTo>
                <a:cubicBezTo>
                  <a:pt x="45" y="80"/>
                  <a:pt x="52" y="79"/>
                  <a:pt x="57" y="77"/>
                </a:cubicBezTo>
                <a:cubicBezTo>
                  <a:pt x="57" y="75"/>
                  <a:pt x="57" y="74"/>
                  <a:pt x="57" y="72"/>
                </a:cubicBezTo>
                <a:cubicBezTo>
                  <a:pt x="58" y="67"/>
                  <a:pt x="63" y="64"/>
                  <a:pt x="68" y="66"/>
                </a:cubicBezTo>
                <a:cubicBezTo>
                  <a:pt x="69" y="66"/>
                  <a:pt x="69" y="66"/>
                  <a:pt x="70" y="66"/>
                </a:cubicBezTo>
                <a:cubicBezTo>
                  <a:pt x="71" y="64"/>
                  <a:pt x="72" y="62"/>
                  <a:pt x="73" y="59"/>
                </a:cubicBezTo>
                <a:cubicBezTo>
                  <a:pt x="75" y="52"/>
                  <a:pt x="74" y="45"/>
                  <a:pt x="71" y="39"/>
                </a:cubicBezTo>
                <a:cubicBezTo>
                  <a:pt x="70" y="39"/>
                  <a:pt x="68" y="39"/>
                  <a:pt x="67" y="39"/>
                </a:cubicBezTo>
                <a:cubicBezTo>
                  <a:pt x="63" y="38"/>
                  <a:pt x="61" y="34"/>
                  <a:pt x="62" y="30"/>
                </a:cubicBezTo>
                <a:cubicBezTo>
                  <a:pt x="63" y="27"/>
                  <a:pt x="67" y="24"/>
                  <a:pt x="71" y="25"/>
                </a:cubicBezTo>
                <a:cubicBezTo>
                  <a:pt x="74" y="26"/>
                  <a:pt x="77" y="30"/>
                  <a:pt x="76" y="34"/>
                </a:cubicBezTo>
                <a:cubicBezTo>
                  <a:pt x="75" y="35"/>
                  <a:pt x="75" y="35"/>
                  <a:pt x="74" y="36"/>
                </a:cubicBezTo>
                <a:cubicBezTo>
                  <a:pt x="78" y="43"/>
                  <a:pt x="80" y="51"/>
                  <a:pt x="78" y="60"/>
                </a:cubicBezTo>
                <a:cubicBezTo>
                  <a:pt x="84" y="53"/>
                  <a:pt x="84" y="53"/>
                  <a:pt x="84" y="53"/>
                </a:cubicBezTo>
                <a:cubicBezTo>
                  <a:pt x="84" y="52"/>
                  <a:pt x="83" y="51"/>
                  <a:pt x="84" y="50"/>
                </a:cubicBezTo>
                <a:cubicBezTo>
                  <a:pt x="84" y="47"/>
                  <a:pt x="87" y="46"/>
                  <a:pt x="90" y="46"/>
                </a:cubicBezTo>
                <a:cubicBezTo>
                  <a:pt x="92" y="47"/>
                  <a:pt x="94" y="50"/>
                  <a:pt x="93" y="52"/>
                </a:cubicBezTo>
                <a:cubicBezTo>
                  <a:pt x="92" y="55"/>
                  <a:pt x="90" y="56"/>
                  <a:pt x="87" y="56"/>
                </a:cubicBezTo>
                <a:cubicBezTo>
                  <a:pt x="87" y="56"/>
                  <a:pt x="87" y="56"/>
                  <a:pt x="87" y="56"/>
                </a:cubicBezTo>
                <a:cubicBezTo>
                  <a:pt x="73" y="69"/>
                  <a:pt x="73" y="69"/>
                  <a:pt x="73" y="69"/>
                </a:cubicBezTo>
                <a:cubicBezTo>
                  <a:pt x="75" y="72"/>
                  <a:pt x="75" y="74"/>
                  <a:pt x="74" y="77"/>
                </a:cubicBezTo>
                <a:cubicBezTo>
                  <a:pt x="73" y="81"/>
                  <a:pt x="68" y="84"/>
                  <a:pt x="63" y="83"/>
                </a:cubicBezTo>
                <a:cubicBezTo>
                  <a:pt x="62" y="83"/>
                  <a:pt x="62" y="82"/>
                  <a:pt x="61" y="82"/>
                </a:cubicBezTo>
                <a:close/>
                <a:moveTo>
                  <a:pt x="71" y="76"/>
                </a:moveTo>
                <a:cubicBezTo>
                  <a:pt x="72" y="73"/>
                  <a:pt x="70" y="70"/>
                  <a:pt x="67" y="69"/>
                </a:cubicBezTo>
                <a:cubicBezTo>
                  <a:pt x="64" y="68"/>
                  <a:pt x="61" y="70"/>
                  <a:pt x="60" y="73"/>
                </a:cubicBezTo>
                <a:cubicBezTo>
                  <a:pt x="60" y="74"/>
                  <a:pt x="60" y="75"/>
                  <a:pt x="60" y="75"/>
                </a:cubicBezTo>
                <a:cubicBezTo>
                  <a:pt x="60" y="76"/>
                  <a:pt x="61" y="77"/>
                  <a:pt x="61" y="77"/>
                </a:cubicBezTo>
                <a:cubicBezTo>
                  <a:pt x="62" y="79"/>
                  <a:pt x="63" y="80"/>
                  <a:pt x="64" y="80"/>
                </a:cubicBezTo>
                <a:cubicBezTo>
                  <a:pt x="67" y="81"/>
                  <a:pt x="71" y="79"/>
                  <a:pt x="71" y="76"/>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219"/>
          <p:cNvSpPr>
            <a:spLocks noEditPoints="1"/>
          </p:cNvSpPr>
          <p:nvPr/>
        </p:nvSpPr>
        <p:spPr bwMode="auto">
          <a:xfrm>
            <a:off x="2613339" y="5800813"/>
            <a:ext cx="395288" cy="396875"/>
          </a:xfrm>
          <a:custGeom>
            <a:avLst/>
            <a:gdLst>
              <a:gd name="T0" fmla="*/ 164 w 200"/>
              <a:gd name="T1" fmla="*/ 180 h 200"/>
              <a:gd name="T2" fmla="*/ 0 w 200"/>
              <a:gd name="T3" fmla="*/ 180 h 200"/>
              <a:gd name="T4" fmla="*/ 100 w 200"/>
              <a:gd name="T5" fmla="*/ 0 h 200"/>
              <a:gd name="T6" fmla="*/ 108 w 200"/>
              <a:gd name="T7" fmla="*/ 0 h 200"/>
              <a:gd name="T8" fmla="*/ 163 w 200"/>
              <a:gd name="T9" fmla="*/ 60 h 200"/>
              <a:gd name="T10" fmla="*/ 164 w 200"/>
              <a:gd name="T11" fmla="*/ 61 h 200"/>
              <a:gd name="T12" fmla="*/ 180 w 200"/>
              <a:gd name="T13" fmla="*/ 108 h 200"/>
              <a:gd name="T14" fmla="*/ 180 w 200"/>
              <a:gd name="T15" fmla="*/ 176 h 200"/>
              <a:gd name="T16" fmla="*/ 128 w 200"/>
              <a:gd name="T17" fmla="*/ 60 h 200"/>
              <a:gd name="T18" fmla="*/ 156 w 200"/>
              <a:gd name="T19" fmla="*/ 68 h 200"/>
              <a:gd name="T20" fmla="*/ 100 w 200"/>
              <a:gd name="T21" fmla="*/ 8 h 200"/>
              <a:gd name="T22" fmla="*/ 8 w 200"/>
              <a:gd name="T23" fmla="*/ 172 h 200"/>
              <a:gd name="T24" fmla="*/ 155 w 200"/>
              <a:gd name="T25" fmla="*/ 176 h 200"/>
              <a:gd name="T26" fmla="*/ 44 w 200"/>
              <a:gd name="T27" fmla="*/ 128 h 200"/>
              <a:gd name="T28" fmla="*/ 156 w 200"/>
              <a:gd name="T29" fmla="*/ 68 h 200"/>
              <a:gd name="T30" fmla="*/ 133 w 200"/>
              <a:gd name="T31" fmla="*/ 147 h 200"/>
              <a:gd name="T32" fmla="*/ 135 w 200"/>
              <a:gd name="T33" fmla="*/ 131 h 200"/>
              <a:gd name="T34" fmla="*/ 111 w 200"/>
              <a:gd name="T35" fmla="*/ 127 h 200"/>
              <a:gd name="T36" fmla="*/ 118 w 200"/>
              <a:gd name="T37" fmla="*/ 149 h 200"/>
              <a:gd name="T38" fmla="*/ 102 w 200"/>
              <a:gd name="T39" fmla="*/ 141 h 200"/>
              <a:gd name="T40" fmla="*/ 103 w 200"/>
              <a:gd name="T41" fmla="*/ 133 h 200"/>
              <a:gd name="T42" fmla="*/ 78 w 200"/>
              <a:gd name="T43" fmla="*/ 162 h 200"/>
              <a:gd name="T44" fmla="*/ 85 w 200"/>
              <a:gd name="T45" fmla="*/ 156 h 200"/>
              <a:gd name="T46" fmla="*/ 151 w 200"/>
              <a:gd name="T47" fmla="*/ 134 h 200"/>
              <a:gd name="T48" fmla="*/ 162 w 200"/>
              <a:gd name="T49" fmla="*/ 138 h 200"/>
              <a:gd name="T50" fmla="*/ 156 w 200"/>
              <a:gd name="T51" fmla="*/ 127 h 200"/>
              <a:gd name="T52" fmla="*/ 144 w 200"/>
              <a:gd name="T53" fmla="*/ 136 h 200"/>
              <a:gd name="T54" fmla="*/ 160 w 200"/>
              <a:gd name="T55" fmla="*/ 148 h 200"/>
              <a:gd name="T56" fmla="*/ 162 w 200"/>
              <a:gd name="T57" fmla="*/ 155 h 200"/>
              <a:gd name="T58" fmla="*/ 149 w 200"/>
              <a:gd name="T59" fmla="*/ 150 h 200"/>
              <a:gd name="T60" fmla="*/ 157 w 200"/>
              <a:gd name="T61" fmla="*/ 162 h 200"/>
              <a:gd name="T62" fmla="*/ 170 w 200"/>
              <a:gd name="T63" fmla="*/ 152 h 200"/>
              <a:gd name="T64" fmla="*/ 158 w 200"/>
              <a:gd name="T65" fmla="*/ 140 h 200"/>
              <a:gd name="T66" fmla="*/ 151 w 200"/>
              <a:gd name="T67" fmla="*/ 134 h 200"/>
              <a:gd name="T68" fmla="*/ 126 w 200"/>
              <a:gd name="T69" fmla="*/ 134 h 200"/>
              <a:gd name="T70" fmla="*/ 129 w 200"/>
              <a:gd name="T71" fmla="*/ 141 h 200"/>
              <a:gd name="T72" fmla="*/ 118 w 200"/>
              <a:gd name="T73" fmla="*/ 143 h 200"/>
              <a:gd name="T74" fmla="*/ 16 w 200"/>
              <a:gd name="T75" fmla="*/ 100 h 200"/>
              <a:gd name="T76" fmla="*/ 24 w 200"/>
              <a:gd name="T77" fmla="*/ 44 h 200"/>
              <a:gd name="T78" fmla="*/ 36 w 200"/>
              <a:gd name="T79" fmla="*/ 80 h 200"/>
              <a:gd name="T80" fmla="*/ 72 w 200"/>
              <a:gd name="T81" fmla="*/ 80 h 200"/>
              <a:gd name="T82" fmla="*/ 84 w 200"/>
              <a:gd name="T83" fmla="*/ 44 h 200"/>
              <a:gd name="T84" fmla="*/ 92 w 200"/>
              <a:gd name="T85" fmla="*/ 100 h 200"/>
              <a:gd name="T86" fmla="*/ 36 w 200"/>
              <a:gd name="T87" fmla="*/ 92 h 200"/>
              <a:gd name="T88" fmla="*/ 20 w 200"/>
              <a:gd name="T89" fmla="*/ 84 h 200"/>
              <a:gd name="T90" fmla="*/ 32 w 200"/>
              <a:gd name="T91" fmla="*/ 84 h 200"/>
              <a:gd name="T92" fmla="*/ 88 w 200"/>
              <a:gd name="T93" fmla="*/ 84 h 200"/>
              <a:gd name="T94" fmla="*/ 72 w 200"/>
              <a:gd name="T95" fmla="*/ 36 h 200"/>
              <a:gd name="T96" fmla="*/ 16 w 200"/>
              <a:gd name="T97" fmla="*/ 44 h 200"/>
              <a:gd name="T98" fmla="*/ 36 w 200"/>
              <a:gd name="T99" fmla="*/ 32 h 200"/>
              <a:gd name="T100" fmla="*/ 92 w 200"/>
              <a:gd name="T101" fmla="*/ 24 h 200"/>
              <a:gd name="T102" fmla="*/ 72 w 200"/>
              <a:gd name="T103" fmla="*/ 36 h 200"/>
              <a:gd name="T104" fmla="*/ 20 w 200"/>
              <a:gd name="T105" fmla="*/ 40 h 200"/>
              <a:gd name="T106" fmla="*/ 76 w 200"/>
              <a:gd name="T107" fmla="*/ 40 h 200"/>
              <a:gd name="T108" fmla="*/ 76 w 200"/>
              <a:gd name="T109" fmla="*/ 28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00" h="200">
                <a:moveTo>
                  <a:pt x="180" y="176"/>
                </a:moveTo>
                <a:cubicBezTo>
                  <a:pt x="164" y="176"/>
                  <a:pt x="164" y="176"/>
                  <a:pt x="164" y="176"/>
                </a:cubicBezTo>
                <a:cubicBezTo>
                  <a:pt x="164" y="180"/>
                  <a:pt x="164" y="180"/>
                  <a:pt x="164" y="180"/>
                </a:cubicBezTo>
                <a:cubicBezTo>
                  <a:pt x="164" y="191"/>
                  <a:pt x="155" y="200"/>
                  <a:pt x="144" y="200"/>
                </a:cubicBezTo>
                <a:cubicBezTo>
                  <a:pt x="20" y="200"/>
                  <a:pt x="20" y="200"/>
                  <a:pt x="20" y="200"/>
                </a:cubicBezTo>
                <a:cubicBezTo>
                  <a:pt x="9" y="200"/>
                  <a:pt x="0" y="191"/>
                  <a:pt x="0" y="180"/>
                </a:cubicBezTo>
                <a:cubicBezTo>
                  <a:pt x="0" y="20"/>
                  <a:pt x="0" y="20"/>
                  <a:pt x="0" y="20"/>
                </a:cubicBezTo>
                <a:cubicBezTo>
                  <a:pt x="0" y="9"/>
                  <a:pt x="9" y="0"/>
                  <a:pt x="20" y="0"/>
                </a:cubicBezTo>
                <a:cubicBezTo>
                  <a:pt x="100" y="0"/>
                  <a:pt x="100" y="0"/>
                  <a:pt x="100" y="0"/>
                </a:cubicBezTo>
                <a:cubicBezTo>
                  <a:pt x="107" y="0"/>
                  <a:pt x="107" y="0"/>
                  <a:pt x="107" y="0"/>
                </a:cubicBezTo>
                <a:cubicBezTo>
                  <a:pt x="107" y="0"/>
                  <a:pt x="107" y="0"/>
                  <a:pt x="107" y="0"/>
                </a:cubicBezTo>
                <a:cubicBezTo>
                  <a:pt x="108" y="0"/>
                  <a:pt x="108" y="0"/>
                  <a:pt x="108" y="0"/>
                </a:cubicBezTo>
                <a:cubicBezTo>
                  <a:pt x="108" y="0"/>
                  <a:pt x="108" y="0"/>
                  <a:pt x="108" y="0"/>
                </a:cubicBezTo>
                <a:cubicBezTo>
                  <a:pt x="108" y="0"/>
                  <a:pt x="108" y="0"/>
                  <a:pt x="108" y="0"/>
                </a:cubicBezTo>
                <a:cubicBezTo>
                  <a:pt x="163" y="60"/>
                  <a:pt x="163" y="60"/>
                  <a:pt x="163" y="60"/>
                </a:cubicBezTo>
                <a:cubicBezTo>
                  <a:pt x="164" y="60"/>
                  <a:pt x="164" y="60"/>
                  <a:pt x="164" y="60"/>
                </a:cubicBezTo>
                <a:cubicBezTo>
                  <a:pt x="164" y="61"/>
                  <a:pt x="164" y="61"/>
                  <a:pt x="164" y="61"/>
                </a:cubicBezTo>
                <a:cubicBezTo>
                  <a:pt x="164" y="61"/>
                  <a:pt x="164" y="61"/>
                  <a:pt x="164" y="61"/>
                </a:cubicBezTo>
                <a:cubicBezTo>
                  <a:pt x="164" y="61"/>
                  <a:pt x="164" y="61"/>
                  <a:pt x="164" y="61"/>
                </a:cubicBezTo>
                <a:cubicBezTo>
                  <a:pt x="164" y="108"/>
                  <a:pt x="164" y="108"/>
                  <a:pt x="164" y="108"/>
                </a:cubicBezTo>
                <a:cubicBezTo>
                  <a:pt x="180" y="108"/>
                  <a:pt x="180" y="108"/>
                  <a:pt x="180" y="108"/>
                </a:cubicBezTo>
                <a:cubicBezTo>
                  <a:pt x="191" y="108"/>
                  <a:pt x="200" y="117"/>
                  <a:pt x="200" y="128"/>
                </a:cubicBezTo>
                <a:cubicBezTo>
                  <a:pt x="200" y="156"/>
                  <a:pt x="200" y="156"/>
                  <a:pt x="200" y="156"/>
                </a:cubicBezTo>
                <a:cubicBezTo>
                  <a:pt x="200" y="167"/>
                  <a:pt x="191" y="176"/>
                  <a:pt x="180" y="176"/>
                </a:cubicBezTo>
                <a:close/>
                <a:moveTo>
                  <a:pt x="108" y="15"/>
                </a:moveTo>
                <a:cubicBezTo>
                  <a:pt x="108" y="40"/>
                  <a:pt x="108" y="40"/>
                  <a:pt x="108" y="40"/>
                </a:cubicBezTo>
                <a:cubicBezTo>
                  <a:pt x="108" y="51"/>
                  <a:pt x="117" y="60"/>
                  <a:pt x="128" y="60"/>
                </a:cubicBezTo>
                <a:cubicBezTo>
                  <a:pt x="151" y="60"/>
                  <a:pt x="151" y="60"/>
                  <a:pt x="151" y="60"/>
                </a:cubicBezTo>
                <a:lnTo>
                  <a:pt x="108" y="15"/>
                </a:lnTo>
                <a:close/>
                <a:moveTo>
                  <a:pt x="156" y="68"/>
                </a:moveTo>
                <a:cubicBezTo>
                  <a:pt x="120" y="68"/>
                  <a:pt x="120" y="68"/>
                  <a:pt x="120" y="68"/>
                </a:cubicBezTo>
                <a:cubicBezTo>
                  <a:pt x="109" y="68"/>
                  <a:pt x="100" y="59"/>
                  <a:pt x="100" y="48"/>
                </a:cubicBezTo>
                <a:cubicBezTo>
                  <a:pt x="100" y="8"/>
                  <a:pt x="100" y="8"/>
                  <a:pt x="100" y="8"/>
                </a:cubicBezTo>
                <a:cubicBezTo>
                  <a:pt x="28" y="8"/>
                  <a:pt x="28" y="8"/>
                  <a:pt x="28" y="8"/>
                </a:cubicBezTo>
                <a:cubicBezTo>
                  <a:pt x="17" y="8"/>
                  <a:pt x="8" y="17"/>
                  <a:pt x="8" y="28"/>
                </a:cubicBezTo>
                <a:cubicBezTo>
                  <a:pt x="8" y="172"/>
                  <a:pt x="8" y="172"/>
                  <a:pt x="8" y="172"/>
                </a:cubicBezTo>
                <a:cubicBezTo>
                  <a:pt x="8" y="183"/>
                  <a:pt x="17" y="192"/>
                  <a:pt x="28" y="192"/>
                </a:cubicBezTo>
                <a:cubicBezTo>
                  <a:pt x="136" y="192"/>
                  <a:pt x="136" y="192"/>
                  <a:pt x="136" y="192"/>
                </a:cubicBezTo>
                <a:cubicBezTo>
                  <a:pt x="145" y="192"/>
                  <a:pt x="154" y="185"/>
                  <a:pt x="155" y="176"/>
                </a:cubicBezTo>
                <a:cubicBezTo>
                  <a:pt x="64" y="176"/>
                  <a:pt x="64" y="176"/>
                  <a:pt x="64" y="176"/>
                </a:cubicBezTo>
                <a:cubicBezTo>
                  <a:pt x="53" y="176"/>
                  <a:pt x="44" y="167"/>
                  <a:pt x="44" y="156"/>
                </a:cubicBezTo>
                <a:cubicBezTo>
                  <a:pt x="44" y="128"/>
                  <a:pt x="44" y="128"/>
                  <a:pt x="44" y="128"/>
                </a:cubicBezTo>
                <a:cubicBezTo>
                  <a:pt x="44" y="117"/>
                  <a:pt x="53" y="108"/>
                  <a:pt x="64" y="108"/>
                </a:cubicBezTo>
                <a:cubicBezTo>
                  <a:pt x="156" y="108"/>
                  <a:pt x="156" y="108"/>
                  <a:pt x="156" y="108"/>
                </a:cubicBezTo>
                <a:lnTo>
                  <a:pt x="156" y="68"/>
                </a:lnTo>
                <a:close/>
                <a:moveTo>
                  <a:pt x="122" y="149"/>
                </a:moveTo>
                <a:cubicBezTo>
                  <a:pt x="126" y="149"/>
                  <a:pt x="128" y="149"/>
                  <a:pt x="130" y="148"/>
                </a:cubicBezTo>
                <a:cubicBezTo>
                  <a:pt x="131" y="148"/>
                  <a:pt x="132" y="148"/>
                  <a:pt x="133" y="147"/>
                </a:cubicBezTo>
                <a:cubicBezTo>
                  <a:pt x="134" y="146"/>
                  <a:pt x="135" y="145"/>
                  <a:pt x="136" y="143"/>
                </a:cubicBezTo>
                <a:cubicBezTo>
                  <a:pt x="137" y="142"/>
                  <a:pt x="137" y="140"/>
                  <a:pt x="137" y="138"/>
                </a:cubicBezTo>
                <a:cubicBezTo>
                  <a:pt x="137" y="135"/>
                  <a:pt x="137" y="133"/>
                  <a:pt x="135" y="131"/>
                </a:cubicBezTo>
                <a:cubicBezTo>
                  <a:pt x="134" y="130"/>
                  <a:pt x="132" y="129"/>
                  <a:pt x="130" y="128"/>
                </a:cubicBezTo>
                <a:cubicBezTo>
                  <a:pt x="129" y="128"/>
                  <a:pt x="126" y="127"/>
                  <a:pt x="122" y="127"/>
                </a:cubicBezTo>
                <a:cubicBezTo>
                  <a:pt x="111" y="127"/>
                  <a:pt x="111" y="127"/>
                  <a:pt x="111" y="127"/>
                </a:cubicBezTo>
                <a:cubicBezTo>
                  <a:pt x="111" y="162"/>
                  <a:pt x="111" y="162"/>
                  <a:pt x="111" y="162"/>
                </a:cubicBezTo>
                <a:cubicBezTo>
                  <a:pt x="118" y="162"/>
                  <a:pt x="118" y="162"/>
                  <a:pt x="118" y="162"/>
                </a:cubicBezTo>
                <a:cubicBezTo>
                  <a:pt x="118" y="149"/>
                  <a:pt x="118" y="149"/>
                  <a:pt x="118" y="149"/>
                </a:cubicBezTo>
                <a:lnTo>
                  <a:pt x="122" y="149"/>
                </a:lnTo>
                <a:close/>
                <a:moveTo>
                  <a:pt x="102" y="147"/>
                </a:moveTo>
                <a:cubicBezTo>
                  <a:pt x="102" y="141"/>
                  <a:pt x="102" y="141"/>
                  <a:pt x="102" y="141"/>
                </a:cubicBezTo>
                <a:cubicBezTo>
                  <a:pt x="85" y="141"/>
                  <a:pt x="85" y="141"/>
                  <a:pt x="85" y="141"/>
                </a:cubicBezTo>
                <a:cubicBezTo>
                  <a:pt x="85" y="133"/>
                  <a:pt x="85" y="133"/>
                  <a:pt x="85" y="133"/>
                </a:cubicBezTo>
                <a:cubicBezTo>
                  <a:pt x="103" y="133"/>
                  <a:pt x="103" y="133"/>
                  <a:pt x="103" y="133"/>
                </a:cubicBezTo>
                <a:cubicBezTo>
                  <a:pt x="103" y="127"/>
                  <a:pt x="103" y="127"/>
                  <a:pt x="103" y="127"/>
                </a:cubicBezTo>
                <a:cubicBezTo>
                  <a:pt x="78" y="127"/>
                  <a:pt x="78" y="127"/>
                  <a:pt x="78" y="127"/>
                </a:cubicBezTo>
                <a:cubicBezTo>
                  <a:pt x="78" y="162"/>
                  <a:pt x="78" y="162"/>
                  <a:pt x="78" y="162"/>
                </a:cubicBezTo>
                <a:cubicBezTo>
                  <a:pt x="104" y="162"/>
                  <a:pt x="104" y="162"/>
                  <a:pt x="104" y="162"/>
                </a:cubicBezTo>
                <a:cubicBezTo>
                  <a:pt x="104" y="156"/>
                  <a:pt x="104" y="156"/>
                  <a:pt x="104" y="156"/>
                </a:cubicBezTo>
                <a:cubicBezTo>
                  <a:pt x="85" y="156"/>
                  <a:pt x="85" y="156"/>
                  <a:pt x="85" y="156"/>
                </a:cubicBezTo>
                <a:cubicBezTo>
                  <a:pt x="85" y="147"/>
                  <a:pt x="85" y="147"/>
                  <a:pt x="85" y="147"/>
                </a:cubicBezTo>
                <a:lnTo>
                  <a:pt x="102" y="147"/>
                </a:lnTo>
                <a:close/>
                <a:moveTo>
                  <a:pt x="151" y="134"/>
                </a:moveTo>
                <a:cubicBezTo>
                  <a:pt x="152" y="133"/>
                  <a:pt x="154" y="133"/>
                  <a:pt x="156" y="133"/>
                </a:cubicBezTo>
                <a:cubicBezTo>
                  <a:pt x="158" y="133"/>
                  <a:pt x="160" y="133"/>
                  <a:pt x="160" y="134"/>
                </a:cubicBezTo>
                <a:cubicBezTo>
                  <a:pt x="161" y="135"/>
                  <a:pt x="162" y="136"/>
                  <a:pt x="162" y="138"/>
                </a:cubicBezTo>
                <a:cubicBezTo>
                  <a:pt x="169" y="137"/>
                  <a:pt x="169" y="137"/>
                  <a:pt x="169" y="137"/>
                </a:cubicBezTo>
                <a:cubicBezTo>
                  <a:pt x="169" y="134"/>
                  <a:pt x="168" y="132"/>
                  <a:pt x="166" y="130"/>
                </a:cubicBezTo>
                <a:cubicBezTo>
                  <a:pt x="164" y="128"/>
                  <a:pt x="160" y="127"/>
                  <a:pt x="156" y="127"/>
                </a:cubicBezTo>
                <a:cubicBezTo>
                  <a:pt x="154" y="127"/>
                  <a:pt x="151" y="127"/>
                  <a:pt x="149" y="128"/>
                </a:cubicBezTo>
                <a:cubicBezTo>
                  <a:pt x="148" y="129"/>
                  <a:pt x="146" y="130"/>
                  <a:pt x="145" y="132"/>
                </a:cubicBezTo>
                <a:cubicBezTo>
                  <a:pt x="144" y="133"/>
                  <a:pt x="144" y="135"/>
                  <a:pt x="144" y="136"/>
                </a:cubicBezTo>
                <a:cubicBezTo>
                  <a:pt x="144" y="139"/>
                  <a:pt x="145" y="141"/>
                  <a:pt x="147" y="143"/>
                </a:cubicBezTo>
                <a:cubicBezTo>
                  <a:pt x="148" y="145"/>
                  <a:pt x="151" y="146"/>
                  <a:pt x="155" y="147"/>
                </a:cubicBezTo>
                <a:cubicBezTo>
                  <a:pt x="158" y="148"/>
                  <a:pt x="159" y="148"/>
                  <a:pt x="160" y="148"/>
                </a:cubicBezTo>
                <a:cubicBezTo>
                  <a:pt x="161" y="149"/>
                  <a:pt x="162" y="149"/>
                  <a:pt x="163" y="150"/>
                </a:cubicBezTo>
                <a:cubicBezTo>
                  <a:pt x="163" y="150"/>
                  <a:pt x="163" y="151"/>
                  <a:pt x="163" y="152"/>
                </a:cubicBezTo>
                <a:cubicBezTo>
                  <a:pt x="163" y="153"/>
                  <a:pt x="163" y="154"/>
                  <a:pt x="162" y="155"/>
                </a:cubicBezTo>
                <a:cubicBezTo>
                  <a:pt x="161" y="156"/>
                  <a:pt x="159" y="157"/>
                  <a:pt x="157" y="157"/>
                </a:cubicBezTo>
                <a:cubicBezTo>
                  <a:pt x="155" y="157"/>
                  <a:pt x="153" y="156"/>
                  <a:pt x="152" y="155"/>
                </a:cubicBezTo>
                <a:cubicBezTo>
                  <a:pt x="150" y="154"/>
                  <a:pt x="150" y="152"/>
                  <a:pt x="149" y="150"/>
                </a:cubicBezTo>
                <a:cubicBezTo>
                  <a:pt x="142" y="151"/>
                  <a:pt x="142" y="151"/>
                  <a:pt x="142" y="151"/>
                </a:cubicBezTo>
                <a:cubicBezTo>
                  <a:pt x="143" y="154"/>
                  <a:pt x="144" y="157"/>
                  <a:pt x="147" y="159"/>
                </a:cubicBezTo>
                <a:cubicBezTo>
                  <a:pt x="149" y="161"/>
                  <a:pt x="152" y="162"/>
                  <a:pt x="157" y="162"/>
                </a:cubicBezTo>
                <a:cubicBezTo>
                  <a:pt x="160" y="162"/>
                  <a:pt x="162" y="162"/>
                  <a:pt x="164" y="161"/>
                </a:cubicBezTo>
                <a:cubicBezTo>
                  <a:pt x="166" y="160"/>
                  <a:pt x="168" y="159"/>
                  <a:pt x="169" y="157"/>
                </a:cubicBezTo>
                <a:cubicBezTo>
                  <a:pt x="170" y="156"/>
                  <a:pt x="170" y="154"/>
                  <a:pt x="170" y="152"/>
                </a:cubicBezTo>
                <a:cubicBezTo>
                  <a:pt x="170" y="150"/>
                  <a:pt x="170" y="148"/>
                  <a:pt x="169" y="146"/>
                </a:cubicBezTo>
                <a:cubicBezTo>
                  <a:pt x="168" y="145"/>
                  <a:pt x="167" y="144"/>
                  <a:pt x="165" y="143"/>
                </a:cubicBezTo>
                <a:cubicBezTo>
                  <a:pt x="164" y="142"/>
                  <a:pt x="161" y="141"/>
                  <a:pt x="158" y="140"/>
                </a:cubicBezTo>
                <a:cubicBezTo>
                  <a:pt x="154" y="140"/>
                  <a:pt x="152" y="139"/>
                  <a:pt x="151" y="138"/>
                </a:cubicBezTo>
                <a:cubicBezTo>
                  <a:pt x="151" y="138"/>
                  <a:pt x="150" y="137"/>
                  <a:pt x="150" y="136"/>
                </a:cubicBezTo>
                <a:cubicBezTo>
                  <a:pt x="150" y="135"/>
                  <a:pt x="151" y="134"/>
                  <a:pt x="151" y="134"/>
                </a:cubicBezTo>
                <a:close/>
                <a:moveTo>
                  <a:pt x="118" y="133"/>
                </a:moveTo>
                <a:cubicBezTo>
                  <a:pt x="121" y="133"/>
                  <a:pt x="121" y="133"/>
                  <a:pt x="121" y="133"/>
                </a:cubicBezTo>
                <a:cubicBezTo>
                  <a:pt x="124" y="133"/>
                  <a:pt x="125" y="133"/>
                  <a:pt x="126" y="134"/>
                </a:cubicBezTo>
                <a:cubicBezTo>
                  <a:pt x="127" y="134"/>
                  <a:pt x="128" y="134"/>
                  <a:pt x="129" y="135"/>
                </a:cubicBezTo>
                <a:cubicBezTo>
                  <a:pt x="130" y="136"/>
                  <a:pt x="130" y="137"/>
                  <a:pt x="130" y="138"/>
                </a:cubicBezTo>
                <a:cubicBezTo>
                  <a:pt x="130" y="139"/>
                  <a:pt x="130" y="140"/>
                  <a:pt x="129" y="141"/>
                </a:cubicBezTo>
                <a:cubicBezTo>
                  <a:pt x="129" y="142"/>
                  <a:pt x="128" y="142"/>
                  <a:pt x="127" y="142"/>
                </a:cubicBezTo>
                <a:cubicBezTo>
                  <a:pt x="126" y="143"/>
                  <a:pt x="124" y="143"/>
                  <a:pt x="122" y="143"/>
                </a:cubicBezTo>
                <a:cubicBezTo>
                  <a:pt x="118" y="143"/>
                  <a:pt x="118" y="143"/>
                  <a:pt x="118" y="143"/>
                </a:cubicBezTo>
                <a:lnTo>
                  <a:pt x="118" y="133"/>
                </a:lnTo>
                <a:close/>
                <a:moveTo>
                  <a:pt x="36" y="100"/>
                </a:moveTo>
                <a:cubicBezTo>
                  <a:pt x="16" y="100"/>
                  <a:pt x="16" y="100"/>
                  <a:pt x="16" y="100"/>
                </a:cubicBezTo>
                <a:cubicBezTo>
                  <a:pt x="16" y="80"/>
                  <a:pt x="16" y="80"/>
                  <a:pt x="16" y="80"/>
                </a:cubicBezTo>
                <a:cubicBezTo>
                  <a:pt x="24" y="80"/>
                  <a:pt x="24" y="80"/>
                  <a:pt x="24" y="80"/>
                </a:cubicBezTo>
                <a:cubicBezTo>
                  <a:pt x="24" y="44"/>
                  <a:pt x="24" y="44"/>
                  <a:pt x="24" y="44"/>
                </a:cubicBezTo>
                <a:cubicBezTo>
                  <a:pt x="28" y="44"/>
                  <a:pt x="28" y="44"/>
                  <a:pt x="28" y="44"/>
                </a:cubicBezTo>
                <a:cubicBezTo>
                  <a:pt x="28" y="80"/>
                  <a:pt x="28" y="80"/>
                  <a:pt x="28" y="80"/>
                </a:cubicBezTo>
                <a:cubicBezTo>
                  <a:pt x="36" y="80"/>
                  <a:pt x="36" y="80"/>
                  <a:pt x="36" y="80"/>
                </a:cubicBezTo>
                <a:cubicBezTo>
                  <a:pt x="36" y="88"/>
                  <a:pt x="36" y="88"/>
                  <a:pt x="36" y="88"/>
                </a:cubicBezTo>
                <a:cubicBezTo>
                  <a:pt x="72" y="88"/>
                  <a:pt x="72" y="88"/>
                  <a:pt x="72" y="88"/>
                </a:cubicBezTo>
                <a:cubicBezTo>
                  <a:pt x="72" y="80"/>
                  <a:pt x="72" y="80"/>
                  <a:pt x="72" y="80"/>
                </a:cubicBezTo>
                <a:cubicBezTo>
                  <a:pt x="80" y="80"/>
                  <a:pt x="80" y="80"/>
                  <a:pt x="80" y="80"/>
                </a:cubicBezTo>
                <a:cubicBezTo>
                  <a:pt x="80" y="44"/>
                  <a:pt x="80" y="44"/>
                  <a:pt x="80" y="44"/>
                </a:cubicBezTo>
                <a:cubicBezTo>
                  <a:pt x="84" y="44"/>
                  <a:pt x="84" y="44"/>
                  <a:pt x="84" y="44"/>
                </a:cubicBezTo>
                <a:cubicBezTo>
                  <a:pt x="84" y="80"/>
                  <a:pt x="84" y="80"/>
                  <a:pt x="84" y="80"/>
                </a:cubicBezTo>
                <a:cubicBezTo>
                  <a:pt x="92" y="80"/>
                  <a:pt x="92" y="80"/>
                  <a:pt x="92" y="80"/>
                </a:cubicBezTo>
                <a:cubicBezTo>
                  <a:pt x="92" y="100"/>
                  <a:pt x="92" y="100"/>
                  <a:pt x="92" y="100"/>
                </a:cubicBezTo>
                <a:cubicBezTo>
                  <a:pt x="72" y="100"/>
                  <a:pt x="72" y="100"/>
                  <a:pt x="72" y="100"/>
                </a:cubicBezTo>
                <a:cubicBezTo>
                  <a:pt x="72" y="92"/>
                  <a:pt x="72" y="92"/>
                  <a:pt x="72" y="92"/>
                </a:cubicBezTo>
                <a:cubicBezTo>
                  <a:pt x="36" y="92"/>
                  <a:pt x="36" y="92"/>
                  <a:pt x="36" y="92"/>
                </a:cubicBezTo>
                <a:lnTo>
                  <a:pt x="36" y="100"/>
                </a:lnTo>
                <a:close/>
                <a:moveTo>
                  <a:pt x="32" y="84"/>
                </a:moveTo>
                <a:cubicBezTo>
                  <a:pt x="20" y="84"/>
                  <a:pt x="20" y="84"/>
                  <a:pt x="20" y="84"/>
                </a:cubicBezTo>
                <a:cubicBezTo>
                  <a:pt x="20" y="96"/>
                  <a:pt x="20" y="96"/>
                  <a:pt x="20" y="96"/>
                </a:cubicBezTo>
                <a:cubicBezTo>
                  <a:pt x="32" y="96"/>
                  <a:pt x="32" y="96"/>
                  <a:pt x="32" y="96"/>
                </a:cubicBezTo>
                <a:lnTo>
                  <a:pt x="32" y="84"/>
                </a:lnTo>
                <a:close/>
                <a:moveTo>
                  <a:pt x="76" y="96"/>
                </a:moveTo>
                <a:cubicBezTo>
                  <a:pt x="88" y="96"/>
                  <a:pt x="88" y="96"/>
                  <a:pt x="88" y="96"/>
                </a:cubicBezTo>
                <a:cubicBezTo>
                  <a:pt x="88" y="84"/>
                  <a:pt x="88" y="84"/>
                  <a:pt x="88" y="84"/>
                </a:cubicBezTo>
                <a:cubicBezTo>
                  <a:pt x="76" y="84"/>
                  <a:pt x="76" y="84"/>
                  <a:pt x="76" y="84"/>
                </a:cubicBezTo>
                <a:lnTo>
                  <a:pt x="76" y="96"/>
                </a:lnTo>
                <a:close/>
                <a:moveTo>
                  <a:pt x="72" y="36"/>
                </a:moveTo>
                <a:cubicBezTo>
                  <a:pt x="36" y="36"/>
                  <a:pt x="36" y="36"/>
                  <a:pt x="36" y="36"/>
                </a:cubicBezTo>
                <a:cubicBezTo>
                  <a:pt x="36" y="44"/>
                  <a:pt x="36" y="44"/>
                  <a:pt x="36" y="44"/>
                </a:cubicBezTo>
                <a:cubicBezTo>
                  <a:pt x="16" y="44"/>
                  <a:pt x="16" y="44"/>
                  <a:pt x="16" y="44"/>
                </a:cubicBezTo>
                <a:cubicBezTo>
                  <a:pt x="16" y="24"/>
                  <a:pt x="16" y="24"/>
                  <a:pt x="16" y="24"/>
                </a:cubicBezTo>
                <a:cubicBezTo>
                  <a:pt x="36" y="24"/>
                  <a:pt x="36" y="24"/>
                  <a:pt x="36" y="24"/>
                </a:cubicBezTo>
                <a:cubicBezTo>
                  <a:pt x="36" y="32"/>
                  <a:pt x="36" y="32"/>
                  <a:pt x="36" y="32"/>
                </a:cubicBezTo>
                <a:cubicBezTo>
                  <a:pt x="72" y="32"/>
                  <a:pt x="72" y="32"/>
                  <a:pt x="72" y="32"/>
                </a:cubicBezTo>
                <a:cubicBezTo>
                  <a:pt x="72" y="24"/>
                  <a:pt x="72" y="24"/>
                  <a:pt x="72" y="24"/>
                </a:cubicBezTo>
                <a:cubicBezTo>
                  <a:pt x="92" y="24"/>
                  <a:pt x="92" y="24"/>
                  <a:pt x="92" y="24"/>
                </a:cubicBezTo>
                <a:cubicBezTo>
                  <a:pt x="92" y="44"/>
                  <a:pt x="92" y="44"/>
                  <a:pt x="92" y="44"/>
                </a:cubicBezTo>
                <a:cubicBezTo>
                  <a:pt x="72" y="44"/>
                  <a:pt x="72" y="44"/>
                  <a:pt x="72" y="44"/>
                </a:cubicBezTo>
                <a:lnTo>
                  <a:pt x="72" y="36"/>
                </a:lnTo>
                <a:close/>
                <a:moveTo>
                  <a:pt x="32" y="28"/>
                </a:moveTo>
                <a:cubicBezTo>
                  <a:pt x="20" y="28"/>
                  <a:pt x="20" y="28"/>
                  <a:pt x="20" y="28"/>
                </a:cubicBezTo>
                <a:cubicBezTo>
                  <a:pt x="20" y="40"/>
                  <a:pt x="20" y="40"/>
                  <a:pt x="20" y="40"/>
                </a:cubicBezTo>
                <a:cubicBezTo>
                  <a:pt x="32" y="40"/>
                  <a:pt x="32" y="40"/>
                  <a:pt x="32" y="40"/>
                </a:cubicBezTo>
                <a:lnTo>
                  <a:pt x="32" y="28"/>
                </a:lnTo>
                <a:close/>
                <a:moveTo>
                  <a:pt x="76" y="40"/>
                </a:moveTo>
                <a:cubicBezTo>
                  <a:pt x="88" y="40"/>
                  <a:pt x="88" y="40"/>
                  <a:pt x="88" y="40"/>
                </a:cubicBezTo>
                <a:cubicBezTo>
                  <a:pt x="88" y="28"/>
                  <a:pt x="88" y="28"/>
                  <a:pt x="88" y="28"/>
                </a:cubicBezTo>
                <a:cubicBezTo>
                  <a:pt x="76" y="28"/>
                  <a:pt x="76" y="28"/>
                  <a:pt x="76" y="28"/>
                </a:cubicBezTo>
                <a:lnTo>
                  <a:pt x="76" y="40"/>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220"/>
          <p:cNvSpPr>
            <a:spLocks noEditPoints="1"/>
          </p:cNvSpPr>
          <p:nvPr/>
        </p:nvSpPr>
        <p:spPr bwMode="auto">
          <a:xfrm>
            <a:off x="1644964" y="5800813"/>
            <a:ext cx="395288" cy="396875"/>
          </a:xfrm>
          <a:custGeom>
            <a:avLst/>
            <a:gdLst>
              <a:gd name="T0" fmla="*/ 164 w 200"/>
              <a:gd name="T1" fmla="*/ 176 h 200"/>
              <a:gd name="T2" fmla="*/ 144 w 200"/>
              <a:gd name="T3" fmla="*/ 200 h 200"/>
              <a:gd name="T4" fmla="*/ 0 w 200"/>
              <a:gd name="T5" fmla="*/ 180 h 200"/>
              <a:gd name="T6" fmla="*/ 20 w 200"/>
              <a:gd name="T7" fmla="*/ 0 h 200"/>
              <a:gd name="T8" fmla="*/ 108 w 200"/>
              <a:gd name="T9" fmla="*/ 0 h 200"/>
              <a:gd name="T10" fmla="*/ 108 w 200"/>
              <a:gd name="T11" fmla="*/ 0 h 200"/>
              <a:gd name="T12" fmla="*/ 108 w 200"/>
              <a:gd name="T13" fmla="*/ 0 h 200"/>
              <a:gd name="T14" fmla="*/ 164 w 200"/>
              <a:gd name="T15" fmla="*/ 60 h 200"/>
              <a:gd name="T16" fmla="*/ 164 w 200"/>
              <a:gd name="T17" fmla="*/ 61 h 200"/>
              <a:gd name="T18" fmla="*/ 164 w 200"/>
              <a:gd name="T19" fmla="*/ 108 h 200"/>
              <a:gd name="T20" fmla="*/ 200 w 200"/>
              <a:gd name="T21" fmla="*/ 128 h 200"/>
              <a:gd name="T22" fmla="*/ 180 w 200"/>
              <a:gd name="T23" fmla="*/ 176 h 200"/>
              <a:gd name="T24" fmla="*/ 108 w 200"/>
              <a:gd name="T25" fmla="*/ 40 h 200"/>
              <a:gd name="T26" fmla="*/ 151 w 200"/>
              <a:gd name="T27" fmla="*/ 60 h 200"/>
              <a:gd name="T28" fmla="*/ 156 w 200"/>
              <a:gd name="T29" fmla="*/ 68 h 200"/>
              <a:gd name="T30" fmla="*/ 100 w 200"/>
              <a:gd name="T31" fmla="*/ 48 h 200"/>
              <a:gd name="T32" fmla="*/ 28 w 200"/>
              <a:gd name="T33" fmla="*/ 8 h 200"/>
              <a:gd name="T34" fmla="*/ 8 w 200"/>
              <a:gd name="T35" fmla="*/ 172 h 200"/>
              <a:gd name="T36" fmla="*/ 136 w 200"/>
              <a:gd name="T37" fmla="*/ 192 h 200"/>
              <a:gd name="T38" fmla="*/ 64 w 200"/>
              <a:gd name="T39" fmla="*/ 176 h 200"/>
              <a:gd name="T40" fmla="*/ 44 w 200"/>
              <a:gd name="T41" fmla="*/ 128 h 200"/>
              <a:gd name="T42" fmla="*/ 156 w 200"/>
              <a:gd name="T43" fmla="*/ 108 h 200"/>
              <a:gd name="T44" fmla="*/ 137 w 200"/>
              <a:gd name="T45" fmla="*/ 133 h 200"/>
              <a:gd name="T46" fmla="*/ 110 w 200"/>
              <a:gd name="T47" fmla="*/ 127 h 200"/>
              <a:gd name="T48" fmla="*/ 120 w 200"/>
              <a:gd name="T49" fmla="*/ 133 h 200"/>
              <a:gd name="T50" fmla="*/ 127 w 200"/>
              <a:gd name="T51" fmla="*/ 162 h 200"/>
              <a:gd name="T52" fmla="*/ 137 w 200"/>
              <a:gd name="T53" fmla="*/ 133 h 200"/>
              <a:gd name="T54" fmla="*/ 107 w 200"/>
              <a:gd name="T55" fmla="*/ 127 h 200"/>
              <a:gd name="T56" fmla="*/ 80 w 200"/>
              <a:gd name="T57" fmla="*/ 133 h 200"/>
              <a:gd name="T58" fmla="*/ 90 w 200"/>
              <a:gd name="T59" fmla="*/ 162 h 200"/>
              <a:gd name="T60" fmla="*/ 97 w 200"/>
              <a:gd name="T61" fmla="*/ 133 h 200"/>
              <a:gd name="T62" fmla="*/ 167 w 200"/>
              <a:gd name="T63" fmla="*/ 127 h 200"/>
              <a:gd name="T64" fmla="*/ 143 w 200"/>
              <a:gd name="T65" fmla="*/ 162 h 200"/>
              <a:gd name="T66" fmla="*/ 150 w 200"/>
              <a:gd name="T67" fmla="*/ 147 h 200"/>
              <a:gd name="T68" fmla="*/ 164 w 200"/>
              <a:gd name="T69" fmla="*/ 141 h 200"/>
              <a:gd name="T70" fmla="*/ 150 w 200"/>
              <a:gd name="T71" fmla="*/ 133 h 200"/>
              <a:gd name="T72" fmla="*/ 167 w 200"/>
              <a:gd name="T73" fmla="*/ 127 h 200"/>
              <a:gd name="T74" fmla="*/ 60 w 200"/>
              <a:gd name="T75" fmla="*/ 93 h 200"/>
              <a:gd name="T76" fmla="*/ 67 w 200"/>
              <a:gd name="T77" fmla="*/ 90 h 200"/>
              <a:gd name="T78" fmla="*/ 65 w 200"/>
              <a:gd name="T79" fmla="*/ 84 h 200"/>
              <a:gd name="T80" fmla="*/ 37 w 200"/>
              <a:gd name="T81" fmla="*/ 76 h 200"/>
              <a:gd name="T82" fmla="*/ 33 w 200"/>
              <a:gd name="T83" fmla="*/ 88 h 200"/>
              <a:gd name="T84" fmla="*/ 42 w 200"/>
              <a:gd name="T85" fmla="*/ 93 h 200"/>
              <a:gd name="T86" fmla="*/ 19 w 200"/>
              <a:gd name="T87" fmla="*/ 95 h 200"/>
              <a:gd name="T88" fmla="*/ 25 w 200"/>
              <a:gd name="T89" fmla="*/ 90 h 200"/>
              <a:gd name="T90" fmla="*/ 55 w 200"/>
              <a:gd name="T91" fmla="*/ 25 h 200"/>
              <a:gd name="T92" fmla="*/ 81 w 200"/>
              <a:gd name="T93" fmla="*/ 81 h 200"/>
              <a:gd name="T94" fmla="*/ 92 w 200"/>
              <a:gd name="T95" fmla="*/ 93 h 200"/>
              <a:gd name="T96" fmla="*/ 59 w 200"/>
              <a:gd name="T97" fmla="*/ 95 h 200"/>
              <a:gd name="T98" fmla="*/ 49 w 200"/>
              <a:gd name="T99" fmla="*/ 48 h 200"/>
              <a:gd name="T100" fmla="*/ 60 w 200"/>
              <a:gd name="T101" fmla="*/ 72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0" h="200">
                <a:moveTo>
                  <a:pt x="180" y="176"/>
                </a:moveTo>
                <a:cubicBezTo>
                  <a:pt x="164" y="176"/>
                  <a:pt x="164" y="176"/>
                  <a:pt x="164" y="176"/>
                </a:cubicBezTo>
                <a:cubicBezTo>
                  <a:pt x="164" y="180"/>
                  <a:pt x="164" y="180"/>
                  <a:pt x="164" y="180"/>
                </a:cubicBezTo>
                <a:cubicBezTo>
                  <a:pt x="164" y="191"/>
                  <a:pt x="155" y="200"/>
                  <a:pt x="144" y="200"/>
                </a:cubicBezTo>
                <a:cubicBezTo>
                  <a:pt x="20" y="200"/>
                  <a:pt x="20" y="200"/>
                  <a:pt x="20" y="200"/>
                </a:cubicBezTo>
                <a:cubicBezTo>
                  <a:pt x="9" y="200"/>
                  <a:pt x="0" y="191"/>
                  <a:pt x="0" y="180"/>
                </a:cubicBezTo>
                <a:cubicBezTo>
                  <a:pt x="0" y="20"/>
                  <a:pt x="0" y="20"/>
                  <a:pt x="0" y="20"/>
                </a:cubicBezTo>
                <a:cubicBezTo>
                  <a:pt x="0" y="9"/>
                  <a:pt x="9" y="0"/>
                  <a:pt x="20" y="0"/>
                </a:cubicBezTo>
                <a:cubicBezTo>
                  <a:pt x="100" y="0"/>
                  <a:pt x="100" y="0"/>
                  <a:pt x="100" y="0"/>
                </a:cubicBezTo>
                <a:cubicBezTo>
                  <a:pt x="108" y="0"/>
                  <a:pt x="108" y="0"/>
                  <a:pt x="108" y="0"/>
                </a:cubicBezTo>
                <a:cubicBezTo>
                  <a:pt x="108" y="0"/>
                  <a:pt x="108" y="0"/>
                  <a:pt x="108" y="0"/>
                </a:cubicBezTo>
                <a:cubicBezTo>
                  <a:pt x="108" y="0"/>
                  <a:pt x="108" y="0"/>
                  <a:pt x="108" y="0"/>
                </a:cubicBezTo>
                <a:cubicBezTo>
                  <a:pt x="108" y="0"/>
                  <a:pt x="108" y="0"/>
                  <a:pt x="108" y="0"/>
                </a:cubicBezTo>
                <a:cubicBezTo>
                  <a:pt x="108" y="0"/>
                  <a:pt x="108" y="0"/>
                  <a:pt x="108" y="0"/>
                </a:cubicBezTo>
                <a:cubicBezTo>
                  <a:pt x="164" y="60"/>
                  <a:pt x="164" y="60"/>
                  <a:pt x="164" y="60"/>
                </a:cubicBezTo>
                <a:cubicBezTo>
                  <a:pt x="164" y="60"/>
                  <a:pt x="164" y="60"/>
                  <a:pt x="164" y="60"/>
                </a:cubicBezTo>
                <a:cubicBezTo>
                  <a:pt x="164" y="61"/>
                  <a:pt x="164" y="61"/>
                  <a:pt x="164" y="61"/>
                </a:cubicBezTo>
                <a:cubicBezTo>
                  <a:pt x="164" y="61"/>
                  <a:pt x="164" y="61"/>
                  <a:pt x="164" y="61"/>
                </a:cubicBezTo>
                <a:cubicBezTo>
                  <a:pt x="164" y="61"/>
                  <a:pt x="164" y="61"/>
                  <a:pt x="164" y="61"/>
                </a:cubicBezTo>
                <a:cubicBezTo>
                  <a:pt x="164" y="108"/>
                  <a:pt x="164" y="108"/>
                  <a:pt x="164" y="108"/>
                </a:cubicBezTo>
                <a:cubicBezTo>
                  <a:pt x="180" y="108"/>
                  <a:pt x="180" y="108"/>
                  <a:pt x="180" y="108"/>
                </a:cubicBezTo>
                <a:cubicBezTo>
                  <a:pt x="191" y="108"/>
                  <a:pt x="200" y="117"/>
                  <a:pt x="200" y="128"/>
                </a:cubicBezTo>
                <a:cubicBezTo>
                  <a:pt x="200" y="156"/>
                  <a:pt x="200" y="156"/>
                  <a:pt x="200" y="156"/>
                </a:cubicBezTo>
                <a:cubicBezTo>
                  <a:pt x="200" y="167"/>
                  <a:pt x="191" y="176"/>
                  <a:pt x="180" y="176"/>
                </a:cubicBezTo>
                <a:close/>
                <a:moveTo>
                  <a:pt x="108" y="15"/>
                </a:moveTo>
                <a:cubicBezTo>
                  <a:pt x="108" y="40"/>
                  <a:pt x="108" y="40"/>
                  <a:pt x="108" y="40"/>
                </a:cubicBezTo>
                <a:cubicBezTo>
                  <a:pt x="108" y="51"/>
                  <a:pt x="117" y="60"/>
                  <a:pt x="128" y="60"/>
                </a:cubicBezTo>
                <a:cubicBezTo>
                  <a:pt x="151" y="60"/>
                  <a:pt x="151" y="60"/>
                  <a:pt x="151" y="60"/>
                </a:cubicBezTo>
                <a:lnTo>
                  <a:pt x="108" y="15"/>
                </a:lnTo>
                <a:close/>
                <a:moveTo>
                  <a:pt x="156" y="68"/>
                </a:moveTo>
                <a:cubicBezTo>
                  <a:pt x="120" y="68"/>
                  <a:pt x="120" y="68"/>
                  <a:pt x="120" y="68"/>
                </a:cubicBezTo>
                <a:cubicBezTo>
                  <a:pt x="109" y="68"/>
                  <a:pt x="100" y="59"/>
                  <a:pt x="100" y="48"/>
                </a:cubicBezTo>
                <a:cubicBezTo>
                  <a:pt x="100" y="8"/>
                  <a:pt x="100" y="8"/>
                  <a:pt x="100" y="8"/>
                </a:cubicBezTo>
                <a:cubicBezTo>
                  <a:pt x="28" y="8"/>
                  <a:pt x="28" y="8"/>
                  <a:pt x="28" y="8"/>
                </a:cubicBezTo>
                <a:cubicBezTo>
                  <a:pt x="17" y="8"/>
                  <a:pt x="8" y="17"/>
                  <a:pt x="8" y="28"/>
                </a:cubicBezTo>
                <a:cubicBezTo>
                  <a:pt x="8" y="172"/>
                  <a:pt x="8" y="172"/>
                  <a:pt x="8" y="172"/>
                </a:cubicBezTo>
                <a:cubicBezTo>
                  <a:pt x="8" y="183"/>
                  <a:pt x="17" y="192"/>
                  <a:pt x="28" y="192"/>
                </a:cubicBezTo>
                <a:cubicBezTo>
                  <a:pt x="136" y="192"/>
                  <a:pt x="136" y="192"/>
                  <a:pt x="136" y="192"/>
                </a:cubicBezTo>
                <a:cubicBezTo>
                  <a:pt x="146" y="192"/>
                  <a:pt x="154" y="185"/>
                  <a:pt x="156" y="176"/>
                </a:cubicBezTo>
                <a:cubicBezTo>
                  <a:pt x="64" y="176"/>
                  <a:pt x="64" y="176"/>
                  <a:pt x="64" y="176"/>
                </a:cubicBezTo>
                <a:cubicBezTo>
                  <a:pt x="53" y="176"/>
                  <a:pt x="44" y="167"/>
                  <a:pt x="44" y="156"/>
                </a:cubicBezTo>
                <a:cubicBezTo>
                  <a:pt x="44" y="128"/>
                  <a:pt x="44" y="128"/>
                  <a:pt x="44" y="128"/>
                </a:cubicBezTo>
                <a:cubicBezTo>
                  <a:pt x="44" y="117"/>
                  <a:pt x="53" y="108"/>
                  <a:pt x="64" y="108"/>
                </a:cubicBezTo>
                <a:cubicBezTo>
                  <a:pt x="156" y="108"/>
                  <a:pt x="156" y="108"/>
                  <a:pt x="156" y="108"/>
                </a:cubicBezTo>
                <a:lnTo>
                  <a:pt x="156" y="68"/>
                </a:lnTo>
                <a:close/>
                <a:moveTo>
                  <a:pt x="137" y="133"/>
                </a:moveTo>
                <a:cubicBezTo>
                  <a:pt x="137" y="127"/>
                  <a:pt x="137" y="127"/>
                  <a:pt x="137" y="127"/>
                </a:cubicBezTo>
                <a:cubicBezTo>
                  <a:pt x="110" y="127"/>
                  <a:pt x="110" y="127"/>
                  <a:pt x="110" y="127"/>
                </a:cubicBezTo>
                <a:cubicBezTo>
                  <a:pt x="110" y="133"/>
                  <a:pt x="110" y="133"/>
                  <a:pt x="110" y="133"/>
                </a:cubicBezTo>
                <a:cubicBezTo>
                  <a:pt x="120" y="133"/>
                  <a:pt x="120" y="133"/>
                  <a:pt x="120" y="133"/>
                </a:cubicBezTo>
                <a:cubicBezTo>
                  <a:pt x="120" y="162"/>
                  <a:pt x="120" y="162"/>
                  <a:pt x="120" y="162"/>
                </a:cubicBezTo>
                <a:cubicBezTo>
                  <a:pt x="127" y="162"/>
                  <a:pt x="127" y="162"/>
                  <a:pt x="127" y="162"/>
                </a:cubicBezTo>
                <a:cubicBezTo>
                  <a:pt x="127" y="133"/>
                  <a:pt x="127" y="133"/>
                  <a:pt x="127" y="133"/>
                </a:cubicBezTo>
                <a:lnTo>
                  <a:pt x="137" y="133"/>
                </a:lnTo>
                <a:close/>
                <a:moveTo>
                  <a:pt x="107" y="133"/>
                </a:moveTo>
                <a:cubicBezTo>
                  <a:pt x="107" y="127"/>
                  <a:pt x="107" y="127"/>
                  <a:pt x="107" y="127"/>
                </a:cubicBezTo>
                <a:cubicBezTo>
                  <a:pt x="80" y="127"/>
                  <a:pt x="80" y="127"/>
                  <a:pt x="80" y="127"/>
                </a:cubicBezTo>
                <a:cubicBezTo>
                  <a:pt x="80" y="133"/>
                  <a:pt x="80" y="133"/>
                  <a:pt x="80" y="133"/>
                </a:cubicBezTo>
                <a:cubicBezTo>
                  <a:pt x="90" y="133"/>
                  <a:pt x="90" y="133"/>
                  <a:pt x="90" y="133"/>
                </a:cubicBezTo>
                <a:cubicBezTo>
                  <a:pt x="90" y="162"/>
                  <a:pt x="90" y="162"/>
                  <a:pt x="90" y="162"/>
                </a:cubicBezTo>
                <a:cubicBezTo>
                  <a:pt x="97" y="162"/>
                  <a:pt x="97" y="162"/>
                  <a:pt x="97" y="162"/>
                </a:cubicBezTo>
                <a:cubicBezTo>
                  <a:pt x="97" y="133"/>
                  <a:pt x="97" y="133"/>
                  <a:pt x="97" y="133"/>
                </a:cubicBezTo>
                <a:lnTo>
                  <a:pt x="107" y="133"/>
                </a:lnTo>
                <a:close/>
                <a:moveTo>
                  <a:pt x="167" y="127"/>
                </a:moveTo>
                <a:cubicBezTo>
                  <a:pt x="143" y="127"/>
                  <a:pt x="143" y="127"/>
                  <a:pt x="143" y="127"/>
                </a:cubicBezTo>
                <a:cubicBezTo>
                  <a:pt x="143" y="162"/>
                  <a:pt x="143" y="162"/>
                  <a:pt x="143" y="162"/>
                </a:cubicBezTo>
                <a:cubicBezTo>
                  <a:pt x="150" y="162"/>
                  <a:pt x="150" y="162"/>
                  <a:pt x="150" y="162"/>
                </a:cubicBezTo>
                <a:cubicBezTo>
                  <a:pt x="150" y="147"/>
                  <a:pt x="150" y="147"/>
                  <a:pt x="150" y="147"/>
                </a:cubicBezTo>
                <a:cubicBezTo>
                  <a:pt x="164" y="147"/>
                  <a:pt x="164" y="147"/>
                  <a:pt x="164" y="147"/>
                </a:cubicBezTo>
                <a:cubicBezTo>
                  <a:pt x="164" y="141"/>
                  <a:pt x="164" y="141"/>
                  <a:pt x="164" y="141"/>
                </a:cubicBezTo>
                <a:cubicBezTo>
                  <a:pt x="150" y="141"/>
                  <a:pt x="150" y="141"/>
                  <a:pt x="150" y="141"/>
                </a:cubicBezTo>
                <a:cubicBezTo>
                  <a:pt x="150" y="133"/>
                  <a:pt x="150" y="133"/>
                  <a:pt x="150" y="133"/>
                </a:cubicBezTo>
                <a:cubicBezTo>
                  <a:pt x="167" y="133"/>
                  <a:pt x="167" y="133"/>
                  <a:pt x="167" y="133"/>
                </a:cubicBezTo>
                <a:lnTo>
                  <a:pt x="167" y="127"/>
                </a:lnTo>
                <a:close/>
                <a:moveTo>
                  <a:pt x="59" y="93"/>
                </a:moveTo>
                <a:cubicBezTo>
                  <a:pt x="60" y="93"/>
                  <a:pt x="60" y="93"/>
                  <a:pt x="60" y="93"/>
                </a:cubicBezTo>
                <a:cubicBezTo>
                  <a:pt x="63" y="93"/>
                  <a:pt x="65" y="93"/>
                  <a:pt x="66" y="92"/>
                </a:cubicBezTo>
                <a:cubicBezTo>
                  <a:pt x="66" y="91"/>
                  <a:pt x="67" y="91"/>
                  <a:pt x="67" y="90"/>
                </a:cubicBezTo>
                <a:cubicBezTo>
                  <a:pt x="67" y="89"/>
                  <a:pt x="67" y="88"/>
                  <a:pt x="66" y="88"/>
                </a:cubicBezTo>
                <a:cubicBezTo>
                  <a:pt x="66" y="88"/>
                  <a:pt x="66" y="86"/>
                  <a:pt x="65" y="84"/>
                </a:cubicBezTo>
                <a:cubicBezTo>
                  <a:pt x="61" y="76"/>
                  <a:pt x="61" y="76"/>
                  <a:pt x="61" y="76"/>
                </a:cubicBezTo>
                <a:cubicBezTo>
                  <a:pt x="37" y="76"/>
                  <a:pt x="37" y="76"/>
                  <a:pt x="37" y="76"/>
                </a:cubicBezTo>
                <a:cubicBezTo>
                  <a:pt x="34" y="82"/>
                  <a:pt x="34" y="82"/>
                  <a:pt x="34" y="82"/>
                </a:cubicBezTo>
                <a:cubicBezTo>
                  <a:pt x="33" y="84"/>
                  <a:pt x="33" y="86"/>
                  <a:pt x="33" y="88"/>
                </a:cubicBezTo>
                <a:cubicBezTo>
                  <a:pt x="33" y="90"/>
                  <a:pt x="34" y="91"/>
                  <a:pt x="35" y="92"/>
                </a:cubicBezTo>
                <a:cubicBezTo>
                  <a:pt x="36" y="92"/>
                  <a:pt x="38" y="93"/>
                  <a:pt x="42" y="93"/>
                </a:cubicBezTo>
                <a:cubicBezTo>
                  <a:pt x="42" y="95"/>
                  <a:pt x="42" y="95"/>
                  <a:pt x="42" y="95"/>
                </a:cubicBezTo>
                <a:cubicBezTo>
                  <a:pt x="19" y="95"/>
                  <a:pt x="19" y="95"/>
                  <a:pt x="19" y="95"/>
                </a:cubicBezTo>
                <a:cubicBezTo>
                  <a:pt x="19" y="93"/>
                  <a:pt x="19" y="93"/>
                  <a:pt x="19" y="93"/>
                </a:cubicBezTo>
                <a:cubicBezTo>
                  <a:pt x="21" y="93"/>
                  <a:pt x="24" y="92"/>
                  <a:pt x="25" y="90"/>
                </a:cubicBezTo>
                <a:cubicBezTo>
                  <a:pt x="27" y="88"/>
                  <a:pt x="29" y="85"/>
                  <a:pt x="31" y="80"/>
                </a:cubicBezTo>
                <a:cubicBezTo>
                  <a:pt x="55" y="25"/>
                  <a:pt x="55" y="25"/>
                  <a:pt x="55" y="25"/>
                </a:cubicBezTo>
                <a:cubicBezTo>
                  <a:pt x="56" y="25"/>
                  <a:pt x="56" y="25"/>
                  <a:pt x="56" y="25"/>
                </a:cubicBezTo>
                <a:cubicBezTo>
                  <a:pt x="81" y="81"/>
                  <a:pt x="81" y="81"/>
                  <a:pt x="81" y="81"/>
                </a:cubicBezTo>
                <a:cubicBezTo>
                  <a:pt x="83" y="87"/>
                  <a:pt x="85" y="90"/>
                  <a:pt x="87" y="91"/>
                </a:cubicBezTo>
                <a:cubicBezTo>
                  <a:pt x="88" y="92"/>
                  <a:pt x="90" y="93"/>
                  <a:pt x="92" y="93"/>
                </a:cubicBezTo>
                <a:cubicBezTo>
                  <a:pt x="92" y="95"/>
                  <a:pt x="92" y="95"/>
                  <a:pt x="92" y="95"/>
                </a:cubicBezTo>
                <a:cubicBezTo>
                  <a:pt x="59" y="95"/>
                  <a:pt x="59" y="95"/>
                  <a:pt x="59" y="95"/>
                </a:cubicBezTo>
                <a:lnTo>
                  <a:pt x="59" y="93"/>
                </a:lnTo>
                <a:close/>
                <a:moveTo>
                  <a:pt x="49" y="48"/>
                </a:moveTo>
                <a:cubicBezTo>
                  <a:pt x="39" y="72"/>
                  <a:pt x="39" y="72"/>
                  <a:pt x="39" y="72"/>
                </a:cubicBezTo>
                <a:cubicBezTo>
                  <a:pt x="60" y="72"/>
                  <a:pt x="60" y="72"/>
                  <a:pt x="60" y="72"/>
                </a:cubicBezTo>
                <a:lnTo>
                  <a:pt x="49" y="48"/>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221"/>
          <p:cNvSpPr>
            <a:spLocks noEditPoints="1"/>
          </p:cNvSpPr>
          <p:nvPr/>
        </p:nvSpPr>
        <p:spPr bwMode="auto">
          <a:xfrm>
            <a:off x="2116451" y="5800813"/>
            <a:ext cx="396875" cy="396875"/>
          </a:xfrm>
          <a:custGeom>
            <a:avLst/>
            <a:gdLst>
              <a:gd name="T0" fmla="*/ 164 w 200"/>
              <a:gd name="T1" fmla="*/ 180 h 200"/>
              <a:gd name="T2" fmla="*/ 0 w 200"/>
              <a:gd name="T3" fmla="*/ 180 h 200"/>
              <a:gd name="T4" fmla="*/ 100 w 200"/>
              <a:gd name="T5" fmla="*/ 0 h 200"/>
              <a:gd name="T6" fmla="*/ 108 w 200"/>
              <a:gd name="T7" fmla="*/ 0 h 200"/>
              <a:gd name="T8" fmla="*/ 163 w 200"/>
              <a:gd name="T9" fmla="*/ 60 h 200"/>
              <a:gd name="T10" fmla="*/ 164 w 200"/>
              <a:gd name="T11" fmla="*/ 61 h 200"/>
              <a:gd name="T12" fmla="*/ 180 w 200"/>
              <a:gd name="T13" fmla="*/ 108 h 200"/>
              <a:gd name="T14" fmla="*/ 180 w 200"/>
              <a:gd name="T15" fmla="*/ 176 h 200"/>
              <a:gd name="T16" fmla="*/ 128 w 200"/>
              <a:gd name="T17" fmla="*/ 60 h 200"/>
              <a:gd name="T18" fmla="*/ 156 w 200"/>
              <a:gd name="T19" fmla="*/ 68 h 200"/>
              <a:gd name="T20" fmla="*/ 100 w 200"/>
              <a:gd name="T21" fmla="*/ 8 h 200"/>
              <a:gd name="T22" fmla="*/ 8 w 200"/>
              <a:gd name="T23" fmla="*/ 172 h 200"/>
              <a:gd name="T24" fmla="*/ 155 w 200"/>
              <a:gd name="T25" fmla="*/ 176 h 200"/>
              <a:gd name="T26" fmla="*/ 44 w 200"/>
              <a:gd name="T27" fmla="*/ 128 h 200"/>
              <a:gd name="T28" fmla="*/ 156 w 200"/>
              <a:gd name="T29" fmla="*/ 68 h 200"/>
              <a:gd name="T30" fmla="*/ 144 w 200"/>
              <a:gd name="T31" fmla="*/ 131 h 200"/>
              <a:gd name="T32" fmla="*/ 120 w 200"/>
              <a:gd name="T33" fmla="*/ 127 h 200"/>
              <a:gd name="T34" fmla="*/ 139 w 200"/>
              <a:gd name="T35" fmla="*/ 161 h 200"/>
              <a:gd name="T36" fmla="*/ 149 w 200"/>
              <a:gd name="T37" fmla="*/ 145 h 200"/>
              <a:gd name="T38" fmla="*/ 84 w 200"/>
              <a:gd name="T39" fmla="*/ 162 h 200"/>
              <a:gd name="T40" fmla="*/ 105 w 200"/>
              <a:gd name="T41" fmla="*/ 162 h 200"/>
              <a:gd name="T42" fmla="*/ 105 w 200"/>
              <a:gd name="T43" fmla="*/ 127 h 200"/>
              <a:gd name="T44" fmla="*/ 76 w 200"/>
              <a:gd name="T45" fmla="*/ 162 h 200"/>
              <a:gd name="T46" fmla="*/ 69 w 200"/>
              <a:gd name="T47" fmla="*/ 162 h 200"/>
              <a:gd name="T48" fmla="*/ 180 w 200"/>
              <a:gd name="T49" fmla="*/ 131 h 200"/>
              <a:gd name="T50" fmla="*/ 156 w 200"/>
              <a:gd name="T51" fmla="*/ 127 h 200"/>
              <a:gd name="T52" fmla="*/ 175 w 200"/>
              <a:gd name="T53" fmla="*/ 161 h 200"/>
              <a:gd name="T54" fmla="*/ 185 w 200"/>
              <a:gd name="T55" fmla="*/ 145 h 200"/>
              <a:gd name="T56" fmla="*/ 172 w 200"/>
              <a:gd name="T57" fmla="*/ 156 h 200"/>
              <a:gd name="T58" fmla="*/ 163 w 200"/>
              <a:gd name="T59" fmla="*/ 133 h 200"/>
              <a:gd name="T60" fmla="*/ 175 w 200"/>
              <a:gd name="T61" fmla="*/ 135 h 200"/>
              <a:gd name="T62" fmla="*/ 177 w 200"/>
              <a:gd name="T63" fmla="*/ 151 h 200"/>
              <a:gd name="T64" fmla="*/ 136 w 200"/>
              <a:gd name="T65" fmla="*/ 156 h 200"/>
              <a:gd name="T66" fmla="*/ 127 w 200"/>
              <a:gd name="T67" fmla="*/ 133 h 200"/>
              <a:gd name="T68" fmla="*/ 139 w 200"/>
              <a:gd name="T69" fmla="*/ 135 h 200"/>
              <a:gd name="T70" fmla="*/ 141 w 200"/>
              <a:gd name="T71" fmla="*/ 151 h 200"/>
              <a:gd name="T72" fmla="*/ 84 w 200"/>
              <a:gd name="T73" fmla="*/ 84 h 200"/>
              <a:gd name="T74" fmla="*/ 56 w 200"/>
              <a:gd name="T75" fmla="*/ 84 h 200"/>
              <a:gd name="T76" fmla="*/ 84 w 200"/>
              <a:gd name="T77" fmla="*/ 72 h 200"/>
              <a:gd name="T78" fmla="*/ 56 w 200"/>
              <a:gd name="T79" fmla="*/ 44 h 200"/>
              <a:gd name="T80" fmla="*/ 56 w 200"/>
              <a:gd name="T81" fmla="*/ 52 h 200"/>
              <a:gd name="T82" fmla="*/ 84 w 200"/>
              <a:gd name="T83" fmla="*/ 24 h 200"/>
              <a:gd name="T84" fmla="*/ 56 w 200"/>
              <a:gd name="T85" fmla="*/ 24 h 200"/>
              <a:gd name="T86" fmla="*/ 48 w 200"/>
              <a:gd name="T87" fmla="*/ 92 h 200"/>
              <a:gd name="T88" fmla="*/ 16 w 200"/>
              <a:gd name="T89" fmla="*/ 64 h 200"/>
              <a:gd name="T90" fmla="*/ 16 w 200"/>
              <a:gd name="T91" fmla="*/ 72 h 200"/>
              <a:gd name="T92" fmla="*/ 48 w 200"/>
              <a:gd name="T93" fmla="*/ 24 h 200"/>
              <a:gd name="T94" fmla="*/ 16 w 200"/>
              <a:gd name="T95" fmla="*/ 24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0" h="200">
                <a:moveTo>
                  <a:pt x="180" y="176"/>
                </a:moveTo>
                <a:cubicBezTo>
                  <a:pt x="164" y="176"/>
                  <a:pt x="164" y="176"/>
                  <a:pt x="164" y="176"/>
                </a:cubicBezTo>
                <a:cubicBezTo>
                  <a:pt x="164" y="180"/>
                  <a:pt x="164" y="180"/>
                  <a:pt x="164" y="180"/>
                </a:cubicBezTo>
                <a:cubicBezTo>
                  <a:pt x="164" y="191"/>
                  <a:pt x="155" y="200"/>
                  <a:pt x="144" y="200"/>
                </a:cubicBezTo>
                <a:cubicBezTo>
                  <a:pt x="20" y="200"/>
                  <a:pt x="20" y="200"/>
                  <a:pt x="20" y="200"/>
                </a:cubicBezTo>
                <a:cubicBezTo>
                  <a:pt x="9" y="200"/>
                  <a:pt x="0" y="191"/>
                  <a:pt x="0" y="180"/>
                </a:cubicBezTo>
                <a:cubicBezTo>
                  <a:pt x="0" y="20"/>
                  <a:pt x="0" y="20"/>
                  <a:pt x="0" y="20"/>
                </a:cubicBezTo>
                <a:cubicBezTo>
                  <a:pt x="0" y="9"/>
                  <a:pt x="9" y="0"/>
                  <a:pt x="20" y="0"/>
                </a:cubicBezTo>
                <a:cubicBezTo>
                  <a:pt x="100" y="0"/>
                  <a:pt x="100" y="0"/>
                  <a:pt x="100" y="0"/>
                </a:cubicBezTo>
                <a:cubicBezTo>
                  <a:pt x="107" y="0"/>
                  <a:pt x="107" y="0"/>
                  <a:pt x="107" y="0"/>
                </a:cubicBezTo>
                <a:cubicBezTo>
                  <a:pt x="107" y="0"/>
                  <a:pt x="107" y="0"/>
                  <a:pt x="107" y="0"/>
                </a:cubicBezTo>
                <a:cubicBezTo>
                  <a:pt x="108" y="0"/>
                  <a:pt x="108" y="0"/>
                  <a:pt x="108" y="0"/>
                </a:cubicBezTo>
                <a:cubicBezTo>
                  <a:pt x="108" y="0"/>
                  <a:pt x="108" y="0"/>
                  <a:pt x="108" y="0"/>
                </a:cubicBezTo>
                <a:cubicBezTo>
                  <a:pt x="108" y="0"/>
                  <a:pt x="108" y="0"/>
                  <a:pt x="108" y="0"/>
                </a:cubicBezTo>
                <a:cubicBezTo>
                  <a:pt x="163" y="60"/>
                  <a:pt x="163" y="60"/>
                  <a:pt x="163" y="60"/>
                </a:cubicBezTo>
                <a:cubicBezTo>
                  <a:pt x="164" y="60"/>
                  <a:pt x="164" y="60"/>
                  <a:pt x="164" y="60"/>
                </a:cubicBezTo>
                <a:cubicBezTo>
                  <a:pt x="164" y="61"/>
                  <a:pt x="164" y="61"/>
                  <a:pt x="164" y="61"/>
                </a:cubicBezTo>
                <a:cubicBezTo>
                  <a:pt x="164" y="61"/>
                  <a:pt x="164" y="61"/>
                  <a:pt x="164" y="61"/>
                </a:cubicBezTo>
                <a:cubicBezTo>
                  <a:pt x="164" y="61"/>
                  <a:pt x="164" y="61"/>
                  <a:pt x="164" y="61"/>
                </a:cubicBezTo>
                <a:cubicBezTo>
                  <a:pt x="164" y="108"/>
                  <a:pt x="164" y="108"/>
                  <a:pt x="164" y="108"/>
                </a:cubicBezTo>
                <a:cubicBezTo>
                  <a:pt x="180" y="108"/>
                  <a:pt x="180" y="108"/>
                  <a:pt x="180" y="108"/>
                </a:cubicBezTo>
                <a:cubicBezTo>
                  <a:pt x="191" y="108"/>
                  <a:pt x="200" y="117"/>
                  <a:pt x="200" y="128"/>
                </a:cubicBezTo>
                <a:cubicBezTo>
                  <a:pt x="200" y="156"/>
                  <a:pt x="200" y="156"/>
                  <a:pt x="200" y="156"/>
                </a:cubicBezTo>
                <a:cubicBezTo>
                  <a:pt x="200" y="167"/>
                  <a:pt x="191" y="176"/>
                  <a:pt x="180" y="176"/>
                </a:cubicBezTo>
                <a:close/>
                <a:moveTo>
                  <a:pt x="108" y="15"/>
                </a:moveTo>
                <a:cubicBezTo>
                  <a:pt x="108" y="40"/>
                  <a:pt x="108" y="40"/>
                  <a:pt x="108" y="40"/>
                </a:cubicBezTo>
                <a:cubicBezTo>
                  <a:pt x="108" y="51"/>
                  <a:pt x="117" y="60"/>
                  <a:pt x="128" y="60"/>
                </a:cubicBezTo>
                <a:cubicBezTo>
                  <a:pt x="151" y="60"/>
                  <a:pt x="151" y="60"/>
                  <a:pt x="151" y="60"/>
                </a:cubicBezTo>
                <a:lnTo>
                  <a:pt x="108" y="15"/>
                </a:lnTo>
                <a:close/>
                <a:moveTo>
                  <a:pt x="156" y="68"/>
                </a:moveTo>
                <a:cubicBezTo>
                  <a:pt x="120" y="68"/>
                  <a:pt x="120" y="68"/>
                  <a:pt x="120" y="68"/>
                </a:cubicBezTo>
                <a:cubicBezTo>
                  <a:pt x="109" y="68"/>
                  <a:pt x="100" y="59"/>
                  <a:pt x="100" y="48"/>
                </a:cubicBezTo>
                <a:cubicBezTo>
                  <a:pt x="100" y="8"/>
                  <a:pt x="100" y="8"/>
                  <a:pt x="100" y="8"/>
                </a:cubicBezTo>
                <a:cubicBezTo>
                  <a:pt x="28" y="8"/>
                  <a:pt x="28" y="8"/>
                  <a:pt x="28" y="8"/>
                </a:cubicBezTo>
                <a:cubicBezTo>
                  <a:pt x="17" y="8"/>
                  <a:pt x="8" y="17"/>
                  <a:pt x="8" y="28"/>
                </a:cubicBezTo>
                <a:cubicBezTo>
                  <a:pt x="8" y="172"/>
                  <a:pt x="8" y="172"/>
                  <a:pt x="8" y="172"/>
                </a:cubicBezTo>
                <a:cubicBezTo>
                  <a:pt x="8" y="183"/>
                  <a:pt x="17" y="192"/>
                  <a:pt x="28" y="192"/>
                </a:cubicBezTo>
                <a:cubicBezTo>
                  <a:pt x="136" y="192"/>
                  <a:pt x="136" y="192"/>
                  <a:pt x="136" y="192"/>
                </a:cubicBezTo>
                <a:cubicBezTo>
                  <a:pt x="145" y="192"/>
                  <a:pt x="153" y="185"/>
                  <a:pt x="155" y="176"/>
                </a:cubicBezTo>
                <a:cubicBezTo>
                  <a:pt x="64" y="176"/>
                  <a:pt x="64" y="176"/>
                  <a:pt x="64" y="176"/>
                </a:cubicBezTo>
                <a:cubicBezTo>
                  <a:pt x="53" y="176"/>
                  <a:pt x="44" y="167"/>
                  <a:pt x="44" y="156"/>
                </a:cubicBezTo>
                <a:cubicBezTo>
                  <a:pt x="44" y="128"/>
                  <a:pt x="44" y="128"/>
                  <a:pt x="44" y="128"/>
                </a:cubicBezTo>
                <a:cubicBezTo>
                  <a:pt x="44" y="117"/>
                  <a:pt x="53" y="108"/>
                  <a:pt x="64" y="108"/>
                </a:cubicBezTo>
                <a:cubicBezTo>
                  <a:pt x="156" y="108"/>
                  <a:pt x="156" y="108"/>
                  <a:pt x="156" y="108"/>
                </a:cubicBezTo>
                <a:lnTo>
                  <a:pt x="156" y="68"/>
                </a:lnTo>
                <a:close/>
                <a:moveTo>
                  <a:pt x="149" y="145"/>
                </a:moveTo>
                <a:cubicBezTo>
                  <a:pt x="149" y="142"/>
                  <a:pt x="148" y="139"/>
                  <a:pt x="148" y="137"/>
                </a:cubicBezTo>
                <a:cubicBezTo>
                  <a:pt x="147" y="135"/>
                  <a:pt x="146" y="133"/>
                  <a:pt x="144" y="131"/>
                </a:cubicBezTo>
                <a:cubicBezTo>
                  <a:pt x="143" y="130"/>
                  <a:pt x="141" y="129"/>
                  <a:pt x="139" y="128"/>
                </a:cubicBezTo>
                <a:cubicBezTo>
                  <a:pt x="138" y="128"/>
                  <a:pt x="136" y="127"/>
                  <a:pt x="133" y="127"/>
                </a:cubicBezTo>
                <a:cubicBezTo>
                  <a:pt x="120" y="127"/>
                  <a:pt x="120" y="127"/>
                  <a:pt x="120" y="127"/>
                </a:cubicBezTo>
                <a:cubicBezTo>
                  <a:pt x="120" y="162"/>
                  <a:pt x="120" y="162"/>
                  <a:pt x="120" y="162"/>
                </a:cubicBezTo>
                <a:cubicBezTo>
                  <a:pt x="133" y="162"/>
                  <a:pt x="133" y="162"/>
                  <a:pt x="133" y="162"/>
                </a:cubicBezTo>
                <a:cubicBezTo>
                  <a:pt x="136" y="162"/>
                  <a:pt x="138" y="162"/>
                  <a:pt x="139" y="161"/>
                </a:cubicBezTo>
                <a:cubicBezTo>
                  <a:pt x="141" y="160"/>
                  <a:pt x="143" y="160"/>
                  <a:pt x="144" y="158"/>
                </a:cubicBezTo>
                <a:cubicBezTo>
                  <a:pt x="146" y="157"/>
                  <a:pt x="147" y="155"/>
                  <a:pt x="148" y="152"/>
                </a:cubicBezTo>
                <a:cubicBezTo>
                  <a:pt x="148" y="150"/>
                  <a:pt x="149" y="148"/>
                  <a:pt x="149" y="145"/>
                </a:cubicBezTo>
                <a:close/>
                <a:moveTo>
                  <a:pt x="91" y="127"/>
                </a:moveTo>
                <a:cubicBezTo>
                  <a:pt x="84" y="127"/>
                  <a:pt x="84" y="127"/>
                  <a:pt x="84" y="127"/>
                </a:cubicBezTo>
                <a:cubicBezTo>
                  <a:pt x="84" y="162"/>
                  <a:pt x="84" y="162"/>
                  <a:pt x="84" y="162"/>
                </a:cubicBezTo>
                <a:cubicBezTo>
                  <a:pt x="91" y="162"/>
                  <a:pt x="91" y="162"/>
                  <a:pt x="91" y="162"/>
                </a:cubicBezTo>
                <a:cubicBezTo>
                  <a:pt x="91" y="139"/>
                  <a:pt x="91" y="139"/>
                  <a:pt x="91" y="139"/>
                </a:cubicBezTo>
                <a:cubicBezTo>
                  <a:pt x="105" y="162"/>
                  <a:pt x="105" y="162"/>
                  <a:pt x="105" y="162"/>
                </a:cubicBezTo>
                <a:cubicBezTo>
                  <a:pt x="111" y="162"/>
                  <a:pt x="111" y="162"/>
                  <a:pt x="111" y="162"/>
                </a:cubicBezTo>
                <a:cubicBezTo>
                  <a:pt x="111" y="127"/>
                  <a:pt x="111" y="127"/>
                  <a:pt x="111" y="127"/>
                </a:cubicBezTo>
                <a:cubicBezTo>
                  <a:pt x="105" y="127"/>
                  <a:pt x="105" y="127"/>
                  <a:pt x="105" y="127"/>
                </a:cubicBezTo>
                <a:cubicBezTo>
                  <a:pt x="105" y="150"/>
                  <a:pt x="105" y="150"/>
                  <a:pt x="105" y="150"/>
                </a:cubicBezTo>
                <a:lnTo>
                  <a:pt x="91" y="127"/>
                </a:lnTo>
                <a:close/>
                <a:moveTo>
                  <a:pt x="76" y="162"/>
                </a:moveTo>
                <a:cubicBezTo>
                  <a:pt x="76" y="127"/>
                  <a:pt x="76" y="127"/>
                  <a:pt x="76" y="127"/>
                </a:cubicBezTo>
                <a:cubicBezTo>
                  <a:pt x="69" y="127"/>
                  <a:pt x="69" y="127"/>
                  <a:pt x="69" y="127"/>
                </a:cubicBezTo>
                <a:cubicBezTo>
                  <a:pt x="69" y="162"/>
                  <a:pt x="69" y="162"/>
                  <a:pt x="69" y="162"/>
                </a:cubicBezTo>
                <a:lnTo>
                  <a:pt x="76" y="162"/>
                </a:lnTo>
                <a:close/>
                <a:moveTo>
                  <a:pt x="184" y="137"/>
                </a:moveTo>
                <a:cubicBezTo>
                  <a:pt x="183" y="135"/>
                  <a:pt x="182" y="133"/>
                  <a:pt x="180" y="131"/>
                </a:cubicBezTo>
                <a:cubicBezTo>
                  <a:pt x="179" y="130"/>
                  <a:pt x="177" y="129"/>
                  <a:pt x="175" y="128"/>
                </a:cubicBezTo>
                <a:cubicBezTo>
                  <a:pt x="174" y="128"/>
                  <a:pt x="171" y="127"/>
                  <a:pt x="169" y="127"/>
                </a:cubicBezTo>
                <a:cubicBezTo>
                  <a:pt x="156" y="127"/>
                  <a:pt x="156" y="127"/>
                  <a:pt x="156" y="127"/>
                </a:cubicBezTo>
                <a:cubicBezTo>
                  <a:pt x="156" y="162"/>
                  <a:pt x="156" y="162"/>
                  <a:pt x="156" y="162"/>
                </a:cubicBezTo>
                <a:cubicBezTo>
                  <a:pt x="169" y="162"/>
                  <a:pt x="169" y="162"/>
                  <a:pt x="169" y="162"/>
                </a:cubicBezTo>
                <a:cubicBezTo>
                  <a:pt x="171" y="162"/>
                  <a:pt x="174" y="162"/>
                  <a:pt x="175" y="161"/>
                </a:cubicBezTo>
                <a:cubicBezTo>
                  <a:pt x="177" y="160"/>
                  <a:pt x="179" y="160"/>
                  <a:pt x="180" y="158"/>
                </a:cubicBezTo>
                <a:cubicBezTo>
                  <a:pt x="182" y="157"/>
                  <a:pt x="183" y="155"/>
                  <a:pt x="184" y="152"/>
                </a:cubicBezTo>
                <a:cubicBezTo>
                  <a:pt x="184" y="150"/>
                  <a:pt x="185" y="148"/>
                  <a:pt x="185" y="145"/>
                </a:cubicBezTo>
                <a:cubicBezTo>
                  <a:pt x="185" y="142"/>
                  <a:pt x="184" y="139"/>
                  <a:pt x="184" y="137"/>
                </a:cubicBezTo>
                <a:close/>
                <a:moveTo>
                  <a:pt x="175" y="154"/>
                </a:moveTo>
                <a:cubicBezTo>
                  <a:pt x="174" y="155"/>
                  <a:pt x="173" y="155"/>
                  <a:pt x="172" y="156"/>
                </a:cubicBezTo>
                <a:cubicBezTo>
                  <a:pt x="171" y="156"/>
                  <a:pt x="170" y="156"/>
                  <a:pt x="168" y="156"/>
                </a:cubicBezTo>
                <a:cubicBezTo>
                  <a:pt x="163" y="156"/>
                  <a:pt x="163" y="156"/>
                  <a:pt x="163" y="156"/>
                </a:cubicBezTo>
                <a:cubicBezTo>
                  <a:pt x="163" y="133"/>
                  <a:pt x="163" y="133"/>
                  <a:pt x="163" y="133"/>
                </a:cubicBezTo>
                <a:cubicBezTo>
                  <a:pt x="166" y="133"/>
                  <a:pt x="166" y="133"/>
                  <a:pt x="166" y="133"/>
                </a:cubicBezTo>
                <a:cubicBezTo>
                  <a:pt x="169" y="133"/>
                  <a:pt x="171" y="133"/>
                  <a:pt x="172" y="134"/>
                </a:cubicBezTo>
                <a:cubicBezTo>
                  <a:pt x="173" y="134"/>
                  <a:pt x="174" y="134"/>
                  <a:pt x="175" y="135"/>
                </a:cubicBezTo>
                <a:cubicBezTo>
                  <a:pt x="176" y="136"/>
                  <a:pt x="176" y="137"/>
                  <a:pt x="177" y="139"/>
                </a:cubicBezTo>
                <a:cubicBezTo>
                  <a:pt x="177" y="140"/>
                  <a:pt x="177" y="142"/>
                  <a:pt x="177" y="145"/>
                </a:cubicBezTo>
                <a:cubicBezTo>
                  <a:pt x="177" y="147"/>
                  <a:pt x="177" y="149"/>
                  <a:pt x="177" y="151"/>
                </a:cubicBezTo>
                <a:cubicBezTo>
                  <a:pt x="176" y="153"/>
                  <a:pt x="176" y="154"/>
                  <a:pt x="175" y="154"/>
                </a:cubicBezTo>
                <a:close/>
                <a:moveTo>
                  <a:pt x="139" y="154"/>
                </a:moveTo>
                <a:cubicBezTo>
                  <a:pt x="138" y="155"/>
                  <a:pt x="137" y="155"/>
                  <a:pt x="136" y="156"/>
                </a:cubicBezTo>
                <a:cubicBezTo>
                  <a:pt x="135" y="156"/>
                  <a:pt x="134" y="156"/>
                  <a:pt x="132" y="156"/>
                </a:cubicBezTo>
                <a:cubicBezTo>
                  <a:pt x="127" y="156"/>
                  <a:pt x="127" y="156"/>
                  <a:pt x="127" y="156"/>
                </a:cubicBezTo>
                <a:cubicBezTo>
                  <a:pt x="127" y="133"/>
                  <a:pt x="127" y="133"/>
                  <a:pt x="127" y="133"/>
                </a:cubicBezTo>
                <a:cubicBezTo>
                  <a:pt x="130" y="133"/>
                  <a:pt x="130" y="133"/>
                  <a:pt x="130" y="133"/>
                </a:cubicBezTo>
                <a:cubicBezTo>
                  <a:pt x="133" y="133"/>
                  <a:pt x="135" y="133"/>
                  <a:pt x="136" y="134"/>
                </a:cubicBezTo>
                <a:cubicBezTo>
                  <a:pt x="137" y="134"/>
                  <a:pt x="138" y="134"/>
                  <a:pt x="139" y="135"/>
                </a:cubicBezTo>
                <a:cubicBezTo>
                  <a:pt x="140" y="136"/>
                  <a:pt x="140" y="137"/>
                  <a:pt x="141" y="139"/>
                </a:cubicBezTo>
                <a:cubicBezTo>
                  <a:pt x="141" y="140"/>
                  <a:pt x="142" y="142"/>
                  <a:pt x="142" y="145"/>
                </a:cubicBezTo>
                <a:cubicBezTo>
                  <a:pt x="142" y="147"/>
                  <a:pt x="141" y="149"/>
                  <a:pt x="141" y="151"/>
                </a:cubicBezTo>
                <a:cubicBezTo>
                  <a:pt x="140" y="153"/>
                  <a:pt x="140" y="154"/>
                  <a:pt x="139" y="154"/>
                </a:cubicBezTo>
                <a:close/>
                <a:moveTo>
                  <a:pt x="56" y="84"/>
                </a:moveTo>
                <a:cubicBezTo>
                  <a:pt x="84" y="84"/>
                  <a:pt x="84" y="84"/>
                  <a:pt x="84" y="84"/>
                </a:cubicBezTo>
                <a:cubicBezTo>
                  <a:pt x="84" y="92"/>
                  <a:pt x="84" y="92"/>
                  <a:pt x="84" y="92"/>
                </a:cubicBezTo>
                <a:cubicBezTo>
                  <a:pt x="56" y="92"/>
                  <a:pt x="56" y="92"/>
                  <a:pt x="56" y="92"/>
                </a:cubicBezTo>
                <a:lnTo>
                  <a:pt x="56" y="84"/>
                </a:lnTo>
                <a:close/>
                <a:moveTo>
                  <a:pt x="56" y="64"/>
                </a:moveTo>
                <a:cubicBezTo>
                  <a:pt x="84" y="64"/>
                  <a:pt x="84" y="64"/>
                  <a:pt x="84" y="64"/>
                </a:cubicBezTo>
                <a:cubicBezTo>
                  <a:pt x="84" y="72"/>
                  <a:pt x="84" y="72"/>
                  <a:pt x="84" y="72"/>
                </a:cubicBezTo>
                <a:cubicBezTo>
                  <a:pt x="56" y="72"/>
                  <a:pt x="56" y="72"/>
                  <a:pt x="56" y="72"/>
                </a:cubicBezTo>
                <a:lnTo>
                  <a:pt x="56" y="64"/>
                </a:lnTo>
                <a:close/>
                <a:moveTo>
                  <a:pt x="56" y="44"/>
                </a:moveTo>
                <a:cubicBezTo>
                  <a:pt x="84" y="44"/>
                  <a:pt x="84" y="44"/>
                  <a:pt x="84" y="44"/>
                </a:cubicBezTo>
                <a:cubicBezTo>
                  <a:pt x="84" y="52"/>
                  <a:pt x="84" y="52"/>
                  <a:pt x="84" y="52"/>
                </a:cubicBezTo>
                <a:cubicBezTo>
                  <a:pt x="56" y="52"/>
                  <a:pt x="56" y="52"/>
                  <a:pt x="56" y="52"/>
                </a:cubicBezTo>
                <a:lnTo>
                  <a:pt x="56" y="44"/>
                </a:lnTo>
                <a:close/>
                <a:moveTo>
                  <a:pt x="56" y="24"/>
                </a:moveTo>
                <a:cubicBezTo>
                  <a:pt x="84" y="24"/>
                  <a:pt x="84" y="24"/>
                  <a:pt x="84" y="24"/>
                </a:cubicBezTo>
                <a:cubicBezTo>
                  <a:pt x="84" y="32"/>
                  <a:pt x="84" y="32"/>
                  <a:pt x="84" y="32"/>
                </a:cubicBezTo>
                <a:cubicBezTo>
                  <a:pt x="56" y="32"/>
                  <a:pt x="56" y="32"/>
                  <a:pt x="56" y="32"/>
                </a:cubicBezTo>
                <a:lnTo>
                  <a:pt x="56" y="24"/>
                </a:lnTo>
                <a:close/>
                <a:moveTo>
                  <a:pt x="16" y="84"/>
                </a:moveTo>
                <a:cubicBezTo>
                  <a:pt x="48" y="84"/>
                  <a:pt x="48" y="84"/>
                  <a:pt x="48" y="84"/>
                </a:cubicBezTo>
                <a:cubicBezTo>
                  <a:pt x="48" y="92"/>
                  <a:pt x="48" y="92"/>
                  <a:pt x="48" y="92"/>
                </a:cubicBezTo>
                <a:cubicBezTo>
                  <a:pt x="16" y="92"/>
                  <a:pt x="16" y="92"/>
                  <a:pt x="16" y="92"/>
                </a:cubicBezTo>
                <a:lnTo>
                  <a:pt x="16" y="84"/>
                </a:lnTo>
                <a:close/>
                <a:moveTo>
                  <a:pt x="16" y="64"/>
                </a:moveTo>
                <a:cubicBezTo>
                  <a:pt x="48" y="64"/>
                  <a:pt x="48" y="64"/>
                  <a:pt x="48" y="64"/>
                </a:cubicBezTo>
                <a:cubicBezTo>
                  <a:pt x="48" y="72"/>
                  <a:pt x="48" y="72"/>
                  <a:pt x="48" y="72"/>
                </a:cubicBezTo>
                <a:cubicBezTo>
                  <a:pt x="16" y="72"/>
                  <a:pt x="16" y="72"/>
                  <a:pt x="16" y="72"/>
                </a:cubicBezTo>
                <a:lnTo>
                  <a:pt x="16" y="64"/>
                </a:lnTo>
                <a:close/>
                <a:moveTo>
                  <a:pt x="16" y="24"/>
                </a:moveTo>
                <a:cubicBezTo>
                  <a:pt x="48" y="24"/>
                  <a:pt x="48" y="24"/>
                  <a:pt x="48" y="24"/>
                </a:cubicBezTo>
                <a:cubicBezTo>
                  <a:pt x="48" y="52"/>
                  <a:pt x="48" y="52"/>
                  <a:pt x="48" y="52"/>
                </a:cubicBezTo>
                <a:cubicBezTo>
                  <a:pt x="16" y="52"/>
                  <a:pt x="16" y="52"/>
                  <a:pt x="16" y="52"/>
                </a:cubicBezTo>
                <a:lnTo>
                  <a:pt x="16" y="24"/>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222"/>
          <p:cNvSpPr>
            <a:spLocks noEditPoints="1"/>
          </p:cNvSpPr>
          <p:nvPr/>
        </p:nvSpPr>
        <p:spPr bwMode="auto">
          <a:xfrm>
            <a:off x="3094351" y="5815100"/>
            <a:ext cx="395288" cy="398463"/>
          </a:xfrm>
          <a:custGeom>
            <a:avLst/>
            <a:gdLst>
              <a:gd name="T0" fmla="*/ 164 w 200"/>
              <a:gd name="T1" fmla="*/ 109 h 201"/>
              <a:gd name="T2" fmla="*/ 164 w 200"/>
              <a:gd name="T3" fmla="*/ 62 h 201"/>
              <a:gd name="T4" fmla="*/ 164 w 200"/>
              <a:gd name="T5" fmla="*/ 61 h 201"/>
              <a:gd name="T6" fmla="*/ 108 w 200"/>
              <a:gd name="T7" fmla="*/ 1 h 201"/>
              <a:gd name="T8" fmla="*/ 108 w 200"/>
              <a:gd name="T9" fmla="*/ 1 h 201"/>
              <a:gd name="T10" fmla="*/ 108 w 200"/>
              <a:gd name="T11" fmla="*/ 1 h 201"/>
              <a:gd name="T12" fmla="*/ 0 w 200"/>
              <a:gd name="T13" fmla="*/ 21 h 201"/>
              <a:gd name="T14" fmla="*/ 20 w 200"/>
              <a:gd name="T15" fmla="*/ 201 h 201"/>
              <a:gd name="T16" fmla="*/ 164 w 200"/>
              <a:gd name="T17" fmla="*/ 181 h 201"/>
              <a:gd name="T18" fmla="*/ 180 w 200"/>
              <a:gd name="T19" fmla="*/ 177 h 201"/>
              <a:gd name="T20" fmla="*/ 200 w 200"/>
              <a:gd name="T21" fmla="*/ 129 h 201"/>
              <a:gd name="T22" fmla="*/ 108 w 200"/>
              <a:gd name="T23" fmla="*/ 15 h 201"/>
              <a:gd name="T24" fmla="*/ 128 w 200"/>
              <a:gd name="T25" fmla="*/ 61 h 201"/>
              <a:gd name="T26" fmla="*/ 108 w 200"/>
              <a:gd name="T27" fmla="*/ 15 h 201"/>
              <a:gd name="T28" fmla="*/ 28 w 200"/>
              <a:gd name="T29" fmla="*/ 193 h 201"/>
              <a:gd name="T30" fmla="*/ 8 w 200"/>
              <a:gd name="T31" fmla="*/ 29 h 201"/>
              <a:gd name="T32" fmla="*/ 100 w 200"/>
              <a:gd name="T33" fmla="*/ 9 h 201"/>
              <a:gd name="T34" fmla="*/ 120 w 200"/>
              <a:gd name="T35" fmla="*/ 69 h 201"/>
              <a:gd name="T36" fmla="*/ 156 w 200"/>
              <a:gd name="T37" fmla="*/ 109 h 201"/>
              <a:gd name="T38" fmla="*/ 44 w 200"/>
              <a:gd name="T39" fmla="*/ 129 h 201"/>
              <a:gd name="T40" fmla="*/ 64 w 200"/>
              <a:gd name="T41" fmla="*/ 177 h 201"/>
              <a:gd name="T42" fmla="*/ 136 w 200"/>
              <a:gd name="T43" fmla="*/ 193 h 201"/>
              <a:gd name="T44" fmla="*/ 127 w 200"/>
              <a:gd name="T45" fmla="*/ 162 h 201"/>
              <a:gd name="T46" fmla="*/ 120 w 200"/>
              <a:gd name="T47" fmla="*/ 128 h 201"/>
              <a:gd name="T48" fmla="*/ 91 w 200"/>
              <a:gd name="T49" fmla="*/ 154 h 201"/>
              <a:gd name="T50" fmla="*/ 102 w 200"/>
              <a:gd name="T51" fmla="*/ 156 h 201"/>
              <a:gd name="T52" fmla="*/ 106 w 200"/>
              <a:gd name="T53" fmla="*/ 150 h 201"/>
              <a:gd name="T54" fmla="*/ 98 w 200"/>
              <a:gd name="T55" fmla="*/ 144 h 201"/>
              <a:gd name="T56" fmla="*/ 113 w 200"/>
              <a:gd name="T57" fmla="*/ 157 h 201"/>
              <a:gd name="T58" fmla="*/ 98 w 200"/>
              <a:gd name="T59" fmla="*/ 163 h 201"/>
              <a:gd name="T60" fmla="*/ 83 w 200"/>
              <a:gd name="T61" fmla="*/ 154 h 201"/>
              <a:gd name="T62" fmla="*/ 83 w 200"/>
              <a:gd name="T63" fmla="*/ 135 h 201"/>
              <a:gd name="T64" fmla="*/ 98 w 200"/>
              <a:gd name="T65" fmla="*/ 127 h 201"/>
              <a:gd name="T66" fmla="*/ 113 w 200"/>
              <a:gd name="T67" fmla="*/ 137 h 201"/>
              <a:gd name="T68" fmla="*/ 103 w 200"/>
              <a:gd name="T69" fmla="*/ 135 h 201"/>
              <a:gd name="T70" fmla="*/ 91 w 200"/>
              <a:gd name="T71" fmla="*/ 136 h 201"/>
              <a:gd name="T72" fmla="*/ 91 w 200"/>
              <a:gd name="T73" fmla="*/ 154 h 201"/>
              <a:gd name="T74" fmla="*/ 142 w 200"/>
              <a:gd name="T75" fmla="*/ 134 h 201"/>
              <a:gd name="T76" fmla="*/ 157 w 200"/>
              <a:gd name="T77" fmla="*/ 142 h 201"/>
              <a:gd name="T78" fmla="*/ 142 w 200"/>
              <a:gd name="T79" fmla="*/ 148 h 201"/>
              <a:gd name="T80" fmla="*/ 135 w 200"/>
              <a:gd name="T81" fmla="*/ 162 h 201"/>
              <a:gd name="T82" fmla="*/ 159 w 200"/>
              <a:gd name="T83" fmla="*/ 128 h 201"/>
              <a:gd name="T84" fmla="*/ 44 w 200"/>
              <a:gd name="T85" fmla="*/ 53 h 201"/>
              <a:gd name="T86" fmla="*/ 32 w 200"/>
              <a:gd name="T87" fmla="*/ 65 h 201"/>
              <a:gd name="T88" fmla="*/ 44 w 200"/>
              <a:gd name="T89" fmla="*/ 53 h 201"/>
              <a:gd name="T90" fmla="*/ 68 w 200"/>
              <a:gd name="T91" fmla="*/ 41 h 201"/>
              <a:gd name="T92" fmla="*/ 80 w 200"/>
              <a:gd name="T93" fmla="*/ 53 h 201"/>
              <a:gd name="T94" fmla="*/ 68 w 200"/>
              <a:gd name="T95" fmla="*/ 53 h 201"/>
              <a:gd name="T96" fmla="*/ 56 w 200"/>
              <a:gd name="T97" fmla="*/ 65 h 201"/>
              <a:gd name="T98" fmla="*/ 68 w 200"/>
              <a:gd name="T99" fmla="*/ 53 h 201"/>
              <a:gd name="T100" fmla="*/ 56 w 200"/>
              <a:gd name="T101" fmla="*/ 65 h 201"/>
              <a:gd name="T102" fmla="*/ 44 w 200"/>
              <a:gd name="T103" fmla="*/ 77 h 201"/>
              <a:gd name="T104" fmla="*/ 92 w 200"/>
              <a:gd name="T105" fmla="*/ 21 h 201"/>
              <a:gd name="T106" fmla="*/ 16 w 200"/>
              <a:gd name="T107" fmla="*/ 97 h 201"/>
              <a:gd name="T108" fmla="*/ 92 w 200"/>
              <a:gd name="T109" fmla="*/ 21 h 201"/>
              <a:gd name="T110" fmla="*/ 24 w 200"/>
              <a:gd name="T111" fmla="*/ 89 h 201"/>
              <a:gd name="T112" fmla="*/ 84 w 200"/>
              <a:gd name="T113" fmla="*/ 2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0" h="201">
                <a:moveTo>
                  <a:pt x="180" y="109"/>
                </a:moveTo>
                <a:cubicBezTo>
                  <a:pt x="164" y="109"/>
                  <a:pt x="164" y="109"/>
                  <a:pt x="164" y="109"/>
                </a:cubicBezTo>
                <a:cubicBezTo>
                  <a:pt x="164" y="62"/>
                  <a:pt x="164" y="62"/>
                  <a:pt x="164" y="62"/>
                </a:cubicBezTo>
                <a:cubicBezTo>
                  <a:pt x="164" y="62"/>
                  <a:pt x="164" y="62"/>
                  <a:pt x="164" y="62"/>
                </a:cubicBezTo>
                <a:cubicBezTo>
                  <a:pt x="164" y="61"/>
                  <a:pt x="164" y="61"/>
                  <a:pt x="164" y="61"/>
                </a:cubicBezTo>
                <a:cubicBezTo>
                  <a:pt x="164" y="61"/>
                  <a:pt x="164" y="61"/>
                  <a:pt x="164" y="61"/>
                </a:cubicBezTo>
                <a:cubicBezTo>
                  <a:pt x="164" y="61"/>
                  <a:pt x="164" y="61"/>
                  <a:pt x="164" y="61"/>
                </a:cubicBezTo>
                <a:cubicBezTo>
                  <a:pt x="108" y="1"/>
                  <a:pt x="108" y="1"/>
                  <a:pt x="108" y="1"/>
                </a:cubicBezTo>
                <a:cubicBezTo>
                  <a:pt x="108" y="1"/>
                  <a:pt x="108" y="1"/>
                  <a:pt x="108" y="1"/>
                </a:cubicBezTo>
                <a:cubicBezTo>
                  <a:pt x="108" y="1"/>
                  <a:pt x="108" y="1"/>
                  <a:pt x="108" y="1"/>
                </a:cubicBezTo>
                <a:cubicBezTo>
                  <a:pt x="108" y="0"/>
                  <a:pt x="108" y="0"/>
                  <a:pt x="108" y="0"/>
                </a:cubicBezTo>
                <a:cubicBezTo>
                  <a:pt x="108" y="1"/>
                  <a:pt x="108" y="1"/>
                  <a:pt x="108" y="1"/>
                </a:cubicBezTo>
                <a:cubicBezTo>
                  <a:pt x="20" y="1"/>
                  <a:pt x="20" y="1"/>
                  <a:pt x="20" y="1"/>
                </a:cubicBezTo>
                <a:cubicBezTo>
                  <a:pt x="9" y="1"/>
                  <a:pt x="0" y="10"/>
                  <a:pt x="0" y="21"/>
                </a:cubicBezTo>
                <a:cubicBezTo>
                  <a:pt x="0" y="181"/>
                  <a:pt x="0" y="181"/>
                  <a:pt x="0" y="181"/>
                </a:cubicBezTo>
                <a:cubicBezTo>
                  <a:pt x="0" y="192"/>
                  <a:pt x="9" y="201"/>
                  <a:pt x="20" y="201"/>
                </a:cubicBezTo>
                <a:cubicBezTo>
                  <a:pt x="144" y="201"/>
                  <a:pt x="144" y="201"/>
                  <a:pt x="144" y="201"/>
                </a:cubicBezTo>
                <a:cubicBezTo>
                  <a:pt x="155" y="201"/>
                  <a:pt x="164" y="192"/>
                  <a:pt x="164" y="181"/>
                </a:cubicBezTo>
                <a:cubicBezTo>
                  <a:pt x="164" y="177"/>
                  <a:pt x="164" y="177"/>
                  <a:pt x="164" y="177"/>
                </a:cubicBezTo>
                <a:cubicBezTo>
                  <a:pt x="180" y="177"/>
                  <a:pt x="180" y="177"/>
                  <a:pt x="180" y="177"/>
                </a:cubicBezTo>
                <a:cubicBezTo>
                  <a:pt x="191" y="177"/>
                  <a:pt x="200" y="168"/>
                  <a:pt x="200" y="157"/>
                </a:cubicBezTo>
                <a:cubicBezTo>
                  <a:pt x="200" y="129"/>
                  <a:pt x="200" y="129"/>
                  <a:pt x="200" y="129"/>
                </a:cubicBezTo>
                <a:cubicBezTo>
                  <a:pt x="200" y="118"/>
                  <a:pt x="191" y="109"/>
                  <a:pt x="180" y="109"/>
                </a:cubicBezTo>
                <a:close/>
                <a:moveTo>
                  <a:pt x="108" y="15"/>
                </a:moveTo>
                <a:cubicBezTo>
                  <a:pt x="151" y="61"/>
                  <a:pt x="151" y="61"/>
                  <a:pt x="151" y="61"/>
                </a:cubicBezTo>
                <a:cubicBezTo>
                  <a:pt x="128" y="61"/>
                  <a:pt x="128" y="61"/>
                  <a:pt x="128" y="61"/>
                </a:cubicBezTo>
                <a:cubicBezTo>
                  <a:pt x="117" y="61"/>
                  <a:pt x="108" y="52"/>
                  <a:pt x="108" y="41"/>
                </a:cubicBezTo>
                <a:lnTo>
                  <a:pt x="108" y="15"/>
                </a:lnTo>
                <a:close/>
                <a:moveTo>
                  <a:pt x="136" y="193"/>
                </a:moveTo>
                <a:cubicBezTo>
                  <a:pt x="28" y="193"/>
                  <a:pt x="28" y="193"/>
                  <a:pt x="28" y="193"/>
                </a:cubicBezTo>
                <a:cubicBezTo>
                  <a:pt x="17" y="193"/>
                  <a:pt x="8" y="184"/>
                  <a:pt x="8" y="173"/>
                </a:cubicBezTo>
                <a:cubicBezTo>
                  <a:pt x="8" y="29"/>
                  <a:pt x="8" y="29"/>
                  <a:pt x="8" y="29"/>
                </a:cubicBezTo>
                <a:cubicBezTo>
                  <a:pt x="8" y="18"/>
                  <a:pt x="17" y="9"/>
                  <a:pt x="28" y="9"/>
                </a:cubicBezTo>
                <a:cubicBezTo>
                  <a:pt x="100" y="9"/>
                  <a:pt x="100" y="9"/>
                  <a:pt x="100" y="9"/>
                </a:cubicBezTo>
                <a:cubicBezTo>
                  <a:pt x="100" y="49"/>
                  <a:pt x="100" y="49"/>
                  <a:pt x="100" y="49"/>
                </a:cubicBezTo>
                <a:cubicBezTo>
                  <a:pt x="100" y="60"/>
                  <a:pt x="109" y="69"/>
                  <a:pt x="120" y="69"/>
                </a:cubicBezTo>
                <a:cubicBezTo>
                  <a:pt x="156" y="69"/>
                  <a:pt x="156" y="69"/>
                  <a:pt x="156" y="69"/>
                </a:cubicBezTo>
                <a:cubicBezTo>
                  <a:pt x="156" y="109"/>
                  <a:pt x="156" y="109"/>
                  <a:pt x="156" y="109"/>
                </a:cubicBezTo>
                <a:cubicBezTo>
                  <a:pt x="64" y="109"/>
                  <a:pt x="64" y="109"/>
                  <a:pt x="64" y="109"/>
                </a:cubicBezTo>
                <a:cubicBezTo>
                  <a:pt x="53" y="109"/>
                  <a:pt x="44" y="118"/>
                  <a:pt x="44" y="129"/>
                </a:cubicBezTo>
                <a:cubicBezTo>
                  <a:pt x="44" y="157"/>
                  <a:pt x="44" y="157"/>
                  <a:pt x="44" y="157"/>
                </a:cubicBezTo>
                <a:cubicBezTo>
                  <a:pt x="44" y="168"/>
                  <a:pt x="53" y="177"/>
                  <a:pt x="64" y="177"/>
                </a:cubicBezTo>
                <a:cubicBezTo>
                  <a:pt x="156" y="177"/>
                  <a:pt x="156" y="177"/>
                  <a:pt x="156" y="177"/>
                </a:cubicBezTo>
                <a:cubicBezTo>
                  <a:pt x="154" y="186"/>
                  <a:pt x="146" y="193"/>
                  <a:pt x="136" y="193"/>
                </a:cubicBezTo>
                <a:close/>
                <a:moveTo>
                  <a:pt x="127" y="128"/>
                </a:moveTo>
                <a:cubicBezTo>
                  <a:pt x="127" y="162"/>
                  <a:pt x="127" y="162"/>
                  <a:pt x="127" y="162"/>
                </a:cubicBezTo>
                <a:cubicBezTo>
                  <a:pt x="120" y="162"/>
                  <a:pt x="120" y="162"/>
                  <a:pt x="120" y="162"/>
                </a:cubicBezTo>
                <a:cubicBezTo>
                  <a:pt x="120" y="128"/>
                  <a:pt x="120" y="128"/>
                  <a:pt x="120" y="128"/>
                </a:cubicBezTo>
                <a:lnTo>
                  <a:pt x="127" y="128"/>
                </a:lnTo>
                <a:close/>
                <a:moveTo>
                  <a:pt x="91" y="154"/>
                </a:moveTo>
                <a:cubicBezTo>
                  <a:pt x="93" y="156"/>
                  <a:pt x="95" y="157"/>
                  <a:pt x="98" y="157"/>
                </a:cubicBezTo>
                <a:cubicBezTo>
                  <a:pt x="99" y="157"/>
                  <a:pt x="101" y="157"/>
                  <a:pt x="102" y="156"/>
                </a:cubicBezTo>
                <a:cubicBezTo>
                  <a:pt x="104" y="155"/>
                  <a:pt x="105" y="155"/>
                  <a:pt x="106" y="154"/>
                </a:cubicBezTo>
                <a:cubicBezTo>
                  <a:pt x="106" y="150"/>
                  <a:pt x="106" y="150"/>
                  <a:pt x="106" y="150"/>
                </a:cubicBezTo>
                <a:cubicBezTo>
                  <a:pt x="98" y="150"/>
                  <a:pt x="98" y="150"/>
                  <a:pt x="98" y="150"/>
                </a:cubicBezTo>
                <a:cubicBezTo>
                  <a:pt x="98" y="144"/>
                  <a:pt x="98" y="144"/>
                  <a:pt x="98" y="144"/>
                </a:cubicBezTo>
                <a:cubicBezTo>
                  <a:pt x="113" y="144"/>
                  <a:pt x="113" y="144"/>
                  <a:pt x="113" y="144"/>
                </a:cubicBezTo>
                <a:cubicBezTo>
                  <a:pt x="113" y="157"/>
                  <a:pt x="113" y="157"/>
                  <a:pt x="113" y="157"/>
                </a:cubicBezTo>
                <a:cubicBezTo>
                  <a:pt x="112" y="159"/>
                  <a:pt x="109" y="160"/>
                  <a:pt x="107" y="161"/>
                </a:cubicBezTo>
                <a:cubicBezTo>
                  <a:pt x="104" y="162"/>
                  <a:pt x="101" y="163"/>
                  <a:pt x="98" y="163"/>
                </a:cubicBezTo>
                <a:cubicBezTo>
                  <a:pt x="95" y="163"/>
                  <a:pt x="92" y="162"/>
                  <a:pt x="89" y="160"/>
                </a:cubicBezTo>
                <a:cubicBezTo>
                  <a:pt x="86" y="159"/>
                  <a:pt x="84" y="157"/>
                  <a:pt x="83" y="154"/>
                </a:cubicBezTo>
                <a:cubicBezTo>
                  <a:pt x="82" y="151"/>
                  <a:pt x="81" y="148"/>
                  <a:pt x="81" y="145"/>
                </a:cubicBezTo>
                <a:cubicBezTo>
                  <a:pt x="81" y="141"/>
                  <a:pt x="82" y="138"/>
                  <a:pt x="83" y="135"/>
                </a:cubicBezTo>
                <a:cubicBezTo>
                  <a:pt x="85" y="133"/>
                  <a:pt x="87" y="130"/>
                  <a:pt x="90" y="129"/>
                </a:cubicBezTo>
                <a:cubicBezTo>
                  <a:pt x="92" y="128"/>
                  <a:pt x="95" y="127"/>
                  <a:pt x="98" y="127"/>
                </a:cubicBezTo>
                <a:cubicBezTo>
                  <a:pt x="102" y="127"/>
                  <a:pt x="106" y="128"/>
                  <a:pt x="108" y="130"/>
                </a:cubicBezTo>
                <a:cubicBezTo>
                  <a:pt x="110" y="132"/>
                  <a:pt x="112" y="134"/>
                  <a:pt x="113" y="137"/>
                </a:cubicBezTo>
                <a:cubicBezTo>
                  <a:pt x="106" y="139"/>
                  <a:pt x="106" y="139"/>
                  <a:pt x="106" y="139"/>
                </a:cubicBezTo>
                <a:cubicBezTo>
                  <a:pt x="105" y="137"/>
                  <a:pt x="104" y="136"/>
                  <a:pt x="103" y="135"/>
                </a:cubicBezTo>
                <a:cubicBezTo>
                  <a:pt x="102" y="134"/>
                  <a:pt x="100" y="133"/>
                  <a:pt x="98" y="133"/>
                </a:cubicBezTo>
                <a:cubicBezTo>
                  <a:pt x="95" y="133"/>
                  <a:pt x="93" y="134"/>
                  <a:pt x="91" y="136"/>
                </a:cubicBezTo>
                <a:cubicBezTo>
                  <a:pt x="89" y="138"/>
                  <a:pt x="88" y="141"/>
                  <a:pt x="88" y="145"/>
                </a:cubicBezTo>
                <a:cubicBezTo>
                  <a:pt x="88" y="149"/>
                  <a:pt x="89" y="152"/>
                  <a:pt x="91" y="154"/>
                </a:cubicBezTo>
                <a:close/>
                <a:moveTo>
                  <a:pt x="159" y="134"/>
                </a:moveTo>
                <a:cubicBezTo>
                  <a:pt x="142" y="134"/>
                  <a:pt x="142" y="134"/>
                  <a:pt x="142" y="134"/>
                </a:cubicBezTo>
                <a:cubicBezTo>
                  <a:pt x="142" y="142"/>
                  <a:pt x="142" y="142"/>
                  <a:pt x="142" y="142"/>
                </a:cubicBezTo>
                <a:cubicBezTo>
                  <a:pt x="157" y="142"/>
                  <a:pt x="157" y="142"/>
                  <a:pt x="157" y="142"/>
                </a:cubicBezTo>
                <a:cubicBezTo>
                  <a:pt x="157" y="148"/>
                  <a:pt x="157" y="148"/>
                  <a:pt x="157" y="148"/>
                </a:cubicBezTo>
                <a:cubicBezTo>
                  <a:pt x="142" y="148"/>
                  <a:pt x="142" y="148"/>
                  <a:pt x="142" y="148"/>
                </a:cubicBezTo>
                <a:cubicBezTo>
                  <a:pt x="142" y="162"/>
                  <a:pt x="142" y="162"/>
                  <a:pt x="142" y="162"/>
                </a:cubicBezTo>
                <a:cubicBezTo>
                  <a:pt x="135" y="162"/>
                  <a:pt x="135" y="162"/>
                  <a:pt x="135" y="162"/>
                </a:cubicBezTo>
                <a:cubicBezTo>
                  <a:pt x="135" y="128"/>
                  <a:pt x="135" y="128"/>
                  <a:pt x="135" y="128"/>
                </a:cubicBezTo>
                <a:cubicBezTo>
                  <a:pt x="159" y="128"/>
                  <a:pt x="159" y="128"/>
                  <a:pt x="159" y="128"/>
                </a:cubicBezTo>
                <a:lnTo>
                  <a:pt x="159" y="134"/>
                </a:lnTo>
                <a:close/>
                <a:moveTo>
                  <a:pt x="44" y="53"/>
                </a:moveTo>
                <a:cubicBezTo>
                  <a:pt x="32" y="53"/>
                  <a:pt x="32" y="53"/>
                  <a:pt x="32" y="53"/>
                </a:cubicBezTo>
                <a:cubicBezTo>
                  <a:pt x="32" y="65"/>
                  <a:pt x="32" y="65"/>
                  <a:pt x="32" y="65"/>
                </a:cubicBezTo>
                <a:cubicBezTo>
                  <a:pt x="44" y="65"/>
                  <a:pt x="44" y="65"/>
                  <a:pt x="44" y="65"/>
                </a:cubicBezTo>
                <a:lnTo>
                  <a:pt x="44" y="53"/>
                </a:lnTo>
                <a:close/>
                <a:moveTo>
                  <a:pt x="80" y="41"/>
                </a:moveTo>
                <a:cubicBezTo>
                  <a:pt x="68" y="41"/>
                  <a:pt x="68" y="41"/>
                  <a:pt x="68" y="41"/>
                </a:cubicBezTo>
                <a:cubicBezTo>
                  <a:pt x="68" y="53"/>
                  <a:pt x="68" y="53"/>
                  <a:pt x="68" y="53"/>
                </a:cubicBezTo>
                <a:cubicBezTo>
                  <a:pt x="80" y="53"/>
                  <a:pt x="80" y="53"/>
                  <a:pt x="80" y="53"/>
                </a:cubicBezTo>
                <a:lnTo>
                  <a:pt x="80" y="41"/>
                </a:lnTo>
                <a:close/>
                <a:moveTo>
                  <a:pt x="68" y="53"/>
                </a:moveTo>
                <a:cubicBezTo>
                  <a:pt x="56" y="53"/>
                  <a:pt x="56" y="53"/>
                  <a:pt x="56" y="53"/>
                </a:cubicBezTo>
                <a:cubicBezTo>
                  <a:pt x="56" y="65"/>
                  <a:pt x="56" y="65"/>
                  <a:pt x="56" y="65"/>
                </a:cubicBezTo>
                <a:cubicBezTo>
                  <a:pt x="68" y="65"/>
                  <a:pt x="68" y="65"/>
                  <a:pt x="68" y="65"/>
                </a:cubicBezTo>
                <a:lnTo>
                  <a:pt x="68" y="53"/>
                </a:lnTo>
                <a:close/>
                <a:moveTo>
                  <a:pt x="56" y="77"/>
                </a:moveTo>
                <a:cubicBezTo>
                  <a:pt x="56" y="65"/>
                  <a:pt x="56" y="65"/>
                  <a:pt x="56" y="65"/>
                </a:cubicBezTo>
                <a:cubicBezTo>
                  <a:pt x="44" y="65"/>
                  <a:pt x="44" y="65"/>
                  <a:pt x="44" y="65"/>
                </a:cubicBezTo>
                <a:cubicBezTo>
                  <a:pt x="44" y="77"/>
                  <a:pt x="44" y="77"/>
                  <a:pt x="44" y="77"/>
                </a:cubicBezTo>
                <a:lnTo>
                  <a:pt x="56" y="77"/>
                </a:lnTo>
                <a:close/>
                <a:moveTo>
                  <a:pt x="92" y="21"/>
                </a:moveTo>
                <a:cubicBezTo>
                  <a:pt x="16" y="21"/>
                  <a:pt x="16" y="21"/>
                  <a:pt x="16" y="21"/>
                </a:cubicBezTo>
                <a:cubicBezTo>
                  <a:pt x="16" y="97"/>
                  <a:pt x="16" y="97"/>
                  <a:pt x="16" y="97"/>
                </a:cubicBezTo>
                <a:cubicBezTo>
                  <a:pt x="92" y="97"/>
                  <a:pt x="92" y="97"/>
                  <a:pt x="92" y="97"/>
                </a:cubicBezTo>
                <a:lnTo>
                  <a:pt x="92" y="21"/>
                </a:lnTo>
                <a:close/>
                <a:moveTo>
                  <a:pt x="84" y="89"/>
                </a:moveTo>
                <a:cubicBezTo>
                  <a:pt x="24" y="89"/>
                  <a:pt x="24" y="89"/>
                  <a:pt x="24" y="89"/>
                </a:cubicBezTo>
                <a:cubicBezTo>
                  <a:pt x="24" y="28"/>
                  <a:pt x="24" y="28"/>
                  <a:pt x="24" y="28"/>
                </a:cubicBezTo>
                <a:cubicBezTo>
                  <a:pt x="84" y="28"/>
                  <a:pt x="84" y="28"/>
                  <a:pt x="84" y="28"/>
                </a:cubicBezTo>
                <a:lnTo>
                  <a:pt x="84" y="89"/>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223"/>
          <p:cNvSpPr>
            <a:spLocks noEditPoints="1"/>
          </p:cNvSpPr>
          <p:nvPr/>
        </p:nvSpPr>
        <p:spPr bwMode="auto">
          <a:xfrm>
            <a:off x="181288" y="6294525"/>
            <a:ext cx="395288" cy="396875"/>
          </a:xfrm>
          <a:custGeom>
            <a:avLst/>
            <a:gdLst>
              <a:gd name="T0" fmla="*/ 144 w 200"/>
              <a:gd name="T1" fmla="*/ 201 h 201"/>
              <a:gd name="T2" fmla="*/ 20 w 200"/>
              <a:gd name="T3" fmla="*/ 1 h 201"/>
              <a:gd name="T4" fmla="*/ 108 w 200"/>
              <a:gd name="T5" fmla="*/ 1 h 201"/>
              <a:gd name="T6" fmla="*/ 164 w 200"/>
              <a:gd name="T7" fmla="*/ 61 h 201"/>
              <a:gd name="T8" fmla="*/ 164 w 200"/>
              <a:gd name="T9" fmla="*/ 109 h 201"/>
              <a:gd name="T10" fmla="*/ 180 w 200"/>
              <a:gd name="T11" fmla="*/ 177 h 201"/>
              <a:gd name="T12" fmla="*/ 151 w 200"/>
              <a:gd name="T13" fmla="*/ 61 h 201"/>
              <a:gd name="T14" fmla="*/ 100 w 200"/>
              <a:gd name="T15" fmla="*/ 49 h 201"/>
              <a:gd name="T16" fmla="*/ 8 w 200"/>
              <a:gd name="T17" fmla="*/ 173 h 201"/>
              <a:gd name="T18" fmla="*/ 64 w 200"/>
              <a:gd name="T19" fmla="*/ 177 h 201"/>
              <a:gd name="T20" fmla="*/ 156 w 200"/>
              <a:gd name="T21" fmla="*/ 109 h 201"/>
              <a:gd name="T22" fmla="*/ 111 w 200"/>
              <a:gd name="T23" fmla="*/ 128 h 201"/>
              <a:gd name="T24" fmla="*/ 131 w 200"/>
              <a:gd name="T25" fmla="*/ 147 h 201"/>
              <a:gd name="T26" fmla="*/ 131 w 200"/>
              <a:gd name="T27" fmla="*/ 128 h 201"/>
              <a:gd name="T28" fmla="*/ 96 w 200"/>
              <a:gd name="T29" fmla="*/ 149 h 201"/>
              <a:gd name="T30" fmla="*/ 102 w 200"/>
              <a:gd name="T31" fmla="*/ 132 h 201"/>
              <a:gd name="T32" fmla="*/ 78 w 200"/>
              <a:gd name="T33" fmla="*/ 162 h 201"/>
              <a:gd name="T34" fmla="*/ 171 w 200"/>
              <a:gd name="T35" fmla="*/ 132 h 201"/>
              <a:gd name="T36" fmla="*/ 147 w 200"/>
              <a:gd name="T37" fmla="*/ 162 h 201"/>
              <a:gd name="T38" fmla="*/ 165 w 200"/>
              <a:gd name="T39" fmla="*/ 149 h 201"/>
              <a:gd name="T40" fmla="*/ 171 w 200"/>
              <a:gd name="T41" fmla="*/ 132 h 201"/>
              <a:gd name="T42" fmla="*/ 154 w 200"/>
              <a:gd name="T43" fmla="*/ 134 h 201"/>
              <a:gd name="T44" fmla="*/ 166 w 200"/>
              <a:gd name="T45" fmla="*/ 139 h 201"/>
              <a:gd name="T46" fmla="*/ 88 w 200"/>
              <a:gd name="T47" fmla="*/ 134 h 201"/>
              <a:gd name="T48" fmla="*/ 96 w 200"/>
              <a:gd name="T49" fmla="*/ 141 h 201"/>
              <a:gd name="T50" fmla="*/ 85 w 200"/>
              <a:gd name="T51" fmla="*/ 134 h 201"/>
              <a:gd name="T52" fmla="*/ 68 w 200"/>
              <a:gd name="T53" fmla="*/ 77 h 201"/>
              <a:gd name="T54" fmla="*/ 16 w 200"/>
              <a:gd name="T55" fmla="*/ 85 h 201"/>
              <a:gd name="T56" fmla="*/ 24 w 200"/>
              <a:gd name="T57" fmla="*/ 85 h 201"/>
              <a:gd name="T58" fmla="*/ 92 w 200"/>
              <a:gd name="T59" fmla="*/ 77 h 201"/>
              <a:gd name="T60" fmla="*/ 32 w 200"/>
              <a:gd name="T61" fmla="*/ 73 h 201"/>
              <a:gd name="T62" fmla="*/ 52 w 200"/>
              <a:gd name="T63" fmla="*/ 64 h 201"/>
              <a:gd name="T64" fmla="*/ 80 w 200"/>
              <a:gd name="T65" fmla="*/ 64 h 201"/>
              <a:gd name="T66" fmla="*/ 92 w 200"/>
              <a:gd name="T67" fmla="*/ 45 h 201"/>
              <a:gd name="T68" fmla="*/ 76 w 200"/>
              <a:gd name="T69" fmla="*/ 33 h 201"/>
              <a:gd name="T70" fmla="*/ 92 w 200"/>
              <a:gd name="T71" fmla="*/ 25 h 201"/>
              <a:gd name="T72" fmla="*/ 56 w 200"/>
              <a:gd name="T73" fmla="*/ 45 h 201"/>
              <a:gd name="T74" fmla="*/ 56 w 200"/>
              <a:gd name="T75" fmla="*/ 33 h 201"/>
              <a:gd name="T76" fmla="*/ 36 w 200"/>
              <a:gd name="T77" fmla="*/ 25 h 201"/>
              <a:gd name="T78" fmla="*/ 16 w 200"/>
              <a:gd name="T79" fmla="*/ 25 h 201"/>
              <a:gd name="T80" fmla="*/ 16 w 200"/>
              <a:gd name="T81" fmla="*/ 25 h 201"/>
              <a:gd name="T82" fmla="*/ 36 w 200"/>
              <a:gd name="T83" fmla="*/ 45 h 201"/>
              <a:gd name="T84" fmla="*/ 48 w 200"/>
              <a:gd name="T85" fmla="*/ 36 h 201"/>
              <a:gd name="T86" fmla="*/ 44 w 200"/>
              <a:gd name="T87" fmla="*/ 49 h 201"/>
              <a:gd name="T88" fmla="*/ 52 w 200"/>
              <a:gd name="T89" fmla="*/ 57 h 201"/>
              <a:gd name="T90" fmla="*/ 36 w 200"/>
              <a:gd name="T91" fmla="*/ 57 h 201"/>
              <a:gd name="T92" fmla="*/ 24 w 200"/>
              <a:gd name="T93" fmla="*/ 88 h 201"/>
              <a:gd name="T94" fmla="*/ 32 w 200"/>
              <a:gd name="T95" fmla="*/ 8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0" h="201">
                <a:moveTo>
                  <a:pt x="180" y="177"/>
                </a:moveTo>
                <a:cubicBezTo>
                  <a:pt x="164" y="177"/>
                  <a:pt x="164" y="177"/>
                  <a:pt x="164" y="177"/>
                </a:cubicBezTo>
                <a:cubicBezTo>
                  <a:pt x="164" y="181"/>
                  <a:pt x="164" y="181"/>
                  <a:pt x="164" y="181"/>
                </a:cubicBezTo>
                <a:cubicBezTo>
                  <a:pt x="164" y="192"/>
                  <a:pt x="155" y="201"/>
                  <a:pt x="144" y="201"/>
                </a:cubicBezTo>
                <a:cubicBezTo>
                  <a:pt x="20" y="201"/>
                  <a:pt x="20" y="201"/>
                  <a:pt x="20" y="201"/>
                </a:cubicBezTo>
                <a:cubicBezTo>
                  <a:pt x="9" y="201"/>
                  <a:pt x="0" y="192"/>
                  <a:pt x="0" y="181"/>
                </a:cubicBezTo>
                <a:cubicBezTo>
                  <a:pt x="0" y="21"/>
                  <a:pt x="0" y="21"/>
                  <a:pt x="0" y="21"/>
                </a:cubicBezTo>
                <a:cubicBezTo>
                  <a:pt x="0" y="10"/>
                  <a:pt x="9" y="1"/>
                  <a:pt x="20" y="1"/>
                </a:cubicBezTo>
                <a:cubicBezTo>
                  <a:pt x="100" y="1"/>
                  <a:pt x="100" y="1"/>
                  <a:pt x="100" y="1"/>
                </a:cubicBezTo>
                <a:cubicBezTo>
                  <a:pt x="107" y="1"/>
                  <a:pt x="107" y="1"/>
                  <a:pt x="107" y="1"/>
                </a:cubicBezTo>
                <a:cubicBezTo>
                  <a:pt x="107" y="0"/>
                  <a:pt x="107" y="0"/>
                  <a:pt x="107" y="0"/>
                </a:cubicBezTo>
                <a:cubicBezTo>
                  <a:pt x="108" y="1"/>
                  <a:pt x="108" y="1"/>
                  <a:pt x="108" y="1"/>
                </a:cubicBezTo>
                <a:cubicBezTo>
                  <a:pt x="108" y="1"/>
                  <a:pt x="108" y="1"/>
                  <a:pt x="108" y="1"/>
                </a:cubicBezTo>
                <a:cubicBezTo>
                  <a:pt x="108" y="1"/>
                  <a:pt x="108" y="1"/>
                  <a:pt x="108" y="1"/>
                </a:cubicBezTo>
                <a:cubicBezTo>
                  <a:pt x="163" y="61"/>
                  <a:pt x="163" y="61"/>
                  <a:pt x="163" y="61"/>
                </a:cubicBezTo>
                <a:cubicBezTo>
                  <a:pt x="164" y="61"/>
                  <a:pt x="164" y="61"/>
                  <a:pt x="164" y="61"/>
                </a:cubicBezTo>
                <a:cubicBezTo>
                  <a:pt x="164" y="61"/>
                  <a:pt x="164" y="61"/>
                  <a:pt x="164" y="61"/>
                </a:cubicBezTo>
                <a:cubicBezTo>
                  <a:pt x="164" y="62"/>
                  <a:pt x="164" y="62"/>
                  <a:pt x="164" y="62"/>
                </a:cubicBezTo>
                <a:cubicBezTo>
                  <a:pt x="164" y="62"/>
                  <a:pt x="164" y="62"/>
                  <a:pt x="164" y="62"/>
                </a:cubicBezTo>
                <a:cubicBezTo>
                  <a:pt x="164" y="109"/>
                  <a:pt x="164" y="109"/>
                  <a:pt x="164" y="109"/>
                </a:cubicBezTo>
                <a:cubicBezTo>
                  <a:pt x="180" y="109"/>
                  <a:pt x="180" y="109"/>
                  <a:pt x="180" y="109"/>
                </a:cubicBezTo>
                <a:cubicBezTo>
                  <a:pt x="191" y="109"/>
                  <a:pt x="200" y="118"/>
                  <a:pt x="200" y="129"/>
                </a:cubicBezTo>
                <a:cubicBezTo>
                  <a:pt x="200" y="157"/>
                  <a:pt x="200" y="157"/>
                  <a:pt x="200" y="157"/>
                </a:cubicBezTo>
                <a:cubicBezTo>
                  <a:pt x="200" y="168"/>
                  <a:pt x="191" y="177"/>
                  <a:pt x="180" y="177"/>
                </a:cubicBezTo>
                <a:close/>
                <a:moveTo>
                  <a:pt x="108" y="15"/>
                </a:moveTo>
                <a:cubicBezTo>
                  <a:pt x="108" y="41"/>
                  <a:pt x="108" y="41"/>
                  <a:pt x="108" y="41"/>
                </a:cubicBezTo>
                <a:cubicBezTo>
                  <a:pt x="108" y="52"/>
                  <a:pt x="117" y="61"/>
                  <a:pt x="128" y="61"/>
                </a:cubicBezTo>
                <a:cubicBezTo>
                  <a:pt x="151" y="61"/>
                  <a:pt x="151" y="61"/>
                  <a:pt x="151" y="61"/>
                </a:cubicBezTo>
                <a:lnTo>
                  <a:pt x="108" y="15"/>
                </a:lnTo>
                <a:close/>
                <a:moveTo>
                  <a:pt x="156" y="69"/>
                </a:moveTo>
                <a:cubicBezTo>
                  <a:pt x="120" y="69"/>
                  <a:pt x="120" y="69"/>
                  <a:pt x="120" y="69"/>
                </a:cubicBezTo>
                <a:cubicBezTo>
                  <a:pt x="109" y="69"/>
                  <a:pt x="100" y="60"/>
                  <a:pt x="100" y="49"/>
                </a:cubicBezTo>
                <a:cubicBezTo>
                  <a:pt x="100" y="9"/>
                  <a:pt x="100" y="9"/>
                  <a:pt x="100" y="9"/>
                </a:cubicBezTo>
                <a:cubicBezTo>
                  <a:pt x="28" y="9"/>
                  <a:pt x="28" y="9"/>
                  <a:pt x="28" y="9"/>
                </a:cubicBezTo>
                <a:cubicBezTo>
                  <a:pt x="17" y="9"/>
                  <a:pt x="8" y="18"/>
                  <a:pt x="8" y="29"/>
                </a:cubicBezTo>
                <a:cubicBezTo>
                  <a:pt x="8" y="173"/>
                  <a:pt x="8" y="173"/>
                  <a:pt x="8" y="173"/>
                </a:cubicBezTo>
                <a:cubicBezTo>
                  <a:pt x="8" y="184"/>
                  <a:pt x="17" y="193"/>
                  <a:pt x="28" y="193"/>
                </a:cubicBezTo>
                <a:cubicBezTo>
                  <a:pt x="136" y="193"/>
                  <a:pt x="136" y="193"/>
                  <a:pt x="136" y="193"/>
                </a:cubicBezTo>
                <a:cubicBezTo>
                  <a:pt x="145" y="193"/>
                  <a:pt x="154" y="186"/>
                  <a:pt x="155" y="177"/>
                </a:cubicBezTo>
                <a:cubicBezTo>
                  <a:pt x="64" y="177"/>
                  <a:pt x="64" y="177"/>
                  <a:pt x="64" y="177"/>
                </a:cubicBezTo>
                <a:cubicBezTo>
                  <a:pt x="53" y="177"/>
                  <a:pt x="44" y="168"/>
                  <a:pt x="44" y="157"/>
                </a:cubicBezTo>
                <a:cubicBezTo>
                  <a:pt x="44" y="129"/>
                  <a:pt x="44" y="129"/>
                  <a:pt x="44" y="129"/>
                </a:cubicBezTo>
                <a:cubicBezTo>
                  <a:pt x="44" y="118"/>
                  <a:pt x="53" y="109"/>
                  <a:pt x="64" y="109"/>
                </a:cubicBezTo>
                <a:cubicBezTo>
                  <a:pt x="156" y="109"/>
                  <a:pt x="156" y="109"/>
                  <a:pt x="156" y="109"/>
                </a:cubicBezTo>
                <a:lnTo>
                  <a:pt x="156" y="69"/>
                </a:lnTo>
                <a:close/>
                <a:moveTo>
                  <a:pt x="118" y="141"/>
                </a:moveTo>
                <a:cubicBezTo>
                  <a:pt x="118" y="128"/>
                  <a:pt x="118" y="128"/>
                  <a:pt x="118" y="128"/>
                </a:cubicBezTo>
                <a:cubicBezTo>
                  <a:pt x="111" y="128"/>
                  <a:pt x="111" y="128"/>
                  <a:pt x="111" y="128"/>
                </a:cubicBezTo>
                <a:cubicBezTo>
                  <a:pt x="111" y="162"/>
                  <a:pt x="111" y="162"/>
                  <a:pt x="111" y="162"/>
                </a:cubicBezTo>
                <a:cubicBezTo>
                  <a:pt x="118" y="162"/>
                  <a:pt x="118" y="162"/>
                  <a:pt x="118" y="162"/>
                </a:cubicBezTo>
                <a:cubicBezTo>
                  <a:pt x="118" y="147"/>
                  <a:pt x="118" y="147"/>
                  <a:pt x="118" y="147"/>
                </a:cubicBezTo>
                <a:cubicBezTo>
                  <a:pt x="131" y="147"/>
                  <a:pt x="131" y="147"/>
                  <a:pt x="131" y="147"/>
                </a:cubicBezTo>
                <a:cubicBezTo>
                  <a:pt x="131" y="162"/>
                  <a:pt x="131" y="162"/>
                  <a:pt x="131" y="162"/>
                </a:cubicBezTo>
                <a:cubicBezTo>
                  <a:pt x="138" y="162"/>
                  <a:pt x="138" y="162"/>
                  <a:pt x="138" y="162"/>
                </a:cubicBezTo>
                <a:cubicBezTo>
                  <a:pt x="138" y="128"/>
                  <a:pt x="138" y="128"/>
                  <a:pt x="138" y="128"/>
                </a:cubicBezTo>
                <a:cubicBezTo>
                  <a:pt x="131" y="128"/>
                  <a:pt x="131" y="128"/>
                  <a:pt x="131" y="128"/>
                </a:cubicBezTo>
                <a:cubicBezTo>
                  <a:pt x="131" y="141"/>
                  <a:pt x="131" y="141"/>
                  <a:pt x="131" y="141"/>
                </a:cubicBezTo>
                <a:lnTo>
                  <a:pt x="118" y="141"/>
                </a:lnTo>
                <a:close/>
                <a:moveTo>
                  <a:pt x="89" y="149"/>
                </a:moveTo>
                <a:cubicBezTo>
                  <a:pt x="92" y="149"/>
                  <a:pt x="95" y="149"/>
                  <a:pt x="96" y="149"/>
                </a:cubicBezTo>
                <a:cubicBezTo>
                  <a:pt x="98" y="149"/>
                  <a:pt x="99" y="148"/>
                  <a:pt x="100" y="147"/>
                </a:cubicBezTo>
                <a:cubicBezTo>
                  <a:pt x="101" y="146"/>
                  <a:pt x="102" y="145"/>
                  <a:pt x="103" y="144"/>
                </a:cubicBezTo>
                <a:cubicBezTo>
                  <a:pt x="104" y="142"/>
                  <a:pt x="104" y="141"/>
                  <a:pt x="104" y="138"/>
                </a:cubicBezTo>
                <a:cubicBezTo>
                  <a:pt x="104" y="136"/>
                  <a:pt x="103" y="133"/>
                  <a:pt x="102" y="132"/>
                </a:cubicBezTo>
                <a:cubicBezTo>
                  <a:pt x="101" y="130"/>
                  <a:pt x="99" y="129"/>
                  <a:pt x="97" y="128"/>
                </a:cubicBezTo>
                <a:cubicBezTo>
                  <a:pt x="96" y="128"/>
                  <a:pt x="93" y="128"/>
                  <a:pt x="89" y="128"/>
                </a:cubicBezTo>
                <a:cubicBezTo>
                  <a:pt x="78" y="128"/>
                  <a:pt x="78" y="128"/>
                  <a:pt x="78" y="128"/>
                </a:cubicBezTo>
                <a:cubicBezTo>
                  <a:pt x="78" y="162"/>
                  <a:pt x="78" y="162"/>
                  <a:pt x="78" y="162"/>
                </a:cubicBezTo>
                <a:cubicBezTo>
                  <a:pt x="85" y="162"/>
                  <a:pt x="85" y="162"/>
                  <a:pt x="85" y="162"/>
                </a:cubicBezTo>
                <a:cubicBezTo>
                  <a:pt x="85" y="149"/>
                  <a:pt x="85" y="149"/>
                  <a:pt x="85" y="149"/>
                </a:cubicBezTo>
                <a:lnTo>
                  <a:pt x="89" y="149"/>
                </a:lnTo>
                <a:close/>
                <a:moveTo>
                  <a:pt x="171" y="132"/>
                </a:moveTo>
                <a:cubicBezTo>
                  <a:pt x="170" y="130"/>
                  <a:pt x="168" y="129"/>
                  <a:pt x="166" y="128"/>
                </a:cubicBezTo>
                <a:cubicBezTo>
                  <a:pt x="165" y="128"/>
                  <a:pt x="162" y="128"/>
                  <a:pt x="158" y="128"/>
                </a:cubicBezTo>
                <a:cubicBezTo>
                  <a:pt x="147" y="128"/>
                  <a:pt x="147" y="128"/>
                  <a:pt x="147" y="128"/>
                </a:cubicBezTo>
                <a:cubicBezTo>
                  <a:pt x="147" y="162"/>
                  <a:pt x="147" y="162"/>
                  <a:pt x="147" y="162"/>
                </a:cubicBezTo>
                <a:cubicBezTo>
                  <a:pt x="154" y="162"/>
                  <a:pt x="154" y="162"/>
                  <a:pt x="154" y="162"/>
                </a:cubicBezTo>
                <a:cubicBezTo>
                  <a:pt x="154" y="149"/>
                  <a:pt x="154" y="149"/>
                  <a:pt x="154" y="149"/>
                </a:cubicBezTo>
                <a:cubicBezTo>
                  <a:pt x="158" y="149"/>
                  <a:pt x="158" y="149"/>
                  <a:pt x="158" y="149"/>
                </a:cubicBezTo>
                <a:cubicBezTo>
                  <a:pt x="161" y="149"/>
                  <a:pt x="164" y="149"/>
                  <a:pt x="165" y="149"/>
                </a:cubicBezTo>
                <a:cubicBezTo>
                  <a:pt x="167" y="149"/>
                  <a:pt x="168" y="148"/>
                  <a:pt x="169" y="147"/>
                </a:cubicBezTo>
                <a:cubicBezTo>
                  <a:pt x="170" y="146"/>
                  <a:pt x="171" y="145"/>
                  <a:pt x="172" y="144"/>
                </a:cubicBezTo>
                <a:cubicBezTo>
                  <a:pt x="173" y="142"/>
                  <a:pt x="173" y="141"/>
                  <a:pt x="173" y="138"/>
                </a:cubicBezTo>
                <a:cubicBezTo>
                  <a:pt x="173" y="136"/>
                  <a:pt x="172" y="133"/>
                  <a:pt x="171" y="132"/>
                </a:cubicBezTo>
                <a:close/>
                <a:moveTo>
                  <a:pt x="163" y="143"/>
                </a:moveTo>
                <a:cubicBezTo>
                  <a:pt x="162" y="143"/>
                  <a:pt x="160" y="143"/>
                  <a:pt x="157" y="143"/>
                </a:cubicBezTo>
                <a:cubicBezTo>
                  <a:pt x="154" y="143"/>
                  <a:pt x="154" y="143"/>
                  <a:pt x="154" y="143"/>
                </a:cubicBezTo>
                <a:cubicBezTo>
                  <a:pt x="154" y="134"/>
                  <a:pt x="154" y="134"/>
                  <a:pt x="154" y="134"/>
                </a:cubicBezTo>
                <a:cubicBezTo>
                  <a:pt x="157" y="134"/>
                  <a:pt x="157" y="134"/>
                  <a:pt x="157" y="134"/>
                </a:cubicBezTo>
                <a:cubicBezTo>
                  <a:pt x="160" y="134"/>
                  <a:pt x="161" y="134"/>
                  <a:pt x="162" y="134"/>
                </a:cubicBezTo>
                <a:cubicBezTo>
                  <a:pt x="163" y="134"/>
                  <a:pt x="164" y="135"/>
                  <a:pt x="165" y="135"/>
                </a:cubicBezTo>
                <a:cubicBezTo>
                  <a:pt x="166" y="136"/>
                  <a:pt x="166" y="137"/>
                  <a:pt x="166" y="139"/>
                </a:cubicBezTo>
                <a:cubicBezTo>
                  <a:pt x="166" y="140"/>
                  <a:pt x="166" y="140"/>
                  <a:pt x="165" y="141"/>
                </a:cubicBezTo>
                <a:cubicBezTo>
                  <a:pt x="165" y="142"/>
                  <a:pt x="164" y="143"/>
                  <a:pt x="163" y="143"/>
                </a:cubicBezTo>
                <a:close/>
                <a:moveTo>
                  <a:pt x="85" y="134"/>
                </a:moveTo>
                <a:cubicBezTo>
                  <a:pt x="88" y="134"/>
                  <a:pt x="88" y="134"/>
                  <a:pt x="88" y="134"/>
                </a:cubicBezTo>
                <a:cubicBezTo>
                  <a:pt x="90" y="134"/>
                  <a:pt x="92" y="134"/>
                  <a:pt x="93" y="134"/>
                </a:cubicBezTo>
                <a:cubicBezTo>
                  <a:pt x="94" y="134"/>
                  <a:pt x="95" y="135"/>
                  <a:pt x="96" y="135"/>
                </a:cubicBezTo>
                <a:cubicBezTo>
                  <a:pt x="96" y="136"/>
                  <a:pt x="97" y="137"/>
                  <a:pt x="97" y="139"/>
                </a:cubicBezTo>
                <a:cubicBezTo>
                  <a:pt x="97" y="140"/>
                  <a:pt x="97" y="140"/>
                  <a:pt x="96" y="141"/>
                </a:cubicBezTo>
                <a:cubicBezTo>
                  <a:pt x="96" y="142"/>
                  <a:pt x="95" y="143"/>
                  <a:pt x="94" y="143"/>
                </a:cubicBezTo>
                <a:cubicBezTo>
                  <a:pt x="93" y="143"/>
                  <a:pt x="91" y="143"/>
                  <a:pt x="88" y="143"/>
                </a:cubicBezTo>
                <a:cubicBezTo>
                  <a:pt x="85" y="143"/>
                  <a:pt x="85" y="143"/>
                  <a:pt x="85" y="143"/>
                </a:cubicBezTo>
                <a:lnTo>
                  <a:pt x="85" y="134"/>
                </a:lnTo>
                <a:close/>
                <a:moveTo>
                  <a:pt x="32" y="85"/>
                </a:moveTo>
                <a:cubicBezTo>
                  <a:pt x="40" y="85"/>
                  <a:pt x="40" y="85"/>
                  <a:pt x="40" y="85"/>
                </a:cubicBezTo>
                <a:cubicBezTo>
                  <a:pt x="40" y="77"/>
                  <a:pt x="40" y="77"/>
                  <a:pt x="40" y="77"/>
                </a:cubicBezTo>
                <a:cubicBezTo>
                  <a:pt x="68" y="77"/>
                  <a:pt x="68" y="77"/>
                  <a:pt x="68" y="77"/>
                </a:cubicBezTo>
                <a:cubicBezTo>
                  <a:pt x="68" y="85"/>
                  <a:pt x="68" y="85"/>
                  <a:pt x="68" y="85"/>
                </a:cubicBezTo>
                <a:cubicBezTo>
                  <a:pt x="32" y="85"/>
                  <a:pt x="32" y="85"/>
                  <a:pt x="32" y="85"/>
                </a:cubicBezTo>
                <a:close/>
                <a:moveTo>
                  <a:pt x="24" y="85"/>
                </a:moveTo>
                <a:cubicBezTo>
                  <a:pt x="16" y="85"/>
                  <a:pt x="16" y="85"/>
                  <a:pt x="16" y="85"/>
                </a:cubicBezTo>
                <a:cubicBezTo>
                  <a:pt x="16" y="77"/>
                  <a:pt x="16" y="77"/>
                  <a:pt x="16" y="77"/>
                </a:cubicBezTo>
                <a:cubicBezTo>
                  <a:pt x="32" y="77"/>
                  <a:pt x="32" y="77"/>
                  <a:pt x="32" y="77"/>
                </a:cubicBezTo>
                <a:cubicBezTo>
                  <a:pt x="32" y="85"/>
                  <a:pt x="32" y="85"/>
                  <a:pt x="32" y="85"/>
                </a:cubicBezTo>
                <a:cubicBezTo>
                  <a:pt x="24" y="85"/>
                  <a:pt x="24" y="85"/>
                  <a:pt x="24" y="85"/>
                </a:cubicBezTo>
                <a:close/>
                <a:moveTo>
                  <a:pt x="92" y="85"/>
                </a:moveTo>
                <a:cubicBezTo>
                  <a:pt x="76" y="85"/>
                  <a:pt x="76" y="85"/>
                  <a:pt x="76" y="85"/>
                </a:cubicBezTo>
                <a:cubicBezTo>
                  <a:pt x="76" y="77"/>
                  <a:pt x="76" y="77"/>
                  <a:pt x="76" y="77"/>
                </a:cubicBezTo>
                <a:cubicBezTo>
                  <a:pt x="92" y="77"/>
                  <a:pt x="92" y="77"/>
                  <a:pt x="92" y="77"/>
                </a:cubicBezTo>
                <a:lnTo>
                  <a:pt x="92" y="85"/>
                </a:lnTo>
                <a:close/>
                <a:moveTo>
                  <a:pt x="40" y="73"/>
                </a:moveTo>
                <a:cubicBezTo>
                  <a:pt x="40" y="73"/>
                  <a:pt x="40" y="73"/>
                  <a:pt x="40" y="73"/>
                </a:cubicBezTo>
                <a:cubicBezTo>
                  <a:pt x="32" y="73"/>
                  <a:pt x="32" y="73"/>
                  <a:pt x="32" y="73"/>
                </a:cubicBezTo>
                <a:cubicBezTo>
                  <a:pt x="32" y="73"/>
                  <a:pt x="32" y="73"/>
                  <a:pt x="32" y="73"/>
                </a:cubicBezTo>
                <a:cubicBezTo>
                  <a:pt x="16" y="73"/>
                  <a:pt x="16" y="73"/>
                  <a:pt x="16" y="73"/>
                </a:cubicBezTo>
                <a:cubicBezTo>
                  <a:pt x="16" y="64"/>
                  <a:pt x="16" y="64"/>
                  <a:pt x="16" y="64"/>
                </a:cubicBezTo>
                <a:cubicBezTo>
                  <a:pt x="52" y="64"/>
                  <a:pt x="52" y="64"/>
                  <a:pt x="52" y="64"/>
                </a:cubicBezTo>
                <a:cubicBezTo>
                  <a:pt x="52" y="73"/>
                  <a:pt x="52" y="73"/>
                  <a:pt x="52" y="73"/>
                </a:cubicBezTo>
                <a:cubicBezTo>
                  <a:pt x="60" y="73"/>
                  <a:pt x="60" y="73"/>
                  <a:pt x="60" y="73"/>
                </a:cubicBezTo>
                <a:cubicBezTo>
                  <a:pt x="60" y="64"/>
                  <a:pt x="60" y="64"/>
                  <a:pt x="60" y="64"/>
                </a:cubicBezTo>
                <a:cubicBezTo>
                  <a:pt x="80" y="64"/>
                  <a:pt x="80" y="64"/>
                  <a:pt x="80" y="64"/>
                </a:cubicBezTo>
                <a:cubicBezTo>
                  <a:pt x="80" y="73"/>
                  <a:pt x="80" y="73"/>
                  <a:pt x="80" y="73"/>
                </a:cubicBezTo>
                <a:moveTo>
                  <a:pt x="84" y="36"/>
                </a:moveTo>
                <a:cubicBezTo>
                  <a:pt x="92" y="36"/>
                  <a:pt x="92" y="36"/>
                  <a:pt x="92" y="36"/>
                </a:cubicBezTo>
                <a:cubicBezTo>
                  <a:pt x="92" y="45"/>
                  <a:pt x="92" y="45"/>
                  <a:pt x="92" y="45"/>
                </a:cubicBezTo>
                <a:cubicBezTo>
                  <a:pt x="84" y="45"/>
                  <a:pt x="84" y="45"/>
                  <a:pt x="84" y="45"/>
                </a:cubicBezTo>
                <a:lnTo>
                  <a:pt x="84" y="36"/>
                </a:lnTo>
                <a:close/>
                <a:moveTo>
                  <a:pt x="84" y="33"/>
                </a:moveTo>
                <a:cubicBezTo>
                  <a:pt x="76" y="33"/>
                  <a:pt x="76" y="33"/>
                  <a:pt x="76" y="33"/>
                </a:cubicBezTo>
                <a:cubicBezTo>
                  <a:pt x="76" y="33"/>
                  <a:pt x="76" y="33"/>
                  <a:pt x="76" y="33"/>
                </a:cubicBezTo>
                <a:cubicBezTo>
                  <a:pt x="72" y="33"/>
                  <a:pt x="72" y="33"/>
                  <a:pt x="72" y="33"/>
                </a:cubicBezTo>
                <a:cubicBezTo>
                  <a:pt x="72" y="25"/>
                  <a:pt x="72" y="25"/>
                  <a:pt x="72" y="25"/>
                </a:cubicBezTo>
                <a:cubicBezTo>
                  <a:pt x="92" y="25"/>
                  <a:pt x="92" y="25"/>
                  <a:pt x="92" y="25"/>
                </a:cubicBezTo>
                <a:cubicBezTo>
                  <a:pt x="92" y="33"/>
                  <a:pt x="92" y="33"/>
                  <a:pt x="92" y="33"/>
                </a:cubicBezTo>
                <a:cubicBezTo>
                  <a:pt x="84" y="33"/>
                  <a:pt x="84" y="33"/>
                  <a:pt x="84" y="33"/>
                </a:cubicBezTo>
                <a:close/>
                <a:moveTo>
                  <a:pt x="76" y="45"/>
                </a:moveTo>
                <a:cubicBezTo>
                  <a:pt x="56" y="45"/>
                  <a:pt x="56" y="45"/>
                  <a:pt x="56" y="45"/>
                </a:cubicBezTo>
                <a:cubicBezTo>
                  <a:pt x="56" y="36"/>
                  <a:pt x="56" y="36"/>
                  <a:pt x="56" y="36"/>
                </a:cubicBezTo>
                <a:cubicBezTo>
                  <a:pt x="76" y="36"/>
                  <a:pt x="76" y="36"/>
                  <a:pt x="76" y="36"/>
                </a:cubicBezTo>
                <a:lnTo>
                  <a:pt x="76" y="45"/>
                </a:lnTo>
                <a:close/>
                <a:moveTo>
                  <a:pt x="56" y="33"/>
                </a:moveTo>
                <a:cubicBezTo>
                  <a:pt x="48" y="33"/>
                  <a:pt x="48" y="33"/>
                  <a:pt x="48" y="33"/>
                </a:cubicBezTo>
                <a:cubicBezTo>
                  <a:pt x="48" y="33"/>
                  <a:pt x="48" y="33"/>
                  <a:pt x="48" y="33"/>
                </a:cubicBezTo>
                <a:cubicBezTo>
                  <a:pt x="36" y="33"/>
                  <a:pt x="36" y="33"/>
                  <a:pt x="36" y="33"/>
                </a:cubicBezTo>
                <a:cubicBezTo>
                  <a:pt x="36" y="25"/>
                  <a:pt x="36" y="25"/>
                  <a:pt x="36" y="25"/>
                </a:cubicBezTo>
                <a:cubicBezTo>
                  <a:pt x="64" y="25"/>
                  <a:pt x="64" y="25"/>
                  <a:pt x="64" y="25"/>
                </a:cubicBezTo>
                <a:cubicBezTo>
                  <a:pt x="64" y="33"/>
                  <a:pt x="64" y="33"/>
                  <a:pt x="64" y="33"/>
                </a:cubicBezTo>
                <a:cubicBezTo>
                  <a:pt x="56" y="33"/>
                  <a:pt x="56" y="33"/>
                  <a:pt x="56" y="33"/>
                </a:cubicBezTo>
                <a:close/>
                <a:moveTo>
                  <a:pt x="16" y="25"/>
                </a:moveTo>
                <a:cubicBezTo>
                  <a:pt x="28" y="25"/>
                  <a:pt x="28" y="25"/>
                  <a:pt x="28" y="25"/>
                </a:cubicBezTo>
                <a:cubicBezTo>
                  <a:pt x="28" y="33"/>
                  <a:pt x="28" y="33"/>
                  <a:pt x="28" y="33"/>
                </a:cubicBezTo>
                <a:cubicBezTo>
                  <a:pt x="16" y="33"/>
                  <a:pt x="16" y="33"/>
                  <a:pt x="16" y="33"/>
                </a:cubicBezTo>
                <a:lnTo>
                  <a:pt x="16" y="25"/>
                </a:lnTo>
                <a:close/>
                <a:moveTo>
                  <a:pt x="48" y="45"/>
                </a:moveTo>
                <a:cubicBezTo>
                  <a:pt x="44" y="45"/>
                  <a:pt x="44" y="45"/>
                  <a:pt x="44" y="45"/>
                </a:cubicBezTo>
                <a:cubicBezTo>
                  <a:pt x="44" y="45"/>
                  <a:pt x="44" y="45"/>
                  <a:pt x="44" y="45"/>
                </a:cubicBezTo>
                <a:cubicBezTo>
                  <a:pt x="36" y="45"/>
                  <a:pt x="36" y="45"/>
                  <a:pt x="36" y="45"/>
                </a:cubicBezTo>
                <a:cubicBezTo>
                  <a:pt x="36" y="45"/>
                  <a:pt x="36" y="45"/>
                  <a:pt x="36" y="45"/>
                </a:cubicBezTo>
                <a:cubicBezTo>
                  <a:pt x="16" y="45"/>
                  <a:pt x="16" y="45"/>
                  <a:pt x="16" y="45"/>
                </a:cubicBezTo>
                <a:cubicBezTo>
                  <a:pt x="16" y="36"/>
                  <a:pt x="16" y="36"/>
                  <a:pt x="16" y="36"/>
                </a:cubicBezTo>
                <a:cubicBezTo>
                  <a:pt x="48" y="36"/>
                  <a:pt x="48" y="36"/>
                  <a:pt x="48" y="36"/>
                </a:cubicBezTo>
                <a:lnTo>
                  <a:pt x="48" y="45"/>
                </a:lnTo>
                <a:close/>
                <a:moveTo>
                  <a:pt x="36" y="57"/>
                </a:moveTo>
                <a:cubicBezTo>
                  <a:pt x="44" y="57"/>
                  <a:pt x="44" y="57"/>
                  <a:pt x="44" y="57"/>
                </a:cubicBezTo>
                <a:cubicBezTo>
                  <a:pt x="44" y="49"/>
                  <a:pt x="44" y="49"/>
                  <a:pt x="44" y="49"/>
                </a:cubicBezTo>
                <a:cubicBezTo>
                  <a:pt x="52" y="49"/>
                  <a:pt x="52" y="49"/>
                  <a:pt x="52" y="49"/>
                </a:cubicBezTo>
                <a:cubicBezTo>
                  <a:pt x="52" y="53"/>
                  <a:pt x="52" y="53"/>
                  <a:pt x="52" y="53"/>
                </a:cubicBezTo>
                <a:cubicBezTo>
                  <a:pt x="52" y="53"/>
                  <a:pt x="52" y="53"/>
                  <a:pt x="52" y="53"/>
                </a:cubicBezTo>
                <a:cubicBezTo>
                  <a:pt x="52" y="57"/>
                  <a:pt x="52" y="57"/>
                  <a:pt x="52" y="57"/>
                </a:cubicBezTo>
                <a:cubicBezTo>
                  <a:pt x="16" y="57"/>
                  <a:pt x="16" y="57"/>
                  <a:pt x="16" y="57"/>
                </a:cubicBezTo>
                <a:cubicBezTo>
                  <a:pt x="16" y="49"/>
                  <a:pt x="16" y="49"/>
                  <a:pt x="16" y="49"/>
                </a:cubicBezTo>
                <a:cubicBezTo>
                  <a:pt x="36" y="49"/>
                  <a:pt x="36" y="49"/>
                  <a:pt x="36" y="49"/>
                </a:cubicBezTo>
                <a:lnTo>
                  <a:pt x="36" y="57"/>
                </a:lnTo>
                <a:close/>
                <a:moveTo>
                  <a:pt x="24" y="97"/>
                </a:moveTo>
                <a:cubicBezTo>
                  <a:pt x="16" y="97"/>
                  <a:pt x="16" y="97"/>
                  <a:pt x="16" y="97"/>
                </a:cubicBezTo>
                <a:cubicBezTo>
                  <a:pt x="16" y="88"/>
                  <a:pt x="16" y="88"/>
                  <a:pt x="16" y="88"/>
                </a:cubicBezTo>
                <a:cubicBezTo>
                  <a:pt x="24" y="88"/>
                  <a:pt x="24" y="88"/>
                  <a:pt x="24" y="88"/>
                </a:cubicBezTo>
                <a:lnTo>
                  <a:pt x="24" y="97"/>
                </a:lnTo>
                <a:close/>
                <a:moveTo>
                  <a:pt x="52" y="97"/>
                </a:moveTo>
                <a:cubicBezTo>
                  <a:pt x="32" y="97"/>
                  <a:pt x="32" y="97"/>
                  <a:pt x="32" y="97"/>
                </a:cubicBezTo>
                <a:cubicBezTo>
                  <a:pt x="32" y="88"/>
                  <a:pt x="32" y="88"/>
                  <a:pt x="32" y="88"/>
                </a:cubicBezTo>
                <a:cubicBezTo>
                  <a:pt x="52" y="88"/>
                  <a:pt x="52" y="88"/>
                  <a:pt x="52" y="88"/>
                </a:cubicBezTo>
                <a:lnTo>
                  <a:pt x="52" y="97"/>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224"/>
          <p:cNvSpPr>
            <a:spLocks noEditPoints="1"/>
          </p:cNvSpPr>
          <p:nvPr/>
        </p:nvSpPr>
        <p:spPr bwMode="auto">
          <a:xfrm>
            <a:off x="671826" y="6296113"/>
            <a:ext cx="395288" cy="396875"/>
          </a:xfrm>
          <a:custGeom>
            <a:avLst/>
            <a:gdLst>
              <a:gd name="T0" fmla="*/ 144 w 200"/>
              <a:gd name="T1" fmla="*/ 201 h 201"/>
              <a:gd name="T2" fmla="*/ 20 w 200"/>
              <a:gd name="T3" fmla="*/ 1 h 201"/>
              <a:gd name="T4" fmla="*/ 108 w 200"/>
              <a:gd name="T5" fmla="*/ 1 h 201"/>
              <a:gd name="T6" fmla="*/ 164 w 200"/>
              <a:gd name="T7" fmla="*/ 61 h 201"/>
              <a:gd name="T8" fmla="*/ 164 w 200"/>
              <a:gd name="T9" fmla="*/ 109 h 201"/>
              <a:gd name="T10" fmla="*/ 180 w 200"/>
              <a:gd name="T11" fmla="*/ 177 h 201"/>
              <a:gd name="T12" fmla="*/ 151 w 200"/>
              <a:gd name="T13" fmla="*/ 61 h 201"/>
              <a:gd name="T14" fmla="*/ 100 w 200"/>
              <a:gd name="T15" fmla="*/ 49 h 201"/>
              <a:gd name="T16" fmla="*/ 8 w 200"/>
              <a:gd name="T17" fmla="*/ 173 h 201"/>
              <a:gd name="T18" fmla="*/ 64 w 200"/>
              <a:gd name="T19" fmla="*/ 177 h 201"/>
              <a:gd name="T20" fmla="*/ 156 w 200"/>
              <a:gd name="T21" fmla="*/ 109 h 201"/>
              <a:gd name="T22" fmla="*/ 130 w 200"/>
              <a:gd name="T23" fmla="*/ 135 h 201"/>
              <a:gd name="T24" fmla="*/ 126 w 200"/>
              <a:gd name="T25" fmla="*/ 128 h 201"/>
              <a:gd name="T26" fmla="*/ 116 w 200"/>
              <a:gd name="T27" fmla="*/ 144 h 201"/>
              <a:gd name="T28" fmla="*/ 133 w 200"/>
              <a:gd name="T29" fmla="*/ 153 h 201"/>
              <a:gd name="T30" fmla="*/ 119 w 200"/>
              <a:gd name="T31" fmla="*/ 151 h 201"/>
              <a:gd name="T32" fmla="*/ 133 w 200"/>
              <a:gd name="T33" fmla="*/ 162 h 201"/>
              <a:gd name="T34" fmla="*/ 135 w 200"/>
              <a:gd name="T35" fmla="*/ 144 h 201"/>
              <a:gd name="T36" fmla="*/ 121 w 200"/>
              <a:gd name="T37" fmla="*/ 135 h 201"/>
              <a:gd name="T38" fmla="*/ 99 w 200"/>
              <a:gd name="T39" fmla="*/ 139 h 201"/>
              <a:gd name="T40" fmla="*/ 81 w 200"/>
              <a:gd name="T41" fmla="*/ 132 h 201"/>
              <a:gd name="T42" fmla="*/ 101 w 200"/>
              <a:gd name="T43" fmla="*/ 160 h 201"/>
              <a:gd name="T44" fmla="*/ 92 w 200"/>
              <a:gd name="T45" fmla="*/ 157 h 201"/>
              <a:gd name="T46" fmla="*/ 154 w 200"/>
              <a:gd name="T47" fmla="*/ 135 h 201"/>
              <a:gd name="T48" fmla="*/ 172 w 200"/>
              <a:gd name="T49" fmla="*/ 138 h 201"/>
              <a:gd name="T50" fmla="*/ 148 w 200"/>
              <a:gd name="T51" fmla="*/ 132 h 201"/>
              <a:gd name="T52" fmla="*/ 163 w 200"/>
              <a:gd name="T53" fmla="*/ 149 h 201"/>
              <a:gd name="T54" fmla="*/ 159 w 200"/>
              <a:gd name="T55" fmla="*/ 157 h 201"/>
              <a:gd name="T56" fmla="*/ 149 w 200"/>
              <a:gd name="T57" fmla="*/ 160 h 201"/>
              <a:gd name="T58" fmla="*/ 173 w 200"/>
              <a:gd name="T59" fmla="*/ 153 h 201"/>
              <a:gd name="T60" fmla="*/ 154 w 200"/>
              <a:gd name="T61" fmla="*/ 139 h 201"/>
              <a:gd name="T62" fmla="*/ 81 w 200"/>
              <a:gd name="T63" fmla="*/ 30 h 201"/>
              <a:gd name="T64" fmla="*/ 86 w 200"/>
              <a:gd name="T65" fmla="*/ 54 h 201"/>
              <a:gd name="T66" fmla="*/ 85 w 200"/>
              <a:gd name="T67" fmla="*/ 66 h 201"/>
              <a:gd name="T68" fmla="*/ 81 w 200"/>
              <a:gd name="T69" fmla="*/ 89 h 201"/>
              <a:gd name="T70" fmla="*/ 68 w 200"/>
              <a:gd name="T71" fmla="*/ 84 h 201"/>
              <a:gd name="T72" fmla="*/ 75 w 200"/>
              <a:gd name="T73" fmla="*/ 71 h 201"/>
              <a:gd name="T74" fmla="*/ 78 w 200"/>
              <a:gd name="T75" fmla="*/ 56 h 201"/>
              <a:gd name="T76" fmla="*/ 73 w 200"/>
              <a:gd name="T77" fmla="*/ 36 h 201"/>
              <a:gd name="T78" fmla="*/ 77 w 200"/>
              <a:gd name="T79" fmla="*/ 28 h 201"/>
              <a:gd name="T80" fmla="*/ 26 w 200"/>
              <a:gd name="T81" fmla="*/ 77 h 201"/>
              <a:gd name="T82" fmla="*/ 19 w 200"/>
              <a:gd name="T83" fmla="*/ 55 h 201"/>
              <a:gd name="T84" fmla="*/ 26 w 200"/>
              <a:gd name="T85" fmla="*/ 43 h 201"/>
              <a:gd name="T86" fmla="*/ 40 w 200"/>
              <a:gd name="T87" fmla="*/ 27 h 201"/>
              <a:gd name="T88" fmla="*/ 36 w 200"/>
              <a:gd name="T89" fmla="*/ 37 h 201"/>
              <a:gd name="T90" fmla="*/ 32 w 200"/>
              <a:gd name="T91" fmla="*/ 57 h 201"/>
              <a:gd name="T92" fmla="*/ 35 w 200"/>
              <a:gd name="T93" fmla="*/ 72 h 201"/>
              <a:gd name="T94" fmla="*/ 42 w 200"/>
              <a:gd name="T95" fmla="*/ 84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0" h="201">
                <a:moveTo>
                  <a:pt x="180" y="177"/>
                </a:moveTo>
                <a:cubicBezTo>
                  <a:pt x="164" y="177"/>
                  <a:pt x="164" y="177"/>
                  <a:pt x="164" y="177"/>
                </a:cubicBezTo>
                <a:cubicBezTo>
                  <a:pt x="164" y="181"/>
                  <a:pt x="164" y="181"/>
                  <a:pt x="164" y="181"/>
                </a:cubicBezTo>
                <a:cubicBezTo>
                  <a:pt x="164" y="192"/>
                  <a:pt x="155" y="201"/>
                  <a:pt x="144" y="201"/>
                </a:cubicBezTo>
                <a:cubicBezTo>
                  <a:pt x="20" y="201"/>
                  <a:pt x="20" y="201"/>
                  <a:pt x="20" y="201"/>
                </a:cubicBezTo>
                <a:cubicBezTo>
                  <a:pt x="9" y="201"/>
                  <a:pt x="0" y="192"/>
                  <a:pt x="0" y="181"/>
                </a:cubicBezTo>
                <a:cubicBezTo>
                  <a:pt x="0" y="21"/>
                  <a:pt x="0" y="21"/>
                  <a:pt x="0" y="21"/>
                </a:cubicBezTo>
                <a:cubicBezTo>
                  <a:pt x="0" y="10"/>
                  <a:pt x="9" y="1"/>
                  <a:pt x="20" y="1"/>
                </a:cubicBezTo>
                <a:cubicBezTo>
                  <a:pt x="100" y="1"/>
                  <a:pt x="100" y="1"/>
                  <a:pt x="100" y="1"/>
                </a:cubicBezTo>
                <a:cubicBezTo>
                  <a:pt x="107" y="1"/>
                  <a:pt x="107" y="1"/>
                  <a:pt x="107" y="1"/>
                </a:cubicBezTo>
                <a:cubicBezTo>
                  <a:pt x="107" y="0"/>
                  <a:pt x="107" y="0"/>
                  <a:pt x="107" y="0"/>
                </a:cubicBezTo>
                <a:cubicBezTo>
                  <a:pt x="108" y="1"/>
                  <a:pt x="108" y="1"/>
                  <a:pt x="108" y="1"/>
                </a:cubicBezTo>
                <a:cubicBezTo>
                  <a:pt x="108" y="1"/>
                  <a:pt x="108" y="1"/>
                  <a:pt x="108" y="1"/>
                </a:cubicBezTo>
                <a:cubicBezTo>
                  <a:pt x="108" y="1"/>
                  <a:pt x="108" y="1"/>
                  <a:pt x="108" y="1"/>
                </a:cubicBezTo>
                <a:cubicBezTo>
                  <a:pt x="163" y="61"/>
                  <a:pt x="163" y="61"/>
                  <a:pt x="163" y="61"/>
                </a:cubicBezTo>
                <a:cubicBezTo>
                  <a:pt x="164" y="61"/>
                  <a:pt x="164" y="61"/>
                  <a:pt x="164" y="61"/>
                </a:cubicBezTo>
                <a:cubicBezTo>
                  <a:pt x="164" y="62"/>
                  <a:pt x="164" y="62"/>
                  <a:pt x="164" y="62"/>
                </a:cubicBezTo>
                <a:cubicBezTo>
                  <a:pt x="164" y="62"/>
                  <a:pt x="164" y="62"/>
                  <a:pt x="164" y="62"/>
                </a:cubicBezTo>
                <a:cubicBezTo>
                  <a:pt x="164" y="62"/>
                  <a:pt x="164" y="62"/>
                  <a:pt x="164" y="62"/>
                </a:cubicBezTo>
                <a:cubicBezTo>
                  <a:pt x="164" y="109"/>
                  <a:pt x="164" y="109"/>
                  <a:pt x="164" y="109"/>
                </a:cubicBezTo>
                <a:cubicBezTo>
                  <a:pt x="180" y="109"/>
                  <a:pt x="180" y="109"/>
                  <a:pt x="180" y="109"/>
                </a:cubicBezTo>
                <a:cubicBezTo>
                  <a:pt x="191" y="109"/>
                  <a:pt x="200" y="118"/>
                  <a:pt x="200" y="129"/>
                </a:cubicBezTo>
                <a:cubicBezTo>
                  <a:pt x="200" y="157"/>
                  <a:pt x="200" y="157"/>
                  <a:pt x="200" y="157"/>
                </a:cubicBezTo>
                <a:cubicBezTo>
                  <a:pt x="200" y="168"/>
                  <a:pt x="191" y="177"/>
                  <a:pt x="180" y="177"/>
                </a:cubicBezTo>
                <a:close/>
                <a:moveTo>
                  <a:pt x="108" y="15"/>
                </a:moveTo>
                <a:cubicBezTo>
                  <a:pt x="108" y="41"/>
                  <a:pt x="108" y="41"/>
                  <a:pt x="108" y="41"/>
                </a:cubicBezTo>
                <a:cubicBezTo>
                  <a:pt x="108" y="52"/>
                  <a:pt x="117" y="61"/>
                  <a:pt x="128" y="61"/>
                </a:cubicBezTo>
                <a:cubicBezTo>
                  <a:pt x="151" y="61"/>
                  <a:pt x="151" y="61"/>
                  <a:pt x="151" y="61"/>
                </a:cubicBezTo>
                <a:lnTo>
                  <a:pt x="108" y="15"/>
                </a:lnTo>
                <a:close/>
                <a:moveTo>
                  <a:pt x="156" y="69"/>
                </a:moveTo>
                <a:cubicBezTo>
                  <a:pt x="120" y="69"/>
                  <a:pt x="120" y="69"/>
                  <a:pt x="120" y="69"/>
                </a:cubicBezTo>
                <a:cubicBezTo>
                  <a:pt x="109" y="69"/>
                  <a:pt x="100" y="60"/>
                  <a:pt x="100" y="49"/>
                </a:cubicBezTo>
                <a:cubicBezTo>
                  <a:pt x="100" y="9"/>
                  <a:pt x="100" y="9"/>
                  <a:pt x="100" y="9"/>
                </a:cubicBezTo>
                <a:cubicBezTo>
                  <a:pt x="28" y="9"/>
                  <a:pt x="28" y="9"/>
                  <a:pt x="28" y="9"/>
                </a:cubicBezTo>
                <a:cubicBezTo>
                  <a:pt x="17" y="9"/>
                  <a:pt x="8" y="18"/>
                  <a:pt x="8" y="29"/>
                </a:cubicBezTo>
                <a:cubicBezTo>
                  <a:pt x="8" y="173"/>
                  <a:pt x="8" y="173"/>
                  <a:pt x="8" y="173"/>
                </a:cubicBezTo>
                <a:cubicBezTo>
                  <a:pt x="8" y="184"/>
                  <a:pt x="17" y="193"/>
                  <a:pt x="28" y="193"/>
                </a:cubicBezTo>
                <a:cubicBezTo>
                  <a:pt x="136" y="193"/>
                  <a:pt x="136" y="193"/>
                  <a:pt x="136" y="193"/>
                </a:cubicBezTo>
                <a:cubicBezTo>
                  <a:pt x="145" y="193"/>
                  <a:pt x="154" y="186"/>
                  <a:pt x="155" y="177"/>
                </a:cubicBezTo>
                <a:cubicBezTo>
                  <a:pt x="64" y="177"/>
                  <a:pt x="64" y="177"/>
                  <a:pt x="64" y="177"/>
                </a:cubicBezTo>
                <a:cubicBezTo>
                  <a:pt x="53" y="177"/>
                  <a:pt x="44" y="168"/>
                  <a:pt x="44" y="157"/>
                </a:cubicBezTo>
                <a:cubicBezTo>
                  <a:pt x="44" y="129"/>
                  <a:pt x="44" y="129"/>
                  <a:pt x="44" y="129"/>
                </a:cubicBezTo>
                <a:cubicBezTo>
                  <a:pt x="44" y="118"/>
                  <a:pt x="53" y="109"/>
                  <a:pt x="64" y="109"/>
                </a:cubicBezTo>
                <a:cubicBezTo>
                  <a:pt x="156" y="109"/>
                  <a:pt x="156" y="109"/>
                  <a:pt x="156" y="109"/>
                </a:cubicBezTo>
                <a:lnTo>
                  <a:pt x="156" y="69"/>
                </a:lnTo>
                <a:close/>
                <a:moveTo>
                  <a:pt x="121" y="135"/>
                </a:moveTo>
                <a:cubicBezTo>
                  <a:pt x="122" y="134"/>
                  <a:pt x="123" y="133"/>
                  <a:pt x="125" y="133"/>
                </a:cubicBezTo>
                <a:cubicBezTo>
                  <a:pt x="127" y="133"/>
                  <a:pt x="129" y="134"/>
                  <a:pt x="130" y="135"/>
                </a:cubicBezTo>
                <a:cubicBezTo>
                  <a:pt x="131" y="135"/>
                  <a:pt x="131" y="137"/>
                  <a:pt x="132" y="138"/>
                </a:cubicBezTo>
                <a:cubicBezTo>
                  <a:pt x="139" y="138"/>
                  <a:pt x="139" y="138"/>
                  <a:pt x="139" y="138"/>
                </a:cubicBezTo>
                <a:cubicBezTo>
                  <a:pt x="139" y="135"/>
                  <a:pt x="137" y="132"/>
                  <a:pt x="135" y="131"/>
                </a:cubicBezTo>
                <a:cubicBezTo>
                  <a:pt x="133" y="129"/>
                  <a:pt x="130" y="128"/>
                  <a:pt x="126" y="128"/>
                </a:cubicBezTo>
                <a:cubicBezTo>
                  <a:pt x="123" y="128"/>
                  <a:pt x="121" y="128"/>
                  <a:pt x="119" y="129"/>
                </a:cubicBezTo>
                <a:cubicBezTo>
                  <a:pt x="117" y="130"/>
                  <a:pt x="115" y="131"/>
                  <a:pt x="115" y="132"/>
                </a:cubicBezTo>
                <a:cubicBezTo>
                  <a:pt x="114" y="134"/>
                  <a:pt x="113" y="136"/>
                  <a:pt x="113" y="137"/>
                </a:cubicBezTo>
                <a:cubicBezTo>
                  <a:pt x="113" y="140"/>
                  <a:pt x="114" y="142"/>
                  <a:pt x="116" y="144"/>
                </a:cubicBezTo>
                <a:cubicBezTo>
                  <a:pt x="118" y="146"/>
                  <a:pt x="120" y="147"/>
                  <a:pt x="124" y="148"/>
                </a:cubicBezTo>
                <a:cubicBezTo>
                  <a:pt x="127" y="148"/>
                  <a:pt x="129" y="149"/>
                  <a:pt x="130" y="149"/>
                </a:cubicBezTo>
                <a:cubicBezTo>
                  <a:pt x="131" y="150"/>
                  <a:pt x="132" y="150"/>
                  <a:pt x="132" y="151"/>
                </a:cubicBezTo>
                <a:cubicBezTo>
                  <a:pt x="133" y="151"/>
                  <a:pt x="133" y="152"/>
                  <a:pt x="133" y="153"/>
                </a:cubicBezTo>
                <a:cubicBezTo>
                  <a:pt x="133" y="154"/>
                  <a:pt x="132" y="155"/>
                  <a:pt x="131" y="156"/>
                </a:cubicBezTo>
                <a:cubicBezTo>
                  <a:pt x="130" y="157"/>
                  <a:pt x="128" y="157"/>
                  <a:pt x="126" y="157"/>
                </a:cubicBezTo>
                <a:cubicBezTo>
                  <a:pt x="124" y="157"/>
                  <a:pt x="122" y="157"/>
                  <a:pt x="121" y="156"/>
                </a:cubicBezTo>
                <a:cubicBezTo>
                  <a:pt x="120" y="155"/>
                  <a:pt x="119" y="153"/>
                  <a:pt x="119" y="151"/>
                </a:cubicBezTo>
                <a:cubicBezTo>
                  <a:pt x="112" y="151"/>
                  <a:pt x="112" y="151"/>
                  <a:pt x="112" y="151"/>
                </a:cubicBezTo>
                <a:cubicBezTo>
                  <a:pt x="112" y="155"/>
                  <a:pt x="114" y="158"/>
                  <a:pt x="116" y="160"/>
                </a:cubicBezTo>
                <a:cubicBezTo>
                  <a:pt x="118" y="162"/>
                  <a:pt x="122" y="163"/>
                  <a:pt x="126" y="163"/>
                </a:cubicBezTo>
                <a:cubicBezTo>
                  <a:pt x="129" y="163"/>
                  <a:pt x="131" y="163"/>
                  <a:pt x="133" y="162"/>
                </a:cubicBezTo>
                <a:cubicBezTo>
                  <a:pt x="135" y="161"/>
                  <a:pt x="137" y="160"/>
                  <a:pt x="138" y="158"/>
                </a:cubicBezTo>
                <a:cubicBezTo>
                  <a:pt x="139" y="156"/>
                  <a:pt x="140" y="155"/>
                  <a:pt x="140" y="153"/>
                </a:cubicBezTo>
                <a:cubicBezTo>
                  <a:pt x="140" y="150"/>
                  <a:pt x="139" y="149"/>
                  <a:pt x="138" y="147"/>
                </a:cubicBezTo>
                <a:cubicBezTo>
                  <a:pt x="137" y="146"/>
                  <a:pt x="136" y="145"/>
                  <a:pt x="135" y="144"/>
                </a:cubicBezTo>
                <a:cubicBezTo>
                  <a:pt x="133" y="143"/>
                  <a:pt x="130" y="142"/>
                  <a:pt x="127" y="141"/>
                </a:cubicBezTo>
                <a:cubicBezTo>
                  <a:pt x="124" y="140"/>
                  <a:pt x="122" y="140"/>
                  <a:pt x="121" y="139"/>
                </a:cubicBezTo>
                <a:cubicBezTo>
                  <a:pt x="120" y="138"/>
                  <a:pt x="120" y="138"/>
                  <a:pt x="120" y="137"/>
                </a:cubicBezTo>
                <a:cubicBezTo>
                  <a:pt x="120" y="136"/>
                  <a:pt x="120" y="135"/>
                  <a:pt x="121" y="135"/>
                </a:cubicBezTo>
                <a:close/>
                <a:moveTo>
                  <a:pt x="86" y="136"/>
                </a:moveTo>
                <a:cubicBezTo>
                  <a:pt x="88" y="135"/>
                  <a:pt x="90" y="134"/>
                  <a:pt x="92" y="134"/>
                </a:cubicBezTo>
                <a:cubicBezTo>
                  <a:pt x="94" y="134"/>
                  <a:pt x="96" y="134"/>
                  <a:pt x="97" y="135"/>
                </a:cubicBezTo>
                <a:cubicBezTo>
                  <a:pt x="98" y="136"/>
                  <a:pt x="99" y="138"/>
                  <a:pt x="99" y="139"/>
                </a:cubicBezTo>
                <a:cubicBezTo>
                  <a:pt x="106" y="138"/>
                  <a:pt x="106" y="138"/>
                  <a:pt x="106" y="138"/>
                </a:cubicBezTo>
                <a:cubicBezTo>
                  <a:pt x="106" y="135"/>
                  <a:pt x="104" y="133"/>
                  <a:pt x="103" y="131"/>
                </a:cubicBezTo>
                <a:cubicBezTo>
                  <a:pt x="100" y="129"/>
                  <a:pt x="97" y="128"/>
                  <a:pt x="93" y="128"/>
                </a:cubicBezTo>
                <a:cubicBezTo>
                  <a:pt x="88" y="128"/>
                  <a:pt x="84" y="129"/>
                  <a:pt x="81" y="132"/>
                </a:cubicBezTo>
                <a:cubicBezTo>
                  <a:pt x="78" y="136"/>
                  <a:pt x="76" y="140"/>
                  <a:pt x="76" y="146"/>
                </a:cubicBezTo>
                <a:cubicBezTo>
                  <a:pt x="76" y="151"/>
                  <a:pt x="78" y="155"/>
                  <a:pt x="81" y="159"/>
                </a:cubicBezTo>
                <a:cubicBezTo>
                  <a:pt x="84" y="162"/>
                  <a:pt x="88" y="163"/>
                  <a:pt x="92" y="163"/>
                </a:cubicBezTo>
                <a:cubicBezTo>
                  <a:pt x="96" y="163"/>
                  <a:pt x="99" y="162"/>
                  <a:pt x="101" y="160"/>
                </a:cubicBezTo>
                <a:cubicBezTo>
                  <a:pt x="104" y="159"/>
                  <a:pt x="105" y="156"/>
                  <a:pt x="106" y="152"/>
                </a:cubicBezTo>
                <a:cubicBezTo>
                  <a:pt x="100" y="150"/>
                  <a:pt x="100" y="150"/>
                  <a:pt x="100" y="150"/>
                </a:cubicBezTo>
                <a:cubicBezTo>
                  <a:pt x="99" y="153"/>
                  <a:pt x="98" y="154"/>
                  <a:pt x="97" y="156"/>
                </a:cubicBezTo>
                <a:cubicBezTo>
                  <a:pt x="95" y="157"/>
                  <a:pt x="94" y="157"/>
                  <a:pt x="92" y="157"/>
                </a:cubicBezTo>
                <a:cubicBezTo>
                  <a:pt x="90" y="157"/>
                  <a:pt x="88" y="156"/>
                  <a:pt x="86" y="155"/>
                </a:cubicBezTo>
                <a:cubicBezTo>
                  <a:pt x="84" y="153"/>
                  <a:pt x="84" y="150"/>
                  <a:pt x="84" y="145"/>
                </a:cubicBezTo>
                <a:cubicBezTo>
                  <a:pt x="84" y="141"/>
                  <a:pt x="84" y="138"/>
                  <a:pt x="86" y="136"/>
                </a:cubicBezTo>
                <a:close/>
                <a:moveTo>
                  <a:pt x="154" y="135"/>
                </a:moveTo>
                <a:cubicBezTo>
                  <a:pt x="155" y="134"/>
                  <a:pt x="157" y="133"/>
                  <a:pt x="159" y="133"/>
                </a:cubicBezTo>
                <a:cubicBezTo>
                  <a:pt x="161" y="133"/>
                  <a:pt x="162" y="134"/>
                  <a:pt x="163" y="135"/>
                </a:cubicBezTo>
                <a:cubicBezTo>
                  <a:pt x="164" y="135"/>
                  <a:pt x="165" y="137"/>
                  <a:pt x="165" y="138"/>
                </a:cubicBezTo>
                <a:cubicBezTo>
                  <a:pt x="172" y="138"/>
                  <a:pt x="172" y="138"/>
                  <a:pt x="172" y="138"/>
                </a:cubicBezTo>
                <a:cubicBezTo>
                  <a:pt x="172" y="135"/>
                  <a:pt x="171" y="132"/>
                  <a:pt x="169" y="131"/>
                </a:cubicBezTo>
                <a:cubicBezTo>
                  <a:pt x="166" y="129"/>
                  <a:pt x="163" y="128"/>
                  <a:pt x="159" y="128"/>
                </a:cubicBezTo>
                <a:cubicBezTo>
                  <a:pt x="156" y="128"/>
                  <a:pt x="154" y="128"/>
                  <a:pt x="152" y="129"/>
                </a:cubicBezTo>
                <a:cubicBezTo>
                  <a:pt x="150" y="130"/>
                  <a:pt x="149" y="131"/>
                  <a:pt x="148" y="132"/>
                </a:cubicBezTo>
                <a:cubicBezTo>
                  <a:pt x="147" y="134"/>
                  <a:pt x="146" y="136"/>
                  <a:pt x="146" y="137"/>
                </a:cubicBezTo>
                <a:cubicBezTo>
                  <a:pt x="146" y="140"/>
                  <a:pt x="147" y="142"/>
                  <a:pt x="149" y="144"/>
                </a:cubicBezTo>
                <a:cubicBezTo>
                  <a:pt x="151" y="146"/>
                  <a:pt x="154" y="147"/>
                  <a:pt x="157" y="148"/>
                </a:cubicBezTo>
                <a:cubicBezTo>
                  <a:pt x="160" y="148"/>
                  <a:pt x="162" y="149"/>
                  <a:pt x="163" y="149"/>
                </a:cubicBezTo>
                <a:cubicBezTo>
                  <a:pt x="164" y="150"/>
                  <a:pt x="165" y="150"/>
                  <a:pt x="165" y="151"/>
                </a:cubicBezTo>
                <a:cubicBezTo>
                  <a:pt x="166" y="151"/>
                  <a:pt x="166" y="152"/>
                  <a:pt x="166" y="153"/>
                </a:cubicBezTo>
                <a:cubicBezTo>
                  <a:pt x="166" y="154"/>
                  <a:pt x="165" y="155"/>
                  <a:pt x="164" y="156"/>
                </a:cubicBezTo>
                <a:cubicBezTo>
                  <a:pt x="163" y="157"/>
                  <a:pt x="161" y="157"/>
                  <a:pt x="159" y="157"/>
                </a:cubicBezTo>
                <a:cubicBezTo>
                  <a:pt x="157" y="157"/>
                  <a:pt x="155" y="157"/>
                  <a:pt x="154" y="156"/>
                </a:cubicBezTo>
                <a:cubicBezTo>
                  <a:pt x="153" y="155"/>
                  <a:pt x="152" y="153"/>
                  <a:pt x="152" y="151"/>
                </a:cubicBezTo>
                <a:cubicBezTo>
                  <a:pt x="145" y="151"/>
                  <a:pt x="145" y="151"/>
                  <a:pt x="145" y="151"/>
                </a:cubicBezTo>
                <a:cubicBezTo>
                  <a:pt x="145" y="155"/>
                  <a:pt x="147" y="158"/>
                  <a:pt x="149" y="160"/>
                </a:cubicBezTo>
                <a:cubicBezTo>
                  <a:pt x="151" y="162"/>
                  <a:pt x="155" y="163"/>
                  <a:pt x="159" y="163"/>
                </a:cubicBezTo>
                <a:cubicBezTo>
                  <a:pt x="162" y="163"/>
                  <a:pt x="165" y="163"/>
                  <a:pt x="167" y="162"/>
                </a:cubicBezTo>
                <a:cubicBezTo>
                  <a:pt x="169" y="161"/>
                  <a:pt x="170" y="160"/>
                  <a:pt x="171" y="158"/>
                </a:cubicBezTo>
                <a:cubicBezTo>
                  <a:pt x="172" y="156"/>
                  <a:pt x="173" y="155"/>
                  <a:pt x="173" y="153"/>
                </a:cubicBezTo>
                <a:cubicBezTo>
                  <a:pt x="173" y="150"/>
                  <a:pt x="172" y="149"/>
                  <a:pt x="172" y="147"/>
                </a:cubicBezTo>
                <a:cubicBezTo>
                  <a:pt x="171" y="146"/>
                  <a:pt x="169" y="145"/>
                  <a:pt x="168" y="144"/>
                </a:cubicBezTo>
                <a:cubicBezTo>
                  <a:pt x="166" y="143"/>
                  <a:pt x="164" y="142"/>
                  <a:pt x="160" y="141"/>
                </a:cubicBezTo>
                <a:cubicBezTo>
                  <a:pt x="157" y="140"/>
                  <a:pt x="155" y="140"/>
                  <a:pt x="154" y="139"/>
                </a:cubicBezTo>
                <a:cubicBezTo>
                  <a:pt x="153" y="138"/>
                  <a:pt x="153" y="138"/>
                  <a:pt x="153" y="137"/>
                </a:cubicBezTo>
                <a:cubicBezTo>
                  <a:pt x="153" y="136"/>
                  <a:pt x="153" y="135"/>
                  <a:pt x="154" y="135"/>
                </a:cubicBezTo>
                <a:close/>
                <a:moveTo>
                  <a:pt x="77" y="28"/>
                </a:moveTo>
                <a:cubicBezTo>
                  <a:pt x="78" y="28"/>
                  <a:pt x="80" y="29"/>
                  <a:pt x="81" y="30"/>
                </a:cubicBezTo>
                <a:cubicBezTo>
                  <a:pt x="82" y="31"/>
                  <a:pt x="83" y="33"/>
                  <a:pt x="83" y="34"/>
                </a:cubicBezTo>
                <a:cubicBezTo>
                  <a:pt x="83" y="36"/>
                  <a:pt x="84" y="39"/>
                  <a:pt x="84" y="42"/>
                </a:cubicBezTo>
                <a:cubicBezTo>
                  <a:pt x="84" y="46"/>
                  <a:pt x="84" y="49"/>
                  <a:pt x="84" y="50"/>
                </a:cubicBezTo>
                <a:cubicBezTo>
                  <a:pt x="85" y="52"/>
                  <a:pt x="85" y="53"/>
                  <a:pt x="86" y="54"/>
                </a:cubicBezTo>
                <a:cubicBezTo>
                  <a:pt x="87" y="55"/>
                  <a:pt x="89" y="55"/>
                  <a:pt x="91" y="55"/>
                </a:cubicBezTo>
                <a:cubicBezTo>
                  <a:pt x="91" y="63"/>
                  <a:pt x="91" y="63"/>
                  <a:pt x="91" y="63"/>
                </a:cubicBezTo>
                <a:cubicBezTo>
                  <a:pt x="89" y="63"/>
                  <a:pt x="88" y="64"/>
                  <a:pt x="87" y="64"/>
                </a:cubicBezTo>
                <a:cubicBezTo>
                  <a:pt x="86" y="65"/>
                  <a:pt x="86" y="65"/>
                  <a:pt x="85" y="66"/>
                </a:cubicBezTo>
                <a:cubicBezTo>
                  <a:pt x="85" y="67"/>
                  <a:pt x="84" y="68"/>
                  <a:pt x="84" y="70"/>
                </a:cubicBezTo>
                <a:cubicBezTo>
                  <a:pt x="84" y="71"/>
                  <a:pt x="84" y="73"/>
                  <a:pt x="84" y="75"/>
                </a:cubicBezTo>
                <a:cubicBezTo>
                  <a:pt x="84" y="80"/>
                  <a:pt x="83" y="83"/>
                  <a:pt x="83" y="84"/>
                </a:cubicBezTo>
                <a:cubicBezTo>
                  <a:pt x="83" y="86"/>
                  <a:pt x="82" y="88"/>
                  <a:pt x="81" y="89"/>
                </a:cubicBezTo>
                <a:cubicBezTo>
                  <a:pt x="80" y="90"/>
                  <a:pt x="78" y="90"/>
                  <a:pt x="76" y="91"/>
                </a:cubicBezTo>
                <a:cubicBezTo>
                  <a:pt x="75" y="91"/>
                  <a:pt x="73" y="92"/>
                  <a:pt x="70" y="92"/>
                </a:cubicBezTo>
                <a:cubicBezTo>
                  <a:pt x="68" y="92"/>
                  <a:pt x="68" y="92"/>
                  <a:pt x="68" y="92"/>
                </a:cubicBezTo>
                <a:cubicBezTo>
                  <a:pt x="68" y="84"/>
                  <a:pt x="68" y="84"/>
                  <a:pt x="68" y="84"/>
                </a:cubicBezTo>
                <a:cubicBezTo>
                  <a:pt x="70" y="84"/>
                  <a:pt x="72" y="83"/>
                  <a:pt x="73" y="83"/>
                </a:cubicBezTo>
                <a:cubicBezTo>
                  <a:pt x="73" y="83"/>
                  <a:pt x="74" y="82"/>
                  <a:pt x="74" y="82"/>
                </a:cubicBezTo>
                <a:cubicBezTo>
                  <a:pt x="75" y="81"/>
                  <a:pt x="75" y="80"/>
                  <a:pt x="75" y="79"/>
                </a:cubicBezTo>
                <a:cubicBezTo>
                  <a:pt x="75" y="78"/>
                  <a:pt x="75" y="75"/>
                  <a:pt x="75" y="71"/>
                </a:cubicBezTo>
                <a:cubicBezTo>
                  <a:pt x="75" y="69"/>
                  <a:pt x="76" y="67"/>
                  <a:pt x="76" y="65"/>
                </a:cubicBezTo>
                <a:cubicBezTo>
                  <a:pt x="77" y="64"/>
                  <a:pt x="77" y="63"/>
                  <a:pt x="78" y="62"/>
                </a:cubicBezTo>
                <a:cubicBezTo>
                  <a:pt x="79" y="61"/>
                  <a:pt x="80" y="60"/>
                  <a:pt x="81" y="59"/>
                </a:cubicBezTo>
                <a:cubicBezTo>
                  <a:pt x="79" y="58"/>
                  <a:pt x="78" y="57"/>
                  <a:pt x="78" y="56"/>
                </a:cubicBezTo>
                <a:cubicBezTo>
                  <a:pt x="76" y="55"/>
                  <a:pt x="76" y="53"/>
                  <a:pt x="75" y="51"/>
                </a:cubicBezTo>
                <a:cubicBezTo>
                  <a:pt x="75" y="49"/>
                  <a:pt x="75" y="46"/>
                  <a:pt x="75" y="40"/>
                </a:cubicBezTo>
                <a:cubicBezTo>
                  <a:pt x="75" y="39"/>
                  <a:pt x="75" y="37"/>
                  <a:pt x="74" y="37"/>
                </a:cubicBezTo>
                <a:cubicBezTo>
                  <a:pt x="74" y="36"/>
                  <a:pt x="74" y="36"/>
                  <a:pt x="73" y="36"/>
                </a:cubicBezTo>
                <a:cubicBezTo>
                  <a:pt x="72" y="35"/>
                  <a:pt x="70" y="35"/>
                  <a:pt x="68" y="35"/>
                </a:cubicBezTo>
                <a:cubicBezTo>
                  <a:pt x="68" y="27"/>
                  <a:pt x="68" y="27"/>
                  <a:pt x="68" y="27"/>
                </a:cubicBezTo>
                <a:cubicBezTo>
                  <a:pt x="70" y="27"/>
                  <a:pt x="70" y="27"/>
                  <a:pt x="70" y="27"/>
                </a:cubicBezTo>
                <a:cubicBezTo>
                  <a:pt x="73" y="27"/>
                  <a:pt x="75" y="27"/>
                  <a:pt x="77" y="28"/>
                </a:cubicBezTo>
                <a:close/>
                <a:moveTo>
                  <a:pt x="33" y="91"/>
                </a:moveTo>
                <a:cubicBezTo>
                  <a:pt x="32" y="90"/>
                  <a:pt x="30" y="90"/>
                  <a:pt x="29" y="89"/>
                </a:cubicBezTo>
                <a:cubicBezTo>
                  <a:pt x="28" y="87"/>
                  <a:pt x="27" y="86"/>
                  <a:pt x="27" y="84"/>
                </a:cubicBezTo>
                <a:cubicBezTo>
                  <a:pt x="27" y="83"/>
                  <a:pt x="26" y="80"/>
                  <a:pt x="26" y="77"/>
                </a:cubicBezTo>
                <a:cubicBezTo>
                  <a:pt x="26" y="72"/>
                  <a:pt x="26" y="70"/>
                  <a:pt x="26" y="69"/>
                </a:cubicBezTo>
                <a:cubicBezTo>
                  <a:pt x="25" y="67"/>
                  <a:pt x="25" y="65"/>
                  <a:pt x="24" y="65"/>
                </a:cubicBezTo>
                <a:cubicBezTo>
                  <a:pt x="23" y="64"/>
                  <a:pt x="21" y="64"/>
                  <a:pt x="19" y="63"/>
                </a:cubicBezTo>
                <a:cubicBezTo>
                  <a:pt x="19" y="55"/>
                  <a:pt x="19" y="55"/>
                  <a:pt x="19" y="55"/>
                </a:cubicBezTo>
                <a:cubicBezTo>
                  <a:pt x="21" y="55"/>
                  <a:pt x="22" y="55"/>
                  <a:pt x="23" y="55"/>
                </a:cubicBezTo>
                <a:cubicBezTo>
                  <a:pt x="24" y="54"/>
                  <a:pt x="24" y="54"/>
                  <a:pt x="25" y="53"/>
                </a:cubicBezTo>
                <a:cubicBezTo>
                  <a:pt x="26" y="52"/>
                  <a:pt x="26" y="50"/>
                  <a:pt x="26" y="49"/>
                </a:cubicBezTo>
                <a:cubicBezTo>
                  <a:pt x="26" y="48"/>
                  <a:pt x="26" y="46"/>
                  <a:pt x="26" y="43"/>
                </a:cubicBezTo>
                <a:cubicBezTo>
                  <a:pt x="26" y="39"/>
                  <a:pt x="27" y="36"/>
                  <a:pt x="27" y="34"/>
                </a:cubicBezTo>
                <a:cubicBezTo>
                  <a:pt x="27" y="33"/>
                  <a:pt x="28" y="31"/>
                  <a:pt x="29" y="30"/>
                </a:cubicBezTo>
                <a:cubicBezTo>
                  <a:pt x="30" y="29"/>
                  <a:pt x="32" y="28"/>
                  <a:pt x="34" y="28"/>
                </a:cubicBezTo>
                <a:cubicBezTo>
                  <a:pt x="35" y="27"/>
                  <a:pt x="37" y="27"/>
                  <a:pt x="40" y="27"/>
                </a:cubicBezTo>
                <a:cubicBezTo>
                  <a:pt x="42" y="27"/>
                  <a:pt x="42" y="27"/>
                  <a:pt x="42" y="27"/>
                </a:cubicBezTo>
                <a:cubicBezTo>
                  <a:pt x="42" y="35"/>
                  <a:pt x="42" y="35"/>
                  <a:pt x="42" y="35"/>
                </a:cubicBezTo>
                <a:cubicBezTo>
                  <a:pt x="40" y="35"/>
                  <a:pt x="38" y="35"/>
                  <a:pt x="37" y="36"/>
                </a:cubicBezTo>
                <a:cubicBezTo>
                  <a:pt x="37" y="36"/>
                  <a:pt x="36" y="36"/>
                  <a:pt x="36" y="37"/>
                </a:cubicBezTo>
                <a:cubicBezTo>
                  <a:pt x="35" y="37"/>
                  <a:pt x="35" y="38"/>
                  <a:pt x="35" y="40"/>
                </a:cubicBezTo>
                <a:cubicBezTo>
                  <a:pt x="35" y="41"/>
                  <a:pt x="35" y="44"/>
                  <a:pt x="35" y="48"/>
                </a:cubicBezTo>
                <a:cubicBezTo>
                  <a:pt x="35" y="50"/>
                  <a:pt x="35" y="52"/>
                  <a:pt x="34" y="53"/>
                </a:cubicBezTo>
                <a:cubicBezTo>
                  <a:pt x="34" y="55"/>
                  <a:pt x="33" y="56"/>
                  <a:pt x="32" y="57"/>
                </a:cubicBezTo>
                <a:cubicBezTo>
                  <a:pt x="32" y="57"/>
                  <a:pt x="30" y="58"/>
                  <a:pt x="29" y="59"/>
                </a:cubicBezTo>
                <a:cubicBezTo>
                  <a:pt x="30" y="60"/>
                  <a:pt x="31" y="61"/>
                  <a:pt x="32" y="62"/>
                </a:cubicBezTo>
                <a:cubicBezTo>
                  <a:pt x="33" y="63"/>
                  <a:pt x="34" y="64"/>
                  <a:pt x="34" y="66"/>
                </a:cubicBezTo>
                <a:cubicBezTo>
                  <a:pt x="35" y="67"/>
                  <a:pt x="35" y="69"/>
                  <a:pt x="35" y="72"/>
                </a:cubicBezTo>
                <a:cubicBezTo>
                  <a:pt x="35" y="75"/>
                  <a:pt x="35" y="78"/>
                  <a:pt x="35" y="79"/>
                </a:cubicBezTo>
                <a:cubicBezTo>
                  <a:pt x="35" y="80"/>
                  <a:pt x="35" y="81"/>
                  <a:pt x="36" y="82"/>
                </a:cubicBezTo>
                <a:cubicBezTo>
                  <a:pt x="36" y="82"/>
                  <a:pt x="37" y="83"/>
                  <a:pt x="37" y="83"/>
                </a:cubicBezTo>
                <a:cubicBezTo>
                  <a:pt x="38" y="83"/>
                  <a:pt x="40" y="84"/>
                  <a:pt x="42" y="84"/>
                </a:cubicBezTo>
                <a:cubicBezTo>
                  <a:pt x="42" y="92"/>
                  <a:pt x="42" y="92"/>
                  <a:pt x="42" y="92"/>
                </a:cubicBezTo>
                <a:cubicBezTo>
                  <a:pt x="40" y="92"/>
                  <a:pt x="40" y="92"/>
                  <a:pt x="40" y="92"/>
                </a:cubicBezTo>
                <a:cubicBezTo>
                  <a:pt x="37" y="92"/>
                  <a:pt x="35" y="91"/>
                  <a:pt x="33" y="91"/>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225"/>
          <p:cNvSpPr>
            <a:spLocks noEditPoints="1"/>
          </p:cNvSpPr>
          <p:nvPr/>
        </p:nvSpPr>
        <p:spPr bwMode="auto">
          <a:xfrm>
            <a:off x="1163951" y="6294525"/>
            <a:ext cx="395288" cy="396875"/>
          </a:xfrm>
          <a:custGeom>
            <a:avLst/>
            <a:gdLst>
              <a:gd name="T0" fmla="*/ 164 w 200"/>
              <a:gd name="T1" fmla="*/ 177 h 201"/>
              <a:gd name="T2" fmla="*/ 144 w 200"/>
              <a:gd name="T3" fmla="*/ 201 h 201"/>
              <a:gd name="T4" fmla="*/ 0 w 200"/>
              <a:gd name="T5" fmla="*/ 181 h 201"/>
              <a:gd name="T6" fmla="*/ 20 w 200"/>
              <a:gd name="T7" fmla="*/ 1 h 201"/>
              <a:gd name="T8" fmla="*/ 107 w 200"/>
              <a:gd name="T9" fmla="*/ 1 h 201"/>
              <a:gd name="T10" fmla="*/ 108 w 200"/>
              <a:gd name="T11" fmla="*/ 1 h 201"/>
              <a:gd name="T12" fmla="*/ 108 w 200"/>
              <a:gd name="T13" fmla="*/ 1 h 201"/>
              <a:gd name="T14" fmla="*/ 164 w 200"/>
              <a:gd name="T15" fmla="*/ 61 h 201"/>
              <a:gd name="T16" fmla="*/ 164 w 200"/>
              <a:gd name="T17" fmla="*/ 62 h 201"/>
              <a:gd name="T18" fmla="*/ 164 w 200"/>
              <a:gd name="T19" fmla="*/ 109 h 201"/>
              <a:gd name="T20" fmla="*/ 200 w 200"/>
              <a:gd name="T21" fmla="*/ 129 h 201"/>
              <a:gd name="T22" fmla="*/ 180 w 200"/>
              <a:gd name="T23" fmla="*/ 177 h 201"/>
              <a:gd name="T24" fmla="*/ 108 w 200"/>
              <a:gd name="T25" fmla="*/ 41 h 201"/>
              <a:gd name="T26" fmla="*/ 151 w 200"/>
              <a:gd name="T27" fmla="*/ 61 h 201"/>
              <a:gd name="T28" fmla="*/ 156 w 200"/>
              <a:gd name="T29" fmla="*/ 69 h 201"/>
              <a:gd name="T30" fmla="*/ 100 w 200"/>
              <a:gd name="T31" fmla="*/ 49 h 201"/>
              <a:gd name="T32" fmla="*/ 28 w 200"/>
              <a:gd name="T33" fmla="*/ 9 h 201"/>
              <a:gd name="T34" fmla="*/ 8 w 200"/>
              <a:gd name="T35" fmla="*/ 173 h 201"/>
              <a:gd name="T36" fmla="*/ 136 w 200"/>
              <a:gd name="T37" fmla="*/ 193 h 201"/>
              <a:gd name="T38" fmla="*/ 64 w 200"/>
              <a:gd name="T39" fmla="*/ 177 h 201"/>
              <a:gd name="T40" fmla="*/ 44 w 200"/>
              <a:gd name="T41" fmla="*/ 129 h 201"/>
              <a:gd name="T42" fmla="*/ 156 w 200"/>
              <a:gd name="T43" fmla="*/ 109 h 201"/>
              <a:gd name="T44" fmla="*/ 133 w 200"/>
              <a:gd name="T45" fmla="*/ 162 h 201"/>
              <a:gd name="T46" fmla="*/ 115 w 200"/>
              <a:gd name="T47" fmla="*/ 156 h 201"/>
              <a:gd name="T48" fmla="*/ 108 w 200"/>
              <a:gd name="T49" fmla="*/ 128 h 201"/>
              <a:gd name="T50" fmla="*/ 133 w 200"/>
              <a:gd name="T51" fmla="*/ 162 h 201"/>
              <a:gd name="T52" fmla="*/ 99 w 200"/>
              <a:gd name="T53" fmla="*/ 142 h 201"/>
              <a:gd name="T54" fmla="*/ 85 w 200"/>
              <a:gd name="T55" fmla="*/ 134 h 201"/>
              <a:gd name="T56" fmla="*/ 101 w 200"/>
              <a:gd name="T57" fmla="*/ 128 h 201"/>
              <a:gd name="T58" fmla="*/ 78 w 200"/>
              <a:gd name="T59" fmla="*/ 162 h 201"/>
              <a:gd name="T60" fmla="*/ 85 w 200"/>
              <a:gd name="T61" fmla="*/ 148 h 201"/>
              <a:gd name="T62" fmla="*/ 156 w 200"/>
              <a:gd name="T63" fmla="*/ 128 h 201"/>
              <a:gd name="T64" fmla="*/ 135 w 200"/>
              <a:gd name="T65" fmla="*/ 162 h 201"/>
              <a:gd name="T66" fmla="*/ 145 w 200"/>
              <a:gd name="T67" fmla="*/ 154 h 201"/>
              <a:gd name="T68" fmla="*/ 162 w 200"/>
              <a:gd name="T69" fmla="*/ 162 h 201"/>
              <a:gd name="T70" fmla="*/ 156 w 200"/>
              <a:gd name="T71" fmla="*/ 128 h 201"/>
              <a:gd name="T72" fmla="*/ 157 w 200"/>
              <a:gd name="T73" fmla="*/ 149 h 201"/>
              <a:gd name="T74" fmla="*/ 152 w 200"/>
              <a:gd name="T75" fmla="*/ 136 h 201"/>
              <a:gd name="T76" fmla="*/ 24 w 200"/>
              <a:gd name="T77" fmla="*/ 97 h 201"/>
              <a:gd name="T78" fmla="*/ 24 w 200"/>
              <a:gd name="T79" fmla="*/ 81 h 201"/>
              <a:gd name="T80" fmla="*/ 64 w 200"/>
              <a:gd name="T81" fmla="*/ 89 h 201"/>
              <a:gd name="T82" fmla="*/ 32 w 200"/>
              <a:gd name="T83" fmla="*/ 65 h 201"/>
              <a:gd name="T84" fmla="*/ 72 w 200"/>
              <a:gd name="T85" fmla="*/ 57 h 201"/>
              <a:gd name="T86" fmla="*/ 72 w 200"/>
              <a:gd name="T87" fmla="*/ 73 h 201"/>
              <a:gd name="T88" fmla="*/ 32 w 200"/>
              <a:gd name="T89" fmla="*/ 65 h 201"/>
              <a:gd name="T90" fmla="*/ 52 w 200"/>
              <a:gd name="T91" fmla="*/ 33 h 201"/>
              <a:gd name="T92" fmla="*/ 92 w 200"/>
              <a:gd name="T93" fmla="*/ 41 h 201"/>
              <a:gd name="T94" fmla="*/ 52 w 200"/>
              <a:gd name="T95" fmla="*/ 49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0" h="201">
                <a:moveTo>
                  <a:pt x="180" y="177"/>
                </a:moveTo>
                <a:cubicBezTo>
                  <a:pt x="164" y="177"/>
                  <a:pt x="164" y="177"/>
                  <a:pt x="164" y="177"/>
                </a:cubicBezTo>
                <a:cubicBezTo>
                  <a:pt x="164" y="181"/>
                  <a:pt x="164" y="181"/>
                  <a:pt x="164" y="181"/>
                </a:cubicBezTo>
                <a:cubicBezTo>
                  <a:pt x="164" y="192"/>
                  <a:pt x="155" y="201"/>
                  <a:pt x="144" y="201"/>
                </a:cubicBezTo>
                <a:cubicBezTo>
                  <a:pt x="20" y="201"/>
                  <a:pt x="20" y="201"/>
                  <a:pt x="20" y="201"/>
                </a:cubicBezTo>
                <a:cubicBezTo>
                  <a:pt x="9" y="201"/>
                  <a:pt x="0" y="192"/>
                  <a:pt x="0" y="181"/>
                </a:cubicBezTo>
                <a:cubicBezTo>
                  <a:pt x="0" y="21"/>
                  <a:pt x="0" y="21"/>
                  <a:pt x="0" y="21"/>
                </a:cubicBezTo>
                <a:cubicBezTo>
                  <a:pt x="0" y="10"/>
                  <a:pt x="9" y="1"/>
                  <a:pt x="20" y="1"/>
                </a:cubicBezTo>
                <a:cubicBezTo>
                  <a:pt x="100" y="1"/>
                  <a:pt x="100" y="1"/>
                  <a:pt x="100" y="1"/>
                </a:cubicBezTo>
                <a:cubicBezTo>
                  <a:pt x="107" y="1"/>
                  <a:pt x="107" y="1"/>
                  <a:pt x="107" y="1"/>
                </a:cubicBezTo>
                <a:cubicBezTo>
                  <a:pt x="107" y="0"/>
                  <a:pt x="107" y="0"/>
                  <a:pt x="107" y="0"/>
                </a:cubicBezTo>
                <a:cubicBezTo>
                  <a:pt x="108" y="1"/>
                  <a:pt x="108" y="1"/>
                  <a:pt x="108" y="1"/>
                </a:cubicBezTo>
                <a:cubicBezTo>
                  <a:pt x="108" y="1"/>
                  <a:pt x="108" y="1"/>
                  <a:pt x="108" y="1"/>
                </a:cubicBezTo>
                <a:cubicBezTo>
                  <a:pt x="108" y="1"/>
                  <a:pt x="108" y="1"/>
                  <a:pt x="108" y="1"/>
                </a:cubicBezTo>
                <a:cubicBezTo>
                  <a:pt x="163" y="61"/>
                  <a:pt x="163" y="61"/>
                  <a:pt x="163" y="61"/>
                </a:cubicBezTo>
                <a:cubicBezTo>
                  <a:pt x="164" y="61"/>
                  <a:pt x="164" y="61"/>
                  <a:pt x="164" y="61"/>
                </a:cubicBezTo>
                <a:cubicBezTo>
                  <a:pt x="164" y="61"/>
                  <a:pt x="164" y="61"/>
                  <a:pt x="164" y="61"/>
                </a:cubicBezTo>
                <a:cubicBezTo>
                  <a:pt x="164" y="62"/>
                  <a:pt x="164" y="62"/>
                  <a:pt x="164" y="62"/>
                </a:cubicBezTo>
                <a:cubicBezTo>
                  <a:pt x="164" y="62"/>
                  <a:pt x="164" y="62"/>
                  <a:pt x="164" y="62"/>
                </a:cubicBezTo>
                <a:cubicBezTo>
                  <a:pt x="164" y="109"/>
                  <a:pt x="164" y="109"/>
                  <a:pt x="164" y="109"/>
                </a:cubicBezTo>
                <a:cubicBezTo>
                  <a:pt x="180" y="109"/>
                  <a:pt x="180" y="109"/>
                  <a:pt x="180" y="109"/>
                </a:cubicBezTo>
                <a:cubicBezTo>
                  <a:pt x="191" y="109"/>
                  <a:pt x="200" y="118"/>
                  <a:pt x="200" y="129"/>
                </a:cubicBezTo>
                <a:cubicBezTo>
                  <a:pt x="200" y="157"/>
                  <a:pt x="200" y="157"/>
                  <a:pt x="200" y="157"/>
                </a:cubicBezTo>
                <a:cubicBezTo>
                  <a:pt x="200" y="168"/>
                  <a:pt x="191" y="177"/>
                  <a:pt x="180" y="177"/>
                </a:cubicBezTo>
                <a:close/>
                <a:moveTo>
                  <a:pt x="108" y="15"/>
                </a:moveTo>
                <a:cubicBezTo>
                  <a:pt x="108" y="41"/>
                  <a:pt x="108" y="41"/>
                  <a:pt x="108" y="41"/>
                </a:cubicBezTo>
                <a:cubicBezTo>
                  <a:pt x="108" y="52"/>
                  <a:pt x="117" y="61"/>
                  <a:pt x="128" y="61"/>
                </a:cubicBezTo>
                <a:cubicBezTo>
                  <a:pt x="151" y="61"/>
                  <a:pt x="151" y="61"/>
                  <a:pt x="151" y="61"/>
                </a:cubicBezTo>
                <a:lnTo>
                  <a:pt x="108" y="15"/>
                </a:lnTo>
                <a:close/>
                <a:moveTo>
                  <a:pt x="156" y="69"/>
                </a:moveTo>
                <a:cubicBezTo>
                  <a:pt x="120" y="69"/>
                  <a:pt x="120" y="69"/>
                  <a:pt x="120" y="69"/>
                </a:cubicBezTo>
                <a:cubicBezTo>
                  <a:pt x="109" y="69"/>
                  <a:pt x="100" y="60"/>
                  <a:pt x="100" y="49"/>
                </a:cubicBezTo>
                <a:cubicBezTo>
                  <a:pt x="100" y="9"/>
                  <a:pt x="100" y="9"/>
                  <a:pt x="100" y="9"/>
                </a:cubicBezTo>
                <a:cubicBezTo>
                  <a:pt x="28" y="9"/>
                  <a:pt x="28" y="9"/>
                  <a:pt x="28" y="9"/>
                </a:cubicBezTo>
                <a:cubicBezTo>
                  <a:pt x="17" y="9"/>
                  <a:pt x="8" y="18"/>
                  <a:pt x="8" y="29"/>
                </a:cubicBezTo>
                <a:cubicBezTo>
                  <a:pt x="8" y="173"/>
                  <a:pt x="8" y="173"/>
                  <a:pt x="8" y="173"/>
                </a:cubicBezTo>
                <a:cubicBezTo>
                  <a:pt x="8" y="184"/>
                  <a:pt x="17" y="193"/>
                  <a:pt x="28" y="193"/>
                </a:cubicBezTo>
                <a:cubicBezTo>
                  <a:pt x="136" y="193"/>
                  <a:pt x="136" y="193"/>
                  <a:pt x="136" y="193"/>
                </a:cubicBezTo>
                <a:cubicBezTo>
                  <a:pt x="145" y="193"/>
                  <a:pt x="154" y="186"/>
                  <a:pt x="155" y="177"/>
                </a:cubicBezTo>
                <a:cubicBezTo>
                  <a:pt x="64" y="177"/>
                  <a:pt x="64" y="177"/>
                  <a:pt x="64" y="177"/>
                </a:cubicBezTo>
                <a:cubicBezTo>
                  <a:pt x="53" y="177"/>
                  <a:pt x="44" y="168"/>
                  <a:pt x="44" y="157"/>
                </a:cubicBezTo>
                <a:cubicBezTo>
                  <a:pt x="44" y="129"/>
                  <a:pt x="44" y="129"/>
                  <a:pt x="44" y="129"/>
                </a:cubicBezTo>
                <a:cubicBezTo>
                  <a:pt x="44" y="118"/>
                  <a:pt x="53" y="109"/>
                  <a:pt x="64" y="109"/>
                </a:cubicBezTo>
                <a:cubicBezTo>
                  <a:pt x="156" y="109"/>
                  <a:pt x="156" y="109"/>
                  <a:pt x="156" y="109"/>
                </a:cubicBezTo>
                <a:lnTo>
                  <a:pt x="156" y="69"/>
                </a:lnTo>
                <a:close/>
                <a:moveTo>
                  <a:pt x="133" y="162"/>
                </a:moveTo>
                <a:cubicBezTo>
                  <a:pt x="133" y="156"/>
                  <a:pt x="133" y="156"/>
                  <a:pt x="133" y="156"/>
                </a:cubicBezTo>
                <a:cubicBezTo>
                  <a:pt x="115" y="156"/>
                  <a:pt x="115" y="156"/>
                  <a:pt x="115" y="156"/>
                </a:cubicBezTo>
                <a:cubicBezTo>
                  <a:pt x="115" y="128"/>
                  <a:pt x="115" y="128"/>
                  <a:pt x="115" y="128"/>
                </a:cubicBezTo>
                <a:cubicBezTo>
                  <a:pt x="108" y="128"/>
                  <a:pt x="108" y="128"/>
                  <a:pt x="108" y="128"/>
                </a:cubicBezTo>
                <a:cubicBezTo>
                  <a:pt x="108" y="162"/>
                  <a:pt x="108" y="162"/>
                  <a:pt x="108" y="162"/>
                </a:cubicBezTo>
                <a:lnTo>
                  <a:pt x="133" y="162"/>
                </a:lnTo>
                <a:close/>
                <a:moveTo>
                  <a:pt x="99" y="148"/>
                </a:moveTo>
                <a:cubicBezTo>
                  <a:pt x="99" y="142"/>
                  <a:pt x="99" y="142"/>
                  <a:pt x="99" y="142"/>
                </a:cubicBezTo>
                <a:cubicBezTo>
                  <a:pt x="85" y="142"/>
                  <a:pt x="85" y="142"/>
                  <a:pt x="85" y="142"/>
                </a:cubicBezTo>
                <a:cubicBezTo>
                  <a:pt x="85" y="134"/>
                  <a:pt x="85" y="134"/>
                  <a:pt x="85" y="134"/>
                </a:cubicBezTo>
                <a:cubicBezTo>
                  <a:pt x="101" y="134"/>
                  <a:pt x="101" y="134"/>
                  <a:pt x="101" y="134"/>
                </a:cubicBezTo>
                <a:cubicBezTo>
                  <a:pt x="101" y="128"/>
                  <a:pt x="101" y="128"/>
                  <a:pt x="101" y="128"/>
                </a:cubicBezTo>
                <a:cubicBezTo>
                  <a:pt x="78" y="128"/>
                  <a:pt x="78" y="128"/>
                  <a:pt x="78" y="128"/>
                </a:cubicBezTo>
                <a:cubicBezTo>
                  <a:pt x="78" y="162"/>
                  <a:pt x="78" y="162"/>
                  <a:pt x="78" y="162"/>
                </a:cubicBezTo>
                <a:cubicBezTo>
                  <a:pt x="85" y="162"/>
                  <a:pt x="85" y="162"/>
                  <a:pt x="85" y="162"/>
                </a:cubicBezTo>
                <a:cubicBezTo>
                  <a:pt x="85" y="148"/>
                  <a:pt x="85" y="148"/>
                  <a:pt x="85" y="148"/>
                </a:cubicBezTo>
                <a:lnTo>
                  <a:pt x="99" y="148"/>
                </a:lnTo>
                <a:close/>
                <a:moveTo>
                  <a:pt x="156" y="128"/>
                </a:moveTo>
                <a:cubicBezTo>
                  <a:pt x="149" y="128"/>
                  <a:pt x="149" y="128"/>
                  <a:pt x="149" y="128"/>
                </a:cubicBezTo>
                <a:cubicBezTo>
                  <a:pt x="135" y="162"/>
                  <a:pt x="135" y="162"/>
                  <a:pt x="135" y="162"/>
                </a:cubicBezTo>
                <a:cubicBezTo>
                  <a:pt x="143" y="162"/>
                  <a:pt x="143" y="162"/>
                  <a:pt x="143" y="162"/>
                </a:cubicBezTo>
                <a:cubicBezTo>
                  <a:pt x="145" y="154"/>
                  <a:pt x="145" y="154"/>
                  <a:pt x="145" y="154"/>
                </a:cubicBezTo>
                <a:cubicBezTo>
                  <a:pt x="159" y="154"/>
                  <a:pt x="159" y="154"/>
                  <a:pt x="159" y="154"/>
                </a:cubicBezTo>
                <a:cubicBezTo>
                  <a:pt x="162" y="162"/>
                  <a:pt x="162" y="162"/>
                  <a:pt x="162" y="162"/>
                </a:cubicBezTo>
                <a:cubicBezTo>
                  <a:pt x="170" y="162"/>
                  <a:pt x="170" y="162"/>
                  <a:pt x="170" y="162"/>
                </a:cubicBezTo>
                <a:lnTo>
                  <a:pt x="156" y="128"/>
                </a:lnTo>
                <a:close/>
                <a:moveTo>
                  <a:pt x="152" y="136"/>
                </a:moveTo>
                <a:cubicBezTo>
                  <a:pt x="157" y="149"/>
                  <a:pt x="157" y="149"/>
                  <a:pt x="157" y="149"/>
                </a:cubicBezTo>
                <a:cubicBezTo>
                  <a:pt x="148" y="149"/>
                  <a:pt x="148" y="149"/>
                  <a:pt x="148" y="149"/>
                </a:cubicBezTo>
                <a:lnTo>
                  <a:pt x="152" y="136"/>
                </a:lnTo>
                <a:close/>
                <a:moveTo>
                  <a:pt x="56" y="97"/>
                </a:moveTo>
                <a:cubicBezTo>
                  <a:pt x="24" y="97"/>
                  <a:pt x="24" y="97"/>
                  <a:pt x="24" y="97"/>
                </a:cubicBezTo>
                <a:cubicBezTo>
                  <a:pt x="19" y="97"/>
                  <a:pt x="16" y="93"/>
                  <a:pt x="16" y="89"/>
                </a:cubicBezTo>
                <a:cubicBezTo>
                  <a:pt x="16" y="84"/>
                  <a:pt x="19" y="81"/>
                  <a:pt x="24" y="81"/>
                </a:cubicBezTo>
                <a:cubicBezTo>
                  <a:pt x="56" y="81"/>
                  <a:pt x="56" y="81"/>
                  <a:pt x="56" y="81"/>
                </a:cubicBezTo>
                <a:cubicBezTo>
                  <a:pt x="60" y="81"/>
                  <a:pt x="64" y="84"/>
                  <a:pt x="64" y="89"/>
                </a:cubicBezTo>
                <a:cubicBezTo>
                  <a:pt x="64" y="93"/>
                  <a:pt x="60" y="97"/>
                  <a:pt x="56" y="97"/>
                </a:cubicBezTo>
                <a:close/>
                <a:moveTo>
                  <a:pt x="32" y="65"/>
                </a:moveTo>
                <a:cubicBezTo>
                  <a:pt x="32" y="60"/>
                  <a:pt x="35" y="57"/>
                  <a:pt x="40" y="57"/>
                </a:cubicBezTo>
                <a:cubicBezTo>
                  <a:pt x="72" y="57"/>
                  <a:pt x="72" y="57"/>
                  <a:pt x="72" y="57"/>
                </a:cubicBezTo>
                <a:cubicBezTo>
                  <a:pt x="76" y="57"/>
                  <a:pt x="80" y="60"/>
                  <a:pt x="80" y="65"/>
                </a:cubicBezTo>
                <a:cubicBezTo>
                  <a:pt x="80" y="69"/>
                  <a:pt x="76" y="73"/>
                  <a:pt x="72" y="73"/>
                </a:cubicBezTo>
                <a:cubicBezTo>
                  <a:pt x="40" y="73"/>
                  <a:pt x="40" y="73"/>
                  <a:pt x="40" y="73"/>
                </a:cubicBezTo>
                <a:cubicBezTo>
                  <a:pt x="35" y="73"/>
                  <a:pt x="32" y="69"/>
                  <a:pt x="32" y="65"/>
                </a:cubicBezTo>
                <a:close/>
                <a:moveTo>
                  <a:pt x="44" y="41"/>
                </a:moveTo>
                <a:cubicBezTo>
                  <a:pt x="44" y="36"/>
                  <a:pt x="47" y="33"/>
                  <a:pt x="52" y="33"/>
                </a:cubicBezTo>
                <a:cubicBezTo>
                  <a:pt x="84" y="33"/>
                  <a:pt x="84" y="33"/>
                  <a:pt x="84" y="33"/>
                </a:cubicBezTo>
                <a:cubicBezTo>
                  <a:pt x="88" y="33"/>
                  <a:pt x="92" y="36"/>
                  <a:pt x="92" y="41"/>
                </a:cubicBezTo>
                <a:cubicBezTo>
                  <a:pt x="92" y="45"/>
                  <a:pt x="88" y="49"/>
                  <a:pt x="84" y="49"/>
                </a:cubicBezTo>
                <a:cubicBezTo>
                  <a:pt x="52" y="49"/>
                  <a:pt x="52" y="49"/>
                  <a:pt x="52" y="49"/>
                </a:cubicBezTo>
                <a:cubicBezTo>
                  <a:pt x="47" y="49"/>
                  <a:pt x="44" y="45"/>
                  <a:pt x="44" y="41"/>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226"/>
          <p:cNvSpPr>
            <a:spLocks noEditPoints="1"/>
          </p:cNvSpPr>
          <p:nvPr/>
        </p:nvSpPr>
        <p:spPr bwMode="auto">
          <a:xfrm>
            <a:off x="1644964" y="6294525"/>
            <a:ext cx="395288" cy="396875"/>
          </a:xfrm>
          <a:custGeom>
            <a:avLst/>
            <a:gdLst>
              <a:gd name="T0" fmla="*/ 164 w 200"/>
              <a:gd name="T1" fmla="*/ 177 h 201"/>
              <a:gd name="T2" fmla="*/ 144 w 200"/>
              <a:gd name="T3" fmla="*/ 201 h 201"/>
              <a:gd name="T4" fmla="*/ 0 w 200"/>
              <a:gd name="T5" fmla="*/ 181 h 201"/>
              <a:gd name="T6" fmla="*/ 20 w 200"/>
              <a:gd name="T7" fmla="*/ 1 h 201"/>
              <a:gd name="T8" fmla="*/ 108 w 200"/>
              <a:gd name="T9" fmla="*/ 1 h 201"/>
              <a:gd name="T10" fmla="*/ 108 w 200"/>
              <a:gd name="T11" fmla="*/ 1 h 201"/>
              <a:gd name="T12" fmla="*/ 108 w 200"/>
              <a:gd name="T13" fmla="*/ 1 h 201"/>
              <a:gd name="T14" fmla="*/ 164 w 200"/>
              <a:gd name="T15" fmla="*/ 61 h 201"/>
              <a:gd name="T16" fmla="*/ 164 w 200"/>
              <a:gd name="T17" fmla="*/ 62 h 201"/>
              <a:gd name="T18" fmla="*/ 164 w 200"/>
              <a:gd name="T19" fmla="*/ 109 h 201"/>
              <a:gd name="T20" fmla="*/ 200 w 200"/>
              <a:gd name="T21" fmla="*/ 129 h 201"/>
              <a:gd name="T22" fmla="*/ 180 w 200"/>
              <a:gd name="T23" fmla="*/ 177 h 201"/>
              <a:gd name="T24" fmla="*/ 108 w 200"/>
              <a:gd name="T25" fmla="*/ 41 h 201"/>
              <a:gd name="T26" fmla="*/ 151 w 200"/>
              <a:gd name="T27" fmla="*/ 61 h 201"/>
              <a:gd name="T28" fmla="*/ 156 w 200"/>
              <a:gd name="T29" fmla="*/ 69 h 201"/>
              <a:gd name="T30" fmla="*/ 100 w 200"/>
              <a:gd name="T31" fmla="*/ 49 h 201"/>
              <a:gd name="T32" fmla="*/ 28 w 200"/>
              <a:gd name="T33" fmla="*/ 9 h 201"/>
              <a:gd name="T34" fmla="*/ 8 w 200"/>
              <a:gd name="T35" fmla="*/ 173 h 201"/>
              <a:gd name="T36" fmla="*/ 136 w 200"/>
              <a:gd name="T37" fmla="*/ 193 h 201"/>
              <a:gd name="T38" fmla="*/ 64 w 200"/>
              <a:gd name="T39" fmla="*/ 177 h 201"/>
              <a:gd name="T40" fmla="*/ 44 w 200"/>
              <a:gd name="T41" fmla="*/ 129 h 201"/>
              <a:gd name="T42" fmla="*/ 156 w 200"/>
              <a:gd name="T43" fmla="*/ 109 h 201"/>
              <a:gd name="T44" fmla="*/ 149 w 200"/>
              <a:gd name="T45" fmla="*/ 128 h 201"/>
              <a:gd name="T46" fmla="*/ 137 w 200"/>
              <a:gd name="T47" fmla="*/ 152 h 201"/>
              <a:gd name="T48" fmla="*/ 123 w 200"/>
              <a:gd name="T49" fmla="*/ 128 h 201"/>
              <a:gd name="T50" fmla="*/ 111 w 200"/>
              <a:gd name="T51" fmla="*/ 128 h 201"/>
              <a:gd name="T52" fmla="*/ 112 w 200"/>
              <a:gd name="T53" fmla="*/ 162 h 201"/>
              <a:gd name="T54" fmla="*/ 127 w 200"/>
              <a:gd name="T55" fmla="*/ 137 h 201"/>
              <a:gd name="T56" fmla="*/ 141 w 200"/>
              <a:gd name="T57" fmla="*/ 162 h 201"/>
              <a:gd name="T58" fmla="*/ 81 w 200"/>
              <a:gd name="T59" fmla="*/ 134 h 201"/>
              <a:gd name="T60" fmla="*/ 90 w 200"/>
              <a:gd name="T61" fmla="*/ 134 h 201"/>
              <a:gd name="T62" fmla="*/ 99 w 200"/>
              <a:gd name="T63" fmla="*/ 138 h 201"/>
              <a:gd name="T64" fmla="*/ 86 w 200"/>
              <a:gd name="T65" fmla="*/ 127 h 201"/>
              <a:gd name="T66" fmla="*/ 75 w 200"/>
              <a:gd name="T67" fmla="*/ 132 h 201"/>
              <a:gd name="T68" fmla="*/ 77 w 200"/>
              <a:gd name="T69" fmla="*/ 144 h 201"/>
              <a:gd name="T70" fmla="*/ 90 w 200"/>
              <a:gd name="T71" fmla="*/ 149 h 201"/>
              <a:gd name="T72" fmla="*/ 93 w 200"/>
              <a:gd name="T73" fmla="*/ 152 h 201"/>
              <a:gd name="T74" fmla="*/ 87 w 200"/>
              <a:gd name="T75" fmla="*/ 157 h 201"/>
              <a:gd name="T76" fmla="*/ 79 w 200"/>
              <a:gd name="T77" fmla="*/ 150 h 201"/>
              <a:gd name="T78" fmla="*/ 77 w 200"/>
              <a:gd name="T79" fmla="*/ 160 h 201"/>
              <a:gd name="T80" fmla="*/ 94 w 200"/>
              <a:gd name="T81" fmla="*/ 162 h 201"/>
              <a:gd name="T82" fmla="*/ 100 w 200"/>
              <a:gd name="T83" fmla="*/ 152 h 201"/>
              <a:gd name="T84" fmla="*/ 95 w 200"/>
              <a:gd name="T85" fmla="*/ 143 h 201"/>
              <a:gd name="T86" fmla="*/ 81 w 200"/>
              <a:gd name="T87" fmla="*/ 138 h 201"/>
              <a:gd name="T88" fmla="*/ 81 w 200"/>
              <a:gd name="T89" fmla="*/ 134 h 201"/>
              <a:gd name="T90" fmla="*/ 154 w 200"/>
              <a:gd name="T91" fmla="*/ 128 h 201"/>
              <a:gd name="T92" fmla="*/ 161 w 200"/>
              <a:gd name="T93" fmla="*/ 162 h 201"/>
              <a:gd name="T94" fmla="*/ 175 w 200"/>
              <a:gd name="T95" fmla="*/ 148 h 201"/>
              <a:gd name="T96" fmla="*/ 161 w 200"/>
              <a:gd name="T97" fmla="*/ 142 h 201"/>
              <a:gd name="T98" fmla="*/ 177 w 200"/>
              <a:gd name="T99" fmla="*/ 134 h 201"/>
              <a:gd name="T100" fmla="*/ 16 w 200"/>
              <a:gd name="T101" fmla="*/ 63 h 201"/>
              <a:gd name="T102" fmla="*/ 91 w 200"/>
              <a:gd name="T103" fmla="*/ 63 h 201"/>
              <a:gd name="T104" fmla="*/ 16 w 200"/>
              <a:gd name="T105" fmla="*/ 63 h 201"/>
              <a:gd name="T106" fmla="*/ 68 w 200"/>
              <a:gd name="T107" fmla="*/ 60 h 201"/>
              <a:gd name="T108" fmla="*/ 72 w 200"/>
              <a:gd name="T109" fmla="*/ 51 h 201"/>
              <a:gd name="T110" fmla="*/ 36 w 200"/>
              <a:gd name="T111" fmla="*/ 78 h 201"/>
              <a:gd name="T112" fmla="*/ 57 w 200"/>
              <a:gd name="T113" fmla="*/ 69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0" h="201">
                <a:moveTo>
                  <a:pt x="180" y="177"/>
                </a:moveTo>
                <a:cubicBezTo>
                  <a:pt x="164" y="177"/>
                  <a:pt x="164" y="177"/>
                  <a:pt x="164" y="177"/>
                </a:cubicBezTo>
                <a:cubicBezTo>
                  <a:pt x="164" y="181"/>
                  <a:pt x="164" y="181"/>
                  <a:pt x="164" y="181"/>
                </a:cubicBezTo>
                <a:cubicBezTo>
                  <a:pt x="164" y="192"/>
                  <a:pt x="155" y="201"/>
                  <a:pt x="144" y="201"/>
                </a:cubicBezTo>
                <a:cubicBezTo>
                  <a:pt x="20" y="201"/>
                  <a:pt x="20" y="201"/>
                  <a:pt x="20" y="201"/>
                </a:cubicBezTo>
                <a:cubicBezTo>
                  <a:pt x="9" y="201"/>
                  <a:pt x="0" y="192"/>
                  <a:pt x="0" y="181"/>
                </a:cubicBezTo>
                <a:cubicBezTo>
                  <a:pt x="0" y="21"/>
                  <a:pt x="0" y="21"/>
                  <a:pt x="0" y="21"/>
                </a:cubicBezTo>
                <a:cubicBezTo>
                  <a:pt x="0" y="10"/>
                  <a:pt x="9" y="1"/>
                  <a:pt x="20" y="1"/>
                </a:cubicBezTo>
                <a:cubicBezTo>
                  <a:pt x="100" y="1"/>
                  <a:pt x="100" y="1"/>
                  <a:pt x="100" y="1"/>
                </a:cubicBezTo>
                <a:cubicBezTo>
                  <a:pt x="108" y="1"/>
                  <a:pt x="108" y="1"/>
                  <a:pt x="108" y="1"/>
                </a:cubicBezTo>
                <a:cubicBezTo>
                  <a:pt x="108" y="0"/>
                  <a:pt x="108" y="0"/>
                  <a:pt x="108" y="0"/>
                </a:cubicBezTo>
                <a:cubicBezTo>
                  <a:pt x="108" y="1"/>
                  <a:pt x="108" y="1"/>
                  <a:pt x="108" y="1"/>
                </a:cubicBezTo>
                <a:cubicBezTo>
                  <a:pt x="108" y="1"/>
                  <a:pt x="108" y="1"/>
                  <a:pt x="108" y="1"/>
                </a:cubicBezTo>
                <a:cubicBezTo>
                  <a:pt x="108" y="1"/>
                  <a:pt x="108" y="1"/>
                  <a:pt x="108" y="1"/>
                </a:cubicBezTo>
                <a:cubicBezTo>
                  <a:pt x="164" y="61"/>
                  <a:pt x="164" y="61"/>
                  <a:pt x="164" y="61"/>
                </a:cubicBezTo>
                <a:cubicBezTo>
                  <a:pt x="164" y="61"/>
                  <a:pt x="164" y="61"/>
                  <a:pt x="164" y="61"/>
                </a:cubicBezTo>
                <a:cubicBezTo>
                  <a:pt x="164" y="61"/>
                  <a:pt x="164" y="61"/>
                  <a:pt x="164" y="61"/>
                </a:cubicBezTo>
                <a:cubicBezTo>
                  <a:pt x="164" y="62"/>
                  <a:pt x="164" y="62"/>
                  <a:pt x="164" y="62"/>
                </a:cubicBezTo>
                <a:cubicBezTo>
                  <a:pt x="164" y="62"/>
                  <a:pt x="164" y="62"/>
                  <a:pt x="164" y="62"/>
                </a:cubicBezTo>
                <a:cubicBezTo>
                  <a:pt x="164" y="109"/>
                  <a:pt x="164" y="109"/>
                  <a:pt x="164" y="109"/>
                </a:cubicBezTo>
                <a:cubicBezTo>
                  <a:pt x="180" y="109"/>
                  <a:pt x="180" y="109"/>
                  <a:pt x="180" y="109"/>
                </a:cubicBezTo>
                <a:cubicBezTo>
                  <a:pt x="191" y="109"/>
                  <a:pt x="200" y="118"/>
                  <a:pt x="200" y="129"/>
                </a:cubicBezTo>
                <a:cubicBezTo>
                  <a:pt x="200" y="157"/>
                  <a:pt x="200" y="157"/>
                  <a:pt x="200" y="157"/>
                </a:cubicBezTo>
                <a:cubicBezTo>
                  <a:pt x="200" y="168"/>
                  <a:pt x="191" y="177"/>
                  <a:pt x="180" y="177"/>
                </a:cubicBezTo>
                <a:close/>
                <a:moveTo>
                  <a:pt x="108" y="15"/>
                </a:moveTo>
                <a:cubicBezTo>
                  <a:pt x="108" y="41"/>
                  <a:pt x="108" y="41"/>
                  <a:pt x="108" y="41"/>
                </a:cubicBezTo>
                <a:cubicBezTo>
                  <a:pt x="108" y="52"/>
                  <a:pt x="117" y="61"/>
                  <a:pt x="128" y="61"/>
                </a:cubicBezTo>
                <a:cubicBezTo>
                  <a:pt x="151" y="61"/>
                  <a:pt x="151" y="61"/>
                  <a:pt x="151" y="61"/>
                </a:cubicBezTo>
                <a:lnTo>
                  <a:pt x="108" y="15"/>
                </a:lnTo>
                <a:close/>
                <a:moveTo>
                  <a:pt x="156" y="69"/>
                </a:moveTo>
                <a:cubicBezTo>
                  <a:pt x="120" y="69"/>
                  <a:pt x="120" y="69"/>
                  <a:pt x="120" y="69"/>
                </a:cubicBezTo>
                <a:cubicBezTo>
                  <a:pt x="109" y="69"/>
                  <a:pt x="100" y="60"/>
                  <a:pt x="100" y="49"/>
                </a:cubicBezTo>
                <a:cubicBezTo>
                  <a:pt x="100" y="9"/>
                  <a:pt x="100" y="9"/>
                  <a:pt x="100" y="9"/>
                </a:cubicBezTo>
                <a:cubicBezTo>
                  <a:pt x="28" y="9"/>
                  <a:pt x="28" y="9"/>
                  <a:pt x="28" y="9"/>
                </a:cubicBezTo>
                <a:cubicBezTo>
                  <a:pt x="17" y="9"/>
                  <a:pt x="8" y="18"/>
                  <a:pt x="8" y="29"/>
                </a:cubicBezTo>
                <a:cubicBezTo>
                  <a:pt x="8" y="173"/>
                  <a:pt x="8" y="173"/>
                  <a:pt x="8" y="173"/>
                </a:cubicBezTo>
                <a:cubicBezTo>
                  <a:pt x="8" y="184"/>
                  <a:pt x="17" y="193"/>
                  <a:pt x="28" y="193"/>
                </a:cubicBezTo>
                <a:cubicBezTo>
                  <a:pt x="136" y="193"/>
                  <a:pt x="136" y="193"/>
                  <a:pt x="136" y="193"/>
                </a:cubicBezTo>
                <a:cubicBezTo>
                  <a:pt x="146" y="193"/>
                  <a:pt x="154" y="186"/>
                  <a:pt x="156" y="177"/>
                </a:cubicBezTo>
                <a:cubicBezTo>
                  <a:pt x="64" y="177"/>
                  <a:pt x="64" y="177"/>
                  <a:pt x="64" y="177"/>
                </a:cubicBezTo>
                <a:cubicBezTo>
                  <a:pt x="53" y="177"/>
                  <a:pt x="44" y="168"/>
                  <a:pt x="44" y="157"/>
                </a:cubicBezTo>
                <a:cubicBezTo>
                  <a:pt x="44" y="129"/>
                  <a:pt x="44" y="129"/>
                  <a:pt x="44" y="129"/>
                </a:cubicBezTo>
                <a:cubicBezTo>
                  <a:pt x="44" y="118"/>
                  <a:pt x="53" y="109"/>
                  <a:pt x="64" y="109"/>
                </a:cubicBezTo>
                <a:cubicBezTo>
                  <a:pt x="156" y="109"/>
                  <a:pt x="156" y="109"/>
                  <a:pt x="156" y="109"/>
                </a:cubicBezTo>
                <a:lnTo>
                  <a:pt x="156" y="69"/>
                </a:lnTo>
                <a:close/>
                <a:moveTo>
                  <a:pt x="149" y="128"/>
                </a:moveTo>
                <a:cubicBezTo>
                  <a:pt x="142" y="128"/>
                  <a:pt x="142" y="128"/>
                  <a:pt x="142" y="128"/>
                </a:cubicBezTo>
                <a:cubicBezTo>
                  <a:pt x="137" y="152"/>
                  <a:pt x="137" y="152"/>
                  <a:pt x="137" y="152"/>
                </a:cubicBezTo>
                <a:cubicBezTo>
                  <a:pt x="131" y="128"/>
                  <a:pt x="131" y="128"/>
                  <a:pt x="131" y="128"/>
                </a:cubicBezTo>
                <a:cubicBezTo>
                  <a:pt x="123" y="128"/>
                  <a:pt x="123" y="128"/>
                  <a:pt x="123" y="128"/>
                </a:cubicBezTo>
                <a:cubicBezTo>
                  <a:pt x="116" y="151"/>
                  <a:pt x="116" y="151"/>
                  <a:pt x="116" y="151"/>
                </a:cubicBezTo>
                <a:cubicBezTo>
                  <a:pt x="111" y="128"/>
                  <a:pt x="111" y="128"/>
                  <a:pt x="111" y="128"/>
                </a:cubicBezTo>
                <a:cubicBezTo>
                  <a:pt x="104" y="128"/>
                  <a:pt x="104" y="128"/>
                  <a:pt x="104" y="128"/>
                </a:cubicBezTo>
                <a:cubicBezTo>
                  <a:pt x="112" y="162"/>
                  <a:pt x="112" y="162"/>
                  <a:pt x="112" y="162"/>
                </a:cubicBezTo>
                <a:cubicBezTo>
                  <a:pt x="120" y="162"/>
                  <a:pt x="120" y="162"/>
                  <a:pt x="120" y="162"/>
                </a:cubicBezTo>
                <a:cubicBezTo>
                  <a:pt x="127" y="137"/>
                  <a:pt x="127" y="137"/>
                  <a:pt x="127" y="137"/>
                </a:cubicBezTo>
                <a:cubicBezTo>
                  <a:pt x="133" y="162"/>
                  <a:pt x="133" y="162"/>
                  <a:pt x="133" y="162"/>
                </a:cubicBezTo>
                <a:cubicBezTo>
                  <a:pt x="141" y="162"/>
                  <a:pt x="141" y="162"/>
                  <a:pt x="141" y="162"/>
                </a:cubicBezTo>
                <a:lnTo>
                  <a:pt x="149" y="128"/>
                </a:lnTo>
                <a:close/>
                <a:moveTo>
                  <a:pt x="81" y="134"/>
                </a:moveTo>
                <a:cubicBezTo>
                  <a:pt x="82" y="133"/>
                  <a:pt x="84" y="133"/>
                  <a:pt x="86" y="133"/>
                </a:cubicBezTo>
                <a:cubicBezTo>
                  <a:pt x="88" y="133"/>
                  <a:pt x="89" y="133"/>
                  <a:pt x="90" y="134"/>
                </a:cubicBezTo>
                <a:cubicBezTo>
                  <a:pt x="91" y="135"/>
                  <a:pt x="92" y="136"/>
                  <a:pt x="92" y="138"/>
                </a:cubicBezTo>
                <a:cubicBezTo>
                  <a:pt x="99" y="138"/>
                  <a:pt x="99" y="138"/>
                  <a:pt x="99" y="138"/>
                </a:cubicBezTo>
                <a:cubicBezTo>
                  <a:pt x="99" y="135"/>
                  <a:pt x="98" y="132"/>
                  <a:pt x="96" y="130"/>
                </a:cubicBezTo>
                <a:cubicBezTo>
                  <a:pt x="94" y="128"/>
                  <a:pt x="90" y="127"/>
                  <a:pt x="86" y="127"/>
                </a:cubicBezTo>
                <a:cubicBezTo>
                  <a:pt x="83" y="127"/>
                  <a:pt x="81" y="128"/>
                  <a:pt x="79" y="128"/>
                </a:cubicBezTo>
                <a:cubicBezTo>
                  <a:pt x="78" y="129"/>
                  <a:pt x="76" y="130"/>
                  <a:pt x="75" y="132"/>
                </a:cubicBezTo>
                <a:cubicBezTo>
                  <a:pt x="74" y="133"/>
                  <a:pt x="74" y="135"/>
                  <a:pt x="74" y="137"/>
                </a:cubicBezTo>
                <a:cubicBezTo>
                  <a:pt x="74" y="140"/>
                  <a:pt x="75" y="142"/>
                  <a:pt x="77" y="144"/>
                </a:cubicBezTo>
                <a:cubicBezTo>
                  <a:pt x="78" y="145"/>
                  <a:pt x="81" y="146"/>
                  <a:pt x="85" y="147"/>
                </a:cubicBezTo>
                <a:cubicBezTo>
                  <a:pt x="87" y="148"/>
                  <a:pt x="89" y="148"/>
                  <a:pt x="90" y="149"/>
                </a:cubicBezTo>
                <a:cubicBezTo>
                  <a:pt x="91" y="149"/>
                  <a:pt x="92" y="150"/>
                  <a:pt x="93" y="150"/>
                </a:cubicBezTo>
                <a:cubicBezTo>
                  <a:pt x="93" y="151"/>
                  <a:pt x="93" y="151"/>
                  <a:pt x="93" y="152"/>
                </a:cubicBezTo>
                <a:cubicBezTo>
                  <a:pt x="93" y="154"/>
                  <a:pt x="93" y="155"/>
                  <a:pt x="92" y="156"/>
                </a:cubicBezTo>
                <a:cubicBezTo>
                  <a:pt x="91" y="157"/>
                  <a:pt x="89" y="157"/>
                  <a:pt x="87" y="157"/>
                </a:cubicBezTo>
                <a:cubicBezTo>
                  <a:pt x="84" y="157"/>
                  <a:pt x="83" y="156"/>
                  <a:pt x="82" y="155"/>
                </a:cubicBezTo>
                <a:cubicBezTo>
                  <a:pt x="80" y="154"/>
                  <a:pt x="80" y="153"/>
                  <a:pt x="79" y="150"/>
                </a:cubicBezTo>
                <a:cubicBezTo>
                  <a:pt x="72" y="151"/>
                  <a:pt x="72" y="151"/>
                  <a:pt x="72" y="151"/>
                </a:cubicBezTo>
                <a:cubicBezTo>
                  <a:pt x="73" y="155"/>
                  <a:pt x="74" y="158"/>
                  <a:pt x="77" y="160"/>
                </a:cubicBezTo>
                <a:cubicBezTo>
                  <a:pt x="79" y="162"/>
                  <a:pt x="82" y="163"/>
                  <a:pt x="87" y="163"/>
                </a:cubicBezTo>
                <a:cubicBezTo>
                  <a:pt x="90" y="163"/>
                  <a:pt x="92" y="162"/>
                  <a:pt x="94" y="162"/>
                </a:cubicBezTo>
                <a:cubicBezTo>
                  <a:pt x="96" y="161"/>
                  <a:pt x="98" y="159"/>
                  <a:pt x="99" y="158"/>
                </a:cubicBezTo>
                <a:cubicBezTo>
                  <a:pt x="100" y="156"/>
                  <a:pt x="100" y="154"/>
                  <a:pt x="100" y="152"/>
                </a:cubicBezTo>
                <a:cubicBezTo>
                  <a:pt x="100" y="150"/>
                  <a:pt x="100" y="148"/>
                  <a:pt x="99" y="147"/>
                </a:cubicBezTo>
                <a:cubicBezTo>
                  <a:pt x="98" y="145"/>
                  <a:pt x="97" y="144"/>
                  <a:pt x="95" y="143"/>
                </a:cubicBezTo>
                <a:cubicBezTo>
                  <a:pt x="94" y="142"/>
                  <a:pt x="91" y="142"/>
                  <a:pt x="88" y="141"/>
                </a:cubicBezTo>
                <a:cubicBezTo>
                  <a:pt x="84" y="140"/>
                  <a:pt x="82" y="139"/>
                  <a:pt x="81" y="138"/>
                </a:cubicBezTo>
                <a:cubicBezTo>
                  <a:pt x="81" y="138"/>
                  <a:pt x="80" y="137"/>
                  <a:pt x="80" y="136"/>
                </a:cubicBezTo>
                <a:cubicBezTo>
                  <a:pt x="80" y="136"/>
                  <a:pt x="81" y="135"/>
                  <a:pt x="81" y="134"/>
                </a:cubicBezTo>
                <a:close/>
                <a:moveTo>
                  <a:pt x="177" y="128"/>
                </a:moveTo>
                <a:cubicBezTo>
                  <a:pt x="154" y="128"/>
                  <a:pt x="154" y="128"/>
                  <a:pt x="154" y="128"/>
                </a:cubicBezTo>
                <a:cubicBezTo>
                  <a:pt x="154" y="162"/>
                  <a:pt x="154" y="162"/>
                  <a:pt x="154" y="162"/>
                </a:cubicBezTo>
                <a:cubicBezTo>
                  <a:pt x="161" y="162"/>
                  <a:pt x="161" y="162"/>
                  <a:pt x="161" y="162"/>
                </a:cubicBezTo>
                <a:cubicBezTo>
                  <a:pt x="161" y="148"/>
                  <a:pt x="161" y="148"/>
                  <a:pt x="161" y="148"/>
                </a:cubicBezTo>
                <a:cubicBezTo>
                  <a:pt x="175" y="148"/>
                  <a:pt x="175" y="148"/>
                  <a:pt x="175" y="148"/>
                </a:cubicBezTo>
                <a:cubicBezTo>
                  <a:pt x="175" y="142"/>
                  <a:pt x="175" y="142"/>
                  <a:pt x="175" y="142"/>
                </a:cubicBezTo>
                <a:cubicBezTo>
                  <a:pt x="161" y="142"/>
                  <a:pt x="161" y="142"/>
                  <a:pt x="161" y="142"/>
                </a:cubicBezTo>
                <a:cubicBezTo>
                  <a:pt x="161" y="134"/>
                  <a:pt x="161" y="134"/>
                  <a:pt x="161" y="134"/>
                </a:cubicBezTo>
                <a:cubicBezTo>
                  <a:pt x="177" y="134"/>
                  <a:pt x="177" y="134"/>
                  <a:pt x="177" y="134"/>
                </a:cubicBezTo>
                <a:lnTo>
                  <a:pt x="177" y="128"/>
                </a:lnTo>
                <a:close/>
                <a:moveTo>
                  <a:pt x="16" y="63"/>
                </a:moveTo>
                <a:cubicBezTo>
                  <a:pt x="16" y="42"/>
                  <a:pt x="32" y="25"/>
                  <a:pt x="53" y="25"/>
                </a:cubicBezTo>
                <a:cubicBezTo>
                  <a:pt x="74" y="25"/>
                  <a:pt x="91" y="42"/>
                  <a:pt x="91" y="63"/>
                </a:cubicBezTo>
                <a:cubicBezTo>
                  <a:pt x="91" y="84"/>
                  <a:pt x="74" y="100"/>
                  <a:pt x="53" y="100"/>
                </a:cubicBezTo>
                <a:cubicBezTo>
                  <a:pt x="32" y="100"/>
                  <a:pt x="16" y="84"/>
                  <a:pt x="16" y="63"/>
                </a:cubicBezTo>
                <a:close/>
                <a:moveTo>
                  <a:pt x="68" y="69"/>
                </a:moveTo>
                <a:cubicBezTo>
                  <a:pt x="68" y="60"/>
                  <a:pt x="68" y="60"/>
                  <a:pt x="68" y="60"/>
                </a:cubicBezTo>
                <a:cubicBezTo>
                  <a:pt x="61" y="60"/>
                  <a:pt x="61" y="60"/>
                  <a:pt x="61" y="60"/>
                </a:cubicBezTo>
                <a:cubicBezTo>
                  <a:pt x="63" y="55"/>
                  <a:pt x="66" y="51"/>
                  <a:pt x="72" y="51"/>
                </a:cubicBezTo>
                <a:cubicBezTo>
                  <a:pt x="72" y="50"/>
                  <a:pt x="72" y="42"/>
                  <a:pt x="72" y="41"/>
                </a:cubicBezTo>
                <a:cubicBezTo>
                  <a:pt x="45" y="41"/>
                  <a:pt x="56" y="78"/>
                  <a:pt x="36" y="78"/>
                </a:cubicBezTo>
                <a:cubicBezTo>
                  <a:pt x="36" y="79"/>
                  <a:pt x="36" y="85"/>
                  <a:pt x="36" y="88"/>
                </a:cubicBezTo>
                <a:cubicBezTo>
                  <a:pt x="50" y="88"/>
                  <a:pt x="53" y="78"/>
                  <a:pt x="57" y="69"/>
                </a:cubicBezTo>
                <a:lnTo>
                  <a:pt x="68" y="69"/>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227"/>
          <p:cNvSpPr>
            <a:spLocks noEditPoints="1"/>
          </p:cNvSpPr>
          <p:nvPr/>
        </p:nvSpPr>
        <p:spPr bwMode="auto">
          <a:xfrm>
            <a:off x="2116451" y="6296113"/>
            <a:ext cx="396875" cy="396875"/>
          </a:xfrm>
          <a:custGeom>
            <a:avLst/>
            <a:gdLst>
              <a:gd name="T0" fmla="*/ 164 w 200"/>
              <a:gd name="T1" fmla="*/ 62 h 201"/>
              <a:gd name="T2" fmla="*/ 164 w 200"/>
              <a:gd name="T3" fmla="*/ 61 h 201"/>
              <a:gd name="T4" fmla="*/ 108 w 200"/>
              <a:gd name="T5" fmla="*/ 1 h 201"/>
              <a:gd name="T6" fmla="*/ 107 w 200"/>
              <a:gd name="T7" fmla="*/ 1 h 201"/>
              <a:gd name="T8" fmla="*/ 0 w 200"/>
              <a:gd name="T9" fmla="*/ 181 h 201"/>
              <a:gd name="T10" fmla="*/ 164 w 200"/>
              <a:gd name="T11" fmla="*/ 181 h 201"/>
              <a:gd name="T12" fmla="*/ 200 w 200"/>
              <a:gd name="T13" fmla="*/ 157 h 201"/>
              <a:gd name="T14" fmla="*/ 108 w 200"/>
              <a:gd name="T15" fmla="*/ 15 h 201"/>
              <a:gd name="T16" fmla="*/ 108 w 200"/>
              <a:gd name="T17" fmla="*/ 41 h 201"/>
              <a:gd name="T18" fmla="*/ 28 w 200"/>
              <a:gd name="T19" fmla="*/ 193 h 201"/>
              <a:gd name="T20" fmla="*/ 28 w 200"/>
              <a:gd name="T21" fmla="*/ 9 h 201"/>
              <a:gd name="T22" fmla="*/ 120 w 200"/>
              <a:gd name="T23" fmla="*/ 69 h 201"/>
              <a:gd name="T24" fmla="*/ 64 w 200"/>
              <a:gd name="T25" fmla="*/ 109 h 201"/>
              <a:gd name="T26" fmla="*/ 64 w 200"/>
              <a:gd name="T27" fmla="*/ 177 h 201"/>
              <a:gd name="T28" fmla="*/ 140 w 200"/>
              <a:gd name="T29" fmla="*/ 163 h 201"/>
              <a:gd name="T30" fmla="*/ 116 w 200"/>
              <a:gd name="T31" fmla="*/ 155 h 201"/>
              <a:gd name="T32" fmla="*/ 119 w 200"/>
              <a:gd name="T33" fmla="*/ 128 h 201"/>
              <a:gd name="T34" fmla="*/ 96 w 200"/>
              <a:gd name="T35" fmla="*/ 150 h 201"/>
              <a:gd name="T36" fmla="*/ 96 w 200"/>
              <a:gd name="T37" fmla="*/ 163 h 201"/>
              <a:gd name="T38" fmla="*/ 85 w 200"/>
              <a:gd name="T39" fmla="*/ 149 h 201"/>
              <a:gd name="T40" fmla="*/ 81 w 200"/>
              <a:gd name="T41" fmla="*/ 163 h 201"/>
              <a:gd name="T42" fmla="*/ 88 w 200"/>
              <a:gd name="T43" fmla="*/ 128 h 201"/>
              <a:gd name="T44" fmla="*/ 102 w 200"/>
              <a:gd name="T45" fmla="*/ 138 h 201"/>
              <a:gd name="T46" fmla="*/ 96 w 200"/>
              <a:gd name="T47" fmla="*/ 150 h 201"/>
              <a:gd name="T48" fmla="*/ 159 w 200"/>
              <a:gd name="T49" fmla="*/ 150 h 201"/>
              <a:gd name="T50" fmla="*/ 152 w 200"/>
              <a:gd name="T51" fmla="*/ 148 h 201"/>
              <a:gd name="T52" fmla="*/ 145 w 200"/>
              <a:gd name="T53" fmla="*/ 128 h 201"/>
              <a:gd name="T54" fmla="*/ 172 w 200"/>
              <a:gd name="T55" fmla="*/ 133 h 201"/>
              <a:gd name="T56" fmla="*/ 164 w 200"/>
              <a:gd name="T57" fmla="*/ 147 h 201"/>
              <a:gd name="T58" fmla="*/ 176 w 200"/>
              <a:gd name="T59" fmla="*/ 163 h 201"/>
              <a:gd name="T60" fmla="*/ 86 w 200"/>
              <a:gd name="T61" fmla="*/ 134 h 201"/>
              <a:gd name="T62" fmla="*/ 86 w 200"/>
              <a:gd name="T63" fmla="*/ 143 h 201"/>
              <a:gd name="T64" fmla="*/ 95 w 200"/>
              <a:gd name="T65" fmla="*/ 138 h 201"/>
              <a:gd name="T66" fmla="*/ 166 w 200"/>
              <a:gd name="T67" fmla="*/ 141 h 201"/>
              <a:gd name="T68" fmla="*/ 163 w 200"/>
              <a:gd name="T69" fmla="*/ 134 h 201"/>
              <a:gd name="T70" fmla="*/ 152 w 200"/>
              <a:gd name="T71" fmla="*/ 143 h 201"/>
              <a:gd name="T72" fmla="*/ 166 w 200"/>
              <a:gd name="T73" fmla="*/ 141 h 201"/>
              <a:gd name="T74" fmla="*/ 118 w 200"/>
              <a:gd name="T75" fmla="*/ 149 h 201"/>
              <a:gd name="T76" fmla="*/ 32 w 200"/>
              <a:gd name="T77" fmla="*/ 13 h 201"/>
              <a:gd name="T78" fmla="*/ 52 w 200"/>
              <a:gd name="T79" fmla="*/ 13 h 201"/>
              <a:gd name="T80" fmla="*/ 24 w 200"/>
              <a:gd name="T81" fmla="*/ 97 h 201"/>
              <a:gd name="T82" fmla="*/ 35 w 200"/>
              <a:gd name="T83" fmla="*/ 89 h 201"/>
              <a:gd name="T84" fmla="*/ 53 w 200"/>
              <a:gd name="T85" fmla="*/ 89 h 201"/>
              <a:gd name="T86" fmla="*/ 56 w 200"/>
              <a:gd name="T87" fmla="*/ 33 h 201"/>
              <a:gd name="T88" fmla="*/ 36 w 200"/>
              <a:gd name="T89" fmla="*/ 33 h 201"/>
              <a:gd name="T90" fmla="*/ 32 w 200"/>
              <a:gd name="T91" fmla="*/ 45 h 201"/>
              <a:gd name="T92" fmla="*/ 36 w 200"/>
              <a:gd name="T93" fmla="*/ 57 h 201"/>
              <a:gd name="T94" fmla="*/ 36 w 200"/>
              <a:gd name="T95" fmla="*/ 49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0" h="201">
                <a:moveTo>
                  <a:pt x="180" y="109"/>
                </a:moveTo>
                <a:cubicBezTo>
                  <a:pt x="164" y="109"/>
                  <a:pt x="164" y="109"/>
                  <a:pt x="164" y="109"/>
                </a:cubicBezTo>
                <a:cubicBezTo>
                  <a:pt x="164" y="62"/>
                  <a:pt x="164" y="62"/>
                  <a:pt x="164" y="62"/>
                </a:cubicBezTo>
                <a:cubicBezTo>
                  <a:pt x="164" y="62"/>
                  <a:pt x="164" y="62"/>
                  <a:pt x="164" y="62"/>
                </a:cubicBezTo>
                <a:cubicBezTo>
                  <a:pt x="164" y="62"/>
                  <a:pt x="164" y="62"/>
                  <a:pt x="164" y="62"/>
                </a:cubicBezTo>
                <a:cubicBezTo>
                  <a:pt x="164" y="61"/>
                  <a:pt x="164" y="61"/>
                  <a:pt x="164" y="61"/>
                </a:cubicBezTo>
                <a:cubicBezTo>
                  <a:pt x="163" y="61"/>
                  <a:pt x="163" y="61"/>
                  <a:pt x="163" y="61"/>
                </a:cubicBezTo>
                <a:cubicBezTo>
                  <a:pt x="108" y="1"/>
                  <a:pt x="108" y="1"/>
                  <a:pt x="108" y="1"/>
                </a:cubicBezTo>
                <a:cubicBezTo>
                  <a:pt x="108" y="1"/>
                  <a:pt x="108" y="1"/>
                  <a:pt x="108" y="1"/>
                </a:cubicBezTo>
                <a:cubicBezTo>
                  <a:pt x="108" y="1"/>
                  <a:pt x="108" y="1"/>
                  <a:pt x="108" y="1"/>
                </a:cubicBezTo>
                <a:cubicBezTo>
                  <a:pt x="107" y="0"/>
                  <a:pt x="107" y="0"/>
                  <a:pt x="107" y="0"/>
                </a:cubicBezTo>
                <a:cubicBezTo>
                  <a:pt x="107" y="1"/>
                  <a:pt x="107" y="1"/>
                  <a:pt x="107" y="1"/>
                </a:cubicBezTo>
                <a:cubicBezTo>
                  <a:pt x="20" y="1"/>
                  <a:pt x="20" y="1"/>
                  <a:pt x="20" y="1"/>
                </a:cubicBezTo>
                <a:cubicBezTo>
                  <a:pt x="9" y="1"/>
                  <a:pt x="0" y="10"/>
                  <a:pt x="0" y="21"/>
                </a:cubicBezTo>
                <a:cubicBezTo>
                  <a:pt x="0" y="181"/>
                  <a:pt x="0" y="181"/>
                  <a:pt x="0" y="181"/>
                </a:cubicBezTo>
                <a:cubicBezTo>
                  <a:pt x="0" y="192"/>
                  <a:pt x="9" y="201"/>
                  <a:pt x="20" y="201"/>
                </a:cubicBezTo>
                <a:cubicBezTo>
                  <a:pt x="144" y="201"/>
                  <a:pt x="144" y="201"/>
                  <a:pt x="144" y="201"/>
                </a:cubicBezTo>
                <a:cubicBezTo>
                  <a:pt x="155" y="201"/>
                  <a:pt x="164" y="192"/>
                  <a:pt x="164" y="181"/>
                </a:cubicBezTo>
                <a:cubicBezTo>
                  <a:pt x="164" y="177"/>
                  <a:pt x="164" y="177"/>
                  <a:pt x="164" y="177"/>
                </a:cubicBezTo>
                <a:cubicBezTo>
                  <a:pt x="180" y="177"/>
                  <a:pt x="180" y="177"/>
                  <a:pt x="180" y="177"/>
                </a:cubicBezTo>
                <a:cubicBezTo>
                  <a:pt x="191" y="177"/>
                  <a:pt x="200" y="168"/>
                  <a:pt x="200" y="157"/>
                </a:cubicBezTo>
                <a:cubicBezTo>
                  <a:pt x="200" y="129"/>
                  <a:pt x="200" y="129"/>
                  <a:pt x="200" y="129"/>
                </a:cubicBezTo>
                <a:cubicBezTo>
                  <a:pt x="200" y="118"/>
                  <a:pt x="191" y="109"/>
                  <a:pt x="180" y="109"/>
                </a:cubicBezTo>
                <a:close/>
                <a:moveTo>
                  <a:pt x="108" y="15"/>
                </a:moveTo>
                <a:cubicBezTo>
                  <a:pt x="151" y="61"/>
                  <a:pt x="151" y="61"/>
                  <a:pt x="151" y="61"/>
                </a:cubicBezTo>
                <a:cubicBezTo>
                  <a:pt x="128" y="61"/>
                  <a:pt x="128" y="61"/>
                  <a:pt x="128" y="61"/>
                </a:cubicBezTo>
                <a:cubicBezTo>
                  <a:pt x="117" y="61"/>
                  <a:pt x="108" y="52"/>
                  <a:pt x="108" y="41"/>
                </a:cubicBezTo>
                <a:lnTo>
                  <a:pt x="108" y="15"/>
                </a:lnTo>
                <a:close/>
                <a:moveTo>
                  <a:pt x="136" y="193"/>
                </a:moveTo>
                <a:cubicBezTo>
                  <a:pt x="28" y="193"/>
                  <a:pt x="28" y="193"/>
                  <a:pt x="28" y="193"/>
                </a:cubicBezTo>
                <a:cubicBezTo>
                  <a:pt x="17" y="193"/>
                  <a:pt x="8" y="184"/>
                  <a:pt x="8" y="173"/>
                </a:cubicBezTo>
                <a:cubicBezTo>
                  <a:pt x="8" y="29"/>
                  <a:pt x="8" y="29"/>
                  <a:pt x="8" y="29"/>
                </a:cubicBezTo>
                <a:cubicBezTo>
                  <a:pt x="8" y="18"/>
                  <a:pt x="17" y="9"/>
                  <a:pt x="28" y="9"/>
                </a:cubicBezTo>
                <a:cubicBezTo>
                  <a:pt x="100" y="9"/>
                  <a:pt x="100" y="9"/>
                  <a:pt x="100" y="9"/>
                </a:cubicBezTo>
                <a:cubicBezTo>
                  <a:pt x="100" y="49"/>
                  <a:pt x="100" y="49"/>
                  <a:pt x="100" y="49"/>
                </a:cubicBezTo>
                <a:cubicBezTo>
                  <a:pt x="100" y="60"/>
                  <a:pt x="109" y="69"/>
                  <a:pt x="120" y="69"/>
                </a:cubicBezTo>
                <a:cubicBezTo>
                  <a:pt x="156" y="69"/>
                  <a:pt x="156" y="69"/>
                  <a:pt x="156" y="69"/>
                </a:cubicBezTo>
                <a:cubicBezTo>
                  <a:pt x="156" y="109"/>
                  <a:pt x="156" y="109"/>
                  <a:pt x="156" y="109"/>
                </a:cubicBezTo>
                <a:cubicBezTo>
                  <a:pt x="64" y="109"/>
                  <a:pt x="64" y="109"/>
                  <a:pt x="64" y="109"/>
                </a:cubicBezTo>
                <a:cubicBezTo>
                  <a:pt x="53" y="109"/>
                  <a:pt x="44" y="118"/>
                  <a:pt x="44" y="129"/>
                </a:cubicBezTo>
                <a:cubicBezTo>
                  <a:pt x="44" y="157"/>
                  <a:pt x="44" y="157"/>
                  <a:pt x="44" y="157"/>
                </a:cubicBezTo>
                <a:cubicBezTo>
                  <a:pt x="44" y="168"/>
                  <a:pt x="53" y="177"/>
                  <a:pt x="64" y="177"/>
                </a:cubicBezTo>
                <a:cubicBezTo>
                  <a:pt x="155" y="177"/>
                  <a:pt x="155" y="177"/>
                  <a:pt x="155" y="177"/>
                </a:cubicBezTo>
                <a:cubicBezTo>
                  <a:pt x="153" y="186"/>
                  <a:pt x="145" y="193"/>
                  <a:pt x="136" y="193"/>
                </a:cubicBezTo>
                <a:close/>
                <a:moveTo>
                  <a:pt x="140" y="163"/>
                </a:moveTo>
                <a:cubicBezTo>
                  <a:pt x="133" y="163"/>
                  <a:pt x="133" y="163"/>
                  <a:pt x="133" y="163"/>
                </a:cubicBezTo>
                <a:cubicBezTo>
                  <a:pt x="130" y="155"/>
                  <a:pt x="130" y="155"/>
                  <a:pt x="130" y="155"/>
                </a:cubicBezTo>
                <a:cubicBezTo>
                  <a:pt x="116" y="155"/>
                  <a:pt x="116" y="155"/>
                  <a:pt x="116" y="155"/>
                </a:cubicBezTo>
                <a:cubicBezTo>
                  <a:pt x="113" y="163"/>
                  <a:pt x="113" y="163"/>
                  <a:pt x="113" y="163"/>
                </a:cubicBezTo>
                <a:cubicBezTo>
                  <a:pt x="106" y="163"/>
                  <a:pt x="106" y="163"/>
                  <a:pt x="106" y="163"/>
                </a:cubicBezTo>
                <a:cubicBezTo>
                  <a:pt x="119" y="128"/>
                  <a:pt x="119" y="128"/>
                  <a:pt x="119" y="128"/>
                </a:cubicBezTo>
                <a:cubicBezTo>
                  <a:pt x="127" y="128"/>
                  <a:pt x="127" y="128"/>
                  <a:pt x="127" y="128"/>
                </a:cubicBezTo>
                <a:lnTo>
                  <a:pt x="140" y="163"/>
                </a:lnTo>
                <a:close/>
                <a:moveTo>
                  <a:pt x="96" y="150"/>
                </a:moveTo>
                <a:cubicBezTo>
                  <a:pt x="97" y="151"/>
                  <a:pt x="99" y="153"/>
                  <a:pt x="100" y="156"/>
                </a:cubicBezTo>
                <a:cubicBezTo>
                  <a:pt x="105" y="163"/>
                  <a:pt x="105" y="163"/>
                  <a:pt x="105" y="163"/>
                </a:cubicBezTo>
                <a:cubicBezTo>
                  <a:pt x="96" y="163"/>
                  <a:pt x="96" y="163"/>
                  <a:pt x="96" y="163"/>
                </a:cubicBezTo>
                <a:cubicBezTo>
                  <a:pt x="91" y="155"/>
                  <a:pt x="91" y="155"/>
                  <a:pt x="91" y="155"/>
                </a:cubicBezTo>
                <a:cubicBezTo>
                  <a:pt x="89" y="152"/>
                  <a:pt x="88" y="151"/>
                  <a:pt x="88" y="150"/>
                </a:cubicBezTo>
                <a:cubicBezTo>
                  <a:pt x="87" y="149"/>
                  <a:pt x="86" y="149"/>
                  <a:pt x="85" y="149"/>
                </a:cubicBezTo>
                <a:cubicBezTo>
                  <a:pt x="85" y="148"/>
                  <a:pt x="84" y="148"/>
                  <a:pt x="82" y="148"/>
                </a:cubicBezTo>
                <a:cubicBezTo>
                  <a:pt x="81" y="148"/>
                  <a:pt x="81" y="148"/>
                  <a:pt x="81" y="148"/>
                </a:cubicBezTo>
                <a:cubicBezTo>
                  <a:pt x="81" y="163"/>
                  <a:pt x="81" y="163"/>
                  <a:pt x="81" y="163"/>
                </a:cubicBezTo>
                <a:cubicBezTo>
                  <a:pt x="74" y="163"/>
                  <a:pt x="74" y="163"/>
                  <a:pt x="74" y="163"/>
                </a:cubicBezTo>
                <a:cubicBezTo>
                  <a:pt x="74" y="128"/>
                  <a:pt x="74" y="128"/>
                  <a:pt x="74" y="128"/>
                </a:cubicBezTo>
                <a:cubicBezTo>
                  <a:pt x="88" y="128"/>
                  <a:pt x="88" y="128"/>
                  <a:pt x="88" y="128"/>
                </a:cubicBezTo>
                <a:cubicBezTo>
                  <a:pt x="92" y="128"/>
                  <a:pt x="95" y="129"/>
                  <a:pt x="96" y="129"/>
                </a:cubicBezTo>
                <a:cubicBezTo>
                  <a:pt x="98" y="130"/>
                  <a:pt x="99" y="131"/>
                  <a:pt x="100" y="133"/>
                </a:cubicBezTo>
                <a:cubicBezTo>
                  <a:pt x="101" y="134"/>
                  <a:pt x="102" y="136"/>
                  <a:pt x="102" y="138"/>
                </a:cubicBezTo>
                <a:cubicBezTo>
                  <a:pt x="102" y="140"/>
                  <a:pt x="101" y="143"/>
                  <a:pt x="99" y="144"/>
                </a:cubicBezTo>
                <a:cubicBezTo>
                  <a:pt x="98" y="146"/>
                  <a:pt x="96" y="147"/>
                  <a:pt x="93" y="147"/>
                </a:cubicBezTo>
                <a:cubicBezTo>
                  <a:pt x="94" y="148"/>
                  <a:pt x="95" y="149"/>
                  <a:pt x="96" y="150"/>
                </a:cubicBezTo>
                <a:close/>
                <a:moveTo>
                  <a:pt x="168" y="163"/>
                </a:moveTo>
                <a:cubicBezTo>
                  <a:pt x="163" y="155"/>
                  <a:pt x="163" y="155"/>
                  <a:pt x="163" y="155"/>
                </a:cubicBezTo>
                <a:cubicBezTo>
                  <a:pt x="161" y="152"/>
                  <a:pt x="160" y="151"/>
                  <a:pt x="159" y="150"/>
                </a:cubicBezTo>
                <a:cubicBezTo>
                  <a:pt x="159" y="149"/>
                  <a:pt x="158" y="149"/>
                  <a:pt x="157" y="149"/>
                </a:cubicBezTo>
                <a:cubicBezTo>
                  <a:pt x="156" y="148"/>
                  <a:pt x="155" y="148"/>
                  <a:pt x="154" y="148"/>
                </a:cubicBezTo>
                <a:cubicBezTo>
                  <a:pt x="152" y="148"/>
                  <a:pt x="152" y="148"/>
                  <a:pt x="152" y="148"/>
                </a:cubicBezTo>
                <a:cubicBezTo>
                  <a:pt x="152" y="163"/>
                  <a:pt x="152" y="163"/>
                  <a:pt x="152" y="163"/>
                </a:cubicBezTo>
                <a:cubicBezTo>
                  <a:pt x="145" y="163"/>
                  <a:pt x="145" y="163"/>
                  <a:pt x="145" y="163"/>
                </a:cubicBezTo>
                <a:cubicBezTo>
                  <a:pt x="145" y="128"/>
                  <a:pt x="145" y="128"/>
                  <a:pt x="145" y="128"/>
                </a:cubicBezTo>
                <a:cubicBezTo>
                  <a:pt x="160" y="128"/>
                  <a:pt x="160" y="128"/>
                  <a:pt x="160" y="128"/>
                </a:cubicBezTo>
                <a:cubicBezTo>
                  <a:pt x="164" y="128"/>
                  <a:pt x="166" y="129"/>
                  <a:pt x="168" y="129"/>
                </a:cubicBezTo>
                <a:cubicBezTo>
                  <a:pt x="170" y="130"/>
                  <a:pt x="171" y="131"/>
                  <a:pt x="172" y="133"/>
                </a:cubicBezTo>
                <a:cubicBezTo>
                  <a:pt x="173" y="134"/>
                  <a:pt x="173" y="136"/>
                  <a:pt x="173" y="138"/>
                </a:cubicBezTo>
                <a:cubicBezTo>
                  <a:pt x="173" y="140"/>
                  <a:pt x="173" y="143"/>
                  <a:pt x="171" y="144"/>
                </a:cubicBezTo>
                <a:cubicBezTo>
                  <a:pt x="170" y="146"/>
                  <a:pt x="167" y="147"/>
                  <a:pt x="164" y="147"/>
                </a:cubicBezTo>
                <a:cubicBezTo>
                  <a:pt x="166" y="148"/>
                  <a:pt x="167" y="149"/>
                  <a:pt x="168" y="150"/>
                </a:cubicBezTo>
                <a:cubicBezTo>
                  <a:pt x="169" y="151"/>
                  <a:pt x="170" y="153"/>
                  <a:pt x="172" y="156"/>
                </a:cubicBezTo>
                <a:cubicBezTo>
                  <a:pt x="176" y="163"/>
                  <a:pt x="176" y="163"/>
                  <a:pt x="176" y="163"/>
                </a:cubicBezTo>
                <a:lnTo>
                  <a:pt x="168" y="163"/>
                </a:lnTo>
                <a:close/>
                <a:moveTo>
                  <a:pt x="91" y="134"/>
                </a:moveTo>
                <a:cubicBezTo>
                  <a:pt x="90" y="134"/>
                  <a:pt x="89" y="134"/>
                  <a:pt x="86" y="134"/>
                </a:cubicBezTo>
                <a:cubicBezTo>
                  <a:pt x="81" y="134"/>
                  <a:pt x="81" y="134"/>
                  <a:pt x="81" y="134"/>
                </a:cubicBezTo>
                <a:cubicBezTo>
                  <a:pt x="81" y="143"/>
                  <a:pt x="81" y="143"/>
                  <a:pt x="81" y="143"/>
                </a:cubicBezTo>
                <a:cubicBezTo>
                  <a:pt x="86" y="143"/>
                  <a:pt x="86" y="143"/>
                  <a:pt x="86" y="143"/>
                </a:cubicBezTo>
                <a:cubicBezTo>
                  <a:pt x="89" y="143"/>
                  <a:pt x="91" y="143"/>
                  <a:pt x="92" y="142"/>
                </a:cubicBezTo>
                <a:cubicBezTo>
                  <a:pt x="93" y="142"/>
                  <a:pt x="93" y="142"/>
                  <a:pt x="94" y="141"/>
                </a:cubicBezTo>
                <a:cubicBezTo>
                  <a:pt x="94" y="140"/>
                  <a:pt x="95" y="139"/>
                  <a:pt x="95" y="138"/>
                </a:cubicBezTo>
                <a:cubicBezTo>
                  <a:pt x="95" y="137"/>
                  <a:pt x="94" y="136"/>
                  <a:pt x="94" y="136"/>
                </a:cubicBezTo>
                <a:cubicBezTo>
                  <a:pt x="93" y="135"/>
                  <a:pt x="92" y="134"/>
                  <a:pt x="91" y="134"/>
                </a:cubicBezTo>
                <a:close/>
                <a:moveTo>
                  <a:pt x="166" y="141"/>
                </a:moveTo>
                <a:cubicBezTo>
                  <a:pt x="166" y="140"/>
                  <a:pt x="166" y="139"/>
                  <a:pt x="166" y="138"/>
                </a:cubicBezTo>
                <a:cubicBezTo>
                  <a:pt x="166" y="137"/>
                  <a:pt x="166" y="136"/>
                  <a:pt x="165" y="136"/>
                </a:cubicBezTo>
                <a:cubicBezTo>
                  <a:pt x="165" y="135"/>
                  <a:pt x="164" y="134"/>
                  <a:pt x="163" y="134"/>
                </a:cubicBezTo>
                <a:cubicBezTo>
                  <a:pt x="162" y="134"/>
                  <a:pt x="161" y="134"/>
                  <a:pt x="158" y="134"/>
                </a:cubicBezTo>
                <a:cubicBezTo>
                  <a:pt x="152" y="134"/>
                  <a:pt x="152" y="134"/>
                  <a:pt x="152" y="134"/>
                </a:cubicBezTo>
                <a:cubicBezTo>
                  <a:pt x="152" y="143"/>
                  <a:pt x="152" y="143"/>
                  <a:pt x="152" y="143"/>
                </a:cubicBezTo>
                <a:cubicBezTo>
                  <a:pt x="157" y="143"/>
                  <a:pt x="157" y="143"/>
                  <a:pt x="157" y="143"/>
                </a:cubicBezTo>
                <a:cubicBezTo>
                  <a:pt x="161" y="143"/>
                  <a:pt x="163" y="143"/>
                  <a:pt x="164" y="142"/>
                </a:cubicBezTo>
                <a:cubicBezTo>
                  <a:pt x="164" y="142"/>
                  <a:pt x="165" y="142"/>
                  <a:pt x="166" y="141"/>
                </a:cubicBezTo>
                <a:close/>
                <a:moveTo>
                  <a:pt x="128" y="149"/>
                </a:moveTo>
                <a:cubicBezTo>
                  <a:pt x="123" y="136"/>
                  <a:pt x="123" y="136"/>
                  <a:pt x="123" y="136"/>
                </a:cubicBezTo>
                <a:cubicBezTo>
                  <a:pt x="118" y="149"/>
                  <a:pt x="118" y="149"/>
                  <a:pt x="118" y="149"/>
                </a:cubicBezTo>
                <a:lnTo>
                  <a:pt x="128" y="149"/>
                </a:lnTo>
                <a:close/>
                <a:moveTo>
                  <a:pt x="52" y="13"/>
                </a:moveTo>
                <a:cubicBezTo>
                  <a:pt x="32" y="13"/>
                  <a:pt x="32" y="13"/>
                  <a:pt x="32" y="13"/>
                </a:cubicBezTo>
                <a:cubicBezTo>
                  <a:pt x="32" y="21"/>
                  <a:pt x="32" y="21"/>
                  <a:pt x="32" y="21"/>
                </a:cubicBezTo>
                <a:cubicBezTo>
                  <a:pt x="52" y="21"/>
                  <a:pt x="52" y="21"/>
                  <a:pt x="52" y="21"/>
                </a:cubicBezTo>
                <a:lnTo>
                  <a:pt x="52" y="13"/>
                </a:lnTo>
                <a:close/>
                <a:moveTo>
                  <a:pt x="56" y="61"/>
                </a:moveTo>
                <a:cubicBezTo>
                  <a:pt x="32" y="61"/>
                  <a:pt x="32" y="61"/>
                  <a:pt x="32" y="61"/>
                </a:cubicBezTo>
                <a:cubicBezTo>
                  <a:pt x="24" y="97"/>
                  <a:pt x="24" y="97"/>
                  <a:pt x="24" y="97"/>
                </a:cubicBezTo>
                <a:cubicBezTo>
                  <a:pt x="64" y="97"/>
                  <a:pt x="64" y="97"/>
                  <a:pt x="64" y="97"/>
                </a:cubicBezTo>
                <a:lnTo>
                  <a:pt x="56" y="61"/>
                </a:lnTo>
                <a:close/>
                <a:moveTo>
                  <a:pt x="35" y="89"/>
                </a:moveTo>
                <a:cubicBezTo>
                  <a:pt x="39" y="69"/>
                  <a:pt x="39" y="69"/>
                  <a:pt x="39" y="69"/>
                </a:cubicBezTo>
                <a:cubicBezTo>
                  <a:pt x="48" y="69"/>
                  <a:pt x="48" y="69"/>
                  <a:pt x="48" y="69"/>
                </a:cubicBezTo>
                <a:cubicBezTo>
                  <a:pt x="53" y="89"/>
                  <a:pt x="53" y="89"/>
                  <a:pt x="53" y="89"/>
                </a:cubicBezTo>
                <a:lnTo>
                  <a:pt x="35" y="89"/>
                </a:lnTo>
                <a:close/>
                <a:moveTo>
                  <a:pt x="36" y="33"/>
                </a:moveTo>
                <a:cubicBezTo>
                  <a:pt x="56" y="33"/>
                  <a:pt x="56" y="33"/>
                  <a:pt x="56" y="33"/>
                </a:cubicBezTo>
                <a:cubicBezTo>
                  <a:pt x="56" y="25"/>
                  <a:pt x="56" y="25"/>
                  <a:pt x="56" y="25"/>
                </a:cubicBezTo>
                <a:cubicBezTo>
                  <a:pt x="36" y="25"/>
                  <a:pt x="36" y="25"/>
                  <a:pt x="36" y="25"/>
                </a:cubicBezTo>
                <a:lnTo>
                  <a:pt x="36" y="33"/>
                </a:lnTo>
                <a:close/>
                <a:moveTo>
                  <a:pt x="52" y="37"/>
                </a:moveTo>
                <a:cubicBezTo>
                  <a:pt x="32" y="37"/>
                  <a:pt x="32" y="37"/>
                  <a:pt x="32" y="37"/>
                </a:cubicBezTo>
                <a:cubicBezTo>
                  <a:pt x="32" y="45"/>
                  <a:pt x="32" y="45"/>
                  <a:pt x="32" y="45"/>
                </a:cubicBezTo>
                <a:cubicBezTo>
                  <a:pt x="52" y="45"/>
                  <a:pt x="52" y="45"/>
                  <a:pt x="52" y="45"/>
                </a:cubicBezTo>
                <a:lnTo>
                  <a:pt x="52" y="37"/>
                </a:lnTo>
                <a:close/>
                <a:moveTo>
                  <a:pt x="36" y="57"/>
                </a:moveTo>
                <a:cubicBezTo>
                  <a:pt x="56" y="57"/>
                  <a:pt x="56" y="57"/>
                  <a:pt x="56" y="57"/>
                </a:cubicBezTo>
                <a:cubicBezTo>
                  <a:pt x="56" y="49"/>
                  <a:pt x="56" y="49"/>
                  <a:pt x="56" y="49"/>
                </a:cubicBezTo>
                <a:cubicBezTo>
                  <a:pt x="36" y="49"/>
                  <a:pt x="36" y="49"/>
                  <a:pt x="36" y="49"/>
                </a:cubicBezTo>
                <a:lnTo>
                  <a:pt x="36" y="57"/>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228"/>
          <p:cNvSpPr>
            <a:spLocks noEditPoints="1"/>
          </p:cNvSpPr>
          <p:nvPr/>
        </p:nvSpPr>
        <p:spPr bwMode="auto">
          <a:xfrm>
            <a:off x="2613339" y="6296113"/>
            <a:ext cx="395288" cy="396875"/>
          </a:xfrm>
          <a:custGeom>
            <a:avLst/>
            <a:gdLst>
              <a:gd name="T0" fmla="*/ 164 w 200"/>
              <a:gd name="T1" fmla="*/ 62 h 201"/>
              <a:gd name="T2" fmla="*/ 164 w 200"/>
              <a:gd name="T3" fmla="*/ 61 h 201"/>
              <a:gd name="T4" fmla="*/ 108 w 200"/>
              <a:gd name="T5" fmla="*/ 1 h 201"/>
              <a:gd name="T6" fmla="*/ 107 w 200"/>
              <a:gd name="T7" fmla="*/ 1 h 201"/>
              <a:gd name="T8" fmla="*/ 0 w 200"/>
              <a:gd name="T9" fmla="*/ 181 h 201"/>
              <a:gd name="T10" fmla="*/ 164 w 200"/>
              <a:gd name="T11" fmla="*/ 181 h 201"/>
              <a:gd name="T12" fmla="*/ 200 w 200"/>
              <a:gd name="T13" fmla="*/ 157 h 201"/>
              <a:gd name="T14" fmla="*/ 108 w 200"/>
              <a:gd name="T15" fmla="*/ 15 h 201"/>
              <a:gd name="T16" fmla="*/ 108 w 200"/>
              <a:gd name="T17" fmla="*/ 41 h 201"/>
              <a:gd name="T18" fmla="*/ 28 w 200"/>
              <a:gd name="T19" fmla="*/ 193 h 201"/>
              <a:gd name="T20" fmla="*/ 28 w 200"/>
              <a:gd name="T21" fmla="*/ 9 h 201"/>
              <a:gd name="T22" fmla="*/ 120 w 200"/>
              <a:gd name="T23" fmla="*/ 69 h 201"/>
              <a:gd name="T24" fmla="*/ 64 w 200"/>
              <a:gd name="T25" fmla="*/ 109 h 201"/>
              <a:gd name="T26" fmla="*/ 64 w 200"/>
              <a:gd name="T27" fmla="*/ 177 h 201"/>
              <a:gd name="T28" fmla="*/ 138 w 200"/>
              <a:gd name="T29" fmla="*/ 146 h 201"/>
              <a:gd name="T30" fmla="*/ 129 w 200"/>
              <a:gd name="T31" fmla="*/ 162 h 201"/>
              <a:gd name="T32" fmla="*/ 110 w 200"/>
              <a:gd name="T33" fmla="*/ 128 h 201"/>
              <a:gd name="T34" fmla="*/ 134 w 200"/>
              <a:gd name="T35" fmla="*/ 132 h 201"/>
              <a:gd name="T36" fmla="*/ 95 w 200"/>
              <a:gd name="T37" fmla="*/ 148 h 201"/>
              <a:gd name="T38" fmla="*/ 89 w 200"/>
              <a:gd name="T39" fmla="*/ 142 h 201"/>
              <a:gd name="T40" fmla="*/ 94 w 200"/>
              <a:gd name="T41" fmla="*/ 135 h 201"/>
              <a:gd name="T42" fmla="*/ 87 w 200"/>
              <a:gd name="T43" fmla="*/ 138 h 201"/>
              <a:gd name="T44" fmla="*/ 86 w 200"/>
              <a:gd name="T45" fmla="*/ 129 h 201"/>
              <a:gd name="T46" fmla="*/ 101 w 200"/>
              <a:gd name="T47" fmla="*/ 137 h 201"/>
              <a:gd name="T48" fmla="*/ 103 w 200"/>
              <a:gd name="T49" fmla="*/ 152 h 201"/>
              <a:gd name="T50" fmla="*/ 84 w 200"/>
              <a:gd name="T51" fmla="*/ 161 h 201"/>
              <a:gd name="T52" fmla="*/ 88 w 200"/>
              <a:gd name="T53" fmla="*/ 156 h 201"/>
              <a:gd name="T54" fmla="*/ 96 w 200"/>
              <a:gd name="T55" fmla="*/ 152 h 201"/>
              <a:gd name="T56" fmla="*/ 165 w 200"/>
              <a:gd name="T57" fmla="*/ 162 h 201"/>
              <a:gd name="T58" fmla="*/ 144 w 200"/>
              <a:gd name="T59" fmla="*/ 151 h 201"/>
              <a:gd name="T60" fmla="*/ 158 w 200"/>
              <a:gd name="T61" fmla="*/ 157 h 201"/>
              <a:gd name="T62" fmla="*/ 164 w 200"/>
              <a:gd name="T63" fmla="*/ 151 h 201"/>
              <a:gd name="T64" fmla="*/ 148 w 200"/>
              <a:gd name="T65" fmla="*/ 144 h 201"/>
              <a:gd name="T66" fmla="*/ 151 w 200"/>
              <a:gd name="T67" fmla="*/ 129 h 201"/>
              <a:gd name="T68" fmla="*/ 171 w 200"/>
              <a:gd name="T69" fmla="*/ 138 h 201"/>
              <a:gd name="T70" fmla="*/ 157 w 200"/>
              <a:gd name="T71" fmla="*/ 133 h 201"/>
              <a:gd name="T72" fmla="*/ 153 w 200"/>
              <a:gd name="T73" fmla="*/ 139 h 201"/>
              <a:gd name="T74" fmla="*/ 170 w 200"/>
              <a:gd name="T75" fmla="*/ 147 h 201"/>
              <a:gd name="T76" fmla="*/ 129 w 200"/>
              <a:gd name="T77" fmla="*/ 136 h 201"/>
              <a:gd name="T78" fmla="*/ 117 w 200"/>
              <a:gd name="T79" fmla="*/ 134 h 201"/>
              <a:gd name="T80" fmla="*/ 126 w 200"/>
              <a:gd name="T81" fmla="*/ 157 h 201"/>
              <a:gd name="T82" fmla="*/ 131 w 200"/>
              <a:gd name="T83" fmla="*/ 145 h 201"/>
              <a:gd name="T84" fmla="*/ 68 w 200"/>
              <a:gd name="T85" fmla="*/ 84 h 201"/>
              <a:gd name="T86" fmla="*/ 85 w 200"/>
              <a:gd name="T87" fmla="*/ 52 h 201"/>
              <a:gd name="T88" fmla="*/ 54 w 200"/>
              <a:gd name="T89" fmla="*/ 49 h 201"/>
              <a:gd name="T90" fmla="*/ 58 w 200"/>
              <a:gd name="T91" fmla="*/ 43 h 201"/>
              <a:gd name="T92" fmla="*/ 46 w 200"/>
              <a:gd name="T93" fmla="*/ 43 h 201"/>
              <a:gd name="T94" fmla="*/ 49 w 200"/>
              <a:gd name="T95" fmla="*/ 49 h 201"/>
              <a:gd name="T96" fmla="*/ 29 w 200"/>
              <a:gd name="T97" fmla="*/ 54 h 201"/>
              <a:gd name="T98" fmla="*/ 34 w 200"/>
              <a:gd name="T99" fmla="*/ 84 h 201"/>
              <a:gd name="T100" fmla="*/ 20 w 200"/>
              <a:gd name="T101" fmla="*/ 64 h 201"/>
              <a:gd name="T102" fmla="*/ 27 w 200"/>
              <a:gd name="T103" fmla="*/ 71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0" h="201">
                <a:moveTo>
                  <a:pt x="180" y="109"/>
                </a:moveTo>
                <a:cubicBezTo>
                  <a:pt x="164" y="109"/>
                  <a:pt x="164" y="109"/>
                  <a:pt x="164" y="109"/>
                </a:cubicBezTo>
                <a:cubicBezTo>
                  <a:pt x="164" y="62"/>
                  <a:pt x="164" y="62"/>
                  <a:pt x="164" y="62"/>
                </a:cubicBezTo>
                <a:cubicBezTo>
                  <a:pt x="164" y="62"/>
                  <a:pt x="164" y="62"/>
                  <a:pt x="164" y="62"/>
                </a:cubicBezTo>
                <a:cubicBezTo>
                  <a:pt x="164" y="62"/>
                  <a:pt x="164" y="62"/>
                  <a:pt x="164" y="62"/>
                </a:cubicBezTo>
                <a:cubicBezTo>
                  <a:pt x="164" y="61"/>
                  <a:pt x="164" y="61"/>
                  <a:pt x="164" y="61"/>
                </a:cubicBezTo>
                <a:cubicBezTo>
                  <a:pt x="163" y="61"/>
                  <a:pt x="163" y="61"/>
                  <a:pt x="163" y="61"/>
                </a:cubicBezTo>
                <a:cubicBezTo>
                  <a:pt x="108" y="1"/>
                  <a:pt x="108" y="1"/>
                  <a:pt x="108" y="1"/>
                </a:cubicBezTo>
                <a:cubicBezTo>
                  <a:pt x="108" y="1"/>
                  <a:pt x="108" y="1"/>
                  <a:pt x="108" y="1"/>
                </a:cubicBezTo>
                <a:cubicBezTo>
                  <a:pt x="108" y="1"/>
                  <a:pt x="108" y="1"/>
                  <a:pt x="108" y="1"/>
                </a:cubicBezTo>
                <a:cubicBezTo>
                  <a:pt x="107" y="0"/>
                  <a:pt x="107" y="0"/>
                  <a:pt x="107" y="0"/>
                </a:cubicBezTo>
                <a:cubicBezTo>
                  <a:pt x="107" y="1"/>
                  <a:pt x="107" y="1"/>
                  <a:pt x="107" y="1"/>
                </a:cubicBezTo>
                <a:cubicBezTo>
                  <a:pt x="20" y="1"/>
                  <a:pt x="20" y="1"/>
                  <a:pt x="20" y="1"/>
                </a:cubicBezTo>
                <a:cubicBezTo>
                  <a:pt x="9" y="1"/>
                  <a:pt x="0" y="10"/>
                  <a:pt x="0" y="21"/>
                </a:cubicBezTo>
                <a:cubicBezTo>
                  <a:pt x="0" y="181"/>
                  <a:pt x="0" y="181"/>
                  <a:pt x="0" y="181"/>
                </a:cubicBezTo>
                <a:cubicBezTo>
                  <a:pt x="0" y="192"/>
                  <a:pt x="9" y="201"/>
                  <a:pt x="20" y="201"/>
                </a:cubicBezTo>
                <a:cubicBezTo>
                  <a:pt x="144" y="201"/>
                  <a:pt x="144" y="201"/>
                  <a:pt x="144" y="201"/>
                </a:cubicBezTo>
                <a:cubicBezTo>
                  <a:pt x="155" y="201"/>
                  <a:pt x="164" y="192"/>
                  <a:pt x="164" y="181"/>
                </a:cubicBezTo>
                <a:cubicBezTo>
                  <a:pt x="164" y="177"/>
                  <a:pt x="164" y="177"/>
                  <a:pt x="164" y="177"/>
                </a:cubicBezTo>
                <a:cubicBezTo>
                  <a:pt x="180" y="177"/>
                  <a:pt x="180" y="177"/>
                  <a:pt x="180" y="177"/>
                </a:cubicBezTo>
                <a:cubicBezTo>
                  <a:pt x="191" y="177"/>
                  <a:pt x="200" y="168"/>
                  <a:pt x="200" y="157"/>
                </a:cubicBezTo>
                <a:cubicBezTo>
                  <a:pt x="200" y="129"/>
                  <a:pt x="200" y="129"/>
                  <a:pt x="200" y="129"/>
                </a:cubicBezTo>
                <a:cubicBezTo>
                  <a:pt x="200" y="118"/>
                  <a:pt x="191" y="109"/>
                  <a:pt x="180" y="109"/>
                </a:cubicBezTo>
                <a:close/>
                <a:moveTo>
                  <a:pt x="108" y="15"/>
                </a:moveTo>
                <a:cubicBezTo>
                  <a:pt x="151" y="61"/>
                  <a:pt x="151" y="61"/>
                  <a:pt x="151" y="61"/>
                </a:cubicBezTo>
                <a:cubicBezTo>
                  <a:pt x="128" y="61"/>
                  <a:pt x="128" y="61"/>
                  <a:pt x="128" y="61"/>
                </a:cubicBezTo>
                <a:cubicBezTo>
                  <a:pt x="117" y="61"/>
                  <a:pt x="108" y="52"/>
                  <a:pt x="108" y="41"/>
                </a:cubicBezTo>
                <a:lnTo>
                  <a:pt x="108" y="15"/>
                </a:lnTo>
                <a:close/>
                <a:moveTo>
                  <a:pt x="136" y="193"/>
                </a:moveTo>
                <a:cubicBezTo>
                  <a:pt x="28" y="193"/>
                  <a:pt x="28" y="193"/>
                  <a:pt x="28" y="193"/>
                </a:cubicBezTo>
                <a:cubicBezTo>
                  <a:pt x="17" y="193"/>
                  <a:pt x="8" y="184"/>
                  <a:pt x="8" y="173"/>
                </a:cubicBezTo>
                <a:cubicBezTo>
                  <a:pt x="8" y="29"/>
                  <a:pt x="8" y="29"/>
                  <a:pt x="8" y="29"/>
                </a:cubicBezTo>
                <a:cubicBezTo>
                  <a:pt x="8" y="18"/>
                  <a:pt x="17" y="9"/>
                  <a:pt x="28" y="9"/>
                </a:cubicBezTo>
                <a:cubicBezTo>
                  <a:pt x="100" y="9"/>
                  <a:pt x="100" y="9"/>
                  <a:pt x="100" y="9"/>
                </a:cubicBezTo>
                <a:cubicBezTo>
                  <a:pt x="100" y="49"/>
                  <a:pt x="100" y="49"/>
                  <a:pt x="100" y="49"/>
                </a:cubicBezTo>
                <a:cubicBezTo>
                  <a:pt x="100" y="60"/>
                  <a:pt x="109" y="69"/>
                  <a:pt x="120" y="69"/>
                </a:cubicBezTo>
                <a:cubicBezTo>
                  <a:pt x="156" y="69"/>
                  <a:pt x="156" y="69"/>
                  <a:pt x="156" y="69"/>
                </a:cubicBezTo>
                <a:cubicBezTo>
                  <a:pt x="156" y="109"/>
                  <a:pt x="156" y="109"/>
                  <a:pt x="156" y="109"/>
                </a:cubicBezTo>
                <a:cubicBezTo>
                  <a:pt x="64" y="109"/>
                  <a:pt x="64" y="109"/>
                  <a:pt x="64" y="109"/>
                </a:cubicBezTo>
                <a:cubicBezTo>
                  <a:pt x="53" y="109"/>
                  <a:pt x="44" y="118"/>
                  <a:pt x="44" y="129"/>
                </a:cubicBezTo>
                <a:cubicBezTo>
                  <a:pt x="44" y="157"/>
                  <a:pt x="44" y="157"/>
                  <a:pt x="44" y="157"/>
                </a:cubicBezTo>
                <a:cubicBezTo>
                  <a:pt x="44" y="168"/>
                  <a:pt x="53" y="177"/>
                  <a:pt x="64" y="177"/>
                </a:cubicBezTo>
                <a:cubicBezTo>
                  <a:pt x="155" y="177"/>
                  <a:pt x="155" y="177"/>
                  <a:pt x="155" y="177"/>
                </a:cubicBezTo>
                <a:cubicBezTo>
                  <a:pt x="154" y="186"/>
                  <a:pt x="145" y="193"/>
                  <a:pt x="136" y="193"/>
                </a:cubicBezTo>
                <a:close/>
                <a:moveTo>
                  <a:pt x="138" y="146"/>
                </a:moveTo>
                <a:cubicBezTo>
                  <a:pt x="138" y="149"/>
                  <a:pt x="138" y="151"/>
                  <a:pt x="137" y="153"/>
                </a:cubicBezTo>
                <a:cubicBezTo>
                  <a:pt x="136" y="156"/>
                  <a:pt x="135" y="158"/>
                  <a:pt x="134" y="159"/>
                </a:cubicBezTo>
                <a:cubicBezTo>
                  <a:pt x="132" y="160"/>
                  <a:pt x="131" y="161"/>
                  <a:pt x="129" y="162"/>
                </a:cubicBezTo>
                <a:cubicBezTo>
                  <a:pt x="127" y="162"/>
                  <a:pt x="125" y="163"/>
                  <a:pt x="123" y="163"/>
                </a:cubicBezTo>
                <a:cubicBezTo>
                  <a:pt x="110" y="163"/>
                  <a:pt x="110" y="163"/>
                  <a:pt x="110" y="163"/>
                </a:cubicBezTo>
                <a:cubicBezTo>
                  <a:pt x="110" y="128"/>
                  <a:pt x="110" y="128"/>
                  <a:pt x="110" y="128"/>
                </a:cubicBezTo>
                <a:cubicBezTo>
                  <a:pt x="122" y="128"/>
                  <a:pt x="122" y="128"/>
                  <a:pt x="122" y="128"/>
                </a:cubicBezTo>
                <a:cubicBezTo>
                  <a:pt x="125" y="128"/>
                  <a:pt x="127" y="129"/>
                  <a:pt x="129" y="129"/>
                </a:cubicBezTo>
                <a:cubicBezTo>
                  <a:pt x="131" y="130"/>
                  <a:pt x="133" y="131"/>
                  <a:pt x="134" y="132"/>
                </a:cubicBezTo>
                <a:cubicBezTo>
                  <a:pt x="135" y="134"/>
                  <a:pt x="137" y="135"/>
                  <a:pt x="137" y="138"/>
                </a:cubicBezTo>
                <a:cubicBezTo>
                  <a:pt x="138" y="140"/>
                  <a:pt x="138" y="143"/>
                  <a:pt x="138" y="146"/>
                </a:cubicBezTo>
                <a:close/>
                <a:moveTo>
                  <a:pt x="95" y="148"/>
                </a:moveTo>
                <a:cubicBezTo>
                  <a:pt x="94" y="147"/>
                  <a:pt x="93" y="147"/>
                  <a:pt x="92" y="147"/>
                </a:cubicBezTo>
                <a:cubicBezTo>
                  <a:pt x="91" y="147"/>
                  <a:pt x="90" y="147"/>
                  <a:pt x="88" y="147"/>
                </a:cubicBezTo>
                <a:cubicBezTo>
                  <a:pt x="89" y="142"/>
                  <a:pt x="89" y="142"/>
                  <a:pt x="89" y="142"/>
                </a:cubicBezTo>
                <a:cubicBezTo>
                  <a:pt x="91" y="142"/>
                  <a:pt x="92" y="141"/>
                  <a:pt x="93" y="141"/>
                </a:cubicBezTo>
                <a:cubicBezTo>
                  <a:pt x="94" y="140"/>
                  <a:pt x="95" y="139"/>
                  <a:pt x="95" y="137"/>
                </a:cubicBezTo>
                <a:cubicBezTo>
                  <a:pt x="95" y="136"/>
                  <a:pt x="94" y="135"/>
                  <a:pt x="94" y="135"/>
                </a:cubicBezTo>
                <a:cubicBezTo>
                  <a:pt x="93" y="134"/>
                  <a:pt x="92" y="134"/>
                  <a:pt x="91" y="134"/>
                </a:cubicBezTo>
                <a:cubicBezTo>
                  <a:pt x="90" y="134"/>
                  <a:pt x="89" y="134"/>
                  <a:pt x="88" y="135"/>
                </a:cubicBezTo>
                <a:cubicBezTo>
                  <a:pt x="87" y="136"/>
                  <a:pt x="87" y="137"/>
                  <a:pt x="87" y="138"/>
                </a:cubicBezTo>
                <a:cubicBezTo>
                  <a:pt x="81" y="137"/>
                  <a:pt x="81" y="137"/>
                  <a:pt x="81" y="137"/>
                </a:cubicBezTo>
                <a:cubicBezTo>
                  <a:pt x="81" y="135"/>
                  <a:pt x="82" y="133"/>
                  <a:pt x="82" y="132"/>
                </a:cubicBezTo>
                <a:cubicBezTo>
                  <a:pt x="83" y="131"/>
                  <a:pt x="84" y="130"/>
                  <a:pt x="86" y="129"/>
                </a:cubicBezTo>
                <a:cubicBezTo>
                  <a:pt x="88" y="128"/>
                  <a:pt x="89" y="128"/>
                  <a:pt x="91" y="128"/>
                </a:cubicBezTo>
                <a:cubicBezTo>
                  <a:pt x="94" y="128"/>
                  <a:pt x="97" y="129"/>
                  <a:pt x="99" y="131"/>
                </a:cubicBezTo>
                <a:cubicBezTo>
                  <a:pt x="100" y="133"/>
                  <a:pt x="101" y="135"/>
                  <a:pt x="101" y="137"/>
                </a:cubicBezTo>
                <a:cubicBezTo>
                  <a:pt x="101" y="140"/>
                  <a:pt x="100" y="142"/>
                  <a:pt x="96" y="144"/>
                </a:cubicBezTo>
                <a:cubicBezTo>
                  <a:pt x="98" y="145"/>
                  <a:pt x="100" y="146"/>
                  <a:pt x="101" y="147"/>
                </a:cubicBezTo>
                <a:cubicBezTo>
                  <a:pt x="102" y="148"/>
                  <a:pt x="103" y="150"/>
                  <a:pt x="103" y="152"/>
                </a:cubicBezTo>
                <a:cubicBezTo>
                  <a:pt x="103" y="155"/>
                  <a:pt x="102" y="158"/>
                  <a:pt x="100" y="160"/>
                </a:cubicBezTo>
                <a:cubicBezTo>
                  <a:pt x="97" y="162"/>
                  <a:pt x="95" y="163"/>
                  <a:pt x="91" y="163"/>
                </a:cubicBezTo>
                <a:cubicBezTo>
                  <a:pt x="88" y="163"/>
                  <a:pt x="86" y="162"/>
                  <a:pt x="84" y="161"/>
                </a:cubicBezTo>
                <a:cubicBezTo>
                  <a:pt x="82" y="159"/>
                  <a:pt x="80" y="156"/>
                  <a:pt x="80" y="154"/>
                </a:cubicBezTo>
                <a:cubicBezTo>
                  <a:pt x="86" y="153"/>
                  <a:pt x="86" y="153"/>
                  <a:pt x="86" y="153"/>
                </a:cubicBezTo>
                <a:cubicBezTo>
                  <a:pt x="87" y="154"/>
                  <a:pt x="87" y="156"/>
                  <a:pt x="88" y="156"/>
                </a:cubicBezTo>
                <a:cubicBezTo>
                  <a:pt x="89" y="157"/>
                  <a:pt x="90" y="158"/>
                  <a:pt x="91" y="158"/>
                </a:cubicBezTo>
                <a:cubicBezTo>
                  <a:pt x="93" y="158"/>
                  <a:pt x="94" y="157"/>
                  <a:pt x="95" y="156"/>
                </a:cubicBezTo>
                <a:cubicBezTo>
                  <a:pt x="96" y="155"/>
                  <a:pt x="96" y="154"/>
                  <a:pt x="96" y="152"/>
                </a:cubicBezTo>
                <a:cubicBezTo>
                  <a:pt x="96" y="150"/>
                  <a:pt x="96" y="149"/>
                  <a:pt x="95" y="148"/>
                </a:cubicBezTo>
                <a:close/>
                <a:moveTo>
                  <a:pt x="170" y="158"/>
                </a:moveTo>
                <a:cubicBezTo>
                  <a:pt x="169" y="160"/>
                  <a:pt x="167" y="161"/>
                  <a:pt x="165" y="162"/>
                </a:cubicBezTo>
                <a:cubicBezTo>
                  <a:pt x="163" y="163"/>
                  <a:pt x="161" y="163"/>
                  <a:pt x="158" y="163"/>
                </a:cubicBezTo>
                <a:cubicBezTo>
                  <a:pt x="154" y="163"/>
                  <a:pt x="150" y="162"/>
                  <a:pt x="148" y="160"/>
                </a:cubicBezTo>
                <a:cubicBezTo>
                  <a:pt x="146" y="158"/>
                  <a:pt x="144" y="155"/>
                  <a:pt x="144" y="151"/>
                </a:cubicBezTo>
                <a:cubicBezTo>
                  <a:pt x="150" y="151"/>
                  <a:pt x="150" y="151"/>
                  <a:pt x="150" y="151"/>
                </a:cubicBezTo>
                <a:cubicBezTo>
                  <a:pt x="151" y="153"/>
                  <a:pt x="152" y="155"/>
                  <a:pt x="153" y="156"/>
                </a:cubicBezTo>
                <a:cubicBezTo>
                  <a:pt x="154" y="157"/>
                  <a:pt x="156" y="157"/>
                  <a:pt x="158" y="157"/>
                </a:cubicBezTo>
                <a:cubicBezTo>
                  <a:pt x="160" y="157"/>
                  <a:pt x="162" y="157"/>
                  <a:pt x="163" y="156"/>
                </a:cubicBezTo>
                <a:cubicBezTo>
                  <a:pt x="164" y="155"/>
                  <a:pt x="165" y="154"/>
                  <a:pt x="165" y="153"/>
                </a:cubicBezTo>
                <a:cubicBezTo>
                  <a:pt x="165" y="152"/>
                  <a:pt x="164" y="151"/>
                  <a:pt x="164" y="151"/>
                </a:cubicBezTo>
                <a:cubicBezTo>
                  <a:pt x="164" y="150"/>
                  <a:pt x="163" y="150"/>
                  <a:pt x="161" y="149"/>
                </a:cubicBezTo>
                <a:cubicBezTo>
                  <a:pt x="161" y="149"/>
                  <a:pt x="159" y="148"/>
                  <a:pt x="156" y="148"/>
                </a:cubicBezTo>
                <a:cubicBezTo>
                  <a:pt x="152" y="147"/>
                  <a:pt x="150" y="146"/>
                  <a:pt x="148" y="144"/>
                </a:cubicBezTo>
                <a:cubicBezTo>
                  <a:pt x="146" y="142"/>
                  <a:pt x="145" y="140"/>
                  <a:pt x="145" y="137"/>
                </a:cubicBezTo>
                <a:cubicBezTo>
                  <a:pt x="145" y="136"/>
                  <a:pt x="145" y="134"/>
                  <a:pt x="146" y="132"/>
                </a:cubicBezTo>
                <a:cubicBezTo>
                  <a:pt x="147" y="131"/>
                  <a:pt x="149" y="130"/>
                  <a:pt x="151" y="129"/>
                </a:cubicBezTo>
                <a:cubicBezTo>
                  <a:pt x="153" y="128"/>
                  <a:pt x="155" y="128"/>
                  <a:pt x="157" y="128"/>
                </a:cubicBezTo>
                <a:cubicBezTo>
                  <a:pt x="162" y="128"/>
                  <a:pt x="165" y="129"/>
                  <a:pt x="167" y="131"/>
                </a:cubicBezTo>
                <a:cubicBezTo>
                  <a:pt x="169" y="132"/>
                  <a:pt x="171" y="135"/>
                  <a:pt x="171" y="138"/>
                </a:cubicBezTo>
                <a:cubicBezTo>
                  <a:pt x="164" y="138"/>
                  <a:pt x="164" y="138"/>
                  <a:pt x="164" y="138"/>
                </a:cubicBezTo>
                <a:cubicBezTo>
                  <a:pt x="163" y="137"/>
                  <a:pt x="163" y="135"/>
                  <a:pt x="162" y="135"/>
                </a:cubicBezTo>
                <a:cubicBezTo>
                  <a:pt x="161" y="134"/>
                  <a:pt x="159" y="133"/>
                  <a:pt x="157" y="133"/>
                </a:cubicBezTo>
                <a:cubicBezTo>
                  <a:pt x="155" y="133"/>
                  <a:pt x="154" y="134"/>
                  <a:pt x="153" y="135"/>
                </a:cubicBezTo>
                <a:cubicBezTo>
                  <a:pt x="152" y="135"/>
                  <a:pt x="152" y="136"/>
                  <a:pt x="152" y="137"/>
                </a:cubicBezTo>
                <a:cubicBezTo>
                  <a:pt x="152" y="138"/>
                  <a:pt x="152" y="138"/>
                  <a:pt x="153" y="139"/>
                </a:cubicBezTo>
                <a:cubicBezTo>
                  <a:pt x="153" y="140"/>
                  <a:pt x="156" y="140"/>
                  <a:pt x="159" y="141"/>
                </a:cubicBezTo>
                <a:cubicBezTo>
                  <a:pt x="162" y="142"/>
                  <a:pt x="165" y="143"/>
                  <a:pt x="166" y="144"/>
                </a:cubicBezTo>
                <a:cubicBezTo>
                  <a:pt x="168" y="145"/>
                  <a:pt x="169" y="146"/>
                  <a:pt x="170" y="147"/>
                </a:cubicBezTo>
                <a:cubicBezTo>
                  <a:pt x="171" y="149"/>
                  <a:pt x="172" y="150"/>
                  <a:pt x="172" y="153"/>
                </a:cubicBezTo>
                <a:cubicBezTo>
                  <a:pt x="172" y="155"/>
                  <a:pt x="171" y="156"/>
                  <a:pt x="170" y="158"/>
                </a:cubicBezTo>
                <a:close/>
                <a:moveTo>
                  <a:pt x="129" y="136"/>
                </a:moveTo>
                <a:cubicBezTo>
                  <a:pt x="128" y="135"/>
                  <a:pt x="127" y="135"/>
                  <a:pt x="125" y="134"/>
                </a:cubicBezTo>
                <a:cubicBezTo>
                  <a:pt x="124" y="134"/>
                  <a:pt x="122" y="134"/>
                  <a:pt x="120" y="134"/>
                </a:cubicBezTo>
                <a:cubicBezTo>
                  <a:pt x="117" y="134"/>
                  <a:pt x="117" y="134"/>
                  <a:pt x="117" y="134"/>
                </a:cubicBezTo>
                <a:cubicBezTo>
                  <a:pt x="117" y="157"/>
                  <a:pt x="117" y="157"/>
                  <a:pt x="117" y="157"/>
                </a:cubicBezTo>
                <a:cubicBezTo>
                  <a:pt x="122" y="157"/>
                  <a:pt x="122" y="157"/>
                  <a:pt x="122" y="157"/>
                </a:cubicBezTo>
                <a:cubicBezTo>
                  <a:pt x="124" y="157"/>
                  <a:pt x="125" y="157"/>
                  <a:pt x="126" y="157"/>
                </a:cubicBezTo>
                <a:cubicBezTo>
                  <a:pt x="127" y="156"/>
                  <a:pt x="128" y="156"/>
                  <a:pt x="129" y="155"/>
                </a:cubicBezTo>
                <a:cubicBezTo>
                  <a:pt x="129" y="154"/>
                  <a:pt x="130" y="153"/>
                  <a:pt x="131" y="152"/>
                </a:cubicBezTo>
                <a:cubicBezTo>
                  <a:pt x="131" y="150"/>
                  <a:pt x="131" y="148"/>
                  <a:pt x="131" y="145"/>
                </a:cubicBezTo>
                <a:cubicBezTo>
                  <a:pt x="131" y="143"/>
                  <a:pt x="131" y="141"/>
                  <a:pt x="131" y="139"/>
                </a:cubicBezTo>
                <a:cubicBezTo>
                  <a:pt x="130" y="138"/>
                  <a:pt x="129" y="137"/>
                  <a:pt x="129" y="136"/>
                </a:cubicBezTo>
                <a:close/>
                <a:moveTo>
                  <a:pt x="68" y="84"/>
                </a:moveTo>
                <a:cubicBezTo>
                  <a:pt x="73" y="82"/>
                  <a:pt x="75" y="79"/>
                  <a:pt x="76" y="75"/>
                </a:cubicBezTo>
                <a:cubicBezTo>
                  <a:pt x="87" y="74"/>
                  <a:pt x="86" y="52"/>
                  <a:pt x="93" y="52"/>
                </a:cubicBezTo>
                <a:cubicBezTo>
                  <a:pt x="85" y="52"/>
                  <a:pt x="85" y="52"/>
                  <a:pt x="85" y="52"/>
                </a:cubicBezTo>
                <a:cubicBezTo>
                  <a:pt x="81" y="52"/>
                  <a:pt x="80" y="65"/>
                  <a:pt x="75" y="66"/>
                </a:cubicBezTo>
                <a:cubicBezTo>
                  <a:pt x="74" y="58"/>
                  <a:pt x="69" y="51"/>
                  <a:pt x="68" y="50"/>
                </a:cubicBezTo>
                <a:cubicBezTo>
                  <a:pt x="64" y="49"/>
                  <a:pt x="59" y="49"/>
                  <a:pt x="54" y="49"/>
                </a:cubicBezTo>
                <a:cubicBezTo>
                  <a:pt x="54" y="46"/>
                  <a:pt x="54" y="46"/>
                  <a:pt x="54" y="46"/>
                </a:cubicBezTo>
                <a:cubicBezTo>
                  <a:pt x="55" y="46"/>
                  <a:pt x="55" y="46"/>
                  <a:pt x="55" y="46"/>
                </a:cubicBezTo>
                <a:cubicBezTo>
                  <a:pt x="57" y="46"/>
                  <a:pt x="58" y="45"/>
                  <a:pt x="58" y="43"/>
                </a:cubicBezTo>
                <a:cubicBezTo>
                  <a:pt x="58" y="42"/>
                  <a:pt x="57" y="41"/>
                  <a:pt x="55" y="41"/>
                </a:cubicBezTo>
                <a:cubicBezTo>
                  <a:pt x="48" y="41"/>
                  <a:pt x="48" y="41"/>
                  <a:pt x="48" y="41"/>
                </a:cubicBezTo>
                <a:cubicBezTo>
                  <a:pt x="47" y="41"/>
                  <a:pt x="46" y="42"/>
                  <a:pt x="46" y="43"/>
                </a:cubicBezTo>
                <a:cubicBezTo>
                  <a:pt x="46" y="45"/>
                  <a:pt x="47" y="46"/>
                  <a:pt x="48" y="46"/>
                </a:cubicBezTo>
                <a:cubicBezTo>
                  <a:pt x="49" y="46"/>
                  <a:pt x="49" y="46"/>
                  <a:pt x="49" y="46"/>
                </a:cubicBezTo>
                <a:cubicBezTo>
                  <a:pt x="49" y="49"/>
                  <a:pt x="49" y="49"/>
                  <a:pt x="49" y="49"/>
                </a:cubicBezTo>
                <a:cubicBezTo>
                  <a:pt x="41" y="49"/>
                  <a:pt x="34" y="50"/>
                  <a:pt x="34" y="50"/>
                </a:cubicBezTo>
                <a:cubicBezTo>
                  <a:pt x="34" y="50"/>
                  <a:pt x="33" y="52"/>
                  <a:pt x="32" y="54"/>
                </a:cubicBezTo>
                <a:cubicBezTo>
                  <a:pt x="31" y="54"/>
                  <a:pt x="30" y="54"/>
                  <a:pt x="29" y="54"/>
                </a:cubicBezTo>
                <a:cubicBezTo>
                  <a:pt x="21" y="53"/>
                  <a:pt x="15" y="59"/>
                  <a:pt x="16" y="65"/>
                </a:cubicBezTo>
                <a:cubicBezTo>
                  <a:pt x="17" y="70"/>
                  <a:pt x="22" y="74"/>
                  <a:pt x="27" y="75"/>
                </a:cubicBezTo>
                <a:cubicBezTo>
                  <a:pt x="28" y="79"/>
                  <a:pt x="30" y="82"/>
                  <a:pt x="34" y="84"/>
                </a:cubicBezTo>
                <a:cubicBezTo>
                  <a:pt x="54" y="87"/>
                  <a:pt x="65" y="84"/>
                  <a:pt x="68" y="84"/>
                </a:cubicBezTo>
                <a:close/>
                <a:moveTo>
                  <a:pt x="27" y="71"/>
                </a:moveTo>
                <a:cubicBezTo>
                  <a:pt x="23" y="70"/>
                  <a:pt x="21" y="68"/>
                  <a:pt x="20" y="64"/>
                </a:cubicBezTo>
                <a:cubicBezTo>
                  <a:pt x="20" y="60"/>
                  <a:pt x="24" y="57"/>
                  <a:pt x="28" y="57"/>
                </a:cubicBezTo>
                <a:cubicBezTo>
                  <a:pt x="29" y="57"/>
                  <a:pt x="29" y="57"/>
                  <a:pt x="30" y="58"/>
                </a:cubicBezTo>
                <a:cubicBezTo>
                  <a:pt x="28" y="61"/>
                  <a:pt x="26" y="66"/>
                  <a:pt x="27" y="71"/>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Freeform 229"/>
          <p:cNvSpPr>
            <a:spLocks noEditPoints="1"/>
          </p:cNvSpPr>
          <p:nvPr/>
        </p:nvSpPr>
        <p:spPr bwMode="auto">
          <a:xfrm>
            <a:off x="3126101" y="6294525"/>
            <a:ext cx="395288" cy="396875"/>
          </a:xfrm>
          <a:custGeom>
            <a:avLst/>
            <a:gdLst>
              <a:gd name="T0" fmla="*/ 164 w 200"/>
              <a:gd name="T1" fmla="*/ 177 h 201"/>
              <a:gd name="T2" fmla="*/ 144 w 200"/>
              <a:gd name="T3" fmla="*/ 201 h 201"/>
              <a:gd name="T4" fmla="*/ 0 w 200"/>
              <a:gd name="T5" fmla="*/ 181 h 201"/>
              <a:gd name="T6" fmla="*/ 20 w 200"/>
              <a:gd name="T7" fmla="*/ 1 h 201"/>
              <a:gd name="T8" fmla="*/ 108 w 200"/>
              <a:gd name="T9" fmla="*/ 1 h 201"/>
              <a:gd name="T10" fmla="*/ 108 w 200"/>
              <a:gd name="T11" fmla="*/ 1 h 201"/>
              <a:gd name="T12" fmla="*/ 108 w 200"/>
              <a:gd name="T13" fmla="*/ 1 h 201"/>
              <a:gd name="T14" fmla="*/ 164 w 200"/>
              <a:gd name="T15" fmla="*/ 61 h 201"/>
              <a:gd name="T16" fmla="*/ 164 w 200"/>
              <a:gd name="T17" fmla="*/ 62 h 201"/>
              <a:gd name="T18" fmla="*/ 164 w 200"/>
              <a:gd name="T19" fmla="*/ 109 h 201"/>
              <a:gd name="T20" fmla="*/ 200 w 200"/>
              <a:gd name="T21" fmla="*/ 129 h 201"/>
              <a:gd name="T22" fmla="*/ 180 w 200"/>
              <a:gd name="T23" fmla="*/ 177 h 201"/>
              <a:gd name="T24" fmla="*/ 108 w 200"/>
              <a:gd name="T25" fmla="*/ 41 h 201"/>
              <a:gd name="T26" fmla="*/ 151 w 200"/>
              <a:gd name="T27" fmla="*/ 61 h 201"/>
              <a:gd name="T28" fmla="*/ 156 w 200"/>
              <a:gd name="T29" fmla="*/ 69 h 201"/>
              <a:gd name="T30" fmla="*/ 100 w 200"/>
              <a:gd name="T31" fmla="*/ 49 h 201"/>
              <a:gd name="T32" fmla="*/ 28 w 200"/>
              <a:gd name="T33" fmla="*/ 9 h 201"/>
              <a:gd name="T34" fmla="*/ 8 w 200"/>
              <a:gd name="T35" fmla="*/ 173 h 201"/>
              <a:gd name="T36" fmla="*/ 136 w 200"/>
              <a:gd name="T37" fmla="*/ 193 h 201"/>
              <a:gd name="T38" fmla="*/ 64 w 200"/>
              <a:gd name="T39" fmla="*/ 177 h 201"/>
              <a:gd name="T40" fmla="*/ 44 w 200"/>
              <a:gd name="T41" fmla="*/ 129 h 201"/>
              <a:gd name="T42" fmla="*/ 156 w 200"/>
              <a:gd name="T43" fmla="*/ 109 h 201"/>
              <a:gd name="T44" fmla="*/ 140 w 200"/>
              <a:gd name="T45" fmla="*/ 144 h 201"/>
              <a:gd name="T46" fmla="*/ 141 w 200"/>
              <a:gd name="T47" fmla="*/ 132 h 201"/>
              <a:gd name="T48" fmla="*/ 129 w 200"/>
              <a:gd name="T49" fmla="*/ 128 h 201"/>
              <a:gd name="T50" fmla="*/ 114 w 200"/>
              <a:gd name="T51" fmla="*/ 162 h 201"/>
              <a:gd name="T52" fmla="*/ 121 w 200"/>
              <a:gd name="T53" fmla="*/ 148 h 201"/>
              <a:gd name="T54" fmla="*/ 126 w 200"/>
              <a:gd name="T55" fmla="*/ 148 h 201"/>
              <a:gd name="T56" fmla="*/ 132 w 200"/>
              <a:gd name="T57" fmla="*/ 155 h 201"/>
              <a:gd name="T58" fmla="*/ 145 w 200"/>
              <a:gd name="T59" fmla="*/ 162 h 201"/>
              <a:gd name="T60" fmla="*/ 137 w 200"/>
              <a:gd name="T61" fmla="*/ 150 h 201"/>
              <a:gd name="T62" fmla="*/ 140 w 200"/>
              <a:gd name="T63" fmla="*/ 144 h 201"/>
              <a:gd name="T64" fmla="*/ 96 w 200"/>
              <a:gd name="T65" fmla="*/ 156 h 201"/>
              <a:gd name="T66" fmla="*/ 87 w 200"/>
              <a:gd name="T67" fmla="*/ 156 h 201"/>
              <a:gd name="T68" fmla="*/ 85 w 200"/>
              <a:gd name="T69" fmla="*/ 146 h 201"/>
              <a:gd name="T70" fmla="*/ 78 w 200"/>
              <a:gd name="T71" fmla="*/ 128 h 201"/>
              <a:gd name="T72" fmla="*/ 79 w 200"/>
              <a:gd name="T73" fmla="*/ 155 h 201"/>
              <a:gd name="T74" fmla="*/ 85 w 200"/>
              <a:gd name="T75" fmla="*/ 162 h 201"/>
              <a:gd name="T76" fmla="*/ 99 w 200"/>
              <a:gd name="T77" fmla="*/ 162 h 201"/>
              <a:gd name="T78" fmla="*/ 105 w 200"/>
              <a:gd name="T79" fmla="*/ 155 h 201"/>
              <a:gd name="T80" fmla="*/ 105 w 200"/>
              <a:gd name="T81" fmla="*/ 128 h 201"/>
              <a:gd name="T82" fmla="*/ 99 w 200"/>
              <a:gd name="T83" fmla="*/ 147 h 201"/>
              <a:gd name="T84" fmla="*/ 174 w 200"/>
              <a:gd name="T85" fmla="*/ 156 h 201"/>
              <a:gd name="T86" fmla="*/ 157 w 200"/>
              <a:gd name="T87" fmla="*/ 128 h 201"/>
              <a:gd name="T88" fmla="*/ 150 w 200"/>
              <a:gd name="T89" fmla="*/ 162 h 201"/>
              <a:gd name="T90" fmla="*/ 174 w 200"/>
              <a:gd name="T91" fmla="*/ 156 h 201"/>
              <a:gd name="T92" fmla="*/ 121 w 200"/>
              <a:gd name="T93" fmla="*/ 142 h 201"/>
              <a:gd name="T94" fmla="*/ 126 w 200"/>
              <a:gd name="T95" fmla="*/ 134 h 201"/>
              <a:gd name="T96" fmla="*/ 134 w 200"/>
              <a:gd name="T97" fmla="*/ 135 h 201"/>
              <a:gd name="T98" fmla="*/ 134 w 200"/>
              <a:gd name="T99" fmla="*/ 141 h 201"/>
              <a:gd name="T100" fmla="*/ 126 w 200"/>
              <a:gd name="T101" fmla="*/ 142 h 201"/>
              <a:gd name="T102" fmla="*/ 64 w 200"/>
              <a:gd name="T103" fmla="*/ 102 h 201"/>
              <a:gd name="T104" fmla="*/ 47 w 200"/>
              <a:gd name="T105" fmla="*/ 78 h 201"/>
              <a:gd name="T106" fmla="*/ 36 w 200"/>
              <a:gd name="T107" fmla="*/ 24 h 201"/>
              <a:gd name="T108" fmla="*/ 69 w 200"/>
              <a:gd name="T109" fmla="*/ 67 h 201"/>
              <a:gd name="T110" fmla="*/ 75 w 200"/>
              <a:gd name="T111" fmla="*/ 9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00" h="201">
                <a:moveTo>
                  <a:pt x="180" y="177"/>
                </a:moveTo>
                <a:cubicBezTo>
                  <a:pt x="164" y="177"/>
                  <a:pt x="164" y="177"/>
                  <a:pt x="164" y="177"/>
                </a:cubicBezTo>
                <a:cubicBezTo>
                  <a:pt x="164" y="181"/>
                  <a:pt x="164" y="181"/>
                  <a:pt x="164" y="181"/>
                </a:cubicBezTo>
                <a:cubicBezTo>
                  <a:pt x="164" y="192"/>
                  <a:pt x="155" y="201"/>
                  <a:pt x="144" y="201"/>
                </a:cubicBezTo>
                <a:cubicBezTo>
                  <a:pt x="20" y="201"/>
                  <a:pt x="20" y="201"/>
                  <a:pt x="20" y="201"/>
                </a:cubicBezTo>
                <a:cubicBezTo>
                  <a:pt x="9" y="201"/>
                  <a:pt x="0" y="192"/>
                  <a:pt x="0" y="181"/>
                </a:cubicBezTo>
                <a:cubicBezTo>
                  <a:pt x="0" y="21"/>
                  <a:pt x="0" y="21"/>
                  <a:pt x="0" y="21"/>
                </a:cubicBezTo>
                <a:cubicBezTo>
                  <a:pt x="0" y="10"/>
                  <a:pt x="9" y="1"/>
                  <a:pt x="20" y="1"/>
                </a:cubicBezTo>
                <a:cubicBezTo>
                  <a:pt x="100" y="1"/>
                  <a:pt x="100" y="1"/>
                  <a:pt x="100" y="1"/>
                </a:cubicBezTo>
                <a:cubicBezTo>
                  <a:pt x="108" y="1"/>
                  <a:pt x="108" y="1"/>
                  <a:pt x="108" y="1"/>
                </a:cubicBezTo>
                <a:cubicBezTo>
                  <a:pt x="108" y="0"/>
                  <a:pt x="108" y="0"/>
                  <a:pt x="108" y="0"/>
                </a:cubicBezTo>
                <a:cubicBezTo>
                  <a:pt x="108" y="1"/>
                  <a:pt x="108" y="1"/>
                  <a:pt x="108" y="1"/>
                </a:cubicBezTo>
                <a:cubicBezTo>
                  <a:pt x="108" y="1"/>
                  <a:pt x="108" y="1"/>
                  <a:pt x="108" y="1"/>
                </a:cubicBezTo>
                <a:cubicBezTo>
                  <a:pt x="108" y="1"/>
                  <a:pt x="108" y="1"/>
                  <a:pt x="108" y="1"/>
                </a:cubicBezTo>
                <a:cubicBezTo>
                  <a:pt x="164" y="61"/>
                  <a:pt x="164" y="61"/>
                  <a:pt x="164" y="61"/>
                </a:cubicBezTo>
                <a:cubicBezTo>
                  <a:pt x="164" y="61"/>
                  <a:pt x="164" y="61"/>
                  <a:pt x="164" y="61"/>
                </a:cubicBezTo>
                <a:cubicBezTo>
                  <a:pt x="164" y="61"/>
                  <a:pt x="164" y="61"/>
                  <a:pt x="164" y="61"/>
                </a:cubicBezTo>
                <a:cubicBezTo>
                  <a:pt x="164" y="62"/>
                  <a:pt x="164" y="62"/>
                  <a:pt x="164" y="62"/>
                </a:cubicBezTo>
                <a:cubicBezTo>
                  <a:pt x="164" y="62"/>
                  <a:pt x="164" y="62"/>
                  <a:pt x="164" y="62"/>
                </a:cubicBezTo>
                <a:cubicBezTo>
                  <a:pt x="164" y="109"/>
                  <a:pt x="164" y="109"/>
                  <a:pt x="164" y="109"/>
                </a:cubicBezTo>
                <a:cubicBezTo>
                  <a:pt x="180" y="109"/>
                  <a:pt x="180" y="109"/>
                  <a:pt x="180" y="109"/>
                </a:cubicBezTo>
                <a:cubicBezTo>
                  <a:pt x="191" y="109"/>
                  <a:pt x="200" y="118"/>
                  <a:pt x="200" y="129"/>
                </a:cubicBezTo>
                <a:cubicBezTo>
                  <a:pt x="200" y="157"/>
                  <a:pt x="200" y="157"/>
                  <a:pt x="200" y="157"/>
                </a:cubicBezTo>
                <a:cubicBezTo>
                  <a:pt x="200" y="168"/>
                  <a:pt x="191" y="177"/>
                  <a:pt x="180" y="177"/>
                </a:cubicBezTo>
                <a:close/>
                <a:moveTo>
                  <a:pt x="108" y="15"/>
                </a:moveTo>
                <a:cubicBezTo>
                  <a:pt x="108" y="41"/>
                  <a:pt x="108" y="41"/>
                  <a:pt x="108" y="41"/>
                </a:cubicBezTo>
                <a:cubicBezTo>
                  <a:pt x="108" y="52"/>
                  <a:pt x="117" y="61"/>
                  <a:pt x="128" y="61"/>
                </a:cubicBezTo>
                <a:cubicBezTo>
                  <a:pt x="151" y="61"/>
                  <a:pt x="151" y="61"/>
                  <a:pt x="151" y="61"/>
                </a:cubicBezTo>
                <a:lnTo>
                  <a:pt x="108" y="15"/>
                </a:lnTo>
                <a:close/>
                <a:moveTo>
                  <a:pt x="156" y="69"/>
                </a:moveTo>
                <a:cubicBezTo>
                  <a:pt x="120" y="69"/>
                  <a:pt x="120" y="69"/>
                  <a:pt x="120" y="69"/>
                </a:cubicBezTo>
                <a:cubicBezTo>
                  <a:pt x="109" y="69"/>
                  <a:pt x="100" y="60"/>
                  <a:pt x="100" y="49"/>
                </a:cubicBezTo>
                <a:cubicBezTo>
                  <a:pt x="100" y="9"/>
                  <a:pt x="100" y="9"/>
                  <a:pt x="100" y="9"/>
                </a:cubicBezTo>
                <a:cubicBezTo>
                  <a:pt x="28" y="9"/>
                  <a:pt x="28" y="9"/>
                  <a:pt x="28" y="9"/>
                </a:cubicBezTo>
                <a:cubicBezTo>
                  <a:pt x="17" y="9"/>
                  <a:pt x="8" y="18"/>
                  <a:pt x="8" y="29"/>
                </a:cubicBezTo>
                <a:cubicBezTo>
                  <a:pt x="8" y="173"/>
                  <a:pt x="8" y="173"/>
                  <a:pt x="8" y="173"/>
                </a:cubicBezTo>
                <a:cubicBezTo>
                  <a:pt x="8" y="184"/>
                  <a:pt x="17" y="193"/>
                  <a:pt x="28" y="193"/>
                </a:cubicBezTo>
                <a:cubicBezTo>
                  <a:pt x="136" y="193"/>
                  <a:pt x="136" y="193"/>
                  <a:pt x="136" y="193"/>
                </a:cubicBezTo>
                <a:cubicBezTo>
                  <a:pt x="146" y="193"/>
                  <a:pt x="154" y="186"/>
                  <a:pt x="156" y="177"/>
                </a:cubicBezTo>
                <a:cubicBezTo>
                  <a:pt x="64" y="177"/>
                  <a:pt x="64" y="177"/>
                  <a:pt x="64" y="177"/>
                </a:cubicBezTo>
                <a:cubicBezTo>
                  <a:pt x="53" y="177"/>
                  <a:pt x="44" y="168"/>
                  <a:pt x="44" y="157"/>
                </a:cubicBezTo>
                <a:cubicBezTo>
                  <a:pt x="44" y="129"/>
                  <a:pt x="44" y="129"/>
                  <a:pt x="44" y="129"/>
                </a:cubicBezTo>
                <a:cubicBezTo>
                  <a:pt x="44" y="118"/>
                  <a:pt x="53" y="109"/>
                  <a:pt x="64" y="109"/>
                </a:cubicBezTo>
                <a:cubicBezTo>
                  <a:pt x="156" y="109"/>
                  <a:pt x="156" y="109"/>
                  <a:pt x="156" y="109"/>
                </a:cubicBezTo>
                <a:lnTo>
                  <a:pt x="156" y="69"/>
                </a:lnTo>
                <a:close/>
                <a:moveTo>
                  <a:pt x="140" y="144"/>
                </a:moveTo>
                <a:cubicBezTo>
                  <a:pt x="141" y="142"/>
                  <a:pt x="142" y="140"/>
                  <a:pt x="142" y="138"/>
                </a:cubicBezTo>
                <a:cubicBezTo>
                  <a:pt x="142" y="135"/>
                  <a:pt x="142" y="134"/>
                  <a:pt x="141" y="132"/>
                </a:cubicBezTo>
                <a:cubicBezTo>
                  <a:pt x="140" y="131"/>
                  <a:pt x="138" y="129"/>
                  <a:pt x="137" y="129"/>
                </a:cubicBezTo>
                <a:cubicBezTo>
                  <a:pt x="135" y="128"/>
                  <a:pt x="132" y="128"/>
                  <a:pt x="129" y="128"/>
                </a:cubicBezTo>
                <a:cubicBezTo>
                  <a:pt x="114" y="128"/>
                  <a:pt x="114" y="128"/>
                  <a:pt x="114" y="128"/>
                </a:cubicBezTo>
                <a:cubicBezTo>
                  <a:pt x="114" y="162"/>
                  <a:pt x="114" y="162"/>
                  <a:pt x="114" y="162"/>
                </a:cubicBezTo>
                <a:cubicBezTo>
                  <a:pt x="121" y="162"/>
                  <a:pt x="121" y="162"/>
                  <a:pt x="121" y="162"/>
                </a:cubicBezTo>
                <a:cubicBezTo>
                  <a:pt x="121" y="148"/>
                  <a:pt x="121" y="148"/>
                  <a:pt x="121" y="148"/>
                </a:cubicBezTo>
                <a:cubicBezTo>
                  <a:pt x="122" y="148"/>
                  <a:pt x="122" y="148"/>
                  <a:pt x="122" y="148"/>
                </a:cubicBezTo>
                <a:cubicBezTo>
                  <a:pt x="124" y="148"/>
                  <a:pt x="125" y="148"/>
                  <a:pt x="126" y="148"/>
                </a:cubicBezTo>
                <a:cubicBezTo>
                  <a:pt x="127" y="149"/>
                  <a:pt x="127" y="149"/>
                  <a:pt x="128" y="150"/>
                </a:cubicBezTo>
                <a:cubicBezTo>
                  <a:pt x="129" y="150"/>
                  <a:pt x="130" y="152"/>
                  <a:pt x="132" y="155"/>
                </a:cubicBezTo>
                <a:cubicBezTo>
                  <a:pt x="137" y="162"/>
                  <a:pt x="137" y="162"/>
                  <a:pt x="137" y="162"/>
                </a:cubicBezTo>
                <a:cubicBezTo>
                  <a:pt x="145" y="162"/>
                  <a:pt x="145" y="162"/>
                  <a:pt x="145" y="162"/>
                </a:cubicBezTo>
                <a:cubicBezTo>
                  <a:pt x="141" y="156"/>
                  <a:pt x="141" y="156"/>
                  <a:pt x="141" y="156"/>
                </a:cubicBezTo>
                <a:cubicBezTo>
                  <a:pt x="139" y="153"/>
                  <a:pt x="138" y="151"/>
                  <a:pt x="137" y="150"/>
                </a:cubicBezTo>
                <a:cubicBezTo>
                  <a:pt x="136" y="149"/>
                  <a:pt x="135" y="148"/>
                  <a:pt x="133" y="147"/>
                </a:cubicBezTo>
                <a:cubicBezTo>
                  <a:pt x="136" y="147"/>
                  <a:pt x="138" y="146"/>
                  <a:pt x="140" y="144"/>
                </a:cubicBezTo>
                <a:close/>
                <a:moveTo>
                  <a:pt x="98" y="153"/>
                </a:moveTo>
                <a:cubicBezTo>
                  <a:pt x="98" y="154"/>
                  <a:pt x="97" y="155"/>
                  <a:pt x="96" y="156"/>
                </a:cubicBezTo>
                <a:cubicBezTo>
                  <a:pt x="95" y="156"/>
                  <a:pt x="94" y="157"/>
                  <a:pt x="92" y="157"/>
                </a:cubicBezTo>
                <a:cubicBezTo>
                  <a:pt x="90" y="157"/>
                  <a:pt x="89" y="156"/>
                  <a:pt x="87" y="156"/>
                </a:cubicBezTo>
                <a:cubicBezTo>
                  <a:pt x="86" y="155"/>
                  <a:pt x="86" y="154"/>
                  <a:pt x="85" y="152"/>
                </a:cubicBezTo>
                <a:cubicBezTo>
                  <a:pt x="85" y="151"/>
                  <a:pt x="85" y="149"/>
                  <a:pt x="85" y="146"/>
                </a:cubicBezTo>
                <a:cubicBezTo>
                  <a:pt x="85" y="128"/>
                  <a:pt x="85" y="128"/>
                  <a:pt x="85" y="128"/>
                </a:cubicBezTo>
                <a:cubicBezTo>
                  <a:pt x="78" y="128"/>
                  <a:pt x="78" y="128"/>
                  <a:pt x="78" y="128"/>
                </a:cubicBezTo>
                <a:cubicBezTo>
                  <a:pt x="78" y="146"/>
                  <a:pt x="78" y="146"/>
                  <a:pt x="78" y="146"/>
                </a:cubicBezTo>
                <a:cubicBezTo>
                  <a:pt x="78" y="150"/>
                  <a:pt x="78" y="153"/>
                  <a:pt x="79" y="155"/>
                </a:cubicBezTo>
                <a:cubicBezTo>
                  <a:pt x="79" y="156"/>
                  <a:pt x="80" y="158"/>
                  <a:pt x="81" y="159"/>
                </a:cubicBezTo>
                <a:cubicBezTo>
                  <a:pt x="82" y="160"/>
                  <a:pt x="83" y="161"/>
                  <a:pt x="85" y="162"/>
                </a:cubicBezTo>
                <a:cubicBezTo>
                  <a:pt x="86" y="162"/>
                  <a:pt x="89" y="163"/>
                  <a:pt x="92" y="163"/>
                </a:cubicBezTo>
                <a:cubicBezTo>
                  <a:pt x="95" y="163"/>
                  <a:pt x="97" y="162"/>
                  <a:pt x="99" y="162"/>
                </a:cubicBezTo>
                <a:cubicBezTo>
                  <a:pt x="100" y="161"/>
                  <a:pt x="102" y="160"/>
                  <a:pt x="103" y="159"/>
                </a:cubicBezTo>
                <a:cubicBezTo>
                  <a:pt x="104" y="158"/>
                  <a:pt x="105" y="156"/>
                  <a:pt x="105" y="155"/>
                </a:cubicBezTo>
                <a:cubicBezTo>
                  <a:pt x="105" y="153"/>
                  <a:pt x="105" y="150"/>
                  <a:pt x="105" y="146"/>
                </a:cubicBezTo>
                <a:cubicBezTo>
                  <a:pt x="105" y="128"/>
                  <a:pt x="105" y="128"/>
                  <a:pt x="105" y="128"/>
                </a:cubicBezTo>
                <a:cubicBezTo>
                  <a:pt x="99" y="128"/>
                  <a:pt x="99" y="128"/>
                  <a:pt x="99" y="128"/>
                </a:cubicBezTo>
                <a:cubicBezTo>
                  <a:pt x="99" y="147"/>
                  <a:pt x="99" y="147"/>
                  <a:pt x="99" y="147"/>
                </a:cubicBezTo>
                <a:cubicBezTo>
                  <a:pt x="99" y="150"/>
                  <a:pt x="98" y="152"/>
                  <a:pt x="98" y="153"/>
                </a:cubicBezTo>
                <a:close/>
                <a:moveTo>
                  <a:pt x="174" y="156"/>
                </a:moveTo>
                <a:cubicBezTo>
                  <a:pt x="157" y="156"/>
                  <a:pt x="157" y="156"/>
                  <a:pt x="157" y="156"/>
                </a:cubicBezTo>
                <a:cubicBezTo>
                  <a:pt x="157" y="128"/>
                  <a:pt x="157" y="128"/>
                  <a:pt x="157" y="128"/>
                </a:cubicBezTo>
                <a:cubicBezTo>
                  <a:pt x="150" y="128"/>
                  <a:pt x="150" y="128"/>
                  <a:pt x="150" y="128"/>
                </a:cubicBezTo>
                <a:cubicBezTo>
                  <a:pt x="150" y="162"/>
                  <a:pt x="150" y="162"/>
                  <a:pt x="150" y="162"/>
                </a:cubicBezTo>
                <a:cubicBezTo>
                  <a:pt x="174" y="162"/>
                  <a:pt x="174" y="162"/>
                  <a:pt x="174" y="162"/>
                </a:cubicBezTo>
                <a:lnTo>
                  <a:pt x="174" y="156"/>
                </a:lnTo>
                <a:close/>
                <a:moveTo>
                  <a:pt x="126" y="142"/>
                </a:moveTo>
                <a:cubicBezTo>
                  <a:pt x="121" y="142"/>
                  <a:pt x="121" y="142"/>
                  <a:pt x="121" y="142"/>
                </a:cubicBezTo>
                <a:cubicBezTo>
                  <a:pt x="121" y="134"/>
                  <a:pt x="121" y="134"/>
                  <a:pt x="121" y="134"/>
                </a:cubicBezTo>
                <a:cubicBezTo>
                  <a:pt x="126" y="134"/>
                  <a:pt x="126" y="134"/>
                  <a:pt x="126" y="134"/>
                </a:cubicBezTo>
                <a:cubicBezTo>
                  <a:pt x="129" y="134"/>
                  <a:pt x="131" y="134"/>
                  <a:pt x="131" y="134"/>
                </a:cubicBezTo>
                <a:cubicBezTo>
                  <a:pt x="133" y="134"/>
                  <a:pt x="133" y="134"/>
                  <a:pt x="134" y="135"/>
                </a:cubicBezTo>
                <a:cubicBezTo>
                  <a:pt x="135" y="136"/>
                  <a:pt x="135" y="137"/>
                  <a:pt x="135" y="138"/>
                </a:cubicBezTo>
                <a:cubicBezTo>
                  <a:pt x="135" y="139"/>
                  <a:pt x="135" y="140"/>
                  <a:pt x="134" y="141"/>
                </a:cubicBezTo>
                <a:cubicBezTo>
                  <a:pt x="134" y="141"/>
                  <a:pt x="133" y="142"/>
                  <a:pt x="132" y="142"/>
                </a:cubicBezTo>
                <a:cubicBezTo>
                  <a:pt x="131" y="142"/>
                  <a:pt x="129" y="142"/>
                  <a:pt x="126" y="142"/>
                </a:cubicBezTo>
                <a:close/>
                <a:moveTo>
                  <a:pt x="75" y="98"/>
                </a:moveTo>
                <a:cubicBezTo>
                  <a:pt x="64" y="102"/>
                  <a:pt x="64" y="102"/>
                  <a:pt x="64" y="102"/>
                </a:cubicBezTo>
                <a:cubicBezTo>
                  <a:pt x="54" y="78"/>
                  <a:pt x="54" y="78"/>
                  <a:pt x="54" y="78"/>
                </a:cubicBezTo>
                <a:cubicBezTo>
                  <a:pt x="54" y="78"/>
                  <a:pt x="51" y="73"/>
                  <a:pt x="47" y="78"/>
                </a:cubicBezTo>
                <a:cubicBezTo>
                  <a:pt x="45" y="79"/>
                  <a:pt x="36" y="88"/>
                  <a:pt x="36" y="88"/>
                </a:cubicBezTo>
                <a:cubicBezTo>
                  <a:pt x="36" y="24"/>
                  <a:pt x="36" y="24"/>
                  <a:pt x="36" y="24"/>
                </a:cubicBezTo>
                <a:cubicBezTo>
                  <a:pt x="81" y="67"/>
                  <a:pt x="81" y="67"/>
                  <a:pt x="81" y="67"/>
                </a:cubicBezTo>
                <a:cubicBezTo>
                  <a:pt x="81" y="67"/>
                  <a:pt x="71" y="67"/>
                  <a:pt x="69" y="67"/>
                </a:cubicBezTo>
                <a:cubicBezTo>
                  <a:pt x="61" y="67"/>
                  <a:pt x="65" y="75"/>
                  <a:pt x="65" y="75"/>
                </a:cubicBezTo>
                <a:lnTo>
                  <a:pt x="75" y="98"/>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230"/>
          <p:cNvSpPr>
            <a:spLocks noEditPoints="1"/>
          </p:cNvSpPr>
          <p:nvPr/>
        </p:nvSpPr>
        <p:spPr bwMode="auto">
          <a:xfrm>
            <a:off x="184464" y="161838"/>
            <a:ext cx="387350" cy="390525"/>
          </a:xfrm>
          <a:custGeom>
            <a:avLst/>
            <a:gdLst>
              <a:gd name="T0" fmla="*/ 172 w 196"/>
              <a:gd name="T1" fmla="*/ 193 h 197"/>
              <a:gd name="T2" fmla="*/ 24 w 196"/>
              <a:gd name="T3" fmla="*/ 193 h 197"/>
              <a:gd name="T4" fmla="*/ 0 w 196"/>
              <a:gd name="T5" fmla="*/ 125 h 197"/>
              <a:gd name="T6" fmla="*/ 24 w 196"/>
              <a:gd name="T7" fmla="*/ 57 h 197"/>
              <a:gd name="T8" fmla="*/ 172 w 196"/>
              <a:gd name="T9" fmla="*/ 57 h 197"/>
              <a:gd name="T10" fmla="*/ 196 w 196"/>
              <a:gd name="T11" fmla="*/ 125 h 197"/>
              <a:gd name="T12" fmla="*/ 148 w 196"/>
              <a:gd name="T13" fmla="*/ 89 h 197"/>
              <a:gd name="T14" fmla="*/ 85 w 196"/>
              <a:gd name="T15" fmla="*/ 69 h 197"/>
              <a:gd name="T16" fmla="*/ 17 w 196"/>
              <a:gd name="T17" fmla="*/ 89 h 197"/>
              <a:gd name="T18" fmla="*/ 17 w 196"/>
              <a:gd name="T19" fmla="*/ 161 h 197"/>
              <a:gd name="T20" fmla="*/ 85 w 196"/>
              <a:gd name="T21" fmla="*/ 181 h 197"/>
              <a:gd name="T22" fmla="*/ 148 w 196"/>
              <a:gd name="T23" fmla="*/ 161 h 197"/>
              <a:gd name="T24" fmla="*/ 148 w 196"/>
              <a:gd name="T25" fmla="*/ 89 h 197"/>
              <a:gd name="T26" fmla="*/ 170 w 196"/>
              <a:gd name="T27" fmla="*/ 182 h 197"/>
              <a:gd name="T28" fmla="*/ 170 w 196"/>
              <a:gd name="T29" fmla="*/ 153 h 197"/>
              <a:gd name="T30" fmla="*/ 185 w 196"/>
              <a:gd name="T31" fmla="*/ 89 h 197"/>
              <a:gd name="T32" fmla="*/ 161 w 196"/>
              <a:gd name="T33" fmla="*/ 97 h 197"/>
              <a:gd name="T34" fmla="*/ 185 w 196"/>
              <a:gd name="T35" fmla="*/ 89 h 197"/>
              <a:gd name="T36" fmla="*/ 161 w 196"/>
              <a:gd name="T37" fmla="*/ 105 h 197"/>
              <a:gd name="T38" fmla="*/ 185 w 196"/>
              <a:gd name="T39" fmla="*/ 113 h 197"/>
              <a:gd name="T40" fmla="*/ 185 w 196"/>
              <a:gd name="T41" fmla="*/ 121 h 197"/>
              <a:gd name="T42" fmla="*/ 161 w 196"/>
              <a:gd name="T43" fmla="*/ 129 h 197"/>
              <a:gd name="T44" fmla="*/ 185 w 196"/>
              <a:gd name="T45" fmla="*/ 121 h 197"/>
              <a:gd name="T46" fmla="*/ 169 w 196"/>
              <a:gd name="T47" fmla="*/ 177 h 197"/>
              <a:gd name="T48" fmla="*/ 169 w 196"/>
              <a:gd name="T49" fmla="*/ 158 h 197"/>
              <a:gd name="T50" fmla="*/ 120 w 196"/>
              <a:gd name="T51" fmla="*/ 173 h 197"/>
              <a:gd name="T52" fmla="*/ 20 w 196"/>
              <a:gd name="T53" fmla="*/ 153 h 197"/>
              <a:gd name="T54" fmla="*/ 40 w 196"/>
              <a:gd name="T55" fmla="*/ 77 h 197"/>
              <a:gd name="T56" fmla="*/ 144 w 196"/>
              <a:gd name="T57" fmla="*/ 97 h 197"/>
              <a:gd name="T58" fmla="*/ 120 w 196"/>
              <a:gd name="T59" fmla="*/ 173 h 197"/>
              <a:gd name="T60" fmla="*/ 157 w 196"/>
              <a:gd name="T61" fmla="*/ 13 h 197"/>
              <a:gd name="T62" fmla="*/ 130 w 196"/>
              <a:gd name="T63" fmla="*/ 32 h 197"/>
              <a:gd name="T64" fmla="*/ 153 w 196"/>
              <a:gd name="T65" fmla="*/ 7 h 197"/>
              <a:gd name="T66" fmla="*/ 166 w 196"/>
              <a:gd name="T67" fmla="*/ 7 h 197"/>
              <a:gd name="T68" fmla="*/ 79 w 196"/>
              <a:gd name="T69" fmla="*/ 33 h 197"/>
              <a:gd name="T70" fmla="*/ 129 w 196"/>
              <a:gd name="T71" fmla="*/ 49 h 197"/>
              <a:gd name="T72" fmla="*/ 79 w 196"/>
              <a:gd name="T73" fmla="*/ 33 h 197"/>
              <a:gd name="T74" fmla="*/ 35 w 196"/>
              <a:gd name="T75" fmla="*/ 13 h 197"/>
              <a:gd name="T76" fmla="*/ 27 w 196"/>
              <a:gd name="T77" fmla="*/ 7 h 197"/>
              <a:gd name="T78" fmla="*/ 40 w 196"/>
              <a:gd name="T79" fmla="*/ 7 h 197"/>
              <a:gd name="T80" fmla="*/ 62 w 196"/>
              <a:gd name="T81" fmla="*/ 32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96" h="197">
                <a:moveTo>
                  <a:pt x="192" y="173"/>
                </a:moveTo>
                <a:cubicBezTo>
                  <a:pt x="192" y="184"/>
                  <a:pt x="183" y="193"/>
                  <a:pt x="172" y="193"/>
                </a:cubicBezTo>
                <a:cubicBezTo>
                  <a:pt x="172" y="193"/>
                  <a:pt x="135" y="197"/>
                  <a:pt x="99" y="197"/>
                </a:cubicBezTo>
                <a:cubicBezTo>
                  <a:pt x="61" y="197"/>
                  <a:pt x="24" y="193"/>
                  <a:pt x="24" y="193"/>
                </a:cubicBezTo>
                <a:cubicBezTo>
                  <a:pt x="13" y="193"/>
                  <a:pt x="4" y="184"/>
                  <a:pt x="4" y="173"/>
                </a:cubicBezTo>
                <a:cubicBezTo>
                  <a:pt x="4" y="173"/>
                  <a:pt x="0" y="149"/>
                  <a:pt x="0" y="125"/>
                </a:cubicBezTo>
                <a:cubicBezTo>
                  <a:pt x="0" y="101"/>
                  <a:pt x="4" y="77"/>
                  <a:pt x="4" y="77"/>
                </a:cubicBezTo>
                <a:cubicBezTo>
                  <a:pt x="4" y="66"/>
                  <a:pt x="9" y="57"/>
                  <a:pt x="24" y="57"/>
                </a:cubicBezTo>
                <a:cubicBezTo>
                  <a:pt x="25" y="57"/>
                  <a:pt x="62" y="53"/>
                  <a:pt x="99" y="53"/>
                </a:cubicBezTo>
                <a:cubicBezTo>
                  <a:pt x="135" y="53"/>
                  <a:pt x="172" y="57"/>
                  <a:pt x="172" y="57"/>
                </a:cubicBezTo>
                <a:cubicBezTo>
                  <a:pt x="183" y="57"/>
                  <a:pt x="192" y="66"/>
                  <a:pt x="192" y="77"/>
                </a:cubicBezTo>
                <a:cubicBezTo>
                  <a:pt x="192" y="77"/>
                  <a:pt x="196" y="101"/>
                  <a:pt x="196" y="125"/>
                </a:cubicBezTo>
                <a:cubicBezTo>
                  <a:pt x="196" y="149"/>
                  <a:pt x="192" y="173"/>
                  <a:pt x="192" y="173"/>
                </a:cubicBezTo>
                <a:close/>
                <a:moveTo>
                  <a:pt x="148" y="89"/>
                </a:moveTo>
                <a:cubicBezTo>
                  <a:pt x="148" y="80"/>
                  <a:pt x="141" y="73"/>
                  <a:pt x="132" y="73"/>
                </a:cubicBezTo>
                <a:cubicBezTo>
                  <a:pt x="132" y="73"/>
                  <a:pt x="114" y="69"/>
                  <a:pt x="85" y="69"/>
                </a:cubicBezTo>
                <a:cubicBezTo>
                  <a:pt x="55" y="69"/>
                  <a:pt x="34" y="73"/>
                  <a:pt x="33" y="73"/>
                </a:cubicBezTo>
                <a:cubicBezTo>
                  <a:pt x="21" y="73"/>
                  <a:pt x="17" y="80"/>
                  <a:pt x="17" y="89"/>
                </a:cubicBezTo>
                <a:cubicBezTo>
                  <a:pt x="17" y="89"/>
                  <a:pt x="14" y="108"/>
                  <a:pt x="14" y="127"/>
                </a:cubicBezTo>
                <a:cubicBezTo>
                  <a:pt x="14" y="146"/>
                  <a:pt x="17" y="161"/>
                  <a:pt x="17" y="161"/>
                </a:cubicBezTo>
                <a:cubicBezTo>
                  <a:pt x="17" y="170"/>
                  <a:pt x="24" y="177"/>
                  <a:pt x="33" y="177"/>
                </a:cubicBezTo>
                <a:cubicBezTo>
                  <a:pt x="33" y="177"/>
                  <a:pt x="55" y="181"/>
                  <a:pt x="85" y="181"/>
                </a:cubicBezTo>
                <a:cubicBezTo>
                  <a:pt x="114" y="181"/>
                  <a:pt x="132" y="177"/>
                  <a:pt x="132" y="177"/>
                </a:cubicBezTo>
                <a:cubicBezTo>
                  <a:pt x="141" y="177"/>
                  <a:pt x="148" y="170"/>
                  <a:pt x="148" y="161"/>
                </a:cubicBezTo>
                <a:cubicBezTo>
                  <a:pt x="148" y="161"/>
                  <a:pt x="152" y="146"/>
                  <a:pt x="152" y="127"/>
                </a:cubicBezTo>
                <a:cubicBezTo>
                  <a:pt x="152" y="108"/>
                  <a:pt x="148" y="89"/>
                  <a:pt x="148" y="89"/>
                </a:cubicBezTo>
                <a:close/>
                <a:moveTo>
                  <a:pt x="155" y="168"/>
                </a:moveTo>
                <a:cubicBezTo>
                  <a:pt x="155" y="176"/>
                  <a:pt x="162" y="182"/>
                  <a:pt x="170" y="182"/>
                </a:cubicBezTo>
                <a:cubicBezTo>
                  <a:pt x="177" y="182"/>
                  <a:pt x="184" y="176"/>
                  <a:pt x="184" y="168"/>
                </a:cubicBezTo>
                <a:cubicBezTo>
                  <a:pt x="184" y="160"/>
                  <a:pt x="177" y="153"/>
                  <a:pt x="170" y="153"/>
                </a:cubicBezTo>
                <a:cubicBezTo>
                  <a:pt x="162" y="153"/>
                  <a:pt x="155" y="160"/>
                  <a:pt x="155" y="168"/>
                </a:cubicBezTo>
                <a:close/>
                <a:moveTo>
                  <a:pt x="185" y="89"/>
                </a:moveTo>
                <a:cubicBezTo>
                  <a:pt x="161" y="89"/>
                  <a:pt x="161" y="89"/>
                  <a:pt x="161" y="89"/>
                </a:cubicBezTo>
                <a:cubicBezTo>
                  <a:pt x="161" y="97"/>
                  <a:pt x="161" y="97"/>
                  <a:pt x="161" y="97"/>
                </a:cubicBezTo>
                <a:cubicBezTo>
                  <a:pt x="185" y="97"/>
                  <a:pt x="185" y="97"/>
                  <a:pt x="185" y="97"/>
                </a:cubicBezTo>
                <a:lnTo>
                  <a:pt x="185" y="89"/>
                </a:lnTo>
                <a:close/>
                <a:moveTo>
                  <a:pt x="185" y="105"/>
                </a:moveTo>
                <a:cubicBezTo>
                  <a:pt x="161" y="105"/>
                  <a:pt x="161" y="105"/>
                  <a:pt x="161" y="105"/>
                </a:cubicBezTo>
                <a:cubicBezTo>
                  <a:pt x="161" y="113"/>
                  <a:pt x="161" y="113"/>
                  <a:pt x="161" y="113"/>
                </a:cubicBezTo>
                <a:cubicBezTo>
                  <a:pt x="185" y="113"/>
                  <a:pt x="185" y="113"/>
                  <a:pt x="185" y="113"/>
                </a:cubicBezTo>
                <a:lnTo>
                  <a:pt x="185" y="105"/>
                </a:lnTo>
                <a:close/>
                <a:moveTo>
                  <a:pt x="185" y="121"/>
                </a:moveTo>
                <a:cubicBezTo>
                  <a:pt x="161" y="121"/>
                  <a:pt x="161" y="121"/>
                  <a:pt x="161" y="121"/>
                </a:cubicBezTo>
                <a:cubicBezTo>
                  <a:pt x="161" y="129"/>
                  <a:pt x="161" y="129"/>
                  <a:pt x="161" y="129"/>
                </a:cubicBezTo>
                <a:cubicBezTo>
                  <a:pt x="185" y="129"/>
                  <a:pt x="185" y="129"/>
                  <a:pt x="185" y="129"/>
                </a:cubicBezTo>
                <a:lnTo>
                  <a:pt x="185" y="121"/>
                </a:lnTo>
                <a:close/>
                <a:moveTo>
                  <a:pt x="179" y="168"/>
                </a:moveTo>
                <a:cubicBezTo>
                  <a:pt x="179" y="173"/>
                  <a:pt x="175" y="177"/>
                  <a:pt x="169" y="177"/>
                </a:cubicBezTo>
                <a:cubicBezTo>
                  <a:pt x="164" y="177"/>
                  <a:pt x="160" y="173"/>
                  <a:pt x="160" y="168"/>
                </a:cubicBezTo>
                <a:cubicBezTo>
                  <a:pt x="160" y="162"/>
                  <a:pt x="164" y="158"/>
                  <a:pt x="169" y="158"/>
                </a:cubicBezTo>
                <a:cubicBezTo>
                  <a:pt x="175" y="158"/>
                  <a:pt x="179" y="162"/>
                  <a:pt x="179" y="168"/>
                </a:cubicBezTo>
                <a:close/>
                <a:moveTo>
                  <a:pt x="120" y="173"/>
                </a:moveTo>
                <a:cubicBezTo>
                  <a:pt x="40" y="173"/>
                  <a:pt x="40" y="173"/>
                  <a:pt x="40" y="173"/>
                </a:cubicBezTo>
                <a:cubicBezTo>
                  <a:pt x="29" y="173"/>
                  <a:pt x="20" y="164"/>
                  <a:pt x="20" y="153"/>
                </a:cubicBezTo>
                <a:cubicBezTo>
                  <a:pt x="20" y="97"/>
                  <a:pt x="20" y="97"/>
                  <a:pt x="20" y="97"/>
                </a:cubicBezTo>
                <a:cubicBezTo>
                  <a:pt x="20" y="86"/>
                  <a:pt x="29" y="77"/>
                  <a:pt x="40" y="77"/>
                </a:cubicBezTo>
                <a:cubicBezTo>
                  <a:pt x="124" y="77"/>
                  <a:pt x="124" y="77"/>
                  <a:pt x="124" y="77"/>
                </a:cubicBezTo>
                <a:cubicBezTo>
                  <a:pt x="135" y="77"/>
                  <a:pt x="144" y="86"/>
                  <a:pt x="144" y="97"/>
                </a:cubicBezTo>
                <a:cubicBezTo>
                  <a:pt x="144" y="153"/>
                  <a:pt x="144" y="153"/>
                  <a:pt x="144" y="153"/>
                </a:cubicBezTo>
                <a:cubicBezTo>
                  <a:pt x="144" y="164"/>
                  <a:pt x="131" y="173"/>
                  <a:pt x="120" y="173"/>
                </a:cubicBezTo>
                <a:close/>
                <a:moveTo>
                  <a:pt x="159" y="13"/>
                </a:moveTo>
                <a:cubicBezTo>
                  <a:pt x="158" y="13"/>
                  <a:pt x="158" y="13"/>
                  <a:pt x="157" y="13"/>
                </a:cubicBezTo>
                <a:cubicBezTo>
                  <a:pt x="134" y="36"/>
                  <a:pt x="134" y="36"/>
                  <a:pt x="134" y="36"/>
                </a:cubicBezTo>
                <a:cubicBezTo>
                  <a:pt x="130" y="32"/>
                  <a:pt x="130" y="32"/>
                  <a:pt x="130" y="32"/>
                </a:cubicBezTo>
                <a:cubicBezTo>
                  <a:pt x="153" y="10"/>
                  <a:pt x="153" y="10"/>
                  <a:pt x="153" y="10"/>
                </a:cubicBezTo>
                <a:cubicBezTo>
                  <a:pt x="153" y="9"/>
                  <a:pt x="153" y="8"/>
                  <a:pt x="153" y="7"/>
                </a:cubicBezTo>
                <a:cubicBezTo>
                  <a:pt x="153" y="3"/>
                  <a:pt x="156" y="0"/>
                  <a:pt x="159" y="0"/>
                </a:cubicBezTo>
                <a:cubicBezTo>
                  <a:pt x="163" y="0"/>
                  <a:pt x="166" y="3"/>
                  <a:pt x="166" y="7"/>
                </a:cubicBezTo>
                <a:cubicBezTo>
                  <a:pt x="166" y="10"/>
                  <a:pt x="163" y="13"/>
                  <a:pt x="159" y="13"/>
                </a:cubicBezTo>
                <a:close/>
                <a:moveTo>
                  <a:pt x="79" y="33"/>
                </a:moveTo>
                <a:cubicBezTo>
                  <a:pt x="115" y="33"/>
                  <a:pt x="115" y="33"/>
                  <a:pt x="115" y="33"/>
                </a:cubicBezTo>
                <a:cubicBezTo>
                  <a:pt x="123" y="33"/>
                  <a:pt x="129" y="41"/>
                  <a:pt x="129" y="49"/>
                </a:cubicBezTo>
                <a:cubicBezTo>
                  <a:pt x="106" y="49"/>
                  <a:pt x="85" y="49"/>
                  <a:pt x="65" y="49"/>
                </a:cubicBezTo>
                <a:cubicBezTo>
                  <a:pt x="65" y="41"/>
                  <a:pt x="71" y="33"/>
                  <a:pt x="79" y="33"/>
                </a:cubicBezTo>
                <a:close/>
                <a:moveTo>
                  <a:pt x="58" y="36"/>
                </a:moveTo>
                <a:cubicBezTo>
                  <a:pt x="35" y="13"/>
                  <a:pt x="35" y="13"/>
                  <a:pt x="35" y="13"/>
                </a:cubicBezTo>
                <a:cubicBezTo>
                  <a:pt x="35" y="13"/>
                  <a:pt x="34" y="13"/>
                  <a:pt x="33" y="13"/>
                </a:cubicBezTo>
                <a:cubicBezTo>
                  <a:pt x="29" y="13"/>
                  <a:pt x="27" y="10"/>
                  <a:pt x="27" y="7"/>
                </a:cubicBezTo>
                <a:cubicBezTo>
                  <a:pt x="27" y="3"/>
                  <a:pt x="29" y="0"/>
                  <a:pt x="33" y="0"/>
                </a:cubicBezTo>
                <a:cubicBezTo>
                  <a:pt x="37" y="0"/>
                  <a:pt x="40" y="3"/>
                  <a:pt x="40" y="7"/>
                </a:cubicBezTo>
                <a:cubicBezTo>
                  <a:pt x="40" y="8"/>
                  <a:pt x="39" y="9"/>
                  <a:pt x="39" y="10"/>
                </a:cubicBezTo>
                <a:cubicBezTo>
                  <a:pt x="62" y="32"/>
                  <a:pt x="62" y="32"/>
                  <a:pt x="62" y="32"/>
                </a:cubicBezTo>
                <a:lnTo>
                  <a:pt x="58" y="36"/>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231"/>
          <p:cNvSpPr>
            <a:spLocks noEditPoints="1"/>
          </p:cNvSpPr>
          <p:nvPr/>
        </p:nvSpPr>
        <p:spPr bwMode="auto">
          <a:xfrm>
            <a:off x="675001" y="176125"/>
            <a:ext cx="393700" cy="381000"/>
          </a:xfrm>
          <a:custGeom>
            <a:avLst/>
            <a:gdLst>
              <a:gd name="T0" fmla="*/ 196 w 199"/>
              <a:gd name="T1" fmla="*/ 173 h 193"/>
              <a:gd name="T2" fmla="*/ 176 w 199"/>
              <a:gd name="T3" fmla="*/ 193 h 193"/>
              <a:gd name="T4" fmla="*/ 20 w 199"/>
              <a:gd name="T5" fmla="*/ 193 h 193"/>
              <a:gd name="T6" fmla="*/ 0 w 199"/>
              <a:gd name="T7" fmla="*/ 173 h 193"/>
              <a:gd name="T8" fmla="*/ 22 w 199"/>
              <a:gd name="T9" fmla="*/ 49 h 193"/>
              <a:gd name="T10" fmla="*/ 173 w 199"/>
              <a:gd name="T11" fmla="*/ 49 h 193"/>
              <a:gd name="T12" fmla="*/ 196 w 199"/>
              <a:gd name="T13" fmla="*/ 173 h 193"/>
              <a:gd name="T14" fmla="*/ 168 w 199"/>
              <a:gd name="T15" fmla="*/ 81 h 193"/>
              <a:gd name="T16" fmla="*/ 148 w 199"/>
              <a:gd name="T17" fmla="*/ 61 h 193"/>
              <a:gd name="T18" fmla="*/ 40 w 199"/>
              <a:gd name="T19" fmla="*/ 61 h 193"/>
              <a:gd name="T20" fmla="*/ 20 w 199"/>
              <a:gd name="T21" fmla="*/ 81 h 193"/>
              <a:gd name="T22" fmla="*/ 20 w 199"/>
              <a:gd name="T23" fmla="*/ 89 h 193"/>
              <a:gd name="T24" fmla="*/ 40 w 199"/>
              <a:gd name="T25" fmla="*/ 109 h 193"/>
              <a:gd name="T26" fmla="*/ 148 w 199"/>
              <a:gd name="T27" fmla="*/ 109 h 193"/>
              <a:gd name="T28" fmla="*/ 168 w 199"/>
              <a:gd name="T29" fmla="*/ 89 h 193"/>
              <a:gd name="T30" fmla="*/ 168 w 199"/>
              <a:gd name="T31" fmla="*/ 81 h 193"/>
              <a:gd name="T32" fmla="*/ 153 w 199"/>
              <a:gd name="T33" fmla="*/ 123 h 193"/>
              <a:gd name="T34" fmla="*/ 125 w 199"/>
              <a:gd name="T35" fmla="*/ 151 h 193"/>
              <a:gd name="T36" fmla="*/ 153 w 199"/>
              <a:gd name="T37" fmla="*/ 179 h 193"/>
              <a:gd name="T38" fmla="*/ 181 w 199"/>
              <a:gd name="T39" fmla="*/ 151 h 193"/>
              <a:gd name="T40" fmla="*/ 153 w 199"/>
              <a:gd name="T41" fmla="*/ 123 h 193"/>
              <a:gd name="T42" fmla="*/ 153 w 199"/>
              <a:gd name="T43" fmla="*/ 169 h 193"/>
              <a:gd name="T44" fmla="*/ 135 w 199"/>
              <a:gd name="T45" fmla="*/ 151 h 193"/>
              <a:gd name="T46" fmla="*/ 153 w 199"/>
              <a:gd name="T47" fmla="*/ 133 h 193"/>
              <a:gd name="T48" fmla="*/ 171 w 199"/>
              <a:gd name="T49" fmla="*/ 151 h 193"/>
              <a:gd name="T50" fmla="*/ 153 w 199"/>
              <a:gd name="T51" fmla="*/ 169 h 193"/>
              <a:gd name="T52" fmla="*/ 32 w 199"/>
              <a:gd name="T53" fmla="*/ 89 h 193"/>
              <a:gd name="T54" fmla="*/ 112 w 199"/>
              <a:gd name="T55" fmla="*/ 89 h 193"/>
              <a:gd name="T56" fmla="*/ 112 w 199"/>
              <a:gd name="T57" fmla="*/ 97 h 193"/>
              <a:gd name="T58" fmla="*/ 120 w 199"/>
              <a:gd name="T59" fmla="*/ 97 h 193"/>
              <a:gd name="T60" fmla="*/ 120 w 199"/>
              <a:gd name="T61" fmla="*/ 89 h 193"/>
              <a:gd name="T62" fmla="*/ 140 w 199"/>
              <a:gd name="T63" fmla="*/ 89 h 193"/>
              <a:gd name="T64" fmla="*/ 140 w 199"/>
              <a:gd name="T65" fmla="*/ 97 h 193"/>
              <a:gd name="T66" fmla="*/ 148 w 199"/>
              <a:gd name="T67" fmla="*/ 97 h 193"/>
              <a:gd name="T68" fmla="*/ 148 w 199"/>
              <a:gd name="T69" fmla="*/ 89 h 193"/>
              <a:gd name="T70" fmla="*/ 156 w 199"/>
              <a:gd name="T71" fmla="*/ 89 h 193"/>
              <a:gd name="T72" fmla="*/ 156 w 199"/>
              <a:gd name="T73" fmla="*/ 101 h 193"/>
              <a:gd name="T74" fmla="*/ 32 w 199"/>
              <a:gd name="T75" fmla="*/ 101 h 193"/>
              <a:gd name="T76" fmla="*/ 32 w 199"/>
              <a:gd name="T77" fmla="*/ 89 h 193"/>
              <a:gd name="T78" fmla="*/ 92 w 199"/>
              <a:gd name="T79" fmla="*/ 73 h 193"/>
              <a:gd name="T80" fmla="*/ 84 w 199"/>
              <a:gd name="T81" fmla="*/ 73 h 193"/>
              <a:gd name="T82" fmla="*/ 84 w 199"/>
              <a:gd name="T83" fmla="*/ 81 h 193"/>
              <a:gd name="T84" fmla="*/ 68 w 199"/>
              <a:gd name="T85" fmla="*/ 81 h 193"/>
              <a:gd name="T86" fmla="*/ 68 w 199"/>
              <a:gd name="T87" fmla="*/ 73 h 193"/>
              <a:gd name="T88" fmla="*/ 60 w 199"/>
              <a:gd name="T89" fmla="*/ 73 h 193"/>
              <a:gd name="T90" fmla="*/ 60 w 199"/>
              <a:gd name="T91" fmla="*/ 81 h 193"/>
              <a:gd name="T92" fmla="*/ 32 w 199"/>
              <a:gd name="T93" fmla="*/ 81 h 193"/>
              <a:gd name="T94" fmla="*/ 32 w 199"/>
              <a:gd name="T95" fmla="*/ 69 h 193"/>
              <a:gd name="T96" fmla="*/ 156 w 199"/>
              <a:gd name="T97" fmla="*/ 69 h 193"/>
              <a:gd name="T98" fmla="*/ 156 w 199"/>
              <a:gd name="T99" fmla="*/ 81 h 193"/>
              <a:gd name="T100" fmla="*/ 92 w 199"/>
              <a:gd name="T101" fmla="*/ 81 h 193"/>
              <a:gd name="T102" fmla="*/ 92 w 199"/>
              <a:gd name="T103" fmla="*/ 73 h 193"/>
              <a:gd name="T104" fmla="*/ 37 w 199"/>
              <a:gd name="T105" fmla="*/ 21 h 193"/>
              <a:gd name="T106" fmla="*/ 29 w 199"/>
              <a:gd name="T107" fmla="*/ 23 h 193"/>
              <a:gd name="T108" fmla="*/ 18 w 199"/>
              <a:gd name="T109" fmla="*/ 12 h 193"/>
              <a:gd name="T110" fmla="*/ 29 w 199"/>
              <a:gd name="T111" fmla="*/ 0 h 193"/>
              <a:gd name="T112" fmla="*/ 40 w 199"/>
              <a:gd name="T113" fmla="*/ 9 h 193"/>
              <a:gd name="T114" fmla="*/ 175 w 199"/>
              <a:gd name="T115" fmla="*/ 45 h 193"/>
              <a:gd name="T116" fmla="*/ 129 w 199"/>
              <a:gd name="T117" fmla="*/ 45 h 193"/>
              <a:gd name="T118" fmla="*/ 37 w 199"/>
              <a:gd name="T119" fmla="*/ 21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9" h="193">
                <a:moveTo>
                  <a:pt x="196" y="173"/>
                </a:moveTo>
                <a:cubicBezTo>
                  <a:pt x="196" y="184"/>
                  <a:pt x="187" y="193"/>
                  <a:pt x="176" y="193"/>
                </a:cubicBezTo>
                <a:cubicBezTo>
                  <a:pt x="20" y="193"/>
                  <a:pt x="20" y="193"/>
                  <a:pt x="20" y="193"/>
                </a:cubicBezTo>
                <a:cubicBezTo>
                  <a:pt x="9" y="193"/>
                  <a:pt x="0" y="184"/>
                  <a:pt x="0" y="173"/>
                </a:cubicBezTo>
                <a:cubicBezTo>
                  <a:pt x="0" y="173"/>
                  <a:pt x="0" y="49"/>
                  <a:pt x="22" y="49"/>
                </a:cubicBezTo>
                <a:cubicBezTo>
                  <a:pt x="173" y="49"/>
                  <a:pt x="173" y="49"/>
                  <a:pt x="173" y="49"/>
                </a:cubicBezTo>
                <a:cubicBezTo>
                  <a:pt x="199" y="49"/>
                  <a:pt x="196" y="173"/>
                  <a:pt x="196" y="173"/>
                </a:cubicBezTo>
                <a:close/>
                <a:moveTo>
                  <a:pt x="168" y="81"/>
                </a:moveTo>
                <a:cubicBezTo>
                  <a:pt x="168" y="70"/>
                  <a:pt x="159" y="61"/>
                  <a:pt x="148" y="61"/>
                </a:cubicBezTo>
                <a:cubicBezTo>
                  <a:pt x="40" y="61"/>
                  <a:pt x="40" y="61"/>
                  <a:pt x="40" y="61"/>
                </a:cubicBezTo>
                <a:cubicBezTo>
                  <a:pt x="29" y="61"/>
                  <a:pt x="20" y="70"/>
                  <a:pt x="20" y="81"/>
                </a:cubicBezTo>
                <a:cubicBezTo>
                  <a:pt x="20" y="89"/>
                  <a:pt x="20" y="89"/>
                  <a:pt x="20" y="89"/>
                </a:cubicBezTo>
                <a:cubicBezTo>
                  <a:pt x="20" y="100"/>
                  <a:pt x="29" y="109"/>
                  <a:pt x="40" y="109"/>
                </a:cubicBezTo>
                <a:cubicBezTo>
                  <a:pt x="148" y="109"/>
                  <a:pt x="148" y="109"/>
                  <a:pt x="148" y="109"/>
                </a:cubicBezTo>
                <a:cubicBezTo>
                  <a:pt x="159" y="109"/>
                  <a:pt x="168" y="100"/>
                  <a:pt x="168" y="89"/>
                </a:cubicBezTo>
                <a:lnTo>
                  <a:pt x="168" y="81"/>
                </a:lnTo>
                <a:close/>
                <a:moveTo>
                  <a:pt x="153" y="123"/>
                </a:moveTo>
                <a:cubicBezTo>
                  <a:pt x="138" y="123"/>
                  <a:pt x="125" y="136"/>
                  <a:pt x="125" y="151"/>
                </a:cubicBezTo>
                <a:cubicBezTo>
                  <a:pt x="125" y="166"/>
                  <a:pt x="138" y="179"/>
                  <a:pt x="153" y="179"/>
                </a:cubicBezTo>
                <a:cubicBezTo>
                  <a:pt x="169" y="179"/>
                  <a:pt x="181" y="166"/>
                  <a:pt x="181" y="151"/>
                </a:cubicBezTo>
                <a:cubicBezTo>
                  <a:pt x="181" y="136"/>
                  <a:pt x="169" y="123"/>
                  <a:pt x="153" y="123"/>
                </a:cubicBezTo>
                <a:close/>
                <a:moveTo>
                  <a:pt x="153" y="169"/>
                </a:moveTo>
                <a:cubicBezTo>
                  <a:pt x="143" y="169"/>
                  <a:pt x="135" y="161"/>
                  <a:pt x="135" y="151"/>
                </a:cubicBezTo>
                <a:cubicBezTo>
                  <a:pt x="135" y="141"/>
                  <a:pt x="143" y="133"/>
                  <a:pt x="153" y="133"/>
                </a:cubicBezTo>
                <a:cubicBezTo>
                  <a:pt x="163" y="133"/>
                  <a:pt x="171" y="141"/>
                  <a:pt x="171" y="151"/>
                </a:cubicBezTo>
                <a:cubicBezTo>
                  <a:pt x="171" y="161"/>
                  <a:pt x="163" y="169"/>
                  <a:pt x="153" y="169"/>
                </a:cubicBezTo>
                <a:close/>
                <a:moveTo>
                  <a:pt x="32" y="89"/>
                </a:moveTo>
                <a:cubicBezTo>
                  <a:pt x="112" y="89"/>
                  <a:pt x="112" y="89"/>
                  <a:pt x="112" y="89"/>
                </a:cubicBezTo>
                <a:cubicBezTo>
                  <a:pt x="112" y="97"/>
                  <a:pt x="112" y="97"/>
                  <a:pt x="112" y="97"/>
                </a:cubicBezTo>
                <a:cubicBezTo>
                  <a:pt x="120" y="97"/>
                  <a:pt x="120" y="97"/>
                  <a:pt x="120" y="97"/>
                </a:cubicBezTo>
                <a:cubicBezTo>
                  <a:pt x="120" y="89"/>
                  <a:pt x="120" y="89"/>
                  <a:pt x="120" y="89"/>
                </a:cubicBezTo>
                <a:cubicBezTo>
                  <a:pt x="140" y="89"/>
                  <a:pt x="140" y="89"/>
                  <a:pt x="140" y="89"/>
                </a:cubicBezTo>
                <a:cubicBezTo>
                  <a:pt x="140" y="97"/>
                  <a:pt x="140" y="97"/>
                  <a:pt x="140" y="97"/>
                </a:cubicBezTo>
                <a:cubicBezTo>
                  <a:pt x="148" y="97"/>
                  <a:pt x="148" y="97"/>
                  <a:pt x="148" y="97"/>
                </a:cubicBezTo>
                <a:cubicBezTo>
                  <a:pt x="148" y="89"/>
                  <a:pt x="148" y="89"/>
                  <a:pt x="148" y="89"/>
                </a:cubicBezTo>
                <a:cubicBezTo>
                  <a:pt x="156" y="89"/>
                  <a:pt x="156" y="89"/>
                  <a:pt x="156" y="89"/>
                </a:cubicBezTo>
                <a:cubicBezTo>
                  <a:pt x="156" y="101"/>
                  <a:pt x="156" y="101"/>
                  <a:pt x="156" y="101"/>
                </a:cubicBezTo>
                <a:cubicBezTo>
                  <a:pt x="32" y="101"/>
                  <a:pt x="32" y="101"/>
                  <a:pt x="32" y="101"/>
                </a:cubicBezTo>
                <a:lnTo>
                  <a:pt x="32" y="89"/>
                </a:lnTo>
                <a:close/>
                <a:moveTo>
                  <a:pt x="92" y="73"/>
                </a:moveTo>
                <a:cubicBezTo>
                  <a:pt x="84" y="73"/>
                  <a:pt x="84" y="73"/>
                  <a:pt x="84" y="73"/>
                </a:cubicBezTo>
                <a:cubicBezTo>
                  <a:pt x="84" y="81"/>
                  <a:pt x="84" y="81"/>
                  <a:pt x="84" y="81"/>
                </a:cubicBezTo>
                <a:cubicBezTo>
                  <a:pt x="68" y="81"/>
                  <a:pt x="68" y="81"/>
                  <a:pt x="68" y="81"/>
                </a:cubicBezTo>
                <a:cubicBezTo>
                  <a:pt x="68" y="73"/>
                  <a:pt x="68" y="73"/>
                  <a:pt x="68" y="73"/>
                </a:cubicBezTo>
                <a:cubicBezTo>
                  <a:pt x="60" y="73"/>
                  <a:pt x="60" y="73"/>
                  <a:pt x="60" y="73"/>
                </a:cubicBezTo>
                <a:cubicBezTo>
                  <a:pt x="60" y="81"/>
                  <a:pt x="60" y="81"/>
                  <a:pt x="60" y="81"/>
                </a:cubicBezTo>
                <a:cubicBezTo>
                  <a:pt x="32" y="81"/>
                  <a:pt x="32" y="81"/>
                  <a:pt x="32" y="81"/>
                </a:cubicBezTo>
                <a:cubicBezTo>
                  <a:pt x="32" y="69"/>
                  <a:pt x="32" y="69"/>
                  <a:pt x="32" y="69"/>
                </a:cubicBezTo>
                <a:cubicBezTo>
                  <a:pt x="156" y="69"/>
                  <a:pt x="156" y="69"/>
                  <a:pt x="156" y="69"/>
                </a:cubicBezTo>
                <a:cubicBezTo>
                  <a:pt x="156" y="81"/>
                  <a:pt x="156" y="81"/>
                  <a:pt x="156" y="81"/>
                </a:cubicBezTo>
                <a:cubicBezTo>
                  <a:pt x="92" y="81"/>
                  <a:pt x="92" y="81"/>
                  <a:pt x="92" y="81"/>
                </a:cubicBezTo>
                <a:lnTo>
                  <a:pt x="92" y="73"/>
                </a:lnTo>
                <a:close/>
                <a:moveTo>
                  <a:pt x="37" y="21"/>
                </a:moveTo>
                <a:cubicBezTo>
                  <a:pt x="35" y="22"/>
                  <a:pt x="32" y="23"/>
                  <a:pt x="29" y="23"/>
                </a:cubicBezTo>
                <a:cubicBezTo>
                  <a:pt x="23" y="23"/>
                  <a:pt x="18" y="18"/>
                  <a:pt x="18" y="12"/>
                </a:cubicBezTo>
                <a:cubicBezTo>
                  <a:pt x="18" y="6"/>
                  <a:pt x="23" y="0"/>
                  <a:pt x="29" y="0"/>
                </a:cubicBezTo>
                <a:cubicBezTo>
                  <a:pt x="35" y="0"/>
                  <a:pt x="39" y="4"/>
                  <a:pt x="40" y="9"/>
                </a:cubicBezTo>
                <a:cubicBezTo>
                  <a:pt x="175" y="45"/>
                  <a:pt x="175" y="45"/>
                  <a:pt x="175" y="45"/>
                </a:cubicBezTo>
                <a:cubicBezTo>
                  <a:pt x="129" y="45"/>
                  <a:pt x="129" y="45"/>
                  <a:pt x="129" y="45"/>
                </a:cubicBezTo>
                <a:lnTo>
                  <a:pt x="37" y="21"/>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232"/>
          <p:cNvSpPr>
            <a:spLocks noEditPoints="1"/>
          </p:cNvSpPr>
          <p:nvPr/>
        </p:nvSpPr>
        <p:spPr bwMode="auto">
          <a:xfrm>
            <a:off x="1171889" y="225338"/>
            <a:ext cx="379413" cy="331788"/>
          </a:xfrm>
          <a:custGeom>
            <a:avLst/>
            <a:gdLst>
              <a:gd name="T0" fmla="*/ 171 w 192"/>
              <a:gd name="T1" fmla="*/ 168 h 168"/>
              <a:gd name="T2" fmla="*/ 99 w 192"/>
              <a:gd name="T3" fmla="*/ 168 h 168"/>
              <a:gd name="T4" fmla="*/ 92 w 192"/>
              <a:gd name="T5" fmla="*/ 168 h 168"/>
              <a:gd name="T6" fmla="*/ 19 w 192"/>
              <a:gd name="T7" fmla="*/ 168 h 168"/>
              <a:gd name="T8" fmla="*/ 0 w 192"/>
              <a:gd name="T9" fmla="*/ 146 h 168"/>
              <a:gd name="T10" fmla="*/ 0 w 192"/>
              <a:gd name="T11" fmla="*/ 52 h 168"/>
              <a:gd name="T12" fmla="*/ 19 w 192"/>
              <a:gd name="T13" fmla="*/ 32 h 168"/>
              <a:gd name="T14" fmla="*/ 33 w 192"/>
              <a:gd name="T15" fmla="*/ 32 h 168"/>
              <a:gd name="T16" fmla="*/ 38 w 192"/>
              <a:gd name="T17" fmla="*/ 17 h 168"/>
              <a:gd name="T18" fmla="*/ 64 w 192"/>
              <a:gd name="T19" fmla="*/ 0 h 168"/>
              <a:gd name="T20" fmla="*/ 125 w 192"/>
              <a:gd name="T21" fmla="*/ 0 h 168"/>
              <a:gd name="T22" fmla="*/ 152 w 192"/>
              <a:gd name="T23" fmla="*/ 17 h 168"/>
              <a:gd name="T24" fmla="*/ 157 w 192"/>
              <a:gd name="T25" fmla="*/ 32 h 168"/>
              <a:gd name="T26" fmla="*/ 171 w 192"/>
              <a:gd name="T27" fmla="*/ 32 h 168"/>
              <a:gd name="T28" fmla="*/ 192 w 192"/>
              <a:gd name="T29" fmla="*/ 53 h 168"/>
              <a:gd name="T30" fmla="*/ 192 w 192"/>
              <a:gd name="T31" fmla="*/ 146 h 168"/>
              <a:gd name="T32" fmla="*/ 171 w 192"/>
              <a:gd name="T33" fmla="*/ 168 h 168"/>
              <a:gd name="T34" fmla="*/ 95 w 192"/>
              <a:gd name="T35" fmla="*/ 40 h 168"/>
              <a:gd name="T36" fmla="*/ 39 w 192"/>
              <a:gd name="T37" fmla="*/ 94 h 168"/>
              <a:gd name="T38" fmla="*/ 95 w 192"/>
              <a:gd name="T39" fmla="*/ 152 h 168"/>
              <a:gd name="T40" fmla="*/ 152 w 192"/>
              <a:gd name="T41" fmla="*/ 94 h 168"/>
              <a:gd name="T42" fmla="*/ 95 w 192"/>
              <a:gd name="T43" fmla="*/ 40 h 168"/>
              <a:gd name="T44" fmla="*/ 96 w 192"/>
              <a:gd name="T45" fmla="*/ 140 h 168"/>
              <a:gd name="T46" fmla="*/ 52 w 192"/>
              <a:gd name="T47" fmla="*/ 96 h 168"/>
              <a:gd name="T48" fmla="*/ 96 w 192"/>
              <a:gd name="T49" fmla="*/ 52 h 168"/>
              <a:gd name="T50" fmla="*/ 140 w 192"/>
              <a:gd name="T51" fmla="*/ 96 h 168"/>
              <a:gd name="T52" fmla="*/ 96 w 192"/>
              <a:gd name="T53" fmla="*/ 14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2" h="168">
                <a:moveTo>
                  <a:pt x="171" y="168"/>
                </a:moveTo>
                <a:cubicBezTo>
                  <a:pt x="99" y="168"/>
                  <a:pt x="99" y="168"/>
                  <a:pt x="99" y="168"/>
                </a:cubicBezTo>
                <a:cubicBezTo>
                  <a:pt x="92" y="168"/>
                  <a:pt x="92" y="168"/>
                  <a:pt x="92" y="168"/>
                </a:cubicBezTo>
                <a:cubicBezTo>
                  <a:pt x="19" y="168"/>
                  <a:pt x="19" y="168"/>
                  <a:pt x="19" y="168"/>
                </a:cubicBezTo>
                <a:cubicBezTo>
                  <a:pt x="9" y="168"/>
                  <a:pt x="0" y="157"/>
                  <a:pt x="0" y="146"/>
                </a:cubicBezTo>
                <a:cubicBezTo>
                  <a:pt x="0" y="52"/>
                  <a:pt x="0" y="52"/>
                  <a:pt x="0" y="52"/>
                </a:cubicBezTo>
                <a:cubicBezTo>
                  <a:pt x="0" y="41"/>
                  <a:pt x="9" y="32"/>
                  <a:pt x="19" y="32"/>
                </a:cubicBezTo>
                <a:cubicBezTo>
                  <a:pt x="33" y="32"/>
                  <a:pt x="33" y="32"/>
                  <a:pt x="33" y="32"/>
                </a:cubicBezTo>
                <a:cubicBezTo>
                  <a:pt x="38" y="17"/>
                  <a:pt x="38" y="17"/>
                  <a:pt x="38" y="17"/>
                </a:cubicBezTo>
                <a:cubicBezTo>
                  <a:pt x="42" y="7"/>
                  <a:pt x="53" y="0"/>
                  <a:pt x="64" y="0"/>
                </a:cubicBezTo>
                <a:cubicBezTo>
                  <a:pt x="125" y="0"/>
                  <a:pt x="125" y="0"/>
                  <a:pt x="125" y="0"/>
                </a:cubicBezTo>
                <a:cubicBezTo>
                  <a:pt x="136" y="0"/>
                  <a:pt x="148" y="7"/>
                  <a:pt x="152" y="17"/>
                </a:cubicBezTo>
                <a:cubicBezTo>
                  <a:pt x="157" y="32"/>
                  <a:pt x="157" y="32"/>
                  <a:pt x="157" y="32"/>
                </a:cubicBezTo>
                <a:cubicBezTo>
                  <a:pt x="171" y="32"/>
                  <a:pt x="171" y="32"/>
                  <a:pt x="171" y="32"/>
                </a:cubicBezTo>
                <a:cubicBezTo>
                  <a:pt x="182" y="32"/>
                  <a:pt x="192" y="42"/>
                  <a:pt x="192" y="53"/>
                </a:cubicBezTo>
                <a:cubicBezTo>
                  <a:pt x="192" y="146"/>
                  <a:pt x="192" y="146"/>
                  <a:pt x="192" y="146"/>
                </a:cubicBezTo>
                <a:cubicBezTo>
                  <a:pt x="192" y="157"/>
                  <a:pt x="182" y="168"/>
                  <a:pt x="171" y="168"/>
                </a:cubicBezTo>
                <a:close/>
                <a:moveTo>
                  <a:pt x="95" y="40"/>
                </a:moveTo>
                <a:cubicBezTo>
                  <a:pt x="54" y="41"/>
                  <a:pt x="39" y="75"/>
                  <a:pt x="39" y="94"/>
                </a:cubicBezTo>
                <a:cubicBezTo>
                  <a:pt x="39" y="113"/>
                  <a:pt x="44" y="150"/>
                  <a:pt x="95" y="152"/>
                </a:cubicBezTo>
                <a:cubicBezTo>
                  <a:pt x="147" y="150"/>
                  <a:pt x="152" y="113"/>
                  <a:pt x="152" y="94"/>
                </a:cubicBezTo>
                <a:cubicBezTo>
                  <a:pt x="152" y="75"/>
                  <a:pt x="137" y="41"/>
                  <a:pt x="95" y="40"/>
                </a:cubicBezTo>
                <a:close/>
                <a:moveTo>
                  <a:pt x="96" y="140"/>
                </a:moveTo>
                <a:cubicBezTo>
                  <a:pt x="71" y="140"/>
                  <a:pt x="52" y="120"/>
                  <a:pt x="52" y="96"/>
                </a:cubicBezTo>
                <a:cubicBezTo>
                  <a:pt x="52" y="72"/>
                  <a:pt x="71" y="52"/>
                  <a:pt x="96" y="52"/>
                </a:cubicBezTo>
                <a:cubicBezTo>
                  <a:pt x="120" y="52"/>
                  <a:pt x="140" y="72"/>
                  <a:pt x="140" y="96"/>
                </a:cubicBezTo>
                <a:cubicBezTo>
                  <a:pt x="140" y="120"/>
                  <a:pt x="120" y="140"/>
                  <a:pt x="96" y="140"/>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Freeform 233"/>
          <p:cNvSpPr>
            <a:spLocks noEditPoints="1"/>
          </p:cNvSpPr>
          <p:nvPr/>
        </p:nvSpPr>
        <p:spPr bwMode="auto">
          <a:xfrm>
            <a:off x="3094351" y="163425"/>
            <a:ext cx="395288" cy="396875"/>
          </a:xfrm>
          <a:custGeom>
            <a:avLst/>
            <a:gdLst>
              <a:gd name="T0" fmla="*/ 176 w 200"/>
              <a:gd name="T1" fmla="*/ 0 h 200"/>
              <a:gd name="T2" fmla="*/ 24 w 200"/>
              <a:gd name="T3" fmla="*/ 0 h 200"/>
              <a:gd name="T4" fmla="*/ 0 w 200"/>
              <a:gd name="T5" fmla="*/ 24 h 200"/>
              <a:gd name="T6" fmla="*/ 0 w 200"/>
              <a:gd name="T7" fmla="*/ 200 h 200"/>
              <a:gd name="T8" fmla="*/ 200 w 200"/>
              <a:gd name="T9" fmla="*/ 200 h 200"/>
              <a:gd name="T10" fmla="*/ 200 w 200"/>
              <a:gd name="T11" fmla="*/ 24 h 200"/>
              <a:gd name="T12" fmla="*/ 176 w 200"/>
              <a:gd name="T13" fmla="*/ 0 h 200"/>
              <a:gd name="T14" fmla="*/ 116 w 200"/>
              <a:gd name="T15" fmla="*/ 16 h 200"/>
              <a:gd name="T16" fmla="*/ 128 w 200"/>
              <a:gd name="T17" fmla="*/ 28 h 200"/>
              <a:gd name="T18" fmla="*/ 116 w 200"/>
              <a:gd name="T19" fmla="*/ 40 h 200"/>
              <a:gd name="T20" fmla="*/ 104 w 200"/>
              <a:gd name="T21" fmla="*/ 28 h 200"/>
              <a:gd name="T22" fmla="*/ 116 w 200"/>
              <a:gd name="T23" fmla="*/ 16 h 200"/>
              <a:gd name="T24" fmla="*/ 76 w 200"/>
              <a:gd name="T25" fmla="*/ 16 h 200"/>
              <a:gd name="T26" fmla="*/ 88 w 200"/>
              <a:gd name="T27" fmla="*/ 28 h 200"/>
              <a:gd name="T28" fmla="*/ 76 w 200"/>
              <a:gd name="T29" fmla="*/ 40 h 200"/>
              <a:gd name="T30" fmla="*/ 64 w 200"/>
              <a:gd name="T31" fmla="*/ 28 h 200"/>
              <a:gd name="T32" fmla="*/ 76 w 200"/>
              <a:gd name="T33" fmla="*/ 16 h 200"/>
              <a:gd name="T34" fmla="*/ 36 w 200"/>
              <a:gd name="T35" fmla="*/ 16 h 200"/>
              <a:gd name="T36" fmla="*/ 48 w 200"/>
              <a:gd name="T37" fmla="*/ 28 h 200"/>
              <a:gd name="T38" fmla="*/ 36 w 200"/>
              <a:gd name="T39" fmla="*/ 40 h 200"/>
              <a:gd name="T40" fmla="*/ 24 w 200"/>
              <a:gd name="T41" fmla="*/ 28 h 200"/>
              <a:gd name="T42" fmla="*/ 36 w 200"/>
              <a:gd name="T43" fmla="*/ 16 h 200"/>
              <a:gd name="T44" fmla="*/ 184 w 200"/>
              <a:gd name="T45" fmla="*/ 184 h 200"/>
              <a:gd name="T46" fmla="*/ 16 w 200"/>
              <a:gd name="T47" fmla="*/ 184 h 200"/>
              <a:gd name="T48" fmla="*/ 16 w 200"/>
              <a:gd name="T49" fmla="*/ 56 h 200"/>
              <a:gd name="T50" fmla="*/ 184 w 200"/>
              <a:gd name="T51" fmla="*/ 56 h 200"/>
              <a:gd name="T52" fmla="*/ 184 w 200"/>
              <a:gd name="T53" fmla="*/ 184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00" h="200">
                <a:moveTo>
                  <a:pt x="176" y="0"/>
                </a:moveTo>
                <a:cubicBezTo>
                  <a:pt x="24" y="0"/>
                  <a:pt x="24" y="0"/>
                  <a:pt x="24" y="0"/>
                </a:cubicBezTo>
                <a:cubicBezTo>
                  <a:pt x="11" y="0"/>
                  <a:pt x="0" y="11"/>
                  <a:pt x="0" y="24"/>
                </a:cubicBezTo>
                <a:cubicBezTo>
                  <a:pt x="0" y="200"/>
                  <a:pt x="0" y="200"/>
                  <a:pt x="0" y="200"/>
                </a:cubicBezTo>
                <a:cubicBezTo>
                  <a:pt x="200" y="200"/>
                  <a:pt x="200" y="200"/>
                  <a:pt x="200" y="200"/>
                </a:cubicBezTo>
                <a:cubicBezTo>
                  <a:pt x="200" y="24"/>
                  <a:pt x="200" y="24"/>
                  <a:pt x="200" y="24"/>
                </a:cubicBezTo>
                <a:cubicBezTo>
                  <a:pt x="200" y="11"/>
                  <a:pt x="189" y="0"/>
                  <a:pt x="176" y="0"/>
                </a:cubicBezTo>
                <a:close/>
                <a:moveTo>
                  <a:pt x="116" y="16"/>
                </a:moveTo>
                <a:cubicBezTo>
                  <a:pt x="123" y="16"/>
                  <a:pt x="128" y="22"/>
                  <a:pt x="128" y="28"/>
                </a:cubicBezTo>
                <a:cubicBezTo>
                  <a:pt x="128" y="35"/>
                  <a:pt x="123" y="40"/>
                  <a:pt x="116" y="40"/>
                </a:cubicBezTo>
                <a:cubicBezTo>
                  <a:pt x="110" y="40"/>
                  <a:pt x="104" y="35"/>
                  <a:pt x="104" y="28"/>
                </a:cubicBezTo>
                <a:cubicBezTo>
                  <a:pt x="104" y="22"/>
                  <a:pt x="110" y="16"/>
                  <a:pt x="116" y="16"/>
                </a:cubicBezTo>
                <a:close/>
                <a:moveTo>
                  <a:pt x="76" y="16"/>
                </a:moveTo>
                <a:cubicBezTo>
                  <a:pt x="83" y="16"/>
                  <a:pt x="88" y="22"/>
                  <a:pt x="88" y="28"/>
                </a:cubicBezTo>
                <a:cubicBezTo>
                  <a:pt x="88" y="35"/>
                  <a:pt x="83" y="40"/>
                  <a:pt x="76" y="40"/>
                </a:cubicBezTo>
                <a:cubicBezTo>
                  <a:pt x="70" y="40"/>
                  <a:pt x="64" y="35"/>
                  <a:pt x="64" y="28"/>
                </a:cubicBezTo>
                <a:cubicBezTo>
                  <a:pt x="64" y="22"/>
                  <a:pt x="70" y="16"/>
                  <a:pt x="76" y="16"/>
                </a:cubicBezTo>
                <a:close/>
                <a:moveTo>
                  <a:pt x="36" y="16"/>
                </a:moveTo>
                <a:cubicBezTo>
                  <a:pt x="43" y="16"/>
                  <a:pt x="48" y="22"/>
                  <a:pt x="48" y="28"/>
                </a:cubicBezTo>
                <a:cubicBezTo>
                  <a:pt x="48" y="35"/>
                  <a:pt x="43" y="40"/>
                  <a:pt x="36" y="40"/>
                </a:cubicBezTo>
                <a:cubicBezTo>
                  <a:pt x="30" y="40"/>
                  <a:pt x="24" y="35"/>
                  <a:pt x="24" y="28"/>
                </a:cubicBezTo>
                <a:cubicBezTo>
                  <a:pt x="24" y="22"/>
                  <a:pt x="30" y="16"/>
                  <a:pt x="36" y="16"/>
                </a:cubicBezTo>
                <a:close/>
                <a:moveTo>
                  <a:pt x="184" y="184"/>
                </a:moveTo>
                <a:cubicBezTo>
                  <a:pt x="16" y="184"/>
                  <a:pt x="16" y="184"/>
                  <a:pt x="16" y="184"/>
                </a:cubicBezTo>
                <a:cubicBezTo>
                  <a:pt x="16" y="56"/>
                  <a:pt x="16" y="56"/>
                  <a:pt x="16" y="56"/>
                </a:cubicBezTo>
                <a:cubicBezTo>
                  <a:pt x="184" y="56"/>
                  <a:pt x="184" y="56"/>
                  <a:pt x="184" y="56"/>
                </a:cubicBezTo>
                <a:lnTo>
                  <a:pt x="184" y="184"/>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234"/>
          <p:cNvSpPr>
            <a:spLocks noEditPoints="1"/>
          </p:cNvSpPr>
          <p:nvPr/>
        </p:nvSpPr>
        <p:spPr bwMode="auto">
          <a:xfrm>
            <a:off x="1644964" y="225338"/>
            <a:ext cx="395288" cy="301625"/>
          </a:xfrm>
          <a:custGeom>
            <a:avLst/>
            <a:gdLst>
              <a:gd name="T0" fmla="*/ 168 w 200"/>
              <a:gd name="T1" fmla="*/ 152 h 152"/>
              <a:gd name="T2" fmla="*/ 30 w 200"/>
              <a:gd name="T3" fmla="*/ 152 h 152"/>
              <a:gd name="T4" fmla="*/ 0 w 200"/>
              <a:gd name="T5" fmla="*/ 122 h 152"/>
              <a:gd name="T6" fmla="*/ 0 w 200"/>
              <a:gd name="T7" fmla="*/ 39 h 152"/>
              <a:gd name="T8" fmla="*/ 30 w 200"/>
              <a:gd name="T9" fmla="*/ 8 h 152"/>
              <a:gd name="T10" fmla="*/ 32 w 200"/>
              <a:gd name="T11" fmla="*/ 8 h 152"/>
              <a:gd name="T12" fmla="*/ 32 w 200"/>
              <a:gd name="T13" fmla="*/ 6 h 152"/>
              <a:gd name="T14" fmla="*/ 37 w 200"/>
              <a:gd name="T15" fmla="*/ 0 h 152"/>
              <a:gd name="T16" fmla="*/ 66 w 200"/>
              <a:gd name="T17" fmla="*/ 0 h 152"/>
              <a:gd name="T18" fmla="*/ 71 w 200"/>
              <a:gd name="T19" fmla="*/ 6 h 152"/>
              <a:gd name="T20" fmla="*/ 71 w 200"/>
              <a:gd name="T21" fmla="*/ 8 h 152"/>
              <a:gd name="T22" fmla="*/ 168 w 200"/>
              <a:gd name="T23" fmla="*/ 8 h 152"/>
              <a:gd name="T24" fmla="*/ 200 w 200"/>
              <a:gd name="T25" fmla="*/ 39 h 152"/>
              <a:gd name="T26" fmla="*/ 200 w 200"/>
              <a:gd name="T27" fmla="*/ 122 h 152"/>
              <a:gd name="T28" fmla="*/ 168 w 200"/>
              <a:gd name="T29" fmla="*/ 152 h 152"/>
              <a:gd name="T30" fmla="*/ 78 w 200"/>
              <a:gd name="T31" fmla="*/ 35 h 152"/>
              <a:gd name="T32" fmla="*/ 33 w 200"/>
              <a:gd name="T33" fmla="*/ 80 h 152"/>
              <a:gd name="T34" fmla="*/ 78 w 200"/>
              <a:gd name="T35" fmla="*/ 125 h 152"/>
              <a:gd name="T36" fmla="*/ 123 w 200"/>
              <a:gd name="T37" fmla="*/ 80 h 152"/>
              <a:gd name="T38" fmla="*/ 78 w 200"/>
              <a:gd name="T39" fmla="*/ 35 h 152"/>
              <a:gd name="T40" fmla="*/ 184 w 200"/>
              <a:gd name="T41" fmla="*/ 33 h 152"/>
              <a:gd name="T42" fmla="*/ 175 w 200"/>
              <a:gd name="T43" fmla="*/ 24 h 152"/>
              <a:gd name="T44" fmla="*/ 137 w 200"/>
              <a:gd name="T45" fmla="*/ 24 h 152"/>
              <a:gd name="T46" fmla="*/ 128 w 200"/>
              <a:gd name="T47" fmla="*/ 33 h 152"/>
              <a:gd name="T48" fmla="*/ 128 w 200"/>
              <a:gd name="T49" fmla="*/ 47 h 152"/>
              <a:gd name="T50" fmla="*/ 137 w 200"/>
              <a:gd name="T51" fmla="*/ 56 h 152"/>
              <a:gd name="T52" fmla="*/ 175 w 200"/>
              <a:gd name="T53" fmla="*/ 56 h 152"/>
              <a:gd name="T54" fmla="*/ 184 w 200"/>
              <a:gd name="T55" fmla="*/ 47 h 152"/>
              <a:gd name="T56" fmla="*/ 184 w 200"/>
              <a:gd name="T57" fmla="*/ 33 h 152"/>
              <a:gd name="T58" fmla="*/ 78 w 200"/>
              <a:gd name="T59" fmla="*/ 106 h 152"/>
              <a:gd name="T60" fmla="*/ 53 w 200"/>
              <a:gd name="T61" fmla="*/ 80 h 152"/>
              <a:gd name="T62" fmla="*/ 78 w 200"/>
              <a:gd name="T63" fmla="*/ 55 h 152"/>
              <a:gd name="T64" fmla="*/ 104 w 200"/>
              <a:gd name="T65" fmla="*/ 80 h 152"/>
              <a:gd name="T66" fmla="*/ 78 w 200"/>
              <a:gd name="T67" fmla="*/ 106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0" h="152">
                <a:moveTo>
                  <a:pt x="168" y="152"/>
                </a:moveTo>
                <a:cubicBezTo>
                  <a:pt x="30" y="152"/>
                  <a:pt x="30" y="152"/>
                  <a:pt x="30" y="152"/>
                </a:cubicBezTo>
                <a:cubicBezTo>
                  <a:pt x="14" y="152"/>
                  <a:pt x="0" y="139"/>
                  <a:pt x="0" y="122"/>
                </a:cubicBezTo>
                <a:cubicBezTo>
                  <a:pt x="0" y="39"/>
                  <a:pt x="0" y="39"/>
                  <a:pt x="0" y="39"/>
                </a:cubicBezTo>
                <a:cubicBezTo>
                  <a:pt x="0" y="23"/>
                  <a:pt x="14" y="8"/>
                  <a:pt x="30" y="8"/>
                </a:cubicBezTo>
                <a:cubicBezTo>
                  <a:pt x="32" y="8"/>
                  <a:pt x="32" y="8"/>
                  <a:pt x="32" y="8"/>
                </a:cubicBezTo>
                <a:cubicBezTo>
                  <a:pt x="32" y="6"/>
                  <a:pt x="32" y="6"/>
                  <a:pt x="32" y="6"/>
                </a:cubicBezTo>
                <a:cubicBezTo>
                  <a:pt x="32" y="3"/>
                  <a:pt x="35" y="0"/>
                  <a:pt x="37" y="0"/>
                </a:cubicBezTo>
                <a:cubicBezTo>
                  <a:pt x="66" y="0"/>
                  <a:pt x="66" y="0"/>
                  <a:pt x="66" y="0"/>
                </a:cubicBezTo>
                <a:cubicBezTo>
                  <a:pt x="69" y="0"/>
                  <a:pt x="71" y="3"/>
                  <a:pt x="71" y="6"/>
                </a:cubicBezTo>
                <a:cubicBezTo>
                  <a:pt x="71" y="8"/>
                  <a:pt x="71" y="8"/>
                  <a:pt x="71" y="8"/>
                </a:cubicBezTo>
                <a:cubicBezTo>
                  <a:pt x="168" y="8"/>
                  <a:pt x="168" y="8"/>
                  <a:pt x="168" y="8"/>
                </a:cubicBezTo>
                <a:cubicBezTo>
                  <a:pt x="185" y="8"/>
                  <a:pt x="200" y="23"/>
                  <a:pt x="200" y="39"/>
                </a:cubicBezTo>
                <a:cubicBezTo>
                  <a:pt x="200" y="122"/>
                  <a:pt x="200" y="122"/>
                  <a:pt x="200" y="122"/>
                </a:cubicBezTo>
                <a:cubicBezTo>
                  <a:pt x="200" y="139"/>
                  <a:pt x="185" y="152"/>
                  <a:pt x="168" y="152"/>
                </a:cubicBezTo>
                <a:close/>
                <a:moveTo>
                  <a:pt x="78" y="35"/>
                </a:moveTo>
                <a:cubicBezTo>
                  <a:pt x="54" y="35"/>
                  <a:pt x="33" y="56"/>
                  <a:pt x="33" y="80"/>
                </a:cubicBezTo>
                <a:cubicBezTo>
                  <a:pt x="33" y="105"/>
                  <a:pt x="54" y="125"/>
                  <a:pt x="78" y="125"/>
                </a:cubicBezTo>
                <a:cubicBezTo>
                  <a:pt x="103" y="125"/>
                  <a:pt x="123" y="105"/>
                  <a:pt x="123" y="80"/>
                </a:cubicBezTo>
                <a:cubicBezTo>
                  <a:pt x="123" y="56"/>
                  <a:pt x="103" y="35"/>
                  <a:pt x="78" y="35"/>
                </a:cubicBezTo>
                <a:close/>
                <a:moveTo>
                  <a:pt x="184" y="33"/>
                </a:moveTo>
                <a:cubicBezTo>
                  <a:pt x="184" y="28"/>
                  <a:pt x="180" y="24"/>
                  <a:pt x="175" y="24"/>
                </a:cubicBezTo>
                <a:cubicBezTo>
                  <a:pt x="137" y="24"/>
                  <a:pt x="137" y="24"/>
                  <a:pt x="137" y="24"/>
                </a:cubicBezTo>
                <a:cubicBezTo>
                  <a:pt x="132" y="24"/>
                  <a:pt x="128" y="28"/>
                  <a:pt x="128" y="33"/>
                </a:cubicBezTo>
                <a:cubicBezTo>
                  <a:pt x="128" y="47"/>
                  <a:pt x="128" y="47"/>
                  <a:pt x="128" y="47"/>
                </a:cubicBezTo>
                <a:cubicBezTo>
                  <a:pt x="128" y="52"/>
                  <a:pt x="132" y="56"/>
                  <a:pt x="137" y="56"/>
                </a:cubicBezTo>
                <a:cubicBezTo>
                  <a:pt x="175" y="56"/>
                  <a:pt x="175" y="56"/>
                  <a:pt x="175" y="56"/>
                </a:cubicBezTo>
                <a:cubicBezTo>
                  <a:pt x="180" y="56"/>
                  <a:pt x="184" y="52"/>
                  <a:pt x="184" y="47"/>
                </a:cubicBezTo>
                <a:lnTo>
                  <a:pt x="184" y="33"/>
                </a:lnTo>
                <a:close/>
                <a:moveTo>
                  <a:pt x="78" y="106"/>
                </a:moveTo>
                <a:cubicBezTo>
                  <a:pt x="64" y="106"/>
                  <a:pt x="53" y="95"/>
                  <a:pt x="53" y="80"/>
                </a:cubicBezTo>
                <a:cubicBezTo>
                  <a:pt x="53" y="66"/>
                  <a:pt x="64" y="55"/>
                  <a:pt x="78" y="55"/>
                </a:cubicBezTo>
                <a:cubicBezTo>
                  <a:pt x="92" y="55"/>
                  <a:pt x="104" y="66"/>
                  <a:pt x="104" y="80"/>
                </a:cubicBezTo>
                <a:cubicBezTo>
                  <a:pt x="104" y="95"/>
                  <a:pt x="92" y="106"/>
                  <a:pt x="78" y="106"/>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235"/>
          <p:cNvSpPr>
            <a:spLocks noEditPoints="1"/>
          </p:cNvSpPr>
          <p:nvPr/>
        </p:nvSpPr>
        <p:spPr bwMode="auto">
          <a:xfrm>
            <a:off x="2116451" y="177713"/>
            <a:ext cx="396875" cy="379413"/>
          </a:xfrm>
          <a:custGeom>
            <a:avLst/>
            <a:gdLst>
              <a:gd name="T0" fmla="*/ 180 w 200"/>
              <a:gd name="T1" fmla="*/ 8 h 192"/>
              <a:gd name="T2" fmla="*/ 200 w 200"/>
              <a:gd name="T3" fmla="*/ 28 h 192"/>
              <a:gd name="T4" fmla="*/ 180 w 200"/>
              <a:gd name="T5" fmla="*/ 56 h 192"/>
              <a:gd name="T6" fmla="*/ 200 w 200"/>
              <a:gd name="T7" fmla="*/ 156 h 192"/>
              <a:gd name="T8" fmla="*/ 180 w 200"/>
              <a:gd name="T9" fmla="*/ 164 h 192"/>
              <a:gd name="T10" fmla="*/ 200 w 200"/>
              <a:gd name="T11" fmla="*/ 184 h 192"/>
              <a:gd name="T12" fmla="*/ 0 w 200"/>
              <a:gd name="T13" fmla="*/ 192 h 192"/>
              <a:gd name="T14" fmla="*/ 20 w 200"/>
              <a:gd name="T15" fmla="*/ 184 h 192"/>
              <a:gd name="T16" fmla="*/ 0 w 200"/>
              <a:gd name="T17" fmla="*/ 164 h 192"/>
              <a:gd name="T18" fmla="*/ 4 w 200"/>
              <a:gd name="T19" fmla="*/ 156 h 192"/>
              <a:gd name="T20" fmla="*/ 24 w 200"/>
              <a:gd name="T21" fmla="*/ 52 h 192"/>
              <a:gd name="T22" fmla="*/ 0 w 200"/>
              <a:gd name="T23" fmla="*/ 36 h 192"/>
              <a:gd name="T24" fmla="*/ 20 w 200"/>
              <a:gd name="T25" fmla="*/ 28 h 192"/>
              <a:gd name="T26" fmla="*/ 0 w 200"/>
              <a:gd name="T27" fmla="*/ 8 h 192"/>
              <a:gd name="T28" fmla="*/ 200 w 200"/>
              <a:gd name="T29" fmla="*/ 0 h 192"/>
              <a:gd name="T30" fmla="*/ 132 w 200"/>
              <a:gd name="T31" fmla="*/ 184 h 192"/>
              <a:gd name="T32" fmla="*/ 164 w 200"/>
              <a:gd name="T33" fmla="*/ 164 h 192"/>
              <a:gd name="T34" fmla="*/ 132 w 200"/>
              <a:gd name="T35" fmla="*/ 184 h 192"/>
              <a:gd name="T36" fmla="*/ 116 w 200"/>
              <a:gd name="T37" fmla="*/ 184 h 192"/>
              <a:gd name="T38" fmla="*/ 84 w 200"/>
              <a:gd name="T39" fmla="*/ 164 h 192"/>
              <a:gd name="T40" fmla="*/ 36 w 200"/>
              <a:gd name="T41" fmla="*/ 184 h 192"/>
              <a:gd name="T42" fmla="*/ 68 w 200"/>
              <a:gd name="T43" fmla="*/ 164 h 192"/>
              <a:gd name="T44" fmla="*/ 36 w 200"/>
              <a:gd name="T45" fmla="*/ 184 h 192"/>
              <a:gd name="T46" fmla="*/ 36 w 200"/>
              <a:gd name="T47" fmla="*/ 8 h 192"/>
              <a:gd name="T48" fmla="*/ 68 w 200"/>
              <a:gd name="T49" fmla="*/ 28 h 192"/>
              <a:gd name="T50" fmla="*/ 116 w 200"/>
              <a:gd name="T51" fmla="*/ 8 h 192"/>
              <a:gd name="T52" fmla="*/ 84 w 200"/>
              <a:gd name="T53" fmla="*/ 28 h 192"/>
              <a:gd name="T54" fmla="*/ 116 w 200"/>
              <a:gd name="T55" fmla="*/ 8 h 192"/>
              <a:gd name="T56" fmla="*/ 132 w 200"/>
              <a:gd name="T57" fmla="*/ 8 h 192"/>
              <a:gd name="T58" fmla="*/ 164 w 200"/>
              <a:gd name="T59" fmla="*/ 28 h 192"/>
              <a:gd name="T60" fmla="*/ 168 w 200"/>
              <a:gd name="T61" fmla="*/ 56 h 192"/>
              <a:gd name="T62" fmla="*/ 56 w 200"/>
              <a:gd name="T63" fmla="*/ 36 h 192"/>
              <a:gd name="T64" fmla="*/ 36 w 200"/>
              <a:gd name="T65" fmla="*/ 136 h 192"/>
              <a:gd name="T66" fmla="*/ 148 w 200"/>
              <a:gd name="T67" fmla="*/ 156 h 192"/>
              <a:gd name="T68" fmla="*/ 168 w 200"/>
              <a:gd name="T69" fmla="*/ 56 h 192"/>
              <a:gd name="T70" fmla="*/ 48 w 200"/>
              <a:gd name="T71" fmla="*/ 98 h 192"/>
              <a:gd name="T72" fmla="*/ 157 w 200"/>
              <a:gd name="T73" fmla="*/ 98 h 192"/>
              <a:gd name="T74" fmla="*/ 92 w 200"/>
              <a:gd name="T75" fmla="*/ 64 h 192"/>
              <a:gd name="T76" fmla="*/ 130 w 200"/>
              <a:gd name="T77" fmla="*/ 95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0" h="192">
                <a:moveTo>
                  <a:pt x="200" y="8"/>
                </a:moveTo>
                <a:cubicBezTo>
                  <a:pt x="180" y="8"/>
                  <a:pt x="180" y="8"/>
                  <a:pt x="180" y="8"/>
                </a:cubicBezTo>
                <a:cubicBezTo>
                  <a:pt x="180" y="28"/>
                  <a:pt x="180" y="28"/>
                  <a:pt x="180" y="28"/>
                </a:cubicBezTo>
                <a:cubicBezTo>
                  <a:pt x="200" y="28"/>
                  <a:pt x="200" y="28"/>
                  <a:pt x="200" y="28"/>
                </a:cubicBezTo>
                <a:cubicBezTo>
                  <a:pt x="200" y="36"/>
                  <a:pt x="200" y="36"/>
                  <a:pt x="200" y="36"/>
                </a:cubicBezTo>
                <a:cubicBezTo>
                  <a:pt x="189" y="36"/>
                  <a:pt x="180" y="45"/>
                  <a:pt x="180" y="56"/>
                </a:cubicBezTo>
                <a:cubicBezTo>
                  <a:pt x="180" y="136"/>
                  <a:pt x="180" y="136"/>
                  <a:pt x="180" y="136"/>
                </a:cubicBezTo>
                <a:cubicBezTo>
                  <a:pt x="180" y="147"/>
                  <a:pt x="189" y="156"/>
                  <a:pt x="200" y="156"/>
                </a:cubicBezTo>
                <a:cubicBezTo>
                  <a:pt x="200" y="164"/>
                  <a:pt x="200" y="164"/>
                  <a:pt x="200" y="164"/>
                </a:cubicBezTo>
                <a:cubicBezTo>
                  <a:pt x="180" y="164"/>
                  <a:pt x="180" y="164"/>
                  <a:pt x="180" y="164"/>
                </a:cubicBezTo>
                <a:cubicBezTo>
                  <a:pt x="180" y="184"/>
                  <a:pt x="180" y="184"/>
                  <a:pt x="180" y="184"/>
                </a:cubicBezTo>
                <a:cubicBezTo>
                  <a:pt x="200" y="184"/>
                  <a:pt x="200" y="184"/>
                  <a:pt x="200" y="184"/>
                </a:cubicBezTo>
                <a:cubicBezTo>
                  <a:pt x="200" y="192"/>
                  <a:pt x="200" y="192"/>
                  <a:pt x="200" y="192"/>
                </a:cubicBezTo>
                <a:cubicBezTo>
                  <a:pt x="0" y="192"/>
                  <a:pt x="0" y="192"/>
                  <a:pt x="0" y="192"/>
                </a:cubicBezTo>
                <a:cubicBezTo>
                  <a:pt x="0" y="184"/>
                  <a:pt x="0" y="184"/>
                  <a:pt x="0" y="184"/>
                </a:cubicBezTo>
                <a:cubicBezTo>
                  <a:pt x="20" y="184"/>
                  <a:pt x="20" y="184"/>
                  <a:pt x="20" y="184"/>
                </a:cubicBezTo>
                <a:cubicBezTo>
                  <a:pt x="20" y="164"/>
                  <a:pt x="20" y="164"/>
                  <a:pt x="20" y="164"/>
                </a:cubicBezTo>
                <a:cubicBezTo>
                  <a:pt x="0" y="164"/>
                  <a:pt x="0" y="164"/>
                  <a:pt x="0" y="164"/>
                </a:cubicBezTo>
                <a:cubicBezTo>
                  <a:pt x="0" y="156"/>
                  <a:pt x="0" y="156"/>
                  <a:pt x="0" y="156"/>
                </a:cubicBezTo>
                <a:cubicBezTo>
                  <a:pt x="4" y="156"/>
                  <a:pt x="4" y="156"/>
                  <a:pt x="4" y="156"/>
                </a:cubicBezTo>
                <a:cubicBezTo>
                  <a:pt x="15" y="156"/>
                  <a:pt x="24" y="147"/>
                  <a:pt x="24" y="136"/>
                </a:cubicBezTo>
                <a:cubicBezTo>
                  <a:pt x="24" y="52"/>
                  <a:pt x="24" y="52"/>
                  <a:pt x="24" y="52"/>
                </a:cubicBezTo>
                <a:cubicBezTo>
                  <a:pt x="24" y="41"/>
                  <a:pt x="15" y="36"/>
                  <a:pt x="4" y="36"/>
                </a:cubicBezTo>
                <a:cubicBezTo>
                  <a:pt x="0" y="36"/>
                  <a:pt x="0" y="36"/>
                  <a:pt x="0" y="36"/>
                </a:cubicBezTo>
                <a:cubicBezTo>
                  <a:pt x="0" y="28"/>
                  <a:pt x="0" y="28"/>
                  <a:pt x="0" y="28"/>
                </a:cubicBezTo>
                <a:cubicBezTo>
                  <a:pt x="20" y="28"/>
                  <a:pt x="20" y="28"/>
                  <a:pt x="20" y="28"/>
                </a:cubicBezTo>
                <a:cubicBezTo>
                  <a:pt x="20" y="8"/>
                  <a:pt x="20" y="8"/>
                  <a:pt x="20" y="8"/>
                </a:cubicBezTo>
                <a:cubicBezTo>
                  <a:pt x="0" y="8"/>
                  <a:pt x="0" y="8"/>
                  <a:pt x="0" y="8"/>
                </a:cubicBezTo>
                <a:cubicBezTo>
                  <a:pt x="0" y="0"/>
                  <a:pt x="0" y="0"/>
                  <a:pt x="0" y="0"/>
                </a:cubicBezTo>
                <a:cubicBezTo>
                  <a:pt x="200" y="0"/>
                  <a:pt x="200" y="0"/>
                  <a:pt x="200" y="0"/>
                </a:cubicBezTo>
                <a:lnTo>
                  <a:pt x="200" y="8"/>
                </a:lnTo>
                <a:close/>
                <a:moveTo>
                  <a:pt x="132" y="184"/>
                </a:moveTo>
                <a:cubicBezTo>
                  <a:pt x="164" y="184"/>
                  <a:pt x="164" y="184"/>
                  <a:pt x="164" y="184"/>
                </a:cubicBezTo>
                <a:cubicBezTo>
                  <a:pt x="164" y="164"/>
                  <a:pt x="164" y="164"/>
                  <a:pt x="164" y="164"/>
                </a:cubicBezTo>
                <a:cubicBezTo>
                  <a:pt x="132" y="164"/>
                  <a:pt x="132" y="164"/>
                  <a:pt x="132" y="164"/>
                </a:cubicBezTo>
                <a:lnTo>
                  <a:pt x="132" y="184"/>
                </a:lnTo>
                <a:close/>
                <a:moveTo>
                  <a:pt x="84" y="184"/>
                </a:moveTo>
                <a:cubicBezTo>
                  <a:pt x="116" y="184"/>
                  <a:pt x="116" y="184"/>
                  <a:pt x="116" y="184"/>
                </a:cubicBezTo>
                <a:cubicBezTo>
                  <a:pt x="116" y="164"/>
                  <a:pt x="116" y="164"/>
                  <a:pt x="116" y="164"/>
                </a:cubicBezTo>
                <a:cubicBezTo>
                  <a:pt x="84" y="164"/>
                  <a:pt x="84" y="164"/>
                  <a:pt x="84" y="164"/>
                </a:cubicBezTo>
                <a:lnTo>
                  <a:pt x="84" y="184"/>
                </a:lnTo>
                <a:close/>
                <a:moveTo>
                  <a:pt x="36" y="184"/>
                </a:moveTo>
                <a:cubicBezTo>
                  <a:pt x="68" y="184"/>
                  <a:pt x="68" y="184"/>
                  <a:pt x="68" y="184"/>
                </a:cubicBezTo>
                <a:cubicBezTo>
                  <a:pt x="68" y="164"/>
                  <a:pt x="68" y="164"/>
                  <a:pt x="68" y="164"/>
                </a:cubicBezTo>
                <a:cubicBezTo>
                  <a:pt x="36" y="164"/>
                  <a:pt x="36" y="164"/>
                  <a:pt x="36" y="164"/>
                </a:cubicBezTo>
                <a:lnTo>
                  <a:pt x="36" y="184"/>
                </a:lnTo>
                <a:close/>
                <a:moveTo>
                  <a:pt x="68" y="8"/>
                </a:moveTo>
                <a:cubicBezTo>
                  <a:pt x="36" y="8"/>
                  <a:pt x="36" y="8"/>
                  <a:pt x="36" y="8"/>
                </a:cubicBezTo>
                <a:cubicBezTo>
                  <a:pt x="36" y="28"/>
                  <a:pt x="36" y="28"/>
                  <a:pt x="36" y="28"/>
                </a:cubicBezTo>
                <a:cubicBezTo>
                  <a:pt x="68" y="28"/>
                  <a:pt x="68" y="28"/>
                  <a:pt x="68" y="28"/>
                </a:cubicBezTo>
                <a:lnTo>
                  <a:pt x="68" y="8"/>
                </a:lnTo>
                <a:close/>
                <a:moveTo>
                  <a:pt x="116" y="8"/>
                </a:moveTo>
                <a:cubicBezTo>
                  <a:pt x="84" y="8"/>
                  <a:pt x="84" y="8"/>
                  <a:pt x="84" y="8"/>
                </a:cubicBezTo>
                <a:cubicBezTo>
                  <a:pt x="84" y="28"/>
                  <a:pt x="84" y="28"/>
                  <a:pt x="84" y="28"/>
                </a:cubicBezTo>
                <a:cubicBezTo>
                  <a:pt x="116" y="28"/>
                  <a:pt x="116" y="28"/>
                  <a:pt x="116" y="28"/>
                </a:cubicBezTo>
                <a:lnTo>
                  <a:pt x="116" y="8"/>
                </a:lnTo>
                <a:close/>
                <a:moveTo>
                  <a:pt x="164" y="8"/>
                </a:moveTo>
                <a:cubicBezTo>
                  <a:pt x="132" y="8"/>
                  <a:pt x="132" y="8"/>
                  <a:pt x="132" y="8"/>
                </a:cubicBezTo>
                <a:cubicBezTo>
                  <a:pt x="132" y="28"/>
                  <a:pt x="132" y="28"/>
                  <a:pt x="132" y="28"/>
                </a:cubicBezTo>
                <a:cubicBezTo>
                  <a:pt x="164" y="28"/>
                  <a:pt x="164" y="28"/>
                  <a:pt x="164" y="28"/>
                </a:cubicBezTo>
                <a:lnTo>
                  <a:pt x="164" y="8"/>
                </a:lnTo>
                <a:close/>
                <a:moveTo>
                  <a:pt x="168" y="56"/>
                </a:moveTo>
                <a:cubicBezTo>
                  <a:pt x="168" y="45"/>
                  <a:pt x="159" y="36"/>
                  <a:pt x="148" y="36"/>
                </a:cubicBezTo>
                <a:cubicBezTo>
                  <a:pt x="56" y="36"/>
                  <a:pt x="56" y="36"/>
                  <a:pt x="56" y="36"/>
                </a:cubicBezTo>
                <a:cubicBezTo>
                  <a:pt x="45" y="36"/>
                  <a:pt x="36" y="41"/>
                  <a:pt x="36" y="52"/>
                </a:cubicBezTo>
                <a:cubicBezTo>
                  <a:pt x="36" y="136"/>
                  <a:pt x="36" y="136"/>
                  <a:pt x="36" y="136"/>
                </a:cubicBezTo>
                <a:cubicBezTo>
                  <a:pt x="36" y="147"/>
                  <a:pt x="45" y="156"/>
                  <a:pt x="56" y="156"/>
                </a:cubicBezTo>
                <a:cubicBezTo>
                  <a:pt x="148" y="156"/>
                  <a:pt x="148" y="156"/>
                  <a:pt x="148" y="156"/>
                </a:cubicBezTo>
                <a:cubicBezTo>
                  <a:pt x="159" y="156"/>
                  <a:pt x="168" y="147"/>
                  <a:pt x="168" y="136"/>
                </a:cubicBezTo>
                <a:lnTo>
                  <a:pt x="168" y="56"/>
                </a:lnTo>
                <a:close/>
                <a:moveTo>
                  <a:pt x="103" y="151"/>
                </a:moveTo>
                <a:cubicBezTo>
                  <a:pt x="73" y="151"/>
                  <a:pt x="48" y="128"/>
                  <a:pt x="48" y="98"/>
                </a:cubicBezTo>
                <a:cubicBezTo>
                  <a:pt x="48" y="68"/>
                  <a:pt x="73" y="44"/>
                  <a:pt x="103" y="44"/>
                </a:cubicBezTo>
                <a:cubicBezTo>
                  <a:pt x="132" y="44"/>
                  <a:pt x="157" y="68"/>
                  <a:pt x="157" y="98"/>
                </a:cubicBezTo>
                <a:cubicBezTo>
                  <a:pt x="157" y="128"/>
                  <a:pt x="132" y="151"/>
                  <a:pt x="103" y="151"/>
                </a:cubicBezTo>
                <a:close/>
                <a:moveTo>
                  <a:pt x="92" y="64"/>
                </a:moveTo>
                <a:cubicBezTo>
                  <a:pt x="92" y="127"/>
                  <a:pt x="92" y="127"/>
                  <a:pt x="92" y="127"/>
                </a:cubicBezTo>
                <a:cubicBezTo>
                  <a:pt x="130" y="95"/>
                  <a:pt x="130" y="95"/>
                  <a:pt x="130" y="95"/>
                </a:cubicBezTo>
                <a:lnTo>
                  <a:pt x="92" y="64"/>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236"/>
          <p:cNvSpPr>
            <a:spLocks noEditPoints="1"/>
          </p:cNvSpPr>
          <p:nvPr/>
        </p:nvSpPr>
        <p:spPr bwMode="auto">
          <a:xfrm>
            <a:off x="2605401" y="147550"/>
            <a:ext cx="433388" cy="398463"/>
          </a:xfrm>
          <a:custGeom>
            <a:avLst/>
            <a:gdLst>
              <a:gd name="T0" fmla="*/ 164 w 219"/>
              <a:gd name="T1" fmla="*/ 42 h 201"/>
              <a:gd name="T2" fmla="*/ 93 w 219"/>
              <a:gd name="T3" fmla="*/ 22 h 201"/>
              <a:gd name="T4" fmla="*/ 66 w 219"/>
              <a:gd name="T5" fmla="*/ 49 h 201"/>
              <a:gd name="T6" fmla="*/ 32 w 219"/>
              <a:gd name="T7" fmla="*/ 57 h 201"/>
              <a:gd name="T8" fmla="*/ 8 w 219"/>
              <a:gd name="T9" fmla="*/ 118 h 201"/>
              <a:gd name="T10" fmla="*/ 50 w 219"/>
              <a:gd name="T11" fmla="*/ 198 h 201"/>
              <a:gd name="T12" fmla="*/ 85 w 219"/>
              <a:gd name="T13" fmla="*/ 142 h 201"/>
              <a:gd name="T14" fmla="*/ 133 w 219"/>
              <a:gd name="T15" fmla="*/ 114 h 201"/>
              <a:gd name="T16" fmla="*/ 198 w 219"/>
              <a:gd name="T17" fmla="*/ 117 h 201"/>
              <a:gd name="T18" fmla="*/ 164 w 219"/>
              <a:gd name="T19" fmla="*/ 42 h 201"/>
              <a:gd name="T20" fmla="*/ 65 w 219"/>
              <a:gd name="T21" fmla="*/ 128 h 201"/>
              <a:gd name="T22" fmla="*/ 28 w 219"/>
              <a:gd name="T23" fmla="*/ 118 h 201"/>
              <a:gd name="T24" fmla="*/ 38 w 219"/>
              <a:gd name="T25" fmla="*/ 82 h 201"/>
              <a:gd name="T26" fmla="*/ 74 w 219"/>
              <a:gd name="T27" fmla="*/ 91 h 201"/>
              <a:gd name="T28" fmla="*/ 65 w 219"/>
              <a:gd name="T29" fmla="*/ 128 h 201"/>
              <a:gd name="T30" fmla="*/ 112 w 219"/>
              <a:gd name="T31" fmla="*/ 44 h 201"/>
              <a:gd name="T32" fmla="*/ 122 w 219"/>
              <a:gd name="T33" fmla="*/ 38 h 201"/>
              <a:gd name="T34" fmla="*/ 128 w 219"/>
              <a:gd name="T35" fmla="*/ 48 h 201"/>
              <a:gd name="T36" fmla="*/ 118 w 219"/>
              <a:gd name="T37" fmla="*/ 53 h 201"/>
              <a:gd name="T38" fmla="*/ 112 w 219"/>
              <a:gd name="T39" fmla="*/ 44 h 201"/>
              <a:gd name="T40" fmla="*/ 113 w 219"/>
              <a:gd name="T41" fmla="*/ 74 h 201"/>
              <a:gd name="T42" fmla="*/ 107 w 219"/>
              <a:gd name="T43" fmla="*/ 64 h 201"/>
              <a:gd name="T44" fmla="*/ 117 w 219"/>
              <a:gd name="T45" fmla="*/ 59 h 201"/>
              <a:gd name="T46" fmla="*/ 122 w 219"/>
              <a:gd name="T47" fmla="*/ 68 h 201"/>
              <a:gd name="T48" fmla="*/ 113 w 219"/>
              <a:gd name="T49" fmla="*/ 74 h 201"/>
              <a:gd name="T50" fmla="*/ 142 w 219"/>
              <a:gd name="T51" fmla="*/ 73 h 201"/>
              <a:gd name="T52" fmla="*/ 132 w 219"/>
              <a:gd name="T53" fmla="*/ 79 h 201"/>
              <a:gd name="T54" fmla="*/ 127 w 219"/>
              <a:gd name="T55" fmla="*/ 69 h 201"/>
              <a:gd name="T56" fmla="*/ 136 w 219"/>
              <a:gd name="T57" fmla="*/ 64 h 201"/>
              <a:gd name="T58" fmla="*/ 142 w 219"/>
              <a:gd name="T59" fmla="*/ 73 h 201"/>
              <a:gd name="T60" fmla="*/ 147 w 219"/>
              <a:gd name="T61" fmla="*/ 53 h 201"/>
              <a:gd name="T62" fmla="*/ 138 w 219"/>
              <a:gd name="T63" fmla="*/ 59 h 201"/>
              <a:gd name="T64" fmla="*/ 132 w 219"/>
              <a:gd name="T65" fmla="*/ 49 h 201"/>
              <a:gd name="T66" fmla="*/ 142 w 219"/>
              <a:gd name="T67" fmla="*/ 43 h 201"/>
              <a:gd name="T68" fmla="*/ 147 w 219"/>
              <a:gd name="T69" fmla="*/ 53 h 201"/>
              <a:gd name="T70" fmla="*/ 43 w 219"/>
              <a:gd name="T71" fmla="*/ 91 h 201"/>
              <a:gd name="T72" fmla="*/ 38 w 219"/>
              <a:gd name="T73" fmla="*/ 113 h 201"/>
              <a:gd name="T74" fmla="*/ 59 w 219"/>
              <a:gd name="T75" fmla="*/ 118 h 201"/>
              <a:gd name="T76" fmla="*/ 65 w 219"/>
              <a:gd name="T77" fmla="*/ 97 h 201"/>
              <a:gd name="T78" fmla="*/ 43 w 219"/>
              <a:gd name="T79" fmla="*/ 91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19" h="201">
                <a:moveTo>
                  <a:pt x="164" y="42"/>
                </a:moveTo>
                <a:cubicBezTo>
                  <a:pt x="143" y="21"/>
                  <a:pt x="121" y="0"/>
                  <a:pt x="93" y="22"/>
                </a:cubicBezTo>
                <a:cubicBezTo>
                  <a:pt x="83" y="30"/>
                  <a:pt x="78" y="41"/>
                  <a:pt x="66" y="49"/>
                </a:cubicBezTo>
                <a:cubicBezTo>
                  <a:pt x="55" y="55"/>
                  <a:pt x="43" y="53"/>
                  <a:pt x="32" y="57"/>
                </a:cubicBezTo>
                <a:cubicBezTo>
                  <a:pt x="0" y="69"/>
                  <a:pt x="1" y="87"/>
                  <a:pt x="8" y="118"/>
                </a:cubicBezTo>
                <a:cubicBezTo>
                  <a:pt x="11" y="136"/>
                  <a:pt x="25" y="196"/>
                  <a:pt x="50" y="198"/>
                </a:cubicBezTo>
                <a:cubicBezTo>
                  <a:pt x="75" y="201"/>
                  <a:pt x="75" y="155"/>
                  <a:pt x="85" y="142"/>
                </a:cubicBezTo>
                <a:cubicBezTo>
                  <a:pt x="94" y="131"/>
                  <a:pt x="119" y="117"/>
                  <a:pt x="133" y="114"/>
                </a:cubicBezTo>
                <a:cubicBezTo>
                  <a:pt x="151" y="110"/>
                  <a:pt x="183" y="130"/>
                  <a:pt x="198" y="117"/>
                </a:cubicBezTo>
                <a:cubicBezTo>
                  <a:pt x="219" y="97"/>
                  <a:pt x="176" y="55"/>
                  <a:pt x="164" y="42"/>
                </a:cubicBezTo>
                <a:close/>
                <a:moveTo>
                  <a:pt x="65" y="128"/>
                </a:moveTo>
                <a:cubicBezTo>
                  <a:pt x="52" y="135"/>
                  <a:pt x="35" y="131"/>
                  <a:pt x="28" y="118"/>
                </a:cubicBezTo>
                <a:cubicBezTo>
                  <a:pt x="21" y="105"/>
                  <a:pt x="25" y="89"/>
                  <a:pt x="38" y="82"/>
                </a:cubicBezTo>
                <a:cubicBezTo>
                  <a:pt x="51" y="74"/>
                  <a:pt x="67" y="79"/>
                  <a:pt x="74" y="91"/>
                </a:cubicBezTo>
                <a:cubicBezTo>
                  <a:pt x="82" y="104"/>
                  <a:pt x="77" y="121"/>
                  <a:pt x="65" y="128"/>
                </a:cubicBezTo>
                <a:close/>
                <a:moveTo>
                  <a:pt x="112" y="44"/>
                </a:moveTo>
                <a:cubicBezTo>
                  <a:pt x="114" y="40"/>
                  <a:pt x="118" y="37"/>
                  <a:pt x="122" y="38"/>
                </a:cubicBezTo>
                <a:cubicBezTo>
                  <a:pt x="126" y="39"/>
                  <a:pt x="129" y="44"/>
                  <a:pt x="128" y="48"/>
                </a:cubicBezTo>
                <a:cubicBezTo>
                  <a:pt x="127" y="52"/>
                  <a:pt x="122" y="54"/>
                  <a:pt x="118" y="53"/>
                </a:cubicBezTo>
                <a:cubicBezTo>
                  <a:pt x="114" y="52"/>
                  <a:pt x="111" y="48"/>
                  <a:pt x="112" y="44"/>
                </a:cubicBezTo>
                <a:close/>
                <a:moveTo>
                  <a:pt x="113" y="74"/>
                </a:moveTo>
                <a:cubicBezTo>
                  <a:pt x="108" y="73"/>
                  <a:pt x="106" y="68"/>
                  <a:pt x="107" y="64"/>
                </a:cubicBezTo>
                <a:cubicBezTo>
                  <a:pt x="108" y="60"/>
                  <a:pt x="112" y="57"/>
                  <a:pt x="117" y="59"/>
                </a:cubicBezTo>
                <a:cubicBezTo>
                  <a:pt x="121" y="60"/>
                  <a:pt x="123" y="64"/>
                  <a:pt x="122" y="68"/>
                </a:cubicBezTo>
                <a:cubicBezTo>
                  <a:pt x="121" y="72"/>
                  <a:pt x="117" y="75"/>
                  <a:pt x="113" y="74"/>
                </a:cubicBezTo>
                <a:close/>
                <a:moveTo>
                  <a:pt x="142" y="73"/>
                </a:moveTo>
                <a:cubicBezTo>
                  <a:pt x="141" y="78"/>
                  <a:pt x="136" y="80"/>
                  <a:pt x="132" y="79"/>
                </a:cubicBezTo>
                <a:cubicBezTo>
                  <a:pt x="128" y="78"/>
                  <a:pt x="126" y="74"/>
                  <a:pt x="127" y="69"/>
                </a:cubicBezTo>
                <a:cubicBezTo>
                  <a:pt x="128" y="65"/>
                  <a:pt x="132" y="63"/>
                  <a:pt x="136" y="64"/>
                </a:cubicBezTo>
                <a:cubicBezTo>
                  <a:pt x="140" y="65"/>
                  <a:pt x="143" y="69"/>
                  <a:pt x="142" y="73"/>
                </a:cubicBezTo>
                <a:close/>
                <a:moveTo>
                  <a:pt x="147" y="53"/>
                </a:moveTo>
                <a:cubicBezTo>
                  <a:pt x="146" y="57"/>
                  <a:pt x="142" y="60"/>
                  <a:pt x="138" y="59"/>
                </a:cubicBezTo>
                <a:cubicBezTo>
                  <a:pt x="134" y="57"/>
                  <a:pt x="131" y="53"/>
                  <a:pt x="132" y="49"/>
                </a:cubicBezTo>
                <a:cubicBezTo>
                  <a:pt x="133" y="45"/>
                  <a:pt x="138" y="42"/>
                  <a:pt x="142" y="43"/>
                </a:cubicBezTo>
                <a:cubicBezTo>
                  <a:pt x="146" y="45"/>
                  <a:pt x="148" y="49"/>
                  <a:pt x="147" y="53"/>
                </a:cubicBezTo>
                <a:close/>
                <a:moveTo>
                  <a:pt x="43" y="91"/>
                </a:moveTo>
                <a:cubicBezTo>
                  <a:pt x="36" y="96"/>
                  <a:pt x="33" y="105"/>
                  <a:pt x="38" y="113"/>
                </a:cubicBezTo>
                <a:cubicBezTo>
                  <a:pt x="42" y="120"/>
                  <a:pt x="52" y="123"/>
                  <a:pt x="59" y="118"/>
                </a:cubicBezTo>
                <a:cubicBezTo>
                  <a:pt x="67" y="114"/>
                  <a:pt x="69" y="104"/>
                  <a:pt x="65" y="97"/>
                </a:cubicBezTo>
                <a:cubicBezTo>
                  <a:pt x="61" y="89"/>
                  <a:pt x="51" y="87"/>
                  <a:pt x="43" y="91"/>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237"/>
          <p:cNvSpPr>
            <a:spLocks noEditPoints="1"/>
          </p:cNvSpPr>
          <p:nvPr/>
        </p:nvSpPr>
        <p:spPr bwMode="auto">
          <a:xfrm>
            <a:off x="276539" y="655550"/>
            <a:ext cx="204788" cy="395288"/>
          </a:xfrm>
          <a:custGeom>
            <a:avLst/>
            <a:gdLst>
              <a:gd name="T0" fmla="*/ 87 w 104"/>
              <a:gd name="T1" fmla="*/ 0 h 200"/>
              <a:gd name="T2" fmla="*/ 16 w 104"/>
              <a:gd name="T3" fmla="*/ 0 h 200"/>
              <a:gd name="T4" fmla="*/ 0 w 104"/>
              <a:gd name="T5" fmla="*/ 17 h 200"/>
              <a:gd name="T6" fmla="*/ 0 w 104"/>
              <a:gd name="T7" fmla="*/ 183 h 200"/>
              <a:gd name="T8" fmla="*/ 16 w 104"/>
              <a:gd name="T9" fmla="*/ 200 h 200"/>
              <a:gd name="T10" fmla="*/ 87 w 104"/>
              <a:gd name="T11" fmla="*/ 200 h 200"/>
              <a:gd name="T12" fmla="*/ 104 w 104"/>
              <a:gd name="T13" fmla="*/ 183 h 200"/>
              <a:gd name="T14" fmla="*/ 104 w 104"/>
              <a:gd name="T15" fmla="*/ 17 h 200"/>
              <a:gd name="T16" fmla="*/ 87 w 104"/>
              <a:gd name="T17" fmla="*/ 0 h 200"/>
              <a:gd name="T18" fmla="*/ 43 w 104"/>
              <a:gd name="T19" fmla="*/ 13 h 200"/>
              <a:gd name="T20" fmla="*/ 63 w 104"/>
              <a:gd name="T21" fmla="*/ 13 h 200"/>
              <a:gd name="T22" fmla="*/ 66 w 104"/>
              <a:gd name="T23" fmla="*/ 17 h 200"/>
              <a:gd name="T24" fmla="*/ 63 w 104"/>
              <a:gd name="T25" fmla="*/ 20 h 200"/>
              <a:gd name="T26" fmla="*/ 43 w 104"/>
              <a:gd name="T27" fmla="*/ 20 h 200"/>
              <a:gd name="T28" fmla="*/ 40 w 104"/>
              <a:gd name="T29" fmla="*/ 17 h 200"/>
              <a:gd name="T30" fmla="*/ 43 w 104"/>
              <a:gd name="T31" fmla="*/ 13 h 200"/>
              <a:gd name="T32" fmla="*/ 53 w 104"/>
              <a:gd name="T33" fmla="*/ 193 h 200"/>
              <a:gd name="T34" fmla="*/ 43 w 104"/>
              <a:gd name="T35" fmla="*/ 183 h 200"/>
              <a:gd name="T36" fmla="*/ 53 w 104"/>
              <a:gd name="T37" fmla="*/ 173 h 200"/>
              <a:gd name="T38" fmla="*/ 63 w 104"/>
              <a:gd name="T39" fmla="*/ 183 h 200"/>
              <a:gd name="T40" fmla="*/ 53 w 104"/>
              <a:gd name="T41" fmla="*/ 193 h 200"/>
              <a:gd name="T42" fmla="*/ 96 w 104"/>
              <a:gd name="T43" fmla="*/ 164 h 200"/>
              <a:gd name="T44" fmla="*/ 8 w 104"/>
              <a:gd name="T45" fmla="*/ 164 h 200"/>
              <a:gd name="T46" fmla="*/ 8 w 104"/>
              <a:gd name="T47" fmla="*/ 32 h 200"/>
              <a:gd name="T48" fmla="*/ 96 w 104"/>
              <a:gd name="T49" fmla="*/ 32 h 200"/>
              <a:gd name="T50" fmla="*/ 96 w 104"/>
              <a:gd name="T51" fmla="*/ 164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4" h="200">
                <a:moveTo>
                  <a:pt x="87" y="0"/>
                </a:moveTo>
                <a:cubicBezTo>
                  <a:pt x="16" y="0"/>
                  <a:pt x="16" y="0"/>
                  <a:pt x="16" y="0"/>
                </a:cubicBezTo>
                <a:cubicBezTo>
                  <a:pt x="7" y="0"/>
                  <a:pt x="0" y="8"/>
                  <a:pt x="0" y="17"/>
                </a:cubicBezTo>
                <a:cubicBezTo>
                  <a:pt x="0" y="183"/>
                  <a:pt x="0" y="183"/>
                  <a:pt x="0" y="183"/>
                </a:cubicBezTo>
                <a:cubicBezTo>
                  <a:pt x="0" y="192"/>
                  <a:pt x="7" y="200"/>
                  <a:pt x="16" y="200"/>
                </a:cubicBezTo>
                <a:cubicBezTo>
                  <a:pt x="87" y="200"/>
                  <a:pt x="87" y="200"/>
                  <a:pt x="87" y="200"/>
                </a:cubicBezTo>
                <a:cubicBezTo>
                  <a:pt x="96" y="200"/>
                  <a:pt x="104" y="192"/>
                  <a:pt x="104" y="183"/>
                </a:cubicBezTo>
                <a:cubicBezTo>
                  <a:pt x="104" y="17"/>
                  <a:pt x="104" y="17"/>
                  <a:pt x="104" y="17"/>
                </a:cubicBezTo>
                <a:cubicBezTo>
                  <a:pt x="104" y="8"/>
                  <a:pt x="96" y="0"/>
                  <a:pt x="87" y="0"/>
                </a:cubicBezTo>
                <a:moveTo>
                  <a:pt x="43" y="13"/>
                </a:moveTo>
                <a:cubicBezTo>
                  <a:pt x="63" y="13"/>
                  <a:pt x="63" y="13"/>
                  <a:pt x="63" y="13"/>
                </a:cubicBezTo>
                <a:cubicBezTo>
                  <a:pt x="65" y="13"/>
                  <a:pt x="66" y="15"/>
                  <a:pt x="66" y="17"/>
                </a:cubicBezTo>
                <a:cubicBezTo>
                  <a:pt x="66" y="19"/>
                  <a:pt x="65" y="20"/>
                  <a:pt x="63" y="20"/>
                </a:cubicBezTo>
                <a:cubicBezTo>
                  <a:pt x="43" y="20"/>
                  <a:pt x="43" y="20"/>
                  <a:pt x="43" y="20"/>
                </a:cubicBezTo>
                <a:cubicBezTo>
                  <a:pt x="41" y="20"/>
                  <a:pt x="40" y="19"/>
                  <a:pt x="40" y="17"/>
                </a:cubicBezTo>
                <a:cubicBezTo>
                  <a:pt x="40" y="15"/>
                  <a:pt x="41" y="13"/>
                  <a:pt x="43" y="13"/>
                </a:cubicBezTo>
                <a:moveTo>
                  <a:pt x="53" y="193"/>
                </a:moveTo>
                <a:cubicBezTo>
                  <a:pt x="47" y="193"/>
                  <a:pt x="43" y="189"/>
                  <a:pt x="43" y="183"/>
                </a:cubicBezTo>
                <a:cubicBezTo>
                  <a:pt x="43" y="178"/>
                  <a:pt x="47" y="173"/>
                  <a:pt x="53" y="173"/>
                </a:cubicBezTo>
                <a:cubicBezTo>
                  <a:pt x="58" y="173"/>
                  <a:pt x="63" y="178"/>
                  <a:pt x="63" y="183"/>
                </a:cubicBezTo>
                <a:cubicBezTo>
                  <a:pt x="63" y="189"/>
                  <a:pt x="58" y="193"/>
                  <a:pt x="53" y="193"/>
                </a:cubicBezTo>
                <a:moveTo>
                  <a:pt x="96" y="164"/>
                </a:moveTo>
                <a:cubicBezTo>
                  <a:pt x="8" y="164"/>
                  <a:pt x="8" y="164"/>
                  <a:pt x="8" y="164"/>
                </a:cubicBezTo>
                <a:cubicBezTo>
                  <a:pt x="8" y="32"/>
                  <a:pt x="8" y="32"/>
                  <a:pt x="8" y="32"/>
                </a:cubicBezTo>
                <a:cubicBezTo>
                  <a:pt x="96" y="32"/>
                  <a:pt x="96" y="32"/>
                  <a:pt x="96" y="32"/>
                </a:cubicBezTo>
                <a:lnTo>
                  <a:pt x="96" y="164"/>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238"/>
          <p:cNvSpPr>
            <a:spLocks noEditPoints="1"/>
          </p:cNvSpPr>
          <p:nvPr/>
        </p:nvSpPr>
        <p:spPr bwMode="auto">
          <a:xfrm>
            <a:off x="759139" y="657138"/>
            <a:ext cx="220663" cy="393700"/>
          </a:xfrm>
          <a:custGeom>
            <a:avLst/>
            <a:gdLst>
              <a:gd name="T0" fmla="*/ 57 w 112"/>
              <a:gd name="T1" fmla="*/ 127 h 199"/>
              <a:gd name="T2" fmla="*/ 40 w 112"/>
              <a:gd name="T3" fmla="*/ 143 h 199"/>
              <a:gd name="T4" fmla="*/ 57 w 112"/>
              <a:gd name="T5" fmla="*/ 160 h 199"/>
              <a:gd name="T6" fmla="*/ 73 w 112"/>
              <a:gd name="T7" fmla="*/ 143 h 199"/>
              <a:gd name="T8" fmla="*/ 57 w 112"/>
              <a:gd name="T9" fmla="*/ 127 h 199"/>
              <a:gd name="T10" fmla="*/ 98 w 112"/>
              <a:gd name="T11" fmla="*/ 0 h 199"/>
              <a:gd name="T12" fmla="*/ 14 w 112"/>
              <a:gd name="T13" fmla="*/ 0 h 199"/>
              <a:gd name="T14" fmla="*/ 0 w 112"/>
              <a:gd name="T15" fmla="*/ 13 h 199"/>
              <a:gd name="T16" fmla="*/ 0 w 112"/>
              <a:gd name="T17" fmla="*/ 185 h 199"/>
              <a:gd name="T18" fmla="*/ 14 w 112"/>
              <a:gd name="T19" fmla="*/ 199 h 199"/>
              <a:gd name="T20" fmla="*/ 98 w 112"/>
              <a:gd name="T21" fmla="*/ 199 h 199"/>
              <a:gd name="T22" fmla="*/ 112 w 112"/>
              <a:gd name="T23" fmla="*/ 185 h 199"/>
              <a:gd name="T24" fmla="*/ 112 w 112"/>
              <a:gd name="T25" fmla="*/ 13 h 199"/>
              <a:gd name="T26" fmla="*/ 98 w 112"/>
              <a:gd name="T27" fmla="*/ 0 h 199"/>
              <a:gd name="T28" fmla="*/ 57 w 112"/>
              <a:gd name="T29" fmla="*/ 186 h 199"/>
              <a:gd name="T30" fmla="*/ 14 w 112"/>
              <a:gd name="T31" fmla="*/ 143 h 199"/>
              <a:gd name="T32" fmla="*/ 57 w 112"/>
              <a:gd name="T33" fmla="*/ 101 h 199"/>
              <a:gd name="T34" fmla="*/ 99 w 112"/>
              <a:gd name="T35" fmla="*/ 143 h 199"/>
              <a:gd name="T36" fmla="*/ 57 w 112"/>
              <a:gd name="T37" fmla="*/ 186 h 199"/>
              <a:gd name="T38" fmla="*/ 100 w 112"/>
              <a:gd name="T39" fmla="*/ 77 h 199"/>
              <a:gd name="T40" fmla="*/ 90 w 112"/>
              <a:gd name="T41" fmla="*/ 87 h 199"/>
              <a:gd name="T42" fmla="*/ 22 w 112"/>
              <a:gd name="T43" fmla="*/ 87 h 199"/>
              <a:gd name="T44" fmla="*/ 12 w 112"/>
              <a:gd name="T45" fmla="*/ 77 h 199"/>
              <a:gd name="T46" fmla="*/ 12 w 112"/>
              <a:gd name="T47" fmla="*/ 22 h 199"/>
              <a:gd name="T48" fmla="*/ 22 w 112"/>
              <a:gd name="T49" fmla="*/ 12 h 199"/>
              <a:gd name="T50" fmla="*/ 90 w 112"/>
              <a:gd name="T51" fmla="*/ 12 h 199"/>
              <a:gd name="T52" fmla="*/ 100 w 112"/>
              <a:gd name="T53" fmla="*/ 22 h 199"/>
              <a:gd name="T54" fmla="*/ 100 w 112"/>
              <a:gd name="T55" fmla="*/ 77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12" h="199">
                <a:moveTo>
                  <a:pt x="57" y="127"/>
                </a:moveTo>
                <a:cubicBezTo>
                  <a:pt x="47" y="127"/>
                  <a:pt x="40" y="134"/>
                  <a:pt x="40" y="143"/>
                </a:cubicBezTo>
                <a:cubicBezTo>
                  <a:pt x="40" y="153"/>
                  <a:pt x="47" y="160"/>
                  <a:pt x="57" y="160"/>
                </a:cubicBezTo>
                <a:cubicBezTo>
                  <a:pt x="66" y="160"/>
                  <a:pt x="73" y="153"/>
                  <a:pt x="73" y="143"/>
                </a:cubicBezTo>
                <a:cubicBezTo>
                  <a:pt x="73" y="134"/>
                  <a:pt x="66" y="127"/>
                  <a:pt x="57" y="127"/>
                </a:cubicBezTo>
                <a:close/>
                <a:moveTo>
                  <a:pt x="98" y="0"/>
                </a:moveTo>
                <a:cubicBezTo>
                  <a:pt x="14" y="0"/>
                  <a:pt x="14" y="0"/>
                  <a:pt x="14" y="0"/>
                </a:cubicBezTo>
                <a:cubicBezTo>
                  <a:pt x="6" y="0"/>
                  <a:pt x="0" y="6"/>
                  <a:pt x="0" y="13"/>
                </a:cubicBezTo>
                <a:cubicBezTo>
                  <a:pt x="0" y="185"/>
                  <a:pt x="0" y="185"/>
                  <a:pt x="0" y="185"/>
                </a:cubicBezTo>
                <a:cubicBezTo>
                  <a:pt x="0" y="193"/>
                  <a:pt x="6" y="199"/>
                  <a:pt x="14" y="199"/>
                </a:cubicBezTo>
                <a:cubicBezTo>
                  <a:pt x="98" y="199"/>
                  <a:pt x="98" y="199"/>
                  <a:pt x="98" y="199"/>
                </a:cubicBezTo>
                <a:cubicBezTo>
                  <a:pt x="106" y="199"/>
                  <a:pt x="112" y="193"/>
                  <a:pt x="112" y="185"/>
                </a:cubicBezTo>
                <a:cubicBezTo>
                  <a:pt x="112" y="13"/>
                  <a:pt x="112" y="13"/>
                  <a:pt x="112" y="13"/>
                </a:cubicBezTo>
                <a:cubicBezTo>
                  <a:pt x="112" y="6"/>
                  <a:pt x="106" y="0"/>
                  <a:pt x="98" y="0"/>
                </a:cubicBezTo>
                <a:close/>
                <a:moveTo>
                  <a:pt x="57" y="186"/>
                </a:moveTo>
                <a:cubicBezTo>
                  <a:pt x="33" y="186"/>
                  <a:pt x="14" y="167"/>
                  <a:pt x="14" y="143"/>
                </a:cubicBezTo>
                <a:cubicBezTo>
                  <a:pt x="14" y="120"/>
                  <a:pt x="33" y="101"/>
                  <a:pt x="57" y="101"/>
                </a:cubicBezTo>
                <a:cubicBezTo>
                  <a:pt x="80" y="101"/>
                  <a:pt x="99" y="120"/>
                  <a:pt x="99" y="143"/>
                </a:cubicBezTo>
                <a:cubicBezTo>
                  <a:pt x="99" y="167"/>
                  <a:pt x="80" y="186"/>
                  <a:pt x="57" y="186"/>
                </a:cubicBezTo>
                <a:close/>
                <a:moveTo>
                  <a:pt x="100" y="77"/>
                </a:moveTo>
                <a:cubicBezTo>
                  <a:pt x="100" y="83"/>
                  <a:pt x="95" y="87"/>
                  <a:pt x="90" y="87"/>
                </a:cubicBezTo>
                <a:cubicBezTo>
                  <a:pt x="22" y="87"/>
                  <a:pt x="22" y="87"/>
                  <a:pt x="22" y="87"/>
                </a:cubicBezTo>
                <a:cubicBezTo>
                  <a:pt x="16" y="87"/>
                  <a:pt x="12" y="83"/>
                  <a:pt x="12" y="77"/>
                </a:cubicBezTo>
                <a:cubicBezTo>
                  <a:pt x="12" y="22"/>
                  <a:pt x="12" y="22"/>
                  <a:pt x="12" y="22"/>
                </a:cubicBezTo>
                <a:cubicBezTo>
                  <a:pt x="12" y="16"/>
                  <a:pt x="16" y="12"/>
                  <a:pt x="22" y="12"/>
                </a:cubicBezTo>
                <a:cubicBezTo>
                  <a:pt x="90" y="12"/>
                  <a:pt x="90" y="12"/>
                  <a:pt x="90" y="12"/>
                </a:cubicBezTo>
                <a:cubicBezTo>
                  <a:pt x="95" y="12"/>
                  <a:pt x="100" y="16"/>
                  <a:pt x="100" y="22"/>
                </a:cubicBezTo>
                <a:lnTo>
                  <a:pt x="100" y="77"/>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Freeform 239"/>
          <p:cNvSpPr>
            <a:spLocks noEditPoints="1"/>
          </p:cNvSpPr>
          <p:nvPr/>
        </p:nvSpPr>
        <p:spPr bwMode="auto">
          <a:xfrm>
            <a:off x="1171889" y="677775"/>
            <a:ext cx="379413" cy="373063"/>
          </a:xfrm>
          <a:custGeom>
            <a:avLst/>
            <a:gdLst>
              <a:gd name="T0" fmla="*/ 123 w 192"/>
              <a:gd name="T1" fmla="*/ 175 h 188"/>
              <a:gd name="T2" fmla="*/ 123 w 192"/>
              <a:gd name="T3" fmla="*/ 148 h 188"/>
              <a:gd name="T4" fmla="*/ 68 w 192"/>
              <a:gd name="T5" fmla="*/ 149 h 188"/>
              <a:gd name="T6" fmla="*/ 68 w 192"/>
              <a:gd name="T7" fmla="*/ 176 h 188"/>
              <a:gd name="T8" fmla="*/ 56 w 192"/>
              <a:gd name="T9" fmla="*/ 182 h 188"/>
              <a:gd name="T10" fmla="*/ 60 w 192"/>
              <a:gd name="T11" fmla="*/ 188 h 188"/>
              <a:gd name="T12" fmla="*/ 130 w 192"/>
              <a:gd name="T13" fmla="*/ 188 h 188"/>
              <a:gd name="T14" fmla="*/ 135 w 192"/>
              <a:gd name="T15" fmla="*/ 183 h 188"/>
              <a:gd name="T16" fmla="*/ 123 w 192"/>
              <a:gd name="T17" fmla="*/ 175 h 188"/>
              <a:gd name="T18" fmla="*/ 173 w 192"/>
              <a:gd name="T19" fmla="*/ 0 h 188"/>
              <a:gd name="T20" fmla="*/ 18 w 192"/>
              <a:gd name="T21" fmla="*/ 0 h 188"/>
              <a:gd name="T22" fmla="*/ 0 w 192"/>
              <a:gd name="T23" fmla="*/ 19 h 188"/>
              <a:gd name="T24" fmla="*/ 0 w 192"/>
              <a:gd name="T25" fmla="*/ 126 h 188"/>
              <a:gd name="T26" fmla="*/ 18 w 192"/>
              <a:gd name="T27" fmla="*/ 144 h 188"/>
              <a:gd name="T28" fmla="*/ 173 w 192"/>
              <a:gd name="T29" fmla="*/ 144 h 188"/>
              <a:gd name="T30" fmla="*/ 192 w 192"/>
              <a:gd name="T31" fmla="*/ 126 h 188"/>
              <a:gd name="T32" fmla="*/ 192 w 192"/>
              <a:gd name="T33" fmla="*/ 19 h 188"/>
              <a:gd name="T34" fmla="*/ 173 w 192"/>
              <a:gd name="T35" fmla="*/ 0 h 188"/>
              <a:gd name="T36" fmla="*/ 180 w 192"/>
              <a:gd name="T37" fmla="*/ 100 h 188"/>
              <a:gd name="T38" fmla="*/ 167 w 192"/>
              <a:gd name="T39" fmla="*/ 112 h 188"/>
              <a:gd name="T40" fmla="*/ 24 w 192"/>
              <a:gd name="T41" fmla="*/ 112 h 188"/>
              <a:gd name="T42" fmla="*/ 11 w 192"/>
              <a:gd name="T43" fmla="*/ 100 h 188"/>
              <a:gd name="T44" fmla="*/ 11 w 192"/>
              <a:gd name="T45" fmla="*/ 25 h 188"/>
              <a:gd name="T46" fmla="*/ 24 w 192"/>
              <a:gd name="T47" fmla="*/ 12 h 188"/>
              <a:gd name="T48" fmla="*/ 167 w 192"/>
              <a:gd name="T49" fmla="*/ 12 h 188"/>
              <a:gd name="T50" fmla="*/ 180 w 192"/>
              <a:gd name="T51" fmla="*/ 25 h 188"/>
              <a:gd name="T52" fmla="*/ 180 w 192"/>
              <a:gd name="T53" fmla="*/ 10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2" h="188">
                <a:moveTo>
                  <a:pt x="123" y="175"/>
                </a:moveTo>
                <a:cubicBezTo>
                  <a:pt x="123" y="148"/>
                  <a:pt x="123" y="148"/>
                  <a:pt x="123" y="148"/>
                </a:cubicBezTo>
                <a:cubicBezTo>
                  <a:pt x="68" y="149"/>
                  <a:pt x="68" y="149"/>
                  <a:pt x="68" y="149"/>
                </a:cubicBezTo>
                <a:cubicBezTo>
                  <a:pt x="68" y="176"/>
                  <a:pt x="68" y="176"/>
                  <a:pt x="68" y="176"/>
                </a:cubicBezTo>
                <a:cubicBezTo>
                  <a:pt x="56" y="182"/>
                  <a:pt x="56" y="182"/>
                  <a:pt x="56" y="182"/>
                </a:cubicBezTo>
                <a:cubicBezTo>
                  <a:pt x="56" y="182"/>
                  <a:pt x="53" y="188"/>
                  <a:pt x="60" y="188"/>
                </a:cubicBezTo>
                <a:cubicBezTo>
                  <a:pt x="130" y="188"/>
                  <a:pt x="130" y="188"/>
                  <a:pt x="130" y="188"/>
                </a:cubicBezTo>
                <a:cubicBezTo>
                  <a:pt x="130" y="188"/>
                  <a:pt x="138" y="185"/>
                  <a:pt x="135" y="183"/>
                </a:cubicBezTo>
                <a:cubicBezTo>
                  <a:pt x="133" y="180"/>
                  <a:pt x="123" y="175"/>
                  <a:pt x="123" y="175"/>
                </a:cubicBezTo>
                <a:close/>
                <a:moveTo>
                  <a:pt x="173" y="0"/>
                </a:moveTo>
                <a:cubicBezTo>
                  <a:pt x="18" y="0"/>
                  <a:pt x="18" y="0"/>
                  <a:pt x="18" y="0"/>
                </a:cubicBezTo>
                <a:cubicBezTo>
                  <a:pt x="8" y="0"/>
                  <a:pt x="0" y="9"/>
                  <a:pt x="0" y="19"/>
                </a:cubicBezTo>
                <a:cubicBezTo>
                  <a:pt x="0" y="126"/>
                  <a:pt x="0" y="126"/>
                  <a:pt x="0" y="126"/>
                </a:cubicBezTo>
                <a:cubicBezTo>
                  <a:pt x="0" y="136"/>
                  <a:pt x="8" y="144"/>
                  <a:pt x="18" y="144"/>
                </a:cubicBezTo>
                <a:cubicBezTo>
                  <a:pt x="173" y="144"/>
                  <a:pt x="173" y="144"/>
                  <a:pt x="173" y="144"/>
                </a:cubicBezTo>
                <a:cubicBezTo>
                  <a:pt x="183" y="144"/>
                  <a:pt x="192" y="136"/>
                  <a:pt x="192" y="126"/>
                </a:cubicBezTo>
                <a:cubicBezTo>
                  <a:pt x="192" y="19"/>
                  <a:pt x="192" y="19"/>
                  <a:pt x="192" y="19"/>
                </a:cubicBezTo>
                <a:cubicBezTo>
                  <a:pt x="192" y="9"/>
                  <a:pt x="183" y="0"/>
                  <a:pt x="173" y="0"/>
                </a:cubicBezTo>
                <a:close/>
                <a:moveTo>
                  <a:pt x="180" y="100"/>
                </a:moveTo>
                <a:cubicBezTo>
                  <a:pt x="180" y="107"/>
                  <a:pt x="174" y="112"/>
                  <a:pt x="167" y="112"/>
                </a:cubicBezTo>
                <a:cubicBezTo>
                  <a:pt x="24" y="112"/>
                  <a:pt x="24" y="112"/>
                  <a:pt x="24" y="112"/>
                </a:cubicBezTo>
                <a:cubicBezTo>
                  <a:pt x="17" y="112"/>
                  <a:pt x="11" y="107"/>
                  <a:pt x="11" y="100"/>
                </a:cubicBezTo>
                <a:cubicBezTo>
                  <a:pt x="11" y="25"/>
                  <a:pt x="11" y="25"/>
                  <a:pt x="11" y="25"/>
                </a:cubicBezTo>
                <a:cubicBezTo>
                  <a:pt x="11" y="18"/>
                  <a:pt x="17" y="12"/>
                  <a:pt x="24" y="12"/>
                </a:cubicBezTo>
                <a:cubicBezTo>
                  <a:pt x="167" y="12"/>
                  <a:pt x="167" y="12"/>
                  <a:pt x="167" y="12"/>
                </a:cubicBezTo>
                <a:cubicBezTo>
                  <a:pt x="174" y="12"/>
                  <a:pt x="180" y="18"/>
                  <a:pt x="180" y="25"/>
                </a:cubicBezTo>
                <a:lnTo>
                  <a:pt x="180" y="100"/>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240"/>
          <p:cNvSpPr>
            <a:spLocks noEditPoints="1"/>
          </p:cNvSpPr>
          <p:nvPr/>
        </p:nvSpPr>
        <p:spPr bwMode="auto">
          <a:xfrm>
            <a:off x="1644964" y="717463"/>
            <a:ext cx="395288" cy="269875"/>
          </a:xfrm>
          <a:custGeom>
            <a:avLst/>
            <a:gdLst>
              <a:gd name="T0" fmla="*/ 185 w 200"/>
              <a:gd name="T1" fmla="*/ 108 h 136"/>
              <a:gd name="T2" fmla="*/ 185 w 200"/>
              <a:gd name="T3" fmla="*/ 12 h 136"/>
              <a:gd name="T4" fmla="*/ 170 w 200"/>
              <a:gd name="T5" fmla="*/ 1 h 136"/>
              <a:gd name="T6" fmla="*/ 31 w 200"/>
              <a:gd name="T7" fmla="*/ 0 h 136"/>
              <a:gd name="T8" fmla="*/ 17 w 200"/>
              <a:gd name="T9" fmla="*/ 13 h 136"/>
              <a:gd name="T10" fmla="*/ 17 w 200"/>
              <a:gd name="T11" fmla="*/ 108 h 136"/>
              <a:gd name="T12" fmla="*/ 1 w 200"/>
              <a:gd name="T13" fmla="*/ 108 h 136"/>
              <a:gd name="T14" fmla="*/ 1 w 200"/>
              <a:gd name="T15" fmla="*/ 121 h 136"/>
              <a:gd name="T16" fmla="*/ 12 w 200"/>
              <a:gd name="T17" fmla="*/ 136 h 136"/>
              <a:gd name="T18" fmla="*/ 188 w 200"/>
              <a:gd name="T19" fmla="*/ 136 h 136"/>
              <a:gd name="T20" fmla="*/ 200 w 200"/>
              <a:gd name="T21" fmla="*/ 121 h 136"/>
              <a:gd name="T22" fmla="*/ 200 w 200"/>
              <a:gd name="T23" fmla="*/ 108 h 136"/>
              <a:gd name="T24" fmla="*/ 185 w 200"/>
              <a:gd name="T25" fmla="*/ 108 h 136"/>
              <a:gd name="T26" fmla="*/ 125 w 200"/>
              <a:gd name="T27" fmla="*/ 127 h 136"/>
              <a:gd name="T28" fmla="*/ 82 w 200"/>
              <a:gd name="T29" fmla="*/ 127 h 136"/>
              <a:gd name="T30" fmla="*/ 76 w 200"/>
              <a:gd name="T31" fmla="*/ 124 h 136"/>
              <a:gd name="T32" fmla="*/ 82 w 200"/>
              <a:gd name="T33" fmla="*/ 120 h 136"/>
              <a:gd name="T34" fmla="*/ 125 w 200"/>
              <a:gd name="T35" fmla="*/ 120 h 136"/>
              <a:gd name="T36" fmla="*/ 132 w 200"/>
              <a:gd name="T37" fmla="*/ 124 h 136"/>
              <a:gd name="T38" fmla="*/ 125 w 200"/>
              <a:gd name="T39" fmla="*/ 127 h 136"/>
              <a:gd name="T40" fmla="*/ 169 w 200"/>
              <a:gd name="T41" fmla="*/ 104 h 136"/>
              <a:gd name="T42" fmla="*/ 32 w 200"/>
              <a:gd name="T43" fmla="*/ 104 h 136"/>
              <a:gd name="T44" fmla="*/ 32 w 200"/>
              <a:gd name="T45" fmla="*/ 13 h 136"/>
              <a:gd name="T46" fmla="*/ 169 w 200"/>
              <a:gd name="T47" fmla="*/ 13 h 136"/>
              <a:gd name="T48" fmla="*/ 169 w 200"/>
              <a:gd name="T49" fmla="*/ 104 h 136"/>
              <a:gd name="T50" fmla="*/ 185 w 200"/>
              <a:gd name="T51" fmla="*/ 127 h 136"/>
              <a:gd name="T52" fmla="*/ 172 w 200"/>
              <a:gd name="T53" fmla="*/ 127 h 136"/>
              <a:gd name="T54" fmla="*/ 169 w 200"/>
              <a:gd name="T55" fmla="*/ 124 h 136"/>
              <a:gd name="T56" fmla="*/ 172 w 200"/>
              <a:gd name="T57" fmla="*/ 121 h 136"/>
              <a:gd name="T58" fmla="*/ 185 w 200"/>
              <a:gd name="T59" fmla="*/ 121 h 136"/>
              <a:gd name="T60" fmla="*/ 188 w 200"/>
              <a:gd name="T61" fmla="*/ 124 h 136"/>
              <a:gd name="T62" fmla="*/ 185 w 200"/>
              <a:gd name="T63" fmla="*/ 127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0" h="136">
                <a:moveTo>
                  <a:pt x="185" y="108"/>
                </a:moveTo>
                <a:cubicBezTo>
                  <a:pt x="185" y="12"/>
                  <a:pt x="185" y="12"/>
                  <a:pt x="185" y="12"/>
                </a:cubicBezTo>
                <a:cubicBezTo>
                  <a:pt x="185" y="12"/>
                  <a:pt x="181" y="1"/>
                  <a:pt x="170" y="1"/>
                </a:cubicBezTo>
                <a:cubicBezTo>
                  <a:pt x="31" y="0"/>
                  <a:pt x="31" y="0"/>
                  <a:pt x="31" y="0"/>
                </a:cubicBezTo>
                <a:cubicBezTo>
                  <a:pt x="31" y="0"/>
                  <a:pt x="17" y="0"/>
                  <a:pt x="17" y="13"/>
                </a:cubicBezTo>
                <a:cubicBezTo>
                  <a:pt x="17" y="108"/>
                  <a:pt x="17" y="108"/>
                  <a:pt x="17" y="108"/>
                </a:cubicBezTo>
                <a:cubicBezTo>
                  <a:pt x="1" y="108"/>
                  <a:pt x="1" y="108"/>
                  <a:pt x="1" y="108"/>
                </a:cubicBezTo>
                <a:cubicBezTo>
                  <a:pt x="1" y="121"/>
                  <a:pt x="1" y="121"/>
                  <a:pt x="1" y="121"/>
                </a:cubicBezTo>
                <a:cubicBezTo>
                  <a:pt x="1" y="121"/>
                  <a:pt x="0" y="136"/>
                  <a:pt x="12" y="136"/>
                </a:cubicBezTo>
                <a:cubicBezTo>
                  <a:pt x="188" y="136"/>
                  <a:pt x="188" y="136"/>
                  <a:pt x="188" y="136"/>
                </a:cubicBezTo>
                <a:cubicBezTo>
                  <a:pt x="200" y="136"/>
                  <a:pt x="200" y="121"/>
                  <a:pt x="200" y="121"/>
                </a:cubicBezTo>
                <a:cubicBezTo>
                  <a:pt x="200" y="108"/>
                  <a:pt x="200" y="108"/>
                  <a:pt x="200" y="108"/>
                </a:cubicBezTo>
                <a:lnTo>
                  <a:pt x="185" y="108"/>
                </a:lnTo>
                <a:close/>
                <a:moveTo>
                  <a:pt x="125" y="127"/>
                </a:moveTo>
                <a:cubicBezTo>
                  <a:pt x="82" y="127"/>
                  <a:pt x="82" y="127"/>
                  <a:pt x="82" y="127"/>
                </a:cubicBezTo>
                <a:cubicBezTo>
                  <a:pt x="78" y="127"/>
                  <a:pt x="76" y="126"/>
                  <a:pt x="76" y="124"/>
                </a:cubicBezTo>
                <a:cubicBezTo>
                  <a:pt x="76" y="122"/>
                  <a:pt x="78" y="120"/>
                  <a:pt x="82" y="120"/>
                </a:cubicBezTo>
                <a:cubicBezTo>
                  <a:pt x="125" y="120"/>
                  <a:pt x="125" y="120"/>
                  <a:pt x="125" y="120"/>
                </a:cubicBezTo>
                <a:cubicBezTo>
                  <a:pt x="129" y="120"/>
                  <a:pt x="132" y="122"/>
                  <a:pt x="132" y="124"/>
                </a:cubicBezTo>
                <a:cubicBezTo>
                  <a:pt x="132" y="126"/>
                  <a:pt x="129" y="127"/>
                  <a:pt x="125" y="127"/>
                </a:cubicBezTo>
                <a:close/>
                <a:moveTo>
                  <a:pt x="169" y="104"/>
                </a:moveTo>
                <a:cubicBezTo>
                  <a:pt x="32" y="104"/>
                  <a:pt x="32" y="104"/>
                  <a:pt x="32" y="104"/>
                </a:cubicBezTo>
                <a:cubicBezTo>
                  <a:pt x="32" y="13"/>
                  <a:pt x="32" y="13"/>
                  <a:pt x="32" y="13"/>
                </a:cubicBezTo>
                <a:cubicBezTo>
                  <a:pt x="169" y="13"/>
                  <a:pt x="169" y="13"/>
                  <a:pt x="169" y="13"/>
                </a:cubicBezTo>
                <a:lnTo>
                  <a:pt x="169" y="104"/>
                </a:lnTo>
                <a:close/>
                <a:moveTo>
                  <a:pt x="185" y="127"/>
                </a:moveTo>
                <a:cubicBezTo>
                  <a:pt x="172" y="127"/>
                  <a:pt x="172" y="127"/>
                  <a:pt x="172" y="127"/>
                </a:cubicBezTo>
                <a:cubicBezTo>
                  <a:pt x="171" y="127"/>
                  <a:pt x="169" y="126"/>
                  <a:pt x="169" y="124"/>
                </a:cubicBezTo>
                <a:cubicBezTo>
                  <a:pt x="169" y="122"/>
                  <a:pt x="171" y="121"/>
                  <a:pt x="172" y="121"/>
                </a:cubicBezTo>
                <a:cubicBezTo>
                  <a:pt x="185" y="121"/>
                  <a:pt x="185" y="121"/>
                  <a:pt x="185" y="121"/>
                </a:cubicBezTo>
                <a:cubicBezTo>
                  <a:pt x="186" y="121"/>
                  <a:pt x="188" y="122"/>
                  <a:pt x="188" y="124"/>
                </a:cubicBezTo>
                <a:cubicBezTo>
                  <a:pt x="188" y="126"/>
                  <a:pt x="186" y="127"/>
                  <a:pt x="185" y="127"/>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Freeform 241"/>
          <p:cNvSpPr>
            <a:spLocks noEditPoints="1"/>
          </p:cNvSpPr>
          <p:nvPr/>
        </p:nvSpPr>
        <p:spPr bwMode="auto">
          <a:xfrm>
            <a:off x="2116451" y="663488"/>
            <a:ext cx="396875" cy="387350"/>
          </a:xfrm>
          <a:custGeom>
            <a:avLst/>
            <a:gdLst>
              <a:gd name="T0" fmla="*/ 37 w 250"/>
              <a:gd name="T1" fmla="*/ 94 h 244"/>
              <a:gd name="T2" fmla="*/ 5 w 250"/>
              <a:gd name="T3" fmla="*/ 63 h 244"/>
              <a:gd name="T4" fmla="*/ 5 w 250"/>
              <a:gd name="T5" fmla="*/ 125 h 244"/>
              <a:gd name="T6" fmla="*/ 37 w 250"/>
              <a:gd name="T7" fmla="*/ 94 h 244"/>
              <a:gd name="T8" fmla="*/ 51 w 250"/>
              <a:gd name="T9" fmla="*/ 94 h 244"/>
              <a:gd name="T10" fmla="*/ 5 w 250"/>
              <a:gd name="T11" fmla="*/ 140 h 244"/>
              <a:gd name="T12" fmla="*/ 5 w 250"/>
              <a:gd name="T13" fmla="*/ 244 h 244"/>
              <a:gd name="T14" fmla="*/ 250 w 250"/>
              <a:gd name="T15" fmla="*/ 244 h 244"/>
              <a:gd name="T16" fmla="*/ 250 w 250"/>
              <a:gd name="T17" fmla="*/ 94 h 244"/>
              <a:gd name="T18" fmla="*/ 51 w 250"/>
              <a:gd name="T19" fmla="*/ 94 h 244"/>
              <a:gd name="T20" fmla="*/ 198 w 250"/>
              <a:gd name="T21" fmla="*/ 194 h 244"/>
              <a:gd name="T22" fmla="*/ 59 w 250"/>
              <a:gd name="T23" fmla="*/ 194 h 244"/>
              <a:gd name="T24" fmla="*/ 59 w 250"/>
              <a:gd name="T25" fmla="*/ 179 h 244"/>
              <a:gd name="T26" fmla="*/ 198 w 250"/>
              <a:gd name="T27" fmla="*/ 179 h 244"/>
              <a:gd name="T28" fmla="*/ 198 w 250"/>
              <a:gd name="T29" fmla="*/ 194 h 244"/>
              <a:gd name="T30" fmla="*/ 198 w 250"/>
              <a:gd name="T31" fmla="*/ 159 h 244"/>
              <a:gd name="T32" fmla="*/ 59 w 250"/>
              <a:gd name="T33" fmla="*/ 159 h 244"/>
              <a:gd name="T34" fmla="*/ 59 w 250"/>
              <a:gd name="T35" fmla="*/ 144 h 244"/>
              <a:gd name="T36" fmla="*/ 198 w 250"/>
              <a:gd name="T37" fmla="*/ 144 h 244"/>
              <a:gd name="T38" fmla="*/ 198 w 250"/>
              <a:gd name="T39" fmla="*/ 159 h 244"/>
              <a:gd name="T40" fmla="*/ 245 w 250"/>
              <a:gd name="T41" fmla="*/ 51 h 244"/>
              <a:gd name="T42" fmla="*/ 235 w 250"/>
              <a:gd name="T43" fmla="*/ 0 h 244"/>
              <a:gd name="T44" fmla="*/ 0 w 250"/>
              <a:gd name="T45" fmla="*/ 42 h 244"/>
              <a:gd name="T46" fmla="*/ 45 w 250"/>
              <a:gd name="T47" fmla="*/ 87 h 244"/>
              <a:gd name="T48" fmla="*/ 245 w 250"/>
              <a:gd name="T49" fmla="*/ 51 h 244"/>
              <a:gd name="T50" fmla="*/ 218 w 250"/>
              <a:gd name="T51" fmla="*/ 12 h 244"/>
              <a:gd name="T52" fmla="*/ 232 w 250"/>
              <a:gd name="T53" fmla="*/ 34 h 244"/>
              <a:gd name="T54" fmla="*/ 233 w 250"/>
              <a:gd name="T55" fmla="*/ 43 h 244"/>
              <a:gd name="T56" fmla="*/ 205 w 250"/>
              <a:gd name="T57" fmla="*/ 48 h 244"/>
              <a:gd name="T58" fmla="*/ 187 w 250"/>
              <a:gd name="T59" fmla="*/ 18 h 244"/>
              <a:gd name="T60" fmla="*/ 218 w 250"/>
              <a:gd name="T61" fmla="*/ 12 h 244"/>
              <a:gd name="T62" fmla="*/ 154 w 250"/>
              <a:gd name="T63" fmla="*/ 23 h 244"/>
              <a:gd name="T64" fmla="*/ 171 w 250"/>
              <a:gd name="T65" fmla="*/ 54 h 244"/>
              <a:gd name="T66" fmla="*/ 140 w 250"/>
              <a:gd name="T67" fmla="*/ 61 h 244"/>
              <a:gd name="T68" fmla="*/ 122 w 250"/>
              <a:gd name="T69" fmla="*/ 29 h 244"/>
              <a:gd name="T70" fmla="*/ 154 w 250"/>
              <a:gd name="T71" fmla="*/ 23 h 244"/>
              <a:gd name="T72" fmla="*/ 90 w 250"/>
              <a:gd name="T73" fmla="*/ 36 h 244"/>
              <a:gd name="T74" fmla="*/ 108 w 250"/>
              <a:gd name="T75" fmla="*/ 66 h 244"/>
              <a:gd name="T76" fmla="*/ 76 w 250"/>
              <a:gd name="T77" fmla="*/ 72 h 244"/>
              <a:gd name="T78" fmla="*/ 58 w 250"/>
              <a:gd name="T79" fmla="*/ 41 h 244"/>
              <a:gd name="T80" fmla="*/ 90 w 250"/>
              <a:gd name="T81" fmla="*/ 36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0" h="244">
                <a:moveTo>
                  <a:pt x="37" y="94"/>
                </a:moveTo>
                <a:lnTo>
                  <a:pt x="5" y="63"/>
                </a:lnTo>
                <a:lnTo>
                  <a:pt x="5" y="125"/>
                </a:lnTo>
                <a:lnTo>
                  <a:pt x="37" y="94"/>
                </a:lnTo>
                <a:close/>
                <a:moveTo>
                  <a:pt x="51" y="94"/>
                </a:moveTo>
                <a:lnTo>
                  <a:pt x="5" y="140"/>
                </a:lnTo>
                <a:lnTo>
                  <a:pt x="5" y="244"/>
                </a:lnTo>
                <a:lnTo>
                  <a:pt x="250" y="244"/>
                </a:lnTo>
                <a:lnTo>
                  <a:pt x="250" y="94"/>
                </a:lnTo>
                <a:lnTo>
                  <a:pt x="51" y="94"/>
                </a:lnTo>
                <a:close/>
                <a:moveTo>
                  <a:pt x="198" y="194"/>
                </a:moveTo>
                <a:lnTo>
                  <a:pt x="59" y="194"/>
                </a:lnTo>
                <a:lnTo>
                  <a:pt x="59" y="179"/>
                </a:lnTo>
                <a:lnTo>
                  <a:pt x="198" y="179"/>
                </a:lnTo>
                <a:lnTo>
                  <a:pt x="198" y="194"/>
                </a:lnTo>
                <a:close/>
                <a:moveTo>
                  <a:pt x="198" y="159"/>
                </a:moveTo>
                <a:lnTo>
                  <a:pt x="59" y="159"/>
                </a:lnTo>
                <a:lnTo>
                  <a:pt x="59" y="144"/>
                </a:lnTo>
                <a:lnTo>
                  <a:pt x="198" y="144"/>
                </a:lnTo>
                <a:lnTo>
                  <a:pt x="198" y="159"/>
                </a:lnTo>
                <a:close/>
                <a:moveTo>
                  <a:pt x="245" y="51"/>
                </a:moveTo>
                <a:lnTo>
                  <a:pt x="235" y="0"/>
                </a:lnTo>
                <a:lnTo>
                  <a:pt x="0" y="42"/>
                </a:lnTo>
                <a:lnTo>
                  <a:pt x="45" y="87"/>
                </a:lnTo>
                <a:lnTo>
                  <a:pt x="245" y="51"/>
                </a:lnTo>
                <a:close/>
                <a:moveTo>
                  <a:pt x="218" y="12"/>
                </a:moveTo>
                <a:lnTo>
                  <a:pt x="232" y="34"/>
                </a:lnTo>
                <a:lnTo>
                  <a:pt x="233" y="43"/>
                </a:lnTo>
                <a:lnTo>
                  <a:pt x="205" y="48"/>
                </a:lnTo>
                <a:lnTo>
                  <a:pt x="187" y="18"/>
                </a:lnTo>
                <a:lnTo>
                  <a:pt x="218" y="12"/>
                </a:lnTo>
                <a:close/>
                <a:moveTo>
                  <a:pt x="154" y="23"/>
                </a:moveTo>
                <a:lnTo>
                  <a:pt x="171" y="54"/>
                </a:lnTo>
                <a:lnTo>
                  <a:pt x="140" y="61"/>
                </a:lnTo>
                <a:lnTo>
                  <a:pt x="122" y="29"/>
                </a:lnTo>
                <a:lnTo>
                  <a:pt x="154" y="23"/>
                </a:lnTo>
                <a:close/>
                <a:moveTo>
                  <a:pt x="90" y="36"/>
                </a:moveTo>
                <a:lnTo>
                  <a:pt x="108" y="66"/>
                </a:lnTo>
                <a:lnTo>
                  <a:pt x="76" y="72"/>
                </a:lnTo>
                <a:lnTo>
                  <a:pt x="58" y="41"/>
                </a:lnTo>
                <a:lnTo>
                  <a:pt x="90" y="36"/>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242"/>
          <p:cNvSpPr>
            <a:spLocks/>
          </p:cNvSpPr>
          <p:nvPr/>
        </p:nvSpPr>
        <p:spPr bwMode="auto">
          <a:xfrm>
            <a:off x="2613339" y="660313"/>
            <a:ext cx="384175" cy="385763"/>
          </a:xfrm>
          <a:custGeom>
            <a:avLst/>
            <a:gdLst>
              <a:gd name="T0" fmla="*/ 194 w 194"/>
              <a:gd name="T1" fmla="*/ 156 h 195"/>
              <a:gd name="T2" fmla="*/ 153 w 194"/>
              <a:gd name="T3" fmla="*/ 188 h 195"/>
              <a:gd name="T4" fmla="*/ 111 w 194"/>
              <a:gd name="T5" fmla="*/ 156 h 195"/>
              <a:gd name="T6" fmla="*/ 153 w 194"/>
              <a:gd name="T7" fmla="*/ 125 h 195"/>
              <a:gd name="T8" fmla="*/ 174 w 194"/>
              <a:gd name="T9" fmla="*/ 129 h 195"/>
              <a:gd name="T10" fmla="*/ 174 w 194"/>
              <a:gd name="T11" fmla="*/ 53 h 195"/>
              <a:gd name="T12" fmla="*/ 83 w 194"/>
              <a:gd name="T13" fmla="*/ 78 h 195"/>
              <a:gd name="T14" fmla="*/ 83 w 194"/>
              <a:gd name="T15" fmla="*/ 167 h 195"/>
              <a:gd name="T16" fmla="*/ 82 w 194"/>
              <a:gd name="T17" fmla="*/ 167 h 195"/>
              <a:gd name="T18" fmla="*/ 42 w 194"/>
              <a:gd name="T19" fmla="*/ 195 h 195"/>
              <a:gd name="T20" fmla="*/ 0 w 194"/>
              <a:gd name="T21" fmla="*/ 163 h 195"/>
              <a:gd name="T22" fmla="*/ 42 w 194"/>
              <a:gd name="T23" fmla="*/ 132 h 195"/>
              <a:gd name="T24" fmla="*/ 62 w 194"/>
              <a:gd name="T25" fmla="*/ 136 h 195"/>
              <a:gd name="T26" fmla="*/ 62 w 194"/>
              <a:gd name="T27" fmla="*/ 35 h 195"/>
              <a:gd name="T28" fmla="*/ 194 w 194"/>
              <a:gd name="T29" fmla="*/ 0 h 195"/>
              <a:gd name="T30" fmla="*/ 194 w 194"/>
              <a:gd name="T31" fmla="*/ 153 h 195"/>
              <a:gd name="T32" fmla="*/ 194 w 194"/>
              <a:gd name="T33" fmla="*/ 153 h 195"/>
              <a:gd name="T34" fmla="*/ 194 w 194"/>
              <a:gd name="T35" fmla="*/ 156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4" h="195">
                <a:moveTo>
                  <a:pt x="194" y="156"/>
                </a:moveTo>
                <a:cubicBezTo>
                  <a:pt x="194" y="174"/>
                  <a:pt x="176" y="188"/>
                  <a:pt x="153" y="188"/>
                </a:cubicBezTo>
                <a:cubicBezTo>
                  <a:pt x="130" y="188"/>
                  <a:pt x="111" y="174"/>
                  <a:pt x="111" y="156"/>
                </a:cubicBezTo>
                <a:cubicBezTo>
                  <a:pt x="111" y="139"/>
                  <a:pt x="130" y="125"/>
                  <a:pt x="153" y="125"/>
                </a:cubicBezTo>
                <a:cubicBezTo>
                  <a:pt x="160" y="125"/>
                  <a:pt x="168" y="127"/>
                  <a:pt x="174" y="129"/>
                </a:cubicBezTo>
                <a:cubicBezTo>
                  <a:pt x="174" y="53"/>
                  <a:pt x="174" y="53"/>
                  <a:pt x="174" y="53"/>
                </a:cubicBezTo>
                <a:cubicBezTo>
                  <a:pt x="83" y="78"/>
                  <a:pt x="83" y="78"/>
                  <a:pt x="83" y="78"/>
                </a:cubicBezTo>
                <a:cubicBezTo>
                  <a:pt x="83" y="167"/>
                  <a:pt x="83" y="167"/>
                  <a:pt x="83" y="167"/>
                </a:cubicBezTo>
                <a:cubicBezTo>
                  <a:pt x="82" y="167"/>
                  <a:pt x="82" y="167"/>
                  <a:pt x="82" y="167"/>
                </a:cubicBezTo>
                <a:cubicBezTo>
                  <a:pt x="80" y="182"/>
                  <a:pt x="63" y="195"/>
                  <a:pt x="42" y="195"/>
                </a:cubicBezTo>
                <a:cubicBezTo>
                  <a:pt x="18" y="195"/>
                  <a:pt x="0" y="181"/>
                  <a:pt x="0" y="163"/>
                </a:cubicBezTo>
                <a:cubicBezTo>
                  <a:pt x="0" y="146"/>
                  <a:pt x="18" y="132"/>
                  <a:pt x="42" y="132"/>
                </a:cubicBezTo>
                <a:cubicBezTo>
                  <a:pt x="49" y="132"/>
                  <a:pt x="56" y="134"/>
                  <a:pt x="62" y="136"/>
                </a:cubicBezTo>
                <a:cubicBezTo>
                  <a:pt x="62" y="35"/>
                  <a:pt x="62" y="35"/>
                  <a:pt x="62" y="35"/>
                </a:cubicBezTo>
                <a:cubicBezTo>
                  <a:pt x="194" y="0"/>
                  <a:pt x="194" y="0"/>
                  <a:pt x="194" y="0"/>
                </a:cubicBezTo>
                <a:cubicBezTo>
                  <a:pt x="194" y="153"/>
                  <a:pt x="194" y="153"/>
                  <a:pt x="194" y="153"/>
                </a:cubicBezTo>
                <a:cubicBezTo>
                  <a:pt x="194" y="153"/>
                  <a:pt x="194" y="153"/>
                  <a:pt x="194" y="153"/>
                </a:cubicBezTo>
                <a:cubicBezTo>
                  <a:pt x="194" y="154"/>
                  <a:pt x="194" y="155"/>
                  <a:pt x="194" y="156"/>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243"/>
          <p:cNvSpPr>
            <a:spLocks noEditPoints="1"/>
          </p:cNvSpPr>
          <p:nvPr/>
        </p:nvSpPr>
        <p:spPr bwMode="auto">
          <a:xfrm>
            <a:off x="3094351" y="658725"/>
            <a:ext cx="395288" cy="393700"/>
          </a:xfrm>
          <a:custGeom>
            <a:avLst/>
            <a:gdLst>
              <a:gd name="T0" fmla="*/ 12 w 200"/>
              <a:gd name="T1" fmla="*/ 199 h 199"/>
              <a:gd name="T2" fmla="*/ 0 w 200"/>
              <a:gd name="T3" fmla="*/ 95 h 199"/>
              <a:gd name="T4" fmla="*/ 0 w 200"/>
              <a:gd name="T5" fmla="*/ 72 h 199"/>
              <a:gd name="T6" fmla="*/ 100 w 200"/>
              <a:gd name="T7" fmla="*/ 0 h 199"/>
              <a:gd name="T8" fmla="*/ 200 w 200"/>
              <a:gd name="T9" fmla="*/ 72 h 199"/>
              <a:gd name="T10" fmla="*/ 200 w 200"/>
              <a:gd name="T11" fmla="*/ 95 h 199"/>
              <a:gd name="T12" fmla="*/ 188 w 200"/>
              <a:gd name="T13" fmla="*/ 199 h 199"/>
              <a:gd name="T14" fmla="*/ 180 w 200"/>
              <a:gd name="T15" fmla="*/ 191 h 199"/>
              <a:gd name="T16" fmla="*/ 100 w 200"/>
              <a:gd name="T17" fmla="*/ 138 h 199"/>
              <a:gd name="T18" fmla="*/ 21 w 200"/>
              <a:gd name="T19" fmla="*/ 191 h 199"/>
              <a:gd name="T20" fmla="*/ 148 w 200"/>
              <a:gd name="T21" fmla="*/ 118 h 199"/>
              <a:gd name="T22" fmla="*/ 52 w 200"/>
              <a:gd name="T23" fmla="*/ 67 h 199"/>
              <a:gd name="T24" fmla="*/ 79 w 200"/>
              <a:gd name="T25" fmla="*/ 137 h 199"/>
              <a:gd name="T26" fmla="*/ 121 w 200"/>
              <a:gd name="T27" fmla="*/ 137 h 199"/>
              <a:gd name="T28" fmla="*/ 71 w 200"/>
              <a:gd name="T29" fmla="*/ 142 h 199"/>
              <a:gd name="T30" fmla="*/ 8 w 200"/>
              <a:gd name="T31" fmla="*/ 178 h 199"/>
              <a:gd name="T32" fmla="*/ 186 w 200"/>
              <a:gd name="T33" fmla="*/ 69 h 199"/>
              <a:gd name="T34" fmla="*/ 14 w 200"/>
              <a:gd name="T35" fmla="*/ 69 h 199"/>
              <a:gd name="T36" fmla="*/ 8 w 200"/>
              <a:gd name="T37" fmla="*/ 87 h 199"/>
              <a:gd name="T38" fmla="*/ 16 w 200"/>
              <a:gd name="T39" fmla="*/ 80 h 199"/>
              <a:gd name="T40" fmla="*/ 100 w 200"/>
              <a:gd name="T41" fmla="*/ 25 h 199"/>
              <a:gd name="T42" fmla="*/ 184 w 200"/>
              <a:gd name="T43" fmla="*/ 80 h 199"/>
              <a:gd name="T44" fmla="*/ 192 w 200"/>
              <a:gd name="T45" fmla="*/ 88 h 199"/>
              <a:gd name="T46" fmla="*/ 192 w 200"/>
              <a:gd name="T47" fmla="*/ 100 h 199"/>
              <a:gd name="T48" fmla="*/ 192 w 200"/>
              <a:gd name="T49" fmla="*/ 178 h 199"/>
              <a:gd name="T50" fmla="*/ 68 w 200"/>
              <a:gd name="T51" fmla="*/ 107 h 199"/>
              <a:gd name="T52" fmla="*/ 132 w 200"/>
              <a:gd name="T53" fmla="*/ 111 h 199"/>
              <a:gd name="T54" fmla="*/ 68 w 200"/>
              <a:gd name="T55" fmla="*/ 107 h 199"/>
              <a:gd name="T56" fmla="*/ 132 w 200"/>
              <a:gd name="T57" fmla="*/ 95 h 199"/>
              <a:gd name="T58" fmla="*/ 68 w 200"/>
              <a:gd name="T59" fmla="*/ 99 h 199"/>
              <a:gd name="T60" fmla="*/ 68 w 200"/>
              <a:gd name="T61" fmla="*/ 83 h 199"/>
              <a:gd name="T62" fmla="*/ 132 w 200"/>
              <a:gd name="T63" fmla="*/ 87 h 199"/>
              <a:gd name="T64" fmla="*/ 68 w 200"/>
              <a:gd name="T65" fmla="*/ 83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0" h="199">
                <a:moveTo>
                  <a:pt x="188" y="199"/>
                </a:moveTo>
                <a:cubicBezTo>
                  <a:pt x="12" y="199"/>
                  <a:pt x="12" y="199"/>
                  <a:pt x="12" y="199"/>
                </a:cubicBezTo>
                <a:cubicBezTo>
                  <a:pt x="6" y="199"/>
                  <a:pt x="0" y="194"/>
                  <a:pt x="0" y="187"/>
                </a:cubicBezTo>
                <a:cubicBezTo>
                  <a:pt x="0" y="95"/>
                  <a:pt x="0" y="95"/>
                  <a:pt x="0" y="95"/>
                </a:cubicBezTo>
                <a:cubicBezTo>
                  <a:pt x="0" y="95"/>
                  <a:pt x="0" y="95"/>
                  <a:pt x="0" y="95"/>
                </a:cubicBezTo>
                <a:cubicBezTo>
                  <a:pt x="0" y="89"/>
                  <a:pt x="0" y="78"/>
                  <a:pt x="0" y="72"/>
                </a:cubicBezTo>
                <a:cubicBezTo>
                  <a:pt x="0" y="64"/>
                  <a:pt x="6" y="61"/>
                  <a:pt x="6" y="61"/>
                </a:cubicBezTo>
                <a:cubicBezTo>
                  <a:pt x="100" y="0"/>
                  <a:pt x="100" y="0"/>
                  <a:pt x="100" y="0"/>
                </a:cubicBezTo>
                <a:cubicBezTo>
                  <a:pt x="194" y="61"/>
                  <a:pt x="194" y="61"/>
                  <a:pt x="194" y="61"/>
                </a:cubicBezTo>
                <a:cubicBezTo>
                  <a:pt x="194" y="61"/>
                  <a:pt x="200" y="64"/>
                  <a:pt x="200" y="72"/>
                </a:cubicBezTo>
                <a:cubicBezTo>
                  <a:pt x="200" y="78"/>
                  <a:pt x="200" y="89"/>
                  <a:pt x="200" y="95"/>
                </a:cubicBezTo>
                <a:cubicBezTo>
                  <a:pt x="200" y="95"/>
                  <a:pt x="200" y="95"/>
                  <a:pt x="200" y="95"/>
                </a:cubicBezTo>
                <a:cubicBezTo>
                  <a:pt x="200" y="187"/>
                  <a:pt x="200" y="187"/>
                  <a:pt x="200" y="187"/>
                </a:cubicBezTo>
                <a:cubicBezTo>
                  <a:pt x="200" y="194"/>
                  <a:pt x="195" y="199"/>
                  <a:pt x="188" y="199"/>
                </a:cubicBezTo>
                <a:close/>
                <a:moveTo>
                  <a:pt x="21" y="191"/>
                </a:moveTo>
                <a:cubicBezTo>
                  <a:pt x="180" y="191"/>
                  <a:pt x="180" y="191"/>
                  <a:pt x="180" y="191"/>
                </a:cubicBezTo>
                <a:cubicBezTo>
                  <a:pt x="183" y="191"/>
                  <a:pt x="185" y="190"/>
                  <a:pt x="187" y="189"/>
                </a:cubicBezTo>
                <a:cubicBezTo>
                  <a:pt x="100" y="138"/>
                  <a:pt x="100" y="138"/>
                  <a:pt x="100" y="138"/>
                </a:cubicBezTo>
                <a:cubicBezTo>
                  <a:pt x="13" y="189"/>
                  <a:pt x="13" y="189"/>
                  <a:pt x="13" y="189"/>
                </a:cubicBezTo>
                <a:cubicBezTo>
                  <a:pt x="15" y="190"/>
                  <a:pt x="18" y="191"/>
                  <a:pt x="21" y="191"/>
                </a:cubicBezTo>
                <a:close/>
                <a:moveTo>
                  <a:pt x="121" y="137"/>
                </a:moveTo>
                <a:cubicBezTo>
                  <a:pt x="148" y="118"/>
                  <a:pt x="148" y="118"/>
                  <a:pt x="148" y="118"/>
                </a:cubicBezTo>
                <a:cubicBezTo>
                  <a:pt x="148" y="67"/>
                  <a:pt x="148" y="67"/>
                  <a:pt x="148" y="67"/>
                </a:cubicBezTo>
                <a:cubicBezTo>
                  <a:pt x="52" y="67"/>
                  <a:pt x="52" y="67"/>
                  <a:pt x="52" y="67"/>
                </a:cubicBezTo>
                <a:cubicBezTo>
                  <a:pt x="52" y="118"/>
                  <a:pt x="52" y="118"/>
                  <a:pt x="52" y="118"/>
                </a:cubicBezTo>
                <a:cubicBezTo>
                  <a:pt x="79" y="137"/>
                  <a:pt x="79" y="137"/>
                  <a:pt x="79" y="137"/>
                </a:cubicBezTo>
                <a:cubicBezTo>
                  <a:pt x="100" y="125"/>
                  <a:pt x="100" y="125"/>
                  <a:pt x="100" y="125"/>
                </a:cubicBezTo>
                <a:lnTo>
                  <a:pt x="121" y="137"/>
                </a:lnTo>
                <a:close/>
                <a:moveTo>
                  <a:pt x="8" y="178"/>
                </a:moveTo>
                <a:cubicBezTo>
                  <a:pt x="71" y="142"/>
                  <a:pt x="71" y="142"/>
                  <a:pt x="71" y="142"/>
                </a:cubicBezTo>
                <a:cubicBezTo>
                  <a:pt x="8" y="99"/>
                  <a:pt x="8" y="99"/>
                  <a:pt x="8" y="99"/>
                </a:cubicBezTo>
                <a:lnTo>
                  <a:pt x="8" y="178"/>
                </a:lnTo>
                <a:close/>
                <a:moveTo>
                  <a:pt x="192" y="80"/>
                </a:moveTo>
                <a:cubicBezTo>
                  <a:pt x="192" y="72"/>
                  <a:pt x="186" y="69"/>
                  <a:pt x="186" y="69"/>
                </a:cubicBezTo>
                <a:cubicBezTo>
                  <a:pt x="100" y="13"/>
                  <a:pt x="100" y="13"/>
                  <a:pt x="100" y="13"/>
                </a:cubicBezTo>
                <a:cubicBezTo>
                  <a:pt x="14" y="69"/>
                  <a:pt x="14" y="69"/>
                  <a:pt x="14" y="69"/>
                </a:cubicBezTo>
                <a:cubicBezTo>
                  <a:pt x="14" y="69"/>
                  <a:pt x="8" y="72"/>
                  <a:pt x="8" y="80"/>
                </a:cubicBezTo>
                <a:cubicBezTo>
                  <a:pt x="8" y="84"/>
                  <a:pt x="8" y="87"/>
                  <a:pt x="8" y="87"/>
                </a:cubicBezTo>
                <a:cubicBezTo>
                  <a:pt x="16" y="93"/>
                  <a:pt x="16" y="93"/>
                  <a:pt x="16" y="93"/>
                </a:cubicBezTo>
                <a:cubicBezTo>
                  <a:pt x="16" y="88"/>
                  <a:pt x="16" y="83"/>
                  <a:pt x="16" y="80"/>
                </a:cubicBezTo>
                <a:cubicBezTo>
                  <a:pt x="16" y="75"/>
                  <a:pt x="21" y="73"/>
                  <a:pt x="21" y="73"/>
                </a:cubicBezTo>
                <a:cubicBezTo>
                  <a:pt x="100" y="25"/>
                  <a:pt x="100" y="25"/>
                  <a:pt x="100" y="25"/>
                </a:cubicBezTo>
                <a:cubicBezTo>
                  <a:pt x="179" y="73"/>
                  <a:pt x="179" y="73"/>
                  <a:pt x="179" y="73"/>
                </a:cubicBezTo>
                <a:cubicBezTo>
                  <a:pt x="179" y="73"/>
                  <a:pt x="184" y="75"/>
                  <a:pt x="184" y="80"/>
                </a:cubicBezTo>
                <a:cubicBezTo>
                  <a:pt x="184" y="83"/>
                  <a:pt x="184" y="89"/>
                  <a:pt x="184" y="93"/>
                </a:cubicBezTo>
                <a:cubicBezTo>
                  <a:pt x="192" y="88"/>
                  <a:pt x="192" y="88"/>
                  <a:pt x="192" y="88"/>
                </a:cubicBezTo>
                <a:cubicBezTo>
                  <a:pt x="192" y="88"/>
                  <a:pt x="192" y="81"/>
                  <a:pt x="192" y="80"/>
                </a:cubicBezTo>
                <a:close/>
                <a:moveTo>
                  <a:pt x="192" y="100"/>
                </a:moveTo>
                <a:cubicBezTo>
                  <a:pt x="130" y="142"/>
                  <a:pt x="130" y="142"/>
                  <a:pt x="130" y="142"/>
                </a:cubicBezTo>
                <a:cubicBezTo>
                  <a:pt x="192" y="178"/>
                  <a:pt x="192" y="178"/>
                  <a:pt x="192" y="178"/>
                </a:cubicBezTo>
                <a:lnTo>
                  <a:pt x="192" y="100"/>
                </a:lnTo>
                <a:close/>
                <a:moveTo>
                  <a:pt x="68" y="107"/>
                </a:moveTo>
                <a:cubicBezTo>
                  <a:pt x="132" y="107"/>
                  <a:pt x="132" y="107"/>
                  <a:pt x="132" y="107"/>
                </a:cubicBezTo>
                <a:cubicBezTo>
                  <a:pt x="132" y="111"/>
                  <a:pt x="132" y="111"/>
                  <a:pt x="132" y="111"/>
                </a:cubicBezTo>
                <a:cubicBezTo>
                  <a:pt x="68" y="111"/>
                  <a:pt x="68" y="111"/>
                  <a:pt x="68" y="111"/>
                </a:cubicBezTo>
                <a:lnTo>
                  <a:pt x="68" y="107"/>
                </a:lnTo>
                <a:close/>
                <a:moveTo>
                  <a:pt x="68" y="95"/>
                </a:moveTo>
                <a:cubicBezTo>
                  <a:pt x="132" y="95"/>
                  <a:pt x="132" y="95"/>
                  <a:pt x="132" y="95"/>
                </a:cubicBezTo>
                <a:cubicBezTo>
                  <a:pt x="132" y="99"/>
                  <a:pt x="132" y="99"/>
                  <a:pt x="132" y="99"/>
                </a:cubicBezTo>
                <a:cubicBezTo>
                  <a:pt x="68" y="99"/>
                  <a:pt x="68" y="99"/>
                  <a:pt x="68" y="99"/>
                </a:cubicBezTo>
                <a:lnTo>
                  <a:pt x="68" y="95"/>
                </a:lnTo>
                <a:close/>
                <a:moveTo>
                  <a:pt x="68" y="83"/>
                </a:moveTo>
                <a:cubicBezTo>
                  <a:pt x="132" y="83"/>
                  <a:pt x="132" y="83"/>
                  <a:pt x="132" y="83"/>
                </a:cubicBezTo>
                <a:cubicBezTo>
                  <a:pt x="132" y="87"/>
                  <a:pt x="132" y="87"/>
                  <a:pt x="132" y="87"/>
                </a:cubicBezTo>
                <a:cubicBezTo>
                  <a:pt x="68" y="87"/>
                  <a:pt x="68" y="87"/>
                  <a:pt x="68" y="87"/>
                </a:cubicBezTo>
                <a:lnTo>
                  <a:pt x="68" y="83"/>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244"/>
          <p:cNvSpPr>
            <a:spLocks noEditPoints="1"/>
          </p:cNvSpPr>
          <p:nvPr/>
        </p:nvSpPr>
        <p:spPr bwMode="auto">
          <a:xfrm>
            <a:off x="220976" y="1134975"/>
            <a:ext cx="315913" cy="396875"/>
          </a:xfrm>
          <a:custGeom>
            <a:avLst/>
            <a:gdLst>
              <a:gd name="T0" fmla="*/ 143 w 160"/>
              <a:gd name="T1" fmla="*/ 0 h 200"/>
              <a:gd name="T2" fmla="*/ 16 w 160"/>
              <a:gd name="T3" fmla="*/ 0 h 200"/>
              <a:gd name="T4" fmla="*/ 0 w 160"/>
              <a:gd name="T5" fmla="*/ 17 h 200"/>
              <a:gd name="T6" fmla="*/ 0 w 160"/>
              <a:gd name="T7" fmla="*/ 183 h 200"/>
              <a:gd name="T8" fmla="*/ 16 w 160"/>
              <a:gd name="T9" fmla="*/ 200 h 200"/>
              <a:gd name="T10" fmla="*/ 143 w 160"/>
              <a:gd name="T11" fmla="*/ 200 h 200"/>
              <a:gd name="T12" fmla="*/ 160 w 160"/>
              <a:gd name="T13" fmla="*/ 183 h 200"/>
              <a:gd name="T14" fmla="*/ 160 w 160"/>
              <a:gd name="T15" fmla="*/ 17 h 200"/>
              <a:gd name="T16" fmla="*/ 143 w 160"/>
              <a:gd name="T17" fmla="*/ 0 h 200"/>
              <a:gd name="T18" fmla="*/ 78 w 160"/>
              <a:gd name="T19" fmla="*/ 193 h 200"/>
              <a:gd name="T20" fmla="*/ 68 w 160"/>
              <a:gd name="T21" fmla="*/ 183 h 200"/>
              <a:gd name="T22" fmla="*/ 78 w 160"/>
              <a:gd name="T23" fmla="*/ 173 h 200"/>
              <a:gd name="T24" fmla="*/ 88 w 160"/>
              <a:gd name="T25" fmla="*/ 183 h 200"/>
              <a:gd name="T26" fmla="*/ 78 w 160"/>
              <a:gd name="T27" fmla="*/ 193 h 200"/>
              <a:gd name="T28" fmla="*/ 148 w 160"/>
              <a:gd name="T29" fmla="*/ 164 h 200"/>
              <a:gd name="T30" fmla="*/ 12 w 160"/>
              <a:gd name="T31" fmla="*/ 164 h 200"/>
              <a:gd name="T32" fmla="*/ 12 w 160"/>
              <a:gd name="T33" fmla="*/ 12 h 200"/>
              <a:gd name="T34" fmla="*/ 148 w 160"/>
              <a:gd name="T35" fmla="*/ 12 h 200"/>
              <a:gd name="T36" fmla="*/ 148 w 160"/>
              <a:gd name="T37" fmla="*/ 164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0" h="200">
                <a:moveTo>
                  <a:pt x="143" y="0"/>
                </a:moveTo>
                <a:cubicBezTo>
                  <a:pt x="16" y="0"/>
                  <a:pt x="16" y="0"/>
                  <a:pt x="16" y="0"/>
                </a:cubicBezTo>
                <a:cubicBezTo>
                  <a:pt x="7" y="0"/>
                  <a:pt x="0" y="7"/>
                  <a:pt x="0" y="17"/>
                </a:cubicBezTo>
                <a:cubicBezTo>
                  <a:pt x="0" y="183"/>
                  <a:pt x="0" y="183"/>
                  <a:pt x="0" y="183"/>
                </a:cubicBezTo>
                <a:cubicBezTo>
                  <a:pt x="0" y="192"/>
                  <a:pt x="7" y="200"/>
                  <a:pt x="16" y="200"/>
                </a:cubicBezTo>
                <a:cubicBezTo>
                  <a:pt x="143" y="200"/>
                  <a:pt x="143" y="200"/>
                  <a:pt x="143" y="200"/>
                </a:cubicBezTo>
                <a:cubicBezTo>
                  <a:pt x="152" y="200"/>
                  <a:pt x="160" y="192"/>
                  <a:pt x="160" y="183"/>
                </a:cubicBezTo>
                <a:cubicBezTo>
                  <a:pt x="160" y="17"/>
                  <a:pt x="160" y="17"/>
                  <a:pt x="160" y="17"/>
                </a:cubicBezTo>
                <a:cubicBezTo>
                  <a:pt x="160" y="7"/>
                  <a:pt x="152" y="0"/>
                  <a:pt x="143" y="0"/>
                </a:cubicBezTo>
                <a:moveTo>
                  <a:pt x="78" y="193"/>
                </a:moveTo>
                <a:cubicBezTo>
                  <a:pt x="73" y="193"/>
                  <a:pt x="68" y="188"/>
                  <a:pt x="68" y="183"/>
                </a:cubicBezTo>
                <a:cubicBezTo>
                  <a:pt x="68" y="177"/>
                  <a:pt x="73" y="173"/>
                  <a:pt x="78" y="173"/>
                </a:cubicBezTo>
                <a:cubicBezTo>
                  <a:pt x="84" y="173"/>
                  <a:pt x="88" y="177"/>
                  <a:pt x="88" y="183"/>
                </a:cubicBezTo>
                <a:cubicBezTo>
                  <a:pt x="88" y="188"/>
                  <a:pt x="84" y="193"/>
                  <a:pt x="78" y="193"/>
                </a:cubicBezTo>
                <a:moveTo>
                  <a:pt x="148" y="164"/>
                </a:moveTo>
                <a:cubicBezTo>
                  <a:pt x="12" y="164"/>
                  <a:pt x="12" y="164"/>
                  <a:pt x="12" y="164"/>
                </a:cubicBezTo>
                <a:cubicBezTo>
                  <a:pt x="12" y="12"/>
                  <a:pt x="12" y="12"/>
                  <a:pt x="12" y="12"/>
                </a:cubicBezTo>
                <a:cubicBezTo>
                  <a:pt x="148" y="12"/>
                  <a:pt x="148" y="12"/>
                  <a:pt x="148" y="12"/>
                </a:cubicBezTo>
                <a:lnTo>
                  <a:pt x="148" y="164"/>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245"/>
          <p:cNvSpPr>
            <a:spLocks noEditPoints="1"/>
          </p:cNvSpPr>
          <p:nvPr/>
        </p:nvSpPr>
        <p:spPr bwMode="auto">
          <a:xfrm>
            <a:off x="673414" y="1138150"/>
            <a:ext cx="392113" cy="390525"/>
          </a:xfrm>
          <a:custGeom>
            <a:avLst/>
            <a:gdLst>
              <a:gd name="T0" fmla="*/ 31 w 198"/>
              <a:gd name="T1" fmla="*/ 91 h 198"/>
              <a:gd name="T2" fmla="*/ 44 w 198"/>
              <a:gd name="T3" fmla="*/ 83 h 198"/>
              <a:gd name="T4" fmla="*/ 30 w 198"/>
              <a:gd name="T5" fmla="*/ 74 h 198"/>
              <a:gd name="T6" fmla="*/ 14 w 198"/>
              <a:gd name="T7" fmla="*/ 91 h 198"/>
              <a:gd name="T8" fmla="*/ 0 w 198"/>
              <a:gd name="T9" fmla="*/ 148 h 198"/>
              <a:gd name="T10" fmla="*/ 26 w 198"/>
              <a:gd name="T11" fmla="*/ 122 h 198"/>
              <a:gd name="T12" fmla="*/ 31 w 198"/>
              <a:gd name="T13" fmla="*/ 91 h 198"/>
              <a:gd name="T14" fmla="*/ 195 w 198"/>
              <a:gd name="T15" fmla="*/ 46 h 198"/>
              <a:gd name="T16" fmla="*/ 152 w 198"/>
              <a:gd name="T17" fmla="*/ 4 h 198"/>
              <a:gd name="T18" fmla="*/ 3 w 198"/>
              <a:gd name="T19" fmla="*/ 152 h 198"/>
              <a:gd name="T20" fmla="*/ 46 w 198"/>
              <a:gd name="T21" fmla="*/ 195 h 198"/>
              <a:gd name="T22" fmla="*/ 59 w 198"/>
              <a:gd name="T23" fmla="*/ 195 h 198"/>
              <a:gd name="T24" fmla="*/ 113 w 198"/>
              <a:gd name="T25" fmla="*/ 142 h 198"/>
              <a:gd name="T26" fmla="*/ 112 w 198"/>
              <a:gd name="T27" fmla="*/ 112 h 198"/>
              <a:gd name="T28" fmla="*/ 139 w 198"/>
              <a:gd name="T29" fmla="*/ 115 h 198"/>
              <a:gd name="T30" fmla="*/ 195 w 198"/>
              <a:gd name="T31" fmla="*/ 60 h 198"/>
              <a:gd name="T32" fmla="*/ 195 w 198"/>
              <a:gd name="T33" fmla="*/ 46 h 198"/>
              <a:gd name="T34" fmla="*/ 92 w 198"/>
              <a:gd name="T35" fmla="*/ 142 h 198"/>
              <a:gd name="T36" fmla="*/ 63 w 198"/>
              <a:gd name="T37" fmla="*/ 172 h 198"/>
              <a:gd name="T38" fmla="*/ 43 w 198"/>
              <a:gd name="T39" fmla="*/ 172 h 198"/>
              <a:gd name="T40" fmla="*/ 33 w 198"/>
              <a:gd name="T41" fmla="*/ 162 h 198"/>
              <a:gd name="T42" fmla="*/ 33 w 198"/>
              <a:gd name="T43" fmla="*/ 142 h 198"/>
              <a:gd name="T44" fmla="*/ 63 w 198"/>
              <a:gd name="T45" fmla="*/ 112 h 198"/>
              <a:gd name="T46" fmla="*/ 83 w 198"/>
              <a:gd name="T47" fmla="*/ 112 h 198"/>
              <a:gd name="T48" fmla="*/ 92 w 198"/>
              <a:gd name="T49" fmla="*/ 122 h 198"/>
              <a:gd name="T50" fmla="*/ 92 w 198"/>
              <a:gd name="T51" fmla="*/ 142 h 198"/>
              <a:gd name="T52" fmla="*/ 172 w 198"/>
              <a:gd name="T53" fmla="*/ 63 h 198"/>
              <a:gd name="T54" fmla="*/ 142 w 198"/>
              <a:gd name="T55" fmla="*/ 93 h 198"/>
              <a:gd name="T56" fmla="*/ 122 w 198"/>
              <a:gd name="T57" fmla="*/ 93 h 198"/>
              <a:gd name="T58" fmla="*/ 112 w 198"/>
              <a:gd name="T59" fmla="*/ 83 h 198"/>
              <a:gd name="T60" fmla="*/ 112 w 198"/>
              <a:gd name="T61" fmla="*/ 63 h 198"/>
              <a:gd name="T62" fmla="*/ 142 w 198"/>
              <a:gd name="T63" fmla="*/ 33 h 198"/>
              <a:gd name="T64" fmla="*/ 162 w 198"/>
              <a:gd name="T65" fmla="*/ 33 h 198"/>
              <a:gd name="T66" fmla="*/ 172 w 198"/>
              <a:gd name="T67" fmla="*/ 43 h 198"/>
              <a:gd name="T68" fmla="*/ 172 w 198"/>
              <a:gd name="T69" fmla="*/ 63 h 198"/>
              <a:gd name="T70" fmla="*/ 83 w 198"/>
              <a:gd name="T71" fmla="*/ 45 h 198"/>
              <a:gd name="T72" fmla="*/ 91 w 198"/>
              <a:gd name="T73" fmla="*/ 31 h 198"/>
              <a:gd name="T74" fmla="*/ 122 w 198"/>
              <a:gd name="T75" fmla="*/ 27 h 198"/>
              <a:gd name="T76" fmla="*/ 148 w 198"/>
              <a:gd name="T77" fmla="*/ 0 h 198"/>
              <a:gd name="T78" fmla="*/ 91 w 198"/>
              <a:gd name="T79" fmla="*/ 14 h 198"/>
              <a:gd name="T80" fmla="*/ 74 w 198"/>
              <a:gd name="T81" fmla="*/ 30 h 198"/>
              <a:gd name="T82" fmla="*/ 83 w 198"/>
              <a:gd name="T83" fmla="*/ 4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8" h="198">
                <a:moveTo>
                  <a:pt x="31" y="91"/>
                </a:moveTo>
                <a:cubicBezTo>
                  <a:pt x="37" y="86"/>
                  <a:pt x="41" y="87"/>
                  <a:pt x="44" y="83"/>
                </a:cubicBezTo>
                <a:cubicBezTo>
                  <a:pt x="48" y="78"/>
                  <a:pt x="38" y="75"/>
                  <a:pt x="30" y="74"/>
                </a:cubicBezTo>
                <a:cubicBezTo>
                  <a:pt x="22" y="72"/>
                  <a:pt x="17" y="82"/>
                  <a:pt x="14" y="91"/>
                </a:cubicBezTo>
                <a:cubicBezTo>
                  <a:pt x="12" y="100"/>
                  <a:pt x="0" y="148"/>
                  <a:pt x="0" y="148"/>
                </a:cubicBezTo>
                <a:cubicBezTo>
                  <a:pt x="26" y="122"/>
                  <a:pt x="26" y="122"/>
                  <a:pt x="26" y="122"/>
                </a:cubicBezTo>
                <a:cubicBezTo>
                  <a:pt x="26" y="122"/>
                  <a:pt x="26" y="97"/>
                  <a:pt x="31" y="91"/>
                </a:cubicBezTo>
                <a:close/>
                <a:moveTo>
                  <a:pt x="195" y="46"/>
                </a:moveTo>
                <a:cubicBezTo>
                  <a:pt x="152" y="4"/>
                  <a:pt x="152" y="4"/>
                  <a:pt x="152" y="4"/>
                </a:cubicBezTo>
                <a:cubicBezTo>
                  <a:pt x="3" y="152"/>
                  <a:pt x="3" y="152"/>
                  <a:pt x="3" y="152"/>
                </a:cubicBezTo>
                <a:cubicBezTo>
                  <a:pt x="46" y="195"/>
                  <a:pt x="46" y="195"/>
                  <a:pt x="46" y="195"/>
                </a:cubicBezTo>
                <a:cubicBezTo>
                  <a:pt x="50" y="198"/>
                  <a:pt x="56" y="198"/>
                  <a:pt x="59" y="195"/>
                </a:cubicBezTo>
                <a:cubicBezTo>
                  <a:pt x="59" y="195"/>
                  <a:pt x="85" y="169"/>
                  <a:pt x="113" y="142"/>
                </a:cubicBezTo>
                <a:cubicBezTo>
                  <a:pt x="117" y="137"/>
                  <a:pt x="107" y="117"/>
                  <a:pt x="112" y="112"/>
                </a:cubicBezTo>
                <a:cubicBezTo>
                  <a:pt x="116" y="107"/>
                  <a:pt x="135" y="119"/>
                  <a:pt x="139" y="115"/>
                </a:cubicBezTo>
                <a:cubicBezTo>
                  <a:pt x="168" y="86"/>
                  <a:pt x="195" y="60"/>
                  <a:pt x="195" y="60"/>
                </a:cubicBezTo>
                <a:cubicBezTo>
                  <a:pt x="198" y="56"/>
                  <a:pt x="198" y="50"/>
                  <a:pt x="195" y="46"/>
                </a:cubicBezTo>
                <a:close/>
                <a:moveTo>
                  <a:pt x="92" y="142"/>
                </a:moveTo>
                <a:cubicBezTo>
                  <a:pt x="63" y="172"/>
                  <a:pt x="63" y="172"/>
                  <a:pt x="63" y="172"/>
                </a:cubicBezTo>
                <a:cubicBezTo>
                  <a:pt x="57" y="177"/>
                  <a:pt x="48" y="177"/>
                  <a:pt x="43" y="172"/>
                </a:cubicBezTo>
                <a:cubicBezTo>
                  <a:pt x="33" y="162"/>
                  <a:pt x="33" y="162"/>
                  <a:pt x="33" y="162"/>
                </a:cubicBezTo>
                <a:cubicBezTo>
                  <a:pt x="28" y="156"/>
                  <a:pt x="28" y="148"/>
                  <a:pt x="33" y="142"/>
                </a:cubicBezTo>
                <a:cubicBezTo>
                  <a:pt x="63" y="112"/>
                  <a:pt x="63" y="112"/>
                  <a:pt x="63" y="112"/>
                </a:cubicBezTo>
                <a:cubicBezTo>
                  <a:pt x="68" y="107"/>
                  <a:pt x="77" y="107"/>
                  <a:pt x="83" y="112"/>
                </a:cubicBezTo>
                <a:cubicBezTo>
                  <a:pt x="92" y="122"/>
                  <a:pt x="92" y="122"/>
                  <a:pt x="92" y="122"/>
                </a:cubicBezTo>
                <a:cubicBezTo>
                  <a:pt x="98" y="128"/>
                  <a:pt x="98" y="137"/>
                  <a:pt x="92" y="142"/>
                </a:cubicBezTo>
                <a:close/>
                <a:moveTo>
                  <a:pt x="172" y="63"/>
                </a:moveTo>
                <a:cubicBezTo>
                  <a:pt x="142" y="93"/>
                  <a:pt x="142" y="93"/>
                  <a:pt x="142" y="93"/>
                </a:cubicBezTo>
                <a:cubicBezTo>
                  <a:pt x="136" y="98"/>
                  <a:pt x="128" y="98"/>
                  <a:pt x="122" y="93"/>
                </a:cubicBezTo>
                <a:cubicBezTo>
                  <a:pt x="112" y="83"/>
                  <a:pt x="112" y="83"/>
                  <a:pt x="112" y="83"/>
                </a:cubicBezTo>
                <a:cubicBezTo>
                  <a:pt x="107" y="77"/>
                  <a:pt x="107" y="68"/>
                  <a:pt x="112" y="63"/>
                </a:cubicBezTo>
                <a:cubicBezTo>
                  <a:pt x="142" y="33"/>
                  <a:pt x="142" y="33"/>
                  <a:pt x="142" y="33"/>
                </a:cubicBezTo>
                <a:cubicBezTo>
                  <a:pt x="147" y="28"/>
                  <a:pt x="156" y="28"/>
                  <a:pt x="162" y="33"/>
                </a:cubicBezTo>
                <a:cubicBezTo>
                  <a:pt x="172" y="43"/>
                  <a:pt x="172" y="43"/>
                  <a:pt x="172" y="43"/>
                </a:cubicBezTo>
                <a:cubicBezTo>
                  <a:pt x="177" y="49"/>
                  <a:pt x="177" y="57"/>
                  <a:pt x="172" y="63"/>
                </a:cubicBezTo>
                <a:close/>
                <a:moveTo>
                  <a:pt x="83" y="45"/>
                </a:moveTo>
                <a:cubicBezTo>
                  <a:pt x="87" y="41"/>
                  <a:pt x="85" y="37"/>
                  <a:pt x="91" y="31"/>
                </a:cubicBezTo>
                <a:cubicBezTo>
                  <a:pt x="97" y="26"/>
                  <a:pt x="122" y="27"/>
                  <a:pt x="122" y="27"/>
                </a:cubicBezTo>
                <a:cubicBezTo>
                  <a:pt x="148" y="0"/>
                  <a:pt x="148" y="0"/>
                  <a:pt x="148" y="0"/>
                </a:cubicBezTo>
                <a:cubicBezTo>
                  <a:pt x="148" y="0"/>
                  <a:pt x="100" y="12"/>
                  <a:pt x="91" y="14"/>
                </a:cubicBezTo>
                <a:cubicBezTo>
                  <a:pt x="82" y="17"/>
                  <a:pt x="72" y="22"/>
                  <a:pt x="74" y="30"/>
                </a:cubicBezTo>
                <a:cubicBezTo>
                  <a:pt x="75" y="38"/>
                  <a:pt x="78" y="48"/>
                  <a:pt x="83" y="45"/>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246"/>
          <p:cNvSpPr>
            <a:spLocks noEditPoints="1"/>
          </p:cNvSpPr>
          <p:nvPr/>
        </p:nvSpPr>
        <p:spPr bwMode="auto">
          <a:xfrm>
            <a:off x="1648139" y="1139738"/>
            <a:ext cx="390525" cy="393700"/>
          </a:xfrm>
          <a:custGeom>
            <a:avLst/>
            <a:gdLst>
              <a:gd name="T0" fmla="*/ 180 w 197"/>
              <a:gd name="T1" fmla="*/ 0 h 199"/>
              <a:gd name="T2" fmla="*/ 16 w 197"/>
              <a:gd name="T3" fmla="*/ 0 h 199"/>
              <a:gd name="T4" fmla="*/ 0 w 197"/>
              <a:gd name="T5" fmla="*/ 16 h 199"/>
              <a:gd name="T6" fmla="*/ 0 w 197"/>
              <a:gd name="T7" fmla="*/ 183 h 199"/>
              <a:gd name="T8" fmla="*/ 16 w 197"/>
              <a:gd name="T9" fmla="*/ 199 h 199"/>
              <a:gd name="T10" fmla="*/ 180 w 197"/>
              <a:gd name="T11" fmla="*/ 199 h 199"/>
              <a:gd name="T12" fmla="*/ 197 w 197"/>
              <a:gd name="T13" fmla="*/ 183 h 199"/>
              <a:gd name="T14" fmla="*/ 197 w 197"/>
              <a:gd name="T15" fmla="*/ 16 h 199"/>
              <a:gd name="T16" fmla="*/ 180 w 197"/>
              <a:gd name="T17" fmla="*/ 0 h 199"/>
              <a:gd name="T18" fmla="*/ 148 w 197"/>
              <a:gd name="T19" fmla="*/ 32 h 199"/>
              <a:gd name="T20" fmla="*/ 164 w 197"/>
              <a:gd name="T21" fmla="*/ 32 h 199"/>
              <a:gd name="T22" fmla="*/ 164 w 197"/>
              <a:gd name="T23" fmla="*/ 84 h 199"/>
              <a:gd name="T24" fmla="*/ 148 w 197"/>
              <a:gd name="T25" fmla="*/ 84 h 199"/>
              <a:gd name="T26" fmla="*/ 148 w 197"/>
              <a:gd name="T27" fmla="*/ 32 h 199"/>
              <a:gd name="T28" fmla="*/ 88 w 197"/>
              <a:gd name="T29" fmla="*/ 32 h 199"/>
              <a:gd name="T30" fmla="*/ 104 w 197"/>
              <a:gd name="T31" fmla="*/ 32 h 199"/>
              <a:gd name="T32" fmla="*/ 104 w 197"/>
              <a:gd name="T33" fmla="*/ 108 h 199"/>
              <a:gd name="T34" fmla="*/ 88 w 197"/>
              <a:gd name="T35" fmla="*/ 108 h 199"/>
              <a:gd name="T36" fmla="*/ 88 w 197"/>
              <a:gd name="T37" fmla="*/ 32 h 199"/>
              <a:gd name="T38" fmla="*/ 32 w 197"/>
              <a:gd name="T39" fmla="*/ 32 h 199"/>
              <a:gd name="T40" fmla="*/ 48 w 197"/>
              <a:gd name="T41" fmla="*/ 32 h 199"/>
              <a:gd name="T42" fmla="*/ 48 w 197"/>
              <a:gd name="T43" fmla="*/ 68 h 199"/>
              <a:gd name="T44" fmla="*/ 32 w 197"/>
              <a:gd name="T45" fmla="*/ 68 h 199"/>
              <a:gd name="T46" fmla="*/ 32 w 197"/>
              <a:gd name="T47" fmla="*/ 32 h 199"/>
              <a:gd name="T48" fmla="*/ 64 w 197"/>
              <a:gd name="T49" fmla="*/ 92 h 199"/>
              <a:gd name="T50" fmla="*/ 48 w 197"/>
              <a:gd name="T51" fmla="*/ 92 h 199"/>
              <a:gd name="T52" fmla="*/ 48 w 197"/>
              <a:gd name="T53" fmla="*/ 168 h 199"/>
              <a:gd name="T54" fmla="*/ 32 w 197"/>
              <a:gd name="T55" fmla="*/ 168 h 199"/>
              <a:gd name="T56" fmla="*/ 32 w 197"/>
              <a:gd name="T57" fmla="*/ 92 h 199"/>
              <a:gd name="T58" fmla="*/ 16 w 197"/>
              <a:gd name="T59" fmla="*/ 92 h 199"/>
              <a:gd name="T60" fmla="*/ 16 w 197"/>
              <a:gd name="T61" fmla="*/ 84 h 199"/>
              <a:gd name="T62" fmla="*/ 64 w 197"/>
              <a:gd name="T63" fmla="*/ 84 h 199"/>
              <a:gd name="T64" fmla="*/ 64 w 197"/>
              <a:gd name="T65" fmla="*/ 92 h 199"/>
              <a:gd name="T66" fmla="*/ 120 w 197"/>
              <a:gd name="T67" fmla="*/ 132 h 199"/>
              <a:gd name="T68" fmla="*/ 104 w 197"/>
              <a:gd name="T69" fmla="*/ 132 h 199"/>
              <a:gd name="T70" fmla="*/ 104 w 197"/>
              <a:gd name="T71" fmla="*/ 168 h 199"/>
              <a:gd name="T72" fmla="*/ 88 w 197"/>
              <a:gd name="T73" fmla="*/ 168 h 199"/>
              <a:gd name="T74" fmla="*/ 88 w 197"/>
              <a:gd name="T75" fmla="*/ 132 h 199"/>
              <a:gd name="T76" fmla="*/ 72 w 197"/>
              <a:gd name="T77" fmla="*/ 132 h 199"/>
              <a:gd name="T78" fmla="*/ 72 w 197"/>
              <a:gd name="T79" fmla="*/ 123 h 199"/>
              <a:gd name="T80" fmla="*/ 120 w 197"/>
              <a:gd name="T81" fmla="*/ 123 h 199"/>
              <a:gd name="T82" fmla="*/ 120 w 197"/>
              <a:gd name="T83" fmla="*/ 132 h 199"/>
              <a:gd name="T84" fmla="*/ 180 w 197"/>
              <a:gd name="T85" fmla="*/ 108 h 199"/>
              <a:gd name="T86" fmla="*/ 164 w 197"/>
              <a:gd name="T87" fmla="*/ 108 h 199"/>
              <a:gd name="T88" fmla="*/ 164 w 197"/>
              <a:gd name="T89" fmla="*/ 168 h 199"/>
              <a:gd name="T90" fmla="*/ 148 w 197"/>
              <a:gd name="T91" fmla="*/ 168 h 199"/>
              <a:gd name="T92" fmla="*/ 148 w 197"/>
              <a:gd name="T93" fmla="*/ 108 h 199"/>
              <a:gd name="T94" fmla="*/ 132 w 197"/>
              <a:gd name="T95" fmla="*/ 108 h 199"/>
              <a:gd name="T96" fmla="*/ 132 w 197"/>
              <a:gd name="T97" fmla="*/ 100 h 199"/>
              <a:gd name="T98" fmla="*/ 180 w 197"/>
              <a:gd name="T99" fmla="*/ 100 h 199"/>
              <a:gd name="T100" fmla="*/ 180 w 197"/>
              <a:gd name="T101" fmla="*/ 108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199">
                <a:moveTo>
                  <a:pt x="180" y="0"/>
                </a:moveTo>
                <a:cubicBezTo>
                  <a:pt x="16" y="0"/>
                  <a:pt x="16" y="0"/>
                  <a:pt x="16" y="0"/>
                </a:cubicBezTo>
                <a:cubicBezTo>
                  <a:pt x="7" y="0"/>
                  <a:pt x="0" y="7"/>
                  <a:pt x="0" y="16"/>
                </a:cubicBezTo>
                <a:cubicBezTo>
                  <a:pt x="0" y="183"/>
                  <a:pt x="0" y="183"/>
                  <a:pt x="0" y="183"/>
                </a:cubicBezTo>
                <a:cubicBezTo>
                  <a:pt x="0" y="192"/>
                  <a:pt x="7" y="199"/>
                  <a:pt x="16" y="199"/>
                </a:cubicBezTo>
                <a:cubicBezTo>
                  <a:pt x="180" y="199"/>
                  <a:pt x="180" y="199"/>
                  <a:pt x="180" y="199"/>
                </a:cubicBezTo>
                <a:cubicBezTo>
                  <a:pt x="189" y="199"/>
                  <a:pt x="197" y="192"/>
                  <a:pt x="197" y="183"/>
                </a:cubicBezTo>
                <a:cubicBezTo>
                  <a:pt x="197" y="16"/>
                  <a:pt x="197" y="16"/>
                  <a:pt x="197" y="16"/>
                </a:cubicBezTo>
                <a:cubicBezTo>
                  <a:pt x="197" y="7"/>
                  <a:pt x="189" y="0"/>
                  <a:pt x="180" y="0"/>
                </a:cubicBezTo>
                <a:close/>
                <a:moveTo>
                  <a:pt x="148" y="32"/>
                </a:moveTo>
                <a:cubicBezTo>
                  <a:pt x="164" y="32"/>
                  <a:pt x="164" y="32"/>
                  <a:pt x="164" y="32"/>
                </a:cubicBezTo>
                <a:cubicBezTo>
                  <a:pt x="164" y="84"/>
                  <a:pt x="164" y="84"/>
                  <a:pt x="164" y="84"/>
                </a:cubicBezTo>
                <a:cubicBezTo>
                  <a:pt x="148" y="84"/>
                  <a:pt x="148" y="84"/>
                  <a:pt x="148" y="84"/>
                </a:cubicBezTo>
                <a:lnTo>
                  <a:pt x="148" y="32"/>
                </a:lnTo>
                <a:close/>
                <a:moveTo>
                  <a:pt x="88" y="32"/>
                </a:moveTo>
                <a:cubicBezTo>
                  <a:pt x="104" y="32"/>
                  <a:pt x="104" y="32"/>
                  <a:pt x="104" y="32"/>
                </a:cubicBezTo>
                <a:cubicBezTo>
                  <a:pt x="104" y="108"/>
                  <a:pt x="104" y="108"/>
                  <a:pt x="104" y="108"/>
                </a:cubicBezTo>
                <a:cubicBezTo>
                  <a:pt x="88" y="108"/>
                  <a:pt x="88" y="108"/>
                  <a:pt x="88" y="108"/>
                </a:cubicBezTo>
                <a:lnTo>
                  <a:pt x="88" y="32"/>
                </a:lnTo>
                <a:close/>
                <a:moveTo>
                  <a:pt x="32" y="32"/>
                </a:moveTo>
                <a:cubicBezTo>
                  <a:pt x="48" y="32"/>
                  <a:pt x="48" y="32"/>
                  <a:pt x="48" y="32"/>
                </a:cubicBezTo>
                <a:cubicBezTo>
                  <a:pt x="48" y="68"/>
                  <a:pt x="48" y="68"/>
                  <a:pt x="48" y="68"/>
                </a:cubicBezTo>
                <a:cubicBezTo>
                  <a:pt x="32" y="68"/>
                  <a:pt x="32" y="68"/>
                  <a:pt x="32" y="68"/>
                </a:cubicBezTo>
                <a:lnTo>
                  <a:pt x="32" y="32"/>
                </a:lnTo>
                <a:close/>
                <a:moveTo>
                  <a:pt x="64" y="92"/>
                </a:moveTo>
                <a:cubicBezTo>
                  <a:pt x="48" y="92"/>
                  <a:pt x="48" y="92"/>
                  <a:pt x="48" y="92"/>
                </a:cubicBezTo>
                <a:cubicBezTo>
                  <a:pt x="48" y="168"/>
                  <a:pt x="48" y="168"/>
                  <a:pt x="48" y="168"/>
                </a:cubicBezTo>
                <a:cubicBezTo>
                  <a:pt x="32" y="168"/>
                  <a:pt x="32" y="168"/>
                  <a:pt x="32" y="168"/>
                </a:cubicBezTo>
                <a:cubicBezTo>
                  <a:pt x="32" y="92"/>
                  <a:pt x="32" y="92"/>
                  <a:pt x="32" y="92"/>
                </a:cubicBezTo>
                <a:cubicBezTo>
                  <a:pt x="16" y="92"/>
                  <a:pt x="16" y="92"/>
                  <a:pt x="16" y="92"/>
                </a:cubicBezTo>
                <a:cubicBezTo>
                  <a:pt x="16" y="84"/>
                  <a:pt x="16" y="84"/>
                  <a:pt x="16" y="84"/>
                </a:cubicBezTo>
                <a:cubicBezTo>
                  <a:pt x="64" y="84"/>
                  <a:pt x="64" y="84"/>
                  <a:pt x="64" y="84"/>
                </a:cubicBezTo>
                <a:lnTo>
                  <a:pt x="64" y="92"/>
                </a:lnTo>
                <a:close/>
                <a:moveTo>
                  <a:pt x="120" y="132"/>
                </a:moveTo>
                <a:cubicBezTo>
                  <a:pt x="104" y="132"/>
                  <a:pt x="104" y="132"/>
                  <a:pt x="104" y="132"/>
                </a:cubicBezTo>
                <a:cubicBezTo>
                  <a:pt x="104" y="168"/>
                  <a:pt x="104" y="168"/>
                  <a:pt x="104" y="168"/>
                </a:cubicBezTo>
                <a:cubicBezTo>
                  <a:pt x="88" y="168"/>
                  <a:pt x="88" y="168"/>
                  <a:pt x="88" y="168"/>
                </a:cubicBezTo>
                <a:cubicBezTo>
                  <a:pt x="88" y="132"/>
                  <a:pt x="88" y="132"/>
                  <a:pt x="88" y="132"/>
                </a:cubicBezTo>
                <a:cubicBezTo>
                  <a:pt x="72" y="132"/>
                  <a:pt x="72" y="132"/>
                  <a:pt x="72" y="132"/>
                </a:cubicBezTo>
                <a:cubicBezTo>
                  <a:pt x="72" y="123"/>
                  <a:pt x="72" y="123"/>
                  <a:pt x="72" y="123"/>
                </a:cubicBezTo>
                <a:cubicBezTo>
                  <a:pt x="120" y="123"/>
                  <a:pt x="120" y="123"/>
                  <a:pt x="120" y="123"/>
                </a:cubicBezTo>
                <a:lnTo>
                  <a:pt x="120" y="132"/>
                </a:lnTo>
                <a:close/>
                <a:moveTo>
                  <a:pt x="180" y="108"/>
                </a:moveTo>
                <a:cubicBezTo>
                  <a:pt x="164" y="108"/>
                  <a:pt x="164" y="108"/>
                  <a:pt x="164" y="108"/>
                </a:cubicBezTo>
                <a:cubicBezTo>
                  <a:pt x="164" y="168"/>
                  <a:pt x="164" y="168"/>
                  <a:pt x="164" y="168"/>
                </a:cubicBezTo>
                <a:cubicBezTo>
                  <a:pt x="148" y="168"/>
                  <a:pt x="148" y="168"/>
                  <a:pt x="148" y="168"/>
                </a:cubicBezTo>
                <a:cubicBezTo>
                  <a:pt x="148" y="108"/>
                  <a:pt x="148" y="108"/>
                  <a:pt x="148" y="108"/>
                </a:cubicBezTo>
                <a:cubicBezTo>
                  <a:pt x="132" y="108"/>
                  <a:pt x="132" y="108"/>
                  <a:pt x="132" y="108"/>
                </a:cubicBezTo>
                <a:cubicBezTo>
                  <a:pt x="132" y="100"/>
                  <a:pt x="132" y="100"/>
                  <a:pt x="132" y="100"/>
                </a:cubicBezTo>
                <a:cubicBezTo>
                  <a:pt x="180" y="100"/>
                  <a:pt x="180" y="100"/>
                  <a:pt x="180" y="100"/>
                </a:cubicBezTo>
                <a:lnTo>
                  <a:pt x="180" y="108"/>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247"/>
          <p:cNvSpPr>
            <a:spLocks noEditPoints="1"/>
          </p:cNvSpPr>
          <p:nvPr/>
        </p:nvSpPr>
        <p:spPr bwMode="auto">
          <a:xfrm>
            <a:off x="2116451" y="1150850"/>
            <a:ext cx="396875" cy="373063"/>
          </a:xfrm>
          <a:custGeom>
            <a:avLst/>
            <a:gdLst>
              <a:gd name="T0" fmla="*/ 95 w 200"/>
              <a:gd name="T1" fmla="*/ 172 h 188"/>
              <a:gd name="T2" fmla="*/ 95 w 200"/>
              <a:gd name="T3" fmla="*/ 99 h 188"/>
              <a:gd name="T4" fmla="*/ 96 w 200"/>
              <a:gd name="T5" fmla="*/ 105 h 188"/>
              <a:gd name="T6" fmla="*/ 96 w 200"/>
              <a:gd name="T7" fmla="*/ 166 h 188"/>
              <a:gd name="T8" fmla="*/ 96 w 200"/>
              <a:gd name="T9" fmla="*/ 105 h 188"/>
              <a:gd name="T10" fmla="*/ 20 w 200"/>
              <a:gd name="T11" fmla="*/ 96 h 188"/>
              <a:gd name="T12" fmla="*/ 73 w 200"/>
              <a:gd name="T13" fmla="*/ 86 h 188"/>
              <a:gd name="T14" fmla="*/ 80 w 200"/>
              <a:gd name="T15" fmla="*/ 68 h 188"/>
              <a:gd name="T16" fmla="*/ 113 w 200"/>
              <a:gd name="T17" fmla="*/ 75 h 188"/>
              <a:gd name="T18" fmla="*/ 106 w 200"/>
              <a:gd name="T19" fmla="*/ 96 h 188"/>
              <a:gd name="T20" fmla="*/ 186 w 200"/>
              <a:gd name="T21" fmla="*/ 80 h 188"/>
              <a:gd name="T22" fmla="*/ 119 w 200"/>
              <a:gd name="T23" fmla="*/ 60 h 188"/>
              <a:gd name="T24" fmla="*/ 33 w 200"/>
              <a:gd name="T25" fmla="*/ 74 h 188"/>
              <a:gd name="T26" fmla="*/ 6 w 200"/>
              <a:gd name="T27" fmla="*/ 80 h 188"/>
              <a:gd name="T28" fmla="*/ 112 w 200"/>
              <a:gd name="T29" fmla="*/ 136 h 188"/>
              <a:gd name="T30" fmla="*/ 79 w 200"/>
              <a:gd name="T31" fmla="*/ 136 h 188"/>
              <a:gd name="T32" fmla="*/ 179 w 200"/>
              <a:gd name="T33" fmla="*/ 0 h 188"/>
              <a:gd name="T34" fmla="*/ 124 w 200"/>
              <a:gd name="T35" fmla="*/ 20 h 188"/>
              <a:gd name="T36" fmla="*/ 146 w 200"/>
              <a:gd name="T37" fmla="*/ 76 h 188"/>
              <a:gd name="T38" fmla="*/ 200 w 200"/>
              <a:gd name="T39" fmla="*/ 53 h 188"/>
              <a:gd name="T40" fmla="*/ 179 w 200"/>
              <a:gd name="T41" fmla="*/ 0 h 188"/>
              <a:gd name="T42" fmla="*/ 152 w 200"/>
              <a:gd name="T43" fmla="*/ 37 h 188"/>
              <a:gd name="T44" fmla="*/ 173 w 200"/>
              <a:gd name="T45" fmla="*/ 37 h 188"/>
              <a:gd name="T46" fmla="*/ 99 w 200"/>
              <a:gd name="T47" fmla="*/ 87 h 188"/>
              <a:gd name="T48" fmla="*/ 99 w 200"/>
              <a:gd name="T49" fmla="*/ 73 h 188"/>
              <a:gd name="T50" fmla="*/ 79 w 200"/>
              <a:gd name="T51" fmla="*/ 80 h 188"/>
              <a:gd name="T52" fmla="*/ 99 w 200"/>
              <a:gd name="T53" fmla="*/ 87 h 188"/>
              <a:gd name="T54" fmla="*/ 33 w 200"/>
              <a:gd name="T55" fmla="*/ 60 h 188"/>
              <a:gd name="T56" fmla="*/ 6 w 200"/>
              <a:gd name="T57" fmla="*/ 53 h 188"/>
              <a:gd name="T58" fmla="*/ 6 w 200"/>
              <a:gd name="T59" fmla="*/ 67 h 188"/>
              <a:gd name="T60" fmla="*/ 179 w 200"/>
              <a:gd name="T61" fmla="*/ 100 h 188"/>
              <a:gd name="T62" fmla="*/ 140 w 200"/>
              <a:gd name="T63" fmla="*/ 134 h 188"/>
              <a:gd name="T64" fmla="*/ 52 w 200"/>
              <a:gd name="T65" fmla="*/ 134 h 188"/>
              <a:gd name="T66" fmla="*/ 13 w 200"/>
              <a:gd name="T67" fmla="*/ 100 h 188"/>
              <a:gd name="T68" fmla="*/ 3 w 200"/>
              <a:gd name="T69" fmla="*/ 180 h 188"/>
              <a:gd name="T70" fmla="*/ 179 w 200"/>
              <a:gd name="T71" fmla="*/ 188 h 188"/>
              <a:gd name="T72" fmla="*/ 187 w 200"/>
              <a:gd name="T73" fmla="*/ 107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0" h="188">
                <a:moveTo>
                  <a:pt x="59" y="136"/>
                </a:moveTo>
                <a:cubicBezTo>
                  <a:pt x="59" y="156"/>
                  <a:pt x="75" y="172"/>
                  <a:pt x="95" y="172"/>
                </a:cubicBezTo>
                <a:cubicBezTo>
                  <a:pt x="116" y="172"/>
                  <a:pt x="132" y="156"/>
                  <a:pt x="132" y="136"/>
                </a:cubicBezTo>
                <a:cubicBezTo>
                  <a:pt x="132" y="116"/>
                  <a:pt x="116" y="99"/>
                  <a:pt x="95" y="99"/>
                </a:cubicBezTo>
                <a:cubicBezTo>
                  <a:pt x="75" y="99"/>
                  <a:pt x="59" y="116"/>
                  <a:pt x="59" y="136"/>
                </a:cubicBezTo>
                <a:close/>
                <a:moveTo>
                  <a:pt x="96" y="105"/>
                </a:moveTo>
                <a:cubicBezTo>
                  <a:pt x="113" y="105"/>
                  <a:pt x="126" y="119"/>
                  <a:pt x="126" y="135"/>
                </a:cubicBezTo>
                <a:cubicBezTo>
                  <a:pt x="126" y="152"/>
                  <a:pt x="113" y="166"/>
                  <a:pt x="96" y="166"/>
                </a:cubicBezTo>
                <a:cubicBezTo>
                  <a:pt x="79" y="166"/>
                  <a:pt x="66" y="152"/>
                  <a:pt x="66" y="135"/>
                </a:cubicBezTo>
                <a:cubicBezTo>
                  <a:pt x="66" y="119"/>
                  <a:pt x="79" y="105"/>
                  <a:pt x="96" y="105"/>
                </a:cubicBezTo>
                <a:close/>
                <a:moveTo>
                  <a:pt x="6" y="80"/>
                </a:moveTo>
                <a:cubicBezTo>
                  <a:pt x="6" y="87"/>
                  <a:pt x="12" y="96"/>
                  <a:pt x="20" y="96"/>
                </a:cubicBezTo>
                <a:cubicBezTo>
                  <a:pt x="79" y="96"/>
                  <a:pt x="79" y="96"/>
                  <a:pt x="79" y="96"/>
                </a:cubicBezTo>
                <a:cubicBezTo>
                  <a:pt x="79" y="96"/>
                  <a:pt x="73" y="92"/>
                  <a:pt x="73" y="86"/>
                </a:cubicBezTo>
                <a:cubicBezTo>
                  <a:pt x="73" y="73"/>
                  <a:pt x="73" y="73"/>
                  <a:pt x="73" y="73"/>
                </a:cubicBezTo>
                <a:cubicBezTo>
                  <a:pt x="73" y="73"/>
                  <a:pt x="72" y="68"/>
                  <a:pt x="80" y="68"/>
                </a:cubicBezTo>
                <a:cubicBezTo>
                  <a:pt x="106" y="68"/>
                  <a:pt x="106" y="68"/>
                  <a:pt x="106" y="68"/>
                </a:cubicBezTo>
                <a:cubicBezTo>
                  <a:pt x="106" y="68"/>
                  <a:pt x="113" y="67"/>
                  <a:pt x="113" y="75"/>
                </a:cubicBezTo>
                <a:cubicBezTo>
                  <a:pt x="113" y="85"/>
                  <a:pt x="113" y="85"/>
                  <a:pt x="113" y="85"/>
                </a:cubicBezTo>
                <a:cubicBezTo>
                  <a:pt x="113" y="85"/>
                  <a:pt x="113" y="96"/>
                  <a:pt x="106" y="96"/>
                </a:cubicBezTo>
                <a:cubicBezTo>
                  <a:pt x="173" y="96"/>
                  <a:pt x="173" y="96"/>
                  <a:pt x="173" y="96"/>
                </a:cubicBezTo>
                <a:cubicBezTo>
                  <a:pt x="180" y="96"/>
                  <a:pt x="186" y="87"/>
                  <a:pt x="186" y="80"/>
                </a:cubicBezTo>
                <a:cubicBezTo>
                  <a:pt x="139" y="80"/>
                  <a:pt x="139" y="80"/>
                  <a:pt x="139" y="80"/>
                </a:cubicBezTo>
                <a:cubicBezTo>
                  <a:pt x="139" y="80"/>
                  <a:pt x="119" y="81"/>
                  <a:pt x="119" y="60"/>
                </a:cubicBezTo>
                <a:cubicBezTo>
                  <a:pt x="40" y="60"/>
                  <a:pt x="40" y="60"/>
                  <a:pt x="40" y="60"/>
                </a:cubicBezTo>
                <a:cubicBezTo>
                  <a:pt x="41" y="67"/>
                  <a:pt x="33" y="74"/>
                  <a:pt x="33" y="74"/>
                </a:cubicBezTo>
                <a:cubicBezTo>
                  <a:pt x="6" y="73"/>
                  <a:pt x="6" y="73"/>
                  <a:pt x="6" y="73"/>
                </a:cubicBezTo>
                <a:lnTo>
                  <a:pt x="6" y="80"/>
                </a:lnTo>
                <a:close/>
                <a:moveTo>
                  <a:pt x="96" y="152"/>
                </a:moveTo>
                <a:cubicBezTo>
                  <a:pt x="105" y="152"/>
                  <a:pt x="112" y="145"/>
                  <a:pt x="112" y="136"/>
                </a:cubicBezTo>
                <a:cubicBezTo>
                  <a:pt x="112" y="126"/>
                  <a:pt x="105" y="119"/>
                  <a:pt x="96" y="119"/>
                </a:cubicBezTo>
                <a:cubicBezTo>
                  <a:pt x="87" y="119"/>
                  <a:pt x="79" y="126"/>
                  <a:pt x="79" y="136"/>
                </a:cubicBezTo>
                <a:cubicBezTo>
                  <a:pt x="79" y="145"/>
                  <a:pt x="87" y="152"/>
                  <a:pt x="96" y="152"/>
                </a:cubicBezTo>
                <a:close/>
                <a:moveTo>
                  <a:pt x="179" y="0"/>
                </a:moveTo>
                <a:cubicBezTo>
                  <a:pt x="146" y="0"/>
                  <a:pt x="146" y="0"/>
                  <a:pt x="146" y="0"/>
                </a:cubicBezTo>
                <a:cubicBezTo>
                  <a:pt x="135" y="0"/>
                  <a:pt x="124" y="9"/>
                  <a:pt x="124" y="20"/>
                </a:cubicBezTo>
                <a:cubicBezTo>
                  <a:pt x="124" y="53"/>
                  <a:pt x="124" y="53"/>
                  <a:pt x="124" y="53"/>
                </a:cubicBezTo>
                <a:cubicBezTo>
                  <a:pt x="124" y="64"/>
                  <a:pt x="135" y="76"/>
                  <a:pt x="146" y="76"/>
                </a:cubicBezTo>
                <a:cubicBezTo>
                  <a:pt x="179" y="76"/>
                  <a:pt x="179" y="76"/>
                  <a:pt x="179" y="76"/>
                </a:cubicBezTo>
                <a:cubicBezTo>
                  <a:pt x="190" y="76"/>
                  <a:pt x="200" y="64"/>
                  <a:pt x="200" y="53"/>
                </a:cubicBezTo>
                <a:cubicBezTo>
                  <a:pt x="200" y="20"/>
                  <a:pt x="200" y="20"/>
                  <a:pt x="200" y="20"/>
                </a:cubicBezTo>
                <a:cubicBezTo>
                  <a:pt x="200" y="9"/>
                  <a:pt x="190" y="0"/>
                  <a:pt x="179" y="0"/>
                </a:cubicBezTo>
                <a:close/>
                <a:moveTo>
                  <a:pt x="162" y="47"/>
                </a:moveTo>
                <a:cubicBezTo>
                  <a:pt x="157" y="47"/>
                  <a:pt x="152" y="42"/>
                  <a:pt x="152" y="37"/>
                </a:cubicBezTo>
                <a:cubicBezTo>
                  <a:pt x="152" y="31"/>
                  <a:pt x="157" y="26"/>
                  <a:pt x="162" y="26"/>
                </a:cubicBezTo>
                <a:cubicBezTo>
                  <a:pt x="168" y="26"/>
                  <a:pt x="173" y="31"/>
                  <a:pt x="173" y="37"/>
                </a:cubicBezTo>
                <a:cubicBezTo>
                  <a:pt x="173" y="42"/>
                  <a:pt x="168" y="47"/>
                  <a:pt x="162" y="47"/>
                </a:cubicBezTo>
                <a:close/>
                <a:moveTo>
                  <a:pt x="99" y="87"/>
                </a:moveTo>
                <a:cubicBezTo>
                  <a:pt x="103" y="87"/>
                  <a:pt x="106" y="84"/>
                  <a:pt x="106" y="80"/>
                </a:cubicBezTo>
                <a:cubicBezTo>
                  <a:pt x="106" y="76"/>
                  <a:pt x="103" y="73"/>
                  <a:pt x="99" y="73"/>
                </a:cubicBezTo>
                <a:cubicBezTo>
                  <a:pt x="86" y="73"/>
                  <a:pt x="86" y="73"/>
                  <a:pt x="86" y="73"/>
                </a:cubicBezTo>
                <a:cubicBezTo>
                  <a:pt x="82" y="73"/>
                  <a:pt x="79" y="76"/>
                  <a:pt x="79" y="80"/>
                </a:cubicBezTo>
                <a:cubicBezTo>
                  <a:pt x="79" y="84"/>
                  <a:pt x="82" y="87"/>
                  <a:pt x="86" y="87"/>
                </a:cubicBezTo>
                <a:lnTo>
                  <a:pt x="99" y="87"/>
                </a:lnTo>
                <a:close/>
                <a:moveTo>
                  <a:pt x="26" y="67"/>
                </a:moveTo>
                <a:cubicBezTo>
                  <a:pt x="30" y="67"/>
                  <a:pt x="33" y="64"/>
                  <a:pt x="33" y="60"/>
                </a:cubicBezTo>
                <a:cubicBezTo>
                  <a:pt x="33" y="56"/>
                  <a:pt x="30" y="53"/>
                  <a:pt x="26" y="53"/>
                </a:cubicBezTo>
                <a:cubicBezTo>
                  <a:pt x="6" y="53"/>
                  <a:pt x="6" y="53"/>
                  <a:pt x="6" y="53"/>
                </a:cubicBezTo>
                <a:cubicBezTo>
                  <a:pt x="3" y="53"/>
                  <a:pt x="0" y="56"/>
                  <a:pt x="0" y="60"/>
                </a:cubicBezTo>
                <a:cubicBezTo>
                  <a:pt x="0" y="64"/>
                  <a:pt x="3" y="67"/>
                  <a:pt x="6" y="67"/>
                </a:cubicBezTo>
                <a:lnTo>
                  <a:pt x="26" y="67"/>
                </a:lnTo>
                <a:close/>
                <a:moveTo>
                  <a:pt x="179" y="100"/>
                </a:moveTo>
                <a:cubicBezTo>
                  <a:pt x="120" y="100"/>
                  <a:pt x="120" y="100"/>
                  <a:pt x="120" y="100"/>
                </a:cubicBezTo>
                <a:cubicBezTo>
                  <a:pt x="141" y="111"/>
                  <a:pt x="140" y="134"/>
                  <a:pt x="140" y="134"/>
                </a:cubicBezTo>
                <a:cubicBezTo>
                  <a:pt x="140" y="170"/>
                  <a:pt x="115" y="180"/>
                  <a:pt x="93" y="180"/>
                </a:cubicBezTo>
                <a:cubicBezTo>
                  <a:pt x="71" y="180"/>
                  <a:pt x="52" y="162"/>
                  <a:pt x="52" y="134"/>
                </a:cubicBezTo>
                <a:cubicBezTo>
                  <a:pt x="52" y="105"/>
                  <a:pt x="73" y="100"/>
                  <a:pt x="73" y="100"/>
                </a:cubicBezTo>
                <a:cubicBezTo>
                  <a:pt x="13" y="100"/>
                  <a:pt x="13" y="100"/>
                  <a:pt x="13" y="100"/>
                </a:cubicBezTo>
                <a:cubicBezTo>
                  <a:pt x="9" y="100"/>
                  <a:pt x="3" y="103"/>
                  <a:pt x="3" y="107"/>
                </a:cubicBezTo>
                <a:cubicBezTo>
                  <a:pt x="3" y="180"/>
                  <a:pt x="3" y="180"/>
                  <a:pt x="3" y="180"/>
                </a:cubicBezTo>
                <a:cubicBezTo>
                  <a:pt x="3" y="183"/>
                  <a:pt x="9" y="188"/>
                  <a:pt x="13" y="188"/>
                </a:cubicBezTo>
                <a:cubicBezTo>
                  <a:pt x="179" y="188"/>
                  <a:pt x="179" y="188"/>
                  <a:pt x="179" y="188"/>
                </a:cubicBezTo>
                <a:cubicBezTo>
                  <a:pt x="183" y="188"/>
                  <a:pt x="187" y="183"/>
                  <a:pt x="187" y="180"/>
                </a:cubicBezTo>
                <a:cubicBezTo>
                  <a:pt x="187" y="107"/>
                  <a:pt x="187" y="107"/>
                  <a:pt x="187" y="107"/>
                </a:cubicBezTo>
                <a:cubicBezTo>
                  <a:pt x="187" y="103"/>
                  <a:pt x="183" y="100"/>
                  <a:pt x="179" y="100"/>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44" name="Freeform 248"/>
          <p:cNvSpPr>
            <a:spLocks/>
          </p:cNvSpPr>
          <p:nvPr/>
        </p:nvSpPr>
        <p:spPr bwMode="auto">
          <a:xfrm>
            <a:off x="2594289" y="1149263"/>
            <a:ext cx="422275" cy="366713"/>
          </a:xfrm>
          <a:custGeom>
            <a:avLst/>
            <a:gdLst>
              <a:gd name="T0" fmla="*/ 155 w 214"/>
              <a:gd name="T1" fmla="*/ 12 h 185"/>
              <a:gd name="T2" fmla="*/ 146 w 214"/>
              <a:gd name="T3" fmla="*/ 5 h 185"/>
              <a:gd name="T4" fmla="*/ 68 w 214"/>
              <a:gd name="T5" fmla="*/ 5 h 185"/>
              <a:gd name="T6" fmla="*/ 59 w 214"/>
              <a:gd name="T7" fmla="*/ 12 h 185"/>
              <a:gd name="T8" fmla="*/ 11 w 214"/>
              <a:gd name="T9" fmla="*/ 153 h 185"/>
              <a:gd name="T10" fmla="*/ 12 w 214"/>
              <a:gd name="T11" fmla="*/ 155 h 185"/>
              <a:gd name="T12" fmla="*/ 17 w 214"/>
              <a:gd name="T13" fmla="*/ 159 h 185"/>
              <a:gd name="T14" fmla="*/ 20 w 214"/>
              <a:gd name="T15" fmla="*/ 160 h 185"/>
              <a:gd name="T16" fmla="*/ 33 w 214"/>
              <a:gd name="T17" fmla="*/ 171 h 185"/>
              <a:gd name="T18" fmla="*/ 33 w 214"/>
              <a:gd name="T19" fmla="*/ 173 h 185"/>
              <a:gd name="T20" fmla="*/ 38 w 214"/>
              <a:gd name="T21" fmla="*/ 182 h 185"/>
              <a:gd name="T22" fmla="*/ 47 w 214"/>
              <a:gd name="T23" fmla="*/ 185 h 185"/>
              <a:gd name="T24" fmla="*/ 56 w 214"/>
              <a:gd name="T25" fmla="*/ 184 h 185"/>
              <a:gd name="T26" fmla="*/ 64 w 214"/>
              <a:gd name="T27" fmla="*/ 179 h 185"/>
              <a:gd name="T28" fmla="*/ 67 w 214"/>
              <a:gd name="T29" fmla="*/ 170 h 185"/>
              <a:gd name="T30" fmla="*/ 60 w 214"/>
              <a:gd name="T31" fmla="*/ 98 h 185"/>
              <a:gd name="T32" fmla="*/ 46 w 214"/>
              <a:gd name="T33" fmla="*/ 86 h 185"/>
              <a:gd name="T34" fmla="*/ 37 w 214"/>
              <a:gd name="T35" fmla="*/ 87 h 185"/>
              <a:gd name="T36" fmla="*/ 26 w 214"/>
              <a:gd name="T37" fmla="*/ 101 h 185"/>
              <a:gd name="T38" fmla="*/ 26 w 214"/>
              <a:gd name="T39" fmla="*/ 103 h 185"/>
              <a:gd name="T40" fmla="*/ 22 w 214"/>
              <a:gd name="T41" fmla="*/ 107 h 185"/>
              <a:gd name="T42" fmla="*/ 64 w 214"/>
              <a:gd name="T43" fmla="*/ 31 h 185"/>
              <a:gd name="T44" fmla="*/ 72 w 214"/>
              <a:gd name="T45" fmla="*/ 32 h 185"/>
              <a:gd name="T46" fmla="*/ 143 w 214"/>
              <a:gd name="T47" fmla="*/ 32 h 185"/>
              <a:gd name="T48" fmla="*/ 151 w 214"/>
              <a:gd name="T49" fmla="*/ 31 h 185"/>
              <a:gd name="T50" fmla="*/ 192 w 214"/>
              <a:gd name="T51" fmla="*/ 107 h 185"/>
              <a:gd name="T52" fmla="*/ 188 w 214"/>
              <a:gd name="T53" fmla="*/ 103 h 185"/>
              <a:gd name="T54" fmla="*/ 188 w 214"/>
              <a:gd name="T55" fmla="*/ 101 h 185"/>
              <a:gd name="T56" fmla="*/ 177 w 214"/>
              <a:gd name="T57" fmla="*/ 87 h 185"/>
              <a:gd name="T58" fmla="*/ 168 w 214"/>
              <a:gd name="T59" fmla="*/ 86 h 185"/>
              <a:gd name="T60" fmla="*/ 155 w 214"/>
              <a:gd name="T61" fmla="*/ 98 h 185"/>
              <a:gd name="T62" fmla="*/ 148 w 214"/>
              <a:gd name="T63" fmla="*/ 170 h 185"/>
              <a:gd name="T64" fmla="*/ 150 w 214"/>
              <a:gd name="T65" fmla="*/ 179 h 185"/>
              <a:gd name="T66" fmla="*/ 159 w 214"/>
              <a:gd name="T67" fmla="*/ 184 h 185"/>
              <a:gd name="T68" fmla="*/ 168 w 214"/>
              <a:gd name="T69" fmla="*/ 185 h 185"/>
              <a:gd name="T70" fmla="*/ 181 w 214"/>
              <a:gd name="T71" fmla="*/ 173 h 185"/>
              <a:gd name="T72" fmla="*/ 181 w 214"/>
              <a:gd name="T73" fmla="*/ 171 h 185"/>
              <a:gd name="T74" fmla="*/ 194 w 214"/>
              <a:gd name="T75" fmla="*/ 160 h 185"/>
              <a:gd name="T76" fmla="*/ 198 w 214"/>
              <a:gd name="T77" fmla="*/ 159 h 185"/>
              <a:gd name="T78" fmla="*/ 200 w 214"/>
              <a:gd name="T79" fmla="*/ 157 h 185"/>
              <a:gd name="T80" fmla="*/ 202 w 214"/>
              <a:gd name="T81" fmla="*/ 155 h 185"/>
              <a:gd name="T82" fmla="*/ 203 w 214"/>
              <a:gd name="T83" fmla="*/ 153 h 185"/>
              <a:gd name="T84" fmla="*/ 155 w 214"/>
              <a:gd name="T85" fmla="*/ 12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4" h="185">
                <a:moveTo>
                  <a:pt x="155" y="12"/>
                </a:moveTo>
                <a:cubicBezTo>
                  <a:pt x="154" y="9"/>
                  <a:pt x="150" y="6"/>
                  <a:pt x="146" y="5"/>
                </a:cubicBezTo>
                <a:cubicBezTo>
                  <a:pt x="120" y="0"/>
                  <a:pt x="95" y="0"/>
                  <a:pt x="68" y="5"/>
                </a:cubicBezTo>
                <a:cubicBezTo>
                  <a:pt x="64" y="6"/>
                  <a:pt x="61" y="8"/>
                  <a:pt x="59" y="12"/>
                </a:cubicBezTo>
                <a:cubicBezTo>
                  <a:pt x="19" y="31"/>
                  <a:pt x="0" y="86"/>
                  <a:pt x="11" y="153"/>
                </a:cubicBezTo>
                <a:cubicBezTo>
                  <a:pt x="11" y="153"/>
                  <a:pt x="12" y="154"/>
                  <a:pt x="12" y="155"/>
                </a:cubicBezTo>
                <a:cubicBezTo>
                  <a:pt x="12" y="155"/>
                  <a:pt x="17" y="159"/>
                  <a:pt x="17" y="159"/>
                </a:cubicBezTo>
                <a:cubicBezTo>
                  <a:pt x="17" y="160"/>
                  <a:pt x="19" y="161"/>
                  <a:pt x="20" y="160"/>
                </a:cubicBezTo>
                <a:cubicBezTo>
                  <a:pt x="24" y="165"/>
                  <a:pt x="28" y="169"/>
                  <a:pt x="33" y="171"/>
                </a:cubicBezTo>
                <a:cubicBezTo>
                  <a:pt x="33" y="173"/>
                  <a:pt x="33" y="173"/>
                  <a:pt x="33" y="173"/>
                </a:cubicBezTo>
                <a:cubicBezTo>
                  <a:pt x="34" y="177"/>
                  <a:pt x="35" y="180"/>
                  <a:pt x="38" y="182"/>
                </a:cubicBezTo>
                <a:cubicBezTo>
                  <a:pt x="40" y="184"/>
                  <a:pt x="43" y="185"/>
                  <a:pt x="47" y="185"/>
                </a:cubicBezTo>
                <a:cubicBezTo>
                  <a:pt x="56" y="184"/>
                  <a:pt x="56" y="184"/>
                  <a:pt x="56" y="184"/>
                </a:cubicBezTo>
                <a:cubicBezTo>
                  <a:pt x="59" y="183"/>
                  <a:pt x="62" y="182"/>
                  <a:pt x="64" y="179"/>
                </a:cubicBezTo>
                <a:cubicBezTo>
                  <a:pt x="66" y="177"/>
                  <a:pt x="67" y="173"/>
                  <a:pt x="67" y="170"/>
                </a:cubicBezTo>
                <a:cubicBezTo>
                  <a:pt x="60" y="98"/>
                  <a:pt x="60" y="98"/>
                  <a:pt x="60" y="98"/>
                </a:cubicBezTo>
                <a:cubicBezTo>
                  <a:pt x="59" y="91"/>
                  <a:pt x="53" y="86"/>
                  <a:pt x="46" y="86"/>
                </a:cubicBezTo>
                <a:cubicBezTo>
                  <a:pt x="37" y="87"/>
                  <a:pt x="37" y="87"/>
                  <a:pt x="37" y="87"/>
                </a:cubicBezTo>
                <a:cubicBezTo>
                  <a:pt x="30" y="88"/>
                  <a:pt x="25" y="94"/>
                  <a:pt x="26" y="101"/>
                </a:cubicBezTo>
                <a:cubicBezTo>
                  <a:pt x="26" y="101"/>
                  <a:pt x="26" y="102"/>
                  <a:pt x="26" y="103"/>
                </a:cubicBezTo>
                <a:cubicBezTo>
                  <a:pt x="25" y="104"/>
                  <a:pt x="23" y="105"/>
                  <a:pt x="22" y="107"/>
                </a:cubicBezTo>
                <a:cubicBezTo>
                  <a:pt x="25" y="70"/>
                  <a:pt x="40" y="43"/>
                  <a:pt x="64" y="31"/>
                </a:cubicBezTo>
                <a:cubicBezTo>
                  <a:pt x="66" y="32"/>
                  <a:pt x="69" y="32"/>
                  <a:pt x="72" y="32"/>
                </a:cubicBezTo>
                <a:cubicBezTo>
                  <a:pt x="96" y="27"/>
                  <a:pt x="119" y="27"/>
                  <a:pt x="143" y="32"/>
                </a:cubicBezTo>
                <a:cubicBezTo>
                  <a:pt x="146" y="32"/>
                  <a:pt x="148" y="32"/>
                  <a:pt x="151" y="31"/>
                </a:cubicBezTo>
                <a:cubicBezTo>
                  <a:pt x="174" y="43"/>
                  <a:pt x="189" y="70"/>
                  <a:pt x="192" y="107"/>
                </a:cubicBezTo>
                <a:cubicBezTo>
                  <a:pt x="191" y="105"/>
                  <a:pt x="189" y="104"/>
                  <a:pt x="188" y="103"/>
                </a:cubicBezTo>
                <a:cubicBezTo>
                  <a:pt x="188" y="101"/>
                  <a:pt x="188" y="101"/>
                  <a:pt x="188" y="101"/>
                </a:cubicBezTo>
                <a:cubicBezTo>
                  <a:pt x="189" y="94"/>
                  <a:pt x="184" y="88"/>
                  <a:pt x="177" y="87"/>
                </a:cubicBezTo>
                <a:cubicBezTo>
                  <a:pt x="168" y="86"/>
                  <a:pt x="168" y="86"/>
                  <a:pt x="168" y="86"/>
                </a:cubicBezTo>
                <a:cubicBezTo>
                  <a:pt x="161" y="86"/>
                  <a:pt x="155" y="91"/>
                  <a:pt x="155" y="98"/>
                </a:cubicBezTo>
                <a:cubicBezTo>
                  <a:pt x="148" y="170"/>
                  <a:pt x="148" y="170"/>
                  <a:pt x="148" y="170"/>
                </a:cubicBezTo>
                <a:cubicBezTo>
                  <a:pt x="147" y="173"/>
                  <a:pt x="148" y="177"/>
                  <a:pt x="150" y="179"/>
                </a:cubicBezTo>
                <a:cubicBezTo>
                  <a:pt x="152" y="182"/>
                  <a:pt x="155" y="183"/>
                  <a:pt x="159" y="184"/>
                </a:cubicBezTo>
                <a:cubicBezTo>
                  <a:pt x="159" y="184"/>
                  <a:pt x="168" y="185"/>
                  <a:pt x="168" y="185"/>
                </a:cubicBezTo>
                <a:cubicBezTo>
                  <a:pt x="174" y="185"/>
                  <a:pt x="180" y="180"/>
                  <a:pt x="181" y="173"/>
                </a:cubicBezTo>
                <a:cubicBezTo>
                  <a:pt x="181" y="173"/>
                  <a:pt x="181" y="172"/>
                  <a:pt x="181" y="171"/>
                </a:cubicBezTo>
                <a:cubicBezTo>
                  <a:pt x="186" y="169"/>
                  <a:pt x="191" y="165"/>
                  <a:pt x="194" y="160"/>
                </a:cubicBezTo>
                <a:cubicBezTo>
                  <a:pt x="195" y="161"/>
                  <a:pt x="197" y="160"/>
                  <a:pt x="198" y="159"/>
                </a:cubicBezTo>
                <a:cubicBezTo>
                  <a:pt x="200" y="157"/>
                  <a:pt x="200" y="157"/>
                  <a:pt x="200" y="157"/>
                </a:cubicBezTo>
                <a:cubicBezTo>
                  <a:pt x="202" y="155"/>
                  <a:pt x="202" y="155"/>
                  <a:pt x="202" y="155"/>
                </a:cubicBezTo>
                <a:cubicBezTo>
                  <a:pt x="203" y="154"/>
                  <a:pt x="203" y="153"/>
                  <a:pt x="203" y="153"/>
                </a:cubicBezTo>
                <a:cubicBezTo>
                  <a:pt x="214" y="86"/>
                  <a:pt x="195" y="31"/>
                  <a:pt x="155" y="12"/>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249"/>
          <p:cNvSpPr>
            <a:spLocks noEditPoints="1"/>
          </p:cNvSpPr>
          <p:nvPr/>
        </p:nvSpPr>
        <p:spPr bwMode="auto">
          <a:xfrm>
            <a:off x="3097526" y="1139738"/>
            <a:ext cx="387350" cy="393700"/>
          </a:xfrm>
          <a:custGeom>
            <a:avLst/>
            <a:gdLst>
              <a:gd name="T0" fmla="*/ 58 w 196"/>
              <a:gd name="T1" fmla="*/ 148 h 199"/>
              <a:gd name="T2" fmla="*/ 72 w 196"/>
              <a:gd name="T3" fmla="*/ 134 h 199"/>
              <a:gd name="T4" fmla="*/ 58 w 196"/>
              <a:gd name="T5" fmla="*/ 120 h 199"/>
              <a:gd name="T6" fmla="*/ 43 w 196"/>
              <a:gd name="T7" fmla="*/ 134 h 199"/>
              <a:gd name="T8" fmla="*/ 58 w 196"/>
              <a:gd name="T9" fmla="*/ 148 h 199"/>
              <a:gd name="T10" fmla="*/ 70 w 196"/>
              <a:gd name="T11" fmla="*/ 75 h 199"/>
              <a:gd name="T12" fmla="*/ 80 w 196"/>
              <a:gd name="T13" fmla="*/ 65 h 199"/>
              <a:gd name="T14" fmla="*/ 70 w 196"/>
              <a:gd name="T15" fmla="*/ 55 h 199"/>
              <a:gd name="T16" fmla="*/ 60 w 196"/>
              <a:gd name="T17" fmla="*/ 65 h 199"/>
              <a:gd name="T18" fmla="*/ 70 w 196"/>
              <a:gd name="T19" fmla="*/ 75 h 199"/>
              <a:gd name="T20" fmla="*/ 0 w 196"/>
              <a:gd name="T21" fmla="*/ 199 h 199"/>
              <a:gd name="T22" fmla="*/ 112 w 196"/>
              <a:gd name="T23" fmla="*/ 199 h 199"/>
              <a:gd name="T24" fmla="*/ 112 w 196"/>
              <a:gd name="T25" fmla="*/ 0 h 199"/>
              <a:gd name="T26" fmla="*/ 0 w 196"/>
              <a:gd name="T27" fmla="*/ 0 h 199"/>
              <a:gd name="T28" fmla="*/ 0 w 196"/>
              <a:gd name="T29" fmla="*/ 199 h 199"/>
              <a:gd name="T30" fmla="*/ 70 w 196"/>
              <a:gd name="T31" fmla="*/ 50 h 199"/>
              <a:gd name="T32" fmla="*/ 85 w 196"/>
              <a:gd name="T33" fmla="*/ 65 h 199"/>
              <a:gd name="T34" fmla="*/ 70 w 196"/>
              <a:gd name="T35" fmla="*/ 80 h 199"/>
              <a:gd name="T36" fmla="*/ 55 w 196"/>
              <a:gd name="T37" fmla="*/ 65 h 199"/>
              <a:gd name="T38" fmla="*/ 70 w 196"/>
              <a:gd name="T39" fmla="*/ 50 h 199"/>
              <a:gd name="T40" fmla="*/ 58 w 196"/>
              <a:gd name="T41" fmla="*/ 102 h 199"/>
              <a:gd name="T42" fmla="*/ 91 w 196"/>
              <a:gd name="T43" fmla="*/ 134 h 199"/>
              <a:gd name="T44" fmla="*/ 58 w 196"/>
              <a:gd name="T45" fmla="*/ 166 h 199"/>
              <a:gd name="T46" fmla="*/ 25 w 196"/>
              <a:gd name="T47" fmla="*/ 134 h 199"/>
              <a:gd name="T48" fmla="*/ 58 w 196"/>
              <a:gd name="T49" fmla="*/ 102 h 199"/>
              <a:gd name="T50" fmla="*/ 128 w 196"/>
              <a:gd name="T51" fmla="*/ 87 h 199"/>
              <a:gd name="T52" fmla="*/ 128 w 196"/>
              <a:gd name="T53" fmla="*/ 199 h 199"/>
              <a:gd name="T54" fmla="*/ 196 w 196"/>
              <a:gd name="T55" fmla="*/ 199 h 199"/>
              <a:gd name="T56" fmla="*/ 196 w 196"/>
              <a:gd name="T57" fmla="*/ 87 h 199"/>
              <a:gd name="T58" fmla="*/ 128 w 196"/>
              <a:gd name="T59" fmla="*/ 87 h 199"/>
              <a:gd name="T60" fmla="*/ 168 w 196"/>
              <a:gd name="T61" fmla="*/ 115 h 199"/>
              <a:gd name="T62" fmla="*/ 177 w 196"/>
              <a:gd name="T63" fmla="*/ 123 h 199"/>
              <a:gd name="T64" fmla="*/ 168 w 196"/>
              <a:gd name="T65" fmla="*/ 131 h 199"/>
              <a:gd name="T66" fmla="*/ 160 w 196"/>
              <a:gd name="T67" fmla="*/ 123 h 199"/>
              <a:gd name="T68" fmla="*/ 168 w 196"/>
              <a:gd name="T69" fmla="*/ 115 h 199"/>
              <a:gd name="T70" fmla="*/ 161 w 196"/>
              <a:gd name="T71" fmla="*/ 180 h 199"/>
              <a:gd name="T72" fmla="*/ 143 w 196"/>
              <a:gd name="T73" fmla="*/ 162 h 199"/>
              <a:gd name="T74" fmla="*/ 161 w 196"/>
              <a:gd name="T75" fmla="*/ 144 h 199"/>
              <a:gd name="T76" fmla="*/ 180 w 196"/>
              <a:gd name="T77" fmla="*/ 162 h 199"/>
              <a:gd name="T78" fmla="*/ 161 w 196"/>
              <a:gd name="T79" fmla="*/ 180 h 199"/>
              <a:gd name="T80" fmla="*/ 161 w 196"/>
              <a:gd name="T81" fmla="*/ 154 h 199"/>
              <a:gd name="T82" fmla="*/ 153 w 196"/>
              <a:gd name="T83" fmla="*/ 162 h 199"/>
              <a:gd name="T84" fmla="*/ 161 w 196"/>
              <a:gd name="T85" fmla="*/ 170 h 199"/>
              <a:gd name="T86" fmla="*/ 169 w 196"/>
              <a:gd name="T87" fmla="*/ 162 h 199"/>
              <a:gd name="T88" fmla="*/ 161 w 196"/>
              <a:gd name="T89" fmla="*/ 154 h 199"/>
              <a:gd name="T90" fmla="*/ 168 w 196"/>
              <a:gd name="T91" fmla="*/ 129 h 199"/>
              <a:gd name="T92" fmla="*/ 174 w 196"/>
              <a:gd name="T93" fmla="*/ 123 h 199"/>
              <a:gd name="T94" fmla="*/ 168 w 196"/>
              <a:gd name="T95" fmla="*/ 118 h 199"/>
              <a:gd name="T96" fmla="*/ 163 w 196"/>
              <a:gd name="T97" fmla="*/ 123 h 199"/>
              <a:gd name="T98" fmla="*/ 168 w 196"/>
              <a:gd name="T99" fmla="*/ 12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96" h="199">
                <a:moveTo>
                  <a:pt x="58" y="148"/>
                </a:moveTo>
                <a:cubicBezTo>
                  <a:pt x="66" y="148"/>
                  <a:pt x="72" y="142"/>
                  <a:pt x="72" y="134"/>
                </a:cubicBezTo>
                <a:cubicBezTo>
                  <a:pt x="72" y="126"/>
                  <a:pt x="66" y="120"/>
                  <a:pt x="58" y="120"/>
                </a:cubicBezTo>
                <a:cubicBezTo>
                  <a:pt x="50" y="120"/>
                  <a:pt x="43" y="126"/>
                  <a:pt x="43" y="134"/>
                </a:cubicBezTo>
                <a:cubicBezTo>
                  <a:pt x="43" y="142"/>
                  <a:pt x="50" y="148"/>
                  <a:pt x="58" y="148"/>
                </a:cubicBezTo>
                <a:close/>
                <a:moveTo>
                  <a:pt x="70" y="75"/>
                </a:moveTo>
                <a:cubicBezTo>
                  <a:pt x="76" y="75"/>
                  <a:pt x="80" y="70"/>
                  <a:pt x="80" y="65"/>
                </a:cubicBezTo>
                <a:cubicBezTo>
                  <a:pt x="80" y="60"/>
                  <a:pt x="76" y="55"/>
                  <a:pt x="70" y="55"/>
                </a:cubicBezTo>
                <a:cubicBezTo>
                  <a:pt x="65" y="55"/>
                  <a:pt x="60" y="60"/>
                  <a:pt x="60" y="65"/>
                </a:cubicBezTo>
                <a:cubicBezTo>
                  <a:pt x="60" y="70"/>
                  <a:pt x="65" y="75"/>
                  <a:pt x="70" y="75"/>
                </a:cubicBezTo>
                <a:close/>
                <a:moveTo>
                  <a:pt x="0" y="199"/>
                </a:moveTo>
                <a:cubicBezTo>
                  <a:pt x="112" y="199"/>
                  <a:pt x="112" y="199"/>
                  <a:pt x="112" y="199"/>
                </a:cubicBezTo>
                <a:cubicBezTo>
                  <a:pt x="112" y="0"/>
                  <a:pt x="112" y="0"/>
                  <a:pt x="112" y="0"/>
                </a:cubicBezTo>
                <a:cubicBezTo>
                  <a:pt x="0" y="0"/>
                  <a:pt x="0" y="0"/>
                  <a:pt x="0" y="0"/>
                </a:cubicBezTo>
                <a:lnTo>
                  <a:pt x="0" y="199"/>
                </a:lnTo>
                <a:close/>
                <a:moveTo>
                  <a:pt x="70" y="50"/>
                </a:moveTo>
                <a:cubicBezTo>
                  <a:pt x="79" y="50"/>
                  <a:pt x="85" y="57"/>
                  <a:pt x="85" y="65"/>
                </a:cubicBezTo>
                <a:cubicBezTo>
                  <a:pt x="85" y="73"/>
                  <a:pt x="79" y="80"/>
                  <a:pt x="70" y="80"/>
                </a:cubicBezTo>
                <a:cubicBezTo>
                  <a:pt x="62" y="80"/>
                  <a:pt x="55" y="73"/>
                  <a:pt x="55" y="65"/>
                </a:cubicBezTo>
                <a:cubicBezTo>
                  <a:pt x="55" y="57"/>
                  <a:pt x="62" y="50"/>
                  <a:pt x="70" y="50"/>
                </a:cubicBezTo>
                <a:close/>
                <a:moveTo>
                  <a:pt x="58" y="102"/>
                </a:moveTo>
                <a:cubicBezTo>
                  <a:pt x="76" y="102"/>
                  <a:pt x="91" y="116"/>
                  <a:pt x="91" y="134"/>
                </a:cubicBezTo>
                <a:cubicBezTo>
                  <a:pt x="91" y="152"/>
                  <a:pt x="76" y="166"/>
                  <a:pt x="58" y="166"/>
                </a:cubicBezTo>
                <a:cubicBezTo>
                  <a:pt x="40" y="166"/>
                  <a:pt x="25" y="152"/>
                  <a:pt x="25" y="134"/>
                </a:cubicBezTo>
                <a:cubicBezTo>
                  <a:pt x="25" y="116"/>
                  <a:pt x="40" y="102"/>
                  <a:pt x="58" y="102"/>
                </a:cubicBezTo>
                <a:close/>
                <a:moveTo>
                  <a:pt x="128" y="87"/>
                </a:moveTo>
                <a:cubicBezTo>
                  <a:pt x="128" y="199"/>
                  <a:pt x="128" y="199"/>
                  <a:pt x="128" y="199"/>
                </a:cubicBezTo>
                <a:cubicBezTo>
                  <a:pt x="196" y="199"/>
                  <a:pt x="196" y="199"/>
                  <a:pt x="196" y="199"/>
                </a:cubicBezTo>
                <a:cubicBezTo>
                  <a:pt x="196" y="87"/>
                  <a:pt x="196" y="87"/>
                  <a:pt x="196" y="87"/>
                </a:cubicBezTo>
                <a:lnTo>
                  <a:pt x="128" y="87"/>
                </a:lnTo>
                <a:close/>
                <a:moveTo>
                  <a:pt x="168" y="115"/>
                </a:moveTo>
                <a:cubicBezTo>
                  <a:pt x="173" y="115"/>
                  <a:pt x="177" y="119"/>
                  <a:pt x="177" y="123"/>
                </a:cubicBezTo>
                <a:cubicBezTo>
                  <a:pt x="177" y="128"/>
                  <a:pt x="173" y="131"/>
                  <a:pt x="168" y="131"/>
                </a:cubicBezTo>
                <a:cubicBezTo>
                  <a:pt x="164" y="131"/>
                  <a:pt x="160" y="128"/>
                  <a:pt x="160" y="123"/>
                </a:cubicBezTo>
                <a:cubicBezTo>
                  <a:pt x="160" y="119"/>
                  <a:pt x="164" y="115"/>
                  <a:pt x="168" y="115"/>
                </a:cubicBezTo>
                <a:close/>
                <a:moveTo>
                  <a:pt x="161" y="180"/>
                </a:moveTo>
                <a:cubicBezTo>
                  <a:pt x="151" y="180"/>
                  <a:pt x="143" y="172"/>
                  <a:pt x="143" y="162"/>
                </a:cubicBezTo>
                <a:cubicBezTo>
                  <a:pt x="143" y="152"/>
                  <a:pt x="151" y="144"/>
                  <a:pt x="161" y="144"/>
                </a:cubicBezTo>
                <a:cubicBezTo>
                  <a:pt x="172" y="144"/>
                  <a:pt x="180" y="152"/>
                  <a:pt x="180" y="162"/>
                </a:cubicBezTo>
                <a:cubicBezTo>
                  <a:pt x="180" y="172"/>
                  <a:pt x="172" y="180"/>
                  <a:pt x="161" y="180"/>
                </a:cubicBezTo>
                <a:close/>
                <a:moveTo>
                  <a:pt x="161" y="154"/>
                </a:moveTo>
                <a:cubicBezTo>
                  <a:pt x="157" y="154"/>
                  <a:pt x="153" y="158"/>
                  <a:pt x="153" y="162"/>
                </a:cubicBezTo>
                <a:cubicBezTo>
                  <a:pt x="153" y="166"/>
                  <a:pt x="157" y="170"/>
                  <a:pt x="161" y="170"/>
                </a:cubicBezTo>
                <a:cubicBezTo>
                  <a:pt x="166" y="170"/>
                  <a:pt x="169" y="166"/>
                  <a:pt x="169" y="162"/>
                </a:cubicBezTo>
                <a:cubicBezTo>
                  <a:pt x="169" y="158"/>
                  <a:pt x="166" y="154"/>
                  <a:pt x="161" y="154"/>
                </a:cubicBezTo>
                <a:close/>
                <a:moveTo>
                  <a:pt x="168" y="129"/>
                </a:moveTo>
                <a:cubicBezTo>
                  <a:pt x="171" y="129"/>
                  <a:pt x="174" y="126"/>
                  <a:pt x="174" y="123"/>
                </a:cubicBezTo>
                <a:cubicBezTo>
                  <a:pt x="174" y="120"/>
                  <a:pt x="171" y="118"/>
                  <a:pt x="168" y="118"/>
                </a:cubicBezTo>
                <a:cubicBezTo>
                  <a:pt x="165" y="118"/>
                  <a:pt x="163" y="120"/>
                  <a:pt x="163" y="123"/>
                </a:cubicBezTo>
                <a:cubicBezTo>
                  <a:pt x="163" y="126"/>
                  <a:pt x="165" y="129"/>
                  <a:pt x="168" y="129"/>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Freeform 250"/>
          <p:cNvSpPr>
            <a:spLocks noEditPoints="1"/>
          </p:cNvSpPr>
          <p:nvPr/>
        </p:nvSpPr>
        <p:spPr bwMode="auto">
          <a:xfrm>
            <a:off x="197164" y="1628688"/>
            <a:ext cx="363538" cy="395288"/>
          </a:xfrm>
          <a:custGeom>
            <a:avLst/>
            <a:gdLst>
              <a:gd name="T0" fmla="*/ 183 w 184"/>
              <a:gd name="T1" fmla="*/ 192 h 200"/>
              <a:gd name="T2" fmla="*/ 164 w 184"/>
              <a:gd name="T3" fmla="*/ 173 h 200"/>
              <a:gd name="T4" fmla="*/ 164 w 184"/>
              <a:gd name="T5" fmla="*/ 92 h 200"/>
              <a:gd name="T6" fmla="*/ 183 w 184"/>
              <a:gd name="T7" fmla="*/ 73 h 200"/>
              <a:gd name="T8" fmla="*/ 184 w 184"/>
              <a:gd name="T9" fmla="*/ 76 h 200"/>
              <a:gd name="T10" fmla="*/ 184 w 184"/>
              <a:gd name="T11" fmla="*/ 188 h 200"/>
              <a:gd name="T12" fmla="*/ 183 w 184"/>
              <a:gd name="T13" fmla="*/ 192 h 200"/>
              <a:gd name="T14" fmla="*/ 23 w 184"/>
              <a:gd name="T15" fmla="*/ 84 h 200"/>
              <a:gd name="T16" fmla="*/ 5 w 184"/>
              <a:gd name="T17" fmla="*/ 66 h 200"/>
              <a:gd name="T18" fmla="*/ 12 w 184"/>
              <a:gd name="T19" fmla="*/ 64 h 200"/>
              <a:gd name="T20" fmla="*/ 21 w 184"/>
              <a:gd name="T21" fmla="*/ 64 h 200"/>
              <a:gd name="T22" fmla="*/ 82 w 184"/>
              <a:gd name="T23" fmla="*/ 18 h 200"/>
              <a:gd name="T24" fmla="*/ 81 w 184"/>
              <a:gd name="T25" fmla="*/ 15 h 200"/>
              <a:gd name="T26" fmla="*/ 95 w 184"/>
              <a:gd name="T27" fmla="*/ 0 h 200"/>
              <a:gd name="T28" fmla="*/ 110 w 184"/>
              <a:gd name="T29" fmla="*/ 15 h 200"/>
              <a:gd name="T30" fmla="*/ 108 w 184"/>
              <a:gd name="T31" fmla="*/ 22 h 200"/>
              <a:gd name="T32" fmla="*/ 163 w 184"/>
              <a:gd name="T33" fmla="*/ 64 h 200"/>
              <a:gd name="T34" fmla="*/ 172 w 184"/>
              <a:gd name="T35" fmla="*/ 64 h 200"/>
              <a:gd name="T36" fmla="*/ 178 w 184"/>
              <a:gd name="T37" fmla="*/ 66 h 200"/>
              <a:gd name="T38" fmla="*/ 160 w 184"/>
              <a:gd name="T39" fmla="*/ 84 h 200"/>
              <a:gd name="T40" fmla="*/ 23 w 184"/>
              <a:gd name="T41" fmla="*/ 84 h 200"/>
              <a:gd name="T42" fmla="*/ 104 w 184"/>
              <a:gd name="T43" fmla="*/ 26 h 200"/>
              <a:gd name="T44" fmla="*/ 95 w 184"/>
              <a:gd name="T45" fmla="*/ 29 h 200"/>
              <a:gd name="T46" fmla="*/ 84 w 184"/>
              <a:gd name="T47" fmla="*/ 23 h 200"/>
              <a:gd name="T48" fmla="*/ 28 w 184"/>
              <a:gd name="T49" fmla="*/ 64 h 200"/>
              <a:gd name="T50" fmla="*/ 156 w 184"/>
              <a:gd name="T51" fmla="*/ 64 h 200"/>
              <a:gd name="T52" fmla="*/ 104 w 184"/>
              <a:gd name="T53" fmla="*/ 26 h 200"/>
              <a:gd name="T54" fmla="*/ 20 w 184"/>
              <a:gd name="T55" fmla="*/ 173 h 200"/>
              <a:gd name="T56" fmla="*/ 0 w 184"/>
              <a:gd name="T57" fmla="*/ 192 h 200"/>
              <a:gd name="T58" fmla="*/ 0 w 184"/>
              <a:gd name="T59" fmla="*/ 188 h 200"/>
              <a:gd name="T60" fmla="*/ 0 w 184"/>
              <a:gd name="T61" fmla="*/ 76 h 200"/>
              <a:gd name="T62" fmla="*/ 0 w 184"/>
              <a:gd name="T63" fmla="*/ 73 h 200"/>
              <a:gd name="T64" fmla="*/ 20 w 184"/>
              <a:gd name="T65" fmla="*/ 92 h 200"/>
              <a:gd name="T66" fmla="*/ 20 w 184"/>
              <a:gd name="T67" fmla="*/ 173 h 200"/>
              <a:gd name="T68" fmla="*/ 60 w 184"/>
              <a:gd name="T69" fmla="*/ 122 h 200"/>
              <a:gd name="T70" fmla="*/ 50 w 184"/>
              <a:gd name="T71" fmla="*/ 111 h 200"/>
              <a:gd name="T72" fmla="*/ 60 w 184"/>
              <a:gd name="T73" fmla="*/ 100 h 200"/>
              <a:gd name="T74" fmla="*/ 71 w 184"/>
              <a:gd name="T75" fmla="*/ 111 h 200"/>
              <a:gd name="T76" fmla="*/ 60 w 184"/>
              <a:gd name="T77" fmla="*/ 122 h 200"/>
              <a:gd name="T78" fmla="*/ 103 w 184"/>
              <a:gd name="T79" fmla="*/ 140 h 200"/>
              <a:gd name="T80" fmla="*/ 125 w 184"/>
              <a:gd name="T81" fmla="*/ 106 h 200"/>
              <a:gd name="T82" fmla="*/ 148 w 184"/>
              <a:gd name="T83" fmla="*/ 164 h 200"/>
              <a:gd name="T84" fmla="*/ 45 w 184"/>
              <a:gd name="T85" fmla="*/ 164 h 200"/>
              <a:gd name="T86" fmla="*/ 58 w 184"/>
              <a:gd name="T87" fmla="*/ 138 h 200"/>
              <a:gd name="T88" fmla="*/ 70 w 184"/>
              <a:gd name="T89" fmla="*/ 150 h 200"/>
              <a:gd name="T90" fmla="*/ 86 w 184"/>
              <a:gd name="T91" fmla="*/ 123 h 200"/>
              <a:gd name="T92" fmla="*/ 103 w 184"/>
              <a:gd name="T93" fmla="*/ 140 h 200"/>
              <a:gd name="T94" fmla="*/ 160 w 184"/>
              <a:gd name="T95" fmla="*/ 180 h 200"/>
              <a:gd name="T96" fmla="*/ 178 w 184"/>
              <a:gd name="T97" fmla="*/ 198 h 200"/>
              <a:gd name="T98" fmla="*/ 172 w 184"/>
              <a:gd name="T99" fmla="*/ 200 h 200"/>
              <a:gd name="T100" fmla="*/ 12 w 184"/>
              <a:gd name="T101" fmla="*/ 200 h 200"/>
              <a:gd name="T102" fmla="*/ 5 w 184"/>
              <a:gd name="T103" fmla="*/ 198 h 200"/>
              <a:gd name="T104" fmla="*/ 23 w 184"/>
              <a:gd name="T105" fmla="*/ 180 h 200"/>
              <a:gd name="T106" fmla="*/ 160 w 184"/>
              <a:gd name="T107" fmla="*/ 18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4" h="200">
                <a:moveTo>
                  <a:pt x="183" y="192"/>
                </a:moveTo>
                <a:cubicBezTo>
                  <a:pt x="164" y="173"/>
                  <a:pt x="164" y="173"/>
                  <a:pt x="164" y="173"/>
                </a:cubicBezTo>
                <a:cubicBezTo>
                  <a:pt x="164" y="92"/>
                  <a:pt x="164" y="92"/>
                  <a:pt x="164" y="92"/>
                </a:cubicBezTo>
                <a:cubicBezTo>
                  <a:pt x="183" y="73"/>
                  <a:pt x="183" y="73"/>
                  <a:pt x="183" y="73"/>
                </a:cubicBezTo>
                <a:cubicBezTo>
                  <a:pt x="184" y="74"/>
                  <a:pt x="184" y="75"/>
                  <a:pt x="184" y="76"/>
                </a:cubicBezTo>
                <a:cubicBezTo>
                  <a:pt x="184" y="188"/>
                  <a:pt x="184" y="188"/>
                  <a:pt x="184" y="188"/>
                </a:cubicBezTo>
                <a:cubicBezTo>
                  <a:pt x="184" y="190"/>
                  <a:pt x="184" y="191"/>
                  <a:pt x="183" y="192"/>
                </a:cubicBezTo>
                <a:close/>
                <a:moveTo>
                  <a:pt x="23" y="84"/>
                </a:moveTo>
                <a:cubicBezTo>
                  <a:pt x="5" y="66"/>
                  <a:pt x="5" y="66"/>
                  <a:pt x="5" y="66"/>
                </a:cubicBezTo>
                <a:cubicBezTo>
                  <a:pt x="7" y="65"/>
                  <a:pt x="9" y="64"/>
                  <a:pt x="12" y="64"/>
                </a:cubicBezTo>
                <a:cubicBezTo>
                  <a:pt x="21" y="64"/>
                  <a:pt x="21" y="64"/>
                  <a:pt x="21" y="64"/>
                </a:cubicBezTo>
                <a:cubicBezTo>
                  <a:pt x="82" y="18"/>
                  <a:pt x="82" y="18"/>
                  <a:pt x="82" y="18"/>
                </a:cubicBezTo>
                <a:cubicBezTo>
                  <a:pt x="81" y="17"/>
                  <a:pt x="81" y="16"/>
                  <a:pt x="81" y="15"/>
                </a:cubicBezTo>
                <a:cubicBezTo>
                  <a:pt x="81" y="7"/>
                  <a:pt x="88" y="0"/>
                  <a:pt x="95" y="0"/>
                </a:cubicBezTo>
                <a:cubicBezTo>
                  <a:pt x="103" y="0"/>
                  <a:pt x="110" y="7"/>
                  <a:pt x="110" y="15"/>
                </a:cubicBezTo>
                <a:cubicBezTo>
                  <a:pt x="110" y="17"/>
                  <a:pt x="109" y="20"/>
                  <a:pt x="108" y="22"/>
                </a:cubicBezTo>
                <a:cubicBezTo>
                  <a:pt x="163" y="64"/>
                  <a:pt x="163" y="64"/>
                  <a:pt x="163" y="64"/>
                </a:cubicBezTo>
                <a:cubicBezTo>
                  <a:pt x="172" y="64"/>
                  <a:pt x="172" y="64"/>
                  <a:pt x="172" y="64"/>
                </a:cubicBezTo>
                <a:cubicBezTo>
                  <a:pt x="174" y="64"/>
                  <a:pt x="176" y="65"/>
                  <a:pt x="178" y="66"/>
                </a:cubicBezTo>
                <a:cubicBezTo>
                  <a:pt x="160" y="84"/>
                  <a:pt x="160" y="84"/>
                  <a:pt x="160" y="84"/>
                </a:cubicBezTo>
                <a:lnTo>
                  <a:pt x="23" y="84"/>
                </a:lnTo>
                <a:close/>
                <a:moveTo>
                  <a:pt x="104" y="26"/>
                </a:moveTo>
                <a:cubicBezTo>
                  <a:pt x="102" y="28"/>
                  <a:pt x="99" y="29"/>
                  <a:pt x="95" y="29"/>
                </a:cubicBezTo>
                <a:cubicBezTo>
                  <a:pt x="91" y="29"/>
                  <a:pt x="87" y="27"/>
                  <a:pt x="84" y="23"/>
                </a:cubicBezTo>
                <a:cubicBezTo>
                  <a:pt x="28" y="64"/>
                  <a:pt x="28" y="64"/>
                  <a:pt x="28" y="64"/>
                </a:cubicBezTo>
                <a:cubicBezTo>
                  <a:pt x="156" y="64"/>
                  <a:pt x="156" y="64"/>
                  <a:pt x="156" y="64"/>
                </a:cubicBezTo>
                <a:lnTo>
                  <a:pt x="104" y="26"/>
                </a:lnTo>
                <a:close/>
                <a:moveTo>
                  <a:pt x="20" y="173"/>
                </a:moveTo>
                <a:cubicBezTo>
                  <a:pt x="0" y="192"/>
                  <a:pt x="0" y="192"/>
                  <a:pt x="0" y="192"/>
                </a:cubicBezTo>
                <a:cubicBezTo>
                  <a:pt x="0" y="191"/>
                  <a:pt x="0" y="190"/>
                  <a:pt x="0" y="188"/>
                </a:cubicBezTo>
                <a:cubicBezTo>
                  <a:pt x="0" y="76"/>
                  <a:pt x="0" y="76"/>
                  <a:pt x="0" y="76"/>
                </a:cubicBezTo>
                <a:cubicBezTo>
                  <a:pt x="0" y="75"/>
                  <a:pt x="0" y="74"/>
                  <a:pt x="0" y="73"/>
                </a:cubicBezTo>
                <a:cubicBezTo>
                  <a:pt x="20" y="92"/>
                  <a:pt x="20" y="92"/>
                  <a:pt x="20" y="92"/>
                </a:cubicBezTo>
                <a:lnTo>
                  <a:pt x="20" y="173"/>
                </a:lnTo>
                <a:close/>
                <a:moveTo>
                  <a:pt x="60" y="122"/>
                </a:moveTo>
                <a:cubicBezTo>
                  <a:pt x="54" y="122"/>
                  <a:pt x="50" y="117"/>
                  <a:pt x="50" y="111"/>
                </a:cubicBezTo>
                <a:cubicBezTo>
                  <a:pt x="50" y="105"/>
                  <a:pt x="54" y="100"/>
                  <a:pt x="60" y="100"/>
                </a:cubicBezTo>
                <a:cubicBezTo>
                  <a:pt x="66" y="100"/>
                  <a:pt x="71" y="105"/>
                  <a:pt x="71" y="111"/>
                </a:cubicBezTo>
                <a:cubicBezTo>
                  <a:pt x="71" y="117"/>
                  <a:pt x="66" y="122"/>
                  <a:pt x="60" y="122"/>
                </a:cubicBezTo>
                <a:close/>
                <a:moveTo>
                  <a:pt x="103" y="140"/>
                </a:moveTo>
                <a:cubicBezTo>
                  <a:pt x="125" y="106"/>
                  <a:pt x="125" y="106"/>
                  <a:pt x="125" y="106"/>
                </a:cubicBezTo>
                <a:cubicBezTo>
                  <a:pt x="148" y="164"/>
                  <a:pt x="148" y="164"/>
                  <a:pt x="148" y="164"/>
                </a:cubicBezTo>
                <a:cubicBezTo>
                  <a:pt x="45" y="164"/>
                  <a:pt x="45" y="164"/>
                  <a:pt x="45" y="164"/>
                </a:cubicBezTo>
                <a:cubicBezTo>
                  <a:pt x="58" y="138"/>
                  <a:pt x="58" y="138"/>
                  <a:pt x="58" y="138"/>
                </a:cubicBezTo>
                <a:cubicBezTo>
                  <a:pt x="70" y="150"/>
                  <a:pt x="70" y="150"/>
                  <a:pt x="70" y="150"/>
                </a:cubicBezTo>
                <a:cubicBezTo>
                  <a:pt x="86" y="123"/>
                  <a:pt x="86" y="123"/>
                  <a:pt x="86" y="123"/>
                </a:cubicBezTo>
                <a:lnTo>
                  <a:pt x="103" y="140"/>
                </a:lnTo>
                <a:close/>
                <a:moveTo>
                  <a:pt x="160" y="180"/>
                </a:moveTo>
                <a:cubicBezTo>
                  <a:pt x="178" y="198"/>
                  <a:pt x="178" y="198"/>
                  <a:pt x="178" y="198"/>
                </a:cubicBezTo>
                <a:cubicBezTo>
                  <a:pt x="176" y="200"/>
                  <a:pt x="174" y="200"/>
                  <a:pt x="172" y="200"/>
                </a:cubicBezTo>
                <a:cubicBezTo>
                  <a:pt x="12" y="200"/>
                  <a:pt x="12" y="200"/>
                  <a:pt x="12" y="200"/>
                </a:cubicBezTo>
                <a:cubicBezTo>
                  <a:pt x="9" y="200"/>
                  <a:pt x="7" y="200"/>
                  <a:pt x="5" y="198"/>
                </a:cubicBezTo>
                <a:cubicBezTo>
                  <a:pt x="23" y="180"/>
                  <a:pt x="23" y="180"/>
                  <a:pt x="23" y="180"/>
                </a:cubicBezTo>
                <a:lnTo>
                  <a:pt x="160" y="180"/>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Freeform 251"/>
          <p:cNvSpPr>
            <a:spLocks noEditPoints="1"/>
          </p:cNvSpPr>
          <p:nvPr/>
        </p:nvSpPr>
        <p:spPr bwMode="auto">
          <a:xfrm>
            <a:off x="667064" y="1630275"/>
            <a:ext cx="393700" cy="393700"/>
          </a:xfrm>
          <a:custGeom>
            <a:avLst/>
            <a:gdLst>
              <a:gd name="T0" fmla="*/ 100 w 199"/>
              <a:gd name="T1" fmla="*/ 199 h 199"/>
              <a:gd name="T2" fmla="*/ 0 w 199"/>
              <a:gd name="T3" fmla="*/ 99 h 199"/>
              <a:gd name="T4" fmla="*/ 100 w 199"/>
              <a:gd name="T5" fmla="*/ 0 h 199"/>
              <a:gd name="T6" fmla="*/ 199 w 199"/>
              <a:gd name="T7" fmla="*/ 99 h 199"/>
              <a:gd name="T8" fmla="*/ 100 w 199"/>
              <a:gd name="T9" fmla="*/ 199 h 199"/>
              <a:gd name="T10" fmla="*/ 100 w 199"/>
              <a:gd name="T11" fmla="*/ 8 h 199"/>
              <a:gd name="T12" fmla="*/ 8 w 199"/>
              <a:gd name="T13" fmla="*/ 99 h 199"/>
              <a:gd name="T14" fmla="*/ 100 w 199"/>
              <a:gd name="T15" fmla="*/ 191 h 199"/>
              <a:gd name="T16" fmla="*/ 191 w 199"/>
              <a:gd name="T17" fmla="*/ 99 h 199"/>
              <a:gd name="T18" fmla="*/ 100 w 199"/>
              <a:gd name="T19" fmla="*/ 8 h 199"/>
              <a:gd name="T20" fmla="*/ 152 w 199"/>
              <a:gd name="T21" fmla="*/ 168 h 199"/>
              <a:gd name="T22" fmla="*/ 117 w 199"/>
              <a:gd name="T23" fmla="*/ 123 h 199"/>
              <a:gd name="T24" fmla="*/ 129 w 199"/>
              <a:gd name="T25" fmla="*/ 100 h 199"/>
              <a:gd name="T26" fmla="*/ 110 w 199"/>
              <a:gd name="T27" fmla="*/ 72 h 199"/>
              <a:gd name="T28" fmla="*/ 129 w 199"/>
              <a:gd name="T29" fmla="*/ 18 h 199"/>
              <a:gd name="T30" fmla="*/ 186 w 199"/>
              <a:gd name="T31" fmla="*/ 99 h 199"/>
              <a:gd name="T32" fmla="*/ 152 w 199"/>
              <a:gd name="T33" fmla="*/ 168 h 199"/>
              <a:gd name="T34" fmla="*/ 103 w 199"/>
              <a:gd name="T35" fmla="*/ 71 h 199"/>
              <a:gd name="T36" fmla="*/ 111 w 199"/>
              <a:gd name="T37" fmla="*/ 13 h 199"/>
              <a:gd name="T38" fmla="*/ 121 w 199"/>
              <a:gd name="T39" fmla="*/ 15 h 199"/>
              <a:gd name="T40" fmla="*/ 107 w 199"/>
              <a:gd name="T41" fmla="*/ 72 h 199"/>
              <a:gd name="T42" fmla="*/ 103 w 199"/>
              <a:gd name="T43" fmla="*/ 71 h 199"/>
              <a:gd name="T44" fmla="*/ 124 w 199"/>
              <a:gd name="T45" fmla="*/ 100 h 199"/>
              <a:gd name="T46" fmla="*/ 100 w 199"/>
              <a:gd name="T47" fmla="*/ 124 h 199"/>
              <a:gd name="T48" fmla="*/ 75 w 199"/>
              <a:gd name="T49" fmla="*/ 100 h 199"/>
              <a:gd name="T50" fmla="*/ 100 w 199"/>
              <a:gd name="T51" fmla="*/ 75 h 199"/>
              <a:gd name="T52" fmla="*/ 124 w 199"/>
              <a:gd name="T53" fmla="*/ 100 h 199"/>
              <a:gd name="T54" fmla="*/ 100 w 199"/>
              <a:gd name="T55" fmla="*/ 83 h 199"/>
              <a:gd name="T56" fmla="*/ 83 w 199"/>
              <a:gd name="T57" fmla="*/ 100 h 199"/>
              <a:gd name="T58" fmla="*/ 100 w 199"/>
              <a:gd name="T59" fmla="*/ 116 h 199"/>
              <a:gd name="T60" fmla="*/ 116 w 199"/>
              <a:gd name="T61" fmla="*/ 100 h 199"/>
              <a:gd name="T62" fmla="*/ 100 w 199"/>
              <a:gd name="T63" fmla="*/ 83 h 199"/>
              <a:gd name="T64" fmla="*/ 39 w 199"/>
              <a:gd name="T65" fmla="*/ 37 h 199"/>
              <a:gd name="T66" fmla="*/ 70 w 199"/>
              <a:gd name="T67" fmla="*/ 18 h 199"/>
              <a:gd name="T68" fmla="*/ 90 w 199"/>
              <a:gd name="T69" fmla="*/ 72 h 199"/>
              <a:gd name="T70" fmla="*/ 79 w 199"/>
              <a:gd name="T71" fmla="*/ 79 h 199"/>
              <a:gd name="T72" fmla="*/ 39 w 199"/>
              <a:gd name="T73" fmla="*/ 37 h 199"/>
              <a:gd name="T74" fmla="*/ 70 w 199"/>
              <a:gd name="T75" fmla="*/ 100 h 199"/>
              <a:gd name="T76" fmla="*/ 100 w 199"/>
              <a:gd name="T77" fmla="*/ 129 h 199"/>
              <a:gd name="T78" fmla="*/ 102 w 199"/>
              <a:gd name="T79" fmla="*/ 129 h 199"/>
              <a:gd name="T80" fmla="*/ 107 w 199"/>
              <a:gd name="T81" fmla="*/ 186 h 199"/>
              <a:gd name="T82" fmla="*/ 100 w 199"/>
              <a:gd name="T83" fmla="*/ 186 h 199"/>
              <a:gd name="T84" fmla="*/ 13 w 199"/>
              <a:gd name="T85" fmla="*/ 99 h 199"/>
              <a:gd name="T86" fmla="*/ 26 w 199"/>
              <a:gd name="T87" fmla="*/ 54 h 199"/>
              <a:gd name="T88" fmla="*/ 75 w 199"/>
              <a:gd name="T89" fmla="*/ 84 h 199"/>
              <a:gd name="T90" fmla="*/ 70 w 199"/>
              <a:gd name="T91" fmla="*/ 100 h 199"/>
              <a:gd name="T92" fmla="*/ 140 w 199"/>
              <a:gd name="T93" fmla="*/ 176 h 199"/>
              <a:gd name="T94" fmla="*/ 134 w 199"/>
              <a:gd name="T95" fmla="*/ 179 h 199"/>
              <a:gd name="T96" fmla="*/ 111 w 199"/>
              <a:gd name="T97" fmla="*/ 127 h 199"/>
              <a:gd name="T98" fmla="*/ 113 w 199"/>
              <a:gd name="T99" fmla="*/ 125 h 199"/>
              <a:gd name="T100" fmla="*/ 140 w 199"/>
              <a:gd name="T101" fmla="*/ 176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9" h="199">
                <a:moveTo>
                  <a:pt x="100" y="199"/>
                </a:moveTo>
                <a:cubicBezTo>
                  <a:pt x="45" y="199"/>
                  <a:pt x="0" y="154"/>
                  <a:pt x="0" y="99"/>
                </a:cubicBezTo>
                <a:cubicBezTo>
                  <a:pt x="0" y="44"/>
                  <a:pt x="45" y="0"/>
                  <a:pt x="100" y="0"/>
                </a:cubicBezTo>
                <a:cubicBezTo>
                  <a:pt x="155" y="0"/>
                  <a:pt x="199" y="44"/>
                  <a:pt x="199" y="99"/>
                </a:cubicBezTo>
                <a:cubicBezTo>
                  <a:pt x="199" y="154"/>
                  <a:pt x="155" y="199"/>
                  <a:pt x="100" y="199"/>
                </a:cubicBezTo>
                <a:close/>
                <a:moveTo>
                  <a:pt x="100" y="8"/>
                </a:moveTo>
                <a:cubicBezTo>
                  <a:pt x="49" y="8"/>
                  <a:pt x="8" y="49"/>
                  <a:pt x="8" y="99"/>
                </a:cubicBezTo>
                <a:cubicBezTo>
                  <a:pt x="8" y="150"/>
                  <a:pt x="49" y="191"/>
                  <a:pt x="100" y="191"/>
                </a:cubicBezTo>
                <a:cubicBezTo>
                  <a:pt x="150" y="191"/>
                  <a:pt x="191" y="150"/>
                  <a:pt x="191" y="99"/>
                </a:cubicBezTo>
                <a:cubicBezTo>
                  <a:pt x="191" y="49"/>
                  <a:pt x="150" y="8"/>
                  <a:pt x="100" y="8"/>
                </a:cubicBezTo>
                <a:close/>
                <a:moveTo>
                  <a:pt x="152" y="168"/>
                </a:moveTo>
                <a:cubicBezTo>
                  <a:pt x="117" y="123"/>
                  <a:pt x="117" y="123"/>
                  <a:pt x="117" y="123"/>
                </a:cubicBezTo>
                <a:cubicBezTo>
                  <a:pt x="124" y="118"/>
                  <a:pt x="129" y="109"/>
                  <a:pt x="129" y="100"/>
                </a:cubicBezTo>
                <a:cubicBezTo>
                  <a:pt x="129" y="87"/>
                  <a:pt x="121" y="76"/>
                  <a:pt x="110" y="72"/>
                </a:cubicBezTo>
                <a:cubicBezTo>
                  <a:pt x="129" y="18"/>
                  <a:pt x="129" y="18"/>
                  <a:pt x="129" y="18"/>
                </a:cubicBezTo>
                <a:cubicBezTo>
                  <a:pt x="163" y="30"/>
                  <a:pt x="186" y="62"/>
                  <a:pt x="186" y="99"/>
                </a:cubicBezTo>
                <a:cubicBezTo>
                  <a:pt x="186" y="128"/>
                  <a:pt x="173" y="153"/>
                  <a:pt x="152" y="168"/>
                </a:cubicBezTo>
                <a:close/>
                <a:moveTo>
                  <a:pt x="103" y="71"/>
                </a:moveTo>
                <a:cubicBezTo>
                  <a:pt x="111" y="13"/>
                  <a:pt x="111" y="13"/>
                  <a:pt x="111" y="13"/>
                </a:cubicBezTo>
                <a:cubicBezTo>
                  <a:pt x="114" y="14"/>
                  <a:pt x="118" y="15"/>
                  <a:pt x="121" y="15"/>
                </a:cubicBezTo>
                <a:cubicBezTo>
                  <a:pt x="107" y="72"/>
                  <a:pt x="107" y="72"/>
                  <a:pt x="107" y="72"/>
                </a:cubicBezTo>
                <a:cubicBezTo>
                  <a:pt x="106" y="71"/>
                  <a:pt x="104" y="71"/>
                  <a:pt x="103" y="71"/>
                </a:cubicBezTo>
                <a:close/>
                <a:moveTo>
                  <a:pt x="124" y="100"/>
                </a:moveTo>
                <a:cubicBezTo>
                  <a:pt x="124" y="113"/>
                  <a:pt x="113" y="124"/>
                  <a:pt x="100" y="124"/>
                </a:cubicBezTo>
                <a:cubicBezTo>
                  <a:pt x="86" y="124"/>
                  <a:pt x="75" y="113"/>
                  <a:pt x="75" y="100"/>
                </a:cubicBezTo>
                <a:cubicBezTo>
                  <a:pt x="75" y="86"/>
                  <a:pt x="86" y="75"/>
                  <a:pt x="100" y="75"/>
                </a:cubicBezTo>
                <a:cubicBezTo>
                  <a:pt x="113" y="75"/>
                  <a:pt x="124" y="86"/>
                  <a:pt x="124" y="100"/>
                </a:cubicBezTo>
                <a:close/>
                <a:moveTo>
                  <a:pt x="100" y="83"/>
                </a:moveTo>
                <a:cubicBezTo>
                  <a:pt x="90" y="83"/>
                  <a:pt x="83" y="91"/>
                  <a:pt x="83" y="100"/>
                </a:cubicBezTo>
                <a:cubicBezTo>
                  <a:pt x="83" y="109"/>
                  <a:pt x="90" y="116"/>
                  <a:pt x="100" y="116"/>
                </a:cubicBezTo>
                <a:cubicBezTo>
                  <a:pt x="109" y="116"/>
                  <a:pt x="116" y="109"/>
                  <a:pt x="116" y="100"/>
                </a:cubicBezTo>
                <a:cubicBezTo>
                  <a:pt x="116" y="91"/>
                  <a:pt x="109" y="83"/>
                  <a:pt x="100" y="83"/>
                </a:cubicBezTo>
                <a:close/>
                <a:moveTo>
                  <a:pt x="39" y="37"/>
                </a:moveTo>
                <a:cubicBezTo>
                  <a:pt x="48" y="29"/>
                  <a:pt x="58" y="22"/>
                  <a:pt x="70" y="18"/>
                </a:cubicBezTo>
                <a:cubicBezTo>
                  <a:pt x="90" y="72"/>
                  <a:pt x="90" y="72"/>
                  <a:pt x="90" y="72"/>
                </a:cubicBezTo>
                <a:cubicBezTo>
                  <a:pt x="86" y="74"/>
                  <a:pt x="82" y="76"/>
                  <a:pt x="79" y="79"/>
                </a:cubicBezTo>
                <a:lnTo>
                  <a:pt x="39" y="37"/>
                </a:lnTo>
                <a:close/>
                <a:moveTo>
                  <a:pt x="70" y="100"/>
                </a:moveTo>
                <a:cubicBezTo>
                  <a:pt x="70" y="116"/>
                  <a:pt x="83" y="129"/>
                  <a:pt x="100" y="129"/>
                </a:cubicBezTo>
                <a:cubicBezTo>
                  <a:pt x="100" y="129"/>
                  <a:pt x="101" y="129"/>
                  <a:pt x="102" y="129"/>
                </a:cubicBezTo>
                <a:cubicBezTo>
                  <a:pt x="107" y="186"/>
                  <a:pt x="107" y="186"/>
                  <a:pt x="107" y="186"/>
                </a:cubicBezTo>
                <a:cubicBezTo>
                  <a:pt x="104" y="186"/>
                  <a:pt x="102" y="186"/>
                  <a:pt x="100" y="186"/>
                </a:cubicBezTo>
                <a:cubicBezTo>
                  <a:pt x="52" y="186"/>
                  <a:pt x="13" y="147"/>
                  <a:pt x="13" y="99"/>
                </a:cubicBezTo>
                <a:cubicBezTo>
                  <a:pt x="13" y="83"/>
                  <a:pt x="18" y="67"/>
                  <a:pt x="26" y="54"/>
                </a:cubicBezTo>
                <a:cubicBezTo>
                  <a:pt x="75" y="84"/>
                  <a:pt x="75" y="84"/>
                  <a:pt x="75" y="84"/>
                </a:cubicBezTo>
                <a:cubicBezTo>
                  <a:pt x="72" y="89"/>
                  <a:pt x="70" y="94"/>
                  <a:pt x="70" y="100"/>
                </a:cubicBezTo>
                <a:close/>
                <a:moveTo>
                  <a:pt x="140" y="176"/>
                </a:moveTo>
                <a:cubicBezTo>
                  <a:pt x="138" y="177"/>
                  <a:pt x="136" y="178"/>
                  <a:pt x="134" y="179"/>
                </a:cubicBezTo>
                <a:cubicBezTo>
                  <a:pt x="111" y="127"/>
                  <a:pt x="111" y="127"/>
                  <a:pt x="111" y="127"/>
                </a:cubicBezTo>
                <a:cubicBezTo>
                  <a:pt x="112" y="126"/>
                  <a:pt x="113" y="126"/>
                  <a:pt x="113" y="125"/>
                </a:cubicBezTo>
                <a:lnTo>
                  <a:pt x="140" y="176"/>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252"/>
          <p:cNvSpPr>
            <a:spLocks noEditPoints="1"/>
          </p:cNvSpPr>
          <p:nvPr/>
        </p:nvSpPr>
        <p:spPr bwMode="auto">
          <a:xfrm>
            <a:off x="1162364" y="1679488"/>
            <a:ext cx="396875" cy="293688"/>
          </a:xfrm>
          <a:custGeom>
            <a:avLst/>
            <a:gdLst>
              <a:gd name="T0" fmla="*/ 169 w 201"/>
              <a:gd name="T1" fmla="*/ 148 h 148"/>
              <a:gd name="T2" fmla="*/ 44 w 201"/>
              <a:gd name="T3" fmla="*/ 124 h 148"/>
              <a:gd name="T4" fmla="*/ 19 w 201"/>
              <a:gd name="T5" fmla="*/ 148 h 148"/>
              <a:gd name="T6" fmla="*/ 0 w 201"/>
              <a:gd name="T7" fmla="*/ 17 h 148"/>
              <a:gd name="T8" fmla="*/ 182 w 201"/>
              <a:gd name="T9" fmla="*/ 0 h 148"/>
              <a:gd name="T10" fmla="*/ 201 w 201"/>
              <a:gd name="T11" fmla="*/ 130 h 148"/>
              <a:gd name="T12" fmla="*/ 188 w 201"/>
              <a:gd name="T13" fmla="*/ 23 h 148"/>
              <a:gd name="T14" fmla="*/ 25 w 201"/>
              <a:gd name="T15" fmla="*/ 12 h 148"/>
              <a:gd name="T16" fmla="*/ 12 w 201"/>
              <a:gd name="T17" fmla="*/ 104 h 148"/>
              <a:gd name="T18" fmla="*/ 176 w 201"/>
              <a:gd name="T19" fmla="*/ 116 h 148"/>
              <a:gd name="T20" fmla="*/ 188 w 201"/>
              <a:gd name="T21" fmla="*/ 23 h 148"/>
              <a:gd name="T22" fmla="*/ 28 w 201"/>
              <a:gd name="T23" fmla="*/ 112 h 148"/>
              <a:gd name="T24" fmla="*/ 16 w 201"/>
              <a:gd name="T25" fmla="*/ 29 h 148"/>
              <a:gd name="T26" fmla="*/ 169 w 201"/>
              <a:gd name="T27" fmla="*/ 16 h 148"/>
              <a:gd name="T28" fmla="*/ 184 w 201"/>
              <a:gd name="T29" fmla="*/ 98 h 148"/>
              <a:gd name="T30" fmla="*/ 81 w 201"/>
              <a:gd name="T31" fmla="*/ 88 h 148"/>
              <a:gd name="T32" fmla="*/ 120 w 201"/>
              <a:gd name="T33" fmla="*/ 68 h 148"/>
              <a:gd name="T34" fmla="*/ 81 w 201"/>
              <a:gd name="T35" fmla="*/ 88 h 148"/>
              <a:gd name="T36" fmla="*/ 69 w 201"/>
              <a:gd name="T37" fmla="*/ 76 h 148"/>
              <a:gd name="T38" fmla="*/ 38 w 201"/>
              <a:gd name="T39" fmla="*/ 76 h 148"/>
              <a:gd name="T40" fmla="*/ 154 w 201"/>
              <a:gd name="T41" fmla="*/ 28 h 148"/>
              <a:gd name="T42" fmla="*/ 38 w 201"/>
              <a:gd name="T43" fmla="*/ 39 h 148"/>
              <a:gd name="T44" fmla="*/ 154 w 201"/>
              <a:gd name="T45" fmla="*/ 48 h 148"/>
              <a:gd name="T46" fmla="*/ 154 w 201"/>
              <a:gd name="T47" fmla="*/ 28 h 148"/>
              <a:gd name="T48" fmla="*/ 132 w 201"/>
              <a:gd name="T49" fmla="*/ 76 h 148"/>
              <a:gd name="T50" fmla="*/ 163 w 201"/>
              <a:gd name="T51" fmla="*/ 76 h 148"/>
              <a:gd name="T52" fmla="*/ 147 w 201"/>
              <a:gd name="T53" fmla="*/ 128 h 148"/>
              <a:gd name="T54" fmla="*/ 44 w 201"/>
              <a:gd name="T55" fmla="*/ 148 h 148"/>
              <a:gd name="T56" fmla="*/ 147 w 201"/>
              <a:gd name="T57" fmla="*/ 128 h 148"/>
              <a:gd name="T58" fmla="*/ 117 w 201"/>
              <a:gd name="T59" fmla="*/ 142 h 148"/>
              <a:gd name="T60" fmla="*/ 117 w 201"/>
              <a:gd name="T61" fmla="*/ 136 h 148"/>
              <a:gd name="T62" fmla="*/ 82 w 201"/>
              <a:gd name="T63" fmla="*/ 139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1" h="148">
                <a:moveTo>
                  <a:pt x="182" y="148"/>
                </a:moveTo>
                <a:cubicBezTo>
                  <a:pt x="169" y="148"/>
                  <a:pt x="169" y="148"/>
                  <a:pt x="169" y="148"/>
                </a:cubicBezTo>
                <a:cubicBezTo>
                  <a:pt x="157" y="124"/>
                  <a:pt x="157" y="124"/>
                  <a:pt x="157" y="124"/>
                </a:cubicBezTo>
                <a:cubicBezTo>
                  <a:pt x="44" y="124"/>
                  <a:pt x="44" y="124"/>
                  <a:pt x="44" y="124"/>
                </a:cubicBezTo>
                <a:cubicBezTo>
                  <a:pt x="32" y="148"/>
                  <a:pt x="32" y="148"/>
                  <a:pt x="32" y="148"/>
                </a:cubicBezTo>
                <a:cubicBezTo>
                  <a:pt x="19" y="148"/>
                  <a:pt x="19" y="148"/>
                  <a:pt x="19" y="148"/>
                </a:cubicBezTo>
                <a:cubicBezTo>
                  <a:pt x="9" y="148"/>
                  <a:pt x="0" y="140"/>
                  <a:pt x="0" y="130"/>
                </a:cubicBezTo>
                <a:cubicBezTo>
                  <a:pt x="0" y="17"/>
                  <a:pt x="0" y="17"/>
                  <a:pt x="0" y="17"/>
                </a:cubicBezTo>
                <a:cubicBezTo>
                  <a:pt x="0" y="7"/>
                  <a:pt x="9" y="0"/>
                  <a:pt x="19" y="0"/>
                </a:cubicBezTo>
                <a:cubicBezTo>
                  <a:pt x="182" y="0"/>
                  <a:pt x="182" y="0"/>
                  <a:pt x="182" y="0"/>
                </a:cubicBezTo>
                <a:cubicBezTo>
                  <a:pt x="192" y="0"/>
                  <a:pt x="201" y="7"/>
                  <a:pt x="201" y="17"/>
                </a:cubicBezTo>
                <a:cubicBezTo>
                  <a:pt x="201" y="130"/>
                  <a:pt x="201" y="130"/>
                  <a:pt x="201" y="130"/>
                </a:cubicBezTo>
                <a:cubicBezTo>
                  <a:pt x="201" y="140"/>
                  <a:pt x="192" y="148"/>
                  <a:pt x="182" y="148"/>
                </a:cubicBezTo>
                <a:close/>
                <a:moveTo>
                  <a:pt x="188" y="23"/>
                </a:moveTo>
                <a:cubicBezTo>
                  <a:pt x="188" y="16"/>
                  <a:pt x="183" y="12"/>
                  <a:pt x="176" y="12"/>
                </a:cubicBezTo>
                <a:cubicBezTo>
                  <a:pt x="25" y="12"/>
                  <a:pt x="25" y="12"/>
                  <a:pt x="25" y="12"/>
                </a:cubicBezTo>
                <a:cubicBezTo>
                  <a:pt x="19" y="12"/>
                  <a:pt x="12" y="16"/>
                  <a:pt x="12" y="23"/>
                </a:cubicBezTo>
                <a:cubicBezTo>
                  <a:pt x="12" y="104"/>
                  <a:pt x="12" y="104"/>
                  <a:pt x="12" y="104"/>
                </a:cubicBezTo>
                <a:cubicBezTo>
                  <a:pt x="12" y="111"/>
                  <a:pt x="19" y="116"/>
                  <a:pt x="25" y="116"/>
                </a:cubicBezTo>
                <a:cubicBezTo>
                  <a:pt x="176" y="116"/>
                  <a:pt x="176" y="116"/>
                  <a:pt x="176" y="116"/>
                </a:cubicBezTo>
                <a:cubicBezTo>
                  <a:pt x="183" y="116"/>
                  <a:pt x="188" y="111"/>
                  <a:pt x="188" y="104"/>
                </a:cubicBezTo>
                <a:lnTo>
                  <a:pt x="188" y="23"/>
                </a:lnTo>
                <a:close/>
                <a:moveTo>
                  <a:pt x="169" y="112"/>
                </a:moveTo>
                <a:cubicBezTo>
                  <a:pt x="28" y="112"/>
                  <a:pt x="28" y="112"/>
                  <a:pt x="28" y="112"/>
                </a:cubicBezTo>
                <a:cubicBezTo>
                  <a:pt x="21" y="112"/>
                  <a:pt x="16" y="105"/>
                  <a:pt x="16" y="98"/>
                </a:cubicBezTo>
                <a:cubicBezTo>
                  <a:pt x="16" y="29"/>
                  <a:pt x="16" y="29"/>
                  <a:pt x="16" y="29"/>
                </a:cubicBezTo>
                <a:cubicBezTo>
                  <a:pt x="16" y="22"/>
                  <a:pt x="21" y="16"/>
                  <a:pt x="28" y="16"/>
                </a:cubicBezTo>
                <a:cubicBezTo>
                  <a:pt x="169" y="16"/>
                  <a:pt x="169" y="16"/>
                  <a:pt x="169" y="16"/>
                </a:cubicBezTo>
                <a:cubicBezTo>
                  <a:pt x="176" y="16"/>
                  <a:pt x="184" y="22"/>
                  <a:pt x="184" y="29"/>
                </a:cubicBezTo>
                <a:cubicBezTo>
                  <a:pt x="184" y="98"/>
                  <a:pt x="184" y="98"/>
                  <a:pt x="184" y="98"/>
                </a:cubicBezTo>
                <a:cubicBezTo>
                  <a:pt x="184" y="105"/>
                  <a:pt x="176" y="112"/>
                  <a:pt x="169" y="112"/>
                </a:cubicBezTo>
                <a:close/>
                <a:moveTo>
                  <a:pt x="81" y="88"/>
                </a:moveTo>
                <a:cubicBezTo>
                  <a:pt x="120" y="88"/>
                  <a:pt x="120" y="88"/>
                  <a:pt x="120" y="88"/>
                </a:cubicBezTo>
                <a:cubicBezTo>
                  <a:pt x="120" y="68"/>
                  <a:pt x="120" y="68"/>
                  <a:pt x="120" y="68"/>
                </a:cubicBezTo>
                <a:cubicBezTo>
                  <a:pt x="81" y="68"/>
                  <a:pt x="81" y="68"/>
                  <a:pt x="81" y="68"/>
                </a:cubicBezTo>
                <a:lnTo>
                  <a:pt x="81" y="88"/>
                </a:lnTo>
                <a:close/>
                <a:moveTo>
                  <a:pt x="54" y="92"/>
                </a:moveTo>
                <a:cubicBezTo>
                  <a:pt x="62" y="92"/>
                  <a:pt x="69" y="85"/>
                  <a:pt x="69" y="76"/>
                </a:cubicBezTo>
                <a:cubicBezTo>
                  <a:pt x="69" y="68"/>
                  <a:pt x="62" y="61"/>
                  <a:pt x="54" y="61"/>
                </a:cubicBezTo>
                <a:cubicBezTo>
                  <a:pt x="45" y="61"/>
                  <a:pt x="38" y="68"/>
                  <a:pt x="38" y="76"/>
                </a:cubicBezTo>
                <a:cubicBezTo>
                  <a:pt x="38" y="85"/>
                  <a:pt x="45" y="92"/>
                  <a:pt x="54" y="92"/>
                </a:cubicBezTo>
                <a:close/>
                <a:moveTo>
                  <a:pt x="154" y="28"/>
                </a:moveTo>
                <a:cubicBezTo>
                  <a:pt x="47" y="28"/>
                  <a:pt x="47" y="28"/>
                  <a:pt x="47" y="28"/>
                </a:cubicBezTo>
                <a:cubicBezTo>
                  <a:pt x="42" y="28"/>
                  <a:pt x="38" y="34"/>
                  <a:pt x="38" y="39"/>
                </a:cubicBezTo>
                <a:cubicBezTo>
                  <a:pt x="38" y="44"/>
                  <a:pt x="42" y="48"/>
                  <a:pt x="47" y="48"/>
                </a:cubicBezTo>
                <a:cubicBezTo>
                  <a:pt x="154" y="48"/>
                  <a:pt x="154" y="48"/>
                  <a:pt x="154" y="48"/>
                </a:cubicBezTo>
                <a:cubicBezTo>
                  <a:pt x="159" y="48"/>
                  <a:pt x="163" y="44"/>
                  <a:pt x="163" y="39"/>
                </a:cubicBezTo>
                <a:cubicBezTo>
                  <a:pt x="163" y="34"/>
                  <a:pt x="159" y="28"/>
                  <a:pt x="154" y="28"/>
                </a:cubicBezTo>
                <a:close/>
                <a:moveTo>
                  <a:pt x="147" y="61"/>
                </a:moveTo>
                <a:cubicBezTo>
                  <a:pt x="139" y="61"/>
                  <a:pt x="132" y="68"/>
                  <a:pt x="132" y="76"/>
                </a:cubicBezTo>
                <a:cubicBezTo>
                  <a:pt x="132" y="85"/>
                  <a:pt x="139" y="92"/>
                  <a:pt x="147" y="92"/>
                </a:cubicBezTo>
                <a:cubicBezTo>
                  <a:pt x="156" y="92"/>
                  <a:pt x="163" y="85"/>
                  <a:pt x="163" y="76"/>
                </a:cubicBezTo>
                <a:cubicBezTo>
                  <a:pt x="163" y="68"/>
                  <a:pt x="156" y="61"/>
                  <a:pt x="147" y="61"/>
                </a:cubicBezTo>
                <a:close/>
                <a:moveTo>
                  <a:pt x="147" y="128"/>
                </a:moveTo>
                <a:cubicBezTo>
                  <a:pt x="157" y="148"/>
                  <a:pt x="157" y="148"/>
                  <a:pt x="157" y="148"/>
                </a:cubicBezTo>
                <a:cubicBezTo>
                  <a:pt x="44" y="148"/>
                  <a:pt x="44" y="148"/>
                  <a:pt x="44" y="148"/>
                </a:cubicBezTo>
                <a:cubicBezTo>
                  <a:pt x="54" y="128"/>
                  <a:pt x="54" y="128"/>
                  <a:pt x="54" y="128"/>
                </a:cubicBezTo>
                <a:lnTo>
                  <a:pt x="147" y="128"/>
                </a:lnTo>
                <a:close/>
                <a:moveTo>
                  <a:pt x="85" y="142"/>
                </a:moveTo>
                <a:cubicBezTo>
                  <a:pt x="117" y="142"/>
                  <a:pt x="117" y="142"/>
                  <a:pt x="117" y="142"/>
                </a:cubicBezTo>
                <a:cubicBezTo>
                  <a:pt x="118" y="142"/>
                  <a:pt x="120" y="141"/>
                  <a:pt x="120" y="139"/>
                </a:cubicBezTo>
                <a:cubicBezTo>
                  <a:pt x="120" y="137"/>
                  <a:pt x="118" y="136"/>
                  <a:pt x="117" y="136"/>
                </a:cubicBezTo>
                <a:cubicBezTo>
                  <a:pt x="85" y="136"/>
                  <a:pt x="85" y="136"/>
                  <a:pt x="85" y="136"/>
                </a:cubicBezTo>
                <a:cubicBezTo>
                  <a:pt x="83" y="136"/>
                  <a:pt x="82" y="137"/>
                  <a:pt x="82" y="139"/>
                </a:cubicBezTo>
                <a:cubicBezTo>
                  <a:pt x="82" y="141"/>
                  <a:pt x="83" y="142"/>
                  <a:pt x="85" y="142"/>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253"/>
          <p:cNvSpPr>
            <a:spLocks noEditPoints="1"/>
          </p:cNvSpPr>
          <p:nvPr/>
        </p:nvSpPr>
        <p:spPr bwMode="auto">
          <a:xfrm>
            <a:off x="1644964" y="1657263"/>
            <a:ext cx="401638" cy="350838"/>
          </a:xfrm>
          <a:custGeom>
            <a:avLst/>
            <a:gdLst>
              <a:gd name="T0" fmla="*/ 31 w 203"/>
              <a:gd name="T1" fmla="*/ 12 h 177"/>
              <a:gd name="T2" fmla="*/ 175 w 203"/>
              <a:gd name="T3" fmla="*/ 110 h 177"/>
              <a:gd name="T4" fmla="*/ 187 w 203"/>
              <a:gd name="T5" fmla="*/ 110 h 177"/>
              <a:gd name="T6" fmla="*/ 175 w 203"/>
              <a:gd name="T7" fmla="*/ 0 h 177"/>
              <a:gd name="T8" fmla="*/ 19 w 203"/>
              <a:gd name="T9" fmla="*/ 12 h 177"/>
              <a:gd name="T10" fmla="*/ 29 w 203"/>
              <a:gd name="T11" fmla="*/ 77 h 177"/>
              <a:gd name="T12" fmla="*/ 165 w 203"/>
              <a:gd name="T13" fmla="*/ 108 h 177"/>
              <a:gd name="T14" fmla="*/ 171 w 203"/>
              <a:gd name="T15" fmla="*/ 16 h 177"/>
              <a:gd name="T16" fmla="*/ 35 w 203"/>
              <a:gd name="T17" fmla="*/ 75 h 177"/>
              <a:gd name="T18" fmla="*/ 35 w 203"/>
              <a:gd name="T19" fmla="*/ 115 h 177"/>
              <a:gd name="T20" fmla="*/ 139 w 203"/>
              <a:gd name="T21" fmla="*/ 116 h 177"/>
              <a:gd name="T22" fmla="*/ 149 w 203"/>
              <a:gd name="T23" fmla="*/ 76 h 177"/>
              <a:gd name="T24" fmla="*/ 159 w 203"/>
              <a:gd name="T25" fmla="*/ 110 h 177"/>
              <a:gd name="T26" fmla="*/ 79 w 203"/>
              <a:gd name="T27" fmla="*/ 96 h 177"/>
              <a:gd name="T28" fmla="*/ 63 w 203"/>
              <a:gd name="T29" fmla="*/ 80 h 177"/>
              <a:gd name="T30" fmla="*/ 79 w 203"/>
              <a:gd name="T31" fmla="*/ 96 h 177"/>
              <a:gd name="T32" fmla="*/ 63 w 203"/>
              <a:gd name="T33" fmla="*/ 72 h 177"/>
              <a:gd name="T34" fmla="*/ 79 w 203"/>
              <a:gd name="T35" fmla="*/ 56 h 177"/>
              <a:gd name="T36" fmla="*/ 79 w 203"/>
              <a:gd name="T37" fmla="*/ 48 h 177"/>
              <a:gd name="T38" fmla="*/ 63 w 203"/>
              <a:gd name="T39" fmla="*/ 32 h 177"/>
              <a:gd name="T40" fmla="*/ 79 w 203"/>
              <a:gd name="T41" fmla="*/ 48 h 177"/>
              <a:gd name="T42" fmla="*/ 139 w 203"/>
              <a:gd name="T43" fmla="*/ 132 h 177"/>
              <a:gd name="T44" fmla="*/ 35 w 203"/>
              <a:gd name="T45" fmla="*/ 120 h 177"/>
              <a:gd name="T46" fmla="*/ 197 w 203"/>
              <a:gd name="T47" fmla="*/ 124 h 177"/>
              <a:gd name="T48" fmla="*/ 191 w 203"/>
              <a:gd name="T49" fmla="*/ 136 h 177"/>
              <a:gd name="T50" fmla="*/ 187 w 203"/>
              <a:gd name="T51" fmla="*/ 126 h 177"/>
              <a:gd name="T52" fmla="*/ 175 w 203"/>
              <a:gd name="T53" fmla="*/ 126 h 177"/>
              <a:gd name="T54" fmla="*/ 171 w 203"/>
              <a:gd name="T55" fmla="*/ 136 h 177"/>
              <a:gd name="T56" fmla="*/ 165 w 203"/>
              <a:gd name="T57" fmla="*/ 116 h 177"/>
              <a:gd name="T58" fmla="*/ 159 w 203"/>
              <a:gd name="T59" fmla="*/ 136 h 177"/>
              <a:gd name="T60" fmla="*/ 155 w 203"/>
              <a:gd name="T61" fmla="*/ 90 h 177"/>
              <a:gd name="T62" fmla="*/ 143 w 203"/>
              <a:gd name="T63" fmla="*/ 90 h 177"/>
              <a:gd name="T64" fmla="*/ 127 w 203"/>
              <a:gd name="T65" fmla="*/ 136 h 177"/>
              <a:gd name="T66" fmla="*/ 203 w 203"/>
              <a:gd name="T67" fmla="*/ 172 h 177"/>
              <a:gd name="T68" fmla="*/ 197 w 203"/>
              <a:gd name="T69" fmla="*/ 124 h 177"/>
              <a:gd name="T70" fmla="*/ 40 w 203"/>
              <a:gd name="T71" fmla="*/ 96 h 177"/>
              <a:gd name="T72" fmla="*/ 7 w 203"/>
              <a:gd name="T73" fmla="*/ 118 h 177"/>
              <a:gd name="T74" fmla="*/ 44 w 203"/>
              <a:gd name="T75" fmla="*/ 171 h 177"/>
              <a:gd name="T76" fmla="*/ 83 w 203"/>
              <a:gd name="T77" fmla="*/ 144 h 177"/>
              <a:gd name="T78" fmla="*/ 33 w 203"/>
              <a:gd name="T79" fmla="*/ 136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3" h="177">
                <a:moveTo>
                  <a:pt x="31" y="75"/>
                </a:moveTo>
                <a:cubicBezTo>
                  <a:pt x="31" y="12"/>
                  <a:pt x="31" y="12"/>
                  <a:pt x="31" y="12"/>
                </a:cubicBezTo>
                <a:cubicBezTo>
                  <a:pt x="175" y="12"/>
                  <a:pt x="175" y="12"/>
                  <a:pt x="175" y="12"/>
                </a:cubicBezTo>
                <a:cubicBezTo>
                  <a:pt x="175" y="110"/>
                  <a:pt x="175" y="110"/>
                  <a:pt x="175" y="110"/>
                </a:cubicBezTo>
                <a:cubicBezTo>
                  <a:pt x="177" y="108"/>
                  <a:pt x="179" y="108"/>
                  <a:pt x="181" y="108"/>
                </a:cubicBezTo>
                <a:cubicBezTo>
                  <a:pt x="183" y="108"/>
                  <a:pt x="185" y="108"/>
                  <a:pt x="187" y="110"/>
                </a:cubicBezTo>
                <a:cubicBezTo>
                  <a:pt x="187" y="12"/>
                  <a:pt x="187" y="12"/>
                  <a:pt x="187" y="12"/>
                </a:cubicBezTo>
                <a:cubicBezTo>
                  <a:pt x="187" y="5"/>
                  <a:pt x="182" y="0"/>
                  <a:pt x="175" y="0"/>
                </a:cubicBezTo>
                <a:cubicBezTo>
                  <a:pt x="31" y="0"/>
                  <a:pt x="31" y="0"/>
                  <a:pt x="31" y="0"/>
                </a:cubicBezTo>
                <a:cubicBezTo>
                  <a:pt x="24" y="0"/>
                  <a:pt x="19" y="5"/>
                  <a:pt x="19" y="12"/>
                </a:cubicBezTo>
                <a:cubicBezTo>
                  <a:pt x="19" y="90"/>
                  <a:pt x="19" y="90"/>
                  <a:pt x="19" y="90"/>
                </a:cubicBezTo>
                <a:cubicBezTo>
                  <a:pt x="23" y="84"/>
                  <a:pt x="27" y="79"/>
                  <a:pt x="29" y="77"/>
                </a:cubicBezTo>
                <a:cubicBezTo>
                  <a:pt x="29" y="77"/>
                  <a:pt x="30" y="76"/>
                  <a:pt x="31" y="75"/>
                </a:cubicBezTo>
                <a:close/>
                <a:moveTo>
                  <a:pt x="165" y="108"/>
                </a:moveTo>
                <a:cubicBezTo>
                  <a:pt x="167" y="108"/>
                  <a:pt x="169" y="108"/>
                  <a:pt x="171" y="110"/>
                </a:cubicBezTo>
                <a:cubicBezTo>
                  <a:pt x="171" y="16"/>
                  <a:pt x="171" y="16"/>
                  <a:pt x="171" y="16"/>
                </a:cubicBezTo>
                <a:cubicBezTo>
                  <a:pt x="35" y="16"/>
                  <a:pt x="35" y="16"/>
                  <a:pt x="35" y="16"/>
                </a:cubicBezTo>
                <a:cubicBezTo>
                  <a:pt x="35" y="75"/>
                  <a:pt x="35" y="75"/>
                  <a:pt x="35" y="75"/>
                </a:cubicBezTo>
                <a:cubicBezTo>
                  <a:pt x="44" y="74"/>
                  <a:pt x="58" y="81"/>
                  <a:pt x="49" y="96"/>
                </a:cubicBezTo>
                <a:cubicBezTo>
                  <a:pt x="53" y="94"/>
                  <a:pt x="44" y="105"/>
                  <a:pt x="35" y="115"/>
                </a:cubicBezTo>
                <a:cubicBezTo>
                  <a:pt x="35" y="116"/>
                  <a:pt x="35" y="116"/>
                  <a:pt x="35" y="116"/>
                </a:cubicBezTo>
                <a:cubicBezTo>
                  <a:pt x="139" y="116"/>
                  <a:pt x="139" y="116"/>
                  <a:pt x="139" y="116"/>
                </a:cubicBezTo>
                <a:cubicBezTo>
                  <a:pt x="139" y="86"/>
                  <a:pt x="139" y="86"/>
                  <a:pt x="139" y="86"/>
                </a:cubicBezTo>
                <a:cubicBezTo>
                  <a:pt x="139" y="80"/>
                  <a:pt x="144" y="76"/>
                  <a:pt x="149" y="76"/>
                </a:cubicBezTo>
                <a:cubicBezTo>
                  <a:pt x="155" y="76"/>
                  <a:pt x="159" y="80"/>
                  <a:pt x="159" y="86"/>
                </a:cubicBezTo>
                <a:cubicBezTo>
                  <a:pt x="159" y="110"/>
                  <a:pt x="159" y="110"/>
                  <a:pt x="159" y="110"/>
                </a:cubicBezTo>
                <a:cubicBezTo>
                  <a:pt x="161" y="108"/>
                  <a:pt x="163" y="108"/>
                  <a:pt x="165" y="108"/>
                </a:cubicBezTo>
                <a:close/>
                <a:moveTo>
                  <a:pt x="79" y="96"/>
                </a:moveTo>
                <a:cubicBezTo>
                  <a:pt x="63" y="96"/>
                  <a:pt x="63" y="96"/>
                  <a:pt x="63" y="96"/>
                </a:cubicBezTo>
                <a:cubicBezTo>
                  <a:pt x="63" y="80"/>
                  <a:pt x="63" y="80"/>
                  <a:pt x="63" y="80"/>
                </a:cubicBezTo>
                <a:cubicBezTo>
                  <a:pt x="79" y="80"/>
                  <a:pt x="79" y="80"/>
                  <a:pt x="79" y="80"/>
                </a:cubicBezTo>
                <a:lnTo>
                  <a:pt x="79" y="96"/>
                </a:lnTo>
                <a:close/>
                <a:moveTo>
                  <a:pt x="79" y="72"/>
                </a:moveTo>
                <a:cubicBezTo>
                  <a:pt x="63" y="72"/>
                  <a:pt x="63" y="72"/>
                  <a:pt x="63" y="72"/>
                </a:cubicBezTo>
                <a:cubicBezTo>
                  <a:pt x="63" y="56"/>
                  <a:pt x="63" y="56"/>
                  <a:pt x="63" y="56"/>
                </a:cubicBezTo>
                <a:cubicBezTo>
                  <a:pt x="79" y="56"/>
                  <a:pt x="79" y="56"/>
                  <a:pt x="79" y="56"/>
                </a:cubicBezTo>
                <a:lnTo>
                  <a:pt x="79" y="72"/>
                </a:lnTo>
                <a:close/>
                <a:moveTo>
                  <a:pt x="79" y="48"/>
                </a:moveTo>
                <a:cubicBezTo>
                  <a:pt x="63" y="48"/>
                  <a:pt x="63" y="48"/>
                  <a:pt x="63" y="48"/>
                </a:cubicBezTo>
                <a:cubicBezTo>
                  <a:pt x="63" y="32"/>
                  <a:pt x="63" y="32"/>
                  <a:pt x="63" y="32"/>
                </a:cubicBezTo>
                <a:cubicBezTo>
                  <a:pt x="79" y="32"/>
                  <a:pt x="79" y="32"/>
                  <a:pt x="79" y="32"/>
                </a:cubicBezTo>
                <a:lnTo>
                  <a:pt x="79" y="48"/>
                </a:lnTo>
                <a:close/>
                <a:moveTo>
                  <a:pt x="35" y="132"/>
                </a:moveTo>
                <a:cubicBezTo>
                  <a:pt x="139" y="132"/>
                  <a:pt x="139" y="132"/>
                  <a:pt x="139" y="132"/>
                </a:cubicBezTo>
                <a:cubicBezTo>
                  <a:pt x="139" y="120"/>
                  <a:pt x="139" y="120"/>
                  <a:pt x="139" y="120"/>
                </a:cubicBezTo>
                <a:cubicBezTo>
                  <a:pt x="35" y="120"/>
                  <a:pt x="35" y="120"/>
                  <a:pt x="35" y="120"/>
                </a:cubicBezTo>
                <a:cubicBezTo>
                  <a:pt x="35" y="128"/>
                  <a:pt x="35" y="125"/>
                  <a:pt x="35" y="132"/>
                </a:cubicBezTo>
                <a:close/>
                <a:moveTo>
                  <a:pt x="197" y="124"/>
                </a:moveTo>
                <a:cubicBezTo>
                  <a:pt x="194" y="124"/>
                  <a:pt x="191" y="126"/>
                  <a:pt x="191" y="130"/>
                </a:cubicBezTo>
                <a:cubicBezTo>
                  <a:pt x="191" y="136"/>
                  <a:pt x="191" y="136"/>
                  <a:pt x="191" y="136"/>
                </a:cubicBezTo>
                <a:cubicBezTo>
                  <a:pt x="187" y="136"/>
                  <a:pt x="187" y="136"/>
                  <a:pt x="187" y="136"/>
                </a:cubicBezTo>
                <a:cubicBezTo>
                  <a:pt x="187" y="126"/>
                  <a:pt x="187" y="126"/>
                  <a:pt x="187" y="126"/>
                </a:cubicBezTo>
                <a:cubicBezTo>
                  <a:pt x="187" y="122"/>
                  <a:pt x="184" y="120"/>
                  <a:pt x="181" y="120"/>
                </a:cubicBezTo>
                <a:cubicBezTo>
                  <a:pt x="178" y="120"/>
                  <a:pt x="175" y="122"/>
                  <a:pt x="175" y="126"/>
                </a:cubicBezTo>
                <a:cubicBezTo>
                  <a:pt x="175" y="136"/>
                  <a:pt x="175" y="136"/>
                  <a:pt x="175" y="136"/>
                </a:cubicBezTo>
                <a:cubicBezTo>
                  <a:pt x="171" y="136"/>
                  <a:pt x="171" y="136"/>
                  <a:pt x="171" y="136"/>
                </a:cubicBezTo>
                <a:cubicBezTo>
                  <a:pt x="171" y="122"/>
                  <a:pt x="171" y="122"/>
                  <a:pt x="171" y="122"/>
                </a:cubicBezTo>
                <a:cubicBezTo>
                  <a:pt x="171" y="118"/>
                  <a:pt x="168" y="116"/>
                  <a:pt x="165" y="116"/>
                </a:cubicBezTo>
                <a:cubicBezTo>
                  <a:pt x="162" y="116"/>
                  <a:pt x="159" y="118"/>
                  <a:pt x="159" y="122"/>
                </a:cubicBezTo>
                <a:cubicBezTo>
                  <a:pt x="159" y="136"/>
                  <a:pt x="159" y="136"/>
                  <a:pt x="159" y="136"/>
                </a:cubicBezTo>
                <a:cubicBezTo>
                  <a:pt x="155" y="136"/>
                  <a:pt x="155" y="136"/>
                  <a:pt x="155" y="136"/>
                </a:cubicBezTo>
                <a:cubicBezTo>
                  <a:pt x="155" y="90"/>
                  <a:pt x="155" y="90"/>
                  <a:pt x="155" y="90"/>
                </a:cubicBezTo>
                <a:cubicBezTo>
                  <a:pt x="155" y="86"/>
                  <a:pt x="152" y="84"/>
                  <a:pt x="149" y="84"/>
                </a:cubicBezTo>
                <a:cubicBezTo>
                  <a:pt x="146" y="84"/>
                  <a:pt x="143" y="86"/>
                  <a:pt x="143" y="90"/>
                </a:cubicBezTo>
                <a:cubicBezTo>
                  <a:pt x="143" y="136"/>
                  <a:pt x="143" y="136"/>
                  <a:pt x="143" y="136"/>
                </a:cubicBezTo>
                <a:cubicBezTo>
                  <a:pt x="127" y="136"/>
                  <a:pt x="127" y="136"/>
                  <a:pt x="127" y="136"/>
                </a:cubicBezTo>
                <a:cubicBezTo>
                  <a:pt x="135" y="172"/>
                  <a:pt x="135" y="172"/>
                  <a:pt x="135" y="172"/>
                </a:cubicBezTo>
                <a:cubicBezTo>
                  <a:pt x="203" y="172"/>
                  <a:pt x="203" y="172"/>
                  <a:pt x="203" y="172"/>
                </a:cubicBezTo>
                <a:cubicBezTo>
                  <a:pt x="203" y="130"/>
                  <a:pt x="203" y="130"/>
                  <a:pt x="203" y="130"/>
                </a:cubicBezTo>
                <a:cubicBezTo>
                  <a:pt x="203" y="126"/>
                  <a:pt x="200" y="124"/>
                  <a:pt x="197" y="124"/>
                </a:cubicBezTo>
                <a:close/>
                <a:moveTo>
                  <a:pt x="22" y="119"/>
                </a:moveTo>
                <a:cubicBezTo>
                  <a:pt x="22" y="119"/>
                  <a:pt x="45" y="93"/>
                  <a:pt x="40" y="96"/>
                </a:cubicBezTo>
                <a:cubicBezTo>
                  <a:pt x="47" y="86"/>
                  <a:pt x="36" y="80"/>
                  <a:pt x="32" y="85"/>
                </a:cubicBezTo>
                <a:cubicBezTo>
                  <a:pt x="27" y="91"/>
                  <a:pt x="7" y="118"/>
                  <a:pt x="7" y="118"/>
                </a:cubicBezTo>
                <a:cubicBezTo>
                  <a:pt x="7" y="118"/>
                  <a:pt x="0" y="127"/>
                  <a:pt x="7" y="135"/>
                </a:cubicBezTo>
                <a:cubicBezTo>
                  <a:pt x="8" y="137"/>
                  <a:pt x="44" y="171"/>
                  <a:pt x="44" y="171"/>
                </a:cubicBezTo>
                <a:cubicBezTo>
                  <a:pt x="44" y="171"/>
                  <a:pt x="48" y="177"/>
                  <a:pt x="54" y="172"/>
                </a:cubicBezTo>
                <a:cubicBezTo>
                  <a:pt x="60" y="166"/>
                  <a:pt x="83" y="144"/>
                  <a:pt x="83" y="144"/>
                </a:cubicBezTo>
                <a:cubicBezTo>
                  <a:pt x="83" y="136"/>
                  <a:pt x="83" y="136"/>
                  <a:pt x="83" y="136"/>
                </a:cubicBezTo>
                <a:cubicBezTo>
                  <a:pt x="83" y="136"/>
                  <a:pt x="47" y="136"/>
                  <a:pt x="33" y="136"/>
                </a:cubicBezTo>
                <a:cubicBezTo>
                  <a:pt x="15" y="136"/>
                  <a:pt x="22" y="119"/>
                  <a:pt x="22" y="119"/>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Freeform 254"/>
          <p:cNvSpPr>
            <a:spLocks noEditPoints="1"/>
          </p:cNvSpPr>
          <p:nvPr/>
        </p:nvSpPr>
        <p:spPr bwMode="auto">
          <a:xfrm>
            <a:off x="2116451" y="1631863"/>
            <a:ext cx="396875" cy="395288"/>
          </a:xfrm>
          <a:custGeom>
            <a:avLst/>
            <a:gdLst>
              <a:gd name="T0" fmla="*/ 132 w 200"/>
              <a:gd name="T1" fmla="*/ 100 h 200"/>
              <a:gd name="T2" fmla="*/ 100 w 200"/>
              <a:gd name="T3" fmla="*/ 100 h 200"/>
              <a:gd name="T4" fmla="*/ 76 w 200"/>
              <a:gd name="T5" fmla="*/ 80 h 200"/>
              <a:gd name="T6" fmla="*/ 96 w 200"/>
              <a:gd name="T7" fmla="*/ 16 h 200"/>
              <a:gd name="T8" fmla="*/ 200 w 200"/>
              <a:gd name="T9" fmla="*/ 36 h 200"/>
              <a:gd name="T10" fmla="*/ 180 w 200"/>
              <a:gd name="T11" fmla="*/ 100 h 200"/>
              <a:gd name="T12" fmla="*/ 112 w 200"/>
              <a:gd name="T13" fmla="*/ 50 h 200"/>
              <a:gd name="T14" fmla="*/ 106 w 200"/>
              <a:gd name="T15" fmla="*/ 43 h 200"/>
              <a:gd name="T16" fmla="*/ 102 w 200"/>
              <a:gd name="T17" fmla="*/ 62 h 200"/>
              <a:gd name="T18" fmla="*/ 103 w 200"/>
              <a:gd name="T19" fmla="*/ 70 h 200"/>
              <a:gd name="T20" fmla="*/ 93 w 200"/>
              <a:gd name="T21" fmla="*/ 74 h 200"/>
              <a:gd name="T22" fmla="*/ 115 w 200"/>
              <a:gd name="T23" fmla="*/ 66 h 200"/>
              <a:gd name="T24" fmla="*/ 101 w 200"/>
              <a:gd name="T25" fmla="*/ 52 h 200"/>
              <a:gd name="T26" fmla="*/ 153 w 200"/>
              <a:gd name="T27" fmla="*/ 43 h 200"/>
              <a:gd name="T28" fmla="*/ 140 w 200"/>
              <a:gd name="T29" fmla="*/ 54 h 200"/>
              <a:gd name="T30" fmla="*/ 137 w 200"/>
              <a:gd name="T31" fmla="*/ 66 h 200"/>
              <a:gd name="T32" fmla="*/ 131 w 200"/>
              <a:gd name="T33" fmla="*/ 43 h 200"/>
              <a:gd name="T34" fmla="*/ 120 w 200"/>
              <a:gd name="T35" fmla="*/ 76 h 200"/>
              <a:gd name="T36" fmla="*/ 127 w 200"/>
              <a:gd name="T37" fmla="*/ 64 h 200"/>
              <a:gd name="T38" fmla="*/ 128 w 200"/>
              <a:gd name="T39" fmla="*/ 50 h 200"/>
              <a:gd name="T40" fmla="*/ 134 w 200"/>
              <a:gd name="T41" fmla="*/ 75 h 200"/>
              <a:gd name="T42" fmla="*/ 144 w 200"/>
              <a:gd name="T43" fmla="*/ 63 h 200"/>
              <a:gd name="T44" fmla="*/ 147 w 200"/>
              <a:gd name="T45" fmla="*/ 50 h 200"/>
              <a:gd name="T46" fmla="*/ 148 w 200"/>
              <a:gd name="T47" fmla="*/ 76 h 200"/>
              <a:gd name="T48" fmla="*/ 153 w 200"/>
              <a:gd name="T49" fmla="*/ 43 h 200"/>
              <a:gd name="T50" fmla="*/ 179 w 200"/>
              <a:gd name="T51" fmla="*/ 50 h 200"/>
              <a:gd name="T52" fmla="*/ 172 w 200"/>
              <a:gd name="T53" fmla="*/ 43 h 200"/>
              <a:gd name="T54" fmla="*/ 169 w 200"/>
              <a:gd name="T55" fmla="*/ 62 h 200"/>
              <a:gd name="T56" fmla="*/ 169 w 200"/>
              <a:gd name="T57" fmla="*/ 70 h 200"/>
              <a:gd name="T58" fmla="*/ 160 w 200"/>
              <a:gd name="T59" fmla="*/ 74 h 200"/>
              <a:gd name="T60" fmla="*/ 182 w 200"/>
              <a:gd name="T61" fmla="*/ 66 h 200"/>
              <a:gd name="T62" fmla="*/ 167 w 200"/>
              <a:gd name="T63" fmla="*/ 52 h 200"/>
              <a:gd name="T64" fmla="*/ 68 w 200"/>
              <a:gd name="T65" fmla="*/ 28 h 200"/>
              <a:gd name="T66" fmla="*/ 8 w 200"/>
              <a:gd name="T67" fmla="*/ 32 h 200"/>
              <a:gd name="T68" fmla="*/ 96 w 200"/>
              <a:gd name="T69" fmla="*/ 164 h 200"/>
              <a:gd name="T70" fmla="*/ 104 w 200"/>
              <a:gd name="T71" fmla="*/ 136 h 200"/>
              <a:gd name="T72" fmla="*/ 87 w 200"/>
              <a:gd name="T73" fmla="*/ 200 h 200"/>
              <a:gd name="T74" fmla="*/ 0 w 200"/>
              <a:gd name="T75" fmla="*/ 183 h 200"/>
              <a:gd name="T76" fmla="*/ 16 w 200"/>
              <a:gd name="T77" fmla="*/ 0 h 200"/>
              <a:gd name="T78" fmla="*/ 101 w 200"/>
              <a:gd name="T79" fmla="*/ 8 h 200"/>
              <a:gd name="T80" fmla="*/ 68 w 200"/>
              <a:gd name="T81" fmla="*/ 28 h 200"/>
              <a:gd name="T82" fmla="*/ 63 w 200"/>
              <a:gd name="T83" fmla="*/ 183 h 200"/>
              <a:gd name="T84" fmla="*/ 43 w 200"/>
              <a:gd name="T85" fmla="*/ 183 h 200"/>
              <a:gd name="T86" fmla="*/ 63 w 200"/>
              <a:gd name="T87" fmla="*/ 13 h 200"/>
              <a:gd name="T88" fmla="*/ 40 w 200"/>
              <a:gd name="T89" fmla="*/ 16 h 200"/>
              <a:gd name="T90" fmla="*/ 63 w 200"/>
              <a:gd name="T91" fmla="*/ 19 h 200"/>
              <a:gd name="T92" fmla="*/ 63 w 200"/>
              <a:gd name="T93" fmla="*/ 13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00" h="200">
                <a:moveTo>
                  <a:pt x="180" y="100"/>
                </a:moveTo>
                <a:cubicBezTo>
                  <a:pt x="132" y="100"/>
                  <a:pt x="132" y="100"/>
                  <a:pt x="132" y="100"/>
                </a:cubicBezTo>
                <a:cubicBezTo>
                  <a:pt x="100" y="126"/>
                  <a:pt x="100" y="126"/>
                  <a:pt x="100" y="126"/>
                </a:cubicBezTo>
                <a:cubicBezTo>
                  <a:pt x="100" y="100"/>
                  <a:pt x="100" y="100"/>
                  <a:pt x="100" y="100"/>
                </a:cubicBezTo>
                <a:cubicBezTo>
                  <a:pt x="96" y="100"/>
                  <a:pt x="96" y="100"/>
                  <a:pt x="96" y="100"/>
                </a:cubicBezTo>
                <a:cubicBezTo>
                  <a:pt x="85" y="100"/>
                  <a:pt x="76" y="91"/>
                  <a:pt x="76" y="80"/>
                </a:cubicBezTo>
                <a:cubicBezTo>
                  <a:pt x="76" y="36"/>
                  <a:pt x="76" y="36"/>
                  <a:pt x="76" y="36"/>
                </a:cubicBezTo>
                <a:cubicBezTo>
                  <a:pt x="76" y="25"/>
                  <a:pt x="85" y="16"/>
                  <a:pt x="96" y="16"/>
                </a:cubicBezTo>
                <a:cubicBezTo>
                  <a:pt x="180" y="16"/>
                  <a:pt x="180" y="16"/>
                  <a:pt x="180" y="16"/>
                </a:cubicBezTo>
                <a:cubicBezTo>
                  <a:pt x="191" y="16"/>
                  <a:pt x="200" y="25"/>
                  <a:pt x="200" y="36"/>
                </a:cubicBezTo>
                <a:cubicBezTo>
                  <a:pt x="200" y="80"/>
                  <a:pt x="200" y="80"/>
                  <a:pt x="200" y="80"/>
                </a:cubicBezTo>
                <a:cubicBezTo>
                  <a:pt x="200" y="91"/>
                  <a:pt x="191" y="100"/>
                  <a:pt x="180" y="100"/>
                </a:cubicBezTo>
                <a:close/>
                <a:moveTo>
                  <a:pt x="106" y="49"/>
                </a:moveTo>
                <a:cubicBezTo>
                  <a:pt x="109" y="49"/>
                  <a:pt x="111" y="50"/>
                  <a:pt x="112" y="50"/>
                </a:cubicBezTo>
                <a:cubicBezTo>
                  <a:pt x="114" y="45"/>
                  <a:pt x="114" y="45"/>
                  <a:pt x="114" y="45"/>
                </a:cubicBezTo>
                <a:cubicBezTo>
                  <a:pt x="112" y="44"/>
                  <a:pt x="109" y="43"/>
                  <a:pt x="106" y="43"/>
                </a:cubicBezTo>
                <a:cubicBezTo>
                  <a:pt x="98" y="43"/>
                  <a:pt x="93" y="47"/>
                  <a:pt x="93" y="53"/>
                </a:cubicBezTo>
                <a:cubicBezTo>
                  <a:pt x="93" y="57"/>
                  <a:pt x="97" y="60"/>
                  <a:pt x="102" y="62"/>
                </a:cubicBezTo>
                <a:cubicBezTo>
                  <a:pt x="106" y="64"/>
                  <a:pt x="108" y="65"/>
                  <a:pt x="108" y="67"/>
                </a:cubicBezTo>
                <a:cubicBezTo>
                  <a:pt x="108" y="69"/>
                  <a:pt x="106" y="70"/>
                  <a:pt x="103" y="70"/>
                </a:cubicBezTo>
                <a:cubicBezTo>
                  <a:pt x="100" y="70"/>
                  <a:pt x="96" y="69"/>
                  <a:pt x="95" y="68"/>
                </a:cubicBezTo>
                <a:cubicBezTo>
                  <a:pt x="93" y="74"/>
                  <a:pt x="93" y="74"/>
                  <a:pt x="93" y="74"/>
                </a:cubicBezTo>
                <a:cubicBezTo>
                  <a:pt x="95" y="75"/>
                  <a:pt x="99" y="76"/>
                  <a:pt x="102" y="76"/>
                </a:cubicBezTo>
                <a:cubicBezTo>
                  <a:pt x="111" y="76"/>
                  <a:pt x="115" y="72"/>
                  <a:pt x="115" y="66"/>
                </a:cubicBezTo>
                <a:cubicBezTo>
                  <a:pt x="115" y="62"/>
                  <a:pt x="113" y="59"/>
                  <a:pt x="107" y="57"/>
                </a:cubicBezTo>
                <a:cubicBezTo>
                  <a:pt x="103" y="55"/>
                  <a:pt x="101" y="54"/>
                  <a:pt x="101" y="52"/>
                </a:cubicBezTo>
                <a:cubicBezTo>
                  <a:pt x="101" y="50"/>
                  <a:pt x="102" y="49"/>
                  <a:pt x="106" y="49"/>
                </a:cubicBezTo>
                <a:close/>
                <a:moveTo>
                  <a:pt x="153" y="43"/>
                </a:moveTo>
                <a:cubicBezTo>
                  <a:pt x="144" y="43"/>
                  <a:pt x="144" y="43"/>
                  <a:pt x="144" y="43"/>
                </a:cubicBezTo>
                <a:cubicBezTo>
                  <a:pt x="140" y="54"/>
                  <a:pt x="140" y="54"/>
                  <a:pt x="140" y="54"/>
                </a:cubicBezTo>
                <a:cubicBezTo>
                  <a:pt x="139" y="58"/>
                  <a:pt x="138" y="62"/>
                  <a:pt x="137" y="66"/>
                </a:cubicBezTo>
                <a:cubicBezTo>
                  <a:pt x="137" y="66"/>
                  <a:pt x="137" y="66"/>
                  <a:pt x="137" y="66"/>
                </a:cubicBezTo>
                <a:cubicBezTo>
                  <a:pt x="137" y="62"/>
                  <a:pt x="136" y="58"/>
                  <a:pt x="134" y="54"/>
                </a:cubicBezTo>
                <a:cubicBezTo>
                  <a:pt x="131" y="43"/>
                  <a:pt x="131" y="43"/>
                  <a:pt x="131" y="43"/>
                </a:cubicBezTo>
                <a:cubicBezTo>
                  <a:pt x="122" y="43"/>
                  <a:pt x="122" y="43"/>
                  <a:pt x="122" y="43"/>
                </a:cubicBezTo>
                <a:cubicBezTo>
                  <a:pt x="120" y="76"/>
                  <a:pt x="120" y="76"/>
                  <a:pt x="120" y="76"/>
                </a:cubicBezTo>
                <a:cubicBezTo>
                  <a:pt x="126" y="76"/>
                  <a:pt x="126" y="76"/>
                  <a:pt x="126" y="76"/>
                </a:cubicBezTo>
                <a:cubicBezTo>
                  <a:pt x="127" y="64"/>
                  <a:pt x="127" y="64"/>
                  <a:pt x="127" y="64"/>
                </a:cubicBezTo>
                <a:cubicBezTo>
                  <a:pt x="127" y="59"/>
                  <a:pt x="127" y="55"/>
                  <a:pt x="127" y="50"/>
                </a:cubicBezTo>
                <a:cubicBezTo>
                  <a:pt x="128" y="50"/>
                  <a:pt x="128" y="50"/>
                  <a:pt x="128" y="50"/>
                </a:cubicBezTo>
                <a:cubicBezTo>
                  <a:pt x="128" y="54"/>
                  <a:pt x="129" y="59"/>
                  <a:pt x="130" y="63"/>
                </a:cubicBezTo>
                <a:cubicBezTo>
                  <a:pt x="134" y="75"/>
                  <a:pt x="134" y="75"/>
                  <a:pt x="134" y="75"/>
                </a:cubicBezTo>
                <a:cubicBezTo>
                  <a:pt x="140" y="75"/>
                  <a:pt x="140" y="75"/>
                  <a:pt x="140" y="75"/>
                </a:cubicBezTo>
                <a:cubicBezTo>
                  <a:pt x="144" y="63"/>
                  <a:pt x="144" y="63"/>
                  <a:pt x="144" y="63"/>
                </a:cubicBezTo>
                <a:cubicBezTo>
                  <a:pt x="145" y="59"/>
                  <a:pt x="146" y="54"/>
                  <a:pt x="147" y="50"/>
                </a:cubicBezTo>
                <a:cubicBezTo>
                  <a:pt x="147" y="50"/>
                  <a:pt x="147" y="50"/>
                  <a:pt x="147" y="50"/>
                </a:cubicBezTo>
                <a:cubicBezTo>
                  <a:pt x="147" y="55"/>
                  <a:pt x="147" y="60"/>
                  <a:pt x="148" y="63"/>
                </a:cubicBezTo>
                <a:cubicBezTo>
                  <a:pt x="148" y="76"/>
                  <a:pt x="148" y="76"/>
                  <a:pt x="148" y="76"/>
                </a:cubicBezTo>
                <a:cubicBezTo>
                  <a:pt x="155" y="76"/>
                  <a:pt x="155" y="76"/>
                  <a:pt x="155" y="76"/>
                </a:cubicBezTo>
                <a:lnTo>
                  <a:pt x="153" y="43"/>
                </a:lnTo>
                <a:close/>
                <a:moveTo>
                  <a:pt x="172" y="49"/>
                </a:moveTo>
                <a:cubicBezTo>
                  <a:pt x="175" y="49"/>
                  <a:pt x="178" y="50"/>
                  <a:pt x="179" y="50"/>
                </a:cubicBezTo>
                <a:cubicBezTo>
                  <a:pt x="180" y="45"/>
                  <a:pt x="180" y="45"/>
                  <a:pt x="180" y="45"/>
                </a:cubicBezTo>
                <a:cubicBezTo>
                  <a:pt x="179" y="44"/>
                  <a:pt x="176" y="43"/>
                  <a:pt x="172" y="43"/>
                </a:cubicBezTo>
                <a:cubicBezTo>
                  <a:pt x="165" y="43"/>
                  <a:pt x="160" y="47"/>
                  <a:pt x="160" y="53"/>
                </a:cubicBezTo>
                <a:cubicBezTo>
                  <a:pt x="160" y="57"/>
                  <a:pt x="164" y="60"/>
                  <a:pt x="169" y="62"/>
                </a:cubicBezTo>
                <a:cubicBezTo>
                  <a:pt x="173" y="64"/>
                  <a:pt x="174" y="65"/>
                  <a:pt x="174" y="67"/>
                </a:cubicBezTo>
                <a:cubicBezTo>
                  <a:pt x="174" y="69"/>
                  <a:pt x="173" y="70"/>
                  <a:pt x="169" y="70"/>
                </a:cubicBezTo>
                <a:cubicBezTo>
                  <a:pt x="166" y="70"/>
                  <a:pt x="163" y="69"/>
                  <a:pt x="161" y="68"/>
                </a:cubicBezTo>
                <a:cubicBezTo>
                  <a:pt x="160" y="74"/>
                  <a:pt x="160" y="74"/>
                  <a:pt x="160" y="74"/>
                </a:cubicBezTo>
                <a:cubicBezTo>
                  <a:pt x="161" y="75"/>
                  <a:pt x="165" y="76"/>
                  <a:pt x="169" y="76"/>
                </a:cubicBezTo>
                <a:cubicBezTo>
                  <a:pt x="178" y="76"/>
                  <a:pt x="182" y="72"/>
                  <a:pt x="182" y="66"/>
                </a:cubicBezTo>
                <a:cubicBezTo>
                  <a:pt x="182" y="62"/>
                  <a:pt x="179" y="59"/>
                  <a:pt x="173" y="57"/>
                </a:cubicBezTo>
                <a:cubicBezTo>
                  <a:pt x="169" y="55"/>
                  <a:pt x="167" y="54"/>
                  <a:pt x="167" y="52"/>
                </a:cubicBezTo>
                <a:cubicBezTo>
                  <a:pt x="167" y="50"/>
                  <a:pt x="169" y="49"/>
                  <a:pt x="172" y="49"/>
                </a:cubicBezTo>
                <a:close/>
                <a:moveTo>
                  <a:pt x="68" y="28"/>
                </a:moveTo>
                <a:cubicBezTo>
                  <a:pt x="68" y="32"/>
                  <a:pt x="68" y="32"/>
                  <a:pt x="68" y="32"/>
                </a:cubicBezTo>
                <a:cubicBezTo>
                  <a:pt x="8" y="32"/>
                  <a:pt x="8" y="32"/>
                  <a:pt x="8" y="32"/>
                </a:cubicBezTo>
                <a:cubicBezTo>
                  <a:pt x="8" y="164"/>
                  <a:pt x="8" y="164"/>
                  <a:pt x="8" y="164"/>
                </a:cubicBezTo>
                <a:cubicBezTo>
                  <a:pt x="96" y="164"/>
                  <a:pt x="96" y="164"/>
                  <a:pt x="96" y="164"/>
                </a:cubicBezTo>
                <a:cubicBezTo>
                  <a:pt x="96" y="144"/>
                  <a:pt x="96" y="144"/>
                  <a:pt x="96" y="144"/>
                </a:cubicBezTo>
                <a:cubicBezTo>
                  <a:pt x="104" y="136"/>
                  <a:pt x="104" y="136"/>
                  <a:pt x="104" y="136"/>
                </a:cubicBezTo>
                <a:cubicBezTo>
                  <a:pt x="104" y="183"/>
                  <a:pt x="104" y="183"/>
                  <a:pt x="104" y="183"/>
                </a:cubicBezTo>
                <a:cubicBezTo>
                  <a:pt x="104" y="192"/>
                  <a:pt x="96" y="200"/>
                  <a:pt x="87" y="200"/>
                </a:cubicBezTo>
                <a:cubicBezTo>
                  <a:pt x="16" y="200"/>
                  <a:pt x="16" y="200"/>
                  <a:pt x="16" y="200"/>
                </a:cubicBezTo>
                <a:cubicBezTo>
                  <a:pt x="7" y="200"/>
                  <a:pt x="0" y="192"/>
                  <a:pt x="0" y="183"/>
                </a:cubicBezTo>
                <a:cubicBezTo>
                  <a:pt x="0" y="16"/>
                  <a:pt x="0" y="16"/>
                  <a:pt x="0" y="16"/>
                </a:cubicBezTo>
                <a:cubicBezTo>
                  <a:pt x="0" y="7"/>
                  <a:pt x="7" y="0"/>
                  <a:pt x="16" y="0"/>
                </a:cubicBezTo>
                <a:cubicBezTo>
                  <a:pt x="87" y="0"/>
                  <a:pt x="87" y="0"/>
                  <a:pt x="87" y="0"/>
                </a:cubicBezTo>
                <a:cubicBezTo>
                  <a:pt x="93" y="0"/>
                  <a:pt x="98" y="3"/>
                  <a:pt x="101" y="8"/>
                </a:cubicBezTo>
                <a:cubicBezTo>
                  <a:pt x="88" y="8"/>
                  <a:pt x="88" y="8"/>
                  <a:pt x="88" y="8"/>
                </a:cubicBezTo>
                <a:cubicBezTo>
                  <a:pt x="77" y="8"/>
                  <a:pt x="68" y="17"/>
                  <a:pt x="68" y="28"/>
                </a:cubicBezTo>
                <a:close/>
                <a:moveTo>
                  <a:pt x="53" y="193"/>
                </a:moveTo>
                <a:cubicBezTo>
                  <a:pt x="58" y="193"/>
                  <a:pt x="63" y="188"/>
                  <a:pt x="63" y="183"/>
                </a:cubicBezTo>
                <a:cubicBezTo>
                  <a:pt x="63" y="177"/>
                  <a:pt x="58" y="173"/>
                  <a:pt x="53" y="173"/>
                </a:cubicBezTo>
                <a:cubicBezTo>
                  <a:pt x="47" y="173"/>
                  <a:pt x="43" y="177"/>
                  <a:pt x="43" y="183"/>
                </a:cubicBezTo>
                <a:cubicBezTo>
                  <a:pt x="43" y="188"/>
                  <a:pt x="47" y="193"/>
                  <a:pt x="53" y="193"/>
                </a:cubicBezTo>
                <a:close/>
                <a:moveTo>
                  <a:pt x="63" y="13"/>
                </a:moveTo>
                <a:cubicBezTo>
                  <a:pt x="43" y="13"/>
                  <a:pt x="43" y="13"/>
                  <a:pt x="43" y="13"/>
                </a:cubicBezTo>
                <a:cubicBezTo>
                  <a:pt x="41" y="13"/>
                  <a:pt x="40" y="14"/>
                  <a:pt x="40" y="16"/>
                </a:cubicBezTo>
                <a:cubicBezTo>
                  <a:pt x="40" y="18"/>
                  <a:pt x="41" y="19"/>
                  <a:pt x="43" y="19"/>
                </a:cubicBezTo>
                <a:cubicBezTo>
                  <a:pt x="63" y="19"/>
                  <a:pt x="63" y="19"/>
                  <a:pt x="63" y="19"/>
                </a:cubicBezTo>
                <a:cubicBezTo>
                  <a:pt x="65" y="19"/>
                  <a:pt x="66" y="18"/>
                  <a:pt x="66" y="16"/>
                </a:cubicBezTo>
                <a:cubicBezTo>
                  <a:pt x="66" y="14"/>
                  <a:pt x="65" y="13"/>
                  <a:pt x="63" y="13"/>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Freeform 255"/>
          <p:cNvSpPr>
            <a:spLocks noEditPoints="1"/>
          </p:cNvSpPr>
          <p:nvPr/>
        </p:nvSpPr>
        <p:spPr bwMode="auto">
          <a:xfrm>
            <a:off x="2656201" y="1625513"/>
            <a:ext cx="309563" cy="396875"/>
          </a:xfrm>
          <a:custGeom>
            <a:avLst/>
            <a:gdLst>
              <a:gd name="T0" fmla="*/ 12 w 156"/>
              <a:gd name="T1" fmla="*/ 200 h 200"/>
              <a:gd name="T2" fmla="*/ 0 w 156"/>
              <a:gd name="T3" fmla="*/ 37 h 200"/>
              <a:gd name="T4" fmla="*/ 12 w 156"/>
              <a:gd name="T5" fmla="*/ 175 h 200"/>
              <a:gd name="T6" fmla="*/ 50 w 156"/>
              <a:gd name="T7" fmla="*/ 187 h 200"/>
              <a:gd name="T8" fmla="*/ 64 w 156"/>
              <a:gd name="T9" fmla="*/ 24 h 200"/>
              <a:gd name="T10" fmla="*/ 156 w 156"/>
              <a:gd name="T11" fmla="*/ 37 h 200"/>
              <a:gd name="T12" fmla="*/ 144 w 156"/>
              <a:gd name="T13" fmla="*/ 200 h 200"/>
              <a:gd name="T14" fmla="*/ 128 w 156"/>
              <a:gd name="T15" fmla="*/ 180 h 200"/>
              <a:gd name="T16" fmla="*/ 116 w 156"/>
              <a:gd name="T17" fmla="*/ 168 h 200"/>
              <a:gd name="T18" fmla="*/ 116 w 156"/>
              <a:gd name="T19" fmla="*/ 164 h 200"/>
              <a:gd name="T20" fmla="*/ 128 w 156"/>
              <a:gd name="T21" fmla="*/ 152 h 200"/>
              <a:gd name="T22" fmla="*/ 116 w 156"/>
              <a:gd name="T23" fmla="*/ 164 h 200"/>
              <a:gd name="T24" fmla="*/ 128 w 156"/>
              <a:gd name="T25" fmla="*/ 148 h 200"/>
              <a:gd name="T26" fmla="*/ 116 w 156"/>
              <a:gd name="T27" fmla="*/ 136 h 200"/>
              <a:gd name="T28" fmla="*/ 116 w 156"/>
              <a:gd name="T29" fmla="*/ 132 h 200"/>
              <a:gd name="T30" fmla="*/ 128 w 156"/>
              <a:gd name="T31" fmla="*/ 120 h 200"/>
              <a:gd name="T32" fmla="*/ 116 w 156"/>
              <a:gd name="T33" fmla="*/ 132 h 200"/>
              <a:gd name="T34" fmla="*/ 112 w 156"/>
              <a:gd name="T35" fmla="*/ 180 h 200"/>
              <a:gd name="T36" fmla="*/ 100 w 156"/>
              <a:gd name="T37" fmla="*/ 168 h 200"/>
              <a:gd name="T38" fmla="*/ 100 w 156"/>
              <a:gd name="T39" fmla="*/ 164 h 200"/>
              <a:gd name="T40" fmla="*/ 112 w 156"/>
              <a:gd name="T41" fmla="*/ 152 h 200"/>
              <a:gd name="T42" fmla="*/ 100 w 156"/>
              <a:gd name="T43" fmla="*/ 164 h 200"/>
              <a:gd name="T44" fmla="*/ 112 w 156"/>
              <a:gd name="T45" fmla="*/ 148 h 200"/>
              <a:gd name="T46" fmla="*/ 100 w 156"/>
              <a:gd name="T47" fmla="*/ 136 h 200"/>
              <a:gd name="T48" fmla="*/ 100 w 156"/>
              <a:gd name="T49" fmla="*/ 132 h 200"/>
              <a:gd name="T50" fmla="*/ 112 w 156"/>
              <a:gd name="T51" fmla="*/ 120 h 200"/>
              <a:gd name="T52" fmla="*/ 100 w 156"/>
              <a:gd name="T53" fmla="*/ 132 h 200"/>
              <a:gd name="T54" fmla="*/ 96 w 156"/>
              <a:gd name="T55" fmla="*/ 180 h 200"/>
              <a:gd name="T56" fmla="*/ 84 w 156"/>
              <a:gd name="T57" fmla="*/ 168 h 200"/>
              <a:gd name="T58" fmla="*/ 84 w 156"/>
              <a:gd name="T59" fmla="*/ 164 h 200"/>
              <a:gd name="T60" fmla="*/ 96 w 156"/>
              <a:gd name="T61" fmla="*/ 152 h 200"/>
              <a:gd name="T62" fmla="*/ 84 w 156"/>
              <a:gd name="T63" fmla="*/ 164 h 200"/>
              <a:gd name="T64" fmla="*/ 96 w 156"/>
              <a:gd name="T65" fmla="*/ 148 h 200"/>
              <a:gd name="T66" fmla="*/ 84 w 156"/>
              <a:gd name="T67" fmla="*/ 136 h 200"/>
              <a:gd name="T68" fmla="*/ 84 w 156"/>
              <a:gd name="T69" fmla="*/ 132 h 200"/>
              <a:gd name="T70" fmla="*/ 96 w 156"/>
              <a:gd name="T71" fmla="*/ 120 h 200"/>
              <a:gd name="T72" fmla="*/ 84 w 156"/>
              <a:gd name="T73" fmla="*/ 132 h 200"/>
              <a:gd name="T74" fmla="*/ 137 w 156"/>
              <a:gd name="T75" fmla="*/ 35 h 200"/>
              <a:gd name="T76" fmla="*/ 76 w 156"/>
              <a:gd name="T77" fmla="*/ 42 h 200"/>
              <a:gd name="T78" fmla="*/ 82 w 156"/>
              <a:gd name="T79" fmla="*/ 76 h 200"/>
              <a:gd name="T80" fmla="*/ 144 w 156"/>
              <a:gd name="T81" fmla="*/ 69 h 200"/>
              <a:gd name="T82" fmla="*/ 144 w 156"/>
              <a:gd name="T83" fmla="*/ 120 h 200"/>
              <a:gd name="T84" fmla="*/ 132 w 156"/>
              <a:gd name="T85" fmla="*/ 132 h 200"/>
              <a:gd name="T86" fmla="*/ 144 w 156"/>
              <a:gd name="T87" fmla="*/ 120 h 200"/>
              <a:gd name="T88" fmla="*/ 132 w 156"/>
              <a:gd name="T89" fmla="*/ 136 h 200"/>
              <a:gd name="T90" fmla="*/ 144 w 156"/>
              <a:gd name="T91" fmla="*/ 148 h 200"/>
              <a:gd name="T92" fmla="*/ 144 w 156"/>
              <a:gd name="T93" fmla="*/ 152 h 200"/>
              <a:gd name="T94" fmla="*/ 132 w 156"/>
              <a:gd name="T95" fmla="*/ 164 h 200"/>
              <a:gd name="T96" fmla="*/ 144 w 156"/>
              <a:gd name="T97" fmla="*/ 152 h 200"/>
              <a:gd name="T98" fmla="*/ 132 w 156"/>
              <a:gd name="T99" fmla="*/ 168 h 200"/>
              <a:gd name="T100" fmla="*/ 144 w 156"/>
              <a:gd name="T101" fmla="*/ 180 h 200"/>
              <a:gd name="T102" fmla="*/ 50 w 156"/>
              <a:gd name="T103" fmla="*/ 180 h 200"/>
              <a:gd name="T104" fmla="*/ 20 w 156"/>
              <a:gd name="T105" fmla="*/ 173 h 200"/>
              <a:gd name="T106" fmla="*/ 26 w 156"/>
              <a:gd name="T107" fmla="*/ 12 h 200"/>
              <a:gd name="T108" fmla="*/ 36 w 156"/>
              <a:gd name="T109" fmla="*/ 0 h 200"/>
              <a:gd name="T110" fmla="*/ 44 w 156"/>
              <a:gd name="T111" fmla="*/ 12 h 200"/>
              <a:gd name="T112" fmla="*/ 56 w 156"/>
              <a:gd name="T113" fmla="*/ 18 h 200"/>
              <a:gd name="T114" fmla="*/ 50 w 156"/>
              <a:gd name="T115" fmla="*/ 18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6" h="200">
                <a:moveTo>
                  <a:pt x="144" y="200"/>
                </a:moveTo>
                <a:cubicBezTo>
                  <a:pt x="12" y="200"/>
                  <a:pt x="12" y="200"/>
                  <a:pt x="12" y="200"/>
                </a:cubicBezTo>
                <a:cubicBezTo>
                  <a:pt x="5" y="200"/>
                  <a:pt x="0" y="194"/>
                  <a:pt x="0" y="187"/>
                </a:cubicBezTo>
                <a:cubicBezTo>
                  <a:pt x="0" y="37"/>
                  <a:pt x="0" y="37"/>
                  <a:pt x="0" y="37"/>
                </a:cubicBezTo>
                <a:cubicBezTo>
                  <a:pt x="0" y="30"/>
                  <a:pt x="5" y="25"/>
                  <a:pt x="12" y="25"/>
                </a:cubicBezTo>
                <a:cubicBezTo>
                  <a:pt x="12" y="175"/>
                  <a:pt x="12" y="175"/>
                  <a:pt x="12" y="175"/>
                </a:cubicBezTo>
                <a:cubicBezTo>
                  <a:pt x="12" y="182"/>
                  <a:pt x="18" y="187"/>
                  <a:pt x="25" y="187"/>
                </a:cubicBezTo>
                <a:cubicBezTo>
                  <a:pt x="50" y="187"/>
                  <a:pt x="50" y="187"/>
                  <a:pt x="50" y="187"/>
                </a:cubicBezTo>
                <a:cubicBezTo>
                  <a:pt x="57" y="187"/>
                  <a:pt x="64" y="182"/>
                  <a:pt x="64" y="175"/>
                </a:cubicBezTo>
                <a:cubicBezTo>
                  <a:pt x="64" y="24"/>
                  <a:pt x="64" y="24"/>
                  <a:pt x="64" y="24"/>
                </a:cubicBezTo>
                <a:cubicBezTo>
                  <a:pt x="144" y="24"/>
                  <a:pt x="144" y="24"/>
                  <a:pt x="144" y="24"/>
                </a:cubicBezTo>
                <a:cubicBezTo>
                  <a:pt x="151" y="24"/>
                  <a:pt x="156" y="30"/>
                  <a:pt x="156" y="37"/>
                </a:cubicBezTo>
                <a:cubicBezTo>
                  <a:pt x="156" y="187"/>
                  <a:pt x="156" y="187"/>
                  <a:pt x="156" y="187"/>
                </a:cubicBezTo>
                <a:cubicBezTo>
                  <a:pt x="156" y="194"/>
                  <a:pt x="151" y="200"/>
                  <a:pt x="144" y="200"/>
                </a:cubicBezTo>
                <a:close/>
                <a:moveTo>
                  <a:pt x="116" y="180"/>
                </a:moveTo>
                <a:cubicBezTo>
                  <a:pt x="128" y="180"/>
                  <a:pt x="128" y="180"/>
                  <a:pt x="128" y="180"/>
                </a:cubicBezTo>
                <a:cubicBezTo>
                  <a:pt x="128" y="168"/>
                  <a:pt x="128" y="168"/>
                  <a:pt x="128" y="168"/>
                </a:cubicBezTo>
                <a:cubicBezTo>
                  <a:pt x="116" y="168"/>
                  <a:pt x="116" y="168"/>
                  <a:pt x="116" y="168"/>
                </a:cubicBezTo>
                <a:lnTo>
                  <a:pt x="116" y="180"/>
                </a:lnTo>
                <a:close/>
                <a:moveTo>
                  <a:pt x="116" y="164"/>
                </a:moveTo>
                <a:cubicBezTo>
                  <a:pt x="128" y="164"/>
                  <a:pt x="128" y="164"/>
                  <a:pt x="128" y="164"/>
                </a:cubicBezTo>
                <a:cubicBezTo>
                  <a:pt x="128" y="152"/>
                  <a:pt x="128" y="152"/>
                  <a:pt x="128" y="152"/>
                </a:cubicBezTo>
                <a:cubicBezTo>
                  <a:pt x="116" y="152"/>
                  <a:pt x="116" y="152"/>
                  <a:pt x="116" y="152"/>
                </a:cubicBezTo>
                <a:lnTo>
                  <a:pt x="116" y="164"/>
                </a:lnTo>
                <a:close/>
                <a:moveTo>
                  <a:pt x="116" y="148"/>
                </a:moveTo>
                <a:cubicBezTo>
                  <a:pt x="128" y="148"/>
                  <a:pt x="128" y="148"/>
                  <a:pt x="128" y="148"/>
                </a:cubicBezTo>
                <a:cubicBezTo>
                  <a:pt x="128" y="136"/>
                  <a:pt x="128" y="136"/>
                  <a:pt x="128" y="136"/>
                </a:cubicBezTo>
                <a:cubicBezTo>
                  <a:pt x="116" y="136"/>
                  <a:pt x="116" y="136"/>
                  <a:pt x="116" y="136"/>
                </a:cubicBezTo>
                <a:lnTo>
                  <a:pt x="116" y="148"/>
                </a:lnTo>
                <a:close/>
                <a:moveTo>
                  <a:pt x="116" y="132"/>
                </a:moveTo>
                <a:cubicBezTo>
                  <a:pt x="128" y="132"/>
                  <a:pt x="128" y="132"/>
                  <a:pt x="128" y="132"/>
                </a:cubicBezTo>
                <a:cubicBezTo>
                  <a:pt x="128" y="120"/>
                  <a:pt x="128" y="120"/>
                  <a:pt x="128" y="120"/>
                </a:cubicBezTo>
                <a:cubicBezTo>
                  <a:pt x="116" y="120"/>
                  <a:pt x="116" y="120"/>
                  <a:pt x="116" y="120"/>
                </a:cubicBezTo>
                <a:lnTo>
                  <a:pt x="116" y="132"/>
                </a:lnTo>
                <a:close/>
                <a:moveTo>
                  <a:pt x="100" y="180"/>
                </a:moveTo>
                <a:cubicBezTo>
                  <a:pt x="112" y="180"/>
                  <a:pt x="112" y="180"/>
                  <a:pt x="112" y="180"/>
                </a:cubicBezTo>
                <a:cubicBezTo>
                  <a:pt x="112" y="168"/>
                  <a:pt x="112" y="168"/>
                  <a:pt x="112" y="168"/>
                </a:cubicBezTo>
                <a:cubicBezTo>
                  <a:pt x="100" y="168"/>
                  <a:pt x="100" y="168"/>
                  <a:pt x="100" y="168"/>
                </a:cubicBezTo>
                <a:lnTo>
                  <a:pt x="100" y="180"/>
                </a:lnTo>
                <a:close/>
                <a:moveTo>
                  <a:pt x="100" y="164"/>
                </a:moveTo>
                <a:cubicBezTo>
                  <a:pt x="112" y="164"/>
                  <a:pt x="112" y="164"/>
                  <a:pt x="112" y="164"/>
                </a:cubicBezTo>
                <a:cubicBezTo>
                  <a:pt x="112" y="152"/>
                  <a:pt x="112" y="152"/>
                  <a:pt x="112" y="152"/>
                </a:cubicBezTo>
                <a:cubicBezTo>
                  <a:pt x="100" y="152"/>
                  <a:pt x="100" y="152"/>
                  <a:pt x="100" y="152"/>
                </a:cubicBezTo>
                <a:lnTo>
                  <a:pt x="100" y="164"/>
                </a:lnTo>
                <a:close/>
                <a:moveTo>
                  <a:pt x="100" y="148"/>
                </a:moveTo>
                <a:cubicBezTo>
                  <a:pt x="112" y="148"/>
                  <a:pt x="112" y="148"/>
                  <a:pt x="112" y="148"/>
                </a:cubicBezTo>
                <a:cubicBezTo>
                  <a:pt x="112" y="136"/>
                  <a:pt x="112" y="136"/>
                  <a:pt x="112" y="136"/>
                </a:cubicBezTo>
                <a:cubicBezTo>
                  <a:pt x="100" y="136"/>
                  <a:pt x="100" y="136"/>
                  <a:pt x="100" y="136"/>
                </a:cubicBezTo>
                <a:lnTo>
                  <a:pt x="100" y="148"/>
                </a:lnTo>
                <a:close/>
                <a:moveTo>
                  <a:pt x="100" y="132"/>
                </a:moveTo>
                <a:cubicBezTo>
                  <a:pt x="112" y="132"/>
                  <a:pt x="112" y="132"/>
                  <a:pt x="112" y="132"/>
                </a:cubicBezTo>
                <a:cubicBezTo>
                  <a:pt x="112" y="120"/>
                  <a:pt x="112" y="120"/>
                  <a:pt x="112" y="120"/>
                </a:cubicBezTo>
                <a:cubicBezTo>
                  <a:pt x="100" y="120"/>
                  <a:pt x="100" y="120"/>
                  <a:pt x="100" y="120"/>
                </a:cubicBezTo>
                <a:lnTo>
                  <a:pt x="100" y="132"/>
                </a:lnTo>
                <a:close/>
                <a:moveTo>
                  <a:pt x="84" y="180"/>
                </a:moveTo>
                <a:cubicBezTo>
                  <a:pt x="96" y="180"/>
                  <a:pt x="96" y="180"/>
                  <a:pt x="96" y="180"/>
                </a:cubicBezTo>
                <a:cubicBezTo>
                  <a:pt x="96" y="168"/>
                  <a:pt x="96" y="168"/>
                  <a:pt x="96" y="168"/>
                </a:cubicBezTo>
                <a:cubicBezTo>
                  <a:pt x="84" y="168"/>
                  <a:pt x="84" y="168"/>
                  <a:pt x="84" y="168"/>
                </a:cubicBezTo>
                <a:lnTo>
                  <a:pt x="84" y="180"/>
                </a:lnTo>
                <a:close/>
                <a:moveTo>
                  <a:pt x="84" y="164"/>
                </a:moveTo>
                <a:cubicBezTo>
                  <a:pt x="96" y="164"/>
                  <a:pt x="96" y="164"/>
                  <a:pt x="96" y="164"/>
                </a:cubicBezTo>
                <a:cubicBezTo>
                  <a:pt x="96" y="152"/>
                  <a:pt x="96" y="152"/>
                  <a:pt x="96" y="152"/>
                </a:cubicBezTo>
                <a:cubicBezTo>
                  <a:pt x="84" y="152"/>
                  <a:pt x="84" y="152"/>
                  <a:pt x="84" y="152"/>
                </a:cubicBezTo>
                <a:lnTo>
                  <a:pt x="84" y="164"/>
                </a:lnTo>
                <a:close/>
                <a:moveTo>
                  <a:pt x="84" y="148"/>
                </a:moveTo>
                <a:cubicBezTo>
                  <a:pt x="96" y="148"/>
                  <a:pt x="96" y="148"/>
                  <a:pt x="96" y="148"/>
                </a:cubicBezTo>
                <a:cubicBezTo>
                  <a:pt x="96" y="136"/>
                  <a:pt x="96" y="136"/>
                  <a:pt x="96" y="136"/>
                </a:cubicBezTo>
                <a:cubicBezTo>
                  <a:pt x="84" y="136"/>
                  <a:pt x="84" y="136"/>
                  <a:pt x="84" y="136"/>
                </a:cubicBezTo>
                <a:lnTo>
                  <a:pt x="84" y="148"/>
                </a:lnTo>
                <a:close/>
                <a:moveTo>
                  <a:pt x="84" y="132"/>
                </a:moveTo>
                <a:cubicBezTo>
                  <a:pt x="96" y="132"/>
                  <a:pt x="96" y="132"/>
                  <a:pt x="96" y="132"/>
                </a:cubicBezTo>
                <a:cubicBezTo>
                  <a:pt x="96" y="120"/>
                  <a:pt x="96" y="120"/>
                  <a:pt x="96" y="120"/>
                </a:cubicBezTo>
                <a:cubicBezTo>
                  <a:pt x="84" y="120"/>
                  <a:pt x="84" y="120"/>
                  <a:pt x="84" y="120"/>
                </a:cubicBezTo>
                <a:lnTo>
                  <a:pt x="84" y="132"/>
                </a:lnTo>
                <a:close/>
                <a:moveTo>
                  <a:pt x="144" y="42"/>
                </a:moveTo>
                <a:cubicBezTo>
                  <a:pt x="144" y="38"/>
                  <a:pt x="141" y="35"/>
                  <a:pt x="137" y="35"/>
                </a:cubicBezTo>
                <a:cubicBezTo>
                  <a:pt x="82" y="35"/>
                  <a:pt x="82" y="35"/>
                  <a:pt x="82" y="35"/>
                </a:cubicBezTo>
                <a:cubicBezTo>
                  <a:pt x="78" y="35"/>
                  <a:pt x="76" y="38"/>
                  <a:pt x="76" y="42"/>
                </a:cubicBezTo>
                <a:cubicBezTo>
                  <a:pt x="76" y="69"/>
                  <a:pt x="76" y="69"/>
                  <a:pt x="76" y="69"/>
                </a:cubicBezTo>
                <a:cubicBezTo>
                  <a:pt x="76" y="73"/>
                  <a:pt x="78" y="76"/>
                  <a:pt x="82" y="76"/>
                </a:cubicBezTo>
                <a:cubicBezTo>
                  <a:pt x="137" y="76"/>
                  <a:pt x="137" y="76"/>
                  <a:pt x="137" y="76"/>
                </a:cubicBezTo>
                <a:cubicBezTo>
                  <a:pt x="141" y="76"/>
                  <a:pt x="144" y="73"/>
                  <a:pt x="144" y="69"/>
                </a:cubicBezTo>
                <a:lnTo>
                  <a:pt x="144" y="42"/>
                </a:lnTo>
                <a:close/>
                <a:moveTo>
                  <a:pt x="144" y="120"/>
                </a:moveTo>
                <a:cubicBezTo>
                  <a:pt x="132" y="120"/>
                  <a:pt x="132" y="120"/>
                  <a:pt x="132" y="120"/>
                </a:cubicBezTo>
                <a:cubicBezTo>
                  <a:pt x="132" y="132"/>
                  <a:pt x="132" y="132"/>
                  <a:pt x="132" y="132"/>
                </a:cubicBezTo>
                <a:cubicBezTo>
                  <a:pt x="144" y="132"/>
                  <a:pt x="144" y="132"/>
                  <a:pt x="144" y="132"/>
                </a:cubicBezTo>
                <a:lnTo>
                  <a:pt x="144" y="120"/>
                </a:lnTo>
                <a:close/>
                <a:moveTo>
                  <a:pt x="144" y="136"/>
                </a:moveTo>
                <a:cubicBezTo>
                  <a:pt x="132" y="136"/>
                  <a:pt x="132" y="136"/>
                  <a:pt x="132" y="136"/>
                </a:cubicBezTo>
                <a:cubicBezTo>
                  <a:pt x="132" y="148"/>
                  <a:pt x="132" y="148"/>
                  <a:pt x="132" y="148"/>
                </a:cubicBezTo>
                <a:cubicBezTo>
                  <a:pt x="144" y="148"/>
                  <a:pt x="144" y="148"/>
                  <a:pt x="144" y="148"/>
                </a:cubicBezTo>
                <a:lnTo>
                  <a:pt x="144" y="136"/>
                </a:lnTo>
                <a:close/>
                <a:moveTo>
                  <a:pt x="144" y="152"/>
                </a:moveTo>
                <a:cubicBezTo>
                  <a:pt x="132" y="152"/>
                  <a:pt x="132" y="152"/>
                  <a:pt x="132" y="152"/>
                </a:cubicBezTo>
                <a:cubicBezTo>
                  <a:pt x="132" y="164"/>
                  <a:pt x="132" y="164"/>
                  <a:pt x="132" y="164"/>
                </a:cubicBezTo>
                <a:cubicBezTo>
                  <a:pt x="144" y="164"/>
                  <a:pt x="144" y="164"/>
                  <a:pt x="144" y="164"/>
                </a:cubicBezTo>
                <a:lnTo>
                  <a:pt x="144" y="152"/>
                </a:lnTo>
                <a:close/>
                <a:moveTo>
                  <a:pt x="144" y="168"/>
                </a:moveTo>
                <a:cubicBezTo>
                  <a:pt x="132" y="168"/>
                  <a:pt x="132" y="168"/>
                  <a:pt x="132" y="168"/>
                </a:cubicBezTo>
                <a:cubicBezTo>
                  <a:pt x="132" y="180"/>
                  <a:pt x="132" y="180"/>
                  <a:pt x="132" y="180"/>
                </a:cubicBezTo>
                <a:cubicBezTo>
                  <a:pt x="144" y="180"/>
                  <a:pt x="144" y="180"/>
                  <a:pt x="144" y="180"/>
                </a:cubicBezTo>
                <a:lnTo>
                  <a:pt x="144" y="168"/>
                </a:lnTo>
                <a:close/>
                <a:moveTo>
                  <a:pt x="50" y="180"/>
                </a:moveTo>
                <a:cubicBezTo>
                  <a:pt x="26" y="180"/>
                  <a:pt x="26" y="180"/>
                  <a:pt x="26" y="180"/>
                </a:cubicBezTo>
                <a:cubicBezTo>
                  <a:pt x="22" y="180"/>
                  <a:pt x="20" y="177"/>
                  <a:pt x="20" y="173"/>
                </a:cubicBezTo>
                <a:cubicBezTo>
                  <a:pt x="20" y="18"/>
                  <a:pt x="20" y="18"/>
                  <a:pt x="20" y="18"/>
                </a:cubicBezTo>
                <a:cubicBezTo>
                  <a:pt x="20" y="15"/>
                  <a:pt x="22" y="12"/>
                  <a:pt x="26" y="12"/>
                </a:cubicBezTo>
                <a:cubicBezTo>
                  <a:pt x="36" y="12"/>
                  <a:pt x="36" y="12"/>
                  <a:pt x="36" y="12"/>
                </a:cubicBezTo>
                <a:cubicBezTo>
                  <a:pt x="36" y="0"/>
                  <a:pt x="36" y="0"/>
                  <a:pt x="36" y="0"/>
                </a:cubicBezTo>
                <a:cubicBezTo>
                  <a:pt x="44" y="0"/>
                  <a:pt x="44" y="0"/>
                  <a:pt x="44" y="0"/>
                </a:cubicBezTo>
                <a:cubicBezTo>
                  <a:pt x="44" y="12"/>
                  <a:pt x="44" y="12"/>
                  <a:pt x="44" y="12"/>
                </a:cubicBezTo>
                <a:cubicBezTo>
                  <a:pt x="50" y="12"/>
                  <a:pt x="50" y="12"/>
                  <a:pt x="50" y="12"/>
                </a:cubicBezTo>
                <a:cubicBezTo>
                  <a:pt x="53" y="12"/>
                  <a:pt x="56" y="15"/>
                  <a:pt x="56" y="18"/>
                </a:cubicBezTo>
                <a:cubicBezTo>
                  <a:pt x="56" y="173"/>
                  <a:pt x="56" y="173"/>
                  <a:pt x="56" y="173"/>
                </a:cubicBezTo>
                <a:cubicBezTo>
                  <a:pt x="56" y="177"/>
                  <a:pt x="53" y="180"/>
                  <a:pt x="50" y="180"/>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256"/>
          <p:cNvSpPr>
            <a:spLocks noEditPoints="1"/>
          </p:cNvSpPr>
          <p:nvPr/>
        </p:nvSpPr>
        <p:spPr bwMode="auto">
          <a:xfrm>
            <a:off x="3157851" y="1628688"/>
            <a:ext cx="268288" cy="395288"/>
          </a:xfrm>
          <a:custGeom>
            <a:avLst/>
            <a:gdLst>
              <a:gd name="T0" fmla="*/ 80 w 136"/>
              <a:gd name="T1" fmla="*/ 38 h 200"/>
              <a:gd name="T2" fmla="*/ 80 w 136"/>
              <a:gd name="T3" fmla="*/ 57 h 200"/>
              <a:gd name="T4" fmla="*/ 69 w 136"/>
              <a:gd name="T5" fmla="*/ 69 h 200"/>
              <a:gd name="T6" fmla="*/ 56 w 136"/>
              <a:gd name="T7" fmla="*/ 57 h 200"/>
              <a:gd name="T8" fmla="*/ 56 w 136"/>
              <a:gd name="T9" fmla="*/ 38 h 200"/>
              <a:gd name="T10" fmla="*/ 69 w 136"/>
              <a:gd name="T11" fmla="*/ 25 h 200"/>
              <a:gd name="T12" fmla="*/ 80 w 136"/>
              <a:gd name="T13" fmla="*/ 38 h 200"/>
              <a:gd name="T14" fmla="*/ 94 w 136"/>
              <a:gd name="T15" fmla="*/ 200 h 200"/>
              <a:gd name="T16" fmla="*/ 44 w 136"/>
              <a:gd name="T17" fmla="*/ 200 h 200"/>
              <a:gd name="T18" fmla="*/ 0 w 136"/>
              <a:gd name="T19" fmla="*/ 157 h 200"/>
              <a:gd name="T20" fmla="*/ 0 w 136"/>
              <a:gd name="T21" fmla="*/ 44 h 200"/>
              <a:gd name="T22" fmla="*/ 44 w 136"/>
              <a:gd name="T23" fmla="*/ 0 h 200"/>
              <a:gd name="T24" fmla="*/ 60 w 136"/>
              <a:gd name="T25" fmla="*/ 0 h 200"/>
              <a:gd name="T26" fmla="*/ 60 w 136"/>
              <a:gd name="T27" fmla="*/ 20 h 200"/>
              <a:gd name="T28" fmla="*/ 48 w 136"/>
              <a:gd name="T29" fmla="*/ 38 h 200"/>
              <a:gd name="T30" fmla="*/ 48 w 136"/>
              <a:gd name="T31" fmla="*/ 57 h 200"/>
              <a:gd name="T32" fmla="*/ 60 w 136"/>
              <a:gd name="T33" fmla="*/ 74 h 200"/>
              <a:gd name="T34" fmla="*/ 60 w 136"/>
              <a:gd name="T35" fmla="*/ 88 h 200"/>
              <a:gd name="T36" fmla="*/ 76 w 136"/>
              <a:gd name="T37" fmla="*/ 88 h 200"/>
              <a:gd name="T38" fmla="*/ 76 w 136"/>
              <a:gd name="T39" fmla="*/ 74 h 200"/>
              <a:gd name="T40" fmla="*/ 88 w 136"/>
              <a:gd name="T41" fmla="*/ 57 h 200"/>
              <a:gd name="T42" fmla="*/ 88 w 136"/>
              <a:gd name="T43" fmla="*/ 38 h 200"/>
              <a:gd name="T44" fmla="*/ 76 w 136"/>
              <a:gd name="T45" fmla="*/ 20 h 200"/>
              <a:gd name="T46" fmla="*/ 76 w 136"/>
              <a:gd name="T47" fmla="*/ 0 h 200"/>
              <a:gd name="T48" fmla="*/ 94 w 136"/>
              <a:gd name="T49" fmla="*/ 0 h 200"/>
              <a:gd name="T50" fmla="*/ 136 w 136"/>
              <a:gd name="T51" fmla="*/ 44 h 200"/>
              <a:gd name="T52" fmla="*/ 136 w 136"/>
              <a:gd name="T53" fmla="*/ 157 h 200"/>
              <a:gd name="T54" fmla="*/ 94 w 136"/>
              <a:gd name="T5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36" h="200">
                <a:moveTo>
                  <a:pt x="80" y="38"/>
                </a:moveTo>
                <a:cubicBezTo>
                  <a:pt x="80" y="57"/>
                  <a:pt x="80" y="57"/>
                  <a:pt x="80" y="57"/>
                </a:cubicBezTo>
                <a:cubicBezTo>
                  <a:pt x="80" y="64"/>
                  <a:pt x="76" y="69"/>
                  <a:pt x="69" y="69"/>
                </a:cubicBezTo>
                <a:cubicBezTo>
                  <a:pt x="62" y="69"/>
                  <a:pt x="56" y="64"/>
                  <a:pt x="56" y="57"/>
                </a:cubicBezTo>
                <a:cubicBezTo>
                  <a:pt x="56" y="38"/>
                  <a:pt x="56" y="38"/>
                  <a:pt x="56" y="38"/>
                </a:cubicBezTo>
                <a:cubicBezTo>
                  <a:pt x="56" y="31"/>
                  <a:pt x="62" y="25"/>
                  <a:pt x="69" y="25"/>
                </a:cubicBezTo>
                <a:cubicBezTo>
                  <a:pt x="76" y="25"/>
                  <a:pt x="80" y="31"/>
                  <a:pt x="80" y="38"/>
                </a:cubicBezTo>
                <a:close/>
                <a:moveTo>
                  <a:pt x="94" y="200"/>
                </a:moveTo>
                <a:cubicBezTo>
                  <a:pt x="44" y="200"/>
                  <a:pt x="44" y="200"/>
                  <a:pt x="44" y="200"/>
                </a:cubicBezTo>
                <a:cubicBezTo>
                  <a:pt x="20" y="200"/>
                  <a:pt x="0" y="181"/>
                  <a:pt x="0" y="157"/>
                </a:cubicBezTo>
                <a:cubicBezTo>
                  <a:pt x="0" y="44"/>
                  <a:pt x="0" y="44"/>
                  <a:pt x="0" y="44"/>
                </a:cubicBezTo>
                <a:cubicBezTo>
                  <a:pt x="0" y="20"/>
                  <a:pt x="20" y="0"/>
                  <a:pt x="44" y="0"/>
                </a:cubicBezTo>
                <a:cubicBezTo>
                  <a:pt x="60" y="0"/>
                  <a:pt x="60" y="0"/>
                  <a:pt x="60" y="0"/>
                </a:cubicBezTo>
                <a:cubicBezTo>
                  <a:pt x="60" y="20"/>
                  <a:pt x="60" y="20"/>
                  <a:pt x="60" y="20"/>
                </a:cubicBezTo>
                <a:cubicBezTo>
                  <a:pt x="53" y="23"/>
                  <a:pt x="48" y="30"/>
                  <a:pt x="48" y="38"/>
                </a:cubicBezTo>
                <a:cubicBezTo>
                  <a:pt x="48" y="57"/>
                  <a:pt x="48" y="57"/>
                  <a:pt x="48" y="57"/>
                </a:cubicBezTo>
                <a:cubicBezTo>
                  <a:pt x="48" y="65"/>
                  <a:pt x="53" y="72"/>
                  <a:pt x="60" y="74"/>
                </a:cubicBezTo>
                <a:cubicBezTo>
                  <a:pt x="60" y="88"/>
                  <a:pt x="60" y="88"/>
                  <a:pt x="60" y="88"/>
                </a:cubicBezTo>
                <a:cubicBezTo>
                  <a:pt x="76" y="88"/>
                  <a:pt x="76" y="88"/>
                  <a:pt x="76" y="88"/>
                </a:cubicBezTo>
                <a:cubicBezTo>
                  <a:pt x="76" y="74"/>
                  <a:pt x="76" y="74"/>
                  <a:pt x="76" y="74"/>
                </a:cubicBezTo>
                <a:cubicBezTo>
                  <a:pt x="83" y="72"/>
                  <a:pt x="88" y="65"/>
                  <a:pt x="88" y="57"/>
                </a:cubicBezTo>
                <a:cubicBezTo>
                  <a:pt x="88" y="38"/>
                  <a:pt x="88" y="38"/>
                  <a:pt x="88" y="38"/>
                </a:cubicBezTo>
                <a:cubicBezTo>
                  <a:pt x="88" y="30"/>
                  <a:pt x="83" y="23"/>
                  <a:pt x="76" y="20"/>
                </a:cubicBezTo>
                <a:cubicBezTo>
                  <a:pt x="76" y="0"/>
                  <a:pt x="76" y="0"/>
                  <a:pt x="76" y="0"/>
                </a:cubicBezTo>
                <a:cubicBezTo>
                  <a:pt x="94" y="0"/>
                  <a:pt x="94" y="0"/>
                  <a:pt x="94" y="0"/>
                </a:cubicBezTo>
                <a:cubicBezTo>
                  <a:pt x="118" y="0"/>
                  <a:pt x="136" y="20"/>
                  <a:pt x="136" y="44"/>
                </a:cubicBezTo>
                <a:cubicBezTo>
                  <a:pt x="136" y="157"/>
                  <a:pt x="136" y="157"/>
                  <a:pt x="136" y="157"/>
                </a:cubicBezTo>
                <a:cubicBezTo>
                  <a:pt x="136" y="181"/>
                  <a:pt x="118" y="200"/>
                  <a:pt x="94" y="200"/>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257"/>
          <p:cNvSpPr>
            <a:spLocks noEditPoints="1"/>
          </p:cNvSpPr>
          <p:nvPr/>
        </p:nvSpPr>
        <p:spPr bwMode="auto">
          <a:xfrm>
            <a:off x="1162364" y="1142913"/>
            <a:ext cx="395288" cy="393700"/>
          </a:xfrm>
          <a:custGeom>
            <a:avLst/>
            <a:gdLst>
              <a:gd name="T0" fmla="*/ 74 w 200"/>
              <a:gd name="T1" fmla="*/ 81 h 199"/>
              <a:gd name="T2" fmla="*/ 100 w 200"/>
              <a:gd name="T3" fmla="*/ 99 h 199"/>
              <a:gd name="T4" fmla="*/ 125 w 200"/>
              <a:gd name="T5" fmla="*/ 81 h 199"/>
              <a:gd name="T6" fmla="*/ 131 w 200"/>
              <a:gd name="T7" fmla="*/ 81 h 199"/>
              <a:gd name="T8" fmla="*/ 137 w 200"/>
              <a:gd name="T9" fmla="*/ 62 h 199"/>
              <a:gd name="T10" fmla="*/ 131 w 200"/>
              <a:gd name="T11" fmla="*/ 56 h 199"/>
              <a:gd name="T12" fmla="*/ 128 w 200"/>
              <a:gd name="T13" fmla="*/ 49 h 199"/>
              <a:gd name="T14" fmla="*/ 131 w 200"/>
              <a:gd name="T15" fmla="*/ 49 h 199"/>
              <a:gd name="T16" fmla="*/ 125 w 200"/>
              <a:gd name="T17" fmla="*/ 31 h 199"/>
              <a:gd name="T18" fmla="*/ 108 w 200"/>
              <a:gd name="T19" fmla="*/ 26 h 199"/>
              <a:gd name="T20" fmla="*/ 100 w 200"/>
              <a:gd name="T21" fmla="*/ 25 h 199"/>
              <a:gd name="T22" fmla="*/ 96 w 200"/>
              <a:gd name="T23" fmla="*/ 25 h 199"/>
              <a:gd name="T24" fmla="*/ 94 w 200"/>
              <a:gd name="T25" fmla="*/ 25 h 199"/>
              <a:gd name="T26" fmla="*/ 94 w 200"/>
              <a:gd name="T27" fmla="*/ 25 h 199"/>
              <a:gd name="T28" fmla="*/ 86 w 200"/>
              <a:gd name="T29" fmla="*/ 29 h 199"/>
              <a:gd name="T30" fmla="*/ 75 w 200"/>
              <a:gd name="T31" fmla="*/ 31 h 199"/>
              <a:gd name="T32" fmla="*/ 69 w 200"/>
              <a:gd name="T33" fmla="*/ 49 h 199"/>
              <a:gd name="T34" fmla="*/ 69 w 200"/>
              <a:gd name="T35" fmla="*/ 56 h 199"/>
              <a:gd name="T36" fmla="*/ 62 w 200"/>
              <a:gd name="T37" fmla="*/ 62 h 199"/>
              <a:gd name="T38" fmla="*/ 69 w 200"/>
              <a:gd name="T39" fmla="*/ 81 h 199"/>
              <a:gd name="T40" fmla="*/ 74 w 200"/>
              <a:gd name="T41" fmla="*/ 81 h 199"/>
              <a:gd name="T42" fmla="*/ 0 w 200"/>
              <a:gd name="T43" fmla="*/ 0 h 199"/>
              <a:gd name="T44" fmla="*/ 0 w 200"/>
              <a:gd name="T45" fmla="*/ 199 h 199"/>
              <a:gd name="T46" fmla="*/ 200 w 200"/>
              <a:gd name="T47" fmla="*/ 199 h 199"/>
              <a:gd name="T48" fmla="*/ 200 w 200"/>
              <a:gd name="T49" fmla="*/ 0 h 199"/>
              <a:gd name="T50" fmla="*/ 0 w 200"/>
              <a:gd name="T51" fmla="*/ 0 h 199"/>
              <a:gd name="T52" fmla="*/ 180 w 200"/>
              <a:gd name="T53" fmla="*/ 156 h 199"/>
              <a:gd name="T54" fmla="*/ 20 w 200"/>
              <a:gd name="T55" fmla="*/ 156 h 199"/>
              <a:gd name="T56" fmla="*/ 20 w 200"/>
              <a:gd name="T57" fmla="*/ 16 h 199"/>
              <a:gd name="T58" fmla="*/ 180 w 200"/>
              <a:gd name="T59" fmla="*/ 16 h 199"/>
              <a:gd name="T60" fmla="*/ 180 w 200"/>
              <a:gd name="T61" fmla="*/ 156 h 199"/>
              <a:gd name="T62" fmla="*/ 162 w 200"/>
              <a:gd name="T63" fmla="*/ 147 h 199"/>
              <a:gd name="T64" fmla="*/ 156 w 200"/>
              <a:gd name="T65" fmla="*/ 118 h 199"/>
              <a:gd name="T66" fmla="*/ 131 w 200"/>
              <a:gd name="T67" fmla="*/ 99 h 199"/>
              <a:gd name="T68" fmla="*/ 100 w 200"/>
              <a:gd name="T69" fmla="*/ 112 h 199"/>
              <a:gd name="T70" fmla="*/ 69 w 200"/>
              <a:gd name="T71" fmla="*/ 99 h 199"/>
              <a:gd name="T72" fmla="*/ 44 w 200"/>
              <a:gd name="T73" fmla="*/ 118 h 199"/>
              <a:gd name="T74" fmla="*/ 38 w 200"/>
              <a:gd name="T75" fmla="*/ 148 h 199"/>
              <a:gd name="T76" fmla="*/ 162 w 200"/>
              <a:gd name="T77" fmla="*/ 147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0" h="199">
                <a:moveTo>
                  <a:pt x="74" y="81"/>
                </a:moveTo>
                <a:cubicBezTo>
                  <a:pt x="80" y="90"/>
                  <a:pt x="89" y="99"/>
                  <a:pt x="100" y="99"/>
                </a:cubicBezTo>
                <a:cubicBezTo>
                  <a:pt x="111" y="99"/>
                  <a:pt x="120" y="90"/>
                  <a:pt x="125" y="81"/>
                </a:cubicBezTo>
                <a:cubicBezTo>
                  <a:pt x="131" y="81"/>
                  <a:pt x="131" y="81"/>
                  <a:pt x="131" y="81"/>
                </a:cubicBezTo>
                <a:cubicBezTo>
                  <a:pt x="137" y="62"/>
                  <a:pt x="137" y="62"/>
                  <a:pt x="137" y="62"/>
                </a:cubicBezTo>
                <a:cubicBezTo>
                  <a:pt x="131" y="56"/>
                  <a:pt x="131" y="56"/>
                  <a:pt x="131" y="56"/>
                </a:cubicBezTo>
                <a:cubicBezTo>
                  <a:pt x="131" y="52"/>
                  <a:pt x="130" y="54"/>
                  <a:pt x="128" y="49"/>
                </a:cubicBezTo>
                <a:cubicBezTo>
                  <a:pt x="131" y="49"/>
                  <a:pt x="131" y="49"/>
                  <a:pt x="131" y="49"/>
                </a:cubicBezTo>
                <a:cubicBezTo>
                  <a:pt x="131" y="49"/>
                  <a:pt x="131" y="36"/>
                  <a:pt x="125" y="31"/>
                </a:cubicBezTo>
                <a:cubicBezTo>
                  <a:pt x="122" y="29"/>
                  <a:pt x="115" y="27"/>
                  <a:pt x="108" y="26"/>
                </a:cubicBezTo>
                <a:cubicBezTo>
                  <a:pt x="105" y="25"/>
                  <a:pt x="102" y="25"/>
                  <a:pt x="100" y="25"/>
                </a:cubicBezTo>
                <a:cubicBezTo>
                  <a:pt x="99" y="25"/>
                  <a:pt x="98" y="25"/>
                  <a:pt x="96" y="25"/>
                </a:cubicBezTo>
                <a:cubicBezTo>
                  <a:pt x="95" y="25"/>
                  <a:pt x="94" y="25"/>
                  <a:pt x="94" y="25"/>
                </a:cubicBezTo>
                <a:cubicBezTo>
                  <a:pt x="94" y="25"/>
                  <a:pt x="94" y="25"/>
                  <a:pt x="94" y="25"/>
                </a:cubicBezTo>
                <a:cubicBezTo>
                  <a:pt x="91" y="26"/>
                  <a:pt x="89" y="28"/>
                  <a:pt x="86" y="29"/>
                </a:cubicBezTo>
                <a:cubicBezTo>
                  <a:pt x="82" y="29"/>
                  <a:pt x="77" y="29"/>
                  <a:pt x="75" y="31"/>
                </a:cubicBezTo>
                <a:cubicBezTo>
                  <a:pt x="71" y="35"/>
                  <a:pt x="69" y="42"/>
                  <a:pt x="69" y="49"/>
                </a:cubicBezTo>
                <a:cubicBezTo>
                  <a:pt x="69" y="52"/>
                  <a:pt x="69" y="55"/>
                  <a:pt x="69" y="56"/>
                </a:cubicBezTo>
                <a:cubicBezTo>
                  <a:pt x="62" y="62"/>
                  <a:pt x="62" y="62"/>
                  <a:pt x="62" y="62"/>
                </a:cubicBezTo>
                <a:cubicBezTo>
                  <a:pt x="69" y="81"/>
                  <a:pt x="69" y="81"/>
                  <a:pt x="69" y="81"/>
                </a:cubicBezTo>
                <a:lnTo>
                  <a:pt x="74" y="81"/>
                </a:lnTo>
                <a:close/>
                <a:moveTo>
                  <a:pt x="0" y="0"/>
                </a:moveTo>
                <a:cubicBezTo>
                  <a:pt x="0" y="199"/>
                  <a:pt x="0" y="199"/>
                  <a:pt x="0" y="199"/>
                </a:cubicBezTo>
                <a:cubicBezTo>
                  <a:pt x="200" y="199"/>
                  <a:pt x="200" y="199"/>
                  <a:pt x="200" y="199"/>
                </a:cubicBezTo>
                <a:cubicBezTo>
                  <a:pt x="200" y="0"/>
                  <a:pt x="200" y="0"/>
                  <a:pt x="200" y="0"/>
                </a:cubicBezTo>
                <a:lnTo>
                  <a:pt x="0" y="0"/>
                </a:lnTo>
                <a:close/>
                <a:moveTo>
                  <a:pt x="180" y="156"/>
                </a:moveTo>
                <a:cubicBezTo>
                  <a:pt x="20" y="156"/>
                  <a:pt x="20" y="156"/>
                  <a:pt x="20" y="156"/>
                </a:cubicBezTo>
                <a:cubicBezTo>
                  <a:pt x="20" y="16"/>
                  <a:pt x="20" y="16"/>
                  <a:pt x="20" y="16"/>
                </a:cubicBezTo>
                <a:cubicBezTo>
                  <a:pt x="180" y="16"/>
                  <a:pt x="180" y="16"/>
                  <a:pt x="180" y="16"/>
                </a:cubicBezTo>
                <a:lnTo>
                  <a:pt x="180" y="156"/>
                </a:lnTo>
                <a:close/>
                <a:moveTo>
                  <a:pt x="162" y="147"/>
                </a:moveTo>
                <a:cubicBezTo>
                  <a:pt x="162" y="147"/>
                  <a:pt x="168" y="124"/>
                  <a:pt x="156" y="118"/>
                </a:cubicBezTo>
                <a:cubicBezTo>
                  <a:pt x="143" y="112"/>
                  <a:pt x="131" y="99"/>
                  <a:pt x="131" y="99"/>
                </a:cubicBezTo>
                <a:cubicBezTo>
                  <a:pt x="131" y="99"/>
                  <a:pt x="112" y="112"/>
                  <a:pt x="100" y="112"/>
                </a:cubicBezTo>
                <a:cubicBezTo>
                  <a:pt x="87" y="112"/>
                  <a:pt x="69" y="99"/>
                  <a:pt x="69" y="99"/>
                </a:cubicBezTo>
                <a:cubicBezTo>
                  <a:pt x="69" y="99"/>
                  <a:pt x="56" y="112"/>
                  <a:pt x="44" y="118"/>
                </a:cubicBezTo>
                <a:cubicBezTo>
                  <a:pt x="31" y="124"/>
                  <a:pt x="38" y="148"/>
                  <a:pt x="38" y="148"/>
                </a:cubicBezTo>
                <a:lnTo>
                  <a:pt x="162" y="147"/>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Tree>
    <p:extLst>
      <p:ext uri="{BB962C8B-B14F-4D97-AF65-F5344CB8AC3E}">
        <p14:creationId xmlns:p14="http://schemas.microsoft.com/office/powerpoint/2010/main" val="772015991"/>
      </p:ext>
    </p:extLst>
  </p:cSld>
  <p:clrMapOvr>
    <a:masterClrMapping/>
  </p:clrMapOvr>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5"/>
          <p:cNvSpPr>
            <a:spLocks noEditPoints="1"/>
          </p:cNvSpPr>
          <p:nvPr/>
        </p:nvSpPr>
        <p:spPr bwMode="auto">
          <a:xfrm>
            <a:off x="8764936" y="97697"/>
            <a:ext cx="387939" cy="390750"/>
          </a:xfrm>
          <a:custGeom>
            <a:avLst/>
            <a:gdLst>
              <a:gd name="T0" fmla="*/ 168 w 197"/>
              <a:gd name="T1" fmla="*/ 99 h 198"/>
              <a:gd name="T2" fmla="*/ 197 w 197"/>
              <a:gd name="T3" fmla="*/ 99 h 198"/>
              <a:gd name="T4" fmla="*/ 175 w 197"/>
              <a:gd name="T5" fmla="*/ 64 h 198"/>
              <a:gd name="T6" fmla="*/ 167 w 197"/>
              <a:gd name="T7" fmla="*/ 50 h 198"/>
              <a:gd name="T8" fmla="*/ 175 w 197"/>
              <a:gd name="T9" fmla="*/ 64 h 198"/>
              <a:gd name="T10" fmla="*/ 134 w 197"/>
              <a:gd name="T11" fmla="*/ 22 h 198"/>
              <a:gd name="T12" fmla="*/ 147 w 197"/>
              <a:gd name="T13" fmla="*/ 30 h 198"/>
              <a:gd name="T14" fmla="*/ 99 w 197"/>
              <a:gd name="T15" fmla="*/ 30 h 198"/>
              <a:gd name="T16" fmla="*/ 99 w 197"/>
              <a:gd name="T17" fmla="*/ 0 h 198"/>
              <a:gd name="T18" fmla="*/ 99 w 197"/>
              <a:gd name="T19" fmla="*/ 30 h 198"/>
              <a:gd name="T20" fmla="*/ 50 w 197"/>
              <a:gd name="T21" fmla="*/ 30 h 198"/>
              <a:gd name="T22" fmla="*/ 63 w 197"/>
              <a:gd name="T23" fmla="*/ 22 h 198"/>
              <a:gd name="T24" fmla="*/ 101 w 197"/>
              <a:gd name="T25" fmla="*/ 39 h 198"/>
              <a:gd name="T26" fmla="*/ 101 w 197"/>
              <a:gd name="T27" fmla="*/ 160 h 198"/>
              <a:gd name="T28" fmla="*/ 101 w 197"/>
              <a:gd name="T29" fmla="*/ 39 h 198"/>
              <a:gd name="T30" fmla="*/ 13 w 197"/>
              <a:gd name="T31" fmla="*/ 149 h 198"/>
              <a:gd name="T32" fmla="*/ 39 w 197"/>
              <a:gd name="T33" fmla="*/ 134 h 198"/>
              <a:gd name="T34" fmla="*/ 22 w 197"/>
              <a:gd name="T35" fmla="*/ 64 h 198"/>
              <a:gd name="T36" fmla="*/ 30 w 197"/>
              <a:gd name="T37" fmla="*/ 50 h 198"/>
              <a:gd name="T38" fmla="*/ 22 w 197"/>
              <a:gd name="T39" fmla="*/ 64 h 198"/>
              <a:gd name="T40" fmla="*/ 15 w 197"/>
              <a:gd name="T41" fmla="*/ 107 h 198"/>
              <a:gd name="T42" fmla="*/ 15 w 197"/>
              <a:gd name="T43" fmla="*/ 91 h 198"/>
              <a:gd name="T44" fmla="*/ 64 w 197"/>
              <a:gd name="T45" fmla="*/ 159 h 198"/>
              <a:gd name="T46" fmla="*/ 49 w 197"/>
              <a:gd name="T47" fmla="*/ 185 h 198"/>
              <a:gd name="T48" fmla="*/ 64 w 197"/>
              <a:gd name="T49" fmla="*/ 159 h 198"/>
              <a:gd name="T50" fmla="*/ 106 w 197"/>
              <a:gd name="T51" fmla="*/ 183 h 198"/>
              <a:gd name="T52" fmla="*/ 91 w 197"/>
              <a:gd name="T53" fmla="*/ 183 h 198"/>
              <a:gd name="T54" fmla="*/ 133 w 197"/>
              <a:gd name="T55" fmla="*/ 159 h 198"/>
              <a:gd name="T56" fmla="*/ 148 w 197"/>
              <a:gd name="T57" fmla="*/ 185 h 198"/>
              <a:gd name="T58" fmla="*/ 133 w 197"/>
              <a:gd name="T59" fmla="*/ 159 h 198"/>
              <a:gd name="T60" fmla="*/ 184 w 197"/>
              <a:gd name="T61" fmla="*/ 149 h 198"/>
              <a:gd name="T62" fmla="*/ 158 w 197"/>
              <a:gd name="T63" fmla="*/ 134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97" h="198">
                <a:moveTo>
                  <a:pt x="183" y="107"/>
                </a:moveTo>
                <a:cubicBezTo>
                  <a:pt x="174" y="107"/>
                  <a:pt x="168" y="103"/>
                  <a:pt x="168" y="99"/>
                </a:cubicBezTo>
                <a:cubicBezTo>
                  <a:pt x="168" y="95"/>
                  <a:pt x="174" y="91"/>
                  <a:pt x="183" y="91"/>
                </a:cubicBezTo>
                <a:cubicBezTo>
                  <a:pt x="191" y="91"/>
                  <a:pt x="197" y="95"/>
                  <a:pt x="197" y="99"/>
                </a:cubicBezTo>
                <a:cubicBezTo>
                  <a:pt x="197" y="103"/>
                  <a:pt x="191" y="107"/>
                  <a:pt x="183" y="107"/>
                </a:cubicBezTo>
                <a:close/>
                <a:moveTo>
                  <a:pt x="175" y="64"/>
                </a:moveTo>
                <a:cubicBezTo>
                  <a:pt x="168" y="68"/>
                  <a:pt x="161" y="68"/>
                  <a:pt x="158" y="65"/>
                </a:cubicBezTo>
                <a:cubicBezTo>
                  <a:pt x="156" y="61"/>
                  <a:pt x="160" y="55"/>
                  <a:pt x="167" y="50"/>
                </a:cubicBezTo>
                <a:cubicBezTo>
                  <a:pt x="175" y="46"/>
                  <a:pt x="182" y="46"/>
                  <a:pt x="184" y="50"/>
                </a:cubicBezTo>
                <a:cubicBezTo>
                  <a:pt x="186" y="53"/>
                  <a:pt x="182" y="60"/>
                  <a:pt x="175" y="64"/>
                </a:cubicBezTo>
                <a:close/>
                <a:moveTo>
                  <a:pt x="133" y="39"/>
                </a:moveTo>
                <a:cubicBezTo>
                  <a:pt x="129" y="37"/>
                  <a:pt x="130" y="30"/>
                  <a:pt x="134" y="22"/>
                </a:cubicBezTo>
                <a:cubicBezTo>
                  <a:pt x="138" y="15"/>
                  <a:pt x="144" y="11"/>
                  <a:pt x="148" y="13"/>
                </a:cubicBezTo>
                <a:cubicBezTo>
                  <a:pt x="152" y="16"/>
                  <a:pt x="151" y="23"/>
                  <a:pt x="147" y="30"/>
                </a:cubicBezTo>
                <a:cubicBezTo>
                  <a:pt x="143" y="37"/>
                  <a:pt x="137" y="41"/>
                  <a:pt x="133" y="39"/>
                </a:cubicBezTo>
                <a:close/>
                <a:moveTo>
                  <a:pt x="99" y="30"/>
                </a:moveTo>
                <a:cubicBezTo>
                  <a:pt x="94" y="30"/>
                  <a:pt x="91" y="23"/>
                  <a:pt x="91" y="15"/>
                </a:cubicBezTo>
                <a:cubicBezTo>
                  <a:pt x="91" y="7"/>
                  <a:pt x="94" y="0"/>
                  <a:pt x="99" y="0"/>
                </a:cubicBezTo>
                <a:cubicBezTo>
                  <a:pt x="103" y="0"/>
                  <a:pt x="106" y="7"/>
                  <a:pt x="106" y="15"/>
                </a:cubicBezTo>
                <a:cubicBezTo>
                  <a:pt x="106" y="23"/>
                  <a:pt x="103" y="30"/>
                  <a:pt x="99" y="30"/>
                </a:cubicBezTo>
                <a:close/>
                <a:moveTo>
                  <a:pt x="64" y="39"/>
                </a:moveTo>
                <a:cubicBezTo>
                  <a:pt x="60" y="41"/>
                  <a:pt x="54" y="37"/>
                  <a:pt x="50" y="30"/>
                </a:cubicBezTo>
                <a:cubicBezTo>
                  <a:pt x="46" y="23"/>
                  <a:pt x="45" y="16"/>
                  <a:pt x="49" y="13"/>
                </a:cubicBezTo>
                <a:cubicBezTo>
                  <a:pt x="53" y="11"/>
                  <a:pt x="59" y="15"/>
                  <a:pt x="63" y="22"/>
                </a:cubicBezTo>
                <a:cubicBezTo>
                  <a:pt x="67" y="30"/>
                  <a:pt x="68" y="37"/>
                  <a:pt x="64" y="39"/>
                </a:cubicBezTo>
                <a:close/>
                <a:moveTo>
                  <a:pt x="101" y="39"/>
                </a:moveTo>
                <a:cubicBezTo>
                  <a:pt x="134" y="39"/>
                  <a:pt x="161" y="66"/>
                  <a:pt x="161" y="100"/>
                </a:cubicBezTo>
                <a:cubicBezTo>
                  <a:pt x="161" y="133"/>
                  <a:pt x="134" y="160"/>
                  <a:pt x="101" y="160"/>
                </a:cubicBezTo>
                <a:cubicBezTo>
                  <a:pt x="67" y="160"/>
                  <a:pt x="40" y="133"/>
                  <a:pt x="40" y="100"/>
                </a:cubicBezTo>
                <a:cubicBezTo>
                  <a:pt x="40" y="66"/>
                  <a:pt x="67" y="39"/>
                  <a:pt x="101" y="39"/>
                </a:cubicBezTo>
                <a:close/>
                <a:moveTo>
                  <a:pt x="30" y="148"/>
                </a:moveTo>
                <a:cubicBezTo>
                  <a:pt x="23" y="152"/>
                  <a:pt x="15" y="152"/>
                  <a:pt x="13" y="149"/>
                </a:cubicBezTo>
                <a:cubicBezTo>
                  <a:pt x="11" y="145"/>
                  <a:pt x="15" y="139"/>
                  <a:pt x="22" y="134"/>
                </a:cubicBezTo>
                <a:cubicBezTo>
                  <a:pt x="29" y="130"/>
                  <a:pt x="37" y="130"/>
                  <a:pt x="39" y="134"/>
                </a:cubicBezTo>
                <a:cubicBezTo>
                  <a:pt x="41" y="137"/>
                  <a:pt x="37" y="144"/>
                  <a:pt x="30" y="148"/>
                </a:cubicBezTo>
                <a:close/>
                <a:moveTo>
                  <a:pt x="22" y="64"/>
                </a:moveTo>
                <a:cubicBezTo>
                  <a:pt x="15" y="60"/>
                  <a:pt x="11" y="53"/>
                  <a:pt x="13" y="50"/>
                </a:cubicBezTo>
                <a:cubicBezTo>
                  <a:pt x="15" y="46"/>
                  <a:pt x="23" y="46"/>
                  <a:pt x="30" y="50"/>
                </a:cubicBezTo>
                <a:cubicBezTo>
                  <a:pt x="37" y="55"/>
                  <a:pt x="41" y="61"/>
                  <a:pt x="39" y="65"/>
                </a:cubicBezTo>
                <a:cubicBezTo>
                  <a:pt x="37" y="68"/>
                  <a:pt x="29" y="68"/>
                  <a:pt x="22" y="64"/>
                </a:cubicBezTo>
                <a:close/>
                <a:moveTo>
                  <a:pt x="29" y="99"/>
                </a:moveTo>
                <a:cubicBezTo>
                  <a:pt x="29" y="103"/>
                  <a:pt x="23" y="107"/>
                  <a:pt x="15" y="107"/>
                </a:cubicBezTo>
                <a:cubicBezTo>
                  <a:pt x="6" y="107"/>
                  <a:pt x="0" y="103"/>
                  <a:pt x="0" y="99"/>
                </a:cubicBezTo>
                <a:cubicBezTo>
                  <a:pt x="0" y="95"/>
                  <a:pt x="6" y="91"/>
                  <a:pt x="15" y="91"/>
                </a:cubicBezTo>
                <a:cubicBezTo>
                  <a:pt x="23" y="91"/>
                  <a:pt x="29" y="95"/>
                  <a:pt x="29" y="99"/>
                </a:cubicBezTo>
                <a:close/>
                <a:moveTo>
                  <a:pt x="64" y="159"/>
                </a:moveTo>
                <a:cubicBezTo>
                  <a:pt x="68" y="161"/>
                  <a:pt x="67" y="169"/>
                  <a:pt x="63" y="176"/>
                </a:cubicBezTo>
                <a:cubicBezTo>
                  <a:pt x="59" y="183"/>
                  <a:pt x="53" y="187"/>
                  <a:pt x="49" y="185"/>
                </a:cubicBezTo>
                <a:cubicBezTo>
                  <a:pt x="45" y="183"/>
                  <a:pt x="46" y="175"/>
                  <a:pt x="50" y="168"/>
                </a:cubicBezTo>
                <a:cubicBezTo>
                  <a:pt x="54" y="161"/>
                  <a:pt x="60" y="157"/>
                  <a:pt x="64" y="159"/>
                </a:cubicBezTo>
                <a:close/>
                <a:moveTo>
                  <a:pt x="99" y="168"/>
                </a:moveTo>
                <a:cubicBezTo>
                  <a:pt x="103" y="168"/>
                  <a:pt x="106" y="175"/>
                  <a:pt x="106" y="183"/>
                </a:cubicBezTo>
                <a:cubicBezTo>
                  <a:pt x="106" y="191"/>
                  <a:pt x="103" y="198"/>
                  <a:pt x="99" y="198"/>
                </a:cubicBezTo>
                <a:cubicBezTo>
                  <a:pt x="94" y="198"/>
                  <a:pt x="91" y="191"/>
                  <a:pt x="91" y="183"/>
                </a:cubicBezTo>
                <a:cubicBezTo>
                  <a:pt x="91" y="175"/>
                  <a:pt x="94" y="168"/>
                  <a:pt x="99" y="168"/>
                </a:cubicBezTo>
                <a:close/>
                <a:moveTo>
                  <a:pt x="133" y="159"/>
                </a:moveTo>
                <a:cubicBezTo>
                  <a:pt x="137" y="157"/>
                  <a:pt x="143" y="161"/>
                  <a:pt x="147" y="168"/>
                </a:cubicBezTo>
                <a:cubicBezTo>
                  <a:pt x="151" y="175"/>
                  <a:pt x="152" y="183"/>
                  <a:pt x="148" y="185"/>
                </a:cubicBezTo>
                <a:cubicBezTo>
                  <a:pt x="144" y="187"/>
                  <a:pt x="138" y="183"/>
                  <a:pt x="134" y="176"/>
                </a:cubicBezTo>
                <a:cubicBezTo>
                  <a:pt x="130" y="169"/>
                  <a:pt x="129" y="161"/>
                  <a:pt x="133" y="159"/>
                </a:cubicBezTo>
                <a:close/>
                <a:moveTo>
                  <a:pt x="175" y="134"/>
                </a:moveTo>
                <a:cubicBezTo>
                  <a:pt x="182" y="139"/>
                  <a:pt x="186" y="145"/>
                  <a:pt x="184" y="149"/>
                </a:cubicBezTo>
                <a:cubicBezTo>
                  <a:pt x="182" y="152"/>
                  <a:pt x="175" y="152"/>
                  <a:pt x="167" y="148"/>
                </a:cubicBezTo>
                <a:cubicBezTo>
                  <a:pt x="160" y="144"/>
                  <a:pt x="156" y="137"/>
                  <a:pt x="158" y="134"/>
                </a:cubicBezTo>
                <a:cubicBezTo>
                  <a:pt x="161" y="130"/>
                  <a:pt x="168" y="130"/>
                  <a:pt x="175" y="134"/>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 name="Freeform 6"/>
          <p:cNvSpPr>
            <a:spLocks noEditPoints="1"/>
          </p:cNvSpPr>
          <p:nvPr/>
        </p:nvSpPr>
        <p:spPr bwMode="auto">
          <a:xfrm>
            <a:off x="9254077" y="100508"/>
            <a:ext cx="387939" cy="392157"/>
          </a:xfrm>
          <a:custGeom>
            <a:avLst/>
            <a:gdLst>
              <a:gd name="T0" fmla="*/ 99 w 197"/>
              <a:gd name="T1" fmla="*/ 30 h 199"/>
              <a:gd name="T2" fmla="*/ 106 w 197"/>
              <a:gd name="T3" fmla="*/ 15 h 199"/>
              <a:gd name="T4" fmla="*/ 99 w 197"/>
              <a:gd name="T5" fmla="*/ 0 h 199"/>
              <a:gd name="T6" fmla="*/ 91 w 197"/>
              <a:gd name="T7" fmla="*/ 15 h 199"/>
              <a:gd name="T8" fmla="*/ 99 w 197"/>
              <a:gd name="T9" fmla="*/ 30 h 199"/>
              <a:gd name="T10" fmla="*/ 64 w 197"/>
              <a:gd name="T11" fmla="*/ 39 h 199"/>
              <a:gd name="T12" fmla="*/ 63 w 197"/>
              <a:gd name="T13" fmla="*/ 22 h 199"/>
              <a:gd name="T14" fmla="*/ 49 w 197"/>
              <a:gd name="T15" fmla="*/ 13 h 199"/>
              <a:gd name="T16" fmla="*/ 50 w 197"/>
              <a:gd name="T17" fmla="*/ 30 h 199"/>
              <a:gd name="T18" fmla="*/ 64 w 197"/>
              <a:gd name="T19" fmla="*/ 39 h 199"/>
              <a:gd name="T20" fmla="*/ 133 w 197"/>
              <a:gd name="T21" fmla="*/ 39 h 199"/>
              <a:gd name="T22" fmla="*/ 147 w 197"/>
              <a:gd name="T23" fmla="*/ 30 h 199"/>
              <a:gd name="T24" fmla="*/ 148 w 197"/>
              <a:gd name="T25" fmla="*/ 13 h 199"/>
              <a:gd name="T26" fmla="*/ 134 w 197"/>
              <a:gd name="T27" fmla="*/ 22 h 199"/>
              <a:gd name="T28" fmla="*/ 133 w 197"/>
              <a:gd name="T29" fmla="*/ 39 h 199"/>
              <a:gd name="T30" fmla="*/ 175 w 197"/>
              <a:gd name="T31" fmla="*/ 63 h 199"/>
              <a:gd name="T32" fmla="*/ 184 w 197"/>
              <a:gd name="T33" fmla="*/ 49 h 199"/>
              <a:gd name="T34" fmla="*/ 167 w 197"/>
              <a:gd name="T35" fmla="*/ 50 h 199"/>
              <a:gd name="T36" fmla="*/ 158 w 197"/>
              <a:gd name="T37" fmla="*/ 64 h 199"/>
              <a:gd name="T38" fmla="*/ 175 w 197"/>
              <a:gd name="T39" fmla="*/ 63 h 199"/>
              <a:gd name="T40" fmla="*/ 47 w 197"/>
              <a:gd name="T41" fmla="*/ 119 h 199"/>
              <a:gd name="T42" fmla="*/ 100 w 197"/>
              <a:gd name="T43" fmla="*/ 74 h 199"/>
              <a:gd name="T44" fmla="*/ 153 w 197"/>
              <a:gd name="T45" fmla="*/ 123 h 199"/>
              <a:gd name="T46" fmla="*/ 155 w 197"/>
              <a:gd name="T47" fmla="*/ 123 h 199"/>
              <a:gd name="T48" fmla="*/ 161 w 197"/>
              <a:gd name="T49" fmla="*/ 99 h 199"/>
              <a:gd name="T50" fmla="*/ 101 w 197"/>
              <a:gd name="T51" fmla="*/ 39 h 199"/>
              <a:gd name="T52" fmla="*/ 40 w 197"/>
              <a:gd name="T53" fmla="*/ 99 h 199"/>
              <a:gd name="T54" fmla="*/ 45 w 197"/>
              <a:gd name="T55" fmla="*/ 119 h 199"/>
              <a:gd name="T56" fmla="*/ 47 w 197"/>
              <a:gd name="T57" fmla="*/ 119 h 199"/>
              <a:gd name="T58" fmla="*/ 22 w 197"/>
              <a:gd name="T59" fmla="*/ 63 h 199"/>
              <a:gd name="T60" fmla="*/ 39 w 197"/>
              <a:gd name="T61" fmla="*/ 64 h 199"/>
              <a:gd name="T62" fmla="*/ 30 w 197"/>
              <a:gd name="T63" fmla="*/ 50 h 199"/>
              <a:gd name="T64" fmla="*/ 13 w 197"/>
              <a:gd name="T65" fmla="*/ 49 h 199"/>
              <a:gd name="T66" fmla="*/ 22 w 197"/>
              <a:gd name="T67" fmla="*/ 63 h 199"/>
              <a:gd name="T68" fmla="*/ 183 w 197"/>
              <a:gd name="T69" fmla="*/ 91 h 199"/>
              <a:gd name="T70" fmla="*/ 168 w 197"/>
              <a:gd name="T71" fmla="*/ 99 h 199"/>
              <a:gd name="T72" fmla="*/ 183 w 197"/>
              <a:gd name="T73" fmla="*/ 107 h 199"/>
              <a:gd name="T74" fmla="*/ 197 w 197"/>
              <a:gd name="T75" fmla="*/ 99 h 199"/>
              <a:gd name="T76" fmla="*/ 183 w 197"/>
              <a:gd name="T77" fmla="*/ 91 h 199"/>
              <a:gd name="T78" fmla="*/ 29 w 197"/>
              <a:gd name="T79" fmla="*/ 99 h 199"/>
              <a:gd name="T80" fmla="*/ 15 w 197"/>
              <a:gd name="T81" fmla="*/ 91 h 199"/>
              <a:gd name="T82" fmla="*/ 0 w 197"/>
              <a:gd name="T83" fmla="*/ 99 h 199"/>
              <a:gd name="T84" fmla="*/ 15 w 197"/>
              <a:gd name="T85" fmla="*/ 107 h 199"/>
              <a:gd name="T86" fmla="*/ 29 w 197"/>
              <a:gd name="T87" fmla="*/ 99 h 199"/>
              <a:gd name="T88" fmla="*/ 176 w 197"/>
              <a:gd name="T89" fmla="*/ 158 h 199"/>
              <a:gd name="T90" fmla="*/ 175 w 197"/>
              <a:gd name="T91" fmla="*/ 158 h 199"/>
              <a:gd name="T92" fmla="*/ 175 w 197"/>
              <a:gd name="T93" fmla="*/ 157 h 199"/>
              <a:gd name="T94" fmla="*/ 147 w 197"/>
              <a:gd name="T95" fmla="*/ 129 h 199"/>
              <a:gd name="T96" fmla="*/ 144 w 197"/>
              <a:gd name="T97" fmla="*/ 130 h 199"/>
              <a:gd name="T98" fmla="*/ 102 w 197"/>
              <a:gd name="T99" fmla="*/ 89 h 199"/>
              <a:gd name="T100" fmla="*/ 61 w 197"/>
              <a:gd name="T101" fmla="*/ 127 h 199"/>
              <a:gd name="T102" fmla="*/ 41 w 197"/>
              <a:gd name="T103" fmla="*/ 140 h 199"/>
              <a:gd name="T104" fmla="*/ 42 w 197"/>
              <a:gd name="T105" fmla="*/ 141 h 199"/>
              <a:gd name="T106" fmla="*/ 16 w 197"/>
              <a:gd name="T107" fmla="*/ 169 h 199"/>
              <a:gd name="T108" fmla="*/ 43 w 197"/>
              <a:gd name="T109" fmla="*/ 199 h 199"/>
              <a:gd name="T110" fmla="*/ 176 w 197"/>
              <a:gd name="T111" fmla="*/ 199 h 199"/>
              <a:gd name="T112" fmla="*/ 195 w 197"/>
              <a:gd name="T113" fmla="*/ 177 h 199"/>
              <a:gd name="T114" fmla="*/ 176 w 197"/>
              <a:gd name="T115" fmla="*/ 158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7" h="199">
                <a:moveTo>
                  <a:pt x="99" y="30"/>
                </a:moveTo>
                <a:cubicBezTo>
                  <a:pt x="103" y="30"/>
                  <a:pt x="106" y="23"/>
                  <a:pt x="106" y="15"/>
                </a:cubicBezTo>
                <a:cubicBezTo>
                  <a:pt x="106" y="7"/>
                  <a:pt x="103" y="0"/>
                  <a:pt x="99" y="0"/>
                </a:cubicBezTo>
                <a:cubicBezTo>
                  <a:pt x="94" y="0"/>
                  <a:pt x="91" y="7"/>
                  <a:pt x="91" y="15"/>
                </a:cubicBezTo>
                <a:cubicBezTo>
                  <a:pt x="91" y="23"/>
                  <a:pt x="94" y="30"/>
                  <a:pt x="99" y="30"/>
                </a:cubicBezTo>
                <a:close/>
                <a:moveTo>
                  <a:pt x="64" y="39"/>
                </a:moveTo>
                <a:cubicBezTo>
                  <a:pt x="68" y="37"/>
                  <a:pt x="67" y="29"/>
                  <a:pt x="63" y="22"/>
                </a:cubicBezTo>
                <a:cubicBezTo>
                  <a:pt x="59" y="15"/>
                  <a:pt x="53" y="11"/>
                  <a:pt x="49" y="13"/>
                </a:cubicBezTo>
                <a:cubicBezTo>
                  <a:pt x="45" y="15"/>
                  <a:pt x="46" y="23"/>
                  <a:pt x="50" y="30"/>
                </a:cubicBezTo>
                <a:cubicBezTo>
                  <a:pt x="54" y="37"/>
                  <a:pt x="60" y="41"/>
                  <a:pt x="64" y="39"/>
                </a:cubicBezTo>
                <a:close/>
                <a:moveTo>
                  <a:pt x="133" y="39"/>
                </a:moveTo>
                <a:cubicBezTo>
                  <a:pt x="137" y="41"/>
                  <a:pt x="143" y="37"/>
                  <a:pt x="147" y="30"/>
                </a:cubicBezTo>
                <a:cubicBezTo>
                  <a:pt x="151" y="23"/>
                  <a:pt x="152" y="15"/>
                  <a:pt x="148" y="13"/>
                </a:cubicBezTo>
                <a:cubicBezTo>
                  <a:pt x="144" y="11"/>
                  <a:pt x="138" y="15"/>
                  <a:pt x="134" y="22"/>
                </a:cubicBezTo>
                <a:cubicBezTo>
                  <a:pt x="130" y="29"/>
                  <a:pt x="129" y="37"/>
                  <a:pt x="133" y="39"/>
                </a:cubicBezTo>
                <a:close/>
                <a:moveTo>
                  <a:pt x="175" y="63"/>
                </a:moveTo>
                <a:cubicBezTo>
                  <a:pt x="182" y="59"/>
                  <a:pt x="186" y="53"/>
                  <a:pt x="184" y="49"/>
                </a:cubicBezTo>
                <a:cubicBezTo>
                  <a:pt x="182" y="46"/>
                  <a:pt x="175" y="46"/>
                  <a:pt x="167" y="50"/>
                </a:cubicBezTo>
                <a:cubicBezTo>
                  <a:pt x="160" y="54"/>
                  <a:pt x="156" y="61"/>
                  <a:pt x="158" y="64"/>
                </a:cubicBezTo>
                <a:cubicBezTo>
                  <a:pt x="161" y="68"/>
                  <a:pt x="168" y="68"/>
                  <a:pt x="175" y="63"/>
                </a:cubicBezTo>
                <a:close/>
                <a:moveTo>
                  <a:pt x="47" y="119"/>
                </a:moveTo>
                <a:cubicBezTo>
                  <a:pt x="50" y="92"/>
                  <a:pt x="73" y="74"/>
                  <a:pt x="100" y="74"/>
                </a:cubicBezTo>
                <a:cubicBezTo>
                  <a:pt x="129" y="74"/>
                  <a:pt x="153" y="95"/>
                  <a:pt x="153" y="123"/>
                </a:cubicBezTo>
                <a:cubicBezTo>
                  <a:pt x="154" y="123"/>
                  <a:pt x="155" y="123"/>
                  <a:pt x="155" y="123"/>
                </a:cubicBezTo>
                <a:cubicBezTo>
                  <a:pt x="159" y="115"/>
                  <a:pt x="161" y="109"/>
                  <a:pt x="161" y="99"/>
                </a:cubicBezTo>
                <a:cubicBezTo>
                  <a:pt x="161" y="66"/>
                  <a:pt x="134" y="39"/>
                  <a:pt x="101" y="39"/>
                </a:cubicBezTo>
                <a:cubicBezTo>
                  <a:pt x="67" y="39"/>
                  <a:pt x="40" y="66"/>
                  <a:pt x="40" y="99"/>
                </a:cubicBezTo>
                <a:cubicBezTo>
                  <a:pt x="40" y="107"/>
                  <a:pt x="42" y="112"/>
                  <a:pt x="45" y="119"/>
                </a:cubicBezTo>
                <a:cubicBezTo>
                  <a:pt x="45" y="119"/>
                  <a:pt x="46" y="119"/>
                  <a:pt x="47" y="119"/>
                </a:cubicBezTo>
                <a:close/>
                <a:moveTo>
                  <a:pt x="22" y="63"/>
                </a:moveTo>
                <a:cubicBezTo>
                  <a:pt x="29" y="68"/>
                  <a:pt x="37" y="68"/>
                  <a:pt x="39" y="64"/>
                </a:cubicBezTo>
                <a:cubicBezTo>
                  <a:pt x="41" y="61"/>
                  <a:pt x="37" y="54"/>
                  <a:pt x="30" y="50"/>
                </a:cubicBezTo>
                <a:cubicBezTo>
                  <a:pt x="23" y="46"/>
                  <a:pt x="15" y="46"/>
                  <a:pt x="13" y="49"/>
                </a:cubicBezTo>
                <a:cubicBezTo>
                  <a:pt x="11" y="53"/>
                  <a:pt x="15" y="59"/>
                  <a:pt x="22" y="63"/>
                </a:cubicBezTo>
                <a:close/>
                <a:moveTo>
                  <a:pt x="183" y="91"/>
                </a:moveTo>
                <a:cubicBezTo>
                  <a:pt x="174" y="91"/>
                  <a:pt x="168" y="95"/>
                  <a:pt x="168" y="99"/>
                </a:cubicBezTo>
                <a:cubicBezTo>
                  <a:pt x="168" y="103"/>
                  <a:pt x="174" y="107"/>
                  <a:pt x="183" y="107"/>
                </a:cubicBezTo>
                <a:cubicBezTo>
                  <a:pt x="191" y="107"/>
                  <a:pt x="197" y="103"/>
                  <a:pt x="197" y="99"/>
                </a:cubicBezTo>
                <a:cubicBezTo>
                  <a:pt x="197" y="95"/>
                  <a:pt x="191" y="91"/>
                  <a:pt x="183" y="91"/>
                </a:cubicBezTo>
                <a:close/>
                <a:moveTo>
                  <a:pt x="29" y="99"/>
                </a:moveTo>
                <a:cubicBezTo>
                  <a:pt x="29" y="95"/>
                  <a:pt x="23" y="91"/>
                  <a:pt x="15" y="91"/>
                </a:cubicBezTo>
                <a:cubicBezTo>
                  <a:pt x="6" y="91"/>
                  <a:pt x="0" y="95"/>
                  <a:pt x="0" y="99"/>
                </a:cubicBezTo>
                <a:cubicBezTo>
                  <a:pt x="0" y="103"/>
                  <a:pt x="6" y="107"/>
                  <a:pt x="15" y="107"/>
                </a:cubicBezTo>
                <a:cubicBezTo>
                  <a:pt x="23" y="107"/>
                  <a:pt x="29" y="103"/>
                  <a:pt x="29" y="99"/>
                </a:cubicBezTo>
                <a:close/>
                <a:moveTo>
                  <a:pt x="176" y="158"/>
                </a:moveTo>
                <a:cubicBezTo>
                  <a:pt x="175" y="158"/>
                  <a:pt x="175" y="158"/>
                  <a:pt x="175" y="158"/>
                </a:cubicBezTo>
                <a:cubicBezTo>
                  <a:pt x="175" y="158"/>
                  <a:pt x="175" y="157"/>
                  <a:pt x="175" y="157"/>
                </a:cubicBezTo>
                <a:cubicBezTo>
                  <a:pt x="175" y="142"/>
                  <a:pt x="162" y="129"/>
                  <a:pt x="147" y="129"/>
                </a:cubicBezTo>
                <a:cubicBezTo>
                  <a:pt x="146" y="129"/>
                  <a:pt x="145" y="129"/>
                  <a:pt x="144" y="130"/>
                </a:cubicBezTo>
                <a:cubicBezTo>
                  <a:pt x="143" y="107"/>
                  <a:pt x="125" y="89"/>
                  <a:pt x="102" y="89"/>
                </a:cubicBezTo>
                <a:cubicBezTo>
                  <a:pt x="74" y="89"/>
                  <a:pt x="63" y="106"/>
                  <a:pt x="61" y="127"/>
                </a:cubicBezTo>
                <a:cubicBezTo>
                  <a:pt x="55" y="128"/>
                  <a:pt x="43" y="125"/>
                  <a:pt x="41" y="140"/>
                </a:cubicBezTo>
                <a:cubicBezTo>
                  <a:pt x="41" y="141"/>
                  <a:pt x="41" y="141"/>
                  <a:pt x="42" y="141"/>
                </a:cubicBezTo>
                <a:cubicBezTo>
                  <a:pt x="27" y="142"/>
                  <a:pt x="16" y="154"/>
                  <a:pt x="16" y="169"/>
                </a:cubicBezTo>
                <a:cubicBezTo>
                  <a:pt x="16" y="184"/>
                  <a:pt x="28" y="199"/>
                  <a:pt x="43" y="199"/>
                </a:cubicBezTo>
                <a:cubicBezTo>
                  <a:pt x="176" y="199"/>
                  <a:pt x="176" y="199"/>
                  <a:pt x="176" y="199"/>
                </a:cubicBezTo>
                <a:cubicBezTo>
                  <a:pt x="186" y="199"/>
                  <a:pt x="195" y="188"/>
                  <a:pt x="195" y="177"/>
                </a:cubicBezTo>
                <a:cubicBezTo>
                  <a:pt x="195" y="167"/>
                  <a:pt x="186" y="158"/>
                  <a:pt x="176" y="158"/>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Freeform 7"/>
          <p:cNvSpPr>
            <a:spLocks noEditPoints="1"/>
          </p:cNvSpPr>
          <p:nvPr/>
        </p:nvSpPr>
        <p:spPr bwMode="auto">
          <a:xfrm>
            <a:off x="9737596" y="97697"/>
            <a:ext cx="390750" cy="390750"/>
          </a:xfrm>
          <a:custGeom>
            <a:avLst/>
            <a:gdLst>
              <a:gd name="T0" fmla="*/ 169 w 198"/>
              <a:gd name="T1" fmla="*/ 85 h 198"/>
              <a:gd name="T2" fmla="*/ 139 w 198"/>
              <a:gd name="T3" fmla="*/ 83 h 198"/>
              <a:gd name="T4" fmla="*/ 120 w 198"/>
              <a:gd name="T5" fmla="*/ 69 h 198"/>
              <a:gd name="T6" fmla="*/ 138 w 198"/>
              <a:gd name="T7" fmla="*/ 56 h 198"/>
              <a:gd name="T8" fmla="*/ 176 w 198"/>
              <a:gd name="T9" fmla="*/ 56 h 198"/>
              <a:gd name="T10" fmla="*/ 198 w 198"/>
              <a:gd name="T11" fmla="*/ 71 h 198"/>
              <a:gd name="T12" fmla="*/ 134 w 198"/>
              <a:gd name="T13" fmla="*/ 39 h 198"/>
              <a:gd name="T14" fmla="*/ 149 w 198"/>
              <a:gd name="T15" fmla="*/ 13 h 198"/>
              <a:gd name="T16" fmla="*/ 134 w 198"/>
              <a:gd name="T17" fmla="*/ 39 h 198"/>
              <a:gd name="T18" fmla="*/ 92 w 198"/>
              <a:gd name="T19" fmla="*/ 15 h 198"/>
              <a:gd name="T20" fmla="*/ 107 w 198"/>
              <a:gd name="T21" fmla="*/ 15 h 198"/>
              <a:gd name="T22" fmla="*/ 65 w 198"/>
              <a:gd name="T23" fmla="*/ 39 h 198"/>
              <a:gd name="T24" fmla="*/ 50 w 198"/>
              <a:gd name="T25" fmla="*/ 13 h 198"/>
              <a:gd name="T26" fmla="*/ 65 w 198"/>
              <a:gd name="T27" fmla="*/ 39 h 198"/>
              <a:gd name="T28" fmla="*/ 132 w 198"/>
              <a:gd name="T29" fmla="*/ 47 h 198"/>
              <a:gd name="T30" fmla="*/ 130 w 198"/>
              <a:gd name="T31" fmla="*/ 49 h 198"/>
              <a:gd name="T32" fmla="*/ 130 w 198"/>
              <a:gd name="T33" fmla="*/ 91 h 198"/>
              <a:gd name="T34" fmla="*/ 153 w 198"/>
              <a:gd name="T35" fmla="*/ 106 h 198"/>
              <a:gd name="T36" fmla="*/ 137 w 198"/>
              <a:gd name="T37" fmla="*/ 148 h 198"/>
              <a:gd name="T38" fmla="*/ 104 w 198"/>
              <a:gd name="T39" fmla="*/ 125 h 198"/>
              <a:gd name="T40" fmla="*/ 41 w 198"/>
              <a:gd name="T41" fmla="*/ 104 h 198"/>
              <a:gd name="T42" fmla="*/ 101 w 198"/>
              <a:gd name="T43" fmla="*/ 39 h 198"/>
              <a:gd name="T44" fmla="*/ 14 w 198"/>
              <a:gd name="T45" fmla="*/ 50 h 198"/>
              <a:gd name="T46" fmla="*/ 40 w 198"/>
              <a:gd name="T47" fmla="*/ 65 h 198"/>
              <a:gd name="T48" fmla="*/ 30 w 198"/>
              <a:gd name="T49" fmla="*/ 99 h 198"/>
              <a:gd name="T50" fmla="*/ 1 w 198"/>
              <a:gd name="T51" fmla="*/ 99 h 198"/>
              <a:gd name="T52" fmla="*/ 30 w 198"/>
              <a:gd name="T53" fmla="*/ 99 h 198"/>
              <a:gd name="T54" fmla="*/ 35 w 198"/>
              <a:gd name="T55" fmla="*/ 132 h 198"/>
              <a:gd name="T56" fmla="*/ 97 w 198"/>
              <a:gd name="T57" fmla="*/ 132 h 198"/>
              <a:gd name="T58" fmla="*/ 126 w 198"/>
              <a:gd name="T59" fmla="*/ 154 h 198"/>
              <a:gd name="T60" fmla="*/ 95 w 198"/>
              <a:gd name="T61" fmla="*/ 176 h 198"/>
              <a:gd name="T62" fmla="*/ 47 w 198"/>
              <a:gd name="T63" fmla="*/ 179 h 198"/>
              <a:gd name="T64" fmla="*/ 0 w 198"/>
              <a:gd name="T65" fmla="*/ 157 h 198"/>
              <a:gd name="T66" fmla="*/ 107 w 198"/>
              <a:gd name="T67" fmla="*/ 179 h 198"/>
              <a:gd name="T68" fmla="*/ 107 w 198"/>
              <a:gd name="T69" fmla="*/ 183 h 198"/>
              <a:gd name="T70" fmla="*/ 94 w 198"/>
              <a:gd name="T71" fmla="*/ 193 h 198"/>
              <a:gd name="T72" fmla="*/ 107 w 198"/>
              <a:gd name="T73" fmla="*/ 179 h 198"/>
              <a:gd name="T74" fmla="*/ 149 w 198"/>
              <a:gd name="T75" fmla="*/ 185 h 198"/>
              <a:gd name="T76" fmla="*/ 132 w 198"/>
              <a:gd name="T77" fmla="*/ 168 h 198"/>
              <a:gd name="T78" fmla="*/ 148 w 198"/>
              <a:gd name="T79" fmla="*/ 168 h 198"/>
              <a:gd name="T80" fmla="*/ 185 w 198"/>
              <a:gd name="T81" fmla="*/ 149 h 198"/>
              <a:gd name="T82" fmla="*/ 159 w 198"/>
              <a:gd name="T83" fmla="*/ 134 h 198"/>
              <a:gd name="T84" fmla="*/ 169 w 198"/>
              <a:gd name="T85" fmla="*/ 99 h 198"/>
              <a:gd name="T86" fmla="*/ 170 w 198"/>
              <a:gd name="T87" fmla="*/ 96 h 198"/>
              <a:gd name="T88" fmla="*/ 198 w 198"/>
              <a:gd name="T89" fmla="*/ 99 h 198"/>
              <a:gd name="T90" fmla="*/ 169 w 198"/>
              <a:gd name="T91" fmla="*/ 99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8" h="198">
                <a:moveTo>
                  <a:pt x="178" y="87"/>
                </a:moveTo>
                <a:cubicBezTo>
                  <a:pt x="175" y="87"/>
                  <a:pt x="171" y="86"/>
                  <a:pt x="169" y="85"/>
                </a:cubicBezTo>
                <a:cubicBezTo>
                  <a:pt x="166" y="91"/>
                  <a:pt x="161" y="95"/>
                  <a:pt x="154" y="95"/>
                </a:cubicBezTo>
                <a:cubicBezTo>
                  <a:pt x="147" y="95"/>
                  <a:pt x="141" y="89"/>
                  <a:pt x="139" y="83"/>
                </a:cubicBezTo>
                <a:cubicBezTo>
                  <a:pt x="138" y="83"/>
                  <a:pt x="137" y="83"/>
                  <a:pt x="136" y="83"/>
                </a:cubicBezTo>
                <a:cubicBezTo>
                  <a:pt x="127" y="83"/>
                  <a:pt x="120" y="77"/>
                  <a:pt x="120" y="69"/>
                </a:cubicBezTo>
                <a:cubicBezTo>
                  <a:pt x="120" y="62"/>
                  <a:pt x="127" y="56"/>
                  <a:pt x="136" y="56"/>
                </a:cubicBezTo>
                <a:cubicBezTo>
                  <a:pt x="137" y="56"/>
                  <a:pt x="137" y="56"/>
                  <a:pt x="138" y="56"/>
                </a:cubicBezTo>
                <a:cubicBezTo>
                  <a:pt x="138" y="48"/>
                  <a:pt x="147" y="41"/>
                  <a:pt x="157" y="41"/>
                </a:cubicBezTo>
                <a:cubicBezTo>
                  <a:pt x="167" y="41"/>
                  <a:pt x="175" y="48"/>
                  <a:pt x="176" y="56"/>
                </a:cubicBezTo>
                <a:cubicBezTo>
                  <a:pt x="177" y="56"/>
                  <a:pt x="178" y="56"/>
                  <a:pt x="178" y="56"/>
                </a:cubicBezTo>
                <a:cubicBezTo>
                  <a:pt x="189" y="56"/>
                  <a:pt x="198" y="63"/>
                  <a:pt x="198" y="71"/>
                </a:cubicBezTo>
                <a:cubicBezTo>
                  <a:pt x="198" y="80"/>
                  <a:pt x="189" y="87"/>
                  <a:pt x="178" y="87"/>
                </a:cubicBezTo>
                <a:close/>
                <a:moveTo>
                  <a:pt x="134" y="39"/>
                </a:moveTo>
                <a:cubicBezTo>
                  <a:pt x="130" y="37"/>
                  <a:pt x="131" y="30"/>
                  <a:pt x="135" y="22"/>
                </a:cubicBezTo>
                <a:cubicBezTo>
                  <a:pt x="139" y="15"/>
                  <a:pt x="145" y="11"/>
                  <a:pt x="149" y="13"/>
                </a:cubicBezTo>
                <a:cubicBezTo>
                  <a:pt x="153" y="16"/>
                  <a:pt x="152" y="23"/>
                  <a:pt x="148" y="30"/>
                </a:cubicBezTo>
                <a:cubicBezTo>
                  <a:pt x="144" y="37"/>
                  <a:pt x="138" y="41"/>
                  <a:pt x="134" y="39"/>
                </a:cubicBezTo>
                <a:close/>
                <a:moveTo>
                  <a:pt x="99" y="30"/>
                </a:moveTo>
                <a:cubicBezTo>
                  <a:pt x="95" y="30"/>
                  <a:pt x="92" y="23"/>
                  <a:pt x="92" y="15"/>
                </a:cubicBezTo>
                <a:cubicBezTo>
                  <a:pt x="92" y="7"/>
                  <a:pt x="95" y="0"/>
                  <a:pt x="99" y="0"/>
                </a:cubicBezTo>
                <a:cubicBezTo>
                  <a:pt x="104" y="0"/>
                  <a:pt x="107" y="7"/>
                  <a:pt x="107" y="15"/>
                </a:cubicBezTo>
                <a:cubicBezTo>
                  <a:pt x="107" y="23"/>
                  <a:pt x="104" y="30"/>
                  <a:pt x="99" y="30"/>
                </a:cubicBezTo>
                <a:close/>
                <a:moveTo>
                  <a:pt x="65" y="39"/>
                </a:moveTo>
                <a:cubicBezTo>
                  <a:pt x="61" y="41"/>
                  <a:pt x="55" y="37"/>
                  <a:pt x="51" y="30"/>
                </a:cubicBezTo>
                <a:cubicBezTo>
                  <a:pt x="47" y="23"/>
                  <a:pt x="46" y="16"/>
                  <a:pt x="50" y="13"/>
                </a:cubicBezTo>
                <a:cubicBezTo>
                  <a:pt x="54" y="11"/>
                  <a:pt x="60" y="15"/>
                  <a:pt x="64" y="22"/>
                </a:cubicBezTo>
                <a:cubicBezTo>
                  <a:pt x="68" y="30"/>
                  <a:pt x="69" y="37"/>
                  <a:pt x="65" y="39"/>
                </a:cubicBezTo>
                <a:close/>
                <a:moveTo>
                  <a:pt x="101" y="39"/>
                </a:moveTo>
                <a:cubicBezTo>
                  <a:pt x="113" y="39"/>
                  <a:pt x="123" y="42"/>
                  <a:pt x="132" y="47"/>
                </a:cubicBezTo>
                <a:cubicBezTo>
                  <a:pt x="132" y="48"/>
                  <a:pt x="132" y="49"/>
                  <a:pt x="132" y="49"/>
                </a:cubicBezTo>
                <a:cubicBezTo>
                  <a:pt x="131" y="49"/>
                  <a:pt x="131" y="49"/>
                  <a:pt x="130" y="49"/>
                </a:cubicBezTo>
                <a:cubicBezTo>
                  <a:pt x="118" y="49"/>
                  <a:pt x="109" y="64"/>
                  <a:pt x="109" y="74"/>
                </a:cubicBezTo>
                <a:cubicBezTo>
                  <a:pt x="109" y="83"/>
                  <a:pt x="118" y="91"/>
                  <a:pt x="130" y="91"/>
                </a:cubicBezTo>
                <a:cubicBezTo>
                  <a:pt x="131" y="91"/>
                  <a:pt x="133" y="91"/>
                  <a:pt x="134" y="91"/>
                </a:cubicBezTo>
                <a:cubicBezTo>
                  <a:pt x="136" y="99"/>
                  <a:pt x="144" y="106"/>
                  <a:pt x="153" y="106"/>
                </a:cubicBezTo>
                <a:cubicBezTo>
                  <a:pt x="156" y="106"/>
                  <a:pt x="159" y="105"/>
                  <a:pt x="162" y="104"/>
                </a:cubicBezTo>
                <a:cubicBezTo>
                  <a:pt x="161" y="122"/>
                  <a:pt x="151" y="138"/>
                  <a:pt x="137" y="148"/>
                </a:cubicBezTo>
                <a:cubicBezTo>
                  <a:pt x="135" y="135"/>
                  <a:pt x="122" y="124"/>
                  <a:pt x="107" y="124"/>
                </a:cubicBezTo>
                <a:cubicBezTo>
                  <a:pt x="106" y="124"/>
                  <a:pt x="105" y="125"/>
                  <a:pt x="104" y="125"/>
                </a:cubicBezTo>
                <a:cubicBezTo>
                  <a:pt x="102" y="108"/>
                  <a:pt x="86" y="95"/>
                  <a:pt x="67" y="95"/>
                </a:cubicBezTo>
                <a:cubicBezTo>
                  <a:pt x="57" y="95"/>
                  <a:pt x="48" y="98"/>
                  <a:pt x="41" y="104"/>
                </a:cubicBezTo>
                <a:cubicBezTo>
                  <a:pt x="41" y="103"/>
                  <a:pt x="41" y="101"/>
                  <a:pt x="41" y="100"/>
                </a:cubicBezTo>
                <a:cubicBezTo>
                  <a:pt x="41" y="66"/>
                  <a:pt x="68" y="39"/>
                  <a:pt x="101" y="39"/>
                </a:cubicBezTo>
                <a:close/>
                <a:moveTo>
                  <a:pt x="23" y="64"/>
                </a:moveTo>
                <a:cubicBezTo>
                  <a:pt x="16" y="60"/>
                  <a:pt x="12" y="53"/>
                  <a:pt x="14" y="50"/>
                </a:cubicBezTo>
                <a:cubicBezTo>
                  <a:pt x="16" y="46"/>
                  <a:pt x="23" y="46"/>
                  <a:pt x="31" y="50"/>
                </a:cubicBezTo>
                <a:cubicBezTo>
                  <a:pt x="38" y="55"/>
                  <a:pt x="42" y="61"/>
                  <a:pt x="40" y="65"/>
                </a:cubicBezTo>
                <a:cubicBezTo>
                  <a:pt x="37" y="68"/>
                  <a:pt x="30" y="68"/>
                  <a:pt x="23" y="64"/>
                </a:cubicBezTo>
                <a:close/>
                <a:moveTo>
                  <a:pt x="30" y="99"/>
                </a:moveTo>
                <a:cubicBezTo>
                  <a:pt x="30" y="103"/>
                  <a:pt x="24" y="107"/>
                  <a:pt x="15" y="107"/>
                </a:cubicBezTo>
                <a:cubicBezTo>
                  <a:pt x="7" y="107"/>
                  <a:pt x="1" y="103"/>
                  <a:pt x="1" y="99"/>
                </a:cubicBezTo>
                <a:cubicBezTo>
                  <a:pt x="1" y="95"/>
                  <a:pt x="7" y="91"/>
                  <a:pt x="15" y="91"/>
                </a:cubicBezTo>
                <a:cubicBezTo>
                  <a:pt x="24" y="91"/>
                  <a:pt x="30" y="95"/>
                  <a:pt x="30" y="99"/>
                </a:cubicBezTo>
                <a:close/>
                <a:moveTo>
                  <a:pt x="32" y="132"/>
                </a:moveTo>
                <a:cubicBezTo>
                  <a:pt x="33" y="132"/>
                  <a:pt x="34" y="132"/>
                  <a:pt x="35" y="132"/>
                </a:cubicBezTo>
                <a:cubicBezTo>
                  <a:pt x="36" y="119"/>
                  <a:pt x="50" y="108"/>
                  <a:pt x="66" y="108"/>
                </a:cubicBezTo>
                <a:cubicBezTo>
                  <a:pt x="83" y="108"/>
                  <a:pt x="96" y="119"/>
                  <a:pt x="97" y="132"/>
                </a:cubicBezTo>
                <a:cubicBezTo>
                  <a:pt x="98" y="132"/>
                  <a:pt x="99" y="132"/>
                  <a:pt x="100" y="132"/>
                </a:cubicBezTo>
                <a:cubicBezTo>
                  <a:pt x="114" y="132"/>
                  <a:pt x="126" y="142"/>
                  <a:pt x="126" y="154"/>
                </a:cubicBezTo>
                <a:cubicBezTo>
                  <a:pt x="126" y="166"/>
                  <a:pt x="114" y="176"/>
                  <a:pt x="100" y="176"/>
                </a:cubicBezTo>
                <a:cubicBezTo>
                  <a:pt x="98" y="176"/>
                  <a:pt x="96" y="176"/>
                  <a:pt x="95" y="176"/>
                </a:cubicBezTo>
                <a:cubicBezTo>
                  <a:pt x="92" y="187"/>
                  <a:pt x="82" y="195"/>
                  <a:pt x="70" y="195"/>
                </a:cubicBezTo>
                <a:cubicBezTo>
                  <a:pt x="60" y="195"/>
                  <a:pt x="51" y="189"/>
                  <a:pt x="47" y="179"/>
                </a:cubicBezTo>
                <a:cubicBezTo>
                  <a:pt x="43" y="181"/>
                  <a:pt x="37" y="183"/>
                  <a:pt x="32" y="183"/>
                </a:cubicBezTo>
                <a:cubicBezTo>
                  <a:pt x="14" y="183"/>
                  <a:pt x="0" y="171"/>
                  <a:pt x="0" y="157"/>
                </a:cubicBezTo>
                <a:cubicBezTo>
                  <a:pt x="0" y="143"/>
                  <a:pt x="14" y="132"/>
                  <a:pt x="32" y="132"/>
                </a:cubicBezTo>
                <a:close/>
                <a:moveTo>
                  <a:pt x="107" y="179"/>
                </a:moveTo>
                <a:cubicBezTo>
                  <a:pt x="107" y="179"/>
                  <a:pt x="107" y="179"/>
                  <a:pt x="107" y="179"/>
                </a:cubicBezTo>
                <a:cubicBezTo>
                  <a:pt x="107" y="180"/>
                  <a:pt x="107" y="182"/>
                  <a:pt x="107" y="183"/>
                </a:cubicBezTo>
                <a:cubicBezTo>
                  <a:pt x="107" y="191"/>
                  <a:pt x="104" y="198"/>
                  <a:pt x="99" y="198"/>
                </a:cubicBezTo>
                <a:cubicBezTo>
                  <a:pt x="97" y="198"/>
                  <a:pt x="95" y="196"/>
                  <a:pt x="94" y="193"/>
                </a:cubicBezTo>
                <a:cubicBezTo>
                  <a:pt x="97" y="189"/>
                  <a:pt x="99" y="184"/>
                  <a:pt x="100" y="179"/>
                </a:cubicBezTo>
                <a:cubicBezTo>
                  <a:pt x="102" y="179"/>
                  <a:pt x="104" y="179"/>
                  <a:pt x="107" y="179"/>
                </a:cubicBezTo>
                <a:close/>
                <a:moveTo>
                  <a:pt x="148" y="168"/>
                </a:moveTo>
                <a:cubicBezTo>
                  <a:pt x="152" y="175"/>
                  <a:pt x="153" y="183"/>
                  <a:pt x="149" y="185"/>
                </a:cubicBezTo>
                <a:cubicBezTo>
                  <a:pt x="145" y="187"/>
                  <a:pt x="139" y="183"/>
                  <a:pt x="135" y="176"/>
                </a:cubicBezTo>
                <a:cubicBezTo>
                  <a:pt x="133" y="173"/>
                  <a:pt x="132" y="170"/>
                  <a:pt x="132" y="168"/>
                </a:cubicBezTo>
                <a:cubicBezTo>
                  <a:pt x="134" y="165"/>
                  <a:pt x="136" y="162"/>
                  <a:pt x="137" y="158"/>
                </a:cubicBezTo>
                <a:cubicBezTo>
                  <a:pt x="140" y="159"/>
                  <a:pt x="145" y="162"/>
                  <a:pt x="148" y="168"/>
                </a:cubicBezTo>
                <a:close/>
                <a:moveTo>
                  <a:pt x="176" y="134"/>
                </a:moveTo>
                <a:cubicBezTo>
                  <a:pt x="183" y="139"/>
                  <a:pt x="187" y="145"/>
                  <a:pt x="185" y="149"/>
                </a:cubicBezTo>
                <a:cubicBezTo>
                  <a:pt x="183" y="152"/>
                  <a:pt x="175" y="152"/>
                  <a:pt x="168" y="148"/>
                </a:cubicBezTo>
                <a:cubicBezTo>
                  <a:pt x="161" y="144"/>
                  <a:pt x="157" y="137"/>
                  <a:pt x="159" y="134"/>
                </a:cubicBezTo>
                <a:cubicBezTo>
                  <a:pt x="161" y="130"/>
                  <a:pt x="169" y="130"/>
                  <a:pt x="176" y="134"/>
                </a:cubicBezTo>
                <a:close/>
                <a:moveTo>
                  <a:pt x="169" y="99"/>
                </a:moveTo>
                <a:cubicBezTo>
                  <a:pt x="169" y="99"/>
                  <a:pt x="169" y="98"/>
                  <a:pt x="169" y="98"/>
                </a:cubicBezTo>
                <a:cubicBezTo>
                  <a:pt x="169" y="97"/>
                  <a:pt x="170" y="96"/>
                  <a:pt x="170" y="96"/>
                </a:cubicBezTo>
                <a:cubicBezTo>
                  <a:pt x="173" y="93"/>
                  <a:pt x="178" y="91"/>
                  <a:pt x="183" y="91"/>
                </a:cubicBezTo>
                <a:cubicBezTo>
                  <a:pt x="192" y="91"/>
                  <a:pt x="198" y="95"/>
                  <a:pt x="198" y="99"/>
                </a:cubicBezTo>
                <a:cubicBezTo>
                  <a:pt x="198" y="103"/>
                  <a:pt x="192" y="107"/>
                  <a:pt x="183" y="107"/>
                </a:cubicBezTo>
                <a:cubicBezTo>
                  <a:pt x="175" y="107"/>
                  <a:pt x="169" y="103"/>
                  <a:pt x="169" y="99"/>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 name="Freeform 8"/>
          <p:cNvSpPr>
            <a:spLocks noEditPoints="1"/>
          </p:cNvSpPr>
          <p:nvPr/>
        </p:nvSpPr>
        <p:spPr bwMode="auto">
          <a:xfrm>
            <a:off x="10225331" y="100508"/>
            <a:ext cx="392156" cy="393562"/>
          </a:xfrm>
          <a:custGeom>
            <a:avLst/>
            <a:gdLst>
              <a:gd name="T0" fmla="*/ 173 w 199"/>
              <a:gd name="T1" fmla="*/ 99 h 200"/>
              <a:gd name="T2" fmla="*/ 170 w 199"/>
              <a:gd name="T3" fmla="*/ 96 h 200"/>
              <a:gd name="T4" fmla="*/ 198 w 199"/>
              <a:gd name="T5" fmla="*/ 99 h 200"/>
              <a:gd name="T6" fmla="*/ 175 w 199"/>
              <a:gd name="T7" fmla="*/ 64 h 200"/>
              <a:gd name="T8" fmla="*/ 168 w 199"/>
              <a:gd name="T9" fmla="*/ 50 h 200"/>
              <a:gd name="T10" fmla="*/ 175 w 199"/>
              <a:gd name="T11" fmla="*/ 64 h 200"/>
              <a:gd name="T12" fmla="*/ 184 w 199"/>
              <a:gd name="T13" fmla="*/ 126 h 200"/>
              <a:gd name="T14" fmla="*/ 185 w 199"/>
              <a:gd name="T15" fmla="*/ 127 h 200"/>
              <a:gd name="T16" fmla="*/ 185 w 199"/>
              <a:gd name="T17" fmla="*/ 156 h 200"/>
              <a:gd name="T18" fmla="*/ 69 w 199"/>
              <a:gd name="T19" fmla="*/ 134 h 200"/>
              <a:gd name="T20" fmla="*/ 88 w 199"/>
              <a:gd name="T21" fmla="*/ 114 h 200"/>
              <a:gd name="T22" fmla="*/ 132 w 199"/>
              <a:gd name="T23" fmla="*/ 77 h 200"/>
              <a:gd name="T24" fmla="*/ 164 w 199"/>
              <a:gd name="T25" fmla="*/ 106 h 200"/>
              <a:gd name="T26" fmla="*/ 75 w 199"/>
              <a:gd name="T27" fmla="*/ 109 h 200"/>
              <a:gd name="T28" fmla="*/ 51 w 199"/>
              <a:gd name="T29" fmla="*/ 134 h 200"/>
              <a:gd name="T30" fmla="*/ 101 w 199"/>
              <a:gd name="T31" fmla="*/ 39 h 200"/>
              <a:gd name="T32" fmla="*/ 131 w 199"/>
              <a:gd name="T33" fmla="*/ 62 h 200"/>
              <a:gd name="T34" fmla="*/ 133 w 199"/>
              <a:gd name="T35" fmla="*/ 39 h 200"/>
              <a:gd name="T36" fmla="*/ 148 w 199"/>
              <a:gd name="T37" fmla="*/ 13 h 200"/>
              <a:gd name="T38" fmla="*/ 133 w 199"/>
              <a:gd name="T39" fmla="*/ 39 h 200"/>
              <a:gd name="T40" fmla="*/ 91 w 199"/>
              <a:gd name="T41" fmla="*/ 15 h 200"/>
              <a:gd name="T42" fmla="*/ 107 w 199"/>
              <a:gd name="T43" fmla="*/ 15 h 200"/>
              <a:gd name="T44" fmla="*/ 64 w 199"/>
              <a:gd name="T45" fmla="*/ 39 h 200"/>
              <a:gd name="T46" fmla="*/ 49 w 199"/>
              <a:gd name="T47" fmla="*/ 13 h 200"/>
              <a:gd name="T48" fmla="*/ 64 w 199"/>
              <a:gd name="T49" fmla="*/ 39 h 200"/>
              <a:gd name="T50" fmla="*/ 13 w 199"/>
              <a:gd name="T51" fmla="*/ 148 h 200"/>
              <a:gd name="T52" fmla="*/ 39 w 199"/>
              <a:gd name="T53" fmla="*/ 134 h 200"/>
              <a:gd name="T54" fmla="*/ 22 w 199"/>
              <a:gd name="T55" fmla="*/ 64 h 200"/>
              <a:gd name="T56" fmla="*/ 30 w 199"/>
              <a:gd name="T57" fmla="*/ 50 h 200"/>
              <a:gd name="T58" fmla="*/ 22 w 199"/>
              <a:gd name="T59" fmla="*/ 64 h 200"/>
              <a:gd name="T60" fmla="*/ 15 w 199"/>
              <a:gd name="T61" fmla="*/ 107 h 200"/>
              <a:gd name="T62" fmla="*/ 15 w 199"/>
              <a:gd name="T63" fmla="*/ 91 h 200"/>
              <a:gd name="T64" fmla="*/ 98 w 199"/>
              <a:gd name="T65" fmla="*/ 162 h 200"/>
              <a:gd name="T66" fmla="*/ 82 w 199"/>
              <a:gd name="T67" fmla="*/ 189 h 200"/>
              <a:gd name="T68" fmla="*/ 98 w 199"/>
              <a:gd name="T69" fmla="*/ 162 h 200"/>
              <a:gd name="T70" fmla="*/ 137 w 199"/>
              <a:gd name="T71" fmla="*/ 194 h 200"/>
              <a:gd name="T72" fmla="*/ 121 w 199"/>
              <a:gd name="T73" fmla="*/ 184 h 200"/>
              <a:gd name="T74" fmla="*/ 182 w 199"/>
              <a:gd name="T75" fmla="*/ 162 h 200"/>
              <a:gd name="T76" fmla="*/ 167 w 199"/>
              <a:gd name="T77" fmla="*/ 189 h 200"/>
              <a:gd name="T78" fmla="*/ 182 w 199"/>
              <a:gd name="T79" fmla="*/ 162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9" h="200">
                <a:moveTo>
                  <a:pt x="190" y="106"/>
                </a:moveTo>
                <a:cubicBezTo>
                  <a:pt x="186" y="102"/>
                  <a:pt x="180" y="99"/>
                  <a:pt x="173" y="99"/>
                </a:cubicBezTo>
                <a:cubicBezTo>
                  <a:pt x="172" y="99"/>
                  <a:pt x="171" y="99"/>
                  <a:pt x="170" y="99"/>
                </a:cubicBezTo>
                <a:cubicBezTo>
                  <a:pt x="170" y="98"/>
                  <a:pt x="170" y="97"/>
                  <a:pt x="170" y="96"/>
                </a:cubicBezTo>
                <a:cubicBezTo>
                  <a:pt x="172" y="93"/>
                  <a:pt x="177" y="91"/>
                  <a:pt x="183" y="91"/>
                </a:cubicBezTo>
                <a:cubicBezTo>
                  <a:pt x="191" y="91"/>
                  <a:pt x="198" y="95"/>
                  <a:pt x="198" y="99"/>
                </a:cubicBezTo>
                <a:cubicBezTo>
                  <a:pt x="198" y="102"/>
                  <a:pt x="195" y="104"/>
                  <a:pt x="190" y="106"/>
                </a:cubicBezTo>
                <a:close/>
                <a:moveTo>
                  <a:pt x="175" y="64"/>
                </a:moveTo>
                <a:cubicBezTo>
                  <a:pt x="168" y="68"/>
                  <a:pt x="161" y="68"/>
                  <a:pt x="159" y="64"/>
                </a:cubicBezTo>
                <a:cubicBezTo>
                  <a:pt x="157" y="61"/>
                  <a:pt x="161" y="54"/>
                  <a:pt x="168" y="50"/>
                </a:cubicBezTo>
                <a:cubicBezTo>
                  <a:pt x="175" y="46"/>
                  <a:pt x="182" y="46"/>
                  <a:pt x="184" y="50"/>
                </a:cubicBezTo>
                <a:cubicBezTo>
                  <a:pt x="187" y="53"/>
                  <a:pt x="183" y="60"/>
                  <a:pt x="175" y="64"/>
                </a:cubicBezTo>
                <a:close/>
                <a:moveTo>
                  <a:pt x="164" y="106"/>
                </a:moveTo>
                <a:cubicBezTo>
                  <a:pt x="175" y="106"/>
                  <a:pt x="184" y="115"/>
                  <a:pt x="184" y="126"/>
                </a:cubicBezTo>
                <a:cubicBezTo>
                  <a:pt x="184" y="126"/>
                  <a:pt x="184" y="127"/>
                  <a:pt x="184" y="127"/>
                </a:cubicBezTo>
                <a:cubicBezTo>
                  <a:pt x="184" y="127"/>
                  <a:pt x="185" y="127"/>
                  <a:pt x="185" y="127"/>
                </a:cubicBezTo>
                <a:cubicBezTo>
                  <a:pt x="193" y="127"/>
                  <a:pt x="199" y="134"/>
                  <a:pt x="199" y="141"/>
                </a:cubicBezTo>
                <a:cubicBezTo>
                  <a:pt x="199" y="149"/>
                  <a:pt x="193" y="156"/>
                  <a:pt x="185" y="156"/>
                </a:cubicBezTo>
                <a:cubicBezTo>
                  <a:pt x="168" y="156"/>
                  <a:pt x="123" y="156"/>
                  <a:pt x="89" y="156"/>
                </a:cubicBezTo>
                <a:cubicBezTo>
                  <a:pt x="78" y="156"/>
                  <a:pt x="69" y="145"/>
                  <a:pt x="69" y="134"/>
                </a:cubicBezTo>
                <a:cubicBezTo>
                  <a:pt x="69" y="124"/>
                  <a:pt x="78" y="115"/>
                  <a:pt x="88" y="115"/>
                </a:cubicBezTo>
                <a:cubicBezTo>
                  <a:pt x="88" y="114"/>
                  <a:pt x="88" y="114"/>
                  <a:pt x="88" y="114"/>
                </a:cubicBezTo>
                <a:cubicBezTo>
                  <a:pt x="89" y="103"/>
                  <a:pt x="98" y="105"/>
                  <a:pt x="102" y="104"/>
                </a:cubicBezTo>
                <a:cubicBezTo>
                  <a:pt x="104" y="89"/>
                  <a:pt x="111" y="77"/>
                  <a:pt x="132" y="77"/>
                </a:cubicBezTo>
                <a:cubicBezTo>
                  <a:pt x="148" y="77"/>
                  <a:pt x="161" y="90"/>
                  <a:pt x="162" y="106"/>
                </a:cubicBezTo>
                <a:cubicBezTo>
                  <a:pt x="163" y="106"/>
                  <a:pt x="164" y="106"/>
                  <a:pt x="164" y="106"/>
                </a:cubicBezTo>
                <a:close/>
                <a:moveTo>
                  <a:pt x="93" y="96"/>
                </a:moveTo>
                <a:cubicBezTo>
                  <a:pt x="87" y="97"/>
                  <a:pt x="76" y="95"/>
                  <a:pt x="75" y="109"/>
                </a:cubicBezTo>
                <a:cubicBezTo>
                  <a:pt x="75" y="109"/>
                  <a:pt x="75" y="110"/>
                  <a:pt x="75" y="110"/>
                </a:cubicBezTo>
                <a:cubicBezTo>
                  <a:pt x="62" y="111"/>
                  <a:pt x="52" y="121"/>
                  <a:pt x="51" y="134"/>
                </a:cubicBezTo>
                <a:cubicBezTo>
                  <a:pt x="44" y="124"/>
                  <a:pt x="40" y="112"/>
                  <a:pt x="40" y="100"/>
                </a:cubicBezTo>
                <a:cubicBezTo>
                  <a:pt x="40" y="66"/>
                  <a:pt x="67" y="39"/>
                  <a:pt x="101" y="39"/>
                </a:cubicBezTo>
                <a:cubicBezTo>
                  <a:pt x="123" y="39"/>
                  <a:pt x="142" y="51"/>
                  <a:pt x="152" y="68"/>
                </a:cubicBezTo>
                <a:cubicBezTo>
                  <a:pt x="146" y="64"/>
                  <a:pt x="139" y="62"/>
                  <a:pt x="131" y="62"/>
                </a:cubicBezTo>
                <a:cubicBezTo>
                  <a:pt x="105" y="62"/>
                  <a:pt x="95" y="77"/>
                  <a:pt x="93" y="96"/>
                </a:cubicBezTo>
                <a:close/>
                <a:moveTo>
                  <a:pt x="133" y="39"/>
                </a:moveTo>
                <a:cubicBezTo>
                  <a:pt x="130" y="37"/>
                  <a:pt x="130" y="30"/>
                  <a:pt x="134" y="22"/>
                </a:cubicBezTo>
                <a:cubicBezTo>
                  <a:pt x="138" y="15"/>
                  <a:pt x="145" y="11"/>
                  <a:pt x="148" y="13"/>
                </a:cubicBezTo>
                <a:cubicBezTo>
                  <a:pt x="152" y="16"/>
                  <a:pt x="152" y="23"/>
                  <a:pt x="148" y="30"/>
                </a:cubicBezTo>
                <a:cubicBezTo>
                  <a:pt x="143" y="37"/>
                  <a:pt x="137" y="41"/>
                  <a:pt x="133" y="39"/>
                </a:cubicBezTo>
                <a:close/>
                <a:moveTo>
                  <a:pt x="99" y="30"/>
                </a:moveTo>
                <a:cubicBezTo>
                  <a:pt x="95" y="30"/>
                  <a:pt x="91" y="23"/>
                  <a:pt x="91" y="15"/>
                </a:cubicBezTo>
                <a:cubicBezTo>
                  <a:pt x="91" y="7"/>
                  <a:pt x="95" y="0"/>
                  <a:pt x="99" y="0"/>
                </a:cubicBezTo>
                <a:cubicBezTo>
                  <a:pt x="103" y="0"/>
                  <a:pt x="107" y="7"/>
                  <a:pt x="107" y="15"/>
                </a:cubicBezTo>
                <a:cubicBezTo>
                  <a:pt x="107" y="23"/>
                  <a:pt x="103" y="30"/>
                  <a:pt x="99" y="30"/>
                </a:cubicBezTo>
                <a:close/>
                <a:moveTo>
                  <a:pt x="64" y="39"/>
                </a:moveTo>
                <a:cubicBezTo>
                  <a:pt x="61" y="41"/>
                  <a:pt x="54" y="37"/>
                  <a:pt x="50" y="30"/>
                </a:cubicBezTo>
                <a:cubicBezTo>
                  <a:pt x="46" y="23"/>
                  <a:pt x="46" y="16"/>
                  <a:pt x="49" y="13"/>
                </a:cubicBezTo>
                <a:cubicBezTo>
                  <a:pt x="53" y="11"/>
                  <a:pt x="59" y="15"/>
                  <a:pt x="64" y="22"/>
                </a:cubicBezTo>
                <a:cubicBezTo>
                  <a:pt x="68" y="30"/>
                  <a:pt x="68" y="37"/>
                  <a:pt x="64" y="39"/>
                </a:cubicBezTo>
                <a:close/>
                <a:moveTo>
                  <a:pt x="30" y="148"/>
                </a:moveTo>
                <a:cubicBezTo>
                  <a:pt x="23" y="152"/>
                  <a:pt x="15" y="152"/>
                  <a:pt x="13" y="148"/>
                </a:cubicBezTo>
                <a:cubicBezTo>
                  <a:pt x="11" y="145"/>
                  <a:pt x="15" y="138"/>
                  <a:pt x="22" y="134"/>
                </a:cubicBezTo>
                <a:cubicBezTo>
                  <a:pt x="29" y="130"/>
                  <a:pt x="37" y="130"/>
                  <a:pt x="39" y="134"/>
                </a:cubicBezTo>
                <a:cubicBezTo>
                  <a:pt x="41" y="137"/>
                  <a:pt x="37" y="144"/>
                  <a:pt x="30" y="148"/>
                </a:cubicBezTo>
                <a:close/>
                <a:moveTo>
                  <a:pt x="22" y="64"/>
                </a:moveTo>
                <a:cubicBezTo>
                  <a:pt x="15" y="60"/>
                  <a:pt x="11" y="53"/>
                  <a:pt x="13" y="50"/>
                </a:cubicBezTo>
                <a:cubicBezTo>
                  <a:pt x="15" y="46"/>
                  <a:pt x="23" y="46"/>
                  <a:pt x="30" y="50"/>
                </a:cubicBezTo>
                <a:cubicBezTo>
                  <a:pt x="37" y="54"/>
                  <a:pt x="41" y="61"/>
                  <a:pt x="39" y="64"/>
                </a:cubicBezTo>
                <a:cubicBezTo>
                  <a:pt x="37" y="68"/>
                  <a:pt x="29" y="68"/>
                  <a:pt x="22" y="64"/>
                </a:cubicBezTo>
                <a:close/>
                <a:moveTo>
                  <a:pt x="30" y="99"/>
                </a:moveTo>
                <a:cubicBezTo>
                  <a:pt x="30" y="103"/>
                  <a:pt x="23" y="107"/>
                  <a:pt x="15" y="107"/>
                </a:cubicBezTo>
                <a:cubicBezTo>
                  <a:pt x="7" y="107"/>
                  <a:pt x="0" y="103"/>
                  <a:pt x="0" y="99"/>
                </a:cubicBezTo>
                <a:cubicBezTo>
                  <a:pt x="0" y="95"/>
                  <a:pt x="7" y="91"/>
                  <a:pt x="15" y="91"/>
                </a:cubicBezTo>
                <a:cubicBezTo>
                  <a:pt x="23" y="91"/>
                  <a:pt x="30" y="95"/>
                  <a:pt x="30" y="99"/>
                </a:cubicBezTo>
                <a:close/>
                <a:moveTo>
                  <a:pt x="98" y="162"/>
                </a:moveTo>
                <a:cubicBezTo>
                  <a:pt x="98" y="162"/>
                  <a:pt x="98" y="181"/>
                  <a:pt x="95" y="185"/>
                </a:cubicBezTo>
                <a:cubicBezTo>
                  <a:pt x="93" y="190"/>
                  <a:pt x="87" y="191"/>
                  <a:pt x="82" y="189"/>
                </a:cubicBezTo>
                <a:cubicBezTo>
                  <a:pt x="78" y="186"/>
                  <a:pt x="76" y="180"/>
                  <a:pt x="79" y="176"/>
                </a:cubicBezTo>
                <a:cubicBezTo>
                  <a:pt x="81" y="171"/>
                  <a:pt x="98" y="162"/>
                  <a:pt x="98" y="162"/>
                </a:cubicBezTo>
                <a:close/>
                <a:moveTo>
                  <a:pt x="140" y="171"/>
                </a:moveTo>
                <a:cubicBezTo>
                  <a:pt x="140" y="171"/>
                  <a:pt x="140" y="189"/>
                  <a:pt x="137" y="194"/>
                </a:cubicBezTo>
                <a:cubicBezTo>
                  <a:pt x="135" y="199"/>
                  <a:pt x="129" y="200"/>
                  <a:pt x="124" y="197"/>
                </a:cubicBezTo>
                <a:cubicBezTo>
                  <a:pt x="120" y="195"/>
                  <a:pt x="118" y="189"/>
                  <a:pt x="121" y="184"/>
                </a:cubicBezTo>
                <a:cubicBezTo>
                  <a:pt x="123" y="180"/>
                  <a:pt x="140" y="171"/>
                  <a:pt x="140" y="171"/>
                </a:cubicBezTo>
                <a:close/>
                <a:moveTo>
                  <a:pt x="182" y="162"/>
                </a:moveTo>
                <a:cubicBezTo>
                  <a:pt x="182" y="162"/>
                  <a:pt x="182" y="181"/>
                  <a:pt x="180" y="185"/>
                </a:cubicBezTo>
                <a:cubicBezTo>
                  <a:pt x="177" y="190"/>
                  <a:pt x="171" y="191"/>
                  <a:pt x="167" y="189"/>
                </a:cubicBezTo>
                <a:cubicBezTo>
                  <a:pt x="162" y="186"/>
                  <a:pt x="160" y="180"/>
                  <a:pt x="163" y="176"/>
                </a:cubicBezTo>
                <a:cubicBezTo>
                  <a:pt x="166" y="171"/>
                  <a:pt x="182" y="162"/>
                  <a:pt x="182" y="162"/>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Freeform 9"/>
          <p:cNvSpPr>
            <a:spLocks noEditPoints="1"/>
          </p:cNvSpPr>
          <p:nvPr/>
        </p:nvSpPr>
        <p:spPr bwMode="auto">
          <a:xfrm>
            <a:off x="10687766" y="92075"/>
            <a:ext cx="404806" cy="404806"/>
          </a:xfrm>
          <a:custGeom>
            <a:avLst/>
            <a:gdLst>
              <a:gd name="T0" fmla="*/ 46 w 205"/>
              <a:gd name="T1" fmla="*/ 195 h 205"/>
              <a:gd name="T2" fmla="*/ 10 w 205"/>
              <a:gd name="T3" fmla="*/ 159 h 205"/>
              <a:gd name="T4" fmla="*/ 39 w 205"/>
              <a:gd name="T5" fmla="*/ 101 h 205"/>
              <a:gd name="T6" fmla="*/ 187 w 205"/>
              <a:gd name="T7" fmla="*/ 18 h 205"/>
              <a:gd name="T8" fmla="*/ 104 w 205"/>
              <a:gd name="T9" fmla="*/ 166 h 205"/>
              <a:gd name="T10" fmla="*/ 174 w 205"/>
              <a:gd name="T11" fmla="*/ 81 h 205"/>
              <a:gd name="T12" fmla="*/ 169 w 205"/>
              <a:gd name="T13" fmla="*/ 87 h 205"/>
              <a:gd name="T14" fmla="*/ 165 w 205"/>
              <a:gd name="T15" fmla="*/ 69 h 205"/>
              <a:gd name="T16" fmla="*/ 174 w 205"/>
              <a:gd name="T17" fmla="*/ 31 h 205"/>
              <a:gd name="T18" fmla="*/ 136 w 205"/>
              <a:gd name="T19" fmla="*/ 40 h 205"/>
              <a:gd name="T20" fmla="*/ 118 w 205"/>
              <a:gd name="T21" fmla="*/ 36 h 205"/>
              <a:gd name="T22" fmla="*/ 124 w 205"/>
              <a:gd name="T23" fmla="*/ 31 h 205"/>
              <a:gd name="T24" fmla="*/ 64 w 205"/>
              <a:gd name="T25" fmla="*/ 112 h 205"/>
              <a:gd name="T26" fmla="*/ 47 w 205"/>
              <a:gd name="T27" fmla="*/ 109 h 205"/>
              <a:gd name="T28" fmla="*/ 22 w 205"/>
              <a:gd name="T29" fmla="*/ 162 h 205"/>
              <a:gd name="T30" fmla="*/ 43 w 205"/>
              <a:gd name="T31" fmla="*/ 183 h 205"/>
              <a:gd name="T32" fmla="*/ 96 w 205"/>
              <a:gd name="T33" fmla="*/ 158 h 205"/>
              <a:gd name="T34" fmla="*/ 93 w 205"/>
              <a:gd name="T35" fmla="*/ 141 h 205"/>
              <a:gd name="T36" fmla="*/ 174 w 205"/>
              <a:gd name="T37" fmla="*/ 81 h 205"/>
              <a:gd name="T38" fmla="*/ 126 w 205"/>
              <a:gd name="T39" fmla="*/ 130 h 205"/>
              <a:gd name="T40" fmla="*/ 108 w 205"/>
              <a:gd name="T41" fmla="*/ 126 h 205"/>
              <a:gd name="T42" fmla="*/ 140 w 205"/>
              <a:gd name="T43" fmla="*/ 94 h 205"/>
              <a:gd name="T44" fmla="*/ 144 w 205"/>
              <a:gd name="T45" fmla="*/ 112 h 205"/>
              <a:gd name="T46" fmla="*/ 140 w 205"/>
              <a:gd name="T47" fmla="*/ 94 h 205"/>
              <a:gd name="T48" fmla="*/ 39 w 205"/>
              <a:gd name="T49" fmla="*/ 173 h 205"/>
              <a:gd name="T50" fmla="*/ 116 w 205"/>
              <a:gd name="T51" fmla="*/ 82 h 205"/>
              <a:gd name="T52" fmla="*/ 137 w 205"/>
              <a:gd name="T53" fmla="*/ 68 h 205"/>
              <a:gd name="T54" fmla="*/ 123 w 205"/>
              <a:gd name="T55" fmla="*/ 89 h 205"/>
              <a:gd name="T56" fmla="*/ 86 w 205"/>
              <a:gd name="T57" fmla="*/ 90 h 205"/>
              <a:gd name="T58" fmla="*/ 68 w 205"/>
              <a:gd name="T59" fmla="*/ 87 h 205"/>
              <a:gd name="T60" fmla="*/ 100 w 205"/>
              <a:gd name="T61" fmla="*/ 54 h 205"/>
              <a:gd name="T62" fmla="*/ 104 w 205"/>
              <a:gd name="T63" fmla="*/ 72 h 205"/>
              <a:gd name="T64" fmla="*/ 100 w 205"/>
              <a:gd name="T65" fmla="*/ 54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5" h="205">
                <a:moveTo>
                  <a:pt x="63" y="179"/>
                </a:moveTo>
                <a:cubicBezTo>
                  <a:pt x="46" y="195"/>
                  <a:pt x="46" y="195"/>
                  <a:pt x="46" y="195"/>
                </a:cubicBezTo>
                <a:cubicBezTo>
                  <a:pt x="36" y="205"/>
                  <a:pt x="20" y="205"/>
                  <a:pt x="10" y="195"/>
                </a:cubicBezTo>
                <a:cubicBezTo>
                  <a:pt x="0" y="185"/>
                  <a:pt x="0" y="169"/>
                  <a:pt x="10" y="159"/>
                </a:cubicBezTo>
                <a:cubicBezTo>
                  <a:pt x="26" y="142"/>
                  <a:pt x="26" y="142"/>
                  <a:pt x="26" y="142"/>
                </a:cubicBezTo>
                <a:cubicBezTo>
                  <a:pt x="24" y="128"/>
                  <a:pt x="28" y="112"/>
                  <a:pt x="39" y="101"/>
                </a:cubicBezTo>
                <a:cubicBezTo>
                  <a:pt x="122" y="18"/>
                  <a:pt x="122" y="18"/>
                  <a:pt x="122" y="18"/>
                </a:cubicBezTo>
                <a:cubicBezTo>
                  <a:pt x="140" y="0"/>
                  <a:pt x="169" y="0"/>
                  <a:pt x="187" y="18"/>
                </a:cubicBezTo>
                <a:cubicBezTo>
                  <a:pt x="205" y="36"/>
                  <a:pt x="205" y="65"/>
                  <a:pt x="187" y="83"/>
                </a:cubicBezTo>
                <a:cubicBezTo>
                  <a:pt x="104" y="166"/>
                  <a:pt x="104" y="166"/>
                  <a:pt x="104" y="166"/>
                </a:cubicBezTo>
                <a:cubicBezTo>
                  <a:pt x="93" y="177"/>
                  <a:pt x="77" y="181"/>
                  <a:pt x="63" y="179"/>
                </a:cubicBezTo>
                <a:close/>
                <a:moveTo>
                  <a:pt x="174" y="81"/>
                </a:moveTo>
                <a:cubicBezTo>
                  <a:pt x="174" y="81"/>
                  <a:pt x="174" y="81"/>
                  <a:pt x="175" y="81"/>
                </a:cubicBezTo>
                <a:cubicBezTo>
                  <a:pt x="169" y="87"/>
                  <a:pt x="169" y="87"/>
                  <a:pt x="169" y="87"/>
                </a:cubicBezTo>
                <a:cubicBezTo>
                  <a:pt x="158" y="76"/>
                  <a:pt x="158" y="76"/>
                  <a:pt x="158" y="76"/>
                </a:cubicBezTo>
                <a:cubicBezTo>
                  <a:pt x="165" y="69"/>
                  <a:pt x="165" y="69"/>
                  <a:pt x="165" y="69"/>
                </a:cubicBezTo>
                <a:cubicBezTo>
                  <a:pt x="176" y="79"/>
                  <a:pt x="176" y="79"/>
                  <a:pt x="176" y="79"/>
                </a:cubicBezTo>
                <a:cubicBezTo>
                  <a:pt x="188" y="65"/>
                  <a:pt x="187" y="44"/>
                  <a:pt x="174" y="31"/>
                </a:cubicBezTo>
                <a:cubicBezTo>
                  <a:pt x="161" y="18"/>
                  <a:pt x="140" y="17"/>
                  <a:pt x="126" y="29"/>
                </a:cubicBezTo>
                <a:cubicBezTo>
                  <a:pt x="136" y="40"/>
                  <a:pt x="136" y="40"/>
                  <a:pt x="136" y="40"/>
                </a:cubicBezTo>
                <a:cubicBezTo>
                  <a:pt x="129" y="47"/>
                  <a:pt x="129" y="47"/>
                  <a:pt x="129" y="47"/>
                </a:cubicBezTo>
                <a:cubicBezTo>
                  <a:pt x="118" y="36"/>
                  <a:pt x="118" y="36"/>
                  <a:pt x="118" y="36"/>
                </a:cubicBezTo>
                <a:cubicBezTo>
                  <a:pt x="124" y="30"/>
                  <a:pt x="124" y="30"/>
                  <a:pt x="124" y="30"/>
                </a:cubicBezTo>
                <a:cubicBezTo>
                  <a:pt x="124" y="30"/>
                  <a:pt x="124" y="31"/>
                  <a:pt x="124" y="31"/>
                </a:cubicBezTo>
                <a:cubicBezTo>
                  <a:pt x="53" y="101"/>
                  <a:pt x="53" y="101"/>
                  <a:pt x="53" y="101"/>
                </a:cubicBezTo>
                <a:cubicBezTo>
                  <a:pt x="64" y="112"/>
                  <a:pt x="64" y="112"/>
                  <a:pt x="64" y="112"/>
                </a:cubicBezTo>
                <a:cubicBezTo>
                  <a:pt x="57" y="119"/>
                  <a:pt x="57" y="119"/>
                  <a:pt x="57" y="119"/>
                </a:cubicBezTo>
                <a:cubicBezTo>
                  <a:pt x="47" y="109"/>
                  <a:pt x="47" y="109"/>
                  <a:pt x="47" y="109"/>
                </a:cubicBezTo>
                <a:cubicBezTo>
                  <a:pt x="40" y="118"/>
                  <a:pt x="38" y="130"/>
                  <a:pt x="42" y="141"/>
                </a:cubicBezTo>
                <a:cubicBezTo>
                  <a:pt x="22" y="162"/>
                  <a:pt x="22" y="162"/>
                  <a:pt x="22" y="162"/>
                </a:cubicBezTo>
                <a:cubicBezTo>
                  <a:pt x="16" y="168"/>
                  <a:pt x="16" y="177"/>
                  <a:pt x="22" y="183"/>
                </a:cubicBezTo>
                <a:cubicBezTo>
                  <a:pt x="28" y="189"/>
                  <a:pt x="37" y="189"/>
                  <a:pt x="43" y="183"/>
                </a:cubicBezTo>
                <a:cubicBezTo>
                  <a:pt x="64" y="163"/>
                  <a:pt x="64" y="163"/>
                  <a:pt x="64" y="163"/>
                </a:cubicBezTo>
                <a:cubicBezTo>
                  <a:pt x="75" y="167"/>
                  <a:pt x="87" y="165"/>
                  <a:pt x="96" y="158"/>
                </a:cubicBezTo>
                <a:cubicBezTo>
                  <a:pt x="86" y="148"/>
                  <a:pt x="86" y="148"/>
                  <a:pt x="86" y="148"/>
                </a:cubicBezTo>
                <a:cubicBezTo>
                  <a:pt x="93" y="141"/>
                  <a:pt x="93" y="141"/>
                  <a:pt x="93" y="141"/>
                </a:cubicBezTo>
                <a:cubicBezTo>
                  <a:pt x="104" y="152"/>
                  <a:pt x="104" y="152"/>
                  <a:pt x="104" y="152"/>
                </a:cubicBezTo>
                <a:lnTo>
                  <a:pt x="174" y="81"/>
                </a:lnTo>
                <a:close/>
                <a:moveTo>
                  <a:pt x="115" y="119"/>
                </a:moveTo>
                <a:cubicBezTo>
                  <a:pt x="126" y="130"/>
                  <a:pt x="126" y="130"/>
                  <a:pt x="126" y="130"/>
                </a:cubicBezTo>
                <a:cubicBezTo>
                  <a:pt x="118" y="137"/>
                  <a:pt x="118" y="137"/>
                  <a:pt x="118" y="137"/>
                </a:cubicBezTo>
                <a:cubicBezTo>
                  <a:pt x="108" y="126"/>
                  <a:pt x="108" y="126"/>
                  <a:pt x="108" y="126"/>
                </a:cubicBezTo>
                <a:lnTo>
                  <a:pt x="115" y="119"/>
                </a:lnTo>
                <a:close/>
                <a:moveTo>
                  <a:pt x="140" y="94"/>
                </a:moveTo>
                <a:cubicBezTo>
                  <a:pt x="151" y="105"/>
                  <a:pt x="151" y="105"/>
                  <a:pt x="151" y="105"/>
                </a:cubicBezTo>
                <a:cubicBezTo>
                  <a:pt x="144" y="112"/>
                  <a:pt x="144" y="112"/>
                  <a:pt x="144" y="112"/>
                </a:cubicBezTo>
                <a:cubicBezTo>
                  <a:pt x="133" y="101"/>
                  <a:pt x="133" y="101"/>
                  <a:pt x="133" y="101"/>
                </a:cubicBezTo>
                <a:lnTo>
                  <a:pt x="140" y="94"/>
                </a:lnTo>
                <a:close/>
                <a:moveTo>
                  <a:pt x="123" y="89"/>
                </a:moveTo>
                <a:cubicBezTo>
                  <a:pt x="39" y="173"/>
                  <a:pt x="39" y="173"/>
                  <a:pt x="39" y="173"/>
                </a:cubicBezTo>
                <a:cubicBezTo>
                  <a:pt x="32" y="166"/>
                  <a:pt x="32" y="166"/>
                  <a:pt x="32" y="166"/>
                </a:cubicBezTo>
                <a:cubicBezTo>
                  <a:pt x="116" y="82"/>
                  <a:pt x="116" y="82"/>
                  <a:pt x="116" y="82"/>
                </a:cubicBezTo>
                <a:cubicBezTo>
                  <a:pt x="114" y="77"/>
                  <a:pt x="115" y="72"/>
                  <a:pt x="119" y="68"/>
                </a:cubicBezTo>
                <a:cubicBezTo>
                  <a:pt x="124" y="63"/>
                  <a:pt x="132" y="63"/>
                  <a:pt x="137" y="68"/>
                </a:cubicBezTo>
                <a:cubicBezTo>
                  <a:pt x="142" y="73"/>
                  <a:pt x="142" y="81"/>
                  <a:pt x="137" y="87"/>
                </a:cubicBezTo>
                <a:cubicBezTo>
                  <a:pt x="133" y="90"/>
                  <a:pt x="128" y="91"/>
                  <a:pt x="123" y="89"/>
                </a:cubicBezTo>
                <a:close/>
                <a:moveTo>
                  <a:pt x="75" y="79"/>
                </a:moveTo>
                <a:cubicBezTo>
                  <a:pt x="86" y="90"/>
                  <a:pt x="86" y="90"/>
                  <a:pt x="86" y="90"/>
                </a:cubicBezTo>
                <a:cubicBezTo>
                  <a:pt x="79" y="97"/>
                  <a:pt x="79" y="97"/>
                  <a:pt x="79" y="97"/>
                </a:cubicBezTo>
                <a:cubicBezTo>
                  <a:pt x="68" y="87"/>
                  <a:pt x="68" y="87"/>
                  <a:pt x="68" y="87"/>
                </a:cubicBezTo>
                <a:lnTo>
                  <a:pt x="75" y="79"/>
                </a:lnTo>
                <a:close/>
                <a:moveTo>
                  <a:pt x="100" y="54"/>
                </a:moveTo>
                <a:cubicBezTo>
                  <a:pt x="111" y="65"/>
                  <a:pt x="111" y="65"/>
                  <a:pt x="111" y="65"/>
                </a:cubicBezTo>
                <a:cubicBezTo>
                  <a:pt x="104" y="72"/>
                  <a:pt x="104" y="72"/>
                  <a:pt x="104" y="72"/>
                </a:cubicBezTo>
                <a:cubicBezTo>
                  <a:pt x="93" y="61"/>
                  <a:pt x="93" y="61"/>
                  <a:pt x="93" y="61"/>
                </a:cubicBezTo>
                <a:lnTo>
                  <a:pt x="100" y="54"/>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10"/>
          <p:cNvSpPr>
            <a:spLocks noEditPoints="1"/>
          </p:cNvSpPr>
          <p:nvPr/>
        </p:nvSpPr>
        <p:spPr bwMode="auto">
          <a:xfrm>
            <a:off x="11216263" y="100508"/>
            <a:ext cx="333122" cy="387939"/>
          </a:xfrm>
          <a:custGeom>
            <a:avLst/>
            <a:gdLst>
              <a:gd name="T0" fmla="*/ 169 w 169"/>
              <a:gd name="T1" fmla="*/ 128 h 197"/>
              <a:gd name="T2" fmla="*/ 169 w 169"/>
              <a:gd name="T3" fmla="*/ 132 h 197"/>
              <a:gd name="T4" fmla="*/ 157 w 169"/>
              <a:gd name="T5" fmla="*/ 176 h 197"/>
              <a:gd name="T6" fmla="*/ 112 w 169"/>
              <a:gd name="T7" fmla="*/ 197 h 197"/>
              <a:gd name="T8" fmla="*/ 64 w 169"/>
              <a:gd name="T9" fmla="*/ 173 h 197"/>
              <a:gd name="T10" fmla="*/ 51 w 169"/>
              <a:gd name="T11" fmla="*/ 100 h 197"/>
              <a:gd name="T12" fmla="*/ 64 w 169"/>
              <a:gd name="T13" fmla="*/ 28 h 197"/>
              <a:gd name="T14" fmla="*/ 112 w 169"/>
              <a:gd name="T15" fmla="*/ 4 h 197"/>
              <a:gd name="T16" fmla="*/ 168 w 169"/>
              <a:gd name="T17" fmla="*/ 65 h 197"/>
              <a:gd name="T18" fmla="*/ 168 w 169"/>
              <a:gd name="T19" fmla="*/ 68 h 197"/>
              <a:gd name="T20" fmla="*/ 139 w 169"/>
              <a:gd name="T21" fmla="*/ 68 h 197"/>
              <a:gd name="T22" fmla="*/ 139 w 169"/>
              <a:gd name="T23" fmla="*/ 65 h 197"/>
              <a:gd name="T24" fmla="*/ 112 w 169"/>
              <a:gd name="T25" fmla="*/ 27 h 197"/>
              <a:gd name="T26" fmla="*/ 88 w 169"/>
              <a:gd name="T27" fmla="*/ 41 h 197"/>
              <a:gd name="T28" fmla="*/ 80 w 169"/>
              <a:gd name="T29" fmla="*/ 100 h 197"/>
              <a:gd name="T30" fmla="*/ 88 w 169"/>
              <a:gd name="T31" fmla="*/ 159 h 197"/>
              <a:gd name="T32" fmla="*/ 112 w 169"/>
              <a:gd name="T33" fmla="*/ 174 h 197"/>
              <a:gd name="T34" fmla="*/ 140 w 169"/>
              <a:gd name="T35" fmla="*/ 131 h 197"/>
              <a:gd name="T36" fmla="*/ 140 w 169"/>
              <a:gd name="T37" fmla="*/ 128 h 197"/>
              <a:gd name="T38" fmla="*/ 169 w 169"/>
              <a:gd name="T39" fmla="*/ 128 h 197"/>
              <a:gd name="T40" fmla="*/ 24 w 169"/>
              <a:gd name="T41" fmla="*/ 48 h 197"/>
              <a:gd name="T42" fmla="*/ 0 w 169"/>
              <a:gd name="T43" fmla="*/ 24 h 197"/>
              <a:gd name="T44" fmla="*/ 24 w 169"/>
              <a:gd name="T45" fmla="*/ 0 h 197"/>
              <a:gd name="T46" fmla="*/ 48 w 169"/>
              <a:gd name="T47" fmla="*/ 24 h 197"/>
              <a:gd name="T48" fmla="*/ 24 w 169"/>
              <a:gd name="T49" fmla="*/ 48 h 197"/>
              <a:gd name="T50" fmla="*/ 24 w 169"/>
              <a:gd name="T51" fmla="*/ 12 h 197"/>
              <a:gd name="T52" fmla="*/ 12 w 169"/>
              <a:gd name="T53" fmla="*/ 24 h 197"/>
              <a:gd name="T54" fmla="*/ 24 w 169"/>
              <a:gd name="T55" fmla="*/ 35 h 197"/>
              <a:gd name="T56" fmla="*/ 36 w 169"/>
              <a:gd name="T57" fmla="*/ 24 h 197"/>
              <a:gd name="T58" fmla="*/ 24 w 169"/>
              <a:gd name="T59" fmla="*/ 12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69" h="197">
                <a:moveTo>
                  <a:pt x="169" y="128"/>
                </a:moveTo>
                <a:cubicBezTo>
                  <a:pt x="169" y="132"/>
                  <a:pt x="169" y="132"/>
                  <a:pt x="169" y="132"/>
                </a:cubicBezTo>
                <a:cubicBezTo>
                  <a:pt x="169" y="151"/>
                  <a:pt x="165" y="165"/>
                  <a:pt x="157" y="176"/>
                </a:cubicBezTo>
                <a:cubicBezTo>
                  <a:pt x="147" y="190"/>
                  <a:pt x="132" y="197"/>
                  <a:pt x="112" y="197"/>
                </a:cubicBezTo>
                <a:cubicBezTo>
                  <a:pt x="89" y="197"/>
                  <a:pt x="73" y="189"/>
                  <a:pt x="64" y="173"/>
                </a:cubicBezTo>
                <a:cubicBezTo>
                  <a:pt x="55" y="159"/>
                  <a:pt x="51" y="135"/>
                  <a:pt x="51" y="100"/>
                </a:cubicBezTo>
                <a:cubicBezTo>
                  <a:pt x="51" y="66"/>
                  <a:pt x="55" y="42"/>
                  <a:pt x="64" y="28"/>
                </a:cubicBezTo>
                <a:cubicBezTo>
                  <a:pt x="74" y="12"/>
                  <a:pt x="90" y="4"/>
                  <a:pt x="112" y="4"/>
                </a:cubicBezTo>
                <a:cubicBezTo>
                  <a:pt x="149" y="4"/>
                  <a:pt x="168" y="26"/>
                  <a:pt x="168" y="65"/>
                </a:cubicBezTo>
                <a:cubicBezTo>
                  <a:pt x="168" y="68"/>
                  <a:pt x="168" y="68"/>
                  <a:pt x="168" y="68"/>
                </a:cubicBezTo>
                <a:cubicBezTo>
                  <a:pt x="139" y="68"/>
                  <a:pt x="139" y="68"/>
                  <a:pt x="139" y="68"/>
                </a:cubicBezTo>
                <a:cubicBezTo>
                  <a:pt x="139" y="65"/>
                  <a:pt x="139" y="65"/>
                  <a:pt x="139" y="65"/>
                </a:cubicBezTo>
                <a:cubicBezTo>
                  <a:pt x="139" y="41"/>
                  <a:pt x="130" y="26"/>
                  <a:pt x="112" y="27"/>
                </a:cubicBezTo>
                <a:cubicBezTo>
                  <a:pt x="101" y="27"/>
                  <a:pt x="93" y="32"/>
                  <a:pt x="88" y="41"/>
                </a:cubicBezTo>
                <a:cubicBezTo>
                  <a:pt x="83" y="52"/>
                  <a:pt x="80" y="71"/>
                  <a:pt x="80" y="100"/>
                </a:cubicBezTo>
                <a:cubicBezTo>
                  <a:pt x="80" y="128"/>
                  <a:pt x="83" y="148"/>
                  <a:pt x="88" y="159"/>
                </a:cubicBezTo>
                <a:cubicBezTo>
                  <a:pt x="93" y="169"/>
                  <a:pt x="101" y="174"/>
                  <a:pt x="112" y="174"/>
                </a:cubicBezTo>
                <a:cubicBezTo>
                  <a:pt x="130" y="174"/>
                  <a:pt x="140" y="161"/>
                  <a:pt x="140" y="131"/>
                </a:cubicBezTo>
                <a:cubicBezTo>
                  <a:pt x="140" y="128"/>
                  <a:pt x="140" y="128"/>
                  <a:pt x="140" y="128"/>
                </a:cubicBezTo>
                <a:lnTo>
                  <a:pt x="169" y="128"/>
                </a:lnTo>
                <a:close/>
                <a:moveTo>
                  <a:pt x="24" y="48"/>
                </a:moveTo>
                <a:cubicBezTo>
                  <a:pt x="11" y="48"/>
                  <a:pt x="0" y="37"/>
                  <a:pt x="0" y="24"/>
                </a:cubicBezTo>
                <a:cubicBezTo>
                  <a:pt x="0" y="10"/>
                  <a:pt x="11" y="0"/>
                  <a:pt x="24" y="0"/>
                </a:cubicBezTo>
                <a:cubicBezTo>
                  <a:pt x="37" y="0"/>
                  <a:pt x="48" y="10"/>
                  <a:pt x="48" y="24"/>
                </a:cubicBezTo>
                <a:cubicBezTo>
                  <a:pt x="48" y="37"/>
                  <a:pt x="37" y="48"/>
                  <a:pt x="24" y="48"/>
                </a:cubicBezTo>
                <a:close/>
                <a:moveTo>
                  <a:pt x="24" y="12"/>
                </a:moveTo>
                <a:cubicBezTo>
                  <a:pt x="18" y="12"/>
                  <a:pt x="12" y="17"/>
                  <a:pt x="12" y="24"/>
                </a:cubicBezTo>
                <a:cubicBezTo>
                  <a:pt x="12" y="30"/>
                  <a:pt x="18" y="35"/>
                  <a:pt x="24" y="35"/>
                </a:cubicBezTo>
                <a:cubicBezTo>
                  <a:pt x="30" y="35"/>
                  <a:pt x="36" y="30"/>
                  <a:pt x="36" y="24"/>
                </a:cubicBezTo>
                <a:cubicBezTo>
                  <a:pt x="36" y="17"/>
                  <a:pt x="30" y="12"/>
                  <a:pt x="24" y="12"/>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11"/>
          <p:cNvSpPr>
            <a:spLocks noEditPoints="1"/>
          </p:cNvSpPr>
          <p:nvPr/>
        </p:nvSpPr>
        <p:spPr bwMode="auto">
          <a:xfrm>
            <a:off x="11702592" y="101914"/>
            <a:ext cx="319066" cy="389345"/>
          </a:xfrm>
          <a:custGeom>
            <a:avLst/>
            <a:gdLst>
              <a:gd name="T0" fmla="*/ 94 w 162"/>
              <a:gd name="T1" fmla="*/ 37 h 197"/>
              <a:gd name="T2" fmla="*/ 94 w 162"/>
              <a:gd name="T3" fmla="*/ 89 h 197"/>
              <a:gd name="T4" fmla="*/ 158 w 162"/>
              <a:gd name="T5" fmla="*/ 89 h 197"/>
              <a:gd name="T6" fmla="*/ 158 w 162"/>
              <a:gd name="T7" fmla="*/ 113 h 197"/>
              <a:gd name="T8" fmla="*/ 94 w 162"/>
              <a:gd name="T9" fmla="*/ 113 h 197"/>
              <a:gd name="T10" fmla="*/ 94 w 162"/>
              <a:gd name="T11" fmla="*/ 197 h 197"/>
              <a:gd name="T12" fmla="*/ 62 w 162"/>
              <a:gd name="T13" fmla="*/ 197 h 197"/>
              <a:gd name="T14" fmla="*/ 62 w 162"/>
              <a:gd name="T15" fmla="*/ 13 h 197"/>
              <a:gd name="T16" fmla="*/ 162 w 162"/>
              <a:gd name="T17" fmla="*/ 13 h 197"/>
              <a:gd name="T18" fmla="*/ 162 w 162"/>
              <a:gd name="T19" fmla="*/ 37 h 197"/>
              <a:gd name="T20" fmla="*/ 94 w 162"/>
              <a:gd name="T21" fmla="*/ 37 h 197"/>
              <a:gd name="T22" fmla="*/ 24 w 162"/>
              <a:gd name="T23" fmla="*/ 48 h 197"/>
              <a:gd name="T24" fmla="*/ 0 w 162"/>
              <a:gd name="T25" fmla="*/ 24 h 197"/>
              <a:gd name="T26" fmla="*/ 24 w 162"/>
              <a:gd name="T27" fmla="*/ 0 h 197"/>
              <a:gd name="T28" fmla="*/ 48 w 162"/>
              <a:gd name="T29" fmla="*/ 24 h 197"/>
              <a:gd name="T30" fmla="*/ 24 w 162"/>
              <a:gd name="T31" fmla="*/ 48 h 197"/>
              <a:gd name="T32" fmla="*/ 24 w 162"/>
              <a:gd name="T33" fmla="*/ 12 h 197"/>
              <a:gd name="T34" fmla="*/ 12 w 162"/>
              <a:gd name="T35" fmla="*/ 24 h 197"/>
              <a:gd name="T36" fmla="*/ 24 w 162"/>
              <a:gd name="T37" fmla="*/ 36 h 197"/>
              <a:gd name="T38" fmla="*/ 35 w 162"/>
              <a:gd name="T39" fmla="*/ 24 h 197"/>
              <a:gd name="T40" fmla="*/ 24 w 162"/>
              <a:gd name="T41" fmla="*/ 12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2" h="197">
                <a:moveTo>
                  <a:pt x="94" y="37"/>
                </a:moveTo>
                <a:cubicBezTo>
                  <a:pt x="94" y="89"/>
                  <a:pt x="94" y="89"/>
                  <a:pt x="94" y="89"/>
                </a:cubicBezTo>
                <a:cubicBezTo>
                  <a:pt x="158" y="89"/>
                  <a:pt x="158" y="89"/>
                  <a:pt x="158" y="89"/>
                </a:cubicBezTo>
                <a:cubicBezTo>
                  <a:pt x="158" y="113"/>
                  <a:pt x="158" y="113"/>
                  <a:pt x="158" y="113"/>
                </a:cubicBezTo>
                <a:cubicBezTo>
                  <a:pt x="94" y="113"/>
                  <a:pt x="94" y="113"/>
                  <a:pt x="94" y="113"/>
                </a:cubicBezTo>
                <a:cubicBezTo>
                  <a:pt x="94" y="197"/>
                  <a:pt x="94" y="197"/>
                  <a:pt x="94" y="197"/>
                </a:cubicBezTo>
                <a:cubicBezTo>
                  <a:pt x="62" y="197"/>
                  <a:pt x="62" y="197"/>
                  <a:pt x="62" y="197"/>
                </a:cubicBezTo>
                <a:cubicBezTo>
                  <a:pt x="62" y="13"/>
                  <a:pt x="62" y="13"/>
                  <a:pt x="62" y="13"/>
                </a:cubicBezTo>
                <a:cubicBezTo>
                  <a:pt x="162" y="13"/>
                  <a:pt x="162" y="13"/>
                  <a:pt x="162" y="13"/>
                </a:cubicBezTo>
                <a:cubicBezTo>
                  <a:pt x="162" y="37"/>
                  <a:pt x="162" y="37"/>
                  <a:pt x="162" y="37"/>
                </a:cubicBezTo>
                <a:lnTo>
                  <a:pt x="94" y="37"/>
                </a:lnTo>
                <a:close/>
                <a:moveTo>
                  <a:pt x="24" y="48"/>
                </a:moveTo>
                <a:cubicBezTo>
                  <a:pt x="10" y="48"/>
                  <a:pt x="0" y="37"/>
                  <a:pt x="0" y="24"/>
                </a:cubicBezTo>
                <a:cubicBezTo>
                  <a:pt x="0" y="11"/>
                  <a:pt x="10" y="0"/>
                  <a:pt x="24" y="0"/>
                </a:cubicBezTo>
                <a:cubicBezTo>
                  <a:pt x="37" y="0"/>
                  <a:pt x="48" y="11"/>
                  <a:pt x="48" y="24"/>
                </a:cubicBezTo>
                <a:cubicBezTo>
                  <a:pt x="48" y="37"/>
                  <a:pt x="37" y="48"/>
                  <a:pt x="24" y="48"/>
                </a:cubicBezTo>
                <a:close/>
                <a:moveTo>
                  <a:pt x="24" y="12"/>
                </a:moveTo>
                <a:cubicBezTo>
                  <a:pt x="17" y="12"/>
                  <a:pt x="12" y="18"/>
                  <a:pt x="12" y="24"/>
                </a:cubicBezTo>
                <a:cubicBezTo>
                  <a:pt x="12" y="30"/>
                  <a:pt x="17" y="36"/>
                  <a:pt x="24" y="36"/>
                </a:cubicBezTo>
                <a:cubicBezTo>
                  <a:pt x="30" y="36"/>
                  <a:pt x="35" y="30"/>
                  <a:pt x="35" y="24"/>
                </a:cubicBezTo>
                <a:cubicBezTo>
                  <a:pt x="35" y="18"/>
                  <a:pt x="30" y="12"/>
                  <a:pt x="24" y="12"/>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12"/>
          <p:cNvSpPr>
            <a:spLocks noEditPoints="1"/>
          </p:cNvSpPr>
          <p:nvPr/>
        </p:nvSpPr>
        <p:spPr bwMode="auto">
          <a:xfrm>
            <a:off x="8808509" y="605110"/>
            <a:ext cx="305011" cy="366856"/>
          </a:xfrm>
          <a:custGeom>
            <a:avLst/>
            <a:gdLst>
              <a:gd name="T0" fmla="*/ 0 w 155"/>
              <a:gd name="T1" fmla="*/ 92 h 186"/>
              <a:gd name="T2" fmla="*/ 103 w 155"/>
              <a:gd name="T3" fmla="*/ 0 h 186"/>
              <a:gd name="T4" fmla="*/ 151 w 155"/>
              <a:gd name="T5" fmla="*/ 11 h 186"/>
              <a:gd name="T6" fmla="*/ 150 w 155"/>
              <a:gd name="T7" fmla="*/ 18 h 186"/>
              <a:gd name="T8" fmla="*/ 103 w 155"/>
              <a:gd name="T9" fmla="*/ 93 h 186"/>
              <a:gd name="T10" fmla="*/ 150 w 155"/>
              <a:gd name="T11" fmla="*/ 168 h 186"/>
              <a:gd name="T12" fmla="*/ 151 w 155"/>
              <a:gd name="T13" fmla="*/ 175 h 186"/>
              <a:gd name="T14" fmla="*/ 103 w 155"/>
              <a:gd name="T15" fmla="*/ 186 h 186"/>
              <a:gd name="T16" fmla="*/ 0 w 155"/>
              <a:gd name="T17" fmla="*/ 93 h 186"/>
              <a:gd name="T18" fmla="*/ 0 w 155"/>
              <a:gd name="T19" fmla="*/ 92 h 186"/>
              <a:gd name="T20" fmla="*/ 46 w 155"/>
              <a:gd name="T21" fmla="*/ 92 h 186"/>
              <a:gd name="T22" fmla="*/ 79 w 155"/>
              <a:gd name="T23" fmla="*/ 22 h 186"/>
              <a:gd name="T24" fmla="*/ 77 w 155"/>
              <a:gd name="T25" fmla="*/ 18 h 186"/>
              <a:gd name="T26" fmla="*/ 21 w 155"/>
              <a:gd name="T27" fmla="*/ 92 h 186"/>
              <a:gd name="T28" fmla="*/ 77 w 155"/>
              <a:gd name="T29" fmla="*/ 167 h 186"/>
              <a:gd name="T30" fmla="*/ 79 w 155"/>
              <a:gd name="T31" fmla="*/ 162 h 186"/>
              <a:gd name="T32" fmla="*/ 46 w 155"/>
              <a:gd name="T33" fmla="*/ 92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5" h="186">
                <a:moveTo>
                  <a:pt x="0" y="92"/>
                </a:moveTo>
                <a:cubicBezTo>
                  <a:pt x="0" y="34"/>
                  <a:pt x="50" y="0"/>
                  <a:pt x="103" y="0"/>
                </a:cubicBezTo>
                <a:cubicBezTo>
                  <a:pt x="125" y="0"/>
                  <a:pt x="142" y="5"/>
                  <a:pt x="151" y="11"/>
                </a:cubicBezTo>
                <a:cubicBezTo>
                  <a:pt x="154" y="14"/>
                  <a:pt x="155" y="16"/>
                  <a:pt x="150" y="18"/>
                </a:cubicBezTo>
                <a:cubicBezTo>
                  <a:pt x="127" y="26"/>
                  <a:pt x="101" y="56"/>
                  <a:pt x="103" y="93"/>
                </a:cubicBezTo>
                <a:cubicBezTo>
                  <a:pt x="101" y="129"/>
                  <a:pt x="127" y="159"/>
                  <a:pt x="150" y="168"/>
                </a:cubicBezTo>
                <a:cubicBezTo>
                  <a:pt x="155" y="169"/>
                  <a:pt x="154" y="172"/>
                  <a:pt x="151" y="175"/>
                </a:cubicBezTo>
                <a:cubicBezTo>
                  <a:pt x="142" y="181"/>
                  <a:pt x="123" y="186"/>
                  <a:pt x="103" y="186"/>
                </a:cubicBezTo>
                <a:cubicBezTo>
                  <a:pt x="50" y="186"/>
                  <a:pt x="0" y="151"/>
                  <a:pt x="0" y="93"/>
                </a:cubicBezTo>
                <a:lnTo>
                  <a:pt x="0" y="92"/>
                </a:lnTo>
                <a:close/>
                <a:moveTo>
                  <a:pt x="46" y="92"/>
                </a:moveTo>
                <a:cubicBezTo>
                  <a:pt x="46" y="54"/>
                  <a:pt x="67" y="32"/>
                  <a:pt x="79" y="22"/>
                </a:cubicBezTo>
                <a:cubicBezTo>
                  <a:pt x="82" y="20"/>
                  <a:pt x="82" y="17"/>
                  <a:pt x="77" y="18"/>
                </a:cubicBezTo>
                <a:cubicBezTo>
                  <a:pt x="41" y="23"/>
                  <a:pt x="21" y="59"/>
                  <a:pt x="21" y="92"/>
                </a:cubicBezTo>
                <a:cubicBezTo>
                  <a:pt x="21" y="126"/>
                  <a:pt x="41" y="162"/>
                  <a:pt x="77" y="167"/>
                </a:cubicBezTo>
                <a:cubicBezTo>
                  <a:pt x="82" y="168"/>
                  <a:pt x="82" y="165"/>
                  <a:pt x="79" y="162"/>
                </a:cubicBezTo>
                <a:cubicBezTo>
                  <a:pt x="67" y="153"/>
                  <a:pt x="46" y="131"/>
                  <a:pt x="46" y="92"/>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13"/>
          <p:cNvSpPr>
            <a:spLocks noEditPoints="1"/>
          </p:cNvSpPr>
          <p:nvPr/>
        </p:nvSpPr>
        <p:spPr bwMode="auto">
          <a:xfrm>
            <a:off x="9254077" y="613544"/>
            <a:ext cx="387939" cy="349989"/>
          </a:xfrm>
          <a:custGeom>
            <a:avLst/>
            <a:gdLst>
              <a:gd name="T0" fmla="*/ 179 w 197"/>
              <a:gd name="T1" fmla="*/ 178 h 178"/>
              <a:gd name="T2" fmla="*/ 58 w 197"/>
              <a:gd name="T3" fmla="*/ 178 h 178"/>
              <a:gd name="T4" fmla="*/ 33 w 197"/>
              <a:gd name="T5" fmla="*/ 152 h 178"/>
              <a:gd name="T6" fmla="*/ 57 w 197"/>
              <a:gd name="T7" fmla="*/ 127 h 178"/>
              <a:gd name="T8" fmla="*/ 57 w 197"/>
              <a:gd name="T9" fmla="*/ 126 h 178"/>
              <a:gd name="T10" fmla="*/ 75 w 197"/>
              <a:gd name="T11" fmla="*/ 114 h 178"/>
              <a:gd name="T12" fmla="*/ 112 w 197"/>
              <a:gd name="T13" fmla="*/ 80 h 178"/>
              <a:gd name="T14" fmla="*/ 150 w 197"/>
              <a:gd name="T15" fmla="*/ 116 h 178"/>
              <a:gd name="T16" fmla="*/ 153 w 197"/>
              <a:gd name="T17" fmla="*/ 116 h 178"/>
              <a:gd name="T18" fmla="*/ 178 w 197"/>
              <a:gd name="T19" fmla="*/ 141 h 178"/>
              <a:gd name="T20" fmla="*/ 178 w 197"/>
              <a:gd name="T21" fmla="*/ 143 h 178"/>
              <a:gd name="T22" fmla="*/ 179 w 197"/>
              <a:gd name="T23" fmla="*/ 142 h 178"/>
              <a:gd name="T24" fmla="*/ 197 w 197"/>
              <a:gd name="T25" fmla="*/ 160 h 178"/>
              <a:gd name="T26" fmla="*/ 179 w 197"/>
              <a:gd name="T27" fmla="*/ 178 h 178"/>
              <a:gd name="T28" fmla="*/ 113 w 197"/>
              <a:gd name="T29" fmla="*/ 13 h 178"/>
              <a:gd name="T30" fmla="*/ 78 w 197"/>
              <a:gd name="T31" fmla="*/ 70 h 178"/>
              <a:gd name="T32" fmla="*/ 78 w 197"/>
              <a:gd name="T33" fmla="*/ 70 h 178"/>
              <a:gd name="T34" fmla="*/ 66 w 197"/>
              <a:gd name="T35" fmla="*/ 101 h 178"/>
              <a:gd name="T36" fmla="*/ 46 w 197"/>
              <a:gd name="T37" fmla="*/ 107 h 178"/>
              <a:gd name="T38" fmla="*/ 35 w 197"/>
              <a:gd name="T39" fmla="*/ 69 h 178"/>
              <a:gd name="T40" fmla="*/ 35 w 197"/>
              <a:gd name="T41" fmla="*/ 69 h 178"/>
              <a:gd name="T42" fmla="*/ 60 w 197"/>
              <a:gd name="T43" fmla="*/ 17 h 178"/>
              <a:gd name="T44" fmla="*/ 59 w 197"/>
              <a:gd name="T45" fmla="*/ 13 h 178"/>
              <a:gd name="T46" fmla="*/ 17 w 197"/>
              <a:gd name="T47" fmla="*/ 69 h 178"/>
              <a:gd name="T48" fmla="*/ 41 w 197"/>
              <a:gd name="T49" fmla="*/ 119 h 178"/>
              <a:gd name="T50" fmla="*/ 27 w 197"/>
              <a:gd name="T51" fmla="*/ 123 h 178"/>
              <a:gd name="T52" fmla="*/ 0 w 197"/>
              <a:gd name="T53" fmla="*/ 70 h 178"/>
              <a:gd name="T54" fmla="*/ 0 w 197"/>
              <a:gd name="T55" fmla="*/ 69 h 178"/>
              <a:gd name="T56" fmla="*/ 78 w 197"/>
              <a:gd name="T57" fmla="*/ 0 h 178"/>
              <a:gd name="T58" fmla="*/ 114 w 197"/>
              <a:gd name="T59" fmla="*/ 8 h 178"/>
              <a:gd name="T60" fmla="*/ 113 w 197"/>
              <a:gd name="T61" fmla="*/ 1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7" h="178">
                <a:moveTo>
                  <a:pt x="179" y="178"/>
                </a:moveTo>
                <a:cubicBezTo>
                  <a:pt x="158" y="178"/>
                  <a:pt x="102" y="178"/>
                  <a:pt x="58" y="178"/>
                </a:cubicBezTo>
                <a:cubicBezTo>
                  <a:pt x="45" y="178"/>
                  <a:pt x="33" y="166"/>
                  <a:pt x="33" y="152"/>
                </a:cubicBezTo>
                <a:cubicBezTo>
                  <a:pt x="33" y="139"/>
                  <a:pt x="44" y="128"/>
                  <a:pt x="57" y="127"/>
                </a:cubicBezTo>
                <a:cubicBezTo>
                  <a:pt x="57" y="127"/>
                  <a:pt x="57" y="126"/>
                  <a:pt x="57" y="126"/>
                </a:cubicBezTo>
                <a:cubicBezTo>
                  <a:pt x="58" y="112"/>
                  <a:pt x="69" y="115"/>
                  <a:pt x="75" y="114"/>
                </a:cubicBezTo>
                <a:cubicBezTo>
                  <a:pt x="77" y="94"/>
                  <a:pt x="86" y="80"/>
                  <a:pt x="112" y="80"/>
                </a:cubicBezTo>
                <a:cubicBezTo>
                  <a:pt x="133" y="80"/>
                  <a:pt x="149" y="96"/>
                  <a:pt x="150" y="116"/>
                </a:cubicBezTo>
                <a:cubicBezTo>
                  <a:pt x="151" y="116"/>
                  <a:pt x="152" y="116"/>
                  <a:pt x="153" y="116"/>
                </a:cubicBezTo>
                <a:cubicBezTo>
                  <a:pt x="167" y="116"/>
                  <a:pt x="178" y="127"/>
                  <a:pt x="178" y="141"/>
                </a:cubicBezTo>
                <a:cubicBezTo>
                  <a:pt x="178" y="142"/>
                  <a:pt x="178" y="142"/>
                  <a:pt x="178" y="143"/>
                </a:cubicBezTo>
                <a:cubicBezTo>
                  <a:pt x="179" y="143"/>
                  <a:pt x="179" y="142"/>
                  <a:pt x="179" y="142"/>
                </a:cubicBezTo>
                <a:cubicBezTo>
                  <a:pt x="189" y="142"/>
                  <a:pt x="197" y="150"/>
                  <a:pt x="197" y="160"/>
                </a:cubicBezTo>
                <a:cubicBezTo>
                  <a:pt x="197" y="169"/>
                  <a:pt x="189" y="178"/>
                  <a:pt x="179" y="178"/>
                </a:cubicBezTo>
                <a:close/>
                <a:moveTo>
                  <a:pt x="113" y="13"/>
                </a:moveTo>
                <a:cubicBezTo>
                  <a:pt x="97" y="20"/>
                  <a:pt x="77" y="42"/>
                  <a:pt x="78" y="70"/>
                </a:cubicBezTo>
                <a:cubicBezTo>
                  <a:pt x="78" y="70"/>
                  <a:pt x="78" y="70"/>
                  <a:pt x="78" y="70"/>
                </a:cubicBezTo>
                <a:cubicBezTo>
                  <a:pt x="71" y="78"/>
                  <a:pt x="67" y="89"/>
                  <a:pt x="66" y="101"/>
                </a:cubicBezTo>
                <a:cubicBezTo>
                  <a:pt x="61" y="102"/>
                  <a:pt x="51" y="100"/>
                  <a:pt x="46" y="107"/>
                </a:cubicBezTo>
                <a:cubicBezTo>
                  <a:pt x="40" y="98"/>
                  <a:pt x="35" y="85"/>
                  <a:pt x="35" y="69"/>
                </a:cubicBezTo>
                <a:cubicBezTo>
                  <a:pt x="35" y="69"/>
                  <a:pt x="35" y="69"/>
                  <a:pt x="35" y="69"/>
                </a:cubicBezTo>
                <a:cubicBezTo>
                  <a:pt x="35" y="41"/>
                  <a:pt x="51" y="24"/>
                  <a:pt x="60" y="17"/>
                </a:cubicBezTo>
                <a:cubicBezTo>
                  <a:pt x="63" y="15"/>
                  <a:pt x="62" y="13"/>
                  <a:pt x="59" y="13"/>
                </a:cubicBezTo>
                <a:cubicBezTo>
                  <a:pt x="32" y="17"/>
                  <a:pt x="17" y="44"/>
                  <a:pt x="17" y="69"/>
                </a:cubicBezTo>
                <a:cubicBezTo>
                  <a:pt x="17" y="88"/>
                  <a:pt x="25" y="108"/>
                  <a:pt x="41" y="119"/>
                </a:cubicBezTo>
                <a:cubicBezTo>
                  <a:pt x="36" y="119"/>
                  <a:pt x="31" y="121"/>
                  <a:pt x="27" y="123"/>
                </a:cubicBezTo>
                <a:cubicBezTo>
                  <a:pt x="11" y="111"/>
                  <a:pt x="0" y="93"/>
                  <a:pt x="0" y="70"/>
                </a:cubicBezTo>
                <a:cubicBezTo>
                  <a:pt x="0" y="69"/>
                  <a:pt x="0" y="69"/>
                  <a:pt x="0" y="69"/>
                </a:cubicBezTo>
                <a:cubicBezTo>
                  <a:pt x="0" y="26"/>
                  <a:pt x="39" y="0"/>
                  <a:pt x="78" y="0"/>
                </a:cubicBezTo>
                <a:cubicBezTo>
                  <a:pt x="94" y="0"/>
                  <a:pt x="108" y="3"/>
                  <a:pt x="114" y="8"/>
                </a:cubicBezTo>
                <a:cubicBezTo>
                  <a:pt x="117" y="10"/>
                  <a:pt x="117" y="12"/>
                  <a:pt x="113" y="13"/>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4"/>
          <p:cNvSpPr>
            <a:spLocks noEditPoints="1"/>
          </p:cNvSpPr>
          <p:nvPr/>
        </p:nvSpPr>
        <p:spPr bwMode="auto">
          <a:xfrm>
            <a:off x="9741813" y="599488"/>
            <a:ext cx="392156" cy="372478"/>
          </a:xfrm>
          <a:custGeom>
            <a:avLst/>
            <a:gdLst>
              <a:gd name="T0" fmla="*/ 167 w 199"/>
              <a:gd name="T1" fmla="*/ 167 h 189"/>
              <a:gd name="T2" fmla="*/ 137 w 199"/>
              <a:gd name="T3" fmla="*/ 143 h 189"/>
              <a:gd name="T4" fmla="*/ 137 w 199"/>
              <a:gd name="T5" fmla="*/ 148 h 189"/>
              <a:gd name="T6" fmla="*/ 108 w 199"/>
              <a:gd name="T7" fmla="*/ 182 h 189"/>
              <a:gd name="T8" fmla="*/ 101 w 199"/>
              <a:gd name="T9" fmla="*/ 182 h 189"/>
              <a:gd name="T10" fmla="*/ 100 w 199"/>
              <a:gd name="T11" fmla="*/ 184 h 189"/>
              <a:gd name="T12" fmla="*/ 120 w 199"/>
              <a:gd name="T13" fmla="*/ 185 h 189"/>
              <a:gd name="T14" fmla="*/ 169 w 199"/>
              <a:gd name="T15" fmla="*/ 174 h 189"/>
              <a:gd name="T16" fmla="*/ 167 w 199"/>
              <a:gd name="T17" fmla="*/ 167 h 189"/>
              <a:gd name="T18" fmla="*/ 23 w 199"/>
              <a:gd name="T19" fmla="*/ 118 h 189"/>
              <a:gd name="T20" fmla="*/ 39 w 199"/>
              <a:gd name="T21" fmla="*/ 94 h 189"/>
              <a:gd name="T22" fmla="*/ 39 w 199"/>
              <a:gd name="T23" fmla="*/ 92 h 189"/>
              <a:gd name="T24" fmla="*/ 95 w 199"/>
              <a:gd name="T25" fmla="*/ 17 h 189"/>
              <a:gd name="T26" fmla="*/ 97 w 199"/>
              <a:gd name="T27" fmla="*/ 22 h 189"/>
              <a:gd name="T28" fmla="*/ 63 w 199"/>
              <a:gd name="T29" fmla="*/ 90 h 189"/>
              <a:gd name="T30" fmla="*/ 105 w 199"/>
              <a:gd name="T31" fmla="*/ 118 h 189"/>
              <a:gd name="T32" fmla="*/ 108 w 199"/>
              <a:gd name="T33" fmla="*/ 118 h 189"/>
              <a:gd name="T34" fmla="*/ 125 w 199"/>
              <a:gd name="T35" fmla="*/ 123 h 189"/>
              <a:gd name="T36" fmla="*/ 120 w 199"/>
              <a:gd name="T37" fmla="*/ 93 h 189"/>
              <a:gd name="T38" fmla="*/ 167 w 199"/>
              <a:gd name="T39" fmla="*/ 18 h 189"/>
              <a:gd name="T40" fmla="*/ 169 w 199"/>
              <a:gd name="T41" fmla="*/ 11 h 189"/>
              <a:gd name="T42" fmla="*/ 121 w 199"/>
              <a:gd name="T43" fmla="*/ 0 h 189"/>
              <a:gd name="T44" fmla="*/ 17 w 199"/>
              <a:gd name="T45" fmla="*/ 92 h 189"/>
              <a:gd name="T46" fmla="*/ 17 w 199"/>
              <a:gd name="T47" fmla="*/ 93 h 189"/>
              <a:gd name="T48" fmla="*/ 21 w 199"/>
              <a:gd name="T49" fmla="*/ 118 h 189"/>
              <a:gd name="T50" fmla="*/ 23 w 199"/>
              <a:gd name="T51" fmla="*/ 118 h 189"/>
              <a:gd name="T52" fmla="*/ 182 w 199"/>
              <a:gd name="T53" fmla="*/ 55 h 189"/>
              <a:gd name="T54" fmla="*/ 180 w 199"/>
              <a:gd name="T55" fmla="*/ 55 h 189"/>
              <a:gd name="T56" fmla="*/ 163 w 199"/>
              <a:gd name="T57" fmla="*/ 42 h 189"/>
              <a:gd name="T58" fmla="*/ 146 w 199"/>
              <a:gd name="T59" fmla="*/ 55 h 189"/>
              <a:gd name="T60" fmla="*/ 145 w 199"/>
              <a:gd name="T61" fmla="*/ 55 h 189"/>
              <a:gd name="T62" fmla="*/ 131 w 199"/>
              <a:gd name="T63" fmla="*/ 66 h 189"/>
              <a:gd name="T64" fmla="*/ 145 w 199"/>
              <a:gd name="T65" fmla="*/ 78 h 189"/>
              <a:gd name="T66" fmla="*/ 148 w 199"/>
              <a:gd name="T67" fmla="*/ 78 h 189"/>
              <a:gd name="T68" fmla="*/ 161 w 199"/>
              <a:gd name="T69" fmla="*/ 89 h 189"/>
              <a:gd name="T70" fmla="*/ 173 w 199"/>
              <a:gd name="T71" fmla="*/ 80 h 189"/>
              <a:gd name="T72" fmla="*/ 182 w 199"/>
              <a:gd name="T73" fmla="*/ 82 h 189"/>
              <a:gd name="T74" fmla="*/ 199 w 199"/>
              <a:gd name="T75" fmla="*/ 68 h 189"/>
              <a:gd name="T76" fmla="*/ 182 w 199"/>
              <a:gd name="T77" fmla="*/ 55 h 189"/>
              <a:gd name="T78" fmla="*/ 127 w 199"/>
              <a:gd name="T79" fmla="*/ 148 h 189"/>
              <a:gd name="T80" fmla="*/ 100 w 199"/>
              <a:gd name="T81" fmla="*/ 126 h 189"/>
              <a:gd name="T82" fmla="*/ 98 w 199"/>
              <a:gd name="T83" fmla="*/ 126 h 189"/>
              <a:gd name="T84" fmla="*/ 67 w 199"/>
              <a:gd name="T85" fmla="*/ 102 h 189"/>
              <a:gd name="T86" fmla="*/ 36 w 199"/>
              <a:gd name="T87" fmla="*/ 126 h 189"/>
              <a:gd name="T88" fmla="*/ 32 w 199"/>
              <a:gd name="T89" fmla="*/ 126 h 189"/>
              <a:gd name="T90" fmla="*/ 0 w 199"/>
              <a:gd name="T91" fmla="*/ 151 h 189"/>
              <a:gd name="T92" fmla="*/ 32 w 199"/>
              <a:gd name="T93" fmla="*/ 177 h 189"/>
              <a:gd name="T94" fmla="*/ 48 w 199"/>
              <a:gd name="T95" fmla="*/ 173 h 189"/>
              <a:gd name="T96" fmla="*/ 71 w 199"/>
              <a:gd name="T97" fmla="*/ 189 h 189"/>
              <a:gd name="T98" fmla="*/ 95 w 199"/>
              <a:gd name="T99" fmla="*/ 169 h 189"/>
              <a:gd name="T100" fmla="*/ 100 w 199"/>
              <a:gd name="T101" fmla="*/ 170 h 189"/>
              <a:gd name="T102" fmla="*/ 127 w 199"/>
              <a:gd name="T103" fmla="*/ 148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9" h="189">
                <a:moveTo>
                  <a:pt x="167" y="167"/>
                </a:moveTo>
                <a:cubicBezTo>
                  <a:pt x="157" y="164"/>
                  <a:pt x="146" y="155"/>
                  <a:pt x="137" y="143"/>
                </a:cubicBezTo>
                <a:cubicBezTo>
                  <a:pt x="137" y="145"/>
                  <a:pt x="137" y="146"/>
                  <a:pt x="137" y="148"/>
                </a:cubicBezTo>
                <a:cubicBezTo>
                  <a:pt x="137" y="164"/>
                  <a:pt x="128" y="182"/>
                  <a:pt x="108" y="182"/>
                </a:cubicBezTo>
                <a:cubicBezTo>
                  <a:pt x="106" y="182"/>
                  <a:pt x="103" y="182"/>
                  <a:pt x="101" y="182"/>
                </a:cubicBezTo>
                <a:cubicBezTo>
                  <a:pt x="101" y="182"/>
                  <a:pt x="101" y="183"/>
                  <a:pt x="100" y="184"/>
                </a:cubicBezTo>
                <a:cubicBezTo>
                  <a:pt x="107" y="185"/>
                  <a:pt x="114" y="185"/>
                  <a:pt x="120" y="185"/>
                </a:cubicBezTo>
                <a:cubicBezTo>
                  <a:pt x="141" y="185"/>
                  <a:pt x="160" y="181"/>
                  <a:pt x="169" y="174"/>
                </a:cubicBezTo>
                <a:cubicBezTo>
                  <a:pt x="172" y="172"/>
                  <a:pt x="173" y="169"/>
                  <a:pt x="167" y="167"/>
                </a:cubicBezTo>
                <a:close/>
                <a:moveTo>
                  <a:pt x="23" y="118"/>
                </a:moveTo>
                <a:cubicBezTo>
                  <a:pt x="24" y="107"/>
                  <a:pt x="30" y="99"/>
                  <a:pt x="39" y="94"/>
                </a:cubicBezTo>
                <a:cubicBezTo>
                  <a:pt x="39" y="94"/>
                  <a:pt x="39" y="93"/>
                  <a:pt x="39" y="92"/>
                </a:cubicBezTo>
                <a:cubicBezTo>
                  <a:pt x="39" y="59"/>
                  <a:pt x="59" y="23"/>
                  <a:pt x="95" y="17"/>
                </a:cubicBezTo>
                <a:cubicBezTo>
                  <a:pt x="99" y="17"/>
                  <a:pt x="100" y="20"/>
                  <a:pt x="97" y="22"/>
                </a:cubicBezTo>
                <a:cubicBezTo>
                  <a:pt x="85" y="31"/>
                  <a:pt x="64" y="54"/>
                  <a:pt x="63" y="90"/>
                </a:cubicBezTo>
                <a:cubicBezTo>
                  <a:pt x="85" y="91"/>
                  <a:pt x="103" y="101"/>
                  <a:pt x="105" y="118"/>
                </a:cubicBezTo>
                <a:cubicBezTo>
                  <a:pt x="106" y="118"/>
                  <a:pt x="107" y="118"/>
                  <a:pt x="108" y="118"/>
                </a:cubicBezTo>
                <a:cubicBezTo>
                  <a:pt x="115" y="118"/>
                  <a:pt x="121" y="120"/>
                  <a:pt x="125" y="123"/>
                </a:cubicBezTo>
                <a:cubicBezTo>
                  <a:pt x="122" y="113"/>
                  <a:pt x="120" y="103"/>
                  <a:pt x="120" y="93"/>
                </a:cubicBezTo>
                <a:cubicBezTo>
                  <a:pt x="119" y="56"/>
                  <a:pt x="145" y="26"/>
                  <a:pt x="167" y="18"/>
                </a:cubicBezTo>
                <a:cubicBezTo>
                  <a:pt x="173" y="16"/>
                  <a:pt x="172" y="13"/>
                  <a:pt x="169" y="11"/>
                </a:cubicBezTo>
                <a:cubicBezTo>
                  <a:pt x="160" y="4"/>
                  <a:pt x="142" y="0"/>
                  <a:pt x="121" y="0"/>
                </a:cubicBezTo>
                <a:cubicBezTo>
                  <a:pt x="68" y="0"/>
                  <a:pt x="17" y="34"/>
                  <a:pt x="17" y="92"/>
                </a:cubicBezTo>
                <a:cubicBezTo>
                  <a:pt x="17" y="93"/>
                  <a:pt x="17" y="93"/>
                  <a:pt x="17" y="93"/>
                </a:cubicBezTo>
                <a:cubicBezTo>
                  <a:pt x="17" y="102"/>
                  <a:pt x="19" y="110"/>
                  <a:pt x="21" y="118"/>
                </a:cubicBezTo>
                <a:cubicBezTo>
                  <a:pt x="22" y="118"/>
                  <a:pt x="22" y="118"/>
                  <a:pt x="23" y="118"/>
                </a:cubicBezTo>
                <a:close/>
                <a:moveTo>
                  <a:pt x="182" y="55"/>
                </a:moveTo>
                <a:cubicBezTo>
                  <a:pt x="181" y="55"/>
                  <a:pt x="180" y="55"/>
                  <a:pt x="180" y="55"/>
                </a:cubicBezTo>
                <a:cubicBezTo>
                  <a:pt x="179" y="48"/>
                  <a:pt x="172" y="42"/>
                  <a:pt x="163" y="42"/>
                </a:cubicBezTo>
                <a:cubicBezTo>
                  <a:pt x="154" y="42"/>
                  <a:pt x="147" y="48"/>
                  <a:pt x="146" y="55"/>
                </a:cubicBezTo>
                <a:cubicBezTo>
                  <a:pt x="146" y="55"/>
                  <a:pt x="145" y="55"/>
                  <a:pt x="145" y="55"/>
                </a:cubicBezTo>
                <a:cubicBezTo>
                  <a:pt x="137" y="55"/>
                  <a:pt x="131" y="60"/>
                  <a:pt x="131" y="66"/>
                </a:cubicBezTo>
                <a:cubicBezTo>
                  <a:pt x="131" y="73"/>
                  <a:pt x="137" y="78"/>
                  <a:pt x="145" y="78"/>
                </a:cubicBezTo>
                <a:cubicBezTo>
                  <a:pt x="146" y="78"/>
                  <a:pt x="147" y="78"/>
                  <a:pt x="148" y="78"/>
                </a:cubicBezTo>
                <a:cubicBezTo>
                  <a:pt x="149" y="84"/>
                  <a:pt x="154" y="89"/>
                  <a:pt x="161" y="89"/>
                </a:cubicBezTo>
                <a:cubicBezTo>
                  <a:pt x="166" y="89"/>
                  <a:pt x="171" y="85"/>
                  <a:pt x="173" y="80"/>
                </a:cubicBezTo>
                <a:cubicBezTo>
                  <a:pt x="176" y="81"/>
                  <a:pt x="178" y="82"/>
                  <a:pt x="182" y="82"/>
                </a:cubicBezTo>
                <a:cubicBezTo>
                  <a:pt x="191" y="82"/>
                  <a:pt x="199" y="76"/>
                  <a:pt x="199" y="68"/>
                </a:cubicBezTo>
                <a:cubicBezTo>
                  <a:pt x="199" y="61"/>
                  <a:pt x="191" y="55"/>
                  <a:pt x="182" y="55"/>
                </a:cubicBezTo>
                <a:close/>
                <a:moveTo>
                  <a:pt x="127" y="148"/>
                </a:moveTo>
                <a:cubicBezTo>
                  <a:pt x="127" y="136"/>
                  <a:pt x="115" y="126"/>
                  <a:pt x="100" y="126"/>
                </a:cubicBezTo>
                <a:cubicBezTo>
                  <a:pt x="100" y="126"/>
                  <a:pt x="99" y="126"/>
                  <a:pt x="98" y="126"/>
                </a:cubicBezTo>
                <a:cubicBezTo>
                  <a:pt x="97" y="113"/>
                  <a:pt x="83" y="102"/>
                  <a:pt x="67" y="102"/>
                </a:cubicBezTo>
                <a:cubicBezTo>
                  <a:pt x="50" y="102"/>
                  <a:pt x="37" y="113"/>
                  <a:pt x="36" y="126"/>
                </a:cubicBezTo>
                <a:cubicBezTo>
                  <a:pt x="35" y="126"/>
                  <a:pt x="33" y="126"/>
                  <a:pt x="32" y="126"/>
                </a:cubicBezTo>
                <a:cubicBezTo>
                  <a:pt x="15" y="126"/>
                  <a:pt x="0" y="137"/>
                  <a:pt x="0" y="151"/>
                </a:cubicBezTo>
                <a:cubicBezTo>
                  <a:pt x="0" y="165"/>
                  <a:pt x="15" y="177"/>
                  <a:pt x="32" y="177"/>
                </a:cubicBezTo>
                <a:cubicBezTo>
                  <a:pt x="38" y="177"/>
                  <a:pt x="43" y="175"/>
                  <a:pt x="48" y="173"/>
                </a:cubicBezTo>
                <a:cubicBezTo>
                  <a:pt x="52" y="183"/>
                  <a:pt x="60" y="189"/>
                  <a:pt x="71" y="189"/>
                </a:cubicBezTo>
                <a:cubicBezTo>
                  <a:pt x="83" y="189"/>
                  <a:pt x="93" y="181"/>
                  <a:pt x="95" y="169"/>
                </a:cubicBezTo>
                <a:cubicBezTo>
                  <a:pt x="97" y="170"/>
                  <a:pt x="99" y="170"/>
                  <a:pt x="100" y="170"/>
                </a:cubicBezTo>
                <a:cubicBezTo>
                  <a:pt x="115" y="170"/>
                  <a:pt x="127" y="160"/>
                  <a:pt x="127" y="148"/>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15"/>
          <p:cNvSpPr>
            <a:spLocks noEditPoints="1"/>
          </p:cNvSpPr>
          <p:nvPr/>
        </p:nvSpPr>
        <p:spPr bwMode="auto">
          <a:xfrm>
            <a:off x="10246414" y="593866"/>
            <a:ext cx="342961" cy="392157"/>
          </a:xfrm>
          <a:custGeom>
            <a:avLst/>
            <a:gdLst>
              <a:gd name="T0" fmla="*/ 160 w 174"/>
              <a:gd name="T1" fmla="*/ 154 h 199"/>
              <a:gd name="T2" fmla="*/ 57 w 174"/>
              <a:gd name="T3" fmla="*/ 154 h 199"/>
              <a:gd name="T4" fmla="*/ 37 w 174"/>
              <a:gd name="T5" fmla="*/ 133 h 199"/>
              <a:gd name="T6" fmla="*/ 56 w 174"/>
              <a:gd name="T7" fmla="*/ 113 h 199"/>
              <a:gd name="T8" fmla="*/ 55 w 174"/>
              <a:gd name="T9" fmla="*/ 112 h 199"/>
              <a:gd name="T10" fmla="*/ 70 w 174"/>
              <a:gd name="T11" fmla="*/ 103 h 199"/>
              <a:gd name="T12" fmla="*/ 107 w 174"/>
              <a:gd name="T13" fmla="*/ 76 h 199"/>
              <a:gd name="T14" fmla="*/ 137 w 174"/>
              <a:gd name="T15" fmla="*/ 105 h 199"/>
              <a:gd name="T16" fmla="*/ 140 w 174"/>
              <a:gd name="T17" fmla="*/ 105 h 199"/>
              <a:gd name="T18" fmla="*/ 160 w 174"/>
              <a:gd name="T19" fmla="*/ 124 h 199"/>
              <a:gd name="T20" fmla="*/ 160 w 174"/>
              <a:gd name="T21" fmla="*/ 126 h 199"/>
              <a:gd name="T22" fmla="*/ 160 w 174"/>
              <a:gd name="T23" fmla="*/ 126 h 199"/>
              <a:gd name="T24" fmla="*/ 174 w 174"/>
              <a:gd name="T25" fmla="*/ 140 h 199"/>
              <a:gd name="T26" fmla="*/ 160 w 174"/>
              <a:gd name="T27" fmla="*/ 154 h 199"/>
              <a:gd name="T28" fmla="*/ 105 w 174"/>
              <a:gd name="T29" fmla="*/ 13 h 199"/>
              <a:gd name="T30" fmla="*/ 72 w 174"/>
              <a:gd name="T31" fmla="*/ 65 h 199"/>
              <a:gd name="T32" fmla="*/ 72 w 174"/>
              <a:gd name="T33" fmla="*/ 66 h 199"/>
              <a:gd name="T34" fmla="*/ 61 w 174"/>
              <a:gd name="T35" fmla="*/ 94 h 199"/>
              <a:gd name="T36" fmla="*/ 42 w 174"/>
              <a:gd name="T37" fmla="*/ 99 h 199"/>
              <a:gd name="T38" fmla="*/ 32 w 174"/>
              <a:gd name="T39" fmla="*/ 65 h 199"/>
              <a:gd name="T40" fmla="*/ 32 w 174"/>
              <a:gd name="T41" fmla="*/ 65 h 199"/>
              <a:gd name="T42" fmla="*/ 55 w 174"/>
              <a:gd name="T43" fmla="*/ 16 h 199"/>
              <a:gd name="T44" fmla="*/ 54 w 174"/>
              <a:gd name="T45" fmla="*/ 13 h 199"/>
              <a:gd name="T46" fmla="*/ 15 w 174"/>
              <a:gd name="T47" fmla="*/ 65 h 199"/>
              <a:gd name="T48" fmla="*/ 37 w 174"/>
              <a:gd name="T49" fmla="*/ 111 h 199"/>
              <a:gd name="T50" fmla="*/ 25 w 174"/>
              <a:gd name="T51" fmla="*/ 115 h 199"/>
              <a:gd name="T52" fmla="*/ 0 w 174"/>
              <a:gd name="T53" fmla="*/ 65 h 199"/>
              <a:gd name="T54" fmla="*/ 0 w 174"/>
              <a:gd name="T55" fmla="*/ 65 h 199"/>
              <a:gd name="T56" fmla="*/ 72 w 174"/>
              <a:gd name="T57" fmla="*/ 0 h 199"/>
              <a:gd name="T58" fmla="*/ 105 w 174"/>
              <a:gd name="T59" fmla="*/ 8 h 199"/>
              <a:gd name="T60" fmla="*/ 105 w 174"/>
              <a:gd name="T61" fmla="*/ 13 h 199"/>
              <a:gd name="T62" fmla="*/ 73 w 174"/>
              <a:gd name="T63" fmla="*/ 160 h 199"/>
              <a:gd name="T64" fmla="*/ 71 w 174"/>
              <a:gd name="T65" fmla="*/ 184 h 199"/>
              <a:gd name="T66" fmla="*/ 58 w 174"/>
              <a:gd name="T67" fmla="*/ 187 h 199"/>
              <a:gd name="T68" fmla="*/ 54 w 174"/>
              <a:gd name="T69" fmla="*/ 174 h 199"/>
              <a:gd name="T70" fmla="*/ 73 w 174"/>
              <a:gd name="T71" fmla="*/ 160 h 199"/>
              <a:gd name="T72" fmla="*/ 115 w 174"/>
              <a:gd name="T73" fmla="*/ 169 h 199"/>
              <a:gd name="T74" fmla="*/ 113 w 174"/>
              <a:gd name="T75" fmla="*/ 193 h 199"/>
              <a:gd name="T76" fmla="*/ 100 w 174"/>
              <a:gd name="T77" fmla="*/ 196 h 199"/>
              <a:gd name="T78" fmla="*/ 96 w 174"/>
              <a:gd name="T79" fmla="*/ 183 h 199"/>
              <a:gd name="T80" fmla="*/ 115 w 174"/>
              <a:gd name="T81" fmla="*/ 169 h 199"/>
              <a:gd name="T82" fmla="*/ 158 w 174"/>
              <a:gd name="T83" fmla="*/ 160 h 199"/>
              <a:gd name="T84" fmla="*/ 155 w 174"/>
              <a:gd name="T85" fmla="*/ 184 h 199"/>
              <a:gd name="T86" fmla="*/ 142 w 174"/>
              <a:gd name="T87" fmla="*/ 187 h 199"/>
              <a:gd name="T88" fmla="*/ 139 w 174"/>
              <a:gd name="T89" fmla="*/ 174 h 199"/>
              <a:gd name="T90" fmla="*/ 158 w 174"/>
              <a:gd name="T91" fmla="*/ 16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74" h="199">
                <a:moveTo>
                  <a:pt x="160" y="154"/>
                </a:moveTo>
                <a:cubicBezTo>
                  <a:pt x="143" y="154"/>
                  <a:pt x="91" y="154"/>
                  <a:pt x="57" y="154"/>
                </a:cubicBezTo>
                <a:cubicBezTo>
                  <a:pt x="46" y="154"/>
                  <a:pt x="37" y="144"/>
                  <a:pt x="37" y="133"/>
                </a:cubicBezTo>
                <a:cubicBezTo>
                  <a:pt x="37" y="123"/>
                  <a:pt x="45" y="114"/>
                  <a:pt x="56" y="113"/>
                </a:cubicBezTo>
                <a:cubicBezTo>
                  <a:pt x="56" y="113"/>
                  <a:pt x="55" y="113"/>
                  <a:pt x="55" y="112"/>
                </a:cubicBezTo>
                <a:cubicBezTo>
                  <a:pt x="57" y="102"/>
                  <a:pt x="65" y="103"/>
                  <a:pt x="70" y="103"/>
                </a:cubicBezTo>
                <a:cubicBezTo>
                  <a:pt x="71" y="87"/>
                  <a:pt x="87" y="76"/>
                  <a:pt x="107" y="76"/>
                </a:cubicBezTo>
                <a:cubicBezTo>
                  <a:pt x="124" y="76"/>
                  <a:pt x="137" y="89"/>
                  <a:pt x="137" y="105"/>
                </a:cubicBezTo>
                <a:cubicBezTo>
                  <a:pt x="138" y="105"/>
                  <a:pt x="139" y="105"/>
                  <a:pt x="140" y="105"/>
                </a:cubicBezTo>
                <a:cubicBezTo>
                  <a:pt x="151" y="105"/>
                  <a:pt x="160" y="113"/>
                  <a:pt x="160" y="124"/>
                </a:cubicBezTo>
                <a:cubicBezTo>
                  <a:pt x="160" y="125"/>
                  <a:pt x="160" y="125"/>
                  <a:pt x="160" y="126"/>
                </a:cubicBezTo>
                <a:cubicBezTo>
                  <a:pt x="160" y="126"/>
                  <a:pt x="160" y="126"/>
                  <a:pt x="160" y="126"/>
                </a:cubicBezTo>
                <a:cubicBezTo>
                  <a:pt x="168" y="126"/>
                  <a:pt x="174" y="132"/>
                  <a:pt x="174" y="140"/>
                </a:cubicBezTo>
                <a:cubicBezTo>
                  <a:pt x="174" y="148"/>
                  <a:pt x="168" y="154"/>
                  <a:pt x="160" y="154"/>
                </a:cubicBezTo>
                <a:close/>
                <a:moveTo>
                  <a:pt x="105" y="13"/>
                </a:moveTo>
                <a:cubicBezTo>
                  <a:pt x="89" y="19"/>
                  <a:pt x="71" y="40"/>
                  <a:pt x="72" y="65"/>
                </a:cubicBezTo>
                <a:cubicBezTo>
                  <a:pt x="72" y="65"/>
                  <a:pt x="72" y="65"/>
                  <a:pt x="72" y="66"/>
                </a:cubicBezTo>
                <a:cubicBezTo>
                  <a:pt x="65" y="73"/>
                  <a:pt x="62" y="83"/>
                  <a:pt x="61" y="94"/>
                </a:cubicBezTo>
                <a:cubicBezTo>
                  <a:pt x="56" y="95"/>
                  <a:pt x="47" y="94"/>
                  <a:pt x="42" y="99"/>
                </a:cubicBezTo>
                <a:cubicBezTo>
                  <a:pt x="37" y="91"/>
                  <a:pt x="32" y="80"/>
                  <a:pt x="32" y="65"/>
                </a:cubicBezTo>
                <a:cubicBezTo>
                  <a:pt x="32" y="65"/>
                  <a:pt x="32" y="65"/>
                  <a:pt x="32" y="65"/>
                </a:cubicBezTo>
                <a:cubicBezTo>
                  <a:pt x="32" y="38"/>
                  <a:pt x="47" y="23"/>
                  <a:pt x="55" y="16"/>
                </a:cubicBezTo>
                <a:cubicBezTo>
                  <a:pt x="58" y="14"/>
                  <a:pt x="57" y="12"/>
                  <a:pt x="54" y="13"/>
                </a:cubicBezTo>
                <a:cubicBezTo>
                  <a:pt x="29" y="17"/>
                  <a:pt x="15" y="41"/>
                  <a:pt x="15" y="65"/>
                </a:cubicBezTo>
                <a:cubicBezTo>
                  <a:pt x="15" y="83"/>
                  <a:pt x="23" y="101"/>
                  <a:pt x="37" y="111"/>
                </a:cubicBezTo>
                <a:cubicBezTo>
                  <a:pt x="33" y="111"/>
                  <a:pt x="28" y="113"/>
                  <a:pt x="25" y="115"/>
                </a:cubicBezTo>
                <a:cubicBezTo>
                  <a:pt x="10" y="104"/>
                  <a:pt x="0" y="87"/>
                  <a:pt x="0" y="65"/>
                </a:cubicBezTo>
                <a:cubicBezTo>
                  <a:pt x="0" y="65"/>
                  <a:pt x="0" y="65"/>
                  <a:pt x="0" y="65"/>
                </a:cubicBezTo>
                <a:cubicBezTo>
                  <a:pt x="0" y="24"/>
                  <a:pt x="35" y="0"/>
                  <a:pt x="72" y="0"/>
                </a:cubicBezTo>
                <a:cubicBezTo>
                  <a:pt x="87" y="0"/>
                  <a:pt x="99" y="4"/>
                  <a:pt x="105" y="8"/>
                </a:cubicBezTo>
                <a:cubicBezTo>
                  <a:pt x="108" y="10"/>
                  <a:pt x="108" y="12"/>
                  <a:pt x="105" y="13"/>
                </a:cubicBezTo>
                <a:close/>
                <a:moveTo>
                  <a:pt x="73" y="160"/>
                </a:moveTo>
                <a:cubicBezTo>
                  <a:pt x="73" y="160"/>
                  <a:pt x="73" y="179"/>
                  <a:pt x="71" y="184"/>
                </a:cubicBezTo>
                <a:cubicBezTo>
                  <a:pt x="68" y="188"/>
                  <a:pt x="62" y="190"/>
                  <a:pt x="58" y="187"/>
                </a:cubicBezTo>
                <a:cubicBezTo>
                  <a:pt x="53" y="185"/>
                  <a:pt x="51" y="179"/>
                  <a:pt x="54" y="174"/>
                </a:cubicBezTo>
                <a:cubicBezTo>
                  <a:pt x="57" y="170"/>
                  <a:pt x="73" y="160"/>
                  <a:pt x="73" y="160"/>
                </a:cubicBezTo>
                <a:close/>
                <a:moveTo>
                  <a:pt x="115" y="169"/>
                </a:moveTo>
                <a:cubicBezTo>
                  <a:pt x="115" y="169"/>
                  <a:pt x="116" y="188"/>
                  <a:pt x="113" y="193"/>
                </a:cubicBezTo>
                <a:cubicBezTo>
                  <a:pt x="110" y="197"/>
                  <a:pt x="104" y="199"/>
                  <a:pt x="100" y="196"/>
                </a:cubicBezTo>
                <a:cubicBezTo>
                  <a:pt x="95" y="193"/>
                  <a:pt x="94" y="188"/>
                  <a:pt x="96" y="183"/>
                </a:cubicBezTo>
                <a:cubicBezTo>
                  <a:pt x="99" y="178"/>
                  <a:pt x="115" y="169"/>
                  <a:pt x="115" y="169"/>
                </a:cubicBezTo>
                <a:close/>
                <a:moveTo>
                  <a:pt x="158" y="160"/>
                </a:moveTo>
                <a:cubicBezTo>
                  <a:pt x="158" y="160"/>
                  <a:pt x="158" y="179"/>
                  <a:pt x="155" y="184"/>
                </a:cubicBezTo>
                <a:cubicBezTo>
                  <a:pt x="153" y="188"/>
                  <a:pt x="147" y="190"/>
                  <a:pt x="142" y="187"/>
                </a:cubicBezTo>
                <a:cubicBezTo>
                  <a:pt x="137" y="185"/>
                  <a:pt x="136" y="179"/>
                  <a:pt x="139" y="174"/>
                </a:cubicBezTo>
                <a:cubicBezTo>
                  <a:pt x="141" y="170"/>
                  <a:pt x="158" y="160"/>
                  <a:pt x="158" y="160"/>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6"/>
          <p:cNvSpPr>
            <a:spLocks noEditPoints="1"/>
          </p:cNvSpPr>
          <p:nvPr/>
        </p:nvSpPr>
        <p:spPr bwMode="auto">
          <a:xfrm>
            <a:off x="10693388" y="606516"/>
            <a:ext cx="389345" cy="366856"/>
          </a:xfrm>
          <a:custGeom>
            <a:avLst/>
            <a:gdLst>
              <a:gd name="T0" fmla="*/ 176 w 197"/>
              <a:gd name="T1" fmla="*/ 118 h 186"/>
              <a:gd name="T2" fmla="*/ 31 w 197"/>
              <a:gd name="T3" fmla="*/ 118 h 186"/>
              <a:gd name="T4" fmla="*/ 0 w 197"/>
              <a:gd name="T5" fmla="*/ 87 h 186"/>
              <a:gd name="T6" fmla="*/ 29 w 197"/>
              <a:gd name="T7" fmla="*/ 57 h 186"/>
              <a:gd name="T8" fmla="*/ 29 w 197"/>
              <a:gd name="T9" fmla="*/ 55 h 186"/>
              <a:gd name="T10" fmla="*/ 50 w 197"/>
              <a:gd name="T11" fmla="*/ 40 h 186"/>
              <a:gd name="T12" fmla="*/ 95 w 197"/>
              <a:gd name="T13" fmla="*/ 0 h 186"/>
              <a:gd name="T14" fmla="*/ 141 w 197"/>
              <a:gd name="T15" fmla="*/ 44 h 186"/>
              <a:gd name="T16" fmla="*/ 145 w 197"/>
              <a:gd name="T17" fmla="*/ 43 h 186"/>
              <a:gd name="T18" fmla="*/ 175 w 197"/>
              <a:gd name="T19" fmla="*/ 73 h 186"/>
              <a:gd name="T20" fmla="*/ 175 w 197"/>
              <a:gd name="T21" fmla="*/ 75 h 186"/>
              <a:gd name="T22" fmla="*/ 176 w 197"/>
              <a:gd name="T23" fmla="*/ 75 h 186"/>
              <a:gd name="T24" fmla="*/ 197 w 197"/>
              <a:gd name="T25" fmla="*/ 96 h 186"/>
              <a:gd name="T26" fmla="*/ 176 w 197"/>
              <a:gd name="T27" fmla="*/ 118 h 186"/>
              <a:gd name="T28" fmla="*/ 43 w 197"/>
              <a:gd name="T29" fmla="*/ 128 h 186"/>
              <a:gd name="T30" fmla="*/ 40 w 197"/>
              <a:gd name="T31" fmla="*/ 164 h 186"/>
              <a:gd name="T32" fmla="*/ 20 w 197"/>
              <a:gd name="T33" fmla="*/ 169 h 186"/>
              <a:gd name="T34" fmla="*/ 14 w 197"/>
              <a:gd name="T35" fmla="*/ 149 h 186"/>
              <a:gd name="T36" fmla="*/ 43 w 197"/>
              <a:gd name="T37" fmla="*/ 128 h 186"/>
              <a:gd name="T38" fmla="*/ 107 w 197"/>
              <a:gd name="T39" fmla="*/ 142 h 186"/>
              <a:gd name="T40" fmla="*/ 104 w 197"/>
              <a:gd name="T41" fmla="*/ 177 h 186"/>
              <a:gd name="T42" fmla="*/ 84 w 197"/>
              <a:gd name="T43" fmla="*/ 182 h 186"/>
              <a:gd name="T44" fmla="*/ 78 w 197"/>
              <a:gd name="T45" fmla="*/ 162 h 186"/>
              <a:gd name="T46" fmla="*/ 107 w 197"/>
              <a:gd name="T47" fmla="*/ 142 h 186"/>
              <a:gd name="T48" fmla="*/ 171 w 197"/>
              <a:gd name="T49" fmla="*/ 128 h 186"/>
              <a:gd name="T50" fmla="*/ 168 w 197"/>
              <a:gd name="T51" fmla="*/ 164 h 186"/>
              <a:gd name="T52" fmla="*/ 148 w 197"/>
              <a:gd name="T53" fmla="*/ 169 h 186"/>
              <a:gd name="T54" fmla="*/ 142 w 197"/>
              <a:gd name="T55" fmla="*/ 149 h 186"/>
              <a:gd name="T56" fmla="*/ 171 w 197"/>
              <a:gd name="T57" fmla="*/ 128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7" h="186">
                <a:moveTo>
                  <a:pt x="176" y="118"/>
                </a:moveTo>
                <a:cubicBezTo>
                  <a:pt x="150" y="118"/>
                  <a:pt x="82" y="118"/>
                  <a:pt x="31" y="118"/>
                </a:cubicBezTo>
                <a:cubicBezTo>
                  <a:pt x="14" y="118"/>
                  <a:pt x="0" y="103"/>
                  <a:pt x="0" y="87"/>
                </a:cubicBezTo>
                <a:cubicBezTo>
                  <a:pt x="0" y="71"/>
                  <a:pt x="13" y="58"/>
                  <a:pt x="29" y="57"/>
                </a:cubicBezTo>
                <a:cubicBezTo>
                  <a:pt x="29" y="56"/>
                  <a:pt x="29" y="56"/>
                  <a:pt x="29" y="55"/>
                </a:cubicBezTo>
                <a:cubicBezTo>
                  <a:pt x="30" y="39"/>
                  <a:pt x="43" y="42"/>
                  <a:pt x="50" y="40"/>
                </a:cubicBezTo>
                <a:cubicBezTo>
                  <a:pt x="53" y="17"/>
                  <a:pt x="64" y="0"/>
                  <a:pt x="95" y="0"/>
                </a:cubicBezTo>
                <a:cubicBezTo>
                  <a:pt x="120" y="0"/>
                  <a:pt x="140" y="19"/>
                  <a:pt x="141" y="44"/>
                </a:cubicBezTo>
                <a:cubicBezTo>
                  <a:pt x="142" y="43"/>
                  <a:pt x="143" y="43"/>
                  <a:pt x="145" y="43"/>
                </a:cubicBezTo>
                <a:cubicBezTo>
                  <a:pt x="161" y="43"/>
                  <a:pt x="175" y="57"/>
                  <a:pt x="175" y="73"/>
                </a:cubicBezTo>
                <a:cubicBezTo>
                  <a:pt x="175" y="74"/>
                  <a:pt x="175" y="75"/>
                  <a:pt x="175" y="75"/>
                </a:cubicBezTo>
                <a:cubicBezTo>
                  <a:pt x="175" y="75"/>
                  <a:pt x="175" y="75"/>
                  <a:pt x="176" y="75"/>
                </a:cubicBezTo>
                <a:cubicBezTo>
                  <a:pt x="187" y="75"/>
                  <a:pt x="197" y="84"/>
                  <a:pt x="197" y="96"/>
                </a:cubicBezTo>
                <a:cubicBezTo>
                  <a:pt x="197" y="107"/>
                  <a:pt x="187" y="118"/>
                  <a:pt x="176" y="118"/>
                </a:cubicBezTo>
                <a:close/>
                <a:moveTo>
                  <a:pt x="43" y="128"/>
                </a:moveTo>
                <a:cubicBezTo>
                  <a:pt x="43" y="128"/>
                  <a:pt x="44" y="157"/>
                  <a:pt x="40" y="164"/>
                </a:cubicBezTo>
                <a:cubicBezTo>
                  <a:pt x="36" y="171"/>
                  <a:pt x="27" y="173"/>
                  <a:pt x="20" y="169"/>
                </a:cubicBezTo>
                <a:cubicBezTo>
                  <a:pt x="13" y="165"/>
                  <a:pt x="10" y="156"/>
                  <a:pt x="14" y="149"/>
                </a:cubicBezTo>
                <a:cubicBezTo>
                  <a:pt x="18" y="142"/>
                  <a:pt x="43" y="128"/>
                  <a:pt x="43" y="128"/>
                </a:cubicBezTo>
                <a:close/>
                <a:moveTo>
                  <a:pt x="107" y="142"/>
                </a:moveTo>
                <a:cubicBezTo>
                  <a:pt x="107" y="142"/>
                  <a:pt x="108" y="170"/>
                  <a:pt x="104" y="177"/>
                </a:cubicBezTo>
                <a:cubicBezTo>
                  <a:pt x="100" y="184"/>
                  <a:pt x="91" y="186"/>
                  <a:pt x="84" y="182"/>
                </a:cubicBezTo>
                <a:cubicBezTo>
                  <a:pt x="77" y="178"/>
                  <a:pt x="74" y="169"/>
                  <a:pt x="78" y="162"/>
                </a:cubicBezTo>
                <a:cubicBezTo>
                  <a:pt x="82" y="155"/>
                  <a:pt x="107" y="142"/>
                  <a:pt x="107" y="142"/>
                </a:cubicBezTo>
                <a:close/>
                <a:moveTo>
                  <a:pt x="171" y="128"/>
                </a:moveTo>
                <a:cubicBezTo>
                  <a:pt x="171" y="128"/>
                  <a:pt x="172" y="157"/>
                  <a:pt x="168" y="164"/>
                </a:cubicBezTo>
                <a:cubicBezTo>
                  <a:pt x="164" y="171"/>
                  <a:pt x="155" y="173"/>
                  <a:pt x="148" y="169"/>
                </a:cubicBezTo>
                <a:cubicBezTo>
                  <a:pt x="141" y="165"/>
                  <a:pt x="138" y="156"/>
                  <a:pt x="142" y="149"/>
                </a:cubicBezTo>
                <a:cubicBezTo>
                  <a:pt x="146" y="142"/>
                  <a:pt x="171" y="128"/>
                  <a:pt x="171" y="128"/>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7"/>
          <p:cNvSpPr>
            <a:spLocks noEditPoints="1"/>
          </p:cNvSpPr>
          <p:nvPr/>
        </p:nvSpPr>
        <p:spPr bwMode="auto">
          <a:xfrm>
            <a:off x="11190962" y="586838"/>
            <a:ext cx="385128" cy="393562"/>
          </a:xfrm>
          <a:custGeom>
            <a:avLst/>
            <a:gdLst>
              <a:gd name="T0" fmla="*/ 148 w 196"/>
              <a:gd name="T1" fmla="*/ 144 h 199"/>
              <a:gd name="T2" fmla="*/ 151 w 196"/>
              <a:gd name="T3" fmla="*/ 156 h 199"/>
              <a:gd name="T4" fmla="*/ 163 w 196"/>
              <a:gd name="T5" fmla="*/ 153 h 199"/>
              <a:gd name="T6" fmla="*/ 166 w 196"/>
              <a:gd name="T7" fmla="*/ 132 h 199"/>
              <a:gd name="T8" fmla="*/ 148 w 196"/>
              <a:gd name="T9" fmla="*/ 144 h 199"/>
              <a:gd name="T10" fmla="*/ 175 w 196"/>
              <a:gd name="T11" fmla="*/ 75 h 199"/>
              <a:gd name="T12" fmla="*/ 174 w 196"/>
              <a:gd name="T13" fmla="*/ 76 h 199"/>
              <a:gd name="T14" fmla="*/ 174 w 196"/>
              <a:gd name="T15" fmla="*/ 74 h 199"/>
              <a:gd name="T16" fmla="*/ 144 w 196"/>
              <a:gd name="T17" fmla="*/ 44 h 199"/>
              <a:gd name="T18" fmla="*/ 140 w 196"/>
              <a:gd name="T19" fmla="*/ 44 h 199"/>
              <a:gd name="T20" fmla="*/ 94 w 196"/>
              <a:gd name="T21" fmla="*/ 0 h 199"/>
              <a:gd name="T22" fmla="*/ 49 w 196"/>
              <a:gd name="T23" fmla="*/ 41 h 199"/>
              <a:gd name="T24" fmla="*/ 28 w 196"/>
              <a:gd name="T25" fmla="*/ 56 h 199"/>
              <a:gd name="T26" fmla="*/ 28 w 196"/>
              <a:gd name="T27" fmla="*/ 57 h 199"/>
              <a:gd name="T28" fmla="*/ 0 w 196"/>
              <a:gd name="T29" fmla="*/ 87 h 199"/>
              <a:gd name="T30" fmla="*/ 30 w 196"/>
              <a:gd name="T31" fmla="*/ 118 h 199"/>
              <a:gd name="T32" fmla="*/ 175 w 196"/>
              <a:gd name="T33" fmla="*/ 118 h 199"/>
              <a:gd name="T34" fmla="*/ 196 w 196"/>
              <a:gd name="T35" fmla="*/ 96 h 199"/>
              <a:gd name="T36" fmla="*/ 175 w 196"/>
              <a:gd name="T37" fmla="*/ 75 h 199"/>
              <a:gd name="T38" fmla="*/ 24 w 196"/>
              <a:gd name="T39" fmla="*/ 144 h 199"/>
              <a:gd name="T40" fmla="*/ 27 w 196"/>
              <a:gd name="T41" fmla="*/ 156 h 199"/>
              <a:gd name="T42" fmla="*/ 39 w 196"/>
              <a:gd name="T43" fmla="*/ 153 h 199"/>
              <a:gd name="T44" fmla="*/ 42 w 196"/>
              <a:gd name="T45" fmla="*/ 132 h 199"/>
              <a:gd name="T46" fmla="*/ 24 w 196"/>
              <a:gd name="T47" fmla="*/ 144 h 199"/>
              <a:gd name="T48" fmla="*/ 116 w 196"/>
              <a:gd name="T49" fmla="*/ 184 h 199"/>
              <a:gd name="T50" fmla="*/ 119 w 196"/>
              <a:gd name="T51" fmla="*/ 196 h 199"/>
              <a:gd name="T52" fmla="*/ 131 w 196"/>
              <a:gd name="T53" fmla="*/ 193 h 199"/>
              <a:gd name="T54" fmla="*/ 133 w 196"/>
              <a:gd name="T55" fmla="*/ 172 h 199"/>
              <a:gd name="T56" fmla="*/ 116 w 196"/>
              <a:gd name="T57" fmla="*/ 184 h 199"/>
              <a:gd name="T58" fmla="*/ 55 w 196"/>
              <a:gd name="T59" fmla="*/ 184 h 199"/>
              <a:gd name="T60" fmla="*/ 58 w 196"/>
              <a:gd name="T61" fmla="*/ 196 h 199"/>
              <a:gd name="T62" fmla="*/ 70 w 196"/>
              <a:gd name="T63" fmla="*/ 193 h 199"/>
              <a:gd name="T64" fmla="*/ 72 w 196"/>
              <a:gd name="T65" fmla="*/ 172 h 199"/>
              <a:gd name="T66" fmla="*/ 55 w 196"/>
              <a:gd name="T67" fmla="*/ 184 h 199"/>
              <a:gd name="T68" fmla="*/ 86 w 196"/>
              <a:gd name="T69" fmla="*/ 144 h 199"/>
              <a:gd name="T70" fmla="*/ 89 w 196"/>
              <a:gd name="T71" fmla="*/ 156 h 199"/>
              <a:gd name="T72" fmla="*/ 101 w 196"/>
              <a:gd name="T73" fmla="*/ 153 h 199"/>
              <a:gd name="T74" fmla="*/ 103 w 196"/>
              <a:gd name="T75" fmla="*/ 132 h 199"/>
              <a:gd name="T76" fmla="*/ 86 w 196"/>
              <a:gd name="T77" fmla="*/ 14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96" h="199">
                <a:moveTo>
                  <a:pt x="148" y="144"/>
                </a:moveTo>
                <a:cubicBezTo>
                  <a:pt x="146" y="148"/>
                  <a:pt x="147" y="154"/>
                  <a:pt x="151" y="156"/>
                </a:cubicBezTo>
                <a:cubicBezTo>
                  <a:pt x="156" y="159"/>
                  <a:pt x="161" y="157"/>
                  <a:pt x="163" y="153"/>
                </a:cubicBezTo>
                <a:cubicBezTo>
                  <a:pt x="166" y="149"/>
                  <a:pt x="166" y="132"/>
                  <a:pt x="166" y="132"/>
                </a:cubicBezTo>
                <a:cubicBezTo>
                  <a:pt x="166" y="132"/>
                  <a:pt x="151" y="140"/>
                  <a:pt x="148" y="144"/>
                </a:cubicBezTo>
                <a:close/>
                <a:moveTo>
                  <a:pt x="175" y="75"/>
                </a:moveTo>
                <a:cubicBezTo>
                  <a:pt x="174" y="75"/>
                  <a:pt x="174" y="75"/>
                  <a:pt x="174" y="76"/>
                </a:cubicBezTo>
                <a:cubicBezTo>
                  <a:pt x="174" y="75"/>
                  <a:pt x="174" y="74"/>
                  <a:pt x="174" y="74"/>
                </a:cubicBezTo>
                <a:cubicBezTo>
                  <a:pt x="174" y="57"/>
                  <a:pt x="160" y="44"/>
                  <a:pt x="144" y="44"/>
                </a:cubicBezTo>
                <a:cubicBezTo>
                  <a:pt x="142" y="44"/>
                  <a:pt x="141" y="44"/>
                  <a:pt x="140" y="44"/>
                </a:cubicBezTo>
                <a:cubicBezTo>
                  <a:pt x="139" y="19"/>
                  <a:pt x="119" y="0"/>
                  <a:pt x="94" y="0"/>
                </a:cubicBezTo>
                <a:cubicBezTo>
                  <a:pt x="63" y="0"/>
                  <a:pt x="52" y="18"/>
                  <a:pt x="49" y="41"/>
                </a:cubicBezTo>
                <a:cubicBezTo>
                  <a:pt x="42" y="42"/>
                  <a:pt x="29" y="39"/>
                  <a:pt x="28" y="56"/>
                </a:cubicBezTo>
                <a:cubicBezTo>
                  <a:pt x="28" y="56"/>
                  <a:pt x="28" y="56"/>
                  <a:pt x="28" y="57"/>
                </a:cubicBezTo>
                <a:cubicBezTo>
                  <a:pt x="12" y="58"/>
                  <a:pt x="0" y="71"/>
                  <a:pt x="0" y="87"/>
                </a:cubicBezTo>
                <a:cubicBezTo>
                  <a:pt x="0" y="104"/>
                  <a:pt x="13" y="118"/>
                  <a:pt x="30" y="118"/>
                </a:cubicBezTo>
                <a:cubicBezTo>
                  <a:pt x="175" y="118"/>
                  <a:pt x="175" y="118"/>
                  <a:pt x="175" y="118"/>
                </a:cubicBezTo>
                <a:cubicBezTo>
                  <a:pt x="186" y="118"/>
                  <a:pt x="196" y="108"/>
                  <a:pt x="196" y="96"/>
                </a:cubicBezTo>
                <a:cubicBezTo>
                  <a:pt x="196" y="85"/>
                  <a:pt x="186" y="75"/>
                  <a:pt x="175" y="75"/>
                </a:cubicBezTo>
                <a:close/>
                <a:moveTo>
                  <a:pt x="24" y="144"/>
                </a:moveTo>
                <a:cubicBezTo>
                  <a:pt x="22" y="148"/>
                  <a:pt x="23" y="154"/>
                  <a:pt x="27" y="156"/>
                </a:cubicBezTo>
                <a:cubicBezTo>
                  <a:pt x="32" y="159"/>
                  <a:pt x="37" y="157"/>
                  <a:pt x="39" y="153"/>
                </a:cubicBezTo>
                <a:cubicBezTo>
                  <a:pt x="42" y="149"/>
                  <a:pt x="42" y="132"/>
                  <a:pt x="42" y="132"/>
                </a:cubicBezTo>
                <a:cubicBezTo>
                  <a:pt x="42" y="132"/>
                  <a:pt x="27" y="140"/>
                  <a:pt x="24" y="144"/>
                </a:cubicBezTo>
                <a:close/>
                <a:moveTo>
                  <a:pt x="116" y="184"/>
                </a:moveTo>
                <a:cubicBezTo>
                  <a:pt x="113" y="188"/>
                  <a:pt x="115" y="194"/>
                  <a:pt x="119" y="196"/>
                </a:cubicBezTo>
                <a:cubicBezTo>
                  <a:pt x="123" y="199"/>
                  <a:pt x="128" y="197"/>
                  <a:pt x="131" y="193"/>
                </a:cubicBezTo>
                <a:cubicBezTo>
                  <a:pt x="133" y="189"/>
                  <a:pt x="133" y="172"/>
                  <a:pt x="133" y="172"/>
                </a:cubicBezTo>
                <a:cubicBezTo>
                  <a:pt x="133" y="172"/>
                  <a:pt x="118" y="180"/>
                  <a:pt x="116" y="184"/>
                </a:cubicBezTo>
                <a:close/>
                <a:moveTo>
                  <a:pt x="55" y="184"/>
                </a:moveTo>
                <a:cubicBezTo>
                  <a:pt x="52" y="188"/>
                  <a:pt x="54" y="194"/>
                  <a:pt x="58" y="196"/>
                </a:cubicBezTo>
                <a:cubicBezTo>
                  <a:pt x="62" y="199"/>
                  <a:pt x="68" y="197"/>
                  <a:pt x="70" y="193"/>
                </a:cubicBezTo>
                <a:cubicBezTo>
                  <a:pt x="73" y="189"/>
                  <a:pt x="72" y="172"/>
                  <a:pt x="72" y="172"/>
                </a:cubicBezTo>
                <a:cubicBezTo>
                  <a:pt x="72" y="172"/>
                  <a:pt x="57" y="180"/>
                  <a:pt x="55" y="184"/>
                </a:cubicBezTo>
                <a:close/>
                <a:moveTo>
                  <a:pt x="86" y="144"/>
                </a:moveTo>
                <a:cubicBezTo>
                  <a:pt x="83" y="148"/>
                  <a:pt x="85" y="154"/>
                  <a:pt x="89" y="156"/>
                </a:cubicBezTo>
                <a:cubicBezTo>
                  <a:pt x="93" y="159"/>
                  <a:pt x="98" y="157"/>
                  <a:pt x="101" y="153"/>
                </a:cubicBezTo>
                <a:cubicBezTo>
                  <a:pt x="103" y="149"/>
                  <a:pt x="103" y="132"/>
                  <a:pt x="103" y="132"/>
                </a:cubicBezTo>
                <a:cubicBezTo>
                  <a:pt x="103" y="132"/>
                  <a:pt x="88" y="140"/>
                  <a:pt x="86" y="144"/>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8"/>
          <p:cNvSpPr>
            <a:spLocks/>
          </p:cNvSpPr>
          <p:nvPr/>
        </p:nvSpPr>
        <p:spPr bwMode="auto">
          <a:xfrm>
            <a:off x="11668859" y="591055"/>
            <a:ext cx="386534" cy="380912"/>
          </a:xfrm>
          <a:custGeom>
            <a:avLst/>
            <a:gdLst>
              <a:gd name="T0" fmla="*/ 175 w 196"/>
              <a:gd name="T1" fmla="*/ 118 h 193"/>
              <a:gd name="T2" fmla="*/ 124 w 196"/>
              <a:gd name="T3" fmla="*/ 118 h 193"/>
              <a:gd name="T4" fmla="*/ 136 w 196"/>
              <a:gd name="T5" fmla="*/ 100 h 193"/>
              <a:gd name="T6" fmla="*/ 99 w 196"/>
              <a:gd name="T7" fmla="*/ 111 h 193"/>
              <a:gd name="T8" fmla="*/ 133 w 196"/>
              <a:gd name="T9" fmla="*/ 58 h 193"/>
              <a:gd name="T10" fmla="*/ 75 w 196"/>
              <a:gd name="T11" fmla="*/ 58 h 193"/>
              <a:gd name="T12" fmla="*/ 63 w 196"/>
              <a:gd name="T13" fmla="*/ 118 h 193"/>
              <a:gd name="T14" fmla="*/ 124 w 196"/>
              <a:gd name="T15" fmla="*/ 118 h 193"/>
              <a:gd name="T16" fmla="*/ 75 w 196"/>
              <a:gd name="T17" fmla="*/ 193 h 193"/>
              <a:gd name="T18" fmla="*/ 83 w 196"/>
              <a:gd name="T19" fmla="*/ 136 h 193"/>
              <a:gd name="T20" fmla="*/ 57 w 196"/>
              <a:gd name="T21" fmla="*/ 148 h 193"/>
              <a:gd name="T22" fmla="*/ 63 w 196"/>
              <a:gd name="T23" fmla="*/ 118 h 193"/>
              <a:gd name="T24" fmla="*/ 30 w 196"/>
              <a:gd name="T25" fmla="*/ 118 h 193"/>
              <a:gd name="T26" fmla="*/ 0 w 196"/>
              <a:gd name="T27" fmla="*/ 87 h 193"/>
              <a:gd name="T28" fmla="*/ 28 w 196"/>
              <a:gd name="T29" fmla="*/ 57 h 193"/>
              <a:gd name="T30" fmla="*/ 28 w 196"/>
              <a:gd name="T31" fmla="*/ 56 h 193"/>
              <a:gd name="T32" fmla="*/ 50 w 196"/>
              <a:gd name="T33" fmla="*/ 41 h 193"/>
              <a:gd name="T34" fmla="*/ 95 w 196"/>
              <a:gd name="T35" fmla="*/ 0 h 193"/>
              <a:gd name="T36" fmla="*/ 140 w 196"/>
              <a:gd name="T37" fmla="*/ 44 h 193"/>
              <a:gd name="T38" fmla="*/ 144 w 196"/>
              <a:gd name="T39" fmla="*/ 44 h 193"/>
              <a:gd name="T40" fmla="*/ 174 w 196"/>
              <a:gd name="T41" fmla="*/ 74 h 193"/>
              <a:gd name="T42" fmla="*/ 174 w 196"/>
              <a:gd name="T43" fmla="*/ 76 h 193"/>
              <a:gd name="T44" fmla="*/ 175 w 196"/>
              <a:gd name="T45" fmla="*/ 76 h 193"/>
              <a:gd name="T46" fmla="*/ 196 w 196"/>
              <a:gd name="T47" fmla="*/ 96 h 193"/>
              <a:gd name="T48" fmla="*/ 175 w 196"/>
              <a:gd name="T49" fmla="*/ 118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6" h="193">
                <a:moveTo>
                  <a:pt x="175" y="118"/>
                </a:moveTo>
                <a:cubicBezTo>
                  <a:pt x="164" y="118"/>
                  <a:pt x="146" y="118"/>
                  <a:pt x="124" y="118"/>
                </a:cubicBezTo>
                <a:cubicBezTo>
                  <a:pt x="136" y="100"/>
                  <a:pt x="136" y="100"/>
                  <a:pt x="136" y="100"/>
                </a:cubicBezTo>
                <a:cubicBezTo>
                  <a:pt x="99" y="111"/>
                  <a:pt x="99" y="111"/>
                  <a:pt x="99" y="111"/>
                </a:cubicBezTo>
                <a:cubicBezTo>
                  <a:pt x="133" y="58"/>
                  <a:pt x="133" y="58"/>
                  <a:pt x="133" y="58"/>
                </a:cubicBezTo>
                <a:cubicBezTo>
                  <a:pt x="75" y="58"/>
                  <a:pt x="75" y="58"/>
                  <a:pt x="75" y="58"/>
                </a:cubicBezTo>
                <a:cubicBezTo>
                  <a:pt x="63" y="118"/>
                  <a:pt x="63" y="118"/>
                  <a:pt x="63" y="118"/>
                </a:cubicBezTo>
                <a:cubicBezTo>
                  <a:pt x="124" y="118"/>
                  <a:pt x="124" y="118"/>
                  <a:pt x="124" y="118"/>
                </a:cubicBezTo>
                <a:cubicBezTo>
                  <a:pt x="75" y="193"/>
                  <a:pt x="75" y="193"/>
                  <a:pt x="75" y="193"/>
                </a:cubicBezTo>
                <a:cubicBezTo>
                  <a:pt x="83" y="136"/>
                  <a:pt x="83" y="136"/>
                  <a:pt x="83" y="136"/>
                </a:cubicBezTo>
                <a:cubicBezTo>
                  <a:pt x="57" y="148"/>
                  <a:pt x="57" y="148"/>
                  <a:pt x="57" y="148"/>
                </a:cubicBezTo>
                <a:cubicBezTo>
                  <a:pt x="63" y="118"/>
                  <a:pt x="63" y="118"/>
                  <a:pt x="63" y="118"/>
                </a:cubicBezTo>
                <a:cubicBezTo>
                  <a:pt x="52" y="118"/>
                  <a:pt x="41" y="118"/>
                  <a:pt x="30" y="118"/>
                </a:cubicBezTo>
                <a:cubicBezTo>
                  <a:pt x="13" y="118"/>
                  <a:pt x="0" y="104"/>
                  <a:pt x="0" y="87"/>
                </a:cubicBezTo>
                <a:cubicBezTo>
                  <a:pt x="0" y="71"/>
                  <a:pt x="12" y="58"/>
                  <a:pt x="28" y="57"/>
                </a:cubicBezTo>
                <a:cubicBezTo>
                  <a:pt x="28" y="57"/>
                  <a:pt x="28" y="56"/>
                  <a:pt x="28" y="56"/>
                </a:cubicBezTo>
                <a:cubicBezTo>
                  <a:pt x="30" y="39"/>
                  <a:pt x="43" y="42"/>
                  <a:pt x="50" y="41"/>
                </a:cubicBezTo>
                <a:cubicBezTo>
                  <a:pt x="52" y="18"/>
                  <a:pt x="64" y="0"/>
                  <a:pt x="95" y="0"/>
                </a:cubicBezTo>
                <a:cubicBezTo>
                  <a:pt x="119" y="0"/>
                  <a:pt x="139" y="20"/>
                  <a:pt x="140" y="44"/>
                </a:cubicBezTo>
                <a:cubicBezTo>
                  <a:pt x="141" y="44"/>
                  <a:pt x="143" y="44"/>
                  <a:pt x="144" y="44"/>
                </a:cubicBezTo>
                <a:cubicBezTo>
                  <a:pt x="161" y="44"/>
                  <a:pt x="174" y="57"/>
                  <a:pt x="174" y="74"/>
                </a:cubicBezTo>
                <a:cubicBezTo>
                  <a:pt x="174" y="74"/>
                  <a:pt x="174" y="75"/>
                  <a:pt x="174" y="76"/>
                </a:cubicBezTo>
                <a:cubicBezTo>
                  <a:pt x="174" y="76"/>
                  <a:pt x="175" y="76"/>
                  <a:pt x="175" y="76"/>
                </a:cubicBezTo>
                <a:cubicBezTo>
                  <a:pt x="187" y="76"/>
                  <a:pt x="196" y="85"/>
                  <a:pt x="196" y="96"/>
                </a:cubicBezTo>
                <a:cubicBezTo>
                  <a:pt x="196" y="108"/>
                  <a:pt x="187" y="118"/>
                  <a:pt x="175" y="118"/>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9"/>
          <p:cNvSpPr>
            <a:spLocks noEditPoints="1"/>
          </p:cNvSpPr>
          <p:nvPr/>
        </p:nvSpPr>
        <p:spPr bwMode="auto">
          <a:xfrm>
            <a:off x="8764936" y="1071762"/>
            <a:ext cx="387939" cy="390750"/>
          </a:xfrm>
          <a:custGeom>
            <a:avLst/>
            <a:gdLst>
              <a:gd name="T0" fmla="*/ 28 w 197"/>
              <a:gd name="T1" fmla="*/ 57 h 198"/>
              <a:gd name="T2" fmla="*/ 140 w 197"/>
              <a:gd name="T3" fmla="*/ 44 h 198"/>
              <a:gd name="T4" fmla="*/ 175 w 197"/>
              <a:gd name="T5" fmla="*/ 75 h 198"/>
              <a:gd name="T6" fmla="*/ 25 w 197"/>
              <a:gd name="T7" fmla="*/ 153 h 198"/>
              <a:gd name="T8" fmla="*/ 48 w 197"/>
              <a:gd name="T9" fmla="*/ 171 h 198"/>
              <a:gd name="T10" fmla="*/ 48 w 197"/>
              <a:gd name="T11" fmla="*/ 171 h 198"/>
              <a:gd name="T12" fmla="*/ 56 w 197"/>
              <a:gd name="T13" fmla="*/ 144 h 198"/>
              <a:gd name="T14" fmla="*/ 89 w 197"/>
              <a:gd name="T15" fmla="*/ 165 h 198"/>
              <a:gd name="T16" fmla="*/ 101 w 197"/>
              <a:gd name="T17" fmla="*/ 160 h 198"/>
              <a:gd name="T18" fmla="*/ 96 w 197"/>
              <a:gd name="T19" fmla="*/ 156 h 198"/>
              <a:gd name="T20" fmla="*/ 99 w 197"/>
              <a:gd name="T21" fmla="*/ 152 h 198"/>
              <a:gd name="T22" fmla="*/ 104 w 197"/>
              <a:gd name="T23" fmla="*/ 156 h 198"/>
              <a:gd name="T24" fmla="*/ 107 w 197"/>
              <a:gd name="T25" fmla="*/ 143 h 198"/>
              <a:gd name="T26" fmla="*/ 118 w 197"/>
              <a:gd name="T27" fmla="*/ 138 h 198"/>
              <a:gd name="T28" fmla="*/ 127 w 197"/>
              <a:gd name="T29" fmla="*/ 146 h 198"/>
              <a:gd name="T30" fmla="*/ 126 w 197"/>
              <a:gd name="T31" fmla="*/ 159 h 198"/>
              <a:gd name="T32" fmla="*/ 132 w 197"/>
              <a:gd name="T33" fmla="*/ 157 h 198"/>
              <a:gd name="T34" fmla="*/ 134 w 197"/>
              <a:gd name="T35" fmla="*/ 162 h 198"/>
              <a:gd name="T36" fmla="*/ 128 w 197"/>
              <a:gd name="T37" fmla="*/ 164 h 198"/>
              <a:gd name="T38" fmla="*/ 138 w 197"/>
              <a:gd name="T39" fmla="*/ 172 h 198"/>
              <a:gd name="T40" fmla="*/ 137 w 197"/>
              <a:gd name="T41" fmla="*/ 185 h 198"/>
              <a:gd name="T42" fmla="*/ 125 w 197"/>
              <a:gd name="T43" fmla="*/ 189 h 198"/>
              <a:gd name="T44" fmla="*/ 114 w 197"/>
              <a:gd name="T45" fmla="*/ 182 h 198"/>
              <a:gd name="T46" fmla="*/ 113 w 197"/>
              <a:gd name="T47" fmla="*/ 188 h 198"/>
              <a:gd name="T48" fmla="*/ 108 w 197"/>
              <a:gd name="T49" fmla="*/ 187 h 198"/>
              <a:gd name="T50" fmla="*/ 109 w 197"/>
              <a:gd name="T51" fmla="*/ 181 h 198"/>
              <a:gd name="T52" fmla="*/ 97 w 197"/>
              <a:gd name="T53" fmla="*/ 185 h 198"/>
              <a:gd name="T54" fmla="*/ 87 w 197"/>
              <a:gd name="T55" fmla="*/ 177 h 198"/>
              <a:gd name="T56" fmla="*/ 157 w 197"/>
              <a:gd name="T57" fmla="*/ 141 h 198"/>
              <a:gd name="T58" fmla="*/ 172 w 197"/>
              <a:gd name="T59" fmla="*/ 143 h 198"/>
              <a:gd name="T60" fmla="*/ 160 w 197"/>
              <a:gd name="T61" fmla="*/ 134 h 198"/>
              <a:gd name="T62" fmla="*/ 164 w 197"/>
              <a:gd name="T63" fmla="*/ 127 h 198"/>
              <a:gd name="T64" fmla="*/ 173 w 197"/>
              <a:gd name="T65" fmla="*/ 128 h 198"/>
              <a:gd name="T66" fmla="*/ 173 w 197"/>
              <a:gd name="T67" fmla="*/ 128 h 198"/>
              <a:gd name="T68" fmla="*/ 181 w 197"/>
              <a:gd name="T69" fmla="*/ 124 h 198"/>
              <a:gd name="T70" fmla="*/ 187 w 197"/>
              <a:gd name="T71" fmla="*/ 130 h 198"/>
              <a:gd name="T72" fmla="*/ 179 w 197"/>
              <a:gd name="T73" fmla="*/ 142 h 198"/>
              <a:gd name="T74" fmla="*/ 192 w 197"/>
              <a:gd name="T75" fmla="*/ 136 h 198"/>
              <a:gd name="T76" fmla="*/ 196 w 197"/>
              <a:gd name="T77" fmla="*/ 143 h 198"/>
              <a:gd name="T78" fmla="*/ 191 w 197"/>
              <a:gd name="T79" fmla="*/ 150 h 198"/>
              <a:gd name="T80" fmla="*/ 191 w 197"/>
              <a:gd name="T81" fmla="*/ 151 h 198"/>
              <a:gd name="T82" fmla="*/ 190 w 197"/>
              <a:gd name="T83" fmla="*/ 159 h 198"/>
              <a:gd name="T84" fmla="*/ 182 w 197"/>
              <a:gd name="T85" fmla="*/ 162 h 198"/>
              <a:gd name="T86" fmla="*/ 176 w 197"/>
              <a:gd name="T87" fmla="*/ 148 h 198"/>
              <a:gd name="T88" fmla="*/ 174 w 197"/>
              <a:gd name="T89" fmla="*/ 163 h 198"/>
              <a:gd name="T90" fmla="*/ 166 w 197"/>
              <a:gd name="T91" fmla="*/ 163 h 198"/>
              <a:gd name="T92" fmla="*/ 163 w 197"/>
              <a:gd name="T93" fmla="*/ 155 h 198"/>
              <a:gd name="T94" fmla="*/ 162 w 197"/>
              <a:gd name="T95" fmla="*/ 154 h 198"/>
              <a:gd name="T96" fmla="*/ 155 w 197"/>
              <a:gd name="T97" fmla="*/ 149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 h="198">
                <a:moveTo>
                  <a:pt x="175" y="118"/>
                </a:moveTo>
                <a:cubicBezTo>
                  <a:pt x="149" y="118"/>
                  <a:pt x="82" y="118"/>
                  <a:pt x="30" y="118"/>
                </a:cubicBezTo>
                <a:cubicBezTo>
                  <a:pt x="13" y="118"/>
                  <a:pt x="0" y="104"/>
                  <a:pt x="0" y="87"/>
                </a:cubicBezTo>
                <a:cubicBezTo>
                  <a:pt x="0" y="71"/>
                  <a:pt x="12" y="58"/>
                  <a:pt x="28" y="57"/>
                </a:cubicBezTo>
                <a:cubicBezTo>
                  <a:pt x="28" y="57"/>
                  <a:pt x="28" y="56"/>
                  <a:pt x="28" y="56"/>
                </a:cubicBezTo>
                <a:cubicBezTo>
                  <a:pt x="30" y="39"/>
                  <a:pt x="43" y="42"/>
                  <a:pt x="50" y="41"/>
                </a:cubicBezTo>
                <a:cubicBezTo>
                  <a:pt x="52" y="18"/>
                  <a:pt x="64" y="0"/>
                  <a:pt x="95" y="0"/>
                </a:cubicBezTo>
                <a:cubicBezTo>
                  <a:pt x="119" y="0"/>
                  <a:pt x="139" y="20"/>
                  <a:pt x="140" y="44"/>
                </a:cubicBezTo>
                <a:cubicBezTo>
                  <a:pt x="141" y="44"/>
                  <a:pt x="143" y="44"/>
                  <a:pt x="144" y="44"/>
                </a:cubicBezTo>
                <a:cubicBezTo>
                  <a:pt x="161" y="44"/>
                  <a:pt x="174" y="57"/>
                  <a:pt x="174" y="74"/>
                </a:cubicBezTo>
                <a:cubicBezTo>
                  <a:pt x="174" y="74"/>
                  <a:pt x="174" y="75"/>
                  <a:pt x="174" y="76"/>
                </a:cubicBezTo>
                <a:cubicBezTo>
                  <a:pt x="175" y="76"/>
                  <a:pt x="175" y="75"/>
                  <a:pt x="175" y="75"/>
                </a:cubicBezTo>
                <a:cubicBezTo>
                  <a:pt x="187" y="75"/>
                  <a:pt x="196" y="85"/>
                  <a:pt x="196" y="96"/>
                </a:cubicBezTo>
                <a:cubicBezTo>
                  <a:pt x="196" y="108"/>
                  <a:pt x="187" y="118"/>
                  <a:pt x="175" y="118"/>
                </a:cubicBezTo>
                <a:close/>
                <a:moveTo>
                  <a:pt x="27" y="131"/>
                </a:moveTo>
                <a:cubicBezTo>
                  <a:pt x="27" y="131"/>
                  <a:pt x="27" y="148"/>
                  <a:pt x="25" y="153"/>
                </a:cubicBezTo>
                <a:cubicBezTo>
                  <a:pt x="22" y="157"/>
                  <a:pt x="17" y="158"/>
                  <a:pt x="13" y="156"/>
                </a:cubicBezTo>
                <a:cubicBezTo>
                  <a:pt x="9" y="153"/>
                  <a:pt x="7" y="148"/>
                  <a:pt x="10" y="144"/>
                </a:cubicBezTo>
                <a:cubicBezTo>
                  <a:pt x="12" y="140"/>
                  <a:pt x="27" y="131"/>
                  <a:pt x="27" y="131"/>
                </a:cubicBezTo>
                <a:close/>
                <a:moveTo>
                  <a:pt x="48" y="171"/>
                </a:moveTo>
                <a:cubicBezTo>
                  <a:pt x="48" y="171"/>
                  <a:pt x="48" y="188"/>
                  <a:pt x="46" y="193"/>
                </a:cubicBezTo>
                <a:cubicBezTo>
                  <a:pt x="43" y="197"/>
                  <a:pt x="38" y="198"/>
                  <a:pt x="34" y="196"/>
                </a:cubicBezTo>
                <a:cubicBezTo>
                  <a:pt x="30" y="193"/>
                  <a:pt x="28" y="188"/>
                  <a:pt x="31" y="184"/>
                </a:cubicBezTo>
                <a:cubicBezTo>
                  <a:pt x="33" y="180"/>
                  <a:pt x="48" y="171"/>
                  <a:pt x="48" y="171"/>
                </a:cubicBezTo>
                <a:close/>
                <a:moveTo>
                  <a:pt x="74" y="131"/>
                </a:moveTo>
                <a:cubicBezTo>
                  <a:pt x="74" y="131"/>
                  <a:pt x="74" y="148"/>
                  <a:pt x="72" y="153"/>
                </a:cubicBezTo>
                <a:cubicBezTo>
                  <a:pt x="69" y="157"/>
                  <a:pt x="64" y="158"/>
                  <a:pt x="60" y="156"/>
                </a:cubicBezTo>
                <a:cubicBezTo>
                  <a:pt x="55" y="153"/>
                  <a:pt x="54" y="148"/>
                  <a:pt x="56" y="144"/>
                </a:cubicBezTo>
                <a:cubicBezTo>
                  <a:pt x="59" y="140"/>
                  <a:pt x="74" y="131"/>
                  <a:pt x="74" y="131"/>
                </a:cubicBezTo>
                <a:close/>
                <a:moveTo>
                  <a:pt x="93" y="172"/>
                </a:moveTo>
                <a:cubicBezTo>
                  <a:pt x="89" y="168"/>
                  <a:pt x="89" y="168"/>
                  <a:pt x="89" y="168"/>
                </a:cubicBezTo>
                <a:cubicBezTo>
                  <a:pt x="89" y="165"/>
                  <a:pt x="89" y="165"/>
                  <a:pt x="89" y="165"/>
                </a:cubicBezTo>
                <a:cubicBezTo>
                  <a:pt x="92" y="164"/>
                  <a:pt x="92" y="164"/>
                  <a:pt x="92" y="164"/>
                </a:cubicBezTo>
                <a:cubicBezTo>
                  <a:pt x="99" y="170"/>
                  <a:pt x="99" y="170"/>
                  <a:pt x="99" y="170"/>
                </a:cubicBezTo>
                <a:cubicBezTo>
                  <a:pt x="109" y="166"/>
                  <a:pt x="109" y="166"/>
                  <a:pt x="109" y="166"/>
                </a:cubicBezTo>
                <a:cubicBezTo>
                  <a:pt x="101" y="160"/>
                  <a:pt x="101" y="160"/>
                  <a:pt x="101" y="160"/>
                </a:cubicBezTo>
                <a:cubicBezTo>
                  <a:pt x="92" y="163"/>
                  <a:pt x="92" y="163"/>
                  <a:pt x="92" y="163"/>
                </a:cubicBezTo>
                <a:cubicBezTo>
                  <a:pt x="90" y="161"/>
                  <a:pt x="90" y="161"/>
                  <a:pt x="90" y="161"/>
                </a:cubicBezTo>
                <a:cubicBezTo>
                  <a:pt x="90" y="158"/>
                  <a:pt x="90" y="158"/>
                  <a:pt x="90" y="158"/>
                </a:cubicBezTo>
                <a:cubicBezTo>
                  <a:pt x="96" y="156"/>
                  <a:pt x="96" y="156"/>
                  <a:pt x="96" y="156"/>
                </a:cubicBezTo>
                <a:cubicBezTo>
                  <a:pt x="90" y="152"/>
                  <a:pt x="90" y="152"/>
                  <a:pt x="90" y="152"/>
                </a:cubicBezTo>
                <a:cubicBezTo>
                  <a:pt x="91" y="149"/>
                  <a:pt x="91" y="149"/>
                  <a:pt x="91" y="149"/>
                </a:cubicBezTo>
                <a:cubicBezTo>
                  <a:pt x="94" y="148"/>
                  <a:pt x="94" y="148"/>
                  <a:pt x="94" y="148"/>
                </a:cubicBezTo>
                <a:cubicBezTo>
                  <a:pt x="99" y="152"/>
                  <a:pt x="99" y="152"/>
                  <a:pt x="99" y="152"/>
                </a:cubicBezTo>
                <a:cubicBezTo>
                  <a:pt x="100" y="146"/>
                  <a:pt x="100" y="146"/>
                  <a:pt x="100" y="146"/>
                </a:cubicBezTo>
                <a:cubicBezTo>
                  <a:pt x="103" y="145"/>
                  <a:pt x="103" y="145"/>
                  <a:pt x="103" y="145"/>
                </a:cubicBezTo>
                <a:cubicBezTo>
                  <a:pt x="105" y="147"/>
                  <a:pt x="105" y="147"/>
                  <a:pt x="105" y="147"/>
                </a:cubicBezTo>
                <a:cubicBezTo>
                  <a:pt x="104" y="156"/>
                  <a:pt x="104" y="156"/>
                  <a:pt x="104" y="156"/>
                </a:cubicBezTo>
                <a:cubicBezTo>
                  <a:pt x="112" y="162"/>
                  <a:pt x="112" y="162"/>
                  <a:pt x="112" y="162"/>
                </a:cubicBezTo>
                <a:cubicBezTo>
                  <a:pt x="113" y="152"/>
                  <a:pt x="113" y="152"/>
                  <a:pt x="113" y="152"/>
                </a:cubicBezTo>
                <a:cubicBezTo>
                  <a:pt x="106" y="146"/>
                  <a:pt x="106" y="146"/>
                  <a:pt x="106" y="146"/>
                </a:cubicBezTo>
                <a:cubicBezTo>
                  <a:pt x="107" y="143"/>
                  <a:pt x="107" y="143"/>
                  <a:pt x="107" y="143"/>
                </a:cubicBezTo>
                <a:cubicBezTo>
                  <a:pt x="110" y="142"/>
                  <a:pt x="110" y="142"/>
                  <a:pt x="110" y="142"/>
                </a:cubicBezTo>
                <a:cubicBezTo>
                  <a:pt x="114" y="146"/>
                  <a:pt x="114" y="146"/>
                  <a:pt x="114" y="146"/>
                </a:cubicBezTo>
                <a:cubicBezTo>
                  <a:pt x="115" y="139"/>
                  <a:pt x="115" y="139"/>
                  <a:pt x="115" y="139"/>
                </a:cubicBezTo>
                <a:cubicBezTo>
                  <a:pt x="118" y="138"/>
                  <a:pt x="118" y="138"/>
                  <a:pt x="118" y="138"/>
                </a:cubicBezTo>
                <a:cubicBezTo>
                  <a:pt x="120" y="140"/>
                  <a:pt x="120" y="140"/>
                  <a:pt x="120" y="140"/>
                </a:cubicBezTo>
                <a:cubicBezTo>
                  <a:pt x="119" y="147"/>
                  <a:pt x="119" y="147"/>
                  <a:pt x="119" y="147"/>
                </a:cubicBezTo>
                <a:cubicBezTo>
                  <a:pt x="125" y="144"/>
                  <a:pt x="125" y="144"/>
                  <a:pt x="125" y="144"/>
                </a:cubicBezTo>
                <a:cubicBezTo>
                  <a:pt x="127" y="146"/>
                  <a:pt x="127" y="146"/>
                  <a:pt x="127" y="146"/>
                </a:cubicBezTo>
                <a:cubicBezTo>
                  <a:pt x="127" y="149"/>
                  <a:pt x="127" y="149"/>
                  <a:pt x="127" y="149"/>
                </a:cubicBezTo>
                <a:cubicBezTo>
                  <a:pt x="119" y="153"/>
                  <a:pt x="119" y="153"/>
                  <a:pt x="119" y="153"/>
                </a:cubicBezTo>
                <a:cubicBezTo>
                  <a:pt x="117" y="163"/>
                  <a:pt x="117" y="163"/>
                  <a:pt x="117" y="163"/>
                </a:cubicBezTo>
                <a:cubicBezTo>
                  <a:pt x="126" y="159"/>
                  <a:pt x="126" y="159"/>
                  <a:pt x="126" y="159"/>
                </a:cubicBezTo>
                <a:cubicBezTo>
                  <a:pt x="128" y="150"/>
                  <a:pt x="128" y="150"/>
                  <a:pt x="128" y="150"/>
                </a:cubicBezTo>
                <a:cubicBezTo>
                  <a:pt x="131" y="149"/>
                  <a:pt x="131" y="149"/>
                  <a:pt x="131" y="149"/>
                </a:cubicBezTo>
                <a:cubicBezTo>
                  <a:pt x="133" y="151"/>
                  <a:pt x="133" y="151"/>
                  <a:pt x="133" y="151"/>
                </a:cubicBezTo>
                <a:cubicBezTo>
                  <a:pt x="132" y="157"/>
                  <a:pt x="132" y="157"/>
                  <a:pt x="132" y="157"/>
                </a:cubicBezTo>
                <a:cubicBezTo>
                  <a:pt x="138" y="154"/>
                  <a:pt x="138" y="154"/>
                  <a:pt x="138" y="154"/>
                </a:cubicBezTo>
                <a:cubicBezTo>
                  <a:pt x="141" y="156"/>
                  <a:pt x="141" y="156"/>
                  <a:pt x="141" y="156"/>
                </a:cubicBezTo>
                <a:cubicBezTo>
                  <a:pt x="140" y="159"/>
                  <a:pt x="140" y="159"/>
                  <a:pt x="140" y="159"/>
                </a:cubicBezTo>
                <a:cubicBezTo>
                  <a:pt x="134" y="162"/>
                  <a:pt x="134" y="162"/>
                  <a:pt x="134" y="162"/>
                </a:cubicBezTo>
                <a:cubicBezTo>
                  <a:pt x="139" y="165"/>
                  <a:pt x="139" y="165"/>
                  <a:pt x="139" y="165"/>
                </a:cubicBezTo>
                <a:cubicBezTo>
                  <a:pt x="138" y="168"/>
                  <a:pt x="138" y="168"/>
                  <a:pt x="138" y="168"/>
                </a:cubicBezTo>
                <a:cubicBezTo>
                  <a:pt x="135" y="169"/>
                  <a:pt x="135" y="169"/>
                  <a:pt x="135" y="169"/>
                </a:cubicBezTo>
                <a:cubicBezTo>
                  <a:pt x="128" y="164"/>
                  <a:pt x="128" y="164"/>
                  <a:pt x="128" y="164"/>
                </a:cubicBezTo>
                <a:cubicBezTo>
                  <a:pt x="119" y="168"/>
                  <a:pt x="119" y="168"/>
                  <a:pt x="119" y="168"/>
                </a:cubicBezTo>
                <a:cubicBezTo>
                  <a:pt x="127" y="174"/>
                  <a:pt x="127" y="174"/>
                  <a:pt x="127" y="174"/>
                </a:cubicBezTo>
                <a:cubicBezTo>
                  <a:pt x="135" y="170"/>
                  <a:pt x="135" y="170"/>
                  <a:pt x="135" y="170"/>
                </a:cubicBezTo>
                <a:cubicBezTo>
                  <a:pt x="138" y="172"/>
                  <a:pt x="138" y="172"/>
                  <a:pt x="138" y="172"/>
                </a:cubicBezTo>
                <a:cubicBezTo>
                  <a:pt x="137" y="175"/>
                  <a:pt x="137" y="175"/>
                  <a:pt x="137" y="175"/>
                </a:cubicBezTo>
                <a:cubicBezTo>
                  <a:pt x="132" y="178"/>
                  <a:pt x="132" y="178"/>
                  <a:pt x="132" y="178"/>
                </a:cubicBezTo>
                <a:cubicBezTo>
                  <a:pt x="137" y="182"/>
                  <a:pt x="137" y="182"/>
                  <a:pt x="137" y="182"/>
                </a:cubicBezTo>
                <a:cubicBezTo>
                  <a:pt x="137" y="185"/>
                  <a:pt x="137" y="185"/>
                  <a:pt x="137" y="185"/>
                </a:cubicBezTo>
                <a:cubicBezTo>
                  <a:pt x="134" y="186"/>
                  <a:pt x="134" y="186"/>
                  <a:pt x="134" y="186"/>
                </a:cubicBezTo>
                <a:cubicBezTo>
                  <a:pt x="128" y="182"/>
                  <a:pt x="128" y="182"/>
                  <a:pt x="128" y="182"/>
                </a:cubicBezTo>
                <a:cubicBezTo>
                  <a:pt x="128" y="188"/>
                  <a:pt x="128" y="188"/>
                  <a:pt x="128" y="188"/>
                </a:cubicBezTo>
                <a:cubicBezTo>
                  <a:pt x="125" y="189"/>
                  <a:pt x="125" y="189"/>
                  <a:pt x="125" y="189"/>
                </a:cubicBezTo>
                <a:cubicBezTo>
                  <a:pt x="122" y="187"/>
                  <a:pt x="122" y="187"/>
                  <a:pt x="122" y="187"/>
                </a:cubicBezTo>
                <a:cubicBezTo>
                  <a:pt x="124" y="178"/>
                  <a:pt x="124" y="178"/>
                  <a:pt x="124" y="178"/>
                </a:cubicBezTo>
                <a:cubicBezTo>
                  <a:pt x="116" y="172"/>
                  <a:pt x="116" y="172"/>
                  <a:pt x="116" y="172"/>
                </a:cubicBezTo>
                <a:cubicBezTo>
                  <a:pt x="114" y="182"/>
                  <a:pt x="114" y="182"/>
                  <a:pt x="114" y="182"/>
                </a:cubicBezTo>
                <a:cubicBezTo>
                  <a:pt x="121" y="187"/>
                  <a:pt x="121" y="187"/>
                  <a:pt x="121" y="187"/>
                </a:cubicBezTo>
                <a:cubicBezTo>
                  <a:pt x="121" y="190"/>
                  <a:pt x="121" y="190"/>
                  <a:pt x="121" y="190"/>
                </a:cubicBezTo>
                <a:cubicBezTo>
                  <a:pt x="118" y="191"/>
                  <a:pt x="118" y="191"/>
                  <a:pt x="118" y="191"/>
                </a:cubicBezTo>
                <a:cubicBezTo>
                  <a:pt x="113" y="188"/>
                  <a:pt x="113" y="188"/>
                  <a:pt x="113" y="188"/>
                </a:cubicBezTo>
                <a:cubicBezTo>
                  <a:pt x="112" y="194"/>
                  <a:pt x="112" y="194"/>
                  <a:pt x="112" y="194"/>
                </a:cubicBezTo>
                <a:cubicBezTo>
                  <a:pt x="110" y="196"/>
                  <a:pt x="110" y="196"/>
                  <a:pt x="110" y="196"/>
                </a:cubicBezTo>
                <a:cubicBezTo>
                  <a:pt x="107" y="194"/>
                  <a:pt x="107" y="194"/>
                  <a:pt x="107" y="194"/>
                </a:cubicBezTo>
                <a:cubicBezTo>
                  <a:pt x="108" y="187"/>
                  <a:pt x="108" y="187"/>
                  <a:pt x="108" y="187"/>
                </a:cubicBezTo>
                <a:cubicBezTo>
                  <a:pt x="103" y="189"/>
                  <a:pt x="103" y="189"/>
                  <a:pt x="103" y="189"/>
                </a:cubicBezTo>
                <a:cubicBezTo>
                  <a:pt x="100" y="187"/>
                  <a:pt x="100" y="187"/>
                  <a:pt x="100" y="187"/>
                </a:cubicBezTo>
                <a:cubicBezTo>
                  <a:pt x="101" y="184"/>
                  <a:pt x="101" y="184"/>
                  <a:pt x="101" y="184"/>
                </a:cubicBezTo>
                <a:cubicBezTo>
                  <a:pt x="109" y="181"/>
                  <a:pt x="109" y="181"/>
                  <a:pt x="109" y="181"/>
                </a:cubicBezTo>
                <a:cubicBezTo>
                  <a:pt x="110" y="171"/>
                  <a:pt x="110" y="171"/>
                  <a:pt x="110" y="171"/>
                </a:cubicBezTo>
                <a:cubicBezTo>
                  <a:pt x="101" y="175"/>
                  <a:pt x="101" y="175"/>
                  <a:pt x="101" y="175"/>
                </a:cubicBezTo>
                <a:cubicBezTo>
                  <a:pt x="100" y="184"/>
                  <a:pt x="100" y="184"/>
                  <a:pt x="100" y="184"/>
                </a:cubicBezTo>
                <a:cubicBezTo>
                  <a:pt x="97" y="185"/>
                  <a:pt x="97" y="185"/>
                  <a:pt x="97" y="185"/>
                </a:cubicBezTo>
                <a:cubicBezTo>
                  <a:pt x="95" y="183"/>
                  <a:pt x="95" y="183"/>
                  <a:pt x="95" y="183"/>
                </a:cubicBezTo>
                <a:cubicBezTo>
                  <a:pt x="95" y="177"/>
                  <a:pt x="95" y="177"/>
                  <a:pt x="95" y="177"/>
                </a:cubicBezTo>
                <a:cubicBezTo>
                  <a:pt x="89" y="179"/>
                  <a:pt x="89" y="179"/>
                  <a:pt x="89" y="179"/>
                </a:cubicBezTo>
                <a:cubicBezTo>
                  <a:pt x="87" y="177"/>
                  <a:pt x="87" y="177"/>
                  <a:pt x="87" y="177"/>
                </a:cubicBezTo>
                <a:cubicBezTo>
                  <a:pt x="87" y="174"/>
                  <a:pt x="87" y="174"/>
                  <a:pt x="87" y="174"/>
                </a:cubicBezTo>
                <a:lnTo>
                  <a:pt x="93" y="172"/>
                </a:lnTo>
                <a:close/>
                <a:moveTo>
                  <a:pt x="160" y="145"/>
                </a:moveTo>
                <a:cubicBezTo>
                  <a:pt x="157" y="141"/>
                  <a:pt x="157" y="141"/>
                  <a:pt x="157" y="141"/>
                </a:cubicBezTo>
                <a:cubicBezTo>
                  <a:pt x="158" y="139"/>
                  <a:pt x="158" y="139"/>
                  <a:pt x="158" y="139"/>
                </a:cubicBezTo>
                <a:cubicBezTo>
                  <a:pt x="160" y="139"/>
                  <a:pt x="160" y="139"/>
                  <a:pt x="160" y="139"/>
                </a:cubicBezTo>
                <a:cubicBezTo>
                  <a:pt x="164" y="144"/>
                  <a:pt x="164" y="144"/>
                  <a:pt x="164" y="144"/>
                </a:cubicBezTo>
                <a:cubicBezTo>
                  <a:pt x="172" y="143"/>
                  <a:pt x="172" y="143"/>
                  <a:pt x="172" y="143"/>
                </a:cubicBezTo>
                <a:cubicBezTo>
                  <a:pt x="167" y="137"/>
                  <a:pt x="167" y="137"/>
                  <a:pt x="167" y="137"/>
                </a:cubicBezTo>
                <a:cubicBezTo>
                  <a:pt x="160" y="138"/>
                  <a:pt x="160" y="138"/>
                  <a:pt x="160" y="138"/>
                </a:cubicBezTo>
                <a:cubicBezTo>
                  <a:pt x="159" y="136"/>
                  <a:pt x="159" y="136"/>
                  <a:pt x="159" y="136"/>
                </a:cubicBezTo>
                <a:cubicBezTo>
                  <a:pt x="160" y="134"/>
                  <a:pt x="160" y="134"/>
                  <a:pt x="160" y="134"/>
                </a:cubicBezTo>
                <a:cubicBezTo>
                  <a:pt x="164" y="133"/>
                  <a:pt x="164" y="133"/>
                  <a:pt x="164" y="133"/>
                </a:cubicBezTo>
                <a:cubicBezTo>
                  <a:pt x="161" y="129"/>
                  <a:pt x="161" y="129"/>
                  <a:pt x="161" y="129"/>
                </a:cubicBezTo>
                <a:cubicBezTo>
                  <a:pt x="162" y="127"/>
                  <a:pt x="162" y="127"/>
                  <a:pt x="162" y="127"/>
                </a:cubicBezTo>
                <a:cubicBezTo>
                  <a:pt x="164" y="127"/>
                  <a:pt x="164" y="127"/>
                  <a:pt x="164" y="127"/>
                </a:cubicBezTo>
                <a:cubicBezTo>
                  <a:pt x="167" y="131"/>
                  <a:pt x="167" y="131"/>
                  <a:pt x="167" y="131"/>
                </a:cubicBezTo>
                <a:cubicBezTo>
                  <a:pt x="169" y="127"/>
                  <a:pt x="169" y="127"/>
                  <a:pt x="169" y="127"/>
                </a:cubicBezTo>
                <a:cubicBezTo>
                  <a:pt x="171" y="126"/>
                  <a:pt x="171" y="126"/>
                  <a:pt x="171" y="126"/>
                </a:cubicBezTo>
                <a:cubicBezTo>
                  <a:pt x="173" y="128"/>
                  <a:pt x="173" y="128"/>
                  <a:pt x="173" y="128"/>
                </a:cubicBezTo>
                <a:cubicBezTo>
                  <a:pt x="170" y="134"/>
                  <a:pt x="170" y="134"/>
                  <a:pt x="170" y="134"/>
                </a:cubicBezTo>
                <a:cubicBezTo>
                  <a:pt x="175" y="140"/>
                  <a:pt x="175" y="140"/>
                  <a:pt x="175" y="140"/>
                </a:cubicBezTo>
                <a:cubicBezTo>
                  <a:pt x="178" y="133"/>
                  <a:pt x="178" y="133"/>
                  <a:pt x="178" y="133"/>
                </a:cubicBezTo>
                <a:cubicBezTo>
                  <a:pt x="173" y="128"/>
                  <a:pt x="173" y="128"/>
                  <a:pt x="173" y="128"/>
                </a:cubicBezTo>
                <a:cubicBezTo>
                  <a:pt x="174" y="126"/>
                  <a:pt x="174" y="126"/>
                  <a:pt x="174" y="126"/>
                </a:cubicBezTo>
                <a:cubicBezTo>
                  <a:pt x="176" y="125"/>
                  <a:pt x="176" y="125"/>
                  <a:pt x="176" y="125"/>
                </a:cubicBezTo>
                <a:cubicBezTo>
                  <a:pt x="179" y="129"/>
                  <a:pt x="179" y="129"/>
                  <a:pt x="179" y="129"/>
                </a:cubicBezTo>
                <a:cubicBezTo>
                  <a:pt x="181" y="124"/>
                  <a:pt x="181" y="124"/>
                  <a:pt x="181" y="124"/>
                </a:cubicBezTo>
                <a:cubicBezTo>
                  <a:pt x="183" y="124"/>
                  <a:pt x="183" y="124"/>
                  <a:pt x="183" y="124"/>
                </a:cubicBezTo>
                <a:cubicBezTo>
                  <a:pt x="185" y="126"/>
                  <a:pt x="185" y="126"/>
                  <a:pt x="185" y="126"/>
                </a:cubicBezTo>
                <a:cubicBezTo>
                  <a:pt x="183" y="130"/>
                  <a:pt x="183" y="130"/>
                  <a:pt x="183" y="130"/>
                </a:cubicBezTo>
                <a:cubicBezTo>
                  <a:pt x="187" y="130"/>
                  <a:pt x="187" y="130"/>
                  <a:pt x="187" y="130"/>
                </a:cubicBezTo>
                <a:cubicBezTo>
                  <a:pt x="189" y="131"/>
                  <a:pt x="189" y="131"/>
                  <a:pt x="189" y="131"/>
                </a:cubicBezTo>
                <a:cubicBezTo>
                  <a:pt x="188" y="134"/>
                  <a:pt x="188" y="134"/>
                  <a:pt x="188" y="134"/>
                </a:cubicBezTo>
                <a:cubicBezTo>
                  <a:pt x="181" y="135"/>
                  <a:pt x="181" y="135"/>
                  <a:pt x="181" y="135"/>
                </a:cubicBezTo>
                <a:cubicBezTo>
                  <a:pt x="179" y="142"/>
                  <a:pt x="179" y="142"/>
                  <a:pt x="179" y="142"/>
                </a:cubicBezTo>
                <a:cubicBezTo>
                  <a:pt x="186" y="141"/>
                  <a:pt x="186" y="141"/>
                  <a:pt x="186" y="141"/>
                </a:cubicBezTo>
                <a:cubicBezTo>
                  <a:pt x="188" y="134"/>
                  <a:pt x="188" y="134"/>
                  <a:pt x="188" y="134"/>
                </a:cubicBezTo>
                <a:cubicBezTo>
                  <a:pt x="191" y="134"/>
                  <a:pt x="191" y="134"/>
                  <a:pt x="191" y="134"/>
                </a:cubicBezTo>
                <a:cubicBezTo>
                  <a:pt x="192" y="136"/>
                  <a:pt x="192" y="136"/>
                  <a:pt x="192" y="136"/>
                </a:cubicBezTo>
                <a:cubicBezTo>
                  <a:pt x="191" y="140"/>
                  <a:pt x="191" y="140"/>
                  <a:pt x="191" y="140"/>
                </a:cubicBezTo>
                <a:cubicBezTo>
                  <a:pt x="196" y="139"/>
                  <a:pt x="196" y="139"/>
                  <a:pt x="196" y="139"/>
                </a:cubicBezTo>
                <a:cubicBezTo>
                  <a:pt x="197" y="141"/>
                  <a:pt x="197" y="141"/>
                  <a:pt x="197" y="141"/>
                </a:cubicBezTo>
                <a:cubicBezTo>
                  <a:pt x="196" y="143"/>
                  <a:pt x="196" y="143"/>
                  <a:pt x="196" y="143"/>
                </a:cubicBezTo>
                <a:cubicBezTo>
                  <a:pt x="191" y="144"/>
                  <a:pt x="191" y="144"/>
                  <a:pt x="191" y="144"/>
                </a:cubicBezTo>
                <a:cubicBezTo>
                  <a:pt x="194" y="147"/>
                  <a:pt x="194" y="147"/>
                  <a:pt x="194" y="147"/>
                </a:cubicBezTo>
                <a:cubicBezTo>
                  <a:pt x="193" y="149"/>
                  <a:pt x="193" y="149"/>
                  <a:pt x="193" y="149"/>
                </a:cubicBezTo>
                <a:cubicBezTo>
                  <a:pt x="191" y="150"/>
                  <a:pt x="191" y="150"/>
                  <a:pt x="191" y="150"/>
                </a:cubicBezTo>
                <a:cubicBezTo>
                  <a:pt x="187" y="145"/>
                  <a:pt x="187" y="145"/>
                  <a:pt x="187" y="145"/>
                </a:cubicBezTo>
                <a:cubicBezTo>
                  <a:pt x="179" y="146"/>
                  <a:pt x="179" y="146"/>
                  <a:pt x="179" y="146"/>
                </a:cubicBezTo>
                <a:cubicBezTo>
                  <a:pt x="184" y="152"/>
                  <a:pt x="184" y="152"/>
                  <a:pt x="184" y="152"/>
                </a:cubicBezTo>
                <a:cubicBezTo>
                  <a:pt x="191" y="151"/>
                  <a:pt x="191" y="151"/>
                  <a:pt x="191" y="151"/>
                </a:cubicBezTo>
                <a:cubicBezTo>
                  <a:pt x="192" y="152"/>
                  <a:pt x="192" y="152"/>
                  <a:pt x="192" y="152"/>
                </a:cubicBezTo>
                <a:cubicBezTo>
                  <a:pt x="191" y="155"/>
                  <a:pt x="191" y="155"/>
                  <a:pt x="191" y="155"/>
                </a:cubicBezTo>
                <a:cubicBezTo>
                  <a:pt x="187" y="155"/>
                  <a:pt x="187" y="155"/>
                  <a:pt x="187" y="155"/>
                </a:cubicBezTo>
                <a:cubicBezTo>
                  <a:pt x="190" y="159"/>
                  <a:pt x="190" y="159"/>
                  <a:pt x="190" y="159"/>
                </a:cubicBezTo>
                <a:cubicBezTo>
                  <a:pt x="189" y="161"/>
                  <a:pt x="189" y="161"/>
                  <a:pt x="189" y="161"/>
                </a:cubicBezTo>
                <a:cubicBezTo>
                  <a:pt x="187" y="162"/>
                  <a:pt x="187" y="162"/>
                  <a:pt x="187" y="162"/>
                </a:cubicBezTo>
                <a:cubicBezTo>
                  <a:pt x="184" y="158"/>
                  <a:pt x="184" y="158"/>
                  <a:pt x="184" y="158"/>
                </a:cubicBezTo>
                <a:cubicBezTo>
                  <a:pt x="182" y="162"/>
                  <a:pt x="182" y="162"/>
                  <a:pt x="182" y="162"/>
                </a:cubicBezTo>
                <a:cubicBezTo>
                  <a:pt x="180" y="162"/>
                  <a:pt x="180" y="162"/>
                  <a:pt x="180" y="162"/>
                </a:cubicBezTo>
                <a:cubicBezTo>
                  <a:pt x="178" y="160"/>
                  <a:pt x="178" y="160"/>
                  <a:pt x="178" y="160"/>
                </a:cubicBezTo>
                <a:cubicBezTo>
                  <a:pt x="181" y="154"/>
                  <a:pt x="181" y="154"/>
                  <a:pt x="181" y="154"/>
                </a:cubicBezTo>
                <a:cubicBezTo>
                  <a:pt x="176" y="148"/>
                  <a:pt x="176" y="148"/>
                  <a:pt x="176" y="148"/>
                </a:cubicBezTo>
                <a:cubicBezTo>
                  <a:pt x="173" y="155"/>
                  <a:pt x="173" y="155"/>
                  <a:pt x="173" y="155"/>
                </a:cubicBezTo>
                <a:cubicBezTo>
                  <a:pt x="178" y="161"/>
                  <a:pt x="178" y="161"/>
                  <a:pt x="178" y="161"/>
                </a:cubicBezTo>
                <a:cubicBezTo>
                  <a:pt x="177" y="163"/>
                  <a:pt x="177" y="163"/>
                  <a:pt x="177" y="163"/>
                </a:cubicBezTo>
                <a:cubicBezTo>
                  <a:pt x="174" y="163"/>
                  <a:pt x="174" y="163"/>
                  <a:pt x="174" y="163"/>
                </a:cubicBezTo>
                <a:cubicBezTo>
                  <a:pt x="172" y="160"/>
                  <a:pt x="172" y="160"/>
                  <a:pt x="172" y="160"/>
                </a:cubicBezTo>
                <a:cubicBezTo>
                  <a:pt x="170" y="164"/>
                  <a:pt x="170" y="164"/>
                  <a:pt x="170" y="164"/>
                </a:cubicBezTo>
                <a:cubicBezTo>
                  <a:pt x="168" y="165"/>
                  <a:pt x="168" y="165"/>
                  <a:pt x="168" y="165"/>
                </a:cubicBezTo>
                <a:cubicBezTo>
                  <a:pt x="166" y="163"/>
                  <a:pt x="166" y="163"/>
                  <a:pt x="166" y="163"/>
                </a:cubicBezTo>
                <a:cubicBezTo>
                  <a:pt x="168" y="158"/>
                  <a:pt x="168" y="158"/>
                  <a:pt x="168" y="158"/>
                </a:cubicBezTo>
                <a:cubicBezTo>
                  <a:pt x="164" y="159"/>
                  <a:pt x="164" y="159"/>
                  <a:pt x="164" y="159"/>
                </a:cubicBezTo>
                <a:cubicBezTo>
                  <a:pt x="162" y="157"/>
                  <a:pt x="162" y="157"/>
                  <a:pt x="162" y="157"/>
                </a:cubicBezTo>
                <a:cubicBezTo>
                  <a:pt x="163" y="155"/>
                  <a:pt x="163" y="155"/>
                  <a:pt x="163" y="155"/>
                </a:cubicBezTo>
                <a:cubicBezTo>
                  <a:pt x="170" y="154"/>
                  <a:pt x="170" y="154"/>
                  <a:pt x="170" y="154"/>
                </a:cubicBezTo>
                <a:cubicBezTo>
                  <a:pt x="172" y="147"/>
                  <a:pt x="172" y="147"/>
                  <a:pt x="172" y="147"/>
                </a:cubicBezTo>
                <a:cubicBezTo>
                  <a:pt x="165" y="148"/>
                  <a:pt x="165" y="148"/>
                  <a:pt x="165" y="148"/>
                </a:cubicBezTo>
                <a:cubicBezTo>
                  <a:pt x="162" y="154"/>
                  <a:pt x="162" y="154"/>
                  <a:pt x="162" y="154"/>
                </a:cubicBezTo>
                <a:cubicBezTo>
                  <a:pt x="160" y="155"/>
                  <a:pt x="160" y="155"/>
                  <a:pt x="160" y="155"/>
                </a:cubicBezTo>
                <a:cubicBezTo>
                  <a:pt x="159" y="153"/>
                  <a:pt x="159" y="153"/>
                  <a:pt x="159" y="153"/>
                </a:cubicBezTo>
                <a:cubicBezTo>
                  <a:pt x="160" y="149"/>
                  <a:pt x="160" y="149"/>
                  <a:pt x="160" y="149"/>
                </a:cubicBezTo>
                <a:cubicBezTo>
                  <a:pt x="155" y="149"/>
                  <a:pt x="155" y="149"/>
                  <a:pt x="155" y="149"/>
                </a:cubicBezTo>
                <a:cubicBezTo>
                  <a:pt x="154" y="148"/>
                  <a:pt x="154" y="148"/>
                  <a:pt x="154" y="148"/>
                </a:cubicBezTo>
                <a:cubicBezTo>
                  <a:pt x="155" y="146"/>
                  <a:pt x="155" y="146"/>
                  <a:pt x="155" y="146"/>
                </a:cubicBezTo>
                <a:lnTo>
                  <a:pt x="160" y="145"/>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20"/>
          <p:cNvSpPr>
            <a:spLocks noEditPoints="1"/>
          </p:cNvSpPr>
          <p:nvPr/>
        </p:nvSpPr>
        <p:spPr bwMode="auto">
          <a:xfrm>
            <a:off x="9254077" y="1070357"/>
            <a:ext cx="387939" cy="386534"/>
          </a:xfrm>
          <a:custGeom>
            <a:avLst/>
            <a:gdLst>
              <a:gd name="T0" fmla="*/ 29 w 197"/>
              <a:gd name="T1" fmla="*/ 56 h 196"/>
              <a:gd name="T2" fmla="*/ 175 w 197"/>
              <a:gd name="T3" fmla="*/ 74 h 196"/>
              <a:gd name="T4" fmla="*/ 12 w 197"/>
              <a:gd name="T5" fmla="*/ 147 h 196"/>
              <a:gd name="T6" fmla="*/ 26 w 197"/>
              <a:gd name="T7" fmla="*/ 145 h 196"/>
              <a:gd name="T8" fmla="*/ 17 w 197"/>
              <a:gd name="T9" fmla="*/ 134 h 196"/>
              <a:gd name="T10" fmla="*/ 23 w 197"/>
              <a:gd name="T11" fmla="*/ 127 h 196"/>
              <a:gd name="T12" fmla="*/ 33 w 197"/>
              <a:gd name="T13" fmla="*/ 135 h 196"/>
              <a:gd name="T14" fmla="*/ 37 w 197"/>
              <a:gd name="T15" fmla="*/ 124 h 196"/>
              <a:gd name="T16" fmla="*/ 46 w 197"/>
              <a:gd name="T17" fmla="*/ 133 h 196"/>
              <a:gd name="T18" fmla="*/ 45 w 197"/>
              <a:gd name="T19" fmla="*/ 136 h 196"/>
              <a:gd name="T20" fmla="*/ 55 w 197"/>
              <a:gd name="T21" fmla="*/ 144 h 196"/>
              <a:gd name="T22" fmla="*/ 47 w 197"/>
              <a:gd name="T23" fmla="*/ 154 h 196"/>
              <a:gd name="T24" fmla="*/ 49 w 197"/>
              <a:gd name="T25" fmla="*/ 157 h 196"/>
              <a:gd name="T26" fmla="*/ 42 w 197"/>
              <a:gd name="T27" fmla="*/ 168 h 196"/>
              <a:gd name="T28" fmla="*/ 36 w 197"/>
              <a:gd name="T29" fmla="*/ 159 h 196"/>
              <a:gd name="T30" fmla="*/ 28 w 197"/>
              <a:gd name="T31" fmla="*/ 169 h 196"/>
              <a:gd name="T32" fmla="*/ 21 w 197"/>
              <a:gd name="T33" fmla="*/ 163 h 196"/>
              <a:gd name="T34" fmla="*/ 26 w 197"/>
              <a:gd name="T35" fmla="*/ 150 h 196"/>
              <a:gd name="T36" fmla="*/ 12 w 197"/>
              <a:gd name="T37" fmla="*/ 151 h 196"/>
              <a:gd name="T38" fmla="*/ 78 w 197"/>
              <a:gd name="T39" fmla="*/ 172 h 196"/>
              <a:gd name="T40" fmla="*/ 93 w 197"/>
              <a:gd name="T41" fmla="*/ 166 h 196"/>
              <a:gd name="T42" fmla="*/ 80 w 197"/>
              <a:gd name="T43" fmla="*/ 156 h 196"/>
              <a:gd name="T44" fmla="*/ 84 w 197"/>
              <a:gd name="T45" fmla="*/ 146 h 196"/>
              <a:gd name="T46" fmla="*/ 97 w 197"/>
              <a:gd name="T47" fmla="*/ 152 h 196"/>
              <a:gd name="T48" fmla="*/ 99 w 197"/>
              <a:gd name="T49" fmla="*/ 139 h 196"/>
              <a:gd name="T50" fmla="*/ 112 w 197"/>
              <a:gd name="T51" fmla="*/ 147 h 196"/>
              <a:gd name="T52" fmla="*/ 112 w 197"/>
              <a:gd name="T53" fmla="*/ 150 h 196"/>
              <a:gd name="T54" fmla="*/ 125 w 197"/>
              <a:gd name="T55" fmla="*/ 156 h 196"/>
              <a:gd name="T56" fmla="*/ 120 w 197"/>
              <a:gd name="T57" fmla="*/ 170 h 196"/>
              <a:gd name="T58" fmla="*/ 122 w 197"/>
              <a:gd name="T59" fmla="*/ 173 h 196"/>
              <a:gd name="T60" fmla="*/ 118 w 197"/>
              <a:gd name="T61" fmla="*/ 186 h 196"/>
              <a:gd name="T62" fmla="*/ 108 w 197"/>
              <a:gd name="T63" fmla="*/ 178 h 196"/>
              <a:gd name="T64" fmla="*/ 102 w 197"/>
              <a:gd name="T65" fmla="*/ 192 h 196"/>
              <a:gd name="T66" fmla="*/ 92 w 197"/>
              <a:gd name="T67" fmla="*/ 187 h 196"/>
              <a:gd name="T68" fmla="*/ 95 w 197"/>
              <a:gd name="T69" fmla="*/ 171 h 196"/>
              <a:gd name="T70" fmla="*/ 80 w 197"/>
              <a:gd name="T71" fmla="*/ 177 h 196"/>
              <a:gd name="T72" fmla="*/ 144 w 197"/>
              <a:gd name="T73" fmla="*/ 145 h 196"/>
              <a:gd name="T74" fmla="*/ 156 w 197"/>
              <a:gd name="T75" fmla="*/ 143 h 196"/>
              <a:gd name="T76" fmla="*/ 148 w 197"/>
              <a:gd name="T77" fmla="*/ 134 h 196"/>
              <a:gd name="T78" fmla="*/ 153 w 197"/>
              <a:gd name="T79" fmla="*/ 127 h 196"/>
              <a:gd name="T80" fmla="*/ 162 w 197"/>
              <a:gd name="T81" fmla="*/ 134 h 196"/>
              <a:gd name="T82" fmla="*/ 165 w 197"/>
              <a:gd name="T83" fmla="*/ 125 h 196"/>
              <a:gd name="T84" fmla="*/ 173 w 197"/>
              <a:gd name="T85" fmla="*/ 132 h 196"/>
              <a:gd name="T86" fmla="*/ 173 w 197"/>
              <a:gd name="T87" fmla="*/ 135 h 196"/>
              <a:gd name="T88" fmla="*/ 181 w 197"/>
              <a:gd name="T89" fmla="*/ 141 h 196"/>
              <a:gd name="T90" fmla="*/ 175 w 197"/>
              <a:gd name="T91" fmla="*/ 150 h 196"/>
              <a:gd name="T92" fmla="*/ 176 w 197"/>
              <a:gd name="T93" fmla="*/ 153 h 196"/>
              <a:gd name="T94" fmla="*/ 171 w 197"/>
              <a:gd name="T95" fmla="*/ 162 h 196"/>
              <a:gd name="T96" fmla="*/ 165 w 197"/>
              <a:gd name="T97" fmla="*/ 154 h 196"/>
              <a:gd name="T98" fmla="*/ 159 w 197"/>
              <a:gd name="T99" fmla="*/ 163 h 196"/>
              <a:gd name="T100" fmla="*/ 152 w 197"/>
              <a:gd name="T101" fmla="*/ 159 h 196"/>
              <a:gd name="T102" fmla="*/ 157 w 197"/>
              <a:gd name="T103" fmla="*/ 147 h 196"/>
              <a:gd name="T104" fmla="*/ 144 w 197"/>
              <a:gd name="T105" fmla="*/ 149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7" h="196">
                <a:moveTo>
                  <a:pt x="176" y="118"/>
                </a:moveTo>
                <a:cubicBezTo>
                  <a:pt x="150" y="118"/>
                  <a:pt x="82" y="118"/>
                  <a:pt x="31" y="118"/>
                </a:cubicBezTo>
                <a:cubicBezTo>
                  <a:pt x="14" y="118"/>
                  <a:pt x="0" y="104"/>
                  <a:pt x="0" y="87"/>
                </a:cubicBezTo>
                <a:cubicBezTo>
                  <a:pt x="0" y="71"/>
                  <a:pt x="13" y="58"/>
                  <a:pt x="29" y="57"/>
                </a:cubicBezTo>
                <a:cubicBezTo>
                  <a:pt x="29" y="57"/>
                  <a:pt x="29" y="56"/>
                  <a:pt x="29" y="56"/>
                </a:cubicBezTo>
                <a:cubicBezTo>
                  <a:pt x="30" y="40"/>
                  <a:pt x="43" y="42"/>
                  <a:pt x="50" y="41"/>
                </a:cubicBezTo>
                <a:cubicBezTo>
                  <a:pt x="53" y="18"/>
                  <a:pt x="64" y="0"/>
                  <a:pt x="95" y="0"/>
                </a:cubicBezTo>
                <a:cubicBezTo>
                  <a:pt x="120" y="0"/>
                  <a:pt x="140" y="20"/>
                  <a:pt x="141" y="44"/>
                </a:cubicBezTo>
                <a:cubicBezTo>
                  <a:pt x="142" y="44"/>
                  <a:pt x="143" y="44"/>
                  <a:pt x="145" y="44"/>
                </a:cubicBezTo>
                <a:cubicBezTo>
                  <a:pt x="161" y="44"/>
                  <a:pt x="175" y="58"/>
                  <a:pt x="175" y="74"/>
                </a:cubicBezTo>
                <a:cubicBezTo>
                  <a:pt x="175" y="75"/>
                  <a:pt x="175" y="75"/>
                  <a:pt x="175" y="76"/>
                </a:cubicBezTo>
                <a:cubicBezTo>
                  <a:pt x="175" y="76"/>
                  <a:pt x="175" y="76"/>
                  <a:pt x="176" y="76"/>
                </a:cubicBezTo>
                <a:cubicBezTo>
                  <a:pt x="187" y="76"/>
                  <a:pt x="197" y="85"/>
                  <a:pt x="197" y="97"/>
                </a:cubicBezTo>
                <a:cubicBezTo>
                  <a:pt x="197" y="108"/>
                  <a:pt x="187" y="118"/>
                  <a:pt x="176" y="118"/>
                </a:cubicBezTo>
                <a:close/>
                <a:moveTo>
                  <a:pt x="12" y="147"/>
                </a:moveTo>
                <a:cubicBezTo>
                  <a:pt x="9" y="143"/>
                  <a:pt x="9" y="143"/>
                  <a:pt x="9" y="143"/>
                </a:cubicBezTo>
                <a:cubicBezTo>
                  <a:pt x="10" y="140"/>
                  <a:pt x="10" y="140"/>
                  <a:pt x="10" y="140"/>
                </a:cubicBezTo>
                <a:cubicBezTo>
                  <a:pt x="12" y="140"/>
                  <a:pt x="12" y="140"/>
                  <a:pt x="12" y="140"/>
                </a:cubicBezTo>
                <a:cubicBezTo>
                  <a:pt x="17" y="146"/>
                  <a:pt x="17" y="146"/>
                  <a:pt x="17" y="146"/>
                </a:cubicBezTo>
                <a:cubicBezTo>
                  <a:pt x="26" y="145"/>
                  <a:pt x="26" y="145"/>
                  <a:pt x="26" y="145"/>
                </a:cubicBezTo>
                <a:cubicBezTo>
                  <a:pt x="21" y="138"/>
                  <a:pt x="21" y="138"/>
                  <a:pt x="21" y="138"/>
                </a:cubicBezTo>
                <a:cubicBezTo>
                  <a:pt x="13" y="139"/>
                  <a:pt x="13" y="139"/>
                  <a:pt x="13" y="139"/>
                </a:cubicBezTo>
                <a:cubicBezTo>
                  <a:pt x="11" y="137"/>
                  <a:pt x="11" y="137"/>
                  <a:pt x="11" y="137"/>
                </a:cubicBezTo>
                <a:cubicBezTo>
                  <a:pt x="12" y="135"/>
                  <a:pt x="12" y="135"/>
                  <a:pt x="12" y="135"/>
                </a:cubicBezTo>
                <a:cubicBezTo>
                  <a:pt x="17" y="134"/>
                  <a:pt x="17" y="134"/>
                  <a:pt x="17" y="134"/>
                </a:cubicBezTo>
                <a:cubicBezTo>
                  <a:pt x="14" y="129"/>
                  <a:pt x="14" y="129"/>
                  <a:pt x="14" y="129"/>
                </a:cubicBezTo>
                <a:cubicBezTo>
                  <a:pt x="15" y="127"/>
                  <a:pt x="15" y="127"/>
                  <a:pt x="15" y="127"/>
                </a:cubicBezTo>
                <a:cubicBezTo>
                  <a:pt x="18" y="127"/>
                  <a:pt x="18" y="127"/>
                  <a:pt x="18" y="127"/>
                </a:cubicBezTo>
                <a:cubicBezTo>
                  <a:pt x="21" y="131"/>
                  <a:pt x="21" y="131"/>
                  <a:pt x="21" y="131"/>
                </a:cubicBezTo>
                <a:cubicBezTo>
                  <a:pt x="23" y="127"/>
                  <a:pt x="23" y="127"/>
                  <a:pt x="23" y="127"/>
                </a:cubicBezTo>
                <a:cubicBezTo>
                  <a:pt x="26" y="126"/>
                  <a:pt x="26" y="126"/>
                  <a:pt x="26" y="126"/>
                </a:cubicBezTo>
                <a:cubicBezTo>
                  <a:pt x="27" y="128"/>
                  <a:pt x="27" y="128"/>
                  <a:pt x="27" y="128"/>
                </a:cubicBezTo>
                <a:cubicBezTo>
                  <a:pt x="24" y="136"/>
                  <a:pt x="24" y="136"/>
                  <a:pt x="24" y="136"/>
                </a:cubicBezTo>
                <a:cubicBezTo>
                  <a:pt x="29" y="143"/>
                  <a:pt x="29" y="143"/>
                  <a:pt x="29" y="143"/>
                </a:cubicBezTo>
                <a:cubicBezTo>
                  <a:pt x="33" y="135"/>
                  <a:pt x="33" y="135"/>
                  <a:pt x="33" y="135"/>
                </a:cubicBezTo>
                <a:cubicBezTo>
                  <a:pt x="28" y="128"/>
                  <a:pt x="28" y="128"/>
                  <a:pt x="28" y="128"/>
                </a:cubicBezTo>
                <a:cubicBezTo>
                  <a:pt x="29" y="126"/>
                  <a:pt x="29" y="126"/>
                  <a:pt x="29" y="126"/>
                </a:cubicBezTo>
                <a:cubicBezTo>
                  <a:pt x="32" y="126"/>
                  <a:pt x="32" y="126"/>
                  <a:pt x="32" y="126"/>
                </a:cubicBezTo>
                <a:cubicBezTo>
                  <a:pt x="35" y="130"/>
                  <a:pt x="35" y="130"/>
                  <a:pt x="35" y="130"/>
                </a:cubicBezTo>
                <a:cubicBezTo>
                  <a:pt x="37" y="124"/>
                  <a:pt x="37" y="124"/>
                  <a:pt x="37" y="124"/>
                </a:cubicBezTo>
                <a:cubicBezTo>
                  <a:pt x="40" y="124"/>
                  <a:pt x="40" y="124"/>
                  <a:pt x="40" y="124"/>
                </a:cubicBezTo>
                <a:cubicBezTo>
                  <a:pt x="42" y="126"/>
                  <a:pt x="42" y="126"/>
                  <a:pt x="42" y="126"/>
                </a:cubicBezTo>
                <a:cubicBezTo>
                  <a:pt x="39" y="131"/>
                  <a:pt x="39" y="131"/>
                  <a:pt x="39" y="131"/>
                </a:cubicBezTo>
                <a:cubicBezTo>
                  <a:pt x="44" y="131"/>
                  <a:pt x="44" y="131"/>
                  <a:pt x="44" y="131"/>
                </a:cubicBezTo>
                <a:cubicBezTo>
                  <a:pt x="46" y="133"/>
                  <a:pt x="46" y="133"/>
                  <a:pt x="46" y="133"/>
                </a:cubicBezTo>
                <a:cubicBezTo>
                  <a:pt x="45" y="135"/>
                  <a:pt x="45" y="135"/>
                  <a:pt x="45" y="135"/>
                </a:cubicBezTo>
                <a:cubicBezTo>
                  <a:pt x="37" y="136"/>
                  <a:pt x="37" y="136"/>
                  <a:pt x="37" y="136"/>
                </a:cubicBezTo>
                <a:cubicBezTo>
                  <a:pt x="34" y="144"/>
                  <a:pt x="34" y="144"/>
                  <a:pt x="34" y="144"/>
                </a:cubicBezTo>
                <a:cubicBezTo>
                  <a:pt x="42" y="143"/>
                  <a:pt x="42" y="143"/>
                  <a:pt x="42" y="143"/>
                </a:cubicBezTo>
                <a:cubicBezTo>
                  <a:pt x="45" y="136"/>
                  <a:pt x="45" y="136"/>
                  <a:pt x="45" y="136"/>
                </a:cubicBezTo>
                <a:cubicBezTo>
                  <a:pt x="48" y="136"/>
                  <a:pt x="48" y="136"/>
                  <a:pt x="48" y="136"/>
                </a:cubicBezTo>
                <a:cubicBezTo>
                  <a:pt x="50" y="138"/>
                  <a:pt x="50" y="138"/>
                  <a:pt x="50" y="138"/>
                </a:cubicBezTo>
                <a:cubicBezTo>
                  <a:pt x="48" y="143"/>
                  <a:pt x="48" y="143"/>
                  <a:pt x="48" y="143"/>
                </a:cubicBezTo>
                <a:cubicBezTo>
                  <a:pt x="53" y="142"/>
                  <a:pt x="53" y="142"/>
                  <a:pt x="53" y="142"/>
                </a:cubicBezTo>
                <a:cubicBezTo>
                  <a:pt x="55" y="144"/>
                  <a:pt x="55" y="144"/>
                  <a:pt x="55" y="144"/>
                </a:cubicBezTo>
                <a:cubicBezTo>
                  <a:pt x="54" y="147"/>
                  <a:pt x="54" y="147"/>
                  <a:pt x="54" y="147"/>
                </a:cubicBezTo>
                <a:cubicBezTo>
                  <a:pt x="48" y="147"/>
                  <a:pt x="48" y="147"/>
                  <a:pt x="48" y="147"/>
                </a:cubicBezTo>
                <a:cubicBezTo>
                  <a:pt x="51" y="151"/>
                  <a:pt x="51" y="151"/>
                  <a:pt x="51" y="151"/>
                </a:cubicBezTo>
                <a:cubicBezTo>
                  <a:pt x="50" y="154"/>
                  <a:pt x="50" y="154"/>
                  <a:pt x="50" y="154"/>
                </a:cubicBezTo>
                <a:cubicBezTo>
                  <a:pt x="47" y="154"/>
                  <a:pt x="47" y="154"/>
                  <a:pt x="47" y="154"/>
                </a:cubicBezTo>
                <a:cubicBezTo>
                  <a:pt x="43" y="148"/>
                  <a:pt x="43" y="148"/>
                  <a:pt x="43" y="148"/>
                </a:cubicBezTo>
                <a:cubicBezTo>
                  <a:pt x="34" y="149"/>
                  <a:pt x="34" y="149"/>
                  <a:pt x="34" y="149"/>
                </a:cubicBezTo>
                <a:cubicBezTo>
                  <a:pt x="39" y="156"/>
                  <a:pt x="39" y="156"/>
                  <a:pt x="39" y="156"/>
                </a:cubicBezTo>
                <a:cubicBezTo>
                  <a:pt x="47" y="155"/>
                  <a:pt x="47" y="155"/>
                  <a:pt x="47" y="155"/>
                </a:cubicBezTo>
                <a:cubicBezTo>
                  <a:pt x="49" y="157"/>
                  <a:pt x="49" y="157"/>
                  <a:pt x="49" y="157"/>
                </a:cubicBezTo>
                <a:cubicBezTo>
                  <a:pt x="48" y="160"/>
                  <a:pt x="48" y="160"/>
                  <a:pt x="48" y="160"/>
                </a:cubicBezTo>
                <a:cubicBezTo>
                  <a:pt x="43" y="160"/>
                  <a:pt x="43" y="160"/>
                  <a:pt x="43" y="160"/>
                </a:cubicBezTo>
                <a:cubicBezTo>
                  <a:pt x="46" y="165"/>
                  <a:pt x="46" y="165"/>
                  <a:pt x="46" y="165"/>
                </a:cubicBezTo>
                <a:cubicBezTo>
                  <a:pt x="45" y="167"/>
                  <a:pt x="45" y="167"/>
                  <a:pt x="45" y="167"/>
                </a:cubicBezTo>
                <a:cubicBezTo>
                  <a:pt x="42" y="168"/>
                  <a:pt x="42" y="168"/>
                  <a:pt x="42" y="168"/>
                </a:cubicBezTo>
                <a:cubicBezTo>
                  <a:pt x="39" y="163"/>
                  <a:pt x="39" y="163"/>
                  <a:pt x="39" y="163"/>
                </a:cubicBezTo>
                <a:cubicBezTo>
                  <a:pt x="37" y="168"/>
                  <a:pt x="37" y="168"/>
                  <a:pt x="37" y="168"/>
                </a:cubicBezTo>
                <a:cubicBezTo>
                  <a:pt x="34" y="168"/>
                  <a:pt x="34" y="168"/>
                  <a:pt x="34" y="168"/>
                </a:cubicBezTo>
                <a:cubicBezTo>
                  <a:pt x="33" y="166"/>
                  <a:pt x="33" y="166"/>
                  <a:pt x="33" y="166"/>
                </a:cubicBezTo>
                <a:cubicBezTo>
                  <a:pt x="36" y="159"/>
                  <a:pt x="36" y="159"/>
                  <a:pt x="36" y="159"/>
                </a:cubicBezTo>
                <a:cubicBezTo>
                  <a:pt x="30" y="152"/>
                  <a:pt x="30" y="152"/>
                  <a:pt x="30" y="152"/>
                </a:cubicBezTo>
                <a:cubicBezTo>
                  <a:pt x="27" y="160"/>
                  <a:pt x="27" y="160"/>
                  <a:pt x="27" y="160"/>
                </a:cubicBezTo>
                <a:cubicBezTo>
                  <a:pt x="32" y="166"/>
                  <a:pt x="32" y="166"/>
                  <a:pt x="32" y="166"/>
                </a:cubicBezTo>
                <a:cubicBezTo>
                  <a:pt x="31" y="168"/>
                  <a:pt x="31" y="168"/>
                  <a:pt x="31" y="168"/>
                </a:cubicBezTo>
                <a:cubicBezTo>
                  <a:pt x="28" y="169"/>
                  <a:pt x="28" y="169"/>
                  <a:pt x="28" y="169"/>
                </a:cubicBezTo>
                <a:cubicBezTo>
                  <a:pt x="25" y="165"/>
                  <a:pt x="25" y="165"/>
                  <a:pt x="25" y="165"/>
                </a:cubicBezTo>
                <a:cubicBezTo>
                  <a:pt x="23" y="170"/>
                  <a:pt x="23" y="170"/>
                  <a:pt x="23" y="170"/>
                </a:cubicBezTo>
                <a:cubicBezTo>
                  <a:pt x="20" y="170"/>
                  <a:pt x="20" y="170"/>
                  <a:pt x="20" y="170"/>
                </a:cubicBezTo>
                <a:cubicBezTo>
                  <a:pt x="18" y="168"/>
                  <a:pt x="18" y="168"/>
                  <a:pt x="18" y="168"/>
                </a:cubicBezTo>
                <a:cubicBezTo>
                  <a:pt x="21" y="163"/>
                  <a:pt x="21" y="163"/>
                  <a:pt x="21" y="163"/>
                </a:cubicBezTo>
                <a:cubicBezTo>
                  <a:pt x="16" y="163"/>
                  <a:pt x="16" y="163"/>
                  <a:pt x="16" y="163"/>
                </a:cubicBezTo>
                <a:cubicBezTo>
                  <a:pt x="14" y="161"/>
                  <a:pt x="14" y="161"/>
                  <a:pt x="14" y="161"/>
                </a:cubicBezTo>
                <a:cubicBezTo>
                  <a:pt x="15" y="159"/>
                  <a:pt x="15" y="159"/>
                  <a:pt x="15" y="159"/>
                </a:cubicBezTo>
                <a:cubicBezTo>
                  <a:pt x="23" y="158"/>
                  <a:pt x="23" y="158"/>
                  <a:pt x="23" y="158"/>
                </a:cubicBezTo>
                <a:cubicBezTo>
                  <a:pt x="26" y="150"/>
                  <a:pt x="26" y="150"/>
                  <a:pt x="26" y="150"/>
                </a:cubicBezTo>
                <a:cubicBezTo>
                  <a:pt x="18" y="151"/>
                  <a:pt x="18" y="151"/>
                  <a:pt x="18" y="151"/>
                </a:cubicBezTo>
                <a:cubicBezTo>
                  <a:pt x="15" y="158"/>
                  <a:pt x="15" y="158"/>
                  <a:pt x="15" y="158"/>
                </a:cubicBezTo>
                <a:cubicBezTo>
                  <a:pt x="12" y="158"/>
                  <a:pt x="12" y="158"/>
                  <a:pt x="12" y="158"/>
                </a:cubicBezTo>
                <a:cubicBezTo>
                  <a:pt x="10" y="156"/>
                  <a:pt x="10" y="156"/>
                  <a:pt x="10" y="156"/>
                </a:cubicBezTo>
                <a:cubicBezTo>
                  <a:pt x="12" y="151"/>
                  <a:pt x="12" y="151"/>
                  <a:pt x="12" y="151"/>
                </a:cubicBezTo>
                <a:cubicBezTo>
                  <a:pt x="6" y="152"/>
                  <a:pt x="6" y="152"/>
                  <a:pt x="6" y="152"/>
                </a:cubicBezTo>
                <a:cubicBezTo>
                  <a:pt x="5" y="150"/>
                  <a:pt x="5" y="150"/>
                  <a:pt x="5" y="150"/>
                </a:cubicBezTo>
                <a:cubicBezTo>
                  <a:pt x="6" y="148"/>
                  <a:pt x="6" y="148"/>
                  <a:pt x="6" y="148"/>
                </a:cubicBezTo>
                <a:lnTo>
                  <a:pt x="12" y="147"/>
                </a:lnTo>
                <a:close/>
                <a:moveTo>
                  <a:pt x="78" y="172"/>
                </a:moveTo>
                <a:cubicBezTo>
                  <a:pt x="73" y="169"/>
                  <a:pt x="73" y="169"/>
                  <a:pt x="73" y="169"/>
                </a:cubicBezTo>
                <a:cubicBezTo>
                  <a:pt x="73" y="166"/>
                  <a:pt x="73" y="166"/>
                  <a:pt x="73" y="166"/>
                </a:cubicBezTo>
                <a:cubicBezTo>
                  <a:pt x="76" y="164"/>
                  <a:pt x="76" y="164"/>
                  <a:pt x="76" y="164"/>
                </a:cubicBezTo>
                <a:cubicBezTo>
                  <a:pt x="83" y="170"/>
                  <a:pt x="83" y="170"/>
                  <a:pt x="83" y="170"/>
                </a:cubicBezTo>
                <a:cubicBezTo>
                  <a:pt x="93" y="166"/>
                  <a:pt x="93" y="166"/>
                  <a:pt x="93" y="166"/>
                </a:cubicBezTo>
                <a:cubicBezTo>
                  <a:pt x="85" y="160"/>
                  <a:pt x="85" y="160"/>
                  <a:pt x="85" y="160"/>
                </a:cubicBezTo>
                <a:cubicBezTo>
                  <a:pt x="76" y="163"/>
                  <a:pt x="76" y="163"/>
                  <a:pt x="76" y="163"/>
                </a:cubicBezTo>
                <a:cubicBezTo>
                  <a:pt x="74" y="161"/>
                  <a:pt x="74" y="161"/>
                  <a:pt x="74" y="161"/>
                </a:cubicBezTo>
                <a:cubicBezTo>
                  <a:pt x="74" y="158"/>
                  <a:pt x="74" y="158"/>
                  <a:pt x="74" y="158"/>
                </a:cubicBezTo>
                <a:cubicBezTo>
                  <a:pt x="80" y="156"/>
                  <a:pt x="80" y="156"/>
                  <a:pt x="80" y="156"/>
                </a:cubicBezTo>
                <a:cubicBezTo>
                  <a:pt x="75" y="152"/>
                  <a:pt x="75" y="152"/>
                  <a:pt x="75" y="152"/>
                </a:cubicBezTo>
                <a:cubicBezTo>
                  <a:pt x="75" y="149"/>
                  <a:pt x="75" y="149"/>
                  <a:pt x="75" y="149"/>
                </a:cubicBezTo>
                <a:cubicBezTo>
                  <a:pt x="78" y="148"/>
                  <a:pt x="78" y="148"/>
                  <a:pt x="78" y="148"/>
                </a:cubicBezTo>
                <a:cubicBezTo>
                  <a:pt x="83" y="152"/>
                  <a:pt x="83" y="152"/>
                  <a:pt x="83" y="152"/>
                </a:cubicBezTo>
                <a:cubicBezTo>
                  <a:pt x="84" y="146"/>
                  <a:pt x="84" y="146"/>
                  <a:pt x="84" y="146"/>
                </a:cubicBezTo>
                <a:cubicBezTo>
                  <a:pt x="87" y="145"/>
                  <a:pt x="87" y="145"/>
                  <a:pt x="87" y="145"/>
                </a:cubicBezTo>
                <a:cubicBezTo>
                  <a:pt x="89" y="147"/>
                  <a:pt x="89" y="147"/>
                  <a:pt x="89" y="147"/>
                </a:cubicBezTo>
                <a:cubicBezTo>
                  <a:pt x="88" y="156"/>
                  <a:pt x="88" y="156"/>
                  <a:pt x="88" y="156"/>
                </a:cubicBezTo>
                <a:cubicBezTo>
                  <a:pt x="96" y="162"/>
                  <a:pt x="96" y="162"/>
                  <a:pt x="96" y="162"/>
                </a:cubicBezTo>
                <a:cubicBezTo>
                  <a:pt x="97" y="152"/>
                  <a:pt x="97" y="152"/>
                  <a:pt x="97" y="152"/>
                </a:cubicBezTo>
                <a:cubicBezTo>
                  <a:pt x="90" y="147"/>
                  <a:pt x="90" y="147"/>
                  <a:pt x="90" y="147"/>
                </a:cubicBezTo>
                <a:cubicBezTo>
                  <a:pt x="91" y="144"/>
                  <a:pt x="91" y="144"/>
                  <a:pt x="91" y="144"/>
                </a:cubicBezTo>
                <a:cubicBezTo>
                  <a:pt x="94" y="142"/>
                  <a:pt x="94" y="142"/>
                  <a:pt x="94" y="142"/>
                </a:cubicBezTo>
                <a:cubicBezTo>
                  <a:pt x="98" y="146"/>
                  <a:pt x="98" y="146"/>
                  <a:pt x="98" y="146"/>
                </a:cubicBezTo>
                <a:cubicBezTo>
                  <a:pt x="99" y="139"/>
                  <a:pt x="99" y="139"/>
                  <a:pt x="99" y="139"/>
                </a:cubicBezTo>
                <a:cubicBezTo>
                  <a:pt x="102" y="138"/>
                  <a:pt x="102" y="138"/>
                  <a:pt x="102" y="138"/>
                </a:cubicBezTo>
                <a:cubicBezTo>
                  <a:pt x="105" y="140"/>
                  <a:pt x="105" y="140"/>
                  <a:pt x="105" y="140"/>
                </a:cubicBezTo>
                <a:cubicBezTo>
                  <a:pt x="104" y="147"/>
                  <a:pt x="104" y="147"/>
                  <a:pt x="104" y="147"/>
                </a:cubicBezTo>
                <a:cubicBezTo>
                  <a:pt x="109" y="145"/>
                  <a:pt x="109" y="145"/>
                  <a:pt x="109" y="145"/>
                </a:cubicBezTo>
                <a:cubicBezTo>
                  <a:pt x="112" y="147"/>
                  <a:pt x="112" y="147"/>
                  <a:pt x="112" y="147"/>
                </a:cubicBezTo>
                <a:cubicBezTo>
                  <a:pt x="111" y="150"/>
                  <a:pt x="111" y="150"/>
                  <a:pt x="111" y="150"/>
                </a:cubicBezTo>
                <a:cubicBezTo>
                  <a:pt x="103" y="153"/>
                  <a:pt x="103" y="153"/>
                  <a:pt x="103" y="153"/>
                </a:cubicBezTo>
                <a:cubicBezTo>
                  <a:pt x="101" y="163"/>
                  <a:pt x="101" y="163"/>
                  <a:pt x="101" y="163"/>
                </a:cubicBezTo>
                <a:cubicBezTo>
                  <a:pt x="111" y="159"/>
                  <a:pt x="111" y="159"/>
                  <a:pt x="111" y="159"/>
                </a:cubicBezTo>
                <a:cubicBezTo>
                  <a:pt x="112" y="150"/>
                  <a:pt x="112" y="150"/>
                  <a:pt x="112" y="150"/>
                </a:cubicBezTo>
                <a:cubicBezTo>
                  <a:pt x="115" y="149"/>
                  <a:pt x="115" y="149"/>
                  <a:pt x="115" y="149"/>
                </a:cubicBezTo>
                <a:cubicBezTo>
                  <a:pt x="117" y="151"/>
                  <a:pt x="117" y="151"/>
                  <a:pt x="117" y="151"/>
                </a:cubicBezTo>
                <a:cubicBezTo>
                  <a:pt x="116" y="157"/>
                  <a:pt x="116" y="157"/>
                  <a:pt x="116" y="157"/>
                </a:cubicBezTo>
                <a:cubicBezTo>
                  <a:pt x="123" y="154"/>
                  <a:pt x="123" y="154"/>
                  <a:pt x="123" y="154"/>
                </a:cubicBezTo>
                <a:cubicBezTo>
                  <a:pt x="125" y="156"/>
                  <a:pt x="125" y="156"/>
                  <a:pt x="125" y="156"/>
                </a:cubicBezTo>
                <a:cubicBezTo>
                  <a:pt x="125" y="159"/>
                  <a:pt x="125" y="159"/>
                  <a:pt x="125" y="159"/>
                </a:cubicBezTo>
                <a:cubicBezTo>
                  <a:pt x="118" y="162"/>
                  <a:pt x="118" y="162"/>
                  <a:pt x="118" y="162"/>
                </a:cubicBezTo>
                <a:cubicBezTo>
                  <a:pt x="123" y="166"/>
                  <a:pt x="123" y="166"/>
                  <a:pt x="123" y="166"/>
                </a:cubicBezTo>
                <a:cubicBezTo>
                  <a:pt x="122" y="169"/>
                  <a:pt x="122" y="169"/>
                  <a:pt x="122" y="169"/>
                </a:cubicBezTo>
                <a:cubicBezTo>
                  <a:pt x="120" y="170"/>
                  <a:pt x="120" y="170"/>
                  <a:pt x="120" y="170"/>
                </a:cubicBezTo>
                <a:cubicBezTo>
                  <a:pt x="113" y="164"/>
                  <a:pt x="113" y="164"/>
                  <a:pt x="113" y="164"/>
                </a:cubicBezTo>
                <a:cubicBezTo>
                  <a:pt x="103" y="168"/>
                  <a:pt x="103" y="168"/>
                  <a:pt x="103" y="168"/>
                </a:cubicBezTo>
                <a:cubicBezTo>
                  <a:pt x="111" y="174"/>
                  <a:pt x="111" y="174"/>
                  <a:pt x="111" y="174"/>
                </a:cubicBezTo>
                <a:cubicBezTo>
                  <a:pt x="119" y="171"/>
                  <a:pt x="119" y="171"/>
                  <a:pt x="119" y="171"/>
                </a:cubicBezTo>
                <a:cubicBezTo>
                  <a:pt x="122" y="173"/>
                  <a:pt x="122" y="173"/>
                  <a:pt x="122" y="173"/>
                </a:cubicBezTo>
                <a:cubicBezTo>
                  <a:pt x="121" y="176"/>
                  <a:pt x="121" y="176"/>
                  <a:pt x="121" y="176"/>
                </a:cubicBezTo>
                <a:cubicBezTo>
                  <a:pt x="116" y="178"/>
                  <a:pt x="116" y="178"/>
                  <a:pt x="116" y="178"/>
                </a:cubicBezTo>
                <a:cubicBezTo>
                  <a:pt x="121" y="182"/>
                  <a:pt x="121" y="182"/>
                  <a:pt x="121" y="182"/>
                </a:cubicBezTo>
                <a:cubicBezTo>
                  <a:pt x="121" y="185"/>
                  <a:pt x="121" y="185"/>
                  <a:pt x="121" y="185"/>
                </a:cubicBezTo>
                <a:cubicBezTo>
                  <a:pt x="118" y="186"/>
                  <a:pt x="118" y="186"/>
                  <a:pt x="118" y="186"/>
                </a:cubicBezTo>
                <a:cubicBezTo>
                  <a:pt x="113" y="182"/>
                  <a:pt x="113" y="182"/>
                  <a:pt x="113" y="182"/>
                </a:cubicBezTo>
                <a:cubicBezTo>
                  <a:pt x="112" y="188"/>
                  <a:pt x="112" y="188"/>
                  <a:pt x="112" y="188"/>
                </a:cubicBezTo>
                <a:cubicBezTo>
                  <a:pt x="109" y="189"/>
                  <a:pt x="109" y="189"/>
                  <a:pt x="109" y="189"/>
                </a:cubicBezTo>
                <a:cubicBezTo>
                  <a:pt x="106" y="187"/>
                  <a:pt x="106" y="187"/>
                  <a:pt x="106" y="187"/>
                </a:cubicBezTo>
                <a:cubicBezTo>
                  <a:pt x="108" y="178"/>
                  <a:pt x="108" y="178"/>
                  <a:pt x="108" y="178"/>
                </a:cubicBezTo>
                <a:cubicBezTo>
                  <a:pt x="100" y="172"/>
                  <a:pt x="100" y="172"/>
                  <a:pt x="100" y="172"/>
                </a:cubicBezTo>
                <a:cubicBezTo>
                  <a:pt x="98" y="182"/>
                  <a:pt x="98" y="182"/>
                  <a:pt x="98" y="182"/>
                </a:cubicBezTo>
                <a:cubicBezTo>
                  <a:pt x="105" y="188"/>
                  <a:pt x="105" y="188"/>
                  <a:pt x="105" y="188"/>
                </a:cubicBezTo>
                <a:cubicBezTo>
                  <a:pt x="105" y="191"/>
                  <a:pt x="105" y="191"/>
                  <a:pt x="105" y="191"/>
                </a:cubicBezTo>
                <a:cubicBezTo>
                  <a:pt x="102" y="192"/>
                  <a:pt x="102" y="192"/>
                  <a:pt x="102" y="192"/>
                </a:cubicBezTo>
                <a:cubicBezTo>
                  <a:pt x="98" y="188"/>
                  <a:pt x="98" y="188"/>
                  <a:pt x="98" y="188"/>
                </a:cubicBezTo>
                <a:cubicBezTo>
                  <a:pt x="97" y="195"/>
                  <a:pt x="97" y="195"/>
                  <a:pt x="97" y="195"/>
                </a:cubicBezTo>
                <a:cubicBezTo>
                  <a:pt x="94" y="196"/>
                  <a:pt x="94" y="196"/>
                  <a:pt x="94" y="196"/>
                </a:cubicBezTo>
                <a:cubicBezTo>
                  <a:pt x="91" y="194"/>
                  <a:pt x="91" y="194"/>
                  <a:pt x="91" y="194"/>
                </a:cubicBezTo>
                <a:cubicBezTo>
                  <a:pt x="92" y="187"/>
                  <a:pt x="92" y="187"/>
                  <a:pt x="92" y="187"/>
                </a:cubicBezTo>
                <a:cubicBezTo>
                  <a:pt x="87" y="189"/>
                  <a:pt x="87" y="189"/>
                  <a:pt x="87" y="189"/>
                </a:cubicBezTo>
                <a:cubicBezTo>
                  <a:pt x="84" y="188"/>
                  <a:pt x="84" y="188"/>
                  <a:pt x="84" y="188"/>
                </a:cubicBezTo>
                <a:cubicBezTo>
                  <a:pt x="85" y="185"/>
                  <a:pt x="85" y="185"/>
                  <a:pt x="85" y="185"/>
                </a:cubicBezTo>
                <a:cubicBezTo>
                  <a:pt x="93" y="181"/>
                  <a:pt x="93" y="181"/>
                  <a:pt x="93" y="181"/>
                </a:cubicBezTo>
                <a:cubicBezTo>
                  <a:pt x="95" y="171"/>
                  <a:pt x="95" y="171"/>
                  <a:pt x="95" y="171"/>
                </a:cubicBezTo>
                <a:cubicBezTo>
                  <a:pt x="85" y="175"/>
                  <a:pt x="85" y="175"/>
                  <a:pt x="85" y="175"/>
                </a:cubicBezTo>
                <a:cubicBezTo>
                  <a:pt x="84" y="184"/>
                  <a:pt x="84" y="184"/>
                  <a:pt x="84" y="184"/>
                </a:cubicBezTo>
                <a:cubicBezTo>
                  <a:pt x="81" y="185"/>
                  <a:pt x="81" y="185"/>
                  <a:pt x="81" y="185"/>
                </a:cubicBezTo>
                <a:cubicBezTo>
                  <a:pt x="79" y="183"/>
                  <a:pt x="79" y="183"/>
                  <a:pt x="79" y="183"/>
                </a:cubicBezTo>
                <a:cubicBezTo>
                  <a:pt x="80" y="177"/>
                  <a:pt x="80" y="177"/>
                  <a:pt x="80" y="177"/>
                </a:cubicBezTo>
                <a:cubicBezTo>
                  <a:pt x="73" y="180"/>
                  <a:pt x="73" y="180"/>
                  <a:pt x="73" y="180"/>
                </a:cubicBezTo>
                <a:cubicBezTo>
                  <a:pt x="71" y="178"/>
                  <a:pt x="71" y="178"/>
                  <a:pt x="71" y="178"/>
                </a:cubicBezTo>
                <a:cubicBezTo>
                  <a:pt x="71" y="175"/>
                  <a:pt x="71" y="175"/>
                  <a:pt x="71" y="175"/>
                </a:cubicBezTo>
                <a:lnTo>
                  <a:pt x="78" y="172"/>
                </a:lnTo>
                <a:close/>
                <a:moveTo>
                  <a:pt x="144" y="145"/>
                </a:moveTo>
                <a:cubicBezTo>
                  <a:pt x="141" y="142"/>
                  <a:pt x="141" y="142"/>
                  <a:pt x="141" y="142"/>
                </a:cubicBezTo>
                <a:cubicBezTo>
                  <a:pt x="142" y="139"/>
                  <a:pt x="142" y="139"/>
                  <a:pt x="142" y="139"/>
                </a:cubicBezTo>
                <a:cubicBezTo>
                  <a:pt x="144" y="139"/>
                  <a:pt x="144" y="139"/>
                  <a:pt x="144" y="139"/>
                </a:cubicBezTo>
                <a:cubicBezTo>
                  <a:pt x="148" y="144"/>
                  <a:pt x="148" y="144"/>
                  <a:pt x="148" y="144"/>
                </a:cubicBezTo>
                <a:cubicBezTo>
                  <a:pt x="156" y="143"/>
                  <a:pt x="156" y="143"/>
                  <a:pt x="156" y="143"/>
                </a:cubicBezTo>
                <a:cubicBezTo>
                  <a:pt x="151" y="137"/>
                  <a:pt x="151" y="137"/>
                  <a:pt x="151" y="137"/>
                </a:cubicBezTo>
                <a:cubicBezTo>
                  <a:pt x="144" y="138"/>
                  <a:pt x="144" y="138"/>
                  <a:pt x="144" y="138"/>
                </a:cubicBezTo>
                <a:cubicBezTo>
                  <a:pt x="143" y="137"/>
                  <a:pt x="143" y="137"/>
                  <a:pt x="143" y="137"/>
                </a:cubicBezTo>
                <a:cubicBezTo>
                  <a:pt x="144" y="134"/>
                  <a:pt x="144" y="134"/>
                  <a:pt x="144" y="134"/>
                </a:cubicBezTo>
                <a:cubicBezTo>
                  <a:pt x="148" y="134"/>
                  <a:pt x="148" y="134"/>
                  <a:pt x="148" y="134"/>
                </a:cubicBezTo>
                <a:cubicBezTo>
                  <a:pt x="145" y="130"/>
                  <a:pt x="145" y="130"/>
                  <a:pt x="145" y="130"/>
                </a:cubicBezTo>
                <a:cubicBezTo>
                  <a:pt x="146" y="128"/>
                  <a:pt x="146" y="128"/>
                  <a:pt x="146" y="128"/>
                </a:cubicBezTo>
                <a:cubicBezTo>
                  <a:pt x="148" y="127"/>
                  <a:pt x="148" y="127"/>
                  <a:pt x="148" y="127"/>
                </a:cubicBezTo>
                <a:cubicBezTo>
                  <a:pt x="151" y="131"/>
                  <a:pt x="151" y="131"/>
                  <a:pt x="151" y="131"/>
                </a:cubicBezTo>
                <a:cubicBezTo>
                  <a:pt x="153" y="127"/>
                  <a:pt x="153" y="127"/>
                  <a:pt x="153" y="127"/>
                </a:cubicBezTo>
                <a:cubicBezTo>
                  <a:pt x="155" y="127"/>
                  <a:pt x="155" y="127"/>
                  <a:pt x="155" y="127"/>
                </a:cubicBezTo>
                <a:cubicBezTo>
                  <a:pt x="157" y="128"/>
                  <a:pt x="157" y="128"/>
                  <a:pt x="157" y="128"/>
                </a:cubicBezTo>
                <a:cubicBezTo>
                  <a:pt x="154" y="135"/>
                  <a:pt x="154" y="135"/>
                  <a:pt x="154" y="135"/>
                </a:cubicBezTo>
                <a:cubicBezTo>
                  <a:pt x="159" y="141"/>
                  <a:pt x="159" y="141"/>
                  <a:pt x="159" y="141"/>
                </a:cubicBezTo>
                <a:cubicBezTo>
                  <a:pt x="162" y="134"/>
                  <a:pt x="162" y="134"/>
                  <a:pt x="162" y="134"/>
                </a:cubicBezTo>
                <a:cubicBezTo>
                  <a:pt x="157" y="128"/>
                  <a:pt x="157" y="128"/>
                  <a:pt x="157" y="128"/>
                </a:cubicBezTo>
                <a:cubicBezTo>
                  <a:pt x="158" y="126"/>
                  <a:pt x="158" y="126"/>
                  <a:pt x="158" y="126"/>
                </a:cubicBezTo>
                <a:cubicBezTo>
                  <a:pt x="161" y="126"/>
                  <a:pt x="161" y="126"/>
                  <a:pt x="161" y="126"/>
                </a:cubicBezTo>
                <a:cubicBezTo>
                  <a:pt x="163" y="129"/>
                  <a:pt x="163" y="129"/>
                  <a:pt x="163" y="129"/>
                </a:cubicBezTo>
                <a:cubicBezTo>
                  <a:pt x="165" y="125"/>
                  <a:pt x="165" y="125"/>
                  <a:pt x="165" y="125"/>
                </a:cubicBezTo>
                <a:cubicBezTo>
                  <a:pt x="168" y="124"/>
                  <a:pt x="168" y="124"/>
                  <a:pt x="168" y="124"/>
                </a:cubicBezTo>
                <a:cubicBezTo>
                  <a:pt x="169" y="126"/>
                  <a:pt x="169" y="126"/>
                  <a:pt x="169" y="126"/>
                </a:cubicBezTo>
                <a:cubicBezTo>
                  <a:pt x="167" y="131"/>
                  <a:pt x="167" y="131"/>
                  <a:pt x="167" y="131"/>
                </a:cubicBezTo>
                <a:cubicBezTo>
                  <a:pt x="172" y="130"/>
                  <a:pt x="172" y="130"/>
                  <a:pt x="172" y="130"/>
                </a:cubicBezTo>
                <a:cubicBezTo>
                  <a:pt x="173" y="132"/>
                  <a:pt x="173" y="132"/>
                  <a:pt x="173" y="132"/>
                </a:cubicBezTo>
                <a:cubicBezTo>
                  <a:pt x="172" y="134"/>
                  <a:pt x="172" y="134"/>
                  <a:pt x="172" y="134"/>
                </a:cubicBezTo>
                <a:cubicBezTo>
                  <a:pt x="165" y="135"/>
                  <a:pt x="165" y="135"/>
                  <a:pt x="165" y="135"/>
                </a:cubicBezTo>
                <a:cubicBezTo>
                  <a:pt x="163" y="142"/>
                  <a:pt x="163" y="142"/>
                  <a:pt x="163" y="142"/>
                </a:cubicBezTo>
                <a:cubicBezTo>
                  <a:pt x="170" y="141"/>
                  <a:pt x="170" y="141"/>
                  <a:pt x="170" y="141"/>
                </a:cubicBezTo>
                <a:cubicBezTo>
                  <a:pt x="173" y="135"/>
                  <a:pt x="173" y="135"/>
                  <a:pt x="173" y="135"/>
                </a:cubicBezTo>
                <a:cubicBezTo>
                  <a:pt x="175" y="134"/>
                  <a:pt x="175" y="134"/>
                  <a:pt x="175" y="134"/>
                </a:cubicBezTo>
                <a:cubicBezTo>
                  <a:pt x="176" y="136"/>
                  <a:pt x="176" y="136"/>
                  <a:pt x="176" y="136"/>
                </a:cubicBezTo>
                <a:cubicBezTo>
                  <a:pt x="175" y="140"/>
                  <a:pt x="175" y="140"/>
                  <a:pt x="175" y="140"/>
                </a:cubicBezTo>
                <a:cubicBezTo>
                  <a:pt x="180" y="139"/>
                  <a:pt x="180" y="139"/>
                  <a:pt x="180" y="139"/>
                </a:cubicBezTo>
                <a:cubicBezTo>
                  <a:pt x="181" y="141"/>
                  <a:pt x="181" y="141"/>
                  <a:pt x="181" y="141"/>
                </a:cubicBezTo>
                <a:cubicBezTo>
                  <a:pt x="180" y="143"/>
                  <a:pt x="180" y="143"/>
                  <a:pt x="180" y="143"/>
                </a:cubicBezTo>
                <a:cubicBezTo>
                  <a:pt x="175" y="144"/>
                  <a:pt x="175" y="144"/>
                  <a:pt x="175" y="144"/>
                </a:cubicBezTo>
                <a:cubicBezTo>
                  <a:pt x="178" y="148"/>
                  <a:pt x="178" y="148"/>
                  <a:pt x="178" y="148"/>
                </a:cubicBezTo>
                <a:cubicBezTo>
                  <a:pt x="177" y="150"/>
                  <a:pt x="177" y="150"/>
                  <a:pt x="177" y="150"/>
                </a:cubicBezTo>
                <a:cubicBezTo>
                  <a:pt x="175" y="150"/>
                  <a:pt x="175" y="150"/>
                  <a:pt x="175" y="150"/>
                </a:cubicBezTo>
                <a:cubicBezTo>
                  <a:pt x="171" y="145"/>
                  <a:pt x="171" y="145"/>
                  <a:pt x="171" y="145"/>
                </a:cubicBezTo>
                <a:cubicBezTo>
                  <a:pt x="163" y="146"/>
                  <a:pt x="163" y="146"/>
                  <a:pt x="163" y="146"/>
                </a:cubicBezTo>
                <a:cubicBezTo>
                  <a:pt x="168" y="152"/>
                  <a:pt x="168" y="152"/>
                  <a:pt x="168" y="152"/>
                </a:cubicBezTo>
                <a:cubicBezTo>
                  <a:pt x="175" y="151"/>
                  <a:pt x="175" y="151"/>
                  <a:pt x="175" y="151"/>
                </a:cubicBezTo>
                <a:cubicBezTo>
                  <a:pt x="176" y="153"/>
                  <a:pt x="176" y="153"/>
                  <a:pt x="176" y="153"/>
                </a:cubicBezTo>
                <a:cubicBezTo>
                  <a:pt x="175" y="155"/>
                  <a:pt x="175" y="155"/>
                  <a:pt x="175" y="155"/>
                </a:cubicBezTo>
                <a:cubicBezTo>
                  <a:pt x="171" y="156"/>
                  <a:pt x="171" y="156"/>
                  <a:pt x="171" y="156"/>
                </a:cubicBezTo>
                <a:cubicBezTo>
                  <a:pt x="174" y="160"/>
                  <a:pt x="174" y="160"/>
                  <a:pt x="174" y="160"/>
                </a:cubicBezTo>
                <a:cubicBezTo>
                  <a:pt x="173" y="162"/>
                  <a:pt x="173" y="162"/>
                  <a:pt x="173" y="162"/>
                </a:cubicBezTo>
                <a:cubicBezTo>
                  <a:pt x="171" y="162"/>
                  <a:pt x="171" y="162"/>
                  <a:pt x="171" y="162"/>
                </a:cubicBezTo>
                <a:cubicBezTo>
                  <a:pt x="168" y="158"/>
                  <a:pt x="168" y="158"/>
                  <a:pt x="168" y="158"/>
                </a:cubicBezTo>
                <a:cubicBezTo>
                  <a:pt x="166" y="162"/>
                  <a:pt x="166" y="162"/>
                  <a:pt x="166" y="162"/>
                </a:cubicBezTo>
                <a:cubicBezTo>
                  <a:pt x="164" y="163"/>
                  <a:pt x="164" y="163"/>
                  <a:pt x="164" y="163"/>
                </a:cubicBezTo>
                <a:cubicBezTo>
                  <a:pt x="163" y="161"/>
                  <a:pt x="163" y="161"/>
                  <a:pt x="163" y="161"/>
                </a:cubicBezTo>
                <a:cubicBezTo>
                  <a:pt x="165" y="154"/>
                  <a:pt x="165" y="154"/>
                  <a:pt x="165" y="154"/>
                </a:cubicBezTo>
                <a:cubicBezTo>
                  <a:pt x="160" y="149"/>
                  <a:pt x="160" y="149"/>
                  <a:pt x="160" y="149"/>
                </a:cubicBezTo>
                <a:cubicBezTo>
                  <a:pt x="158" y="156"/>
                  <a:pt x="158" y="156"/>
                  <a:pt x="158" y="156"/>
                </a:cubicBezTo>
                <a:cubicBezTo>
                  <a:pt x="162" y="161"/>
                  <a:pt x="162" y="161"/>
                  <a:pt x="162" y="161"/>
                </a:cubicBezTo>
                <a:cubicBezTo>
                  <a:pt x="161" y="163"/>
                  <a:pt x="161" y="163"/>
                  <a:pt x="161" y="163"/>
                </a:cubicBezTo>
                <a:cubicBezTo>
                  <a:pt x="159" y="163"/>
                  <a:pt x="159" y="163"/>
                  <a:pt x="159" y="163"/>
                </a:cubicBezTo>
                <a:cubicBezTo>
                  <a:pt x="156" y="160"/>
                  <a:pt x="156" y="160"/>
                  <a:pt x="156" y="160"/>
                </a:cubicBezTo>
                <a:cubicBezTo>
                  <a:pt x="154" y="165"/>
                  <a:pt x="154" y="165"/>
                  <a:pt x="154" y="165"/>
                </a:cubicBezTo>
                <a:cubicBezTo>
                  <a:pt x="152" y="165"/>
                  <a:pt x="152" y="165"/>
                  <a:pt x="152" y="165"/>
                </a:cubicBezTo>
                <a:cubicBezTo>
                  <a:pt x="150" y="163"/>
                  <a:pt x="150" y="163"/>
                  <a:pt x="150" y="163"/>
                </a:cubicBezTo>
                <a:cubicBezTo>
                  <a:pt x="152" y="159"/>
                  <a:pt x="152" y="159"/>
                  <a:pt x="152" y="159"/>
                </a:cubicBezTo>
                <a:cubicBezTo>
                  <a:pt x="148" y="159"/>
                  <a:pt x="148" y="159"/>
                  <a:pt x="148" y="159"/>
                </a:cubicBezTo>
                <a:cubicBezTo>
                  <a:pt x="146" y="157"/>
                  <a:pt x="146" y="157"/>
                  <a:pt x="146" y="157"/>
                </a:cubicBezTo>
                <a:cubicBezTo>
                  <a:pt x="147" y="155"/>
                  <a:pt x="147" y="155"/>
                  <a:pt x="147" y="155"/>
                </a:cubicBezTo>
                <a:cubicBezTo>
                  <a:pt x="154" y="154"/>
                  <a:pt x="154" y="154"/>
                  <a:pt x="154" y="154"/>
                </a:cubicBezTo>
                <a:cubicBezTo>
                  <a:pt x="157" y="147"/>
                  <a:pt x="157" y="147"/>
                  <a:pt x="157" y="147"/>
                </a:cubicBezTo>
                <a:cubicBezTo>
                  <a:pt x="149" y="148"/>
                  <a:pt x="149" y="148"/>
                  <a:pt x="149" y="148"/>
                </a:cubicBezTo>
                <a:cubicBezTo>
                  <a:pt x="147" y="155"/>
                  <a:pt x="147" y="155"/>
                  <a:pt x="147" y="155"/>
                </a:cubicBezTo>
                <a:cubicBezTo>
                  <a:pt x="144" y="155"/>
                  <a:pt x="144" y="155"/>
                  <a:pt x="144" y="155"/>
                </a:cubicBezTo>
                <a:cubicBezTo>
                  <a:pt x="143" y="153"/>
                  <a:pt x="143" y="153"/>
                  <a:pt x="143" y="153"/>
                </a:cubicBezTo>
                <a:cubicBezTo>
                  <a:pt x="144" y="149"/>
                  <a:pt x="144" y="149"/>
                  <a:pt x="144" y="149"/>
                </a:cubicBezTo>
                <a:cubicBezTo>
                  <a:pt x="139" y="150"/>
                  <a:pt x="139" y="150"/>
                  <a:pt x="139" y="150"/>
                </a:cubicBezTo>
                <a:cubicBezTo>
                  <a:pt x="138" y="148"/>
                  <a:pt x="138" y="148"/>
                  <a:pt x="138" y="148"/>
                </a:cubicBezTo>
                <a:cubicBezTo>
                  <a:pt x="139" y="146"/>
                  <a:pt x="139" y="146"/>
                  <a:pt x="139" y="146"/>
                </a:cubicBezTo>
                <a:lnTo>
                  <a:pt x="144" y="145"/>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21"/>
          <p:cNvSpPr>
            <a:spLocks noEditPoints="1"/>
          </p:cNvSpPr>
          <p:nvPr/>
        </p:nvSpPr>
        <p:spPr bwMode="auto">
          <a:xfrm>
            <a:off x="9810686" y="1070357"/>
            <a:ext cx="244570" cy="392157"/>
          </a:xfrm>
          <a:custGeom>
            <a:avLst/>
            <a:gdLst>
              <a:gd name="T0" fmla="*/ 62 w 124"/>
              <a:gd name="T1" fmla="*/ 199 h 199"/>
              <a:gd name="T2" fmla="*/ 0 w 124"/>
              <a:gd name="T3" fmla="*/ 137 h 199"/>
              <a:gd name="T4" fmla="*/ 62 w 124"/>
              <a:gd name="T5" fmla="*/ 0 h 199"/>
              <a:gd name="T6" fmla="*/ 124 w 124"/>
              <a:gd name="T7" fmla="*/ 137 h 199"/>
              <a:gd name="T8" fmla="*/ 62 w 124"/>
              <a:gd name="T9" fmla="*/ 199 h 199"/>
              <a:gd name="T10" fmla="*/ 81 w 124"/>
              <a:gd name="T11" fmla="*/ 166 h 199"/>
              <a:gd name="T12" fmla="*/ 19 w 124"/>
              <a:gd name="T13" fmla="*/ 110 h 199"/>
              <a:gd name="T14" fmla="*/ 12 w 124"/>
              <a:gd name="T15" fmla="*/ 136 h 199"/>
              <a:gd name="T16" fmla="*/ 61 w 124"/>
              <a:gd name="T17" fmla="*/ 186 h 199"/>
              <a:gd name="T18" fmla="*/ 103 w 124"/>
              <a:gd name="T19" fmla="*/ 162 h 199"/>
              <a:gd name="T20" fmla="*/ 81 w 124"/>
              <a:gd name="T21" fmla="*/ 166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 h="199">
                <a:moveTo>
                  <a:pt x="62" y="199"/>
                </a:moveTo>
                <a:cubicBezTo>
                  <a:pt x="28" y="199"/>
                  <a:pt x="0" y="171"/>
                  <a:pt x="0" y="137"/>
                </a:cubicBezTo>
                <a:cubicBezTo>
                  <a:pt x="0" y="103"/>
                  <a:pt x="62" y="0"/>
                  <a:pt x="62" y="0"/>
                </a:cubicBezTo>
                <a:cubicBezTo>
                  <a:pt x="62" y="0"/>
                  <a:pt x="124" y="103"/>
                  <a:pt x="124" y="137"/>
                </a:cubicBezTo>
                <a:cubicBezTo>
                  <a:pt x="124" y="171"/>
                  <a:pt x="96" y="199"/>
                  <a:pt x="62" y="199"/>
                </a:cubicBezTo>
                <a:close/>
                <a:moveTo>
                  <a:pt x="81" y="166"/>
                </a:moveTo>
                <a:cubicBezTo>
                  <a:pt x="49" y="166"/>
                  <a:pt x="22" y="142"/>
                  <a:pt x="19" y="110"/>
                </a:cubicBezTo>
                <a:cubicBezTo>
                  <a:pt x="15" y="118"/>
                  <a:pt x="12" y="127"/>
                  <a:pt x="12" y="136"/>
                </a:cubicBezTo>
                <a:cubicBezTo>
                  <a:pt x="12" y="164"/>
                  <a:pt x="34" y="186"/>
                  <a:pt x="61" y="186"/>
                </a:cubicBezTo>
                <a:cubicBezTo>
                  <a:pt x="79" y="186"/>
                  <a:pt x="94" y="176"/>
                  <a:pt x="103" y="162"/>
                </a:cubicBezTo>
                <a:cubicBezTo>
                  <a:pt x="96" y="165"/>
                  <a:pt x="89" y="166"/>
                  <a:pt x="81" y="166"/>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22"/>
          <p:cNvSpPr>
            <a:spLocks/>
          </p:cNvSpPr>
          <p:nvPr/>
        </p:nvSpPr>
        <p:spPr bwMode="auto">
          <a:xfrm>
            <a:off x="10235170" y="1071762"/>
            <a:ext cx="373884" cy="375290"/>
          </a:xfrm>
          <a:custGeom>
            <a:avLst/>
            <a:gdLst>
              <a:gd name="T0" fmla="*/ 255 w 266"/>
              <a:gd name="T1" fmla="*/ 87 h 267"/>
              <a:gd name="T2" fmla="*/ 231 w 266"/>
              <a:gd name="T3" fmla="*/ 69 h 267"/>
              <a:gd name="T4" fmla="*/ 207 w 266"/>
              <a:gd name="T5" fmla="*/ 62 h 267"/>
              <a:gd name="T6" fmla="*/ 151 w 266"/>
              <a:gd name="T7" fmla="*/ 115 h 267"/>
              <a:gd name="T8" fmla="*/ 204 w 266"/>
              <a:gd name="T9" fmla="*/ 59 h 267"/>
              <a:gd name="T10" fmla="*/ 197 w 266"/>
              <a:gd name="T11" fmla="*/ 36 h 267"/>
              <a:gd name="T12" fmla="*/ 179 w 266"/>
              <a:gd name="T13" fmla="*/ 12 h 267"/>
              <a:gd name="T14" fmla="*/ 154 w 266"/>
              <a:gd name="T15" fmla="*/ 5 h 267"/>
              <a:gd name="T16" fmla="*/ 126 w 266"/>
              <a:gd name="T17" fmla="*/ 16 h 267"/>
              <a:gd name="T18" fmla="*/ 109 w 266"/>
              <a:gd name="T19" fmla="*/ 34 h 267"/>
              <a:gd name="T20" fmla="*/ 126 w 266"/>
              <a:gd name="T21" fmla="*/ 110 h 267"/>
              <a:gd name="T22" fmla="*/ 103 w 266"/>
              <a:gd name="T23" fmla="*/ 36 h 267"/>
              <a:gd name="T24" fmla="*/ 80 w 266"/>
              <a:gd name="T25" fmla="*/ 29 h 267"/>
              <a:gd name="T26" fmla="*/ 50 w 266"/>
              <a:gd name="T27" fmla="*/ 33 h 267"/>
              <a:gd name="T28" fmla="*/ 32 w 266"/>
              <a:gd name="T29" fmla="*/ 51 h 267"/>
              <a:gd name="T30" fmla="*/ 28 w 266"/>
              <a:gd name="T31" fmla="*/ 80 h 267"/>
              <a:gd name="T32" fmla="*/ 35 w 266"/>
              <a:gd name="T33" fmla="*/ 104 h 267"/>
              <a:gd name="T34" fmla="*/ 109 w 266"/>
              <a:gd name="T35" fmla="*/ 127 h 267"/>
              <a:gd name="T36" fmla="*/ 33 w 266"/>
              <a:gd name="T37" fmla="*/ 110 h 267"/>
              <a:gd name="T38" fmla="*/ 15 w 266"/>
              <a:gd name="T39" fmla="*/ 127 h 267"/>
              <a:gd name="T40" fmla="*/ 4 w 266"/>
              <a:gd name="T41" fmla="*/ 155 h 267"/>
              <a:gd name="T42" fmla="*/ 11 w 266"/>
              <a:gd name="T43" fmla="*/ 180 h 267"/>
              <a:gd name="T44" fmla="*/ 35 w 266"/>
              <a:gd name="T45" fmla="*/ 198 h 267"/>
              <a:gd name="T46" fmla="*/ 59 w 266"/>
              <a:gd name="T47" fmla="*/ 205 h 267"/>
              <a:gd name="T48" fmla="*/ 115 w 266"/>
              <a:gd name="T49" fmla="*/ 152 h 267"/>
              <a:gd name="T50" fmla="*/ 61 w 266"/>
              <a:gd name="T51" fmla="*/ 208 h 267"/>
              <a:gd name="T52" fmla="*/ 68 w 266"/>
              <a:gd name="T53" fmla="*/ 232 h 267"/>
              <a:gd name="T54" fmla="*/ 87 w 266"/>
              <a:gd name="T55" fmla="*/ 256 h 267"/>
              <a:gd name="T56" fmla="*/ 112 w 266"/>
              <a:gd name="T57" fmla="*/ 263 h 267"/>
              <a:gd name="T58" fmla="*/ 140 w 266"/>
              <a:gd name="T59" fmla="*/ 252 h 267"/>
              <a:gd name="T60" fmla="*/ 157 w 266"/>
              <a:gd name="T61" fmla="*/ 233 h 267"/>
              <a:gd name="T62" fmla="*/ 140 w 266"/>
              <a:gd name="T63" fmla="*/ 158 h 267"/>
              <a:gd name="T64" fmla="*/ 162 w 266"/>
              <a:gd name="T65" fmla="*/ 232 h 267"/>
              <a:gd name="T66" fmla="*/ 186 w 266"/>
              <a:gd name="T67" fmla="*/ 239 h 267"/>
              <a:gd name="T68" fmla="*/ 216 w 266"/>
              <a:gd name="T69" fmla="*/ 235 h 267"/>
              <a:gd name="T70" fmla="*/ 234 w 266"/>
              <a:gd name="T71" fmla="*/ 217 h 267"/>
              <a:gd name="T72" fmla="*/ 238 w 266"/>
              <a:gd name="T73" fmla="*/ 187 h 267"/>
              <a:gd name="T74" fmla="*/ 231 w 266"/>
              <a:gd name="T75" fmla="*/ 163 h 267"/>
              <a:gd name="T76" fmla="*/ 157 w 266"/>
              <a:gd name="T77" fmla="*/ 141 h 267"/>
              <a:gd name="T78" fmla="*/ 232 w 266"/>
              <a:gd name="T79" fmla="*/ 158 h 267"/>
              <a:gd name="T80" fmla="*/ 251 w 266"/>
              <a:gd name="T81" fmla="*/ 141 h 267"/>
              <a:gd name="T82" fmla="*/ 262 w 266"/>
              <a:gd name="T83" fmla="*/ 11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67">
                <a:moveTo>
                  <a:pt x="266" y="99"/>
                </a:moveTo>
                <a:lnTo>
                  <a:pt x="255" y="87"/>
                </a:lnTo>
                <a:lnTo>
                  <a:pt x="224" y="96"/>
                </a:lnTo>
                <a:lnTo>
                  <a:pt x="231" y="69"/>
                </a:lnTo>
                <a:lnTo>
                  <a:pt x="221" y="59"/>
                </a:lnTo>
                <a:lnTo>
                  <a:pt x="207" y="62"/>
                </a:lnTo>
                <a:lnTo>
                  <a:pt x="196" y="104"/>
                </a:lnTo>
                <a:lnTo>
                  <a:pt x="151" y="115"/>
                </a:lnTo>
                <a:lnTo>
                  <a:pt x="162" y="71"/>
                </a:lnTo>
                <a:lnTo>
                  <a:pt x="204" y="59"/>
                </a:lnTo>
                <a:lnTo>
                  <a:pt x="207" y="45"/>
                </a:lnTo>
                <a:lnTo>
                  <a:pt x="197" y="36"/>
                </a:lnTo>
                <a:lnTo>
                  <a:pt x="171" y="43"/>
                </a:lnTo>
                <a:lnTo>
                  <a:pt x="179" y="12"/>
                </a:lnTo>
                <a:lnTo>
                  <a:pt x="168" y="0"/>
                </a:lnTo>
                <a:lnTo>
                  <a:pt x="154" y="5"/>
                </a:lnTo>
                <a:lnTo>
                  <a:pt x="146" y="36"/>
                </a:lnTo>
                <a:lnTo>
                  <a:pt x="126" y="16"/>
                </a:lnTo>
                <a:lnTo>
                  <a:pt x="112" y="20"/>
                </a:lnTo>
                <a:lnTo>
                  <a:pt x="109" y="34"/>
                </a:lnTo>
                <a:lnTo>
                  <a:pt x="139" y="64"/>
                </a:lnTo>
                <a:lnTo>
                  <a:pt x="126" y="110"/>
                </a:lnTo>
                <a:lnTo>
                  <a:pt x="92" y="76"/>
                </a:lnTo>
                <a:lnTo>
                  <a:pt x="103" y="36"/>
                </a:lnTo>
                <a:lnTo>
                  <a:pt x="94" y="24"/>
                </a:lnTo>
                <a:lnTo>
                  <a:pt x="80" y="29"/>
                </a:lnTo>
                <a:lnTo>
                  <a:pt x="73" y="55"/>
                </a:lnTo>
                <a:lnTo>
                  <a:pt x="50" y="33"/>
                </a:lnTo>
                <a:lnTo>
                  <a:pt x="36" y="37"/>
                </a:lnTo>
                <a:lnTo>
                  <a:pt x="32" y="51"/>
                </a:lnTo>
                <a:lnTo>
                  <a:pt x="54" y="73"/>
                </a:lnTo>
                <a:lnTo>
                  <a:pt x="28" y="80"/>
                </a:lnTo>
                <a:lnTo>
                  <a:pt x="24" y="94"/>
                </a:lnTo>
                <a:lnTo>
                  <a:pt x="35" y="104"/>
                </a:lnTo>
                <a:lnTo>
                  <a:pt x="75" y="93"/>
                </a:lnTo>
                <a:lnTo>
                  <a:pt x="109" y="127"/>
                </a:lnTo>
                <a:lnTo>
                  <a:pt x="63" y="139"/>
                </a:lnTo>
                <a:lnTo>
                  <a:pt x="33" y="110"/>
                </a:lnTo>
                <a:lnTo>
                  <a:pt x="19" y="113"/>
                </a:lnTo>
                <a:lnTo>
                  <a:pt x="15" y="127"/>
                </a:lnTo>
                <a:lnTo>
                  <a:pt x="35" y="146"/>
                </a:lnTo>
                <a:lnTo>
                  <a:pt x="4" y="155"/>
                </a:lnTo>
                <a:lnTo>
                  <a:pt x="0" y="169"/>
                </a:lnTo>
                <a:lnTo>
                  <a:pt x="11" y="180"/>
                </a:lnTo>
                <a:lnTo>
                  <a:pt x="42" y="172"/>
                </a:lnTo>
                <a:lnTo>
                  <a:pt x="35" y="198"/>
                </a:lnTo>
                <a:lnTo>
                  <a:pt x="45" y="208"/>
                </a:lnTo>
                <a:lnTo>
                  <a:pt x="59" y="205"/>
                </a:lnTo>
                <a:lnTo>
                  <a:pt x="70" y="163"/>
                </a:lnTo>
                <a:lnTo>
                  <a:pt x="115" y="152"/>
                </a:lnTo>
                <a:lnTo>
                  <a:pt x="103" y="197"/>
                </a:lnTo>
                <a:lnTo>
                  <a:pt x="61" y="208"/>
                </a:lnTo>
                <a:lnTo>
                  <a:pt x="59" y="222"/>
                </a:lnTo>
                <a:lnTo>
                  <a:pt x="68" y="232"/>
                </a:lnTo>
                <a:lnTo>
                  <a:pt x="95" y="225"/>
                </a:lnTo>
                <a:lnTo>
                  <a:pt x="87" y="256"/>
                </a:lnTo>
                <a:lnTo>
                  <a:pt x="98" y="267"/>
                </a:lnTo>
                <a:lnTo>
                  <a:pt x="112" y="263"/>
                </a:lnTo>
                <a:lnTo>
                  <a:pt x="119" y="232"/>
                </a:lnTo>
                <a:lnTo>
                  <a:pt x="140" y="252"/>
                </a:lnTo>
                <a:lnTo>
                  <a:pt x="154" y="247"/>
                </a:lnTo>
                <a:lnTo>
                  <a:pt x="157" y="233"/>
                </a:lnTo>
                <a:lnTo>
                  <a:pt x="127" y="204"/>
                </a:lnTo>
                <a:lnTo>
                  <a:pt x="140" y="158"/>
                </a:lnTo>
                <a:lnTo>
                  <a:pt x="172" y="191"/>
                </a:lnTo>
                <a:lnTo>
                  <a:pt x="162" y="232"/>
                </a:lnTo>
                <a:lnTo>
                  <a:pt x="172" y="243"/>
                </a:lnTo>
                <a:lnTo>
                  <a:pt x="186" y="239"/>
                </a:lnTo>
                <a:lnTo>
                  <a:pt x="193" y="212"/>
                </a:lnTo>
                <a:lnTo>
                  <a:pt x="216" y="235"/>
                </a:lnTo>
                <a:lnTo>
                  <a:pt x="230" y="231"/>
                </a:lnTo>
                <a:lnTo>
                  <a:pt x="234" y="217"/>
                </a:lnTo>
                <a:lnTo>
                  <a:pt x="211" y="194"/>
                </a:lnTo>
                <a:lnTo>
                  <a:pt x="238" y="187"/>
                </a:lnTo>
                <a:lnTo>
                  <a:pt x="242" y="173"/>
                </a:lnTo>
                <a:lnTo>
                  <a:pt x="231" y="163"/>
                </a:lnTo>
                <a:lnTo>
                  <a:pt x="190" y="174"/>
                </a:lnTo>
                <a:lnTo>
                  <a:pt x="157" y="141"/>
                </a:lnTo>
                <a:lnTo>
                  <a:pt x="203" y="128"/>
                </a:lnTo>
                <a:lnTo>
                  <a:pt x="232" y="158"/>
                </a:lnTo>
                <a:lnTo>
                  <a:pt x="246" y="155"/>
                </a:lnTo>
                <a:lnTo>
                  <a:pt x="251" y="141"/>
                </a:lnTo>
                <a:lnTo>
                  <a:pt x="231" y="121"/>
                </a:lnTo>
                <a:lnTo>
                  <a:pt x="262" y="113"/>
                </a:lnTo>
                <a:lnTo>
                  <a:pt x="266" y="99"/>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23"/>
          <p:cNvSpPr>
            <a:spLocks noEditPoints="1"/>
          </p:cNvSpPr>
          <p:nvPr/>
        </p:nvSpPr>
        <p:spPr bwMode="auto">
          <a:xfrm>
            <a:off x="10693388" y="1078790"/>
            <a:ext cx="389345" cy="376695"/>
          </a:xfrm>
          <a:custGeom>
            <a:avLst/>
            <a:gdLst>
              <a:gd name="T0" fmla="*/ 49 w 197"/>
              <a:gd name="T1" fmla="*/ 190 h 191"/>
              <a:gd name="T2" fmla="*/ 61 w 197"/>
              <a:gd name="T3" fmla="*/ 191 h 191"/>
              <a:gd name="T4" fmla="*/ 111 w 197"/>
              <a:gd name="T5" fmla="*/ 140 h 191"/>
              <a:gd name="T6" fmla="*/ 161 w 197"/>
              <a:gd name="T7" fmla="*/ 191 h 191"/>
              <a:gd name="T8" fmla="*/ 172 w 197"/>
              <a:gd name="T9" fmla="*/ 190 h 191"/>
              <a:gd name="T10" fmla="*/ 111 w 197"/>
              <a:gd name="T11" fmla="*/ 153 h 191"/>
              <a:gd name="T12" fmla="*/ 74 w 197"/>
              <a:gd name="T13" fmla="*/ 191 h 191"/>
              <a:gd name="T14" fmla="*/ 84 w 197"/>
              <a:gd name="T15" fmla="*/ 190 h 191"/>
              <a:gd name="T16" fmla="*/ 137 w 197"/>
              <a:gd name="T17" fmla="*/ 190 h 191"/>
              <a:gd name="T18" fmla="*/ 147 w 197"/>
              <a:gd name="T19" fmla="*/ 191 h 191"/>
              <a:gd name="T20" fmla="*/ 111 w 197"/>
              <a:gd name="T21" fmla="*/ 153 h 191"/>
              <a:gd name="T22" fmla="*/ 24 w 197"/>
              <a:gd name="T23" fmla="*/ 190 h 191"/>
              <a:gd name="T24" fmla="*/ 37 w 197"/>
              <a:gd name="T25" fmla="*/ 191 h 191"/>
              <a:gd name="T26" fmla="*/ 111 w 197"/>
              <a:gd name="T27" fmla="*/ 116 h 191"/>
              <a:gd name="T28" fmla="*/ 184 w 197"/>
              <a:gd name="T29" fmla="*/ 191 h 191"/>
              <a:gd name="T30" fmla="*/ 197 w 197"/>
              <a:gd name="T31" fmla="*/ 190 h 191"/>
              <a:gd name="T32" fmla="*/ 103 w 197"/>
              <a:gd name="T33" fmla="*/ 30 h 191"/>
              <a:gd name="T34" fmla="*/ 115 w 197"/>
              <a:gd name="T35" fmla="*/ 10 h 191"/>
              <a:gd name="T36" fmla="*/ 103 w 197"/>
              <a:gd name="T37" fmla="*/ 30 h 191"/>
              <a:gd name="T38" fmla="*/ 82 w 197"/>
              <a:gd name="T39" fmla="*/ 11 h 191"/>
              <a:gd name="T40" fmla="*/ 70 w 197"/>
              <a:gd name="T41" fmla="*/ 11 h 191"/>
              <a:gd name="T42" fmla="*/ 136 w 197"/>
              <a:gd name="T43" fmla="*/ 49 h 191"/>
              <a:gd name="T44" fmla="*/ 130 w 197"/>
              <a:gd name="T45" fmla="*/ 39 h 191"/>
              <a:gd name="T46" fmla="*/ 136 w 197"/>
              <a:gd name="T47" fmla="*/ 49 h 191"/>
              <a:gd name="T48" fmla="*/ 142 w 197"/>
              <a:gd name="T49" fmla="*/ 82 h 191"/>
              <a:gd name="T50" fmla="*/ 142 w 197"/>
              <a:gd name="T51" fmla="*/ 71 h 191"/>
              <a:gd name="T52" fmla="*/ 30 w 197"/>
              <a:gd name="T53" fmla="*/ 103 h 191"/>
              <a:gd name="T54" fmla="*/ 10 w 197"/>
              <a:gd name="T55" fmla="*/ 115 h 191"/>
              <a:gd name="T56" fmla="*/ 30 w 197"/>
              <a:gd name="T57" fmla="*/ 103 h 191"/>
              <a:gd name="T58" fmla="*/ 11 w 197"/>
              <a:gd name="T59" fmla="*/ 71 h 191"/>
              <a:gd name="T60" fmla="*/ 11 w 197"/>
              <a:gd name="T61" fmla="*/ 82 h 191"/>
              <a:gd name="T62" fmla="*/ 17 w 197"/>
              <a:gd name="T63" fmla="*/ 49 h 191"/>
              <a:gd name="T64" fmla="*/ 23 w 197"/>
              <a:gd name="T65" fmla="*/ 39 h 191"/>
              <a:gd name="T66" fmla="*/ 17 w 197"/>
              <a:gd name="T67" fmla="*/ 49 h 191"/>
              <a:gd name="T68" fmla="*/ 49 w 197"/>
              <a:gd name="T69" fmla="*/ 17 h 191"/>
              <a:gd name="T70" fmla="*/ 39 w 197"/>
              <a:gd name="T71" fmla="*/ 23 h 191"/>
              <a:gd name="T72" fmla="*/ 50 w 197"/>
              <a:gd name="T73" fmla="*/ 114 h 191"/>
              <a:gd name="T74" fmla="*/ 121 w 197"/>
              <a:gd name="T75" fmla="*/ 95 h 191"/>
              <a:gd name="T76" fmla="*/ 78 w 197"/>
              <a:gd name="T77" fmla="*/ 30 h 191"/>
              <a:gd name="T78" fmla="*/ 50 w 197"/>
              <a:gd name="T79" fmla="*/ 114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7" h="191">
                <a:moveTo>
                  <a:pt x="111" y="128"/>
                </a:moveTo>
                <a:cubicBezTo>
                  <a:pt x="77" y="128"/>
                  <a:pt x="49" y="156"/>
                  <a:pt x="49" y="190"/>
                </a:cubicBezTo>
                <a:cubicBezTo>
                  <a:pt x="49" y="190"/>
                  <a:pt x="50" y="191"/>
                  <a:pt x="50" y="191"/>
                </a:cubicBezTo>
                <a:cubicBezTo>
                  <a:pt x="61" y="191"/>
                  <a:pt x="61" y="191"/>
                  <a:pt x="61" y="191"/>
                </a:cubicBezTo>
                <a:cubicBezTo>
                  <a:pt x="61" y="191"/>
                  <a:pt x="61" y="190"/>
                  <a:pt x="61" y="190"/>
                </a:cubicBezTo>
                <a:cubicBezTo>
                  <a:pt x="61" y="162"/>
                  <a:pt x="83" y="140"/>
                  <a:pt x="111" y="140"/>
                </a:cubicBezTo>
                <a:cubicBezTo>
                  <a:pt x="138" y="140"/>
                  <a:pt x="161" y="162"/>
                  <a:pt x="161" y="190"/>
                </a:cubicBezTo>
                <a:cubicBezTo>
                  <a:pt x="161" y="190"/>
                  <a:pt x="161" y="191"/>
                  <a:pt x="161" y="191"/>
                </a:cubicBezTo>
                <a:cubicBezTo>
                  <a:pt x="172" y="191"/>
                  <a:pt x="172" y="191"/>
                  <a:pt x="172" y="191"/>
                </a:cubicBezTo>
                <a:cubicBezTo>
                  <a:pt x="172" y="191"/>
                  <a:pt x="172" y="190"/>
                  <a:pt x="172" y="190"/>
                </a:cubicBezTo>
                <a:cubicBezTo>
                  <a:pt x="172" y="156"/>
                  <a:pt x="145" y="128"/>
                  <a:pt x="111" y="128"/>
                </a:cubicBezTo>
                <a:close/>
                <a:moveTo>
                  <a:pt x="111" y="153"/>
                </a:moveTo>
                <a:cubicBezTo>
                  <a:pt x="91" y="153"/>
                  <a:pt x="74" y="170"/>
                  <a:pt x="74" y="190"/>
                </a:cubicBezTo>
                <a:cubicBezTo>
                  <a:pt x="74" y="190"/>
                  <a:pt x="74" y="191"/>
                  <a:pt x="74" y="191"/>
                </a:cubicBezTo>
                <a:cubicBezTo>
                  <a:pt x="84" y="191"/>
                  <a:pt x="84" y="191"/>
                  <a:pt x="84" y="191"/>
                </a:cubicBezTo>
                <a:cubicBezTo>
                  <a:pt x="84" y="191"/>
                  <a:pt x="84" y="190"/>
                  <a:pt x="84" y="190"/>
                </a:cubicBezTo>
                <a:cubicBezTo>
                  <a:pt x="84" y="175"/>
                  <a:pt x="96" y="163"/>
                  <a:pt x="111" y="163"/>
                </a:cubicBezTo>
                <a:cubicBezTo>
                  <a:pt x="125" y="163"/>
                  <a:pt x="137" y="175"/>
                  <a:pt x="137" y="190"/>
                </a:cubicBezTo>
                <a:cubicBezTo>
                  <a:pt x="137" y="190"/>
                  <a:pt x="137" y="191"/>
                  <a:pt x="137" y="191"/>
                </a:cubicBezTo>
                <a:cubicBezTo>
                  <a:pt x="147" y="191"/>
                  <a:pt x="147" y="191"/>
                  <a:pt x="147" y="191"/>
                </a:cubicBezTo>
                <a:cubicBezTo>
                  <a:pt x="147" y="191"/>
                  <a:pt x="147" y="190"/>
                  <a:pt x="147" y="190"/>
                </a:cubicBezTo>
                <a:cubicBezTo>
                  <a:pt x="147" y="170"/>
                  <a:pt x="131" y="153"/>
                  <a:pt x="111" y="153"/>
                </a:cubicBezTo>
                <a:close/>
                <a:moveTo>
                  <a:pt x="111" y="103"/>
                </a:moveTo>
                <a:cubicBezTo>
                  <a:pt x="63" y="103"/>
                  <a:pt x="24" y="142"/>
                  <a:pt x="24" y="190"/>
                </a:cubicBezTo>
                <a:cubicBezTo>
                  <a:pt x="24" y="190"/>
                  <a:pt x="24" y="191"/>
                  <a:pt x="24" y="191"/>
                </a:cubicBezTo>
                <a:cubicBezTo>
                  <a:pt x="37" y="191"/>
                  <a:pt x="37" y="191"/>
                  <a:pt x="37" y="191"/>
                </a:cubicBezTo>
                <a:cubicBezTo>
                  <a:pt x="37" y="191"/>
                  <a:pt x="37" y="190"/>
                  <a:pt x="37" y="190"/>
                </a:cubicBezTo>
                <a:cubicBezTo>
                  <a:pt x="37" y="149"/>
                  <a:pt x="70" y="116"/>
                  <a:pt x="111" y="116"/>
                </a:cubicBezTo>
                <a:cubicBezTo>
                  <a:pt x="151" y="116"/>
                  <a:pt x="184" y="149"/>
                  <a:pt x="184" y="190"/>
                </a:cubicBezTo>
                <a:cubicBezTo>
                  <a:pt x="184" y="190"/>
                  <a:pt x="184" y="191"/>
                  <a:pt x="184" y="191"/>
                </a:cubicBezTo>
                <a:cubicBezTo>
                  <a:pt x="197" y="191"/>
                  <a:pt x="197" y="191"/>
                  <a:pt x="197" y="191"/>
                </a:cubicBezTo>
                <a:cubicBezTo>
                  <a:pt x="197" y="191"/>
                  <a:pt x="197" y="190"/>
                  <a:pt x="197" y="190"/>
                </a:cubicBezTo>
                <a:cubicBezTo>
                  <a:pt x="197" y="142"/>
                  <a:pt x="159" y="103"/>
                  <a:pt x="111" y="103"/>
                </a:cubicBezTo>
                <a:close/>
                <a:moveTo>
                  <a:pt x="103" y="30"/>
                </a:moveTo>
                <a:cubicBezTo>
                  <a:pt x="106" y="32"/>
                  <a:pt x="111" y="29"/>
                  <a:pt x="114" y="23"/>
                </a:cubicBezTo>
                <a:cubicBezTo>
                  <a:pt x="117" y="18"/>
                  <a:pt x="118" y="12"/>
                  <a:pt x="115" y="10"/>
                </a:cubicBezTo>
                <a:cubicBezTo>
                  <a:pt x="112" y="8"/>
                  <a:pt x="107" y="12"/>
                  <a:pt x="104" y="17"/>
                </a:cubicBezTo>
                <a:cubicBezTo>
                  <a:pt x="101" y="23"/>
                  <a:pt x="100" y="28"/>
                  <a:pt x="103" y="30"/>
                </a:cubicBezTo>
                <a:close/>
                <a:moveTo>
                  <a:pt x="76" y="23"/>
                </a:moveTo>
                <a:cubicBezTo>
                  <a:pt x="80" y="23"/>
                  <a:pt x="82" y="18"/>
                  <a:pt x="82" y="11"/>
                </a:cubicBezTo>
                <a:cubicBezTo>
                  <a:pt x="82" y="5"/>
                  <a:pt x="80" y="0"/>
                  <a:pt x="76" y="0"/>
                </a:cubicBezTo>
                <a:cubicBezTo>
                  <a:pt x="73" y="0"/>
                  <a:pt x="70" y="5"/>
                  <a:pt x="70" y="11"/>
                </a:cubicBezTo>
                <a:cubicBezTo>
                  <a:pt x="70" y="18"/>
                  <a:pt x="73" y="23"/>
                  <a:pt x="76" y="23"/>
                </a:cubicBezTo>
                <a:close/>
                <a:moveTo>
                  <a:pt x="136" y="49"/>
                </a:moveTo>
                <a:cubicBezTo>
                  <a:pt x="141" y="46"/>
                  <a:pt x="145" y="41"/>
                  <a:pt x="143" y="38"/>
                </a:cubicBezTo>
                <a:cubicBezTo>
                  <a:pt x="141" y="35"/>
                  <a:pt x="135" y="36"/>
                  <a:pt x="130" y="39"/>
                </a:cubicBezTo>
                <a:cubicBezTo>
                  <a:pt x="124" y="42"/>
                  <a:pt x="121" y="47"/>
                  <a:pt x="123" y="50"/>
                </a:cubicBezTo>
                <a:cubicBezTo>
                  <a:pt x="125" y="53"/>
                  <a:pt x="130" y="52"/>
                  <a:pt x="136" y="49"/>
                </a:cubicBezTo>
                <a:close/>
                <a:moveTo>
                  <a:pt x="130" y="76"/>
                </a:moveTo>
                <a:cubicBezTo>
                  <a:pt x="130" y="80"/>
                  <a:pt x="135" y="82"/>
                  <a:pt x="142" y="82"/>
                </a:cubicBezTo>
                <a:cubicBezTo>
                  <a:pt x="148" y="82"/>
                  <a:pt x="153" y="80"/>
                  <a:pt x="153" y="76"/>
                </a:cubicBezTo>
                <a:cubicBezTo>
                  <a:pt x="153" y="73"/>
                  <a:pt x="148" y="71"/>
                  <a:pt x="142" y="71"/>
                </a:cubicBezTo>
                <a:cubicBezTo>
                  <a:pt x="135" y="71"/>
                  <a:pt x="130" y="73"/>
                  <a:pt x="130" y="76"/>
                </a:cubicBezTo>
                <a:close/>
                <a:moveTo>
                  <a:pt x="30" y="103"/>
                </a:moveTo>
                <a:cubicBezTo>
                  <a:pt x="28" y="100"/>
                  <a:pt x="23" y="101"/>
                  <a:pt x="17" y="104"/>
                </a:cubicBezTo>
                <a:cubicBezTo>
                  <a:pt x="12" y="107"/>
                  <a:pt x="8" y="112"/>
                  <a:pt x="10" y="115"/>
                </a:cubicBezTo>
                <a:cubicBezTo>
                  <a:pt x="12" y="118"/>
                  <a:pt x="18" y="117"/>
                  <a:pt x="23" y="114"/>
                </a:cubicBezTo>
                <a:cubicBezTo>
                  <a:pt x="29" y="111"/>
                  <a:pt x="32" y="106"/>
                  <a:pt x="30" y="103"/>
                </a:cubicBezTo>
                <a:close/>
                <a:moveTo>
                  <a:pt x="23" y="76"/>
                </a:moveTo>
                <a:cubicBezTo>
                  <a:pt x="23" y="73"/>
                  <a:pt x="18" y="71"/>
                  <a:pt x="11" y="71"/>
                </a:cubicBezTo>
                <a:cubicBezTo>
                  <a:pt x="5" y="71"/>
                  <a:pt x="0" y="73"/>
                  <a:pt x="0" y="76"/>
                </a:cubicBezTo>
                <a:cubicBezTo>
                  <a:pt x="0" y="80"/>
                  <a:pt x="5" y="82"/>
                  <a:pt x="11" y="82"/>
                </a:cubicBezTo>
                <a:cubicBezTo>
                  <a:pt x="18" y="82"/>
                  <a:pt x="23" y="80"/>
                  <a:pt x="23" y="76"/>
                </a:cubicBezTo>
                <a:close/>
                <a:moveTo>
                  <a:pt x="17" y="49"/>
                </a:moveTo>
                <a:cubicBezTo>
                  <a:pt x="23" y="52"/>
                  <a:pt x="28" y="53"/>
                  <a:pt x="30" y="50"/>
                </a:cubicBezTo>
                <a:cubicBezTo>
                  <a:pt x="32" y="47"/>
                  <a:pt x="29" y="42"/>
                  <a:pt x="23" y="39"/>
                </a:cubicBezTo>
                <a:cubicBezTo>
                  <a:pt x="17" y="36"/>
                  <a:pt x="12" y="35"/>
                  <a:pt x="10" y="38"/>
                </a:cubicBezTo>
                <a:cubicBezTo>
                  <a:pt x="8" y="41"/>
                  <a:pt x="12" y="46"/>
                  <a:pt x="17" y="49"/>
                </a:cubicBezTo>
                <a:close/>
                <a:moveTo>
                  <a:pt x="50" y="30"/>
                </a:moveTo>
                <a:cubicBezTo>
                  <a:pt x="52" y="28"/>
                  <a:pt x="52" y="23"/>
                  <a:pt x="49" y="17"/>
                </a:cubicBezTo>
                <a:cubicBezTo>
                  <a:pt x="46" y="12"/>
                  <a:pt x="41" y="8"/>
                  <a:pt x="38" y="10"/>
                </a:cubicBezTo>
                <a:cubicBezTo>
                  <a:pt x="35" y="12"/>
                  <a:pt x="35" y="18"/>
                  <a:pt x="39" y="23"/>
                </a:cubicBezTo>
                <a:cubicBezTo>
                  <a:pt x="42" y="29"/>
                  <a:pt x="47" y="32"/>
                  <a:pt x="50" y="30"/>
                </a:cubicBezTo>
                <a:close/>
                <a:moveTo>
                  <a:pt x="50" y="114"/>
                </a:moveTo>
                <a:cubicBezTo>
                  <a:pt x="66" y="102"/>
                  <a:pt x="87" y="94"/>
                  <a:pt x="109" y="94"/>
                </a:cubicBezTo>
                <a:cubicBezTo>
                  <a:pt x="114" y="94"/>
                  <a:pt x="118" y="94"/>
                  <a:pt x="121" y="95"/>
                </a:cubicBezTo>
                <a:cubicBezTo>
                  <a:pt x="124" y="89"/>
                  <a:pt x="125" y="83"/>
                  <a:pt x="125" y="77"/>
                </a:cubicBezTo>
                <a:cubicBezTo>
                  <a:pt x="125" y="51"/>
                  <a:pt x="104" y="30"/>
                  <a:pt x="78" y="30"/>
                </a:cubicBezTo>
                <a:cubicBezTo>
                  <a:pt x="52" y="30"/>
                  <a:pt x="31" y="51"/>
                  <a:pt x="31" y="77"/>
                </a:cubicBezTo>
                <a:cubicBezTo>
                  <a:pt x="31" y="92"/>
                  <a:pt x="38" y="106"/>
                  <a:pt x="50" y="114"/>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24"/>
          <p:cNvSpPr>
            <a:spLocks noEditPoints="1"/>
          </p:cNvSpPr>
          <p:nvPr/>
        </p:nvSpPr>
        <p:spPr bwMode="auto">
          <a:xfrm>
            <a:off x="11212046" y="1068951"/>
            <a:ext cx="352800" cy="382317"/>
          </a:xfrm>
          <a:custGeom>
            <a:avLst/>
            <a:gdLst>
              <a:gd name="T0" fmla="*/ 202 w 251"/>
              <a:gd name="T1" fmla="*/ 61 h 272"/>
              <a:gd name="T2" fmla="*/ 238 w 251"/>
              <a:gd name="T3" fmla="*/ 70 h 272"/>
              <a:gd name="T4" fmla="*/ 196 w 251"/>
              <a:gd name="T5" fmla="*/ 122 h 272"/>
              <a:gd name="T6" fmla="*/ 224 w 251"/>
              <a:gd name="T7" fmla="*/ 127 h 272"/>
              <a:gd name="T8" fmla="*/ 167 w 251"/>
              <a:gd name="T9" fmla="*/ 190 h 272"/>
              <a:gd name="T10" fmla="*/ 201 w 251"/>
              <a:gd name="T11" fmla="*/ 139 h 272"/>
              <a:gd name="T12" fmla="*/ 173 w 251"/>
              <a:gd name="T13" fmla="*/ 129 h 272"/>
              <a:gd name="T14" fmla="*/ 213 w 251"/>
              <a:gd name="T15" fmla="*/ 80 h 272"/>
              <a:gd name="T16" fmla="*/ 174 w 251"/>
              <a:gd name="T17" fmla="*/ 73 h 272"/>
              <a:gd name="T18" fmla="*/ 231 w 251"/>
              <a:gd name="T19" fmla="*/ 0 h 272"/>
              <a:gd name="T20" fmla="*/ 251 w 251"/>
              <a:gd name="T21" fmla="*/ 0 h 272"/>
              <a:gd name="T22" fmla="*/ 202 w 251"/>
              <a:gd name="T23" fmla="*/ 61 h 272"/>
              <a:gd name="T24" fmla="*/ 163 w 251"/>
              <a:gd name="T25" fmla="*/ 101 h 272"/>
              <a:gd name="T26" fmla="*/ 104 w 251"/>
              <a:gd name="T27" fmla="*/ 174 h 272"/>
              <a:gd name="T28" fmla="*/ 142 w 251"/>
              <a:gd name="T29" fmla="*/ 182 h 272"/>
              <a:gd name="T30" fmla="*/ 60 w 251"/>
              <a:gd name="T31" fmla="*/ 272 h 272"/>
              <a:gd name="T32" fmla="*/ 108 w 251"/>
              <a:gd name="T33" fmla="*/ 197 h 272"/>
              <a:gd name="T34" fmla="*/ 69 w 251"/>
              <a:gd name="T35" fmla="*/ 185 h 272"/>
              <a:gd name="T36" fmla="*/ 126 w 251"/>
              <a:gd name="T37" fmla="*/ 113 h 272"/>
              <a:gd name="T38" fmla="*/ 72 w 251"/>
              <a:gd name="T39" fmla="*/ 105 h 272"/>
              <a:gd name="T40" fmla="*/ 153 w 251"/>
              <a:gd name="T41" fmla="*/ 0 h 272"/>
              <a:gd name="T42" fmla="*/ 181 w 251"/>
              <a:gd name="T43" fmla="*/ 0 h 272"/>
              <a:gd name="T44" fmla="*/ 112 w 251"/>
              <a:gd name="T45" fmla="*/ 88 h 272"/>
              <a:gd name="T46" fmla="*/ 163 w 251"/>
              <a:gd name="T47" fmla="*/ 101 h 272"/>
              <a:gd name="T48" fmla="*/ 34 w 251"/>
              <a:gd name="T49" fmla="*/ 108 h 272"/>
              <a:gd name="T50" fmla="*/ 63 w 251"/>
              <a:gd name="T51" fmla="*/ 115 h 272"/>
              <a:gd name="T52" fmla="*/ 0 w 251"/>
              <a:gd name="T53" fmla="*/ 183 h 272"/>
              <a:gd name="T54" fmla="*/ 38 w 251"/>
              <a:gd name="T55" fmla="*/ 126 h 272"/>
              <a:gd name="T56" fmla="*/ 7 w 251"/>
              <a:gd name="T57" fmla="*/ 116 h 272"/>
              <a:gd name="T58" fmla="*/ 52 w 251"/>
              <a:gd name="T59" fmla="*/ 60 h 272"/>
              <a:gd name="T60" fmla="*/ 9 w 251"/>
              <a:gd name="T61" fmla="*/ 53 h 272"/>
              <a:gd name="T62" fmla="*/ 51 w 251"/>
              <a:gd name="T63" fmla="*/ 0 h 272"/>
              <a:gd name="T64" fmla="*/ 72 w 251"/>
              <a:gd name="T65" fmla="*/ 0 h 272"/>
              <a:gd name="T66" fmla="*/ 39 w 251"/>
              <a:gd name="T67" fmla="*/ 40 h 272"/>
              <a:gd name="T68" fmla="*/ 80 w 251"/>
              <a:gd name="T69" fmla="*/ 50 h 272"/>
              <a:gd name="T70" fmla="*/ 34 w 251"/>
              <a:gd name="T71" fmla="*/ 108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1" h="272">
                <a:moveTo>
                  <a:pt x="202" y="61"/>
                </a:moveTo>
                <a:lnTo>
                  <a:pt x="238" y="70"/>
                </a:lnTo>
                <a:lnTo>
                  <a:pt x="196" y="122"/>
                </a:lnTo>
                <a:lnTo>
                  <a:pt x="224" y="127"/>
                </a:lnTo>
                <a:lnTo>
                  <a:pt x="167" y="190"/>
                </a:lnTo>
                <a:lnTo>
                  <a:pt x="201" y="139"/>
                </a:lnTo>
                <a:lnTo>
                  <a:pt x="173" y="129"/>
                </a:lnTo>
                <a:lnTo>
                  <a:pt x="213" y="80"/>
                </a:lnTo>
                <a:lnTo>
                  <a:pt x="174" y="73"/>
                </a:lnTo>
                <a:lnTo>
                  <a:pt x="231" y="0"/>
                </a:lnTo>
                <a:lnTo>
                  <a:pt x="251" y="0"/>
                </a:lnTo>
                <a:lnTo>
                  <a:pt x="202" y="61"/>
                </a:lnTo>
                <a:close/>
                <a:moveTo>
                  <a:pt x="163" y="101"/>
                </a:moveTo>
                <a:lnTo>
                  <a:pt x="104" y="174"/>
                </a:lnTo>
                <a:lnTo>
                  <a:pt x="142" y="182"/>
                </a:lnTo>
                <a:lnTo>
                  <a:pt x="60" y="272"/>
                </a:lnTo>
                <a:lnTo>
                  <a:pt x="108" y="197"/>
                </a:lnTo>
                <a:lnTo>
                  <a:pt x="69" y="185"/>
                </a:lnTo>
                <a:lnTo>
                  <a:pt x="126" y="113"/>
                </a:lnTo>
                <a:lnTo>
                  <a:pt x="72" y="105"/>
                </a:lnTo>
                <a:lnTo>
                  <a:pt x="153" y="0"/>
                </a:lnTo>
                <a:lnTo>
                  <a:pt x="181" y="0"/>
                </a:lnTo>
                <a:lnTo>
                  <a:pt x="112" y="88"/>
                </a:lnTo>
                <a:lnTo>
                  <a:pt x="163" y="101"/>
                </a:lnTo>
                <a:close/>
                <a:moveTo>
                  <a:pt x="34" y="108"/>
                </a:moveTo>
                <a:lnTo>
                  <a:pt x="63" y="115"/>
                </a:lnTo>
                <a:lnTo>
                  <a:pt x="0" y="183"/>
                </a:lnTo>
                <a:lnTo>
                  <a:pt x="38" y="126"/>
                </a:lnTo>
                <a:lnTo>
                  <a:pt x="7" y="116"/>
                </a:lnTo>
                <a:lnTo>
                  <a:pt x="52" y="60"/>
                </a:lnTo>
                <a:lnTo>
                  <a:pt x="9" y="53"/>
                </a:lnTo>
                <a:lnTo>
                  <a:pt x="51" y="0"/>
                </a:lnTo>
                <a:lnTo>
                  <a:pt x="72" y="0"/>
                </a:lnTo>
                <a:lnTo>
                  <a:pt x="39" y="40"/>
                </a:lnTo>
                <a:lnTo>
                  <a:pt x="80" y="50"/>
                </a:lnTo>
                <a:lnTo>
                  <a:pt x="34" y="108"/>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25"/>
          <p:cNvSpPr>
            <a:spLocks noEditPoints="1"/>
          </p:cNvSpPr>
          <p:nvPr/>
        </p:nvSpPr>
        <p:spPr bwMode="auto">
          <a:xfrm>
            <a:off x="11668859" y="1074573"/>
            <a:ext cx="351394" cy="383723"/>
          </a:xfrm>
          <a:custGeom>
            <a:avLst/>
            <a:gdLst>
              <a:gd name="T0" fmla="*/ 148 w 178"/>
              <a:gd name="T1" fmla="*/ 61 h 195"/>
              <a:gd name="T2" fmla="*/ 7 w 178"/>
              <a:gd name="T3" fmla="*/ 49 h 195"/>
              <a:gd name="T4" fmla="*/ 0 w 178"/>
              <a:gd name="T5" fmla="*/ 23 h 195"/>
              <a:gd name="T6" fmla="*/ 178 w 178"/>
              <a:gd name="T7" fmla="*/ 24 h 195"/>
              <a:gd name="T8" fmla="*/ 148 w 178"/>
              <a:gd name="T9" fmla="*/ 61 h 195"/>
              <a:gd name="T10" fmla="*/ 89 w 178"/>
              <a:gd name="T11" fmla="*/ 26 h 195"/>
              <a:gd name="T12" fmla="*/ 0 w 178"/>
              <a:gd name="T13" fmla="*/ 13 h 195"/>
              <a:gd name="T14" fmla="*/ 89 w 178"/>
              <a:gd name="T15" fmla="*/ 0 h 195"/>
              <a:gd name="T16" fmla="*/ 177 w 178"/>
              <a:gd name="T17" fmla="*/ 13 h 195"/>
              <a:gd name="T18" fmla="*/ 89 w 178"/>
              <a:gd name="T19" fmla="*/ 26 h 195"/>
              <a:gd name="T20" fmla="*/ 92 w 178"/>
              <a:gd name="T21" fmla="*/ 173 h 195"/>
              <a:gd name="T22" fmla="*/ 82 w 178"/>
              <a:gd name="T23" fmla="*/ 195 h 195"/>
              <a:gd name="T24" fmla="*/ 72 w 178"/>
              <a:gd name="T25" fmla="*/ 168 h 195"/>
              <a:gd name="T26" fmla="*/ 92 w 178"/>
              <a:gd name="T27" fmla="*/ 173 h 195"/>
              <a:gd name="T28" fmla="*/ 145 w 178"/>
              <a:gd name="T29" fmla="*/ 74 h 195"/>
              <a:gd name="T30" fmla="*/ 144 w 178"/>
              <a:gd name="T31" fmla="*/ 75 h 195"/>
              <a:gd name="T32" fmla="*/ 151 w 178"/>
              <a:gd name="T33" fmla="*/ 100 h 195"/>
              <a:gd name="T34" fmla="*/ 151 w 178"/>
              <a:gd name="T35" fmla="*/ 100 h 195"/>
              <a:gd name="T36" fmla="*/ 136 w 178"/>
              <a:gd name="T37" fmla="*/ 101 h 195"/>
              <a:gd name="T38" fmla="*/ 136 w 178"/>
              <a:gd name="T39" fmla="*/ 101 h 195"/>
              <a:gd name="T40" fmla="*/ 122 w 178"/>
              <a:gd name="T41" fmla="*/ 101 h 195"/>
              <a:gd name="T42" fmla="*/ 121 w 178"/>
              <a:gd name="T43" fmla="*/ 101 h 195"/>
              <a:gd name="T44" fmla="*/ 108 w 178"/>
              <a:gd name="T45" fmla="*/ 100 h 195"/>
              <a:gd name="T46" fmla="*/ 107 w 178"/>
              <a:gd name="T47" fmla="*/ 100 h 195"/>
              <a:gd name="T48" fmla="*/ 82 w 178"/>
              <a:gd name="T49" fmla="*/ 98 h 195"/>
              <a:gd name="T50" fmla="*/ 81 w 178"/>
              <a:gd name="T51" fmla="*/ 98 h 195"/>
              <a:gd name="T52" fmla="*/ 71 w 178"/>
              <a:gd name="T53" fmla="*/ 97 h 195"/>
              <a:gd name="T54" fmla="*/ 69 w 178"/>
              <a:gd name="T55" fmla="*/ 97 h 195"/>
              <a:gd name="T56" fmla="*/ 59 w 178"/>
              <a:gd name="T57" fmla="*/ 95 h 195"/>
              <a:gd name="T58" fmla="*/ 58 w 178"/>
              <a:gd name="T59" fmla="*/ 95 h 195"/>
              <a:gd name="T60" fmla="*/ 49 w 178"/>
              <a:gd name="T61" fmla="*/ 94 h 195"/>
              <a:gd name="T62" fmla="*/ 17 w 178"/>
              <a:gd name="T63" fmla="*/ 67 h 195"/>
              <a:gd name="T64" fmla="*/ 145 w 178"/>
              <a:gd name="T65" fmla="*/ 74 h 195"/>
              <a:gd name="T66" fmla="*/ 106 w 178"/>
              <a:gd name="T67" fmla="*/ 112 h 195"/>
              <a:gd name="T68" fmla="*/ 120 w 178"/>
              <a:gd name="T69" fmla="*/ 112 h 195"/>
              <a:gd name="T70" fmla="*/ 122 w 178"/>
              <a:gd name="T71" fmla="*/ 112 h 195"/>
              <a:gd name="T72" fmla="*/ 137 w 178"/>
              <a:gd name="T73" fmla="*/ 112 h 195"/>
              <a:gd name="T74" fmla="*/ 138 w 178"/>
              <a:gd name="T75" fmla="*/ 111 h 195"/>
              <a:gd name="T76" fmla="*/ 155 w 178"/>
              <a:gd name="T77" fmla="*/ 110 h 195"/>
              <a:gd name="T78" fmla="*/ 155 w 178"/>
              <a:gd name="T79" fmla="*/ 110 h 195"/>
              <a:gd name="T80" fmla="*/ 156 w 178"/>
              <a:gd name="T81" fmla="*/ 138 h 195"/>
              <a:gd name="T82" fmla="*/ 107 w 178"/>
              <a:gd name="T83" fmla="*/ 134 h 195"/>
              <a:gd name="T84" fmla="*/ 108 w 178"/>
              <a:gd name="T85" fmla="*/ 126 h 195"/>
              <a:gd name="T86" fmla="*/ 92 w 178"/>
              <a:gd name="T87" fmla="*/ 112 h 195"/>
              <a:gd name="T88" fmla="*/ 106 w 178"/>
              <a:gd name="T89" fmla="*/ 112 h 195"/>
              <a:gd name="T90" fmla="*/ 106 w 178"/>
              <a:gd name="T91" fmla="*/ 112 h 195"/>
              <a:gd name="T92" fmla="*/ 100 w 178"/>
              <a:gd name="T93" fmla="*/ 144 h 195"/>
              <a:gd name="T94" fmla="*/ 151 w 178"/>
              <a:gd name="T95" fmla="*/ 147 h 195"/>
              <a:gd name="T96" fmla="*/ 139 w 178"/>
              <a:gd name="T97" fmla="*/ 160 h 195"/>
              <a:gd name="T98" fmla="*/ 115 w 178"/>
              <a:gd name="T99" fmla="*/ 168 h 195"/>
              <a:gd name="T100" fmla="*/ 80 w 178"/>
              <a:gd name="T101" fmla="*/ 160 h 195"/>
              <a:gd name="T102" fmla="*/ 100 w 178"/>
              <a:gd name="T103" fmla="*/ 144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8" h="195">
                <a:moveTo>
                  <a:pt x="148" y="61"/>
                </a:moveTo>
                <a:cubicBezTo>
                  <a:pt x="87" y="64"/>
                  <a:pt x="37" y="56"/>
                  <a:pt x="7" y="49"/>
                </a:cubicBezTo>
                <a:cubicBezTo>
                  <a:pt x="4" y="41"/>
                  <a:pt x="1" y="33"/>
                  <a:pt x="0" y="23"/>
                </a:cubicBezTo>
                <a:cubicBezTo>
                  <a:pt x="93" y="49"/>
                  <a:pt x="178" y="24"/>
                  <a:pt x="178" y="24"/>
                </a:cubicBezTo>
                <a:cubicBezTo>
                  <a:pt x="178" y="24"/>
                  <a:pt x="156" y="40"/>
                  <a:pt x="148" y="61"/>
                </a:cubicBezTo>
                <a:close/>
                <a:moveTo>
                  <a:pt x="89" y="26"/>
                </a:moveTo>
                <a:cubicBezTo>
                  <a:pt x="40" y="26"/>
                  <a:pt x="0" y="20"/>
                  <a:pt x="0" y="13"/>
                </a:cubicBezTo>
                <a:cubicBezTo>
                  <a:pt x="0" y="6"/>
                  <a:pt x="40" y="0"/>
                  <a:pt x="89" y="0"/>
                </a:cubicBezTo>
                <a:cubicBezTo>
                  <a:pt x="137" y="0"/>
                  <a:pt x="177" y="6"/>
                  <a:pt x="177" y="13"/>
                </a:cubicBezTo>
                <a:cubicBezTo>
                  <a:pt x="177" y="20"/>
                  <a:pt x="137" y="26"/>
                  <a:pt x="89" y="26"/>
                </a:cubicBezTo>
                <a:close/>
                <a:moveTo>
                  <a:pt x="92" y="173"/>
                </a:moveTo>
                <a:cubicBezTo>
                  <a:pt x="82" y="177"/>
                  <a:pt x="77" y="182"/>
                  <a:pt x="82" y="195"/>
                </a:cubicBezTo>
                <a:cubicBezTo>
                  <a:pt x="68" y="183"/>
                  <a:pt x="67" y="175"/>
                  <a:pt x="72" y="168"/>
                </a:cubicBezTo>
                <a:cubicBezTo>
                  <a:pt x="78" y="170"/>
                  <a:pt x="85" y="172"/>
                  <a:pt x="92" y="173"/>
                </a:cubicBezTo>
                <a:close/>
                <a:moveTo>
                  <a:pt x="145" y="74"/>
                </a:moveTo>
                <a:cubicBezTo>
                  <a:pt x="145" y="74"/>
                  <a:pt x="144" y="74"/>
                  <a:pt x="144" y="75"/>
                </a:cubicBezTo>
                <a:cubicBezTo>
                  <a:pt x="144" y="82"/>
                  <a:pt x="148" y="91"/>
                  <a:pt x="151" y="100"/>
                </a:cubicBezTo>
                <a:cubicBezTo>
                  <a:pt x="151" y="100"/>
                  <a:pt x="151" y="100"/>
                  <a:pt x="151" y="100"/>
                </a:cubicBezTo>
                <a:cubicBezTo>
                  <a:pt x="146" y="100"/>
                  <a:pt x="141" y="100"/>
                  <a:pt x="136" y="101"/>
                </a:cubicBezTo>
                <a:cubicBezTo>
                  <a:pt x="136" y="101"/>
                  <a:pt x="136" y="101"/>
                  <a:pt x="136" y="101"/>
                </a:cubicBezTo>
                <a:cubicBezTo>
                  <a:pt x="131" y="101"/>
                  <a:pt x="127" y="101"/>
                  <a:pt x="122" y="101"/>
                </a:cubicBezTo>
                <a:cubicBezTo>
                  <a:pt x="122" y="101"/>
                  <a:pt x="121" y="101"/>
                  <a:pt x="121" y="101"/>
                </a:cubicBezTo>
                <a:cubicBezTo>
                  <a:pt x="116" y="101"/>
                  <a:pt x="112" y="101"/>
                  <a:pt x="108" y="100"/>
                </a:cubicBezTo>
                <a:cubicBezTo>
                  <a:pt x="107" y="100"/>
                  <a:pt x="107" y="100"/>
                  <a:pt x="107" y="100"/>
                </a:cubicBezTo>
                <a:cubicBezTo>
                  <a:pt x="98" y="100"/>
                  <a:pt x="90" y="99"/>
                  <a:pt x="82" y="98"/>
                </a:cubicBezTo>
                <a:cubicBezTo>
                  <a:pt x="82" y="98"/>
                  <a:pt x="82" y="98"/>
                  <a:pt x="81" y="98"/>
                </a:cubicBezTo>
                <a:cubicBezTo>
                  <a:pt x="78" y="98"/>
                  <a:pt x="74" y="97"/>
                  <a:pt x="71" y="97"/>
                </a:cubicBezTo>
                <a:cubicBezTo>
                  <a:pt x="70" y="97"/>
                  <a:pt x="70" y="97"/>
                  <a:pt x="69" y="97"/>
                </a:cubicBezTo>
                <a:cubicBezTo>
                  <a:pt x="66" y="96"/>
                  <a:pt x="63" y="96"/>
                  <a:pt x="59" y="95"/>
                </a:cubicBezTo>
                <a:cubicBezTo>
                  <a:pt x="59" y="95"/>
                  <a:pt x="59" y="95"/>
                  <a:pt x="58" y="95"/>
                </a:cubicBezTo>
                <a:cubicBezTo>
                  <a:pt x="55" y="95"/>
                  <a:pt x="52" y="94"/>
                  <a:pt x="49" y="94"/>
                </a:cubicBezTo>
                <a:cubicBezTo>
                  <a:pt x="38" y="87"/>
                  <a:pt x="26" y="79"/>
                  <a:pt x="17" y="67"/>
                </a:cubicBezTo>
                <a:cubicBezTo>
                  <a:pt x="45" y="73"/>
                  <a:pt x="87" y="78"/>
                  <a:pt x="145" y="74"/>
                </a:cubicBezTo>
                <a:close/>
                <a:moveTo>
                  <a:pt x="106" y="112"/>
                </a:moveTo>
                <a:cubicBezTo>
                  <a:pt x="111" y="112"/>
                  <a:pt x="115" y="112"/>
                  <a:pt x="120" y="112"/>
                </a:cubicBezTo>
                <a:cubicBezTo>
                  <a:pt x="121" y="112"/>
                  <a:pt x="121" y="112"/>
                  <a:pt x="122" y="112"/>
                </a:cubicBezTo>
                <a:cubicBezTo>
                  <a:pt x="127" y="112"/>
                  <a:pt x="132" y="112"/>
                  <a:pt x="137" y="112"/>
                </a:cubicBezTo>
                <a:cubicBezTo>
                  <a:pt x="137" y="112"/>
                  <a:pt x="138" y="111"/>
                  <a:pt x="138" y="111"/>
                </a:cubicBezTo>
                <a:cubicBezTo>
                  <a:pt x="144" y="111"/>
                  <a:pt x="149" y="111"/>
                  <a:pt x="155" y="110"/>
                </a:cubicBezTo>
                <a:cubicBezTo>
                  <a:pt x="155" y="110"/>
                  <a:pt x="155" y="110"/>
                  <a:pt x="155" y="110"/>
                </a:cubicBezTo>
                <a:cubicBezTo>
                  <a:pt x="157" y="119"/>
                  <a:pt x="159" y="129"/>
                  <a:pt x="156" y="138"/>
                </a:cubicBezTo>
                <a:cubicBezTo>
                  <a:pt x="138" y="138"/>
                  <a:pt x="122" y="136"/>
                  <a:pt x="107" y="134"/>
                </a:cubicBezTo>
                <a:cubicBezTo>
                  <a:pt x="108" y="132"/>
                  <a:pt x="108" y="129"/>
                  <a:pt x="108" y="126"/>
                </a:cubicBezTo>
                <a:cubicBezTo>
                  <a:pt x="107" y="120"/>
                  <a:pt x="101" y="116"/>
                  <a:pt x="92" y="112"/>
                </a:cubicBezTo>
                <a:cubicBezTo>
                  <a:pt x="97" y="112"/>
                  <a:pt x="101" y="112"/>
                  <a:pt x="106" y="112"/>
                </a:cubicBezTo>
                <a:cubicBezTo>
                  <a:pt x="106" y="112"/>
                  <a:pt x="106" y="112"/>
                  <a:pt x="106" y="112"/>
                </a:cubicBezTo>
                <a:close/>
                <a:moveTo>
                  <a:pt x="100" y="144"/>
                </a:moveTo>
                <a:cubicBezTo>
                  <a:pt x="115" y="146"/>
                  <a:pt x="132" y="148"/>
                  <a:pt x="151" y="147"/>
                </a:cubicBezTo>
                <a:cubicBezTo>
                  <a:pt x="148" y="152"/>
                  <a:pt x="144" y="156"/>
                  <a:pt x="139" y="160"/>
                </a:cubicBezTo>
                <a:cubicBezTo>
                  <a:pt x="133" y="164"/>
                  <a:pt x="124" y="166"/>
                  <a:pt x="115" y="168"/>
                </a:cubicBezTo>
                <a:cubicBezTo>
                  <a:pt x="102" y="166"/>
                  <a:pt x="90" y="163"/>
                  <a:pt x="80" y="160"/>
                </a:cubicBezTo>
                <a:cubicBezTo>
                  <a:pt x="86" y="155"/>
                  <a:pt x="95" y="150"/>
                  <a:pt x="100" y="144"/>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26"/>
          <p:cNvSpPr>
            <a:spLocks noEditPoints="1"/>
          </p:cNvSpPr>
          <p:nvPr/>
        </p:nvSpPr>
        <p:spPr bwMode="auto">
          <a:xfrm>
            <a:off x="8783209" y="1559498"/>
            <a:ext cx="351394" cy="392157"/>
          </a:xfrm>
          <a:custGeom>
            <a:avLst/>
            <a:gdLst>
              <a:gd name="T0" fmla="*/ 147 w 179"/>
              <a:gd name="T1" fmla="*/ 117 h 199"/>
              <a:gd name="T2" fmla="*/ 147 w 179"/>
              <a:gd name="T3" fmla="*/ 61 h 199"/>
              <a:gd name="T4" fmla="*/ 179 w 179"/>
              <a:gd name="T5" fmla="*/ 66 h 199"/>
              <a:gd name="T6" fmla="*/ 179 w 179"/>
              <a:gd name="T7" fmla="*/ 112 h 199"/>
              <a:gd name="T8" fmla="*/ 147 w 179"/>
              <a:gd name="T9" fmla="*/ 117 h 199"/>
              <a:gd name="T10" fmla="*/ 23 w 179"/>
              <a:gd name="T11" fmla="*/ 35 h 199"/>
              <a:gd name="T12" fmla="*/ 23 w 179"/>
              <a:gd name="T13" fmla="*/ 199 h 199"/>
              <a:gd name="T14" fmla="*/ 11 w 179"/>
              <a:gd name="T15" fmla="*/ 199 h 199"/>
              <a:gd name="T16" fmla="*/ 11 w 179"/>
              <a:gd name="T17" fmla="*/ 35 h 199"/>
              <a:gd name="T18" fmla="*/ 0 w 179"/>
              <a:gd name="T19" fmla="*/ 18 h 199"/>
              <a:gd name="T20" fmla="*/ 18 w 179"/>
              <a:gd name="T21" fmla="*/ 0 h 199"/>
              <a:gd name="T22" fmla="*/ 36 w 179"/>
              <a:gd name="T23" fmla="*/ 18 h 199"/>
              <a:gd name="T24" fmla="*/ 23 w 179"/>
              <a:gd name="T25" fmla="*/ 35 h 199"/>
              <a:gd name="T26" fmla="*/ 67 w 179"/>
              <a:gd name="T27" fmla="*/ 130 h 199"/>
              <a:gd name="T28" fmla="*/ 31 w 179"/>
              <a:gd name="T29" fmla="*/ 135 h 199"/>
              <a:gd name="T30" fmla="*/ 31 w 179"/>
              <a:gd name="T31" fmla="*/ 43 h 199"/>
              <a:gd name="T32" fmla="*/ 67 w 179"/>
              <a:gd name="T33" fmla="*/ 49 h 199"/>
              <a:gd name="T34" fmla="*/ 67 w 179"/>
              <a:gd name="T35" fmla="*/ 130 h 199"/>
              <a:gd name="T36" fmla="*/ 91 w 179"/>
              <a:gd name="T37" fmla="*/ 52 h 199"/>
              <a:gd name="T38" fmla="*/ 123 w 179"/>
              <a:gd name="T39" fmla="*/ 57 h 199"/>
              <a:gd name="T40" fmla="*/ 123 w 179"/>
              <a:gd name="T41" fmla="*/ 121 h 199"/>
              <a:gd name="T42" fmla="*/ 91 w 179"/>
              <a:gd name="T43" fmla="*/ 126 h 199"/>
              <a:gd name="T44" fmla="*/ 91 w 179"/>
              <a:gd name="T45" fmla="*/ 52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9" h="199">
                <a:moveTo>
                  <a:pt x="147" y="117"/>
                </a:moveTo>
                <a:cubicBezTo>
                  <a:pt x="147" y="61"/>
                  <a:pt x="147" y="61"/>
                  <a:pt x="147" y="61"/>
                </a:cubicBezTo>
                <a:cubicBezTo>
                  <a:pt x="179" y="66"/>
                  <a:pt x="179" y="66"/>
                  <a:pt x="179" y="66"/>
                </a:cubicBezTo>
                <a:cubicBezTo>
                  <a:pt x="179" y="112"/>
                  <a:pt x="179" y="112"/>
                  <a:pt x="179" y="112"/>
                </a:cubicBezTo>
                <a:lnTo>
                  <a:pt x="147" y="117"/>
                </a:lnTo>
                <a:close/>
                <a:moveTo>
                  <a:pt x="23" y="35"/>
                </a:moveTo>
                <a:cubicBezTo>
                  <a:pt x="23" y="199"/>
                  <a:pt x="23" y="199"/>
                  <a:pt x="23" y="199"/>
                </a:cubicBezTo>
                <a:cubicBezTo>
                  <a:pt x="11" y="199"/>
                  <a:pt x="11" y="199"/>
                  <a:pt x="11" y="199"/>
                </a:cubicBezTo>
                <a:cubicBezTo>
                  <a:pt x="11" y="35"/>
                  <a:pt x="11" y="35"/>
                  <a:pt x="11" y="35"/>
                </a:cubicBezTo>
                <a:cubicBezTo>
                  <a:pt x="5" y="32"/>
                  <a:pt x="0" y="25"/>
                  <a:pt x="0" y="18"/>
                </a:cubicBezTo>
                <a:cubicBezTo>
                  <a:pt x="0" y="8"/>
                  <a:pt x="8" y="0"/>
                  <a:pt x="18" y="0"/>
                </a:cubicBezTo>
                <a:cubicBezTo>
                  <a:pt x="28" y="0"/>
                  <a:pt x="36" y="8"/>
                  <a:pt x="36" y="18"/>
                </a:cubicBezTo>
                <a:cubicBezTo>
                  <a:pt x="36" y="26"/>
                  <a:pt x="31" y="33"/>
                  <a:pt x="23" y="35"/>
                </a:cubicBezTo>
                <a:close/>
                <a:moveTo>
                  <a:pt x="67" y="130"/>
                </a:moveTo>
                <a:cubicBezTo>
                  <a:pt x="31" y="135"/>
                  <a:pt x="31" y="135"/>
                  <a:pt x="31" y="135"/>
                </a:cubicBezTo>
                <a:cubicBezTo>
                  <a:pt x="31" y="43"/>
                  <a:pt x="31" y="43"/>
                  <a:pt x="31" y="43"/>
                </a:cubicBezTo>
                <a:cubicBezTo>
                  <a:pt x="67" y="49"/>
                  <a:pt x="67" y="49"/>
                  <a:pt x="67" y="49"/>
                </a:cubicBezTo>
                <a:lnTo>
                  <a:pt x="67" y="130"/>
                </a:lnTo>
                <a:close/>
                <a:moveTo>
                  <a:pt x="91" y="52"/>
                </a:moveTo>
                <a:cubicBezTo>
                  <a:pt x="123" y="57"/>
                  <a:pt x="123" y="57"/>
                  <a:pt x="123" y="57"/>
                </a:cubicBezTo>
                <a:cubicBezTo>
                  <a:pt x="123" y="121"/>
                  <a:pt x="123" y="121"/>
                  <a:pt x="123" y="121"/>
                </a:cubicBezTo>
                <a:cubicBezTo>
                  <a:pt x="91" y="126"/>
                  <a:pt x="91" y="126"/>
                  <a:pt x="91" y="126"/>
                </a:cubicBezTo>
                <a:lnTo>
                  <a:pt x="91" y="52"/>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7"/>
          <p:cNvSpPr>
            <a:spLocks/>
          </p:cNvSpPr>
          <p:nvPr/>
        </p:nvSpPr>
        <p:spPr bwMode="auto">
          <a:xfrm>
            <a:off x="9217532" y="1535602"/>
            <a:ext cx="428701" cy="389345"/>
          </a:xfrm>
          <a:custGeom>
            <a:avLst/>
            <a:gdLst>
              <a:gd name="T0" fmla="*/ 201 w 217"/>
              <a:gd name="T1" fmla="*/ 69 h 197"/>
              <a:gd name="T2" fmla="*/ 215 w 217"/>
              <a:gd name="T3" fmla="*/ 78 h 197"/>
              <a:gd name="T4" fmla="*/ 194 w 217"/>
              <a:gd name="T5" fmla="*/ 75 h 197"/>
              <a:gd name="T6" fmla="*/ 196 w 217"/>
              <a:gd name="T7" fmla="*/ 91 h 197"/>
              <a:gd name="T8" fmla="*/ 188 w 217"/>
              <a:gd name="T9" fmla="*/ 96 h 197"/>
              <a:gd name="T10" fmla="*/ 181 w 217"/>
              <a:gd name="T11" fmla="*/ 93 h 197"/>
              <a:gd name="T12" fmla="*/ 185 w 217"/>
              <a:gd name="T13" fmla="*/ 77 h 197"/>
              <a:gd name="T14" fmla="*/ 167 w 217"/>
              <a:gd name="T15" fmla="*/ 102 h 197"/>
              <a:gd name="T16" fmla="*/ 126 w 217"/>
              <a:gd name="T17" fmla="*/ 169 h 197"/>
              <a:gd name="T18" fmla="*/ 169 w 217"/>
              <a:gd name="T19" fmla="*/ 169 h 197"/>
              <a:gd name="T20" fmla="*/ 164 w 217"/>
              <a:gd name="T21" fmla="*/ 155 h 197"/>
              <a:gd name="T22" fmla="*/ 216 w 217"/>
              <a:gd name="T23" fmla="*/ 175 h 197"/>
              <a:gd name="T24" fmla="*/ 164 w 217"/>
              <a:gd name="T25" fmla="*/ 194 h 197"/>
              <a:gd name="T26" fmla="*/ 170 w 217"/>
              <a:gd name="T27" fmla="*/ 181 h 197"/>
              <a:gd name="T28" fmla="*/ 57 w 217"/>
              <a:gd name="T29" fmla="*/ 181 h 197"/>
              <a:gd name="T30" fmla="*/ 48 w 217"/>
              <a:gd name="T31" fmla="*/ 197 h 197"/>
              <a:gd name="T32" fmla="*/ 17 w 217"/>
              <a:gd name="T33" fmla="*/ 197 h 197"/>
              <a:gd name="T34" fmla="*/ 26 w 217"/>
              <a:gd name="T35" fmla="*/ 181 h 197"/>
              <a:gd name="T36" fmla="*/ 36 w 217"/>
              <a:gd name="T37" fmla="*/ 181 h 197"/>
              <a:gd name="T38" fmla="*/ 36 w 217"/>
              <a:gd name="T39" fmla="*/ 169 h 197"/>
              <a:gd name="T40" fmla="*/ 26 w 217"/>
              <a:gd name="T41" fmla="*/ 169 h 197"/>
              <a:gd name="T42" fmla="*/ 17 w 217"/>
              <a:gd name="T43" fmla="*/ 153 h 197"/>
              <a:gd name="T44" fmla="*/ 48 w 217"/>
              <a:gd name="T45" fmla="*/ 153 h 197"/>
              <a:gd name="T46" fmla="*/ 57 w 217"/>
              <a:gd name="T47" fmla="*/ 169 h 197"/>
              <a:gd name="T48" fmla="*/ 114 w 217"/>
              <a:gd name="T49" fmla="*/ 169 h 197"/>
              <a:gd name="T50" fmla="*/ 83 w 217"/>
              <a:gd name="T51" fmla="*/ 112 h 197"/>
              <a:gd name="T52" fmla="*/ 60 w 217"/>
              <a:gd name="T53" fmla="*/ 122 h 197"/>
              <a:gd name="T54" fmla="*/ 62 w 217"/>
              <a:gd name="T55" fmla="*/ 96 h 197"/>
              <a:gd name="T56" fmla="*/ 47 w 217"/>
              <a:gd name="T57" fmla="*/ 114 h 197"/>
              <a:gd name="T58" fmla="*/ 49 w 217"/>
              <a:gd name="T59" fmla="*/ 82 h 197"/>
              <a:gd name="T60" fmla="*/ 36 w 217"/>
              <a:gd name="T61" fmla="*/ 108 h 197"/>
              <a:gd name="T62" fmla="*/ 37 w 217"/>
              <a:gd name="T63" fmla="*/ 67 h 197"/>
              <a:gd name="T64" fmla="*/ 21 w 217"/>
              <a:gd name="T65" fmla="*/ 97 h 197"/>
              <a:gd name="T66" fmla="*/ 112 w 217"/>
              <a:gd name="T67" fmla="*/ 79 h 197"/>
              <a:gd name="T68" fmla="*/ 135 w 217"/>
              <a:gd name="T69" fmla="*/ 86 h 197"/>
              <a:gd name="T70" fmla="*/ 175 w 217"/>
              <a:gd name="T71" fmla="*/ 59 h 197"/>
              <a:gd name="T72" fmla="*/ 160 w 217"/>
              <a:gd name="T73" fmla="*/ 54 h 197"/>
              <a:gd name="T74" fmla="*/ 173 w 217"/>
              <a:gd name="T75" fmla="*/ 49 h 197"/>
              <a:gd name="T76" fmla="*/ 158 w 217"/>
              <a:gd name="T77" fmla="*/ 42 h 197"/>
              <a:gd name="T78" fmla="*/ 177 w 217"/>
              <a:gd name="T79" fmla="*/ 42 h 197"/>
              <a:gd name="T80" fmla="*/ 169 w 217"/>
              <a:gd name="T81" fmla="*/ 32 h 197"/>
              <a:gd name="T82" fmla="*/ 188 w 217"/>
              <a:gd name="T83" fmla="*/ 39 h 197"/>
              <a:gd name="T84" fmla="*/ 186 w 217"/>
              <a:gd name="T85" fmla="*/ 29 h 197"/>
              <a:gd name="T86" fmla="*/ 203 w 217"/>
              <a:gd name="T87" fmla="*/ 55 h 197"/>
              <a:gd name="T88" fmla="*/ 217 w 217"/>
              <a:gd name="T89" fmla="*/ 61 h 197"/>
              <a:gd name="T90" fmla="*/ 201 w 217"/>
              <a:gd name="T91" fmla="*/ 69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17" h="197">
                <a:moveTo>
                  <a:pt x="201" y="69"/>
                </a:moveTo>
                <a:cubicBezTo>
                  <a:pt x="216" y="71"/>
                  <a:pt x="215" y="78"/>
                  <a:pt x="215" y="78"/>
                </a:cubicBezTo>
                <a:cubicBezTo>
                  <a:pt x="215" y="78"/>
                  <a:pt x="205" y="74"/>
                  <a:pt x="194" y="75"/>
                </a:cubicBezTo>
                <a:cubicBezTo>
                  <a:pt x="188" y="78"/>
                  <a:pt x="196" y="82"/>
                  <a:pt x="196" y="91"/>
                </a:cubicBezTo>
                <a:cubicBezTo>
                  <a:pt x="197" y="101"/>
                  <a:pt x="188" y="97"/>
                  <a:pt x="188" y="96"/>
                </a:cubicBezTo>
                <a:cubicBezTo>
                  <a:pt x="182" y="100"/>
                  <a:pt x="181" y="93"/>
                  <a:pt x="181" y="93"/>
                </a:cubicBezTo>
                <a:cubicBezTo>
                  <a:pt x="181" y="93"/>
                  <a:pt x="180" y="84"/>
                  <a:pt x="185" y="77"/>
                </a:cubicBezTo>
                <a:cubicBezTo>
                  <a:pt x="176" y="80"/>
                  <a:pt x="169" y="87"/>
                  <a:pt x="167" y="102"/>
                </a:cubicBezTo>
                <a:cubicBezTo>
                  <a:pt x="167" y="132"/>
                  <a:pt x="127" y="132"/>
                  <a:pt x="126" y="169"/>
                </a:cubicBezTo>
                <a:cubicBezTo>
                  <a:pt x="169" y="169"/>
                  <a:pt x="169" y="169"/>
                  <a:pt x="169" y="169"/>
                </a:cubicBezTo>
                <a:cubicBezTo>
                  <a:pt x="164" y="155"/>
                  <a:pt x="164" y="155"/>
                  <a:pt x="164" y="155"/>
                </a:cubicBezTo>
                <a:cubicBezTo>
                  <a:pt x="216" y="175"/>
                  <a:pt x="216" y="175"/>
                  <a:pt x="216" y="175"/>
                </a:cubicBezTo>
                <a:cubicBezTo>
                  <a:pt x="164" y="194"/>
                  <a:pt x="164" y="194"/>
                  <a:pt x="164" y="194"/>
                </a:cubicBezTo>
                <a:cubicBezTo>
                  <a:pt x="170" y="181"/>
                  <a:pt x="170" y="181"/>
                  <a:pt x="170" y="181"/>
                </a:cubicBezTo>
                <a:cubicBezTo>
                  <a:pt x="57" y="181"/>
                  <a:pt x="57" y="181"/>
                  <a:pt x="57" y="181"/>
                </a:cubicBezTo>
                <a:cubicBezTo>
                  <a:pt x="48" y="197"/>
                  <a:pt x="48" y="197"/>
                  <a:pt x="48" y="197"/>
                </a:cubicBezTo>
                <a:cubicBezTo>
                  <a:pt x="17" y="197"/>
                  <a:pt x="17" y="197"/>
                  <a:pt x="17" y="197"/>
                </a:cubicBezTo>
                <a:cubicBezTo>
                  <a:pt x="26" y="181"/>
                  <a:pt x="26" y="181"/>
                  <a:pt x="26" y="181"/>
                </a:cubicBezTo>
                <a:cubicBezTo>
                  <a:pt x="36" y="181"/>
                  <a:pt x="36" y="181"/>
                  <a:pt x="36" y="181"/>
                </a:cubicBezTo>
                <a:cubicBezTo>
                  <a:pt x="36" y="169"/>
                  <a:pt x="36" y="169"/>
                  <a:pt x="36" y="169"/>
                </a:cubicBezTo>
                <a:cubicBezTo>
                  <a:pt x="26" y="169"/>
                  <a:pt x="26" y="169"/>
                  <a:pt x="26" y="169"/>
                </a:cubicBezTo>
                <a:cubicBezTo>
                  <a:pt x="17" y="153"/>
                  <a:pt x="17" y="153"/>
                  <a:pt x="17" y="153"/>
                </a:cubicBezTo>
                <a:cubicBezTo>
                  <a:pt x="48" y="153"/>
                  <a:pt x="48" y="153"/>
                  <a:pt x="48" y="153"/>
                </a:cubicBezTo>
                <a:cubicBezTo>
                  <a:pt x="57" y="169"/>
                  <a:pt x="57" y="169"/>
                  <a:pt x="57" y="169"/>
                </a:cubicBezTo>
                <a:cubicBezTo>
                  <a:pt x="114" y="169"/>
                  <a:pt x="114" y="169"/>
                  <a:pt x="114" y="169"/>
                </a:cubicBezTo>
                <a:cubicBezTo>
                  <a:pt x="113" y="138"/>
                  <a:pt x="83" y="131"/>
                  <a:pt x="83" y="112"/>
                </a:cubicBezTo>
                <a:cubicBezTo>
                  <a:pt x="83" y="105"/>
                  <a:pt x="73" y="99"/>
                  <a:pt x="60" y="122"/>
                </a:cubicBezTo>
                <a:cubicBezTo>
                  <a:pt x="52" y="107"/>
                  <a:pt x="62" y="96"/>
                  <a:pt x="62" y="96"/>
                </a:cubicBezTo>
                <a:cubicBezTo>
                  <a:pt x="62" y="96"/>
                  <a:pt x="54" y="92"/>
                  <a:pt x="47" y="114"/>
                </a:cubicBezTo>
                <a:cubicBezTo>
                  <a:pt x="43" y="97"/>
                  <a:pt x="49" y="82"/>
                  <a:pt x="49" y="82"/>
                </a:cubicBezTo>
                <a:cubicBezTo>
                  <a:pt x="49" y="82"/>
                  <a:pt x="36" y="86"/>
                  <a:pt x="36" y="108"/>
                </a:cubicBezTo>
                <a:cubicBezTo>
                  <a:pt x="24" y="95"/>
                  <a:pt x="37" y="67"/>
                  <a:pt x="37" y="67"/>
                </a:cubicBezTo>
                <a:cubicBezTo>
                  <a:pt x="37" y="67"/>
                  <a:pt x="24" y="74"/>
                  <a:pt x="21" y="97"/>
                </a:cubicBezTo>
                <a:cubicBezTo>
                  <a:pt x="0" y="21"/>
                  <a:pt x="103" y="0"/>
                  <a:pt x="112" y="79"/>
                </a:cubicBezTo>
                <a:cubicBezTo>
                  <a:pt x="113" y="83"/>
                  <a:pt x="119" y="91"/>
                  <a:pt x="135" y="86"/>
                </a:cubicBezTo>
                <a:cubicBezTo>
                  <a:pt x="142" y="82"/>
                  <a:pt x="157" y="66"/>
                  <a:pt x="175" y="59"/>
                </a:cubicBezTo>
                <a:cubicBezTo>
                  <a:pt x="172" y="57"/>
                  <a:pt x="166" y="54"/>
                  <a:pt x="160" y="54"/>
                </a:cubicBezTo>
                <a:cubicBezTo>
                  <a:pt x="166" y="46"/>
                  <a:pt x="173" y="49"/>
                  <a:pt x="173" y="49"/>
                </a:cubicBezTo>
                <a:cubicBezTo>
                  <a:pt x="173" y="49"/>
                  <a:pt x="171" y="43"/>
                  <a:pt x="158" y="42"/>
                </a:cubicBezTo>
                <a:cubicBezTo>
                  <a:pt x="166" y="36"/>
                  <a:pt x="177" y="42"/>
                  <a:pt x="177" y="42"/>
                </a:cubicBezTo>
                <a:cubicBezTo>
                  <a:pt x="177" y="42"/>
                  <a:pt x="173" y="34"/>
                  <a:pt x="169" y="32"/>
                </a:cubicBezTo>
                <a:cubicBezTo>
                  <a:pt x="183" y="29"/>
                  <a:pt x="188" y="39"/>
                  <a:pt x="188" y="39"/>
                </a:cubicBezTo>
                <a:cubicBezTo>
                  <a:pt x="188" y="39"/>
                  <a:pt x="190" y="34"/>
                  <a:pt x="186" y="29"/>
                </a:cubicBezTo>
                <a:cubicBezTo>
                  <a:pt x="203" y="33"/>
                  <a:pt x="203" y="52"/>
                  <a:pt x="203" y="55"/>
                </a:cubicBezTo>
                <a:cubicBezTo>
                  <a:pt x="207" y="56"/>
                  <a:pt x="212" y="58"/>
                  <a:pt x="217" y="61"/>
                </a:cubicBezTo>
                <a:cubicBezTo>
                  <a:pt x="214" y="61"/>
                  <a:pt x="202" y="65"/>
                  <a:pt x="201" y="69"/>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28"/>
          <p:cNvSpPr>
            <a:spLocks/>
          </p:cNvSpPr>
          <p:nvPr/>
        </p:nvSpPr>
        <p:spPr bwMode="auto">
          <a:xfrm>
            <a:off x="9754462" y="1563714"/>
            <a:ext cx="373884" cy="390750"/>
          </a:xfrm>
          <a:custGeom>
            <a:avLst/>
            <a:gdLst>
              <a:gd name="T0" fmla="*/ 184 w 190"/>
              <a:gd name="T1" fmla="*/ 106 h 198"/>
              <a:gd name="T2" fmla="*/ 164 w 190"/>
              <a:gd name="T3" fmla="*/ 90 h 198"/>
              <a:gd name="T4" fmla="*/ 143 w 190"/>
              <a:gd name="T5" fmla="*/ 106 h 198"/>
              <a:gd name="T6" fmla="*/ 122 w 190"/>
              <a:gd name="T7" fmla="*/ 90 h 198"/>
              <a:gd name="T8" fmla="*/ 105 w 190"/>
              <a:gd name="T9" fmla="*/ 105 h 198"/>
              <a:gd name="T10" fmla="*/ 105 w 190"/>
              <a:gd name="T11" fmla="*/ 165 h 198"/>
              <a:gd name="T12" fmla="*/ 101 w 190"/>
              <a:gd name="T13" fmla="*/ 180 h 198"/>
              <a:gd name="T14" fmla="*/ 95 w 190"/>
              <a:gd name="T15" fmla="*/ 191 h 198"/>
              <a:gd name="T16" fmla="*/ 86 w 190"/>
              <a:gd name="T17" fmla="*/ 196 h 198"/>
              <a:gd name="T18" fmla="*/ 73 w 190"/>
              <a:gd name="T19" fmla="*/ 198 h 198"/>
              <a:gd name="T20" fmla="*/ 62 w 190"/>
              <a:gd name="T21" fmla="*/ 196 h 198"/>
              <a:gd name="T22" fmla="*/ 53 w 190"/>
              <a:gd name="T23" fmla="*/ 191 h 198"/>
              <a:gd name="T24" fmla="*/ 48 w 190"/>
              <a:gd name="T25" fmla="*/ 182 h 198"/>
              <a:gd name="T26" fmla="*/ 46 w 190"/>
              <a:gd name="T27" fmla="*/ 169 h 198"/>
              <a:gd name="T28" fmla="*/ 46 w 190"/>
              <a:gd name="T29" fmla="*/ 163 h 198"/>
              <a:gd name="T30" fmla="*/ 62 w 190"/>
              <a:gd name="T31" fmla="*/ 163 h 198"/>
              <a:gd name="T32" fmla="*/ 64 w 190"/>
              <a:gd name="T33" fmla="*/ 180 h 198"/>
              <a:gd name="T34" fmla="*/ 73 w 190"/>
              <a:gd name="T35" fmla="*/ 184 h 198"/>
              <a:gd name="T36" fmla="*/ 80 w 190"/>
              <a:gd name="T37" fmla="*/ 183 h 198"/>
              <a:gd name="T38" fmla="*/ 84 w 190"/>
              <a:gd name="T39" fmla="*/ 179 h 198"/>
              <a:gd name="T40" fmla="*/ 84 w 190"/>
              <a:gd name="T41" fmla="*/ 173 h 198"/>
              <a:gd name="T42" fmla="*/ 85 w 190"/>
              <a:gd name="T43" fmla="*/ 165 h 198"/>
              <a:gd name="T44" fmla="*/ 85 w 190"/>
              <a:gd name="T45" fmla="*/ 104 h 198"/>
              <a:gd name="T46" fmla="*/ 66 w 190"/>
              <a:gd name="T47" fmla="*/ 90 h 198"/>
              <a:gd name="T48" fmla="*/ 44 w 190"/>
              <a:gd name="T49" fmla="*/ 106 h 198"/>
              <a:gd name="T50" fmla="*/ 23 w 190"/>
              <a:gd name="T51" fmla="*/ 90 h 198"/>
              <a:gd name="T52" fmla="*/ 3 w 190"/>
              <a:gd name="T53" fmla="*/ 106 h 198"/>
              <a:gd name="T54" fmla="*/ 82 w 190"/>
              <a:gd name="T55" fmla="*/ 16 h 198"/>
              <a:gd name="T56" fmla="*/ 94 w 190"/>
              <a:gd name="T57" fmla="*/ 0 h 198"/>
              <a:gd name="T58" fmla="*/ 105 w 190"/>
              <a:gd name="T59" fmla="*/ 16 h 198"/>
              <a:gd name="T60" fmla="*/ 184 w 190"/>
              <a:gd name="T61" fmla="*/ 106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0" h="198">
                <a:moveTo>
                  <a:pt x="184" y="106"/>
                </a:moveTo>
                <a:cubicBezTo>
                  <a:pt x="184" y="106"/>
                  <a:pt x="175" y="90"/>
                  <a:pt x="164" y="90"/>
                </a:cubicBezTo>
                <a:cubicBezTo>
                  <a:pt x="154" y="90"/>
                  <a:pt x="143" y="106"/>
                  <a:pt x="143" y="106"/>
                </a:cubicBezTo>
                <a:cubicBezTo>
                  <a:pt x="143" y="106"/>
                  <a:pt x="132" y="90"/>
                  <a:pt x="122" y="90"/>
                </a:cubicBezTo>
                <a:cubicBezTo>
                  <a:pt x="114" y="90"/>
                  <a:pt x="107" y="101"/>
                  <a:pt x="105" y="105"/>
                </a:cubicBezTo>
                <a:cubicBezTo>
                  <a:pt x="105" y="165"/>
                  <a:pt x="105" y="165"/>
                  <a:pt x="105" y="165"/>
                </a:cubicBezTo>
                <a:cubicBezTo>
                  <a:pt x="105" y="171"/>
                  <a:pt x="102" y="176"/>
                  <a:pt x="101" y="180"/>
                </a:cubicBezTo>
                <a:cubicBezTo>
                  <a:pt x="99" y="185"/>
                  <a:pt x="97" y="188"/>
                  <a:pt x="95" y="191"/>
                </a:cubicBezTo>
                <a:cubicBezTo>
                  <a:pt x="93" y="193"/>
                  <a:pt x="90" y="195"/>
                  <a:pt x="86" y="196"/>
                </a:cubicBezTo>
                <a:cubicBezTo>
                  <a:pt x="82" y="197"/>
                  <a:pt x="78" y="198"/>
                  <a:pt x="73" y="198"/>
                </a:cubicBezTo>
                <a:cubicBezTo>
                  <a:pt x="69" y="198"/>
                  <a:pt x="65" y="197"/>
                  <a:pt x="62" y="196"/>
                </a:cubicBezTo>
                <a:cubicBezTo>
                  <a:pt x="58" y="195"/>
                  <a:pt x="56" y="193"/>
                  <a:pt x="53" y="191"/>
                </a:cubicBezTo>
                <a:cubicBezTo>
                  <a:pt x="51" y="188"/>
                  <a:pt x="49" y="185"/>
                  <a:pt x="48" y="182"/>
                </a:cubicBezTo>
                <a:cubicBezTo>
                  <a:pt x="47" y="178"/>
                  <a:pt x="46" y="173"/>
                  <a:pt x="46" y="169"/>
                </a:cubicBezTo>
                <a:cubicBezTo>
                  <a:pt x="46" y="163"/>
                  <a:pt x="46" y="163"/>
                  <a:pt x="46" y="163"/>
                </a:cubicBezTo>
                <a:cubicBezTo>
                  <a:pt x="62" y="163"/>
                  <a:pt x="62" y="163"/>
                  <a:pt x="62" y="163"/>
                </a:cubicBezTo>
                <a:cubicBezTo>
                  <a:pt x="62" y="168"/>
                  <a:pt x="62" y="177"/>
                  <a:pt x="64" y="180"/>
                </a:cubicBezTo>
                <a:cubicBezTo>
                  <a:pt x="66" y="183"/>
                  <a:pt x="69" y="184"/>
                  <a:pt x="73" y="184"/>
                </a:cubicBezTo>
                <a:cubicBezTo>
                  <a:pt x="76" y="184"/>
                  <a:pt x="80" y="183"/>
                  <a:pt x="80" y="183"/>
                </a:cubicBezTo>
                <a:cubicBezTo>
                  <a:pt x="80" y="183"/>
                  <a:pt x="83" y="181"/>
                  <a:pt x="84" y="179"/>
                </a:cubicBezTo>
                <a:cubicBezTo>
                  <a:pt x="85" y="177"/>
                  <a:pt x="84" y="173"/>
                  <a:pt x="84" y="173"/>
                </a:cubicBezTo>
                <a:cubicBezTo>
                  <a:pt x="84" y="173"/>
                  <a:pt x="85" y="168"/>
                  <a:pt x="85" y="165"/>
                </a:cubicBezTo>
                <a:cubicBezTo>
                  <a:pt x="85" y="104"/>
                  <a:pt x="85" y="104"/>
                  <a:pt x="85" y="104"/>
                </a:cubicBezTo>
                <a:cubicBezTo>
                  <a:pt x="81" y="100"/>
                  <a:pt x="74" y="90"/>
                  <a:pt x="66" y="90"/>
                </a:cubicBezTo>
                <a:cubicBezTo>
                  <a:pt x="57" y="90"/>
                  <a:pt x="44" y="106"/>
                  <a:pt x="44" y="106"/>
                </a:cubicBezTo>
                <a:cubicBezTo>
                  <a:pt x="44" y="106"/>
                  <a:pt x="32" y="90"/>
                  <a:pt x="23" y="90"/>
                </a:cubicBezTo>
                <a:cubicBezTo>
                  <a:pt x="15" y="90"/>
                  <a:pt x="3" y="106"/>
                  <a:pt x="3" y="106"/>
                </a:cubicBezTo>
                <a:cubicBezTo>
                  <a:pt x="3" y="106"/>
                  <a:pt x="0" y="24"/>
                  <a:pt x="82" y="16"/>
                </a:cubicBezTo>
                <a:cubicBezTo>
                  <a:pt x="94" y="0"/>
                  <a:pt x="94" y="0"/>
                  <a:pt x="94" y="0"/>
                </a:cubicBezTo>
                <a:cubicBezTo>
                  <a:pt x="105" y="16"/>
                  <a:pt x="105" y="16"/>
                  <a:pt x="105" y="16"/>
                </a:cubicBezTo>
                <a:cubicBezTo>
                  <a:pt x="190" y="21"/>
                  <a:pt x="184" y="106"/>
                  <a:pt x="184" y="106"/>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29"/>
          <p:cNvSpPr>
            <a:spLocks noEditPoints="1"/>
          </p:cNvSpPr>
          <p:nvPr/>
        </p:nvSpPr>
        <p:spPr bwMode="auto">
          <a:xfrm>
            <a:off x="10225331" y="1593232"/>
            <a:ext cx="393562" cy="362639"/>
          </a:xfrm>
          <a:custGeom>
            <a:avLst/>
            <a:gdLst>
              <a:gd name="T0" fmla="*/ 126 w 200"/>
              <a:gd name="T1" fmla="*/ 104 h 184"/>
              <a:gd name="T2" fmla="*/ 21 w 200"/>
              <a:gd name="T3" fmla="*/ 104 h 184"/>
              <a:gd name="T4" fmla="*/ 0 w 200"/>
              <a:gd name="T5" fmla="*/ 104 h 184"/>
              <a:gd name="T6" fmla="*/ 78 w 200"/>
              <a:gd name="T7" fmla="*/ 112 h 184"/>
              <a:gd name="T8" fmla="*/ 184 w 200"/>
              <a:gd name="T9" fmla="*/ 112 h 184"/>
              <a:gd name="T10" fmla="*/ 200 w 200"/>
              <a:gd name="T11" fmla="*/ 93 h 184"/>
              <a:gd name="T12" fmla="*/ 126 w 200"/>
              <a:gd name="T13" fmla="*/ 131 h 184"/>
              <a:gd name="T14" fmla="*/ 21 w 200"/>
              <a:gd name="T15" fmla="*/ 131 h 184"/>
              <a:gd name="T16" fmla="*/ 0 w 200"/>
              <a:gd name="T17" fmla="*/ 132 h 184"/>
              <a:gd name="T18" fmla="*/ 78 w 200"/>
              <a:gd name="T19" fmla="*/ 140 h 184"/>
              <a:gd name="T20" fmla="*/ 184 w 200"/>
              <a:gd name="T21" fmla="*/ 140 h 184"/>
              <a:gd name="T22" fmla="*/ 200 w 200"/>
              <a:gd name="T23" fmla="*/ 121 h 184"/>
              <a:gd name="T24" fmla="*/ 126 w 200"/>
              <a:gd name="T25" fmla="*/ 131 h 184"/>
              <a:gd name="T26" fmla="*/ 71 w 200"/>
              <a:gd name="T27" fmla="*/ 159 h 184"/>
              <a:gd name="T28" fmla="*/ 0 w 200"/>
              <a:gd name="T29" fmla="*/ 149 h 184"/>
              <a:gd name="T30" fmla="*/ 15 w 200"/>
              <a:gd name="T31" fmla="*/ 167 h 184"/>
              <a:gd name="T32" fmla="*/ 120 w 200"/>
              <a:gd name="T33" fmla="*/ 167 h 184"/>
              <a:gd name="T34" fmla="*/ 200 w 200"/>
              <a:gd name="T35" fmla="*/ 159 h 184"/>
              <a:gd name="T36" fmla="*/ 178 w 200"/>
              <a:gd name="T37" fmla="*/ 159 h 184"/>
              <a:gd name="T38" fmla="*/ 120 w 200"/>
              <a:gd name="T39" fmla="*/ 21 h 184"/>
              <a:gd name="T40" fmla="*/ 120 w 200"/>
              <a:gd name="T41" fmla="*/ 0 h 184"/>
              <a:gd name="T42" fmla="*/ 120 w 200"/>
              <a:gd name="T43" fmla="*/ 21 h 184"/>
              <a:gd name="T44" fmla="*/ 125 w 200"/>
              <a:gd name="T45" fmla="*/ 10 h 184"/>
              <a:gd name="T46" fmla="*/ 115 w 200"/>
              <a:gd name="T47" fmla="*/ 10 h 184"/>
              <a:gd name="T48" fmla="*/ 158 w 200"/>
              <a:gd name="T49" fmla="*/ 85 h 184"/>
              <a:gd name="T50" fmla="*/ 182 w 200"/>
              <a:gd name="T51" fmla="*/ 58 h 184"/>
              <a:gd name="T52" fmla="*/ 169 w 200"/>
              <a:gd name="T53" fmla="*/ 57 h 184"/>
              <a:gd name="T54" fmla="*/ 158 w 200"/>
              <a:gd name="T55" fmla="*/ 75 h 184"/>
              <a:gd name="T56" fmla="*/ 144 w 200"/>
              <a:gd name="T57" fmla="*/ 43 h 184"/>
              <a:gd name="T58" fmla="*/ 158 w 200"/>
              <a:gd name="T59" fmla="*/ 12 h 184"/>
              <a:gd name="T60" fmla="*/ 169 w 200"/>
              <a:gd name="T61" fmla="*/ 29 h 184"/>
              <a:gd name="T62" fmla="*/ 182 w 200"/>
              <a:gd name="T63" fmla="*/ 28 h 184"/>
              <a:gd name="T64" fmla="*/ 137 w 200"/>
              <a:gd name="T65" fmla="*/ 12 h 184"/>
              <a:gd name="T66" fmla="*/ 137 w 200"/>
              <a:gd name="T67" fmla="*/ 75 h 184"/>
              <a:gd name="T68" fmla="*/ 96 w 200"/>
              <a:gd name="T69" fmla="*/ 69 h 184"/>
              <a:gd name="T70" fmla="*/ 104 w 200"/>
              <a:gd name="T71" fmla="*/ 53 h 184"/>
              <a:gd name="T72" fmla="*/ 120 w 200"/>
              <a:gd name="T73" fmla="*/ 45 h 184"/>
              <a:gd name="T74" fmla="*/ 104 w 200"/>
              <a:gd name="T75" fmla="*/ 29 h 184"/>
              <a:gd name="T76" fmla="*/ 96 w 200"/>
              <a:gd name="T77" fmla="*/ 45 h 184"/>
              <a:gd name="T78" fmla="*/ 80 w 200"/>
              <a:gd name="T79" fmla="*/ 53 h 184"/>
              <a:gd name="T80" fmla="*/ 96 w 200"/>
              <a:gd name="T81" fmla="*/ 69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0" h="184">
                <a:moveTo>
                  <a:pt x="178" y="104"/>
                </a:moveTo>
                <a:cubicBezTo>
                  <a:pt x="159" y="118"/>
                  <a:pt x="144" y="117"/>
                  <a:pt x="126" y="104"/>
                </a:cubicBezTo>
                <a:cubicBezTo>
                  <a:pt x="108" y="90"/>
                  <a:pt x="90" y="89"/>
                  <a:pt x="71" y="104"/>
                </a:cubicBezTo>
                <a:cubicBezTo>
                  <a:pt x="52" y="118"/>
                  <a:pt x="38" y="117"/>
                  <a:pt x="21" y="104"/>
                </a:cubicBezTo>
                <a:cubicBezTo>
                  <a:pt x="13" y="98"/>
                  <a:pt x="7" y="95"/>
                  <a:pt x="0" y="94"/>
                </a:cubicBezTo>
                <a:cubicBezTo>
                  <a:pt x="0" y="104"/>
                  <a:pt x="0" y="104"/>
                  <a:pt x="0" y="104"/>
                </a:cubicBezTo>
                <a:cubicBezTo>
                  <a:pt x="4" y="105"/>
                  <a:pt x="9" y="108"/>
                  <a:pt x="15" y="112"/>
                </a:cubicBezTo>
                <a:cubicBezTo>
                  <a:pt x="37" y="129"/>
                  <a:pt x="55" y="129"/>
                  <a:pt x="78" y="112"/>
                </a:cubicBezTo>
                <a:cubicBezTo>
                  <a:pt x="92" y="101"/>
                  <a:pt x="105" y="101"/>
                  <a:pt x="120" y="112"/>
                </a:cubicBezTo>
                <a:cubicBezTo>
                  <a:pt x="142" y="129"/>
                  <a:pt x="162" y="129"/>
                  <a:pt x="184" y="112"/>
                </a:cubicBezTo>
                <a:cubicBezTo>
                  <a:pt x="190" y="107"/>
                  <a:pt x="195" y="104"/>
                  <a:pt x="200" y="104"/>
                </a:cubicBezTo>
                <a:cubicBezTo>
                  <a:pt x="200" y="93"/>
                  <a:pt x="200" y="93"/>
                  <a:pt x="200" y="93"/>
                </a:cubicBezTo>
                <a:cubicBezTo>
                  <a:pt x="193" y="94"/>
                  <a:pt x="186" y="97"/>
                  <a:pt x="178" y="104"/>
                </a:cubicBezTo>
                <a:close/>
                <a:moveTo>
                  <a:pt x="126" y="131"/>
                </a:moveTo>
                <a:cubicBezTo>
                  <a:pt x="108" y="118"/>
                  <a:pt x="90" y="117"/>
                  <a:pt x="71" y="131"/>
                </a:cubicBezTo>
                <a:cubicBezTo>
                  <a:pt x="52" y="146"/>
                  <a:pt x="38" y="145"/>
                  <a:pt x="21" y="131"/>
                </a:cubicBezTo>
                <a:cubicBezTo>
                  <a:pt x="13" y="126"/>
                  <a:pt x="7" y="123"/>
                  <a:pt x="0" y="121"/>
                </a:cubicBezTo>
                <a:cubicBezTo>
                  <a:pt x="0" y="132"/>
                  <a:pt x="0" y="132"/>
                  <a:pt x="0" y="132"/>
                </a:cubicBezTo>
                <a:cubicBezTo>
                  <a:pt x="4" y="133"/>
                  <a:pt x="9" y="136"/>
                  <a:pt x="15" y="140"/>
                </a:cubicBezTo>
                <a:cubicBezTo>
                  <a:pt x="37" y="156"/>
                  <a:pt x="55" y="156"/>
                  <a:pt x="78" y="140"/>
                </a:cubicBezTo>
                <a:cubicBezTo>
                  <a:pt x="92" y="129"/>
                  <a:pt x="105" y="129"/>
                  <a:pt x="120" y="140"/>
                </a:cubicBezTo>
                <a:cubicBezTo>
                  <a:pt x="142" y="156"/>
                  <a:pt x="162" y="156"/>
                  <a:pt x="184" y="140"/>
                </a:cubicBezTo>
                <a:cubicBezTo>
                  <a:pt x="190" y="135"/>
                  <a:pt x="195" y="132"/>
                  <a:pt x="200" y="131"/>
                </a:cubicBezTo>
                <a:cubicBezTo>
                  <a:pt x="200" y="121"/>
                  <a:pt x="200" y="121"/>
                  <a:pt x="200" y="121"/>
                </a:cubicBezTo>
                <a:cubicBezTo>
                  <a:pt x="193" y="122"/>
                  <a:pt x="186" y="125"/>
                  <a:pt x="178" y="131"/>
                </a:cubicBezTo>
                <a:cubicBezTo>
                  <a:pt x="159" y="146"/>
                  <a:pt x="144" y="145"/>
                  <a:pt x="126" y="131"/>
                </a:cubicBezTo>
                <a:close/>
                <a:moveTo>
                  <a:pt x="126" y="159"/>
                </a:moveTo>
                <a:cubicBezTo>
                  <a:pt x="108" y="146"/>
                  <a:pt x="90" y="145"/>
                  <a:pt x="71" y="159"/>
                </a:cubicBezTo>
                <a:cubicBezTo>
                  <a:pt x="52" y="174"/>
                  <a:pt x="38" y="172"/>
                  <a:pt x="21" y="159"/>
                </a:cubicBezTo>
                <a:cubicBezTo>
                  <a:pt x="13" y="154"/>
                  <a:pt x="7" y="150"/>
                  <a:pt x="0" y="149"/>
                </a:cubicBezTo>
                <a:cubicBezTo>
                  <a:pt x="0" y="160"/>
                  <a:pt x="0" y="160"/>
                  <a:pt x="0" y="160"/>
                </a:cubicBezTo>
                <a:cubicBezTo>
                  <a:pt x="4" y="161"/>
                  <a:pt x="9" y="163"/>
                  <a:pt x="15" y="167"/>
                </a:cubicBezTo>
                <a:cubicBezTo>
                  <a:pt x="37" y="184"/>
                  <a:pt x="55" y="184"/>
                  <a:pt x="78" y="167"/>
                </a:cubicBezTo>
                <a:cubicBezTo>
                  <a:pt x="92" y="156"/>
                  <a:pt x="105" y="156"/>
                  <a:pt x="120" y="167"/>
                </a:cubicBezTo>
                <a:cubicBezTo>
                  <a:pt x="142" y="184"/>
                  <a:pt x="162" y="184"/>
                  <a:pt x="184" y="167"/>
                </a:cubicBezTo>
                <a:cubicBezTo>
                  <a:pt x="190" y="163"/>
                  <a:pt x="195" y="160"/>
                  <a:pt x="200" y="159"/>
                </a:cubicBezTo>
                <a:cubicBezTo>
                  <a:pt x="200" y="149"/>
                  <a:pt x="200" y="149"/>
                  <a:pt x="200" y="149"/>
                </a:cubicBezTo>
                <a:cubicBezTo>
                  <a:pt x="193" y="150"/>
                  <a:pt x="186" y="153"/>
                  <a:pt x="178" y="159"/>
                </a:cubicBezTo>
                <a:cubicBezTo>
                  <a:pt x="159" y="174"/>
                  <a:pt x="144" y="173"/>
                  <a:pt x="126" y="159"/>
                </a:cubicBezTo>
                <a:close/>
                <a:moveTo>
                  <a:pt x="120" y="21"/>
                </a:moveTo>
                <a:cubicBezTo>
                  <a:pt x="126" y="21"/>
                  <a:pt x="130" y="16"/>
                  <a:pt x="130" y="10"/>
                </a:cubicBezTo>
                <a:cubicBezTo>
                  <a:pt x="130" y="5"/>
                  <a:pt x="126" y="0"/>
                  <a:pt x="120" y="0"/>
                </a:cubicBezTo>
                <a:cubicBezTo>
                  <a:pt x="114" y="0"/>
                  <a:pt x="110" y="5"/>
                  <a:pt x="110" y="10"/>
                </a:cubicBezTo>
                <a:cubicBezTo>
                  <a:pt x="110" y="16"/>
                  <a:pt x="114" y="21"/>
                  <a:pt x="120" y="21"/>
                </a:cubicBezTo>
                <a:close/>
                <a:moveTo>
                  <a:pt x="120" y="6"/>
                </a:moveTo>
                <a:cubicBezTo>
                  <a:pt x="123" y="6"/>
                  <a:pt x="125" y="8"/>
                  <a:pt x="125" y="10"/>
                </a:cubicBezTo>
                <a:cubicBezTo>
                  <a:pt x="125" y="13"/>
                  <a:pt x="123" y="15"/>
                  <a:pt x="120" y="15"/>
                </a:cubicBezTo>
                <a:cubicBezTo>
                  <a:pt x="117" y="15"/>
                  <a:pt x="115" y="13"/>
                  <a:pt x="115" y="10"/>
                </a:cubicBezTo>
                <a:cubicBezTo>
                  <a:pt x="115" y="8"/>
                  <a:pt x="117" y="6"/>
                  <a:pt x="120" y="6"/>
                </a:cubicBezTo>
                <a:close/>
                <a:moveTo>
                  <a:pt x="158" y="85"/>
                </a:moveTo>
                <a:cubicBezTo>
                  <a:pt x="166" y="85"/>
                  <a:pt x="173" y="82"/>
                  <a:pt x="177" y="76"/>
                </a:cubicBezTo>
                <a:cubicBezTo>
                  <a:pt x="180" y="71"/>
                  <a:pt x="182" y="67"/>
                  <a:pt x="182" y="58"/>
                </a:cubicBezTo>
                <a:cubicBezTo>
                  <a:pt x="182" y="57"/>
                  <a:pt x="182" y="57"/>
                  <a:pt x="182" y="57"/>
                </a:cubicBezTo>
                <a:cubicBezTo>
                  <a:pt x="169" y="57"/>
                  <a:pt x="169" y="57"/>
                  <a:pt x="169" y="57"/>
                </a:cubicBezTo>
                <a:cubicBezTo>
                  <a:pt x="169" y="58"/>
                  <a:pt x="169" y="58"/>
                  <a:pt x="169" y="58"/>
                </a:cubicBezTo>
                <a:cubicBezTo>
                  <a:pt x="169" y="71"/>
                  <a:pt x="166" y="75"/>
                  <a:pt x="158" y="75"/>
                </a:cubicBezTo>
                <a:cubicBezTo>
                  <a:pt x="153" y="75"/>
                  <a:pt x="149" y="73"/>
                  <a:pt x="147" y="69"/>
                </a:cubicBezTo>
                <a:cubicBezTo>
                  <a:pt x="145" y="64"/>
                  <a:pt x="144" y="56"/>
                  <a:pt x="144" y="43"/>
                </a:cubicBezTo>
                <a:cubicBezTo>
                  <a:pt x="144" y="31"/>
                  <a:pt x="145" y="23"/>
                  <a:pt x="147" y="18"/>
                </a:cubicBezTo>
                <a:cubicBezTo>
                  <a:pt x="149" y="14"/>
                  <a:pt x="153" y="12"/>
                  <a:pt x="158" y="12"/>
                </a:cubicBezTo>
                <a:cubicBezTo>
                  <a:pt x="165" y="12"/>
                  <a:pt x="169" y="17"/>
                  <a:pt x="169" y="28"/>
                </a:cubicBezTo>
                <a:cubicBezTo>
                  <a:pt x="169" y="29"/>
                  <a:pt x="169" y="29"/>
                  <a:pt x="169" y="29"/>
                </a:cubicBezTo>
                <a:cubicBezTo>
                  <a:pt x="182" y="29"/>
                  <a:pt x="182" y="29"/>
                  <a:pt x="182" y="29"/>
                </a:cubicBezTo>
                <a:cubicBezTo>
                  <a:pt x="182" y="28"/>
                  <a:pt x="182" y="28"/>
                  <a:pt x="182" y="28"/>
                </a:cubicBezTo>
                <a:cubicBezTo>
                  <a:pt x="182" y="11"/>
                  <a:pt x="174" y="2"/>
                  <a:pt x="158" y="2"/>
                </a:cubicBezTo>
                <a:cubicBezTo>
                  <a:pt x="148" y="2"/>
                  <a:pt x="141" y="6"/>
                  <a:pt x="137" y="12"/>
                </a:cubicBezTo>
                <a:cubicBezTo>
                  <a:pt x="133" y="19"/>
                  <a:pt x="131" y="29"/>
                  <a:pt x="131" y="44"/>
                </a:cubicBezTo>
                <a:cubicBezTo>
                  <a:pt x="131" y="58"/>
                  <a:pt x="133" y="69"/>
                  <a:pt x="137" y="75"/>
                </a:cubicBezTo>
                <a:cubicBezTo>
                  <a:pt x="141" y="82"/>
                  <a:pt x="148" y="85"/>
                  <a:pt x="158" y="85"/>
                </a:cubicBezTo>
                <a:close/>
                <a:moveTo>
                  <a:pt x="96" y="69"/>
                </a:moveTo>
                <a:cubicBezTo>
                  <a:pt x="104" y="69"/>
                  <a:pt x="104" y="69"/>
                  <a:pt x="104" y="69"/>
                </a:cubicBezTo>
                <a:cubicBezTo>
                  <a:pt x="104" y="53"/>
                  <a:pt x="104" y="53"/>
                  <a:pt x="104" y="53"/>
                </a:cubicBezTo>
                <a:cubicBezTo>
                  <a:pt x="120" y="53"/>
                  <a:pt x="120" y="53"/>
                  <a:pt x="120" y="53"/>
                </a:cubicBezTo>
                <a:cubicBezTo>
                  <a:pt x="120" y="45"/>
                  <a:pt x="120" y="45"/>
                  <a:pt x="120" y="45"/>
                </a:cubicBezTo>
                <a:cubicBezTo>
                  <a:pt x="104" y="45"/>
                  <a:pt x="104" y="45"/>
                  <a:pt x="104" y="45"/>
                </a:cubicBezTo>
                <a:cubicBezTo>
                  <a:pt x="104" y="29"/>
                  <a:pt x="104" y="29"/>
                  <a:pt x="104" y="29"/>
                </a:cubicBezTo>
                <a:cubicBezTo>
                  <a:pt x="96" y="29"/>
                  <a:pt x="96" y="29"/>
                  <a:pt x="96" y="29"/>
                </a:cubicBezTo>
                <a:cubicBezTo>
                  <a:pt x="96" y="45"/>
                  <a:pt x="96" y="45"/>
                  <a:pt x="96" y="45"/>
                </a:cubicBezTo>
                <a:cubicBezTo>
                  <a:pt x="80" y="45"/>
                  <a:pt x="80" y="45"/>
                  <a:pt x="80" y="45"/>
                </a:cubicBezTo>
                <a:cubicBezTo>
                  <a:pt x="80" y="53"/>
                  <a:pt x="80" y="53"/>
                  <a:pt x="80" y="53"/>
                </a:cubicBezTo>
                <a:cubicBezTo>
                  <a:pt x="96" y="53"/>
                  <a:pt x="96" y="53"/>
                  <a:pt x="96" y="53"/>
                </a:cubicBezTo>
                <a:lnTo>
                  <a:pt x="96" y="69"/>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30"/>
          <p:cNvSpPr>
            <a:spLocks noEditPoints="1"/>
          </p:cNvSpPr>
          <p:nvPr/>
        </p:nvSpPr>
        <p:spPr bwMode="auto">
          <a:xfrm>
            <a:off x="10691983" y="1598854"/>
            <a:ext cx="393562" cy="362639"/>
          </a:xfrm>
          <a:custGeom>
            <a:avLst/>
            <a:gdLst>
              <a:gd name="T0" fmla="*/ 71 w 200"/>
              <a:gd name="T1" fmla="*/ 159 h 184"/>
              <a:gd name="T2" fmla="*/ 0 w 200"/>
              <a:gd name="T3" fmla="*/ 149 h 184"/>
              <a:gd name="T4" fmla="*/ 14 w 200"/>
              <a:gd name="T5" fmla="*/ 167 h 184"/>
              <a:gd name="T6" fmla="*/ 119 w 200"/>
              <a:gd name="T7" fmla="*/ 167 h 184"/>
              <a:gd name="T8" fmla="*/ 200 w 200"/>
              <a:gd name="T9" fmla="*/ 159 h 184"/>
              <a:gd name="T10" fmla="*/ 178 w 200"/>
              <a:gd name="T11" fmla="*/ 159 h 184"/>
              <a:gd name="T12" fmla="*/ 178 w 200"/>
              <a:gd name="T13" fmla="*/ 104 h 184"/>
              <a:gd name="T14" fmla="*/ 71 w 200"/>
              <a:gd name="T15" fmla="*/ 104 h 184"/>
              <a:gd name="T16" fmla="*/ 0 w 200"/>
              <a:gd name="T17" fmla="*/ 94 h 184"/>
              <a:gd name="T18" fmla="*/ 14 w 200"/>
              <a:gd name="T19" fmla="*/ 112 h 184"/>
              <a:gd name="T20" fmla="*/ 119 w 200"/>
              <a:gd name="T21" fmla="*/ 112 h 184"/>
              <a:gd name="T22" fmla="*/ 200 w 200"/>
              <a:gd name="T23" fmla="*/ 104 h 184"/>
              <a:gd name="T24" fmla="*/ 178 w 200"/>
              <a:gd name="T25" fmla="*/ 104 h 184"/>
              <a:gd name="T26" fmla="*/ 71 w 200"/>
              <a:gd name="T27" fmla="*/ 131 h 184"/>
              <a:gd name="T28" fmla="*/ 0 w 200"/>
              <a:gd name="T29" fmla="*/ 121 h 184"/>
              <a:gd name="T30" fmla="*/ 14 w 200"/>
              <a:gd name="T31" fmla="*/ 140 h 184"/>
              <a:gd name="T32" fmla="*/ 119 w 200"/>
              <a:gd name="T33" fmla="*/ 140 h 184"/>
              <a:gd name="T34" fmla="*/ 200 w 200"/>
              <a:gd name="T35" fmla="*/ 131 h 184"/>
              <a:gd name="T36" fmla="*/ 178 w 200"/>
              <a:gd name="T37" fmla="*/ 131 h 184"/>
              <a:gd name="T38" fmla="*/ 155 w 200"/>
              <a:gd name="T39" fmla="*/ 45 h 184"/>
              <a:gd name="T40" fmla="*/ 184 w 200"/>
              <a:gd name="T41" fmla="*/ 33 h 184"/>
              <a:gd name="T42" fmla="*/ 155 w 200"/>
              <a:gd name="T43" fmla="*/ 13 h 184"/>
              <a:gd name="T44" fmla="*/ 187 w 200"/>
              <a:gd name="T45" fmla="*/ 1 h 184"/>
              <a:gd name="T46" fmla="*/ 139 w 200"/>
              <a:gd name="T47" fmla="*/ 85 h 184"/>
              <a:gd name="T48" fmla="*/ 155 w 200"/>
              <a:gd name="T49" fmla="*/ 45 h 184"/>
              <a:gd name="T50" fmla="*/ 130 w 200"/>
              <a:gd name="T51" fmla="*/ 10 h 184"/>
              <a:gd name="T52" fmla="*/ 109 w 200"/>
              <a:gd name="T53" fmla="*/ 10 h 184"/>
              <a:gd name="T54" fmla="*/ 119 w 200"/>
              <a:gd name="T55" fmla="*/ 6 h 184"/>
              <a:gd name="T56" fmla="*/ 119 w 200"/>
              <a:gd name="T57" fmla="*/ 15 h 184"/>
              <a:gd name="T58" fmla="*/ 119 w 200"/>
              <a:gd name="T59" fmla="*/ 6 h 184"/>
              <a:gd name="T60" fmla="*/ 103 w 200"/>
              <a:gd name="T61" fmla="*/ 69 h 184"/>
              <a:gd name="T62" fmla="*/ 119 w 200"/>
              <a:gd name="T63" fmla="*/ 53 h 184"/>
              <a:gd name="T64" fmla="*/ 103 w 200"/>
              <a:gd name="T65" fmla="*/ 45 h 184"/>
              <a:gd name="T66" fmla="*/ 96 w 200"/>
              <a:gd name="T67" fmla="*/ 29 h 184"/>
              <a:gd name="T68" fmla="*/ 79 w 200"/>
              <a:gd name="T69" fmla="*/ 45 h 184"/>
              <a:gd name="T70" fmla="*/ 96 w 200"/>
              <a:gd name="T71" fmla="*/ 53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0" h="184">
                <a:moveTo>
                  <a:pt x="125" y="159"/>
                </a:moveTo>
                <a:cubicBezTo>
                  <a:pt x="107" y="146"/>
                  <a:pt x="90" y="145"/>
                  <a:pt x="71" y="159"/>
                </a:cubicBezTo>
                <a:cubicBezTo>
                  <a:pt x="51" y="174"/>
                  <a:pt x="38" y="172"/>
                  <a:pt x="20" y="159"/>
                </a:cubicBezTo>
                <a:cubicBezTo>
                  <a:pt x="13" y="154"/>
                  <a:pt x="6" y="150"/>
                  <a:pt x="0" y="149"/>
                </a:cubicBezTo>
                <a:cubicBezTo>
                  <a:pt x="0" y="160"/>
                  <a:pt x="0" y="160"/>
                  <a:pt x="0" y="160"/>
                </a:cubicBezTo>
                <a:cubicBezTo>
                  <a:pt x="4" y="161"/>
                  <a:pt x="9" y="163"/>
                  <a:pt x="14" y="167"/>
                </a:cubicBezTo>
                <a:cubicBezTo>
                  <a:pt x="37" y="184"/>
                  <a:pt x="55" y="184"/>
                  <a:pt x="77" y="167"/>
                </a:cubicBezTo>
                <a:cubicBezTo>
                  <a:pt x="92" y="156"/>
                  <a:pt x="104" y="156"/>
                  <a:pt x="119" y="167"/>
                </a:cubicBezTo>
                <a:cubicBezTo>
                  <a:pt x="142" y="184"/>
                  <a:pt x="161" y="184"/>
                  <a:pt x="184" y="167"/>
                </a:cubicBezTo>
                <a:cubicBezTo>
                  <a:pt x="190" y="163"/>
                  <a:pt x="195" y="160"/>
                  <a:pt x="200" y="159"/>
                </a:cubicBezTo>
                <a:cubicBezTo>
                  <a:pt x="200" y="149"/>
                  <a:pt x="200" y="149"/>
                  <a:pt x="200" y="149"/>
                </a:cubicBezTo>
                <a:cubicBezTo>
                  <a:pt x="193" y="150"/>
                  <a:pt x="186" y="153"/>
                  <a:pt x="178" y="159"/>
                </a:cubicBezTo>
                <a:cubicBezTo>
                  <a:pt x="158" y="174"/>
                  <a:pt x="144" y="173"/>
                  <a:pt x="125" y="159"/>
                </a:cubicBezTo>
                <a:close/>
                <a:moveTo>
                  <a:pt x="178" y="104"/>
                </a:moveTo>
                <a:cubicBezTo>
                  <a:pt x="158" y="118"/>
                  <a:pt x="144" y="117"/>
                  <a:pt x="125" y="104"/>
                </a:cubicBezTo>
                <a:cubicBezTo>
                  <a:pt x="107" y="90"/>
                  <a:pt x="90" y="89"/>
                  <a:pt x="71" y="104"/>
                </a:cubicBezTo>
                <a:cubicBezTo>
                  <a:pt x="51" y="118"/>
                  <a:pt x="38" y="117"/>
                  <a:pt x="20" y="104"/>
                </a:cubicBezTo>
                <a:cubicBezTo>
                  <a:pt x="13" y="98"/>
                  <a:pt x="6" y="95"/>
                  <a:pt x="0" y="94"/>
                </a:cubicBezTo>
                <a:cubicBezTo>
                  <a:pt x="0" y="104"/>
                  <a:pt x="0" y="104"/>
                  <a:pt x="0" y="104"/>
                </a:cubicBezTo>
                <a:cubicBezTo>
                  <a:pt x="4" y="105"/>
                  <a:pt x="9" y="108"/>
                  <a:pt x="14" y="112"/>
                </a:cubicBezTo>
                <a:cubicBezTo>
                  <a:pt x="37" y="129"/>
                  <a:pt x="55" y="129"/>
                  <a:pt x="77" y="112"/>
                </a:cubicBezTo>
                <a:cubicBezTo>
                  <a:pt x="92" y="101"/>
                  <a:pt x="104" y="101"/>
                  <a:pt x="119" y="112"/>
                </a:cubicBezTo>
                <a:cubicBezTo>
                  <a:pt x="142" y="129"/>
                  <a:pt x="161" y="129"/>
                  <a:pt x="184" y="112"/>
                </a:cubicBezTo>
                <a:cubicBezTo>
                  <a:pt x="190" y="107"/>
                  <a:pt x="195" y="104"/>
                  <a:pt x="200" y="104"/>
                </a:cubicBezTo>
                <a:cubicBezTo>
                  <a:pt x="200" y="93"/>
                  <a:pt x="200" y="93"/>
                  <a:pt x="200" y="93"/>
                </a:cubicBezTo>
                <a:cubicBezTo>
                  <a:pt x="193" y="94"/>
                  <a:pt x="186" y="97"/>
                  <a:pt x="178" y="104"/>
                </a:cubicBezTo>
                <a:close/>
                <a:moveTo>
                  <a:pt x="125" y="131"/>
                </a:moveTo>
                <a:cubicBezTo>
                  <a:pt x="107" y="118"/>
                  <a:pt x="90" y="117"/>
                  <a:pt x="71" y="131"/>
                </a:cubicBezTo>
                <a:cubicBezTo>
                  <a:pt x="51" y="146"/>
                  <a:pt x="38" y="145"/>
                  <a:pt x="20" y="131"/>
                </a:cubicBezTo>
                <a:cubicBezTo>
                  <a:pt x="13" y="126"/>
                  <a:pt x="6" y="123"/>
                  <a:pt x="0" y="121"/>
                </a:cubicBezTo>
                <a:cubicBezTo>
                  <a:pt x="0" y="132"/>
                  <a:pt x="0" y="132"/>
                  <a:pt x="0" y="132"/>
                </a:cubicBezTo>
                <a:cubicBezTo>
                  <a:pt x="4" y="133"/>
                  <a:pt x="9" y="136"/>
                  <a:pt x="14" y="140"/>
                </a:cubicBezTo>
                <a:cubicBezTo>
                  <a:pt x="37" y="156"/>
                  <a:pt x="55" y="156"/>
                  <a:pt x="77" y="140"/>
                </a:cubicBezTo>
                <a:cubicBezTo>
                  <a:pt x="92" y="129"/>
                  <a:pt x="104" y="129"/>
                  <a:pt x="119" y="140"/>
                </a:cubicBezTo>
                <a:cubicBezTo>
                  <a:pt x="142" y="156"/>
                  <a:pt x="161" y="156"/>
                  <a:pt x="184" y="140"/>
                </a:cubicBezTo>
                <a:cubicBezTo>
                  <a:pt x="190" y="135"/>
                  <a:pt x="195" y="132"/>
                  <a:pt x="200" y="131"/>
                </a:cubicBezTo>
                <a:cubicBezTo>
                  <a:pt x="200" y="121"/>
                  <a:pt x="200" y="121"/>
                  <a:pt x="200" y="121"/>
                </a:cubicBezTo>
                <a:cubicBezTo>
                  <a:pt x="193" y="122"/>
                  <a:pt x="186" y="125"/>
                  <a:pt x="178" y="131"/>
                </a:cubicBezTo>
                <a:cubicBezTo>
                  <a:pt x="158" y="146"/>
                  <a:pt x="144" y="145"/>
                  <a:pt x="125" y="131"/>
                </a:cubicBezTo>
                <a:close/>
                <a:moveTo>
                  <a:pt x="155" y="45"/>
                </a:moveTo>
                <a:cubicBezTo>
                  <a:pt x="184" y="45"/>
                  <a:pt x="184" y="45"/>
                  <a:pt x="184" y="45"/>
                </a:cubicBezTo>
                <a:cubicBezTo>
                  <a:pt x="184" y="33"/>
                  <a:pt x="184" y="33"/>
                  <a:pt x="184" y="33"/>
                </a:cubicBezTo>
                <a:cubicBezTo>
                  <a:pt x="155" y="33"/>
                  <a:pt x="155" y="33"/>
                  <a:pt x="155" y="33"/>
                </a:cubicBezTo>
                <a:cubicBezTo>
                  <a:pt x="155" y="13"/>
                  <a:pt x="155" y="13"/>
                  <a:pt x="155" y="13"/>
                </a:cubicBezTo>
                <a:cubicBezTo>
                  <a:pt x="187" y="13"/>
                  <a:pt x="187" y="13"/>
                  <a:pt x="187" y="13"/>
                </a:cubicBezTo>
                <a:cubicBezTo>
                  <a:pt x="187" y="1"/>
                  <a:pt x="187" y="1"/>
                  <a:pt x="187" y="1"/>
                </a:cubicBezTo>
                <a:cubicBezTo>
                  <a:pt x="139" y="1"/>
                  <a:pt x="139" y="1"/>
                  <a:pt x="139" y="1"/>
                </a:cubicBezTo>
                <a:cubicBezTo>
                  <a:pt x="139" y="85"/>
                  <a:pt x="139" y="85"/>
                  <a:pt x="139" y="85"/>
                </a:cubicBezTo>
                <a:cubicBezTo>
                  <a:pt x="155" y="85"/>
                  <a:pt x="155" y="85"/>
                  <a:pt x="155" y="85"/>
                </a:cubicBezTo>
                <a:lnTo>
                  <a:pt x="155" y="45"/>
                </a:lnTo>
                <a:close/>
                <a:moveTo>
                  <a:pt x="119" y="21"/>
                </a:moveTo>
                <a:cubicBezTo>
                  <a:pt x="125" y="21"/>
                  <a:pt x="130" y="16"/>
                  <a:pt x="130" y="10"/>
                </a:cubicBezTo>
                <a:cubicBezTo>
                  <a:pt x="130" y="5"/>
                  <a:pt x="125" y="0"/>
                  <a:pt x="119" y="0"/>
                </a:cubicBezTo>
                <a:cubicBezTo>
                  <a:pt x="114" y="0"/>
                  <a:pt x="109" y="5"/>
                  <a:pt x="109" y="10"/>
                </a:cubicBezTo>
                <a:cubicBezTo>
                  <a:pt x="109" y="16"/>
                  <a:pt x="114" y="21"/>
                  <a:pt x="119" y="21"/>
                </a:cubicBezTo>
                <a:close/>
                <a:moveTo>
                  <a:pt x="119" y="6"/>
                </a:moveTo>
                <a:cubicBezTo>
                  <a:pt x="122" y="6"/>
                  <a:pt x="124" y="8"/>
                  <a:pt x="124" y="10"/>
                </a:cubicBezTo>
                <a:cubicBezTo>
                  <a:pt x="124" y="13"/>
                  <a:pt x="122" y="15"/>
                  <a:pt x="119" y="15"/>
                </a:cubicBezTo>
                <a:cubicBezTo>
                  <a:pt x="117" y="15"/>
                  <a:pt x="114" y="13"/>
                  <a:pt x="114" y="10"/>
                </a:cubicBezTo>
                <a:cubicBezTo>
                  <a:pt x="114" y="8"/>
                  <a:pt x="117" y="6"/>
                  <a:pt x="119" y="6"/>
                </a:cubicBezTo>
                <a:close/>
                <a:moveTo>
                  <a:pt x="96" y="69"/>
                </a:moveTo>
                <a:cubicBezTo>
                  <a:pt x="103" y="69"/>
                  <a:pt x="103" y="69"/>
                  <a:pt x="103" y="69"/>
                </a:cubicBezTo>
                <a:cubicBezTo>
                  <a:pt x="103" y="53"/>
                  <a:pt x="103" y="53"/>
                  <a:pt x="103" y="53"/>
                </a:cubicBezTo>
                <a:cubicBezTo>
                  <a:pt x="119" y="53"/>
                  <a:pt x="119" y="53"/>
                  <a:pt x="119" y="53"/>
                </a:cubicBezTo>
                <a:cubicBezTo>
                  <a:pt x="119" y="45"/>
                  <a:pt x="119" y="45"/>
                  <a:pt x="119" y="45"/>
                </a:cubicBezTo>
                <a:cubicBezTo>
                  <a:pt x="103" y="45"/>
                  <a:pt x="103" y="45"/>
                  <a:pt x="103" y="45"/>
                </a:cubicBezTo>
                <a:cubicBezTo>
                  <a:pt x="103" y="29"/>
                  <a:pt x="103" y="29"/>
                  <a:pt x="103" y="29"/>
                </a:cubicBezTo>
                <a:cubicBezTo>
                  <a:pt x="96" y="29"/>
                  <a:pt x="96" y="29"/>
                  <a:pt x="96" y="29"/>
                </a:cubicBezTo>
                <a:cubicBezTo>
                  <a:pt x="96" y="45"/>
                  <a:pt x="96" y="45"/>
                  <a:pt x="96" y="45"/>
                </a:cubicBezTo>
                <a:cubicBezTo>
                  <a:pt x="79" y="45"/>
                  <a:pt x="79" y="45"/>
                  <a:pt x="79" y="45"/>
                </a:cubicBezTo>
                <a:cubicBezTo>
                  <a:pt x="79" y="53"/>
                  <a:pt x="79" y="53"/>
                  <a:pt x="79" y="53"/>
                </a:cubicBezTo>
                <a:cubicBezTo>
                  <a:pt x="96" y="53"/>
                  <a:pt x="96" y="53"/>
                  <a:pt x="96" y="53"/>
                </a:cubicBezTo>
                <a:lnTo>
                  <a:pt x="96" y="69"/>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31"/>
          <p:cNvSpPr>
            <a:spLocks noEditPoints="1"/>
          </p:cNvSpPr>
          <p:nvPr/>
        </p:nvSpPr>
        <p:spPr bwMode="auto">
          <a:xfrm>
            <a:off x="11259836" y="1560903"/>
            <a:ext cx="313444" cy="389345"/>
          </a:xfrm>
          <a:custGeom>
            <a:avLst/>
            <a:gdLst>
              <a:gd name="T0" fmla="*/ 60 w 159"/>
              <a:gd name="T1" fmla="*/ 29 h 197"/>
              <a:gd name="T2" fmla="*/ 68 w 159"/>
              <a:gd name="T3" fmla="*/ 14 h 197"/>
              <a:gd name="T4" fmla="*/ 60 w 159"/>
              <a:gd name="T5" fmla="*/ 0 h 197"/>
              <a:gd name="T6" fmla="*/ 52 w 159"/>
              <a:gd name="T7" fmla="*/ 14 h 197"/>
              <a:gd name="T8" fmla="*/ 60 w 159"/>
              <a:gd name="T9" fmla="*/ 29 h 197"/>
              <a:gd name="T10" fmla="*/ 137 w 159"/>
              <a:gd name="T11" fmla="*/ 63 h 197"/>
              <a:gd name="T12" fmla="*/ 146 w 159"/>
              <a:gd name="T13" fmla="*/ 49 h 197"/>
              <a:gd name="T14" fmla="*/ 129 w 159"/>
              <a:gd name="T15" fmla="*/ 50 h 197"/>
              <a:gd name="T16" fmla="*/ 120 w 159"/>
              <a:gd name="T17" fmla="*/ 64 h 197"/>
              <a:gd name="T18" fmla="*/ 137 w 159"/>
              <a:gd name="T19" fmla="*/ 63 h 197"/>
              <a:gd name="T20" fmla="*/ 95 w 159"/>
              <a:gd name="T21" fmla="*/ 39 h 197"/>
              <a:gd name="T22" fmla="*/ 109 w 159"/>
              <a:gd name="T23" fmla="*/ 30 h 197"/>
              <a:gd name="T24" fmla="*/ 110 w 159"/>
              <a:gd name="T25" fmla="*/ 13 h 197"/>
              <a:gd name="T26" fmla="*/ 96 w 159"/>
              <a:gd name="T27" fmla="*/ 22 h 197"/>
              <a:gd name="T28" fmla="*/ 95 w 159"/>
              <a:gd name="T29" fmla="*/ 39 h 197"/>
              <a:gd name="T30" fmla="*/ 60 w 159"/>
              <a:gd name="T31" fmla="*/ 168 h 197"/>
              <a:gd name="T32" fmla="*/ 52 w 159"/>
              <a:gd name="T33" fmla="*/ 182 h 197"/>
              <a:gd name="T34" fmla="*/ 60 w 159"/>
              <a:gd name="T35" fmla="*/ 197 h 197"/>
              <a:gd name="T36" fmla="*/ 68 w 159"/>
              <a:gd name="T37" fmla="*/ 182 h 197"/>
              <a:gd name="T38" fmla="*/ 60 w 159"/>
              <a:gd name="T39" fmla="*/ 168 h 197"/>
              <a:gd name="T40" fmla="*/ 144 w 159"/>
              <a:gd name="T41" fmla="*/ 91 h 197"/>
              <a:gd name="T42" fmla="*/ 129 w 159"/>
              <a:gd name="T43" fmla="*/ 98 h 197"/>
              <a:gd name="T44" fmla="*/ 144 w 159"/>
              <a:gd name="T45" fmla="*/ 106 h 197"/>
              <a:gd name="T46" fmla="*/ 159 w 159"/>
              <a:gd name="T47" fmla="*/ 98 h 197"/>
              <a:gd name="T48" fmla="*/ 144 w 159"/>
              <a:gd name="T49" fmla="*/ 91 h 197"/>
              <a:gd name="T50" fmla="*/ 137 w 159"/>
              <a:gd name="T51" fmla="*/ 134 h 197"/>
              <a:gd name="T52" fmla="*/ 120 w 159"/>
              <a:gd name="T53" fmla="*/ 133 h 197"/>
              <a:gd name="T54" fmla="*/ 129 w 159"/>
              <a:gd name="T55" fmla="*/ 147 h 197"/>
              <a:gd name="T56" fmla="*/ 146 w 159"/>
              <a:gd name="T57" fmla="*/ 148 h 197"/>
              <a:gd name="T58" fmla="*/ 137 w 159"/>
              <a:gd name="T59" fmla="*/ 134 h 197"/>
              <a:gd name="T60" fmla="*/ 95 w 159"/>
              <a:gd name="T61" fmla="*/ 158 h 197"/>
              <a:gd name="T62" fmla="*/ 96 w 159"/>
              <a:gd name="T63" fmla="*/ 175 h 197"/>
              <a:gd name="T64" fmla="*/ 110 w 159"/>
              <a:gd name="T65" fmla="*/ 184 h 197"/>
              <a:gd name="T66" fmla="*/ 109 w 159"/>
              <a:gd name="T67" fmla="*/ 167 h 197"/>
              <a:gd name="T68" fmla="*/ 95 w 159"/>
              <a:gd name="T69" fmla="*/ 158 h 197"/>
              <a:gd name="T70" fmla="*/ 121 w 159"/>
              <a:gd name="T71" fmla="*/ 99 h 197"/>
              <a:gd name="T72" fmla="*/ 60 w 159"/>
              <a:gd name="T73" fmla="*/ 38 h 197"/>
              <a:gd name="T74" fmla="*/ 0 w 159"/>
              <a:gd name="T75" fmla="*/ 99 h 197"/>
              <a:gd name="T76" fmla="*/ 60 w 159"/>
              <a:gd name="T77" fmla="*/ 160 h 197"/>
              <a:gd name="T78" fmla="*/ 121 w 159"/>
              <a:gd name="T79" fmla="*/ 99 h 197"/>
              <a:gd name="T80" fmla="*/ 72 w 159"/>
              <a:gd name="T81" fmla="*/ 46 h 197"/>
              <a:gd name="T82" fmla="*/ 114 w 159"/>
              <a:gd name="T83" fmla="*/ 99 h 197"/>
              <a:gd name="T84" fmla="*/ 70 w 159"/>
              <a:gd name="T85" fmla="*/ 152 h 197"/>
              <a:gd name="T86" fmla="*/ 48 w 159"/>
              <a:gd name="T87" fmla="*/ 100 h 197"/>
              <a:gd name="T88" fmla="*/ 72 w 159"/>
              <a:gd name="T89" fmla="*/ 46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9" h="197">
                <a:moveTo>
                  <a:pt x="60" y="29"/>
                </a:moveTo>
                <a:cubicBezTo>
                  <a:pt x="64" y="29"/>
                  <a:pt x="68" y="23"/>
                  <a:pt x="68" y="14"/>
                </a:cubicBezTo>
                <a:cubicBezTo>
                  <a:pt x="68" y="6"/>
                  <a:pt x="64" y="0"/>
                  <a:pt x="60" y="0"/>
                </a:cubicBezTo>
                <a:cubicBezTo>
                  <a:pt x="56" y="0"/>
                  <a:pt x="52" y="6"/>
                  <a:pt x="52" y="14"/>
                </a:cubicBezTo>
                <a:cubicBezTo>
                  <a:pt x="52" y="23"/>
                  <a:pt x="56" y="29"/>
                  <a:pt x="60" y="29"/>
                </a:cubicBezTo>
                <a:close/>
                <a:moveTo>
                  <a:pt x="137" y="63"/>
                </a:moveTo>
                <a:cubicBezTo>
                  <a:pt x="144" y="59"/>
                  <a:pt x="148" y="53"/>
                  <a:pt x="146" y="49"/>
                </a:cubicBezTo>
                <a:cubicBezTo>
                  <a:pt x="144" y="45"/>
                  <a:pt x="136" y="46"/>
                  <a:pt x="129" y="50"/>
                </a:cubicBezTo>
                <a:cubicBezTo>
                  <a:pt x="122" y="54"/>
                  <a:pt x="118" y="60"/>
                  <a:pt x="120" y="64"/>
                </a:cubicBezTo>
                <a:cubicBezTo>
                  <a:pt x="122" y="68"/>
                  <a:pt x="130" y="67"/>
                  <a:pt x="137" y="63"/>
                </a:cubicBezTo>
                <a:close/>
                <a:moveTo>
                  <a:pt x="95" y="39"/>
                </a:moveTo>
                <a:cubicBezTo>
                  <a:pt x="98" y="41"/>
                  <a:pt x="105" y="37"/>
                  <a:pt x="109" y="30"/>
                </a:cubicBezTo>
                <a:cubicBezTo>
                  <a:pt x="113" y="22"/>
                  <a:pt x="113" y="15"/>
                  <a:pt x="110" y="13"/>
                </a:cubicBezTo>
                <a:cubicBezTo>
                  <a:pt x="106" y="11"/>
                  <a:pt x="100" y="15"/>
                  <a:pt x="96" y="22"/>
                </a:cubicBezTo>
                <a:cubicBezTo>
                  <a:pt x="91" y="29"/>
                  <a:pt x="91" y="36"/>
                  <a:pt x="95" y="39"/>
                </a:cubicBezTo>
                <a:close/>
                <a:moveTo>
                  <a:pt x="60" y="168"/>
                </a:moveTo>
                <a:cubicBezTo>
                  <a:pt x="56" y="168"/>
                  <a:pt x="52" y="174"/>
                  <a:pt x="52" y="182"/>
                </a:cubicBezTo>
                <a:cubicBezTo>
                  <a:pt x="52" y="191"/>
                  <a:pt x="56" y="197"/>
                  <a:pt x="60" y="197"/>
                </a:cubicBezTo>
                <a:cubicBezTo>
                  <a:pt x="64" y="197"/>
                  <a:pt x="68" y="191"/>
                  <a:pt x="68" y="182"/>
                </a:cubicBezTo>
                <a:cubicBezTo>
                  <a:pt x="68" y="174"/>
                  <a:pt x="64" y="168"/>
                  <a:pt x="60" y="168"/>
                </a:cubicBezTo>
                <a:close/>
                <a:moveTo>
                  <a:pt x="144" y="91"/>
                </a:moveTo>
                <a:cubicBezTo>
                  <a:pt x="136" y="91"/>
                  <a:pt x="129" y="94"/>
                  <a:pt x="129" y="98"/>
                </a:cubicBezTo>
                <a:cubicBezTo>
                  <a:pt x="129" y="103"/>
                  <a:pt x="136" y="106"/>
                  <a:pt x="144" y="106"/>
                </a:cubicBezTo>
                <a:cubicBezTo>
                  <a:pt x="152" y="106"/>
                  <a:pt x="159" y="103"/>
                  <a:pt x="159" y="98"/>
                </a:cubicBezTo>
                <a:cubicBezTo>
                  <a:pt x="159" y="94"/>
                  <a:pt x="152" y="91"/>
                  <a:pt x="144" y="91"/>
                </a:cubicBezTo>
                <a:close/>
                <a:moveTo>
                  <a:pt x="137" y="134"/>
                </a:moveTo>
                <a:cubicBezTo>
                  <a:pt x="130" y="130"/>
                  <a:pt x="122" y="129"/>
                  <a:pt x="120" y="133"/>
                </a:cubicBezTo>
                <a:cubicBezTo>
                  <a:pt x="118" y="137"/>
                  <a:pt x="122" y="143"/>
                  <a:pt x="129" y="147"/>
                </a:cubicBezTo>
                <a:cubicBezTo>
                  <a:pt x="136" y="151"/>
                  <a:pt x="144" y="152"/>
                  <a:pt x="146" y="148"/>
                </a:cubicBezTo>
                <a:cubicBezTo>
                  <a:pt x="148" y="144"/>
                  <a:pt x="144" y="138"/>
                  <a:pt x="137" y="134"/>
                </a:cubicBezTo>
                <a:close/>
                <a:moveTo>
                  <a:pt x="95" y="158"/>
                </a:moveTo>
                <a:cubicBezTo>
                  <a:pt x="91" y="160"/>
                  <a:pt x="91" y="168"/>
                  <a:pt x="96" y="175"/>
                </a:cubicBezTo>
                <a:cubicBezTo>
                  <a:pt x="100" y="182"/>
                  <a:pt x="106" y="186"/>
                  <a:pt x="110" y="184"/>
                </a:cubicBezTo>
                <a:cubicBezTo>
                  <a:pt x="113" y="182"/>
                  <a:pt x="113" y="174"/>
                  <a:pt x="109" y="167"/>
                </a:cubicBezTo>
                <a:cubicBezTo>
                  <a:pt x="105" y="160"/>
                  <a:pt x="98" y="156"/>
                  <a:pt x="95" y="158"/>
                </a:cubicBezTo>
                <a:close/>
                <a:moveTo>
                  <a:pt x="121" y="99"/>
                </a:moveTo>
                <a:cubicBezTo>
                  <a:pt x="121" y="66"/>
                  <a:pt x="94" y="38"/>
                  <a:pt x="60" y="38"/>
                </a:cubicBezTo>
                <a:cubicBezTo>
                  <a:pt x="27" y="38"/>
                  <a:pt x="0" y="66"/>
                  <a:pt x="0" y="99"/>
                </a:cubicBezTo>
                <a:cubicBezTo>
                  <a:pt x="0" y="133"/>
                  <a:pt x="27" y="160"/>
                  <a:pt x="60" y="160"/>
                </a:cubicBezTo>
                <a:cubicBezTo>
                  <a:pt x="94" y="160"/>
                  <a:pt x="121" y="133"/>
                  <a:pt x="121" y="99"/>
                </a:cubicBezTo>
                <a:close/>
                <a:moveTo>
                  <a:pt x="72" y="46"/>
                </a:moveTo>
                <a:cubicBezTo>
                  <a:pt x="96" y="51"/>
                  <a:pt x="114" y="73"/>
                  <a:pt x="114" y="99"/>
                </a:cubicBezTo>
                <a:cubicBezTo>
                  <a:pt x="114" y="126"/>
                  <a:pt x="95" y="148"/>
                  <a:pt x="70" y="152"/>
                </a:cubicBezTo>
                <a:cubicBezTo>
                  <a:pt x="54" y="141"/>
                  <a:pt x="48" y="122"/>
                  <a:pt x="48" y="100"/>
                </a:cubicBezTo>
                <a:cubicBezTo>
                  <a:pt x="48" y="77"/>
                  <a:pt x="55" y="57"/>
                  <a:pt x="72" y="46"/>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32"/>
          <p:cNvSpPr>
            <a:spLocks noEditPoints="1"/>
          </p:cNvSpPr>
          <p:nvPr/>
        </p:nvSpPr>
        <p:spPr bwMode="auto">
          <a:xfrm>
            <a:off x="11671670" y="1574959"/>
            <a:ext cx="382317" cy="382317"/>
          </a:xfrm>
          <a:custGeom>
            <a:avLst/>
            <a:gdLst>
              <a:gd name="T0" fmla="*/ 97 w 194"/>
              <a:gd name="T1" fmla="*/ 194 h 194"/>
              <a:gd name="T2" fmla="*/ 194 w 194"/>
              <a:gd name="T3" fmla="*/ 97 h 194"/>
              <a:gd name="T4" fmla="*/ 97 w 194"/>
              <a:gd name="T5" fmla="*/ 0 h 194"/>
              <a:gd name="T6" fmla="*/ 0 w 194"/>
              <a:gd name="T7" fmla="*/ 97 h 194"/>
              <a:gd name="T8" fmla="*/ 97 w 194"/>
              <a:gd name="T9" fmla="*/ 194 h 194"/>
              <a:gd name="T10" fmla="*/ 184 w 194"/>
              <a:gd name="T11" fmla="*/ 97 h 194"/>
              <a:gd name="T12" fmla="*/ 112 w 194"/>
              <a:gd name="T13" fmla="*/ 182 h 194"/>
              <a:gd name="T14" fmla="*/ 77 w 194"/>
              <a:gd name="T15" fmla="*/ 98 h 194"/>
              <a:gd name="T16" fmla="*/ 115 w 194"/>
              <a:gd name="T17" fmla="*/ 12 h 194"/>
              <a:gd name="T18" fmla="*/ 184 w 194"/>
              <a:gd name="T19" fmla="*/ 97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4" h="194">
                <a:moveTo>
                  <a:pt x="97" y="194"/>
                </a:moveTo>
                <a:cubicBezTo>
                  <a:pt x="151" y="194"/>
                  <a:pt x="194" y="150"/>
                  <a:pt x="194" y="97"/>
                </a:cubicBezTo>
                <a:cubicBezTo>
                  <a:pt x="194" y="43"/>
                  <a:pt x="151" y="0"/>
                  <a:pt x="97" y="0"/>
                </a:cubicBezTo>
                <a:cubicBezTo>
                  <a:pt x="43" y="0"/>
                  <a:pt x="0" y="43"/>
                  <a:pt x="0" y="97"/>
                </a:cubicBezTo>
                <a:cubicBezTo>
                  <a:pt x="0" y="150"/>
                  <a:pt x="43" y="194"/>
                  <a:pt x="97" y="194"/>
                </a:cubicBezTo>
                <a:close/>
                <a:moveTo>
                  <a:pt x="184" y="97"/>
                </a:moveTo>
                <a:cubicBezTo>
                  <a:pt x="184" y="140"/>
                  <a:pt x="153" y="175"/>
                  <a:pt x="112" y="182"/>
                </a:cubicBezTo>
                <a:cubicBezTo>
                  <a:pt x="87" y="164"/>
                  <a:pt x="77" y="133"/>
                  <a:pt x="77" y="98"/>
                </a:cubicBezTo>
                <a:cubicBezTo>
                  <a:pt x="77" y="62"/>
                  <a:pt x="88" y="30"/>
                  <a:pt x="115" y="12"/>
                </a:cubicBezTo>
                <a:cubicBezTo>
                  <a:pt x="154" y="20"/>
                  <a:pt x="184" y="55"/>
                  <a:pt x="184" y="97"/>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33"/>
          <p:cNvSpPr>
            <a:spLocks noEditPoints="1"/>
          </p:cNvSpPr>
          <p:nvPr/>
        </p:nvSpPr>
        <p:spPr bwMode="auto">
          <a:xfrm>
            <a:off x="8762125" y="2366946"/>
            <a:ext cx="396373" cy="396373"/>
          </a:xfrm>
          <a:custGeom>
            <a:avLst/>
            <a:gdLst>
              <a:gd name="T0" fmla="*/ 195 w 201"/>
              <a:gd name="T1" fmla="*/ 53 h 201"/>
              <a:gd name="T2" fmla="*/ 181 w 201"/>
              <a:gd name="T3" fmla="*/ 67 h 201"/>
              <a:gd name="T4" fmla="*/ 133 w 201"/>
              <a:gd name="T5" fmla="*/ 20 h 201"/>
              <a:gd name="T6" fmla="*/ 148 w 201"/>
              <a:gd name="T7" fmla="*/ 5 h 201"/>
              <a:gd name="T8" fmla="*/ 166 w 201"/>
              <a:gd name="T9" fmla="*/ 5 h 201"/>
              <a:gd name="T10" fmla="*/ 196 w 201"/>
              <a:gd name="T11" fmla="*/ 35 h 201"/>
              <a:gd name="T12" fmla="*/ 195 w 201"/>
              <a:gd name="T13" fmla="*/ 53 h 201"/>
              <a:gd name="T14" fmla="*/ 71 w 201"/>
              <a:gd name="T15" fmla="*/ 177 h 201"/>
              <a:gd name="T16" fmla="*/ 24 w 201"/>
              <a:gd name="T17" fmla="*/ 129 h 201"/>
              <a:gd name="T18" fmla="*/ 129 w 201"/>
              <a:gd name="T19" fmla="*/ 24 h 201"/>
              <a:gd name="T20" fmla="*/ 176 w 201"/>
              <a:gd name="T21" fmla="*/ 72 h 201"/>
              <a:gd name="T22" fmla="*/ 71 w 201"/>
              <a:gd name="T23" fmla="*/ 177 h 201"/>
              <a:gd name="T24" fmla="*/ 0 w 201"/>
              <a:gd name="T25" fmla="*/ 201 h 201"/>
              <a:gd name="T26" fmla="*/ 19 w 201"/>
              <a:gd name="T27" fmla="*/ 134 h 201"/>
              <a:gd name="T28" fmla="*/ 66 w 201"/>
              <a:gd name="T29" fmla="*/ 182 h 201"/>
              <a:gd name="T30" fmla="*/ 0 w 201"/>
              <a:gd name="T31" fmla="*/ 201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1" h="201">
                <a:moveTo>
                  <a:pt x="195" y="53"/>
                </a:moveTo>
                <a:cubicBezTo>
                  <a:pt x="181" y="67"/>
                  <a:pt x="181" y="67"/>
                  <a:pt x="181" y="67"/>
                </a:cubicBezTo>
                <a:cubicBezTo>
                  <a:pt x="133" y="20"/>
                  <a:pt x="133" y="20"/>
                  <a:pt x="133" y="20"/>
                </a:cubicBezTo>
                <a:cubicBezTo>
                  <a:pt x="148" y="5"/>
                  <a:pt x="148" y="5"/>
                  <a:pt x="148" y="5"/>
                </a:cubicBezTo>
                <a:cubicBezTo>
                  <a:pt x="153" y="0"/>
                  <a:pt x="161" y="0"/>
                  <a:pt x="166" y="5"/>
                </a:cubicBezTo>
                <a:cubicBezTo>
                  <a:pt x="196" y="35"/>
                  <a:pt x="196" y="35"/>
                  <a:pt x="196" y="35"/>
                </a:cubicBezTo>
                <a:cubicBezTo>
                  <a:pt x="201" y="39"/>
                  <a:pt x="201" y="48"/>
                  <a:pt x="195" y="53"/>
                </a:cubicBezTo>
                <a:close/>
                <a:moveTo>
                  <a:pt x="71" y="177"/>
                </a:moveTo>
                <a:cubicBezTo>
                  <a:pt x="24" y="129"/>
                  <a:pt x="24" y="129"/>
                  <a:pt x="24" y="129"/>
                </a:cubicBezTo>
                <a:cubicBezTo>
                  <a:pt x="129" y="24"/>
                  <a:pt x="129" y="24"/>
                  <a:pt x="129" y="24"/>
                </a:cubicBezTo>
                <a:cubicBezTo>
                  <a:pt x="176" y="72"/>
                  <a:pt x="176" y="72"/>
                  <a:pt x="176" y="72"/>
                </a:cubicBezTo>
                <a:lnTo>
                  <a:pt x="71" y="177"/>
                </a:lnTo>
                <a:close/>
                <a:moveTo>
                  <a:pt x="0" y="201"/>
                </a:moveTo>
                <a:cubicBezTo>
                  <a:pt x="19" y="134"/>
                  <a:pt x="19" y="134"/>
                  <a:pt x="19" y="134"/>
                </a:cubicBezTo>
                <a:cubicBezTo>
                  <a:pt x="66" y="182"/>
                  <a:pt x="66" y="182"/>
                  <a:pt x="66" y="182"/>
                </a:cubicBezTo>
                <a:lnTo>
                  <a:pt x="0" y="201"/>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34"/>
          <p:cNvSpPr>
            <a:spLocks noEditPoints="1"/>
          </p:cNvSpPr>
          <p:nvPr/>
        </p:nvSpPr>
        <p:spPr bwMode="auto">
          <a:xfrm>
            <a:off x="9251266" y="2352890"/>
            <a:ext cx="392156" cy="392157"/>
          </a:xfrm>
          <a:custGeom>
            <a:avLst/>
            <a:gdLst>
              <a:gd name="T0" fmla="*/ 180 w 199"/>
              <a:gd name="T1" fmla="*/ 80 h 199"/>
              <a:gd name="T2" fmla="*/ 118 w 199"/>
              <a:gd name="T3" fmla="*/ 19 h 199"/>
              <a:gd name="T4" fmla="*/ 137 w 199"/>
              <a:gd name="T5" fmla="*/ 0 h 199"/>
              <a:gd name="T6" fmla="*/ 199 w 199"/>
              <a:gd name="T7" fmla="*/ 62 h 199"/>
              <a:gd name="T8" fmla="*/ 180 w 199"/>
              <a:gd name="T9" fmla="*/ 80 h 199"/>
              <a:gd name="T10" fmla="*/ 162 w 199"/>
              <a:gd name="T11" fmla="*/ 98 h 199"/>
              <a:gd name="T12" fmla="*/ 160 w 199"/>
              <a:gd name="T13" fmla="*/ 99 h 199"/>
              <a:gd name="T14" fmla="*/ 149 w 199"/>
              <a:gd name="T15" fmla="*/ 99 h 199"/>
              <a:gd name="T16" fmla="*/ 137 w 199"/>
              <a:gd name="T17" fmla="*/ 99 h 199"/>
              <a:gd name="T18" fmla="*/ 124 w 199"/>
              <a:gd name="T19" fmla="*/ 149 h 199"/>
              <a:gd name="T20" fmla="*/ 25 w 199"/>
              <a:gd name="T21" fmla="*/ 199 h 199"/>
              <a:gd name="T22" fmla="*/ 13 w 199"/>
              <a:gd name="T23" fmla="*/ 199 h 199"/>
              <a:gd name="T24" fmla="*/ 52 w 199"/>
              <a:gd name="T25" fmla="*/ 159 h 199"/>
              <a:gd name="T26" fmla="*/ 62 w 199"/>
              <a:gd name="T27" fmla="*/ 161 h 199"/>
              <a:gd name="T28" fmla="*/ 87 w 199"/>
              <a:gd name="T29" fmla="*/ 137 h 199"/>
              <a:gd name="T30" fmla="*/ 62 w 199"/>
              <a:gd name="T31" fmla="*/ 112 h 199"/>
              <a:gd name="T32" fmla="*/ 37 w 199"/>
              <a:gd name="T33" fmla="*/ 137 h 199"/>
              <a:gd name="T34" fmla="*/ 40 w 199"/>
              <a:gd name="T35" fmla="*/ 147 h 199"/>
              <a:gd name="T36" fmla="*/ 0 w 199"/>
              <a:gd name="T37" fmla="*/ 186 h 199"/>
              <a:gd name="T38" fmla="*/ 0 w 199"/>
              <a:gd name="T39" fmla="*/ 174 h 199"/>
              <a:gd name="T40" fmla="*/ 50 w 199"/>
              <a:gd name="T41" fmla="*/ 75 h 199"/>
              <a:gd name="T42" fmla="*/ 100 w 199"/>
              <a:gd name="T43" fmla="*/ 62 h 199"/>
              <a:gd name="T44" fmla="*/ 100 w 199"/>
              <a:gd name="T45" fmla="*/ 50 h 199"/>
              <a:gd name="T46" fmla="*/ 100 w 199"/>
              <a:gd name="T47" fmla="*/ 38 h 199"/>
              <a:gd name="T48" fmla="*/ 100 w 199"/>
              <a:gd name="T49" fmla="*/ 37 h 199"/>
              <a:gd name="T50" fmla="*/ 106 w 199"/>
              <a:gd name="T51" fmla="*/ 31 h 199"/>
              <a:gd name="T52" fmla="*/ 167 w 199"/>
              <a:gd name="T53" fmla="*/ 93 h 199"/>
              <a:gd name="T54" fmla="*/ 162 w 199"/>
              <a:gd name="T55" fmla="*/ 98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9" h="199">
                <a:moveTo>
                  <a:pt x="180" y="80"/>
                </a:moveTo>
                <a:cubicBezTo>
                  <a:pt x="118" y="19"/>
                  <a:pt x="118" y="19"/>
                  <a:pt x="118" y="19"/>
                </a:cubicBezTo>
                <a:cubicBezTo>
                  <a:pt x="137" y="0"/>
                  <a:pt x="137" y="0"/>
                  <a:pt x="137" y="0"/>
                </a:cubicBezTo>
                <a:cubicBezTo>
                  <a:pt x="199" y="62"/>
                  <a:pt x="199" y="62"/>
                  <a:pt x="199" y="62"/>
                </a:cubicBezTo>
                <a:lnTo>
                  <a:pt x="180" y="80"/>
                </a:lnTo>
                <a:close/>
                <a:moveTo>
                  <a:pt x="162" y="98"/>
                </a:moveTo>
                <a:cubicBezTo>
                  <a:pt x="161" y="99"/>
                  <a:pt x="161" y="99"/>
                  <a:pt x="160" y="99"/>
                </a:cubicBezTo>
                <a:cubicBezTo>
                  <a:pt x="149" y="99"/>
                  <a:pt x="149" y="99"/>
                  <a:pt x="149" y="99"/>
                </a:cubicBezTo>
                <a:cubicBezTo>
                  <a:pt x="137" y="99"/>
                  <a:pt x="137" y="99"/>
                  <a:pt x="137" y="99"/>
                </a:cubicBezTo>
                <a:cubicBezTo>
                  <a:pt x="124" y="149"/>
                  <a:pt x="124" y="149"/>
                  <a:pt x="124" y="149"/>
                </a:cubicBezTo>
                <a:cubicBezTo>
                  <a:pt x="25" y="199"/>
                  <a:pt x="25" y="199"/>
                  <a:pt x="25" y="199"/>
                </a:cubicBezTo>
                <a:cubicBezTo>
                  <a:pt x="13" y="199"/>
                  <a:pt x="13" y="199"/>
                  <a:pt x="13" y="199"/>
                </a:cubicBezTo>
                <a:cubicBezTo>
                  <a:pt x="52" y="159"/>
                  <a:pt x="52" y="159"/>
                  <a:pt x="52" y="159"/>
                </a:cubicBezTo>
                <a:cubicBezTo>
                  <a:pt x="55" y="161"/>
                  <a:pt x="59" y="161"/>
                  <a:pt x="62" y="161"/>
                </a:cubicBezTo>
                <a:cubicBezTo>
                  <a:pt x="76" y="161"/>
                  <a:pt x="87" y="150"/>
                  <a:pt x="87" y="137"/>
                </a:cubicBezTo>
                <a:cubicBezTo>
                  <a:pt x="87" y="123"/>
                  <a:pt x="76" y="112"/>
                  <a:pt x="62" y="112"/>
                </a:cubicBezTo>
                <a:cubicBezTo>
                  <a:pt x="49" y="112"/>
                  <a:pt x="37" y="123"/>
                  <a:pt x="37" y="137"/>
                </a:cubicBezTo>
                <a:cubicBezTo>
                  <a:pt x="37" y="140"/>
                  <a:pt x="38" y="144"/>
                  <a:pt x="40" y="147"/>
                </a:cubicBezTo>
                <a:cubicBezTo>
                  <a:pt x="0" y="186"/>
                  <a:pt x="0" y="186"/>
                  <a:pt x="0" y="186"/>
                </a:cubicBezTo>
                <a:cubicBezTo>
                  <a:pt x="0" y="174"/>
                  <a:pt x="0" y="174"/>
                  <a:pt x="0" y="174"/>
                </a:cubicBezTo>
                <a:cubicBezTo>
                  <a:pt x="50" y="75"/>
                  <a:pt x="50" y="75"/>
                  <a:pt x="50" y="75"/>
                </a:cubicBezTo>
                <a:cubicBezTo>
                  <a:pt x="100" y="62"/>
                  <a:pt x="100" y="62"/>
                  <a:pt x="100" y="62"/>
                </a:cubicBezTo>
                <a:cubicBezTo>
                  <a:pt x="100" y="50"/>
                  <a:pt x="100" y="50"/>
                  <a:pt x="100" y="50"/>
                </a:cubicBezTo>
                <a:cubicBezTo>
                  <a:pt x="100" y="38"/>
                  <a:pt x="100" y="38"/>
                  <a:pt x="100" y="38"/>
                </a:cubicBezTo>
                <a:cubicBezTo>
                  <a:pt x="100" y="37"/>
                  <a:pt x="100" y="37"/>
                  <a:pt x="100" y="37"/>
                </a:cubicBezTo>
                <a:cubicBezTo>
                  <a:pt x="106" y="31"/>
                  <a:pt x="106" y="31"/>
                  <a:pt x="106" y="31"/>
                </a:cubicBezTo>
                <a:cubicBezTo>
                  <a:pt x="167" y="93"/>
                  <a:pt x="167" y="93"/>
                  <a:pt x="167" y="93"/>
                </a:cubicBezTo>
                <a:lnTo>
                  <a:pt x="162" y="98"/>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35"/>
          <p:cNvSpPr>
            <a:spLocks/>
          </p:cNvSpPr>
          <p:nvPr/>
        </p:nvSpPr>
        <p:spPr bwMode="auto">
          <a:xfrm>
            <a:off x="9744624" y="2372568"/>
            <a:ext cx="387939" cy="387939"/>
          </a:xfrm>
          <a:custGeom>
            <a:avLst/>
            <a:gdLst>
              <a:gd name="T0" fmla="*/ 74 w 197"/>
              <a:gd name="T1" fmla="*/ 172 h 197"/>
              <a:gd name="T2" fmla="*/ 46 w 197"/>
              <a:gd name="T3" fmla="*/ 163 h 197"/>
              <a:gd name="T4" fmla="*/ 12 w 197"/>
              <a:gd name="T5" fmla="*/ 197 h 197"/>
              <a:gd name="T6" fmla="*/ 0 w 197"/>
              <a:gd name="T7" fmla="*/ 197 h 197"/>
              <a:gd name="T8" fmla="*/ 0 w 197"/>
              <a:gd name="T9" fmla="*/ 184 h 197"/>
              <a:gd name="T10" fmla="*/ 34 w 197"/>
              <a:gd name="T11" fmla="*/ 151 h 197"/>
              <a:gd name="T12" fmla="*/ 34 w 197"/>
              <a:gd name="T13" fmla="*/ 151 h 197"/>
              <a:gd name="T14" fmla="*/ 148 w 197"/>
              <a:gd name="T15" fmla="*/ 37 h 197"/>
              <a:gd name="T16" fmla="*/ 27 w 197"/>
              <a:gd name="T17" fmla="*/ 136 h 197"/>
              <a:gd name="T18" fmla="*/ 25 w 197"/>
              <a:gd name="T19" fmla="*/ 123 h 197"/>
              <a:gd name="T20" fmla="*/ 185 w 197"/>
              <a:gd name="T21" fmla="*/ 0 h 197"/>
              <a:gd name="T22" fmla="*/ 197 w 197"/>
              <a:gd name="T23" fmla="*/ 12 h 197"/>
              <a:gd name="T24" fmla="*/ 74 w 197"/>
              <a:gd name="T25" fmla="*/ 172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7" h="197">
                <a:moveTo>
                  <a:pt x="74" y="172"/>
                </a:moveTo>
                <a:cubicBezTo>
                  <a:pt x="64" y="172"/>
                  <a:pt x="54" y="169"/>
                  <a:pt x="46" y="163"/>
                </a:cubicBezTo>
                <a:cubicBezTo>
                  <a:pt x="12" y="197"/>
                  <a:pt x="12" y="197"/>
                  <a:pt x="12" y="197"/>
                </a:cubicBezTo>
                <a:cubicBezTo>
                  <a:pt x="0" y="197"/>
                  <a:pt x="0" y="197"/>
                  <a:pt x="0" y="197"/>
                </a:cubicBezTo>
                <a:cubicBezTo>
                  <a:pt x="0" y="184"/>
                  <a:pt x="0" y="184"/>
                  <a:pt x="0" y="184"/>
                </a:cubicBezTo>
                <a:cubicBezTo>
                  <a:pt x="34" y="151"/>
                  <a:pt x="34" y="151"/>
                  <a:pt x="34" y="151"/>
                </a:cubicBezTo>
                <a:cubicBezTo>
                  <a:pt x="34" y="151"/>
                  <a:pt x="34" y="151"/>
                  <a:pt x="34" y="151"/>
                </a:cubicBezTo>
                <a:cubicBezTo>
                  <a:pt x="148" y="37"/>
                  <a:pt x="148" y="37"/>
                  <a:pt x="148" y="37"/>
                </a:cubicBezTo>
                <a:cubicBezTo>
                  <a:pt x="27" y="136"/>
                  <a:pt x="27" y="136"/>
                  <a:pt x="27" y="136"/>
                </a:cubicBezTo>
                <a:cubicBezTo>
                  <a:pt x="25" y="132"/>
                  <a:pt x="25" y="127"/>
                  <a:pt x="25" y="123"/>
                </a:cubicBezTo>
                <a:cubicBezTo>
                  <a:pt x="25" y="95"/>
                  <a:pt x="158" y="0"/>
                  <a:pt x="185" y="0"/>
                </a:cubicBezTo>
                <a:cubicBezTo>
                  <a:pt x="197" y="0"/>
                  <a:pt x="197" y="0"/>
                  <a:pt x="197" y="12"/>
                </a:cubicBezTo>
                <a:cubicBezTo>
                  <a:pt x="197" y="39"/>
                  <a:pt x="101" y="172"/>
                  <a:pt x="74" y="172"/>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36"/>
          <p:cNvSpPr>
            <a:spLocks noEditPoints="1"/>
          </p:cNvSpPr>
          <p:nvPr/>
        </p:nvSpPr>
        <p:spPr bwMode="auto">
          <a:xfrm>
            <a:off x="10221114" y="2373973"/>
            <a:ext cx="400590" cy="401995"/>
          </a:xfrm>
          <a:custGeom>
            <a:avLst/>
            <a:gdLst>
              <a:gd name="T0" fmla="*/ 200 w 203"/>
              <a:gd name="T1" fmla="*/ 2 h 204"/>
              <a:gd name="T2" fmla="*/ 160 w 203"/>
              <a:gd name="T3" fmla="*/ 25 h 204"/>
              <a:gd name="T4" fmla="*/ 99 w 203"/>
              <a:gd name="T5" fmla="*/ 75 h 204"/>
              <a:gd name="T6" fmla="*/ 84 w 203"/>
              <a:gd name="T7" fmla="*/ 80 h 204"/>
              <a:gd name="T8" fmla="*/ 76 w 203"/>
              <a:gd name="T9" fmla="*/ 95 h 204"/>
              <a:gd name="T10" fmla="*/ 68 w 203"/>
              <a:gd name="T11" fmla="*/ 102 h 204"/>
              <a:gd name="T12" fmla="*/ 100 w 203"/>
              <a:gd name="T13" fmla="*/ 134 h 204"/>
              <a:gd name="T14" fmla="*/ 107 w 203"/>
              <a:gd name="T15" fmla="*/ 125 h 204"/>
              <a:gd name="T16" fmla="*/ 122 w 203"/>
              <a:gd name="T17" fmla="*/ 118 h 204"/>
              <a:gd name="T18" fmla="*/ 125 w 203"/>
              <a:gd name="T19" fmla="*/ 104 h 204"/>
              <a:gd name="T20" fmla="*/ 173 w 203"/>
              <a:gd name="T21" fmla="*/ 47 h 204"/>
              <a:gd name="T22" fmla="*/ 200 w 203"/>
              <a:gd name="T23" fmla="*/ 2 h 204"/>
              <a:gd name="T24" fmla="*/ 33 w 203"/>
              <a:gd name="T25" fmla="*/ 141 h 204"/>
              <a:gd name="T26" fmla="*/ 0 w 203"/>
              <a:gd name="T27" fmla="*/ 167 h 204"/>
              <a:gd name="T28" fmla="*/ 95 w 203"/>
              <a:gd name="T29" fmla="*/ 139 h 204"/>
              <a:gd name="T30" fmla="*/ 65 w 203"/>
              <a:gd name="T31" fmla="*/ 109 h 204"/>
              <a:gd name="T32" fmla="*/ 33 w 203"/>
              <a:gd name="T33" fmla="*/ 141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3" h="204">
                <a:moveTo>
                  <a:pt x="200" y="2"/>
                </a:moveTo>
                <a:cubicBezTo>
                  <a:pt x="200" y="2"/>
                  <a:pt x="195" y="0"/>
                  <a:pt x="160" y="25"/>
                </a:cubicBezTo>
                <a:cubicBezTo>
                  <a:pt x="160" y="25"/>
                  <a:pt x="124" y="54"/>
                  <a:pt x="99" y="75"/>
                </a:cubicBezTo>
                <a:cubicBezTo>
                  <a:pt x="89" y="72"/>
                  <a:pt x="84" y="80"/>
                  <a:pt x="84" y="80"/>
                </a:cubicBezTo>
                <a:cubicBezTo>
                  <a:pt x="74" y="88"/>
                  <a:pt x="78" y="94"/>
                  <a:pt x="76" y="95"/>
                </a:cubicBezTo>
                <a:cubicBezTo>
                  <a:pt x="71" y="99"/>
                  <a:pt x="68" y="102"/>
                  <a:pt x="68" y="102"/>
                </a:cubicBezTo>
                <a:cubicBezTo>
                  <a:pt x="100" y="134"/>
                  <a:pt x="100" y="134"/>
                  <a:pt x="100" y="134"/>
                </a:cubicBezTo>
                <a:cubicBezTo>
                  <a:pt x="100" y="134"/>
                  <a:pt x="102" y="132"/>
                  <a:pt x="107" y="125"/>
                </a:cubicBezTo>
                <a:cubicBezTo>
                  <a:pt x="115" y="125"/>
                  <a:pt x="122" y="118"/>
                  <a:pt x="122" y="118"/>
                </a:cubicBezTo>
                <a:cubicBezTo>
                  <a:pt x="122" y="118"/>
                  <a:pt x="128" y="107"/>
                  <a:pt x="125" y="104"/>
                </a:cubicBezTo>
                <a:cubicBezTo>
                  <a:pt x="146" y="79"/>
                  <a:pt x="173" y="47"/>
                  <a:pt x="173" y="47"/>
                </a:cubicBezTo>
                <a:cubicBezTo>
                  <a:pt x="184" y="33"/>
                  <a:pt x="203" y="2"/>
                  <a:pt x="200" y="2"/>
                </a:cubicBezTo>
                <a:close/>
                <a:moveTo>
                  <a:pt x="33" y="141"/>
                </a:moveTo>
                <a:cubicBezTo>
                  <a:pt x="33" y="171"/>
                  <a:pt x="0" y="167"/>
                  <a:pt x="0" y="167"/>
                </a:cubicBezTo>
                <a:cubicBezTo>
                  <a:pt x="0" y="167"/>
                  <a:pt x="67" y="204"/>
                  <a:pt x="95" y="139"/>
                </a:cubicBezTo>
                <a:cubicBezTo>
                  <a:pt x="65" y="109"/>
                  <a:pt x="65" y="109"/>
                  <a:pt x="65" y="109"/>
                </a:cubicBezTo>
                <a:cubicBezTo>
                  <a:pt x="65" y="109"/>
                  <a:pt x="33" y="111"/>
                  <a:pt x="33" y="141"/>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37"/>
          <p:cNvSpPr>
            <a:spLocks noEditPoints="1"/>
          </p:cNvSpPr>
          <p:nvPr/>
        </p:nvSpPr>
        <p:spPr bwMode="auto">
          <a:xfrm>
            <a:off x="10680738" y="2366946"/>
            <a:ext cx="409023" cy="409023"/>
          </a:xfrm>
          <a:custGeom>
            <a:avLst/>
            <a:gdLst>
              <a:gd name="T0" fmla="*/ 173 w 208"/>
              <a:gd name="T1" fmla="*/ 68 h 208"/>
              <a:gd name="T2" fmla="*/ 195 w 208"/>
              <a:gd name="T3" fmla="*/ 57 h 208"/>
              <a:gd name="T4" fmla="*/ 195 w 208"/>
              <a:gd name="T5" fmla="*/ 13 h 208"/>
              <a:gd name="T6" fmla="*/ 150 w 208"/>
              <a:gd name="T7" fmla="*/ 13 h 208"/>
              <a:gd name="T8" fmla="*/ 140 w 208"/>
              <a:gd name="T9" fmla="*/ 36 h 208"/>
              <a:gd name="T10" fmla="*/ 117 w 208"/>
              <a:gd name="T11" fmla="*/ 13 h 208"/>
              <a:gd name="T12" fmla="*/ 106 w 208"/>
              <a:gd name="T13" fmla="*/ 13 h 208"/>
              <a:gd name="T14" fmla="*/ 100 w 208"/>
              <a:gd name="T15" fmla="*/ 18 h 208"/>
              <a:gd name="T16" fmla="*/ 100 w 208"/>
              <a:gd name="T17" fmla="*/ 29 h 208"/>
              <a:gd name="T18" fmla="*/ 123 w 208"/>
              <a:gd name="T19" fmla="*/ 52 h 208"/>
              <a:gd name="T20" fmla="*/ 18 w 208"/>
              <a:gd name="T21" fmla="*/ 157 h 208"/>
              <a:gd name="T22" fmla="*/ 20 w 208"/>
              <a:gd name="T23" fmla="*/ 167 h 208"/>
              <a:gd name="T24" fmla="*/ 12 w 208"/>
              <a:gd name="T25" fmla="*/ 174 h 208"/>
              <a:gd name="T26" fmla="*/ 11 w 208"/>
              <a:gd name="T27" fmla="*/ 196 h 208"/>
              <a:gd name="T28" fmla="*/ 34 w 208"/>
              <a:gd name="T29" fmla="*/ 196 h 208"/>
              <a:gd name="T30" fmla="*/ 42 w 208"/>
              <a:gd name="T31" fmla="*/ 188 h 208"/>
              <a:gd name="T32" fmla="*/ 51 w 208"/>
              <a:gd name="T33" fmla="*/ 191 h 208"/>
              <a:gd name="T34" fmla="*/ 156 w 208"/>
              <a:gd name="T35" fmla="*/ 85 h 208"/>
              <a:gd name="T36" fmla="*/ 178 w 208"/>
              <a:gd name="T37" fmla="*/ 108 h 208"/>
              <a:gd name="T38" fmla="*/ 189 w 208"/>
              <a:gd name="T39" fmla="*/ 108 h 208"/>
              <a:gd name="T40" fmla="*/ 195 w 208"/>
              <a:gd name="T41" fmla="*/ 102 h 208"/>
              <a:gd name="T42" fmla="*/ 195 w 208"/>
              <a:gd name="T43" fmla="*/ 91 h 208"/>
              <a:gd name="T44" fmla="*/ 173 w 208"/>
              <a:gd name="T45" fmla="*/ 68 h 208"/>
              <a:gd name="T46" fmla="*/ 28 w 208"/>
              <a:gd name="T47" fmla="*/ 191 h 208"/>
              <a:gd name="T48" fmla="*/ 17 w 208"/>
              <a:gd name="T49" fmla="*/ 190 h 208"/>
              <a:gd name="T50" fmla="*/ 17 w 208"/>
              <a:gd name="T51" fmla="*/ 179 h 208"/>
              <a:gd name="T52" fmla="*/ 23 w 208"/>
              <a:gd name="T53" fmla="*/ 173 h 208"/>
              <a:gd name="T54" fmla="*/ 28 w 208"/>
              <a:gd name="T55" fmla="*/ 180 h 208"/>
              <a:gd name="T56" fmla="*/ 34 w 208"/>
              <a:gd name="T57" fmla="*/ 184 h 208"/>
              <a:gd name="T58" fmla="*/ 28 w 208"/>
              <a:gd name="T59" fmla="*/ 191 h 208"/>
              <a:gd name="T60" fmla="*/ 56 w 208"/>
              <a:gd name="T61" fmla="*/ 174 h 208"/>
              <a:gd name="T62" fmla="*/ 34 w 208"/>
              <a:gd name="T63" fmla="*/ 174 h 208"/>
              <a:gd name="T64" fmla="*/ 34 w 208"/>
              <a:gd name="T65" fmla="*/ 151 h 208"/>
              <a:gd name="T66" fmla="*/ 128 w 208"/>
              <a:gd name="T67" fmla="*/ 57 h 208"/>
              <a:gd name="T68" fmla="*/ 150 w 208"/>
              <a:gd name="T69" fmla="*/ 80 h 208"/>
              <a:gd name="T70" fmla="*/ 56 w 208"/>
              <a:gd name="T71" fmla="*/ 174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8" h="208">
                <a:moveTo>
                  <a:pt x="173" y="68"/>
                </a:moveTo>
                <a:cubicBezTo>
                  <a:pt x="195" y="57"/>
                  <a:pt x="195" y="57"/>
                  <a:pt x="195" y="57"/>
                </a:cubicBezTo>
                <a:cubicBezTo>
                  <a:pt x="208" y="45"/>
                  <a:pt x="208" y="25"/>
                  <a:pt x="195" y="13"/>
                </a:cubicBezTo>
                <a:cubicBezTo>
                  <a:pt x="183" y="0"/>
                  <a:pt x="163" y="0"/>
                  <a:pt x="150" y="13"/>
                </a:cubicBezTo>
                <a:cubicBezTo>
                  <a:pt x="140" y="36"/>
                  <a:pt x="140" y="36"/>
                  <a:pt x="140" y="36"/>
                </a:cubicBezTo>
                <a:cubicBezTo>
                  <a:pt x="117" y="13"/>
                  <a:pt x="117" y="13"/>
                  <a:pt x="117" y="13"/>
                </a:cubicBezTo>
                <a:cubicBezTo>
                  <a:pt x="117" y="13"/>
                  <a:pt x="111" y="7"/>
                  <a:pt x="106" y="13"/>
                </a:cubicBezTo>
                <a:cubicBezTo>
                  <a:pt x="100" y="18"/>
                  <a:pt x="100" y="18"/>
                  <a:pt x="100" y="18"/>
                </a:cubicBezTo>
                <a:cubicBezTo>
                  <a:pt x="100" y="18"/>
                  <a:pt x="96" y="25"/>
                  <a:pt x="100" y="29"/>
                </a:cubicBezTo>
                <a:cubicBezTo>
                  <a:pt x="123" y="52"/>
                  <a:pt x="123" y="52"/>
                  <a:pt x="123" y="52"/>
                </a:cubicBezTo>
                <a:cubicBezTo>
                  <a:pt x="18" y="157"/>
                  <a:pt x="18" y="157"/>
                  <a:pt x="18" y="157"/>
                </a:cubicBezTo>
                <a:cubicBezTo>
                  <a:pt x="18" y="157"/>
                  <a:pt x="17" y="161"/>
                  <a:pt x="20" y="167"/>
                </a:cubicBezTo>
                <a:cubicBezTo>
                  <a:pt x="12" y="174"/>
                  <a:pt x="12" y="174"/>
                  <a:pt x="12" y="174"/>
                </a:cubicBezTo>
                <a:cubicBezTo>
                  <a:pt x="12" y="174"/>
                  <a:pt x="0" y="185"/>
                  <a:pt x="11" y="196"/>
                </a:cubicBezTo>
                <a:cubicBezTo>
                  <a:pt x="11" y="196"/>
                  <a:pt x="22" y="208"/>
                  <a:pt x="34" y="196"/>
                </a:cubicBezTo>
                <a:cubicBezTo>
                  <a:pt x="42" y="188"/>
                  <a:pt x="42" y="188"/>
                  <a:pt x="42" y="188"/>
                </a:cubicBezTo>
                <a:cubicBezTo>
                  <a:pt x="44" y="189"/>
                  <a:pt x="47" y="190"/>
                  <a:pt x="51" y="191"/>
                </a:cubicBezTo>
                <a:cubicBezTo>
                  <a:pt x="156" y="85"/>
                  <a:pt x="156" y="85"/>
                  <a:pt x="156" y="85"/>
                </a:cubicBezTo>
                <a:cubicBezTo>
                  <a:pt x="178" y="108"/>
                  <a:pt x="178" y="108"/>
                  <a:pt x="178" y="108"/>
                </a:cubicBezTo>
                <a:cubicBezTo>
                  <a:pt x="178" y="108"/>
                  <a:pt x="184" y="113"/>
                  <a:pt x="189" y="108"/>
                </a:cubicBezTo>
                <a:cubicBezTo>
                  <a:pt x="195" y="102"/>
                  <a:pt x="195" y="102"/>
                  <a:pt x="195" y="102"/>
                </a:cubicBezTo>
                <a:cubicBezTo>
                  <a:pt x="195" y="102"/>
                  <a:pt x="201" y="96"/>
                  <a:pt x="195" y="91"/>
                </a:cubicBezTo>
                <a:lnTo>
                  <a:pt x="173" y="68"/>
                </a:lnTo>
                <a:close/>
                <a:moveTo>
                  <a:pt x="28" y="191"/>
                </a:moveTo>
                <a:cubicBezTo>
                  <a:pt x="23" y="196"/>
                  <a:pt x="17" y="190"/>
                  <a:pt x="17" y="190"/>
                </a:cubicBezTo>
                <a:cubicBezTo>
                  <a:pt x="12" y="185"/>
                  <a:pt x="17" y="179"/>
                  <a:pt x="17" y="179"/>
                </a:cubicBezTo>
                <a:cubicBezTo>
                  <a:pt x="23" y="173"/>
                  <a:pt x="23" y="173"/>
                  <a:pt x="23" y="173"/>
                </a:cubicBezTo>
                <a:cubicBezTo>
                  <a:pt x="23" y="173"/>
                  <a:pt x="26" y="177"/>
                  <a:pt x="28" y="180"/>
                </a:cubicBezTo>
                <a:cubicBezTo>
                  <a:pt x="28" y="180"/>
                  <a:pt x="30" y="181"/>
                  <a:pt x="34" y="184"/>
                </a:cubicBezTo>
                <a:lnTo>
                  <a:pt x="28" y="191"/>
                </a:lnTo>
                <a:close/>
                <a:moveTo>
                  <a:pt x="56" y="174"/>
                </a:moveTo>
                <a:cubicBezTo>
                  <a:pt x="46" y="184"/>
                  <a:pt x="43" y="183"/>
                  <a:pt x="34" y="174"/>
                </a:cubicBezTo>
                <a:cubicBezTo>
                  <a:pt x="25" y="165"/>
                  <a:pt x="24" y="161"/>
                  <a:pt x="34" y="151"/>
                </a:cubicBezTo>
                <a:cubicBezTo>
                  <a:pt x="128" y="57"/>
                  <a:pt x="128" y="57"/>
                  <a:pt x="128" y="57"/>
                </a:cubicBezTo>
                <a:cubicBezTo>
                  <a:pt x="150" y="80"/>
                  <a:pt x="150" y="80"/>
                  <a:pt x="150" y="80"/>
                </a:cubicBezTo>
                <a:lnTo>
                  <a:pt x="56" y="174"/>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38"/>
          <p:cNvSpPr>
            <a:spLocks noEditPoints="1"/>
          </p:cNvSpPr>
          <p:nvPr/>
        </p:nvSpPr>
        <p:spPr bwMode="auto">
          <a:xfrm>
            <a:off x="11181124" y="2366946"/>
            <a:ext cx="401995" cy="399184"/>
          </a:xfrm>
          <a:custGeom>
            <a:avLst/>
            <a:gdLst>
              <a:gd name="T0" fmla="*/ 200 w 204"/>
              <a:gd name="T1" fmla="*/ 82 h 203"/>
              <a:gd name="T2" fmla="*/ 105 w 204"/>
              <a:gd name="T3" fmla="*/ 100 h 203"/>
              <a:gd name="T4" fmla="*/ 104 w 204"/>
              <a:gd name="T5" fmla="*/ 99 h 203"/>
              <a:gd name="T6" fmla="*/ 121 w 204"/>
              <a:gd name="T7" fmla="*/ 4 h 203"/>
              <a:gd name="T8" fmla="*/ 113 w 204"/>
              <a:gd name="T9" fmla="*/ 4 h 203"/>
              <a:gd name="T10" fmla="*/ 86 w 204"/>
              <a:gd name="T11" fmla="*/ 56 h 203"/>
              <a:gd name="T12" fmla="*/ 79 w 204"/>
              <a:gd name="T13" fmla="*/ 104 h 203"/>
              <a:gd name="T14" fmla="*/ 65 w 204"/>
              <a:gd name="T15" fmla="*/ 108 h 203"/>
              <a:gd name="T16" fmla="*/ 59 w 204"/>
              <a:gd name="T17" fmla="*/ 97 h 203"/>
              <a:gd name="T18" fmla="*/ 15 w 204"/>
              <a:gd name="T19" fmla="*/ 102 h 203"/>
              <a:gd name="T20" fmla="*/ 11 w 204"/>
              <a:gd name="T21" fmla="*/ 145 h 203"/>
              <a:gd name="T22" fmla="*/ 54 w 204"/>
              <a:gd name="T23" fmla="*/ 141 h 203"/>
              <a:gd name="T24" fmla="*/ 64 w 204"/>
              <a:gd name="T25" fmla="*/ 123 h 203"/>
              <a:gd name="T26" fmla="*/ 65 w 204"/>
              <a:gd name="T27" fmla="*/ 122 h 203"/>
              <a:gd name="T28" fmla="*/ 81 w 204"/>
              <a:gd name="T29" fmla="*/ 122 h 203"/>
              <a:gd name="T30" fmla="*/ 81 w 204"/>
              <a:gd name="T31" fmla="*/ 139 h 203"/>
              <a:gd name="T32" fmla="*/ 63 w 204"/>
              <a:gd name="T33" fmla="*/ 150 h 203"/>
              <a:gd name="T34" fmla="*/ 58 w 204"/>
              <a:gd name="T35" fmla="*/ 193 h 203"/>
              <a:gd name="T36" fmla="*/ 102 w 204"/>
              <a:gd name="T37" fmla="*/ 189 h 203"/>
              <a:gd name="T38" fmla="*/ 106 w 204"/>
              <a:gd name="T39" fmla="*/ 145 h 203"/>
              <a:gd name="T40" fmla="*/ 95 w 204"/>
              <a:gd name="T41" fmla="*/ 139 h 203"/>
              <a:gd name="T42" fmla="*/ 98 w 204"/>
              <a:gd name="T43" fmla="*/ 123 h 203"/>
              <a:gd name="T44" fmla="*/ 155 w 204"/>
              <a:gd name="T45" fmla="*/ 116 h 203"/>
              <a:gd name="T46" fmla="*/ 199 w 204"/>
              <a:gd name="T47" fmla="*/ 90 h 203"/>
              <a:gd name="T48" fmla="*/ 200 w 204"/>
              <a:gd name="T49" fmla="*/ 82 h 203"/>
              <a:gd name="T50" fmla="*/ 41 w 204"/>
              <a:gd name="T51" fmla="*/ 129 h 203"/>
              <a:gd name="T52" fmla="*/ 24 w 204"/>
              <a:gd name="T53" fmla="*/ 132 h 203"/>
              <a:gd name="T54" fmla="*/ 27 w 204"/>
              <a:gd name="T55" fmla="*/ 114 h 203"/>
              <a:gd name="T56" fmla="*/ 45 w 204"/>
              <a:gd name="T57" fmla="*/ 111 h 203"/>
              <a:gd name="T58" fmla="*/ 41 w 204"/>
              <a:gd name="T59" fmla="*/ 129 h 203"/>
              <a:gd name="T60" fmla="*/ 89 w 204"/>
              <a:gd name="T61" fmla="*/ 177 h 203"/>
              <a:gd name="T62" fmla="*/ 71 w 204"/>
              <a:gd name="T63" fmla="*/ 180 h 203"/>
              <a:gd name="T64" fmla="*/ 75 w 204"/>
              <a:gd name="T65" fmla="*/ 162 h 203"/>
              <a:gd name="T66" fmla="*/ 93 w 204"/>
              <a:gd name="T67" fmla="*/ 158 h 203"/>
              <a:gd name="T68" fmla="*/ 89 w 204"/>
              <a:gd name="T69" fmla="*/ 177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04" h="203">
                <a:moveTo>
                  <a:pt x="200" y="82"/>
                </a:moveTo>
                <a:cubicBezTo>
                  <a:pt x="105" y="100"/>
                  <a:pt x="105" y="100"/>
                  <a:pt x="105" y="100"/>
                </a:cubicBezTo>
                <a:cubicBezTo>
                  <a:pt x="104" y="99"/>
                  <a:pt x="104" y="99"/>
                  <a:pt x="104" y="99"/>
                </a:cubicBezTo>
                <a:cubicBezTo>
                  <a:pt x="121" y="4"/>
                  <a:pt x="121" y="4"/>
                  <a:pt x="121" y="4"/>
                </a:cubicBezTo>
                <a:cubicBezTo>
                  <a:pt x="121" y="4"/>
                  <a:pt x="117" y="0"/>
                  <a:pt x="113" y="4"/>
                </a:cubicBezTo>
                <a:cubicBezTo>
                  <a:pt x="91" y="26"/>
                  <a:pt x="89" y="40"/>
                  <a:pt x="86" y="56"/>
                </a:cubicBezTo>
                <a:cubicBezTo>
                  <a:pt x="86" y="56"/>
                  <a:pt x="81" y="91"/>
                  <a:pt x="79" y="104"/>
                </a:cubicBezTo>
                <a:cubicBezTo>
                  <a:pt x="65" y="108"/>
                  <a:pt x="65" y="108"/>
                  <a:pt x="65" y="108"/>
                </a:cubicBezTo>
                <a:cubicBezTo>
                  <a:pt x="64" y="104"/>
                  <a:pt x="62" y="100"/>
                  <a:pt x="59" y="97"/>
                </a:cubicBezTo>
                <a:cubicBezTo>
                  <a:pt x="48" y="87"/>
                  <a:pt x="28" y="88"/>
                  <a:pt x="15" y="102"/>
                </a:cubicBezTo>
                <a:cubicBezTo>
                  <a:pt x="1" y="115"/>
                  <a:pt x="0" y="135"/>
                  <a:pt x="11" y="145"/>
                </a:cubicBezTo>
                <a:cubicBezTo>
                  <a:pt x="21" y="156"/>
                  <a:pt x="40" y="154"/>
                  <a:pt x="54" y="141"/>
                </a:cubicBezTo>
                <a:cubicBezTo>
                  <a:pt x="59" y="135"/>
                  <a:pt x="63" y="129"/>
                  <a:pt x="64" y="123"/>
                </a:cubicBezTo>
                <a:cubicBezTo>
                  <a:pt x="65" y="122"/>
                  <a:pt x="65" y="122"/>
                  <a:pt x="65" y="122"/>
                </a:cubicBezTo>
                <a:cubicBezTo>
                  <a:pt x="81" y="122"/>
                  <a:pt x="81" y="122"/>
                  <a:pt x="81" y="122"/>
                </a:cubicBezTo>
                <a:cubicBezTo>
                  <a:pt x="81" y="139"/>
                  <a:pt x="81" y="139"/>
                  <a:pt x="81" y="139"/>
                </a:cubicBezTo>
                <a:cubicBezTo>
                  <a:pt x="75" y="141"/>
                  <a:pt x="68" y="144"/>
                  <a:pt x="63" y="150"/>
                </a:cubicBezTo>
                <a:cubicBezTo>
                  <a:pt x="50" y="163"/>
                  <a:pt x="48" y="182"/>
                  <a:pt x="58" y="193"/>
                </a:cubicBezTo>
                <a:cubicBezTo>
                  <a:pt x="69" y="203"/>
                  <a:pt x="89" y="202"/>
                  <a:pt x="102" y="189"/>
                </a:cubicBezTo>
                <a:cubicBezTo>
                  <a:pt x="115" y="176"/>
                  <a:pt x="117" y="155"/>
                  <a:pt x="106" y="145"/>
                </a:cubicBezTo>
                <a:cubicBezTo>
                  <a:pt x="103" y="142"/>
                  <a:pt x="99" y="140"/>
                  <a:pt x="95" y="139"/>
                </a:cubicBezTo>
                <a:cubicBezTo>
                  <a:pt x="98" y="123"/>
                  <a:pt x="98" y="123"/>
                  <a:pt x="98" y="123"/>
                </a:cubicBezTo>
                <a:cubicBezTo>
                  <a:pt x="155" y="116"/>
                  <a:pt x="155" y="116"/>
                  <a:pt x="155" y="116"/>
                </a:cubicBezTo>
                <a:cubicBezTo>
                  <a:pt x="171" y="113"/>
                  <a:pt x="179" y="111"/>
                  <a:pt x="199" y="90"/>
                </a:cubicBezTo>
                <a:cubicBezTo>
                  <a:pt x="204" y="86"/>
                  <a:pt x="200" y="82"/>
                  <a:pt x="200" y="82"/>
                </a:cubicBezTo>
                <a:close/>
                <a:moveTo>
                  <a:pt x="41" y="129"/>
                </a:moveTo>
                <a:cubicBezTo>
                  <a:pt x="35" y="135"/>
                  <a:pt x="27" y="136"/>
                  <a:pt x="24" y="132"/>
                </a:cubicBezTo>
                <a:cubicBezTo>
                  <a:pt x="20" y="129"/>
                  <a:pt x="21" y="120"/>
                  <a:pt x="27" y="114"/>
                </a:cubicBezTo>
                <a:cubicBezTo>
                  <a:pt x="33" y="108"/>
                  <a:pt x="41" y="107"/>
                  <a:pt x="45" y="111"/>
                </a:cubicBezTo>
                <a:cubicBezTo>
                  <a:pt x="49" y="115"/>
                  <a:pt x="47" y="123"/>
                  <a:pt x="41" y="129"/>
                </a:cubicBezTo>
                <a:close/>
                <a:moveTo>
                  <a:pt x="89" y="177"/>
                </a:moveTo>
                <a:cubicBezTo>
                  <a:pt x="83" y="183"/>
                  <a:pt x="75" y="184"/>
                  <a:pt x="71" y="180"/>
                </a:cubicBezTo>
                <a:cubicBezTo>
                  <a:pt x="67" y="176"/>
                  <a:pt x="69" y="168"/>
                  <a:pt x="75" y="162"/>
                </a:cubicBezTo>
                <a:cubicBezTo>
                  <a:pt x="81" y="156"/>
                  <a:pt x="89" y="154"/>
                  <a:pt x="93" y="158"/>
                </a:cubicBezTo>
                <a:cubicBezTo>
                  <a:pt x="97" y="162"/>
                  <a:pt x="95" y="171"/>
                  <a:pt x="89" y="177"/>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39"/>
          <p:cNvSpPr>
            <a:spLocks noEditPoints="1"/>
          </p:cNvSpPr>
          <p:nvPr/>
        </p:nvSpPr>
        <p:spPr bwMode="auto">
          <a:xfrm>
            <a:off x="11677292" y="2369757"/>
            <a:ext cx="371072" cy="393562"/>
          </a:xfrm>
          <a:custGeom>
            <a:avLst/>
            <a:gdLst>
              <a:gd name="T0" fmla="*/ 162 w 188"/>
              <a:gd name="T1" fmla="*/ 63 h 199"/>
              <a:gd name="T2" fmla="*/ 50 w 188"/>
              <a:gd name="T3" fmla="*/ 63 h 199"/>
              <a:gd name="T4" fmla="*/ 25 w 188"/>
              <a:gd name="T5" fmla="*/ 36 h 199"/>
              <a:gd name="T6" fmla="*/ 24 w 188"/>
              <a:gd name="T7" fmla="*/ 36 h 199"/>
              <a:gd name="T8" fmla="*/ 12 w 188"/>
              <a:gd name="T9" fmla="*/ 48 h 199"/>
              <a:gd name="T10" fmla="*/ 12 w 188"/>
              <a:gd name="T11" fmla="*/ 68 h 199"/>
              <a:gd name="T12" fmla="*/ 24 w 188"/>
              <a:gd name="T13" fmla="*/ 80 h 199"/>
              <a:gd name="T14" fmla="*/ 100 w 188"/>
              <a:gd name="T15" fmla="*/ 80 h 199"/>
              <a:gd name="T16" fmla="*/ 112 w 188"/>
              <a:gd name="T17" fmla="*/ 92 h 199"/>
              <a:gd name="T18" fmla="*/ 112 w 188"/>
              <a:gd name="T19" fmla="*/ 113 h 199"/>
              <a:gd name="T20" fmla="*/ 124 w 188"/>
              <a:gd name="T21" fmla="*/ 130 h 199"/>
              <a:gd name="T22" fmla="*/ 124 w 188"/>
              <a:gd name="T23" fmla="*/ 180 h 199"/>
              <a:gd name="T24" fmla="*/ 106 w 188"/>
              <a:gd name="T25" fmla="*/ 199 h 199"/>
              <a:gd name="T26" fmla="*/ 88 w 188"/>
              <a:gd name="T27" fmla="*/ 180 h 199"/>
              <a:gd name="T28" fmla="*/ 88 w 188"/>
              <a:gd name="T29" fmla="*/ 130 h 199"/>
              <a:gd name="T30" fmla="*/ 100 w 188"/>
              <a:gd name="T31" fmla="*/ 113 h 199"/>
              <a:gd name="T32" fmla="*/ 100 w 188"/>
              <a:gd name="T33" fmla="*/ 102 h 199"/>
              <a:gd name="T34" fmla="*/ 88 w 188"/>
              <a:gd name="T35" fmla="*/ 92 h 199"/>
              <a:gd name="T36" fmla="*/ 12 w 188"/>
              <a:gd name="T37" fmla="*/ 92 h 199"/>
              <a:gd name="T38" fmla="*/ 0 w 188"/>
              <a:gd name="T39" fmla="*/ 80 h 199"/>
              <a:gd name="T40" fmla="*/ 0 w 188"/>
              <a:gd name="T41" fmla="*/ 36 h 199"/>
              <a:gd name="T42" fmla="*/ 12 w 188"/>
              <a:gd name="T43" fmla="*/ 24 h 199"/>
              <a:gd name="T44" fmla="*/ 12 w 188"/>
              <a:gd name="T45" fmla="*/ 24 h 199"/>
              <a:gd name="T46" fmla="*/ 12 w 188"/>
              <a:gd name="T47" fmla="*/ 24 h 199"/>
              <a:gd name="T48" fmla="*/ 25 w 188"/>
              <a:gd name="T49" fmla="*/ 24 h 199"/>
              <a:gd name="T50" fmla="*/ 50 w 188"/>
              <a:gd name="T51" fmla="*/ 0 h 199"/>
              <a:gd name="T52" fmla="*/ 162 w 188"/>
              <a:gd name="T53" fmla="*/ 0 h 199"/>
              <a:gd name="T54" fmla="*/ 188 w 188"/>
              <a:gd name="T55" fmla="*/ 24 h 199"/>
              <a:gd name="T56" fmla="*/ 188 w 188"/>
              <a:gd name="T57" fmla="*/ 37 h 199"/>
              <a:gd name="T58" fmla="*/ 162 w 188"/>
              <a:gd name="T59" fmla="*/ 63 h 199"/>
              <a:gd name="T60" fmla="*/ 170 w 188"/>
              <a:gd name="T61" fmla="*/ 16 h 199"/>
              <a:gd name="T62" fmla="*/ 42 w 188"/>
              <a:gd name="T63" fmla="*/ 16 h 199"/>
              <a:gd name="T64" fmla="*/ 36 w 188"/>
              <a:gd name="T65" fmla="*/ 22 h 199"/>
              <a:gd name="T66" fmla="*/ 42 w 188"/>
              <a:gd name="T67" fmla="*/ 28 h 199"/>
              <a:gd name="T68" fmla="*/ 170 w 188"/>
              <a:gd name="T69" fmla="*/ 28 h 199"/>
              <a:gd name="T70" fmla="*/ 176 w 188"/>
              <a:gd name="T71" fmla="*/ 22 h 199"/>
              <a:gd name="T72" fmla="*/ 170 w 188"/>
              <a:gd name="T73" fmla="*/ 16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88" h="199">
                <a:moveTo>
                  <a:pt x="162" y="63"/>
                </a:moveTo>
                <a:cubicBezTo>
                  <a:pt x="50" y="63"/>
                  <a:pt x="50" y="63"/>
                  <a:pt x="50" y="63"/>
                </a:cubicBezTo>
                <a:cubicBezTo>
                  <a:pt x="36" y="63"/>
                  <a:pt x="25" y="49"/>
                  <a:pt x="25" y="36"/>
                </a:cubicBezTo>
                <a:cubicBezTo>
                  <a:pt x="24" y="36"/>
                  <a:pt x="24" y="36"/>
                  <a:pt x="24" y="36"/>
                </a:cubicBezTo>
                <a:cubicBezTo>
                  <a:pt x="17" y="36"/>
                  <a:pt x="12" y="41"/>
                  <a:pt x="12" y="48"/>
                </a:cubicBezTo>
                <a:cubicBezTo>
                  <a:pt x="12" y="68"/>
                  <a:pt x="12" y="68"/>
                  <a:pt x="12" y="68"/>
                </a:cubicBezTo>
                <a:cubicBezTo>
                  <a:pt x="12" y="74"/>
                  <a:pt x="17" y="80"/>
                  <a:pt x="24" y="80"/>
                </a:cubicBezTo>
                <a:cubicBezTo>
                  <a:pt x="100" y="80"/>
                  <a:pt x="100" y="80"/>
                  <a:pt x="100" y="80"/>
                </a:cubicBezTo>
                <a:cubicBezTo>
                  <a:pt x="107" y="80"/>
                  <a:pt x="112" y="85"/>
                  <a:pt x="112" y="92"/>
                </a:cubicBezTo>
                <a:cubicBezTo>
                  <a:pt x="112" y="113"/>
                  <a:pt x="112" y="113"/>
                  <a:pt x="112" y="113"/>
                </a:cubicBezTo>
                <a:cubicBezTo>
                  <a:pt x="119" y="115"/>
                  <a:pt x="124" y="122"/>
                  <a:pt x="124" y="130"/>
                </a:cubicBezTo>
                <a:cubicBezTo>
                  <a:pt x="124" y="180"/>
                  <a:pt x="124" y="180"/>
                  <a:pt x="124" y="180"/>
                </a:cubicBezTo>
                <a:cubicBezTo>
                  <a:pt x="124" y="190"/>
                  <a:pt x="116" y="199"/>
                  <a:pt x="106" y="199"/>
                </a:cubicBezTo>
                <a:cubicBezTo>
                  <a:pt x="96" y="199"/>
                  <a:pt x="88" y="190"/>
                  <a:pt x="88" y="180"/>
                </a:cubicBezTo>
                <a:cubicBezTo>
                  <a:pt x="88" y="130"/>
                  <a:pt x="88" y="130"/>
                  <a:pt x="88" y="130"/>
                </a:cubicBezTo>
                <a:cubicBezTo>
                  <a:pt x="88" y="122"/>
                  <a:pt x="93" y="115"/>
                  <a:pt x="100" y="113"/>
                </a:cubicBezTo>
                <a:cubicBezTo>
                  <a:pt x="100" y="102"/>
                  <a:pt x="100" y="102"/>
                  <a:pt x="100" y="102"/>
                </a:cubicBezTo>
                <a:cubicBezTo>
                  <a:pt x="99" y="96"/>
                  <a:pt x="94" y="92"/>
                  <a:pt x="88" y="92"/>
                </a:cubicBezTo>
                <a:cubicBezTo>
                  <a:pt x="12" y="92"/>
                  <a:pt x="12" y="92"/>
                  <a:pt x="12" y="92"/>
                </a:cubicBezTo>
                <a:cubicBezTo>
                  <a:pt x="5" y="92"/>
                  <a:pt x="0" y="86"/>
                  <a:pt x="0" y="80"/>
                </a:cubicBezTo>
                <a:cubicBezTo>
                  <a:pt x="0" y="36"/>
                  <a:pt x="0" y="36"/>
                  <a:pt x="0" y="36"/>
                </a:cubicBezTo>
                <a:cubicBezTo>
                  <a:pt x="0" y="29"/>
                  <a:pt x="5" y="24"/>
                  <a:pt x="12" y="24"/>
                </a:cubicBezTo>
                <a:cubicBezTo>
                  <a:pt x="12" y="24"/>
                  <a:pt x="12" y="24"/>
                  <a:pt x="12" y="24"/>
                </a:cubicBezTo>
                <a:cubicBezTo>
                  <a:pt x="12" y="24"/>
                  <a:pt x="12" y="24"/>
                  <a:pt x="12" y="24"/>
                </a:cubicBezTo>
                <a:cubicBezTo>
                  <a:pt x="25" y="24"/>
                  <a:pt x="25" y="24"/>
                  <a:pt x="25" y="24"/>
                </a:cubicBezTo>
                <a:cubicBezTo>
                  <a:pt x="25" y="10"/>
                  <a:pt x="36" y="0"/>
                  <a:pt x="50" y="0"/>
                </a:cubicBezTo>
                <a:cubicBezTo>
                  <a:pt x="162" y="0"/>
                  <a:pt x="162" y="0"/>
                  <a:pt x="162" y="0"/>
                </a:cubicBezTo>
                <a:cubicBezTo>
                  <a:pt x="176" y="0"/>
                  <a:pt x="188" y="11"/>
                  <a:pt x="188" y="24"/>
                </a:cubicBezTo>
                <a:cubicBezTo>
                  <a:pt x="188" y="37"/>
                  <a:pt x="188" y="37"/>
                  <a:pt x="188" y="37"/>
                </a:cubicBezTo>
                <a:cubicBezTo>
                  <a:pt x="188" y="51"/>
                  <a:pt x="176" y="63"/>
                  <a:pt x="162" y="63"/>
                </a:cubicBezTo>
                <a:close/>
                <a:moveTo>
                  <a:pt x="170" y="16"/>
                </a:moveTo>
                <a:cubicBezTo>
                  <a:pt x="42" y="16"/>
                  <a:pt x="42" y="16"/>
                  <a:pt x="42" y="16"/>
                </a:cubicBezTo>
                <a:cubicBezTo>
                  <a:pt x="39" y="16"/>
                  <a:pt x="36" y="18"/>
                  <a:pt x="36" y="22"/>
                </a:cubicBezTo>
                <a:cubicBezTo>
                  <a:pt x="36" y="25"/>
                  <a:pt x="39" y="28"/>
                  <a:pt x="42" y="28"/>
                </a:cubicBezTo>
                <a:cubicBezTo>
                  <a:pt x="170" y="28"/>
                  <a:pt x="170" y="28"/>
                  <a:pt x="170" y="28"/>
                </a:cubicBezTo>
                <a:cubicBezTo>
                  <a:pt x="173" y="28"/>
                  <a:pt x="176" y="25"/>
                  <a:pt x="176" y="22"/>
                </a:cubicBezTo>
                <a:cubicBezTo>
                  <a:pt x="176" y="18"/>
                  <a:pt x="173" y="16"/>
                  <a:pt x="170" y="16"/>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40"/>
          <p:cNvSpPr>
            <a:spLocks noEditPoints="1"/>
          </p:cNvSpPr>
          <p:nvPr/>
        </p:nvSpPr>
        <p:spPr bwMode="auto">
          <a:xfrm>
            <a:off x="8762125" y="2863114"/>
            <a:ext cx="394968" cy="394968"/>
          </a:xfrm>
          <a:custGeom>
            <a:avLst/>
            <a:gdLst>
              <a:gd name="T0" fmla="*/ 188 w 200"/>
              <a:gd name="T1" fmla="*/ 200 h 200"/>
              <a:gd name="T2" fmla="*/ 12 w 200"/>
              <a:gd name="T3" fmla="*/ 200 h 200"/>
              <a:gd name="T4" fmla="*/ 0 w 200"/>
              <a:gd name="T5" fmla="*/ 188 h 200"/>
              <a:gd name="T6" fmla="*/ 0 w 200"/>
              <a:gd name="T7" fmla="*/ 72 h 200"/>
              <a:gd name="T8" fmla="*/ 0 w 200"/>
              <a:gd name="T9" fmla="*/ 40 h 200"/>
              <a:gd name="T10" fmla="*/ 0 w 200"/>
              <a:gd name="T11" fmla="*/ 12 h 200"/>
              <a:gd name="T12" fmla="*/ 12 w 200"/>
              <a:gd name="T13" fmla="*/ 0 h 200"/>
              <a:gd name="T14" fmla="*/ 167 w 200"/>
              <a:gd name="T15" fmla="*/ 0 h 200"/>
              <a:gd name="T16" fmla="*/ 199 w 200"/>
              <a:gd name="T17" fmla="*/ 32 h 200"/>
              <a:gd name="T18" fmla="*/ 200 w 200"/>
              <a:gd name="T19" fmla="*/ 188 h 200"/>
              <a:gd name="T20" fmla="*/ 188 w 200"/>
              <a:gd name="T21" fmla="*/ 200 h 200"/>
              <a:gd name="T22" fmla="*/ 160 w 200"/>
              <a:gd name="T23" fmla="*/ 32 h 200"/>
              <a:gd name="T24" fmla="*/ 148 w 200"/>
              <a:gd name="T25" fmla="*/ 20 h 200"/>
              <a:gd name="T26" fmla="*/ 44 w 200"/>
              <a:gd name="T27" fmla="*/ 20 h 200"/>
              <a:gd name="T28" fmla="*/ 32 w 200"/>
              <a:gd name="T29" fmla="*/ 32 h 200"/>
              <a:gd name="T30" fmla="*/ 32 w 200"/>
              <a:gd name="T31" fmla="*/ 68 h 200"/>
              <a:gd name="T32" fmla="*/ 44 w 200"/>
              <a:gd name="T33" fmla="*/ 80 h 200"/>
              <a:gd name="T34" fmla="*/ 148 w 200"/>
              <a:gd name="T35" fmla="*/ 80 h 200"/>
              <a:gd name="T36" fmla="*/ 160 w 200"/>
              <a:gd name="T37" fmla="*/ 68 h 200"/>
              <a:gd name="T38" fmla="*/ 160 w 200"/>
              <a:gd name="T39" fmla="*/ 32 h 200"/>
              <a:gd name="T40" fmla="*/ 172 w 200"/>
              <a:gd name="T41" fmla="*/ 96 h 200"/>
              <a:gd name="T42" fmla="*/ 28 w 200"/>
              <a:gd name="T43" fmla="*/ 96 h 200"/>
              <a:gd name="T44" fmla="*/ 28 w 200"/>
              <a:gd name="T45" fmla="*/ 188 h 200"/>
              <a:gd name="T46" fmla="*/ 172 w 200"/>
              <a:gd name="T47" fmla="*/ 188 h 200"/>
              <a:gd name="T48" fmla="*/ 172 w 200"/>
              <a:gd name="T49" fmla="*/ 96 h 200"/>
              <a:gd name="T50" fmla="*/ 156 w 200"/>
              <a:gd name="T51" fmla="*/ 124 h 200"/>
              <a:gd name="T52" fmla="*/ 44 w 200"/>
              <a:gd name="T53" fmla="*/ 124 h 200"/>
              <a:gd name="T54" fmla="*/ 44 w 200"/>
              <a:gd name="T55" fmla="*/ 116 h 200"/>
              <a:gd name="T56" fmla="*/ 156 w 200"/>
              <a:gd name="T57" fmla="*/ 116 h 200"/>
              <a:gd name="T58" fmla="*/ 156 w 200"/>
              <a:gd name="T59" fmla="*/ 124 h 200"/>
              <a:gd name="T60" fmla="*/ 156 w 200"/>
              <a:gd name="T61" fmla="*/ 140 h 200"/>
              <a:gd name="T62" fmla="*/ 44 w 200"/>
              <a:gd name="T63" fmla="*/ 140 h 200"/>
              <a:gd name="T64" fmla="*/ 44 w 200"/>
              <a:gd name="T65" fmla="*/ 132 h 200"/>
              <a:gd name="T66" fmla="*/ 156 w 200"/>
              <a:gd name="T67" fmla="*/ 132 h 200"/>
              <a:gd name="T68" fmla="*/ 156 w 200"/>
              <a:gd name="T69" fmla="*/ 140 h 200"/>
              <a:gd name="T70" fmla="*/ 156 w 200"/>
              <a:gd name="T71" fmla="*/ 156 h 200"/>
              <a:gd name="T72" fmla="*/ 44 w 200"/>
              <a:gd name="T73" fmla="*/ 156 h 200"/>
              <a:gd name="T74" fmla="*/ 44 w 200"/>
              <a:gd name="T75" fmla="*/ 148 h 200"/>
              <a:gd name="T76" fmla="*/ 156 w 200"/>
              <a:gd name="T77" fmla="*/ 148 h 200"/>
              <a:gd name="T78" fmla="*/ 156 w 200"/>
              <a:gd name="T79" fmla="*/ 156 h 200"/>
              <a:gd name="T80" fmla="*/ 156 w 200"/>
              <a:gd name="T81" fmla="*/ 172 h 200"/>
              <a:gd name="T82" fmla="*/ 44 w 200"/>
              <a:gd name="T83" fmla="*/ 172 h 200"/>
              <a:gd name="T84" fmla="*/ 44 w 200"/>
              <a:gd name="T85" fmla="*/ 164 h 200"/>
              <a:gd name="T86" fmla="*/ 156 w 200"/>
              <a:gd name="T87" fmla="*/ 164 h 200"/>
              <a:gd name="T88" fmla="*/ 156 w 200"/>
              <a:gd name="T89" fmla="*/ 172 h 200"/>
              <a:gd name="T90" fmla="*/ 112 w 200"/>
              <a:gd name="T91" fmla="*/ 28 h 200"/>
              <a:gd name="T92" fmla="*/ 136 w 200"/>
              <a:gd name="T93" fmla="*/ 28 h 200"/>
              <a:gd name="T94" fmla="*/ 136 w 200"/>
              <a:gd name="T95" fmla="*/ 72 h 200"/>
              <a:gd name="T96" fmla="*/ 112 w 200"/>
              <a:gd name="T97" fmla="*/ 72 h 200"/>
              <a:gd name="T98" fmla="*/ 112 w 200"/>
              <a:gd name="T99" fmla="*/ 28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0" h="200">
                <a:moveTo>
                  <a:pt x="188" y="200"/>
                </a:moveTo>
                <a:cubicBezTo>
                  <a:pt x="12" y="200"/>
                  <a:pt x="12" y="200"/>
                  <a:pt x="12" y="200"/>
                </a:cubicBezTo>
                <a:cubicBezTo>
                  <a:pt x="5" y="200"/>
                  <a:pt x="0" y="195"/>
                  <a:pt x="0" y="188"/>
                </a:cubicBezTo>
                <a:cubicBezTo>
                  <a:pt x="0" y="72"/>
                  <a:pt x="0" y="72"/>
                  <a:pt x="0" y="72"/>
                </a:cubicBezTo>
                <a:cubicBezTo>
                  <a:pt x="0" y="40"/>
                  <a:pt x="0" y="40"/>
                  <a:pt x="0" y="40"/>
                </a:cubicBezTo>
                <a:cubicBezTo>
                  <a:pt x="0" y="12"/>
                  <a:pt x="0" y="12"/>
                  <a:pt x="0" y="12"/>
                </a:cubicBezTo>
                <a:cubicBezTo>
                  <a:pt x="0" y="5"/>
                  <a:pt x="5" y="0"/>
                  <a:pt x="12" y="0"/>
                </a:cubicBezTo>
                <a:cubicBezTo>
                  <a:pt x="167" y="0"/>
                  <a:pt x="167" y="0"/>
                  <a:pt x="167" y="0"/>
                </a:cubicBezTo>
                <a:cubicBezTo>
                  <a:pt x="199" y="32"/>
                  <a:pt x="199" y="32"/>
                  <a:pt x="199" y="32"/>
                </a:cubicBezTo>
                <a:cubicBezTo>
                  <a:pt x="200" y="188"/>
                  <a:pt x="200" y="188"/>
                  <a:pt x="200" y="188"/>
                </a:cubicBezTo>
                <a:cubicBezTo>
                  <a:pt x="200" y="195"/>
                  <a:pt x="194" y="200"/>
                  <a:pt x="188" y="200"/>
                </a:cubicBezTo>
                <a:close/>
                <a:moveTo>
                  <a:pt x="160" y="32"/>
                </a:moveTo>
                <a:cubicBezTo>
                  <a:pt x="160" y="25"/>
                  <a:pt x="154" y="20"/>
                  <a:pt x="148" y="20"/>
                </a:cubicBezTo>
                <a:cubicBezTo>
                  <a:pt x="44" y="20"/>
                  <a:pt x="44" y="20"/>
                  <a:pt x="44" y="20"/>
                </a:cubicBezTo>
                <a:cubicBezTo>
                  <a:pt x="37" y="20"/>
                  <a:pt x="32" y="25"/>
                  <a:pt x="32" y="32"/>
                </a:cubicBezTo>
                <a:cubicBezTo>
                  <a:pt x="32" y="68"/>
                  <a:pt x="32" y="68"/>
                  <a:pt x="32" y="68"/>
                </a:cubicBezTo>
                <a:cubicBezTo>
                  <a:pt x="32" y="75"/>
                  <a:pt x="37" y="80"/>
                  <a:pt x="44" y="80"/>
                </a:cubicBezTo>
                <a:cubicBezTo>
                  <a:pt x="148" y="80"/>
                  <a:pt x="148" y="80"/>
                  <a:pt x="148" y="80"/>
                </a:cubicBezTo>
                <a:cubicBezTo>
                  <a:pt x="154" y="80"/>
                  <a:pt x="160" y="75"/>
                  <a:pt x="160" y="68"/>
                </a:cubicBezTo>
                <a:lnTo>
                  <a:pt x="160" y="32"/>
                </a:lnTo>
                <a:close/>
                <a:moveTo>
                  <a:pt x="172" y="96"/>
                </a:moveTo>
                <a:cubicBezTo>
                  <a:pt x="28" y="96"/>
                  <a:pt x="28" y="96"/>
                  <a:pt x="28" y="96"/>
                </a:cubicBezTo>
                <a:cubicBezTo>
                  <a:pt x="28" y="188"/>
                  <a:pt x="28" y="188"/>
                  <a:pt x="28" y="188"/>
                </a:cubicBezTo>
                <a:cubicBezTo>
                  <a:pt x="172" y="188"/>
                  <a:pt x="172" y="188"/>
                  <a:pt x="172" y="188"/>
                </a:cubicBezTo>
                <a:lnTo>
                  <a:pt x="172" y="96"/>
                </a:lnTo>
                <a:close/>
                <a:moveTo>
                  <a:pt x="156" y="124"/>
                </a:moveTo>
                <a:cubicBezTo>
                  <a:pt x="44" y="124"/>
                  <a:pt x="44" y="124"/>
                  <a:pt x="44" y="124"/>
                </a:cubicBezTo>
                <a:cubicBezTo>
                  <a:pt x="44" y="116"/>
                  <a:pt x="44" y="116"/>
                  <a:pt x="44" y="116"/>
                </a:cubicBezTo>
                <a:cubicBezTo>
                  <a:pt x="156" y="116"/>
                  <a:pt x="156" y="116"/>
                  <a:pt x="156" y="116"/>
                </a:cubicBezTo>
                <a:lnTo>
                  <a:pt x="156" y="124"/>
                </a:lnTo>
                <a:close/>
                <a:moveTo>
                  <a:pt x="156" y="140"/>
                </a:moveTo>
                <a:cubicBezTo>
                  <a:pt x="44" y="140"/>
                  <a:pt x="44" y="140"/>
                  <a:pt x="44" y="140"/>
                </a:cubicBezTo>
                <a:cubicBezTo>
                  <a:pt x="44" y="132"/>
                  <a:pt x="44" y="132"/>
                  <a:pt x="44" y="132"/>
                </a:cubicBezTo>
                <a:cubicBezTo>
                  <a:pt x="156" y="132"/>
                  <a:pt x="156" y="132"/>
                  <a:pt x="156" y="132"/>
                </a:cubicBezTo>
                <a:lnTo>
                  <a:pt x="156" y="140"/>
                </a:lnTo>
                <a:close/>
                <a:moveTo>
                  <a:pt x="156" y="156"/>
                </a:moveTo>
                <a:cubicBezTo>
                  <a:pt x="44" y="156"/>
                  <a:pt x="44" y="156"/>
                  <a:pt x="44" y="156"/>
                </a:cubicBezTo>
                <a:cubicBezTo>
                  <a:pt x="44" y="148"/>
                  <a:pt x="44" y="148"/>
                  <a:pt x="44" y="148"/>
                </a:cubicBezTo>
                <a:cubicBezTo>
                  <a:pt x="156" y="148"/>
                  <a:pt x="156" y="148"/>
                  <a:pt x="156" y="148"/>
                </a:cubicBezTo>
                <a:lnTo>
                  <a:pt x="156" y="156"/>
                </a:lnTo>
                <a:close/>
                <a:moveTo>
                  <a:pt x="156" y="172"/>
                </a:moveTo>
                <a:cubicBezTo>
                  <a:pt x="44" y="172"/>
                  <a:pt x="44" y="172"/>
                  <a:pt x="44" y="172"/>
                </a:cubicBezTo>
                <a:cubicBezTo>
                  <a:pt x="44" y="164"/>
                  <a:pt x="44" y="164"/>
                  <a:pt x="44" y="164"/>
                </a:cubicBezTo>
                <a:cubicBezTo>
                  <a:pt x="156" y="164"/>
                  <a:pt x="156" y="164"/>
                  <a:pt x="156" y="164"/>
                </a:cubicBezTo>
                <a:lnTo>
                  <a:pt x="156" y="172"/>
                </a:lnTo>
                <a:close/>
                <a:moveTo>
                  <a:pt x="112" y="28"/>
                </a:moveTo>
                <a:cubicBezTo>
                  <a:pt x="136" y="28"/>
                  <a:pt x="136" y="28"/>
                  <a:pt x="136" y="28"/>
                </a:cubicBezTo>
                <a:cubicBezTo>
                  <a:pt x="136" y="72"/>
                  <a:pt x="136" y="72"/>
                  <a:pt x="136" y="72"/>
                </a:cubicBezTo>
                <a:cubicBezTo>
                  <a:pt x="112" y="72"/>
                  <a:pt x="112" y="72"/>
                  <a:pt x="112" y="72"/>
                </a:cubicBezTo>
                <a:lnTo>
                  <a:pt x="112" y="28"/>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41"/>
          <p:cNvSpPr>
            <a:spLocks noEditPoints="1"/>
          </p:cNvSpPr>
          <p:nvPr/>
        </p:nvSpPr>
        <p:spPr bwMode="auto">
          <a:xfrm>
            <a:off x="9251266" y="2863114"/>
            <a:ext cx="392156" cy="394968"/>
          </a:xfrm>
          <a:custGeom>
            <a:avLst/>
            <a:gdLst>
              <a:gd name="T0" fmla="*/ 186 w 199"/>
              <a:gd name="T1" fmla="*/ 80 h 200"/>
              <a:gd name="T2" fmla="*/ 170 w 199"/>
              <a:gd name="T3" fmla="*/ 80 h 200"/>
              <a:gd name="T4" fmla="*/ 163 w 199"/>
              <a:gd name="T5" fmla="*/ 64 h 200"/>
              <a:gd name="T6" fmla="*/ 175 w 199"/>
              <a:gd name="T7" fmla="*/ 52 h 200"/>
              <a:gd name="T8" fmla="*/ 175 w 199"/>
              <a:gd name="T9" fmla="*/ 33 h 200"/>
              <a:gd name="T10" fmla="*/ 165 w 199"/>
              <a:gd name="T11" fmla="*/ 24 h 200"/>
              <a:gd name="T12" fmla="*/ 146 w 199"/>
              <a:gd name="T13" fmla="*/ 24 h 200"/>
              <a:gd name="T14" fmla="*/ 135 w 199"/>
              <a:gd name="T15" fmla="*/ 36 h 200"/>
              <a:gd name="T16" fmla="*/ 120 w 199"/>
              <a:gd name="T17" fmla="*/ 30 h 200"/>
              <a:gd name="T18" fmla="*/ 120 w 199"/>
              <a:gd name="T19" fmla="*/ 13 h 200"/>
              <a:gd name="T20" fmla="*/ 106 w 199"/>
              <a:gd name="T21" fmla="*/ 0 h 200"/>
              <a:gd name="T22" fmla="*/ 93 w 199"/>
              <a:gd name="T23" fmla="*/ 0 h 200"/>
              <a:gd name="T24" fmla="*/ 80 w 199"/>
              <a:gd name="T25" fmla="*/ 13 h 200"/>
              <a:gd name="T26" fmla="*/ 80 w 199"/>
              <a:gd name="T27" fmla="*/ 30 h 200"/>
              <a:gd name="T28" fmla="*/ 64 w 199"/>
              <a:gd name="T29" fmla="*/ 36 h 200"/>
              <a:gd name="T30" fmla="*/ 52 w 199"/>
              <a:gd name="T31" fmla="*/ 24 h 200"/>
              <a:gd name="T32" fmla="*/ 33 w 199"/>
              <a:gd name="T33" fmla="*/ 24 h 200"/>
              <a:gd name="T34" fmla="*/ 24 w 199"/>
              <a:gd name="T35" fmla="*/ 33 h 200"/>
              <a:gd name="T36" fmla="*/ 24 w 199"/>
              <a:gd name="T37" fmla="*/ 52 h 200"/>
              <a:gd name="T38" fmla="*/ 36 w 199"/>
              <a:gd name="T39" fmla="*/ 64 h 200"/>
              <a:gd name="T40" fmla="*/ 29 w 199"/>
              <a:gd name="T41" fmla="*/ 80 h 200"/>
              <a:gd name="T42" fmla="*/ 13 w 199"/>
              <a:gd name="T43" fmla="*/ 80 h 200"/>
              <a:gd name="T44" fmla="*/ 0 w 199"/>
              <a:gd name="T45" fmla="*/ 93 h 200"/>
              <a:gd name="T46" fmla="*/ 0 w 199"/>
              <a:gd name="T47" fmla="*/ 107 h 200"/>
              <a:gd name="T48" fmla="*/ 13 w 199"/>
              <a:gd name="T49" fmla="*/ 120 h 200"/>
              <a:gd name="T50" fmla="*/ 29 w 199"/>
              <a:gd name="T51" fmla="*/ 120 h 200"/>
              <a:gd name="T52" fmla="*/ 35 w 199"/>
              <a:gd name="T53" fmla="*/ 135 h 200"/>
              <a:gd name="T54" fmla="*/ 24 w 199"/>
              <a:gd name="T55" fmla="*/ 147 h 200"/>
              <a:gd name="T56" fmla="*/ 24 w 199"/>
              <a:gd name="T57" fmla="*/ 166 h 200"/>
              <a:gd name="T58" fmla="*/ 33 w 199"/>
              <a:gd name="T59" fmla="*/ 175 h 200"/>
              <a:gd name="T60" fmla="*/ 52 w 199"/>
              <a:gd name="T61" fmla="*/ 175 h 200"/>
              <a:gd name="T62" fmla="*/ 63 w 199"/>
              <a:gd name="T63" fmla="*/ 163 h 200"/>
              <a:gd name="T64" fmla="*/ 80 w 199"/>
              <a:gd name="T65" fmla="*/ 170 h 200"/>
              <a:gd name="T66" fmla="*/ 80 w 199"/>
              <a:gd name="T67" fmla="*/ 186 h 200"/>
              <a:gd name="T68" fmla="*/ 93 w 199"/>
              <a:gd name="T69" fmla="*/ 200 h 200"/>
              <a:gd name="T70" fmla="*/ 106 w 199"/>
              <a:gd name="T71" fmla="*/ 200 h 200"/>
              <a:gd name="T72" fmla="*/ 120 w 199"/>
              <a:gd name="T73" fmla="*/ 186 h 200"/>
              <a:gd name="T74" fmla="*/ 120 w 199"/>
              <a:gd name="T75" fmla="*/ 170 h 200"/>
              <a:gd name="T76" fmla="*/ 135 w 199"/>
              <a:gd name="T77" fmla="*/ 164 h 200"/>
              <a:gd name="T78" fmla="*/ 146 w 199"/>
              <a:gd name="T79" fmla="*/ 175 h 200"/>
              <a:gd name="T80" fmla="*/ 165 w 199"/>
              <a:gd name="T81" fmla="*/ 175 h 200"/>
              <a:gd name="T82" fmla="*/ 175 w 199"/>
              <a:gd name="T83" fmla="*/ 166 h 200"/>
              <a:gd name="T84" fmla="*/ 175 w 199"/>
              <a:gd name="T85" fmla="*/ 147 h 200"/>
              <a:gd name="T86" fmla="*/ 163 w 199"/>
              <a:gd name="T87" fmla="*/ 135 h 200"/>
              <a:gd name="T88" fmla="*/ 170 w 199"/>
              <a:gd name="T89" fmla="*/ 120 h 200"/>
              <a:gd name="T90" fmla="*/ 186 w 199"/>
              <a:gd name="T91" fmla="*/ 120 h 200"/>
              <a:gd name="T92" fmla="*/ 199 w 199"/>
              <a:gd name="T93" fmla="*/ 107 h 200"/>
              <a:gd name="T94" fmla="*/ 199 w 199"/>
              <a:gd name="T95" fmla="*/ 93 h 200"/>
              <a:gd name="T96" fmla="*/ 186 w 199"/>
              <a:gd name="T97" fmla="*/ 80 h 200"/>
              <a:gd name="T98" fmla="*/ 100 w 199"/>
              <a:gd name="T99" fmla="*/ 140 h 200"/>
              <a:gd name="T100" fmla="*/ 60 w 199"/>
              <a:gd name="T101" fmla="*/ 100 h 200"/>
              <a:gd name="T102" fmla="*/ 100 w 199"/>
              <a:gd name="T103" fmla="*/ 60 h 200"/>
              <a:gd name="T104" fmla="*/ 139 w 199"/>
              <a:gd name="T105" fmla="*/ 100 h 200"/>
              <a:gd name="T106" fmla="*/ 100 w 199"/>
              <a:gd name="T107" fmla="*/ 140 h 200"/>
              <a:gd name="T108" fmla="*/ 100 w 199"/>
              <a:gd name="T109" fmla="*/ 80 h 200"/>
              <a:gd name="T110" fmla="*/ 80 w 199"/>
              <a:gd name="T111" fmla="*/ 100 h 200"/>
              <a:gd name="T112" fmla="*/ 100 w 199"/>
              <a:gd name="T113" fmla="*/ 120 h 200"/>
              <a:gd name="T114" fmla="*/ 120 w 199"/>
              <a:gd name="T115" fmla="*/ 100 h 200"/>
              <a:gd name="T116" fmla="*/ 100 w 199"/>
              <a:gd name="T117" fmla="*/ 8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9" h="200">
                <a:moveTo>
                  <a:pt x="186" y="80"/>
                </a:moveTo>
                <a:cubicBezTo>
                  <a:pt x="170" y="80"/>
                  <a:pt x="170" y="80"/>
                  <a:pt x="170" y="80"/>
                </a:cubicBezTo>
                <a:cubicBezTo>
                  <a:pt x="168" y="74"/>
                  <a:pt x="166" y="69"/>
                  <a:pt x="163" y="64"/>
                </a:cubicBezTo>
                <a:cubicBezTo>
                  <a:pt x="175" y="52"/>
                  <a:pt x="175" y="52"/>
                  <a:pt x="175" y="52"/>
                </a:cubicBezTo>
                <a:cubicBezTo>
                  <a:pt x="180" y="47"/>
                  <a:pt x="180" y="38"/>
                  <a:pt x="175" y="33"/>
                </a:cubicBezTo>
                <a:cubicBezTo>
                  <a:pt x="165" y="24"/>
                  <a:pt x="165" y="24"/>
                  <a:pt x="165" y="24"/>
                </a:cubicBezTo>
                <a:cubicBezTo>
                  <a:pt x="160" y="19"/>
                  <a:pt x="152" y="19"/>
                  <a:pt x="146" y="24"/>
                </a:cubicBezTo>
                <a:cubicBezTo>
                  <a:pt x="135" y="36"/>
                  <a:pt x="135" y="36"/>
                  <a:pt x="135" y="36"/>
                </a:cubicBezTo>
                <a:cubicBezTo>
                  <a:pt x="130" y="33"/>
                  <a:pt x="125" y="31"/>
                  <a:pt x="120" y="30"/>
                </a:cubicBezTo>
                <a:cubicBezTo>
                  <a:pt x="120" y="13"/>
                  <a:pt x="120" y="13"/>
                  <a:pt x="120" y="13"/>
                </a:cubicBezTo>
                <a:cubicBezTo>
                  <a:pt x="120" y="6"/>
                  <a:pt x="114" y="0"/>
                  <a:pt x="106" y="0"/>
                </a:cubicBezTo>
                <a:cubicBezTo>
                  <a:pt x="93" y="0"/>
                  <a:pt x="93" y="0"/>
                  <a:pt x="93" y="0"/>
                </a:cubicBezTo>
                <a:cubicBezTo>
                  <a:pt x="86" y="0"/>
                  <a:pt x="80" y="6"/>
                  <a:pt x="80" y="13"/>
                </a:cubicBezTo>
                <a:cubicBezTo>
                  <a:pt x="80" y="30"/>
                  <a:pt x="80" y="30"/>
                  <a:pt x="80" y="30"/>
                </a:cubicBezTo>
                <a:cubicBezTo>
                  <a:pt x="74" y="31"/>
                  <a:pt x="69" y="33"/>
                  <a:pt x="64" y="36"/>
                </a:cubicBezTo>
                <a:cubicBezTo>
                  <a:pt x="52" y="24"/>
                  <a:pt x="52" y="24"/>
                  <a:pt x="52" y="24"/>
                </a:cubicBezTo>
                <a:cubicBezTo>
                  <a:pt x="47" y="19"/>
                  <a:pt x="38" y="19"/>
                  <a:pt x="33" y="24"/>
                </a:cubicBezTo>
                <a:cubicBezTo>
                  <a:pt x="24" y="33"/>
                  <a:pt x="24" y="33"/>
                  <a:pt x="24" y="33"/>
                </a:cubicBezTo>
                <a:cubicBezTo>
                  <a:pt x="18" y="38"/>
                  <a:pt x="18" y="47"/>
                  <a:pt x="24" y="52"/>
                </a:cubicBezTo>
                <a:cubicBezTo>
                  <a:pt x="36" y="64"/>
                  <a:pt x="36" y="64"/>
                  <a:pt x="36" y="64"/>
                </a:cubicBezTo>
                <a:cubicBezTo>
                  <a:pt x="33" y="69"/>
                  <a:pt x="31" y="74"/>
                  <a:pt x="29" y="80"/>
                </a:cubicBezTo>
                <a:cubicBezTo>
                  <a:pt x="13" y="80"/>
                  <a:pt x="13" y="80"/>
                  <a:pt x="13" y="80"/>
                </a:cubicBezTo>
                <a:cubicBezTo>
                  <a:pt x="6" y="80"/>
                  <a:pt x="0" y="86"/>
                  <a:pt x="0" y="93"/>
                </a:cubicBezTo>
                <a:cubicBezTo>
                  <a:pt x="0" y="107"/>
                  <a:pt x="0" y="107"/>
                  <a:pt x="0" y="107"/>
                </a:cubicBezTo>
                <a:cubicBezTo>
                  <a:pt x="0" y="114"/>
                  <a:pt x="6" y="120"/>
                  <a:pt x="13" y="120"/>
                </a:cubicBezTo>
                <a:cubicBezTo>
                  <a:pt x="29" y="120"/>
                  <a:pt x="29" y="120"/>
                  <a:pt x="29" y="120"/>
                </a:cubicBezTo>
                <a:cubicBezTo>
                  <a:pt x="31" y="125"/>
                  <a:pt x="33" y="130"/>
                  <a:pt x="35" y="135"/>
                </a:cubicBezTo>
                <a:cubicBezTo>
                  <a:pt x="24" y="147"/>
                  <a:pt x="24" y="147"/>
                  <a:pt x="24" y="147"/>
                </a:cubicBezTo>
                <a:cubicBezTo>
                  <a:pt x="18" y="152"/>
                  <a:pt x="18" y="160"/>
                  <a:pt x="24" y="166"/>
                </a:cubicBezTo>
                <a:cubicBezTo>
                  <a:pt x="33" y="175"/>
                  <a:pt x="33" y="175"/>
                  <a:pt x="33" y="175"/>
                </a:cubicBezTo>
                <a:cubicBezTo>
                  <a:pt x="38" y="180"/>
                  <a:pt x="47" y="180"/>
                  <a:pt x="52" y="175"/>
                </a:cubicBezTo>
                <a:cubicBezTo>
                  <a:pt x="63" y="163"/>
                  <a:pt x="63" y="163"/>
                  <a:pt x="63" y="163"/>
                </a:cubicBezTo>
                <a:cubicBezTo>
                  <a:pt x="69" y="166"/>
                  <a:pt x="74" y="169"/>
                  <a:pt x="80" y="170"/>
                </a:cubicBezTo>
                <a:cubicBezTo>
                  <a:pt x="80" y="186"/>
                  <a:pt x="80" y="186"/>
                  <a:pt x="80" y="186"/>
                </a:cubicBezTo>
                <a:cubicBezTo>
                  <a:pt x="80" y="194"/>
                  <a:pt x="86" y="200"/>
                  <a:pt x="93" y="200"/>
                </a:cubicBezTo>
                <a:cubicBezTo>
                  <a:pt x="106" y="200"/>
                  <a:pt x="106" y="200"/>
                  <a:pt x="106" y="200"/>
                </a:cubicBezTo>
                <a:cubicBezTo>
                  <a:pt x="114" y="200"/>
                  <a:pt x="120" y="194"/>
                  <a:pt x="120" y="186"/>
                </a:cubicBezTo>
                <a:cubicBezTo>
                  <a:pt x="120" y="170"/>
                  <a:pt x="120" y="170"/>
                  <a:pt x="120" y="170"/>
                </a:cubicBezTo>
                <a:cubicBezTo>
                  <a:pt x="125" y="169"/>
                  <a:pt x="130" y="166"/>
                  <a:pt x="135" y="164"/>
                </a:cubicBezTo>
                <a:cubicBezTo>
                  <a:pt x="146" y="175"/>
                  <a:pt x="146" y="175"/>
                  <a:pt x="146" y="175"/>
                </a:cubicBezTo>
                <a:cubicBezTo>
                  <a:pt x="152" y="180"/>
                  <a:pt x="160" y="180"/>
                  <a:pt x="165" y="175"/>
                </a:cubicBezTo>
                <a:cubicBezTo>
                  <a:pt x="175" y="166"/>
                  <a:pt x="175" y="166"/>
                  <a:pt x="175" y="166"/>
                </a:cubicBezTo>
                <a:cubicBezTo>
                  <a:pt x="180" y="160"/>
                  <a:pt x="180" y="152"/>
                  <a:pt x="175" y="147"/>
                </a:cubicBezTo>
                <a:cubicBezTo>
                  <a:pt x="163" y="135"/>
                  <a:pt x="163" y="135"/>
                  <a:pt x="163" y="135"/>
                </a:cubicBezTo>
                <a:cubicBezTo>
                  <a:pt x="166" y="131"/>
                  <a:pt x="168" y="125"/>
                  <a:pt x="170" y="120"/>
                </a:cubicBezTo>
                <a:cubicBezTo>
                  <a:pt x="186" y="120"/>
                  <a:pt x="186" y="120"/>
                  <a:pt x="186" y="120"/>
                </a:cubicBezTo>
                <a:cubicBezTo>
                  <a:pt x="193" y="120"/>
                  <a:pt x="199" y="114"/>
                  <a:pt x="199" y="107"/>
                </a:cubicBezTo>
                <a:cubicBezTo>
                  <a:pt x="199" y="93"/>
                  <a:pt x="199" y="93"/>
                  <a:pt x="199" y="93"/>
                </a:cubicBezTo>
                <a:cubicBezTo>
                  <a:pt x="199" y="86"/>
                  <a:pt x="193" y="80"/>
                  <a:pt x="186" y="80"/>
                </a:cubicBezTo>
                <a:close/>
                <a:moveTo>
                  <a:pt x="100" y="140"/>
                </a:moveTo>
                <a:cubicBezTo>
                  <a:pt x="78" y="140"/>
                  <a:pt x="60" y="122"/>
                  <a:pt x="60" y="100"/>
                </a:cubicBezTo>
                <a:cubicBezTo>
                  <a:pt x="60" y="78"/>
                  <a:pt x="78" y="60"/>
                  <a:pt x="100" y="60"/>
                </a:cubicBezTo>
                <a:cubicBezTo>
                  <a:pt x="122" y="60"/>
                  <a:pt x="139" y="78"/>
                  <a:pt x="139" y="100"/>
                </a:cubicBezTo>
                <a:cubicBezTo>
                  <a:pt x="139" y="122"/>
                  <a:pt x="122" y="140"/>
                  <a:pt x="100" y="140"/>
                </a:cubicBezTo>
                <a:close/>
                <a:moveTo>
                  <a:pt x="100" y="80"/>
                </a:moveTo>
                <a:cubicBezTo>
                  <a:pt x="89" y="80"/>
                  <a:pt x="80" y="89"/>
                  <a:pt x="80" y="100"/>
                </a:cubicBezTo>
                <a:cubicBezTo>
                  <a:pt x="80" y="111"/>
                  <a:pt x="89" y="120"/>
                  <a:pt x="100" y="120"/>
                </a:cubicBezTo>
                <a:cubicBezTo>
                  <a:pt x="111" y="120"/>
                  <a:pt x="120" y="111"/>
                  <a:pt x="120" y="100"/>
                </a:cubicBezTo>
                <a:cubicBezTo>
                  <a:pt x="120" y="89"/>
                  <a:pt x="111" y="80"/>
                  <a:pt x="100" y="80"/>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42"/>
          <p:cNvSpPr>
            <a:spLocks noEditPoints="1"/>
          </p:cNvSpPr>
          <p:nvPr/>
        </p:nvSpPr>
        <p:spPr bwMode="auto">
          <a:xfrm>
            <a:off x="9769924" y="2861709"/>
            <a:ext cx="338745" cy="392157"/>
          </a:xfrm>
          <a:custGeom>
            <a:avLst/>
            <a:gdLst>
              <a:gd name="T0" fmla="*/ 159 w 172"/>
              <a:gd name="T1" fmla="*/ 36 h 199"/>
              <a:gd name="T2" fmla="*/ 124 w 172"/>
              <a:gd name="T3" fmla="*/ 36 h 199"/>
              <a:gd name="T4" fmla="*/ 86 w 172"/>
              <a:gd name="T5" fmla="*/ 0 h 199"/>
              <a:gd name="T6" fmla="*/ 49 w 172"/>
              <a:gd name="T7" fmla="*/ 36 h 199"/>
              <a:gd name="T8" fmla="*/ 12 w 172"/>
              <a:gd name="T9" fmla="*/ 36 h 199"/>
              <a:gd name="T10" fmla="*/ 0 w 172"/>
              <a:gd name="T11" fmla="*/ 49 h 199"/>
              <a:gd name="T12" fmla="*/ 11 w 172"/>
              <a:gd name="T13" fmla="*/ 62 h 199"/>
              <a:gd name="T14" fmla="*/ 11 w 172"/>
              <a:gd name="T15" fmla="*/ 162 h 199"/>
              <a:gd name="T16" fmla="*/ 49 w 172"/>
              <a:gd name="T17" fmla="*/ 199 h 199"/>
              <a:gd name="T18" fmla="*/ 124 w 172"/>
              <a:gd name="T19" fmla="*/ 199 h 199"/>
              <a:gd name="T20" fmla="*/ 159 w 172"/>
              <a:gd name="T21" fmla="*/ 162 h 199"/>
              <a:gd name="T22" fmla="*/ 159 w 172"/>
              <a:gd name="T23" fmla="*/ 62 h 199"/>
              <a:gd name="T24" fmla="*/ 172 w 172"/>
              <a:gd name="T25" fmla="*/ 49 h 199"/>
              <a:gd name="T26" fmla="*/ 159 w 172"/>
              <a:gd name="T27" fmla="*/ 36 h 199"/>
              <a:gd name="T28" fmla="*/ 86 w 172"/>
              <a:gd name="T29" fmla="*/ 22 h 199"/>
              <a:gd name="T30" fmla="*/ 99 w 172"/>
              <a:gd name="T31" fmla="*/ 36 h 199"/>
              <a:gd name="T32" fmla="*/ 74 w 172"/>
              <a:gd name="T33" fmla="*/ 36 h 199"/>
              <a:gd name="T34" fmla="*/ 86 w 172"/>
              <a:gd name="T35" fmla="*/ 22 h 199"/>
              <a:gd name="T36" fmla="*/ 136 w 172"/>
              <a:gd name="T37" fmla="*/ 163 h 199"/>
              <a:gd name="T38" fmla="*/ 123 w 172"/>
              <a:gd name="T39" fmla="*/ 176 h 199"/>
              <a:gd name="T40" fmla="*/ 48 w 172"/>
              <a:gd name="T41" fmla="*/ 176 h 199"/>
              <a:gd name="T42" fmla="*/ 36 w 172"/>
              <a:gd name="T43" fmla="*/ 163 h 199"/>
              <a:gd name="T44" fmla="*/ 36 w 172"/>
              <a:gd name="T45" fmla="*/ 63 h 199"/>
              <a:gd name="T46" fmla="*/ 136 w 172"/>
              <a:gd name="T47" fmla="*/ 63 h 199"/>
              <a:gd name="T48" fmla="*/ 136 w 172"/>
              <a:gd name="T49" fmla="*/ 163 h 199"/>
              <a:gd name="T50" fmla="*/ 55 w 172"/>
              <a:gd name="T51" fmla="*/ 149 h 199"/>
              <a:gd name="T52" fmla="*/ 64 w 172"/>
              <a:gd name="T53" fmla="*/ 142 h 199"/>
              <a:gd name="T54" fmla="*/ 64 w 172"/>
              <a:gd name="T55" fmla="*/ 93 h 199"/>
              <a:gd name="T56" fmla="*/ 55 w 172"/>
              <a:gd name="T57" fmla="*/ 86 h 199"/>
              <a:gd name="T58" fmla="*/ 47 w 172"/>
              <a:gd name="T59" fmla="*/ 93 h 199"/>
              <a:gd name="T60" fmla="*/ 47 w 172"/>
              <a:gd name="T61" fmla="*/ 142 h 199"/>
              <a:gd name="T62" fmla="*/ 55 w 172"/>
              <a:gd name="T63" fmla="*/ 149 h 199"/>
              <a:gd name="T64" fmla="*/ 115 w 172"/>
              <a:gd name="T65" fmla="*/ 149 h 199"/>
              <a:gd name="T66" fmla="*/ 124 w 172"/>
              <a:gd name="T67" fmla="*/ 142 h 199"/>
              <a:gd name="T68" fmla="*/ 124 w 172"/>
              <a:gd name="T69" fmla="*/ 93 h 199"/>
              <a:gd name="T70" fmla="*/ 115 w 172"/>
              <a:gd name="T71" fmla="*/ 86 h 199"/>
              <a:gd name="T72" fmla="*/ 107 w 172"/>
              <a:gd name="T73" fmla="*/ 93 h 199"/>
              <a:gd name="T74" fmla="*/ 107 w 172"/>
              <a:gd name="T75" fmla="*/ 142 h 199"/>
              <a:gd name="T76" fmla="*/ 115 w 172"/>
              <a:gd name="T77" fmla="*/ 149 h 199"/>
              <a:gd name="T78" fmla="*/ 84 w 172"/>
              <a:gd name="T79" fmla="*/ 149 h 199"/>
              <a:gd name="T80" fmla="*/ 93 w 172"/>
              <a:gd name="T81" fmla="*/ 142 h 199"/>
              <a:gd name="T82" fmla="*/ 93 w 172"/>
              <a:gd name="T83" fmla="*/ 93 h 199"/>
              <a:gd name="T84" fmla="*/ 84 w 172"/>
              <a:gd name="T85" fmla="*/ 86 h 199"/>
              <a:gd name="T86" fmla="*/ 76 w 172"/>
              <a:gd name="T87" fmla="*/ 93 h 199"/>
              <a:gd name="T88" fmla="*/ 76 w 172"/>
              <a:gd name="T89" fmla="*/ 142 h 199"/>
              <a:gd name="T90" fmla="*/ 84 w 172"/>
              <a:gd name="T91" fmla="*/ 14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72" h="199">
                <a:moveTo>
                  <a:pt x="159" y="36"/>
                </a:moveTo>
                <a:cubicBezTo>
                  <a:pt x="124" y="36"/>
                  <a:pt x="124" y="36"/>
                  <a:pt x="124" y="36"/>
                </a:cubicBezTo>
                <a:cubicBezTo>
                  <a:pt x="124" y="15"/>
                  <a:pt x="107" y="0"/>
                  <a:pt x="86" y="0"/>
                </a:cubicBezTo>
                <a:cubicBezTo>
                  <a:pt x="66" y="0"/>
                  <a:pt x="49" y="15"/>
                  <a:pt x="49" y="36"/>
                </a:cubicBezTo>
                <a:cubicBezTo>
                  <a:pt x="12" y="36"/>
                  <a:pt x="12" y="36"/>
                  <a:pt x="12" y="36"/>
                </a:cubicBezTo>
                <a:cubicBezTo>
                  <a:pt x="5" y="36"/>
                  <a:pt x="0" y="42"/>
                  <a:pt x="0" y="49"/>
                </a:cubicBezTo>
                <a:cubicBezTo>
                  <a:pt x="0" y="56"/>
                  <a:pt x="4" y="62"/>
                  <a:pt x="11" y="62"/>
                </a:cubicBezTo>
                <a:cubicBezTo>
                  <a:pt x="11" y="162"/>
                  <a:pt x="11" y="162"/>
                  <a:pt x="11" y="162"/>
                </a:cubicBezTo>
                <a:cubicBezTo>
                  <a:pt x="11" y="183"/>
                  <a:pt x="29" y="199"/>
                  <a:pt x="49" y="199"/>
                </a:cubicBezTo>
                <a:cubicBezTo>
                  <a:pt x="124" y="199"/>
                  <a:pt x="124" y="199"/>
                  <a:pt x="124" y="199"/>
                </a:cubicBezTo>
                <a:cubicBezTo>
                  <a:pt x="144" y="199"/>
                  <a:pt x="159" y="183"/>
                  <a:pt x="159" y="162"/>
                </a:cubicBezTo>
                <a:cubicBezTo>
                  <a:pt x="159" y="62"/>
                  <a:pt x="159" y="62"/>
                  <a:pt x="159" y="62"/>
                </a:cubicBezTo>
                <a:cubicBezTo>
                  <a:pt x="166" y="62"/>
                  <a:pt x="172" y="56"/>
                  <a:pt x="172" y="49"/>
                </a:cubicBezTo>
                <a:cubicBezTo>
                  <a:pt x="172" y="42"/>
                  <a:pt x="166" y="36"/>
                  <a:pt x="159" y="36"/>
                </a:cubicBezTo>
                <a:close/>
                <a:moveTo>
                  <a:pt x="86" y="22"/>
                </a:moveTo>
                <a:cubicBezTo>
                  <a:pt x="93" y="22"/>
                  <a:pt x="99" y="29"/>
                  <a:pt x="99" y="36"/>
                </a:cubicBezTo>
                <a:cubicBezTo>
                  <a:pt x="74" y="36"/>
                  <a:pt x="74" y="36"/>
                  <a:pt x="74" y="36"/>
                </a:cubicBezTo>
                <a:cubicBezTo>
                  <a:pt x="74" y="29"/>
                  <a:pt x="80" y="22"/>
                  <a:pt x="86" y="22"/>
                </a:cubicBezTo>
                <a:close/>
                <a:moveTo>
                  <a:pt x="136" y="163"/>
                </a:moveTo>
                <a:cubicBezTo>
                  <a:pt x="136" y="170"/>
                  <a:pt x="130" y="176"/>
                  <a:pt x="123" y="176"/>
                </a:cubicBezTo>
                <a:cubicBezTo>
                  <a:pt x="48" y="176"/>
                  <a:pt x="48" y="176"/>
                  <a:pt x="48" y="176"/>
                </a:cubicBezTo>
                <a:cubicBezTo>
                  <a:pt x="41" y="176"/>
                  <a:pt x="36" y="170"/>
                  <a:pt x="36" y="163"/>
                </a:cubicBezTo>
                <a:cubicBezTo>
                  <a:pt x="36" y="63"/>
                  <a:pt x="36" y="63"/>
                  <a:pt x="36" y="63"/>
                </a:cubicBezTo>
                <a:cubicBezTo>
                  <a:pt x="136" y="63"/>
                  <a:pt x="136" y="63"/>
                  <a:pt x="136" y="63"/>
                </a:cubicBezTo>
                <a:lnTo>
                  <a:pt x="136" y="163"/>
                </a:lnTo>
                <a:close/>
                <a:moveTo>
                  <a:pt x="55" y="149"/>
                </a:moveTo>
                <a:cubicBezTo>
                  <a:pt x="58" y="149"/>
                  <a:pt x="64" y="146"/>
                  <a:pt x="64" y="142"/>
                </a:cubicBezTo>
                <a:cubicBezTo>
                  <a:pt x="64" y="93"/>
                  <a:pt x="64" y="93"/>
                  <a:pt x="64" y="93"/>
                </a:cubicBezTo>
                <a:cubicBezTo>
                  <a:pt x="64" y="89"/>
                  <a:pt x="58" y="86"/>
                  <a:pt x="55" y="86"/>
                </a:cubicBezTo>
                <a:cubicBezTo>
                  <a:pt x="51" y="86"/>
                  <a:pt x="47" y="89"/>
                  <a:pt x="47" y="93"/>
                </a:cubicBezTo>
                <a:cubicBezTo>
                  <a:pt x="47" y="142"/>
                  <a:pt x="47" y="142"/>
                  <a:pt x="47" y="142"/>
                </a:cubicBezTo>
                <a:cubicBezTo>
                  <a:pt x="47" y="146"/>
                  <a:pt x="51" y="149"/>
                  <a:pt x="55" y="149"/>
                </a:cubicBezTo>
                <a:close/>
                <a:moveTo>
                  <a:pt x="115" y="149"/>
                </a:moveTo>
                <a:cubicBezTo>
                  <a:pt x="118" y="149"/>
                  <a:pt x="124" y="146"/>
                  <a:pt x="124" y="142"/>
                </a:cubicBezTo>
                <a:cubicBezTo>
                  <a:pt x="124" y="93"/>
                  <a:pt x="124" y="93"/>
                  <a:pt x="124" y="93"/>
                </a:cubicBezTo>
                <a:cubicBezTo>
                  <a:pt x="124" y="89"/>
                  <a:pt x="118" y="86"/>
                  <a:pt x="115" y="86"/>
                </a:cubicBezTo>
                <a:cubicBezTo>
                  <a:pt x="111" y="86"/>
                  <a:pt x="107" y="89"/>
                  <a:pt x="107" y="93"/>
                </a:cubicBezTo>
                <a:cubicBezTo>
                  <a:pt x="107" y="142"/>
                  <a:pt x="107" y="142"/>
                  <a:pt x="107" y="142"/>
                </a:cubicBezTo>
                <a:cubicBezTo>
                  <a:pt x="107" y="146"/>
                  <a:pt x="111" y="149"/>
                  <a:pt x="115" y="149"/>
                </a:cubicBezTo>
                <a:close/>
                <a:moveTo>
                  <a:pt x="84" y="149"/>
                </a:moveTo>
                <a:cubicBezTo>
                  <a:pt x="87" y="149"/>
                  <a:pt x="93" y="146"/>
                  <a:pt x="93" y="142"/>
                </a:cubicBezTo>
                <a:cubicBezTo>
                  <a:pt x="93" y="93"/>
                  <a:pt x="93" y="93"/>
                  <a:pt x="93" y="93"/>
                </a:cubicBezTo>
                <a:cubicBezTo>
                  <a:pt x="93" y="89"/>
                  <a:pt x="87" y="86"/>
                  <a:pt x="84" y="86"/>
                </a:cubicBezTo>
                <a:cubicBezTo>
                  <a:pt x="80" y="86"/>
                  <a:pt x="76" y="89"/>
                  <a:pt x="76" y="93"/>
                </a:cubicBezTo>
                <a:cubicBezTo>
                  <a:pt x="76" y="142"/>
                  <a:pt x="76" y="142"/>
                  <a:pt x="76" y="142"/>
                </a:cubicBezTo>
                <a:cubicBezTo>
                  <a:pt x="76" y="146"/>
                  <a:pt x="80" y="149"/>
                  <a:pt x="84" y="149"/>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43"/>
          <p:cNvSpPr>
            <a:spLocks noEditPoints="1"/>
          </p:cNvSpPr>
          <p:nvPr/>
        </p:nvSpPr>
        <p:spPr bwMode="auto">
          <a:xfrm>
            <a:off x="10225331" y="2863114"/>
            <a:ext cx="393562" cy="394968"/>
          </a:xfrm>
          <a:custGeom>
            <a:avLst/>
            <a:gdLst>
              <a:gd name="T0" fmla="*/ 200 w 200"/>
              <a:gd name="T1" fmla="*/ 166 h 200"/>
              <a:gd name="T2" fmla="*/ 166 w 200"/>
              <a:gd name="T3" fmla="*/ 200 h 200"/>
              <a:gd name="T4" fmla="*/ 148 w 200"/>
              <a:gd name="T5" fmla="*/ 200 h 200"/>
              <a:gd name="T6" fmla="*/ 132 w 200"/>
              <a:gd name="T7" fmla="*/ 200 h 200"/>
              <a:gd name="T8" fmla="*/ 35 w 200"/>
              <a:gd name="T9" fmla="*/ 200 h 200"/>
              <a:gd name="T10" fmla="*/ 0 w 200"/>
              <a:gd name="T11" fmla="*/ 166 h 200"/>
              <a:gd name="T12" fmla="*/ 0 w 200"/>
              <a:gd name="T13" fmla="*/ 100 h 200"/>
              <a:gd name="T14" fmla="*/ 0 w 200"/>
              <a:gd name="T15" fmla="*/ 100 h 200"/>
              <a:gd name="T16" fmla="*/ 0 w 200"/>
              <a:gd name="T17" fmla="*/ 33 h 200"/>
              <a:gd name="T18" fmla="*/ 34 w 200"/>
              <a:gd name="T19" fmla="*/ 0 h 200"/>
              <a:gd name="T20" fmla="*/ 79 w 200"/>
              <a:gd name="T21" fmla="*/ 0 h 200"/>
              <a:gd name="T22" fmla="*/ 110 w 200"/>
              <a:gd name="T23" fmla="*/ 23 h 200"/>
              <a:gd name="T24" fmla="*/ 166 w 200"/>
              <a:gd name="T25" fmla="*/ 23 h 200"/>
              <a:gd name="T26" fmla="*/ 200 w 200"/>
              <a:gd name="T27" fmla="*/ 55 h 200"/>
              <a:gd name="T28" fmla="*/ 200 w 200"/>
              <a:gd name="T29" fmla="*/ 100 h 200"/>
              <a:gd name="T30" fmla="*/ 200 w 200"/>
              <a:gd name="T31" fmla="*/ 100 h 200"/>
              <a:gd name="T32" fmla="*/ 200 w 200"/>
              <a:gd name="T33" fmla="*/ 166 h 200"/>
              <a:gd name="T34" fmla="*/ 20 w 200"/>
              <a:gd name="T35" fmla="*/ 168 h 200"/>
              <a:gd name="T36" fmla="*/ 32 w 200"/>
              <a:gd name="T37" fmla="*/ 179 h 200"/>
              <a:gd name="T38" fmla="*/ 132 w 200"/>
              <a:gd name="T39" fmla="*/ 179 h 200"/>
              <a:gd name="T40" fmla="*/ 148 w 200"/>
              <a:gd name="T41" fmla="*/ 179 h 200"/>
              <a:gd name="T42" fmla="*/ 169 w 200"/>
              <a:gd name="T43" fmla="*/ 179 h 200"/>
              <a:gd name="T44" fmla="*/ 180 w 200"/>
              <a:gd name="T45" fmla="*/ 168 h 200"/>
              <a:gd name="T46" fmla="*/ 180 w 200"/>
              <a:gd name="T47" fmla="*/ 108 h 200"/>
              <a:gd name="T48" fmla="*/ 180 w 200"/>
              <a:gd name="T49" fmla="*/ 103 h 200"/>
              <a:gd name="T50" fmla="*/ 169 w 200"/>
              <a:gd name="T51" fmla="*/ 92 h 200"/>
              <a:gd name="T52" fmla="*/ 148 w 200"/>
              <a:gd name="T53" fmla="*/ 92 h 200"/>
              <a:gd name="T54" fmla="*/ 132 w 200"/>
              <a:gd name="T55" fmla="*/ 92 h 200"/>
              <a:gd name="T56" fmla="*/ 32 w 200"/>
              <a:gd name="T57" fmla="*/ 92 h 200"/>
              <a:gd name="T58" fmla="*/ 29 w 200"/>
              <a:gd name="T59" fmla="*/ 92 h 200"/>
              <a:gd name="T60" fmla="*/ 28 w 200"/>
              <a:gd name="T61" fmla="*/ 92 h 200"/>
              <a:gd name="T62" fmla="*/ 27 w 200"/>
              <a:gd name="T63" fmla="*/ 93 h 200"/>
              <a:gd name="T64" fmla="*/ 26 w 200"/>
              <a:gd name="T65" fmla="*/ 93 h 200"/>
              <a:gd name="T66" fmla="*/ 25 w 200"/>
              <a:gd name="T67" fmla="*/ 94 h 200"/>
              <a:gd name="T68" fmla="*/ 24 w 200"/>
              <a:gd name="T69" fmla="*/ 95 h 200"/>
              <a:gd name="T70" fmla="*/ 24 w 200"/>
              <a:gd name="T71" fmla="*/ 95 h 200"/>
              <a:gd name="T72" fmla="*/ 20 w 200"/>
              <a:gd name="T73" fmla="*/ 103 h 200"/>
              <a:gd name="T74" fmla="*/ 20 w 200"/>
              <a:gd name="T75" fmla="*/ 108 h 200"/>
              <a:gd name="T76" fmla="*/ 20 w 200"/>
              <a:gd name="T77" fmla="*/ 108 h 200"/>
              <a:gd name="T78" fmla="*/ 20 w 200"/>
              <a:gd name="T79" fmla="*/ 168 h 200"/>
              <a:gd name="T80" fmla="*/ 169 w 200"/>
              <a:gd name="T81" fmla="*/ 47 h 200"/>
              <a:gd name="T82" fmla="*/ 88 w 200"/>
              <a:gd name="T83" fmla="*/ 47 h 200"/>
              <a:gd name="T84" fmla="*/ 88 w 200"/>
              <a:gd name="T85" fmla="*/ 34 h 200"/>
              <a:gd name="T86" fmla="*/ 77 w 200"/>
              <a:gd name="T87" fmla="*/ 23 h 200"/>
              <a:gd name="T88" fmla="*/ 32 w 200"/>
              <a:gd name="T89" fmla="*/ 23 h 200"/>
              <a:gd name="T90" fmla="*/ 20 w 200"/>
              <a:gd name="T91" fmla="*/ 34 h 200"/>
              <a:gd name="T92" fmla="*/ 20 w 200"/>
              <a:gd name="T93" fmla="*/ 71 h 200"/>
              <a:gd name="T94" fmla="*/ 24 w 200"/>
              <a:gd name="T95" fmla="*/ 69 h 200"/>
              <a:gd name="T96" fmla="*/ 24 w 200"/>
              <a:gd name="T97" fmla="*/ 69 h 200"/>
              <a:gd name="T98" fmla="*/ 27 w 200"/>
              <a:gd name="T99" fmla="*/ 68 h 200"/>
              <a:gd name="T100" fmla="*/ 28 w 200"/>
              <a:gd name="T101" fmla="*/ 68 h 200"/>
              <a:gd name="T102" fmla="*/ 31 w 200"/>
              <a:gd name="T103" fmla="*/ 68 h 200"/>
              <a:gd name="T104" fmla="*/ 32 w 200"/>
              <a:gd name="T105" fmla="*/ 68 h 200"/>
              <a:gd name="T106" fmla="*/ 35 w 200"/>
              <a:gd name="T107" fmla="*/ 67 h 200"/>
              <a:gd name="T108" fmla="*/ 132 w 200"/>
              <a:gd name="T109" fmla="*/ 67 h 200"/>
              <a:gd name="T110" fmla="*/ 148 w 200"/>
              <a:gd name="T111" fmla="*/ 67 h 200"/>
              <a:gd name="T112" fmla="*/ 166 w 200"/>
              <a:gd name="T113" fmla="*/ 67 h 200"/>
              <a:gd name="T114" fmla="*/ 180 w 200"/>
              <a:gd name="T115" fmla="*/ 71 h 200"/>
              <a:gd name="T116" fmla="*/ 180 w 200"/>
              <a:gd name="T117" fmla="*/ 58 h 200"/>
              <a:gd name="T118" fmla="*/ 169 w 200"/>
              <a:gd name="T119" fmla="*/ 47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0" h="200">
                <a:moveTo>
                  <a:pt x="200" y="166"/>
                </a:moveTo>
                <a:cubicBezTo>
                  <a:pt x="200" y="185"/>
                  <a:pt x="184" y="200"/>
                  <a:pt x="166" y="200"/>
                </a:cubicBezTo>
                <a:cubicBezTo>
                  <a:pt x="148" y="200"/>
                  <a:pt x="148" y="200"/>
                  <a:pt x="148" y="200"/>
                </a:cubicBezTo>
                <a:cubicBezTo>
                  <a:pt x="132" y="200"/>
                  <a:pt x="132" y="200"/>
                  <a:pt x="132" y="200"/>
                </a:cubicBezTo>
                <a:cubicBezTo>
                  <a:pt x="35" y="200"/>
                  <a:pt x="35" y="200"/>
                  <a:pt x="35" y="200"/>
                </a:cubicBezTo>
                <a:cubicBezTo>
                  <a:pt x="17" y="200"/>
                  <a:pt x="0" y="185"/>
                  <a:pt x="0" y="166"/>
                </a:cubicBezTo>
                <a:cubicBezTo>
                  <a:pt x="0" y="100"/>
                  <a:pt x="0" y="100"/>
                  <a:pt x="0" y="100"/>
                </a:cubicBezTo>
                <a:cubicBezTo>
                  <a:pt x="0" y="100"/>
                  <a:pt x="0" y="100"/>
                  <a:pt x="0" y="100"/>
                </a:cubicBezTo>
                <a:cubicBezTo>
                  <a:pt x="0" y="33"/>
                  <a:pt x="0" y="33"/>
                  <a:pt x="0" y="33"/>
                </a:cubicBezTo>
                <a:cubicBezTo>
                  <a:pt x="0" y="15"/>
                  <a:pt x="15" y="0"/>
                  <a:pt x="34" y="0"/>
                </a:cubicBezTo>
                <a:cubicBezTo>
                  <a:pt x="79" y="0"/>
                  <a:pt x="79" y="0"/>
                  <a:pt x="79" y="0"/>
                </a:cubicBezTo>
                <a:cubicBezTo>
                  <a:pt x="93" y="0"/>
                  <a:pt x="105" y="10"/>
                  <a:pt x="110" y="23"/>
                </a:cubicBezTo>
                <a:cubicBezTo>
                  <a:pt x="166" y="23"/>
                  <a:pt x="166" y="23"/>
                  <a:pt x="166" y="23"/>
                </a:cubicBezTo>
                <a:cubicBezTo>
                  <a:pt x="184" y="23"/>
                  <a:pt x="200" y="37"/>
                  <a:pt x="200" y="55"/>
                </a:cubicBezTo>
                <a:cubicBezTo>
                  <a:pt x="200" y="100"/>
                  <a:pt x="200" y="100"/>
                  <a:pt x="200" y="100"/>
                </a:cubicBezTo>
                <a:cubicBezTo>
                  <a:pt x="200" y="100"/>
                  <a:pt x="200" y="100"/>
                  <a:pt x="200" y="100"/>
                </a:cubicBezTo>
                <a:lnTo>
                  <a:pt x="200" y="166"/>
                </a:lnTo>
                <a:close/>
                <a:moveTo>
                  <a:pt x="20" y="168"/>
                </a:moveTo>
                <a:cubicBezTo>
                  <a:pt x="20" y="174"/>
                  <a:pt x="25" y="179"/>
                  <a:pt x="32" y="179"/>
                </a:cubicBezTo>
                <a:cubicBezTo>
                  <a:pt x="132" y="179"/>
                  <a:pt x="132" y="179"/>
                  <a:pt x="132" y="179"/>
                </a:cubicBezTo>
                <a:cubicBezTo>
                  <a:pt x="148" y="179"/>
                  <a:pt x="148" y="179"/>
                  <a:pt x="148" y="179"/>
                </a:cubicBezTo>
                <a:cubicBezTo>
                  <a:pt x="169" y="179"/>
                  <a:pt x="169" y="179"/>
                  <a:pt x="169" y="179"/>
                </a:cubicBezTo>
                <a:cubicBezTo>
                  <a:pt x="175" y="179"/>
                  <a:pt x="180" y="174"/>
                  <a:pt x="180" y="168"/>
                </a:cubicBezTo>
                <a:cubicBezTo>
                  <a:pt x="180" y="108"/>
                  <a:pt x="180" y="108"/>
                  <a:pt x="180" y="108"/>
                </a:cubicBezTo>
                <a:cubicBezTo>
                  <a:pt x="180" y="103"/>
                  <a:pt x="180" y="103"/>
                  <a:pt x="180" y="103"/>
                </a:cubicBezTo>
                <a:cubicBezTo>
                  <a:pt x="180" y="97"/>
                  <a:pt x="175" y="92"/>
                  <a:pt x="169" y="92"/>
                </a:cubicBezTo>
                <a:cubicBezTo>
                  <a:pt x="148" y="92"/>
                  <a:pt x="148" y="92"/>
                  <a:pt x="148" y="92"/>
                </a:cubicBezTo>
                <a:cubicBezTo>
                  <a:pt x="132" y="92"/>
                  <a:pt x="132" y="92"/>
                  <a:pt x="132" y="92"/>
                </a:cubicBezTo>
                <a:cubicBezTo>
                  <a:pt x="32" y="92"/>
                  <a:pt x="32" y="92"/>
                  <a:pt x="32" y="92"/>
                </a:cubicBezTo>
                <a:cubicBezTo>
                  <a:pt x="31" y="92"/>
                  <a:pt x="30" y="92"/>
                  <a:pt x="29" y="92"/>
                </a:cubicBezTo>
                <a:cubicBezTo>
                  <a:pt x="29" y="92"/>
                  <a:pt x="29" y="92"/>
                  <a:pt x="28" y="92"/>
                </a:cubicBezTo>
                <a:cubicBezTo>
                  <a:pt x="28" y="92"/>
                  <a:pt x="28" y="93"/>
                  <a:pt x="27" y="93"/>
                </a:cubicBezTo>
                <a:cubicBezTo>
                  <a:pt x="27" y="93"/>
                  <a:pt x="26" y="93"/>
                  <a:pt x="26" y="93"/>
                </a:cubicBezTo>
                <a:cubicBezTo>
                  <a:pt x="26" y="94"/>
                  <a:pt x="26" y="94"/>
                  <a:pt x="25" y="94"/>
                </a:cubicBezTo>
                <a:cubicBezTo>
                  <a:pt x="25" y="94"/>
                  <a:pt x="24" y="95"/>
                  <a:pt x="24" y="95"/>
                </a:cubicBezTo>
                <a:cubicBezTo>
                  <a:pt x="24" y="95"/>
                  <a:pt x="24" y="95"/>
                  <a:pt x="24" y="95"/>
                </a:cubicBezTo>
                <a:cubicBezTo>
                  <a:pt x="22" y="97"/>
                  <a:pt x="20" y="100"/>
                  <a:pt x="20" y="103"/>
                </a:cubicBezTo>
                <a:cubicBezTo>
                  <a:pt x="20" y="108"/>
                  <a:pt x="20" y="108"/>
                  <a:pt x="20" y="108"/>
                </a:cubicBezTo>
                <a:cubicBezTo>
                  <a:pt x="20" y="108"/>
                  <a:pt x="20" y="108"/>
                  <a:pt x="20" y="108"/>
                </a:cubicBezTo>
                <a:lnTo>
                  <a:pt x="20" y="168"/>
                </a:lnTo>
                <a:close/>
                <a:moveTo>
                  <a:pt x="169" y="47"/>
                </a:moveTo>
                <a:cubicBezTo>
                  <a:pt x="88" y="47"/>
                  <a:pt x="88" y="47"/>
                  <a:pt x="88" y="47"/>
                </a:cubicBezTo>
                <a:cubicBezTo>
                  <a:pt x="88" y="34"/>
                  <a:pt x="88" y="34"/>
                  <a:pt x="88" y="34"/>
                </a:cubicBezTo>
                <a:cubicBezTo>
                  <a:pt x="88" y="28"/>
                  <a:pt x="83" y="23"/>
                  <a:pt x="77" y="23"/>
                </a:cubicBezTo>
                <a:cubicBezTo>
                  <a:pt x="32" y="23"/>
                  <a:pt x="32" y="23"/>
                  <a:pt x="32" y="23"/>
                </a:cubicBezTo>
                <a:cubicBezTo>
                  <a:pt x="25" y="23"/>
                  <a:pt x="20" y="28"/>
                  <a:pt x="20" y="34"/>
                </a:cubicBezTo>
                <a:cubicBezTo>
                  <a:pt x="20" y="71"/>
                  <a:pt x="20" y="71"/>
                  <a:pt x="20" y="71"/>
                </a:cubicBezTo>
                <a:cubicBezTo>
                  <a:pt x="22" y="70"/>
                  <a:pt x="23" y="70"/>
                  <a:pt x="24" y="69"/>
                </a:cubicBezTo>
                <a:cubicBezTo>
                  <a:pt x="24" y="69"/>
                  <a:pt x="24" y="69"/>
                  <a:pt x="24" y="69"/>
                </a:cubicBezTo>
                <a:cubicBezTo>
                  <a:pt x="25" y="69"/>
                  <a:pt x="26" y="69"/>
                  <a:pt x="27" y="68"/>
                </a:cubicBezTo>
                <a:cubicBezTo>
                  <a:pt x="27" y="68"/>
                  <a:pt x="28" y="68"/>
                  <a:pt x="28" y="68"/>
                </a:cubicBezTo>
                <a:cubicBezTo>
                  <a:pt x="29" y="68"/>
                  <a:pt x="30" y="68"/>
                  <a:pt x="31" y="68"/>
                </a:cubicBezTo>
                <a:cubicBezTo>
                  <a:pt x="31" y="68"/>
                  <a:pt x="31" y="68"/>
                  <a:pt x="32" y="68"/>
                </a:cubicBezTo>
                <a:cubicBezTo>
                  <a:pt x="33" y="68"/>
                  <a:pt x="34" y="67"/>
                  <a:pt x="35" y="67"/>
                </a:cubicBezTo>
                <a:cubicBezTo>
                  <a:pt x="132" y="67"/>
                  <a:pt x="132" y="67"/>
                  <a:pt x="132" y="67"/>
                </a:cubicBezTo>
                <a:cubicBezTo>
                  <a:pt x="148" y="67"/>
                  <a:pt x="148" y="67"/>
                  <a:pt x="148" y="67"/>
                </a:cubicBezTo>
                <a:cubicBezTo>
                  <a:pt x="166" y="67"/>
                  <a:pt x="166" y="67"/>
                  <a:pt x="166" y="67"/>
                </a:cubicBezTo>
                <a:cubicBezTo>
                  <a:pt x="171" y="67"/>
                  <a:pt x="176" y="69"/>
                  <a:pt x="180" y="71"/>
                </a:cubicBezTo>
                <a:cubicBezTo>
                  <a:pt x="180" y="58"/>
                  <a:pt x="180" y="58"/>
                  <a:pt x="180" y="58"/>
                </a:cubicBezTo>
                <a:cubicBezTo>
                  <a:pt x="180" y="52"/>
                  <a:pt x="175" y="47"/>
                  <a:pt x="169" y="47"/>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44"/>
          <p:cNvSpPr>
            <a:spLocks noEditPoints="1"/>
          </p:cNvSpPr>
          <p:nvPr/>
        </p:nvSpPr>
        <p:spPr bwMode="auto">
          <a:xfrm>
            <a:off x="10691983" y="2863114"/>
            <a:ext cx="392156" cy="394968"/>
          </a:xfrm>
          <a:custGeom>
            <a:avLst/>
            <a:gdLst>
              <a:gd name="T0" fmla="*/ 66 w 279"/>
              <a:gd name="T1" fmla="*/ 281 h 281"/>
              <a:gd name="T2" fmla="*/ 264 w 279"/>
              <a:gd name="T3" fmla="*/ 264 h 281"/>
              <a:gd name="T4" fmla="*/ 279 w 279"/>
              <a:gd name="T5" fmla="*/ 73 h 281"/>
              <a:gd name="T6" fmla="*/ 279 w 279"/>
              <a:gd name="T7" fmla="*/ 281 h 281"/>
              <a:gd name="T8" fmla="*/ 264 w 279"/>
              <a:gd name="T9" fmla="*/ 56 h 281"/>
              <a:gd name="T10" fmla="*/ 245 w 279"/>
              <a:gd name="T11" fmla="*/ 34 h 281"/>
              <a:gd name="T12" fmla="*/ 227 w 279"/>
              <a:gd name="T13" fmla="*/ 56 h 281"/>
              <a:gd name="T14" fmla="*/ 210 w 279"/>
              <a:gd name="T15" fmla="*/ 17 h 281"/>
              <a:gd name="T16" fmla="*/ 192 w 279"/>
              <a:gd name="T17" fmla="*/ 56 h 281"/>
              <a:gd name="T18" fmla="*/ 175 w 279"/>
              <a:gd name="T19" fmla="*/ 34 h 281"/>
              <a:gd name="T20" fmla="*/ 157 w 279"/>
              <a:gd name="T21" fmla="*/ 56 h 281"/>
              <a:gd name="T22" fmla="*/ 140 w 279"/>
              <a:gd name="T23" fmla="*/ 34 h 281"/>
              <a:gd name="T24" fmla="*/ 122 w 279"/>
              <a:gd name="T25" fmla="*/ 56 h 281"/>
              <a:gd name="T26" fmla="*/ 105 w 279"/>
              <a:gd name="T27" fmla="*/ 34 h 281"/>
              <a:gd name="T28" fmla="*/ 88 w 279"/>
              <a:gd name="T29" fmla="*/ 56 h 281"/>
              <a:gd name="T30" fmla="*/ 66 w 279"/>
              <a:gd name="T31" fmla="*/ 0 h 281"/>
              <a:gd name="T32" fmla="*/ 279 w 279"/>
              <a:gd name="T33" fmla="*/ 34 h 281"/>
              <a:gd name="T34" fmla="*/ 264 w 279"/>
              <a:gd name="T35" fmla="*/ 56 h 281"/>
              <a:gd name="T36" fmla="*/ 0 w 279"/>
              <a:gd name="T37" fmla="*/ 281 h 281"/>
              <a:gd name="T38" fmla="*/ 55 w 279"/>
              <a:gd name="T39" fmla="*/ 73 h 281"/>
              <a:gd name="T40" fmla="*/ 34 w 279"/>
              <a:gd name="T41" fmla="*/ 88 h 281"/>
              <a:gd name="T42" fmla="*/ 55 w 279"/>
              <a:gd name="T43" fmla="*/ 105 h 281"/>
              <a:gd name="T44" fmla="*/ 34 w 279"/>
              <a:gd name="T45" fmla="*/ 124 h 281"/>
              <a:gd name="T46" fmla="*/ 55 w 279"/>
              <a:gd name="T47" fmla="*/ 140 h 281"/>
              <a:gd name="T48" fmla="*/ 34 w 279"/>
              <a:gd name="T49" fmla="*/ 159 h 281"/>
              <a:gd name="T50" fmla="*/ 55 w 279"/>
              <a:gd name="T51" fmla="*/ 175 h 281"/>
              <a:gd name="T52" fmla="*/ 17 w 279"/>
              <a:gd name="T53" fmla="*/ 194 h 281"/>
              <a:gd name="T54" fmla="*/ 55 w 279"/>
              <a:gd name="T55" fmla="*/ 210 h 281"/>
              <a:gd name="T56" fmla="*/ 34 w 279"/>
              <a:gd name="T57" fmla="*/ 229 h 281"/>
              <a:gd name="T58" fmla="*/ 55 w 279"/>
              <a:gd name="T59" fmla="*/ 246 h 281"/>
              <a:gd name="T60" fmla="*/ 34 w 279"/>
              <a:gd name="T61" fmla="*/ 264 h 281"/>
              <a:gd name="T62" fmla="*/ 0 w 279"/>
              <a:gd name="T63" fmla="*/ 0 h 281"/>
              <a:gd name="T64" fmla="*/ 55 w 279"/>
              <a:gd name="T65" fmla="*/ 56 h 281"/>
              <a:gd name="T66" fmla="*/ 0 w 279"/>
              <a:gd name="T67" fmla="*/ 0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9" h="281">
                <a:moveTo>
                  <a:pt x="264" y="281"/>
                </a:moveTo>
                <a:lnTo>
                  <a:pt x="66" y="281"/>
                </a:lnTo>
                <a:lnTo>
                  <a:pt x="66" y="264"/>
                </a:lnTo>
                <a:lnTo>
                  <a:pt x="264" y="264"/>
                </a:lnTo>
                <a:lnTo>
                  <a:pt x="264" y="73"/>
                </a:lnTo>
                <a:lnTo>
                  <a:pt x="279" y="73"/>
                </a:lnTo>
                <a:lnTo>
                  <a:pt x="279" y="264"/>
                </a:lnTo>
                <a:lnTo>
                  <a:pt x="279" y="281"/>
                </a:lnTo>
                <a:lnTo>
                  <a:pt x="264" y="281"/>
                </a:lnTo>
                <a:close/>
                <a:moveTo>
                  <a:pt x="264" y="56"/>
                </a:moveTo>
                <a:lnTo>
                  <a:pt x="245" y="56"/>
                </a:lnTo>
                <a:lnTo>
                  <a:pt x="245" y="34"/>
                </a:lnTo>
                <a:lnTo>
                  <a:pt x="227" y="34"/>
                </a:lnTo>
                <a:lnTo>
                  <a:pt x="227" y="56"/>
                </a:lnTo>
                <a:lnTo>
                  <a:pt x="210" y="56"/>
                </a:lnTo>
                <a:lnTo>
                  <a:pt x="210" y="17"/>
                </a:lnTo>
                <a:lnTo>
                  <a:pt x="192" y="17"/>
                </a:lnTo>
                <a:lnTo>
                  <a:pt x="192" y="56"/>
                </a:lnTo>
                <a:lnTo>
                  <a:pt x="175" y="56"/>
                </a:lnTo>
                <a:lnTo>
                  <a:pt x="175" y="34"/>
                </a:lnTo>
                <a:lnTo>
                  <a:pt x="157" y="34"/>
                </a:lnTo>
                <a:lnTo>
                  <a:pt x="157" y="56"/>
                </a:lnTo>
                <a:lnTo>
                  <a:pt x="140" y="56"/>
                </a:lnTo>
                <a:lnTo>
                  <a:pt x="140" y="34"/>
                </a:lnTo>
                <a:lnTo>
                  <a:pt x="122" y="34"/>
                </a:lnTo>
                <a:lnTo>
                  <a:pt x="122" y="56"/>
                </a:lnTo>
                <a:lnTo>
                  <a:pt x="105" y="56"/>
                </a:lnTo>
                <a:lnTo>
                  <a:pt x="105" y="34"/>
                </a:lnTo>
                <a:lnTo>
                  <a:pt x="88" y="34"/>
                </a:lnTo>
                <a:lnTo>
                  <a:pt x="88" y="56"/>
                </a:lnTo>
                <a:lnTo>
                  <a:pt x="66" y="56"/>
                </a:lnTo>
                <a:lnTo>
                  <a:pt x="66" y="0"/>
                </a:lnTo>
                <a:lnTo>
                  <a:pt x="279" y="0"/>
                </a:lnTo>
                <a:lnTo>
                  <a:pt x="279" y="34"/>
                </a:lnTo>
                <a:lnTo>
                  <a:pt x="264" y="34"/>
                </a:lnTo>
                <a:lnTo>
                  <a:pt x="264" y="56"/>
                </a:lnTo>
                <a:close/>
                <a:moveTo>
                  <a:pt x="34" y="281"/>
                </a:moveTo>
                <a:lnTo>
                  <a:pt x="0" y="281"/>
                </a:lnTo>
                <a:lnTo>
                  <a:pt x="0" y="73"/>
                </a:lnTo>
                <a:lnTo>
                  <a:pt x="55" y="73"/>
                </a:lnTo>
                <a:lnTo>
                  <a:pt x="55" y="88"/>
                </a:lnTo>
                <a:lnTo>
                  <a:pt x="34" y="88"/>
                </a:lnTo>
                <a:lnTo>
                  <a:pt x="34" y="105"/>
                </a:lnTo>
                <a:lnTo>
                  <a:pt x="55" y="105"/>
                </a:lnTo>
                <a:lnTo>
                  <a:pt x="55" y="124"/>
                </a:lnTo>
                <a:lnTo>
                  <a:pt x="34" y="124"/>
                </a:lnTo>
                <a:lnTo>
                  <a:pt x="34" y="140"/>
                </a:lnTo>
                <a:lnTo>
                  <a:pt x="55" y="140"/>
                </a:lnTo>
                <a:lnTo>
                  <a:pt x="55" y="159"/>
                </a:lnTo>
                <a:lnTo>
                  <a:pt x="34" y="159"/>
                </a:lnTo>
                <a:lnTo>
                  <a:pt x="34" y="175"/>
                </a:lnTo>
                <a:lnTo>
                  <a:pt x="55" y="175"/>
                </a:lnTo>
                <a:lnTo>
                  <a:pt x="55" y="194"/>
                </a:lnTo>
                <a:lnTo>
                  <a:pt x="17" y="194"/>
                </a:lnTo>
                <a:lnTo>
                  <a:pt x="17" y="210"/>
                </a:lnTo>
                <a:lnTo>
                  <a:pt x="55" y="210"/>
                </a:lnTo>
                <a:lnTo>
                  <a:pt x="55" y="229"/>
                </a:lnTo>
                <a:lnTo>
                  <a:pt x="34" y="229"/>
                </a:lnTo>
                <a:lnTo>
                  <a:pt x="34" y="246"/>
                </a:lnTo>
                <a:lnTo>
                  <a:pt x="55" y="246"/>
                </a:lnTo>
                <a:lnTo>
                  <a:pt x="55" y="264"/>
                </a:lnTo>
                <a:lnTo>
                  <a:pt x="34" y="264"/>
                </a:lnTo>
                <a:lnTo>
                  <a:pt x="34" y="281"/>
                </a:lnTo>
                <a:close/>
                <a:moveTo>
                  <a:pt x="0" y="0"/>
                </a:moveTo>
                <a:lnTo>
                  <a:pt x="55" y="0"/>
                </a:lnTo>
                <a:lnTo>
                  <a:pt x="55" y="56"/>
                </a:lnTo>
                <a:lnTo>
                  <a:pt x="0" y="56"/>
                </a:lnTo>
                <a:lnTo>
                  <a:pt x="0" y="0"/>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45"/>
          <p:cNvSpPr>
            <a:spLocks/>
          </p:cNvSpPr>
          <p:nvPr/>
        </p:nvSpPr>
        <p:spPr bwMode="auto">
          <a:xfrm>
            <a:off x="11206424" y="2863114"/>
            <a:ext cx="354205" cy="387939"/>
          </a:xfrm>
          <a:custGeom>
            <a:avLst/>
            <a:gdLst>
              <a:gd name="T0" fmla="*/ 0 w 180"/>
              <a:gd name="T1" fmla="*/ 0 h 197"/>
              <a:gd name="T2" fmla="*/ 0 w 180"/>
              <a:gd name="T3" fmla="*/ 61 h 197"/>
              <a:gd name="T4" fmla="*/ 8 w 180"/>
              <a:gd name="T5" fmla="*/ 61 h 197"/>
              <a:gd name="T6" fmla="*/ 23 w 180"/>
              <a:gd name="T7" fmla="*/ 29 h 197"/>
              <a:gd name="T8" fmla="*/ 56 w 180"/>
              <a:gd name="T9" fmla="*/ 21 h 197"/>
              <a:gd name="T10" fmla="*/ 67 w 180"/>
              <a:gd name="T11" fmla="*/ 21 h 197"/>
              <a:gd name="T12" fmla="*/ 67 w 180"/>
              <a:gd name="T13" fmla="*/ 158 h 197"/>
              <a:gd name="T14" fmla="*/ 66 w 180"/>
              <a:gd name="T15" fmla="*/ 176 h 197"/>
              <a:gd name="T16" fmla="*/ 62 w 180"/>
              <a:gd name="T17" fmla="*/ 183 h 197"/>
              <a:gd name="T18" fmla="*/ 45 w 180"/>
              <a:gd name="T19" fmla="*/ 186 h 197"/>
              <a:gd name="T20" fmla="*/ 39 w 180"/>
              <a:gd name="T21" fmla="*/ 186 h 197"/>
              <a:gd name="T22" fmla="*/ 39 w 180"/>
              <a:gd name="T23" fmla="*/ 197 h 197"/>
              <a:gd name="T24" fmla="*/ 139 w 180"/>
              <a:gd name="T25" fmla="*/ 197 h 197"/>
              <a:gd name="T26" fmla="*/ 139 w 180"/>
              <a:gd name="T27" fmla="*/ 186 h 197"/>
              <a:gd name="T28" fmla="*/ 129 w 180"/>
              <a:gd name="T29" fmla="*/ 186 h 197"/>
              <a:gd name="T30" fmla="*/ 116 w 180"/>
              <a:gd name="T31" fmla="*/ 183 h 197"/>
              <a:gd name="T32" fmla="*/ 109 w 180"/>
              <a:gd name="T33" fmla="*/ 176 h 197"/>
              <a:gd name="T34" fmla="*/ 108 w 180"/>
              <a:gd name="T35" fmla="*/ 158 h 197"/>
              <a:gd name="T36" fmla="*/ 108 w 180"/>
              <a:gd name="T37" fmla="*/ 21 h 197"/>
              <a:gd name="T38" fmla="*/ 122 w 180"/>
              <a:gd name="T39" fmla="*/ 21 h 197"/>
              <a:gd name="T40" fmla="*/ 145 w 180"/>
              <a:gd name="T41" fmla="*/ 24 h 197"/>
              <a:gd name="T42" fmla="*/ 160 w 180"/>
              <a:gd name="T43" fmla="*/ 36 h 197"/>
              <a:gd name="T44" fmla="*/ 170 w 180"/>
              <a:gd name="T45" fmla="*/ 61 h 197"/>
              <a:gd name="T46" fmla="*/ 180 w 180"/>
              <a:gd name="T47" fmla="*/ 61 h 197"/>
              <a:gd name="T48" fmla="*/ 180 w 180"/>
              <a:gd name="T49" fmla="*/ 0 h 197"/>
              <a:gd name="T50" fmla="*/ 0 w 180"/>
              <a:gd name="T51" fmla="*/ 0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0" h="197">
                <a:moveTo>
                  <a:pt x="0" y="0"/>
                </a:moveTo>
                <a:cubicBezTo>
                  <a:pt x="0" y="61"/>
                  <a:pt x="0" y="61"/>
                  <a:pt x="0" y="61"/>
                </a:cubicBezTo>
                <a:cubicBezTo>
                  <a:pt x="8" y="61"/>
                  <a:pt x="8" y="61"/>
                  <a:pt x="8" y="61"/>
                </a:cubicBezTo>
                <a:cubicBezTo>
                  <a:pt x="10" y="47"/>
                  <a:pt x="15" y="37"/>
                  <a:pt x="23" y="29"/>
                </a:cubicBezTo>
                <a:cubicBezTo>
                  <a:pt x="29" y="24"/>
                  <a:pt x="43" y="21"/>
                  <a:pt x="56" y="21"/>
                </a:cubicBezTo>
                <a:cubicBezTo>
                  <a:pt x="67" y="21"/>
                  <a:pt x="67" y="21"/>
                  <a:pt x="67" y="21"/>
                </a:cubicBezTo>
                <a:cubicBezTo>
                  <a:pt x="67" y="158"/>
                  <a:pt x="67" y="158"/>
                  <a:pt x="67" y="158"/>
                </a:cubicBezTo>
                <a:cubicBezTo>
                  <a:pt x="67" y="168"/>
                  <a:pt x="67" y="174"/>
                  <a:pt x="66" y="176"/>
                </a:cubicBezTo>
                <a:cubicBezTo>
                  <a:pt x="65" y="179"/>
                  <a:pt x="65" y="181"/>
                  <a:pt x="62" y="183"/>
                </a:cubicBezTo>
                <a:cubicBezTo>
                  <a:pt x="59" y="185"/>
                  <a:pt x="50" y="186"/>
                  <a:pt x="45" y="186"/>
                </a:cubicBezTo>
                <a:cubicBezTo>
                  <a:pt x="39" y="186"/>
                  <a:pt x="39" y="186"/>
                  <a:pt x="39" y="186"/>
                </a:cubicBezTo>
                <a:cubicBezTo>
                  <a:pt x="39" y="197"/>
                  <a:pt x="39" y="197"/>
                  <a:pt x="39" y="197"/>
                </a:cubicBezTo>
                <a:cubicBezTo>
                  <a:pt x="139" y="197"/>
                  <a:pt x="139" y="197"/>
                  <a:pt x="139" y="197"/>
                </a:cubicBezTo>
                <a:cubicBezTo>
                  <a:pt x="139" y="186"/>
                  <a:pt x="139" y="186"/>
                  <a:pt x="139" y="186"/>
                </a:cubicBezTo>
                <a:cubicBezTo>
                  <a:pt x="129" y="186"/>
                  <a:pt x="129" y="186"/>
                  <a:pt x="129" y="186"/>
                </a:cubicBezTo>
                <a:cubicBezTo>
                  <a:pt x="123" y="186"/>
                  <a:pt x="119" y="185"/>
                  <a:pt x="116" y="183"/>
                </a:cubicBezTo>
                <a:cubicBezTo>
                  <a:pt x="113" y="181"/>
                  <a:pt x="110" y="179"/>
                  <a:pt x="109" y="176"/>
                </a:cubicBezTo>
                <a:cubicBezTo>
                  <a:pt x="108" y="174"/>
                  <a:pt x="108" y="168"/>
                  <a:pt x="108" y="158"/>
                </a:cubicBezTo>
                <a:cubicBezTo>
                  <a:pt x="108" y="21"/>
                  <a:pt x="108" y="21"/>
                  <a:pt x="108" y="21"/>
                </a:cubicBezTo>
                <a:cubicBezTo>
                  <a:pt x="122" y="21"/>
                  <a:pt x="122" y="21"/>
                  <a:pt x="122" y="21"/>
                </a:cubicBezTo>
                <a:cubicBezTo>
                  <a:pt x="131" y="21"/>
                  <a:pt x="141" y="22"/>
                  <a:pt x="145" y="24"/>
                </a:cubicBezTo>
                <a:cubicBezTo>
                  <a:pt x="152" y="27"/>
                  <a:pt x="157" y="31"/>
                  <a:pt x="160" y="36"/>
                </a:cubicBezTo>
                <a:cubicBezTo>
                  <a:pt x="164" y="41"/>
                  <a:pt x="167" y="49"/>
                  <a:pt x="170" y="61"/>
                </a:cubicBezTo>
                <a:cubicBezTo>
                  <a:pt x="180" y="61"/>
                  <a:pt x="180" y="61"/>
                  <a:pt x="180" y="61"/>
                </a:cubicBezTo>
                <a:cubicBezTo>
                  <a:pt x="180" y="0"/>
                  <a:pt x="180" y="0"/>
                  <a:pt x="180" y="0"/>
                </a:cubicBezTo>
                <a:lnTo>
                  <a:pt x="0" y="0"/>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46"/>
          <p:cNvSpPr>
            <a:spLocks noEditPoints="1"/>
          </p:cNvSpPr>
          <p:nvPr/>
        </p:nvSpPr>
        <p:spPr bwMode="auto">
          <a:xfrm>
            <a:off x="11666047" y="2857492"/>
            <a:ext cx="394968" cy="397779"/>
          </a:xfrm>
          <a:custGeom>
            <a:avLst/>
            <a:gdLst>
              <a:gd name="T0" fmla="*/ 198 w 201"/>
              <a:gd name="T1" fmla="*/ 35 h 202"/>
              <a:gd name="T2" fmla="*/ 188 w 201"/>
              <a:gd name="T3" fmla="*/ 44 h 202"/>
              <a:gd name="T4" fmla="*/ 157 w 201"/>
              <a:gd name="T5" fmla="*/ 13 h 202"/>
              <a:gd name="T6" fmla="*/ 167 w 201"/>
              <a:gd name="T7" fmla="*/ 4 h 202"/>
              <a:gd name="T8" fmla="*/ 179 w 201"/>
              <a:gd name="T9" fmla="*/ 3 h 202"/>
              <a:gd name="T10" fmla="*/ 198 w 201"/>
              <a:gd name="T11" fmla="*/ 23 h 202"/>
              <a:gd name="T12" fmla="*/ 198 w 201"/>
              <a:gd name="T13" fmla="*/ 35 h 202"/>
              <a:gd name="T14" fmla="*/ 115 w 201"/>
              <a:gd name="T15" fmla="*/ 117 h 202"/>
              <a:gd name="T16" fmla="*/ 84 w 201"/>
              <a:gd name="T17" fmla="*/ 86 h 202"/>
              <a:gd name="T18" fmla="*/ 153 w 201"/>
              <a:gd name="T19" fmla="*/ 18 h 202"/>
              <a:gd name="T20" fmla="*/ 184 w 201"/>
              <a:gd name="T21" fmla="*/ 49 h 202"/>
              <a:gd name="T22" fmla="*/ 115 w 201"/>
              <a:gd name="T23" fmla="*/ 117 h 202"/>
              <a:gd name="T24" fmla="*/ 111 w 201"/>
              <a:gd name="T25" fmla="*/ 121 h 202"/>
              <a:gd name="T26" fmla="*/ 67 w 201"/>
              <a:gd name="T27" fmla="*/ 133 h 202"/>
              <a:gd name="T28" fmla="*/ 80 w 201"/>
              <a:gd name="T29" fmla="*/ 90 h 202"/>
              <a:gd name="T30" fmla="*/ 111 w 201"/>
              <a:gd name="T31" fmla="*/ 121 h 202"/>
              <a:gd name="T32" fmla="*/ 39 w 201"/>
              <a:gd name="T33" fmla="*/ 26 h 202"/>
              <a:gd name="T34" fmla="*/ 20 w 201"/>
              <a:gd name="T35" fmla="*/ 45 h 202"/>
              <a:gd name="T36" fmla="*/ 20 w 201"/>
              <a:gd name="T37" fmla="*/ 162 h 202"/>
              <a:gd name="T38" fmla="*/ 39 w 201"/>
              <a:gd name="T39" fmla="*/ 182 h 202"/>
              <a:gd name="T40" fmla="*/ 156 w 201"/>
              <a:gd name="T41" fmla="*/ 182 h 202"/>
              <a:gd name="T42" fmla="*/ 176 w 201"/>
              <a:gd name="T43" fmla="*/ 162 h 202"/>
              <a:gd name="T44" fmla="*/ 176 w 201"/>
              <a:gd name="T45" fmla="*/ 85 h 202"/>
              <a:gd name="T46" fmla="*/ 196 w 201"/>
              <a:gd name="T47" fmla="*/ 66 h 202"/>
              <a:gd name="T48" fmla="*/ 196 w 201"/>
              <a:gd name="T49" fmla="*/ 169 h 202"/>
              <a:gd name="T50" fmla="*/ 163 w 201"/>
              <a:gd name="T51" fmla="*/ 202 h 202"/>
              <a:gd name="T52" fmla="*/ 32 w 201"/>
              <a:gd name="T53" fmla="*/ 202 h 202"/>
              <a:gd name="T54" fmla="*/ 0 w 201"/>
              <a:gd name="T55" fmla="*/ 169 h 202"/>
              <a:gd name="T56" fmla="*/ 0 w 201"/>
              <a:gd name="T57" fmla="*/ 40 h 202"/>
              <a:gd name="T58" fmla="*/ 32 w 201"/>
              <a:gd name="T59" fmla="*/ 6 h 202"/>
              <a:gd name="T60" fmla="*/ 136 w 201"/>
              <a:gd name="T61" fmla="*/ 6 h 202"/>
              <a:gd name="T62" fmla="*/ 116 w 201"/>
              <a:gd name="T63" fmla="*/ 26 h 202"/>
              <a:gd name="T64" fmla="*/ 39 w 201"/>
              <a:gd name="T65" fmla="*/ 2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202">
                <a:moveTo>
                  <a:pt x="198" y="35"/>
                </a:moveTo>
                <a:cubicBezTo>
                  <a:pt x="188" y="44"/>
                  <a:pt x="188" y="44"/>
                  <a:pt x="188" y="44"/>
                </a:cubicBezTo>
                <a:cubicBezTo>
                  <a:pt x="157" y="13"/>
                  <a:pt x="157" y="13"/>
                  <a:pt x="157" y="13"/>
                </a:cubicBezTo>
                <a:cubicBezTo>
                  <a:pt x="167" y="4"/>
                  <a:pt x="167" y="4"/>
                  <a:pt x="167" y="4"/>
                </a:cubicBezTo>
                <a:cubicBezTo>
                  <a:pt x="170" y="0"/>
                  <a:pt x="175" y="0"/>
                  <a:pt x="179" y="3"/>
                </a:cubicBezTo>
                <a:cubicBezTo>
                  <a:pt x="198" y="23"/>
                  <a:pt x="198" y="23"/>
                  <a:pt x="198" y="23"/>
                </a:cubicBezTo>
                <a:cubicBezTo>
                  <a:pt x="201" y="26"/>
                  <a:pt x="201" y="31"/>
                  <a:pt x="198" y="35"/>
                </a:cubicBezTo>
                <a:close/>
                <a:moveTo>
                  <a:pt x="115" y="117"/>
                </a:moveTo>
                <a:cubicBezTo>
                  <a:pt x="84" y="86"/>
                  <a:pt x="84" y="86"/>
                  <a:pt x="84" y="86"/>
                </a:cubicBezTo>
                <a:cubicBezTo>
                  <a:pt x="153" y="18"/>
                  <a:pt x="153" y="18"/>
                  <a:pt x="153" y="18"/>
                </a:cubicBezTo>
                <a:cubicBezTo>
                  <a:pt x="184" y="49"/>
                  <a:pt x="184" y="49"/>
                  <a:pt x="184" y="49"/>
                </a:cubicBezTo>
                <a:lnTo>
                  <a:pt x="115" y="117"/>
                </a:lnTo>
                <a:close/>
                <a:moveTo>
                  <a:pt x="111" y="121"/>
                </a:moveTo>
                <a:cubicBezTo>
                  <a:pt x="67" y="133"/>
                  <a:pt x="67" y="133"/>
                  <a:pt x="67" y="133"/>
                </a:cubicBezTo>
                <a:cubicBezTo>
                  <a:pt x="80" y="90"/>
                  <a:pt x="80" y="90"/>
                  <a:pt x="80" y="90"/>
                </a:cubicBezTo>
                <a:lnTo>
                  <a:pt x="111" y="121"/>
                </a:lnTo>
                <a:close/>
                <a:moveTo>
                  <a:pt x="39" y="26"/>
                </a:moveTo>
                <a:cubicBezTo>
                  <a:pt x="28" y="26"/>
                  <a:pt x="20" y="34"/>
                  <a:pt x="20" y="45"/>
                </a:cubicBezTo>
                <a:cubicBezTo>
                  <a:pt x="20" y="162"/>
                  <a:pt x="20" y="162"/>
                  <a:pt x="20" y="162"/>
                </a:cubicBezTo>
                <a:cubicBezTo>
                  <a:pt x="20" y="173"/>
                  <a:pt x="28" y="182"/>
                  <a:pt x="39" y="182"/>
                </a:cubicBezTo>
                <a:cubicBezTo>
                  <a:pt x="156" y="182"/>
                  <a:pt x="156" y="182"/>
                  <a:pt x="156" y="182"/>
                </a:cubicBezTo>
                <a:cubicBezTo>
                  <a:pt x="167" y="182"/>
                  <a:pt x="176" y="173"/>
                  <a:pt x="176" y="162"/>
                </a:cubicBezTo>
                <a:cubicBezTo>
                  <a:pt x="176" y="85"/>
                  <a:pt x="176" y="85"/>
                  <a:pt x="176" y="85"/>
                </a:cubicBezTo>
                <a:cubicBezTo>
                  <a:pt x="196" y="66"/>
                  <a:pt x="196" y="66"/>
                  <a:pt x="196" y="66"/>
                </a:cubicBezTo>
                <a:cubicBezTo>
                  <a:pt x="196" y="169"/>
                  <a:pt x="196" y="169"/>
                  <a:pt x="196" y="169"/>
                </a:cubicBezTo>
                <a:cubicBezTo>
                  <a:pt x="196" y="187"/>
                  <a:pt x="181" y="202"/>
                  <a:pt x="163" y="202"/>
                </a:cubicBezTo>
                <a:cubicBezTo>
                  <a:pt x="32" y="202"/>
                  <a:pt x="32" y="202"/>
                  <a:pt x="32" y="202"/>
                </a:cubicBezTo>
                <a:cubicBezTo>
                  <a:pt x="14" y="202"/>
                  <a:pt x="0" y="187"/>
                  <a:pt x="0" y="169"/>
                </a:cubicBezTo>
                <a:cubicBezTo>
                  <a:pt x="0" y="40"/>
                  <a:pt x="0" y="40"/>
                  <a:pt x="0" y="40"/>
                </a:cubicBezTo>
                <a:cubicBezTo>
                  <a:pt x="0" y="22"/>
                  <a:pt x="14" y="6"/>
                  <a:pt x="32" y="6"/>
                </a:cubicBezTo>
                <a:cubicBezTo>
                  <a:pt x="136" y="6"/>
                  <a:pt x="136" y="6"/>
                  <a:pt x="136" y="6"/>
                </a:cubicBezTo>
                <a:cubicBezTo>
                  <a:pt x="116" y="26"/>
                  <a:pt x="116" y="26"/>
                  <a:pt x="116" y="26"/>
                </a:cubicBezTo>
                <a:lnTo>
                  <a:pt x="39" y="26"/>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47"/>
          <p:cNvSpPr>
            <a:spLocks noEditPoints="1"/>
          </p:cNvSpPr>
          <p:nvPr/>
        </p:nvSpPr>
        <p:spPr bwMode="auto">
          <a:xfrm>
            <a:off x="8760720" y="3342417"/>
            <a:ext cx="396373" cy="386534"/>
          </a:xfrm>
          <a:custGeom>
            <a:avLst/>
            <a:gdLst>
              <a:gd name="T0" fmla="*/ 47 w 201"/>
              <a:gd name="T1" fmla="*/ 0 h 196"/>
              <a:gd name="T2" fmla="*/ 7 w 201"/>
              <a:gd name="T3" fmla="*/ 0 h 196"/>
              <a:gd name="T4" fmla="*/ 0 w 201"/>
              <a:gd name="T5" fmla="*/ 7 h 196"/>
              <a:gd name="T6" fmla="*/ 0 w 201"/>
              <a:gd name="T7" fmla="*/ 46 h 196"/>
              <a:gd name="T8" fmla="*/ 7 w 201"/>
              <a:gd name="T9" fmla="*/ 52 h 196"/>
              <a:gd name="T10" fmla="*/ 47 w 201"/>
              <a:gd name="T11" fmla="*/ 52 h 196"/>
              <a:gd name="T12" fmla="*/ 54 w 201"/>
              <a:gd name="T13" fmla="*/ 46 h 196"/>
              <a:gd name="T14" fmla="*/ 54 w 201"/>
              <a:gd name="T15" fmla="*/ 7 h 196"/>
              <a:gd name="T16" fmla="*/ 47 w 201"/>
              <a:gd name="T17" fmla="*/ 0 h 196"/>
              <a:gd name="T18" fmla="*/ 47 w 201"/>
              <a:gd name="T19" fmla="*/ 72 h 196"/>
              <a:gd name="T20" fmla="*/ 7 w 201"/>
              <a:gd name="T21" fmla="*/ 72 h 196"/>
              <a:gd name="T22" fmla="*/ 0 w 201"/>
              <a:gd name="T23" fmla="*/ 79 h 196"/>
              <a:gd name="T24" fmla="*/ 0 w 201"/>
              <a:gd name="T25" fmla="*/ 117 h 196"/>
              <a:gd name="T26" fmla="*/ 7 w 201"/>
              <a:gd name="T27" fmla="*/ 124 h 196"/>
              <a:gd name="T28" fmla="*/ 47 w 201"/>
              <a:gd name="T29" fmla="*/ 124 h 196"/>
              <a:gd name="T30" fmla="*/ 54 w 201"/>
              <a:gd name="T31" fmla="*/ 117 h 196"/>
              <a:gd name="T32" fmla="*/ 54 w 201"/>
              <a:gd name="T33" fmla="*/ 79 h 196"/>
              <a:gd name="T34" fmla="*/ 47 w 201"/>
              <a:gd name="T35" fmla="*/ 72 h 196"/>
              <a:gd name="T36" fmla="*/ 47 w 201"/>
              <a:gd name="T37" fmla="*/ 144 h 196"/>
              <a:gd name="T38" fmla="*/ 7 w 201"/>
              <a:gd name="T39" fmla="*/ 144 h 196"/>
              <a:gd name="T40" fmla="*/ 0 w 201"/>
              <a:gd name="T41" fmla="*/ 150 h 196"/>
              <a:gd name="T42" fmla="*/ 0 w 201"/>
              <a:gd name="T43" fmla="*/ 190 h 196"/>
              <a:gd name="T44" fmla="*/ 7 w 201"/>
              <a:gd name="T45" fmla="*/ 196 h 196"/>
              <a:gd name="T46" fmla="*/ 47 w 201"/>
              <a:gd name="T47" fmla="*/ 196 h 196"/>
              <a:gd name="T48" fmla="*/ 54 w 201"/>
              <a:gd name="T49" fmla="*/ 190 h 196"/>
              <a:gd name="T50" fmla="*/ 54 w 201"/>
              <a:gd name="T51" fmla="*/ 150 h 196"/>
              <a:gd name="T52" fmla="*/ 47 w 201"/>
              <a:gd name="T53" fmla="*/ 144 h 196"/>
              <a:gd name="T54" fmla="*/ 194 w 201"/>
              <a:gd name="T55" fmla="*/ 0 h 196"/>
              <a:gd name="T56" fmla="*/ 79 w 201"/>
              <a:gd name="T57" fmla="*/ 0 h 196"/>
              <a:gd name="T58" fmla="*/ 72 w 201"/>
              <a:gd name="T59" fmla="*/ 7 h 196"/>
              <a:gd name="T60" fmla="*/ 72 w 201"/>
              <a:gd name="T61" fmla="*/ 46 h 196"/>
              <a:gd name="T62" fmla="*/ 79 w 201"/>
              <a:gd name="T63" fmla="*/ 52 h 196"/>
              <a:gd name="T64" fmla="*/ 194 w 201"/>
              <a:gd name="T65" fmla="*/ 52 h 196"/>
              <a:gd name="T66" fmla="*/ 201 w 201"/>
              <a:gd name="T67" fmla="*/ 46 h 196"/>
              <a:gd name="T68" fmla="*/ 201 w 201"/>
              <a:gd name="T69" fmla="*/ 7 h 196"/>
              <a:gd name="T70" fmla="*/ 194 w 201"/>
              <a:gd name="T71" fmla="*/ 0 h 196"/>
              <a:gd name="T72" fmla="*/ 194 w 201"/>
              <a:gd name="T73" fmla="*/ 72 h 196"/>
              <a:gd name="T74" fmla="*/ 79 w 201"/>
              <a:gd name="T75" fmla="*/ 72 h 196"/>
              <a:gd name="T76" fmla="*/ 72 w 201"/>
              <a:gd name="T77" fmla="*/ 79 h 196"/>
              <a:gd name="T78" fmla="*/ 72 w 201"/>
              <a:gd name="T79" fmla="*/ 117 h 196"/>
              <a:gd name="T80" fmla="*/ 79 w 201"/>
              <a:gd name="T81" fmla="*/ 124 h 196"/>
              <a:gd name="T82" fmla="*/ 194 w 201"/>
              <a:gd name="T83" fmla="*/ 124 h 196"/>
              <a:gd name="T84" fmla="*/ 201 w 201"/>
              <a:gd name="T85" fmla="*/ 117 h 196"/>
              <a:gd name="T86" fmla="*/ 201 w 201"/>
              <a:gd name="T87" fmla="*/ 79 h 196"/>
              <a:gd name="T88" fmla="*/ 194 w 201"/>
              <a:gd name="T89" fmla="*/ 72 h 196"/>
              <a:gd name="T90" fmla="*/ 194 w 201"/>
              <a:gd name="T91" fmla="*/ 144 h 196"/>
              <a:gd name="T92" fmla="*/ 79 w 201"/>
              <a:gd name="T93" fmla="*/ 144 h 196"/>
              <a:gd name="T94" fmla="*/ 72 w 201"/>
              <a:gd name="T95" fmla="*/ 150 h 196"/>
              <a:gd name="T96" fmla="*/ 72 w 201"/>
              <a:gd name="T97" fmla="*/ 190 h 196"/>
              <a:gd name="T98" fmla="*/ 79 w 201"/>
              <a:gd name="T99" fmla="*/ 196 h 196"/>
              <a:gd name="T100" fmla="*/ 194 w 201"/>
              <a:gd name="T101" fmla="*/ 196 h 196"/>
              <a:gd name="T102" fmla="*/ 201 w 201"/>
              <a:gd name="T103" fmla="*/ 190 h 196"/>
              <a:gd name="T104" fmla="*/ 201 w 201"/>
              <a:gd name="T105" fmla="*/ 150 h 196"/>
              <a:gd name="T106" fmla="*/ 194 w 201"/>
              <a:gd name="T107" fmla="*/ 144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1" h="196">
                <a:moveTo>
                  <a:pt x="47" y="0"/>
                </a:moveTo>
                <a:cubicBezTo>
                  <a:pt x="7" y="0"/>
                  <a:pt x="7" y="0"/>
                  <a:pt x="7" y="0"/>
                </a:cubicBezTo>
                <a:cubicBezTo>
                  <a:pt x="3" y="0"/>
                  <a:pt x="0" y="3"/>
                  <a:pt x="0" y="7"/>
                </a:cubicBezTo>
                <a:cubicBezTo>
                  <a:pt x="0" y="46"/>
                  <a:pt x="0" y="46"/>
                  <a:pt x="0" y="46"/>
                </a:cubicBezTo>
                <a:cubicBezTo>
                  <a:pt x="0" y="49"/>
                  <a:pt x="3" y="52"/>
                  <a:pt x="7" y="52"/>
                </a:cubicBezTo>
                <a:cubicBezTo>
                  <a:pt x="47" y="52"/>
                  <a:pt x="47" y="52"/>
                  <a:pt x="47" y="52"/>
                </a:cubicBezTo>
                <a:cubicBezTo>
                  <a:pt x="51" y="52"/>
                  <a:pt x="54" y="49"/>
                  <a:pt x="54" y="46"/>
                </a:cubicBezTo>
                <a:cubicBezTo>
                  <a:pt x="54" y="7"/>
                  <a:pt x="54" y="7"/>
                  <a:pt x="54" y="7"/>
                </a:cubicBezTo>
                <a:cubicBezTo>
                  <a:pt x="54" y="3"/>
                  <a:pt x="51" y="0"/>
                  <a:pt x="47" y="0"/>
                </a:cubicBezTo>
                <a:close/>
                <a:moveTo>
                  <a:pt x="47" y="72"/>
                </a:moveTo>
                <a:cubicBezTo>
                  <a:pt x="7" y="72"/>
                  <a:pt x="7" y="72"/>
                  <a:pt x="7" y="72"/>
                </a:cubicBezTo>
                <a:cubicBezTo>
                  <a:pt x="3" y="72"/>
                  <a:pt x="0" y="75"/>
                  <a:pt x="0" y="79"/>
                </a:cubicBezTo>
                <a:cubicBezTo>
                  <a:pt x="0" y="117"/>
                  <a:pt x="0" y="117"/>
                  <a:pt x="0" y="117"/>
                </a:cubicBezTo>
                <a:cubicBezTo>
                  <a:pt x="0" y="121"/>
                  <a:pt x="3" y="124"/>
                  <a:pt x="7" y="124"/>
                </a:cubicBezTo>
                <a:cubicBezTo>
                  <a:pt x="47" y="124"/>
                  <a:pt x="47" y="124"/>
                  <a:pt x="47" y="124"/>
                </a:cubicBezTo>
                <a:cubicBezTo>
                  <a:pt x="51" y="124"/>
                  <a:pt x="54" y="121"/>
                  <a:pt x="54" y="117"/>
                </a:cubicBezTo>
                <a:cubicBezTo>
                  <a:pt x="54" y="79"/>
                  <a:pt x="54" y="79"/>
                  <a:pt x="54" y="79"/>
                </a:cubicBezTo>
                <a:cubicBezTo>
                  <a:pt x="54" y="75"/>
                  <a:pt x="51" y="72"/>
                  <a:pt x="47" y="72"/>
                </a:cubicBezTo>
                <a:close/>
                <a:moveTo>
                  <a:pt x="47" y="144"/>
                </a:moveTo>
                <a:cubicBezTo>
                  <a:pt x="7" y="144"/>
                  <a:pt x="7" y="144"/>
                  <a:pt x="7" y="144"/>
                </a:cubicBezTo>
                <a:cubicBezTo>
                  <a:pt x="3" y="144"/>
                  <a:pt x="0" y="147"/>
                  <a:pt x="0" y="150"/>
                </a:cubicBezTo>
                <a:cubicBezTo>
                  <a:pt x="0" y="190"/>
                  <a:pt x="0" y="190"/>
                  <a:pt x="0" y="190"/>
                </a:cubicBezTo>
                <a:cubicBezTo>
                  <a:pt x="0" y="193"/>
                  <a:pt x="3" y="196"/>
                  <a:pt x="7" y="196"/>
                </a:cubicBezTo>
                <a:cubicBezTo>
                  <a:pt x="47" y="196"/>
                  <a:pt x="47" y="196"/>
                  <a:pt x="47" y="196"/>
                </a:cubicBezTo>
                <a:cubicBezTo>
                  <a:pt x="51" y="196"/>
                  <a:pt x="54" y="193"/>
                  <a:pt x="54" y="190"/>
                </a:cubicBezTo>
                <a:cubicBezTo>
                  <a:pt x="54" y="150"/>
                  <a:pt x="54" y="150"/>
                  <a:pt x="54" y="150"/>
                </a:cubicBezTo>
                <a:cubicBezTo>
                  <a:pt x="54" y="147"/>
                  <a:pt x="51" y="144"/>
                  <a:pt x="47" y="144"/>
                </a:cubicBezTo>
                <a:close/>
                <a:moveTo>
                  <a:pt x="194" y="0"/>
                </a:moveTo>
                <a:cubicBezTo>
                  <a:pt x="79" y="0"/>
                  <a:pt x="79" y="0"/>
                  <a:pt x="79" y="0"/>
                </a:cubicBezTo>
                <a:cubicBezTo>
                  <a:pt x="75" y="0"/>
                  <a:pt x="72" y="3"/>
                  <a:pt x="72" y="7"/>
                </a:cubicBezTo>
                <a:cubicBezTo>
                  <a:pt x="72" y="46"/>
                  <a:pt x="72" y="46"/>
                  <a:pt x="72" y="46"/>
                </a:cubicBezTo>
                <a:cubicBezTo>
                  <a:pt x="72" y="49"/>
                  <a:pt x="75" y="52"/>
                  <a:pt x="79" y="52"/>
                </a:cubicBezTo>
                <a:cubicBezTo>
                  <a:pt x="194" y="52"/>
                  <a:pt x="194" y="52"/>
                  <a:pt x="194" y="52"/>
                </a:cubicBezTo>
                <a:cubicBezTo>
                  <a:pt x="198" y="52"/>
                  <a:pt x="201" y="49"/>
                  <a:pt x="201" y="46"/>
                </a:cubicBezTo>
                <a:cubicBezTo>
                  <a:pt x="201" y="7"/>
                  <a:pt x="201" y="7"/>
                  <a:pt x="201" y="7"/>
                </a:cubicBezTo>
                <a:cubicBezTo>
                  <a:pt x="201" y="3"/>
                  <a:pt x="198" y="0"/>
                  <a:pt x="194" y="0"/>
                </a:cubicBezTo>
                <a:close/>
                <a:moveTo>
                  <a:pt x="194" y="72"/>
                </a:moveTo>
                <a:cubicBezTo>
                  <a:pt x="79" y="72"/>
                  <a:pt x="79" y="72"/>
                  <a:pt x="79" y="72"/>
                </a:cubicBezTo>
                <a:cubicBezTo>
                  <a:pt x="75" y="72"/>
                  <a:pt x="72" y="75"/>
                  <a:pt x="72" y="79"/>
                </a:cubicBezTo>
                <a:cubicBezTo>
                  <a:pt x="72" y="117"/>
                  <a:pt x="72" y="117"/>
                  <a:pt x="72" y="117"/>
                </a:cubicBezTo>
                <a:cubicBezTo>
                  <a:pt x="72" y="121"/>
                  <a:pt x="75" y="124"/>
                  <a:pt x="79" y="124"/>
                </a:cubicBezTo>
                <a:cubicBezTo>
                  <a:pt x="194" y="124"/>
                  <a:pt x="194" y="124"/>
                  <a:pt x="194" y="124"/>
                </a:cubicBezTo>
                <a:cubicBezTo>
                  <a:pt x="198" y="124"/>
                  <a:pt x="201" y="121"/>
                  <a:pt x="201" y="117"/>
                </a:cubicBezTo>
                <a:cubicBezTo>
                  <a:pt x="201" y="79"/>
                  <a:pt x="201" y="79"/>
                  <a:pt x="201" y="79"/>
                </a:cubicBezTo>
                <a:cubicBezTo>
                  <a:pt x="201" y="75"/>
                  <a:pt x="198" y="72"/>
                  <a:pt x="194" y="72"/>
                </a:cubicBezTo>
                <a:close/>
                <a:moveTo>
                  <a:pt x="194" y="144"/>
                </a:moveTo>
                <a:cubicBezTo>
                  <a:pt x="79" y="144"/>
                  <a:pt x="79" y="144"/>
                  <a:pt x="79" y="144"/>
                </a:cubicBezTo>
                <a:cubicBezTo>
                  <a:pt x="75" y="144"/>
                  <a:pt x="72" y="147"/>
                  <a:pt x="72" y="150"/>
                </a:cubicBezTo>
                <a:cubicBezTo>
                  <a:pt x="72" y="190"/>
                  <a:pt x="72" y="190"/>
                  <a:pt x="72" y="190"/>
                </a:cubicBezTo>
                <a:cubicBezTo>
                  <a:pt x="72" y="193"/>
                  <a:pt x="75" y="196"/>
                  <a:pt x="79" y="196"/>
                </a:cubicBezTo>
                <a:cubicBezTo>
                  <a:pt x="194" y="196"/>
                  <a:pt x="194" y="196"/>
                  <a:pt x="194" y="196"/>
                </a:cubicBezTo>
                <a:cubicBezTo>
                  <a:pt x="198" y="196"/>
                  <a:pt x="201" y="193"/>
                  <a:pt x="201" y="190"/>
                </a:cubicBezTo>
                <a:cubicBezTo>
                  <a:pt x="201" y="150"/>
                  <a:pt x="201" y="150"/>
                  <a:pt x="201" y="150"/>
                </a:cubicBezTo>
                <a:cubicBezTo>
                  <a:pt x="201" y="147"/>
                  <a:pt x="198" y="144"/>
                  <a:pt x="194" y="144"/>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48"/>
          <p:cNvSpPr>
            <a:spLocks noEditPoints="1"/>
          </p:cNvSpPr>
          <p:nvPr/>
        </p:nvSpPr>
        <p:spPr bwMode="auto">
          <a:xfrm>
            <a:off x="9251266" y="3338199"/>
            <a:ext cx="396373" cy="394968"/>
          </a:xfrm>
          <a:custGeom>
            <a:avLst/>
            <a:gdLst>
              <a:gd name="T0" fmla="*/ 187 w 201"/>
              <a:gd name="T1" fmla="*/ 104 h 200"/>
              <a:gd name="T2" fmla="*/ 122 w 201"/>
              <a:gd name="T3" fmla="*/ 104 h 200"/>
              <a:gd name="T4" fmla="*/ 108 w 201"/>
              <a:gd name="T5" fmla="*/ 118 h 200"/>
              <a:gd name="T6" fmla="*/ 108 w 201"/>
              <a:gd name="T7" fmla="*/ 187 h 200"/>
              <a:gd name="T8" fmla="*/ 122 w 201"/>
              <a:gd name="T9" fmla="*/ 200 h 200"/>
              <a:gd name="T10" fmla="*/ 187 w 201"/>
              <a:gd name="T11" fmla="*/ 200 h 200"/>
              <a:gd name="T12" fmla="*/ 201 w 201"/>
              <a:gd name="T13" fmla="*/ 187 h 200"/>
              <a:gd name="T14" fmla="*/ 201 w 201"/>
              <a:gd name="T15" fmla="*/ 118 h 200"/>
              <a:gd name="T16" fmla="*/ 187 w 201"/>
              <a:gd name="T17" fmla="*/ 104 h 200"/>
              <a:gd name="T18" fmla="*/ 187 w 201"/>
              <a:gd name="T19" fmla="*/ 0 h 200"/>
              <a:gd name="T20" fmla="*/ 122 w 201"/>
              <a:gd name="T21" fmla="*/ 0 h 200"/>
              <a:gd name="T22" fmla="*/ 108 w 201"/>
              <a:gd name="T23" fmla="*/ 14 h 200"/>
              <a:gd name="T24" fmla="*/ 108 w 201"/>
              <a:gd name="T25" fmla="*/ 79 h 200"/>
              <a:gd name="T26" fmla="*/ 122 w 201"/>
              <a:gd name="T27" fmla="*/ 93 h 200"/>
              <a:gd name="T28" fmla="*/ 187 w 201"/>
              <a:gd name="T29" fmla="*/ 93 h 200"/>
              <a:gd name="T30" fmla="*/ 201 w 201"/>
              <a:gd name="T31" fmla="*/ 79 h 200"/>
              <a:gd name="T32" fmla="*/ 201 w 201"/>
              <a:gd name="T33" fmla="*/ 14 h 200"/>
              <a:gd name="T34" fmla="*/ 187 w 201"/>
              <a:gd name="T35" fmla="*/ 0 h 200"/>
              <a:gd name="T36" fmla="*/ 78 w 201"/>
              <a:gd name="T37" fmla="*/ 104 h 200"/>
              <a:gd name="T38" fmla="*/ 14 w 201"/>
              <a:gd name="T39" fmla="*/ 104 h 200"/>
              <a:gd name="T40" fmla="*/ 0 w 201"/>
              <a:gd name="T41" fmla="*/ 118 h 200"/>
              <a:gd name="T42" fmla="*/ 0 w 201"/>
              <a:gd name="T43" fmla="*/ 187 h 200"/>
              <a:gd name="T44" fmla="*/ 14 w 201"/>
              <a:gd name="T45" fmla="*/ 200 h 200"/>
              <a:gd name="T46" fmla="*/ 78 w 201"/>
              <a:gd name="T47" fmla="*/ 200 h 200"/>
              <a:gd name="T48" fmla="*/ 92 w 201"/>
              <a:gd name="T49" fmla="*/ 187 h 200"/>
              <a:gd name="T50" fmla="*/ 92 w 201"/>
              <a:gd name="T51" fmla="*/ 118 h 200"/>
              <a:gd name="T52" fmla="*/ 78 w 201"/>
              <a:gd name="T53" fmla="*/ 104 h 200"/>
              <a:gd name="T54" fmla="*/ 78 w 201"/>
              <a:gd name="T55" fmla="*/ 0 h 200"/>
              <a:gd name="T56" fmla="*/ 14 w 201"/>
              <a:gd name="T57" fmla="*/ 0 h 200"/>
              <a:gd name="T58" fmla="*/ 0 w 201"/>
              <a:gd name="T59" fmla="*/ 14 h 200"/>
              <a:gd name="T60" fmla="*/ 0 w 201"/>
              <a:gd name="T61" fmla="*/ 79 h 200"/>
              <a:gd name="T62" fmla="*/ 14 w 201"/>
              <a:gd name="T63" fmla="*/ 93 h 200"/>
              <a:gd name="T64" fmla="*/ 78 w 201"/>
              <a:gd name="T65" fmla="*/ 93 h 200"/>
              <a:gd name="T66" fmla="*/ 92 w 201"/>
              <a:gd name="T67" fmla="*/ 79 h 200"/>
              <a:gd name="T68" fmla="*/ 92 w 201"/>
              <a:gd name="T69" fmla="*/ 14 h 200"/>
              <a:gd name="T70" fmla="*/ 78 w 201"/>
              <a:gd name="T71" fmla="*/ 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1" h="200">
                <a:moveTo>
                  <a:pt x="187" y="104"/>
                </a:moveTo>
                <a:cubicBezTo>
                  <a:pt x="122" y="104"/>
                  <a:pt x="122" y="104"/>
                  <a:pt x="122" y="104"/>
                </a:cubicBezTo>
                <a:cubicBezTo>
                  <a:pt x="114" y="104"/>
                  <a:pt x="108" y="110"/>
                  <a:pt x="108" y="118"/>
                </a:cubicBezTo>
                <a:cubicBezTo>
                  <a:pt x="108" y="187"/>
                  <a:pt x="108" y="187"/>
                  <a:pt x="108" y="187"/>
                </a:cubicBezTo>
                <a:cubicBezTo>
                  <a:pt x="108" y="194"/>
                  <a:pt x="114" y="200"/>
                  <a:pt x="122" y="200"/>
                </a:cubicBezTo>
                <a:cubicBezTo>
                  <a:pt x="187" y="200"/>
                  <a:pt x="187" y="200"/>
                  <a:pt x="187" y="200"/>
                </a:cubicBezTo>
                <a:cubicBezTo>
                  <a:pt x="195" y="200"/>
                  <a:pt x="201" y="194"/>
                  <a:pt x="201" y="187"/>
                </a:cubicBezTo>
                <a:cubicBezTo>
                  <a:pt x="201" y="118"/>
                  <a:pt x="201" y="118"/>
                  <a:pt x="201" y="118"/>
                </a:cubicBezTo>
                <a:cubicBezTo>
                  <a:pt x="201" y="110"/>
                  <a:pt x="195" y="104"/>
                  <a:pt x="187" y="104"/>
                </a:cubicBezTo>
                <a:close/>
                <a:moveTo>
                  <a:pt x="187" y="0"/>
                </a:moveTo>
                <a:cubicBezTo>
                  <a:pt x="122" y="0"/>
                  <a:pt x="122" y="0"/>
                  <a:pt x="122" y="0"/>
                </a:cubicBezTo>
                <a:cubicBezTo>
                  <a:pt x="114" y="0"/>
                  <a:pt x="108" y="6"/>
                  <a:pt x="108" y="14"/>
                </a:cubicBezTo>
                <a:cubicBezTo>
                  <a:pt x="108" y="79"/>
                  <a:pt x="108" y="79"/>
                  <a:pt x="108" y="79"/>
                </a:cubicBezTo>
                <a:cubicBezTo>
                  <a:pt x="108" y="87"/>
                  <a:pt x="114" y="93"/>
                  <a:pt x="122" y="93"/>
                </a:cubicBezTo>
                <a:cubicBezTo>
                  <a:pt x="187" y="93"/>
                  <a:pt x="187" y="93"/>
                  <a:pt x="187" y="93"/>
                </a:cubicBezTo>
                <a:cubicBezTo>
                  <a:pt x="195" y="93"/>
                  <a:pt x="201" y="87"/>
                  <a:pt x="201" y="79"/>
                </a:cubicBezTo>
                <a:cubicBezTo>
                  <a:pt x="201" y="14"/>
                  <a:pt x="201" y="14"/>
                  <a:pt x="201" y="14"/>
                </a:cubicBezTo>
                <a:cubicBezTo>
                  <a:pt x="201" y="6"/>
                  <a:pt x="195" y="0"/>
                  <a:pt x="187" y="0"/>
                </a:cubicBezTo>
                <a:close/>
                <a:moveTo>
                  <a:pt x="78" y="104"/>
                </a:moveTo>
                <a:cubicBezTo>
                  <a:pt x="14" y="104"/>
                  <a:pt x="14" y="104"/>
                  <a:pt x="14" y="104"/>
                </a:cubicBezTo>
                <a:cubicBezTo>
                  <a:pt x="6" y="104"/>
                  <a:pt x="0" y="110"/>
                  <a:pt x="0" y="118"/>
                </a:cubicBezTo>
                <a:cubicBezTo>
                  <a:pt x="0" y="187"/>
                  <a:pt x="0" y="187"/>
                  <a:pt x="0" y="187"/>
                </a:cubicBezTo>
                <a:cubicBezTo>
                  <a:pt x="0" y="194"/>
                  <a:pt x="6" y="200"/>
                  <a:pt x="14" y="200"/>
                </a:cubicBezTo>
                <a:cubicBezTo>
                  <a:pt x="78" y="200"/>
                  <a:pt x="78" y="200"/>
                  <a:pt x="78" y="200"/>
                </a:cubicBezTo>
                <a:cubicBezTo>
                  <a:pt x="86" y="200"/>
                  <a:pt x="92" y="194"/>
                  <a:pt x="92" y="187"/>
                </a:cubicBezTo>
                <a:cubicBezTo>
                  <a:pt x="92" y="118"/>
                  <a:pt x="92" y="118"/>
                  <a:pt x="92" y="118"/>
                </a:cubicBezTo>
                <a:cubicBezTo>
                  <a:pt x="92" y="110"/>
                  <a:pt x="86" y="104"/>
                  <a:pt x="78" y="104"/>
                </a:cubicBezTo>
                <a:close/>
                <a:moveTo>
                  <a:pt x="78" y="0"/>
                </a:moveTo>
                <a:cubicBezTo>
                  <a:pt x="14" y="0"/>
                  <a:pt x="14" y="0"/>
                  <a:pt x="14" y="0"/>
                </a:cubicBezTo>
                <a:cubicBezTo>
                  <a:pt x="6" y="0"/>
                  <a:pt x="0" y="6"/>
                  <a:pt x="0" y="14"/>
                </a:cubicBezTo>
                <a:cubicBezTo>
                  <a:pt x="0" y="79"/>
                  <a:pt x="0" y="79"/>
                  <a:pt x="0" y="79"/>
                </a:cubicBezTo>
                <a:cubicBezTo>
                  <a:pt x="0" y="87"/>
                  <a:pt x="6" y="93"/>
                  <a:pt x="14" y="93"/>
                </a:cubicBezTo>
                <a:cubicBezTo>
                  <a:pt x="78" y="93"/>
                  <a:pt x="78" y="93"/>
                  <a:pt x="78" y="93"/>
                </a:cubicBezTo>
                <a:cubicBezTo>
                  <a:pt x="86" y="93"/>
                  <a:pt x="92" y="87"/>
                  <a:pt x="92" y="79"/>
                </a:cubicBezTo>
                <a:cubicBezTo>
                  <a:pt x="92" y="14"/>
                  <a:pt x="92" y="14"/>
                  <a:pt x="92" y="14"/>
                </a:cubicBezTo>
                <a:cubicBezTo>
                  <a:pt x="92" y="6"/>
                  <a:pt x="86" y="0"/>
                  <a:pt x="78" y="0"/>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49"/>
          <p:cNvSpPr>
            <a:spLocks noEditPoints="1"/>
          </p:cNvSpPr>
          <p:nvPr/>
        </p:nvSpPr>
        <p:spPr bwMode="auto">
          <a:xfrm>
            <a:off x="9744624" y="3342417"/>
            <a:ext cx="385128" cy="386534"/>
          </a:xfrm>
          <a:custGeom>
            <a:avLst/>
            <a:gdLst>
              <a:gd name="T0" fmla="*/ 78 w 196"/>
              <a:gd name="T1" fmla="*/ 0 h 196"/>
              <a:gd name="T2" fmla="*/ 72 w 196"/>
              <a:gd name="T3" fmla="*/ 46 h 196"/>
              <a:gd name="T4" fmla="*/ 117 w 196"/>
              <a:gd name="T5" fmla="*/ 52 h 196"/>
              <a:gd name="T6" fmla="*/ 124 w 196"/>
              <a:gd name="T7" fmla="*/ 7 h 196"/>
              <a:gd name="T8" fmla="*/ 189 w 196"/>
              <a:gd name="T9" fmla="*/ 0 h 196"/>
              <a:gd name="T10" fmla="*/ 143 w 196"/>
              <a:gd name="T11" fmla="*/ 7 h 196"/>
              <a:gd name="T12" fmla="*/ 150 w 196"/>
              <a:gd name="T13" fmla="*/ 52 h 196"/>
              <a:gd name="T14" fmla="*/ 196 w 196"/>
              <a:gd name="T15" fmla="*/ 46 h 196"/>
              <a:gd name="T16" fmla="*/ 189 w 196"/>
              <a:gd name="T17" fmla="*/ 0 h 196"/>
              <a:gd name="T18" fmla="*/ 6 w 196"/>
              <a:gd name="T19" fmla="*/ 0 h 196"/>
              <a:gd name="T20" fmla="*/ 0 w 196"/>
              <a:gd name="T21" fmla="*/ 46 h 196"/>
              <a:gd name="T22" fmla="*/ 45 w 196"/>
              <a:gd name="T23" fmla="*/ 52 h 196"/>
              <a:gd name="T24" fmla="*/ 52 w 196"/>
              <a:gd name="T25" fmla="*/ 7 h 196"/>
              <a:gd name="T26" fmla="*/ 117 w 196"/>
              <a:gd name="T27" fmla="*/ 72 h 196"/>
              <a:gd name="T28" fmla="*/ 72 w 196"/>
              <a:gd name="T29" fmla="*/ 78 h 196"/>
              <a:gd name="T30" fmla="*/ 78 w 196"/>
              <a:gd name="T31" fmla="*/ 124 h 196"/>
              <a:gd name="T32" fmla="*/ 124 w 196"/>
              <a:gd name="T33" fmla="*/ 118 h 196"/>
              <a:gd name="T34" fmla="*/ 117 w 196"/>
              <a:gd name="T35" fmla="*/ 72 h 196"/>
              <a:gd name="T36" fmla="*/ 150 w 196"/>
              <a:gd name="T37" fmla="*/ 72 h 196"/>
              <a:gd name="T38" fmla="*/ 143 w 196"/>
              <a:gd name="T39" fmla="*/ 118 h 196"/>
              <a:gd name="T40" fmla="*/ 189 w 196"/>
              <a:gd name="T41" fmla="*/ 124 h 196"/>
              <a:gd name="T42" fmla="*/ 196 w 196"/>
              <a:gd name="T43" fmla="*/ 78 h 196"/>
              <a:gd name="T44" fmla="*/ 45 w 196"/>
              <a:gd name="T45" fmla="*/ 72 h 196"/>
              <a:gd name="T46" fmla="*/ 0 w 196"/>
              <a:gd name="T47" fmla="*/ 78 h 196"/>
              <a:gd name="T48" fmla="*/ 6 w 196"/>
              <a:gd name="T49" fmla="*/ 124 h 196"/>
              <a:gd name="T50" fmla="*/ 52 w 196"/>
              <a:gd name="T51" fmla="*/ 118 h 196"/>
              <a:gd name="T52" fmla="*/ 45 w 196"/>
              <a:gd name="T53" fmla="*/ 72 h 196"/>
              <a:gd name="T54" fmla="*/ 78 w 196"/>
              <a:gd name="T55" fmla="*/ 144 h 196"/>
              <a:gd name="T56" fmla="*/ 72 w 196"/>
              <a:gd name="T57" fmla="*/ 190 h 196"/>
              <a:gd name="T58" fmla="*/ 117 w 196"/>
              <a:gd name="T59" fmla="*/ 196 h 196"/>
              <a:gd name="T60" fmla="*/ 124 w 196"/>
              <a:gd name="T61" fmla="*/ 150 h 196"/>
              <a:gd name="T62" fmla="*/ 189 w 196"/>
              <a:gd name="T63" fmla="*/ 144 h 196"/>
              <a:gd name="T64" fmla="*/ 143 w 196"/>
              <a:gd name="T65" fmla="*/ 150 h 196"/>
              <a:gd name="T66" fmla="*/ 150 w 196"/>
              <a:gd name="T67" fmla="*/ 196 h 196"/>
              <a:gd name="T68" fmla="*/ 196 w 196"/>
              <a:gd name="T69" fmla="*/ 190 h 196"/>
              <a:gd name="T70" fmla="*/ 189 w 196"/>
              <a:gd name="T71" fmla="*/ 144 h 196"/>
              <a:gd name="T72" fmla="*/ 6 w 196"/>
              <a:gd name="T73" fmla="*/ 144 h 196"/>
              <a:gd name="T74" fmla="*/ 0 w 196"/>
              <a:gd name="T75" fmla="*/ 190 h 196"/>
              <a:gd name="T76" fmla="*/ 45 w 196"/>
              <a:gd name="T77" fmla="*/ 196 h 196"/>
              <a:gd name="T78" fmla="*/ 52 w 196"/>
              <a:gd name="T79" fmla="*/ 150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6" h="196">
                <a:moveTo>
                  <a:pt x="117" y="0"/>
                </a:moveTo>
                <a:cubicBezTo>
                  <a:pt x="78" y="0"/>
                  <a:pt x="78" y="0"/>
                  <a:pt x="78" y="0"/>
                </a:cubicBezTo>
                <a:cubicBezTo>
                  <a:pt x="74" y="0"/>
                  <a:pt x="72" y="3"/>
                  <a:pt x="72" y="7"/>
                </a:cubicBezTo>
                <a:cubicBezTo>
                  <a:pt x="72" y="46"/>
                  <a:pt x="72" y="46"/>
                  <a:pt x="72" y="46"/>
                </a:cubicBezTo>
                <a:cubicBezTo>
                  <a:pt x="72" y="49"/>
                  <a:pt x="74" y="52"/>
                  <a:pt x="78" y="52"/>
                </a:cubicBezTo>
                <a:cubicBezTo>
                  <a:pt x="117" y="52"/>
                  <a:pt x="117" y="52"/>
                  <a:pt x="117" y="52"/>
                </a:cubicBezTo>
                <a:cubicBezTo>
                  <a:pt x="121" y="52"/>
                  <a:pt x="124" y="49"/>
                  <a:pt x="124" y="46"/>
                </a:cubicBezTo>
                <a:cubicBezTo>
                  <a:pt x="124" y="7"/>
                  <a:pt x="124" y="7"/>
                  <a:pt x="124" y="7"/>
                </a:cubicBezTo>
                <a:cubicBezTo>
                  <a:pt x="124" y="3"/>
                  <a:pt x="121" y="0"/>
                  <a:pt x="117" y="0"/>
                </a:cubicBezTo>
                <a:close/>
                <a:moveTo>
                  <a:pt x="189" y="0"/>
                </a:moveTo>
                <a:cubicBezTo>
                  <a:pt x="150" y="0"/>
                  <a:pt x="150" y="0"/>
                  <a:pt x="150" y="0"/>
                </a:cubicBezTo>
                <a:cubicBezTo>
                  <a:pt x="146" y="0"/>
                  <a:pt x="143" y="3"/>
                  <a:pt x="143" y="7"/>
                </a:cubicBezTo>
                <a:cubicBezTo>
                  <a:pt x="143" y="46"/>
                  <a:pt x="143" y="46"/>
                  <a:pt x="143" y="46"/>
                </a:cubicBezTo>
                <a:cubicBezTo>
                  <a:pt x="143" y="49"/>
                  <a:pt x="146" y="52"/>
                  <a:pt x="150" y="52"/>
                </a:cubicBezTo>
                <a:cubicBezTo>
                  <a:pt x="189" y="52"/>
                  <a:pt x="189" y="52"/>
                  <a:pt x="189" y="52"/>
                </a:cubicBezTo>
                <a:cubicBezTo>
                  <a:pt x="193" y="52"/>
                  <a:pt x="196" y="49"/>
                  <a:pt x="196" y="46"/>
                </a:cubicBezTo>
                <a:cubicBezTo>
                  <a:pt x="196" y="7"/>
                  <a:pt x="196" y="7"/>
                  <a:pt x="196" y="7"/>
                </a:cubicBezTo>
                <a:cubicBezTo>
                  <a:pt x="196" y="3"/>
                  <a:pt x="193" y="0"/>
                  <a:pt x="189" y="0"/>
                </a:cubicBezTo>
                <a:close/>
                <a:moveTo>
                  <a:pt x="45" y="0"/>
                </a:moveTo>
                <a:cubicBezTo>
                  <a:pt x="6" y="0"/>
                  <a:pt x="6" y="0"/>
                  <a:pt x="6" y="0"/>
                </a:cubicBezTo>
                <a:cubicBezTo>
                  <a:pt x="3" y="0"/>
                  <a:pt x="0" y="3"/>
                  <a:pt x="0" y="7"/>
                </a:cubicBezTo>
                <a:cubicBezTo>
                  <a:pt x="0" y="46"/>
                  <a:pt x="0" y="46"/>
                  <a:pt x="0" y="46"/>
                </a:cubicBezTo>
                <a:cubicBezTo>
                  <a:pt x="0" y="49"/>
                  <a:pt x="3" y="52"/>
                  <a:pt x="6" y="52"/>
                </a:cubicBezTo>
                <a:cubicBezTo>
                  <a:pt x="45" y="52"/>
                  <a:pt x="45" y="52"/>
                  <a:pt x="45" y="52"/>
                </a:cubicBezTo>
                <a:cubicBezTo>
                  <a:pt x="49" y="52"/>
                  <a:pt x="52" y="49"/>
                  <a:pt x="52" y="46"/>
                </a:cubicBezTo>
                <a:cubicBezTo>
                  <a:pt x="52" y="7"/>
                  <a:pt x="52" y="7"/>
                  <a:pt x="52" y="7"/>
                </a:cubicBezTo>
                <a:cubicBezTo>
                  <a:pt x="52" y="3"/>
                  <a:pt x="49" y="0"/>
                  <a:pt x="45" y="0"/>
                </a:cubicBezTo>
                <a:close/>
                <a:moveTo>
                  <a:pt x="117" y="72"/>
                </a:moveTo>
                <a:cubicBezTo>
                  <a:pt x="78" y="72"/>
                  <a:pt x="78" y="72"/>
                  <a:pt x="78" y="72"/>
                </a:cubicBezTo>
                <a:cubicBezTo>
                  <a:pt x="74" y="72"/>
                  <a:pt x="72" y="75"/>
                  <a:pt x="72" y="78"/>
                </a:cubicBezTo>
                <a:cubicBezTo>
                  <a:pt x="72" y="118"/>
                  <a:pt x="72" y="118"/>
                  <a:pt x="72" y="118"/>
                </a:cubicBezTo>
                <a:cubicBezTo>
                  <a:pt x="72" y="121"/>
                  <a:pt x="74" y="124"/>
                  <a:pt x="78" y="124"/>
                </a:cubicBezTo>
                <a:cubicBezTo>
                  <a:pt x="117" y="124"/>
                  <a:pt x="117" y="124"/>
                  <a:pt x="117" y="124"/>
                </a:cubicBezTo>
                <a:cubicBezTo>
                  <a:pt x="121" y="124"/>
                  <a:pt x="124" y="121"/>
                  <a:pt x="124" y="118"/>
                </a:cubicBezTo>
                <a:cubicBezTo>
                  <a:pt x="124" y="78"/>
                  <a:pt x="124" y="78"/>
                  <a:pt x="124" y="78"/>
                </a:cubicBezTo>
                <a:cubicBezTo>
                  <a:pt x="124" y="75"/>
                  <a:pt x="121" y="72"/>
                  <a:pt x="117" y="72"/>
                </a:cubicBezTo>
                <a:close/>
                <a:moveTo>
                  <a:pt x="189" y="72"/>
                </a:moveTo>
                <a:cubicBezTo>
                  <a:pt x="150" y="72"/>
                  <a:pt x="150" y="72"/>
                  <a:pt x="150" y="72"/>
                </a:cubicBezTo>
                <a:cubicBezTo>
                  <a:pt x="146" y="72"/>
                  <a:pt x="143" y="75"/>
                  <a:pt x="143" y="78"/>
                </a:cubicBezTo>
                <a:cubicBezTo>
                  <a:pt x="143" y="118"/>
                  <a:pt x="143" y="118"/>
                  <a:pt x="143" y="118"/>
                </a:cubicBezTo>
                <a:cubicBezTo>
                  <a:pt x="143" y="121"/>
                  <a:pt x="146" y="124"/>
                  <a:pt x="150" y="124"/>
                </a:cubicBezTo>
                <a:cubicBezTo>
                  <a:pt x="189" y="124"/>
                  <a:pt x="189" y="124"/>
                  <a:pt x="189" y="124"/>
                </a:cubicBezTo>
                <a:cubicBezTo>
                  <a:pt x="193" y="124"/>
                  <a:pt x="196" y="121"/>
                  <a:pt x="196" y="118"/>
                </a:cubicBezTo>
                <a:cubicBezTo>
                  <a:pt x="196" y="78"/>
                  <a:pt x="196" y="78"/>
                  <a:pt x="196" y="78"/>
                </a:cubicBezTo>
                <a:cubicBezTo>
                  <a:pt x="196" y="75"/>
                  <a:pt x="193" y="72"/>
                  <a:pt x="189" y="72"/>
                </a:cubicBezTo>
                <a:close/>
                <a:moveTo>
                  <a:pt x="45" y="72"/>
                </a:moveTo>
                <a:cubicBezTo>
                  <a:pt x="6" y="72"/>
                  <a:pt x="6" y="72"/>
                  <a:pt x="6" y="72"/>
                </a:cubicBezTo>
                <a:cubicBezTo>
                  <a:pt x="3" y="72"/>
                  <a:pt x="0" y="75"/>
                  <a:pt x="0" y="78"/>
                </a:cubicBezTo>
                <a:cubicBezTo>
                  <a:pt x="0" y="118"/>
                  <a:pt x="0" y="118"/>
                  <a:pt x="0" y="118"/>
                </a:cubicBezTo>
                <a:cubicBezTo>
                  <a:pt x="0" y="121"/>
                  <a:pt x="3" y="124"/>
                  <a:pt x="6" y="124"/>
                </a:cubicBezTo>
                <a:cubicBezTo>
                  <a:pt x="45" y="124"/>
                  <a:pt x="45" y="124"/>
                  <a:pt x="45" y="124"/>
                </a:cubicBezTo>
                <a:cubicBezTo>
                  <a:pt x="49" y="124"/>
                  <a:pt x="52" y="121"/>
                  <a:pt x="52" y="118"/>
                </a:cubicBezTo>
                <a:cubicBezTo>
                  <a:pt x="52" y="78"/>
                  <a:pt x="52" y="78"/>
                  <a:pt x="52" y="78"/>
                </a:cubicBezTo>
                <a:cubicBezTo>
                  <a:pt x="52" y="75"/>
                  <a:pt x="49" y="72"/>
                  <a:pt x="45" y="72"/>
                </a:cubicBezTo>
                <a:close/>
                <a:moveTo>
                  <a:pt x="117" y="144"/>
                </a:moveTo>
                <a:cubicBezTo>
                  <a:pt x="78" y="144"/>
                  <a:pt x="78" y="144"/>
                  <a:pt x="78" y="144"/>
                </a:cubicBezTo>
                <a:cubicBezTo>
                  <a:pt x="74" y="144"/>
                  <a:pt x="72" y="147"/>
                  <a:pt x="72" y="150"/>
                </a:cubicBezTo>
                <a:cubicBezTo>
                  <a:pt x="72" y="190"/>
                  <a:pt x="72" y="190"/>
                  <a:pt x="72" y="190"/>
                </a:cubicBezTo>
                <a:cubicBezTo>
                  <a:pt x="72" y="193"/>
                  <a:pt x="74" y="196"/>
                  <a:pt x="78" y="196"/>
                </a:cubicBezTo>
                <a:cubicBezTo>
                  <a:pt x="117" y="196"/>
                  <a:pt x="117" y="196"/>
                  <a:pt x="117" y="196"/>
                </a:cubicBezTo>
                <a:cubicBezTo>
                  <a:pt x="121" y="196"/>
                  <a:pt x="124" y="193"/>
                  <a:pt x="124" y="190"/>
                </a:cubicBezTo>
                <a:cubicBezTo>
                  <a:pt x="124" y="150"/>
                  <a:pt x="124" y="150"/>
                  <a:pt x="124" y="150"/>
                </a:cubicBezTo>
                <a:cubicBezTo>
                  <a:pt x="124" y="147"/>
                  <a:pt x="121" y="144"/>
                  <a:pt x="117" y="144"/>
                </a:cubicBezTo>
                <a:close/>
                <a:moveTo>
                  <a:pt x="189" y="144"/>
                </a:moveTo>
                <a:cubicBezTo>
                  <a:pt x="150" y="144"/>
                  <a:pt x="150" y="144"/>
                  <a:pt x="150" y="144"/>
                </a:cubicBezTo>
                <a:cubicBezTo>
                  <a:pt x="146" y="144"/>
                  <a:pt x="143" y="147"/>
                  <a:pt x="143" y="150"/>
                </a:cubicBezTo>
                <a:cubicBezTo>
                  <a:pt x="143" y="190"/>
                  <a:pt x="143" y="190"/>
                  <a:pt x="143" y="190"/>
                </a:cubicBezTo>
                <a:cubicBezTo>
                  <a:pt x="143" y="193"/>
                  <a:pt x="146" y="196"/>
                  <a:pt x="150" y="196"/>
                </a:cubicBezTo>
                <a:cubicBezTo>
                  <a:pt x="189" y="196"/>
                  <a:pt x="189" y="196"/>
                  <a:pt x="189" y="196"/>
                </a:cubicBezTo>
                <a:cubicBezTo>
                  <a:pt x="193" y="196"/>
                  <a:pt x="196" y="193"/>
                  <a:pt x="196" y="190"/>
                </a:cubicBezTo>
                <a:cubicBezTo>
                  <a:pt x="196" y="150"/>
                  <a:pt x="196" y="150"/>
                  <a:pt x="196" y="150"/>
                </a:cubicBezTo>
                <a:cubicBezTo>
                  <a:pt x="196" y="147"/>
                  <a:pt x="193" y="144"/>
                  <a:pt x="189" y="144"/>
                </a:cubicBezTo>
                <a:close/>
                <a:moveTo>
                  <a:pt x="45" y="144"/>
                </a:moveTo>
                <a:cubicBezTo>
                  <a:pt x="6" y="144"/>
                  <a:pt x="6" y="144"/>
                  <a:pt x="6" y="144"/>
                </a:cubicBezTo>
                <a:cubicBezTo>
                  <a:pt x="3" y="144"/>
                  <a:pt x="0" y="147"/>
                  <a:pt x="0" y="150"/>
                </a:cubicBezTo>
                <a:cubicBezTo>
                  <a:pt x="0" y="190"/>
                  <a:pt x="0" y="190"/>
                  <a:pt x="0" y="190"/>
                </a:cubicBezTo>
                <a:cubicBezTo>
                  <a:pt x="0" y="193"/>
                  <a:pt x="3" y="196"/>
                  <a:pt x="6" y="196"/>
                </a:cubicBezTo>
                <a:cubicBezTo>
                  <a:pt x="45" y="196"/>
                  <a:pt x="45" y="196"/>
                  <a:pt x="45" y="196"/>
                </a:cubicBezTo>
                <a:cubicBezTo>
                  <a:pt x="49" y="196"/>
                  <a:pt x="52" y="193"/>
                  <a:pt x="52" y="190"/>
                </a:cubicBezTo>
                <a:cubicBezTo>
                  <a:pt x="52" y="150"/>
                  <a:pt x="52" y="150"/>
                  <a:pt x="52" y="150"/>
                </a:cubicBezTo>
                <a:cubicBezTo>
                  <a:pt x="52" y="147"/>
                  <a:pt x="49" y="144"/>
                  <a:pt x="45" y="144"/>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50"/>
          <p:cNvSpPr>
            <a:spLocks noEditPoints="1"/>
          </p:cNvSpPr>
          <p:nvPr/>
        </p:nvSpPr>
        <p:spPr bwMode="auto">
          <a:xfrm>
            <a:off x="10221114" y="3341011"/>
            <a:ext cx="393562" cy="393562"/>
          </a:xfrm>
          <a:custGeom>
            <a:avLst/>
            <a:gdLst>
              <a:gd name="T0" fmla="*/ 34 w 280"/>
              <a:gd name="T1" fmla="*/ 246 h 280"/>
              <a:gd name="T2" fmla="*/ 34 w 280"/>
              <a:gd name="T3" fmla="*/ 192 h 280"/>
              <a:gd name="T4" fmla="*/ 34 w 280"/>
              <a:gd name="T5" fmla="*/ 0 h 280"/>
              <a:gd name="T6" fmla="*/ 90 w 280"/>
              <a:gd name="T7" fmla="*/ 0 h 280"/>
              <a:gd name="T8" fmla="*/ 90 w 280"/>
              <a:gd name="T9" fmla="*/ 192 h 280"/>
              <a:gd name="T10" fmla="*/ 280 w 280"/>
              <a:gd name="T11" fmla="*/ 192 h 280"/>
              <a:gd name="T12" fmla="*/ 280 w 280"/>
              <a:gd name="T13" fmla="*/ 246 h 280"/>
              <a:gd name="T14" fmla="*/ 34 w 280"/>
              <a:gd name="T15" fmla="*/ 246 h 280"/>
              <a:gd name="T16" fmla="*/ 191 w 280"/>
              <a:gd name="T17" fmla="*/ 89 h 280"/>
              <a:gd name="T18" fmla="*/ 95 w 280"/>
              <a:gd name="T19" fmla="*/ 89 h 280"/>
              <a:gd name="T20" fmla="*/ 95 w 280"/>
              <a:gd name="T21" fmla="*/ 35 h 280"/>
              <a:gd name="T22" fmla="*/ 247 w 280"/>
              <a:gd name="T23" fmla="*/ 35 h 280"/>
              <a:gd name="T24" fmla="*/ 247 w 280"/>
              <a:gd name="T25" fmla="*/ 186 h 280"/>
              <a:gd name="T26" fmla="*/ 191 w 280"/>
              <a:gd name="T27" fmla="*/ 186 h 280"/>
              <a:gd name="T28" fmla="*/ 191 w 280"/>
              <a:gd name="T29" fmla="*/ 89 h 280"/>
              <a:gd name="T30" fmla="*/ 0 w 280"/>
              <a:gd name="T31" fmla="*/ 35 h 280"/>
              <a:gd name="T32" fmla="*/ 28 w 280"/>
              <a:gd name="T33" fmla="*/ 35 h 280"/>
              <a:gd name="T34" fmla="*/ 28 w 280"/>
              <a:gd name="T35" fmla="*/ 89 h 280"/>
              <a:gd name="T36" fmla="*/ 0 w 280"/>
              <a:gd name="T37" fmla="*/ 89 h 280"/>
              <a:gd name="T38" fmla="*/ 0 w 280"/>
              <a:gd name="T39" fmla="*/ 35 h 280"/>
              <a:gd name="T40" fmla="*/ 247 w 280"/>
              <a:gd name="T41" fmla="*/ 280 h 280"/>
              <a:gd name="T42" fmla="*/ 191 w 280"/>
              <a:gd name="T43" fmla="*/ 280 h 280"/>
              <a:gd name="T44" fmla="*/ 191 w 280"/>
              <a:gd name="T45" fmla="*/ 252 h 280"/>
              <a:gd name="T46" fmla="*/ 247 w 280"/>
              <a:gd name="T47" fmla="*/ 252 h 280"/>
              <a:gd name="T48" fmla="*/ 247 w 280"/>
              <a:gd name="T49" fmla="*/ 280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80" h="280">
                <a:moveTo>
                  <a:pt x="34" y="246"/>
                </a:moveTo>
                <a:lnTo>
                  <a:pt x="34" y="192"/>
                </a:lnTo>
                <a:lnTo>
                  <a:pt x="34" y="0"/>
                </a:lnTo>
                <a:lnTo>
                  <a:pt x="90" y="0"/>
                </a:lnTo>
                <a:lnTo>
                  <a:pt x="90" y="192"/>
                </a:lnTo>
                <a:lnTo>
                  <a:pt x="280" y="192"/>
                </a:lnTo>
                <a:lnTo>
                  <a:pt x="280" y="246"/>
                </a:lnTo>
                <a:lnTo>
                  <a:pt x="34" y="246"/>
                </a:lnTo>
                <a:close/>
                <a:moveTo>
                  <a:pt x="191" y="89"/>
                </a:moveTo>
                <a:lnTo>
                  <a:pt x="95" y="89"/>
                </a:lnTo>
                <a:lnTo>
                  <a:pt x="95" y="35"/>
                </a:lnTo>
                <a:lnTo>
                  <a:pt x="247" y="35"/>
                </a:lnTo>
                <a:lnTo>
                  <a:pt x="247" y="186"/>
                </a:lnTo>
                <a:lnTo>
                  <a:pt x="191" y="186"/>
                </a:lnTo>
                <a:lnTo>
                  <a:pt x="191" y="89"/>
                </a:lnTo>
                <a:close/>
                <a:moveTo>
                  <a:pt x="0" y="35"/>
                </a:moveTo>
                <a:lnTo>
                  <a:pt x="28" y="35"/>
                </a:lnTo>
                <a:lnTo>
                  <a:pt x="28" y="89"/>
                </a:lnTo>
                <a:lnTo>
                  <a:pt x="0" y="89"/>
                </a:lnTo>
                <a:lnTo>
                  <a:pt x="0" y="35"/>
                </a:lnTo>
                <a:close/>
                <a:moveTo>
                  <a:pt x="247" y="280"/>
                </a:moveTo>
                <a:lnTo>
                  <a:pt x="191" y="280"/>
                </a:lnTo>
                <a:lnTo>
                  <a:pt x="191" y="252"/>
                </a:lnTo>
                <a:lnTo>
                  <a:pt x="247" y="252"/>
                </a:lnTo>
                <a:lnTo>
                  <a:pt x="247" y="280"/>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51"/>
          <p:cNvSpPr>
            <a:spLocks noEditPoints="1"/>
          </p:cNvSpPr>
          <p:nvPr/>
        </p:nvSpPr>
        <p:spPr bwMode="auto">
          <a:xfrm>
            <a:off x="10691983" y="3356472"/>
            <a:ext cx="393562" cy="362639"/>
          </a:xfrm>
          <a:custGeom>
            <a:avLst/>
            <a:gdLst>
              <a:gd name="T0" fmla="*/ 199 w 200"/>
              <a:gd name="T1" fmla="*/ 115 h 184"/>
              <a:gd name="T2" fmla="*/ 164 w 200"/>
              <a:gd name="T3" fmla="*/ 0 h 184"/>
              <a:gd name="T4" fmla="*/ 35 w 200"/>
              <a:gd name="T5" fmla="*/ 0 h 184"/>
              <a:gd name="T6" fmla="*/ 0 w 200"/>
              <a:gd name="T7" fmla="*/ 115 h 184"/>
              <a:gd name="T8" fmla="*/ 0 w 200"/>
              <a:gd name="T9" fmla="*/ 115 h 184"/>
              <a:gd name="T10" fmla="*/ 0 w 200"/>
              <a:gd name="T11" fmla="*/ 172 h 184"/>
              <a:gd name="T12" fmla="*/ 12 w 200"/>
              <a:gd name="T13" fmla="*/ 184 h 184"/>
              <a:gd name="T14" fmla="*/ 188 w 200"/>
              <a:gd name="T15" fmla="*/ 184 h 184"/>
              <a:gd name="T16" fmla="*/ 200 w 200"/>
              <a:gd name="T17" fmla="*/ 172 h 184"/>
              <a:gd name="T18" fmla="*/ 200 w 200"/>
              <a:gd name="T19" fmla="*/ 115 h 184"/>
              <a:gd name="T20" fmla="*/ 199 w 200"/>
              <a:gd name="T21" fmla="*/ 115 h 184"/>
              <a:gd name="T22" fmla="*/ 143 w 200"/>
              <a:gd name="T23" fmla="*/ 112 h 184"/>
              <a:gd name="T24" fmla="*/ 125 w 200"/>
              <a:gd name="T25" fmla="*/ 148 h 184"/>
              <a:gd name="T26" fmla="*/ 73 w 200"/>
              <a:gd name="T27" fmla="*/ 148 h 184"/>
              <a:gd name="T28" fmla="*/ 54 w 200"/>
              <a:gd name="T29" fmla="*/ 112 h 184"/>
              <a:gd name="T30" fmla="*/ 20 w 200"/>
              <a:gd name="T31" fmla="*/ 112 h 184"/>
              <a:gd name="T32" fmla="*/ 50 w 200"/>
              <a:gd name="T33" fmla="*/ 12 h 184"/>
              <a:gd name="T34" fmla="*/ 149 w 200"/>
              <a:gd name="T35" fmla="*/ 12 h 184"/>
              <a:gd name="T36" fmla="*/ 180 w 200"/>
              <a:gd name="T37" fmla="*/ 112 h 184"/>
              <a:gd name="T38" fmla="*/ 143 w 200"/>
              <a:gd name="T39" fmla="*/ 112 h 184"/>
              <a:gd name="T40" fmla="*/ 132 w 200"/>
              <a:gd name="T41" fmla="*/ 28 h 184"/>
              <a:gd name="T42" fmla="*/ 67 w 200"/>
              <a:gd name="T43" fmla="*/ 28 h 184"/>
              <a:gd name="T44" fmla="*/ 65 w 200"/>
              <a:gd name="T45" fmla="*/ 36 h 184"/>
              <a:gd name="T46" fmla="*/ 134 w 200"/>
              <a:gd name="T47" fmla="*/ 36 h 184"/>
              <a:gd name="T48" fmla="*/ 132 w 200"/>
              <a:gd name="T49" fmla="*/ 28 h 184"/>
              <a:gd name="T50" fmla="*/ 138 w 200"/>
              <a:gd name="T51" fmla="*/ 48 h 184"/>
              <a:gd name="T52" fmla="*/ 61 w 200"/>
              <a:gd name="T53" fmla="*/ 48 h 184"/>
              <a:gd name="T54" fmla="*/ 59 w 200"/>
              <a:gd name="T55" fmla="*/ 56 h 184"/>
              <a:gd name="T56" fmla="*/ 140 w 200"/>
              <a:gd name="T57" fmla="*/ 56 h 184"/>
              <a:gd name="T58" fmla="*/ 138 w 200"/>
              <a:gd name="T59" fmla="*/ 48 h 184"/>
              <a:gd name="T60" fmla="*/ 144 w 200"/>
              <a:gd name="T61" fmla="*/ 68 h 184"/>
              <a:gd name="T62" fmla="*/ 55 w 200"/>
              <a:gd name="T63" fmla="*/ 68 h 184"/>
              <a:gd name="T64" fmla="*/ 53 w 200"/>
              <a:gd name="T65" fmla="*/ 76 h 184"/>
              <a:gd name="T66" fmla="*/ 146 w 200"/>
              <a:gd name="T67" fmla="*/ 76 h 184"/>
              <a:gd name="T68" fmla="*/ 144 w 200"/>
              <a:gd name="T69" fmla="*/ 68 h 184"/>
              <a:gd name="T70" fmla="*/ 47 w 200"/>
              <a:gd name="T71" fmla="*/ 96 h 184"/>
              <a:gd name="T72" fmla="*/ 152 w 200"/>
              <a:gd name="T73" fmla="*/ 96 h 184"/>
              <a:gd name="T74" fmla="*/ 149 w 200"/>
              <a:gd name="T75" fmla="*/ 88 h 184"/>
              <a:gd name="T76" fmla="*/ 50 w 200"/>
              <a:gd name="T77" fmla="*/ 88 h 184"/>
              <a:gd name="T78" fmla="*/ 47 w 200"/>
              <a:gd name="T79" fmla="*/ 96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0" h="184">
                <a:moveTo>
                  <a:pt x="199" y="115"/>
                </a:moveTo>
                <a:cubicBezTo>
                  <a:pt x="164" y="0"/>
                  <a:pt x="164" y="0"/>
                  <a:pt x="164" y="0"/>
                </a:cubicBezTo>
                <a:cubicBezTo>
                  <a:pt x="35" y="0"/>
                  <a:pt x="35" y="0"/>
                  <a:pt x="35" y="0"/>
                </a:cubicBezTo>
                <a:cubicBezTo>
                  <a:pt x="0" y="115"/>
                  <a:pt x="0" y="115"/>
                  <a:pt x="0" y="115"/>
                </a:cubicBezTo>
                <a:cubicBezTo>
                  <a:pt x="0" y="115"/>
                  <a:pt x="0" y="115"/>
                  <a:pt x="0" y="115"/>
                </a:cubicBezTo>
                <a:cubicBezTo>
                  <a:pt x="0" y="172"/>
                  <a:pt x="0" y="172"/>
                  <a:pt x="0" y="172"/>
                </a:cubicBezTo>
                <a:cubicBezTo>
                  <a:pt x="0" y="178"/>
                  <a:pt x="5" y="184"/>
                  <a:pt x="12" y="184"/>
                </a:cubicBezTo>
                <a:cubicBezTo>
                  <a:pt x="188" y="184"/>
                  <a:pt x="188" y="184"/>
                  <a:pt x="188" y="184"/>
                </a:cubicBezTo>
                <a:cubicBezTo>
                  <a:pt x="194" y="184"/>
                  <a:pt x="200" y="178"/>
                  <a:pt x="200" y="172"/>
                </a:cubicBezTo>
                <a:cubicBezTo>
                  <a:pt x="200" y="115"/>
                  <a:pt x="200" y="115"/>
                  <a:pt x="200" y="115"/>
                </a:cubicBezTo>
                <a:lnTo>
                  <a:pt x="199" y="115"/>
                </a:lnTo>
                <a:close/>
                <a:moveTo>
                  <a:pt x="143" y="112"/>
                </a:moveTo>
                <a:cubicBezTo>
                  <a:pt x="125" y="148"/>
                  <a:pt x="125" y="148"/>
                  <a:pt x="125" y="148"/>
                </a:cubicBezTo>
                <a:cubicBezTo>
                  <a:pt x="73" y="148"/>
                  <a:pt x="73" y="148"/>
                  <a:pt x="73" y="148"/>
                </a:cubicBezTo>
                <a:cubicBezTo>
                  <a:pt x="54" y="112"/>
                  <a:pt x="54" y="112"/>
                  <a:pt x="54" y="112"/>
                </a:cubicBezTo>
                <a:cubicBezTo>
                  <a:pt x="20" y="112"/>
                  <a:pt x="20" y="112"/>
                  <a:pt x="20" y="112"/>
                </a:cubicBezTo>
                <a:cubicBezTo>
                  <a:pt x="50" y="12"/>
                  <a:pt x="50" y="12"/>
                  <a:pt x="50" y="12"/>
                </a:cubicBezTo>
                <a:cubicBezTo>
                  <a:pt x="149" y="12"/>
                  <a:pt x="149" y="12"/>
                  <a:pt x="149" y="12"/>
                </a:cubicBezTo>
                <a:cubicBezTo>
                  <a:pt x="180" y="112"/>
                  <a:pt x="180" y="112"/>
                  <a:pt x="180" y="112"/>
                </a:cubicBezTo>
                <a:lnTo>
                  <a:pt x="143" y="112"/>
                </a:lnTo>
                <a:close/>
                <a:moveTo>
                  <a:pt x="132" y="28"/>
                </a:moveTo>
                <a:cubicBezTo>
                  <a:pt x="67" y="28"/>
                  <a:pt x="67" y="28"/>
                  <a:pt x="67" y="28"/>
                </a:cubicBezTo>
                <a:cubicBezTo>
                  <a:pt x="65" y="36"/>
                  <a:pt x="65" y="36"/>
                  <a:pt x="65" y="36"/>
                </a:cubicBezTo>
                <a:cubicBezTo>
                  <a:pt x="134" y="36"/>
                  <a:pt x="134" y="36"/>
                  <a:pt x="134" y="36"/>
                </a:cubicBezTo>
                <a:lnTo>
                  <a:pt x="132" y="28"/>
                </a:lnTo>
                <a:close/>
                <a:moveTo>
                  <a:pt x="138" y="48"/>
                </a:moveTo>
                <a:cubicBezTo>
                  <a:pt x="61" y="48"/>
                  <a:pt x="61" y="48"/>
                  <a:pt x="61" y="48"/>
                </a:cubicBezTo>
                <a:cubicBezTo>
                  <a:pt x="59" y="56"/>
                  <a:pt x="59" y="56"/>
                  <a:pt x="59" y="56"/>
                </a:cubicBezTo>
                <a:cubicBezTo>
                  <a:pt x="140" y="56"/>
                  <a:pt x="140" y="56"/>
                  <a:pt x="140" y="56"/>
                </a:cubicBezTo>
                <a:lnTo>
                  <a:pt x="138" y="48"/>
                </a:lnTo>
                <a:close/>
                <a:moveTo>
                  <a:pt x="144" y="68"/>
                </a:moveTo>
                <a:cubicBezTo>
                  <a:pt x="55" y="68"/>
                  <a:pt x="55" y="68"/>
                  <a:pt x="55" y="68"/>
                </a:cubicBezTo>
                <a:cubicBezTo>
                  <a:pt x="53" y="76"/>
                  <a:pt x="53" y="76"/>
                  <a:pt x="53" y="76"/>
                </a:cubicBezTo>
                <a:cubicBezTo>
                  <a:pt x="146" y="76"/>
                  <a:pt x="146" y="76"/>
                  <a:pt x="146" y="76"/>
                </a:cubicBezTo>
                <a:lnTo>
                  <a:pt x="144" y="68"/>
                </a:lnTo>
                <a:close/>
                <a:moveTo>
                  <a:pt x="47" y="96"/>
                </a:moveTo>
                <a:cubicBezTo>
                  <a:pt x="152" y="96"/>
                  <a:pt x="152" y="96"/>
                  <a:pt x="152" y="96"/>
                </a:cubicBezTo>
                <a:cubicBezTo>
                  <a:pt x="149" y="88"/>
                  <a:pt x="149" y="88"/>
                  <a:pt x="149" y="88"/>
                </a:cubicBezTo>
                <a:cubicBezTo>
                  <a:pt x="50" y="88"/>
                  <a:pt x="50" y="88"/>
                  <a:pt x="50" y="88"/>
                </a:cubicBezTo>
                <a:lnTo>
                  <a:pt x="47" y="96"/>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52"/>
          <p:cNvSpPr>
            <a:spLocks noEditPoints="1"/>
          </p:cNvSpPr>
          <p:nvPr/>
        </p:nvSpPr>
        <p:spPr bwMode="auto">
          <a:xfrm>
            <a:off x="11190962" y="3342417"/>
            <a:ext cx="383723" cy="386534"/>
          </a:xfrm>
          <a:custGeom>
            <a:avLst/>
            <a:gdLst>
              <a:gd name="T0" fmla="*/ 159 w 195"/>
              <a:gd name="T1" fmla="*/ 171 h 196"/>
              <a:gd name="T2" fmla="*/ 159 w 195"/>
              <a:gd name="T3" fmla="*/ 184 h 196"/>
              <a:gd name="T4" fmla="*/ 146 w 195"/>
              <a:gd name="T5" fmla="*/ 196 h 196"/>
              <a:gd name="T6" fmla="*/ 49 w 195"/>
              <a:gd name="T7" fmla="*/ 196 h 196"/>
              <a:gd name="T8" fmla="*/ 36 w 195"/>
              <a:gd name="T9" fmla="*/ 184 h 196"/>
              <a:gd name="T10" fmla="*/ 36 w 195"/>
              <a:gd name="T11" fmla="*/ 171 h 196"/>
              <a:gd name="T12" fmla="*/ 0 w 195"/>
              <a:gd name="T13" fmla="*/ 134 h 196"/>
              <a:gd name="T14" fmla="*/ 0 w 195"/>
              <a:gd name="T15" fmla="*/ 98 h 196"/>
              <a:gd name="T16" fmla="*/ 36 w 195"/>
              <a:gd name="T17" fmla="*/ 61 h 196"/>
              <a:gd name="T18" fmla="*/ 36 w 195"/>
              <a:gd name="T19" fmla="*/ 12 h 196"/>
              <a:gd name="T20" fmla="*/ 49 w 195"/>
              <a:gd name="T21" fmla="*/ 0 h 196"/>
              <a:gd name="T22" fmla="*/ 146 w 195"/>
              <a:gd name="T23" fmla="*/ 0 h 196"/>
              <a:gd name="T24" fmla="*/ 159 w 195"/>
              <a:gd name="T25" fmla="*/ 12 h 196"/>
              <a:gd name="T26" fmla="*/ 159 w 195"/>
              <a:gd name="T27" fmla="*/ 61 h 196"/>
              <a:gd name="T28" fmla="*/ 195 w 195"/>
              <a:gd name="T29" fmla="*/ 98 h 196"/>
              <a:gd name="T30" fmla="*/ 195 w 195"/>
              <a:gd name="T31" fmla="*/ 134 h 196"/>
              <a:gd name="T32" fmla="*/ 159 w 195"/>
              <a:gd name="T33" fmla="*/ 171 h 196"/>
              <a:gd name="T34" fmla="*/ 48 w 195"/>
              <a:gd name="T35" fmla="*/ 184 h 196"/>
              <a:gd name="T36" fmla="*/ 147 w 195"/>
              <a:gd name="T37" fmla="*/ 184 h 196"/>
              <a:gd name="T38" fmla="*/ 147 w 195"/>
              <a:gd name="T39" fmla="*/ 132 h 196"/>
              <a:gd name="T40" fmla="*/ 48 w 195"/>
              <a:gd name="T41" fmla="*/ 132 h 196"/>
              <a:gd name="T42" fmla="*/ 48 w 195"/>
              <a:gd name="T43" fmla="*/ 184 h 196"/>
              <a:gd name="T44" fmla="*/ 147 w 195"/>
              <a:gd name="T45" fmla="*/ 12 h 196"/>
              <a:gd name="T46" fmla="*/ 48 w 195"/>
              <a:gd name="T47" fmla="*/ 12 h 196"/>
              <a:gd name="T48" fmla="*/ 48 w 195"/>
              <a:gd name="T49" fmla="*/ 61 h 196"/>
              <a:gd name="T50" fmla="*/ 60 w 195"/>
              <a:gd name="T51" fmla="*/ 61 h 196"/>
              <a:gd name="T52" fmla="*/ 60 w 195"/>
              <a:gd name="T53" fmla="*/ 25 h 196"/>
              <a:gd name="T54" fmla="*/ 136 w 195"/>
              <a:gd name="T55" fmla="*/ 25 h 196"/>
              <a:gd name="T56" fmla="*/ 136 w 195"/>
              <a:gd name="T57" fmla="*/ 61 h 196"/>
              <a:gd name="T58" fmla="*/ 147 w 195"/>
              <a:gd name="T59" fmla="*/ 61 h 196"/>
              <a:gd name="T60" fmla="*/ 147 w 195"/>
              <a:gd name="T61" fmla="*/ 12 h 196"/>
              <a:gd name="T62" fmla="*/ 72 w 195"/>
              <a:gd name="T63" fmla="*/ 36 h 196"/>
              <a:gd name="T64" fmla="*/ 72 w 195"/>
              <a:gd name="T65" fmla="*/ 61 h 196"/>
              <a:gd name="T66" fmla="*/ 123 w 195"/>
              <a:gd name="T67" fmla="*/ 61 h 196"/>
              <a:gd name="T68" fmla="*/ 123 w 195"/>
              <a:gd name="T69" fmla="*/ 36 h 196"/>
              <a:gd name="T70" fmla="*/ 72 w 195"/>
              <a:gd name="T71" fmla="*/ 36 h 196"/>
              <a:gd name="T72" fmla="*/ 147 w 195"/>
              <a:gd name="T73" fmla="*/ 88 h 196"/>
              <a:gd name="T74" fmla="*/ 140 w 195"/>
              <a:gd name="T75" fmla="*/ 88 h 196"/>
              <a:gd name="T76" fmla="*/ 140 w 195"/>
              <a:gd name="T77" fmla="*/ 96 h 196"/>
              <a:gd name="T78" fmla="*/ 147 w 195"/>
              <a:gd name="T79" fmla="*/ 96 h 196"/>
              <a:gd name="T80" fmla="*/ 147 w 195"/>
              <a:gd name="T81" fmla="*/ 88 h 196"/>
              <a:gd name="T82" fmla="*/ 146 w 195"/>
              <a:gd name="T83" fmla="*/ 108 h 196"/>
              <a:gd name="T84" fmla="*/ 49 w 195"/>
              <a:gd name="T85" fmla="*/ 108 h 196"/>
              <a:gd name="T86" fmla="*/ 24 w 195"/>
              <a:gd name="T87" fmla="*/ 134 h 196"/>
              <a:gd name="T88" fmla="*/ 24 w 195"/>
              <a:gd name="T89" fmla="*/ 148 h 196"/>
              <a:gd name="T90" fmla="*/ 36 w 195"/>
              <a:gd name="T91" fmla="*/ 148 h 196"/>
              <a:gd name="T92" fmla="*/ 36 w 195"/>
              <a:gd name="T93" fmla="*/ 134 h 196"/>
              <a:gd name="T94" fmla="*/ 49 w 195"/>
              <a:gd name="T95" fmla="*/ 120 h 196"/>
              <a:gd name="T96" fmla="*/ 146 w 195"/>
              <a:gd name="T97" fmla="*/ 120 h 196"/>
              <a:gd name="T98" fmla="*/ 159 w 195"/>
              <a:gd name="T99" fmla="*/ 134 h 196"/>
              <a:gd name="T100" fmla="*/ 159 w 195"/>
              <a:gd name="T101" fmla="*/ 148 h 196"/>
              <a:gd name="T102" fmla="*/ 172 w 195"/>
              <a:gd name="T103" fmla="*/ 148 h 196"/>
              <a:gd name="T104" fmla="*/ 172 w 195"/>
              <a:gd name="T105" fmla="*/ 134 h 196"/>
              <a:gd name="T106" fmla="*/ 146 w 195"/>
              <a:gd name="T107" fmla="*/ 108 h 196"/>
              <a:gd name="T108" fmla="*/ 168 w 195"/>
              <a:gd name="T109" fmla="*/ 88 h 196"/>
              <a:gd name="T110" fmla="*/ 159 w 195"/>
              <a:gd name="T111" fmla="*/ 88 h 196"/>
              <a:gd name="T112" fmla="*/ 159 w 195"/>
              <a:gd name="T113" fmla="*/ 96 h 196"/>
              <a:gd name="T114" fmla="*/ 168 w 195"/>
              <a:gd name="T115" fmla="*/ 96 h 196"/>
              <a:gd name="T116" fmla="*/ 168 w 195"/>
              <a:gd name="T117" fmla="*/ 88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5" h="196">
                <a:moveTo>
                  <a:pt x="159" y="171"/>
                </a:moveTo>
                <a:cubicBezTo>
                  <a:pt x="159" y="184"/>
                  <a:pt x="159" y="184"/>
                  <a:pt x="159" y="184"/>
                </a:cubicBezTo>
                <a:cubicBezTo>
                  <a:pt x="159" y="191"/>
                  <a:pt x="153" y="196"/>
                  <a:pt x="146" y="196"/>
                </a:cubicBezTo>
                <a:cubicBezTo>
                  <a:pt x="49" y="196"/>
                  <a:pt x="49" y="196"/>
                  <a:pt x="49" y="196"/>
                </a:cubicBezTo>
                <a:cubicBezTo>
                  <a:pt x="42" y="196"/>
                  <a:pt x="36" y="191"/>
                  <a:pt x="36" y="184"/>
                </a:cubicBezTo>
                <a:cubicBezTo>
                  <a:pt x="36" y="171"/>
                  <a:pt x="36" y="171"/>
                  <a:pt x="36" y="171"/>
                </a:cubicBezTo>
                <a:cubicBezTo>
                  <a:pt x="16" y="171"/>
                  <a:pt x="0" y="155"/>
                  <a:pt x="0" y="134"/>
                </a:cubicBezTo>
                <a:cubicBezTo>
                  <a:pt x="0" y="98"/>
                  <a:pt x="0" y="98"/>
                  <a:pt x="0" y="98"/>
                </a:cubicBezTo>
                <a:cubicBezTo>
                  <a:pt x="0" y="78"/>
                  <a:pt x="16" y="61"/>
                  <a:pt x="36" y="61"/>
                </a:cubicBezTo>
                <a:cubicBezTo>
                  <a:pt x="36" y="12"/>
                  <a:pt x="36" y="12"/>
                  <a:pt x="36" y="12"/>
                </a:cubicBezTo>
                <a:cubicBezTo>
                  <a:pt x="36" y="6"/>
                  <a:pt x="42" y="0"/>
                  <a:pt x="49" y="0"/>
                </a:cubicBezTo>
                <a:cubicBezTo>
                  <a:pt x="146" y="0"/>
                  <a:pt x="146" y="0"/>
                  <a:pt x="146" y="0"/>
                </a:cubicBezTo>
                <a:cubicBezTo>
                  <a:pt x="153" y="0"/>
                  <a:pt x="159" y="6"/>
                  <a:pt x="159" y="12"/>
                </a:cubicBezTo>
                <a:cubicBezTo>
                  <a:pt x="159" y="61"/>
                  <a:pt x="159" y="61"/>
                  <a:pt x="159" y="61"/>
                </a:cubicBezTo>
                <a:cubicBezTo>
                  <a:pt x="180" y="61"/>
                  <a:pt x="195" y="78"/>
                  <a:pt x="195" y="98"/>
                </a:cubicBezTo>
                <a:cubicBezTo>
                  <a:pt x="195" y="134"/>
                  <a:pt x="195" y="134"/>
                  <a:pt x="195" y="134"/>
                </a:cubicBezTo>
                <a:cubicBezTo>
                  <a:pt x="195" y="155"/>
                  <a:pt x="180" y="171"/>
                  <a:pt x="159" y="171"/>
                </a:cubicBezTo>
                <a:close/>
                <a:moveTo>
                  <a:pt x="48" y="184"/>
                </a:moveTo>
                <a:cubicBezTo>
                  <a:pt x="147" y="184"/>
                  <a:pt x="147" y="184"/>
                  <a:pt x="147" y="184"/>
                </a:cubicBezTo>
                <a:cubicBezTo>
                  <a:pt x="147" y="132"/>
                  <a:pt x="147" y="132"/>
                  <a:pt x="147" y="132"/>
                </a:cubicBezTo>
                <a:cubicBezTo>
                  <a:pt x="48" y="132"/>
                  <a:pt x="48" y="132"/>
                  <a:pt x="48" y="132"/>
                </a:cubicBezTo>
                <a:lnTo>
                  <a:pt x="48" y="184"/>
                </a:lnTo>
                <a:close/>
                <a:moveTo>
                  <a:pt x="147" y="12"/>
                </a:moveTo>
                <a:cubicBezTo>
                  <a:pt x="48" y="12"/>
                  <a:pt x="48" y="12"/>
                  <a:pt x="48" y="12"/>
                </a:cubicBezTo>
                <a:cubicBezTo>
                  <a:pt x="48" y="61"/>
                  <a:pt x="48" y="61"/>
                  <a:pt x="48" y="61"/>
                </a:cubicBezTo>
                <a:cubicBezTo>
                  <a:pt x="60" y="61"/>
                  <a:pt x="60" y="61"/>
                  <a:pt x="60" y="61"/>
                </a:cubicBezTo>
                <a:cubicBezTo>
                  <a:pt x="60" y="25"/>
                  <a:pt x="60" y="25"/>
                  <a:pt x="60" y="25"/>
                </a:cubicBezTo>
                <a:cubicBezTo>
                  <a:pt x="136" y="25"/>
                  <a:pt x="136" y="25"/>
                  <a:pt x="136" y="25"/>
                </a:cubicBezTo>
                <a:cubicBezTo>
                  <a:pt x="136" y="61"/>
                  <a:pt x="136" y="61"/>
                  <a:pt x="136" y="61"/>
                </a:cubicBezTo>
                <a:cubicBezTo>
                  <a:pt x="147" y="61"/>
                  <a:pt x="147" y="61"/>
                  <a:pt x="147" y="61"/>
                </a:cubicBezTo>
                <a:lnTo>
                  <a:pt x="147" y="12"/>
                </a:lnTo>
                <a:close/>
                <a:moveTo>
                  <a:pt x="72" y="36"/>
                </a:moveTo>
                <a:cubicBezTo>
                  <a:pt x="72" y="61"/>
                  <a:pt x="72" y="61"/>
                  <a:pt x="72" y="61"/>
                </a:cubicBezTo>
                <a:cubicBezTo>
                  <a:pt x="123" y="61"/>
                  <a:pt x="123" y="61"/>
                  <a:pt x="123" y="61"/>
                </a:cubicBezTo>
                <a:cubicBezTo>
                  <a:pt x="123" y="36"/>
                  <a:pt x="123" y="36"/>
                  <a:pt x="123" y="36"/>
                </a:cubicBezTo>
                <a:lnTo>
                  <a:pt x="72" y="36"/>
                </a:lnTo>
                <a:close/>
                <a:moveTo>
                  <a:pt x="147" y="88"/>
                </a:moveTo>
                <a:cubicBezTo>
                  <a:pt x="140" y="88"/>
                  <a:pt x="140" y="88"/>
                  <a:pt x="140" y="88"/>
                </a:cubicBezTo>
                <a:cubicBezTo>
                  <a:pt x="140" y="96"/>
                  <a:pt x="140" y="96"/>
                  <a:pt x="140" y="96"/>
                </a:cubicBezTo>
                <a:cubicBezTo>
                  <a:pt x="147" y="96"/>
                  <a:pt x="147" y="96"/>
                  <a:pt x="147" y="96"/>
                </a:cubicBezTo>
                <a:lnTo>
                  <a:pt x="147" y="88"/>
                </a:lnTo>
                <a:close/>
                <a:moveTo>
                  <a:pt x="146" y="108"/>
                </a:moveTo>
                <a:cubicBezTo>
                  <a:pt x="49" y="108"/>
                  <a:pt x="49" y="108"/>
                  <a:pt x="49" y="108"/>
                </a:cubicBezTo>
                <a:cubicBezTo>
                  <a:pt x="35" y="108"/>
                  <a:pt x="24" y="121"/>
                  <a:pt x="24" y="134"/>
                </a:cubicBezTo>
                <a:cubicBezTo>
                  <a:pt x="24" y="148"/>
                  <a:pt x="24" y="148"/>
                  <a:pt x="24" y="148"/>
                </a:cubicBezTo>
                <a:cubicBezTo>
                  <a:pt x="36" y="148"/>
                  <a:pt x="36" y="148"/>
                  <a:pt x="36" y="148"/>
                </a:cubicBezTo>
                <a:cubicBezTo>
                  <a:pt x="36" y="134"/>
                  <a:pt x="36" y="134"/>
                  <a:pt x="36" y="134"/>
                </a:cubicBezTo>
                <a:cubicBezTo>
                  <a:pt x="36" y="128"/>
                  <a:pt x="42" y="120"/>
                  <a:pt x="49" y="120"/>
                </a:cubicBezTo>
                <a:cubicBezTo>
                  <a:pt x="146" y="120"/>
                  <a:pt x="146" y="120"/>
                  <a:pt x="146" y="120"/>
                </a:cubicBezTo>
                <a:cubicBezTo>
                  <a:pt x="153" y="120"/>
                  <a:pt x="159" y="128"/>
                  <a:pt x="159" y="134"/>
                </a:cubicBezTo>
                <a:cubicBezTo>
                  <a:pt x="159" y="148"/>
                  <a:pt x="159" y="148"/>
                  <a:pt x="159" y="148"/>
                </a:cubicBezTo>
                <a:cubicBezTo>
                  <a:pt x="172" y="148"/>
                  <a:pt x="172" y="148"/>
                  <a:pt x="172" y="148"/>
                </a:cubicBezTo>
                <a:cubicBezTo>
                  <a:pt x="172" y="134"/>
                  <a:pt x="172" y="134"/>
                  <a:pt x="172" y="134"/>
                </a:cubicBezTo>
                <a:cubicBezTo>
                  <a:pt x="172" y="121"/>
                  <a:pt x="160" y="108"/>
                  <a:pt x="146" y="108"/>
                </a:cubicBezTo>
                <a:close/>
                <a:moveTo>
                  <a:pt x="168" y="88"/>
                </a:moveTo>
                <a:cubicBezTo>
                  <a:pt x="159" y="88"/>
                  <a:pt x="159" y="88"/>
                  <a:pt x="159" y="88"/>
                </a:cubicBezTo>
                <a:cubicBezTo>
                  <a:pt x="159" y="96"/>
                  <a:pt x="159" y="96"/>
                  <a:pt x="159" y="96"/>
                </a:cubicBezTo>
                <a:cubicBezTo>
                  <a:pt x="168" y="96"/>
                  <a:pt x="168" y="96"/>
                  <a:pt x="168" y="96"/>
                </a:cubicBezTo>
                <a:lnTo>
                  <a:pt x="168" y="88"/>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53"/>
          <p:cNvSpPr>
            <a:spLocks noEditPoints="1"/>
          </p:cNvSpPr>
          <p:nvPr/>
        </p:nvSpPr>
        <p:spPr bwMode="auto">
          <a:xfrm>
            <a:off x="11667453" y="3341011"/>
            <a:ext cx="390750" cy="389345"/>
          </a:xfrm>
          <a:custGeom>
            <a:avLst/>
            <a:gdLst>
              <a:gd name="T0" fmla="*/ 150 w 198"/>
              <a:gd name="T1" fmla="*/ 132 h 198"/>
              <a:gd name="T2" fmla="*/ 150 w 198"/>
              <a:gd name="T3" fmla="*/ 66 h 198"/>
              <a:gd name="T4" fmla="*/ 198 w 198"/>
              <a:gd name="T5" fmla="*/ 99 h 198"/>
              <a:gd name="T6" fmla="*/ 150 w 198"/>
              <a:gd name="T7" fmla="*/ 132 h 198"/>
              <a:gd name="T8" fmla="*/ 99 w 198"/>
              <a:gd name="T9" fmla="*/ 135 h 198"/>
              <a:gd name="T10" fmla="*/ 64 w 198"/>
              <a:gd name="T11" fmla="*/ 100 h 198"/>
              <a:gd name="T12" fmla="*/ 99 w 198"/>
              <a:gd name="T13" fmla="*/ 66 h 198"/>
              <a:gd name="T14" fmla="*/ 133 w 198"/>
              <a:gd name="T15" fmla="*/ 100 h 198"/>
              <a:gd name="T16" fmla="*/ 99 w 198"/>
              <a:gd name="T17" fmla="*/ 135 h 198"/>
              <a:gd name="T18" fmla="*/ 99 w 198"/>
              <a:gd name="T19" fmla="*/ 78 h 198"/>
              <a:gd name="T20" fmla="*/ 76 w 198"/>
              <a:gd name="T21" fmla="*/ 100 h 198"/>
              <a:gd name="T22" fmla="*/ 99 w 198"/>
              <a:gd name="T23" fmla="*/ 123 h 198"/>
              <a:gd name="T24" fmla="*/ 121 w 198"/>
              <a:gd name="T25" fmla="*/ 100 h 198"/>
              <a:gd name="T26" fmla="*/ 99 w 198"/>
              <a:gd name="T27" fmla="*/ 78 h 198"/>
              <a:gd name="T28" fmla="*/ 99 w 198"/>
              <a:gd name="T29" fmla="*/ 0 h 198"/>
              <a:gd name="T30" fmla="*/ 132 w 198"/>
              <a:gd name="T31" fmla="*/ 50 h 198"/>
              <a:gd name="T32" fmla="*/ 66 w 198"/>
              <a:gd name="T33" fmla="*/ 50 h 198"/>
              <a:gd name="T34" fmla="*/ 99 w 198"/>
              <a:gd name="T35" fmla="*/ 0 h 198"/>
              <a:gd name="T36" fmla="*/ 49 w 198"/>
              <a:gd name="T37" fmla="*/ 66 h 198"/>
              <a:gd name="T38" fmla="*/ 49 w 198"/>
              <a:gd name="T39" fmla="*/ 132 h 198"/>
              <a:gd name="T40" fmla="*/ 0 w 198"/>
              <a:gd name="T41" fmla="*/ 99 h 198"/>
              <a:gd name="T42" fmla="*/ 49 w 198"/>
              <a:gd name="T43" fmla="*/ 66 h 198"/>
              <a:gd name="T44" fmla="*/ 99 w 198"/>
              <a:gd name="T45" fmla="*/ 198 h 198"/>
              <a:gd name="T46" fmla="*/ 66 w 198"/>
              <a:gd name="T47" fmla="*/ 150 h 198"/>
              <a:gd name="T48" fmla="*/ 132 w 198"/>
              <a:gd name="T49" fmla="*/ 150 h 198"/>
              <a:gd name="T50" fmla="*/ 99 w 198"/>
              <a:gd name="T51"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8" h="198">
                <a:moveTo>
                  <a:pt x="150" y="132"/>
                </a:moveTo>
                <a:cubicBezTo>
                  <a:pt x="150" y="66"/>
                  <a:pt x="150" y="66"/>
                  <a:pt x="150" y="66"/>
                </a:cubicBezTo>
                <a:cubicBezTo>
                  <a:pt x="198" y="99"/>
                  <a:pt x="198" y="99"/>
                  <a:pt x="198" y="99"/>
                </a:cubicBezTo>
                <a:lnTo>
                  <a:pt x="150" y="132"/>
                </a:lnTo>
                <a:close/>
                <a:moveTo>
                  <a:pt x="99" y="135"/>
                </a:moveTo>
                <a:cubicBezTo>
                  <a:pt x="80" y="135"/>
                  <a:pt x="64" y="119"/>
                  <a:pt x="64" y="100"/>
                </a:cubicBezTo>
                <a:cubicBezTo>
                  <a:pt x="64" y="82"/>
                  <a:pt x="80" y="66"/>
                  <a:pt x="99" y="66"/>
                </a:cubicBezTo>
                <a:cubicBezTo>
                  <a:pt x="117" y="66"/>
                  <a:pt x="133" y="82"/>
                  <a:pt x="133" y="100"/>
                </a:cubicBezTo>
                <a:cubicBezTo>
                  <a:pt x="133" y="119"/>
                  <a:pt x="117" y="135"/>
                  <a:pt x="99" y="135"/>
                </a:cubicBezTo>
                <a:close/>
                <a:moveTo>
                  <a:pt x="99" y="78"/>
                </a:moveTo>
                <a:cubicBezTo>
                  <a:pt x="86" y="78"/>
                  <a:pt x="76" y="88"/>
                  <a:pt x="76" y="100"/>
                </a:cubicBezTo>
                <a:cubicBezTo>
                  <a:pt x="76" y="113"/>
                  <a:pt x="86" y="123"/>
                  <a:pt x="99" y="123"/>
                </a:cubicBezTo>
                <a:cubicBezTo>
                  <a:pt x="111" y="123"/>
                  <a:pt x="121" y="113"/>
                  <a:pt x="121" y="100"/>
                </a:cubicBezTo>
                <a:cubicBezTo>
                  <a:pt x="121" y="88"/>
                  <a:pt x="111" y="78"/>
                  <a:pt x="99" y="78"/>
                </a:cubicBezTo>
                <a:close/>
                <a:moveTo>
                  <a:pt x="99" y="0"/>
                </a:moveTo>
                <a:cubicBezTo>
                  <a:pt x="132" y="50"/>
                  <a:pt x="132" y="50"/>
                  <a:pt x="132" y="50"/>
                </a:cubicBezTo>
                <a:cubicBezTo>
                  <a:pt x="66" y="50"/>
                  <a:pt x="66" y="50"/>
                  <a:pt x="66" y="50"/>
                </a:cubicBezTo>
                <a:lnTo>
                  <a:pt x="99" y="0"/>
                </a:lnTo>
                <a:close/>
                <a:moveTo>
                  <a:pt x="49" y="66"/>
                </a:moveTo>
                <a:cubicBezTo>
                  <a:pt x="49" y="132"/>
                  <a:pt x="49" y="132"/>
                  <a:pt x="49" y="132"/>
                </a:cubicBezTo>
                <a:cubicBezTo>
                  <a:pt x="0" y="99"/>
                  <a:pt x="0" y="99"/>
                  <a:pt x="0" y="99"/>
                </a:cubicBezTo>
                <a:lnTo>
                  <a:pt x="49" y="66"/>
                </a:lnTo>
                <a:close/>
                <a:moveTo>
                  <a:pt x="99" y="198"/>
                </a:moveTo>
                <a:cubicBezTo>
                  <a:pt x="66" y="150"/>
                  <a:pt x="66" y="150"/>
                  <a:pt x="66" y="150"/>
                </a:cubicBezTo>
                <a:cubicBezTo>
                  <a:pt x="132" y="150"/>
                  <a:pt x="132" y="150"/>
                  <a:pt x="132" y="150"/>
                </a:cubicBezTo>
                <a:lnTo>
                  <a:pt x="99" y="198"/>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58"/>
          <p:cNvSpPr>
            <a:spLocks noEditPoints="1"/>
          </p:cNvSpPr>
          <p:nvPr/>
        </p:nvSpPr>
        <p:spPr bwMode="auto">
          <a:xfrm>
            <a:off x="10691983" y="3849830"/>
            <a:ext cx="393562" cy="369667"/>
          </a:xfrm>
          <a:custGeom>
            <a:avLst/>
            <a:gdLst>
              <a:gd name="T0" fmla="*/ 95 w 280"/>
              <a:gd name="T1" fmla="*/ 0 h 263"/>
              <a:gd name="T2" fmla="*/ 95 w 280"/>
              <a:gd name="T3" fmla="*/ 22 h 263"/>
              <a:gd name="T4" fmla="*/ 185 w 280"/>
              <a:gd name="T5" fmla="*/ 22 h 263"/>
              <a:gd name="T6" fmla="*/ 185 w 280"/>
              <a:gd name="T7" fmla="*/ 0 h 263"/>
              <a:gd name="T8" fmla="*/ 95 w 280"/>
              <a:gd name="T9" fmla="*/ 0 h 263"/>
              <a:gd name="T10" fmla="*/ 259 w 280"/>
              <a:gd name="T11" fmla="*/ 22 h 263"/>
              <a:gd name="T12" fmla="*/ 259 w 280"/>
              <a:gd name="T13" fmla="*/ 72 h 263"/>
              <a:gd name="T14" fmla="*/ 280 w 280"/>
              <a:gd name="T15" fmla="*/ 72 h 263"/>
              <a:gd name="T16" fmla="*/ 280 w 280"/>
              <a:gd name="T17" fmla="*/ 22 h 263"/>
              <a:gd name="T18" fmla="*/ 280 w 280"/>
              <a:gd name="T19" fmla="*/ 0 h 263"/>
              <a:gd name="T20" fmla="*/ 261 w 280"/>
              <a:gd name="T21" fmla="*/ 0 h 263"/>
              <a:gd name="T22" fmla="*/ 224 w 280"/>
              <a:gd name="T23" fmla="*/ 0 h 263"/>
              <a:gd name="T24" fmla="*/ 224 w 280"/>
              <a:gd name="T25" fmla="*/ 22 h 263"/>
              <a:gd name="T26" fmla="*/ 259 w 280"/>
              <a:gd name="T27" fmla="*/ 22 h 263"/>
              <a:gd name="T28" fmla="*/ 259 w 280"/>
              <a:gd name="T29" fmla="*/ 112 h 263"/>
              <a:gd name="T30" fmla="*/ 259 w 280"/>
              <a:gd name="T31" fmla="*/ 168 h 263"/>
              <a:gd name="T32" fmla="*/ 280 w 280"/>
              <a:gd name="T33" fmla="*/ 168 h 263"/>
              <a:gd name="T34" fmla="*/ 280 w 280"/>
              <a:gd name="T35" fmla="*/ 112 h 263"/>
              <a:gd name="T36" fmla="*/ 259 w 280"/>
              <a:gd name="T37" fmla="*/ 112 h 263"/>
              <a:gd name="T38" fmla="*/ 224 w 280"/>
              <a:gd name="T39" fmla="*/ 241 h 263"/>
              <a:gd name="T40" fmla="*/ 224 w 280"/>
              <a:gd name="T41" fmla="*/ 263 h 263"/>
              <a:gd name="T42" fmla="*/ 261 w 280"/>
              <a:gd name="T43" fmla="*/ 263 h 263"/>
              <a:gd name="T44" fmla="*/ 280 w 280"/>
              <a:gd name="T45" fmla="*/ 263 h 263"/>
              <a:gd name="T46" fmla="*/ 280 w 280"/>
              <a:gd name="T47" fmla="*/ 241 h 263"/>
              <a:gd name="T48" fmla="*/ 280 w 280"/>
              <a:gd name="T49" fmla="*/ 202 h 263"/>
              <a:gd name="T50" fmla="*/ 259 w 280"/>
              <a:gd name="T51" fmla="*/ 202 h 263"/>
              <a:gd name="T52" fmla="*/ 259 w 280"/>
              <a:gd name="T53" fmla="*/ 241 h 263"/>
              <a:gd name="T54" fmla="*/ 224 w 280"/>
              <a:gd name="T55" fmla="*/ 241 h 263"/>
              <a:gd name="T56" fmla="*/ 95 w 280"/>
              <a:gd name="T57" fmla="*/ 241 h 263"/>
              <a:gd name="T58" fmla="*/ 95 w 280"/>
              <a:gd name="T59" fmla="*/ 263 h 263"/>
              <a:gd name="T60" fmla="*/ 185 w 280"/>
              <a:gd name="T61" fmla="*/ 263 h 263"/>
              <a:gd name="T62" fmla="*/ 185 w 280"/>
              <a:gd name="T63" fmla="*/ 241 h 263"/>
              <a:gd name="T64" fmla="*/ 95 w 280"/>
              <a:gd name="T65" fmla="*/ 241 h 263"/>
              <a:gd name="T66" fmla="*/ 0 w 280"/>
              <a:gd name="T67" fmla="*/ 185 h 263"/>
              <a:gd name="T68" fmla="*/ 0 w 280"/>
              <a:gd name="T69" fmla="*/ 241 h 263"/>
              <a:gd name="T70" fmla="*/ 0 w 280"/>
              <a:gd name="T71" fmla="*/ 263 h 263"/>
              <a:gd name="T72" fmla="*/ 20 w 280"/>
              <a:gd name="T73" fmla="*/ 263 h 263"/>
              <a:gd name="T74" fmla="*/ 56 w 280"/>
              <a:gd name="T75" fmla="*/ 263 h 263"/>
              <a:gd name="T76" fmla="*/ 56 w 280"/>
              <a:gd name="T77" fmla="*/ 241 h 263"/>
              <a:gd name="T78" fmla="*/ 22 w 280"/>
              <a:gd name="T79" fmla="*/ 241 h 263"/>
              <a:gd name="T80" fmla="*/ 22 w 280"/>
              <a:gd name="T81" fmla="*/ 185 h 263"/>
              <a:gd name="T82" fmla="*/ 0 w 280"/>
              <a:gd name="T83" fmla="*/ 185 h 263"/>
              <a:gd name="T84" fmla="*/ 0 w 280"/>
              <a:gd name="T85" fmla="*/ 89 h 263"/>
              <a:gd name="T86" fmla="*/ 0 w 280"/>
              <a:gd name="T87" fmla="*/ 151 h 263"/>
              <a:gd name="T88" fmla="*/ 22 w 280"/>
              <a:gd name="T89" fmla="*/ 151 h 263"/>
              <a:gd name="T90" fmla="*/ 22 w 280"/>
              <a:gd name="T91" fmla="*/ 89 h 263"/>
              <a:gd name="T92" fmla="*/ 0 w 280"/>
              <a:gd name="T93" fmla="*/ 89 h 263"/>
              <a:gd name="T94" fmla="*/ 0 w 280"/>
              <a:gd name="T95" fmla="*/ 0 h 263"/>
              <a:gd name="T96" fmla="*/ 0 w 280"/>
              <a:gd name="T97" fmla="*/ 22 h 263"/>
              <a:gd name="T98" fmla="*/ 0 w 280"/>
              <a:gd name="T99" fmla="*/ 56 h 263"/>
              <a:gd name="T100" fmla="*/ 22 w 280"/>
              <a:gd name="T101" fmla="*/ 56 h 263"/>
              <a:gd name="T102" fmla="*/ 22 w 280"/>
              <a:gd name="T103" fmla="*/ 22 h 263"/>
              <a:gd name="T104" fmla="*/ 56 w 280"/>
              <a:gd name="T105" fmla="*/ 22 h 263"/>
              <a:gd name="T106" fmla="*/ 56 w 280"/>
              <a:gd name="T107" fmla="*/ 0 h 263"/>
              <a:gd name="T108" fmla="*/ 0 w 280"/>
              <a:gd name="T109" fmla="*/ 0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80" h="263">
                <a:moveTo>
                  <a:pt x="95" y="0"/>
                </a:moveTo>
                <a:lnTo>
                  <a:pt x="95" y="22"/>
                </a:lnTo>
                <a:lnTo>
                  <a:pt x="185" y="22"/>
                </a:lnTo>
                <a:lnTo>
                  <a:pt x="185" y="0"/>
                </a:lnTo>
                <a:lnTo>
                  <a:pt x="95" y="0"/>
                </a:lnTo>
                <a:close/>
                <a:moveTo>
                  <a:pt x="259" y="22"/>
                </a:moveTo>
                <a:lnTo>
                  <a:pt x="259" y="72"/>
                </a:lnTo>
                <a:lnTo>
                  <a:pt x="280" y="72"/>
                </a:lnTo>
                <a:lnTo>
                  <a:pt x="280" y="22"/>
                </a:lnTo>
                <a:lnTo>
                  <a:pt x="280" y="0"/>
                </a:lnTo>
                <a:lnTo>
                  <a:pt x="261" y="0"/>
                </a:lnTo>
                <a:lnTo>
                  <a:pt x="224" y="0"/>
                </a:lnTo>
                <a:lnTo>
                  <a:pt x="224" y="22"/>
                </a:lnTo>
                <a:lnTo>
                  <a:pt x="259" y="22"/>
                </a:lnTo>
                <a:close/>
                <a:moveTo>
                  <a:pt x="259" y="112"/>
                </a:moveTo>
                <a:lnTo>
                  <a:pt x="259" y="168"/>
                </a:lnTo>
                <a:lnTo>
                  <a:pt x="280" y="168"/>
                </a:lnTo>
                <a:lnTo>
                  <a:pt x="280" y="112"/>
                </a:lnTo>
                <a:lnTo>
                  <a:pt x="259" y="112"/>
                </a:lnTo>
                <a:close/>
                <a:moveTo>
                  <a:pt x="224" y="241"/>
                </a:moveTo>
                <a:lnTo>
                  <a:pt x="224" y="263"/>
                </a:lnTo>
                <a:lnTo>
                  <a:pt x="261" y="263"/>
                </a:lnTo>
                <a:lnTo>
                  <a:pt x="280" y="263"/>
                </a:lnTo>
                <a:lnTo>
                  <a:pt x="280" y="241"/>
                </a:lnTo>
                <a:lnTo>
                  <a:pt x="280" y="202"/>
                </a:lnTo>
                <a:lnTo>
                  <a:pt x="259" y="202"/>
                </a:lnTo>
                <a:lnTo>
                  <a:pt x="259" y="241"/>
                </a:lnTo>
                <a:lnTo>
                  <a:pt x="224" y="241"/>
                </a:lnTo>
                <a:close/>
                <a:moveTo>
                  <a:pt x="95" y="241"/>
                </a:moveTo>
                <a:lnTo>
                  <a:pt x="95" y="263"/>
                </a:lnTo>
                <a:lnTo>
                  <a:pt x="185" y="263"/>
                </a:lnTo>
                <a:lnTo>
                  <a:pt x="185" y="241"/>
                </a:lnTo>
                <a:lnTo>
                  <a:pt x="95" y="241"/>
                </a:lnTo>
                <a:close/>
                <a:moveTo>
                  <a:pt x="0" y="185"/>
                </a:moveTo>
                <a:lnTo>
                  <a:pt x="0" y="241"/>
                </a:lnTo>
                <a:lnTo>
                  <a:pt x="0" y="263"/>
                </a:lnTo>
                <a:lnTo>
                  <a:pt x="20" y="263"/>
                </a:lnTo>
                <a:lnTo>
                  <a:pt x="56" y="263"/>
                </a:lnTo>
                <a:lnTo>
                  <a:pt x="56" y="241"/>
                </a:lnTo>
                <a:lnTo>
                  <a:pt x="22" y="241"/>
                </a:lnTo>
                <a:lnTo>
                  <a:pt x="22" y="185"/>
                </a:lnTo>
                <a:lnTo>
                  <a:pt x="0" y="185"/>
                </a:lnTo>
                <a:close/>
                <a:moveTo>
                  <a:pt x="0" y="89"/>
                </a:moveTo>
                <a:lnTo>
                  <a:pt x="0" y="151"/>
                </a:lnTo>
                <a:lnTo>
                  <a:pt x="22" y="151"/>
                </a:lnTo>
                <a:lnTo>
                  <a:pt x="22" y="89"/>
                </a:lnTo>
                <a:lnTo>
                  <a:pt x="0" y="89"/>
                </a:lnTo>
                <a:close/>
                <a:moveTo>
                  <a:pt x="0" y="0"/>
                </a:moveTo>
                <a:lnTo>
                  <a:pt x="0" y="22"/>
                </a:lnTo>
                <a:lnTo>
                  <a:pt x="0" y="56"/>
                </a:lnTo>
                <a:lnTo>
                  <a:pt x="22" y="56"/>
                </a:lnTo>
                <a:lnTo>
                  <a:pt x="22" y="22"/>
                </a:lnTo>
                <a:lnTo>
                  <a:pt x="56" y="22"/>
                </a:lnTo>
                <a:lnTo>
                  <a:pt x="56" y="0"/>
                </a:lnTo>
                <a:lnTo>
                  <a:pt x="0" y="0"/>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59"/>
          <p:cNvSpPr>
            <a:spLocks noEditPoints="1"/>
          </p:cNvSpPr>
          <p:nvPr/>
        </p:nvSpPr>
        <p:spPr bwMode="auto">
          <a:xfrm>
            <a:off x="11183935" y="3831557"/>
            <a:ext cx="396373" cy="392157"/>
          </a:xfrm>
          <a:custGeom>
            <a:avLst/>
            <a:gdLst>
              <a:gd name="T0" fmla="*/ 282 w 282"/>
              <a:gd name="T1" fmla="*/ 219 h 279"/>
              <a:gd name="T2" fmla="*/ 282 w 282"/>
              <a:gd name="T3" fmla="*/ 279 h 279"/>
              <a:gd name="T4" fmla="*/ 221 w 282"/>
              <a:gd name="T5" fmla="*/ 279 h 279"/>
              <a:gd name="T6" fmla="*/ 221 w 282"/>
              <a:gd name="T7" fmla="*/ 252 h 279"/>
              <a:gd name="T8" fmla="*/ 64 w 282"/>
              <a:gd name="T9" fmla="*/ 252 h 279"/>
              <a:gd name="T10" fmla="*/ 64 w 282"/>
              <a:gd name="T11" fmla="*/ 279 h 279"/>
              <a:gd name="T12" fmla="*/ 0 w 282"/>
              <a:gd name="T13" fmla="*/ 279 h 279"/>
              <a:gd name="T14" fmla="*/ 0 w 282"/>
              <a:gd name="T15" fmla="*/ 219 h 279"/>
              <a:gd name="T16" fmla="*/ 29 w 282"/>
              <a:gd name="T17" fmla="*/ 219 h 279"/>
              <a:gd name="T18" fmla="*/ 29 w 282"/>
              <a:gd name="T19" fmla="*/ 60 h 279"/>
              <a:gd name="T20" fmla="*/ 0 w 282"/>
              <a:gd name="T21" fmla="*/ 60 h 279"/>
              <a:gd name="T22" fmla="*/ 0 w 282"/>
              <a:gd name="T23" fmla="*/ 0 h 279"/>
              <a:gd name="T24" fmla="*/ 64 w 282"/>
              <a:gd name="T25" fmla="*/ 0 h 279"/>
              <a:gd name="T26" fmla="*/ 64 w 282"/>
              <a:gd name="T27" fmla="*/ 27 h 279"/>
              <a:gd name="T28" fmla="*/ 221 w 282"/>
              <a:gd name="T29" fmla="*/ 27 h 279"/>
              <a:gd name="T30" fmla="*/ 221 w 282"/>
              <a:gd name="T31" fmla="*/ 0 h 279"/>
              <a:gd name="T32" fmla="*/ 282 w 282"/>
              <a:gd name="T33" fmla="*/ 0 h 279"/>
              <a:gd name="T34" fmla="*/ 282 w 282"/>
              <a:gd name="T35" fmla="*/ 60 h 279"/>
              <a:gd name="T36" fmla="*/ 253 w 282"/>
              <a:gd name="T37" fmla="*/ 60 h 279"/>
              <a:gd name="T38" fmla="*/ 253 w 282"/>
              <a:gd name="T39" fmla="*/ 219 h 279"/>
              <a:gd name="T40" fmla="*/ 282 w 282"/>
              <a:gd name="T41" fmla="*/ 219 h 279"/>
              <a:gd name="T42" fmla="*/ 17 w 282"/>
              <a:gd name="T43" fmla="*/ 236 h 279"/>
              <a:gd name="T44" fmla="*/ 17 w 282"/>
              <a:gd name="T45" fmla="*/ 262 h 279"/>
              <a:gd name="T46" fmla="*/ 45 w 282"/>
              <a:gd name="T47" fmla="*/ 262 h 279"/>
              <a:gd name="T48" fmla="*/ 45 w 282"/>
              <a:gd name="T49" fmla="*/ 236 h 279"/>
              <a:gd name="T50" fmla="*/ 17 w 282"/>
              <a:gd name="T51" fmla="*/ 236 h 279"/>
              <a:gd name="T52" fmla="*/ 45 w 282"/>
              <a:gd name="T53" fmla="*/ 17 h 279"/>
              <a:gd name="T54" fmla="*/ 17 w 282"/>
              <a:gd name="T55" fmla="*/ 17 h 279"/>
              <a:gd name="T56" fmla="*/ 17 w 282"/>
              <a:gd name="T57" fmla="*/ 43 h 279"/>
              <a:gd name="T58" fmla="*/ 45 w 282"/>
              <a:gd name="T59" fmla="*/ 43 h 279"/>
              <a:gd name="T60" fmla="*/ 45 w 282"/>
              <a:gd name="T61" fmla="*/ 17 h 279"/>
              <a:gd name="T62" fmla="*/ 221 w 282"/>
              <a:gd name="T63" fmla="*/ 43 h 279"/>
              <a:gd name="T64" fmla="*/ 64 w 282"/>
              <a:gd name="T65" fmla="*/ 43 h 279"/>
              <a:gd name="T66" fmla="*/ 64 w 282"/>
              <a:gd name="T67" fmla="*/ 60 h 279"/>
              <a:gd name="T68" fmla="*/ 45 w 282"/>
              <a:gd name="T69" fmla="*/ 60 h 279"/>
              <a:gd name="T70" fmla="*/ 45 w 282"/>
              <a:gd name="T71" fmla="*/ 219 h 279"/>
              <a:gd name="T72" fmla="*/ 64 w 282"/>
              <a:gd name="T73" fmla="*/ 219 h 279"/>
              <a:gd name="T74" fmla="*/ 64 w 282"/>
              <a:gd name="T75" fmla="*/ 236 h 279"/>
              <a:gd name="T76" fmla="*/ 221 w 282"/>
              <a:gd name="T77" fmla="*/ 236 h 279"/>
              <a:gd name="T78" fmla="*/ 221 w 282"/>
              <a:gd name="T79" fmla="*/ 219 h 279"/>
              <a:gd name="T80" fmla="*/ 236 w 282"/>
              <a:gd name="T81" fmla="*/ 219 h 279"/>
              <a:gd name="T82" fmla="*/ 236 w 282"/>
              <a:gd name="T83" fmla="*/ 60 h 279"/>
              <a:gd name="T84" fmla="*/ 221 w 282"/>
              <a:gd name="T85" fmla="*/ 60 h 279"/>
              <a:gd name="T86" fmla="*/ 221 w 282"/>
              <a:gd name="T87" fmla="*/ 43 h 279"/>
              <a:gd name="T88" fmla="*/ 264 w 282"/>
              <a:gd name="T89" fmla="*/ 43 h 279"/>
              <a:gd name="T90" fmla="*/ 264 w 282"/>
              <a:gd name="T91" fmla="*/ 17 h 279"/>
              <a:gd name="T92" fmla="*/ 236 w 282"/>
              <a:gd name="T93" fmla="*/ 17 h 279"/>
              <a:gd name="T94" fmla="*/ 236 w 282"/>
              <a:gd name="T95" fmla="*/ 43 h 279"/>
              <a:gd name="T96" fmla="*/ 264 w 282"/>
              <a:gd name="T97" fmla="*/ 43 h 279"/>
              <a:gd name="T98" fmla="*/ 236 w 282"/>
              <a:gd name="T99" fmla="*/ 236 h 279"/>
              <a:gd name="T100" fmla="*/ 236 w 282"/>
              <a:gd name="T101" fmla="*/ 262 h 279"/>
              <a:gd name="T102" fmla="*/ 264 w 282"/>
              <a:gd name="T103" fmla="*/ 262 h 279"/>
              <a:gd name="T104" fmla="*/ 264 w 282"/>
              <a:gd name="T105" fmla="*/ 236 h 279"/>
              <a:gd name="T106" fmla="*/ 236 w 282"/>
              <a:gd name="T107" fmla="*/ 236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82" h="279">
                <a:moveTo>
                  <a:pt x="282" y="219"/>
                </a:moveTo>
                <a:lnTo>
                  <a:pt x="282" y="279"/>
                </a:lnTo>
                <a:lnTo>
                  <a:pt x="221" y="279"/>
                </a:lnTo>
                <a:lnTo>
                  <a:pt x="221" y="252"/>
                </a:lnTo>
                <a:lnTo>
                  <a:pt x="64" y="252"/>
                </a:lnTo>
                <a:lnTo>
                  <a:pt x="64" y="279"/>
                </a:lnTo>
                <a:lnTo>
                  <a:pt x="0" y="279"/>
                </a:lnTo>
                <a:lnTo>
                  <a:pt x="0" y="219"/>
                </a:lnTo>
                <a:lnTo>
                  <a:pt x="29" y="219"/>
                </a:lnTo>
                <a:lnTo>
                  <a:pt x="29" y="60"/>
                </a:lnTo>
                <a:lnTo>
                  <a:pt x="0" y="60"/>
                </a:lnTo>
                <a:lnTo>
                  <a:pt x="0" y="0"/>
                </a:lnTo>
                <a:lnTo>
                  <a:pt x="64" y="0"/>
                </a:lnTo>
                <a:lnTo>
                  <a:pt x="64" y="27"/>
                </a:lnTo>
                <a:lnTo>
                  <a:pt x="221" y="27"/>
                </a:lnTo>
                <a:lnTo>
                  <a:pt x="221" y="0"/>
                </a:lnTo>
                <a:lnTo>
                  <a:pt x="282" y="0"/>
                </a:lnTo>
                <a:lnTo>
                  <a:pt x="282" y="60"/>
                </a:lnTo>
                <a:lnTo>
                  <a:pt x="253" y="60"/>
                </a:lnTo>
                <a:lnTo>
                  <a:pt x="253" y="219"/>
                </a:lnTo>
                <a:lnTo>
                  <a:pt x="282" y="219"/>
                </a:lnTo>
                <a:close/>
                <a:moveTo>
                  <a:pt x="17" y="236"/>
                </a:moveTo>
                <a:lnTo>
                  <a:pt x="17" y="262"/>
                </a:lnTo>
                <a:lnTo>
                  <a:pt x="45" y="262"/>
                </a:lnTo>
                <a:lnTo>
                  <a:pt x="45" y="236"/>
                </a:lnTo>
                <a:lnTo>
                  <a:pt x="17" y="236"/>
                </a:lnTo>
                <a:close/>
                <a:moveTo>
                  <a:pt x="45" y="17"/>
                </a:moveTo>
                <a:lnTo>
                  <a:pt x="17" y="17"/>
                </a:lnTo>
                <a:lnTo>
                  <a:pt x="17" y="43"/>
                </a:lnTo>
                <a:lnTo>
                  <a:pt x="45" y="43"/>
                </a:lnTo>
                <a:lnTo>
                  <a:pt x="45" y="17"/>
                </a:lnTo>
                <a:close/>
                <a:moveTo>
                  <a:pt x="221" y="43"/>
                </a:moveTo>
                <a:lnTo>
                  <a:pt x="64" y="43"/>
                </a:lnTo>
                <a:lnTo>
                  <a:pt x="64" y="60"/>
                </a:lnTo>
                <a:lnTo>
                  <a:pt x="45" y="60"/>
                </a:lnTo>
                <a:lnTo>
                  <a:pt x="45" y="219"/>
                </a:lnTo>
                <a:lnTo>
                  <a:pt x="64" y="219"/>
                </a:lnTo>
                <a:lnTo>
                  <a:pt x="64" y="236"/>
                </a:lnTo>
                <a:lnTo>
                  <a:pt x="221" y="236"/>
                </a:lnTo>
                <a:lnTo>
                  <a:pt x="221" y="219"/>
                </a:lnTo>
                <a:lnTo>
                  <a:pt x="236" y="219"/>
                </a:lnTo>
                <a:lnTo>
                  <a:pt x="236" y="60"/>
                </a:lnTo>
                <a:lnTo>
                  <a:pt x="221" y="60"/>
                </a:lnTo>
                <a:lnTo>
                  <a:pt x="221" y="43"/>
                </a:lnTo>
                <a:close/>
                <a:moveTo>
                  <a:pt x="264" y="43"/>
                </a:moveTo>
                <a:lnTo>
                  <a:pt x="264" y="17"/>
                </a:lnTo>
                <a:lnTo>
                  <a:pt x="236" y="17"/>
                </a:lnTo>
                <a:lnTo>
                  <a:pt x="236" y="43"/>
                </a:lnTo>
                <a:lnTo>
                  <a:pt x="264" y="43"/>
                </a:lnTo>
                <a:close/>
                <a:moveTo>
                  <a:pt x="236" y="236"/>
                </a:moveTo>
                <a:lnTo>
                  <a:pt x="236" y="262"/>
                </a:lnTo>
                <a:lnTo>
                  <a:pt x="264" y="262"/>
                </a:lnTo>
                <a:lnTo>
                  <a:pt x="264" y="236"/>
                </a:lnTo>
                <a:lnTo>
                  <a:pt x="236" y="236"/>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60"/>
          <p:cNvSpPr>
            <a:spLocks noEditPoints="1"/>
          </p:cNvSpPr>
          <p:nvPr/>
        </p:nvSpPr>
        <p:spPr bwMode="auto">
          <a:xfrm>
            <a:off x="11666047" y="3832963"/>
            <a:ext cx="393562" cy="394968"/>
          </a:xfrm>
          <a:custGeom>
            <a:avLst/>
            <a:gdLst>
              <a:gd name="T0" fmla="*/ 24 w 200"/>
              <a:gd name="T1" fmla="*/ 31 h 200"/>
              <a:gd name="T2" fmla="*/ 24 w 200"/>
              <a:gd name="T3" fmla="*/ 169 h 200"/>
              <a:gd name="T4" fmla="*/ 30 w 200"/>
              <a:gd name="T5" fmla="*/ 175 h 200"/>
              <a:gd name="T6" fmla="*/ 170 w 200"/>
              <a:gd name="T7" fmla="*/ 175 h 200"/>
              <a:gd name="T8" fmla="*/ 176 w 200"/>
              <a:gd name="T9" fmla="*/ 169 h 200"/>
              <a:gd name="T10" fmla="*/ 176 w 200"/>
              <a:gd name="T11" fmla="*/ 31 h 200"/>
              <a:gd name="T12" fmla="*/ 170 w 200"/>
              <a:gd name="T13" fmla="*/ 24 h 200"/>
              <a:gd name="T14" fmla="*/ 30 w 200"/>
              <a:gd name="T15" fmla="*/ 24 h 200"/>
              <a:gd name="T16" fmla="*/ 24 w 200"/>
              <a:gd name="T17" fmla="*/ 31 h 200"/>
              <a:gd name="T18" fmla="*/ 194 w 200"/>
              <a:gd name="T19" fmla="*/ 0 h 200"/>
              <a:gd name="T20" fmla="*/ 156 w 200"/>
              <a:gd name="T21" fmla="*/ 0 h 200"/>
              <a:gd name="T22" fmla="*/ 150 w 200"/>
              <a:gd name="T23" fmla="*/ 6 h 200"/>
              <a:gd name="T24" fmla="*/ 156 w 200"/>
              <a:gd name="T25" fmla="*/ 12 h 200"/>
              <a:gd name="T26" fmla="*/ 188 w 200"/>
              <a:gd name="T27" fmla="*/ 12 h 200"/>
              <a:gd name="T28" fmla="*/ 188 w 200"/>
              <a:gd name="T29" fmla="*/ 44 h 200"/>
              <a:gd name="T30" fmla="*/ 194 w 200"/>
              <a:gd name="T31" fmla="*/ 50 h 200"/>
              <a:gd name="T32" fmla="*/ 200 w 200"/>
              <a:gd name="T33" fmla="*/ 44 h 200"/>
              <a:gd name="T34" fmla="*/ 200 w 200"/>
              <a:gd name="T35" fmla="*/ 6 h 200"/>
              <a:gd name="T36" fmla="*/ 194 w 200"/>
              <a:gd name="T37" fmla="*/ 0 h 200"/>
              <a:gd name="T38" fmla="*/ 194 w 200"/>
              <a:gd name="T39" fmla="*/ 150 h 200"/>
              <a:gd name="T40" fmla="*/ 188 w 200"/>
              <a:gd name="T41" fmla="*/ 156 h 200"/>
              <a:gd name="T42" fmla="*/ 188 w 200"/>
              <a:gd name="T43" fmla="*/ 188 h 200"/>
              <a:gd name="T44" fmla="*/ 156 w 200"/>
              <a:gd name="T45" fmla="*/ 188 h 200"/>
              <a:gd name="T46" fmla="*/ 150 w 200"/>
              <a:gd name="T47" fmla="*/ 194 h 200"/>
              <a:gd name="T48" fmla="*/ 156 w 200"/>
              <a:gd name="T49" fmla="*/ 200 h 200"/>
              <a:gd name="T50" fmla="*/ 194 w 200"/>
              <a:gd name="T51" fmla="*/ 200 h 200"/>
              <a:gd name="T52" fmla="*/ 200 w 200"/>
              <a:gd name="T53" fmla="*/ 194 h 200"/>
              <a:gd name="T54" fmla="*/ 200 w 200"/>
              <a:gd name="T55" fmla="*/ 156 h 200"/>
              <a:gd name="T56" fmla="*/ 194 w 200"/>
              <a:gd name="T57" fmla="*/ 150 h 200"/>
              <a:gd name="T58" fmla="*/ 6 w 200"/>
              <a:gd name="T59" fmla="*/ 50 h 200"/>
              <a:gd name="T60" fmla="*/ 12 w 200"/>
              <a:gd name="T61" fmla="*/ 44 h 200"/>
              <a:gd name="T62" fmla="*/ 12 w 200"/>
              <a:gd name="T63" fmla="*/ 12 h 200"/>
              <a:gd name="T64" fmla="*/ 44 w 200"/>
              <a:gd name="T65" fmla="*/ 12 h 200"/>
              <a:gd name="T66" fmla="*/ 50 w 200"/>
              <a:gd name="T67" fmla="*/ 6 h 200"/>
              <a:gd name="T68" fmla="*/ 44 w 200"/>
              <a:gd name="T69" fmla="*/ 0 h 200"/>
              <a:gd name="T70" fmla="*/ 6 w 200"/>
              <a:gd name="T71" fmla="*/ 0 h 200"/>
              <a:gd name="T72" fmla="*/ 0 w 200"/>
              <a:gd name="T73" fmla="*/ 6 h 200"/>
              <a:gd name="T74" fmla="*/ 0 w 200"/>
              <a:gd name="T75" fmla="*/ 44 h 200"/>
              <a:gd name="T76" fmla="*/ 6 w 200"/>
              <a:gd name="T77" fmla="*/ 50 h 200"/>
              <a:gd name="T78" fmla="*/ 44 w 200"/>
              <a:gd name="T79" fmla="*/ 188 h 200"/>
              <a:gd name="T80" fmla="*/ 12 w 200"/>
              <a:gd name="T81" fmla="*/ 188 h 200"/>
              <a:gd name="T82" fmla="*/ 12 w 200"/>
              <a:gd name="T83" fmla="*/ 156 h 200"/>
              <a:gd name="T84" fmla="*/ 6 w 200"/>
              <a:gd name="T85" fmla="*/ 150 h 200"/>
              <a:gd name="T86" fmla="*/ 0 w 200"/>
              <a:gd name="T87" fmla="*/ 156 h 200"/>
              <a:gd name="T88" fmla="*/ 0 w 200"/>
              <a:gd name="T89" fmla="*/ 194 h 200"/>
              <a:gd name="T90" fmla="*/ 6 w 200"/>
              <a:gd name="T91" fmla="*/ 200 h 200"/>
              <a:gd name="T92" fmla="*/ 44 w 200"/>
              <a:gd name="T93" fmla="*/ 200 h 200"/>
              <a:gd name="T94" fmla="*/ 50 w 200"/>
              <a:gd name="T95" fmla="*/ 194 h 200"/>
              <a:gd name="T96" fmla="*/ 44 w 200"/>
              <a:gd name="T97" fmla="*/ 188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00" h="200">
                <a:moveTo>
                  <a:pt x="24" y="31"/>
                </a:moveTo>
                <a:cubicBezTo>
                  <a:pt x="24" y="169"/>
                  <a:pt x="24" y="169"/>
                  <a:pt x="24" y="169"/>
                </a:cubicBezTo>
                <a:cubicBezTo>
                  <a:pt x="24" y="173"/>
                  <a:pt x="27" y="175"/>
                  <a:pt x="30" y="175"/>
                </a:cubicBezTo>
                <a:cubicBezTo>
                  <a:pt x="170" y="175"/>
                  <a:pt x="170" y="175"/>
                  <a:pt x="170" y="175"/>
                </a:cubicBezTo>
                <a:cubicBezTo>
                  <a:pt x="173" y="175"/>
                  <a:pt x="176" y="173"/>
                  <a:pt x="176" y="169"/>
                </a:cubicBezTo>
                <a:cubicBezTo>
                  <a:pt x="176" y="31"/>
                  <a:pt x="176" y="31"/>
                  <a:pt x="176" y="31"/>
                </a:cubicBezTo>
                <a:cubicBezTo>
                  <a:pt x="176" y="27"/>
                  <a:pt x="173" y="24"/>
                  <a:pt x="170" y="24"/>
                </a:cubicBezTo>
                <a:cubicBezTo>
                  <a:pt x="30" y="24"/>
                  <a:pt x="30" y="24"/>
                  <a:pt x="30" y="24"/>
                </a:cubicBezTo>
                <a:cubicBezTo>
                  <a:pt x="27" y="24"/>
                  <a:pt x="24" y="27"/>
                  <a:pt x="24" y="31"/>
                </a:cubicBezTo>
                <a:close/>
                <a:moveTo>
                  <a:pt x="194" y="0"/>
                </a:moveTo>
                <a:cubicBezTo>
                  <a:pt x="156" y="0"/>
                  <a:pt x="156" y="0"/>
                  <a:pt x="156" y="0"/>
                </a:cubicBezTo>
                <a:cubicBezTo>
                  <a:pt x="153" y="0"/>
                  <a:pt x="150" y="3"/>
                  <a:pt x="150" y="6"/>
                </a:cubicBezTo>
                <a:cubicBezTo>
                  <a:pt x="150" y="10"/>
                  <a:pt x="153" y="12"/>
                  <a:pt x="156" y="12"/>
                </a:cubicBezTo>
                <a:cubicBezTo>
                  <a:pt x="188" y="12"/>
                  <a:pt x="188" y="12"/>
                  <a:pt x="188" y="12"/>
                </a:cubicBezTo>
                <a:cubicBezTo>
                  <a:pt x="188" y="44"/>
                  <a:pt x="188" y="44"/>
                  <a:pt x="188" y="44"/>
                </a:cubicBezTo>
                <a:cubicBezTo>
                  <a:pt x="188" y="47"/>
                  <a:pt x="190" y="50"/>
                  <a:pt x="194" y="50"/>
                </a:cubicBezTo>
                <a:cubicBezTo>
                  <a:pt x="197" y="50"/>
                  <a:pt x="200" y="47"/>
                  <a:pt x="200" y="44"/>
                </a:cubicBezTo>
                <a:cubicBezTo>
                  <a:pt x="200" y="6"/>
                  <a:pt x="200" y="6"/>
                  <a:pt x="200" y="6"/>
                </a:cubicBezTo>
                <a:cubicBezTo>
                  <a:pt x="200" y="3"/>
                  <a:pt x="197" y="0"/>
                  <a:pt x="194" y="0"/>
                </a:cubicBezTo>
                <a:close/>
                <a:moveTo>
                  <a:pt x="194" y="150"/>
                </a:moveTo>
                <a:cubicBezTo>
                  <a:pt x="190" y="150"/>
                  <a:pt x="188" y="153"/>
                  <a:pt x="188" y="156"/>
                </a:cubicBezTo>
                <a:cubicBezTo>
                  <a:pt x="188" y="188"/>
                  <a:pt x="188" y="188"/>
                  <a:pt x="188" y="188"/>
                </a:cubicBezTo>
                <a:cubicBezTo>
                  <a:pt x="156" y="188"/>
                  <a:pt x="156" y="188"/>
                  <a:pt x="156" y="188"/>
                </a:cubicBezTo>
                <a:cubicBezTo>
                  <a:pt x="153" y="188"/>
                  <a:pt x="150" y="190"/>
                  <a:pt x="150" y="194"/>
                </a:cubicBezTo>
                <a:cubicBezTo>
                  <a:pt x="150" y="197"/>
                  <a:pt x="153" y="200"/>
                  <a:pt x="156" y="200"/>
                </a:cubicBezTo>
                <a:cubicBezTo>
                  <a:pt x="194" y="200"/>
                  <a:pt x="194" y="200"/>
                  <a:pt x="194" y="200"/>
                </a:cubicBezTo>
                <a:cubicBezTo>
                  <a:pt x="197" y="200"/>
                  <a:pt x="200" y="197"/>
                  <a:pt x="200" y="194"/>
                </a:cubicBezTo>
                <a:cubicBezTo>
                  <a:pt x="200" y="156"/>
                  <a:pt x="200" y="156"/>
                  <a:pt x="200" y="156"/>
                </a:cubicBezTo>
                <a:cubicBezTo>
                  <a:pt x="200" y="153"/>
                  <a:pt x="197" y="150"/>
                  <a:pt x="194" y="150"/>
                </a:cubicBezTo>
                <a:close/>
                <a:moveTo>
                  <a:pt x="6" y="50"/>
                </a:moveTo>
                <a:cubicBezTo>
                  <a:pt x="10" y="50"/>
                  <a:pt x="12" y="47"/>
                  <a:pt x="12" y="44"/>
                </a:cubicBezTo>
                <a:cubicBezTo>
                  <a:pt x="12" y="12"/>
                  <a:pt x="12" y="12"/>
                  <a:pt x="12" y="12"/>
                </a:cubicBezTo>
                <a:cubicBezTo>
                  <a:pt x="44" y="12"/>
                  <a:pt x="44" y="12"/>
                  <a:pt x="44" y="12"/>
                </a:cubicBezTo>
                <a:cubicBezTo>
                  <a:pt x="47" y="12"/>
                  <a:pt x="50" y="10"/>
                  <a:pt x="50" y="6"/>
                </a:cubicBezTo>
                <a:cubicBezTo>
                  <a:pt x="50" y="3"/>
                  <a:pt x="47" y="0"/>
                  <a:pt x="44" y="0"/>
                </a:cubicBezTo>
                <a:cubicBezTo>
                  <a:pt x="6" y="0"/>
                  <a:pt x="6" y="0"/>
                  <a:pt x="6" y="0"/>
                </a:cubicBezTo>
                <a:cubicBezTo>
                  <a:pt x="3" y="0"/>
                  <a:pt x="0" y="3"/>
                  <a:pt x="0" y="6"/>
                </a:cubicBezTo>
                <a:cubicBezTo>
                  <a:pt x="0" y="44"/>
                  <a:pt x="0" y="44"/>
                  <a:pt x="0" y="44"/>
                </a:cubicBezTo>
                <a:cubicBezTo>
                  <a:pt x="0" y="47"/>
                  <a:pt x="3" y="50"/>
                  <a:pt x="6" y="50"/>
                </a:cubicBezTo>
                <a:close/>
                <a:moveTo>
                  <a:pt x="44" y="188"/>
                </a:moveTo>
                <a:cubicBezTo>
                  <a:pt x="12" y="188"/>
                  <a:pt x="12" y="188"/>
                  <a:pt x="12" y="188"/>
                </a:cubicBezTo>
                <a:cubicBezTo>
                  <a:pt x="12" y="156"/>
                  <a:pt x="12" y="156"/>
                  <a:pt x="12" y="156"/>
                </a:cubicBezTo>
                <a:cubicBezTo>
                  <a:pt x="12" y="153"/>
                  <a:pt x="10" y="150"/>
                  <a:pt x="6" y="150"/>
                </a:cubicBezTo>
                <a:cubicBezTo>
                  <a:pt x="3" y="150"/>
                  <a:pt x="0" y="153"/>
                  <a:pt x="0" y="156"/>
                </a:cubicBezTo>
                <a:cubicBezTo>
                  <a:pt x="0" y="194"/>
                  <a:pt x="0" y="194"/>
                  <a:pt x="0" y="194"/>
                </a:cubicBezTo>
                <a:cubicBezTo>
                  <a:pt x="0" y="197"/>
                  <a:pt x="3" y="200"/>
                  <a:pt x="6" y="200"/>
                </a:cubicBezTo>
                <a:cubicBezTo>
                  <a:pt x="44" y="200"/>
                  <a:pt x="44" y="200"/>
                  <a:pt x="44" y="200"/>
                </a:cubicBezTo>
                <a:cubicBezTo>
                  <a:pt x="47" y="200"/>
                  <a:pt x="50" y="197"/>
                  <a:pt x="50" y="194"/>
                </a:cubicBezTo>
                <a:cubicBezTo>
                  <a:pt x="50" y="190"/>
                  <a:pt x="47" y="188"/>
                  <a:pt x="44" y="188"/>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61"/>
          <p:cNvSpPr>
            <a:spLocks noEditPoints="1"/>
          </p:cNvSpPr>
          <p:nvPr/>
        </p:nvSpPr>
        <p:spPr bwMode="auto">
          <a:xfrm>
            <a:off x="4452624" y="107536"/>
            <a:ext cx="394968" cy="379506"/>
          </a:xfrm>
          <a:custGeom>
            <a:avLst/>
            <a:gdLst>
              <a:gd name="T0" fmla="*/ 186 w 200"/>
              <a:gd name="T1" fmla="*/ 114 h 192"/>
              <a:gd name="T2" fmla="*/ 182 w 200"/>
              <a:gd name="T3" fmla="*/ 154 h 192"/>
              <a:gd name="T4" fmla="*/ 149 w 200"/>
              <a:gd name="T5" fmla="*/ 191 h 192"/>
              <a:gd name="T6" fmla="*/ 68 w 200"/>
              <a:gd name="T7" fmla="*/ 172 h 192"/>
              <a:gd name="T8" fmla="*/ 68 w 200"/>
              <a:gd name="T9" fmla="*/ 171 h 192"/>
              <a:gd name="T10" fmla="*/ 68 w 200"/>
              <a:gd name="T11" fmla="*/ 191 h 192"/>
              <a:gd name="T12" fmla="*/ 48 w 200"/>
              <a:gd name="T13" fmla="*/ 191 h 192"/>
              <a:gd name="T14" fmla="*/ 28 w 200"/>
              <a:gd name="T15" fmla="*/ 191 h 192"/>
              <a:gd name="T16" fmla="*/ 20 w 200"/>
              <a:gd name="T17" fmla="*/ 191 h 192"/>
              <a:gd name="T18" fmla="*/ 0 w 200"/>
              <a:gd name="T19" fmla="*/ 171 h 192"/>
              <a:gd name="T20" fmla="*/ 0 w 200"/>
              <a:gd name="T21" fmla="*/ 79 h 192"/>
              <a:gd name="T22" fmla="*/ 20 w 200"/>
              <a:gd name="T23" fmla="*/ 59 h 192"/>
              <a:gd name="T24" fmla="*/ 28 w 200"/>
              <a:gd name="T25" fmla="*/ 59 h 192"/>
              <a:gd name="T26" fmla="*/ 48 w 200"/>
              <a:gd name="T27" fmla="*/ 59 h 192"/>
              <a:gd name="T28" fmla="*/ 68 w 200"/>
              <a:gd name="T29" fmla="*/ 59 h 192"/>
              <a:gd name="T30" fmla="*/ 68 w 200"/>
              <a:gd name="T31" fmla="*/ 79 h 192"/>
              <a:gd name="T32" fmla="*/ 68 w 200"/>
              <a:gd name="T33" fmla="*/ 79 h 192"/>
              <a:gd name="T34" fmla="*/ 125 w 200"/>
              <a:gd name="T35" fmla="*/ 1 h 192"/>
              <a:gd name="T36" fmla="*/ 153 w 200"/>
              <a:gd name="T37" fmla="*/ 67 h 192"/>
              <a:gd name="T38" fmla="*/ 197 w 200"/>
              <a:gd name="T39" fmla="*/ 89 h 192"/>
              <a:gd name="T40" fmla="*/ 186 w 200"/>
              <a:gd name="T41" fmla="*/ 114 h 192"/>
              <a:gd name="T42" fmla="*/ 138 w 200"/>
              <a:gd name="T43" fmla="*/ 78 h 192"/>
              <a:gd name="T44" fmla="*/ 132 w 200"/>
              <a:gd name="T45" fmla="*/ 13 h 192"/>
              <a:gd name="T46" fmla="*/ 68 w 200"/>
              <a:gd name="T47" fmla="*/ 94 h 192"/>
              <a:gd name="T48" fmla="*/ 68 w 200"/>
              <a:gd name="T49" fmla="*/ 101 h 192"/>
              <a:gd name="T50" fmla="*/ 68 w 200"/>
              <a:gd name="T51" fmla="*/ 157 h 192"/>
              <a:gd name="T52" fmla="*/ 148 w 200"/>
              <a:gd name="T53" fmla="*/ 179 h 192"/>
              <a:gd name="T54" fmla="*/ 165 w 200"/>
              <a:gd name="T55" fmla="*/ 150 h 192"/>
              <a:gd name="T56" fmla="*/ 170 w 200"/>
              <a:gd name="T57" fmla="*/ 113 h 192"/>
              <a:gd name="T58" fmla="*/ 182 w 200"/>
              <a:gd name="T59" fmla="*/ 92 h 192"/>
              <a:gd name="T60" fmla="*/ 138 w 200"/>
              <a:gd name="T61" fmla="*/ 78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00" h="192">
                <a:moveTo>
                  <a:pt x="186" y="114"/>
                </a:moveTo>
                <a:cubicBezTo>
                  <a:pt x="200" y="118"/>
                  <a:pt x="196" y="152"/>
                  <a:pt x="182" y="154"/>
                </a:cubicBezTo>
                <a:cubicBezTo>
                  <a:pt x="185" y="163"/>
                  <a:pt x="186" y="192"/>
                  <a:pt x="149" y="191"/>
                </a:cubicBezTo>
                <a:cubicBezTo>
                  <a:pt x="105" y="191"/>
                  <a:pt x="97" y="172"/>
                  <a:pt x="68" y="172"/>
                </a:cubicBezTo>
                <a:cubicBezTo>
                  <a:pt x="68" y="171"/>
                  <a:pt x="68" y="171"/>
                  <a:pt x="68" y="171"/>
                </a:cubicBezTo>
                <a:cubicBezTo>
                  <a:pt x="68" y="191"/>
                  <a:pt x="68" y="191"/>
                  <a:pt x="68" y="191"/>
                </a:cubicBezTo>
                <a:cubicBezTo>
                  <a:pt x="48" y="191"/>
                  <a:pt x="48" y="191"/>
                  <a:pt x="48" y="191"/>
                </a:cubicBezTo>
                <a:cubicBezTo>
                  <a:pt x="28" y="191"/>
                  <a:pt x="28" y="191"/>
                  <a:pt x="28" y="191"/>
                </a:cubicBezTo>
                <a:cubicBezTo>
                  <a:pt x="20" y="191"/>
                  <a:pt x="20" y="191"/>
                  <a:pt x="20" y="191"/>
                </a:cubicBezTo>
                <a:cubicBezTo>
                  <a:pt x="9" y="191"/>
                  <a:pt x="0" y="182"/>
                  <a:pt x="0" y="171"/>
                </a:cubicBezTo>
                <a:cubicBezTo>
                  <a:pt x="0" y="79"/>
                  <a:pt x="0" y="79"/>
                  <a:pt x="0" y="79"/>
                </a:cubicBezTo>
                <a:cubicBezTo>
                  <a:pt x="0" y="68"/>
                  <a:pt x="9" y="59"/>
                  <a:pt x="20" y="59"/>
                </a:cubicBezTo>
                <a:cubicBezTo>
                  <a:pt x="28" y="59"/>
                  <a:pt x="28" y="59"/>
                  <a:pt x="28" y="59"/>
                </a:cubicBezTo>
                <a:cubicBezTo>
                  <a:pt x="48" y="59"/>
                  <a:pt x="48" y="59"/>
                  <a:pt x="48" y="59"/>
                </a:cubicBezTo>
                <a:cubicBezTo>
                  <a:pt x="68" y="59"/>
                  <a:pt x="68" y="59"/>
                  <a:pt x="68" y="59"/>
                </a:cubicBezTo>
                <a:cubicBezTo>
                  <a:pt x="68" y="79"/>
                  <a:pt x="68" y="79"/>
                  <a:pt x="68" y="79"/>
                </a:cubicBezTo>
                <a:cubicBezTo>
                  <a:pt x="68" y="79"/>
                  <a:pt x="68" y="79"/>
                  <a:pt x="68" y="79"/>
                </a:cubicBezTo>
                <a:cubicBezTo>
                  <a:pt x="115" y="60"/>
                  <a:pt x="113" y="2"/>
                  <a:pt x="125" y="1"/>
                </a:cubicBezTo>
                <a:cubicBezTo>
                  <a:pt x="196" y="0"/>
                  <a:pt x="153" y="67"/>
                  <a:pt x="153" y="67"/>
                </a:cubicBezTo>
                <a:cubicBezTo>
                  <a:pt x="153" y="67"/>
                  <a:pt x="193" y="54"/>
                  <a:pt x="197" y="89"/>
                </a:cubicBezTo>
                <a:cubicBezTo>
                  <a:pt x="196" y="99"/>
                  <a:pt x="197" y="105"/>
                  <a:pt x="186" y="114"/>
                </a:cubicBezTo>
                <a:close/>
                <a:moveTo>
                  <a:pt x="138" y="78"/>
                </a:moveTo>
                <a:cubicBezTo>
                  <a:pt x="138" y="78"/>
                  <a:pt x="171" y="12"/>
                  <a:pt x="132" y="13"/>
                </a:cubicBezTo>
                <a:cubicBezTo>
                  <a:pt x="125" y="13"/>
                  <a:pt x="128" y="74"/>
                  <a:pt x="68" y="94"/>
                </a:cubicBezTo>
                <a:cubicBezTo>
                  <a:pt x="68" y="93"/>
                  <a:pt x="68" y="96"/>
                  <a:pt x="68" y="101"/>
                </a:cubicBezTo>
                <a:cubicBezTo>
                  <a:pt x="68" y="157"/>
                  <a:pt x="68" y="157"/>
                  <a:pt x="68" y="157"/>
                </a:cubicBezTo>
                <a:cubicBezTo>
                  <a:pt x="91" y="157"/>
                  <a:pt x="118" y="179"/>
                  <a:pt x="148" y="179"/>
                </a:cubicBezTo>
                <a:cubicBezTo>
                  <a:pt x="173" y="179"/>
                  <a:pt x="170" y="158"/>
                  <a:pt x="165" y="150"/>
                </a:cubicBezTo>
                <a:cubicBezTo>
                  <a:pt x="185" y="144"/>
                  <a:pt x="180" y="116"/>
                  <a:pt x="170" y="113"/>
                </a:cubicBezTo>
                <a:cubicBezTo>
                  <a:pt x="179" y="102"/>
                  <a:pt x="181" y="99"/>
                  <a:pt x="182" y="92"/>
                </a:cubicBezTo>
                <a:cubicBezTo>
                  <a:pt x="179" y="68"/>
                  <a:pt x="138" y="78"/>
                  <a:pt x="138" y="78"/>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62"/>
          <p:cNvSpPr>
            <a:spLocks noEditPoints="1"/>
          </p:cNvSpPr>
          <p:nvPr/>
        </p:nvSpPr>
        <p:spPr bwMode="auto">
          <a:xfrm>
            <a:off x="4941765" y="110347"/>
            <a:ext cx="393562" cy="378101"/>
          </a:xfrm>
          <a:custGeom>
            <a:avLst/>
            <a:gdLst>
              <a:gd name="T0" fmla="*/ 186 w 200"/>
              <a:gd name="T1" fmla="*/ 77 h 192"/>
              <a:gd name="T2" fmla="*/ 182 w 200"/>
              <a:gd name="T3" fmla="*/ 37 h 192"/>
              <a:gd name="T4" fmla="*/ 149 w 200"/>
              <a:gd name="T5" fmla="*/ 0 h 192"/>
              <a:gd name="T6" fmla="*/ 68 w 200"/>
              <a:gd name="T7" fmla="*/ 20 h 192"/>
              <a:gd name="T8" fmla="*/ 68 w 200"/>
              <a:gd name="T9" fmla="*/ 21 h 192"/>
              <a:gd name="T10" fmla="*/ 68 w 200"/>
              <a:gd name="T11" fmla="*/ 1 h 192"/>
              <a:gd name="T12" fmla="*/ 48 w 200"/>
              <a:gd name="T13" fmla="*/ 1 h 192"/>
              <a:gd name="T14" fmla="*/ 28 w 200"/>
              <a:gd name="T15" fmla="*/ 1 h 192"/>
              <a:gd name="T16" fmla="*/ 20 w 200"/>
              <a:gd name="T17" fmla="*/ 1 h 192"/>
              <a:gd name="T18" fmla="*/ 0 w 200"/>
              <a:gd name="T19" fmla="*/ 21 h 192"/>
              <a:gd name="T20" fmla="*/ 0 w 200"/>
              <a:gd name="T21" fmla="*/ 113 h 192"/>
              <a:gd name="T22" fmla="*/ 20 w 200"/>
              <a:gd name="T23" fmla="*/ 133 h 192"/>
              <a:gd name="T24" fmla="*/ 28 w 200"/>
              <a:gd name="T25" fmla="*/ 133 h 192"/>
              <a:gd name="T26" fmla="*/ 48 w 200"/>
              <a:gd name="T27" fmla="*/ 133 h 192"/>
              <a:gd name="T28" fmla="*/ 68 w 200"/>
              <a:gd name="T29" fmla="*/ 133 h 192"/>
              <a:gd name="T30" fmla="*/ 68 w 200"/>
              <a:gd name="T31" fmla="*/ 113 h 192"/>
              <a:gd name="T32" fmla="*/ 68 w 200"/>
              <a:gd name="T33" fmla="*/ 113 h 192"/>
              <a:gd name="T34" fmla="*/ 125 w 200"/>
              <a:gd name="T35" fmla="*/ 190 h 192"/>
              <a:gd name="T36" fmla="*/ 153 w 200"/>
              <a:gd name="T37" fmla="*/ 124 h 192"/>
              <a:gd name="T38" fmla="*/ 197 w 200"/>
              <a:gd name="T39" fmla="*/ 102 h 192"/>
              <a:gd name="T40" fmla="*/ 186 w 200"/>
              <a:gd name="T41" fmla="*/ 77 h 192"/>
              <a:gd name="T42" fmla="*/ 138 w 200"/>
              <a:gd name="T43" fmla="*/ 114 h 192"/>
              <a:gd name="T44" fmla="*/ 132 w 200"/>
              <a:gd name="T45" fmla="*/ 179 h 192"/>
              <a:gd name="T46" fmla="*/ 68 w 200"/>
              <a:gd name="T47" fmla="*/ 98 h 192"/>
              <a:gd name="T48" fmla="*/ 68 w 200"/>
              <a:gd name="T49" fmla="*/ 90 h 192"/>
              <a:gd name="T50" fmla="*/ 68 w 200"/>
              <a:gd name="T51" fmla="*/ 35 h 192"/>
              <a:gd name="T52" fmla="*/ 148 w 200"/>
              <a:gd name="T53" fmla="*/ 13 h 192"/>
              <a:gd name="T54" fmla="*/ 165 w 200"/>
              <a:gd name="T55" fmla="*/ 41 h 192"/>
              <a:gd name="T56" fmla="*/ 170 w 200"/>
              <a:gd name="T57" fmla="*/ 78 h 192"/>
              <a:gd name="T58" fmla="*/ 182 w 200"/>
              <a:gd name="T59" fmla="*/ 100 h 192"/>
              <a:gd name="T60" fmla="*/ 138 w 200"/>
              <a:gd name="T61" fmla="*/ 114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00" h="192">
                <a:moveTo>
                  <a:pt x="186" y="77"/>
                </a:moveTo>
                <a:cubicBezTo>
                  <a:pt x="200" y="74"/>
                  <a:pt x="196" y="39"/>
                  <a:pt x="182" y="37"/>
                </a:cubicBezTo>
                <a:cubicBezTo>
                  <a:pt x="185" y="28"/>
                  <a:pt x="186" y="0"/>
                  <a:pt x="149" y="0"/>
                </a:cubicBezTo>
                <a:cubicBezTo>
                  <a:pt x="105" y="0"/>
                  <a:pt x="97" y="19"/>
                  <a:pt x="68" y="20"/>
                </a:cubicBezTo>
                <a:cubicBezTo>
                  <a:pt x="68" y="21"/>
                  <a:pt x="68" y="21"/>
                  <a:pt x="68" y="21"/>
                </a:cubicBezTo>
                <a:cubicBezTo>
                  <a:pt x="68" y="1"/>
                  <a:pt x="68" y="1"/>
                  <a:pt x="68" y="1"/>
                </a:cubicBezTo>
                <a:cubicBezTo>
                  <a:pt x="48" y="1"/>
                  <a:pt x="48" y="1"/>
                  <a:pt x="48" y="1"/>
                </a:cubicBezTo>
                <a:cubicBezTo>
                  <a:pt x="28" y="1"/>
                  <a:pt x="28" y="1"/>
                  <a:pt x="28" y="1"/>
                </a:cubicBezTo>
                <a:cubicBezTo>
                  <a:pt x="20" y="1"/>
                  <a:pt x="20" y="1"/>
                  <a:pt x="20" y="1"/>
                </a:cubicBezTo>
                <a:cubicBezTo>
                  <a:pt x="9" y="1"/>
                  <a:pt x="0" y="10"/>
                  <a:pt x="0" y="21"/>
                </a:cubicBezTo>
                <a:cubicBezTo>
                  <a:pt x="0" y="113"/>
                  <a:pt x="0" y="113"/>
                  <a:pt x="0" y="113"/>
                </a:cubicBezTo>
                <a:cubicBezTo>
                  <a:pt x="0" y="124"/>
                  <a:pt x="9" y="133"/>
                  <a:pt x="20" y="133"/>
                </a:cubicBezTo>
                <a:cubicBezTo>
                  <a:pt x="28" y="133"/>
                  <a:pt x="28" y="133"/>
                  <a:pt x="28" y="133"/>
                </a:cubicBezTo>
                <a:cubicBezTo>
                  <a:pt x="48" y="133"/>
                  <a:pt x="48" y="133"/>
                  <a:pt x="48" y="133"/>
                </a:cubicBezTo>
                <a:cubicBezTo>
                  <a:pt x="68" y="133"/>
                  <a:pt x="68" y="133"/>
                  <a:pt x="68" y="133"/>
                </a:cubicBezTo>
                <a:cubicBezTo>
                  <a:pt x="68" y="113"/>
                  <a:pt x="68" y="113"/>
                  <a:pt x="68" y="113"/>
                </a:cubicBezTo>
                <a:cubicBezTo>
                  <a:pt x="68" y="113"/>
                  <a:pt x="68" y="113"/>
                  <a:pt x="68" y="113"/>
                </a:cubicBezTo>
                <a:cubicBezTo>
                  <a:pt x="115" y="131"/>
                  <a:pt x="113" y="190"/>
                  <a:pt x="125" y="190"/>
                </a:cubicBezTo>
                <a:cubicBezTo>
                  <a:pt x="196" y="192"/>
                  <a:pt x="153" y="124"/>
                  <a:pt x="153" y="124"/>
                </a:cubicBezTo>
                <a:cubicBezTo>
                  <a:pt x="153" y="124"/>
                  <a:pt x="193" y="138"/>
                  <a:pt x="197" y="102"/>
                </a:cubicBezTo>
                <a:cubicBezTo>
                  <a:pt x="196" y="92"/>
                  <a:pt x="197" y="87"/>
                  <a:pt x="186" y="77"/>
                </a:cubicBezTo>
                <a:close/>
                <a:moveTo>
                  <a:pt x="138" y="114"/>
                </a:moveTo>
                <a:cubicBezTo>
                  <a:pt x="138" y="114"/>
                  <a:pt x="171" y="180"/>
                  <a:pt x="132" y="179"/>
                </a:cubicBezTo>
                <a:cubicBezTo>
                  <a:pt x="125" y="179"/>
                  <a:pt x="128" y="118"/>
                  <a:pt x="68" y="98"/>
                </a:cubicBezTo>
                <a:cubicBezTo>
                  <a:pt x="68" y="98"/>
                  <a:pt x="68" y="95"/>
                  <a:pt x="68" y="90"/>
                </a:cubicBezTo>
                <a:cubicBezTo>
                  <a:pt x="68" y="35"/>
                  <a:pt x="68" y="35"/>
                  <a:pt x="68" y="35"/>
                </a:cubicBezTo>
                <a:cubicBezTo>
                  <a:pt x="91" y="35"/>
                  <a:pt x="118" y="13"/>
                  <a:pt x="148" y="13"/>
                </a:cubicBezTo>
                <a:cubicBezTo>
                  <a:pt x="173" y="12"/>
                  <a:pt x="170" y="34"/>
                  <a:pt x="165" y="41"/>
                </a:cubicBezTo>
                <a:cubicBezTo>
                  <a:pt x="185" y="48"/>
                  <a:pt x="180" y="76"/>
                  <a:pt x="170" y="78"/>
                </a:cubicBezTo>
                <a:cubicBezTo>
                  <a:pt x="179" y="90"/>
                  <a:pt x="181" y="93"/>
                  <a:pt x="182" y="100"/>
                </a:cubicBezTo>
                <a:cubicBezTo>
                  <a:pt x="179" y="123"/>
                  <a:pt x="138" y="114"/>
                  <a:pt x="138" y="114"/>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63"/>
          <p:cNvSpPr>
            <a:spLocks noEditPoints="1"/>
          </p:cNvSpPr>
          <p:nvPr/>
        </p:nvSpPr>
        <p:spPr bwMode="auto">
          <a:xfrm>
            <a:off x="5433717" y="110347"/>
            <a:ext cx="385128" cy="400590"/>
          </a:xfrm>
          <a:custGeom>
            <a:avLst/>
            <a:gdLst>
              <a:gd name="T0" fmla="*/ 17 w 195"/>
              <a:gd name="T1" fmla="*/ 103 h 203"/>
              <a:gd name="T2" fmla="*/ 17 w 195"/>
              <a:gd name="T3" fmla="*/ 45 h 203"/>
              <a:gd name="T4" fmla="*/ 0 w 195"/>
              <a:gd name="T5" fmla="*/ 74 h 203"/>
              <a:gd name="T6" fmla="*/ 17 w 195"/>
              <a:gd name="T7" fmla="*/ 103 h 203"/>
              <a:gd name="T8" fmla="*/ 29 w 195"/>
              <a:gd name="T9" fmla="*/ 112 h 203"/>
              <a:gd name="T10" fmla="*/ 77 w 195"/>
              <a:gd name="T11" fmla="*/ 112 h 203"/>
              <a:gd name="T12" fmla="*/ 77 w 195"/>
              <a:gd name="T13" fmla="*/ 40 h 203"/>
              <a:gd name="T14" fmla="*/ 29 w 195"/>
              <a:gd name="T15" fmla="*/ 40 h 203"/>
              <a:gd name="T16" fmla="*/ 21 w 195"/>
              <a:gd name="T17" fmla="*/ 48 h 203"/>
              <a:gd name="T18" fmla="*/ 21 w 195"/>
              <a:gd name="T19" fmla="*/ 104 h 203"/>
              <a:gd name="T20" fmla="*/ 29 w 195"/>
              <a:gd name="T21" fmla="*/ 112 h 203"/>
              <a:gd name="T22" fmla="*/ 161 w 195"/>
              <a:gd name="T23" fmla="*/ 13 h 203"/>
              <a:gd name="T24" fmla="*/ 81 w 195"/>
              <a:gd name="T25" fmla="*/ 40 h 203"/>
              <a:gd name="T26" fmla="*/ 81 w 195"/>
              <a:gd name="T27" fmla="*/ 113 h 203"/>
              <a:gd name="T28" fmla="*/ 161 w 195"/>
              <a:gd name="T29" fmla="*/ 140 h 203"/>
              <a:gd name="T30" fmla="*/ 161 w 195"/>
              <a:gd name="T31" fmla="*/ 13 h 203"/>
              <a:gd name="T32" fmla="*/ 89 w 195"/>
              <a:gd name="T33" fmla="*/ 68 h 203"/>
              <a:gd name="T34" fmla="*/ 89 w 195"/>
              <a:gd name="T35" fmla="*/ 52 h 203"/>
              <a:gd name="T36" fmla="*/ 154 w 195"/>
              <a:gd name="T37" fmla="*/ 29 h 203"/>
              <a:gd name="T38" fmla="*/ 89 w 195"/>
              <a:gd name="T39" fmla="*/ 68 h 203"/>
              <a:gd name="T40" fmla="*/ 177 w 195"/>
              <a:gd name="T41" fmla="*/ 0 h 203"/>
              <a:gd name="T42" fmla="*/ 165 w 195"/>
              <a:gd name="T43" fmla="*/ 0 h 203"/>
              <a:gd name="T44" fmla="*/ 165 w 195"/>
              <a:gd name="T45" fmla="*/ 152 h 203"/>
              <a:gd name="T46" fmla="*/ 177 w 195"/>
              <a:gd name="T47" fmla="*/ 152 h 203"/>
              <a:gd name="T48" fmla="*/ 177 w 195"/>
              <a:gd name="T49" fmla="*/ 0 h 203"/>
              <a:gd name="T50" fmla="*/ 195 w 195"/>
              <a:gd name="T51" fmla="*/ 75 h 203"/>
              <a:gd name="T52" fmla="*/ 181 w 195"/>
              <a:gd name="T53" fmla="*/ 54 h 203"/>
              <a:gd name="T54" fmla="*/ 181 w 195"/>
              <a:gd name="T55" fmla="*/ 96 h 203"/>
              <a:gd name="T56" fmla="*/ 195 w 195"/>
              <a:gd name="T57" fmla="*/ 75 h 203"/>
              <a:gd name="T58" fmla="*/ 65 w 195"/>
              <a:gd name="T59" fmla="*/ 116 h 203"/>
              <a:gd name="T60" fmla="*/ 29 w 195"/>
              <a:gd name="T61" fmla="*/ 116 h 203"/>
              <a:gd name="T62" fmla="*/ 41 w 195"/>
              <a:gd name="T63" fmla="*/ 186 h 203"/>
              <a:gd name="T64" fmla="*/ 65 w 195"/>
              <a:gd name="T65" fmla="*/ 180 h 203"/>
              <a:gd name="T66" fmla="*/ 65 w 195"/>
              <a:gd name="T67" fmla="*/ 116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5" h="203">
                <a:moveTo>
                  <a:pt x="17" y="103"/>
                </a:moveTo>
                <a:cubicBezTo>
                  <a:pt x="17" y="45"/>
                  <a:pt x="17" y="45"/>
                  <a:pt x="17" y="45"/>
                </a:cubicBezTo>
                <a:cubicBezTo>
                  <a:pt x="7" y="48"/>
                  <a:pt x="0" y="60"/>
                  <a:pt x="0" y="74"/>
                </a:cubicBezTo>
                <a:cubicBezTo>
                  <a:pt x="0" y="88"/>
                  <a:pt x="7" y="100"/>
                  <a:pt x="17" y="103"/>
                </a:cubicBezTo>
                <a:close/>
                <a:moveTo>
                  <a:pt x="29" y="112"/>
                </a:moveTo>
                <a:cubicBezTo>
                  <a:pt x="77" y="112"/>
                  <a:pt x="77" y="112"/>
                  <a:pt x="77" y="112"/>
                </a:cubicBezTo>
                <a:cubicBezTo>
                  <a:pt x="77" y="40"/>
                  <a:pt x="77" y="40"/>
                  <a:pt x="77" y="40"/>
                </a:cubicBezTo>
                <a:cubicBezTo>
                  <a:pt x="29" y="40"/>
                  <a:pt x="29" y="40"/>
                  <a:pt x="29" y="40"/>
                </a:cubicBezTo>
                <a:cubicBezTo>
                  <a:pt x="24" y="40"/>
                  <a:pt x="21" y="44"/>
                  <a:pt x="21" y="48"/>
                </a:cubicBezTo>
                <a:cubicBezTo>
                  <a:pt x="21" y="104"/>
                  <a:pt x="21" y="104"/>
                  <a:pt x="21" y="104"/>
                </a:cubicBezTo>
                <a:cubicBezTo>
                  <a:pt x="21" y="109"/>
                  <a:pt x="24" y="112"/>
                  <a:pt x="29" y="112"/>
                </a:cubicBezTo>
                <a:close/>
                <a:moveTo>
                  <a:pt x="161" y="13"/>
                </a:moveTo>
                <a:cubicBezTo>
                  <a:pt x="161" y="13"/>
                  <a:pt x="122" y="40"/>
                  <a:pt x="81" y="40"/>
                </a:cubicBezTo>
                <a:cubicBezTo>
                  <a:pt x="81" y="57"/>
                  <a:pt x="81" y="107"/>
                  <a:pt x="81" y="113"/>
                </a:cubicBezTo>
                <a:cubicBezTo>
                  <a:pt x="122" y="113"/>
                  <a:pt x="161" y="140"/>
                  <a:pt x="161" y="140"/>
                </a:cubicBezTo>
                <a:lnTo>
                  <a:pt x="161" y="13"/>
                </a:lnTo>
                <a:close/>
                <a:moveTo>
                  <a:pt x="89" y="68"/>
                </a:moveTo>
                <a:cubicBezTo>
                  <a:pt x="89" y="52"/>
                  <a:pt x="89" y="52"/>
                  <a:pt x="89" y="52"/>
                </a:cubicBezTo>
                <a:cubicBezTo>
                  <a:pt x="89" y="52"/>
                  <a:pt x="124" y="54"/>
                  <a:pt x="154" y="29"/>
                </a:cubicBezTo>
                <a:cubicBezTo>
                  <a:pt x="154" y="53"/>
                  <a:pt x="89" y="68"/>
                  <a:pt x="89" y="68"/>
                </a:cubicBezTo>
                <a:close/>
                <a:moveTo>
                  <a:pt x="177" y="0"/>
                </a:moveTo>
                <a:cubicBezTo>
                  <a:pt x="165" y="0"/>
                  <a:pt x="165" y="0"/>
                  <a:pt x="165" y="0"/>
                </a:cubicBezTo>
                <a:cubicBezTo>
                  <a:pt x="165" y="152"/>
                  <a:pt x="165" y="152"/>
                  <a:pt x="165" y="152"/>
                </a:cubicBezTo>
                <a:cubicBezTo>
                  <a:pt x="177" y="152"/>
                  <a:pt x="177" y="152"/>
                  <a:pt x="177" y="152"/>
                </a:cubicBezTo>
                <a:lnTo>
                  <a:pt x="177" y="0"/>
                </a:lnTo>
                <a:close/>
                <a:moveTo>
                  <a:pt x="195" y="75"/>
                </a:moveTo>
                <a:cubicBezTo>
                  <a:pt x="195" y="66"/>
                  <a:pt x="189" y="58"/>
                  <a:pt x="181" y="54"/>
                </a:cubicBezTo>
                <a:cubicBezTo>
                  <a:pt x="181" y="96"/>
                  <a:pt x="181" y="96"/>
                  <a:pt x="181" y="96"/>
                </a:cubicBezTo>
                <a:cubicBezTo>
                  <a:pt x="189" y="92"/>
                  <a:pt x="195" y="84"/>
                  <a:pt x="195" y="75"/>
                </a:cubicBezTo>
                <a:close/>
                <a:moveTo>
                  <a:pt x="65" y="116"/>
                </a:moveTo>
                <a:cubicBezTo>
                  <a:pt x="62" y="116"/>
                  <a:pt x="29" y="116"/>
                  <a:pt x="29" y="116"/>
                </a:cubicBezTo>
                <a:cubicBezTo>
                  <a:pt x="29" y="116"/>
                  <a:pt x="27" y="161"/>
                  <a:pt x="41" y="186"/>
                </a:cubicBezTo>
                <a:cubicBezTo>
                  <a:pt x="59" y="203"/>
                  <a:pt x="67" y="185"/>
                  <a:pt x="65" y="180"/>
                </a:cubicBezTo>
                <a:cubicBezTo>
                  <a:pt x="63" y="175"/>
                  <a:pt x="51" y="135"/>
                  <a:pt x="65" y="116"/>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64"/>
          <p:cNvSpPr>
            <a:spLocks noEditPoints="1"/>
          </p:cNvSpPr>
          <p:nvPr/>
        </p:nvSpPr>
        <p:spPr bwMode="auto">
          <a:xfrm>
            <a:off x="5908802" y="106131"/>
            <a:ext cx="394968" cy="390750"/>
          </a:xfrm>
          <a:custGeom>
            <a:avLst/>
            <a:gdLst>
              <a:gd name="T0" fmla="*/ 179 w 200"/>
              <a:gd name="T1" fmla="*/ 160 h 198"/>
              <a:gd name="T2" fmla="*/ 181 w 200"/>
              <a:gd name="T3" fmla="*/ 198 h 198"/>
              <a:gd name="T4" fmla="*/ 147 w 200"/>
              <a:gd name="T5" fmla="*/ 174 h 198"/>
              <a:gd name="T6" fmla="*/ 140 w 200"/>
              <a:gd name="T7" fmla="*/ 175 h 198"/>
              <a:gd name="T8" fmla="*/ 81 w 200"/>
              <a:gd name="T9" fmla="*/ 115 h 198"/>
              <a:gd name="T10" fmla="*/ 140 w 200"/>
              <a:gd name="T11" fmla="*/ 55 h 198"/>
              <a:gd name="T12" fmla="*/ 200 w 200"/>
              <a:gd name="T13" fmla="*/ 115 h 198"/>
              <a:gd name="T14" fmla="*/ 179 w 200"/>
              <a:gd name="T15" fmla="*/ 160 h 198"/>
              <a:gd name="T16" fmla="*/ 140 w 200"/>
              <a:gd name="T17" fmla="*/ 70 h 198"/>
              <a:gd name="T18" fmla="*/ 96 w 200"/>
              <a:gd name="T19" fmla="*/ 114 h 198"/>
              <a:gd name="T20" fmla="*/ 140 w 200"/>
              <a:gd name="T21" fmla="*/ 158 h 198"/>
              <a:gd name="T22" fmla="*/ 146 w 200"/>
              <a:gd name="T23" fmla="*/ 158 h 198"/>
              <a:gd name="T24" fmla="*/ 168 w 200"/>
              <a:gd name="T25" fmla="*/ 173 h 198"/>
              <a:gd name="T26" fmla="*/ 169 w 200"/>
              <a:gd name="T27" fmla="*/ 147 h 198"/>
              <a:gd name="T28" fmla="*/ 184 w 200"/>
              <a:gd name="T29" fmla="*/ 114 h 198"/>
              <a:gd name="T30" fmla="*/ 140 w 200"/>
              <a:gd name="T31" fmla="*/ 70 h 198"/>
              <a:gd name="T32" fmla="*/ 69 w 200"/>
              <a:gd name="T33" fmla="*/ 119 h 198"/>
              <a:gd name="T34" fmla="*/ 79 w 200"/>
              <a:gd name="T35" fmla="*/ 157 h 198"/>
              <a:gd name="T36" fmla="*/ 79 w 200"/>
              <a:gd name="T37" fmla="*/ 157 h 198"/>
              <a:gd name="T38" fmla="*/ 69 w 200"/>
              <a:gd name="T39" fmla="*/ 156 h 198"/>
              <a:gd name="T40" fmla="*/ 24 w 200"/>
              <a:gd name="T41" fmla="*/ 187 h 198"/>
              <a:gd name="T42" fmla="*/ 27 w 200"/>
              <a:gd name="T43" fmla="*/ 138 h 198"/>
              <a:gd name="T44" fmla="*/ 0 w 200"/>
              <a:gd name="T45" fmla="*/ 78 h 198"/>
              <a:gd name="T46" fmla="*/ 79 w 200"/>
              <a:gd name="T47" fmla="*/ 0 h 198"/>
              <a:gd name="T48" fmla="*/ 150 w 200"/>
              <a:gd name="T49" fmla="*/ 46 h 198"/>
              <a:gd name="T50" fmla="*/ 142 w 200"/>
              <a:gd name="T51" fmla="*/ 45 h 198"/>
              <a:gd name="T52" fmla="*/ 69 w 200"/>
              <a:gd name="T53" fmla="*/ 119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00" h="198">
                <a:moveTo>
                  <a:pt x="179" y="160"/>
                </a:moveTo>
                <a:cubicBezTo>
                  <a:pt x="181" y="198"/>
                  <a:pt x="181" y="198"/>
                  <a:pt x="181" y="198"/>
                </a:cubicBezTo>
                <a:cubicBezTo>
                  <a:pt x="147" y="174"/>
                  <a:pt x="147" y="174"/>
                  <a:pt x="147" y="174"/>
                </a:cubicBezTo>
                <a:cubicBezTo>
                  <a:pt x="145" y="174"/>
                  <a:pt x="143" y="175"/>
                  <a:pt x="140" y="175"/>
                </a:cubicBezTo>
                <a:cubicBezTo>
                  <a:pt x="107" y="175"/>
                  <a:pt x="81" y="148"/>
                  <a:pt x="81" y="115"/>
                </a:cubicBezTo>
                <a:cubicBezTo>
                  <a:pt x="81" y="82"/>
                  <a:pt x="107" y="55"/>
                  <a:pt x="140" y="55"/>
                </a:cubicBezTo>
                <a:cubicBezTo>
                  <a:pt x="173" y="55"/>
                  <a:pt x="200" y="82"/>
                  <a:pt x="200" y="115"/>
                </a:cubicBezTo>
                <a:cubicBezTo>
                  <a:pt x="200" y="133"/>
                  <a:pt x="192" y="149"/>
                  <a:pt x="179" y="160"/>
                </a:cubicBezTo>
                <a:close/>
                <a:moveTo>
                  <a:pt x="140" y="70"/>
                </a:moveTo>
                <a:cubicBezTo>
                  <a:pt x="116" y="70"/>
                  <a:pt x="96" y="90"/>
                  <a:pt x="96" y="114"/>
                </a:cubicBezTo>
                <a:cubicBezTo>
                  <a:pt x="96" y="138"/>
                  <a:pt x="116" y="158"/>
                  <a:pt x="140" y="158"/>
                </a:cubicBezTo>
                <a:cubicBezTo>
                  <a:pt x="142" y="158"/>
                  <a:pt x="144" y="158"/>
                  <a:pt x="146" y="158"/>
                </a:cubicBezTo>
                <a:cubicBezTo>
                  <a:pt x="168" y="173"/>
                  <a:pt x="168" y="173"/>
                  <a:pt x="168" y="173"/>
                </a:cubicBezTo>
                <a:cubicBezTo>
                  <a:pt x="169" y="147"/>
                  <a:pt x="169" y="147"/>
                  <a:pt x="169" y="147"/>
                </a:cubicBezTo>
                <a:cubicBezTo>
                  <a:pt x="178" y="139"/>
                  <a:pt x="184" y="127"/>
                  <a:pt x="184" y="114"/>
                </a:cubicBezTo>
                <a:cubicBezTo>
                  <a:pt x="184" y="90"/>
                  <a:pt x="164" y="70"/>
                  <a:pt x="140" y="70"/>
                </a:cubicBezTo>
                <a:close/>
                <a:moveTo>
                  <a:pt x="69" y="119"/>
                </a:moveTo>
                <a:cubicBezTo>
                  <a:pt x="69" y="133"/>
                  <a:pt x="72" y="146"/>
                  <a:pt x="79" y="157"/>
                </a:cubicBezTo>
                <a:cubicBezTo>
                  <a:pt x="79" y="157"/>
                  <a:pt x="79" y="157"/>
                  <a:pt x="79" y="157"/>
                </a:cubicBezTo>
                <a:cubicBezTo>
                  <a:pt x="75" y="157"/>
                  <a:pt x="72" y="156"/>
                  <a:pt x="69" y="156"/>
                </a:cubicBezTo>
                <a:cubicBezTo>
                  <a:pt x="24" y="187"/>
                  <a:pt x="24" y="187"/>
                  <a:pt x="24" y="187"/>
                </a:cubicBezTo>
                <a:cubicBezTo>
                  <a:pt x="27" y="138"/>
                  <a:pt x="27" y="138"/>
                  <a:pt x="27" y="138"/>
                </a:cubicBezTo>
                <a:cubicBezTo>
                  <a:pt x="11" y="123"/>
                  <a:pt x="0" y="102"/>
                  <a:pt x="0" y="78"/>
                </a:cubicBezTo>
                <a:cubicBezTo>
                  <a:pt x="0" y="35"/>
                  <a:pt x="35" y="0"/>
                  <a:pt x="79" y="0"/>
                </a:cubicBezTo>
                <a:cubicBezTo>
                  <a:pt x="110" y="0"/>
                  <a:pt x="138" y="19"/>
                  <a:pt x="150" y="46"/>
                </a:cubicBezTo>
                <a:cubicBezTo>
                  <a:pt x="147" y="45"/>
                  <a:pt x="145" y="45"/>
                  <a:pt x="142" y="45"/>
                </a:cubicBezTo>
                <a:cubicBezTo>
                  <a:pt x="101" y="45"/>
                  <a:pt x="69" y="78"/>
                  <a:pt x="69" y="119"/>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65"/>
          <p:cNvSpPr>
            <a:spLocks noEditPoints="1"/>
          </p:cNvSpPr>
          <p:nvPr/>
        </p:nvSpPr>
        <p:spPr bwMode="auto">
          <a:xfrm>
            <a:off x="6378264" y="101914"/>
            <a:ext cx="351394" cy="389345"/>
          </a:xfrm>
          <a:custGeom>
            <a:avLst/>
            <a:gdLst>
              <a:gd name="T0" fmla="*/ 157 w 178"/>
              <a:gd name="T1" fmla="*/ 53 h 197"/>
              <a:gd name="T2" fmla="*/ 125 w 178"/>
              <a:gd name="T3" fmla="*/ 21 h 197"/>
              <a:gd name="T4" fmla="*/ 141 w 178"/>
              <a:gd name="T5" fmla="*/ 5 h 197"/>
              <a:gd name="T6" fmla="*/ 160 w 178"/>
              <a:gd name="T7" fmla="*/ 5 h 197"/>
              <a:gd name="T8" fmla="*/ 173 w 178"/>
              <a:gd name="T9" fmla="*/ 18 h 197"/>
              <a:gd name="T10" fmla="*/ 173 w 178"/>
              <a:gd name="T11" fmla="*/ 37 h 197"/>
              <a:gd name="T12" fmla="*/ 157 w 178"/>
              <a:gd name="T13" fmla="*/ 53 h 197"/>
              <a:gd name="T14" fmla="*/ 65 w 178"/>
              <a:gd name="T15" fmla="*/ 144 h 197"/>
              <a:gd name="T16" fmla="*/ 33 w 178"/>
              <a:gd name="T17" fmla="*/ 113 h 197"/>
              <a:gd name="T18" fmla="*/ 119 w 178"/>
              <a:gd name="T19" fmla="*/ 28 h 197"/>
              <a:gd name="T20" fmla="*/ 151 w 178"/>
              <a:gd name="T21" fmla="*/ 59 h 197"/>
              <a:gd name="T22" fmla="*/ 65 w 178"/>
              <a:gd name="T23" fmla="*/ 144 h 197"/>
              <a:gd name="T24" fmla="*/ 8 w 178"/>
              <a:gd name="T25" fmla="*/ 170 h 197"/>
              <a:gd name="T26" fmla="*/ 27 w 178"/>
              <a:gd name="T27" fmla="*/ 119 h 197"/>
              <a:gd name="T28" fmla="*/ 59 w 178"/>
              <a:gd name="T29" fmla="*/ 150 h 197"/>
              <a:gd name="T30" fmla="*/ 8 w 178"/>
              <a:gd name="T31" fmla="*/ 170 h 197"/>
              <a:gd name="T32" fmla="*/ 150 w 178"/>
              <a:gd name="T33" fmla="*/ 181 h 197"/>
              <a:gd name="T34" fmla="*/ 158 w 178"/>
              <a:gd name="T35" fmla="*/ 189 h 197"/>
              <a:gd name="T36" fmla="*/ 150 w 178"/>
              <a:gd name="T37" fmla="*/ 197 h 197"/>
              <a:gd name="T38" fmla="*/ 8 w 178"/>
              <a:gd name="T39" fmla="*/ 197 h 197"/>
              <a:gd name="T40" fmla="*/ 0 w 178"/>
              <a:gd name="T41" fmla="*/ 189 h 197"/>
              <a:gd name="T42" fmla="*/ 8 w 178"/>
              <a:gd name="T43" fmla="*/ 181 h 197"/>
              <a:gd name="T44" fmla="*/ 150 w 178"/>
              <a:gd name="T45" fmla="*/ 181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8" h="197">
                <a:moveTo>
                  <a:pt x="157" y="53"/>
                </a:moveTo>
                <a:cubicBezTo>
                  <a:pt x="125" y="21"/>
                  <a:pt x="125" y="21"/>
                  <a:pt x="125" y="21"/>
                </a:cubicBezTo>
                <a:cubicBezTo>
                  <a:pt x="141" y="5"/>
                  <a:pt x="141" y="5"/>
                  <a:pt x="141" y="5"/>
                </a:cubicBezTo>
                <a:cubicBezTo>
                  <a:pt x="146" y="0"/>
                  <a:pt x="155" y="0"/>
                  <a:pt x="160" y="5"/>
                </a:cubicBezTo>
                <a:cubicBezTo>
                  <a:pt x="173" y="18"/>
                  <a:pt x="173" y="18"/>
                  <a:pt x="173" y="18"/>
                </a:cubicBezTo>
                <a:cubicBezTo>
                  <a:pt x="178" y="23"/>
                  <a:pt x="178" y="32"/>
                  <a:pt x="173" y="37"/>
                </a:cubicBezTo>
                <a:lnTo>
                  <a:pt x="157" y="53"/>
                </a:lnTo>
                <a:close/>
                <a:moveTo>
                  <a:pt x="65" y="144"/>
                </a:moveTo>
                <a:cubicBezTo>
                  <a:pt x="33" y="113"/>
                  <a:pt x="33" y="113"/>
                  <a:pt x="33" y="113"/>
                </a:cubicBezTo>
                <a:cubicBezTo>
                  <a:pt x="119" y="28"/>
                  <a:pt x="119" y="28"/>
                  <a:pt x="119" y="28"/>
                </a:cubicBezTo>
                <a:cubicBezTo>
                  <a:pt x="151" y="59"/>
                  <a:pt x="151" y="59"/>
                  <a:pt x="151" y="59"/>
                </a:cubicBezTo>
                <a:lnTo>
                  <a:pt x="65" y="144"/>
                </a:lnTo>
                <a:close/>
                <a:moveTo>
                  <a:pt x="8" y="170"/>
                </a:moveTo>
                <a:cubicBezTo>
                  <a:pt x="27" y="119"/>
                  <a:pt x="27" y="119"/>
                  <a:pt x="27" y="119"/>
                </a:cubicBezTo>
                <a:cubicBezTo>
                  <a:pt x="59" y="150"/>
                  <a:pt x="59" y="150"/>
                  <a:pt x="59" y="150"/>
                </a:cubicBezTo>
                <a:lnTo>
                  <a:pt x="8" y="170"/>
                </a:lnTo>
                <a:close/>
                <a:moveTo>
                  <a:pt x="150" y="181"/>
                </a:moveTo>
                <a:cubicBezTo>
                  <a:pt x="154" y="181"/>
                  <a:pt x="158" y="185"/>
                  <a:pt x="158" y="189"/>
                </a:cubicBezTo>
                <a:cubicBezTo>
                  <a:pt x="158" y="194"/>
                  <a:pt x="154" y="197"/>
                  <a:pt x="150" y="197"/>
                </a:cubicBezTo>
                <a:cubicBezTo>
                  <a:pt x="8" y="197"/>
                  <a:pt x="8" y="197"/>
                  <a:pt x="8" y="197"/>
                </a:cubicBezTo>
                <a:cubicBezTo>
                  <a:pt x="4" y="197"/>
                  <a:pt x="0" y="194"/>
                  <a:pt x="0" y="189"/>
                </a:cubicBezTo>
                <a:cubicBezTo>
                  <a:pt x="0" y="185"/>
                  <a:pt x="4" y="181"/>
                  <a:pt x="8" y="181"/>
                </a:cubicBezTo>
                <a:lnTo>
                  <a:pt x="150" y="181"/>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66"/>
          <p:cNvSpPr>
            <a:spLocks noEditPoints="1"/>
          </p:cNvSpPr>
          <p:nvPr/>
        </p:nvSpPr>
        <p:spPr bwMode="auto">
          <a:xfrm>
            <a:off x="6874434" y="127214"/>
            <a:ext cx="394968" cy="347178"/>
          </a:xfrm>
          <a:custGeom>
            <a:avLst/>
            <a:gdLst>
              <a:gd name="T0" fmla="*/ 180 w 200"/>
              <a:gd name="T1" fmla="*/ 176 h 176"/>
              <a:gd name="T2" fmla="*/ 20 w 200"/>
              <a:gd name="T3" fmla="*/ 176 h 176"/>
              <a:gd name="T4" fmla="*/ 0 w 200"/>
              <a:gd name="T5" fmla="*/ 156 h 176"/>
              <a:gd name="T6" fmla="*/ 0 w 200"/>
              <a:gd name="T7" fmla="*/ 20 h 176"/>
              <a:gd name="T8" fmla="*/ 20 w 200"/>
              <a:gd name="T9" fmla="*/ 0 h 176"/>
              <a:gd name="T10" fmla="*/ 180 w 200"/>
              <a:gd name="T11" fmla="*/ 0 h 176"/>
              <a:gd name="T12" fmla="*/ 200 w 200"/>
              <a:gd name="T13" fmla="*/ 20 h 176"/>
              <a:gd name="T14" fmla="*/ 200 w 200"/>
              <a:gd name="T15" fmla="*/ 156 h 176"/>
              <a:gd name="T16" fmla="*/ 180 w 200"/>
              <a:gd name="T17" fmla="*/ 176 h 176"/>
              <a:gd name="T18" fmla="*/ 36 w 200"/>
              <a:gd name="T19" fmla="*/ 160 h 176"/>
              <a:gd name="T20" fmla="*/ 164 w 200"/>
              <a:gd name="T21" fmla="*/ 160 h 176"/>
              <a:gd name="T22" fmla="*/ 182 w 200"/>
              <a:gd name="T23" fmla="*/ 147 h 176"/>
              <a:gd name="T24" fmla="*/ 131 w 200"/>
              <a:gd name="T25" fmla="*/ 103 h 176"/>
              <a:gd name="T26" fmla="*/ 100 w 200"/>
              <a:gd name="T27" fmla="*/ 129 h 176"/>
              <a:gd name="T28" fmla="*/ 69 w 200"/>
              <a:gd name="T29" fmla="*/ 103 h 176"/>
              <a:gd name="T30" fmla="*/ 18 w 200"/>
              <a:gd name="T31" fmla="*/ 148 h 176"/>
              <a:gd name="T32" fmla="*/ 36 w 200"/>
              <a:gd name="T33" fmla="*/ 160 h 176"/>
              <a:gd name="T34" fmla="*/ 145 w 200"/>
              <a:gd name="T35" fmla="*/ 90 h 176"/>
              <a:gd name="T36" fmla="*/ 184 w 200"/>
              <a:gd name="T37" fmla="*/ 125 h 176"/>
              <a:gd name="T38" fmla="*/ 184 w 200"/>
              <a:gd name="T39" fmla="*/ 56 h 176"/>
              <a:gd name="T40" fmla="*/ 145 w 200"/>
              <a:gd name="T41" fmla="*/ 90 h 176"/>
              <a:gd name="T42" fmla="*/ 55 w 200"/>
              <a:gd name="T43" fmla="*/ 90 h 176"/>
              <a:gd name="T44" fmla="*/ 16 w 200"/>
              <a:gd name="T45" fmla="*/ 55 h 176"/>
              <a:gd name="T46" fmla="*/ 16 w 200"/>
              <a:gd name="T47" fmla="*/ 126 h 176"/>
              <a:gd name="T48" fmla="*/ 55 w 200"/>
              <a:gd name="T49" fmla="*/ 90 h 176"/>
              <a:gd name="T50" fmla="*/ 164 w 200"/>
              <a:gd name="T51" fmla="*/ 16 h 176"/>
              <a:gd name="T52" fmla="*/ 36 w 200"/>
              <a:gd name="T53" fmla="*/ 16 h 176"/>
              <a:gd name="T54" fmla="*/ 16 w 200"/>
              <a:gd name="T55" fmla="*/ 31 h 176"/>
              <a:gd name="T56" fmla="*/ 100 w 200"/>
              <a:gd name="T57" fmla="*/ 106 h 176"/>
              <a:gd name="T58" fmla="*/ 183 w 200"/>
              <a:gd name="T59" fmla="*/ 33 h 176"/>
              <a:gd name="T60" fmla="*/ 164 w 200"/>
              <a:gd name="T61" fmla="*/ 1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00" h="176">
                <a:moveTo>
                  <a:pt x="180" y="176"/>
                </a:moveTo>
                <a:cubicBezTo>
                  <a:pt x="20" y="176"/>
                  <a:pt x="20" y="176"/>
                  <a:pt x="20" y="176"/>
                </a:cubicBezTo>
                <a:cubicBezTo>
                  <a:pt x="8" y="176"/>
                  <a:pt x="0" y="167"/>
                  <a:pt x="0" y="156"/>
                </a:cubicBezTo>
                <a:cubicBezTo>
                  <a:pt x="0" y="20"/>
                  <a:pt x="0" y="20"/>
                  <a:pt x="0" y="20"/>
                </a:cubicBezTo>
                <a:cubicBezTo>
                  <a:pt x="0" y="9"/>
                  <a:pt x="8" y="0"/>
                  <a:pt x="20" y="0"/>
                </a:cubicBezTo>
                <a:cubicBezTo>
                  <a:pt x="180" y="0"/>
                  <a:pt x="180" y="0"/>
                  <a:pt x="180" y="0"/>
                </a:cubicBezTo>
                <a:cubicBezTo>
                  <a:pt x="191" y="0"/>
                  <a:pt x="200" y="9"/>
                  <a:pt x="200" y="20"/>
                </a:cubicBezTo>
                <a:cubicBezTo>
                  <a:pt x="200" y="156"/>
                  <a:pt x="200" y="156"/>
                  <a:pt x="200" y="156"/>
                </a:cubicBezTo>
                <a:cubicBezTo>
                  <a:pt x="200" y="167"/>
                  <a:pt x="191" y="176"/>
                  <a:pt x="180" y="176"/>
                </a:cubicBezTo>
                <a:close/>
                <a:moveTo>
                  <a:pt x="36" y="160"/>
                </a:moveTo>
                <a:cubicBezTo>
                  <a:pt x="164" y="160"/>
                  <a:pt x="164" y="160"/>
                  <a:pt x="164" y="160"/>
                </a:cubicBezTo>
                <a:cubicBezTo>
                  <a:pt x="172" y="160"/>
                  <a:pt x="179" y="154"/>
                  <a:pt x="182" y="147"/>
                </a:cubicBezTo>
                <a:cubicBezTo>
                  <a:pt x="131" y="103"/>
                  <a:pt x="131" y="103"/>
                  <a:pt x="131" y="103"/>
                </a:cubicBezTo>
                <a:cubicBezTo>
                  <a:pt x="100" y="129"/>
                  <a:pt x="100" y="129"/>
                  <a:pt x="100" y="129"/>
                </a:cubicBezTo>
                <a:cubicBezTo>
                  <a:pt x="69" y="103"/>
                  <a:pt x="69" y="103"/>
                  <a:pt x="69" y="103"/>
                </a:cubicBezTo>
                <a:cubicBezTo>
                  <a:pt x="18" y="148"/>
                  <a:pt x="18" y="148"/>
                  <a:pt x="18" y="148"/>
                </a:cubicBezTo>
                <a:cubicBezTo>
                  <a:pt x="21" y="155"/>
                  <a:pt x="28" y="160"/>
                  <a:pt x="36" y="160"/>
                </a:cubicBezTo>
                <a:close/>
                <a:moveTo>
                  <a:pt x="145" y="90"/>
                </a:moveTo>
                <a:cubicBezTo>
                  <a:pt x="184" y="125"/>
                  <a:pt x="184" y="125"/>
                  <a:pt x="184" y="125"/>
                </a:cubicBezTo>
                <a:cubicBezTo>
                  <a:pt x="184" y="56"/>
                  <a:pt x="184" y="56"/>
                  <a:pt x="184" y="56"/>
                </a:cubicBezTo>
                <a:lnTo>
                  <a:pt x="145" y="90"/>
                </a:lnTo>
                <a:close/>
                <a:moveTo>
                  <a:pt x="55" y="90"/>
                </a:moveTo>
                <a:cubicBezTo>
                  <a:pt x="16" y="55"/>
                  <a:pt x="16" y="55"/>
                  <a:pt x="16" y="55"/>
                </a:cubicBezTo>
                <a:cubicBezTo>
                  <a:pt x="16" y="126"/>
                  <a:pt x="16" y="126"/>
                  <a:pt x="16" y="126"/>
                </a:cubicBezTo>
                <a:lnTo>
                  <a:pt x="55" y="90"/>
                </a:lnTo>
                <a:close/>
                <a:moveTo>
                  <a:pt x="164" y="16"/>
                </a:moveTo>
                <a:cubicBezTo>
                  <a:pt x="36" y="16"/>
                  <a:pt x="36" y="16"/>
                  <a:pt x="36" y="16"/>
                </a:cubicBezTo>
                <a:cubicBezTo>
                  <a:pt x="26" y="16"/>
                  <a:pt x="18" y="22"/>
                  <a:pt x="16" y="31"/>
                </a:cubicBezTo>
                <a:cubicBezTo>
                  <a:pt x="100" y="106"/>
                  <a:pt x="100" y="106"/>
                  <a:pt x="100" y="106"/>
                </a:cubicBezTo>
                <a:cubicBezTo>
                  <a:pt x="183" y="33"/>
                  <a:pt x="183" y="33"/>
                  <a:pt x="183" y="33"/>
                </a:cubicBezTo>
                <a:cubicBezTo>
                  <a:pt x="182" y="23"/>
                  <a:pt x="174" y="16"/>
                  <a:pt x="164" y="16"/>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67"/>
          <p:cNvSpPr>
            <a:spLocks noEditPoints="1"/>
          </p:cNvSpPr>
          <p:nvPr/>
        </p:nvSpPr>
        <p:spPr bwMode="auto">
          <a:xfrm>
            <a:off x="7353735" y="127214"/>
            <a:ext cx="393562" cy="366856"/>
          </a:xfrm>
          <a:custGeom>
            <a:avLst/>
            <a:gdLst>
              <a:gd name="T0" fmla="*/ 184 w 200"/>
              <a:gd name="T1" fmla="*/ 100 h 186"/>
              <a:gd name="T2" fmla="*/ 184 w 200"/>
              <a:gd name="T3" fmla="*/ 56 h 186"/>
              <a:gd name="T4" fmla="*/ 145 w 200"/>
              <a:gd name="T5" fmla="*/ 90 h 186"/>
              <a:gd name="T6" fmla="*/ 100 w 200"/>
              <a:gd name="T7" fmla="*/ 129 h 186"/>
              <a:gd name="T8" fmla="*/ 69 w 200"/>
              <a:gd name="T9" fmla="*/ 103 h 186"/>
              <a:gd name="T10" fmla="*/ 18 w 200"/>
              <a:gd name="T11" fmla="*/ 148 h 186"/>
              <a:gd name="T12" fmla="*/ 36 w 200"/>
              <a:gd name="T13" fmla="*/ 160 h 186"/>
              <a:gd name="T14" fmla="*/ 109 w 200"/>
              <a:gd name="T15" fmla="*/ 160 h 186"/>
              <a:gd name="T16" fmla="*/ 121 w 200"/>
              <a:gd name="T17" fmla="*/ 176 h 186"/>
              <a:gd name="T18" fmla="*/ 20 w 200"/>
              <a:gd name="T19" fmla="*/ 176 h 186"/>
              <a:gd name="T20" fmla="*/ 0 w 200"/>
              <a:gd name="T21" fmla="*/ 156 h 186"/>
              <a:gd name="T22" fmla="*/ 0 w 200"/>
              <a:gd name="T23" fmla="*/ 20 h 186"/>
              <a:gd name="T24" fmla="*/ 20 w 200"/>
              <a:gd name="T25" fmla="*/ 0 h 186"/>
              <a:gd name="T26" fmla="*/ 180 w 200"/>
              <a:gd name="T27" fmla="*/ 0 h 186"/>
              <a:gd name="T28" fmla="*/ 200 w 200"/>
              <a:gd name="T29" fmla="*/ 20 h 186"/>
              <a:gd name="T30" fmla="*/ 200 w 200"/>
              <a:gd name="T31" fmla="*/ 119 h 186"/>
              <a:gd name="T32" fmla="*/ 184 w 200"/>
              <a:gd name="T33" fmla="*/ 100 h 186"/>
              <a:gd name="T34" fmla="*/ 16 w 200"/>
              <a:gd name="T35" fmla="*/ 126 h 186"/>
              <a:gd name="T36" fmla="*/ 55 w 200"/>
              <a:gd name="T37" fmla="*/ 90 h 186"/>
              <a:gd name="T38" fmla="*/ 16 w 200"/>
              <a:gd name="T39" fmla="*/ 55 h 186"/>
              <a:gd name="T40" fmla="*/ 16 w 200"/>
              <a:gd name="T41" fmla="*/ 126 h 186"/>
              <a:gd name="T42" fmla="*/ 164 w 200"/>
              <a:gd name="T43" fmla="*/ 16 h 186"/>
              <a:gd name="T44" fmla="*/ 36 w 200"/>
              <a:gd name="T45" fmla="*/ 16 h 186"/>
              <a:gd name="T46" fmla="*/ 16 w 200"/>
              <a:gd name="T47" fmla="*/ 31 h 186"/>
              <a:gd name="T48" fmla="*/ 100 w 200"/>
              <a:gd name="T49" fmla="*/ 106 h 186"/>
              <a:gd name="T50" fmla="*/ 184 w 200"/>
              <a:gd name="T51" fmla="*/ 33 h 186"/>
              <a:gd name="T52" fmla="*/ 164 w 200"/>
              <a:gd name="T53" fmla="*/ 16 h 186"/>
              <a:gd name="T54" fmla="*/ 160 w 200"/>
              <a:gd name="T55" fmla="*/ 106 h 186"/>
              <a:gd name="T56" fmla="*/ 200 w 200"/>
              <a:gd name="T57" fmla="*/ 146 h 186"/>
              <a:gd name="T58" fmla="*/ 160 w 200"/>
              <a:gd name="T59" fmla="*/ 186 h 186"/>
              <a:gd name="T60" fmla="*/ 120 w 200"/>
              <a:gd name="T61" fmla="*/ 146 h 186"/>
              <a:gd name="T62" fmla="*/ 160 w 200"/>
              <a:gd name="T63" fmla="*/ 106 h 186"/>
              <a:gd name="T64" fmla="*/ 152 w 200"/>
              <a:gd name="T65" fmla="*/ 176 h 186"/>
              <a:gd name="T66" fmla="*/ 168 w 200"/>
              <a:gd name="T67" fmla="*/ 176 h 186"/>
              <a:gd name="T68" fmla="*/ 168 w 200"/>
              <a:gd name="T69" fmla="*/ 163 h 186"/>
              <a:gd name="T70" fmla="*/ 152 w 200"/>
              <a:gd name="T71" fmla="*/ 163 h 186"/>
              <a:gd name="T72" fmla="*/ 152 w 200"/>
              <a:gd name="T73" fmla="*/ 176 h 186"/>
              <a:gd name="T74" fmla="*/ 152 w 200"/>
              <a:gd name="T75" fmla="*/ 156 h 186"/>
              <a:gd name="T76" fmla="*/ 168 w 200"/>
              <a:gd name="T77" fmla="*/ 156 h 186"/>
              <a:gd name="T78" fmla="*/ 168 w 200"/>
              <a:gd name="T79" fmla="*/ 116 h 186"/>
              <a:gd name="T80" fmla="*/ 152 w 200"/>
              <a:gd name="T81" fmla="*/ 116 h 186"/>
              <a:gd name="T82" fmla="*/ 152 w 200"/>
              <a:gd name="T83" fmla="*/ 15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0" h="186">
                <a:moveTo>
                  <a:pt x="184" y="100"/>
                </a:moveTo>
                <a:cubicBezTo>
                  <a:pt x="184" y="56"/>
                  <a:pt x="184" y="56"/>
                  <a:pt x="184" y="56"/>
                </a:cubicBezTo>
                <a:cubicBezTo>
                  <a:pt x="145" y="90"/>
                  <a:pt x="145" y="90"/>
                  <a:pt x="145" y="90"/>
                </a:cubicBezTo>
                <a:cubicBezTo>
                  <a:pt x="100" y="129"/>
                  <a:pt x="100" y="129"/>
                  <a:pt x="100" y="129"/>
                </a:cubicBezTo>
                <a:cubicBezTo>
                  <a:pt x="69" y="103"/>
                  <a:pt x="69" y="103"/>
                  <a:pt x="69" y="103"/>
                </a:cubicBezTo>
                <a:cubicBezTo>
                  <a:pt x="18" y="148"/>
                  <a:pt x="18" y="148"/>
                  <a:pt x="18" y="148"/>
                </a:cubicBezTo>
                <a:cubicBezTo>
                  <a:pt x="21" y="155"/>
                  <a:pt x="28" y="160"/>
                  <a:pt x="36" y="160"/>
                </a:cubicBezTo>
                <a:cubicBezTo>
                  <a:pt x="109" y="160"/>
                  <a:pt x="109" y="160"/>
                  <a:pt x="109" y="160"/>
                </a:cubicBezTo>
                <a:cubicBezTo>
                  <a:pt x="112" y="166"/>
                  <a:pt x="116" y="171"/>
                  <a:pt x="121" y="176"/>
                </a:cubicBezTo>
                <a:cubicBezTo>
                  <a:pt x="20" y="176"/>
                  <a:pt x="20" y="176"/>
                  <a:pt x="20" y="176"/>
                </a:cubicBezTo>
                <a:cubicBezTo>
                  <a:pt x="9" y="176"/>
                  <a:pt x="0" y="167"/>
                  <a:pt x="0" y="156"/>
                </a:cubicBezTo>
                <a:cubicBezTo>
                  <a:pt x="0" y="20"/>
                  <a:pt x="0" y="20"/>
                  <a:pt x="0" y="20"/>
                </a:cubicBezTo>
                <a:cubicBezTo>
                  <a:pt x="0" y="9"/>
                  <a:pt x="9" y="0"/>
                  <a:pt x="20" y="0"/>
                </a:cubicBezTo>
                <a:cubicBezTo>
                  <a:pt x="180" y="0"/>
                  <a:pt x="180" y="0"/>
                  <a:pt x="180" y="0"/>
                </a:cubicBezTo>
                <a:cubicBezTo>
                  <a:pt x="191" y="0"/>
                  <a:pt x="200" y="9"/>
                  <a:pt x="200" y="20"/>
                </a:cubicBezTo>
                <a:cubicBezTo>
                  <a:pt x="200" y="119"/>
                  <a:pt x="200" y="119"/>
                  <a:pt x="200" y="119"/>
                </a:cubicBezTo>
                <a:cubicBezTo>
                  <a:pt x="195" y="104"/>
                  <a:pt x="191" y="106"/>
                  <a:pt x="184" y="100"/>
                </a:cubicBezTo>
                <a:close/>
                <a:moveTo>
                  <a:pt x="16" y="126"/>
                </a:moveTo>
                <a:cubicBezTo>
                  <a:pt x="55" y="90"/>
                  <a:pt x="55" y="90"/>
                  <a:pt x="55" y="90"/>
                </a:cubicBezTo>
                <a:cubicBezTo>
                  <a:pt x="16" y="55"/>
                  <a:pt x="16" y="55"/>
                  <a:pt x="16" y="55"/>
                </a:cubicBezTo>
                <a:lnTo>
                  <a:pt x="16" y="126"/>
                </a:lnTo>
                <a:close/>
                <a:moveTo>
                  <a:pt x="164" y="16"/>
                </a:moveTo>
                <a:cubicBezTo>
                  <a:pt x="36" y="16"/>
                  <a:pt x="36" y="16"/>
                  <a:pt x="36" y="16"/>
                </a:cubicBezTo>
                <a:cubicBezTo>
                  <a:pt x="26" y="16"/>
                  <a:pt x="19" y="22"/>
                  <a:pt x="16" y="31"/>
                </a:cubicBezTo>
                <a:cubicBezTo>
                  <a:pt x="100" y="106"/>
                  <a:pt x="100" y="106"/>
                  <a:pt x="100" y="106"/>
                </a:cubicBezTo>
                <a:cubicBezTo>
                  <a:pt x="184" y="33"/>
                  <a:pt x="184" y="33"/>
                  <a:pt x="184" y="33"/>
                </a:cubicBezTo>
                <a:cubicBezTo>
                  <a:pt x="182" y="23"/>
                  <a:pt x="174" y="16"/>
                  <a:pt x="164" y="16"/>
                </a:cubicBezTo>
                <a:close/>
                <a:moveTo>
                  <a:pt x="160" y="106"/>
                </a:moveTo>
                <a:cubicBezTo>
                  <a:pt x="182" y="106"/>
                  <a:pt x="200" y="124"/>
                  <a:pt x="200" y="146"/>
                </a:cubicBezTo>
                <a:cubicBezTo>
                  <a:pt x="200" y="168"/>
                  <a:pt x="182" y="186"/>
                  <a:pt x="160" y="186"/>
                </a:cubicBezTo>
                <a:cubicBezTo>
                  <a:pt x="138" y="186"/>
                  <a:pt x="120" y="168"/>
                  <a:pt x="120" y="146"/>
                </a:cubicBezTo>
                <a:cubicBezTo>
                  <a:pt x="120" y="124"/>
                  <a:pt x="138" y="106"/>
                  <a:pt x="160" y="106"/>
                </a:cubicBezTo>
                <a:close/>
                <a:moveTo>
                  <a:pt x="152" y="176"/>
                </a:moveTo>
                <a:cubicBezTo>
                  <a:pt x="168" y="176"/>
                  <a:pt x="168" y="176"/>
                  <a:pt x="168" y="176"/>
                </a:cubicBezTo>
                <a:cubicBezTo>
                  <a:pt x="168" y="163"/>
                  <a:pt x="168" y="163"/>
                  <a:pt x="168" y="163"/>
                </a:cubicBezTo>
                <a:cubicBezTo>
                  <a:pt x="152" y="163"/>
                  <a:pt x="152" y="163"/>
                  <a:pt x="152" y="163"/>
                </a:cubicBezTo>
                <a:lnTo>
                  <a:pt x="152" y="176"/>
                </a:lnTo>
                <a:close/>
                <a:moveTo>
                  <a:pt x="152" y="156"/>
                </a:moveTo>
                <a:cubicBezTo>
                  <a:pt x="168" y="156"/>
                  <a:pt x="168" y="156"/>
                  <a:pt x="168" y="156"/>
                </a:cubicBezTo>
                <a:cubicBezTo>
                  <a:pt x="168" y="116"/>
                  <a:pt x="168" y="116"/>
                  <a:pt x="168" y="116"/>
                </a:cubicBezTo>
                <a:cubicBezTo>
                  <a:pt x="152" y="116"/>
                  <a:pt x="152" y="116"/>
                  <a:pt x="152" y="116"/>
                </a:cubicBezTo>
                <a:lnTo>
                  <a:pt x="152" y="156"/>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68"/>
          <p:cNvSpPr>
            <a:spLocks noEditPoints="1"/>
          </p:cNvSpPr>
          <p:nvPr/>
        </p:nvSpPr>
        <p:spPr bwMode="auto">
          <a:xfrm>
            <a:off x="4452624" y="591055"/>
            <a:ext cx="387939" cy="379506"/>
          </a:xfrm>
          <a:custGeom>
            <a:avLst/>
            <a:gdLst>
              <a:gd name="T0" fmla="*/ 99 w 197"/>
              <a:gd name="T1" fmla="*/ 191 h 192"/>
              <a:gd name="T2" fmla="*/ 99 w 197"/>
              <a:gd name="T3" fmla="*/ 192 h 192"/>
              <a:gd name="T4" fmla="*/ 99 w 197"/>
              <a:gd name="T5" fmla="*/ 191 h 192"/>
              <a:gd name="T6" fmla="*/ 99 w 197"/>
              <a:gd name="T7" fmla="*/ 192 h 192"/>
              <a:gd name="T8" fmla="*/ 99 w 197"/>
              <a:gd name="T9" fmla="*/ 191 h 192"/>
              <a:gd name="T10" fmla="*/ 3 w 197"/>
              <a:gd name="T11" fmla="*/ 64 h 192"/>
              <a:gd name="T12" fmla="*/ 3 w 197"/>
              <a:gd name="T13" fmla="*/ 55 h 192"/>
              <a:gd name="T14" fmla="*/ 51 w 197"/>
              <a:gd name="T15" fmla="*/ 10 h 192"/>
              <a:gd name="T16" fmla="*/ 99 w 197"/>
              <a:gd name="T17" fmla="*/ 49 h 192"/>
              <a:gd name="T18" fmla="*/ 146 w 197"/>
              <a:gd name="T19" fmla="*/ 10 h 192"/>
              <a:gd name="T20" fmla="*/ 194 w 197"/>
              <a:gd name="T21" fmla="*/ 55 h 192"/>
              <a:gd name="T22" fmla="*/ 194 w 197"/>
              <a:gd name="T23" fmla="*/ 64 h 192"/>
              <a:gd name="T24" fmla="*/ 99 w 197"/>
              <a:gd name="T25" fmla="*/ 191 h 192"/>
              <a:gd name="T26" fmla="*/ 27 w 197"/>
              <a:gd name="T27" fmla="*/ 32 h 192"/>
              <a:gd name="T28" fmla="*/ 37 w 197"/>
              <a:gd name="T29" fmla="*/ 108 h 192"/>
              <a:gd name="T30" fmla="*/ 81 w 197"/>
              <a:gd name="T31" fmla="*/ 44 h 192"/>
              <a:gd name="T32" fmla="*/ 27 w 197"/>
              <a:gd name="T33" fmla="*/ 3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7" h="192">
                <a:moveTo>
                  <a:pt x="99" y="191"/>
                </a:moveTo>
                <a:cubicBezTo>
                  <a:pt x="99" y="191"/>
                  <a:pt x="99" y="192"/>
                  <a:pt x="99" y="192"/>
                </a:cubicBezTo>
                <a:cubicBezTo>
                  <a:pt x="99" y="192"/>
                  <a:pt x="99" y="192"/>
                  <a:pt x="99" y="191"/>
                </a:cubicBezTo>
                <a:cubicBezTo>
                  <a:pt x="99" y="192"/>
                  <a:pt x="99" y="192"/>
                  <a:pt x="99" y="192"/>
                </a:cubicBezTo>
                <a:cubicBezTo>
                  <a:pt x="99" y="192"/>
                  <a:pt x="99" y="191"/>
                  <a:pt x="99" y="191"/>
                </a:cubicBezTo>
                <a:cubicBezTo>
                  <a:pt x="1" y="127"/>
                  <a:pt x="3" y="64"/>
                  <a:pt x="3" y="64"/>
                </a:cubicBezTo>
                <a:cubicBezTo>
                  <a:pt x="3" y="64"/>
                  <a:pt x="3" y="62"/>
                  <a:pt x="3" y="55"/>
                </a:cubicBezTo>
                <a:cubicBezTo>
                  <a:pt x="3" y="30"/>
                  <a:pt x="25" y="10"/>
                  <a:pt x="51" y="10"/>
                </a:cubicBezTo>
                <a:cubicBezTo>
                  <a:pt x="95" y="10"/>
                  <a:pt x="99" y="49"/>
                  <a:pt x="99" y="49"/>
                </a:cubicBezTo>
                <a:cubicBezTo>
                  <a:pt x="99" y="49"/>
                  <a:pt x="103" y="10"/>
                  <a:pt x="146" y="10"/>
                </a:cubicBezTo>
                <a:cubicBezTo>
                  <a:pt x="172" y="10"/>
                  <a:pt x="194" y="30"/>
                  <a:pt x="194" y="55"/>
                </a:cubicBezTo>
                <a:cubicBezTo>
                  <a:pt x="194" y="62"/>
                  <a:pt x="194" y="64"/>
                  <a:pt x="194" y="64"/>
                </a:cubicBezTo>
                <a:cubicBezTo>
                  <a:pt x="194" y="64"/>
                  <a:pt x="197" y="127"/>
                  <a:pt x="99" y="191"/>
                </a:cubicBezTo>
                <a:close/>
                <a:moveTo>
                  <a:pt x="27" y="32"/>
                </a:moveTo>
                <a:cubicBezTo>
                  <a:pt x="0" y="66"/>
                  <a:pt x="39" y="112"/>
                  <a:pt x="37" y="108"/>
                </a:cubicBezTo>
                <a:cubicBezTo>
                  <a:pt x="5" y="0"/>
                  <a:pt x="81" y="44"/>
                  <a:pt x="81" y="44"/>
                </a:cubicBezTo>
                <a:cubicBezTo>
                  <a:pt x="81" y="44"/>
                  <a:pt x="59" y="5"/>
                  <a:pt x="27" y="32"/>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69"/>
          <p:cNvSpPr>
            <a:spLocks noEditPoints="1"/>
          </p:cNvSpPr>
          <p:nvPr/>
        </p:nvSpPr>
        <p:spPr bwMode="auto">
          <a:xfrm>
            <a:off x="4943171" y="610733"/>
            <a:ext cx="386534" cy="359828"/>
          </a:xfrm>
          <a:custGeom>
            <a:avLst/>
            <a:gdLst>
              <a:gd name="T0" fmla="*/ 98 w 196"/>
              <a:gd name="T1" fmla="*/ 181 h 182"/>
              <a:gd name="T2" fmla="*/ 98 w 196"/>
              <a:gd name="T3" fmla="*/ 182 h 182"/>
              <a:gd name="T4" fmla="*/ 98 w 196"/>
              <a:gd name="T5" fmla="*/ 181 h 182"/>
              <a:gd name="T6" fmla="*/ 98 w 196"/>
              <a:gd name="T7" fmla="*/ 182 h 182"/>
              <a:gd name="T8" fmla="*/ 98 w 196"/>
              <a:gd name="T9" fmla="*/ 181 h 182"/>
              <a:gd name="T10" fmla="*/ 2 w 196"/>
              <a:gd name="T11" fmla="*/ 54 h 182"/>
              <a:gd name="T12" fmla="*/ 2 w 196"/>
              <a:gd name="T13" fmla="*/ 45 h 182"/>
              <a:gd name="T14" fmla="*/ 50 w 196"/>
              <a:gd name="T15" fmla="*/ 0 h 182"/>
              <a:gd name="T16" fmla="*/ 98 w 196"/>
              <a:gd name="T17" fmla="*/ 39 h 182"/>
              <a:gd name="T18" fmla="*/ 145 w 196"/>
              <a:gd name="T19" fmla="*/ 0 h 182"/>
              <a:gd name="T20" fmla="*/ 193 w 196"/>
              <a:gd name="T21" fmla="*/ 45 h 182"/>
              <a:gd name="T22" fmla="*/ 193 w 196"/>
              <a:gd name="T23" fmla="*/ 54 h 182"/>
              <a:gd name="T24" fmla="*/ 98 w 196"/>
              <a:gd name="T25" fmla="*/ 181 h 182"/>
              <a:gd name="T26" fmla="*/ 169 w 196"/>
              <a:gd name="T27" fmla="*/ 58 h 182"/>
              <a:gd name="T28" fmla="*/ 142 w 196"/>
              <a:gd name="T29" fmla="*/ 22 h 182"/>
              <a:gd name="T30" fmla="*/ 98 w 196"/>
              <a:gd name="T31" fmla="*/ 68 h 182"/>
              <a:gd name="T32" fmla="*/ 54 w 196"/>
              <a:gd name="T33" fmla="*/ 22 h 182"/>
              <a:gd name="T34" fmla="*/ 25 w 196"/>
              <a:gd name="T35" fmla="*/ 58 h 182"/>
              <a:gd name="T36" fmla="*/ 25 w 196"/>
              <a:gd name="T37" fmla="*/ 64 h 182"/>
              <a:gd name="T38" fmla="*/ 97 w 196"/>
              <a:gd name="T39" fmla="*/ 151 h 182"/>
              <a:gd name="T40" fmla="*/ 97 w 196"/>
              <a:gd name="T41" fmla="*/ 151 h 182"/>
              <a:gd name="T42" fmla="*/ 98 w 196"/>
              <a:gd name="T43" fmla="*/ 151 h 182"/>
              <a:gd name="T44" fmla="*/ 98 w 196"/>
              <a:gd name="T45" fmla="*/ 151 h 182"/>
              <a:gd name="T46" fmla="*/ 98 w 196"/>
              <a:gd name="T47" fmla="*/ 151 h 182"/>
              <a:gd name="T48" fmla="*/ 169 w 196"/>
              <a:gd name="T49" fmla="*/ 64 h 182"/>
              <a:gd name="T50" fmla="*/ 169 w 196"/>
              <a:gd name="T51" fmla="*/ 58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6" h="182">
                <a:moveTo>
                  <a:pt x="98" y="181"/>
                </a:moveTo>
                <a:cubicBezTo>
                  <a:pt x="98" y="181"/>
                  <a:pt x="98" y="182"/>
                  <a:pt x="98" y="182"/>
                </a:cubicBezTo>
                <a:cubicBezTo>
                  <a:pt x="98" y="182"/>
                  <a:pt x="98" y="182"/>
                  <a:pt x="98" y="181"/>
                </a:cubicBezTo>
                <a:cubicBezTo>
                  <a:pt x="98" y="182"/>
                  <a:pt x="98" y="182"/>
                  <a:pt x="98" y="182"/>
                </a:cubicBezTo>
                <a:cubicBezTo>
                  <a:pt x="98" y="182"/>
                  <a:pt x="98" y="181"/>
                  <a:pt x="98" y="181"/>
                </a:cubicBezTo>
                <a:cubicBezTo>
                  <a:pt x="0" y="117"/>
                  <a:pt x="2" y="54"/>
                  <a:pt x="2" y="54"/>
                </a:cubicBezTo>
                <a:cubicBezTo>
                  <a:pt x="2" y="54"/>
                  <a:pt x="2" y="52"/>
                  <a:pt x="2" y="45"/>
                </a:cubicBezTo>
                <a:cubicBezTo>
                  <a:pt x="2" y="20"/>
                  <a:pt x="24" y="0"/>
                  <a:pt x="50" y="0"/>
                </a:cubicBezTo>
                <a:cubicBezTo>
                  <a:pt x="94" y="0"/>
                  <a:pt x="98" y="39"/>
                  <a:pt x="98" y="39"/>
                </a:cubicBezTo>
                <a:cubicBezTo>
                  <a:pt x="98" y="39"/>
                  <a:pt x="102" y="0"/>
                  <a:pt x="145" y="0"/>
                </a:cubicBezTo>
                <a:cubicBezTo>
                  <a:pt x="171" y="0"/>
                  <a:pt x="193" y="20"/>
                  <a:pt x="193" y="45"/>
                </a:cubicBezTo>
                <a:cubicBezTo>
                  <a:pt x="193" y="52"/>
                  <a:pt x="193" y="54"/>
                  <a:pt x="193" y="54"/>
                </a:cubicBezTo>
                <a:cubicBezTo>
                  <a:pt x="193" y="54"/>
                  <a:pt x="196" y="117"/>
                  <a:pt x="98" y="181"/>
                </a:cubicBezTo>
                <a:close/>
                <a:moveTo>
                  <a:pt x="169" y="58"/>
                </a:moveTo>
                <a:cubicBezTo>
                  <a:pt x="169" y="40"/>
                  <a:pt x="161" y="22"/>
                  <a:pt x="142" y="22"/>
                </a:cubicBezTo>
                <a:cubicBezTo>
                  <a:pt x="111" y="22"/>
                  <a:pt x="98" y="68"/>
                  <a:pt x="98" y="68"/>
                </a:cubicBezTo>
                <a:cubicBezTo>
                  <a:pt x="98" y="68"/>
                  <a:pt x="85" y="22"/>
                  <a:pt x="54" y="22"/>
                </a:cubicBezTo>
                <a:cubicBezTo>
                  <a:pt x="35" y="22"/>
                  <a:pt x="25" y="40"/>
                  <a:pt x="25" y="58"/>
                </a:cubicBezTo>
                <a:cubicBezTo>
                  <a:pt x="25" y="62"/>
                  <a:pt x="25" y="64"/>
                  <a:pt x="25" y="64"/>
                </a:cubicBezTo>
                <a:cubicBezTo>
                  <a:pt x="25" y="64"/>
                  <a:pt x="28" y="105"/>
                  <a:pt x="97" y="151"/>
                </a:cubicBezTo>
                <a:cubicBezTo>
                  <a:pt x="97" y="151"/>
                  <a:pt x="97" y="151"/>
                  <a:pt x="97" y="151"/>
                </a:cubicBezTo>
                <a:cubicBezTo>
                  <a:pt x="98" y="151"/>
                  <a:pt x="98" y="151"/>
                  <a:pt x="98" y="151"/>
                </a:cubicBezTo>
                <a:cubicBezTo>
                  <a:pt x="98" y="151"/>
                  <a:pt x="98" y="151"/>
                  <a:pt x="98" y="151"/>
                </a:cubicBezTo>
                <a:cubicBezTo>
                  <a:pt x="98" y="151"/>
                  <a:pt x="98" y="151"/>
                  <a:pt x="98" y="151"/>
                </a:cubicBezTo>
                <a:cubicBezTo>
                  <a:pt x="168" y="105"/>
                  <a:pt x="169" y="64"/>
                  <a:pt x="169" y="64"/>
                </a:cubicBezTo>
                <a:cubicBezTo>
                  <a:pt x="169" y="64"/>
                  <a:pt x="169" y="62"/>
                  <a:pt x="169" y="58"/>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70"/>
          <p:cNvSpPr>
            <a:spLocks noEditPoints="1"/>
          </p:cNvSpPr>
          <p:nvPr/>
        </p:nvSpPr>
        <p:spPr bwMode="auto">
          <a:xfrm>
            <a:off x="5467450" y="599488"/>
            <a:ext cx="317660" cy="386534"/>
          </a:xfrm>
          <a:custGeom>
            <a:avLst/>
            <a:gdLst>
              <a:gd name="T0" fmla="*/ 0 w 161"/>
              <a:gd name="T1" fmla="*/ 196 h 196"/>
              <a:gd name="T2" fmla="*/ 20 w 161"/>
              <a:gd name="T3" fmla="*/ 148 h 196"/>
              <a:gd name="T4" fmla="*/ 41 w 161"/>
              <a:gd name="T5" fmla="*/ 132 h 196"/>
              <a:gd name="T6" fmla="*/ 124 w 161"/>
              <a:gd name="T7" fmla="*/ 132 h 196"/>
              <a:gd name="T8" fmla="*/ 144 w 161"/>
              <a:gd name="T9" fmla="*/ 148 h 196"/>
              <a:gd name="T10" fmla="*/ 161 w 161"/>
              <a:gd name="T11" fmla="*/ 196 h 196"/>
              <a:gd name="T12" fmla="*/ 0 w 161"/>
              <a:gd name="T13" fmla="*/ 196 h 196"/>
              <a:gd name="T14" fmla="*/ 80 w 161"/>
              <a:gd name="T15" fmla="*/ 128 h 196"/>
              <a:gd name="T16" fmla="*/ 16 w 161"/>
              <a:gd name="T17" fmla="*/ 64 h 196"/>
              <a:gd name="T18" fmla="*/ 80 w 161"/>
              <a:gd name="T19" fmla="*/ 0 h 196"/>
              <a:gd name="T20" fmla="*/ 144 w 161"/>
              <a:gd name="T21" fmla="*/ 64 h 196"/>
              <a:gd name="T22" fmla="*/ 80 w 161"/>
              <a:gd name="T23" fmla="*/ 128 h 196"/>
              <a:gd name="T24" fmla="*/ 70 w 161"/>
              <a:gd name="T25" fmla="*/ 17 h 196"/>
              <a:gd name="T26" fmla="*/ 31 w 161"/>
              <a:gd name="T27" fmla="*/ 64 h 196"/>
              <a:gd name="T28" fmla="*/ 80 w 161"/>
              <a:gd name="T29" fmla="*/ 113 h 196"/>
              <a:gd name="T30" fmla="*/ 129 w 161"/>
              <a:gd name="T31" fmla="*/ 64 h 196"/>
              <a:gd name="T32" fmla="*/ 70 w 161"/>
              <a:gd name="T33" fmla="*/ 17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1" h="196">
                <a:moveTo>
                  <a:pt x="0" y="196"/>
                </a:moveTo>
                <a:cubicBezTo>
                  <a:pt x="20" y="148"/>
                  <a:pt x="20" y="148"/>
                  <a:pt x="20" y="148"/>
                </a:cubicBezTo>
                <a:cubicBezTo>
                  <a:pt x="20" y="148"/>
                  <a:pt x="25" y="132"/>
                  <a:pt x="41" y="132"/>
                </a:cubicBezTo>
                <a:cubicBezTo>
                  <a:pt x="124" y="132"/>
                  <a:pt x="124" y="132"/>
                  <a:pt x="124" y="132"/>
                </a:cubicBezTo>
                <a:cubicBezTo>
                  <a:pt x="139" y="132"/>
                  <a:pt x="144" y="148"/>
                  <a:pt x="144" y="148"/>
                </a:cubicBezTo>
                <a:cubicBezTo>
                  <a:pt x="161" y="196"/>
                  <a:pt x="161" y="196"/>
                  <a:pt x="161" y="196"/>
                </a:cubicBezTo>
                <a:lnTo>
                  <a:pt x="0" y="196"/>
                </a:lnTo>
                <a:close/>
                <a:moveTo>
                  <a:pt x="80" y="128"/>
                </a:moveTo>
                <a:cubicBezTo>
                  <a:pt x="45" y="128"/>
                  <a:pt x="16" y="99"/>
                  <a:pt x="16" y="64"/>
                </a:cubicBezTo>
                <a:cubicBezTo>
                  <a:pt x="16" y="29"/>
                  <a:pt x="45" y="0"/>
                  <a:pt x="80" y="0"/>
                </a:cubicBezTo>
                <a:cubicBezTo>
                  <a:pt x="116" y="0"/>
                  <a:pt x="144" y="29"/>
                  <a:pt x="144" y="64"/>
                </a:cubicBezTo>
                <a:cubicBezTo>
                  <a:pt x="144" y="99"/>
                  <a:pt x="116" y="128"/>
                  <a:pt x="80" y="128"/>
                </a:cubicBezTo>
                <a:close/>
                <a:moveTo>
                  <a:pt x="70" y="17"/>
                </a:moveTo>
                <a:cubicBezTo>
                  <a:pt x="50" y="24"/>
                  <a:pt x="74" y="49"/>
                  <a:pt x="31" y="64"/>
                </a:cubicBezTo>
                <a:cubicBezTo>
                  <a:pt x="31" y="91"/>
                  <a:pt x="53" y="113"/>
                  <a:pt x="80" y="113"/>
                </a:cubicBezTo>
                <a:cubicBezTo>
                  <a:pt x="107" y="113"/>
                  <a:pt x="129" y="91"/>
                  <a:pt x="129" y="64"/>
                </a:cubicBezTo>
                <a:cubicBezTo>
                  <a:pt x="104" y="43"/>
                  <a:pt x="62" y="53"/>
                  <a:pt x="70" y="17"/>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71"/>
          <p:cNvSpPr>
            <a:spLocks noEditPoints="1"/>
          </p:cNvSpPr>
          <p:nvPr/>
        </p:nvSpPr>
        <p:spPr bwMode="auto">
          <a:xfrm>
            <a:off x="5908802" y="599488"/>
            <a:ext cx="394968" cy="386534"/>
          </a:xfrm>
          <a:custGeom>
            <a:avLst/>
            <a:gdLst>
              <a:gd name="T0" fmla="*/ 160 w 200"/>
              <a:gd name="T1" fmla="*/ 194 h 196"/>
              <a:gd name="T2" fmla="*/ 120 w 200"/>
              <a:gd name="T3" fmla="*/ 154 h 196"/>
              <a:gd name="T4" fmla="*/ 160 w 200"/>
              <a:gd name="T5" fmla="*/ 114 h 196"/>
              <a:gd name="T6" fmla="*/ 200 w 200"/>
              <a:gd name="T7" fmla="*/ 154 h 196"/>
              <a:gd name="T8" fmla="*/ 160 w 200"/>
              <a:gd name="T9" fmla="*/ 194 h 196"/>
              <a:gd name="T10" fmla="*/ 184 w 200"/>
              <a:gd name="T11" fmla="*/ 148 h 196"/>
              <a:gd name="T12" fmla="*/ 168 w 200"/>
              <a:gd name="T13" fmla="*/ 148 h 196"/>
              <a:gd name="T14" fmla="*/ 168 w 200"/>
              <a:gd name="T15" fmla="*/ 132 h 196"/>
              <a:gd name="T16" fmla="*/ 152 w 200"/>
              <a:gd name="T17" fmla="*/ 132 h 196"/>
              <a:gd name="T18" fmla="*/ 152 w 200"/>
              <a:gd name="T19" fmla="*/ 148 h 196"/>
              <a:gd name="T20" fmla="*/ 136 w 200"/>
              <a:gd name="T21" fmla="*/ 148 h 196"/>
              <a:gd name="T22" fmla="*/ 136 w 200"/>
              <a:gd name="T23" fmla="*/ 164 h 196"/>
              <a:gd name="T24" fmla="*/ 152 w 200"/>
              <a:gd name="T25" fmla="*/ 164 h 196"/>
              <a:gd name="T26" fmla="*/ 152 w 200"/>
              <a:gd name="T27" fmla="*/ 180 h 196"/>
              <a:gd name="T28" fmla="*/ 168 w 200"/>
              <a:gd name="T29" fmla="*/ 180 h 196"/>
              <a:gd name="T30" fmla="*/ 168 w 200"/>
              <a:gd name="T31" fmla="*/ 164 h 196"/>
              <a:gd name="T32" fmla="*/ 184 w 200"/>
              <a:gd name="T33" fmla="*/ 164 h 196"/>
              <a:gd name="T34" fmla="*/ 184 w 200"/>
              <a:gd name="T35" fmla="*/ 148 h 196"/>
              <a:gd name="T36" fmla="*/ 80 w 200"/>
              <a:gd name="T37" fmla="*/ 128 h 196"/>
              <a:gd name="T38" fmla="*/ 16 w 200"/>
              <a:gd name="T39" fmla="*/ 64 h 196"/>
              <a:gd name="T40" fmla="*/ 80 w 200"/>
              <a:gd name="T41" fmla="*/ 0 h 196"/>
              <a:gd name="T42" fmla="*/ 144 w 200"/>
              <a:gd name="T43" fmla="*/ 64 h 196"/>
              <a:gd name="T44" fmla="*/ 80 w 200"/>
              <a:gd name="T45" fmla="*/ 128 h 196"/>
              <a:gd name="T46" fmla="*/ 70 w 200"/>
              <a:gd name="T47" fmla="*/ 17 h 196"/>
              <a:gd name="T48" fmla="*/ 31 w 200"/>
              <a:gd name="T49" fmla="*/ 64 h 196"/>
              <a:gd name="T50" fmla="*/ 80 w 200"/>
              <a:gd name="T51" fmla="*/ 113 h 196"/>
              <a:gd name="T52" fmla="*/ 129 w 200"/>
              <a:gd name="T53" fmla="*/ 64 h 196"/>
              <a:gd name="T54" fmla="*/ 70 w 200"/>
              <a:gd name="T55" fmla="*/ 17 h 196"/>
              <a:gd name="T56" fmla="*/ 40 w 200"/>
              <a:gd name="T57" fmla="*/ 132 h 196"/>
              <a:gd name="T58" fmla="*/ 113 w 200"/>
              <a:gd name="T59" fmla="*/ 132 h 196"/>
              <a:gd name="T60" fmla="*/ 108 w 200"/>
              <a:gd name="T61" fmla="*/ 154 h 196"/>
              <a:gd name="T62" fmla="*/ 129 w 200"/>
              <a:gd name="T63" fmla="*/ 196 h 196"/>
              <a:gd name="T64" fmla="*/ 0 w 200"/>
              <a:gd name="T65" fmla="*/ 196 h 196"/>
              <a:gd name="T66" fmla="*/ 20 w 200"/>
              <a:gd name="T67" fmla="*/ 148 h 196"/>
              <a:gd name="T68" fmla="*/ 40 w 200"/>
              <a:gd name="T69" fmla="*/ 132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00" h="196">
                <a:moveTo>
                  <a:pt x="160" y="194"/>
                </a:moveTo>
                <a:cubicBezTo>
                  <a:pt x="138" y="194"/>
                  <a:pt x="120" y="176"/>
                  <a:pt x="120" y="154"/>
                </a:cubicBezTo>
                <a:cubicBezTo>
                  <a:pt x="120" y="132"/>
                  <a:pt x="138" y="114"/>
                  <a:pt x="160" y="114"/>
                </a:cubicBezTo>
                <a:cubicBezTo>
                  <a:pt x="182" y="114"/>
                  <a:pt x="200" y="132"/>
                  <a:pt x="200" y="154"/>
                </a:cubicBezTo>
                <a:cubicBezTo>
                  <a:pt x="200" y="176"/>
                  <a:pt x="182" y="194"/>
                  <a:pt x="160" y="194"/>
                </a:cubicBezTo>
                <a:close/>
                <a:moveTo>
                  <a:pt x="184" y="148"/>
                </a:moveTo>
                <a:cubicBezTo>
                  <a:pt x="168" y="148"/>
                  <a:pt x="168" y="148"/>
                  <a:pt x="168" y="148"/>
                </a:cubicBezTo>
                <a:cubicBezTo>
                  <a:pt x="168" y="132"/>
                  <a:pt x="168" y="132"/>
                  <a:pt x="168" y="132"/>
                </a:cubicBezTo>
                <a:cubicBezTo>
                  <a:pt x="152" y="132"/>
                  <a:pt x="152" y="132"/>
                  <a:pt x="152" y="132"/>
                </a:cubicBezTo>
                <a:cubicBezTo>
                  <a:pt x="152" y="148"/>
                  <a:pt x="152" y="148"/>
                  <a:pt x="152" y="148"/>
                </a:cubicBezTo>
                <a:cubicBezTo>
                  <a:pt x="136" y="148"/>
                  <a:pt x="136" y="148"/>
                  <a:pt x="136" y="148"/>
                </a:cubicBezTo>
                <a:cubicBezTo>
                  <a:pt x="136" y="164"/>
                  <a:pt x="136" y="164"/>
                  <a:pt x="136" y="164"/>
                </a:cubicBezTo>
                <a:cubicBezTo>
                  <a:pt x="152" y="164"/>
                  <a:pt x="152" y="164"/>
                  <a:pt x="152" y="164"/>
                </a:cubicBezTo>
                <a:cubicBezTo>
                  <a:pt x="152" y="180"/>
                  <a:pt x="152" y="180"/>
                  <a:pt x="152" y="180"/>
                </a:cubicBezTo>
                <a:cubicBezTo>
                  <a:pt x="168" y="180"/>
                  <a:pt x="168" y="180"/>
                  <a:pt x="168" y="180"/>
                </a:cubicBezTo>
                <a:cubicBezTo>
                  <a:pt x="168" y="164"/>
                  <a:pt x="168" y="164"/>
                  <a:pt x="168" y="164"/>
                </a:cubicBezTo>
                <a:cubicBezTo>
                  <a:pt x="184" y="164"/>
                  <a:pt x="184" y="164"/>
                  <a:pt x="184" y="164"/>
                </a:cubicBezTo>
                <a:lnTo>
                  <a:pt x="184" y="148"/>
                </a:lnTo>
                <a:close/>
                <a:moveTo>
                  <a:pt x="80" y="128"/>
                </a:moveTo>
                <a:cubicBezTo>
                  <a:pt x="45" y="128"/>
                  <a:pt x="16" y="99"/>
                  <a:pt x="16" y="64"/>
                </a:cubicBezTo>
                <a:cubicBezTo>
                  <a:pt x="16" y="29"/>
                  <a:pt x="45" y="0"/>
                  <a:pt x="80" y="0"/>
                </a:cubicBezTo>
                <a:cubicBezTo>
                  <a:pt x="116" y="0"/>
                  <a:pt x="144" y="29"/>
                  <a:pt x="144" y="64"/>
                </a:cubicBezTo>
                <a:cubicBezTo>
                  <a:pt x="144" y="99"/>
                  <a:pt x="116" y="128"/>
                  <a:pt x="80" y="128"/>
                </a:cubicBezTo>
                <a:close/>
                <a:moveTo>
                  <a:pt x="70" y="17"/>
                </a:moveTo>
                <a:cubicBezTo>
                  <a:pt x="50" y="24"/>
                  <a:pt x="74" y="49"/>
                  <a:pt x="31" y="64"/>
                </a:cubicBezTo>
                <a:cubicBezTo>
                  <a:pt x="31" y="91"/>
                  <a:pt x="53" y="113"/>
                  <a:pt x="80" y="113"/>
                </a:cubicBezTo>
                <a:cubicBezTo>
                  <a:pt x="107" y="113"/>
                  <a:pt x="129" y="91"/>
                  <a:pt x="129" y="64"/>
                </a:cubicBezTo>
                <a:cubicBezTo>
                  <a:pt x="104" y="43"/>
                  <a:pt x="62" y="53"/>
                  <a:pt x="70" y="17"/>
                </a:cubicBezTo>
                <a:close/>
                <a:moveTo>
                  <a:pt x="40" y="132"/>
                </a:moveTo>
                <a:cubicBezTo>
                  <a:pt x="113" y="132"/>
                  <a:pt x="113" y="132"/>
                  <a:pt x="113" y="132"/>
                </a:cubicBezTo>
                <a:cubicBezTo>
                  <a:pt x="110" y="139"/>
                  <a:pt x="108" y="146"/>
                  <a:pt x="108" y="154"/>
                </a:cubicBezTo>
                <a:cubicBezTo>
                  <a:pt x="108" y="171"/>
                  <a:pt x="117" y="187"/>
                  <a:pt x="129" y="196"/>
                </a:cubicBezTo>
                <a:cubicBezTo>
                  <a:pt x="0" y="196"/>
                  <a:pt x="0" y="196"/>
                  <a:pt x="0" y="196"/>
                </a:cubicBezTo>
                <a:cubicBezTo>
                  <a:pt x="20" y="148"/>
                  <a:pt x="20" y="148"/>
                  <a:pt x="20" y="148"/>
                </a:cubicBezTo>
                <a:cubicBezTo>
                  <a:pt x="20" y="148"/>
                  <a:pt x="25" y="132"/>
                  <a:pt x="40" y="132"/>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72"/>
          <p:cNvSpPr>
            <a:spLocks noEditPoints="1"/>
          </p:cNvSpPr>
          <p:nvPr/>
        </p:nvSpPr>
        <p:spPr bwMode="auto">
          <a:xfrm>
            <a:off x="6378264" y="596677"/>
            <a:ext cx="396373" cy="386534"/>
          </a:xfrm>
          <a:custGeom>
            <a:avLst/>
            <a:gdLst>
              <a:gd name="T0" fmla="*/ 161 w 201"/>
              <a:gd name="T1" fmla="*/ 194 h 196"/>
              <a:gd name="T2" fmla="*/ 121 w 201"/>
              <a:gd name="T3" fmla="*/ 154 h 196"/>
              <a:gd name="T4" fmla="*/ 161 w 201"/>
              <a:gd name="T5" fmla="*/ 114 h 196"/>
              <a:gd name="T6" fmla="*/ 201 w 201"/>
              <a:gd name="T7" fmla="*/ 154 h 196"/>
              <a:gd name="T8" fmla="*/ 161 w 201"/>
              <a:gd name="T9" fmla="*/ 194 h 196"/>
              <a:gd name="T10" fmla="*/ 185 w 201"/>
              <a:gd name="T11" fmla="*/ 148 h 196"/>
              <a:gd name="T12" fmla="*/ 137 w 201"/>
              <a:gd name="T13" fmla="*/ 148 h 196"/>
              <a:gd name="T14" fmla="*/ 137 w 201"/>
              <a:gd name="T15" fmla="*/ 164 h 196"/>
              <a:gd name="T16" fmla="*/ 185 w 201"/>
              <a:gd name="T17" fmla="*/ 164 h 196"/>
              <a:gd name="T18" fmla="*/ 185 w 201"/>
              <a:gd name="T19" fmla="*/ 148 h 196"/>
              <a:gd name="T20" fmla="*/ 81 w 201"/>
              <a:gd name="T21" fmla="*/ 128 h 196"/>
              <a:gd name="T22" fmla="*/ 17 w 201"/>
              <a:gd name="T23" fmla="*/ 64 h 196"/>
              <a:gd name="T24" fmla="*/ 81 w 201"/>
              <a:gd name="T25" fmla="*/ 0 h 196"/>
              <a:gd name="T26" fmla="*/ 145 w 201"/>
              <a:gd name="T27" fmla="*/ 64 h 196"/>
              <a:gd name="T28" fmla="*/ 81 w 201"/>
              <a:gd name="T29" fmla="*/ 128 h 196"/>
              <a:gd name="T30" fmla="*/ 70 w 201"/>
              <a:gd name="T31" fmla="*/ 17 h 196"/>
              <a:gd name="T32" fmla="*/ 32 w 201"/>
              <a:gd name="T33" fmla="*/ 64 h 196"/>
              <a:gd name="T34" fmla="*/ 81 w 201"/>
              <a:gd name="T35" fmla="*/ 113 h 196"/>
              <a:gd name="T36" fmla="*/ 130 w 201"/>
              <a:gd name="T37" fmla="*/ 64 h 196"/>
              <a:gd name="T38" fmla="*/ 70 w 201"/>
              <a:gd name="T39" fmla="*/ 17 h 196"/>
              <a:gd name="T40" fmla="*/ 41 w 201"/>
              <a:gd name="T41" fmla="*/ 132 h 196"/>
              <a:gd name="T42" fmla="*/ 114 w 201"/>
              <a:gd name="T43" fmla="*/ 132 h 196"/>
              <a:gd name="T44" fmla="*/ 109 w 201"/>
              <a:gd name="T45" fmla="*/ 154 h 196"/>
              <a:gd name="T46" fmla="*/ 130 w 201"/>
              <a:gd name="T47" fmla="*/ 196 h 196"/>
              <a:gd name="T48" fmla="*/ 0 w 201"/>
              <a:gd name="T49" fmla="*/ 196 h 196"/>
              <a:gd name="T50" fmla="*/ 21 w 201"/>
              <a:gd name="T51" fmla="*/ 148 h 196"/>
              <a:gd name="T52" fmla="*/ 41 w 201"/>
              <a:gd name="T53" fmla="*/ 132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01" h="196">
                <a:moveTo>
                  <a:pt x="161" y="194"/>
                </a:moveTo>
                <a:cubicBezTo>
                  <a:pt x="139" y="194"/>
                  <a:pt x="121" y="176"/>
                  <a:pt x="121" y="154"/>
                </a:cubicBezTo>
                <a:cubicBezTo>
                  <a:pt x="121" y="132"/>
                  <a:pt x="139" y="114"/>
                  <a:pt x="161" y="114"/>
                </a:cubicBezTo>
                <a:cubicBezTo>
                  <a:pt x="183" y="114"/>
                  <a:pt x="201" y="132"/>
                  <a:pt x="201" y="154"/>
                </a:cubicBezTo>
                <a:cubicBezTo>
                  <a:pt x="201" y="176"/>
                  <a:pt x="183" y="194"/>
                  <a:pt x="161" y="194"/>
                </a:cubicBezTo>
                <a:close/>
                <a:moveTo>
                  <a:pt x="185" y="148"/>
                </a:moveTo>
                <a:cubicBezTo>
                  <a:pt x="137" y="148"/>
                  <a:pt x="137" y="148"/>
                  <a:pt x="137" y="148"/>
                </a:cubicBezTo>
                <a:cubicBezTo>
                  <a:pt x="137" y="164"/>
                  <a:pt x="137" y="164"/>
                  <a:pt x="137" y="164"/>
                </a:cubicBezTo>
                <a:cubicBezTo>
                  <a:pt x="185" y="164"/>
                  <a:pt x="185" y="164"/>
                  <a:pt x="185" y="164"/>
                </a:cubicBezTo>
                <a:lnTo>
                  <a:pt x="185" y="148"/>
                </a:lnTo>
                <a:close/>
                <a:moveTo>
                  <a:pt x="81" y="128"/>
                </a:moveTo>
                <a:cubicBezTo>
                  <a:pt x="45" y="128"/>
                  <a:pt x="17" y="99"/>
                  <a:pt x="17" y="64"/>
                </a:cubicBezTo>
                <a:cubicBezTo>
                  <a:pt x="17" y="28"/>
                  <a:pt x="45" y="0"/>
                  <a:pt x="81" y="0"/>
                </a:cubicBezTo>
                <a:cubicBezTo>
                  <a:pt x="116" y="0"/>
                  <a:pt x="145" y="28"/>
                  <a:pt x="145" y="64"/>
                </a:cubicBezTo>
                <a:cubicBezTo>
                  <a:pt x="145" y="99"/>
                  <a:pt x="116" y="128"/>
                  <a:pt x="81" y="128"/>
                </a:cubicBezTo>
                <a:close/>
                <a:moveTo>
                  <a:pt x="70" y="17"/>
                </a:moveTo>
                <a:cubicBezTo>
                  <a:pt x="51" y="24"/>
                  <a:pt x="75" y="49"/>
                  <a:pt x="32" y="64"/>
                </a:cubicBezTo>
                <a:cubicBezTo>
                  <a:pt x="32" y="91"/>
                  <a:pt x="54" y="113"/>
                  <a:pt x="81" y="113"/>
                </a:cubicBezTo>
                <a:cubicBezTo>
                  <a:pt x="108" y="113"/>
                  <a:pt x="130" y="91"/>
                  <a:pt x="130" y="64"/>
                </a:cubicBezTo>
                <a:cubicBezTo>
                  <a:pt x="105" y="43"/>
                  <a:pt x="63" y="53"/>
                  <a:pt x="70" y="17"/>
                </a:cubicBezTo>
                <a:close/>
                <a:moveTo>
                  <a:pt x="41" y="132"/>
                </a:moveTo>
                <a:cubicBezTo>
                  <a:pt x="114" y="132"/>
                  <a:pt x="114" y="132"/>
                  <a:pt x="114" y="132"/>
                </a:cubicBezTo>
                <a:cubicBezTo>
                  <a:pt x="111" y="138"/>
                  <a:pt x="109" y="146"/>
                  <a:pt x="109" y="154"/>
                </a:cubicBezTo>
                <a:cubicBezTo>
                  <a:pt x="109" y="171"/>
                  <a:pt x="117" y="186"/>
                  <a:pt x="130" y="196"/>
                </a:cubicBezTo>
                <a:cubicBezTo>
                  <a:pt x="0" y="196"/>
                  <a:pt x="0" y="196"/>
                  <a:pt x="0" y="196"/>
                </a:cubicBezTo>
                <a:cubicBezTo>
                  <a:pt x="21" y="148"/>
                  <a:pt x="21" y="148"/>
                  <a:pt x="21" y="148"/>
                </a:cubicBezTo>
                <a:cubicBezTo>
                  <a:pt x="21" y="148"/>
                  <a:pt x="25" y="132"/>
                  <a:pt x="41" y="132"/>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73"/>
          <p:cNvSpPr>
            <a:spLocks noEditPoints="1"/>
          </p:cNvSpPr>
          <p:nvPr/>
        </p:nvSpPr>
        <p:spPr bwMode="auto">
          <a:xfrm>
            <a:off x="6873028" y="596677"/>
            <a:ext cx="396373" cy="386534"/>
          </a:xfrm>
          <a:custGeom>
            <a:avLst/>
            <a:gdLst>
              <a:gd name="T0" fmla="*/ 161 w 201"/>
              <a:gd name="T1" fmla="*/ 194 h 196"/>
              <a:gd name="T2" fmla="*/ 121 w 201"/>
              <a:gd name="T3" fmla="*/ 154 h 196"/>
              <a:gd name="T4" fmla="*/ 161 w 201"/>
              <a:gd name="T5" fmla="*/ 114 h 196"/>
              <a:gd name="T6" fmla="*/ 201 w 201"/>
              <a:gd name="T7" fmla="*/ 154 h 196"/>
              <a:gd name="T8" fmla="*/ 161 w 201"/>
              <a:gd name="T9" fmla="*/ 194 h 196"/>
              <a:gd name="T10" fmla="*/ 183 w 201"/>
              <a:gd name="T11" fmla="*/ 167 h 196"/>
              <a:gd name="T12" fmla="*/ 171 w 201"/>
              <a:gd name="T13" fmla="*/ 158 h 196"/>
              <a:gd name="T14" fmla="*/ 167 w 201"/>
              <a:gd name="T15" fmla="*/ 157 h 196"/>
              <a:gd name="T16" fmla="*/ 164 w 201"/>
              <a:gd name="T17" fmla="*/ 134 h 196"/>
              <a:gd name="T18" fmla="*/ 139 w 201"/>
              <a:gd name="T19" fmla="*/ 135 h 196"/>
              <a:gd name="T20" fmla="*/ 135 w 201"/>
              <a:gd name="T21" fmla="*/ 148 h 196"/>
              <a:gd name="T22" fmla="*/ 141 w 201"/>
              <a:gd name="T23" fmla="*/ 160 h 196"/>
              <a:gd name="T24" fmla="*/ 153 w 201"/>
              <a:gd name="T25" fmla="*/ 165 h 196"/>
              <a:gd name="T26" fmla="*/ 163 w 201"/>
              <a:gd name="T27" fmla="*/ 161 h 196"/>
              <a:gd name="T28" fmla="*/ 165 w 201"/>
              <a:gd name="T29" fmla="*/ 165 h 196"/>
              <a:gd name="T30" fmla="*/ 176 w 201"/>
              <a:gd name="T31" fmla="*/ 174 h 196"/>
              <a:gd name="T32" fmla="*/ 183 w 201"/>
              <a:gd name="T33" fmla="*/ 174 h 196"/>
              <a:gd name="T34" fmla="*/ 183 w 201"/>
              <a:gd name="T35" fmla="*/ 167 h 196"/>
              <a:gd name="T36" fmla="*/ 145 w 201"/>
              <a:gd name="T37" fmla="*/ 155 h 196"/>
              <a:gd name="T38" fmla="*/ 145 w 201"/>
              <a:gd name="T39" fmla="*/ 140 h 196"/>
              <a:gd name="T40" fmla="*/ 159 w 201"/>
              <a:gd name="T41" fmla="*/ 139 h 196"/>
              <a:gd name="T42" fmla="*/ 163 w 201"/>
              <a:gd name="T43" fmla="*/ 147 h 196"/>
              <a:gd name="T44" fmla="*/ 160 w 201"/>
              <a:gd name="T45" fmla="*/ 154 h 196"/>
              <a:gd name="T46" fmla="*/ 145 w 201"/>
              <a:gd name="T47" fmla="*/ 155 h 196"/>
              <a:gd name="T48" fmla="*/ 81 w 201"/>
              <a:gd name="T49" fmla="*/ 128 h 196"/>
              <a:gd name="T50" fmla="*/ 17 w 201"/>
              <a:gd name="T51" fmla="*/ 64 h 196"/>
              <a:gd name="T52" fmla="*/ 81 w 201"/>
              <a:gd name="T53" fmla="*/ 0 h 196"/>
              <a:gd name="T54" fmla="*/ 145 w 201"/>
              <a:gd name="T55" fmla="*/ 64 h 196"/>
              <a:gd name="T56" fmla="*/ 81 w 201"/>
              <a:gd name="T57" fmla="*/ 128 h 196"/>
              <a:gd name="T58" fmla="*/ 70 w 201"/>
              <a:gd name="T59" fmla="*/ 17 h 196"/>
              <a:gd name="T60" fmla="*/ 32 w 201"/>
              <a:gd name="T61" fmla="*/ 64 h 196"/>
              <a:gd name="T62" fmla="*/ 81 w 201"/>
              <a:gd name="T63" fmla="*/ 113 h 196"/>
              <a:gd name="T64" fmla="*/ 130 w 201"/>
              <a:gd name="T65" fmla="*/ 64 h 196"/>
              <a:gd name="T66" fmla="*/ 70 w 201"/>
              <a:gd name="T67" fmla="*/ 17 h 196"/>
              <a:gd name="T68" fmla="*/ 41 w 201"/>
              <a:gd name="T69" fmla="*/ 132 h 196"/>
              <a:gd name="T70" fmla="*/ 114 w 201"/>
              <a:gd name="T71" fmla="*/ 132 h 196"/>
              <a:gd name="T72" fmla="*/ 109 w 201"/>
              <a:gd name="T73" fmla="*/ 154 h 196"/>
              <a:gd name="T74" fmla="*/ 130 w 201"/>
              <a:gd name="T75" fmla="*/ 196 h 196"/>
              <a:gd name="T76" fmla="*/ 0 w 201"/>
              <a:gd name="T77" fmla="*/ 196 h 196"/>
              <a:gd name="T78" fmla="*/ 21 w 201"/>
              <a:gd name="T79" fmla="*/ 148 h 196"/>
              <a:gd name="T80" fmla="*/ 41 w 201"/>
              <a:gd name="T81" fmla="*/ 132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1" h="196">
                <a:moveTo>
                  <a:pt x="161" y="194"/>
                </a:moveTo>
                <a:cubicBezTo>
                  <a:pt x="139" y="194"/>
                  <a:pt x="121" y="176"/>
                  <a:pt x="121" y="154"/>
                </a:cubicBezTo>
                <a:cubicBezTo>
                  <a:pt x="121" y="132"/>
                  <a:pt x="139" y="114"/>
                  <a:pt x="161" y="114"/>
                </a:cubicBezTo>
                <a:cubicBezTo>
                  <a:pt x="183" y="114"/>
                  <a:pt x="201" y="132"/>
                  <a:pt x="201" y="154"/>
                </a:cubicBezTo>
                <a:cubicBezTo>
                  <a:pt x="201" y="176"/>
                  <a:pt x="183" y="194"/>
                  <a:pt x="161" y="194"/>
                </a:cubicBezTo>
                <a:close/>
                <a:moveTo>
                  <a:pt x="183" y="167"/>
                </a:moveTo>
                <a:cubicBezTo>
                  <a:pt x="171" y="158"/>
                  <a:pt x="171" y="158"/>
                  <a:pt x="171" y="158"/>
                </a:cubicBezTo>
                <a:cubicBezTo>
                  <a:pt x="170" y="157"/>
                  <a:pt x="169" y="157"/>
                  <a:pt x="167" y="157"/>
                </a:cubicBezTo>
                <a:cubicBezTo>
                  <a:pt x="172" y="150"/>
                  <a:pt x="171" y="140"/>
                  <a:pt x="164" y="134"/>
                </a:cubicBezTo>
                <a:cubicBezTo>
                  <a:pt x="157" y="128"/>
                  <a:pt x="146" y="128"/>
                  <a:pt x="139" y="135"/>
                </a:cubicBezTo>
                <a:cubicBezTo>
                  <a:pt x="136" y="139"/>
                  <a:pt x="135" y="143"/>
                  <a:pt x="135" y="148"/>
                </a:cubicBezTo>
                <a:cubicBezTo>
                  <a:pt x="135" y="153"/>
                  <a:pt x="137" y="157"/>
                  <a:pt x="141" y="160"/>
                </a:cubicBezTo>
                <a:cubicBezTo>
                  <a:pt x="144" y="163"/>
                  <a:pt x="148" y="165"/>
                  <a:pt x="153" y="165"/>
                </a:cubicBezTo>
                <a:cubicBezTo>
                  <a:pt x="157" y="165"/>
                  <a:pt x="161" y="163"/>
                  <a:pt x="163" y="161"/>
                </a:cubicBezTo>
                <a:cubicBezTo>
                  <a:pt x="163" y="162"/>
                  <a:pt x="164" y="164"/>
                  <a:pt x="165" y="165"/>
                </a:cubicBezTo>
                <a:cubicBezTo>
                  <a:pt x="176" y="174"/>
                  <a:pt x="176" y="174"/>
                  <a:pt x="176" y="174"/>
                </a:cubicBezTo>
                <a:cubicBezTo>
                  <a:pt x="178" y="176"/>
                  <a:pt x="181" y="176"/>
                  <a:pt x="183" y="174"/>
                </a:cubicBezTo>
                <a:cubicBezTo>
                  <a:pt x="185" y="172"/>
                  <a:pt x="185" y="169"/>
                  <a:pt x="183" y="167"/>
                </a:cubicBezTo>
                <a:close/>
                <a:moveTo>
                  <a:pt x="145" y="155"/>
                </a:moveTo>
                <a:cubicBezTo>
                  <a:pt x="141" y="151"/>
                  <a:pt x="141" y="144"/>
                  <a:pt x="145" y="140"/>
                </a:cubicBezTo>
                <a:cubicBezTo>
                  <a:pt x="149" y="136"/>
                  <a:pt x="155" y="135"/>
                  <a:pt x="159" y="139"/>
                </a:cubicBezTo>
                <a:cubicBezTo>
                  <a:pt x="162" y="141"/>
                  <a:pt x="163" y="144"/>
                  <a:pt x="163" y="147"/>
                </a:cubicBezTo>
                <a:cubicBezTo>
                  <a:pt x="163" y="149"/>
                  <a:pt x="162" y="152"/>
                  <a:pt x="160" y="154"/>
                </a:cubicBezTo>
                <a:cubicBezTo>
                  <a:pt x="156" y="158"/>
                  <a:pt x="150" y="159"/>
                  <a:pt x="145" y="155"/>
                </a:cubicBezTo>
                <a:close/>
                <a:moveTo>
                  <a:pt x="81" y="128"/>
                </a:moveTo>
                <a:cubicBezTo>
                  <a:pt x="45" y="128"/>
                  <a:pt x="17" y="99"/>
                  <a:pt x="17" y="64"/>
                </a:cubicBezTo>
                <a:cubicBezTo>
                  <a:pt x="17" y="28"/>
                  <a:pt x="45" y="0"/>
                  <a:pt x="81" y="0"/>
                </a:cubicBezTo>
                <a:cubicBezTo>
                  <a:pt x="116" y="0"/>
                  <a:pt x="145" y="28"/>
                  <a:pt x="145" y="64"/>
                </a:cubicBezTo>
                <a:cubicBezTo>
                  <a:pt x="145" y="99"/>
                  <a:pt x="116" y="128"/>
                  <a:pt x="81" y="128"/>
                </a:cubicBezTo>
                <a:close/>
                <a:moveTo>
                  <a:pt x="70" y="17"/>
                </a:moveTo>
                <a:cubicBezTo>
                  <a:pt x="51" y="24"/>
                  <a:pt x="75" y="49"/>
                  <a:pt x="32" y="64"/>
                </a:cubicBezTo>
                <a:cubicBezTo>
                  <a:pt x="32" y="91"/>
                  <a:pt x="54" y="113"/>
                  <a:pt x="81" y="113"/>
                </a:cubicBezTo>
                <a:cubicBezTo>
                  <a:pt x="108" y="113"/>
                  <a:pt x="130" y="91"/>
                  <a:pt x="130" y="64"/>
                </a:cubicBezTo>
                <a:cubicBezTo>
                  <a:pt x="105" y="43"/>
                  <a:pt x="63" y="53"/>
                  <a:pt x="70" y="17"/>
                </a:cubicBezTo>
                <a:close/>
                <a:moveTo>
                  <a:pt x="41" y="132"/>
                </a:moveTo>
                <a:cubicBezTo>
                  <a:pt x="114" y="132"/>
                  <a:pt x="114" y="132"/>
                  <a:pt x="114" y="132"/>
                </a:cubicBezTo>
                <a:cubicBezTo>
                  <a:pt x="111" y="138"/>
                  <a:pt x="109" y="146"/>
                  <a:pt x="109" y="154"/>
                </a:cubicBezTo>
                <a:cubicBezTo>
                  <a:pt x="109" y="171"/>
                  <a:pt x="117" y="186"/>
                  <a:pt x="130" y="196"/>
                </a:cubicBezTo>
                <a:cubicBezTo>
                  <a:pt x="0" y="196"/>
                  <a:pt x="0" y="196"/>
                  <a:pt x="0" y="196"/>
                </a:cubicBezTo>
                <a:cubicBezTo>
                  <a:pt x="21" y="148"/>
                  <a:pt x="21" y="148"/>
                  <a:pt x="21" y="148"/>
                </a:cubicBezTo>
                <a:cubicBezTo>
                  <a:pt x="21" y="148"/>
                  <a:pt x="25" y="132"/>
                  <a:pt x="41" y="132"/>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74"/>
          <p:cNvSpPr>
            <a:spLocks noEditPoints="1"/>
          </p:cNvSpPr>
          <p:nvPr/>
        </p:nvSpPr>
        <p:spPr bwMode="auto">
          <a:xfrm>
            <a:off x="7362168" y="595272"/>
            <a:ext cx="378101" cy="354205"/>
          </a:xfrm>
          <a:custGeom>
            <a:avLst/>
            <a:gdLst>
              <a:gd name="T0" fmla="*/ 151 w 192"/>
              <a:gd name="T1" fmla="*/ 144 h 180"/>
              <a:gd name="T2" fmla="*/ 132 w 192"/>
              <a:gd name="T3" fmla="*/ 128 h 180"/>
              <a:gd name="T4" fmla="*/ 105 w 192"/>
              <a:gd name="T5" fmla="*/ 128 h 180"/>
              <a:gd name="T6" fmla="*/ 108 w 192"/>
              <a:gd name="T7" fmla="*/ 119 h 180"/>
              <a:gd name="T8" fmla="*/ 138 w 192"/>
              <a:gd name="T9" fmla="*/ 104 h 180"/>
              <a:gd name="T10" fmla="*/ 171 w 192"/>
              <a:gd name="T11" fmla="*/ 104 h 180"/>
              <a:gd name="T12" fmla="*/ 182 w 192"/>
              <a:gd name="T13" fmla="*/ 113 h 180"/>
              <a:gd name="T14" fmla="*/ 192 w 192"/>
              <a:gd name="T15" fmla="*/ 144 h 180"/>
              <a:gd name="T16" fmla="*/ 151 w 192"/>
              <a:gd name="T17" fmla="*/ 144 h 180"/>
              <a:gd name="T18" fmla="*/ 146 w 192"/>
              <a:gd name="T19" fmla="*/ 96 h 180"/>
              <a:gd name="T20" fmla="*/ 141 w 192"/>
              <a:gd name="T21" fmla="*/ 95 h 180"/>
              <a:gd name="T22" fmla="*/ 151 w 192"/>
              <a:gd name="T23" fmla="*/ 63 h 180"/>
              <a:gd name="T24" fmla="*/ 129 w 192"/>
              <a:gd name="T25" fmla="*/ 24 h 180"/>
              <a:gd name="T26" fmla="*/ 182 w 192"/>
              <a:gd name="T27" fmla="*/ 59 h 180"/>
              <a:gd name="T28" fmla="*/ 146 w 192"/>
              <a:gd name="T29" fmla="*/ 96 h 180"/>
              <a:gd name="T30" fmla="*/ 140 w 192"/>
              <a:gd name="T31" fmla="*/ 66 h 180"/>
              <a:gd name="T32" fmla="*/ 94 w 192"/>
              <a:gd name="T33" fmla="*/ 112 h 180"/>
              <a:gd name="T34" fmla="*/ 48 w 192"/>
              <a:gd name="T35" fmla="*/ 66 h 180"/>
              <a:gd name="T36" fmla="*/ 94 w 192"/>
              <a:gd name="T37" fmla="*/ 20 h 180"/>
              <a:gd name="T38" fmla="*/ 140 w 192"/>
              <a:gd name="T39" fmla="*/ 66 h 180"/>
              <a:gd name="T40" fmla="*/ 86 w 192"/>
              <a:gd name="T41" fmla="*/ 33 h 180"/>
              <a:gd name="T42" fmla="*/ 58 w 192"/>
              <a:gd name="T43" fmla="*/ 66 h 180"/>
              <a:gd name="T44" fmla="*/ 94 w 192"/>
              <a:gd name="T45" fmla="*/ 102 h 180"/>
              <a:gd name="T46" fmla="*/ 129 w 192"/>
              <a:gd name="T47" fmla="*/ 66 h 180"/>
              <a:gd name="T48" fmla="*/ 86 w 192"/>
              <a:gd name="T49" fmla="*/ 33 h 180"/>
              <a:gd name="T50" fmla="*/ 60 w 192"/>
              <a:gd name="T51" fmla="*/ 23 h 180"/>
              <a:gd name="T52" fmla="*/ 36 w 192"/>
              <a:gd name="T53" fmla="*/ 63 h 180"/>
              <a:gd name="T54" fmla="*/ 46 w 192"/>
              <a:gd name="T55" fmla="*/ 100 h 180"/>
              <a:gd name="T56" fmla="*/ 46 w 192"/>
              <a:gd name="T57" fmla="*/ 100 h 180"/>
              <a:gd name="T58" fmla="*/ 9 w 192"/>
              <a:gd name="T59" fmla="*/ 59 h 180"/>
              <a:gd name="T60" fmla="*/ 60 w 192"/>
              <a:gd name="T61" fmla="*/ 23 h 180"/>
              <a:gd name="T62" fmla="*/ 23 w 192"/>
              <a:gd name="T63" fmla="*/ 104 h 180"/>
              <a:gd name="T64" fmla="*/ 50 w 192"/>
              <a:gd name="T65" fmla="*/ 104 h 180"/>
              <a:gd name="T66" fmla="*/ 80 w 192"/>
              <a:gd name="T67" fmla="*/ 120 h 180"/>
              <a:gd name="T68" fmla="*/ 82 w 192"/>
              <a:gd name="T69" fmla="*/ 128 h 180"/>
              <a:gd name="T70" fmla="*/ 58 w 192"/>
              <a:gd name="T71" fmla="*/ 128 h 180"/>
              <a:gd name="T72" fmla="*/ 40 w 192"/>
              <a:gd name="T73" fmla="*/ 144 h 180"/>
              <a:gd name="T74" fmla="*/ 0 w 192"/>
              <a:gd name="T75" fmla="*/ 144 h 180"/>
              <a:gd name="T76" fmla="*/ 11 w 192"/>
              <a:gd name="T77" fmla="*/ 113 h 180"/>
              <a:gd name="T78" fmla="*/ 23 w 192"/>
              <a:gd name="T79" fmla="*/ 104 h 180"/>
              <a:gd name="T80" fmla="*/ 65 w 192"/>
              <a:gd name="T81" fmla="*/ 132 h 180"/>
              <a:gd name="T82" fmla="*/ 125 w 192"/>
              <a:gd name="T83" fmla="*/ 132 h 180"/>
              <a:gd name="T84" fmla="*/ 140 w 192"/>
              <a:gd name="T85" fmla="*/ 143 h 180"/>
              <a:gd name="T86" fmla="*/ 152 w 192"/>
              <a:gd name="T87" fmla="*/ 180 h 180"/>
              <a:gd name="T88" fmla="*/ 36 w 192"/>
              <a:gd name="T89" fmla="*/ 180 h 180"/>
              <a:gd name="T90" fmla="*/ 51 w 192"/>
              <a:gd name="T91" fmla="*/ 143 h 180"/>
              <a:gd name="T92" fmla="*/ 65 w 192"/>
              <a:gd name="T93" fmla="*/ 132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2" h="180">
                <a:moveTo>
                  <a:pt x="151" y="144"/>
                </a:moveTo>
                <a:cubicBezTo>
                  <a:pt x="150" y="142"/>
                  <a:pt x="145" y="128"/>
                  <a:pt x="132" y="128"/>
                </a:cubicBezTo>
                <a:cubicBezTo>
                  <a:pt x="105" y="128"/>
                  <a:pt x="105" y="128"/>
                  <a:pt x="105" y="128"/>
                </a:cubicBezTo>
                <a:cubicBezTo>
                  <a:pt x="108" y="119"/>
                  <a:pt x="108" y="119"/>
                  <a:pt x="108" y="119"/>
                </a:cubicBezTo>
                <a:cubicBezTo>
                  <a:pt x="120" y="116"/>
                  <a:pt x="130" y="113"/>
                  <a:pt x="138" y="104"/>
                </a:cubicBezTo>
                <a:cubicBezTo>
                  <a:pt x="171" y="104"/>
                  <a:pt x="171" y="104"/>
                  <a:pt x="171" y="104"/>
                </a:cubicBezTo>
                <a:cubicBezTo>
                  <a:pt x="180" y="104"/>
                  <a:pt x="182" y="113"/>
                  <a:pt x="182" y="113"/>
                </a:cubicBezTo>
                <a:cubicBezTo>
                  <a:pt x="192" y="144"/>
                  <a:pt x="192" y="144"/>
                  <a:pt x="192" y="144"/>
                </a:cubicBezTo>
                <a:lnTo>
                  <a:pt x="151" y="144"/>
                </a:lnTo>
                <a:close/>
                <a:moveTo>
                  <a:pt x="146" y="96"/>
                </a:moveTo>
                <a:cubicBezTo>
                  <a:pt x="144" y="96"/>
                  <a:pt x="143" y="95"/>
                  <a:pt x="141" y="95"/>
                </a:cubicBezTo>
                <a:cubicBezTo>
                  <a:pt x="147" y="86"/>
                  <a:pt x="151" y="75"/>
                  <a:pt x="151" y="63"/>
                </a:cubicBezTo>
                <a:cubicBezTo>
                  <a:pt x="151" y="38"/>
                  <a:pt x="139" y="34"/>
                  <a:pt x="129" y="24"/>
                </a:cubicBezTo>
                <a:cubicBezTo>
                  <a:pt x="102" y="32"/>
                  <a:pt x="182" y="0"/>
                  <a:pt x="182" y="59"/>
                </a:cubicBezTo>
                <a:cubicBezTo>
                  <a:pt x="182" y="79"/>
                  <a:pt x="166" y="96"/>
                  <a:pt x="146" y="96"/>
                </a:cubicBezTo>
                <a:close/>
                <a:moveTo>
                  <a:pt x="140" y="66"/>
                </a:moveTo>
                <a:cubicBezTo>
                  <a:pt x="140" y="92"/>
                  <a:pt x="119" y="112"/>
                  <a:pt x="94" y="112"/>
                </a:cubicBezTo>
                <a:cubicBezTo>
                  <a:pt x="68" y="112"/>
                  <a:pt x="48" y="92"/>
                  <a:pt x="48" y="66"/>
                </a:cubicBezTo>
                <a:cubicBezTo>
                  <a:pt x="48" y="41"/>
                  <a:pt x="68" y="20"/>
                  <a:pt x="94" y="20"/>
                </a:cubicBezTo>
                <a:cubicBezTo>
                  <a:pt x="119" y="20"/>
                  <a:pt x="140" y="41"/>
                  <a:pt x="140" y="66"/>
                </a:cubicBezTo>
                <a:close/>
                <a:moveTo>
                  <a:pt x="86" y="33"/>
                </a:moveTo>
                <a:cubicBezTo>
                  <a:pt x="72" y="38"/>
                  <a:pt x="89" y="56"/>
                  <a:pt x="58" y="66"/>
                </a:cubicBezTo>
                <a:cubicBezTo>
                  <a:pt x="58" y="86"/>
                  <a:pt x="74" y="102"/>
                  <a:pt x="94" y="102"/>
                </a:cubicBezTo>
                <a:cubicBezTo>
                  <a:pt x="113" y="102"/>
                  <a:pt x="129" y="86"/>
                  <a:pt x="129" y="66"/>
                </a:cubicBezTo>
                <a:cubicBezTo>
                  <a:pt x="111" y="52"/>
                  <a:pt x="81" y="58"/>
                  <a:pt x="86" y="33"/>
                </a:cubicBezTo>
                <a:close/>
                <a:moveTo>
                  <a:pt x="60" y="23"/>
                </a:moveTo>
                <a:cubicBezTo>
                  <a:pt x="50" y="33"/>
                  <a:pt x="36" y="41"/>
                  <a:pt x="36" y="63"/>
                </a:cubicBezTo>
                <a:cubicBezTo>
                  <a:pt x="36" y="75"/>
                  <a:pt x="40" y="90"/>
                  <a:pt x="46" y="100"/>
                </a:cubicBezTo>
                <a:cubicBezTo>
                  <a:pt x="46" y="100"/>
                  <a:pt x="46" y="100"/>
                  <a:pt x="46" y="100"/>
                </a:cubicBezTo>
                <a:cubicBezTo>
                  <a:pt x="26" y="100"/>
                  <a:pt x="9" y="79"/>
                  <a:pt x="9" y="59"/>
                </a:cubicBezTo>
                <a:cubicBezTo>
                  <a:pt x="9" y="3"/>
                  <a:pt x="90" y="29"/>
                  <a:pt x="60" y="23"/>
                </a:cubicBezTo>
                <a:close/>
                <a:moveTo>
                  <a:pt x="23" y="104"/>
                </a:moveTo>
                <a:cubicBezTo>
                  <a:pt x="50" y="104"/>
                  <a:pt x="50" y="104"/>
                  <a:pt x="50" y="104"/>
                </a:cubicBezTo>
                <a:cubicBezTo>
                  <a:pt x="59" y="115"/>
                  <a:pt x="66" y="118"/>
                  <a:pt x="80" y="120"/>
                </a:cubicBezTo>
                <a:cubicBezTo>
                  <a:pt x="82" y="128"/>
                  <a:pt x="82" y="128"/>
                  <a:pt x="82" y="128"/>
                </a:cubicBezTo>
                <a:cubicBezTo>
                  <a:pt x="58" y="128"/>
                  <a:pt x="58" y="128"/>
                  <a:pt x="58" y="128"/>
                </a:cubicBezTo>
                <a:cubicBezTo>
                  <a:pt x="45" y="128"/>
                  <a:pt x="41" y="142"/>
                  <a:pt x="40" y="144"/>
                </a:cubicBezTo>
                <a:cubicBezTo>
                  <a:pt x="0" y="144"/>
                  <a:pt x="0" y="144"/>
                  <a:pt x="0" y="144"/>
                </a:cubicBezTo>
                <a:cubicBezTo>
                  <a:pt x="11" y="113"/>
                  <a:pt x="11" y="113"/>
                  <a:pt x="11" y="113"/>
                </a:cubicBezTo>
                <a:cubicBezTo>
                  <a:pt x="11" y="113"/>
                  <a:pt x="14" y="104"/>
                  <a:pt x="23" y="104"/>
                </a:cubicBezTo>
                <a:close/>
                <a:moveTo>
                  <a:pt x="65" y="132"/>
                </a:moveTo>
                <a:cubicBezTo>
                  <a:pt x="125" y="132"/>
                  <a:pt x="125" y="132"/>
                  <a:pt x="125" y="132"/>
                </a:cubicBezTo>
                <a:cubicBezTo>
                  <a:pt x="136" y="132"/>
                  <a:pt x="140" y="143"/>
                  <a:pt x="140" y="143"/>
                </a:cubicBezTo>
                <a:cubicBezTo>
                  <a:pt x="152" y="180"/>
                  <a:pt x="152" y="180"/>
                  <a:pt x="152" y="180"/>
                </a:cubicBezTo>
                <a:cubicBezTo>
                  <a:pt x="36" y="180"/>
                  <a:pt x="36" y="180"/>
                  <a:pt x="36" y="180"/>
                </a:cubicBezTo>
                <a:cubicBezTo>
                  <a:pt x="51" y="143"/>
                  <a:pt x="51" y="143"/>
                  <a:pt x="51" y="143"/>
                </a:cubicBezTo>
                <a:cubicBezTo>
                  <a:pt x="51" y="143"/>
                  <a:pt x="54" y="132"/>
                  <a:pt x="65" y="132"/>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75"/>
          <p:cNvSpPr>
            <a:spLocks noEditPoints="1"/>
          </p:cNvSpPr>
          <p:nvPr/>
        </p:nvSpPr>
        <p:spPr bwMode="auto">
          <a:xfrm>
            <a:off x="4458246" y="1080195"/>
            <a:ext cx="386534" cy="382317"/>
          </a:xfrm>
          <a:custGeom>
            <a:avLst/>
            <a:gdLst>
              <a:gd name="T0" fmla="*/ 190 w 196"/>
              <a:gd name="T1" fmla="*/ 166 h 194"/>
              <a:gd name="T2" fmla="*/ 143 w 196"/>
              <a:gd name="T3" fmla="*/ 120 h 194"/>
              <a:gd name="T4" fmla="*/ 142 w 196"/>
              <a:gd name="T5" fmla="*/ 118 h 194"/>
              <a:gd name="T6" fmla="*/ 154 w 196"/>
              <a:gd name="T7" fmla="*/ 76 h 194"/>
              <a:gd name="T8" fmla="*/ 77 w 196"/>
              <a:gd name="T9" fmla="*/ 0 h 194"/>
              <a:gd name="T10" fmla="*/ 0 w 196"/>
              <a:gd name="T11" fmla="*/ 76 h 194"/>
              <a:gd name="T12" fmla="*/ 77 w 196"/>
              <a:gd name="T13" fmla="*/ 153 h 194"/>
              <a:gd name="T14" fmla="*/ 119 w 196"/>
              <a:gd name="T15" fmla="*/ 141 h 194"/>
              <a:gd name="T16" fmla="*/ 120 w 196"/>
              <a:gd name="T17" fmla="*/ 143 h 194"/>
              <a:gd name="T18" fmla="*/ 167 w 196"/>
              <a:gd name="T19" fmla="*/ 189 h 194"/>
              <a:gd name="T20" fmla="*/ 178 w 196"/>
              <a:gd name="T21" fmla="*/ 194 h 194"/>
              <a:gd name="T22" fmla="*/ 190 w 196"/>
              <a:gd name="T23" fmla="*/ 189 h 194"/>
              <a:gd name="T24" fmla="*/ 190 w 196"/>
              <a:gd name="T25" fmla="*/ 166 h 194"/>
              <a:gd name="T26" fmla="*/ 77 w 196"/>
              <a:gd name="T27" fmla="*/ 129 h 194"/>
              <a:gd name="T28" fmla="*/ 25 w 196"/>
              <a:gd name="T29" fmla="*/ 76 h 194"/>
              <a:gd name="T30" fmla="*/ 77 w 196"/>
              <a:gd name="T31" fmla="*/ 24 h 194"/>
              <a:gd name="T32" fmla="*/ 130 w 196"/>
              <a:gd name="T33" fmla="*/ 76 h 194"/>
              <a:gd name="T34" fmla="*/ 77 w 196"/>
              <a:gd name="T35" fmla="*/ 129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6" h="194">
                <a:moveTo>
                  <a:pt x="190" y="166"/>
                </a:moveTo>
                <a:cubicBezTo>
                  <a:pt x="143" y="120"/>
                  <a:pt x="143" y="120"/>
                  <a:pt x="143" y="120"/>
                </a:cubicBezTo>
                <a:cubicBezTo>
                  <a:pt x="143" y="119"/>
                  <a:pt x="142" y="119"/>
                  <a:pt x="142" y="118"/>
                </a:cubicBezTo>
                <a:cubicBezTo>
                  <a:pt x="149" y="106"/>
                  <a:pt x="154" y="92"/>
                  <a:pt x="154" y="76"/>
                </a:cubicBezTo>
                <a:cubicBezTo>
                  <a:pt x="154" y="34"/>
                  <a:pt x="120" y="0"/>
                  <a:pt x="77" y="0"/>
                </a:cubicBezTo>
                <a:cubicBezTo>
                  <a:pt x="35" y="0"/>
                  <a:pt x="0" y="34"/>
                  <a:pt x="0" y="76"/>
                </a:cubicBezTo>
                <a:cubicBezTo>
                  <a:pt x="0" y="119"/>
                  <a:pt x="35" y="153"/>
                  <a:pt x="77" y="153"/>
                </a:cubicBezTo>
                <a:cubicBezTo>
                  <a:pt x="93" y="153"/>
                  <a:pt x="107" y="149"/>
                  <a:pt x="119" y="141"/>
                </a:cubicBezTo>
                <a:cubicBezTo>
                  <a:pt x="119" y="141"/>
                  <a:pt x="120" y="142"/>
                  <a:pt x="120" y="143"/>
                </a:cubicBezTo>
                <a:cubicBezTo>
                  <a:pt x="167" y="189"/>
                  <a:pt x="167" y="189"/>
                  <a:pt x="167" y="189"/>
                </a:cubicBezTo>
                <a:cubicBezTo>
                  <a:pt x="170" y="192"/>
                  <a:pt x="174" y="194"/>
                  <a:pt x="178" y="194"/>
                </a:cubicBezTo>
                <a:cubicBezTo>
                  <a:pt x="182" y="194"/>
                  <a:pt x="187" y="192"/>
                  <a:pt x="190" y="189"/>
                </a:cubicBezTo>
                <a:cubicBezTo>
                  <a:pt x="196" y="183"/>
                  <a:pt x="196" y="172"/>
                  <a:pt x="190" y="166"/>
                </a:cubicBezTo>
                <a:moveTo>
                  <a:pt x="77" y="129"/>
                </a:moveTo>
                <a:cubicBezTo>
                  <a:pt x="48" y="129"/>
                  <a:pt x="25" y="105"/>
                  <a:pt x="25" y="76"/>
                </a:cubicBezTo>
                <a:cubicBezTo>
                  <a:pt x="25" y="48"/>
                  <a:pt x="48" y="24"/>
                  <a:pt x="77" y="24"/>
                </a:cubicBezTo>
                <a:cubicBezTo>
                  <a:pt x="106" y="24"/>
                  <a:pt x="130" y="48"/>
                  <a:pt x="130" y="76"/>
                </a:cubicBezTo>
                <a:cubicBezTo>
                  <a:pt x="130" y="105"/>
                  <a:pt x="106" y="129"/>
                  <a:pt x="77" y="129"/>
                </a:cubicBezTo>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76"/>
          <p:cNvSpPr>
            <a:spLocks noEditPoints="1"/>
          </p:cNvSpPr>
          <p:nvPr/>
        </p:nvSpPr>
        <p:spPr bwMode="auto">
          <a:xfrm>
            <a:off x="4960038" y="1081601"/>
            <a:ext cx="352800" cy="373884"/>
          </a:xfrm>
          <a:custGeom>
            <a:avLst/>
            <a:gdLst>
              <a:gd name="T0" fmla="*/ 165 w 179"/>
              <a:gd name="T1" fmla="*/ 15 h 189"/>
              <a:gd name="T2" fmla="*/ 163 w 179"/>
              <a:gd name="T3" fmla="*/ 14 h 189"/>
              <a:gd name="T4" fmla="*/ 130 w 179"/>
              <a:gd name="T5" fmla="*/ 0 h 189"/>
              <a:gd name="T6" fmla="*/ 96 w 179"/>
              <a:gd name="T7" fmla="*/ 14 h 189"/>
              <a:gd name="T8" fmla="*/ 82 w 179"/>
              <a:gd name="T9" fmla="*/ 28 h 189"/>
              <a:gd name="T10" fmla="*/ 82 w 179"/>
              <a:gd name="T11" fmla="*/ 49 h 189"/>
              <a:gd name="T12" fmla="*/ 103 w 179"/>
              <a:gd name="T13" fmla="*/ 49 h 189"/>
              <a:gd name="T14" fmla="*/ 117 w 179"/>
              <a:gd name="T15" fmla="*/ 34 h 189"/>
              <a:gd name="T16" fmla="*/ 130 w 179"/>
              <a:gd name="T17" fmla="*/ 29 h 189"/>
              <a:gd name="T18" fmla="*/ 143 w 179"/>
              <a:gd name="T19" fmla="*/ 34 h 189"/>
              <a:gd name="T20" fmla="*/ 144 w 179"/>
              <a:gd name="T21" fmla="*/ 36 h 189"/>
              <a:gd name="T22" fmla="*/ 149 w 179"/>
              <a:gd name="T23" fmla="*/ 49 h 189"/>
              <a:gd name="T24" fmla="*/ 144 w 179"/>
              <a:gd name="T25" fmla="*/ 62 h 189"/>
              <a:gd name="T26" fmla="*/ 110 w 179"/>
              <a:gd name="T27" fmla="*/ 96 h 189"/>
              <a:gd name="T28" fmla="*/ 97 w 179"/>
              <a:gd name="T29" fmla="*/ 101 h 189"/>
              <a:gd name="T30" fmla="*/ 84 w 179"/>
              <a:gd name="T31" fmla="*/ 96 h 189"/>
              <a:gd name="T32" fmla="*/ 83 w 179"/>
              <a:gd name="T33" fmla="*/ 94 h 189"/>
              <a:gd name="T34" fmla="*/ 62 w 179"/>
              <a:gd name="T35" fmla="*/ 115 h 189"/>
              <a:gd name="T36" fmla="*/ 63 w 179"/>
              <a:gd name="T37" fmla="*/ 117 h 189"/>
              <a:gd name="T38" fmla="*/ 97 w 179"/>
              <a:gd name="T39" fmla="*/ 131 h 189"/>
              <a:gd name="T40" fmla="*/ 97 w 179"/>
              <a:gd name="T41" fmla="*/ 131 h 189"/>
              <a:gd name="T42" fmla="*/ 131 w 179"/>
              <a:gd name="T43" fmla="*/ 117 h 189"/>
              <a:gd name="T44" fmla="*/ 165 w 179"/>
              <a:gd name="T45" fmla="*/ 83 h 189"/>
              <a:gd name="T46" fmla="*/ 179 w 179"/>
              <a:gd name="T47" fmla="*/ 49 h 189"/>
              <a:gd name="T48" fmla="*/ 165 w 179"/>
              <a:gd name="T49" fmla="*/ 15 h 189"/>
              <a:gd name="T50" fmla="*/ 77 w 179"/>
              <a:gd name="T51" fmla="*/ 139 h 189"/>
              <a:gd name="T52" fmla="*/ 62 w 179"/>
              <a:gd name="T53" fmla="*/ 154 h 189"/>
              <a:gd name="T54" fmla="*/ 49 w 179"/>
              <a:gd name="T55" fmla="*/ 159 h 189"/>
              <a:gd name="T56" fmla="*/ 36 w 179"/>
              <a:gd name="T57" fmla="*/ 154 h 189"/>
              <a:gd name="T58" fmla="*/ 35 w 179"/>
              <a:gd name="T59" fmla="*/ 153 h 189"/>
              <a:gd name="T60" fmla="*/ 30 w 179"/>
              <a:gd name="T61" fmla="*/ 140 h 189"/>
              <a:gd name="T62" fmla="*/ 35 w 179"/>
              <a:gd name="T63" fmla="*/ 127 h 189"/>
              <a:gd name="T64" fmla="*/ 69 w 179"/>
              <a:gd name="T65" fmla="*/ 93 h 189"/>
              <a:gd name="T66" fmla="*/ 82 w 179"/>
              <a:gd name="T67" fmla="*/ 87 h 189"/>
              <a:gd name="T68" fmla="*/ 95 w 179"/>
              <a:gd name="T69" fmla="*/ 93 h 189"/>
              <a:gd name="T70" fmla="*/ 96 w 179"/>
              <a:gd name="T71" fmla="*/ 94 h 189"/>
              <a:gd name="T72" fmla="*/ 96 w 179"/>
              <a:gd name="T73" fmla="*/ 94 h 189"/>
              <a:gd name="T74" fmla="*/ 117 w 179"/>
              <a:gd name="T75" fmla="*/ 73 h 189"/>
              <a:gd name="T76" fmla="*/ 116 w 179"/>
              <a:gd name="T77" fmla="*/ 72 h 189"/>
              <a:gd name="T78" fmla="*/ 113 w 179"/>
              <a:gd name="T79" fmla="*/ 69 h 189"/>
              <a:gd name="T80" fmla="*/ 109 w 179"/>
              <a:gd name="T81" fmla="*/ 66 h 189"/>
              <a:gd name="T82" fmla="*/ 82 w 179"/>
              <a:gd name="T83" fmla="*/ 58 h 189"/>
              <a:gd name="T84" fmla="*/ 48 w 179"/>
              <a:gd name="T85" fmla="*/ 72 h 189"/>
              <a:gd name="T86" fmla="*/ 14 w 179"/>
              <a:gd name="T87" fmla="*/ 106 h 189"/>
              <a:gd name="T88" fmla="*/ 0 w 179"/>
              <a:gd name="T89" fmla="*/ 140 h 189"/>
              <a:gd name="T90" fmla="*/ 14 w 179"/>
              <a:gd name="T91" fmla="*/ 173 h 189"/>
              <a:gd name="T92" fmla="*/ 16 w 179"/>
              <a:gd name="T93" fmla="*/ 175 h 189"/>
              <a:gd name="T94" fmla="*/ 49 w 179"/>
              <a:gd name="T95" fmla="*/ 189 h 189"/>
              <a:gd name="T96" fmla="*/ 49 w 179"/>
              <a:gd name="T97" fmla="*/ 189 h 189"/>
              <a:gd name="T98" fmla="*/ 83 w 179"/>
              <a:gd name="T99" fmla="*/ 175 h 189"/>
              <a:gd name="T100" fmla="*/ 98 w 179"/>
              <a:gd name="T101" fmla="*/ 160 h 189"/>
              <a:gd name="T102" fmla="*/ 98 w 179"/>
              <a:gd name="T103" fmla="*/ 139 h 189"/>
              <a:gd name="T104" fmla="*/ 77 w 179"/>
              <a:gd name="T105" fmla="*/ 13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9" h="189">
                <a:moveTo>
                  <a:pt x="165" y="15"/>
                </a:moveTo>
                <a:cubicBezTo>
                  <a:pt x="163" y="14"/>
                  <a:pt x="163" y="14"/>
                  <a:pt x="163" y="14"/>
                </a:cubicBezTo>
                <a:cubicBezTo>
                  <a:pt x="154" y="4"/>
                  <a:pt x="142" y="0"/>
                  <a:pt x="130" y="0"/>
                </a:cubicBezTo>
                <a:cubicBezTo>
                  <a:pt x="117" y="0"/>
                  <a:pt x="105" y="4"/>
                  <a:pt x="96" y="14"/>
                </a:cubicBezTo>
                <a:cubicBezTo>
                  <a:pt x="82" y="28"/>
                  <a:pt x="82" y="28"/>
                  <a:pt x="82" y="28"/>
                </a:cubicBezTo>
                <a:cubicBezTo>
                  <a:pt x="76" y="33"/>
                  <a:pt x="76" y="43"/>
                  <a:pt x="82" y="49"/>
                </a:cubicBezTo>
                <a:cubicBezTo>
                  <a:pt x="88" y="54"/>
                  <a:pt x="97" y="54"/>
                  <a:pt x="103" y="49"/>
                </a:cubicBezTo>
                <a:cubicBezTo>
                  <a:pt x="117" y="34"/>
                  <a:pt x="117" y="34"/>
                  <a:pt x="117" y="34"/>
                </a:cubicBezTo>
                <a:cubicBezTo>
                  <a:pt x="120" y="31"/>
                  <a:pt x="125" y="29"/>
                  <a:pt x="130" y="29"/>
                </a:cubicBezTo>
                <a:cubicBezTo>
                  <a:pt x="134" y="29"/>
                  <a:pt x="139" y="31"/>
                  <a:pt x="143" y="34"/>
                </a:cubicBezTo>
                <a:cubicBezTo>
                  <a:pt x="144" y="36"/>
                  <a:pt x="144" y="36"/>
                  <a:pt x="144" y="36"/>
                </a:cubicBezTo>
                <a:cubicBezTo>
                  <a:pt x="148" y="40"/>
                  <a:pt x="149" y="44"/>
                  <a:pt x="149" y="49"/>
                </a:cubicBezTo>
                <a:cubicBezTo>
                  <a:pt x="149" y="54"/>
                  <a:pt x="148" y="58"/>
                  <a:pt x="144" y="62"/>
                </a:cubicBezTo>
                <a:cubicBezTo>
                  <a:pt x="110" y="96"/>
                  <a:pt x="110" y="96"/>
                  <a:pt x="110" y="96"/>
                </a:cubicBezTo>
                <a:cubicBezTo>
                  <a:pt x="106" y="99"/>
                  <a:pt x="102" y="101"/>
                  <a:pt x="97" y="101"/>
                </a:cubicBezTo>
                <a:cubicBezTo>
                  <a:pt x="92" y="101"/>
                  <a:pt x="88" y="99"/>
                  <a:pt x="84" y="96"/>
                </a:cubicBezTo>
                <a:cubicBezTo>
                  <a:pt x="83" y="94"/>
                  <a:pt x="83" y="94"/>
                  <a:pt x="83" y="94"/>
                </a:cubicBezTo>
                <a:cubicBezTo>
                  <a:pt x="62" y="115"/>
                  <a:pt x="62" y="115"/>
                  <a:pt x="62" y="115"/>
                </a:cubicBezTo>
                <a:cubicBezTo>
                  <a:pt x="63" y="117"/>
                  <a:pt x="63" y="117"/>
                  <a:pt x="63" y="117"/>
                </a:cubicBezTo>
                <a:cubicBezTo>
                  <a:pt x="72" y="126"/>
                  <a:pt x="85" y="131"/>
                  <a:pt x="97" y="131"/>
                </a:cubicBezTo>
                <a:cubicBezTo>
                  <a:pt x="97" y="131"/>
                  <a:pt x="97" y="131"/>
                  <a:pt x="97" y="131"/>
                </a:cubicBezTo>
                <a:cubicBezTo>
                  <a:pt x="109" y="131"/>
                  <a:pt x="121" y="126"/>
                  <a:pt x="131" y="117"/>
                </a:cubicBezTo>
                <a:cubicBezTo>
                  <a:pt x="165" y="83"/>
                  <a:pt x="165" y="83"/>
                  <a:pt x="165" y="83"/>
                </a:cubicBezTo>
                <a:cubicBezTo>
                  <a:pt x="174" y="73"/>
                  <a:pt x="179" y="61"/>
                  <a:pt x="179" y="49"/>
                </a:cubicBezTo>
                <a:cubicBezTo>
                  <a:pt x="179" y="37"/>
                  <a:pt x="174" y="24"/>
                  <a:pt x="165" y="15"/>
                </a:cubicBezTo>
                <a:close/>
                <a:moveTo>
                  <a:pt x="77" y="139"/>
                </a:moveTo>
                <a:cubicBezTo>
                  <a:pt x="62" y="154"/>
                  <a:pt x="62" y="154"/>
                  <a:pt x="62" y="154"/>
                </a:cubicBezTo>
                <a:cubicBezTo>
                  <a:pt x="59" y="158"/>
                  <a:pt x="54" y="159"/>
                  <a:pt x="49" y="159"/>
                </a:cubicBezTo>
                <a:cubicBezTo>
                  <a:pt x="45" y="159"/>
                  <a:pt x="40" y="158"/>
                  <a:pt x="36" y="154"/>
                </a:cubicBezTo>
                <a:cubicBezTo>
                  <a:pt x="35" y="153"/>
                  <a:pt x="35" y="153"/>
                  <a:pt x="35" y="153"/>
                </a:cubicBezTo>
                <a:cubicBezTo>
                  <a:pt x="31" y="149"/>
                  <a:pt x="30" y="144"/>
                  <a:pt x="30" y="140"/>
                </a:cubicBezTo>
                <a:cubicBezTo>
                  <a:pt x="30" y="135"/>
                  <a:pt x="31" y="130"/>
                  <a:pt x="35" y="127"/>
                </a:cubicBezTo>
                <a:cubicBezTo>
                  <a:pt x="69" y="93"/>
                  <a:pt x="69" y="93"/>
                  <a:pt x="69" y="93"/>
                </a:cubicBezTo>
                <a:cubicBezTo>
                  <a:pt x="73" y="89"/>
                  <a:pt x="77" y="87"/>
                  <a:pt x="82" y="87"/>
                </a:cubicBezTo>
                <a:cubicBezTo>
                  <a:pt x="87" y="87"/>
                  <a:pt x="91" y="89"/>
                  <a:pt x="95" y="93"/>
                </a:cubicBezTo>
                <a:cubicBezTo>
                  <a:pt x="96" y="94"/>
                  <a:pt x="96" y="94"/>
                  <a:pt x="96" y="94"/>
                </a:cubicBezTo>
                <a:cubicBezTo>
                  <a:pt x="96" y="94"/>
                  <a:pt x="96" y="94"/>
                  <a:pt x="96" y="94"/>
                </a:cubicBezTo>
                <a:cubicBezTo>
                  <a:pt x="117" y="73"/>
                  <a:pt x="117" y="73"/>
                  <a:pt x="117" y="73"/>
                </a:cubicBezTo>
                <a:cubicBezTo>
                  <a:pt x="116" y="72"/>
                  <a:pt x="116" y="72"/>
                  <a:pt x="116" y="72"/>
                </a:cubicBezTo>
                <a:cubicBezTo>
                  <a:pt x="113" y="69"/>
                  <a:pt x="113" y="69"/>
                  <a:pt x="113" y="69"/>
                </a:cubicBezTo>
                <a:cubicBezTo>
                  <a:pt x="112" y="68"/>
                  <a:pt x="111" y="67"/>
                  <a:pt x="109" y="66"/>
                </a:cubicBezTo>
                <a:cubicBezTo>
                  <a:pt x="101" y="61"/>
                  <a:pt x="92" y="58"/>
                  <a:pt x="82" y="58"/>
                </a:cubicBezTo>
                <a:cubicBezTo>
                  <a:pt x="70" y="58"/>
                  <a:pt x="58" y="62"/>
                  <a:pt x="48" y="72"/>
                </a:cubicBezTo>
                <a:cubicBezTo>
                  <a:pt x="14" y="106"/>
                  <a:pt x="14" y="106"/>
                  <a:pt x="14" y="106"/>
                </a:cubicBezTo>
                <a:cubicBezTo>
                  <a:pt x="5" y="115"/>
                  <a:pt x="0" y="128"/>
                  <a:pt x="0" y="140"/>
                </a:cubicBezTo>
                <a:cubicBezTo>
                  <a:pt x="0" y="152"/>
                  <a:pt x="5" y="164"/>
                  <a:pt x="14" y="173"/>
                </a:cubicBezTo>
                <a:cubicBezTo>
                  <a:pt x="16" y="175"/>
                  <a:pt x="16" y="175"/>
                  <a:pt x="16" y="175"/>
                </a:cubicBezTo>
                <a:cubicBezTo>
                  <a:pt x="25" y="184"/>
                  <a:pt x="37" y="189"/>
                  <a:pt x="49" y="189"/>
                </a:cubicBezTo>
                <a:cubicBezTo>
                  <a:pt x="49" y="189"/>
                  <a:pt x="49" y="189"/>
                  <a:pt x="49" y="189"/>
                </a:cubicBezTo>
                <a:cubicBezTo>
                  <a:pt x="61" y="189"/>
                  <a:pt x="74" y="184"/>
                  <a:pt x="83" y="175"/>
                </a:cubicBezTo>
                <a:cubicBezTo>
                  <a:pt x="98" y="160"/>
                  <a:pt x="98" y="160"/>
                  <a:pt x="98" y="160"/>
                </a:cubicBezTo>
                <a:cubicBezTo>
                  <a:pt x="104" y="154"/>
                  <a:pt x="104" y="145"/>
                  <a:pt x="98" y="139"/>
                </a:cubicBezTo>
                <a:cubicBezTo>
                  <a:pt x="92" y="134"/>
                  <a:pt x="83" y="134"/>
                  <a:pt x="77" y="139"/>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77"/>
          <p:cNvSpPr>
            <a:spLocks noEditPoints="1"/>
          </p:cNvSpPr>
          <p:nvPr/>
        </p:nvSpPr>
        <p:spPr bwMode="auto">
          <a:xfrm>
            <a:off x="5475884" y="1075979"/>
            <a:ext cx="303605" cy="389345"/>
          </a:xfrm>
          <a:custGeom>
            <a:avLst/>
            <a:gdLst>
              <a:gd name="T0" fmla="*/ 153 w 154"/>
              <a:gd name="T1" fmla="*/ 85 h 197"/>
              <a:gd name="T2" fmla="*/ 78 w 154"/>
              <a:gd name="T3" fmla="*/ 197 h 197"/>
              <a:gd name="T4" fmla="*/ 3 w 154"/>
              <a:gd name="T5" fmla="*/ 101 h 197"/>
              <a:gd name="T6" fmla="*/ 0 w 154"/>
              <a:gd name="T7" fmla="*/ 77 h 197"/>
              <a:gd name="T8" fmla="*/ 77 w 154"/>
              <a:gd name="T9" fmla="*/ 0 h 197"/>
              <a:gd name="T10" fmla="*/ 154 w 154"/>
              <a:gd name="T11" fmla="*/ 77 h 197"/>
              <a:gd name="T12" fmla="*/ 153 w 154"/>
              <a:gd name="T13" fmla="*/ 85 h 197"/>
              <a:gd name="T14" fmla="*/ 77 w 154"/>
              <a:gd name="T15" fmla="*/ 28 h 197"/>
              <a:gd name="T16" fmla="*/ 33 w 154"/>
              <a:gd name="T17" fmla="*/ 71 h 197"/>
              <a:gd name="T18" fmla="*/ 77 w 154"/>
              <a:gd name="T19" fmla="*/ 114 h 197"/>
              <a:gd name="T20" fmla="*/ 120 w 154"/>
              <a:gd name="T21" fmla="*/ 71 h 197"/>
              <a:gd name="T22" fmla="*/ 77 w 154"/>
              <a:gd name="T23" fmla="*/ 28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4" h="197">
                <a:moveTo>
                  <a:pt x="153" y="85"/>
                </a:moveTo>
                <a:cubicBezTo>
                  <a:pt x="150" y="153"/>
                  <a:pt x="78" y="197"/>
                  <a:pt x="78" y="197"/>
                </a:cubicBezTo>
                <a:cubicBezTo>
                  <a:pt x="78" y="197"/>
                  <a:pt x="15" y="160"/>
                  <a:pt x="3" y="101"/>
                </a:cubicBezTo>
                <a:cubicBezTo>
                  <a:pt x="1" y="93"/>
                  <a:pt x="0" y="85"/>
                  <a:pt x="0" y="77"/>
                </a:cubicBezTo>
                <a:cubicBezTo>
                  <a:pt x="0" y="34"/>
                  <a:pt x="34" y="0"/>
                  <a:pt x="77" y="0"/>
                </a:cubicBezTo>
                <a:cubicBezTo>
                  <a:pt x="119" y="0"/>
                  <a:pt x="154" y="34"/>
                  <a:pt x="154" y="77"/>
                </a:cubicBezTo>
                <a:cubicBezTo>
                  <a:pt x="154" y="80"/>
                  <a:pt x="153" y="83"/>
                  <a:pt x="153" y="85"/>
                </a:cubicBezTo>
                <a:close/>
                <a:moveTo>
                  <a:pt x="77" y="28"/>
                </a:moveTo>
                <a:cubicBezTo>
                  <a:pt x="53" y="28"/>
                  <a:pt x="33" y="47"/>
                  <a:pt x="33" y="71"/>
                </a:cubicBezTo>
                <a:cubicBezTo>
                  <a:pt x="33" y="95"/>
                  <a:pt x="53" y="114"/>
                  <a:pt x="77" y="114"/>
                </a:cubicBezTo>
                <a:cubicBezTo>
                  <a:pt x="100" y="114"/>
                  <a:pt x="120" y="95"/>
                  <a:pt x="120" y="71"/>
                </a:cubicBezTo>
                <a:cubicBezTo>
                  <a:pt x="120" y="47"/>
                  <a:pt x="100" y="28"/>
                  <a:pt x="77" y="28"/>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78"/>
          <p:cNvSpPr>
            <a:spLocks noEditPoints="1"/>
          </p:cNvSpPr>
          <p:nvPr/>
        </p:nvSpPr>
        <p:spPr bwMode="auto">
          <a:xfrm>
            <a:off x="5955186" y="1074573"/>
            <a:ext cx="302200" cy="387939"/>
          </a:xfrm>
          <a:custGeom>
            <a:avLst/>
            <a:gdLst>
              <a:gd name="T0" fmla="*/ 153 w 154"/>
              <a:gd name="T1" fmla="*/ 85 h 197"/>
              <a:gd name="T2" fmla="*/ 78 w 154"/>
              <a:gd name="T3" fmla="*/ 197 h 197"/>
              <a:gd name="T4" fmla="*/ 4 w 154"/>
              <a:gd name="T5" fmla="*/ 101 h 197"/>
              <a:gd name="T6" fmla="*/ 0 w 154"/>
              <a:gd name="T7" fmla="*/ 77 h 197"/>
              <a:gd name="T8" fmla="*/ 77 w 154"/>
              <a:gd name="T9" fmla="*/ 0 h 197"/>
              <a:gd name="T10" fmla="*/ 154 w 154"/>
              <a:gd name="T11" fmla="*/ 77 h 197"/>
              <a:gd name="T12" fmla="*/ 153 w 154"/>
              <a:gd name="T13" fmla="*/ 85 h 197"/>
              <a:gd name="T14" fmla="*/ 77 w 154"/>
              <a:gd name="T15" fmla="*/ 28 h 197"/>
              <a:gd name="T16" fmla="*/ 34 w 154"/>
              <a:gd name="T17" fmla="*/ 71 h 197"/>
              <a:gd name="T18" fmla="*/ 77 w 154"/>
              <a:gd name="T19" fmla="*/ 114 h 197"/>
              <a:gd name="T20" fmla="*/ 120 w 154"/>
              <a:gd name="T21" fmla="*/ 71 h 197"/>
              <a:gd name="T22" fmla="*/ 77 w 154"/>
              <a:gd name="T23" fmla="*/ 28 h 197"/>
              <a:gd name="T24" fmla="*/ 97 w 154"/>
              <a:gd name="T25" fmla="*/ 99 h 197"/>
              <a:gd name="T26" fmla="*/ 77 w 154"/>
              <a:gd name="T27" fmla="*/ 89 h 197"/>
              <a:gd name="T28" fmla="*/ 58 w 154"/>
              <a:gd name="T29" fmla="*/ 99 h 197"/>
              <a:gd name="T30" fmla="*/ 60 w 154"/>
              <a:gd name="T31" fmla="*/ 77 h 197"/>
              <a:gd name="T32" fmla="*/ 46 w 154"/>
              <a:gd name="T33" fmla="*/ 61 h 197"/>
              <a:gd name="T34" fmla="*/ 67 w 154"/>
              <a:gd name="T35" fmla="*/ 57 h 197"/>
              <a:gd name="T36" fmla="*/ 77 w 154"/>
              <a:gd name="T37" fmla="*/ 38 h 197"/>
              <a:gd name="T38" fmla="*/ 88 w 154"/>
              <a:gd name="T39" fmla="*/ 57 h 197"/>
              <a:gd name="T40" fmla="*/ 109 w 154"/>
              <a:gd name="T41" fmla="*/ 61 h 197"/>
              <a:gd name="T42" fmla="*/ 94 w 154"/>
              <a:gd name="T43" fmla="*/ 77 h 197"/>
              <a:gd name="T44" fmla="*/ 97 w 154"/>
              <a:gd name="T45" fmla="*/ 99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4" h="197">
                <a:moveTo>
                  <a:pt x="153" y="85"/>
                </a:moveTo>
                <a:cubicBezTo>
                  <a:pt x="151" y="153"/>
                  <a:pt x="78" y="197"/>
                  <a:pt x="78" y="197"/>
                </a:cubicBezTo>
                <a:cubicBezTo>
                  <a:pt x="78" y="197"/>
                  <a:pt x="16" y="159"/>
                  <a:pt x="4" y="101"/>
                </a:cubicBezTo>
                <a:cubicBezTo>
                  <a:pt x="1" y="93"/>
                  <a:pt x="0" y="85"/>
                  <a:pt x="0" y="77"/>
                </a:cubicBezTo>
                <a:cubicBezTo>
                  <a:pt x="0" y="34"/>
                  <a:pt x="34" y="0"/>
                  <a:pt x="77" y="0"/>
                </a:cubicBezTo>
                <a:cubicBezTo>
                  <a:pt x="119" y="0"/>
                  <a:pt x="154" y="34"/>
                  <a:pt x="154" y="77"/>
                </a:cubicBezTo>
                <a:cubicBezTo>
                  <a:pt x="154" y="79"/>
                  <a:pt x="154" y="82"/>
                  <a:pt x="153" y="85"/>
                </a:cubicBezTo>
                <a:close/>
                <a:moveTo>
                  <a:pt x="77" y="28"/>
                </a:moveTo>
                <a:cubicBezTo>
                  <a:pt x="53" y="28"/>
                  <a:pt x="34" y="47"/>
                  <a:pt x="34" y="71"/>
                </a:cubicBezTo>
                <a:cubicBezTo>
                  <a:pt x="34" y="94"/>
                  <a:pt x="53" y="114"/>
                  <a:pt x="77" y="114"/>
                </a:cubicBezTo>
                <a:cubicBezTo>
                  <a:pt x="101" y="114"/>
                  <a:pt x="120" y="94"/>
                  <a:pt x="120" y="71"/>
                </a:cubicBezTo>
                <a:cubicBezTo>
                  <a:pt x="120" y="47"/>
                  <a:pt x="101" y="28"/>
                  <a:pt x="77" y="28"/>
                </a:cubicBezTo>
                <a:close/>
                <a:moveTo>
                  <a:pt x="97" y="99"/>
                </a:moveTo>
                <a:cubicBezTo>
                  <a:pt x="77" y="89"/>
                  <a:pt x="77" y="89"/>
                  <a:pt x="77" y="89"/>
                </a:cubicBezTo>
                <a:cubicBezTo>
                  <a:pt x="58" y="99"/>
                  <a:pt x="58" y="99"/>
                  <a:pt x="58" y="99"/>
                </a:cubicBezTo>
                <a:cubicBezTo>
                  <a:pt x="60" y="77"/>
                  <a:pt x="60" y="77"/>
                  <a:pt x="60" y="77"/>
                </a:cubicBezTo>
                <a:cubicBezTo>
                  <a:pt x="46" y="61"/>
                  <a:pt x="46" y="61"/>
                  <a:pt x="46" y="61"/>
                </a:cubicBezTo>
                <a:cubicBezTo>
                  <a:pt x="67" y="57"/>
                  <a:pt x="67" y="57"/>
                  <a:pt x="67" y="57"/>
                </a:cubicBezTo>
                <a:cubicBezTo>
                  <a:pt x="77" y="38"/>
                  <a:pt x="77" y="38"/>
                  <a:pt x="77" y="38"/>
                </a:cubicBezTo>
                <a:cubicBezTo>
                  <a:pt x="88" y="57"/>
                  <a:pt x="88" y="57"/>
                  <a:pt x="88" y="57"/>
                </a:cubicBezTo>
                <a:cubicBezTo>
                  <a:pt x="109" y="61"/>
                  <a:pt x="109" y="61"/>
                  <a:pt x="109" y="61"/>
                </a:cubicBezTo>
                <a:cubicBezTo>
                  <a:pt x="94" y="77"/>
                  <a:pt x="94" y="77"/>
                  <a:pt x="94" y="77"/>
                </a:cubicBezTo>
                <a:lnTo>
                  <a:pt x="97" y="99"/>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79"/>
          <p:cNvSpPr>
            <a:spLocks/>
          </p:cNvSpPr>
          <p:nvPr/>
        </p:nvSpPr>
        <p:spPr bwMode="auto">
          <a:xfrm>
            <a:off x="6386698" y="1088629"/>
            <a:ext cx="379506" cy="359828"/>
          </a:xfrm>
          <a:custGeom>
            <a:avLst/>
            <a:gdLst>
              <a:gd name="T0" fmla="*/ 134 w 270"/>
              <a:gd name="T1" fmla="*/ 0 h 256"/>
              <a:gd name="T2" fmla="*/ 179 w 270"/>
              <a:gd name="T3" fmla="*/ 80 h 256"/>
              <a:gd name="T4" fmla="*/ 270 w 270"/>
              <a:gd name="T5" fmla="*/ 98 h 256"/>
              <a:gd name="T6" fmla="*/ 207 w 270"/>
              <a:gd name="T7" fmla="*/ 165 h 256"/>
              <a:gd name="T8" fmla="*/ 218 w 270"/>
              <a:gd name="T9" fmla="*/ 256 h 256"/>
              <a:gd name="T10" fmla="*/ 134 w 270"/>
              <a:gd name="T11" fmla="*/ 217 h 256"/>
              <a:gd name="T12" fmla="*/ 51 w 270"/>
              <a:gd name="T13" fmla="*/ 256 h 256"/>
              <a:gd name="T14" fmla="*/ 63 w 270"/>
              <a:gd name="T15" fmla="*/ 165 h 256"/>
              <a:gd name="T16" fmla="*/ 0 w 270"/>
              <a:gd name="T17" fmla="*/ 98 h 256"/>
              <a:gd name="T18" fmla="*/ 91 w 270"/>
              <a:gd name="T19" fmla="*/ 80 h 256"/>
              <a:gd name="T20" fmla="*/ 134 w 270"/>
              <a:gd name="T21" fmla="*/ 0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0" h="256">
                <a:moveTo>
                  <a:pt x="134" y="0"/>
                </a:moveTo>
                <a:lnTo>
                  <a:pt x="179" y="80"/>
                </a:lnTo>
                <a:lnTo>
                  <a:pt x="270" y="98"/>
                </a:lnTo>
                <a:lnTo>
                  <a:pt x="207" y="165"/>
                </a:lnTo>
                <a:lnTo>
                  <a:pt x="218" y="256"/>
                </a:lnTo>
                <a:lnTo>
                  <a:pt x="134" y="217"/>
                </a:lnTo>
                <a:lnTo>
                  <a:pt x="51" y="256"/>
                </a:lnTo>
                <a:lnTo>
                  <a:pt x="63" y="165"/>
                </a:lnTo>
                <a:lnTo>
                  <a:pt x="0" y="98"/>
                </a:lnTo>
                <a:lnTo>
                  <a:pt x="91" y="80"/>
                </a:lnTo>
                <a:lnTo>
                  <a:pt x="134" y="0"/>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80"/>
          <p:cNvSpPr>
            <a:spLocks/>
          </p:cNvSpPr>
          <p:nvPr/>
        </p:nvSpPr>
        <p:spPr bwMode="auto">
          <a:xfrm>
            <a:off x="6386698" y="1088629"/>
            <a:ext cx="379506" cy="359828"/>
          </a:xfrm>
          <a:custGeom>
            <a:avLst/>
            <a:gdLst>
              <a:gd name="T0" fmla="*/ 134 w 270"/>
              <a:gd name="T1" fmla="*/ 0 h 256"/>
              <a:gd name="T2" fmla="*/ 179 w 270"/>
              <a:gd name="T3" fmla="*/ 80 h 256"/>
              <a:gd name="T4" fmla="*/ 270 w 270"/>
              <a:gd name="T5" fmla="*/ 98 h 256"/>
              <a:gd name="T6" fmla="*/ 207 w 270"/>
              <a:gd name="T7" fmla="*/ 165 h 256"/>
              <a:gd name="T8" fmla="*/ 218 w 270"/>
              <a:gd name="T9" fmla="*/ 256 h 256"/>
              <a:gd name="T10" fmla="*/ 134 w 270"/>
              <a:gd name="T11" fmla="*/ 217 h 256"/>
              <a:gd name="T12" fmla="*/ 51 w 270"/>
              <a:gd name="T13" fmla="*/ 256 h 256"/>
              <a:gd name="T14" fmla="*/ 63 w 270"/>
              <a:gd name="T15" fmla="*/ 165 h 256"/>
              <a:gd name="T16" fmla="*/ 0 w 270"/>
              <a:gd name="T17" fmla="*/ 98 h 256"/>
              <a:gd name="T18" fmla="*/ 91 w 270"/>
              <a:gd name="T19" fmla="*/ 80 h 256"/>
              <a:gd name="T20" fmla="*/ 134 w 270"/>
              <a:gd name="T21" fmla="*/ 0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0" h="256">
                <a:moveTo>
                  <a:pt x="134" y="0"/>
                </a:moveTo>
                <a:lnTo>
                  <a:pt x="179" y="80"/>
                </a:lnTo>
                <a:lnTo>
                  <a:pt x="270" y="98"/>
                </a:lnTo>
                <a:lnTo>
                  <a:pt x="207" y="165"/>
                </a:lnTo>
                <a:lnTo>
                  <a:pt x="218" y="256"/>
                </a:lnTo>
                <a:lnTo>
                  <a:pt x="134" y="217"/>
                </a:lnTo>
                <a:lnTo>
                  <a:pt x="51" y="256"/>
                </a:lnTo>
                <a:lnTo>
                  <a:pt x="63" y="165"/>
                </a:lnTo>
                <a:lnTo>
                  <a:pt x="0" y="98"/>
                </a:lnTo>
                <a:lnTo>
                  <a:pt x="91" y="80"/>
                </a:lnTo>
                <a:lnTo>
                  <a:pt x="13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81"/>
          <p:cNvSpPr>
            <a:spLocks noEditPoints="1"/>
          </p:cNvSpPr>
          <p:nvPr/>
        </p:nvSpPr>
        <p:spPr bwMode="auto">
          <a:xfrm>
            <a:off x="6880056" y="1088629"/>
            <a:ext cx="380912" cy="359828"/>
          </a:xfrm>
          <a:custGeom>
            <a:avLst/>
            <a:gdLst>
              <a:gd name="T0" fmla="*/ 208 w 271"/>
              <a:gd name="T1" fmla="*/ 165 h 256"/>
              <a:gd name="T2" fmla="*/ 219 w 271"/>
              <a:gd name="T3" fmla="*/ 256 h 256"/>
              <a:gd name="T4" fmla="*/ 136 w 271"/>
              <a:gd name="T5" fmla="*/ 217 h 256"/>
              <a:gd name="T6" fmla="*/ 52 w 271"/>
              <a:gd name="T7" fmla="*/ 256 h 256"/>
              <a:gd name="T8" fmla="*/ 64 w 271"/>
              <a:gd name="T9" fmla="*/ 165 h 256"/>
              <a:gd name="T10" fmla="*/ 0 w 271"/>
              <a:gd name="T11" fmla="*/ 98 h 256"/>
              <a:gd name="T12" fmla="*/ 92 w 271"/>
              <a:gd name="T13" fmla="*/ 80 h 256"/>
              <a:gd name="T14" fmla="*/ 136 w 271"/>
              <a:gd name="T15" fmla="*/ 0 h 256"/>
              <a:gd name="T16" fmla="*/ 180 w 271"/>
              <a:gd name="T17" fmla="*/ 80 h 256"/>
              <a:gd name="T18" fmla="*/ 271 w 271"/>
              <a:gd name="T19" fmla="*/ 98 h 256"/>
              <a:gd name="T20" fmla="*/ 208 w 271"/>
              <a:gd name="T21" fmla="*/ 165 h 256"/>
              <a:gd name="T22" fmla="*/ 162 w 271"/>
              <a:gd name="T23" fmla="*/ 99 h 256"/>
              <a:gd name="T24" fmla="*/ 143 w 271"/>
              <a:gd name="T25" fmla="*/ 52 h 256"/>
              <a:gd name="T26" fmla="*/ 143 w 271"/>
              <a:gd name="T27" fmla="*/ 181 h 256"/>
              <a:gd name="T28" fmla="*/ 186 w 271"/>
              <a:gd name="T29" fmla="*/ 205 h 256"/>
              <a:gd name="T30" fmla="*/ 179 w 271"/>
              <a:gd name="T31" fmla="*/ 150 h 256"/>
              <a:gd name="T32" fmla="*/ 216 w 271"/>
              <a:gd name="T33" fmla="*/ 109 h 256"/>
              <a:gd name="T34" fmla="*/ 162 w 271"/>
              <a:gd name="T35" fmla="*/ 99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1" h="256">
                <a:moveTo>
                  <a:pt x="208" y="165"/>
                </a:moveTo>
                <a:lnTo>
                  <a:pt x="219" y="256"/>
                </a:lnTo>
                <a:lnTo>
                  <a:pt x="136" y="217"/>
                </a:lnTo>
                <a:lnTo>
                  <a:pt x="52" y="256"/>
                </a:lnTo>
                <a:lnTo>
                  <a:pt x="64" y="165"/>
                </a:lnTo>
                <a:lnTo>
                  <a:pt x="0" y="98"/>
                </a:lnTo>
                <a:lnTo>
                  <a:pt x="92" y="80"/>
                </a:lnTo>
                <a:lnTo>
                  <a:pt x="136" y="0"/>
                </a:lnTo>
                <a:lnTo>
                  <a:pt x="180" y="80"/>
                </a:lnTo>
                <a:lnTo>
                  <a:pt x="271" y="98"/>
                </a:lnTo>
                <a:lnTo>
                  <a:pt x="208" y="165"/>
                </a:lnTo>
                <a:close/>
                <a:moveTo>
                  <a:pt x="162" y="99"/>
                </a:moveTo>
                <a:lnTo>
                  <a:pt x="143" y="52"/>
                </a:lnTo>
                <a:lnTo>
                  <a:pt x="143" y="181"/>
                </a:lnTo>
                <a:lnTo>
                  <a:pt x="186" y="205"/>
                </a:lnTo>
                <a:lnTo>
                  <a:pt x="179" y="150"/>
                </a:lnTo>
                <a:lnTo>
                  <a:pt x="216" y="109"/>
                </a:lnTo>
                <a:lnTo>
                  <a:pt x="162" y="99"/>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82"/>
          <p:cNvSpPr>
            <a:spLocks noEditPoints="1"/>
          </p:cNvSpPr>
          <p:nvPr/>
        </p:nvSpPr>
        <p:spPr bwMode="auto">
          <a:xfrm>
            <a:off x="7362168" y="1081601"/>
            <a:ext cx="378101" cy="361234"/>
          </a:xfrm>
          <a:custGeom>
            <a:avLst/>
            <a:gdLst>
              <a:gd name="T0" fmla="*/ 206 w 269"/>
              <a:gd name="T1" fmla="*/ 166 h 257"/>
              <a:gd name="T2" fmla="*/ 218 w 269"/>
              <a:gd name="T3" fmla="*/ 257 h 257"/>
              <a:gd name="T4" fmla="*/ 134 w 269"/>
              <a:gd name="T5" fmla="*/ 218 h 257"/>
              <a:gd name="T6" fmla="*/ 50 w 269"/>
              <a:gd name="T7" fmla="*/ 257 h 257"/>
              <a:gd name="T8" fmla="*/ 63 w 269"/>
              <a:gd name="T9" fmla="*/ 166 h 257"/>
              <a:gd name="T10" fmla="*/ 0 w 269"/>
              <a:gd name="T11" fmla="*/ 99 h 257"/>
              <a:gd name="T12" fmla="*/ 89 w 269"/>
              <a:gd name="T13" fmla="*/ 80 h 257"/>
              <a:gd name="T14" fmla="*/ 134 w 269"/>
              <a:gd name="T15" fmla="*/ 0 h 257"/>
              <a:gd name="T16" fmla="*/ 179 w 269"/>
              <a:gd name="T17" fmla="*/ 80 h 257"/>
              <a:gd name="T18" fmla="*/ 269 w 269"/>
              <a:gd name="T19" fmla="*/ 99 h 257"/>
              <a:gd name="T20" fmla="*/ 206 w 269"/>
              <a:gd name="T21" fmla="*/ 166 h 257"/>
              <a:gd name="T22" fmla="*/ 161 w 269"/>
              <a:gd name="T23" fmla="*/ 100 h 257"/>
              <a:gd name="T24" fmla="*/ 134 w 269"/>
              <a:gd name="T25" fmla="*/ 52 h 257"/>
              <a:gd name="T26" fmla="*/ 108 w 269"/>
              <a:gd name="T27" fmla="*/ 100 h 257"/>
              <a:gd name="T28" fmla="*/ 54 w 269"/>
              <a:gd name="T29" fmla="*/ 111 h 257"/>
              <a:gd name="T30" fmla="*/ 91 w 269"/>
              <a:gd name="T31" fmla="*/ 151 h 257"/>
              <a:gd name="T32" fmla="*/ 85 w 269"/>
              <a:gd name="T33" fmla="*/ 205 h 257"/>
              <a:gd name="T34" fmla="*/ 134 w 269"/>
              <a:gd name="T35" fmla="*/ 181 h 257"/>
              <a:gd name="T36" fmla="*/ 183 w 269"/>
              <a:gd name="T37" fmla="*/ 205 h 257"/>
              <a:gd name="T38" fmla="*/ 176 w 269"/>
              <a:gd name="T39" fmla="*/ 151 h 257"/>
              <a:gd name="T40" fmla="*/ 214 w 269"/>
              <a:gd name="T41" fmla="*/ 111 h 257"/>
              <a:gd name="T42" fmla="*/ 161 w 269"/>
              <a:gd name="T43" fmla="*/ 100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9" h="257">
                <a:moveTo>
                  <a:pt x="206" y="166"/>
                </a:moveTo>
                <a:lnTo>
                  <a:pt x="218" y="257"/>
                </a:lnTo>
                <a:lnTo>
                  <a:pt x="134" y="218"/>
                </a:lnTo>
                <a:lnTo>
                  <a:pt x="50" y="257"/>
                </a:lnTo>
                <a:lnTo>
                  <a:pt x="63" y="166"/>
                </a:lnTo>
                <a:lnTo>
                  <a:pt x="0" y="99"/>
                </a:lnTo>
                <a:lnTo>
                  <a:pt x="89" y="80"/>
                </a:lnTo>
                <a:lnTo>
                  <a:pt x="134" y="0"/>
                </a:lnTo>
                <a:lnTo>
                  <a:pt x="179" y="80"/>
                </a:lnTo>
                <a:lnTo>
                  <a:pt x="269" y="99"/>
                </a:lnTo>
                <a:lnTo>
                  <a:pt x="206" y="166"/>
                </a:lnTo>
                <a:close/>
                <a:moveTo>
                  <a:pt x="161" y="100"/>
                </a:moveTo>
                <a:lnTo>
                  <a:pt x="134" y="52"/>
                </a:lnTo>
                <a:lnTo>
                  <a:pt x="108" y="100"/>
                </a:lnTo>
                <a:lnTo>
                  <a:pt x="54" y="111"/>
                </a:lnTo>
                <a:lnTo>
                  <a:pt x="91" y="151"/>
                </a:lnTo>
                <a:lnTo>
                  <a:pt x="85" y="205"/>
                </a:lnTo>
                <a:lnTo>
                  <a:pt x="134" y="181"/>
                </a:lnTo>
                <a:lnTo>
                  <a:pt x="183" y="205"/>
                </a:lnTo>
                <a:lnTo>
                  <a:pt x="176" y="151"/>
                </a:lnTo>
                <a:lnTo>
                  <a:pt x="214" y="111"/>
                </a:lnTo>
                <a:lnTo>
                  <a:pt x="161" y="100"/>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83"/>
          <p:cNvSpPr>
            <a:spLocks noEditPoints="1"/>
          </p:cNvSpPr>
          <p:nvPr/>
        </p:nvSpPr>
        <p:spPr bwMode="auto">
          <a:xfrm>
            <a:off x="4456841" y="1614315"/>
            <a:ext cx="380912" cy="292360"/>
          </a:xfrm>
          <a:custGeom>
            <a:avLst/>
            <a:gdLst>
              <a:gd name="T0" fmla="*/ 167 w 193"/>
              <a:gd name="T1" fmla="*/ 14 h 148"/>
              <a:gd name="T2" fmla="*/ 159 w 193"/>
              <a:gd name="T3" fmla="*/ 0 h 148"/>
              <a:gd name="T4" fmla="*/ 139 w 193"/>
              <a:gd name="T5" fmla="*/ 6 h 148"/>
              <a:gd name="T6" fmla="*/ 125 w 193"/>
              <a:gd name="T7" fmla="*/ 20 h 148"/>
              <a:gd name="T8" fmla="*/ 55 w 193"/>
              <a:gd name="T9" fmla="*/ 14 h 148"/>
              <a:gd name="T10" fmla="*/ 47 w 193"/>
              <a:gd name="T11" fmla="*/ 0 h 148"/>
              <a:gd name="T12" fmla="*/ 26 w 193"/>
              <a:gd name="T13" fmla="*/ 6 h 148"/>
              <a:gd name="T14" fmla="*/ 15 w 193"/>
              <a:gd name="T15" fmla="*/ 20 h 148"/>
              <a:gd name="T16" fmla="*/ 0 w 193"/>
              <a:gd name="T17" fmla="*/ 134 h 148"/>
              <a:gd name="T18" fmla="*/ 178 w 193"/>
              <a:gd name="T19" fmla="*/ 148 h 148"/>
              <a:gd name="T20" fmla="*/ 193 w 193"/>
              <a:gd name="T21" fmla="*/ 34 h 148"/>
              <a:gd name="T22" fmla="*/ 146 w 193"/>
              <a:gd name="T23" fmla="*/ 14 h 148"/>
              <a:gd name="T24" fmla="*/ 153 w 193"/>
              <a:gd name="T25" fmla="*/ 7 h 148"/>
              <a:gd name="T26" fmla="*/ 160 w 193"/>
              <a:gd name="T27" fmla="*/ 28 h 148"/>
              <a:gd name="T28" fmla="*/ 153 w 193"/>
              <a:gd name="T29" fmla="*/ 35 h 148"/>
              <a:gd name="T30" fmla="*/ 146 w 193"/>
              <a:gd name="T31" fmla="*/ 14 h 148"/>
              <a:gd name="T32" fmla="*/ 107 w 193"/>
              <a:gd name="T33" fmla="*/ 92 h 148"/>
              <a:gd name="T34" fmla="*/ 107 w 193"/>
              <a:gd name="T35" fmla="*/ 84 h 148"/>
              <a:gd name="T36" fmla="*/ 146 w 193"/>
              <a:gd name="T37" fmla="*/ 88 h 148"/>
              <a:gd name="T38" fmla="*/ 146 w 193"/>
              <a:gd name="T39" fmla="*/ 104 h 148"/>
              <a:gd name="T40" fmla="*/ 108 w 193"/>
              <a:gd name="T41" fmla="*/ 108 h 148"/>
              <a:gd name="T42" fmla="*/ 108 w 193"/>
              <a:gd name="T43" fmla="*/ 100 h 148"/>
              <a:gd name="T44" fmla="*/ 146 w 193"/>
              <a:gd name="T45" fmla="*/ 104 h 148"/>
              <a:gd name="T46" fmla="*/ 68 w 193"/>
              <a:gd name="T47" fmla="*/ 80 h 148"/>
              <a:gd name="T48" fmla="*/ 40 w 193"/>
              <a:gd name="T49" fmla="*/ 80 h 148"/>
              <a:gd name="T50" fmla="*/ 34 w 193"/>
              <a:gd name="T51" fmla="*/ 14 h 148"/>
              <a:gd name="T52" fmla="*/ 41 w 193"/>
              <a:gd name="T53" fmla="*/ 7 h 148"/>
              <a:gd name="T54" fmla="*/ 47 w 193"/>
              <a:gd name="T55" fmla="*/ 28 h 148"/>
              <a:gd name="T56" fmla="*/ 40 w 193"/>
              <a:gd name="T57" fmla="*/ 35 h 148"/>
              <a:gd name="T58" fmla="*/ 34 w 193"/>
              <a:gd name="T59" fmla="*/ 14 h 148"/>
              <a:gd name="T60" fmla="*/ 31 w 193"/>
              <a:gd name="T61" fmla="*/ 123 h 148"/>
              <a:gd name="T62" fmla="*/ 28 w 193"/>
              <a:gd name="T63" fmla="*/ 113 h 148"/>
              <a:gd name="T64" fmla="*/ 44 w 193"/>
              <a:gd name="T65" fmla="*/ 103 h 148"/>
              <a:gd name="T66" fmla="*/ 56 w 193"/>
              <a:gd name="T67" fmla="*/ 107 h 148"/>
              <a:gd name="T68" fmla="*/ 74 w 193"/>
              <a:gd name="T69" fmla="*/ 103 h 148"/>
              <a:gd name="T70" fmla="*/ 83 w 193"/>
              <a:gd name="T71" fmla="*/ 117 h 148"/>
              <a:gd name="T72" fmla="*/ 143 w 193"/>
              <a:gd name="T73" fmla="*/ 124 h 148"/>
              <a:gd name="T74" fmla="*/ 103 w 193"/>
              <a:gd name="T75" fmla="*/ 119 h 148"/>
              <a:gd name="T76" fmla="*/ 143 w 193"/>
              <a:gd name="T77" fmla="*/ 116 h 148"/>
              <a:gd name="T78" fmla="*/ 143 w 193"/>
              <a:gd name="T79" fmla="*/ 124 h 148"/>
              <a:gd name="T80" fmla="*/ 111 w 193"/>
              <a:gd name="T81" fmla="*/ 76 h 148"/>
              <a:gd name="T82" fmla="*/ 111 w 193"/>
              <a:gd name="T83" fmla="*/ 63 h 148"/>
              <a:gd name="T84" fmla="*/ 167 w 193"/>
              <a:gd name="T85" fmla="*/ 69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3" h="148">
                <a:moveTo>
                  <a:pt x="178" y="20"/>
                </a:moveTo>
                <a:cubicBezTo>
                  <a:pt x="178" y="20"/>
                  <a:pt x="167" y="20"/>
                  <a:pt x="167" y="14"/>
                </a:cubicBezTo>
                <a:cubicBezTo>
                  <a:pt x="167" y="7"/>
                  <a:pt x="167" y="7"/>
                  <a:pt x="167" y="7"/>
                </a:cubicBezTo>
                <a:cubicBezTo>
                  <a:pt x="167" y="7"/>
                  <a:pt x="166" y="0"/>
                  <a:pt x="159" y="0"/>
                </a:cubicBezTo>
                <a:cubicBezTo>
                  <a:pt x="146" y="0"/>
                  <a:pt x="146" y="0"/>
                  <a:pt x="146" y="0"/>
                </a:cubicBezTo>
                <a:cubicBezTo>
                  <a:pt x="146" y="0"/>
                  <a:pt x="139" y="0"/>
                  <a:pt x="139" y="6"/>
                </a:cubicBezTo>
                <a:cubicBezTo>
                  <a:pt x="139" y="13"/>
                  <a:pt x="139" y="13"/>
                  <a:pt x="139" y="13"/>
                </a:cubicBezTo>
                <a:cubicBezTo>
                  <a:pt x="139" y="21"/>
                  <a:pt x="125" y="20"/>
                  <a:pt x="125" y="20"/>
                </a:cubicBezTo>
                <a:cubicBezTo>
                  <a:pt x="69" y="20"/>
                  <a:pt x="69" y="20"/>
                  <a:pt x="69" y="20"/>
                </a:cubicBezTo>
                <a:cubicBezTo>
                  <a:pt x="69" y="20"/>
                  <a:pt x="55" y="20"/>
                  <a:pt x="55" y="14"/>
                </a:cubicBezTo>
                <a:cubicBezTo>
                  <a:pt x="55" y="5"/>
                  <a:pt x="55" y="5"/>
                  <a:pt x="55" y="5"/>
                </a:cubicBezTo>
                <a:cubicBezTo>
                  <a:pt x="55" y="5"/>
                  <a:pt x="55" y="0"/>
                  <a:pt x="47" y="0"/>
                </a:cubicBezTo>
                <a:cubicBezTo>
                  <a:pt x="33" y="0"/>
                  <a:pt x="33" y="0"/>
                  <a:pt x="33" y="0"/>
                </a:cubicBezTo>
                <a:cubicBezTo>
                  <a:pt x="33" y="0"/>
                  <a:pt x="26" y="0"/>
                  <a:pt x="26" y="6"/>
                </a:cubicBezTo>
                <a:cubicBezTo>
                  <a:pt x="26" y="14"/>
                  <a:pt x="26" y="14"/>
                  <a:pt x="26" y="14"/>
                </a:cubicBezTo>
                <a:cubicBezTo>
                  <a:pt x="26" y="14"/>
                  <a:pt x="29" y="20"/>
                  <a:pt x="15" y="20"/>
                </a:cubicBezTo>
                <a:cubicBezTo>
                  <a:pt x="15" y="20"/>
                  <a:pt x="0" y="19"/>
                  <a:pt x="0" y="34"/>
                </a:cubicBezTo>
                <a:cubicBezTo>
                  <a:pt x="0" y="134"/>
                  <a:pt x="0" y="134"/>
                  <a:pt x="0" y="134"/>
                </a:cubicBezTo>
                <a:cubicBezTo>
                  <a:pt x="0" y="134"/>
                  <a:pt x="1" y="148"/>
                  <a:pt x="14" y="148"/>
                </a:cubicBezTo>
                <a:cubicBezTo>
                  <a:pt x="178" y="148"/>
                  <a:pt x="178" y="148"/>
                  <a:pt x="178" y="148"/>
                </a:cubicBezTo>
                <a:cubicBezTo>
                  <a:pt x="178" y="148"/>
                  <a:pt x="193" y="147"/>
                  <a:pt x="193" y="134"/>
                </a:cubicBezTo>
                <a:cubicBezTo>
                  <a:pt x="193" y="34"/>
                  <a:pt x="193" y="34"/>
                  <a:pt x="193" y="34"/>
                </a:cubicBezTo>
                <a:cubicBezTo>
                  <a:pt x="193" y="34"/>
                  <a:pt x="192" y="20"/>
                  <a:pt x="178" y="20"/>
                </a:cubicBezTo>
                <a:close/>
                <a:moveTo>
                  <a:pt x="146" y="14"/>
                </a:moveTo>
                <a:cubicBezTo>
                  <a:pt x="146" y="10"/>
                  <a:pt x="149" y="7"/>
                  <a:pt x="152" y="7"/>
                </a:cubicBezTo>
                <a:cubicBezTo>
                  <a:pt x="153" y="7"/>
                  <a:pt x="153" y="7"/>
                  <a:pt x="153" y="7"/>
                </a:cubicBezTo>
                <a:cubicBezTo>
                  <a:pt x="157" y="7"/>
                  <a:pt x="160" y="10"/>
                  <a:pt x="160" y="14"/>
                </a:cubicBezTo>
                <a:cubicBezTo>
                  <a:pt x="160" y="28"/>
                  <a:pt x="160" y="28"/>
                  <a:pt x="160" y="28"/>
                </a:cubicBezTo>
                <a:cubicBezTo>
                  <a:pt x="160" y="32"/>
                  <a:pt x="157" y="35"/>
                  <a:pt x="153" y="35"/>
                </a:cubicBezTo>
                <a:cubicBezTo>
                  <a:pt x="153" y="35"/>
                  <a:pt x="153" y="35"/>
                  <a:pt x="153" y="35"/>
                </a:cubicBezTo>
                <a:cubicBezTo>
                  <a:pt x="149" y="35"/>
                  <a:pt x="146" y="32"/>
                  <a:pt x="146" y="28"/>
                </a:cubicBezTo>
                <a:lnTo>
                  <a:pt x="146" y="14"/>
                </a:lnTo>
                <a:close/>
                <a:moveTo>
                  <a:pt x="142" y="92"/>
                </a:moveTo>
                <a:cubicBezTo>
                  <a:pt x="107" y="92"/>
                  <a:pt x="107" y="92"/>
                  <a:pt x="107" y="92"/>
                </a:cubicBezTo>
                <a:cubicBezTo>
                  <a:pt x="105" y="92"/>
                  <a:pt x="104" y="90"/>
                  <a:pt x="104" y="88"/>
                </a:cubicBezTo>
                <a:cubicBezTo>
                  <a:pt x="104" y="86"/>
                  <a:pt x="105" y="84"/>
                  <a:pt x="107" y="84"/>
                </a:cubicBezTo>
                <a:cubicBezTo>
                  <a:pt x="142" y="84"/>
                  <a:pt x="142" y="84"/>
                  <a:pt x="142" y="84"/>
                </a:cubicBezTo>
                <a:cubicBezTo>
                  <a:pt x="144" y="84"/>
                  <a:pt x="146" y="86"/>
                  <a:pt x="146" y="88"/>
                </a:cubicBezTo>
                <a:cubicBezTo>
                  <a:pt x="146" y="90"/>
                  <a:pt x="144" y="92"/>
                  <a:pt x="142" y="92"/>
                </a:cubicBezTo>
                <a:close/>
                <a:moveTo>
                  <a:pt x="146" y="104"/>
                </a:moveTo>
                <a:cubicBezTo>
                  <a:pt x="146" y="106"/>
                  <a:pt x="144" y="108"/>
                  <a:pt x="142" y="108"/>
                </a:cubicBezTo>
                <a:cubicBezTo>
                  <a:pt x="108" y="108"/>
                  <a:pt x="108" y="108"/>
                  <a:pt x="108" y="108"/>
                </a:cubicBezTo>
                <a:cubicBezTo>
                  <a:pt x="106" y="108"/>
                  <a:pt x="104" y="106"/>
                  <a:pt x="104" y="104"/>
                </a:cubicBezTo>
                <a:cubicBezTo>
                  <a:pt x="104" y="102"/>
                  <a:pt x="106" y="100"/>
                  <a:pt x="108" y="100"/>
                </a:cubicBezTo>
                <a:cubicBezTo>
                  <a:pt x="142" y="100"/>
                  <a:pt x="142" y="100"/>
                  <a:pt x="142" y="100"/>
                </a:cubicBezTo>
                <a:cubicBezTo>
                  <a:pt x="144" y="100"/>
                  <a:pt x="146" y="102"/>
                  <a:pt x="146" y="104"/>
                </a:cubicBezTo>
                <a:close/>
                <a:moveTo>
                  <a:pt x="54" y="63"/>
                </a:moveTo>
                <a:cubicBezTo>
                  <a:pt x="62" y="63"/>
                  <a:pt x="68" y="71"/>
                  <a:pt x="68" y="80"/>
                </a:cubicBezTo>
                <a:cubicBezTo>
                  <a:pt x="68" y="89"/>
                  <a:pt x="62" y="97"/>
                  <a:pt x="54" y="97"/>
                </a:cubicBezTo>
                <a:cubicBezTo>
                  <a:pt x="46" y="97"/>
                  <a:pt x="40" y="89"/>
                  <a:pt x="40" y="80"/>
                </a:cubicBezTo>
                <a:cubicBezTo>
                  <a:pt x="40" y="71"/>
                  <a:pt x="46" y="63"/>
                  <a:pt x="54" y="63"/>
                </a:cubicBezTo>
                <a:close/>
                <a:moveTo>
                  <a:pt x="34" y="14"/>
                </a:moveTo>
                <a:cubicBezTo>
                  <a:pt x="34" y="10"/>
                  <a:pt x="36" y="7"/>
                  <a:pt x="40" y="7"/>
                </a:cubicBezTo>
                <a:cubicBezTo>
                  <a:pt x="41" y="7"/>
                  <a:pt x="41" y="7"/>
                  <a:pt x="41" y="7"/>
                </a:cubicBezTo>
                <a:cubicBezTo>
                  <a:pt x="45" y="7"/>
                  <a:pt x="47" y="10"/>
                  <a:pt x="47" y="14"/>
                </a:cubicBezTo>
                <a:cubicBezTo>
                  <a:pt x="47" y="28"/>
                  <a:pt x="47" y="28"/>
                  <a:pt x="47" y="28"/>
                </a:cubicBezTo>
                <a:cubicBezTo>
                  <a:pt x="47" y="32"/>
                  <a:pt x="44" y="35"/>
                  <a:pt x="40" y="35"/>
                </a:cubicBezTo>
                <a:cubicBezTo>
                  <a:pt x="40" y="35"/>
                  <a:pt x="40" y="35"/>
                  <a:pt x="40" y="35"/>
                </a:cubicBezTo>
                <a:cubicBezTo>
                  <a:pt x="36" y="35"/>
                  <a:pt x="34" y="32"/>
                  <a:pt x="34" y="28"/>
                </a:cubicBezTo>
                <a:lnTo>
                  <a:pt x="34" y="14"/>
                </a:lnTo>
                <a:close/>
                <a:moveTo>
                  <a:pt x="79" y="123"/>
                </a:moveTo>
                <a:cubicBezTo>
                  <a:pt x="31" y="123"/>
                  <a:pt x="31" y="123"/>
                  <a:pt x="31" y="123"/>
                </a:cubicBezTo>
                <a:cubicBezTo>
                  <a:pt x="31" y="123"/>
                  <a:pt x="26" y="122"/>
                  <a:pt x="26" y="117"/>
                </a:cubicBezTo>
                <a:cubicBezTo>
                  <a:pt x="28" y="113"/>
                  <a:pt x="28" y="113"/>
                  <a:pt x="28" y="113"/>
                </a:cubicBezTo>
                <a:cubicBezTo>
                  <a:pt x="28" y="113"/>
                  <a:pt x="31" y="107"/>
                  <a:pt x="35" y="103"/>
                </a:cubicBezTo>
                <a:cubicBezTo>
                  <a:pt x="39" y="98"/>
                  <a:pt x="44" y="103"/>
                  <a:pt x="44" y="103"/>
                </a:cubicBezTo>
                <a:cubicBezTo>
                  <a:pt x="44" y="103"/>
                  <a:pt x="46" y="107"/>
                  <a:pt x="54" y="107"/>
                </a:cubicBezTo>
                <a:cubicBezTo>
                  <a:pt x="56" y="107"/>
                  <a:pt x="56" y="107"/>
                  <a:pt x="56" y="107"/>
                </a:cubicBezTo>
                <a:cubicBezTo>
                  <a:pt x="63" y="107"/>
                  <a:pt x="65" y="103"/>
                  <a:pt x="65" y="103"/>
                </a:cubicBezTo>
                <a:cubicBezTo>
                  <a:pt x="65" y="103"/>
                  <a:pt x="70" y="98"/>
                  <a:pt x="74" y="103"/>
                </a:cubicBezTo>
                <a:cubicBezTo>
                  <a:pt x="78" y="107"/>
                  <a:pt x="81" y="113"/>
                  <a:pt x="81" y="113"/>
                </a:cubicBezTo>
                <a:cubicBezTo>
                  <a:pt x="83" y="117"/>
                  <a:pt x="83" y="117"/>
                  <a:pt x="83" y="117"/>
                </a:cubicBezTo>
                <a:cubicBezTo>
                  <a:pt x="83" y="122"/>
                  <a:pt x="79" y="123"/>
                  <a:pt x="79" y="123"/>
                </a:cubicBezTo>
                <a:close/>
                <a:moveTo>
                  <a:pt x="143" y="124"/>
                </a:moveTo>
                <a:cubicBezTo>
                  <a:pt x="107" y="124"/>
                  <a:pt x="107" y="124"/>
                  <a:pt x="107" y="124"/>
                </a:cubicBezTo>
                <a:cubicBezTo>
                  <a:pt x="105" y="124"/>
                  <a:pt x="103" y="121"/>
                  <a:pt x="103" y="119"/>
                </a:cubicBezTo>
                <a:cubicBezTo>
                  <a:pt x="103" y="118"/>
                  <a:pt x="105" y="116"/>
                  <a:pt x="107" y="116"/>
                </a:cubicBezTo>
                <a:cubicBezTo>
                  <a:pt x="143" y="116"/>
                  <a:pt x="143" y="116"/>
                  <a:pt x="143" y="116"/>
                </a:cubicBezTo>
                <a:cubicBezTo>
                  <a:pt x="145" y="116"/>
                  <a:pt x="146" y="118"/>
                  <a:pt x="146" y="119"/>
                </a:cubicBezTo>
                <a:cubicBezTo>
                  <a:pt x="146" y="121"/>
                  <a:pt x="145" y="124"/>
                  <a:pt x="143" y="124"/>
                </a:cubicBezTo>
                <a:close/>
                <a:moveTo>
                  <a:pt x="160" y="76"/>
                </a:moveTo>
                <a:cubicBezTo>
                  <a:pt x="111" y="76"/>
                  <a:pt x="111" y="76"/>
                  <a:pt x="111" y="76"/>
                </a:cubicBezTo>
                <a:cubicBezTo>
                  <a:pt x="107" y="76"/>
                  <a:pt x="104" y="73"/>
                  <a:pt x="104" y="69"/>
                </a:cubicBezTo>
                <a:cubicBezTo>
                  <a:pt x="104" y="65"/>
                  <a:pt x="107" y="63"/>
                  <a:pt x="111" y="63"/>
                </a:cubicBezTo>
                <a:cubicBezTo>
                  <a:pt x="160" y="63"/>
                  <a:pt x="160" y="63"/>
                  <a:pt x="160" y="63"/>
                </a:cubicBezTo>
                <a:cubicBezTo>
                  <a:pt x="164" y="63"/>
                  <a:pt x="167" y="65"/>
                  <a:pt x="167" y="69"/>
                </a:cubicBezTo>
                <a:cubicBezTo>
                  <a:pt x="167" y="73"/>
                  <a:pt x="164" y="76"/>
                  <a:pt x="160" y="76"/>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84"/>
          <p:cNvSpPr>
            <a:spLocks noEditPoints="1"/>
          </p:cNvSpPr>
          <p:nvPr/>
        </p:nvSpPr>
        <p:spPr bwMode="auto">
          <a:xfrm>
            <a:off x="4960038" y="1563714"/>
            <a:ext cx="354205" cy="393562"/>
          </a:xfrm>
          <a:custGeom>
            <a:avLst/>
            <a:gdLst>
              <a:gd name="T0" fmla="*/ 160 w 180"/>
              <a:gd name="T1" fmla="*/ 200 h 200"/>
              <a:gd name="T2" fmla="*/ 52 w 180"/>
              <a:gd name="T3" fmla="*/ 200 h 200"/>
              <a:gd name="T4" fmla="*/ 32 w 180"/>
              <a:gd name="T5" fmla="*/ 180 h 200"/>
              <a:gd name="T6" fmla="*/ 32 w 180"/>
              <a:gd name="T7" fmla="*/ 48 h 200"/>
              <a:gd name="T8" fmla="*/ 52 w 180"/>
              <a:gd name="T9" fmla="*/ 28 h 200"/>
              <a:gd name="T10" fmla="*/ 160 w 180"/>
              <a:gd name="T11" fmla="*/ 28 h 200"/>
              <a:gd name="T12" fmla="*/ 180 w 180"/>
              <a:gd name="T13" fmla="*/ 48 h 200"/>
              <a:gd name="T14" fmla="*/ 180 w 180"/>
              <a:gd name="T15" fmla="*/ 180 h 200"/>
              <a:gd name="T16" fmla="*/ 160 w 180"/>
              <a:gd name="T17" fmla="*/ 200 h 200"/>
              <a:gd name="T18" fmla="*/ 168 w 180"/>
              <a:gd name="T19" fmla="*/ 40 h 200"/>
              <a:gd name="T20" fmla="*/ 44 w 180"/>
              <a:gd name="T21" fmla="*/ 40 h 200"/>
              <a:gd name="T22" fmla="*/ 44 w 180"/>
              <a:gd name="T23" fmla="*/ 172 h 200"/>
              <a:gd name="T24" fmla="*/ 168 w 180"/>
              <a:gd name="T25" fmla="*/ 172 h 200"/>
              <a:gd name="T26" fmla="*/ 168 w 180"/>
              <a:gd name="T27" fmla="*/ 40 h 200"/>
              <a:gd name="T28" fmla="*/ 136 w 180"/>
              <a:gd name="T29" fmla="*/ 15 h 200"/>
              <a:gd name="T30" fmla="*/ 148 w 180"/>
              <a:gd name="T31" fmla="*/ 15 h 200"/>
              <a:gd name="T32" fmla="*/ 148 w 180"/>
              <a:gd name="T33" fmla="*/ 24 h 200"/>
              <a:gd name="T34" fmla="*/ 136 w 180"/>
              <a:gd name="T35" fmla="*/ 24 h 200"/>
              <a:gd name="T36" fmla="*/ 136 w 180"/>
              <a:gd name="T37" fmla="*/ 15 h 200"/>
              <a:gd name="T38" fmla="*/ 136 w 180"/>
              <a:gd name="T39" fmla="*/ 12 h 200"/>
              <a:gd name="T40" fmla="*/ 12 w 180"/>
              <a:gd name="T41" fmla="*/ 12 h 200"/>
              <a:gd name="T42" fmla="*/ 12 w 180"/>
              <a:gd name="T43" fmla="*/ 144 h 200"/>
              <a:gd name="T44" fmla="*/ 16 w 180"/>
              <a:gd name="T45" fmla="*/ 144 h 200"/>
              <a:gd name="T46" fmla="*/ 20 w 180"/>
              <a:gd name="T47" fmla="*/ 144 h 200"/>
              <a:gd name="T48" fmla="*/ 28 w 180"/>
              <a:gd name="T49" fmla="*/ 144 h 200"/>
              <a:gd name="T50" fmla="*/ 28 w 180"/>
              <a:gd name="T51" fmla="*/ 172 h 200"/>
              <a:gd name="T52" fmla="*/ 16 w 180"/>
              <a:gd name="T53" fmla="*/ 172 h 200"/>
              <a:gd name="T54" fmla="*/ 16 w 180"/>
              <a:gd name="T55" fmla="*/ 171 h 200"/>
              <a:gd name="T56" fmla="*/ 0 w 180"/>
              <a:gd name="T57" fmla="*/ 152 h 200"/>
              <a:gd name="T58" fmla="*/ 0 w 180"/>
              <a:gd name="T59" fmla="*/ 20 h 200"/>
              <a:gd name="T60" fmla="*/ 20 w 180"/>
              <a:gd name="T61" fmla="*/ 0 h 200"/>
              <a:gd name="T62" fmla="*/ 128 w 180"/>
              <a:gd name="T63" fmla="*/ 0 h 200"/>
              <a:gd name="T64" fmla="*/ 147 w 180"/>
              <a:gd name="T65" fmla="*/ 15 h 200"/>
              <a:gd name="T66" fmla="*/ 136 w 180"/>
              <a:gd name="T67" fmla="*/ 15 h 200"/>
              <a:gd name="T68" fmla="*/ 136 w 180"/>
              <a:gd name="T69" fmla="*/ 12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0" h="200">
                <a:moveTo>
                  <a:pt x="160" y="200"/>
                </a:moveTo>
                <a:cubicBezTo>
                  <a:pt x="52" y="200"/>
                  <a:pt x="52" y="200"/>
                  <a:pt x="52" y="200"/>
                </a:cubicBezTo>
                <a:cubicBezTo>
                  <a:pt x="40" y="200"/>
                  <a:pt x="32" y="191"/>
                  <a:pt x="32" y="180"/>
                </a:cubicBezTo>
                <a:cubicBezTo>
                  <a:pt x="32" y="48"/>
                  <a:pt x="32" y="48"/>
                  <a:pt x="32" y="48"/>
                </a:cubicBezTo>
                <a:cubicBezTo>
                  <a:pt x="32" y="37"/>
                  <a:pt x="40" y="28"/>
                  <a:pt x="52" y="28"/>
                </a:cubicBezTo>
                <a:cubicBezTo>
                  <a:pt x="160" y="28"/>
                  <a:pt x="160" y="28"/>
                  <a:pt x="160" y="28"/>
                </a:cubicBezTo>
                <a:cubicBezTo>
                  <a:pt x="171" y="28"/>
                  <a:pt x="180" y="37"/>
                  <a:pt x="180" y="48"/>
                </a:cubicBezTo>
                <a:cubicBezTo>
                  <a:pt x="180" y="180"/>
                  <a:pt x="180" y="180"/>
                  <a:pt x="180" y="180"/>
                </a:cubicBezTo>
                <a:cubicBezTo>
                  <a:pt x="180" y="191"/>
                  <a:pt x="171" y="200"/>
                  <a:pt x="160" y="200"/>
                </a:cubicBezTo>
                <a:close/>
                <a:moveTo>
                  <a:pt x="168" y="40"/>
                </a:moveTo>
                <a:cubicBezTo>
                  <a:pt x="44" y="40"/>
                  <a:pt x="44" y="40"/>
                  <a:pt x="44" y="40"/>
                </a:cubicBezTo>
                <a:cubicBezTo>
                  <a:pt x="44" y="172"/>
                  <a:pt x="44" y="172"/>
                  <a:pt x="44" y="172"/>
                </a:cubicBezTo>
                <a:cubicBezTo>
                  <a:pt x="168" y="172"/>
                  <a:pt x="168" y="172"/>
                  <a:pt x="168" y="172"/>
                </a:cubicBezTo>
                <a:lnTo>
                  <a:pt x="168" y="40"/>
                </a:lnTo>
                <a:close/>
                <a:moveTo>
                  <a:pt x="136" y="15"/>
                </a:moveTo>
                <a:cubicBezTo>
                  <a:pt x="148" y="15"/>
                  <a:pt x="148" y="15"/>
                  <a:pt x="148" y="15"/>
                </a:cubicBezTo>
                <a:cubicBezTo>
                  <a:pt x="148" y="24"/>
                  <a:pt x="148" y="24"/>
                  <a:pt x="148" y="24"/>
                </a:cubicBezTo>
                <a:cubicBezTo>
                  <a:pt x="136" y="24"/>
                  <a:pt x="136" y="24"/>
                  <a:pt x="136" y="24"/>
                </a:cubicBezTo>
                <a:lnTo>
                  <a:pt x="136" y="15"/>
                </a:lnTo>
                <a:close/>
                <a:moveTo>
                  <a:pt x="136" y="12"/>
                </a:moveTo>
                <a:cubicBezTo>
                  <a:pt x="12" y="12"/>
                  <a:pt x="12" y="12"/>
                  <a:pt x="12" y="12"/>
                </a:cubicBezTo>
                <a:cubicBezTo>
                  <a:pt x="12" y="144"/>
                  <a:pt x="12" y="144"/>
                  <a:pt x="12" y="144"/>
                </a:cubicBezTo>
                <a:cubicBezTo>
                  <a:pt x="16" y="144"/>
                  <a:pt x="16" y="144"/>
                  <a:pt x="16" y="144"/>
                </a:cubicBezTo>
                <a:cubicBezTo>
                  <a:pt x="20" y="144"/>
                  <a:pt x="20" y="144"/>
                  <a:pt x="20" y="144"/>
                </a:cubicBezTo>
                <a:cubicBezTo>
                  <a:pt x="28" y="144"/>
                  <a:pt x="28" y="144"/>
                  <a:pt x="28" y="144"/>
                </a:cubicBezTo>
                <a:cubicBezTo>
                  <a:pt x="28" y="172"/>
                  <a:pt x="28" y="172"/>
                  <a:pt x="28" y="172"/>
                </a:cubicBezTo>
                <a:cubicBezTo>
                  <a:pt x="16" y="172"/>
                  <a:pt x="16" y="172"/>
                  <a:pt x="16" y="172"/>
                </a:cubicBezTo>
                <a:cubicBezTo>
                  <a:pt x="16" y="171"/>
                  <a:pt x="16" y="171"/>
                  <a:pt x="16" y="171"/>
                </a:cubicBezTo>
                <a:cubicBezTo>
                  <a:pt x="6" y="169"/>
                  <a:pt x="0" y="161"/>
                  <a:pt x="0" y="152"/>
                </a:cubicBezTo>
                <a:cubicBezTo>
                  <a:pt x="0" y="20"/>
                  <a:pt x="0" y="20"/>
                  <a:pt x="0" y="20"/>
                </a:cubicBezTo>
                <a:cubicBezTo>
                  <a:pt x="0" y="9"/>
                  <a:pt x="8" y="0"/>
                  <a:pt x="20" y="0"/>
                </a:cubicBezTo>
                <a:cubicBezTo>
                  <a:pt x="128" y="0"/>
                  <a:pt x="128" y="0"/>
                  <a:pt x="128" y="0"/>
                </a:cubicBezTo>
                <a:cubicBezTo>
                  <a:pt x="137" y="0"/>
                  <a:pt x="145" y="6"/>
                  <a:pt x="147" y="15"/>
                </a:cubicBezTo>
                <a:cubicBezTo>
                  <a:pt x="136" y="15"/>
                  <a:pt x="136" y="15"/>
                  <a:pt x="136" y="15"/>
                </a:cubicBezTo>
                <a:lnTo>
                  <a:pt x="136" y="12"/>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85"/>
          <p:cNvSpPr>
            <a:spLocks noEditPoints="1"/>
          </p:cNvSpPr>
          <p:nvPr/>
        </p:nvSpPr>
        <p:spPr bwMode="auto">
          <a:xfrm>
            <a:off x="5430905" y="1587609"/>
            <a:ext cx="393562" cy="369667"/>
          </a:xfrm>
          <a:custGeom>
            <a:avLst/>
            <a:gdLst>
              <a:gd name="T0" fmla="*/ 180 w 200"/>
              <a:gd name="T1" fmla="*/ 152 h 188"/>
              <a:gd name="T2" fmla="*/ 163 w 200"/>
              <a:gd name="T3" fmla="*/ 152 h 188"/>
              <a:gd name="T4" fmla="*/ 138 w 200"/>
              <a:gd name="T5" fmla="*/ 188 h 188"/>
              <a:gd name="T6" fmla="*/ 114 w 200"/>
              <a:gd name="T7" fmla="*/ 152 h 188"/>
              <a:gd name="T8" fmla="*/ 20 w 200"/>
              <a:gd name="T9" fmla="*/ 152 h 188"/>
              <a:gd name="T10" fmla="*/ 0 w 200"/>
              <a:gd name="T11" fmla="*/ 132 h 188"/>
              <a:gd name="T12" fmla="*/ 0 w 200"/>
              <a:gd name="T13" fmla="*/ 20 h 188"/>
              <a:gd name="T14" fmla="*/ 20 w 200"/>
              <a:gd name="T15" fmla="*/ 0 h 188"/>
              <a:gd name="T16" fmla="*/ 180 w 200"/>
              <a:gd name="T17" fmla="*/ 0 h 188"/>
              <a:gd name="T18" fmla="*/ 200 w 200"/>
              <a:gd name="T19" fmla="*/ 20 h 188"/>
              <a:gd name="T20" fmla="*/ 200 w 200"/>
              <a:gd name="T21" fmla="*/ 132 h 188"/>
              <a:gd name="T22" fmla="*/ 180 w 200"/>
              <a:gd name="T23" fmla="*/ 152 h 188"/>
              <a:gd name="T24" fmla="*/ 43 w 200"/>
              <a:gd name="T25" fmla="*/ 60 h 188"/>
              <a:gd name="T26" fmla="*/ 24 w 200"/>
              <a:gd name="T27" fmla="*/ 78 h 188"/>
              <a:gd name="T28" fmla="*/ 43 w 200"/>
              <a:gd name="T29" fmla="*/ 97 h 188"/>
              <a:gd name="T30" fmla="*/ 61 w 200"/>
              <a:gd name="T31" fmla="*/ 78 h 188"/>
              <a:gd name="T32" fmla="*/ 43 w 200"/>
              <a:gd name="T33" fmla="*/ 60 h 188"/>
              <a:gd name="T34" fmla="*/ 99 w 200"/>
              <a:gd name="T35" fmla="*/ 60 h 188"/>
              <a:gd name="T36" fmla="*/ 80 w 200"/>
              <a:gd name="T37" fmla="*/ 78 h 188"/>
              <a:gd name="T38" fmla="*/ 99 w 200"/>
              <a:gd name="T39" fmla="*/ 97 h 188"/>
              <a:gd name="T40" fmla="*/ 117 w 200"/>
              <a:gd name="T41" fmla="*/ 78 h 188"/>
              <a:gd name="T42" fmla="*/ 99 w 200"/>
              <a:gd name="T43" fmla="*/ 60 h 188"/>
              <a:gd name="T44" fmla="*/ 155 w 200"/>
              <a:gd name="T45" fmla="*/ 60 h 188"/>
              <a:gd name="T46" fmla="*/ 136 w 200"/>
              <a:gd name="T47" fmla="*/ 78 h 188"/>
              <a:gd name="T48" fmla="*/ 155 w 200"/>
              <a:gd name="T49" fmla="*/ 97 h 188"/>
              <a:gd name="T50" fmla="*/ 173 w 200"/>
              <a:gd name="T51" fmla="*/ 78 h 188"/>
              <a:gd name="T52" fmla="*/ 155 w 200"/>
              <a:gd name="T53" fmla="*/ 6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00" h="188">
                <a:moveTo>
                  <a:pt x="180" y="152"/>
                </a:moveTo>
                <a:cubicBezTo>
                  <a:pt x="163" y="152"/>
                  <a:pt x="163" y="152"/>
                  <a:pt x="163" y="152"/>
                </a:cubicBezTo>
                <a:cubicBezTo>
                  <a:pt x="138" y="188"/>
                  <a:pt x="138" y="188"/>
                  <a:pt x="138" y="188"/>
                </a:cubicBezTo>
                <a:cubicBezTo>
                  <a:pt x="114" y="152"/>
                  <a:pt x="114" y="152"/>
                  <a:pt x="114" y="152"/>
                </a:cubicBezTo>
                <a:cubicBezTo>
                  <a:pt x="20" y="152"/>
                  <a:pt x="20" y="152"/>
                  <a:pt x="20" y="152"/>
                </a:cubicBezTo>
                <a:cubicBezTo>
                  <a:pt x="8" y="152"/>
                  <a:pt x="0" y="143"/>
                  <a:pt x="0" y="132"/>
                </a:cubicBezTo>
                <a:cubicBezTo>
                  <a:pt x="0" y="20"/>
                  <a:pt x="0" y="20"/>
                  <a:pt x="0" y="20"/>
                </a:cubicBezTo>
                <a:cubicBezTo>
                  <a:pt x="0" y="9"/>
                  <a:pt x="8" y="0"/>
                  <a:pt x="20" y="0"/>
                </a:cubicBezTo>
                <a:cubicBezTo>
                  <a:pt x="180" y="0"/>
                  <a:pt x="180" y="0"/>
                  <a:pt x="180" y="0"/>
                </a:cubicBezTo>
                <a:cubicBezTo>
                  <a:pt x="191" y="0"/>
                  <a:pt x="200" y="9"/>
                  <a:pt x="200" y="20"/>
                </a:cubicBezTo>
                <a:cubicBezTo>
                  <a:pt x="200" y="132"/>
                  <a:pt x="200" y="132"/>
                  <a:pt x="200" y="132"/>
                </a:cubicBezTo>
                <a:cubicBezTo>
                  <a:pt x="200" y="143"/>
                  <a:pt x="191" y="152"/>
                  <a:pt x="180" y="152"/>
                </a:cubicBezTo>
                <a:close/>
                <a:moveTo>
                  <a:pt x="43" y="60"/>
                </a:moveTo>
                <a:cubicBezTo>
                  <a:pt x="33" y="60"/>
                  <a:pt x="24" y="68"/>
                  <a:pt x="24" y="78"/>
                </a:cubicBezTo>
                <a:cubicBezTo>
                  <a:pt x="24" y="88"/>
                  <a:pt x="33" y="97"/>
                  <a:pt x="43" y="97"/>
                </a:cubicBezTo>
                <a:cubicBezTo>
                  <a:pt x="53" y="97"/>
                  <a:pt x="61" y="88"/>
                  <a:pt x="61" y="78"/>
                </a:cubicBezTo>
                <a:cubicBezTo>
                  <a:pt x="61" y="68"/>
                  <a:pt x="53" y="60"/>
                  <a:pt x="43" y="60"/>
                </a:cubicBezTo>
                <a:close/>
                <a:moveTo>
                  <a:pt x="99" y="60"/>
                </a:moveTo>
                <a:cubicBezTo>
                  <a:pt x="89" y="60"/>
                  <a:pt x="80" y="68"/>
                  <a:pt x="80" y="78"/>
                </a:cubicBezTo>
                <a:cubicBezTo>
                  <a:pt x="80" y="88"/>
                  <a:pt x="89" y="97"/>
                  <a:pt x="99" y="97"/>
                </a:cubicBezTo>
                <a:cubicBezTo>
                  <a:pt x="109" y="97"/>
                  <a:pt x="117" y="88"/>
                  <a:pt x="117" y="78"/>
                </a:cubicBezTo>
                <a:cubicBezTo>
                  <a:pt x="117" y="68"/>
                  <a:pt x="109" y="60"/>
                  <a:pt x="99" y="60"/>
                </a:cubicBezTo>
                <a:close/>
                <a:moveTo>
                  <a:pt x="155" y="60"/>
                </a:moveTo>
                <a:cubicBezTo>
                  <a:pt x="145" y="60"/>
                  <a:pt x="136" y="68"/>
                  <a:pt x="136" y="78"/>
                </a:cubicBezTo>
                <a:cubicBezTo>
                  <a:pt x="136" y="88"/>
                  <a:pt x="145" y="97"/>
                  <a:pt x="155" y="97"/>
                </a:cubicBezTo>
                <a:cubicBezTo>
                  <a:pt x="165" y="97"/>
                  <a:pt x="173" y="88"/>
                  <a:pt x="173" y="78"/>
                </a:cubicBezTo>
                <a:cubicBezTo>
                  <a:pt x="173" y="68"/>
                  <a:pt x="165" y="60"/>
                  <a:pt x="155" y="60"/>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86"/>
          <p:cNvSpPr>
            <a:spLocks/>
          </p:cNvSpPr>
          <p:nvPr/>
        </p:nvSpPr>
        <p:spPr bwMode="auto">
          <a:xfrm>
            <a:off x="5960809" y="1567931"/>
            <a:ext cx="265655" cy="409023"/>
          </a:xfrm>
          <a:custGeom>
            <a:avLst/>
            <a:gdLst>
              <a:gd name="T0" fmla="*/ 79 w 135"/>
              <a:gd name="T1" fmla="*/ 0 h 208"/>
              <a:gd name="T2" fmla="*/ 60 w 135"/>
              <a:gd name="T3" fmla="*/ 0 h 208"/>
              <a:gd name="T4" fmla="*/ 60 w 135"/>
              <a:gd name="T5" fmla="*/ 141 h 208"/>
              <a:gd name="T6" fmla="*/ 2 w 135"/>
              <a:gd name="T7" fmla="*/ 168 h 208"/>
              <a:gd name="T8" fmla="*/ 7 w 135"/>
              <a:gd name="T9" fmla="*/ 188 h 208"/>
              <a:gd name="T10" fmla="*/ 80 w 135"/>
              <a:gd name="T11" fmla="*/ 176 h 208"/>
              <a:gd name="T12" fmla="*/ 88 w 135"/>
              <a:gd name="T13" fmla="*/ 136 h 208"/>
              <a:gd name="T14" fmla="*/ 88 w 135"/>
              <a:gd name="T15" fmla="*/ 51 h 208"/>
              <a:gd name="T16" fmla="*/ 114 w 135"/>
              <a:gd name="T17" fmla="*/ 81 h 208"/>
              <a:gd name="T18" fmla="*/ 110 w 135"/>
              <a:gd name="T19" fmla="*/ 112 h 208"/>
              <a:gd name="T20" fmla="*/ 108 w 135"/>
              <a:gd name="T21" fmla="*/ 118 h 208"/>
              <a:gd name="T22" fmla="*/ 122 w 135"/>
              <a:gd name="T23" fmla="*/ 107 h 208"/>
              <a:gd name="T24" fmla="*/ 127 w 135"/>
              <a:gd name="T25" fmla="*/ 90 h 208"/>
              <a:gd name="T26" fmla="*/ 79 w 135"/>
              <a:gd name="T27"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5" h="208">
                <a:moveTo>
                  <a:pt x="79" y="0"/>
                </a:moveTo>
                <a:cubicBezTo>
                  <a:pt x="60" y="0"/>
                  <a:pt x="60" y="0"/>
                  <a:pt x="60" y="0"/>
                </a:cubicBezTo>
                <a:cubicBezTo>
                  <a:pt x="60" y="141"/>
                  <a:pt x="60" y="141"/>
                  <a:pt x="60" y="141"/>
                </a:cubicBezTo>
                <a:cubicBezTo>
                  <a:pt x="34" y="130"/>
                  <a:pt x="7" y="145"/>
                  <a:pt x="2" y="168"/>
                </a:cubicBezTo>
                <a:cubicBezTo>
                  <a:pt x="0" y="176"/>
                  <a:pt x="4" y="184"/>
                  <a:pt x="7" y="188"/>
                </a:cubicBezTo>
                <a:cubicBezTo>
                  <a:pt x="24" y="208"/>
                  <a:pt x="63" y="199"/>
                  <a:pt x="80" y="176"/>
                </a:cubicBezTo>
                <a:cubicBezTo>
                  <a:pt x="88" y="166"/>
                  <a:pt x="88" y="158"/>
                  <a:pt x="88" y="136"/>
                </a:cubicBezTo>
                <a:cubicBezTo>
                  <a:pt x="88" y="51"/>
                  <a:pt x="88" y="51"/>
                  <a:pt x="88" y="51"/>
                </a:cubicBezTo>
                <a:cubicBezTo>
                  <a:pt x="98" y="59"/>
                  <a:pt x="110" y="66"/>
                  <a:pt x="114" y="81"/>
                </a:cubicBezTo>
                <a:cubicBezTo>
                  <a:pt x="117" y="90"/>
                  <a:pt x="113" y="104"/>
                  <a:pt x="110" y="112"/>
                </a:cubicBezTo>
                <a:cubicBezTo>
                  <a:pt x="109" y="114"/>
                  <a:pt x="107" y="116"/>
                  <a:pt x="108" y="118"/>
                </a:cubicBezTo>
                <a:cubicBezTo>
                  <a:pt x="116" y="124"/>
                  <a:pt x="119" y="112"/>
                  <a:pt x="122" y="107"/>
                </a:cubicBezTo>
                <a:cubicBezTo>
                  <a:pt x="124" y="102"/>
                  <a:pt x="126" y="95"/>
                  <a:pt x="127" y="90"/>
                </a:cubicBezTo>
                <a:cubicBezTo>
                  <a:pt x="135" y="41"/>
                  <a:pt x="84" y="38"/>
                  <a:pt x="79" y="0"/>
                </a:cubicBezTo>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87"/>
          <p:cNvSpPr>
            <a:spLocks noEditPoints="1"/>
          </p:cNvSpPr>
          <p:nvPr/>
        </p:nvSpPr>
        <p:spPr bwMode="auto">
          <a:xfrm>
            <a:off x="6378264" y="1597448"/>
            <a:ext cx="393562" cy="330311"/>
          </a:xfrm>
          <a:custGeom>
            <a:avLst/>
            <a:gdLst>
              <a:gd name="T0" fmla="*/ 109 w 200"/>
              <a:gd name="T1" fmla="*/ 146 h 168"/>
              <a:gd name="T2" fmla="*/ 55 w 200"/>
              <a:gd name="T3" fmla="*/ 168 h 168"/>
              <a:gd name="T4" fmla="*/ 0 w 200"/>
              <a:gd name="T5" fmla="*/ 23 h 168"/>
              <a:gd name="T6" fmla="*/ 109 w 200"/>
              <a:gd name="T7" fmla="*/ 23 h 168"/>
              <a:gd name="T8" fmla="*/ 191 w 200"/>
              <a:gd name="T9" fmla="*/ 31 h 168"/>
              <a:gd name="T10" fmla="*/ 200 w 200"/>
              <a:gd name="T11" fmla="*/ 138 h 168"/>
              <a:gd name="T12" fmla="*/ 176 w 200"/>
              <a:gd name="T13" fmla="*/ 138 h 168"/>
              <a:gd name="T14" fmla="*/ 184 w 200"/>
              <a:gd name="T15" fmla="*/ 130 h 168"/>
              <a:gd name="T16" fmla="*/ 176 w 200"/>
              <a:gd name="T17" fmla="*/ 138 h 168"/>
              <a:gd name="T18" fmla="*/ 168 w 200"/>
              <a:gd name="T19" fmla="*/ 138 h 168"/>
              <a:gd name="T20" fmla="*/ 160 w 200"/>
              <a:gd name="T21" fmla="*/ 130 h 168"/>
              <a:gd name="T22" fmla="*/ 144 w 200"/>
              <a:gd name="T23" fmla="*/ 138 h 168"/>
              <a:gd name="T24" fmla="*/ 152 w 200"/>
              <a:gd name="T25" fmla="*/ 130 h 168"/>
              <a:gd name="T26" fmla="*/ 144 w 200"/>
              <a:gd name="T27" fmla="*/ 138 h 168"/>
              <a:gd name="T28" fmla="*/ 136 w 200"/>
              <a:gd name="T29" fmla="*/ 138 h 168"/>
              <a:gd name="T30" fmla="*/ 128 w 200"/>
              <a:gd name="T31" fmla="*/ 130 h 168"/>
              <a:gd name="T32" fmla="*/ 112 w 200"/>
              <a:gd name="T33" fmla="*/ 138 h 168"/>
              <a:gd name="T34" fmla="*/ 120 w 200"/>
              <a:gd name="T35" fmla="*/ 130 h 168"/>
              <a:gd name="T36" fmla="*/ 112 w 200"/>
              <a:gd name="T37" fmla="*/ 138 h 168"/>
              <a:gd name="T38" fmla="*/ 112 w 200"/>
              <a:gd name="T39" fmla="*/ 38 h 168"/>
              <a:gd name="T40" fmla="*/ 120 w 200"/>
              <a:gd name="T41" fmla="*/ 46 h 168"/>
              <a:gd name="T42" fmla="*/ 124 w 200"/>
              <a:gd name="T43" fmla="*/ 54 h 168"/>
              <a:gd name="T44" fmla="*/ 108 w 200"/>
              <a:gd name="T45" fmla="*/ 123 h 168"/>
              <a:gd name="T46" fmla="*/ 124 w 200"/>
              <a:gd name="T47" fmla="*/ 54 h 168"/>
              <a:gd name="T48" fmla="*/ 128 w 200"/>
              <a:gd name="T49" fmla="*/ 38 h 168"/>
              <a:gd name="T50" fmla="*/ 136 w 200"/>
              <a:gd name="T51" fmla="*/ 46 h 168"/>
              <a:gd name="T52" fmla="*/ 152 w 200"/>
              <a:gd name="T53" fmla="*/ 38 h 168"/>
              <a:gd name="T54" fmla="*/ 144 w 200"/>
              <a:gd name="T55" fmla="*/ 46 h 168"/>
              <a:gd name="T56" fmla="*/ 152 w 200"/>
              <a:gd name="T57" fmla="*/ 38 h 168"/>
              <a:gd name="T58" fmla="*/ 160 w 200"/>
              <a:gd name="T59" fmla="*/ 38 h 168"/>
              <a:gd name="T60" fmla="*/ 168 w 200"/>
              <a:gd name="T61" fmla="*/ 46 h 168"/>
              <a:gd name="T62" fmla="*/ 184 w 200"/>
              <a:gd name="T63" fmla="*/ 38 h 168"/>
              <a:gd name="T64" fmla="*/ 176 w 200"/>
              <a:gd name="T65" fmla="*/ 46 h 168"/>
              <a:gd name="T66" fmla="*/ 184 w 200"/>
              <a:gd name="T67" fmla="*/ 38 h 168"/>
              <a:gd name="T68" fmla="*/ 132 w 200"/>
              <a:gd name="T69" fmla="*/ 54 h 168"/>
              <a:gd name="T70" fmla="*/ 188 w 200"/>
              <a:gd name="T71" fmla="*/ 123 h 168"/>
              <a:gd name="T72" fmla="*/ 55 w 200"/>
              <a:gd name="T73" fmla="*/ 23 h 168"/>
              <a:gd name="T74" fmla="*/ 55 w 200"/>
              <a:gd name="T75" fmla="*/ 0 h 168"/>
              <a:gd name="T76" fmla="*/ 55 w 200"/>
              <a:gd name="T77" fmla="*/ 23 h 168"/>
              <a:gd name="T78" fmla="*/ 40 w 200"/>
              <a:gd name="T79" fmla="*/ 10 h 168"/>
              <a:gd name="T80" fmla="*/ 70 w 200"/>
              <a:gd name="T81" fmla="*/ 1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0" h="168">
                <a:moveTo>
                  <a:pt x="191" y="146"/>
                </a:moveTo>
                <a:cubicBezTo>
                  <a:pt x="109" y="146"/>
                  <a:pt x="109" y="146"/>
                  <a:pt x="109" y="146"/>
                </a:cubicBezTo>
                <a:cubicBezTo>
                  <a:pt x="109" y="160"/>
                  <a:pt x="109" y="160"/>
                  <a:pt x="109" y="160"/>
                </a:cubicBezTo>
                <a:cubicBezTo>
                  <a:pt x="109" y="160"/>
                  <a:pt x="100" y="168"/>
                  <a:pt x="55" y="168"/>
                </a:cubicBezTo>
                <a:cubicBezTo>
                  <a:pt x="10" y="168"/>
                  <a:pt x="0" y="160"/>
                  <a:pt x="0" y="160"/>
                </a:cubicBezTo>
                <a:cubicBezTo>
                  <a:pt x="0" y="23"/>
                  <a:pt x="0" y="23"/>
                  <a:pt x="0" y="23"/>
                </a:cubicBezTo>
                <a:cubicBezTo>
                  <a:pt x="0" y="23"/>
                  <a:pt x="10" y="31"/>
                  <a:pt x="55" y="31"/>
                </a:cubicBezTo>
                <a:cubicBezTo>
                  <a:pt x="100" y="31"/>
                  <a:pt x="109" y="23"/>
                  <a:pt x="109" y="23"/>
                </a:cubicBezTo>
                <a:cubicBezTo>
                  <a:pt x="109" y="31"/>
                  <a:pt x="109" y="31"/>
                  <a:pt x="109" y="31"/>
                </a:cubicBezTo>
                <a:cubicBezTo>
                  <a:pt x="191" y="31"/>
                  <a:pt x="191" y="31"/>
                  <a:pt x="191" y="31"/>
                </a:cubicBezTo>
                <a:cubicBezTo>
                  <a:pt x="195" y="31"/>
                  <a:pt x="200" y="34"/>
                  <a:pt x="200" y="38"/>
                </a:cubicBezTo>
                <a:cubicBezTo>
                  <a:pt x="200" y="138"/>
                  <a:pt x="200" y="138"/>
                  <a:pt x="200" y="138"/>
                </a:cubicBezTo>
                <a:cubicBezTo>
                  <a:pt x="200" y="142"/>
                  <a:pt x="195" y="146"/>
                  <a:pt x="191" y="146"/>
                </a:cubicBezTo>
                <a:close/>
                <a:moveTo>
                  <a:pt x="176" y="138"/>
                </a:moveTo>
                <a:cubicBezTo>
                  <a:pt x="184" y="138"/>
                  <a:pt x="184" y="138"/>
                  <a:pt x="184" y="138"/>
                </a:cubicBezTo>
                <a:cubicBezTo>
                  <a:pt x="184" y="130"/>
                  <a:pt x="184" y="130"/>
                  <a:pt x="184" y="130"/>
                </a:cubicBezTo>
                <a:cubicBezTo>
                  <a:pt x="176" y="130"/>
                  <a:pt x="176" y="130"/>
                  <a:pt x="176" y="130"/>
                </a:cubicBezTo>
                <a:lnTo>
                  <a:pt x="176" y="138"/>
                </a:lnTo>
                <a:close/>
                <a:moveTo>
                  <a:pt x="160" y="138"/>
                </a:moveTo>
                <a:cubicBezTo>
                  <a:pt x="168" y="138"/>
                  <a:pt x="168" y="138"/>
                  <a:pt x="168" y="138"/>
                </a:cubicBezTo>
                <a:cubicBezTo>
                  <a:pt x="168" y="130"/>
                  <a:pt x="168" y="130"/>
                  <a:pt x="168" y="130"/>
                </a:cubicBezTo>
                <a:cubicBezTo>
                  <a:pt x="160" y="130"/>
                  <a:pt x="160" y="130"/>
                  <a:pt x="160" y="130"/>
                </a:cubicBezTo>
                <a:lnTo>
                  <a:pt x="160" y="138"/>
                </a:lnTo>
                <a:close/>
                <a:moveTo>
                  <a:pt x="144" y="138"/>
                </a:moveTo>
                <a:cubicBezTo>
                  <a:pt x="152" y="138"/>
                  <a:pt x="152" y="138"/>
                  <a:pt x="152" y="138"/>
                </a:cubicBezTo>
                <a:cubicBezTo>
                  <a:pt x="152" y="130"/>
                  <a:pt x="152" y="130"/>
                  <a:pt x="152" y="130"/>
                </a:cubicBezTo>
                <a:cubicBezTo>
                  <a:pt x="144" y="130"/>
                  <a:pt x="144" y="130"/>
                  <a:pt x="144" y="130"/>
                </a:cubicBezTo>
                <a:lnTo>
                  <a:pt x="144" y="138"/>
                </a:lnTo>
                <a:close/>
                <a:moveTo>
                  <a:pt x="128" y="138"/>
                </a:moveTo>
                <a:cubicBezTo>
                  <a:pt x="136" y="138"/>
                  <a:pt x="136" y="138"/>
                  <a:pt x="136" y="138"/>
                </a:cubicBezTo>
                <a:cubicBezTo>
                  <a:pt x="136" y="130"/>
                  <a:pt x="136" y="130"/>
                  <a:pt x="136" y="130"/>
                </a:cubicBezTo>
                <a:cubicBezTo>
                  <a:pt x="128" y="130"/>
                  <a:pt x="128" y="130"/>
                  <a:pt x="128" y="130"/>
                </a:cubicBezTo>
                <a:lnTo>
                  <a:pt x="128" y="138"/>
                </a:lnTo>
                <a:close/>
                <a:moveTo>
                  <a:pt x="112" y="138"/>
                </a:moveTo>
                <a:cubicBezTo>
                  <a:pt x="120" y="138"/>
                  <a:pt x="120" y="138"/>
                  <a:pt x="120" y="138"/>
                </a:cubicBezTo>
                <a:cubicBezTo>
                  <a:pt x="120" y="130"/>
                  <a:pt x="120" y="130"/>
                  <a:pt x="120" y="130"/>
                </a:cubicBezTo>
                <a:cubicBezTo>
                  <a:pt x="113" y="130"/>
                  <a:pt x="113" y="130"/>
                  <a:pt x="113" y="130"/>
                </a:cubicBezTo>
                <a:lnTo>
                  <a:pt x="112" y="138"/>
                </a:lnTo>
                <a:close/>
                <a:moveTo>
                  <a:pt x="120" y="38"/>
                </a:moveTo>
                <a:cubicBezTo>
                  <a:pt x="112" y="38"/>
                  <a:pt x="112" y="38"/>
                  <a:pt x="112" y="38"/>
                </a:cubicBezTo>
                <a:cubicBezTo>
                  <a:pt x="112" y="46"/>
                  <a:pt x="112" y="46"/>
                  <a:pt x="112" y="46"/>
                </a:cubicBezTo>
                <a:cubicBezTo>
                  <a:pt x="120" y="46"/>
                  <a:pt x="120" y="46"/>
                  <a:pt x="120" y="46"/>
                </a:cubicBezTo>
                <a:lnTo>
                  <a:pt x="120" y="38"/>
                </a:lnTo>
                <a:close/>
                <a:moveTo>
                  <a:pt x="124" y="54"/>
                </a:moveTo>
                <a:cubicBezTo>
                  <a:pt x="108" y="54"/>
                  <a:pt x="108" y="54"/>
                  <a:pt x="108" y="54"/>
                </a:cubicBezTo>
                <a:cubicBezTo>
                  <a:pt x="108" y="123"/>
                  <a:pt x="108" y="123"/>
                  <a:pt x="108" y="123"/>
                </a:cubicBezTo>
                <a:cubicBezTo>
                  <a:pt x="124" y="123"/>
                  <a:pt x="124" y="123"/>
                  <a:pt x="124" y="123"/>
                </a:cubicBezTo>
                <a:lnTo>
                  <a:pt x="124" y="54"/>
                </a:lnTo>
                <a:close/>
                <a:moveTo>
                  <a:pt x="136" y="38"/>
                </a:moveTo>
                <a:cubicBezTo>
                  <a:pt x="128" y="38"/>
                  <a:pt x="128" y="38"/>
                  <a:pt x="128" y="38"/>
                </a:cubicBezTo>
                <a:cubicBezTo>
                  <a:pt x="128" y="46"/>
                  <a:pt x="128" y="46"/>
                  <a:pt x="128" y="46"/>
                </a:cubicBezTo>
                <a:cubicBezTo>
                  <a:pt x="136" y="46"/>
                  <a:pt x="136" y="46"/>
                  <a:pt x="136" y="46"/>
                </a:cubicBezTo>
                <a:lnTo>
                  <a:pt x="136" y="38"/>
                </a:lnTo>
                <a:close/>
                <a:moveTo>
                  <a:pt x="152" y="38"/>
                </a:moveTo>
                <a:cubicBezTo>
                  <a:pt x="144" y="38"/>
                  <a:pt x="144" y="38"/>
                  <a:pt x="144" y="38"/>
                </a:cubicBezTo>
                <a:cubicBezTo>
                  <a:pt x="144" y="46"/>
                  <a:pt x="144" y="46"/>
                  <a:pt x="144" y="46"/>
                </a:cubicBezTo>
                <a:cubicBezTo>
                  <a:pt x="152" y="46"/>
                  <a:pt x="152" y="46"/>
                  <a:pt x="152" y="46"/>
                </a:cubicBezTo>
                <a:lnTo>
                  <a:pt x="152" y="38"/>
                </a:lnTo>
                <a:close/>
                <a:moveTo>
                  <a:pt x="168" y="38"/>
                </a:moveTo>
                <a:cubicBezTo>
                  <a:pt x="160" y="38"/>
                  <a:pt x="160" y="38"/>
                  <a:pt x="160" y="38"/>
                </a:cubicBezTo>
                <a:cubicBezTo>
                  <a:pt x="160" y="46"/>
                  <a:pt x="160" y="46"/>
                  <a:pt x="160" y="46"/>
                </a:cubicBezTo>
                <a:cubicBezTo>
                  <a:pt x="168" y="46"/>
                  <a:pt x="168" y="46"/>
                  <a:pt x="168" y="46"/>
                </a:cubicBezTo>
                <a:lnTo>
                  <a:pt x="168" y="38"/>
                </a:lnTo>
                <a:close/>
                <a:moveTo>
                  <a:pt x="184" y="38"/>
                </a:moveTo>
                <a:cubicBezTo>
                  <a:pt x="176" y="38"/>
                  <a:pt x="176" y="38"/>
                  <a:pt x="176" y="38"/>
                </a:cubicBezTo>
                <a:cubicBezTo>
                  <a:pt x="176" y="46"/>
                  <a:pt x="176" y="46"/>
                  <a:pt x="176" y="46"/>
                </a:cubicBezTo>
                <a:cubicBezTo>
                  <a:pt x="184" y="46"/>
                  <a:pt x="184" y="46"/>
                  <a:pt x="184" y="46"/>
                </a:cubicBezTo>
                <a:lnTo>
                  <a:pt x="184" y="38"/>
                </a:lnTo>
                <a:close/>
                <a:moveTo>
                  <a:pt x="188" y="54"/>
                </a:moveTo>
                <a:cubicBezTo>
                  <a:pt x="132" y="54"/>
                  <a:pt x="132" y="54"/>
                  <a:pt x="132" y="54"/>
                </a:cubicBezTo>
                <a:cubicBezTo>
                  <a:pt x="132" y="123"/>
                  <a:pt x="132" y="123"/>
                  <a:pt x="132" y="123"/>
                </a:cubicBezTo>
                <a:cubicBezTo>
                  <a:pt x="188" y="123"/>
                  <a:pt x="188" y="123"/>
                  <a:pt x="188" y="123"/>
                </a:cubicBezTo>
                <a:lnTo>
                  <a:pt x="188" y="54"/>
                </a:lnTo>
                <a:close/>
                <a:moveTo>
                  <a:pt x="55" y="23"/>
                </a:moveTo>
                <a:cubicBezTo>
                  <a:pt x="26" y="23"/>
                  <a:pt x="0" y="18"/>
                  <a:pt x="0" y="12"/>
                </a:cubicBezTo>
                <a:cubicBezTo>
                  <a:pt x="0" y="6"/>
                  <a:pt x="26" y="0"/>
                  <a:pt x="55" y="0"/>
                </a:cubicBezTo>
                <a:cubicBezTo>
                  <a:pt x="84" y="0"/>
                  <a:pt x="109" y="6"/>
                  <a:pt x="109" y="12"/>
                </a:cubicBezTo>
                <a:cubicBezTo>
                  <a:pt x="109" y="18"/>
                  <a:pt x="84" y="23"/>
                  <a:pt x="55" y="23"/>
                </a:cubicBezTo>
                <a:close/>
                <a:moveTo>
                  <a:pt x="55" y="5"/>
                </a:moveTo>
                <a:cubicBezTo>
                  <a:pt x="47" y="5"/>
                  <a:pt x="40" y="7"/>
                  <a:pt x="40" y="10"/>
                </a:cubicBezTo>
                <a:cubicBezTo>
                  <a:pt x="40" y="13"/>
                  <a:pt x="47" y="16"/>
                  <a:pt x="55" y="16"/>
                </a:cubicBezTo>
                <a:cubicBezTo>
                  <a:pt x="64" y="16"/>
                  <a:pt x="70" y="13"/>
                  <a:pt x="70" y="10"/>
                </a:cubicBezTo>
                <a:cubicBezTo>
                  <a:pt x="70" y="7"/>
                  <a:pt x="64" y="5"/>
                  <a:pt x="55" y="5"/>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88"/>
          <p:cNvSpPr>
            <a:spLocks noEditPoints="1"/>
          </p:cNvSpPr>
          <p:nvPr/>
        </p:nvSpPr>
        <p:spPr bwMode="auto">
          <a:xfrm>
            <a:off x="6874434" y="1563714"/>
            <a:ext cx="394968" cy="378101"/>
          </a:xfrm>
          <a:custGeom>
            <a:avLst/>
            <a:gdLst>
              <a:gd name="T0" fmla="*/ 32 w 200"/>
              <a:gd name="T1" fmla="*/ 0 h 192"/>
              <a:gd name="T2" fmla="*/ 32 w 200"/>
              <a:gd name="T3" fmla="*/ 36 h 192"/>
              <a:gd name="T4" fmla="*/ 0 w 200"/>
              <a:gd name="T5" fmla="*/ 36 h 192"/>
              <a:gd name="T6" fmla="*/ 0 w 200"/>
              <a:gd name="T7" fmla="*/ 152 h 192"/>
              <a:gd name="T8" fmla="*/ 40 w 200"/>
              <a:gd name="T9" fmla="*/ 192 h 192"/>
              <a:gd name="T10" fmla="*/ 160 w 200"/>
              <a:gd name="T11" fmla="*/ 192 h 192"/>
              <a:gd name="T12" fmla="*/ 200 w 200"/>
              <a:gd name="T13" fmla="*/ 152 h 192"/>
              <a:gd name="T14" fmla="*/ 200 w 200"/>
              <a:gd name="T15" fmla="*/ 0 h 192"/>
              <a:gd name="T16" fmla="*/ 32 w 200"/>
              <a:gd name="T17" fmla="*/ 0 h 192"/>
              <a:gd name="T18" fmla="*/ 32 w 200"/>
              <a:gd name="T19" fmla="*/ 140 h 192"/>
              <a:gd name="T20" fmla="*/ 22 w 200"/>
              <a:gd name="T21" fmla="*/ 166 h 192"/>
              <a:gd name="T22" fmla="*/ 12 w 200"/>
              <a:gd name="T23" fmla="*/ 140 h 192"/>
              <a:gd name="T24" fmla="*/ 12 w 200"/>
              <a:gd name="T25" fmla="*/ 48 h 192"/>
              <a:gd name="T26" fmla="*/ 32 w 200"/>
              <a:gd name="T27" fmla="*/ 48 h 192"/>
              <a:gd name="T28" fmla="*/ 32 w 200"/>
              <a:gd name="T29" fmla="*/ 140 h 192"/>
              <a:gd name="T30" fmla="*/ 188 w 200"/>
              <a:gd name="T31" fmla="*/ 140 h 192"/>
              <a:gd name="T32" fmla="*/ 148 w 200"/>
              <a:gd name="T33" fmla="*/ 180 h 192"/>
              <a:gd name="T34" fmla="*/ 52 w 200"/>
              <a:gd name="T35" fmla="*/ 180 h 192"/>
              <a:gd name="T36" fmla="*/ 35 w 200"/>
              <a:gd name="T37" fmla="*/ 176 h 192"/>
              <a:gd name="T38" fmla="*/ 44 w 200"/>
              <a:gd name="T39" fmla="*/ 152 h 192"/>
              <a:gd name="T40" fmla="*/ 44 w 200"/>
              <a:gd name="T41" fmla="*/ 12 h 192"/>
              <a:gd name="T42" fmla="*/ 188 w 200"/>
              <a:gd name="T43" fmla="*/ 12 h 192"/>
              <a:gd name="T44" fmla="*/ 188 w 200"/>
              <a:gd name="T45" fmla="*/ 140 h 192"/>
              <a:gd name="T46" fmla="*/ 100 w 200"/>
              <a:gd name="T47" fmla="*/ 128 h 192"/>
              <a:gd name="T48" fmla="*/ 60 w 200"/>
              <a:gd name="T49" fmla="*/ 128 h 192"/>
              <a:gd name="T50" fmla="*/ 60 w 200"/>
              <a:gd name="T51" fmla="*/ 140 h 192"/>
              <a:gd name="T52" fmla="*/ 100 w 200"/>
              <a:gd name="T53" fmla="*/ 140 h 192"/>
              <a:gd name="T54" fmla="*/ 100 w 200"/>
              <a:gd name="T55" fmla="*/ 128 h 192"/>
              <a:gd name="T56" fmla="*/ 100 w 200"/>
              <a:gd name="T57" fmla="*/ 108 h 192"/>
              <a:gd name="T58" fmla="*/ 60 w 200"/>
              <a:gd name="T59" fmla="*/ 108 h 192"/>
              <a:gd name="T60" fmla="*/ 60 w 200"/>
              <a:gd name="T61" fmla="*/ 120 h 192"/>
              <a:gd name="T62" fmla="*/ 100 w 200"/>
              <a:gd name="T63" fmla="*/ 120 h 192"/>
              <a:gd name="T64" fmla="*/ 100 w 200"/>
              <a:gd name="T65" fmla="*/ 108 h 192"/>
              <a:gd name="T66" fmla="*/ 100 w 200"/>
              <a:gd name="T67" fmla="*/ 88 h 192"/>
              <a:gd name="T68" fmla="*/ 60 w 200"/>
              <a:gd name="T69" fmla="*/ 88 h 192"/>
              <a:gd name="T70" fmla="*/ 60 w 200"/>
              <a:gd name="T71" fmla="*/ 100 h 192"/>
              <a:gd name="T72" fmla="*/ 100 w 200"/>
              <a:gd name="T73" fmla="*/ 100 h 192"/>
              <a:gd name="T74" fmla="*/ 100 w 200"/>
              <a:gd name="T75" fmla="*/ 88 h 192"/>
              <a:gd name="T76" fmla="*/ 168 w 200"/>
              <a:gd name="T77" fmla="*/ 36 h 192"/>
              <a:gd name="T78" fmla="*/ 60 w 200"/>
              <a:gd name="T79" fmla="*/ 36 h 192"/>
              <a:gd name="T80" fmla="*/ 60 w 200"/>
              <a:gd name="T81" fmla="*/ 52 h 192"/>
              <a:gd name="T82" fmla="*/ 168 w 200"/>
              <a:gd name="T83" fmla="*/ 52 h 192"/>
              <a:gd name="T84" fmla="*/ 168 w 200"/>
              <a:gd name="T85" fmla="*/ 36 h 192"/>
              <a:gd name="T86" fmla="*/ 100 w 200"/>
              <a:gd name="T87" fmla="*/ 68 h 192"/>
              <a:gd name="T88" fmla="*/ 60 w 200"/>
              <a:gd name="T89" fmla="*/ 68 h 192"/>
              <a:gd name="T90" fmla="*/ 60 w 200"/>
              <a:gd name="T91" fmla="*/ 80 h 192"/>
              <a:gd name="T92" fmla="*/ 100 w 200"/>
              <a:gd name="T93" fmla="*/ 80 h 192"/>
              <a:gd name="T94" fmla="*/ 100 w 200"/>
              <a:gd name="T95" fmla="*/ 68 h 192"/>
              <a:gd name="T96" fmla="*/ 112 w 200"/>
              <a:gd name="T97" fmla="*/ 140 h 192"/>
              <a:gd name="T98" fmla="*/ 168 w 200"/>
              <a:gd name="T99" fmla="*/ 140 h 192"/>
              <a:gd name="T100" fmla="*/ 168 w 200"/>
              <a:gd name="T101" fmla="*/ 68 h 192"/>
              <a:gd name="T102" fmla="*/ 112 w 200"/>
              <a:gd name="T103" fmla="*/ 68 h 192"/>
              <a:gd name="T104" fmla="*/ 112 w 200"/>
              <a:gd name="T105" fmla="*/ 14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0" h="192">
                <a:moveTo>
                  <a:pt x="32" y="0"/>
                </a:moveTo>
                <a:cubicBezTo>
                  <a:pt x="32" y="36"/>
                  <a:pt x="32" y="36"/>
                  <a:pt x="32" y="36"/>
                </a:cubicBezTo>
                <a:cubicBezTo>
                  <a:pt x="0" y="36"/>
                  <a:pt x="0" y="36"/>
                  <a:pt x="0" y="36"/>
                </a:cubicBezTo>
                <a:cubicBezTo>
                  <a:pt x="0" y="152"/>
                  <a:pt x="0" y="152"/>
                  <a:pt x="0" y="152"/>
                </a:cubicBezTo>
                <a:cubicBezTo>
                  <a:pt x="0" y="174"/>
                  <a:pt x="17" y="192"/>
                  <a:pt x="40" y="192"/>
                </a:cubicBezTo>
                <a:cubicBezTo>
                  <a:pt x="160" y="192"/>
                  <a:pt x="160" y="192"/>
                  <a:pt x="160" y="192"/>
                </a:cubicBezTo>
                <a:cubicBezTo>
                  <a:pt x="182" y="192"/>
                  <a:pt x="200" y="174"/>
                  <a:pt x="200" y="152"/>
                </a:cubicBezTo>
                <a:cubicBezTo>
                  <a:pt x="200" y="0"/>
                  <a:pt x="200" y="0"/>
                  <a:pt x="200" y="0"/>
                </a:cubicBezTo>
                <a:lnTo>
                  <a:pt x="32" y="0"/>
                </a:lnTo>
                <a:close/>
                <a:moveTo>
                  <a:pt x="32" y="140"/>
                </a:moveTo>
                <a:cubicBezTo>
                  <a:pt x="32" y="150"/>
                  <a:pt x="28" y="159"/>
                  <a:pt x="22" y="166"/>
                </a:cubicBezTo>
                <a:cubicBezTo>
                  <a:pt x="15" y="159"/>
                  <a:pt x="12" y="150"/>
                  <a:pt x="12" y="140"/>
                </a:cubicBezTo>
                <a:cubicBezTo>
                  <a:pt x="12" y="48"/>
                  <a:pt x="12" y="48"/>
                  <a:pt x="12" y="48"/>
                </a:cubicBezTo>
                <a:cubicBezTo>
                  <a:pt x="32" y="48"/>
                  <a:pt x="32" y="48"/>
                  <a:pt x="32" y="48"/>
                </a:cubicBezTo>
                <a:lnTo>
                  <a:pt x="32" y="140"/>
                </a:lnTo>
                <a:close/>
                <a:moveTo>
                  <a:pt x="188" y="140"/>
                </a:moveTo>
                <a:cubicBezTo>
                  <a:pt x="188" y="162"/>
                  <a:pt x="170" y="180"/>
                  <a:pt x="148" y="180"/>
                </a:cubicBezTo>
                <a:cubicBezTo>
                  <a:pt x="52" y="180"/>
                  <a:pt x="52" y="180"/>
                  <a:pt x="52" y="180"/>
                </a:cubicBezTo>
                <a:cubicBezTo>
                  <a:pt x="46" y="180"/>
                  <a:pt x="40" y="178"/>
                  <a:pt x="35" y="176"/>
                </a:cubicBezTo>
                <a:cubicBezTo>
                  <a:pt x="40" y="169"/>
                  <a:pt x="44" y="161"/>
                  <a:pt x="44" y="152"/>
                </a:cubicBezTo>
                <a:cubicBezTo>
                  <a:pt x="44" y="12"/>
                  <a:pt x="44" y="12"/>
                  <a:pt x="44" y="12"/>
                </a:cubicBezTo>
                <a:cubicBezTo>
                  <a:pt x="188" y="12"/>
                  <a:pt x="188" y="12"/>
                  <a:pt x="188" y="12"/>
                </a:cubicBezTo>
                <a:lnTo>
                  <a:pt x="188" y="140"/>
                </a:lnTo>
                <a:close/>
                <a:moveTo>
                  <a:pt x="100" y="128"/>
                </a:moveTo>
                <a:cubicBezTo>
                  <a:pt x="60" y="128"/>
                  <a:pt x="60" y="128"/>
                  <a:pt x="60" y="128"/>
                </a:cubicBezTo>
                <a:cubicBezTo>
                  <a:pt x="60" y="140"/>
                  <a:pt x="60" y="140"/>
                  <a:pt x="60" y="140"/>
                </a:cubicBezTo>
                <a:cubicBezTo>
                  <a:pt x="100" y="140"/>
                  <a:pt x="100" y="140"/>
                  <a:pt x="100" y="140"/>
                </a:cubicBezTo>
                <a:lnTo>
                  <a:pt x="100" y="128"/>
                </a:lnTo>
                <a:close/>
                <a:moveTo>
                  <a:pt x="100" y="108"/>
                </a:moveTo>
                <a:cubicBezTo>
                  <a:pt x="60" y="108"/>
                  <a:pt x="60" y="108"/>
                  <a:pt x="60" y="108"/>
                </a:cubicBezTo>
                <a:cubicBezTo>
                  <a:pt x="60" y="120"/>
                  <a:pt x="60" y="120"/>
                  <a:pt x="60" y="120"/>
                </a:cubicBezTo>
                <a:cubicBezTo>
                  <a:pt x="100" y="120"/>
                  <a:pt x="100" y="120"/>
                  <a:pt x="100" y="120"/>
                </a:cubicBezTo>
                <a:lnTo>
                  <a:pt x="100" y="108"/>
                </a:lnTo>
                <a:close/>
                <a:moveTo>
                  <a:pt x="100" y="88"/>
                </a:moveTo>
                <a:cubicBezTo>
                  <a:pt x="60" y="88"/>
                  <a:pt x="60" y="88"/>
                  <a:pt x="60" y="88"/>
                </a:cubicBezTo>
                <a:cubicBezTo>
                  <a:pt x="60" y="100"/>
                  <a:pt x="60" y="100"/>
                  <a:pt x="60" y="100"/>
                </a:cubicBezTo>
                <a:cubicBezTo>
                  <a:pt x="100" y="100"/>
                  <a:pt x="100" y="100"/>
                  <a:pt x="100" y="100"/>
                </a:cubicBezTo>
                <a:lnTo>
                  <a:pt x="100" y="88"/>
                </a:lnTo>
                <a:close/>
                <a:moveTo>
                  <a:pt x="168" y="36"/>
                </a:moveTo>
                <a:cubicBezTo>
                  <a:pt x="60" y="36"/>
                  <a:pt x="60" y="36"/>
                  <a:pt x="60" y="36"/>
                </a:cubicBezTo>
                <a:cubicBezTo>
                  <a:pt x="60" y="52"/>
                  <a:pt x="60" y="52"/>
                  <a:pt x="60" y="52"/>
                </a:cubicBezTo>
                <a:cubicBezTo>
                  <a:pt x="168" y="52"/>
                  <a:pt x="168" y="52"/>
                  <a:pt x="168" y="52"/>
                </a:cubicBezTo>
                <a:lnTo>
                  <a:pt x="168" y="36"/>
                </a:lnTo>
                <a:close/>
                <a:moveTo>
                  <a:pt x="100" y="68"/>
                </a:moveTo>
                <a:cubicBezTo>
                  <a:pt x="60" y="68"/>
                  <a:pt x="60" y="68"/>
                  <a:pt x="60" y="68"/>
                </a:cubicBezTo>
                <a:cubicBezTo>
                  <a:pt x="60" y="80"/>
                  <a:pt x="60" y="80"/>
                  <a:pt x="60" y="80"/>
                </a:cubicBezTo>
                <a:cubicBezTo>
                  <a:pt x="100" y="80"/>
                  <a:pt x="100" y="80"/>
                  <a:pt x="100" y="80"/>
                </a:cubicBezTo>
                <a:lnTo>
                  <a:pt x="100" y="68"/>
                </a:lnTo>
                <a:close/>
                <a:moveTo>
                  <a:pt x="112" y="140"/>
                </a:moveTo>
                <a:cubicBezTo>
                  <a:pt x="168" y="140"/>
                  <a:pt x="168" y="140"/>
                  <a:pt x="168" y="140"/>
                </a:cubicBezTo>
                <a:cubicBezTo>
                  <a:pt x="168" y="68"/>
                  <a:pt x="168" y="68"/>
                  <a:pt x="168" y="68"/>
                </a:cubicBezTo>
                <a:cubicBezTo>
                  <a:pt x="112" y="68"/>
                  <a:pt x="112" y="68"/>
                  <a:pt x="112" y="68"/>
                </a:cubicBezTo>
                <a:lnTo>
                  <a:pt x="112" y="140"/>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89"/>
          <p:cNvSpPr>
            <a:spLocks noEditPoints="1"/>
          </p:cNvSpPr>
          <p:nvPr/>
        </p:nvSpPr>
        <p:spPr bwMode="auto">
          <a:xfrm>
            <a:off x="7428231" y="1565120"/>
            <a:ext cx="244570" cy="394968"/>
          </a:xfrm>
          <a:custGeom>
            <a:avLst/>
            <a:gdLst>
              <a:gd name="T0" fmla="*/ 70 w 124"/>
              <a:gd name="T1" fmla="*/ 160 h 200"/>
              <a:gd name="T2" fmla="*/ 70 w 124"/>
              <a:gd name="T3" fmla="*/ 184 h 200"/>
              <a:gd name="T4" fmla="*/ 97 w 124"/>
              <a:gd name="T5" fmla="*/ 184 h 200"/>
              <a:gd name="T6" fmla="*/ 97 w 124"/>
              <a:gd name="T7" fmla="*/ 200 h 200"/>
              <a:gd name="T8" fmla="*/ 25 w 124"/>
              <a:gd name="T9" fmla="*/ 200 h 200"/>
              <a:gd name="T10" fmla="*/ 25 w 124"/>
              <a:gd name="T11" fmla="*/ 184 h 200"/>
              <a:gd name="T12" fmla="*/ 53 w 124"/>
              <a:gd name="T13" fmla="*/ 184 h 200"/>
              <a:gd name="T14" fmla="*/ 53 w 124"/>
              <a:gd name="T15" fmla="*/ 160 h 200"/>
              <a:gd name="T16" fmla="*/ 0 w 124"/>
              <a:gd name="T17" fmla="*/ 98 h 200"/>
              <a:gd name="T18" fmla="*/ 0 w 124"/>
              <a:gd name="T19" fmla="*/ 76 h 200"/>
              <a:gd name="T20" fmla="*/ 17 w 124"/>
              <a:gd name="T21" fmla="*/ 76 h 200"/>
              <a:gd name="T22" fmla="*/ 17 w 124"/>
              <a:gd name="T23" fmla="*/ 98 h 200"/>
              <a:gd name="T24" fmla="*/ 30 w 124"/>
              <a:gd name="T25" fmla="*/ 130 h 200"/>
              <a:gd name="T26" fmla="*/ 62 w 124"/>
              <a:gd name="T27" fmla="*/ 144 h 200"/>
              <a:gd name="T28" fmla="*/ 94 w 124"/>
              <a:gd name="T29" fmla="*/ 130 h 200"/>
              <a:gd name="T30" fmla="*/ 105 w 124"/>
              <a:gd name="T31" fmla="*/ 98 h 200"/>
              <a:gd name="T32" fmla="*/ 105 w 124"/>
              <a:gd name="T33" fmla="*/ 76 h 200"/>
              <a:gd name="T34" fmla="*/ 124 w 124"/>
              <a:gd name="T35" fmla="*/ 76 h 200"/>
              <a:gd name="T36" fmla="*/ 124 w 124"/>
              <a:gd name="T37" fmla="*/ 98 h 200"/>
              <a:gd name="T38" fmla="*/ 70 w 124"/>
              <a:gd name="T39" fmla="*/ 160 h 200"/>
              <a:gd name="T40" fmla="*/ 63 w 124"/>
              <a:gd name="T41" fmla="*/ 132 h 200"/>
              <a:gd name="T42" fmla="*/ 29 w 124"/>
              <a:gd name="T43" fmla="*/ 97 h 200"/>
              <a:gd name="T44" fmla="*/ 29 w 124"/>
              <a:gd name="T45" fmla="*/ 88 h 200"/>
              <a:gd name="T46" fmla="*/ 77 w 124"/>
              <a:gd name="T47" fmla="*/ 88 h 200"/>
              <a:gd name="T48" fmla="*/ 77 w 124"/>
              <a:gd name="T49" fmla="*/ 80 h 200"/>
              <a:gd name="T50" fmla="*/ 29 w 124"/>
              <a:gd name="T51" fmla="*/ 80 h 200"/>
              <a:gd name="T52" fmla="*/ 29 w 124"/>
              <a:gd name="T53" fmla="*/ 64 h 200"/>
              <a:gd name="T54" fmla="*/ 77 w 124"/>
              <a:gd name="T55" fmla="*/ 64 h 200"/>
              <a:gd name="T56" fmla="*/ 77 w 124"/>
              <a:gd name="T57" fmla="*/ 56 h 200"/>
              <a:gd name="T58" fmla="*/ 29 w 124"/>
              <a:gd name="T59" fmla="*/ 56 h 200"/>
              <a:gd name="T60" fmla="*/ 29 w 124"/>
              <a:gd name="T61" fmla="*/ 44 h 200"/>
              <a:gd name="T62" fmla="*/ 77 w 124"/>
              <a:gd name="T63" fmla="*/ 44 h 200"/>
              <a:gd name="T64" fmla="*/ 77 w 124"/>
              <a:gd name="T65" fmla="*/ 36 h 200"/>
              <a:gd name="T66" fmla="*/ 29 w 124"/>
              <a:gd name="T67" fmla="*/ 36 h 200"/>
              <a:gd name="T68" fmla="*/ 63 w 124"/>
              <a:gd name="T69" fmla="*/ 0 h 200"/>
              <a:gd name="T70" fmla="*/ 97 w 124"/>
              <a:gd name="T71" fmla="*/ 36 h 200"/>
              <a:gd name="T72" fmla="*/ 97 w 124"/>
              <a:gd name="T73" fmla="*/ 97 h 200"/>
              <a:gd name="T74" fmla="*/ 63 w 124"/>
              <a:gd name="T75" fmla="*/ 132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200">
                <a:moveTo>
                  <a:pt x="70" y="160"/>
                </a:moveTo>
                <a:cubicBezTo>
                  <a:pt x="70" y="184"/>
                  <a:pt x="70" y="184"/>
                  <a:pt x="70" y="184"/>
                </a:cubicBezTo>
                <a:cubicBezTo>
                  <a:pt x="97" y="184"/>
                  <a:pt x="97" y="184"/>
                  <a:pt x="97" y="184"/>
                </a:cubicBezTo>
                <a:cubicBezTo>
                  <a:pt x="97" y="200"/>
                  <a:pt x="97" y="200"/>
                  <a:pt x="97" y="200"/>
                </a:cubicBezTo>
                <a:cubicBezTo>
                  <a:pt x="25" y="200"/>
                  <a:pt x="25" y="200"/>
                  <a:pt x="25" y="200"/>
                </a:cubicBezTo>
                <a:cubicBezTo>
                  <a:pt x="25" y="184"/>
                  <a:pt x="25" y="184"/>
                  <a:pt x="25" y="184"/>
                </a:cubicBezTo>
                <a:cubicBezTo>
                  <a:pt x="53" y="184"/>
                  <a:pt x="53" y="184"/>
                  <a:pt x="53" y="184"/>
                </a:cubicBezTo>
                <a:cubicBezTo>
                  <a:pt x="53" y="160"/>
                  <a:pt x="53" y="160"/>
                  <a:pt x="53" y="160"/>
                </a:cubicBezTo>
                <a:cubicBezTo>
                  <a:pt x="23" y="156"/>
                  <a:pt x="0" y="130"/>
                  <a:pt x="0" y="98"/>
                </a:cubicBezTo>
                <a:cubicBezTo>
                  <a:pt x="0" y="76"/>
                  <a:pt x="0" y="76"/>
                  <a:pt x="0" y="76"/>
                </a:cubicBezTo>
                <a:cubicBezTo>
                  <a:pt x="17" y="76"/>
                  <a:pt x="17" y="76"/>
                  <a:pt x="17" y="76"/>
                </a:cubicBezTo>
                <a:cubicBezTo>
                  <a:pt x="17" y="98"/>
                  <a:pt x="17" y="98"/>
                  <a:pt x="17" y="98"/>
                </a:cubicBezTo>
                <a:cubicBezTo>
                  <a:pt x="17" y="111"/>
                  <a:pt x="22" y="122"/>
                  <a:pt x="30" y="130"/>
                </a:cubicBezTo>
                <a:cubicBezTo>
                  <a:pt x="38" y="139"/>
                  <a:pt x="49" y="144"/>
                  <a:pt x="62" y="144"/>
                </a:cubicBezTo>
                <a:cubicBezTo>
                  <a:pt x="75" y="144"/>
                  <a:pt x="86" y="139"/>
                  <a:pt x="94" y="130"/>
                </a:cubicBezTo>
                <a:cubicBezTo>
                  <a:pt x="102" y="122"/>
                  <a:pt x="105" y="111"/>
                  <a:pt x="105" y="98"/>
                </a:cubicBezTo>
                <a:cubicBezTo>
                  <a:pt x="105" y="76"/>
                  <a:pt x="105" y="76"/>
                  <a:pt x="105" y="76"/>
                </a:cubicBezTo>
                <a:cubicBezTo>
                  <a:pt x="124" y="76"/>
                  <a:pt x="124" y="76"/>
                  <a:pt x="124" y="76"/>
                </a:cubicBezTo>
                <a:cubicBezTo>
                  <a:pt x="124" y="98"/>
                  <a:pt x="124" y="98"/>
                  <a:pt x="124" y="98"/>
                </a:cubicBezTo>
                <a:cubicBezTo>
                  <a:pt x="124" y="130"/>
                  <a:pt x="100" y="156"/>
                  <a:pt x="70" y="160"/>
                </a:cubicBezTo>
                <a:close/>
                <a:moveTo>
                  <a:pt x="63" y="132"/>
                </a:moveTo>
                <a:cubicBezTo>
                  <a:pt x="45" y="132"/>
                  <a:pt x="29" y="116"/>
                  <a:pt x="29" y="97"/>
                </a:cubicBezTo>
                <a:cubicBezTo>
                  <a:pt x="29" y="88"/>
                  <a:pt x="29" y="88"/>
                  <a:pt x="29" y="88"/>
                </a:cubicBezTo>
                <a:cubicBezTo>
                  <a:pt x="77" y="88"/>
                  <a:pt x="77" y="88"/>
                  <a:pt x="77" y="88"/>
                </a:cubicBezTo>
                <a:cubicBezTo>
                  <a:pt x="77" y="80"/>
                  <a:pt x="77" y="80"/>
                  <a:pt x="77" y="80"/>
                </a:cubicBezTo>
                <a:cubicBezTo>
                  <a:pt x="29" y="80"/>
                  <a:pt x="29" y="80"/>
                  <a:pt x="29" y="80"/>
                </a:cubicBezTo>
                <a:cubicBezTo>
                  <a:pt x="29" y="64"/>
                  <a:pt x="29" y="64"/>
                  <a:pt x="29" y="64"/>
                </a:cubicBezTo>
                <a:cubicBezTo>
                  <a:pt x="77" y="64"/>
                  <a:pt x="77" y="64"/>
                  <a:pt x="77" y="64"/>
                </a:cubicBezTo>
                <a:cubicBezTo>
                  <a:pt x="77" y="56"/>
                  <a:pt x="77" y="56"/>
                  <a:pt x="77" y="56"/>
                </a:cubicBezTo>
                <a:cubicBezTo>
                  <a:pt x="29" y="56"/>
                  <a:pt x="29" y="56"/>
                  <a:pt x="29" y="56"/>
                </a:cubicBezTo>
                <a:cubicBezTo>
                  <a:pt x="29" y="44"/>
                  <a:pt x="29" y="44"/>
                  <a:pt x="29" y="44"/>
                </a:cubicBezTo>
                <a:cubicBezTo>
                  <a:pt x="77" y="44"/>
                  <a:pt x="77" y="44"/>
                  <a:pt x="77" y="44"/>
                </a:cubicBezTo>
                <a:cubicBezTo>
                  <a:pt x="77" y="36"/>
                  <a:pt x="77" y="36"/>
                  <a:pt x="77" y="36"/>
                </a:cubicBezTo>
                <a:cubicBezTo>
                  <a:pt x="29" y="36"/>
                  <a:pt x="29" y="36"/>
                  <a:pt x="29" y="36"/>
                </a:cubicBezTo>
                <a:cubicBezTo>
                  <a:pt x="30" y="17"/>
                  <a:pt x="46" y="0"/>
                  <a:pt x="63" y="0"/>
                </a:cubicBezTo>
                <a:cubicBezTo>
                  <a:pt x="82" y="0"/>
                  <a:pt x="97" y="16"/>
                  <a:pt x="97" y="36"/>
                </a:cubicBezTo>
                <a:cubicBezTo>
                  <a:pt x="97" y="97"/>
                  <a:pt x="97" y="97"/>
                  <a:pt x="97" y="97"/>
                </a:cubicBezTo>
                <a:cubicBezTo>
                  <a:pt x="97" y="116"/>
                  <a:pt x="82" y="132"/>
                  <a:pt x="63" y="132"/>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90"/>
          <p:cNvSpPr>
            <a:spLocks noEditPoints="1"/>
          </p:cNvSpPr>
          <p:nvPr/>
        </p:nvSpPr>
        <p:spPr bwMode="auto">
          <a:xfrm>
            <a:off x="4462463" y="2392246"/>
            <a:ext cx="371072" cy="393562"/>
          </a:xfrm>
          <a:custGeom>
            <a:avLst/>
            <a:gdLst>
              <a:gd name="T0" fmla="*/ 20 w 188"/>
              <a:gd name="T1" fmla="*/ 116 h 200"/>
              <a:gd name="T2" fmla="*/ 160 w 188"/>
              <a:gd name="T3" fmla="*/ 96 h 200"/>
              <a:gd name="T4" fmla="*/ 180 w 188"/>
              <a:gd name="T5" fmla="*/ 56 h 200"/>
              <a:gd name="T6" fmla="*/ 180 w 188"/>
              <a:gd name="T7" fmla="*/ 36 h 200"/>
              <a:gd name="T8" fmla="*/ 20 w 188"/>
              <a:gd name="T9" fmla="*/ 8 h 200"/>
              <a:gd name="T10" fmla="*/ 188 w 188"/>
              <a:gd name="T11" fmla="*/ 104 h 200"/>
              <a:gd name="T12" fmla="*/ 120 w 188"/>
              <a:gd name="T13" fmla="*/ 36 h 200"/>
              <a:gd name="T14" fmla="*/ 120 w 188"/>
              <a:gd name="T15" fmla="*/ 56 h 200"/>
              <a:gd name="T16" fmla="*/ 100 w 188"/>
              <a:gd name="T17" fmla="*/ 36 h 200"/>
              <a:gd name="T18" fmla="*/ 40 w 188"/>
              <a:gd name="T19" fmla="*/ 56 h 200"/>
              <a:gd name="T20" fmla="*/ 60 w 188"/>
              <a:gd name="T21" fmla="*/ 56 h 200"/>
              <a:gd name="T22" fmla="*/ 40 w 188"/>
              <a:gd name="T23" fmla="*/ 96 h 200"/>
              <a:gd name="T24" fmla="*/ 60 w 188"/>
              <a:gd name="T25" fmla="*/ 96 h 200"/>
              <a:gd name="T26" fmla="*/ 80 w 188"/>
              <a:gd name="T27" fmla="*/ 96 h 200"/>
              <a:gd name="T28" fmla="*/ 140 w 188"/>
              <a:gd name="T29" fmla="*/ 76 h 200"/>
              <a:gd name="T30" fmla="*/ 120 w 188"/>
              <a:gd name="T31" fmla="*/ 76 h 200"/>
              <a:gd name="T32" fmla="*/ 160 w 188"/>
              <a:gd name="T33" fmla="*/ 56 h 200"/>
              <a:gd name="T34" fmla="*/ 140 w 188"/>
              <a:gd name="T35" fmla="*/ 56 h 200"/>
              <a:gd name="T36" fmla="*/ 120 w 188"/>
              <a:gd name="T37" fmla="*/ 56 h 200"/>
              <a:gd name="T38" fmla="*/ 60 w 188"/>
              <a:gd name="T39" fmla="*/ 76 h 200"/>
              <a:gd name="T40" fmla="*/ 80 w 188"/>
              <a:gd name="T41" fmla="*/ 76 h 200"/>
              <a:gd name="T42" fmla="*/ 16 w 188"/>
              <a:gd name="T43" fmla="*/ 192 h 200"/>
              <a:gd name="T44" fmla="*/ 0 w 188"/>
              <a:gd name="T45" fmla="*/ 8 h 200"/>
              <a:gd name="T46" fmla="*/ 16 w 188"/>
              <a:gd name="T47" fmla="*/ 124 h 200"/>
              <a:gd name="T48" fmla="*/ 16 w 188"/>
              <a:gd name="T49" fmla="*/ 124 h 200"/>
              <a:gd name="T50" fmla="*/ 140 w 188"/>
              <a:gd name="T51" fmla="*/ 96 h 200"/>
              <a:gd name="T52" fmla="*/ 120 w 188"/>
              <a:gd name="T53" fmla="*/ 116 h 200"/>
              <a:gd name="T54" fmla="*/ 120 w 188"/>
              <a:gd name="T55" fmla="*/ 96 h 200"/>
              <a:gd name="T56" fmla="*/ 60 w 188"/>
              <a:gd name="T57" fmla="*/ 116 h 200"/>
              <a:gd name="T58" fmla="*/ 80 w 188"/>
              <a:gd name="T59" fmla="*/ 116 h 200"/>
              <a:gd name="T60" fmla="*/ 40 w 188"/>
              <a:gd name="T61" fmla="*/ 96 h 200"/>
              <a:gd name="T62" fmla="*/ 20 w 188"/>
              <a:gd name="T63" fmla="*/ 76 h 200"/>
              <a:gd name="T64" fmla="*/ 40 w 188"/>
              <a:gd name="T65" fmla="*/ 76 h 200"/>
              <a:gd name="T66" fmla="*/ 20 w 188"/>
              <a:gd name="T67" fmla="*/ 16 h 200"/>
              <a:gd name="T68" fmla="*/ 40 w 188"/>
              <a:gd name="T69" fmla="*/ 36 h 200"/>
              <a:gd name="T70" fmla="*/ 60 w 188"/>
              <a:gd name="T71" fmla="*/ 16 h 200"/>
              <a:gd name="T72" fmla="*/ 80 w 188"/>
              <a:gd name="T73" fmla="*/ 36 h 200"/>
              <a:gd name="T74" fmla="*/ 100 w 188"/>
              <a:gd name="T75" fmla="*/ 16 h 200"/>
              <a:gd name="T76" fmla="*/ 120 w 188"/>
              <a:gd name="T77" fmla="*/ 36 h 200"/>
              <a:gd name="T78" fmla="*/ 140 w 188"/>
              <a:gd name="T79" fmla="*/ 16 h 200"/>
              <a:gd name="T80" fmla="*/ 160 w 188"/>
              <a:gd name="T81" fmla="*/ 36 h 200"/>
              <a:gd name="T82" fmla="*/ 20 w 188"/>
              <a:gd name="T83" fmla="*/ 8 h 200"/>
              <a:gd name="T84" fmla="*/ 20 w 188"/>
              <a:gd name="T85" fmla="*/ 8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8" h="200">
                <a:moveTo>
                  <a:pt x="168" y="124"/>
                </a:moveTo>
                <a:cubicBezTo>
                  <a:pt x="168" y="124"/>
                  <a:pt x="57" y="124"/>
                  <a:pt x="20" y="124"/>
                </a:cubicBezTo>
                <a:cubicBezTo>
                  <a:pt x="20" y="116"/>
                  <a:pt x="20" y="116"/>
                  <a:pt x="20" y="116"/>
                </a:cubicBezTo>
                <a:cubicBezTo>
                  <a:pt x="160" y="116"/>
                  <a:pt x="160" y="116"/>
                  <a:pt x="160" y="116"/>
                </a:cubicBezTo>
                <a:cubicBezTo>
                  <a:pt x="171" y="116"/>
                  <a:pt x="180" y="107"/>
                  <a:pt x="180" y="96"/>
                </a:cubicBezTo>
                <a:cubicBezTo>
                  <a:pt x="160" y="96"/>
                  <a:pt x="160" y="96"/>
                  <a:pt x="160" y="96"/>
                </a:cubicBezTo>
                <a:cubicBezTo>
                  <a:pt x="160" y="76"/>
                  <a:pt x="160" y="76"/>
                  <a:pt x="160" y="76"/>
                </a:cubicBezTo>
                <a:cubicBezTo>
                  <a:pt x="180" y="76"/>
                  <a:pt x="180" y="76"/>
                  <a:pt x="180" y="76"/>
                </a:cubicBezTo>
                <a:cubicBezTo>
                  <a:pt x="180" y="56"/>
                  <a:pt x="180" y="56"/>
                  <a:pt x="180" y="56"/>
                </a:cubicBezTo>
                <a:cubicBezTo>
                  <a:pt x="160" y="56"/>
                  <a:pt x="160" y="56"/>
                  <a:pt x="160" y="56"/>
                </a:cubicBezTo>
                <a:cubicBezTo>
                  <a:pt x="160" y="36"/>
                  <a:pt x="160" y="36"/>
                  <a:pt x="160" y="36"/>
                </a:cubicBezTo>
                <a:cubicBezTo>
                  <a:pt x="180" y="36"/>
                  <a:pt x="180" y="36"/>
                  <a:pt x="180" y="36"/>
                </a:cubicBezTo>
                <a:cubicBezTo>
                  <a:pt x="180" y="25"/>
                  <a:pt x="171" y="16"/>
                  <a:pt x="160" y="16"/>
                </a:cubicBezTo>
                <a:cubicBezTo>
                  <a:pt x="20" y="16"/>
                  <a:pt x="20" y="16"/>
                  <a:pt x="20" y="16"/>
                </a:cubicBezTo>
                <a:cubicBezTo>
                  <a:pt x="20" y="8"/>
                  <a:pt x="20" y="8"/>
                  <a:pt x="20" y="8"/>
                </a:cubicBezTo>
                <a:cubicBezTo>
                  <a:pt x="57" y="8"/>
                  <a:pt x="168" y="8"/>
                  <a:pt x="168" y="8"/>
                </a:cubicBezTo>
                <a:cubicBezTo>
                  <a:pt x="179" y="8"/>
                  <a:pt x="188" y="17"/>
                  <a:pt x="188" y="28"/>
                </a:cubicBezTo>
                <a:cubicBezTo>
                  <a:pt x="188" y="104"/>
                  <a:pt x="188" y="104"/>
                  <a:pt x="188" y="104"/>
                </a:cubicBezTo>
                <a:cubicBezTo>
                  <a:pt x="188" y="115"/>
                  <a:pt x="179" y="124"/>
                  <a:pt x="168" y="124"/>
                </a:cubicBezTo>
                <a:close/>
                <a:moveTo>
                  <a:pt x="120" y="56"/>
                </a:moveTo>
                <a:cubicBezTo>
                  <a:pt x="120" y="36"/>
                  <a:pt x="120" y="36"/>
                  <a:pt x="120" y="36"/>
                </a:cubicBezTo>
                <a:cubicBezTo>
                  <a:pt x="140" y="36"/>
                  <a:pt x="140" y="36"/>
                  <a:pt x="140" y="36"/>
                </a:cubicBezTo>
                <a:cubicBezTo>
                  <a:pt x="140" y="56"/>
                  <a:pt x="140" y="56"/>
                  <a:pt x="140" y="56"/>
                </a:cubicBezTo>
                <a:lnTo>
                  <a:pt x="120" y="56"/>
                </a:lnTo>
                <a:close/>
                <a:moveTo>
                  <a:pt x="80" y="56"/>
                </a:moveTo>
                <a:cubicBezTo>
                  <a:pt x="80" y="36"/>
                  <a:pt x="80" y="36"/>
                  <a:pt x="80" y="36"/>
                </a:cubicBezTo>
                <a:cubicBezTo>
                  <a:pt x="100" y="36"/>
                  <a:pt x="100" y="36"/>
                  <a:pt x="100" y="36"/>
                </a:cubicBezTo>
                <a:cubicBezTo>
                  <a:pt x="100" y="56"/>
                  <a:pt x="100" y="56"/>
                  <a:pt x="100" y="56"/>
                </a:cubicBezTo>
                <a:lnTo>
                  <a:pt x="80" y="56"/>
                </a:lnTo>
                <a:close/>
                <a:moveTo>
                  <a:pt x="40" y="56"/>
                </a:moveTo>
                <a:cubicBezTo>
                  <a:pt x="40" y="36"/>
                  <a:pt x="40" y="36"/>
                  <a:pt x="40" y="36"/>
                </a:cubicBezTo>
                <a:cubicBezTo>
                  <a:pt x="60" y="36"/>
                  <a:pt x="60" y="36"/>
                  <a:pt x="60" y="36"/>
                </a:cubicBezTo>
                <a:cubicBezTo>
                  <a:pt x="60" y="56"/>
                  <a:pt x="60" y="56"/>
                  <a:pt x="60" y="56"/>
                </a:cubicBezTo>
                <a:lnTo>
                  <a:pt x="40" y="56"/>
                </a:lnTo>
                <a:close/>
                <a:moveTo>
                  <a:pt x="60" y="96"/>
                </a:moveTo>
                <a:cubicBezTo>
                  <a:pt x="40" y="96"/>
                  <a:pt x="40" y="96"/>
                  <a:pt x="40" y="96"/>
                </a:cubicBezTo>
                <a:cubicBezTo>
                  <a:pt x="40" y="76"/>
                  <a:pt x="40" y="76"/>
                  <a:pt x="40" y="76"/>
                </a:cubicBezTo>
                <a:cubicBezTo>
                  <a:pt x="60" y="76"/>
                  <a:pt x="60" y="76"/>
                  <a:pt x="60" y="76"/>
                </a:cubicBezTo>
                <a:lnTo>
                  <a:pt x="60" y="96"/>
                </a:lnTo>
                <a:close/>
                <a:moveTo>
                  <a:pt x="100" y="76"/>
                </a:moveTo>
                <a:cubicBezTo>
                  <a:pt x="100" y="96"/>
                  <a:pt x="100" y="96"/>
                  <a:pt x="100" y="96"/>
                </a:cubicBezTo>
                <a:cubicBezTo>
                  <a:pt x="80" y="96"/>
                  <a:pt x="80" y="96"/>
                  <a:pt x="80" y="96"/>
                </a:cubicBezTo>
                <a:cubicBezTo>
                  <a:pt x="80" y="76"/>
                  <a:pt x="80" y="76"/>
                  <a:pt x="80" y="76"/>
                </a:cubicBezTo>
                <a:lnTo>
                  <a:pt x="100" y="76"/>
                </a:lnTo>
                <a:close/>
                <a:moveTo>
                  <a:pt x="140" y="76"/>
                </a:moveTo>
                <a:cubicBezTo>
                  <a:pt x="140" y="96"/>
                  <a:pt x="140" y="96"/>
                  <a:pt x="140" y="96"/>
                </a:cubicBezTo>
                <a:cubicBezTo>
                  <a:pt x="120" y="96"/>
                  <a:pt x="120" y="96"/>
                  <a:pt x="120" y="96"/>
                </a:cubicBezTo>
                <a:cubicBezTo>
                  <a:pt x="120" y="76"/>
                  <a:pt x="120" y="76"/>
                  <a:pt x="120" y="76"/>
                </a:cubicBezTo>
                <a:lnTo>
                  <a:pt x="140" y="76"/>
                </a:lnTo>
                <a:close/>
                <a:moveTo>
                  <a:pt x="140" y="56"/>
                </a:moveTo>
                <a:cubicBezTo>
                  <a:pt x="160" y="56"/>
                  <a:pt x="160" y="56"/>
                  <a:pt x="160" y="56"/>
                </a:cubicBezTo>
                <a:cubicBezTo>
                  <a:pt x="160" y="76"/>
                  <a:pt x="160" y="76"/>
                  <a:pt x="160" y="76"/>
                </a:cubicBezTo>
                <a:cubicBezTo>
                  <a:pt x="140" y="76"/>
                  <a:pt x="140" y="76"/>
                  <a:pt x="140" y="76"/>
                </a:cubicBezTo>
                <a:lnTo>
                  <a:pt x="140" y="56"/>
                </a:lnTo>
                <a:close/>
                <a:moveTo>
                  <a:pt x="100" y="76"/>
                </a:moveTo>
                <a:cubicBezTo>
                  <a:pt x="100" y="56"/>
                  <a:pt x="100" y="56"/>
                  <a:pt x="100" y="56"/>
                </a:cubicBezTo>
                <a:cubicBezTo>
                  <a:pt x="120" y="56"/>
                  <a:pt x="120" y="56"/>
                  <a:pt x="120" y="56"/>
                </a:cubicBezTo>
                <a:cubicBezTo>
                  <a:pt x="120" y="76"/>
                  <a:pt x="120" y="76"/>
                  <a:pt x="120" y="76"/>
                </a:cubicBezTo>
                <a:lnTo>
                  <a:pt x="100" y="76"/>
                </a:lnTo>
                <a:close/>
                <a:moveTo>
                  <a:pt x="60" y="76"/>
                </a:moveTo>
                <a:cubicBezTo>
                  <a:pt x="60" y="56"/>
                  <a:pt x="60" y="56"/>
                  <a:pt x="60" y="56"/>
                </a:cubicBezTo>
                <a:cubicBezTo>
                  <a:pt x="80" y="56"/>
                  <a:pt x="80" y="56"/>
                  <a:pt x="80" y="56"/>
                </a:cubicBezTo>
                <a:cubicBezTo>
                  <a:pt x="80" y="76"/>
                  <a:pt x="80" y="76"/>
                  <a:pt x="80" y="76"/>
                </a:cubicBezTo>
                <a:lnTo>
                  <a:pt x="60" y="76"/>
                </a:lnTo>
                <a:close/>
                <a:moveTo>
                  <a:pt x="16" y="124"/>
                </a:moveTo>
                <a:cubicBezTo>
                  <a:pt x="16" y="192"/>
                  <a:pt x="16" y="192"/>
                  <a:pt x="16" y="192"/>
                </a:cubicBezTo>
                <a:cubicBezTo>
                  <a:pt x="16" y="196"/>
                  <a:pt x="12" y="200"/>
                  <a:pt x="8" y="200"/>
                </a:cubicBezTo>
                <a:cubicBezTo>
                  <a:pt x="3" y="200"/>
                  <a:pt x="0" y="196"/>
                  <a:pt x="0" y="192"/>
                </a:cubicBezTo>
                <a:cubicBezTo>
                  <a:pt x="0" y="8"/>
                  <a:pt x="0" y="8"/>
                  <a:pt x="0" y="8"/>
                </a:cubicBezTo>
                <a:cubicBezTo>
                  <a:pt x="0" y="3"/>
                  <a:pt x="3" y="0"/>
                  <a:pt x="8" y="0"/>
                </a:cubicBezTo>
                <a:cubicBezTo>
                  <a:pt x="12" y="0"/>
                  <a:pt x="16" y="3"/>
                  <a:pt x="16" y="8"/>
                </a:cubicBezTo>
                <a:cubicBezTo>
                  <a:pt x="16" y="124"/>
                  <a:pt x="16" y="124"/>
                  <a:pt x="16" y="124"/>
                </a:cubicBezTo>
                <a:cubicBezTo>
                  <a:pt x="17" y="124"/>
                  <a:pt x="18" y="124"/>
                  <a:pt x="20" y="124"/>
                </a:cubicBezTo>
                <a:cubicBezTo>
                  <a:pt x="20" y="124"/>
                  <a:pt x="20" y="124"/>
                  <a:pt x="20" y="124"/>
                </a:cubicBezTo>
                <a:cubicBezTo>
                  <a:pt x="18" y="124"/>
                  <a:pt x="17" y="124"/>
                  <a:pt x="16" y="124"/>
                </a:cubicBezTo>
                <a:close/>
                <a:moveTo>
                  <a:pt x="160" y="116"/>
                </a:moveTo>
                <a:cubicBezTo>
                  <a:pt x="140" y="116"/>
                  <a:pt x="140" y="116"/>
                  <a:pt x="140" y="116"/>
                </a:cubicBezTo>
                <a:cubicBezTo>
                  <a:pt x="140" y="96"/>
                  <a:pt x="140" y="96"/>
                  <a:pt x="140" y="96"/>
                </a:cubicBezTo>
                <a:cubicBezTo>
                  <a:pt x="160" y="96"/>
                  <a:pt x="160" y="96"/>
                  <a:pt x="160" y="96"/>
                </a:cubicBezTo>
                <a:lnTo>
                  <a:pt x="160" y="116"/>
                </a:lnTo>
                <a:close/>
                <a:moveTo>
                  <a:pt x="120" y="116"/>
                </a:moveTo>
                <a:cubicBezTo>
                  <a:pt x="100" y="116"/>
                  <a:pt x="100" y="116"/>
                  <a:pt x="100" y="116"/>
                </a:cubicBezTo>
                <a:cubicBezTo>
                  <a:pt x="100" y="96"/>
                  <a:pt x="100" y="96"/>
                  <a:pt x="100" y="96"/>
                </a:cubicBezTo>
                <a:cubicBezTo>
                  <a:pt x="120" y="96"/>
                  <a:pt x="120" y="96"/>
                  <a:pt x="120" y="96"/>
                </a:cubicBezTo>
                <a:lnTo>
                  <a:pt x="120" y="116"/>
                </a:lnTo>
                <a:close/>
                <a:moveTo>
                  <a:pt x="80" y="116"/>
                </a:moveTo>
                <a:cubicBezTo>
                  <a:pt x="60" y="116"/>
                  <a:pt x="60" y="116"/>
                  <a:pt x="60" y="116"/>
                </a:cubicBezTo>
                <a:cubicBezTo>
                  <a:pt x="60" y="96"/>
                  <a:pt x="60" y="96"/>
                  <a:pt x="60" y="96"/>
                </a:cubicBezTo>
                <a:cubicBezTo>
                  <a:pt x="80" y="96"/>
                  <a:pt x="80" y="96"/>
                  <a:pt x="80" y="96"/>
                </a:cubicBezTo>
                <a:lnTo>
                  <a:pt x="80" y="116"/>
                </a:lnTo>
                <a:close/>
                <a:moveTo>
                  <a:pt x="20" y="116"/>
                </a:moveTo>
                <a:cubicBezTo>
                  <a:pt x="20" y="96"/>
                  <a:pt x="20" y="96"/>
                  <a:pt x="20" y="96"/>
                </a:cubicBezTo>
                <a:cubicBezTo>
                  <a:pt x="40" y="96"/>
                  <a:pt x="40" y="96"/>
                  <a:pt x="40" y="96"/>
                </a:cubicBezTo>
                <a:cubicBezTo>
                  <a:pt x="40" y="116"/>
                  <a:pt x="40" y="116"/>
                  <a:pt x="40" y="116"/>
                </a:cubicBezTo>
                <a:lnTo>
                  <a:pt x="20" y="116"/>
                </a:lnTo>
                <a:close/>
                <a:moveTo>
                  <a:pt x="20" y="76"/>
                </a:moveTo>
                <a:cubicBezTo>
                  <a:pt x="20" y="56"/>
                  <a:pt x="20" y="56"/>
                  <a:pt x="20" y="56"/>
                </a:cubicBezTo>
                <a:cubicBezTo>
                  <a:pt x="40" y="56"/>
                  <a:pt x="40" y="56"/>
                  <a:pt x="40" y="56"/>
                </a:cubicBezTo>
                <a:cubicBezTo>
                  <a:pt x="40" y="76"/>
                  <a:pt x="40" y="76"/>
                  <a:pt x="40" y="76"/>
                </a:cubicBezTo>
                <a:lnTo>
                  <a:pt x="20" y="76"/>
                </a:lnTo>
                <a:close/>
                <a:moveTo>
                  <a:pt x="20" y="36"/>
                </a:moveTo>
                <a:cubicBezTo>
                  <a:pt x="20" y="16"/>
                  <a:pt x="20" y="16"/>
                  <a:pt x="20" y="16"/>
                </a:cubicBezTo>
                <a:cubicBezTo>
                  <a:pt x="40" y="16"/>
                  <a:pt x="40" y="16"/>
                  <a:pt x="40" y="16"/>
                </a:cubicBezTo>
                <a:cubicBezTo>
                  <a:pt x="40" y="36"/>
                  <a:pt x="40" y="36"/>
                  <a:pt x="40" y="36"/>
                </a:cubicBezTo>
                <a:cubicBezTo>
                  <a:pt x="40" y="36"/>
                  <a:pt x="40" y="36"/>
                  <a:pt x="40" y="36"/>
                </a:cubicBezTo>
                <a:cubicBezTo>
                  <a:pt x="20" y="36"/>
                  <a:pt x="20" y="36"/>
                  <a:pt x="20" y="36"/>
                </a:cubicBezTo>
                <a:close/>
                <a:moveTo>
                  <a:pt x="60" y="36"/>
                </a:moveTo>
                <a:cubicBezTo>
                  <a:pt x="60" y="16"/>
                  <a:pt x="60" y="16"/>
                  <a:pt x="60" y="16"/>
                </a:cubicBezTo>
                <a:cubicBezTo>
                  <a:pt x="80" y="16"/>
                  <a:pt x="80" y="16"/>
                  <a:pt x="80" y="16"/>
                </a:cubicBezTo>
                <a:cubicBezTo>
                  <a:pt x="80" y="36"/>
                  <a:pt x="80" y="36"/>
                  <a:pt x="80" y="36"/>
                </a:cubicBezTo>
                <a:cubicBezTo>
                  <a:pt x="80" y="36"/>
                  <a:pt x="80" y="36"/>
                  <a:pt x="80" y="36"/>
                </a:cubicBezTo>
                <a:cubicBezTo>
                  <a:pt x="60" y="36"/>
                  <a:pt x="60" y="36"/>
                  <a:pt x="60" y="36"/>
                </a:cubicBezTo>
                <a:close/>
                <a:moveTo>
                  <a:pt x="100" y="36"/>
                </a:moveTo>
                <a:cubicBezTo>
                  <a:pt x="100" y="16"/>
                  <a:pt x="100" y="16"/>
                  <a:pt x="100" y="16"/>
                </a:cubicBezTo>
                <a:cubicBezTo>
                  <a:pt x="120" y="16"/>
                  <a:pt x="120" y="16"/>
                  <a:pt x="120" y="16"/>
                </a:cubicBezTo>
                <a:cubicBezTo>
                  <a:pt x="120" y="36"/>
                  <a:pt x="120" y="36"/>
                  <a:pt x="120" y="36"/>
                </a:cubicBezTo>
                <a:cubicBezTo>
                  <a:pt x="120" y="36"/>
                  <a:pt x="120" y="36"/>
                  <a:pt x="120" y="36"/>
                </a:cubicBezTo>
                <a:cubicBezTo>
                  <a:pt x="100" y="36"/>
                  <a:pt x="100" y="36"/>
                  <a:pt x="100" y="36"/>
                </a:cubicBezTo>
                <a:close/>
                <a:moveTo>
                  <a:pt x="140" y="36"/>
                </a:moveTo>
                <a:cubicBezTo>
                  <a:pt x="140" y="16"/>
                  <a:pt x="140" y="16"/>
                  <a:pt x="140" y="16"/>
                </a:cubicBezTo>
                <a:cubicBezTo>
                  <a:pt x="160" y="16"/>
                  <a:pt x="160" y="16"/>
                  <a:pt x="160" y="16"/>
                </a:cubicBezTo>
                <a:cubicBezTo>
                  <a:pt x="160" y="36"/>
                  <a:pt x="160" y="36"/>
                  <a:pt x="160" y="36"/>
                </a:cubicBezTo>
                <a:cubicBezTo>
                  <a:pt x="160" y="36"/>
                  <a:pt x="160" y="36"/>
                  <a:pt x="160" y="36"/>
                </a:cubicBezTo>
                <a:cubicBezTo>
                  <a:pt x="140" y="36"/>
                  <a:pt x="140" y="36"/>
                  <a:pt x="140" y="36"/>
                </a:cubicBezTo>
                <a:close/>
                <a:moveTo>
                  <a:pt x="20" y="8"/>
                </a:moveTo>
                <a:cubicBezTo>
                  <a:pt x="20" y="8"/>
                  <a:pt x="20" y="8"/>
                  <a:pt x="20" y="8"/>
                </a:cubicBezTo>
                <a:cubicBezTo>
                  <a:pt x="15" y="8"/>
                  <a:pt x="16" y="8"/>
                  <a:pt x="20" y="8"/>
                </a:cubicBezTo>
                <a:close/>
                <a:moveTo>
                  <a:pt x="20" y="8"/>
                </a:moveTo>
                <a:cubicBezTo>
                  <a:pt x="20" y="8"/>
                  <a:pt x="20" y="8"/>
                  <a:pt x="20" y="8"/>
                </a:cubicBezTo>
                <a:cubicBezTo>
                  <a:pt x="43" y="8"/>
                  <a:pt x="27" y="8"/>
                  <a:pt x="20" y="8"/>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91"/>
          <p:cNvSpPr>
            <a:spLocks noEditPoints="1"/>
          </p:cNvSpPr>
          <p:nvPr/>
        </p:nvSpPr>
        <p:spPr bwMode="auto">
          <a:xfrm>
            <a:off x="4906626" y="2330401"/>
            <a:ext cx="423079" cy="424484"/>
          </a:xfrm>
          <a:custGeom>
            <a:avLst/>
            <a:gdLst>
              <a:gd name="T0" fmla="*/ 40 w 215"/>
              <a:gd name="T1" fmla="*/ 215 h 215"/>
              <a:gd name="T2" fmla="*/ 202 w 215"/>
              <a:gd name="T3" fmla="*/ 215 h 215"/>
              <a:gd name="T4" fmla="*/ 215 w 215"/>
              <a:gd name="T5" fmla="*/ 154 h 215"/>
              <a:gd name="T6" fmla="*/ 107 w 215"/>
              <a:gd name="T7" fmla="*/ 129 h 215"/>
              <a:gd name="T8" fmla="*/ 109 w 215"/>
              <a:gd name="T9" fmla="*/ 91 h 215"/>
              <a:gd name="T10" fmla="*/ 176 w 215"/>
              <a:gd name="T11" fmla="*/ 91 h 215"/>
              <a:gd name="T12" fmla="*/ 27 w 215"/>
              <a:gd name="T13" fmla="*/ 94 h 215"/>
              <a:gd name="T14" fmla="*/ 40 w 215"/>
              <a:gd name="T15" fmla="*/ 215 h 215"/>
              <a:gd name="T16" fmla="*/ 146 w 215"/>
              <a:gd name="T17" fmla="*/ 75 h 215"/>
              <a:gd name="T18" fmla="*/ 93 w 215"/>
              <a:gd name="T19" fmla="*/ 76 h 215"/>
              <a:gd name="T20" fmla="*/ 64 w 215"/>
              <a:gd name="T21" fmla="*/ 195 h 215"/>
              <a:gd name="T22" fmla="*/ 48 w 215"/>
              <a:gd name="T23" fmla="*/ 195 h 215"/>
              <a:gd name="T24" fmla="*/ 146 w 215"/>
              <a:gd name="T25" fmla="*/ 75 h 215"/>
              <a:gd name="T26" fmla="*/ 198 w 215"/>
              <a:gd name="T27" fmla="*/ 147 h 215"/>
              <a:gd name="T28" fmla="*/ 210 w 215"/>
              <a:gd name="T29" fmla="*/ 147 h 215"/>
              <a:gd name="T30" fmla="*/ 183 w 215"/>
              <a:gd name="T31" fmla="*/ 95 h 215"/>
              <a:gd name="T32" fmla="*/ 171 w 215"/>
              <a:gd name="T33" fmla="*/ 95 h 215"/>
              <a:gd name="T34" fmla="*/ 198 w 215"/>
              <a:gd name="T35" fmla="*/ 147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5" h="215">
                <a:moveTo>
                  <a:pt x="40" y="215"/>
                </a:moveTo>
                <a:cubicBezTo>
                  <a:pt x="202" y="215"/>
                  <a:pt x="202" y="215"/>
                  <a:pt x="202" y="215"/>
                </a:cubicBezTo>
                <a:cubicBezTo>
                  <a:pt x="215" y="154"/>
                  <a:pt x="215" y="154"/>
                  <a:pt x="215" y="154"/>
                </a:cubicBezTo>
                <a:cubicBezTo>
                  <a:pt x="215" y="154"/>
                  <a:pt x="132" y="163"/>
                  <a:pt x="107" y="129"/>
                </a:cubicBezTo>
                <a:cubicBezTo>
                  <a:pt x="100" y="106"/>
                  <a:pt x="109" y="91"/>
                  <a:pt x="109" y="91"/>
                </a:cubicBezTo>
                <a:cubicBezTo>
                  <a:pt x="109" y="91"/>
                  <a:pt x="156" y="91"/>
                  <a:pt x="176" y="91"/>
                </a:cubicBezTo>
                <a:cubicBezTo>
                  <a:pt x="185" y="72"/>
                  <a:pt x="79" y="0"/>
                  <a:pt x="27" y="94"/>
                </a:cubicBezTo>
                <a:cubicBezTo>
                  <a:pt x="0" y="172"/>
                  <a:pt x="40" y="215"/>
                  <a:pt x="40" y="215"/>
                </a:cubicBezTo>
                <a:close/>
                <a:moveTo>
                  <a:pt x="146" y="75"/>
                </a:moveTo>
                <a:cubicBezTo>
                  <a:pt x="142" y="86"/>
                  <a:pt x="106" y="72"/>
                  <a:pt x="93" y="76"/>
                </a:cubicBezTo>
                <a:cubicBezTo>
                  <a:pt x="18" y="91"/>
                  <a:pt x="64" y="195"/>
                  <a:pt x="64" y="195"/>
                </a:cubicBezTo>
                <a:cubicBezTo>
                  <a:pt x="64" y="195"/>
                  <a:pt x="51" y="195"/>
                  <a:pt x="48" y="195"/>
                </a:cubicBezTo>
                <a:cubicBezTo>
                  <a:pt x="28" y="185"/>
                  <a:pt x="0" y="13"/>
                  <a:pt x="146" y="75"/>
                </a:cubicBezTo>
                <a:close/>
                <a:moveTo>
                  <a:pt x="198" y="147"/>
                </a:moveTo>
                <a:cubicBezTo>
                  <a:pt x="210" y="147"/>
                  <a:pt x="210" y="147"/>
                  <a:pt x="210" y="147"/>
                </a:cubicBezTo>
                <a:cubicBezTo>
                  <a:pt x="183" y="95"/>
                  <a:pt x="183" y="95"/>
                  <a:pt x="183" y="95"/>
                </a:cubicBezTo>
                <a:cubicBezTo>
                  <a:pt x="171" y="95"/>
                  <a:pt x="171" y="95"/>
                  <a:pt x="171" y="95"/>
                </a:cubicBezTo>
                <a:lnTo>
                  <a:pt x="198" y="147"/>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92"/>
          <p:cNvSpPr>
            <a:spLocks noEditPoints="1"/>
          </p:cNvSpPr>
          <p:nvPr/>
        </p:nvSpPr>
        <p:spPr bwMode="auto">
          <a:xfrm>
            <a:off x="5433717" y="2388029"/>
            <a:ext cx="385128" cy="394968"/>
          </a:xfrm>
          <a:custGeom>
            <a:avLst/>
            <a:gdLst>
              <a:gd name="T0" fmla="*/ 161 w 195"/>
              <a:gd name="T1" fmla="*/ 101 h 200"/>
              <a:gd name="T2" fmla="*/ 152 w 195"/>
              <a:gd name="T3" fmla="*/ 99 h 200"/>
              <a:gd name="T4" fmla="*/ 159 w 195"/>
              <a:gd name="T5" fmla="*/ 87 h 200"/>
              <a:gd name="T6" fmla="*/ 161 w 195"/>
              <a:gd name="T7" fmla="*/ 87 h 200"/>
              <a:gd name="T8" fmla="*/ 184 w 195"/>
              <a:gd name="T9" fmla="*/ 46 h 200"/>
              <a:gd name="T10" fmla="*/ 164 w 195"/>
              <a:gd name="T11" fmla="*/ 23 h 200"/>
              <a:gd name="T12" fmla="*/ 164 w 195"/>
              <a:gd name="T13" fmla="*/ 9 h 200"/>
              <a:gd name="T14" fmla="*/ 195 w 195"/>
              <a:gd name="T15" fmla="*/ 46 h 200"/>
              <a:gd name="T16" fmla="*/ 161 w 195"/>
              <a:gd name="T17" fmla="*/ 101 h 200"/>
              <a:gd name="T18" fmla="*/ 98 w 195"/>
              <a:gd name="T19" fmla="*/ 130 h 200"/>
              <a:gd name="T20" fmla="*/ 36 w 195"/>
              <a:gd name="T21" fmla="*/ 40 h 200"/>
              <a:gd name="T22" fmla="*/ 36 w 195"/>
              <a:gd name="T23" fmla="*/ 0 h 200"/>
              <a:gd name="T24" fmla="*/ 160 w 195"/>
              <a:gd name="T25" fmla="*/ 0 h 200"/>
              <a:gd name="T26" fmla="*/ 160 w 195"/>
              <a:gd name="T27" fmla="*/ 40 h 200"/>
              <a:gd name="T28" fmla="*/ 98 w 195"/>
              <a:gd name="T29" fmla="*/ 130 h 200"/>
              <a:gd name="T30" fmla="*/ 67 w 195"/>
              <a:gd name="T31" fmla="*/ 12 h 200"/>
              <a:gd name="T32" fmla="*/ 52 w 195"/>
              <a:gd name="T33" fmla="*/ 12 h 200"/>
              <a:gd name="T34" fmla="*/ 99 w 195"/>
              <a:gd name="T35" fmla="*/ 119 h 200"/>
              <a:gd name="T36" fmla="*/ 67 w 195"/>
              <a:gd name="T37" fmla="*/ 12 h 200"/>
              <a:gd name="T38" fmla="*/ 34 w 195"/>
              <a:gd name="T39" fmla="*/ 87 h 200"/>
              <a:gd name="T40" fmla="*/ 36 w 195"/>
              <a:gd name="T41" fmla="*/ 87 h 200"/>
              <a:gd name="T42" fmla="*/ 43 w 195"/>
              <a:gd name="T43" fmla="*/ 99 h 200"/>
              <a:gd name="T44" fmla="*/ 34 w 195"/>
              <a:gd name="T45" fmla="*/ 101 h 200"/>
              <a:gd name="T46" fmla="*/ 0 w 195"/>
              <a:gd name="T47" fmla="*/ 46 h 200"/>
              <a:gd name="T48" fmla="*/ 31 w 195"/>
              <a:gd name="T49" fmla="*/ 9 h 200"/>
              <a:gd name="T50" fmla="*/ 31 w 195"/>
              <a:gd name="T51" fmla="*/ 23 h 200"/>
              <a:gd name="T52" fmla="*/ 11 w 195"/>
              <a:gd name="T53" fmla="*/ 46 h 200"/>
              <a:gd name="T54" fmla="*/ 34 w 195"/>
              <a:gd name="T55" fmla="*/ 87 h 200"/>
              <a:gd name="T56" fmla="*/ 87 w 195"/>
              <a:gd name="T57" fmla="*/ 147 h 200"/>
              <a:gd name="T58" fmla="*/ 97 w 195"/>
              <a:gd name="T59" fmla="*/ 136 h 200"/>
              <a:gd name="T60" fmla="*/ 108 w 195"/>
              <a:gd name="T61" fmla="*/ 147 h 200"/>
              <a:gd name="T62" fmla="*/ 97 w 195"/>
              <a:gd name="T63" fmla="*/ 157 h 200"/>
              <a:gd name="T64" fmla="*/ 87 w 195"/>
              <a:gd name="T65" fmla="*/ 147 h 200"/>
              <a:gd name="T66" fmla="*/ 128 w 195"/>
              <a:gd name="T67" fmla="*/ 170 h 200"/>
              <a:gd name="T68" fmla="*/ 118 w 195"/>
              <a:gd name="T69" fmla="*/ 180 h 200"/>
              <a:gd name="T70" fmla="*/ 78 w 195"/>
              <a:gd name="T71" fmla="*/ 180 h 200"/>
              <a:gd name="T72" fmla="*/ 68 w 195"/>
              <a:gd name="T73" fmla="*/ 170 h 200"/>
              <a:gd name="T74" fmla="*/ 78 w 195"/>
              <a:gd name="T75" fmla="*/ 160 h 200"/>
              <a:gd name="T76" fmla="*/ 118 w 195"/>
              <a:gd name="T77" fmla="*/ 160 h 200"/>
              <a:gd name="T78" fmla="*/ 128 w 195"/>
              <a:gd name="T79" fmla="*/ 170 h 200"/>
              <a:gd name="T80" fmla="*/ 58 w 195"/>
              <a:gd name="T81" fmla="*/ 184 h 200"/>
              <a:gd name="T82" fmla="*/ 134 w 195"/>
              <a:gd name="T83" fmla="*/ 184 h 200"/>
              <a:gd name="T84" fmla="*/ 144 w 195"/>
              <a:gd name="T85" fmla="*/ 200 h 200"/>
              <a:gd name="T86" fmla="*/ 48 w 195"/>
              <a:gd name="T87" fmla="*/ 200 h 200"/>
              <a:gd name="T88" fmla="*/ 58 w 195"/>
              <a:gd name="T89" fmla="*/ 184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95" h="200">
                <a:moveTo>
                  <a:pt x="161" y="101"/>
                </a:moveTo>
                <a:cubicBezTo>
                  <a:pt x="158" y="101"/>
                  <a:pt x="155" y="100"/>
                  <a:pt x="152" y="99"/>
                </a:cubicBezTo>
                <a:cubicBezTo>
                  <a:pt x="155" y="96"/>
                  <a:pt x="157" y="92"/>
                  <a:pt x="159" y="87"/>
                </a:cubicBezTo>
                <a:cubicBezTo>
                  <a:pt x="159" y="87"/>
                  <a:pt x="160" y="87"/>
                  <a:pt x="161" y="87"/>
                </a:cubicBezTo>
                <a:cubicBezTo>
                  <a:pt x="176" y="87"/>
                  <a:pt x="184" y="64"/>
                  <a:pt x="184" y="46"/>
                </a:cubicBezTo>
                <a:cubicBezTo>
                  <a:pt x="184" y="31"/>
                  <a:pt x="175" y="23"/>
                  <a:pt x="164" y="23"/>
                </a:cubicBezTo>
                <a:cubicBezTo>
                  <a:pt x="164" y="18"/>
                  <a:pt x="164" y="13"/>
                  <a:pt x="164" y="9"/>
                </a:cubicBezTo>
                <a:cubicBezTo>
                  <a:pt x="181" y="9"/>
                  <a:pt x="195" y="23"/>
                  <a:pt x="195" y="46"/>
                </a:cubicBezTo>
                <a:cubicBezTo>
                  <a:pt x="195" y="71"/>
                  <a:pt x="182" y="101"/>
                  <a:pt x="161" y="101"/>
                </a:cubicBezTo>
                <a:close/>
                <a:moveTo>
                  <a:pt x="98" y="130"/>
                </a:moveTo>
                <a:cubicBezTo>
                  <a:pt x="65" y="130"/>
                  <a:pt x="36" y="90"/>
                  <a:pt x="36" y="40"/>
                </a:cubicBezTo>
                <a:cubicBezTo>
                  <a:pt x="36" y="37"/>
                  <a:pt x="36" y="3"/>
                  <a:pt x="36" y="0"/>
                </a:cubicBezTo>
                <a:cubicBezTo>
                  <a:pt x="160" y="0"/>
                  <a:pt x="160" y="0"/>
                  <a:pt x="160" y="0"/>
                </a:cubicBezTo>
                <a:cubicBezTo>
                  <a:pt x="160" y="3"/>
                  <a:pt x="160" y="37"/>
                  <a:pt x="160" y="40"/>
                </a:cubicBezTo>
                <a:cubicBezTo>
                  <a:pt x="160" y="90"/>
                  <a:pt x="131" y="130"/>
                  <a:pt x="98" y="130"/>
                </a:cubicBezTo>
                <a:close/>
                <a:moveTo>
                  <a:pt x="67" y="12"/>
                </a:moveTo>
                <a:cubicBezTo>
                  <a:pt x="52" y="12"/>
                  <a:pt x="52" y="12"/>
                  <a:pt x="52" y="12"/>
                </a:cubicBezTo>
                <a:cubicBezTo>
                  <a:pt x="52" y="12"/>
                  <a:pt x="50" y="116"/>
                  <a:pt x="99" y="119"/>
                </a:cubicBezTo>
                <a:cubicBezTo>
                  <a:pt x="62" y="92"/>
                  <a:pt x="67" y="12"/>
                  <a:pt x="67" y="12"/>
                </a:cubicBezTo>
                <a:close/>
                <a:moveTo>
                  <a:pt x="34" y="87"/>
                </a:moveTo>
                <a:cubicBezTo>
                  <a:pt x="35" y="87"/>
                  <a:pt x="36" y="87"/>
                  <a:pt x="36" y="87"/>
                </a:cubicBezTo>
                <a:cubicBezTo>
                  <a:pt x="38" y="92"/>
                  <a:pt x="40" y="96"/>
                  <a:pt x="43" y="99"/>
                </a:cubicBezTo>
                <a:cubicBezTo>
                  <a:pt x="40" y="100"/>
                  <a:pt x="37" y="101"/>
                  <a:pt x="34" y="101"/>
                </a:cubicBezTo>
                <a:cubicBezTo>
                  <a:pt x="13" y="101"/>
                  <a:pt x="0" y="71"/>
                  <a:pt x="0" y="46"/>
                </a:cubicBezTo>
                <a:cubicBezTo>
                  <a:pt x="0" y="23"/>
                  <a:pt x="14" y="9"/>
                  <a:pt x="31" y="9"/>
                </a:cubicBezTo>
                <a:cubicBezTo>
                  <a:pt x="31" y="13"/>
                  <a:pt x="31" y="18"/>
                  <a:pt x="31" y="23"/>
                </a:cubicBezTo>
                <a:cubicBezTo>
                  <a:pt x="20" y="23"/>
                  <a:pt x="11" y="31"/>
                  <a:pt x="11" y="46"/>
                </a:cubicBezTo>
                <a:cubicBezTo>
                  <a:pt x="11" y="64"/>
                  <a:pt x="19" y="87"/>
                  <a:pt x="34" y="87"/>
                </a:cubicBezTo>
                <a:close/>
                <a:moveTo>
                  <a:pt x="87" y="147"/>
                </a:moveTo>
                <a:cubicBezTo>
                  <a:pt x="87" y="141"/>
                  <a:pt x="91" y="136"/>
                  <a:pt x="97" y="136"/>
                </a:cubicBezTo>
                <a:cubicBezTo>
                  <a:pt x="103" y="136"/>
                  <a:pt x="108" y="141"/>
                  <a:pt x="108" y="147"/>
                </a:cubicBezTo>
                <a:cubicBezTo>
                  <a:pt x="108" y="153"/>
                  <a:pt x="103" y="157"/>
                  <a:pt x="97" y="157"/>
                </a:cubicBezTo>
                <a:cubicBezTo>
                  <a:pt x="91" y="157"/>
                  <a:pt x="87" y="153"/>
                  <a:pt x="87" y="147"/>
                </a:cubicBezTo>
                <a:close/>
                <a:moveTo>
                  <a:pt x="128" y="170"/>
                </a:moveTo>
                <a:cubicBezTo>
                  <a:pt x="128" y="176"/>
                  <a:pt x="123" y="180"/>
                  <a:pt x="118" y="180"/>
                </a:cubicBezTo>
                <a:cubicBezTo>
                  <a:pt x="78" y="180"/>
                  <a:pt x="78" y="180"/>
                  <a:pt x="78" y="180"/>
                </a:cubicBezTo>
                <a:cubicBezTo>
                  <a:pt x="72" y="180"/>
                  <a:pt x="68" y="176"/>
                  <a:pt x="68" y="170"/>
                </a:cubicBezTo>
                <a:cubicBezTo>
                  <a:pt x="68" y="165"/>
                  <a:pt x="72" y="160"/>
                  <a:pt x="78" y="160"/>
                </a:cubicBezTo>
                <a:cubicBezTo>
                  <a:pt x="118" y="160"/>
                  <a:pt x="118" y="160"/>
                  <a:pt x="118" y="160"/>
                </a:cubicBezTo>
                <a:cubicBezTo>
                  <a:pt x="123" y="160"/>
                  <a:pt x="128" y="165"/>
                  <a:pt x="128" y="170"/>
                </a:cubicBezTo>
                <a:close/>
                <a:moveTo>
                  <a:pt x="58" y="184"/>
                </a:moveTo>
                <a:cubicBezTo>
                  <a:pt x="134" y="184"/>
                  <a:pt x="134" y="184"/>
                  <a:pt x="134" y="184"/>
                </a:cubicBezTo>
                <a:cubicBezTo>
                  <a:pt x="143" y="184"/>
                  <a:pt x="144" y="195"/>
                  <a:pt x="144" y="200"/>
                </a:cubicBezTo>
                <a:cubicBezTo>
                  <a:pt x="102" y="200"/>
                  <a:pt x="88" y="200"/>
                  <a:pt x="48" y="200"/>
                </a:cubicBezTo>
                <a:cubicBezTo>
                  <a:pt x="48" y="195"/>
                  <a:pt x="48" y="184"/>
                  <a:pt x="58" y="184"/>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93"/>
          <p:cNvSpPr>
            <a:spLocks noEditPoints="1"/>
          </p:cNvSpPr>
          <p:nvPr/>
        </p:nvSpPr>
        <p:spPr bwMode="auto">
          <a:xfrm>
            <a:off x="5945347" y="2388029"/>
            <a:ext cx="321878" cy="394968"/>
          </a:xfrm>
          <a:custGeom>
            <a:avLst/>
            <a:gdLst>
              <a:gd name="T0" fmla="*/ 164 w 164"/>
              <a:gd name="T1" fmla="*/ 182 h 200"/>
              <a:gd name="T2" fmla="*/ 146 w 164"/>
              <a:gd name="T3" fmla="*/ 200 h 200"/>
              <a:gd name="T4" fmla="*/ 18 w 164"/>
              <a:gd name="T5" fmla="*/ 200 h 200"/>
              <a:gd name="T6" fmla="*/ 0 w 164"/>
              <a:gd name="T7" fmla="*/ 182 h 200"/>
              <a:gd name="T8" fmla="*/ 18 w 164"/>
              <a:gd name="T9" fmla="*/ 164 h 200"/>
              <a:gd name="T10" fmla="*/ 22 w 164"/>
              <a:gd name="T11" fmla="*/ 164 h 200"/>
              <a:gd name="T12" fmla="*/ 25 w 164"/>
              <a:gd name="T13" fmla="*/ 148 h 200"/>
              <a:gd name="T14" fmla="*/ 143 w 164"/>
              <a:gd name="T15" fmla="*/ 148 h 200"/>
              <a:gd name="T16" fmla="*/ 146 w 164"/>
              <a:gd name="T17" fmla="*/ 164 h 200"/>
              <a:gd name="T18" fmla="*/ 164 w 164"/>
              <a:gd name="T19" fmla="*/ 182 h 200"/>
              <a:gd name="T20" fmla="*/ 33 w 164"/>
              <a:gd name="T21" fmla="*/ 104 h 200"/>
              <a:gd name="T22" fmla="*/ 135 w 164"/>
              <a:gd name="T23" fmla="*/ 104 h 200"/>
              <a:gd name="T24" fmla="*/ 139 w 164"/>
              <a:gd name="T25" fmla="*/ 124 h 200"/>
              <a:gd name="T26" fmla="*/ 29 w 164"/>
              <a:gd name="T27" fmla="*/ 124 h 200"/>
              <a:gd name="T28" fmla="*/ 33 w 164"/>
              <a:gd name="T29" fmla="*/ 104 h 200"/>
              <a:gd name="T30" fmla="*/ 42 w 164"/>
              <a:gd name="T31" fmla="*/ 60 h 200"/>
              <a:gd name="T32" fmla="*/ 126 w 164"/>
              <a:gd name="T33" fmla="*/ 60 h 200"/>
              <a:gd name="T34" fmla="*/ 130 w 164"/>
              <a:gd name="T35" fmla="*/ 80 h 200"/>
              <a:gd name="T36" fmla="*/ 38 w 164"/>
              <a:gd name="T37" fmla="*/ 80 h 200"/>
              <a:gd name="T38" fmla="*/ 42 w 164"/>
              <a:gd name="T39" fmla="*/ 60 h 200"/>
              <a:gd name="T40" fmla="*/ 52 w 164"/>
              <a:gd name="T41" fmla="*/ 16 h 200"/>
              <a:gd name="T42" fmla="*/ 52 w 164"/>
              <a:gd name="T43" fmla="*/ 15 h 200"/>
              <a:gd name="T44" fmla="*/ 84 w 164"/>
              <a:gd name="T45" fmla="*/ 0 h 200"/>
              <a:gd name="T46" fmla="*/ 115 w 164"/>
              <a:gd name="T47" fmla="*/ 15 h 200"/>
              <a:gd name="T48" fmla="*/ 115 w 164"/>
              <a:gd name="T49" fmla="*/ 16 h 200"/>
              <a:gd name="T50" fmla="*/ 116 w 164"/>
              <a:gd name="T51" fmla="*/ 16 h 200"/>
              <a:gd name="T52" fmla="*/ 121 w 164"/>
              <a:gd name="T53" fmla="*/ 44 h 200"/>
              <a:gd name="T54" fmla="*/ 46 w 164"/>
              <a:gd name="T55" fmla="*/ 44 h 200"/>
              <a:gd name="T56" fmla="*/ 52 w 164"/>
              <a:gd name="T57" fmla="*/ 16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4" h="200">
                <a:moveTo>
                  <a:pt x="164" y="182"/>
                </a:moveTo>
                <a:cubicBezTo>
                  <a:pt x="164" y="192"/>
                  <a:pt x="156" y="200"/>
                  <a:pt x="146" y="200"/>
                </a:cubicBezTo>
                <a:cubicBezTo>
                  <a:pt x="18" y="200"/>
                  <a:pt x="18" y="200"/>
                  <a:pt x="18" y="200"/>
                </a:cubicBezTo>
                <a:cubicBezTo>
                  <a:pt x="8" y="200"/>
                  <a:pt x="0" y="192"/>
                  <a:pt x="0" y="182"/>
                </a:cubicBezTo>
                <a:cubicBezTo>
                  <a:pt x="0" y="172"/>
                  <a:pt x="8" y="164"/>
                  <a:pt x="18" y="164"/>
                </a:cubicBezTo>
                <a:cubicBezTo>
                  <a:pt x="22" y="164"/>
                  <a:pt x="22" y="164"/>
                  <a:pt x="22" y="164"/>
                </a:cubicBezTo>
                <a:cubicBezTo>
                  <a:pt x="25" y="148"/>
                  <a:pt x="25" y="148"/>
                  <a:pt x="25" y="148"/>
                </a:cubicBezTo>
                <a:cubicBezTo>
                  <a:pt x="143" y="148"/>
                  <a:pt x="143" y="148"/>
                  <a:pt x="143" y="148"/>
                </a:cubicBezTo>
                <a:cubicBezTo>
                  <a:pt x="146" y="164"/>
                  <a:pt x="146" y="164"/>
                  <a:pt x="146" y="164"/>
                </a:cubicBezTo>
                <a:cubicBezTo>
                  <a:pt x="156" y="165"/>
                  <a:pt x="164" y="172"/>
                  <a:pt x="164" y="182"/>
                </a:cubicBezTo>
                <a:close/>
                <a:moveTo>
                  <a:pt x="33" y="104"/>
                </a:moveTo>
                <a:cubicBezTo>
                  <a:pt x="135" y="104"/>
                  <a:pt x="135" y="104"/>
                  <a:pt x="135" y="104"/>
                </a:cubicBezTo>
                <a:cubicBezTo>
                  <a:pt x="139" y="124"/>
                  <a:pt x="139" y="124"/>
                  <a:pt x="139" y="124"/>
                </a:cubicBezTo>
                <a:cubicBezTo>
                  <a:pt x="29" y="124"/>
                  <a:pt x="29" y="124"/>
                  <a:pt x="29" y="124"/>
                </a:cubicBezTo>
                <a:lnTo>
                  <a:pt x="33" y="104"/>
                </a:lnTo>
                <a:close/>
                <a:moveTo>
                  <a:pt x="42" y="60"/>
                </a:moveTo>
                <a:cubicBezTo>
                  <a:pt x="126" y="60"/>
                  <a:pt x="126" y="60"/>
                  <a:pt x="126" y="60"/>
                </a:cubicBezTo>
                <a:cubicBezTo>
                  <a:pt x="130" y="80"/>
                  <a:pt x="130" y="80"/>
                  <a:pt x="130" y="80"/>
                </a:cubicBezTo>
                <a:cubicBezTo>
                  <a:pt x="38" y="80"/>
                  <a:pt x="38" y="80"/>
                  <a:pt x="38" y="80"/>
                </a:cubicBezTo>
                <a:lnTo>
                  <a:pt x="42" y="60"/>
                </a:lnTo>
                <a:close/>
                <a:moveTo>
                  <a:pt x="52" y="16"/>
                </a:moveTo>
                <a:cubicBezTo>
                  <a:pt x="52" y="16"/>
                  <a:pt x="52" y="16"/>
                  <a:pt x="52" y="15"/>
                </a:cubicBezTo>
                <a:cubicBezTo>
                  <a:pt x="52" y="7"/>
                  <a:pt x="67" y="0"/>
                  <a:pt x="84" y="0"/>
                </a:cubicBezTo>
                <a:cubicBezTo>
                  <a:pt x="101" y="0"/>
                  <a:pt x="115" y="7"/>
                  <a:pt x="115" y="15"/>
                </a:cubicBezTo>
                <a:cubicBezTo>
                  <a:pt x="115" y="16"/>
                  <a:pt x="115" y="16"/>
                  <a:pt x="115" y="16"/>
                </a:cubicBezTo>
                <a:cubicBezTo>
                  <a:pt x="116" y="16"/>
                  <a:pt x="116" y="16"/>
                  <a:pt x="116" y="16"/>
                </a:cubicBezTo>
                <a:cubicBezTo>
                  <a:pt x="121" y="44"/>
                  <a:pt x="121" y="44"/>
                  <a:pt x="121" y="44"/>
                </a:cubicBezTo>
                <a:cubicBezTo>
                  <a:pt x="46" y="44"/>
                  <a:pt x="46" y="44"/>
                  <a:pt x="46" y="44"/>
                </a:cubicBezTo>
                <a:lnTo>
                  <a:pt x="52" y="16"/>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94"/>
          <p:cNvSpPr>
            <a:spLocks noEditPoints="1"/>
          </p:cNvSpPr>
          <p:nvPr/>
        </p:nvSpPr>
        <p:spPr bwMode="auto">
          <a:xfrm>
            <a:off x="6379671" y="2392246"/>
            <a:ext cx="392156" cy="392157"/>
          </a:xfrm>
          <a:custGeom>
            <a:avLst/>
            <a:gdLst>
              <a:gd name="T0" fmla="*/ 99 w 199"/>
              <a:gd name="T1" fmla="*/ 199 h 199"/>
              <a:gd name="T2" fmla="*/ 0 w 199"/>
              <a:gd name="T3" fmla="*/ 100 h 199"/>
              <a:gd name="T4" fmla="*/ 99 w 199"/>
              <a:gd name="T5" fmla="*/ 0 h 199"/>
              <a:gd name="T6" fmla="*/ 199 w 199"/>
              <a:gd name="T7" fmla="*/ 100 h 199"/>
              <a:gd name="T8" fmla="*/ 99 w 199"/>
              <a:gd name="T9" fmla="*/ 199 h 199"/>
              <a:gd name="T10" fmla="*/ 99 w 199"/>
              <a:gd name="T11" fmla="*/ 35 h 199"/>
              <a:gd name="T12" fmla="*/ 35 w 199"/>
              <a:gd name="T13" fmla="*/ 100 h 199"/>
              <a:gd name="T14" fmla="*/ 99 w 199"/>
              <a:gd name="T15" fmla="*/ 164 h 199"/>
              <a:gd name="T16" fmla="*/ 164 w 199"/>
              <a:gd name="T17" fmla="*/ 100 h 199"/>
              <a:gd name="T18" fmla="*/ 99 w 199"/>
              <a:gd name="T19" fmla="*/ 35 h 199"/>
              <a:gd name="T20" fmla="*/ 132 w 199"/>
              <a:gd name="T21" fmla="*/ 99 h 199"/>
              <a:gd name="T22" fmla="*/ 131 w 199"/>
              <a:gd name="T23" fmla="*/ 92 h 199"/>
              <a:gd name="T24" fmla="*/ 149 w 199"/>
              <a:gd name="T25" fmla="*/ 81 h 199"/>
              <a:gd name="T26" fmla="*/ 152 w 199"/>
              <a:gd name="T27" fmla="*/ 96 h 199"/>
              <a:gd name="T28" fmla="*/ 151 w 199"/>
              <a:gd name="T29" fmla="*/ 100 h 199"/>
              <a:gd name="T30" fmla="*/ 152 w 199"/>
              <a:gd name="T31" fmla="*/ 104 h 199"/>
              <a:gd name="T32" fmla="*/ 149 w 199"/>
              <a:gd name="T33" fmla="*/ 119 h 199"/>
              <a:gd name="T34" fmla="*/ 131 w 199"/>
              <a:gd name="T35" fmla="*/ 108 h 199"/>
              <a:gd name="T36" fmla="*/ 132 w 199"/>
              <a:gd name="T37" fmla="*/ 99 h 199"/>
              <a:gd name="T38" fmla="*/ 110 w 199"/>
              <a:gd name="T39" fmla="*/ 69 h 199"/>
              <a:gd name="T40" fmla="*/ 109 w 199"/>
              <a:gd name="T41" fmla="*/ 47 h 199"/>
              <a:gd name="T42" fmla="*/ 140 w 199"/>
              <a:gd name="T43" fmla="*/ 67 h 199"/>
              <a:gd name="T44" fmla="*/ 123 w 199"/>
              <a:gd name="T45" fmla="*/ 77 h 199"/>
              <a:gd name="T46" fmla="*/ 110 w 199"/>
              <a:gd name="T47" fmla="*/ 69 h 199"/>
              <a:gd name="T48" fmla="*/ 115 w 199"/>
              <a:gd name="T49" fmla="*/ 99 h 199"/>
              <a:gd name="T50" fmla="*/ 99 w 199"/>
              <a:gd name="T51" fmla="*/ 115 h 199"/>
              <a:gd name="T52" fmla="*/ 83 w 199"/>
              <a:gd name="T53" fmla="*/ 99 h 199"/>
              <a:gd name="T54" fmla="*/ 99 w 199"/>
              <a:gd name="T55" fmla="*/ 83 h 199"/>
              <a:gd name="T56" fmla="*/ 115 w 199"/>
              <a:gd name="T57" fmla="*/ 99 h 199"/>
              <a:gd name="T58" fmla="*/ 77 w 199"/>
              <a:gd name="T59" fmla="*/ 78 h 199"/>
              <a:gd name="T60" fmla="*/ 57 w 199"/>
              <a:gd name="T61" fmla="*/ 67 h 199"/>
              <a:gd name="T62" fmla="*/ 90 w 199"/>
              <a:gd name="T63" fmla="*/ 47 h 199"/>
              <a:gd name="T64" fmla="*/ 89 w 199"/>
              <a:gd name="T65" fmla="*/ 70 h 199"/>
              <a:gd name="T66" fmla="*/ 77 w 199"/>
              <a:gd name="T67" fmla="*/ 78 h 199"/>
              <a:gd name="T68" fmla="*/ 68 w 199"/>
              <a:gd name="T69" fmla="*/ 99 h 199"/>
              <a:gd name="T70" fmla="*/ 69 w 199"/>
              <a:gd name="T71" fmla="*/ 106 h 199"/>
              <a:gd name="T72" fmla="*/ 48 w 199"/>
              <a:gd name="T73" fmla="*/ 119 h 199"/>
              <a:gd name="T74" fmla="*/ 46 w 199"/>
              <a:gd name="T75" fmla="*/ 104 h 199"/>
              <a:gd name="T76" fmla="*/ 46 w 199"/>
              <a:gd name="T77" fmla="*/ 100 h 199"/>
              <a:gd name="T78" fmla="*/ 46 w 199"/>
              <a:gd name="T79" fmla="*/ 96 h 199"/>
              <a:gd name="T80" fmla="*/ 48 w 199"/>
              <a:gd name="T81" fmla="*/ 81 h 199"/>
              <a:gd name="T82" fmla="*/ 69 w 199"/>
              <a:gd name="T83" fmla="*/ 93 h 199"/>
              <a:gd name="T84" fmla="*/ 68 w 199"/>
              <a:gd name="T85" fmla="*/ 99 h 199"/>
              <a:gd name="T86" fmla="*/ 89 w 199"/>
              <a:gd name="T87" fmla="*/ 129 h 199"/>
              <a:gd name="T88" fmla="*/ 90 w 199"/>
              <a:gd name="T89" fmla="*/ 153 h 199"/>
              <a:gd name="T90" fmla="*/ 57 w 199"/>
              <a:gd name="T91" fmla="*/ 133 h 199"/>
              <a:gd name="T92" fmla="*/ 78 w 199"/>
              <a:gd name="T93" fmla="*/ 122 h 199"/>
              <a:gd name="T94" fmla="*/ 89 w 199"/>
              <a:gd name="T95" fmla="*/ 129 h 199"/>
              <a:gd name="T96" fmla="*/ 122 w 199"/>
              <a:gd name="T97" fmla="*/ 122 h 199"/>
              <a:gd name="T98" fmla="*/ 140 w 199"/>
              <a:gd name="T99" fmla="*/ 133 h 199"/>
              <a:gd name="T100" fmla="*/ 109 w 199"/>
              <a:gd name="T101" fmla="*/ 152 h 199"/>
              <a:gd name="T102" fmla="*/ 110 w 199"/>
              <a:gd name="T103" fmla="*/ 130 h 199"/>
              <a:gd name="T104" fmla="*/ 122 w 199"/>
              <a:gd name="T105" fmla="*/ 122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9" h="199">
                <a:moveTo>
                  <a:pt x="99" y="199"/>
                </a:moveTo>
                <a:cubicBezTo>
                  <a:pt x="44" y="199"/>
                  <a:pt x="0" y="155"/>
                  <a:pt x="0" y="100"/>
                </a:cubicBezTo>
                <a:cubicBezTo>
                  <a:pt x="0" y="45"/>
                  <a:pt x="44" y="0"/>
                  <a:pt x="99" y="0"/>
                </a:cubicBezTo>
                <a:cubicBezTo>
                  <a:pt x="154" y="0"/>
                  <a:pt x="199" y="45"/>
                  <a:pt x="199" y="100"/>
                </a:cubicBezTo>
                <a:cubicBezTo>
                  <a:pt x="199" y="155"/>
                  <a:pt x="154" y="199"/>
                  <a:pt x="99" y="199"/>
                </a:cubicBezTo>
                <a:close/>
                <a:moveTo>
                  <a:pt x="99" y="35"/>
                </a:moveTo>
                <a:cubicBezTo>
                  <a:pt x="64" y="35"/>
                  <a:pt x="35" y="64"/>
                  <a:pt x="35" y="100"/>
                </a:cubicBezTo>
                <a:cubicBezTo>
                  <a:pt x="35" y="135"/>
                  <a:pt x="64" y="164"/>
                  <a:pt x="99" y="164"/>
                </a:cubicBezTo>
                <a:cubicBezTo>
                  <a:pt x="135" y="164"/>
                  <a:pt x="164" y="135"/>
                  <a:pt x="164" y="100"/>
                </a:cubicBezTo>
                <a:cubicBezTo>
                  <a:pt x="164" y="64"/>
                  <a:pt x="135" y="35"/>
                  <a:pt x="99" y="35"/>
                </a:cubicBezTo>
                <a:close/>
                <a:moveTo>
                  <a:pt x="132" y="99"/>
                </a:moveTo>
                <a:cubicBezTo>
                  <a:pt x="132" y="97"/>
                  <a:pt x="131" y="94"/>
                  <a:pt x="131" y="92"/>
                </a:cubicBezTo>
                <a:cubicBezTo>
                  <a:pt x="137" y="87"/>
                  <a:pt x="144" y="83"/>
                  <a:pt x="149" y="81"/>
                </a:cubicBezTo>
                <a:cubicBezTo>
                  <a:pt x="151" y="86"/>
                  <a:pt x="152" y="91"/>
                  <a:pt x="152" y="96"/>
                </a:cubicBezTo>
                <a:cubicBezTo>
                  <a:pt x="152" y="97"/>
                  <a:pt x="151" y="98"/>
                  <a:pt x="151" y="100"/>
                </a:cubicBezTo>
                <a:cubicBezTo>
                  <a:pt x="151" y="101"/>
                  <a:pt x="152" y="103"/>
                  <a:pt x="152" y="104"/>
                </a:cubicBezTo>
                <a:cubicBezTo>
                  <a:pt x="152" y="109"/>
                  <a:pt x="151" y="114"/>
                  <a:pt x="149" y="119"/>
                </a:cubicBezTo>
                <a:cubicBezTo>
                  <a:pt x="144" y="117"/>
                  <a:pt x="137" y="113"/>
                  <a:pt x="131" y="108"/>
                </a:cubicBezTo>
                <a:cubicBezTo>
                  <a:pt x="131" y="105"/>
                  <a:pt x="132" y="102"/>
                  <a:pt x="132" y="99"/>
                </a:cubicBezTo>
                <a:close/>
                <a:moveTo>
                  <a:pt x="110" y="69"/>
                </a:moveTo>
                <a:cubicBezTo>
                  <a:pt x="109" y="64"/>
                  <a:pt x="108" y="56"/>
                  <a:pt x="109" y="47"/>
                </a:cubicBezTo>
                <a:cubicBezTo>
                  <a:pt x="122" y="50"/>
                  <a:pt x="133" y="57"/>
                  <a:pt x="140" y="67"/>
                </a:cubicBezTo>
                <a:cubicBezTo>
                  <a:pt x="135" y="72"/>
                  <a:pt x="128" y="75"/>
                  <a:pt x="123" y="77"/>
                </a:cubicBezTo>
                <a:cubicBezTo>
                  <a:pt x="119" y="73"/>
                  <a:pt x="115" y="71"/>
                  <a:pt x="110" y="69"/>
                </a:cubicBezTo>
                <a:close/>
                <a:moveTo>
                  <a:pt x="115" y="99"/>
                </a:moveTo>
                <a:cubicBezTo>
                  <a:pt x="115" y="108"/>
                  <a:pt x="108" y="115"/>
                  <a:pt x="99" y="115"/>
                </a:cubicBezTo>
                <a:cubicBezTo>
                  <a:pt x="90" y="115"/>
                  <a:pt x="83" y="108"/>
                  <a:pt x="83" y="99"/>
                </a:cubicBezTo>
                <a:cubicBezTo>
                  <a:pt x="83" y="90"/>
                  <a:pt x="90" y="83"/>
                  <a:pt x="99" y="83"/>
                </a:cubicBezTo>
                <a:cubicBezTo>
                  <a:pt x="108" y="83"/>
                  <a:pt x="115" y="90"/>
                  <a:pt x="115" y="99"/>
                </a:cubicBezTo>
                <a:close/>
                <a:moveTo>
                  <a:pt x="77" y="78"/>
                </a:moveTo>
                <a:cubicBezTo>
                  <a:pt x="71" y="76"/>
                  <a:pt x="64" y="72"/>
                  <a:pt x="57" y="67"/>
                </a:cubicBezTo>
                <a:cubicBezTo>
                  <a:pt x="65" y="56"/>
                  <a:pt x="77" y="49"/>
                  <a:pt x="90" y="47"/>
                </a:cubicBezTo>
                <a:cubicBezTo>
                  <a:pt x="91" y="53"/>
                  <a:pt x="91" y="61"/>
                  <a:pt x="89" y="70"/>
                </a:cubicBezTo>
                <a:cubicBezTo>
                  <a:pt x="85" y="71"/>
                  <a:pt x="80" y="74"/>
                  <a:pt x="77" y="78"/>
                </a:cubicBezTo>
                <a:close/>
                <a:moveTo>
                  <a:pt x="68" y="99"/>
                </a:moveTo>
                <a:cubicBezTo>
                  <a:pt x="68" y="102"/>
                  <a:pt x="69" y="104"/>
                  <a:pt x="69" y="106"/>
                </a:cubicBezTo>
                <a:cubicBezTo>
                  <a:pt x="62" y="113"/>
                  <a:pt x="54" y="117"/>
                  <a:pt x="48" y="119"/>
                </a:cubicBezTo>
                <a:cubicBezTo>
                  <a:pt x="47" y="114"/>
                  <a:pt x="46" y="109"/>
                  <a:pt x="46" y="104"/>
                </a:cubicBezTo>
                <a:cubicBezTo>
                  <a:pt x="46" y="103"/>
                  <a:pt x="46" y="101"/>
                  <a:pt x="46" y="100"/>
                </a:cubicBezTo>
                <a:cubicBezTo>
                  <a:pt x="46" y="98"/>
                  <a:pt x="46" y="97"/>
                  <a:pt x="46" y="96"/>
                </a:cubicBezTo>
                <a:cubicBezTo>
                  <a:pt x="46" y="91"/>
                  <a:pt x="47" y="86"/>
                  <a:pt x="48" y="81"/>
                </a:cubicBezTo>
                <a:cubicBezTo>
                  <a:pt x="54" y="83"/>
                  <a:pt x="62" y="87"/>
                  <a:pt x="69" y="93"/>
                </a:cubicBezTo>
                <a:cubicBezTo>
                  <a:pt x="69" y="95"/>
                  <a:pt x="68" y="97"/>
                  <a:pt x="68" y="99"/>
                </a:cubicBezTo>
                <a:close/>
                <a:moveTo>
                  <a:pt x="89" y="129"/>
                </a:moveTo>
                <a:cubicBezTo>
                  <a:pt x="91" y="138"/>
                  <a:pt x="91" y="146"/>
                  <a:pt x="90" y="153"/>
                </a:cubicBezTo>
                <a:cubicBezTo>
                  <a:pt x="77" y="150"/>
                  <a:pt x="65" y="143"/>
                  <a:pt x="57" y="133"/>
                </a:cubicBezTo>
                <a:cubicBezTo>
                  <a:pt x="64" y="127"/>
                  <a:pt x="72" y="124"/>
                  <a:pt x="78" y="122"/>
                </a:cubicBezTo>
                <a:cubicBezTo>
                  <a:pt x="81" y="125"/>
                  <a:pt x="85" y="127"/>
                  <a:pt x="89" y="129"/>
                </a:cubicBezTo>
                <a:close/>
                <a:moveTo>
                  <a:pt x="122" y="122"/>
                </a:moveTo>
                <a:cubicBezTo>
                  <a:pt x="128" y="124"/>
                  <a:pt x="134" y="128"/>
                  <a:pt x="140" y="133"/>
                </a:cubicBezTo>
                <a:cubicBezTo>
                  <a:pt x="133" y="143"/>
                  <a:pt x="122" y="150"/>
                  <a:pt x="109" y="152"/>
                </a:cubicBezTo>
                <a:cubicBezTo>
                  <a:pt x="108" y="143"/>
                  <a:pt x="109" y="135"/>
                  <a:pt x="110" y="130"/>
                </a:cubicBezTo>
                <a:cubicBezTo>
                  <a:pt x="114" y="128"/>
                  <a:pt x="119" y="126"/>
                  <a:pt x="122" y="122"/>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95"/>
          <p:cNvSpPr>
            <a:spLocks noEditPoints="1"/>
          </p:cNvSpPr>
          <p:nvPr/>
        </p:nvSpPr>
        <p:spPr bwMode="auto">
          <a:xfrm>
            <a:off x="6877245" y="2393651"/>
            <a:ext cx="387939" cy="386534"/>
          </a:xfrm>
          <a:custGeom>
            <a:avLst/>
            <a:gdLst>
              <a:gd name="T0" fmla="*/ 128 w 197"/>
              <a:gd name="T1" fmla="*/ 100 h 196"/>
              <a:gd name="T2" fmla="*/ 147 w 197"/>
              <a:gd name="T3" fmla="*/ 104 h 196"/>
              <a:gd name="T4" fmla="*/ 197 w 197"/>
              <a:gd name="T5" fmla="*/ 54 h 196"/>
              <a:gd name="T6" fmla="*/ 196 w 197"/>
              <a:gd name="T7" fmla="*/ 45 h 196"/>
              <a:gd name="T8" fmla="*/ 161 w 197"/>
              <a:gd name="T9" fmla="*/ 83 h 196"/>
              <a:gd name="T10" fmla="*/ 127 w 197"/>
              <a:gd name="T11" fmla="*/ 77 h 196"/>
              <a:gd name="T12" fmla="*/ 115 w 197"/>
              <a:gd name="T13" fmla="*/ 45 h 196"/>
              <a:gd name="T14" fmla="*/ 154 w 197"/>
              <a:gd name="T15" fmla="*/ 4 h 196"/>
              <a:gd name="T16" fmla="*/ 147 w 197"/>
              <a:gd name="T17" fmla="*/ 3 h 196"/>
              <a:gd name="T18" fmla="*/ 96 w 197"/>
              <a:gd name="T19" fmla="*/ 54 h 196"/>
              <a:gd name="T20" fmla="*/ 101 w 197"/>
              <a:gd name="T21" fmla="*/ 74 h 196"/>
              <a:gd name="T22" fmla="*/ 53 w 197"/>
              <a:gd name="T23" fmla="*/ 133 h 196"/>
              <a:gd name="T24" fmla="*/ 44 w 197"/>
              <a:gd name="T25" fmla="*/ 131 h 196"/>
              <a:gd name="T26" fmla="*/ 12 w 197"/>
              <a:gd name="T27" fmla="*/ 162 h 196"/>
              <a:gd name="T28" fmla="*/ 44 w 197"/>
              <a:gd name="T29" fmla="*/ 194 h 196"/>
              <a:gd name="T30" fmla="*/ 75 w 197"/>
              <a:gd name="T31" fmla="*/ 162 h 196"/>
              <a:gd name="T32" fmla="*/ 72 w 197"/>
              <a:gd name="T33" fmla="*/ 151 h 196"/>
              <a:gd name="T34" fmla="*/ 128 w 197"/>
              <a:gd name="T35" fmla="*/ 100 h 196"/>
              <a:gd name="T36" fmla="*/ 44 w 197"/>
              <a:gd name="T37" fmla="*/ 179 h 196"/>
              <a:gd name="T38" fmla="*/ 27 w 197"/>
              <a:gd name="T39" fmla="*/ 162 h 196"/>
              <a:gd name="T40" fmla="*/ 44 w 197"/>
              <a:gd name="T41" fmla="*/ 146 h 196"/>
              <a:gd name="T42" fmla="*/ 60 w 197"/>
              <a:gd name="T43" fmla="*/ 162 h 196"/>
              <a:gd name="T44" fmla="*/ 44 w 197"/>
              <a:gd name="T45" fmla="*/ 179 h 196"/>
              <a:gd name="T46" fmla="*/ 47 w 197"/>
              <a:gd name="T47" fmla="*/ 61 h 196"/>
              <a:gd name="T48" fmla="*/ 76 w 197"/>
              <a:gd name="T49" fmla="*/ 92 h 196"/>
              <a:gd name="T50" fmla="*/ 90 w 197"/>
              <a:gd name="T51" fmla="*/ 77 h 196"/>
              <a:gd name="T52" fmla="*/ 61 w 197"/>
              <a:gd name="T53" fmla="*/ 47 h 196"/>
              <a:gd name="T54" fmla="*/ 68 w 197"/>
              <a:gd name="T55" fmla="*/ 40 h 196"/>
              <a:gd name="T56" fmla="*/ 28 w 197"/>
              <a:gd name="T57" fmla="*/ 0 h 196"/>
              <a:gd name="T58" fmla="*/ 0 w 197"/>
              <a:gd name="T59" fmla="*/ 29 h 196"/>
              <a:gd name="T60" fmla="*/ 39 w 197"/>
              <a:gd name="T61" fmla="*/ 68 h 196"/>
              <a:gd name="T62" fmla="*/ 47 w 197"/>
              <a:gd name="T63" fmla="*/ 61 h 196"/>
              <a:gd name="T64" fmla="*/ 138 w 197"/>
              <a:gd name="T65" fmla="*/ 107 h 196"/>
              <a:gd name="T66" fmla="*/ 97 w 197"/>
              <a:gd name="T67" fmla="*/ 143 h 196"/>
              <a:gd name="T68" fmla="*/ 142 w 197"/>
              <a:gd name="T69" fmla="*/ 188 h 196"/>
              <a:gd name="T70" fmla="*/ 170 w 197"/>
              <a:gd name="T71" fmla="*/ 188 h 196"/>
              <a:gd name="T72" fmla="*/ 182 w 197"/>
              <a:gd name="T73" fmla="*/ 177 h 196"/>
              <a:gd name="T74" fmla="*/ 182 w 197"/>
              <a:gd name="T75" fmla="*/ 149 h 196"/>
              <a:gd name="T76" fmla="*/ 138 w 197"/>
              <a:gd name="T77" fmla="*/ 107 h 196"/>
              <a:gd name="T78" fmla="*/ 158 w 197"/>
              <a:gd name="T79" fmla="*/ 180 h 196"/>
              <a:gd name="T80" fmla="*/ 151 w 197"/>
              <a:gd name="T81" fmla="*/ 180 h 196"/>
              <a:gd name="T82" fmla="*/ 114 w 197"/>
              <a:gd name="T83" fmla="*/ 144 h 196"/>
              <a:gd name="T84" fmla="*/ 114 w 197"/>
              <a:gd name="T85" fmla="*/ 137 h 196"/>
              <a:gd name="T86" fmla="*/ 121 w 197"/>
              <a:gd name="T87" fmla="*/ 137 h 196"/>
              <a:gd name="T88" fmla="*/ 158 w 197"/>
              <a:gd name="T89" fmla="*/ 173 h 196"/>
              <a:gd name="T90" fmla="*/ 158 w 197"/>
              <a:gd name="T91" fmla="*/ 180 h 196"/>
              <a:gd name="T92" fmla="*/ 174 w 197"/>
              <a:gd name="T93" fmla="*/ 164 h 196"/>
              <a:gd name="T94" fmla="*/ 167 w 197"/>
              <a:gd name="T95" fmla="*/ 164 h 196"/>
              <a:gd name="T96" fmla="*/ 130 w 197"/>
              <a:gd name="T97" fmla="*/ 128 h 196"/>
              <a:gd name="T98" fmla="*/ 130 w 197"/>
              <a:gd name="T99" fmla="*/ 121 h 196"/>
              <a:gd name="T100" fmla="*/ 137 w 197"/>
              <a:gd name="T101" fmla="*/ 121 h 196"/>
              <a:gd name="T102" fmla="*/ 174 w 197"/>
              <a:gd name="T103" fmla="*/ 157 h 196"/>
              <a:gd name="T104" fmla="*/ 174 w 197"/>
              <a:gd name="T105" fmla="*/ 164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7" h="196">
                <a:moveTo>
                  <a:pt x="128" y="100"/>
                </a:moveTo>
                <a:cubicBezTo>
                  <a:pt x="134" y="103"/>
                  <a:pt x="140" y="104"/>
                  <a:pt x="147" y="104"/>
                </a:cubicBezTo>
                <a:cubicBezTo>
                  <a:pt x="175" y="104"/>
                  <a:pt x="197" y="82"/>
                  <a:pt x="197" y="54"/>
                </a:cubicBezTo>
                <a:cubicBezTo>
                  <a:pt x="197" y="51"/>
                  <a:pt x="197" y="48"/>
                  <a:pt x="196" y="45"/>
                </a:cubicBezTo>
                <a:cubicBezTo>
                  <a:pt x="161" y="83"/>
                  <a:pt x="161" y="83"/>
                  <a:pt x="161" y="83"/>
                </a:cubicBezTo>
                <a:cubicBezTo>
                  <a:pt x="127" y="77"/>
                  <a:pt x="127" y="77"/>
                  <a:pt x="127" y="77"/>
                </a:cubicBezTo>
                <a:cubicBezTo>
                  <a:pt x="115" y="45"/>
                  <a:pt x="115" y="45"/>
                  <a:pt x="115" y="45"/>
                </a:cubicBezTo>
                <a:cubicBezTo>
                  <a:pt x="154" y="4"/>
                  <a:pt x="154" y="4"/>
                  <a:pt x="154" y="4"/>
                </a:cubicBezTo>
                <a:cubicBezTo>
                  <a:pt x="152" y="3"/>
                  <a:pt x="149" y="3"/>
                  <a:pt x="147" y="3"/>
                </a:cubicBezTo>
                <a:cubicBezTo>
                  <a:pt x="119" y="3"/>
                  <a:pt x="96" y="26"/>
                  <a:pt x="96" y="54"/>
                </a:cubicBezTo>
                <a:cubicBezTo>
                  <a:pt x="96" y="61"/>
                  <a:pt x="98" y="68"/>
                  <a:pt x="101" y="74"/>
                </a:cubicBezTo>
                <a:cubicBezTo>
                  <a:pt x="85" y="101"/>
                  <a:pt x="62" y="124"/>
                  <a:pt x="53" y="133"/>
                </a:cubicBezTo>
                <a:cubicBezTo>
                  <a:pt x="50" y="132"/>
                  <a:pt x="47" y="131"/>
                  <a:pt x="44" y="131"/>
                </a:cubicBezTo>
                <a:cubicBezTo>
                  <a:pt x="26" y="131"/>
                  <a:pt x="12" y="145"/>
                  <a:pt x="12" y="162"/>
                </a:cubicBezTo>
                <a:cubicBezTo>
                  <a:pt x="12" y="180"/>
                  <a:pt x="26" y="194"/>
                  <a:pt x="44" y="194"/>
                </a:cubicBezTo>
                <a:cubicBezTo>
                  <a:pt x="61" y="194"/>
                  <a:pt x="75" y="180"/>
                  <a:pt x="75" y="162"/>
                </a:cubicBezTo>
                <a:cubicBezTo>
                  <a:pt x="75" y="158"/>
                  <a:pt x="74" y="154"/>
                  <a:pt x="72" y="151"/>
                </a:cubicBezTo>
                <a:cubicBezTo>
                  <a:pt x="79" y="141"/>
                  <a:pt x="98" y="119"/>
                  <a:pt x="128" y="100"/>
                </a:cubicBezTo>
                <a:close/>
                <a:moveTo>
                  <a:pt x="44" y="179"/>
                </a:moveTo>
                <a:cubicBezTo>
                  <a:pt x="34" y="179"/>
                  <a:pt x="27" y="172"/>
                  <a:pt x="27" y="162"/>
                </a:cubicBezTo>
                <a:cubicBezTo>
                  <a:pt x="27" y="153"/>
                  <a:pt x="34" y="146"/>
                  <a:pt x="44" y="146"/>
                </a:cubicBezTo>
                <a:cubicBezTo>
                  <a:pt x="53" y="146"/>
                  <a:pt x="60" y="153"/>
                  <a:pt x="60" y="162"/>
                </a:cubicBezTo>
                <a:cubicBezTo>
                  <a:pt x="60" y="172"/>
                  <a:pt x="53" y="179"/>
                  <a:pt x="44" y="179"/>
                </a:cubicBezTo>
                <a:close/>
                <a:moveTo>
                  <a:pt x="47" y="61"/>
                </a:moveTo>
                <a:cubicBezTo>
                  <a:pt x="76" y="92"/>
                  <a:pt x="76" y="92"/>
                  <a:pt x="76" y="92"/>
                </a:cubicBezTo>
                <a:cubicBezTo>
                  <a:pt x="90" y="77"/>
                  <a:pt x="90" y="77"/>
                  <a:pt x="90" y="77"/>
                </a:cubicBezTo>
                <a:cubicBezTo>
                  <a:pt x="61" y="47"/>
                  <a:pt x="61" y="47"/>
                  <a:pt x="61" y="47"/>
                </a:cubicBezTo>
                <a:cubicBezTo>
                  <a:pt x="68" y="40"/>
                  <a:pt x="68" y="40"/>
                  <a:pt x="68" y="40"/>
                </a:cubicBezTo>
                <a:cubicBezTo>
                  <a:pt x="28" y="0"/>
                  <a:pt x="28" y="0"/>
                  <a:pt x="28" y="0"/>
                </a:cubicBezTo>
                <a:cubicBezTo>
                  <a:pt x="0" y="29"/>
                  <a:pt x="0" y="29"/>
                  <a:pt x="0" y="29"/>
                </a:cubicBezTo>
                <a:cubicBezTo>
                  <a:pt x="39" y="68"/>
                  <a:pt x="39" y="68"/>
                  <a:pt x="39" y="68"/>
                </a:cubicBezTo>
                <a:lnTo>
                  <a:pt x="47" y="61"/>
                </a:lnTo>
                <a:close/>
                <a:moveTo>
                  <a:pt x="138" y="107"/>
                </a:moveTo>
                <a:cubicBezTo>
                  <a:pt x="138" y="107"/>
                  <a:pt x="114" y="114"/>
                  <a:pt x="97" y="143"/>
                </a:cubicBezTo>
                <a:cubicBezTo>
                  <a:pt x="97" y="141"/>
                  <a:pt x="142" y="188"/>
                  <a:pt x="142" y="188"/>
                </a:cubicBezTo>
                <a:cubicBezTo>
                  <a:pt x="150" y="196"/>
                  <a:pt x="163" y="196"/>
                  <a:pt x="170" y="188"/>
                </a:cubicBezTo>
                <a:cubicBezTo>
                  <a:pt x="182" y="177"/>
                  <a:pt x="182" y="177"/>
                  <a:pt x="182" y="177"/>
                </a:cubicBezTo>
                <a:cubicBezTo>
                  <a:pt x="189" y="169"/>
                  <a:pt x="189" y="156"/>
                  <a:pt x="182" y="149"/>
                </a:cubicBezTo>
                <a:lnTo>
                  <a:pt x="138" y="107"/>
                </a:lnTo>
                <a:close/>
                <a:moveTo>
                  <a:pt x="158" y="180"/>
                </a:moveTo>
                <a:cubicBezTo>
                  <a:pt x="156" y="182"/>
                  <a:pt x="153" y="182"/>
                  <a:pt x="151" y="180"/>
                </a:cubicBezTo>
                <a:cubicBezTo>
                  <a:pt x="114" y="144"/>
                  <a:pt x="114" y="144"/>
                  <a:pt x="114" y="144"/>
                </a:cubicBezTo>
                <a:cubicBezTo>
                  <a:pt x="112" y="142"/>
                  <a:pt x="112" y="139"/>
                  <a:pt x="114" y="137"/>
                </a:cubicBezTo>
                <a:cubicBezTo>
                  <a:pt x="116" y="135"/>
                  <a:pt x="120" y="135"/>
                  <a:pt x="121" y="137"/>
                </a:cubicBezTo>
                <a:cubicBezTo>
                  <a:pt x="158" y="173"/>
                  <a:pt x="158" y="173"/>
                  <a:pt x="158" y="173"/>
                </a:cubicBezTo>
                <a:cubicBezTo>
                  <a:pt x="160" y="175"/>
                  <a:pt x="160" y="178"/>
                  <a:pt x="158" y="180"/>
                </a:cubicBezTo>
                <a:close/>
                <a:moveTo>
                  <a:pt x="174" y="164"/>
                </a:moveTo>
                <a:cubicBezTo>
                  <a:pt x="172" y="166"/>
                  <a:pt x="169" y="166"/>
                  <a:pt x="167" y="164"/>
                </a:cubicBezTo>
                <a:cubicBezTo>
                  <a:pt x="130" y="128"/>
                  <a:pt x="130" y="128"/>
                  <a:pt x="130" y="128"/>
                </a:cubicBezTo>
                <a:cubicBezTo>
                  <a:pt x="128" y="126"/>
                  <a:pt x="128" y="123"/>
                  <a:pt x="130" y="121"/>
                </a:cubicBezTo>
                <a:cubicBezTo>
                  <a:pt x="132" y="119"/>
                  <a:pt x="136" y="119"/>
                  <a:pt x="137" y="121"/>
                </a:cubicBezTo>
                <a:cubicBezTo>
                  <a:pt x="174" y="157"/>
                  <a:pt x="174" y="157"/>
                  <a:pt x="174" y="157"/>
                </a:cubicBezTo>
                <a:cubicBezTo>
                  <a:pt x="176" y="159"/>
                  <a:pt x="176" y="162"/>
                  <a:pt x="174" y="164"/>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96"/>
          <p:cNvSpPr>
            <a:spLocks noEditPoints="1"/>
          </p:cNvSpPr>
          <p:nvPr/>
        </p:nvSpPr>
        <p:spPr bwMode="auto">
          <a:xfrm>
            <a:off x="7353735" y="2392246"/>
            <a:ext cx="393562" cy="393562"/>
          </a:xfrm>
          <a:custGeom>
            <a:avLst/>
            <a:gdLst>
              <a:gd name="T0" fmla="*/ 140 w 200"/>
              <a:gd name="T1" fmla="*/ 200 h 200"/>
              <a:gd name="T2" fmla="*/ 140 w 200"/>
              <a:gd name="T3" fmla="*/ 184 h 200"/>
              <a:gd name="T4" fmla="*/ 200 w 200"/>
              <a:gd name="T5" fmla="*/ 184 h 200"/>
              <a:gd name="T6" fmla="*/ 200 w 200"/>
              <a:gd name="T7" fmla="*/ 200 h 200"/>
              <a:gd name="T8" fmla="*/ 140 w 200"/>
              <a:gd name="T9" fmla="*/ 200 h 200"/>
              <a:gd name="T10" fmla="*/ 160 w 200"/>
              <a:gd name="T11" fmla="*/ 87 h 200"/>
              <a:gd name="T12" fmla="*/ 40 w 200"/>
              <a:gd name="T13" fmla="*/ 87 h 200"/>
              <a:gd name="T14" fmla="*/ 40 w 200"/>
              <a:gd name="T15" fmla="*/ 180 h 200"/>
              <a:gd name="T16" fmla="*/ 20 w 200"/>
              <a:gd name="T17" fmla="*/ 180 h 200"/>
              <a:gd name="T18" fmla="*/ 20 w 200"/>
              <a:gd name="T19" fmla="*/ 10 h 200"/>
              <a:gd name="T20" fmla="*/ 30 w 200"/>
              <a:gd name="T21" fmla="*/ 0 h 200"/>
              <a:gd name="T22" fmla="*/ 40 w 200"/>
              <a:gd name="T23" fmla="*/ 10 h 200"/>
              <a:gd name="T24" fmla="*/ 40 w 200"/>
              <a:gd name="T25" fmla="*/ 28 h 200"/>
              <a:gd name="T26" fmla="*/ 160 w 200"/>
              <a:gd name="T27" fmla="*/ 28 h 200"/>
              <a:gd name="T28" fmla="*/ 160 w 200"/>
              <a:gd name="T29" fmla="*/ 10 h 200"/>
              <a:gd name="T30" fmla="*/ 170 w 200"/>
              <a:gd name="T31" fmla="*/ 0 h 200"/>
              <a:gd name="T32" fmla="*/ 180 w 200"/>
              <a:gd name="T33" fmla="*/ 10 h 200"/>
              <a:gd name="T34" fmla="*/ 180 w 200"/>
              <a:gd name="T35" fmla="*/ 180 h 200"/>
              <a:gd name="T36" fmla="*/ 160 w 200"/>
              <a:gd name="T37" fmla="*/ 180 h 200"/>
              <a:gd name="T38" fmla="*/ 160 w 200"/>
              <a:gd name="T39" fmla="*/ 87 h 200"/>
              <a:gd name="T40" fmla="*/ 140 w 200"/>
              <a:gd name="T41" fmla="*/ 40 h 200"/>
              <a:gd name="T42" fmla="*/ 140 w 200"/>
              <a:gd name="T43" fmla="*/ 60 h 200"/>
              <a:gd name="T44" fmla="*/ 120 w 200"/>
              <a:gd name="T45" fmla="*/ 60 h 200"/>
              <a:gd name="T46" fmla="*/ 120 w 200"/>
              <a:gd name="T47" fmla="*/ 40 h 200"/>
              <a:gd name="T48" fmla="*/ 100 w 200"/>
              <a:gd name="T49" fmla="*/ 40 h 200"/>
              <a:gd name="T50" fmla="*/ 100 w 200"/>
              <a:gd name="T51" fmla="*/ 60 h 200"/>
              <a:gd name="T52" fmla="*/ 80 w 200"/>
              <a:gd name="T53" fmla="*/ 60 h 200"/>
              <a:gd name="T54" fmla="*/ 80 w 200"/>
              <a:gd name="T55" fmla="*/ 40 h 200"/>
              <a:gd name="T56" fmla="*/ 60 w 200"/>
              <a:gd name="T57" fmla="*/ 40 h 200"/>
              <a:gd name="T58" fmla="*/ 60 w 200"/>
              <a:gd name="T59" fmla="*/ 60 h 200"/>
              <a:gd name="T60" fmla="*/ 40 w 200"/>
              <a:gd name="T61" fmla="*/ 60 h 200"/>
              <a:gd name="T62" fmla="*/ 40 w 200"/>
              <a:gd name="T63" fmla="*/ 80 h 200"/>
              <a:gd name="T64" fmla="*/ 60 w 200"/>
              <a:gd name="T65" fmla="*/ 80 h 200"/>
              <a:gd name="T66" fmla="*/ 60 w 200"/>
              <a:gd name="T67" fmla="*/ 60 h 200"/>
              <a:gd name="T68" fmla="*/ 80 w 200"/>
              <a:gd name="T69" fmla="*/ 60 h 200"/>
              <a:gd name="T70" fmla="*/ 80 w 200"/>
              <a:gd name="T71" fmla="*/ 80 h 200"/>
              <a:gd name="T72" fmla="*/ 100 w 200"/>
              <a:gd name="T73" fmla="*/ 80 h 200"/>
              <a:gd name="T74" fmla="*/ 100 w 200"/>
              <a:gd name="T75" fmla="*/ 60 h 200"/>
              <a:gd name="T76" fmla="*/ 120 w 200"/>
              <a:gd name="T77" fmla="*/ 60 h 200"/>
              <a:gd name="T78" fmla="*/ 120 w 200"/>
              <a:gd name="T79" fmla="*/ 80 h 200"/>
              <a:gd name="T80" fmla="*/ 140 w 200"/>
              <a:gd name="T81" fmla="*/ 80 h 200"/>
              <a:gd name="T82" fmla="*/ 140 w 200"/>
              <a:gd name="T83" fmla="*/ 60 h 200"/>
              <a:gd name="T84" fmla="*/ 160 w 200"/>
              <a:gd name="T85" fmla="*/ 60 h 200"/>
              <a:gd name="T86" fmla="*/ 160 w 200"/>
              <a:gd name="T87" fmla="*/ 40 h 200"/>
              <a:gd name="T88" fmla="*/ 140 w 200"/>
              <a:gd name="T89" fmla="*/ 40 h 200"/>
              <a:gd name="T90" fmla="*/ 60 w 200"/>
              <a:gd name="T91" fmla="*/ 200 h 200"/>
              <a:gd name="T92" fmla="*/ 0 w 200"/>
              <a:gd name="T93" fmla="*/ 200 h 200"/>
              <a:gd name="T94" fmla="*/ 0 w 200"/>
              <a:gd name="T95" fmla="*/ 184 h 200"/>
              <a:gd name="T96" fmla="*/ 60 w 200"/>
              <a:gd name="T97" fmla="*/ 184 h 200"/>
              <a:gd name="T98" fmla="*/ 60 w 200"/>
              <a:gd name="T99"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0" h="200">
                <a:moveTo>
                  <a:pt x="140" y="200"/>
                </a:moveTo>
                <a:cubicBezTo>
                  <a:pt x="140" y="184"/>
                  <a:pt x="140" y="184"/>
                  <a:pt x="140" y="184"/>
                </a:cubicBezTo>
                <a:cubicBezTo>
                  <a:pt x="200" y="184"/>
                  <a:pt x="200" y="184"/>
                  <a:pt x="200" y="184"/>
                </a:cubicBezTo>
                <a:cubicBezTo>
                  <a:pt x="200" y="200"/>
                  <a:pt x="200" y="200"/>
                  <a:pt x="200" y="200"/>
                </a:cubicBezTo>
                <a:lnTo>
                  <a:pt x="140" y="200"/>
                </a:lnTo>
                <a:close/>
                <a:moveTo>
                  <a:pt x="160" y="87"/>
                </a:moveTo>
                <a:cubicBezTo>
                  <a:pt x="40" y="87"/>
                  <a:pt x="40" y="87"/>
                  <a:pt x="40" y="87"/>
                </a:cubicBezTo>
                <a:cubicBezTo>
                  <a:pt x="40" y="180"/>
                  <a:pt x="40" y="180"/>
                  <a:pt x="40" y="180"/>
                </a:cubicBezTo>
                <a:cubicBezTo>
                  <a:pt x="20" y="180"/>
                  <a:pt x="20" y="180"/>
                  <a:pt x="20" y="180"/>
                </a:cubicBezTo>
                <a:cubicBezTo>
                  <a:pt x="20" y="10"/>
                  <a:pt x="20" y="10"/>
                  <a:pt x="20" y="10"/>
                </a:cubicBezTo>
                <a:cubicBezTo>
                  <a:pt x="20" y="4"/>
                  <a:pt x="24" y="0"/>
                  <a:pt x="30" y="0"/>
                </a:cubicBezTo>
                <a:cubicBezTo>
                  <a:pt x="35" y="0"/>
                  <a:pt x="40" y="4"/>
                  <a:pt x="40" y="10"/>
                </a:cubicBezTo>
                <a:cubicBezTo>
                  <a:pt x="40" y="28"/>
                  <a:pt x="40" y="28"/>
                  <a:pt x="40" y="28"/>
                </a:cubicBezTo>
                <a:cubicBezTo>
                  <a:pt x="160" y="28"/>
                  <a:pt x="160" y="28"/>
                  <a:pt x="160" y="28"/>
                </a:cubicBezTo>
                <a:cubicBezTo>
                  <a:pt x="160" y="10"/>
                  <a:pt x="160" y="10"/>
                  <a:pt x="160" y="10"/>
                </a:cubicBezTo>
                <a:cubicBezTo>
                  <a:pt x="160" y="4"/>
                  <a:pt x="164" y="0"/>
                  <a:pt x="170" y="0"/>
                </a:cubicBezTo>
                <a:cubicBezTo>
                  <a:pt x="175" y="0"/>
                  <a:pt x="180" y="4"/>
                  <a:pt x="180" y="10"/>
                </a:cubicBezTo>
                <a:cubicBezTo>
                  <a:pt x="180" y="180"/>
                  <a:pt x="180" y="180"/>
                  <a:pt x="180" y="180"/>
                </a:cubicBezTo>
                <a:cubicBezTo>
                  <a:pt x="160" y="180"/>
                  <a:pt x="160" y="180"/>
                  <a:pt x="160" y="180"/>
                </a:cubicBezTo>
                <a:lnTo>
                  <a:pt x="160" y="87"/>
                </a:lnTo>
                <a:close/>
                <a:moveTo>
                  <a:pt x="140" y="40"/>
                </a:moveTo>
                <a:cubicBezTo>
                  <a:pt x="140" y="60"/>
                  <a:pt x="140" y="60"/>
                  <a:pt x="140" y="60"/>
                </a:cubicBezTo>
                <a:cubicBezTo>
                  <a:pt x="120" y="60"/>
                  <a:pt x="120" y="60"/>
                  <a:pt x="120" y="60"/>
                </a:cubicBezTo>
                <a:cubicBezTo>
                  <a:pt x="120" y="40"/>
                  <a:pt x="120" y="40"/>
                  <a:pt x="120" y="40"/>
                </a:cubicBezTo>
                <a:cubicBezTo>
                  <a:pt x="100" y="40"/>
                  <a:pt x="100" y="40"/>
                  <a:pt x="100" y="40"/>
                </a:cubicBezTo>
                <a:cubicBezTo>
                  <a:pt x="100" y="60"/>
                  <a:pt x="100" y="60"/>
                  <a:pt x="100" y="60"/>
                </a:cubicBezTo>
                <a:cubicBezTo>
                  <a:pt x="80" y="60"/>
                  <a:pt x="80" y="60"/>
                  <a:pt x="80" y="60"/>
                </a:cubicBezTo>
                <a:cubicBezTo>
                  <a:pt x="80" y="40"/>
                  <a:pt x="80" y="40"/>
                  <a:pt x="80" y="40"/>
                </a:cubicBezTo>
                <a:cubicBezTo>
                  <a:pt x="60" y="40"/>
                  <a:pt x="60" y="40"/>
                  <a:pt x="60" y="40"/>
                </a:cubicBezTo>
                <a:cubicBezTo>
                  <a:pt x="60" y="60"/>
                  <a:pt x="60" y="60"/>
                  <a:pt x="60" y="60"/>
                </a:cubicBezTo>
                <a:cubicBezTo>
                  <a:pt x="40" y="60"/>
                  <a:pt x="40" y="60"/>
                  <a:pt x="40" y="60"/>
                </a:cubicBezTo>
                <a:cubicBezTo>
                  <a:pt x="40" y="80"/>
                  <a:pt x="40" y="80"/>
                  <a:pt x="40" y="80"/>
                </a:cubicBezTo>
                <a:cubicBezTo>
                  <a:pt x="60" y="80"/>
                  <a:pt x="60" y="80"/>
                  <a:pt x="60" y="80"/>
                </a:cubicBezTo>
                <a:cubicBezTo>
                  <a:pt x="60" y="60"/>
                  <a:pt x="60" y="60"/>
                  <a:pt x="60" y="60"/>
                </a:cubicBezTo>
                <a:cubicBezTo>
                  <a:pt x="80" y="60"/>
                  <a:pt x="80" y="60"/>
                  <a:pt x="80" y="60"/>
                </a:cubicBezTo>
                <a:cubicBezTo>
                  <a:pt x="80" y="80"/>
                  <a:pt x="80" y="80"/>
                  <a:pt x="80" y="80"/>
                </a:cubicBezTo>
                <a:cubicBezTo>
                  <a:pt x="100" y="80"/>
                  <a:pt x="100" y="80"/>
                  <a:pt x="100" y="80"/>
                </a:cubicBezTo>
                <a:cubicBezTo>
                  <a:pt x="100" y="60"/>
                  <a:pt x="100" y="60"/>
                  <a:pt x="100" y="60"/>
                </a:cubicBezTo>
                <a:cubicBezTo>
                  <a:pt x="120" y="60"/>
                  <a:pt x="120" y="60"/>
                  <a:pt x="120" y="60"/>
                </a:cubicBezTo>
                <a:cubicBezTo>
                  <a:pt x="120" y="80"/>
                  <a:pt x="120" y="80"/>
                  <a:pt x="120" y="80"/>
                </a:cubicBezTo>
                <a:cubicBezTo>
                  <a:pt x="140" y="80"/>
                  <a:pt x="140" y="80"/>
                  <a:pt x="140" y="80"/>
                </a:cubicBezTo>
                <a:cubicBezTo>
                  <a:pt x="140" y="60"/>
                  <a:pt x="140" y="60"/>
                  <a:pt x="140" y="60"/>
                </a:cubicBezTo>
                <a:cubicBezTo>
                  <a:pt x="160" y="60"/>
                  <a:pt x="160" y="60"/>
                  <a:pt x="160" y="60"/>
                </a:cubicBezTo>
                <a:cubicBezTo>
                  <a:pt x="160" y="40"/>
                  <a:pt x="160" y="40"/>
                  <a:pt x="160" y="40"/>
                </a:cubicBezTo>
                <a:lnTo>
                  <a:pt x="140" y="40"/>
                </a:lnTo>
                <a:close/>
                <a:moveTo>
                  <a:pt x="60" y="200"/>
                </a:moveTo>
                <a:cubicBezTo>
                  <a:pt x="0" y="200"/>
                  <a:pt x="0" y="200"/>
                  <a:pt x="0" y="200"/>
                </a:cubicBezTo>
                <a:cubicBezTo>
                  <a:pt x="0" y="184"/>
                  <a:pt x="0" y="184"/>
                  <a:pt x="0" y="184"/>
                </a:cubicBezTo>
                <a:cubicBezTo>
                  <a:pt x="60" y="184"/>
                  <a:pt x="60" y="184"/>
                  <a:pt x="60" y="184"/>
                </a:cubicBezTo>
                <a:lnTo>
                  <a:pt x="60" y="200"/>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97"/>
          <p:cNvSpPr>
            <a:spLocks noEditPoints="1"/>
          </p:cNvSpPr>
          <p:nvPr/>
        </p:nvSpPr>
        <p:spPr bwMode="auto">
          <a:xfrm>
            <a:off x="4452624" y="2884198"/>
            <a:ext cx="387939" cy="390750"/>
          </a:xfrm>
          <a:custGeom>
            <a:avLst/>
            <a:gdLst>
              <a:gd name="T0" fmla="*/ 0 w 197"/>
              <a:gd name="T1" fmla="*/ 99 h 198"/>
              <a:gd name="T2" fmla="*/ 197 w 197"/>
              <a:gd name="T3" fmla="*/ 99 h 198"/>
              <a:gd name="T4" fmla="*/ 98 w 197"/>
              <a:gd name="T5" fmla="*/ 15 h 198"/>
              <a:gd name="T6" fmla="*/ 98 w 197"/>
              <a:gd name="T7" fmla="*/ 183 h 198"/>
              <a:gd name="T8" fmla="*/ 98 w 197"/>
              <a:gd name="T9" fmla="*/ 15 h 198"/>
              <a:gd name="T10" fmla="*/ 160 w 197"/>
              <a:gd name="T11" fmla="*/ 99 h 198"/>
              <a:gd name="T12" fmla="*/ 151 w 197"/>
              <a:gd name="T13" fmla="*/ 66 h 198"/>
              <a:gd name="T14" fmla="*/ 171 w 197"/>
              <a:gd name="T15" fmla="*/ 99 h 198"/>
              <a:gd name="T16" fmla="*/ 109 w 197"/>
              <a:gd name="T17" fmla="*/ 86 h 198"/>
              <a:gd name="T18" fmla="*/ 124 w 197"/>
              <a:gd name="T19" fmla="*/ 97 h 198"/>
              <a:gd name="T20" fmla="*/ 99 w 197"/>
              <a:gd name="T21" fmla="*/ 37 h 198"/>
              <a:gd name="T22" fmla="*/ 50 w 197"/>
              <a:gd name="T23" fmla="*/ 95 h 198"/>
              <a:gd name="T24" fmla="*/ 26 w 197"/>
              <a:gd name="T25" fmla="*/ 103 h 198"/>
              <a:gd name="T26" fmla="*/ 26 w 197"/>
              <a:gd name="T27" fmla="*/ 99 h 198"/>
              <a:gd name="T28" fmla="*/ 99 w 197"/>
              <a:gd name="T29" fmla="*/ 26 h 198"/>
              <a:gd name="T30" fmla="*/ 134 w 197"/>
              <a:gd name="T31" fmla="*/ 48 h 198"/>
              <a:gd name="T32" fmla="*/ 78 w 197"/>
              <a:gd name="T33" fmla="*/ 140 h 198"/>
              <a:gd name="T34" fmla="*/ 66 w 197"/>
              <a:gd name="T35" fmla="*/ 153 h 198"/>
              <a:gd name="T36" fmla="*/ 100 w 197"/>
              <a:gd name="T37" fmla="*/ 92 h 198"/>
              <a:gd name="T38" fmla="*/ 100 w 197"/>
              <a:gd name="T39" fmla="*/ 131 h 198"/>
              <a:gd name="T40" fmla="*/ 100 w 197"/>
              <a:gd name="T41" fmla="*/ 92 h 198"/>
              <a:gd name="T42" fmla="*/ 110 w 197"/>
              <a:gd name="T43" fmla="*/ 108 h 198"/>
              <a:gd name="T44" fmla="*/ 89 w 197"/>
              <a:gd name="T45" fmla="*/ 108 h 198"/>
              <a:gd name="T46" fmla="*/ 90 w 197"/>
              <a:gd name="T47" fmla="*/ 167 h 198"/>
              <a:gd name="T48" fmla="*/ 82 w 197"/>
              <a:gd name="T49" fmla="*/ 139 h 198"/>
              <a:gd name="T50" fmla="*/ 90 w 197"/>
              <a:gd name="T51" fmla="*/ 167 h 198"/>
              <a:gd name="T52" fmla="*/ 94 w 197"/>
              <a:gd name="T53" fmla="*/ 167 h 198"/>
              <a:gd name="T54" fmla="*/ 102 w 197"/>
              <a:gd name="T55" fmla="*/ 139 h 198"/>
              <a:gd name="T56" fmla="*/ 114 w 197"/>
              <a:gd name="T57" fmla="*/ 167 h 198"/>
              <a:gd name="T58" fmla="*/ 106 w 197"/>
              <a:gd name="T59" fmla="*/ 139 h 198"/>
              <a:gd name="T60" fmla="*/ 114 w 197"/>
              <a:gd name="T61" fmla="*/ 167 h 198"/>
              <a:gd name="T62" fmla="*/ 118 w 197"/>
              <a:gd name="T63" fmla="*/ 167 h 198"/>
              <a:gd name="T64" fmla="*/ 130 w 197"/>
              <a:gd name="T65" fmla="*/ 153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97" h="198">
                <a:moveTo>
                  <a:pt x="98" y="198"/>
                </a:moveTo>
                <a:cubicBezTo>
                  <a:pt x="44" y="198"/>
                  <a:pt x="0" y="154"/>
                  <a:pt x="0" y="99"/>
                </a:cubicBezTo>
                <a:cubicBezTo>
                  <a:pt x="0" y="45"/>
                  <a:pt x="44" y="0"/>
                  <a:pt x="98" y="0"/>
                </a:cubicBezTo>
                <a:cubicBezTo>
                  <a:pt x="153" y="0"/>
                  <a:pt x="197" y="45"/>
                  <a:pt x="197" y="99"/>
                </a:cubicBezTo>
                <a:cubicBezTo>
                  <a:pt x="197" y="154"/>
                  <a:pt x="153" y="198"/>
                  <a:pt x="98" y="198"/>
                </a:cubicBezTo>
                <a:close/>
                <a:moveTo>
                  <a:pt x="98" y="15"/>
                </a:moveTo>
                <a:cubicBezTo>
                  <a:pt x="52" y="15"/>
                  <a:pt x="15" y="53"/>
                  <a:pt x="15" y="99"/>
                </a:cubicBezTo>
                <a:cubicBezTo>
                  <a:pt x="15" y="145"/>
                  <a:pt x="52" y="183"/>
                  <a:pt x="98" y="183"/>
                </a:cubicBezTo>
                <a:cubicBezTo>
                  <a:pt x="145" y="183"/>
                  <a:pt x="182" y="145"/>
                  <a:pt x="182" y="99"/>
                </a:cubicBezTo>
                <a:cubicBezTo>
                  <a:pt x="182" y="53"/>
                  <a:pt x="145" y="15"/>
                  <a:pt x="98" y="15"/>
                </a:cubicBezTo>
                <a:close/>
                <a:moveTo>
                  <a:pt x="171" y="99"/>
                </a:moveTo>
                <a:cubicBezTo>
                  <a:pt x="160" y="99"/>
                  <a:pt x="160" y="99"/>
                  <a:pt x="160" y="99"/>
                </a:cubicBezTo>
                <a:cubicBezTo>
                  <a:pt x="160" y="99"/>
                  <a:pt x="160" y="99"/>
                  <a:pt x="160" y="99"/>
                </a:cubicBezTo>
                <a:cubicBezTo>
                  <a:pt x="160" y="87"/>
                  <a:pt x="157" y="76"/>
                  <a:pt x="151" y="66"/>
                </a:cubicBezTo>
                <a:cubicBezTo>
                  <a:pt x="153" y="63"/>
                  <a:pt x="156" y="59"/>
                  <a:pt x="158" y="57"/>
                </a:cubicBezTo>
                <a:cubicBezTo>
                  <a:pt x="166" y="69"/>
                  <a:pt x="171" y="83"/>
                  <a:pt x="171" y="99"/>
                </a:cubicBezTo>
                <a:cubicBezTo>
                  <a:pt x="171" y="99"/>
                  <a:pt x="171" y="99"/>
                  <a:pt x="171" y="99"/>
                </a:cubicBezTo>
                <a:close/>
                <a:moveTo>
                  <a:pt x="109" y="86"/>
                </a:moveTo>
                <a:cubicBezTo>
                  <a:pt x="153" y="44"/>
                  <a:pt x="153" y="44"/>
                  <a:pt x="153" y="44"/>
                </a:cubicBezTo>
                <a:cubicBezTo>
                  <a:pt x="153" y="44"/>
                  <a:pt x="124" y="97"/>
                  <a:pt x="124" y="97"/>
                </a:cubicBezTo>
                <a:cubicBezTo>
                  <a:pt x="120" y="88"/>
                  <a:pt x="109" y="86"/>
                  <a:pt x="109" y="86"/>
                </a:cubicBezTo>
                <a:close/>
                <a:moveTo>
                  <a:pt x="99" y="37"/>
                </a:moveTo>
                <a:cubicBezTo>
                  <a:pt x="66" y="37"/>
                  <a:pt x="39" y="63"/>
                  <a:pt x="37" y="95"/>
                </a:cubicBezTo>
                <a:cubicBezTo>
                  <a:pt x="50" y="95"/>
                  <a:pt x="50" y="95"/>
                  <a:pt x="50" y="95"/>
                </a:cubicBezTo>
                <a:cubicBezTo>
                  <a:pt x="50" y="103"/>
                  <a:pt x="50" y="103"/>
                  <a:pt x="50" y="103"/>
                </a:cubicBezTo>
                <a:cubicBezTo>
                  <a:pt x="26" y="103"/>
                  <a:pt x="26" y="103"/>
                  <a:pt x="26" y="103"/>
                </a:cubicBezTo>
                <a:cubicBezTo>
                  <a:pt x="26" y="99"/>
                  <a:pt x="26" y="99"/>
                  <a:pt x="26" y="99"/>
                </a:cubicBezTo>
                <a:cubicBezTo>
                  <a:pt x="26" y="99"/>
                  <a:pt x="26" y="99"/>
                  <a:pt x="26" y="99"/>
                </a:cubicBezTo>
                <a:cubicBezTo>
                  <a:pt x="26" y="99"/>
                  <a:pt x="26" y="99"/>
                  <a:pt x="26" y="99"/>
                </a:cubicBezTo>
                <a:cubicBezTo>
                  <a:pt x="26" y="59"/>
                  <a:pt x="58" y="26"/>
                  <a:pt x="99" y="26"/>
                </a:cubicBezTo>
                <a:cubicBezTo>
                  <a:pt x="115" y="26"/>
                  <a:pt x="130" y="32"/>
                  <a:pt x="142" y="41"/>
                </a:cubicBezTo>
                <a:cubicBezTo>
                  <a:pt x="134" y="48"/>
                  <a:pt x="134" y="48"/>
                  <a:pt x="134" y="48"/>
                </a:cubicBezTo>
                <a:cubicBezTo>
                  <a:pt x="124" y="41"/>
                  <a:pt x="112" y="37"/>
                  <a:pt x="99" y="37"/>
                </a:cubicBezTo>
                <a:close/>
                <a:moveTo>
                  <a:pt x="78" y="140"/>
                </a:moveTo>
                <a:cubicBezTo>
                  <a:pt x="78" y="167"/>
                  <a:pt x="78" y="167"/>
                  <a:pt x="78" y="167"/>
                </a:cubicBezTo>
                <a:cubicBezTo>
                  <a:pt x="71" y="166"/>
                  <a:pt x="66" y="161"/>
                  <a:pt x="66" y="153"/>
                </a:cubicBezTo>
                <a:cubicBezTo>
                  <a:pt x="66" y="146"/>
                  <a:pt x="71" y="141"/>
                  <a:pt x="78" y="140"/>
                </a:cubicBezTo>
                <a:close/>
                <a:moveTo>
                  <a:pt x="100" y="92"/>
                </a:moveTo>
                <a:cubicBezTo>
                  <a:pt x="110" y="92"/>
                  <a:pt x="119" y="101"/>
                  <a:pt x="119" y="112"/>
                </a:cubicBezTo>
                <a:cubicBezTo>
                  <a:pt x="119" y="122"/>
                  <a:pt x="110" y="131"/>
                  <a:pt x="100" y="131"/>
                </a:cubicBezTo>
                <a:cubicBezTo>
                  <a:pt x="89" y="131"/>
                  <a:pt x="80" y="122"/>
                  <a:pt x="80" y="112"/>
                </a:cubicBezTo>
                <a:cubicBezTo>
                  <a:pt x="80" y="101"/>
                  <a:pt x="89" y="92"/>
                  <a:pt x="100" y="92"/>
                </a:cubicBezTo>
                <a:close/>
                <a:moveTo>
                  <a:pt x="100" y="115"/>
                </a:moveTo>
                <a:cubicBezTo>
                  <a:pt x="105" y="115"/>
                  <a:pt x="110" y="112"/>
                  <a:pt x="110" y="108"/>
                </a:cubicBezTo>
                <a:cubicBezTo>
                  <a:pt x="110" y="103"/>
                  <a:pt x="105" y="100"/>
                  <a:pt x="100" y="100"/>
                </a:cubicBezTo>
                <a:cubicBezTo>
                  <a:pt x="94" y="100"/>
                  <a:pt x="89" y="103"/>
                  <a:pt x="89" y="108"/>
                </a:cubicBezTo>
                <a:cubicBezTo>
                  <a:pt x="89" y="112"/>
                  <a:pt x="94" y="115"/>
                  <a:pt x="100" y="115"/>
                </a:cubicBezTo>
                <a:close/>
                <a:moveTo>
                  <a:pt x="90" y="167"/>
                </a:moveTo>
                <a:cubicBezTo>
                  <a:pt x="82" y="167"/>
                  <a:pt x="82" y="167"/>
                  <a:pt x="82" y="167"/>
                </a:cubicBezTo>
                <a:cubicBezTo>
                  <a:pt x="82" y="139"/>
                  <a:pt x="82" y="139"/>
                  <a:pt x="82" y="139"/>
                </a:cubicBezTo>
                <a:cubicBezTo>
                  <a:pt x="90" y="139"/>
                  <a:pt x="90" y="139"/>
                  <a:pt x="90" y="139"/>
                </a:cubicBezTo>
                <a:lnTo>
                  <a:pt x="90" y="167"/>
                </a:lnTo>
                <a:close/>
                <a:moveTo>
                  <a:pt x="102" y="167"/>
                </a:moveTo>
                <a:cubicBezTo>
                  <a:pt x="94" y="167"/>
                  <a:pt x="94" y="167"/>
                  <a:pt x="94" y="167"/>
                </a:cubicBezTo>
                <a:cubicBezTo>
                  <a:pt x="94" y="139"/>
                  <a:pt x="94" y="139"/>
                  <a:pt x="94" y="139"/>
                </a:cubicBezTo>
                <a:cubicBezTo>
                  <a:pt x="102" y="139"/>
                  <a:pt x="102" y="139"/>
                  <a:pt x="102" y="139"/>
                </a:cubicBezTo>
                <a:lnTo>
                  <a:pt x="102" y="167"/>
                </a:lnTo>
                <a:close/>
                <a:moveTo>
                  <a:pt x="114" y="167"/>
                </a:moveTo>
                <a:cubicBezTo>
                  <a:pt x="106" y="167"/>
                  <a:pt x="106" y="167"/>
                  <a:pt x="106" y="167"/>
                </a:cubicBezTo>
                <a:cubicBezTo>
                  <a:pt x="106" y="139"/>
                  <a:pt x="106" y="139"/>
                  <a:pt x="106" y="139"/>
                </a:cubicBezTo>
                <a:cubicBezTo>
                  <a:pt x="114" y="139"/>
                  <a:pt x="114" y="139"/>
                  <a:pt x="114" y="139"/>
                </a:cubicBezTo>
                <a:lnTo>
                  <a:pt x="114" y="167"/>
                </a:lnTo>
                <a:close/>
                <a:moveTo>
                  <a:pt x="130" y="153"/>
                </a:moveTo>
                <a:cubicBezTo>
                  <a:pt x="130" y="161"/>
                  <a:pt x="125" y="166"/>
                  <a:pt x="118" y="167"/>
                </a:cubicBezTo>
                <a:cubicBezTo>
                  <a:pt x="118" y="140"/>
                  <a:pt x="118" y="140"/>
                  <a:pt x="118" y="140"/>
                </a:cubicBezTo>
                <a:cubicBezTo>
                  <a:pt x="125" y="141"/>
                  <a:pt x="130" y="146"/>
                  <a:pt x="130" y="153"/>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98"/>
          <p:cNvSpPr>
            <a:spLocks noEditPoints="1"/>
          </p:cNvSpPr>
          <p:nvPr/>
        </p:nvSpPr>
        <p:spPr bwMode="auto">
          <a:xfrm>
            <a:off x="4940360" y="2881387"/>
            <a:ext cx="338745" cy="393562"/>
          </a:xfrm>
          <a:custGeom>
            <a:avLst/>
            <a:gdLst>
              <a:gd name="T0" fmla="*/ 146 w 172"/>
              <a:gd name="T1" fmla="*/ 68 h 200"/>
              <a:gd name="T2" fmla="*/ 19 w 172"/>
              <a:gd name="T3" fmla="*/ 63 h 200"/>
              <a:gd name="T4" fmla="*/ 33 w 172"/>
              <a:gd name="T5" fmla="*/ 48 h 200"/>
              <a:gd name="T6" fmla="*/ 131 w 172"/>
              <a:gd name="T7" fmla="*/ 48 h 200"/>
              <a:gd name="T8" fmla="*/ 144 w 172"/>
              <a:gd name="T9" fmla="*/ 48 h 200"/>
              <a:gd name="T10" fmla="*/ 162 w 172"/>
              <a:gd name="T11" fmla="*/ 48 h 200"/>
              <a:gd name="T12" fmla="*/ 162 w 172"/>
              <a:gd name="T13" fmla="*/ 68 h 200"/>
              <a:gd name="T14" fmla="*/ 82 w 172"/>
              <a:gd name="T15" fmla="*/ 111 h 200"/>
              <a:gd name="T16" fmla="*/ 32 w 172"/>
              <a:gd name="T17" fmla="*/ 68 h 200"/>
              <a:gd name="T18" fmla="*/ 143 w 172"/>
              <a:gd name="T19" fmla="*/ 44 h 200"/>
              <a:gd name="T20" fmla="*/ 82 w 172"/>
              <a:gd name="T21" fmla="*/ 0 h 200"/>
              <a:gd name="T22" fmla="*/ 95 w 172"/>
              <a:gd name="T23" fmla="*/ 38 h 200"/>
              <a:gd name="T24" fmla="*/ 104 w 172"/>
              <a:gd name="T25" fmla="*/ 27 h 200"/>
              <a:gd name="T26" fmla="*/ 92 w 172"/>
              <a:gd name="T27" fmla="*/ 20 h 200"/>
              <a:gd name="T28" fmla="*/ 104 w 172"/>
              <a:gd name="T29" fmla="*/ 12 h 200"/>
              <a:gd name="T30" fmla="*/ 86 w 172"/>
              <a:gd name="T31" fmla="*/ 8 h 200"/>
              <a:gd name="T32" fmla="*/ 92 w 172"/>
              <a:gd name="T33" fmla="*/ 25 h 200"/>
              <a:gd name="T34" fmla="*/ 96 w 172"/>
              <a:gd name="T35" fmla="*/ 27 h 200"/>
              <a:gd name="T36" fmla="*/ 94 w 172"/>
              <a:gd name="T37" fmla="*/ 33 h 200"/>
              <a:gd name="T38" fmla="*/ 92 w 172"/>
              <a:gd name="T39" fmla="*/ 29 h 200"/>
              <a:gd name="T40" fmla="*/ 85 w 172"/>
              <a:gd name="T41" fmla="*/ 30 h 200"/>
              <a:gd name="T42" fmla="*/ 52 w 172"/>
              <a:gd name="T43" fmla="*/ 123 h 200"/>
              <a:gd name="T44" fmla="*/ 80 w 172"/>
              <a:gd name="T45" fmla="*/ 175 h 200"/>
              <a:gd name="T46" fmla="*/ 88 w 172"/>
              <a:gd name="T47" fmla="*/ 144 h 200"/>
              <a:gd name="T48" fmla="*/ 120 w 172"/>
              <a:gd name="T49" fmla="*/ 138 h 200"/>
              <a:gd name="T50" fmla="*/ 88 w 172"/>
              <a:gd name="T51" fmla="*/ 144 h 200"/>
              <a:gd name="T52" fmla="*/ 44 w 172"/>
              <a:gd name="T53" fmla="*/ 136 h 200"/>
              <a:gd name="T54" fmla="*/ 40 w 172"/>
              <a:gd name="T55" fmla="*/ 144 h 200"/>
              <a:gd name="T56" fmla="*/ 16 w 172"/>
              <a:gd name="T57" fmla="*/ 192 h 200"/>
              <a:gd name="T58" fmla="*/ 138 w 172"/>
              <a:gd name="T59" fmla="*/ 156 h 200"/>
              <a:gd name="T60" fmla="*/ 124 w 172"/>
              <a:gd name="T61" fmla="*/ 144 h 200"/>
              <a:gd name="T62" fmla="*/ 135 w 172"/>
              <a:gd name="T63" fmla="*/ 136 h 200"/>
              <a:gd name="T64" fmla="*/ 168 w 172"/>
              <a:gd name="T65" fmla="*/ 200 h 200"/>
              <a:gd name="T66" fmla="*/ 38 w 172"/>
              <a:gd name="T67" fmla="*/ 200 h 200"/>
              <a:gd name="T68" fmla="*/ 20 w 172"/>
              <a:gd name="T69" fmla="*/ 152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2" h="200">
                <a:moveTo>
                  <a:pt x="162" y="68"/>
                </a:moveTo>
                <a:cubicBezTo>
                  <a:pt x="146" y="68"/>
                  <a:pt x="146" y="68"/>
                  <a:pt x="146" y="68"/>
                </a:cubicBezTo>
                <a:cubicBezTo>
                  <a:pt x="143" y="101"/>
                  <a:pt x="116" y="127"/>
                  <a:pt x="82" y="127"/>
                </a:cubicBezTo>
                <a:cubicBezTo>
                  <a:pt x="47" y="127"/>
                  <a:pt x="19" y="98"/>
                  <a:pt x="19" y="63"/>
                </a:cubicBezTo>
                <a:cubicBezTo>
                  <a:pt x="19" y="58"/>
                  <a:pt x="20" y="53"/>
                  <a:pt x="21" y="48"/>
                </a:cubicBezTo>
                <a:cubicBezTo>
                  <a:pt x="33" y="48"/>
                  <a:pt x="33" y="48"/>
                  <a:pt x="33" y="48"/>
                </a:cubicBezTo>
                <a:cubicBezTo>
                  <a:pt x="33" y="48"/>
                  <a:pt x="33" y="48"/>
                  <a:pt x="33" y="48"/>
                </a:cubicBezTo>
                <a:cubicBezTo>
                  <a:pt x="131" y="48"/>
                  <a:pt x="131" y="48"/>
                  <a:pt x="131" y="48"/>
                </a:cubicBezTo>
                <a:cubicBezTo>
                  <a:pt x="131" y="48"/>
                  <a:pt x="131" y="48"/>
                  <a:pt x="131" y="48"/>
                </a:cubicBezTo>
                <a:cubicBezTo>
                  <a:pt x="144" y="48"/>
                  <a:pt x="144" y="48"/>
                  <a:pt x="144" y="48"/>
                </a:cubicBezTo>
                <a:cubicBezTo>
                  <a:pt x="144" y="48"/>
                  <a:pt x="144" y="48"/>
                  <a:pt x="144" y="48"/>
                </a:cubicBezTo>
                <a:cubicBezTo>
                  <a:pt x="162" y="48"/>
                  <a:pt x="162" y="48"/>
                  <a:pt x="162" y="48"/>
                </a:cubicBezTo>
                <a:cubicBezTo>
                  <a:pt x="168" y="48"/>
                  <a:pt x="172" y="52"/>
                  <a:pt x="172" y="58"/>
                </a:cubicBezTo>
                <a:cubicBezTo>
                  <a:pt x="172" y="63"/>
                  <a:pt x="168" y="68"/>
                  <a:pt x="162" y="68"/>
                </a:cubicBezTo>
                <a:close/>
                <a:moveTo>
                  <a:pt x="32" y="68"/>
                </a:moveTo>
                <a:cubicBezTo>
                  <a:pt x="35" y="94"/>
                  <a:pt x="61" y="111"/>
                  <a:pt x="82" y="111"/>
                </a:cubicBezTo>
                <a:cubicBezTo>
                  <a:pt x="104" y="111"/>
                  <a:pt x="128" y="96"/>
                  <a:pt x="132" y="68"/>
                </a:cubicBezTo>
                <a:lnTo>
                  <a:pt x="32" y="68"/>
                </a:lnTo>
                <a:close/>
                <a:moveTo>
                  <a:pt x="82" y="0"/>
                </a:moveTo>
                <a:cubicBezTo>
                  <a:pt x="123" y="0"/>
                  <a:pt x="135" y="18"/>
                  <a:pt x="143" y="44"/>
                </a:cubicBezTo>
                <a:cubicBezTo>
                  <a:pt x="22" y="44"/>
                  <a:pt x="22" y="44"/>
                  <a:pt x="22" y="44"/>
                </a:cubicBezTo>
                <a:cubicBezTo>
                  <a:pt x="30" y="18"/>
                  <a:pt x="37" y="0"/>
                  <a:pt x="82" y="0"/>
                </a:cubicBezTo>
                <a:close/>
                <a:moveTo>
                  <a:pt x="85" y="30"/>
                </a:moveTo>
                <a:cubicBezTo>
                  <a:pt x="85" y="35"/>
                  <a:pt x="88" y="38"/>
                  <a:pt x="95" y="38"/>
                </a:cubicBezTo>
                <a:cubicBezTo>
                  <a:pt x="98" y="38"/>
                  <a:pt x="100" y="37"/>
                  <a:pt x="102" y="35"/>
                </a:cubicBezTo>
                <a:cubicBezTo>
                  <a:pt x="103" y="33"/>
                  <a:pt x="104" y="31"/>
                  <a:pt x="104" y="27"/>
                </a:cubicBezTo>
                <a:cubicBezTo>
                  <a:pt x="104" y="21"/>
                  <a:pt x="102" y="18"/>
                  <a:pt x="97" y="18"/>
                </a:cubicBezTo>
                <a:cubicBezTo>
                  <a:pt x="95" y="18"/>
                  <a:pt x="93" y="18"/>
                  <a:pt x="92" y="20"/>
                </a:cubicBezTo>
                <a:cubicBezTo>
                  <a:pt x="92" y="12"/>
                  <a:pt x="92" y="12"/>
                  <a:pt x="92" y="12"/>
                </a:cubicBezTo>
                <a:cubicBezTo>
                  <a:pt x="104" y="12"/>
                  <a:pt x="104" y="12"/>
                  <a:pt x="104" y="12"/>
                </a:cubicBezTo>
                <a:cubicBezTo>
                  <a:pt x="104" y="8"/>
                  <a:pt x="104" y="8"/>
                  <a:pt x="104" y="8"/>
                </a:cubicBezTo>
                <a:cubicBezTo>
                  <a:pt x="86" y="8"/>
                  <a:pt x="86" y="8"/>
                  <a:pt x="86" y="8"/>
                </a:cubicBezTo>
                <a:cubicBezTo>
                  <a:pt x="86" y="25"/>
                  <a:pt x="86" y="25"/>
                  <a:pt x="86" y="25"/>
                </a:cubicBezTo>
                <a:cubicBezTo>
                  <a:pt x="92" y="25"/>
                  <a:pt x="92" y="25"/>
                  <a:pt x="92" y="25"/>
                </a:cubicBezTo>
                <a:cubicBezTo>
                  <a:pt x="92" y="24"/>
                  <a:pt x="93" y="23"/>
                  <a:pt x="94" y="23"/>
                </a:cubicBezTo>
                <a:cubicBezTo>
                  <a:pt x="96" y="23"/>
                  <a:pt x="96" y="24"/>
                  <a:pt x="96" y="27"/>
                </a:cubicBezTo>
                <a:cubicBezTo>
                  <a:pt x="96" y="30"/>
                  <a:pt x="96" y="31"/>
                  <a:pt x="96" y="32"/>
                </a:cubicBezTo>
                <a:cubicBezTo>
                  <a:pt x="96" y="33"/>
                  <a:pt x="95" y="33"/>
                  <a:pt x="94" y="33"/>
                </a:cubicBezTo>
                <a:cubicBezTo>
                  <a:pt x="93" y="33"/>
                  <a:pt x="92" y="32"/>
                  <a:pt x="92" y="30"/>
                </a:cubicBezTo>
                <a:cubicBezTo>
                  <a:pt x="92" y="29"/>
                  <a:pt x="92" y="29"/>
                  <a:pt x="92" y="29"/>
                </a:cubicBezTo>
                <a:cubicBezTo>
                  <a:pt x="85" y="29"/>
                  <a:pt x="85" y="29"/>
                  <a:pt x="85" y="29"/>
                </a:cubicBezTo>
                <a:lnTo>
                  <a:pt x="85" y="30"/>
                </a:lnTo>
                <a:close/>
                <a:moveTo>
                  <a:pt x="48" y="138"/>
                </a:moveTo>
                <a:cubicBezTo>
                  <a:pt x="48" y="126"/>
                  <a:pt x="52" y="124"/>
                  <a:pt x="52" y="123"/>
                </a:cubicBezTo>
                <a:cubicBezTo>
                  <a:pt x="58" y="135"/>
                  <a:pt x="80" y="144"/>
                  <a:pt x="80" y="144"/>
                </a:cubicBezTo>
                <a:cubicBezTo>
                  <a:pt x="80" y="175"/>
                  <a:pt x="80" y="175"/>
                  <a:pt x="80" y="175"/>
                </a:cubicBezTo>
                <a:cubicBezTo>
                  <a:pt x="80" y="175"/>
                  <a:pt x="48" y="152"/>
                  <a:pt x="48" y="138"/>
                </a:cubicBezTo>
                <a:close/>
                <a:moveTo>
                  <a:pt x="88" y="144"/>
                </a:moveTo>
                <a:cubicBezTo>
                  <a:pt x="88" y="144"/>
                  <a:pt x="110" y="135"/>
                  <a:pt x="116" y="123"/>
                </a:cubicBezTo>
                <a:cubicBezTo>
                  <a:pt x="116" y="124"/>
                  <a:pt x="120" y="125"/>
                  <a:pt x="120" y="138"/>
                </a:cubicBezTo>
                <a:cubicBezTo>
                  <a:pt x="120" y="152"/>
                  <a:pt x="88" y="175"/>
                  <a:pt x="88" y="175"/>
                </a:cubicBezTo>
                <a:lnTo>
                  <a:pt x="88" y="144"/>
                </a:lnTo>
                <a:close/>
                <a:moveTo>
                  <a:pt x="36" y="136"/>
                </a:moveTo>
                <a:cubicBezTo>
                  <a:pt x="44" y="136"/>
                  <a:pt x="44" y="136"/>
                  <a:pt x="44" y="136"/>
                </a:cubicBezTo>
                <a:cubicBezTo>
                  <a:pt x="44" y="144"/>
                  <a:pt x="44" y="144"/>
                  <a:pt x="44" y="144"/>
                </a:cubicBezTo>
                <a:cubicBezTo>
                  <a:pt x="42" y="144"/>
                  <a:pt x="40" y="144"/>
                  <a:pt x="40" y="144"/>
                </a:cubicBezTo>
                <a:cubicBezTo>
                  <a:pt x="38" y="144"/>
                  <a:pt x="32" y="156"/>
                  <a:pt x="32" y="156"/>
                </a:cubicBezTo>
                <a:cubicBezTo>
                  <a:pt x="16" y="192"/>
                  <a:pt x="16" y="192"/>
                  <a:pt x="16" y="192"/>
                </a:cubicBezTo>
                <a:cubicBezTo>
                  <a:pt x="151" y="192"/>
                  <a:pt x="151" y="192"/>
                  <a:pt x="151" y="192"/>
                </a:cubicBezTo>
                <a:cubicBezTo>
                  <a:pt x="138" y="156"/>
                  <a:pt x="138" y="156"/>
                  <a:pt x="138" y="156"/>
                </a:cubicBezTo>
                <a:cubicBezTo>
                  <a:pt x="138" y="156"/>
                  <a:pt x="132" y="144"/>
                  <a:pt x="128" y="144"/>
                </a:cubicBezTo>
                <a:cubicBezTo>
                  <a:pt x="128" y="144"/>
                  <a:pt x="126" y="144"/>
                  <a:pt x="124" y="144"/>
                </a:cubicBezTo>
                <a:cubicBezTo>
                  <a:pt x="124" y="136"/>
                  <a:pt x="124" y="136"/>
                  <a:pt x="124" y="136"/>
                </a:cubicBezTo>
                <a:cubicBezTo>
                  <a:pt x="135" y="136"/>
                  <a:pt x="135" y="136"/>
                  <a:pt x="135" y="136"/>
                </a:cubicBezTo>
                <a:cubicBezTo>
                  <a:pt x="144" y="136"/>
                  <a:pt x="151" y="152"/>
                  <a:pt x="151" y="152"/>
                </a:cubicBezTo>
                <a:cubicBezTo>
                  <a:pt x="168" y="200"/>
                  <a:pt x="168" y="200"/>
                  <a:pt x="168" y="200"/>
                </a:cubicBezTo>
                <a:cubicBezTo>
                  <a:pt x="130" y="200"/>
                  <a:pt x="130" y="200"/>
                  <a:pt x="130" y="200"/>
                </a:cubicBezTo>
                <a:cubicBezTo>
                  <a:pt x="128" y="200"/>
                  <a:pt x="43" y="200"/>
                  <a:pt x="38" y="200"/>
                </a:cubicBezTo>
                <a:cubicBezTo>
                  <a:pt x="0" y="200"/>
                  <a:pt x="0" y="200"/>
                  <a:pt x="0" y="200"/>
                </a:cubicBezTo>
                <a:cubicBezTo>
                  <a:pt x="20" y="152"/>
                  <a:pt x="20" y="152"/>
                  <a:pt x="20" y="152"/>
                </a:cubicBezTo>
                <a:cubicBezTo>
                  <a:pt x="20" y="152"/>
                  <a:pt x="27" y="136"/>
                  <a:pt x="36" y="136"/>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99"/>
          <p:cNvSpPr>
            <a:spLocks noEditPoints="1"/>
          </p:cNvSpPr>
          <p:nvPr/>
        </p:nvSpPr>
        <p:spPr bwMode="auto">
          <a:xfrm>
            <a:off x="5430905" y="2882792"/>
            <a:ext cx="393562" cy="394968"/>
          </a:xfrm>
          <a:custGeom>
            <a:avLst/>
            <a:gdLst>
              <a:gd name="T0" fmla="*/ 40 w 200"/>
              <a:gd name="T1" fmla="*/ 200 h 200"/>
              <a:gd name="T2" fmla="*/ 0 w 200"/>
              <a:gd name="T3" fmla="*/ 40 h 200"/>
              <a:gd name="T4" fmla="*/ 160 w 200"/>
              <a:gd name="T5" fmla="*/ 0 h 200"/>
              <a:gd name="T6" fmla="*/ 200 w 200"/>
              <a:gd name="T7" fmla="*/ 160 h 200"/>
              <a:gd name="T8" fmla="*/ 132 w 200"/>
              <a:gd name="T9" fmla="*/ 184 h 200"/>
              <a:gd name="T10" fmla="*/ 168 w 200"/>
              <a:gd name="T11" fmla="*/ 175 h 200"/>
              <a:gd name="T12" fmla="*/ 136 w 200"/>
              <a:gd name="T13" fmla="*/ 176 h 200"/>
              <a:gd name="T14" fmla="*/ 132 w 200"/>
              <a:gd name="T15" fmla="*/ 184 h 200"/>
              <a:gd name="T16" fmla="*/ 120 w 200"/>
              <a:gd name="T17" fmla="*/ 184 h 200"/>
              <a:gd name="T18" fmla="*/ 84 w 200"/>
              <a:gd name="T19" fmla="*/ 176 h 200"/>
              <a:gd name="T20" fmla="*/ 56 w 200"/>
              <a:gd name="T21" fmla="*/ 184 h 200"/>
              <a:gd name="T22" fmla="*/ 72 w 200"/>
              <a:gd name="T23" fmla="*/ 176 h 200"/>
              <a:gd name="T24" fmla="*/ 38 w 200"/>
              <a:gd name="T25" fmla="*/ 168 h 200"/>
              <a:gd name="T26" fmla="*/ 56 w 200"/>
              <a:gd name="T27" fmla="*/ 184 h 200"/>
              <a:gd name="T28" fmla="*/ 23 w 200"/>
              <a:gd name="T29" fmla="*/ 167 h 200"/>
              <a:gd name="T30" fmla="*/ 24 w 200"/>
              <a:gd name="T31" fmla="*/ 136 h 200"/>
              <a:gd name="T32" fmla="*/ 16 w 200"/>
              <a:gd name="T33" fmla="*/ 128 h 200"/>
              <a:gd name="T34" fmla="*/ 16 w 200"/>
              <a:gd name="T35" fmla="*/ 116 h 200"/>
              <a:gd name="T36" fmla="*/ 24 w 200"/>
              <a:gd name="T37" fmla="*/ 80 h 200"/>
              <a:gd name="T38" fmla="*/ 16 w 200"/>
              <a:gd name="T39" fmla="*/ 116 h 200"/>
              <a:gd name="T40" fmla="*/ 16 w 200"/>
              <a:gd name="T41" fmla="*/ 56 h 200"/>
              <a:gd name="T42" fmla="*/ 24 w 200"/>
              <a:gd name="T43" fmla="*/ 68 h 200"/>
              <a:gd name="T44" fmla="*/ 32 w 200"/>
              <a:gd name="T45" fmla="*/ 39 h 200"/>
              <a:gd name="T46" fmla="*/ 72 w 200"/>
              <a:gd name="T47" fmla="*/ 16 h 200"/>
              <a:gd name="T48" fmla="*/ 33 w 200"/>
              <a:gd name="T49" fmla="*/ 23 h 200"/>
              <a:gd name="T50" fmla="*/ 63 w 200"/>
              <a:gd name="T51" fmla="*/ 24 h 200"/>
              <a:gd name="T52" fmla="*/ 72 w 200"/>
              <a:gd name="T53" fmla="*/ 16 h 200"/>
              <a:gd name="T54" fmla="*/ 84 w 200"/>
              <a:gd name="T55" fmla="*/ 16 h 200"/>
              <a:gd name="T56" fmla="*/ 120 w 200"/>
              <a:gd name="T57" fmla="*/ 24 h 200"/>
              <a:gd name="T58" fmla="*/ 80 w 200"/>
              <a:gd name="T59" fmla="*/ 40 h 200"/>
              <a:gd name="T60" fmla="*/ 40 w 200"/>
              <a:gd name="T61" fmla="*/ 120 h 200"/>
              <a:gd name="T62" fmla="*/ 120 w 200"/>
              <a:gd name="T63" fmla="*/ 160 h 200"/>
              <a:gd name="T64" fmla="*/ 160 w 200"/>
              <a:gd name="T65" fmla="*/ 80 h 200"/>
              <a:gd name="T66" fmla="*/ 80 w 200"/>
              <a:gd name="T67" fmla="*/ 40 h 200"/>
              <a:gd name="T68" fmla="*/ 132 w 200"/>
              <a:gd name="T69" fmla="*/ 16 h 200"/>
              <a:gd name="T70" fmla="*/ 136 w 200"/>
              <a:gd name="T71" fmla="*/ 24 h 200"/>
              <a:gd name="T72" fmla="*/ 166 w 200"/>
              <a:gd name="T73" fmla="*/ 23 h 200"/>
              <a:gd name="T74" fmla="*/ 184 w 200"/>
              <a:gd name="T75" fmla="*/ 56 h 200"/>
              <a:gd name="T76" fmla="*/ 167 w 200"/>
              <a:gd name="T77" fmla="*/ 39 h 200"/>
              <a:gd name="T78" fmla="*/ 176 w 200"/>
              <a:gd name="T79" fmla="*/ 68 h 200"/>
              <a:gd name="T80" fmla="*/ 184 w 200"/>
              <a:gd name="T81" fmla="*/ 56 h 200"/>
              <a:gd name="T82" fmla="*/ 176 w 200"/>
              <a:gd name="T83" fmla="*/ 80 h 200"/>
              <a:gd name="T84" fmla="*/ 184 w 200"/>
              <a:gd name="T85" fmla="*/ 116 h 200"/>
              <a:gd name="T86" fmla="*/ 184 w 200"/>
              <a:gd name="T87" fmla="*/ 128 h 200"/>
              <a:gd name="T88" fmla="*/ 176 w 200"/>
              <a:gd name="T89" fmla="*/ 136 h 200"/>
              <a:gd name="T90" fmla="*/ 177 w 200"/>
              <a:gd name="T91" fmla="*/ 167 h 200"/>
              <a:gd name="T92" fmla="*/ 184 w 200"/>
              <a:gd name="T93" fmla="*/ 128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00" h="200">
                <a:moveTo>
                  <a:pt x="160" y="200"/>
                </a:moveTo>
                <a:cubicBezTo>
                  <a:pt x="40" y="200"/>
                  <a:pt x="40" y="200"/>
                  <a:pt x="40" y="200"/>
                </a:cubicBezTo>
                <a:cubicBezTo>
                  <a:pt x="17" y="200"/>
                  <a:pt x="0" y="182"/>
                  <a:pt x="0" y="160"/>
                </a:cubicBezTo>
                <a:cubicBezTo>
                  <a:pt x="0" y="40"/>
                  <a:pt x="0" y="40"/>
                  <a:pt x="0" y="40"/>
                </a:cubicBezTo>
                <a:cubicBezTo>
                  <a:pt x="0" y="18"/>
                  <a:pt x="17" y="0"/>
                  <a:pt x="40" y="0"/>
                </a:cubicBezTo>
                <a:cubicBezTo>
                  <a:pt x="160" y="0"/>
                  <a:pt x="160" y="0"/>
                  <a:pt x="160" y="0"/>
                </a:cubicBezTo>
                <a:cubicBezTo>
                  <a:pt x="182" y="0"/>
                  <a:pt x="200" y="18"/>
                  <a:pt x="200" y="40"/>
                </a:cubicBezTo>
                <a:cubicBezTo>
                  <a:pt x="200" y="160"/>
                  <a:pt x="200" y="160"/>
                  <a:pt x="200" y="160"/>
                </a:cubicBezTo>
                <a:cubicBezTo>
                  <a:pt x="200" y="182"/>
                  <a:pt x="182" y="200"/>
                  <a:pt x="160" y="200"/>
                </a:cubicBezTo>
                <a:close/>
                <a:moveTo>
                  <a:pt x="132" y="184"/>
                </a:moveTo>
                <a:cubicBezTo>
                  <a:pt x="144" y="184"/>
                  <a:pt x="144" y="184"/>
                  <a:pt x="144" y="184"/>
                </a:cubicBezTo>
                <a:cubicBezTo>
                  <a:pt x="153" y="184"/>
                  <a:pt x="162" y="181"/>
                  <a:pt x="168" y="175"/>
                </a:cubicBezTo>
                <a:cubicBezTo>
                  <a:pt x="161" y="168"/>
                  <a:pt x="161" y="168"/>
                  <a:pt x="161" y="168"/>
                </a:cubicBezTo>
                <a:cubicBezTo>
                  <a:pt x="154" y="173"/>
                  <a:pt x="145" y="176"/>
                  <a:pt x="136" y="176"/>
                </a:cubicBezTo>
                <a:cubicBezTo>
                  <a:pt x="132" y="176"/>
                  <a:pt x="132" y="176"/>
                  <a:pt x="132" y="176"/>
                </a:cubicBezTo>
                <a:lnTo>
                  <a:pt x="132" y="184"/>
                </a:lnTo>
                <a:close/>
                <a:moveTo>
                  <a:pt x="84" y="184"/>
                </a:moveTo>
                <a:cubicBezTo>
                  <a:pt x="120" y="184"/>
                  <a:pt x="120" y="184"/>
                  <a:pt x="120" y="184"/>
                </a:cubicBezTo>
                <a:cubicBezTo>
                  <a:pt x="120" y="176"/>
                  <a:pt x="120" y="176"/>
                  <a:pt x="120" y="176"/>
                </a:cubicBezTo>
                <a:cubicBezTo>
                  <a:pt x="84" y="176"/>
                  <a:pt x="84" y="176"/>
                  <a:pt x="84" y="176"/>
                </a:cubicBezTo>
                <a:lnTo>
                  <a:pt x="84" y="184"/>
                </a:lnTo>
                <a:close/>
                <a:moveTo>
                  <a:pt x="56" y="184"/>
                </a:moveTo>
                <a:cubicBezTo>
                  <a:pt x="72" y="184"/>
                  <a:pt x="72" y="184"/>
                  <a:pt x="72" y="184"/>
                </a:cubicBezTo>
                <a:cubicBezTo>
                  <a:pt x="72" y="176"/>
                  <a:pt x="72" y="176"/>
                  <a:pt x="72" y="176"/>
                </a:cubicBezTo>
                <a:cubicBezTo>
                  <a:pt x="63" y="176"/>
                  <a:pt x="63" y="176"/>
                  <a:pt x="63" y="176"/>
                </a:cubicBezTo>
                <a:cubicBezTo>
                  <a:pt x="54" y="176"/>
                  <a:pt x="45" y="173"/>
                  <a:pt x="38" y="168"/>
                </a:cubicBezTo>
                <a:cubicBezTo>
                  <a:pt x="31" y="175"/>
                  <a:pt x="31" y="175"/>
                  <a:pt x="31" y="175"/>
                </a:cubicBezTo>
                <a:cubicBezTo>
                  <a:pt x="38" y="181"/>
                  <a:pt x="46" y="184"/>
                  <a:pt x="56" y="184"/>
                </a:cubicBezTo>
                <a:close/>
                <a:moveTo>
                  <a:pt x="16" y="144"/>
                </a:moveTo>
                <a:cubicBezTo>
                  <a:pt x="16" y="152"/>
                  <a:pt x="18" y="160"/>
                  <a:pt x="23" y="167"/>
                </a:cubicBezTo>
                <a:cubicBezTo>
                  <a:pt x="30" y="159"/>
                  <a:pt x="30" y="159"/>
                  <a:pt x="30" y="159"/>
                </a:cubicBezTo>
                <a:cubicBezTo>
                  <a:pt x="26" y="152"/>
                  <a:pt x="24" y="145"/>
                  <a:pt x="24" y="136"/>
                </a:cubicBezTo>
                <a:cubicBezTo>
                  <a:pt x="24" y="128"/>
                  <a:pt x="24" y="128"/>
                  <a:pt x="24" y="128"/>
                </a:cubicBezTo>
                <a:cubicBezTo>
                  <a:pt x="16" y="128"/>
                  <a:pt x="16" y="128"/>
                  <a:pt x="16" y="128"/>
                </a:cubicBezTo>
                <a:lnTo>
                  <a:pt x="16" y="144"/>
                </a:lnTo>
                <a:close/>
                <a:moveTo>
                  <a:pt x="16" y="116"/>
                </a:moveTo>
                <a:cubicBezTo>
                  <a:pt x="24" y="116"/>
                  <a:pt x="24" y="116"/>
                  <a:pt x="24" y="116"/>
                </a:cubicBezTo>
                <a:cubicBezTo>
                  <a:pt x="24" y="80"/>
                  <a:pt x="24" y="80"/>
                  <a:pt x="24" y="80"/>
                </a:cubicBezTo>
                <a:cubicBezTo>
                  <a:pt x="16" y="80"/>
                  <a:pt x="16" y="80"/>
                  <a:pt x="16" y="80"/>
                </a:cubicBezTo>
                <a:lnTo>
                  <a:pt x="16" y="116"/>
                </a:lnTo>
                <a:close/>
                <a:moveTo>
                  <a:pt x="24" y="31"/>
                </a:moveTo>
                <a:cubicBezTo>
                  <a:pt x="19" y="38"/>
                  <a:pt x="16" y="47"/>
                  <a:pt x="16" y="56"/>
                </a:cubicBezTo>
                <a:cubicBezTo>
                  <a:pt x="16" y="68"/>
                  <a:pt x="16" y="68"/>
                  <a:pt x="16" y="68"/>
                </a:cubicBezTo>
                <a:cubicBezTo>
                  <a:pt x="24" y="68"/>
                  <a:pt x="24" y="68"/>
                  <a:pt x="24" y="68"/>
                </a:cubicBezTo>
                <a:cubicBezTo>
                  <a:pt x="24" y="64"/>
                  <a:pt x="24" y="64"/>
                  <a:pt x="24" y="64"/>
                </a:cubicBezTo>
                <a:cubicBezTo>
                  <a:pt x="24" y="55"/>
                  <a:pt x="27" y="46"/>
                  <a:pt x="32" y="39"/>
                </a:cubicBezTo>
                <a:lnTo>
                  <a:pt x="24" y="31"/>
                </a:lnTo>
                <a:close/>
                <a:moveTo>
                  <a:pt x="72" y="16"/>
                </a:moveTo>
                <a:cubicBezTo>
                  <a:pt x="56" y="16"/>
                  <a:pt x="56" y="16"/>
                  <a:pt x="56" y="16"/>
                </a:cubicBezTo>
                <a:cubicBezTo>
                  <a:pt x="47" y="16"/>
                  <a:pt x="39" y="19"/>
                  <a:pt x="33" y="23"/>
                </a:cubicBezTo>
                <a:cubicBezTo>
                  <a:pt x="41" y="31"/>
                  <a:pt x="41" y="31"/>
                  <a:pt x="41" y="31"/>
                </a:cubicBezTo>
                <a:cubicBezTo>
                  <a:pt x="47" y="27"/>
                  <a:pt x="55" y="24"/>
                  <a:pt x="63" y="24"/>
                </a:cubicBezTo>
                <a:cubicBezTo>
                  <a:pt x="72" y="24"/>
                  <a:pt x="72" y="24"/>
                  <a:pt x="72" y="24"/>
                </a:cubicBezTo>
                <a:lnTo>
                  <a:pt x="72" y="16"/>
                </a:lnTo>
                <a:close/>
                <a:moveTo>
                  <a:pt x="120" y="16"/>
                </a:moveTo>
                <a:cubicBezTo>
                  <a:pt x="84" y="16"/>
                  <a:pt x="84" y="16"/>
                  <a:pt x="84" y="16"/>
                </a:cubicBezTo>
                <a:cubicBezTo>
                  <a:pt x="84" y="24"/>
                  <a:pt x="84" y="24"/>
                  <a:pt x="84" y="24"/>
                </a:cubicBezTo>
                <a:cubicBezTo>
                  <a:pt x="120" y="24"/>
                  <a:pt x="120" y="24"/>
                  <a:pt x="120" y="24"/>
                </a:cubicBezTo>
                <a:lnTo>
                  <a:pt x="120" y="16"/>
                </a:lnTo>
                <a:close/>
                <a:moveTo>
                  <a:pt x="80" y="40"/>
                </a:moveTo>
                <a:cubicBezTo>
                  <a:pt x="57" y="40"/>
                  <a:pt x="40" y="58"/>
                  <a:pt x="40" y="80"/>
                </a:cubicBezTo>
                <a:cubicBezTo>
                  <a:pt x="40" y="120"/>
                  <a:pt x="40" y="120"/>
                  <a:pt x="40" y="120"/>
                </a:cubicBezTo>
                <a:cubicBezTo>
                  <a:pt x="40" y="142"/>
                  <a:pt x="57" y="160"/>
                  <a:pt x="80" y="160"/>
                </a:cubicBezTo>
                <a:cubicBezTo>
                  <a:pt x="120" y="160"/>
                  <a:pt x="120" y="160"/>
                  <a:pt x="120" y="160"/>
                </a:cubicBezTo>
                <a:cubicBezTo>
                  <a:pt x="142" y="160"/>
                  <a:pt x="160" y="142"/>
                  <a:pt x="160" y="120"/>
                </a:cubicBezTo>
                <a:cubicBezTo>
                  <a:pt x="160" y="80"/>
                  <a:pt x="160" y="80"/>
                  <a:pt x="160" y="80"/>
                </a:cubicBezTo>
                <a:cubicBezTo>
                  <a:pt x="160" y="58"/>
                  <a:pt x="142" y="40"/>
                  <a:pt x="120" y="40"/>
                </a:cubicBezTo>
                <a:lnTo>
                  <a:pt x="80" y="40"/>
                </a:lnTo>
                <a:close/>
                <a:moveTo>
                  <a:pt x="144" y="16"/>
                </a:moveTo>
                <a:cubicBezTo>
                  <a:pt x="132" y="16"/>
                  <a:pt x="132" y="16"/>
                  <a:pt x="132" y="16"/>
                </a:cubicBezTo>
                <a:cubicBezTo>
                  <a:pt x="132" y="24"/>
                  <a:pt x="132" y="24"/>
                  <a:pt x="132" y="24"/>
                </a:cubicBezTo>
                <a:cubicBezTo>
                  <a:pt x="136" y="24"/>
                  <a:pt x="136" y="24"/>
                  <a:pt x="136" y="24"/>
                </a:cubicBezTo>
                <a:cubicBezTo>
                  <a:pt x="144" y="24"/>
                  <a:pt x="152" y="27"/>
                  <a:pt x="158" y="31"/>
                </a:cubicBezTo>
                <a:cubicBezTo>
                  <a:pt x="166" y="23"/>
                  <a:pt x="166" y="23"/>
                  <a:pt x="166" y="23"/>
                </a:cubicBezTo>
                <a:cubicBezTo>
                  <a:pt x="160" y="19"/>
                  <a:pt x="152" y="16"/>
                  <a:pt x="144" y="16"/>
                </a:cubicBezTo>
                <a:close/>
                <a:moveTo>
                  <a:pt x="184" y="56"/>
                </a:moveTo>
                <a:cubicBezTo>
                  <a:pt x="184" y="47"/>
                  <a:pt x="180" y="38"/>
                  <a:pt x="175" y="31"/>
                </a:cubicBezTo>
                <a:cubicBezTo>
                  <a:pt x="167" y="39"/>
                  <a:pt x="167" y="39"/>
                  <a:pt x="167" y="39"/>
                </a:cubicBezTo>
                <a:cubicBezTo>
                  <a:pt x="172" y="46"/>
                  <a:pt x="176" y="55"/>
                  <a:pt x="176" y="64"/>
                </a:cubicBezTo>
                <a:cubicBezTo>
                  <a:pt x="176" y="68"/>
                  <a:pt x="176" y="68"/>
                  <a:pt x="176" y="68"/>
                </a:cubicBezTo>
                <a:cubicBezTo>
                  <a:pt x="184" y="68"/>
                  <a:pt x="184" y="68"/>
                  <a:pt x="184" y="68"/>
                </a:cubicBezTo>
                <a:lnTo>
                  <a:pt x="184" y="56"/>
                </a:lnTo>
                <a:close/>
                <a:moveTo>
                  <a:pt x="184" y="80"/>
                </a:moveTo>
                <a:cubicBezTo>
                  <a:pt x="176" y="80"/>
                  <a:pt x="176" y="80"/>
                  <a:pt x="176" y="80"/>
                </a:cubicBezTo>
                <a:cubicBezTo>
                  <a:pt x="176" y="116"/>
                  <a:pt x="176" y="116"/>
                  <a:pt x="176" y="116"/>
                </a:cubicBezTo>
                <a:cubicBezTo>
                  <a:pt x="184" y="116"/>
                  <a:pt x="184" y="116"/>
                  <a:pt x="184" y="116"/>
                </a:cubicBezTo>
                <a:lnTo>
                  <a:pt x="184" y="80"/>
                </a:lnTo>
                <a:close/>
                <a:moveTo>
                  <a:pt x="184" y="128"/>
                </a:moveTo>
                <a:cubicBezTo>
                  <a:pt x="176" y="128"/>
                  <a:pt x="176" y="128"/>
                  <a:pt x="176" y="128"/>
                </a:cubicBezTo>
                <a:cubicBezTo>
                  <a:pt x="176" y="136"/>
                  <a:pt x="176" y="136"/>
                  <a:pt x="176" y="136"/>
                </a:cubicBezTo>
                <a:cubicBezTo>
                  <a:pt x="176" y="145"/>
                  <a:pt x="173" y="152"/>
                  <a:pt x="169" y="159"/>
                </a:cubicBezTo>
                <a:cubicBezTo>
                  <a:pt x="177" y="167"/>
                  <a:pt x="177" y="167"/>
                  <a:pt x="177" y="167"/>
                </a:cubicBezTo>
                <a:cubicBezTo>
                  <a:pt x="181" y="160"/>
                  <a:pt x="184" y="152"/>
                  <a:pt x="184" y="144"/>
                </a:cubicBezTo>
                <a:lnTo>
                  <a:pt x="184" y="128"/>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100"/>
          <p:cNvSpPr>
            <a:spLocks noEditPoints="1"/>
          </p:cNvSpPr>
          <p:nvPr/>
        </p:nvSpPr>
        <p:spPr bwMode="auto">
          <a:xfrm>
            <a:off x="5908802" y="2895443"/>
            <a:ext cx="394968" cy="369667"/>
          </a:xfrm>
          <a:custGeom>
            <a:avLst/>
            <a:gdLst>
              <a:gd name="T0" fmla="*/ 0 w 200"/>
              <a:gd name="T1" fmla="*/ 172 h 188"/>
              <a:gd name="T2" fmla="*/ 200 w 200"/>
              <a:gd name="T3" fmla="*/ 188 h 188"/>
              <a:gd name="T4" fmla="*/ 184 w 200"/>
              <a:gd name="T5" fmla="*/ 117 h 188"/>
              <a:gd name="T6" fmla="*/ 158 w 200"/>
              <a:gd name="T7" fmla="*/ 129 h 188"/>
              <a:gd name="T8" fmla="*/ 165 w 200"/>
              <a:gd name="T9" fmla="*/ 116 h 188"/>
              <a:gd name="T10" fmla="*/ 169 w 200"/>
              <a:gd name="T11" fmla="*/ 124 h 188"/>
              <a:gd name="T12" fmla="*/ 172 w 200"/>
              <a:gd name="T13" fmla="*/ 117 h 188"/>
              <a:gd name="T14" fmla="*/ 167 w 200"/>
              <a:gd name="T15" fmla="*/ 112 h 188"/>
              <a:gd name="T16" fmla="*/ 164 w 200"/>
              <a:gd name="T17" fmla="*/ 104 h 188"/>
              <a:gd name="T18" fmla="*/ 170 w 200"/>
              <a:gd name="T19" fmla="*/ 103 h 188"/>
              <a:gd name="T20" fmla="*/ 168 w 200"/>
              <a:gd name="T21" fmla="*/ 93 h 188"/>
              <a:gd name="T22" fmla="*/ 165 w 200"/>
              <a:gd name="T23" fmla="*/ 100 h 188"/>
              <a:gd name="T24" fmla="*/ 169 w 200"/>
              <a:gd name="T25" fmla="*/ 85 h 188"/>
              <a:gd name="T26" fmla="*/ 183 w 200"/>
              <a:gd name="T27" fmla="*/ 98 h 188"/>
              <a:gd name="T28" fmla="*/ 177 w 200"/>
              <a:gd name="T29" fmla="*/ 107 h 188"/>
              <a:gd name="T30" fmla="*/ 184 w 200"/>
              <a:gd name="T31" fmla="*/ 117 h 188"/>
              <a:gd name="T32" fmla="*/ 192 w 200"/>
              <a:gd name="T33" fmla="*/ 152 h 188"/>
              <a:gd name="T34" fmla="*/ 148 w 200"/>
              <a:gd name="T35" fmla="*/ 76 h 188"/>
              <a:gd name="T36" fmla="*/ 200 w 200"/>
              <a:gd name="T37" fmla="*/ 56 h 188"/>
              <a:gd name="T38" fmla="*/ 148 w 200"/>
              <a:gd name="T39" fmla="*/ 164 h 188"/>
              <a:gd name="T40" fmla="*/ 64 w 200"/>
              <a:gd name="T41" fmla="*/ 0 h 188"/>
              <a:gd name="T42" fmla="*/ 140 w 200"/>
              <a:gd name="T43" fmla="*/ 164 h 188"/>
              <a:gd name="T44" fmla="*/ 64 w 200"/>
              <a:gd name="T45" fmla="*/ 0 h 188"/>
              <a:gd name="T46" fmla="*/ 132 w 200"/>
              <a:gd name="T47" fmla="*/ 152 h 188"/>
              <a:gd name="T48" fmla="*/ 72 w 200"/>
              <a:gd name="T49" fmla="*/ 20 h 188"/>
              <a:gd name="T50" fmla="*/ 100 w 200"/>
              <a:gd name="T51" fmla="*/ 56 h 188"/>
              <a:gd name="T52" fmla="*/ 92 w 200"/>
              <a:gd name="T53" fmla="*/ 48 h 188"/>
              <a:gd name="T54" fmla="*/ 104 w 200"/>
              <a:gd name="T55" fmla="*/ 40 h 188"/>
              <a:gd name="T56" fmla="*/ 112 w 200"/>
              <a:gd name="T57" fmla="*/ 88 h 188"/>
              <a:gd name="T58" fmla="*/ 100 w 200"/>
              <a:gd name="T59" fmla="*/ 56 h 188"/>
              <a:gd name="T60" fmla="*/ 22 w 200"/>
              <a:gd name="T61" fmla="*/ 124 h 188"/>
              <a:gd name="T62" fmla="*/ 37 w 200"/>
              <a:gd name="T63" fmla="*/ 97 h 188"/>
              <a:gd name="T64" fmla="*/ 37 w 200"/>
              <a:gd name="T65" fmla="*/ 85 h 188"/>
              <a:gd name="T66" fmla="*/ 33 w 200"/>
              <a:gd name="T67" fmla="*/ 93 h 188"/>
              <a:gd name="T68" fmla="*/ 25 w 200"/>
              <a:gd name="T69" fmla="*/ 82 h 188"/>
              <a:gd name="T70" fmla="*/ 49 w 200"/>
              <a:gd name="T71" fmla="*/ 81 h 188"/>
              <a:gd name="T72" fmla="*/ 46 w 200"/>
              <a:gd name="T73" fmla="*/ 103 h 188"/>
              <a:gd name="T74" fmla="*/ 37 w 200"/>
              <a:gd name="T75" fmla="*/ 112 h 188"/>
              <a:gd name="T76" fmla="*/ 52 w 200"/>
              <a:gd name="T77" fmla="*/ 112 h 188"/>
              <a:gd name="T78" fmla="*/ 0 w 200"/>
              <a:gd name="T79" fmla="*/ 40 h 188"/>
              <a:gd name="T80" fmla="*/ 56 w 200"/>
              <a:gd name="T81" fmla="*/ 60 h 188"/>
              <a:gd name="T82" fmla="*/ 8 w 200"/>
              <a:gd name="T83" fmla="*/ 152 h 188"/>
              <a:gd name="T84" fmla="*/ 56 w 200"/>
              <a:gd name="T85" fmla="*/ 164 h 188"/>
              <a:gd name="T86" fmla="*/ 0 w 200"/>
              <a:gd name="T87" fmla="*/ 4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0" h="188">
                <a:moveTo>
                  <a:pt x="0" y="188"/>
                </a:moveTo>
                <a:cubicBezTo>
                  <a:pt x="0" y="172"/>
                  <a:pt x="0" y="172"/>
                  <a:pt x="0" y="172"/>
                </a:cubicBezTo>
                <a:cubicBezTo>
                  <a:pt x="200" y="172"/>
                  <a:pt x="200" y="172"/>
                  <a:pt x="200" y="172"/>
                </a:cubicBezTo>
                <a:cubicBezTo>
                  <a:pt x="200" y="188"/>
                  <a:pt x="200" y="188"/>
                  <a:pt x="200" y="188"/>
                </a:cubicBezTo>
                <a:lnTo>
                  <a:pt x="0" y="188"/>
                </a:lnTo>
                <a:close/>
                <a:moveTo>
                  <a:pt x="184" y="117"/>
                </a:moveTo>
                <a:cubicBezTo>
                  <a:pt x="184" y="127"/>
                  <a:pt x="179" y="132"/>
                  <a:pt x="169" y="132"/>
                </a:cubicBezTo>
                <a:cubicBezTo>
                  <a:pt x="164" y="132"/>
                  <a:pt x="160" y="131"/>
                  <a:pt x="158" y="129"/>
                </a:cubicBezTo>
                <a:cubicBezTo>
                  <a:pt x="155" y="126"/>
                  <a:pt x="154" y="122"/>
                  <a:pt x="154" y="116"/>
                </a:cubicBezTo>
                <a:cubicBezTo>
                  <a:pt x="165" y="116"/>
                  <a:pt x="165" y="116"/>
                  <a:pt x="165" y="116"/>
                </a:cubicBezTo>
                <a:cubicBezTo>
                  <a:pt x="165" y="119"/>
                  <a:pt x="165" y="121"/>
                  <a:pt x="166" y="122"/>
                </a:cubicBezTo>
                <a:cubicBezTo>
                  <a:pt x="166" y="124"/>
                  <a:pt x="167" y="124"/>
                  <a:pt x="169" y="124"/>
                </a:cubicBezTo>
                <a:cubicBezTo>
                  <a:pt x="170" y="124"/>
                  <a:pt x="171" y="123"/>
                  <a:pt x="172" y="122"/>
                </a:cubicBezTo>
                <a:cubicBezTo>
                  <a:pt x="172" y="121"/>
                  <a:pt x="172" y="120"/>
                  <a:pt x="172" y="117"/>
                </a:cubicBezTo>
                <a:cubicBezTo>
                  <a:pt x="172" y="115"/>
                  <a:pt x="171" y="114"/>
                  <a:pt x="171" y="113"/>
                </a:cubicBezTo>
                <a:cubicBezTo>
                  <a:pt x="170" y="112"/>
                  <a:pt x="169" y="112"/>
                  <a:pt x="167" y="112"/>
                </a:cubicBezTo>
                <a:cubicBezTo>
                  <a:pt x="164" y="112"/>
                  <a:pt x="164" y="112"/>
                  <a:pt x="164" y="112"/>
                </a:cubicBezTo>
                <a:cubicBezTo>
                  <a:pt x="164" y="104"/>
                  <a:pt x="164" y="104"/>
                  <a:pt x="164" y="104"/>
                </a:cubicBezTo>
                <a:cubicBezTo>
                  <a:pt x="166" y="104"/>
                  <a:pt x="166" y="104"/>
                  <a:pt x="166" y="104"/>
                </a:cubicBezTo>
                <a:cubicBezTo>
                  <a:pt x="168" y="104"/>
                  <a:pt x="169" y="104"/>
                  <a:pt x="170" y="103"/>
                </a:cubicBezTo>
                <a:cubicBezTo>
                  <a:pt x="171" y="102"/>
                  <a:pt x="171" y="100"/>
                  <a:pt x="171" y="98"/>
                </a:cubicBezTo>
                <a:cubicBezTo>
                  <a:pt x="171" y="94"/>
                  <a:pt x="170" y="93"/>
                  <a:pt x="168" y="93"/>
                </a:cubicBezTo>
                <a:cubicBezTo>
                  <a:pt x="167" y="93"/>
                  <a:pt x="166" y="93"/>
                  <a:pt x="166" y="94"/>
                </a:cubicBezTo>
                <a:cubicBezTo>
                  <a:pt x="165" y="95"/>
                  <a:pt x="165" y="97"/>
                  <a:pt x="165" y="100"/>
                </a:cubicBezTo>
                <a:cubicBezTo>
                  <a:pt x="154" y="100"/>
                  <a:pt x="154" y="100"/>
                  <a:pt x="154" y="100"/>
                </a:cubicBezTo>
                <a:cubicBezTo>
                  <a:pt x="155" y="91"/>
                  <a:pt x="159" y="85"/>
                  <a:pt x="169" y="85"/>
                </a:cubicBezTo>
                <a:cubicBezTo>
                  <a:pt x="174" y="85"/>
                  <a:pt x="178" y="87"/>
                  <a:pt x="180" y="89"/>
                </a:cubicBezTo>
                <a:cubicBezTo>
                  <a:pt x="182" y="91"/>
                  <a:pt x="183" y="94"/>
                  <a:pt x="183" y="98"/>
                </a:cubicBezTo>
                <a:cubicBezTo>
                  <a:pt x="183" y="100"/>
                  <a:pt x="182" y="102"/>
                  <a:pt x="181" y="103"/>
                </a:cubicBezTo>
                <a:cubicBezTo>
                  <a:pt x="180" y="105"/>
                  <a:pt x="179" y="106"/>
                  <a:pt x="177" y="107"/>
                </a:cubicBezTo>
                <a:cubicBezTo>
                  <a:pt x="177" y="107"/>
                  <a:pt x="177" y="107"/>
                  <a:pt x="177" y="107"/>
                </a:cubicBezTo>
                <a:cubicBezTo>
                  <a:pt x="181" y="108"/>
                  <a:pt x="184" y="111"/>
                  <a:pt x="184" y="117"/>
                </a:cubicBezTo>
                <a:close/>
                <a:moveTo>
                  <a:pt x="148" y="152"/>
                </a:moveTo>
                <a:cubicBezTo>
                  <a:pt x="192" y="152"/>
                  <a:pt x="192" y="152"/>
                  <a:pt x="192" y="152"/>
                </a:cubicBezTo>
                <a:cubicBezTo>
                  <a:pt x="192" y="76"/>
                  <a:pt x="192" y="76"/>
                  <a:pt x="192" y="76"/>
                </a:cubicBezTo>
                <a:cubicBezTo>
                  <a:pt x="148" y="76"/>
                  <a:pt x="148" y="76"/>
                  <a:pt x="148" y="76"/>
                </a:cubicBezTo>
                <a:cubicBezTo>
                  <a:pt x="148" y="56"/>
                  <a:pt x="148" y="56"/>
                  <a:pt x="148" y="56"/>
                </a:cubicBezTo>
                <a:cubicBezTo>
                  <a:pt x="200" y="56"/>
                  <a:pt x="200" y="56"/>
                  <a:pt x="200" y="56"/>
                </a:cubicBezTo>
                <a:cubicBezTo>
                  <a:pt x="200" y="164"/>
                  <a:pt x="200" y="164"/>
                  <a:pt x="200" y="164"/>
                </a:cubicBezTo>
                <a:cubicBezTo>
                  <a:pt x="148" y="164"/>
                  <a:pt x="148" y="164"/>
                  <a:pt x="148" y="164"/>
                </a:cubicBezTo>
                <a:lnTo>
                  <a:pt x="148" y="152"/>
                </a:lnTo>
                <a:close/>
                <a:moveTo>
                  <a:pt x="64" y="0"/>
                </a:moveTo>
                <a:cubicBezTo>
                  <a:pt x="140" y="0"/>
                  <a:pt x="140" y="0"/>
                  <a:pt x="140" y="0"/>
                </a:cubicBezTo>
                <a:cubicBezTo>
                  <a:pt x="140" y="164"/>
                  <a:pt x="140" y="164"/>
                  <a:pt x="140" y="164"/>
                </a:cubicBezTo>
                <a:cubicBezTo>
                  <a:pt x="64" y="164"/>
                  <a:pt x="64" y="164"/>
                  <a:pt x="64" y="164"/>
                </a:cubicBezTo>
                <a:lnTo>
                  <a:pt x="64" y="0"/>
                </a:lnTo>
                <a:close/>
                <a:moveTo>
                  <a:pt x="72" y="152"/>
                </a:moveTo>
                <a:cubicBezTo>
                  <a:pt x="132" y="152"/>
                  <a:pt x="132" y="152"/>
                  <a:pt x="132" y="152"/>
                </a:cubicBezTo>
                <a:cubicBezTo>
                  <a:pt x="132" y="20"/>
                  <a:pt x="132" y="20"/>
                  <a:pt x="132" y="20"/>
                </a:cubicBezTo>
                <a:cubicBezTo>
                  <a:pt x="72" y="20"/>
                  <a:pt x="72" y="20"/>
                  <a:pt x="72" y="20"/>
                </a:cubicBezTo>
                <a:lnTo>
                  <a:pt x="72" y="152"/>
                </a:lnTo>
                <a:close/>
                <a:moveTo>
                  <a:pt x="100" y="56"/>
                </a:moveTo>
                <a:cubicBezTo>
                  <a:pt x="92" y="56"/>
                  <a:pt x="92" y="56"/>
                  <a:pt x="92" y="56"/>
                </a:cubicBezTo>
                <a:cubicBezTo>
                  <a:pt x="92" y="48"/>
                  <a:pt x="92" y="48"/>
                  <a:pt x="92" y="48"/>
                </a:cubicBezTo>
                <a:cubicBezTo>
                  <a:pt x="96" y="48"/>
                  <a:pt x="98" y="48"/>
                  <a:pt x="100" y="47"/>
                </a:cubicBezTo>
                <a:cubicBezTo>
                  <a:pt x="102" y="46"/>
                  <a:pt x="103" y="43"/>
                  <a:pt x="104" y="40"/>
                </a:cubicBezTo>
                <a:cubicBezTo>
                  <a:pt x="112" y="40"/>
                  <a:pt x="112" y="40"/>
                  <a:pt x="112" y="40"/>
                </a:cubicBezTo>
                <a:cubicBezTo>
                  <a:pt x="112" y="88"/>
                  <a:pt x="112" y="88"/>
                  <a:pt x="112" y="88"/>
                </a:cubicBezTo>
                <a:cubicBezTo>
                  <a:pt x="100" y="88"/>
                  <a:pt x="100" y="88"/>
                  <a:pt x="100" y="88"/>
                </a:cubicBezTo>
                <a:lnTo>
                  <a:pt x="100" y="56"/>
                </a:lnTo>
                <a:close/>
                <a:moveTo>
                  <a:pt x="52" y="124"/>
                </a:moveTo>
                <a:cubicBezTo>
                  <a:pt x="22" y="124"/>
                  <a:pt x="22" y="124"/>
                  <a:pt x="22" y="124"/>
                </a:cubicBezTo>
                <a:cubicBezTo>
                  <a:pt x="22" y="117"/>
                  <a:pt x="24" y="110"/>
                  <a:pt x="29" y="105"/>
                </a:cubicBezTo>
                <a:cubicBezTo>
                  <a:pt x="37" y="97"/>
                  <a:pt x="37" y="97"/>
                  <a:pt x="37" y="97"/>
                </a:cubicBezTo>
                <a:cubicBezTo>
                  <a:pt x="39" y="95"/>
                  <a:pt x="40" y="93"/>
                  <a:pt x="40" y="90"/>
                </a:cubicBezTo>
                <a:cubicBezTo>
                  <a:pt x="40" y="87"/>
                  <a:pt x="39" y="85"/>
                  <a:pt x="37" y="85"/>
                </a:cubicBezTo>
                <a:cubicBezTo>
                  <a:pt x="35" y="85"/>
                  <a:pt x="33" y="87"/>
                  <a:pt x="33" y="91"/>
                </a:cubicBezTo>
                <a:cubicBezTo>
                  <a:pt x="33" y="93"/>
                  <a:pt x="33" y="93"/>
                  <a:pt x="33" y="93"/>
                </a:cubicBezTo>
                <a:cubicBezTo>
                  <a:pt x="22" y="93"/>
                  <a:pt x="22" y="93"/>
                  <a:pt x="22" y="93"/>
                </a:cubicBezTo>
                <a:cubicBezTo>
                  <a:pt x="22" y="88"/>
                  <a:pt x="23" y="84"/>
                  <a:pt x="25" y="82"/>
                </a:cubicBezTo>
                <a:cubicBezTo>
                  <a:pt x="27" y="79"/>
                  <a:pt x="31" y="77"/>
                  <a:pt x="37" y="77"/>
                </a:cubicBezTo>
                <a:cubicBezTo>
                  <a:pt x="43" y="77"/>
                  <a:pt x="47" y="79"/>
                  <a:pt x="49" y="81"/>
                </a:cubicBezTo>
                <a:cubicBezTo>
                  <a:pt x="51" y="83"/>
                  <a:pt x="52" y="86"/>
                  <a:pt x="52" y="90"/>
                </a:cubicBezTo>
                <a:cubicBezTo>
                  <a:pt x="52" y="95"/>
                  <a:pt x="50" y="100"/>
                  <a:pt x="46" y="103"/>
                </a:cubicBezTo>
                <a:cubicBezTo>
                  <a:pt x="39" y="110"/>
                  <a:pt x="39" y="110"/>
                  <a:pt x="39" y="110"/>
                </a:cubicBezTo>
                <a:cubicBezTo>
                  <a:pt x="38" y="111"/>
                  <a:pt x="38" y="111"/>
                  <a:pt x="37" y="112"/>
                </a:cubicBezTo>
                <a:cubicBezTo>
                  <a:pt x="37" y="113"/>
                  <a:pt x="36" y="112"/>
                  <a:pt x="36" y="112"/>
                </a:cubicBezTo>
                <a:cubicBezTo>
                  <a:pt x="52" y="112"/>
                  <a:pt x="52" y="112"/>
                  <a:pt x="52" y="112"/>
                </a:cubicBezTo>
                <a:lnTo>
                  <a:pt x="52" y="124"/>
                </a:lnTo>
                <a:close/>
                <a:moveTo>
                  <a:pt x="0" y="40"/>
                </a:moveTo>
                <a:cubicBezTo>
                  <a:pt x="56" y="40"/>
                  <a:pt x="56" y="40"/>
                  <a:pt x="56" y="40"/>
                </a:cubicBezTo>
                <a:cubicBezTo>
                  <a:pt x="56" y="60"/>
                  <a:pt x="56" y="60"/>
                  <a:pt x="56" y="60"/>
                </a:cubicBezTo>
                <a:cubicBezTo>
                  <a:pt x="8" y="60"/>
                  <a:pt x="8" y="60"/>
                  <a:pt x="8" y="60"/>
                </a:cubicBezTo>
                <a:cubicBezTo>
                  <a:pt x="8" y="152"/>
                  <a:pt x="8" y="152"/>
                  <a:pt x="8" y="152"/>
                </a:cubicBezTo>
                <a:cubicBezTo>
                  <a:pt x="56" y="152"/>
                  <a:pt x="56" y="152"/>
                  <a:pt x="56" y="152"/>
                </a:cubicBezTo>
                <a:cubicBezTo>
                  <a:pt x="56" y="164"/>
                  <a:pt x="56" y="164"/>
                  <a:pt x="56" y="164"/>
                </a:cubicBezTo>
                <a:cubicBezTo>
                  <a:pt x="0" y="164"/>
                  <a:pt x="0" y="164"/>
                  <a:pt x="0" y="164"/>
                </a:cubicBezTo>
                <a:lnTo>
                  <a:pt x="0" y="40"/>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101"/>
          <p:cNvSpPr>
            <a:spLocks noEditPoints="1"/>
          </p:cNvSpPr>
          <p:nvPr/>
        </p:nvSpPr>
        <p:spPr bwMode="auto">
          <a:xfrm>
            <a:off x="6374048" y="2882792"/>
            <a:ext cx="401995" cy="394968"/>
          </a:xfrm>
          <a:custGeom>
            <a:avLst/>
            <a:gdLst>
              <a:gd name="T0" fmla="*/ 192 w 204"/>
              <a:gd name="T1" fmla="*/ 200 h 200"/>
              <a:gd name="T2" fmla="*/ 168 w 204"/>
              <a:gd name="T3" fmla="*/ 200 h 200"/>
              <a:gd name="T4" fmla="*/ 84 w 204"/>
              <a:gd name="T5" fmla="*/ 200 h 200"/>
              <a:gd name="T6" fmla="*/ 60 w 204"/>
              <a:gd name="T7" fmla="*/ 200 h 200"/>
              <a:gd name="T8" fmla="*/ 48 w 204"/>
              <a:gd name="T9" fmla="*/ 188 h 200"/>
              <a:gd name="T10" fmla="*/ 48 w 204"/>
              <a:gd name="T11" fmla="*/ 184 h 200"/>
              <a:gd name="T12" fmla="*/ 60 w 204"/>
              <a:gd name="T13" fmla="*/ 172 h 200"/>
              <a:gd name="T14" fmla="*/ 64 w 204"/>
              <a:gd name="T15" fmla="*/ 172 h 200"/>
              <a:gd name="T16" fmla="*/ 188 w 204"/>
              <a:gd name="T17" fmla="*/ 172 h 200"/>
              <a:gd name="T18" fmla="*/ 192 w 204"/>
              <a:gd name="T19" fmla="*/ 172 h 200"/>
              <a:gd name="T20" fmla="*/ 204 w 204"/>
              <a:gd name="T21" fmla="*/ 184 h 200"/>
              <a:gd name="T22" fmla="*/ 204 w 204"/>
              <a:gd name="T23" fmla="*/ 188 h 200"/>
              <a:gd name="T24" fmla="*/ 192 w 204"/>
              <a:gd name="T25" fmla="*/ 200 h 200"/>
              <a:gd name="T26" fmla="*/ 64 w 204"/>
              <a:gd name="T27" fmla="*/ 160 h 200"/>
              <a:gd name="T28" fmla="*/ 32 w 204"/>
              <a:gd name="T29" fmla="*/ 160 h 200"/>
              <a:gd name="T30" fmla="*/ 0 w 204"/>
              <a:gd name="T31" fmla="*/ 128 h 200"/>
              <a:gd name="T32" fmla="*/ 0 w 204"/>
              <a:gd name="T33" fmla="*/ 48 h 200"/>
              <a:gd name="T34" fmla="*/ 32 w 204"/>
              <a:gd name="T35" fmla="*/ 16 h 200"/>
              <a:gd name="T36" fmla="*/ 56 w 204"/>
              <a:gd name="T37" fmla="*/ 16 h 200"/>
              <a:gd name="T38" fmla="*/ 56 w 204"/>
              <a:gd name="T39" fmla="*/ 32 h 200"/>
              <a:gd name="T40" fmla="*/ 48 w 204"/>
              <a:gd name="T41" fmla="*/ 32 h 200"/>
              <a:gd name="T42" fmla="*/ 45 w 204"/>
              <a:gd name="T43" fmla="*/ 32 h 200"/>
              <a:gd name="T44" fmla="*/ 47 w 204"/>
              <a:gd name="T45" fmla="*/ 43 h 200"/>
              <a:gd name="T46" fmla="*/ 17 w 204"/>
              <a:gd name="T47" fmla="*/ 73 h 200"/>
              <a:gd name="T48" fmla="*/ 16 w 204"/>
              <a:gd name="T49" fmla="*/ 73 h 200"/>
              <a:gd name="T50" fmla="*/ 16 w 204"/>
              <a:gd name="T51" fmla="*/ 116 h 200"/>
              <a:gd name="T52" fmla="*/ 48 w 204"/>
              <a:gd name="T53" fmla="*/ 144 h 200"/>
              <a:gd name="T54" fmla="*/ 64 w 204"/>
              <a:gd name="T55" fmla="*/ 144 h 200"/>
              <a:gd name="T56" fmla="*/ 64 w 204"/>
              <a:gd name="T57" fmla="*/ 20 h 200"/>
              <a:gd name="T58" fmla="*/ 84 w 204"/>
              <a:gd name="T59" fmla="*/ 0 h 200"/>
              <a:gd name="T60" fmla="*/ 168 w 204"/>
              <a:gd name="T61" fmla="*/ 0 h 200"/>
              <a:gd name="T62" fmla="*/ 188 w 204"/>
              <a:gd name="T63" fmla="*/ 20 h 200"/>
              <a:gd name="T64" fmla="*/ 188 w 204"/>
              <a:gd name="T65" fmla="*/ 168 h 200"/>
              <a:gd name="T66" fmla="*/ 64 w 204"/>
              <a:gd name="T67" fmla="*/ 168 h 200"/>
              <a:gd name="T68" fmla="*/ 64 w 204"/>
              <a:gd name="T69" fmla="*/ 160 h 200"/>
              <a:gd name="T70" fmla="*/ 17 w 204"/>
              <a:gd name="T71" fmla="*/ 63 h 200"/>
              <a:gd name="T72" fmla="*/ 36 w 204"/>
              <a:gd name="T73" fmla="*/ 43 h 200"/>
              <a:gd name="T74" fmla="*/ 34 w 204"/>
              <a:gd name="T75" fmla="*/ 35 h 200"/>
              <a:gd name="T76" fmla="*/ 16 w 204"/>
              <a:gd name="T77" fmla="*/ 60 h 200"/>
              <a:gd name="T78" fmla="*/ 16 w 204"/>
              <a:gd name="T79" fmla="*/ 62 h 200"/>
              <a:gd name="T80" fmla="*/ 17 w 204"/>
              <a:gd name="T81" fmla="*/ 63 h 200"/>
              <a:gd name="T82" fmla="*/ 168 w 204"/>
              <a:gd name="T83" fmla="*/ 28 h 200"/>
              <a:gd name="T84" fmla="*/ 156 w 204"/>
              <a:gd name="T85" fmla="*/ 16 h 200"/>
              <a:gd name="T86" fmla="*/ 96 w 204"/>
              <a:gd name="T87" fmla="*/ 16 h 200"/>
              <a:gd name="T88" fmla="*/ 84 w 204"/>
              <a:gd name="T89" fmla="*/ 28 h 200"/>
              <a:gd name="T90" fmla="*/ 84 w 204"/>
              <a:gd name="T91" fmla="*/ 60 h 200"/>
              <a:gd name="T92" fmla="*/ 96 w 204"/>
              <a:gd name="T93" fmla="*/ 72 h 200"/>
              <a:gd name="T94" fmla="*/ 156 w 204"/>
              <a:gd name="T95" fmla="*/ 72 h 200"/>
              <a:gd name="T96" fmla="*/ 168 w 204"/>
              <a:gd name="T97" fmla="*/ 60 h 200"/>
              <a:gd name="T98" fmla="*/ 168 w 204"/>
              <a:gd name="T99" fmla="*/ 28 h 200"/>
              <a:gd name="T100" fmla="*/ 168 w 204"/>
              <a:gd name="T101" fmla="*/ 96 h 200"/>
              <a:gd name="T102" fmla="*/ 168 w 204"/>
              <a:gd name="T103" fmla="*/ 92 h 200"/>
              <a:gd name="T104" fmla="*/ 164 w 204"/>
              <a:gd name="T105" fmla="*/ 88 h 200"/>
              <a:gd name="T106" fmla="*/ 88 w 204"/>
              <a:gd name="T107" fmla="*/ 88 h 200"/>
              <a:gd name="T108" fmla="*/ 84 w 204"/>
              <a:gd name="T109" fmla="*/ 92 h 200"/>
              <a:gd name="T110" fmla="*/ 84 w 204"/>
              <a:gd name="T111" fmla="*/ 96 h 200"/>
              <a:gd name="T112" fmla="*/ 88 w 204"/>
              <a:gd name="T113" fmla="*/ 100 h 200"/>
              <a:gd name="T114" fmla="*/ 164 w 204"/>
              <a:gd name="T115" fmla="*/ 100 h 200"/>
              <a:gd name="T116" fmla="*/ 168 w 204"/>
              <a:gd name="T117" fmla="*/ 96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4" h="200">
                <a:moveTo>
                  <a:pt x="192" y="200"/>
                </a:moveTo>
                <a:cubicBezTo>
                  <a:pt x="168" y="200"/>
                  <a:pt x="168" y="200"/>
                  <a:pt x="168" y="200"/>
                </a:cubicBezTo>
                <a:cubicBezTo>
                  <a:pt x="84" y="200"/>
                  <a:pt x="84" y="200"/>
                  <a:pt x="84" y="200"/>
                </a:cubicBezTo>
                <a:cubicBezTo>
                  <a:pt x="60" y="200"/>
                  <a:pt x="60" y="200"/>
                  <a:pt x="60" y="200"/>
                </a:cubicBezTo>
                <a:cubicBezTo>
                  <a:pt x="54" y="200"/>
                  <a:pt x="48" y="195"/>
                  <a:pt x="48" y="188"/>
                </a:cubicBezTo>
                <a:cubicBezTo>
                  <a:pt x="48" y="184"/>
                  <a:pt x="48" y="184"/>
                  <a:pt x="48" y="184"/>
                </a:cubicBezTo>
                <a:cubicBezTo>
                  <a:pt x="48" y="177"/>
                  <a:pt x="54" y="172"/>
                  <a:pt x="60" y="172"/>
                </a:cubicBezTo>
                <a:cubicBezTo>
                  <a:pt x="64" y="172"/>
                  <a:pt x="64" y="172"/>
                  <a:pt x="64" y="172"/>
                </a:cubicBezTo>
                <a:cubicBezTo>
                  <a:pt x="188" y="172"/>
                  <a:pt x="188" y="172"/>
                  <a:pt x="188" y="172"/>
                </a:cubicBezTo>
                <a:cubicBezTo>
                  <a:pt x="192" y="172"/>
                  <a:pt x="192" y="172"/>
                  <a:pt x="192" y="172"/>
                </a:cubicBezTo>
                <a:cubicBezTo>
                  <a:pt x="199" y="172"/>
                  <a:pt x="204" y="177"/>
                  <a:pt x="204" y="184"/>
                </a:cubicBezTo>
                <a:cubicBezTo>
                  <a:pt x="204" y="188"/>
                  <a:pt x="204" y="188"/>
                  <a:pt x="204" y="188"/>
                </a:cubicBezTo>
                <a:cubicBezTo>
                  <a:pt x="204" y="195"/>
                  <a:pt x="199" y="200"/>
                  <a:pt x="192" y="200"/>
                </a:cubicBezTo>
                <a:close/>
                <a:moveTo>
                  <a:pt x="64" y="160"/>
                </a:moveTo>
                <a:cubicBezTo>
                  <a:pt x="32" y="160"/>
                  <a:pt x="32" y="160"/>
                  <a:pt x="32" y="160"/>
                </a:cubicBezTo>
                <a:cubicBezTo>
                  <a:pt x="15" y="160"/>
                  <a:pt x="0" y="146"/>
                  <a:pt x="0" y="128"/>
                </a:cubicBezTo>
                <a:cubicBezTo>
                  <a:pt x="0" y="48"/>
                  <a:pt x="0" y="48"/>
                  <a:pt x="0" y="48"/>
                </a:cubicBezTo>
                <a:cubicBezTo>
                  <a:pt x="0" y="30"/>
                  <a:pt x="15" y="16"/>
                  <a:pt x="32" y="16"/>
                </a:cubicBezTo>
                <a:cubicBezTo>
                  <a:pt x="56" y="16"/>
                  <a:pt x="56" y="16"/>
                  <a:pt x="56" y="16"/>
                </a:cubicBezTo>
                <a:cubicBezTo>
                  <a:pt x="56" y="32"/>
                  <a:pt x="56" y="32"/>
                  <a:pt x="56" y="32"/>
                </a:cubicBezTo>
                <a:cubicBezTo>
                  <a:pt x="48" y="32"/>
                  <a:pt x="48" y="32"/>
                  <a:pt x="48" y="32"/>
                </a:cubicBezTo>
                <a:cubicBezTo>
                  <a:pt x="47" y="32"/>
                  <a:pt x="46" y="32"/>
                  <a:pt x="45" y="32"/>
                </a:cubicBezTo>
                <a:cubicBezTo>
                  <a:pt x="46" y="36"/>
                  <a:pt x="47" y="39"/>
                  <a:pt x="47" y="43"/>
                </a:cubicBezTo>
                <a:cubicBezTo>
                  <a:pt x="47" y="60"/>
                  <a:pt x="34" y="73"/>
                  <a:pt x="17" y="73"/>
                </a:cubicBezTo>
                <a:cubicBezTo>
                  <a:pt x="17" y="73"/>
                  <a:pt x="17" y="73"/>
                  <a:pt x="16" y="73"/>
                </a:cubicBezTo>
                <a:cubicBezTo>
                  <a:pt x="16" y="116"/>
                  <a:pt x="16" y="116"/>
                  <a:pt x="16" y="116"/>
                </a:cubicBezTo>
                <a:cubicBezTo>
                  <a:pt x="16" y="134"/>
                  <a:pt x="31" y="144"/>
                  <a:pt x="48" y="144"/>
                </a:cubicBezTo>
                <a:cubicBezTo>
                  <a:pt x="64" y="144"/>
                  <a:pt x="64" y="144"/>
                  <a:pt x="64" y="144"/>
                </a:cubicBezTo>
                <a:cubicBezTo>
                  <a:pt x="64" y="20"/>
                  <a:pt x="64" y="20"/>
                  <a:pt x="64" y="20"/>
                </a:cubicBezTo>
                <a:cubicBezTo>
                  <a:pt x="64" y="9"/>
                  <a:pt x="73" y="0"/>
                  <a:pt x="84" y="0"/>
                </a:cubicBezTo>
                <a:cubicBezTo>
                  <a:pt x="168" y="0"/>
                  <a:pt x="168" y="0"/>
                  <a:pt x="168" y="0"/>
                </a:cubicBezTo>
                <a:cubicBezTo>
                  <a:pt x="179" y="0"/>
                  <a:pt x="188" y="9"/>
                  <a:pt x="188" y="20"/>
                </a:cubicBezTo>
                <a:cubicBezTo>
                  <a:pt x="188" y="168"/>
                  <a:pt x="188" y="168"/>
                  <a:pt x="188" y="168"/>
                </a:cubicBezTo>
                <a:cubicBezTo>
                  <a:pt x="64" y="168"/>
                  <a:pt x="64" y="168"/>
                  <a:pt x="64" y="168"/>
                </a:cubicBezTo>
                <a:lnTo>
                  <a:pt x="64" y="160"/>
                </a:lnTo>
                <a:close/>
                <a:moveTo>
                  <a:pt x="17" y="63"/>
                </a:moveTo>
                <a:cubicBezTo>
                  <a:pt x="28" y="63"/>
                  <a:pt x="36" y="54"/>
                  <a:pt x="36" y="43"/>
                </a:cubicBezTo>
                <a:cubicBezTo>
                  <a:pt x="36" y="40"/>
                  <a:pt x="36" y="37"/>
                  <a:pt x="34" y="35"/>
                </a:cubicBezTo>
                <a:cubicBezTo>
                  <a:pt x="24" y="39"/>
                  <a:pt x="16" y="47"/>
                  <a:pt x="16" y="60"/>
                </a:cubicBezTo>
                <a:cubicBezTo>
                  <a:pt x="16" y="62"/>
                  <a:pt x="16" y="62"/>
                  <a:pt x="16" y="62"/>
                </a:cubicBezTo>
                <a:cubicBezTo>
                  <a:pt x="17" y="62"/>
                  <a:pt x="17" y="63"/>
                  <a:pt x="17" y="63"/>
                </a:cubicBezTo>
                <a:close/>
                <a:moveTo>
                  <a:pt x="168" y="28"/>
                </a:moveTo>
                <a:cubicBezTo>
                  <a:pt x="168" y="21"/>
                  <a:pt x="163" y="16"/>
                  <a:pt x="156" y="16"/>
                </a:cubicBezTo>
                <a:cubicBezTo>
                  <a:pt x="96" y="16"/>
                  <a:pt x="96" y="16"/>
                  <a:pt x="96" y="16"/>
                </a:cubicBezTo>
                <a:cubicBezTo>
                  <a:pt x="90" y="16"/>
                  <a:pt x="84" y="21"/>
                  <a:pt x="84" y="28"/>
                </a:cubicBezTo>
                <a:cubicBezTo>
                  <a:pt x="84" y="60"/>
                  <a:pt x="84" y="60"/>
                  <a:pt x="84" y="60"/>
                </a:cubicBezTo>
                <a:cubicBezTo>
                  <a:pt x="84" y="67"/>
                  <a:pt x="90" y="72"/>
                  <a:pt x="96" y="72"/>
                </a:cubicBezTo>
                <a:cubicBezTo>
                  <a:pt x="156" y="72"/>
                  <a:pt x="156" y="72"/>
                  <a:pt x="156" y="72"/>
                </a:cubicBezTo>
                <a:cubicBezTo>
                  <a:pt x="163" y="72"/>
                  <a:pt x="168" y="67"/>
                  <a:pt x="168" y="60"/>
                </a:cubicBezTo>
                <a:lnTo>
                  <a:pt x="168" y="28"/>
                </a:lnTo>
                <a:close/>
                <a:moveTo>
                  <a:pt x="168" y="96"/>
                </a:moveTo>
                <a:cubicBezTo>
                  <a:pt x="168" y="92"/>
                  <a:pt x="168" y="92"/>
                  <a:pt x="168" y="92"/>
                </a:cubicBezTo>
                <a:cubicBezTo>
                  <a:pt x="168" y="90"/>
                  <a:pt x="167" y="88"/>
                  <a:pt x="164" y="88"/>
                </a:cubicBezTo>
                <a:cubicBezTo>
                  <a:pt x="88" y="88"/>
                  <a:pt x="88" y="88"/>
                  <a:pt x="88" y="88"/>
                </a:cubicBezTo>
                <a:cubicBezTo>
                  <a:pt x="86" y="88"/>
                  <a:pt x="84" y="90"/>
                  <a:pt x="84" y="92"/>
                </a:cubicBezTo>
                <a:cubicBezTo>
                  <a:pt x="84" y="96"/>
                  <a:pt x="84" y="96"/>
                  <a:pt x="84" y="96"/>
                </a:cubicBezTo>
                <a:cubicBezTo>
                  <a:pt x="84" y="98"/>
                  <a:pt x="86" y="100"/>
                  <a:pt x="88" y="100"/>
                </a:cubicBezTo>
                <a:cubicBezTo>
                  <a:pt x="164" y="100"/>
                  <a:pt x="164" y="100"/>
                  <a:pt x="164" y="100"/>
                </a:cubicBezTo>
                <a:cubicBezTo>
                  <a:pt x="167" y="100"/>
                  <a:pt x="168" y="98"/>
                  <a:pt x="168" y="96"/>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102"/>
          <p:cNvSpPr>
            <a:spLocks noEditPoints="1"/>
          </p:cNvSpPr>
          <p:nvPr/>
        </p:nvSpPr>
        <p:spPr bwMode="auto">
          <a:xfrm>
            <a:off x="6910979" y="2878576"/>
            <a:ext cx="320472" cy="396373"/>
          </a:xfrm>
          <a:custGeom>
            <a:avLst/>
            <a:gdLst>
              <a:gd name="T0" fmla="*/ 154 w 163"/>
              <a:gd name="T1" fmla="*/ 54 h 201"/>
              <a:gd name="T2" fmla="*/ 163 w 163"/>
              <a:gd name="T3" fmla="*/ 70 h 201"/>
              <a:gd name="T4" fmla="*/ 123 w 163"/>
              <a:gd name="T5" fmla="*/ 139 h 201"/>
              <a:gd name="T6" fmla="*/ 121 w 163"/>
              <a:gd name="T7" fmla="*/ 139 h 201"/>
              <a:gd name="T8" fmla="*/ 124 w 163"/>
              <a:gd name="T9" fmla="*/ 156 h 201"/>
              <a:gd name="T10" fmla="*/ 79 w 163"/>
              <a:gd name="T11" fmla="*/ 201 h 201"/>
              <a:gd name="T12" fmla="*/ 35 w 163"/>
              <a:gd name="T13" fmla="*/ 156 h 201"/>
              <a:gd name="T14" fmla="*/ 39 w 163"/>
              <a:gd name="T15" fmla="*/ 137 h 201"/>
              <a:gd name="T16" fmla="*/ 0 w 163"/>
              <a:gd name="T17" fmla="*/ 70 h 201"/>
              <a:gd name="T18" fmla="*/ 9 w 163"/>
              <a:gd name="T19" fmla="*/ 54 h 201"/>
              <a:gd name="T20" fmla="*/ 49 w 163"/>
              <a:gd name="T21" fmla="*/ 123 h 201"/>
              <a:gd name="T22" fmla="*/ 63 w 163"/>
              <a:gd name="T23" fmla="*/ 115 h 201"/>
              <a:gd name="T24" fmla="*/ 25 w 163"/>
              <a:gd name="T25" fmla="*/ 48 h 201"/>
              <a:gd name="T26" fmla="*/ 11 w 163"/>
              <a:gd name="T27" fmla="*/ 48 h 201"/>
              <a:gd name="T28" fmla="*/ 20 w 163"/>
              <a:gd name="T29" fmla="*/ 32 h 201"/>
              <a:gd name="T30" fmla="*/ 136 w 163"/>
              <a:gd name="T31" fmla="*/ 32 h 201"/>
              <a:gd name="T32" fmla="*/ 145 w 163"/>
              <a:gd name="T33" fmla="*/ 48 h 201"/>
              <a:gd name="T34" fmla="*/ 138 w 163"/>
              <a:gd name="T35" fmla="*/ 48 h 201"/>
              <a:gd name="T36" fmla="*/ 99 w 163"/>
              <a:gd name="T37" fmla="*/ 116 h 201"/>
              <a:gd name="T38" fmla="*/ 112 w 163"/>
              <a:gd name="T39" fmla="*/ 126 h 201"/>
              <a:gd name="T40" fmla="*/ 154 w 163"/>
              <a:gd name="T41" fmla="*/ 54 h 201"/>
              <a:gd name="T42" fmla="*/ 64 w 163"/>
              <a:gd name="T43" fmla="*/ 148 h 201"/>
              <a:gd name="T44" fmla="*/ 74 w 163"/>
              <a:gd name="T45" fmla="*/ 148 h 201"/>
              <a:gd name="T46" fmla="*/ 74 w 163"/>
              <a:gd name="T47" fmla="*/ 184 h 201"/>
              <a:gd name="T48" fmla="*/ 90 w 163"/>
              <a:gd name="T49" fmla="*/ 184 h 201"/>
              <a:gd name="T50" fmla="*/ 90 w 163"/>
              <a:gd name="T51" fmla="*/ 128 h 201"/>
              <a:gd name="T52" fmla="*/ 78 w 163"/>
              <a:gd name="T53" fmla="*/ 128 h 201"/>
              <a:gd name="T54" fmla="*/ 74 w 163"/>
              <a:gd name="T55" fmla="*/ 137 h 201"/>
              <a:gd name="T56" fmla="*/ 64 w 163"/>
              <a:gd name="T57" fmla="*/ 139 h 201"/>
              <a:gd name="T58" fmla="*/ 64 w 163"/>
              <a:gd name="T59" fmla="*/ 148 h 201"/>
              <a:gd name="T60" fmla="*/ 120 w 163"/>
              <a:gd name="T61" fmla="*/ 48 h 201"/>
              <a:gd name="T62" fmla="*/ 43 w 163"/>
              <a:gd name="T63" fmla="*/ 48 h 201"/>
              <a:gd name="T64" fmla="*/ 80 w 163"/>
              <a:gd name="T65" fmla="*/ 112 h 201"/>
              <a:gd name="T66" fmla="*/ 83 w 163"/>
              <a:gd name="T67" fmla="*/ 112 h 201"/>
              <a:gd name="T68" fmla="*/ 120 w 163"/>
              <a:gd name="T69" fmla="*/ 48 h 201"/>
              <a:gd name="T70" fmla="*/ 38 w 163"/>
              <a:gd name="T71" fmla="*/ 0 h 201"/>
              <a:gd name="T72" fmla="*/ 118 w 163"/>
              <a:gd name="T73" fmla="*/ 0 h 201"/>
              <a:gd name="T74" fmla="*/ 127 w 163"/>
              <a:gd name="T75" fmla="*/ 16 h 201"/>
              <a:gd name="T76" fmla="*/ 29 w 163"/>
              <a:gd name="T77" fmla="*/ 16 h 201"/>
              <a:gd name="T78" fmla="*/ 38 w 163"/>
              <a:gd name="T79"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3" h="201">
                <a:moveTo>
                  <a:pt x="154" y="54"/>
                </a:moveTo>
                <a:cubicBezTo>
                  <a:pt x="163" y="70"/>
                  <a:pt x="163" y="70"/>
                  <a:pt x="163" y="70"/>
                </a:cubicBezTo>
                <a:cubicBezTo>
                  <a:pt x="123" y="139"/>
                  <a:pt x="123" y="139"/>
                  <a:pt x="123" y="139"/>
                </a:cubicBezTo>
                <a:cubicBezTo>
                  <a:pt x="121" y="139"/>
                  <a:pt x="121" y="139"/>
                  <a:pt x="121" y="139"/>
                </a:cubicBezTo>
                <a:cubicBezTo>
                  <a:pt x="123" y="144"/>
                  <a:pt x="124" y="150"/>
                  <a:pt x="124" y="156"/>
                </a:cubicBezTo>
                <a:cubicBezTo>
                  <a:pt x="124" y="181"/>
                  <a:pt x="104" y="201"/>
                  <a:pt x="79" y="201"/>
                </a:cubicBezTo>
                <a:cubicBezTo>
                  <a:pt x="55" y="201"/>
                  <a:pt x="35" y="181"/>
                  <a:pt x="35" y="156"/>
                </a:cubicBezTo>
                <a:cubicBezTo>
                  <a:pt x="35" y="149"/>
                  <a:pt x="36" y="143"/>
                  <a:pt x="39" y="137"/>
                </a:cubicBezTo>
                <a:cubicBezTo>
                  <a:pt x="0" y="70"/>
                  <a:pt x="0" y="70"/>
                  <a:pt x="0" y="70"/>
                </a:cubicBezTo>
                <a:cubicBezTo>
                  <a:pt x="9" y="54"/>
                  <a:pt x="9" y="54"/>
                  <a:pt x="9" y="54"/>
                </a:cubicBezTo>
                <a:cubicBezTo>
                  <a:pt x="49" y="123"/>
                  <a:pt x="49" y="123"/>
                  <a:pt x="49" y="123"/>
                </a:cubicBezTo>
                <a:cubicBezTo>
                  <a:pt x="53" y="120"/>
                  <a:pt x="58" y="117"/>
                  <a:pt x="63" y="115"/>
                </a:cubicBezTo>
                <a:cubicBezTo>
                  <a:pt x="25" y="48"/>
                  <a:pt x="25" y="48"/>
                  <a:pt x="25" y="48"/>
                </a:cubicBezTo>
                <a:cubicBezTo>
                  <a:pt x="11" y="48"/>
                  <a:pt x="11" y="48"/>
                  <a:pt x="11" y="48"/>
                </a:cubicBezTo>
                <a:cubicBezTo>
                  <a:pt x="20" y="32"/>
                  <a:pt x="20" y="32"/>
                  <a:pt x="20" y="32"/>
                </a:cubicBezTo>
                <a:cubicBezTo>
                  <a:pt x="136" y="32"/>
                  <a:pt x="136" y="32"/>
                  <a:pt x="136" y="32"/>
                </a:cubicBezTo>
                <a:cubicBezTo>
                  <a:pt x="145" y="48"/>
                  <a:pt x="145" y="48"/>
                  <a:pt x="145" y="48"/>
                </a:cubicBezTo>
                <a:cubicBezTo>
                  <a:pt x="138" y="48"/>
                  <a:pt x="138" y="48"/>
                  <a:pt x="138" y="48"/>
                </a:cubicBezTo>
                <a:cubicBezTo>
                  <a:pt x="99" y="116"/>
                  <a:pt x="99" y="116"/>
                  <a:pt x="99" y="116"/>
                </a:cubicBezTo>
                <a:cubicBezTo>
                  <a:pt x="104" y="119"/>
                  <a:pt x="108" y="122"/>
                  <a:pt x="112" y="126"/>
                </a:cubicBezTo>
                <a:lnTo>
                  <a:pt x="154" y="54"/>
                </a:lnTo>
                <a:close/>
                <a:moveTo>
                  <a:pt x="64" y="148"/>
                </a:moveTo>
                <a:cubicBezTo>
                  <a:pt x="74" y="148"/>
                  <a:pt x="74" y="148"/>
                  <a:pt x="74" y="148"/>
                </a:cubicBezTo>
                <a:cubicBezTo>
                  <a:pt x="74" y="184"/>
                  <a:pt x="74" y="184"/>
                  <a:pt x="74" y="184"/>
                </a:cubicBezTo>
                <a:cubicBezTo>
                  <a:pt x="90" y="184"/>
                  <a:pt x="90" y="184"/>
                  <a:pt x="90" y="184"/>
                </a:cubicBezTo>
                <a:cubicBezTo>
                  <a:pt x="90" y="128"/>
                  <a:pt x="90" y="128"/>
                  <a:pt x="90" y="128"/>
                </a:cubicBezTo>
                <a:cubicBezTo>
                  <a:pt x="78" y="128"/>
                  <a:pt x="78" y="128"/>
                  <a:pt x="78" y="128"/>
                </a:cubicBezTo>
                <a:cubicBezTo>
                  <a:pt x="77" y="132"/>
                  <a:pt x="76" y="135"/>
                  <a:pt x="74" y="137"/>
                </a:cubicBezTo>
                <a:cubicBezTo>
                  <a:pt x="71" y="138"/>
                  <a:pt x="68" y="139"/>
                  <a:pt x="64" y="139"/>
                </a:cubicBezTo>
                <a:lnTo>
                  <a:pt x="64" y="148"/>
                </a:lnTo>
                <a:close/>
                <a:moveTo>
                  <a:pt x="120" y="48"/>
                </a:moveTo>
                <a:cubicBezTo>
                  <a:pt x="43" y="48"/>
                  <a:pt x="43" y="48"/>
                  <a:pt x="43" y="48"/>
                </a:cubicBezTo>
                <a:cubicBezTo>
                  <a:pt x="80" y="112"/>
                  <a:pt x="80" y="112"/>
                  <a:pt x="80" y="112"/>
                </a:cubicBezTo>
                <a:cubicBezTo>
                  <a:pt x="81" y="112"/>
                  <a:pt x="82" y="112"/>
                  <a:pt x="83" y="112"/>
                </a:cubicBezTo>
                <a:lnTo>
                  <a:pt x="120" y="48"/>
                </a:lnTo>
                <a:close/>
                <a:moveTo>
                  <a:pt x="38" y="0"/>
                </a:moveTo>
                <a:cubicBezTo>
                  <a:pt x="118" y="0"/>
                  <a:pt x="118" y="0"/>
                  <a:pt x="118" y="0"/>
                </a:cubicBezTo>
                <a:cubicBezTo>
                  <a:pt x="127" y="16"/>
                  <a:pt x="127" y="16"/>
                  <a:pt x="127" y="16"/>
                </a:cubicBezTo>
                <a:cubicBezTo>
                  <a:pt x="29" y="16"/>
                  <a:pt x="29" y="16"/>
                  <a:pt x="29" y="16"/>
                </a:cubicBezTo>
                <a:lnTo>
                  <a:pt x="38" y="0"/>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103"/>
          <p:cNvSpPr>
            <a:spLocks noEditPoints="1"/>
          </p:cNvSpPr>
          <p:nvPr/>
        </p:nvSpPr>
        <p:spPr bwMode="auto">
          <a:xfrm>
            <a:off x="7353735" y="2937610"/>
            <a:ext cx="393562" cy="283927"/>
          </a:xfrm>
          <a:custGeom>
            <a:avLst/>
            <a:gdLst>
              <a:gd name="T0" fmla="*/ 164 w 200"/>
              <a:gd name="T1" fmla="*/ 120 h 144"/>
              <a:gd name="T2" fmla="*/ 76 w 200"/>
              <a:gd name="T3" fmla="*/ 144 h 144"/>
              <a:gd name="T4" fmla="*/ 40 w 200"/>
              <a:gd name="T5" fmla="*/ 120 h 144"/>
              <a:gd name="T6" fmla="*/ 40 w 200"/>
              <a:gd name="T7" fmla="*/ 80 h 144"/>
              <a:gd name="T8" fmla="*/ 46 w 200"/>
              <a:gd name="T9" fmla="*/ 64 h 144"/>
              <a:gd name="T10" fmla="*/ 46 w 200"/>
              <a:gd name="T11" fmla="*/ 52 h 144"/>
              <a:gd name="T12" fmla="*/ 60 w 200"/>
              <a:gd name="T13" fmla="*/ 53 h 144"/>
              <a:gd name="T14" fmla="*/ 164 w 200"/>
              <a:gd name="T15" fmla="*/ 32 h 144"/>
              <a:gd name="T16" fmla="*/ 182 w 200"/>
              <a:gd name="T17" fmla="*/ 52 h 144"/>
              <a:gd name="T18" fmla="*/ 200 w 200"/>
              <a:gd name="T19" fmla="*/ 58 h 144"/>
              <a:gd name="T20" fmla="*/ 188 w 200"/>
              <a:gd name="T21" fmla="*/ 64 h 144"/>
              <a:gd name="T22" fmla="*/ 200 w 200"/>
              <a:gd name="T23" fmla="*/ 100 h 144"/>
              <a:gd name="T24" fmla="*/ 200 w 200"/>
              <a:gd name="T25" fmla="*/ 144 h 144"/>
              <a:gd name="T26" fmla="*/ 56 w 200"/>
              <a:gd name="T27" fmla="*/ 80 h 144"/>
              <a:gd name="T28" fmla="*/ 76 w 200"/>
              <a:gd name="T29" fmla="*/ 88 h 144"/>
              <a:gd name="T30" fmla="*/ 76 w 200"/>
              <a:gd name="T31" fmla="*/ 72 h 144"/>
              <a:gd name="T32" fmla="*/ 56 w 200"/>
              <a:gd name="T33" fmla="*/ 80 h 144"/>
              <a:gd name="T34" fmla="*/ 81 w 200"/>
              <a:gd name="T35" fmla="*/ 40 h 144"/>
              <a:gd name="T36" fmla="*/ 176 w 200"/>
              <a:gd name="T37" fmla="*/ 64 h 144"/>
              <a:gd name="T38" fmla="*/ 176 w 200"/>
              <a:gd name="T39" fmla="*/ 72 h 144"/>
              <a:gd name="T40" fmla="*/ 156 w 200"/>
              <a:gd name="T41" fmla="*/ 80 h 144"/>
              <a:gd name="T42" fmla="*/ 176 w 200"/>
              <a:gd name="T43" fmla="*/ 88 h 144"/>
              <a:gd name="T44" fmla="*/ 176 w 200"/>
              <a:gd name="T45" fmla="*/ 72 h 144"/>
              <a:gd name="T46" fmla="*/ 101 w 200"/>
              <a:gd name="T47" fmla="*/ 22 h 144"/>
              <a:gd name="T48" fmla="*/ 95 w 200"/>
              <a:gd name="T49" fmla="*/ 28 h 144"/>
              <a:gd name="T50" fmla="*/ 85 w 200"/>
              <a:gd name="T51" fmla="*/ 27 h 144"/>
              <a:gd name="T52" fmla="*/ 71 w 200"/>
              <a:gd name="T53" fmla="*/ 28 h 144"/>
              <a:gd name="T54" fmla="*/ 52 w 200"/>
              <a:gd name="T55" fmla="*/ 48 h 144"/>
              <a:gd name="T56" fmla="*/ 31 w 200"/>
              <a:gd name="T57" fmla="*/ 56 h 144"/>
              <a:gd name="T58" fmla="*/ 24 w 200"/>
              <a:gd name="T59" fmla="*/ 60 h 144"/>
              <a:gd name="T60" fmla="*/ 0 w 200"/>
              <a:gd name="T61" fmla="*/ 76 h 144"/>
              <a:gd name="T62" fmla="*/ 0 w 200"/>
              <a:gd name="T63" fmla="*/ 47 h 144"/>
              <a:gd name="T64" fmla="*/ 8 w 200"/>
              <a:gd name="T65" fmla="*/ 22 h 144"/>
              <a:gd name="T66" fmla="*/ 0 w 200"/>
              <a:gd name="T67" fmla="*/ 18 h 144"/>
              <a:gd name="T68" fmla="*/ 12 w 200"/>
              <a:gd name="T69" fmla="*/ 14 h 144"/>
              <a:gd name="T70" fmla="*/ 25 w 200"/>
              <a:gd name="T71" fmla="*/ 0 h 144"/>
              <a:gd name="T72" fmla="*/ 96 w 200"/>
              <a:gd name="T73" fmla="*/ 14 h 144"/>
              <a:gd name="T74" fmla="*/ 105 w 200"/>
              <a:gd name="T75" fmla="*/ 14 h 144"/>
              <a:gd name="T76" fmla="*/ 105 w 200"/>
              <a:gd name="T77" fmla="*/ 22 h 144"/>
              <a:gd name="T78" fmla="*/ 16 w 200"/>
              <a:gd name="T79" fmla="*/ 38 h 144"/>
              <a:gd name="T80" fmla="*/ 30 w 200"/>
              <a:gd name="T81" fmla="*/ 33 h 144"/>
              <a:gd name="T82" fmla="*/ 16 w 200"/>
              <a:gd name="T83" fmla="*/ 27 h 144"/>
              <a:gd name="T84" fmla="*/ 81 w 200"/>
              <a:gd name="T85" fmla="*/ 8 h 144"/>
              <a:gd name="T86" fmla="*/ 18 w 200"/>
              <a:gd name="T87" fmla="*/ 20 h 144"/>
              <a:gd name="T88" fmla="*/ 81 w 200"/>
              <a:gd name="T89" fmla="*/ 8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0" h="144">
                <a:moveTo>
                  <a:pt x="164" y="144"/>
                </a:moveTo>
                <a:cubicBezTo>
                  <a:pt x="164" y="120"/>
                  <a:pt x="164" y="120"/>
                  <a:pt x="164" y="120"/>
                </a:cubicBezTo>
                <a:cubicBezTo>
                  <a:pt x="76" y="120"/>
                  <a:pt x="76" y="120"/>
                  <a:pt x="76" y="120"/>
                </a:cubicBezTo>
                <a:cubicBezTo>
                  <a:pt x="76" y="144"/>
                  <a:pt x="76" y="144"/>
                  <a:pt x="76" y="144"/>
                </a:cubicBezTo>
                <a:cubicBezTo>
                  <a:pt x="40" y="144"/>
                  <a:pt x="40" y="144"/>
                  <a:pt x="40" y="144"/>
                </a:cubicBezTo>
                <a:cubicBezTo>
                  <a:pt x="40" y="120"/>
                  <a:pt x="40" y="120"/>
                  <a:pt x="40" y="120"/>
                </a:cubicBezTo>
                <a:cubicBezTo>
                  <a:pt x="40" y="100"/>
                  <a:pt x="40" y="100"/>
                  <a:pt x="40" y="100"/>
                </a:cubicBezTo>
                <a:cubicBezTo>
                  <a:pt x="40" y="80"/>
                  <a:pt x="40" y="80"/>
                  <a:pt x="40" y="80"/>
                </a:cubicBezTo>
                <a:cubicBezTo>
                  <a:pt x="52" y="64"/>
                  <a:pt x="52" y="64"/>
                  <a:pt x="52" y="64"/>
                </a:cubicBezTo>
                <a:cubicBezTo>
                  <a:pt x="46" y="64"/>
                  <a:pt x="46" y="64"/>
                  <a:pt x="46" y="64"/>
                </a:cubicBezTo>
                <a:cubicBezTo>
                  <a:pt x="43" y="64"/>
                  <a:pt x="40" y="61"/>
                  <a:pt x="40" y="58"/>
                </a:cubicBezTo>
                <a:cubicBezTo>
                  <a:pt x="40" y="55"/>
                  <a:pt x="43" y="52"/>
                  <a:pt x="46" y="52"/>
                </a:cubicBezTo>
                <a:cubicBezTo>
                  <a:pt x="58" y="52"/>
                  <a:pt x="58" y="52"/>
                  <a:pt x="58" y="52"/>
                </a:cubicBezTo>
                <a:cubicBezTo>
                  <a:pt x="59" y="52"/>
                  <a:pt x="60" y="52"/>
                  <a:pt x="60" y="53"/>
                </a:cubicBezTo>
                <a:cubicBezTo>
                  <a:pt x="76" y="32"/>
                  <a:pt x="76" y="32"/>
                  <a:pt x="76" y="32"/>
                </a:cubicBezTo>
                <a:cubicBezTo>
                  <a:pt x="164" y="32"/>
                  <a:pt x="164" y="32"/>
                  <a:pt x="164" y="32"/>
                </a:cubicBezTo>
                <a:cubicBezTo>
                  <a:pt x="179" y="53"/>
                  <a:pt x="179" y="53"/>
                  <a:pt x="179" y="53"/>
                </a:cubicBezTo>
                <a:cubicBezTo>
                  <a:pt x="180" y="52"/>
                  <a:pt x="181" y="52"/>
                  <a:pt x="182" y="52"/>
                </a:cubicBezTo>
                <a:cubicBezTo>
                  <a:pt x="194" y="52"/>
                  <a:pt x="194" y="52"/>
                  <a:pt x="194" y="52"/>
                </a:cubicBezTo>
                <a:cubicBezTo>
                  <a:pt x="197" y="52"/>
                  <a:pt x="200" y="55"/>
                  <a:pt x="200" y="58"/>
                </a:cubicBezTo>
                <a:cubicBezTo>
                  <a:pt x="200" y="61"/>
                  <a:pt x="197" y="64"/>
                  <a:pt x="194" y="64"/>
                </a:cubicBezTo>
                <a:cubicBezTo>
                  <a:pt x="188" y="64"/>
                  <a:pt x="188" y="64"/>
                  <a:pt x="188" y="64"/>
                </a:cubicBezTo>
                <a:cubicBezTo>
                  <a:pt x="200" y="80"/>
                  <a:pt x="200" y="80"/>
                  <a:pt x="200" y="80"/>
                </a:cubicBezTo>
                <a:cubicBezTo>
                  <a:pt x="200" y="100"/>
                  <a:pt x="200" y="100"/>
                  <a:pt x="200" y="100"/>
                </a:cubicBezTo>
                <a:cubicBezTo>
                  <a:pt x="200" y="120"/>
                  <a:pt x="200" y="120"/>
                  <a:pt x="200" y="120"/>
                </a:cubicBezTo>
                <a:cubicBezTo>
                  <a:pt x="200" y="144"/>
                  <a:pt x="200" y="144"/>
                  <a:pt x="200" y="144"/>
                </a:cubicBezTo>
                <a:lnTo>
                  <a:pt x="164" y="144"/>
                </a:lnTo>
                <a:close/>
                <a:moveTo>
                  <a:pt x="56" y="80"/>
                </a:moveTo>
                <a:cubicBezTo>
                  <a:pt x="56" y="85"/>
                  <a:pt x="60" y="88"/>
                  <a:pt x="64" y="88"/>
                </a:cubicBezTo>
                <a:cubicBezTo>
                  <a:pt x="76" y="88"/>
                  <a:pt x="76" y="88"/>
                  <a:pt x="76" y="88"/>
                </a:cubicBezTo>
                <a:cubicBezTo>
                  <a:pt x="80" y="88"/>
                  <a:pt x="84" y="85"/>
                  <a:pt x="84" y="80"/>
                </a:cubicBezTo>
                <a:cubicBezTo>
                  <a:pt x="84" y="76"/>
                  <a:pt x="80" y="72"/>
                  <a:pt x="76" y="72"/>
                </a:cubicBezTo>
                <a:cubicBezTo>
                  <a:pt x="64" y="72"/>
                  <a:pt x="64" y="72"/>
                  <a:pt x="64" y="72"/>
                </a:cubicBezTo>
                <a:cubicBezTo>
                  <a:pt x="60" y="72"/>
                  <a:pt x="56" y="76"/>
                  <a:pt x="56" y="80"/>
                </a:cubicBezTo>
                <a:close/>
                <a:moveTo>
                  <a:pt x="158" y="40"/>
                </a:moveTo>
                <a:cubicBezTo>
                  <a:pt x="81" y="40"/>
                  <a:pt x="81" y="40"/>
                  <a:pt x="81" y="40"/>
                </a:cubicBezTo>
                <a:cubicBezTo>
                  <a:pt x="63" y="64"/>
                  <a:pt x="63" y="64"/>
                  <a:pt x="63" y="64"/>
                </a:cubicBezTo>
                <a:cubicBezTo>
                  <a:pt x="176" y="64"/>
                  <a:pt x="176" y="64"/>
                  <a:pt x="176" y="64"/>
                </a:cubicBezTo>
                <a:lnTo>
                  <a:pt x="158" y="40"/>
                </a:lnTo>
                <a:close/>
                <a:moveTo>
                  <a:pt x="176" y="72"/>
                </a:moveTo>
                <a:cubicBezTo>
                  <a:pt x="164" y="72"/>
                  <a:pt x="164" y="72"/>
                  <a:pt x="164" y="72"/>
                </a:cubicBezTo>
                <a:cubicBezTo>
                  <a:pt x="160" y="72"/>
                  <a:pt x="156" y="76"/>
                  <a:pt x="156" y="80"/>
                </a:cubicBezTo>
                <a:cubicBezTo>
                  <a:pt x="156" y="85"/>
                  <a:pt x="160" y="88"/>
                  <a:pt x="164" y="88"/>
                </a:cubicBezTo>
                <a:cubicBezTo>
                  <a:pt x="176" y="88"/>
                  <a:pt x="176" y="88"/>
                  <a:pt x="176" y="88"/>
                </a:cubicBezTo>
                <a:cubicBezTo>
                  <a:pt x="180" y="88"/>
                  <a:pt x="184" y="85"/>
                  <a:pt x="184" y="80"/>
                </a:cubicBezTo>
                <a:cubicBezTo>
                  <a:pt x="184" y="76"/>
                  <a:pt x="180" y="72"/>
                  <a:pt x="176" y="72"/>
                </a:cubicBezTo>
                <a:close/>
                <a:moveTo>
                  <a:pt x="105" y="22"/>
                </a:moveTo>
                <a:cubicBezTo>
                  <a:pt x="101" y="22"/>
                  <a:pt x="101" y="22"/>
                  <a:pt x="101" y="22"/>
                </a:cubicBezTo>
                <a:cubicBezTo>
                  <a:pt x="106" y="28"/>
                  <a:pt x="106" y="28"/>
                  <a:pt x="106" y="28"/>
                </a:cubicBezTo>
                <a:cubicBezTo>
                  <a:pt x="95" y="28"/>
                  <a:pt x="95" y="28"/>
                  <a:pt x="95" y="28"/>
                </a:cubicBezTo>
                <a:cubicBezTo>
                  <a:pt x="95" y="28"/>
                  <a:pt x="94" y="27"/>
                  <a:pt x="93" y="27"/>
                </a:cubicBezTo>
                <a:cubicBezTo>
                  <a:pt x="85" y="27"/>
                  <a:pt x="85" y="27"/>
                  <a:pt x="85" y="27"/>
                </a:cubicBezTo>
                <a:cubicBezTo>
                  <a:pt x="84" y="27"/>
                  <a:pt x="84" y="28"/>
                  <a:pt x="83" y="28"/>
                </a:cubicBezTo>
                <a:cubicBezTo>
                  <a:pt x="71" y="28"/>
                  <a:pt x="71" y="28"/>
                  <a:pt x="71" y="28"/>
                </a:cubicBezTo>
                <a:cubicBezTo>
                  <a:pt x="55" y="49"/>
                  <a:pt x="55" y="49"/>
                  <a:pt x="55" y="49"/>
                </a:cubicBezTo>
                <a:cubicBezTo>
                  <a:pt x="54" y="48"/>
                  <a:pt x="53" y="48"/>
                  <a:pt x="52" y="48"/>
                </a:cubicBezTo>
                <a:cubicBezTo>
                  <a:pt x="39" y="48"/>
                  <a:pt x="39" y="48"/>
                  <a:pt x="39" y="48"/>
                </a:cubicBezTo>
                <a:cubicBezTo>
                  <a:pt x="36" y="48"/>
                  <a:pt x="31" y="52"/>
                  <a:pt x="31" y="56"/>
                </a:cubicBezTo>
                <a:cubicBezTo>
                  <a:pt x="31" y="57"/>
                  <a:pt x="32" y="59"/>
                  <a:pt x="33" y="60"/>
                </a:cubicBezTo>
                <a:cubicBezTo>
                  <a:pt x="24" y="60"/>
                  <a:pt x="24" y="60"/>
                  <a:pt x="24" y="60"/>
                </a:cubicBezTo>
                <a:cubicBezTo>
                  <a:pt x="24" y="76"/>
                  <a:pt x="24" y="76"/>
                  <a:pt x="24" y="76"/>
                </a:cubicBezTo>
                <a:cubicBezTo>
                  <a:pt x="0" y="76"/>
                  <a:pt x="0" y="76"/>
                  <a:pt x="0" y="76"/>
                </a:cubicBezTo>
                <a:cubicBezTo>
                  <a:pt x="0" y="60"/>
                  <a:pt x="0" y="60"/>
                  <a:pt x="0" y="60"/>
                </a:cubicBezTo>
                <a:cubicBezTo>
                  <a:pt x="0" y="47"/>
                  <a:pt x="0" y="47"/>
                  <a:pt x="0" y="47"/>
                </a:cubicBezTo>
                <a:cubicBezTo>
                  <a:pt x="0" y="33"/>
                  <a:pt x="0" y="33"/>
                  <a:pt x="0" y="33"/>
                </a:cubicBezTo>
                <a:cubicBezTo>
                  <a:pt x="8" y="22"/>
                  <a:pt x="8" y="22"/>
                  <a:pt x="8" y="22"/>
                </a:cubicBezTo>
                <a:cubicBezTo>
                  <a:pt x="4" y="22"/>
                  <a:pt x="4" y="22"/>
                  <a:pt x="4" y="22"/>
                </a:cubicBezTo>
                <a:cubicBezTo>
                  <a:pt x="2" y="22"/>
                  <a:pt x="0" y="20"/>
                  <a:pt x="0" y="18"/>
                </a:cubicBezTo>
                <a:cubicBezTo>
                  <a:pt x="0" y="16"/>
                  <a:pt x="2" y="14"/>
                  <a:pt x="4" y="14"/>
                </a:cubicBezTo>
                <a:cubicBezTo>
                  <a:pt x="12" y="14"/>
                  <a:pt x="12" y="14"/>
                  <a:pt x="12" y="14"/>
                </a:cubicBezTo>
                <a:cubicBezTo>
                  <a:pt x="13" y="14"/>
                  <a:pt x="13" y="14"/>
                  <a:pt x="14" y="14"/>
                </a:cubicBezTo>
                <a:cubicBezTo>
                  <a:pt x="25" y="0"/>
                  <a:pt x="25" y="0"/>
                  <a:pt x="25" y="0"/>
                </a:cubicBezTo>
                <a:cubicBezTo>
                  <a:pt x="85" y="0"/>
                  <a:pt x="85" y="0"/>
                  <a:pt x="85" y="0"/>
                </a:cubicBezTo>
                <a:cubicBezTo>
                  <a:pt x="96" y="14"/>
                  <a:pt x="96" y="14"/>
                  <a:pt x="96" y="14"/>
                </a:cubicBezTo>
                <a:cubicBezTo>
                  <a:pt x="96" y="14"/>
                  <a:pt x="97" y="14"/>
                  <a:pt x="97" y="14"/>
                </a:cubicBezTo>
                <a:cubicBezTo>
                  <a:pt x="105" y="14"/>
                  <a:pt x="105" y="14"/>
                  <a:pt x="105" y="14"/>
                </a:cubicBezTo>
                <a:cubicBezTo>
                  <a:pt x="108" y="14"/>
                  <a:pt x="110" y="16"/>
                  <a:pt x="110" y="18"/>
                </a:cubicBezTo>
                <a:cubicBezTo>
                  <a:pt x="110" y="20"/>
                  <a:pt x="108" y="22"/>
                  <a:pt x="105" y="22"/>
                </a:cubicBezTo>
                <a:close/>
                <a:moveTo>
                  <a:pt x="11" y="33"/>
                </a:moveTo>
                <a:cubicBezTo>
                  <a:pt x="11" y="36"/>
                  <a:pt x="13" y="38"/>
                  <a:pt x="16" y="38"/>
                </a:cubicBezTo>
                <a:cubicBezTo>
                  <a:pt x="25" y="38"/>
                  <a:pt x="25" y="38"/>
                  <a:pt x="25" y="38"/>
                </a:cubicBezTo>
                <a:cubicBezTo>
                  <a:pt x="28" y="38"/>
                  <a:pt x="30" y="36"/>
                  <a:pt x="30" y="33"/>
                </a:cubicBezTo>
                <a:cubicBezTo>
                  <a:pt x="30" y="30"/>
                  <a:pt x="28" y="27"/>
                  <a:pt x="25" y="27"/>
                </a:cubicBezTo>
                <a:cubicBezTo>
                  <a:pt x="16" y="27"/>
                  <a:pt x="16" y="27"/>
                  <a:pt x="16" y="27"/>
                </a:cubicBezTo>
                <a:cubicBezTo>
                  <a:pt x="13" y="27"/>
                  <a:pt x="11" y="30"/>
                  <a:pt x="11" y="33"/>
                </a:cubicBezTo>
                <a:close/>
                <a:moveTo>
                  <a:pt x="81" y="8"/>
                </a:moveTo>
                <a:cubicBezTo>
                  <a:pt x="28" y="8"/>
                  <a:pt x="28" y="8"/>
                  <a:pt x="28" y="8"/>
                </a:cubicBezTo>
                <a:cubicBezTo>
                  <a:pt x="18" y="20"/>
                  <a:pt x="18" y="20"/>
                  <a:pt x="18" y="20"/>
                </a:cubicBezTo>
                <a:cubicBezTo>
                  <a:pt x="91" y="20"/>
                  <a:pt x="91" y="20"/>
                  <a:pt x="91" y="20"/>
                </a:cubicBezTo>
                <a:lnTo>
                  <a:pt x="81" y="8"/>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104"/>
          <p:cNvSpPr>
            <a:spLocks noEditPoints="1"/>
          </p:cNvSpPr>
          <p:nvPr/>
        </p:nvSpPr>
        <p:spPr bwMode="auto">
          <a:xfrm>
            <a:off x="4458246" y="3352255"/>
            <a:ext cx="357017" cy="400590"/>
          </a:xfrm>
          <a:custGeom>
            <a:avLst/>
            <a:gdLst>
              <a:gd name="T0" fmla="*/ 139 w 181"/>
              <a:gd name="T1" fmla="*/ 4 h 203"/>
              <a:gd name="T2" fmla="*/ 51 w 181"/>
              <a:gd name="T3" fmla="*/ 4 h 203"/>
              <a:gd name="T4" fmla="*/ 21 w 181"/>
              <a:gd name="T5" fmla="*/ 76 h 203"/>
              <a:gd name="T6" fmla="*/ 28 w 181"/>
              <a:gd name="T7" fmla="*/ 98 h 203"/>
              <a:gd name="T8" fmla="*/ 16 w 181"/>
              <a:gd name="T9" fmla="*/ 118 h 203"/>
              <a:gd name="T10" fmla="*/ 21 w 181"/>
              <a:gd name="T11" fmla="*/ 166 h 203"/>
              <a:gd name="T12" fmla="*/ 62 w 181"/>
              <a:gd name="T13" fmla="*/ 203 h 203"/>
              <a:gd name="T14" fmla="*/ 105 w 181"/>
              <a:gd name="T15" fmla="*/ 168 h 203"/>
              <a:gd name="T16" fmla="*/ 105 w 181"/>
              <a:gd name="T17" fmla="*/ 164 h 203"/>
              <a:gd name="T18" fmla="*/ 85 w 181"/>
              <a:gd name="T19" fmla="*/ 164 h 203"/>
              <a:gd name="T20" fmla="*/ 62 w 181"/>
              <a:gd name="T21" fmla="*/ 180 h 203"/>
              <a:gd name="T22" fmla="*/ 40 w 181"/>
              <a:gd name="T23" fmla="*/ 152 h 203"/>
              <a:gd name="T24" fmla="*/ 38 w 181"/>
              <a:gd name="T25" fmla="*/ 116 h 203"/>
              <a:gd name="T26" fmla="*/ 49 w 181"/>
              <a:gd name="T27" fmla="*/ 98 h 203"/>
              <a:gd name="T28" fmla="*/ 44 w 181"/>
              <a:gd name="T29" fmla="*/ 75 h 203"/>
              <a:gd name="T30" fmla="*/ 61 w 181"/>
              <a:gd name="T31" fmla="*/ 20 h 203"/>
              <a:gd name="T32" fmla="*/ 129 w 181"/>
              <a:gd name="T33" fmla="*/ 20 h 203"/>
              <a:gd name="T34" fmla="*/ 161 w 181"/>
              <a:gd name="T35" fmla="*/ 47 h 203"/>
              <a:gd name="T36" fmla="*/ 161 w 181"/>
              <a:gd name="T37" fmla="*/ 73 h 203"/>
              <a:gd name="T38" fmla="*/ 147 w 181"/>
              <a:gd name="T39" fmla="*/ 93 h 203"/>
              <a:gd name="T40" fmla="*/ 126 w 181"/>
              <a:gd name="T41" fmla="*/ 100 h 203"/>
              <a:gd name="T42" fmla="*/ 85 w 181"/>
              <a:gd name="T43" fmla="*/ 126 h 203"/>
              <a:gd name="T44" fmla="*/ 85 w 181"/>
              <a:gd name="T45" fmla="*/ 132 h 203"/>
              <a:gd name="T46" fmla="*/ 109 w 181"/>
              <a:gd name="T47" fmla="*/ 132 h 203"/>
              <a:gd name="T48" fmla="*/ 136 w 181"/>
              <a:gd name="T49" fmla="*/ 117 h 203"/>
              <a:gd name="T50" fmla="*/ 162 w 181"/>
              <a:gd name="T51" fmla="*/ 109 h 203"/>
              <a:gd name="T52" fmla="*/ 181 w 181"/>
              <a:gd name="T53" fmla="*/ 82 h 203"/>
              <a:gd name="T54" fmla="*/ 181 w 181"/>
              <a:gd name="T55" fmla="*/ 40 h 203"/>
              <a:gd name="T56" fmla="*/ 139 w 181"/>
              <a:gd name="T57" fmla="*/ 4 h 203"/>
              <a:gd name="T58" fmla="*/ 73 w 181"/>
              <a:gd name="T59" fmla="*/ 160 h 203"/>
              <a:gd name="T60" fmla="*/ 121 w 181"/>
              <a:gd name="T61" fmla="*/ 160 h 203"/>
              <a:gd name="T62" fmla="*/ 121 w 181"/>
              <a:gd name="T63" fmla="*/ 136 h 203"/>
              <a:gd name="T64" fmla="*/ 73 w 181"/>
              <a:gd name="T65" fmla="*/ 136 h 203"/>
              <a:gd name="T66" fmla="*/ 73 w 181"/>
              <a:gd name="T67" fmla="*/ 160 h 203"/>
              <a:gd name="T68" fmla="*/ 77 w 181"/>
              <a:gd name="T69" fmla="*/ 148 h 203"/>
              <a:gd name="T70" fmla="*/ 85 w 181"/>
              <a:gd name="T71" fmla="*/ 148 h 203"/>
              <a:gd name="T72" fmla="*/ 85 w 181"/>
              <a:gd name="T73" fmla="*/ 140 h 203"/>
              <a:gd name="T74" fmla="*/ 93 w 181"/>
              <a:gd name="T75" fmla="*/ 140 h 203"/>
              <a:gd name="T76" fmla="*/ 93 w 181"/>
              <a:gd name="T77" fmla="*/ 148 h 203"/>
              <a:gd name="T78" fmla="*/ 101 w 181"/>
              <a:gd name="T79" fmla="*/ 148 h 203"/>
              <a:gd name="T80" fmla="*/ 101 w 181"/>
              <a:gd name="T81" fmla="*/ 140 h 203"/>
              <a:gd name="T82" fmla="*/ 109 w 181"/>
              <a:gd name="T83" fmla="*/ 140 h 203"/>
              <a:gd name="T84" fmla="*/ 109 w 181"/>
              <a:gd name="T85" fmla="*/ 148 h 203"/>
              <a:gd name="T86" fmla="*/ 117 w 181"/>
              <a:gd name="T87" fmla="*/ 148 h 203"/>
              <a:gd name="T88" fmla="*/ 117 w 181"/>
              <a:gd name="T89" fmla="*/ 156 h 203"/>
              <a:gd name="T90" fmla="*/ 109 w 181"/>
              <a:gd name="T91" fmla="*/ 156 h 203"/>
              <a:gd name="T92" fmla="*/ 109 w 181"/>
              <a:gd name="T93" fmla="*/ 148 h 203"/>
              <a:gd name="T94" fmla="*/ 101 w 181"/>
              <a:gd name="T95" fmla="*/ 148 h 203"/>
              <a:gd name="T96" fmla="*/ 101 w 181"/>
              <a:gd name="T97" fmla="*/ 156 h 203"/>
              <a:gd name="T98" fmla="*/ 93 w 181"/>
              <a:gd name="T99" fmla="*/ 156 h 203"/>
              <a:gd name="T100" fmla="*/ 93 w 181"/>
              <a:gd name="T101" fmla="*/ 148 h 203"/>
              <a:gd name="T102" fmla="*/ 85 w 181"/>
              <a:gd name="T103" fmla="*/ 148 h 203"/>
              <a:gd name="T104" fmla="*/ 85 w 181"/>
              <a:gd name="T105" fmla="*/ 156 h 203"/>
              <a:gd name="T106" fmla="*/ 77 w 181"/>
              <a:gd name="T107" fmla="*/ 156 h 203"/>
              <a:gd name="T108" fmla="*/ 77 w 181"/>
              <a:gd name="T109" fmla="*/ 148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1" h="203">
                <a:moveTo>
                  <a:pt x="139" y="4"/>
                </a:moveTo>
                <a:cubicBezTo>
                  <a:pt x="139" y="4"/>
                  <a:pt x="65" y="4"/>
                  <a:pt x="51" y="4"/>
                </a:cubicBezTo>
                <a:cubicBezTo>
                  <a:pt x="7" y="4"/>
                  <a:pt x="0" y="68"/>
                  <a:pt x="21" y="76"/>
                </a:cubicBezTo>
                <a:cubicBezTo>
                  <a:pt x="39" y="84"/>
                  <a:pt x="28" y="98"/>
                  <a:pt x="28" y="98"/>
                </a:cubicBezTo>
                <a:cubicBezTo>
                  <a:pt x="28" y="98"/>
                  <a:pt x="15" y="111"/>
                  <a:pt x="16" y="118"/>
                </a:cubicBezTo>
                <a:cubicBezTo>
                  <a:pt x="16" y="125"/>
                  <a:pt x="21" y="166"/>
                  <a:pt x="21" y="166"/>
                </a:cubicBezTo>
                <a:cubicBezTo>
                  <a:pt x="21" y="166"/>
                  <a:pt x="25" y="203"/>
                  <a:pt x="62" y="203"/>
                </a:cubicBezTo>
                <a:cubicBezTo>
                  <a:pt x="100" y="203"/>
                  <a:pt x="105" y="168"/>
                  <a:pt x="105" y="168"/>
                </a:cubicBezTo>
                <a:cubicBezTo>
                  <a:pt x="105" y="168"/>
                  <a:pt x="105" y="166"/>
                  <a:pt x="105" y="164"/>
                </a:cubicBezTo>
                <a:cubicBezTo>
                  <a:pt x="85" y="164"/>
                  <a:pt x="85" y="164"/>
                  <a:pt x="85" y="164"/>
                </a:cubicBezTo>
                <a:cubicBezTo>
                  <a:pt x="83" y="172"/>
                  <a:pt x="78" y="180"/>
                  <a:pt x="62" y="180"/>
                </a:cubicBezTo>
                <a:cubicBezTo>
                  <a:pt x="37" y="180"/>
                  <a:pt x="40" y="152"/>
                  <a:pt x="40" y="152"/>
                </a:cubicBezTo>
                <a:cubicBezTo>
                  <a:pt x="40" y="152"/>
                  <a:pt x="39" y="122"/>
                  <a:pt x="38" y="116"/>
                </a:cubicBezTo>
                <a:cubicBezTo>
                  <a:pt x="38" y="111"/>
                  <a:pt x="49" y="98"/>
                  <a:pt x="49" y="98"/>
                </a:cubicBezTo>
                <a:cubicBezTo>
                  <a:pt x="49" y="98"/>
                  <a:pt x="58" y="81"/>
                  <a:pt x="44" y="75"/>
                </a:cubicBezTo>
                <a:cubicBezTo>
                  <a:pt x="28" y="68"/>
                  <a:pt x="28" y="20"/>
                  <a:pt x="61" y="20"/>
                </a:cubicBezTo>
                <a:cubicBezTo>
                  <a:pt x="73" y="20"/>
                  <a:pt x="129" y="20"/>
                  <a:pt x="129" y="20"/>
                </a:cubicBezTo>
                <a:cubicBezTo>
                  <a:pt x="129" y="20"/>
                  <a:pt x="161" y="16"/>
                  <a:pt x="161" y="47"/>
                </a:cubicBezTo>
                <a:cubicBezTo>
                  <a:pt x="161" y="73"/>
                  <a:pt x="161" y="73"/>
                  <a:pt x="161" y="73"/>
                </a:cubicBezTo>
                <a:cubicBezTo>
                  <a:pt x="161" y="73"/>
                  <a:pt x="159" y="88"/>
                  <a:pt x="147" y="93"/>
                </a:cubicBezTo>
                <a:cubicBezTo>
                  <a:pt x="142" y="95"/>
                  <a:pt x="135" y="97"/>
                  <a:pt x="126" y="100"/>
                </a:cubicBezTo>
                <a:cubicBezTo>
                  <a:pt x="118" y="101"/>
                  <a:pt x="85" y="112"/>
                  <a:pt x="85" y="126"/>
                </a:cubicBezTo>
                <a:cubicBezTo>
                  <a:pt x="85" y="132"/>
                  <a:pt x="85" y="132"/>
                  <a:pt x="85" y="132"/>
                </a:cubicBezTo>
                <a:cubicBezTo>
                  <a:pt x="109" y="132"/>
                  <a:pt x="109" y="132"/>
                  <a:pt x="109" y="132"/>
                </a:cubicBezTo>
                <a:cubicBezTo>
                  <a:pt x="115" y="123"/>
                  <a:pt x="127" y="119"/>
                  <a:pt x="136" y="117"/>
                </a:cubicBezTo>
                <a:cubicBezTo>
                  <a:pt x="147" y="114"/>
                  <a:pt x="156" y="111"/>
                  <a:pt x="162" y="109"/>
                </a:cubicBezTo>
                <a:cubicBezTo>
                  <a:pt x="178" y="103"/>
                  <a:pt x="181" y="82"/>
                  <a:pt x="181" y="82"/>
                </a:cubicBezTo>
                <a:cubicBezTo>
                  <a:pt x="181" y="82"/>
                  <a:pt x="181" y="79"/>
                  <a:pt x="181" y="40"/>
                </a:cubicBezTo>
                <a:cubicBezTo>
                  <a:pt x="181" y="0"/>
                  <a:pt x="139" y="4"/>
                  <a:pt x="139" y="4"/>
                </a:cubicBezTo>
                <a:close/>
                <a:moveTo>
                  <a:pt x="73" y="160"/>
                </a:moveTo>
                <a:cubicBezTo>
                  <a:pt x="121" y="160"/>
                  <a:pt x="121" y="160"/>
                  <a:pt x="121" y="160"/>
                </a:cubicBezTo>
                <a:cubicBezTo>
                  <a:pt x="121" y="136"/>
                  <a:pt x="121" y="136"/>
                  <a:pt x="121" y="136"/>
                </a:cubicBezTo>
                <a:cubicBezTo>
                  <a:pt x="73" y="136"/>
                  <a:pt x="73" y="136"/>
                  <a:pt x="73" y="136"/>
                </a:cubicBezTo>
                <a:lnTo>
                  <a:pt x="73" y="160"/>
                </a:lnTo>
                <a:close/>
                <a:moveTo>
                  <a:pt x="77" y="148"/>
                </a:moveTo>
                <a:cubicBezTo>
                  <a:pt x="85" y="148"/>
                  <a:pt x="85" y="148"/>
                  <a:pt x="85" y="148"/>
                </a:cubicBezTo>
                <a:cubicBezTo>
                  <a:pt x="85" y="140"/>
                  <a:pt x="85" y="140"/>
                  <a:pt x="85" y="140"/>
                </a:cubicBezTo>
                <a:cubicBezTo>
                  <a:pt x="93" y="140"/>
                  <a:pt x="93" y="140"/>
                  <a:pt x="93" y="140"/>
                </a:cubicBezTo>
                <a:cubicBezTo>
                  <a:pt x="93" y="148"/>
                  <a:pt x="93" y="148"/>
                  <a:pt x="93" y="148"/>
                </a:cubicBezTo>
                <a:cubicBezTo>
                  <a:pt x="101" y="148"/>
                  <a:pt x="101" y="148"/>
                  <a:pt x="101" y="148"/>
                </a:cubicBezTo>
                <a:cubicBezTo>
                  <a:pt x="101" y="140"/>
                  <a:pt x="101" y="140"/>
                  <a:pt x="101" y="140"/>
                </a:cubicBezTo>
                <a:cubicBezTo>
                  <a:pt x="109" y="140"/>
                  <a:pt x="109" y="140"/>
                  <a:pt x="109" y="140"/>
                </a:cubicBezTo>
                <a:cubicBezTo>
                  <a:pt x="109" y="148"/>
                  <a:pt x="109" y="148"/>
                  <a:pt x="109" y="148"/>
                </a:cubicBezTo>
                <a:cubicBezTo>
                  <a:pt x="117" y="148"/>
                  <a:pt x="117" y="148"/>
                  <a:pt x="117" y="148"/>
                </a:cubicBezTo>
                <a:cubicBezTo>
                  <a:pt x="117" y="156"/>
                  <a:pt x="117" y="156"/>
                  <a:pt x="117" y="156"/>
                </a:cubicBezTo>
                <a:cubicBezTo>
                  <a:pt x="109" y="156"/>
                  <a:pt x="109" y="156"/>
                  <a:pt x="109" y="156"/>
                </a:cubicBezTo>
                <a:cubicBezTo>
                  <a:pt x="109" y="148"/>
                  <a:pt x="109" y="148"/>
                  <a:pt x="109" y="148"/>
                </a:cubicBezTo>
                <a:cubicBezTo>
                  <a:pt x="101" y="148"/>
                  <a:pt x="101" y="148"/>
                  <a:pt x="101" y="148"/>
                </a:cubicBezTo>
                <a:cubicBezTo>
                  <a:pt x="101" y="156"/>
                  <a:pt x="101" y="156"/>
                  <a:pt x="101" y="156"/>
                </a:cubicBezTo>
                <a:cubicBezTo>
                  <a:pt x="93" y="156"/>
                  <a:pt x="93" y="156"/>
                  <a:pt x="93" y="156"/>
                </a:cubicBezTo>
                <a:cubicBezTo>
                  <a:pt x="93" y="148"/>
                  <a:pt x="93" y="148"/>
                  <a:pt x="93" y="148"/>
                </a:cubicBezTo>
                <a:cubicBezTo>
                  <a:pt x="85" y="148"/>
                  <a:pt x="85" y="148"/>
                  <a:pt x="85" y="148"/>
                </a:cubicBezTo>
                <a:cubicBezTo>
                  <a:pt x="85" y="156"/>
                  <a:pt x="85" y="156"/>
                  <a:pt x="85" y="156"/>
                </a:cubicBezTo>
                <a:cubicBezTo>
                  <a:pt x="77" y="156"/>
                  <a:pt x="77" y="156"/>
                  <a:pt x="77" y="156"/>
                </a:cubicBezTo>
                <a:lnTo>
                  <a:pt x="77" y="148"/>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105"/>
          <p:cNvSpPr>
            <a:spLocks noEditPoints="1"/>
          </p:cNvSpPr>
          <p:nvPr/>
        </p:nvSpPr>
        <p:spPr bwMode="auto">
          <a:xfrm>
            <a:off x="4996583" y="3360689"/>
            <a:ext cx="278304" cy="392157"/>
          </a:xfrm>
          <a:custGeom>
            <a:avLst/>
            <a:gdLst>
              <a:gd name="T0" fmla="*/ 141 w 141"/>
              <a:gd name="T1" fmla="*/ 189 h 199"/>
              <a:gd name="T2" fmla="*/ 133 w 141"/>
              <a:gd name="T3" fmla="*/ 199 h 199"/>
              <a:gd name="T4" fmla="*/ 9 w 141"/>
              <a:gd name="T5" fmla="*/ 199 h 199"/>
              <a:gd name="T6" fmla="*/ 1 w 141"/>
              <a:gd name="T7" fmla="*/ 189 h 199"/>
              <a:gd name="T8" fmla="*/ 4 w 141"/>
              <a:gd name="T9" fmla="*/ 181 h 199"/>
              <a:gd name="T10" fmla="*/ 1 w 141"/>
              <a:gd name="T11" fmla="*/ 175 h 199"/>
              <a:gd name="T12" fmla="*/ 1 w 141"/>
              <a:gd name="T13" fmla="*/ 174 h 199"/>
              <a:gd name="T14" fmla="*/ 1 w 141"/>
              <a:gd name="T15" fmla="*/ 173 h 199"/>
              <a:gd name="T16" fmla="*/ 7 w 141"/>
              <a:gd name="T17" fmla="*/ 162 h 199"/>
              <a:gd name="T18" fmla="*/ 117 w 141"/>
              <a:gd name="T19" fmla="*/ 126 h 199"/>
              <a:gd name="T20" fmla="*/ 127 w 141"/>
              <a:gd name="T21" fmla="*/ 134 h 199"/>
              <a:gd name="T22" fmla="*/ 121 w 141"/>
              <a:gd name="T23" fmla="*/ 146 h 199"/>
              <a:gd name="T24" fmla="*/ 82 w 141"/>
              <a:gd name="T25" fmla="*/ 158 h 199"/>
              <a:gd name="T26" fmla="*/ 127 w 141"/>
              <a:gd name="T27" fmla="*/ 155 h 199"/>
              <a:gd name="T28" fmla="*/ 135 w 141"/>
              <a:gd name="T29" fmla="*/ 164 h 199"/>
              <a:gd name="T30" fmla="*/ 128 w 141"/>
              <a:gd name="T31" fmla="*/ 175 h 199"/>
              <a:gd name="T32" fmla="*/ 75 w 141"/>
              <a:gd name="T33" fmla="*/ 179 h 199"/>
              <a:gd name="T34" fmla="*/ 133 w 141"/>
              <a:gd name="T35" fmla="*/ 179 h 199"/>
              <a:gd name="T36" fmla="*/ 141 w 141"/>
              <a:gd name="T37" fmla="*/ 189 h 199"/>
              <a:gd name="T38" fmla="*/ 113 w 141"/>
              <a:gd name="T39" fmla="*/ 121 h 199"/>
              <a:gd name="T40" fmla="*/ 15 w 141"/>
              <a:gd name="T41" fmla="*/ 153 h 199"/>
              <a:gd name="T42" fmla="*/ 5 w 141"/>
              <a:gd name="T43" fmla="*/ 145 h 199"/>
              <a:gd name="T44" fmla="*/ 10 w 141"/>
              <a:gd name="T45" fmla="*/ 134 h 199"/>
              <a:gd name="T46" fmla="*/ 109 w 141"/>
              <a:gd name="T47" fmla="*/ 102 h 199"/>
              <a:gd name="T48" fmla="*/ 119 w 141"/>
              <a:gd name="T49" fmla="*/ 110 h 199"/>
              <a:gd name="T50" fmla="*/ 113 w 141"/>
              <a:gd name="T51" fmla="*/ 121 h 199"/>
              <a:gd name="T52" fmla="*/ 54 w 141"/>
              <a:gd name="T53" fmla="*/ 63 h 199"/>
              <a:gd name="T54" fmla="*/ 67 w 141"/>
              <a:gd name="T55" fmla="*/ 107 h 199"/>
              <a:gd name="T56" fmla="*/ 52 w 141"/>
              <a:gd name="T57" fmla="*/ 112 h 199"/>
              <a:gd name="T58" fmla="*/ 39 w 141"/>
              <a:gd name="T59" fmla="*/ 68 h 199"/>
              <a:gd name="T60" fmla="*/ 36 w 141"/>
              <a:gd name="T61" fmla="*/ 68 h 199"/>
              <a:gd name="T62" fmla="*/ 2 w 141"/>
              <a:gd name="T63" fmla="*/ 34 h 199"/>
              <a:gd name="T64" fmla="*/ 36 w 141"/>
              <a:gd name="T65" fmla="*/ 0 h 199"/>
              <a:gd name="T66" fmla="*/ 71 w 141"/>
              <a:gd name="T67" fmla="*/ 34 h 199"/>
              <a:gd name="T68" fmla="*/ 54 w 141"/>
              <a:gd name="T69" fmla="*/ 63 h 199"/>
              <a:gd name="T70" fmla="*/ 42 w 141"/>
              <a:gd name="T71" fmla="*/ 53 h 199"/>
              <a:gd name="T72" fmla="*/ 11 w 141"/>
              <a:gd name="T73" fmla="*/ 26 h 199"/>
              <a:gd name="T74" fmla="*/ 10 w 141"/>
              <a:gd name="T75" fmla="*/ 34 h 199"/>
              <a:gd name="T76" fmla="*/ 36 w 141"/>
              <a:gd name="T77" fmla="*/ 60 h 199"/>
              <a:gd name="T78" fmla="*/ 58 w 141"/>
              <a:gd name="T79" fmla="*/ 48 h 199"/>
              <a:gd name="T80" fmla="*/ 42 w 141"/>
              <a:gd name="T81" fmla="*/ 53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1" h="199">
                <a:moveTo>
                  <a:pt x="141" y="189"/>
                </a:moveTo>
                <a:cubicBezTo>
                  <a:pt x="141" y="194"/>
                  <a:pt x="137" y="199"/>
                  <a:pt x="133" y="199"/>
                </a:cubicBezTo>
                <a:cubicBezTo>
                  <a:pt x="9" y="199"/>
                  <a:pt x="9" y="199"/>
                  <a:pt x="9" y="199"/>
                </a:cubicBezTo>
                <a:cubicBezTo>
                  <a:pt x="4" y="199"/>
                  <a:pt x="1" y="194"/>
                  <a:pt x="1" y="189"/>
                </a:cubicBezTo>
                <a:cubicBezTo>
                  <a:pt x="1" y="186"/>
                  <a:pt x="2" y="183"/>
                  <a:pt x="4" y="181"/>
                </a:cubicBezTo>
                <a:cubicBezTo>
                  <a:pt x="2" y="180"/>
                  <a:pt x="1" y="177"/>
                  <a:pt x="1" y="175"/>
                </a:cubicBezTo>
                <a:cubicBezTo>
                  <a:pt x="1" y="175"/>
                  <a:pt x="1" y="174"/>
                  <a:pt x="1" y="174"/>
                </a:cubicBezTo>
                <a:cubicBezTo>
                  <a:pt x="1" y="174"/>
                  <a:pt x="1" y="173"/>
                  <a:pt x="1" y="173"/>
                </a:cubicBezTo>
                <a:cubicBezTo>
                  <a:pt x="0" y="168"/>
                  <a:pt x="2" y="163"/>
                  <a:pt x="7" y="162"/>
                </a:cubicBezTo>
                <a:cubicBezTo>
                  <a:pt x="117" y="126"/>
                  <a:pt x="117" y="126"/>
                  <a:pt x="117" y="126"/>
                </a:cubicBezTo>
                <a:cubicBezTo>
                  <a:pt x="122" y="125"/>
                  <a:pt x="126" y="129"/>
                  <a:pt x="127" y="134"/>
                </a:cubicBezTo>
                <a:cubicBezTo>
                  <a:pt x="128" y="140"/>
                  <a:pt x="126" y="145"/>
                  <a:pt x="121" y="146"/>
                </a:cubicBezTo>
                <a:cubicBezTo>
                  <a:pt x="82" y="158"/>
                  <a:pt x="82" y="158"/>
                  <a:pt x="82" y="158"/>
                </a:cubicBezTo>
                <a:cubicBezTo>
                  <a:pt x="127" y="155"/>
                  <a:pt x="127" y="155"/>
                  <a:pt x="127" y="155"/>
                </a:cubicBezTo>
                <a:cubicBezTo>
                  <a:pt x="131" y="154"/>
                  <a:pt x="135" y="159"/>
                  <a:pt x="135" y="164"/>
                </a:cubicBezTo>
                <a:cubicBezTo>
                  <a:pt x="136" y="170"/>
                  <a:pt x="133" y="174"/>
                  <a:pt x="128" y="175"/>
                </a:cubicBezTo>
                <a:cubicBezTo>
                  <a:pt x="75" y="179"/>
                  <a:pt x="75" y="179"/>
                  <a:pt x="75" y="179"/>
                </a:cubicBezTo>
                <a:cubicBezTo>
                  <a:pt x="133" y="179"/>
                  <a:pt x="133" y="179"/>
                  <a:pt x="133" y="179"/>
                </a:cubicBezTo>
                <a:cubicBezTo>
                  <a:pt x="137" y="179"/>
                  <a:pt x="141" y="183"/>
                  <a:pt x="141" y="189"/>
                </a:cubicBezTo>
                <a:close/>
                <a:moveTo>
                  <a:pt x="113" y="121"/>
                </a:moveTo>
                <a:cubicBezTo>
                  <a:pt x="15" y="153"/>
                  <a:pt x="15" y="153"/>
                  <a:pt x="15" y="153"/>
                </a:cubicBezTo>
                <a:cubicBezTo>
                  <a:pt x="10" y="154"/>
                  <a:pt x="6" y="150"/>
                  <a:pt x="5" y="145"/>
                </a:cubicBezTo>
                <a:cubicBezTo>
                  <a:pt x="3" y="140"/>
                  <a:pt x="6" y="135"/>
                  <a:pt x="10" y="134"/>
                </a:cubicBezTo>
                <a:cubicBezTo>
                  <a:pt x="109" y="102"/>
                  <a:pt x="109" y="102"/>
                  <a:pt x="109" y="102"/>
                </a:cubicBezTo>
                <a:cubicBezTo>
                  <a:pt x="113" y="101"/>
                  <a:pt x="118" y="105"/>
                  <a:pt x="119" y="110"/>
                </a:cubicBezTo>
                <a:cubicBezTo>
                  <a:pt x="120" y="115"/>
                  <a:pt x="117" y="121"/>
                  <a:pt x="113" y="121"/>
                </a:cubicBezTo>
                <a:close/>
                <a:moveTo>
                  <a:pt x="54" y="63"/>
                </a:moveTo>
                <a:cubicBezTo>
                  <a:pt x="67" y="107"/>
                  <a:pt x="67" y="107"/>
                  <a:pt x="67" y="107"/>
                </a:cubicBezTo>
                <a:cubicBezTo>
                  <a:pt x="52" y="112"/>
                  <a:pt x="52" y="112"/>
                  <a:pt x="52" y="112"/>
                </a:cubicBezTo>
                <a:cubicBezTo>
                  <a:pt x="39" y="68"/>
                  <a:pt x="39" y="68"/>
                  <a:pt x="39" y="68"/>
                </a:cubicBezTo>
                <a:cubicBezTo>
                  <a:pt x="38" y="68"/>
                  <a:pt x="37" y="68"/>
                  <a:pt x="36" y="68"/>
                </a:cubicBezTo>
                <a:cubicBezTo>
                  <a:pt x="17" y="68"/>
                  <a:pt x="2" y="53"/>
                  <a:pt x="2" y="34"/>
                </a:cubicBezTo>
                <a:cubicBezTo>
                  <a:pt x="2" y="15"/>
                  <a:pt x="17" y="0"/>
                  <a:pt x="36" y="0"/>
                </a:cubicBezTo>
                <a:cubicBezTo>
                  <a:pt x="55" y="0"/>
                  <a:pt x="71" y="15"/>
                  <a:pt x="71" y="34"/>
                </a:cubicBezTo>
                <a:cubicBezTo>
                  <a:pt x="71" y="46"/>
                  <a:pt x="64" y="57"/>
                  <a:pt x="54" y="63"/>
                </a:cubicBezTo>
                <a:close/>
                <a:moveTo>
                  <a:pt x="42" y="53"/>
                </a:moveTo>
                <a:cubicBezTo>
                  <a:pt x="26" y="53"/>
                  <a:pt x="13" y="41"/>
                  <a:pt x="11" y="26"/>
                </a:cubicBezTo>
                <a:cubicBezTo>
                  <a:pt x="11" y="28"/>
                  <a:pt x="10" y="31"/>
                  <a:pt x="10" y="34"/>
                </a:cubicBezTo>
                <a:cubicBezTo>
                  <a:pt x="10" y="48"/>
                  <a:pt x="22" y="60"/>
                  <a:pt x="36" y="60"/>
                </a:cubicBezTo>
                <a:cubicBezTo>
                  <a:pt x="46" y="60"/>
                  <a:pt x="54" y="55"/>
                  <a:pt x="58" y="48"/>
                </a:cubicBezTo>
                <a:cubicBezTo>
                  <a:pt x="54" y="51"/>
                  <a:pt x="48" y="53"/>
                  <a:pt x="42" y="53"/>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106"/>
          <p:cNvSpPr>
            <a:spLocks noEditPoints="1"/>
          </p:cNvSpPr>
          <p:nvPr/>
        </p:nvSpPr>
        <p:spPr bwMode="auto">
          <a:xfrm>
            <a:off x="5423878" y="3356472"/>
            <a:ext cx="394968" cy="396373"/>
          </a:xfrm>
          <a:custGeom>
            <a:avLst/>
            <a:gdLst>
              <a:gd name="T0" fmla="*/ 192 w 200"/>
              <a:gd name="T1" fmla="*/ 201 h 201"/>
              <a:gd name="T2" fmla="*/ 112 w 200"/>
              <a:gd name="T3" fmla="*/ 193 h 201"/>
              <a:gd name="T4" fmla="*/ 132 w 200"/>
              <a:gd name="T5" fmla="*/ 192 h 201"/>
              <a:gd name="T6" fmla="*/ 142 w 200"/>
              <a:gd name="T7" fmla="*/ 172 h 201"/>
              <a:gd name="T8" fmla="*/ 152 w 200"/>
              <a:gd name="T9" fmla="*/ 192 h 201"/>
              <a:gd name="T10" fmla="*/ 172 w 200"/>
              <a:gd name="T11" fmla="*/ 172 h 201"/>
              <a:gd name="T12" fmla="*/ 192 w 200"/>
              <a:gd name="T13" fmla="*/ 152 h 201"/>
              <a:gd name="T14" fmla="*/ 172 w 200"/>
              <a:gd name="T15" fmla="*/ 132 h 201"/>
              <a:gd name="T16" fmla="*/ 192 w 200"/>
              <a:gd name="T17" fmla="*/ 112 h 201"/>
              <a:gd name="T18" fmla="*/ 172 w 200"/>
              <a:gd name="T19" fmla="*/ 92 h 201"/>
              <a:gd name="T20" fmla="*/ 164 w 200"/>
              <a:gd name="T21" fmla="*/ 84 h 201"/>
              <a:gd name="T22" fmla="*/ 192 w 200"/>
              <a:gd name="T23" fmla="*/ 84 h 201"/>
              <a:gd name="T24" fmla="*/ 200 w 200"/>
              <a:gd name="T25" fmla="*/ 200 h 201"/>
              <a:gd name="T26" fmla="*/ 152 w 200"/>
              <a:gd name="T27" fmla="*/ 172 h 201"/>
              <a:gd name="T28" fmla="*/ 157 w 200"/>
              <a:gd name="T29" fmla="*/ 152 h 201"/>
              <a:gd name="T30" fmla="*/ 172 w 200"/>
              <a:gd name="T31" fmla="*/ 172 h 201"/>
              <a:gd name="T32" fmla="*/ 165 w 200"/>
              <a:gd name="T33" fmla="*/ 132 h 201"/>
              <a:gd name="T34" fmla="*/ 172 w 200"/>
              <a:gd name="T35" fmla="*/ 112 h 201"/>
              <a:gd name="T36" fmla="*/ 165 w 200"/>
              <a:gd name="T37" fmla="*/ 132 h 201"/>
              <a:gd name="T38" fmla="*/ 192 w 200"/>
              <a:gd name="T39" fmla="*/ 84 h 201"/>
              <a:gd name="T40" fmla="*/ 157 w 200"/>
              <a:gd name="T41" fmla="*/ 108 h 201"/>
              <a:gd name="T42" fmla="*/ 0 w 200"/>
              <a:gd name="T43" fmla="*/ 108 h 201"/>
              <a:gd name="T44" fmla="*/ 70 w 200"/>
              <a:gd name="T45" fmla="*/ 12 h 201"/>
              <a:gd name="T46" fmla="*/ 59 w 200"/>
              <a:gd name="T47" fmla="*/ 7 h 201"/>
              <a:gd name="T48" fmla="*/ 93 w 200"/>
              <a:gd name="T49" fmla="*/ 0 h 201"/>
              <a:gd name="T50" fmla="*/ 93 w 200"/>
              <a:gd name="T51" fmla="*/ 12 h 201"/>
              <a:gd name="T52" fmla="*/ 87 w 200"/>
              <a:gd name="T53" fmla="*/ 29 h 201"/>
              <a:gd name="T54" fmla="*/ 130 w 200"/>
              <a:gd name="T55" fmla="*/ 34 h 201"/>
              <a:gd name="T56" fmla="*/ 132 w 200"/>
              <a:gd name="T57" fmla="*/ 24 h 201"/>
              <a:gd name="T58" fmla="*/ 141 w 200"/>
              <a:gd name="T59" fmla="*/ 42 h 201"/>
              <a:gd name="T60" fmla="*/ 129 w 200"/>
              <a:gd name="T61" fmla="*/ 48 h 201"/>
              <a:gd name="T62" fmla="*/ 127 w 200"/>
              <a:gd name="T63" fmla="*/ 71 h 201"/>
              <a:gd name="T64" fmla="*/ 115 w 200"/>
              <a:gd name="T65" fmla="*/ 71 h 201"/>
              <a:gd name="T66" fmla="*/ 78 w 200"/>
              <a:gd name="T67" fmla="*/ 47 h 201"/>
              <a:gd name="T68" fmla="*/ 41 w 200"/>
              <a:gd name="T69" fmla="*/ 71 h 201"/>
              <a:gd name="T70" fmla="*/ 30 w 200"/>
              <a:gd name="T71" fmla="*/ 70 h 201"/>
              <a:gd name="T72" fmla="*/ 29 w 200"/>
              <a:gd name="T73" fmla="*/ 105 h 201"/>
              <a:gd name="T74" fmla="*/ 17 w 200"/>
              <a:gd name="T75" fmla="*/ 111 h 201"/>
              <a:gd name="T76" fmla="*/ 37 w 200"/>
              <a:gd name="T77" fmla="*/ 140 h 201"/>
              <a:gd name="T78" fmla="*/ 35 w 200"/>
              <a:gd name="T79" fmla="*/ 152 h 201"/>
              <a:gd name="T80" fmla="*/ 75 w 200"/>
              <a:gd name="T81" fmla="*/ 169 h 201"/>
              <a:gd name="T82" fmla="*/ 81 w 200"/>
              <a:gd name="T83" fmla="*/ 158 h 201"/>
              <a:gd name="T84" fmla="*/ 122 w 200"/>
              <a:gd name="T85" fmla="*/ 152 h 201"/>
              <a:gd name="T86" fmla="*/ 118 w 200"/>
              <a:gd name="T87" fmla="*/ 140 h 201"/>
              <a:gd name="T88" fmla="*/ 140 w 200"/>
              <a:gd name="T89" fmla="*/ 111 h 201"/>
              <a:gd name="T90" fmla="*/ 127 w 200"/>
              <a:gd name="T91" fmla="*/ 105 h 201"/>
              <a:gd name="T92" fmla="*/ 127 w 200"/>
              <a:gd name="T93" fmla="*/ 71 h 201"/>
              <a:gd name="T94" fmla="*/ 69 w 200"/>
              <a:gd name="T95" fmla="*/ 114 h 201"/>
              <a:gd name="T96" fmla="*/ 75 w 200"/>
              <a:gd name="T97" fmla="*/ 56 h 201"/>
              <a:gd name="T98" fmla="*/ 81 w 200"/>
              <a:gd name="T99" fmla="*/ 56 h 201"/>
              <a:gd name="T100" fmla="*/ 87 w 200"/>
              <a:gd name="T101" fmla="*/ 114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0" h="201">
                <a:moveTo>
                  <a:pt x="192" y="200"/>
                </a:moveTo>
                <a:cubicBezTo>
                  <a:pt x="192" y="201"/>
                  <a:pt x="192" y="201"/>
                  <a:pt x="192" y="201"/>
                </a:cubicBezTo>
                <a:cubicBezTo>
                  <a:pt x="175" y="201"/>
                  <a:pt x="142" y="200"/>
                  <a:pt x="112" y="200"/>
                </a:cubicBezTo>
                <a:cubicBezTo>
                  <a:pt x="112" y="193"/>
                  <a:pt x="112" y="193"/>
                  <a:pt x="112" y="193"/>
                </a:cubicBezTo>
                <a:cubicBezTo>
                  <a:pt x="112" y="193"/>
                  <a:pt x="112" y="193"/>
                  <a:pt x="113" y="192"/>
                </a:cubicBezTo>
                <a:cubicBezTo>
                  <a:pt x="132" y="192"/>
                  <a:pt x="132" y="192"/>
                  <a:pt x="132" y="192"/>
                </a:cubicBezTo>
                <a:cubicBezTo>
                  <a:pt x="132" y="181"/>
                  <a:pt x="132" y="181"/>
                  <a:pt x="132" y="181"/>
                </a:cubicBezTo>
                <a:cubicBezTo>
                  <a:pt x="135" y="179"/>
                  <a:pt x="139" y="176"/>
                  <a:pt x="142" y="172"/>
                </a:cubicBezTo>
                <a:cubicBezTo>
                  <a:pt x="152" y="172"/>
                  <a:pt x="152" y="172"/>
                  <a:pt x="152" y="172"/>
                </a:cubicBezTo>
                <a:cubicBezTo>
                  <a:pt x="152" y="192"/>
                  <a:pt x="152" y="192"/>
                  <a:pt x="152" y="192"/>
                </a:cubicBezTo>
                <a:cubicBezTo>
                  <a:pt x="172" y="192"/>
                  <a:pt x="172" y="192"/>
                  <a:pt x="172" y="192"/>
                </a:cubicBezTo>
                <a:cubicBezTo>
                  <a:pt x="172" y="172"/>
                  <a:pt x="172" y="172"/>
                  <a:pt x="172" y="172"/>
                </a:cubicBezTo>
                <a:cubicBezTo>
                  <a:pt x="192" y="172"/>
                  <a:pt x="192" y="172"/>
                  <a:pt x="192" y="172"/>
                </a:cubicBezTo>
                <a:cubicBezTo>
                  <a:pt x="192" y="152"/>
                  <a:pt x="192" y="152"/>
                  <a:pt x="192" y="152"/>
                </a:cubicBezTo>
                <a:cubicBezTo>
                  <a:pt x="172" y="152"/>
                  <a:pt x="172" y="152"/>
                  <a:pt x="172" y="152"/>
                </a:cubicBezTo>
                <a:cubicBezTo>
                  <a:pt x="172" y="132"/>
                  <a:pt x="172" y="132"/>
                  <a:pt x="172" y="132"/>
                </a:cubicBezTo>
                <a:cubicBezTo>
                  <a:pt x="192" y="132"/>
                  <a:pt x="192" y="132"/>
                  <a:pt x="192" y="132"/>
                </a:cubicBezTo>
                <a:cubicBezTo>
                  <a:pt x="192" y="112"/>
                  <a:pt x="192" y="112"/>
                  <a:pt x="192" y="112"/>
                </a:cubicBezTo>
                <a:cubicBezTo>
                  <a:pt x="172" y="112"/>
                  <a:pt x="172" y="112"/>
                  <a:pt x="172" y="112"/>
                </a:cubicBezTo>
                <a:cubicBezTo>
                  <a:pt x="172" y="92"/>
                  <a:pt x="172" y="92"/>
                  <a:pt x="172" y="92"/>
                </a:cubicBezTo>
                <a:cubicBezTo>
                  <a:pt x="166" y="92"/>
                  <a:pt x="166" y="92"/>
                  <a:pt x="166" y="92"/>
                </a:cubicBezTo>
                <a:cubicBezTo>
                  <a:pt x="165" y="90"/>
                  <a:pt x="165" y="87"/>
                  <a:pt x="164" y="84"/>
                </a:cubicBezTo>
                <a:cubicBezTo>
                  <a:pt x="175" y="84"/>
                  <a:pt x="185" y="84"/>
                  <a:pt x="192" y="84"/>
                </a:cubicBezTo>
                <a:cubicBezTo>
                  <a:pt x="192" y="84"/>
                  <a:pt x="192" y="84"/>
                  <a:pt x="192" y="84"/>
                </a:cubicBezTo>
                <a:cubicBezTo>
                  <a:pt x="200" y="84"/>
                  <a:pt x="200" y="84"/>
                  <a:pt x="200" y="84"/>
                </a:cubicBezTo>
                <a:cubicBezTo>
                  <a:pt x="200" y="200"/>
                  <a:pt x="200" y="200"/>
                  <a:pt x="200" y="200"/>
                </a:cubicBezTo>
                <a:lnTo>
                  <a:pt x="192" y="200"/>
                </a:lnTo>
                <a:close/>
                <a:moveTo>
                  <a:pt x="152" y="172"/>
                </a:moveTo>
                <a:cubicBezTo>
                  <a:pt x="152" y="161"/>
                  <a:pt x="152" y="161"/>
                  <a:pt x="152" y="161"/>
                </a:cubicBezTo>
                <a:cubicBezTo>
                  <a:pt x="154" y="158"/>
                  <a:pt x="155" y="155"/>
                  <a:pt x="157" y="152"/>
                </a:cubicBezTo>
                <a:cubicBezTo>
                  <a:pt x="172" y="152"/>
                  <a:pt x="172" y="152"/>
                  <a:pt x="172" y="152"/>
                </a:cubicBezTo>
                <a:cubicBezTo>
                  <a:pt x="172" y="172"/>
                  <a:pt x="172" y="172"/>
                  <a:pt x="172" y="172"/>
                </a:cubicBezTo>
                <a:lnTo>
                  <a:pt x="152" y="172"/>
                </a:lnTo>
                <a:close/>
                <a:moveTo>
                  <a:pt x="165" y="132"/>
                </a:moveTo>
                <a:cubicBezTo>
                  <a:pt x="166" y="126"/>
                  <a:pt x="167" y="119"/>
                  <a:pt x="168" y="112"/>
                </a:cubicBezTo>
                <a:cubicBezTo>
                  <a:pt x="172" y="112"/>
                  <a:pt x="172" y="112"/>
                  <a:pt x="172" y="112"/>
                </a:cubicBezTo>
                <a:cubicBezTo>
                  <a:pt x="172" y="132"/>
                  <a:pt x="172" y="132"/>
                  <a:pt x="172" y="132"/>
                </a:cubicBezTo>
                <a:lnTo>
                  <a:pt x="165" y="132"/>
                </a:lnTo>
                <a:close/>
                <a:moveTo>
                  <a:pt x="192" y="84"/>
                </a:moveTo>
                <a:cubicBezTo>
                  <a:pt x="192" y="84"/>
                  <a:pt x="192" y="84"/>
                  <a:pt x="192" y="84"/>
                </a:cubicBezTo>
                <a:cubicBezTo>
                  <a:pt x="185" y="84"/>
                  <a:pt x="168" y="84"/>
                  <a:pt x="192" y="84"/>
                </a:cubicBezTo>
                <a:close/>
                <a:moveTo>
                  <a:pt x="157" y="108"/>
                </a:moveTo>
                <a:cubicBezTo>
                  <a:pt x="157" y="152"/>
                  <a:pt x="122" y="187"/>
                  <a:pt x="78" y="187"/>
                </a:cubicBezTo>
                <a:cubicBezTo>
                  <a:pt x="35" y="187"/>
                  <a:pt x="0" y="152"/>
                  <a:pt x="0" y="108"/>
                </a:cubicBezTo>
                <a:cubicBezTo>
                  <a:pt x="0" y="66"/>
                  <a:pt x="36" y="29"/>
                  <a:pt x="70" y="29"/>
                </a:cubicBezTo>
                <a:cubicBezTo>
                  <a:pt x="70" y="12"/>
                  <a:pt x="70" y="12"/>
                  <a:pt x="70" y="12"/>
                </a:cubicBezTo>
                <a:cubicBezTo>
                  <a:pt x="64" y="12"/>
                  <a:pt x="64" y="12"/>
                  <a:pt x="64" y="12"/>
                </a:cubicBezTo>
                <a:cubicBezTo>
                  <a:pt x="64" y="12"/>
                  <a:pt x="59" y="12"/>
                  <a:pt x="59" y="7"/>
                </a:cubicBezTo>
                <a:cubicBezTo>
                  <a:pt x="59" y="7"/>
                  <a:pt x="58" y="0"/>
                  <a:pt x="64" y="0"/>
                </a:cubicBezTo>
                <a:cubicBezTo>
                  <a:pt x="93" y="0"/>
                  <a:pt x="93" y="0"/>
                  <a:pt x="93" y="0"/>
                </a:cubicBezTo>
                <a:cubicBezTo>
                  <a:pt x="93" y="0"/>
                  <a:pt x="99" y="1"/>
                  <a:pt x="99" y="6"/>
                </a:cubicBezTo>
                <a:cubicBezTo>
                  <a:pt x="99" y="6"/>
                  <a:pt x="98" y="12"/>
                  <a:pt x="93" y="12"/>
                </a:cubicBezTo>
                <a:cubicBezTo>
                  <a:pt x="87" y="12"/>
                  <a:pt x="87" y="12"/>
                  <a:pt x="87" y="12"/>
                </a:cubicBezTo>
                <a:cubicBezTo>
                  <a:pt x="87" y="29"/>
                  <a:pt x="87" y="29"/>
                  <a:pt x="87" y="29"/>
                </a:cubicBezTo>
                <a:cubicBezTo>
                  <a:pt x="103" y="31"/>
                  <a:pt x="111" y="36"/>
                  <a:pt x="122" y="42"/>
                </a:cubicBezTo>
                <a:cubicBezTo>
                  <a:pt x="130" y="34"/>
                  <a:pt x="130" y="34"/>
                  <a:pt x="130" y="34"/>
                </a:cubicBezTo>
                <a:cubicBezTo>
                  <a:pt x="126" y="30"/>
                  <a:pt x="126" y="30"/>
                  <a:pt x="126" y="30"/>
                </a:cubicBezTo>
                <a:cubicBezTo>
                  <a:pt x="132" y="24"/>
                  <a:pt x="132" y="24"/>
                  <a:pt x="132" y="24"/>
                </a:cubicBezTo>
                <a:cubicBezTo>
                  <a:pt x="146" y="36"/>
                  <a:pt x="146" y="36"/>
                  <a:pt x="146" y="36"/>
                </a:cubicBezTo>
                <a:cubicBezTo>
                  <a:pt x="141" y="42"/>
                  <a:pt x="141" y="42"/>
                  <a:pt x="141" y="42"/>
                </a:cubicBezTo>
                <a:cubicBezTo>
                  <a:pt x="137" y="39"/>
                  <a:pt x="137" y="39"/>
                  <a:pt x="137" y="39"/>
                </a:cubicBezTo>
                <a:cubicBezTo>
                  <a:pt x="129" y="48"/>
                  <a:pt x="129" y="48"/>
                  <a:pt x="129" y="48"/>
                </a:cubicBezTo>
                <a:cubicBezTo>
                  <a:pt x="146" y="63"/>
                  <a:pt x="157" y="84"/>
                  <a:pt x="157" y="108"/>
                </a:cubicBezTo>
                <a:close/>
                <a:moveTo>
                  <a:pt x="127" y="71"/>
                </a:moveTo>
                <a:cubicBezTo>
                  <a:pt x="127" y="70"/>
                  <a:pt x="119" y="76"/>
                  <a:pt x="119" y="76"/>
                </a:cubicBezTo>
                <a:cubicBezTo>
                  <a:pt x="115" y="71"/>
                  <a:pt x="115" y="71"/>
                  <a:pt x="115" y="71"/>
                </a:cubicBezTo>
                <a:cubicBezTo>
                  <a:pt x="115" y="71"/>
                  <a:pt x="120" y="66"/>
                  <a:pt x="122" y="65"/>
                </a:cubicBezTo>
                <a:cubicBezTo>
                  <a:pt x="111" y="54"/>
                  <a:pt x="95" y="47"/>
                  <a:pt x="78" y="47"/>
                </a:cubicBezTo>
                <a:cubicBezTo>
                  <a:pt x="61" y="47"/>
                  <a:pt x="46" y="54"/>
                  <a:pt x="35" y="65"/>
                </a:cubicBezTo>
                <a:cubicBezTo>
                  <a:pt x="36" y="66"/>
                  <a:pt x="41" y="71"/>
                  <a:pt x="41" y="71"/>
                </a:cubicBezTo>
                <a:cubicBezTo>
                  <a:pt x="36" y="77"/>
                  <a:pt x="36" y="77"/>
                  <a:pt x="36" y="77"/>
                </a:cubicBezTo>
                <a:cubicBezTo>
                  <a:pt x="36" y="77"/>
                  <a:pt x="30" y="70"/>
                  <a:pt x="30" y="70"/>
                </a:cubicBezTo>
                <a:cubicBezTo>
                  <a:pt x="23" y="80"/>
                  <a:pt x="18" y="93"/>
                  <a:pt x="17" y="105"/>
                </a:cubicBezTo>
                <a:cubicBezTo>
                  <a:pt x="22" y="105"/>
                  <a:pt x="29" y="105"/>
                  <a:pt x="29" y="105"/>
                </a:cubicBezTo>
                <a:cubicBezTo>
                  <a:pt x="29" y="111"/>
                  <a:pt x="29" y="111"/>
                  <a:pt x="29" y="111"/>
                </a:cubicBezTo>
                <a:cubicBezTo>
                  <a:pt x="29" y="111"/>
                  <a:pt x="17" y="111"/>
                  <a:pt x="17" y="111"/>
                </a:cubicBezTo>
                <a:cubicBezTo>
                  <a:pt x="18" y="124"/>
                  <a:pt x="22" y="136"/>
                  <a:pt x="29" y="145"/>
                </a:cubicBezTo>
                <a:cubicBezTo>
                  <a:pt x="32" y="143"/>
                  <a:pt x="37" y="140"/>
                  <a:pt x="37" y="140"/>
                </a:cubicBezTo>
                <a:cubicBezTo>
                  <a:pt x="41" y="145"/>
                  <a:pt x="41" y="145"/>
                  <a:pt x="41" y="145"/>
                </a:cubicBezTo>
                <a:cubicBezTo>
                  <a:pt x="41" y="145"/>
                  <a:pt x="34" y="151"/>
                  <a:pt x="35" y="152"/>
                </a:cubicBezTo>
                <a:cubicBezTo>
                  <a:pt x="37" y="153"/>
                  <a:pt x="39" y="155"/>
                  <a:pt x="41" y="157"/>
                </a:cubicBezTo>
                <a:cubicBezTo>
                  <a:pt x="50" y="164"/>
                  <a:pt x="62" y="169"/>
                  <a:pt x="75" y="169"/>
                </a:cubicBezTo>
                <a:cubicBezTo>
                  <a:pt x="75" y="165"/>
                  <a:pt x="76" y="157"/>
                  <a:pt x="76" y="157"/>
                </a:cubicBezTo>
                <a:cubicBezTo>
                  <a:pt x="81" y="158"/>
                  <a:pt x="81" y="158"/>
                  <a:pt x="81" y="158"/>
                </a:cubicBezTo>
                <a:cubicBezTo>
                  <a:pt x="81" y="158"/>
                  <a:pt x="81" y="169"/>
                  <a:pt x="81" y="169"/>
                </a:cubicBezTo>
                <a:cubicBezTo>
                  <a:pt x="97" y="169"/>
                  <a:pt x="111" y="162"/>
                  <a:pt x="122" y="152"/>
                </a:cubicBezTo>
                <a:cubicBezTo>
                  <a:pt x="123" y="151"/>
                  <a:pt x="115" y="145"/>
                  <a:pt x="115" y="145"/>
                </a:cubicBezTo>
                <a:cubicBezTo>
                  <a:pt x="118" y="140"/>
                  <a:pt x="118" y="140"/>
                  <a:pt x="118" y="140"/>
                </a:cubicBezTo>
                <a:cubicBezTo>
                  <a:pt x="118" y="140"/>
                  <a:pt x="127" y="146"/>
                  <a:pt x="127" y="145"/>
                </a:cubicBezTo>
                <a:cubicBezTo>
                  <a:pt x="135" y="136"/>
                  <a:pt x="139" y="124"/>
                  <a:pt x="140" y="111"/>
                </a:cubicBezTo>
                <a:cubicBezTo>
                  <a:pt x="140" y="111"/>
                  <a:pt x="128" y="111"/>
                  <a:pt x="128" y="111"/>
                </a:cubicBezTo>
                <a:cubicBezTo>
                  <a:pt x="127" y="105"/>
                  <a:pt x="127" y="105"/>
                  <a:pt x="127" y="105"/>
                </a:cubicBezTo>
                <a:cubicBezTo>
                  <a:pt x="127" y="105"/>
                  <a:pt x="137" y="105"/>
                  <a:pt x="140" y="105"/>
                </a:cubicBezTo>
                <a:cubicBezTo>
                  <a:pt x="139" y="92"/>
                  <a:pt x="134" y="80"/>
                  <a:pt x="127" y="71"/>
                </a:cubicBezTo>
                <a:close/>
                <a:moveTo>
                  <a:pt x="78" y="123"/>
                </a:moveTo>
                <a:cubicBezTo>
                  <a:pt x="73" y="123"/>
                  <a:pt x="69" y="119"/>
                  <a:pt x="69" y="114"/>
                </a:cubicBezTo>
                <a:cubicBezTo>
                  <a:pt x="69" y="106"/>
                  <a:pt x="75" y="105"/>
                  <a:pt x="75" y="105"/>
                </a:cubicBezTo>
                <a:cubicBezTo>
                  <a:pt x="75" y="94"/>
                  <a:pt x="75" y="56"/>
                  <a:pt x="75" y="56"/>
                </a:cubicBezTo>
                <a:cubicBezTo>
                  <a:pt x="75" y="54"/>
                  <a:pt x="77" y="53"/>
                  <a:pt x="78" y="53"/>
                </a:cubicBezTo>
                <a:cubicBezTo>
                  <a:pt x="80" y="53"/>
                  <a:pt x="81" y="54"/>
                  <a:pt x="81" y="56"/>
                </a:cubicBezTo>
                <a:cubicBezTo>
                  <a:pt x="81" y="56"/>
                  <a:pt x="81" y="93"/>
                  <a:pt x="81" y="105"/>
                </a:cubicBezTo>
                <a:cubicBezTo>
                  <a:pt x="81" y="105"/>
                  <a:pt x="87" y="106"/>
                  <a:pt x="87" y="114"/>
                </a:cubicBezTo>
                <a:cubicBezTo>
                  <a:pt x="87" y="119"/>
                  <a:pt x="83" y="123"/>
                  <a:pt x="78" y="123"/>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107"/>
          <p:cNvSpPr>
            <a:spLocks noEditPoints="1"/>
          </p:cNvSpPr>
          <p:nvPr/>
        </p:nvSpPr>
        <p:spPr bwMode="auto">
          <a:xfrm>
            <a:off x="5911613" y="3376150"/>
            <a:ext cx="387939" cy="366856"/>
          </a:xfrm>
          <a:custGeom>
            <a:avLst/>
            <a:gdLst>
              <a:gd name="T0" fmla="*/ 94 w 197"/>
              <a:gd name="T1" fmla="*/ 124 h 186"/>
              <a:gd name="T2" fmla="*/ 94 w 197"/>
              <a:gd name="T3" fmla="*/ 108 h 186"/>
              <a:gd name="T4" fmla="*/ 109 w 197"/>
              <a:gd name="T5" fmla="*/ 93 h 186"/>
              <a:gd name="T6" fmla="*/ 22 w 197"/>
              <a:gd name="T7" fmla="*/ 93 h 186"/>
              <a:gd name="T8" fmla="*/ 164 w 197"/>
              <a:gd name="T9" fmla="*/ 32 h 186"/>
              <a:gd name="T10" fmla="*/ 94 w 197"/>
              <a:gd name="T11" fmla="*/ 186 h 186"/>
              <a:gd name="T12" fmla="*/ 93 w 197"/>
              <a:gd name="T13" fmla="*/ 164 h 186"/>
              <a:gd name="T14" fmla="*/ 165 w 197"/>
              <a:gd name="T15" fmla="*/ 93 h 186"/>
              <a:gd name="T16" fmla="*/ 197 w 197"/>
              <a:gd name="T17" fmla="*/ 93 h 186"/>
              <a:gd name="T18" fmla="*/ 59 w 197"/>
              <a:gd name="T19" fmla="*/ 140 h 186"/>
              <a:gd name="T20" fmla="*/ 57 w 197"/>
              <a:gd name="T21" fmla="*/ 146 h 186"/>
              <a:gd name="T22" fmla="*/ 49 w 197"/>
              <a:gd name="T23" fmla="*/ 123 h 186"/>
              <a:gd name="T24" fmla="*/ 59 w 197"/>
              <a:gd name="T25" fmla="*/ 108 h 186"/>
              <a:gd name="T26" fmla="*/ 58 w 197"/>
              <a:gd name="T27" fmla="*/ 113 h 186"/>
              <a:gd name="T28" fmla="*/ 91 w 197"/>
              <a:gd name="T29" fmla="*/ 147 h 186"/>
              <a:gd name="T30" fmla="*/ 86 w 197"/>
              <a:gd name="T31" fmla="*/ 149 h 186"/>
              <a:gd name="T32" fmla="*/ 78 w 197"/>
              <a:gd name="T33" fmla="*/ 134 h 186"/>
              <a:gd name="T34" fmla="*/ 97 w 197"/>
              <a:gd name="T35" fmla="*/ 153 h 186"/>
              <a:gd name="T36" fmla="*/ 102 w 197"/>
              <a:gd name="T37" fmla="*/ 151 h 186"/>
              <a:gd name="T38" fmla="*/ 109 w 197"/>
              <a:gd name="T39" fmla="*/ 131 h 186"/>
              <a:gd name="T40" fmla="*/ 110 w 197"/>
              <a:gd name="T41" fmla="*/ 126 h 186"/>
              <a:gd name="T42" fmla="*/ 121 w 197"/>
              <a:gd name="T43" fmla="*/ 51 h 186"/>
              <a:gd name="T44" fmla="*/ 130 w 197"/>
              <a:gd name="T45" fmla="*/ 138 h 186"/>
              <a:gd name="T46" fmla="*/ 125 w 197"/>
              <a:gd name="T47" fmla="*/ 136 h 186"/>
              <a:gd name="T48" fmla="*/ 141 w 197"/>
              <a:gd name="T49" fmla="*/ 132 h 186"/>
              <a:gd name="T50" fmla="*/ 142 w 197"/>
              <a:gd name="T51" fmla="*/ 126 h 186"/>
              <a:gd name="T52" fmla="*/ 124 w 197"/>
              <a:gd name="T53" fmla="*/ 69 h 186"/>
              <a:gd name="T54" fmla="*/ 155 w 197"/>
              <a:gd name="T55" fmla="*/ 71 h 186"/>
              <a:gd name="T56" fmla="*/ 151 w 197"/>
              <a:gd name="T57" fmla="*/ 75 h 186"/>
              <a:gd name="T58" fmla="*/ 147 w 197"/>
              <a:gd name="T59" fmla="*/ 83 h 186"/>
              <a:gd name="T60" fmla="*/ 151 w 197"/>
              <a:gd name="T61" fmla="*/ 87 h 186"/>
              <a:gd name="T62" fmla="*/ 120 w 197"/>
              <a:gd name="T63" fmla="*/ 37 h 186"/>
              <a:gd name="T64" fmla="*/ 138 w 197"/>
              <a:gd name="T65" fmla="*/ 99 h 186"/>
              <a:gd name="T66" fmla="*/ 134 w 197"/>
              <a:gd name="T67" fmla="*/ 102 h 186"/>
              <a:gd name="T68" fmla="*/ 46 w 197"/>
              <a:gd name="T69" fmla="*/ 64 h 186"/>
              <a:gd name="T70" fmla="*/ 46 w 197"/>
              <a:gd name="T71" fmla="*/ 58 h 186"/>
              <a:gd name="T72" fmla="*/ 31 w 197"/>
              <a:gd name="T73" fmla="*/ 111 h 186"/>
              <a:gd name="T74" fmla="*/ 38 w 197"/>
              <a:gd name="T75" fmla="*/ 67 h 186"/>
              <a:gd name="T76" fmla="*/ 38 w 197"/>
              <a:gd name="T77" fmla="*/ 72 h 186"/>
              <a:gd name="T78" fmla="*/ 53 w 197"/>
              <a:gd name="T79" fmla="*/ 89 h 186"/>
              <a:gd name="T80" fmla="*/ 51 w 197"/>
              <a:gd name="T81" fmla="*/ 84 h 186"/>
              <a:gd name="T82" fmla="*/ 41 w 197"/>
              <a:gd name="T83" fmla="*/ 89 h 186"/>
              <a:gd name="T84" fmla="*/ 66 w 197"/>
              <a:gd name="T85" fmla="*/ 41 h 186"/>
              <a:gd name="T86" fmla="*/ 62 w 197"/>
              <a:gd name="T87" fmla="*/ 37 h 186"/>
              <a:gd name="T88" fmla="*/ 94 w 197"/>
              <a:gd name="T89" fmla="*/ 49 h 186"/>
              <a:gd name="T90" fmla="*/ 98 w 197"/>
              <a:gd name="T91" fmla="*/ 53 h 186"/>
              <a:gd name="T92" fmla="*/ 69 w 197"/>
              <a:gd name="T93" fmla="*/ 58 h 186"/>
              <a:gd name="T94" fmla="*/ 86 w 197"/>
              <a:gd name="T95" fmla="*/ 41 h 186"/>
              <a:gd name="T96" fmla="*/ 82 w 197"/>
              <a:gd name="T97" fmla="*/ 45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 h="186">
                <a:moveTo>
                  <a:pt x="94" y="61"/>
                </a:moveTo>
                <a:cubicBezTo>
                  <a:pt x="76" y="61"/>
                  <a:pt x="62" y="75"/>
                  <a:pt x="62" y="93"/>
                </a:cubicBezTo>
                <a:cubicBezTo>
                  <a:pt x="62" y="110"/>
                  <a:pt x="76" y="124"/>
                  <a:pt x="94" y="124"/>
                </a:cubicBezTo>
                <a:cubicBezTo>
                  <a:pt x="111" y="124"/>
                  <a:pt x="125" y="110"/>
                  <a:pt x="125" y="93"/>
                </a:cubicBezTo>
                <a:cubicBezTo>
                  <a:pt x="125" y="75"/>
                  <a:pt x="111" y="61"/>
                  <a:pt x="94" y="61"/>
                </a:cubicBezTo>
                <a:close/>
                <a:moveTo>
                  <a:pt x="94" y="108"/>
                </a:moveTo>
                <a:cubicBezTo>
                  <a:pt x="85" y="108"/>
                  <a:pt x="78" y="101"/>
                  <a:pt x="78" y="93"/>
                </a:cubicBezTo>
                <a:cubicBezTo>
                  <a:pt x="78" y="84"/>
                  <a:pt x="85" y="77"/>
                  <a:pt x="94" y="77"/>
                </a:cubicBezTo>
                <a:cubicBezTo>
                  <a:pt x="102" y="77"/>
                  <a:pt x="109" y="84"/>
                  <a:pt x="109" y="93"/>
                </a:cubicBezTo>
                <a:cubicBezTo>
                  <a:pt x="109" y="101"/>
                  <a:pt x="102" y="108"/>
                  <a:pt x="94" y="108"/>
                </a:cubicBezTo>
                <a:close/>
                <a:moveTo>
                  <a:pt x="93" y="164"/>
                </a:moveTo>
                <a:cubicBezTo>
                  <a:pt x="53" y="164"/>
                  <a:pt x="22" y="132"/>
                  <a:pt x="22" y="93"/>
                </a:cubicBezTo>
                <a:cubicBezTo>
                  <a:pt x="22" y="53"/>
                  <a:pt x="53" y="22"/>
                  <a:pt x="93" y="22"/>
                </a:cubicBezTo>
                <a:cubicBezTo>
                  <a:pt x="115" y="22"/>
                  <a:pt x="135" y="32"/>
                  <a:pt x="148" y="48"/>
                </a:cubicBezTo>
                <a:cubicBezTo>
                  <a:pt x="164" y="32"/>
                  <a:pt x="164" y="32"/>
                  <a:pt x="164" y="32"/>
                </a:cubicBezTo>
                <a:cubicBezTo>
                  <a:pt x="147" y="12"/>
                  <a:pt x="122" y="0"/>
                  <a:pt x="94" y="0"/>
                </a:cubicBezTo>
                <a:cubicBezTo>
                  <a:pt x="42" y="0"/>
                  <a:pt x="0" y="41"/>
                  <a:pt x="0" y="93"/>
                </a:cubicBezTo>
                <a:cubicBezTo>
                  <a:pt x="0" y="144"/>
                  <a:pt x="42" y="186"/>
                  <a:pt x="94" y="186"/>
                </a:cubicBezTo>
                <a:cubicBezTo>
                  <a:pt x="122" y="186"/>
                  <a:pt x="147" y="173"/>
                  <a:pt x="164" y="154"/>
                </a:cubicBezTo>
                <a:cubicBezTo>
                  <a:pt x="146" y="140"/>
                  <a:pt x="146" y="140"/>
                  <a:pt x="146" y="140"/>
                </a:cubicBezTo>
                <a:cubicBezTo>
                  <a:pt x="133" y="155"/>
                  <a:pt x="114" y="164"/>
                  <a:pt x="93" y="164"/>
                </a:cubicBezTo>
                <a:close/>
                <a:moveTo>
                  <a:pt x="180" y="36"/>
                </a:moveTo>
                <a:cubicBezTo>
                  <a:pt x="157" y="61"/>
                  <a:pt x="157" y="61"/>
                  <a:pt x="157" y="61"/>
                </a:cubicBezTo>
                <a:cubicBezTo>
                  <a:pt x="162" y="71"/>
                  <a:pt x="165" y="81"/>
                  <a:pt x="165" y="93"/>
                </a:cubicBezTo>
                <a:cubicBezTo>
                  <a:pt x="165" y="105"/>
                  <a:pt x="161" y="116"/>
                  <a:pt x="156" y="126"/>
                </a:cubicBezTo>
                <a:cubicBezTo>
                  <a:pt x="180" y="150"/>
                  <a:pt x="180" y="150"/>
                  <a:pt x="180" y="150"/>
                </a:cubicBezTo>
                <a:cubicBezTo>
                  <a:pt x="191" y="134"/>
                  <a:pt x="197" y="114"/>
                  <a:pt x="197" y="93"/>
                </a:cubicBezTo>
                <a:cubicBezTo>
                  <a:pt x="197" y="72"/>
                  <a:pt x="191" y="52"/>
                  <a:pt x="180" y="36"/>
                </a:cubicBezTo>
                <a:close/>
                <a:moveTo>
                  <a:pt x="57" y="146"/>
                </a:moveTo>
                <a:cubicBezTo>
                  <a:pt x="59" y="145"/>
                  <a:pt x="60" y="142"/>
                  <a:pt x="59" y="140"/>
                </a:cubicBezTo>
                <a:cubicBezTo>
                  <a:pt x="58" y="138"/>
                  <a:pt x="55" y="138"/>
                  <a:pt x="53" y="139"/>
                </a:cubicBezTo>
                <a:cubicBezTo>
                  <a:pt x="51" y="140"/>
                  <a:pt x="51" y="142"/>
                  <a:pt x="52" y="144"/>
                </a:cubicBezTo>
                <a:cubicBezTo>
                  <a:pt x="53" y="146"/>
                  <a:pt x="55" y="147"/>
                  <a:pt x="57" y="146"/>
                </a:cubicBezTo>
                <a:close/>
                <a:moveTo>
                  <a:pt x="53" y="130"/>
                </a:moveTo>
                <a:cubicBezTo>
                  <a:pt x="55" y="129"/>
                  <a:pt x="56" y="126"/>
                  <a:pt x="55" y="124"/>
                </a:cubicBezTo>
                <a:cubicBezTo>
                  <a:pt x="54" y="122"/>
                  <a:pt x="51" y="122"/>
                  <a:pt x="49" y="123"/>
                </a:cubicBezTo>
                <a:cubicBezTo>
                  <a:pt x="47" y="124"/>
                  <a:pt x="47" y="126"/>
                  <a:pt x="48" y="128"/>
                </a:cubicBezTo>
                <a:cubicBezTo>
                  <a:pt x="49" y="130"/>
                  <a:pt x="51" y="131"/>
                  <a:pt x="53" y="130"/>
                </a:cubicBezTo>
                <a:close/>
                <a:moveTo>
                  <a:pt x="59" y="108"/>
                </a:moveTo>
                <a:cubicBezTo>
                  <a:pt x="58" y="106"/>
                  <a:pt x="56" y="105"/>
                  <a:pt x="54" y="106"/>
                </a:cubicBezTo>
                <a:cubicBezTo>
                  <a:pt x="52" y="107"/>
                  <a:pt x="51" y="110"/>
                  <a:pt x="52" y="112"/>
                </a:cubicBezTo>
                <a:cubicBezTo>
                  <a:pt x="53" y="114"/>
                  <a:pt x="56" y="114"/>
                  <a:pt x="58" y="113"/>
                </a:cubicBezTo>
                <a:cubicBezTo>
                  <a:pt x="60" y="112"/>
                  <a:pt x="60" y="110"/>
                  <a:pt x="59" y="108"/>
                </a:cubicBezTo>
                <a:close/>
                <a:moveTo>
                  <a:pt x="86" y="149"/>
                </a:moveTo>
                <a:cubicBezTo>
                  <a:pt x="88" y="150"/>
                  <a:pt x="90" y="149"/>
                  <a:pt x="91" y="147"/>
                </a:cubicBezTo>
                <a:cubicBezTo>
                  <a:pt x="91" y="145"/>
                  <a:pt x="90" y="142"/>
                  <a:pt x="88" y="141"/>
                </a:cubicBezTo>
                <a:cubicBezTo>
                  <a:pt x="86" y="141"/>
                  <a:pt x="84" y="142"/>
                  <a:pt x="83" y="144"/>
                </a:cubicBezTo>
                <a:cubicBezTo>
                  <a:pt x="82" y="146"/>
                  <a:pt x="83" y="148"/>
                  <a:pt x="86" y="149"/>
                </a:cubicBezTo>
                <a:close/>
                <a:moveTo>
                  <a:pt x="81" y="126"/>
                </a:moveTo>
                <a:cubicBezTo>
                  <a:pt x="79" y="125"/>
                  <a:pt x="77" y="126"/>
                  <a:pt x="76" y="128"/>
                </a:cubicBezTo>
                <a:cubicBezTo>
                  <a:pt x="75" y="130"/>
                  <a:pt x="76" y="133"/>
                  <a:pt x="78" y="134"/>
                </a:cubicBezTo>
                <a:cubicBezTo>
                  <a:pt x="81" y="134"/>
                  <a:pt x="83" y="133"/>
                  <a:pt x="84" y="131"/>
                </a:cubicBezTo>
                <a:cubicBezTo>
                  <a:pt x="84" y="129"/>
                  <a:pt x="83" y="127"/>
                  <a:pt x="81" y="126"/>
                </a:cubicBezTo>
                <a:close/>
                <a:moveTo>
                  <a:pt x="97" y="153"/>
                </a:moveTo>
                <a:cubicBezTo>
                  <a:pt x="96" y="155"/>
                  <a:pt x="97" y="157"/>
                  <a:pt x="99" y="158"/>
                </a:cubicBezTo>
                <a:cubicBezTo>
                  <a:pt x="101" y="159"/>
                  <a:pt x="104" y="158"/>
                  <a:pt x="104" y="156"/>
                </a:cubicBezTo>
                <a:cubicBezTo>
                  <a:pt x="105" y="154"/>
                  <a:pt x="104" y="152"/>
                  <a:pt x="102" y="151"/>
                </a:cubicBezTo>
                <a:cubicBezTo>
                  <a:pt x="100" y="150"/>
                  <a:pt x="98" y="151"/>
                  <a:pt x="97" y="153"/>
                </a:cubicBezTo>
                <a:close/>
                <a:moveTo>
                  <a:pt x="110" y="126"/>
                </a:moveTo>
                <a:cubicBezTo>
                  <a:pt x="108" y="127"/>
                  <a:pt x="108" y="129"/>
                  <a:pt x="109" y="131"/>
                </a:cubicBezTo>
                <a:cubicBezTo>
                  <a:pt x="110" y="133"/>
                  <a:pt x="112" y="134"/>
                  <a:pt x="114" y="133"/>
                </a:cubicBezTo>
                <a:cubicBezTo>
                  <a:pt x="116" y="132"/>
                  <a:pt x="117" y="129"/>
                  <a:pt x="116" y="127"/>
                </a:cubicBezTo>
                <a:cubicBezTo>
                  <a:pt x="115" y="126"/>
                  <a:pt x="112" y="125"/>
                  <a:pt x="110" y="126"/>
                </a:cubicBezTo>
                <a:close/>
                <a:moveTo>
                  <a:pt x="128" y="47"/>
                </a:moveTo>
                <a:cubicBezTo>
                  <a:pt x="126" y="45"/>
                  <a:pt x="124" y="44"/>
                  <a:pt x="122" y="46"/>
                </a:cubicBezTo>
                <a:cubicBezTo>
                  <a:pt x="120" y="47"/>
                  <a:pt x="120" y="50"/>
                  <a:pt x="121" y="51"/>
                </a:cubicBezTo>
                <a:cubicBezTo>
                  <a:pt x="123" y="53"/>
                  <a:pt x="125" y="53"/>
                  <a:pt x="127" y="52"/>
                </a:cubicBezTo>
                <a:cubicBezTo>
                  <a:pt x="129" y="51"/>
                  <a:pt x="129" y="48"/>
                  <a:pt x="128" y="47"/>
                </a:cubicBezTo>
                <a:close/>
                <a:moveTo>
                  <a:pt x="130" y="138"/>
                </a:moveTo>
                <a:cubicBezTo>
                  <a:pt x="132" y="137"/>
                  <a:pt x="133" y="134"/>
                  <a:pt x="132" y="132"/>
                </a:cubicBezTo>
                <a:cubicBezTo>
                  <a:pt x="131" y="130"/>
                  <a:pt x="128" y="130"/>
                  <a:pt x="127" y="131"/>
                </a:cubicBezTo>
                <a:cubicBezTo>
                  <a:pt x="125" y="132"/>
                  <a:pt x="124" y="134"/>
                  <a:pt x="125" y="136"/>
                </a:cubicBezTo>
                <a:cubicBezTo>
                  <a:pt x="126" y="138"/>
                  <a:pt x="128" y="139"/>
                  <a:pt x="130" y="138"/>
                </a:cubicBezTo>
                <a:close/>
                <a:moveTo>
                  <a:pt x="142" y="126"/>
                </a:moveTo>
                <a:cubicBezTo>
                  <a:pt x="141" y="127"/>
                  <a:pt x="140" y="130"/>
                  <a:pt x="141" y="132"/>
                </a:cubicBezTo>
                <a:cubicBezTo>
                  <a:pt x="142" y="134"/>
                  <a:pt x="144" y="134"/>
                  <a:pt x="146" y="133"/>
                </a:cubicBezTo>
                <a:cubicBezTo>
                  <a:pt x="148" y="132"/>
                  <a:pt x="149" y="130"/>
                  <a:pt x="148" y="128"/>
                </a:cubicBezTo>
                <a:cubicBezTo>
                  <a:pt x="147" y="126"/>
                  <a:pt x="144" y="125"/>
                  <a:pt x="142" y="126"/>
                </a:cubicBezTo>
                <a:close/>
                <a:moveTo>
                  <a:pt x="120" y="63"/>
                </a:moveTo>
                <a:cubicBezTo>
                  <a:pt x="118" y="64"/>
                  <a:pt x="117" y="66"/>
                  <a:pt x="119" y="68"/>
                </a:cubicBezTo>
                <a:cubicBezTo>
                  <a:pt x="120" y="70"/>
                  <a:pt x="123" y="70"/>
                  <a:pt x="124" y="69"/>
                </a:cubicBezTo>
                <a:cubicBezTo>
                  <a:pt x="126" y="68"/>
                  <a:pt x="127" y="65"/>
                  <a:pt x="125" y="63"/>
                </a:cubicBezTo>
                <a:cubicBezTo>
                  <a:pt x="124" y="62"/>
                  <a:pt x="121" y="61"/>
                  <a:pt x="120" y="63"/>
                </a:cubicBezTo>
                <a:close/>
                <a:moveTo>
                  <a:pt x="155" y="71"/>
                </a:moveTo>
                <a:cubicBezTo>
                  <a:pt x="155" y="69"/>
                  <a:pt x="153" y="67"/>
                  <a:pt x="151" y="67"/>
                </a:cubicBezTo>
                <a:cubicBezTo>
                  <a:pt x="149" y="67"/>
                  <a:pt x="147" y="69"/>
                  <a:pt x="147" y="71"/>
                </a:cubicBezTo>
                <a:cubicBezTo>
                  <a:pt x="147" y="73"/>
                  <a:pt x="149" y="75"/>
                  <a:pt x="151" y="75"/>
                </a:cubicBezTo>
                <a:cubicBezTo>
                  <a:pt x="153" y="75"/>
                  <a:pt x="155" y="73"/>
                  <a:pt x="155" y="71"/>
                </a:cubicBezTo>
                <a:close/>
                <a:moveTo>
                  <a:pt x="151" y="87"/>
                </a:moveTo>
                <a:cubicBezTo>
                  <a:pt x="151" y="85"/>
                  <a:pt x="149" y="83"/>
                  <a:pt x="147" y="83"/>
                </a:cubicBezTo>
                <a:cubicBezTo>
                  <a:pt x="145" y="83"/>
                  <a:pt x="143" y="84"/>
                  <a:pt x="143" y="87"/>
                </a:cubicBezTo>
                <a:cubicBezTo>
                  <a:pt x="143" y="89"/>
                  <a:pt x="144" y="91"/>
                  <a:pt x="147" y="91"/>
                </a:cubicBezTo>
                <a:cubicBezTo>
                  <a:pt x="149" y="91"/>
                  <a:pt x="151" y="89"/>
                  <a:pt x="151" y="87"/>
                </a:cubicBezTo>
                <a:close/>
                <a:moveTo>
                  <a:pt x="116" y="30"/>
                </a:moveTo>
                <a:cubicBezTo>
                  <a:pt x="114" y="32"/>
                  <a:pt x="114" y="34"/>
                  <a:pt x="115" y="36"/>
                </a:cubicBezTo>
                <a:cubicBezTo>
                  <a:pt x="116" y="38"/>
                  <a:pt x="119" y="38"/>
                  <a:pt x="120" y="37"/>
                </a:cubicBezTo>
                <a:cubicBezTo>
                  <a:pt x="122" y="36"/>
                  <a:pt x="123" y="33"/>
                  <a:pt x="121" y="31"/>
                </a:cubicBezTo>
                <a:cubicBezTo>
                  <a:pt x="120" y="30"/>
                  <a:pt x="117" y="29"/>
                  <a:pt x="116" y="30"/>
                </a:cubicBezTo>
                <a:close/>
                <a:moveTo>
                  <a:pt x="138" y="99"/>
                </a:moveTo>
                <a:cubicBezTo>
                  <a:pt x="138" y="96"/>
                  <a:pt x="137" y="95"/>
                  <a:pt x="134" y="94"/>
                </a:cubicBezTo>
                <a:cubicBezTo>
                  <a:pt x="132" y="94"/>
                  <a:pt x="130" y="96"/>
                  <a:pt x="130" y="98"/>
                </a:cubicBezTo>
                <a:cubicBezTo>
                  <a:pt x="130" y="101"/>
                  <a:pt x="132" y="102"/>
                  <a:pt x="134" y="102"/>
                </a:cubicBezTo>
                <a:cubicBezTo>
                  <a:pt x="137" y="103"/>
                  <a:pt x="138" y="101"/>
                  <a:pt x="138" y="99"/>
                </a:cubicBezTo>
                <a:close/>
                <a:moveTo>
                  <a:pt x="46" y="58"/>
                </a:moveTo>
                <a:cubicBezTo>
                  <a:pt x="44" y="60"/>
                  <a:pt x="44" y="62"/>
                  <a:pt x="46" y="64"/>
                </a:cubicBezTo>
                <a:cubicBezTo>
                  <a:pt x="48" y="66"/>
                  <a:pt x="50" y="66"/>
                  <a:pt x="52" y="64"/>
                </a:cubicBezTo>
                <a:cubicBezTo>
                  <a:pt x="53" y="62"/>
                  <a:pt x="53" y="60"/>
                  <a:pt x="52" y="58"/>
                </a:cubicBezTo>
                <a:cubicBezTo>
                  <a:pt x="50" y="57"/>
                  <a:pt x="48" y="57"/>
                  <a:pt x="46" y="58"/>
                </a:cubicBezTo>
                <a:close/>
                <a:moveTo>
                  <a:pt x="33" y="104"/>
                </a:moveTo>
                <a:cubicBezTo>
                  <a:pt x="31" y="103"/>
                  <a:pt x="28" y="104"/>
                  <a:pt x="28" y="106"/>
                </a:cubicBezTo>
                <a:cubicBezTo>
                  <a:pt x="27" y="109"/>
                  <a:pt x="28" y="111"/>
                  <a:pt x="31" y="111"/>
                </a:cubicBezTo>
                <a:cubicBezTo>
                  <a:pt x="33" y="112"/>
                  <a:pt x="35" y="111"/>
                  <a:pt x="35" y="109"/>
                </a:cubicBezTo>
                <a:cubicBezTo>
                  <a:pt x="36" y="106"/>
                  <a:pt x="35" y="104"/>
                  <a:pt x="33" y="104"/>
                </a:cubicBezTo>
                <a:close/>
                <a:moveTo>
                  <a:pt x="38" y="67"/>
                </a:moveTo>
                <a:cubicBezTo>
                  <a:pt x="36" y="65"/>
                  <a:pt x="33" y="65"/>
                  <a:pt x="32" y="67"/>
                </a:cubicBezTo>
                <a:cubicBezTo>
                  <a:pt x="30" y="68"/>
                  <a:pt x="30" y="71"/>
                  <a:pt x="32" y="72"/>
                </a:cubicBezTo>
                <a:cubicBezTo>
                  <a:pt x="33" y="74"/>
                  <a:pt x="36" y="74"/>
                  <a:pt x="38" y="72"/>
                </a:cubicBezTo>
                <a:cubicBezTo>
                  <a:pt x="39" y="71"/>
                  <a:pt x="39" y="68"/>
                  <a:pt x="38" y="67"/>
                </a:cubicBezTo>
                <a:close/>
                <a:moveTo>
                  <a:pt x="51" y="84"/>
                </a:moveTo>
                <a:cubicBezTo>
                  <a:pt x="50" y="86"/>
                  <a:pt x="51" y="88"/>
                  <a:pt x="53" y="89"/>
                </a:cubicBezTo>
                <a:cubicBezTo>
                  <a:pt x="56" y="89"/>
                  <a:pt x="58" y="88"/>
                  <a:pt x="58" y="86"/>
                </a:cubicBezTo>
                <a:cubicBezTo>
                  <a:pt x="59" y="84"/>
                  <a:pt x="58" y="81"/>
                  <a:pt x="55" y="81"/>
                </a:cubicBezTo>
                <a:cubicBezTo>
                  <a:pt x="53" y="80"/>
                  <a:pt x="51" y="81"/>
                  <a:pt x="51" y="84"/>
                </a:cubicBezTo>
                <a:close/>
                <a:moveTo>
                  <a:pt x="39" y="97"/>
                </a:moveTo>
                <a:cubicBezTo>
                  <a:pt x="41" y="98"/>
                  <a:pt x="43" y="96"/>
                  <a:pt x="44" y="94"/>
                </a:cubicBezTo>
                <a:cubicBezTo>
                  <a:pt x="44" y="92"/>
                  <a:pt x="43" y="90"/>
                  <a:pt x="41" y="89"/>
                </a:cubicBezTo>
                <a:cubicBezTo>
                  <a:pt x="39" y="89"/>
                  <a:pt x="36" y="90"/>
                  <a:pt x="36" y="92"/>
                </a:cubicBezTo>
                <a:cubicBezTo>
                  <a:pt x="35" y="94"/>
                  <a:pt x="37" y="96"/>
                  <a:pt x="39" y="97"/>
                </a:cubicBezTo>
                <a:close/>
                <a:moveTo>
                  <a:pt x="66" y="41"/>
                </a:moveTo>
                <a:cubicBezTo>
                  <a:pt x="68" y="41"/>
                  <a:pt x="70" y="39"/>
                  <a:pt x="70" y="37"/>
                </a:cubicBezTo>
                <a:cubicBezTo>
                  <a:pt x="70" y="35"/>
                  <a:pt x="68" y="33"/>
                  <a:pt x="66" y="33"/>
                </a:cubicBezTo>
                <a:cubicBezTo>
                  <a:pt x="64" y="33"/>
                  <a:pt x="62" y="35"/>
                  <a:pt x="62" y="37"/>
                </a:cubicBezTo>
                <a:cubicBezTo>
                  <a:pt x="62" y="39"/>
                  <a:pt x="64" y="41"/>
                  <a:pt x="66" y="41"/>
                </a:cubicBezTo>
                <a:close/>
                <a:moveTo>
                  <a:pt x="98" y="53"/>
                </a:moveTo>
                <a:cubicBezTo>
                  <a:pt x="98" y="51"/>
                  <a:pt x="96" y="49"/>
                  <a:pt x="94" y="49"/>
                </a:cubicBezTo>
                <a:cubicBezTo>
                  <a:pt x="92" y="49"/>
                  <a:pt x="90" y="51"/>
                  <a:pt x="90" y="53"/>
                </a:cubicBezTo>
                <a:cubicBezTo>
                  <a:pt x="90" y="55"/>
                  <a:pt x="92" y="57"/>
                  <a:pt x="94" y="57"/>
                </a:cubicBezTo>
                <a:cubicBezTo>
                  <a:pt x="96" y="57"/>
                  <a:pt x="98" y="55"/>
                  <a:pt x="98" y="53"/>
                </a:cubicBezTo>
                <a:close/>
                <a:moveTo>
                  <a:pt x="63" y="64"/>
                </a:moveTo>
                <a:cubicBezTo>
                  <a:pt x="65" y="66"/>
                  <a:pt x="67" y="66"/>
                  <a:pt x="69" y="64"/>
                </a:cubicBezTo>
                <a:cubicBezTo>
                  <a:pt x="70" y="62"/>
                  <a:pt x="70" y="60"/>
                  <a:pt x="69" y="58"/>
                </a:cubicBezTo>
                <a:cubicBezTo>
                  <a:pt x="67" y="57"/>
                  <a:pt x="65" y="57"/>
                  <a:pt x="63" y="58"/>
                </a:cubicBezTo>
                <a:cubicBezTo>
                  <a:pt x="61" y="60"/>
                  <a:pt x="61" y="62"/>
                  <a:pt x="63" y="64"/>
                </a:cubicBezTo>
                <a:close/>
                <a:moveTo>
                  <a:pt x="86" y="41"/>
                </a:moveTo>
                <a:cubicBezTo>
                  <a:pt x="86" y="39"/>
                  <a:pt x="84" y="37"/>
                  <a:pt x="82" y="37"/>
                </a:cubicBezTo>
                <a:cubicBezTo>
                  <a:pt x="80" y="37"/>
                  <a:pt x="78" y="39"/>
                  <a:pt x="78" y="41"/>
                </a:cubicBezTo>
                <a:cubicBezTo>
                  <a:pt x="78" y="43"/>
                  <a:pt x="80" y="45"/>
                  <a:pt x="82" y="45"/>
                </a:cubicBezTo>
                <a:cubicBezTo>
                  <a:pt x="84" y="45"/>
                  <a:pt x="86" y="43"/>
                  <a:pt x="86" y="41"/>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108"/>
          <p:cNvSpPr>
            <a:spLocks noEditPoints="1"/>
          </p:cNvSpPr>
          <p:nvPr/>
        </p:nvSpPr>
        <p:spPr bwMode="auto">
          <a:xfrm>
            <a:off x="6441516" y="3362095"/>
            <a:ext cx="268466" cy="394968"/>
          </a:xfrm>
          <a:custGeom>
            <a:avLst/>
            <a:gdLst>
              <a:gd name="T0" fmla="*/ 80 w 136"/>
              <a:gd name="T1" fmla="*/ 24 h 200"/>
              <a:gd name="T2" fmla="*/ 80 w 136"/>
              <a:gd name="T3" fmla="*/ 0 h 200"/>
              <a:gd name="T4" fmla="*/ 136 w 136"/>
              <a:gd name="T5" fmla="*/ 0 h 200"/>
              <a:gd name="T6" fmla="*/ 136 w 136"/>
              <a:gd name="T7" fmla="*/ 24 h 200"/>
              <a:gd name="T8" fmla="*/ 80 w 136"/>
              <a:gd name="T9" fmla="*/ 24 h 200"/>
              <a:gd name="T10" fmla="*/ 88 w 136"/>
              <a:gd name="T11" fmla="*/ 43 h 200"/>
              <a:gd name="T12" fmla="*/ 88 w 136"/>
              <a:gd name="T13" fmla="*/ 28 h 200"/>
              <a:gd name="T14" fmla="*/ 128 w 136"/>
              <a:gd name="T15" fmla="*/ 28 h 200"/>
              <a:gd name="T16" fmla="*/ 128 w 136"/>
              <a:gd name="T17" fmla="*/ 94 h 200"/>
              <a:gd name="T18" fmla="*/ 128 w 136"/>
              <a:gd name="T19" fmla="*/ 164 h 200"/>
              <a:gd name="T20" fmla="*/ 128 w 136"/>
              <a:gd name="T21" fmla="*/ 180 h 200"/>
              <a:gd name="T22" fmla="*/ 108 w 136"/>
              <a:gd name="T23" fmla="*/ 200 h 200"/>
              <a:gd name="T24" fmla="*/ 20 w 136"/>
              <a:gd name="T25" fmla="*/ 200 h 200"/>
              <a:gd name="T26" fmla="*/ 0 w 136"/>
              <a:gd name="T27" fmla="*/ 180 h 200"/>
              <a:gd name="T28" fmla="*/ 0 w 136"/>
              <a:gd name="T29" fmla="*/ 99 h 200"/>
              <a:gd name="T30" fmla="*/ 20 w 136"/>
              <a:gd name="T31" fmla="*/ 74 h 200"/>
              <a:gd name="T32" fmla="*/ 88 w 136"/>
              <a:gd name="T33" fmla="*/ 44 h 200"/>
              <a:gd name="T34" fmla="*/ 88 w 136"/>
              <a:gd name="T35" fmla="*/ 43 h 200"/>
              <a:gd name="T36" fmla="*/ 46 w 136"/>
              <a:gd name="T37" fmla="*/ 143 h 200"/>
              <a:gd name="T38" fmla="*/ 70 w 136"/>
              <a:gd name="T39" fmla="*/ 166 h 200"/>
              <a:gd name="T40" fmla="*/ 93 w 136"/>
              <a:gd name="T41" fmla="*/ 143 h 200"/>
              <a:gd name="T42" fmla="*/ 70 w 136"/>
              <a:gd name="T43" fmla="*/ 91 h 200"/>
              <a:gd name="T44" fmla="*/ 46 w 136"/>
              <a:gd name="T45" fmla="*/ 143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6" h="200">
                <a:moveTo>
                  <a:pt x="80" y="24"/>
                </a:moveTo>
                <a:cubicBezTo>
                  <a:pt x="80" y="0"/>
                  <a:pt x="80" y="0"/>
                  <a:pt x="80" y="0"/>
                </a:cubicBezTo>
                <a:cubicBezTo>
                  <a:pt x="136" y="0"/>
                  <a:pt x="136" y="0"/>
                  <a:pt x="136" y="0"/>
                </a:cubicBezTo>
                <a:cubicBezTo>
                  <a:pt x="136" y="24"/>
                  <a:pt x="136" y="24"/>
                  <a:pt x="136" y="24"/>
                </a:cubicBezTo>
                <a:lnTo>
                  <a:pt x="80" y="24"/>
                </a:lnTo>
                <a:close/>
                <a:moveTo>
                  <a:pt x="88" y="43"/>
                </a:moveTo>
                <a:cubicBezTo>
                  <a:pt x="88" y="28"/>
                  <a:pt x="88" y="28"/>
                  <a:pt x="88" y="28"/>
                </a:cubicBezTo>
                <a:cubicBezTo>
                  <a:pt x="128" y="28"/>
                  <a:pt x="128" y="28"/>
                  <a:pt x="128" y="28"/>
                </a:cubicBezTo>
                <a:cubicBezTo>
                  <a:pt x="128" y="94"/>
                  <a:pt x="128" y="94"/>
                  <a:pt x="128" y="94"/>
                </a:cubicBezTo>
                <a:cubicBezTo>
                  <a:pt x="128" y="164"/>
                  <a:pt x="128" y="164"/>
                  <a:pt x="128" y="164"/>
                </a:cubicBezTo>
                <a:cubicBezTo>
                  <a:pt x="128" y="180"/>
                  <a:pt x="128" y="180"/>
                  <a:pt x="128" y="180"/>
                </a:cubicBezTo>
                <a:cubicBezTo>
                  <a:pt x="128" y="191"/>
                  <a:pt x="119" y="200"/>
                  <a:pt x="108" y="200"/>
                </a:cubicBezTo>
                <a:cubicBezTo>
                  <a:pt x="20" y="200"/>
                  <a:pt x="20" y="200"/>
                  <a:pt x="20" y="200"/>
                </a:cubicBezTo>
                <a:cubicBezTo>
                  <a:pt x="9" y="200"/>
                  <a:pt x="0" y="191"/>
                  <a:pt x="0" y="180"/>
                </a:cubicBezTo>
                <a:cubicBezTo>
                  <a:pt x="0" y="99"/>
                  <a:pt x="0" y="99"/>
                  <a:pt x="0" y="99"/>
                </a:cubicBezTo>
                <a:cubicBezTo>
                  <a:pt x="0" y="84"/>
                  <a:pt x="8" y="80"/>
                  <a:pt x="20" y="74"/>
                </a:cubicBezTo>
                <a:cubicBezTo>
                  <a:pt x="20" y="74"/>
                  <a:pt x="54" y="59"/>
                  <a:pt x="88" y="44"/>
                </a:cubicBezTo>
                <a:cubicBezTo>
                  <a:pt x="88" y="43"/>
                  <a:pt x="88" y="43"/>
                  <a:pt x="88" y="43"/>
                </a:cubicBezTo>
                <a:close/>
                <a:moveTo>
                  <a:pt x="46" y="143"/>
                </a:moveTo>
                <a:cubicBezTo>
                  <a:pt x="46" y="156"/>
                  <a:pt x="57" y="166"/>
                  <a:pt x="70" y="166"/>
                </a:cubicBezTo>
                <a:cubicBezTo>
                  <a:pt x="83" y="166"/>
                  <a:pt x="93" y="156"/>
                  <a:pt x="93" y="143"/>
                </a:cubicBezTo>
                <a:cubicBezTo>
                  <a:pt x="93" y="130"/>
                  <a:pt x="70" y="91"/>
                  <a:pt x="70" y="91"/>
                </a:cubicBezTo>
                <a:cubicBezTo>
                  <a:pt x="70" y="91"/>
                  <a:pt x="46" y="130"/>
                  <a:pt x="46" y="143"/>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109"/>
          <p:cNvSpPr>
            <a:spLocks noEditPoints="1"/>
          </p:cNvSpPr>
          <p:nvPr/>
        </p:nvSpPr>
        <p:spPr bwMode="auto">
          <a:xfrm>
            <a:off x="6874434" y="3367717"/>
            <a:ext cx="394968" cy="372478"/>
          </a:xfrm>
          <a:custGeom>
            <a:avLst/>
            <a:gdLst>
              <a:gd name="T0" fmla="*/ 0 w 200"/>
              <a:gd name="T1" fmla="*/ 173 h 189"/>
              <a:gd name="T2" fmla="*/ 200 w 200"/>
              <a:gd name="T3" fmla="*/ 189 h 189"/>
              <a:gd name="T4" fmla="*/ 48 w 200"/>
              <a:gd name="T5" fmla="*/ 113 h 189"/>
              <a:gd name="T6" fmla="*/ 59 w 200"/>
              <a:gd name="T7" fmla="*/ 109 h 189"/>
              <a:gd name="T8" fmla="*/ 71 w 200"/>
              <a:gd name="T9" fmla="*/ 92 h 189"/>
              <a:gd name="T10" fmla="*/ 138 w 200"/>
              <a:gd name="T11" fmla="*/ 109 h 189"/>
              <a:gd name="T12" fmla="*/ 148 w 200"/>
              <a:gd name="T13" fmla="*/ 109 h 189"/>
              <a:gd name="T14" fmla="*/ 148 w 200"/>
              <a:gd name="T15" fmla="*/ 117 h 189"/>
              <a:gd name="T16" fmla="*/ 152 w 200"/>
              <a:gd name="T17" fmla="*/ 127 h 189"/>
              <a:gd name="T18" fmla="*/ 152 w 200"/>
              <a:gd name="T19" fmla="*/ 153 h 189"/>
              <a:gd name="T20" fmla="*/ 128 w 200"/>
              <a:gd name="T21" fmla="*/ 169 h 189"/>
              <a:gd name="T22" fmla="*/ 72 w 200"/>
              <a:gd name="T23" fmla="*/ 152 h 189"/>
              <a:gd name="T24" fmla="*/ 48 w 200"/>
              <a:gd name="T25" fmla="*/ 169 h 189"/>
              <a:gd name="T26" fmla="*/ 48 w 200"/>
              <a:gd name="T27" fmla="*/ 140 h 189"/>
              <a:gd name="T28" fmla="*/ 55 w 200"/>
              <a:gd name="T29" fmla="*/ 117 h 189"/>
              <a:gd name="T30" fmla="*/ 48 w 200"/>
              <a:gd name="T31" fmla="*/ 113 h 189"/>
              <a:gd name="T32" fmla="*/ 74 w 200"/>
              <a:gd name="T33" fmla="*/ 101 h 189"/>
              <a:gd name="T34" fmla="*/ 136 w 200"/>
              <a:gd name="T35" fmla="*/ 117 h 189"/>
              <a:gd name="T36" fmla="*/ 128 w 200"/>
              <a:gd name="T37" fmla="*/ 132 h 189"/>
              <a:gd name="T38" fmla="*/ 141 w 200"/>
              <a:gd name="T39" fmla="*/ 127 h 189"/>
              <a:gd name="T40" fmla="*/ 128 w 200"/>
              <a:gd name="T41" fmla="*/ 122 h 189"/>
              <a:gd name="T42" fmla="*/ 128 w 200"/>
              <a:gd name="T43" fmla="*/ 132 h 189"/>
              <a:gd name="T44" fmla="*/ 71 w 200"/>
              <a:gd name="T45" fmla="*/ 132 h 189"/>
              <a:gd name="T46" fmla="*/ 71 w 200"/>
              <a:gd name="T47" fmla="*/ 122 h 189"/>
              <a:gd name="T48" fmla="*/ 58 w 200"/>
              <a:gd name="T49" fmla="*/ 127 h 189"/>
              <a:gd name="T50" fmla="*/ 184 w 200"/>
              <a:gd name="T51" fmla="*/ 169 h 189"/>
              <a:gd name="T52" fmla="*/ 164 w 200"/>
              <a:gd name="T53" fmla="*/ 69 h 189"/>
              <a:gd name="T54" fmla="*/ 36 w 200"/>
              <a:gd name="T55" fmla="*/ 169 h 189"/>
              <a:gd name="T56" fmla="*/ 16 w 200"/>
              <a:gd name="T57" fmla="*/ 69 h 189"/>
              <a:gd name="T58" fmla="*/ 16 w 200"/>
              <a:gd name="T59" fmla="*/ 21 h 189"/>
              <a:gd name="T60" fmla="*/ 155 w 200"/>
              <a:gd name="T61" fmla="*/ 21 h 189"/>
              <a:gd name="T62" fmla="*/ 199 w 200"/>
              <a:gd name="T63" fmla="*/ 69 h 189"/>
              <a:gd name="T64" fmla="*/ 184 w 200"/>
              <a:gd name="T65" fmla="*/ 169 h 189"/>
              <a:gd name="T66" fmla="*/ 51 w 200"/>
              <a:gd name="T67" fmla="*/ 0 h 189"/>
              <a:gd name="T68" fmla="*/ 154 w 200"/>
              <a:gd name="T69" fmla="*/ 17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00" h="189">
                <a:moveTo>
                  <a:pt x="0" y="189"/>
                </a:moveTo>
                <a:cubicBezTo>
                  <a:pt x="0" y="173"/>
                  <a:pt x="0" y="173"/>
                  <a:pt x="0" y="173"/>
                </a:cubicBezTo>
                <a:cubicBezTo>
                  <a:pt x="200" y="173"/>
                  <a:pt x="200" y="173"/>
                  <a:pt x="200" y="173"/>
                </a:cubicBezTo>
                <a:cubicBezTo>
                  <a:pt x="200" y="189"/>
                  <a:pt x="200" y="189"/>
                  <a:pt x="200" y="189"/>
                </a:cubicBezTo>
                <a:lnTo>
                  <a:pt x="0" y="189"/>
                </a:lnTo>
                <a:close/>
                <a:moveTo>
                  <a:pt x="48" y="113"/>
                </a:moveTo>
                <a:cubicBezTo>
                  <a:pt x="48" y="111"/>
                  <a:pt x="49" y="109"/>
                  <a:pt x="51" y="109"/>
                </a:cubicBezTo>
                <a:cubicBezTo>
                  <a:pt x="59" y="109"/>
                  <a:pt x="59" y="109"/>
                  <a:pt x="59" y="109"/>
                </a:cubicBezTo>
                <a:cubicBezTo>
                  <a:pt x="60" y="109"/>
                  <a:pt x="60" y="109"/>
                  <a:pt x="61" y="109"/>
                </a:cubicBezTo>
                <a:cubicBezTo>
                  <a:pt x="71" y="92"/>
                  <a:pt x="71" y="92"/>
                  <a:pt x="71" y="92"/>
                </a:cubicBezTo>
                <a:cubicBezTo>
                  <a:pt x="128" y="92"/>
                  <a:pt x="128" y="92"/>
                  <a:pt x="128" y="92"/>
                </a:cubicBezTo>
                <a:cubicBezTo>
                  <a:pt x="138" y="109"/>
                  <a:pt x="138" y="109"/>
                  <a:pt x="138" y="109"/>
                </a:cubicBezTo>
                <a:cubicBezTo>
                  <a:pt x="139" y="109"/>
                  <a:pt x="139" y="109"/>
                  <a:pt x="140" y="109"/>
                </a:cubicBezTo>
                <a:cubicBezTo>
                  <a:pt x="148" y="109"/>
                  <a:pt x="148" y="109"/>
                  <a:pt x="148" y="109"/>
                </a:cubicBezTo>
                <a:cubicBezTo>
                  <a:pt x="150" y="109"/>
                  <a:pt x="152" y="111"/>
                  <a:pt x="152" y="113"/>
                </a:cubicBezTo>
                <a:cubicBezTo>
                  <a:pt x="152" y="115"/>
                  <a:pt x="150" y="117"/>
                  <a:pt x="148" y="117"/>
                </a:cubicBezTo>
                <a:cubicBezTo>
                  <a:pt x="144" y="117"/>
                  <a:pt x="144" y="117"/>
                  <a:pt x="144" y="117"/>
                </a:cubicBezTo>
                <a:cubicBezTo>
                  <a:pt x="152" y="127"/>
                  <a:pt x="152" y="127"/>
                  <a:pt x="152" y="127"/>
                </a:cubicBezTo>
                <a:cubicBezTo>
                  <a:pt x="152" y="140"/>
                  <a:pt x="152" y="140"/>
                  <a:pt x="152" y="140"/>
                </a:cubicBezTo>
                <a:cubicBezTo>
                  <a:pt x="152" y="153"/>
                  <a:pt x="152" y="153"/>
                  <a:pt x="152" y="153"/>
                </a:cubicBezTo>
                <a:cubicBezTo>
                  <a:pt x="152" y="169"/>
                  <a:pt x="152" y="169"/>
                  <a:pt x="152" y="169"/>
                </a:cubicBezTo>
                <a:cubicBezTo>
                  <a:pt x="128" y="169"/>
                  <a:pt x="128" y="169"/>
                  <a:pt x="128" y="169"/>
                </a:cubicBezTo>
                <a:cubicBezTo>
                  <a:pt x="128" y="152"/>
                  <a:pt x="128" y="152"/>
                  <a:pt x="128" y="152"/>
                </a:cubicBezTo>
                <a:cubicBezTo>
                  <a:pt x="72" y="152"/>
                  <a:pt x="72" y="152"/>
                  <a:pt x="72" y="152"/>
                </a:cubicBezTo>
                <a:cubicBezTo>
                  <a:pt x="72" y="169"/>
                  <a:pt x="72" y="169"/>
                  <a:pt x="72" y="169"/>
                </a:cubicBezTo>
                <a:cubicBezTo>
                  <a:pt x="48" y="169"/>
                  <a:pt x="48" y="169"/>
                  <a:pt x="48" y="169"/>
                </a:cubicBezTo>
                <a:cubicBezTo>
                  <a:pt x="48" y="153"/>
                  <a:pt x="48" y="153"/>
                  <a:pt x="48" y="153"/>
                </a:cubicBezTo>
                <a:cubicBezTo>
                  <a:pt x="48" y="140"/>
                  <a:pt x="48" y="140"/>
                  <a:pt x="48" y="140"/>
                </a:cubicBezTo>
                <a:cubicBezTo>
                  <a:pt x="48" y="127"/>
                  <a:pt x="48" y="127"/>
                  <a:pt x="48" y="127"/>
                </a:cubicBezTo>
                <a:cubicBezTo>
                  <a:pt x="55" y="117"/>
                  <a:pt x="55" y="117"/>
                  <a:pt x="55" y="117"/>
                </a:cubicBezTo>
                <a:cubicBezTo>
                  <a:pt x="51" y="117"/>
                  <a:pt x="51" y="117"/>
                  <a:pt x="51" y="117"/>
                </a:cubicBezTo>
                <a:cubicBezTo>
                  <a:pt x="49" y="117"/>
                  <a:pt x="48" y="115"/>
                  <a:pt x="48" y="113"/>
                </a:cubicBezTo>
                <a:close/>
                <a:moveTo>
                  <a:pt x="125" y="101"/>
                </a:moveTo>
                <a:cubicBezTo>
                  <a:pt x="74" y="101"/>
                  <a:pt x="74" y="101"/>
                  <a:pt x="74" y="101"/>
                </a:cubicBezTo>
                <a:cubicBezTo>
                  <a:pt x="63" y="117"/>
                  <a:pt x="63" y="117"/>
                  <a:pt x="63" y="117"/>
                </a:cubicBezTo>
                <a:cubicBezTo>
                  <a:pt x="136" y="117"/>
                  <a:pt x="136" y="117"/>
                  <a:pt x="136" y="117"/>
                </a:cubicBezTo>
                <a:lnTo>
                  <a:pt x="125" y="101"/>
                </a:lnTo>
                <a:close/>
                <a:moveTo>
                  <a:pt x="128" y="132"/>
                </a:moveTo>
                <a:cubicBezTo>
                  <a:pt x="136" y="132"/>
                  <a:pt x="136" y="132"/>
                  <a:pt x="136" y="132"/>
                </a:cubicBezTo>
                <a:cubicBezTo>
                  <a:pt x="139" y="132"/>
                  <a:pt x="141" y="130"/>
                  <a:pt x="141" y="127"/>
                </a:cubicBezTo>
                <a:cubicBezTo>
                  <a:pt x="141" y="124"/>
                  <a:pt x="139" y="122"/>
                  <a:pt x="136" y="122"/>
                </a:cubicBezTo>
                <a:cubicBezTo>
                  <a:pt x="128" y="122"/>
                  <a:pt x="128" y="122"/>
                  <a:pt x="128" y="122"/>
                </a:cubicBezTo>
                <a:cubicBezTo>
                  <a:pt x="125" y="122"/>
                  <a:pt x="123" y="124"/>
                  <a:pt x="123" y="127"/>
                </a:cubicBezTo>
                <a:cubicBezTo>
                  <a:pt x="123" y="130"/>
                  <a:pt x="125" y="132"/>
                  <a:pt x="128" y="132"/>
                </a:cubicBezTo>
                <a:close/>
                <a:moveTo>
                  <a:pt x="63" y="132"/>
                </a:moveTo>
                <a:cubicBezTo>
                  <a:pt x="71" y="132"/>
                  <a:pt x="71" y="132"/>
                  <a:pt x="71" y="132"/>
                </a:cubicBezTo>
                <a:cubicBezTo>
                  <a:pt x="74" y="132"/>
                  <a:pt x="76" y="130"/>
                  <a:pt x="76" y="127"/>
                </a:cubicBezTo>
                <a:cubicBezTo>
                  <a:pt x="76" y="124"/>
                  <a:pt x="74" y="122"/>
                  <a:pt x="71" y="122"/>
                </a:cubicBezTo>
                <a:cubicBezTo>
                  <a:pt x="63" y="122"/>
                  <a:pt x="63" y="122"/>
                  <a:pt x="63" y="122"/>
                </a:cubicBezTo>
                <a:cubicBezTo>
                  <a:pt x="60" y="122"/>
                  <a:pt x="58" y="124"/>
                  <a:pt x="58" y="127"/>
                </a:cubicBezTo>
                <a:cubicBezTo>
                  <a:pt x="58" y="130"/>
                  <a:pt x="60" y="132"/>
                  <a:pt x="63" y="132"/>
                </a:cubicBezTo>
                <a:close/>
                <a:moveTo>
                  <a:pt x="184" y="169"/>
                </a:moveTo>
                <a:cubicBezTo>
                  <a:pt x="164" y="169"/>
                  <a:pt x="164" y="169"/>
                  <a:pt x="164" y="169"/>
                </a:cubicBezTo>
                <a:cubicBezTo>
                  <a:pt x="164" y="69"/>
                  <a:pt x="164" y="69"/>
                  <a:pt x="164" y="69"/>
                </a:cubicBezTo>
                <a:cubicBezTo>
                  <a:pt x="36" y="69"/>
                  <a:pt x="36" y="69"/>
                  <a:pt x="36" y="69"/>
                </a:cubicBezTo>
                <a:cubicBezTo>
                  <a:pt x="36" y="169"/>
                  <a:pt x="36" y="169"/>
                  <a:pt x="36" y="169"/>
                </a:cubicBezTo>
                <a:cubicBezTo>
                  <a:pt x="16" y="169"/>
                  <a:pt x="16" y="169"/>
                  <a:pt x="16" y="169"/>
                </a:cubicBezTo>
                <a:cubicBezTo>
                  <a:pt x="16" y="69"/>
                  <a:pt x="16" y="69"/>
                  <a:pt x="16" y="69"/>
                </a:cubicBezTo>
                <a:cubicBezTo>
                  <a:pt x="0" y="69"/>
                  <a:pt x="0" y="69"/>
                  <a:pt x="0" y="69"/>
                </a:cubicBezTo>
                <a:cubicBezTo>
                  <a:pt x="16" y="21"/>
                  <a:pt x="16" y="21"/>
                  <a:pt x="16" y="21"/>
                </a:cubicBezTo>
                <a:cubicBezTo>
                  <a:pt x="43" y="21"/>
                  <a:pt x="43" y="21"/>
                  <a:pt x="43" y="21"/>
                </a:cubicBezTo>
                <a:cubicBezTo>
                  <a:pt x="155" y="21"/>
                  <a:pt x="155" y="21"/>
                  <a:pt x="155" y="21"/>
                </a:cubicBezTo>
                <a:cubicBezTo>
                  <a:pt x="184" y="21"/>
                  <a:pt x="184" y="21"/>
                  <a:pt x="184" y="21"/>
                </a:cubicBezTo>
                <a:cubicBezTo>
                  <a:pt x="199" y="69"/>
                  <a:pt x="199" y="69"/>
                  <a:pt x="199" y="69"/>
                </a:cubicBezTo>
                <a:cubicBezTo>
                  <a:pt x="184" y="69"/>
                  <a:pt x="184" y="69"/>
                  <a:pt x="184" y="69"/>
                </a:cubicBezTo>
                <a:lnTo>
                  <a:pt x="184" y="169"/>
                </a:lnTo>
                <a:close/>
                <a:moveTo>
                  <a:pt x="45" y="17"/>
                </a:moveTo>
                <a:cubicBezTo>
                  <a:pt x="51" y="0"/>
                  <a:pt x="51" y="0"/>
                  <a:pt x="51" y="0"/>
                </a:cubicBezTo>
                <a:cubicBezTo>
                  <a:pt x="148" y="0"/>
                  <a:pt x="148" y="0"/>
                  <a:pt x="148" y="0"/>
                </a:cubicBezTo>
                <a:cubicBezTo>
                  <a:pt x="154" y="17"/>
                  <a:pt x="154" y="17"/>
                  <a:pt x="154" y="17"/>
                </a:cubicBezTo>
                <a:lnTo>
                  <a:pt x="45" y="17"/>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110"/>
          <p:cNvSpPr>
            <a:spLocks noEditPoints="1"/>
          </p:cNvSpPr>
          <p:nvPr/>
        </p:nvSpPr>
        <p:spPr bwMode="auto">
          <a:xfrm>
            <a:off x="7355141" y="3317116"/>
            <a:ext cx="390750" cy="479302"/>
          </a:xfrm>
          <a:custGeom>
            <a:avLst/>
            <a:gdLst>
              <a:gd name="T0" fmla="*/ 99 w 198"/>
              <a:gd name="T1" fmla="*/ 220 h 243"/>
              <a:gd name="T2" fmla="*/ 0 w 198"/>
              <a:gd name="T3" fmla="*/ 121 h 243"/>
              <a:gd name="T4" fmla="*/ 99 w 198"/>
              <a:gd name="T5" fmla="*/ 22 h 243"/>
              <a:gd name="T6" fmla="*/ 198 w 198"/>
              <a:gd name="T7" fmla="*/ 121 h 243"/>
              <a:gd name="T8" fmla="*/ 99 w 198"/>
              <a:gd name="T9" fmla="*/ 220 h 243"/>
              <a:gd name="T10" fmla="*/ 99 w 198"/>
              <a:gd name="T11" fmla="*/ 214 h 243"/>
              <a:gd name="T12" fmla="*/ 168 w 198"/>
              <a:gd name="T13" fmla="*/ 181 h 243"/>
              <a:gd name="T14" fmla="*/ 29 w 198"/>
              <a:gd name="T15" fmla="*/ 181 h 243"/>
              <a:gd name="T16" fmla="*/ 99 w 198"/>
              <a:gd name="T17" fmla="*/ 214 h 243"/>
              <a:gd name="T18" fmla="*/ 99 w 198"/>
              <a:gd name="T19" fmla="*/ 29 h 243"/>
              <a:gd name="T20" fmla="*/ 29 w 198"/>
              <a:gd name="T21" fmla="*/ 62 h 243"/>
              <a:gd name="T22" fmla="*/ 168 w 198"/>
              <a:gd name="T23" fmla="*/ 62 h 243"/>
              <a:gd name="T24" fmla="*/ 99 w 198"/>
              <a:gd name="T25" fmla="*/ 29 h 243"/>
              <a:gd name="T26" fmla="*/ 174 w 198"/>
              <a:gd name="T27" fmla="*/ 91 h 243"/>
              <a:gd name="T28" fmla="*/ 160 w 198"/>
              <a:gd name="T29" fmla="*/ 81 h 243"/>
              <a:gd name="T30" fmla="*/ 154 w 198"/>
              <a:gd name="T31" fmla="*/ 63 h 243"/>
              <a:gd name="T32" fmla="*/ 99 w 198"/>
              <a:gd name="T33" fmla="*/ 42 h 243"/>
              <a:gd name="T34" fmla="*/ 44 w 198"/>
              <a:gd name="T35" fmla="*/ 63 h 243"/>
              <a:gd name="T36" fmla="*/ 39 w 198"/>
              <a:gd name="T37" fmla="*/ 81 h 243"/>
              <a:gd name="T38" fmla="*/ 24 w 198"/>
              <a:gd name="T39" fmla="*/ 91 h 243"/>
              <a:gd name="T40" fmla="*/ 18 w 198"/>
              <a:gd name="T41" fmla="*/ 121 h 243"/>
              <a:gd name="T42" fmla="*/ 99 w 198"/>
              <a:gd name="T43" fmla="*/ 201 h 243"/>
              <a:gd name="T44" fmla="*/ 180 w 198"/>
              <a:gd name="T45" fmla="*/ 121 h 243"/>
              <a:gd name="T46" fmla="*/ 174 w 198"/>
              <a:gd name="T47" fmla="*/ 91 h 243"/>
              <a:gd name="T48" fmla="*/ 149 w 198"/>
              <a:gd name="T49" fmla="*/ 138 h 243"/>
              <a:gd name="T50" fmla="*/ 116 w 198"/>
              <a:gd name="T51" fmla="*/ 163 h 243"/>
              <a:gd name="T52" fmla="*/ 116 w 198"/>
              <a:gd name="T53" fmla="*/ 194 h 243"/>
              <a:gd name="T54" fmla="*/ 100 w 198"/>
              <a:gd name="T55" fmla="*/ 194 h 243"/>
              <a:gd name="T56" fmla="*/ 100 w 198"/>
              <a:gd name="T57" fmla="*/ 194 h 243"/>
              <a:gd name="T58" fmla="*/ 98 w 198"/>
              <a:gd name="T59" fmla="*/ 194 h 243"/>
              <a:gd name="T60" fmla="*/ 96 w 198"/>
              <a:gd name="T61" fmla="*/ 194 h 243"/>
              <a:gd name="T62" fmla="*/ 96 w 198"/>
              <a:gd name="T63" fmla="*/ 194 h 243"/>
              <a:gd name="T64" fmla="*/ 80 w 198"/>
              <a:gd name="T65" fmla="*/ 194 h 243"/>
              <a:gd name="T66" fmla="*/ 80 w 198"/>
              <a:gd name="T67" fmla="*/ 163 h 243"/>
              <a:gd name="T68" fmla="*/ 48 w 198"/>
              <a:gd name="T69" fmla="*/ 138 h 243"/>
              <a:gd name="T70" fmla="*/ 27 w 198"/>
              <a:gd name="T71" fmla="*/ 138 h 243"/>
              <a:gd name="T72" fmla="*/ 24 w 198"/>
              <a:gd name="T73" fmla="*/ 115 h 243"/>
              <a:gd name="T74" fmla="*/ 96 w 198"/>
              <a:gd name="T75" fmla="*/ 90 h 243"/>
              <a:gd name="T76" fmla="*/ 96 w 198"/>
              <a:gd name="T77" fmla="*/ 90 h 243"/>
              <a:gd name="T78" fmla="*/ 98 w 198"/>
              <a:gd name="T79" fmla="*/ 90 h 243"/>
              <a:gd name="T80" fmla="*/ 100 w 198"/>
              <a:gd name="T81" fmla="*/ 90 h 243"/>
              <a:gd name="T82" fmla="*/ 100 w 198"/>
              <a:gd name="T83" fmla="*/ 90 h 243"/>
              <a:gd name="T84" fmla="*/ 174 w 198"/>
              <a:gd name="T85" fmla="*/ 115 h 243"/>
              <a:gd name="T86" fmla="*/ 170 w 198"/>
              <a:gd name="T87" fmla="*/ 138 h 243"/>
              <a:gd name="T88" fmla="*/ 149 w 198"/>
              <a:gd name="T89" fmla="*/ 138 h 243"/>
              <a:gd name="T90" fmla="*/ 98 w 198"/>
              <a:gd name="T91" fmla="*/ 97 h 243"/>
              <a:gd name="T92" fmla="*/ 69 w 198"/>
              <a:gd name="T93" fmla="*/ 122 h 243"/>
              <a:gd name="T94" fmla="*/ 98 w 198"/>
              <a:gd name="T95" fmla="*/ 148 h 243"/>
              <a:gd name="T96" fmla="*/ 128 w 198"/>
              <a:gd name="T97" fmla="*/ 122 h 243"/>
              <a:gd name="T98" fmla="*/ 98 w 198"/>
              <a:gd name="T99" fmla="*/ 97 h 243"/>
              <a:gd name="T100" fmla="*/ 98 w 198"/>
              <a:gd name="T101" fmla="*/ 141 h 243"/>
              <a:gd name="T102" fmla="*/ 77 w 198"/>
              <a:gd name="T103" fmla="*/ 122 h 243"/>
              <a:gd name="T104" fmla="*/ 98 w 198"/>
              <a:gd name="T105" fmla="*/ 104 h 243"/>
              <a:gd name="T106" fmla="*/ 120 w 198"/>
              <a:gd name="T107" fmla="*/ 122 h 243"/>
              <a:gd name="T108" fmla="*/ 98 w 198"/>
              <a:gd name="T109" fmla="*/ 141 h 243"/>
              <a:gd name="T110" fmla="*/ 99 w 198"/>
              <a:gd name="T111" fmla="*/ 110 h 243"/>
              <a:gd name="T112" fmla="*/ 83 w 198"/>
              <a:gd name="T113" fmla="*/ 122 h 243"/>
              <a:gd name="T114" fmla="*/ 99 w 198"/>
              <a:gd name="T115" fmla="*/ 120 h 243"/>
              <a:gd name="T116" fmla="*/ 115 w 198"/>
              <a:gd name="T117" fmla="*/ 122 h 243"/>
              <a:gd name="T118" fmla="*/ 99 w 198"/>
              <a:gd name="T119" fmla="*/ 110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8" h="243">
                <a:moveTo>
                  <a:pt x="99" y="220"/>
                </a:moveTo>
                <a:cubicBezTo>
                  <a:pt x="44" y="220"/>
                  <a:pt x="0" y="176"/>
                  <a:pt x="0" y="121"/>
                </a:cubicBezTo>
                <a:cubicBezTo>
                  <a:pt x="0" y="67"/>
                  <a:pt x="44" y="22"/>
                  <a:pt x="99" y="22"/>
                </a:cubicBezTo>
                <a:cubicBezTo>
                  <a:pt x="154" y="22"/>
                  <a:pt x="198" y="67"/>
                  <a:pt x="198" y="121"/>
                </a:cubicBezTo>
                <a:cubicBezTo>
                  <a:pt x="198" y="176"/>
                  <a:pt x="154" y="220"/>
                  <a:pt x="99" y="220"/>
                </a:cubicBezTo>
                <a:close/>
                <a:moveTo>
                  <a:pt x="99" y="214"/>
                </a:moveTo>
                <a:cubicBezTo>
                  <a:pt x="143" y="214"/>
                  <a:pt x="170" y="181"/>
                  <a:pt x="168" y="181"/>
                </a:cubicBezTo>
                <a:cubicBezTo>
                  <a:pt x="94" y="243"/>
                  <a:pt x="29" y="181"/>
                  <a:pt x="29" y="181"/>
                </a:cubicBezTo>
                <a:cubicBezTo>
                  <a:pt x="29" y="181"/>
                  <a:pt x="56" y="214"/>
                  <a:pt x="99" y="214"/>
                </a:cubicBezTo>
                <a:close/>
                <a:moveTo>
                  <a:pt x="99" y="29"/>
                </a:moveTo>
                <a:cubicBezTo>
                  <a:pt x="56" y="29"/>
                  <a:pt x="29" y="62"/>
                  <a:pt x="29" y="62"/>
                </a:cubicBezTo>
                <a:cubicBezTo>
                  <a:pt x="29" y="62"/>
                  <a:pt x="94" y="0"/>
                  <a:pt x="168" y="62"/>
                </a:cubicBezTo>
                <a:cubicBezTo>
                  <a:pt x="170" y="62"/>
                  <a:pt x="143" y="29"/>
                  <a:pt x="99" y="29"/>
                </a:cubicBezTo>
                <a:close/>
                <a:moveTo>
                  <a:pt x="174" y="91"/>
                </a:moveTo>
                <a:cubicBezTo>
                  <a:pt x="170" y="91"/>
                  <a:pt x="165" y="87"/>
                  <a:pt x="160" y="81"/>
                </a:cubicBezTo>
                <a:cubicBezTo>
                  <a:pt x="154" y="74"/>
                  <a:pt x="152" y="66"/>
                  <a:pt x="154" y="63"/>
                </a:cubicBezTo>
                <a:cubicBezTo>
                  <a:pt x="140" y="50"/>
                  <a:pt x="120" y="42"/>
                  <a:pt x="99" y="42"/>
                </a:cubicBezTo>
                <a:cubicBezTo>
                  <a:pt x="78" y="42"/>
                  <a:pt x="59" y="50"/>
                  <a:pt x="44" y="63"/>
                </a:cubicBezTo>
                <a:cubicBezTo>
                  <a:pt x="47" y="65"/>
                  <a:pt x="45" y="73"/>
                  <a:pt x="39" y="81"/>
                </a:cubicBezTo>
                <a:cubicBezTo>
                  <a:pt x="34" y="87"/>
                  <a:pt x="28" y="91"/>
                  <a:pt x="24" y="91"/>
                </a:cubicBezTo>
                <a:cubicBezTo>
                  <a:pt x="20" y="100"/>
                  <a:pt x="18" y="111"/>
                  <a:pt x="18" y="121"/>
                </a:cubicBezTo>
                <a:cubicBezTo>
                  <a:pt x="18" y="165"/>
                  <a:pt x="54" y="201"/>
                  <a:pt x="99" y="201"/>
                </a:cubicBezTo>
                <a:cubicBezTo>
                  <a:pt x="144" y="201"/>
                  <a:pt x="180" y="165"/>
                  <a:pt x="180" y="121"/>
                </a:cubicBezTo>
                <a:cubicBezTo>
                  <a:pt x="180" y="111"/>
                  <a:pt x="178" y="100"/>
                  <a:pt x="174" y="91"/>
                </a:cubicBezTo>
                <a:close/>
                <a:moveTo>
                  <a:pt x="149" y="138"/>
                </a:moveTo>
                <a:cubicBezTo>
                  <a:pt x="125" y="138"/>
                  <a:pt x="116" y="163"/>
                  <a:pt x="116" y="163"/>
                </a:cubicBezTo>
                <a:cubicBezTo>
                  <a:pt x="116" y="194"/>
                  <a:pt x="116" y="194"/>
                  <a:pt x="116" y="194"/>
                </a:cubicBezTo>
                <a:cubicBezTo>
                  <a:pt x="100" y="194"/>
                  <a:pt x="100" y="194"/>
                  <a:pt x="100" y="194"/>
                </a:cubicBezTo>
                <a:cubicBezTo>
                  <a:pt x="100" y="194"/>
                  <a:pt x="100" y="194"/>
                  <a:pt x="100" y="194"/>
                </a:cubicBezTo>
                <a:cubicBezTo>
                  <a:pt x="98" y="194"/>
                  <a:pt x="98" y="194"/>
                  <a:pt x="98" y="194"/>
                </a:cubicBezTo>
                <a:cubicBezTo>
                  <a:pt x="96" y="194"/>
                  <a:pt x="96" y="194"/>
                  <a:pt x="96" y="194"/>
                </a:cubicBezTo>
                <a:cubicBezTo>
                  <a:pt x="96" y="194"/>
                  <a:pt x="96" y="194"/>
                  <a:pt x="96" y="194"/>
                </a:cubicBezTo>
                <a:cubicBezTo>
                  <a:pt x="80" y="194"/>
                  <a:pt x="80" y="194"/>
                  <a:pt x="80" y="194"/>
                </a:cubicBezTo>
                <a:cubicBezTo>
                  <a:pt x="80" y="163"/>
                  <a:pt x="80" y="163"/>
                  <a:pt x="80" y="163"/>
                </a:cubicBezTo>
                <a:cubicBezTo>
                  <a:pt x="80" y="163"/>
                  <a:pt x="72" y="138"/>
                  <a:pt x="48" y="138"/>
                </a:cubicBezTo>
                <a:cubicBezTo>
                  <a:pt x="33" y="138"/>
                  <a:pt x="27" y="138"/>
                  <a:pt x="27" y="138"/>
                </a:cubicBezTo>
                <a:cubicBezTo>
                  <a:pt x="27" y="138"/>
                  <a:pt x="23" y="131"/>
                  <a:pt x="24" y="115"/>
                </a:cubicBezTo>
                <a:cubicBezTo>
                  <a:pt x="58" y="114"/>
                  <a:pt x="51" y="91"/>
                  <a:pt x="96" y="90"/>
                </a:cubicBezTo>
                <a:cubicBezTo>
                  <a:pt x="96" y="90"/>
                  <a:pt x="96" y="90"/>
                  <a:pt x="96" y="90"/>
                </a:cubicBezTo>
                <a:cubicBezTo>
                  <a:pt x="97" y="90"/>
                  <a:pt x="97" y="90"/>
                  <a:pt x="98" y="90"/>
                </a:cubicBezTo>
                <a:cubicBezTo>
                  <a:pt x="99" y="90"/>
                  <a:pt x="99" y="90"/>
                  <a:pt x="100" y="90"/>
                </a:cubicBezTo>
                <a:cubicBezTo>
                  <a:pt x="100" y="90"/>
                  <a:pt x="100" y="90"/>
                  <a:pt x="100" y="90"/>
                </a:cubicBezTo>
                <a:cubicBezTo>
                  <a:pt x="145" y="91"/>
                  <a:pt x="139" y="114"/>
                  <a:pt x="174" y="115"/>
                </a:cubicBezTo>
                <a:cubicBezTo>
                  <a:pt x="174" y="131"/>
                  <a:pt x="170" y="138"/>
                  <a:pt x="170" y="138"/>
                </a:cubicBezTo>
                <a:cubicBezTo>
                  <a:pt x="170" y="138"/>
                  <a:pt x="164" y="138"/>
                  <a:pt x="149" y="138"/>
                </a:cubicBezTo>
                <a:close/>
                <a:moveTo>
                  <a:pt x="98" y="97"/>
                </a:moveTo>
                <a:cubicBezTo>
                  <a:pt x="82" y="97"/>
                  <a:pt x="69" y="108"/>
                  <a:pt x="69" y="122"/>
                </a:cubicBezTo>
                <a:cubicBezTo>
                  <a:pt x="69" y="136"/>
                  <a:pt x="82" y="148"/>
                  <a:pt x="98" y="148"/>
                </a:cubicBezTo>
                <a:cubicBezTo>
                  <a:pt x="115" y="148"/>
                  <a:pt x="128" y="136"/>
                  <a:pt x="128" y="122"/>
                </a:cubicBezTo>
                <a:cubicBezTo>
                  <a:pt x="128" y="108"/>
                  <a:pt x="115" y="97"/>
                  <a:pt x="98" y="97"/>
                </a:cubicBezTo>
                <a:close/>
                <a:moveTo>
                  <a:pt x="98" y="141"/>
                </a:moveTo>
                <a:cubicBezTo>
                  <a:pt x="86" y="141"/>
                  <a:pt x="77" y="133"/>
                  <a:pt x="77" y="122"/>
                </a:cubicBezTo>
                <a:cubicBezTo>
                  <a:pt x="77" y="112"/>
                  <a:pt x="86" y="104"/>
                  <a:pt x="98" y="104"/>
                </a:cubicBezTo>
                <a:cubicBezTo>
                  <a:pt x="111" y="104"/>
                  <a:pt x="120" y="112"/>
                  <a:pt x="120" y="122"/>
                </a:cubicBezTo>
                <a:cubicBezTo>
                  <a:pt x="120" y="133"/>
                  <a:pt x="111" y="141"/>
                  <a:pt x="98" y="141"/>
                </a:cubicBezTo>
                <a:close/>
                <a:moveTo>
                  <a:pt x="99" y="110"/>
                </a:moveTo>
                <a:cubicBezTo>
                  <a:pt x="90" y="110"/>
                  <a:pt x="83" y="115"/>
                  <a:pt x="83" y="122"/>
                </a:cubicBezTo>
                <a:cubicBezTo>
                  <a:pt x="83" y="128"/>
                  <a:pt x="90" y="120"/>
                  <a:pt x="99" y="120"/>
                </a:cubicBezTo>
                <a:cubicBezTo>
                  <a:pt x="107" y="120"/>
                  <a:pt x="115" y="128"/>
                  <a:pt x="115" y="122"/>
                </a:cubicBezTo>
                <a:cubicBezTo>
                  <a:pt x="115" y="115"/>
                  <a:pt x="107" y="110"/>
                  <a:pt x="99" y="110"/>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111"/>
          <p:cNvSpPr>
            <a:spLocks noEditPoints="1"/>
          </p:cNvSpPr>
          <p:nvPr/>
        </p:nvSpPr>
        <p:spPr bwMode="auto">
          <a:xfrm>
            <a:off x="4456841" y="3931353"/>
            <a:ext cx="387939" cy="237543"/>
          </a:xfrm>
          <a:custGeom>
            <a:avLst/>
            <a:gdLst>
              <a:gd name="T0" fmla="*/ 28 w 197"/>
              <a:gd name="T1" fmla="*/ 56 h 120"/>
              <a:gd name="T2" fmla="*/ 0 w 197"/>
              <a:gd name="T3" fmla="*/ 64 h 120"/>
              <a:gd name="T4" fmla="*/ 0 w 197"/>
              <a:gd name="T5" fmla="*/ 92 h 120"/>
              <a:gd name="T6" fmla="*/ 18 w 197"/>
              <a:gd name="T7" fmla="*/ 104 h 120"/>
              <a:gd name="T8" fmla="*/ 48 w 197"/>
              <a:gd name="T9" fmla="*/ 66 h 120"/>
              <a:gd name="T10" fmla="*/ 77 w 197"/>
              <a:gd name="T11" fmla="*/ 104 h 120"/>
              <a:gd name="T12" fmla="*/ 117 w 197"/>
              <a:gd name="T13" fmla="*/ 96 h 120"/>
              <a:gd name="T14" fmla="*/ 178 w 197"/>
              <a:gd name="T15" fmla="*/ 96 h 120"/>
              <a:gd name="T16" fmla="*/ 185 w 197"/>
              <a:gd name="T17" fmla="*/ 104 h 120"/>
              <a:gd name="T18" fmla="*/ 197 w 197"/>
              <a:gd name="T19" fmla="*/ 64 h 120"/>
              <a:gd name="T20" fmla="*/ 184 w 197"/>
              <a:gd name="T21" fmla="*/ 56 h 120"/>
              <a:gd name="T22" fmla="*/ 196 w 197"/>
              <a:gd name="T23" fmla="*/ 48 h 120"/>
              <a:gd name="T24" fmla="*/ 174 w 197"/>
              <a:gd name="T25" fmla="*/ 40 h 120"/>
              <a:gd name="T26" fmla="*/ 80 w 197"/>
              <a:gd name="T27" fmla="*/ 0 h 120"/>
              <a:gd name="T28" fmla="*/ 12 w 197"/>
              <a:gd name="T29" fmla="*/ 40 h 120"/>
              <a:gd name="T30" fmla="*/ 20 w 197"/>
              <a:gd name="T31" fmla="*/ 48 h 120"/>
              <a:gd name="T32" fmla="*/ 140 w 197"/>
              <a:gd name="T33" fmla="*/ 8 h 120"/>
              <a:gd name="T34" fmla="*/ 120 w 197"/>
              <a:gd name="T35" fmla="*/ 40 h 120"/>
              <a:gd name="T36" fmla="*/ 120 w 197"/>
              <a:gd name="T37" fmla="*/ 52 h 120"/>
              <a:gd name="T38" fmla="*/ 124 w 197"/>
              <a:gd name="T39" fmla="*/ 60 h 120"/>
              <a:gd name="T40" fmla="*/ 120 w 197"/>
              <a:gd name="T41" fmla="*/ 52 h 120"/>
              <a:gd name="T42" fmla="*/ 104 w 197"/>
              <a:gd name="T43" fmla="*/ 60 h 120"/>
              <a:gd name="T44" fmla="*/ 108 w 197"/>
              <a:gd name="T45" fmla="*/ 52 h 120"/>
              <a:gd name="T46" fmla="*/ 88 w 197"/>
              <a:gd name="T47" fmla="*/ 8 h 120"/>
              <a:gd name="T48" fmla="*/ 108 w 197"/>
              <a:gd name="T49" fmla="*/ 40 h 120"/>
              <a:gd name="T50" fmla="*/ 88 w 197"/>
              <a:gd name="T51" fmla="*/ 8 h 120"/>
              <a:gd name="T52" fmla="*/ 123 w 197"/>
              <a:gd name="T53" fmla="*/ 96 h 120"/>
              <a:gd name="T54" fmla="*/ 170 w 197"/>
              <a:gd name="T55" fmla="*/ 96 h 120"/>
              <a:gd name="T56" fmla="*/ 147 w 197"/>
              <a:gd name="T57" fmla="*/ 105 h 120"/>
              <a:gd name="T58" fmla="*/ 147 w 197"/>
              <a:gd name="T59" fmla="*/ 88 h 120"/>
              <a:gd name="T60" fmla="*/ 147 w 197"/>
              <a:gd name="T61" fmla="*/ 105 h 120"/>
              <a:gd name="T62" fmla="*/ 23 w 197"/>
              <a:gd name="T63" fmla="*/ 96 h 120"/>
              <a:gd name="T64" fmla="*/ 70 w 197"/>
              <a:gd name="T65" fmla="*/ 96 h 120"/>
              <a:gd name="T66" fmla="*/ 47 w 197"/>
              <a:gd name="T67" fmla="*/ 105 h 120"/>
              <a:gd name="T68" fmla="*/ 47 w 197"/>
              <a:gd name="T69" fmla="*/ 88 h 120"/>
              <a:gd name="T70" fmla="*/ 47 w 197"/>
              <a:gd name="T71" fmla="*/ 105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7" h="120">
                <a:moveTo>
                  <a:pt x="20" y="48"/>
                </a:moveTo>
                <a:cubicBezTo>
                  <a:pt x="24" y="48"/>
                  <a:pt x="28" y="52"/>
                  <a:pt x="28" y="56"/>
                </a:cubicBezTo>
                <a:cubicBezTo>
                  <a:pt x="28" y="61"/>
                  <a:pt x="24" y="64"/>
                  <a:pt x="20" y="64"/>
                </a:cubicBezTo>
                <a:cubicBezTo>
                  <a:pt x="0" y="64"/>
                  <a:pt x="0" y="64"/>
                  <a:pt x="0" y="64"/>
                </a:cubicBezTo>
                <a:cubicBezTo>
                  <a:pt x="0" y="64"/>
                  <a:pt x="0" y="64"/>
                  <a:pt x="0" y="64"/>
                </a:cubicBezTo>
                <a:cubicBezTo>
                  <a:pt x="0" y="92"/>
                  <a:pt x="0" y="92"/>
                  <a:pt x="0" y="92"/>
                </a:cubicBezTo>
                <a:cubicBezTo>
                  <a:pt x="0" y="99"/>
                  <a:pt x="5" y="104"/>
                  <a:pt x="12" y="104"/>
                </a:cubicBezTo>
                <a:cubicBezTo>
                  <a:pt x="18" y="104"/>
                  <a:pt x="18" y="104"/>
                  <a:pt x="18" y="104"/>
                </a:cubicBezTo>
                <a:cubicBezTo>
                  <a:pt x="17" y="102"/>
                  <a:pt x="17" y="99"/>
                  <a:pt x="17" y="96"/>
                </a:cubicBezTo>
                <a:cubicBezTo>
                  <a:pt x="17" y="79"/>
                  <a:pt x="31" y="66"/>
                  <a:pt x="48" y="66"/>
                </a:cubicBezTo>
                <a:cubicBezTo>
                  <a:pt x="64" y="66"/>
                  <a:pt x="78" y="79"/>
                  <a:pt x="78" y="96"/>
                </a:cubicBezTo>
                <a:cubicBezTo>
                  <a:pt x="78" y="99"/>
                  <a:pt x="78" y="102"/>
                  <a:pt x="77" y="104"/>
                </a:cubicBezTo>
                <a:cubicBezTo>
                  <a:pt x="118" y="104"/>
                  <a:pt x="118" y="104"/>
                  <a:pt x="118" y="104"/>
                </a:cubicBezTo>
                <a:cubicBezTo>
                  <a:pt x="117" y="102"/>
                  <a:pt x="117" y="99"/>
                  <a:pt x="117" y="96"/>
                </a:cubicBezTo>
                <a:cubicBezTo>
                  <a:pt x="117" y="79"/>
                  <a:pt x="131" y="66"/>
                  <a:pt x="148" y="66"/>
                </a:cubicBezTo>
                <a:cubicBezTo>
                  <a:pt x="164" y="66"/>
                  <a:pt x="178" y="79"/>
                  <a:pt x="178" y="96"/>
                </a:cubicBezTo>
                <a:cubicBezTo>
                  <a:pt x="178" y="99"/>
                  <a:pt x="178" y="102"/>
                  <a:pt x="177" y="104"/>
                </a:cubicBezTo>
                <a:cubicBezTo>
                  <a:pt x="185" y="104"/>
                  <a:pt x="185" y="104"/>
                  <a:pt x="185" y="104"/>
                </a:cubicBezTo>
                <a:cubicBezTo>
                  <a:pt x="191" y="104"/>
                  <a:pt x="197" y="99"/>
                  <a:pt x="197" y="92"/>
                </a:cubicBezTo>
                <a:cubicBezTo>
                  <a:pt x="197" y="64"/>
                  <a:pt x="197" y="64"/>
                  <a:pt x="197" y="64"/>
                </a:cubicBezTo>
                <a:cubicBezTo>
                  <a:pt x="192" y="64"/>
                  <a:pt x="192" y="64"/>
                  <a:pt x="192" y="64"/>
                </a:cubicBezTo>
                <a:cubicBezTo>
                  <a:pt x="188" y="64"/>
                  <a:pt x="184" y="61"/>
                  <a:pt x="184" y="56"/>
                </a:cubicBezTo>
                <a:cubicBezTo>
                  <a:pt x="184" y="52"/>
                  <a:pt x="188" y="48"/>
                  <a:pt x="192" y="48"/>
                </a:cubicBezTo>
                <a:cubicBezTo>
                  <a:pt x="196" y="48"/>
                  <a:pt x="196" y="48"/>
                  <a:pt x="196" y="48"/>
                </a:cubicBezTo>
                <a:cubicBezTo>
                  <a:pt x="194" y="44"/>
                  <a:pt x="190" y="40"/>
                  <a:pt x="185" y="40"/>
                </a:cubicBezTo>
                <a:cubicBezTo>
                  <a:pt x="174" y="40"/>
                  <a:pt x="174" y="40"/>
                  <a:pt x="174" y="40"/>
                </a:cubicBezTo>
                <a:cubicBezTo>
                  <a:pt x="148" y="0"/>
                  <a:pt x="148" y="0"/>
                  <a:pt x="148" y="0"/>
                </a:cubicBezTo>
                <a:cubicBezTo>
                  <a:pt x="80" y="0"/>
                  <a:pt x="80" y="0"/>
                  <a:pt x="80" y="0"/>
                </a:cubicBezTo>
                <a:cubicBezTo>
                  <a:pt x="45" y="40"/>
                  <a:pt x="45" y="40"/>
                  <a:pt x="45" y="40"/>
                </a:cubicBezTo>
                <a:cubicBezTo>
                  <a:pt x="12" y="40"/>
                  <a:pt x="12" y="40"/>
                  <a:pt x="12" y="40"/>
                </a:cubicBezTo>
                <a:cubicBezTo>
                  <a:pt x="7" y="40"/>
                  <a:pt x="2" y="44"/>
                  <a:pt x="1" y="48"/>
                </a:cubicBezTo>
                <a:lnTo>
                  <a:pt x="20" y="48"/>
                </a:lnTo>
                <a:close/>
                <a:moveTo>
                  <a:pt x="120" y="8"/>
                </a:moveTo>
                <a:cubicBezTo>
                  <a:pt x="140" y="8"/>
                  <a:pt x="140" y="8"/>
                  <a:pt x="140" y="8"/>
                </a:cubicBezTo>
                <a:cubicBezTo>
                  <a:pt x="161" y="40"/>
                  <a:pt x="161" y="40"/>
                  <a:pt x="161" y="40"/>
                </a:cubicBezTo>
                <a:cubicBezTo>
                  <a:pt x="120" y="40"/>
                  <a:pt x="120" y="40"/>
                  <a:pt x="120" y="40"/>
                </a:cubicBezTo>
                <a:lnTo>
                  <a:pt x="120" y="8"/>
                </a:lnTo>
                <a:close/>
                <a:moveTo>
                  <a:pt x="120" y="52"/>
                </a:moveTo>
                <a:cubicBezTo>
                  <a:pt x="124" y="52"/>
                  <a:pt x="124" y="52"/>
                  <a:pt x="124" y="52"/>
                </a:cubicBezTo>
                <a:cubicBezTo>
                  <a:pt x="124" y="60"/>
                  <a:pt x="124" y="60"/>
                  <a:pt x="124" y="60"/>
                </a:cubicBezTo>
                <a:cubicBezTo>
                  <a:pt x="120" y="60"/>
                  <a:pt x="120" y="60"/>
                  <a:pt x="120" y="60"/>
                </a:cubicBezTo>
                <a:lnTo>
                  <a:pt x="120" y="52"/>
                </a:lnTo>
                <a:close/>
                <a:moveTo>
                  <a:pt x="108" y="60"/>
                </a:moveTo>
                <a:cubicBezTo>
                  <a:pt x="104" y="60"/>
                  <a:pt x="104" y="60"/>
                  <a:pt x="104" y="60"/>
                </a:cubicBezTo>
                <a:cubicBezTo>
                  <a:pt x="104" y="52"/>
                  <a:pt x="104" y="52"/>
                  <a:pt x="104" y="52"/>
                </a:cubicBezTo>
                <a:cubicBezTo>
                  <a:pt x="108" y="52"/>
                  <a:pt x="108" y="52"/>
                  <a:pt x="108" y="52"/>
                </a:cubicBezTo>
                <a:lnTo>
                  <a:pt x="108" y="60"/>
                </a:lnTo>
                <a:close/>
                <a:moveTo>
                  <a:pt x="88" y="8"/>
                </a:moveTo>
                <a:cubicBezTo>
                  <a:pt x="108" y="8"/>
                  <a:pt x="108" y="8"/>
                  <a:pt x="108" y="8"/>
                </a:cubicBezTo>
                <a:cubicBezTo>
                  <a:pt x="108" y="40"/>
                  <a:pt x="108" y="40"/>
                  <a:pt x="108" y="40"/>
                </a:cubicBezTo>
                <a:cubicBezTo>
                  <a:pt x="60" y="40"/>
                  <a:pt x="60" y="40"/>
                  <a:pt x="60" y="40"/>
                </a:cubicBezTo>
                <a:lnTo>
                  <a:pt x="88" y="8"/>
                </a:lnTo>
                <a:close/>
                <a:moveTo>
                  <a:pt x="147" y="73"/>
                </a:moveTo>
                <a:cubicBezTo>
                  <a:pt x="134" y="73"/>
                  <a:pt x="123" y="84"/>
                  <a:pt x="123" y="96"/>
                </a:cubicBezTo>
                <a:cubicBezTo>
                  <a:pt x="123" y="109"/>
                  <a:pt x="134" y="120"/>
                  <a:pt x="147" y="120"/>
                </a:cubicBezTo>
                <a:cubicBezTo>
                  <a:pt x="160" y="120"/>
                  <a:pt x="170" y="109"/>
                  <a:pt x="170" y="96"/>
                </a:cubicBezTo>
                <a:cubicBezTo>
                  <a:pt x="170" y="84"/>
                  <a:pt x="160" y="73"/>
                  <a:pt x="147" y="73"/>
                </a:cubicBezTo>
                <a:close/>
                <a:moveTo>
                  <a:pt x="147" y="105"/>
                </a:moveTo>
                <a:cubicBezTo>
                  <a:pt x="142" y="105"/>
                  <a:pt x="138" y="101"/>
                  <a:pt x="138" y="96"/>
                </a:cubicBezTo>
                <a:cubicBezTo>
                  <a:pt x="138" y="92"/>
                  <a:pt x="142" y="88"/>
                  <a:pt x="147" y="88"/>
                </a:cubicBezTo>
                <a:cubicBezTo>
                  <a:pt x="152" y="88"/>
                  <a:pt x="156" y="92"/>
                  <a:pt x="156" y="96"/>
                </a:cubicBezTo>
                <a:cubicBezTo>
                  <a:pt x="156" y="101"/>
                  <a:pt x="152" y="105"/>
                  <a:pt x="147" y="105"/>
                </a:cubicBezTo>
                <a:close/>
                <a:moveTo>
                  <a:pt x="47" y="73"/>
                </a:moveTo>
                <a:cubicBezTo>
                  <a:pt x="34" y="73"/>
                  <a:pt x="23" y="84"/>
                  <a:pt x="23" y="96"/>
                </a:cubicBezTo>
                <a:cubicBezTo>
                  <a:pt x="23" y="109"/>
                  <a:pt x="34" y="120"/>
                  <a:pt x="47" y="120"/>
                </a:cubicBezTo>
                <a:cubicBezTo>
                  <a:pt x="60" y="120"/>
                  <a:pt x="70" y="109"/>
                  <a:pt x="70" y="96"/>
                </a:cubicBezTo>
                <a:cubicBezTo>
                  <a:pt x="70" y="84"/>
                  <a:pt x="60" y="73"/>
                  <a:pt x="47" y="73"/>
                </a:cubicBezTo>
                <a:close/>
                <a:moveTo>
                  <a:pt x="47" y="105"/>
                </a:moveTo>
                <a:cubicBezTo>
                  <a:pt x="42" y="105"/>
                  <a:pt x="38" y="101"/>
                  <a:pt x="38" y="96"/>
                </a:cubicBezTo>
                <a:cubicBezTo>
                  <a:pt x="38" y="92"/>
                  <a:pt x="42" y="88"/>
                  <a:pt x="47" y="88"/>
                </a:cubicBezTo>
                <a:cubicBezTo>
                  <a:pt x="52" y="88"/>
                  <a:pt x="56" y="92"/>
                  <a:pt x="56" y="96"/>
                </a:cubicBezTo>
                <a:cubicBezTo>
                  <a:pt x="56" y="101"/>
                  <a:pt x="52" y="105"/>
                  <a:pt x="47" y="105"/>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112"/>
          <p:cNvSpPr>
            <a:spLocks noEditPoints="1"/>
          </p:cNvSpPr>
          <p:nvPr/>
        </p:nvSpPr>
        <p:spPr bwMode="auto">
          <a:xfrm>
            <a:off x="4941765" y="3925731"/>
            <a:ext cx="396373" cy="244570"/>
          </a:xfrm>
          <a:custGeom>
            <a:avLst/>
            <a:gdLst>
              <a:gd name="T0" fmla="*/ 196 w 201"/>
              <a:gd name="T1" fmla="*/ 48 h 124"/>
              <a:gd name="T2" fmla="*/ 156 w 201"/>
              <a:gd name="T3" fmla="*/ 48 h 124"/>
              <a:gd name="T4" fmla="*/ 120 w 201"/>
              <a:gd name="T5" fmla="*/ 87 h 124"/>
              <a:gd name="T6" fmla="*/ 78 w 201"/>
              <a:gd name="T7" fmla="*/ 87 h 124"/>
              <a:gd name="T8" fmla="*/ 13 w 201"/>
              <a:gd name="T9" fmla="*/ 52 h 124"/>
              <a:gd name="T10" fmla="*/ 34 w 201"/>
              <a:gd name="T11" fmla="*/ 24 h 124"/>
              <a:gd name="T12" fmla="*/ 57 w 201"/>
              <a:gd name="T13" fmla="*/ 0 h 124"/>
              <a:gd name="T14" fmla="*/ 81 w 201"/>
              <a:gd name="T15" fmla="*/ 0 h 124"/>
              <a:gd name="T16" fmla="*/ 81 w 201"/>
              <a:gd name="T17" fmla="*/ 8 h 124"/>
              <a:gd name="T18" fmla="*/ 61 w 201"/>
              <a:gd name="T19" fmla="*/ 8 h 124"/>
              <a:gd name="T20" fmla="*/ 45 w 201"/>
              <a:gd name="T21" fmla="*/ 24 h 124"/>
              <a:gd name="T22" fmla="*/ 73 w 201"/>
              <a:gd name="T23" fmla="*/ 24 h 124"/>
              <a:gd name="T24" fmla="*/ 116 w 201"/>
              <a:gd name="T25" fmla="*/ 39 h 124"/>
              <a:gd name="T26" fmla="*/ 151 w 201"/>
              <a:gd name="T27" fmla="*/ 24 h 124"/>
              <a:gd name="T28" fmla="*/ 184 w 201"/>
              <a:gd name="T29" fmla="*/ 24 h 124"/>
              <a:gd name="T30" fmla="*/ 196 w 201"/>
              <a:gd name="T31" fmla="*/ 48 h 124"/>
              <a:gd name="T32" fmla="*/ 35 w 201"/>
              <a:gd name="T33" fmla="*/ 53 h 124"/>
              <a:gd name="T34" fmla="*/ 71 w 201"/>
              <a:gd name="T35" fmla="*/ 88 h 124"/>
              <a:gd name="T36" fmla="*/ 35 w 201"/>
              <a:gd name="T37" fmla="*/ 124 h 124"/>
              <a:gd name="T38" fmla="*/ 0 w 201"/>
              <a:gd name="T39" fmla="*/ 88 h 124"/>
              <a:gd name="T40" fmla="*/ 35 w 201"/>
              <a:gd name="T41" fmla="*/ 53 h 124"/>
              <a:gd name="T42" fmla="*/ 35 w 201"/>
              <a:gd name="T43" fmla="*/ 105 h 124"/>
              <a:gd name="T44" fmla="*/ 51 w 201"/>
              <a:gd name="T45" fmla="*/ 88 h 124"/>
              <a:gd name="T46" fmla="*/ 35 w 201"/>
              <a:gd name="T47" fmla="*/ 72 h 124"/>
              <a:gd name="T48" fmla="*/ 19 w 201"/>
              <a:gd name="T49" fmla="*/ 88 h 124"/>
              <a:gd name="T50" fmla="*/ 35 w 201"/>
              <a:gd name="T51" fmla="*/ 105 h 124"/>
              <a:gd name="T52" fmla="*/ 159 w 201"/>
              <a:gd name="T53" fmla="*/ 53 h 124"/>
              <a:gd name="T54" fmla="*/ 195 w 201"/>
              <a:gd name="T55" fmla="*/ 88 h 124"/>
              <a:gd name="T56" fmla="*/ 159 w 201"/>
              <a:gd name="T57" fmla="*/ 124 h 124"/>
              <a:gd name="T58" fmla="*/ 124 w 201"/>
              <a:gd name="T59" fmla="*/ 88 h 124"/>
              <a:gd name="T60" fmla="*/ 159 w 201"/>
              <a:gd name="T61" fmla="*/ 53 h 124"/>
              <a:gd name="T62" fmla="*/ 159 w 201"/>
              <a:gd name="T63" fmla="*/ 105 h 124"/>
              <a:gd name="T64" fmla="*/ 175 w 201"/>
              <a:gd name="T65" fmla="*/ 88 h 124"/>
              <a:gd name="T66" fmla="*/ 159 w 201"/>
              <a:gd name="T67" fmla="*/ 72 h 124"/>
              <a:gd name="T68" fmla="*/ 143 w 201"/>
              <a:gd name="T69" fmla="*/ 88 h 124"/>
              <a:gd name="T70" fmla="*/ 159 w 201"/>
              <a:gd name="T71" fmla="*/ 105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1" h="124">
                <a:moveTo>
                  <a:pt x="196" y="48"/>
                </a:moveTo>
                <a:cubicBezTo>
                  <a:pt x="156" y="48"/>
                  <a:pt x="156" y="48"/>
                  <a:pt x="156" y="48"/>
                </a:cubicBezTo>
                <a:cubicBezTo>
                  <a:pt x="156" y="48"/>
                  <a:pt x="120" y="47"/>
                  <a:pt x="120" y="87"/>
                </a:cubicBezTo>
                <a:cubicBezTo>
                  <a:pt x="116" y="87"/>
                  <a:pt x="80" y="87"/>
                  <a:pt x="78" y="87"/>
                </a:cubicBezTo>
                <a:cubicBezTo>
                  <a:pt x="78" y="35"/>
                  <a:pt x="13" y="52"/>
                  <a:pt x="13" y="52"/>
                </a:cubicBezTo>
                <a:cubicBezTo>
                  <a:pt x="13" y="52"/>
                  <a:pt x="12" y="26"/>
                  <a:pt x="34" y="24"/>
                </a:cubicBezTo>
                <a:cubicBezTo>
                  <a:pt x="57" y="0"/>
                  <a:pt x="57" y="0"/>
                  <a:pt x="57" y="0"/>
                </a:cubicBezTo>
                <a:cubicBezTo>
                  <a:pt x="81" y="0"/>
                  <a:pt x="81" y="0"/>
                  <a:pt x="81" y="0"/>
                </a:cubicBezTo>
                <a:cubicBezTo>
                  <a:pt x="81" y="8"/>
                  <a:pt x="81" y="8"/>
                  <a:pt x="81" y="8"/>
                </a:cubicBezTo>
                <a:cubicBezTo>
                  <a:pt x="61" y="8"/>
                  <a:pt x="61" y="8"/>
                  <a:pt x="61" y="8"/>
                </a:cubicBezTo>
                <a:cubicBezTo>
                  <a:pt x="45" y="24"/>
                  <a:pt x="45" y="24"/>
                  <a:pt x="45" y="24"/>
                </a:cubicBezTo>
                <a:cubicBezTo>
                  <a:pt x="58" y="24"/>
                  <a:pt x="48" y="24"/>
                  <a:pt x="73" y="24"/>
                </a:cubicBezTo>
                <a:cubicBezTo>
                  <a:pt x="101" y="24"/>
                  <a:pt x="84" y="39"/>
                  <a:pt x="116" y="39"/>
                </a:cubicBezTo>
                <a:cubicBezTo>
                  <a:pt x="147" y="39"/>
                  <a:pt x="141" y="24"/>
                  <a:pt x="151" y="24"/>
                </a:cubicBezTo>
                <a:cubicBezTo>
                  <a:pt x="160" y="24"/>
                  <a:pt x="168" y="24"/>
                  <a:pt x="184" y="24"/>
                </a:cubicBezTo>
                <a:cubicBezTo>
                  <a:pt x="201" y="24"/>
                  <a:pt x="196" y="48"/>
                  <a:pt x="196" y="48"/>
                </a:cubicBezTo>
                <a:close/>
                <a:moveTo>
                  <a:pt x="35" y="53"/>
                </a:moveTo>
                <a:cubicBezTo>
                  <a:pt x="55" y="53"/>
                  <a:pt x="71" y="69"/>
                  <a:pt x="71" y="88"/>
                </a:cubicBezTo>
                <a:cubicBezTo>
                  <a:pt x="71" y="108"/>
                  <a:pt x="55" y="124"/>
                  <a:pt x="35" y="124"/>
                </a:cubicBezTo>
                <a:cubicBezTo>
                  <a:pt x="16" y="124"/>
                  <a:pt x="0" y="108"/>
                  <a:pt x="0" y="88"/>
                </a:cubicBezTo>
                <a:cubicBezTo>
                  <a:pt x="0" y="69"/>
                  <a:pt x="16" y="53"/>
                  <a:pt x="35" y="53"/>
                </a:cubicBezTo>
                <a:close/>
                <a:moveTo>
                  <a:pt x="35" y="105"/>
                </a:moveTo>
                <a:cubicBezTo>
                  <a:pt x="44" y="105"/>
                  <a:pt x="51" y="97"/>
                  <a:pt x="51" y="88"/>
                </a:cubicBezTo>
                <a:cubicBezTo>
                  <a:pt x="51" y="80"/>
                  <a:pt x="44" y="72"/>
                  <a:pt x="35" y="72"/>
                </a:cubicBezTo>
                <a:cubicBezTo>
                  <a:pt x="27" y="72"/>
                  <a:pt x="19" y="80"/>
                  <a:pt x="19" y="88"/>
                </a:cubicBezTo>
                <a:cubicBezTo>
                  <a:pt x="19" y="97"/>
                  <a:pt x="27" y="105"/>
                  <a:pt x="35" y="105"/>
                </a:cubicBezTo>
                <a:close/>
                <a:moveTo>
                  <a:pt x="159" y="53"/>
                </a:moveTo>
                <a:cubicBezTo>
                  <a:pt x="179" y="53"/>
                  <a:pt x="195" y="69"/>
                  <a:pt x="195" y="88"/>
                </a:cubicBezTo>
                <a:cubicBezTo>
                  <a:pt x="195" y="108"/>
                  <a:pt x="179" y="124"/>
                  <a:pt x="159" y="124"/>
                </a:cubicBezTo>
                <a:cubicBezTo>
                  <a:pt x="140" y="124"/>
                  <a:pt x="124" y="108"/>
                  <a:pt x="124" y="88"/>
                </a:cubicBezTo>
                <a:cubicBezTo>
                  <a:pt x="124" y="69"/>
                  <a:pt x="140" y="53"/>
                  <a:pt x="159" y="53"/>
                </a:cubicBezTo>
                <a:close/>
                <a:moveTo>
                  <a:pt x="159" y="105"/>
                </a:moveTo>
                <a:cubicBezTo>
                  <a:pt x="168" y="105"/>
                  <a:pt x="175" y="97"/>
                  <a:pt x="175" y="88"/>
                </a:cubicBezTo>
                <a:cubicBezTo>
                  <a:pt x="175" y="80"/>
                  <a:pt x="168" y="72"/>
                  <a:pt x="159" y="72"/>
                </a:cubicBezTo>
                <a:cubicBezTo>
                  <a:pt x="151" y="72"/>
                  <a:pt x="143" y="80"/>
                  <a:pt x="143" y="88"/>
                </a:cubicBezTo>
                <a:cubicBezTo>
                  <a:pt x="143" y="97"/>
                  <a:pt x="151" y="105"/>
                  <a:pt x="159" y="105"/>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113"/>
          <p:cNvSpPr>
            <a:spLocks noEditPoints="1"/>
          </p:cNvSpPr>
          <p:nvPr/>
        </p:nvSpPr>
        <p:spPr bwMode="auto">
          <a:xfrm>
            <a:off x="5426689" y="3924326"/>
            <a:ext cx="389345" cy="238948"/>
          </a:xfrm>
          <a:custGeom>
            <a:avLst/>
            <a:gdLst>
              <a:gd name="T0" fmla="*/ 136 w 198"/>
              <a:gd name="T1" fmla="*/ 90 h 121"/>
              <a:gd name="T2" fmla="*/ 148 w 198"/>
              <a:gd name="T3" fmla="*/ 88 h 121"/>
              <a:gd name="T4" fmla="*/ 167 w 198"/>
              <a:gd name="T5" fmla="*/ 109 h 121"/>
              <a:gd name="T6" fmla="*/ 168 w 198"/>
              <a:gd name="T7" fmla="*/ 72 h 121"/>
              <a:gd name="T8" fmla="*/ 167 w 198"/>
              <a:gd name="T9" fmla="*/ 59 h 121"/>
              <a:gd name="T10" fmla="*/ 167 w 198"/>
              <a:gd name="T11" fmla="*/ 121 h 121"/>
              <a:gd name="T12" fmla="*/ 106 w 198"/>
              <a:gd name="T13" fmla="*/ 31 h 121"/>
              <a:gd name="T14" fmla="*/ 180 w 198"/>
              <a:gd name="T15" fmla="*/ 30 h 121"/>
              <a:gd name="T16" fmla="*/ 76 w 198"/>
              <a:gd name="T17" fmla="*/ 33 h 121"/>
              <a:gd name="T18" fmla="*/ 145 w 198"/>
              <a:gd name="T19" fmla="*/ 54 h 121"/>
              <a:gd name="T20" fmla="*/ 149 w 198"/>
              <a:gd name="T21" fmla="*/ 60 h 121"/>
              <a:gd name="T22" fmla="*/ 94 w 198"/>
              <a:gd name="T23" fmla="*/ 53 h 121"/>
              <a:gd name="T24" fmla="*/ 136 w 198"/>
              <a:gd name="T25" fmla="*/ 57 h 121"/>
              <a:gd name="T26" fmla="*/ 166 w 198"/>
              <a:gd name="T27" fmla="*/ 82 h 121"/>
              <a:gd name="T28" fmla="*/ 166 w 198"/>
              <a:gd name="T29" fmla="*/ 96 h 121"/>
              <a:gd name="T30" fmla="*/ 161 w 198"/>
              <a:gd name="T31" fmla="*/ 84 h 121"/>
              <a:gd name="T32" fmla="*/ 130 w 198"/>
              <a:gd name="T33" fmla="*/ 88 h 121"/>
              <a:gd name="T34" fmla="*/ 65 w 198"/>
              <a:gd name="T35" fmla="*/ 105 h 121"/>
              <a:gd name="T36" fmla="*/ 41 w 198"/>
              <a:gd name="T37" fmla="*/ 10 h 121"/>
              <a:gd name="T38" fmla="*/ 49 w 198"/>
              <a:gd name="T39" fmla="*/ 34 h 121"/>
              <a:gd name="T40" fmla="*/ 171 w 198"/>
              <a:gd name="T41" fmla="*/ 89 h 121"/>
              <a:gd name="T42" fmla="*/ 164 w 198"/>
              <a:gd name="T43" fmla="*/ 85 h 121"/>
              <a:gd name="T44" fmla="*/ 166 w 198"/>
              <a:gd name="T45" fmla="*/ 94 h 121"/>
              <a:gd name="T46" fmla="*/ 28 w 198"/>
              <a:gd name="T47" fmla="*/ 43 h 121"/>
              <a:gd name="T48" fmla="*/ 47 w 198"/>
              <a:gd name="T49" fmla="*/ 13 h 121"/>
              <a:gd name="T50" fmla="*/ 60 w 198"/>
              <a:gd name="T51" fmla="*/ 101 h 121"/>
              <a:gd name="T52" fmla="*/ 0 w 198"/>
              <a:gd name="T53" fmla="*/ 90 h 121"/>
              <a:gd name="T54" fmla="*/ 32 w 198"/>
              <a:gd name="T55" fmla="*/ 59 h 121"/>
              <a:gd name="T56" fmla="*/ 31 w 198"/>
              <a:gd name="T57" fmla="*/ 109 h 121"/>
              <a:gd name="T58" fmla="*/ 31 w 198"/>
              <a:gd name="T59" fmla="*/ 72 h 121"/>
              <a:gd name="T60" fmla="*/ 30 w 198"/>
              <a:gd name="T61" fmla="*/ 96 h 121"/>
              <a:gd name="T62" fmla="*/ 30 w 198"/>
              <a:gd name="T63" fmla="*/ 82 h 121"/>
              <a:gd name="T64" fmla="*/ 30 w 198"/>
              <a:gd name="T65" fmla="*/ 96 h 121"/>
              <a:gd name="T66" fmla="*/ 25 w 198"/>
              <a:gd name="T67" fmla="*/ 89 h 121"/>
              <a:gd name="T68" fmla="*/ 35 w 198"/>
              <a:gd name="T69" fmla="*/ 89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8" h="121">
                <a:moveTo>
                  <a:pt x="167" y="121"/>
                </a:moveTo>
                <a:cubicBezTo>
                  <a:pt x="150" y="121"/>
                  <a:pt x="136" y="107"/>
                  <a:pt x="136" y="90"/>
                </a:cubicBezTo>
                <a:cubicBezTo>
                  <a:pt x="136" y="89"/>
                  <a:pt x="136" y="88"/>
                  <a:pt x="136" y="87"/>
                </a:cubicBezTo>
                <a:cubicBezTo>
                  <a:pt x="140" y="87"/>
                  <a:pt x="144" y="88"/>
                  <a:pt x="148" y="88"/>
                </a:cubicBezTo>
                <a:cubicBezTo>
                  <a:pt x="148" y="89"/>
                  <a:pt x="148" y="89"/>
                  <a:pt x="148" y="90"/>
                </a:cubicBezTo>
                <a:cubicBezTo>
                  <a:pt x="148" y="100"/>
                  <a:pt x="156" y="109"/>
                  <a:pt x="167" y="109"/>
                </a:cubicBezTo>
                <a:cubicBezTo>
                  <a:pt x="177" y="109"/>
                  <a:pt x="185" y="100"/>
                  <a:pt x="185" y="90"/>
                </a:cubicBezTo>
                <a:cubicBezTo>
                  <a:pt x="185" y="80"/>
                  <a:pt x="177" y="72"/>
                  <a:pt x="168" y="72"/>
                </a:cubicBezTo>
                <a:cubicBezTo>
                  <a:pt x="160" y="60"/>
                  <a:pt x="160" y="60"/>
                  <a:pt x="160" y="60"/>
                </a:cubicBezTo>
                <a:cubicBezTo>
                  <a:pt x="162" y="60"/>
                  <a:pt x="164" y="59"/>
                  <a:pt x="167" y="59"/>
                </a:cubicBezTo>
                <a:cubicBezTo>
                  <a:pt x="184" y="59"/>
                  <a:pt x="198" y="73"/>
                  <a:pt x="198" y="90"/>
                </a:cubicBezTo>
                <a:cubicBezTo>
                  <a:pt x="198" y="107"/>
                  <a:pt x="184" y="121"/>
                  <a:pt x="167" y="121"/>
                </a:cubicBezTo>
                <a:close/>
                <a:moveTo>
                  <a:pt x="76" y="33"/>
                </a:moveTo>
                <a:cubicBezTo>
                  <a:pt x="94" y="32"/>
                  <a:pt x="102" y="31"/>
                  <a:pt x="106" y="31"/>
                </a:cubicBezTo>
                <a:cubicBezTo>
                  <a:pt x="127" y="56"/>
                  <a:pt x="145" y="29"/>
                  <a:pt x="145" y="29"/>
                </a:cubicBezTo>
                <a:cubicBezTo>
                  <a:pt x="180" y="30"/>
                  <a:pt x="180" y="30"/>
                  <a:pt x="180" y="30"/>
                </a:cubicBezTo>
                <a:cubicBezTo>
                  <a:pt x="111" y="65"/>
                  <a:pt x="111" y="65"/>
                  <a:pt x="111" y="65"/>
                </a:cubicBezTo>
                <a:cubicBezTo>
                  <a:pt x="111" y="65"/>
                  <a:pt x="99" y="39"/>
                  <a:pt x="76" y="33"/>
                </a:cubicBezTo>
                <a:close/>
                <a:moveTo>
                  <a:pt x="149" y="60"/>
                </a:moveTo>
                <a:cubicBezTo>
                  <a:pt x="145" y="54"/>
                  <a:pt x="145" y="54"/>
                  <a:pt x="145" y="54"/>
                </a:cubicBezTo>
                <a:cubicBezTo>
                  <a:pt x="177" y="44"/>
                  <a:pt x="177" y="44"/>
                  <a:pt x="177" y="44"/>
                </a:cubicBezTo>
                <a:lnTo>
                  <a:pt x="149" y="60"/>
                </a:lnTo>
                <a:close/>
                <a:moveTo>
                  <a:pt x="49" y="34"/>
                </a:moveTo>
                <a:cubicBezTo>
                  <a:pt x="51" y="33"/>
                  <a:pt x="68" y="30"/>
                  <a:pt x="94" y="53"/>
                </a:cubicBezTo>
                <a:cubicBezTo>
                  <a:pt x="102" y="59"/>
                  <a:pt x="105" y="73"/>
                  <a:pt x="106" y="77"/>
                </a:cubicBezTo>
                <a:cubicBezTo>
                  <a:pt x="136" y="57"/>
                  <a:pt x="136" y="57"/>
                  <a:pt x="136" y="57"/>
                </a:cubicBezTo>
                <a:cubicBezTo>
                  <a:pt x="165" y="82"/>
                  <a:pt x="165" y="82"/>
                  <a:pt x="165" y="82"/>
                </a:cubicBezTo>
                <a:cubicBezTo>
                  <a:pt x="165" y="82"/>
                  <a:pt x="166" y="82"/>
                  <a:pt x="166" y="82"/>
                </a:cubicBezTo>
                <a:cubicBezTo>
                  <a:pt x="170" y="82"/>
                  <a:pt x="173" y="85"/>
                  <a:pt x="173" y="89"/>
                </a:cubicBezTo>
                <a:cubicBezTo>
                  <a:pt x="173" y="93"/>
                  <a:pt x="170" y="96"/>
                  <a:pt x="166" y="96"/>
                </a:cubicBezTo>
                <a:cubicBezTo>
                  <a:pt x="162" y="96"/>
                  <a:pt x="159" y="93"/>
                  <a:pt x="159" y="89"/>
                </a:cubicBezTo>
                <a:cubicBezTo>
                  <a:pt x="159" y="87"/>
                  <a:pt x="160" y="85"/>
                  <a:pt x="161" y="84"/>
                </a:cubicBezTo>
                <a:cubicBezTo>
                  <a:pt x="149" y="80"/>
                  <a:pt x="128" y="76"/>
                  <a:pt x="114" y="86"/>
                </a:cubicBezTo>
                <a:cubicBezTo>
                  <a:pt x="118" y="88"/>
                  <a:pt x="123" y="89"/>
                  <a:pt x="130" y="88"/>
                </a:cubicBezTo>
                <a:cubicBezTo>
                  <a:pt x="130" y="91"/>
                  <a:pt x="130" y="101"/>
                  <a:pt x="130" y="101"/>
                </a:cubicBezTo>
                <a:cubicBezTo>
                  <a:pt x="130" y="101"/>
                  <a:pt x="110" y="105"/>
                  <a:pt x="65" y="105"/>
                </a:cubicBezTo>
                <a:cubicBezTo>
                  <a:pt x="60" y="54"/>
                  <a:pt x="17" y="46"/>
                  <a:pt x="17" y="46"/>
                </a:cubicBezTo>
                <a:cubicBezTo>
                  <a:pt x="17" y="46"/>
                  <a:pt x="37" y="15"/>
                  <a:pt x="41" y="10"/>
                </a:cubicBezTo>
                <a:cubicBezTo>
                  <a:pt x="59" y="0"/>
                  <a:pt x="64" y="16"/>
                  <a:pt x="64" y="16"/>
                </a:cubicBezTo>
                <a:cubicBezTo>
                  <a:pt x="64" y="16"/>
                  <a:pt x="49" y="23"/>
                  <a:pt x="49" y="34"/>
                </a:cubicBezTo>
                <a:close/>
                <a:moveTo>
                  <a:pt x="166" y="94"/>
                </a:moveTo>
                <a:cubicBezTo>
                  <a:pt x="169" y="94"/>
                  <a:pt x="171" y="92"/>
                  <a:pt x="171" y="89"/>
                </a:cubicBezTo>
                <a:cubicBezTo>
                  <a:pt x="171" y="88"/>
                  <a:pt x="170" y="88"/>
                  <a:pt x="170" y="87"/>
                </a:cubicBezTo>
                <a:cubicBezTo>
                  <a:pt x="169" y="86"/>
                  <a:pt x="167" y="86"/>
                  <a:pt x="164" y="85"/>
                </a:cubicBezTo>
                <a:cubicBezTo>
                  <a:pt x="162" y="85"/>
                  <a:pt x="161" y="87"/>
                  <a:pt x="161" y="89"/>
                </a:cubicBezTo>
                <a:cubicBezTo>
                  <a:pt x="161" y="92"/>
                  <a:pt x="163" y="94"/>
                  <a:pt x="166" y="94"/>
                </a:cubicBezTo>
                <a:close/>
                <a:moveTo>
                  <a:pt x="47" y="13"/>
                </a:moveTo>
                <a:cubicBezTo>
                  <a:pt x="44" y="15"/>
                  <a:pt x="37" y="22"/>
                  <a:pt x="28" y="43"/>
                </a:cubicBezTo>
                <a:cubicBezTo>
                  <a:pt x="41" y="22"/>
                  <a:pt x="56" y="16"/>
                  <a:pt x="56" y="16"/>
                </a:cubicBezTo>
                <a:cubicBezTo>
                  <a:pt x="56" y="16"/>
                  <a:pt x="53" y="10"/>
                  <a:pt x="47" y="13"/>
                </a:cubicBezTo>
                <a:close/>
                <a:moveTo>
                  <a:pt x="32" y="59"/>
                </a:moveTo>
                <a:cubicBezTo>
                  <a:pt x="54" y="75"/>
                  <a:pt x="54" y="79"/>
                  <a:pt x="60" y="101"/>
                </a:cubicBezTo>
                <a:cubicBezTo>
                  <a:pt x="55" y="113"/>
                  <a:pt x="44" y="121"/>
                  <a:pt x="31" y="121"/>
                </a:cubicBezTo>
                <a:cubicBezTo>
                  <a:pt x="14" y="121"/>
                  <a:pt x="0" y="107"/>
                  <a:pt x="0" y="90"/>
                </a:cubicBezTo>
                <a:cubicBezTo>
                  <a:pt x="0" y="73"/>
                  <a:pt x="14" y="59"/>
                  <a:pt x="31" y="59"/>
                </a:cubicBezTo>
                <a:cubicBezTo>
                  <a:pt x="31" y="59"/>
                  <a:pt x="31" y="59"/>
                  <a:pt x="32" y="59"/>
                </a:cubicBezTo>
                <a:close/>
                <a:moveTo>
                  <a:pt x="12" y="90"/>
                </a:moveTo>
                <a:cubicBezTo>
                  <a:pt x="12" y="100"/>
                  <a:pt x="20" y="109"/>
                  <a:pt x="31" y="109"/>
                </a:cubicBezTo>
                <a:cubicBezTo>
                  <a:pt x="41" y="109"/>
                  <a:pt x="49" y="100"/>
                  <a:pt x="49" y="90"/>
                </a:cubicBezTo>
                <a:cubicBezTo>
                  <a:pt x="49" y="80"/>
                  <a:pt x="41" y="72"/>
                  <a:pt x="31" y="72"/>
                </a:cubicBezTo>
                <a:cubicBezTo>
                  <a:pt x="20" y="72"/>
                  <a:pt x="12" y="80"/>
                  <a:pt x="12" y="90"/>
                </a:cubicBezTo>
                <a:close/>
                <a:moveTo>
                  <a:pt x="30" y="96"/>
                </a:moveTo>
                <a:cubicBezTo>
                  <a:pt x="26" y="96"/>
                  <a:pt x="23" y="93"/>
                  <a:pt x="23" y="89"/>
                </a:cubicBezTo>
                <a:cubicBezTo>
                  <a:pt x="23" y="85"/>
                  <a:pt x="26" y="82"/>
                  <a:pt x="30" y="82"/>
                </a:cubicBezTo>
                <a:cubicBezTo>
                  <a:pt x="34" y="82"/>
                  <a:pt x="37" y="85"/>
                  <a:pt x="37" y="89"/>
                </a:cubicBezTo>
                <a:cubicBezTo>
                  <a:pt x="37" y="93"/>
                  <a:pt x="34" y="96"/>
                  <a:pt x="30" y="96"/>
                </a:cubicBezTo>
                <a:close/>
                <a:moveTo>
                  <a:pt x="30" y="84"/>
                </a:moveTo>
                <a:cubicBezTo>
                  <a:pt x="27" y="84"/>
                  <a:pt x="25" y="86"/>
                  <a:pt x="25" y="89"/>
                </a:cubicBezTo>
                <a:cubicBezTo>
                  <a:pt x="25" y="92"/>
                  <a:pt x="27" y="94"/>
                  <a:pt x="30" y="94"/>
                </a:cubicBezTo>
                <a:cubicBezTo>
                  <a:pt x="33" y="94"/>
                  <a:pt x="35" y="92"/>
                  <a:pt x="35" y="89"/>
                </a:cubicBezTo>
                <a:cubicBezTo>
                  <a:pt x="35" y="86"/>
                  <a:pt x="33" y="84"/>
                  <a:pt x="30" y="84"/>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114"/>
          <p:cNvSpPr>
            <a:spLocks noEditPoints="1"/>
          </p:cNvSpPr>
          <p:nvPr/>
        </p:nvSpPr>
        <p:spPr bwMode="auto">
          <a:xfrm>
            <a:off x="5905991" y="3851236"/>
            <a:ext cx="397779" cy="394968"/>
          </a:xfrm>
          <a:custGeom>
            <a:avLst/>
            <a:gdLst>
              <a:gd name="T0" fmla="*/ 228 w 283"/>
              <a:gd name="T1" fmla="*/ 281 h 281"/>
              <a:gd name="T2" fmla="*/ 0 w 283"/>
              <a:gd name="T3" fmla="*/ 281 h 281"/>
              <a:gd name="T4" fmla="*/ 166 w 283"/>
              <a:gd name="T5" fmla="*/ 0 h 281"/>
              <a:gd name="T6" fmla="*/ 283 w 283"/>
              <a:gd name="T7" fmla="*/ 0 h 281"/>
              <a:gd name="T8" fmla="*/ 228 w 283"/>
              <a:gd name="T9" fmla="*/ 281 h 281"/>
              <a:gd name="T10" fmla="*/ 116 w 283"/>
              <a:gd name="T11" fmla="*/ 269 h 281"/>
              <a:gd name="T12" fmla="*/ 133 w 283"/>
              <a:gd name="T13" fmla="*/ 269 h 281"/>
              <a:gd name="T14" fmla="*/ 150 w 283"/>
              <a:gd name="T15" fmla="*/ 219 h 281"/>
              <a:gd name="T16" fmla="*/ 133 w 283"/>
              <a:gd name="T17" fmla="*/ 219 h 281"/>
              <a:gd name="T18" fmla="*/ 116 w 283"/>
              <a:gd name="T19" fmla="*/ 269 h 281"/>
              <a:gd name="T20" fmla="*/ 158 w 283"/>
              <a:gd name="T21" fmla="*/ 146 h 281"/>
              <a:gd name="T22" fmla="*/ 143 w 283"/>
              <a:gd name="T23" fmla="*/ 191 h 281"/>
              <a:gd name="T24" fmla="*/ 159 w 283"/>
              <a:gd name="T25" fmla="*/ 191 h 281"/>
              <a:gd name="T26" fmla="*/ 175 w 283"/>
              <a:gd name="T27" fmla="*/ 146 h 281"/>
              <a:gd name="T28" fmla="*/ 158 w 283"/>
              <a:gd name="T29" fmla="*/ 146 h 281"/>
              <a:gd name="T30" fmla="*/ 168 w 283"/>
              <a:gd name="T31" fmla="*/ 118 h 281"/>
              <a:gd name="T32" fmla="*/ 185 w 283"/>
              <a:gd name="T33" fmla="*/ 118 h 281"/>
              <a:gd name="T34" fmla="*/ 200 w 283"/>
              <a:gd name="T35" fmla="*/ 73 h 281"/>
              <a:gd name="T36" fmla="*/ 183 w 283"/>
              <a:gd name="T37" fmla="*/ 73 h 281"/>
              <a:gd name="T38" fmla="*/ 168 w 283"/>
              <a:gd name="T39" fmla="*/ 118 h 281"/>
              <a:gd name="T40" fmla="*/ 204 w 283"/>
              <a:gd name="T41" fmla="*/ 11 h 281"/>
              <a:gd name="T42" fmla="*/ 192 w 283"/>
              <a:gd name="T43" fmla="*/ 50 h 281"/>
              <a:gd name="T44" fmla="*/ 208 w 283"/>
              <a:gd name="T45" fmla="*/ 50 h 281"/>
              <a:gd name="T46" fmla="*/ 221 w 283"/>
              <a:gd name="T47" fmla="*/ 11 h 281"/>
              <a:gd name="T48" fmla="*/ 204 w 283"/>
              <a:gd name="T49" fmla="*/ 11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83" h="281">
                <a:moveTo>
                  <a:pt x="228" y="281"/>
                </a:moveTo>
                <a:lnTo>
                  <a:pt x="0" y="281"/>
                </a:lnTo>
                <a:lnTo>
                  <a:pt x="166" y="0"/>
                </a:lnTo>
                <a:lnTo>
                  <a:pt x="283" y="0"/>
                </a:lnTo>
                <a:lnTo>
                  <a:pt x="228" y="281"/>
                </a:lnTo>
                <a:close/>
                <a:moveTo>
                  <a:pt x="116" y="269"/>
                </a:moveTo>
                <a:lnTo>
                  <a:pt x="133" y="269"/>
                </a:lnTo>
                <a:lnTo>
                  <a:pt x="150" y="219"/>
                </a:lnTo>
                <a:lnTo>
                  <a:pt x="133" y="219"/>
                </a:lnTo>
                <a:lnTo>
                  <a:pt x="116" y="269"/>
                </a:lnTo>
                <a:close/>
                <a:moveTo>
                  <a:pt x="158" y="146"/>
                </a:moveTo>
                <a:lnTo>
                  <a:pt x="143" y="191"/>
                </a:lnTo>
                <a:lnTo>
                  <a:pt x="159" y="191"/>
                </a:lnTo>
                <a:lnTo>
                  <a:pt x="175" y="146"/>
                </a:lnTo>
                <a:lnTo>
                  <a:pt x="158" y="146"/>
                </a:lnTo>
                <a:close/>
                <a:moveTo>
                  <a:pt x="168" y="118"/>
                </a:moveTo>
                <a:lnTo>
                  <a:pt x="185" y="118"/>
                </a:lnTo>
                <a:lnTo>
                  <a:pt x="200" y="73"/>
                </a:lnTo>
                <a:lnTo>
                  <a:pt x="183" y="73"/>
                </a:lnTo>
                <a:lnTo>
                  <a:pt x="168" y="118"/>
                </a:lnTo>
                <a:close/>
                <a:moveTo>
                  <a:pt x="204" y="11"/>
                </a:moveTo>
                <a:lnTo>
                  <a:pt x="192" y="50"/>
                </a:lnTo>
                <a:lnTo>
                  <a:pt x="208" y="50"/>
                </a:lnTo>
                <a:lnTo>
                  <a:pt x="221" y="11"/>
                </a:lnTo>
                <a:lnTo>
                  <a:pt x="204" y="11"/>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115"/>
          <p:cNvSpPr>
            <a:spLocks noEditPoints="1"/>
          </p:cNvSpPr>
          <p:nvPr/>
        </p:nvSpPr>
        <p:spPr bwMode="auto">
          <a:xfrm>
            <a:off x="6378264" y="3852641"/>
            <a:ext cx="393562" cy="394968"/>
          </a:xfrm>
          <a:custGeom>
            <a:avLst/>
            <a:gdLst>
              <a:gd name="T0" fmla="*/ 180 w 200"/>
              <a:gd name="T1" fmla="*/ 10 h 200"/>
              <a:gd name="T2" fmla="*/ 20 w 200"/>
              <a:gd name="T3" fmla="*/ 28 h 200"/>
              <a:gd name="T4" fmla="*/ 10 w 200"/>
              <a:gd name="T5" fmla="*/ 0 h 200"/>
              <a:gd name="T6" fmla="*/ 0 w 200"/>
              <a:gd name="T7" fmla="*/ 200 h 200"/>
              <a:gd name="T8" fmla="*/ 20 w 200"/>
              <a:gd name="T9" fmla="*/ 108 h 200"/>
              <a:gd name="T10" fmla="*/ 180 w 200"/>
              <a:gd name="T11" fmla="*/ 200 h 200"/>
              <a:gd name="T12" fmla="*/ 200 w 200"/>
              <a:gd name="T13" fmla="*/ 10 h 200"/>
              <a:gd name="T14" fmla="*/ 180 w 200"/>
              <a:gd name="T15" fmla="*/ 100 h 200"/>
              <a:gd name="T16" fmla="*/ 20 w 200"/>
              <a:gd name="T17" fmla="*/ 36 h 200"/>
              <a:gd name="T18" fmla="*/ 180 w 200"/>
              <a:gd name="T19" fmla="*/ 100 h 200"/>
              <a:gd name="T20" fmla="*/ 37 w 200"/>
              <a:gd name="T21" fmla="*/ 76 h 200"/>
              <a:gd name="T22" fmla="*/ 44 w 200"/>
              <a:gd name="T23" fmla="*/ 84 h 200"/>
              <a:gd name="T24" fmla="*/ 49 w 200"/>
              <a:gd name="T25" fmla="*/ 65 h 200"/>
              <a:gd name="T26" fmla="*/ 48 w 200"/>
              <a:gd name="T27" fmla="*/ 57 h 200"/>
              <a:gd name="T28" fmla="*/ 56 w 200"/>
              <a:gd name="T29" fmla="*/ 53 h 200"/>
              <a:gd name="T30" fmla="*/ 35 w 200"/>
              <a:gd name="T31" fmla="*/ 61 h 200"/>
              <a:gd name="T32" fmla="*/ 50 w 200"/>
              <a:gd name="T33" fmla="*/ 75 h 200"/>
              <a:gd name="T34" fmla="*/ 68 w 200"/>
              <a:gd name="T35" fmla="*/ 84 h 200"/>
              <a:gd name="T36" fmla="*/ 76 w 200"/>
              <a:gd name="T37" fmla="*/ 58 h 200"/>
              <a:gd name="T38" fmla="*/ 85 w 200"/>
              <a:gd name="T39" fmla="*/ 52 h 200"/>
              <a:gd name="T40" fmla="*/ 60 w 200"/>
              <a:gd name="T41" fmla="*/ 58 h 200"/>
              <a:gd name="T42" fmla="*/ 68 w 200"/>
              <a:gd name="T43" fmla="*/ 84 h 200"/>
              <a:gd name="T44" fmla="*/ 93 w 200"/>
              <a:gd name="T45" fmla="*/ 76 h 200"/>
              <a:gd name="T46" fmla="*/ 104 w 200"/>
              <a:gd name="T47" fmla="*/ 84 h 200"/>
              <a:gd name="T48" fmla="*/ 102 w 200"/>
              <a:gd name="T49" fmla="*/ 52 h 200"/>
              <a:gd name="T50" fmla="*/ 83 w 200"/>
              <a:gd name="T51" fmla="*/ 84 h 200"/>
              <a:gd name="T52" fmla="*/ 96 w 200"/>
              <a:gd name="T53" fmla="*/ 63 h 200"/>
              <a:gd name="T54" fmla="*/ 97 w 200"/>
              <a:gd name="T55" fmla="*/ 57 h 200"/>
              <a:gd name="T56" fmla="*/ 101 w 200"/>
              <a:gd name="T57" fmla="*/ 70 h 200"/>
              <a:gd name="T58" fmla="*/ 96 w 200"/>
              <a:gd name="T59" fmla="*/ 63 h 200"/>
              <a:gd name="T60" fmla="*/ 126 w 200"/>
              <a:gd name="T61" fmla="*/ 71 h 200"/>
              <a:gd name="T62" fmla="*/ 133 w 200"/>
              <a:gd name="T63" fmla="*/ 84 h 200"/>
              <a:gd name="T64" fmla="*/ 138 w 200"/>
              <a:gd name="T65" fmla="*/ 75 h 200"/>
              <a:gd name="T66" fmla="*/ 134 w 200"/>
              <a:gd name="T67" fmla="*/ 69 h 200"/>
              <a:gd name="T68" fmla="*/ 137 w 200"/>
              <a:gd name="T69" fmla="*/ 54 h 200"/>
              <a:gd name="T70" fmla="*/ 117 w 200"/>
              <a:gd name="T71" fmla="*/ 52 h 200"/>
              <a:gd name="T72" fmla="*/ 124 w 200"/>
              <a:gd name="T73" fmla="*/ 84 h 200"/>
              <a:gd name="T74" fmla="*/ 124 w 200"/>
              <a:gd name="T75" fmla="*/ 57 h 200"/>
              <a:gd name="T76" fmla="*/ 132 w 200"/>
              <a:gd name="T77" fmla="*/ 61 h 200"/>
              <a:gd name="T78" fmla="*/ 124 w 200"/>
              <a:gd name="T79" fmla="*/ 66 h 200"/>
              <a:gd name="T80" fmla="*/ 151 w 200"/>
              <a:gd name="T81" fmla="*/ 84 h 200"/>
              <a:gd name="T82" fmla="*/ 159 w 200"/>
              <a:gd name="T83" fmla="*/ 58 h 200"/>
              <a:gd name="T84" fmla="*/ 167 w 200"/>
              <a:gd name="T85" fmla="*/ 52 h 200"/>
              <a:gd name="T86" fmla="*/ 143 w 200"/>
              <a:gd name="T87" fmla="*/ 58 h 200"/>
              <a:gd name="T88" fmla="*/ 151 w 200"/>
              <a:gd name="T89" fmla="*/ 84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0" h="200">
                <a:moveTo>
                  <a:pt x="190" y="0"/>
                </a:moveTo>
                <a:cubicBezTo>
                  <a:pt x="185" y="0"/>
                  <a:pt x="180" y="5"/>
                  <a:pt x="180" y="10"/>
                </a:cubicBezTo>
                <a:cubicBezTo>
                  <a:pt x="180" y="28"/>
                  <a:pt x="180" y="28"/>
                  <a:pt x="180" y="28"/>
                </a:cubicBezTo>
                <a:cubicBezTo>
                  <a:pt x="20" y="28"/>
                  <a:pt x="20" y="28"/>
                  <a:pt x="20" y="28"/>
                </a:cubicBezTo>
                <a:cubicBezTo>
                  <a:pt x="20" y="10"/>
                  <a:pt x="20" y="10"/>
                  <a:pt x="20" y="10"/>
                </a:cubicBezTo>
                <a:cubicBezTo>
                  <a:pt x="20" y="5"/>
                  <a:pt x="16" y="0"/>
                  <a:pt x="10" y="0"/>
                </a:cubicBezTo>
                <a:cubicBezTo>
                  <a:pt x="5" y="0"/>
                  <a:pt x="0" y="5"/>
                  <a:pt x="0" y="10"/>
                </a:cubicBezTo>
                <a:cubicBezTo>
                  <a:pt x="0" y="200"/>
                  <a:pt x="0" y="200"/>
                  <a:pt x="0" y="200"/>
                </a:cubicBezTo>
                <a:cubicBezTo>
                  <a:pt x="20" y="200"/>
                  <a:pt x="20" y="200"/>
                  <a:pt x="20" y="200"/>
                </a:cubicBezTo>
                <a:cubicBezTo>
                  <a:pt x="20" y="108"/>
                  <a:pt x="20" y="108"/>
                  <a:pt x="20" y="108"/>
                </a:cubicBezTo>
                <a:cubicBezTo>
                  <a:pt x="180" y="108"/>
                  <a:pt x="180" y="108"/>
                  <a:pt x="180" y="108"/>
                </a:cubicBezTo>
                <a:cubicBezTo>
                  <a:pt x="180" y="200"/>
                  <a:pt x="180" y="200"/>
                  <a:pt x="180" y="200"/>
                </a:cubicBezTo>
                <a:cubicBezTo>
                  <a:pt x="200" y="200"/>
                  <a:pt x="200" y="200"/>
                  <a:pt x="200" y="200"/>
                </a:cubicBezTo>
                <a:cubicBezTo>
                  <a:pt x="200" y="10"/>
                  <a:pt x="200" y="10"/>
                  <a:pt x="200" y="10"/>
                </a:cubicBezTo>
                <a:cubicBezTo>
                  <a:pt x="200" y="5"/>
                  <a:pt x="196" y="0"/>
                  <a:pt x="190" y="0"/>
                </a:cubicBezTo>
                <a:close/>
                <a:moveTo>
                  <a:pt x="180" y="100"/>
                </a:moveTo>
                <a:cubicBezTo>
                  <a:pt x="20" y="100"/>
                  <a:pt x="20" y="100"/>
                  <a:pt x="20" y="100"/>
                </a:cubicBezTo>
                <a:cubicBezTo>
                  <a:pt x="20" y="36"/>
                  <a:pt x="20" y="36"/>
                  <a:pt x="20" y="36"/>
                </a:cubicBezTo>
                <a:cubicBezTo>
                  <a:pt x="180" y="36"/>
                  <a:pt x="180" y="36"/>
                  <a:pt x="180" y="36"/>
                </a:cubicBezTo>
                <a:lnTo>
                  <a:pt x="180" y="100"/>
                </a:lnTo>
                <a:close/>
                <a:moveTo>
                  <a:pt x="45" y="78"/>
                </a:moveTo>
                <a:cubicBezTo>
                  <a:pt x="42" y="78"/>
                  <a:pt x="38" y="77"/>
                  <a:pt x="37" y="76"/>
                </a:cubicBezTo>
                <a:cubicBezTo>
                  <a:pt x="35" y="82"/>
                  <a:pt x="35" y="82"/>
                  <a:pt x="35" y="82"/>
                </a:cubicBezTo>
                <a:cubicBezTo>
                  <a:pt x="37" y="83"/>
                  <a:pt x="41" y="84"/>
                  <a:pt x="44" y="84"/>
                </a:cubicBezTo>
                <a:cubicBezTo>
                  <a:pt x="53" y="84"/>
                  <a:pt x="57" y="80"/>
                  <a:pt x="57" y="74"/>
                </a:cubicBezTo>
                <a:cubicBezTo>
                  <a:pt x="57" y="70"/>
                  <a:pt x="55" y="67"/>
                  <a:pt x="49" y="65"/>
                </a:cubicBezTo>
                <a:cubicBezTo>
                  <a:pt x="45" y="63"/>
                  <a:pt x="43" y="62"/>
                  <a:pt x="43" y="60"/>
                </a:cubicBezTo>
                <a:cubicBezTo>
                  <a:pt x="43" y="59"/>
                  <a:pt x="44" y="57"/>
                  <a:pt x="48" y="57"/>
                </a:cubicBezTo>
                <a:cubicBezTo>
                  <a:pt x="51" y="57"/>
                  <a:pt x="53" y="58"/>
                  <a:pt x="54" y="59"/>
                </a:cubicBezTo>
                <a:cubicBezTo>
                  <a:pt x="56" y="53"/>
                  <a:pt x="56" y="53"/>
                  <a:pt x="56" y="53"/>
                </a:cubicBezTo>
                <a:cubicBezTo>
                  <a:pt x="54" y="52"/>
                  <a:pt x="51" y="51"/>
                  <a:pt x="48" y="51"/>
                </a:cubicBezTo>
                <a:cubicBezTo>
                  <a:pt x="40" y="51"/>
                  <a:pt x="35" y="55"/>
                  <a:pt x="35" y="61"/>
                </a:cubicBezTo>
                <a:cubicBezTo>
                  <a:pt x="35" y="65"/>
                  <a:pt x="39" y="68"/>
                  <a:pt x="44" y="70"/>
                </a:cubicBezTo>
                <a:cubicBezTo>
                  <a:pt x="48" y="72"/>
                  <a:pt x="50" y="73"/>
                  <a:pt x="50" y="75"/>
                </a:cubicBezTo>
                <a:cubicBezTo>
                  <a:pt x="50" y="77"/>
                  <a:pt x="48" y="78"/>
                  <a:pt x="45" y="78"/>
                </a:cubicBezTo>
                <a:close/>
                <a:moveTo>
                  <a:pt x="68" y="84"/>
                </a:moveTo>
                <a:cubicBezTo>
                  <a:pt x="76" y="84"/>
                  <a:pt x="76" y="84"/>
                  <a:pt x="76" y="84"/>
                </a:cubicBezTo>
                <a:cubicBezTo>
                  <a:pt x="76" y="58"/>
                  <a:pt x="76" y="58"/>
                  <a:pt x="76" y="58"/>
                </a:cubicBezTo>
                <a:cubicBezTo>
                  <a:pt x="85" y="58"/>
                  <a:pt x="85" y="58"/>
                  <a:pt x="85" y="58"/>
                </a:cubicBezTo>
                <a:cubicBezTo>
                  <a:pt x="85" y="52"/>
                  <a:pt x="85" y="52"/>
                  <a:pt x="85" y="52"/>
                </a:cubicBezTo>
                <a:cubicBezTo>
                  <a:pt x="60" y="52"/>
                  <a:pt x="60" y="52"/>
                  <a:pt x="60" y="52"/>
                </a:cubicBezTo>
                <a:cubicBezTo>
                  <a:pt x="60" y="58"/>
                  <a:pt x="60" y="58"/>
                  <a:pt x="60" y="58"/>
                </a:cubicBezTo>
                <a:cubicBezTo>
                  <a:pt x="68" y="58"/>
                  <a:pt x="68" y="58"/>
                  <a:pt x="68" y="58"/>
                </a:cubicBezTo>
                <a:lnTo>
                  <a:pt x="68" y="84"/>
                </a:lnTo>
                <a:close/>
                <a:moveTo>
                  <a:pt x="90" y="84"/>
                </a:moveTo>
                <a:cubicBezTo>
                  <a:pt x="93" y="76"/>
                  <a:pt x="93" y="76"/>
                  <a:pt x="93" y="76"/>
                </a:cubicBezTo>
                <a:cubicBezTo>
                  <a:pt x="102" y="76"/>
                  <a:pt x="102" y="76"/>
                  <a:pt x="102" y="76"/>
                </a:cubicBezTo>
                <a:cubicBezTo>
                  <a:pt x="104" y="84"/>
                  <a:pt x="104" y="84"/>
                  <a:pt x="104" y="84"/>
                </a:cubicBezTo>
                <a:cubicBezTo>
                  <a:pt x="112" y="84"/>
                  <a:pt x="112" y="84"/>
                  <a:pt x="112" y="84"/>
                </a:cubicBezTo>
                <a:cubicBezTo>
                  <a:pt x="102" y="52"/>
                  <a:pt x="102" y="52"/>
                  <a:pt x="102" y="52"/>
                </a:cubicBezTo>
                <a:cubicBezTo>
                  <a:pt x="93" y="52"/>
                  <a:pt x="93" y="52"/>
                  <a:pt x="93" y="52"/>
                </a:cubicBezTo>
                <a:cubicBezTo>
                  <a:pt x="83" y="84"/>
                  <a:pt x="83" y="84"/>
                  <a:pt x="83" y="84"/>
                </a:cubicBezTo>
                <a:lnTo>
                  <a:pt x="90" y="84"/>
                </a:lnTo>
                <a:close/>
                <a:moveTo>
                  <a:pt x="96" y="63"/>
                </a:moveTo>
                <a:cubicBezTo>
                  <a:pt x="96" y="61"/>
                  <a:pt x="97" y="59"/>
                  <a:pt x="97" y="57"/>
                </a:cubicBezTo>
                <a:cubicBezTo>
                  <a:pt x="97" y="57"/>
                  <a:pt x="97" y="57"/>
                  <a:pt x="97" y="57"/>
                </a:cubicBezTo>
                <a:cubicBezTo>
                  <a:pt x="98" y="59"/>
                  <a:pt x="98" y="61"/>
                  <a:pt x="99" y="63"/>
                </a:cubicBezTo>
                <a:cubicBezTo>
                  <a:pt x="101" y="70"/>
                  <a:pt x="101" y="70"/>
                  <a:pt x="101" y="70"/>
                </a:cubicBezTo>
                <a:cubicBezTo>
                  <a:pt x="94" y="70"/>
                  <a:pt x="94" y="70"/>
                  <a:pt x="94" y="70"/>
                </a:cubicBezTo>
                <a:lnTo>
                  <a:pt x="96" y="63"/>
                </a:lnTo>
                <a:close/>
                <a:moveTo>
                  <a:pt x="124" y="71"/>
                </a:moveTo>
                <a:cubicBezTo>
                  <a:pt x="126" y="71"/>
                  <a:pt x="126" y="71"/>
                  <a:pt x="126" y="71"/>
                </a:cubicBezTo>
                <a:cubicBezTo>
                  <a:pt x="129" y="71"/>
                  <a:pt x="130" y="72"/>
                  <a:pt x="131" y="76"/>
                </a:cubicBezTo>
                <a:cubicBezTo>
                  <a:pt x="132" y="80"/>
                  <a:pt x="133" y="83"/>
                  <a:pt x="133" y="84"/>
                </a:cubicBezTo>
                <a:cubicBezTo>
                  <a:pt x="141" y="84"/>
                  <a:pt x="141" y="84"/>
                  <a:pt x="141" y="84"/>
                </a:cubicBezTo>
                <a:cubicBezTo>
                  <a:pt x="140" y="83"/>
                  <a:pt x="139" y="78"/>
                  <a:pt x="138" y="75"/>
                </a:cubicBezTo>
                <a:cubicBezTo>
                  <a:pt x="138" y="72"/>
                  <a:pt x="136" y="70"/>
                  <a:pt x="134" y="69"/>
                </a:cubicBezTo>
                <a:cubicBezTo>
                  <a:pt x="134" y="69"/>
                  <a:pt x="134" y="69"/>
                  <a:pt x="134" y="69"/>
                </a:cubicBezTo>
                <a:cubicBezTo>
                  <a:pt x="137" y="68"/>
                  <a:pt x="140" y="65"/>
                  <a:pt x="140" y="61"/>
                </a:cubicBezTo>
                <a:cubicBezTo>
                  <a:pt x="140" y="58"/>
                  <a:pt x="139" y="55"/>
                  <a:pt x="137" y="54"/>
                </a:cubicBezTo>
                <a:cubicBezTo>
                  <a:pt x="134" y="52"/>
                  <a:pt x="131" y="51"/>
                  <a:pt x="126" y="51"/>
                </a:cubicBezTo>
                <a:cubicBezTo>
                  <a:pt x="122" y="51"/>
                  <a:pt x="119" y="52"/>
                  <a:pt x="117" y="52"/>
                </a:cubicBezTo>
                <a:cubicBezTo>
                  <a:pt x="117" y="84"/>
                  <a:pt x="117" y="84"/>
                  <a:pt x="117" y="84"/>
                </a:cubicBezTo>
                <a:cubicBezTo>
                  <a:pt x="124" y="84"/>
                  <a:pt x="124" y="84"/>
                  <a:pt x="124" y="84"/>
                </a:cubicBezTo>
                <a:lnTo>
                  <a:pt x="124" y="71"/>
                </a:lnTo>
                <a:close/>
                <a:moveTo>
                  <a:pt x="124" y="57"/>
                </a:moveTo>
                <a:cubicBezTo>
                  <a:pt x="124" y="57"/>
                  <a:pt x="125" y="57"/>
                  <a:pt x="127" y="57"/>
                </a:cubicBezTo>
                <a:cubicBezTo>
                  <a:pt x="130" y="57"/>
                  <a:pt x="132" y="58"/>
                  <a:pt x="132" y="61"/>
                </a:cubicBezTo>
                <a:cubicBezTo>
                  <a:pt x="132" y="64"/>
                  <a:pt x="130" y="66"/>
                  <a:pt x="127" y="66"/>
                </a:cubicBezTo>
                <a:cubicBezTo>
                  <a:pt x="124" y="66"/>
                  <a:pt x="124" y="66"/>
                  <a:pt x="124" y="66"/>
                </a:cubicBezTo>
                <a:lnTo>
                  <a:pt x="124" y="57"/>
                </a:lnTo>
                <a:close/>
                <a:moveTo>
                  <a:pt x="151" y="84"/>
                </a:moveTo>
                <a:cubicBezTo>
                  <a:pt x="159" y="84"/>
                  <a:pt x="159" y="84"/>
                  <a:pt x="159" y="84"/>
                </a:cubicBezTo>
                <a:cubicBezTo>
                  <a:pt x="159" y="58"/>
                  <a:pt x="159" y="58"/>
                  <a:pt x="159" y="58"/>
                </a:cubicBezTo>
                <a:cubicBezTo>
                  <a:pt x="167" y="58"/>
                  <a:pt x="167" y="58"/>
                  <a:pt x="167" y="58"/>
                </a:cubicBezTo>
                <a:cubicBezTo>
                  <a:pt x="167" y="52"/>
                  <a:pt x="167" y="52"/>
                  <a:pt x="167" y="52"/>
                </a:cubicBezTo>
                <a:cubicBezTo>
                  <a:pt x="143" y="52"/>
                  <a:pt x="143" y="52"/>
                  <a:pt x="143" y="52"/>
                </a:cubicBezTo>
                <a:cubicBezTo>
                  <a:pt x="143" y="58"/>
                  <a:pt x="143" y="58"/>
                  <a:pt x="143" y="58"/>
                </a:cubicBezTo>
                <a:cubicBezTo>
                  <a:pt x="151" y="58"/>
                  <a:pt x="151" y="58"/>
                  <a:pt x="151" y="58"/>
                </a:cubicBezTo>
                <a:lnTo>
                  <a:pt x="151" y="84"/>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116"/>
          <p:cNvSpPr>
            <a:spLocks noEditPoints="1"/>
          </p:cNvSpPr>
          <p:nvPr/>
        </p:nvSpPr>
        <p:spPr bwMode="auto">
          <a:xfrm>
            <a:off x="6873028" y="3911675"/>
            <a:ext cx="392156" cy="278304"/>
          </a:xfrm>
          <a:custGeom>
            <a:avLst/>
            <a:gdLst>
              <a:gd name="T0" fmla="*/ 190 w 199"/>
              <a:gd name="T1" fmla="*/ 140 h 141"/>
              <a:gd name="T2" fmla="*/ 187 w 199"/>
              <a:gd name="T3" fmla="*/ 140 h 141"/>
              <a:gd name="T4" fmla="*/ 187 w 199"/>
              <a:gd name="T5" fmla="*/ 141 h 141"/>
              <a:gd name="T6" fmla="*/ 7 w 199"/>
              <a:gd name="T7" fmla="*/ 141 h 141"/>
              <a:gd name="T8" fmla="*/ 7 w 199"/>
              <a:gd name="T9" fmla="*/ 136 h 141"/>
              <a:gd name="T10" fmla="*/ 0 w 199"/>
              <a:gd name="T11" fmla="*/ 99 h 141"/>
              <a:gd name="T12" fmla="*/ 99 w 199"/>
              <a:gd name="T13" fmla="*/ 0 h 141"/>
              <a:gd name="T14" fmla="*/ 199 w 199"/>
              <a:gd name="T15" fmla="*/ 99 h 141"/>
              <a:gd name="T16" fmla="*/ 190 w 199"/>
              <a:gd name="T17" fmla="*/ 140 h 141"/>
              <a:gd name="T18" fmla="*/ 99 w 199"/>
              <a:gd name="T19" fmla="*/ 14 h 141"/>
              <a:gd name="T20" fmla="*/ 15 w 199"/>
              <a:gd name="T21" fmla="*/ 99 h 141"/>
              <a:gd name="T22" fmla="*/ 19 w 199"/>
              <a:gd name="T23" fmla="*/ 125 h 141"/>
              <a:gd name="T24" fmla="*/ 180 w 199"/>
              <a:gd name="T25" fmla="*/ 125 h 141"/>
              <a:gd name="T26" fmla="*/ 184 w 199"/>
              <a:gd name="T27" fmla="*/ 99 h 141"/>
              <a:gd name="T28" fmla="*/ 99 w 199"/>
              <a:gd name="T29" fmla="*/ 14 h 141"/>
              <a:gd name="T30" fmla="*/ 155 w 199"/>
              <a:gd name="T31" fmla="*/ 93 h 141"/>
              <a:gd name="T32" fmla="*/ 175 w 199"/>
              <a:gd name="T33" fmla="*/ 93 h 141"/>
              <a:gd name="T34" fmla="*/ 175 w 199"/>
              <a:gd name="T35" fmla="*/ 105 h 141"/>
              <a:gd name="T36" fmla="*/ 155 w 199"/>
              <a:gd name="T37" fmla="*/ 105 h 141"/>
              <a:gd name="T38" fmla="*/ 155 w 199"/>
              <a:gd name="T39" fmla="*/ 93 h 141"/>
              <a:gd name="T40" fmla="*/ 142 w 199"/>
              <a:gd name="T41" fmla="*/ 67 h 141"/>
              <a:gd name="T42" fmla="*/ 158 w 199"/>
              <a:gd name="T43" fmla="*/ 56 h 141"/>
              <a:gd name="T44" fmla="*/ 165 w 199"/>
              <a:gd name="T45" fmla="*/ 66 h 141"/>
              <a:gd name="T46" fmla="*/ 148 w 199"/>
              <a:gd name="T47" fmla="*/ 77 h 141"/>
              <a:gd name="T48" fmla="*/ 142 w 199"/>
              <a:gd name="T49" fmla="*/ 67 h 141"/>
              <a:gd name="T50" fmla="*/ 91 w 199"/>
              <a:gd name="T51" fmla="*/ 94 h 141"/>
              <a:gd name="T52" fmla="*/ 150 w 199"/>
              <a:gd name="T53" fmla="*/ 46 h 141"/>
              <a:gd name="T54" fmla="*/ 101 w 199"/>
              <a:gd name="T55" fmla="*/ 105 h 141"/>
              <a:gd name="T56" fmla="*/ 91 w 199"/>
              <a:gd name="T57" fmla="*/ 94 h 141"/>
              <a:gd name="T58" fmla="*/ 119 w 199"/>
              <a:gd name="T59" fmla="*/ 47 h 141"/>
              <a:gd name="T60" fmla="*/ 130 w 199"/>
              <a:gd name="T61" fmla="*/ 31 h 141"/>
              <a:gd name="T62" fmla="*/ 140 w 199"/>
              <a:gd name="T63" fmla="*/ 38 h 141"/>
              <a:gd name="T64" fmla="*/ 129 w 199"/>
              <a:gd name="T65" fmla="*/ 54 h 141"/>
              <a:gd name="T66" fmla="*/ 119 w 199"/>
              <a:gd name="T67" fmla="*/ 47 h 141"/>
              <a:gd name="T68" fmla="*/ 91 w 199"/>
              <a:gd name="T69" fmla="*/ 25 h 141"/>
              <a:gd name="T70" fmla="*/ 103 w 199"/>
              <a:gd name="T71" fmla="*/ 25 h 141"/>
              <a:gd name="T72" fmla="*/ 103 w 199"/>
              <a:gd name="T73" fmla="*/ 45 h 141"/>
              <a:gd name="T74" fmla="*/ 91 w 199"/>
              <a:gd name="T75" fmla="*/ 45 h 141"/>
              <a:gd name="T76" fmla="*/ 91 w 199"/>
              <a:gd name="T77" fmla="*/ 25 h 141"/>
              <a:gd name="T78" fmla="*/ 102 w 199"/>
              <a:gd name="T79" fmla="*/ 81 h 141"/>
              <a:gd name="T80" fmla="*/ 84 w 199"/>
              <a:gd name="T81" fmla="*/ 95 h 141"/>
              <a:gd name="T82" fmla="*/ 102 w 199"/>
              <a:gd name="T83" fmla="*/ 112 h 141"/>
              <a:gd name="T84" fmla="*/ 116 w 199"/>
              <a:gd name="T85" fmla="*/ 93 h 141"/>
              <a:gd name="T86" fmla="*/ 116 w 199"/>
              <a:gd name="T87" fmla="*/ 98 h 141"/>
              <a:gd name="T88" fmla="*/ 98 w 199"/>
              <a:gd name="T89" fmla="*/ 117 h 141"/>
              <a:gd name="T90" fmla="*/ 80 w 199"/>
              <a:gd name="T91" fmla="*/ 98 h 141"/>
              <a:gd name="T92" fmla="*/ 98 w 199"/>
              <a:gd name="T93" fmla="*/ 80 h 141"/>
              <a:gd name="T94" fmla="*/ 102 w 199"/>
              <a:gd name="T95" fmla="*/ 81 h 141"/>
              <a:gd name="T96" fmla="*/ 55 w 199"/>
              <a:gd name="T97" fmla="*/ 38 h 141"/>
              <a:gd name="T98" fmla="*/ 65 w 199"/>
              <a:gd name="T99" fmla="*/ 31 h 141"/>
              <a:gd name="T100" fmla="*/ 76 w 199"/>
              <a:gd name="T101" fmla="*/ 47 h 141"/>
              <a:gd name="T102" fmla="*/ 66 w 199"/>
              <a:gd name="T103" fmla="*/ 54 h 141"/>
              <a:gd name="T104" fmla="*/ 55 w 199"/>
              <a:gd name="T105" fmla="*/ 38 h 141"/>
              <a:gd name="T106" fmla="*/ 50 w 199"/>
              <a:gd name="T107" fmla="*/ 77 h 141"/>
              <a:gd name="T108" fmla="*/ 34 w 199"/>
              <a:gd name="T109" fmla="*/ 66 h 141"/>
              <a:gd name="T110" fmla="*/ 40 w 199"/>
              <a:gd name="T111" fmla="*/ 56 h 141"/>
              <a:gd name="T112" fmla="*/ 57 w 199"/>
              <a:gd name="T113" fmla="*/ 67 h 141"/>
              <a:gd name="T114" fmla="*/ 50 w 199"/>
              <a:gd name="T115" fmla="*/ 77 h 141"/>
              <a:gd name="T116" fmla="*/ 43 w 199"/>
              <a:gd name="T117" fmla="*/ 105 h 141"/>
              <a:gd name="T118" fmla="*/ 23 w 199"/>
              <a:gd name="T119" fmla="*/ 105 h 141"/>
              <a:gd name="T120" fmla="*/ 23 w 199"/>
              <a:gd name="T121" fmla="*/ 93 h 141"/>
              <a:gd name="T122" fmla="*/ 43 w 199"/>
              <a:gd name="T123" fmla="*/ 93 h 141"/>
              <a:gd name="T124" fmla="*/ 43 w 199"/>
              <a:gd name="T125" fmla="*/ 105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9" h="141">
                <a:moveTo>
                  <a:pt x="190" y="140"/>
                </a:moveTo>
                <a:cubicBezTo>
                  <a:pt x="187" y="140"/>
                  <a:pt x="187" y="140"/>
                  <a:pt x="187" y="140"/>
                </a:cubicBezTo>
                <a:cubicBezTo>
                  <a:pt x="187" y="141"/>
                  <a:pt x="187" y="141"/>
                  <a:pt x="187" y="141"/>
                </a:cubicBezTo>
                <a:cubicBezTo>
                  <a:pt x="7" y="141"/>
                  <a:pt x="7" y="141"/>
                  <a:pt x="7" y="141"/>
                </a:cubicBezTo>
                <a:cubicBezTo>
                  <a:pt x="7" y="136"/>
                  <a:pt x="7" y="136"/>
                  <a:pt x="7" y="136"/>
                </a:cubicBezTo>
                <a:cubicBezTo>
                  <a:pt x="3" y="124"/>
                  <a:pt x="0" y="112"/>
                  <a:pt x="0" y="99"/>
                </a:cubicBezTo>
                <a:cubicBezTo>
                  <a:pt x="0" y="44"/>
                  <a:pt x="44" y="0"/>
                  <a:pt x="99" y="0"/>
                </a:cubicBezTo>
                <a:cubicBezTo>
                  <a:pt x="154" y="0"/>
                  <a:pt x="199" y="44"/>
                  <a:pt x="199" y="99"/>
                </a:cubicBezTo>
                <a:cubicBezTo>
                  <a:pt x="199" y="114"/>
                  <a:pt x="195" y="128"/>
                  <a:pt x="190" y="140"/>
                </a:cubicBezTo>
                <a:close/>
                <a:moveTo>
                  <a:pt x="99" y="14"/>
                </a:moveTo>
                <a:cubicBezTo>
                  <a:pt x="53" y="14"/>
                  <a:pt x="15" y="52"/>
                  <a:pt x="15" y="99"/>
                </a:cubicBezTo>
                <a:cubicBezTo>
                  <a:pt x="15" y="108"/>
                  <a:pt x="16" y="117"/>
                  <a:pt x="19" y="125"/>
                </a:cubicBezTo>
                <a:cubicBezTo>
                  <a:pt x="180" y="125"/>
                  <a:pt x="180" y="125"/>
                  <a:pt x="180" y="125"/>
                </a:cubicBezTo>
                <a:cubicBezTo>
                  <a:pt x="183" y="117"/>
                  <a:pt x="184" y="108"/>
                  <a:pt x="184" y="99"/>
                </a:cubicBezTo>
                <a:cubicBezTo>
                  <a:pt x="184" y="52"/>
                  <a:pt x="146" y="14"/>
                  <a:pt x="99" y="14"/>
                </a:cubicBezTo>
                <a:close/>
                <a:moveTo>
                  <a:pt x="155" y="93"/>
                </a:moveTo>
                <a:cubicBezTo>
                  <a:pt x="175" y="93"/>
                  <a:pt x="175" y="93"/>
                  <a:pt x="175" y="93"/>
                </a:cubicBezTo>
                <a:cubicBezTo>
                  <a:pt x="175" y="105"/>
                  <a:pt x="175" y="105"/>
                  <a:pt x="175" y="105"/>
                </a:cubicBezTo>
                <a:cubicBezTo>
                  <a:pt x="155" y="105"/>
                  <a:pt x="155" y="105"/>
                  <a:pt x="155" y="105"/>
                </a:cubicBezTo>
                <a:lnTo>
                  <a:pt x="155" y="93"/>
                </a:lnTo>
                <a:close/>
                <a:moveTo>
                  <a:pt x="142" y="67"/>
                </a:moveTo>
                <a:cubicBezTo>
                  <a:pt x="158" y="56"/>
                  <a:pt x="158" y="56"/>
                  <a:pt x="158" y="56"/>
                </a:cubicBezTo>
                <a:cubicBezTo>
                  <a:pt x="165" y="66"/>
                  <a:pt x="165" y="66"/>
                  <a:pt x="165" y="66"/>
                </a:cubicBezTo>
                <a:cubicBezTo>
                  <a:pt x="148" y="77"/>
                  <a:pt x="148" y="77"/>
                  <a:pt x="148" y="77"/>
                </a:cubicBezTo>
                <a:lnTo>
                  <a:pt x="142" y="67"/>
                </a:lnTo>
                <a:close/>
                <a:moveTo>
                  <a:pt x="91" y="94"/>
                </a:moveTo>
                <a:cubicBezTo>
                  <a:pt x="150" y="46"/>
                  <a:pt x="150" y="46"/>
                  <a:pt x="150" y="46"/>
                </a:cubicBezTo>
                <a:cubicBezTo>
                  <a:pt x="101" y="105"/>
                  <a:pt x="101" y="105"/>
                  <a:pt x="101" y="105"/>
                </a:cubicBezTo>
                <a:lnTo>
                  <a:pt x="91" y="94"/>
                </a:lnTo>
                <a:close/>
                <a:moveTo>
                  <a:pt x="119" y="47"/>
                </a:moveTo>
                <a:cubicBezTo>
                  <a:pt x="130" y="31"/>
                  <a:pt x="130" y="31"/>
                  <a:pt x="130" y="31"/>
                </a:cubicBezTo>
                <a:cubicBezTo>
                  <a:pt x="140" y="38"/>
                  <a:pt x="140" y="38"/>
                  <a:pt x="140" y="38"/>
                </a:cubicBezTo>
                <a:cubicBezTo>
                  <a:pt x="129" y="54"/>
                  <a:pt x="129" y="54"/>
                  <a:pt x="129" y="54"/>
                </a:cubicBezTo>
                <a:lnTo>
                  <a:pt x="119" y="47"/>
                </a:lnTo>
                <a:close/>
                <a:moveTo>
                  <a:pt x="91" y="25"/>
                </a:moveTo>
                <a:cubicBezTo>
                  <a:pt x="103" y="25"/>
                  <a:pt x="103" y="25"/>
                  <a:pt x="103" y="25"/>
                </a:cubicBezTo>
                <a:cubicBezTo>
                  <a:pt x="103" y="45"/>
                  <a:pt x="103" y="45"/>
                  <a:pt x="103" y="45"/>
                </a:cubicBezTo>
                <a:cubicBezTo>
                  <a:pt x="91" y="45"/>
                  <a:pt x="91" y="45"/>
                  <a:pt x="91" y="45"/>
                </a:cubicBezTo>
                <a:lnTo>
                  <a:pt x="91" y="25"/>
                </a:lnTo>
                <a:close/>
                <a:moveTo>
                  <a:pt x="102" y="81"/>
                </a:moveTo>
                <a:cubicBezTo>
                  <a:pt x="84" y="95"/>
                  <a:pt x="84" y="95"/>
                  <a:pt x="84" y="95"/>
                </a:cubicBezTo>
                <a:cubicBezTo>
                  <a:pt x="102" y="112"/>
                  <a:pt x="102" y="112"/>
                  <a:pt x="102" y="112"/>
                </a:cubicBezTo>
                <a:cubicBezTo>
                  <a:pt x="116" y="93"/>
                  <a:pt x="116" y="93"/>
                  <a:pt x="116" y="93"/>
                </a:cubicBezTo>
                <a:cubicBezTo>
                  <a:pt x="116" y="95"/>
                  <a:pt x="116" y="97"/>
                  <a:pt x="116" y="98"/>
                </a:cubicBezTo>
                <a:cubicBezTo>
                  <a:pt x="116" y="108"/>
                  <a:pt x="108" y="117"/>
                  <a:pt x="98" y="117"/>
                </a:cubicBezTo>
                <a:cubicBezTo>
                  <a:pt x="88" y="117"/>
                  <a:pt x="80" y="108"/>
                  <a:pt x="80" y="98"/>
                </a:cubicBezTo>
                <a:cubicBezTo>
                  <a:pt x="80" y="88"/>
                  <a:pt x="88" y="80"/>
                  <a:pt x="98" y="80"/>
                </a:cubicBezTo>
                <a:cubicBezTo>
                  <a:pt x="100" y="80"/>
                  <a:pt x="101" y="80"/>
                  <a:pt x="102" y="81"/>
                </a:cubicBezTo>
                <a:close/>
                <a:moveTo>
                  <a:pt x="55" y="38"/>
                </a:moveTo>
                <a:cubicBezTo>
                  <a:pt x="65" y="31"/>
                  <a:pt x="65" y="31"/>
                  <a:pt x="65" y="31"/>
                </a:cubicBezTo>
                <a:cubicBezTo>
                  <a:pt x="76" y="47"/>
                  <a:pt x="76" y="47"/>
                  <a:pt x="76" y="47"/>
                </a:cubicBezTo>
                <a:cubicBezTo>
                  <a:pt x="66" y="54"/>
                  <a:pt x="66" y="54"/>
                  <a:pt x="66" y="54"/>
                </a:cubicBezTo>
                <a:lnTo>
                  <a:pt x="55" y="38"/>
                </a:lnTo>
                <a:close/>
                <a:moveTo>
                  <a:pt x="50" y="77"/>
                </a:moveTo>
                <a:cubicBezTo>
                  <a:pt x="34" y="66"/>
                  <a:pt x="34" y="66"/>
                  <a:pt x="34" y="66"/>
                </a:cubicBezTo>
                <a:cubicBezTo>
                  <a:pt x="40" y="56"/>
                  <a:pt x="40" y="56"/>
                  <a:pt x="40" y="56"/>
                </a:cubicBezTo>
                <a:cubicBezTo>
                  <a:pt x="57" y="67"/>
                  <a:pt x="57" y="67"/>
                  <a:pt x="57" y="67"/>
                </a:cubicBezTo>
                <a:lnTo>
                  <a:pt x="50" y="77"/>
                </a:lnTo>
                <a:close/>
                <a:moveTo>
                  <a:pt x="43" y="105"/>
                </a:moveTo>
                <a:cubicBezTo>
                  <a:pt x="23" y="105"/>
                  <a:pt x="23" y="105"/>
                  <a:pt x="23" y="105"/>
                </a:cubicBezTo>
                <a:cubicBezTo>
                  <a:pt x="23" y="93"/>
                  <a:pt x="23" y="93"/>
                  <a:pt x="23" y="93"/>
                </a:cubicBezTo>
                <a:cubicBezTo>
                  <a:pt x="43" y="93"/>
                  <a:pt x="43" y="93"/>
                  <a:pt x="43" y="93"/>
                </a:cubicBezTo>
                <a:lnTo>
                  <a:pt x="43" y="105"/>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117"/>
          <p:cNvSpPr>
            <a:spLocks noEditPoints="1"/>
          </p:cNvSpPr>
          <p:nvPr/>
        </p:nvSpPr>
        <p:spPr bwMode="auto">
          <a:xfrm>
            <a:off x="7463370" y="3855452"/>
            <a:ext cx="174292" cy="392157"/>
          </a:xfrm>
          <a:custGeom>
            <a:avLst/>
            <a:gdLst>
              <a:gd name="T0" fmla="*/ 0 w 88"/>
              <a:gd name="T1" fmla="*/ 175 h 199"/>
              <a:gd name="T2" fmla="*/ 0 w 88"/>
              <a:gd name="T3" fmla="*/ 27 h 199"/>
              <a:gd name="T4" fmla="*/ 88 w 88"/>
              <a:gd name="T5" fmla="*/ 27 h 199"/>
              <a:gd name="T6" fmla="*/ 88 w 88"/>
              <a:gd name="T7" fmla="*/ 175 h 199"/>
              <a:gd name="T8" fmla="*/ 0 w 88"/>
              <a:gd name="T9" fmla="*/ 175 h 199"/>
              <a:gd name="T10" fmla="*/ 44 w 88"/>
              <a:gd name="T11" fmla="*/ 33 h 199"/>
              <a:gd name="T12" fmla="*/ 24 w 88"/>
              <a:gd name="T13" fmla="*/ 53 h 199"/>
              <a:gd name="T14" fmla="*/ 44 w 88"/>
              <a:gd name="T15" fmla="*/ 73 h 199"/>
              <a:gd name="T16" fmla="*/ 65 w 88"/>
              <a:gd name="T17" fmla="*/ 53 h 199"/>
              <a:gd name="T18" fmla="*/ 44 w 88"/>
              <a:gd name="T19" fmla="*/ 33 h 199"/>
              <a:gd name="T20" fmla="*/ 44 w 88"/>
              <a:gd name="T21" fmla="*/ 81 h 199"/>
              <a:gd name="T22" fmla="*/ 24 w 88"/>
              <a:gd name="T23" fmla="*/ 101 h 199"/>
              <a:gd name="T24" fmla="*/ 44 w 88"/>
              <a:gd name="T25" fmla="*/ 121 h 199"/>
              <a:gd name="T26" fmla="*/ 65 w 88"/>
              <a:gd name="T27" fmla="*/ 101 h 199"/>
              <a:gd name="T28" fmla="*/ 44 w 88"/>
              <a:gd name="T29" fmla="*/ 81 h 199"/>
              <a:gd name="T30" fmla="*/ 44 w 88"/>
              <a:gd name="T31" fmla="*/ 129 h 199"/>
              <a:gd name="T32" fmla="*/ 24 w 88"/>
              <a:gd name="T33" fmla="*/ 149 h 199"/>
              <a:gd name="T34" fmla="*/ 44 w 88"/>
              <a:gd name="T35" fmla="*/ 169 h 199"/>
              <a:gd name="T36" fmla="*/ 65 w 88"/>
              <a:gd name="T37" fmla="*/ 149 h 199"/>
              <a:gd name="T38" fmla="*/ 44 w 88"/>
              <a:gd name="T39" fmla="*/ 129 h 199"/>
              <a:gd name="T40" fmla="*/ 44 w 88"/>
              <a:gd name="T41" fmla="*/ 162 h 199"/>
              <a:gd name="T42" fmla="*/ 31 w 88"/>
              <a:gd name="T43" fmla="*/ 150 h 199"/>
              <a:gd name="T44" fmla="*/ 44 w 88"/>
              <a:gd name="T45" fmla="*/ 137 h 199"/>
              <a:gd name="T46" fmla="*/ 57 w 88"/>
              <a:gd name="T47" fmla="*/ 150 h 199"/>
              <a:gd name="T48" fmla="*/ 44 w 88"/>
              <a:gd name="T49" fmla="*/ 162 h 199"/>
              <a:gd name="T50" fmla="*/ 44 w 88"/>
              <a:gd name="T51" fmla="*/ 114 h 199"/>
              <a:gd name="T52" fmla="*/ 31 w 88"/>
              <a:gd name="T53" fmla="*/ 102 h 199"/>
              <a:gd name="T54" fmla="*/ 44 w 88"/>
              <a:gd name="T55" fmla="*/ 89 h 199"/>
              <a:gd name="T56" fmla="*/ 57 w 88"/>
              <a:gd name="T57" fmla="*/ 102 h 199"/>
              <a:gd name="T58" fmla="*/ 44 w 88"/>
              <a:gd name="T59" fmla="*/ 114 h 199"/>
              <a:gd name="T60" fmla="*/ 44 w 88"/>
              <a:gd name="T61" fmla="*/ 66 h 199"/>
              <a:gd name="T62" fmla="*/ 31 w 88"/>
              <a:gd name="T63" fmla="*/ 54 h 199"/>
              <a:gd name="T64" fmla="*/ 44 w 88"/>
              <a:gd name="T65" fmla="*/ 41 h 199"/>
              <a:gd name="T66" fmla="*/ 57 w 88"/>
              <a:gd name="T67" fmla="*/ 54 h 199"/>
              <a:gd name="T68" fmla="*/ 44 w 88"/>
              <a:gd name="T69" fmla="*/ 66 h 199"/>
              <a:gd name="T70" fmla="*/ 45 w 88"/>
              <a:gd name="T71" fmla="*/ 0 h 199"/>
              <a:gd name="T72" fmla="*/ 78 w 88"/>
              <a:gd name="T73" fmla="*/ 23 h 199"/>
              <a:gd name="T74" fmla="*/ 13 w 88"/>
              <a:gd name="T75" fmla="*/ 23 h 199"/>
              <a:gd name="T76" fmla="*/ 45 w 88"/>
              <a:gd name="T77" fmla="*/ 0 h 199"/>
              <a:gd name="T78" fmla="*/ 68 w 88"/>
              <a:gd name="T79" fmla="*/ 187 h 199"/>
              <a:gd name="T80" fmla="*/ 48 w 88"/>
              <a:gd name="T81" fmla="*/ 187 h 199"/>
              <a:gd name="T82" fmla="*/ 48 w 88"/>
              <a:gd name="T83" fmla="*/ 199 h 199"/>
              <a:gd name="T84" fmla="*/ 40 w 88"/>
              <a:gd name="T85" fmla="*/ 199 h 199"/>
              <a:gd name="T86" fmla="*/ 40 w 88"/>
              <a:gd name="T87" fmla="*/ 187 h 199"/>
              <a:gd name="T88" fmla="*/ 20 w 88"/>
              <a:gd name="T89" fmla="*/ 187 h 199"/>
              <a:gd name="T90" fmla="*/ 20 w 88"/>
              <a:gd name="T91" fmla="*/ 179 h 199"/>
              <a:gd name="T92" fmla="*/ 68 w 88"/>
              <a:gd name="T93" fmla="*/ 179 h 199"/>
              <a:gd name="T94" fmla="*/ 68 w 88"/>
              <a:gd name="T95" fmla="*/ 187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8" h="199">
                <a:moveTo>
                  <a:pt x="0" y="175"/>
                </a:moveTo>
                <a:cubicBezTo>
                  <a:pt x="0" y="27"/>
                  <a:pt x="0" y="27"/>
                  <a:pt x="0" y="27"/>
                </a:cubicBezTo>
                <a:cubicBezTo>
                  <a:pt x="88" y="27"/>
                  <a:pt x="88" y="27"/>
                  <a:pt x="88" y="27"/>
                </a:cubicBezTo>
                <a:cubicBezTo>
                  <a:pt x="88" y="175"/>
                  <a:pt x="88" y="175"/>
                  <a:pt x="88" y="175"/>
                </a:cubicBezTo>
                <a:lnTo>
                  <a:pt x="0" y="175"/>
                </a:lnTo>
                <a:close/>
                <a:moveTo>
                  <a:pt x="44" y="33"/>
                </a:moveTo>
                <a:cubicBezTo>
                  <a:pt x="33" y="33"/>
                  <a:pt x="24" y="42"/>
                  <a:pt x="24" y="53"/>
                </a:cubicBezTo>
                <a:cubicBezTo>
                  <a:pt x="24" y="64"/>
                  <a:pt x="33" y="73"/>
                  <a:pt x="44" y="73"/>
                </a:cubicBezTo>
                <a:cubicBezTo>
                  <a:pt x="56" y="73"/>
                  <a:pt x="65" y="64"/>
                  <a:pt x="65" y="53"/>
                </a:cubicBezTo>
                <a:cubicBezTo>
                  <a:pt x="65" y="42"/>
                  <a:pt x="56" y="33"/>
                  <a:pt x="44" y="33"/>
                </a:cubicBezTo>
                <a:close/>
                <a:moveTo>
                  <a:pt x="44" y="81"/>
                </a:moveTo>
                <a:cubicBezTo>
                  <a:pt x="33" y="81"/>
                  <a:pt x="24" y="90"/>
                  <a:pt x="24" y="101"/>
                </a:cubicBezTo>
                <a:cubicBezTo>
                  <a:pt x="24" y="112"/>
                  <a:pt x="33" y="121"/>
                  <a:pt x="44" y="121"/>
                </a:cubicBezTo>
                <a:cubicBezTo>
                  <a:pt x="56" y="121"/>
                  <a:pt x="65" y="112"/>
                  <a:pt x="65" y="101"/>
                </a:cubicBezTo>
                <a:cubicBezTo>
                  <a:pt x="65" y="90"/>
                  <a:pt x="56" y="81"/>
                  <a:pt x="44" y="81"/>
                </a:cubicBezTo>
                <a:close/>
                <a:moveTo>
                  <a:pt x="44" y="129"/>
                </a:moveTo>
                <a:cubicBezTo>
                  <a:pt x="33" y="129"/>
                  <a:pt x="24" y="138"/>
                  <a:pt x="24" y="149"/>
                </a:cubicBezTo>
                <a:cubicBezTo>
                  <a:pt x="24" y="160"/>
                  <a:pt x="33" y="169"/>
                  <a:pt x="44" y="169"/>
                </a:cubicBezTo>
                <a:cubicBezTo>
                  <a:pt x="56" y="169"/>
                  <a:pt x="65" y="160"/>
                  <a:pt x="65" y="149"/>
                </a:cubicBezTo>
                <a:cubicBezTo>
                  <a:pt x="65" y="138"/>
                  <a:pt x="56" y="129"/>
                  <a:pt x="44" y="129"/>
                </a:cubicBezTo>
                <a:close/>
                <a:moveTo>
                  <a:pt x="44" y="162"/>
                </a:moveTo>
                <a:cubicBezTo>
                  <a:pt x="37" y="162"/>
                  <a:pt x="31" y="157"/>
                  <a:pt x="31" y="150"/>
                </a:cubicBezTo>
                <a:cubicBezTo>
                  <a:pt x="31" y="143"/>
                  <a:pt x="37" y="137"/>
                  <a:pt x="44" y="137"/>
                </a:cubicBezTo>
                <a:cubicBezTo>
                  <a:pt x="51" y="137"/>
                  <a:pt x="57" y="143"/>
                  <a:pt x="57" y="150"/>
                </a:cubicBezTo>
                <a:cubicBezTo>
                  <a:pt x="57" y="157"/>
                  <a:pt x="51" y="162"/>
                  <a:pt x="44" y="162"/>
                </a:cubicBezTo>
                <a:close/>
                <a:moveTo>
                  <a:pt x="44" y="114"/>
                </a:moveTo>
                <a:cubicBezTo>
                  <a:pt x="37" y="114"/>
                  <a:pt x="31" y="109"/>
                  <a:pt x="31" y="102"/>
                </a:cubicBezTo>
                <a:cubicBezTo>
                  <a:pt x="31" y="95"/>
                  <a:pt x="37" y="89"/>
                  <a:pt x="44" y="89"/>
                </a:cubicBezTo>
                <a:cubicBezTo>
                  <a:pt x="51" y="89"/>
                  <a:pt x="57" y="95"/>
                  <a:pt x="57" y="102"/>
                </a:cubicBezTo>
                <a:cubicBezTo>
                  <a:pt x="57" y="109"/>
                  <a:pt x="51" y="114"/>
                  <a:pt x="44" y="114"/>
                </a:cubicBezTo>
                <a:close/>
                <a:moveTo>
                  <a:pt x="44" y="66"/>
                </a:moveTo>
                <a:cubicBezTo>
                  <a:pt x="37" y="66"/>
                  <a:pt x="31" y="61"/>
                  <a:pt x="31" y="54"/>
                </a:cubicBezTo>
                <a:cubicBezTo>
                  <a:pt x="31" y="47"/>
                  <a:pt x="37" y="41"/>
                  <a:pt x="44" y="41"/>
                </a:cubicBezTo>
                <a:cubicBezTo>
                  <a:pt x="51" y="41"/>
                  <a:pt x="57" y="47"/>
                  <a:pt x="57" y="54"/>
                </a:cubicBezTo>
                <a:cubicBezTo>
                  <a:pt x="57" y="61"/>
                  <a:pt x="51" y="66"/>
                  <a:pt x="44" y="66"/>
                </a:cubicBezTo>
                <a:close/>
                <a:moveTo>
                  <a:pt x="45" y="0"/>
                </a:moveTo>
                <a:cubicBezTo>
                  <a:pt x="61" y="0"/>
                  <a:pt x="73" y="9"/>
                  <a:pt x="78" y="23"/>
                </a:cubicBezTo>
                <a:cubicBezTo>
                  <a:pt x="13" y="23"/>
                  <a:pt x="13" y="23"/>
                  <a:pt x="13" y="23"/>
                </a:cubicBezTo>
                <a:cubicBezTo>
                  <a:pt x="18" y="9"/>
                  <a:pt x="30" y="0"/>
                  <a:pt x="45" y="0"/>
                </a:cubicBezTo>
                <a:close/>
                <a:moveTo>
                  <a:pt x="68" y="187"/>
                </a:moveTo>
                <a:cubicBezTo>
                  <a:pt x="48" y="187"/>
                  <a:pt x="48" y="187"/>
                  <a:pt x="48" y="187"/>
                </a:cubicBezTo>
                <a:cubicBezTo>
                  <a:pt x="48" y="199"/>
                  <a:pt x="48" y="199"/>
                  <a:pt x="48" y="199"/>
                </a:cubicBezTo>
                <a:cubicBezTo>
                  <a:pt x="40" y="199"/>
                  <a:pt x="40" y="199"/>
                  <a:pt x="40" y="199"/>
                </a:cubicBezTo>
                <a:cubicBezTo>
                  <a:pt x="40" y="187"/>
                  <a:pt x="40" y="187"/>
                  <a:pt x="40" y="187"/>
                </a:cubicBezTo>
                <a:cubicBezTo>
                  <a:pt x="20" y="187"/>
                  <a:pt x="20" y="187"/>
                  <a:pt x="20" y="187"/>
                </a:cubicBezTo>
                <a:cubicBezTo>
                  <a:pt x="20" y="179"/>
                  <a:pt x="20" y="179"/>
                  <a:pt x="20" y="179"/>
                </a:cubicBezTo>
                <a:cubicBezTo>
                  <a:pt x="68" y="179"/>
                  <a:pt x="68" y="179"/>
                  <a:pt x="68" y="179"/>
                </a:cubicBezTo>
                <a:lnTo>
                  <a:pt x="68" y="187"/>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118"/>
          <p:cNvSpPr>
            <a:spLocks noEditPoints="1"/>
          </p:cNvSpPr>
          <p:nvPr/>
        </p:nvSpPr>
        <p:spPr bwMode="auto">
          <a:xfrm>
            <a:off x="119230" y="2393651"/>
            <a:ext cx="392156" cy="390750"/>
          </a:xfrm>
          <a:custGeom>
            <a:avLst/>
            <a:gdLst>
              <a:gd name="T0" fmla="*/ 170 w 199"/>
              <a:gd name="T1" fmla="*/ 94 h 198"/>
              <a:gd name="T2" fmla="*/ 171 w 199"/>
              <a:gd name="T3" fmla="*/ 166 h 198"/>
              <a:gd name="T4" fmla="*/ 147 w 199"/>
              <a:gd name="T5" fmla="*/ 186 h 198"/>
              <a:gd name="T6" fmla="*/ 135 w 199"/>
              <a:gd name="T7" fmla="*/ 186 h 198"/>
              <a:gd name="T8" fmla="*/ 135 w 199"/>
              <a:gd name="T9" fmla="*/ 110 h 198"/>
              <a:gd name="T10" fmla="*/ 123 w 199"/>
              <a:gd name="T11" fmla="*/ 98 h 198"/>
              <a:gd name="T12" fmla="*/ 79 w 199"/>
              <a:gd name="T13" fmla="*/ 98 h 198"/>
              <a:gd name="T14" fmla="*/ 67 w 199"/>
              <a:gd name="T15" fmla="*/ 110 h 198"/>
              <a:gd name="T16" fmla="*/ 67 w 199"/>
              <a:gd name="T17" fmla="*/ 186 h 198"/>
              <a:gd name="T18" fmla="*/ 55 w 199"/>
              <a:gd name="T19" fmla="*/ 186 h 198"/>
              <a:gd name="T20" fmla="*/ 31 w 199"/>
              <a:gd name="T21" fmla="*/ 166 h 198"/>
              <a:gd name="T22" fmla="*/ 31 w 199"/>
              <a:gd name="T23" fmla="*/ 94 h 198"/>
              <a:gd name="T24" fmla="*/ 19 w 199"/>
              <a:gd name="T25" fmla="*/ 114 h 198"/>
              <a:gd name="T26" fmla="*/ 19 w 199"/>
              <a:gd name="T27" fmla="*/ 178 h 198"/>
              <a:gd name="T28" fmla="*/ 39 w 199"/>
              <a:gd name="T29" fmla="*/ 198 h 198"/>
              <a:gd name="T30" fmla="*/ 163 w 199"/>
              <a:gd name="T31" fmla="*/ 198 h 198"/>
              <a:gd name="T32" fmla="*/ 183 w 199"/>
              <a:gd name="T33" fmla="*/ 178 h 198"/>
              <a:gd name="T34" fmla="*/ 183 w 199"/>
              <a:gd name="T35" fmla="*/ 114 h 198"/>
              <a:gd name="T36" fmla="*/ 170 w 199"/>
              <a:gd name="T37" fmla="*/ 94 h 198"/>
              <a:gd name="T38" fmla="*/ 95 w 199"/>
              <a:gd name="T39" fmla="*/ 130 h 198"/>
              <a:gd name="T40" fmla="*/ 103 w 199"/>
              <a:gd name="T41" fmla="*/ 121 h 198"/>
              <a:gd name="T42" fmla="*/ 112 w 199"/>
              <a:gd name="T43" fmla="*/ 130 h 198"/>
              <a:gd name="T44" fmla="*/ 103 w 199"/>
              <a:gd name="T45" fmla="*/ 138 h 198"/>
              <a:gd name="T46" fmla="*/ 95 w 199"/>
              <a:gd name="T47" fmla="*/ 130 h 198"/>
              <a:gd name="T48" fmla="*/ 123 w 199"/>
              <a:gd name="T49" fmla="*/ 158 h 198"/>
              <a:gd name="T50" fmla="*/ 103 w 199"/>
              <a:gd name="T51" fmla="*/ 158 h 198"/>
              <a:gd name="T52" fmla="*/ 103 w 199"/>
              <a:gd name="T53" fmla="*/ 150 h 198"/>
              <a:gd name="T54" fmla="*/ 123 w 199"/>
              <a:gd name="T55" fmla="*/ 150 h 198"/>
              <a:gd name="T56" fmla="*/ 123 w 199"/>
              <a:gd name="T57" fmla="*/ 158 h 198"/>
              <a:gd name="T58" fmla="*/ 193 w 199"/>
              <a:gd name="T59" fmla="*/ 73 h 198"/>
              <a:gd name="T60" fmla="*/ 180 w 199"/>
              <a:gd name="T61" fmla="*/ 63 h 198"/>
              <a:gd name="T62" fmla="*/ 100 w 199"/>
              <a:gd name="T63" fmla="*/ 0 h 198"/>
              <a:gd name="T64" fmla="*/ 3 w 199"/>
              <a:gd name="T65" fmla="*/ 74 h 198"/>
              <a:gd name="T66" fmla="*/ 2 w 199"/>
              <a:gd name="T67" fmla="*/ 86 h 198"/>
              <a:gd name="T68" fmla="*/ 15 w 199"/>
              <a:gd name="T69" fmla="*/ 89 h 198"/>
              <a:gd name="T70" fmla="*/ 27 w 199"/>
              <a:gd name="T71" fmla="*/ 80 h 198"/>
              <a:gd name="T72" fmla="*/ 29 w 199"/>
              <a:gd name="T73" fmla="*/ 86 h 198"/>
              <a:gd name="T74" fmla="*/ 42 w 199"/>
              <a:gd name="T75" fmla="*/ 89 h 198"/>
              <a:gd name="T76" fmla="*/ 54 w 199"/>
              <a:gd name="T77" fmla="*/ 80 h 198"/>
              <a:gd name="T78" fmla="*/ 55 w 199"/>
              <a:gd name="T79" fmla="*/ 86 h 198"/>
              <a:gd name="T80" fmla="*/ 68 w 199"/>
              <a:gd name="T81" fmla="*/ 89 h 198"/>
              <a:gd name="T82" fmla="*/ 80 w 199"/>
              <a:gd name="T83" fmla="*/ 80 h 198"/>
              <a:gd name="T84" fmla="*/ 82 w 199"/>
              <a:gd name="T85" fmla="*/ 86 h 198"/>
              <a:gd name="T86" fmla="*/ 95 w 199"/>
              <a:gd name="T87" fmla="*/ 89 h 198"/>
              <a:gd name="T88" fmla="*/ 99 w 199"/>
              <a:gd name="T89" fmla="*/ 86 h 198"/>
              <a:gd name="T90" fmla="*/ 103 w 199"/>
              <a:gd name="T91" fmla="*/ 89 h 198"/>
              <a:gd name="T92" fmla="*/ 116 w 199"/>
              <a:gd name="T93" fmla="*/ 86 h 198"/>
              <a:gd name="T94" fmla="*/ 118 w 199"/>
              <a:gd name="T95" fmla="*/ 80 h 198"/>
              <a:gd name="T96" fmla="*/ 130 w 199"/>
              <a:gd name="T97" fmla="*/ 89 h 198"/>
              <a:gd name="T98" fmla="*/ 143 w 199"/>
              <a:gd name="T99" fmla="*/ 86 h 198"/>
              <a:gd name="T100" fmla="*/ 144 w 199"/>
              <a:gd name="T101" fmla="*/ 80 h 198"/>
              <a:gd name="T102" fmla="*/ 156 w 199"/>
              <a:gd name="T103" fmla="*/ 89 h 198"/>
              <a:gd name="T104" fmla="*/ 169 w 199"/>
              <a:gd name="T105" fmla="*/ 86 h 198"/>
              <a:gd name="T106" fmla="*/ 171 w 199"/>
              <a:gd name="T107" fmla="*/ 80 h 198"/>
              <a:gd name="T108" fmla="*/ 183 w 199"/>
              <a:gd name="T109" fmla="*/ 89 h 198"/>
              <a:gd name="T110" fmla="*/ 196 w 199"/>
              <a:gd name="T111" fmla="*/ 86 h 198"/>
              <a:gd name="T112" fmla="*/ 193 w 199"/>
              <a:gd name="T113" fmla="*/ 73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99" h="198">
                <a:moveTo>
                  <a:pt x="170" y="94"/>
                </a:moveTo>
                <a:cubicBezTo>
                  <a:pt x="170" y="141"/>
                  <a:pt x="171" y="166"/>
                  <a:pt x="171" y="166"/>
                </a:cubicBezTo>
                <a:cubicBezTo>
                  <a:pt x="171" y="177"/>
                  <a:pt x="158" y="186"/>
                  <a:pt x="147" y="186"/>
                </a:cubicBezTo>
                <a:cubicBezTo>
                  <a:pt x="135" y="186"/>
                  <a:pt x="135" y="186"/>
                  <a:pt x="135" y="186"/>
                </a:cubicBezTo>
                <a:cubicBezTo>
                  <a:pt x="135" y="110"/>
                  <a:pt x="135" y="110"/>
                  <a:pt x="135" y="110"/>
                </a:cubicBezTo>
                <a:cubicBezTo>
                  <a:pt x="135" y="104"/>
                  <a:pt x="129" y="98"/>
                  <a:pt x="123" y="98"/>
                </a:cubicBezTo>
                <a:cubicBezTo>
                  <a:pt x="79" y="98"/>
                  <a:pt x="79" y="98"/>
                  <a:pt x="79" y="98"/>
                </a:cubicBezTo>
                <a:cubicBezTo>
                  <a:pt x="72" y="98"/>
                  <a:pt x="67" y="104"/>
                  <a:pt x="67" y="110"/>
                </a:cubicBezTo>
                <a:cubicBezTo>
                  <a:pt x="67" y="186"/>
                  <a:pt x="67" y="186"/>
                  <a:pt x="67" y="186"/>
                </a:cubicBezTo>
                <a:cubicBezTo>
                  <a:pt x="55" y="186"/>
                  <a:pt x="55" y="186"/>
                  <a:pt x="55" y="186"/>
                </a:cubicBezTo>
                <a:cubicBezTo>
                  <a:pt x="44" y="186"/>
                  <a:pt x="31" y="177"/>
                  <a:pt x="31" y="166"/>
                </a:cubicBezTo>
                <a:cubicBezTo>
                  <a:pt x="31" y="166"/>
                  <a:pt x="31" y="142"/>
                  <a:pt x="31" y="94"/>
                </a:cubicBezTo>
                <a:cubicBezTo>
                  <a:pt x="22" y="96"/>
                  <a:pt x="19" y="104"/>
                  <a:pt x="19" y="114"/>
                </a:cubicBezTo>
                <a:cubicBezTo>
                  <a:pt x="19" y="178"/>
                  <a:pt x="19" y="178"/>
                  <a:pt x="19" y="178"/>
                </a:cubicBezTo>
                <a:cubicBezTo>
                  <a:pt x="19" y="189"/>
                  <a:pt x="28" y="198"/>
                  <a:pt x="39" y="198"/>
                </a:cubicBezTo>
                <a:cubicBezTo>
                  <a:pt x="163" y="198"/>
                  <a:pt x="163" y="198"/>
                  <a:pt x="163" y="198"/>
                </a:cubicBezTo>
                <a:cubicBezTo>
                  <a:pt x="174" y="198"/>
                  <a:pt x="183" y="189"/>
                  <a:pt x="183" y="178"/>
                </a:cubicBezTo>
                <a:cubicBezTo>
                  <a:pt x="183" y="114"/>
                  <a:pt x="183" y="114"/>
                  <a:pt x="183" y="114"/>
                </a:cubicBezTo>
                <a:cubicBezTo>
                  <a:pt x="183" y="104"/>
                  <a:pt x="180" y="96"/>
                  <a:pt x="170" y="94"/>
                </a:cubicBezTo>
                <a:close/>
                <a:moveTo>
                  <a:pt x="95" y="130"/>
                </a:moveTo>
                <a:cubicBezTo>
                  <a:pt x="95" y="125"/>
                  <a:pt x="99" y="121"/>
                  <a:pt x="103" y="121"/>
                </a:cubicBezTo>
                <a:cubicBezTo>
                  <a:pt x="108" y="121"/>
                  <a:pt x="112" y="125"/>
                  <a:pt x="112" y="130"/>
                </a:cubicBezTo>
                <a:cubicBezTo>
                  <a:pt x="112" y="135"/>
                  <a:pt x="108" y="138"/>
                  <a:pt x="103" y="138"/>
                </a:cubicBezTo>
                <a:cubicBezTo>
                  <a:pt x="99" y="138"/>
                  <a:pt x="95" y="135"/>
                  <a:pt x="95" y="130"/>
                </a:cubicBezTo>
                <a:close/>
                <a:moveTo>
                  <a:pt x="123" y="158"/>
                </a:moveTo>
                <a:cubicBezTo>
                  <a:pt x="103" y="158"/>
                  <a:pt x="103" y="158"/>
                  <a:pt x="103" y="158"/>
                </a:cubicBezTo>
                <a:cubicBezTo>
                  <a:pt x="103" y="150"/>
                  <a:pt x="103" y="150"/>
                  <a:pt x="103" y="150"/>
                </a:cubicBezTo>
                <a:cubicBezTo>
                  <a:pt x="123" y="150"/>
                  <a:pt x="123" y="150"/>
                  <a:pt x="123" y="150"/>
                </a:cubicBezTo>
                <a:lnTo>
                  <a:pt x="123" y="158"/>
                </a:lnTo>
                <a:close/>
                <a:moveTo>
                  <a:pt x="193" y="73"/>
                </a:moveTo>
                <a:cubicBezTo>
                  <a:pt x="180" y="63"/>
                  <a:pt x="180" y="63"/>
                  <a:pt x="180" y="63"/>
                </a:cubicBezTo>
                <a:cubicBezTo>
                  <a:pt x="100" y="0"/>
                  <a:pt x="100" y="0"/>
                  <a:pt x="100" y="0"/>
                </a:cubicBezTo>
                <a:cubicBezTo>
                  <a:pt x="3" y="74"/>
                  <a:pt x="3" y="74"/>
                  <a:pt x="3" y="74"/>
                </a:cubicBezTo>
                <a:cubicBezTo>
                  <a:pt x="0" y="77"/>
                  <a:pt x="0" y="82"/>
                  <a:pt x="2" y="86"/>
                </a:cubicBezTo>
                <a:cubicBezTo>
                  <a:pt x="5" y="91"/>
                  <a:pt x="11" y="92"/>
                  <a:pt x="15" y="89"/>
                </a:cubicBezTo>
                <a:cubicBezTo>
                  <a:pt x="27" y="80"/>
                  <a:pt x="27" y="80"/>
                  <a:pt x="27" y="80"/>
                </a:cubicBezTo>
                <a:cubicBezTo>
                  <a:pt x="27" y="82"/>
                  <a:pt x="27" y="84"/>
                  <a:pt x="29" y="86"/>
                </a:cubicBezTo>
                <a:cubicBezTo>
                  <a:pt x="31" y="91"/>
                  <a:pt x="37" y="92"/>
                  <a:pt x="42" y="89"/>
                </a:cubicBezTo>
                <a:cubicBezTo>
                  <a:pt x="54" y="80"/>
                  <a:pt x="54" y="80"/>
                  <a:pt x="54" y="80"/>
                </a:cubicBezTo>
                <a:cubicBezTo>
                  <a:pt x="53" y="82"/>
                  <a:pt x="54" y="84"/>
                  <a:pt x="55" y="86"/>
                </a:cubicBezTo>
                <a:cubicBezTo>
                  <a:pt x="58" y="91"/>
                  <a:pt x="64" y="92"/>
                  <a:pt x="68" y="89"/>
                </a:cubicBezTo>
                <a:cubicBezTo>
                  <a:pt x="80" y="80"/>
                  <a:pt x="80" y="80"/>
                  <a:pt x="80" y="80"/>
                </a:cubicBezTo>
                <a:cubicBezTo>
                  <a:pt x="80" y="82"/>
                  <a:pt x="80" y="84"/>
                  <a:pt x="82" y="86"/>
                </a:cubicBezTo>
                <a:cubicBezTo>
                  <a:pt x="84" y="91"/>
                  <a:pt x="90" y="92"/>
                  <a:pt x="95" y="89"/>
                </a:cubicBezTo>
                <a:cubicBezTo>
                  <a:pt x="99" y="86"/>
                  <a:pt x="99" y="86"/>
                  <a:pt x="99" y="86"/>
                </a:cubicBezTo>
                <a:cubicBezTo>
                  <a:pt x="103" y="89"/>
                  <a:pt x="103" y="89"/>
                  <a:pt x="103" y="89"/>
                </a:cubicBezTo>
                <a:cubicBezTo>
                  <a:pt x="108" y="92"/>
                  <a:pt x="113" y="91"/>
                  <a:pt x="116" y="86"/>
                </a:cubicBezTo>
                <a:cubicBezTo>
                  <a:pt x="118" y="84"/>
                  <a:pt x="118" y="82"/>
                  <a:pt x="118" y="80"/>
                </a:cubicBezTo>
                <a:cubicBezTo>
                  <a:pt x="130" y="89"/>
                  <a:pt x="130" y="89"/>
                  <a:pt x="130" y="89"/>
                </a:cubicBezTo>
                <a:cubicBezTo>
                  <a:pt x="134" y="92"/>
                  <a:pt x="140" y="91"/>
                  <a:pt x="143" y="86"/>
                </a:cubicBezTo>
                <a:cubicBezTo>
                  <a:pt x="144" y="84"/>
                  <a:pt x="145" y="82"/>
                  <a:pt x="144" y="80"/>
                </a:cubicBezTo>
                <a:cubicBezTo>
                  <a:pt x="156" y="89"/>
                  <a:pt x="156" y="89"/>
                  <a:pt x="156" y="89"/>
                </a:cubicBezTo>
                <a:cubicBezTo>
                  <a:pt x="161" y="92"/>
                  <a:pt x="166" y="91"/>
                  <a:pt x="169" y="86"/>
                </a:cubicBezTo>
                <a:cubicBezTo>
                  <a:pt x="171" y="84"/>
                  <a:pt x="171" y="82"/>
                  <a:pt x="171" y="80"/>
                </a:cubicBezTo>
                <a:cubicBezTo>
                  <a:pt x="183" y="89"/>
                  <a:pt x="183" y="89"/>
                  <a:pt x="183" y="89"/>
                </a:cubicBezTo>
                <a:cubicBezTo>
                  <a:pt x="187" y="92"/>
                  <a:pt x="193" y="91"/>
                  <a:pt x="196" y="86"/>
                </a:cubicBezTo>
                <a:cubicBezTo>
                  <a:pt x="199" y="82"/>
                  <a:pt x="197" y="76"/>
                  <a:pt x="193" y="73"/>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119"/>
          <p:cNvSpPr>
            <a:spLocks noEditPoints="1"/>
          </p:cNvSpPr>
          <p:nvPr/>
        </p:nvSpPr>
        <p:spPr bwMode="auto">
          <a:xfrm>
            <a:off x="604153" y="2396463"/>
            <a:ext cx="394968" cy="386534"/>
          </a:xfrm>
          <a:custGeom>
            <a:avLst/>
            <a:gdLst>
              <a:gd name="T0" fmla="*/ 0 w 200"/>
              <a:gd name="T1" fmla="*/ 176 h 196"/>
              <a:gd name="T2" fmla="*/ 180 w 200"/>
              <a:gd name="T3" fmla="*/ 0 h 196"/>
              <a:gd name="T4" fmla="*/ 180 w 200"/>
              <a:gd name="T5" fmla="*/ 196 h 196"/>
              <a:gd name="T6" fmla="*/ 28 w 200"/>
              <a:gd name="T7" fmla="*/ 8 h 196"/>
              <a:gd name="T8" fmla="*/ 28 w 200"/>
              <a:gd name="T9" fmla="*/ 188 h 196"/>
              <a:gd name="T10" fmla="*/ 192 w 200"/>
              <a:gd name="T11" fmla="*/ 28 h 196"/>
              <a:gd name="T12" fmla="*/ 120 w 200"/>
              <a:gd name="T13" fmla="*/ 180 h 196"/>
              <a:gd name="T14" fmla="*/ 184 w 200"/>
              <a:gd name="T15" fmla="*/ 16 h 196"/>
              <a:gd name="T16" fmla="*/ 168 w 200"/>
              <a:gd name="T17" fmla="*/ 168 h 196"/>
              <a:gd name="T18" fmla="*/ 62 w 200"/>
              <a:gd name="T19" fmla="*/ 95 h 196"/>
              <a:gd name="T20" fmla="*/ 54 w 200"/>
              <a:gd name="T21" fmla="*/ 89 h 196"/>
              <a:gd name="T22" fmla="*/ 65 w 200"/>
              <a:gd name="T23" fmla="*/ 86 h 196"/>
              <a:gd name="T24" fmla="*/ 68 w 200"/>
              <a:gd name="T25" fmla="*/ 78 h 196"/>
              <a:gd name="T26" fmla="*/ 61 w 200"/>
              <a:gd name="T27" fmla="*/ 80 h 196"/>
              <a:gd name="T28" fmla="*/ 47 w 200"/>
              <a:gd name="T29" fmla="*/ 84 h 196"/>
              <a:gd name="T30" fmla="*/ 39 w 200"/>
              <a:gd name="T31" fmla="*/ 88 h 196"/>
              <a:gd name="T32" fmla="*/ 45 w 200"/>
              <a:gd name="T33" fmla="*/ 106 h 196"/>
              <a:gd name="T34" fmla="*/ 50 w 200"/>
              <a:gd name="T35" fmla="*/ 115 h 196"/>
              <a:gd name="T36" fmla="*/ 58 w 200"/>
              <a:gd name="T37" fmla="*/ 104 h 196"/>
              <a:gd name="T38" fmla="*/ 75 w 200"/>
              <a:gd name="T39" fmla="*/ 111 h 196"/>
              <a:gd name="T40" fmla="*/ 59 w 200"/>
              <a:gd name="T41" fmla="*/ 130 h 196"/>
              <a:gd name="T42" fmla="*/ 50 w 200"/>
              <a:gd name="T43" fmla="*/ 129 h 196"/>
              <a:gd name="T44" fmla="*/ 67 w 200"/>
              <a:gd name="T45" fmla="*/ 136 h 196"/>
              <a:gd name="T46" fmla="*/ 115 w 200"/>
              <a:gd name="T47" fmla="*/ 98 h 196"/>
              <a:gd name="T48" fmla="*/ 105 w 200"/>
              <a:gd name="T49" fmla="*/ 97 h 196"/>
              <a:gd name="T50" fmla="*/ 101 w 200"/>
              <a:gd name="T51" fmla="*/ 92 h 196"/>
              <a:gd name="T52" fmla="*/ 96 w 200"/>
              <a:gd name="T53" fmla="*/ 88 h 196"/>
              <a:gd name="T54" fmla="*/ 95 w 200"/>
              <a:gd name="T55" fmla="*/ 96 h 196"/>
              <a:gd name="T56" fmla="*/ 87 w 200"/>
              <a:gd name="T57" fmla="*/ 102 h 196"/>
              <a:gd name="T58" fmla="*/ 98 w 200"/>
              <a:gd name="T59" fmla="*/ 106 h 196"/>
              <a:gd name="T60" fmla="*/ 101 w 200"/>
              <a:gd name="T61" fmla="*/ 115 h 196"/>
              <a:gd name="T62" fmla="*/ 104 w 200"/>
              <a:gd name="T63" fmla="*/ 104 h 196"/>
              <a:gd name="T64" fmla="*/ 112 w 200"/>
              <a:gd name="T65" fmla="*/ 102 h 196"/>
              <a:gd name="T66" fmla="*/ 115 w 200"/>
              <a:gd name="T67" fmla="*/ 98 h 196"/>
              <a:gd name="T68" fmla="*/ 151 w 200"/>
              <a:gd name="T69" fmla="*/ 103 h 196"/>
              <a:gd name="T70" fmla="*/ 135 w 200"/>
              <a:gd name="T71" fmla="*/ 99 h 196"/>
              <a:gd name="T72" fmla="*/ 150 w 200"/>
              <a:gd name="T73" fmla="*/ 75 h 196"/>
              <a:gd name="T74" fmla="*/ 132 w 200"/>
              <a:gd name="T75" fmla="*/ 61 h 196"/>
              <a:gd name="T76" fmla="*/ 118 w 200"/>
              <a:gd name="T77" fmla="*/ 76 h 196"/>
              <a:gd name="T78" fmla="*/ 128 w 200"/>
              <a:gd name="T79" fmla="*/ 71 h 196"/>
              <a:gd name="T80" fmla="*/ 143 w 200"/>
              <a:gd name="T81" fmla="*/ 71 h 196"/>
              <a:gd name="T82" fmla="*/ 128 w 200"/>
              <a:gd name="T83" fmla="*/ 97 h 196"/>
              <a:gd name="T84" fmla="*/ 132 w 200"/>
              <a:gd name="T85" fmla="*/ 116 h 196"/>
              <a:gd name="T86" fmla="*/ 139 w 200"/>
              <a:gd name="T87" fmla="*/ 114 h 196"/>
              <a:gd name="T88" fmla="*/ 153 w 200"/>
              <a:gd name="T89" fmla="*/ 110 h 196"/>
              <a:gd name="T90" fmla="*/ 160 w 200"/>
              <a:gd name="T91" fmla="*/ 108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0" h="196">
                <a:moveTo>
                  <a:pt x="180" y="196"/>
                </a:moveTo>
                <a:cubicBezTo>
                  <a:pt x="20" y="196"/>
                  <a:pt x="20" y="196"/>
                  <a:pt x="20" y="196"/>
                </a:cubicBezTo>
                <a:cubicBezTo>
                  <a:pt x="9" y="196"/>
                  <a:pt x="0" y="187"/>
                  <a:pt x="0" y="176"/>
                </a:cubicBezTo>
                <a:cubicBezTo>
                  <a:pt x="0" y="20"/>
                  <a:pt x="0" y="20"/>
                  <a:pt x="0" y="20"/>
                </a:cubicBezTo>
                <a:cubicBezTo>
                  <a:pt x="0" y="9"/>
                  <a:pt x="9" y="0"/>
                  <a:pt x="20" y="0"/>
                </a:cubicBezTo>
                <a:cubicBezTo>
                  <a:pt x="180" y="0"/>
                  <a:pt x="180" y="0"/>
                  <a:pt x="180" y="0"/>
                </a:cubicBezTo>
                <a:cubicBezTo>
                  <a:pt x="191" y="0"/>
                  <a:pt x="200" y="9"/>
                  <a:pt x="200" y="20"/>
                </a:cubicBezTo>
                <a:cubicBezTo>
                  <a:pt x="200" y="176"/>
                  <a:pt x="200" y="176"/>
                  <a:pt x="200" y="176"/>
                </a:cubicBezTo>
                <a:cubicBezTo>
                  <a:pt x="200" y="187"/>
                  <a:pt x="191" y="196"/>
                  <a:pt x="180" y="196"/>
                </a:cubicBezTo>
                <a:close/>
                <a:moveTo>
                  <a:pt x="192" y="28"/>
                </a:moveTo>
                <a:cubicBezTo>
                  <a:pt x="192" y="17"/>
                  <a:pt x="183" y="8"/>
                  <a:pt x="172" y="8"/>
                </a:cubicBezTo>
                <a:cubicBezTo>
                  <a:pt x="28" y="8"/>
                  <a:pt x="28" y="8"/>
                  <a:pt x="28" y="8"/>
                </a:cubicBezTo>
                <a:cubicBezTo>
                  <a:pt x="17" y="8"/>
                  <a:pt x="8" y="17"/>
                  <a:pt x="8" y="28"/>
                </a:cubicBezTo>
                <a:cubicBezTo>
                  <a:pt x="8" y="168"/>
                  <a:pt x="8" y="168"/>
                  <a:pt x="8" y="168"/>
                </a:cubicBezTo>
                <a:cubicBezTo>
                  <a:pt x="8" y="179"/>
                  <a:pt x="17" y="188"/>
                  <a:pt x="28" y="188"/>
                </a:cubicBezTo>
                <a:cubicBezTo>
                  <a:pt x="172" y="188"/>
                  <a:pt x="172" y="188"/>
                  <a:pt x="172" y="188"/>
                </a:cubicBezTo>
                <a:cubicBezTo>
                  <a:pt x="183" y="188"/>
                  <a:pt x="192" y="179"/>
                  <a:pt x="192" y="168"/>
                </a:cubicBezTo>
                <a:lnTo>
                  <a:pt x="192" y="28"/>
                </a:lnTo>
                <a:close/>
                <a:moveTo>
                  <a:pt x="168" y="168"/>
                </a:moveTo>
                <a:cubicBezTo>
                  <a:pt x="120" y="168"/>
                  <a:pt x="120" y="168"/>
                  <a:pt x="120" y="168"/>
                </a:cubicBezTo>
                <a:cubicBezTo>
                  <a:pt x="120" y="180"/>
                  <a:pt x="120" y="180"/>
                  <a:pt x="120" y="180"/>
                </a:cubicBezTo>
                <a:cubicBezTo>
                  <a:pt x="16" y="180"/>
                  <a:pt x="16" y="180"/>
                  <a:pt x="16" y="180"/>
                </a:cubicBezTo>
                <a:cubicBezTo>
                  <a:pt x="16" y="16"/>
                  <a:pt x="16" y="16"/>
                  <a:pt x="16" y="16"/>
                </a:cubicBezTo>
                <a:cubicBezTo>
                  <a:pt x="184" y="16"/>
                  <a:pt x="184" y="16"/>
                  <a:pt x="184" y="16"/>
                </a:cubicBezTo>
                <a:cubicBezTo>
                  <a:pt x="184" y="180"/>
                  <a:pt x="184" y="180"/>
                  <a:pt x="184" y="180"/>
                </a:cubicBezTo>
                <a:cubicBezTo>
                  <a:pt x="168" y="180"/>
                  <a:pt x="168" y="180"/>
                  <a:pt x="168" y="180"/>
                </a:cubicBezTo>
                <a:lnTo>
                  <a:pt x="168" y="168"/>
                </a:lnTo>
                <a:close/>
                <a:moveTo>
                  <a:pt x="82" y="109"/>
                </a:moveTo>
                <a:cubicBezTo>
                  <a:pt x="80" y="104"/>
                  <a:pt x="78" y="100"/>
                  <a:pt x="75" y="98"/>
                </a:cubicBezTo>
                <a:cubicBezTo>
                  <a:pt x="71" y="95"/>
                  <a:pt x="67" y="94"/>
                  <a:pt x="62" y="95"/>
                </a:cubicBezTo>
                <a:cubicBezTo>
                  <a:pt x="57" y="96"/>
                  <a:pt x="53" y="99"/>
                  <a:pt x="51" y="102"/>
                </a:cubicBezTo>
                <a:cubicBezTo>
                  <a:pt x="50" y="95"/>
                  <a:pt x="49" y="91"/>
                  <a:pt x="49" y="90"/>
                </a:cubicBezTo>
                <a:cubicBezTo>
                  <a:pt x="54" y="89"/>
                  <a:pt x="54" y="89"/>
                  <a:pt x="54" y="89"/>
                </a:cubicBezTo>
                <a:cubicBezTo>
                  <a:pt x="60" y="87"/>
                  <a:pt x="60" y="87"/>
                  <a:pt x="60" y="87"/>
                </a:cubicBezTo>
                <a:cubicBezTo>
                  <a:pt x="60" y="87"/>
                  <a:pt x="61" y="87"/>
                  <a:pt x="62" y="87"/>
                </a:cubicBezTo>
                <a:cubicBezTo>
                  <a:pt x="63" y="86"/>
                  <a:pt x="64" y="86"/>
                  <a:pt x="65" y="86"/>
                </a:cubicBezTo>
                <a:cubicBezTo>
                  <a:pt x="70" y="84"/>
                  <a:pt x="72" y="82"/>
                  <a:pt x="72" y="80"/>
                </a:cubicBezTo>
                <a:cubicBezTo>
                  <a:pt x="72" y="79"/>
                  <a:pt x="71" y="78"/>
                  <a:pt x="70" y="78"/>
                </a:cubicBezTo>
                <a:cubicBezTo>
                  <a:pt x="69" y="77"/>
                  <a:pt x="68" y="77"/>
                  <a:pt x="68" y="78"/>
                </a:cubicBezTo>
                <a:cubicBezTo>
                  <a:pt x="67" y="78"/>
                  <a:pt x="67" y="78"/>
                  <a:pt x="66" y="78"/>
                </a:cubicBezTo>
                <a:cubicBezTo>
                  <a:pt x="65" y="79"/>
                  <a:pt x="64" y="79"/>
                  <a:pt x="64" y="79"/>
                </a:cubicBezTo>
                <a:cubicBezTo>
                  <a:pt x="63" y="79"/>
                  <a:pt x="62" y="79"/>
                  <a:pt x="61" y="80"/>
                </a:cubicBezTo>
                <a:cubicBezTo>
                  <a:pt x="60" y="80"/>
                  <a:pt x="59" y="80"/>
                  <a:pt x="58" y="80"/>
                </a:cubicBezTo>
                <a:cubicBezTo>
                  <a:pt x="57" y="81"/>
                  <a:pt x="55" y="81"/>
                  <a:pt x="53" y="82"/>
                </a:cubicBezTo>
                <a:cubicBezTo>
                  <a:pt x="50" y="83"/>
                  <a:pt x="48" y="84"/>
                  <a:pt x="47" y="84"/>
                </a:cubicBezTo>
                <a:cubicBezTo>
                  <a:pt x="46" y="84"/>
                  <a:pt x="45" y="84"/>
                  <a:pt x="45" y="84"/>
                </a:cubicBezTo>
                <a:cubicBezTo>
                  <a:pt x="44" y="84"/>
                  <a:pt x="43" y="85"/>
                  <a:pt x="42" y="85"/>
                </a:cubicBezTo>
                <a:cubicBezTo>
                  <a:pt x="40" y="85"/>
                  <a:pt x="39" y="86"/>
                  <a:pt x="39" y="88"/>
                </a:cubicBezTo>
                <a:cubicBezTo>
                  <a:pt x="40" y="88"/>
                  <a:pt x="40" y="89"/>
                  <a:pt x="41" y="90"/>
                </a:cubicBezTo>
                <a:cubicBezTo>
                  <a:pt x="41" y="91"/>
                  <a:pt x="42" y="91"/>
                  <a:pt x="42" y="92"/>
                </a:cubicBezTo>
                <a:cubicBezTo>
                  <a:pt x="42" y="94"/>
                  <a:pt x="43" y="99"/>
                  <a:pt x="45" y="106"/>
                </a:cubicBezTo>
                <a:cubicBezTo>
                  <a:pt x="45" y="110"/>
                  <a:pt x="45" y="112"/>
                  <a:pt x="46" y="113"/>
                </a:cubicBezTo>
                <a:cubicBezTo>
                  <a:pt x="46" y="114"/>
                  <a:pt x="46" y="114"/>
                  <a:pt x="47" y="115"/>
                </a:cubicBezTo>
                <a:cubicBezTo>
                  <a:pt x="48" y="115"/>
                  <a:pt x="49" y="115"/>
                  <a:pt x="50" y="115"/>
                </a:cubicBezTo>
                <a:cubicBezTo>
                  <a:pt x="51" y="115"/>
                  <a:pt x="52" y="114"/>
                  <a:pt x="52" y="113"/>
                </a:cubicBezTo>
                <a:cubicBezTo>
                  <a:pt x="55" y="108"/>
                  <a:pt x="55" y="108"/>
                  <a:pt x="55" y="108"/>
                </a:cubicBezTo>
                <a:cubicBezTo>
                  <a:pt x="56" y="106"/>
                  <a:pt x="57" y="105"/>
                  <a:pt x="58" y="104"/>
                </a:cubicBezTo>
                <a:cubicBezTo>
                  <a:pt x="59" y="103"/>
                  <a:pt x="61" y="102"/>
                  <a:pt x="64" y="101"/>
                </a:cubicBezTo>
                <a:cubicBezTo>
                  <a:pt x="67" y="101"/>
                  <a:pt x="69" y="101"/>
                  <a:pt x="71" y="104"/>
                </a:cubicBezTo>
                <a:cubicBezTo>
                  <a:pt x="73" y="105"/>
                  <a:pt x="74" y="108"/>
                  <a:pt x="75" y="111"/>
                </a:cubicBezTo>
                <a:cubicBezTo>
                  <a:pt x="76" y="115"/>
                  <a:pt x="76" y="119"/>
                  <a:pt x="74" y="123"/>
                </a:cubicBezTo>
                <a:cubicBezTo>
                  <a:pt x="72" y="126"/>
                  <a:pt x="69" y="129"/>
                  <a:pt x="65" y="130"/>
                </a:cubicBezTo>
                <a:cubicBezTo>
                  <a:pt x="63" y="130"/>
                  <a:pt x="61" y="130"/>
                  <a:pt x="59" y="130"/>
                </a:cubicBezTo>
                <a:cubicBezTo>
                  <a:pt x="58" y="129"/>
                  <a:pt x="57" y="129"/>
                  <a:pt x="56" y="128"/>
                </a:cubicBezTo>
                <a:cubicBezTo>
                  <a:pt x="55" y="127"/>
                  <a:pt x="53" y="127"/>
                  <a:pt x="53" y="127"/>
                </a:cubicBezTo>
                <a:cubicBezTo>
                  <a:pt x="52" y="127"/>
                  <a:pt x="51" y="128"/>
                  <a:pt x="50" y="129"/>
                </a:cubicBezTo>
                <a:cubicBezTo>
                  <a:pt x="50" y="129"/>
                  <a:pt x="50" y="130"/>
                  <a:pt x="50" y="131"/>
                </a:cubicBezTo>
                <a:cubicBezTo>
                  <a:pt x="50" y="132"/>
                  <a:pt x="51" y="132"/>
                  <a:pt x="51" y="133"/>
                </a:cubicBezTo>
                <a:cubicBezTo>
                  <a:pt x="55" y="137"/>
                  <a:pt x="61" y="138"/>
                  <a:pt x="67" y="136"/>
                </a:cubicBezTo>
                <a:cubicBezTo>
                  <a:pt x="73" y="135"/>
                  <a:pt x="78" y="131"/>
                  <a:pt x="80" y="126"/>
                </a:cubicBezTo>
                <a:cubicBezTo>
                  <a:pt x="83" y="121"/>
                  <a:pt x="83" y="116"/>
                  <a:pt x="82" y="109"/>
                </a:cubicBezTo>
                <a:close/>
                <a:moveTo>
                  <a:pt x="115" y="98"/>
                </a:moveTo>
                <a:cubicBezTo>
                  <a:pt x="115" y="95"/>
                  <a:pt x="112" y="95"/>
                  <a:pt x="109" y="96"/>
                </a:cubicBezTo>
                <a:cubicBezTo>
                  <a:pt x="108" y="96"/>
                  <a:pt x="108" y="96"/>
                  <a:pt x="107" y="97"/>
                </a:cubicBezTo>
                <a:cubicBezTo>
                  <a:pt x="106" y="97"/>
                  <a:pt x="105" y="97"/>
                  <a:pt x="105" y="97"/>
                </a:cubicBezTo>
                <a:cubicBezTo>
                  <a:pt x="102" y="98"/>
                  <a:pt x="102" y="98"/>
                  <a:pt x="102" y="98"/>
                </a:cubicBezTo>
                <a:cubicBezTo>
                  <a:pt x="101" y="94"/>
                  <a:pt x="101" y="94"/>
                  <a:pt x="101" y="94"/>
                </a:cubicBezTo>
                <a:cubicBezTo>
                  <a:pt x="101" y="93"/>
                  <a:pt x="101" y="93"/>
                  <a:pt x="101" y="92"/>
                </a:cubicBezTo>
                <a:cubicBezTo>
                  <a:pt x="100" y="91"/>
                  <a:pt x="100" y="90"/>
                  <a:pt x="100" y="90"/>
                </a:cubicBezTo>
                <a:cubicBezTo>
                  <a:pt x="100" y="89"/>
                  <a:pt x="100" y="89"/>
                  <a:pt x="99" y="88"/>
                </a:cubicBezTo>
                <a:cubicBezTo>
                  <a:pt x="98" y="88"/>
                  <a:pt x="97" y="88"/>
                  <a:pt x="96" y="88"/>
                </a:cubicBezTo>
                <a:cubicBezTo>
                  <a:pt x="96" y="88"/>
                  <a:pt x="95" y="89"/>
                  <a:pt x="95" y="89"/>
                </a:cubicBezTo>
                <a:cubicBezTo>
                  <a:pt x="94" y="90"/>
                  <a:pt x="94" y="90"/>
                  <a:pt x="94" y="91"/>
                </a:cubicBezTo>
                <a:cubicBezTo>
                  <a:pt x="94" y="92"/>
                  <a:pt x="94" y="93"/>
                  <a:pt x="95" y="96"/>
                </a:cubicBezTo>
                <a:cubicBezTo>
                  <a:pt x="96" y="100"/>
                  <a:pt x="96" y="100"/>
                  <a:pt x="96" y="100"/>
                </a:cubicBezTo>
                <a:cubicBezTo>
                  <a:pt x="93" y="100"/>
                  <a:pt x="91" y="101"/>
                  <a:pt x="90" y="101"/>
                </a:cubicBezTo>
                <a:cubicBezTo>
                  <a:pt x="88" y="102"/>
                  <a:pt x="87" y="102"/>
                  <a:pt x="87" y="102"/>
                </a:cubicBezTo>
                <a:cubicBezTo>
                  <a:pt x="86" y="103"/>
                  <a:pt x="85" y="104"/>
                  <a:pt x="86" y="106"/>
                </a:cubicBezTo>
                <a:cubicBezTo>
                  <a:pt x="86" y="108"/>
                  <a:pt x="88" y="108"/>
                  <a:pt x="92" y="107"/>
                </a:cubicBezTo>
                <a:cubicBezTo>
                  <a:pt x="93" y="107"/>
                  <a:pt x="95" y="106"/>
                  <a:pt x="98" y="106"/>
                </a:cubicBezTo>
                <a:cubicBezTo>
                  <a:pt x="99" y="109"/>
                  <a:pt x="99" y="109"/>
                  <a:pt x="99" y="109"/>
                </a:cubicBezTo>
                <a:cubicBezTo>
                  <a:pt x="100" y="113"/>
                  <a:pt x="100" y="113"/>
                  <a:pt x="100" y="113"/>
                </a:cubicBezTo>
                <a:cubicBezTo>
                  <a:pt x="100" y="114"/>
                  <a:pt x="101" y="115"/>
                  <a:pt x="101" y="115"/>
                </a:cubicBezTo>
                <a:cubicBezTo>
                  <a:pt x="102" y="116"/>
                  <a:pt x="103" y="116"/>
                  <a:pt x="104" y="116"/>
                </a:cubicBezTo>
                <a:cubicBezTo>
                  <a:pt x="106" y="115"/>
                  <a:pt x="106" y="114"/>
                  <a:pt x="106" y="112"/>
                </a:cubicBezTo>
                <a:cubicBezTo>
                  <a:pt x="104" y="104"/>
                  <a:pt x="104" y="104"/>
                  <a:pt x="104" y="104"/>
                </a:cubicBezTo>
                <a:cubicBezTo>
                  <a:pt x="105" y="104"/>
                  <a:pt x="106" y="103"/>
                  <a:pt x="107" y="103"/>
                </a:cubicBezTo>
                <a:cubicBezTo>
                  <a:pt x="111" y="102"/>
                  <a:pt x="111" y="102"/>
                  <a:pt x="111" y="102"/>
                </a:cubicBezTo>
                <a:cubicBezTo>
                  <a:pt x="111" y="102"/>
                  <a:pt x="111" y="102"/>
                  <a:pt x="112" y="102"/>
                </a:cubicBezTo>
                <a:cubicBezTo>
                  <a:pt x="112" y="102"/>
                  <a:pt x="113" y="102"/>
                  <a:pt x="113" y="102"/>
                </a:cubicBezTo>
                <a:cubicBezTo>
                  <a:pt x="114" y="101"/>
                  <a:pt x="115" y="101"/>
                  <a:pt x="115" y="100"/>
                </a:cubicBezTo>
                <a:cubicBezTo>
                  <a:pt x="115" y="99"/>
                  <a:pt x="115" y="98"/>
                  <a:pt x="115" y="98"/>
                </a:cubicBezTo>
                <a:close/>
                <a:moveTo>
                  <a:pt x="160" y="105"/>
                </a:moveTo>
                <a:cubicBezTo>
                  <a:pt x="160" y="104"/>
                  <a:pt x="158" y="103"/>
                  <a:pt x="156" y="103"/>
                </a:cubicBezTo>
                <a:cubicBezTo>
                  <a:pt x="154" y="103"/>
                  <a:pt x="153" y="103"/>
                  <a:pt x="151" y="103"/>
                </a:cubicBezTo>
                <a:cubicBezTo>
                  <a:pt x="149" y="104"/>
                  <a:pt x="145" y="105"/>
                  <a:pt x="141" y="107"/>
                </a:cubicBezTo>
                <a:cubicBezTo>
                  <a:pt x="134" y="109"/>
                  <a:pt x="134" y="109"/>
                  <a:pt x="134" y="109"/>
                </a:cubicBezTo>
                <a:cubicBezTo>
                  <a:pt x="133" y="105"/>
                  <a:pt x="133" y="102"/>
                  <a:pt x="135" y="99"/>
                </a:cubicBezTo>
                <a:cubicBezTo>
                  <a:pt x="136" y="97"/>
                  <a:pt x="138" y="94"/>
                  <a:pt x="142" y="90"/>
                </a:cubicBezTo>
                <a:cubicBezTo>
                  <a:pt x="145" y="87"/>
                  <a:pt x="147" y="84"/>
                  <a:pt x="149" y="81"/>
                </a:cubicBezTo>
                <a:cubicBezTo>
                  <a:pt x="150" y="79"/>
                  <a:pt x="150" y="77"/>
                  <a:pt x="150" y="75"/>
                </a:cubicBezTo>
                <a:cubicBezTo>
                  <a:pt x="150" y="73"/>
                  <a:pt x="150" y="71"/>
                  <a:pt x="149" y="68"/>
                </a:cubicBezTo>
                <a:cubicBezTo>
                  <a:pt x="149" y="65"/>
                  <a:pt x="146" y="62"/>
                  <a:pt x="142" y="61"/>
                </a:cubicBezTo>
                <a:cubicBezTo>
                  <a:pt x="139" y="60"/>
                  <a:pt x="135" y="60"/>
                  <a:pt x="132" y="61"/>
                </a:cubicBezTo>
                <a:cubicBezTo>
                  <a:pt x="129" y="61"/>
                  <a:pt x="126" y="63"/>
                  <a:pt x="124" y="65"/>
                </a:cubicBezTo>
                <a:cubicBezTo>
                  <a:pt x="122" y="67"/>
                  <a:pt x="120" y="69"/>
                  <a:pt x="118" y="73"/>
                </a:cubicBezTo>
                <a:cubicBezTo>
                  <a:pt x="118" y="74"/>
                  <a:pt x="118" y="75"/>
                  <a:pt x="118" y="76"/>
                </a:cubicBezTo>
                <a:cubicBezTo>
                  <a:pt x="118" y="77"/>
                  <a:pt x="120" y="78"/>
                  <a:pt x="122" y="77"/>
                </a:cubicBezTo>
                <a:cubicBezTo>
                  <a:pt x="123" y="77"/>
                  <a:pt x="123" y="77"/>
                  <a:pt x="124" y="76"/>
                </a:cubicBezTo>
                <a:cubicBezTo>
                  <a:pt x="128" y="71"/>
                  <a:pt x="128" y="71"/>
                  <a:pt x="128" y="71"/>
                </a:cubicBezTo>
                <a:cubicBezTo>
                  <a:pt x="130" y="69"/>
                  <a:pt x="131" y="68"/>
                  <a:pt x="133" y="67"/>
                </a:cubicBezTo>
                <a:cubicBezTo>
                  <a:pt x="135" y="67"/>
                  <a:pt x="137" y="67"/>
                  <a:pt x="139" y="67"/>
                </a:cubicBezTo>
                <a:cubicBezTo>
                  <a:pt x="141" y="68"/>
                  <a:pt x="142" y="69"/>
                  <a:pt x="143" y="71"/>
                </a:cubicBezTo>
                <a:cubicBezTo>
                  <a:pt x="143" y="73"/>
                  <a:pt x="143" y="76"/>
                  <a:pt x="142" y="79"/>
                </a:cubicBezTo>
                <a:cubicBezTo>
                  <a:pt x="141" y="80"/>
                  <a:pt x="139" y="83"/>
                  <a:pt x="137" y="86"/>
                </a:cubicBezTo>
                <a:cubicBezTo>
                  <a:pt x="132" y="91"/>
                  <a:pt x="129" y="95"/>
                  <a:pt x="128" y="97"/>
                </a:cubicBezTo>
                <a:cubicBezTo>
                  <a:pt x="126" y="101"/>
                  <a:pt x="126" y="106"/>
                  <a:pt x="127" y="111"/>
                </a:cubicBezTo>
                <a:cubicBezTo>
                  <a:pt x="128" y="113"/>
                  <a:pt x="128" y="114"/>
                  <a:pt x="129" y="115"/>
                </a:cubicBezTo>
                <a:cubicBezTo>
                  <a:pt x="130" y="116"/>
                  <a:pt x="131" y="117"/>
                  <a:pt x="132" y="116"/>
                </a:cubicBezTo>
                <a:cubicBezTo>
                  <a:pt x="133" y="116"/>
                  <a:pt x="133" y="116"/>
                  <a:pt x="134" y="116"/>
                </a:cubicBezTo>
                <a:cubicBezTo>
                  <a:pt x="134" y="116"/>
                  <a:pt x="134" y="116"/>
                  <a:pt x="135" y="116"/>
                </a:cubicBezTo>
                <a:cubicBezTo>
                  <a:pt x="136" y="116"/>
                  <a:pt x="137" y="115"/>
                  <a:pt x="139" y="114"/>
                </a:cubicBezTo>
                <a:cubicBezTo>
                  <a:pt x="140" y="114"/>
                  <a:pt x="141" y="113"/>
                  <a:pt x="142" y="113"/>
                </a:cubicBezTo>
                <a:cubicBezTo>
                  <a:pt x="144" y="113"/>
                  <a:pt x="145" y="112"/>
                  <a:pt x="148" y="112"/>
                </a:cubicBezTo>
                <a:cubicBezTo>
                  <a:pt x="150" y="111"/>
                  <a:pt x="151" y="110"/>
                  <a:pt x="153" y="110"/>
                </a:cubicBezTo>
                <a:cubicBezTo>
                  <a:pt x="153" y="110"/>
                  <a:pt x="154" y="110"/>
                  <a:pt x="155" y="110"/>
                </a:cubicBezTo>
                <a:cubicBezTo>
                  <a:pt x="156" y="110"/>
                  <a:pt x="157" y="110"/>
                  <a:pt x="158" y="110"/>
                </a:cubicBezTo>
                <a:cubicBezTo>
                  <a:pt x="159" y="109"/>
                  <a:pt x="159" y="109"/>
                  <a:pt x="160" y="108"/>
                </a:cubicBezTo>
                <a:cubicBezTo>
                  <a:pt x="160" y="107"/>
                  <a:pt x="160" y="106"/>
                  <a:pt x="160" y="105"/>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120"/>
          <p:cNvSpPr>
            <a:spLocks noEditPoints="1"/>
          </p:cNvSpPr>
          <p:nvPr/>
        </p:nvSpPr>
        <p:spPr bwMode="auto">
          <a:xfrm>
            <a:off x="1094700" y="2393651"/>
            <a:ext cx="394968" cy="394968"/>
          </a:xfrm>
          <a:custGeom>
            <a:avLst/>
            <a:gdLst>
              <a:gd name="T0" fmla="*/ 20 w 200"/>
              <a:gd name="T1" fmla="*/ 200 h 200"/>
              <a:gd name="T2" fmla="*/ 0 w 200"/>
              <a:gd name="T3" fmla="*/ 88 h 200"/>
              <a:gd name="T4" fmla="*/ 12 w 200"/>
              <a:gd name="T5" fmla="*/ 168 h 200"/>
              <a:gd name="T6" fmla="*/ 164 w 200"/>
              <a:gd name="T7" fmla="*/ 188 h 200"/>
              <a:gd name="T8" fmla="*/ 187 w 200"/>
              <a:gd name="T9" fmla="*/ 88 h 200"/>
              <a:gd name="T10" fmla="*/ 200 w 200"/>
              <a:gd name="T11" fmla="*/ 180 h 200"/>
              <a:gd name="T12" fmla="*/ 155 w 200"/>
              <a:gd name="T13" fmla="*/ 137 h 200"/>
              <a:gd name="T14" fmla="*/ 154 w 200"/>
              <a:gd name="T15" fmla="*/ 155 h 200"/>
              <a:gd name="T16" fmla="*/ 131 w 200"/>
              <a:gd name="T17" fmla="*/ 165 h 200"/>
              <a:gd name="T18" fmla="*/ 110 w 200"/>
              <a:gd name="T19" fmla="*/ 157 h 200"/>
              <a:gd name="T20" fmla="*/ 122 w 200"/>
              <a:gd name="T21" fmla="*/ 145 h 200"/>
              <a:gd name="T22" fmla="*/ 131 w 200"/>
              <a:gd name="T23" fmla="*/ 155 h 200"/>
              <a:gd name="T24" fmla="*/ 139 w 200"/>
              <a:gd name="T25" fmla="*/ 145 h 200"/>
              <a:gd name="T26" fmla="*/ 131 w 200"/>
              <a:gd name="T27" fmla="*/ 136 h 200"/>
              <a:gd name="T28" fmla="*/ 126 w 200"/>
              <a:gd name="T29" fmla="*/ 125 h 200"/>
              <a:gd name="T30" fmla="*/ 134 w 200"/>
              <a:gd name="T31" fmla="*/ 123 h 200"/>
              <a:gd name="T32" fmla="*/ 134 w 200"/>
              <a:gd name="T33" fmla="*/ 113 h 200"/>
              <a:gd name="T34" fmla="*/ 125 w 200"/>
              <a:gd name="T35" fmla="*/ 113 h 200"/>
              <a:gd name="T36" fmla="*/ 106 w 200"/>
              <a:gd name="T37" fmla="*/ 117 h 200"/>
              <a:gd name="T38" fmla="*/ 130 w 200"/>
              <a:gd name="T39" fmla="*/ 100 h 200"/>
              <a:gd name="T40" fmla="*/ 153 w 200"/>
              <a:gd name="T41" fmla="*/ 116 h 200"/>
              <a:gd name="T42" fmla="*/ 144 w 200"/>
              <a:gd name="T43" fmla="*/ 130 h 200"/>
              <a:gd name="T44" fmla="*/ 155 w 200"/>
              <a:gd name="T45" fmla="*/ 137 h 200"/>
              <a:gd name="T46" fmla="*/ 43 w 200"/>
              <a:gd name="T47" fmla="*/ 164 h 200"/>
              <a:gd name="T48" fmla="*/ 66 w 200"/>
              <a:gd name="T49" fmla="*/ 134 h 200"/>
              <a:gd name="T50" fmla="*/ 78 w 200"/>
              <a:gd name="T51" fmla="*/ 119 h 200"/>
              <a:gd name="T52" fmla="*/ 70 w 200"/>
              <a:gd name="T53" fmla="*/ 112 h 200"/>
              <a:gd name="T54" fmla="*/ 62 w 200"/>
              <a:gd name="T55" fmla="*/ 120 h 200"/>
              <a:gd name="T56" fmla="*/ 48 w 200"/>
              <a:gd name="T57" fmla="*/ 109 h 200"/>
              <a:gd name="T58" fmla="*/ 70 w 200"/>
              <a:gd name="T59" fmla="*/ 100 h 200"/>
              <a:gd name="T60" fmla="*/ 92 w 200"/>
              <a:gd name="T61" fmla="*/ 109 h 200"/>
              <a:gd name="T62" fmla="*/ 92 w 200"/>
              <a:gd name="T63" fmla="*/ 130 h 200"/>
              <a:gd name="T64" fmla="*/ 72 w 200"/>
              <a:gd name="T65" fmla="*/ 146 h 200"/>
              <a:gd name="T66" fmla="*/ 95 w 200"/>
              <a:gd name="T67" fmla="*/ 150 h 200"/>
              <a:gd name="T68" fmla="*/ 0 w 200"/>
              <a:gd name="T69" fmla="*/ 36 h 200"/>
              <a:gd name="T70" fmla="*/ 28 w 200"/>
              <a:gd name="T71" fmla="*/ 16 h 200"/>
              <a:gd name="T72" fmla="*/ 44 w 200"/>
              <a:gd name="T73" fmla="*/ 72 h 200"/>
              <a:gd name="T74" fmla="*/ 60 w 200"/>
              <a:gd name="T75" fmla="*/ 16 h 200"/>
              <a:gd name="T76" fmla="*/ 140 w 200"/>
              <a:gd name="T77" fmla="*/ 56 h 200"/>
              <a:gd name="T78" fmla="*/ 172 w 200"/>
              <a:gd name="T79" fmla="*/ 56 h 200"/>
              <a:gd name="T80" fmla="*/ 180 w 200"/>
              <a:gd name="T81" fmla="*/ 16 h 200"/>
              <a:gd name="T82" fmla="*/ 200 w 200"/>
              <a:gd name="T83" fmla="*/ 80 h 200"/>
              <a:gd name="T84" fmla="*/ 0 w 200"/>
              <a:gd name="T85" fmla="*/ 36 h 200"/>
              <a:gd name="T86" fmla="*/ 144 w 200"/>
              <a:gd name="T87" fmla="*/ 52 h 200"/>
              <a:gd name="T88" fmla="*/ 156 w 200"/>
              <a:gd name="T89" fmla="*/ 0 h 200"/>
              <a:gd name="T90" fmla="*/ 168 w 200"/>
              <a:gd name="T91" fmla="*/ 52 h 200"/>
              <a:gd name="T92" fmla="*/ 44 w 200"/>
              <a:gd name="T93" fmla="*/ 64 h 200"/>
              <a:gd name="T94" fmla="*/ 32 w 200"/>
              <a:gd name="T95" fmla="*/ 12 h 200"/>
              <a:gd name="T96" fmla="*/ 56 w 200"/>
              <a:gd name="T97" fmla="*/ 12 h 200"/>
              <a:gd name="T98" fmla="*/ 44 w 200"/>
              <a:gd name="T99" fmla="*/ 64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0" h="200">
                <a:moveTo>
                  <a:pt x="180" y="200"/>
                </a:moveTo>
                <a:cubicBezTo>
                  <a:pt x="20" y="200"/>
                  <a:pt x="20" y="200"/>
                  <a:pt x="20" y="200"/>
                </a:cubicBezTo>
                <a:cubicBezTo>
                  <a:pt x="9" y="200"/>
                  <a:pt x="0" y="191"/>
                  <a:pt x="0" y="180"/>
                </a:cubicBezTo>
                <a:cubicBezTo>
                  <a:pt x="0" y="88"/>
                  <a:pt x="0" y="88"/>
                  <a:pt x="0" y="88"/>
                </a:cubicBezTo>
                <a:cubicBezTo>
                  <a:pt x="12" y="88"/>
                  <a:pt x="12" y="88"/>
                  <a:pt x="12" y="88"/>
                </a:cubicBezTo>
                <a:cubicBezTo>
                  <a:pt x="12" y="123"/>
                  <a:pt x="12" y="168"/>
                  <a:pt x="12" y="168"/>
                </a:cubicBezTo>
                <a:cubicBezTo>
                  <a:pt x="12" y="179"/>
                  <a:pt x="25" y="188"/>
                  <a:pt x="36" y="188"/>
                </a:cubicBezTo>
                <a:cubicBezTo>
                  <a:pt x="164" y="188"/>
                  <a:pt x="164" y="188"/>
                  <a:pt x="164" y="188"/>
                </a:cubicBezTo>
                <a:cubicBezTo>
                  <a:pt x="175" y="188"/>
                  <a:pt x="188" y="179"/>
                  <a:pt x="188" y="168"/>
                </a:cubicBezTo>
                <a:cubicBezTo>
                  <a:pt x="188" y="168"/>
                  <a:pt x="188" y="122"/>
                  <a:pt x="187" y="88"/>
                </a:cubicBezTo>
                <a:cubicBezTo>
                  <a:pt x="200" y="88"/>
                  <a:pt x="200" y="88"/>
                  <a:pt x="200" y="88"/>
                </a:cubicBezTo>
                <a:cubicBezTo>
                  <a:pt x="200" y="180"/>
                  <a:pt x="200" y="180"/>
                  <a:pt x="200" y="180"/>
                </a:cubicBezTo>
                <a:cubicBezTo>
                  <a:pt x="200" y="191"/>
                  <a:pt x="191" y="200"/>
                  <a:pt x="180" y="200"/>
                </a:cubicBezTo>
                <a:close/>
                <a:moveTo>
                  <a:pt x="155" y="137"/>
                </a:moveTo>
                <a:cubicBezTo>
                  <a:pt x="156" y="139"/>
                  <a:pt x="157" y="141"/>
                  <a:pt x="157" y="144"/>
                </a:cubicBezTo>
                <a:cubicBezTo>
                  <a:pt x="157" y="148"/>
                  <a:pt x="156" y="152"/>
                  <a:pt x="154" y="155"/>
                </a:cubicBezTo>
                <a:cubicBezTo>
                  <a:pt x="152" y="158"/>
                  <a:pt x="149" y="161"/>
                  <a:pt x="145" y="163"/>
                </a:cubicBezTo>
                <a:cubicBezTo>
                  <a:pt x="142" y="165"/>
                  <a:pt x="137" y="165"/>
                  <a:pt x="131" y="165"/>
                </a:cubicBezTo>
                <a:cubicBezTo>
                  <a:pt x="126" y="165"/>
                  <a:pt x="121" y="165"/>
                  <a:pt x="118" y="163"/>
                </a:cubicBezTo>
                <a:cubicBezTo>
                  <a:pt x="114" y="162"/>
                  <a:pt x="112" y="160"/>
                  <a:pt x="110" y="157"/>
                </a:cubicBezTo>
                <a:cubicBezTo>
                  <a:pt x="107" y="155"/>
                  <a:pt x="106" y="152"/>
                  <a:pt x="105" y="148"/>
                </a:cubicBezTo>
                <a:cubicBezTo>
                  <a:pt x="122" y="145"/>
                  <a:pt x="122" y="145"/>
                  <a:pt x="122" y="145"/>
                </a:cubicBezTo>
                <a:cubicBezTo>
                  <a:pt x="123" y="149"/>
                  <a:pt x="124" y="151"/>
                  <a:pt x="125" y="153"/>
                </a:cubicBezTo>
                <a:cubicBezTo>
                  <a:pt x="127" y="154"/>
                  <a:pt x="129" y="155"/>
                  <a:pt x="131" y="155"/>
                </a:cubicBezTo>
                <a:cubicBezTo>
                  <a:pt x="133" y="155"/>
                  <a:pt x="135" y="154"/>
                  <a:pt x="137" y="152"/>
                </a:cubicBezTo>
                <a:cubicBezTo>
                  <a:pt x="138" y="150"/>
                  <a:pt x="139" y="148"/>
                  <a:pt x="139" y="145"/>
                </a:cubicBezTo>
                <a:cubicBezTo>
                  <a:pt x="139" y="142"/>
                  <a:pt x="138" y="140"/>
                  <a:pt x="137" y="139"/>
                </a:cubicBezTo>
                <a:cubicBezTo>
                  <a:pt x="135" y="137"/>
                  <a:pt x="133" y="136"/>
                  <a:pt x="131" y="136"/>
                </a:cubicBezTo>
                <a:cubicBezTo>
                  <a:pt x="129" y="136"/>
                  <a:pt x="127" y="136"/>
                  <a:pt x="125" y="137"/>
                </a:cubicBezTo>
                <a:cubicBezTo>
                  <a:pt x="126" y="125"/>
                  <a:pt x="126" y="125"/>
                  <a:pt x="126" y="125"/>
                </a:cubicBezTo>
                <a:cubicBezTo>
                  <a:pt x="127" y="125"/>
                  <a:pt x="128" y="125"/>
                  <a:pt x="128" y="125"/>
                </a:cubicBezTo>
                <a:cubicBezTo>
                  <a:pt x="130" y="125"/>
                  <a:pt x="132" y="124"/>
                  <a:pt x="134" y="123"/>
                </a:cubicBezTo>
                <a:cubicBezTo>
                  <a:pt x="135" y="121"/>
                  <a:pt x="136" y="119"/>
                  <a:pt x="136" y="117"/>
                </a:cubicBezTo>
                <a:cubicBezTo>
                  <a:pt x="136" y="116"/>
                  <a:pt x="136" y="114"/>
                  <a:pt x="134" y="113"/>
                </a:cubicBezTo>
                <a:cubicBezTo>
                  <a:pt x="133" y="112"/>
                  <a:pt x="132" y="111"/>
                  <a:pt x="130" y="111"/>
                </a:cubicBezTo>
                <a:cubicBezTo>
                  <a:pt x="128" y="111"/>
                  <a:pt x="126" y="112"/>
                  <a:pt x="125" y="113"/>
                </a:cubicBezTo>
                <a:cubicBezTo>
                  <a:pt x="123" y="114"/>
                  <a:pt x="123" y="116"/>
                  <a:pt x="122" y="120"/>
                </a:cubicBezTo>
                <a:cubicBezTo>
                  <a:pt x="106" y="117"/>
                  <a:pt x="106" y="117"/>
                  <a:pt x="106" y="117"/>
                </a:cubicBezTo>
                <a:cubicBezTo>
                  <a:pt x="107" y="111"/>
                  <a:pt x="110" y="107"/>
                  <a:pt x="113" y="104"/>
                </a:cubicBezTo>
                <a:cubicBezTo>
                  <a:pt x="117" y="102"/>
                  <a:pt x="123" y="100"/>
                  <a:pt x="130" y="100"/>
                </a:cubicBezTo>
                <a:cubicBezTo>
                  <a:pt x="138" y="100"/>
                  <a:pt x="144" y="102"/>
                  <a:pt x="148" y="105"/>
                </a:cubicBezTo>
                <a:cubicBezTo>
                  <a:pt x="152" y="108"/>
                  <a:pt x="153" y="112"/>
                  <a:pt x="153" y="116"/>
                </a:cubicBezTo>
                <a:cubicBezTo>
                  <a:pt x="153" y="119"/>
                  <a:pt x="153" y="122"/>
                  <a:pt x="151" y="124"/>
                </a:cubicBezTo>
                <a:cubicBezTo>
                  <a:pt x="150" y="126"/>
                  <a:pt x="147" y="128"/>
                  <a:pt x="144" y="130"/>
                </a:cubicBezTo>
                <a:cubicBezTo>
                  <a:pt x="147" y="130"/>
                  <a:pt x="149" y="131"/>
                  <a:pt x="150" y="132"/>
                </a:cubicBezTo>
                <a:cubicBezTo>
                  <a:pt x="152" y="133"/>
                  <a:pt x="154" y="135"/>
                  <a:pt x="155" y="137"/>
                </a:cubicBezTo>
                <a:close/>
                <a:moveTo>
                  <a:pt x="95" y="164"/>
                </a:moveTo>
                <a:cubicBezTo>
                  <a:pt x="43" y="164"/>
                  <a:pt x="43" y="164"/>
                  <a:pt x="43" y="164"/>
                </a:cubicBezTo>
                <a:cubicBezTo>
                  <a:pt x="44" y="159"/>
                  <a:pt x="45" y="154"/>
                  <a:pt x="48" y="150"/>
                </a:cubicBezTo>
                <a:cubicBezTo>
                  <a:pt x="51" y="145"/>
                  <a:pt x="57" y="140"/>
                  <a:pt x="66" y="134"/>
                </a:cubicBezTo>
                <a:cubicBezTo>
                  <a:pt x="71" y="130"/>
                  <a:pt x="74" y="127"/>
                  <a:pt x="75" y="125"/>
                </a:cubicBezTo>
                <a:cubicBezTo>
                  <a:pt x="77" y="123"/>
                  <a:pt x="78" y="121"/>
                  <a:pt x="78" y="119"/>
                </a:cubicBezTo>
                <a:cubicBezTo>
                  <a:pt x="78" y="117"/>
                  <a:pt x="77" y="116"/>
                  <a:pt x="75" y="114"/>
                </a:cubicBezTo>
                <a:cubicBezTo>
                  <a:pt x="74" y="113"/>
                  <a:pt x="72" y="112"/>
                  <a:pt x="70" y="112"/>
                </a:cubicBezTo>
                <a:cubicBezTo>
                  <a:pt x="68" y="112"/>
                  <a:pt x="66" y="113"/>
                  <a:pt x="65" y="114"/>
                </a:cubicBezTo>
                <a:cubicBezTo>
                  <a:pt x="63" y="116"/>
                  <a:pt x="62" y="117"/>
                  <a:pt x="62" y="120"/>
                </a:cubicBezTo>
                <a:cubicBezTo>
                  <a:pt x="44" y="120"/>
                  <a:pt x="44" y="120"/>
                  <a:pt x="44" y="120"/>
                </a:cubicBezTo>
                <a:cubicBezTo>
                  <a:pt x="45" y="115"/>
                  <a:pt x="46" y="112"/>
                  <a:pt x="48" y="109"/>
                </a:cubicBezTo>
                <a:cubicBezTo>
                  <a:pt x="50" y="106"/>
                  <a:pt x="52" y="104"/>
                  <a:pt x="56" y="102"/>
                </a:cubicBezTo>
                <a:cubicBezTo>
                  <a:pt x="59" y="101"/>
                  <a:pt x="64" y="100"/>
                  <a:pt x="70" y="100"/>
                </a:cubicBezTo>
                <a:cubicBezTo>
                  <a:pt x="76" y="100"/>
                  <a:pt x="81" y="101"/>
                  <a:pt x="84" y="102"/>
                </a:cubicBezTo>
                <a:cubicBezTo>
                  <a:pt x="87" y="104"/>
                  <a:pt x="90" y="106"/>
                  <a:pt x="92" y="109"/>
                </a:cubicBezTo>
                <a:cubicBezTo>
                  <a:pt x="94" y="112"/>
                  <a:pt x="95" y="115"/>
                  <a:pt x="95" y="119"/>
                </a:cubicBezTo>
                <a:cubicBezTo>
                  <a:pt x="95" y="122"/>
                  <a:pt x="94" y="126"/>
                  <a:pt x="92" y="130"/>
                </a:cubicBezTo>
                <a:cubicBezTo>
                  <a:pt x="89" y="133"/>
                  <a:pt x="85" y="137"/>
                  <a:pt x="79" y="141"/>
                </a:cubicBezTo>
                <a:cubicBezTo>
                  <a:pt x="76" y="144"/>
                  <a:pt x="73" y="145"/>
                  <a:pt x="72" y="146"/>
                </a:cubicBezTo>
                <a:cubicBezTo>
                  <a:pt x="71" y="147"/>
                  <a:pt x="70" y="148"/>
                  <a:pt x="68" y="150"/>
                </a:cubicBezTo>
                <a:cubicBezTo>
                  <a:pt x="95" y="150"/>
                  <a:pt x="95" y="150"/>
                  <a:pt x="95" y="150"/>
                </a:cubicBezTo>
                <a:lnTo>
                  <a:pt x="95" y="164"/>
                </a:lnTo>
                <a:close/>
                <a:moveTo>
                  <a:pt x="0" y="36"/>
                </a:moveTo>
                <a:cubicBezTo>
                  <a:pt x="0" y="25"/>
                  <a:pt x="9" y="16"/>
                  <a:pt x="20" y="16"/>
                </a:cubicBezTo>
                <a:cubicBezTo>
                  <a:pt x="28" y="16"/>
                  <a:pt x="28" y="16"/>
                  <a:pt x="28" y="16"/>
                </a:cubicBezTo>
                <a:cubicBezTo>
                  <a:pt x="28" y="56"/>
                  <a:pt x="28" y="56"/>
                  <a:pt x="28" y="56"/>
                </a:cubicBezTo>
                <a:cubicBezTo>
                  <a:pt x="28" y="65"/>
                  <a:pt x="35" y="72"/>
                  <a:pt x="44" y="72"/>
                </a:cubicBezTo>
                <a:cubicBezTo>
                  <a:pt x="53" y="72"/>
                  <a:pt x="60" y="65"/>
                  <a:pt x="60" y="56"/>
                </a:cubicBezTo>
                <a:cubicBezTo>
                  <a:pt x="60" y="16"/>
                  <a:pt x="60" y="16"/>
                  <a:pt x="60" y="16"/>
                </a:cubicBezTo>
                <a:cubicBezTo>
                  <a:pt x="140" y="16"/>
                  <a:pt x="140" y="16"/>
                  <a:pt x="140" y="16"/>
                </a:cubicBezTo>
                <a:cubicBezTo>
                  <a:pt x="140" y="56"/>
                  <a:pt x="140" y="56"/>
                  <a:pt x="140" y="56"/>
                </a:cubicBezTo>
                <a:cubicBezTo>
                  <a:pt x="140" y="65"/>
                  <a:pt x="147" y="72"/>
                  <a:pt x="156" y="72"/>
                </a:cubicBezTo>
                <a:cubicBezTo>
                  <a:pt x="165" y="72"/>
                  <a:pt x="172" y="65"/>
                  <a:pt x="172" y="56"/>
                </a:cubicBezTo>
                <a:cubicBezTo>
                  <a:pt x="172" y="16"/>
                  <a:pt x="172" y="16"/>
                  <a:pt x="172" y="16"/>
                </a:cubicBezTo>
                <a:cubicBezTo>
                  <a:pt x="180" y="16"/>
                  <a:pt x="180" y="16"/>
                  <a:pt x="180" y="16"/>
                </a:cubicBezTo>
                <a:cubicBezTo>
                  <a:pt x="191" y="16"/>
                  <a:pt x="200" y="25"/>
                  <a:pt x="200" y="36"/>
                </a:cubicBezTo>
                <a:cubicBezTo>
                  <a:pt x="200" y="80"/>
                  <a:pt x="200" y="80"/>
                  <a:pt x="200" y="80"/>
                </a:cubicBezTo>
                <a:cubicBezTo>
                  <a:pt x="114" y="80"/>
                  <a:pt x="96" y="80"/>
                  <a:pt x="0" y="80"/>
                </a:cubicBezTo>
                <a:lnTo>
                  <a:pt x="0" y="36"/>
                </a:lnTo>
                <a:close/>
                <a:moveTo>
                  <a:pt x="156" y="64"/>
                </a:moveTo>
                <a:cubicBezTo>
                  <a:pt x="149" y="64"/>
                  <a:pt x="144" y="59"/>
                  <a:pt x="144" y="52"/>
                </a:cubicBezTo>
                <a:cubicBezTo>
                  <a:pt x="144" y="12"/>
                  <a:pt x="144" y="12"/>
                  <a:pt x="144" y="12"/>
                </a:cubicBezTo>
                <a:cubicBezTo>
                  <a:pt x="144" y="6"/>
                  <a:pt x="149" y="0"/>
                  <a:pt x="156" y="0"/>
                </a:cubicBezTo>
                <a:cubicBezTo>
                  <a:pt x="162" y="0"/>
                  <a:pt x="168" y="6"/>
                  <a:pt x="168" y="12"/>
                </a:cubicBezTo>
                <a:cubicBezTo>
                  <a:pt x="168" y="52"/>
                  <a:pt x="168" y="52"/>
                  <a:pt x="168" y="52"/>
                </a:cubicBezTo>
                <a:cubicBezTo>
                  <a:pt x="168" y="59"/>
                  <a:pt x="162" y="64"/>
                  <a:pt x="156" y="64"/>
                </a:cubicBezTo>
                <a:close/>
                <a:moveTo>
                  <a:pt x="44" y="64"/>
                </a:moveTo>
                <a:cubicBezTo>
                  <a:pt x="37" y="64"/>
                  <a:pt x="32" y="59"/>
                  <a:pt x="32" y="52"/>
                </a:cubicBezTo>
                <a:cubicBezTo>
                  <a:pt x="32" y="12"/>
                  <a:pt x="32" y="12"/>
                  <a:pt x="32" y="12"/>
                </a:cubicBezTo>
                <a:cubicBezTo>
                  <a:pt x="32" y="6"/>
                  <a:pt x="37" y="0"/>
                  <a:pt x="44" y="0"/>
                </a:cubicBezTo>
                <a:cubicBezTo>
                  <a:pt x="50" y="0"/>
                  <a:pt x="56" y="6"/>
                  <a:pt x="56" y="12"/>
                </a:cubicBezTo>
                <a:cubicBezTo>
                  <a:pt x="56" y="52"/>
                  <a:pt x="56" y="52"/>
                  <a:pt x="56" y="52"/>
                </a:cubicBezTo>
                <a:cubicBezTo>
                  <a:pt x="56" y="59"/>
                  <a:pt x="50" y="64"/>
                  <a:pt x="44" y="64"/>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121"/>
          <p:cNvSpPr>
            <a:spLocks noEditPoints="1"/>
          </p:cNvSpPr>
          <p:nvPr/>
        </p:nvSpPr>
        <p:spPr bwMode="auto">
          <a:xfrm>
            <a:off x="1574001" y="2392246"/>
            <a:ext cx="394968" cy="393562"/>
          </a:xfrm>
          <a:custGeom>
            <a:avLst/>
            <a:gdLst>
              <a:gd name="T0" fmla="*/ 0 w 200"/>
              <a:gd name="T1" fmla="*/ 180 h 200"/>
              <a:gd name="T2" fmla="*/ 12 w 200"/>
              <a:gd name="T3" fmla="*/ 168 h 200"/>
              <a:gd name="T4" fmla="*/ 188 w 200"/>
              <a:gd name="T5" fmla="*/ 168 h 200"/>
              <a:gd name="T6" fmla="*/ 200 w 200"/>
              <a:gd name="T7" fmla="*/ 180 h 200"/>
              <a:gd name="T8" fmla="*/ 84 w 200"/>
              <a:gd name="T9" fmla="*/ 88 h 200"/>
              <a:gd name="T10" fmla="*/ 116 w 200"/>
              <a:gd name="T11" fmla="*/ 88 h 200"/>
              <a:gd name="T12" fmla="*/ 168 w 200"/>
              <a:gd name="T13" fmla="*/ 88 h 200"/>
              <a:gd name="T14" fmla="*/ 168 w 200"/>
              <a:gd name="T15" fmla="*/ 176 h 200"/>
              <a:gd name="T16" fmla="*/ 116 w 200"/>
              <a:gd name="T17" fmla="*/ 176 h 200"/>
              <a:gd name="T18" fmla="*/ 84 w 200"/>
              <a:gd name="T19" fmla="*/ 176 h 200"/>
              <a:gd name="T20" fmla="*/ 32 w 200"/>
              <a:gd name="T21" fmla="*/ 176 h 200"/>
              <a:gd name="T22" fmla="*/ 32 w 200"/>
              <a:gd name="T23" fmla="*/ 88 h 200"/>
              <a:gd name="T24" fmla="*/ 144 w 200"/>
              <a:gd name="T25" fmla="*/ 172 h 200"/>
              <a:gd name="T26" fmla="*/ 144 w 200"/>
              <a:gd name="T27" fmla="*/ 148 h 200"/>
              <a:gd name="T28" fmla="*/ 168 w 200"/>
              <a:gd name="T29" fmla="*/ 144 h 200"/>
              <a:gd name="T30" fmla="*/ 144 w 200"/>
              <a:gd name="T31" fmla="*/ 144 h 200"/>
              <a:gd name="T32" fmla="*/ 168 w 200"/>
              <a:gd name="T33" fmla="*/ 92 h 200"/>
              <a:gd name="T34" fmla="*/ 116 w 200"/>
              <a:gd name="T35" fmla="*/ 172 h 200"/>
              <a:gd name="T36" fmla="*/ 116 w 200"/>
              <a:gd name="T37" fmla="*/ 148 h 200"/>
              <a:gd name="T38" fmla="*/ 140 w 200"/>
              <a:gd name="T39" fmla="*/ 144 h 200"/>
              <a:gd name="T40" fmla="*/ 116 w 200"/>
              <a:gd name="T41" fmla="*/ 144 h 200"/>
              <a:gd name="T42" fmla="*/ 140 w 200"/>
              <a:gd name="T43" fmla="*/ 92 h 200"/>
              <a:gd name="T44" fmla="*/ 88 w 200"/>
              <a:gd name="T45" fmla="*/ 172 h 200"/>
              <a:gd name="T46" fmla="*/ 88 w 200"/>
              <a:gd name="T47" fmla="*/ 148 h 200"/>
              <a:gd name="T48" fmla="*/ 112 w 200"/>
              <a:gd name="T49" fmla="*/ 144 h 200"/>
              <a:gd name="T50" fmla="*/ 88 w 200"/>
              <a:gd name="T51" fmla="*/ 144 h 200"/>
              <a:gd name="T52" fmla="*/ 112 w 200"/>
              <a:gd name="T53" fmla="*/ 92 h 200"/>
              <a:gd name="T54" fmla="*/ 60 w 200"/>
              <a:gd name="T55" fmla="*/ 172 h 200"/>
              <a:gd name="T56" fmla="*/ 60 w 200"/>
              <a:gd name="T57" fmla="*/ 148 h 200"/>
              <a:gd name="T58" fmla="*/ 84 w 200"/>
              <a:gd name="T59" fmla="*/ 144 h 200"/>
              <a:gd name="T60" fmla="*/ 60 w 200"/>
              <a:gd name="T61" fmla="*/ 144 h 200"/>
              <a:gd name="T62" fmla="*/ 84 w 200"/>
              <a:gd name="T63" fmla="*/ 92 h 200"/>
              <a:gd name="T64" fmla="*/ 32 w 200"/>
              <a:gd name="T65" fmla="*/ 172 h 200"/>
              <a:gd name="T66" fmla="*/ 32 w 200"/>
              <a:gd name="T67" fmla="*/ 148 h 200"/>
              <a:gd name="T68" fmla="*/ 56 w 200"/>
              <a:gd name="T69" fmla="*/ 144 h 200"/>
              <a:gd name="T70" fmla="*/ 32 w 200"/>
              <a:gd name="T71" fmla="*/ 144 h 200"/>
              <a:gd name="T72" fmla="*/ 56 w 200"/>
              <a:gd name="T73" fmla="*/ 92 h 200"/>
              <a:gd name="T74" fmla="*/ 0 w 200"/>
              <a:gd name="T75" fmla="*/ 36 h 200"/>
              <a:gd name="T76" fmla="*/ 28 w 200"/>
              <a:gd name="T77" fmla="*/ 56 h 200"/>
              <a:gd name="T78" fmla="*/ 140 w 200"/>
              <a:gd name="T79" fmla="*/ 16 h 200"/>
              <a:gd name="T80" fmla="*/ 172 w 200"/>
              <a:gd name="T81" fmla="*/ 16 h 200"/>
              <a:gd name="T82" fmla="*/ 200 w 200"/>
              <a:gd name="T83" fmla="*/ 80 h 200"/>
              <a:gd name="T84" fmla="*/ 144 w 200"/>
              <a:gd name="T85" fmla="*/ 12 h 200"/>
              <a:gd name="T86" fmla="*/ 168 w 200"/>
              <a:gd name="T87" fmla="*/ 52 h 200"/>
              <a:gd name="T88" fmla="*/ 32 w 200"/>
              <a:gd name="T89" fmla="*/ 12 h 200"/>
              <a:gd name="T90" fmla="*/ 56 w 200"/>
              <a:gd name="T91" fmla="*/ 52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0" h="200">
                <a:moveTo>
                  <a:pt x="180" y="200"/>
                </a:moveTo>
                <a:cubicBezTo>
                  <a:pt x="20" y="200"/>
                  <a:pt x="20" y="200"/>
                  <a:pt x="20" y="200"/>
                </a:cubicBezTo>
                <a:cubicBezTo>
                  <a:pt x="9" y="200"/>
                  <a:pt x="0" y="191"/>
                  <a:pt x="0" y="180"/>
                </a:cubicBezTo>
                <a:cubicBezTo>
                  <a:pt x="0" y="88"/>
                  <a:pt x="0" y="88"/>
                  <a:pt x="0" y="88"/>
                </a:cubicBezTo>
                <a:cubicBezTo>
                  <a:pt x="13" y="88"/>
                  <a:pt x="13" y="88"/>
                  <a:pt x="13" y="88"/>
                </a:cubicBezTo>
                <a:cubicBezTo>
                  <a:pt x="12" y="123"/>
                  <a:pt x="12" y="168"/>
                  <a:pt x="12" y="168"/>
                </a:cubicBezTo>
                <a:cubicBezTo>
                  <a:pt x="12" y="179"/>
                  <a:pt x="25" y="188"/>
                  <a:pt x="36" y="188"/>
                </a:cubicBezTo>
                <a:cubicBezTo>
                  <a:pt x="164" y="188"/>
                  <a:pt x="164" y="188"/>
                  <a:pt x="164" y="188"/>
                </a:cubicBezTo>
                <a:cubicBezTo>
                  <a:pt x="175" y="188"/>
                  <a:pt x="188" y="179"/>
                  <a:pt x="188" y="168"/>
                </a:cubicBezTo>
                <a:cubicBezTo>
                  <a:pt x="188" y="168"/>
                  <a:pt x="188" y="122"/>
                  <a:pt x="188" y="88"/>
                </a:cubicBezTo>
                <a:cubicBezTo>
                  <a:pt x="200" y="88"/>
                  <a:pt x="200" y="88"/>
                  <a:pt x="200" y="88"/>
                </a:cubicBezTo>
                <a:cubicBezTo>
                  <a:pt x="200" y="180"/>
                  <a:pt x="200" y="180"/>
                  <a:pt x="200" y="180"/>
                </a:cubicBezTo>
                <a:cubicBezTo>
                  <a:pt x="200" y="191"/>
                  <a:pt x="191" y="200"/>
                  <a:pt x="180" y="200"/>
                </a:cubicBezTo>
                <a:close/>
                <a:moveTo>
                  <a:pt x="60" y="88"/>
                </a:moveTo>
                <a:cubicBezTo>
                  <a:pt x="84" y="88"/>
                  <a:pt x="84" y="88"/>
                  <a:pt x="84" y="88"/>
                </a:cubicBezTo>
                <a:cubicBezTo>
                  <a:pt x="88" y="88"/>
                  <a:pt x="88" y="88"/>
                  <a:pt x="88" y="88"/>
                </a:cubicBezTo>
                <a:cubicBezTo>
                  <a:pt x="112" y="88"/>
                  <a:pt x="112" y="88"/>
                  <a:pt x="112" y="88"/>
                </a:cubicBezTo>
                <a:cubicBezTo>
                  <a:pt x="116" y="88"/>
                  <a:pt x="116" y="88"/>
                  <a:pt x="116" y="88"/>
                </a:cubicBezTo>
                <a:cubicBezTo>
                  <a:pt x="140" y="88"/>
                  <a:pt x="140" y="88"/>
                  <a:pt x="140" y="88"/>
                </a:cubicBezTo>
                <a:cubicBezTo>
                  <a:pt x="144" y="88"/>
                  <a:pt x="144" y="88"/>
                  <a:pt x="144" y="88"/>
                </a:cubicBezTo>
                <a:cubicBezTo>
                  <a:pt x="168" y="88"/>
                  <a:pt x="168" y="88"/>
                  <a:pt x="168" y="88"/>
                </a:cubicBezTo>
                <a:cubicBezTo>
                  <a:pt x="172" y="88"/>
                  <a:pt x="172" y="88"/>
                  <a:pt x="172" y="88"/>
                </a:cubicBezTo>
                <a:cubicBezTo>
                  <a:pt x="172" y="176"/>
                  <a:pt x="172" y="176"/>
                  <a:pt x="172" y="176"/>
                </a:cubicBezTo>
                <a:cubicBezTo>
                  <a:pt x="168" y="176"/>
                  <a:pt x="168" y="176"/>
                  <a:pt x="168" y="176"/>
                </a:cubicBezTo>
                <a:cubicBezTo>
                  <a:pt x="144" y="176"/>
                  <a:pt x="144" y="176"/>
                  <a:pt x="144" y="176"/>
                </a:cubicBezTo>
                <a:cubicBezTo>
                  <a:pt x="140" y="176"/>
                  <a:pt x="140" y="176"/>
                  <a:pt x="140" y="176"/>
                </a:cubicBezTo>
                <a:cubicBezTo>
                  <a:pt x="116" y="176"/>
                  <a:pt x="116" y="176"/>
                  <a:pt x="116" y="176"/>
                </a:cubicBezTo>
                <a:cubicBezTo>
                  <a:pt x="112" y="176"/>
                  <a:pt x="112" y="176"/>
                  <a:pt x="112" y="176"/>
                </a:cubicBezTo>
                <a:cubicBezTo>
                  <a:pt x="88" y="176"/>
                  <a:pt x="88" y="176"/>
                  <a:pt x="88" y="176"/>
                </a:cubicBezTo>
                <a:cubicBezTo>
                  <a:pt x="84" y="176"/>
                  <a:pt x="84" y="176"/>
                  <a:pt x="84" y="176"/>
                </a:cubicBezTo>
                <a:cubicBezTo>
                  <a:pt x="60" y="176"/>
                  <a:pt x="60" y="176"/>
                  <a:pt x="60" y="176"/>
                </a:cubicBezTo>
                <a:cubicBezTo>
                  <a:pt x="56" y="176"/>
                  <a:pt x="56" y="176"/>
                  <a:pt x="56" y="176"/>
                </a:cubicBezTo>
                <a:cubicBezTo>
                  <a:pt x="32" y="176"/>
                  <a:pt x="32" y="176"/>
                  <a:pt x="32" y="176"/>
                </a:cubicBezTo>
                <a:cubicBezTo>
                  <a:pt x="28" y="176"/>
                  <a:pt x="28" y="176"/>
                  <a:pt x="28" y="176"/>
                </a:cubicBezTo>
                <a:cubicBezTo>
                  <a:pt x="28" y="88"/>
                  <a:pt x="28" y="88"/>
                  <a:pt x="28" y="88"/>
                </a:cubicBezTo>
                <a:cubicBezTo>
                  <a:pt x="32" y="88"/>
                  <a:pt x="32" y="88"/>
                  <a:pt x="32" y="88"/>
                </a:cubicBezTo>
                <a:cubicBezTo>
                  <a:pt x="56" y="88"/>
                  <a:pt x="56" y="88"/>
                  <a:pt x="56" y="88"/>
                </a:cubicBezTo>
                <a:lnTo>
                  <a:pt x="60" y="88"/>
                </a:lnTo>
                <a:close/>
                <a:moveTo>
                  <a:pt x="144" y="172"/>
                </a:moveTo>
                <a:cubicBezTo>
                  <a:pt x="168" y="172"/>
                  <a:pt x="168" y="172"/>
                  <a:pt x="168" y="172"/>
                </a:cubicBezTo>
                <a:cubicBezTo>
                  <a:pt x="168" y="148"/>
                  <a:pt x="168" y="148"/>
                  <a:pt x="168" y="148"/>
                </a:cubicBezTo>
                <a:cubicBezTo>
                  <a:pt x="144" y="148"/>
                  <a:pt x="144" y="148"/>
                  <a:pt x="144" y="148"/>
                </a:cubicBezTo>
                <a:lnTo>
                  <a:pt x="144" y="172"/>
                </a:lnTo>
                <a:close/>
                <a:moveTo>
                  <a:pt x="144" y="144"/>
                </a:moveTo>
                <a:cubicBezTo>
                  <a:pt x="168" y="144"/>
                  <a:pt x="168" y="144"/>
                  <a:pt x="168" y="144"/>
                </a:cubicBezTo>
                <a:cubicBezTo>
                  <a:pt x="168" y="120"/>
                  <a:pt x="168" y="120"/>
                  <a:pt x="168" y="120"/>
                </a:cubicBezTo>
                <a:cubicBezTo>
                  <a:pt x="144" y="120"/>
                  <a:pt x="144" y="120"/>
                  <a:pt x="144" y="120"/>
                </a:cubicBezTo>
                <a:lnTo>
                  <a:pt x="144" y="144"/>
                </a:lnTo>
                <a:close/>
                <a:moveTo>
                  <a:pt x="144" y="116"/>
                </a:moveTo>
                <a:cubicBezTo>
                  <a:pt x="168" y="116"/>
                  <a:pt x="168" y="116"/>
                  <a:pt x="168" y="116"/>
                </a:cubicBezTo>
                <a:cubicBezTo>
                  <a:pt x="168" y="92"/>
                  <a:pt x="168" y="92"/>
                  <a:pt x="168" y="92"/>
                </a:cubicBezTo>
                <a:cubicBezTo>
                  <a:pt x="144" y="92"/>
                  <a:pt x="144" y="92"/>
                  <a:pt x="144" y="92"/>
                </a:cubicBezTo>
                <a:lnTo>
                  <a:pt x="144" y="116"/>
                </a:lnTo>
                <a:close/>
                <a:moveTo>
                  <a:pt x="116" y="172"/>
                </a:moveTo>
                <a:cubicBezTo>
                  <a:pt x="140" y="172"/>
                  <a:pt x="140" y="172"/>
                  <a:pt x="140" y="172"/>
                </a:cubicBezTo>
                <a:cubicBezTo>
                  <a:pt x="140" y="148"/>
                  <a:pt x="140" y="148"/>
                  <a:pt x="140" y="148"/>
                </a:cubicBezTo>
                <a:cubicBezTo>
                  <a:pt x="116" y="148"/>
                  <a:pt x="116" y="148"/>
                  <a:pt x="116" y="148"/>
                </a:cubicBezTo>
                <a:lnTo>
                  <a:pt x="116" y="172"/>
                </a:lnTo>
                <a:close/>
                <a:moveTo>
                  <a:pt x="116" y="144"/>
                </a:moveTo>
                <a:cubicBezTo>
                  <a:pt x="140" y="144"/>
                  <a:pt x="140" y="144"/>
                  <a:pt x="140" y="144"/>
                </a:cubicBezTo>
                <a:cubicBezTo>
                  <a:pt x="140" y="120"/>
                  <a:pt x="140" y="120"/>
                  <a:pt x="140" y="120"/>
                </a:cubicBezTo>
                <a:cubicBezTo>
                  <a:pt x="116" y="120"/>
                  <a:pt x="116" y="120"/>
                  <a:pt x="116" y="120"/>
                </a:cubicBezTo>
                <a:lnTo>
                  <a:pt x="116" y="144"/>
                </a:lnTo>
                <a:close/>
                <a:moveTo>
                  <a:pt x="116" y="116"/>
                </a:moveTo>
                <a:cubicBezTo>
                  <a:pt x="140" y="116"/>
                  <a:pt x="140" y="116"/>
                  <a:pt x="140" y="116"/>
                </a:cubicBezTo>
                <a:cubicBezTo>
                  <a:pt x="140" y="92"/>
                  <a:pt x="140" y="92"/>
                  <a:pt x="140" y="92"/>
                </a:cubicBezTo>
                <a:cubicBezTo>
                  <a:pt x="116" y="92"/>
                  <a:pt x="116" y="92"/>
                  <a:pt x="116" y="92"/>
                </a:cubicBezTo>
                <a:lnTo>
                  <a:pt x="116" y="116"/>
                </a:lnTo>
                <a:close/>
                <a:moveTo>
                  <a:pt x="88" y="172"/>
                </a:moveTo>
                <a:cubicBezTo>
                  <a:pt x="112" y="172"/>
                  <a:pt x="112" y="172"/>
                  <a:pt x="112" y="172"/>
                </a:cubicBezTo>
                <a:cubicBezTo>
                  <a:pt x="112" y="148"/>
                  <a:pt x="112" y="148"/>
                  <a:pt x="112" y="148"/>
                </a:cubicBezTo>
                <a:cubicBezTo>
                  <a:pt x="88" y="148"/>
                  <a:pt x="88" y="148"/>
                  <a:pt x="88" y="148"/>
                </a:cubicBezTo>
                <a:lnTo>
                  <a:pt x="88" y="172"/>
                </a:lnTo>
                <a:close/>
                <a:moveTo>
                  <a:pt x="88" y="144"/>
                </a:moveTo>
                <a:cubicBezTo>
                  <a:pt x="112" y="144"/>
                  <a:pt x="112" y="144"/>
                  <a:pt x="112" y="144"/>
                </a:cubicBezTo>
                <a:cubicBezTo>
                  <a:pt x="112" y="120"/>
                  <a:pt x="112" y="120"/>
                  <a:pt x="112" y="120"/>
                </a:cubicBezTo>
                <a:cubicBezTo>
                  <a:pt x="88" y="120"/>
                  <a:pt x="88" y="120"/>
                  <a:pt x="88" y="120"/>
                </a:cubicBezTo>
                <a:lnTo>
                  <a:pt x="88" y="144"/>
                </a:lnTo>
                <a:close/>
                <a:moveTo>
                  <a:pt x="88" y="116"/>
                </a:moveTo>
                <a:cubicBezTo>
                  <a:pt x="112" y="116"/>
                  <a:pt x="112" y="116"/>
                  <a:pt x="112" y="116"/>
                </a:cubicBezTo>
                <a:cubicBezTo>
                  <a:pt x="112" y="92"/>
                  <a:pt x="112" y="92"/>
                  <a:pt x="112" y="92"/>
                </a:cubicBezTo>
                <a:cubicBezTo>
                  <a:pt x="88" y="92"/>
                  <a:pt x="88" y="92"/>
                  <a:pt x="88" y="92"/>
                </a:cubicBezTo>
                <a:lnTo>
                  <a:pt x="88" y="116"/>
                </a:lnTo>
                <a:close/>
                <a:moveTo>
                  <a:pt x="60" y="172"/>
                </a:moveTo>
                <a:cubicBezTo>
                  <a:pt x="84" y="172"/>
                  <a:pt x="84" y="172"/>
                  <a:pt x="84" y="172"/>
                </a:cubicBezTo>
                <a:cubicBezTo>
                  <a:pt x="84" y="148"/>
                  <a:pt x="84" y="148"/>
                  <a:pt x="84" y="148"/>
                </a:cubicBezTo>
                <a:cubicBezTo>
                  <a:pt x="60" y="148"/>
                  <a:pt x="60" y="148"/>
                  <a:pt x="60" y="148"/>
                </a:cubicBezTo>
                <a:lnTo>
                  <a:pt x="60" y="172"/>
                </a:lnTo>
                <a:close/>
                <a:moveTo>
                  <a:pt x="60" y="144"/>
                </a:moveTo>
                <a:cubicBezTo>
                  <a:pt x="84" y="144"/>
                  <a:pt x="84" y="144"/>
                  <a:pt x="84" y="144"/>
                </a:cubicBezTo>
                <a:cubicBezTo>
                  <a:pt x="84" y="120"/>
                  <a:pt x="84" y="120"/>
                  <a:pt x="84" y="120"/>
                </a:cubicBezTo>
                <a:cubicBezTo>
                  <a:pt x="60" y="120"/>
                  <a:pt x="60" y="120"/>
                  <a:pt x="60" y="120"/>
                </a:cubicBezTo>
                <a:lnTo>
                  <a:pt x="60" y="144"/>
                </a:lnTo>
                <a:close/>
                <a:moveTo>
                  <a:pt x="60" y="116"/>
                </a:moveTo>
                <a:cubicBezTo>
                  <a:pt x="84" y="116"/>
                  <a:pt x="84" y="116"/>
                  <a:pt x="84" y="116"/>
                </a:cubicBezTo>
                <a:cubicBezTo>
                  <a:pt x="84" y="92"/>
                  <a:pt x="84" y="92"/>
                  <a:pt x="84" y="92"/>
                </a:cubicBezTo>
                <a:cubicBezTo>
                  <a:pt x="60" y="92"/>
                  <a:pt x="60" y="92"/>
                  <a:pt x="60" y="92"/>
                </a:cubicBezTo>
                <a:lnTo>
                  <a:pt x="60" y="116"/>
                </a:lnTo>
                <a:close/>
                <a:moveTo>
                  <a:pt x="32" y="172"/>
                </a:moveTo>
                <a:cubicBezTo>
                  <a:pt x="56" y="172"/>
                  <a:pt x="56" y="172"/>
                  <a:pt x="56" y="172"/>
                </a:cubicBezTo>
                <a:cubicBezTo>
                  <a:pt x="56" y="148"/>
                  <a:pt x="56" y="148"/>
                  <a:pt x="56" y="148"/>
                </a:cubicBezTo>
                <a:cubicBezTo>
                  <a:pt x="32" y="148"/>
                  <a:pt x="32" y="148"/>
                  <a:pt x="32" y="148"/>
                </a:cubicBezTo>
                <a:lnTo>
                  <a:pt x="32" y="172"/>
                </a:lnTo>
                <a:close/>
                <a:moveTo>
                  <a:pt x="32" y="144"/>
                </a:moveTo>
                <a:cubicBezTo>
                  <a:pt x="56" y="144"/>
                  <a:pt x="56" y="144"/>
                  <a:pt x="56" y="144"/>
                </a:cubicBezTo>
                <a:cubicBezTo>
                  <a:pt x="56" y="120"/>
                  <a:pt x="56" y="120"/>
                  <a:pt x="56" y="120"/>
                </a:cubicBezTo>
                <a:cubicBezTo>
                  <a:pt x="32" y="120"/>
                  <a:pt x="32" y="120"/>
                  <a:pt x="32" y="120"/>
                </a:cubicBezTo>
                <a:lnTo>
                  <a:pt x="32" y="144"/>
                </a:lnTo>
                <a:close/>
                <a:moveTo>
                  <a:pt x="32" y="116"/>
                </a:moveTo>
                <a:cubicBezTo>
                  <a:pt x="56" y="116"/>
                  <a:pt x="56" y="116"/>
                  <a:pt x="56" y="116"/>
                </a:cubicBezTo>
                <a:cubicBezTo>
                  <a:pt x="56" y="92"/>
                  <a:pt x="56" y="92"/>
                  <a:pt x="56" y="92"/>
                </a:cubicBezTo>
                <a:cubicBezTo>
                  <a:pt x="32" y="92"/>
                  <a:pt x="32" y="92"/>
                  <a:pt x="32" y="92"/>
                </a:cubicBezTo>
                <a:lnTo>
                  <a:pt x="32" y="116"/>
                </a:lnTo>
                <a:close/>
                <a:moveTo>
                  <a:pt x="0" y="36"/>
                </a:moveTo>
                <a:cubicBezTo>
                  <a:pt x="0" y="25"/>
                  <a:pt x="9" y="16"/>
                  <a:pt x="20" y="16"/>
                </a:cubicBezTo>
                <a:cubicBezTo>
                  <a:pt x="28" y="16"/>
                  <a:pt x="28" y="16"/>
                  <a:pt x="28" y="16"/>
                </a:cubicBezTo>
                <a:cubicBezTo>
                  <a:pt x="28" y="56"/>
                  <a:pt x="28" y="56"/>
                  <a:pt x="28" y="56"/>
                </a:cubicBezTo>
                <a:cubicBezTo>
                  <a:pt x="44" y="56"/>
                  <a:pt x="44" y="56"/>
                  <a:pt x="60" y="56"/>
                </a:cubicBezTo>
                <a:cubicBezTo>
                  <a:pt x="60" y="16"/>
                  <a:pt x="60" y="16"/>
                  <a:pt x="60" y="16"/>
                </a:cubicBezTo>
                <a:cubicBezTo>
                  <a:pt x="140" y="16"/>
                  <a:pt x="140" y="16"/>
                  <a:pt x="140" y="16"/>
                </a:cubicBezTo>
                <a:cubicBezTo>
                  <a:pt x="140" y="56"/>
                  <a:pt x="140" y="56"/>
                  <a:pt x="140" y="56"/>
                </a:cubicBezTo>
                <a:cubicBezTo>
                  <a:pt x="156" y="56"/>
                  <a:pt x="156" y="56"/>
                  <a:pt x="172" y="56"/>
                </a:cubicBezTo>
                <a:cubicBezTo>
                  <a:pt x="172" y="16"/>
                  <a:pt x="172" y="16"/>
                  <a:pt x="172" y="16"/>
                </a:cubicBezTo>
                <a:cubicBezTo>
                  <a:pt x="180" y="16"/>
                  <a:pt x="180" y="16"/>
                  <a:pt x="180" y="16"/>
                </a:cubicBezTo>
                <a:cubicBezTo>
                  <a:pt x="191" y="16"/>
                  <a:pt x="200" y="25"/>
                  <a:pt x="200" y="36"/>
                </a:cubicBezTo>
                <a:cubicBezTo>
                  <a:pt x="200" y="80"/>
                  <a:pt x="200" y="80"/>
                  <a:pt x="200" y="80"/>
                </a:cubicBezTo>
                <a:cubicBezTo>
                  <a:pt x="115" y="80"/>
                  <a:pt x="96" y="80"/>
                  <a:pt x="0" y="80"/>
                </a:cubicBezTo>
                <a:lnTo>
                  <a:pt x="0" y="36"/>
                </a:lnTo>
                <a:close/>
                <a:moveTo>
                  <a:pt x="144" y="12"/>
                </a:moveTo>
                <a:cubicBezTo>
                  <a:pt x="144" y="5"/>
                  <a:pt x="150" y="0"/>
                  <a:pt x="156" y="0"/>
                </a:cubicBezTo>
                <a:cubicBezTo>
                  <a:pt x="163" y="0"/>
                  <a:pt x="168" y="5"/>
                  <a:pt x="168" y="12"/>
                </a:cubicBezTo>
                <a:cubicBezTo>
                  <a:pt x="168" y="52"/>
                  <a:pt x="168" y="52"/>
                  <a:pt x="168" y="52"/>
                </a:cubicBezTo>
                <a:cubicBezTo>
                  <a:pt x="168" y="52"/>
                  <a:pt x="159" y="52"/>
                  <a:pt x="144" y="52"/>
                </a:cubicBezTo>
                <a:cubicBezTo>
                  <a:pt x="144" y="45"/>
                  <a:pt x="144" y="12"/>
                  <a:pt x="144" y="12"/>
                </a:cubicBezTo>
                <a:close/>
                <a:moveTo>
                  <a:pt x="32" y="12"/>
                </a:moveTo>
                <a:cubicBezTo>
                  <a:pt x="32" y="5"/>
                  <a:pt x="38" y="0"/>
                  <a:pt x="44" y="0"/>
                </a:cubicBezTo>
                <a:cubicBezTo>
                  <a:pt x="51" y="0"/>
                  <a:pt x="56" y="5"/>
                  <a:pt x="56" y="12"/>
                </a:cubicBezTo>
                <a:cubicBezTo>
                  <a:pt x="56" y="52"/>
                  <a:pt x="56" y="52"/>
                  <a:pt x="56" y="52"/>
                </a:cubicBezTo>
                <a:cubicBezTo>
                  <a:pt x="56" y="52"/>
                  <a:pt x="43" y="52"/>
                  <a:pt x="32" y="52"/>
                </a:cubicBezTo>
                <a:cubicBezTo>
                  <a:pt x="32" y="54"/>
                  <a:pt x="32" y="12"/>
                  <a:pt x="32" y="12"/>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122"/>
          <p:cNvSpPr>
            <a:spLocks noEditPoints="1"/>
          </p:cNvSpPr>
          <p:nvPr/>
        </p:nvSpPr>
        <p:spPr bwMode="auto">
          <a:xfrm>
            <a:off x="2044870" y="2407707"/>
            <a:ext cx="394968" cy="368261"/>
          </a:xfrm>
          <a:custGeom>
            <a:avLst/>
            <a:gdLst>
              <a:gd name="T0" fmla="*/ 117 w 200"/>
              <a:gd name="T1" fmla="*/ 132 h 187"/>
              <a:gd name="T2" fmla="*/ 103 w 200"/>
              <a:gd name="T3" fmla="*/ 117 h 187"/>
              <a:gd name="T4" fmla="*/ 103 w 200"/>
              <a:gd name="T5" fmla="*/ 104 h 187"/>
              <a:gd name="T6" fmla="*/ 117 w 200"/>
              <a:gd name="T7" fmla="*/ 91 h 187"/>
              <a:gd name="T8" fmla="*/ 200 w 200"/>
              <a:gd name="T9" fmla="*/ 91 h 187"/>
              <a:gd name="T10" fmla="*/ 200 w 200"/>
              <a:gd name="T11" fmla="*/ 132 h 187"/>
              <a:gd name="T12" fmla="*/ 117 w 200"/>
              <a:gd name="T13" fmla="*/ 132 h 187"/>
              <a:gd name="T14" fmla="*/ 127 w 200"/>
              <a:gd name="T15" fmla="*/ 100 h 187"/>
              <a:gd name="T16" fmla="*/ 117 w 200"/>
              <a:gd name="T17" fmla="*/ 110 h 187"/>
              <a:gd name="T18" fmla="*/ 127 w 200"/>
              <a:gd name="T19" fmla="*/ 121 h 187"/>
              <a:gd name="T20" fmla="*/ 138 w 200"/>
              <a:gd name="T21" fmla="*/ 110 h 187"/>
              <a:gd name="T22" fmla="*/ 127 w 200"/>
              <a:gd name="T23" fmla="*/ 100 h 187"/>
              <a:gd name="T24" fmla="*/ 96 w 200"/>
              <a:gd name="T25" fmla="*/ 103 h 187"/>
              <a:gd name="T26" fmla="*/ 96 w 200"/>
              <a:gd name="T27" fmla="*/ 117 h 187"/>
              <a:gd name="T28" fmla="*/ 117 w 200"/>
              <a:gd name="T29" fmla="*/ 139 h 187"/>
              <a:gd name="T30" fmla="*/ 188 w 200"/>
              <a:gd name="T31" fmla="*/ 139 h 187"/>
              <a:gd name="T32" fmla="*/ 188 w 200"/>
              <a:gd name="T33" fmla="*/ 165 h 187"/>
              <a:gd name="T34" fmla="*/ 165 w 200"/>
              <a:gd name="T35" fmla="*/ 187 h 187"/>
              <a:gd name="T36" fmla="*/ 20 w 200"/>
              <a:gd name="T37" fmla="*/ 187 h 187"/>
              <a:gd name="T38" fmla="*/ 0 w 200"/>
              <a:gd name="T39" fmla="*/ 165 h 187"/>
              <a:gd name="T40" fmla="*/ 0 w 200"/>
              <a:gd name="T41" fmla="*/ 34 h 187"/>
              <a:gd name="T42" fmla="*/ 20 w 200"/>
              <a:gd name="T43" fmla="*/ 12 h 187"/>
              <a:gd name="T44" fmla="*/ 87 w 200"/>
              <a:gd name="T45" fmla="*/ 12 h 187"/>
              <a:gd name="T46" fmla="*/ 71 w 200"/>
              <a:gd name="T47" fmla="*/ 23 h 187"/>
              <a:gd name="T48" fmla="*/ 17 w 200"/>
              <a:gd name="T49" fmla="*/ 23 h 187"/>
              <a:gd name="T50" fmla="*/ 7 w 200"/>
              <a:gd name="T51" fmla="*/ 31 h 187"/>
              <a:gd name="T52" fmla="*/ 17 w 200"/>
              <a:gd name="T53" fmla="*/ 39 h 187"/>
              <a:gd name="T54" fmla="*/ 188 w 200"/>
              <a:gd name="T55" fmla="*/ 39 h 187"/>
              <a:gd name="T56" fmla="*/ 188 w 200"/>
              <a:gd name="T57" fmla="*/ 83 h 187"/>
              <a:gd name="T58" fmla="*/ 117 w 200"/>
              <a:gd name="T59" fmla="*/ 83 h 187"/>
              <a:gd name="T60" fmla="*/ 96 w 200"/>
              <a:gd name="T61" fmla="*/ 103 h 187"/>
              <a:gd name="T62" fmla="*/ 20 w 200"/>
              <a:gd name="T63" fmla="*/ 56 h 187"/>
              <a:gd name="T64" fmla="*/ 12 w 200"/>
              <a:gd name="T65" fmla="*/ 56 h 187"/>
              <a:gd name="T66" fmla="*/ 12 w 200"/>
              <a:gd name="T67" fmla="*/ 72 h 187"/>
              <a:gd name="T68" fmla="*/ 20 w 200"/>
              <a:gd name="T69" fmla="*/ 72 h 187"/>
              <a:gd name="T70" fmla="*/ 20 w 200"/>
              <a:gd name="T71" fmla="*/ 56 h 187"/>
              <a:gd name="T72" fmla="*/ 20 w 200"/>
              <a:gd name="T73" fmla="*/ 88 h 187"/>
              <a:gd name="T74" fmla="*/ 12 w 200"/>
              <a:gd name="T75" fmla="*/ 88 h 187"/>
              <a:gd name="T76" fmla="*/ 12 w 200"/>
              <a:gd name="T77" fmla="*/ 104 h 187"/>
              <a:gd name="T78" fmla="*/ 20 w 200"/>
              <a:gd name="T79" fmla="*/ 104 h 187"/>
              <a:gd name="T80" fmla="*/ 20 w 200"/>
              <a:gd name="T81" fmla="*/ 88 h 187"/>
              <a:gd name="T82" fmla="*/ 20 w 200"/>
              <a:gd name="T83" fmla="*/ 120 h 187"/>
              <a:gd name="T84" fmla="*/ 12 w 200"/>
              <a:gd name="T85" fmla="*/ 120 h 187"/>
              <a:gd name="T86" fmla="*/ 12 w 200"/>
              <a:gd name="T87" fmla="*/ 136 h 187"/>
              <a:gd name="T88" fmla="*/ 20 w 200"/>
              <a:gd name="T89" fmla="*/ 136 h 187"/>
              <a:gd name="T90" fmla="*/ 20 w 200"/>
              <a:gd name="T91" fmla="*/ 120 h 187"/>
              <a:gd name="T92" fmla="*/ 20 w 200"/>
              <a:gd name="T93" fmla="*/ 152 h 187"/>
              <a:gd name="T94" fmla="*/ 12 w 200"/>
              <a:gd name="T95" fmla="*/ 152 h 187"/>
              <a:gd name="T96" fmla="*/ 12 w 200"/>
              <a:gd name="T97" fmla="*/ 168 h 187"/>
              <a:gd name="T98" fmla="*/ 20 w 200"/>
              <a:gd name="T99" fmla="*/ 168 h 187"/>
              <a:gd name="T100" fmla="*/ 20 w 200"/>
              <a:gd name="T101" fmla="*/ 152 h 187"/>
              <a:gd name="T102" fmla="*/ 55 w 200"/>
              <a:gd name="T103" fmla="*/ 35 h 187"/>
              <a:gd name="T104" fmla="*/ 136 w 200"/>
              <a:gd name="T105" fmla="*/ 0 h 187"/>
              <a:gd name="T106" fmla="*/ 151 w 200"/>
              <a:gd name="T107" fmla="*/ 35 h 187"/>
              <a:gd name="T108" fmla="*/ 55 w 200"/>
              <a:gd name="T109" fmla="*/ 35 h 187"/>
              <a:gd name="T110" fmla="*/ 149 w 200"/>
              <a:gd name="T111" fmla="*/ 12 h 187"/>
              <a:gd name="T112" fmla="*/ 165 w 200"/>
              <a:gd name="T113" fmla="*/ 12 h 187"/>
              <a:gd name="T114" fmla="*/ 181 w 200"/>
              <a:gd name="T115" fmla="*/ 23 h 187"/>
              <a:gd name="T116" fmla="*/ 152 w 200"/>
              <a:gd name="T117" fmla="*/ 23 h 187"/>
              <a:gd name="T118" fmla="*/ 149 w 200"/>
              <a:gd name="T119" fmla="*/ 12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0" h="187">
                <a:moveTo>
                  <a:pt x="117" y="132"/>
                </a:moveTo>
                <a:cubicBezTo>
                  <a:pt x="109" y="132"/>
                  <a:pt x="103" y="124"/>
                  <a:pt x="103" y="117"/>
                </a:cubicBezTo>
                <a:cubicBezTo>
                  <a:pt x="103" y="104"/>
                  <a:pt x="103" y="104"/>
                  <a:pt x="103" y="104"/>
                </a:cubicBezTo>
                <a:cubicBezTo>
                  <a:pt x="103" y="97"/>
                  <a:pt x="109" y="91"/>
                  <a:pt x="117" y="91"/>
                </a:cubicBezTo>
                <a:cubicBezTo>
                  <a:pt x="200" y="91"/>
                  <a:pt x="200" y="91"/>
                  <a:pt x="200" y="91"/>
                </a:cubicBezTo>
                <a:cubicBezTo>
                  <a:pt x="200" y="132"/>
                  <a:pt x="200" y="132"/>
                  <a:pt x="200" y="132"/>
                </a:cubicBezTo>
                <a:lnTo>
                  <a:pt x="117" y="132"/>
                </a:lnTo>
                <a:close/>
                <a:moveTo>
                  <a:pt x="127" y="100"/>
                </a:moveTo>
                <a:cubicBezTo>
                  <a:pt x="122" y="100"/>
                  <a:pt x="117" y="105"/>
                  <a:pt x="117" y="110"/>
                </a:cubicBezTo>
                <a:cubicBezTo>
                  <a:pt x="117" y="116"/>
                  <a:pt x="122" y="121"/>
                  <a:pt x="127" y="121"/>
                </a:cubicBezTo>
                <a:cubicBezTo>
                  <a:pt x="133" y="121"/>
                  <a:pt x="138" y="116"/>
                  <a:pt x="138" y="110"/>
                </a:cubicBezTo>
                <a:cubicBezTo>
                  <a:pt x="138" y="105"/>
                  <a:pt x="133" y="100"/>
                  <a:pt x="127" y="100"/>
                </a:cubicBezTo>
                <a:close/>
                <a:moveTo>
                  <a:pt x="96" y="103"/>
                </a:moveTo>
                <a:cubicBezTo>
                  <a:pt x="96" y="117"/>
                  <a:pt x="96" y="117"/>
                  <a:pt x="96" y="117"/>
                </a:cubicBezTo>
                <a:cubicBezTo>
                  <a:pt x="96" y="128"/>
                  <a:pt x="106" y="139"/>
                  <a:pt x="117" y="139"/>
                </a:cubicBezTo>
                <a:cubicBezTo>
                  <a:pt x="188" y="139"/>
                  <a:pt x="188" y="139"/>
                  <a:pt x="188" y="139"/>
                </a:cubicBezTo>
                <a:cubicBezTo>
                  <a:pt x="188" y="165"/>
                  <a:pt x="188" y="165"/>
                  <a:pt x="188" y="165"/>
                </a:cubicBezTo>
                <a:cubicBezTo>
                  <a:pt x="188" y="177"/>
                  <a:pt x="177" y="187"/>
                  <a:pt x="165" y="187"/>
                </a:cubicBezTo>
                <a:cubicBezTo>
                  <a:pt x="20" y="187"/>
                  <a:pt x="20" y="187"/>
                  <a:pt x="20" y="187"/>
                </a:cubicBezTo>
                <a:cubicBezTo>
                  <a:pt x="9" y="187"/>
                  <a:pt x="0" y="177"/>
                  <a:pt x="0" y="165"/>
                </a:cubicBezTo>
                <a:cubicBezTo>
                  <a:pt x="0" y="34"/>
                  <a:pt x="0" y="34"/>
                  <a:pt x="0" y="34"/>
                </a:cubicBezTo>
                <a:cubicBezTo>
                  <a:pt x="0" y="23"/>
                  <a:pt x="9" y="12"/>
                  <a:pt x="20" y="12"/>
                </a:cubicBezTo>
                <a:cubicBezTo>
                  <a:pt x="87" y="12"/>
                  <a:pt x="87" y="12"/>
                  <a:pt x="87" y="12"/>
                </a:cubicBezTo>
                <a:cubicBezTo>
                  <a:pt x="71" y="23"/>
                  <a:pt x="71" y="23"/>
                  <a:pt x="71" y="23"/>
                </a:cubicBezTo>
                <a:cubicBezTo>
                  <a:pt x="17" y="23"/>
                  <a:pt x="17" y="23"/>
                  <a:pt x="17" y="23"/>
                </a:cubicBezTo>
                <a:cubicBezTo>
                  <a:pt x="11" y="23"/>
                  <a:pt x="7" y="26"/>
                  <a:pt x="7" y="31"/>
                </a:cubicBezTo>
                <a:cubicBezTo>
                  <a:pt x="7" y="37"/>
                  <a:pt x="11" y="39"/>
                  <a:pt x="17" y="39"/>
                </a:cubicBezTo>
                <a:cubicBezTo>
                  <a:pt x="188" y="39"/>
                  <a:pt x="188" y="39"/>
                  <a:pt x="188" y="39"/>
                </a:cubicBezTo>
                <a:cubicBezTo>
                  <a:pt x="188" y="83"/>
                  <a:pt x="188" y="83"/>
                  <a:pt x="188" y="83"/>
                </a:cubicBezTo>
                <a:cubicBezTo>
                  <a:pt x="117" y="83"/>
                  <a:pt x="117" y="83"/>
                  <a:pt x="117" y="83"/>
                </a:cubicBezTo>
                <a:cubicBezTo>
                  <a:pt x="106" y="83"/>
                  <a:pt x="96" y="92"/>
                  <a:pt x="96" y="103"/>
                </a:cubicBezTo>
                <a:close/>
                <a:moveTo>
                  <a:pt x="20" y="56"/>
                </a:moveTo>
                <a:cubicBezTo>
                  <a:pt x="12" y="56"/>
                  <a:pt x="12" y="56"/>
                  <a:pt x="12" y="56"/>
                </a:cubicBezTo>
                <a:cubicBezTo>
                  <a:pt x="12" y="72"/>
                  <a:pt x="12" y="72"/>
                  <a:pt x="12" y="72"/>
                </a:cubicBezTo>
                <a:cubicBezTo>
                  <a:pt x="20" y="72"/>
                  <a:pt x="20" y="72"/>
                  <a:pt x="20" y="72"/>
                </a:cubicBezTo>
                <a:lnTo>
                  <a:pt x="20" y="56"/>
                </a:lnTo>
                <a:close/>
                <a:moveTo>
                  <a:pt x="20" y="88"/>
                </a:moveTo>
                <a:cubicBezTo>
                  <a:pt x="12" y="88"/>
                  <a:pt x="12" y="88"/>
                  <a:pt x="12" y="88"/>
                </a:cubicBezTo>
                <a:cubicBezTo>
                  <a:pt x="12" y="104"/>
                  <a:pt x="12" y="104"/>
                  <a:pt x="12" y="104"/>
                </a:cubicBezTo>
                <a:cubicBezTo>
                  <a:pt x="20" y="104"/>
                  <a:pt x="20" y="104"/>
                  <a:pt x="20" y="104"/>
                </a:cubicBezTo>
                <a:lnTo>
                  <a:pt x="20" y="88"/>
                </a:lnTo>
                <a:close/>
                <a:moveTo>
                  <a:pt x="20" y="120"/>
                </a:moveTo>
                <a:cubicBezTo>
                  <a:pt x="12" y="120"/>
                  <a:pt x="12" y="120"/>
                  <a:pt x="12" y="120"/>
                </a:cubicBezTo>
                <a:cubicBezTo>
                  <a:pt x="12" y="136"/>
                  <a:pt x="12" y="136"/>
                  <a:pt x="12" y="136"/>
                </a:cubicBezTo>
                <a:cubicBezTo>
                  <a:pt x="20" y="136"/>
                  <a:pt x="20" y="136"/>
                  <a:pt x="20" y="136"/>
                </a:cubicBezTo>
                <a:lnTo>
                  <a:pt x="20" y="120"/>
                </a:lnTo>
                <a:close/>
                <a:moveTo>
                  <a:pt x="20" y="152"/>
                </a:moveTo>
                <a:cubicBezTo>
                  <a:pt x="12" y="152"/>
                  <a:pt x="12" y="152"/>
                  <a:pt x="12" y="152"/>
                </a:cubicBezTo>
                <a:cubicBezTo>
                  <a:pt x="12" y="168"/>
                  <a:pt x="12" y="168"/>
                  <a:pt x="12" y="168"/>
                </a:cubicBezTo>
                <a:cubicBezTo>
                  <a:pt x="20" y="168"/>
                  <a:pt x="20" y="168"/>
                  <a:pt x="20" y="168"/>
                </a:cubicBezTo>
                <a:lnTo>
                  <a:pt x="20" y="152"/>
                </a:lnTo>
                <a:close/>
                <a:moveTo>
                  <a:pt x="55" y="35"/>
                </a:moveTo>
                <a:cubicBezTo>
                  <a:pt x="136" y="0"/>
                  <a:pt x="136" y="0"/>
                  <a:pt x="136" y="0"/>
                </a:cubicBezTo>
                <a:cubicBezTo>
                  <a:pt x="151" y="35"/>
                  <a:pt x="151" y="35"/>
                  <a:pt x="151" y="35"/>
                </a:cubicBezTo>
                <a:lnTo>
                  <a:pt x="55" y="35"/>
                </a:lnTo>
                <a:close/>
                <a:moveTo>
                  <a:pt x="149" y="12"/>
                </a:moveTo>
                <a:cubicBezTo>
                  <a:pt x="165" y="12"/>
                  <a:pt x="165" y="12"/>
                  <a:pt x="165" y="12"/>
                </a:cubicBezTo>
                <a:cubicBezTo>
                  <a:pt x="171" y="12"/>
                  <a:pt x="177" y="19"/>
                  <a:pt x="181" y="23"/>
                </a:cubicBezTo>
                <a:cubicBezTo>
                  <a:pt x="152" y="23"/>
                  <a:pt x="152" y="23"/>
                  <a:pt x="152" y="23"/>
                </a:cubicBezTo>
                <a:lnTo>
                  <a:pt x="149" y="12"/>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123"/>
          <p:cNvSpPr>
            <a:spLocks noEditPoints="1"/>
          </p:cNvSpPr>
          <p:nvPr/>
        </p:nvSpPr>
        <p:spPr bwMode="auto">
          <a:xfrm>
            <a:off x="2553689" y="2382407"/>
            <a:ext cx="366856" cy="393562"/>
          </a:xfrm>
          <a:custGeom>
            <a:avLst/>
            <a:gdLst>
              <a:gd name="T0" fmla="*/ 173 w 186"/>
              <a:gd name="T1" fmla="*/ 88 h 200"/>
              <a:gd name="T2" fmla="*/ 112 w 186"/>
              <a:gd name="T3" fmla="*/ 36 h 200"/>
              <a:gd name="T4" fmla="*/ 146 w 186"/>
              <a:gd name="T5" fmla="*/ 18 h 200"/>
              <a:gd name="T6" fmla="*/ 186 w 186"/>
              <a:gd name="T7" fmla="*/ 59 h 200"/>
              <a:gd name="T8" fmla="*/ 173 w 186"/>
              <a:gd name="T9" fmla="*/ 88 h 200"/>
              <a:gd name="T10" fmla="*/ 95 w 186"/>
              <a:gd name="T11" fmla="*/ 20 h 200"/>
              <a:gd name="T12" fmla="*/ 95 w 186"/>
              <a:gd name="T13" fmla="*/ 45 h 200"/>
              <a:gd name="T14" fmla="*/ 165 w 186"/>
              <a:gd name="T15" fmla="*/ 118 h 200"/>
              <a:gd name="T16" fmla="*/ 151 w 186"/>
              <a:gd name="T17" fmla="*/ 162 h 200"/>
              <a:gd name="T18" fmla="*/ 168 w 186"/>
              <a:gd name="T19" fmla="*/ 191 h 200"/>
              <a:gd name="T20" fmla="*/ 154 w 186"/>
              <a:gd name="T21" fmla="*/ 199 h 200"/>
              <a:gd name="T22" fmla="*/ 139 w 186"/>
              <a:gd name="T23" fmla="*/ 174 h 200"/>
              <a:gd name="T24" fmla="*/ 92 w 186"/>
              <a:gd name="T25" fmla="*/ 191 h 200"/>
              <a:gd name="T26" fmla="*/ 46 w 186"/>
              <a:gd name="T27" fmla="*/ 174 h 200"/>
              <a:gd name="T28" fmla="*/ 31 w 186"/>
              <a:gd name="T29" fmla="*/ 200 h 200"/>
              <a:gd name="T30" fmla="*/ 17 w 186"/>
              <a:gd name="T31" fmla="*/ 192 h 200"/>
              <a:gd name="T32" fmla="*/ 34 w 186"/>
              <a:gd name="T33" fmla="*/ 162 h 200"/>
              <a:gd name="T34" fmla="*/ 19 w 186"/>
              <a:gd name="T35" fmla="*/ 118 h 200"/>
              <a:gd name="T36" fmla="*/ 89 w 186"/>
              <a:gd name="T37" fmla="*/ 45 h 200"/>
              <a:gd name="T38" fmla="*/ 89 w 186"/>
              <a:gd name="T39" fmla="*/ 20 h 200"/>
              <a:gd name="T40" fmla="*/ 82 w 186"/>
              <a:gd name="T41" fmla="*/ 10 h 200"/>
              <a:gd name="T42" fmla="*/ 92 w 186"/>
              <a:gd name="T43" fmla="*/ 0 h 200"/>
              <a:gd name="T44" fmla="*/ 102 w 186"/>
              <a:gd name="T45" fmla="*/ 10 h 200"/>
              <a:gd name="T46" fmla="*/ 95 w 186"/>
              <a:gd name="T47" fmla="*/ 20 h 200"/>
              <a:gd name="T48" fmla="*/ 36 w 186"/>
              <a:gd name="T49" fmla="*/ 118 h 200"/>
              <a:gd name="T50" fmla="*/ 92 w 186"/>
              <a:gd name="T51" fmla="*/ 175 h 200"/>
              <a:gd name="T52" fmla="*/ 149 w 186"/>
              <a:gd name="T53" fmla="*/ 118 h 200"/>
              <a:gd name="T54" fmla="*/ 92 w 186"/>
              <a:gd name="T55" fmla="*/ 61 h 200"/>
              <a:gd name="T56" fmla="*/ 36 w 186"/>
              <a:gd name="T57" fmla="*/ 118 h 200"/>
              <a:gd name="T58" fmla="*/ 109 w 186"/>
              <a:gd name="T59" fmla="*/ 130 h 200"/>
              <a:gd name="T60" fmla="*/ 89 w 186"/>
              <a:gd name="T61" fmla="*/ 130 h 200"/>
              <a:gd name="T62" fmla="*/ 82 w 186"/>
              <a:gd name="T63" fmla="*/ 124 h 200"/>
              <a:gd name="T64" fmla="*/ 82 w 186"/>
              <a:gd name="T65" fmla="*/ 96 h 200"/>
              <a:gd name="T66" fmla="*/ 89 w 186"/>
              <a:gd name="T67" fmla="*/ 90 h 200"/>
              <a:gd name="T68" fmla="*/ 96 w 186"/>
              <a:gd name="T69" fmla="*/ 96 h 200"/>
              <a:gd name="T70" fmla="*/ 96 w 186"/>
              <a:gd name="T71" fmla="*/ 117 h 200"/>
              <a:gd name="T72" fmla="*/ 109 w 186"/>
              <a:gd name="T73" fmla="*/ 117 h 200"/>
              <a:gd name="T74" fmla="*/ 116 w 186"/>
              <a:gd name="T75" fmla="*/ 124 h 200"/>
              <a:gd name="T76" fmla="*/ 109 w 186"/>
              <a:gd name="T77" fmla="*/ 130 h 200"/>
              <a:gd name="T78" fmla="*/ 12 w 186"/>
              <a:gd name="T79" fmla="*/ 88 h 200"/>
              <a:gd name="T80" fmla="*/ 0 w 186"/>
              <a:gd name="T81" fmla="*/ 59 h 200"/>
              <a:gd name="T82" fmla="*/ 40 w 186"/>
              <a:gd name="T83" fmla="*/ 18 h 200"/>
              <a:gd name="T84" fmla="*/ 73 w 186"/>
              <a:gd name="T85" fmla="*/ 36 h 200"/>
              <a:gd name="T86" fmla="*/ 12 w 186"/>
              <a:gd name="T87" fmla="*/ 88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6" h="200">
                <a:moveTo>
                  <a:pt x="173" y="88"/>
                </a:moveTo>
                <a:cubicBezTo>
                  <a:pt x="164" y="62"/>
                  <a:pt x="141" y="42"/>
                  <a:pt x="112" y="36"/>
                </a:cubicBezTo>
                <a:cubicBezTo>
                  <a:pt x="120" y="25"/>
                  <a:pt x="132" y="18"/>
                  <a:pt x="146" y="18"/>
                </a:cubicBezTo>
                <a:cubicBezTo>
                  <a:pt x="168" y="18"/>
                  <a:pt x="186" y="36"/>
                  <a:pt x="186" y="59"/>
                </a:cubicBezTo>
                <a:cubicBezTo>
                  <a:pt x="186" y="70"/>
                  <a:pt x="181" y="81"/>
                  <a:pt x="173" y="88"/>
                </a:cubicBezTo>
                <a:close/>
                <a:moveTo>
                  <a:pt x="95" y="20"/>
                </a:moveTo>
                <a:cubicBezTo>
                  <a:pt x="95" y="45"/>
                  <a:pt x="95" y="45"/>
                  <a:pt x="95" y="45"/>
                </a:cubicBezTo>
                <a:cubicBezTo>
                  <a:pt x="134" y="47"/>
                  <a:pt x="165" y="79"/>
                  <a:pt x="165" y="118"/>
                </a:cubicBezTo>
                <a:cubicBezTo>
                  <a:pt x="165" y="134"/>
                  <a:pt x="160" y="150"/>
                  <a:pt x="151" y="162"/>
                </a:cubicBezTo>
                <a:cubicBezTo>
                  <a:pt x="168" y="191"/>
                  <a:pt x="168" y="191"/>
                  <a:pt x="168" y="191"/>
                </a:cubicBezTo>
                <a:cubicBezTo>
                  <a:pt x="154" y="199"/>
                  <a:pt x="154" y="199"/>
                  <a:pt x="154" y="199"/>
                </a:cubicBezTo>
                <a:cubicBezTo>
                  <a:pt x="139" y="174"/>
                  <a:pt x="139" y="174"/>
                  <a:pt x="139" y="174"/>
                </a:cubicBezTo>
                <a:cubicBezTo>
                  <a:pt x="126" y="185"/>
                  <a:pt x="110" y="191"/>
                  <a:pt x="92" y="191"/>
                </a:cubicBezTo>
                <a:cubicBezTo>
                  <a:pt x="75" y="191"/>
                  <a:pt x="58" y="185"/>
                  <a:pt x="46" y="174"/>
                </a:cubicBezTo>
                <a:cubicBezTo>
                  <a:pt x="31" y="200"/>
                  <a:pt x="31" y="200"/>
                  <a:pt x="31" y="200"/>
                </a:cubicBezTo>
                <a:cubicBezTo>
                  <a:pt x="17" y="192"/>
                  <a:pt x="17" y="192"/>
                  <a:pt x="17" y="192"/>
                </a:cubicBezTo>
                <a:cubicBezTo>
                  <a:pt x="34" y="162"/>
                  <a:pt x="34" y="162"/>
                  <a:pt x="34" y="162"/>
                </a:cubicBezTo>
                <a:cubicBezTo>
                  <a:pt x="25" y="150"/>
                  <a:pt x="19" y="135"/>
                  <a:pt x="19" y="118"/>
                </a:cubicBezTo>
                <a:cubicBezTo>
                  <a:pt x="19" y="79"/>
                  <a:pt x="50" y="47"/>
                  <a:pt x="89" y="45"/>
                </a:cubicBezTo>
                <a:cubicBezTo>
                  <a:pt x="89" y="20"/>
                  <a:pt x="89" y="20"/>
                  <a:pt x="89" y="20"/>
                </a:cubicBezTo>
                <a:cubicBezTo>
                  <a:pt x="85" y="18"/>
                  <a:pt x="82" y="15"/>
                  <a:pt x="82" y="10"/>
                </a:cubicBezTo>
                <a:cubicBezTo>
                  <a:pt x="82" y="5"/>
                  <a:pt x="86" y="0"/>
                  <a:pt x="92" y="0"/>
                </a:cubicBezTo>
                <a:cubicBezTo>
                  <a:pt x="98" y="0"/>
                  <a:pt x="102" y="5"/>
                  <a:pt x="102" y="10"/>
                </a:cubicBezTo>
                <a:cubicBezTo>
                  <a:pt x="102" y="15"/>
                  <a:pt x="99" y="18"/>
                  <a:pt x="95" y="20"/>
                </a:cubicBezTo>
                <a:close/>
                <a:moveTo>
                  <a:pt x="36" y="118"/>
                </a:moveTo>
                <a:cubicBezTo>
                  <a:pt x="36" y="149"/>
                  <a:pt x="61" y="175"/>
                  <a:pt x="92" y="175"/>
                </a:cubicBezTo>
                <a:cubicBezTo>
                  <a:pt x="124" y="175"/>
                  <a:pt x="149" y="149"/>
                  <a:pt x="149" y="118"/>
                </a:cubicBezTo>
                <a:cubicBezTo>
                  <a:pt x="149" y="87"/>
                  <a:pt x="124" y="61"/>
                  <a:pt x="92" y="61"/>
                </a:cubicBezTo>
                <a:cubicBezTo>
                  <a:pt x="61" y="61"/>
                  <a:pt x="36" y="87"/>
                  <a:pt x="36" y="118"/>
                </a:cubicBezTo>
                <a:close/>
                <a:moveTo>
                  <a:pt x="109" y="130"/>
                </a:moveTo>
                <a:cubicBezTo>
                  <a:pt x="89" y="130"/>
                  <a:pt x="89" y="130"/>
                  <a:pt x="89" y="130"/>
                </a:cubicBezTo>
                <a:cubicBezTo>
                  <a:pt x="85" y="130"/>
                  <a:pt x="82" y="127"/>
                  <a:pt x="82" y="124"/>
                </a:cubicBezTo>
                <a:cubicBezTo>
                  <a:pt x="82" y="96"/>
                  <a:pt x="82" y="96"/>
                  <a:pt x="82" y="96"/>
                </a:cubicBezTo>
                <a:cubicBezTo>
                  <a:pt x="82" y="93"/>
                  <a:pt x="85" y="90"/>
                  <a:pt x="89" y="90"/>
                </a:cubicBezTo>
                <a:cubicBezTo>
                  <a:pt x="93" y="90"/>
                  <a:pt x="96" y="93"/>
                  <a:pt x="96" y="96"/>
                </a:cubicBezTo>
                <a:cubicBezTo>
                  <a:pt x="96" y="117"/>
                  <a:pt x="96" y="117"/>
                  <a:pt x="96" y="117"/>
                </a:cubicBezTo>
                <a:cubicBezTo>
                  <a:pt x="109" y="117"/>
                  <a:pt x="109" y="117"/>
                  <a:pt x="109" y="117"/>
                </a:cubicBezTo>
                <a:cubicBezTo>
                  <a:pt x="113" y="117"/>
                  <a:pt x="116" y="120"/>
                  <a:pt x="116" y="124"/>
                </a:cubicBezTo>
                <a:cubicBezTo>
                  <a:pt x="116" y="127"/>
                  <a:pt x="113" y="130"/>
                  <a:pt x="109" y="130"/>
                </a:cubicBezTo>
                <a:close/>
                <a:moveTo>
                  <a:pt x="12" y="88"/>
                </a:moveTo>
                <a:cubicBezTo>
                  <a:pt x="4" y="81"/>
                  <a:pt x="0" y="70"/>
                  <a:pt x="0" y="59"/>
                </a:cubicBezTo>
                <a:cubicBezTo>
                  <a:pt x="0" y="36"/>
                  <a:pt x="18" y="18"/>
                  <a:pt x="40" y="18"/>
                </a:cubicBezTo>
                <a:cubicBezTo>
                  <a:pt x="54" y="18"/>
                  <a:pt x="66" y="25"/>
                  <a:pt x="73" y="36"/>
                </a:cubicBezTo>
                <a:cubicBezTo>
                  <a:pt x="45" y="42"/>
                  <a:pt x="22" y="62"/>
                  <a:pt x="12" y="88"/>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124"/>
          <p:cNvSpPr>
            <a:spLocks noEditPoints="1"/>
          </p:cNvSpPr>
          <p:nvPr/>
        </p:nvSpPr>
        <p:spPr bwMode="auto">
          <a:xfrm>
            <a:off x="3018935" y="2382407"/>
            <a:ext cx="393562" cy="393562"/>
          </a:xfrm>
          <a:custGeom>
            <a:avLst/>
            <a:gdLst>
              <a:gd name="T0" fmla="*/ 162 w 200"/>
              <a:gd name="T1" fmla="*/ 200 h 200"/>
              <a:gd name="T2" fmla="*/ 38 w 200"/>
              <a:gd name="T3" fmla="*/ 200 h 200"/>
              <a:gd name="T4" fmla="*/ 0 w 200"/>
              <a:gd name="T5" fmla="*/ 162 h 200"/>
              <a:gd name="T6" fmla="*/ 0 w 200"/>
              <a:gd name="T7" fmla="*/ 38 h 200"/>
              <a:gd name="T8" fmla="*/ 38 w 200"/>
              <a:gd name="T9" fmla="*/ 0 h 200"/>
              <a:gd name="T10" fmla="*/ 162 w 200"/>
              <a:gd name="T11" fmla="*/ 0 h 200"/>
              <a:gd name="T12" fmla="*/ 200 w 200"/>
              <a:gd name="T13" fmla="*/ 38 h 200"/>
              <a:gd name="T14" fmla="*/ 200 w 200"/>
              <a:gd name="T15" fmla="*/ 162 h 200"/>
              <a:gd name="T16" fmla="*/ 162 w 200"/>
              <a:gd name="T17" fmla="*/ 200 h 200"/>
              <a:gd name="T18" fmla="*/ 176 w 200"/>
              <a:gd name="T19" fmla="*/ 38 h 200"/>
              <a:gd name="T20" fmla="*/ 162 w 200"/>
              <a:gd name="T21" fmla="*/ 24 h 200"/>
              <a:gd name="T22" fmla="*/ 38 w 200"/>
              <a:gd name="T23" fmla="*/ 24 h 200"/>
              <a:gd name="T24" fmla="*/ 24 w 200"/>
              <a:gd name="T25" fmla="*/ 38 h 200"/>
              <a:gd name="T26" fmla="*/ 24 w 200"/>
              <a:gd name="T27" fmla="*/ 50 h 200"/>
              <a:gd name="T28" fmla="*/ 13 w 200"/>
              <a:gd name="T29" fmla="*/ 63 h 200"/>
              <a:gd name="T30" fmla="*/ 13 w 200"/>
              <a:gd name="T31" fmla="*/ 75 h 200"/>
              <a:gd name="T32" fmla="*/ 24 w 200"/>
              <a:gd name="T33" fmla="*/ 88 h 200"/>
              <a:gd name="T34" fmla="*/ 24 w 200"/>
              <a:gd name="T35" fmla="*/ 113 h 200"/>
              <a:gd name="T36" fmla="*/ 13 w 200"/>
              <a:gd name="T37" fmla="*/ 125 h 200"/>
              <a:gd name="T38" fmla="*/ 13 w 200"/>
              <a:gd name="T39" fmla="*/ 137 h 200"/>
              <a:gd name="T40" fmla="*/ 24 w 200"/>
              <a:gd name="T41" fmla="*/ 150 h 200"/>
              <a:gd name="T42" fmla="*/ 24 w 200"/>
              <a:gd name="T43" fmla="*/ 162 h 200"/>
              <a:gd name="T44" fmla="*/ 38 w 200"/>
              <a:gd name="T45" fmla="*/ 176 h 200"/>
              <a:gd name="T46" fmla="*/ 162 w 200"/>
              <a:gd name="T47" fmla="*/ 176 h 200"/>
              <a:gd name="T48" fmla="*/ 176 w 200"/>
              <a:gd name="T49" fmla="*/ 162 h 200"/>
              <a:gd name="T50" fmla="*/ 176 w 200"/>
              <a:gd name="T51" fmla="*/ 38 h 200"/>
              <a:gd name="T52" fmla="*/ 150 w 200"/>
              <a:gd name="T53" fmla="*/ 164 h 200"/>
              <a:gd name="T54" fmla="*/ 50 w 200"/>
              <a:gd name="T55" fmla="*/ 164 h 200"/>
              <a:gd name="T56" fmla="*/ 38 w 200"/>
              <a:gd name="T57" fmla="*/ 150 h 200"/>
              <a:gd name="T58" fmla="*/ 48 w 200"/>
              <a:gd name="T59" fmla="*/ 137 h 200"/>
              <a:gd name="T60" fmla="*/ 48 w 200"/>
              <a:gd name="T61" fmla="*/ 125 h 200"/>
              <a:gd name="T62" fmla="*/ 36 w 200"/>
              <a:gd name="T63" fmla="*/ 113 h 200"/>
              <a:gd name="T64" fmla="*/ 36 w 200"/>
              <a:gd name="T65" fmla="*/ 88 h 200"/>
              <a:gd name="T66" fmla="*/ 48 w 200"/>
              <a:gd name="T67" fmla="*/ 75 h 200"/>
              <a:gd name="T68" fmla="*/ 48 w 200"/>
              <a:gd name="T69" fmla="*/ 63 h 200"/>
              <a:gd name="T70" fmla="*/ 38 w 200"/>
              <a:gd name="T71" fmla="*/ 50 h 200"/>
              <a:gd name="T72" fmla="*/ 50 w 200"/>
              <a:gd name="T73" fmla="*/ 36 h 200"/>
              <a:gd name="T74" fmla="*/ 150 w 200"/>
              <a:gd name="T75" fmla="*/ 36 h 200"/>
              <a:gd name="T76" fmla="*/ 164 w 200"/>
              <a:gd name="T77" fmla="*/ 50 h 200"/>
              <a:gd name="T78" fmla="*/ 164 w 200"/>
              <a:gd name="T79" fmla="*/ 150 h 200"/>
              <a:gd name="T80" fmla="*/ 150 w 200"/>
              <a:gd name="T81" fmla="*/ 164 h 200"/>
              <a:gd name="T82" fmla="*/ 100 w 200"/>
              <a:gd name="T83" fmla="*/ 63 h 200"/>
              <a:gd name="T84" fmla="*/ 63 w 200"/>
              <a:gd name="T85" fmla="*/ 100 h 200"/>
              <a:gd name="T86" fmla="*/ 100 w 200"/>
              <a:gd name="T87" fmla="*/ 137 h 200"/>
              <a:gd name="T88" fmla="*/ 137 w 200"/>
              <a:gd name="T89" fmla="*/ 100 h 200"/>
              <a:gd name="T90" fmla="*/ 100 w 200"/>
              <a:gd name="T91" fmla="*/ 63 h 200"/>
              <a:gd name="T92" fmla="*/ 100 w 200"/>
              <a:gd name="T93" fmla="*/ 125 h 200"/>
              <a:gd name="T94" fmla="*/ 75 w 200"/>
              <a:gd name="T95" fmla="*/ 100 h 200"/>
              <a:gd name="T96" fmla="*/ 100 w 200"/>
              <a:gd name="T97" fmla="*/ 75 h 200"/>
              <a:gd name="T98" fmla="*/ 125 w 200"/>
              <a:gd name="T99" fmla="*/ 100 h 200"/>
              <a:gd name="T100" fmla="*/ 100 w 200"/>
              <a:gd name="T101" fmla="*/ 125 h 200"/>
              <a:gd name="T102" fmla="*/ 31 w 200"/>
              <a:gd name="T103" fmla="*/ 75 h 200"/>
              <a:gd name="T104" fmla="*/ 25 w 200"/>
              <a:gd name="T105" fmla="*/ 69 h 200"/>
              <a:gd name="T106" fmla="*/ 31 w 200"/>
              <a:gd name="T107" fmla="*/ 63 h 200"/>
              <a:gd name="T108" fmla="*/ 38 w 200"/>
              <a:gd name="T109" fmla="*/ 69 h 200"/>
              <a:gd name="T110" fmla="*/ 31 w 200"/>
              <a:gd name="T111" fmla="*/ 75 h 200"/>
              <a:gd name="T112" fmla="*/ 31 w 200"/>
              <a:gd name="T113" fmla="*/ 125 h 200"/>
              <a:gd name="T114" fmla="*/ 38 w 200"/>
              <a:gd name="T115" fmla="*/ 131 h 200"/>
              <a:gd name="T116" fmla="*/ 31 w 200"/>
              <a:gd name="T117" fmla="*/ 137 h 200"/>
              <a:gd name="T118" fmla="*/ 25 w 200"/>
              <a:gd name="T119" fmla="*/ 131 h 200"/>
              <a:gd name="T120" fmla="*/ 31 w 200"/>
              <a:gd name="T121" fmla="*/ 125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0" h="200">
                <a:moveTo>
                  <a:pt x="162" y="200"/>
                </a:moveTo>
                <a:cubicBezTo>
                  <a:pt x="38" y="200"/>
                  <a:pt x="38" y="200"/>
                  <a:pt x="38" y="200"/>
                </a:cubicBezTo>
                <a:cubicBezTo>
                  <a:pt x="17" y="200"/>
                  <a:pt x="0" y="183"/>
                  <a:pt x="0" y="162"/>
                </a:cubicBezTo>
                <a:cubicBezTo>
                  <a:pt x="0" y="38"/>
                  <a:pt x="0" y="38"/>
                  <a:pt x="0" y="38"/>
                </a:cubicBezTo>
                <a:cubicBezTo>
                  <a:pt x="0" y="17"/>
                  <a:pt x="17" y="0"/>
                  <a:pt x="38" y="0"/>
                </a:cubicBezTo>
                <a:cubicBezTo>
                  <a:pt x="162" y="0"/>
                  <a:pt x="162" y="0"/>
                  <a:pt x="162" y="0"/>
                </a:cubicBezTo>
                <a:cubicBezTo>
                  <a:pt x="183" y="0"/>
                  <a:pt x="200" y="17"/>
                  <a:pt x="200" y="38"/>
                </a:cubicBezTo>
                <a:cubicBezTo>
                  <a:pt x="200" y="162"/>
                  <a:pt x="200" y="162"/>
                  <a:pt x="200" y="162"/>
                </a:cubicBezTo>
                <a:cubicBezTo>
                  <a:pt x="200" y="183"/>
                  <a:pt x="183" y="200"/>
                  <a:pt x="162" y="200"/>
                </a:cubicBezTo>
                <a:close/>
                <a:moveTo>
                  <a:pt x="176" y="38"/>
                </a:moveTo>
                <a:cubicBezTo>
                  <a:pt x="176" y="31"/>
                  <a:pt x="169" y="24"/>
                  <a:pt x="162" y="24"/>
                </a:cubicBezTo>
                <a:cubicBezTo>
                  <a:pt x="38" y="24"/>
                  <a:pt x="38" y="24"/>
                  <a:pt x="38" y="24"/>
                </a:cubicBezTo>
                <a:cubicBezTo>
                  <a:pt x="31" y="24"/>
                  <a:pt x="24" y="31"/>
                  <a:pt x="24" y="38"/>
                </a:cubicBezTo>
                <a:cubicBezTo>
                  <a:pt x="24" y="50"/>
                  <a:pt x="24" y="50"/>
                  <a:pt x="24" y="50"/>
                </a:cubicBezTo>
                <a:cubicBezTo>
                  <a:pt x="17" y="50"/>
                  <a:pt x="13" y="56"/>
                  <a:pt x="13" y="63"/>
                </a:cubicBezTo>
                <a:cubicBezTo>
                  <a:pt x="13" y="75"/>
                  <a:pt x="13" y="75"/>
                  <a:pt x="13" y="75"/>
                </a:cubicBezTo>
                <a:cubicBezTo>
                  <a:pt x="13" y="82"/>
                  <a:pt x="17" y="88"/>
                  <a:pt x="24" y="88"/>
                </a:cubicBezTo>
                <a:cubicBezTo>
                  <a:pt x="24" y="113"/>
                  <a:pt x="24" y="113"/>
                  <a:pt x="24" y="113"/>
                </a:cubicBezTo>
                <a:cubicBezTo>
                  <a:pt x="17" y="113"/>
                  <a:pt x="13" y="118"/>
                  <a:pt x="13" y="125"/>
                </a:cubicBezTo>
                <a:cubicBezTo>
                  <a:pt x="13" y="137"/>
                  <a:pt x="13" y="137"/>
                  <a:pt x="13" y="137"/>
                </a:cubicBezTo>
                <a:cubicBezTo>
                  <a:pt x="13" y="144"/>
                  <a:pt x="17" y="150"/>
                  <a:pt x="24" y="150"/>
                </a:cubicBezTo>
                <a:cubicBezTo>
                  <a:pt x="24" y="162"/>
                  <a:pt x="24" y="162"/>
                  <a:pt x="24" y="162"/>
                </a:cubicBezTo>
                <a:cubicBezTo>
                  <a:pt x="24" y="169"/>
                  <a:pt x="31" y="176"/>
                  <a:pt x="38" y="176"/>
                </a:cubicBezTo>
                <a:cubicBezTo>
                  <a:pt x="162" y="176"/>
                  <a:pt x="162" y="176"/>
                  <a:pt x="162" y="176"/>
                </a:cubicBezTo>
                <a:cubicBezTo>
                  <a:pt x="169" y="176"/>
                  <a:pt x="176" y="169"/>
                  <a:pt x="176" y="162"/>
                </a:cubicBezTo>
                <a:lnTo>
                  <a:pt x="176" y="38"/>
                </a:lnTo>
                <a:close/>
                <a:moveTo>
                  <a:pt x="150" y="164"/>
                </a:moveTo>
                <a:cubicBezTo>
                  <a:pt x="50" y="164"/>
                  <a:pt x="50" y="164"/>
                  <a:pt x="50" y="164"/>
                </a:cubicBezTo>
                <a:cubicBezTo>
                  <a:pt x="43" y="164"/>
                  <a:pt x="38" y="157"/>
                  <a:pt x="38" y="150"/>
                </a:cubicBezTo>
                <a:cubicBezTo>
                  <a:pt x="45" y="150"/>
                  <a:pt x="48" y="144"/>
                  <a:pt x="48" y="137"/>
                </a:cubicBezTo>
                <a:cubicBezTo>
                  <a:pt x="48" y="125"/>
                  <a:pt x="48" y="125"/>
                  <a:pt x="48" y="125"/>
                </a:cubicBezTo>
                <a:cubicBezTo>
                  <a:pt x="48" y="118"/>
                  <a:pt x="43" y="113"/>
                  <a:pt x="36" y="113"/>
                </a:cubicBezTo>
                <a:cubicBezTo>
                  <a:pt x="36" y="88"/>
                  <a:pt x="36" y="88"/>
                  <a:pt x="36" y="88"/>
                </a:cubicBezTo>
                <a:cubicBezTo>
                  <a:pt x="43" y="88"/>
                  <a:pt x="48" y="82"/>
                  <a:pt x="48" y="75"/>
                </a:cubicBezTo>
                <a:cubicBezTo>
                  <a:pt x="48" y="63"/>
                  <a:pt x="48" y="63"/>
                  <a:pt x="48" y="63"/>
                </a:cubicBezTo>
                <a:cubicBezTo>
                  <a:pt x="48" y="56"/>
                  <a:pt x="45" y="50"/>
                  <a:pt x="38" y="50"/>
                </a:cubicBezTo>
                <a:cubicBezTo>
                  <a:pt x="38" y="43"/>
                  <a:pt x="43" y="36"/>
                  <a:pt x="50" y="36"/>
                </a:cubicBezTo>
                <a:cubicBezTo>
                  <a:pt x="150" y="36"/>
                  <a:pt x="150" y="36"/>
                  <a:pt x="150" y="36"/>
                </a:cubicBezTo>
                <a:cubicBezTo>
                  <a:pt x="157" y="36"/>
                  <a:pt x="164" y="43"/>
                  <a:pt x="164" y="50"/>
                </a:cubicBezTo>
                <a:cubicBezTo>
                  <a:pt x="164" y="150"/>
                  <a:pt x="164" y="150"/>
                  <a:pt x="164" y="150"/>
                </a:cubicBezTo>
                <a:cubicBezTo>
                  <a:pt x="164" y="157"/>
                  <a:pt x="157" y="164"/>
                  <a:pt x="150" y="164"/>
                </a:cubicBezTo>
                <a:close/>
                <a:moveTo>
                  <a:pt x="100" y="63"/>
                </a:moveTo>
                <a:cubicBezTo>
                  <a:pt x="79" y="63"/>
                  <a:pt x="63" y="79"/>
                  <a:pt x="63" y="100"/>
                </a:cubicBezTo>
                <a:cubicBezTo>
                  <a:pt x="63" y="121"/>
                  <a:pt x="79" y="137"/>
                  <a:pt x="100" y="137"/>
                </a:cubicBezTo>
                <a:cubicBezTo>
                  <a:pt x="121" y="137"/>
                  <a:pt x="137" y="121"/>
                  <a:pt x="137" y="100"/>
                </a:cubicBezTo>
                <a:cubicBezTo>
                  <a:pt x="137" y="79"/>
                  <a:pt x="121" y="63"/>
                  <a:pt x="100" y="63"/>
                </a:cubicBezTo>
                <a:close/>
                <a:moveTo>
                  <a:pt x="100" y="125"/>
                </a:moveTo>
                <a:cubicBezTo>
                  <a:pt x="86" y="125"/>
                  <a:pt x="75" y="114"/>
                  <a:pt x="75" y="100"/>
                </a:cubicBezTo>
                <a:cubicBezTo>
                  <a:pt x="75" y="86"/>
                  <a:pt x="86" y="75"/>
                  <a:pt x="100" y="75"/>
                </a:cubicBezTo>
                <a:cubicBezTo>
                  <a:pt x="114" y="75"/>
                  <a:pt x="125" y="86"/>
                  <a:pt x="125" y="100"/>
                </a:cubicBezTo>
                <a:cubicBezTo>
                  <a:pt x="125" y="114"/>
                  <a:pt x="114" y="125"/>
                  <a:pt x="100" y="125"/>
                </a:cubicBezTo>
                <a:close/>
                <a:moveTo>
                  <a:pt x="31" y="75"/>
                </a:moveTo>
                <a:cubicBezTo>
                  <a:pt x="28" y="75"/>
                  <a:pt x="25" y="72"/>
                  <a:pt x="25" y="69"/>
                </a:cubicBezTo>
                <a:cubicBezTo>
                  <a:pt x="25" y="65"/>
                  <a:pt x="28" y="63"/>
                  <a:pt x="31" y="63"/>
                </a:cubicBezTo>
                <a:cubicBezTo>
                  <a:pt x="35" y="63"/>
                  <a:pt x="38" y="65"/>
                  <a:pt x="38" y="69"/>
                </a:cubicBezTo>
                <a:cubicBezTo>
                  <a:pt x="38" y="72"/>
                  <a:pt x="35" y="75"/>
                  <a:pt x="31" y="75"/>
                </a:cubicBezTo>
                <a:close/>
                <a:moveTo>
                  <a:pt x="31" y="125"/>
                </a:moveTo>
                <a:cubicBezTo>
                  <a:pt x="35" y="125"/>
                  <a:pt x="38" y="128"/>
                  <a:pt x="38" y="131"/>
                </a:cubicBezTo>
                <a:cubicBezTo>
                  <a:pt x="38" y="135"/>
                  <a:pt x="35" y="137"/>
                  <a:pt x="31" y="137"/>
                </a:cubicBezTo>
                <a:cubicBezTo>
                  <a:pt x="28" y="137"/>
                  <a:pt x="25" y="135"/>
                  <a:pt x="25" y="131"/>
                </a:cubicBezTo>
                <a:cubicBezTo>
                  <a:pt x="25" y="128"/>
                  <a:pt x="28" y="125"/>
                  <a:pt x="31" y="125"/>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125"/>
          <p:cNvSpPr>
            <a:spLocks noEditPoints="1"/>
          </p:cNvSpPr>
          <p:nvPr/>
        </p:nvSpPr>
        <p:spPr bwMode="auto">
          <a:xfrm>
            <a:off x="34894" y="2874359"/>
            <a:ext cx="476491" cy="487736"/>
          </a:xfrm>
          <a:custGeom>
            <a:avLst/>
            <a:gdLst>
              <a:gd name="T0" fmla="*/ 169 w 242"/>
              <a:gd name="T1" fmla="*/ 126 h 247"/>
              <a:gd name="T2" fmla="*/ 103 w 242"/>
              <a:gd name="T3" fmla="*/ 175 h 247"/>
              <a:gd name="T4" fmla="*/ 142 w 242"/>
              <a:gd name="T5" fmla="*/ 106 h 247"/>
              <a:gd name="T6" fmla="*/ 160 w 242"/>
              <a:gd name="T7" fmla="*/ 67 h 247"/>
              <a:gd name="T8" fmla="*/ 98 w 242"/>
              <a:gd name="T9" fmla="*/ 30 h 247"/>
              <a:gd name="T10" fmla="*/ 71 w 242"/>
              <a:gd name="T11" fmla="*/ 180 h 247"/>
              <a:gd name="T12" fmla="*/ 202 w 242"/>
              <a:gd name="T13" fmla="*/ 102 h 247"/>
              <a:gd name="T14" fmla="*/ 169 w 242"/>
              <a:gd name="T15" fmla="*/ 126 h 247"/>
              <a:gd name="T16" fmla="*/ 128 w 242"/>
              <a:gd name="T17" fmla="*/ 41 h 247"/>
              <a:gd name="T18" fmla="*/ 144 w 242"/>
              <a:gd name="T19" fmla="*/ 57 h 247"/>
              <a:gd name="T20" fmla="*/ 128 w 242"/>
              <a:gd name="T21" fmla="*/ 72 h 247"/>
              <a:gd name="T22" fmla="*/ 113 w 242"/>
              <a:gd name="T23" fmla="*/ 57 h 247"/>
              <a:gd name="T24" fmla="*/ 128 w 242"/>
              <a:gd name="T25" fmla="*/ 41 h 247"/>
              <a:gd name="T26" fmla="*/ 78 w 242"/>
              <a:gd name="T27" fmla="*/ 147 h 247"/>
              <a:gd name="T28" fmla="*/ 63 w 242"/>
              <a:gd name="T29" fmla="*/ 131 h 247"/>
              <a:gd name="T30" fmla="*/ 78 w 242"/>
              <a:gd name="T31" fmla="*/ 116 h 247"/>
              <a:gd name="T32" fmla="*/ 94 w 242"/>
              <a:gd name="T33" fmla="*/ 131 h 247"/>
              <a:gd name="T34" fmla="*/ 78 w 242"/>
              <a:gd name="T35" fmla="*/ 147 h 247"/>
              <a:gd name="T36" fmla="*/ 91 w 242"/>
              <a:gd name="T37" fmla="*/ 101 h 247"/>
              <a:gd name="T38" fmla="*/ 75 w 242"/>
              <a:gd name="T39" fmla="*/ 86 h 247"/>
              <a:gd name="T40" fmla="*/ 91 w 242"/>
              <a:gd name="T41" fmla="*/ 70 h 247"/>
              <a:gd name="T42" fmla="*/ 106 w 242"/>
              <a:gd name="T43" fmla="*/ 86 h 247"/>
              <a:gd name="T44" fmla="*/ 91 w 242"/>
              <a:gd name="T45" fmla="*/ 101 h 247"/>
              <a:gd name="T46" fmla="*/ 150 w 242"/>
              <a:gd name="T47" fmla="*/ 107 h 247"/>
              <a:gd name="T48" fmla="*/ 151 w 242"/>
              <a:gd name="T49" fmla="*/ 106 h 247"/>
              <a:gd name="T50" fmla="*/ 150 w 242"/>
              <a:gd name="T51" fmla="*/ 107 h 247"/>
              <a:gd name="T52" fmla="*/ 166 w 242"/>
              <a:gd name="T53" fmla="*/ 118 h 247"/>
              <a:gd name="T54" fmla="*/ 242 w 242"/>
              <a:gd name="T55" fmla="*/ 15 h 247"/>
              <a:gd name="T56" fmla="*/ 238 w 242"/>
              <a:gd name="T57" fmla="*/ 11 h 247"/>
              <a:gd name="T58" fmla="*/ 151 w 242"/>
              <a:gd name="T59" fmla="*/ 106 h 247"/>
              <a:gd name="T60" fmla="*/ 166 w 242"/>
              <a:gd name="T61" fmla="*/ 118 h 247"/>
              <a:gd name="T62" fmla="*/ 126 w 242"/>
              <a:gd name="T63" fmla="*/ 119 h 247"/>
              <a:gd name="T64" fmla="*/ 112 w 242"/>
              <a:gd name="T65" fmla="*/ 165 h 247"/>
              <a:gd name="T66" fmla="*/ 155 w 242"/>
              <a:gd name="T67" fmla="*/ 141 h 247"/>
              <a:gd name="T68" fmla="*/ 126 w 242"/>
              <a:gd name="T69" fmla="*/ 119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2" h="247">
                <a:moveTo>
                  <a:pt x="169" y="126"/>
                </a:moveTo>
                <a:cubicBezTo>
                  <a:pt x="173" y="162"/>
                  <a:pt x="119" y="173"/>
                  <a:pt x="103" y="175"/>
                </a:cubicBezTo>
                <a:cubicBezTo>
                  <a:pt x="105" y="149"/>
                  <a:pt x="102" y="106"/>
                  <a:pt x="142" y="106"/>
                </a:cubicBezTo>
                <a:cubicBezTo>
                  <a:pt x="138" y="103"/>
                  <a:pt x="149" y="79"/>
                  <a:pt x="160" y="67"/>
                </a:cubicBezTo>
                <a:cubicBezTo>
                  <a:pt x="174" y="0"/>
                  <a:pt x="121" y="21"/>
                  <a:pt x="98" y="30"/>
                </a:cubicBezTo>
                <a:cubicBezTo>
                  <a:pt x="0" y="102"/>
                  <a:pt x="68" y="176"/>
                  <a:pt x="71" y="180"/>
                </a:cubicBezTo>
                <a:cubicBezTo>
                  <a:pt x="143" y="247"/>
                  <a:pt x="225" y="137"/>
                  <a:pt x="202" y="102"/>
                </a:cubicBezTo>
                <a:cubicBezTo>
                  <a:pt x="200" y="103"/>
                  <a:pt x="179" y="125"/>
                  <a:pt x="169" y="126"/>
                </a:cubicBezTo>
                <a:close/>
                <a:moveTo>
                  <a:pt x="128" y="41"/>
                </a:moveTo>
                <a:cubicBezTo>
                  <a:pt x="137" y="41"/>
                  <a:pt x="144" y="48"/>
                  <a:pt x="144" y="57"/>
                </a:cubicBezTo>
                <a:cubicBezTo>
                  <a:pt x="144" y="65"/>
                  <a:pt x="137" y="72"/>
                  <a:pt x="128" y="72"/>
                </a:cubicBezTo>
                <a:cubicBezTo>
                  <a:pt x="120" y="72"/>
                  <a:pt x="113" y="65"/>
                  <a:pt x="113" y="57"/>
                </a:cubicBezTo>
                <a:cubicBezTo>
                  <a:pt x="113" y="48"/>
                  <a:pt x="120" y="41"/>
                  <a:pt x="128" y="41"/>
                </a:cubicBezTo>
                <a:close/>
                <a:moveTo>
                  <a:pt x="78" y="147"/>
                </a:moveTo>
                <a:cubicBezTo>
                  <a:pt x="70" y="147"/>
                  <a:pt x="63" y="140"/>
                  <a:pt x="63" y="131"/>
                </a:cubicBezTo>
                <a:cubicBezTo>
                  <a:pt x="63" y="123"/>
                  <a:pt x="70" y="116"/>
                  <a:pt x="78" y="116"/>
                </a:cubicBezTo>
                <a:cubicBezTo>
                  <a:pt x="87" y="116"/>
                  <a:pt x="94" y="123"/>
                  <a:pt x="94" y="131"/>
                </a:cubicBezTo>
                <a:cubicBezTo>
                  <a:pt x="94" y="140"/>
                  <a:pt x="87" y="147"/>
                  <a:pt x="78" y="147"/>
                </a:cubicBezTo>
                <a:close/>
                <a:moveTo>
                  <a:pt x="91" y="101"/>
                </a:moveTo>
                <a:cubicBezTo>
                  <a:pt x="82" y="101"/>
                  <a:pt x="75" y="94"/>
                  <a:pt x="75" y="86"/>
                </a:cubicBezTo>
                <a:cubicBezTo>
                  <a:pt x="75" y="77"/>
                  <a:pt x="82" y="70"/>
                  <a:pt x="91" y="70"/>
                </a:cubicBezTo>
                <a:cubicBezTo>
                  <a:pt x="100" y="70"/>
                  <a:pt x="106" y="77"/>
                  <a:pt x="106" y="86"/>
                </a:cubicBezTo>
                <a:cubicBezTo>
                  <a:pt x="106" y="94"/>
                  <a:pt x="100" y="101"/>
                  <a:pt x="91" y="101"/>
                </a:cubicBezTo>
                <a:close/>
                <a:moveTo>
                  <a:pt x="150" y="107"/>
                </a:moveTo>
                <a:cubicBezTo>
                  <a:pt x="150" y="107"/>
                  <a:pt x="151" y="106"/>
                  <a:pt x="151" y="106"/>
                </a:cubicBezTo>
                <a:cubicBezTo>
                  <a:pt x="150" y="106"/>
                  <a:pt x="149" y="106"/>
                  <a:pt x="150" y="107"/>
                </a:cubicBezTo>
                <a:close/>
                <a:moveTo>
                  <a:pt x="166" y="118"/>
                </a:moveTo>
                <a:cubicBezTo>
                  <a:pt x="190" y="108"/>
                  <a:pt x="242" y="15"/>
                  <a:pt x="242" y="15"/>
                </a:cubicBezTo>
                <a:cubicBezTo>
                  <a:pt x="238" y="11"/>
                  <a:pt x="238" y="11"/>
                  <a:pt x="238" y="11"/>
                </a:cubicBezTo>
                <a:cubicBezTo>
                  <a:pt x="238" y="11"/>
                  <a:pt x="159" y="79"/>
                  <a:pt x="151" y="106"/>
                </a:cubicBezTo>
                <a:cubicBezTo>
                  <a:pt x="153" y="108"/>
                  <a:pt x="163" y="116"/>
                  <a:pt x="166" y="118"/>
                </a:cubicBezTo>
                <a:close/>
                <a:moveTo>
                  <a:pt x="126" y="119"/>
                </a:moveTo>
                <a:cubicBezTo>
                  <a:pt x="114" y="128"/>
                  <a:pt x="118" y="155"/>
                  <a:pt x="112" y="165"/>
                </a:cubicBezTo>
                <a:cubicBezTo>
                  <a:pt x="125" y="155"/>
                  <a:pt x="144" y="158"/>
                  <a:pt x="155" y="141"/>
                </a:cubicBezTo>
                <a:cubicBezTo>
                  <a:pt x="158" y="131"/>
                  <a:pt x="152" y="107"/>
                  <a:pt x="126" y="119"/>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126"/>
          <p:cNvSpPr>
            <a:spLocks noEditPoints="1"/>
          </p:cNvSpPr>
          <p:nvPr/>
        </p:nvSpPr>
        <p:spPr bwMode="auto">
          <a:xfrm>
            <a:off x="612587" y="2887010"/>
            <a:ext cx="378101" cy="386534"/>
          </a:xfrm>
          <a:custGeom>
            <a:avLst/>
            <a:gdLst>
              <a:gd name="T0" fmla="*/ 118 w 192"/>
              <a:gd name="T1" fmla="*/ 196 h 196"/>
              <a:gd name="T2" fmla="*/ 118 w 192"/>
              <a:gd name="T3" fmla="*/ 196 h 196"/>
              <a:gd name="T4" fmla="*/ 117 w 192"/>
              <a:gd name="T5" fmla="*/ 196 h 196"/>
              <a:gd name="T6" fmla="*/ 116 w 192"/>
              <a:gd name="T7" fmla="*/ 196 h 196"/>
              <a:gd name="T8" fmla="*/ 116 w 192"/>
              <a:gd name="T9" fmla="*/ 196 h 196"/>
              <a:gd name="T10" fmla="*/ 72 w 192"/>
              <a:gd name="T11" fmla="*/ 159 h 196"/>
              <a:gd name="T12" fmla="*/ 73 w 192"/>
              <a:gd name="T13" fmla="*/ 159 h 196"/>
              <a:gd name="T14" fmla="*/ 73 w 192"/>
              <a:gd name="T15" fmla="*/ 159 h 196"/>
              <a:gd name="T16" fmla="*/ 74 w 192"/>
              <a:gd name="T17" fmla="*/ 159 h 196"/>
              <a:gd name="T18" fmla="*/ 76 w 192"/>
              <a:gd name="T19" fmla="*/ 159 h 196"/>
              <a:gd name="T20" fmla="*/ 76 w 192"/>
              <a:gd name="T21" fmla="*/ 159 h 196"/>
              <a:gd name="T22" fmla="*/ 97 w 192"/>
              <a:gd name="T23" fmla="*/ 151 h 196"/>
              <a:gd name="T24" fmla="*/ 93 w 192"/>
              <a:gd name="T25" fmla="*/ 172 h 196"/>
              <a:gd name="T26" fmla="*/ 146 w 192"/>
              <a:gd name="T27" fmla="*/ 172 h 196"/>
              <a:gd name="T28" fmla="*/ 122 w 192"/>
              <a:gd name="T29" fmla="*/ 133 h 196"/>
              <a:gd name="T30" fmla="*/ 116 w 192"/>
              <a:gd name="T31" fmla="*/ 134 h 196"/>
              <a:gd name="T32" fmla="*/ 135 w 192"/>
              <a:gd name="T33" fmla="*/ 106 h 196"/>
              <a:gd name="T34" fmla="*/ 147 w 192"/>
              <a:gd name="T35" fmla="*/ 114 h 196"/>
              <a:gd name="T36" fmla="*/ 159 w 192"/>
              <a:gd name="T37" fmla="*/ 102 h 196"/>
              <a:gd name="T38" fmla="*/ 147 w 192"/>
              <a:gd name="T39" fmla="*/ 89 h 196"/>
              <a:gd name="T40" fmla="*/ 143 w 192"/>
              <a:gd name="T41" fmla="*/ 90 h 196"/>
              <a:gd name="T42" fmla="*/ 152 w 192"/>
              <a:gd name="T43" fmla="*/ 64 h 196"/>
              <a:gd name="T44" fmla="*/ 192 w 192"/>
              <a:gd name="T45" fmla="*/ 55 h 196"/>
              <a:gd name="T46" fmla="*/ 118 w 192"/>
              <a:gd name="T47" fmla="*/ 196 h 196"/>
              <a:gd name="T48" fmla="*/ 75 w 192"/>
              <a:gd name="T49" fmla="*/ 141 h 196"/>
              <a:gd name="T50" fmla="*/ 75 w 192"/>
              <a:gd name="T51" fmla="*/ 141 h 196"/>
              <a:gd name="T52" fmla="*/ 74 w 192"/>
              <a:gd name="T53" fmla="*/ 141 h 196"/>
              <a:gd name="T54" fmla="*/ 73 w 192"/>
              <a:gd name="T55" fmla="*/ 141 h 196"/>
              <a:gd name="T56" fmla="*/ 73 w 192"/>
              <a:gd name="T57" fmla="*/ 141 h 196"/>
              <a:gd name="T58" fmla="*/ 0 w 192"/>
              <a:gd name="T59" fmla="*/ 0 h 196"/>
              <a:gd name="T60" fmla="*/ 74 w 192"/>
              <a:gd name="T61" fmla="*/ 11 h 196"/>
              <a:gd name="T62" fmla="*/ 149 w 192"/>
              <a:gd name="T63" fmla="*/ 0 h 196"/>
              <a:gd name="T64" fmla="*/ 75 w 192"/>
              <a:gd name="T65" fmla="*/ 141 h 196"/>
              <a:gd name="T66" fmla="*/ 49 w 192"/>
              <a:gd name="T67" fmla="*/ 34 h 196"/>
              <a:gd name="T68" fmla="*/ 36 w 192"/>
              <a:gd name="T69" fmla="*/ 47 h 196"/>
              <a:gd name="T70" fmla="*/ 49 w 192"/>
              <a:gd name="T71" fmla="*/ 59 h 196"/>
              <a:gd name="T72" fmla="*/ 61 w 192"/>
              <a:gd name="T73" fmla="*/ 47 h 196"/>
              <a:gd name="T74" fmla="*/ 49 w 192"/>
              <a:gd name="T75" fmla="*/ 34 h 196"/>
              <a:gd name="T76" fmla="*/ 112 w 192"/>
              <a:gd name="T77" fmla="*/ 47 h 196"/>
              <a:gd name="T78" fmla="*/ 100 w 192"/>
              <a:gd name="T79" fmla="*/ 34 h 196"/>
              <a:gd name="T80" fmla="*/ 87 w 192"/>
              <a:gd name="T81" fmla="*/ 47 h 196"/>
              <a:gd name="T82" fmla="*/ 100 w 192"/>
              <a:gd name="T83" fmla="*/ 59 h 196"/>
              <a:gd name="T84" fmla="*/ 112 w 192"/>
              <a:gd name="T85" fmla="*/ 47 h 196"/>
              <a:gd name="T86" fmla="*/ 38 w 192"/>
              <a:gd name="T87" fmla="*/ 83 h 196"/>
              <a:gd name="T88" fmla="*/ 74 w 192"/>
              <a:gd name="T89" fmla="*/ 122 h 196"/>
              <a:gd name="T90" fmla="*/ 108 w 192"/>
              <a:gd name="T91" fmla="*/ 83 h 196"/>
              <a:gd name="T92" fmla="*/ 38 w 192"/>
              <a:gd name="T93" fmla="*/ 83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2" h="196">
                <a:moveTo>
                  <a:pt x="118" y="196"/>
                </a:moveTo>
                <a:cubicBezTo>
                  <a:pt x="118" y="196"/>
                  <a:pt x="118" y="196"/>
                  <a:pt x="118" y="196"/>
                </a:cubicBezTo>
                <a:cubicBezTo>
                  <a:pt x="118" y="196"/>
                  <a:pt x="118" y="196"/>
                  <a:pt x="117" y="196"/>
                </a:cubicBezTo>
                <a:cubicBezTo>
                  <a:pt x="117" y="196"/>
                  <a:pt x="117" y="196"/>
                  <a:pt x="116" y="196"/>
                </a:cubicBezTo>
                <a:cubicBezTo>
                  <a:pt x="116" y="196"/>
                  <a:pt x="116" y="196"/>
                  <a:pt x="116" y="196"/>
                </a:cubicBezTo>
                <a:cubicBezTo>
                  <a:pt x="85" y="196"/>
                  <a:pt x="84" y="180"/>
                  <a:pt x="72" y="159"/>
                </a:cubicBezTo>
                <a:cubicBezTo>
                  <a:pt x="72" y="159"/>
                  <a:pt x="73" y="159"/>
                  <a:pt x="73" y="159"/>
                </a:cubicBezTo>
                <a:cubicBezTo>
                  <a:pt x="73" y="159"/>
                  <a:pt x="73" y="159"/>
                  <a:pt x="73" y="159"/>
                </a:cubicBezTo>
                <a:cubicBezTo>
                  <a:pt x="73" y="159"/>
                  <a:pt x="74" y="159"/>
                  <a:pt x="74" y="159"/>
                </a:cubicBezTo>
                <a:cubicBezTo>
                  <a:pt x="75" y="159"/>
                  <a:pt x="75" y="159"/>
                  <a:pt x="76" y="159"/>
                </a:cubicBezTo>
                <a:cubicBezTo>
                  <a:pt x="76" y="159"/>
                  <a:pt x="76" y="159"/>
                  <a:pt x="76" y="159"/>
                </a:cubicBezTo>
                <a:cubicBezTo>
                  <a:pt x="83" y="158"/>
                  <a:pt x="90" y="156"/>
                  <a:pt x="97" y="151"/>
                </a:cubicBezTo>
                <a:cubicBezTo>
                  <a:pt x="93" y="161"/>
                  <a:pt x="93" y="172"/>
                  <a:pt x="93" y="172"/>
                </a:cubicBezTo>
                <a:cubicBezTo>
                  <a:pt x="93" y="172"/>
                  <a:pt x="118" y="122"/>
                  <a:pt x="146" y="172"/>
                </a:cubicBezTo>
                <a:cubicBezTo>
                  <a:pt x="146" y="174"/>
                  <a:pt x="149" y="133"/>
                  <a:pt x="122" y="133"/>
                </a:cubicBezTo>
                <a:cubicBezTo>
                  <a:pt x="120" y="133"/>
                  <a:pt x="118" y="133"/>
                  <a:pt x="116" y="134"/>
                </a:cubicBezTo>
                <a:cubicBezTo>
                  <a:pt x="123" y="126"/>
                  <a:pt x="129" y="116"/>
                  <a:pt x="135" y="106"/>
                </a:cubicBezTo>
                <a:cubicBezTo>
                  <a:pt x="136" y="111"/>
                  <a:pt x="141" y="114"/>
                  <a:pt x="147" y="114"/>
                </a:cubicBezTo>
                <a:cubicBezTo>
                  <a:pt x="154" y="114"/>
                  <a:pt x="159" y="109"/>
                  <a:pt x="159" y="102"/>
                </a:cubicBezTo>
                <a:cubicBezTo>
                  <a:pt x="159" y="95"/>
                  <a:pt x="154" y="89"/>
                  <a:pt x="147" y="89"/>
                </a:cubicBezTo>
                <a:cubicBezTo>
                  <a:pt x="145" y="89"/>
                  <a:pt x="144" y="89"/>
                  <a:pt x="143" y="90"/>
                </a:cubicBezTo>
                <a:cubicBezTo>
                  <a:pt x="146" y="82"/>
                  <a:pt x="149" y="73"/>
                  <a:pt x="152" y="64"/>
                </a:cubicBezTo>
                <a:cubicBezTo>
                  <a:pt x="166" y="63"/>
                  <a:pt x="180" y="60"/>
                  <a:pt x="192" y="55"/>
                </a:cubicBezTo>
                <a:cubicBezTo>
                  <a:pt x="192" y="108"/>
                  <a:pt x="177" y="196"/>
                  <a:pt x="118" y="196"/>
                </a:cubicBezTo>
                <a:close/>
                <a:moveTo>
                  <a:pt x="75" y="141"/>
                </a:moveTo>
                <a:cubicBezTo>
                  <a:pt x="75" y="141"/>
                  <a:pt x="75" y="141"/>
                  <a:pt x="75" y="141"/>
                </a:cubicBezTo>
                <a:cubicBezTo>
                  <a:pt x="75" y="141"/>
                  <a:pt x="75" y="141"/>
                  <a:pt x="74" y="141"/>
                </a:cubicBezTo>
                <a:cubicBezTo>
                  <a:pt x="74" y="141"/>
                  <a:pt x="73" y="141"/>
                  <a:pt x="73" y="141"/>
                </a:cubicBezTo>
                <a:cubicBezTo>
                  <a:pt x="73" y="141"/>
                  <a:pt x="73" y="141"/>
                  <a:pt x="73" y="141"/>
                </a:cubicBezTo>
                <a:cubicBezTo>
                  <a:pt x="18" y="141"/>
                  <a:pt x="0" y="53"/>
                  <a:pt x="0" y="0"/>
                </a:cubicBezTo>
                <a:cubicBezTo>
                  <a:pt x="22" y="9"/>
                  <a:pt x="48" y="11"/>
                  <a:pt x="74" y="11"/>
                </a:cubicBezTo>
                <a:cubicBezTo>
                  <a:pt x="101" y="11"/>
                  <a:pt x="127" y="9"/>
                  <a:pt x="149" y="0"/>
                </a:cubicBezTo>
                <a:cubicBezTo>
                  <a:pt x="149" y="53"/>
                  <a:pt x="132" y="141"/>
                  <a:pt x="75" y="141"/>
                </a:cubicBezTo>
                <a:close/>
                <a:moveTo>
                  <a:pt x="49" y="34"/>
                </a:moveTo>
                <a:cubicBezTo>
                  <a:pt x="41" y="34"/>
                  <a:pt x="36" y="40"/>
                  <a:pt x="36" y="47"/>
                </a:cubicBezTo>
                <a:cubicBezTo>
                  <a:pt x="36" y="54"/>
                  <a:pt x="41" y="59"/>
                  <a:pt x="49" y="59"/>
                </a:cubicBezTo>
                <a:cubicBezTo>
                  <a:pt x="56" y="59"/>
                  <a:pt x="61" y="54"/>
                  <a:pt x="61" y="47"/>
                </a:cubicBezTo>
                <a:cubicBezTo>
                  <a:pt x="61" y="40"/>
                  <a:pt x="56" y="34"/>
                  <a:pt x="49" y="34"/>
                </a:cubicBezTo>
                <a:close/>
                <a:moveTo>
                  <a:pt x="112" y="47"/>
                </a:moveTo>
                <a:cubicBezTo>
                  <a:pt x="112" y="40"/>
                  <a:pt x="107" y="34"/>
                  <a:pt x="100" y="34"/>
                </a:cubicBezTo>
                <a:cubicBezTo>
                  <a:pt x="93" y="34"/>
                  <a:pt x="87" y="40"/>
                  <a:pt x="87" y="47"/>
                </a:cubicBezTo>
                <a:cubicBezTo>
                  <a:pt x="87" y="54"/>
                  <a:pt x="93" y="59"/>
                  <a:pt x="100" y="59"/>
                </a:cubicBezTo>
                <a:cubicBezTo>
                  <a:pt x="107" y="59"/>
                  <a:pt x="112" y="54"/>
                  <a:pt x="112" y="47"/>
                </a:cubicBezTo>
                <a:close/>
                <a:moveTo>
                  <a:pt x="38" y="83"/>
                </a:moveTo>
                <a:cubicBezTo>
                  <a:pt x="38" y="83"/>
                  <a:pt x="46" y="122"/>
                  <a:pt x="74" y="122"/>
                </a:cubicBezTo>
                <a:cubicBezTo>
                  <a:pt x="102" y="122"/>
                  <a:pt x="109" y="81"/>
                  <a:pt x="108" y="83"/>
                </a:cubicBezTo>
                <a:cubicBezTo>
                  <a:pt x="74" y="109"/>
                  <a:pt x="38" y="83"/>
                  <a:pt x="38" y="83"/>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127"/>
          <p:cNvSpPr>
            <a:spLocks noEditPoints="1"/>
          </p:cNvSpPr>
          <p:nvPr/>
        </p:nvSpPr>
        <p:spPr bwMode="auto">
          <a:xfrm>
            <a:off x="1101727" y="2882792"/>
            <a:ext cx="382317" cy="396373"/>
          </a:xfrm>
          <a:custGeom>
            <a:avLst/>
            <a:gdLst>
              <a:gd name="T0" fmla="*/ 147 w 194"/>
              <a:gd name="T1" fmla="*/ 70 h 201"/>
              <a:gd name="T2" fmla="*/ 107 w 194"/>
              <a:gd name="T3" fmla="*/ 80 h 201"/>
              <a:gd name="T4" fmla="*/ 105 w 194"/>
              <a:gd name="T5" fmla="*/ 46 h 201"/>
              <a:gd name="T6" fmla="*/ 84 w 194"/>
              <a:gd name="T7" fmla="*/ 66 h 201"/>
              <a:gd name="T8" fmla="*/ 69 w 194"/>
              <a:gd name="T9" fmla="*/ 80 h 201"/>
              <a:gd name="T10" fmla="*/ 182 w 194"/>
              <a:gd name="T11" fmla="*/ 89 h 201"/>
              <a:gd name="T12" fmla="*/ 188 w 194"/>
              <a:gd name="T13" fmla="*/ 126 h 201"/>
              <a:gd name="T14" fmla="*/ 188 w 194"/>
              <a:gd name="T15" fmla="*/ 163 h 201"/>
              <a:gd name="T16" fmla="*/ 67 w 194"/>
              <a:gd name="T17" fmla="*/ 201 h 201"/>
              <a:gd name="T18" fmla="*/ 67 w 194"/>
              <a:gd name="T19" fmla="*/ 201 h 201"/>
              <a:gd name="T20" fmla="*/ 0 w 194"/>
              <a:gd name="T21" fmla="*/ 163 h 201"/>
              <a:gd name="T22" fmla="*/ 0 w 194"/>
              <a:gd name="T23" fmla="*/ 126 h 201"/>
              <a:gd name="T24" fmla="*/ 172 w 194"/>
              <a:gd name="T25" fmla="*/ 89 h 201"/>
              <a:gd name="T26" fmla="*/ 158 w 194"/>
              <a:gd name="T27" fmla="*/ 80 h 201"/>
              <a:gd name="T28" fmla="*/ 121 w 194"/>
              <a:gd name="T29" fmla="*/ 38 h 201"/>
              <a:gd name="T30" fmla="*/ 81 w 194"/>
              <a:gd name="T31" fmla="*/ 62 h 201"/>
              <a:gd name="T32" fmla="*/ 80 w 194"/>
              <a:gd name="T33" fmla="*/ 63 h 201"/>
              <a:gd name="T34" fmla="*/ 36 w 194"/>
              <a:gd name="T35" fmla="*/ 80 h 201"/>
              <a:gd name="T36" fmla="*/ 143 w 194"/>
              <a:gd name="T37" fmla="*/ 25 h 201"/>
              <a:gd name="T38" fmla="*/ 167 w 194"/>
              <a:gd name="T39" fmla="*/ 50 h 201"/>
              <a:gd name="T40" fmla="*/ 182 w 194"/>
              <a:gd name="T41" fmla="*/ 89 h 201"/>
              <a:gd name="T42" fmla="*/ 149 w 194"/>
              <a:gd name="T43" fmla="*/ 105 h 201"/>
              <a:gd name="T44" fmla="*/ 111 w 194"/>
              <a:gd name="T45" fmla="*/ 105 h 201"/>
              <a:gd name="T46" fmla="*/ 24 w 194"/>
              <a:gd name="T47" fmla="*/ 119 h 201"/>
              <a:gd name="T48" fmla="*/ 38 w 194"/>
              <a:gd name="T49" fmla="*/ 185 h 201"/>
              <a:gd name="T50" fmla="*/ 120 w 194"/>
              <a:gd name="T51" fmla="*/ 185 h 201"/>
              <a:gd name="T52" fmla="*/ 164 w 194"/>
              <a:gd name="T53" fmla="*/ 169 h 201"/>
              <a:gd name="T54" fmla="*/ 142 w 194"/>
              <a:gd name="T55" fmla="*/ 177 h 201"/>
              <a:gd name="T56" fmla="*/ 120 w 194"/>
              <a:gd name="T57" fmla="*/ 113 h 201"/>
              <a:gd name="T58" fmla="*/ 156 w 194"/>
              <a:gd name="T59" fmla="*/ 125 h 201"/>
              <a:gd name="T60" fmla="*/ 142 w 194"/>
              <a:gd name="T61" fmla="*/ 177 h 201"/>
              <a:gd name="T62" fmla="*/ 31 w 194"/>
              <a:gd name="T63" fmla="*/ 163 h 201"/>
              <a:gd name="T64" fmla="*/ 44 w 194"/>
              <a:gd name="T65" fmla="*/ 113 h 201"/>
              <a:gd name="T66" fmla="*/ 111 w 194"/>
              <a:gd name="T67" fmla="*/ 177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4" h="201">
                <a:moveTo>
                  <a:pt x="121" y="46"/>
                </a:moveTo>
                <a:cubicBezTo>
                  <a:pt x="147" y="70"/>
                  <a:pt x="147" y="70"/>
                  <a:pt x="147" y="70"/>
                </a:cubicBezTo>
                <a:cubicBezTo>
                  <a:pt x="149" y="73"/>
                  <a:pt x="150" y="77"/>
                  <a:pt x="150" y="80"/>
                </a:cubicBezTo>
                <a:cubicBezTo>
                  <a:pt x="107" y="80"/>
                  <a:pt x="107" y="80"/>
                  <a:pt x="107" y="80"/>
                </a:cubicBezTo>
                <a:cubicBezTo>
                  <a:pt x="88" y="63"/>
                  <a:pt x="88" y="63"/>
                  <a:pt x="88" y="63"/>
                </a:cubicBezTo>
                <a:cubicBezTo>
                  <a:pt x="105" y="46"/>
                  <a:pt x="105" y="46"/>
                  <a:pt x="105" y="46"/>
                </a:cubicBezTo>
                <a:cubicBezTo>
                  <a:pt x="109" y="41"/>
                  <a:pt x="117" y="41"/>
                  <a:pt x="121" y="46"/>
                </a:cubicBezTo>
                <a:close/>
                <a:moveTo>
                  <a:pt x="84" y="66"/>
                </a:moveTo>
                <a:cubicBezTo>
                  <a:pt x="98" y="80"/>
                  <a:pt x="98" y="80"/>
                  <a:pt x="98" y="80"/>
                </a:cubicBezTo>
                <a:cubicBezTo>
                  <a:pt x="69" y="80"/>
                  <a:pt x="69" y="80"/>
                  <a:pt x="69" y="80"/>
                </a:cubicBezTo>
                <a:lnTo>
                  <a:pt x="84" y="66"/>
                </a:lnTo>
                <a:close/>
                <a:moveTo>
                  <a:pt x="182" y="89"/>
                </a:moveTo>
                <a:cubicBezTo>
                  <a:pt x="188" y="89"/>
                  <a:pt x="188" y="89"/>
                  <a:pt x="188" y="89"/>
                </a:cubicBezTo>
                <a:cubicBezTo>
                  <a:pt x="188" y="126"/>
                  <a:pt x="188" y="126"/>
                  <a:pt x="188" y="126"/>
                </a:cubicBezTo>
                <a:cubicBezTo>
                  <a:pt x="181" y="127"/>
                  <a:pt x="174" y="135"/>
                  <a:pt x="174" y="144"/>
                </a:cubicBezTo>
                <a:cubicBezTo>
                  <a:pt x="174" y="153"/>
                  <a:pt x="181" y="161"/>
                  <a:pt x="188" y="163"/>
                </a:cubicBezTo>
                <a:cubicBezTo>
                  <a:pt x="188" y="201"/>
                  <a:pt x="188" y="201"/>
                  <a:pt x="188" y="201"/>
                </a:cubicBezTo>
                <a:cubicBezTo>
                  <a:pt x="67" y="201"/>
                  <a:pt x="67" y="201"/>
                  <a:pt x="67" y="201"/>
                </a:cubicBezTo>
                <a:cubicBezTo>
                  <a:pt x="67" y="201"/>
                  <a:pt x="67" y="201"/>
                  <a:pt x="67" y="201"/>
                </a:cubicBezTo>
                <a:cubicBezTo>
                  <a:pt x="67" y="201"/>
                  <a:pt x="67" y="201"/>
                  <a:pt x="67" y="201"/>
                </a:cubicBezTo>
                <a:cubicBezTo>
                  <a:pt x="0" y="201"/>
                  <a:pt x="0" y="201"/>
                  <a:pt x="0" y="201"/>
                </a:cubicBezTo>
                <a:cubicBezTo>
                  <a:pt x="0" y="163"/>
                  <a:pt x="0" y="163"/>
                  <a:pt x="0" y="163"/>
                </a:cubicBezTo>
                <a:cubicBezTo>
                  <a:pt x="7" y="161"/>
                  <a:pt x="12" y="153"/>
                  <a:pt x="12" y="144"/>
                </a:cubicBezTo>
                <a:cubicBezTo>
                  <a:pt x="12" y="135"/>
                  <a:pt x="7" y="127"/>
                  <a:pt x="0" y="126"/>
                </a:cubicBezTo>
                <a:cubicBezTo>
                  <a:pt x="0" y="89"/>
                  <a:pt x="0" y="89"/>
                  <a:pt x="0" y="89"/>
                </a:cubicBezTo>
                <a:cubicBezTo>
                  <a:pt x="172" y="89"/>
                  <a:pt x="172" y="89"/>
                  <a:pt x="172" y="89"/>
                </a:cubicBezTo>
                <a:cubicBezTo>
                  <a:pt x="172" y="80"/>
                  <a:pt x="172" y="80"/>
                  <a:pt x="172" y="80"/>
                </a:cubicBezTo>
                <a:cubicBezTo>
                  <a:pt x="158" y="80"/>
                  <a:pt x="158" y="80"/>
                  <a:pt x="158" y="80"/>
                </a:cubicBezTo>
                <a:cubicBezTo>
                  <a:pt x="159" y="77"/>
                  <a:pt x="158" y="73"/>
                  <a:pt x="155" y="70"/>
                </a:cubicBezTo>
                <a:cubicBezTo>
                  <a:pt x="121" y="38"/>
                  <a:pt x="121" y="38"/>
                  <a:pt x="121" y="38"/>
                </a:cubicBezTo>
                <a:cubicBezTo>
                  <a:pt x="117" y="33"/>
                  <a:pt x="109" y="33"/>
                  <a:pt x="105" y="38"/>
                </a:cubicBezTo>
                <a:cubicBezTo>
                  <a:pt x="81" y="62"/>
                  <a:pt x="81" y="62"/>
                  <a:pt x="81" y="62"/>
                </a:cubicBezTo>
                <a:cubicBezTo>
                  <a:pt x="80" y="63"/>
                  <a:pt x="80" y="63"/>
                  <a:pt x="80" y="63"/>
                </a:cubicBezTo>
                <a:cubicBezTo>
                  <a:pt x="80" y="63"/>
                  <a:pt x="80" y="63"/>
                  <a:pt x="80" y="63"/>
                </a:cubicBezTo>
                <a:cubicBezTo>
                  <a:pt x="61" y="80"/>
                  <a:pt x="61" y="80"/>
                  <a:pt x="61" y="80"/>
                </a:cubicBezTo>
                <a:cubicBezTo>
                  <a:pt x="36" y="80"/>
                  <a:pt x="36" y="80"/>
                  <a:pt x="36" y="80"/>
                </a:cubicBezTo>
                <a:cubicBezTo>
                  <a:pt x="117" y="0"/>
                  <a:pt x="117" y="0"/>
                  <a:pt x="117" y="0"/>
                </a:cubicBezTo>
                <a:cubicBezTo>
                  <a:pt x="143" y="25"/>
                  <a:pt x="143" y="25"/>
                  <a:pt x="143" y="25"/>
                </a:cubicBezTo>
                <a:cubicBezTo>
                  <a:pt x="139" y="31"/>
                  <a:pt x="140" y="40"/>
                  <a:pt x="147" y="46"/>
                </a:cubicBezTo>
                <a:cubicBezTo>
                  <a:pt x="153" y="52"/>
                  <a:pt x="161" y="54"/>
                  <a:pt x="167" y="50"/>
                </a:cubicBezTo>
                <a:cubicBezTo>
                  <a:pt x="194" y="75"/>
                  <a:pt x="194" y="75"/>
                  <a:pt x="194" y="75"/>
                </a:cubicBezTo>
                <a:lnTo>
                  <a:pt x="182" y="89"/>
                </a:lnTo>
                <a:close/>
                <a:moveTo>
                  <a:pt x="164" y="119"/>
                </a:moveTo>
                <a:cubicBezTo>
                  <a:pt x="164" y="112"/>
                  <a:pt x="156" y="105"/>
                  <a:pt x="149" y="105"/>
                </a:cubicBezTo>
                <a:cubicBezTo>
                  <a:pt x="120" y="105"/>
                  <a:pt x="120" y="105"/>
                  <a:pt x="120" y="105"/>
                </a:cubicBezTo>
                <a:cubicBezTo>
                  <a:pt x="111" y="105"/>
                  <a:pt x="111" y="105"/>
                  <a:pt x="111" y="105"/>
                </a:cubicBezTo>
                <a:cubicBezTo>
                  <a:pt x="38" y="105"/>
                  <a:pt x="38" y="105"/>
                  <a:pt x="38" y="105"/>
                </a:cubicBezTo>
                <a:cubicBezTo>
                  <a:pt x="31" y="105"/>
                  <a:pt x="24" y="112"/>
                  <a:pt x="24" y="119"/>
                </a:cubicBezTo>
                <a:cubicBezTo>
                  <a:pt x="24" y="169"/>
                  <a:pt x="24" y="169"/>
                  <a:pt x="24" y="169"/>
                </a:cubicBezTo>
                <a:cubicBezTo>
                  <a:pt x="24" y="176"/>
                  <a:pt x="31" y="185"/>
                  <a:pt x="38" y="185"/>
                </a:cubicBezTo>
                <a:cubicBezTo>
                  <a:pt x="111" y="185"/>
                  <a:pt x="111" y="185"/>
                  <a:pt x="111" y="185"/>
                </a:cubicBezTo>
                <a:cubicBezTo>
                  <a:pt x="120" y="185"/>
                  <a:pt x="120" y="185"/>
                  <a:pt x="120" y="185"/>
                </a:cubicBezTo>
                <a:cubicBezTo>
                  <a:pt x="149" y="185"/>
                  <a:pt x="149" y="185"/>
                  <a:pt x="149" y="185"/>
                </a:cubicBezTo>
                <a:cubicBezTo>
                  <a:pt x="156" y="185"/>
                  <a:pt x="164" y="176"/>
                  <a:pt x="164" y="169"/>
                </a:cubicBezTo>
                <a:lnTo>
                  <a:pt x="164" y="119"/>
                </a:lnTo>
                <a:close/>
                <a:moveTo>
                  <a:pt x="142" y="177"/>
                </a:moveTo>
                <a:cubicBezTo>
                  <a:pt x="120" y="177"/>
                  <a:pt x="120" y="177"/>
                  <a:pt x="120" y="177"/>
                </a:cubicBezTo>
                <a:cubicBezTo>
                  <a:pt x="120" y="113"/>
                  <a:pt x="120" y="113"/>
                  <a:pt x="120" y="113"/>
                </a:cubicBezTo>
                <a:cubicBezTo>
                  <a:pt x="142" y="113"/>
                  <a:pt x="142" y="113"/>
                  <a:pt x="142" y="113"/>
                </a:cubicBezTo>
                <a:cubicBezTo>
                  <a:pt x="149" y="113"/>
                  <a:pt x="156" y="118"/>
                  <a:pt x="156" y="125"/>
                </a:cubicBezTo>
                <a:cubicBezTo>
                  <a:pt x="156" y="163"/>
                  <a:pt x="156" y="163"/>
                  <a:pt x="156" y="163"/>
                </a:cubicBezTo>
                <a:cubicBezTo>
                  <a:pt x="156" y="170"/>
                  <a:pt x="149" y="177"/>
                  <a:pt x="142" y="177"/>
                </a:cubicBezTo>
                <a:close/>
                <a:moveTo>
                  <a:pt x="44" y="177"/>
                </a:moveTo>
                <a:cubicBezTo>
                  <a:pt x="37" y="177"/>
                  <a:pt x="31" y="170"/>
                  <a:pt x="31" y="163"/>
                </a:cubicBezTo>
                <a:cubicBezTo>
                  <a:pt x="31" y="125"/>
                  <a:pt x="31" y="125"/>
                  <a:pt x="31" y="125"/>
                </a:cubicBezTo>
                <a:cubicBezTo>
                  <a:pt x="31" y="118"/>
                  <a:pt x="37" y="113"/>
                  <a:pt x="44" y="113"/>
                </a:cubicBezTo>
                <a:cubicBezTo>
                  <a:pt x="111" y="113"/>
                  <a:pt x="111" y="113"/>
                  <a:pt x="111" y="113"/>
                </a:cubicBezTo>
                <a:cubicBezTo>
                  <a:pt x="111" y="177"/>
                  <a:pt x="111" y="177"/>
                  <a:pt x="111" y="177"/>
                </a:cubicBezTo>
                <a:lnTo>
                  <a:pt x="44" y="177"/>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128"/>
          <p:cNvSpPr>
            <a:spLocks noEditPoints="1"/>
          </p:cNvSpPr>
          <p:nvPr/>
        </p:nvSpPr>
        <p:spPr bwMode="auto">
          <a:xfrm>
            <a:off x="1568379" y="2910904"/>
            <a:ext cx="401995" cy="342961"/>
          </a:xfrm>
          <a:custGeom>
            <a:avLst/>
            <a:gdLst>
              <a:gd name="T0" fmla="*/ 175 w 204"/>
              <a:gd name="T1" fmla="*/ 146 h 174"/>
              <a:gd name="T2" fmla="*/ 169 w 204"/>
              <a:gd name="T3" fmla="*/ 170 h 174"/>
              <a:gd name="T4" fmla="*/ 147 w 204"/>
              <a:gd name="T5" fmla="*/ 172 h 174"/>
              <a:gd name="T6" fmla="*/ 144 w 204"/>
              <a:gd name="T7" fmla="*/ 163 h 174"/>
              <a:gd name="T8" fmla="*/ 116 w 204"/>
              <a:gd name="T9" fmla="*/ 166 h 174"/>
              <a:gd name="T10" fmla="*/ 104 w 204"/>
              <a:gd name="T11" fmla="*/ 165 h 174"/>
              <a:gd name="T12" fmla="*/ 100 w 204"/>
              <a:gd name="T13" fmla="*/ 172 h 174"/>
              <a:gd name="T14" fmla="*/ 84 w 204"/>
              <a:gd name="T15" fmla="*/ 172 h 174"/>
              <a:gd name="T16" fmla="*/ 78 w 204"/>
              <a:gd name="T17" fmla="*/ 160 h 174"/>
              <a:gd name="T18" fmla="*/ 74 w 204"/>
              <a:gd name="T19" fmla="*/ 159 h 174"/>
              <a:gd name="T20" fmla="*/ 72 w 204"/>
              <a:gd name="T21" fmla="*/ 165 h 174"/>
              <a:gd name="T22" fmla="*/ 48 w 204"/>
              <a:gd name="T23" fmla="*/ 163 h 174"/>
              <a:gd name="T24" fmla="*/ 50 w 204"/>
              <a:gd name="T25" fmla="*/ 146 h 174"/>
              <a:gd name="T26" fmla="*/ 31 w 204"/>
              <a:gd name="T27" fmla="*/ 128 h 174"/>
              <a:gd name="T28" fmla="*/ 5 w 204"/>
              <a:gd name="T29" fmla="*/ 118 h 174"/>
              <a:gd name="T30" fmla="*/ 6 w 204"/>
              <a:gd name="T31" fmla="*/ 87 h 174"/>
              <a:gd name="T32" fmla="*/ 16 w 204"/>
              <a:gd name="T33" fmla="*/ 80 h 174"/>
              <a:gd name="T34" fmla="*/ 41 w 204"/>
              <a:gd name="T35" fmla="*/ 30 h 174"/>
              <a:gd name="T36" fmla="*/ 36 w 204"/>
              <a:gd name="T37" fmla="*/ 3 h 174"/>
              <a:gd name="T38" fmla="*/ 79 w 204"/>
              <a:gd name="T39" fmla="*/ 15 h 174"/>
              <a:gd name="T40" fmla="*/ 114 w 204"/>
              <a:gd name="T41" fmla="*/ 9 h 174"/>
              <a:gd name="T42" fmla="*/ 204 w 204"/>
              <a:gd name="T43" fmla="*/ 87 h 174"/>
              <a:gd name="T44" fmla="*/ 175 w 204"/>
              <a:gd name="T45" fmla="*/ 146 h 174"/>
              <a:gd name="T46" fmla="*/ 56 w 204"/>
              <a:gd name="T47" fmla="*/ 47 h 174"/>
              <a:gd name="T48" fmla="*/ 45 w 204"/>
              <a:gd name="T49" fmla="*/ 58 h 174"/>
              <a:gd name="T50" fmla="*/ 56 w 204"/>
              <a:gd name="T51" fmla="*/ 69 h 174"/>
              <a:gd name="T52" fmla="*/ 67 w 204"/>
              <a:gd name="T53" fmla="*/ 58 h 174"/>
              <a:gd name="T54" fmla="*/ 56 w 204"/>
              <a:gd name="T55" fmla="*/ 47 h 174"/>
              <a:gd name="T56" fmla="*/ 154 w 204"/>
              <a:gd name="T57" fmla="*/ 41 h 174"/>
              <a:gd name="T58" fmla="*/ 110 w 204"/>
              <a:gd name="T59" fmla="*/ 35 h 174"/>
              <a:gd name="T60" fmla="*/ 104 w 204"/>
              <a:gd name="T61" fmla="*/ 41 h 174"/>
              <a:gd name="T62" fmla="*/ 110 w 204"/>
              <a:gd name="T63" fmla="*/ 47 h 174"/>
              <a:gd name="T64" fmla="*/ 154 w 204"/>
              <a:gd name="T65" fmla="*/ 53 h 174"/>
              <a:gd name="T66" fmla="*/ 160 w 204"/>
              <a:gd name="T67" fmla="*/ 47 h 174"/>
              <a:gd name="T68" fmla="*/ 154 w 204"/>
              <a:gd name="T69" fmla="*/ 41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04" h="174">
                <a:moveTo>
                  <a:pt x="175" y="146"/>
                </a:moveTo>
                <a:cubicBezTo>
                  <a:pt x="170" y="149"/>
                  <a:pt x="175" y="165"/>
                  <a:pt x="169" y="170"/>
                </a:cubicBezTo>
                <a:cubicBezTo>
                  <a:pt x="166" y="174"/>
                  <a:pt x="149" y="171"/>
                  <a:pt x="147" y="172"/>
                </a:cubicBezTo>
                <a:cubicBezTo>
                  <a:pt x="142" y="171"/>
                  <a:pt x="150" y="162"/>
                  <a:pt x="144" y="163"/>
                </a:cubicBezTo>
                <a:cubicBezTo>
                  <a:pt x="134" y="165"/>
                  <a:pt x="127" y="166"/>
                  <a:pt x="116" y="166"/>
                </a:cubicBezTo>
                <a:cubicBezTo>
                  <a:pt x="112" y="166"/>
                  <a:pt x="108" y="166"/>
                  <a:pt x="104" y="165"/>
                </a:cubicBezTo>
                <a:cubicBezTo>
                  <a:pt x="103" y="165"/>
                  <a:pt x="104" y="171"/>
                  <a:pt x="100" y="172"/>
                </a:cubicBezTo>
                <a:cubicBezTo>
                  <a:pt x="93" y="172"/>
                  <a:pt x="87" y="173"/>
                  <a:pt x="84" y="172"/>
                </a:cubicBezTo>
                <a:cubicBezTo>
                  <a:pt x="76" y="172"/>
                  <a:pt x="80" y="162"/>
                  <a:pt x="78" y="160"/>
                </a:cubicBezTo>
                <a:cubicBezTo>
                  <a:pt x="77" y="159"/>
                  <a:pt x="76" y="159"/>
                  <a:pt x="74" y="159"/>
                </a:cubicBezTo>
                <a:cubicBezTo>
                  <a:pt x="72" y="159"/>
                  <a:pt x="75" y="163"/>
                  <a:pt x="72" y="165"/>
                </a:cubicBezTo>
                <a:cubicBezTo>
                  <a:pt x="67" y="168"/>
                  <a:pt x="50" y="167"/>
                  <a:pt x="48" y="163"/>
                </a:cubicBezTo>
                <a:cubicBezTo>
                  <a:pt x="44" y="152"/>
                  <a:pt x="51" y="147"/>
                  <a:pt x="50" y="146"/>
                </a:cubicBezTo>
                <a:cubicBezTo>
                  <a:pt x="43" y="140"/>
                  <a:pt x="36" y="135"/>
                  <a:pt x="31" y="128"/>
                </a:cubicBezTo>
                <a:cubicBezTo>
                  <a:pt x="21" y="117"/>
                  <a:pt x="15" y="126"/>
                  <a:pt x="5" y="118"/>
                </a:cubicBezTo>
                <a:cubicBezTo>
                  <a:pt x="0" y="110"/>
                  <a:pt x="4" y="89"/>
                  <a:pt x="6" y="87"/>
                </a:cubicBezTo>
                <a:cubicBezTo>
                  <a:pt x="10" y="82"/>
                  <a:pt x="12" y="88"/>
                  <a:pt x="16" y="80"/>
                </a:cubicBezTo>
                <a:cubicBezTo>
                  <a:pt x="17" y="61"/>
                  <a:pt x="26" y="43"/>
                  <a:pt x="41" y="30"/>
                </a:cubicBezTo>
                <a:cubicBezTo>
                  <a:pt x="34" y="23"/>
                  <a:pt x="20" y="12"/>
                  <a:pt x="36" y="3"/>
                </a:cubicBezTo>
                <a:cubicBezTo>
                  <a:pt x="50" y="0"/>
                  <a:pt x="79" y="15"/>
                  <a:pt x="79" y="15"/>
                </a:cubicBezTo>
                <a:cubicBezTo>
                  <a:pt x="79" y="15"/>
                  <a:pt x="96" y="9"/>
                  <a:pt x="114" y="9"/>
                </a:cubicBezTo>
                <a:cubicBezTo>
                  <a:pt x="167" y="9"/>
                  <a:pt x="204" y="44"/>
                  <a:pt x="204" y="87"/>
                </a:cubicBezTo>
                <a:cubicBezTo>
                  <a:pt x="204" y="113"/>
                  <a:pt x="198" y="132"/>
                  <a:pt x="175" y="146"/>
                </a:cubicBezTo>
                <a:close/>
                <a:moveTo>
                  <a:pt x="56" y="47"/>
                </a:moveTo>
                <a:cubicBezTo>
                  <a:pt x="50" y="47"/>
                  <a:pt x="45" y="52"/>
                  <a:pt x="45" y="58"/>
                </a:cubicBezTo>
                <a:cubicBezTo>
                  <a:pt x="45" y="64"/>
                  <a:pt x="50" y="69"/>
                  <a:pt x="56" y="69"/>
                </a:cubicBezTo>
                <a:cubicBezTo>
                  <a:pt x="62" y="69"/>
                  <a:pt x="67" y="64"/>
                  <a:pt x="67" y="58"/>
                </a:cubicBezTo>
                <a:cubicBezTo>
                  <a:pt x="67" y="52"/>
                  <a:pt x="62" y="47"/>
                  <a:pt x="56" y="47"/>
                </a:cubicBezTo>
                <a:close/>
                <a:moveTo>
                  <a:pt x="154" y="41"/>
                </a:moveTo>
                <a:cubicBezTo>
                  <a:pt x="154" y="41"/>
                  <a:pt x="132" y="34"/>
                  <a:pt x="110" y="35"/>
                </a:cubicBezTo>
                <a:cubicBezTo>
                  <a:pt x="106" y="35"/>
                  <a:pt x="104" y="37"/>
                  <a:pt x="104" y="41"/>
                </a:cubicBezTo>
                <a:cubicBezTo>
                  <a:pt x="104" y="44"/>
                  <a:pt x="106" y="47"/>
                  <a:pt x="110" y="47"/>
                </a:cubicBezTo>
                <a:cubicBezTo>
                  <a:pt x="110" y="47"/>
                  <a:pt x="133" y="45"/>
                  <a:pt x="154" y="53"/>
                </a:cubicBezTo>
                <a:cubicBezTo>
                  <a:pt x="157" y="53"/>
                  <a:pt x="160" y="51"/>
                  <a:pt x="160" y="47"/>
                </a:cubicBezTo>
                <a:cubicBezTo>
                  <a:pt x="160" y="44"/>
                  <a:pt x="157" y="41"/>
                  <a:pt x="154" y="41"/>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129"/>
          <p:cNvSpPr>
            <a:spLocks noEditPoints="1"/>
          </p:cNvSpPr>
          <p:nvPr/>
        </p:nvSpPr>
        <p:spPr bwMode="auto">
          <a:xfrm>
            <a:off x="2030814" y="2888415"/>
            <a:ext cx="396373" cy="396373"/>
          </a:xfrm>
          <a:custGeom>
            <a:avLst/>
            <a:gdLst>
              <a:gd name="T0" fmla="*/ 78 w 201"/>
              <a:gd name="T1" fmla="*/ 194 h 201"/>
              <a:gd name="T2" fmla="*/ 91 w 201"/>
              <a:gd name="T3" fmla="*/ 164 h 201"/>
              <a:gd name="T4" fmla="*/ 154 w 201"/>
              <a:gd name="T5" fmla="*/ 123 h 201"/>
              <a:gd name="T6" fmla="*/ 150 w 201"/>
              <a:gd name="T7" fmla="*/ 168 h 201"/>
              <a:gd name="T8" fmla="*/ 78 w 201"/>
              <a:gd name="T9" fmla="*/ 194 h 201"/>
              <a:gd name="T10" fmla="*/ 35 w 201"/>
              <a:gd name="T11" fmla="*/ 128 h 201"/>
              <a:gd name="T12" fmla="*/ 82 w 201"/>
              <a:gd name="T13" fmla="*/ 54 h 201"/>
              <a:gd name="T14" fmla="*/ 106 w 201"/>
              <a:gd name="T15" fmla="*/ 35 h 201"/>
              <a:gd name="T16" fmla="*/ 167 w 201"/>
              <a:gd name="T17" fmla="*/ 95 h 201"/>
              <a:gd name="T18" fmla="*/ 148 w 201"/>
              <a:gd name="T19" fmla="*/ 119 h 201"/>
              <a:gd name="T20" fmla="*/ 74 w 201"/>
              <a:gd name="T21" fmla="*/ 166 h 201"/>
              <a:gd name="T22" fmla="*/ 35 w 201"/>
              <a:gd name="T23" fmla="*/ 128 h 201"/>
              <a:gd name="T24" fmla="*/ 127 w 201"/>
              <a:gd name="T25" fmla="*/ 75 h 201"/>
              <a:gd name="T26" fmla="*/ 102 w 201"/>
              <a:gd name="T27" fmla="*/ 75 h 201"/>
              <a:gd name="T28" fmla="*/ 102 w 201"/>
              <a:gd name="T29" fmla="*/ 99 h 201"/>
              <a:gd name="T30" fmla="*/ 127 w 201"/>
              <a:gd name="T31" fmla="*/ 99 h 201"/>
              <a:gd name="T32" fmla="*/ 127 w 201"/>
              <a:gd name="T33" fmla="*/ 75 h 201"/>
              <a:gd name="T34" fmla="*/ 179 w 201"/>
              <a:gd name="T35" fmla="*/ 17 h 201"/>
              <a:gd name="T36" fmla="*/ 196 w 201"/>
              <a:gd name="T37" fmla="*/ 0 h 201"/>
              <a:gd name="T38" fmla="*/ 201 w 201"/>
              <a:gd name="T39" fmla="*/ 5 h 201"/>
              <a:gd name="T40" fmla="*/ 184 w 201"/>
              <a:gd name="T41" fmla="*/ 21 h 201"/>
              <a:gd name="T42" fmla="*/ 170 w 201"/>
              <a:gd name="T43" fmla="*/ 90 h 201"/>
              <a:gd name="T44" fmla="*/ 112 w 201"/>
              <a:gd name="T45" fmla="*/ 31 h 201"/>
              <a:gd name="T46" fmla="*/ 179 w 201"/>
              <a:gd name="T47" fmla="*/ 17 h 201"/>
              <a:gd name="T48" fmla="*/ 7 w 201"/>
              <a:gd name="T49" fmla="*/ 123 h 201"/>
              <a:gd name="T50" fmla="*/ 34 w 201"/>
              <a:gd name="T51" fmla="*/ 51 h 201"/>
              <a:gd name="T52" fmla="*/ 78 w 201"/>
              <a:gd name="T53" fmla="*/ 47 h 201"/>
              <a:gd name="T54" fmla="*/ 37 w 201"/>
              <a:gd name="T55" fmla="*/ 110 h 201"/>
              <a:gd name="T56" fmla="*/ 7 w 201"/>
              <a:gd name="T57" fmla="*/ 123 h 201"/>
              <a:gd name="T58" fmla="*/ 48 w 201"/>
              <a:gd name="T59" fmla="*/ 169 h 201"/>
              <a:gd name="T60" fmla="*/ 48 w 201"/>
              <a:gd name="T61" fmla="*/ 161 h 201"/>
              <a:gd name="T62" fmla="*/ 31 w 201"/>
              <a:gd name="T63" fmla="*/ 170 h 201"/>
              <a:gd name="T64" fmla="*/ 39 w 201"/>
              <a:gd name="T65" fmla="*/ 152 h 201"/>
              <a:gd name="T66" fmla="*/ 29 w 201"/>
              <a:gd name="T67" fmla="*/ 155 h 201"/>
              <a:gd name="T68" fmla="*/ 36 w 201"/>
              <a:gd name="T69" fmla="*/ 138 h 201"/>
              <a:gd name="T70" fmla="*/ 64 w 201"/>
              <a:gd name="T71" fmla="*/ 165 h 201"/>
              <a:gd name="T72" fmla="*/ 48 w 201"/>
              <a:gd name="T73" fmla="*/ 169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1" h="201">
                <a:moveTo>
                  <a:pt x="78" y="194"/>
                </a:moveTo>
                <a:cubicBezTo>
                  <a:pt x="78" y="194"/>
                  <a:pt x="89" y="186"/>
                  <a:pt x="91" y="164"/>
                </a:cubicBezTo>
                <a:cubicBezTo>
                  <a:pt x="128" y="147"/>
                  <a:pt x="154" y="123"/>
                  <a:pt x="154" y="123"/>
                </a:cubicBezTo>
                <a:cubicBezTo>
                  <a:pt x="154" y="123"/>
                  <a:pt x="170" y="148"/>
                  <a:pt x="150" y="168"/>
                </a:cubicBezTo>
                <a:cubicBezTo>
                  <a:pt x="116" y="201"/>
                  <a:pt x="78" y="194"/>
                  <a:pt x="78" y="194"/>
                </a:cubicBezTo>
                <a:close/>
                <a:moveTo>
                  <a:pt x="35" y="128"/>
                </a:moveTo>
                <a:cubicBezTo>
                  <a:pt x="35" y="128"/>
                  <a:pt x="65" y="71"/>
                  <a:pt x="82" y="54"/>
                </a:cubicBezTo>
                <a:cubicBezTo>
                  <a:pt x="90" y="46"/>
                  <a:pt x="98" y="40"/>
                  <a:pt x="106" y="35"/>
                </a:cubicBezTo>
                <a:cubicBezTo>
                  <a:pt x="167" y="95"/>
                  <a:pt x="167" y="95"/>
                  <a:pt x="167" y="95"/>
                </a:cubicBezTo>
                <a:cubicBezTo>
                  <a:pt x="162" y="103"/>
                  <a:pt x="156" y="111"/>
                  <a:pt x="148" y="119"/>
                </a:cubicBezTo>
                <a:cubicBezTo>
                  <a:pt x="130" y="137"/>
                  <a:pt x="74" y="166"/>
                  <a:pt x="74" y="166"/>
                </a:cubicBezTo>
                <a:lnTo>
                  <a:pt x="35" y="128"/>
                </a:lnTo>
                <a:close/>
                <a:moveTo>
                  <a:pt x="127" y="75"/>
                </a:moveTo>
                <a:cubicBezTo>
                  <a:pt x="120" y="68"/>
                  <a:pt x="109" y="68"/>
                  <a:pt x="102" y="75"/>
                </a:cubicBezTo>
                <a:cubicBezTo>
                  <a:pt x="95" y="81"/>
                  <a:pt x="95" y="93"/>
                  <a:pt x="102" y="99"/>
                </a:cubicBezTo>
                <a:cubicBezTo>
                  <a:pt x="109" y="106"/>
                  <a:pt x="120" y="106"/>
                  <a:pt x="127" y="99"/>
                </a:cubicBezTo>
                <a:cubicBezTo>
                  <a:pt x="134" y="93"/>
                  <a:pt x="134" y="81"/>
                  <a:pt x="127" y="75"/>
                </a:cubicBezTo>
                <a:close/>
                <a:moveTo>
                  <a:pt x="179" y="17"/>
                </a:moveTo>
                <a:cubicBezTo>
                  <a:pt x="196" y="0"/>
                  <a:pt x="196" y="0"/>
                  <a:pt x="196" y="0"/>
                </a:cubicBezTo>
                <a:cubicBezTo>
                  <a:pt x="201" y="5"/>
                  <a:pt x="201" y="5"/>
                  <a:pt x="201" y="5"/>
                </a:cubicBezTo>
                <a:cubicBezTo>
                  <a:pt x="184" y="21"/>
                  <a:pt x="184" y="21"/>
                  <a:pt x="184" y="21"/>
                </a:cubicBezTo>
                <a:cubicBezTo>
                  <a:pt x="186" y="31"/>
                  <a:pt x="188" y="58"/>
                  <a:pt x="170" y="90"/>
                </a:cubicBezTo>
                <a:cubicBezTo>
                  <a:pt x="112" y="31"/>
                  <a:pt x="112" y="31"/>
                  <a:pt x="112" y="31"/>
                </a:cubicBezTo>
                <a:cubicBezTo>
                  <a:pt x="142" y="14"/>
                  <a:pt x="169" y="15"/>
                  <a:pt x="179" y="17"/>
                </a:cubicBezTo>
                <a:close/>
                <a:moveTo>
                  <a:pt x="7" y="123"/>
                </a:moveTo>
                <a:cubicBezTo>
                  <a:pt x="7" y="123"/>
                  <a:pt x="0" y="85"/>
                  <a:pt x="34" y="51"/>
                </a:cubicBezTo>
                <a:cubicBezTo>
                  <a:pt x="53" y="32"/>
                  <a:pt x="78" y="47"/>
                  <a:pt x="78" y="47"/>
                </a:cubicBezTo>
                <a:cubicBezTo>
                  <a:pt x="78" y="47"/>
                  <a:pt x="55" y="73"/>
                  <a:pt x="37" y="110"/>
                </a:cubicBezTo>
                <a:cubicBezTo>
                  <a:pt x="15" y="112"/>
                  <a:pt x="7" y="123"/>
                  <a:pt x="7" y="123"/>
                </a:cubicBezTo>
                <a:close/>
                <a:moveTo>
                  <a:pt x="48" y="169"/>
                </a:moveTo>
                <a:cubicBezTo>
                  <a:pt x="48" y="161"/>
                  <a:pt x="48" y="161"/>
                  <a:pt x="48" y="161"/>
                </a:cubicBezTo>
                <a:cubicBezTo>
                  <a:pt x="31" y="170"/>
                  <a:pt x="31" y="170"/>
                  <a:pt x="31" y="170"/>
                </a:cubicBezTo>
                <a:cubicBezTo>
                  <a:pt x="39" y="152"/>
                  <a:pt x="39" y="152"/>
                  <a:pt x="39" y="152"/>
                </a:cubicBezTo>
                <a:cubicBezTo>
                  <a:pt x="29" y="155"/>
                  <a:pt x="29" y="155"/>
                  <a:pt x="29" y="155"/>
                </a:cubicBezTo>
                <a:cubicBezTo>
                  <a:pt x="36" y="138"/>
                  <a:pt x="36" y="138"/>
                  <a:pt x="36" y="138"/>
                </a:cubicBezTo>
                <a:cubicBezTo>
                  <a:pt x="64" y="165"/>
                  <a:pt x="64" y="165"/>
                  <a:pt x="64" y="165"/>
                </a:cubicBezTo>
                <a:lnTo>
                  <a:pt x="48" y="169"/>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30"/>
          <p:cNvSpPr>
            <a:spLocks noEditPoints="1"/>
          </p:cNvSpPr>
          <p:nvPr/>
        </p:nvSpPr>
        <p:spPr bwMode="auto">
          <a:xfrm>
            <a:off x="2539633" y="2916526"/>
            <a:ext cx="393562" cy="283927"/>
          </a:xfrm>
          <a:custGeom>
            <a:avLst/>
            <a:gdLst>
              <a:gd name="T0" fmla="*/ 188 w 200"/>
              <a:gd name="T1" fmla="*/ 144 h 144"/>
              <a:gd name="T2" fmla="*/ 176 w 200"/>
              <a:gd name="T3" fmla="*/ 134 h 144"/>
              <a:gd name="T4" fmla="*/ 176 w 200"/>
              <a:gd name="T5" fmla="*/ 10 h 144"/>
              <a:gd name="T6" fmla="*/ 188 w 200"/>
              <a:gd name="T7" fmla="*/ 0 h 144"/>
              <a:gd name="T8" fmla="*/ 200 w 200"/>
              <a:gd name="T9" fmla="*/ 10 h 144"/>
              <a:gd name="T10" fmla="*/ 200 w 200"/>
              <a:gd name="T11" fmla="*/ 134 h 144"/>
              <a:gd name="T12" fmla="*/ 188 w 200"/>
              <a:gd name="T13" fmla="*/ 144 h 144"/>
              <a:gd name="T14" fmla="*/ 137 w 200"/>
              <a:gd name="T15" fmla="*/ 130 h 144"/>
              <a:gd name="T16" fmla="*/ 123 w 200"/>
              <a:gd name="T17" fmla="*/ 144 h 144"/>
              <a:gd name="T18" fmla="*/ 61 w 200"/>
              <a:gd name="T19" fmla="*/ 144 h 144"/>
              <a:gd name="T20" fmla="*/ 48 w 200"/>
              <a:gd name="T21" fmla="*/ 130 h 144"/>
              <a:gd name="T22" fmla="*/ 48 w 200"/>
              <a:gd name="T23" fmla="*/ 103 h 144"/>
              <a:gd name="T24" fmla="*/ 20 w 200"/>
              <a:gd name="T25" fmla="*/ 97 h 144"/>
              <a:gd name="T26" fmla="*/ 20 w 200"/>
              <a:gd name="T27" fmla="*/ 47 h 144"/>
              <a:gd name="T28" fmla="*/ 172 w 200"/>
              <a:gd name="T29" fmla="*/ 14 h 144"/>
              <a:gd name="T30" fmla="*/ 172 w 200"/>
              <a:gd name="T31" fmla="*/ 131 h 144"/>
              <a:gd name="T32" fmla="*/ 137 w 200"/>
              <a:gd name="T33" fmla="*/ 123 h 144"/>
              <a:gd name="T34" fmla="*/ 137 w 200"/>
              <a:gd name="T35" fmla="*/ 130 h 144"/>
              <a:gd name="T36" fmla="*/ 128 w 200"/>
              <a:gd name="T37" fmla="*/ 121 h 144"/>
              <a:gd name="T38" fmla="*/ 56 w 200"/>
              <a:gd name="T39" fmla="*/ 105 h 144"/>
              <a:gd name="T40" fmla="*/ 56 w 200"/>
              <a:gd name="T41" fmla="*/ 129 h 144"/>
              <a:gd name="T42" fmla="*/ 64 w 200"/>
              <a:gd name="T43" fmla="*/ 136 h 144"/>
              <a:gd name="T44" fmla="*/ 121 w 200"/>
              <a:gd name="T45" fmla="*/ 136 h 144"/>
              <a:gd name="T46" fmla="*/ 128 w 200"/>
              <a:gd name="T47" fmla="*/ 129 h 144"/>
              <a:gd name="T48" fmla="*/ 128 w 200"/>
              <a:gd name="T49" fmla="*/ 121 h 144"/>
              <a:gd name="T50" fmla="*/ 7 w 200"/>
              <a:gd name="T51" fmla="*/ 103 h 144"/>
              <a:gd name="T52" fmla="*/ 0 w 200"/>
              <a:gd name="T53" fmla="*/ 96 h 144"/>
              <a:gd name="T54" fmla="*/ 0 w 200"/>
              <a:gd name="T55" fmla="*/ 48 h 144"/>
              <a:gd name="T56" fmla="*/ 7 w 200"/>
              <a:gd name="T57" fmla="*/ 41 h 144"/>
              <a:gd name="T58" fmla="*/ 15 w 200"/>
              <a:gd name="T59" fmla="*/ 48 h 144"/>
              <a:gd name="T60" fmla="*/ 15 w 200"/>
              <a:gd name="T61" fmla="*/ 96 h 144"/>
              <a:gd name="T62" fmla="*/ 7 w 200"/>
              <a:gd name="T63" fmla="*/ 103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0" h="144">
                <a:moveTo>
                  <a:pt x="188" y="144"/>
                </a:moveTo>
                <a:cubicBezTo>
                  <a:pt x="182" y="144"/>
                  <a:pt x="176" y="139"/>
                  <a:pt x="176" y="134"/>
                </a:cubicBezTo>
                <a:cubicBezTo>
                  <a:pt x="176" y="10"/>
                  <a:pt x="176" y="10"/>
                  <a:pt x="176" y="10"/>
                </a:cubicBezTo>
                <a:cubicBezTo>
                  <a:pt x="176" y="5"/>
                  <a:pt x="182" y="0"/>
                  <a:pt x="188" y="0"/>
                </a:cubicBezTo>
                <a:cubicBezTo>
                  <a:pt x="194" y="0"/>
                  <a:pt x="200" y="5"/>
                  <a:pt x="200" y="10"/>
                </a:cubicBezTo>
                <a:cubicBezTo>
                  <a:pt x="200" y="134"/>
                  <a:pt x="200" y="134"/>
                  <a:pt x="200" y="134"/>
                </a:cubicBezTo>
                <a:cubicBezTo>
                  <a:pt x="200" y="139"/>
                  <a:pt x="194" y="144"/>
                  <a:pt x="188" y="144"/>
                </a:cubicBezTo>
                <a:close/>
                <a:moveTo>
                  <a:pt x="137" y="130"/>
                </a:moveTo>
                <a:cubicBezTo>
                  <a:pt x="137" y="138"/>
                  <a:pt x="131" y="144"/>
                  <a:pt x="123" y="144"/>
                </a:cubicBezTo>
                <a:cubicBezTo>
                  <a:pt x="61" y="144"/>
                  <a:pt x="61" y="144"/>
                  <a:pt x="61" y="144"/>
                </a:cubicBezTo>
                <a:cubicBezTo>
                  <a:pt x="54" y="144"/>
                  <a:pt x="48" y="138"/>
                  <a:pt x="48" y="130"/>
                </a:cubicBezTo>
                <a:cubicBezTo>
                  <a:pt x="48" y="103"/>
                  <a:pt x="48" y="103"/>
                  <a:pt x="48" y="103"/>
                </a:cubicBezTo>
                <a:cubicBezTo>
                  <a:pt x="20" y="97"/>
                  <a:pt x="20" y="97"/>
                  <a:pt x="20" y="97"/>
                </a:cubicBezTo>
                <a:cubicBezTo>
                  <a:pt x="20" y="47"/>
                  <a:pt x="20" y="47"/>
                  <a:pt x="20" y="47"/>
                </a:cubicBezTo>
                <a:cubicBezTo>
                  <a:pt x="172" y="14"/>
                  <a:pt x="172" y="14"/>
                  <a:pt x="172" y="14"/>
                </a:cubicBezTo>
                <a:cubicBezTo>
                  <a:pt x="172" y="131"/>
                  <a:pt x="172" y="131"/>
                  <a:pt x="172" y="131"/>
                </a:cubicBezTo>
                <a:cubicBezTo>
                  <a:pt x="137" y="123"/>
                  <a:pt x="137" y="123"/>
                  <a:pt x="137" y="123"/>
                </a:cubicBezTo>
                <a:lnTo>
                  <a:pt x="137" y="130"/>
                </a:lnTo>
                <a:close/>
                <a:moveTo>
                  <a:pt x="128" y="121"/>
                </a:moveTo>
                <a:cubicBezTo>
                  <a:pt x="56" y="105"/>
                  <a:pt x="56" y="105"/>
                  <a:pt x="56" y="105"/>
                </a:cubicBezTo>
                <a:cubicBezTo>
                  <a:pt x="56" y="129"/>
                  <a:pt x="56" y="129"/>
                  <a:pt x="56" y="129"/>
                </a:cubicBezTo>
                <a:cubicBezTo>
                  <a:pt x="56" y="133"/>
                  <a:pt x="61" y="136"/>
                  <a:pt x="64" y="136"/>
                </a:cubicBezTo>
                <a:cubicBezTo>
                  <a:pt x="121" y="136"/>
                  <a:pt x="121" y="136"/>
                  <a:pt x="121" y="136"/>
                </a:cubicBezTo>
                <a:cubicBezTo>
                  <a:pt x="125" y="136"/>
                  <a:pt x="128" y="133"/>
                  <a:pt x="128" y="129"/>
                </a:cubicBezTo>
                <a:lnTo>
                  <a:pt x="128" y="121"/>
                </a:lnTo>
                <a:close/>
                <a:moveTo>
                  <a:pt x="7" y="103"/>
                </a:moveTo>
                <a:cubicBezTo>
                  <a:pt x="3" y="103"/>
                  <a:pt x="0" y="100"/>
                  <a:pt x="0" y="96"/>
                </a:cubicBezTo>
                <a:cubicBezTo>
                  <a:pt x="0" y="48"/>
                  <a:pt x="0" y="48"/>
                  <a:pt x="0" y="48"/>
                </a:cubicBezTo>
                <a:cubicBezTo>
                  <a:pt x="0" y="44"/>
                  <a:pt x="3" y="41"/>
                  <a:pt x="7" y="41"/>
                </a:cubicBezTo>
                <a:cubicBezTo>
                  <a:pt x="10" y="41"/>
                  <a:pt x="15" y="44"/>
                  <a:pt x="15" y="48"/>
                </a:cubicBezTo>
                <a:cubicBezTo>
                  <a:pt x="15" y="96"/>
                  <a:pt x="15" y="96"/>
                  <a:pt x="15" y="96"/>
                </a:cubicBezTo>
                <a:cubicBezTo>
                  <a:pt x="15" y="100"/>
                  <a:pt x="10" y="103"/>
                  <a:pt x="7" y="103"/>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131"/>
          <p:cNvSpPr>
            <a:spLocks noEditPoints="1"/>
          </p:cNvSpPr>
          <p:nvPr/>
        </p:nvSpPr>
        <p:spPr bwMode="auto">
          <a:xfrm>
            <a:off x="3020341" y="2944638"/>
            <a:ext cx="392156" cy="316255"/>
          </a:xfrm>
          <a:custGeom>
            <a:avLst/>
            <a:gdLst>
              <a:gd name="T0" fmla="*/ 139 w 279"/>
              <a:gd name="T1" fmla="*/ 225 h 225"/>
              <a:gd name="T2" fmla="*/ 0 w 279"/>
              <a:gd name="T3" fmla="*/ 70 h 225"/>
              <a:gd name="T4" fmla="*/ 52 w 279"/>
              <a:gd name="T5" fmla="*/ 0 h 225"/>
              <a:gd name="T6" fmla="*/ 226 w 279"/>
              <a:gd name="T7" fmla="*/ 0 h 225"/>
              <a:gd name="T8" fmla="*/ 279 w 279"/>
              <a:gd name="T9" fmla="*/ 70 h 225"/>
              <a:gd name="T10" fmla="*/ 139 w 279"/>
              <a:gd name="T11" fmla="*/ 225 h 225"/>
              <a:gd name="T12" fmla="*/ 178 w 279"/>
              <a:gd name="T13" fmla="*/ 89 h 225"/>
              <a:gd name="T14" fmla="*/ 139 w 279"/>
              <a:gd name="T15" fmla="*/ 95 h 225"/>
              <a:gd name="T16" fmla="*/ 101 w 279"/>
              <a:gd name="T17" fmla="*/ 89 h 225"/>
              <a:gd name="T18" fmla="*/ 139 w 279"/>
              <a:gd name="T19" fmla="*/ 172 h 225"/>
              <a:gd name="T20" fmla="*/ 178 w 279"/>
              <a:gd name="T21" fmla="*/ 89 h 225"/>
              <a:gd name="T22" fmla="*/ 196 w 279"/>
              <a:gd name="T23" fmla="*/ 85 h 225"/>
              <a:gd name="T24" fmla="*/ 159 w 279"/>
              <a:gd name="T25" fmla="*/ 169 h 225"/>
              <a:gd name="T26" fmla="*/ 234 w 279"/>
              <a:gd name="T27" fmla="*/ 80 h 225"/>
              <a:gd name="T28" fmla="*/ 196 w 279"/>
              <a:gd name="T29" fmla="*/ 85 h 225"/>
              <a:gd name="T30" fmla="*/ 121 w 279"/>
              <a:gd name="T31" fmla="*/ 169 h 225"/>
              <a:gd name="T32" fmla="*/ 81 w 279"/>
              <a:gd name="T33" fmla="*/ 85 h 225"/>
              <a:gd name="T34" fmla="*/ 44 w 279"/>
              <a:gd name="T35" fmla="*/ 80 h 225"/>
              <a:gd name="T36" fmla="*/ 121 w 279"/>
              <a:gd name="T37" fmla="*/ 169 h 225"/>
              <a:gd name="T38" fmla="*/ 41 w 279"/>
              <a:gd name="T39" fmla="*/ 61 h 225"/>
              <a:gd name="T40" fmla="*/ 100 w 279"/>
              <a:gd name="T41" fmla="*/ 71 h 225"/>
              <a:gd name="T42" fmla="*/ 101 w 279"/>
              <a:gd name="T43" fmla="*/ 70 h 225"/>
              <a:gd name="T44" fmla="*/ 87 w 279"/>
              <a:gd name="T45" fmla="*/ 70 h 225"/>
              <a:gd name="T46" fmla="*/ 65 w 279"/>
              <a:gd name="T47" fmla="*/ 32 h 225"/>
              <a:gd name="T48" fmla="*/ 41 w 279"/>
              <a:gd name="T49" fmla="*/ 61 h 225"/>
              <a:gd name="T50" fmla="*/ 79 w 279"/>
              <a:gd name="T51" fmla="*/ 26 h 225"/>
              <a:gd name="T52" fmla="*/ 103 w 279"/>
              <a:gd name="T53" fmla="*/ 67 h 225"/>
              <a:gd name="T54" fmla="*/ 131 w 279"/>
              <a:gd name="T55" fmla="*/ 26 h 225"/>
              <a:gd name="T56" fmla="*/ 79 w 279"/>
              <a:gd name="T57" fmla="*/ 26 h 225"/>
              <a:gd name="T58" fmla="*/ 115 w 279"/>
              <a:gd name="T59" fmla="*/ 74 h 225"/>
              <a:gd name="T60" fmla="*/ 139 w 279"/>
              <a:gd name="T61" fmla="*/ 78 h 225"/>
              <a:gd name="T62" fmla="*/ 163 w 279"/>
              <a:gd name="T63" fmla="*/ 74 h 225"/>
              <a:gd name="T64" fmla="*/ 139 w 279"/>
              <a:gd name="T65" fmla="*/ 39 h 225"/>
              <a:gd name="T66" fmla="*/ 115 w 279"/>
              <a:gd name="T67" fmla="*/ 74 h 225"/>
              <a:gd name="T68" fmla="*/ 147 w 279"/>
              <a:gd name="T69" fmla="*/ 26 h 225"/>
              <a:gd name="T70" fmla="*/ 175 w 279"/>
              <a:gd name="T71" fmla="*/ 67 h 225"/>
              <a:gd name="T72" fmla="*/ 201 w 279"/>
              <a:gd name="T73" fmla="*/ 26 h 225"/>
              <a:gd name="T74" fmla="*/ 147 w 279"/>
              <a:gd name="T75" fmla="*/ 26 h 225"/>
              <a:gd name="T76" fmla="*/ 213 w 279"/>
              <a:gd name="T77" fmla="*/ 32 h 225"/>
              <a:gd name="T78" fmla="*/ 191 w 279"/>
              <a:gd name="T79" fmla="*/ 70 h 225"/>
              <a:gd name="T80" fmla="*/ 177 w 279"/>
              <a:gd name="T81" fmla="*/ 70 h 225"/>
              <a:gd name="T82" fmla="*/ 178 w 279"/>
              <a:gd name="T83" fmla="*/ 71 h 225"/>
              <a:gd name="T84" fmla="*/ 237 w 279"/>
              <a:gd name="T85" fmla="*/ 61 h 225"/>
              <a:gd name="T86" fmla="*/ 213 w 279"/>
              <a:gd name="T87" fmla="*/ 32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79" h="225">
                <a:moveTo>
                  <a:pt x="139" y="225"/>
                </a:moveTo>
                <a:lnTo>
                  <a:pt x="0" y="70"/>
                </a:lnTo>
                <a:lnTo>
                  <a:pt x="52" y="0"/>
                </a:lnTo>
                <a:lnTo>
                  <a:pt x="226" y="0"/>
                </a:lnTo>
                <a:lnTo>
                  <a:pt x="279" y="70"/>
                </a:lnTo>
                <a:lnTo>
                  <a:pt x="139" y="225"/>
                </a:lnTo>
                <a:close/>
                <a:moveTo>
                  <a:pt x="178" y="89"/>
                </a:moveTo>
                <a:lnTo>
                  <a:pt x="139" y="95"/>
                </a:lnTo>
                <a:lnTo>
                  <a:pt x="101" y="89"/>
                </a:lnTo>
                <a:lnTo>
                  <a:pt x="139" y="172"/>
                </a:lnTo>
                <a:lnTo>
                  <a:pt x="178" y="89"/>
                </a:lnTo>
                <a:close/>
                <a:moveTo>
                  <a:pt x="196" y="85"/>
                </a:moveTo>
                <a:lnTo>
                  <a:pt x="159" y="169"/>
                </a:lnTo>
                <a:lnTo>
                  <a:pt x="234" y="80"/>
                </a:lnTo>
                <a:lnTo>
                  <a:pt x="196" y="85"/>
                </a:lnTo>
                <a:close/>
                <a:moveTo>
                  <a:pt x="121" y="169"/>
                </a:moveTo>
                <a:lnTo>
                  <a:pt x="81" y="85"/>
                </a:lnTo>
                <a:lnTo>
                  <a:pt x="44" y="80"/>
                </a:lnTo>
                <a:lnTo>
                  <a:pt x="121" y="169"/>
                </a:lnTo>
                <a:close/>
                <a:moveTo>
                  <a:pt x="41" y="61"/>
                </a:moveTo>
                <a:lnTo>
                  <a:pt x="100" y="71"/>
                </a:lnTo>
                <a:lnTo>
                  <a:pt x="101" y="70"/>
                </a:lnTo>
                <a:lnTo>
                  <a:pt x="87" y="70"/>
                </a:lnTo>
                <a:lnTo>
                  <a:pt x="65" y="32"/>
                </a:lnTo>
                <a:lnTo>
                  <a:pt x="41" y="61"/>
                </a:lnTo>
                <a:close/>
                <a:moveTo>
                  <a:pt x="79" y="26"/>
                </a:moveTo>
                <a:lnTo>
                  <a:pt x="103" y="67"/>
                </a:lnTo>
                <a:lnTo>
                  <a:pt x="131" y="26"/>
                </a:lnTo>
                <a:lnTo>
                  <a:pt x="79" y="26"/>
                </a:lnTo>
                <a:close/>
                <a:moveTo>
                  <a:pt x="115" y="74"/>
                </a:moveTo>
                <a:lnTo>
                  <a:pt x="139" y="78"/>
                </a:lnTo>
                <a:lnTo>
                  <a:pt x="163" y="74"/>
                </a:lnTo>
                <a:lnTo>
                  <a:pt x="139" y="39"/>
                </a:lnTo>
                <a:lnTo>
                  <a:pt x="115" y="74"/>
                </a:lnTo>
                <a:close/>
                <a:moveTo>
                  <a:pt x="147" y="26"/>
                </a:moveTo>
                <a:lnTo>
                  <a:pt x="175" y="67"/>
                </a:lnTo>
                <a:lnTo>
                  <a:pt x="201" y="26"/>
                </a:lnTo>
                <a:lnTo>
                  <a:pt x="147" y="26"/>
                </a:lnTo>
                <a:close/>
                <a:moveTo>
                  <a:pt x="213" y="32"/>
                </a:moveTo>
                <a:lnTo>
                  <a:pt x="191" y="70"/>
                </a:lnTo>
                <a:lnTo>
                  <a:pt x="177" y="70"/>
                </a:lnTo>
                <a:lnTo>
                  <a:pt x="178" y="71"/>
                </a:lnTo>
                <a:lnTo>
                  <a:pt x="237" y="61"/>
                </a:lnTo>
                <a:lnTo>
                  <a:pt x="213" y="32"/>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132"/>
          <p:cNvSpPr>
            <a:spLocks noEditPoints="1"/>
          </p:cNvSpPr>
          <p:nvPr/>
        </p:nvSpPr>
        <p:spPr bwMode="auto">
          <a:xfrm>
            <a:off x="133285" y="3363500"/>
            <a:ext cx="394968" cy="394968"/>
          </a:xfrm>
          <a:custGeom>
            <a:avLst/>
            <a:gdLst>
              <a:gd name="T0" fmla="*/ 162 w 200"/>
              <a:gd name="T1" fmla="*/ 200 h 200"/>
              <a:gd name="T2" fmla="*/ 37 w 200"/>
              <a:gd name="T3" fmla="*/ 200 h 200"/>
              <a:gd name="T4" fmla="*/ 0 w 200"/>
              <a:gd name="T5" fmla="*/ 162 h 200"/>
              <a:gd name="T6" fmla="*/ 0 w 200"/>
              <a:gd name="T7" fmla="*/ 0 h 200"/>
              <a:gd name="T8" fmla="*/ 148 w 200"/>
              <a:gd name="T9" fmla="*/ 0 h 200"/>
              <a:gd name="T10" fmla="*/ 148 w 200"/>
              <a:gd name="T11" fmla="*/ 12 h 200"/>
              <a:gd name="T12" fmla="*/ 176 w 200"/>
              <a:gd name="T13" fmla="*/ 12 h 200"/>
              <a:gd name="T14" fmla="*/ 176 w 200"/>
              <a:gd name="T15" fmla="*/ 12 h 200"/>
              <a:gd name="T16" fmla="*/ 176 w 200"/>
              <a:gd name="T17" fmla="*/ 24 h 200"/>
              <a:gd name="T18" fmla="*/ 187 w 200"/>
              <a:gd name="T19" fmla="*/ 24 h 200"/>
              <a:gd name="T20" fmla="*/ 200 w 200"/>
              <a:gd name="T21" fmla="*/ 24 h 200"/>
              <a:gd name="T22" fmla="*/ 200 w 200"/>
              <a:gd name="T23" fmla="*/ 162 h 200"/>
              <a:gd name="T24" fmla="*/ 162 w 200"/>
              <a:gd name="T25" fmla="*/ 200 h 200"/>
              <a:gd name="T26" fmla="*/ 132 w 200"/>
              <a:gd name="T27" fmla="*/ 16 h 200"/>
              <a:gd name="T28" fmla="*/ 16 w 200"/>
              <a:gd name="T29" fmla="*/ 16 h 200"/>
              <a:gd name="T30" fmla="*/ 16 w 200"/>
              <a:gd name="T31" fmla="*/ 166 h 200"/>
              <a:gd name="T32" fmla="*/ 29 w 200"/>
              <a:gd name="T33" fmla="*/ 180 h 200"/>
              <a:gd name="T34" fmla="*/ 132 w 200"/>
              <a:gd name="T35" fmla="*/ 180 h 200"/>
              <a:gd name="T36" fmla="*/ 132 w 200"/>
              <a:gd name="T37" fmla="*/ 16 h 200"/>
              <a:gd name="T38" fmla="*/ 187 w 200"/>
              <a:gd name="T39" fmla="*/ 36 h 200"/>
              <a:gd name="T40" fmla="*/ 176 w 200"/>
              <a:gd name="T41" fmla="*/ 36 h 200"/>
              <a:gd name="T42" fmla="*/ 176 w 200"/>
              <a:gd name="T43" fmla="*/ 156 h 200"/>
              <a:gd name="T44" fmla="*/ 168 w 200"/>
              <a:gd name="T45" fmla="*/ 162 h 200"/>
              <a:gd name="T46" fmla="*/ 160 w 200"/>
              <a:gd name="T47" fmla="*/ 156 h 200"/>
              <a:gd name="T48" fmla="*/ 160 w 200"/>
              <a:gd name="T49" fmla="*/ 24 h 200"/>
              <a:gd name="T50" fmla="*/ 148 w 200"/>
              <a:gd name="T51" fmla="*/ 24 h 200"/>
              <a:gd name="T52" fmla="*/ 148 w 200"/>
              <a:gd name="T53" fmla="*/ 162 h 200"/>
              <a:gd name="T54" fmla="*/ 168 w 200"/>
              <a:gd name="T55" fmla="*/ 181 h 200"/>
              <a:gd name="T56" fmla="*/ 187 w 200"/>
              <a:gd name="T57" fmla="*/ 162 h 200"/>
              <a:gd name="T58" fmla="*/ 187 w 200"/>
              <a:gd name="T59" fmla="*/ 36 h 200"/>
              <a:gd name="T60" fmla="*/ 36 w 200"/>
              <a:gd name="T61" fmla="*/ 148 h 200"/>
              <a:gd name="T62" fmla="*/ 76 w 200"/>
              <a:gd name="T63" fmla="*/ 148 h 200"/>
              <a:gd name="T64" fmla="*/ 76 w 200"/>
              <a:gd name="T65" fmla="*/ 160 h 200"/>
              <a:gd name="T66" fmla="*/ 36 w 200"/>
              <a:gd name="T67" fmla="*/ 160 h 200"/>
              <a:gd name="T68" fmla="*/ 36 w 200"/>
              <a:gd name="T69" fmla="*/ 148 h 200"/>
              <a:gd name="T70" fmla="*/ 36 w 200"/>
              <a:gd name="T71" fmla="*/ 124 h 200"/>
              <a:gd name="T72" fmla="*/ 87 w 200"/>
              <a:gd name="T73" fmla="*/ 124 h 200"/>
              <a:gd name="T74" fmla="*/ 87 w 200"/>
              <a:gd name="T75" fmla="*/ 136 h 200"/>
              <a:gd name="T76" fmla="*/ 36 w 200"/>
              <a:gd name="T77" fmla="*/ 136 h 200"/>
              <a:gd name="T78" fmla="*/ 36 w 200"/>
              <a:gd name="T79" fmla="*/ 124 h 200"/>
              <a:gd name="T80" fmla="*/ 112 w 200"/>
              <a:gd name="T81" fmla="*/ 136 h 200"/>
              <a:gd name="T82" fmla="*/ 99 w 200"/>
              <a:gd name="T83" fmla="*/ 136 h 200"/>
              <a:gd name="T84" fmla="*/ 99 w 200"/>
              <a:gd name="T85" fmla="*/ 124 h 200"/>
              <a:gd name="T86" fmla="*/ 112 w 200"/>
              <a:gd name="T87" fmla="*/ 124 h 200"/>
              <a:gd name="T88" fmla="*/ 112 w 200"/>
              <a:gd name="T89" fmla="*/ 136 h 200"/>
              <a:gd name="T90" fmla="*/ 87 w 200"/>
              <a:gd name="T91" fmla="*/ 100 h 200"/>
              <a:gd name="T92" fmla="*/ 112 w 200"/>
              <a:gd name="T93" fmla="*/ 100 h 200"/>
              <a:gd name="T94" fmla="*/ 112 w 200"/>
              <a:gd name="T95" fmla="*/ 113 h 200"/>
              <a:gd name="T96" fmla="*/ 87 w 200"/>
              <a:gd name="T97" fmla="*/ 113 h 200"/>
              <a:gd name="T98" fmla="*/ 87 w 200"/>
              <a:gd name="T99" fmla="*/ 100 h 200"/>
              <a:gd name="T100" fmla="*/ 36 w 200"/>
              <a:gd name="T101" fmla="*/ 37 h 200"/>
              <a:gd name="T102" fmla="*/ 112 w 200"/>
              <a:gd name="T103" fmla="*/ 37 h 200"/>
              <a:gd name="T104" fmla="*/ 112 w 200"/>
              <a:gd name="T105" fmla="*/ 88 h 200"/>
              <a:gd name="T106" fmla="*/ 36 w 200"/>
              <a:gd name="T107" fmla="*/ 88 h 200"/>
              <a:gd name="T108" fmla="*/ 36 w 200"/>
              <a:gd name="T109" fmla="*/ 37 h 200"/>
              <a:gd name="T110" fmla="*/ 76 w 200"/>
              <a:gd name="T111" fmla="*/ 113 h 200"/>
              <a:gd name="T112" fmla="*/ 36 w 200"/>
              <a:gd name="T113" fmla="*/ 113 h 200"/>
              <a:gd name="T114" fmla="*/ 36 w 200"/>
              <a:gd name="T115" fmla="*/ 100 h 200"/>
              <a:gd name="T116" fmla="*/ 76 w 200"/>
              <a:gd name="T117" fmla="*/ 100 h 200"/>
              <a:gd name="T118" fmla="*/ 76 w 200"/>
              <a:gd name="T119" fmla="*/ 113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0" h="200">
                <a:moveTo>
                  <a:pt x="162" y="200"/>
                </a:moveTo>
                <a:cubicBezTo>
                  <a:pt x="37" y="200"/>
                  <a:pt x="37" y="200"/>
                  <a:pt x="37" y="200"/>
                </a:cubicBezTo>
                <a:cubicBezTo>
                  <a:pt x="16" y="200"/>
                  <a:pt x="0" y="183"/>
                  <a:pt x="0" y="162"/>
                </a:cubicBezTo>
                <a:cubicBezTo>
                  <a:pt x="0" y="0"/>
                  <a:pt x="0" y="0"/>
                  <a:pt x="0" y="0"/>
                </a:cubicBezTo>
                <a:cubicBezTo>
                  <a:pt x="148" y="0"/>
                  <a:pt x="148" y="0"/>
                  <a:pt x="148" y="0"/>
                </a:cubicBezTo>
                <a:cubicBezTo>
                  <a:pt x="148" y="12"/>
                  <a:pt x="148" y="12"/>
                  <a:pt x="148" y="12"/>
                </a:cubicBezTo>
                <a:cubicBezTo>
                  <a:pt x="176" y="12"/>
                  <a:pt x="176" y="12"/>
                  <a:pt x="176" y="12"/>
                </a:cubicBezTo>
                <a:cubicBezTo>
                  <a:pt x="176" y="12"/>
                  <a:pt x="176" y="12"/>
                  <a:pt x="176" y="12"/>
                </a:cubicBezTo>
                <a:cubicBezTo>
                  <a:pt x="176" y="24"/>
                  <a:pt x="176" y="24"/>
                  <a:pt x="176" y="24"/>
                </a:cubicBezTo>
                <a:cubicBezTo>
                  <a:pt x="187" y="24"/>
                  <a:pt x="187" y="24"/>
                  <a:pt x="187" y="24"/>
                </a:cubicBezTo>
                <a:cubicBezTo>
                  <a:pt x="200" y="24"/>
                  <a:pt x="200" y="24"/>
                  <a:pt x="200" y="24"/>
                </a:cubicBezTo>
                <a:cubicBezTo>
                  <a:pt x="200" y="162"/>
                  <a:pt x="200" y="162"/>
                  <a:pt x="200" y="162"/>
                </a:cubicBezTo>
                <a:cubicBezTo>
                  <a:pt x="200" y="183"/>
                  <a:pt x="182" y="200"/>
                  <a:pt x="162" y="200"/>
                </a:cubicBezTo>
                <a:close/>
                <a:moveTo>
                  <a:pt x="132" y="16"/>
                </a:moveTo>
                <a:cubicBezTo>
                  <a:pt x="16" y="16"/>
                  <a:pt x="16" y="16"/>
                  <a:pt x="16" y="16"/>
                </a:cubicBezTo>
                <a:cubicBezTo>
                  <a:pt x="16" y="166"/>
                  <a:pt x="16" y="166"/>
                  <a:pt x="16" y="166"/>
                </a:cubicBezTo>
                <a:cubicBezTo>
                  <a:pt x="16" y="173"/>
                  <a:pt x="22" y="180"/>
                  <a:pt x="29" y="180"/>
                </a:cubicBezTo>
                <a:cubicBezTo>
                  <a:pt x="132" y="180"/>
                  <a:pt x="132" y="180"/>
                  <a:pt x="132" y="180"/>
                </a:cubicBezTo>
                <a:lnTo>
                  <a:pt x="132" y="16"/>
                </a:lnTo>
                <a:close/>
                <a:moveTo>
                  <a:pt x="187" y="36"/>
                </a:moveTo>
                <a:cubicBezTo>
                  <a:pt x="176" y="36"/>
                  <a:pt x="176" y="36"/>
                  <a:pt x="176" y="36"/>
                </a:cubicBezTo>
                <a:cubicBezTo>
                  <a:pt x="176" y="156"/>
                  <a:pt x="176" y="156"/>
                  <a:pt x="176" y="156"/>
                </a:cubicBezTo>
                <a:cubicBezTo>
                  <a:pt x="176" y="160"/>
                  <a:pt x="171" y="162"/>
                  <a:pt x="168" y="162"/>
                </a:cubicBezTo>
                <a:cubicBezTo>
                  <a:pt x="165" y="162"/>
                  <a:pt x="160" y="160"/>
                  <a:pt x="160" y="156"/>
                </a:cubicBezTo>
                <a:cubicBezTo>
                  <a:pt x="160" y="24"/>
                  <a:pt x="160" y="24"/>
                  <a:pt x="160" y="24"/>
                </a:cubicBezTo>
                <a:cubicBezTo>
                  <a:pt x="148" y="24"/>
                  <a:pt x="148" y="24"/>
                  <a:pt x="148" y="24"/>
                </a:cubicBezTo>
                <a:cubicBezTo>
                  <a:pt x="148" y="162"/>
                  <a:pt x="148" y="162"/>
                  <a:pt x="148" y="162"/>
                </a:cubicBezTo>
                <a:cubicBezTo>
                  <a:pt x="148" y="173"/>
                  <a:pt x="158" y="181"/>
                  <a:pt x="168" y="181"/>
                </a:cubicBezTo>
                <a:cubicBezTo>
                  <a:pt x="178" y="181"/>
                  <a:pt x="187" y="173"/>
                  <a:pt x="187" y="162"/>
                </a:cubicBezTo>
                <a:lnTo>
                  <a:pt x="187" y="36"/>
                </a:lnTo>
                <a:close/>
                <a:moveTo>
                  <a:pt x="36" y="148"/>
                </a:moveTo>
                <a:cubicBezTo>
                  <a:pt x="76" y="148"/>
                  <a:pt x="76" y="148"/>
                  <a:pt x="76" y="148"/>
                </a:cubicBezTo>
                <a:cubicBezTo>
                  <a:pt x="76" y="160"/>
                  <a:pt x="76" y="160"/>
                  <a:pt x="76" y="160"/>
                </a:cubicBezTo>
                <a:cubicBezTo>
                  <a:pt x="36" y="160"/>
                  <a:pt x="36" y="160"/>
                  <a:pt x="36" y="160"/>
                </a:cubicBezTo>
                <a:lnTo>
                  <a:pt x="36" y="148"/>
                </a:lnTo>
                <a:close/>
                <a:moveTo>
                  <a:pt x="36" y="124"/>
                </a:moveTo>
                <a:cubicBezTo>
                  <a:pt x="87" y="124"/>
                  <a:pt x="87" y="124"/>
                  <a:pt x="87" y="124"/>
                </a:cubicBezTo>
                <a:cubicBezTo>
                  <a:pt x="87" y="136"/>
                  <a:pt x="87" y="136"/>
                  <a:pt x="87" y="136"/>
                </a:cubicBezTo>
                <a:cubicBezTo>
                  <a:pt x="36" y="136"/>
                  <a:pt x="36" y="136"/>
                  <a:pt x="36" y="136"/>
                </a:cubicBezTo>
                <a:lnTo>
                  <a:pt x="36" y="124"/>
                </a:lnTo>
                <a:close/>
                <a:moveTo>
                  <a:pt x="112" y="136"/>
                </a:moveTo>
                <a:cubicBezTo>
                  <a:pt x="99" y="136"/>
                  <a:pt x="99" y="136"/>
                  <a:pt x="99" y="136"/>
                </a:cubicBezTo>
                <a:cubicBezTo>
                  <a:pt x="99" y="124"/>
                  <a:pt x="99" y="124"/>
                  <a:pt x="99" y="124"/>
                </a:cubicBezTo>
                <a:cubicBezTo>
                  <a:pt x="112" y="124"/>
                  <a:pt x="112" y="124"/>
                  <a:pt x="112" y="124"/>
                </a:cubicBezTo>
                <a:lnTo>
                  <a:pt x="112" y="136"/>
                </a:lnTo>
                <a:close/>
                <a:moveTo>
                  <a:pt x="87" y="100"/>
                </a:moveTo>
                <a:cubicBezTo>
                  <a:pt x="112" y="100"/>
                  <a:pt x="112" y="100"/>
                  <a:pt x="112" y="100"/>
                </a:cubicBezTo>
                <a:cubicBezTo>
                  <a:pt x="112" y="113"/>
                  <a:pt x="112" y="113"/>
                  <a:pt x="112" y="113"/>
                </a:cubicBezTo>
                <a:cubicBezTo>
                  <a:pt x="87" y="113"/>
                  <a:pt x="87" y="113"/>
                  <a:pt x="87" y="113"/>
                </a:cubicBezTo>
                <a:lnTo>
                  <a:pt x="87" y="100"/>
                </a:lnTo>
                <a:close/>
                <a:moveTo>
                  <a:pt x="36" y="37"/>
                </a:moveTo>
                <a:cubicBezTo>
                  <a:pt x="112" y="37"/>
                  <a:pt x="112" y="37"/>
                  <a:pt x="112" y="37"/>
                </a:cubicBezTo>
                <a:cubicBezTo>
                  <a:pt x="112" y="88"/>
                  <a:pt x="112" y="88"/>
                  <a:pt x="112" y="88"/>
                </a:cubicBezTo>
                <a:cubicBezTo>
                  <a:pt x="36" y="88"/>
                  <a:pt x="36" y="88"/>
                  <a:pt x="36" y="88"/>
                </a:cubicBezTo>
                <a:lnTo>
                  <a:pt x="36" y="37"/>
                </a:lnTo>
                <a:close/>
                <a:moveTo>
                  <a:pt x="76" y="113"/>
                </a:moveTo>
                <a:cubicBezTo>
                  <a:pt x="36" y="113"/>
                  <a:pt x="36" y="113"/>
                  <a:pt x="36" y="113"/>
                </a:cubicBezTo>
                <a:cubicBezTo>
                  <a:pt x="36" y="100"/>
                  <a:pt x="36" y="100"/>
                  <a:pt x="36" y="100"/>
                </a:cubicBezTo>
                <a:cubicBezTo>
                  <a:pt x="76" y="100"/>
                  <a:pt x="76" y="100"/>
                  <a:pt x="76" y="100"/>
                </a:cubicBezTo>
                <a:lnTo>
                  <a:pt x="76" y="113"/>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133"/>
          <p:cNvSpPr>
            <a:spLocks noEditPoints="1"/>
          </p:cNvSpPr>
          <p:nvPr/>
        </p:nvSpPr>
        <p:spPr bwMode="auto">
          <a:xfrm>
            <a:off x="606964" y="3357877"/>
            <a:ext cx="403401" cy="389345"/>
          </a:xfrm>
          <a:custGeom>
            <a:avLst/>
            <a:gdLst>
              <a:gd name="T0" fmla="*/ 113 w 205"/>
              <a:gd name="T1" fmla="*/ 114 h 197"/>
              <a:gd name="T2" fmla="*/ 36 w 205"/>
              <a:gd name="T3" fmla="*/ 191 h 197"/>
              <a:gd name="T4" fmla="*/ 14 w 205"/>
              <a:gd name="T5" fmla="*/ 191 h 197"/>
              <a:gd name="T6" fmla="*/ 14 w 205"/>
              <a:gd name="T7" fmla="*/ 169 h 197"/>
              <a:gd name="T8" fmla="*/ 20 w 205"/>
              <a:gd name="T9" fmla="*/ 164 h 197"/>
              <a:gd name="T10" fmla="*/ 3 w 205"/>
              <a:gd name="T11" fmla="*/ 147 h 197"/>
              <a:gd name="T12" fmla="*/ 3 w 205"/>
              <a:gd name="T13" fmla="*/ 136 h 197"/>
              <a:gd name="T14" fmla="*/ 14 w 205"/>
              <a:gd name="T15" fmla="*/ 136 h 197"/>
              <a:gd name="T16" fmla="*/ 31 w 205"/>
              <a:gd name="T17" fmla="*/ 153 h 197"/>
              <a:gd name="T18" fmla="*/ 36 w 205"/>
              <a:gd name="T19" fmla="*/ 147 h 197"/>
              <a:gd name="T20" fmla="*/ 30 w 205"/>
              <a:gd name="T21" fmla="*/ 141 h 197"/>
              <a:gd name="T22" fmla="*/ 30 w 205"/>
              <a:gd name="T23" fmla="*/ 131 h 197"/>
              <a:gd name="T24" fmla="*/ 41 w 205"/>
              <a:gd name="T25" fmla="*/ 131 h 197"/>
              <a:gd name="T26" fmla="*/ 47 w 205"/>
              <a:gd name="T27" fmla="*/ 136 h 197"/>
              <a:gd name="T28" fmla="*/ 52 w 205"/>
              <a:gd name="T29" fmla="*/ 131 h 197"/>
              <a:gd name="T30" fmla="*/ 36 w 205"/>
              <a:gd name="T31" fmla="*/ 114 h 197"/>
              <a:gd name="T32" fmla="*/ 36 w 205"/>
              <a:gd name="T33" fmla="*/ 103 h 197"/>
              <a:gd name="T34" fmla="*/ 46 w 205"/>
              <a:gd name="T35" fmla="*/ 103 h 197"/>
              <a:gd name="T36" fmla="*/ 63 w 205"/>
              <a:gd name="T37" fmla="*/ 120 h 197"/>
              <a:gd name="T38" fmla="*/ 91 w 205"/>
              <a:gd name="T39" fmla="*/ 92 h 197"/>
              <a:gd name="T40" fmla="*/ 87 w 205"/>
              <a:gd name="T41" fmla="*/ 20 h 197"/>
              <a:gd name="T42" fmla="*/ 172 w 205"/>
              <a:gd name="T43" fmla="*/ 33 h 197"/>
              <a:gd name="T44" fmla="*/ 185 w 205"/>
              <a:gd name="T45" fmla="*/ 118 h 197"/>
              <a:gd name="T46" fmla="*/ 113 w 205"/>
              <a:gd name="T47" fmla="*/ 114 h 197"/>
              <a:gd name="T48" fmla="*/ 155 w 205"/>
              <a:gd name="T49" fmla="*/ 50 h 197"/>
              <a:gd name="T50" fmla="*/ 120 w 205"/>
              <a:gd name="T51" fmla="*/ 41 h 197"/>
              <a:gd name="T52" fmla="*/ 128 w 205"/>
              <a:gd name="T53" fmla="*/ 77 h 197"/>
              <a:gd name="T54" fmla="*/ 164 w 205"/>
              <a:gd name="T55" fmla="*/ 85 h 197"/>
              <a:gd name="T56" fmla="*/ 155 w 205"/>
              <a:gd name="T57" fmla="*/ 50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5" h="197">
                <a:moveTo>
                  <a:pt x="113" y="114"/>
                </a:moveTo>
                <a:cubicBezTo>
                  <a:pt x="36" y="191"/>
                  <a:pt x="36" y="191"/>
                  <a:pt x="36" y="191"/>
                </a:cubicBezTo>
                <a:cubicBezTo>
                  <a:pt x="30" y="197"/>
                  <a:pt x="20" y="197"/>
                  <a:pt x="14" y="191"/>
                </a:cubicBezTo>
                <a:cubicBezTo>
                  <a:pt x="8" y="185"/>
                  <a:pt x="8" y="175"/>
                  <a:pt x="14" y="169"/>
                </a:cubicBezTo>
                <a:cubicBezTo>
                  <a:pt x="20" y="164"/>
                  <a:pt x="20" y="164"/>
                  <a:pt x="20" y="164"/>
                </a:cubicBezTo>
                <a:cubicBezTo>
                  <a:pt x="3" y="147"/>
                  <a:pt x="3" y="147"/>
                  <a:pt x="3" y="147"/>
                </a:cubicBezTo>
                <a:cubicBezTo>
                  <a:pt x="0" y="144"/>
                  <a:pt x="0" y="139"/>
                  <a:pt x="3" y="136"/>
                </a:cubicBezTo>
                <a:cubicBezTo>
                  <a:pt x="6" y="133"/>
                  <a:pt x="11" y="133"/>
                  <a:pt x="14" y="136"/>
                </a:cubicBezTo>
                <a:cubicBezTo>
                  <a:pt x="31" y="153"/>
                  <a:pt x="31" y="153"/>
                  <a:pt x="31" y="153"/>
                </a:cubicBezTo>
                <a:cubicBezTo>
                  <a:pt x="36" y="147"/>
                  <a:pt x="36" y="147"/>
                  <a:pt x="36" y="147"/>
                </a:cubicBezTo>
                <a:cubicBezTo>
                  <a:pt x="30" y="141"/>
                  <a:pt x="30" y="141"/>
                  <a:pt x="30" y="141"/>
                </a:cubicBezTo>
                <a:cubicBezTo>
                  <a:pt x="27" y="138"/>
                  <a:pt x="27" y="134"/>
                  <a:pt x="30" y="131"/>
                </a:cubicBezTo>
                <a:cubicBezTo>
                  <a:pt x="33" y="128"/>
                  <a:pt x="38" y="128"/>
                  <a:pt x="41" y="131"/>
                </a:cubicBezTo>
                <a:cubicBezTo>
                  <a:pt x="47" y="136"/>
                  <a:pt x="47" y="136"/>
                  <a:pt x="47" y="136"/>
                </a:cubicBezTo>
                <a:cubicBezTo>
                  <a:pt x="52" y="131"/>
                  <a:pt x="52" y="131"/>
                  <a:pt x="52" y="131"/>
                </a:cubicBezTo>
                <a:cubicBezTo>
                  <a:pt x="36" y="114"/>
                  <a:pt x="36" y="114"/>
                  <a:pt x="36" y="114"/>
                </a:cubicBezTo>
                <a:cubicBezTo>
                  <a:pt x="33" y="111"/>
                  <a:pt x="33" y="106"/>
                  <a:pt x="36" y="103"/>
                </a:cubicBezTo>
                <a:cubicBezTo>
                  <a:pt x="39" y="100"/>
                  <a:pt x="43" y="100"/>
                  <a:pt x="46" y="103"/>
                </a:cubicBezTo>
                <a:cubicBezTo>
                  <a:pt x="63" y="120"/>
                  <a:pt x="63" y="120"/>
                  <a:pt x="63" y="120"/>
                </a:cubicBezTo>
                <a:cubicBezTo>
                  <a:pt x="91" y="92"/>
                  <a:pt x="91" y="92"/>
                  <a:pt x="91" y="92"/>
                </a:cubicBezTo>
                <a:cubicBezTo>
                  <a:pt x="73" y="67"/>
                  <a:pt x="71" y="36"/>
                  <a:pt x="87" y="20"/>
                </a:cubicBezTo>
                <a:cubicBezTo>
                  <a:pt x="107" y="0"/>
                  <a:pt x="145" y="6"/>
                  <a:pt x="172" y="33"/>
                </a:cubicBezTo>
                <a:cubicBezTo>
                  <a:pt x="199" y="60"/>
                  <a:pt x="205" y="98"/>
                  <a:pt x="185" y="118"/>
                </a:cubicBezTo>
                <a:cubicBezTo>
                  <a:pt x="169" y="134"/>
                  <a:pt x="138" y="132"/>
                  <a:pt x="113" y="114"/>
                </a:cubicBezTo>
                <a:close/>
                <a:moveTo>
                  <a:pt x="155" y="50"/>
                </a:moveTo>
                <a:cubicBezTo>
                  <a:pt x="143" y="38"/>
                  <a:pt x="127" y="34"/>
                  <a:pt x="120" y="41"/>
                </a:cubicBezTo>
                <a:cubicBezTo>
                  <a:pt x="113" y="49"/>
                  <a:pt x="116" y="65"/>
                  <a:pt x="128" y="77"/>
                </a:cubicBezTo>
                <a:cubicBezTo>
                  <a:pt x="140" y="89"/>
                  <a:pt x="156" y="92"/>
                  <a:pt x="164" y="85"/>
                </a:cubicBezTo>
                <a:cubicBezTo>
                  <a:pt x="171" y="77"/>
                  <a:pt x="167" y="62"/>
                  <a:pt x="155" y="50"/>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134"/>
          <p:cNvSpPr>
            <a:spLocks noEditPoints="1"/>
          </p:cNvSpPr>
          <p:nvPr/>
        </p:nvSpPr>
        <p:spPr bwMode="auto">
          <a:xfrm>
            <a:off x="1094700" y="3443618"/>
            <a:ext cx="392156" cy="237543"/>
          </a:xfrm>
          <a:custGeom>
            <a:avLst/>
            <a:gdLst>
              <a:gd name="T0" fmla="*/ 155 w 199"/>
              <a:gd name="T1" fmla="*/ 65 h 121"/>
              <a:gd name="T2" fmla="*/ 103 w 199"/>
              <a:gd name="T3" fmla="*/ 43 h 121"/>
              <a:gd name="T4" fmla="*/ 45 w 199"/>
              <a:gd name="T5" fmla="*/ 65 h 121"/>
              <a:gd name="T6" fmla="*/ 29 w 199"/>
              <a:gd name="T7" fmla="*/ 58 h 121"/>
              <a:gd name="T8" fmla="*/ 29 w 199"/>
              <a:gd name="T9" fmla="*/ 78 h 121"/>
              <a:gd name="T10" fmla="*/ 33 w 199"/>
              <a:gd name="T11" fmla="*/ 84 h 121"/>
              <a:gd name="T12" fmla="*/ 29 w 199"/>
              <a:gd name="T13" fmla="*/ 90 h 121"/>
              <a:gd name="T14" fmla="*/ 33 w 199"/>
              <a:gd name="T15" fmla="*/ 112 h 121"/>
              <a:gd name="T16" fmla="*/ 19 w 199"/>
              <a:gd name="T17" fmla="*/ 112 h 121"/>
              <a:gd name="T18" fmla="*/ 24 w 199"/>
              <a:gd name="T19" fmla="*/ 90 h 121"/>
              <a:gd name="T20" fmla="*/ 20 w 199"/>
              <a:gd name="T21" fmla="*/ 84 h 121"/>
              <a:gd name="T22" fmla="*/ 24 w 199"/>
              <a:gd name="T23" fmla="*/ 78 h 121"/>
              <a:gd name="T24" fmla="*/ 24 w 199"/>
              <a:gd name="T25" fmla="*/ 56 h 121"/>
              <a:gd name="T26" fmla="*/ 0 w 199"/>
              <a:gd name="T27" fmla="*/ 46 h 121"/>
              <a:gd name="T28" fmla="*/ 104 w 199"/>
              <a:gd name="T29" fmla="*/ 0 h 121"/>
              <a:gd name="T30" fmla="*/ 199 w 199"/>
              <a:gd name="T31" fmla="*/ 47 h 121"/>
              <a:gd name="T32" fmla="*/ 155 w 199"/>
              <a:gd name="T33" fmla="*/ 65 h 121"/>
              <a:gd name="T34" fmla="*/ 102 w 199"/>
              <a:gd name="T35" fmla="*/ 54 h 121"/>
              <a:gd name="T36" fmla="*/ 149 w 199"/>
              <a:gd name="T37" fmla="*/ 70 h 121"/>
              <a:gd name="T38" fmla="*/ 149 w 199"/>
              <a:gd name="T39" fmla="*/ 108 h 121"/>
              <a:gd name="T40" fmla="*/ 99 w 199"/>
              <a:gd name="T41" fmla="*/ 121 h 121"/>
              <a:gd name="T42" fmla="*/ 56 w 199"/>
              <a:gd name="T43" fmla="*/ 108 h 121"/>
              <a:gd name="T44" fmla="*/ 56 w 199"/>
              <a:gd name="T45" fmla="*/ 70 h 121"/>
              <a:gd name="T46" fmla="*/ 102 w 199"/>
              <a:gd name="T47" fmla="*/ 54 h 121"/>
              <a:gd name="T48" fmla="*/ 101 w 199"/>
              <a:gd name="T49" fmla="*/ 114 h 121"/>
              <a:gd name="T50" fmla="*/ 139 w 199"/>
              <a:gd name="T51" fmla="*/ 104 h 121"/>
              <a:gd name="T52" fmla="*/ 101 w 199"/>
              <a:gd name="T53" fmla="*/ 95 h 121"/>
              <a:gd name="T54" fmla="*/ 63 w 199"/>
              <a:gd name="T55" fmla="*/ 104 h 121"/>
              <a:gd name="T56" fmla="*/ 101 w 199"/>
              <a:gd name="T57" fmla="*/ 114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9" h="121">
                <a:moveTo>
                  <a:pt x="155" y="65"/>
                </a:moveTo>
                <a:cubicBezTo>
                  <a:pt x="155" y="65"/>
                  <a:pt x="133" y="43"/>
                  <a:pt x="103" y="43"/>
                </a:cubicBezTo>
                <a:cubicBezTo>
                  <a:pt x="74" y="43"/>
                  <a:pt x="45" y="65"/>
                  <a:pt x="45" y="65"/>
                </a:cubicBezTo>
                <a:cubicBezTo>
                  <a:pt x="29" y="58"/>
                  <a:pt x="29" y="58"/>
                  <a:pt x="29" y="58"/>
                </a:cubicBezTo>
                <a:cubicBezTo>
                  <a:pt x="29" y="78"/>
                  <a:pt x="29" y="78"/>
                  <a:pt x="29" y="78"/>
                </a:cubicBezTo>
                <a:cubicBezTo>
                  <a:pt x="31" y="79"/>
                  <a:pt x="33" y="81"/>
                  <a:pt x="33" y="84"/>
                </a:cubicBezTo>
                <a:cubicBezTo>
                  <a:pt x="33" y="87"/>
                  <a:pt x="31" y="89"/>
                  <a:pt x="29" y="90"/>
                </a:cubicBezTo>
                <a:cubicBezTo>
                  <a:pt x="33" y="112"/>
                  <a:pt x="33" y="112"/>
                  <a:pt x="33" y="112"/>
                </a:cubicBezTo>
                <a:cubicBezTo>
                  <a:pt x="19" y="112"/>
                  <a:pt x="19" y="112"/>
                  <a:pt x="19" y="112"/>
                </a:cubicBezTo>
                <a:cubicBezTo>
                  <a:pt x="24" y="90"/>
                  <a:pt x="24" y="90"/>
                  <a:pt x="24" y="90"/>
                </a:cubicBezTo>
                <a:cubicBezTo>
                  <a:pt x="22" y="89"/>
                  <a:pt x="20" y="87"/>
                  <a:pt x="20" y="84"/>
                </a:cubicBezTo>
                <a:cubicBezTo>
                  <a:pt x="20" y="81"/>
                  <a:pt x="22" y="79"/>
                  <a:pt x="24" y="78"/>
                </a:cubicBezTo>
                <a:cubicBezTo>
                  <a:pt x="24" y="56"/>
                  <a:pt x="24" y="56"/>
                  <a:pt x="24" y="56"/>
                </a:cubicBezTo>
                <a:cubicBezTo>
                  <a:pt x="0" y="46"/>
                  <a:pt x="0" y="46"/>
                  <a:pt x="0" y="46"/>
                </a:cubicBezTo>
                <a:cubicBezTo>
                  <a:pt x="104" y="0"/>
                  <a:pt x="104" y="0"/>
                  <a:pt x="104" y="0"/>
                </a:cubicBezTo>
                <a:cubicBezTo>
                  <a:pt x="199" y="47"/>
                  <a:pt x="199" y="47"/>
                  <a:pt x="199" y="47"/>
                </a:cubicBezTo>
                <a:lnTo>
                  <a:pt x="155" y="65"/>
                </a:lnTo>
                <a:close/>
                <a:moveTo>
                  <a:pt x="102" y="54"/>
                </a:moveTo>
                <a:cubicBezTo>
                  <a:pt x="132" y="54"/>
                  <a:pt x="149" y="70"/>
                  <a:pt x="149" y="70"/>
                </a:cubicBezTo>
                <a:cubicBezTo>
                  <a:pt x="149" y="108"/>
                  <a:pt x="149" y="108"/>
                  <a:pt x="149" y="108"/>
                </a:cubicBezTo>
                <a:cubicBezTo>
                  <a:pt x="149" y="108"/>
                  <a:pt x="131" y="121"/>
                  <a:pt x="99" y="121"/>
                </a:cubicBezTo>
                <a:cubicBezTo>
                  <a:pt x="68" y="121"/>
                  <a:pt x="56" y="108"/>
                  <a:pt x="56" y="108"/>
                </a:cubicBezTo>
                <a:cubicBezTo>
                  <a:pt x="56" y="70"/>
                  <a:pt x="56" y="70"/>
                  <a:pt x="56" y="70"/>
                </a:cubicBezTo>
                <a:cubicBezTo>
                  <a:pt x="56" y="70"/>
                  <a:pt x="72" y="54"/>
                  <a:pt x="102" y="54"/>
                </a:cubicBezTo>
                <a:close/>
                <a:moveTo>
                  <a:pt x="101" y="114"/>
                </a:moveTo>
                <a:cubicBezTo>
                  <a:pt x="122" y="114"/>
                  <a:pt x="139" y="110"/>
                  <a:pt x="139" y="104"/>
                </a:cubicBezTo>
                <a:cubicBezTo>
                  <a:pt x="139" y="99"/>
                  <a:pt x="122" y="95"/>
                  <a:pt x="101" y="95"/>
                </a:cubicBezTo>
                <a:cubicBezTo>
                  <a:pt x="80" y="95"/>
                  <a:pt x="63" y="99"/>
                  <a:pt x="63" y="104"/>
                </a:cubicBezTo>
                <a:cubicBezTo>
                  <a:pt x="63" y="110"/>
                  <a:pt x="80" y="114"/>
                  <a:pt x="101" y="114"/>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135"/>
          <p:cNvSpPr>
            <a:spLocks noEditPoints="1"/>
          </p:cNvSpPr>
          <p:nvPr/>
        </p:nvSpPr>
        <p:spPr bwMode="auto">
          <a:xfrm>
            <a:off x="1583841" y="3363500"/>
            <a:ext cx="375290" cy="394968"/>
          </a:xfrm>
          <a:custGeom>
            <a:avLst/>
            <a:gdLst>
              <a:gd name="T0" fmla="*/ 95 w 190"/>
              <a:gd name="T1" fmla="*/ 200 h 200"/>
              <a:gd name="T2" fmla="*/ 0 w 190"/>
              <a:gd name="T3" fmla="*/ 118 h 200"/>
              <a:gd name="T4" fmla="*/ 7 w 190"/>
              <a:gd name="T5" fmla="*/ 56 h 200"/>
              <a:gd name="T6" fmla="*/ 54 w 190"/>
              <a:gd name="T7" fmla="*/ 56 h 200"/>
              <a:gd name="T8" fmla="*/ 49 w 190"/>
              <a:gd name="T9" fmla="*/ 116 h 200"/>
              <a:gd name="T10" fmla="*/ 95 w 190"/>
              <a:gd name="T11" fmla="*/ 150 h 200"/>
              <a:gd name="T12" fmla="*/ 141 w 190"/>
              <a:gd name="T13" fmla="*/ 116 h 200"/>
              <a:gd name="T14" fmla="*/ 136 w 190"/>
              <a:gd name="T15" fmla="*/ 56 h 200"/>
              <a:gd name="T16" fmla="*/ 183 w 190"/>
              <a:gd name="T17" fmla="*/ 56 h 200"/>
              <a:gd name="T18" fmla="*/ 190 w 190"/>
              <a:gd name="T19" fmla="*/ 118 h 200"/>
              <a:gd name="T20" fmla="*/ 95 w 190"/>
              <a:gd name="T21" fmla="*/ 200 h 200"/>
              <a:gd name="T22" fmla="*/ 127 w 190"/>
              <a:gd name="T23" fmla="*/ 0 h 200"/>
              <a:gd name="T24" fmla="*/ 172 w 190"/>
              <a:gd name="T25" fmla="*/ 0 h 200"/>
              <a:gd name="T26" fmla="*/ 181 w 190"/>
              <a:gd name="T27" fmla="*/ 48 h 200"/>
              <a:gd name="T28" fmla="*/ 135 w 190"/>
              <a:gd name="T29" fmla="*/ 48 h 200"/>
              <a:gd name="T30" fmla="*/ 127 w 190"/>
              <a:gd name="T31" fmla="*/ 0 h 200"/>
              <a:gd name="T32" fmla="*/ 63 w 190"/>
              <a:gd name="T33" fmla="*/ 0 h 200"/>
              <a:gd name="T34" fmla="*/ 55 w 190"/>
              <a:gd name="T35" fmla="*/ 48 h 200"/>
              <a:gd name="T36" fmla="*/ 9 w 190"/>
              <a:gd name="T37" fmla="*/ 48 h 200"/>
              <a:gd name="T38" fmla="*/ 18 w 190"/>
              <a:gd name="T39" fmla="*/ 0 h 200"/>
              <a:gd name="T40" fmla="*/ 63 w 190"/>
              <a:gd name="T41" fmla="*/ 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0" h="200">
                <a:moveTo>
                  <a:pt x="95" y="200"/>
                </a:moveTo>
                <a:cubicBezTo>
                  <a:pt x="20" y="200"/>
                  <a:pt x="0" y="159"/>
                  <a:pt x="0" y="118"/>
                </a:cubicBezTo>
                <a:cubicBezTo>
                  <a:pt x="0" y="100"/>
                  <a:pt x="3" y="78"/>
                  <a:pt x="7" y="56"/>
                </a:cubicBezTo>
                <a:cubicBezTo>
                  <a:pt x="54" y="56"/>
                  <a:pt x="54" y="56"/>
                  <a:pt x="54" y="56"/>
                </a:cubicBezTo>
                <a:cubicBezTo>
                  <a:pt x="51" y="75"/>
                  <a:pt x="49" y="95"/>
                  <a:pt x="49" y="116"/>
                </a:cubicBezTo>
                <a:cubicBezTo>
                  <a:pt x="53" y="136"/>
                  <a:pt x="80" y="150"/>
                  <a:pt x="95" y="150"/>
                </a:cubicBezTo>
                <a:cubicBezTo>
                  <a:pt x="111" y="150"/>
                  <a:pt x="137" y="136"/>
                  <a:pt x="141" y="116"/>
                </a:cubicBezTo>
                <a:cubicBezTo>
                  <a:pt x="141" y="95"/>
                  <a:pt x="139" y="75"/>
                  <a:pt x="136" y="56"/>
                </a:cubicBezTo>
                <a:cubicBezTo>
                  <a:pt x="183" y="56"/>
                  <a:pt x="183" y="56"/>
                  <a:pt x="183" y="56"/>
                </a:cubicBezTo>
                <a:cubicBezTo>
                  <a:pt x="187" y="78"/>
                  <a:pt x="190" y="101"/>
                  <a:pt x="190" y="118"/>
                </a:cubicBezTo>
                <a:cubicBezTo>
                  <a:pt x="190" y="159"/>
                  <a:pt x="166" y="200"/>
                  <a:pt x="95" y="200"/>
                </a:cubicBezTo>
                <a:close/>
                <a:moveTo>
                  <a:pt x="127" y="0"/>
                </a:moveTo>
                <a:cubicBezTo>
                  <a:pt x="172" y="0"/>
                  <a:pt x="172" y="0"/>
                  <a:pt x="172" y="0"/>
                </a:cubicBezTo>
                <a:cubicBezTo>
                  <a:pt x="172" y="0"/>
                  <a:pt x="176" y="23"/>
                  <a:pt x="181" y="48"/>
                </a:cubicBezTo>
                <a:cubicBezTo>
                  <a:pt x="135" y="48"/>
                  <a:pt x="135" y="48"/>
                  <a:pt x="135" y="48"/>
                </a:cubicBezTo>
                <a:cubicBezTo>
                  <a:pt x="131" y="22"/>
                  <a:pt x="127" y="0"/>
                  <a:pt x="127" y="0"/>
                </a:cubicBezTo>
                <a:close/>
                <a:moveTo>
                  <a:pt x="63" y="0"/>
                </a:moveTo>
                <a:cubicBezTo>
                  <a:pt x="63" y="0"/>
                  <a:pt x="59" y="22"/>
                  <a:pt x="55" y="48"/>
                </a:cubicBezTo>
                <a:cubicBezTo>
                  <a:pt x="9" y="48"/>
                  <a:pt x="9" y="48"/>
                  <a:pt x="9" y="48"/>
                </a:cubicBezTo>
                <a:cubicBezTo>
                  <a:pt x="13" y="23"/>
                  <a:pt x="18" y="0"/>
                  <a:pt x="18" y="0"/>
                </a:cubicBezTo>
                <a:lnTo>
                  <a:pt x="63" y="0"/>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136"/>
          <p:cNvSpPr>
            <a:spLocks noEditPoints="1"/>
          </p:cNvSpPr>
          <p:nvPr/>
        </p:nvSpPr>
        <p:spPr bwMode="auto">
          <a:xfrm>
            <a:off x="2057520" y="3363500"/>
            <a:ext cx="368261" cy="390750"/>
          </a:xfrm>
          <a:custGeom>
            <a:avLst/>
            <a:gdLst>
              <a:gd name="T0" fmla="*/ 151 w 187"/>
              <a:gd name="T1" fmla="*/ 29 h 198"/>
              <a:gd name="T2" fmla="*/ 123 w 187"/>
              <a:gd name="T3" fmla="*/ 89 h 198"/>
              <a:gd name="T4" fmla="*/ 116 w 187"/>
              <a:gd name="T5" fmla="*/ 89 h 198"/>
              <a:gd name="T6" fmla="*/ 144 w 187"/>
              <a:gd name="T7" fmla="*/ 26 h 198"/>
              <a:gd name="T8" fmla="*/ 100 w 187"/>
              <a:gd name="T9" fmla="*/ 26 h 198"/>
              <a:gd name="T10" fmla="*/ 100 w 187"/>
              <a:gd name="T11" fmla="*/ 175 h 198"/>
              <a:gd name="T12" fmla="*/ 156 w 187"/>
              <a:gd name="T13" fmla="*/ 190 h 198"/>
              <a:gd name="T14" fmla="*/ 156 w 187"/>
              <a:gd name="T15" fmla="*/ 198 h 198"/>
              <a:gd name="T16" fmla="*/ 30 w 187"/>
              <a:gd name="T17" fmla="*/ 198 h 198"/>
              <a:gd name="T18" fmla="*/ 30 w 187"/>
              <a:gd name="T19" fmla="*/ 190 h 198"/>
              <a:gd name="T20" fmla="*/ 84 w 187"/>
              <a:gd name="T21" fmla="*/ 175 h 198"/>
              <a:gd name="T22" fmla="*/ 84 w 187"/>
              <a:gd name="T23" fmla="*/ 26 h 198"/>
              <a:gd name="T24" fmla="*/ 42 w 187"/>
              <a:gd name="T25" fmla="*/ 26 h 198"/>
              <a:gd name="T26" fmla="*/ 71 w 187"/>
              <a:gd name="T27" fmla="*/ 89 h 198"/>
              <a:gd name="T28" fmla="*/ 63 w 187"/>
              <a:gd name="T29" fmla="*/ 89 h 198"/>
              <a:gd name="T30" fmla="*/ 36 w 187"/>
              <a:gd name="T31" fmla="*/ 29 h 198"/>
              <a:gd name="T32" fmla="*/ 9 w 187"/>
              <a:gd name="T33" fmla="*/ 89 h 198"/>
              <a:gd name="T34" fmla="*/ 1 w 187"/>
              <a:gd name="T35" fmla="*/ 89 h 198"/>
              <a:gd name="T36" fmla="*/ 30 w 187"/>
              <a:gd name="T37" fmla="*/ 25 h 198"/>
              <a:gd name="T38" fmla="*/ 30 w 187"/>
              <a:gd name="T39" fmla="*/ 18 h 198"/>
              <a:gd name="T40" fmla="*/ 30 w 187"/>
              <a:gd name="T41" fmla="*/ 18 h 198"/>
              <a:gd name="T42" fmla="*/ 78 w 187"/>
              <a:gd name="T43" fmla="*/ 18 h 198"/>
              <a:gd name="T44" fmla="*/ 93 w 187"/>
              <a:gd name="T45" fmla="*/ 0 h 198"/>
              <a:gd name="T46" fmla="*/ 107 w 187"/>
              <a:gd name="T47" fmla="*/ 18 h 198"/>
              <a:gd name="T48" fmla="*/ 156 w 187"/>
              <a:gd name="T49" fmla="*/ 18 h 198"/>
              <a:gd name="T50" fmla="*/ 156 w 187"/>
              <a:gd name="T51" fmla="*/ 24 h 198"/>
              <a:gd name="T52" fmla="*/ 186 w 187"/>
              <a:gd name="T53" fmla="*/ 89 h 198"/>
              <a:gd name="T54" fmla="*/ 178 w 187"/>
              <a:gd name="T55" fmla="*/ 89 h 198"/>
              <a:gd name="T56" fmla="*/ 151 w 187"/>
              <a:gd name="T57" fmla="*/ 29 h 198"/>
              <a:gd name="T58" fmla="*/ 71 w 187"/>
              <a:gd name="T59" fmla="*/ 98 h 198"/>
              <a:gd name="T60" fmla="*/ 36 w 187"/>
              <a:gd name="T61" fmla="*/ 135 h 198"/>
              <a:gd name="T62" fmla="*/ 0 w 187"/>
              <a:gd name="T63" fmla="*/ 98 h 198"/>
              <a:gd name="T64" fmla="*/ 71 w 187"/>
              <a:gd name="T65" fmla="*/ 98 h 198"/>
              <a:gd name="T66" fmla="*/ 116 w 187"/>
              <a:gd name="T67" fmla="*/ 98 h 198"/>
              <a:gd name="T68" fmla="*/ 187 w 187"/>
              <a:gd name="T69" fmla="*/ 98 h 198"/>
              <a:gd name="T70" fmla="*/ 152 w 187"/>
              <a:gd name="T71" fmla="*/ 135 h 198"/>
              <a:gd name="T72" fmla="*/ 116 w 187"/>
              <a:gd name="T73" fmla="*/ 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87" h="198">
                <a:moveTo>
                  <a:pt x="151" y="29"/>
                </a:moveTo>
                <a:cubicBezTo>
                  <a:pt x="123" y="89"/>
                  <a:pt x="123" y="89"/>
                  <a:pt x="123" y="89"/>
                </a:cubicBezTo>
                <a:cubicBezTo>
                  <a:pt x="116" y="89"/>
                  <a:pt x="116" y="89"/>
                  <a:pt x="116" y="89"/>
                </a:cubicBezTo>
                <a:cubicBezTo>
                  <a:pt x="144" y="26"/>
                  <a:pt x="144" y="26"/>
                  <a:pt x="144" y="26"/>
                </a:cubicBezTo>
                <a:cubicBezTo>
                  <a:pt x="100" y="26"/>
                  <a:pt x="100" y="26"/>
                  <a:pt x="100" y="26"/>
                </a:cubicBezTo>
                <a:cubicBezTo>
                  <a:pt x="100" y="175"/>
                  <a:pt x="100" y="175"/>
                  <a:pt x="100" y="175"/>
                </a:cubicBezTo>
                <a:cubicBezTo>
                  <a:pt x="109" y="175"/>
                  <a:pt x="156" y="190"/>
                  <a:pt x="156" y="190"/>
                </a:cubicBezTo>
                <a:cubicBezTo>
                  <a:pt x="156" y="198"/>
                  <a:pt x="156" y="198"/>
                  <a:pt x="156" y="198"/>
                </a:cubicBezTo>
                <a:cubicBezTo>
                  <a:pt x="30" y="198"/>
                  <a:pt x="30" y="198"/>
                  <a:pt x="30" y="198"/>
                </a:cubicBezTo>
                <a:cubicBezTo>
                  <a:pt x="30" y="190"/>
                  <a:pt x="30" y="190"/>
                  <a:pt x="30" y="190"/>
                </a:cubicBezTo>
                <a:cubicBezTo>
                  <a:pt x="30" y="190"/>
                  <a:pt x="77" y="175"/>
                  <a:pt x="84" y="175"/>
                </a:cubicBezTo>
                <a:cubicBezTo>
                  <a:pt x="84" y="26"/>
                  <a:pt x="84" y="26"/>
                  <a:pt x="84" y="26"/>
                </a:cubicBezTo>
                <a:cubicBezTo>
                  <a:pt x="42" y="26"/>
                  <a:pt x="42" y="26"/>
                  <a:pt x="42" y="26"/>
                </a:cubicBezTo>
                <a:cubicBezTo>
                  <a:pt x="71" y="89"/>
                  <a:pt x="71" y="89"/>
                  <a:pt x="71" y="89"/>
                </a:cubicBezTo>
                <a:cubicBezTo>
                  <a:pt x="63" y="89"/>
                  <a:pt x="63" y="89"/>
                  <a:pt x="63" y="89"/>
                </a:cubicBezTo>
                <a:cubicBezTo>
                  <a:pt x="36" y="29"/>
                  <a:pt x="36" y="29"/>
                  <a:pt x="36" y="29"/>
                </a:cubicBezTo>
                <a:cubicBezTo>
                  <a:pt x="9" y="89"/>
                  <a:pt x="9" y="89"/>
                  <a:pt x="9" y="89"/>
                </a:cubicBezTo>
                <a:cubicBezTo>
                  <a:pt x="1" y="89"/>
                  <a:pt x="1" y="89"/>
                  <a:pt x="1" y="89"/>
                </a:cubicBezTo>
                <a:cubicBezTo>
                  <a:pt x="30" y="25"/>
                  <a:pt x="30" y="25"/>
                  <a:pt x="30" y="25"/>
                </a:cubicBezTo>
                <a:cubicBezTo>
                  <a:pt x="30" y="18"/>
                  <a:pt x="30" y="18"/>
                  <a:pt x="30" y="18"/>
                </a:cubicBezTo>
                <a:cubicBezTo>
                  <a:pt x="30" y="18"/>
                  <a:pt x="30" y="18"/>
                  <a:pt x="30" y="18"/>
                </a:cubicBezTo>
                <a:cubicBezTo>
                  <a:pt x="78" y="18"/>
                  <a:pt x="78" y="18"/>
                  <a:pt x="78" y="18"/>
                </a:cubicBezTo>
                <a:cubicBezTo>
                  <a:pt x="78" y="8"/>
                  <a:pt x="85" y="0"/>
                  <a:pt x="93" y="0"/>
                </a:cubicBezTo>
                <a:cubicBezTo>
                  <a:pt x="101" y="0"/>
                  <a:pt x="107" y="9"/>
                  <a:pt x="107" y="18"/>
                </a:cubicBezTo>
                <a:cubicBezTo>
                  <a:pt x="156" y="18"/>
                  <a:pt x="156" y="18"/>
                  <a:pt x="156" y="18"/>
                </a:cubicBezTo>
                <a:cubicBezTo>
                  <a:pt x="156" y="24"/>
                  <a:pt x="156" y="24"/>
                  <a:pt x="156" y="24"/>
                </a:cubicBezTo>
                <a:cubicBezTo>
                  <a:pt x="186" y="89"/>
                  <a:pt x="186" y="89"/>
                  <a:pt x="186" y="89"/>
                </a:cubicBezTo>
                <a:cubicBezTo>
                  <a:pt x="178" y="89"/>
                  <a:pt x="178" y="89"/>
                  <a:pt x="178" y="89"/>
                </a:cubicBezTo>
                <a:lnTo>
                  <a:pt x="151" y="29"/>
                </a:lnTo>
                <a:close/>
                <a:moveTo>
                  <a:pt x="71" y="98"/>
                </a:moveTo>
                <a:cubicBezTo>
                  <a:pt x="71" y="117"/>
                  <a:pt x="58" y="135"/>
                  <a:pt x="36" y="135"/>
                </a:cubicBezTo>
                <a:cubicBezTo>
                  <a:pt x="14" y="135"/>
                  <a:pt x="0" y="117"/>
                  <a:pt x="0" y="98"/>
                </a:cubicBezTo>
                <a:cubicBezTo>
                  <a:pt x="0" y="98"/>
                  <a:pt x="71" y="98"/>
                  <a:pt x="71" y="98"/>
                </a:cubicBezTo>
                <a:close/>
                <a:moveTo>
                  <a:pt x="116" y="98"/>
                </a:moveTo>
                <a:cubicBezTo>
                  <a:pt x="116" y="98"/>
                  <a:pt x="187" y="98"/>
                  <a:pt x="187" y="98"/>
                </a:cubicBezTo>
                <a:cubicBezTo>
                  <a:pt x="187" y="117"/>
                  <a:pt x="174" y="135"/>
                  <a:pt x="152" y="135"/>
                </a:cubicBezTo>
                <a:cubicBezTo>
                  <a:pt x="130" y="135"/>
                  <a:pt x="116" y="117"/>
                  <a:pt x="116" y="98"/>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137"/>
          <p:cNvSpPr>
            <a:spLocks noEditPoints="1"/>
          </p:cNvSpPr>
          <p:nvPr/>
        </p:nvSpPr>
        <p:spPr bwMode="auto">
          <a:xfrm>
            <a:off x="2559311" y="3366311"/>
            <a:ext cx="354205" cy="392157"/>
          </a:xfrm>
          <a:custGeom>
            <a:avLst/>
            <a:gdLst>
              <a:gd name="T0" fmla="*/ 168 w 180"/>
              <a:gd name="T1" fmla="*/ 23 h 199"/>
              <a:gd name="T2" fmla="*/ 173 w 180"/>
              <a:gd name="T3" fmla="*/ 8 h 199"/>
              <a:gd name="T4" fmla="*/ 180 w 180"/>
              <a:gd name="T5" fmla="*/ 18 h 199"/>
              <a:gd name="T6" fmla="*/ 16 w 180"/>
              <a:gd name="T7" fmla="*/ 8 h 199"/>
              <a:gd name="T8" fmla="*/ 72 w 180"/>
              <a:gd name="T9" fmla="*/ 0 h 199"/>
              <a:gd name="T10" fmla="*/ 108 w 180"/>
              <a:gd name="T11" fmla="*/ 8 h 199"/>
              <a:gd name="T12" fmla="*/ 164 w 180"/>
              <a:gd name="T13" fmla="*/ 23 h 199"/>
              <a:gd name="T14" fmla="*/ 16 w 180"/>
              <a:gd name="T15" fmla="*/ 8 h 199"/>
              <a:gd name="T16" fmla="*/ 0 w 180"/>
              <a:gd name="T17" fmla="*/ 12 h 199"/>
              <a:gd name="T18" fmla="*/ 12 w 180"/>
              <a:gd name="T19" fmla="*/ 8 h 199"/>
              <a:gd name="T20" fmla="*/ 6 w 180"/>
              <a:gd name="T21" fmla="*/ 23 h 199"/>
              <a:gd name="T22" fmla="*/ 160 w 180"/>
              <a:gd name="T23" fmla="*/ 31 h 199"/>
              <a:gd name="T24" fmla="*/ 20 w 180"/>
              <a:gd name="T25" fmla="*/ 144 h 199"/>
              <a:gd name="T26" fmla="*/ 160 w 180"/>
              <a:gd name="T27" fmla="*/ 31 h 199"/>
              <a:gd name="T28" fmla="*/ 132 w 180"/>
              <a:gd name="T29" fmla="*/ 124 h 199"/>
              <a:gd name="T30" fmla="*/ 104 w 180"/>
              <a:gd name="T31" fmla="*/ 116 h 199"/>
              <a:gd name="T32" fmla="*/ 104 w 180"/>
              <a:gd name="T33" fmla="*/ 108 h 199"/>
              <a:gd name="T34" fmla="*/ 148 w 180"/>
              <a:gd name="T35" fmla="*/ 99 h 199"/>
              <a:gd name="T36" fmla="*/ 104 w 180"/>
              <a:gd name="T37" fmla="*/ 108 h 199"/>
              <a:gd name="T38" fmla="*/ 148 w 180"/>
              <a:gd name="T39" fmla="*/ 87 h 199"/>
              <a:gd name="T40" fmla="*/ 104 w 180"/>
              <a:gd name="T41" fmla="*/ 80 h 199"/>
              <a:gd name="T42" fmla="*/ 61 w 180"/>
              <a:gd name="T43" fmla="*/ 131 h 199"/>
              <a:gd name="T44" fmla="*/ 56 w 180"/>
              <a:gd name="T45" fmla="*/ 107 h 199"/>
              <a:gd name="T46" fmla="*/ 33 w 180"/>
              <a:gd name="T47" fmla="*/ 102 h 199"/>
              <a:gd name="T48" fmla="*/ 96 w 180"/>
              <a:gd name="T49" fmla="*/ 99 h 199"/>
              <a:gd name="T50" fmla="*/ 64 w 180"/>
              <a:gd name="T51" fmla="*/ 99 h 199"/>
              <a:gd name="T52" fmla="*/ 32 w 180"/>
              <a:gd name="T53" fmla="*/ 56 h 199"/>
              <a:gd name="T54" fmla="*/ 96 w 180"/>
              <a:gd name="T55" fmla="*/ 43 h 199"/>
              <a:gd name="T56" fmla="*/ 32 w 180"/>
              <a:gd name="T57" fmla="*/ 56 h 199"/>
              <a:gd name="T58" fmla="*/ 12 w 180"/>
              <a:gd name="T59" fmla="*/ 163 h 199"/>
              <a:gd name="T60" fmla="*/ 172 w 180"/>
              <a:gd name="T61" fmla="*/ 151 h 199"/>
              <a:gd name="T62" fmla="*/ 77 w 180"/>
              <a:gd name="T63" fmla="*/ 168 h 199"/>
              <a:gd name="T64" fmla="*/ 40 w 180"/>
              <a:gd name="T65" fmla="*/ 199 h 199"/>
              <a:gd name="T66" fmla="*/ 77 w 180"/>
              <a:gd name="T67" fmla="*/ 168 h 199"/>
              <a:gd name="T68" fmla="*/ 121 w 180"/>
              <a:gd name="T69" fmla="*/ 199 h 199"/>
              <a:gd name="T70" fmla="*/ 121 w 180"/>
              <a:gd name="T71" fmla="*/ 168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0" h="199">
                <a:moveTo>
                  <a:pt x="173" y="23"/>
                </a:moveTo>
                <a:cubicBezTo>
                  <a:pt x="168" y="23"/>
                  <a:pt x="168" y="23"/>
                  <a:pt x="168" y="23"/>
                </a:cubicBezTo>
                <a:cubicBezTo>
                  <a:pt x="168" y="8"/>
                  <a:pt x="168" y="8"/>
                  <a:pt x="168" y="8"/>
                </a:cubicBezTo>
                <a:cubicBezTo>
                  <a:pt x="173" y="8"/>
                  <a:pt x="173" y="8"/>
                  <a:pt x="173" y="8"/>
                </a:cubicBezTo>
                <a:cubicBezTo>
                  <a:pt x="180" y="12"/>
                  <a:pt x="180" y="12"/>
                  <a:pt x="180" y="12"/>
                </a:cubicBezTo>
                <a:cubicBezTo>
                  <a:pt x="180" y="18"/>
                  <a:pt x="180" y="18"/>
                  <a:pt x="180" y="18"/>
                </a:cubicBezTo>
                <a:lnTo>
                  <a:pt x="173" y="23"/>
                </a:lnTo>
                <a:close/>
                <a:moveTo>
                  <a:pt x="16" y="8"/>
                </a:moveTo>
                <a:cubicBezTo>
                  <a:pt x="72" y="8"/>
                  <a:pt x="72" y="8"/>
                  <a:pt x="72" y="8"/>
                </a:cubicBezTo>
                <a:cubicBezTo>
                  <a:pt x="72" y="0"/>
                  <a:pt x="72" y="0"/>
                  <a:pt x="72" y="0"/>
                </a:cubicBezTo>
                <a:cubicBezTo>
                  <a:pt x="108" y="0"/>
                  <a:pt x="108" y="0"/>
                  <a:pt x="108" y="0"/>
                </a:cubicBezTo>
                <a:cubicBezTo>
                  <a:pt x="108" y="8"/>
                  <a:pt x="108" y="8"/>
                  <a:pt x="108" y="8"/>
                </a:cubicBezTo>
                <a:cubicBezTo>
                  <a:pt x="164" y="8"/>
                  <a:pt x="164" y="8"/>
                  <a:pt x="164" y="8"/>
                </a:cubicBezTo>
                <a:cubicBezTo>
                  <a:pt x="164" y="23"/>
                  <a:pt x="164" y="23"/>
                  <a:pt x="164" y="23"/>
                </a:cubicBezTo>
                <a:cubicBezTo>
                  <a:pt x="16" y="23"/>
                  <a:pt x="16" y="23"/>
                  <a:pt x="16" y="23"/>
                </a:cubicBezTo>
                <a:lnTo>
                  <a:pt x="16" y="8"/>
                </a:lnTo>
                <a:close/>
                <a:moveTo>
                  <a:pt x="0" y="18"/>
                </a:moveTo>
                <a:cubicBezTo>
                  <a:pt x="0" y="12"/>
                  <a:pt x="0" y="12"/>
                  <a:pt x="0" y="12"/>
                </a:cubicBezTo>
                <a:cubicBezTo>
                  <a:pt x="6" y="8"/>
                  <a:pt x="6" y="8"/>
                  <a:pt x="6" y="8"/>
                </a:cubicBezTo>
                <a:cubicBezTo>
                  <a:pt x="12" y="8"/>
                  <a:pt x="12" y="8"/>
                  <a:pt x="12" y="8"/>
                </a:cubicBezTo>
                <a:cubicBezTo>
                  <a:pt x="12" y="23"/>
                  <a:pt x="12" y="23"/>
                  <a:pt x="12" y="23"/>
                </a:cubicBezTo>
                <a:cubicBezTo>
                  <a:pt x="6" y="23"/>
                  <a:pt x="6" y="23"/>
                  <a:pt x="6" y="23"/>
                </a:cubicBezTo>
                <a:lnTo>
                  <a:pt x="0" y="18"/>
                </a:lnTo>
                <a:close/>
                <a:moveTo>
                  <a:pt x="160" y="31"/>
                </a:moveTo>
                <a:cubicBezTo>
                  <a:pt x="160" y="144"/>
                  <a:pt x="160" y="144"/>
                  <a:pt x="160" y="144"/>
                </a:cubicBezTo>
                <a:cubicBezTo>
                  <a:pt x="20" y="144"/>
                  <a:pt x="20" y="144"/>
                  <a:pt x="20" y="144"/>
                </a:cubicBezTo>
                <a:cubicBezTo>
                  <a:pt x="20" y="31"/>
                  <a:pt x="20" y="31"/>
                  <a:pt x="20" y="31"/>
                </a:cubicBezTo>
                <a:lnTo>
                  <a:pt x="160" y="31"/>
                </a:lnTo>
                <a:close/>
                <a:moveTo>
                  <a:pt x="104" y="124"/>
                </a:moveTo>
                <a:cubicBezTo>
                  <a:pt x="132" y="124"/>
                  <a:pt x="132" y="124"/>
                  <a:pt x="132" y="124"/>
                </a:cubicBezTo>
                <a:cubicBezTo>
                  <a:pt x="132" y="116"/>
                  <a:pt x="132" y="116"/>
                  <a:pt x="132" y="116"/>
                </a:cubicBezTo>
                <a:cubicBezTo>
                  <a:pt x="104" y="116"/>
                  <a:pt x="104" y="116"/>
                  <a:pt x="104" y="116"/>
                </a:cubicBezTo>
                <a:lnTo>
                  <a:pt x="104" y="124"/>
                </a:lnTo>
                <a:close/>
                <a:moveTo>
                  <a:pt x="104" y="108"/>
                </a:moveTo>
                <a:cubicBezTo>
                  <a:pt x="148" y="108"/>
                  <a:pt x="148" y="108"/>
                  <a:pt x="148" y="108"/>
                </a:cubicBezTo>
                <a:cubicBezTo>
                  <a:pt x="148" y="99"/>
                  <a:pt x="148" y="99"/>
                  <a:pt x="148" y="99"/>
                </a:cubicBezTo>
                <a:cubicBezTo>
                  <a:pt x="104" y="99"/>
                  <a:pt x="104" y="99"/>
                  <a:pt x="104" y="99"/>
                </a:cubicBezTo>
                <a:lnTo>
                  <a:pt x="104" y="108"/>
                </a:lnTo>
                <a:close/>
                <a:moveTo>
                  <a:pt x="104" y="87"/>
                </a:moveTo>
                <a:cubicBezTo>
                  <a:pt x="148" y="87"/>
                  <a:pt x="148" y="87"/>
                  <a:pt x="148" y="87"/>
                </a:cubicBezTo>
                <a:cubicBezTo>
                  <a:pt x="148" y="80"/>
                  <a:pt x="148" y="80"/>
                  <a:pt x="148" y="80"/>
                </a:cubicBezTo>
                <a:cubicBezTo>
                  <a:pt x="104" y="80"/>
                  <a:pt x="104" y="80"/>
                  <a:pt x="104" y="80"/>
                </a:cubicBezTo>
                <a:lnTo>
                  <a:pt x="104" y="87"/>
                </a:lnTo>
                <a:close/>
                <a:moveTo>
                  <a:pt x="61" y="131"/>
                </a:moveTo>
                <a:cubicBezTo>
                  <a:pt x="76" y="131"/>
                  <a:pt x="88" y="121"/>
                  <a:pt x="89" y="107"/>
                </a:cubicBezTo>
                <a:cubicBezTo>
                  <a:pt x="56" y="107"/>
                  <a:pt x="56" y="107"/>
                  <a:pt x="56" y="107"/>
                </a:cubicBezTo>
                <a:cubicBezTo>
                  <a:pt x="56" y="75"/>
                  <a:pt x="56" y="75"/>
                  <a:pt x="56" y="75"/>
                </a:cubicBezTo>
                <a:cubicBezTo>
                  <a:pt x="42" y="76"/>
                  <a:pt x="33" y="88"/>
                  <a:pt x="33" y="102"/>
                </a:cubicBezTo>
                <a:cubicBezTo>
                  <a:pt x="33" y="118"/>
                  <a:pt x="46" y="131"/>
                  <a:pt x="61" y="131"/>
                </a:cubicBezTo>
                <a:close/>
                <a:moveTo>
                  <a:pt x="96" y="99"/>
                </a:moveTo>
                <a:cubicBezTo>
                  <a:pt x="96" y="99"/>
                  <a:pt x="95" y="68"/>
                  <a:pt x="64" y="68"/>
                </a:cubicBezTo>
                <a:cubicBezTo>
                  <a:pt x="64" y="99"/>
                  <a:pt x="64" y="99"/>
                  <a:pt x="64" y="99"/>
                </a:cubicBezTo>
                <a:lnTo>
                  <a:pt x="96" y="99"/>
                </a:lnTo>
                <a:close/>
                <a:moveTo>
                  <a:pt x="32" y="56"/>
                </a:moveTo>
                <a:cubicBezTo>
                  <a:pt x="96" y="56"/>
                  <a:pt x="96" y="56"/>
                  <a:pt x="96" y="56"/>
                </a:cubicBezTo>
                <a:cubicBezTo>
                  <a:pt x="96" y="43"/>
                  <a:pt x="96" y="43"/>
                  <a:pt x="96" y="43"/>
                </a:cubicBezTo>
                <a:cubicBezTo>
                  <a:pt x="32" y="43"/>
                  <a:pt x="32" y="43"/>
                  <a:pt x="32" y="43"/>
                </a:cubicBezTo>
                <a:lnTo>
                  <a:pt x="32" y="56"/>
                </a:lnTo>
                <a:close/>
                <a:moveTo>
                  <a:pt x="172" y="163"/>
                </a:moveTo>
                <a:cubicBezTo>
                  <a:pt x="12" y="163"/>
                  <a:pt x="12" y="163"/>
                  <a:pt x="12" y="163"/>
                </a:cubicBezTo>
                <a:cubicBezTo>
                  <a:pt x="12" y="151"/>
                  <a:pt x="12" y="151"/>
                  <a:pt x="12" y="151"/>
                </a:cubicBezTo>
                <a:cubicBezTo>
                  <a:pt x="172" y="151"/>
                  <a:pt x="172" y="151"/>
                  <a:pt x="172" y="151"/>
                </a:cubicBezTo>
                <a:lnTo>
                  <a:pt x="172" y="163"/>
                </a:lnTo>
                <a:close/>
                <a:moveTo>
                  <a:pt x="77" y="168"/>
                </a:moveTo>
                <a:cubicBezTo>
                  <a:pt x="58" y="199"/>
                  <a:pt x="58" y="199"/>
                  <a:pt x="58" y="199"/>
                </a:cubicBezTo>
                <a:cubicBezTo>
                  <a:pt x="40" y="199"/>
                  <a:pt x="40" y="199"/>
                  <a:pt x="40" y="199"/>
                </a:cubicBezTo>
                <a:cubicBezTo>
                  <a:pt x="58" y="168"/>
                  <a:pt x="58" y="168"/>
                  <a:pt x="58" y="168"/>
                </a:cubicBezTo>
                <a:lnTo>
                  <a:pt x="77" y="168"/>
                </a:lnTo>
                <a:close/>
                <a:moveTo>
                  <a:pt x="139" y="199"/>
                </a:moveTo>
                <a:cubicBezTo>
                  <a:pt x="121" y="199"/>
                  <a:pt x="121" y="199"/>
                  <a:pt x="121" y="199"/>
                </a:cubicBezTo>
                <a:cubicBezTo>
                  <a:pt x="102" y="168"/>
                  <a:pt x="102" y="168"/>
                  <a:pt x="102" y="168"/>
                </a:cubicBezTo>
                <a:cubicBezTo>
                  <a:pt x="121" y="168"/>
                  <a:pt x="121" y="168"/>
                  <a:pt x="121" y="168"/>
                </a:cubicBezTo>
                <a:lnTo>
                  <a:pt x="139" y="199"/>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138"/>
          <p:cNvSpPr>
            <a:spLocks noEditPoints="1"/>
          </p:cNvSpPr>
          <p:nvPr/>
        </p:nvSpPr>
        <p:spPr bwMode="auto">
          <a:xfrm>
            <a:off x="3020341" y="3362095"/>
            <a:ext cx="396373" cy="396373"/>
          </a:xfrm>
          <a:custGeom>
            <a:avLst/>
            <a:gdLst>
              <a:gd name="T0" fmla="*/ 194 w 201"/>
              <a:gd name="T1" fmla="*/ 101 h 201"/>
              <a:gd name="T2" fmla="*/ 92 w 201"/>
              <a:gd name="T3" fmla="*/ 0 h 201"/>
              <a:gd name="T4" fmla="*/ 0 w 201"/>
              <a:gd name="T5" fmla="*/ 0 h 201"/>
              <a:gd name="T6" fmla="*/ 0 w 201"/>
              <a:gd name="T7" fmla="*/ 92 h 201"/>
              <a:gd name="T8" fmla="*/ 100 w 201"/>
              <a:gd name="T9" fmla="*/ 195 h 201"/>
              <a:gd name="T10" fmla="*/ 124 w 201"/>
              <a:gd name="T11" fmla="*/ 195 h 201"/>
              <a:gd name="T12" fmla="*/ 194 w 201"/>
              <a:gd name="T13" fmla="*/ 125 h 201"/>
              <a:gd name="T14" fmla="*/ 194 w 201"/>
              <a:gd name="T15" fmla="*/ 101 h 201"/>
              <a:gd name="T16" fmla="*/ 24 w 201"/>
              <a:gd name="T17" fmla="*/ 42 h 201"/>
              <a:gd name="T18" fmla="*/ 41 w 201"/>
              <a:gd name="T19" fmla="*/ 25 h 201"/>
              <a:gd name="T20" fmla="*/ 58 w 201"/>
              <a:gd name="T21" fmla="*/ 42 h 201"/>
              <a:gd name="T22" fmla="*/ 41 w 201"/>
              <a:gd name="T23" fmla="*/ 58 h 201"/>
              <a:gd name="T24" fmla="*/ 24 w 201"/>
              <a:gd name="T25" fmla="*/ 42 h 201"/>
              <a:gd name="T26" fmla="*/ 115 w 201"/>
              <a:gd name="T27" fmla="*/ 158 h 201"/>
              <a:gd name="T28" fmla="*/ 50 w 201"/>
              <a:gd name="T29" fmla="*/ 93 h 201"/>
              <a:gd name="T30" fmla="*/ 56 w 201"/>
              <a:gd name="T31" fmla="*/ 87 h 201"/>
              <a:gd name="T32" fmla="*/ 121 w 201"/>
              <a:gd name="T33" fmla="*/ 152 h 201"/>
              <a:gd name="T34" fmla="*/ 115 w 201"/>
              <a:gd name="T35" fmla="*/ 158 h 201"/>
              <a:gd name="T36" fmla="*/ 132 w 201"/>
              <a:gd name="T37" fmla="*/ 140 h 201"/>
              <a:gd name="T38" fmla="*/ 68 w 201"/>
              <a:gd name="T39" fmla="*/ 75 h 201"/>
              <a:gd name="T40" fmla="*/ 74 w 201"/>
              <a:gd name="T41" fmla="*/ 70 h 201"/>
              <a:gd name="T42" fmla="*/ 138 w 201"/>
              <a:gd name="T43" fmla="*/ 134 h 201"/>
              <a:gd name="T44" fmla="*/ 132 w 201"/>
              <a:gd name="T45" fmla="*/ 140 h 201"/>
              <a:gd name="T46" fmla="*/ 150 w 201"/>
              <a:gd name="T47" fmla="*/ 122 h 201"/>
              <a:gd name="T48" fmla="*/ 85 w 201"/>
              <a:gd name="T49" fmla="*/ 58 h 201"/>
              <a:gd name="T50" fmla="*/ 91 w 201"/>
              <a:gd name="T51" fmla="*/ 52 h 201"/>
              <a:gd name="T52" fmla="*/ 156 w 201"/>
              <a:gd name="T53" fmla="*/ 117 h 201"/>
              <a:gd name="T54" fmla="*/ 150 w 201"/>
              <a:gd name="T55" fmla="*/ 122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01" h="201">
                <a:moveTo>
                  <a:pt x="194" y="101"/>
                </a:moveTo>
                <a:cubicBezTo>
                  <a:pt x="92" y="0"/>
                  <a:pt x="92" y="0"/>
                  <a:pt x="92" y="0"/>
                </a:cubicBezTo>
                <a:cubicBezTo>
                  <a:pt x="0" y="0"/>
                  <a:pt x="0" y="0"/>
                  <a:pt x="0" y="0"/>
                </a:cubicBezTo>
                <a:cubicBezTo>
                  <a:pt x="0" y="92"/>
                  <a:pt x="0" y="92"/>
                  <a:pt x="0" y="92"/>
                </a:cubicBezTo>
                <a:cubicBezTo>
                  <a:pt x="100" y="195"/>
                  <a:pt x="100" y="195"/>
                  <a:pt x="100" y="195"/>
                </a:cubicBezTo>
                <a:cubicBezTo>
                  <a:pt x="106" y="201"/>
                  <a:pt x="117" y="201"/>
                  <a:pt x="124" y="195"/>
                </a:cubicBezTo>
                <a:cubicBezTo>
                  <a:pt x="194" y="125"/>
                  <a:pt x="194" y="125"/>
                  <a:pt x="194" y="125"/>
                </a:cubicBezTo>
                <a:cubicBezTo>
                  <a:pt x="201" y="118"/>
                  <a:pt x="200" y="107"/>
                  <a:pt x="194" y="101"/>
                </a:cubicBezTo>
                <a:close/>
                <a:moveTo>
                  <a:pt x="24" y="42"/>
                </a:moveTo>
                <a:cubicBezTo>
                  <a:pt x="24" y="33"/>
                  <a:pt x="32" y="25"/>
                  <a:pt x="41" y="25"/>
                </a:cubicBezTo>
                <a:cubicBezTo>
                  <a:pt x="50" y="25"/>
                  <a:pt x="58" y="33"/>
                  <a:pt x="58" y="42"/>
                </a:cubicBezTo>
                <a:cubicBezTo>
                  <a:pt x="58" y="51"/>
                  <a:pt x="50" y="58"/>
                  <a:pt x="41" y="58"/>
                </a:cubicBezTo>
                <a:cubicBezTo>
                  <a:pt x="32" y="58"/>
                  <a:pt x="24" y="51"/>
                  <a:pt x="24" y="42"/>
                </a:cubicBezTo>
                <a:close/>
                <a:moveTo>
                  <a:pt x="115" y="158"/>
                </a:moveTo>
                <a:cubicBezTo>
                  <a:pt x="50" y="93"/>
                  <a:pt x="50" y="93"/>
                  <a:pt x="50" y="93"/>
                </a:cubicBezTo>
                <a:cubicBezTo>
                  <a:pt x="56" y="87"/>
                  <a:pt x="56" y="87"/>
                  <a:pt x="56" y="87"/>
                </a:cubicBezTo>
                <a:cubicBezTo>
                  <a:pt x="121" y="152"/>
                  <a:pt x="121" y="152"/>
                  <a:pt x="121" y="152"/>
                </a:cubicBezTo>
                <a:lnTo>
                  <a:pt x="115" y="158"/>
                </a:lnTo>
                <a:close/>
                <a:moveTo>
                  <a:pt x="132" y="140"/>
                </a:moveTo>
                <a:cubicBezTo>
                  <a:pt x="68" y="75"/>
                  <a:pt x="68" y="75"/>
                  <a:pt x="68" y="75"/>
                </a:cubicBezTo>
                <a:cubicBezTo>
                  <a:pt x="74" y="70"/>
                  <a:pt x="74" y="70"/>
                  <a:pt x="74" y="70"/>
                </a:cubicBezTo>
                <a:cubicBezTo>
                  <a:pt x="138" y="134"/>
                  <a:pt x="138" y="134"/>
                  <a:pt x="138" y="134"/>
                </a:cubicBezTo>
                <a:lnTo>
                  <a:pt x="132" y="140"/>
                </a:lnTo>
                <a:close/>
                <a:moveTo>
                  <a:pt x="150" y="122"/>
                </a:moveTo>
                <a:cubicBezTo>
                  <a:pt x="85" y="58"/>
                  <a:pt x="85" y="58"/>
                  <a:pt x="85" y="58"/>
                </a:cubicBezTo>
                <a:cubicBezTo>
                  <a:pt x="91" y="52"/>
                  <a:pt x="91" y="52"/>
                  <a:pt x="91" y="52"/>
                </a:cubicBezTo>
                <a:cubicBezTo>
                  <a:pt x="156" y="117"/>
                  <a:pt x="156" y="117"/>
                  <a:pt x="156" y="117"/>
                </a:cubicBezTo>
                <a:lnTo>
                  <a:pt x="150" y="122"/>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139"/>
          <p:cNvSpPr>
            <a:spLocks noEditPoints="1"/>
          </p:cNvSpPr>
          <p:nvPr/>
        </p:nvSpPr>
        <p:spPr bwMode="auto">
          <a:xfrm>
            <a:off x="130474" y="3855452"/>
            <a:ext cx="335933" cy="392157"/>
          </a:xfrm>
          <a:custGeom>
            <a:avLst/>
            <a:gdLst>
              <a:gd name="T0" fmla="*/ 86 w 171"/>
              <a:gd name="T1" fmla="*/ 199 h 199"/>
              <a:gd name="T2" fmla="*/ 0 w 171"/>
              <a:gd name="T3" fmla="*/ 156 h 199"/>
              <a:gd name="T4" fmla="*/ 16 w 171"/>
              <a:gd name="T5" fmla="*/ 133 h 199"/>
              <a:gd name="T6" fmla="*/ 16 w 171"/>
              <a:gd name="T7" fmla="*/ 99 h 199"/>
              <a:gd name="T8" fmla="*/ 58 w 171"/>
              <a:gd name="T9" fmla="*/ 34 h 199"/>
              <a:gd name="T10" fmla="*/ 57 w 171"/>
              <a:gd name="T11" fmla="*/ 28 h 199"/>
              <a:gd name="T12" fmla="*/ 86 w 171"/>
              <a:gd name="T13" fmla="*/ 0 h 199"/>
              <a:gd name="T14" fmla="*/ 114 w 171"/>
              <a:gd name="T15" fmla="*/ 28 h 199"/>
              <a:gd name="T16" fmla="*/ 113 w 171"/>
              <a:gd name="T17" fmla="*/ 34 h 199"/>
              <a:gd name="T18" fmla="*/ 156 w 171"/>
              <a:gd name="T19" fmla="*/ 99 h 199"/>
              <a:gd name="T20" fmla="*/ 156 w 171"/>
              <a:gd name="T21" fmla="*/ 133 h 199"/>
              <a:gd name="T22" fmla="*/ 171 w 171"/>
              <a:gd name="T23" fmla="*/ 156 h 199"/>
              <a:gd name="T24" fmla="*/ 86 w 171"/>
              <a:gd name="T25" fmla="*/ 199 h 199"/>
              <a:gd name="T26" fmla="*/ 60 w 171"/>
              <a:gd name="T27" fmla="*/ 46 h 199"/>
              <a:gd name="T28" fmla="*/ 32 w 171"/>
              <a:gd name="T29" fmla="*/ 128 h 199"/>
              <a:gd name="T30" fmla="*/ 59 w 171"/>
              <a:gd name="T31" fmla="*/ 117 h 199"/>
              <a:gd name="T32" fmla="*/ 60 w 171"/>
              <a:gd name="T33" fmla="*/ 46 h 199"/>
              <a:gd name="T34" fmla="*/ 62 w 171"/>
              <a:gd name="T35" fmla="*/ 45 h 199"/>
              <a:gd name="T36" fmla="*/ 60 w 171"/>
              <a:gd name="T37" fmla="*/ 46 h 199"/>
              <a:gd name="T38" fmla="*/ 86 w 171"/>
              <a:gd name="T39" fmla="*/ 128 h 199"/>
              <a:gd name="T40" fmla="*/ 29 w 171"/>
              <a:gd name="T41" fmla="*/ 156 h 199"/>
              <a:gd name="T42" fmla="*/ 86 w 171"/>
              <a:gd name="T43" fmla="*/ 185 h 199"/>
              <a:gd name="T44" fmla="*/ 142 w 171"/>
              <a:gd name="T45" fmla="*/ 156 h 199"/>
              <a:gd name="T46" fmla="*/ 86 w 171"/>
              <a:gd name="T47" fmla="*/ 128 h 199"/>
              <a:gd name="T48" fmla="*/ 86 w 171"/>
              <a:gd name="T49" fmla="*/ 171 h 199"/>
              <a:gd name="T50" fmla="*/ 58 w 171"/>
              <a:gd name="T51" fmla="*/ 147 h 199"/>
              <a:gd name="T52" fmla="*/ 86 w 171"/>
              <a:gd name="T53" fmla="*/ 142 h 199"/>
              <a:gd name="T54" fmla="*/ 113 w 171"/>
              <a:gd name="T55" fmla="*/ 147 h 199"/>
              <a:gd name="T56" fmla="*/ 86 w 171"/>
              <a:gd name="T57" fmla="*/ 17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71" h="199">
                <a:moveTo>
                  <a:pt x="86" y="199"/>
                </a:moveTo>
                <a:cubicBezTo>
                  <a:pt x="38" y="199"/>
                  <a:pt x="0" y="180"/>
                  <a:pt x="0" y="156"/>
                </a:cubicBezTo>
                <a:cubicBezTo>
                  <a:pt x="0" y="148"/>
                  <a:pt x="7" y="139"/>
                  <a:pt x="16" y="133"/>
                </a:cubicBezTo>
                <a:cubicBezTo>
                  <a:pt x="16" y="99"/>
                  <a:pt x="16" y="99"/>
                  <a:pt x="16" y="99"/>
                </a:cubicBezTo>
                <a:cubicBezTo>
                  <a:pt x="16" y="70"/>
                  <a:pt x="32" y="45"/>
                  <a:pt x="58" y="34"/>
                </a:cubicBezTo>
                <a:cubicBezTo>
                  <a:pt x="57" y="32"/>
                  <a:pt x="57" y="30"/>
                  <a:pt x="57" y="28"/>
                </a:cubicBezTo>
                <a:cubicBezTo>
                  <a:pt x="57" y="12"/>
                  <a:pt x="70" y="0"/>
                  <a:pt x="86" y="0"/>
                </a:cubicBezTo>
                <a:cubicBezTo>
                  <a:pt x="101" y="0"/>
                  <a:pt x="114" y="12"/>
                  <a:pt x="114" y="28"/>
                </a:cubicBezTo>
                <a:cubicBezTo>
                  <a:pt x="114" y="30"/>
                  <a:pt x="114" y="32"/>
                  <a:pt x="113" y="34"/>
                </a:cubicBezTo>
                <a:cubicBezTo>
                  <a:pt x="139" y="45"/>
                  <a:pt x="156" y="70"/>
                  <a:pt x="156" y="99"/>
                </a:cubicBezTo>
                <a:cubicBezTo>
                  <a:pt x="156" y="133"/>
                  <a:pt x="156" y="133"/>
                  <a:pt x="156" y="133"/>
                </a:cubicBezTo>
                <a:cubicBezTo>
                  <a:pt x="165" y="139"/>
                  <a:pt x="171" y="148"/>
                  <a:pt x="171" y="156"/>
                </a:cubicBezTo>
                <a:cubicBezTo>
                  <a:pt x="171" y="180"/>
                  <a:pt x="133" y="199"/>
                  <a:pt x="86" y="199"/>
                </a:cubicBezTo>
                <a:close/>
                <a:moveTo>
                  <a:pt x="60" y="46"/>
                </a:moveTo>
                <a:cubicBezTo>
                  <a:pt x="23" y="72"/>
                  <a:pt x="32" y="128"/>
                  <a:pt x="32" y="128"/>
                </a:cubicBezTo>
                <a:cubicBezTo>
                  <a:pt x="32" y="128"/>
                  <a:pt x="45" y="113"/>
                  <a:pt x="59" y="117"/>
                </a:cubicBezTo>
                <a:cubicBezTo>
                  <a:pt x="42" y="92"/>
                  <a:pt x="55" y="56"/>
                  <a:pt x="60" y="46"/>
                </a:cubicBezTo>
                <a:cubicBezTo>
                  <a:pt x="61" y="46"/>
                  <a:pt x="61" y="45"/>
                  <a:pt x="62" y="45"/>
                </a:cubicBezTo>
                <a:cubicBezTo>
                  <a:pt x="62" y="44"/>
                  <a:pt x="61" y="44"/>
                  <a:pt x="60" y="46"/>
                </a:cubicBezTo>
                <a:close/>
                <a:moveTo>
                  <a:pt x="86" y="128"/>
                </a:moveTo>
                <a:cubicBezTo>
                  <a:pt x="54" y="128"/>
                  <a:pt x="29" y="141"/>
                  <a:pt x="29" y="156"/>
                </a:cubicBezTo>
                <a:cubicBezTo>
                  <a:pt x="29" y="172"/>
                  <a:pt x="54" y="185"/>
                  <a:pt x="86" y="185"/>
                </a:cubicBezTo>
                <a:cubicBezTo>
                  <a:pt x="117" y="185"/>
                  <a:pt x="142" y="172"/>
                  <a:pt x="142" y="156"/>
                </a:cubicBezTo>
                <a:cubicBezTo>
                  <a:pt x="142" y="141"/>
                  <a:pt x="117" y="128"/>
                  <a:pt x="86" y="128"/>
                </a:cubicBezTo>
                <a:close/>
                <a:moveTo>
                  <a:pt x="86" y="171"/>
                </a:moveTo>
                <a:cubicBezTo>
                  <a:pt x="72" y="171"/>
                  <a:pt x="60" y="161"/>
                  <a:pt x="58" y="147"/>
                </a:cubicBezTo>
                <a:cubicBezTo>
                  <a:pt x="65" y="144"/>
                  <a:pt x="75" y="142"/>
                  <a:pt x="86" y="142"/>
                </a:cubicBezTo>
                <a:cubicBezTo>
                  <a:pt x="96" y="142"/>
                  <a:pt x="106" y="144"/>
                  <a:pt x="113" y="147"/>
                </a:cubicBezTo>
                <a:cubicBezTo>
                  <a:pt x="111" y="161"/>
                  <a:pt x="99" y="171"/>
                  <a:pt x="86" y="171"/>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140"/>
          <p:cNvSpPr>
            <a:spLocks noEditPoints="1"/>
          </p:cNvSpPr>
          <p:nvPr/>
        </p:nvSpPr>
        <p:spPr bwMode="auto">
          <a:xfrm>
            <a:off x="643509" y="3856858"/>
            <a:ext cx="316255" cy="394968"/>
          </a:xfrm>
          <a:custGeom>
            <a:avLst/>
            <a:gdLst>
              <a:gd name="T0" fmla="*/ 13 w 160"/>
              <a:gd name="T1" fmla="*/ 200 h 200"/>
              <a:gd name="T2" fmla="*/ 0 w 160"/>
              <a:gd name="T3" fmla="*/ 12 h 200"/>
              <a:gd name="T4" fmla="*/ 147 w 160"/>
              <a:gd name="T5" fmla="*/ 0 h 200"/>
              <a:gd name="T6" fmla="*/ 160 w 160"/>
              <a:gd name="T7" fmla="*/ 187 h 200"/>
              <a:gd name="T8" fmla="*/ 108 w 160"/>
              <a:gd name="T9" fmla="*/ 180 h 200"/>
              <a:gd name="T10" fmla="*/ 132 w 160"/>
              <a:gd name="T11" fmla="*/ 188 h 200"/>
              <a:gd name="T12" fmla="*/ 140 w 160"/>
              <a:gd name="T13" fmla="*/ 164 h 200"/>
              <a:gd name="T14" fmla="*/ 116 w 160"/>
              <a:gd name="T15" fmla="*/ 156 h 200"/>
              <a:gd name="T16" fmla="*/ 108 w 160"/>
              <a:gd name="T17" fmla="*/ 180 h 200"/>
              <a:gd name="T18" fmla="*/ 116 w 160"/>
              <a:gd name="T19" fmla="*/ 144 h 200"/>
              <a:gd name="T20" fmla="*/ 140 w 160"/>
              <a:gd name="T21" fmla="*/ 136 h 200"/>
              <a:gd name="T22" fmla="*/ 132 w 160"/>
              <a:gd name="T23" fmla="*/ 112 h 200"/>
              <a:gd name="T24" fmla="*/ 108 w 160"/>
              <a:gd name="T25" fmla="*/ 120 h 200"/>
              <a:gd name="T26" fmla="*/ 108 w 160"/>
              <a:gd name="T27" fmla="*/ 92 h 200"/>
              <a:gd name="T28" fmla="*/ 132 w 160"/>
              <a:gd name="T29" fmla="*/ 100 h 200"/>
              <a:gd name="T30" fmla="*/ 140 w 160"/>
              <a:gd name="T31" fmla="*/ 76 h 200"/>
              <a:gd name="T32" fmla="*/ 116 w 160"/>
              <a:gd name="T33" fmla="*/ 68 h 200"/>
              <a:gd name="T34" fmla="*/ 108 w 160"/>
              <a:gd name="T35" fmla="*/ 92 h 200"/>
              <a:gd name="T36" fmla="*/ 72 w 160"/>
              <a:gd name="T37" fmla="*/ 188 h 200"/>
              <a:gd name="T38" fmla="*/ 96 w 160"/>
              <a:gd name="T39" fmla="*/ 180 h 200"/>
              <a:gd name="T40" fmla="*/ 88 w 160"/>
              <a:gd name="T41" fmla="*/ 156 h 200"/>
              <a:gd name="T42" fmla="*/ 64 w 160"/>
              <a:gd name="T43" fmla="*/ 164 h 200"/>
              <a:gd name="T44" fmla="*/ 64 w 160"/>
              <a:gd name="T45" fmla="*/ 136 h 200"/>
              <a:gd name="T46" fmla="*/ 88 w 160"/>
              <a:gd name="T47" fmla="*/ 144 h 200"/>
              <a:gd name="T48" fmla="*/ 96 w 160"/>
              <a:gd name="T49" fmla="*/ 120 h 200"/>
              <a:gd name="T50" fmla="*/ 72 w 160"/>
              <a:gd name="T51" fmla="*/ 112 h 200"/>
              <a:gd name="T52" fmla="*/ 64 w 160"/>
              <a:gd name="T53" fmla="*/ 136 h 200"/>
              <a:gd name="T54" fmla="*/ 72 w 160"/>
              <a:gd name="T55" fmla="*/ 100 h 200"/>
              <a:gd name="T56" fmla="*/ 96 w 160"/>
              <a:gd name="T57" fmla="*/ 92 h 200"/>
              <a:gd name="T58" fmla="*/ 88 w 160"/>
              <a:gd name="T59" fmla="*/ 68 h 200"/>
              <a:gd name="T60" fmla="*/ 64 w 160"/>
              <a:gd name="T61" fmla="*/ 76 h 200"/>
              <a:gd name="T62" fmla="*/ 20 w 160"/>
              <a:gd name="T63" fmla="*/ 180 h 200"/>
              <a:gd name="T64" fmla="*/ 44 w 160"/>
              <a:gd name="T65" fmla="*/ 188 h 200"/>
              <a:gd name="T66" fmla="*/ 52 w 160"/>
              <a:gd name="T67" fmla="*/ 164 h 200"/>
              <a:gd name="T68" fmla="*/ 28 w 160"/>
              <a:gd name="T69" fmla="*/ 156 h 200"/>
              <a:gd name="T70" fmla="*/ 20 w 160"/>
              <a:gd name="T71" fmla="*/ 180 h 200"/>
              <a:gd name="T72" fmla="*/ 28 w 160"/>
              <a:gd name="T73" fmla="*/ 144 h 200"/>
              <a:gd name="T74" fmla="*/ 52 w 160"/>
              <a:gd name="T75" fmla="*/ 136 h 200"/>
              <a:gd name="T76" fmla="*/ 44 w 160"/>
              <a:gd name="T77" fmla="*/ 112 h 200"/>
              <a:gd name="T78" fmla="*/ 20 w 160"/>
              <a:gd name="T79" fmla="*/ 120 h 200"/>
              <a:gd name="T80" fmla="*/ 20 w 160"/>
              <a:gd name="T81" fmla="*/ 92 h 200"/>
              <a:gd name="T82" fmla="*/ 44 w 160"/>
              <a:gd name="T83" fmla="*/ 100 h 200"/>
              <a:gd name="T84" fmla="*/ 52 w 160"/>
              <a:gd name="T85" fmla="*/ 76 h 200"/>
              <a:gd name="T86" fmla="*/ 28 w 160"/>
              <a:gd name="T87" fmla="*/ 68 h 200"/>
              <a:gd name="T88" fmla="*/ 20 w 160"/>
              <a:gd name="T89" fmla="*/ 92 h 200"/>
              <a:gd name="T90" fmla="*/ 20 w 160"/>
              <a:gd name="T91" fmla="*/ 20 h 200"/>
              <a:gd name="T92" fmla="*/ 140 w 160"/>
              <a:gd name="T93" fmla="*/ 52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0" h="200">
                <a:moveTo>
                  <a:pt x="147" y="200"/>
                </a:moveTo>
                <a:cubicBezTo>
                  <a:pt x="13" y="200"/>
                  <a:pt x="13" y="200"/>
                  <a:pt x="13" y="200"/>
                </a:cubicBezTo>
                <a:cubicBezTo>
                  <a:pt x="7" y="200"/>
                  <a:pt x="0" y="194"/>
                  <a:pt x="0" y="187"/>
                </a:cubicBezTo>
                <a:cubicBezTo>
                  <a:pt x="0" y="12"/>
                  <a:pt x="0" y="12"/>
                  <a:pt x="0" y="12"/>
                </a:cubicBezTo>
                <a:cubicBezTo>
                  <a:pt x="0" y="6"/>
                  <a:pt x="5" y="0"/>
                  <a:pt x="12" y="0"/>
                </a:cubicBezTo>
                <a:cubicBezTo>
                  <a:pt x="147" y="0"/>
                  <a:pt x="147" y="0"/>
                  <a:pt x="147" y="0"/>
                </a:cubicBezTo>
                <a:cubicBezTo>
                  <a:pt x="154" y="0"/>
                  <a:pt x="160" y="6"/>
                  <a:pt x="160" y="12"/>
                </a:cubicBezTo>
                <a:cubicBezTo>
                  <a:pt x="160" y="187"/>
                  <a:pt x="160" y="187"/>
                  <a:pt x="160" y="187"/>
                </a:cubicBezTo>
                <a:cubicBezTo>
                  <a:pt x="160" y="194"/>
                  <a:pt x="154" y="200"/>
                  <a:pt x="147" y="200"/>
                </a:cubicBezTo>
                <a:close/>
                <a:moveTo>
                  <a:pt x="108" y="180"/>
                </a:moveTo>
                <a:cubicBezTo>
                  <a:pt x="108" y="184"/>
                  <a:pt x="111" y="188"/>
                  <a:pt x="116" y="188"/>
                </a:cubicBezTo>
                <a:cubicBezTo>
                  <a:pt x="132" y="188"/>
                  <a:pt x="132" y="188"/>
                  <a:pt x="132" y="188"/>
                </a:cubicBezTo>
                <a:cubicBezTo>
                  <a:pt x="136" y="188"/>
                  <a:pt x="140" y="184"/>
                  <a:pt x="140" y="180"/>
                </a:cubicBezTo>
                <a:cubicBezTo>
                  <a:pt x="140" y="164"/>
                  <a:pt x="140" y="164"/>
                  <a:pt x="140" y="164"/>
                </a:cubicBezTo>
                <a:cubicBezTo>
                  <a:pt x="140" y="160"/>
                  <a:pt x="136" y="156"/>
                  <a:pt x="132" y="156"/>
                </a:cubicBezTo>
                <a:cubicBezTo>
                  <a:pt x="116" y="156"/>
                  <a:pt x="116" y="156"/>
                  <a:pt x="116" y="156"/>
                </a:cubicBezTo>
                <a:cubicBezTo>
                  <a:pt x="111" y="156"/>
                  <a:pt x="108" y="160"/>
                  <a:pt x="108" y="164"/>
                </a:cubicBezTo>
                <a:lnTo>
                  <a:pt x="108" y="180"/>
                </a:lnTo>
                <a:close/>
                <a:moveTo>
                  <a:pt x="108" y="136"/>
                </a:moveTo>
                <a:cubicBezTo>
                  <a:pt x="108" y="140"/>
                  <a:pt x="111" y="144"/>
                  <a:pt x="116" y="144"/>
                </a:cubicBezTo>
                <a:cubicBezTo>
                  <a:pt x="132" y="144"/>
                  <a:pt x="132" y="144"/>
                  <a:pt x="132" y="144"/>
                </a:cubicBezTo>
                <a:cubicBezTo>
                  <a:pt x="136" y="144"/>
                  <a:pt x="140" y="140"/>
                  <a:pt x="140" y="136"/>
                </a:cubicBezTo>
                <a:cubicBezTo>
                  <a:pt x="140" y="120"/>
                  <a:pt x="140" y="120"/>
                  <a:pt x="140" y="120"/>
                </a:cubicBezTo>
                <a:cubicBezTo>
                  <a:pt x="140" y="116"/>
                  <a:pt x="136" y="112"/>
                  <a:pt x="132" y="112"/>
                </a:cubicBezTo>
                <a:cubicBezTo>
                  <a:pt x="116" y="112"/>
                  <a:pt x="116" y="112"/>
                  <a:pt x="116" y="112"/>
                </a:cubicBezTo>
                <a:cubicBezTo>
                  <a:pt x="111" y="112"/>
                  <a:pt x="108" y="116"/>
                  <a:pt x="108" y="120"/>
                </a:cubicBezTo>
                <a:lnTo>
                  <a:pt x="108" y="136"/>
                </a:lnTo>
                <a:close/>
                <a:moveTo>
                  <a:pt x="108" y="92"/>
                </a:moveTo>
                <a:cubicBezTo>
                  <a:pt x="108" y="96"/>
                  <a:pt x="111" y="100"/>
                  <a:pt x="116" y="100"/>
                </a:cubicBezTo>
                <a:cubicBezTo>
                  <a:pt x="132" y="100"/>
                  <a:pt x="132" y="100"/>
                  <a:pt x="132" y="100"/>
                </a:cubicBezTo>
                <a:cubicBezTo>
                  <a:pt x="136" y="100"/>
                  <a:pt x="140" y="96"/>
                  <a:pt x="140" y="92"/>
                </a:cubicBezTo>
                <a:cubicBezTo>
                  <a:pt x="140" y="76"/>
                  <a:pt x="140" y="76"/>
                  <a:pt x="140" y="76"/>
                </a:cubicBezTo>
                <a:cubicBezTo>
                  <a:pt x="140" y="72"/>
                  <a:pt x="136" y="68"/>
                  <a:pt x="132" y="68"/>
                </a:cubicBezTo>
                <a:cubicBezTo>
                  <a:pt x="116" y="68"/>
                  <a:pt x="116" y="68"/>
                  <a:pt x="116" y="68"/>
                </a:cubicBezTo>
                <a:cubicBezTo>
                  <a:pt x="111" y="68"/>
                  <a:pt x="108" y="72"/>
                  <a:pt x="108" y="76"/>
                </a:cubicBezTo>
                <a:lnTo>
                  <a:pt x="108" y="92"/>
                </a:lnTo>
                <a:close/>
                <a:moveTo>
                  <a:pt x="64" y="180"/>
                </a:moveTo>
                <a:cubicBezTo>
                  <a:pt x="64" y="184"/>
                  <a:pt x="67" y="188"/>
                  <a:pt x="72" y="188"/>
                </a:cubicBezTo>
                <a:cubicBezTo>
                  <a:pt x="88" y="188"/>
                  <a:pt x="88" y="188"/>
                  <a:pt x="88" y="188"/>
                </a:cubicBezTo>
                <a:cubicBezTo>
                  <a:pt x="92" y="188"/>
                  <a:pt x="96" y="184"/>
                  <a:pt x="96" y="180"/>
                </a:cubicBezTo>
                <a:cubicBezTo>
                  <a:pt x="96" y="164"/>
                  <a:pt x="96" y="164"/>
                  <a:pt x="96" y="164"/>
                </a:cubicBezTo>
                <a:cubicBezTo>
                  <a:pt x="96" y="160"/>
                  <a:pt x="92" y="156"/>
                  <a:pt x="88" y="156"/>
                </a:cubicBezTo>
                <a:cubicBezTo>
                  <a:pt x="72" y="156"/>
                  <a:pt x="72" y="156"/>
                  <a:pt x="72" y="156"/>
                </a:cubicBezTo>
                <a:cubicBezTo>
                  <a:pt x="67" y="156"/>
                  <a:pt x="64" y="160"/>
                  <a:pt x="64" y="164"/>
                </a:cubicBezTo>
                <a:lnTo>
                  <a:pt x="64" y="180"/>
                </a:lnTo>
                <a:close/>
                <a:moveTo>
                  <a:pt x="64" y="136"/>
                </a:moveTo>
                <a:cubicBezTo>
                  <a:pt x="64" y="140"/>
                  <a:pt x="67" y="144"/>
                  <a:pt x="72" y="144"/>
                </a:cubicBezTo>
                <a:cubicBezTo>
                  <a:pt x="88" y="144"/>
                  <a:pt x="88" y="144"/>
                  <a:pt x="88" y="144"/>
                </a:cubicBezTo>
                <a:cubicBezTo>
                  <a:pt x="92" y="144"/>
                  <a:pt x="96" y="140"/>
                  <a:pt x="96" y="136"/>
                </a:cubicBezTo>
                <a:cubicBezTo>
                  <a:pt x="96" y="120"/>
                  <a:pt x="96" y="120"/>
                  <a:pt x="96" y="120"/>
                </a:cubicBezTo>
                <a:cubicBezTo>
                  <a:pt x="96" y="116"/>
                  <a:pt x="92" y="112"/>
                  <a:pt x="88" y="112"/>
                </a:cubicBezTo>
                <a:cubicBezTo>
                  <a:pt x="72" y="112"/>
                  <a:pt x="72" y="112"/>
                  <a:pt x="72" y="112"/>
                </a:cubicBezTo>
                <a:cubicBezTo>
                  <a:pt x="67" y="112"/>
                  <a:pt x="64" y="116"/>
                  <a:pt x="64" y="120"/>
                </a:cubicBezTo>
                <a:lnTo>
                  <a:pt x="64" y="136"/>
                </a:lnTo>
                <a:close/>
                <a:moveTo>
                  <a:pt x="64" y="92"/>
                </a:moveTo>
                <a:cubicBezTo>
                  <a:pt x="64" y="96"/>
                  <a:pt x="67" y="100"/>
                  <a:pt x="72" y="100"/>
                </a:cubicBezTo>
                <a:cubicBezTo>
                  <a:pt x="88" y="100"/>
                  <a:pt x="88" y="100"/>
                  <a:pt x="88" y="100"/>
                </a:cubicBezTo>
                <a:cubicBezTo>
                  <a:pt x="92" y="100"/>
                  <a:pt x="96" y="96"/>
                  <a:pt x="96" y="92"/>
                </a:cubicBezTo>
                <a:cubicBezTo>
                  <a:pt x="96" y="76"/>
                  <a:pt x="96" y="76"/>
                  <a:pt x="96" y="76"/>
                </a:cubicBezTo>
                <a:cubicBezTo>
                  <a:pt x="96" y="72"/>
                  <a:pt x="92" y="68"/>
                  <a:pt x="88" y="68"/>
                </a:cubicBezTo>
                <a:cubicBezTo>
                  <a:pt x="72" y="68"/>
                  <a:pt x="72" y="68"/>
                  <a:pt x="72" y="68"/>
                </a:cubicBezTo>
                <a:cubicBezTo>
                  <a:pt x="67" y="68"/>
                  <a:pt x="64" y="72"/>
                  <a:pt x="64" y="76"/>
                </a:cubicBezTo>
                <a:lnTo>
                  <a:pt x="64" y="92"/>
                </a:lnTo>
                <a:close/>
                <a:moveTo>
                  <a:pt x="20" y="180"/>
                </a:moveTo>
                <a:cubicBezTo>
                  <a:pt x="20" y="184"/>
                  <a:pt x="23" y="188"/>
                  <a:pt x="28" y="188"/>
                </a:cubicBezTo>
                <a:cubicBezTo>
                  <a:pt x="44" y="188"/>
                  <a:pt x="44" y="188"/>
                  <a:pt x="44" y="188"/>
                </a:cubicBezTo>
                <a:cubicBezTo>
                  <a:pt x="48" y="188"/>
                  <a:pt x="52" y="184"/>
                  <a:pt x="52" y="180"/>
                </a:cubicBezTo>
                <a:cubicBezTo>
                  <a:pt x="52" y="164"/>
                  <a:pt x="52" y="164"/>
                  <a:pt x="52" y="164"/>
                </a:cubicBezTo>
                <a:cubicBezTo>
                  <a:pt x="52" y="160"/>
                  <a:pt x="48" y="156"/>
                  <a:pt x="44" y="156"/>
                </a:cubicBezTo>
                <a:cubicBezTo>
                  <a:pt x="28" y="156"/>
                  <a:pt x="28" y="156"/>
                  <a:pt x="28" y="156"/>
                </a:cubicBezTo>
                <a:cubicBezTo>
                  <a:pt x="23" y="156"/>
                  <a:pt x="20" y="160"/>
                  <a:pt x="20" y="164"/>
                </a:cubicBezTo>
                <a:lnTo>
                  <a:pt x="20" y="180"/>
                </a:lnTo>
                <a:close/>
                <a:moveTo>
                  <a:pt x="20" y="136"/>
                </a:moveTo>
                <a:cubicBezTo>
                  <a:pt x="20" y="140"/>
                  <a:pt x="23" y="144"/>
                  <a:pt x="28" y="144"/>
                </a:cubicBezTo>
                <a:cubicBezTo>
                  <a:pt x="44" y="144"/>
                  <a:pt x="44" y="144"/>
                  <a:pt x="44" y="144"/>
                </a:cubicBezTo>
                <a:cubicBezTo>
                  <a:pt x="48" y="144"/>
                  <a:pt x="52" y="140"/>
                  <a:pt x="52" y="136"/>
                </a:cubicBezTo>
                <a:cubicBezTo>
                  <a:pt x="52" y="120"/>
                  <a:pt x="52" y="120"/>
                  <a:pt x="52" y="120"/>
                </a:cubicBezTo>
                <a:cubicBezTo>
                  <a:pt x="52" y="116"/>
                  <a:pt x="48" y="112"/>
                  <a:pt x="44" y="112"/>
                </a:cubicBezTo>
                <a:cubicBezTo>
                  <a:pt x="28" y="112"/>
                  <a:pt x="28" y="112"/>
                  <a:pt x="28" y="112"/>
                </a:cubicBezTo>
                <a:cubicBezTo>
                  <a:pt x="23" y="112"/>
                  <a:pt x="20" y="116"/>
                  <a:pt x="20" y="120"/>
                </a:cubicBezTo>
                <a:lnTo>
                  <a:pt x="20" y="136"/>
                </a:lnTo>
                <a:close/>
                <a:moveTo>
                  <a:pt x="20" y="92"/>
                </a:moveTo>
                <a:cubicBezTo>
                  <a:pt x="20" y="96"/>
                  <a:pt x="23" y="100"/>
                  <a:pt x="28" y="100"/>
                </a:cubicBezTo>
                <a:cubicBezTo>
                  <a:pt x="44" y="100"/>
                  <a:pt x="44" y="100"/>
                  <a:pt x="44" y="100"/>
                </a:cubicBezTo>
                <a:cubicBezTo>
                  <a:pt x="48" y="100"/>
                  <a:pt x="52" y="96"/>
                  <a:pt x="52" y="92"/>
                </a:cubicBezTo>
                <a:cubicBezTo>
                  <a:pt x="52" y="76"/>
                  <a:pt x="52" y="76"/>
                  <a:pt x="52" y="76"/>
                </a:cubicBezTo>
                <a:cubicBezTo>
                  <a:pt x="52" y="72"/>
                  <a:pt x="48" y="68"/>
                  <a:pt x="44" y="68"/>
                </a:cubicBezTo>
                <a:cubicBezTo>
                  <a:pt x="28" y="68"/>
                  <a:pt x="28" y="68"/>
                  <a:pt x="28" y="68"/>
                </a:cubicBezTo>
                <a:cubicBezTo>
                  <a:pt x="23" y="68"/>
                  <a:pt x="20" y="72"/>
                  <a:pt x="20" y="76"/>
                </a:cubicBezTo>
                <a:lnTo>
                  <a:pt x="20" y="92"/>
                </a:lnTo>
                <a:close/>
                <a:moveTo>
                  <a:pt x="140" y="20"/>
                </a:moveTo>
                <a:cubicBezTo>
                  <a:pt x="20" y="20"/>
                  <a:pt x="20" y="20"/>
                  <a:pt x="20" y="20"/>
                </a:cubicBezTo>
                <a:cubicBezTo>
                  <a:pt x="20" y="52"/>
                  <a:pt x="20" y="52"/>
                  <a:pt x="20" y="52"/>
                </a:cubicBezTo>
                <a:cubicBezTo>
                  <a:pt x="140" y="52"/>
                  <a:pt x="140" y="52"/>
                  <a:pt x="140" y="52"/>
                </a:cubicBezTo>
                <a:lnTo>
                  <a:pt x="140" y="20"/>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141"/>
          <p:cNvSpPr>
            <a:spLocks noEditPoints="1"/>
          </p:cNvSpPr>
          <p:nvPr/>
        </p:nvSpPr>
        <p:spPr bwMode="auto">
          <a:xfrm>
            <a:off x="1098916" y="3859669"/>
            <a:ext cx="386534" cy="387939"/>
          </a:xfrm>
          <a:custGeom>
            <a:avLst/>
            <a:gdLst>
              <a:gd name="T0" fmla="*/ 24 w 196"/>
              <a:gd name="T1" fmla="*/ 133 h 197"/>
              <a:gd name="T2" fmla="*/ 24 w 196"/>
              <a:gd name="T3" fmla="*/ 62 h 197"/>
              <a:gd name="T4" fmla="*/ 61 w 196"/>
              <a:gd name="T5" fmla="*/ 24 h 197"/>
              <a:gd name="T6" fmla="*/ 158 w 196"/>
              <a:gd name="T7" fmla="*/ 24 h 197"/>
              <a:gd name="T8" fmla="*/ 123 w 196"/>
              <a:gd name="T9" fmla="*/ 0 h 197"/>
              <a:gd name="T10" fmla="*/ 37 w 196"/>
              <a:gd name="T11" fmla="*/ 0 h 197"/>
              <a:gd name="T12" fmla="*/ 0 w 196"/>
              <a:gd name="T13" fmla="*/ 37 h 197"/>
              <a:gd name="T14" fmla="*/ 0 w 196"/>
              <a:gd name="T15" fmla="*/ 99 h 197"/>
              <a:gd name="T16" fmla="*/ 24 w 196"/>
              <a:gd name="T17" fmla="*/ 133 h 197"/>
              <a:gd name="T18" fmla="*/ 36 w 196"/>
              <a:gd name="T19" fmla="*/ 74 h 197"/>
              <a:gd name="T20" fmla="*/ 36 w 196"/>
              <a:gd name="T21" fmla="*/ 123 h 197"/>
              <a:gd name="T22" fmla="*/ 74 w 196"/>
              <a:gd name="T23" fmla="*/ 160 h 197"/>
              <a:gd name="T24" fmla="*/ 111 w 196"/>
              <a:gd name="T25" fmla="*/ 160 h 197"/>
              <a:gd name="T26" fmla="*/ 135 w 196"/>
              <a:gd name="T27" fmla="*/ 197 h 197"/>
              <a:gd name="T28" fmla="*/ 160 w 196"/>
              <a:gd name="T29" fmla="*/ 160 h 197"/>
              <a:gd name="T30" fmla="*/ 196 w 196"/>
              <a:gd name="T31" fmla="*/ 123 h 197"/>
              <a:gd name="T32" fmla="*/ 196 w 196"/>
              <a:gd name="T33" fmla="*/ 74 h 197"/>
              <a:gd name="T34" fmla="*/ 160 w 196"/>
              <a:gd name="T35" fmla="*/ 37 h 197"/>
              <a:gd name="T36" fmla="*/ 74 w 196"/>
              <a:gd name="T37" fmla="*/ 37 h 197"/>
              <a:gd name="T38" fmla="*/ 36 w 196"/>
              <a:gd name="T39" fmla="*/ 74 h 197"/>
              <a:gd name="T40" fmla="*/ 172 w 196"/>
              <a:gd name="T41" fmla="*/ 72 h 197"/>
              <a:gd name="T42" fmla="*/ 172 w 196"/>
              <a:gd name="T43" fmla="*/ 123 h 197"/>
              <a:gd name="T44" fmla="*/ 159 w 196"/>
              <a:gd name="T45" fmla="*/ 136 h 197"/>
              <a:gd name="T46" fmla="*/ 152 w 196"/>
              <a:gd name="T47" fmla="*/ 136 h 197"/>
              <a:gd name="T48" fmla="*/ 135 w 196"/>
              <a:gd name="T49" fmla="*/ 160 h 197"/>
              <a:gd name="T50" fmla="*/ 119 w 196"/>
              <a:gd name="T51" fmla="*/ 136 h 197"/>
              <a:gd name="T52" fmla="*/ 74 w 196"/>
              <a:gd name="T53" fmla="*/ 136 h 197"/>
              <a:gd name="T54" fmla="*/ 60 w 196"/>
              <a:gd name="T55" fmla="*/ 123 h 197"/>
              <a:gd name="T56" fmla="*/ 60 w 196"/>
              <a:gd name="T57" fmla="*/ 72 h 197"/>
              <a:gd name="T58" fmla="*/ 74 w 196"/>
              <a:gd name="T59" fmla="*/ 60 h 197"/>
              <a:gd name="T60" fmla="*/ 159 w 196"/>
              <a:gd name="T61" fmla="*/ 60 h 197"/>
              <a:gd name="T62" fmla="*/ 172 w 196"/>
              <a:gd name="T63" fmla="*/ 72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96" h="197">
                <a:moveTo>
                  <a:pt x="24" y="133"/>
                </a:moveTo>
                <a:cubicBezTo>
                  <a:pt x="24" y="62"/>
                  <a:pt x="24" y="62"/>
                  <a:pt x="24" y="62"/>
                </a:cubicBezTo>
                <a:cubicBezTo>
                  <a:pt x="24" y="41"/>
                  <a:pt x="41" y="24"/>
                  <a:pt x="61" y="24"/>
                </a:cubicBezTo>
                <a:cubicBezTo>
                  <a:pt x="158" y="24"/>
                  <a:pt x="158" y="24"/>
                  <a:pt x="158" y="24"/>
                </a:cubicBezTo>
                <a:cubicBezTo>
                  <a:pt x="153" y="10"/>
                  <a:pt x="139" y="0"/>
                  <a:pt x="123" y="0"/>
                </a:cubicBezTo>
                <a:cubicBezTo>
                  <a:pt x="37" y="0"/>
                  <a:pt x="37" y="0"/>
                  <a:pt x="37" y="0"/>
                </a:cubicBezTo>
                <a:cubicBezTo>
                  <a:pt x="16" y="0"/>
                  <a:pt x="0" y="17"/>
                  <a:pt x="0" y="37"/>
                </a:cubicBezTo>
                <a:cubicBezTo>
                  <a:pt x="0" y="99"/>
                  <a:pt x="0" y="99"/>
                  <a:pt x="0" y="99"/>
                </a:cubicBezTo>
                <a:cubicBezTo>
                  <a:pt x="0" y="115"/>
                  <a:pt x="9" y="128"/>
                  <a:pt x="24" y="133"/>
                </a:cubicBezTo>
                <a:close/>
                <a:moveTo>
                  <a:pt x="36" y="74"/>
                </a:moveTo>
                <a:cubicBezTo>
                  <a:pt x="36" y="123"/>
                  <a:pt x="36" y="123"/>
                  <a:pt x="36" y="123"/>
                </a:cubicBezTo>
                <a:cubicBezTo>
                  <a:pt x="36" y="144"/>
                  <a:pt x="53" y="160"/>
                  <a:pt x="74" y="160"/>
                </a:cubicBezTo>
                <a:cubicBezTo>
                  <a:pt x="111" y="160"/>
                  <a:pt x="111" y="160"/>
                  <a:pt x="111" y="160"/>
                </a:cubicBezTo>
                <a:cubicBezTo>
                  <a:pt x="135" y="197"/>
                  <a:pt x="135" y="197"/>
                  <a:pt x="135" y="197"/>
                </a:cubicBezTo>
                <a:cubicBezTo>
                  <a:pt x="160" y="160"/>
                  <a:pt x="160" y="160"/>
                  <a:pt x="160" y="160"/>
                </a:cubicBezTo>
                <a:cubicBezTo>
                  <a:pt x="180" y="160"/>
                  <a:pt x="196" y="144"/>
                  <a:pt x="196" y="123"/>
                </a:cubicBezTo>
                <a:cubicBezTo>
                  <a:pt x="196" y="74"/>
                  <a:pt x="196" y="74"/>
                  <a:pt x="196" y="74"/>
                </a:cubicBezTo>
                <a:cubicBezTo>
                  <a:pt x="196" y="54"/>
                  <a:pt x="180" y="37"/>
                  <a:pt x="160" y="37"/>
                </a:cubicBezTo>
                <a:cubicBezTo>
                  <a:pt x="74" y="37"/>
                  <a:pt x="74" y="37"/>
                  <a:pt x="74" y="37"/>
                </a:cubicBezTo>
                <a:cubicBezTo>
                  <a:pt x="53" y="37"/>
                  <a:pt x="36" y="54"/>
                  <a:pt x="36" y="74"/>
                </a:cubicBezTo>
                <a:close/>
                <a:moveTo>
                  <a:pt x="172" y="72"/>
                </a:moveTo>
                <a:cubicBezTo>
                  <a:pt x="172" y="123"/>
                  <a:pt x="172" y="123"/>
                  <a:pt x="172" y="123"/>
                </a:cubicBezTo>
                <a:cubicBezTo>
                  <a:pt x="172" y="130"/>
                  <a:pt x="166" y="136"/>
                  <a:pt x="159" y="136"/>
                </a:cubicBezTo>
                <a:cubicBezTo>
                  <a:pt x="152" y="136"/>
                  <a:pt x="152" y="136"/>
                  <a:pt x="152" y="136"/>
                </a:cubicBezTo>
                <a:cubicBezTo>
                  <a:pt x="135" y="160"/>
                  <a:pt x="135" y="160"/>
                  <a:pt x="135" y="160"/>
                </a:cubicBezTo>
                <a:cubicBezTo>
                  <a:pt x="119" y="136"/>
                  <a:pt x="119" y="136"/>
                  <a:pt x="119" y="136"/>
                </a:cubicBezTo>
                <a:cubicBezTo>
                  <a:pt x="74" y="136"/>
                  <a:pt x="74" y="136"/>
                  <a:pt x="74" y="136"/>
                </a:cubicBezTo>
                <a:cubicBezTo>
                  <a:pt x="67" y="136"/>
                  <a:pt x="60" y="130"/>
                  <a:pt x="60" y="123"/>
                </a:cubicBezTo>
                <a:cubicBezTo>
                  <a:pt x="60" y="72"/>
                  <a:pt x="60" y="72"/>
                  <a:pt x="60" y="72"/>
                </a:cubicBezTo>
                <a:cubicBezTo>
                  <a:pt x="60" y="66"/>
                  <a:pt x="67" y="60"/>
                  <a:pt x="74" y="60"/>
                </a:cubicBezTo>
                <a:cubicBezTo>
                  <a:pt x="159" y="60"/>
                  <a:pt x="159" y="60"/>
                  <a:pt x="159" y="60"/>
                </a:cubicBezTo>
                <a:cubicBezTo>
                  <a:pt x="166" y="60"/>
                  <a:pt x="172" y="66"/>
                  <a:pt x="172" y="72"/>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142"/>
          <p:cNvSpPr>
            <a:spLocks noEditPoints="1"/>
          </p:cNvSpPr>
          <p:nvPr/>
        </p:nvSpPr>
        <p:spPr bwMode="auto">
          <a:xfrm>
            <a:off x="1628819" y="3856858"/>
            <a:ext cx="283927" cy="394968"/>
          </a:xfrm>
          <a:custGeom>
            <a:avLst/>
            <a:gdLst>
              <a:gd name="T0" fmla="*/ 140 w 144"/>
              <a:gd name="T1" fmla="*/ 184 h 200"/>
              <a:gd name="T2" fmla="*/ 144 w 144"/>
              <a:gd name="T3" fmla="*/ 188 h 200"/>
              <a:gd name="T4" fmla="*/ 144 w 144"/>
              <a:gd name="T5" fmla="*/ 200 h 200"/>
              <a:gd name="T6" fmla="*/ 0 w 144"/>
              <a:gd name="T7" fmla="*/ 200 h 200"/>
              <a:gd name="T8" fmla="*/ 0 w 144"/>
              <a:gd name="T9" fmla="*/ 188 h 200"/>
              <a:gd name="T10" fmla="*/ 4 w 144"/>
              <a:gd name="T11" fmla="*/ 184 h 200"/>
              <a:gd name="T12" fmla="*/ 16 w 144"/>
              <a:gd name="T13" fmla="*/ 184 h 200"/>
              <a:gd name="T14" fmla="*/ 49 w 144"/>
              <a:gd name="T15" fmla="*/ 100 h 200"/>
              <a:gd name="T16" fmla="*/ 16 w 144"/>
              <a:gd name="T17" fmla="*/ 16 h 200"/>
              <a:gd name="T18" fmla="*/ 4 w 144"/>
              <a:gd name="T19" fmla="*/ 16 h 200"/>
              <a:gd name="T20" fmla="*/ 0 w 144"/>
              <a:gd name="T21" fmla="*/ 12 h 200"/>
              <a:gd name="T22" fmla="*/ 0 w 144"/>
              <a:gd name="T23" fmla="*/ 0 h 200"/>
              <a:gd name="T24" fmla="*/ 144 w 144"/>
              <a:gd name="T25" fmla="*/ 0 h 200"/>
              <a:gd name="T26" fmla="*/ 144 w 144"/>
              <a:gd name="T27" fmla="*/ 12 h 200"/>
              <a:gd name="T28" fmla="*/ 140 w 144"/>
              <a:gd name="T29" fmla="*/ 16 h 200"/>
              <a:gd name="T30" fmla="*/ 126 w 144"/>
              <a:gd name="T31" fmla="*/ 16 h 200"/>
              <a:gd name="T32" fmla="*/ 93 w 144"/>
              <a:gd name="T33" fmla="*/ 100 h 200"/>
              <a:gd name="T34" fmla="*/ 126 w 144"/>
              <a:gd name="T35" fmla="*/ 184 h 200"/>
              <a:gd name="T36" fmla="*/ 140 w 144"/>
              <a:gd name="T37" fmla="*/ 184 h 200"/>
              <a:gd name="T38" fmla="*/ 83 w 144"/>
              <a:gd name="T39" fmla="*/ 100 h 200"/>
              <a:gd name="T40" fmla="*/ 116 w 144"/>
              <a:gd name="T41" fmla="*/ 16 h 200"/>
              <a:gd name="T42" fmla="*/ 26 w 144"/>
              <a:gd name="T43" fmla="*/ 16 h 200"/>
              <a:gd name="T44" fmla="*/ 60 w 144"/>
              <a:gd name="T45" fmla="*/ 100 h 200"/>
              <a:gd name="T46" fmla="*/ 27 w 144"/>
              <a:gd name="T47" fmla="*/ 184 h 200"/>
              <a:gd name="T48" fmla="*/ 32 w 144"/>
              <a:gd name="T49" fmla="*/ 184 h 200"/>
              <a:gd name="T50" fmla="*/ 46 w 144"/>
              <a:gd name="T51" fmla="*/ 171 h 200"/>
              <a:gd name="T52" fmla="*/ 55 w 144"/>
              <a:gd name="T53" fmla="*/ 166 h 200"/>
              <a:gd name="T54" fmla="*/ 67 w 144"/>
              <a:gd name="T55" fmla="*/ 160 h 200"/>
              <a:gd name="T56" fmla="*/ 71 w 144"/>
              <a:gd name="T57" fmla="*/ 152 h 200"/>
              <a:gd name="T58" fmla="*/ 75 w 144"/>
              <a:gd name="T59" fmla="*/ 160 h 200"/>
              <a:gd name="T60" fmla="*/ 86 w 144"/>
              <a:gd name="T61" fmla="*/ 166 h 200"/>
              <a:gd name="T62" fmla="*/ 96 w 144"/>
              <a:gd name="T63" fmla="*/ 171 h 200"/>
              <a:gd name="T64" fmla="*/ 109 w 144"/>
              <a:gd name="T65" fmla="*/ 184 h 200"/>
              <a:gd name="T66" fmla="*/ 116 w 144"/>
              <a:gd name="T67" fmla="*/ 184 h 200"/>
              <a:gd name="T68" fmla="*/ 83 w 144"/>
              <a:gd name="T69" fmla="*/ 100 h 200"/>
              <a:gd name="T70" fmla="*/ 75 w 144"/>
              <a:gd name="T71" fmla="*/ 89 h 200"/>
              <a:gd name="T72" fmla="*/ 73 w 144"/>
              <a:gd name="T73" fmla="*/ 99 h 200"/>
              <a:gd name="T74" fmla="*/ 72 w 144"/>
              <a:gd name="T75" fmla="*/ 106 h 200"/>
              <a:gd name="T76" fmla="*/ 71 w 144"/>
              <a:gd name="T77" fmla="*/ 99 h 200"/>
              <a:gd name="T78" fmla="*/ 68 w 144"/>
              <a:gd name="T79" fmla="*/ 89 h 200"/>
              <a:gd name="T80" fmla="*/ 61 w 144"/>
              <a:gd name="T81" fmla="*/ 79 h 200"/>
              <a:gd name="T82" fmla="*/ 52 w 144"/>
              <a:gd name="T83" fmla="*/ 69 h 200"/>
              <a:gd name="T84" fmla="*/ 39 w 144"/>
              <a:gd name="T85" fmla="*/ 55 h 200"/>
              <a:gd name="T86" fmla="*/ 72 w 144"/>
              <a:gd name="T87" fmla="*/ 65 h 200"/>
              <a:gd name="T88" fmla="*/ 104 w 144"/>
              <a:gd name="T89" fmla="*/ 55 h 200"/>
              <a:gd name="T90" fmla="*/ 92 w 144"/>
              <a:gd name="T91" fmla="*/ 69 h 200"/>
              <a:gd name="T92" fmla="*/ 83 w 144"/>
              <a:gd name="T93" fmla="*/ 79 h 200"/>
              <a:gd name="T94" fmla="*/ 75 w 144"/>
              <a:gd name="T95" fmla="*/ 89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4" h="200">
                <a:moveTo>
                  <a:pt x="140" y="184"/>
                </a:moveTo>
                <a:cubicBezTo>
                  <a:pt x="142" y="184"/>
                  <a:pt x="144" y="186"/>
                  <a:pt x="144" y="188"/>
                </a:cubicBezTo>
                <a:cubicBezTo>
                  <a:pt x="144" y="190"/>
                  <a:pt x="144" y="200"/>
                  <a:pt x="144" y="200"/>
                </a:cubicBezTo>
                <a:cubicBezTo>
                  <a:pt x="0" y="200"/>
                  <a:pt x="0" y="200"/>
                  <a:pt x="0" y="200"/>
                </a:cubicBezTo>
                <a:cubicBezTo>
                  <a:pt x="0" y="200"/>
                  <a:pt x="0" y="190"/>
                  <a:pt x="0" y="188"/>
                </a:cubicBezTo>
                <a:cubicBezTo>
                  <a:pt x="0" y="186"/>
                  <a:pt x="2" y="184"/>
                  <a:pt x="4" y="184"/>
                </a:cubicBezTo>
                <a:cubicBezTo>
                  <a:pt x="16" y="184"/>
                  <a:pt x="16" y="184"/>
                  <a:pt x="16" y="184"/>
                </a:cubicBezTo>
                <a:cubicBezTo>
                  <a:pt x="17" y="135"/>
                  <a:pt x="49" y="120"/>
                  <a:pt x="49" y="100"/>
                </a:cubicBezTo>
                <a:cubicBezTo>
                  <a:pt x="49" y="80"/>
                  <a:pt x="16" y="79"/>
                  <a:pt x="16" y="16"/>
                </a:cubicBezTo>
                <a:cubicBezTo>
                  <a:pt x="4" y="16"/>
                  <a:pt x="4" y="16"/>
                  <a:pt x="4" y="16"/>
                </a:cubicBezTo>
                <a:cubicBezTo>
                  <a:pt x="2" y="16"/>
                  <a:pt x="0" y="14"/>
                  <a:pt x="0" y="12"/>
                </a:cubicBezTo>
                <a:cubicBezTo>
                  <a:pt x="0" y="10"/>
                  <a:pt x="0" y="0"/>
                  <a:pt x="0" y="0"/>
                </a:cubicBezTo>
                <a:cubicBezTo>
                  <a:pt x="144" y="0"/>
                  <a:pt x="144" y="0"/>
                  <a:pt x="144" y="0"/>
                </a:cubicBezTo>
                <a:cubicBezTo>
                  <a:pt x="144" y="0"/>
                  <a:pt x="144" y="10"/>
                  <a:pt x="144" y="12"/>
                </a:cubicBezTo>
                <a:cubicBezTo>
                  <a:pt x="144" y="14"/>
                  <a:pt x="142" y="16"/>
                  <a:pt x="140" y="16"/>
                </a:cubicBezTo>
                <a:cubicBezTo>
                  <a:pt x="126" y="16"/>
                  <a:pt x="126" y="16"/>
                  <a:pt x="126" y="16"/>
                </a:cubicBezTo>
                <a:cubicBezTo>
                  <a:pt x="126" y="79"/>
                  <a:pt x="93" y="80"/>
                  <a:pt x="93" y="100"/>
                </a:cubicBezTo>
                <a:cubicBezTo>
                  <a:pt x="93" y="120"/>
                  <a:pt x="125" y="135"/>
                  <a:pt x="126" y="184"/>
                </a:cubicBezTo>
                <a:lnTo>
                  <a:pt x="140" y="184"/>
                </a:lnTo>
                <a:close/>
                <a:moveTo>
                  <a:pt x="83" y="100"/>
                </a:moveTo>
                <a:cubicBezTo>
                  <a:pt x="83" y="80"/>
                  <a:pt x="115" y="79"/>
                  <a:pt x="116" y="16"/>
                </a:cubicBezTo>
                <a:cubicBezTo>
                  <a:pt x="26" y="16"/>
                  <a:pt x="26" y="16"/>
                  <a:pt x="26" y="16"/>
                </a:cubicBezTo>
                <a:cubicBezTo>
                  <a:pt x="27" y="79"/>
                  <a:pt x="60" y="80"/>
                  <a:pt x="60" y="100"/>
                </a:cubicBezTo>
                <a:cubicBezTo>
                  <a:pt x="60" y="119"/>
                  <a:pt x="27" y="134"/>
                  <a:pt x="27" y="184"/>
                </a:cubicBezTo>
                <a:cubicBezTo>
                  <a:pt x="32" y="184"/>
                  <a:pt x="32" y="184"/>
                  <a:pt x="32" y="184"/>
                </a:cubicBezTo>
                <a:cubicBezTo>
                  <a:pt x="34" y="180"/>
                  <a:pt x="38" y="175"/>
                  <a:pt x="46" y="171"/>
                </a:cubicBezTo>
                <a:cubicBezTo>
                  <a:pt x="55" y="166"/>
                  <a:pt x="55" y="166"/>
                  <a:pt x="55" y="166"/>
                </a:cubicBezTo>
                <a:cubicBezTo>
                  <a:pt x="62" y="163"/>
                  <a:pt x="65" y="161"/>
                  <a:pt x="67" y="160"/>
                </a:cubicBezTo>
                <a:cubicBezTo>
                  <a:pt x="68" y="159"/>
                  <a:pt x="69" y="156"/>
                  <a:pt x="71" y="152"/>
                </a:cubicBezTo>
                <a:cubicBezTo>
                  <a:pt x="72" y="156"/>
                  <a:pt x="74" y="159"/>
                  <a:pt x="75" y="160"/>
                </a:cubicBezTo>
                <a:cubicBezTo>
                  <a:pt x="76" y="161"/>
                  <a:pt x="80" y="163"/>
                  <a:pt x="86" y="166"/>
                </a:cubicBezTo>
                <a:cubicBezTo>
                  <a:pt x="96" y="171"/>
                  <a:pt x="96" y="171"/>
                  <a:pt x="96" y="171"/>
                </a:cubicBezTo>
                <a:cubicBezTo>
                  <a:pt x="103" y="175"/>
                  <a:pt x="108" y="180"/>
                  <a:pt x="109" y="184"/>
                </a:cubicBezTo>
                <a:cubicBezTo>
                  <a:pt x="116" y="184"/>
                  <a:pt x="116" y="184"/>
                  <a:pt x="116" y="184"/>
                </a:cubicBezTo>
                <a:cubicBezTo>
                  <a:pt x="115" y="134"/>
                  <a:pt x="83" y="119"/>
                  <a:pt x="83" y="100"/>
                </a:cubicBezTo>
                <a:close/>
                <a:moveTo>
                  <a:pt x="75" y="89"/>
                </a:moveTo>
                <a:cubicBezTo>
                  <a:pt x="74" y="91"/>
                  <a:pt x="73" y="94"/>
                  <a:pt x="73" y="99"/>
                </a:cubicBezTo>
                <a:cubicBezTo>
                  <a:pt x="73" y="100"/>
                  <a:pt x="72" y="103"/>
                  <a:pt x="72" y="106"/>
                </a:cubicBezTo>
                <a:cubicBezTo>
                  <a:pt x="71" y="103"/>
                  <a:pt x="71" y="100"/>
                  <a:pt x="71" y="99"/>
                </a:cubicBezTo>
                <a:cubicBezTo>
                  <a:pt x="70" y="94"/>
                  <a:pt x="69" y="91"/>
                  <a:pt x="68" y="89"/>
                </a:cubicBezTo>
                <a:cubicBezTo>
                  <a:pt x="68" y="87"/>
                  <a:pt x="65" y="84"/>
                  <a:pt x="61" y="79"/>
                </a:cubicBezTo>
                <a:cubicBezTo>
                  <a:pt x="52" y="69"/>
                  <a:pt x="52" y="69"/>
                  <a:pt x="52" y="69"/>
                </a:cubicBezTo>
                <a:cubicBezTo>
                  <a:pt x="45" y="63"/>
                  <a:pt x="41" y="58"/>
                  <a:pt x="39" y="55"/>
                </a:cubicBezTo>
                <a:cubicBezTo>
                  <a:pt x="50" y="62"/>
                  <a:pt x="61" y="65"/>
                  <a:pt x="72" y="65"/>
                </a:cubicBezTo>
                <a:cubicBezTo>
                  <a:pt x="82" y="65"/>
                  <a:pt x="93" y="62"/>
                  <a:pt x="104" y="55"/>
                </a:cubicBezTo>
                <a:cubicBezTo>
                  <a:pt x="102" y="58"/>
                  <a:pt x="98" y="63"/>
                  <a:pt x="92" y="69"/>
                </a:cubicBezTo>
                <a:cubicBezTo>
                  <a:pt x="83" y="79"/>
                  <a:pt x="83" y="79"/>
                  <a:pt x="83" y="79"/>
                </a:cubicBezTo>
                <a:cubicBezTo>
                  <a:pt x="78" y="84"/>
                  <a:pt x="76" y="87"/>
                  <a:pt x="75" y="89"/>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143"/>
          <p:cNvSpPr>
            <a:spLocks noEditPoints="1"/>
          </p:cNvSpPr>
          <p:nvPr/>
        </p:nvSpPr>
        <p:spPr bwMode="auto">
          <a:xfrm>
            <a:off x="2040653" y="3862480"/>
            <a:ext cx="390750" cy="352800"/>
          </a:xfrm>
          <a:custGeom>
            <a:avLst/>
            <a:gdLst>
              <a:gd name="T0" fmla="*/ 180 w 198"/>
              <a:gd name="T1" fmla="*/ 73 h 179"/>
              <a:gd name="T2" fmla="*/ 18 w 198"/>
              <a:gd name="T3" fmla="*/ 73 h 179"/>
              <a:gd name="T4" fmla="*/ 0 w 198"/>
              <a:gd name="T5" fmla="*/ 55 h 179"/>
              <a:gd name="T6" fmla="*/ 198 w 198"/>
              <a:gd name="T7" fmla="*/ 55 h 179"/>
              <a:gd name="T8" fmla="*/ 180 w 198"/>
              <a:gd name="T9" fmla="*/ 73 h 179"/>
              <a:gd name="T10" fmla="*/ 171 w 198"/>
              <a:gd name="T11" fmla="*/ 82 h 179"/>
              <a:gd name="T12" fmla="*/ 153 w 198"/>
              <a:gd name="T13" fmla="*/ 100 h 179"/>
              <a:gd name="T14" fmla="*/ 45 w 198"/>
              <a:gd name="T15" fmla="*/ 100 h 179"/>
              <a:gd name="T16" fmla="*/ 27 w 198"/>
              <a:gd name="T17" fmla="*/ 82 h 179"/>
              <a:gd name="T18" fmla="*/ 171 w 198"/>
              <a:gd name="T19" fmla="*/ 82 h 179"/>
              <a:gd name="T20" fmla="*/ 144 w 198"/>
              <a:gd name="T21" fmla="*/ 109 h 179"/>
              <a:gd name="T22" fmla="*/ 126 w 198"/>
              <a:gd name="T23" fmla="*/ 127 h 179"/>
              <a:gd name="T24" fmla="*/ 72 w 198"/>
              <a:gd name="T25" fmla="*/ 127 h 179"/>
              <a:gd name="T26" fmla="*/ 54 w 198"/>
              <a:gd name="T27" fmla="*/ 109 h 179"/>
              <a:gd name="T28" fmla="*/ 144 w 198"/>
              <a:gd name="T29" fmla="*/ 109 h 179"/>
              <a:gd name="T30" fmla="*/ 99 w 198"/>
              <a:gd name="T31" fmla="*/ 129 h 179"/>
              <a:gd name="T32" fmla="*/ 124 w 198"/>
              <a:gd name="T33" fmla="*/ 154 h 179"/>
              <a:gd name="T34" fmla="*/ 99 w 198"/>
              <a:gd name="T35" fmla="*/ 179 h 179"/>
              <a:gd name="T36" fmla="*/ 73 w 198"/>
              <a:gd name="T37" fmla="*/ 154 h 179"/>
              <a:gd name="T38" fmla="*/ 99 w 198"/>
              <a:gd name="T39" fmla="*/ 12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8" h="179">
                <a:moveTo>
                  <a:pt x="180" y="73"/>
                </a:moveTo>
                <a:cubicBezTo>
                  <a:pt x="135" y="28"/>
                  <a:pt x="63" y="28"/>
                  <a:pt x="18" y="73"/>
                </a:cubicBezTo>
                <a:cubicBezTo>
                  <a:pt x="0" y="55"/>
                  <a:pt x="0" y="55"/>
                  <a:pt x="0" y="55"/>
                </a:cubicBezTo>
                <a:cubicBezTo>
                  <a:pt x="55" y="0"/>
                  <a:pt x="143" y="0"/>
                  <a:pt x="198" y="55"/>
                </a:cubicBezTo>
                <a:lnTo>
                  <a:pt x="180" y="73"/>
                </a:lnTo>
                <a:close/>
                <a:moveTo>
                  <a:pt x="171" y="82"/>
                </a:moveTo>
                <a:cubicBezTo>
                  <a:pt x="153" y="100"/>
                  <a:pt x="153" y="100"/>
                  <a:pt x="153" y="100"/>
                </a:cubicBezTo>
                <a:cubicBezTo>
                  <a:pt x="123" y="70"/>
                  <a:pt x="75" y="70"/>
                  <a:pt x="45" y="100"/>
                </a:cubicBezTo>
                <a:cubicBezTo>
                  <a:pt x="27" y="82"/>
                  <a:pt x="27" y="82"/>
                  <a:pt x="27" y="82"/>
                </a:cubicBezTo>
                <a:cubicBezTo>
                  <a:pt x="67" y="42"/>
                  <a:pt x="131" y="42"/>
                  <a:pt x="171" y="82"/>
                </a:cubicBezTo>
                <a:close/>
                <a:moveTo>
                  <a:pt x="144" y="109"/>
                </a:moveTo>
                <a:cubicBezTo>
                  <a:pt x="126" y="127"/>
                  <a:pt x="126" y="127"/>
                  <a:pt x="126" y="127"/>
                </a:cubicBezTo>
                <a:cubicBezTo>
                  <a:pt x="111" y="112"/>
                  <a:pt x="87" y="112"/>
                  <a:pt x="72" y="127"/>
                </a:cubicBezTo>
                <a:cubicBezTo>
                  <a:pt x="54" y="109"/>
                  <a:pt x="54" y="109"/>
                  <a:pt x="54" y="109"/>
                </a:cubicBezTo>
                <a:cubicBezTo>
                  <a:pt x="79" y="84"/>
                  <a:pt x="119" y="84"/>
                  <a:pt x="144" y="109"/>
                </a:cubicBezTo>
                <a:close/>
                <a:moveTo>
                  <a:pt x="99" y="129"/>
                </a:moveTo>
                <a:cubicBezTo>
                  <a:pt x="113" y="129"/>
                  <a:pt x="124" y="140"/>
                  <a:pt x="124" y="154"/>
                </a:cubicBezTo>
                <a:cubicBezTo>
                  <a:pt x="124" y="168"/>
                  <a:pt x="113" y="179"/>
                  <a:pt x="99" y="179"/>
                </a:cubicBezTo>
                <a:cubicBezTo>
                  <a:pt x="85" y="179"/>
                  <a:pt x="73" y="168"/>
                  <a:pt x="73" y="154"/>
                </a:cubicBezTo>
                <a:cubicBezTo>
                  <a:pt x="73" y="140"/>
                  <a:pt x="85" y="129"/>
                  <a:pt x="99" y="129"/>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144"/>
          <p:cNvSpPr>
            <a:spLocks noEditPoints="1"/>
          </p:cNvSpPr>
          <p:nvPr/>
        </p:nvSpPr>
        <p:spPr bwMode="auto">
          <a:xfrm>
            <a:off x="2539633" y="3855452"/>
            <a:ext cx="393562" cy="392157"/>
          </a:xfrm>
          <a:custGeom>
            <a:avLst/>
            <a:gdLst>
              <a:gd name="T0" fmla="*/ 200 w 200"/>
              <a:gd name="T1" fmla="*/ 99 h 199"/>
              <a:gd name="T2" fmla="*/ 100 w 200"/>
              <a:gd name="T3" fmla="*/ 0 h 199"/>
              <a:gd name="T4" fmla="*/ 0 w 200"/>
              <a:gd name="T5" fmla="*/ 99 h 199"/>
              <a:gd name="T6" fmla="*/ 100 w 200"/>
              <a:gd name="T7" fmla="*/ 199 h 199"/>
              <a:gd name="T8" fmla="*/ 112 w 200"/>
              <a:gd name="T9" fmla="*/ 199 h 199"/>
              <a:gd name="T10" fmla="*/ 125 w 200"/>
              <a:gd name="T11" fmla="*/ 187 h 199"/>
              <a:gd name="T12" fmla="*/ 112 w 200"/>
              <a:gd name="T13" fmla="*/ 174 h 199"/>
              <a:gd name="T14" fmla="*/ 100 w 200"/>
              <a:gd name="T15" fmla="*/ 174 h 199"/>
              <a:gd name="T16" fmla="*/ 25 w 200"/>
              <a:gd name="T17" fmla="*/ 99 h 199"/>
              <a:gd name="T18" fmla="*/ 100 w 200"/>
              <a:gd name="T19" fmla="*/ 25 h 199"/>
              <a:gd name="T20" fmla="*/ 176 w 200"/>
              <a:gd name="T21" fmla="*/ 99 h 199"/>
              <a:gd name="T22" fmla="*/ 176 w 200"/>
              <a:gd name="T23" fmla="*/ 137 h 199"/>
              <a:gd name="T24" fmla="*/ 162 w 200"/>
              <a:gd name="T25" fmla="*/ 149 h 199"/>
              <a:gd name="T26" fmla="*/ 148 w 200"/>
              <a:gd name="T27" fmla="*/ 137 h 199"/>
              <a:gd name="T28" fmla="*/ 148 w 200"/>
              <a:gd name="T29" fmla="*/ 99 h 199"/>
              <a:gd name="T30" fmla="*/ 100 w 200"/>
              <a:gd name="T31" fmla="*/ 49 h 199"/>
              <a:gd name="T32" fmla="*/ 50 w 200"/>
              <a:gd name="T33" fmla="*/ 99 h 199"/>
              <a:gd name="T34" fmla="*/ 100 w 200"/>
              <a:gd name="T35" fmla="*/ 149 h 199"/>
              <a:gd name="T36" fmla="*/ 125 w 200"/>
              <a:gd name="T37" fmla="*/ 142 h 199"/>
              <a:gd name="T38" fmla="*/ 162 w 200"/>
              <a:gd name="T39" fmla="*/ 174 h 199"/>
              <a:gd name="T40" fmla="*/ 200 w 200"/>
              <a:gd name="T41" fmla="*/ 137 h 199"/>
              <a:gd name="T42" fmla="*/ 200 w 200"/>
              <a:gd name="T43" fmla="*/ 99 h 199"/>
              <a:gd name="T44" fmla="*/ 100 w 200"/>
              <a:gd name="T45" fmla="*/ 124 h 199"/>
              <a:gd name="T46" fmla="*/ 75 w 200"/>
              <a:gd name="T47" fmla="*/ 99 h 199"/>
              <a:gd name="T48" fmla="*/ 100 w 200"/>
              <a:gd name="T49" fmla="*/ 74 h 199"/>
              <a:gd name="T50" fmla="*/ 125 w 200"/>
              <a:gd name="T51" fmla="*/ 99 h 199"/>
              <a:gd name="T52" fmla="*/ 100 w 200"/>
              <a:gd name="T53" fmla="*/ 12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00" h="199">
                <a:moveTo>
                  <a:pt x="200" y="99"/>
                </a:moveTo>
                <a:cubicBezTo>
                  <a:pt x="200" y="44"/>
                  <a:pt x="155" y="0"/>
                  <a:pt x="100" y="0"/>
                </a:cubicBezTo>
                <a:cubicBezTo>
                  <a:pt x="45" y="0"/>
                  <a:pt x="0" y="44"/>
                  <a:pt x="0" y="99"/>
                </a:cubicBezTo>
                <a:cubicBezTo>
                  <a:pt x="0" y="154"/>
                  <a:pt x="45" y="199"/>
                  <a:pt x="100" y="199"/>
                </a:cubicBezTo>
                <a:cubicBezTo>
                  <a:pt x="112" y="199"/>
                  <a:pt x="112" y="199"/>
                  <a:pt x="112" y="199"/>
                </a:cubicBezTo>
                <a:cubicBezTo>
                  <a:pt x="119" y="199"/>
                  <a:pt x="125" y="193"/>
                  <a:pt x="125" y="187"/>
                </a:cubicBezTo>
                <a:cubicBezTo>
                  <a:pt x="125" y="180"/>
                  <a:pt x="119" y="174"/>
                  <a:pt x="112" y="174"/>
                </a:cubicBezTo>
                <a:cubicBezTo>
                  <a:pt x="100" y="174"/>
                  <a:pt x="100" y="174"/>
                  <a:pt x="100" y="174"/>
                </a:cubicBezTo>
                <a:cubicBezTo>
                  <a:pt x="59" y="174"/>
                  <a:pt x="25" y="141"/>
                  <a:pt x="25" y="99"/>
                </a:cubicBezTo>
                <a:cubicBezTo>
                  <a:pt x="25" y="58"/>
                  <a:pt x="59" y="25"/>
                  <a:pt x="100" y="25"/>
                </a:cubicBezTo>
                <a:cubicBezTo>
                  <a:pt x="141" y="25"/>
                  <a:pt x="176" y="58"/>
                  <a:pt x="176" y="99"/>
                </a:cubicBezTo>
                <a:cubicBezTo>
                  <a:pt x="176" y="137"/>
                  <a:pt x="176" y="137"/>
                  <a:pt x="176" y="137"/>
                </a:cubicBezTo>
                <a:cubicBezTo>
                  <a:pt x="176" y="144"/>
                  <a:pt x="169" y="149"/>
                  <a:pt x="162" y="149"/>
                </a:cubicBezTo>
                <a:cubicBezTo>
                  <a:pt x="155" y="149"/>
                  <a:pt x="148" y="144"/>
                  <a:pt x="148" y="137"/>
                </a:cubicBezTo>
                <a:cubicBezTo>
                  <a:pt x="148" y="99"/>
                  <a:pt x="148" y="99"/>
                  <a:pt x="148" y="99"/>
                </a:cubicBezTo>
                <a:cubicBezTo>
                  <a:pt x="148" y="72"/>
                  <a:pt x="127" y="49"/>
                  <a:pt x="100" y="49"/>
                </a:cubicBezTo>
                <a:cubicBezTo>
                  <a:pt x="72" y="49"/>
                  <a:pt x="50" y="72"/>
                  <a:pt x="50" y="99"/>
                </a:cubicBezTo>
                <a:cubicBezTo>
                  <a:pt x="50" y="127"/>
                  <a:pt x="72" y="149"/>
                  <a:pt x="100" y="149"/>
                </a:cubicBezTo>
                <a:cubicBezTo>
                  <a:pt x="109" y="149"/>
                  <a:pt x="118" y="146"/>
                  <a:pt x="125" y="142"/>
                </a:cubicBezTo>
                <a:cubicBezTo>
                  <a:pt x="128" y="160"/>
                  <a:pt x="143" y="174"/>
                  <a:pt x="162" y="174"/>
                </a:cubicBezTo>
                <a:cubicBezTo>
                  <a:pt x="183" y="174"/>
                  <a:pt x="200" y="157"/>
                  <a:pt x="200" y="137"/>
                </a:cubicBezTo>
                <a:lnTo>
                  <a:pt x="200" y="99"/>
                </a:lnTo>
                <a:close/>
                <a:moveTo>
                  <a:pt x="100" y="124"/>
                </a:moveTo>
                <a:cubicBezTo>
                  <a:pt x="86" y="124"/>
                  <a:pt x="75" y="113"/>
                  <a:pt x="75" y="99"/>
                </a:cubicBezTo>
                <a:cubicBezTo>
                  <a:pt x="75" y="86"/>
                  <a:pt x="86" y="74"/>
                  <a:pt x="100" y="74"/>
                </a:cubicBezTo>
                <a:cubicBezTo>
                  <a:pt x="114" y="74"/>
                  <a:pt x="125" y="86"/>
                  <a:pt x="125" y="99"/>
                </a:cubicBezTo>
                <a:cubicBezTo>
                  <a:pt x="125" y="113"/>
                  <a:pt x="114" y="124"/>
                  <a:pt x="100" y="124"/>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145"/>
          <p:cNvSpPr>
            <a:spLocks noEditPoints="1"/>
          </p:cNvSpPr>
          <p:nvPr/>
        </p:nvSpPr>
        <p:spPr bwMode="auto">
          <a:xfrm>
            <a:off x="3101864" y="3859669"/>
            <a:ext cx="265655" cy="399184"/>
          </a:xfrm>
          <a:custGeom>
            <a:avLst/>
            <a:gdLst>
              <a:gd name="T0" fmla="*/ 141 w 189"/>
              <a:gd name="T1" fmla="*/ 151 h 284"/>
              <a:gd name="T2" fmla="*/ 123 w 189"/>
              <a:gd name="T3" fmla="*/ 85 h 284"/>
              <a:gd name="T4" fmla="*/ 171 w 189"/>
              <a:gd name="T5" fmla="*/ 113 h 284"/>
              <a:gd name="T6" fmla="*/ 189 w 189"/>
              <a:gd name="T7" fmla="*/ 181 h 284"/>
              <a:gd name="T8" fmla="*/ 141 w 189"/>
              <a:gd name="T9" fmla="*/ 151 h 284"/>
              <a:gd name="T10" fmla="*/ 47 w 189"/>
              <a:gd name="T11" fmla="*/ 56 h 284"/>
              <a:gd name="T12" fmla="*/ 28 w 189"/>
              <a:gd name="T13" fmla="*/ 0 h 284"/>
              <a:gd name="T14" fmla="*/ 123 w 189"/>
              <a:gd name="T15" fmla="*/ 0 h 284"/>
              <a:gd name="T16" fmla="*/ 103 w 189"/>
              <a:gd name="T17" fmla="*/ 56 h 284"/>
              <a:gd name="T18" fmla="*/ 47 w 189"/>
              <a:gd name="T19" fmla="*/ 56 h 284"/>
              <a:gd name="T20" fmla="*/ 103 w 189"/>
              <a:gd name="T21" fmla="*/ 67 h 284"/>
              <a:gd name="T22" fmla="*/ 137 w 189"/>
              <a:gd name="T23" fmla="*/ 174 h 284"/>
              <a:gd name="T24" fmla="*/ 138 w 189"/>
              <a:gd name="T25" fmla="*/ 174 h 284"/>
              <a:gd name="T26" fmla="*/ 137 w 189"/>
              <a:gd name="T27" fmla="*/ 175 h 284"/>
              <a:gd name="T28" fmla="*/ 151 w 189"/>
              <a:gd name="T29" fmla="*/ 218 h 284"/>
              <a:gd name="T30" fmla="*/ 75 w 189"/>
              <a:gd name="T31" fmla="*/ 284 h 284"/>
              <a:gd name="T32" fmla="*/ 0 w 189"/>
              <a:gd name="T33" fmla="*/ 218 h 284"/>
              <a:gd name="T34" fmla="*/ 47 w 189"/>
              <a:gd name="T35" fmla="*/ 67 h 284"/>
              <a:gd name="T36" fmla="*/ 103 w 189"/>
              <a:gd name="T37" fmla="*/ 67 h 284"/>
              <a:gd name="T38" fmla="*/ 85 w 189"/>
              <a:gd name="T39" fmla="*/ 85 h 284"/>
              <a:gd name="T40" fmla="*/ 66 w 189"/>
              <a:gd name="T41" fmla="*/ 85 h 284"/>
              <a:gd name="T42" fmla="*/ 54 w 189"/>
              <a:gd name="T43" fmla="*/ 124 h 284"/>
              <a:gd name="T44" fmla="*/ 87 w 189"/>
              <a:gd name="T45" fmla="*/ 92 h 284"/>
              <a:gd name="T46" fmla="*/ 85 w 189"/>
              <a:gd name="T47" fmla="*/ 85 h 284"/>
              <a:gd name="T48" fmla="*/ 75 w 189"/>
              <a:gd name="T49" fmla="*/ 256 h 284"/>
              <a:gd name="T50" fmla="*/ 123 w 189"/>
              <a:gd name="T51" fmla="*/ 209 h 284"/>
              <a:gd name="T52" fmla="*/ 119 w 189"/>
              <a:gd name="T53" fmla="*/ 193 h 284"/>
              <a:gd name="T54" fmla="*/ 66 w 189"/>
              <a:gd name="T55" fmla="*/ 246 h 284"/>
              <a:gd name="T56" fmla="*/ 75 w 189"/>
              <a:gd name="T57" fmla="*/ 256 h 284"/>
              <a:gd name="T58" fmla="*/ 50 w 189"/>
              <a:gd name="T59" fmla="*/ 230 h 284"/>
              <a:gd name="T60" fmla="*/ 110 w 189"/>
              <a:gd name="T61" fmla="*/ 169 h 284"/>
              <a:gd name="T62" fmla="*/ 105 w 189"/>
              <a:gd name="T63" fmla="*/ 151 h 284"/>
              <a:gd name="T64" fmla="*/ 39 w 189"/>
              <a:gd name="T65" fmla="*/ 218 h 284"/>
              <a:gd name="T66" fmla="*/ 50 w 189"/>
              <a:gd name="T67" fmla="*/ 230 h 284"/>
              <a:gd name="T68" fmla="*/ 32 w 189"/>
              <a:gd name="T69" fmla="*/ 197 h 284"/>
              <a:gd name="T70" fmla="*/ 99 w 189"/>
              <a:gd name="T71" fmla="*/ 130 h 284"/>
              <a:gd name="T72" fmla="*/ 94 w 189"/>
              <a:gd name="T73" fmla="*/ 112 h 284"/>
              <a:gd name="T74" fmla="*/ 42 w 189"/>
              <a:gd name="T75" fmla="*/ 164 h 284"/>
              <a:gd name="T76" fmla="*/ 32 w 189"/>
              <a:gd name="T77" fmla="*/ 197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9" h="284">
                <a:moveTo>
                  <a:pt x="141" y="151"/>
                </a:moveTo>
                <a:lnTo>
                  <a:pt x="123" y="85"/>
                </a:lnTo>
                <a:lnTo>
                  <a:pt x="171" y="113"/>
                </a:lnTo>
                <a:lnTo>
                  <a:pt x="189" y="181"/>
                </a:lnTo>
                <a:lnTo>
                  <a:pt x="141" y="151"/>
                </a:lnTo>
                <a:close/>
                <a:moveTo>
                  <a:pt x="47" y="56"/>
                </a:moveTo>
                <a:lnTo>
                  <a:pt x="28" y="0"/>
                </a:lnTo>
                <a:lnTo>
                  <a:pt x="123" y="0"/>
                </a:lnTo>
                <a:lnTo>
                  <a:pt x="103" y="56"/>
                </a:lnTo>
                <a:lnTo>
                  <a:pt x="47" y="56"/>
                </a:lnTo>
                <a:close/>
                <a:moveTo>
                  <a:pt x="103" y="67"/>
                </a:moveTo>
                <a:lnTo>
                  <a:pt x="137" y="174"/>
                </a:lnTo>
                <a:lnTo>
                  <a:pt x="138" y="174"/>
                </a:lnTo>
                <a:lnTo>
                  <a:pt x="137" y="175"/>
                </a:lnTo>
                <a:lnTo>
                  <a:pt x="151" y="218"/>
                </a:lnTo>
                <a:lnTo>
                  <a:pt x="75" y="284"/>
                </a:lnTo>
                <a:lnTo>
                  <a:pt x="0" y="218"/>
                </a:lnTo>
                <a:lnTo>
                  <a:pt x="47" y="67"/>
                </a:lnTo>
                <a:lnTo>
                  <a:pt x="103" y="67"/>
                </a:lnTo>
                <a:close/>
                <a:moveTo>
                  <a:pt x="85" y="85"/>
                </a:moveTo>
                <a:lnTo>
                  <a:pt x="66" y="85"/>
                </a:lnTo>
                <a:lnTo>
                  <a:pt x="54" y="124"/>
                </a:lnTo>
                <a:lnTo>
                  <a:pt x="87" y="92"/>
                </a:lnTo>
                <a:lnTo>
                  <a:pt x="85" y="85"/>
                </a:lnTo>
                <a:close/>
                <a:moveTo>
                  <a:pt x="75" y="256"/>
                </a:moveTo>
                <a:lnTo>
                  <a:pt x="123" y="209"/>
                </a:lnTo>
                <a:lnTo>
                  <a:pt x="119" y="193"/>
                </a:lnTo>
                <a:lnTo>
                  <a:pt x="66" y="246"/>
                </a:lnTo>
                <a:lnTo>
                  <a:pt x="75" y="256"/>
                </a:lnTo>
                <a:close/>
                <a:moveTo>
                  <a:pt x="50" y="230"/>
                </a:moveTo>
                <a:lnTo>
                  <a:pt x="110" y="169"/>
                </a:lnTo>
                <a:lnTo>
                  <a:pt x="105" y="151"/>
                </a:lnTo>
                <a:lnTo>
                  <a:pt x="39" y="218"/>
                </a:lnTo>
                <a:lnTo>
                  <a:pt x="50" y="230"/>
                </a:lnTo>
                <a:close/>
                <a:moveTo>
                  <a:pt x="32" y="197"/>
                </a:moveTo>
                <a:lnTo>
                  <a:pt x="99" y="130"/>
                </a:lnTo>
                <a:lnTo>
                  <a:pt x="94" y="112"/>
                </a:lnTo>
                <a:lnTo>
                  <a:pt x="42" y="164"/>
                </a:lnTo>
                <a:lnTo>
                  <a:pt x="32" y="197"/>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146"/>
          <p:cNvSpPr>
            <a:spLocks/>
          </p:cNvSpPr>
          <p:nvPr/>
        </p:nvSpPr>
        <p:spPr bwMode="auto">
          <a:xfrm>
            <a:off x="116417" y="97697"/>
            <a:ext cx="393562" cy="394968"/>
          </a:xfrm>
          <a:custGeom>
            <a:avLst/>
            <a:gdLst>
              <a:gd name="T0" fmla="*/ 180 w 200"/>
              <a:gd name="T1" fmla="*/ 200 h 200"/>
              <a:gd name="T2" fmla="*/ 120 w 200"/>
              <a:gd name="T3" fmla="*/ 200 h 200"/>
              <a:gd name="T4" fmla="*/ 120 w 200"/>
              <a:gd name="T5" fmla="*/ 129 h 200"/>
              <a:gd name="T6" fmla="*/ 143 w 200"/>
              <a:gd name="T7" fmla="*/ 129 h 200"/>
              <a:gd name="T8" fmla="*/ 143 w 200"/>
              <a:gd name="T9" fmla="*/ 100 h 200"/>
              <a:gd name="T10" fmla="*/ 120 w 200"/>
              <a:gd name="T11" fmla="*/ 100 h 200"/>
              <a:gd name="T12" fmla="*/ 120 w 200"/>
              <a:gd name="T13" fmla="*/ 84 h 200"/>
              <a:gd name="T14" fmla="*/ 129 w 200"/>
              <a:gd name="T15" fmla="*/ 76 h 200"/>
              <a:gd name="T16" fmla="*/ 152 w 200"/>
              <a:gd name="T17" fmla="*/ 76 h 200"/>
              <a:gd name="T18" fmla="*/ 152 w 200"/>
              <a:gd name="T19" fmla="*/ 49 h 200"/>
              <a:gd name="T20" fmla="*/ 115 w 200"/>
              <a:gd name="T21" fmla="*/ 49 h 200"/>
              <a:gd name="T22" fmla="*/ 88 w 200"/>
              <a:gd name="T23" fmla="*/ 79 h 200"/>
              <a:gd name="T24" fmla="*/ 88 w 200"/>
              <a:gd name="T25" fmla="*/ 101 h 200"/>
              <a:gd name="T26" fmla="*/ 68 w 200"/>
              <a:gd name="T27" fmla="*/ 101 h 200"/>
              <a:gd name="T28" fmla="*/ 68 w 200"/>
              <a:gd name="T29" fmla="*/ 128 h 200"/>
              <a:gd name="T30" fmla="*/ 88 w 200"/>
              <a:gd name="T31" fmla="*/ 128 h 200"/>
              <a:gd name="T32" fmla="*/ 88 w 200"/>
              <a:gd name="T33" fmla="*/ 200 h 200"/>
              <a:gd name="T34" fmla="*/ 20 w 200"/>
              <a:gd name="T35" fmla="*/ 200 h 200"/>
              <a:gd name="T36" fmla="*/ 0 w 200"/>
              <a:gd name="T37" fmla="*/ 180 h 200"/>
              <a:gd name="T38" fmla="*/ 0 w 200"/>
              <a:gd name="T39" fmla="*/ 20 h 200"/>
              <a:gd name="T40" fmla="*/ 20 w 200"/>
              <a:gd name="T41" fmla="*/ 0 h 200"/>
              <a:gd name="T42" fmla="*/ 180 w 200"/>
              <a:gd name="T43" fmla="*/ 0 h 200"/>
              <a:gd name="T44" fmla="*/ 200 w 200"/>
              <a:gd name="T45" fmla="*/ 20 h 200"/>
              <a:gd name="T46" fmla="*/ 200 w 200"/>
              <a:gd name="T47" fmla="*/ 180 h 200"/>
              <a:gd name="T48" fmla="*/ 180 w 200"/>
              <a:gd name="T49"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0" h="200">
                <a:moveTo>
                  <a:pt x="180" y="200"/>
                </a:moveTo>
                <a:cubicBezTo>
                  <a:pt x="120" y="200"/>
                  <a:pt x="120" y="200"/>
                  <a:pt x="120" y="200"/>
                </a:cubicBezTo>
                <a:cubicBezTo>
                  <a:pt x="120" y="129"/>
                  <a:pt x="120" y="129"/>
                  <a:pt x="120" y="129"/>
                </a:cubicBezTo>
                <a:cubicBezTo>
                  <a:pt x="143" y="129"/>
                  <a:pt x="143" y="129"/>
                  <a:pt x="143" y="129"/>
                </a:cubicBezTo>
                <a:cubicBezTo>
                  <a:pt x="143" y="100"/>
                  <a:pt x="143" y="100"/>
                  <a:pt x="143" y="100"/>
                </a:cubicBezTo>
                <a:cubicBezTo>
                  <a:pt x="120" y="100"/>
                  <a:pt x="120" y="100"/>
                  <a:pt x="120" y="100"/>
                </a:cubicBezTo>
                <a:cubicBezTo>
                  <a:pt x="120" y="84"/>
                  <a:pt x="120" y="84"/>
                  <a:pt x="120" y="84"/>
                </a:cubicBezTo>
                <a:cubicBezTo>
                  <a:pt x="120" y="84"/>
                  <a:pt x="120" y="76"/>
                  <a:pt x="129" y="76"/>
                </a:cubicBezTo>
                <a:cubicBezTo>
                  <a:pt x="137" y="76"/>
                  <a:pt x="152" y="76"/>
                  <a:pt x="152" y="76"/>
                </a:cubicBezTo>
                <a:cubicBezTo>
                  <a:pt x="152" y="49"/>
                  <a:pt x="152" y="49"/>
                  <a:pt x="152" y="49"/>
                </a:cubicBezTo>
                <a:cubicBezTo>
                  <a:pt x="152" y="49"/>
                  <a:pt x="113" y="49"/>
                  <a:pt x="115" y="49"/>
                </a:cubicBezTo>
                <a:cubicBezTo>
                  <a:pt x="90" y="49"/>
                  <a:pt x="88" y="79"/>
                  <a:pt x="88" y="79"/>
                </a:cubicBezTo>
                <a:cubicBezTo>
                  <a:pt x="88" y="101"/>
                  <a:pt x="88" y="101"/>
                  <a:pt x="88" y="101"/>
                </a:cubicBezTo>
                <a:cubicBezTo>
                  <a:pt x="68" y="101"/>
                  <a:pt x="68" y="101"/>
                  <a:pt x="68" y="101"/>
                </a:cubicBezTo>
                <a:cubicBezTo>
                  <a:pt x="68" y="128"/>
                  <a:pt x="68" y="128"/>
                  <a:pt x="68" y="128"/>
                </a:cubicBezTo>
                <a:cubicBezTo>
                  <a:pt x="88" y="128"/>
                  <a:pt x="88" y="128"/>
                  <a:pt x="88" y="128"/>
                </a:cubicBezTo>
                <a:cubicBezTo>
                  <a:pt x="88" y="200"/>
                  <a:pt x="88" y="200"/>
                  <a:pt x="88" y="200"/>
                </a:cubicBezTo>
                <a:cubicBezTo>
                  <a:pt x="20" y="200"/>
                  <a:pt x="20" y="200"/>
                  <a:pt x="20" y="200"/>
                </a:cubicBezTo>
                <a:cubicBezTo>
                  <a:pt x="9" y="200"/>
                  <a:pt x="0" y="191"/>
                  <a:pt x="0" y="180"/>
                </a:cubicBezTo>
                <a:cubicBezTo>
                  <a:pt x="0" y="20"/>
                  <a:pt x="0" y="20"/>
                  <a:pt x="0" y="20"/>
                </a:cubicBezTo>
                <a:cubicBezTo>
                  <a:pt x="0" y="9"/>
                  <a:pt x="9" y="0"/>
                  <a:pt x="20" y="0"/>
                </a:cubicBezTo>
                <a:cubicBezTo>
                  <a:pt x="180" y="0"/>
                  <a:pt x="180" y="0"/>
                  <a:pt x="180" y="0"/>
                </a:cubicBezTo>
                <a:cubicBezTo>
                  <a:pt x="191" y="0"/>
                  <a:pt x="200" y="9"/>
                  <a:pt x="200" y="20"/>
                </a:cubicBezTo>
                <a:cubicBezTo>
                  <a:pt x="200" y="180"/>
                  <a:pt x="200" y="180"/>
                  <a:pt x="200" y="180"/>
                </a:cubicBezTo>
                <a:cubicBezTo>
                  <a:pt x="200" y="191"/>
                  <a:pt x="191" y="200"/>
                  <a:pt x="180" y="200"/>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147"/>
          <p:cNvSpPr>
            <a:spLocks noEditPoints="1"/>
          </p:cNvSpPr>
          <p:nvPr/>
        </p:nvSpPr>
        <p:spPr bwMode="auto">
          <a:xfrm>
            <a:off x="604153" y="96291"/>
            <a:ext cx="394968" cy="394968"/>
          </a:xfrm>
          <a:custGeom>
            <a:avLst/>
            <a:gdLst>
              <a:gd name="T0" fmla="*/ 180 w 200"/>
              <a:gd name="T1" fmla="*/ 200 h 200"/>
              <a:gd name="T2" fmla="*/ 20 w 200"/>
              <a:gd name="T3" fmla="*/ 200 h 200"/>
              <a:gd name="T4" fmla="*/ 0 w 200"/>
              <a:gd name="T5" fmla="*/ 180 h 200"/>
              <a:gd name="T6" fmla="*/ 0 w 200"/>
              <a:gd name="T7" fmla="*/ 20 h 200"/>
              <a:gd name="T8" fmla="*/ 20 w 200"/>
              <a:gd name="T9" fmla="*/ 0 h 200"/>
              <a:gd name="T10" fmla="*/ 180 w 200"/>
              <a:gd name="T11" fmla="*/ 0 h 200"/>
              <a:gd name="T12" fmla="*/ 200 w 200"/>
              <a:gd name="T13" fmla="*/ 20 h 200"/>
              <a:gd name="T14" fmla="*/ 200 w 200"/>
              <a:gd name="T15" fmla="*/ 180 h 200"/>
              <a:gd name="T16" fmla="*/ 180 w 200"/>
              <a:gd name="T17" fmla="*/ 200 h 200"/>
              <a:gd name="T18" fmla="*/ 173 w 200"/>
              <a:gd name="T19" fmla="*/ 40 h 200"/>
              <a:gd name="T20" fmla="*/ 153 w 200"/>
              <a:gd name="T21" fmla="*/ 48 h 200"/>
              <a:gd name="T22" fmla="*/ 102 w 200"/>
              <a:gd name="T23" fmla="*/ 74 h 200"/>
              <a:gd name="T24" fmla="*/ 39 w 200"/>
              <a:gd name="T25" fmla="*/ 44 h 200"/>
              <a:gd name="T26" fmla="*/ 48 w 200"/>
              <a:gd name="T27" fmla="*/ 84 h 200"/>
              <a:gd name="T28" fmla="*/ 35 w 200"/>
              <a:gd name="T29" fmla="*/ 81 h 200"/>
              <a:gd name="T30" fmla="*/ 58 w 200"/>
              <a:gd name="T31" fmla="*/ 110 h 200"/>
              <a:gd name="T32" fmla="*/ 45 w 200"/>
              <a:gd name="T33" fmla="*/ 111 h 200"/>
              <a:gd name="T34" fmla="*/ 72 w 200"/>
              <a:gd name="T35" fmla="*/ 133 h 200"/>
              <a:gd name="T36" fmla="*/ 29 w 200"/>
              <a:gd name="T37" fmla="*/ 145 h 200"/>
              <a:gd name="T38" fmla="*/ 161 w 200"/>
              <a:gd name="T39" fmla="*/ 69 h 200"/>
              <a:gd name="T40" fmla="*/ 177 w 200"/>
              <a:gd name="T41" fmla="*/ 52 h 200"/>
              <a:gd name="T42" fmla="*/ 160 w 200"/>
              <a:gd name="T43" fmla="*/ 56 h 200"/>
              <a:gd name="T44" fmla="*/ 173 w 200"/>
              <a:gd name="T45" fmla="*/ 4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0" h="200">
                <a:moveTo>
                  <a:pt x="180" y="200"/>
                </a:moveTo>
                <a:cubicBezTo>
                  <a:pt x="20" y="200"/>
                  <a:pt x="20" y="200"/>
                  <a:pt x="20" y="200"/>
                </a:cubicBezTo>
                <a:cubicBezTo>
                  <a:pt x="9" y="200"/>
                  <a:pt x="0" y="191"/>
                  <a:pt x="0" y="180"/>
                </a:cubicBezTo>
                <a:cubicBezTo>
                  <a:pt x="0" y="20"/>
                  <a:pt x="0" y="20"/>
                  <a:pt x="0" y="20"/>
                </a:cubicBezTo>
                <a:cubicBezTo>
                  <a:pt x="0" y="9"/>
                  <a:pt x="9" y="0"/>
                  <a:pt x="20" y="0"/>
                </a:cubicBezTo>
                <a:cubicBezTo>
                  <a:pt x="180" y="0"/>
                  <a:pt x="180" y="0"/>
                  <a:pt x="180" y="0"/>
                </a:cubicBezTo>
                <a:cubicBezTo>
                  <a:pt x="191" y="0"/>
                  <a:pt x="200" y="9"/>
                  <a:pt x="200" y="20"/>
                </a:cubicBezTo>
                <a:cubicBezTo>
                  <a:pt x="200" y="180"/>
                  <a:pt x="200" y="180"/>
                  <a:pt x="200" y="180"/>
                </a:cubicBezTo>
                <a:cubicBezTo>
                  <a:pt x="200" y="191"/>
                  <a:pt x="191" y="200"/>
                  <a:pt x="180" y="200"/>
                </a:cubicBezTo>
                <a:close/>
                <a:moveTo>
                  <a:pt x="173" y="40"/>
                </a:moveTo>
                <a:cubicBezTo>
                  <a:pt x="173" y="40"/>
                  <a:pt x="159" y="47"/>
                  <a:pt x="153" y="48"/>
                </a:cubicBezTo>
                <a:cubicBezTo>
                  <a:pt x="141" y="29"/>
                  <a:pt x="94" y="37"/>
                  <a:pt x="102" y="74"/>
                </a:cubicBezTo>
                <a:cubicBezTo>
                  <a:pt x="61" y="75"/>
                  <a:pt x="39" y="44"/>
                  <a:pt x="39" y="44"/>
                </a:cubicBezTo>
                <a:cubicBezTo>
                  <a:pt x="39" y="44"/>
                  <a:pt x="25" y="66"/>
                  <a:pt x="48" y="84"/>
                </a:cubicBezTo>
                <a:cubicBezTo>
                  <a:pt x="43" y="84"/>
                  <a:pt x="35" y="81"/>
                  <a:pt x="35" y="81"/>
                </a:cubicBezTo>
                <a:cubicBezTo>
                  <a:pt x="35" y="81"/>
                  <a:pt x="32" y="101"/>
                  <a:pt x="58" y="110"/>
                </a:cubicBezTo>
                <a:cubicBezTo>
                  <a:pt x="56" y="114"/>
                  <a:pt x="45" y="111"/>
                  <a:pt x="45" y="111"/>
                </a:cubicBezTo>
                <a:cubicBezTo>
                  <a:pt x="45" y="111"/>
                  <a:pt x="48" y="128"/>
                  <a:pt x="72" y="133"/>
                </a:cubicBezTo>
                <a:cubicBezTo>
                  <a:pt x="56" y="148"/>
                  <a:pt x="27" y="143"/>
                  <a:pt x="29" y="145"/>
                </a:cubicBezTo>
                <a:cubicBezTo>
                  <a:pt x="53" y="167"/>
                  <a:pt x="160" y="172"/>
                  <a:pt x="161" y="69"/>
                </a:cubicBezTo>
                <a:cubicBezTo>
                  <a:pt x="167" y="67"/>
                  <a:pt x="177" y="52"/>
                  <a:pt x="177" y="52"/>
                </a:cubicBezTo>
                <a:cubicBezTo>
                  <a:pt x="177" y="52"/>
                  <a:pt x="162" y="57"/>
                  <a:pt x="160" y="56"/>
                </a:cubicBezTo>
                <a:cubicBezTo>
                  <a:pt x="172" y="49"/>
                  <a:pt x="173" y="40"/>
                  <a:pt x="173" y="40"/>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148"/>
          <p:cNvSpPr>
            <a:spLocks noEditPoints="1"/>
          </p:cNvSpPr>
          <p:nvPr/>
        </p:nvSpPr>
        <p:spPr bwMode="auto">
          <a:xfrm>
            <a:off x="1094700" y="96291"/>
            <a:ext cx="394968" cy="394968"/>
          </a:xfrm>
          <a:custGeom>
            <a:avLst/>
            <a:gdLst>
              <a:gd name="T0" fmla="*/ 180 w 200"/>
              <a:gd name="T1" fmla="*/ 200 h 200"/>
              <a:gd name="T2" fmla="*/ 20 w 200"/>
              <a:gd name="T3" fmla="*/ 200 h 200"/>
              <a:gd name="T4" fmla="*/ 0 w 200"/>
              <a:gd name="T5" fmla="*/ 180 h 200"/>
              <a:gd name="T6" fmla="*/ 0 w 200"/>
              <a:gd name="T7" fmla="*/ 20 h 200"/>
              <a:gd name="T8" fmla="*/ 20 w 200"/>
              <a:gd name="T9" fmla="*/ 0 h 200"/>
              <a:gd name="T10" fmla="*/ 180 w 200"/>
              <a:gd name="T11" fmla="*/ 0 h 200"/>
              <a:gd name="T12" fmla="*/ 200 w 200"/>
              <a:gd name="T13" fmla="*/ 20 h 200"/>
              <a:gd name="T14" fmla="*/ 200 w 200"/>
              <a:gd name="T15" fmla="*/ 180 h 200"/>
              <a:gd name="T16" fmla="*/ 180 w 200"/>
              <a:gd name="T17" fmla="*/ 200 h 200"/>
              <a:gd name="T18" fmla="*/ 125 w 200"/>
              <a:gd name="T19" fmla="*/ 28 h 200"/>
              <a:gd name="T20" fmla="*/ 70 w 200"/>
              <a:gd name="T21" fmla="*/ 34 h 200"/>
              <a:gd name="T22" fmla="*/ 60 w 200"/>
              <a:gd name="T23" fmla="*/ 112 h 200"/>
              <a:gd name="T24" fmla="*/ 68 w 200"/>
              <a:gd name="T25" fmla="*/ 99 h 200"/>
              <a:gd name="T26" fmla="*/ 75 w 200"/>
              <a:gd name="T27" fmla="*/ 49 h 200"/>
              <a:gd name="T28" fmla="*/ 137 w 200"/>
              <a:gd name="T29" fmla="*/ 85 h 200"/>
              <a:gd name="T30" fmla="*/ 97 w 200"/>
              <a:gd name="T31" fmla="*/ 108 h 200"/>
              <a:gd name="T32" fmla="*/ 105 w 200"/>
              <a:gd name="T33" fmla="*/ 70 h 200"/>
              <a:gd name="T34" fmla="*/ 80 w 200"/>
              <a:gd name="T35" fmla="*/ 93 h 200"/>
              <a:gd name="T36" fmla="*/ 69 w 200"/>
              <a:gd name="T37" fmla="*/ 143 h 200"/>
              <a:gd name="T38" fmla="*/ 68 w 200"/>
              <a:gd name="T39" fmla="*/ 172 h 200"/>
              <a:gd name="T40" fmla="*/ 71 w 200"/>
              <a:gd name="T41" fmla="*/ 173 h 200"/>
              <a:gd name="T42" fmla="*/ 92 w 200"/>
              <a:gd name="T43" fmla="*/ 123 h 200"/>
              <a:gd name="T44" fmla="*/ 158 w 200"/>
              <a:gd name="T45" fmla="*/ 87 h 200"/>
              <a:gd name="T46" fmla="*/ 125 w 200"/>
              <a:gd name="T47" fmla="*/ 28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0" h="200">
                <a:moveTo>
                  <a:pt x="180" y="200"/>
                </a:moveTo>
                <a:cubicBezTo>
                  <a:pt x="20" y="200"/>
                  <a:pt x="20" y="200"/>
                  <a:pt x="20" y="200"/>
                </a:cubicBezTo>
                <a:cubicBezTo>
                  <a:pt x="9" y="200"/>
                  <a:pt x="0" y="191"/>
                  <a:pt x="0" y="180"/>
                </a:cubicBezTo>
                <a:cubicBezTo>
                  <a:pt x="0" y="20"/>
                  <a:pt x="0" y="20"/>
                  <a:pt x="0" y="20"/>
                </a:cubicBezTo>
                <a:cubicBezTo>
                  <a:pt x="0" y="9"/>
                  <a:pt x="9" y="0"/>
                  <a:pt x="20" y="0"/>
                </a:cubicBezTo>
                <a:cubicBezTo>
                  <a:pt x="180" y="0"/>
                  <a:pt x="180" y="0"/>
                  <a:pt x="180" y="0"/>
                </a:cubicBezTo>
                <a:cubicBezTo>
                  <a:pt x="191" y="0"/>
                  <a:pt x="200" y="9"/>
                  <a:pt x="200" y="20"/>
                </a:cubicBezTo>
                <a:cubicBezTo>
                  <a:pt x="200" y="180"/>
                  <a:pt x="200" y="180"/>
                  <a:pt x="200" y="180"/>
                </a:cubicBezTo>
                <a:cubicBezTo>
                  <a:pt x="200" y="191"/>
                  <a:pt x="191" y="200"/>
                  <a:pt x="180" y="200"/>
                </a:cubicBezTo>
                <a:close/>
                <a:moveTo>
                  <a:pt x="125" y="28"/>
                </a:moveTo>
                <a:cubicBezTo>
                  <a:pt x="110" y="22"/>
                  <a:pt x="90" y="23"/>
                  <a:pt x="70" y="34"/>
                </a:cubicBezTo>
                <a:cubicBezTo>
                  <a:pt x="17" y="75"/>
                  <a:pt x="58" y="111"/>
                  <a:pt x="60" y="112"/>
                </a:cubicBezTo>
                <a:cubicBezTo>
                  <a:pt x="70" y="114"/>
                  <a:pt x="68" y="99"/>
                  <a:pt x="68" y="99"/>
                </a:cubicBezTo>
                <a:cubicBezTo>
                  <a:pt x="68" y="99"/>
                  <a:pt x="50" y="76"/>
                  <a:pt x="75" y="49"/>
                </a:cubicBezTo>
                <a:cubicBezTo>
                  <a:pt x="124" y="22"/>
                  <a:pt x="143" y="57"/>
                  <a:pt x="137" y="85"/>
                </a:cubicBezTo>
                <a:cubicBezTo>
                  <a:pt x="126" y="135"/>
                  <a:pt x="95" y="115"/>
                  <a:pt x="97" y="108"/>
                </a:cubicBezTo>
                <a:cubicBezTo>
                  <a:pt x="97" y="110"/>
                  <a:pt x="106" y="73"/>
                  <a:pt x="105" y="70"/>
                </a:cubicBezTo>
                <a:cubicBezTo>
                  <a:pt x="106" y="51"/>
                  <a:pt x="69" y="50"/>
                  <a:pt x="80" y="93"/>
                </a:cubicBezTo>
                <a:cubicBezTo>
                  <a:pt x="79" y="100"/>
                  <a:pt x="69" y="143"/>
                  <a:pt x="69" y="143"/>
                </a:cubicBezTo>
                <a:cubicBezTo>
                  <a:pt x="69" y="143"/>
                  <a:pt x="65" y="160"/>
                  <a:pt x="68" y="172"/>
                </a:cubicBezTo>
                <a:cubicBezTo>
                  <a:pt x="69" y="175"/>
                  <a:pt x="71" y="173"/>
                  <a:pt x="71" y="173"/>
                </a:cubicBezTo>
                <a:cubicBezTo>
                  <a:pt x="71" y="173"/>
                  <a:pt x="85" y="163"/>
                  <a:pt x="92" y="123"/>
                </a:cubicBezTo>
                <a:cubicBezTo>
                  <a:pt x="93" y="132"/>
                  <a:pt x="144" y="150"/>
                  <a:pt x="158" y="87"/>
                </a:cubicBezTo>
                <a:cubicBezTo>
                  <a:pt x="163" y="61"/>
                  <a:pt x="150" y="37"/>
                  <a:pt x="125" y="28"/>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149"/>
          <p:cNvSpPr>
            <a:spLocks noEditPoints="1"/>
          </p:cNvSpPr>
          <p:nvPr/>
        </p:nvSpPr>
        <p:spPr bwMode="auto">
          <a:xfrm>
            <a:off x="1574001" y="96291"/>
            <a:ext cx="394968" cy="394968"/>
          </a:xfrm>
          <a:custGeom>
            <a:avLst/>
            <a:gdLst>
              <a:gd name="T0" fmla="*/ 180 w 200"/>
              <a:gd name="T1" fmla="*/ 200 h 200"/>
              <a:gd name="T2" fmla="*/ 20 w 200"/>
              <a:gd name="T3" fmla="*/ 200 h 200"/>
              <a:gd name="T4" fmla="*/ 0 w 200"/>
              <a:gd name="T5" fmla="*/ 180 h 200"/>
              <a:gd name="T6" fmla="*/ 0 w 200"/>
              <a:gd name="T7" fmla="*/ 20 h 200"/>
              <a:gd name="T8" fmla="*/ 20 w 200"/>
              <a:gd name="T9" fmla="*/ 0 h 200"/>
              <a:gd name="T10" fmla="*/ 180 w 200"/>
              <a:gd name="T11" fmla="*/ 0 h 200"/>
              <a:gd name="T12" fmla="*/ 200 w 200"/>
              <a:gd name="T13" fmla="*/ 20 h 200"/>
              <a:gd name="T14" fmla="*/ 200 w 200"/>
              <a:gd name="T15" fmla="*/ 180 h 200"/>
              <a:gd name="T16" fmla="*/ 180 w 200"/>
              <a:gd name="T17" fmla="*/ 200 h 200"/>
              <a:gd name="T18" fmla="*/ 60 w 200"/>
              <a:gd name="T19" fmla="*/ 48 h 200"/>
              <a:gd name="T20" fmla="*/ 44 w 200"/>
              <a:gd name="T21" fmla="*/ 48 h 200"/>
              <a:gd name="T22" fmla="*/ 44 w 200"/>
              <a:gd name="T23" fmla="*/ 76 h 200"/>
              <a:gd name="T24" fmla="*/ 13 w 200"/>
              <a:gd name="T25" fmla="*/ 76 h 200"/>
              <a:gd name="T26" fmla="*/ 13 w 200"/>
              <a:gd name="T27" fmla="*/ 132 h 200"/>
              <a:gd name="T28" fmla="*/ 60 w 200"/>
              <a:gd name="T29" fmla="*/ 132 h 200"/>
              <a:gd name="T30" fmla="*/ 60 w 200"/>
              <a:gd name="T31" fmla="*/ 48 h 200"/>
              <a:gd name="T32" fmla="*/ 84 w 200"/>
              <a:gd name="T33" fmla="*/ 48 h 200"/>
              <a:gd name="T34" fmla="*/ 68 w 200"/>
              <a:gd name="T35" fmla="*/ 48 h 200"/>
              <a:gd name="T36" fmla="*/ 68 w 200"/>
              <a:gd name="T37" fmla="*/ 64 h 200"/>
              <a:gd name="T38" fmla="*/ 84 w 200"/>
              <a:gd name="T39" fmla="*/ 64 h 200"/>
              <a:gd name="T40" fmla="*/ 84 w 200"/>
              <a:gd name="T41" fmla="*/ 48 h 200"/>
              <a:gd name="T42" fmla="*/ 84 w 200"/>
              <a:gd name="T43" fmla="*/ 76 h 200"/>
              <a:gd name="T44" fmla="*/ 68 w 200"/>
              <a:gd name="T45" fmla="*/ 76 h 200"/>
              <a:gd name="T46" fmla="*/ 68 w 200"/>
              <a:gd name="T47" fmla="*/ 132 h 200"/>
              <a:gd name="T48" fmla="*/ 84 w 200"/>
              <a:gd name="T49" fmla="*/ 132 h 200"/>
              <a:gd name="T50" fmla="*/ 84 w 200"/>
              <a:gd name="T51" fmla="*/ 76 h 200"/>
              <a:gd name="T52" fmla="*/ 136 w 200"/>
              <a:gd name="T53" fmla="*/ 76 h 200"/>
              <a:gd name="T54" fmla="*/ 92 w 200"/>
              <a:gd name="T55" fmla="*/ 76 h 200"/>
              <a:gd name="T56" fmla="*/ 92 w 200"/>
              <a:gd name="T57" fmla="*/ 124 h 200"/>
              <a:gd name="T58" fmla="*/ 92 w 200"/>
              <a:gd name="T59" fmla="*/ 124 h 200"/>
              <a:gd name="T60" fmla="*/ 120 w 200"/>
              <a:gd name="T61" fmla="*/ 124 h 200"/>
              <a:gd name="T62" fmla="*/ 120 w 200"/>
              <a:gd name="T63" fmla="*/ 136 h 200"/>
              <a:gd name="T64" fmla="*/ 92 w 200"/>
              <a:gd name="T65" fmla="*/ 136 h 200"/>
              <a:gd name="T66" fmla="*/ 92 w 200"/>
              <a:gd name="T67" fmla="*/ 152 h 200"/>
              <a:gd name="T68" fmla="*/ 136 w 200"/>
              <a:gd name="T69" fmla="*/ 152 h 200"/>
              <a:gd name="T70" fmla="*/ 136 w 200"/>
              <a:gd name="T71" fmla="*/ 76 h 200"/>
              <a:gd name="T72" fmla="*/ 188 w 200"/>
              <a:gd name="T73" fmla="*/ 76 h 200"/>
              <a:gd name="T74" fmla="*/ 145 w 200"/>
              <a:gd name="T75" fmla="*/ 76 h 200"/>
              <a:gd name="T76" fmla="*/ 145 w 200"/>
              <a:gd name="T77" fmla="*/ 124 h 200"/>
              <a:gd name="T78" fmla="*/ 145 w 200"/>
              <a:gd name="T79" fmla="*/ 124 h 200"/>
              <a:gd name="T80" fmla="*/ 172 w 200"/>
              <a:gd name="T81" fmla="*/ 124 h 200"/>
              <a:gd name="T82" fmla="*/ 172 w 200"/>
              <a:gd name="T83" fmla="*/ 136 h 200"/>
              <a:gd name="T84" fmla="*/ 145 w 200"/>
              <a:gd name="T85" fmla="*/ 136 h 200"/>
              <a:gd name="T86" fmla="*/ 145 w 200"/>
              <a:gd name="T87" fmla="*/ 152 h 200"/>
              <a:gd name="T88" fmla="*/ 188 w 200"/>
              <a:gd name="T89" fmla="*/ 152 h 200"/>
              <a:gd name="T90" fmla="*/ 188 w 200"/>
              <a:gd name="T91" fmla="*/ 76 h 200"/>
              <a:gd name="T92" fmla="*/ 160 w 200"/>
              <a:gd name="T93" fmla="*/ 88 h 200"/>
              <a:gd name="T94" fmla="*/ 172 w 200"/>
              <a:gd name="T95" fmla="*/ 88 h 200"/>
              <a:gd name="T96" fmla="*/ 172 w 200"/>
              <a:gd name="T97" fmla="*/ 116 h 200"/>
              <a:gd name="T98" fmla="*/ 160 w 200"/>
              <a:gd name="T99" fmla="*/ 116 h 200"/>
              <a:gd name="T100" fmla="*/ 160 w 200"/>
              <a:gd name="T101" fmla="*/ 88 h 200"/>
              <a:gd name="T102" fmla="*/ 108 w 200"/>
              <a:gd name="T103" fmla="*/ 88 h 200"/>
              <a:gd name="T104" fmla="*/ 120 w 200"/>
              <a:gd name="T105" fmla="*/ 88 h 200"/>
              <a:gd name="T106" fmla="*/ 120 w 200"/>
              <a:gd name="T107" fmla="*/ 116 h 200"/>
              <a:gd name="T108" fmla="*/ 108 w 200"/>
              <a:gd name="T109" fmla="*/ 116 h 200"/>
              <a:gd name="T110" fmla="*/ 108 w 200"/>
              <a:gd name="T111" fmla="*/ 88 h 200"/>
              <a:gd name="T112" fmla="*/ 44 w 200"/>
              <a:gd name="T113" fmla="*/ 116 h 200"/>
              <a:gd name="T114" fmla="*/ 28 w 200"/>
              <a:gd name="T115" fmla="*/ 116 h 200"/>
              <a:gd name="T116" fmla="*/ 28 w 200"/>
              <a:gd name="T117" fmla="*/ 88 h 200"/>
              <a:gd name="T118" fmla="*/ 44 w 200"/>
              <a:gd name="T119" fmla="*/ 88 h 200"/>
              <a:gd name="T120" fmla="*/ 44 w 200"/>
              <a:gd name="T121" fmla="*/ 116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0" h="200">
                <a:moveTo>
                  <a:pt x="180" y="200"/>
                </a:moveTo>
                <a:cubicBezTo>
                  <a:pt x="20" y="200"/>
                  <a:pt x="20" y="200"/>
                  <a:pt x="20" y="200"/>
                </a:cubicBezTo>
                <a:cubicBezTo>
                  <a:pt x="9" y="200"/>
                  <a:pt x="0" y="191"/>
                  <a:pt x="0" y="180"/>
                </a:cubicBezTo>
                <a:cubicBezTo>
                  <a:pt x="0" y="20"/>
                  <a:pt x="0" y="20"/>
                  <a:pt x="0" y="20"/>
                </a:cubicBezTo>
                <a:cubicBezTo>
                  <a:pt x="0" y="9"/>
                  <a:pt x="9" y="0"/>
                  <a:pt x="20" y="0"/>
                </a:cubicBezTo>
                <a:cubicBezTo>
                  <a:pt x="180" y="0"/>
                  <a:pt x="180" y="0"/>
                  <a:pt x="180" y="0"/>
                </a:cubicBezTo>
                <a:cubicBezTo>
                  <a:pt x="191" y="0"/>
                  <a:pt x="200" y="9"/>
                  <a:pt x="200" y="20"/>
                </a:cubicBezTo>
                <a:cubicBezTo>
                  <a:pt x="200" y="180"/>
                  <a:pt x="200" y="180"/>
                  <a:pt x="200" y="180"/>
                </a:cubicBezTo>
                <a:cubicBezTo>
                  <a:pt x="200" y="191"/>
                  <a:pt x="191" y="200"/>
                  <a:pt x="180" y="200"/>
                </a:cubicBezTo>
                <a:close/>
                <a:moveTo>
                  <a:pt x="60" y="48"/>
                </a:moveTo>
                <a:cubicBezTo>
                  <a:pt x="44" y="48"/>
                  <a:pt x="44" y="48"/>
                  <a:pt x="44" y="48"/>
                </a:cubicBezTo>
                <a:cubicBezTo>
                  <a:pt x="44" y="76"/>
                  <a:pt x="44" y="76"/>
                  <a:pt x="44" y="76"/>
                </a:cubicBezTo>
                <a:cubicBezTo>
                  <a:pt x="13" y="76"/>
                  <a:pt x="13" y="76"/>
                  <a:pt x="13" y="76"/>
                </a:cubicBezTo>
                <a:cubicBezTo>
                  <a:pt x="13" y="132"/>
                  <a:pt x="13" y="132"/>
                  <a:pt x="13" y="132"/>
                </a:cubicBezTo>
                <a:cubicBezTo>
                  <a:pt x="60" y="132"/>
                  <a:pt x="60" y="132"/>
                  <a:pt x="60" y="132"/>
                </a:cubicBezTo>
                <a:lnTo>
                  <a:pt x="60" y="48"/>
                </a:lnTo>
                <a:close/>
                <a:moveTo>
                  <a:pt x="84" y="48"/>
                </a:moveTo>
                <a:cubicBezTo>
                  <a:pt x="68" y="48"/>
                  <a:pt x="68" y="48"/>
                  <a:pt x="68" y="48"/>
                </a:cubicBezTo>
                <a:cubicBezTo>
                  <a:pt x="68" y="64"/>
                  <a:pt x="68" y="64"/>
                  <a:pt x="68" y="64"/>
                </a:cubicBezTo>
                <a:cubicBezTo>
                  <a:pt x="84" y="64"/>
                  <a:pt x="84" y="64"/>
                  <a:pt x="84" y="64"/>
                </a:cubicBezTo>
                <a:lnTo>
                  <a:pt x="84" y="48"/>
                </a:lnTo>
                <a:close/>
                <a:moveTo>
                  <a:pt x="84" y="76"/>
                </a:moveTo>
                <a:cubicBezTo>
                  <a:pt x="68" y="76"/>
                  <a:pt x="68" y="76"/>
                  <a:pt x="68" y="76"/>
                </a:cubicBezTo>
                <a:cubicBezTo>
                  <a:pt x="68" y="132"/>
                  <a:pt x="68" y="132"/>
                  <a:pt x="68" y="132"/>
                </a:cubicBezTo>
                <a:cubicBezTo>
                  <a:pt x="84" y="132"/>
                  <a:pt x="84" y="132"/>
                  <a:pt x="84" y="132"/>
                </a:cubicBezTo>
                <a:lnTo>
                  <a:pt x="84" y="76"/>
                </a:lnTo>
                <a:close/>
                <a:moveTo>
                  <a:pt x="136" y="76"/>
                </a:moveTo>
                <a:cubicBezTo>
                  <a:pt x="92" y="76"/>
                  <a:pt x="92" y="76"/>
                  <a:pt x="92" y="76"/>
                </a:cubicBezTo>
                <a:cubicBezTo>
                  <a:pt x="92" y="124"/>
                  <a:pt x="92" y="124"/>
                  <a:pt x="92" y="124"/>
                </a:cubicBezTo>
                <a:cubicBezTo>
                  <a:pt x="92" y="124"/>
                  <a:pt x="92" y="124"/>
                  <a:pt x="92" y="124"/>
                </a:cubicBezTo>
                <a:cubicBezTo>
                  <a:pt x="120" y="124"/>
                  <a:pt x="120" y="124"/>
                  <a:pt x="120" y="124"/>
                </a:cubicBezTo>
                <a:cubicBezTo>
                  <a:pt x="120" y="136"/>
                  <a:pt x="120" y="136"/>
                  <a:pt x="120" y="136"/>
                </a:cubicBezTo>
                <a:cubicBezTo>
                  <a:pt x="92" y="136"/>
                  <a:pt x="92" y="136"/>
                  <a:pt x="92" y="136"/>
                </a:cubicBezTo>
                <a:cubicBezTo>
                  <a:pt x="92" y="152"/>
                  <a:pt x="92" y="152"/>
                  <a:pt x="92" y="152"/>
                </a:cubicBezTo>
                <a:cubicBezTo>
                  <a:pt x="136" y="152"/>
                  <a:pt x="136" y="152"/>
                  <a:pt x="136" y="152"/>
                </a:cubicBezTo>
                <a:lnTo>
                  <a:pt x="136" y="76"/>
                </a:lnTo>
                <a:close/>
                <a:moveTo>
                  <a:pt x="188" y="76"/>
                </a:moveTo>
                <a:cubicBezTo>
                  <a:pt x="145" y="76"/>
                  <a:pt x="145" y="76"/>
                  <a:pt x="145" y="76"/>
                </a:cubicBezTo>
                <a:cubicBezTo>
                  <a:pt x="145" y="124"/>
                  <a:pt x="145" y="124"/>
                  <a:pt x="145" y="124"/>
                </a:cubicBezTo>
                <a:cubicBezTo>
                  <a:pt x="145" y="124"/>
                  <a:pt x="145" y="124"/>
                  <a:pt x="145" y="124"/>
                </a:cubicBezTo>
                <a:cubicBezTo>
                  <a:pt x="172" y="124"/>
                  <a:pt x="172" y="124"/>
                  <a:pt x="172" y="124"/>
                </a:cubicBezTo>
                <a:cubicBezTo>
                  <a:pt x="172" y="136"/>
                  <a:pt x="172" y="136"/>
                  <a:pt x="172" y="136"/>
                </a:cubicBezTo>
                <a:cubicBezTo>
                  <a:pt x="145" y="136"/>
                  <a:pt x="145" y="136"/>
                  <a:pt x="145" y="136"/>
                </a:cubicBezTo>
                <a:cubicBezTo>
                  <a:pt x="145" y="152"/>
                  <a:pt x="145" y="152"/>
                  <a:pt x="145" y="152"/>
                </a:cubicBezTo>
                <a:cubicBezTo>
                  <a:pt x="188" y="152"/>
                  <a:pt x="188" y="152"/>
                  <a:pt x="188" y="152"/>
                </a:cubicBezTo>
                <a:lnTo>
                  <a:pt x="188" y="76"/>
                </a:lnTo>
                <a:close/>
                <a:moveTo>
                  <a:pt x="160" y="88"/>
                </a:moveTo>
                <a:cubicBezTo>
                  <a:pt x="172" y="88"/>
                  <a:pt x="172" y="88"/>
                  <a:pt x="172" y="88"/>
                </a:cubicBezTo>
                <a:cubicBezTo>
                  <a:pt x="172" y="116"/>
                  <a:pt x="172" y="116"/>
                  <a:pt x="172" y="116"/>
                </a:cubicBezTo>
                <a:cubicBezTo>
                  <a:pt x="160" y="116"/>
                  <a:pt x="160" y="116"/>
                  <a:pt x="160" y="116"/>
                </a:cubicBezTo>
                <a:lnTo>
                  <a:pt x="160" y="88"/>
                </a:lnTo>
                <a:close/>
                <a:moveTo>
                  <a:pt x="108" y="88"/>
                </a:moveTo>
                <a:cubicBezTo>
                  <a:pt x="120" y="88"/>
                  <a:pt x="120" y="88"/>
                  <a:pt x="120" y="88"/>
                </a:cubicBezTo>
                <a:cubicBezTo>
                  <a:pt x="120" y="116"/>
                  <a:pt x="120" y="116"/>
                  <a:pt x="120" y="116"/>
                </a:cubicBezTo>
                <a:cubicBezTo>
                  <a:pt x="108" y="116"/>
                  <a:pt x="108" y="116"/>
                  <a:pt x="108" y="116"/>
                </a:cubicBezTo>
                <a:lnTo>
                  <a:pt x="108" y="88"/>
                </a:lnTo>
                <a:close/>
                <a:moveTo>
                  <a:pt x="44" y="116"/>
                </a:moveTo>
                <a:cubicBezTo>
                  <a:pt x="28" y="116"/>
                  <a:pt x="28" y="116"/>
                  <a:pt x="28" y="116"/>
                </a:cubicBezTo>
                <a:cubicBezTo>
                  <a:pt x="28" y="88"/>
                  <a:pt x="28" y="88"/>
                  <a:pt x="28" y="88"/>
                </a:cubicBezTo>
                <a:cubicBezTo>
                  <a:pt x="44" y="88"/>
                  <a:pt x="44" y="88"/>
                  <a:pt x="44" y="88"/>
                </a:cubicBezTo>
                <a:lnTo>
                  <a:pt x="44" y="116"/>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150"/>
          <p:cNvSpPr>
            <a:spLocks noEditPoints="1"/>
          </p:cNvSpPr>
          <p:nvPr/>
        </p:nvSpPr>
        <p:spPr bwMode="auto">
          <a:xfrm>
            <a:off x="2044870" y="96291"/>
            <a:ext cx="394968" cy="394968"/>
          </a:xfrm>
          <a:custGeom>
            <a:avLst/>
            <a:gdLst>
              <a:gd name="T0" fmla="*/ 180 w 200"/>
              <a:gd name="T1" fmla="*/ 200 h 200"/>
              <a:gd name="T2" fmla="*/ 20 w 200"/>
              <a:gd name="T3" fmla="*/ 200 h 200"/>
              <a:gd name="T4" fmla="*/ 0 w 200"/>
              <a:gd name="T5" fmla="*/ 180 h 200"/>
              <a:gd name="T6" fmla="*/ 0 w 200"/>
              <a:gd name="T7" fmla="*/ 20 h 200"/>
              <a:gd name="T8" fmla="*/ 20 w 200"/>
              <a:gd name="T9" fmla="*/ 0 h 200"/>
              <a:gd name="T10" fmla="*/ 180 w 200"/>
              <a:gd name="T11" fmla="*/ 0 h 200"/>
              <a:gd name="T12" fmla="*/ 200 w 200"/>
              <a:gd name="T13" fmla="*/ 20 h 200"/>
              <a:gd name="T14" fmla="*/ 200 w 200"/>
              <a:gd name="T15" fmla="*/ 180 h 200"/>
              <a:gd name="T16" fmla="*/ 180 w 200"/>
              <a:gd name="T17" fmla="*/ 200 h 200"/>
              <a:gd name="T18" fmla="*/ 28 w 200"/>
              <a:gd name="T19" fmla="*/ 176 h 200"/>
              <a:gd name="T20" fmla="*/ 59 w 200"/>
              <a:gd name="T21" fmla="*/ 176 h 200"/>
              <a:gd name="T22" fmla="*/ 59 w 200"/>
              <a:gd name="T23" fmla="*/ 72 h 200"/>
              <a:gd name="T24" fmla="*/ 28 w 200"/>
              <a:gd name="T25" fmla="*/ 72 h 200"/>
              <a:gd name="T26" fmla="*/ 28 w 200"/>
              <a:gd name="T27" fmla="*/ 176 h 200"/>
              <a:gd name="T28" fmla="*/ 46 w 200"/>
              <a:gd name="T29" fmla="*/ 26 h 200"/>
              <a:gd name="T30" fmla="*/ 28 w 200"/>
              <a:gd name="T31" fmla="*/ 42 h 200"/>
              <a:gd name="T32" fmla="*/ 45 w 200"/>
              <a:gd name="T33" fmla="*/ 58 h 200"/>
              <a:gd name="T34" fmla="*/ 63 w 200"/>
              <a:gd name="T35" fmla="*/ 42 h 200"/>
              <a:gd name="T36" fmla="*/ 46 w 200"/>
              <a:gd name="T37" fmla="*/ 26 h 200"/>
              <a:gd name="T38" fmla="*/ 176 w 200"/>
              <a:gd name="T39" fmla="*/ 116 h 200"/>
              <a:gd name="T40" fmla="*/ 144 w 200"/>
              <a:gd name="T41" fmla="*/ 70 h 200"/>
              <a:gd name="T42" fmla="*/ 112 w 200"/>
              <a:gd name="T43" fmla="*/ 89 h 200"/>
              <a:gd name="T44" fmla="*/ 112 w 200"/>
              <a:gd name="T45" fmla="*/ 89 h 200"/>
              <a:gd name="T46" fmla="*/ 112 w 200"/>
              <a:gd name="T47" fmla="*/ 72 h 200"/>
              <a:gd name="T48" fmla="*/ 84 w 200"/>
              <a:gd name="T49" fmla="*/ 72 h 200"/>
              <a:gd name="T50" fmla="*/ 84 w 200"/>
              <a:gd name="T51" fmla="*/ 107 h 200"/>
              <a:gd name="T52" fmla="*/ 84 w 200"/>
              <a:gd name="T53" fmla="*/ 176 h 200"/>
              <a:gd name="T54" fmla="*/ 116 w 200"/>
              <a:gd name="T55" fmla="*/ 176 h 200"/>
              <a:gd name="T56" fmla="*/ 116 w 200"/>
              <a:gd name="T57" fmla="*/ 118 h 200"/>
              <a:gd name="T58" fmla="*/ 117 w 200"/>
              <a:gd name="T59" fmla="*/ 110 h 200"/>
              <a:gd name="T60" fmla="*/ 132 w 200"/>
              <a:gd name="T61" fmla="*/ 97 h 200"/>
              <a:gd name="T62" fmla="*/ 148 w 200"/>
              <a:gd name="T63" fmla="*/ 120 h 200"/>
              <a:gd name="T64" fmla="*/ 148 w 200"/>
              <a:gd name="T65" fmla="*/ 176 h 200"/>
              <a:gd name="T66" fmla="*/ 176 w 200"/>
              <a:gd name="T67" fmla="*/ 176 h 200"/>
              <a:gd name="T68" fmla="*/ 176 w 200"/>
              <a:gd name="T69" fmla="*/ 116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00" h="200">
                <a:moveTo>
                  <a:pt x="180" y="200"/>
                </a:moveTo>
                <a:cubicBezTo>
                  <a:pt x="20" y="200"/>
                  <a:pt x="20" y="200"/>
                  <a:pt x="20" y="200"/>
                </a:cubicBezTo>
                <a:cubicBezTo>
                  <a:pt x="9" y="200"/>
                  <a:pt x="0" y="191"/>
                  <a:pt x="0" y="180"/>
                </a:cubicBezTo>
                <a:cubicBezTo>
                  <a:pt x="0" y="20"/>
                  <a:pt x="0" y="20"/>
                  <a:pt x="0" y="20"/>
                </a:cubicBezTo>
                <a:cubicBezTo>
                  <a:pt x="0" y="9"/>
                  <a:pt x="9" y="0"/>
                  <a:pt x="20" y="0"/>
                </a:cubicBezTo>
                <a:cubicBezTo>
                  <a:pt x="180" y="0"/>
                  <a:pt x="180" y="0"/>
                  <a:pt x="180" y="0"/>
                </a:cubicBezTo>
                <a:cubicBezTo>
                  <a:pt x="191" y="0"/>
                  <a:pt x="200" y="9"/>
                  <a:pt x="200" y="20"/>
                </a:cubicBezTo>
                <a:cubicBezTo>
                  <a:pt x="200" y="180"/>
                  <a:pt x="200" y="180"/>
                  <a:pt x="200" y="180"/>
                </a:cubicBezTo>
                <a:cubicBezTo>
                  <a:pt x="200" y="191"/>
                  <a:pt x="191" y="200"/>
                  <a:pt x="180" y="200"/>
                </a:cubicBezTo>
                <a:close/>
                <a:moveTo>
                  <a:pt x="28" y="176"/>
                </a:moveTo>
                <a:cubicBezTo>
                  <a:pt x="59" y="176"/>
                  <a:pt x="59" y="176"/>
                  <a:pt x="59" y="176"/>
                </a:cubicBezTo>
                <a:cubicBezTo>
                  <a:pt x="59" y="72"/>
                  <a:pt x="59" y="72"/>
                  <a:pt x="59" y="72"/>
                </a:cubicBezTo>
                <a:cubicBezTo>
                  <a:pt x="28" y="72"/>
                  <a:pt x="28" y="72"/>
                  <a:pt x="28" y="72"/>
                </a:cubicBezTo>
                <a:lnTo>
                  <a:pt x="28" y="176"/>
                </a:lnTo>
                <a:close/>
                <a:moveTo>
                  <a:pt x="46" y="26"/>
                </a:moveTo>
                <a:cubicBezTo>
                  <a:pt x="35" y="26"/>
                  <a:pt x="28" y="33"/>
                  <a:pt x="28" y="42"/>
                </a:cubicBezTo>
                <a:cubicBezTo>
                  <a:pt x="28" y="52"/>
                  <a:pt x="35" y="58"/>
                  <a:pt x="45" y="58"/>
                </a:cubicBezTo>
                <a:cubicBezTo>
                  <a:pt x="56" y="58"/>
                  <a:pt x="63" y="52"/>
                  <a:pt x="63" y="42"/>
                </a:cubicBezTo>
                <a:cubicBezTo>
                  <a:pt x="63" y="33"/>
                  <a:pt x="56" y="26"/>
                  <a:pt x="46" y="26"/>
                </a:cubicBezTo>
                <a:close/>
                <a:moveTo>
                  <a:pt x="176" y="116"/>
                </a:moveTo>
                <a:cubicBezTo>
                  <a:pt x="176" y="85"/>
                  <a:pt x="166" y="70"/>
                  <a:pt x="144" y="70"/>
                </a:cubicBezTo>
                <a:cubicBezTo>
                  <a:pt x="126" y="70"/>
                  <a:pt x="117" y="81"/>
                  <a:pt x="112" y="89"/>
                </a:cubicBezTo>
                <a:cubicBezTo>
                  <a:pt x="112" y="89"/>
                  <a:pt x="112" y="89"/>
                  <a:pt x="112" y="89"/>
                </a:cubicBezTo>
                <a:cubicBezTo>
                  <a:pt x="112" y="72"/>
                  <a:pt x="112" y="72"/>
                  <a:pt x="112" y="72"/>
                </a:cubicBezTo>
                <a:cubicBezTo>
                  <a:pt x="84" y="72"/>
                  <a:pt x="84" y="72"/>
                  <a:pt x="84" y="72"/>
                </a:cubicBezTo>
                <a:cubicBezTo>
                  <a:pt x="84" y="82"/>
                  <a:pt x="84" y="93"/>
                  <a:pt x="84" y="107"/>
                </a:cubicBezTo>
                <a:cubicBezTo>
                  <a:pt x="84" y="176"/>
                  <a:pt x="84" y="176"/>
                  <a:pt x="84" y="176"/>
                </a:cubicBezTo>
                <a:cubicBezTo>
                  <a:pt x="116" y="176"/>
                  <a:pt x="116" y="176"/>
                  <a:pt x="116" y="176"/>
                </a:cubicBezTo>
                <a:cubicBezTo>
                  <a:pt x="116" y="118"/>
                  <a:pt x="116" y="118"/>
                  <a:pt x="116" y="118"/>
                </a:cubicBezTo>
                <a:cubicBezTo>
                  <a:pt x="116" y="115"/>
                  <a:pt x="116" y="112"/>
                  <a:pt x="117" y="110"/>
                </a:cubicBezTo>
                <a:cubicBezTo>
                  <a:pt x="119" y="103"/>
                  <a:pt x="122" y="97"/>
                  <a:pt x="132" y="97"/>
                </a:cubicBezTo>
                <a:cubicBezTo>
                  <a:pt x="144" y="97"/>
                  <a:pt x="148" y="107"/>
                  <a:pt x="148" y="120"/>
                </a:cubicBezTo>
                <a:cubicBezTo>
                  <a:pt x="148" y="176"/>
                  <a:pt x="148" y="176"/>
                  <a:pt x="148" y="176"/>
                </a:cubicBezTo>
                <a:cubicBezTo>
                  <a:pt x="176" y="176"/>
                  <a:pt x="176" y="176"/>
                  <a:pt x="176" y="176"/>
                </a:cubicBezTo>
                <a:lnTo>
                  <a:pt x="176" y="116"/>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151"/>
          <p:cNvSpPr>
            <a:spLocks noEditPoints="1"/>
          </p:cNvSpPr>
          <p:nvPr/>
        </p:nvSpPr>
        <p:spPr bwMode="auto">
          <a:xfrm>
            <a:off x="2539633" y="97697"/>
            <a:ext cx="393562" cy="394968"/>
          </a:xfrm>
          <a:custGeom>
            <a:avLst/>
            <a:gdLst>
              <a:gd name="T0" fmla="*/ 180 w 200"/>
              <a:gd name="T1" fmla="*/ 200 h 200"/>
              <a:gd name="T2" fmla="*/ 20 w 200"/>
              <a:gd name="T3" fmla="*/ 200 h 200"/>
              <a:gd name="T4" fmla="*/ 0 w 200"/>
              <a:gd name="T5" fmla="*/ 180 h 200"/>
              <a:gd name="T6" fmla="*/ 0 w 200"/>
              <a:gd name="T7" fmla="*/ 20 h 200"/>
              <a:gd name="T8" fmla="*/ 20 w 200"/>
              <a:gd name="T9" fmla="*/ 0 h 200"/>
              <a:gd name="T10" fmla="*/ 180 w 200"/>
              <a:gd name="T11" fmla="*/ 0 h 200"/>
              <a:gd name="T12" fmla="*/ 200 w 200"/>
              <a:gd name="T13" fmla="*/ 20 h 200"/>
              <a:gd name="T14" fmla="*/ 200 w 200"/>
              <a:gd name="T15" fmla="*/ 180 h 200"/>
              <a:gd name="T16" fmla="*/ 180 w 200"/>
              <a:gd name="T17" fmla="*/ 200 h 200"/>
              <a:gd name="T18" fmla="*/ 101 w 200"/>
              <a:gd name="T19" fmla="*/ 24 h 200"/>
              <a:gd name="T20" fmla="*/ 26 w 200"/>
              <a:gd name="T21" fmla="*/ 100 h 200"/>
              <a:gd name="T22" fmla="*/ 101 w 200"/>
              <a:gd name="T23" fmla="*/ 175 h 200"/>
              <a:gd name="T24" fmla="*/ 177 w 200"/>
              <a:gd name="T25" fmla="*/ 100 h 200"/>
              <a:gd name="T26" fmla="*/ 101 w 200"/>
              <a:gd name="T27" fmla="*/ 24 h 200"/>
              <a:gd name="T28" fmla="*/ 137 w 200"/>
              <a:gd name="T29" fmla="*/ 153 h 200"/>
              <a:gd name="T30" fmla="*/ 125 w 200"/>
              <a:gd name="T31" fmla="*/ 107 h 200"/>
              <a:gd name="T32" fmla="*/ 165 w 200"/>
              <a:gd name="T33" fmla="*/ 110 h 200"/>
              <a:gd name="T34" fmla="*/ 137 w 200"/>
              <a:gd name="T35" fmla="*/ 153 h 200"/>
              <a:gd name="T36" fmla="*/ 121 w 200"/>
              <a:gd name="T37" fmla="*/ 97 h 200"/>
              <a:gd name="T38" fmla="*/ 119 w 200"/>
              <a:gd name="T39" fmla="*/ 94 h 200"/>
              <a:gd name="T40" fmla="*/ 115 w 200"/>
              <a:gd name="T41" fmla="*/ 85 h 200"/>
              <a:gd name="T42" fmla="*/ 151 w 200"/>
              <a:gd name="T43" fmla="*/ 59 h 200"/>
              <a:gd name="T44" fmla="*/ 166 w 200"/>
              <a:gd name="T45" fmla="*/ 99 h 200"/>
              <a:gd name="T46" fmla="*/ 121 w 200"/>
              <a:gd name="T47" fmla="*/ 97 h 200"/>
              <a:gd name="T48" fmla="*/ 110 w 200"/>
              <a:gd name="T49" fmla="*/ 75 h 200"/>
              <a:gd name="T50" fmla="*/ 86 w 200"/>
              <a:gd name="T51" fmla="*/ 37 h 200"/>
              <a:gd name="T52" fmla="*/ 101 w 200"/>
              <a:gd name="T53" fmla="*/ 36 h 200"/>
              <a:gd name="T54" fmla="*/ 144 w 200"/>
              <a:gd name="T55" fmla="*/ 52 h 200"/>
              <a:gd name="T56" fmla="*/ 110 w 200"/>
              <a:gd name="T57" fmla="*/ 75 h 200"/>
              <a:gd name="T58" fmla="*/ 38 w 200"/>
              <a:gd name="T59" fmla="*/ 87 h 200"/>
              <a:gd name="T60" fmla="*/ 74 w 200"/>
              <a:gd name="T61" fmla="*/ 42 h 200"/>
              <a:gd name="T62" fmla="*/ 98 w 200"/>
              <a:gd name="T63" fmla="*/ 79 h 200"/>
              <a:gd name="T64" fmla="*/ 38 w 200"/>
              <a:gd name="T65" fmla="*/ 87 h 200"/>
              <a:gd name="T66" fmla="*/ 103 w 200"/>
              <a:gd name="T67" fmla="*/ 89 h 200"/>
              <a:gd name="T68" fmla="*/ 108 w 200"/>
              <a:gd name="T69" fmla="*/ 100 h 200"/>
              <a:gd name="T70" fmla="*/ 106 w 200"/>
              <a:gd name="T71" fmla="*/ 101 h 200"/>
              <a:gd name="T72" fmla="*/ 53 w 200"/>
              <a:gd name="T73" fmla="*/ 143 h 200"/>
              <a:gd name="T74" fmla="*/ 37 w 200"/>
              <a:gd name="T75" fmla="*/ 100 h 200"/>
              <a:gd name="T76" fmla="*/ 37 w 200"/>
              <a:gd name="T77" fmla="*/ 98 h 200"/>
              <a:gd name="T78" fmla="*/ 103 w 200"/>
              <a:gd name="T79" fmla="*/ 89 h 200"/>
              <a:gd name="T80" fmla="*/ 112 w 200"/>
              <a:gd name="T81" fmla="*/ 111 h 200"/>
              <a:gd name="T82" fmla="*/ 113 w 200"/>
              <a:gd name="T83" fmla="*/ 110 h 200"/>
              <a:gd name="T84" fmla="*/ 126 w 200"/>
              <a:gd name="T85" fmla="*/ 159 h 200"/>
              <a:gd name="T86" fmla="*/ 101 w 200"/>
              <a:gd name="T87" fmla="*/ 164 h 200"/>
              <a:gd name="T88" fmla="*/ 62 w 200"/>
              <a:gd name="T89" fmla="*/ 151 h 200"/>
              <a:gd name="T90" fmla="*/ 112 w 200"/>
              <a:gd name="T91" fmla="*/ 111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0" h="200">
                <a:moveTo>
                  <a:pt x="180" y="200"/>
                </a:moveTo>
                <a:cubicBezTo>
                  <a:pt x="20" y="200"/>
                  <a:pt x="20" y="200"/>
                  <a:pt x="20" y="200"/>
                </a:cubicBezTo>
                <a:cubicBezTo>
                  <a:pt x="9" y="200"/>
                  <a:pt x="0" y="191"/>
                  <a:pt x="0" y="180"/>
                </a:cubicBezTo>
                <a:cubicBezTo>
                  <a:pt x="0" y="20"/>
                  <a:pt x="0" y="20"/>
                  <a:pt x="0" y="20"/>
                </a:cubicBezTo>
                <a:cubicBezTo>
                  <a:pt x="0" y="9"/>
                  <a:pt x="9" y="0"/>
                  <a:pt x="20" y="0"/>
                </a:cubicBezTo>
                <a:cubicBezTo>
                  <a:pt x="180" y="0"/>
                  <a:pt x="180" y="0"/>
                  <a:pt x="180" y="0"/>
                </a:cubicBezTo>
                <a:cubicBezTo>
                  <a:pt x="191" y="0"/>
                  <a:pt x="200" y="9"/>
                  <a:pt x="200" y="20"/>
                </a:cubicBezTo>
                <a:cubicBezTo>
                  <a:pt x="200" y="180"/>
                  <a:pt x="200" y="180"/>
                  <a:pt x="200" y="180"/>
                </a:cubicBezTo>
                <a:cubicBezTo>
                  <a:pt x="200" y="191"/>
                  <a:pt x="191" y="200"/>
                  <a:pt x="180" y="200"/>
                </a:cubicBezTo>
                <a:close/>
                <a:moveTo>
                  <a:pt x="101" y="24"/>
                </a:moveTo>
                <a:cubicBezTo>
                  <a:pt x="60" y="24"/>
                  <a:pt x="26" y="58"/>
                  <a:pt x="26" y="100"/>
                </a:cubicBezTo>
                <a:cubicBezTo>
                  <a:pt x="26" y="142"/>
                  <a:pt x="60" y="175"/>
                  <a:pt x="101" y="175"/>
                </a:cubicBezTo>
                <a:cubicBezTo>
                  <a:pt x="143" y="175"/>
                  <a:pt x="177" y="142"/>
                  <a:pt x="177" y="100"/>
                </a:cubicBezTo>
                <a:cubicBezTo>
                  <a:pt x="177" y="58"/>
                  <a:pt x="143" y="24"/>
                  <a:pt x="101" y="24"/>
                </a:cubicBezTo>
                <a:close/>
                <a:moveTo>
                  <a:pt x="137" y="153"/>
                </a:moveTo>
                <a:cubicBezTo>
                  <a:pt x="137" y="150"/>
                  <a:pt x="133" y="131"/>
                  <a:pt x="125" y="107"/>
                </a:cubicBezTo>
                <a:cubicBezTo>
                  <a:pt x="145" y="104"/>
                  <a:pt x="163" y="110"/>
                  <a:pt x="165" y="110"/>
                </a:cubicBezTo>
                <a:cubicBezTo>
                  <a:pt x="162" y="128"/>
                  <a:pt x="152" y="144"/>
                  <a:pt x="137" y="153"/>
                </a:cubicBezTo>
                <a:close/>
                <a:moveTo>
                  <a:pt x="121" y="97"/>
                </a:moveTo>
                <a:cubicBezTo>
                  <a:pt x="120" y="96"/>
                  <a:pt x="120" y="95"/>
                  <a:pt x="119" y="94"/>
                </a:cubicBezTo>
                <a:cubicBezTo>
                  <a:pt x="118" y="91"/>
                  <a:pt x="117" y="88"/>
                  <a:pt x="115" y="85"/>
                </a:cubicBezTo>
                <a:cubicBezTo>
                  <a:pt x="139" y="75"/>
                  <a:pt x="150" y="61"/>
                  <a:pt x="151" y="59"/>
                </a:cubicBezTo>
                <a:cubicBezTo>
                  <a:pt x="160" y="70"/>
                  <a:pt x="165" y="84"/>
                  <a:pt x="166" y="99"/>
                </a:cubicBezTo>
                <a:cubicBezTo>
                  <a:pt x="164" y="99"/>
                  <a:pt x="142" y="95"/>
                  <a:pt x="121" y="97"/>
                </a:cubicBezTo>
                <a:close/>
                <a:moveTo>
                  <a:pt x="110" y="75"/>
                </a:moveTo>
                <a:cubicBezTo>
                  <a:pt x="100" y="56"/>
                  <a:pt x="88" y="40"/>
                  <a:pt x="86" y="37"/>
                </a:cubicBezTo>
                <a:cubicBezTo>
                  <a:pt x="91" y="36"/>
                  <a:pt x="96" y="36"/>
                  <a:pt x="101" y="36"/>
                </a:cubicBezTo>
                <a:cubicBezTo>
                  <a:pt x="118" y="36"/>
                  <a:pt x="133" y="42"/>
                  <a:pt x="144" y="52"/>
                </a:cubicBezTo>
                <a:cubicBezTo>
                  <a:pt x="143" y="53"/>
                  <a:pt x="133" y="66"/>
                  <a:pt x="110" y="75"/>
                </a:cubicBezTo>
                <a:close/>
                <a:moveTo>
                  <a:pt x="38" y="87"/>
                </a:moveTo>
                <a:cubicBezTo>
                  <a:pt x="42" y="67"/>
                  <a:pt x="56" y="50"/>
                  <a:pt x="74" y="42"/>
                </a:cubicBezTo>
                <a:cubicBezTo>
                  <a:pt x="75" y="44"/>
                  <a:pt x="87" y="60"/>
                  <a:pt x="98" y="79"/>
                </a:cubicBezTo>
                <a:cubicBezTo>
                  <a:pt x="68" y="87"/>
                  <a:pt x="41" y="87"/>
                  <a:pt x="38" y="87"/>
                </a:cubicBezTo>
                <a:close/>
                <a:moveTo>
                  <a:pt x="103" y="89"/>
                </a:moveTo>
                <a:cubicBezTo>
                  <a:pt x="105" y="92"/>
                  <a:pt x="107" y="96"/>
                  <a:pt x="108" y="100"/>
                </a:cubicBezTo>
                <a:cubicBezTo>
                  <a:pt x="107" y="100"/>
                  <a:pt x="107" y="100"/>
                  <a:pt x="106" y="101"/>
                </a:cubicBezTo>
                <a:cubicBezTo>
                  <a:pt x="72" y="111"/>
                  <a:pt x="55" y="141"/>
                  <a:pt x="53" y="143"/>
                </a:cubicBezTo>
                <a:cubicBezTo>
                  <a:pt x="43" y="132"/>
                  <a:pt x="37" y="117"/>
                  <a:pt x="37" y="100"/>
                </a:cubicBezTo>
                <a:cubicBezTo>
                  <a:pt x="37" y="99"/>
                  <a:pt x="37" y="99"/>
                  <a:pt x="37" y="98"/>
                </a:cubicBezTo>
                <a:cubicBezTo>
                  <a:pt x="40" y="98"/>
                  <a:pt x="71" y="98"/>
                  <a:pt x="103" y="89"/>
                </a:cubicBezTo>
                <a:close/>
                <a:moveTo>
                  <a:pt x="112" y="111"/>
                </a:moveTo>
                <a:cubicBezTo>
                  <a:pt x="112" y="111"/>
                  <a:pt x="112" y="110"/>
                  <a:pt x="113" y="110"/>
                </a:cubicBezTo>
                <a:cubicBezTo>
                  <a:pt x="122" y="134"/>
                  <a:pt x="125" y="154"/>
                  <a:pt x="126" y="159"/>
                </a:cubicBezTo>
                <a:cubicBezTo>
                  <a:pt x="119" y="163"/>
                  <a:pt x="110" y="164"/>
                  <a:pt x="101" y="164"/>
                </a:cubicBezTo>
                <a:cubicBezTo>
                  <a:pt x="86" y="164"/>
                  <a:pt x="73" y="159"/>
                  <a:pt x="62" y="151"/>
                </a:cubicBezTo>
                <a:cubicBezTo>
                  <a:pt x="63" y="148"/>
                  <a:pt x="76" y="123"/>
                  <a:pt x="112" y="111"/>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152"/>
          <p:cNvSpPr>
            <a:spLocks noEditPoints="1"/>
          </p:cNvSpPr>
          <p:nvPr/>
        </p:nvSpPr>
        <p:spPr bwMode="auto">
          <a:xfrm>
            <a:off x="3003474" y="96291"/>
            <a:ext cx="393562" cy="394968"/>
          </a:xfrm>
          <a:custGeom>
            <a:avLst/>
            <a:gdLst>
              <a:gd name="T0" fmla="*/ 180 w 200"/>
              <a:gd name="T1" fmla="*/ 200 h 200"/>
              <a:gd name="T2" fmla="*/ 20 w 200"/>
              <a:gd name="T3" fmla="*/ 200 h 200"/>
              <a:gd name="T4" fmla="*/ 0 w 200"/>
              <a:gd name="T5" fmla="*/ 180 h 200"/>
              <a:gd name="T6" fmla="*/ 0 w 200"/>
              <a:gd name="T7" fmla="*/ 20 h 200"/>
              <a:gd name="T8" fmla="*/ 20 w 200"/>
              <a:gd name="T9" fmla="*/ 0 h 200"/>
              <a:gd name="T10" fmla="*/ 180 w 200"/>
              <a:gd name="T11" fmla="*/ 0 h 200"/>
              <a:gd name="T12" fmla="*/ 200 w 200"/>
              <a:gd name="T13" fmla="*/ 20 h 200"/>
              <a:gd name="T14" fmla="*/ 200 w 200"/>
              <a:gd name="T15" fmla="*/ 180 h 200"/>
              <a:gd name="T16" fmla="*/ 180 w 200"/>
              <a:gd name="T17" fmla="*/ 200 h 200"/>
              <a:gd name="T18" fmla="*/ 47 w 200"/>
              <a:gd name="T19" fmla="*/ 171 h 200"/>
              <a:gd name="T20" fmla="*/ 64 w 200"/>
              <a:gd name="T21" fmla="*/ 154 h 200"/>
              <a:gd name="T22" fmla="*/ 47 w 200"/>
              <a:gd name="T23" fmla="*/ 137 h 200"/>
              <a:gd name="T24" fmla="*/ 30 w 200"/>
              <a:gd name="T25" fmla="*/ 154 h 200"/>
              <a:gd name="T26" fmla="*/ 47 w 200"/>
              <a:gd name="T27" fmla="*/ 171 h 200"/>
              <a:gd name="T28" fmla="*/ 33 w 200"/>
              <a:gd name="T29" fmla="*/ 112 h 200"/>
              <a:gd name="T30" fmla="*/ 88 w 200"/>
              <a:gd name="T31" fmla="*/ 168 h 200"/>
              <a:gd name="T32" fmla="*/ 119 w 200"/>
              <a:gd name="T33" fmla="*/ 168 h 200"/>
              <a:gd name="T34" fmla="*/ 33 w 200"/>
              <a:gd name="T35" fmla="*/ 81 h 200"/>
              <a:gd name="T36" fmla="*/ 33 w 200"/>
              <a:gd name="T37" fmla="*/ 112 h 200"/>
              <a:gd name="T38" fmla="*/ 33 w 200"/>
              <a:gd name="T39" fmla="*/ 32 h 200"/>
              <a:gd name="T40" fmla="*/ 33 w 200"/>
              <a:gd name="T41" fmla="*/ 64 h 200"/>
              <a:gd name="T42" fmla="*/ 106 w 200"/>
              <a:gd name="T43" fmla="*/ 95 h 200"/>
              <a:gd name="T44" fmla="*/ 137 w 200"/>
              <a:gd name="T45" fmla="*/ 168 h 200"/>
              <a:gd name="T46" fmla="*/ 168 w 200"/>
              <a:gd name="T47" fmla="*/ 168 h 200"/>
              <a:gd name="T48" fmla="*/ 33 w 200"/>
              <a:gd name="T49" fmla="*/ 32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0" h="200">
                <a:moveTo>
                  <a:pt x="180" y="200"/>
                </a:moveTo>
                <a:cubicBezTo>
                  <a:pt x="20" y="200"/>
                  <a:pt x="20" y="200"/>
                  <a:pt x="20" y="200"/>
                </a:cubicBezTo>
                <a:cubicBezTo>
                  <a:pt x="9" y="200"/>
                  <a:pt x="0" y="191"/>
                  <a:pt x="0" y="180"/>
                </a:cubicBezTo>
                <a:cubicBezTo>
                  <a:pt x="0" y="20"/>
                  <a:pt x="0" y="20"/>
                  <a:pt x="0" y="20"/>
                </a:cubicBezTo>
                <a:cubicBezTo>
                  <a:pt x="0" y="9"/>
                  <a:pt x="9" y="0"/>
                  <a:pt x="20" y="0"/>
                </a:cubicBezTo>
                <a:cubicBezTo>
                  <a:pt x="180" y="0"/>
                  <a:pt x="180" y="0"/>
                  <a:pt x="180" y="0"/>
                </a:cubicBezTo>
                <a:cubicBezTo>
                  <a:pt x="191" y="0"/>
                  <a:pt x="200" y="9"/>
                  <a:pt x="200" y="20"/>
                </a:cubicBezTo>
                <a:cubicBezTo>
                  <a:pt x="200" y="180"/>
                  <a:pt x="200" y="180"/>
                  <a:pt x="200" y="180"/>
                </a:cubicBezTo>
                <a:cubicBezTo>
                  <a:pt x="200" y="191"/>
                  <a:pt x="191" y="200"/>
                  <a:pt x="180" y="200"/>
                </a:cubicBezTo>
                <a:close/>
                <a:moveTo>
                  <a:pt x="47" y="171"/>
                </a:moveTo>
                <a:cubicBezTo>
                  <a:pt x="56" y="171"/>
                  <a:pt x="64" y="163"/>
                  <a:pt x="64" y="154"/>
                </a:cubicBezTo>
                <a:cubicBezTo>
                  <a:pt x="64" y="144"/>
                  <a:pt x="56" y="137"/>
                  <a:pt x="47" y="137"/>
                </a:cubicBezTo>
                <a:cubicBezTo>
                  <a:pt x="38" y="137"/>
                  <a:pt x="30" y="144"/>
                  <a:pt x="30" y="154"/>
                </a:cubicBezTo>
                <a:cubicBezTo>
                  <a:pt x="30" y="163"/>
                  <a:pt x="38" y="171"/>
                  <a:pt x="47" y="171"/>
                </a:cubicBezTo>
                <a:close/>
                <a:moveTo>
                  <a:pt x="33" y="112"/>
                </a:moveTo>
                <a:cubicBezTo>
                  <a:pt x="65" y="112"/>
                  <a:pt x="88" y="136"/>
                  <a:pt x="88" y="168"/>
                </a:cubicBezTo>
                <a:cubicBezTo>
                  <a:pt x="119" y="168"/>
                  <a:pt x="119" y="168"/>
                  <a:pt x="119" y="168"/>
                </a:cubicBezTo>
                <a:cubicBezTo>
                  <a:pt x="119" y="119"/>
                  <a:pt x="82" y="81"/>
                  <a:pt x="33" y="81"/>
                </a:cubicBezTo>
                <a:lnTo>
                  <a:pt x="33" y="112"/>
                </a:lnTo>
                <a:close/>
                <a:moveTo>
                  <a:pt x="33" y="32"/>
                </a:moveTo>
                <a:cubicBezTo>
                  <a:pt x="33" y="64"/>
                  <a:pt x="33" y="64"/>
                  <a:pt x="33" y="64"/>
                </a:cubicBezTo>
                <a:cubicBezTo>
                  <a:pt x="63" y="64"/>
                  <a:pt x="86" y="76"/>
                  <a:pt x="106" y="95"/>
                </a:cubicBezTo>
                <a:cubicBezTo>
                  <a:pt x="125" y="114"/>
                  <a:pt x="137" y="138"/>
                  <a:pt x="137" y="168"/>
                </a:cubicBezTo>
                <a:cubicBezTo>
                  <a:pt x="168" y="168"/>
                  <a:pt x="168" y="168"/>
                  <a:pt x="168" y="168"/>
                </a:cubicBezTo>
                <a:cubicBezTo>
                  <a:pt x="168" y="92"/>
                  <a:pt x="109" y="33"/>
                  <a:pt x="33" y="32"/>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153"/>
          <p:cNvSpPr>
            <a:spLocks noEditPoints="1"/>
          </p:cNvSpPr>
          <p:nvPr/>
        </p:nvSpPr>
        <p:spPr bwMode="auto">
          <a:xfrm>
            <a:off x="116417" y="591055"/>
            <a:ext cx="393562" cy="394968"/>
          </a:xfrm>
          <a:custGeom>
            <a:avLst/>
            <a:gdLst>
              <a:gd name="T0" fmla="*/ 180 w 200"/>
              <a:gd name="T1" fmla="*/ 200 h 200"/>
              <a:gd name="T2" fmla="*/ 20 w 200"/>
              <a:gd name="T3" fmla="*/ 200 h 200"/>
              <a:gd name="T4" fmla="*/ 0 w 200"/>
              <a:gd name="T5" fmla="*/ 180 h 200"/>
              <a:gd name="T6" fmla="*/ 0 w 200"/>
              <a:gd name="T7" fmla="*/ 20 h 200"/>
              <a:gd name="T8" fmla="*/ 20 w 200"/>
              <a:gd name="T9" fmla="*/ 0 h 200"/>
              <a:gd name="T10" fmla="*/ 180 w 200"/>
              <a:gd name="T11" fmla="*/ 0 h 200"/>
              <a:gd name="T12" fmla="*/ 200 w 200"/>
              <a:gd name="T13" fmla="*/ 20 h 200"/>
              <a:gd name="T14" fmla="*/ 200 w 200"/>
              <a:gd name="T15" fmla="*/ 180 h 200"/>
              <a:gd name="T16" fmla="*/ 180 w 200"/>
              <a:gd name="T17" fmla="*/ 200 h 200"/>
              <a:gd name="T18" fmla="*/ 52 w 200"/>
              <a:gd name="T19" fmla="*/ 8 h 200"/>
              <a:gd name="T20" fmla="*/ 28 w 200"/>
              <a:gd name="T21" fmla="*/ 8 h 200"/>
              <a:gd name="T22" fmla="*/ 8 w 200"/>
              <a:gd name="T23" fmla="*/ 28 h 200"/>
              <a:gd name="T24" fmla="*/ 8 w 200"/>
              <a:gd name="T25" fmla="*/ 44 h 200"/>
              <a:gd name="T26" fmla="*/ 52 w 200"/>
              <a:gd name="T27" fmla="*/ 44 h 200"/>
              <a:gd name="T28" fmla="*/ 52 w 200"/>
              <a:gd name="T29" fmla="*/ 8 h 200"/>
              <a:gd name="T30" fmla="*/ 144 w 200"/>
              <a:gd name="T31" fmla="*/ 8 h 200"/>
              <a:gd name="T32" fmla="*/ 100 w 200"/>
              <a:gd name="T33" fmla="*/ 8 h 200"/>
              <a:gd name="T34" fmla="*/ 100 w 200"/>
              <a:gd name="T35" fmla="*/ 44 h 200"/>
              <a:gd name="T36" fmla="*/ 144 w 200"/>
              <a:gd name="T37" fmla="*/ 44 h 200"/>
              <a:gd name="T38" fmla="*/ 144 w 200"/>
              <a:gd name="T39" fmla="*/ 8 h 200"/>
              <a:gd name="T40" fmla="*/ 160 w 200"/>
              <a:gd name="T41" fmla="*/ 108 h 200"/>
              <a:gd name="T42" fmla="*/ 116 w 200"/>
              <a:gd name="T43" fmla="*/ 108 h 200"/>
              <a:gd name="T44" fmla="*/ 116 w 200"/>
              <a:gd name="T45" fmla="*/ 64 h 200"/>
              <a:gd name="T46" fmla="*/ 84 w 200"/>
              <a:gd name="T47" fmla="*/ 64 h 200"/>
              <a:gd name="T48" fmla="*/ 84 w 200"/>
              <a:gd name="T49" fmla="*/ 108 h 200"/>
              <a:gd name="T50" fmla="*/ 40 w 200"/>
              <a:gd name="T51" fmla="*/ 108 h 200"/>
              <a:gd name="T52" fmla="*/ 40 w 200"/>
              <a:gd name="T53" fmla="*/ 140 h 200"/>
              <a:gd name="T54" fmla="*/ 84 w 200"/>
              <a:gd name="T55" fmla="*/ 140 h 200"/>
              <a:gd name="T56" fmla="*/ 84 w 200"/>
              <a:gd name="T57" fmla="*/ 184 h 200"/>
              <a:gd name="T58" fmla="*/ 116 w 200"/>
              <a:gd name="T59" fmla="*/ 184 h 200"/>
              <a:gd name="T60" fmla="*/ 116 w 200"/>
              <a:gd name="T61" fmla="*/ 140 h 200"/>
              <a:gd name="T62" fmla="*/ 160 w 200"/>
              <a:gd name="T63" fmla="*/ 140 h 200"/>
              <a:gd name="T64" fmla="*/ 160 w 200"/>
              <a:gd name="T65" fmla="*/ 108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0" h="200">
                <a:moveTo>
                  <a:pt x="180" y="200"/>
                </a:moveTo>
                <a:cubicBezTo>
                  <a:pt x="20" y="200"/>
                  <a:pt x="20" y="200"/>
                  <a:pt x="20" y="200"/>
                </a:cubicBezTo>
                <a:cubicBezTo>
                  <a:pt x="9" y="200"/>
                  <a:pt x="0" y="191"/>
                  <a:pt x="0" y="180"/>
                </a:cubicBezTo>
                <a:cubicBezTo>
                  <a:pt x="0" y="20"/>
                  <a:pt x="0" y="20"/>
                  <a:pt x="0" y="20"/>
                </a:cubicBezTo>
                <a:cubicBezTo>
                  <a:pt x="0" y="9"/>
                  <a:pt x="9" y="0"/>
                  <a:pt x="20" y="0"/>
                </a:cubicBezTo>
                <a:cubicBezTo>
                  <a:pt x="180" y="0"/>
                  <a:pt x="180" y="0"/>
                  <a:pt x="180" y="0"/>
                </a:cubicBezTo>
                <a:cubicBezTo>
                  <a:pt x="191" y="0"/>
                  <a:pt x="200" y="9"/>
                  <a:pt x="200" y="20"/>
                </a:cubicBezTo>
                <a:cubicBezTo>
                  <a:pt x="200" y="180"/>
                  <a:pt x="200" y="180"/>
                  <a:pt x="200" y="180"/>
                </a:cubicBezTo>
                <a:cubicBezTo>
                  <a:pt x="200" y="191"/>
                  <a:pt x="191" y="200"/>
                  <a:pt x="180" y="200"/>
                </a:cubicBezTo>
                <a:close/>
                <a:moveTo>
                  <a:pt x="52" y="8"/>
                </a:moveTo>
                <a:cubicBezTo>
                  <a:pt x="28" y="8"/>
                  <a:pt x="28" y="8"/>
                  <a:pt x="28" y="8"/>
                </a:cubicBezTo>
                <a:cubicBezTo>
                  <a:pt x="17" y="8"/>
                  <a:pt x="8" y="17"/>
                  <a:pt x="8" y="28"/>
                </a:cubicBezTo>
                <a:cubicBezTo>
                  <a:pt x="8" y="44"/>
                  <a:pt x="8" y="44"/>
                  <a:pt x="8" y="44"/>
                </a:cubicBezTo>
                <a:cubicBezTo>
                  <a:pt x="23" y="44"/>
                  <a:pt x="37" y="44"/>
                  <a:pt x="52" y="44"/>
                </a:cubicBezTo>
                <a:lnTo>
                  <a:pt x="52" y="8"/>
                </a:lnTo>
                <a:close/>
                <a:moveTo>
                  <a:pt x="144" y="8"/>
                </a:moveTo>
                <a:cubicBezTo>
                  <a:pt x="100" y="8"/>
                  <a:pt x="100" y="8"/>
                  <a:pt x="100" y="8"/>
                </a:cubicBezTo>
                <a:cubicBezTo>
                  <a:pt x="100" y="44"/>
                  <a:pt x="100" y="44"/>
                  <a:pt x="100" y="44"/>
                </a:cubicBezTo>
                <a:cubicBezTo>
                  <a:pt x="114" y="44"/>
                  <a:pt x="129" y="44"/>
                  <a:pt x="144" y="44"/>
                </a:cubicBezTo>
                <a:lnTo>
                  <a:pt x="144" y="8"/>
                </a:lnTo>
                <a:close/>
                <a:moveTo>
                  <a:pt x="160" y="108"/>
                </a:moveTo>
                <a:cubicBezTo>
                  <a:pt x="116" y="108"/>
                  <a:pt x="116" y="108"/>
                  <a:pt x="116" y="108"/>
                </a:cubicBezTo>
                <a:cubicBezTo>
                  <a:pt x="116" y="64"/>
                  <a:pt x="116" y="64"/>
                  <a:pt x="116" y="64"/>
                </a:cubicBezTo>
                <a:cubicBezTo>
                  <a:pt x="84" y="64"/>
                  <a:pt x="84" y="64"/>
                  <a:pt x="84" y="64"/>
                </a:cubicBezTo>
                <a:cubicBezTo>
                  <a:pt x="84" y="108"/>
                  <a:pt x="84" y="108"/>
                  <a:pt x="84" y="108"/>
                </a:cubicBezTo>
                <a:cubicBezTo>
                  <a:pt x="40" y="108"/>
                  <a:pt x="40" y="108"/>
                  <a:pt x="40" y="108"/>
                </a:cubicBezTo>
                <a:cubicBezTo>
                  <a:pt x="40" y="140"/>
                  <a:pt x="40" y="140"/>
                  <a:pt x="40" y="140"/>
                </a:cubicBezTo>
                <a:cubicBezTo>
                  <a:pt x="84" y="140"/>
                  <a:pt x="84" y="140"/>
                  <a:pt x="84" y="140"/>
                </a:cubicBezTo>
                <a:cubicBezTo>
                  <a:pt x="84" y="184"/>
                  <a:pt x="84" y="184"/>
                  <a:pt x="84" y="184"/>
                </a:cubicBezTo>
                <a:cubicBezTo>
                  <a:pt x="116" y="184"/>
                  <a:pt x="116" y="184"/>
                  <a:pt x="116" y="184"/>
                </a:cubicBezTo>
                <a:cubicBezTo>
                  <a:pt x="116" y="140"/>
                  <a:pt x="116" y="140"/>
                  <a:pt x="116" y="140"/>
                </a:cubicBezTo>
                <a:cubicBezTo>
                  <a:pt x="160" y="140"/>
                  <a:pt x="160" y="140"/>
                  <a:pt x="160" y="140"/>
                </a:cubicBezTo>
                <a:lnTo>
                  <a:pt x="160" y="108"/>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154"/>
          <p:cNvSpPr>
            <a:spLocks noEditPoints="1"/>
          </p:cNvSpPr>
          <p:nvPr/>
        </p:nvSpPr>
        <p:spPr bwMode="auto">
          <a:xfrm>
            <a:off x="604153" y="591055"/>
            <a:ext cx="394968" cy="394968"/>
          </a:xfrm>
          <a:custGeom>
            <a:avLst/>
            <a:gdLst>
              <a:gd name="T0" fmla="*/ 112 w 200"/>
              <a:gd name="T1" fmla="*/ 147 h 200"/>
              <a:gd name="T2" fmla="*/ 112 w 200"/>
              <a:gd name="T3" fmla="*/ 165 h 200"/>
              <a:gd name="T4" fmla="*/ 117 w 200"/>
              <a:gd name="T5" fmla="*/ 175 h 200"/>
              <a:gd name="T6" fmla="*/ 117 w 200"/>
              <a:gd name="T7" fmla="*/ 140 h 200"/>
              <a:gd name="T8" fmla="*/ 20 w 200"/>
              <a:gd name="T9" fmla="*/ 0 h 200"/>
              <a:gd name="T10" fmla="*/ 0 w 200"/>
              <a:gd name="T11" fmla="*/ 180 h 200"/>
              <a:gd name="T12" fmla="*/ 180 w 200"/>
              <a:gd name="T13" fmla="*/ 200 h 200"/>
              <a:gd name="T14" fmla="*/ 200 w 200"/>
              <a:gd name="T15" fmla="*/ 20 h 200"/>
              <a:gd name="T16" fmla="*/ 43 w 200"/>
              <a:gd name="T17" fmla="*/ 184 h 200"/>
              <a:gd name="T18" fmla="*/ 32 w 200"/>
              <a:gd name="T19" fmla="*/ 124 h 200"/>
              <a:gd name="T20" fmla="*/ 16 w 200"/>
              <a:gd name="T21" fmla="*/ 112 h 200"/>
              <a:gd name="T22" fmla="*/ 60 w 200"/>
              <a:gd name="T23" fmla="*/ 124 h 200"/>
              <a:gd name="T24" fmla="*/ 43 w 200"/>
              <a:gd name="T25" fmla="*/ 184 h 200"/>
              <a:gd name="T26" fmla="*/ 83 w 200"/>
              <a:gd name="T27" fmla="*/ 178 h 200"/>
              <a:gd name="T28" fmla="*/ 70 w 200"/>
              <a:gd name="T29" fmla="*/ 185 h 200"/>
              <a:gd name="T30" fmla="*/ 56 w 200"/>
              <a:gd name="T31" fmla="*/ 132 h 200"/>
              <a:gd name="T32" fmla="*/ 68 w 200"/>
              <a:gd name="T33" fmla="*/ 162 h 200"/>
              <a:gd name="T34" fmla="*/ 80 w 200"/>
              <a:gd name="T35" fmla="*/ 170 h 200"/>
              <a:gd name="T36" fmla="*/ 80 w 200"/>
              <a:gd name="T37" fmla="*/ 132 h 200"/>
              <a:gd name="T38" fmla="*/ 92 w 200"/>
              <a:gd name="T39" fmla="*/ 169 h 200"/>
              <a:gd name="T40" fmla="*/ 83 w 200"/>
              <a:gd name="T41" fmla="*/ 184 h 200"/>
              <a:gd name="T42" fmla="*/ 111 w 200"/>
              <a:gd name="T43" fmla="*/ 177 h 200"/>
              <a:gd name="T44" fmla="*/ 110 w 200"/>
              <a:gd name="T45" fmla="*/ 185 h 200"/>
              <a:gd name="T46" fmla="*/ 100 w 200"/>
              <a:gd name="T47" fmla="*/ 170 h 200"/>
              <a:gd name="T48" fmla="*/ 112 w 200"/>
              <a:gd name="T49" fmla="*/ 108 h 200"/>
              <a:gd name="T50" fmla="*/ 112 w 200"/>
              <a:gd name="T51" fmla="*/ 137 h 200"/>
              <a:gd name="T52" fmla="*/ 136 w 200"/>
              <a:gd name="T53" fmla="*/ 157 h 200"/>
              <a:gd name="T54" fmla="*/ 176 w 200"/>
              <a:gd name="T55" fmla="*/ 160 h 200"/>
              <a:gd name="T56" fmla="*/ 163 w 200"/>
              <a:gd name="T57" fmla="*/ 176 h 200"/>
              <a:gd name="T58" fmla="*/ 174 w 200"/>
              <a:gd name="T59" fmla="*/ 182 h 200"/>
              <a:gd name="T60" fmla="*/ 140 w 200"/>
              <a:gd name="T61" fmla="*/ 159 h 200"/>
              <a:gd name="T62" fmla="*/ 176 w 200"/>
              <a:gd name="T63" fmla="*/ 155 h 200"/>
              <a:gd name="T64" fmla="*/ 192 w 200"/>
              <a:gd name="T65" fmla="*/ 100 h 200"/>
              <a:gd name="T66" fmla="*/ 8 w 200"/>
              <a:gd name="T67" fmla="*/ 28 h 200"/>
              <a:gd name="T68" fmla="*/ 172 w 200"/>
              <a:gd name="T69" fmla="*/ 8 h 200"/>
              <a:gd name="T70" fmla="*/ 192 w 200"/>
              <a:gd name="T71" fmla="*/ 100 h 200"/>
              <a:gd name="T72" fmla="*/ 152 w 200"/>
              <a:gd name="T73" fmla="*/ 153 h 200"/>
              <a:gd name="T74" fmla="*/ 159 w 200"/>
              <a:gd name="T75" fmla="*/ 139 h 200"/>
              <a:gd name="T76" fmla="*/ 63 w 200"/>
              <a:gd name="T77" fmla="*/ 33 h 200"/>
              <a:gd name="T78" fmla="*/ 59 w 200"/>
              <a:gd name="T79" fmla="*/ 49 h 200"/>
              <a:gd name="T80" fmla="*/ 49 w 200"/>
              <a:gd name="T81" fmla="*/ 16 h 200"/>
              <a:gd name="T82" fmla="*/ 53 w 200"/>
              <a:gd name="T83" fmla="*/ 59 h 200"/>
              <a:gd name="T84" fmla="*/ 64 w 200"/>
              <a:gd name="T85" fmla="*/ 88 h 200"/>
              <a:gd name="T86" fmla="*/ 80 w 200"/>
              <a:gd name="T87" fmla="*/ 16 h 200"/>
              <a:gd name="T88" fmla="*/ 97 w 200"/>
              <a:gd name="T89" fmla="*/ 35 h 200"/>
              <a:gd name="T90" fmla="*/ 96 w 200"/>
              <a:gd name="T91" fmla="*/ 89 h 200"/>
              <a:gd name="T92" fmla="*/ 115 w 200"/>
              <a:gd name="T93" fmla="*/ 62 h 200"/>
              <a:gd name="T94" fmla="*/ 97 w 200"/>
              <a:gd name="T95" fmla="*/ 80 h 200"/>
              <a:gd name="T96" fmla="*/ 89 w 200"/>
              <a:gd name="T97" fmla="*/ 62 h 200"/>
              <a:gd name="T98" fmla="*/ 104 w 200"/>
              <a:gd name="T99" fmla="*/ 62 h 200"/>
              <a:gd name="T100" fmla="*/ 154 w 200"/>
              <a:gd name="T101" fmla="*/ 36 h 200"/>
              <a:gd name="T102" fmla="*/ 143 w 200"/>
              <a:gd name="T103" fmla="*/ 70 h 200"/>
              <a:gd name="T104" fmla="*/ 136 w 200"/>
              <a:gd name="T105" fmla="*/ 80 h 200"/>
              <a:gd name="T106" fmla="*/ 130 w 200"/>
              <a:gd name="T107" fmla="*/ 36 h 200"/>
              <a:gd name="T108" fmla="*/ 119 w 200"/>
              <a:gd name="T109" fmla="*/ 68 h 200"/>
              <a:gd name="T110" fmla="*/ 144 w 200"/>
              <a:gd name="T111" fmla="*/ 83 h 200"/>
              <a:gd name="T112" fmla="*/ 144 w 200"/>
              <a:gd name="T113" fmla="*/ 88 h 200"/>
              <a:gd name="T114" fmla="*/ 154 w 200"/>
              <a:gd name="T115" fmla="*/ 73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0" h="200">
                <a:moveTo>
                  <a:pt x="117" y="140"/>
                </a:moveTo>
                <a:cubicBezTo>
                  <a:pt x="114" y="140"/>
                  <a:pt x="113" y="144"/>
                  <a:pt x="112" y="147"/>
                </a:cubicBezTo>
                <a:cubicBezTo>
                  <a:pt x="112" y="148"/>
                  <a:pt x="112" y="150"/>
                  <a:pt x="112" y="151"/>
                </a:cubicBezTo>
                <a:cubicBezTo>
                  <a:pt x="112" y="165"/>
                  <a:pt x="112" y="165"/>
                  <a:pt x="112" y="165"/>
                </a:cubicBezTo>
                <a:cubicBezTo>
                  <a:pt x="112" y="167"/>
                  <a:pt x="112" y="168"/>
                  <a:pt x="112" y="169"/>
                </a:cubicBezTo>
                <a:cubicBezTo>
                  <a:pt x="114" y="174"/>
                  <a:pt x="115" y="175"/>
                  <a:pt x="117" y="175"/>
                </a:cubicBezTo>
                <a:cubicBezTo>
                  <a:pt x="123" y="175"/>
                  <a:pt x="125" y="168"/>
                  <a:pt x="125" y="157"/>
                </a:cubicBezTo>
                <a:cubicBezTo>
                  <a:pt x="125" y="148"/>
                  <a:pt x="123" y="140"/>
                  <a:pt x="117" y="140"/>
                </a:cubicBezTo>
                <a:close/>
                <a:moveTo>
                  <a:pt x="180" y="0"/>
                </a:moveTo>
                <a:cubicBezTo>
                  <a:pt x="20" y="0"/>
                  <a:pt x="20" y="0"/>
                  <a:pt x="20" y="0"/>
                </a:cubicBezTo>
                <a:cubicBezTo>
                  <a:pt x="9" y="0"/>
                  <a:pt x="0" y="9"/>
                  <a:pt x="0" y="20"/>
                </a:cubicBezTo>
                <a:cubicBezTo>
                  <a:pt x="0" y="180"/>
                  <a:pt x="0" y="180"/>
                  <a:pt x="0" y="180"/>
                </a:cubicBezTo>
                <a:cubicBezTo>
                  <a:pt x="0" y="191"/>
                  <a:pt x="9" y="200"/>
                  <a:pt x="20" y="200"/>
                </a:cubicBezTo>
                <a:cubicBezTo>
                  <a:pt x="180" y="200"/>
                  <a:pt x="180" y="200"/>
                  <a:pt x="180" y="200"/>
                </a:cubicBezTo>
                <a:cubicBezTo>
                  <a:pt x="191" y="200"/>
                  <a:pt x="200" y="191"/>
                  <a:pt x="200" y="180"/>
                </a:cubicBezTo>
                <a:cubicBezTo>
                  <a:pt x="200" y="20"/>
                  <a:pt x="200" y="20"/>
                  <a:pt x="200" y="20"/>
                </a:cubicBezTo>
                <a:cubicBezTo>
                  <a:pt x="200" y="9"/>
                  <a:pt x="191" y="0"/>
                  <a:pt x="180" y="0"/>
                </a:cubicBezTo>
                <a:close/>
                <a:moveTo>
                  <a:pt x="43" y="184"/>
                </a:moveTo>
                <a:cubicBezTo>
                  <a:pt x="32" y="184"/>
                  <a:pt x="32" y="184"/>
                  <a:pt x="32" y="184"/>
                </a:cubicBezTo>
                <a:cubicBezTo>
                  <a:pt x="32" y="124"/>
                  <a:pt x="32" y="124"/>
                  <a:pt x="32" y="124"/>
                </a:cubicBezTo>
                <a:cubicBezTo>
                  <a:pt x="16" y="124"/>
                  <a:pt x="16" y="124"/>
                  <a:pt x="16" y="124"/>
                </a:cubicBezTo>
                <a:cubicBezTo>
                  <a:pt x="16" y="112"/>
                  <a:pt x="16" y="112"/>
                  <a:pt x="16" y="112"/>
                </a:cubicBezTo>
                <a:cubicBezTo>
                  <a:pt x="60" y="112"/>
                  <a:pt x="60" y="112"/>
                  <a:pt x="60" y="112"/>
                </a:cubicBezTo>
                <a:cubicBezTo>
                  <a:pt x="60" y="124"/>
                  <a:pt x="60" y="124"/>
                  <a:pt x="60" y="124"/>
                </a:cubicBezTo>
                <a:cubicBezTo>
                  <a:pt x="43" y="124"/>
                  <a:pt x="43" y="124"/>
                  <a:pt x="43" y="124"/>
                </a:cubicBezTo>
                <a:lnTo>
                  <a:pt x="43" y="184"/>
                </a:lnTo>
                <a:close/>
                <a:moveTo>
                  <a:pt x="83" y="184"/>
                </a:moveTo>
                <a:cubicBezTo>
                  <a:pt x="83" y="178"/>
                  <a:pt x="83" y="178"/>
                  <a:pt x="83" y="178"/>
                </a:cubicBezTo>
                <a:cubicBezTo>
                  <a:pt x="82" y="178"/>
                  <a:pt x="82" y="178"/>
                  <a:pt x="82" y="178"/>
                </a:cubicBezTo>
                <a:cubicBezTo>
                  <a:pt x="80" y="181"/>
                  <a:pt x="75" y="185"/>
                  <a:pt x="70" y="185"/>
                </a:cubicBezTo>
                <a:cubicBezTo>
                  <a:pt x="60" y="185"/>
                  <a:pt x="56" y="177"/>
                  <a:pt x="56" y="164"/>
                </a:cubicBezTo>
                <a:cubicBezTo>
                  <a:pt x="56" y="132"/>
                  <a:pt x="56" y="132"/>
                  <a:pt x="56" y="132"/>
                </a:cubicBezTo>
                <a:cubicBezTo>
                  <a:pt x="68" y="132"/>
                  <a:pt x="68" y="132"/>
                  <a:pt x="68" y="132"/>
                </a:cubicBezTo>
                <a:cubicBezTo>
                  <a:pt x="68" y="162"/>
                  <a:pt x="68" y="162"/>
                  <a:pt x="68" y="162"/>
                </a:cubicBezTo>
                <a:cubicBezTo>
                  <a:pt x="68" y="170"/>
                  <a:pt x="70" y="175"/>
                  <a:pt x="75" y="175"/>
                </a:cubicBezTo>
                <a:cubicBezTo>
                  <a:pt x="78" y="175"/>
                  <a:pt x="79" y="172"/>
                  <a:pt x="80" y="170"/>
                </a:cubicBezTo>
                <a:cubicBezTo>
                  <a:pt x="80" y="169"/>
                  <a:pt x="80" y="167"/>
                  <a:pt x="80" y="165"/>
                </a:cubicBezTo>
                <a:cubicBezTo>
                  <a:pt x="80" y="132"/>
                  <a:pt x="80" y="132"/>
                  <a:pt x="80" y="132"/>
                </a:cubicBezTo>
                <a:cubicBezTo>
                  <a:pt x="92" y="132"/>
                  <a:pt x="92" y="132"/>
                  <a:pt x="92" y="132"/>
                </a:cubicBezTo>
                <a:cubicBezTo>
                  <a:pt x="92" y="169"/>
                  <a:pt x="92" y="169"/>
                  <a:pt x="92" y="169"/>
                </a:cubicBezTo>
                <a:cubicBezTo>
                  <a:pt x="92" y="174"/>
                  <a:pt x="92" y="179"/>
                  <a:pt x="92" y="184"/>
                </a:cubicBezTo>
                <a:lnTo>
                  <a:pt x="83" y="184"/>
                </a:lnTo>
                <a:close/>
                <a:moveTo>
                  <a:pt x="120" y="185"/>
                </a:moveTo>
                <a:cubicBezTo>
                  <a:pt x="115" y="185"/>
                  <a:pt x="113" y="182"/>
                  <a:pt x="111" y="177"/>
                </a:cubicBezTo>
                <a:cubicBezTo>
                  <a:pt x="110" y="177"/>
                  <a:pt x="110" y="177"/>
                  <a:pt x="110" y="177"/>
                </a:cubicBezTo>
                <a:cubicBezTo>
                  <a:pt x="110" y="185"/>
                  <a:pt x="110" y="185"/>
                  <a:pt x="110" y="185"/>
                </a:cubicBezTo>
                <a:cubicBezTo>
                  <a:pt x="99" y="185"/>
                  <a:pt x="99" y="185"/>
                  <a:pt x="99" y="185"/>
                </a:cubicBezTo>
                <a:cubicBezTo>
                  <a:pt x="100" y="181"/>
                  <a:pt x="100" y="174"/>
                  <a:pt x="100" y="170"/>
                </a:cubicBezTo>
                <a:cubicBezTo>
                  <a:pt x="100" y="108"/>
                  <a:pt x="100" y="108"/>
                  <a:pt x="100" y="108"/>
                </a:cubicBezTo>
                <a:cubicBezTo>
                  <a:pt x="112" y="108"/>
                  <a:pt x="112" y="108"/>
                  <a:pt x="112" y="108"/>
                </a:cubicBezTo>
                <a:cubicBezTo>
                  <a:pt x="112" y="137"/>
                  <a:pt x="112" y="137"/>
                  <a:pt x="112" y="137"/>
                </a:cubicBezTo>
                <a:cubicBezTo>
                  <a:pt x="112" y="137"/>
                  <a:pt x="112" y="137"/>
                  <a:pt x="112" y="137"/>
                </a:cubicBezTo>
                <a:cubicBezTo>
                  <a:pt x="114" y="133"/>
                  <a:pt x="117" y="131"/>
                  <a:pt x="122" y="131"/>
                </a:cubicBezTo>
                <a:cubicBezTo>
                  <a:pt x="131" y="131"/>
                  <a:pt x="136" y="141"/>
                  <a:pt x="136" y="157"/>
                </a:cubicBezTo>
                <a:cubicBezTo>
                  <a:pt x="136" y="175"/>
                  <a:pt x="129" y="185"/>
                  <a:pt x="120" y="185"/>
                </a:cubicBezTo>
                <a:close/>
                <a:moveTo>
                  <a:pt x="176" y="160"/>
                </a:moveTo>
                <a:cubicBezTo>
                  <a:pt x="152" y="160"/>
                  <a:pt x="152" y="160"/>
                  <a:pt x="152" y="160"/>
                </a:cubicBezTo>
                <a:cubicBezTo>
                  <a:pt x="152" y="171"/>
                  <a:pt x="157" y="176"/>
                  <a:pt x="163" y="176"/>
                </a:cubicBezTo>
                <a:cubicBezTo>
                  <a:pt x="167" y="176"/>
                  <a:pt x="170" y="175"/>
                  <a:pt x="172" y="174"/>
                </a:cubicBezTo>
                <a:cubicBezTo>
                  <a:pt x="174" y="182"/>
                  <a:pt x="174" y="182"/>
                  <a:pt x="174" y="182"/>
                </a:cubicBezTo>
                <a:cubicBezTo>
                  <a:pt x="171" y="184"/>
                  <a:pt x="166" y="184"/>
                  <a:pt x="161" y="184"/>
                </a:cubicBezTo>
                <a:cubicBezTo>
                  <a:pt x="148" y="184"/>
                  <a:pt x="140" y="175"/>
                  <a:pt x="140" y="159"/>
                </a:cubicBezTo>
                <a:cubicBezTo>
                  <a:pt x="140" y="141"/>
                  <a:pt x="145" y="131"/>
                  <a:pt x="156" y="131"/>
                </a:cubicBezTo>
                <a:cubicBezTo>
                  <a:pt x="167" y="131"/>
                  <a:pt x="176" y="141"/>
                  <a:pt x="176" y="155"/>
                </a:cubicBezTo>
                <a:cubicBezTo>
                  <a:pt x="176" y="158"/>
                  <a:pt x="176" y="158"/>
                  <a:pt x="176" y="160"/>
                </a:cubicBezTo>
                <a:close/>
                <a:moveTo>
                  <a:pt x="192" y="100"/>
                </a:moveTo>
                <a:cubicBezTo>
                  <a:pt x="8" y="100"/>
                  <a:pt x="8" y="100"/>
                  <a:pt x="8" y="100"/>
                </a:cubicBezTo>
                <a:cubicBezTo>
                  <a:pt x="8" y="28"/>
                  <a:pt x="8" y="28"/>
                  <a:pt x="8" y="28"/>
                </a:cubicBezTo>
                <a:cubicBezTo>
                  <a:pt x="8" y="17"/>
                  <a:pt x="17" y="8"/>
                  <a:pt x="28" y="8"/>
                </a:cubicBezTo>
                <a:cubicBezTo>
                  <a:pt x="172" y="8"/>
                  <a:pt x="172" y="8"/>
                  <a:pt x="172" y="8"/>
                </a:cubicBezTo>
                <a:cubicBezTo>
                  <a:pt x="183" y="8"/>
                  <a:pt x="192" y="17"/>
                  <a:pt x="192" y="28"/>
                </a:cubicBezTo>
                <a:lnTo>
                  <a:pt x="192" y="100"/>
                </a:lnTo>
                <a:close/>
                <a:moveTo>
                  <a:pt x="159" y="139"/>
                </a:moveTo>
                <a:cubicBezTo>
                  <a:pt x="154" y="139"/>
                  <a:pt x="152" y="146"/>
                  <a:pt x="152" y="153"/>
                </a:cubicBezTo>
                <a:cubicBezTo>
                  <a:pt x="166" y="153"/>
                  <a:pt x="166" y="153"/>
                  <a:pt x="166" y="153"/>
                </a:cubicBezTo>
                <a:cubicBezTo>
                  <a:pt x="166" y="144"/>
                  <a:pt x="163" y="139"/>
                  <a:pt x="159" y="139"/>
                </a:cubicBezTo>
                <a:close/>
                <a:moveTo>
                  <a:pt x="68" y="16"/>
                </a:moveTo>
                <a:cubicBezTo>
                  <a:pt x="63" y="33"/>
                  <a:pt x="63" y="33"/>
                  <a:pt x="63" y="33"/>
                </a:cubicBezTo>
                <a:cubicBezTo>
                  <a:pt x="62" y="39"/>
                  <a:pt x="60" y="44"/>
                  <a:pt x="59" y="49"/>
                </a:cubicBezTo>
                <a:cubicBezTo>
                  <a:pt x="59" y="49"/>
                  <a:pt x="59" y="49"/>
                  <a:pt x="59" y="49"/>
                </a:cubicBezTo>
                <a:cubicBezTo>
                  <a:pt x="58" y="44"/>
                  <a:pt x="56" y="38"/>
                  <a:pt x="54" y="33"/>
                </a:cubicBezTo>
                <a:cubicBezTo>
                  <a:pt x="49" y="16"/>
                  <a:pt x="49" y="16"/>
                  <a:pt x="49" y="16"/>
                </a:cubicBezTo>
                <a:cubicBezTo>
                  <a:pt x="37" y="16"/>
                  <a:pt x="37" y="16"/>
                  <a:pt x="37" y="16"/>
                </a:cubicBezTo>
                <a:cubicBezTo>
                  <a:pt x="53" y="59"/>
                  <a:pt x="53" y="59"/>
                  <a:pt x="53" y="59"/>
                </a:cubicBezTo>
                <a:cubicBezTo>
                  <a:pt x="53" y="88"/>
                  <a:pt x="53" y="88"/>
                  <a:pt x="53" y="88"/>
                </a:cubicBezTo>
                <a:cubicBezTo>
                  <a:pt x="64" y="88"/>
                  <a:pt x="64" y="88"/>
                  <a:pt x="64" y="88"/>
                </a:cubicBezTo>
                <a:cubicBezTo>
                  <a:pt x="64" y="59"/>
                  <a:pt x="64" y="59"/>
                  <a:pt x="64" y="59"/>
                </a:cubicBezTo>
                <a:cubicBezTo>
                  <a:pt x="80" y="16"/>
                  <a:pt x="80" y="16"/>
                  <a:pt x="80" y="16"/>
                </a:cubicBezTo>
                <a:lnTo>
                  <a:pt x="68" y="16"/>
                </a:lnTo>
                <a:close/>
                <a:moveTo>
                  <a:pt x="97" y="35"/>
                </a:moveTo>
                <a:cubicBezTo>
                  <a:pt x="87" y="35"/>
                  <a:pt x="77" y="43"/>
                  <a:pt x="77" y="62"/>
                </a:cubicBezTo>
                <a:cubicBezTo>
                  <a:pt x="77" y="80"/>
                  <a:pt x="85" y="89"/>
                  <a:pt x="96" y="89"/>
                </a:cubicBezTo>
                <a:cubicBezTo>
                  <a:pt x="96" y="89"/>
                  <a:pt x="96" y="89"/>
                  <a:pt x="96" y="89"/>
                </a:cubicBezTo>
                <a:cubicBezTo>
                  <a:pt x="104" y="89"/>
                  <a:pt x="115" y="83"/>
                  <a:pt x="115" y="62"/>
                </a:cubicBezTo>
                <a:cubicBezTo>
                  <a:pt x="115" y="45"/>
                  <a:pt x="108" y="35"/>
                  <a:pt x="97" y="35"/>
                </a:cubicBezTo>
                <a:close/>
                <a:moveTo>
                  <a:pt x="97" y="80"/>
                </a:moveTo>
                <a:cubicBezTo>
                  <a:pt x="96" y="80"/>
                  <a:pt x="96" y="80"/>
                  <a:pt x="96" y="80"/>
                </a:cubicBezTo>
                <a:cubicBezTo>
                  <a:pt x="90" y="80"/>
                  <a:pt x="89" y="71"/>
                  <a:pt x="89" y="62"/>
                </a:cubicBezTo>
                <a:cubicBezTo>
                  <a:pt x="89" y="54"/>
                  <a:pt x="90" y="44"/>
                  <a:pt x="96" y="44"/>
                </a:cubicBezTo>
                <a:cubicBezTo>
                  <a:pt x="102" y="44"/>
                  <a:pt x="104" y="54"/>
                  <a:pt x="104" y="62"/>
                </a:cubicBezTo>
                <a:cubicBezTo>
                  <a:pt x="104" y="70"/>
                  <a:pt x="102" y="80"/>
                  <a:pt x="97" y="80"/>
                </a:cubicBezTo>
                <a:close/>
                <a:moveTo>
                  <a:pt x="154" y="36"/>
                </a:moveTo>
                <a:cubicBezTo>
                  <a:pt x="143" y="36"/>
                  <a:pt x="143" y="36"/>
                  <a:pt x="143" y="36"/>
                </a:cubicBezTo>
                <a:cubicBezTo>
                  <a:pt x="143" y="70"/>
                  <a:pt x="143" y="70"/>
                  <a:pt x="143" y="70"/>
                </a:cubicBezTo>
                <a:cubicBezTo>
                  <a:pt x="143" y="72"/>
                  <a:pt x="142" y="73"/>
                  <a:pt x="142" y="74"/>
                </a:cubicBezTo>
                <a:cubicBezTo>
                  <a:pt x="141" y="77"/>
                  <a:pt x="140" y="80"/>
                  <a:pt x="136" y="80"/>
                </a:cubicBezTo>
                <a:cubicBezTo>
                  <a:pt x="131" y="80"/>
                  <a:pt x="130" y="74"/>
                  <a:pt x="130" y="67"/>
                </a:cubicBezTo>
                <a:cubicBezTo>
                  <a:pt x="130" y="36"/>
                  <a:pt x="130" y="36"/>
                  <a:pt x="130" y="36"/>
                </a:cubicBezTo>
                <a:cubicBezTo>
                  <a:pt x="119" y="36"/>
                  <a:pt x="119" y="36"/>
                  <a:pt x="119" y="36"/>
                </a:cubicBezTo>
                <a:cubicBezTo>
                  <a:pt x="119" y="68"/>
                  <a:pt x="119" y="68"/>
                  <a:pt x="119" y="68"/>
                </a:cubicBezTo>
                <a:cubicBezTo>
                  <a:pt x="119" y="82"/>
                  <a:pt x="122" y="89"/>
                  <a:pt x="132" y="89"/>
                </a:cubicBezTo>
                <a:cubicBezTo>
                  <a:pt x="137" y="89"/>
                  <a:pt x="142" y="86"/>
                  <a:pt x="144" y="83"/>
                </a:cubicBezTo>
                <a:cubicBezTo>
                  <a:pt x="144" y="83"/>
                  <a:pt x="144" y="83"/>
                  <a:pt x="144" y="83"/>
                </a:cubicBezTo>
                <a:cubicBezTo>
                  <a:pt x="144" y="88"/>
                  <a:pt x="144" y="88"/>
                  <a:pt x="144" y="88"/>
                </a:cubicBezTo>
                <a:cubicBezTo>
                  <a:pt x="154" y="88"/>
                  <a:pt x="154" y="88"/>
                  <a:pt x="154" y="88"/>
                </a:cubicBezTo>
                <a:cubicBezTo>
                  <a:pt x="154" y="84"/>
                  <a:pt x="154" y="79"/>
                  <a:pt x="154" y="73"/>
                </a:cubicBezTo>
                <a:lnTo>
                  <a:pt x="154" y="36"/>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155"/>
          <p:cNvSpPr>
            <a:spLocks noEditPoints="1"/>
          </p:cNvSpPr>
          <p:nvPr/>
        </p:nvSpPr>
        <p:spPr bwMode="auto">
          <a:xfrm>
            <a:off x="1094700" y="591055"/>
            <a:ext cx="394968" cy="394968"/>
          </a:xfrm>
          <a:custGeom>
            <a:avLst/>
            <a:gdLst>
              <a:gd name="T0" fmla="*/ 180 w 200"/>
              <a:gd name="T1" fmla="*/ 200 h 200"/>
              <a:gd name="T2" fmla="*/ 20 w 200"/>
              <a:gd name="T3" fmla="*/ 200 h 200"/>
              <a:gd name="T4" fmla="*/ 0 w 200"/>
              <a:gd name="T5" fmla="*/ 180 h 200"/>
              <a:gd name="T6" fmla="*/ 0 w 200"/>
              <a:gd name="T7" fmla="*/ 20 h 200"/>
              <a:gd name="T8" fmla="*/ 20 w 200"/>
              <a:gd name="T9" fmla="*/ 0 h 200"/>
              <a:gd name="T10" fmla="*/ 56 w 200"/>
              <a:gd name="T11" fmla="*/ 0 h 200"/>
              <a:gd name="T12" fmla="*/ 18 w 200"/>
              <a:gd name="T13" fmla="*/ 60 h 200"/>
              <a:gd name="T14" fmla="*/ 51 w 200"/>
              <a:gd name="T15" fmla="*/ 118 h 200"/>
              <a:gd name="T16" fmla="*/ 43 w 200"/>
              <a:gd name="T17" fmla="*/ 167 h 200"/>
              <a:gd name="T18" fmla="*/ 91 w 200"/>
              <a:gd name="T19" fmla="*/ 136 h 200"/>
              <a:gd name="T20" fmla="*/ 122 w 200"/>
              <a:gd name="T21" fmla="*/ 139 h 200"/>
              <a:gd name="T22" fmla="*/ 200 w 200"/>
              <a:gd name="T23" fmla="*/ 113 h 200"/>
              <a:gd name="T24" fmla="*/ 200 w 200"/>
              <a:gd name="T25" fmla="*/ 180 h 200"/>
              <a:gd name="T26" fmla="*/ 180 w 200"/>
              <a:gd name="T27" fmla="*/ 200 h 200"/>
              <a:gd name="T28" fmla="*/ 185 w 200"/>
              <a:gd name="T29" fmla="*/ 60 h 200"/>
              <a:gd name="T30" fmla="*/ 122 w 200"/>
              <a:gd name="T31" fmla="*/ 108 h 200"/>
              <a:gd name="T32" fmla="*/ 59 w 200"/>
              <a:gd name="T33" fmla="*/ 60 h 200"/>
              <a:gd name="T34" fmla="*/ 122 w 200"/>
              <a:gd name="T35" fmla="*/ 12 h 200"/>
              <a:gd name="T36" fmla="*/ 185 w 200"/>
              <a:gd name="T37" fmla="*/ 6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0" h="200">
                <a:moveTo>
                  <a:pt x="180" y="200"/>
                </a:moveTo>
                <a:cubicBezTo>
                  <a:pt x="20" y="200"/>
                  <a:pt x="20" y="200"/>
                  <a:pt x="20" y="200"/>
                </a:cubicBezTo>
                <a:cubicBezTo>
                  <a:pt x="9" y="200"/>
                  <a:pt x="0" y="191"/>
                  <a:pt x="0" y="180"/>
                </a:cubicBezTo>
                <a:cubicBezTo>
                  <a:pt x="0" y="20"/>
                  <a:pt x="0" y="20"/>
                  <a:pt x="0" y="20"/>
                </a:cubicBezTo>
                <a:cubicBezTo>
                  <a:pt x="0" y="9"/>
                  <a:pt x="9" y="0"/>
                  <a:pt x="20" y="0"/>
                </a:cubicBezTo>
                <a:cubicBezTo>
                  <a:pt x="56" y="0"/>
                  <a:pt x="56" y="0"/>
                  <a:pt x="56" y="0"/>
                </a:cubicBezTo>
                <a:cubicBezTo>
                  <a:pt x="33" y="14"/>
                  <a:pt x="18" y="35"/>
                  <a:pt x="18" y="60"/>
                </a:cubicBezTo>
                <a:cubicBezTo>
                  <a:pt x="18" y="83"/>
                  <a:pt x="31" y="103"/>
                  <a:pt x="51" y="118"/>
                </a:cubicBezTo>
                <a:cubicBezTo>
                  <a:pt x="43" y="167"/>
                  <a:pt x="43" y="167"/>
                  <a:pt x="43" y="167"/>
                </a:cubicBezTo>
                <a:cubicBezTo>
                  <a:pt x="91" y="136"/>
                  <a:pt x="91" y="136"/>
                  <a:pt x="91" y="136"/>
                </a:cubicBezTo>
                <a:cubicBezTo>
                  <a:pt x="101" y="138"/>
                  <a:pt x="111" y="139"/>
                  <a:pt x="122" y="139"/>
                </a:cubicBezTo>
                <a:cubicBezTo>
                  <a:pt x="153" y="139"/>
                  <a:pt x="181" y="129"/>
                  <a:pt x="200" y="113"/>
                </a:cubicBezTo>
                <a:cubicBezTo>
                  <a:pt x="200" y="180"/>
                  <a:pt x="200" y="180"/>
                  <a:pt x="200" y="180"/>
                </a:cubicBezTo>
                <a:cubicBezTo>
                  <a:pt x="200" y="191"/>
                  <a:pt x="191" y="200"/>
                  <a:pt x="180" y="200"/>
                </a:cubicBezTo>
                <a:close/>
                <a:moveTo>
                  <a:pt x="185" y="60"/>
                </a:moveTo>
                <a:cubicBezTo>
                  <a:pt x="185" y="87"/>
                  <a:pt x="157" y="108"/>
                  <a:pt x="122" y="108"/>
                </a:cubicBezTo>
                <a:cubicBezTo>
                  <a:pt x="87" y="108"/>
                  <a:pt x="59" y="87"/>
                  <a:pt x="59" y="60"/>
                </a:cubicBezTo>
                <a:cubicBezTo>
                  <a:pt x="59" y="34"/>
                  <a:pt x="87" y="12"/>
                  <a:pt x="122" y="12"/>
                </a:cubicBezTo>
                <a:cubicBezTo>
                  <a:pt x="157" y="12"/>
                  <a:pt x="185" y="34"/>
                  <a:pt x="185" y="60"/>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156"/>
          <p:cNvSpPr>
            <a:spLocks noEditPoints="1"/>
          </p:cNvSpPr>
          <p:nvPr/>
        </p:nvSpPr>
        <p:spPr bwMode="auto">
          <a:xfrm>
            <a:off x="1574001" y="586838"/>
            <a:ext cx="394968" cy="394968"/>
          </a:xfrm>
          <a:custGeom>
            <a:avLst/>
            <a:gdLst>
              <a:gd name="T0" fmla="*/ 180 w 200"/>
              <a:gd name="T1" fmla="*/ 200 h 200"/>
              <a:gd name="T2" fmla="*/ 20 w 200"/>
              <a:gd name="T3" fmla="*/ 200 h 200"/>
              <a:gd name="T4" fmla="*/ 0 w 200"/>
              <a:gd name="T5" fmla="*/ 180 h 200"/>
              <a:gd name="T6" fmla="*/ 0 w 200"/>
              <a:gd name="T7" fmla="*/ 20 h 200"/>
              <a:gd name="T8" fmla="*/ 20 w 200"/>
              <a:gd name="T9" fmla="*/ 0 h 200"/>
              <a:gd name="T10" fmla="*/ 180 w 200"/>
              <a:gd name="T11" fmla="*/ 0 h 200"/>
              <a:gd name="T12" fmla="*/ 200 w 200"/>
              <a:gd name="T13" fmla="*/ 20 h 200"/>
              <a:gd name="T14" fmla="*/ 200 w 200"/>
              <a:gd name="T15" fmla="*/ 180 h 200"/>
              <a:gd name="T16" fmla="*/ 180 w 200"/>
              <a:gd name="T17" fmla="*/ 200 h 200"/>
              <a:gd name="T18" fmla="*/ 8 w 200"/>
              <a:gd name="T19" fmla="*/ 28 h 200"/>
              <a:gd name="T20" fmla="*/ 8 w 200"/>
              <a:gd name="T21" fmla="*/ 100 h 200"/>
              <a:gd name="T22" fmla="*/ 100 w 200"/>
              <a:gd name="T23" fmla="*/ 100 h 200"/>
              <a:gd name="T24" fmla="*/ 100 w 200"/>
              <a:gd name="T25" fmla="*/ 192 h 200"/>
              <a:gd name="T26" fmla="*/ 172 w 200"/>
              <a:gd name="T27" fmla="*/ 192 h 200"/>
              <a:gd name="T28" fmla="*/ 192 w 200"/>
              <a:gd name="T29" fmla="*/ 172 h 200"/>
              <a:gd name="T30" fmla="*/ 192 w 200"/>
              <a:gd name="T31" fmla="*/ 100 h 200"/>
              <a:gd name="T32" fmla="*/ 100 w 200"/>
              <a:gd name="T33" fmla="*/ 100 h 200"/>
              <a:gd name="T34" fmla="*/ 100 w 200"/>
              <a:gd name="T35" fmla="*/ 8 h 200"/>
              <a:gd name="T36" fmla="*/ 28 w 200"/>
              <a:gd name="T37" fmla="*/ 8 h 200"/>
              <a:gd name="T38" fmla="*/ 8 w 200"/>
              <a:gd name="T39" fmla="*/ 28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0" h="200">
                <a:moveTo>
                  <a:pt x="180" y="200"/>
                </a:moveTo>
                <a:cubicBezTo>
                  <a:pt x="20" y="200"/>
                  <a:pt x="20" y="200"/>
                  <a:pt x="20" y="200"/>
                </a:cubicBezTo>
                <a:cubicBezTo>
                  <a:pt x="9" y="200"/>
                  <a:pt x="0" y="191"/>
                  <a:pt x="0" y="180"/>
                </a:cubicBezTo>
                <a:cubicBezTo>
                  <a:pt x="0" y="20"/>
                  <a:pt x="0" y="20"/>
                  <a:pt x="0" y="20"/>
                </a:cubicBezTo>
                <a:cubicBezTo>
                  <a:pt x="0" y="9"/>
                  <a:pt x="9" y="0"/>
                  <a:pt x="20" y="0"/>
                </a:cubicBezTo>
                <a:cubicBezTo>
                  <a:pt x="180" y="0"/>
                  <a:pt x="180" y="0"/>
                  <a:pt x="180" y="0"/>
                </a:cubicBezTo>
                <a:cubicBezTo>
                  <a:pt x="191" y="0"/>
                  <a:pt x="200" y="9"/>
                  <a:pt x="200" y="20"/>
                </a:cubicBezTo>
                <a:cubicBezTo>
                  <a:pt x="200" y="180"/>
                  <a:pt x="200" y="180"/>
                  <a:pt x="200" y="180"/>
                </a:cubicBezTo>
                <a:cubicBezTo>
                  <a:pt x="200" y="191"/>
                  <a:pt x="191" y="200"/>
                  <a:pt x="180" y="200"/>
                </a:cubicBezTo>
                <a:close/>
                <a:moveTo>
                  <a:pt x="8" y="28"/>
                </a:moveTo>
                <a:cubicBezTo>
                  <a:pt x="8" y="100"/>
                  <a:pt x="8" y="100"/>
                  <a:pt x="8" y="100"/>
                </a:cubicBezTo>
                <a:cubicBezTo>
                  <a:pt x="100" y="100"/>
                  <a:pt x="100" y="100"/>
                  <a:pt x="100" y="100"/>
                </a:cubicBezTo>
                <a:cubicBezTo>
                  <a:pt x="100" y="192"/>
                  <a:pt x="100" y="192"/>
                  <a:pt x="100" y="192"/>
                </a:cubicBezTo>
                <a:cubicBezTo>
                  <a:pt x="172" y="192"/>
                  <a:pt x="172" y="192"/>
                  <a:pt x="172" y="192"/>
                </a:cubicBezTo>
                <a:cubicBezTo>
                  <a:pt x="183" y="192"/>
                  <a:pt x="192" y="183"/>
                  <a:pt x="192" y="172"/>
                </a:cubicBezTo>
                <a:cubicBezTo>
                  <a:pt x="192" y="100"/>
                  <a:pt x="192" y="100"/>
                  <a:pt x="192" y="100"/>
                </a:cubicBezTo>
                <a:cubicBezTo>
                  <a:pt x="100" y="100"/>
                  <a:pt x="100" y="100"/>
                  <a:pt x="100" y="100"/>
                </a:cubicBezTo>
                <a:cubicBezTo>
                  <a:pt x="100" y="8"/>
                  <a:pt x="100" y="8"/>
                  <a:pt x="100" y="8"/>
                </a:cubicBezTo>
                <a:cubicBezTo>
                  <a:pt x="28" y="8"/>
                  <a:pt x="28" y="8"/>
                  <a:pt x="28" y="8"/>
                </a:cubicBezTo>
                <a:cubicBezTo>
                  <a:pt x="17" y="8"/>
                  <a:pt x="8" y="17"/>
                  <a:pt x="8" y="28"/>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157"/>
          <p:cNvSpPr>
            <a:spLocks noEditPoints="1"/>
          </p:cNvSpPr>
          <p:nvPr/>
        </p:nvSpPr>
        <p:spPr bwMode="auto">
          <a:xfrm>
            <a:off x="2044870" y="591055"/>
            <a:ext cx="394968" cy="394968"/>
          </a:xfrm>
          <a:custGeom>
            <a:avLst/>
            <a:gdLst>
              <a:gd name="T0" fmla="*/ 180 w 200"/>
              <a:gd name="T1" fmla="*/ 200 h 200"/>
              <a:gd name="T2" fmla="*/ 20 w 200"/>
              <a:gd name="T3" fmla="*/ 200 h 200"/>
              <a:gd name="T4" fmla="*/ 0 w 200"/>
              <a:gd name="T5" fmla="*/ 180 h 200"/>
              <a:gd name="T6" fmla="*/ 0 w 200"/>
              <a:gd name="T7" fmla="*/ 20 h 200"/>
              <a:gd name="T8" fmla="*/ 20 w 200"/>
              <a:gd name="T9" fmla="*/ 0 h 200"/>
              <a:gd name="T10" fmla="*/ 180 w 200"/>
              <a:gd name="T11" fmla="*/ 0 h 200"/>
              <a:gd name="T12" fmla="*/ 200 w 200"/>
              <a:gd name="T13" fmla="*/ 20 h 200"/>
              <a:gd name="T14" fmla="*/ 200 w 200"/>
              <a:gd name="T15" fmla="*/ 180 h 200"/>
              <a:gd name="T16" fmla="*/ 180 w 200"/>
              <a:gd name="T17" fmla="*/ 200 h 200"/>
              <a:gd name="T18" fmla="*/ 107 w 200"/>
              <a:gd name="T19" fmla="*/ 71 h 200"/>
              <a:gd name="T20" fmla="*/ 112 w 200"/>
              <a:gd name="T21" fmla="*/ 112 h 200"/>
              <a:gd name="T22" fmla="*/ 99 w 200"/>
              <a:gd name="T23" fmla="*/ 112 h 200"/>
              <a:gd name="T24" fmla="*/ 89 w 200"/>
              <a:gd name="T25" fmla="*/ 68 h 200"/>
              <a:gd name="T26" fmla="*/ 64 w 200"/>
              <a:gd name="T27" fmla="*/ 47 h 200"/>
              <a:gd name="T28" fmla="*/ 32 w 200"/>
              <a:gd name="T29" fmla="*/ 72 h 200"/>
              <a:gd name="T30" fmla="*/ 39 w 200"/>
              <a:gd name="T31" fmla="*/ 83 h 200"/>
              <a:gd name="T32" fmla="*/ 57 w 200"/>
              <a:gd name="T33" fmla="*/ 82 h 200"/>
              <a:gd name="T34" fmla="*/ 75 w 200"/>
              <a:gd name="T35" fmla="*/ 138 h 200"/>
              <a:gd name="T36" fmla="*/ 105 w 200"/>
              <a:gd name="T37" fmla="*/ 153 h 200"/>
              <a:gd name="T38" fmla="*/ 155 w 200"/>
              <a:gd name="T39" fmla="*/ 97 h 200"/>
              <a:gd name="T40" fmla="*/ 107 w 200"/>
              <a:gd name="T41" fmla="*/ 71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0" h="200">
                <a:moveTo>
                  <a:pt x="180" y="200"/>
                </a:moveTo>
                <a:cubicBezTo>
                  <a:pt x="20" y="200"/>
                  <a:pt x="20" y="200"/>
                  <a:pt x="20" y="200"/>
                </a:cubicBezTo>
                <a:cubicBezTo>
                  <a:pt x="9" y="200"/>
                  <a:pt x="0" y="191"/>
                  <a:pt x="0" y="180"/>
                </a:cubicBezTo>
                <a:cubicBezTo>
                  <a:pt x="0" y="20"/>
                  <a:pt x="0" y="20"/>
                  <a:pt x="0" y="20"/>
                </a:cubicBezTo>
                <a:cubicBezTo>
                  <a:pt x="0" y="9"/>
                  <a:pt x="9" y="0"/>
                  <a:pt x="20" y="0"/>
                </a:cubicBezTo>
                <a:cubicBezTo>
                  <a:pt x="180" y="0"/>
                  <a:pt x="180" y="0"/>
                  <a:pt x="180" y="0"/>
                </a:cubicBezTo>
                <a:cubicBezTo>
                  <a:pt x="191" y="0"/>
                  <a:pt x="200" y="9"/>
                  <a:pt x="200" y="20"/>
                </a:cubicBezTo>
                <a:cubicBezTo>
                  <a:pt x="200" y="180"/>
                  <a:pt x="200" y="180"/>
                  <a:pt x="200" y="180"/>
                </a:cubicBezTo>
                <a:cubicBezTo>
                  <a:pt x="200" y="191"/>
                  <a:pt x="191" y="200"/>
                  <a:pt x="180" y="200"/>
                </a:cubicBezTo>
                <a:close/>
                <a:moveTo>
                  <a:pt x="107" y="71"/>
                </a:moveTo>
                <a:cubicBezTo>
                  <a:pt x="112" y="69"/>
                  <a:pt x="147" y="62"/>
                  <a:pt x="112" y="112"/>
                </a:cubicBezTo>
                <a:cubicBezTo>
                  <a:pt x="102" y="123"/>
                  <a:pt x="99" y="112"/>
                  <a:pt x="99" y="112"/>
                </a:cubicBezTo>
                <a:cubicBezTo>
                  <a:pt x="99" y="112"/>
                  <a:pt x="91" y="73"/>
                  <a:pt x="89" y="68"/>
                </a:cubicBezTo>
                <a:cubicBezTo>
                  <a:pt x="83" y="36"/>
                  <a:pt x="64" y="47"/>
                  <a:pt x="64" y="47"/>
                </a:cubicBezTo>
                <a:cubicBezTo>
                  <a:pt x="32" y="72"/>
                  <a:pt x="32" y="72"/>
                  <a:pt x="32" y="72"/>
                </a:cubicBezTo>
                <a:cubicBezTo>
                  <a:pt x="39" y="83"/>
                  <a:pt x="39" y="83"/>
                  <a:pt x="39" y="83"/>
                </a:cubicBezTo>
                <a:cubicBezTo>
                  <a:pt x="39" y="83"/>
                  <a:pt x="53" y="69"/>
                  <a:pt x="57" y="82"/>
                </a:cubicBezTo>
                <a:cubicBezTo>
                  <a:pt x="62" y="95"/>
                  <a:pt x="72" y="130"/>
                  <a:pt x="75" y="138"/>
                </a:cubicBezTo>
                <a:cubicBezTo>
                  <a:pt x="84" y="165"/>
                  <a:pt x="105" y="153"/>
                  <a:pt x="105" y="153"/>
                </a:cubicBezTo>
                <a:cubicBezTo>
                  <a:pt x="105" y="153"/>
                  <a:pt x="136" y="134"/>
                  <a:pt x="155" y="97"/>
                </a:cubicBezTo>
                <a:cubicBezTo>
                  <a:pt x="190" y="18"/>
                  <a:pt x="111" y="36"/>
                  <a:pt x="107" y="71"/>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158"/>
          <p:cNvSpPr>
            <a:spLocks noEditPoints="1"/>
          </p:cNvSpPr>
          <p:nvPr/>
        </p:nvSpPr>
        <p:spPr bwMode="auto">
          <a:xfrm>
            <a:off x="2539633" y="591055"/>
            <a:ext cx="393562" cy="394968"/>
          </a:xfrm>
          <a:custGeom>
            <a:avLst/>
            <a:gdLst>
              <a:gd name="T0" fmla="*/ 180 w 200"/>
              <a:gd name="T1" fmla="*/ 200 h 200"/>
              <a:gd name="T2" fmla="*/ 20 w 200"/>
              <a:gd name="T3" fmla="*/ 200 h 200"/>
              <a:gd name="T4" fmla="*/ 0 w 200"/>
              <a:gd name="T5" fmla="*/ 180 h 200"/>
              <a:gd name="T6" fmla="*/ 0 w 200"/>
              <a:gd name="T7" fmla="*/ 151 h 200"/>
              <a:gd name="T8" fmla="*/ 53 w 200"/>
              <a:gd name="T9" fmla="*/ 151 h 200"/>
              <a:gd name="T10" fmla="*/ 89 w 200"/>
              <a:gd name="T11" fmla="*/ 118 h 200"/>
              <a:gd name="T12" fmla="*/ 65 w 200"/>
              <a:gd name="T13" fmla="*/ 87 h 200"/>
              <a:gd name="T14" fmla="*/ 42 w 200"/>
              <a:gd name="T15" fmla="*/ 87 h 200"/>
              <a:gd name="T16" fmla="*/ 42 w 200"/>
              <a:gd name="T17" fmla="*/ 64 h 200"/>
              <a:gd name="T18" fmla="*/ 94 w 200"/>
              <a:gd name="T19" fmla="*/ 64 h 200"/>
              <a:gd name="T20" fmla="*/ 104 w 200"/>
              <a:gd name="T21" fmla="*/ 75 h 200"/>
              <a:gd name="T22" fmla="*/ 104 w 200"/>
              <a:gd name="T23" fmla="*/ 117 h 200"/>
              <a:gd name="T24" fmla="*/ 142 w 200"/>
              <a:gd name="T25" fmla="*/ 153 h 200"/>
              <a:gd name="T26" fmla="*/ 184 w 200"/>
              <a:gd name="T27" fmla="*/ 116 h 200"/>
              <a:gd name="T28" fmla="*/ 184 w 200"/>
              <a:gd name="T29" fmla="*/ 0 h 200"/>
              <a:gd name="T30" fmla="*/ 200 w 200"/>
              <a:gd name="T31" fmla="*/ 20 h 200"/>
              <a:gd name="T32" fmla="*/ 200 w 200"/>
              <a:gd name="T33" fmla="*/ 180 h 200"/>
              <a:gd name="T34" fmla="*/ 180 w 200"/>
              <a:gd name="T35" fmla="*/ 200 h 200"/>
              <a:gd name="T36" fmla="*/ 160 w 200"/>
              <a:gd name="T37" fmla="*/ 118 h 200"/>
              <a:gd name="T38" fmla="*/ 128 w 200"/>
              <a:gd name="T39" fmla="*/ 118 h 200"/>
              <a:gd name="T40" fmla="*/ 128 w 200"/>
              <a:gd name="T41" fmla="*/ 70 h 200"/>
              <a:gd name="T42" fmla="*/ 100 w 200"/>
              <a:gd name="T43" fmla="*/ 44 h 200"/>
              <a:gd name="T44" fmla="*/ 43 w 200"/>
              <a:gd name="T45" fmla="*/ 44 h 200"/>
              <a:gd name="T46" fmla="*/ 13 w 200"/>
              <a:gd name="T47" fmla="*/ 78 h 200"/>
              <a:gd name="T48" fmla="*/ 39 w 200"/>
              <a:gd name="T49" fmla="*/ 108 h 200"/>
              <a:gd name="T50" fmla="*/ 56 w 200"/>
              <a:gd name="T51" fmla="*/ 108 h 200"/>
              <a:gd name="T52" fmla="*/ 56 w 200"/>
              <a:gd name="T53" fmla="*/ 128 h 200"/>
              <a:gd name="T54" fmla="*/ 0 w 200"/>
              <a:gd name="T55" fmla="*/ 128 h 200"/>
              <a:gd name="T56" fmla="*/ 0 w 200"/>
              <a:gd name="T57" fmla="*/ 20 h 200"/>
              <a:gd name="T58" fmla="*/ 20 w 200"/>
              <a:gd name="T59" fmla="*/ 0 h 200"/>
              <a:gd name="T60" fmla="*/ 160 w 200"/>
              <a:gd name="T61" fmla="*/ 0 h 200"/>
              <a:gd name="T62" fmla="*/ 160 w 200"/>
              <a:gd name="T63" fmla="*/ 118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0" h="200">
                <a:moveTo>
                  <a:pt x="180" y="200"/>
                </a:moveTo>
                <a:cubicBezTo>
                  <a:pt x="20" y="200"/>
                  <a:pt x="20" y="200"/>
                  <a:pt x="20" y="200"/>
                </a:cubicBezTo>
                <a:cubicBezTo>
                  <a:pt x="9" y="200"/>
                  <a:pt x="0" y="191"/>
                  <a:pt x="0" y="180"/>
                </a:cubicBezTo>
                <a:cubicBezTo>
                  <a:pt x="0" y="151"/>
                  <a:pt x="0" y="151"/>
                  <a:pt x="0" y="151"/>
                </a:cubicBezTo>
                <a:cubicBezTo>
                  <a:pt x="53" y="151"/>
                  <a:pt x="53" y="151"/>
                  <a:pt x="53" y="151"/>
                </a:cubicBezTo>
                <a:cubicBezTo>
                  <a:pt x="53" y="151"/>
                  <a:pt x="89" y="150"/>
                  <a:pt x="89" y="118"/>
                </a:cubicBezTo>
                <a:cubicBezTo>
                  <a:pt x="89" y="86"/>
                  <a:pt x="65" y="87"/>
                  <a:pt x="65" y="87"/>
                </a:cubicBezTo>
                <a:cubicBezTo>
                  <a:pt x="65" y="87"/>
                  <a:pt x="51" y="87"/>
                  <a:pt x="42" y="87"/>
                </a:cubicBezTo>
                <a:cubicBezTo>
                  <a:pt x="34" y="87"/>
                  <a:pt x="35" y="64"/>
                  <a:pt x="42" y="64"/>
                </a:cubicBezTo>
                <a:cubicBezTo>
                  <a:pt x="49" y="64"/>
                  <a:pt x="94" y="64"/>
                  <a:pt x="94" y="64"/>
                </a:cubicBezTo>
                <a:cubicBezTo>
                  <a:pt x="94" y="64"/>
                  <a:pt x="104" y="66"/>
                  <a:pt x="104" y="75"/>
                </a:cubicBezTo>
                <a:cubicBezTo>
                  <a:pt x="104" y="84"/>
                  <a:pt x="104" y="117"/>
                  <a:pt x="104" y="117"/>
                </a:cubicBezTo>
                <a:cubicBezTo>
                  <a:pt x="104" y="117"/>
                  <a:pt x="104" y="153"/>
                  <a:pt x="142" y="153"/>
                </a:cubicBezTo>
                <a:cubicBezTo>
                  <a:pt x="180" y="153"/>
                  <a:pt x="184" y="131"/>
                  <a:pt x="184" y="116"/>
                </a:cubicBezTo>
                <a:cubicBezTo>
                  <a:pt x="184" y="119"/>
                  <a:pt x="184" y="33"/>
                  <a:pt x="184" y="0"/>
                </a:cubicBezTo>
                <a:cubicBezTo>
                  <a:pt x="193" y="2"/>
                  <a:pt x="200" y="10"/>
                  <a:pt x="200" y="20"/>
                </a:cubicBezTo>
                <a:cubicBezTo>
                  <a:pt x="200" y="180"/>
                  <a:pt x="200" y="180"/>
                  <a:pt x="200" y="180"/>
                </a:cubicBezTo>
                <a:cubicBezTo>
                  <a:pt x="200" y="191"/>
                  <a:pt x="191" y="200"/>
                  <a:pt x="180" y="200"/>
                </a:cubicBezTo>
                <a:close/>
                <a:moveTo>
                  <a:pt x="160" y="118"/>
                </a:moveTo>
                <a:cubicBezTo>
                  <a:pt x="160" y="132"/>
                  <a:pt x="128" y="130"/>
                  <a:pt x="128" y="118"/>
                </a:cubicBezTo>
                <a:cubicBezTo>
                  <a:pt x="128" y="114"/>
                  <a:pt x="128" y="93"/>
                  <a:pt x="128" y="70"/>
                </a:cubicBezTo>
                <a:cubicBezTo>
                  <a:pt x="128" y="46"/>
                  <a:pt x="100" y="44"/>
                  <a:pt x="100" y="44"/>
                </a:cubicBezTo>
                <a:cubicBezTo>
                  <a:pt x="43" y="44"/>
                  <a:pt x="43" y="44"/>
                  <a:pt x="43" y="44"/>
                </a:cubicBezTo>
                <a:cubicBezTo>
                  <a:pt x="43" y="44"/>
                  <a:pt x="13" y="44"/>
                  <a:pt x="13" y="78"/>
                </a:cubicBezTo>
                <a:cubicBezTo>
                  <a:pt x="13" y="112"/>
                  <a:pt x="39" y="108"/>
                  <a:pt x="39" y="108"/>
                </a:cubicBezTo>
                <a:cubicBezTo>
                  <a:pt x="39" y="108"/>
                  <a:pt x="47" y="108"/>
                  <a:pt x="56" y="108"/>
                </a:cubicBezTo>
                <a:cubicBezTo>
                  <a:pt x="65" y="108"/>
                  <a:pt x="67" y="128"/>
                  <a:pt x="56" y="128"/>
                </a:cubicBezTo>
                <a:cubicBezTo>
                  <a:pt x="48" y="128"/>
                  <a:pt x="22" y="128"/>
                  <a:pt x="0" y="128"/>
                </a:cubicBezTo>
                <a:cubicBezTo>
                  <a:pt x="0" y="20"/>
                  <a:pt x="0" y="20"/>
                  <a:pt x="0" y="20"/>
                </a:cubicBezTo>
                <a:cubicBezTo>
                  <a:pt x="0" y="9"/>
                  <a:pt x="9" y="0"/>
                  <a:pt x="20" y="0"/>
                </a:cubicBezTo>
                <a:cubicBezTo>
                  <a:pt x="160" y="0"/>
                  <a:pt x="160" y="0"/>
                  <a:pt x="160" y="0"/>
                </a:cubicBezTo>
                <a:cubicBezTo>
                  <a:pt x="160" y="32"/>
                  <a:pt x="160" y="117"/>
                  <a:pt x="160" y="118"/>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159"/>
          <p:cNvSpPr>
            <a:spLocks noEditPoints="1"/>
          </p:cNvSpPr>
          <p:nvPr/>
        </p:nvSpPr>
        <p:spPr bwMode="auto">
          <a:xfrm>
            <a:off x="3018935" y="591055"/>
            <a:ext cx="393562" cy="394968"/>
          </a:xfrm>
          <a:custGeom>
            <a:avLst/>
            <a:gdLst>
              <a:gd name="T0" fmla="*/ 180 w 200"/>
              <a:gd name="T1" fmla="*/ 0 h 200"/>
              <a:gd name="T2" fmla="*/ 20 w 200"/>
              <a:gd name="T3" fmla="*/ 0 h 200"/>
              <a:gd name="T4" fmla="*/ 0 w 200"/>
              <a:gd name="T5" fmla="*/ 20 h 200"/>
              <a:gd name="T6" fmla="*/ 0 w 200"/>
              <a:gd name="T7" fmla="*/ 180 h 200"/>
              <a:gd name="T8" fmla="*/ 20 w 200"/>
              <a:gd name="T9" fmla="*/ 200 h 200"/>
              <a:gd name="T10" fmla="*/ 180 w 200"/>
              <a:gd name="T11" fmla="*/ 200 h 200"/>
              <a:gd name="T12" fmla="*/ 200 w 200"/>
              <a:gd name="T13" fmla="*/ 180 h 200"/>
              <a:gd name="T14" fmla="*/ 200 w 200"/>
              <a:gd name="T15" fmla="*/ 20 h 200"/>
              <a:gd name="T16" fmla="*/ 180 w 200"/>
              <a:gd name="T17" fmla="*/ 0 h 200"/>
              <a:gd name="T18" fmla="*/ 184 w 200"/>
              <a:gd name="T19" fmla="*/ 142 h 200"/>
              <a:gd name="T20" fmla="*/ 182 w 200"/>
              <a:gd name="T21" fmla="*/ 142 h 200"/>
              <a:gd name="T22" fmla="*/ 183 w 200"/>
              <a:gd name="T23" fmla="*/ 144 h 200"/>
              <a:gd name="T24" fmla="*/ 22 w 200"/>
              <a:gd name="T25" fmla="*/ 177 h 200"/>
              <a:gd name="T26" fmla="*/ 58 w 200"/>
              <a:gd name="T27" fmla="*/ 16 h 200"/>
              <a:gd name="T28" fmla="*/ 58 w 200"/>
              <a:gd name="T29" fmla="*/ 16 h 200"/>
              <a:gd name="T30" fmla="*/ 184 w 200"/>
              <a:gd name="T31" fmla="*/ 16 h 200"/>
              <a:gd name="T32" fmla="*/ 184 w 200"/>
              <a:gd name="T33" fmla="*/ 142 h 200"/>
              <a:gd name="T34" fmla="*/ 88 w 200"/>
              <a:gd name="T35" fmla="*/ 140 h 200"/>
              <a:gd name="T36" fmla="*/ 126 w 200"/>
              <a:gd name="T37" fmla="*/ 140 h 200"/>
              <a:gd name="T38" fmla="*/ 159 w 200"/>
              <a:gd name="T39" fmla="*/ 97 h 200"/>
              <a:gd name="T40" fmla="*/ 129 w 200"/>
              <a:gd name="T41" fmla="*/ 61 h 200"/>
              <a:gd name="T42" fmla="*/ 109 w 200"/>
              <a:gd name="T43" fmla="*/ 71 h 200"/>
              <a:gd name="T44" fmla="*/ 108 w 200"/>
              <a:gd name="T45" fmla="*/ 71 h 200"/>
              <a:gd name="T46" fmla="*/ 108 w 200"/>
              <a:gd name="T47" fmla="*/ 28 h 200"/>
              <a:gd name="T48" fmla="*/ 88 w 200"/>
              <a:gd name="T49" fmla="*/ 28 h 200"/>
              <a:gd name="T50" fmla="*/ 88 w 200"/>
              <a:gd name="T51" fmla="*/ 113 h 200"/>
              <a:gd name="T52" fmla="*/ 88 w 200"/>
              <a:gd name="T53" fmla="*/ 140 h 200"/>
              <a:gd name="T54" fmla="*/ 108 w 200"/>
              <a:gd name="T55" fmla="*/ 93 h 200"/>
              <a:gd name="T56" fmla="*/ 109 w 200"/>
              <a:gd name="T57" fmla="*/ 89 h 200"/>
              <a:gd name="T58" fmla="*/ 121 w 200"/>
              <a:gd name="T59" fmla="*/ 78 h 200"/>
              <a:gd name="T60" fmla="*/ 136 w 200"/>
              <a:gd name="T61" fmla="*/ 103 h 200"/>
              <a:gd name="T62" fmla="*/ 121 w 200"/>
              <a:gd name="T63" fmla="*/ 123 h 200"/>
              <a:gd name="T64" fmla="*/ 109 w 200"/>
              <a:gd name="T65" fmla="*/ 113 h 200"/>
              <a:gd name="T66" fmla="*/ 108 w 200"/>
              <a:gd name="T67" fmla="*/ 109 h 200"/>
              <a:gd name="T68" fmla="*/ 108 w 200"/>
              <a:gd name="T69" fmla="*/ 93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00" h="200">
                <a:moveTo>
                  <a:pt x="180" y="0"/>
                </a:moveTo>
                <a:cubicBezTo>
                  <a:pt x="20" y="0"/>
                  <a:pt x="20" y="0"/>
                  <a:pt x="20" y="0"/>
                </a:cubicBezTo>
                <a:cubicBezTo>
                  <a:pt x="9" y="0"/>
                  <a:pt x="0" y="9"/>
                  <a:pt x="0" y="20"/>
                </a:cubicBezTo>
                <a:cubicBezTo>
                  <a:pt x="0" y="180"/>
                  <a:pt x="0" y="180"/>
                  <a:pt x="0" y="180"/>
                </a:cubicBezTo>
                <a:cubicBezTo>
                  <a:pt x="0" y="191"/>
                  <a:pt x="9" y="200"/>
                  <a:pt x="20" y="200"/>
                </a:cubicBezTo>
                <a:cubicBezTo>
                  <a:pt x="180" y="200"/>
                  <a:pt x="180" y="200"/>
                  <a:pt x="180" y="200"/>
                </a:cubicBezTo>
                <a:cubicBezTo>
                  <a:pt x="191" y="200"/>
                  <a:pt x="200" y="191"/>
                  <a:pt x="200" y="180"/>
                </a:cubicBezTo>
                <a:cubicBezTo>
                  <a:pt x="200" y="20"/>
                  <a:pt x="200" y="20"/>
                  <a:pt x="200" y="20"/>
                </a:cubicBezTo>
                <a:cubicBezTo>
                  <a:pt x="200" y="9"/>
                  <a:pt x="191" y="0"/>
                  <a:pt x="180" y="0"/>
                </a:cubicBezTo>
                <a:close/>
                <a:moveTo>
                  <a:pt x="184" y="142"/>
                </a:moveTo>
                <a:cubicBezTo>
                  <a:pt x="182" y="142"/>
                  <a:pt x="182" y="142"/>
                  <a:pt x="182" y="142"/>
                </a:cubicBezTo>
                <a:cubicBezTo>
                  <a:pt x="183" y="144"/>
                  <a:pt x="183" y="144"/>
                  <a:pt x="183" y="144"/>
                </a:cubicBezTo>
                <a:cubicBezTo>
                  <a:pt x="22" y="177"/>
                  <a:pt x="22" y="177"/>
                  <a:pt x="22" y="177"/>
                </a:cubicBezTo>
                <a:cubicBezTo>
                  <a:pt x="58" y="16"/>
                  <a:pt x="58" y="16"/>
                  <a:pt x="58" y="16"/>
                </a:cubicBezTo>
                <a:cubicBezTo>
                  <a:pt x="58" y="16"/>
                  <a:pt x="58" y="16"/>
                  <a:pt x="58" y="16"/>
                </a:cubicBezTo>
                <a:cubicBezTo>
                  <a:pt x="184" y="16"/>
                  <a:pt x="184" y="16"/>
                  <a:pt x="184" y="16"/>
                </a:cubicBezTo>
                <a:lnTo>
                  <a:pt x="184" y="142"/>
                </a:lnTo>
                <a:close/>
                <a:moveTo>
                  <a:pt x="88" y="140"/>
                </a:moveTo>
                <a:cubicBezTo>
                  <a:pt x="88" y="140"/>
                  <a:pt x="109" y="140"/>
                  <a:pt x="126" y="140"/>
                </a:cubicBezTo>
                <a:cubicBezTo>
                  <a:pt x="142" y="140"/>
                  <a:pt x="159" y="123"/>
                  <a:pt x="159" y="97"/>
                </a:cubicBezTo>
                <a:cubicBezTo>
                  <a:pt x="159" y="76"/>
                  <a:pt x="146" y="61"/>
                  <a:pt x="129" y="61"/>
                </a:cubicBezTo>
                <a:cubicBezTo>
                  <a:pt x="119" y="61"/>
                  <a:pt x="113" y="65"/>
                  <a:pt x="109" y="71"/>
                </a:cubicBezTo>
                <a:cubicBezTo>
                  <a:pt x="108" y="71"/>
                  <a:pt x="108" y="71"/>
                  <a:pt x="108" y="71"/>
                </a:cubicBezTo>
                <a:cubicBezTo>
                  <a:pt x="108" y="28"/>
                  <a:pt x="108" y="28"/>
                  <a:pt x="108" y="28"/>
                </a:cubicBezTo>
                <a:cubicBezTo>
                  <a:pt x="88" y="28"/>
                  <a:pt x="88" y="28"/>
                  <a:pt x="88" y="28"/>
                </a:cubicBezTo>
                <a:cubicBezTo>
                  <a:pt x="88" y="113"/>
                  <a:pt x="88" y="113"/>
                  <a:pt x="88" y="113"/>
                </a:cubicBezTo>
                <a:cubicBezTo>
                  <a:pt x="88" y="121"/>
                  <a:pt x="88" y="135"/>
                  <a:pt x="88" y="140"/>
                </a:cubicBezTo>
                <a:close/>
                <a:moveTo>
                  <a:pt x="108" y="93"/>
                </a:moveTo>
                <a:cubicBezTo>
                  <a:pt x="108" y="92"/>
                  <a:pt x="108" y="91"/>
                  <a:pt x="109" y="89"/>
                </a:cubicBezTo>
                <a:cubicBezTo>
                  <a:pt x="110" y="83"/>
                  <a:pt x="115" y="78"/>
                  <a:pt x="121" y="78"/>
                </a:cubicBezTo>
                <a:cubicBezTo>
                  <a:pt x="131" y="78"/>
                  <a:pt x="136" y="92"/>
                  <a:pt x="136" y="103"/>
                </a:cubicBezTo>
                <a:cubicBezTo>
                  <a:pt x="136" y="116"/>
                  <a:pt x="130" y="123"/>
                  <a:pt x="121" y="123"/>
                </a:cubicBezTo>
                <a:cubicBezTo>
                  <a:pt x="114" y="123"/>
                  <a:pt x="110" y="118"/>
                  <a:pt x="109" y="113"/>
                </a:cubicBezTo>
                <a:cubicBezTo>
                  <a:pt x="108" y="111"/>
                  <a:pt x="108" y="110"/>
                  <a:pt x="108" y="109"/>
                </a:cubicBezTo>
                <a:lnTo>
                  <a:pt x="108" y="93"/>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160"/>
          <p:cNvSpPr>
            <a:spLocks noEditPoints="1"/>
          </p:cNvSpPr>
          <p:nvPr/>
        </p:nvSpPr>
        <p:spPr bwMode="auto">
          <a:xfrm>
            <a:off x="116417" y="1066140"/>
            <a:ext cx="393562" cy="394968"/>
          </a:xfrm>
          <a:custGeom>
            <a:avLst/>
            <a:gdLst>
              <a:gd name="T0" fmla="*/ 180 w 200"/>
              <a:gd name="T1" fmla="*/ 200 h 200"/>
              <a:gd name="T2" fmla="*/ 20 w 200"/>
              <a:gd name="T3" fmla="*/ 200 h 200"/>
              <a:gd name="T4" fmla="*/ 0 w 200"/>
              <a:gd name="T5" fmla="*/ 180 h 200"/>
              <a:gd name="T6" fmla="*/ 0 w 200"/>
              <a:gd name="T7" fmla="*/ 20 h 200"/>
              <a:gd name="T8" fmla="*/ 20 w 200"/>
              <a:gd name="T9" fmla="*/ 0 h 200"/>
              <a:gd name="T10" fmla="*/ 180 w 200"/>
              <a:gd name="T11" fmla="*/ 0 h 200"/>
              <a:gd name="T12" fmla="*/ 200 w 200"/>
              <a:gd name="T13" fmla="*/ 20 h 200"/>
              <a:gd name="T14" fmla="*/ 200 w 200"/>
              <a:gd name="T15" fmla="*/ 180 h 200"/>
              <a:gd name="T16" fmla="*/ 180 w 200"/>
              <a:gd name="T17" fmla="*/ 200 h 200"/>
              <a:gd name="T18" fmla="*/ 94 w 200"/>
              <a:gd name="T19" fmla="*/ 175 h 200"/>
              <a:gd name="T20" fmla="*/ 103 w 200"/>
              <a:gd name="T21" fmla="*/ 168 h 200"/>
              <a:gd name="T22" fmla="*/ 101 w 200"/>
              <a:gd name="T23" fmla="*/ 133 h 200"/>
              <a:gd name="T24" fmla="*/ 90 w 200"/>
              <a:gd name="T25" fmla="*/ 131 h 200"/>
              <a:gd name="T26" fmla="*/ 67 w 200"/>
              <a:gd name="T27" fmla="*/ 160 h 200"/>
              <a:gd name="T28" fmla="*/ 94 w 200"/>
              <a:gd name="T29" fmla="*/ 175 h 200"/>
              <a:gd name="T30" fmla="*/ 43 w 200"/>
              <a:gd name="T31" fmla="*/ 126 h 200"/>
              <a:gd name="T32" fmla="*/ 53 w 200"/>
              <a:gd name="T33" fmla="*/ 134 h 200"/>
              <a:gd name="T34" fmla="*/ 91 w 200"/>
              <a:gd name="T35" fmla="*/ 122 h 200"/>
              <a:gd name="T36" fmla="*/ 89 w 200"/>
              <a:gd name="T37" fmla="*/ 110 h 200"/>
              <a:gd name="T38" fmla="*/ 52 w 200"/>
              <a:gd name="T39" fmla="*/ 93 h 200"/>
              <a:gd name="T40" fmla="*/ 43 w 200"/>
              <a:gd name="T41" fmla="*/ 126 h 200"/>
              <a:gd name="T42" fmla="*/ 103 w 200"/>
              <a:gd name="T43" fmla="*/ 34 h 200"/>
              <a:gd name="T44" fmla="*/ 62 w 200"/>
              <a:gd name="T45" fmla="*/ 37 h 200"/>
              <a:gd name="T46" fmla="*/ 60 w 200"/>
              <a:gd name="T47" fmla="*/ 54 h 200"/>
              <a:gd name="T48" fmla="*/ 92 w 200"/>
              <a:gd name="T49" fmla="*/ 97 h 200"/>
              <a:gd name="T50" fmla="*/ 104 w 200"/>
              <a:gd name="T51" fmla="*/ 90 h 200"/>
              <a:gd name="T52" fmla="*/ 103 w 200"/>
              <a:gd name="T53" fmla="*/ 34 h 200"/>
              <a:gd name="T54" fmla="*/ 141 w 200"/>
              <a:gd name="T55" fmla="*/ 74 h 200"/>
              <a:gd name="T56" fmla="*/ 125 w 200"/>
              <a:gd name="T57" fmla="*/ 80 h 200"/>
              <a:gd name="T58" fmla="*/ 111 w 200"/>
              <a:gd name="T59" fmla="*/ 104 h 200"/>
              <a:gd name="T60" fmla="*/ 124 w 200"/>
              <a:gd name="T61" fmla="*/ 111 h 200"/>
              <a:gd name="T62" fmla="*/ 153 w 200"/>
              <a:gd name="T63" fmla="*/ 102 h 200"/>
              <a:gd name="T64" fmla="*/ 141 w 200"/>
              <a:gd name="T65" fmla="*/ 74 h 200"/>
              <a:gd name="T66" fmla="*/ 149 w 200"/>
              <a:gd name="T67" fmla="*/ 130 h 200"/>
              <a:gd name="T68" fmla="*/ 122 w 200"/>
              <a:gd name="T69" fmla="*/ 121 h 200"/>
              <a:gd name="T70" fmla="*/ 116 w 200"/>
              <a:gd name="T71" fmla="*/ 135 h 200"/>
              <a:gd name="T72" fmla="*/ 131 w 200"/>
              <a:gd name="T73" fmla="*/ 162 h 200"/>
              <a:gd name="T74" fmla="*/ 158 w 200"/>
              <a:gd name="T75" fmla="*/ 144 h 200"/>
              <a:gd name="T76" fmla="*/ 149 w 200"/>
              <a:gd name="T77" fmla="*/ 13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0" h="200">
                <a:moveTo>
                  <a:pt x="180" y="200"/>
                </a:moveTo>
                <a:cubicBezTo>
                  <a:pt x="20" y="200"/>
                  <a:pt x="20" y="200"/>
                  <a:pt x="20" y="200"/>
                </a:cubicBezTo>
                <a:cubicBezTo>
                  <a:pt x="9" y="200"/>
                  <a:pt x="0" y="191"/>
                  <a:pt x="0" y="180"/>
                </a:cubicBezTo>
                <a:cubicBezTo>
                  <a:pt x="0" y="20"/>
                  <a:pt x="0" y="20"/>
                  <a:pt x="0" y="20"/>
                </a:cubicBezTo>
                <a:cubicBezTo>
                  <a:pt x="0" y="9"/>
                  <a:pt x="9" y="0"/>
                  <a:pt x="20" y="0"/>
                </a:cubicBezTo>
                <a:cubicBezTo>
                  <a:pt x="180" y="0"/>
                  <a:pt x="180" y="0"/>
                  <a:pt x="180" y="0"/>
                </a:cubicBezTo>
                <a:cubicBezTo>
                  <a:pt x="191" y="0"/>
                  <a:pt x="200" y="9"/>
                  <a:pt x="200" y="20"/>
                </a:cubicBezTo>
                <a:cubicBezTo>
                  <a:pt x="200" y="180"/>
                  <a:pt x="200" y="180"/>
                  <a:pt x="200" y="180"/>
                </a:cubicBezTo>
                <a:cubicBezTo>
                  <a:pt x="200" y="191"/>
                  <a:pt x="191" y="200"/>
                  <a:pt x="180" y="200"/>
                </a:cubicBezTo>
                <a:close/>
                <a:moveTo>
                  <a:pt x="94" y="175"/>
                </a:moveTo>
                <a:cubicBezTo>
                  <a:pt x="94" y="175"/>
                  <a:pt x="103" y="175"/>
                  <a:pt x="103" y="168"/>
                </a:cubicBezTo>
                <a:cubicBezTo>
                  <a:pt x="103" y="161"/>
                  <a:pt x="101" y="133"/>
                  <a:pt x="101" y="133"/>
                </a:cubicBezTo>
                <a:cubicBezTo>
                  <a:pt x="101" y="133"/>
                  <a:pt x="97" y="123"/>
                  <a:pt x="90" y="131"/>
                </a:cubicBezTo>
                <a:cubicBezTo>
                  <a:pt x="92" y="130"/>
                  <a:pt x="66" y="161"/>
                  <a:pt x="67" y="160"/>
                </a:cubicBezTo>
                <a:cubicBezTo>
                  <a:pt x="63" y="170"/>
                  <a:pt x="94" y="175"/>
                  <a:pt x="94" y="175"/>
                </a:cubicBezTo>
                <a:close/>
                <a:moveTo>
                  <a:pt x="43" y="126"/>
                </a:moveTo>
                <a:cubicBezTo>
                  <a:pt x="43" y="126"/>
                  <a:pt x="46" y="136"/>
                  <a:pt x="53" y="134"/>
                </a:cubicBezTo>
                <a:cubicBezTo>
                  <a:pt x="61" y="132"/>
                  <a:pt x="91" y="122"/>
                  <a:pt x="91" y="122"/>
                </a:cubicBezTo>
                <a:cubicBezTo>
                  <a:pt x="91" y="122"/>
                  <a:pt x="100" y="115"/>
                  <a:pt x="89" y="110"/>
                </a:cubicBezTo>
                <a:cubicBezTo>
                  <a:pt x="91" y="111"/>
                  <a:pt x="50" y="92"/>
                  <a:pt x="52" y="93"/>
                </a:cubicBezTo>
                <a:cubicBezTo>
                  <a:pt x="39" y="92"/>
                  <a:pt x="43" y="126"/>
                  <a:pt x="43" y="126"/>
                </a:cubicBezTo>
                <a:close/>
                <a:moveTo>
                  <a:pt x="103" y="34"/>
                </a:moveTo>
                <a:cubicBezTo>
                  <a:pt x="97" y="17"/>
                  <a:pt x="62" y="37"/>
                  <a:pt x="62" y="37"/>
                </a:cubicBezTo>
                <a:cubicBezTo>
                  <a:pt x="62" y="37"/>
                  <a:pt x="54" y="45"/>
                  <a:pt x="60" y="54"/>
                </a:cubicBezTo>
                <a:cubicBezTo>
                  <a:pt x="66" y="62"/>
                  <a:pt x="92" y="97"/>
                  <a:pt x="92" y="97"/>
                </a:cubicBezTo>
                <a:cubicBezTo>
                  <a:pt x="92" y="97"/>
                  <a:pt x="104" y="106"/>
                  <a:pt x="104" y="90"/>
                </a:cubicBezTo>
                <a:cubicBezTo>
                  <a:pt x="104" y="89"/>
                  <a:pt x="103" y="31"/>
                  <a:pt x="103" y="34"/>
                </a:cubicBezTo>
                <a:close/>
                <a:moveTo>
                  <a:pt x="141" y="74"/>
                </a:moveTo>
                <a:cubicBezTo>
                  <a:pt x="141" y="74"/>
                  <a:pt x="130" y="70"/>
                  <a:pt x="125" y="80"/>
                </a:cubicBezTo>
                <a:cubicBezTo>
                  <a:pt x="116" y="94"/>
                  <a:pt x="111" y="104"/>
                  <a:pt x="111" y="104"/>
                </a:cubicBezTo>
                <a:cubicBezTo>
                  <a:pt x="111" y="104"/>
                  <a:pt x="110" y="119"/>
                  <a:pt x="124" y="111"/>
                </a:cubicBezTo>
                <a:cubicBezTo>
                  <a:pt x="121" y="113"/>
                  <a:pt x="155" y="101"/>
                  <a:pt x="153" y="102"/>
                </a:cubicBezTo>
                <a:cubicBezTo>
                  <a:pt x="167" y="90"/>
                  <a:pt x="141" y="74"/>
                  <a:pt x="141" y="74"/>
                </a:cubicBezTo>
                <a:close/>
                <a:moveTo>
                  <a:pt x="149" y="130"/>
                </a:moveTo>
                <a:cubicBezTo>
                  <a:pt x="134" y="124"/>
                  <a:pt x="122" y="121"/>
                  <a:pt x="122" y="121"/>
                </a:cubicBezTo>
                <a:cubicBezTo>
                  <a:pt x="122" y="121"/>
                  <a:pt x="109" y="122"/>
                  <a:pt x="116" y="135"/>
                </a:cubicBezTo>
                <a:cubicBezTo>
                  <a:pt x="114" y="133"/>
                  <a:pt x="133" y="164"/>
                  <a:pt x="131" y="162"/>
                </a:cubicBezTo>
                <a:cubicBezTo>
                  <a:pt x="145" y="173"/>
                  <a:pt x="158" y="144"/>
                  <a:pt x="158" y="144"/>
                </a:cubicBezTo>
                <a:cubicBezTo>
                  <a:pt x="158" y="144"/>
                  <a:pt x="159" y="133"/>
                  <a:pt x="149" y="130"/>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161"/>
          <p:cNvSpPr>
            <a:spLocks noEditPoints="1"/>
          </p:cNvSpPr>
          <p:nvPr/>
        </p:nvSpPr>
        <p:spPr bwMode="auto">
          <a:xfrm>
            <a:off x="597126" y="1066140"/>
            <a:ext cx="393562" cy="394968"/>
          </a:xfrm>
          <a:custGeom>
            <a:avLst/>
            <a:gdLst>
              <a:gd name="T0" fmla="*/ 180 w 200"/>
              <a:gd name="T1" fmla="*/ 200 h 200"/>
              <a:gd name="T2" fmla="*/ 20 w 200"/>
              <a:gd name="T3" fmla="*/ 200 h 200"/>
              <a:gd name="T4" fmla="*/ 0 w 200"/>
              <a:gd name="T5" fmla="*/ 180 h 200"/>
              <a:gd name="T6" fmla="*/ 0 w 200"/>
              <a:gd name="T7" fmla="*/ 20 h 200"/>
              <a:gd name="T8" fmla="*/ 20 w 200"/>
              <a:gd name="T9" fmla="*/ 0 h 200"/>
              <a:gd name="T10" fmla="*/ 180 w 200"/>
              <a:gd name="T11" fmla="*/ 0 h 200"/>
              <a:gd name="T12" fmla="*/ 200 w 200"/>
              <a:gd name="T13" fmla="*/ 20 h 200"/>
              <a:gd name="T14" fmla="*/ 200 w 200"/>
              <a:gd name="T15" fmla="*/ 180 h 200"/>
              <a:gd name="T16" fmla="*/ 180 w 200"/>
              <a:gd name="T17" fmla="*/ 200 h 200"/>
              <a:gd name="T18" fmla="*/ 97 w 200"/>
              <a:gd name="T19" fmla="*/ 68 h 200"/>
              <a:gd name="T20" fmla="*/ 94 w 200"/>
              <a:gd name="T21" fmla="*/ 75 h 200"/>
              <a:gd name="T22" fmla="*/ 111 w 200"/>
              <a:gd name="T23" fmla="*/ 75 h 200"/>
              <a:gd name="T24" fmla="*/ 90 w 200"/>
              <a:gd name="T25" fmla="*/ 98 h 200"/>
              <a:gd name="T26" fmla="*/ 62 w 200"/>
              <a:gd name="T27" fmla="*/ 66 h 200"/>
              <a:gd name="T28" fmla="*/ 85 w 200"/>
              <a:gd name="T29" fmla="*/ 65 h 200"/>
              <a:gd name="T30" fmla="*/ 85 w 200"/>
              <a:gd name="T31" fmla="*/ 56 h 200"/>
              <a:gd name="T32" fmla="*/ 20 w 200"/>
              <a:gd name="T33" fmla="*/ 56 h 200"/>
              <a:gd name="T34" fmla="*/ 20 w 200"/>
              <a:gd name="T35" fmla="*/ 68 h 200"/>
              <a:gd name="T36" fmla="*/ 35 w 200"/>
              <a:gd name="T37" fmla="*/ 68 h 200"/>
              <a:gd name="T38" fmla="*/ 72 w 200"/>
              <a:gd name="T39" fmla="*/ 110 h 200"/>
              <a:gd name="T40" fmla="*/ 72 w 200"/>
              <a:gd name="T41" fmla="*/ 110 h 200"/>
              <a:gd name="T42" fmla="*/ 72 w 200"/>
              <a:gd name="T43" fmla="*/ 128 h 200"/>
              <a:gd name="T44" fmla="*/ 56 w 200"/>
              <a:gd name="T45" fmla="*/ 128 h 200"/>
              <a:gd name="T46" fmla="*/ 56 w 200"/>
              <a:gd name="T47" fmla="*/ 144 h 200"/>
              <a:gd name="T48" fmla="*/ 113 w 200"/>
              <a:gd name="T49" fmla="*/ 144 h 200"/>
              <a:gd name="T50" fmla="*/ 113 w 200"/>
              <a:gd name="T51" fmla="*/ 128 h 200"/>
              <a:gd name="T52" fmla="*/ 95 w 200"/>
              <a:gd name="T53" fmla="*/ 128 h 200"/>
              <a:gd name="T54" fmla="*/ 95 w 200"/>
              <a:gd name="T55" fmla="*/ 109 h 200"/>
              <a:gd name="T56" fmla="*/ 128 w 200"/>
              <a:gd name="T57" fmla="*/ 75 h 200"/>
              <a:gd name="T58" fmla="*/ 142 w 200"/>
              <a:gd name="T59" fmla="*/ 75 h 200"/>
              <a:gd name="T60" fmla="*/ 144 w 200"/>
              <a:gd name="T61" fmla="*/ 68 h 200"/>
              <a:gd name="T62" fmla="*/ 97 w 200"/>
              <a:gd name="T63" fmla="*/ 68 h 200"/>
              <a:gd name="T64" fmla="*/ 151 w 200"/>
              <a:gd name="T65" fmla="*/ 141 h 200"/>
              <a:gd name="T66" fmla="*/ 168 w 200"/>
              <a:gd name="T67" fmla="*/ 146 h 200"/>
              <a:gd name="T68" fmla="*/ 168 w 200"/>
              <a:gd name="T69" fmla="*/ 133 h 200"/>
              <a:gd name="T70" fmla="*/ 152 w 200"/>
              <a:gd name="T71" fmla="*/ 128 h 200"/>
              <a:gd name="T72" fmla="*/ 151 w 200"/>
              <a:gd name="T73" fmla="*/ 141 h 200"/>
              <a:gd name="T74" fmla="*/ 152 w 200"/>
              <a:gd name="T75" fmla="*/ 56 h 200"/>
              <a:gd name="T76" fmla="*/ 152 w 200"/>
              <a:gd name="T77" fmla="*/ 118 h 200"/>
              <a:gd name="T78" fmla="*/ 163 w 200"/>
              <a:gd name="T79" fmla="*/ 120 h 200"/>
              <a:gd name="T80" fmla="*/ 177 w 200"/>
              <a:gd name="T81" fmla="*/ 56 h 200"/>
              <a:gd name="T82" fmla="*/ 152 w 200"/>
              <a:gd name="T83" fmla="*/ 56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0" h="200">
                <a:moveTo>
                  <a:pt x="180" y="200"/>
                </a:moveTo>
                <a:cubicBezTo>
                  <a:pt x="20" y="200"/>
                  <a:pt x="20" y="200"/>
                  <a:pt x="20" y="200"/>
                </a:cubicBezTo>
                <a:cubicBezTo>
                  <a:pt x="9" y="200"/>
                  <a:pt x="0" y="191"/>
                  <a:pt x="0" y="180"/>
                </a:cubicBezTo>
                <a:cubicBezTo>
                  <a:pt x="0" y="20"/>
                  <a:pt x="0" y="20"/>
                  <a:pt x="0" y="20"/>
                </a:cubicBezTo>
                <a:cubicBezTo>
                  <a:pt x="0" y="9"/>
                  <a:pt x="9" y="0"/>
                  <a:pt x="20" y="0"/>
                </a:cubicBezTo>
                <a:cubicBezTo>
                  <a:pt x="180" y="0"/>
                  <a:pt x="180" y="0"/>
                  <a:pt x="180" y="0"/>
                </a:cubicBezTo>
                <a:cubicBezTo>
                  <a:pt x="191" y="0"/>
                  <a:pt x="200" y="9"/>
                  <a:pt x="200" y="20"/>
                </a:cubicBezTo>
                <a:cubicBezTo>
                  <a:pt x="200" y="180"/>
                  <a:pt x="200" y="180"/>
                  <a:pt x="200" y="180"/>
                </a:cubicBezTo>
                <a:cubicBezTo>
                  <a:pt x="200" y="191"/>
                  <a:pt x="191" y="200"/>
                  <a:pt x="180" y="200"/>
                </a:cubicBezTo>
                <a:close/>
                <a:moveTo>
                  <a:pt x="97" y="68"/>
                </a:moveTo>
                <a:cubicBezTo>
                  <a:pt x="94" y="75"/>
                  <a:pt x="94" y="75"/>
                  <a:pt x="94" y="75"/>
                </a:cubicBezTo>
                <a:cubicBezTo>
                  <a:pt x="111" y="75"/>
                  <a:pt x="111" y="75"/>
                  <a:pt x="111" y="75"/>
                </a:cubicBezTo>
                <a:cubicBezTo>
                  <a:pt x="90" y="98"/>
                  <a:pt x="90" y="98"/>
                  <a:pt x="90" y="98"/>
                </a:cubicBezTo>
                <a:cubicBezTo>
                  <a:pt x="62" y="66"/>
                  <a:pt x="62" y="66"/>
                  <a:pt x="62" y="66"/>
                </a:cubicBezTo>
                <a:cubicBezTo>
                  <a:pt x="85" y="65"/>
                  <a:pt x="85" y="65"/>
                  <a:pt x="85" y="65"/>
                </a:cubicBezTo>
                <a:cubicBezTo>
                  <a:pt x="85" y="56"/>
                  <a:pt x="85" y="56"/>
                  <a:pt x="85" y="56"/>
                </a:cubicBezTo>
                <a:cubicBezTo>
                  <a:pt x="20" y="56"/>
                  <a:pt x="20" y="56"/>
                  <a:pt x="20" y="56"/>
                </a:cubicBezTo>
                <a:cubicBezTo>
                  <a:pt x="20" y="68"/>
                  <a:pt x="20" y="68"/>
                  <a:pt x="20" y="68"/>
                </a:cubicBezTo>
                <a:cubicBezTo>
                  <a:pt x="35" y="68"/>
                  <a:pt x="35" y="68"/>
                  <a:pt x="35" y="68"/>
                </a:cubicBezTo>
                <a:cubicBezTo>
                  <a:pt x="72" y="110"/>
                  <a:pt x="72" y="110"/>
                  <a:pt x="72" y="110"/>
                </a:cubicBezTo>
                <a:cubicBezTo>
                  <a:pt x="72" y="110"/>
                  <a:pt x="72" y="110"/>
                  <a:pt x="72" y="110"/>
                </a:cubicBezTo>
                <a:cubicBezTo>
                  <a:pt x="72" y="128"/>
                  <a:pt x="72" y="128"/>
                  <a:pt x="72" y="128"/>
                </a:cubicBezTo>
                <a:cubicBezTo>
                  <a:pt x="56" y="128"/>
                  <a:pt x="56" y="128"/>
                  <a:pt x="56" y="128"/>
                </a:cubicBezTo>
                <a:cubicBezTo>
                  <a:pt x="56" y="144"/>
                  <a:pt x="56" y="144"/>
                  <a:pt x="56" y="144"/>
                </a:cubicBezTo>
                <a:cubicBezTo>
                  <a:pt x="113" y="144"/>
                  <a:pt x="113" y="144"/>
                  <a:pt x="113" y="144"/>
                </a:cubicBezTo>
                <a:cubicBezTo>
                  <a:pt x="113" y="128"/>
                  <a:pt x="113" y="128"/>
                  <a:pt x="113" y="128"/>
                </a:cubicBezTo>
                <a:cubicBezTo>
                  <a:pt x="95" y="128"/>
                  <a:pt x="95" y="128"/>
                  <a:pt x="95" y="128"/>
                </a:cubicBezTo>
                <a:cubicBezTo>
                  <a:pt x="95" y="109"/>
                  <a:pt x="95" y="109"/>
                  <a:pt x="95" y="109"/>
                </a:cubicBezTo>
                <a:cubicBezTo>
                  <a:pt x="128" y="75"/>
                  <a:pt x="128" y="75"/>
                  <a:pt x="128" y="75"/>
                </a:cubicBezTo>
                <a:cubicBezTo>
                  <a:pt x="142" y="75"/>
                  <a:pt x="142" y="75"/>
                  <a:pt x="142" y="75"/>
                </a:cubicBezTo>
                <a:cubicBezTo>
                  <a:pt x="144" y="68"/>
                  <a:pt x="144" y="68"/>
                  <a:pt x="144" y="68"/>
                </a:cubicBezTo>
                <a:lnTo>
                  <a:pt x="97" y="68"/>
                </a:lnTo>
                <a:close/>
                <a:moveTo>
                  <a:pt x="151" y="141"/>
                </a:moveTo>
                <a:cubicBezTo>
                  <a:pt x="168" y="146"/>
                  <a:pt x="168" y="146"/>
                  <a:pt x="168" y="146"/>
                </a:cubicBezTo>
                <a:cubicBezTo>
                  <a:pt x="168" y="133"/>
                  <a:pt x="168" y="133"/>
                  <a:pt x="168" y="133"/>
                </a:cubicBezTo>
                <a:cubicBezTo>
                  <a:pt x="152" y="128"/>
                  <a:pt x="152" y="128"/>
                  <a:pt x="152" y="128"/>
                </a:cubicBezTo>
                <a:lnTo>
                  <a:pt x="151" y="141"/>
                </a:lnTo>
                <a:close/>
                <a:moveTo>
                  <a:pt x="152" y="56"/>
                </a:moveTo>
                <a:cubicBezTo>
                  <a:pt x="152" y="118"/>
                  <a:pt x="152" y="118"/>
                  <a:pt x="152" y="118"/>
                </a:cubicBezTo>
                <a:cubicBezTo>
                  <a:pt x="163" y="120"/>
                  <a:pt x="163" y="120"/>
                  <a:pt x="163" y="120"/>
                </a:cubicBezTo>
                <a:cubicBezTo>
                  <a:pt x="177" y="56"/>
                  <a:pt x="177" y="56"/>
                  <a:pt x="177" y="56"/>
                </a:cubicBezTo>
                <a:lnTo>
                  <a:pt x="152" y="56"/>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162"/>
          <p:cNvSpPr>
            <a:spLocks noEditPoints="1"/>
          </p:cNvSpPr>
          <p:nvPr/>
        </p:nvSpPr>
        <p:spPr bwMode="auto">
          <a:xfrm>
            <a:off x="1094700" y="1066140"/>
            <a:ext cx="394968" cy="394968"/>
          </a:xfrm>
          <a:custGeom>
            <a:avLst/>
            <a:gdLst>
              <a:gd name="T0" fmla="*/ 180 w 200"/>
              <a:gd name="T1" fmla="*/ 200 h 200"/>
              <a:gd name="T2" fmla="*/ 20 w 200"/>
              <a:gd name="T3" fmla="*/ 200 h 200"/>
              <a:gd name="T4" fmla="*/ 0 w 200"/>
              <a:gd name="T5" fmla="*/ 180 h 200"/>
              <a:gd name="T6" fmla="*/ 0 w 200"/>
              <a:gd name="T7" fmla="*/ 20 h 200"/>
              <a:gd name="T8" fmla="*/ 20 w 200"/>
              <a:gd name="T9" fmla="*/ 0 h 200"/>
              <a:gd name="T10" fmla="*/ 180 w 200"/>
              <a:gd name="T11" fmla="*/ 0 h 200"/>
              <a:gd name="T12" fmla="*/ 200 w 200"/>
              <a:gd name="T13" fmla="*/ 20 h 200"/>
              <a:gd name="T14" fmla="*/ 200 w 200"/>
              <a:gd name="T15" fmla="*/ 180 h 200"/>
              <a:gd name="T16" fmla="*/ 180 w 200"/>
              <a:gd name="T17" fmla="*/ 200 h 200"/>
              <a:gd name="T18" fmla="*/ 177 w 200"/>
              <a:gd name="T19" fmla="*/ 104 h 200"/>
              <a:gd name="T20" fmla="*/ 176 w 200"/>
              <a:gd name="T21" fmla="*/ 103 h 200"/>
              <a:gd name="T22" fmla="*/ 176 w 200"/>
              <a:gd name="T23" fmla="*/ 101 h 200"/>
              <a:gd name="T24" fmla="*/ 101 w 200"/>
              <a:gd name="T25" fmla="*/ 26 h 200"/>
              <a:gd name="T26" fmla="*/ 89 w 200"/>
              <a:gd name="T27" fmla="*/ 27 h 200"/>
              <a:gd name="T28" fmla="*/ 89 w 200"/>
              <a:gd name="T29" fmla="*/ 27 h 200"/>
              <a:gd name="T30" fmla="*/ 65 w 200"/>
              <a:gd name="T31" fmla="*/ 20 h 200"/>
              <a:gd name="T32" fmla="*/ 17 w 200"/>
              <a:gd name="T33" fmla="*/ 69 h 200"/>
              <a:gd name="T34" fmla="*/ 27 w 200"/>
              <a:gd name="T35" fmla="*/ 98 h 200"/>
              <a:gd name="T36" fmla="*/ 26 w 200"/>
              <a:gd name="T37" fmla="*/ 101 h 200"/>
              <a:gd name="T38" fmla="*/ 101 w 200"/>
              <a:gd name="T39" fmla="*/ 176 h 200"/>
              <a:gd name="T40" fmla="*/ 113 w 200"/>
              <a:gd name="T41" fmla="*/ 175 h 200"/>
              <a:gd name="T42" fmla="*/ 114 w 200"/>
              <a:gd name="T43" fmla="*/ 175 h 200"/>
              <a:gd name="T44" fmla="*/ 138 w 200"/>
              <a:gd name="T45" fmla="*/ 182 h 200"/>
              <a:gd name="T46" fmla="*/ 186 w 200"/>
              <a:gd name="T47" fmla="*/ 133 h 200"/>
              <a:gd name="T48" fmla="*/ 177 w 200"/>
              <a:gd name="T49" fmla="*/ 104 h 200"/>
              <a:gd name="T50" fmla="*/ 108 w 200"/>
              <a:gd name="T51" fmla="*/ 91 h 200"/>
              <a:gd name="T52" fmla="*/ 135 w 200"/>
              <a:gd name="T53" fmla="*/ 100 h 200"/>
              <a:gd name="T54" fmla="*/ 148 w 200"/>
              <a:gd name="T55" fmla="*/ 123 h 200"/>
              <a:gd name="T56" fmla="*/ 134 w 200"/>
              <a:gd name="T57" fmla="*/ 144 h 200"/>
              <a:gd name="T58" fmla="*/ 104 w 200"/>
              <a:gd name="T59" fmla="*/ 153 h 200"/>
              <a:gd name="T60" fmla="*/ 76 w 200"/>
              <a:gd name="T61" fmla="*/ 149 h 200"/>
              <a:gd name="T62" fmla="*/ 59 w 200"/>
              <a:gd name="T63" fmla="*/ 137 h 200"/>
              <a:gd name="T64" fmla="*/ 61 w 200"/>
              <a:gd name="T65" fmla="*/ 124 h 200"/>
              <a:gd name="T66" fmla="*/ 73 w 200"/>
              <a:gd name="T67" fmla="*/ 124 h 200"/>
              <a:gd name="T68" fmla="*/ 101 w 200"/>
              <a:gd name="T69" fmla="*/ 136 h 200"/>
              <a:gd name="T70" fmla="*/ 120 w 200"/>
              <a:gd name="T71" fmla="*/ 129 h 200"/>
              <a:gd name="T72" fmla="*/ 120 w 200"/>
              <a:gd name="T73" fmla="*/ 118 h 200"/>
              <a:gd name="T74" fmla="*/ 100 w 200"/>
              <a:gd name="T75" fmla="*/ 109 h 200"/>
              <a:gd name="T76" fmla="*/ 74 w 200"/>
              <a:gd name="T77" fmla="*/ 101 h 200"/>
              <a:gd name="T78" fmla="*/ 61 w 200"/>
              <a:gd name="T79" fmla="*/ 80 h 200"/>
              <a:gd name="T80" fmla="*/ 75 w 200"/>
              <a:gd name="T81" fmla="*/ 57 h 200"/>
              <a:gd name="T82" fmla="*/ 103 w 200"/>
              <a:gd name="T83" fmla="*/ 49 h 200"/>
              <a:gd name="T84" fmla="*/ 129 w 200"/>
              <a:gd name="T85" fmla="*/ 53 h 200"/>
              <a:gd name="T86" fmla="*/ 140 w 200"/>
              <a:gd name="T87" fmla="*/ 62 h 200"/>
              <a:gd name="T88" fmla="*/ 140 w 200"/>
              <a:gd name="T89" fmla="*/ 74 h 200"/>
              <a:gd name="T90" fmla="*/ 129 w 200"/>
              <a:gd name="T91" fmla="*/ 77 h 200"/>
              <a:gd name="T92" fmla="*/ 108 w 200"/>
              <a:gd name="T93" fmla="*/ 66 h 200"/>
              <a:gd name="T94" fmla="*/ 88 w 200"/>
              <a:gd name="T95" fmla="*/ 72 h 200"/>
              <a:gd name="T96" fmla="*/ 88 w 200"/>
              <a:gd name="T97" fmla="*/ 84 h 200"/>
              <a:gd name="T98" fmla="*/ 108 w 200"/>
              <a:gd name="T99" fmla="*/ 91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0" h="200">
                <a:moveTo>
                  <a:pt x="180" y="200"/>
                </a:moveTo>
                <a:cubicBezTo>
                  <a:pt x="20" y="200"/>
                  <a:pt x="20" y="200"/>
                  <a:pt x="20" y="200"/>
                </a:cubicBezTo>
                <a:cubicBezTo>
                  <a:pt x="9" y="200"/>
                  <a:pt x="0" y="191"/>
                  <a:pt x="0" y="180"/>
                </a:cubicBezTo>
                <a:cubicBezTo>
                  <a:pt x="0" y="20"/>
                  <a:pt x="0" y="20"/>
                  <a:pt x="0" y="20"/>
                </a:cubicBezTo>
                <a:cubicBezTo>
                  <a:pt x="0" y="9"/>
                  <a:pt x="9" y="0"/>
                  <a:pt x="20" y="0"/>
                </a:cubicBezTo>
                <a:cubicBezTo>
                  <a:pt x="180" y="0"/>
                  <a:pt x="180" y="0"/>
                  <a:pt x="180" y="0"/>
                </a:cubicBezTo>
                <a:cubicBezTo>
                  <a:pt x="191" y="0"/>
                  <a:pt x="200" y="9"/>
                  <a:pt x="200" y="20"/>
                </a:cubicBezTo>
                <a:cubicBezTo>
                  <a:pt x="200" y="180"/>
                  <a:pt x="200" y="180"/>
                  <a:pt x="200" y="180"/>
                </a:cubicBezTo>
                <a:cubicBezTo>
                  <a:pt x="200" y="191"/>
                  <a:pt x="191" y="200"/>
                  <a:pt x="180" y="200"/>
                </a:cubicBezTo>
                <a:close/>
                <a:moveTo>
                  <a:pt x="177" y="104"/>
                </a:moveTo>
                <a:cubicBezTo>
                  <a:pt x="176" y="103"/>
                  <a:pt x="176" y="103"/>
                  <a:pt x="176" y="103"/>
                </a:cubicBezTo>
                <a:cubicBezTo>
                  <a:pt x="176" y="102"/>
                  <a:pt x="176" y="101"/>
                  <a:pt x="176" y="101"/>
                </a:cubicBezTo>
                <a:cubicBezTo>
                  <a:pt x="176" y="59"/>
                  <a:pt x="143" y="26"/>
                  <a:pt x="101" y="26"/>
                </a:cubicBezTo>
                <a:cubicBezTo>
                  <a:pt x="97" y="26"/>
                  <a:pt x="93" y="26"/>
                  <a:pt x="89" y="27"/>
                </a:cubicBezTo>
                <a:cubicBezTo>
                  <a:pt x="89" y="27"/>
                  <a:pt x="89" y="27"/>
                  <a:pt x="89" y="27"/>
                </a:cubicBezTo>
                <a:cubicBezTo>
                  <a:pt x="82" y="23"/>
                  <a:pt x="73" y="20"/>
                  <a:pt x="65" y="20"/>
                </a:cubicBezTo>
                <a:cubicBezTo>
                  <a:pt x="38" y="20"/>
                  <a:pt x="17" y="42"/>
                  <a:pt x="17" y="69"/>
                </a:cubicBezTo>
                <a:cubicBezTo>
                  <a:pt x="17" y="80"/>
                  <a:pt x="20" y="90"/>
                  <a:pt x="27" y="98"/>
                </a:cubicBezTo>
                <a:cubicBezTo>
                  <a:pt x="27" y="98"/>
                  <a:pt x="26" y="100"/>
                  <a:pt x="26" y="101"/>
                </a:cubicBezTo>
                <a:cubicBezTo>
                  <a:pt x="26" y="142"/>
                  <a:pt x="60" y="176"/>
                  <a:pt x="101" y="176"/>
                </a:cubicBezTo>
                <a:cubicBezTo>
                  <a:pt x="105" y="176"/>
                  <a:pt x="113" y="175"/>
                  <a:pt x="113" y="175"/>
                </a:cubicBezTo>
                <a:cubicBezTo>
                  <a:pt x="114" y="175"/>
                  <a:pt x="114" y="175"/>
                  <a:pt x="114" y="175"/>
                </a:cubicBezTo>
                <a:cubicBezTo>
                  <a:pt x="114" y="175"/>
                  <a:pt x="123" y="182"/>
                  <a:pt x="138" y="182"/>
                </a:cubicBezTo>
                <a:cubicBezTo>
                  <a:pt x="165" y="182"/>
                  <a:pt x="186" y="160"/>
                  <a:pt x="186" y="133"/>
                </a:cubicBezTo>
                <a:cubicBezTo>
                  <a:pt x="186" y="122"/>
                  <a:pt x="183" y="112"/>
                  <a:pt x="177" y="104"/>
                </a:cubicBezTo>
                <a:close/>
                <a:moveTo>
                  <a:pt x="108" y="91"/>
                </a:moveTo>
                <a:cubicBezTo>
                  <a:pt x="118" y="92"/>
                  <a:pt x="127" y="95"/>
                  <a:pt x="135" y="100"/>
                </a:cubicBezTo>
                <a:cubicBezTo>
                  <a:pt x="143" y="105"/>
                  <a:pt x="148" y="112"/>
                  <a:pt x="148" y="123"/>
                </a:cubicBezTo>
                <a:cubicBezTo>
                  <a:pt x="148" y="131"/>
                  <a:pt x="143" y="138"/>
                  <a:pt x="134" y="144"/>
                </a:cubicBezTo>
                <a:cubicBezTo>
                  <a:pt x="126" y="150"/>
                  <a:pt x="116" y="153"/>
                  <a:pt x="104" y="153"/>
                </a:cubicBezTo>
                <a:cubicBezTo>
                  <a:pt x="93" y="153"/>
                  <a:pt x="84" y="152"/>
                  <a:pt x="76" y="149"/>
                </a:cubicBezTo>
                <a:cubicBezTo>
                  <a:pt x="69" y="146"/>
                  <a:pt x="64" y="142"/>
                  <a:pt x="59" y="137"/>
                </a:cubicBezTo>
                <a:cubicBezTo>
                  <a:pt x="59" y="137"/>
                  <a:pt x="53" y="131"/>
                  <a:pt x="61" y="124"/>
                </a:cubicBezTo>
                <a:cubicBezTo>
                  <a:pt x="68" y="118"/>
                  <a:pt x="73" y="124"/>
                  <a:pt x="73" y="124"/>
                </a:cubicBezTo>
                <a:cubicBezTo>
                  <a:pt x="79" y="130"/>
                  <a:pt x="88" y="135"/>
                  <a:pt x="101" y="136"/>
                </a:cubicBezTo>
                <a:cubicBezTo>
                  <a:pt x="111" y="136"/>
                  <a:pt x="117" y="133"/>
                  <a:pt x="120" y="129"/>
                </a:cubicBezTo>
                <a:cubicBezTo>
                  <a:pt x="123" y="125"/>
                  <a:pt x="123" y="121"/>
                  <a:pt x="120" y="118"/>
                </a:cubicBezTo>
                <a:cubicBezTo>
                  <a:pt x="117" y="114"/>
                  <a:pt x="111" y="110"/>
                  <a:pt x="100" y="109"/>
                </a:cubicBezTo>
                <a:cubicBezTo>
                  <a:pt x="91" y="108"/>
                  <a:pt x="82" y="106"/>
                  <a:pt x="74" y="101"/>
                </a:cubicBezTo>
                <a:cubicBezTo>
                  <a:pt x="66" y="97"/>
                  <a:pt x="61" y="90"/>
                  <a:pt x="61" y="80"/>
                </a:cubicBezTo>
                <a:cubicBezTo>
                  <a:pt x="61" y="71"/>
                  <a:pt x="66" y="63"/>
                  <a:pt x="75" y="57"/>
                </a:cubicBezTo>
                <a:cubicBezTo>
                  <a:pt x="84" y="52"/>
                  <a:pt x="94" y="49"/>
                  <a:pt x="103" y="49"/>
                </a:cubicBezTo>
                <a:cubicBezTo>
                  <a:pt x="114" y="49"/>
                  <a:pt x="123" y="51"/>
                  <a:pt x="129" y="53"/>
                </a:cubicBezTo>
                <a:cubicBezTo>
                  <a:pt x="135" y="56"/>
                  <a:pt x="140" y="62"/>
                  <a:pt x="140" y="62"/>
                </a:cubicBezTo>
                <a:cubicBezTo>
                  <a:pt x="140" y="62"/>
                  <a:pt x="145" y="67"/>
                  <a:pt x="140" y="74"/>
                </a:cubicBezTo>
                <a:cubicBezTo>
                  <a:pt x="136" y="79"/>
                  <a:pt x="129" y="77"/>
                  <a:pt x="129" y="77"/>
                </a:cubicBezTo>
                <a:cubicBezTo>
                  <a:pt x="123" y="72"/>
                  <a:pt x="117" y="68"/>
                  <a:pt x="108" y="66"/>
                </a:cubicBezTo>
                <a:cubicBezTo>
                  <a:pt x="97" y="65"/>
                  <a:pt x="90" y="68"/>
                  <a:pt x="88" y="72"/>
                </a:cubicBezTo>
                <a:cubicBezTo>
                  <a:pt x="85" y="76"/>
                  <a:pt x="85" y="82"/>
                  <a:pt x="88" y="84"/>
                </a:cubicBezTo>
                <a:cubicBezTo>
                  <a:pt x="91" y="87"/>
                  <a:pt x="99" y="90"/>
                  <a:pt x="108" y="91"/>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163"/>
          <p:cNvSpPr>
            <a:spLocks noEditPoints="1"/>
          </p:cNvSpPr>
          <p:nvPr/>
        </p:nvSpPr>
        <p:spPr bwMode="auto">
          <a:xfrm>
            <a:off x="1574001" y="1068951"/>
            <a:ext cx="394968" cy="393562"/>
          </a:xfrm>
          <a:custGeom>
            <a:avLst/>
            <a:gdLst>
              <a:gd name="T0" fmla="*/ 180 w 200"/>
              <a:gd name="T1" fmla="*/ 200 h 200"/>
              <a:gd name="T2" fmla="*/ 20 w 200"/>
              <a:gd name="T3" fmla="*/ 200 h 200"/>
              <a:gd name="T4" fmla="*/ 0 w 200"/>
              <a:gd name="T5" fmla="*/ 180 h 200"/>
              <a:gd name="T6" fmla="*/ 0 w 200"/>
              <a:gd name="T7" fmla="*/ 20 h 200"/>
              <a:gd name="T8" fmla="*/ 20 w 200"/>
              <a:gd name="T9" fmla="*/ 0 h 200"/>
              <a:gd name="T10" fmla="*/ 180 w 200"/>
              <a:gd name="T11" fmla="*/ 0 h 200"/>
              <a:gd name="T12" fmla="*/ 200 w 200"/>
              <a:gd name="T13" fmla="*/ 20 h 200"/>
              <a:gd name="T14" fmla="*/ 200 w 200"/>
              <a:gd name="T15" fmla="*/ 180 h 200"/>
              <a:gd name="T16" fmla="*/ 180 w 200"/>
              <a:gd name="T17" fmla="*/ 200 h 200"/>
              <a:gd name="T18" fmla="*/ 102 w 200"/>
              <a:gd name="T19" fmla="*/ 24 h 200"/>
              <a:gd name="T20" fmla="*/ 28 w 200"/>
              <a:gd name="T21" fmla="*/ 172 h 200"/>
              <a:gd name="T22" fmla="*/ 96 w 200"/>
              <a:gd name="T23" fmla="*/ 172 h 200"/>
              <a:gd name="T24" fmla="*/ 96 w 200"/>
              <a:gd name="T25" fmla="*/ 135 h 200"/>
              <a:gd name="T26" fmla="*/ 73 w 200"/>
              <a:gd name="T27" fmla="*/ 121 h 200"/>
              <a:gd name="T28" fmla="*/ 73 w 200"/>
              <a:gd name="T29" fmla="*/ 105 h 200"/>
              <a:gd name="T30" fmla="*/ 96 w 200"/>
              <a:gd name="T31" fmla="*/ 120 h 200"/>
              <a:gd name="T32" fmla="*/ 96 w 200"/>
              <a:gd name="T33" fmla="*/ 84 h 200"/>
              <a:gd name="T34" fmla="*/ 108 w 200"/>
              <a:gd name="T35" fmla="*/ 84 h 200"/>
              <a:gd name="T36" fmla="*/ 108 w 200"/>
              <a:gd name="T37" fmla="*/ 172 h 200"/>
              <a:gd name="T38" fmla="*/ 175 w 200"/>
              <a:gd name="T39" fmla="*/ 172 h 200"/>
              <a:gd name="T40" fmla="*/ 102 w 200"/>
              <a:gd name="T41" fmla="*/ 24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0" h="200">
                <a:moveTo>
                  <a:pt x="180" y="200"/>
                </a:moveTo>
                <a:cubicBezTo>
                  <a:pt x="20" y="200"/>
                  <a:pt x="20" y="200"/>
                  <a:pt x="20" y="200"/>
                </a:cubicBezTo>
                <a:cubicBezTo>
                  <a:pt x="9" y="200"/>
                  <a:pt x="0" y="191"/>
                  <a:pt x="0" y="180"/>
                </a:cubicBezTo>
                <a:cubicBezTo>
                  <a:pt x="0" y="20"/>
                  <a:pt x="0" y="20"/>
                  <a:pt x="0" y="20"/>
                </a:cubicBezTo>
                <a:cubicBezTo>
                  <a:pt x="0" y="9"/>
                  <a:pt x="9" y="0"/>
                  <a:pt x="20" y="0"/>
                </a:cubicBezTo>
                <a:cubicBezTo>
                  <a:pt x="180" y="0"/>
                  <a:pt x="180" y="0"/>
                  <a:pt x="180" y="0"/>
                </a:cubicBezTo>
                <a:cubicBezTo>
                  <a:pt x="191" y="0"/>
                  <a:pt x="200" y="9"/>
                  <a:pt x="200" y="20"/>
                </a:cubicBezTo>
                <a:cubicBezTo>
                  <a:pt x="200" y="180"/>
                  <a:pt x="200" y="180"/>
                  <a:pt x="200" y="180"/>
                </a:cubicBezTo>
                <a:cubicBezTo>
                  <a:pt x="200" y="191"/>
                  <a:pt x="191" y="200"/>
                  <a:pt x="180" y="200"/>
                </a:cubicBezTo>
                <a:close/>
                <a:moveTo>
                  <a:pt x="102" y="24"/>
                </a:moveTo>
                <a:cubicBezTo>
                  <a:pt x="28" y="172"/>
                  <a:pt x="28" y="172"/>
                  <a:pt x="28" y="172"/>
                </a:cubicBezTo>
                <a:cubicBezTo>
                  <a:pt x="28" y="172"/>
                  <a:pt x="63" y="172"/>
                  <a:pt x="96" y="172"/>
                </a:cubicBezTo>
                <a:cubicBezTo>
                  <a:pt x="96" y="152"/>
                  <a:pt x="96" y="152"/>
                  <a:pt x="96" y="135"/>
                </a:cubicBezTo>
                <a:cubicBezTo>
                  <a:pt x="88" y="130"/>
                  <a:pt x="78" y="125"/>
                  <a:pt x="73" y="121"/>
                </a:cubicBezTo>
                <a:cubicBezTo>
                  <a:pt x="73" y="115"/>
                  <a:pt x="73" y="112"/>
                  <a:pt x="73" y="105"/>
                </a:cubicBezTo>
                <a:cubicBezTo>
                  <a:pt x="78" y="110"/>
                  <a:pt x="89" y="116"/>
                  <a:pt x="96" y="120"/>
                </a:cubicBezTo>
                <a:cubicBezTo>
                  <a:pt x="96" y="99"/>
                  <a:pt x="96" y="111"/>
                  <a:pt x="96" y="84"/>
                </a:cubicBezTo>
                <a:cubicBezTo>
                  <a:pt x="103" y="84"/>
                  <a:pt x="100" y="84"/>
                  <a:pt x="108" y="84"/>
                </a:cubicBezTo>
                <a:cubicBezTo>
                  <a:pt x="108" y="123"/>
                  <a:pt x="108" y="138"/>
                  <a:pt x="108" y="172"/>
                </a:cubicBezTo>
                <a:cubicBezTo>
                  <a:pt x="141" y="172"/>
                  <a:pt x="175" y="172"/>
                  <a:pt x="175" y="172"/>
                </a:cubicBezTo>
                <a:lnTo>
                  <a:pt x="102" y="24"/>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164"/>
          <p:cNvSpPr>
            <a:spLocks noEditPoints="1"/>
          </p:cNvSpPr>
          <p:nvPr/>
        </p:nvSpPr>
        <p:spPr bwMode="auto">
          <a:xfrm>
            <a:off x="2044870" y="1066140"/>
            <a:ext cx="394968" cy="394968"/>
          </a:xfrm>
          <a:custGeom>
            <a:avLst/>
            <a:gdLst>
              <a:gd name="T0" fmla="*/ 180 w 200"/>
              <a:gd name="T1" fmla="*/ 200 h 200"/>
              <a:gd name="T2" fmla="*/ 20 w 200"/>
              <a:gd name="T3" fmla="*/ 200 h 200"/>
              <a:gd name="T4" fmla="*/ 0 w 200"/>
              <a:gd name="T5" fmla="*/ 180 h 200"/>
              <a:gd name="T6" fmla="*/ 0 w 200"/>
              <a:gd name="T7" fmla="*/ 20 h 200"/>
              <a:gd name="T8" fmla="*/ 20 w 200"/>
              <a:gd name="T9" fmla="*/ 0 h 200"/>
              <a:gd name="T10" fmla="*/ 180 w 200"/>
              <a:gd name="T11" fmla="*/ 0 h 200"/>
              <a:gd name="T12" fmla="*/ 200 w 200"/>
              <a:gd name="T13" fmla="*/ 20 h 200"/>
              <a:gd name="T14" fmla="*/ 200 w 200"/>
              <a:gd name="T15" fmla="*/ 180 h 200"/>
              <a:gd name="T16" fmla="*/ 180 w 200"/>
              <a:gd name="T17" fmla="*/ 200 h 200"/>
              <a:gd name="T18" fmla="*/ 109 w 200"/>
              <a:gd name="T19" fmla="*/ 31 h 200"/>
              <a:gd name="T20" fmla="*/ 89 w 200"/>
              <a:gd name="T21" fmla="*/ 50 h 200"/>
              <a:gd name="T22" fmla="*/ 109 w 200"/>
              <a:gd name="T23" fmla="*/ 70 h 200"/>
              <a:gd name="T24" fmla="*/ 129 w 200"/>
              <a:gd name="T25" fmla="*/ 50 h 200"/>
              <a:gd name="T26" fmla="*/ 109 w 200"/>
              <a:gd name="T27" fmla="*/ 31 h 200"/>
              <a:gd name="T28" fmla="*/ 144 w 200"/>
              <a:gd name="T29" fmla="*/ 81 h 200"/>
              <a:gd name="T30" fmla="*/ 110 w 200"/>
              <a:gd name="T31" fmla="*/ 86 h 200"/>
              <a:gd name="T32" fmla="*/ 93 w 200"/>
              <a:gd name="T33" fmla="*/ 77 h 200"/>
              <a:gd name="T34" fmla="*/ 78 w 200"/>
              <a:gd name="T35" fmla="*/ 124 h 200"/>
              <a:gd name="T36" fmla="*/ 43 w 200"/>
              <a:gd name="T37" fmla="*/ 147 h 200"/>
              <a:gd name="T38" fmla="*/ 49 w 200"/>
              <a:gd name="T39" fmla="*/ 167 h 200"/>
              <a:gd name="T40" fmla="*/ 96 w 200"/>
              <a:gd name="T41" fmla="*/ 134 h 200"/>
              <a:gd name="T42" fmla="*/ 132 w 200"/>
              <a:gd name="T43" fmla="*/ 166 h 200"/>
              <a:gd name="T44" fmla="*/ 151 w 200"/>
              <a:gd name="T45" fmla="*/ 154 h 200"/>
              <a:gd name="T46" fmla="*/ 113 w 200"/>
              <a:gd name="T47" fmla="*/ 117 h 200"/>
              <a:gd name="T48" fmla="*/ 115 w 200"/>
              <a:gd name="T49" fmla="*/ 108 h 200"/>
              <a:gd name="T50" fmla="*/ 154 w 200"/>
              <a:gd name="T51" fmla="*/ 99 h 200"/>
              <a:gd name="T52" fmla="*/ 144 w 200"/>
              <a:gd name="T53" fmla="*/ 81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00" h="200">
                <a:moveTo>
                  <a:pt x="180" y="200"/>
                </a:moveTo>
                <a:cubicBezTo>
                  <a:pt x="20" y="200"/>
                  <a:pt x="20" y="200"/>
                  <a:pt x="20" y="200"/>
                </a:cubicBezTo>
                <a:cubicBezTo>
                  <a:pt x="9" y="200"/>
                  <a:pt x="0" y="191"/>
                  <a:pt x="0" y="180"/>
                </a:cubicBezTo>
                <a:cubicBezTo>
                  <a:pt x="0" y="20"/>
                  <a:pt x="0" y="20"/>
                  <a:pt x="0" y="20"/>
                </a:cubicBezTo>
                <a:cubicBezTo>
                  <a:pt x="0" y="9"/>
                  <a:pt x="9" y="0"/>
                  <a:pt x="20" y="0"/>
                </a:cubicBezTo>
                <a:cubicBezTo>
                  <a:pt x="180" y="0"/>
                  <a:pt x="180" y="0"/>
                  <a:pt x="180" y="0"/>
                </a:cubicBezTo>
                <a:cubicBezTo>
                  <a:pt x="191" y="0"/>
                  <a:pt x="200" y="9"/>
                  <a:pt x="200" y="20"/>
                </a:cubicBezTo>
                <a:cubicBezTo>
                  <a:pt x="200" y="180"/>
                  <a:pt x="200" y="180"/>
                  <a:pt x="200" y="180"/>
                </a:cubicBezTo>
                <a:cubicBezTo>
                  <a:pt x="200" y="191"/>
                  <a:pt x="191" y="200"/>
                  <a:pt x="180" y="200"/>
                </a:cubicBezTo>
                <a:close/>
                <a:moveTo>
                  <a:pt x="109" y="31"/>
                </a:moveTo>
                <a:cubicBezTo>
                  <a:pt x="98" y="31"/>
                  <a:pt x="89" y="39"/>
                  <a:pt x="89" y="50"/>
                </a:cubicBezTo>
                <a:cubicBezTo>
                  <a:pt x="89" y="62"/>
                  <a:pt x="98" y="70"/>
                  <a:pt x="109" y="70"/>
                </a:cubicBezTo>
                <a:cubicBezTo>
                  <a:pt x="120" y="70"/>
                  <a:pt x="129" y="62"/>
                  <a:pt x="129" y="50"/>
                </a:cubicBezTo>
                <a:cubicBezTo>
                  <a:pt x="129" y="39"/>
                  <a:pt x="120" y="31"/>
                  <a:pt x="109" y="31"/>
                </a:cubicBezTo>
                <a:close/>
                <a:moveTo>
                  <a:pt x="144" y="81"/>
                </a:moveTo>
                <a:cubicBezTo>
                  <a:pt x="144" y="81"/>
                  <a:pt x="125" y="93"/>
                  <a:pt x="110" y="86"/>
                </a:cubicBezTo>
                <a:cubicBezTo>
                  <a:pt x="104" y="83"/>
                  <a:pt x="106" y="77"/>
                  <a:pt x="93" y="77"/>
                </a:cubicBezTo>
                <a:cubicBezTo>
                  <a:pt x="70" y="77"/>
                  <a:pt x="83" y="115"/>
                  <a:pt x="78" y="124"/>
                </a:cubicBezTo>
                <a:cubicBezTo>
                  <a:pt x="72" y="137"/>
                  <a:pt x="43" y="147"/>
                  <a:pt x="43" y="147"/>
                </a:cubicBezTo>
                <a:cubicBezTo>
                  <a:pt x="49" y="167"/>
                  <a:pt x="49" y="167"/>
                  <a:pt x="49" y="167"/>
                </a:cubicBezTo>
                <a:cubicBezTo>
                  <a:pt x="49" y="167"/>
                  <a:pt x="82" y="168"/>
                  <a:pt x="96" y="134"/>
                </a:cubicBezTo>
                <a:cubicBezTo>
                  <a:pt x="100" y="134"/>
                  <a:pt x="116" y="133"/>
                  <a:pt x="132" y="166"/>
                </a:cubicBezTo>
                <a:cubicBezTo>
                  <a:pt x="133" y="165"/>
                  <a:pt x="151" y="154"/>
                  <a:pt x="151" y="154"/>
                </a:cubicBezTo>
                <a:cubicBezTo>
                  <a:pt x="151" y="154"/>
                  <a:pt x="126" y="117"/>
                  <a:pt x="113" y="117"/>
                </a:cubicBezTo>
                <a:cubicBezTo>
                  <a:pt x="105" y="116"/>
                  <a:pt x="110" y="104"/>
                  <a:pt x="115" y="108"/>
                </a:cubicBezTo>
                <a:cubicBezTo>
                  <a:pt x="117" y="109"/>
                  <a:pt x="137" y="113"/>
                  <a:pt x="154" y="99"/>
                </a:cubicBezTo>
                <a:cubicBezTo>
                  <a:pt x="156" y="101"/>
                  <a:pt x="144" y="81"/>
                  <a:pt x="144" y="81"/>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165"/>
          <p:cNvSpPr>
            <a:spLocks noEditPoints="1"/>
          </p:cNvSpPr>
          <p:nvPr/>
        </p:nvSpPr>
        <p:spPr bwMode="auto">
          <a:xfrm>
            <a:off x="2525578" y="1066140"/>
            <a:ext cx="394968" cy="394968"/>
          </a:xfrm>
          <a:custGeom>
            <a:avLst/>
            <a:gdLst>
              <a:gd name="T0" fmla="*/ 180 w 200"/>
              <a:gd name="T1" fmla="*/ 200 h 200"/>
              <a:gd name="T2" fmla="*/ 20 w 200"/>
              <a:gd name="T3" fmla="*/ 200 h 200"/>
              <a:gd name="T4" fmla="*/ 0 w 200"/>
              <a:gd name="T5" fmla="*/ 180 h 200"/>
              <a:gd name="T6" fmla="*/ 0 w 200"/>
              <a:gd name="T7" fmla="*/ 20 h 200"/>
              <a:gd name="T8" fmla="*/ 20 w 200"/>
              <a:gd name="T9" fmla="*/ 0 h 200"/>
              <a:gd name="T10" fmla="*/ 180 w 200"/>
              <a:gd name="T11" fmla="*/ 0 h 200"/>
              <a:gd name="T12" fmla="*/ 200 w 200"/>
              <a:gd name="T13" fmla="*/ 20 h 200"/>
              <a:gd name="T14" fmla="*/ 200 w 200"/>
              <a:gd name="T15" fmla="*/ 180 h 200"/>
              <a:gd name="T16" fmla="*/ 180 w 200"/>
              <a:gd name="T17" fmla="*/ 200 h 200"/>
              <a:gd name="T18" fmla="*/ 76 w 200"/>
              <a:gd name="T19" fmla="*/ 20 h 200"/>
              <a:gd name="T20" fmla="*/ 34 w 200"/>
              <a:gd name="T21" fmla="*/ 60 h 200"/>
              <a:gd name="T22" fmla="*/ 65 w 200"/>
              <a:gd name="T23" fmla="*/ 60 h 200"/>
              <a:gd name="T24" fmla="*/ 76 w 200"/>
              <a:gd name="T25" fmla="*/ 49 h 200"/>
              <a:gd name="T26" fmla="*/ 76 w 200"/>
              <a:gd name="T27" fmla="*/ 20 h 200"/>
              <a:gd name="T28" fmla="*/ 168 w 200"/>
              <a:gd name="T29" fmla="*/ 73 h 200"/>
              <a:gd name="T30" fmla="*/ 143 w 200"/>
              <a:gd name="T31" fmla="*/ 40 h 200"/>
              <a:gd name="T32" fmla="*/ 143 w 200"/>
              <a:gd name="T33" fmla="*/ 40 h 200"/>
              <a:gd name="T34" fmla="*/ 116 w 200"/>
              <a:gd name="T35" fmla="*/ 40 h 200"/>
              <a:gd name="T36" fmla="*/ 88 w 200"/>
              <a:gd name="T37" fmla="*/ 33 h 200"/>
              <a:gd name="T38" fmla="*/ 88 w 200"/>
              <a:gd name="T39" fmla="*/ 58 h 200"/>
              <a:gd name="T40" fmla="*/ 74 w 200"/>
              <a:gd name="T41" fmla="*/ 72 h 200"/>
              <a:gd name="T42" fmla="*/ 39 w 200"/>
              <a:gd name="T43" fmla="*/ 72 h 200"/>
              <a:gd name="T44" fmla="*/ 59 w 200"/>
              <a:gd name="T45" fmla="*/ 139 h 200"/>
              <a:gd name="T46" fmla="*/ 101 w 200"/>
              <a:gd name="T47" fmla="*/ 112 h 200"/>
              <a:gd name="T48" fmla="*/ 122 w 200"/>
              <a:gd name="T49" fmla="*/ 127 h 200"/>
              <a:gd name="T50" fmla="*/ 131 w 200"/>
              <a:gd name="T51" fmla="*/ 127 h 200"/>
              <a:gd name="T52" fmla="*/ 143 w 200"/>
              <a:gd name="T53" fmla="*/ 134 h 200"/>
              <a:gd name="T54" fmla="*/ 123 w 200"/>
              <a:gd name="T55" fmla="*/ 162 h 200"/>
              <a:gd name="T56" fmla="*/ 124 w 200"/>
              <a:gd name="T57" fmla="*/ 148 h 200"/>
              <a:gd name="T58" fmla="*/ 124 w 200"/>
              <a:gd name="T59" fmla="*/ 137 h 200"/>
              <a:gd name="T60" fmla="*/ 122 w 200"/>
              <a:gd name="T61" fmla="*/ 180 h 200"/>
              <a:gd name="T62" fmla="*/ 168 w 200"/>
              <a:gd name="T63" fmla="*/ 142 h 200"/>
              <a:gd name="T64" fmla="*/ 168 w 200"/>
              <a:gd name="T65" fmla="*/ 73 h 200"/>
              <a:gd name="T66" fmla="*/ 143 w 200"/>
              <a:gd name="T67" fmla="*/ 103 h 200"/>
              <a:gd name="T68" fmla="*/ 143 w 200"/>
              <a:gd name="T69" fmla="*/ 104 h 200"/>
              <a:gd name="T70" fmla="*/ 128 w 200"/>
              <a:gd name="T71" fmla="*/ 99 h 200"/>
              <a:gd name="T72" fmla="*/ 132 w 200"/>
              <a:gd name="T73" fmla="*/ 83 h 200"/>
              <a:gd name="T74" fmla="*/ 143 w 200"/>
              <a:gd name="T75" fmla="*/ 93 h 200"/>
              <a:gd name="T76" fmla="*/ 143 w 200"/>
              <a:gd name="T77" fmla="*/ 93 h 200"/>
              <a:gd name="T78" fmla="*/ 143 w 200"/>
              <a:gd name="T79" fmla="*/ 103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0" h="200">
                <a:moveTo>
                  <a:pt x="180" y="200"/>
                </a:moveTo>
                <a:cubicBezTo>
                  <a:pt x="20" y="200"/>
                  <a:pt x="20" y="200"/>
                  <a:pt x="20" y="200"/>
                </a:cubicBezTo>
                <a:cubicBezTo>
                  <a:pt x="9" y="200"/>
                  <a:pt x="0" y="191"/>
                  <a:pt x="0" y="180"/>
                </a:cubicBezTo>
                <a:cubicBezTo>
                  <a:pt x="0" y="20"/>
                  <a:pt x="0" y="20"/>
                  <a:pt x="0" y="20"/>
                </a:cubicBezTo>
                <a:cubicBezTo>
                  <a:pt x="0" y="9"/>
                  <a:pt x="9" y="0"/>
                  <a:pt x="20" y="0"/>
                </a:cubicBezTo>
                <a:cubicBezTo>
                  <a:pt x="180" y="0"/>
                  <a:pt x="180" y="0"/>
                  <a:pt x="180" y="0"/>
                </a:cubicBezTo>
                <a:cubicBezTo>
                  <a:pt x="191" y="0"/>
                  <a:pt x="200" y="9"/>
                  <a:pt x="200" y="20"/>
                </a:cubicBezTo>
                <a:cubicBezTo>
                  <a:pt x="200" y="180"/>
                  <a:pt x="200" y="180"/>
                  <a:pt x="200" y="180"/>
                </a:cubicBezTo>
                <a:cubicBezTo>
                  <a:pt x="200" y="191"/>
                  <a:pt x="191" y="200"/>
                  <a:pt x="180" y="200"/>
                </a:cubicBezTo>
                <a:close/>
                <a:moveTo>
                  <a:pt x="76" y="20"/>
                </a:moveTo>
                <a:cubicBezTo>
                  <a:pt x="34" y="60"/>
                  <a:pt x="34" y="60"/>
                  <a:pt x="34" y="60"/>
                </a:cubicBezTo>
                <a:cubicBezTo>
                  <a:pt x="43" y="60"/>
                  <a:pt x="65" y="60"/>
                  <a:pt x="65" y="60"/>
                </a:cubicBezTo>
                <a:cubicBezTo>
                  <a:pt x="70" y="60"/>
                  <a:pt x="76" y="55"/>
                  <a:pt x="76" y="49"/>
                </a:cubicBezTo>
                <a:cubicBezTo>
                  <a:pt x="76" y="49"/>
                  <a:pt x="76" y="29"/>
                  <a:pt x="76" y="20"/>
                </a:cubicBezTo>
                <a:close/>
                <a:moveTo>
                  <a:pt x="168" y="73"/>
                </a:moveTo>
                <a:cubicBezTo>
                  <a:pt x="168" y="39"/>
                  <a:pt x="143" y="40"/>
                  <a:pt x="143" y="40"/>
                </a:cubicBezTo>
                <a:cubicBezTo>
                  <a:pt x="143" y="40"/>
                  <a:pt x="143" y="40"/>
                  <a:pt x="143" y="40"/>
                </a:cubicBezTo>
                <a:cubicBezTo>
                  <a:pt x="141" y="40"/>
                  <a:pt x="125" y="40"/>
                  <a:pt x="116" y="40"/>
                </a:cubicBezTo>
                <a:cubicBezTo>
                  <a:pt x="103" y="25"/>
                  <a:pt x="93" y="24"/>
                  <a:pt x="88" y="33"/>
                </a:cubicBezTo>
                <a:cubicBezTo>
                  <a:pt x="88" y="45"/>
                  <a:pt x="88" y="58"/>
                  <a:pt x="88" y="58"/>
                </a:cubicBezTo>
                <a:cubicBezTo>
                  <a:pt x="88" y="58"/>
                  <a:pt x="91" y="72"/>
                  <a:pt x="74" y="72"/>
                </a:cubicBezTo>
                <a:cubicBezTo>
                  <a:pt x="64" y="72"/>
                  <a:pt x="39" y="72"/>
                  <a:pt x="39" y="72"/>
                </a:cubicBezTo>
                <a:cubicBezTo>
                  <a:pt x="39" y="72"/>
                  <a:pt x="19" y="119"/>
                  <a:pt x="59" y="139"/>
                </a:cubicBezTo>
                <a:cubicBezTo>
                  <a:pt x="100" y="150"/>
                  <a:pt x="101" y="112"/>
                  <a:pt x="101" y="112"/>
                </a:cubicBezTo>
                <a:cubicBezTo>
                  <a:pt x="101" y="112"/>
                  <a:pt x="106" y="127"/>
                  <a:pt x="122" y="127"/>
                </a:cubicBezTo>
                <a:cubicBezTo>
                  <a:pt x="128" y="127"/>
                  <a:pt x="127" y="127"/>
                  <a:pt x="131" y="127"/>
                </a:cubicBezTo>
                <a:cubicBezTo>
                  <a:pt x="138" y="127"/>
                  <a:pt x="142" y="133"/>
                  <a:pt x="143" y="134"/>
                </a:cubicBezTo>
                <a:cubicBezTo>
                  <a:pt x="143" y="145"/>
                  <a:pt x="139" y="162"/>
                  <a:pt x="123" y="162"/>
                </a:cubicBezTo>
                <a:cubicBezTo>
                  <a:pt x="113" y="162"/>
                  <a:pt x="107" y="148"/>
                  <a:pt x="124" y="148"/>
                </a:cubicBezTo>
                <a:cubicBezTo>
                  <a:pt x="124" y="147"/>
                  <a:pt x="124" y="140"/>
                  <a:pt x="124" y="137"/>
                </a:cubicBezTo>
                <a:cubicBezTo>
                  <a:pt x="79" y="138"/>
                  <a:pt x="99" y="180"/>
                  <a:pt x="122" y="180"/>
                </a:cubicBezTo>
                <a:cubicBezTo>
                  <a:pt x="120" y="180"/>
                  <a:pt x="156" y="185"/>
                  <a:pt x="168" y="142"/>
                </a:cubicBezTo>
                <a:cubicBezTo>
                  <a:pt x="168" y="137"/>
                  <a:pt x="168" y="78"/>
                  <a:pt x="168" y="73"/>
                </a:cubicBezTo>
                <a:close/>
                <a:moveTo>
                  <a:pt x="143" y="103"/>
                </a:moveTo>
                <a:cubicBezTo>
                  <a:pt x="143" y="103"/>
                  <a:pt x="143" y="103"/>
                  <a:pt x="143" y="104"/>
                </a:cubicBezTo>
                <a:cubicBezTo>
                  <a:pt x="142" y="103"/>
                  <a:pt x="130" y="100"/>
                  <a:pt x="128" y="99"/>
                </a:cubicBezTo>
                <a:cubicBezTo>
                  <a:pt x="120" y="96"/>
                  <a:pt x="122" y="78"/>
                  <a:pt x="132" y="83"/>
                </a:cubicBezTo>
                <a:cubicBezTo>
                  <a:pt x="134" y="84"/>
                  <a:pt x="142" y="91"/>
                  <a:pt x="143" y="93"/>
                </a:cubicBezTo>
                <a:cubicBezTo>
                  <a:pt x="143" y="93"/>
                  <a:pt x="143" y="93"/>
                  <a:pt x="143" y="93"/>
                </a:cubicBezTo>
                <a:cubicBezTo>
                  <a:pt x="150" y="95"/>
                  <a:pt x="152" y="106"/>
                  <a:pt x="143" y="103"/>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166"/>
          <p:cNvSpPr>
            <a:spLocks noEditPoints="1"/>
          </p:cNvSpPr>
          <p:nvPr/>
        </p:nvSpPr>
        <p:spPr bwMode="auto">
          <a:xfrm>
            <a:off x="3018935" y="1068951"/>
            <a:ext cx="393562" cy="393562"/>
          </a:xfrm>
          <a:custGeom>
            <a:avLst/>
            <a:gdLst>
              <a:gd name="T0" fmla="*/ 180 w 200"/>
              <a:gd name="T1" fmla="*/ 200 h 200"/>
              <a:gd name="T2" fmla="*/ 20 w 200"/>
              <a:gd name="T3" fmla="*/ 200 h 200"/>
              <a:gd name="T4" fmla="*/ 0 w 200"/>
              <a:gd name="T5" fmla="*/ 180 h 200"/>
              <a:gd name="T6" fmla="*/ 0 w 200"/>
              <a:gd name="T7" fmla="*/ 20 h 200"/>
              <a:gd name="T8" fmla="*/ 20 w 200"/>
              <a:gd name="T9" fmla="*/ 0 h 200"/>
              <a:gd name="T10" fmla="*/ 180 w 200"/>
              <a:gd name="T11" fmla="*/ 0 h 200"/>
              <a:gd name="T12" fmla="*/ 200 w 200"/>
              <a:gd name="T13" fmla="*/ 20 h 200"/>
              <a:gd name="T14" fmla="*/ 200 w 200"/>
              <a:gd name="T15" fmla="*/ 180 h 200"/>
              <a:gd name="T16" fmla="*/ 180 w 200"/>
              <a:gd name="T17" fmla="*/ 200 h 200"/>
              <a:gd name="T18" fmla="*/ 84 w 200"/>
              <a:gd name="T19" fmla="*/ 102 h 200"/>
              <a:gd name="T20" fmla="*/ 83 w 200"/>
              <a:gd name="T21" fmla="*/ 101 h 200"/>
              <a:gd name="T22" fmla="*/ 123 w 200"/>
              <a:gd name="T23" fmla="*/ 79 h 200"/>
              <a:gd name="T24" fmla="*/ 137 w 200"/>
              <a:gd name="T25" fmla="*/ 84 h 200"/>
              <a:gd name="T26" fmla="*/ 159 w 200"/>
              <a:gd name="T27" fmla="*/ 62 h 200"/>
              <a:gd name="T28" fmla="*/ 137 w 200"/>
              <a:gd name="T29" fmla="*/ 40 h 200"/>
              <a:gd name="T30" fmla="*/ 115 w 200"/>
              <a:gd name="T31" fmla="*/ 62 h 200"/>
              <a:gd name="T32" fmla="*/ 115 w 200"/>
              <a:gd name="T33" fmla="*/ 65 h 200"/>
              <a:gd name="T34" fmla="*/ 77 w 200"/>
              <a:gd name="T35" fmla="*/ 86 h 200"/>
              <a:gd name="T36" fmla="*/ 61 w 200"/>
              <a:gd name="T37" fmla="*/ 80 h 200"/>
              <a:gd name="T38" fmla="*/ 39 w 200"/>
              <a:gd name="T39" fmla="*/ 102 h 200"/>
              <a:gd name="T40" fmla="*/ 61 w 200"/>
              <a:gd name="T41" fmla="*/ 124 h 200"/>
              <a:gd name="T42" fmla="*/ 77 w 200"/>
              <a:gd name="T43" fmla="*/ 117 h 200"/>
              <a:gd name="T44" fmla="*/ 115 w 200"/>
              <a:gd name="T45" fmla="*/ 139 h 200"/>
              <a:gd name="T46" fmla="*/ 137 w 200"/>
              <a:gd name="T47" fmla="*/ 160 h 200"/>
              <a:gd name="T48" fmla="*/ 159 w 200"/>
              <a:gd name="T49" fmla="*/ 138 h 200"/>
              <a:gd name="T50" fmla="*/ 137 w 200"/>
              <a:gd name="T51" fmla="*/ 116 h 200"/>
              <a:gd name="T52" fmla="*/ 120 w 200"/>
              <a:gd name="T53" fmla="*/ 124 h 200"/>
              <a:gd name="T54" fmla="*/ 83 w 200"/>
              <a:gd name="T55" fmla="*/ 103 h 200"/>
              <a:gd name="T56" fmla="*/ 84 w 200"/>
              <a:gd name="T57" fmla="*/ 102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0" h="200">
                <a:moveTo>
                  <a:pt x="180" y="200"/>
                </a:moveTo>
                <a:cubicBezTo>
                  <a:pt x="20" y="200"/>
                  <a:pt x="20" y="200"/>
                  <a:pt x="20" y="200"/>
                </a:cubicBezTo>
                <a:cubicBezTo>
                  <a:pt x="9" y="200"/>
                  <a:pt x="0" y="191"/>
                  <a:pt x="0" y="180"/>
                </a:cubicBezTo>
                <a:cubicBezTo>
                  <a:pt x="0" y="20"/>
                  <a:pt x="0" y="20"/>
                  <a:pt x="0" y="20"/>
                </a:cubicBezTo>
                <a:cubicBezTo>
                  <a:pt x="0" y="9"/>
                  <a:pt x="9" y="0"/>
                  <a:pt x="20" y="0"/>
                </a:cubicBezTo>
                <a:cubicBezTo>
                  <a:pt x="180" y="0"/>
                  <a:pt x="180" y="0"/>
                  <a:pt x="180" y="0"/>
                </a:cubicBezTo>
                <a:cubicBezTo>
                  <a:pt x="191" y="0"/>
                  <a:pt x="200" y="9"/>
                  <a:pt x="200" y="20"/>
                </a:cubicBezTo>
                <a:cubicBezTo>
                  <a:pt x="200" y="180"/>
                  <a:pt x="200" y="180"/>
                  <a:pt x="200" y="180"/>
                </a:cubicBezTo>
                <a:cubicBezTo>
                  <a:pt x="200" y="191"/>
                  <a:pt x="191" y="200"/>
                  <a:pt x="180" y="200"/>
                </a:cubicBezTo>
                <a:close/>
                <a:moveTo>
                  <a:pt x="84" y="102"/>
                </a:moveTo>
                <a:cubicBezTo>
                  <a:pt x="84" y="101"/>
                  <a:pt x="83" y="101"/>
                  <a:pt x="83" y="101"/>
                </a:cubicBezTo>
                <a:cubicBezTo>
                  <a:pt x="123" y="79"/>
                  <a:pt x="123" y="79"/>
                  <a:pt x="123" y="79"/>
                </a:cubicBezTo>
                <a:cubicBezTo>
                  <a:pt x="127" y="82"/>
                  <a:pt x="132" y="84"/>
                  <a:pt x="137" y="84"/>
                </a:cubicBezTo>
                <a:cubicBezTo>
                  <a:pt x="149" y="84"/>
                  <a:pt x="159" y="74"/>
                  <a:pt x="159" y="62"/>
                </a:cubicBezTo>
                <a:cubicBezTo>
                  <a:pt x="159" y="50"/>
                  <a:pt x="149" y="40"/>
                  <a:pt x="137" y="40"/>
                </a:cubicBezTo>
                <a:cubicBezTo>
                  <a:pt x="125" y="40"/>
                  <a:pt x="115" y="50"/>
                  <a:pt x="115" y="62"/>
                </a:cubicBezTo>
                <a:cubicBezTo>
                  <a:pt x="115" y="63"/>
                  <a:pt x="115" y="64"/>
                  <a:pt x="115" y="65"/>
                </a:cubicBezTo>
                <a:cubicBezTo>
                  <a:pt x="77" y="86"/>
                  <a:pt x="77" y="86"/>
                  <a:pt x="77" y="86"/>
                </a:cubicBezTo>
                <a:cubicBezTo>
                  <a:pt x="73" y="82"/>
                  <a:pt x="68" y="80"/>
                  <a:pt x="61" y="80"/>
                </a:cubicBezTo>
                <a:cubicBezTo>
                  <a:pt x="49" y="80"/>
                  <a:pt x="39" y="89"/>
                  <a:pt x="39" y="102"/>
                </a:cubicBezTo>
                <a:cubicBezTo>
                  <a:pt x="39" y="114"/>
                  <a:pt x="49" y="124"/>
                  <a:pt x="61" y="124"/>
                </a:cubicBezTo>
                <a:cubicBezTo>
                  <a:pt x="67" y="124"/>
                  <a:pt x="73" y="121"/>
                  <a:pt x="77" y="117"/>
                </a:cubicBezTo>
                <a:cubicBezTo>
                  <a:pt x="115" y="139"/>
                  <a:pt x="115" y="139"/>
                  <a:pt x="115" y="139"/>
                </a:cubicBezTo>
                <a:cubicBezTo>
                  <a:pt x="115" y="150"/>
                  <a:pt x="125" y="160"/>
                  <a:pt x="137" y="160"/>
                </a:cubicBezTo>
                <a:cubicBezTo>
                  <a:pt x="149" y="160"/>
                  <a:pt x="159" y="150"/>
                  <a:pt x="159" y="138"/>
                </a:cubicBezTo>
                <a:cubicBezTo>
                  <a:pt x="159" y="126"/>
                  <a:pt x="149" y="116"/>
                  <a:pt x="137" y="116"/>
                </a:cubicBezTo>
                <a:cubicBezTo>
                  <a:pt x="130" y="116"/>
                  <a:pt x="124" y="119"/>
                  <a:pt x="120" y="124"/>
                </a:cubicBezTo>
                <a:cubicBezTo>
                  <a:pt x="83" y="103"/>
                  <a:pt x="83" y="103"/>
                  <a:pt x="83" y="103"/>
                </a:cubicBezTo>
                <a:cubicBezTo>
                  <a:pt x="83" y="103"/>
                  <a:pt x="84" y="102"/>
                  <a:pt x="84" y="102"/>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167"/>
          <p:cNvSpPr>
            <a:spLocks noEditPoints="1"/>
          </p:cNvSpPr>
          <p:nvPr/>
        </p:nvSpPr>
        <p:spPr bwMode="auto">
          <a:xfrm>
            <a:off x="116417" y="1560903"/>
            <a:ext cx="393562" cy="394968"/>
          </a:xfrm>
          <a:custGeom>
            <a:avLst/>
            <a:gdLst>
              <a:gd name="T0" fmla="*/ 180 w 200"/>
              <a:gd name="T1" fmla="*/ 0 h 200"/>
              <a:gd name="T2" fmla="*/ 20 w 200"/>
              <a:gd name="T3" fmla="*/ 0 h 200"/>
              <a:gd name="T4" fmla="*/ 0 w 200"/>
              <a:gd name="T5" fmla="*/ 20 h 200"/>
              <a:gd name="T6" fmla="*/ 0 w 200"/>
              <a:gd name="T7" fmla="*/ 180 h 200"/>
              <a:gd name="T8" fmla="*/ 20 w 200"/>
              <a:gd name="T9" fmla="*/ 200 h 200"/>
              <a:gd name="T10" fmla="*/ 180 w 200"/>
              <a:gd name="T11" fmla="*/ 200 h 200"/>
              <a:gd name="T12" fmla="*/ 200 w 200"/>
              <a:gd name="T13" fmla="*/ 180 h 200"/>
              <a:gd name="T14" fmla="*/ 200 w 200"/>
              <a:gd name="T15" fmla="*/ 20 h 200"/>
              <a:gd name="T16" fmla="*/ 180 w 200"/>
              <a:gd name="T17" fmla="*/ 0 h 200"/>
              <a:gd name="T18" fmla="*/ 188 w 200"/>
              <a:gd name="T19" fmla="*/ 168 h 200"/>
              <a:gd name="T20" fmla="*/ 168 w 200"/>
              <a:gd name="T21" fmla="*/ 188 h 200"/>
              <a:gd name="T22" fmla="*/ 32 w 200"/>
              <a:gd name="T23" fmla="*/ 188 h 200"/>
              <a:gd name="T24" fmla="*/ 12 w 200"/>
              <a:gd name="T25" fmla="*/ 168 h 200"/>
              <a:gd name="T26" fmla="*/ 12 w 200"/>
              <a:gd name="T27" fmla="*/ 80 h 200"/>
              <a:gd name="T28" fmla="*/ 20 w 200"/>
              <a:gd name="T29" fmla="*/ 80 h 200"/>
              <a:gd name="T30" fmla="*/ 20 w 200"/>
              <a:gd name="T31" fmla="*/ 12 h 200"/>
              <a:gd name="T32" fmla="*/ 28 w 200"/>
              <a:gd name="T33" fmla="*/ 12 h 200"/>
              <a:gd name="T34" fmla="*/ 28 w 200"/>
              <a:gd name="T35" fmla="*/ 80 h 200"/>
              <a:gd name="T36" fmla="*/ 36 w 200"/>
              <a:gd name="T37" fmla="*/ 80 h 200"/>
              <a:gd name="T38" fmla="*/ 36 w 200"/>
              <a:gd name="T39" fmla="*/ 12 h 200"/>
              <a:gd name="T40" fmla="*/ 44 w 200"/>
              <a:gd name="T41" fmla="*/ 12 h 200"/>
              <a:gd name="T42" fmla="*/ 44 w 200"/>
              <a:gd name="T43" fmla="*/ 72 h 200"/>
              <a:gd name="T44" fmla="*/ 52 w 200"/>
              <a:gd name="T45" fmla="*/ 63 h 200"/>
              <a:gd name="T46" fmla="*/ 52 w 200"/>
              <a:gd name="T47" fmla="*/ 12 h 200"/>
              <a:gd name="T48" fmla="*/ 60 w 200"/>
              <a:gd name="T49" fmla="*/ 12 h 200"/>
              <a:gd name="T50" fmla="*/ 60 w 200"/>
              <a:gd name="T51" fmla="*/ 57 h 200"/>
              <a:gd name="T52" fmla="*/ 101 w 200"/>
              <a:gd name="T53" fmla="*/ 44 h 200"/>
              <a:gd name="T54" fmla="*/ 165 w 200"/>
              <a:gd name="T55" fmla="*/ 80 h 200"/>
              <a:gd name="T56" fmla="*/ 188 w 200"/>
              <a:gd name="T57" fmla="*/ 80 h 200"/>
              <a:gd name="T58" fmla="*/ 188 w 200"/>
              <a:gd name="T59" fmla="*/ 168 h 200"/>
              <a:gd name="T60" fmla="*/ 188 w 200"/>
              <a:gd name="T61" fmla="*/ 32 h 200"/>
              <a:gd name="T62" fmla="*/ 176 w 200"/>
              <a:gd name="T63" fmla="*/ 44 h 200"/>
              <a:gd name="T64" fmla="*/ 155 w 200"/>
              <a:gd name="T65" fmla="*/ 44 h 200"/>
              <a:gd name="T66" fmla="*/ 143 w 200"/>
              <a:gd name="T67" fmla="*/ 32 h 200"/>
              <a:gd name="T68" fmla="*/ 143 w 200"/>
              <a:gd name="T69" fmla="*/ 24 h 200"/>
              <a:gd name="T70" fmla="*/ 155 w 200"/>
              <a:gd name="T71" fmla="*/ 12 h 200"/>
              <a:gd name="T72" fmla="*/ 176 w 200"/>
              <a:gd name="T73" fmla="*/ 12 h 200"/>
              <a:gd name="T74" fmla="*/ 188 w 200"/>
              <a:gd name="T75" fmla="*/ 24 h 200"/>
              <a:gd name="T76" fmla="*/ 188 w 200"/>
              <a:gd name="T77" fmla="*/ 32 h 200"/>
              <a:gd name="T78" fmla="*/ 101 w 200"/>
              <a:gd name="T79" fmla="*/ 86 h 200"/>
              <a:gd name="T80" fmla="*/ 69 w 200"/>
              <a:gd name="T81" fmla="*/ 118 h 200"/>
              <a:gd name="T82" fmla="*/ 101 w 200"/>
              <a:gd name="T83" fmla="*/ 149 h 200"/>
              <a:gd name="T84" fmla="*/ 133 w 200"/>
              <a:gd name="T85" fmla="*/ 118 h 200"/>
              <a:gd name="T86" fmla="*/ 101 w 200"/>
              <a:gd name="T87" fmla="*/ 86 h 200"/>
              <a:gd name="T88" fmla="*/ 101 w 200"/>
              <a:gd name="T89" fmla="*/ 59 h 200"/>
              <a:gd name="T90" fmla="*/ 43 w 200"/>
              <a:gd name="T91" fmla="*/ 117 h 200"/>
              <a:gd name="T92" fmla="*/ 101 w 200"/>
              <a:gd name="T93" fmla="*/ 175 h 200"/>
              <a:gd name="T94" fmla="*/ 159 w 200"/>
              <a:gd name="T95" fmla="*/ 117 h 200"/>
              <a:gd name="T96" fmla="*/ 101 w 200"/>
              <a:gd name="T97" fmla="*/ 59 h 200"/>
              <a:gd name="T98" fmla="*/ 101 w 200"/>
              <a:gd name="T99" fmla="*/ 161 h 200"/>
              <a:gd name="T100" fmla="*/ 57 w 200"/>
              <a:gd name="T101" fmla="*/ 117 h 200"/>
              <a:gd name="T102" fmla="*/ 101 w 200"/>
              <a:gd name="T103" fmla="*/ 73 h 200"/>
              <a:gd name="T104" fmla="*/ 145 w 200"/>
              <a:gd name="T105" fmla="*/ 117 h 200"/>
              <a:gd name="T106" fmla="*/ 101 w 200"/>
              <a:gd name="T107" fmla="*/ 161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0" h="200">
                <a:moveTo>
                  <a:pt x="180" y="0"/>
                </a:moveTo>
                <a:cubicBezTo>
                  <a:pt x="20" y="0"/>
                  <a:pt x="20" y="0"/>
                  <a:pt x="20" y="0"/>
                </a:cubicBezTo>
                <a:cubicBezTo>
                  <a:pt x="9" y="0"/>
                  <a:pt x="0" y="9"/>
                  <a:pt x="0" y="20"/>
                </a:cubicBezTo>
                <a:cubicBezTo>
                  <a:pt x="0" y="180"/>
                  <a:pt x="0" y="180"/>
                  <a:pt x="0" y="180"/>
                </a:cubicBezTo>
                <a:cubicBezTo>
                  <a:pt x="0" y="191"/>
                  <a:pt x="9" y="200"/>
                  <a:pt x="20" y="200"/>
                </a:cubicBezTo>
                <a:cubicBezTo>
                  <a:pt x="180" y="200"/>
                  <a:pt x="180" y="200"/>
                  <a:pt x="180" y="200"/>
                </a:cubicBezTo>
                <a:cubicBezTo>
                  <a:pt x="191" y="200"/>
                  <a:pt x="200" y="191"/>
                  <a:pt x="200" y="180"/>
                </a:cubicBezTo>
                <a:cubicBezTo>
                  <a:pt x="200" y="20"/>
                  <a:pt x="200" y="20"/>
                  <a:pt x="200" y="20"/>
                </a:cubicBezTo>
                <a:cubicBezTo>
                  <a:pt x="200" y="9"/>
                  <a:pt x="191" y="0"/>
                  <a:pt x="180" y="0"/>
                </a:cubicBezTo>
                <a:close/>
                <a:moveTo>
                  <a:pt x="188" y="168"/>
                </a:moveTo>
                <a:cubicBezTo>
                  <a:pt x="188" y="179"/>
                  <a:pt x="179" y="188"/>
                  <a:pt x="168" y="188"/>
                </a:cubicBezTo>
                <a:cubicBezTo>
                  <a:pt x="32" y="188"/>
                  <a:pt x="32" y="188"/>
                  <a:pt x="32" y="188"/>
                </a:cubicBezTo>
                <a:cubicBezTo>
                  <a:pt x="21" y="188"/>
                  <a:pt x="12" y="179"/>
                  <a:pt x="12" y="168"/>
                </a:cubicBezTo>
                <a:cubicBezTo>
                  <a:pt x="12" y="80"/>
                  <a:pt x="12" y="80"/>
                  <a:pt x="12" y="80"/>
                </a:cubicBezTo>
                <a:cubicBezTo>
                  <a:pt x="20" y="80"/>
                  <a:pt x="20" y="80"/>
                  <a:pt x="20" y="80"/>
                </a:cubicBezTo>
                <a:cubicBezTo>
                  <a:pt x="20" y="12"/>
                  <a:pt x="20" y="12"/>
                  <a:pt x="20" y="12"/>
                </a:cubicBezTo>
                <a:cubicBezTo>
                  <a:pt x="28" y="12"/>
                  <a:pt x="28" y="12"/>
                  <a:pt x="28" y="12"/>
                </a:cubicBezTo>
                <a:cubicBezTo>
                  <a:pt x="28" y="80"/>
                  <a:pt x="28" y="80"/>
                  <a:pt x="28" y="80"/>
                </a:cubicBezTo>
                <a:cubicBezTo>
                  <a:pt x="36" y="80"/>
                  <a:pt x="36" y="80"/>
                  <a:pt x="36" y="80"/>
                </a:cubicBezTo>
                <a:cubicBezTo>
                  <a:pt x="36" y="12"/>
                  <a:pt x="36" y="12"/>
                  <a:pt x="36" y="12"/>
                </a:cubicBezTo>
                <a:cubicBezTo>
                  <a:pt x="44" y="12"/>
                  <a:pt x="44" y="12"/>
                  <a:pt x="44" y="12"/>
                </a:cubicBezTo>
                <a:cubicBezTo>
                  <a:pt x="44" y="72"/>
                  <a:pt x="44" y="72"/>
                  <a:pt x="44" y="72"/>
                </a:cubicBezTo>
                <a:cubicBezTo>
                  <a:pt x="46" y="69"/>
                  <a:pt x="49" y="66"/>
                  <a:pt x="52" y="63"/>
                </a:cubicBezTo>
                <a:cubicBezTo>
                  <a:pt x="52" y="12"/>
                  <a:pt x="52" y="12"/>
                  <a:pt x="52" y="12"/>
                </a:cubicBezTo>
                <a:cubicBezTo>
                  <a:pt x="60" y="12"/>
                  <a:pt x="60" y="12"/>
                  <a:pt x="60" y="12"/>
                </a:cubicBezTo>
                <a:cubicBezTo>
                  <a:pt x="60" y="57"/>
                  <a:pt x="60" y="57"/>
                  <a:pt x="60" y="57"/>
                </a:cubicBezTo>
                <a:cubicBezTo>
                  <a:pt x="72" y="49"/>
                  <a:pt x="86" y="44"/>
                  <a:pt x="101" y="44"/>
                </a:cubicBezTo>
                <a:cubicBezTo>
                  <a:pt x="128" y="44"/>
                  <a:pt x="152" y="58"/>
                  <a:pt x="165" y="80"/>
                </a:cubicBezTo>
                <a:cubicBezTo>
                  <a:pt x="188" y="80"/>
                  <a:pt x="188" y="80"/>
                  <a:pt x="188" y="80"/>
                </a:cubicBezTo>
                <a:lnTo>
                  <a:pt x="188" y="168"/>
                </a:lnTo>
                <a:close/>
                <a:moveTo>
                  <a:pt x="188" y="32"/>
                </a:moveTo>
                <a:cubicBezTo>
                  <a:pt x="188" y="38"/>
                  <a:pt x="182" y="44"/>
                  <a:pt x="176" y="44"/>
                </a:cubicBezTo>
                <a:cubicBezTo>
                  <a:pt x="155" y="44"/>
                  <a:pt x="155" y="44"/>
                  <a:pt x="155" y="44"/>
                </a:cubicBezTo>
                <a:cubicBezTo>
                  <a:pt x="148" y="44"/>
                  <a:pt x="143" y="38"/>
                  <a:pt x="143" y="32"/>
                </a:cubicBezTo>
                <a:cubicBezTo>
                  <a:pt x="143" y="24"/>
                  <a:pt x="143" y="24"/>
                  <a:pt x="143" y="24"/>
                </a:cubicBezTo>
                <a:cubicBezTo>
                  <a:pt x="143" y="17"/>
                  <a:pt x="148" y="12"/>
                  <a:pt x="155" y="12"/>
                </a:cubicBezTo>
                <a:cubicBezTo>
                  <a:pt x="176" y="12"/>
                  <a:pt x="176" y="12"/>
                  <a:pt x="176" y="12"/>
                </a:cubicBezTo>
                <a:cubicBezTo>
                  <a:pt x="182" y="12"/>
                  <a:pt x="188" y="17"/>
                  <a:pt x="188" y="24"/>
                </a:cubicBezTo>
                <a:lnTo>
                  <a:pt x="188" y="32"/>
                </a:lnTo>
                <a:close/>
                <a:moveTo>
                  <a:pt x="101" y="86"/>
                </a:moveTo>
                <a:cubicBezTo>
                  <a:pt x="84" y="86"/>
                  <a:pt x="69" y="100"/>
                  <a:pt x="69" y="118"/>
                </a:cubicBezTo>
                <a:cubicBezTo>
                  <a:pt x="69" y="135"/>
                  <a:pt x="84" y="149"/>
                  <a:pt x="101" y="149"/>
                </a:cubicBezTo>
                <a:cubicBezTo>
                  <a:pt x="118" y="149"/>
                  <a:pt x="133" y="135"/>
                  <a:pt x="133" y="118"/>
                </a:cubicBezTo>
                <a:cubicBezTo>
                  <a:pt x="133" y="100"/>
                  <a:pt x="118" y="86"/>
                  <a:pt x="101" y="86"/>
                </a:cubicBezTo>
                <a:close/>
                <a:moveTo>
                  <a:pt x="101" y="59"/>
                </a:moveTo>
                <a:cubicBezTo>
                  <a:pt x="69" y="59"/>
                  <a:pt x="43" y="85"/>
                  <a:pt x="43" y="117"/>
                </a:cubicBezTo>
                <a:cubicBezTo>
                  <a:pt x="43" y="149"/>
                  <a:pt x="69" y="175"/>
                  <a:pt x="101" y="175"/>
                </a:cubicBezTo>
                <a:cubicBezTo>
                  <a:pt x="133" y="175"/>
                  <a:pt x="159" y="149"/>
                  <a:pt x="159" y="117"/>
                </a:cubicBezTo>
                <a:cubicBezTo>
                  <a:pt x="159" y="85"/>
                  <a:pt x="133" y="59"/>
                  <a:pt x="101" y="59"/>
                </a:cubicBezTo>
                <a:close/>
                <a:moveTo>
                  <a:pt x="101" y="161"/>
                </a:moveTo>
                <a:cubicBezTo>
                  <a:pt x="77" y="161"/>
                  <a:pt x="57" y="141"/>
                  <a:pt x="57" y="117"/>
                </a:cubicBezTo>
                <a:cubicBezTo>
                  <a:pt x="57" y="93"/>
                  <a:pt x="77" y="73"/>
                  <a:pt x="101" y="73"/>
                </a:cubicBezTo>
                <a:cubicBezTo>
                  <a:pt x="125" y="73"/>
                  <a:pt x="145" y="93"/>
                  <a:pt x="145" y="117"/>
                </a:cubicBezTo>
                <a:cubicBezTo>
                  <a:pt x="145" y="141"/>
                  <a:pt x="125" y="161"/>
                  <a:pt x="101" y="161"/>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168"/>
          <p:cNvSpPr>
            <a:spLocks noEditPoints="1"/>
          </p:cNvSpPr>
          <p:nvPr/>
        </p:nvSpPr>
        <p:spPr bwMode="auto">
          <a:xfrm>
            <a:off x="604153" y="1560903"/>
            <a:ext cx="394968" cy="394968"/>
          </a:xfrm>
          <a:custGeom>
            <a:avLst/>
            <a:gdLst>
              <a:gd name="T0" fmla="*/ 180 w 200"/>
              <a:gd name="T1" fmla="*/ 200 h 200"/>
              <a:gd name="T2" fmla="*/ 20 w 200"/>
              <a:gd name="T3" fmla="*/ 200 h 200"/>
              <a:gd name="T4" fmla="*/ 0 w 200"/>
              <a:gd name="T5" fmla="*/ 180 h 200"/>
              <a:gd name="T6" fmla="*/ 0 w 200"/>
              <a:gd name="T7" fmla="*/ 20 h 200"/>
              <a:gd name="T8" fmla="*/ 20 w 200"/>
              <a:gd name="T9" fmla="*/ 0 h 200"/>
              <a:gd name="T10" fmla="*/ 180 w 200"/>
              <a:gd name="T11" fmla="*/ 0 h 200"/>
              <a:gd name="T12" fmla="*/ 200 w 200"/>
              <a:gd name="T13" fmla="*/ 20 h 200"/>
              <a:gd name="T14" fmla="*/ 200 w 200"/>
              <a:gd name="T15" fmla="*/ 180 h 200"/>
              <a:gd name="T16" fmla="*/ 180 w 200"/>
              <a:gd name="T17" fmla="*/ 200 h 200"/>
              <a:gd name="T18" fmla="*/ 120 w 200"/>
              <a:gd name="T19" fmla="*/ 134 h 200"/>
              <a:gd name="T20" fmla="*/ 102 w 200"/>
              <a:gd name="T21" fmla="*/ 140 h 200"/>
              <a:gd name="T22" fmla="*/ 93 w 200"/>
              <a:gd name="T23" fmla="*/ 138 h 200"/>
              <a:gd name="T24" fmla="*/ 89 w 200"/>
              <a:gd name="T25" fmla="*/ 133 h 200"/>
              <a:gd name="T26" fmla="*/ 88 w 200"/>
              <a:gd name="T27" fmla="*/ 119 h 200"/>
              <a:gd name="T28" fmla="*/ 88 w 200"/>
              <a:gd name="T29" fmla="*/ 92 h 200"/>
              <a:gd name="T30" fmla="*/ 116 w 200"/>
              <a:gd name="T31" fmla="*/ 92 h 200"/>
              <a:gd name="T32" fmla="*/ 116 w 200"/>
              <a:gd name="T33" fmla="*/ 72 h 200"/>
              <a:gd name="T34" fmla="*/ 88 w 200"/>
              <a:gd name="T35" fmla="*/ 72 h 200"/>
              <a:gd name="T36" fmla="*/ 88 w 200"/>
              <a:gd name="T37" fmla="*/ 43 h 200"/>
              <a:gd name="T38" fmla="*/ 74 w 200"/>
              <a:gd name="T39" fmla="*/ 43 h 200"/>
              <a:gd name="T40" fmla="*/ 70 w 200"/>
              <a:gd name="T41" fmla="*/ 55 h 200"/>
              <a:gd name="T42" fmla="*/ 62 w 200"/>
              <a:gd name="T43" fmla="*/ 66 h 200"/>
              <a:gd name="T44" fmla="*/ 48 w 200"/>
              <a:gd name="T45" fmla="*/ 73 h 200"/>
              <a:gd name="T46" fmla="*/ 48 w 200"/>
              <a:gd name="T47" fmla="*/ 92 h 200"/>
              <a:gd name="T48" fmla="*/ 63 w 200"/>
              <a:gd name="T49" fmla="*/ 92 h 200"/>
              <a:gd name="T50" fmla="*/ 63 w 200"/>
              <a:gd name="T51" fmla="*/ 131 h 200"/>
              <a:gd name="T52" fmla="*/ 65 w 200"/>
              <a:gd name="T53" fmla="*/ 143 h 200"/>
              <a:gd name="T54" fmla="*/ 71 w 200"/>
              <a:gd name="T55" fmla="*/ 152 h 200"/>
              <a:gd name="T56" fmla="*/ 82 w 200"/>
              <a:gd name="T57" fmla="*/ 158 h 200"/>
              <a:gd name="T58" fmla="*/ 93 w 200"/>
              <a:gd name="T59" fmla="*/ 160 h 200"/>
              <a:gd name="T60" fmla="*/ 106 w 200"/>
              <a:gd name="T61" fmla="*/ 158 h 200"/>
              <a:gd name="T62" fmla="*/ 120 w 200"/>
              <a:gd name="T63" fmla="*/ 153 h 200"/>
              <a:gd name="T64" fmla="*/ 120 w 200"/>
              <a:gd name="T65" fmla="*/ 134 h 200"/>
              <a:gd name="T66" fmla="*/ 146 w 200"/>
              <a:gd name="T67" fmla="*/ 130 h 200"/>
              <a:gd name="T68" fmla="*/ 131 w 200"/>
              <a:gd name="T69" fmla="*/ 145 h 200"/>
              <a:gd name="T70" fmla="*/ 146 w 200"/>
              <a:gd name="T71" fmla="*/ 160 h 200"/>
              <a:gd name="T72" fmla="*/ 161 w 200"/>
              <a:gd name="T73" fmla="*/ 145 h 200"/>
              <a:gd name="T74" fmla="*/ 146 w 200"/>
              <a:gd name="T75" fmla="*/ 13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0" h="200">
                <a:moveTo>
                  <a:pt x="180" y="200"/>
                </a:moveTo>
                <a:cubicBezTo>
                  <a:pt x="20" y="200"/>
                  <a:pt x="20" y="200"/>
                  <a:pt x="20" y="200"/>
                </a:cubicBezTo>
                <a:cubicBezTo>
                  <a:pt x="9" y="200"/>
                  <a:pt x="0" y="191"/>
                  <a:pt x="0" y="180"/>
                </a:cubicBezTo>
                <a:cubicBezTo>
                  <a:pt x="0" y="20"/>
                  <a:pt x="0" y="20"/>
                  <a:pt x="0" y="20"/>
                </a:cubicBezTo>
                <a:cubicBezTo>
                  <a:pt x="0" y="9"/>
                  <a:pt x="9" y="0"/>
                  <a:pt x="20" y="0"/>
                </a:cubicBezTo>
                <a:cubicBezTo>
                  <a:pt x="180" y="0"/>
                  <a:pt x="180" y="0"/>
                  <a:pt x="180" y="0"/>
                </a:cubicBezTo>
                <a:cubicBezTo>
                  <a:pt x="191" y="0"/>
                  <a:pt x="200" y="9"/>
                  <a:pt x="200" y="20"/>
                </a:cubicBezTo>
                <a:cubicBezTo>
                  <a:pt x="200" y="180"/>
                  <a:pt x="200" y="180"/>
                  <a:pt x="200" y="180"/>
                </a:cubicBezTo>
                <a:cubicBezTo>
                  <a:pt x="200" y="191"/>
                  <a:pt x="191" y="200"/>
                  <a:pt x="180" y="200"/>
                </a:cubicBezTo>
                <a:close/>
                <a:moveTo>
                  <a:pt x="120" y="134"/>
                </a:moveTo>
                <a:cubicBezTo>
                  <a:pt x="114" y="138"/>
                  <a:pt x="108" y="140"/>
                  <a:pt x="102" y="140"/>
                </a:cubicBezTo>
                <a:cubicBezTo>
                  <a:pt x="98" y="140"/>
                  <a:pt x="95" y="139"/>
                  <a:pt x="93" y="138"/>
                </a:cubicBezTo>
                <a:cubicBezTo>
                  <a:pt x="91" y="136"/>
                  <a:pt x="89" y="135"/>
                  <a:pt x="89" y="133"/>
                </a:cubicBezTo>
                <a:cubicBezTo>
                  <a:pt x="88" y="131"/>
                  <a:pt x="88" y="126"/>
                  <a:pt x="88" y="119"/>
                </a:cubicBezTo>
                <a:cubicBezTo>
                  <a:pt x="88" y="92"/>
                  <a:pt x="88" y="92"/>
                  <a:pt x="88" y="92"/>
                </a:cubicBezTo>
                <a:cubicBezTo>
                  <a:pt x="116" y="92"/>
                  <a:pt x="116" y="92"/>
                  <a:pt x="116" y="92"/>
                </a:cubicBezTo>
                <a:cubicBezTo>
                  <a:pt x="116" y="72"/>
                  <a:pt x="116" y="72"/>
                  <a:pt x="116" y="72"/>
                </a:cubicBezTo>
                <a:cubicBezTo>
                  <a:pt x="88" y="72"/>
                  <a:pt x="88" y="72"/>
                  <a:pt x="88" y="72"/>
                </a:cubicBezTo>
                <a:cubicBezTo>
                  <a:pt x="88" y="43"/>
                  <a:pt x="88" y="43"/>
                  <a:pt x="88" y="43"/>
                </a:cubicBezTo>
                <a:cubicBezTo>
                  <a:pt x="74" y="43"/>
                  <a:pt x="74" y="43"/>
                  <a:pt x="74" y="43"/>
                </a:cubicBezTo>
                <a:cubicBezTo>
                  <a:pt x="73" y="49"/>
                  <a:pt x="72" y="51"/>
                  <a:pt x="70" y="55"/>
                </a:cubicBezTo>
                <a:cubicBezTo>
                  <a:pt x="68" y="59"/>
                  <a:pt x="65" y="63"/>
                  <a:pt x="62" y="66"/>
                </a:cubicBezTo>
                <a:cubicBezTo>
                  <a:pt x="59" y="69"/>
                  <a:pt x="52" y="71"/>
                  <a:pt x="48" y="73"/>
                </a:cubicBezTo>
                <a:cubicBezTo>
                  <a:pt x="48" y="92"/>
                  <a:pt x="48" y="92"/>
                  <a:pt x="48" y="92"/>
                </a:cubicBezTo>
                <a:cubicBezTo>
                  <a:pt x="63" y="92"/>
                  <a:pt x="63" y="92"/>
                  <a:pt x="63" y="92"/>
                </a:cubicBezTo>
                <a:cubicBezTo>
                  <a:pt x="63" y="131"/>
                  <a:pt x="63" y="131"/>
                  <a:pt x="63" y="131"/>
                </a:cubicBezTo>
                <a:cubicBezTo>
                  <a:pt x="63" y="136"/>
                  <a:pt x="64" y="140"/>
                  <a:pt x="65" y="143"/>
                </a:cubicBezTo>
                <a:cubicBezTo>
                  <a:pt x="66" y="146"/>
                  <a:pt x="68" y="149"/>
                  <a:pt x="71" y="152"/>
                </a:cubicBezTo>
                <a:cubicBezTo>
                  <a:pt x="74" y="154"/>
                  <a:pt x="78" y="156"/>
                  <a:pt x="82" y="158"/>
                </a:cubicBezTo>
                <a:cubicBezTo>
                  <a:pt x="86" y="159"/>
                  <a:pt x="87" y="160"/>
                  <a:pt x="93" y="160"/>
                </a:cubicBezTo>
                <a:cubicBezTo>
                  <a:pt x="97" y="160"/>
                  <a:pt x="102" y="159"/>
                  <a:pt x="106" y="158"/>
                </a:cubicBezTo>
                <a:cubicBezTo>
                  <a:pt x="110" y="157"/>
                  <a:pt x="115" y="155"/>
                  <a:pt x="120" y="153"/>
                </a:cubicBezTo>
                <a:lnTo>
                  <a:pt x="120" y="134"/>
                </a:lnTo>
                <a:close/>
                <a:moveTo>
                  <a:pt x="146" y="130"/>
                </a:moveTo>
                <a:cubicBezTo>
                  <a:pt x="138" y="130"/>
                  <a:pt x="131" y="137"/>
                  <a:pt x="131" y="145"/>
                </a:cubicBezTo>
                <a:cubicBezTo>
                  <a:pt x="131" y="153"/>
                  <a:pt x="138" y="160"/>
                  <a:pt x="146" y="160"/>
                </a:cubicBezTo>
                <a:cubicBezTo>
                  <a:pt x="154" y="160"/>
                  <a:pt x="161" y="153"/>
                  <a:pt x="161" y="145"/>
                </a:cubicBezTo>
                <a:cubicBezTo>
                  <a:pt x="161" y="137"/>
                  <a:pt x="154" y="130"/>
                  <a:pt x="146" y="130"/>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169"/>
          <p:cNvSpPr>
            <a:spLocks noEditPoints="1"/>
          </p:cNvSpPr>
          <p:nvPr/>
        </p:nvSpPr>
        <p:spPr bwMode="auto">
          <a:xfrm>
            <a:off x="1094700" y="1558092"/>
            <a:ext cx="394968" cy="393562"/>
          </a:xfrm>
          <a:custGeom>
            <a:avLst/>
            <a:gdLst>
              <a:gd name="T0" fmla="*/ 180 w 200"/>
              <a:gd name="T1" fmla="*/ 200 h 200"/>
              <a:gd name="T2" fmla="*/ 20 w 200"/>
              <a:gd name="T3" fmla="*/ 200 h 200"/>
              <a:gd name="T4" fmla="*/ 0 w 200"/>
              <a:gd name="T5" fmla="*/ 180 h 200"/>
              <a:gd name="T6" fmla="*/ 0 w 200"/>
              <a:gd name="T7" fmla="*/ 20 h 200"/>
              <a:gd name="T8" fmla="*/ 20 w 200"/>
              <a:gd name="T9" fmla="*/ 0 h 200"/>
              <a:gd name="T10" fmla="*/ 180 w 200"/>
              <a:gd name="T11" fmla="*/ 0 h 200"/>
              <a:gd name="T12" fmla="*/ 200 w 200"/>
              <a:gd name="T13" fmla="*/ 20 h 200"/>
              <a:gd name="T14" fmla="*/ 200 w 200"/>
              <a:gd name="T15" fmla="*/ 180 h 200"/>
              <a:gd name="T16" fmla="*/ 180 w 200"/>
              <a:gd name="T17" fmla="*/ 200 h 200"/>
              <a:gd name="T18" fmla="*/ 192 w 200"/>
              <a:gd name="T19" fmla="*/ 28 h 200"/>
              <a:gd name="T20" fmla="*/ 172 w 200"/>
              <a:gd name="T21" fmla="*/ 8 h 200"/>
              <a:gd name="T22" fmla="*/ 28 w 200"/>
              <a:gd name="T23" fmla="*/ 8 h 200"/>
              <a:gd name="T24" fmla="*/ 8 w 200"/>
              <a:gd name="T25" fmla="*/ 28 h 200"/>
              <a:gd name="T26" fmla="*/ 8 w 200"/>
              <a:gd name="T27" fmla="*/ 172 h 200"/>
              <a:gd name="T28" fmla="*/ 28 w 200"/>
              <a:gd name="T29" fmla="*/ 192 h 200"/>
              <a:gd name="T30" fmla="*/ 172 w 200"/>
              <a:gd name="T31" fmla="*/ 192 h 200"/>
              <a:gd name="T32" fmla="*/ 192 w 200"/>
              <a:gd name="T33" fmla="*/ 172 h 200"/>
              <a:gd name="T34" fmla="*/ 192 w 200"/>
              <a:gd name="T35" fmla="*/ 28 h 200"/>
              <a:gd name="T36" fmla="*/ 138 w 200"/>
              <a:gd name="T37" fmla="*/ 165 h 200"/>
              <a:gd name="T38" fmla="*/ 162 w 200"/>
              <a:gd name="T39" fmla="*/ 98 h 200"/>
              <a:gd name="T40" fmla="*/ 168 w 200"/>
              <a:gd name="T41" fmla="*/ 70 h 200"/>
              <a:gd name="T42" fmla="*/ 167 w 200"/>
              <a:gd name="T43" fmla="*/ 62 h 200"/>
              <a:gd name="T44" fmla="*/ 177 w 200"/>
              <a:gd name="T45" fmla="*/ 99 h 200"/>
              <a:gd name="T46" fmla="*/ 138 w 200"/>
              <a:gd name="T47" fmla="*/ 165 h 200"/>
              <a:gd name="T48" fmla="*/ 138 w 200"/>
              <a:gd name="T49" fmla="*/ 56 h 200"/>
              <a:gd name="T50" fmla="*/ 145 w 200"/>
              <a:gd name="T51" fmla="*/ 74 h 200"/>
              <a:gd name="T52" fmla="*/ 152 w 200"/>
              <a:gd name="T53" fmla="*/ 95 h 200"/>
              <a:gd name="T54" fmla="*/ 146 w 200"/>
              <a:gd name="T55" fmla="*/ 120 h 200"/>
              <a:gd name="T56" fmla="*/ 138 w 200"/>
              <a:gd name="T57" fmla="*/ 146 h 200"/>
              <a:gd name="T58" fmla="*/ 110 w 200"/>
              <a:gd name="T59" fmla="*/ 63 h 200"/>
              <a:gd name="T60" fmla="*/ 119 w 200"/>
              <a:gd name="T61" fmla="*/ 62 h 200"/>
              <a:gd name="T62" fmla="*/ 119 w 200"/>
              <a:gd name="T63" fmla="*/ 56 h 200"/>
              <a:gd name="T64" fmla="*/ 98 w 200"/>
              <a:gd name="T65" fmla="*/ 57 h 200"/>
              <a:gd name="T66" fmla="*/ 78 w 200"/>
              <a:gd name="T67" fmla="*/ 56 h 200"/>
              <a:gd name="T68" fmla="*/ 77 w 200"/>
              <a:gd name="T69" fmla="*/ 62 h 200"/>
              <a:gd name="T70" fmla="*/ 86 w 200"/>
              <a:gd name="T71" fmla="*/ 63 h 200"/>
              <a:gd name="T72" fmla="*/ 97 w 200"/>
              <a:gd name="T73" fmla="*/ 96 h 200"/>
              <a:gd name="T74" fmla="*/ 81 w 200"/>
              <a:gd name="T75" fmla="*/ 146 h 200"/>
              <a:gd name="T76" fmla="*/ 53 w 200"/>
              <a:gd name="T77" fmla="*/ 63 h 200"/>
              <a:gd name="T78" fmla="*/ 61 w 200"/>
              <a:gd name="T79" fmla="*/ 62 h 200"/>
              <a:gd name="T80" fmla="*/ 61 w 200"/>
              <a:gd name="T81" fmla="*/ 56 h 200"/>
              <a:gd name="T82" fmla="*/ 40 w 200"/>
              <a:gd name="T83" fmla="*/ 57 h 200"/>
              <a:gd name="T84" fmla="*/ 36 w 200"/>
              <a:gd name="T85" fmla="*/ 57 h 200"/>
              <a:gd name="T86" fmla="*/ 100 w 200"/>
              <a:gd name="T87" fmla="*/ 22 h 200"/>
              <a:gd name="T88" fmla="*/ 152 w 200"/>
              <a:gd name="T89" fmla="*/ 42 h 200"/>
              <a:gd name="T90" fmla="*/ 151 w 200"/>
              <a:gd name="T91" fmla="*/ 42 h 200"/>
              <a:gd name="T92" fmla="*/ 138 w 200"/>
              <a:gd name="T93" fmla="*/ 56 h 200"/>
              <a:gd name="T94" fmla="*/ 23 w 200"/>
              <a:gd name="T95" fmla="*/ 99 h 200"/>
              <a:gd name="T96" fmla="*/ 30 w 200"/>
              <a:gd name="T97" fmla="*/ 68 h 200"/>
              <a:gd name="T98" fmla="*/ 66 w 200"/>
              <a:gd name="T99" fmla="*/ 168 h 200"/>
              <a:gd name="T100" fmla="*/ 23 w 200"/>
              <a:gd name="T101" fmla="*/ 99 h 200"/>
              <a:gd name="T102" fmla="*/ 125 w 200"/>
              <a:gd name="T103" fmla="*/ 170 h 200"/>
              <a:gd name="T104" fmla="*/ 125 w 200"/>
              <a:gd name="T105" fmla="*/ 172 h 200"/>
              <a:gd name="T106" fmla="*/ 100 w 200"/>
              <a:gd name="T107" fmla="*/ 176 h 200"/>
              <a:gd name="T108" fmla="*/ 78 w 200"/>
              <a:gd name="T109" fmla="*/ 173 h 200"/>
              <a:gd name="T110" fmla="*/ 101 w 200"/>
              <a:gd name="T111" fmla="*/ 106 h 200"/>
              <a:gd name="T112" fmla="*/ 125 w 200"/>
              <a:gd name="T113" fmla="*/ 17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0" h="200">
                <a:moveTo>
                  <a:pt x="180" y="200"/>
                </a:moveTo>
                <a:cubicBezTo>
                  <a:pt x="20" y="200"/>
                  <a:pt x="20" y="200"/>
                  <a:pt x="20" y="200"/>
                </a:cubicBezTo>
                <a:cubicBezTo>
                  <a:pt x="9" y="200"/>
                  <a:pt x="0" y="191"/>
                  <a:pt x="0" y="180"/>
                </a:cubicBezTo>
                <a:cubicBezTo>
                  <a:pt x="0" y="20"/>
                  <a:pt x="0" y="20"/>
                  <a:pt x="0" y="20"/>
                </a:cubicBezTo>
                <a:cubicBezTo>
                  <a:pt x="0" y="9"/>
                  <a:pt x="9" y="0"/>
                  <a:pt x="20" y="0"/>
                </a:cubicBezTo>
                <a:cubicBezTo>
                  <a:pt x="180" y="0"/>
                  <a:pt x="180" y="0"/>
                  <a:pt x="180" y="0"/>
                </a:cubicBezTo>
                <a:cubicBezTo>
                  <a:pt x="191" y="0"/>
                  <a:pt x="200" y="9"/>
                  <a:pt x="200" y="20"/>
                </a:cubicBezTo>
                <a:cubicBezTo>
                  <a:pt x="200" y="180"/>
                  <a:pt x="200" y="180"/>
                  <a:pt x="200" y="180"/>
                </a:cubicBezTo>
                <a:cubicBezTo>
                  <a:pt x="200" y="191"/>
                  <a:pt x="191" y="200"/>
                  <a:pt x="180" y="200"/>
                </a:cubicBezTo>
                <a:close/>
                <a:moveTo>
                  <a:pt x="192" y="28"/>
                </a:moveTo>
                <a:cubicBezTo>
                  <a:pt x="192" y="17"/>
                  <a:pt x="183" y="8"/>
                  <a:pt x="172" y="8"/>
                </a:cubicBezTo>
                <a:cubicBezTo>
                  <a:pt x="28" y="8"/>
                  <a:pt x="28" y="8"/>
                  <a:pt x="28" y="8"/>
                </a:cubicBezTo>
                <a:cubicBezTo>
                  <a:pt x="17" y="8"/>
                  <a:pt x="8" y="17"/>
                  <a:pt x="8" y="28"/>
                </a:cubicBezTo>
                <a:cubicBezTo>
                  <a:pt x="8" y="172"/>
                  <a:pt x="8" y="172"/>
                  <a:pt x="8" y="172"/>
                </a:cubicBezTo>
                <a:cubicBezTo>
                  <a:pt x="8" y="183"/>
                  <a:pt x="17" y="192"/>
                  <a:pt x="28" y="192"/>
                </a:cubicBezTo>
                <a:cubicBezTo>
                  <a:pt x="172" y="192"/>
                  <a:pt x="172" y="192"/>
                  <a:pt x="172" y="192"/>
                </a:cubicBezTo>
                <a:cubicBezTo>
                  <a:pt x="183" y="192"/>
                  <a:pt x="192" y="183"/>
                  <a:pt x="192" y="172"/>
                </a:cubicBezTo>
                <a:lnTo>
                  <a:pt x="192" y="28"/>
                </a:lnTo>
                <a:close/>
                <a:moveTo>
                  <a:pt x="138" y="165"/>
                </a:moveTo>
                <a:cubicBezTo>
                  <a:pt x="162" y="98"/>
                  <a:pt x="162" y="98"/>
                  <a:pt x="162" y="98"/>
                </a:cubicBezTo>
                <a:cubicBezTo>
                  <a:pt x="166" y="87"/>
                  <a:pt x="168" y="78"/>
                  <a:pt x="168" y="70"/>
                </a:cubicBezTo>
                <a:cubicBezTo>
                  <a:pt x="168" y="67"/>
                  <a:pt x="168" y="65"/>
                  <a:pt x="167" y="62"/>
                </a:cubicBezTo>
                <a:cubicBezTo>
                  <a:pt x="173" y="73"/>
                  <a:pt x="177" y="86"/>
                  <a:pt x="177" y="99"/>
                </a:cubicBezTo>
                <a:cubicBezTo>
                  <a:pt x="177" y="127"/>
                  <a:pt x="161" y="152"/>
                  <a:pt x="138" y="165"/>
                </a:cubicBezTo>
                <a:close/>
                <a:moveTo>
                  <a:pt x="138" y="56"/>
                </a:moveTo>
                <a:cubicBezTo>
                  <a:pt x="138" y="62"/>
                  <a:pt x="141" y="68"/>
                  <a:pt x="145" y="74"/>
                </a:cubicBezTo>
                <a:cubicBezTo>
                  <a:pt x="148" y="79"/>
                  <a:pt x="152" y="86"/>
                  <a:pt x="152" y="95"/>
                </a:cubicBezTo>
                <a:cubicBezTo>
                  <a:pt x="152" y="102"/>
                  <a:pt x="150" y="110"/>
                  <a:pt x="146" y="120"/>
                </a:cubicBezTo>
                <a:cubicBezTo>
                  <a:pt x="138" y="146"/>
                  <a:pt x="138" y="146"/>
                  <a:pt x="138" y="146"/>
                </a:cubicBezTo>
                <a:cubicBezTo>
                  <a:pt x="110" y="63"/>
                  <a:pt x="110" y="63"/>
                  <a:pt x="110" y="63"/>
                </a:cubicBezTo>
                <a:cubicBezTo>
                  <a:pt x="115" y="63"/>
                  <a:pt x="119" y="62"/>
                  <a:pt x="119" y="62"/>
                </a:cubicBezTo>
                <a:cubicBezTo>
                  <a:pt x="123" y="62"/>
                  <a:pt x="123" y="56"/>
                  <a:pt x="119" y="56"/>
                </a:cubicBezTo>
                <a:cubicBezTo>
                  <a:pt x="119" y="56"/>
                  <a:pt x="106" y="57"/>
                  <a:pt x="98" y="57"/>
                </a:cubicBezTo>
                <a:cubicBezTo>
                  <a:pt x="91" y="57"/>
                  <a:pt x="78" y="56"/>
                  <a:pt x="78" y="56"/>
                </a:cubicBezTo>
                <a:cubicBezTo>
                  <a:pt x="74" y="56"/>
                  <a:pt x="73" y="62"/>
                  <a:pt x="77" y="62"/>
                </a:cubicBezTo>
                <a:cubicBezTo>
                  <a:pt x="77" y="62"/>
                  <a:pt x="81" y="63"/>
                  <a:pt x="86" y="63"/>
                </a:cubicBezTo>
                <a:cubicBezTo>
                  <a:pt x="97" y="96"/>
                  <a:pt x="97" y="96"/>
                  <a:pt x="97" y="96"/>
                </a:cubicBezTo>
                <a:cubicBezTo>
                  <a:pt x="81" y="146"/>
                  <a:pt x="81" y="146"/>
                  <a:pt x="81" y="146"/>
                </a:cubicBezTo>
                <a:cubicBezTo>
                  <a:pt x="53" y="63"/>
                  <a:pt x="53" y="63"/>
                  <a:pt x="53" y="63"/>
                </a:cubicBezTo>
                <a:cubicBezTo>
                  <a:pt x="57" y="63"/>
                  <a:pt x="61" y="62"/>
                  <a:pt x="61" y="62"/>
                </a:cubicBezTo>
                <a:cubicBezTo>
                  <a:pt x="66" y="62"/>
                  <a:pt x="65" y="56"/>
                  <a:pt x="61" y="56"/>
                </a:cubicBezTo>
                <a:cubicBezTo>
                  <a:pt x="61" y="56"/>
                  <a:pt x="49" y="57"/>
                  <a:pt x="40" y="57"/>
                </a:cubicBezTo>
                <a:cubicBezTo>
                  <a:pt x="39" y="57"/>
                  <a:pt x="37" y="57"/>
                  <a:pt x="36" y="57"/>
                </a:cubicBezTo>
                <a:cubicBezTo>
                  <a:pt x="49" y="36"/>
                  <a:pt x="73" y="22"/>
                  <a:pt x="100" y="22"/>
                </a:cubicBezTo>
                <a:cubicBezTo>
                  <a:pt x="120" y="22"/>
                  <a:pt x="138" y="30"/>
                  <a:pt x="152" y="42"/>
                </a:cubicBezTo>
                <a:cubicBezTo>
                  <a:pt x="151" y="42"/>
                  <a:pt x="151" y="42"/>
                  <a:pt x="151" y="42"/>
                </a:cubicBezTo>
                <a:cubicBezTo>
                  <a:pt x="143" y="42"/>
                  <a:pt x="138" y="49"/>
                  <a:pt x="138" y="56"/>
                </a:cubicBezTo>
                <a:close/>
                <a:moveTo>
                  <a:pt x="23" y="99"/>
                </a:moveTo>
                <a:cubicBezTo>
                  <a:pt x="23" y="88"/>
                  <a:pt x="25" y="77"/>
                  <a:pt x="30" y="68"/>
                </a:cubicBezTo>
                <a:cubicBezTo>
                  <a:pt x="66" y="168"/>
                  <a:pt x="66" y="168"/>
                  <a:pt x="66" y="168"/>
                </a:cubicBezTo>
                <a:cubicBezTo>
                  <a:pt x="41" y="156"/>
                  <a:pt x="23" y="129"/>
                  <a:pt x="23" y="99"/>
                </a:cubicBezTo>
                <a:close/>
                <a:moveTo>
                  <a:pt x="125" y="170"/>
                </a:moveTo>
                <a:cubicBezTo>
                  <a:pt x="125" y="171"/>
                  <a:pt x="125" y="171"/>
                  <a:pt x="125" y="172"/>
                </a:cubicBezTo>
                <a:cubicBezTo>
                  <a:pt x="117" y="174"/>
                  <a:pt x="109" y="176"/>
                  <a:pt x="100" y="176"/>
                </a:cubicBezTo>
                <a:cubicBezTo>
                  <a:pt x="92" y="176"/>
                  <a:pt x="85" y="175"/>
                  <a:pt x="78" y="173"/>
                </a:cubicBezTo>
                <a:cubicBezTo>
                  <a:pt x="101" y="106"/>
                  <a:pt x="101" y="106"/>
                  <a:pt x="101" y="106"/>
                </a:cubicBezTo>
                <a:lnTo>
                  <a:pt x="125" y="170"/>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170"/>
          <p:cNvSpPr>
            <a:spLocks noEditPoints="1"/>
          </p:cNvSpPr>
          <p:nvPr/>
        </p:nvSpPr>
        <p:spPr bwMode="auto">
          <a:xfrm>
            <a:off x="1574001" y="1558092"/>
            <a:ext cx="394968" cy="393562"/>
          </a:xfrm>
          <a:custGeom>
            <a:avLst/>
            <a:gdLst>
              <a:gd name="T0" fmla="*/ 180 w 200"/>
              <a:gd name="T1" fmla="*/ 200 h 200"/>
              <a:gd name="T2" fmla="*/ 20 w 200"/>
              <a:gd name="T3" fmla="*/ 200 h 200"/>
              <a:gd name="T4" fmla="*/ 0 w 200"/>
              <a:gd name="T5" fmla="*/ 180 h 200"/>
              <a:gd name="T6" fmla="*/ 0 w 200"/>
              <a:gd name="T7" fmla="*/ 20 h 200"/>
              <a:gd name="T8" fmla="*/ 20 w 200"/>
              <a:gd name="T9" fmla="*/ 0 h 200"/>
              <a:gd name="T10" fmla="*/ 180 w 200"/>
              <a:gd name="T11" fmla="*/ 0 h 200"/>
              <a:gd name="T12" fmla="*/ 200 w 200"/>
              <a:gd name="T13" fmla="*/ 20 h 200"/>
              <a:gd name="T14" fmla="*/ 200 w 200"/>
              <a:gd name="T15" fmla="*/ 180 h 200"/>
              <a:gd name="T16" fmla="*/ 180 w 200"/>
              <a:gd name="T17" fmla="*/ 200 h 200"/>
              <a:gd name="T18" fmla="*/ 192 w 200"/>
              <a:gd name="T19" fmla="*/ 28 h 200"/>
              <a:gd name="T20" fmla="*/ 186 w 200"/>
              <a:gd name="T21" fmla="*/ 14 h 200"/>
              <a:gd name="T22" fmla="*/ 77 w 200"/>
              <a:gd name="T23" fmla="*/ 118 h 200"/>
              <a:gd name="T24" fmla="*/ 8 w 200"/>
              <a:gd name="T25" fmla="*/ 49 h 200"/>
              <a:gd name="T26" fmla="*/ 8 w 200"/>
              <a:gd name="T27" fmla="*/ 172 h 200"/>
              <a:gd name="T28" fmla="*/ 13 w 200"/>
              <a:gd name="T29" fmla="*/ 186 h 200"/>
              <a:gd name="T30" fmla="*/ 120 w 200"/>
              <a:gd name="T31" fmla="*/ 84 h 200"/>
              <a:gd name="T32" fmla="*/ 192 w 200"/>
              <a:gd name="T33" fmla="*/ 156 h 200"/>
              <a:gd name="T34" fmla="*/ 192 w 200"/>
              <a:gd name="T35" fmla="*/ 28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0" h="200">
                <a:moveTo>
                  <a:pt x="180" y="200"/>
                </a:moveTo>
                <a:cubicBezTo>
                  <a:pt x="20" y="200"/>
                  <a:pt x="20" y="200"/>
                  <a:pt x="20" y="200"/>
                </a:cubicBezTo>
                <a:cubicBezTo>
                  <a:pt x="9" y="200"/>
                  <a:pt x="0" y="191"/>
                  <a:pt x="0" y="180"/>
                </a:cubicBezTo>
                <a:cubicBezTo>
                  <a:pt x="0" y="20"/>
                  <a:pt x="0" y="20"/>
                  <a:pt x="0" y="20"/>
                </a:cubicBezTo>
                <a:cubicBezTo>
                  <a:pt x="0" y="9"/>
                  <a:pt x="9" y="0"/>
                  <a:pt x="20" y="0"/>
                </a:cubicBezTo>
                <a:cubicBezTo>
                  <a:pt x="180" y="0"/>
                  <a:pt x="180" y="0"/>
                  <a:pt x="180" y="0"/>
                </a:cubicBezTo>
                <a:cubicBezTo>
                  <a:pt x="191" y="0"/>
                  <a:pt x="200" y="9"/>
                  <a:pt x="200" y="20"/>
                </a:cubicBezTo>
                <a:cubicBezTo>
                  <a:pt x="200" y="180"/>
                  <a:pt x="200" y="180"/>
                  <a:pt x="200" y="180"/>
                </a:cubicBezTo>
                <a:cubicBezTo>
                  <a:pt x="200" y="191"/>
                  <a:pt x="191" y="200"/>
                  <a:pt x="180" y="200"/>
                </a:cubicBezTo>
                <a:close/>
                <a:moveTo>
                  <a:pt x="192" y="28"/>
                </a:moveTo>
                <a:cubicBezTo>
                  <a:pt x="192" y="23"/>
                  <a:pt x="190" y="17"/>
                  <a:pt x="186" y="14"/>
                </a:cubicBezTo>
                <a:cubicBezTo>
                  <a:pt x="77" y="118"/>
                  <a:pt x="77" y="118"/>
                  <a:pt x="77" y="118"/>
                </a:cubicBezTo>
                <a:cubicBezTo>
                  <a:pt x="8" y="49"/>
                  <a:pt x="8" y="49"/>
                  <a:pt x="8" y="49"/>
                </a:cubicBezTo>
                <a:cubicBezTo>
                  <a:pt x="8" y="172"/>
                  <a:pt x="8" y="172"/>
                  <a:pt x="8" y="172"/>
                </a:cubicBezTo>
                <a:cubicBezTo>
                  <a:pt x="8" y="177"/>
                  <a:pt x="10" y="182"/>
                  <a:pt x="13" y="186"/>
                </a:cubicBezTo>
                <a:cubicBezTo>
                  <a:pt x="120" y="84"/>
                  <a:pt x="120" y="84"/>
                  <a:pt x="120" y="84"/>
                </a:cubicBezTo>
                <a:cubicBezTo>
                  <a:pt x="192" y="156"/>
                  <a:pt x="192" y="156"/>
                  <a:pt x="192" y="156"/>
                </a:cubicBezTo>
                <a:lnTo>
                  <a:pt x="192" y="28"/>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171"/>
          <p:cNvSpPr>
            <a:spLocks noEditPoints="1"/>
          </p:cNvSpPr>
          <p:nvPr/>
        </p:nvSpPr>
        <p:spPr bwMode="auto">
          <a:xfrm>
            <a:off x="2044870" y="1560903"/>
            <a:ext cx="394968" cy="394968"/>
          </a:xfrm>
          <a:custGeom>
            <a:avLst/>
            <a:gdLst>
              <a:gd name="T0" fmla="*/ 180 w 200"/>
              <a:gd name="T1" fmla="*/ 200 h 200"/>
              <a:gd name="T2" fmla="*/ 112 w 200"/>
              <a:gd name="T3" fmla="*/ 200 h 200"/>
              <a:gd name="T4" fmla="*/ 16 w 200"/>
              <a:gd name="T5" fmla="*/ 120 h 200"/>
              <a:gd name="T6" fmla="*/ 0 w 200"/>
              <a:gd name="T7" fmla="*/ 122 h 200"/>
              <a:gd name="T8" fmla="*/ 0 w 200"/>
              <a:gd name="T9" fmla="*/ 20 h 200"/>
              <a:gd name="T10" fmla="*/ 20 w 200"/>
              <a:gd name="T11" fmla="*/ 0 h 200"/>
              <a:gd name="T12" fmla="*/ 180 w 200"/>
              <a:gd name="T13" fmla="*/ 0 h 200"/>
              <a:gd name="T14" fmla="*/ 200 w 200"/>
              <a:gd name="T15" fmla="*/ 20 h 200"/>
              <a:gd name="T16" fmla="*/ 200 w 200"/>
              <a:gd name="T17" fmla="*/ 180 h 200"/>
              <a:gd name="T18" fmla="*/ 180 w 200"/>
              <a:gd name="T19" fmla="*/ 200 h 200"/>
              <a:gd name="T20" fmla="*/ 32 w 200"/>
              <a:gd name="T21" fmla="*/ 98 h 200"/>
              <a:gd name="T22" fmla="*/ 39 w 200"/>
              <a:gd name="T23" fmla="*/ 106 h 200"/>
              <a:gd name="T24" fmla="*/ 115 w 200"/>
              <a:gd name="T25" fmla="*/ 157 h 200"/>
              <a:gd name="T26" fmla="*/ 123 w 200"/>
              <a:gd name="T27" fmla="*/ 150 h 200"/>
              <a:gd name="T28" fmla="*/ 40 w 200"/>
              <a:gd name="T29" fmla="*/ 92 h 200"/>
              <a:gd name="T30" fmla="*/ 32 w 200"/>
              <a:gd name="T31" fmla="*/ 98 h 200"/>
              <a:gd name="T32" fmla="*/ 45 w 200"/>
              <a:gd name="T33" fmla="*/ 75 h 200"/>
              <a:gd name="T34" fmla="*/ 144 w 200"/>
              <a:gd name="T35" fmla="*/ 141 h 200"/>
              <a:gd name="T36" fmla="*/ 154 w 200"/>
              <a:gd name="T37" fmla="*/ 133 h 200"/>
              <a:gd name="T38" fmla="*/ 47 w 200"/>
              <a:gd name="T39" fmla="*/ 57 h 200"/>
              <a:gd name="T40" fmla="*/ 37 w 200"/>
              <a:gd name="T41" fmla="*/ 65 h 200"/>
              <a:gd name="T42" fmla="*/ 45 w 200"/>
              <a:gd name="T43" fmla="*/ 75 h 200"/>
              <a:gd name="T44" fmla="*/ 51 w 200"/>
              <a:gd name="T45" fmla="*/ 15 h 200"/>
              <a:gd name="T46" fmla="*/ 39 w 200"/>
              <a:gd name="T47" fmla="*/ 26 h 200"/>
              <a:gd name="T48" fmla="*/ 50 w 200"/>
              <a:gd name="T49" fmla="*/ 39 h 200"/>
              <a:gd name="T50" fmla="*/ 175 w 200"/>
              <a:gd name="T51" fmla="*/ 122 h 200"/>
              <a:gd name="T52" fmla="*/ 188 w 200"/>
              <a:gd name="T53" fmla="*/ 111 h 200"/>
              <a:gd name="T54" fmla="*/ 51 w 200"/>
              <a:gd name="T55" fmla="*/ 15 h 200"/>
              <a:gd name="T56" fmla="*/ 16 w 200"/>
              <a:gd name="T57" fmla="*/ 162 h 200"/>
              <a:gd name="T58" fmla="*/ 69 w 200"/>
              <a:gd name="T59" fmla="*/ 200 h 200"/>
              <a:gd name="T60" fmla="*/ 20 w 200"/>
              <a:gd name="T61" fmla="*/ 200 h 200"/>
              <a:gd name="T62" fmla="*/ 0 w 200"/>
              <a:gd name="T63" fmla="*/ 180 h 200"/>
              <a:gd name="T64" fmla="*/ 0 w 200"/>
              <a:gd name="T65" fmla="*/ 165 h 200"/>
              <a:gd name="T66" fmla="*/ 16 w 200"/>
              <a:gd name="T67" fmla="*/ 162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0" h="200">
                <a:moveTo>
                  <a:pt x="180" y="200"/>
                </a:moveTo>
                <a:cubicBezTo>
                  <a:pt x="112" y="200"/>
                  <a:pt x="112" y="200"/>
                  <a:pt x="112" y="200"/>
                </a:cubicBezTo>
                <a:cubicBezTo>
                  <a:pt x="104" y="154"/>
                  <a:pt x="64" y="120"/>
                  <a:pt x="16" y="120"/>
                </a:cubicBezTo>
                <a:cubicBezTo>
                  <a:pt x="10" y="120"/>
                  <a:pt x="5" y="121"/>
                  <a:pt x="0" y="122"/>
                </a:cubicBezTo>
                <a:cubicBezTo>
                  <a:pt x="0" y="20"/>
                  <a:pt x="0" y="20"/>
                  <a:pt x="0" y="20"/>
                </a:cubicBezTo>
                <a:cubicBezTo>
                  <a:pt x="0" y="9"/>
                  <a:pt x="9" y="0"/>
                  <a:pt x="20" y="0"/>
                </a:cubicBezTo>
                <a:cubicBezTo>
                  <a:pt x="180" y="0"/>
                  <a:pt x="180" y="0"/>
                  <a:pt x="180" y="0"/>
                </a:cubicBezTo>
                <a:cubicBezTo>
                  <a:pt x="191" y="0"/>
                  <a:pt x="200" y="9"/>
                  <a:pt x="200" y="20"/>
                </a:cubicBezTo>
                <a:cubicBezTo>
                  <a:pt x="200" y="180"/>
                  <a:pt x="200" y="180"/>
                  <a:pt x="200" y="180"/>
                </a:cubicBezTo>
                <a:cubicBezTo>
                  <a:pt x="200" y="191"/>
                  <a:pt x="191" y="200"/>
                  <a:pt x="180" y="200"/>
                </a:cubicBezTo>
                <a:close/>
                <a:moveTo>
                  <a:pt x="32" y="98"/>
                </a:moveTo>
                <a:cubicBezTo>
                  <a:pt x="32" y="102"/>
                  <a:pt x="35" y="106"/>
                  <a:pt x="39" y="106"/>
                </a:cubicBezTo>
                <a:cubicBezTo>
                  <a:pt x="75" y="109"/>
                  <a:pt x="92" y="125"/>
                  <a:pt x="115" y="157"/>
                </a:cubicBezTo>
                <a:cubicBezTo>
                  <a:pt x="119" y="157"/>
                  <a:pt x="123" y="154"/>
                  <a:pt x="123" y="150"/>
                </a:cubicBezTo>
                <a:cubicBezTo>
                  <a:pt x="116" y="121"/>
                  <a:pt x="84" y="92"/>
                  <a:pt x="40" y="92"/>
                </a:cubicBezTo>
                <a:cubicBezTo>
                  <a:pt x="36" y="91"/>
                  <a:pt x="33" y="94"/>
                  <a:pt x="32" y="98"/>
                </a:cubicBezTo>
                <a:close/>
                <a:moveTo>
                  <a:pt x="45" y="75"/>
                </a:moveTo>
                <a:cubicBezTo>
                  <a:pt x="92" y="80"/>
                  <a:pt x="114" y="100"/>
                  <a:pt x="144" y="141"/>
                </a:cubicBezTo>
                <a:cubicBezTo>
                  <a:pt x="149" y="142"/>
                  <a:pt x="153" y="138"/>
                  <a:pt x="154" y="133"/>
                </a:cubicBezTo>
                <a:cubicBezTo>
                  <a:pt x="145" y="95"/>
                  <a:pt x="104" y="57"/>
                  <a:pt x="47" y="57"/>
                </a:cubicBezTo>
                <a:cubicBezTo>
                  <a:pt x="42" y="56"/>
                  <a:pt x="37" y="60"/>
                  <a:pt x="37" y="65"/>
                </a:cubicBezTo>
                <a:cubicBezTo>
                  <a:pt x="37" y="71"/>
                  <a:pt x="40" y="75"/>
                  <a:pt x="45" y="75"/>
                </a:cubicBezTo>
                <a:close/>
                <a:moveTo>
                  <a:pt x="51" y="15"/>
                </a:moveTo>
                <a:cubicBezTo>
                  <a:pt x="45" y="14"/>
                  <a:pt x="39" y="19"/>
                  <a:pt x="39" y="26"/>
                </a:cubicBezTo>
                <a:cubicBezTo>
                  <a:pt x="38" y="32"/>
                  <a:pt x="43" y="38"/>
                  <a:pt x="50" y="39"/>
                </a:cubicBezTo>
                <a:cubicBezTo>
                  <a:pt x="108" y="44"/>
                  <a:pt x="137" y="70"/>
                  <a:pt x="175" y="122"/>
                </a:cubicBezTo>
                <a:cubicBezTo>
                  <a:pt x="181" y="123"/>
                  <a:pt x="187" y="118"/>
                  <a:pt x="188" y="111"/>
                </a:cubicBezTo>
                <a:cubicBezTo>
                  <a:pt x="176" y="63"/>
                  <a:pt x="124" y="15"/>
                  <a:pt x="51" y="15"/>
                </a:cubicBezTo>
                <a:close/>
                <a:moveTo>
                  <a:pt x="16" y="162"/>
                </a:moveTo>
                <a:cubicBezTo>
                  <a:pt x="41" y="162"/>
                  <a:pt x="61" y="178"/>
                  <a:pt x="69" y="200"/>
                </a:cubicBezTo>
                <a:cubicBezTo>
                  <a:pt x="20" y="200"/>
                  <a:pt x="20" y="200"/>
                  <a:pt x="20" y="200"/>
                </a:cubicBezTo>
                <a:cubicBezTo>
                  <a:pt x="9" y="200"/>
                  <a:pt x="0" y="191"/>
                  <a:pt x="0" y="180"/>
                </a:cubicBezTo>
                <a:cubicBezTo>
                  <a:pt x="0" y="165"/>
                  <a:pt x="0" y="165"/>
                  <a:pt x="0" y="165"/>
                </a:cubicBezTo>
                <a:cubicBezTo>
                  <a:pt x="5" y="163"/>
                  <a:pt x="10" y="162"/>
                  <a:pt x="16" y="162"/>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172"/>
          <p:cNvSpPr>
            <a:spLocks noEditPoints="1"/>
          </p:cNvSpPr>
          <p:nvPr/>
        </p:nvSpPr>
        <p:spPr bwMode="auto">
          <a:xfrm>
            <a:off x="2539633" y="1560903"/>
            <a:ext cx="393562" cy="394968"/>
          </a:xfrm>
          <a:custGeom>
            <a:avLst/>
            <a:gdLst>
              <a:gd name="T0" fmla="*/ 180 w 200"/>
              <a:gd name="T1" fmla="*/ 200 h 200"/>
              <a:gd name="T2" fmla="*/ 20 w 200"/>
              <a:gd name="T3" fmla="*/ 200 h 200"/>
              <a:gd name="T4" fmla="*/ 0 w 200"/>
              <a:gd name="T5" fmla="*/ 180 h 200"/>
              <a:gd name="T6" fmla="*/ 0 w 200"/>
              <a:gd name="T7" fmla="*/ 20 h 200"/>
              <a:gd name="T8" fmla="*/ 20 w 200"/>
              <a:gd name="T9" fmla="*/ 0 h 200"/>
              <a:gd name="T10" fmla="*/ 180 w 200"/>
              <a:gd name="T11" fmla="*/ 0 h 200"/>
              <a:gd name="T12" fmla="*/ 200 w 200"/>
              <a:gd name="T13" fmla="*/ 20 h 200"/>
              <a:gd name="T14" fmla="*/ 200 w 200"/>
              <a:gd name="T15" fmla="*/ 180 h 200"/>
              <a:gd name="T16" fmla="*/ 180 w 200"/>
              <a:gd name="T17" fmla="*/ 200 h 200"/>
              <a:gd name="T18" fmla="*/ 162 w 200"/>
              <a:gd name="T19" fmla="*/ 101 h 200"/>
              <a:gd name="T20" fmla="*/ 165 w 200"/>
              <a:gd name="T21" fmla="*/ 86 h 200"/>
              <a:gd name="T22" fmla="*/ 122 w 200"/>
              <a:gd name="T23" fmla="*/ 43 h 200"/>
              <a:gd name="T24" fmla="*/ 80 w 200"/>
              <a:gd name="T25" fmla="*/ 75 h 200"/>
              <a:gd name="T26" fmla="*/ 68 w 200"/>
              <a:gd name="T27" fmla="*/ 71 h 200"/>
              <a:gd name="T28" fmla="*/ 44 w 200"/>
              <a:gd name="T29" fmla="*/ 95 h 200"/>
              <a:gd name="T30" fmla="*/ 44 w 200"/>
              <a:gd name="T31" fmla="*/ 99 h 200"/>
              <a:gd name="T32" fmla="*/ 21 w 200"/>
              <a:gd name="T33" fmla="*/ 127 h 200"/>
              <a:gd name="T34" fmla="*/ 50 w 200"/>
              <a:gd name="T35" fmla="*/ 156 h 200"/>
              <a:gd name="T36" fmla="*/ 54 w 200"/>
              <a:gd name="T37" fmla="*/ 156 h 200"/>
              <a:gd name="T38" fmla="*/ 147 w 200"/>
              <a:gd name="T39" fmla="*/ 156 h 200"/>
              <a:gd name="T40" fmla="*/ 151 w 200"/>
              <a:gd name="T41" fmla="*/ 156 h 200"/>
              <a:gd name="T42" fmla="*/ 180 w 200"/>
              <a:gd name="T43" fmla="*/ 127 h 200"/>
              <a:gd name="T44" fmla="*/ 162 w 200"/>
              <a:gd name="T45" fmla="*/ 101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0" h="200">
                <a:moveTo>
                  <a:pt x="180" y="200"/>
                </a:moveTo>
                <a:cubicBezTo>
                  <a:pt x="20" y="200"/>
                  <a:pt x="20" y="200"/>
                  <a:pt x="20" y="200"/>
                </a:cubicBezTo>
                <a:cubicBezTo>
                  <a:pt x="9" y="200"/>
                  <a:pt x="0" y="191"/>
                  <a:pt x="0" y="180"/>
                </a:cubicBezTo>
                <a:cubicBezTo>
                  <a:pt x="0" y="20"/>
                  <a:pt x="0" y="20"/>
                  <a:pt x="0" y="20"/>
                </a:cubicBezTo>
                <a:cubicBezTo>
                  <a:pt x="0" y="9"/>
                  <a:pt x="9" y="0"/>
                  <a:pt x="20" y="0"/>
                </a:cubicBezTo>
                <a:cubicBezTo>
                  <a:pt x="180" y="0"/>
                  <a:pt x="180" y="0"/>
                  <a:pt x="180" y="0"/>
                </a:cubicBezTo>
                <a:cubicBezTo>
                  <a:pt x="191" y="0"/>
                  <a:pt x="200" y="9"/>
                  <a:pt x="200" y="20"/>
                </a:cubicBezTo>
                <a:cubicBezTo>
                  <a:pt x="200" y="180"/>
                  <a:pt x="200" y="180"/>
                  <a:pt x="200" y="180"/>
                </a:cubicBezTo>
                <a:cubicBezTo>
                  <a:pt x="200" y="191"/>
                  <a:pt x="191" y="200"/>
                  <a:pt x="180" y="200"/>
                </a:cubicBezTo>
                <a:close/>
                <a:moveTo>
                  <a:pt x="162" y="101"/>
                </a:moveTo>
                <a:cubicBezTo>
                  <a:pt x="164" y="96"/>
                  <a:pt x="165" y="91"/>
                  <a:pt x="165" y="86"/>
                </a:cubicBezTo>
                <a:cubicBezTo>
                  <a:pt x="165" y="62"/>
                  <a:pt x="146" y="43"/>
                  <a:pt x="122" y="43"/>
                </a:cubicBezTo>
                <a:cubicBezTo>
                  <a:pt x="102" y="43"/>
                  <a:pt x="85" y="56"/>
                  <a:pt x="80" y="75"/>
                </a:cubicBezTo>
                <a:cubicBezTo>
                  <a:pt x="77" y="72"/>
                  <a:pt x="72" y="71"/>
                  <a:pt x="68" y="71"/>
                </a:cubicBezTo>
                <a:cubicBezTo>
                  <a:pt x="54" y="71"/>
                  <a:pt x="44" y="82"/>
                  <a:pt x="44" y="95"/>
                </a:cubicBezTo>
                <a:cubicBezTo>
                  <a:pt x="44" y="96"/>
                  <a:pt x="44" y="98"/>
                  <a:pt x="44" y="99"/>
                </a:cubicBezTo>
                <a:cubicBezTo>
                  <a:pt x="31" y="102"/>
                  <a:pt x="21" y="113"/>
                  <a:pt x="21" y="127"/>
                </a:cubicBezTo>
                <a:cubicBezTo>
                  <a:pt x="21" y="144"/>
                  <a:pt x="34" y="156"/>
                  <a:pt x="50" y="156"/>
                </a:cubicBezTo>
                <a:cubicBezTo>
                  <a:pt x="51" y="156"/>
                  <a:pt x="53" y="156"/>
                  <a:pt x="54" y="156"/>
                </a:cubicBezTo>
                <a:cubicBezTo>
                  <a:pt x="147" y="156"/>
                  <a:pt x="147" y="156"/>
                  <a:pt x="147" y="156"/>
                </a:cubicBezTo>
                <a:cubicBezTo>
                  <a:pt x="148" y="156"/>
                  <a:pt x="149" y="156"/>
                  <a:pt x="151" y="156"/>
                </a:cubicBezTo>
                <a:cubicBezTo>
                  <a:pt x="167" y="156"/>
                  <a:pt x="180" y="144"/>
                  <a:pt x="180" y="127"/>
                </a:cubicBezTo>
                <a:cubicBezTo>
                  <a:pt x="180" y="115"/>
                  <a:pt x="173" y="105"/>
                  <a:pt x="162" y="101"/>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173"/>
          <p:cNvSpPr>
            <a:spLocks noEditPoints="1"/>
          </p:cNvSpPr>
          <p:nvPr/>
        </p:nvSpPr>
        <p:spPr bwMode="auto">
          <a:xfrm>
            <a:off x="3018935" y="1560903"/>
            <a:ext cx="393562" cy="394968"/>
          </a:xfrm>
          <a:custGeom>
            <a:avLst/>
            <a:gdLst>
              <a:gd name="T0" fmla="*/ 180 w 200"/>
              <a:gd name="T1" fmla="*/ 200 h 200"/>
              <a:gd name="T2" fmla="*/ 20 w 200"/>
              <a:gd name="T3" fmla="*/ 200 h 200"/>
              <a:gd name="T4" fmla="*/ 0 w 200"/>
              <a:gd name="T5" fmla="*/ 180 h 200"/>
              <a:gd name="T6" fmla="*/ 0 w 200"/>
              <a:gd name="T7" fmla="*/ 20 h 200"/>
              <a:gd name="T8" fmla="*/ 20 w 200"/>
              <a:gd name="T9" fmla="*/ 0 h 200"/>
              <a:gd name="T10" fmla="*/ 180 w 200"/>
              <a:gd name="T11" fmla="*/ 0 h 200"/>
              <a:gd name="T12" fmla="*/ 200 w 200"/>
              <a:gd name="T13" fmla="*/ 20 h 200"/>
              <a:gd name="T14" fmla="*/ 200 w 200"/>
              <a:gd name="T15" fmla="*/ 180 h 200"/>
              <a:gd name="T16" fmla="*/ 180 w 200"/>
              <a:gd name="T17" fmla="*/ 200 h 200"/>
              <a:gd name="T18" fmla="*/ 177 w 200"/>
              <a:gd name="T19" fmla="*/ 93 h 200"/>
              <a:gd name="T20" fmla="*/ 163 w 200"/>
              <a:gd name="T21" fmla="*/ 81 h 200"/>
              <a:gd name="T22" fmla="*/ 156 w 200"/>
              <a:gd name="T23" fmla="*/ 81 h 200"/>
              <a:gd name="T24" fmla="*/ 146 w 200"/>
              <a:gd name="T25" fmla="*/ 73 h 200"/>
              <a:gd name="T26" fmla="*/ 144 w 200"/>
              <a:gd name="T27" fmla="*/ 60 h 200"/>
              <a:gd name="T28" fmla="*/ 107 w 200"/>
              <a:gd name="T29" fmla="*/ 25 h 200"/>
              <a:gd name="T30" fmla="*/ 81 w 200"/>
              <a:gd name="T31" fmla="*/ 25 h 200"/>
              <a:gd name="T32" fmla="*/ 68 w 200"/>
              <a:gd name="T33" fmla="*/ 25 h 200"/>
              <a:gd name="T34" fmla="*/ 25 w 200"/>
              <a:gd name="T35" fmla="*/ 67 h 200"/>
              <a:gd name="T36" fmla="*/ 25 w 200"/>
              <a:gd name="T37" fmla="*/ 133 h 200"/>
              <a:gd name="T38" fmla="*/ 67 w 200"/>
              <a:gd name="T39" fmla="*/ 174 h 200"/>
              <a:gd name="T40" fmla="*/ 81 w 200"/>
              <a:gd name="T41" fmla="*/ 174 h 200"/>
              <a:gd name="T42" fmla="*/ 128 w 200"/>
              <a:gd name="T43" fmla="*/ 174 h 200"/>
              <a:gd name="T44" fmla="*/ 177 w 200"/>
              <a:gd name="T45" fmla="*/ 130 h 200"/>
              <a:gd name="T46" fmla="*/ 177 w 200"/>
              <a:gd name="T47" fmla="*/ 93 h 200"/>
              <a:gd name="T48" fmla="*/ 127 w 200"/>
              <a:gd name="T49" fmla="*/ 135 h 200"/>
              <a:gd name="T50" fmla="*/ 81 w 200"/>
              <a:gd name="T51" fmla="*/ 135 h 200"/>
              <a:gd name="T52" fmla="*/ 81 w 200"/>
              <a:gd name="T53" fmla="*/ 135 h 200"/>
              <a:gd name="T54" fmla="*/ 69 w 200"/>
              <a:gd name="T55" fmla="*/ 135 h 200"/>
              <a:gd name="T56" fmla="*/ 69 w 200"/>
              <a:gd name="T57" fmla="*/ 117 h 200"/>
              <a:gd name="T58" fmla="*/ 81 w 200"/>
              <a:gd name="T59" fmla="*/ 117 h 200"/>
              <a:gd name="T60" fmla="*/ 81 w 200"/>
              <a:gd name="T61" fmla="*/ 117 h 200"/>
              <a:gd name="T62" fmla="*/ 127 w 200"/>
              <a:gd name="T63" fmla="*/ 117 h 200"/>
              <a:gd name="T64" fmla="*/ 127 w 200"/>
              <a:gd name="T65" fmla="*/ 135 h 200"/>
              <a:gd name="T66" fmla="*/ 101 w 200"/>
              <a:gd name="T67" fmla="*/ 82 h 200"/>
              <a:gd name="T68" fmla="*/ 81 w 200"/>
              <a:gd name="T69" fmla="*/ 82 h 200"/>
              <a:gd name="T70" fmla="*/ 81 w 200"/>
              <a:gd name="T71" fmla="*/ 82 h 200"/>
              <a:gd name="T72" fmla="*/ 70 w 200"/>
              <a:gd name="T73" fmla="*/ 82 h 200"/>
              <a:gd name="T74" fmla="*/ 70 w 200"/>
              <a:gd name="T75" fmla="*/ 63 h 200"/>
              <a:gd name="T76" fmla="*/ 81 w 200"/>
              <a:gd name="T77" fmla="*/ 63 h 200"/>
              <a:gd name="T78" fmla="*/ 81 w 200"/>
              <a:gd name="T79" fmla="*/ 63 h 200"/>
              <a:gd name="T80" fmla="*/ 101 w 200"/>
              <a:gd name="T81" fmla="*/ 63 h 200"/>
              <a:gd name="T82" fmla="*/ 101 w 200"/>
              <a:gd name="T83" fmla="*/ 82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0" h="200">
                <a:moveTo>
                  <a:pt x="180" y="200"/>
                </a:moveTo>
                <a:cubicBezTo>
                  <a:pt x="20" y="200"/>
                  <a:pt x="20" y="200"/>
                  <a:pt x="20" y="200"/>
                </a:cubicBezTo>
                <a:cubicBezTo>
                  <a:pt x="9" y="200"/>
                  <a:pt x="0" y="191"/>
                  <a:pt x="0" y="180"/>
                </a:cubicBezTo>
                <a:cubicBezTo>
                  <a:pt x="0" y="20"/>
                  <a:pt x="0" y="20"/>
                  <a:pt x="0" y="20"/>
                </a:cubicBezTo>
                <a:cubicBezTo>
                  <a:pt x="0" y="9"/>
                  <a:pt x="9" y="0"/>
                  <a:pt x="20" y="0"/>
                </a:cubicBezTo>
                <a:cubicBezTo>
                  <a:pt x="180" y="0"/>
                  <a:pt x="180" y="0"/>
                  <a:pt x="180" y="0"/>
                </a:cubicBezTo>
                <a:cubicBezTo>
                  <a:pt x="191" y="0"/>
                  <a:pt x="200" y="9"/>
                  <a:pt x="200" y="20"/>
                </a:cubicBezTo>
                <a:cubicBezTo>
                  <a:pt x="200" y="180"/>
                  <a:pt x="200" y="180"/>
                  <a:pt x="200" y="180"/>
                </a:cubicBezTo>
                <a:cubicBezTo>
                  <a:pt x="200" y="191"/>
                  <a:pt x="191" y="200"/>
                  <a:pt x="180" y="200"/>
                </a:cubicBezTo>
                <a:close/>
                <a:moveTo>
                  <a:pt x="177" y="93"/>
                </a:moveTo>
                <a:cubicBezTo>
                  <a:pt x="177" y="80"/>
                  <a:pt x="163" y="81"/>
                  <a:pt x="163" y="81"/>
                </a:cubicBezTo>
                <a:cubicBezTo>
                  <a:pt x="162" y="81"/>
                  <a:pt x="161" y="81"/>
                  <a:pt x="156" y="81"/>
                </a:cubicBezTo>
                <a:cubicBezTo>
                  <a:pt x="148" y="81"/>
                  <a:pt x="146" y="73"/>
                  <a:pt x="146" y="73"/>
                </a:cubicBezTo>
                <a:cubicBezTo>
                  <a:pt x="146" y="73"/>
                  <a:pt x="144" y="70"/>
                  <a:pt x="144" y="60"/>
                </a:cubicBezTo>
                <a:cubicBezTo>
                  <a:pt x="142" y="34"/>
                  <a:pt x="110" y="25"/>
                  <a:pt x="107" y="25"/>
                </a:cubicBezTo>
                <a:cubicBezTo>
                  <a:pt x="103" y="25"/>
                  <a:pt x="81" y="25"/>
                  <a:pt x="81" y="25"/>
                </a:cubicBezTo>
                <a:cubicBezTo>
                  <a:pt x="68" y="25"/>
                  <a:pt x="68" y="25"/>
                  <a:pt x="68" y="25"/>
                </a:cubicBezTo>
                <a:cubicBezTo>
                  <a:pt x="68" y="25"/>
                  <a:pt x="30" y="28"/>
                  <a:pt x="25" y="67"/>
                </a:cubicBezTo>
                <a:cubicBezTo>
                  <a:pt x="25" y="70"/>
                  <a:pt x="25" y="133"/>
                  <a:pt x="25" y="133"/>
                </a:cubicBezTo>
                <a:cubicBezTo>
                  <a:pt x="25" y="133"/>
                  <a:pt x="27" y="167"/>
                  <a:pt x="67" y="174"/>
                </a:cubicBezTo>
                <a:cubicBezTo>
                  <a:pt x="69" y="174"/>
                  <a:pt x="81" y="174"/>
                  <a:pt x="81" y="174"/>
                </a:cubicBezTo>
                <a:cubicBezTo>
                  <a:pt x="81" y="174"/>
                  <a:pt x="125" y="174"/>
                  <a:pt x="128" y="174"/>
                </a:cubicBezTo>
                <a:cubicBezTo>
                  <a:pt x="169" y="173"/>
                  <a:pt x="177" y="130"/>
                  <a:pt x="177" y="130"/>
                </a:cubicBezTo>
                <a:cubicBezTo>
                  <a:pt x="177" y="130"/>
                  <a:pt x="177" y="107"/>
                  <a:pt x="177" y="93"/>
                </a:cubicBezTo>
                <a:close/>
                <a:moveTo>
                  <a:pt x="127" y="135"/>
                </a:moveTo>
                <a:cubicBezTo>
                  <a:pt x="128" y="135"/>
                  <a:pt x="81" y="135"/>
                  <a:pt x="81" y="135"/>
                </a:cubicBezTo>
                <a:cubicBezTo>
                  <a:pt x="81" y="135"/>
                  <a:pt x="81" y="135"/>
                  <a:pt x="81" y="135"/>
                </a:cubicBezTo>
                <a:cubicBezTo>
                  <a:pt x="81" y="135"/>
                  <a:pt x="71" y="135"/>
                  <a:pt x="69" y="135"/>
                </a:cubicBezTo>
                <a:cubicBezTo>
                  <a:pt x="58" y="131"/>
                  <a:pt x="65" y="117"/>
                  <a:pt x="69" y="117"/>
                </a:cubicBezTo>
                <a:cubicBezTo>
                  <a:pt x="71" y="117"/>
                  <a:pt x="81" y="117"/>
                  <a:pt x="81" y="117"/>
                </a:cubicBezTo>
                <a:cubicBezTo>
                  <a:pt x="81" y="117"/>
                  <a:pt x="81" y="117"/>
                  <a:pt x="81" y="117"/>
                </a:cubicBezTo>
                <a:cubicBezTo>
                  <a:pt x="81" y="117"/>
                  <a:pt x="125" y="117"/>
                  <a:pt x="127" y="117"/>
                </a:cubicBezTo>
                <a:cubicBezTo>
                  <a:pt x="131" y="117"/>
                  <a:pt x="143" y="131"/>
                  <a:pt x="127" y="135"/>
                </a:cubicBezTo>
                <a:close/>
                <a:moveTo>
                  <a:pt x="101" y="82"/>
                </a:moveTo>
                <a:cubicBezTo>
                  <a:pt x="100" y="82"/>
                  <a:pt x="82" y="82"/>
                  <a:pt x="81" y="82"/>
                </a:cubicBezTo>
                <a:cubicBezTo>
                  <a:pt x="81" y="82"/>
                  <a:pt x="81" y="82"/>
                  <a:pt x="81" y="82"/>
                </a:cubicBezTo>
                <a:cubicBezTo>
                  <a:pt x="81" y="82"/>
                  <a:pt x="72" y="82"/>
                  <a:pt x="70" y="82"/>
                </a:cubicBezTo>
                <a:cubicBezTo>
                  <a:pt x="58" y="79"/>
                  <a:pt x="63" y="63"/>
                  <a:pt x="70" y="63"/>
                </a:cubicBezTo>
                <a:cubicBezTo>
                  <a:pt x="69" y="63"/>
                  <a:pt x="81" y="63"/>
                  <a:pt x="81" y="63"/>
                </a:cubicBezTo>
                <a:cubicBezTo>
                  <a:pt x="81" y="63"/>
                  <a:pt x="81" y="63"/>
                  <a:pt x="81" y="63"/>
                </a:cubicBezTo>
                <a:cubicBezTo>
                  <a:pt x="81" y="63"/>
                  <a:pt x="99" y="63"/>
                  <a:pt x="101" y="63"/>
                </a:cubicBezTo>
                <a:cubicBezTo>
                  <a:pt x="105" y="63"/>
                  <a:pt x="115" y="77"/>
                  <a:pt x="101" y="82"/>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AutoShape 4"/>
          <p:cNvSpPr>
            <a:spLocks/>
          </p:cNvSpPr>
          <p:nvPr/>
        </p:nvSpPr>
        <p:spPr bwMode="auto">
          <a:xfrm>
            <a:off x="9184203" y="6309059"/>
            <a:ext cx="354162" cy="35541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7428" y="17466"/>
                </a:moveTo>
                <a:cubicBezTo>
                  <a:pt x="16669" y="16923"/>
                  <a:pt x="15846" y="16465"/>
                  <a:pt x="14963" y="16121"/>
                </a:cubicBezTo>
                <a:cubicBezTo>
                  <a:pt x="15595" y="14609"/>
                  <a:pt x="15967" y="12928"/>
                  <a:pt x="16010" y="11148"/>
                </a:cubicBezTo>
                <a:lnTo>
                  <a:pt x="20188" y="11148"/>
                </a:lnTo>
                <a:cubicBezTo>
                  <a:pt x="20097" y="13612"/>
                  <a:pt x="19065" y="15838"/>
                  <a:pt x="17428" y="17466"/>
                </a:cubicBezTo>
                <a:moveTo>
                  <a:pt x="1411" y="11148"/>
                </a:moveTo>
                <a:lnTo>
                  <a:pt x="5589" y="11148"/>
                </a:lnTo>
                <a:cubicBezTo>
                  <a:pt x="5632" y="12928"/>
                  <a:pt x="6004" y="14609"/>
                  <a:pt x="6636" y="16121"/>
                </a:cubicBezTo>
                <a:cubicBezTo>
                  <a:pt x="5753" y="16465"/>
                  <a:pt x="4931" y="16923"/>
                  <a:pt x="4171" y="17466"/>
                </a:cubicBezTo>
                <a:cubicBezTo>
                  <a:pt x="2534" y="15838"/>
                  <a:pt x="1502" y="13612"/>
                  <a:pt x="1411" y="11148"/>
                </a:cubicBezTo>
                <a:moveTo>
                  <a:pt x="3785" y="4553"/>
                </a:moveTo>
                <a:cubicBezTo>
                  <a:pt x="4579" y="5170"/>
                  <a:pt x="5448" y="5691"/>
                  <a:pt x="6388" y="6084"/>
                </a:cubicBezTo>
                <a:cubicBezTo>
                  <a:pt x="5901" y="7433"/>
                  <a:pt x="5627" y="8908"/>
                  <a:pt x="5589" y="10451"/>
                </a:cubicBezTo>
                <a:lnTo>
                  <a:pt x="1411" y="10451"/>
                </a:lnTo>
                <a:cubicBezTo>
                  <a:pt x="1494" y="8190"/>
                  <a:pt x="2376" y="6135"/>
                  <a:pt x="3785" y="4553"/>
                </a:cubicBezTo>
                <a:moveTo>
                  <a:pt x="11148" y="10451"/>
                </a:moveTo>
                <a:lnTo>
                  <a:pt x="11148" y="6950"/>
                </a:lnTo>
                <a:cubicBezTo>
                  <a:pt x="12339" y="6913"/>
                  <a:pt x="13484" y="6696"/>
                  <a:pt x="14558" y="6324"/>
                </a:cubicBezTo>
                <a:cubicBezTo>
                  <a:pt x="15018" y="7598"/>
                  <a:pt x="15276" y="8992"/>
                  <a:pt x="15314" y="10451"/>
                </a:cubicBezTo>
                <a:cubicBezTo>
                  <a:pt x="15314" y="10451"/>
                  <a:pt x="11148" y="10451"/>
                  <a:pt x="11148" y="10451"/>
                </a:cubicBezTo>
                <a:close/>
                <a:moveTo>
                  <a:pt x="14311" y="15882"/>
                </a:moveTo>
                <a:cubicBezTo>
                  <a:pt x="13309" y="15559"/>
                  <a:pt x="12247" y="15380"/>
                  <a:pt x="11148" y="15346"/>
                </a:cubicBezTo>
                <a:lnTo>
                  <a:pt x="11148" y="11148"/>
                </a:lnTo>
                <a:lnTo>
                  <a:pt x="15314" y="11148"/>
                </a:lnTo>
                <a:cubicBezTo>
                  <a:pt x="15270" y="12844"/>
                  <a:pt x="14914" y="14445"/>
                  <a:pt x="14311" y="15882"/>
                </a:cubicBezTo>
                <a:moveTo>
                  <a:pt x="14683" y="16757"/>
                </a:moveTo>
                <a:cubicBezTo>
                  <a:pt x="15476" y="17063"/>
                  <a:pt x="16218" y="17466"/>
                  <a:pt x="16904" y="17941"/>
                </a:cubicBezTo>
                <a:cubicBezTo>
                  <a:pt x="15632" y="19031"/>
                  <a:pt x="14067" y="19781"/>
                  <a:pt x="12344" y="20068"/>
                </a:cubicBezTo>
                <a:cubicBezTo>
                  <a:pt x="13280" y="19136"/>
                  <a:pt x="14076" y="18017"/>
                  <a:pt x="14683" y="16757"/>
                </a:cubicBezTo>
                <a:moveTo>
                  <a:pt x="11148" y="20188"/>
                </a:moveTo>
                <a:lnTo>
                  <a:pt x="11148" y="16043"/>
                </a:lnTo>
                <a:cubicBezTo>
                  <a:pt x="12146" y="16075"/>
                  <a:pt x="13113" y="16231"/>
                  <a:pt x="14025" y="16516"/>
                </a:cubicBezTo>
                <a:cubicBezTo>
                  <a:pt x="13314" y="17970"/>
                  <a:pt x="12343" y="19223"/>
                  <a:pt x="11185" y="20186"/>
                </a:cubicBezTo>
                <a:cubicBezTo>
                  <a:pt x="11185" y="20186"/>
                  <a:pt x="11148" y="20188"/>
                  <a:pt x="11148" y="20188"/>
                </a:cubicBezTo>
                <a:close/>
                <a:moveTo>
                  <a:pt x="9255" y="20068"/>
                </a:moveTo>
                <a:cubicBezTo>
                  <a:pt x="7532" y="19781"/>
                  <a:pt x="5967" y="19031"/>
                  <a:pt x="4695" y="17941"/>
                </a:cubicBezTo>
                <a:cubicBezTo>
                  <a:pt x="5381" y="17466"/>
                  <a:pt x="6123" y="17063"/>
                  <a:pt x="6916" y="16757"/>
                </a:cubicBezTo>
                <a:cubicBezTo>
                  <a:pt x="7523" y="18017"/>
                  <a:pt x="8319" y="19136"/>
                  <a:pt x="9255" y="20068"/>
                </a:cubicBezTo>
                <a:moveTo>
                  <a:pt x="10451" y="11148"/>
                </a:moveTo>
                <a:lnTo>
                  <a:pt x="10451" y="15346"/>
                </a:lnTo>
                <a:cubicBezTo>
                  <a:pt x="9352" y="15380"/>
                  <a:pt x="8290" y="15559"/>
                  <a:pt x="7288" y="15882"/>
                </a:cubicBezTo>
                <a:cubicBezTo>
                  <a:pt x="6685" y="14445"/>
                  <a:pt x="6329" y="12844"/>
                  <a:pt x="6285" y="11148"/>
                </a:cubicBezTo>
                <a:cubicBezTo>
                  <a:pt x="6285" y="11148"/>
                  <a:pt x="10451" y="11148"/>
                  <a:pt x="10451" y="11148"/>
                </a:cubicBezTo>
                <a:close/>
                <a:moveTo>
                  <a:pt x="7041" y="6324"/>
                </a:moveTo>
                <a:cubicBezTo>
                  <a:pt x="8115" y="6696"/>
                  <a:pt x="9260" y="6913"/>
                  <a:pt x="10451" y="6950"/>
                </a:cubicBezTo>
                <a:lnTo>
                  <a:pt x="10451" y="10451"/>
                </a:lnTo>
                <a:lnTo>
                  <a:pt x="6285" y="10451"/>
                </a:lnTo>
                <a:cubicBezTo>
                  <a:pt x="6324" y="8992"/>
                  <a:pt x="6581" y="7598"/>
                  <a:pt x="7041" y="6324"/>
                </a:cubicBezTo>
                <a:moveTo>
                  <a:pt x="6651" y="5442"/>
                </a:moveTo>
                <a:cubicBezTo>
                  <a:pt x="5790" y="5084"/>
                  <a:pt x="4993" y="4609"/>
                  <a:pt x="4263" y="4050"/>
                </a:cubicBezTo>
                <a:cubicBezTo>
                  <a:pt x="5606" y="2749"/>
                  <a:pt x="7332" y="1851"/>
                  <a:pt x="9255" y="1531"/>
                </a:cubicBezTo>
                <a:cubicBezTo>
                  <a:pt x="8175" y="2610"/>
                  <a:pt x="7286" y="3939"/>
                  <a:pt x="6651" y="5442"/>
                </a:cubicBezTo>
                <a:moveTo>
                  <a:pt x="10451" y="1411"/>
                </a:moveTo>
                <a:lnTo>
                  <a:pt x="10451" y="6253"/>
                </a:lnTo>
                <a:cubicBezTo>
                  <a:pt x="9352" y="6217"/>
                  <a:pt x="8296" y="6021"/>
                  <a:pt x="7303" y="5681"/>
                </a:cubicBezTo>
                <a:cubicBezTo>
                  <a:pt x="8029" y="3972"/>
                  <a:pt x="9101" y="2507"/>
                  <a:pt x="10415" y="1413"/>
                </a:cubicBezTo>
                <a:cubicBezTo>
                  <a:pt x="10427" y="1412"/>
                  <a:pt x="10439" y="1411"/>
                  <a:pt x="10451" y="1411"/>
                </a:cubicBezTo>
                <a:moveTo>
                  <a:pt x="12344" y="1531"/>
                </a:moveTo>
                <a:cubicBezTo>
                  <a:pt x="14267" y="1851"/>
                  <a:pt x="15993" y="2749"/>
                  <a:pt x="17336" y="4050"/>
                </a:cubicBezTo>
                <a:cubicBezTo>
                  <a:pt x="16606" y="4609"/>
                  <a:pt x="15809" y="5084"/>
                  <a:pt x="14948" y="5442"/>
                </a:cubicBezTo>
                <a:cubicBezTo>
                  <a:pt x="14313" y="3939"/>
                  <a:pt x="13424" y="2610"/>
                  <a:pt x="12344" y="1531"/>
                </a:cubicBezTo>
                <a:moveTo>
                  <a:pt x="11184" y="1413"/>
                </a:moveTo>
                <a:cubicBezTo>
                  <a:pt x="12498" y="2507"/>
                  <a:pt x="13570" y="3972"/>
                  <a:pt x="14296" y="5681"/>
                </a:cubicBezTo>
                <a:cubicBezTo>
                  <a:pt x="13303" y="6021"/>
                  <a:pt x="12247" y="6217"/>
                  <a:pt x="11148" y="6253"/>
                </a:cubicBezTo>
                <a:lnTo>
                  <a:pt x="11148" y="1411"/>
                </a:lnTo>
                <a:cubicBezTo>
                  <a:pt x="11160" y="1411"/>
                  <a:pt x="11172" y="1412"/>
                  <a:pt x="11184" y="1413"/>
                </a:cubicBezTo>
                <a:moveTo>
                  <a:pt x="10414" y="20186"/>
                </a:moveTo>
                <a:cubicBezTo>
                  <a:pt x="9256" y="19223"/>
                  <a:pt x="8285" y="17970"/>
                  <a:pt x="7574" y="16516"/>
                </a:cubicBezTo>
                <a:cubicBezTo>
                  <a:pt x="8486" y="16231"/>
                  <a:pt x="9453" y="16075"/>
                  <a:pt x="10451" y="16043"/>
                </a:cubicBezTo>
                <a:lnTo>
                  <a:pt x="10451" y="20188"/>
                </a:lnTo>
                <a:cubicBezTo>
                  <a:pt x="10451" y="20188"/>
                  <a:pt x="10414" y="20186"/>
                  <a:pt x="10414" y="20186"/>
                </a:cubicBezTo>
                <a:close/>
                <a:moveTo>
                  <a:pt x="20188" y="10451"/>
                </a:moveTo>
                <a:lnTo>
                  <a:pt x="16010" y="10451"/>
                </a:lnTo>
                <a:cubicBezTo>
                  <a:pt x="15972" y="8908"/>
                  <a:pt x="15698" y="7433"/>
                  <a:pt x="15211" y="6084"/>
                </a:cubicBezTo>
                <a:cubicBezTo>
                  <a:pt x="16151" y="5691"/>
                  <a:pt x="17020" y="5170"/>
                  <a:pt x="17814" y="4553"/>
                </a:cubicBezTo>
                <a:cubicBezTo>
                  <a:pt x="19223" y="6135"/>
                  <a:pt x="20105" y="8190"/>
                  <a:pt x="20188" y="10451"/>
                </a:cubicBezTo>
                <a:moveTo>
                  <a:pt x="10800" y="0"/>
                </a:moveTo>
                <a:cubicBezTo>
                  <a:pt x="4835" y="0"/>
                  <a:pt x="0" y="4835"/>
                  <a:pt x="0" y="10800"/>
                </a:cubicBezTo>
                <a:cubicBezTo>
                  <a:pt x="0" y="16764"/>
                  <a:pt x="4835" y="21600"/>
                  <a:pt x="10800" y="21600"/>
                </a:cubicBezTo>
                <a:cubicBezTo>
                  <a:pt x="16764" y="21600"/>
                  <a:pt x="21600" y="16764"/>
                  <a:pt x="21600" y="10800"/>
                </a:cubicBezTo>
                <a:cubicBezTo>
                  <a:pt x="21600" y="4835"/>
                  <a:pt x="16764" y="0"/>
                  <a:pt x="10800" y="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168" name="AutoShape 28"/>
          <p:cNvSpPr>
            <a:spLocks/>
          </p:cNvSpPr>
          <p:nvPr/>
        </p:nvSpPr>
        <p:spPr bwMode="auto">
          <a:xfrm>
            <a:off x="2937786" y="6303427"/>
            <a:ext cx="366676"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9450"/>
                </a:moveTo>
                <a:cubicBezTo>
                  <a:pt x="20249" y="9823"/>
                  <a:pt x="19947" y="10124"/>
                  <a:pt x="19575" y="10124"/>
                </a:cubicBezTo>
                <a:lnTo>
                  <a:pt x="18324" y="10124"/>
                </a:lnTo>
                <a:lnTo>
                  <a:pt x="15624" y="5400"/>
                </a:lnTo>
                <a:lnTo>
                  <a:pt x="17549" y="5400"/>
                </a:lnTo>
                <a:cubicBezTo>
                  <a:pt x="17762" y="5400"/>
                  <a:pt x="17962" y="5500"/>
                  <a:pt x="18089" y="5670"/>
                </a:cubicBezTo>
                <a:lnTo>
                  <a:pt x="20114" y="8370"/>
                </a:lnTo>
                <a:cubicBezTo>
                  <a:pt x="20202" y="8486"/>
                  <a:pt x="20249" y="8628"/>
                  <a:pt x="20249" y="8774"/>
                </a:cubicBezTo>
                <a:cubicBezTo>
                  <a:pt x="20249" y="8774"/>
                  <a:pt x="20249" y="9450"/>
                  <a:pt x="20249" y="9450"/>
                </a:cubicBezTo>
                <a:close/>
                <a:moveTo>
                  <a:pt x="18224" y="20249"/>
                </a:moveTo>
                <a:lnTo>
                  <a:pt x="14174" y="20249"/>
                </a:lnTo>
                <a:lnTo>
                  <a:pt x="14174" y="13500"/>
                </a:lnTo>
                <a:cubicBezTo>
                  <a:pt x="14174" y="13126"/>
                  <a:pt x="13872" y="12825"/>
                  <a:pt x="13499" y="12825"/>
                </a:cubicBezTo>
                <a:lnTo>
                  <a:pt x="8437" y="12825"/>
                </a:lnTo>
                <a:cubicBezTo>
                  <a:pt x="8064" y="12825"/>
                  <a:pt x="7762" y="13126"/>
                  <a:pt x="7762" y="13500"/>
                </a:cubicBezTo>
                <a:lnTo>
                  <a:pt x="7762" y="20249"/>
                </a:lnTo>
                <a:lnTo>
                  <a:pt x="3374" y="20249"/>
                </a:lnTo>
                <a:lnTo>
                  <a:pt x="3374" y="11475"/>
                </a:lnTo>
                <a:lnTo>
                  <a:pt x="18224" y="11475"/>
                </a:lnTo>
                <a:cubicBezTo>
                  <a:pt x="18224" y="11475"/>
                  <a:pt x="18224" y="20249"/>
                  <a:pt x="18224" y="20249"/>
                </a:cubicBezTo>
                <a:close/>
                <a:moveTo>
                  <a:pt x="13499" y="20249"/>
                </a:moveTo>
                <a:lnTo>
                  <a:pt x="8437" y="20249"/>
                </a:lnTo>
                <a:lnTo>
                  <a:pt x="8437" y="13500"/>
                </a:lnTo>
                <a:lnTo>
                  <a:pt x="13499" y="13500"/>
                </a:lnTo>
                <a:cubicBezTo>
                  <a:pt x="13499" y="13500"/>
                  <a:pt x="13499" y="20249"/>
                  <a:pt x="13499" y="20249"/>
                </a:cubicBezTo>
                <a:close/>
                <a:moveTo>
                  <a:pt x="1349" y="9450"/>
                </a:moveTo>
                <a:lnTo>
                  <a:pt x="1349" y="8774"/>
                </a:lnTo>
                <a:cubicBezTo>
                  <a:pt x="1349" y="8628"/>
                  <a:pt x="1397" y="8486"/>
                  <a:pt x="1485" y="8370"/>
                </a:cubicBezTo>
                <a:lnTo>
                  <a:pt x="3510" y="5670"/>
                </a:lnTo>
                <a:cubicBezTo>
                  <a:pt x="3637" y="5500"/>
                  <a:pt x="3837" y="5400"/>
                  <a:pt x="4049" y="5400"/>
                </a:cubicBezTo>
                <a:lnTo>
                  <a:pt x="5975" y="5400"/>
                </a:lnTo>
                <a:lnTo>
                  <a:pt x="3275" y="10124"/>
                </a:lnTo>
                <a:lnTo>
                  <a:pt x="2024" y="10124"/>
                </a:lnTo>
                <a:cubicBezTo>
                  <a:pt x="1652" y="10124"/>
                  <a:pt x="1349" y="9823"/>
                  <a:pt x="1349" y="9450"/>
                </a:cubicBezTo>
                <a:moveTo>
                  <a:pt x="13369" y="5400"/>
                </a:moveTo>
                <a:lnTo>
                  <a:pt x="14846" y="5400"/>
                </a:lnTo>
                <a:lnTo>
                  <a:pt x="17546" y="10124"/>
                </a:lnTo>
                <a:lnTo>
                  <a:pt x="14719" y="10124"/>
                </a:lnTo>
                <a:cubicBezTo>
                  <a:pt x="14719" y="10124"/>
                  <a:pt x="13369" y="5400"/>
                  <a:pt x="13369" y="5400"/>
                </a:cubicBezTo>
                <a:close/>
                <a:moveTo>
                  <a:pt x="11137" y="5400"/>
                </a:moveTo>
                <a:lnTo>
                  <a:pt x="12666" y="5400"/>
                </a:lnTo>
                <a:lnTo>
                  <a:pt x="14016" y="10124"/>
                </a:lnTo>
                <a:lnTo>
                  <a:pt x="11137" y="10124"/>
                </a:lnTo>
                <a:cubicBezTo>
                  <a:pt x="11137" y="10124"/>
                  <a:pt x="11137" y="5400"/>
                  <a:pt x="11137" y="5400"/>
                </a:cubicBezTo>
                <a:close/>
                <a:moveTo>
                  <a:pt x="8932" y="5400"/>
                </a:moveTo>
                <a:lnTo>
                  <a:pt x="10462" y="5400"/>
                </a:lnTo>
                <a:lnTo>
                  <a:pt x="10462" y="10124"/>
                </a:lnTo>
                <a:lnTo>
                  <a:pt x="7582" y="10124"/>
                </a:lnTo>
                <a:cubicBezTo>
                  <a:pt x="7582" y="10124"/>
                  <a:pt x="8932" y="5400"/>
                  <a:pt x="8932" y="5400"/>
                </a:cubicBezTo>
                <a:close/>
                <a:moveTo>
                  <a:pt x="6880" y="10124"/>
                </a:moveTo>
                <a:lnTo>
                  <a:pt x="4052" y="10124"/>
                </a:lnTo>
                <a:lnTo>
                  <a:pt x="6752" y="5400"/>
                </a:lnTo>
                <a:lnTo>
                  <a:pt x="8230" y="5400"/>
                </a:lnTo>
                <a:cubicBezTo>
                  <a:pt x="8230" y="5400"/>
                  <a:pt x="6880" y="10124"/>
                  <a:pt x="6880" y="10124"/>
                </a:cubicBezTo>
                <a:close/>
                <a:moveTo>
                  <a:pt x="17549" y="1350"/>
                </a:moveTo>
                <a:lnTo>
                  <a:pt x="17549" y="4050"/>
                </a:lnTo>
                <a:lnTo>
                  <a:pt x="4049" y="4050"/>
                </a:lnTo>
                <a:lnTo>
                  <a:pt x="4049" y="1350"/>
                </a:lnTo>
                <a:cubicBezTo>
                  <a:pt x="4049" y="1350"/>
                  <a:pt x="17549" y="1350"/>
                  <a:pt x="17549" y="1350"/>
                </a:cubicBezTo>
                <a:close/>
                <a:moveTo>
                  <a:pt x="21194" y="7560"/>
                </a:moveTo>
                <a:lnTo>
                  <a:pt x="19170" y="4861"/>
                </a:lnTo>
                <a:cubicBezTo>
                  <a:pt x="19091" y="4755"/>
                  <a:pt x="18997" y="4663"/>
                  <a:pt x="18899" y="4576"/>
                </a:cubicBezTo>
                <a:lnTo>
                  <a:pt x="18899" y="1350"/>
                </a:lnTo>
                <a:cubicBezTo>
                  <a:pt x="18899" y="605"/>
                  <a:pt x="18295" y="0"/>
                  <a:pt x="17549" y="0"/>
                </a:cubicBezTo>
                <a:lnTo>
                  <a:pt x="4049" y="0"/>
                </a:lnTo>
                <a:cubicBezTo>
                  <a:pt x="3304" y="0"/>
                  <a:pt x="2699" y="605"/>
                  <a:pt x="2699" y="1350"/>
                </a:cubicBezTo>
                <a:lnTo>
                  <a:pt x="2699" y="4576"/>
                </a:lnTo>
                <a:cubicBezTo>
                  <a:pt x="2602" y="4663"/>
                  <a:pt x="2508" y="4754"/>
                  <a:pt x="2430" y="4860"/>
                </a:cubicBezTo>
                <a:lnTo>
                  <a:pt x="406" y="7559"/>
                </a:lnTo>
                <a:cubicBezTo>
                  <a:pt x="143" y="7907"/>
                  <a:pt x="0" y="8338"/>
                  <a:pt x="0" y="8774"/>
                </a:cubicBezTo>
                <a:lnTo>
                  <a:pt x="0" y="9450"/>
                </a:lnTo>
                <a:cubicBezTo>
                  <a:pt x="0" y="10566"/>
                  <a:pt x="908" y="11475"/>
                  <a:pt x="2024" y="11475"/>
                </a:cubicBezTo>
                <a:lnTo>
                  <a:pt x="2024" y="20249"/>
                </a:lnTo>
                <a:cubicBezTo>
                  <a:pt x="2024" y="20994"/>
                  <a:pt x="2629" y="21599"/>
                  <a:pt x="3374" y="21599"/>
                </a:cubicBezTo>
                <a:lnTo>
                  <a:pt x="18224" y="21599"/>
                </a:lnTo>
                <a:cubicBezTo>
                  <a:pt x="18970" y="21599"/>
                  <a:pt x="19575" y="20994"/>
                  <a:pt x="19575" y="20249"/>
                </a:cubicBezTo>
                <a:lnTo>
                  <a:pt x="19575" y="11475"/>
                </a:lnTo>
                <a:cubicBezTo>
                  <a:pt x="20691" y="11475"/>
                  <a:pt x="21600" y="10566"/>
                  <a:pt x="21600" y="9450"/>
                </a:cubicBezTo>
                <a:lnTo>
                  <a:pt x="21600" y="8774"/>
                </a:lnTo>
                <a:cubicBezTo>
                  <a:pt x="21600" y="8338"/>
                  <a:pt x="21456" y="7907"/>
                  <a:pt x="21194" y="756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nvGrpSpPr>
          <p:cNvPr id="169" name="组合 168"/>
          <p:cNvGrpSpPr/>
          <p:nvPr/>
        </p:nvGrpSpPr>
        <p:grpSpPr>
          <a:xfrm>
            <a:off x="2546029" y="6303427"/>
            <a:ext cx="251543" cy="366676"/>
            <a:chOff x="4657770" y="7205877"/>
            <a:chExt cx="251543" cy="366676"/>
          </a:xfrm>
        </p:grpSpPr>
        <p:sp>
          <p:nvSpPr>
            <p:cNvPr id="170" name="AutoShape 97"/>
            <p:cNvSpPr>
              <a:spLocks/>
            </p:cNvSpPr>
            <p:nvPr/>
          </p:nvSpPr>
          <p:spPr bwMode="auto">
            <a:xfrm>
              <a:off x="4657770" y="7205877"/>
              <a:ext cx="251543"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636" y="3374"/>
                  </a:moveTo>
                  <a:lnTo>
                    <a:pt x="1963" y="3375"/>
                  </a:lnTo>
                  <a:lnTo>
                    <a:pt x="1963" y="2025"/>
                  </a:lnTo>
                  <a:cubicBezTo>
                    <a:pt x="1963" y="1653"/>
                    <a:pt x="2402" y="1350"/>
                    <a:pt x="2945" y="1350"/>
                  </a:cubicBezTo>
                  <a:lnTo>
                    <a:pt x="18654" y="1349"/>
                  </a:lnTo>
                  <a:cubicBezTo>
                    <a:pt x="19195" y="1349"/>
                    <a:pt x="19636" y="1652"/>
                    <a:pt x="19636" y="2024"/>
                  </a:cubicBezTo>
                  <a:cubicBezTo>
                    <a:pt x="19636" y="2024"/>
                    <a:pt x="19636" y="3374"/>
                    <a:pt x="19636" y="3374"/>
                  </a:cubicBezTo>
                  <a:close/>
                  <a:moveTo>
                    <a:pt x="19636" y="17546"/>
                  </a:moveTo>
                  <a:lnTo>
                    <a:pt x="1963" y="17547"/>
                  </a:lnTo>
                  <a:lnTo>
                    <a:pt x="1963" y="4050"/>
                  </a:lnTo>
                  <a:lnTo>
                    <a:pt x="19636" y="4049"/>
                  </a:lnTo>
                  <a:cubicBezTo>
                    <a:pt x="19636" y="4049"/>
                    <a:pt x="19636" y="17546"/>
                    <a:pt x="19636" y="17546"/>
                  </a:cubicBezTo>
                  <a:close/>
                  <a:moveTo>
                    <a:pt x="19636" y="19574"/>
                  </a:moveTo>
                  <a:cubicBezTo>
                    <a:pt x="19636" y="19946"/>
                    <a:pt x="19195" y="20249"/>
                    <a:pt x="18654" y="20249"/>
                  </a:cubicBezTo>
                  <a:lnTo>
                    <a:pt x="2945" y="20250"/>
                  </a:lnTo>
                  <a:cubicBezTo>
                    <a:pt x="2402" y="20250"/>
                    <a:pt x="1963" y="19947"/>
                    <a:pt x="1963" y="19575"/>
                  </a:cubicBezTo>
                  <a:lnTo>
                    <a:pt x="1963" y="18222"/>
                  </a:lnTo>
                  <a:lnTo>
                    <a:pt x="19636" y="18221"/>
                  </a:lnTo>
                  <a:cubicBezTo>
                    <a:pt x="19636" y="18221"/>
                    <a:pt x="19636" y="19574"/>
                    <a:pt x="19636" y="19574"/>
                  </a:cubicBezTo>
                  <a:close/>
                  <a:moveTo>
                    <a:pt x="18654" y="0"/>
                  </a:moveTo>
                  <a:lnTo>
                    <a:pt x="2945" y="0"/>
                  </a:lnTo>
                  <a:cubicBezTo>
                    <a:pt x="1317" y="0"/>
                    <a:pt x="0" y="907"/>
                    <a:pt x="0" y="2025"/>
                  </a:cubicBezTo>
                  <a:lnTo>
                    <a:pt x="0" y="19575"/>
                  </a:lnTo>
                  <a:cubicBezTo>
                    <a:pt x="0" y="20693"/>
                    <a:pt x="1317" y="21600"/>
                    <a:pt x="2945" y="21600"/>
                  </a:cubicBezTo>
                  <a:lnTo>
                    <a:pt x="18654" y="21599"/>
                  </a:lnTo>
                  <a:cubicBezTo>
                    <a:pt x="20280" y="21599"/>
                    <a:pt x="21600" y="20693"/>
                    <a:pt x="21600" y="19574"/>
                  </a:cubicBezTo>
                  <a:lnTo>
                    <a:pt x="21600" y="2024"/>
                  </a:lnTo>
                  <a:cubicBezTo>
                    <a:pt x="21600" y="906"/>
                    <a:pt x="20280" y="0"/>
                    <a:pt x="18654" y="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171" name="AutoShape 98"/>
            <p:cNvSpPr>
              <a:spLocks/>
            </p:cNvSpPr>
            <p:nvPr/>
          </p:nvSpPr>
          <p:spPr bwMode="auto">
            <a:xfrm>
              <a:off x="4760387" y="7240293"/>
              <a:ext cx="46304" cy="112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10800"/>
                  </a:moveTo>
                  <a:cubicBezTo>
                    <a:pt x="21600" y="16758"/>
                    <a:pt x="20387" y="21599"/>
                    <a:pt x="18899" y="21599"/>
                  </a:cubicBezTo>
                  <a:lnTo>
                    <a:pt x="2699" y="21599"/>
                  </a:lnTo>
                  <a:cubicBezTo>
                    <a:pt x="1202" y="21599"/>
                    <a:pt x="0" y="16758"/>
                    <a:pt x="0" y="10800"/>
                  </a:cubicBezTo>
                  <a:cubicBezTo>
                    <a:pt x="0" y="4841"/>
                    <a:pt x="1202" y="0"/>
                    <a:pt x="2699" y="0"/>
                  </a:cubicBezTo>
                  <a:lnTo>
                    <a:pt x="18899" y="0"/>
                  </a:lnTo>
                  <a:cubicBezTo>
                    <a:pt x="20387" y="0"/>
                    <a:pt x="21600" y="4841"/>
                    <a:pt x="21600" y="1080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172" name="AutoShape 99"/>
            <p:cNvSpPr>
              <a:spLocks/>
            </p:cNvSpPr>
            <p:nvPr/>
          </p:nvSpPr>
          <p:spPr bwMode="auto">
            <a:xfrm>
              <a:off x="4772276" y="7526876"/>
              <a:ext cx="22526" cy="112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10800"/>
                  </a:moveTo>
                  <a:cubicBezTo>
                    <a:pt x="21600" y="16769"/>
                    <a:pt x="19174" y="21599"/>
                    <a:pt x="16199" y="21599"/>
                  </a:cubicBezTo>
                  <a:lnTo>
                    <a:pt x="5399" y="21599"/>
                  </a:lnTo>
                  <a:cubicBezTo>
                    <a:pt x="2404" y="21599"/>
                    <a:pt x="0" y="16769"/>
                    <a:pt x="0" y="10800"/>
                  </a:cubicBezTo>
                  <a:cubicBezTo>
                    <a:pt x="0" y="4830"/>
                    <a:pt x="2404" y="0"/>
                    <a:pt x="5399" y="0"/>
                  </a:cubicBezTo>
                  <a:lnTo>
                    <a:pt x="16199" y="0"/>
                  </a:lnTo>
                  <a:cubicBezTo>
                    <a:pt x="19174" y="0"/>
                    <a:pt x="21600" y="4830"/>
                    <a:pt x="21600" y="1080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sp>
        <p:nvSpPr>
          <p:cNvPr id="173" name="AutoShape 100"/>
          <p:cNvSpPr>
            <a:spLocks/>
          </p:cNvSpPr>
          <p:nvPr/>
        </p:nvSpPr>
        <p:spPr bwMode="auto">
          <a:xfrm>
            <a:off x="2085442" y="6303427"/>
            <a:ext cx="320373"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057" y="6750"/>
                </a:moveTo>
                <a:lnTo>
                  <a:pt x="1542" y="6750"/>
                </a:lnTo>
                <a:lnTo>
                  <a:pt x="1542" y="4725"/>
                </a:lnTo>
                <a:lnTo>
                  <a:pt x="20057" y="4725"/>
                </a:lnTo>
                <a:cubicBezTo>
                  <a:pt x="20057" y="4725"/>
                  <a:pt x="20057" y="6750"/>
                  <a:pt x="20057" y="6750"/>
                </a:cubicBezTo>
                <a:close/>
                <a:moveTo>
                  <a:pt x="17485" y="10124"/>
                </a:moveTo>
                <a:lnTo>
                  <a:pt x="4113" y="10124"/>
                </a:lnTo>
                <a:lnTo>
                  <a:pt x="3857" y="8100"/>
                </a:lnTo>
                <a:lnTo>
                  <a:pt x="17742" y="8100"/>
                </a:lnTo>
                <a:cubicBezTo>
                  <a:pt x="17742" y="8100"/>
                  <a:pt x="17485" y="10124"/>
                  <a:pt x="17485" y="10124"/>
                </a:cubicBezTo>
                <a:close/>
                <a:moveTo>
                  <a:pt x="16542" y="17549"/>
                </a:moveTo>
                <a:lnTo>
                  <a:pt x="5057" y="17549"/>
                </a:lnTo>
                <a:lnTo>
                  <a:pt x="4199" y="10800"/>
                </a:lnTo>
                <a:lnTo>
                  <a:pt x="17399" y="10800"/>
                </a:lnTo>
                <a:cubicBezTo>
                  <a:pt x="17399" y="10800"/>
                  <a:pt x="16542" y="17549"/>
                  <a:pt x="16542" y="17549"/>
                </a:cubicBezTo>
                <a:close/>
                <a:moveTo>
                  <a:pt x="5400" y="20249"/>
                </a:moveTo>
                <a:lnTo>
                  <a:pt x="5142" y="18225"/>
                </a:lnTo>
                <a:lnTo>
                  <a:pt x="16456" y="18225"/>
                </a:lnTo>
                <a:lnTo>
                  <a:pt x="16200" y="20249"/>
                </a:lnTo>
                <a:cubicBezTo>
                  <a:pt x="16200" y="20249"/>
                  <a:pt x="5400" y="20249"/>
                  <a:pt x="5400" y="20249"/>
                </a:cubicBezTo>
                <a:close/>
                <a:moveTo>
                  <a:pt x="3857" y="1350"/>
                </a:moveTo>
                <a:lnTo>
                  <a:pt x="17742" y="1350"/>
                </a:lnTo>
                <a:lnTo>
                  <a:pt x="18514" y="3375"/>
                </a:lnTo>
                <a:lnTo>
                  <a:pt x="3085" y="3375"/>
                </a:lnTo>
                <a:cubicBezTo>
                  <a:pt x="3085" y="3375"/>
                  <a:pt x="3857" y="1350"/>
                  <a:pt x="3857" y="1350"/>
                </a:cubicBezTo>
                <a:close/>
                <a:moveTo>
                  <a:pt x="20143" y="3389"/>
                </a:moveTo>
                <a:lnTo>
                  <a:pt x="19205" y="922"/>
                </a:lnTo>
                <a:cubicBezTo>
                  <a:pt x="18996" y="371"/>
                  <a:pt x="18407" y="0"/>
                  <a:pt x="17742" y="0"/>
                </a:cubicBezTo>
                <a:lnTo>
                  <a:pt x="3857" y="0"/>
                </a:lnTo>
                <a:cubicBezTo>
                  <a:pt x="3192" y="0"/>
                  <a:pt x="2603" y="371"/>
                  <a:pt x="2393" y="922"/>
                </a:cubicBezTo>
                <a:lnTo>
                  <a:pt x="1448" y="3391"/>
                </a:lnTo>
                <a:cubicBezTo>
                  <a:pt x="643" y="3436"/>
                  <a:pt x="0" y="4008"/>
                  <a:pt x="0" y="4725"/>
                </a:cubicBezTo>
                <a:lnTo>
                  <a:pt x="0" y="6750"/>
                </a:lnTo>
                <a:cubicBezTo>
                  <a:pt x="0" y="7495"/>
                  <a:pt x="690" y="8100"/>
                  <a:pt x="1542" y="8100"/>
                </a:cubicBezTo>
                <a:lnTo>
                  <a:pt x="2340" y="8100"/>
                </a:lnTo>
                <a:cubicBezTo>
                  <a:pt x="2340" y="8150"/>
                  <a:pt x="2317" y="8198"/>
                  <a:pt x="2323" y="8249"/>
                </a:cubicBezTo>
                <a:lnTo>
                  <a:pt x="3866" y="20398"/>
                </a:lnTo>
                <a:cubicBezTo>
                  <a:pt x="3953" y="21082"/>
                  <a:pt x="4614" y="21599"/>
                  <a:pt x="5400" y="21599"/>
                </a:cubicBezTo>
                <a:lnTo>
                  <a:pt x="16200" y="21599"/>
                </a:lnTo>
                <a:cubicBezTo>
                  <a:pt x="16986" y="21599"/>
                  <a:pt x="17646" y="21082"/>
                  <a:pt x="17732" y="20398"/>
                </a:cubicBezTo>
                <a:lnTo>
                  <a:pt x="19275" y="8249"/>
                </a:lnTo>
                <a:cubicBezTo>
                  <a:pt x="19282" y="8198"/>
                  <a:pt x="19258" y="8150"/>
                  <a:pt x="19258" y="8100"/>
                </a:cubicBezTo>
                <a:lnTo>
                  <a:pt x="20057" y="8100"/>
                </a:lnTo>
                <a:cubicBezTo>
                  <a:pt x="20908" y="8100"/>
                  <a:pt x="21600" y="7495"/>
                  <a:pt x="21600" y="6750"/>
                </a:cubicBezTo>
                <a:lnTo>
                  <a:pt x="21600" y="4725"/>
                </a:lnTo>
                <a:cubicBezTo>
                  <a:pt x="21600" y="4006"/>
                  <a:pt x="20952" y="3431"/>
                  <a:pt x="20143" y="3389"/>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nvGrpSpPr>
          <p:cNvPr id="174" name="组合 173"/>
          <p:cNvGrpSpPr/>
          <p:nvPr/>
        </p:nvGrpSpPr>
        <p:grpSpPr>
          <a:xfrm>
            <a:off x="1579178" y="6326579"/>
            <a:ext cx="366050" cy="320373"/>
            <a:chOff x="3135998" y="7229029"/>
            <a:chExt cx="366050" cy="320373"/>
          </a:xfrm>
        </p:grpSpPr>
        <p:sp>
          <p:nvSpPr>
            <p:cNvPr id="175" name="AutoShape 101"/>
            <p:cNvSpPr>
              <a:spLocks/>
            </p:cNvSpPr>
            <p:nvPr/>
          </p:nvSpPr>
          <p:spPr bwMode="auto">
            <a:xfrm>
              <a:off x="3135998" y="7229029"/>
              <a:ext cx="366050" cy="32037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8514"/>
                  </a:moveTo>
                  <a:cubicBezTo>
                    <a:pt x="20249" y="19365"/>
                    <a:pt x="19644" y="20057"/>
                    <a:pt x="18899" y="20057"/>
                  </a:cubicBezTo>
                  <a:lnTo>
                    <a:pt x="2699" y="20057"/>
                  </a:lnTo>
                  <a:cubicBezTo>
                    <a:pt x="1955" y="20057"/>
                    <a:pt x="1349" y="19365"/>
                    <a:pt x="1349" y="18514"/>
                  </a:cubicBezTo>
                  <a:lnTo>
                    <a:pt x="1349" y="13114"/>
                  </a:lnTo>
                  <a:lnTo>
                    <a:pt x="4050" y="1542"/>
                  </a:lnTo>
                  <a:lnTo>
                    <a:pt x="17549" y="1542"/>
                  </a:lnTo>
                  <a:lnTo>
                    <a:pt x="20249" y="13114"/>
                  </a:lnTo>
                  <a:cubicBezTo>
                    <a:pt x="20249" y="13114"/>
                    <a:pt x="20249" y="18514"/>
                    <a:pt x="20249" y="18514"/>
                  </a:cubicBezTo>
                  <a:close/>
                  <a:moveTo>
                    <a:pt x="21548" y="12693"/>
                  </a:moveTo>
                  <a:lnTo>
                    <a:pt x="18847" y="1117"/>
                  </a:lnTo>
                  <a:cubicBezTo>
                    <a:pt x="18683" y="460"/>
                    <a:pt x="18150" y="0"/>
                    <a:pt x="17549" y="0"/>
                  </a:cubicBezTo>
                  <a:lnTo>
                    <a:pt x="10800" y="0"/>
                  </a:lnTo>
                  <a:lnTo>
                    <a:pt x="4049" y="0"/>
                  </a:lnTo>
                  <a:cubicBezTo>
                    <a:pt x="3449" y="0"/>
                    <a:pt x="2916" y="460"/>
                    <a:pt x="2752" y="1117"/>
                  </a:cubicBezTo>
                  <a:lnTo>
                    <a:pt x="51" y="12693"/>
                  </a:lnTo>
                  <a:cubicBezTo>
                    <a:pt x="17" y="12835"/>
                    <a:pt x="0" y="12976"/>
                    <a:pt x="0" y="13114"/>
                  </a:cubicBezTo>
                  <a:lnTo>
                    <a:pt x="0" y="18514"/>
                  </a:lnTo>
                  <a:cubicBezTo>
                    <a:pt x="0" y="20218"/>
                    <a:pt x="1208" y="21600"/>
                    <a:pt x="2699" y="21600"/>
                  </a:cubicBezTo>
                  <a:lnTo>
                    <a:pt x="18899" y="21600"/>
                  </a:lnTo>
                  <a:cubicBezTo>
                    <a:pt x="20391" y="21600"/>
                    <a:pt x="21600" y="20218"/>
                    <a:pt x="21600" y="18514"/>
                  </a:cubicBezTo>
                  <a:lnTo>
                    <a:pt x="21600" y="13114"/>
                  </a:lnTo>
                  <a:cubicBezTo>
                    <a:pt x="21600" y="12976"/>
                    <a:pt x="21582" y="12835"/>
                    <a:pt x="21548" y="12693"/>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176" name="AutoShape 102"/>
            <p:cNvSpPr>
              <a:spLocks/>
            </p:cNvSpPr>
            <p:nvPr/>
          </p:nvSpPr>
          <p:spPr bwMode="auto">
            <a:xfrm>
              <a:off x="3181678" y="7274708"/>
              <a:ext cx="279075" cy="205865"/>
            </a:xfrm>
            <a:custGeom>
              <a:avLst/>
              <a:gdLst>
                <a:gd name="T0" fmla="+- 0 10799 40"/>
                <a:gd name="T1" fmla="*/ T0 w 21519"/>
                <a:gd name="T2" fmla="*/ 10800 h 21600"/>
                <a:gd name="T3" fmla="+- 0 10799 40"/>
                <a:gd name="T4" fmla="*/ T3 w 21519"/>
                <a:gd name="T5" fmla="*/ 10800 h 21600"/>
                <a:gd name="T6" fmla="+- 0 10799 40"/>
                <a:gd name="T7" fmla="*/ T6 w 21519"/>
                <a:gd name="T8" fmla="*/ 10800 h 21600"/>
                <a:gd name="T9" fmla="+- 0 10799 40"/>
                <a:gd name="T10" fmla="*/ T9 w 21519"/>
                <a:gd name="T11" fmla="*/ 10800 h 21600"/>
              </a:gdLst>
              <a:ahLst/>
              <a:cxnLst>
                <a:cxn ang="0">
                  <a:pos x="T1" y="T2"/>
                </a:cxn>
                <a:cxn ang="0">
                  <a:pos x="T4" y="T5"/>
                </a:cxn>
                <a:cxn ang="0">
                  <a:pos x="T7" y="T8"/>
                </a:cxn>
                <a:cxn ang="0">
                  <a:pos x="T10" y="T11"/>
                </a:cxn>
              </a:cxnLst>
              <a:rect l="0" t="0" r="r" b="b"/>
              <a:pathLst>
                <a:path w="21519" h="21600">
                  <a:moveTo>
                    <a:pt x="18070" y="14399"/>
                  </a:moveTo>
                  <a:lnTo>
                    <a:pt x="16603" y="14399"/>
                  </a:lnTo>
                  <a:cubicBezTo>
                    <a:pt x="15931" y="14399"/>
                    <a:pt x="15325" y="14907"/>
                    <a:pt x="15024" y="15725"/>
                  </a:cubicBezTo>
                  <a:lnTo>
                    <a:pt x="13746" y="19199"/>
                  </a:lnTo>
                  <a:lnTo>
                    <a:pt x="7773" y="19199"/>
                  </a:lnTo>
                  <a:lnTo>
                    <a:pt x="6495" y="15725"/>
                  </a:lnTo>
                  <a:cubicBezTo>
                    <a:pt x="6194" y="14907"/>
                    <a:pt x="5588" y="14399"/>
                    <a:pt x="4916" y="14399"/>
                  </a:cubicBezTo>
                  <a:lnTo>
                    <a:pt x="3449" y="14399"/>
                  </a:lnTo>
                  <a:lnTo>
                    <a:pt x="1343" y="14399"/>
                  </a:lnTo>
                  <a:lnTo>
                    <a:pt x="3924" y="1200"/>
                  </a:lnTo>
                  <a:lnTo>
                    <a:pt x="17595" y="1200"/>
                  </a:lnTo>
                  <a:lnTo>
                    <a:pt x="20176" y="14399"/>
                  </a:lnTo>
                  <a:cubicBezTo>
                    <a:pt x="20176" y="14399"/>
                    <a:pt x="18070" y="14399"/>
                    <a:pt x="18070" y="14399"/>
                  </a:cubicBezTo>
                  <a:close/>
                  <a:moveTo>
                    <a:pt x="17595" y="0"/>
                  </a:moveTo>
                  <a:lnTo>
                    <a:pt x="3924" y="0"/>
                  </a:lnTo>
                  <a:cubicBezTo>
                    <a:pt x="3524" y="0"/>
                    <a:pt x="3174" y="366"/>
                    <a:pt x="3071" y="891"/>
                  </a:cubicBezTo>
                  <a:lnTo>
                    <a:pt x="28" y="15291"/>
                  </a:lnTo>
                  <a:cubicBezTo>
                    <a:pt x="-40" y="15651"/>
                    <a:pt x="16" y="16035"/>
                    <a:pt x="183" y="16330"/>
                  </a:cubicBezTo>
                  <a:cubicBezTo>
                    <a:pt x="350" y="16625"/>
                    <a:pt x="609" y="16799"/>
                    <a:pt x="883" y="16799"/>
                  </a:cubicBezTo>
                  <a:lnTo>
                    <a:pt x="3449" y="16799"/>
                  </a:lnTo>
                  <a:lnTo>
                    <a:pt x="4456" y="16799"/>
                  </a:lnTo>
                  <a:lnTo>
                    <a:pt x="4916" y="16799"/>
                  </a:lnTo>
                  <a:lnTo>
                    <a:pt x="6194" y="20274"/>
                  </a:lnTo>
                  <a:cubicBezTo>
                    <a:pt x="6493" y="21086"/>
                    <a:pt x="7104" y="21599"/>
                    <a:pt x="7773" y="21599"/>
                  </a:cubicBezTo>
                  <a:lnTo>
                    <a:pt x="13746" y="21599"/>
                  </a:lnTo>
                  <a:cubicBezTo>
                    <a:pt x="14415" y="21599"/>
                    <a:pt x="15026" y="21086"/>
                    <a:pt x="15325" y="20274"/>
                  </a:cubicBezTo>
                  <a:lnTo>
                    <a:pt x="16603" y="16799"/>
                  </a:lnTo>
                  <a:lnTo>
                    <a:pt x="17063" y="16799"/>
                  </a:lnTo>
                  <a:lnTo>
                    <a:pt x="18070" y="16799"/>
                  </a:lnTo>
                  <a:lnTo>
                    <a:pt x="20636" y="16799"/>
                  </a:lnTo>
                  <a:cubicBezTo>
                    <a:pt x="20910" y="16799"/>
                    <a:pt x="21169" y="16625"/>
                    <a:pt x="21336" y="16330"/>
                  </a:cubicBezTo>
                  <a:cubicBezTo>
                    <a:pt x="21503" y="16035"/>
                    <a:pt x="21560" y="15651"/>
                    <a:pt x="21490" y="15291"/>
                  </a:cubicBezTo>
                  <a:lnTo>
                    <a:pt x="18448" y="891"/>
                  </a:lnTo>
                  <a:cubicBezTo>
                    <a:pt x="18345" y="366"/>
                    <a:pt x="17995" y="0"/>
                    <a:pt x="17595" y="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nvGrpSpPr>
          <p:cNvPr id="177" name="组合 176"/>
          <p:cNvGrpSpPr/>
          <p:nvPr/>
        </p:nvGrpSpPr>
        <p:grpSpPr>
          <a:xfrm>
            <a:off x="1072913" y="6326579"/>
            <a:ext cx="366051" cy="320373"/>
            <a:chOff x="2403273" y="7229029"/>
            <a:chExt cx="366051" cy="320373"/>
          </a:xfrm>
        </p:grpSpPr>
        <p:sp>
          <p:nvSpPr>
            <p:cNvPr id="178" name="AutoShape 103"/>
            <p:cNvSpPr>
              <a:spLocks/>
            </p:cNvSpPr>
            <p:nvPr/>
          </p:nvSpPr>
          <p:spPr bwMode="auto">
            <a:xfrm>
              <a:off x="2460840" y="7285970"/>
              <a:ext cx="131403" cy="863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60" y="0"/>
                  </a:moveTo>
                  <a:cubicBezTo>
                    <a:pt x="9461" y="0"/>
                    <a:pt x="0" y="9233"/>
                    <a:pt x="0" y="20160"/>
                  </a:cubicBezTo>
                  <a:cubicBezTo>
                    <a:pt x="0" y="20954"/>
                    <a:pt x="420" y="21600"/>
                    <a:pt x="939" y="21600"/>
                  </a:cubicBezTo>
                  <a:cubicBezTo>
                    <a:pt x="1457" y="21600"/>
                    <a:pt x="1878" y="20954"/>
                    <a:pt x="1878" y="20160"/>
                  </a:cubicBezTo>
                  <a:cubicBezTo>
                    <a:pt x="1878" y="10956"/>
                    <a:pt x="10655" y="2880"/>
                    <a:pt x="20660" y="2880"/>
                  </a:cubicBezTo>
                  <a:cubicBezTo>
                    <a:pt x="21179" y="2880"/>
                    <a:pt x="21600" y="2234"/>
                    <a:pt x="21600" y="1440"/>
                  </a:cubicBezTo>
                  <a:cubicBezTo>
                    <a:pt x="21600" y="645"/>
                    <a:pt x="21179" y="0"/>
                    <a:pt x="20660" y="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179" name="AutoShape 104"/>
            <p:cNvSpPr>
              <a:spLocks/>
            </p:cNvSpPr>
            <p:nvPr/>
          </p:nvSpPr>
          <p:spPr bwMode="auto">
            <a:xfrm>
              <a:off x="2403273" y="7229029"/>
              <a:ext cx="366051" cy="32037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6971"/>
                  </a:moveTo>
                  <a:cubicBezTo>
                    <a:pt x="10181" y="16971"/>
                    <a:pt x="9546" y="16918"/>
                    <a:pt x="8912" y="16811"/>
                  </a:cubicBezTo>
                  <a:cubicBezTo>
                    <a:pt x="8847" y="16800"/>
                    <a:pt x="8781" y="16794"/>
                    <a:pt x="8716" y="16794"/>
                  </a:cubicBezTo>
                  <a:cubicBezTo>
                    <a:pt x="8315" y="16794"/>
                    <a:pt x="7931" y="16999"/>
                    <a:pt x="7673" y="17359"/>
                  </a:cubicBezTo>
                  <a:cubicBezTo>
                    <a:pt x="7384" y="17761"/>
                    <a:pt x="6563" y="18657"/>
                    <a:pt x="5591" y="19318"/>
                  </a:cubicBezTo>
                  <a:cubicBezTo>
                    <a:pt x="5854" y="18628"/>
                    <a:pt x="6060" y="17853"/>
                    <a:pt x="6074" y="17056"/>
                  </a:cubicBezTo>
                  <a:cubicBezTo>
                    <a:pt x="6078" y="17006"/>
                    <a:pt x="6080" y="16956"/>
                    <a:pt x="6080" y="16914"/>
                  </a:cubicBezTo>
                  <a:cubicBezTo>
                    <a:pt x="6080" y="16334"/>
                    <a:pt x="5796" y="15803"/>
                    <a:pt x="5344" y="15540"/>
                  </a:cubicBezTo>
                  <a:cubicBezTo>
                    <a:pt x="2843" y="14080"/>
                    <a:pt x="1349" y="11731"/>
                    <a:pt x="1349" y="9257"/>
                  </a:cubicBezTo>
                  <a:cubicBezTo>
                    <a:pt x="1349" y="5003"/>
                    <a:pt x="5588" y="1542"/>
                    <a:pt x="10800" y="1542"/>
                  </a:cubicBezTo>
                  <a:cubicBezTo>
                    <a:pt x="16011" y="1542"/>
                    <a:pt x="20249" y="5003"/>
                    <a:pt x="20249" y="9257"/>
                  </a:cubicBezTo>
                  <a:cubicBezTo>
                    <a:pt x="20249" y="13510"/>
                    <a:pt x="16011" y="16971"/>
                    <a:pt x="10800" y="16971"/>
                  </a:cubicBezTo>
                  <a:moveTo>
                    <a:pt x="10800" y="0"/>
                  </a:moveTo>
                  <a:cubicBezTo>
                    <a:pt x="4835" y="0"/>
                    <a:pt x="0" y="4144"/>
                    <a:pt x="0" y="9257"/>
                  </a:cubicBezTo>
                  <a:cubicBezTo>
                    <a:pt x="0" y="12440"/>
                    <a:pt x="1875" y="15248"/>
                    <a:pt x="4730" y="16914"/>
                  </a:cubicBezTo>
                  <a:cubicBezTo>
                    <a:pt x="4730" y="16935"/>
                    <a:pt x="4724" y="16949"/>
                    <a:pt x="4724" y="16971"/>
                  </a:cubicBezTo>
                  <a:cubicBezTo>
                    <a:pt x="4724" y="18354"/>
                    <a:pt x="3821" y="19843"/>
                    <a:pt x="3423" y="20625"/>
                  </a:cubicBezTo>
                  <a:lnTo>
                    <a:pt x="3425" y="20625"/>
                  </a:lnTo>
                  <a:cubicBezTo>
                    <a:pt x="3393" y="20709"/>
                    <a:pt x="3374" y="20802"/>
                    <a:pt x="3374" y="20900"/>
                  </a:cubicBezTo>
                  <a:cubicBezTo>
                    <a:pt x="3374" y="21287"/>
                    <a:pt x="3648" y="21600"/>
                    <a:pt x="3986" y="21600"/>
                  </a:cubicBezTo>
                  <a:cubicBezTo>
                    <a:pt x="4049" y="21600"/>
                    <a:pt x="4161" y="21580"/>
                    <a:pt x="4158" y="21590"/>
                  </a:cubicBezTo>
                  <a:cubicBezTo>
                    <a:pt x="6268" y="21195"/>
                    <a:pt x="8255" y="18979"/>
                    <a:pt x="8716" y="18338"/>
                  </a:cubicBezTo>
                  <a:cubicBezTo>
                    <a:pt x="9391" y="18451"/>
                    <a:pt x="10086" y="18514"/>
                    <a:pt x="10800" y="18514"/>
                  </a:cubicBezTo>
                  <a:cubicBezTo>
                    <a:pt x="16764" y="18514"/>
                    <a:pt x="21600" y="14369"/>
                    <a:pt x="21600" y="9257"/>
                  </a:cubicBezTo>
                  <a:cubicBezTo>
                    <a:pt x="21600" y="4144"/>
                    <a:pt x="16764" y="0"/>
                    <a:pt x="10800" y="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nvGrpSpPr>
          <p:cNvPr id="180" name="组合 179"/>
          <p:cNvGrpSpPr/>
          <p:nvPr/>
        </p:nvGrpSpPr>
        <p:grpSpPr>
          <a:xfrm>
            <a:off x="567274" y="6372257"/>
            <a:ext cx="365425" cy="229016"/>
            <a:chOff x="1671171" y="7274707"/>
            <a:chExt cx="365425" cy="229016"/>
          </a:xfrm>
        </p:grpSpPr>
        <p:sp>
          <p:nvSpPr>
            <p:cNvPr id="181" name="AutoShape 105"/>
            <p:cNvSpPr>
              <a:spLocks/>
            </p:cNvSpPr>
            <p:nvPr/>
          </p:nvSpPr>
          <p:spPr bwMode="auto">
            <a:xfrm>
              <a:off x="1671171" y="7274707"/>
              <a:ext cx="365425" cy="22901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9438"/>
                  </a:moveTo>
                  <a:cubicBezTo>
                    <a:pt x="7005" y="19438"/>
                    <a:pt x="3289" y="15988"/>
                    <a:pt x="1437" y="10797"/>
                  </a:cubicBezTo>
                  <a:cubicBezTo>
                    <a:pt x="3298" y="5598"/>
                    <a:pt x="7009" y="2161"/>
                    <a:pt x="10800" y="2161"/>
                  </a:cubicBezTo>
                  <a:cubicBezTo>
                    <a:pt x="14595" y="2161"/>
                    <a:pt x="18310" y="5611"/>
                    <a:pt x="20162" y="10802"/>
                  </a:cubicBezTo>
                  <a:cubicBezTo>
                    <a:pt x="18301" y="16000"/>
                    <a:pt x="14590" y="19438"/>
                    <a:pt x="10800" y="19438"/>
                  </a:cubicBezTo>
                  <a:moveTo>
                    <a:pt x="21576" y="10561"/>
                  </a:moveTo>
                  <a:cubicBezTo>
                    <a:pt x="21569" y="10516"/>
                    <a:pt x="21573" y="10467"/>
                    <a:pt x="21562" y="10423"/>
                  </a:cubicBezTo>
                  <a:cubicBezTo>
                    <a:pt x="21558" y="10406"/>
                    <a:pt x="21548" y="10395"/>
                    <a:pt x="21544" y="10378"/>
                  </a:cubicBezTo>
                  <a:cubicBezTo>
                    <a:pt x="21537" y="10352"/>
                    <a:pt x="21539" y="10322"/>
                    <a:pt x="21530" y="10297"/>
                  </a:cubicBezTo>
                  <a:cubicBezTo>
                    <a:pt x="19569" y="4298"/>
                    <a:pt x="15302" y="0"/>
                    <a:pt x="10800" y="0"/>
                  </a:cubicBezTo>
                  <a:cubicBezTo>
                    <a:pt x="6297" y="0"/>
                    <a:pt x="2030" y="4290"/>
                    <a:pt x="69" y="10290"/>
                  </a:cubicBezTo>
                  <a:cubicBezTo>
                    <a:pt x="61" y="10316"/>
                    <a:pt x="62" y="10344"/>
                    <a:pt x="55" y="10370"/>
                  </a:cubicBezTo>
                  <a:cubicBezTo>
                    <a:pt x="51" y="10387"/>
                    <a:pt x="41" y="10398"/>
                    <a:pt x="37" y="10415"/>
                  </a:cubicBezTo>
                  <a:cubicBezTo>
                    <a:pt x="26" y="10459"/>
                    <a:pt x="30" y="10508"/>
                    <a:pt x="24" y="10554"/>
                  </a:cubicBezTo>
                  <a:cubicBezTo>
                    <a:pt x="12" y="10635"/>
                    <a:pt x="0" y="10714"/>
                    <a:pt x="0" y="10796"/>
                  </a:cubicBezTo>
                  <a:cubicBezTo>
                    <a:pt x="0" y="10878"/>
                    <a:pt x="12" y="10955"/>
                    <a:pt x="24" y="11038"/>
                  </a:cubicBezTo>
                  <a:cubicBezTo>
                    <a:pt x="30" y="11083"/>
                    <a:pt x="26" y="11131"/>
                    <a:pt x="37" y="11175"/>
                  </a:cubicBezTo>
                  <a:cubicBezTo>
                    <a:pt x="41" y="11193"/>
                    <a:pt x="51" y="11204"/>
                    <a:pt x="55" y="11220"/>
                  </a:cubicBezTo>
                  <a:cubicBezTo>
                    <a:pt x="62" y="11247"/>
                    <a:pt x="61" y="11276"/>
                    <a:pt x="69" y="11302"/>
                  </a:cubicBezTo>
                  <a:cubicBezTo>
                    <a:pt x="2030" y="17300"/>
                    <a:pt x="6297" y="21599"/>
                    <a:pt x="10800" y="21599"/>
                  </a:cubicBezTo>
                  <a:cubicBezTo>
                    <a:pt x="15302" y="21599"/>
                    <a:pt x="19569" y="17308"/>
                    <a:pt x="21530" y="11309"/>
                  </a:cubicBezTo>
                  <a:cubicBezTo>
                    <a:pt x="21539" y="11283"/>
                    <a:pt x="21537" y="11255"/>
                    <a:pt x="21544" y="11228"/>
                  </a:cubicBezTo>
                  <a:cubicBezTo>
                    <a:pt x="21548" y="11212"/>
                    <a:pt x="21558" y="11201"/>
                    <a:pt x="21562" y="11183"/>
                  </a:cubicBezTo>
                  <a:cubicBezTo>
                    <a:pt x="21573" y="11139"/>
                    <a:pt x="21569" y="11089"/>
                    <a:pt x="21576" y="11044"/>
                  </a:cubicBezTo>
                  <a:cubicBezTo>
                    <a:pt x="21587" y="10963"/>
                    <a:pt x="21599" y="10885"/>
                    <a:pt x="21599" y="10803"/>
                  </a:cubicBezTo>
                  <a:cubicBezTo>
                    <a:pt x="21599" y="10721"/>
                    <a:pt x="21587" y="10642"/>
                    <a:pt x="21576" y="10561"/>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182" name="AutoShape 106"/>
            <p:cNvSpPr>
              <a:spLocks/>
            </p:cNvSpPr>
            <p:nvPr/>
          </p:nvSpPr>
          <p:spPr bwMode="auto">
            <a:xfrm>
              <a:off x="1808206" y="7343538"/>
              <a:ext cx="51935" cy="5131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202" y="0"/>
                  </a:moveTo>
                  <a:cubicBezTo>
                    <a:pt x="19193" y="0"/>
                    <a:pt x="19183" y="4"/>
                    <a:pt x="19174" y="4"/>
                  </a:cubicBezTo>
                  <a:cubicBezTo>
                    <a:pt x="8585" y="23"/>
                    <a:pt x="0" y="8607"/>
                    <a:pt x="0" y="19198"/>
                  </a:cubicBezTo>
                  <a:cubicBezTo>
                    <a:pt x="0" y="20523"/>
                    <a:pt x="1076" y="21600"/>
                    <a:pt x="2402" y="21600"/>
                  </a:cubicBezTo>
                  <a:cubicBezTo>
                    <a:pt x="3722" y="21600"/>
                    <a:pt x="4799" y="20523"/>
                    <a:pt x="4799" y="19198"/>
                  </a:cubicBezTo>
                  <a:cubicBezTo>
                    <a:pt x="4799" y="11262"/>
                    <a:pt x="11262" y="4803"/>
                    <a:pt x="19202" y="4803"/>
                  </a:cubicBezTo>
                  <a:lnTo>
                    <a:pt x="19202" y="4798"/>
                  </a:lnTo>
                  <a:cubicBezTo>
                    <a:pt x="20523" y="4798"/>
                    <a:pt x="21599" y="3721"/>
                    <a:pt x="21599" y="2401"/>
                  </a:cubicBezTo>
                  <a:cubicBezTo>
                    <a:pt x="21599" y="1076"/>
                    <a:pt x="20523" y="0"/>
                    <a:pt x="19202" y="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183" name="AutoShape 107"/>
            <p:cNvSpPr>
              <a:spLocks/>
            </p:cNvSpPr>
            <p:nvPr/>
          </p:nvSpPr>
          <p:spPr bwMode="auto">
            <a:xfrm>
              <a:off x="1773789" y="7309122"/>
              <a:ext cx="160186" cy="16018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0057"/>
                  </a:moveTo>
                  <a:cubicBezTo>
                    <a:pt x="5694" y="20057"/>
                    <a:pt x="1542" y="15905"/>
                    <a:pt x="1542" y="10800"/>
                  </a:cubicBezTo>
                  <a:cubicBezTo>
                    <a:pt x="1542" y="5694"/>
                    <a:pt x="5694" y="1542"/>
                    <a:pt x="10800" y="1542"/>
                  </a:cubicBezTo>
                  <a:cubicBezTo>
                    <a:pt x="15905" y="1542"/>
                    <a:pt x="20057" y="5694"/>
                    <a:pt x="20057" y="10800"/>
                  </a:cubicBezTo>
                  <a:cubicBezTo>
                    <a:pt x="20057" y="15905"/>
                    <a:pt x="15905" y="20057"/>
                    <a:pt x="10800" y="20057"/>
                  </a:cubicBezTo>
                  <a:moveTo>
                    <a:pt x="10800" y="0"/>
                  </a:moveTo>
                  <a:cubicBezTo>
                    <a:pt x="4834" y="0"/>
                    <a:pt x="0" y="4834"/>
                    <a:pt x="0" y="10800"/>
                  </a:cubicBezTo>
                  <a:cubicBezTo>
                    <a:pt x="0" y="16765"/>
                    <a:pt x="4834" y="21600"/>
                    <a:pt x="10800" y="21600"/>
                  </a:cubicBezTo>
                  <a:cubicBezTo>
                    <a:pt x="16765" y="21600"/>
                    <a:pt x="21599" y="16765"/>
                    <a:pt x="21599" y="10800"/>
                  </a:cubicBezTo>
                  <a:cubicBezTo>
                    <a:pt x="21599" y="4834"/>
                    <a:pt x="16765" y="0"/>
                    <a:pt x="10800" y="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nvGrpSpPr>
          <p:cNvPr id="184" name="组合 183"/>
          <p:cNvGrpSpPr/>
          <p:nvPr/>
        </p:nvGrpSpPr>
        <p:grpSpPr>
          <a:xfrm>
            <a:off x="152366" y="6303427"/>
            <a:ext cx="274694" cy="366676"/>
            <a:chOff x="984746" y="7205877"/>
            <a:chExt cx="274694" cy="366676"/>
          </a:xfrm>
        </p:grpSpPr>
        <p:sp>
          <p:nvSpPr>
            <p:cNvPr id="185" name="AutoShape 108"/>
            <p:cNvSpPr>
              <a:spLocks/>
            </p:cNvSpPr>
            <p:nvPr/>
          </p:nvSpPr>
          <p:spPr bwMode="auto">
            <a:xfrm>
              <a:off x="1052950" y="7274707"/>
              <a:ext cx="137660" cy="13766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800"/>
                  </a:moveTo>
                  <a:cubicBezTo>
                    <a:pt x="15764" y="1800"/>
                    <a:pt x="19800" y="5835"/>
                    <a:pt x="19800" y="10800"/>
                  </a:cubicBezTo>
                  <a:cubicBezTo>
                    <a:pt x="19800" y="15764"/>
                    <a:pt x="15764" y="19800"/>
                    <a:pt x="10800" y="19800"/>
                  </a:cubicBezTo>
                  <a:cubicBezTo>
                    <a:pt x="5835" y="19800"/>
                    <a:pt x="1800" y="15764"/>
                    <a:pt x="1800" y="10800"/>
                  </a:cubicBezTo>
                  <a:cubicBezTo>
                    <a:pt x="1800" y="5835"/>
                    <a:pt x="5835" y="1800"/>
                    <a:pt x="10800" y="1800"/>
                  </a:cubicBezTo>
                  <a:moveTo>
                    <a:pt x="10800" y="21599"/>
                  </a:moveTo>
                  <a:cubicBezTo>
                    <a:pt x="16756" y="21599"/>
                    <a:pt x="21600" y="16756"/>
                    <a:pt x="21600" y="10800"/>
                  </a:cubicBezTo>
                  <a:cubicBezTo>
                    <a:pt x="21600" y="4843"/>
                    <a:pt x="16756" y="0"/>
                    <a:pt x="10800" y="0"/>
                  </a:cubicBezTo>
                  <a:cubicBezTo>
                    <a:pt x="4843" y="0"/>
                    <a:pt x="0" y="4843"/>
                    <a:pt x="0" y="10800"/>
                  </a:cubicBezTo>
                  <a:cubicBezTo>
                    <a:pt x="0" y="16756"/>
                    <a:pt x="4843" y="21599"/>
                    <a:pt x="10800" y="21599"/>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186" name="AutoShape 109"/>
            <p:cNvSpPr>
              <a:spLocks/>
            </p:cNvSpPr>
            <p:nvPr/>
          </p:nvSpPr>
          <p:spPr bwMode="auto">
            <a:xfrm>
              <a:off x="984746" y="7205877"/>
              <a:ext cx="274694"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904" y="20170"/>
                  </a:moveTo>
                  <a:cubicBezTo>
                    <a:pt x="10885" y="20184"/>
                    <a:pt x="10830" y="20215"/>
                    <a:pt x="10782" y="20237"/>
                  </a:cubicBezTo>
                  <a:cubicBezTo>
                    <a:pt x="10774" y="20218"/>
                    <a:pt x="10707" y="20178"/>
                    <a:pt x="10666" y="20147"/>
                  </a:cubicBezTo>
                  <a:cubicBezTo>
                    <a:pt x="7368" y="17300"/>
                    <a:pt x="1799" y="12497"/>
                    <a:pt x="1799" y="8101"/>
                  </a:cubicBezTo>
                  <a:cubicBezTo>
                    <a:pt x="1799" y="4378"/>
                    <a:pt x="5838" y="1350"/>
                    <a:pt x="10800" y="1350"/>
                  </a:cubicBezTo>
                  <a:cubicBezTo>
                    <a:pt x="15762" y="1350"/>
                    <a:pt x="19800" y="4378"/>
                    <a:pt x="19800" y="8101"/>
                  </a:cubicBezTo>
                  <a:cubicBezTo>
                    <a:pt x="19800" y="12497"/>
                    <a:pt x="14231" y="17300"/>
                    <a:pt x="10904" y="20170"/>
                  </a:cubicBezTo>
                  <a:moveTo>
                    <a:pt x="10800" y="0"/>
                  </a:moveTo>
                  <a:cubicBezTo>
                    <a:pt x="4844" y="0"/>
                    <a:pt x="0" y="3588"/>
                    <a:pt x="0" y="8101"/>
                  </a:cubicBezTo>
                  <a:cubicBezTo>
                    <a:pt x="0" y="12826"/>
                    <a:pt x="5400" y="17660"/>
                    <a:pt x="9337" y="21056"/>
                  </a:cubicBezTo>
                  <a:cubicBezTo>
                    <a:pt x="9352" y="21070"/>
                    <a:pt x="9984" y="21599"/>
                    <a:pt x="10766" y="21599"/>
                  </a:cubicBezTo>
                  <a:lnTo>
                    <a:pt x="10834" y="21599"/>
                  </a:lnTo>
                  <a:cubicBezTo>
                    <a:pt x="11615" y="21599"/>
                    <a:pt x="12247" y="21070"/>
                    <a:pt x="12262" y="21056"/>
                  </a:cubicBezTo>
                  <a:cubicBezTo>
                    <a:pt x="16200" y="17660"/>
                    <a:pt x="21599" y="12826"/>
                    <a:pt x="21599" y="8101"/>
                  </a:cubicBezTo>
                  <a:cubicBezTo>
                    <a:pt x="21599" y="3588"/>
                    <a:pt x="16755" y="0"/>
                    <a:pt x="10800" y="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sp>
        <p:nvSpPr>
          <p:cNvPr id="187" name="AutoShape 29"/>
          <p:cNvSpPr>
            <a:spLocks/>
          </p:cNvSpPr>
          <p:nvPr/>
        </p:nvSpPr>
        <p:spPr bwMode="auto">
          <a:xfrm>
            <a:off x="9204653" y="5792344"/>
            <a:ext cx="366051" cy="331636"/>
          </a:xfrm>
          <a:custGeom>
            <a:avLst/>
            <a:gdLst>
              <a:gd name="T0" fmla="+- 0 10736 439"/>
              <a:gd name="T1" fmla="*/ T0 w 20595"/>
              <a:gd name="T2" fmla="+- 0 10869 621"/>
              <a:gd name="T3" fmla="*/ 10869 h 20497"/>
              <a:gd name="T4" fmla="+- 0 10736 439"/>
              <a:gd name="T5" fmla="*/ T4 w 20595"/>
              <a:gd name="T6" fmla="+- 0 10869 621"/>
              <a:gd name="T7" fmla="*/ 10869 h 20497"/>
              <a:gd name="T8" fmla="+- 0 10736 439"/>
              <a:gd name="T9" fmla="*/ T8 w 20595"/>
              <a:gd name="T10" fmla="+- 0 10869 621"/>
              <a:gd name="T11" fmla="*/ 10869 h 20497"/>
              <a:gd name="T12" fmla="+- 0 10736 439"/>
              <a:gd name="T13" fmla="*/ T12 w 20595"/>
              <a:gd name="T14" fmla="+- 0 10869 621"/>
              <a:gd name="T15" fmla="*/ 10869 h 20497"/>
            </a:gdLst>
            <a:ahLst/>
            <a:cxnLst>
              <a:cxn ang="0">
                <a:pos x="T1" y="T3"/>
              </a:cxn>
              <a:cxn ang="0">
                <a:pos x="T5" y="T7"/>
              </a:cxn>
              <a:cxn ang="0">
                <a:pos x="T9" y="T11"/>
              </a:cxn>
              <a:cxn ang="0">
                <a:pos x="T13" y="T15"/>
              </a:cxn>
            </a:cxnLst>
            <a:rect l="0" t="0" r="r" b="b"/>
            <a:pathLst>
              <a:path w="20595" h="20497">
                <a:moveTo>
                  <a:pt x="18898" y="1863"/>
                </a:moveTo>
                <a:cubicBezTo>
                  <a:pt x="16636" y="-621"/>
                  <a:pt x="12968" y="-621"/>
                  <a:pt x="10707" y="1863"/>
                </a:cubicBezTo>
                <a:lnTo>
                  <a:pt x="1317" y="12053"/>
                </a:lnTo>
                <a:cubicBezTo>
                  <a:pt x="-439" y="13982"/>
                  <a:pt x="-439" y="17121"/>
                  <a:pt x="1317" y="19050"/>
                </a:cubicBezTo>
                <a:cubicBezTo>
                  <a:pt x="3073" y="20979"/>
                  <a:pt x="5931" y="20979"/>
                  <a:pt x="7687" y="19050"/>
                </a:cubicBezTo>
                <a:lnTo>
                  <a:pt x="17078" y="8860"/>
                </a:lnTo>
                <a:cubicBezTo>
                  <a:pt x="18335" y="7479"/>
                  <a:pt x="18335" y="5242"/>
                  <a:pt x="17078" y="3862"/>
                </a:cubicBezTo>
                <a:cubicBezTo>
                  <a:pt x="15821" y="2482"/>
                  <a:pt x="13783" y="2482"/>
                  <a:pt x="12527" y="3862"/>
                </a:cubicBezTo>
                <a:lnTo>
                  <a:pt x="5467" y="11614"/>
                </a:lnTo>
                <a:cubicBezTo>
                  <a:pt x="5216" y="11891"/>
                  <a:pt x="5216" y="12337"/>
                  <a:pt x="5467" y="12614"/>
                </a:cubicBezTo>
                <a:cubicBezTo>
                  <a:pt x="5719" y="12890"/>
                  <a:pt x="6126" y="12890"/>
                  <a:pt x="6378" y="12614"/>
                </a:cubicBezTo>
                <a:lnTo>
                  <a:pt x="13437" y="4861"/>
                </a:lnTo>
                <a:cubicBezTo>
                  <a:pt x="14190" y="4035"/>
                  <a:pt x="15414" y="4035"/>
                  <a:pt x="16167" y="4861"/>
                </a:cubicBezTo>
                <a:cubicBezTo>
                  <a:pt x="16920" y="5688"/>
                  <a:pt x="16920" y="7034"/>
                  <a:pt x="16167" y="7860"/>
                </a:cubicBezTo>
                <a:lnTo>
                  <a:pt x="6777" y="18050"/>
                </a:lnTo>
                <a:cubicBezTo>
                  <a:pt x="5520" y="19430"/>
                  <a:pt x="3484" y="19430"/>
                  <a:pt x="2227" y="18050"/>
                </a:cubicBezTo>
                <a:cubicBezTo>
                  <a:pt x="970" y="16670"/>
                  <a:pt x="970" y="14433"/>
                  <a:pt x="2227" y="13053"/>
                </a:cubicBezTo>
                <a:lnTo>
                  <a:pt x="11525" y="2963"/>
                </a:lnTo>
                <a:cubicBezTo>
                  <a:pt x="13285" y="1030"/>
                  <a:pt x="16139" y="1030"/>
                  <a:pt x="17896" y="2963"/>
                </a:cubicBezTo>
                <a:cubicBezTo>
                  <a:pt x="19657" y="4896"/>
                  <a:pt x="19657" y="8027"/>
                  <a:pt x="17897" y="9959"/>
                </a:cubicBezTo>
                <a:lnTo>
                  <a:pt x="10929" y="17611"/>
                </a:lnTo>
                <a:cubicBezTo>
                  <a:pt x="10677" y="17888"/>
                  <a:pt x="10677" y="18334"/>
                  <a:pt x="10929" y="18610"/>
                </a:cubicBezTo>
                <a:cubicBezTo>
                  <a:pt x="11181" y="18887"/>
                  <a:pt x="11588" y="18887"/>
                  <a:pt x="11839" y="18610"/>
                </a:cubicBezTo>
                <a:lnTo>
                  <a:pt x="18898" y="10859"/>
                </a:lnTo>
                <a:cubicBezTo>
                  <a:pt x="21160" y="8375"/>
                  <a:pt x="21160" y="4347"/>
                  <a:pt x="18898" y="1863"/>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nvGrpSpPr>
          <p:cNvPr id="188" name="组合 187"/>
          <p:cNvGrpSpPr/>
          <p:nvPr/>
        </p:nvGrpSpPr>
        <p:grpSpPr>
          <a:xfrm>
            <a:off x="2937786" y="5797976"/>
            <a:ext cx="366676" cy="320373"/>
            <a:chOff x="5380483" y="6492547"/>
            <a:chExt cx="366676" cy="320373"/>
          </a:xfrm>
        </p:grpSpPr>
        <p:sp>
          <p:nvSpPr>
            <p:cNvPr id="189" name="AutoShape 43"/>
            <p:cNvSpPr>
              <a:spLocks/>
            </p:cNvSpPr>
            <p:nvPr/>
          </p:nvSpPr>
          <p:spPr bwMode="auto">
            <a:xfrm>
              <a:off x="5380483" y="6492547"/>
              <a:ext cx="366676" cy="26343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951" y="9367"/>
                  </a:moveTo>
                  <a:cubicBezTo>
                    <a:pt x="10901" y="9383"/>
                    <a:pt x="10851" y="9391"/>
                    <a:pt x="10800" y="9391"/>
                  </a:cubicBezTo>
                  <a:cubicBezTo>
                    <a:pt x="10748" y="9391"/>
                    <a:pt x="10698" y="9383"/>
                    <a:pt x="10648" y="9367"/>
                  </a:cubicBezTo>
                  <a:lnTo>
                    <a:pt x="1873" y="6550"/>
                  </a:lnTo>
                  <a:cubicBezTo>
                    <a:pt x="1566" y="6452"/>
                    <a:pt x="1349" y="6072"/>
                    <a:pt x="1349" y="5634"/>
                  </a:cubicBezTo>
                  <a:cubicBezTo>
                    <a:pt x="1349" y="5197"/>
                    <a:pt x="1566" y="4817"/>
                    <a:pt x="1873" y="4719"/>
                  </a:cubicBezTo>
                  <a:lnTo>
                    <a:pt x="10648" y="1902"/>
                  </a:lnTo>
                  <a:cubicBezTo>
                    <a:pt x="10698" y="1886"/>
                    <a:pt x="10748" y="1878"/>
                    <a:pt x="10800" y="1878"/>
                  </a:cubicBezTo>
                  <a:cubicBezTo>
                    <a:pt x="10851" y="1878"/>
                    <a:pt x="10901" y="1886"/>
                    <a:pt x="10951" y="1902"/>
                  </a:cubicBezTo>
                  <a:lnTo>
                    <a:pt x="19726" y="4719"/>
                  </a:lnTo>
                  <a:cubicBezTo>
                    <a:pt x="20033" y="4817"/>
                    <a:pt x="20249" y="5197"/>
                    <a:pt x="20249" y="5634"/>
                  </a:cubicBezTo>
                  <a:cubicBezTo>
                    <a:pt x="20249" y="6072"/>
                    <a:pt x="20033" y="6452"/>
                    <a:pt x="19726" y="6550"/>
                  </a:cubicBezTo>
                  <a:cubicBezTo>
                    <a:pt x="19726" y="6550"/>
                    <a:pt x="10951" y="9367"/>
                    <a:pt x="10951" y="9367"/>
                  </a:cubicBezTo>
                  <a:close/>
                  <a:moveTo>
                    <a:pt x="16874" y="16904"/>
                  </a:moveTo>
                  <a:cubicBezTo>
                    <a:pt x="16874" y="17942"/>
                    <a:pt x="14849" y="19721"/>
                    <a:pt x="10800" y="19721"/>
                  </a:cubicBezTo>
                  <a:cubicBezTo>
                    <a:pt x="6749" y="19721"/>
                    <a:pt x="4724" y="17942"/>
                    <a:pt x="4724" y="16904"/>
                  </a:cubicBezTo>
                  <a:lnTo>
                    <a:pt x="4724" y="9394"/>
                  </a:lnTo>
                  <a:lnTo>
                    <a:pt x="10353" y="11200"/>
                  </a:lnTo>
                  <a:cubicBezTo>
                    <a:pt x="10501" y="11246"/>
                    <a:pt x="10651" y="11269"/>
                    <a:pt x="10800" y="11269"/>
                  </a:cubicBezTo>
                  <a:cubicBezTo>
                    <a:pt x="10949" y="11269"/>
                    <a:pt x="11098" y="11246"/>
                    <a:pt x="11255" y="11198"/>
                  </a:cubicBezTo>
                  <a:lnTo>
                    <a:pt x="16874" y="9394"/>
                  </a:lnTo>
                  <a:cubicBezTo>
                    <a:pt x="16874" y="9394"/>
                    <a:pt x="16874" y="16904"/>
                    <a:pt x="16874" y="16904"/>
                  </a:cubicBezTo>
                  <a:close/>
                  <a:moveTo>
                    <a:pt x="21600" y="5634"/>
                  </a:moveTo>
                  <a:cubicBezTo>
                    <a:pt x="21600" y="4314"/>
                    <a:pt x="20954" y="3185"/>
                    <a:pt x="20030" y="2888"/>
                  </a:cubicBezTo>
                  <a:lnTo>
                    <a:pt x="11246" y="68"/>
                  </a:lnTo>
                  <a:cubicBezTo>
                    <a:pt x="11098" y="22"/>
                    <a:pt x="10949" y="0"/>
                    <a:pt x="10800" y="0"/>
                  </a:cubicBezTo>
                  <a:cubicBezTo>
                    <a:pt x="10651" y="0"/>
                    <a:pt x="10501" y="22"/>
                    <a:pt x="10344" y="71"/>
                  </a:cubicBezTo>
                  <a:lnTo>
                    <a:pt x="1570" y="2888"/>
                  </a:lnTo>
                  <a:cubicBezTo>
                    <a:pt x="645" y="3185"/>
                    <a:pt x="0" y="4314"/>
                    <a:pt x="0" y="5634"/>
                  </a:cubicBezTo>
                  <a:cubicBezTo>
                    <a:pt x="0" y="6955"/>
                    <a:pt x="645" y="8084"/>
                    <a:pt x="1569" y="8380"/>
                  </a:cubicBezTo>
                  <a:lnTo>
                    <a:pt x="3374" y="8960"/>
                  </a:lnTo>
                  <a:lnTo>
                    <a:pt x="3374" y="16904"/>
                  </a:lnTo>
                  <a:cubicBezTo>
                    <a:pt x="3374" y="19397"/>
                    <a:pt x="5425" y="21600"/>
                    <a:pt x="10800" y="21600"/>
                  </a:cubicBezTo>
                  <a:cubicBezTo>
                    <a:pt x="16174" y="21600"/>
                    <a:pt x="18224" y="19397"/>
                    <a:pt x="18224" y="16904"/>
                  </a:cubicBezTo>
                  <a:lnTo>
                    <a:pt x="18224" y="8960"/>
                  </a:lnTo>
                  <a:lnTo>
                    <a:pt x="20030" y="8380"/>
                  </a:lnTo>
                  <a:cubicBezTo>
                    <a:pt x="20954" y="8084"/>
                    <a:pt x="21600" y="6955"/>
                    <a:pt x="21600" y="5634"/>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190" name="AutoShape 44"/>
            <p:cNvSpPr>
              <a:spLocks/>
            </p:cNvSpPr>
            <p:nvPr/>
          </p:nvSpPr>
          <p:spPr bwMode="auto">
            <a:xfrm>
              <a:off x="5712744" y="6607057"/>
              <a:ext cx="22526" cy="12577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1963"/>
                  </a:moveTo>
                  <a:lnTo>
                    <a:pt x="0" y="19636"/>
                  </a:lnTo>
                  <a:cubicBezTo>
                    <a:pt x="0" y="20721"/>
                    <a:pt x="4841" y="21599"/>
                    <a:pt x="10800" y="21599"/>
                  </a:cubicBezTo>
                  <a:cubicBezTo>
                    <a:pt x="16758" y="21599"/>
                    <a:pt x="21600" y="20721"/>
                    <a:pt x="21600" y="19636"/>
                  </a:cubicBezTo>
                  <a:lnTo>
                    <a:pt x="21600" y="1963"/>
                  </a:lnTo>
                  <a:cubicBezTo>
                    <a:pt x="21600" y="878"/>
                    <a:pt x="16758" y="0"/>
                    <a:pt x="10800" y="0"/>
                  </a:cubicBezTo>
                  <a:cubicBezTo>
                    <a:pt x="4841" y="0"/>
                    <a:pt x="0" y="878"/>
                    <a:pt x="0" y="1963"/>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191" name="AutoShape 45"/>
            <p:cNvSpPr>
              <a:spLocks/>
            </p:cNvSpPr>
            <p:nvPr/>
          </p:nvSpPr>
          <p:spPr bwMode="auto">
            <a:xfrm>
              <a:off x="5700855" y="6744090"/>
              <a:ext cx="46304" cy="688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8" y="0"/>
                    <a:pt x="0" y="10427"/>
                    <a:pt x="0" y="14400"/>
                  </a:cubicBezTo>
                  <a:cubicBezTo>
                    <a:pt x="0" y="18372"/>
                    <a:pt x="4838" y="21599"/>
                    <a:pt x="10800" y="21599"/>
                  </a:cubicBezTo>
                  <a:cubicBezTo>
                    <a:pt x="16761" y="21599"/>
                    <a:pt x="21600" y="18372"/>
                    <a:pt x="21600" y="14400"/>
                  </a:cubicBezTo>
                  <a:cubicBezTo>
                    <a:pt x="21600" y="10427"/>
                    <a:pt x="16761" y="0"/>
                    <a:pt x="10800" y="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nvGrpSpPr>
          <p:cNvPr id="192" name="组合 191"/>
          <p:cNvGrpSpPr/>
          <p:nvPr/>
        </p:nvGrpSpPr>
        <p:grpSpPr>
          <a:xfrm>
            <a:off x="2431104" y="5786400"/>
            <a:ext cx="366676" cy="343525"/>
            <a:chOff x="4600201" y="6496302"/>
            <a:chExt cx="366676" cy="343525"/>
          </a:xfrm>
        </p:grpSpPr>
        <p:sp>
          <p:nvSpPr>
            <p:cNvPr id="193" name="AutoShape 110"/>
            <p:cNvSpPr>
              <a:spLocks/>
            </p:cNvSpPr>
            <p:nvPr/>
          </p:nvSpPr>
          <p:spPr bwMode="auto">
            <a:xfrm>
              <a:off x="4646507" y="6541981"/>
              <a:ext cx="274069" cy="1833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99" y="20255"/>
                  </a:moveTo>
                  <a:lnTo>
                    <a:pt x="899" y="20255"/>
                  </a:lnTo>
                  <a:lnTo>
                    <a:pt x="899" y="1350"/>
                  </a:lnTo>
                  <a:lnTo>
                    <a:pt x="20699" y="1350"/>
                  </a:lnTo>
                  <a:cubicBezTo>
                    <a:pt x="20699" y="1350"/>
                    <a:pt x="20699" y="20255"/>
                    <a:pt x="20699" y="20255"/>
                  </a:cubicBezTo>
                  <a:close/>
                  <a:moveTo>
                    <a:pt x="20699" y="0"/>
                  </a:moveTo>
                  <a:lnTo>
                    <a:pt x="899" y="5"/>
                  </a:lnTo>
                  <a:cubicBezTo>
                    <a:pt x="402" y="5"/>
                    <a:pt x="0" y="603"/>
                    <a:pt x="0" y="1350"/>
                  </a:cubicBezTo>
                  <a:lnTo>
                    <a:pt x="0" y="20249"/>
                  </a:lnTo>
                  <a:cubicBezTo>
                    <a:pt x="0" y="20996"/>
                    <a:pt x="402" y="21599"/>
                    <a:pt x="899" y="21599"/>
                  </a:cubicBezTo>
                  <a:lnTo>
                    <a:pt x="20699" y="21599"/>
                  </a:lnTo>
                  <a:cubicBezTo>
                    <a:pt x="21197" y="21599"/>
                    <a:pt x="21600" y="20996"/>
                    <a:pt x="21600" y="20249"/>
                  </a:cubicBezTo>
                  <a:lnTo>
                    <a:pt x="21600" y="1350"/>
                  </a:lnTo>
                  <a:cubicBezTo>
                    <a:pt x="21600" y="603"/>
                    <a:pt x="21197" y="0"/>
                    <a:pt x="20699" y="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194" name="AutoShape 111"/>
            <p:cNvSpPr>
              <a:spLocks/>
            </p:cNvSpPr>
            <p:nvPr/>
          </p:nvSpPr>
          <p:spPr bwMode="auto">
            <a:xfrm>
              <a:off x="4600201" y="6496302"/>
              <a:ext cx="366676" cy="3435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6562"/>
                  </a:moveTo>
                  <a:cubicBezTo>
                    <a:pt x="20249" y="16959"/>
                    <a:pt x="19946" y="17282"/>
                    <a:pt x="19575" y="17282"/>
                  </a:cubicBezTo>
                  <a:lnTo>
                    <a:pt x="13499" y="17282"/>
                  </a:lnTo>
                  <a:lnTo>
                    <a:pt x="8099" y="17282"/>
                  </a:lnTo>
                  <a:lnTo>
                    <a:pt x="2024" y="17282"/>
                  </a:lnTo>
                  <a:cubicBezTo>
                    <a:pt x="1651" y="17282"/>
                    <a:pt x="1349" y="16959"/>
                    <a:pt x="1349" y="16562"/>
                  </a:cubicBezTo>
                  <a:lnTo>
                    <a:pt x="1349" y="2160"/>
                  </a:lnTo>
                  <a:cubicBezTo>
                    <a:pt x="1349" y="1762"/>
                    <a:pt x="1651" y="1440"/>
                    <a:pt x="2024" y="1440"/>
                  </a:cubicBezTo>
                  <a:lnTo>
                    <a:pt x="19575" y="1440"/>
                  </a:lnTo>
                  <a:cubicBezTo>
                    <a:pt x="19946" y="1440"/>
                    <a:pt x="20249" y="1762"/>
                    <a:pt x="20249" y="2160"/>
                  </a:cubicBezTo>
                  <a:cubicBezTo>
                    <a:pt x="20249" y="2160"/>
                    <a:pt x="20249" y="16562"/>
                    <a:pt x="20249" y="16562"/>
                  </a:cubicBezTo>
                  <a:close/>
                  <a:moveTo>
                    <a:pt x="19575" y="0"/>
                  </a:moveTo>
                  <a:lnTo>
                    <a:pt x="2024" y="0"/>
                  </a:lnTo>
                  <a:cubicBezTo>
                    <a:pt x="905" y="0"/>
                    <a:pt x="0" y="966"/>
                    <a:pt x="0" y="2160"/>
                  </a:cubicBezTo>
                  <a:lnTo>
                    <a:pt x="0" y="16562"/>
                  </a:lnTo>
                  <a:cubicBezTo>
                    <a:pt x="0" y="17753"/>
                    <a:pt x="903" y="18718"/>
                    <a:pt x="2018" y="18721"/>
                  </a:cubicBezTo>
                  <a:lnTo>
                    <a:pt x="8774" y="18721"/>
                  </a:lnTo>
                  <a:lnTo>
                    <a:pt x="8774" y="19597"/>
                  </a:lnTo>
                  <a:lnTo>
                    <a:pt x="4561" y="20181"/>
                  </a:lnTo>
                  <a:cubicBezTo>
                    <a:pt x="4260" y="20262"/>
                    <a:pt x="4049" y="20549"/>
                    <a:pt x="4049" y="20879"/>
                  </a:cubicBezTo>
                  <a:cubicBezTo>
                    <a:pt x="4049" y="21277"/>
                    <a:pt x="4351" y="21599"/>
                    <a:pt x="4724" y="21599"/>
                  </a:cubicBezTo>
                  <a:lnTo>
                    <a:pt x="16874" y="21599"/>
                  </a:lnTo>
                  <a:cubicBezTo>
                    <a:pt x="17248" y="21599"/>
                    <a:pt x="17549" y="21277"/>
                    <a:pt x="17549" y="20879"/>
                  </a:cubicBezTo>
                  <a:cubicBezTo>
                    <a:pt x="17549" y="20549"/>
                    <a:pt x="17339" y="20262"/>
                    <a:pt x="17038" y="20181"/>
                  </a:cubicBezTo>
                  <a:lnTo>
                    <a:pt x="12824" y="19597"/>
                  </a:lnTo>
                  <a:lnTo>
                    <a:pt x="12824" y="18721"/>
                  </a:lnTo>
                  <a:lnTo>
                    <a:pt x="19581" y="18721"/>
                  </a:lnTo>
                  <a:cubicBezTo>
                    <a:pt x="20696" y="18718"/>
                    <a:pt x="21600" y="17753"/>
                    <a:pt x="21600" y="16562"/>
                  </a:cubicBezTo>
                  <a:lnTo>
                    <a:pt x="21600" y="2160"/>
                  </a:lnTo>
                  <a:cubicBezTo>
                    <a:pt x="21600" y="966"/>
                    <a:pt x="20692" y="0"/>
                    <a:pt x="19575" y="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sp>
        <p:nvSpPr>
          <p:cNvPr id="195" name="AutoShape 112"/>
          <p:cNvSpPr>
            <a:spLocks/>
          </p:cNvSpPr>
          <p:nvPr/>
        </p:nvSpPr>
        <p:spPr bwMode="auto">
          <a:xfrm>
            <a:off x="1925049" y="5774824"/>
            <a:ext cx="366050" cy="366676"/>
          </a:xfrm>
          <a:custGeom>
            <a:avLst/>
            <a:gdLst>
              <a:gd name="T0" fmla="*/ 10510 w 21020"/>
              <a:gd name="T1" fmla="*/ 10800 h 21600"/>
              <a:gd name="T2" fmla="*/ 10510 w 21020"/>
              <a:gd name="T3" fmla="*/ 10800 h 21600"/>
              <a:gd name="T4" fmla="*/ 10510 w 21020"/>
              <a:gd name="T5" fmla="*/ 10800 h 21600"/>
              <a:gd name="T6" fmla="*/ 10510 w 21020"/>
              <a:gd name="T7" fmla="*/ 10800 h 21600"/>
            </a:gdLst>
            <a:ahLst/>
            <a:cxnLst>
              <a:cxn ang="0">
                <a:pos x="T0" y="T1"/>
              </a:cxn>
              <a:cxn ang="0">
                <a:pos x="T2" y="T3"/>
              </a:cxn>
              <a:cxn ang="0">
                <a:pos x="T4" y="T5"/>
              </a:cxn>
              <a:cxn ang="0">
                <a:pos x="T6" y="T7"/>
              </a:cxn>
            </a:cxnLst>
            <a:rect l="0" t="0" r="r" b="b"/>
            <a:pathLst>
              <a:path w="21020" h="21600">
                <a:moveTo>
                  <a:pt x="18846" y="7946"/>
                </a:moveTo>
                <a:lnTo>
                  <a:pt x="17740" y="9091"/>
                </a:lnTo>
                <a:cubicBezTo>
                  <a:pt x="17740" y="8939"/>
                  <a:pt x="17758" y="8792"/>
                  <a:pt x="17744" y="8636"/>
                </a:cubicBezTo>
                <a:cubicBezTo>
                  <a:pt x="17629" y="7331"/>
                  <a:pt x="17036" y="6068"/>
                  <a:pt x="16074" y="5080"/>
                </a:cubicBezTo>
                <a:cubicBezTo>
                  <a:pt x="15004" y="3980"/>
                  <a:pt x="13585" y="3348"/>
                  <a:pt x="12180" y="3345"/>
                </a:cubicBezTo>
                <a:lnTo>
                  <a:pt x="13268" y="2218"/>
                </a:lnTo>
                <a:cubicBezTo>
                  <a:pt x="13812" y="1659"/>
                  <a:pt x="14572" y="1350"/>
                  <a:pt x="15403" y="1350"/>
                </a:cubicBezTo>
                <a:cubicBezTo>
                  <a:pt x="16460" y="1350"/>
                  <a:pt x="17546" y="1840"/>
                  <a:pt x="18381" y="2696"/>
                </a:cubicBezTo>
                <a:cubicBezTo>
                  <a:pt x="19165" y="3500"/>
                  <a:pt x="19631" y="4499"/>
                  <a:pt x="19698" y="5510"/>
                </a:cubicBezTo>
                <a:cubicBezTo>
                  <a:pt x="19760" y="6453"/>
                  <a:pt x="19457" y="7317"/>
                  <a:pt x="18846" y="7946"/>
                </a:cubicBezTo>
                <a:moveTo>
                  <a:pt x="5828" y="19329"/>
                </a:moveTo>
                <a:cubicBezTo>
                  <a:pt x="5813" y="18424"/>
                  <a:pt x="5454" y="17481"/>
                  <a:pt x="4730" y="16739"/>
                </a:cubicBezTo>
                <a:cubicBezTo>
                  <a:pt x="4046" y="16034"/>
                  <a:pt x="3150" y="15628"/>
                  <a:pt x="2257" y="15592"/>
                </a:cubicBezTo>
                <a:lnTo>
                  <a:pt x="2911" y="13157"/>
                </a:lnTo>
                <a:cubicBezTo>
                  <a:pt x="2959" y="12995"/>
                  <a:pt x="3052" y="12835"/>
                  <a:pt x="3168" y="12695"/>
                </a:cubicBezTo>
                <a:cubicBezTo>
                  <a:pt x="4485" y="11726"/>
                  <a:pt x="6512" y="12012"/>
                  <a:pt x="7920" y="13460"/>
                </a:cubicBezTo>
                <a:cubicBezTo>
                  <a:pt x="9409" y="14990"/>
                  <a:pt x="9639" y="17230"/>
                  <a:pt x="8492" y="18568"/>
                </a:cubicBezTo>
                <a:cubicBezTo>
                  <a:pt x="8416" y="18609"/>
                  <a:pt x="8339" y="18648"/>
                  <a:pt x="8256" y="18675"/>
                </a:cubicBezTo>
                <a:cubicBezTo>
                  <a:pt x="8256" y="18675"/>
                  <a:pt x="5828" y="19329"/>
                  <a:pt x="5828" y="19329"/>
                </a:cubicBezTo>
                <a:close/>
                <a:moveTo>
                  <a:pt x="2737" y="20164"/>
                </a:moveTo>
                <a:cubicBezTo>
                  <a:pt x="2665" y="20181"/>
                  <a:pt x="2443" y="20239"/>
                  <a:pt x="2291" y="20249"/>
                </a:cubicBezTo>
                <a:cubicBezTo>
                  <a:pt x="1751" y="20244"/>
                  <a:pt x="1313" y="19792"/>
                  <a:pt x="1313" y="19237"/>
                </a:cubicBezTo>
                <a:cubicBezTo>
                  <a:pt x="1321" y="19124"/>
                  <a:pt x="1365" y="18929"/>
                  <a:pt x="1380" y="18857"/>
                </a:cubicBezTo>
                <a:lnTo>
                  <a:pt x="2071" y="16283"/>
                </a:lnTo>
                <a:cubicBezTo>
                  <a:pt x="2822" y="16261"/>
                  <a:pt x="3630" y="16562"/>
                  <a:pt x="4265" y="17215"/>
                </a:cubicBezTo>
                <a:cubicBezTo>
                  <a:pt x="4911" y="17878"/>
                  <a:pt x="5214" y="18725"/>
                  <a:pt x="5181" y="19504"/>
                </a:cubicBezTo>
                <a:cubicBezTo>
                  <a:pt x="5181" y="19504"/>
                  <a:pt x="2737" y="20164"/>
                  <a:pt x="2737" y="20164"/>
                </a:cubicBezTo>
                <a:close/>
                <a:moveTo>
                  <a:pt x="6888" y="11179"/>
                </a:moveTo>
                <a:cubicBezTo>
                  <a:pt x="6280" y="10927"/>
                  <a:pt x="5642" y="10783"/>
                  <a:pt x="5004" y="10774"/>
                </a:cubicBezTo>
                <a:lnTo>
                  <a:pt x="10063" y="5536"/>
                </a:lnTo>
                <a:cubicBezTo>
                  <a:pt x="10838" y="4759"/>
                  <a:pt x="11966" y="4536"/>
                  <a:pt x="13077" y="4819"/>
                </a:cubicBezTo>
                <a:cubicBezTo>
                  <a:pt x="13077" y="4819"/>
                  <a:pt x="6888" y="11179"/>
                  <a:pt x="6888" y="11179"/>
                </a:cubicBezTo>
                <a:close/>
                <a:moveTo>
                  <a:pt x="9717" y="13672"/>
                </a:moveTo>
                <a:cubicBezTo>
                  <a:pt x="9473" y="13258"/>
                  <a:pt x="9194" y="12859"/>
                  <a:pt x="8848" y="12505"/>
                </a:cubicBezTo>
                <a:cubicBezTo>
                  <a:pt x="8447" y="12093"/>
                  <a:pt x="7986" y="11770"/>
                  <a:pt x="7507" y="11498"/>
                </a:cubicBezTo>
                <a:lnTo>
                  <a:pt x="13767" y="5064"/>
                </a:lnTo>
                <a:cubicBezTo>
                  <a:pt x="14259" y="5288"/>
                  <a:pt x="14729" y="5607"/>
                  <a:pt x="15145" y="6035"/>
                </a:cubicBezTo>
                <a:cubicBezTo>
                  <a:pt x="15500" y="6398"/>
                  <a:pt x="15775" y="6806"/>
                  <a:pt x="15987" y="7229"/>
                </a:cubicBezTo>
                <a:cubicBezTo>
                  <a:pt x="15987" y="7229"/>
                  <a:pt x="9717" y="13672"/>
                  <a:pt x="9717" y="13672"/>
                </a:cubicBezTo>
                <a:close/>
                <a:moveTo>
                  <a:pt x="10519" y="16061"/>
                </a:moveTo>
                <a:cubicBezTo>
                  <a:pt x="10465" y="15452"/>
                  <a:pt x="10298" y="14854"/>
                  <a:pt x="10047" y="14288"/>
                </a:cubicBezTo>
                <a:lnTo>
                  <a:pt x="16257" y="7906"/>
                </a:lnTo>
                <a:cubicBezTo>
                  <a:pt x="16637" y="9140"/>
                  <a:pt x="16442" y="10429"/>
                  <a:pt x="15610" y="11284"/>
                </a:cubicBezTo>
                <a:cubicBezTo>
                  <a:pt x="15604" y="11290"/>
                  <a:pt x="15598" y="11293"/>
                  <a:pt x="15593" y="11298"/>
                </a:cubicBezTo>
                <a:lnTo>
                  <a:pt x="15602" y="11306"/>
                </a:lnTo>
                <a:lnTo>
                  <a:pt x="10525" y="16565"/>
                </a:lnTo>
                <a:cubicBezTo>
                  <a:pt x="10527" y="16397"/>
                  <a:pt x="10534" y="16232"/>
                  <a:pt x="10519" y="16061"/>
                </a:cubicBezTo>
                <a:moveTo>
                  <a:pt x="19308" y="1741"/>
                </a:moveTo>
                <a:cubicBezTo>
                  <a:pt x="18228" y="632"/>
                  <a:pt x="16805" y="0"/>
                  <a:pt x="15403" y="0"/>
                </a:cubicBezTo>
                <a:cubicBezTo>
                  <a:pt x="14220" y="0"/>
                  <a:pt x="13131" y="450"/>
                  <a:pt x="12335" y="1266"/>
                </a:cubicBezTo>
                <a:lnTo>
                  <a:pt x="9138" y="4577"/>
                </a:lnTo>
                <a:cubicBezTo>
                  <a:pt x="9129" y="4585"/>
                  <a:pt x="9118" y="4592"/>
                  <a:pt x="9108" y="4602"/>
                </a:cubicBezTo>
                <a:cubicBezTo>
                  <a:pt x="9103" y="4608"/>
                  <a:pt x="9100" y="4614"/>
                  <a:pt x="9095" y="4620"/>
                </a:cubicBezTo>
                <a:lnTo>
                  <a:pt x="9096" y="4621"/>
                </a:lnTo>
                <a:lnTo>
                  <a:pt x="2310" y="11647"/>
                </a:lnTo>
                <a:cubicBezTo>
                  <a:pt x="1998" y="11966"/>
                  <a:pt x="1771" y="12364"/>
                  <a:pt x="1645" y="12797"/>
                </a:cubicBezTo>
                <a:lnTo>
                  <a:pt x="102" y="18541"/>
                </a:lnTo>
                <a:cubicBezTo>
                  <a:pt x="100" y="18557"/>
                  <a:pt x="0" y="19008"/>
                  <a:pt x="0" y="19237"/>
                </a:cubicBezTo>
                <a:cubicBezTo>
                  <a:pt x="0" y="20541"/>
                  <a:pt x="1030" y="21599"/>
                  <a:pt x="2302" y="21599"/>
                </a:cubicBezTo>
                <a:cubicBezTo>
                  <a:pt x="2554" y="21599"/>
                  <a:pt x="3044" y="21475"/>
                  <a:pt x="3062" y="21473"/>
                </a:cubicBezTo>
                <a:lnTo>
                  <a:pt x="8630" y="19969"/>
                </a:lnTo>
                <a:cubicBezTo>
                  <a:pt x="9054" y="19839"/>
                  <a:pt x="9439" y="19604"/>
                  <a:pt x="9750" y="19283"/>
                </a:cubicBezTo>
                <a:lnTo>
                  <a:pt x="19776" y="8899"/>
                </a:lnTo>
                <a:cubicBezTo>
                  <a:pt x="21600" y="7023"/>
                  <a:pt x="21394" y="3881"/>
                  <a:pt x="19308" y="1741"/>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nvGrpSpPr>
          <p:cNvPr id="196" name="组合 195"/>
          <p:cNvGrpSpPr/>
          <p:nvPr/>
        </p:nvGrpSpPr>
        <p:grpSpPr>
          <a:xfrm>
            <a:off x="1533501" y="5774824"/>
            <a:ext cx="251543" cy="366676"/>
            <a:chOff x="3192941" y="6473150"/>
            <a:chExt cx="251543" cy="366676"/>
          </a:xfrm>
        </p:grpSpPr>
        <p:sp>
          <p:nvSpPr>
            <p:cNvPr id="197" name="AutoShape 113"/>
            <p:cNvSpPr>
              <a:spLocks/>
            </p:cNvSpPr>
            <p:nvPr/>
          </p:nvSpPr>
          <p:spPr bwMode="auto">
            <a:xfrm>
              <a:off x="3192941" y="6473150"/>
              <a:ext cx="251543"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5386" y="14175"/>
                  </a:moveTo>
                  <a:lnTo>
                    <a:pt x="6223" y="14175"/>
                  </a:lnTo>
                  <a:cubicBezTo>
                    <a:pt x="5734" y="13446"/>
                    <a:pt x="5147" y="12716"/>
                    <a:pt x="4568" y="12003"/>
                  </a:cubicBezTo>
                  <a:cubicBezTo>
                    <a:pt x="3287" y="10427"/>
                    <a:pt x="1963" y="8797"/>
                    <a:pt x="1963" y="7425"/>
                  </a:cubicBezTo>
                  <a:cubicBezTo>
                    <a:pt x="1963" y="4075"/>
                    <a:pt x="5927" y="1350"/>
                    <a:pt x="10800" y="1350"/>
                  </a:cubicBezTo>
                  <a:cubicBezTo>
                    <a:pt x="15672" y="1350"/>
                    <a:pt x="19636" y="4075"/>
                    <a:pt x="19636" y="7425"/>
                  </a:cubicBezTo>
                  <a:cubicBezTo>
                    <a:pt x="19636" y="8787"/>
                    <a:pt x="18312" y="10425"/>
                    <a:pt x="17029" y="12011"/>
                  </a:cubicBezTo>
                  <a:cubicBezTo>
                    <a:pt x="16455" y="12723"/>
                    <a:pt x="15873" y="13449"/>
                    <a:pt x="15386" y="14175"/>
                  </a:cubicBezTo>
                  <a:moveTo>
                    <a:pt x="10800" y="20249"/>
                  </a:moveTo>
                  <a:cubicBezTo>
                    <a:pt x="9805" y="20249"/>
                    <a:pt x="9347" y="20171"/>
                    <a:pt x="8839" y="19406"/>
                  </a:cubicBezTo>
                  <a:lnTo>
                    <a:pt x="13000" y="19048"/>
                  </a:lnTo>
                  <a:cubicBezTo>
                    <a:pt x="12398" y="20164"/>
                    <a:pt x="11959" y="20249"/>
                    <a:pt x="10800" y="20249"/>
                  </a:cubicBezTo>
                  <a:moveTo>
                    <a:pt x="7595" y="16813"/>
                  </a:moveTo>
                  <a:cubicBezTo>
                    <a:pt x="7417" y="16407"/>
                    <a:pt x="7215" y="15978"/>
                    <a:pt x="6991" y="15525"/>
                  </a:cubicBezTo>
                  <a:lnTo>
                    <a:pt x="14616" y="15525"/>
                  </a:lnTo>
                  <a:cubicBezTo>
                    <a:pt x="14496" y="15767"/>
                    <a:pt x="14375" y="16010"/>
                    <a:pt x="14270" y="16239"/>
                  </a:cubicBezTo>
                  <a:cubicBezTo>
                    <a:pt x="14270" y="16239"/>
                    <a:pt x="7595" y="16813"/>
                    <a:pt x="7595" y="16813"/>
                  </a:cubicBezTo>
                  <a:close/>
                  <a:moveTo>
                    <a:pt x="13345" y="18343"/>
                  </a:moveTo>
                  <a:lnTo>
                    <a:pt x="8476" y="18762"/>
                  </a:lnTo>
                  <a:cubicBezTo>
                    <a:pt x="8303" y="18416"/>
                    <a:pt x="8116" y="18011"/>
                    <a:pt x="7890" y="17483"/>
                  </a:cubicBezTo>
                  <a:cubicBezTo>
                    <a:pt x="7887" y="17477"/>
                    <a:pt x="7883" y="17469"/>
                    <a:pt x="7881" y="17462"/>
                  </a:cubicBezTo>
                  <a:lnTo>
                    <a:pt x="13957" y="16941"/>
                  </a:lnTo>
                  <a:cubicBezTo>
                    <a:pt x="13871" y="17140"/>
                    <a:pt x="13778" y="17350"/>
                    <a:pt x="13698" y="17537"/>
                  </a:cubicBezTo>
                  <a:cubicBezTo>
                    <a:pt x="13569" y="17841"/>
                    <a:pt x="13453" y="18104"/>
                    <a:pt x="13345" y="18343"/>
                  </a:cubicBezTo>
                  <a:moveTo>
                    <a:pt x="10800" y="0"/>
                  </a:moveTo>
                  <a:cubicBezTo>
                    <a:pt x="4835" y="0"/>
                    <a:pt x="0" y="3324"/>
                    <a:pt x="0" y="7425"/>
                  </a:cubicBezTo>
                  <a:cubicBezTo>
                    <a:pt x="0" y="10146"/>
                    <a:pt x="3621" y="13029"/>
                    <a:pt x="4939" y="15562"/>
                  </a:cubicBezTo>
                  <a:cubicBezTo>
                    <a:pt x="6906" y="19339"/>
                    <a:pt x="6688" y="21599"/>
                    <a:pt x="10800" y="21599"/>
                  </a:cubicBezTo>
                  <a:cubicBezTo>
                    <a:pt x="14972" y="21599"/>
                    <a:pt x="14692" y="19349"/>
                    <a:pt x="16660" y="15577"/>
                  </a:cubicBezTo>
                  <a:cubicBezTo>
                    <a:pt x="17983" y="13039"/>
                    <a:pt x="21600" y="10124"/>
                    <a:pt x="21600" y="7425"/>
                  </a:cubicBezTo>
                  <a:cubicBezTo>
                    <a:pt x="21600" y="3324"/>
                    <a:pt x="16764" y="0"/>
                    <a:pt x="10800" y="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198" name="AutoShape 114"/>
            <p:cNvSpPr>
              <a:spLocks/>
            </p:cNvSpPr>
            <p:nvPr/>
          </p:nvSpPr>
          <p:spPr bwMode="auto">
            <a:xfrm>
              <a:off x="3249882" y="6530717"/>
              <a:ext cx="74461" cy="7446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938" y="0"/>
                  </a:moveTo>
                  <a:cubicBezTo>
                    <a:pt x="8943" y="0"/>
                    <a:pt x="0" y="8942"/>
                    <a:pt x="0" y="19938"/>
                  </a:cubicBezTo>
                  <a:cubicBezTo>
                    <a:pt x="0" y="20855"/>
                    <a:pt x="743" y="21600"/>
                    <a:pt x="1661" y="21600"/>
                  </a:cubicBezTo>
                  <a:cubicBezTo>
                    <a:pt x="2579" y="21600"/>
                    <a:pt x="3323" y="20855"/>
                    <a:pt x="3323" y="19938"/>
                  </a:cubicBezTo>
                  <a:cubicBezTo>
                    <a:pt x="3323" y="10777"/>
                    <a:pt x="10777" y="3323"/>
                    <a:pt x="19938" y="3323"/>
                  </a:cubicBezTo>
                  <a:cubicBezTo>
                    <a:pt x="20856" y="3323"/>
                    <a:pt x="21600" y="2578"/>
                    <a:pt x="21600" y="1661"/>
                  </a:cubicBezTo>
                  <a:cubicBezTo>
                    <a:pt x="21600" y="744"/>
                    <a:pt x="20856" y="0"/>
                    <a:pt x="19938" y="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nvGrpSpPr>
          <p:cNvPr id="199" name="组合 198"/>
          <p:cNvGrpSpPr/>
          <p:nvPr/>
        </p:nvGrpSpPr>
        <p:grpSpPr>
          <a:xfrm>
            <a:off x="1118802" y="5774824"/>
            <a:ext cx="274694" cy="366676"/>
            <a:chOff x="2448949" y="6473150"/>
            <a:chExt cx="274694" cy="366676"/>
          </a:xfrm>
        </p:grpSpPr>
        <p:sp>
          <p:nvSpPr>
            <p:cNvPr id="200" name="AutoShape 115"/>
            <p:cNvSpPr>
              <a:spLocks/>
            </p:cNvSpPr>
            <p:nvPr/>
          </p:nvSpPr>
          <p:spPr bwMode="auto">
            <a:xfrm>
              <a:off x="2448949" y="6473150"/>
              <a:ext cx="274694"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800" y="12825"/>
                  </a:moveTo>
                  <a:lnTo>
                    <a:pt x="19800" y="13500"/>
                  </a:lnTo>
                  <a:lnTo>
                    <a:pt x="19800" y="14850"/>
                  </a:lnTo>
                  <a:lnTo>
                    <a:pt x="19800" y="15525"/>
                  </a:lnTo>
                  <a:cubicBezTo>
                    <a:pt x="19800" y="18129"/>
                    <a:pt x="16972" y="20249"/>
                    <a:pt x="13499" y="20249"/>
                  </a:cubicBezTo>
                  <a:lnTo>
                    <a:pt x="8099" y="20249"/>
                  </a:lnTo>
                  <a:cubicBezTo>
                    <a:pt x="4627" y="20249"/>
                    <a:pt x="1800" y="18129"/>
                    <a:pt x="1800" y="15525"/>
                  </a:cubicBezTo>
                  <a:lnTo>
                    <a:pt x="1800" y="14850"/>
                  </a:lnTo>
                  <a:lnTo>
                    <a:pt x="1800" y="13500"/>
                  </a:lnTo>
                  <a:lnTo>
                    <a:pt x="1800" y="12825"/>
                  </a:lnTo>
                  <a:lnTo>
                    <a:pt x="1800" y="10800"/>
                  </a:lnTo>
                  <a:cubicBezTo>
                    <a:pt x="1800" y="10427"/>
                    <a:pt x="2203" y="10124"/>
                    <a:pt x="2699" y="10124"/>
                  </a:cubicBezTo>
                  <a:lnTo>
                    <a:pt x="4499" y="10124"/>
                  </a:lnTo>
                  <a:lnTo>
                    <a:pt x="17100" y="10124"/>
                  </a:lnTo>
                  <a:lnTo>
                    <a:pt x="18899" y="10124"/>
                  </a:lnTo>
                  <a:cubicBezTo>
                    <a:pt x="19396" y="10124"/>
                    <a:pt x="19800" y="10427"/>
                    <a:pt x="19800" y="10800"/>
                  </a:cubicBezTo>
                  <a:cubicBezTo>
                    <a:pt x="19800" y="10800"/>
                    <a:pt x="19800" y="12825"/>
                    <a:pt x="19800" y="12825"/>
                  </a:cubicBezTo>
                  <a:close/>
                  <a:moveTo>
                    <a:pt x="14400" y="6075"/>
                  </a:moveTo>
                  <a:lnTo>
                    <a:pt x="14400" y="6076"/>
                  </a:lnTo>
                  <a:lnTo>
                    <a:pt x="14400" y="8774"/>
                  </a:lnTo>
                  <a:lnTo>
                    <a:pt x="7200" y="8774"/>
                  </a:lnTo>
                  <a:lnTo>
                    <a:pt x="7200" y="6076"/>
                  </a:lnTo>
                  <a:lnTo>
                    <a:pt x="7200" y="6075"/>
                  </a:lnTo>
                  <a:cubicBezTo>
                    <a:pt x="7200" y="4583"/>
                    <a:pt x="8811" y="3375"/>
                    <a:pt x="10800" y="3375"/>
                  </a:cubicBezTo>
                  <a:cubicBezTo>
                    <a:pt x="12788" y="3375"/>
                    <a:pt x="14400" y="4583"/>
                    <a:pt x="14400" y="6075"/>
                  </a:cubicBezTo>
                  <a:moveTo>
                    <a:pt x="4499" y="6075"/>
                  </a:moveTo>
                  <a:cubicBezTo>
                    <a:pt x="4499" y="3465"/>
                    <a:pt x="7320" y="1350"/>
                    <a:pt x="10800" y="1350"/>
                  </a:cubicBezTo>
                  <a:cubicBezTo>
                    <a:pt x="14279" y="1350"/>
                    <a:pt x="17100" y="3465"/>
                    <a:pt x="17100" y="6075"/>
                  </a:cubicBezTo>
                  <a:lnTo>
                    <a:pt x="17100" y="8774"/>
                  </a:lnTo>
                  <a:lnTo>
                    <a:pt x="15299" y="8774"/>
                  </a:lnTo>
                  <a:lnTo>
                    <a:pt x="15299" y="6076"/>
                  </a:lnTo>
                  <a:cubicBezTo>
                    <a:pt x="15299" y="4212"/>
                    <a:pt x="13285" y="2701"/>
                    <a:pt x="10800" y="2701"/>
                  </a:cubicBezTo>
                  <a:cubicBezTo>
                    <a:pt x="8314" y="2701"/>
                    <a:pt x="6299" y="4212"/>
                    <a:pt x="6299" y="6076"/>
                  </a:cubicBezTo>
                  <a:lnTo>
                    <a:pt x="6299" y="8774"/>
                  </a:lnTo>
                  <a:lnTo>
                    <a:pt x="4499" y="8774"/>
                  </a:lnTo>
                  <a:cubicBezTo>
                    <a:pt x="4499" y="8774"/>
                    <a:pt x="4499" y="6075"/>
                    <a:pt x="4499" y="6075"/>
                  </a:cubicBezTo>
                  <a:close/>
                  <a:moveTo>
                    <a:pt x="18899" y="8774"/>
                  </a:moveTo>
                  <a:lnTo>
                    <a:pt x="18899" y="6075"/>
                  </a:lnTo>
                  <a:cubicBezTo>
                    <a:pt x="18899" y="2719"/>
                    <a:pt x="15274" y="0"/>
                    <a:pt x="10800" y="0"/>
                  </a:cubicBezTo>
                  <a:cubicBezTo>
                    <a:pt x="6325" y="0"/>
                    <a:pt x="2699" y="2719"/>
                    <a:pt x="2699" y="6075"/>
                  </a:cubicBezTo>
                  <a:lnTo>
                    <a:pt x="2699" y="8774"/>
                  </a:lnTo>
                  <a:cubicBezTo>
                    <a:pt x="1208" y="8774"/>
                    <a:pt x="0" y="9681"/>
                    <a:pt x="0" y="10800"/>
                  </a:cubicBezTo>
                  <a:lnTo>
                    <a:pt x="0" y="12825"/>
                  </a:lnTo>
                  <a:lnTo>
                    <a:pt x="0" y="13500"/>
                  </a:lnTo>
                  <a:lnTo>
                    <a:pt x="0" y="14850"/>
                  </a:lnTo>
                  <a:lnTo>
                    <a:pt x="0" y="15525"/>
                  </a:lnTo>
                  <a:cubicBezTo>
                    <a:pt x="0" y="18880"/>
                    <a:pt x="3625" y="21599"/>
                    <a:pt x="8099" y="21599"/>
                  </a:cubicBezTo>
                  <a:lnTo>
                    <a:pt x="13499" y="21599"/>
                  </a:lnTo>
                  <a:cubicBezTo>
                    <a:pt x="17974" y="21599"/>
                    <a:pt x="21600" y="18880"/>
                    <a:pt x="21600" y="15525"/>
                  </a:cubicBezTo>
                  <a:lnTo>
                    <a:pt x="21600" y="14850"/>
                  </a:lnTo>
                  <a:lnTo>
                    <a:pt x="21600" y="13500"/>
                  </a:lnTo>
                  <a:lnTo>
                    <a:pt x="21600" y="12825"/>
                  </a:lnTo>
                  <a:lnTo>
                    <a:pt x="21600" y="10800"/>
                  </a:lnTo>
                  <a:cubicBezTo>
                    <a:pt x="21600" y="9681"/>
                    <a:pt x="20391" y="8774"/>
                    <a:pt x="18899" y="8774"/>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01" name="AutoShape 116"/>
            <p:cNvSpPr>
              <a:spLocks/>
            </p:cNvSpPr>
            <p:nvPr/>
          </p:nvSpPr>
          <p:spPr bwMode="auto">
            <a:xfrm>
              <a:off x="2563457" y="6690903"/>
              <a:ext cx="45678" cy="688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8" y="0"/>
                    <a:pt x="0" y="3226"/>
                    <a:pt x="0" y="7201"/>
                  </a:cubicBezTo>
                  <a:cubicBezTo>
                    <a:pt x="0" y="9390"/>
                    <a:pt x="1798" y="13537"/>
                    <a:pt x="3601" y="16821"/>
                  </a:cubicBezTo>
                  <a:cubicBezTo>
                    <a:pt x="5070" y="19493"/>
                    <a:pt x="6916" y="21600"/>
                    <a:pt x="10800" y="21600"/>
                  </a:cubicBezTo>
                  <a:cubicBezTo>
                    <a:pt x="15016" y="21600"/>
                    <a:pt x="16529" y="19514"/>
                    <a:pt x="18003" y="16858"/>
                  </a:cubicBezTo>
                  <a:cubicBezTo>
                    <a:pt x="19828" y="13567"/>
                    <a:pt x="21600" y="9397"/>
                    <a:pt x="21600" y="7201"/>
                  </a:cubicBezTo>
                  <a:cubicBezTo>
                    <a:pt x="21600" y="3226"/>
                    <a:pt x="16761" y="0"/>
                    <a:pt x="10800" y="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sp>
        <p:nvSpPr>
          <p:cNvPr id="202" name="AutoShape 117"/>
          <p:cNvSpPr>
            <a:spLocks/>
          </p:cNvSpPr>
          <p:nvPr/>
        </p:nvSpPr>
        <p:spPr bwMode="auto">
          <a:xfrm>
            <a:off x="612746" y="5820815"/>
            <a:ext cx="366051" cy="274694"/>
          </a:xfrm>
          <a:custGeom>
            <a:avLst/>
            <a:gdLst>
              <a:gd name="T0" fmla="+- 0 10799 1"/>
              <a:gd name="T1" fmla="*/ T0 w 21596"/>
              <a:gd name="T2" fmla="*/ 10800 h 21600"/>
              <a:gd name="T3" fmla="+- 0 10799 1"/>
              <a:gd name="T4" fmla="*/ T3 w 21596"/>
              <a:gd name="T5" fmla="*/ 10800 h 21600"/>
              <a:gd name="T6" fmla="+- 0 10799 1"/>
              <a:gd name="T7" fmla="*/ T6 w 21596"/>
              <a:gd name="T8" fmla="*/ 10800 h 21600"/>
              <a:gd name="T9" fmla="+- 0 10799 1"/>
              <a:gd name="T10" fmla="*/ T9 w 21596"/>
              <a:gd name="T11" fmla="*/ 10800 h 21600"/>
            </a:gdLst>
            <a:ahLst/>
            <a:cxnLst>
              <a:cxn ang="0">
                <a:pos x="T1" y="T2"/>
              </a:cxn>
              <a:cxn ang="0">
                <a:pos x="T4" y="T5"/>
              </a:cxn>
              <a:cxn ang="0">
                <a:pos x="T7" y="T8"/>
              </a:cxn>
              <a:cxn ang="0">
                <a:pos x="T10" y="T11"/>
              </a:cxn>
            </a:cxnLst>
            <a:rect l="0" t="0" r="r" b="b"/>
            <a:pathLst>
              <a:path w="21596" h="21600">
                <a:moveTo>
                  <a:pt x="4511" y="2151"/>
                </a:moveTo>
                <a:lnTo>
                  <a:pt x="6064" y="3877"/>
                </a:lnTo>
                <a:lnTo>
                  <a:pt x="4246" y="6302"/>
                </a:lnTo>
                <a:lnTo>
                  <a:pt x="1353" y="6302"/>
                </a:lnTo>
                <a:cubicBezTo>
                  <a:pt x="1353" y="6302"/>
                  <a:pt x="4511" y="2151"/>
                  <a:pt x="4511" y="2151"/>
                </a:cubicBezTo>
                <a:close/>
                <a:moveTo>
                  <a:pt x="17348" y="6302"/>
                </a:moveTo>
                <a:lnTo>
                  <a:pt x="15531" y="3877"/>
                </a:lnTo>
                <a:lnTo>
                  <a:pt x="17082" y="2153"/>
                </a:lnTo>
                <a:lnTo>
                  <a:pt x="20191" y="6302"/>
                </a:lnTo>
                <a:cubicBezTo>
                  <a:pt x="20191" y="6302"/>
                  <a:pt x="17348" y="6302"/>
                  <a:pt x="17348" y="6302"/>
                </a:cubicBezTo>
                <a:close/>
                <a:moveTo>
                  <a:pt x="17264" y="7202"/>
                </a:moveTo>
                <a:lnTo>
                  <a:pt x="19663" y="7202"/>
                </a:lnTo>
                <a:lnTo>
                  <a:pt x="13021" y="16638"/>
                </a:lnTo>
                <a:cubicBezTo>
                  <a:pt x="13021" y="16638"/>
                  <a:pt x="17264" y="7202"/>
                  <a:pt x="17264" y="7202"/>
                </a:cubicBezTo>
                <a:close/>
                <a:moveTo>
                  <a:pt x="8574" y="16637"/>
                </a:moveTo>
                <a:lnTo>
                  <a:pt x="1933" y="7202"/>
                </a:lnTo>
                <a:lnTo>
                  <a:pt x="4330" y="7202"/>
                </a:lnTo>
                <a:cubicBezTo>
                  <a:pt x="4330" y="7202"/>
                  <a:pt x="8574" y="16637"/>
                  <a:pt x="8574" y="16637"/>
                </a:cubicBezTo>
                <a:close/>
                <a:moveTo>
                  <a:pt x="8429" y="7202"/>
                </a:moveTo>
                <a:lnTo>
                  <a:pt x="10084" y="18249"/>
                </a:lnTo>
                <a:lnTo>
                  <a:pt x="5117" y="7202"/>
                </a:lnTo>
                <a:cubicBezTo>
                  <a:pt x="5117" y="7202"/>
                  <a:pt x="8429" y="7202"/>
                  <a:pt x="8429" y="7202"/>
                </a:cubicBezTo>
                <a:close/>
                <a:moveTo>
                  <a:pt x="6584" y="4456"/>
                </a:moveTo>
                <a:lnTo>
                  <a:pt x="8246" y="6302"/>
                </a:lnTo>
                <a:lnTo>
                  <a:pt x="5200" y="6302"/>
                </a:lnTo>
                <a:cubicBezTo>
                  <a:pt x="5200" y="6302"/>
                  <a:pt x="6584" y="4456"/>
                  <a:pt x="6584" y="4456"/>
                </a:cubicBezTo>
                <a:close/>
                <a:moveTo>
                  <a:pt x="6543" y="3238"/>
                </a:moveTo>
                <a:lnTo>
                  <a:pt x="5250" y="1800"/>
                </a:lnTo>
                <a:lnTo>
                  <a:pt x="7621" y="1800"/>
                </a:lnTo>
                <a:cubicBezTo>
                  <a:pt x="7621" y="1800"/>
                  <a:pt x="6543" y="3238"/>
                  <a:pt x="6543" y="3238"/>
                </a:cubicBezTo>
                <a:close/>
                <a:moveTo>
                  <a:pt x="10797" y="3466"/>
                </a:moveTo>
                <a:lnTo>
                  <a:pt x="9299" y="1800"/>
                </a:lnTo>
                <a:lnTo>
                  <a:pt x="12296" y="1800"/>
                </a:lnTo>
                <a:cubicBezTo>
                  <a:pt x="12296" y="1800"/>
                  <a:pt x="10797" y="3466"/>
                  <a:pt x="10797" y="3466"/>
                </a:cubicBezTo>
                <a:close/>
                <a:moveTo>
                  <a:pt x="13974" y="1800"/>
                </a:moveTo>
                <a:lnTo>
                  <a:pt x="16345" y="1800"/>
                </a:lnTo>
                <a:lnTo>
                  <a:pt x="15052" y="3238"/>
                </a:lnTo>
                <a:cubicBezTo>
                  <a:pt x="15052" y="3238"/>
                  <a:pt x="13974" y="1800"/>
                  <a:pt x="13974" y="1800"/>
                </a:cubicBezTo>
                <a:close/>
                <a:moveTo>
                  <a:pt x="13349" y="6302"/>
                </a:moveTo>
                <a:lnTo>
                  <a:pt x="15011" y="4456"/>
                </a:lnTo>
                <a:lnTo>
                  <a:pt x="16394" y="6302"/>
                </a:lnTo>
                <a:cubicBezTo>
                  <a:pt x="16394" y="6302"/>
                  <a:pt x="13349" y="6302"/>
                  <a:pt x="13349" y="6302"/>
                </a:cubicBezTo>
                <a:close/>
                <a:moveTo>
                  <a:pt x="13166" y="7202"/>
                </a:moveTo>
                <a:lnTo>
                  <a:pt x="16478" y="7202"/>
                </a:lnTo>
                <a:lnTo>
                  <a:pt x="11511" y="18249"/>
                </a:lnTo>
                <a:cubicBezTo>
                  <a:pt x="11511" y="18249"/>
                  <a:pt x="13166" y="7202"/>
                  <a:pt x="13166" y="7202"/>
                </a:cubicBezTo>
                <a:close/>
                <a:moveTo>
                  <a:pt x="12478" y="7202"/>
                </a:moveTo>
                <a:lnTo>
                  <a:pt x="10797" y="18414"/>
                </a:lnTo>
                <a:lnTo>
                  <a:pt x="9117" y="7202"/>
                </a:lnTo>
                <a:cubicBezTo>
                  <a:pt x="9117" y="7202"/>
                  <a:pt x="12478" y="7202"/>
                  <a:pt x="12478" y="7202"/>
                </a:cubicBezTo>
                <a:close/>
                <a:moveTo>
                  <a:pt x="8773" y="5716"/>
                </a:moveTo>
                <a:lnTo>
                  <a:pt x="7064" y="3817"/>
                </a:lnTo>
                <a:lnTo>
                  <a:pt x="8426" y="2000"/>
                </a:lnTo>
                <a:lnTo>
                  <a:pt x="10270" y="4051"/>
                </a:lnTo>
                <a:cubicBezTo>
                  <a:pt x="10270" y="4051"/>
                  <a:pt x="8773" y="5716"/>
                  <a:pt x="8773" y="5716"/>
                </a:cubicBezTo>
                <a:close/>
                <a:moveTo>
                  <a:pt x="11325" y="4051"/>
                </a:moveTo>
                <a:lnTo>
                  <a:pt x="13169" y="2000"/>
                </a:lnTo>
                <a:lnTo>
                  <a:pt x="14531" y="3817"/>
                </a:lnTo>
                <a:lnTo>
                  <a:pt x="12822" y="5716"/>
                </a:lnTo>
                <a:cubicBezTo>
                  <a:pt x="12822" y="5716"/>
                  <a:pt x="11325" y="4051"/>
                  <a:pt x="11325" y="4051"/>
                </a:cubicBezTo>
                <a:close/>
                <a:moveTo>
                  <a:pt x="12296" y="6302"/>
                </a:moveTo>
                <a:lnTo>
                  <a:pt x="9299" y="6302"/>
                </a:lnTo>
                <a:lnTo>
                  <a:pt x="10797" y="4638"/>
                </a:lnTo>
                <a:cubicBezTo>
                  <a:pt x="10797" y="4638"/>
                  <a:pt x="12296" y="6302"/>
                  <a:pt x="12296" y="6302"/>
                </a:cubicBezTo>
                <a:close/>
                <a:moveTo>
                  <a:pt x="21200" y="5102"/>
                </a:moveTo>
                <a:lnTo>
                  <a:pt x="17771" y="527"/>
                </a:lnTo>
                <a:cubicBezTo>
                  <a:pt x="17518" y="189"/>
                  <a:pt x="17176" y="0"/>
                  <a:pt x="16817" y="0"/>
                </a:cubicBezTo>
                <a:lnTo>
                  <a:pt x="4779" y="0"/>
                </a:lnTo>
                <a:cubicBezTo>
                  <a:pt x="4420" y="0"/>
                  <a:pt x="4077" y="189"/>
                  <a:pt x="3824" y="527"/>
                </a:cubicBezTo>
                <a:lnTo>
                  <a:pt x="395" y="5102"/>
                </a:lnTo>
                <a:cubicBezTo>
                  <a:pt x="131" y="5455"/>
                  <a:pt x="-1" y="5921"/>
                  <a:pt x="-1" y="6387"/>
                </a:cubicBezTo>
                <a:cubicBezTo>
                  <a:pt x="1" y="6810"/>
                  <a:pt x="114" y="7233"/>
                  <a:pt x="341" y="7573"/>
                </a:cubicBezTo>
                <a:lnTo>
                  <a:pt x="9788" y="20995"/>
                </a:lnTo>
                <a:cubicBezTo>
                  <a:pt x="10045" y="21379"/>
                  <a:pt x="10412" y="21599"/>
                  <a:pt x="10797" y="21599"/>
                </a:cubicBezTo>
                <a:cubicBezTo>
                  <a:pt x="11183" y="21599"/>
                  <a:pt x="11550" y="21379"/>
                  <a:pt x="11807" y="20995"/>
                </a:cubicBezTo>
                <a:lnTo>
                  <a:pt x="21255" y="7573"/>
                </a:lnTo>
                <a:cubicBezTo>
                  <a:pt x="21485" y="7226"/>
                  <a:pt x="21598" y="6791"/>
                  <a:pt x="21595" y="6359"/>
                </a:cubicBezTo>
                <a:cubicBezTo>
                  <a:pt x="21593" y="5902"/>
                  <a:pt x="21459" y="5449"/>
                  <a:pt x="21200" y="5102"/>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nvGrpSpPr>
          <p:cNvPr id="203" name="组合 202"/>
          <p:cNvGrpSpPr/>
          <p:nvPr/>
        </p:nvGrpSpPr>
        <p:grpSpPr>
          <a:xfrm>
            <a:off x="106690" y="5820815"/>
            <a:ext cx="366051" cy="274694"/>
            <a:chOff x="939070" y="6519454"/>
            <a:chExt cx="366051" cy="274694"/>
          </a:xfrm>
        </p:grpSpPr>
        <p:sp>
          <p:nvSpPr>
            <p:cNvPr id="204" name="AutoShape 118"/>
            <p:cNvSpPr>
              <a:spLocks/>
            </p:cNvSpPr>
            <p:nvPr/>
          </p:nvSpPr>
          <p:spPr bwMode="auto">
            <a:xfrm>
              <a:off x="939070" y="6519454"/>
              <a:ext cx="366051" cy="274694"/>
            </a:xfrm>
            <a:custGeom>
              <a:avLst/>
              <a:gdLst>
                <a:gd name="T0" fmla="*/ 10732 w 21464"/>
                <a:gd name="T1" fmla="*/ 10800 h 21600"/>
                <a:gd name="T2" fmla="*/ 10732 w 21464"/>
                <a:gd name="T3" fmla="*/ 10800 h 21600"/>
                <a:gd name="T4" fmla="*/ 10732 w 21464"/>
                <a:gd name="T5" fmla="*/ 10800 h 21600"/>
                <a:gd name="T6" fmla="*/ 10732 w 21464"/>
                <a:gd name="T7" fmla="*/ 10800 h 21600"/>
              </a:gdLst>
              <a:ahLst/>
              <a:cxnLst>
                <a:cxn ang="0">
                  <a:pos x="T0" y="T1"/>
                </a:cxn>
                <a:cxn ang="0">
                  <a:pos x="T2" y="T3"/>
                </a:cxn>
                <a:cxn ang="0">
                  <a:pos x="T4" y="T5"/>
                </a:cxn>
                <a:cxn ang="0">
                  <a:pos x="T6" y="T7"/>
                </a:cxn>
              </a:cxnLst>
              <a:rect l="0" t="0" r="r" b="b"/>
              <a:pathLst>
                <a:path w="21464" h="21600">
                  <a:moveTo>
                    <a:pt x="19918" y="11754"/>
                  </a:moveTo>
                  <a:lnTo>
                    <a:pt x="16564" y="18954"/>
                  </a:lnTo>
                  <a:cubicBezTo>
                    <a:pt x="16317" y="19484"/>
                    <a:pt x="15892" y="19800"/>
                    <a:pt x="15427" y="19800"/>
                  </a:cubicBezTo>
                  <a:lnTo>
                    <a:pt x="2683" y="19800"/>
                  </a:lnTo>
                  <a:cubicBezTo>
                    <a:pt x="1943" y="19800"/>
                    <a:pt x="1341" y="18992"/>
                    <a:pt x="1341" y="18000"/>
                  </a:cubicBezTo>
                  <a:lnTo>
                    <a:pt x="1341" y="3600"/>
                  </a:lnTo>
                  <a:cubicBezTo>
                    <a:pt x="1341" y="2608"/>
                    <a:pt x="1943" y="1800"/>
                    <a:pt x="2683" y="1800"/>
                  </a:cubicBezTo>
                  <a:lnTo>
                    <a:pt x="15427" y="1800"/>
                  </a:lnTo>
                  <a:cubicBezTo>
                    <a:pt x="15892" y="1800"/>
                    <a:pt x="16317" y="2116"/>
                    <a:pt x="16564" y="2645"/>
                  </a:cubicBezTo>
                  <a:lnTo>
                    <a:pt x="19917" y="9845"/>
                  </a:lnTo>
                  <a:cubicBezTo>
                    <a:pt x="20188" y="10425"/>
                    <a:pt x="20188" y="11174"/>
                    <a:pt x="19918" y="11754"/>
                  </a:cubicBezTo>
                  <a:moveTo>
                    <a:pt x="21055" y="8891"/>
                  </a:moveTo>
                  <a:lnTo>
                    <a:pt x="17701" y="1691"/>
                  </a:lnTo>
                  <a:cubicBezTo>
                    <a:pt x="17211" y="639"/>
                    <a:pt x="16352" y="0"/>
                    <a:pt x="15427" y="0"/>
                  </a:cubicBezTo>
                  <a:lnTo>
                    <a:pt x="2683" y="0"/>
                  </a:lnTo>
                  <a:cubicBezTo>
                    <a:pt x="1201" y="0"/>
                    <a:pt x="0" y="1611"/>
                    <a:pt x="0" y="3600"/>
                  </a:cubicBezTo>
                  <a:lnTo>
                    <a:pt x="0" y="18000"/>
                  </a:lnTo>
                  <a:cubicBezTo>
                    <a:pt x="0" y="19988"/>
                    <a:pt x="1201" y="21599"/>
                    <a:pt x="2683" y="21599"/>
                  </a:cubicBezTo>
                  <a:lnTo>
                    <a:pt x="15427" y="21599"/>
                  </a:lnTo>
                  <a:cubicBezTo>
                    <a:pt x="16352" y="21599"/>
                    <a:pt x="17211" y="20960"/>
                    <a:pt x="17701" y="19908"/>
                  </a:cubicBezTo>
                  <a:lnTo>
                    <a:pt x="21055" y="12708"/>
                  </a:lnTo>
                  <a:cubicBezTo>
                    <a:pt x="21600" y="11541"/>
                    <a:pt x="21600" y="10059"/>
                    <a:pt x="21055" y="8891"/>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05" name="AutoShape 119"/>
            <p:cNvSpPr>
              <a:spLocks/>
            </p:cNvSpPr>
            <p:nvPr/>
          </p:nvSpPr>
          <p:spPr bwMode="auto">
            <a:xfrm>
              <a:off x="1167459" y="6622073"/>
              <a:ext cx="68830" cy="688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8000"/>
                  </a:moveTo>
                  <a:cubicBezTo>
                    <a:pt x="6825" y="18000"/>
                    <a:pt x="3600" y="14774"/>
                    <a:pt x="3600" y="10800"/>
                  </a:cubicBezTo>
                  <a:cubicBezTo>
                    <a:pt x="3600" y="6825"/>
                    <a:pt x="6825" y="3600"/>
                    <a:pt x="10800" y="3600"/>
                  </a:cubicBezTo>
                  <a:cubicBezTo>
                    <a:pt x="14774" y="3600"/>
                    <a:pt x="17999" y="6825"/>
                    <a:pt x="17999" y="10800"/>
                  </a:cubicBezTo>
                  <a:cubicBezTo>
                    <a:pt x="17999" y="14774"/>
                    <a:pt x="14774" y="18000"/>
                    <a:pt x="10800" y="18000"/>
                  </a:cubicBezTo>
                  <a:moveTo>
                    <a:pt x="10800" y="0"/>
                  </a:moveTo>
                  <a:cubicBezTo>
                    <a:pt x="4833" y="0"/>
                    <a:pt x="0" y="4833"/>
                    <a:pt x="0" y="10800"/>
                  </a:cubicBezTo>
                  <a:cubicBezTo>
                    <a:pt x="0" y="16766"/>
                    <a:pt x="4833" y="21599"/>
                    <a:pt x="10800" y="21599"/>
                  </a:cubicBezTo>
                  <a:cubicBezTo>
                    <a:pt x="16766" y="21599"/>
                    <a:pt x="21600" y="16766"/>
                    <a:pt x="21600" y="10800"/>
                  </a:cubicBezTo>
                  <a:cubicBezTo>
                    <a:pt x="21600" y="4833"/>
                    <a:pt x="16766" y="0"/>
                    <a:pt x="10800" y="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sp>
        <p:nvSpPr>
          <p:cNvPr id="206" name="AutoShape 46"/>
          <p:cNvSpPr>
            <a:spLocks/>
          </p:cNvSpPr>
          <p:nvPr/>
        </p:nvSpPr>
        <p:spPr bwMode="auto">
          <a:xfrm>
            <a:off x="9670292" y="5775137"/>
            <a:ext cx="366051" cy="3660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874" y="17549"/>
                </a:moveTo>
                <a:cubicBezTo>
                  <a:pt x="15513" y="17549"/>
                  <a:pt x="14343" y="15612"/>
                  <a:pt x="13809" y="12825"/>
                </a:cubicBezTo>
                <a:lnTo>
                  <a:pt x="15524" y="12825"/>
                </a:lnTo>
                <a:cubicBezTo>
                  <a:pt x="17038" y="12825"/>
                  <a:pt x="18224" y="11343"/>
                  <a:pt x="18224" y="9450"/>
                </a:cubicBezTo>
                <a:cubicBezTo>
                  <a:pt x="18224" y="7558"/>
                  <a:pt x="17038" y="6075"/>
                  <a:pt x="15524" y="6075"/>
                </a:cubicBezTo>
                <a:lnTo>
                  <a:pt x="13809" y="6075"/>
                </a:lnTo>
                <a:cubicBezTo>
                  <a:pt x="14343" y="3289"/>
                  <a:pt x="15513" y="1350"/>
                  <a:pt x="16874" y="1350"/>
                </a:cubicBezTo>
                <a:cubicBezTo>
                  <a:pt x="18739" y="1350"/>
                  <a:pt x="20249" y="4976"/>
                  <a:pt x="20249" y="9450"/>
                </a:cubicBezTo>
                <a:cubicBezTo>
                  <a:pt x="20249" y="13923"/>
                  <a:pt x="18739" y="17549"/>
                  <a:pt x="16874" y="17549"/>
                </a:cubicBezTo>
                <a:moveTo>
                  <a:pt x="8926" y="11482"/>
                </a:moveTo>
                <a:lnTo>
                  <a:pt x="8774" y="11482"/>
                </a:lnTo>
                <a:lnTo>
                  <a:pt x="8774" y="11475"/>
                </a:lnTo>
                <a:cubicBezTo>
                  <a:pt x="8028" y="11475"/>
                  <a:pt x="7424" y="10569"/>
                  <a:pt x="7424" y="9450"/>
                </a:cubicBezTo>
                <a:cubicBezTo>
                  <a:pt x="7424" y="8332"/>
                  <a:pt x="8028" y="7425"/>
                  <a:pt x="8774" y="7425"/>
                </a:cubicBezTo>
                <a:lnTo>
                  <a:pt x="8926" y="7425"/>
                </a:lnTo>
                <a:cubicBezTo>
                  <a:pt x="10200" y="7425"/>
                  <a:pt x="11391" y="6924"/>
                  <a:pt x="12441" y="6063"/>
                </a:cubicBezTo>
                <a:cubicBezTo>
                  <a:pt x="12248" y="7149"/>
                  <a:pt x="12149" y="8300"/>
                  <a:pt x="12149" y="9450"/>
                </a:cubicBezTo>
                <a:cubicBezTo>
                  <a:pt x="12149" y="10603"/>
                  <a:pt x="12248" y="11758"/>
                  <a:pt x="12442" y="12846"/>
                </a:cubicBezTo>
                <a:cubicBezTo>
                  <a:pt x="11393" y="11983"/>
                  <a:pt x="10200" y="11482"/>
                  <a:pt x="8926" y="11482"/>
                </a:cubicBezTo>
                <a:moveTo>
                  <a:pt x="8096" y="20249"/>
                </a:moveTo>
                <a:lnTo>
                  <a:pt x="5396" y="20249"/>
                </a:lnTo>
                <a:lnTo>
                  <a:pt x="5396" y="14175"/>
                </a:lnTo>
                <a:cubicBezTo>
                  <a:pt x="5396" y="13683"/>
                  <a:pt x="5264" y="13223"/>
                  <a:pt x="5033" y="12825"/>
                </a:cubicBezTo>
                <a:lnTo>
                  <a:pt x="5505" y="12825"/>
                </a:lnTo>
                <a:lnTo>
                  <a:pt x="5505" y="12832"/>
                </a:lnTo>
                <a:lnTo>
                  <a:pt x="7535" y="12832"/>
                </a:lnTo>
                <a:cubicBezTo>
                  <a:pt x="7463" y="13042"/>
                  <a:pt x="7421" y="13265"/>
                  <a:pt x="7421" y="13500"/>
                </a:cubicBezTo>
                <a:lnTo>
                  <a:pt x="7421" y="18225"/>
                </a:lnTo>
                <a:cubicBezTo>
                  <a:pt x="7421" y="18874"/>
                  <a:pt x="7784" y="19307"/>
                  <a:pt x="8001" y="19565"/>
                </a:cubicBezTo>
                <a:cubicBezTo>
                  <a:pt x="8031" y="19601"/>
                  <a:pt x="8065" y="19638"/>
                  <a:pt x="8096" y="19677"/>
                </a:cubicBezTo>
                <a:cubicBezTo>
                  <a:pt x="8096" y="19677"/>
                  <a:pt x="8096" y="20249"/>
                  <a:pt x="8096" y="20249"/>
                </a:cubicBezTo>
                <a:close/>
                <a:moveTo>
                  <a:pt x="1349" y="9450"/>
                </a:moveTo>
                <a:cubicBezTo>
                  <a:pt x="1349" y="8332"/>
                  <a:pt x="1953" y="7425"/>
                  <a:pt x="2699" y="7425"/>
                </a:cubicBezTo>
                <a:lnTo>
                  <a:pt x="7434" y="7425"/>
                </a:lnTo>
                <a:cubicBezTo>
                  <a:pt x="7014" y="7916"/>
                  <a:pt x="6749" y="8631"/>
                  <a:pt x="6749" y="9450"/>
                </a:cubicBezTo>
                <a:cubicBezTo>
                  <a:pt x="6749" y="10270"/>
                  <a:pt x="7014" y="10984"/>
                  <a:pt x="7434" y="11475"/>
                </a:cubicBezTo>
                <a:lnTo>
                  <a:pt x="2699" y="11475"/>
                </a:lnTo>
                <a:cubicBezTo>
                  <a:pt x="1953" y="11475"/>
                  <a:pt x="1349" y="10569"/>
                  <a:pt x="1349" y="9450"/>
                </a:cubicBezTo>
                <a:moveTo>
                  <a:pt x="13499" y="9450"/>
                </a:moveTo>
                <a:cubicBezTo>
                  <a:pt x="13499" y="8749"/>
                  <a:pt x="13540" y="8073"/>
                  <a:pt x="13610" y="7425"/>
                </a:cubicBezTo>
                <a:lnTo>
                  <a:pt x="15524" y="7425"/>
                </a:lnTo>
                <a:cubicBezTo>
                  <a:pt x="16269" y="7425"/>
                  <a:pt x="16874" y="8332"/>
                  <a:pt x="16874" y="9450"/>
                </a:cubicBezTo>
                <a:cubicBezTo>
                  <a:pt x="16874" y="10569"/>
                  <a:pt x="16269" y="11475"/>
                  <a:pt x="15524" y="11475"/>
                </a:cubicBezTo>
                <a:lnTo>
                  <a:pt x="13610" y="11475"/>
                </a:lnTo>
                <a:cubicBezTo>
                  <a:pt x="13540" y="10826"/>
                  <a:pt x="13499" y="10151"/>
                  <a:pt x="13499" y="9450"/>
                </a:cubicBezTo>
                <a:moveTo>
                  <a:pt x="16874" y="0"/>
                </a:moveTo>
                <a:cubicBezTo>
                  <a:pt x="15489" y="0"/>
                  <a:pt x="14400" y="951"/>
                  <a:pt x="13618" y="2420"/>
                </a:cubicBezTo>
                <a:lnTo>
                  <a:pt x="13604" y="2412"/>
                </a:lnTo>
                <a:cubicBezTo>
                  <a:pt x="12469" y="4635"/>
                  <a:pt x="10778" y="6075"/>
                  <a:pt x="8926" y="6075"/>
                </a:cubicBezTo>
                <a:lnTo>
                  <a:pt x="8479" y="6075"/>
                </a:lnTo>
                <a:lnTo>
                  <a:pt x="5505" y="6075"/>
                </a:lnTo>
                <a:lnTo>
                  <a:pt x="2699" y="6075"/>
                </a:lnTo>
                <a:cubicBezTo>
                  <a:pt x="1185" y="6075"/>
                  <a:pt x="0" y="7558"/>
                  <a:pt x="0" y="9450"/>
                </a:cubicBezTo>
                <a:cubicBezTo>
                  <a:pt x="0" y="11343"/>
                  <a:pt x="1185" y="12825"/>
                  <a:pt x="2699" y="12825"/>
                </a:cubicBezTo>
                <a:cubicBezTo>
                  <a:pt x="3443" y="12827"/>
                  <a:pt x="4046" y="13430"/>
                  <a:pt x="4046" y="14175"/>
                </a:cubicBezTo>
                <a:lnTo>
                  <a:pt x="4046" y="20249"/>
                </a:lnTo>
                <a:cubicBezTo>
                  <a:pt x="4046" y="20996"/>
                  <a:pt x="4651" y="21599"/>
                  <a:pt x="5396" y="21599"/>
                </a:cubicBezTo>
                <a:lnTo>
                  <a:pt x="8096" y="21599"/>
                </a:lnTo>
                <a:cubicBezTo>
                  <a:pt x="8842" y="21599"/>
                  <a:pt x="9446" y="20996"/>
                  <a:pt x="9446" y="20249"/>
                </a:cubicBezTo>
                <a:lnTo>
                  <a:pt x="9446" y="19575"/>
                </a:lnTo>
                <a:cubicBezTo>
                  <a:pt x="9446" y="18900"/>
                  <a:pt x="8771" y="18598"/>
                  <a:pt x="8771" y="18225"/>
                </a:cubicBezTo>
                <a:lnTo>
                  <a:pt x="8771" y="13500"/>
                </a:lnTo>
                <a:cubicBezTo>
                  <a:pt x="8771" y="13484"/>
                  <a:pt x="8781" y="13473"/>
                  <a:pt x="8782" y="13458"/>
                </a:cubicBezTo>
                <a:cubicBezTo>
                  <a:pt x="8789" y="13361"/>
                  <a:pt x="8815" y="13271"/>
                  <a:pt x="8859" y="13191"/>
                </a:cubicBezTo>
                <a:cubicBezTo>
                  <a:pt x="8871" y="13169"/>
                  <a:pt x="8884" y="13151"/>
                  <a:pt x="8898" y="13132"/>
                </a:cubicBezTo>
                <a:cubicBezTo>
                  <a:pt x="8952" y="13051"/>
                  <a:pt x="9020" y="12985"/>
                  <a:pt x="9103" y="12934"/>
                </a:cubicBezTo>
                <a:cubicBezTo>
                  <a:pt x="9107" y="12931"/>
                  <a:pt x="9108" y="12927"/>
                  <a:pt x="9112" y="12925"/>
                </a:cubicBezTo>
                <a:cubicBezTo>
                  <a:pt x="9115" y="12925"/>
                  <a:pt x="9117" y="12922"/>
                  <a:pt x="9120" y="12922"/>
                </a:cubicBezTo>
                <a:cubicBezTo>
                  <a:pt x="9174" y="12892"/>
                  <a:pt x="9238" y="12885"/>
                  <a:pt x="9299" y="12868"/>
                </a:cubicBezTo>
                <a:cubicBezTo>
                  <a:pt x="11003" y="13049"/>
                  <a:pt x="12545" y="14424"/>
                  <a:pt x="13604" y="16495"/>
                </a:cubicBezTo>
                <a:lnTo>
                  <a:pt x="13621" y="16487"/>
                </a:lnTo>
                <a:cubicBezTo>
                  <a:pt x="14404" y="17950"/>
                  <a:pt x="15490" y="18900"/>
                  <a:pt x="16874" y="18900"/>
                </a:cubicBezTo>
                <a:cubicBezTo>
                  <a:pt x="19977" y="18900"/>
                  <a:pt x="21600" y="14145"/>
                  <a:pt x="21600" y="9450"/>
                </a:cubicBezTo>
                <a:cubicBezTo>
                  <a:pt x="21600" y="4754"/>
                  <a:pt x="19977" y="0"/>
                  <a:pt x="16874" y="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07" name="AutoShape 59"/>
          <p:cNvSpPr>
            <a:spLocks/>
          </p:cNvSpPr>
          <p:nvPr/>
        </p:nvSpPr>
        <p:spPr bwMode="auto">
          <a:xfrm>
            <a:off x="2937786" y="5222784"/>
            <a:ext cx="366676" cy="366050"/>
          </a:xfrm>
          <a:custGeom>
            <a:avLst/>
            <a:gdLst>
              <a:gd name="T0" fmla="+- 0 10794 23"/>
              <a:gd name="T1" fmla="*/ T0 w 21543"/>
              <a:gd name="T2" fmla="*/ 10800 h 21600"/>
              <a:gd name="T3" fmla="+- 0 10794 23"/>
              <a:gd name="T4" fmla="*/ T3 w 21543"/>
              <a:gd name="T5" fmla="*/ 10800 h 21600"/>
              <a:gd name="T6" fmla="+- 0 10794 23"/>
              <a:gd name="T7" fmla="*/ T6 w 21543"/>
              <a:gd name="T8" fmla="*/ 10800 h 21600"/>
              <a:gd name="T9" fmla="+- 0 10794 23"/>
              <a:gd name="T10" fmla="*/ T9 w 21543"/>
              <a:gd name="T11" fmla="*/ 10800 h 21600"/>
            </a:gdLst>
            <a:ahLst/>
            <a:cxnLst>
              <a:cxn ang="0">
                <a:pos x="T1" y="T2"/>
              </a:cxn>
              <a:cxn ang="0">
                <a:pos x="T4" y="T5"/>
              </a:cxn>
              <a:cxn ang="0">
                <a:pos x="T7" y="T8"/>
              </a:cxn>
              <a:cxn ang="0">
                <a:pos x="T10" y="T11"/>
              </a:cxn>
            </a:cxnLst>
            <a:rect l="0" t="0" r="r" b="b"/>
            <a:pathLst>
              <a:path w="21543" h="21600">
                <a:moveTo>
                  <a:pt x="16976" y="19986"/>
                </a:moveTo>
                <a:lnTo>
                  <a:pt x="11226" y="17680"/>
                </a:lnTo>
                <a:cubicBezTo>
                  <a:pt x="11088" y="17626"/>
                  <a:pt x="10946" y="17608"/>
                  <a:pt x="10806" y="17600"/>
                </a:cubicBezTo>
                <a:lnTo>
                  <a:pt x="19660" y="3837"/>
                </a:lnTo>
                <a:cubicBezTo>
                  <a:pt x="19660" y="3837"/>
                  <a:pt x="16976" y="19986"/>
                  <a:pt x="16976" y="19986"/>
                </a:cubicBezTo>
                <a:close/>
                <a:moveTo>
                  <a:pt x="6859" y="16244"/>
                </a:moveTo>
                <a:cubicBezTo>
                  <a:pt x="6858" y="16242"/>
                  <a:pt x="6855" y="16240"/>
                  <a:pt x="6854" y="16238"/>
                </a:cubicBezTo>
                <a:lnTo>
                  <a:pt x="19606" y="2552"/>
                </a:lnTo>
                <a:lnTo>
                  <a:pt x="8735" y="19536"/>
                </a:lnTo>
                <a:cubicBezTo>
                  <a:pt x="8735" y="19536"/>
                  <a:pt x="6859" y="16244"/>
                  <a:pt x="6859" y="16244"/>
                </a:cubicBezTo>
                <a:close/>
                <a:moveTo>
                  <a:pt x="2111" y="14024"/>
                </a:moveTo>
                <a:lnTo>
                  <a:pt x="17712" y="3595"/>
                </a:lnTo>
                <a:lnTo>
                  <a:pt x="6369" y="15770"/>
                </a:lnTo>
                <a:cubicBezTo>
                  <a:pt x="6309" y="15734"/>
                  <a:pt x="6256" y="15687"/>
                  <a:pt x="6190" y="15660"/>
                </a:cubicBezTo>
                <a:cubicBezTo>
                  <a:pt x="6190" y="15660"/>
                  <a:pt x="2111" y="14024"/>
                  <a:pt x="2111" y="14024"/>
                </a:cubicBezTo>
                <a:close/>
                <a:moveTo>
                  <a:pt x="21234" y="108"/>
                </a:moveTo>
                <a:cubicBezTo>
                  <a:pt x="21123" y="35"/>
                  <a:pt x="20996" y="0"/>
                  <a:pt x="20868" y="0"/>
                </a:cubicBezTo>
                <a:cubicBezTo>
                  <a:pt x="20738" y="0"/>
                  <a:pt x="20608" y="36"/>
                  <a:pt x="20495" y="113"/>
                </a:cubicBezTo>
                <a:lnTo>
                  <a:pt x="299" y="13613"/>
                </a:lnTo>
                <a:cubicBezTo>
                  <a:pt x="91" y="13751"/>
                  <a:pt x="-23" y="13995"/>
                  <a:pt x="3" y="14244"/>
                </a:cubicBezTo>
                <a:cubicBezTo>
                  <a:pt x="28" y="14494"/>
                  <a:pt x="190" y="14708"/>
                  <a:pt x="422" y="14801"/>
                </a:cubicBezTo>
                <a:lnTo>
                  <a:pt x="5689" y="16914"/>
                </a:lnTo>
                <a:lnTo>
                  <a:pt x="8166" y="21259"/>
                </a:lnTo>
                <a:cubicBezTo>
                  <a:pt x="8284" y="21468"/>
                  <a:pt x="8505" y="21597"/>
                  <a:pt x="8743" y="21599"/>
                </a:cubicBezTo>
                <a:lnTo>
                  <a:pt x="8751" y="21599"/>
                </a:lnTo>
                <a:cubicBezTo>
                  <a:pt x="8987" y="21599"/>
                  <a:pt x="9206" y="21474"/>
                  <a:pt x="9328" y="21271"/>
                </a:cubicBezTo>
                <a:lnTo>
                  <a:pt x="10726" y="18934"/>
                </a:lnTo>
                <a:lnTo>
                  <a:pt x="17253" y="21551"/>
                </a:lnTo>
                <a:cubicBezTo>
                  <a:pt x="17332" y="21584"/>
                  <a:pt x="17418" y="21599"/>
                  <a:pt x="17502" y="21599"/>
                </a:cubicBezTo>
                <a:cubicBezTo>
                  <a:pt x="17617" y="21599"/>
                  <a:pt x="17731" y="21571"/>
                  <a:pt x="17832" y="21512"/>
                </a:cubicBezTo>
                <a:cubicBezTo>
                  <a:pt x="18010" y="21412"/>
                  <a:pt x="18133" y="21238"/>
                  <a:pt x="18167" y="21035"/>
                </a:cubicBezTo>
                <a:lnTo>
                  <a:pt x="21533" y="785"/>
                </a:lnTo>
                <a:cubicBezTo>
                  <a:pt x="21576" y="520"/>
                  <a:pt x="21459" y="254"/>
                  <a:pt x="21234" y="108"/>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nvGrpSpPr>
          <p:cNvPr id="208" name="组合 207"/>
          <p:cNvGrpSpPr/>
          <p:nvPr/>
        </p:nvGrpSpPr>
        <p:grpSpPr>
          <a:xfrm>
            <a:off x="2461661" y="5251567"/>
            <a:ext cx="366676" cy="308484"/>
            <a:chOff x="4600201" y="5775463"/>
            <a:chExt cx="366676" cy="308484"/>
          </a:xfrm>
        </p:grpSpPr>
        <p:sp>
          <p:nvSpPr>
            <p:cNvPr id="209" name="AutoShape 120"/>
            <p:cNvSpPr>
              <a:spLocks/>
            </p:cNvSpPr>
            <p:nvPr/>
          </p:nvSpPr>
          <p:spPr bwMode="auto">
            <a:xfrm>
              <a:off x="4692182" y="5855558"/>
              <a:ext cx="182712" cy="1827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48" y="16070"/>
                  </a:moveTo>
                  <a:cubicBezTo>
                    <a:pt x="14037" y="19468"/>
                    <a:pt x="8925" y="19859"/>
                    <a:pt x="5529" y="16948"/>
                  </a:cubicBezTo>
                  <a:cubicBezTo>
                    <a:pt x="2130" y="14038"/>
                    <a:pt x="1740" y="8924"/>
                    <a:pt x="4651" y="5527"/>
                  </a:cubicBezTo>
                  <a:cubicBezTo>
                    <a:pt x="7559" y="2131"/>
                    <a:pt x="12674" y="1740"/>
                    <a:pt x="16070" y="4650"/>
                  </a:cubicBezTo>
                  <a:cubicBezTo>
                    <a:pt x="19466" y="7560"/>
                    <a:pt x="19859" y="12673"/>
                    <a:pt x="16948" y="16070"/>
                  </a:cubicBezTo>
                  <a:moveTo>
                    <a:pt x="10800" y="0"/>
                  </a:moveTo>
                  <a:cubicBezTo>
                    <a:pt x="4833" y="0"/>
                    <a:pt x="0" y="4834"/>
                    <a:pt x="0" y="10800"/>
                  </a:cubicBezTo>
                  <a:cubicBezTo>
                    <a:pt x="0" y="16765"/>
                    <a:pt x="4833" y="21599"/>
                    <a:pt x="10800" y="21599"/>
                  </a:cubicBezTo>
                  <a:cubicBezTo>
                    <a:pt x="16764" y="21599"/>
                    <a:pt x="21600" y="16765"/>
                    <a:pt x="21600" y="10800"/>
                  </a:cubicBezTo>
                  <a:cubicBezTo>
                    <a:pt x="21600" y="4834"/>
                    <a:pt x="16764" y="0"/>
                    <a:pt x="10800" y="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10" name="AutoShape 121"/>
            <p:cNvSpPr>
              <a:spLocks/>
            </p:cNvSpPr>
            <p:nvPr/>
          </p:nvSpPr>
          <p:spPr bwMode="auto">
            <a:xfrm>
              <a:off x="4737861" y="5901235"/>
              <a:ext cx="51310" cy="5131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200" y="0"/>
                  </a:moveTo>
                  <a:cubicBezTo>
                    <a:pt x="8596" y="0"/>
                    <a:pt x="0" y="8596"/>
                    <a:pt x="0" y="19195"/>
                  </a:cubicBezTo>
                  <a:lnTo>
                    <a:pt x="0" y="19199"/>
                  </a:lnTo>
                  <a:cubicBezTo>
                    <a:pt x="0" y="20524"/>
                    <a:pt x="1068" y="21599"/>
                    <a:pt x="2400" y="21599"/>
                  </a:cubicBezTo>
                  <a:cubicBezTo>
                    <a:pt x="3721" y="21599"/>
                    <a:pt x="4800" y="20524"/>
                    <a:pt x="4800" y="19199"/>
                  </a:cubicBezTo>
                  <a:lnTo>
                    <a:pt x="4800" y="19195"/>
                  </a:lnTo>
                  <a:cubicBezTo>
                    <a:pt x="4800" y="11247"/>
                    <a:pt x="11240" y="4799"/>
                    <a:pt x="19200" y="4799"/>
                  </a:cubicBezTo>
                  <a:cubicBezTo>
                    <a:pt x="20521" y="4799"/>
                    <a:pt x="21600" y="3724"/>
                    <a:pt x="21600" y="2399"/>
                  </a:cubicBezTo>
                  <a:cubicBezTo>
                    <a:pt x="21600" y="1075"/>
                    <a:pt x="20521" y="0"/>
                    <a:pt x="19200" y="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11" name="AutoShape 122"/>
            <p:cNvSpPr>
              <a:spLocks/>
            </p:cNvSpPr>
            <p:nvPr/>
          </p:nvSpPr>
          <p:spPr bwMode="auto">
            <a:xfrm>
              <a:off x="4600201" y="5775463"/>
              <a:ext cx="366676" cy="30848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9199"/>
                  </a:moveTo>
                  <a:cubicBezTo>
                    <a:pt x="20249" y="19642"/>
                    <a:pt x="19948" y="19999"/>
                    <a:pt x="19575" y="19999"/>
                  </a:cubicBezTo>
                  <a:lnTo>
                    <a:pt x="2024" y="19999"/>
                  </a:lnTo>
                  <a:cubicBezTo>
                    <a:pt x="1651" y="19999"/>
                    <a:pt x="1349" y="19642"/>
                    <a:pt x="1349" y="19199"/>
                  </a:cubicBezTo>
                  <a:lnTo>
                    <a:pt x="1349" y="7200"/>
                  </a:lnTo>
                  <a:cubicBezTo>
                    <a:pt x="1349" y="6809"/>
                    <a:pt x="1588" y="6475"/>
                    <a:pt x="1914" y="6411"/>
                  </a:cubicBezTo>
                  <a:lnTo>
                    <a:pt x="5588" y="5684"/>
                  </a:lnTo>
                  <a:lnTo>
                    <a:pt x="6797" y="2103"/>
                  </a:lnTo>
                  <a:cubicBezTo>
                    <a:pt x="6900" y="1799"/>
                    <a:pt x="7148" y="1600"/>
                    <a:pt x="7424" y="1600"/>
                  </a:cubicBezTo>
                  <a:lnTo>
                    <a:pt x="14174" y="1600"/>
                  </a:lnTo>
                  <a:cubicBezTo>
                    <a:pt x="14450" y="1600"/>
                    <a:pt x="14698" y="1799"/>
                    <a:pt x="14801" y="2103"/>
                  </a:cubicBezTo>
                  <a:lnTo>
                    <a:pt x="16010" y="5684"/>
                  </a:lnTo>
                  <a:lnTo>
                    <a:pt x="19685" y="6411"/>
                  </a:lnTo>
                  <a:cubicBezTo>
                    <a:pt x="20011" y="6475"/>
                    <a:pt x="20249" y="6809"/>
                    <a:pt x="20249" y="7200"/>
                  </a:cubicBezTo>
                  <a:cubicBezTo>
                    <a:pt x="20249" y="7200"/>
                    <a:pt x="20249" y="19199"/>
                    <a:pt x="20249" y="19199"/>
                  </a:cubicBezTo>
                  <a:close/>
                  <a:moveTo>
                    <a:pt x="19907" y="4832"/>
                  </a:moveTo>
                  <a:lnTo>
                    <a:pt x="16981" y="4254"/>
                  </a:lnTo>
                  <a:lnTo>
                    <a:pt x="16054" y="1507"/>
                  </a:lnTo>
                  <a:cubicBezTo>
                    <a:pt x="15745" y="591"/>
                    <a:pt x="15006" y="0"/>
                    <a:pt x="14174" y="0"/>
                  </a:cubicBezTo>
                  <a:lnTo>
                    <a:pt x="7424" y="0"/>
                  </a:lnTo>
                  <a:cubicBezTo>
                    <a:pt x="6593" y="0"/>
                    <a:pt x="5854" y="591"/>
                    <a:pt x="5543" y="1509"/>
                  </a:cubicBezTo>
                  <a:lnTo>
                    <a:pt x="4618" y="4254"/>
                  </a:lnTo>
                  <a:lnTo>
                    <a:pt x="1692" y="4832"/>
                  </a:lnTo>
                  <a:cubicBezTo>
                    <a:pt x="711" y="5025"/>
                    <a:pt x="0" y="6020"/>
                    <a:pt x="0" y="7200"/>
                  </a:cubicBezTo>
                  <a:lnTo>
                    <a:pt x="0" y="19199"/>
                  </a:lnTo>
                  <a:cubicBezTo>
                    <a:pt x="0" y="20523"/>
                    <a:pt x="908" y="21600"/>
                    <a:pt x="2024" y="21600"/>
                  </a:cubicBezTo>
                  <a:lnTo>
                    <a:pt x="19575" y="21600"/>
                  </a:lnTo>
                  <a:cubicBezTo>
                    <a:pt x="20691" y="21600"/>
                    <a:pt x="21600" y="20523"/>
                    <a:pt x="21600" y="19199"/>
                  </a:cubicBezTo>
                  <a:lnTo>
                    <a:pt x="21600" y="7200"/>
                  </a:lnTo>
                  <a:cubicBezTo>
                    <a:pt x="21600" y="6020"/>
                    <a:pt x="20888" y="5025"/>
                    <a:pt x="19907" y="4832"/>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nvGrpSpPr>
          <p:cNvPr id="212" name="组合 211"/>
          <p:cNvGrpSpPr/>
          <p:nvPr/>
        </p:nvGrpSpPr>
        <p:grpSpPr>
          <a:xfrm>
            <a:off x="1986162" y="5222784"/>
            <a:ext cx="366050" cy="366050"/>
            <a:chOff x="3868099" y="5741049"/>
            <a:chExt cx="366050" cy="366050"/>
          </a:xfrm>
        </p:grpSpPr>
        <p:sp>
          <p:nvSpPr>
            <p:cNvPr id="213" name="AutoShape 123"/>
            <p:cNvSpPr>
              <a:spLocks/>
            </p:cNvSpPr>
            <p:nvPr/>
          </p:nvSpPr>
          <p:spPr bwMode="auto">
            <a:xfrm>
              <a:off x="3868099" y="5741049"/>
              <a:ext cx="366050" cy="3660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180" y="12132"/>
                  </a:moveTo>
                  <a:cubicBezTo>
                    <a:pt x="17710" y="12226"/>
                    <a:pt x="17327" y="12561"/>
                    <a:pt x="17170" y="13012"/>
                  </a:cubicBezTo>
                  <a:cubicBezTo>
                    <a:pt x="17083" y="13261"/>
                    <a:pt x="16981" y="13503"/>
                    <a:pt x="16868" y="13738"/>
                  </a:cubicBezTo>
                  <a:cubicBezTo>
                    <a:pt x="16658" y="14169"/>
                    <a:pt x="16694" y="14677"/>
                    <a:pt x="16959" y="15075"/>
                  </a:cubicBezTo>
                  <a:lnTo>
                    <a:pt x="18131" y="16833"/>
                  </a:lnTo>
                  <a:lnTo>
                    <a:pt x="16832" y="18132"/>
                  </a:lnTo>
                  <a:lnTo>
                    <a:pt x="15075" y="16960"/>
                  </a:lnTo>
                  <a:cubicBezTo>
                    <a:pt x="14850" y="16810"/>
                    <a:pt x="14589" y="16733"/>
                    <a:pt x="14326" y="16733"/>
                  </a:cubicBezTo>
                  <a:cubicBezTo>
                    <a:pt x="14126" y="16733"/>
                    <a:pt x="13924" y="16778"/>
                    <a:pt x="13738" y="16868"/>
                  </a:cubicBezTo>
                  <a:cubicBezTo>
                    <a:pt x="13504" y="16981"/>
                    <a:pt x="13262" y="17083"/>
                    <a:pt x="13012" y="17170"/>
                  </a:cubicBezTo>
                  <a:cubicBezTo>
                    <a:pt x="12561" y="17327"/>
                    <a:pt x="12226" y="17712"/>
                    <a:pt x="12133" y="18180"/>
                  </a:cubicBezTo>
                  <a:lnTo>
                    <a:pt x="11717" y="20249"/>
                  </a:lnTo>
                  <a:lnTo>
                    <a:pt x="9881" y="20249"/>
                  </a:lnTo>
                  <a:lnTo>
                    <a:pt x="9467" y="18180"/>
                  </a:lnTo>
                  <a:cubicBezTo>
                    <a:pt x="9373" y="17712"/>
                    <a:pt x="9039" y="17327"/>
                    <a:pt x="8588" y="17170"/>
                  </a:cubicBezTo>
                  <a:cubicBezTo>
                    <a:pt x="8339" y="17083"/>
                    <a:pt x="8096" y="16983"/>
                    <a:pt x="7861" y="16869"/>
                  </a:cubicBezTo>
                  <a:cubicBezTo>
                    <a:pt x="7675" y="16778"/>
                    <a:pt x="7474" y="16733"/>
                    <a:pt x="7273" y="16733"/>
                  </a:cubicBezTo>
                  <a:cubicBezTo>
                    <a:pt x="7011" y="16733"/>
                    <a:pt x="6750" y="16810"/>
                    <a:pt x="6525" y="16960"/>
                  </a:cubicBezTo>
                  <a:lnTo>
                    <a:pt x="4767" y="18132"/>
                  </a:lnTo>
                  <a:lnTo>
                    <a:pt x="3468" y="16833"/>
                  </a:lnTo>
                  <a:lnTo>
                    <a:pt x="4639" y="15075"/>
                  </a:lnTo>
                  <a:cubicBezTo>
                    <a:pt x="4904" y="14677"/>
                    <a:pt x="4939" y="14169"/>
                    <a:pt x="4732" y="13738"/>
                  </a:cubicBezTo>
                  <a:cubicBezTo>
                    <a:pt x="4618" y="13504"/>
                    <a:pt x="4516" y="13263"/>
                    <a:pt x="4429" y="13013"/>
                  </a:cubicBezTo>
                  <a:cubicBezTo>
                    <a:pt x="4273" y="12561"/>
                    <a:pt x="3888" y="12227"/>
                    <a:pt x="3419" y="12133"/>
                  </a:cubicBezTo>
                  <a:lnTo>
                    <a:pt x="1350" y="11718"/>
                  </a:lnTo>
                  <a:lnTo>
                    <a:pt x="1349" y="9882"/>
                  </a:lnTo>
                  <a:lnTo>
                    <a:pt x="3419" y="9468"/>
                  </a:lnTo>
                  <a:cubicBezTo>
                    <a:pt x="3888" y="9374"/>
                    <a:pt x="4273" y="9039"/>
                    <a:pt x="4429" y="8588"/>
                  </a:cubicBezTo>
                  <a:cubicBezTo>
                    <a:pt x="4516" y="8338"/>
                    <a:pt x="4617" y="8096"/>
                    <a:pt x="4731" y="7862"/>
                  </a:cubicBezTo>
                  <a:cubicBezTo>
                    <a:pt x="4940" y="7431"/>
                    <a:pt x="4905" y="6923"/>
                    <a:pt x="4639" y="6524"/>
                  </a:cubicBezTo>
                  <a:lnTo>
                    <a:pt x="3468" y="4767"/>
                  </a:lnTo>
                  <a:lnTo>
                    <a:pt x="4767" y="3468"/>
                  </a:lnTo>
                  <a:lnTo>
                    <a:pt x="6525" y="4639"/>
                  </a:lnTo>
                  <a:cubicBezTo>
                    <a:pt x="6750" y="4790"/>
                    <a:pt x="7011" y="4866"/>
                    <a:pt x="7273" y="4866"/>
                  </a:cubicBezTo>
                  <a:cubicBezTo>
                    <a:pt x="7474" y="4866"/>
                    <a:pt x="7674" y="4822"/>
                    <a:pt x="7861" y="4732"/>
                  </a:cubicBezTo>
                  <a:cubicBezTo>
                    <a:pt x="8095" y="4619"/>
                    <a:pt x="8337" y="4517"/>
                    <a:pt x="8586" y="4430"/>
                  </a:cubicBezTo>
                  <a:cubicBezTo>
                    <a:pt x="9039" y="4272"/>
                    <a:pt x="9373" y="3888"/>
                    <a:pt x="9467" y="3420"/>
                  </a:cubicBezTo>
                  <a:lnTo>
                    <a:pt x="9881" y="1350"/>
                  </a:lnTo>
                  <a:lnTo>
                    <a:pt x="11717" y="1350"/>
                  </a:lnTo>
                  <a:lnTo>
                    <a:pt x="12131" y="3420"/>
                  </a:lnTo>
                  <a:cubicBezTo>
                    <a:pt x="12225" y="3888"/>
                    <a:pt x="12560" y="4272"/>
                    <a:pt x="13012" y="4430"/>
                  </a:cubicBezTo>
                  <a:cubicBezTo>
                    <a:pt x="13261" y="4517"/>
                    <a:pt x="13502" y="4617"/>
                    <a:pt x="13737" y="4731"/>
                  </a:cubicBezTo>
                  <a:cubicBezTo>
                    <a:pt x="13924" y="4822"/>
                    <a:pt x="14125" y="4866"/>
                    <a:pt x="14326" y="4866"/>
                  </a:cubicBezTo>
                  <a:cubicBezTo>
                    <a:pt x="14589" y="4866"/>
                    <a:pt x="14850" y="4790"/>
                    <a:pt x="15075" y="4639"/>
                  </a:cubicBezTo>
                  <a:lnTo>
                    <a:pt x="16832" y="3468"/>
                  </a:lnTo>
                  <a:lnTo>
                    <a:pt x="18131" y="4767"/>
                  </a:lnTo>
                  <a:lnTo>
                    <a:pt x="16959" y="6524"/>
                  </a:lnTo>
                  <a:cubicBezTo>
                    <a:pt x="16694" y="6923"/>
                    <a:pt x="16660" y="7431"/>
                    <a:pt x="16867" y="7861"/>
                  </a:cubicBezTo>
                  <a:cubicBezTo>
                    <a:pt x="16980" y="8096"/>
                    <a:pt x="17083" y="8337"/>
                    <a:pt x="17170" y="8587"/>
                  </a:cubicBezTo>
                  <a:cubicBezTo>
                    <a:pt x="17327" y="9039"/>
                    <a:pt x="17710" y="9373"/>
                    <a:pt x="18180" y="9467"/>
                  </a:cubicBezTo>
                  <a:lnTo>
                    <a:pt x="20248" y="9882"/>
                  </a:lnTo>
                  <a:lnTo>
                    <a:pt x="20250" y="11718"/>
                  </a:lnTo>
                  <a:cubicBezTo>
                    <a:pt x="20250" y="11718"/>
                    <a:pt x="18180" y="12132"/>
                    <a:pt x="18180" y="12132"/>
                  </a:cubicBezTo>
                  <a:close/>
                  <a:moveTo>
                    <a:pt x="20513" y="8558"/>
                  </a:moveTo>
                  <a:lnTo>
                    <a:pt x="18445" y="8143"/>
                  </a:lnTo>
                  <a:cubicBezTo>
                    <a:pt x="18341" y="7844"/>
                    <a:pt x="18218" y="7554"/>
                    <a:pt x="18082" y="7273"/>
                  </a:cubicBezTo>
                  <a:lnTo>
                    <a:pt x="19254" y="5516"/>
                  </a:lnTo>
                  <a:cubicBezTo>
                    <a:pt x="19611" y="4980"/>
                    <a:pt x="19540" y="4268"/>
                    <a:pt x="19085" y="3813"/>
                  </a:cubicBezTo>
                  <a:lnTo>
                    <a:pt x="17787" y="2514"/>
                  </a:lnTo>
                  <a:cubicBezTo>
                    <a:pt x="17526" y="2253"/>
                    <a:pt x="17181" y="2118"/>
                    <a:pt x="16831" y="2118"/>
                  </a:cubicBezTo>
                  <a:cubicBezTo>
                    <a:pt x="16573" y="2118"/>
                    <a:pt x="16312" y="2193"/>
                    <a:pt x="16084" y="2345"/>
                  </a:cubicBezTo>
                  <a:lnTo>
                    <a:pt x="14326" y="3516"/>
                  </a:lnTo>
                  <a:cubicBezTo>
                    <a:pt x="14044" y="3380"/>
                    <a:pt x="13754" y="3258"/>
                    <a:pt x="13455" y="3155"/>
                  </a:cubicBezTo>
                  <a:lnTo>
                    <a:pt x="13041" y="1085"/>
                  </a:lnTo>
                  <a:cubicBezTo>
                    <a:pt x="12916" y="454"/>
                    <a:pt x="12361" y="0"/>
                    <a:pt x="11717" y="0"/>
                  </a:cubicBezTo>
                  <a:lnTo>
                    <a:pt x="9881" y="0"/>
                  </a:lnTo>
                  <a:cubicBezTo>
                    <a:pt x="9238" y="0"/>
                    <a:pt x="8684" y="454"/>
                    <a:pt x="8557" y="1085"/>
                  </a:cubicBezTo>
                  <a:lnTo>
                    <a:pt x="8143" y="3155"/>
                  </a:lnTo>
                  <a:cubicBezTo>
                    <a:pt x="7843" y="3258"/>
                    <a:pt x="7554" y="3381"/>
                    <a:pt x="7273" y="3516"/>
                  </a:cubicBezTo>
                  <a:lnTo>
                    <a:pt x="5516" y="2345"/>
                  </a:lnTo>
                  <a:cubicBezTo>
                    <a:pt x="5287" y="2193"/>
                    <a:pt x="5026" y="2118"/>
                    <a:pt x="4767" y="2118"/>
                  </a:cubicBezTo>
                  <a:cubicBezTo>
                    <a:pt x="4419" y="2118"/>
                    <a:pt x="4073" y="2253"/>
                    <a:pt x="3812" y="2514"/>
                  </a:cubicBezTo>
                  <a:lnTo>
                    <a:pt x="2514" y="3813"/>
                  </a:lnTo>
                  <a:cubicBezTo>
                    <a:pt x="2059" y="4268"/>
                    <a:pt x="1988" y="4980"/>
                    <a:pt x="2345" y="5516"/>
                  </a:cubicBezTo>
                  <a:lnTo>
                    <a:pt x="3516" y="7273"/>
                  </a:lnTo>
                  <a:cubicBezTo>
                    <a:pt x="3380" y="7555"/>
                    <a:pt x="3258" y="7844"/>
                    <a:pt x="3154" y="8144"/>
                  </a:cubicBezTo>
                  <a:lnTo>
                    <a:pt x="1085" y="8558"/>
                  </a:lnTo>
                  <a:cubicBezTo>
                    <a:pt x="454" y="8684"/>
                    <a:pt x="0" y="9238"/>
                    <a:pt x="0" y="9882"/>
                  </a:cubicBezTo>
                  <a:lnTo>
                    <a:pt x="0" y="11718"/>
                  </a:lnTo>
                  <a:cubicBezTo>
                    <a:pt x="0" y="12361"/>
                    <a:pt x="454" y="12916"/>
                    <a:pt x="1085" y="13042"/>
                  </a:cubicBezTo>
                  <a:lnTo>
                    <a:pt x="3154" y="13456"/>
                  </a:lnTo>
                  <a:cubicBezTo>
                    <a:pt x="3258" y="13755"/>
                    <a:pt x="3380" y="14046"/>
                    <a:pt x="3516" y="14326"/>
                  </a:cubicBezTo>
                  <a:lnTo>
                    <a:pt x="2345" y="16083"/>
                  </a:lnTo>
                  <a:cubicBezTo>
                    <a:pt x="1988" y="16619"/>
                    <a:pt x="2059" y="17332"/>
                    <a:pt x="2514" y="17787"/>
                  </a:cubicBezTo>
                  <a:lnTo>
                    <a:pt x="3812" y="19086"/>
                  </a:lnTo>
                  <a:cubicBezTo>
                    <a:pt x="4073" y="19346"/>
                    <a:pt x="4419" y="19482"/>
                    <a:pt x="4767" y="19482"/>
                  </a:cubicBezTo>
                  <a:cubicBezTo>
                    <a:pt x="5026" y="19482"/>
                    <a:pt x="5287" y="19406"/>
                    <a:pt x="5516" y="19254"/>
                  </a:cubicBezTo>
                  <a:lnTo>
                    <a:pt x="7273" y="18083"/>
                  </a:lnTo>
                  <a:cubicBezTo>
                    <a:pt x="7554" y="18220"/>
                    <a:pt x="7843" y="18341"/>
                    <a:pt x="8143" y="18445"/>
                  </a:cubicBezTo>
                  <a:lnTo>
                    <a:pt x="8557" y="20514"/>
                  </a:lnTo>
                  <a:cubicBezTo>
                    <a:pt x="8684" y="21146"/>
                    <a:pt x="9238" y="21599"/>
                    <a:pt x="9881" y="21599"/>
                  </a:cubicBezTo>
                  <a:lnTo>
                    <a:pt x="11717" y="21599"/>
                  </a:lnTo>
                  <a:cubicBezTo>
                    <a:pt x="12361" y="21599"/>
                    <a:pt x="12916" y="21146"/>
                    <a:pt x="13041" y="20514"/>
                  </a:cubicBezTo>
                  <a:lnTo>
                    <a:pt x="13456" y="18445"/>
                  </a:lnTo>
                  <a:cubicBezTo>
                    <a:pt x="13755" y="18341"/>
                    <a:pt x="14046" y="18219"/>
                    <a:pt x="14326" y="18083"/>
                  </a:cubicBezTo>
                  <a:lnTo>
                    <a:pt x="16084" y="19254"/>
                  </a:lnTo>
                  <a:cubicBezTo>
                    <a:pt x="16312" y="19406"/>
                    <a:pt x="16573" y="19482"/>
                    <a:pt x="16831" y="19482"/>
                  </a:cubicBezTo>
                  <a:cubicBezTo>
                    <a:pt x="17181" y="19482"/>
                    <a:pt x="17526" y="19346"/>
                    <a:pt x="17787" y="19086"/>
                  </a:cubicBezTo>
                  <a:lnTo>
                    <a:pt x="19085" y="17787"/>
                  </a:lnTo>
                  <a:cubicBezTo>
                    <a:pt x="19540" y="17332"/>
                    <a:pt x="19611" y="16619"/>
                    <a:pt x="19254" y="16083"/>
                  </a:cubicBezTo>
                  <a:lnTo>
                    <a:pt x="18082" y="14326"/>
                  </a:lnTo>
                  <a:cubicBezTo>
                    <a:pt x="18219" y="14045"/>
                    <a:pt x="18341" y="13755"/>
                    <a:pt x="18445" y="13456"/>
                  </a:cubicBezTo>
                  <a:lnTo>
                    <a:pt x="20513" y="13042"/>
                  </a:lnTo>
                  <a:cubicBezTo>
                    <a:pt x="21145" y="12916"/>
                    <a:pt x="21599" y="12361"/>
                    <a:pt x="21599" y="11718"/>
                  </a:cubicBezTo>
                  <a:lnTo>
                    <a:pt x="21599" y="9882"/>
                  </a:lnTo>
                  <a:cubicBezTo>
                    <a:pt x="21599" y="9238"/>
                    <a:pt x="21145" y="8684"/>
                    <a:pt x="20513" y="8558"/>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14" name="AutoShape 124"/>
            <p:cNvSpPr>
              <a:spLocks/>
            </p:cNvSpPr>
            <p:nvPr/>
          </p:nvSpPr>
          <p:spPr bwMode="auto">
            <a:xfrm>
              <a:off x="3971344" y="5843668"/>
              <a:ext cx="160186" cy="16018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0250"/>
                  </a:moveTo>
                  <a:cubicBezTo>
                    <a:pt x="5580" y="20250"/>
                    <a:pt x="1350" y="16017"/>
                    <a:pt x="1350" y="10800"/>
                  </a:cubicBezTo>
                  <a:cubicBezTo>
                    <a:pt x="1350" y="5582"/>
                    <a:pt x="5580" y="1349"/>
                    <a:pt x="10800" y="1349"/>
                  </a:cubicBezTo>
                  <a:cubicBezTo>
                    <a:pt x="16016" y="1349"/>
                    <a:pt x="20250" y="5582"/>
                    <a:pt x="20250" y="10800"/>
                  </a:cubicBezTo>
                  <a:cubicBezTo>
                    <a:pt x="20250" y="16017"/>
                    <a:pt x="16016" y="20250"/>
                    <a:pt x="10800" y="20250"/>
                  </a:cubicBezTo>
                  <a:moveTo>
                    <a:pt x="10800" y="0"/>
                  </a:moveTo>
                  <a:cubicBezTo>
                    <a:pt x="4836" y="0"/>
                    <a:pt x="0" y="4836"/>
                    <a:pt x="0" y="10800"/>
                  </a:cubicBezTo>
                  <a:cubicBezTo>
                    <a:pt x="0" y="16763"/>
                    <a:pt x="4836" y="21600"/>
                    <a:pt x="10800" y="21600"/>
                  </a:cubicBezTo>
                  <a:cubicBezTo>
                    <a:pt x="16763" y="21600"/>
                    <a:pt x="21599" y="16763"/>
                    <a:pt x="21599" y="10800"/>
                  </a:cubicBezTo>
                  <a:cubicBezTo>
                    <a:pt x="21599" y="4836"/>
                    <a:pt x="16763" y="0"/>
                    <a:pt x="10800" y="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15" name="AutoShape 125"/>
            <p:cNvSpPr>
              <a:spLocks/>
            </p:cNvSpPr>
            <p:nvPr/>
          </p:nvSpPr>
          <p:spPr bwMode="auto">
            <a:xfrm>
              <a:off x="4005134" y="5878083"/>
              <a:ext cx="91982" cy="9198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8900"/>
                  </a:moveTo>
                  <a:cubicBezTo>
                    <a:pt x="6328" y="18900"/>
                    <a:pt x="2699" y="15271"/>
                    <a:pt x="2699" y="10800"/>
                  </a:cubicBezTo>
                  <a:cubicBezTo>
                    <a:pt x="2699" y="6329"/>
                    <a:pt x="6328" y="2700"/>
                    <a:pt x="10800" y="2700"/>
                  </a:cubicBezTo>
                  <a:cubicBezTo>
                    <a:pt x="15271" y="2700"/>
                    <a:pt x="18899" y="6329"/>
                    <a:pt x="18899" y="10800"/>
                  </a:cubicBezTo>
                  <a:cubicBezTo>
                    <a:pt x="18899" y="15271"/>
                    <a:pt x="15271" y="18900"/>
                    <a:pt x="10800" y="18900"/>
                  </a:cubicBezTo>
                  <a:moveTo>
                    <a:pt x="10800" y="0"/>
                  </a:moveTo>
                  <a:cubicBezTo>
                    <a:pt x="4830" y="0"/>
                    <a:pt x="0" y="4833"/>
                    <a:pt x="0" y="10800"/>
                  </a:cubicBezTo>
                  <a:cubicBezTo>
                    <a:pt x="0" y="16766"/>
                    <a:pt x="4830" y="21599"/>
                    <a:pt x="10800" y="21599"/>
                  </a:cubicBezTo>
                  <a:cubicBezTo>
                    <a:pt x="16764" y="21599"/>
                    <a:pt x="21600" y="16766"/>
                    <a:pt x="21600" y="10800"/>
                  </a:cubicBezTo>
                  <a:cubicBezTo>
                    <a:pt x="21600" y="4833"/>
                    <a:pt x="16764" y="0"/>
                    <a:pt x="10800" y="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nvGrpSpPr>
          <p:cNvPr id="216" name="组合 215"/>
          <p:cNvGrpSpPr/>
          <p:nvPr/>
        </p:nvGrpSpPr>
        <p:grpSpPr>
          <a:xfrm>
            <a:off x="1510663" y="5222784"/>
            <a:ext cx="366050" cy="366050"/>
            <a:chOff x="3135998" y="5741049"/>
            <a:chExt cx="366050" cy="366050"/>
          </a:xfrm>
        </p:grpSpPr>
        <p:sp>
          <p:nvSpPr>
            <p:cNvPr id="217" name="AutoShape 126"/>
            <p:cNvSpPr>
              <a:spLocks/>
            </p:cNvSpPr>
            <p:nvPr/>
          </p:nvSpPr>
          <p:spPr bwMode="auto">
            <a:xfrm>
              <a:off x="3135998" y="5741049"/>
              <a:ext cx="366050" cy="3660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499" y="14850"/>
                  </a:moveTo>
                  <a:cubicBezTo>
                    <a:pt x="9772" y="14850"/>
                    <a:pt x="6749" y="11827"/>
                    <a:pt x="6749" y="8100"/>
                  </a:cubicBezTo>
                  <a:cubicBezTo>
                    <a:pt x="6749" y="4372"/>
                    <a:pt x="9772" y="1350"/>
                    <a:pt x="13499" y="1350"/>
                  </a:cubicBezTo>
                  <a:cubicBezTo>
                    <a:pt x="17227" y="1350"/>
                    <a:pt x="20249" y="4372"/>
                    <a:pt x="20249" y="8100"/>
                  </a:cubicBezTo>
                  <a:cubicBezTo>
                    <a:pt x="20249" y="11827"/>
                    <a:pt x="17227" y="14850"/>
                    <a:pt x="13499" y="14850"/>
                  </a:cubicBezTo>
                  <a:moveTo>
                    <a:pt x="3236" y="20042"/>
                  </a:moveTo>
                  <a:cubicBezTo>
                    <a:pt x="3019" y="20266"/>
                    <a:pt x="2718" y="20408"/>
                    <a:pt x="2382" y="20408"/>
                  </a:cubicBezTo>
                  <a:cubicBezTo>
                    <a:pt x="1724" y="20408"/>
                    <a:pt x="1191" y="19875"/>
                    <a:pt x="1191" y="19218"/>
                  </a:cubicBezTo>
                  <a:cubicBezTo>
                    <a:pt x="1191" y="18881"/>
                    <a:pt x="1332" y="18580"/>
                    <a:pt x="1557" y="18363"/>
                  </a:cubicBezTo>
                  <a:lnTo>
                    <a:pt x="1551" y="18358"/>
                  </a:lnTo>
                  <a:lnTo>
                    <a:pt x="6996" y="12913"/>
                  </a:lnTo>
                  <a:cubicBezTo>
                    <a:pt x="7472" y="13555"/>
                    <a:pt x="8039" y="14122"/>
                    <a:pt x="8680" y="14599"/>
                  </a:cubicBezTo>
                  <a:cubicBezTo>
                    <a:pt x="8680" y="14599"/>
                    <a:pt x="3236" y="20042"/>
                    <a:pt x="3236" y="20042"/>
                  </a:cubicBezTo>
                  <a:close/>
                  <a:moveTo>
                    <a:pt x="13499" y="0"/>
                  </a:moveTo>
                  <a:cubicBezTo>
                    <a:pt x="9026" y="0"/>
                    <a:pt x="5399" y="3626"/>
                    <a:pt x="5399" y="8100"/>
                  </a:cubicBezTo>
                  <a:cubicBezTo>
                    <a:pt x="5399" y="9467"/>
                    <a:pt x="5742" y="10754"/>
                    <a:pt x="6341" y="11884"/>
                  </a:cubicBezTo>
                  <a:lnTo>
                    <a:pt x="709" y="17515"/>
                  </a:lnTo>
                  <a:lnTo>
                    <a:pt x="713" y="17520"/>
                  </a:lnTo>
                  <a:cubicBezTo>
                    <a:pt x="274" y="17953"/>
                    <a:pt x="0" y="18552"/>
                    <a:pt x="0" y="19218"/>
                  </a:cubicBezTo>
                  <a:cubicBezTo>
                    <a:pt x="0" y="20533"/>
                    <a:pt x="1066" y="21599"/>
                    <a:pt x="2382" y="21599"/>
                  </a:cubicBezTo>
                  <a:cubicBezTo>
                    <a:pt x="3047" y="21599"/>
                    <a:pt x="3647" y="21326"/>
                    <a:pt x="4079" y="20885"/>
                  </a:cubicBezTo>
                  <a:lnTo>
                    <a:pt x="4078" y="20884"/>
                  </a:lnTo>
                  <a:lnTo>
                    <a:pt x="9708" y="15255"/>
                  </a:lnTo>
                  <a:cubicBezTo>
                    <a:pt x="10839" y="15856"/>
                    <a:pt x="12128" y="16200"/>
                    <a:pt x="13499" y="16200"/>
                  </a:cubicBezTo>
                  <a:cubicBezTo>
                    <a:pt x="17973" y="16200"/>
                    <a:pt x="21600" y="12573"/>
                    <a:pt x="21600" y="8100"/>
                  </a:cubicBezTo>
                  <a:cubicBezTo>
                    <a:pt x="21600" y="3626"/>
                    <a:pt x="17973" y="0"/>
                    <a:pt x="13499" y="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18" name="AutoShape 127"/>
            <p:cNvSpPr>
              <a:spLocks/>
            </p:cNvSpPr>
            <p:nvPr/>
          </p:nvSpPr>
          <p:spPr bwMode="auto">
            <a:xfrm>
              <a:off x="3284295" y="5797991"/>
              <a:ext cx="86350" cy="857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160" y="0"/>
                  </a:moveTo>
                  <a:cubicBezTo>
                    <a:pt x="9025" y="0"/>
                    <a:pt x="0" y="9025"/>
                    <a:pt x="0" y="20160"/>
                  </a:cubicBezTo>
                  <a:cubicBezTo>
                    <a:pt x="0" y="20954"/>
                    <a:pt x="644" y="21600"/>
                    <a:pt x="1440" y="21600"/>
                  </a:cubicBezTo>
                  <a:cubicBezTo>
                    <a:pt x="2235" y="21600"/>
                    <a:pt x="2880" y="20954"/>
                    <a:pt x="2880" y="20160"/>
                  </a:cubicBezTo>
                  <a:cubicBezTo>
                    <a:pt x="2880" y="10618"/>
                    <a:pt x="10617" y="2880"/>
                    <a:pt x="20160" y="2880"/>
                  </a:cubicBezTo>
                  <a:cubicBezTo>
                    <a:pt x="20955" y="2880"/>
                    <a:pt x="21599" y="2234"/>
                    <a:pt x="21599" y="1440"/>
                  </a:cubicBezTo>
                  <a:cubicBezTo>
                    <a:pt x="21599" y="645"/>
                    <a:pt x="20955" y="0"/>
                    <a:pt x="20160" y="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nvGrpSpPr>
          <p:cNvPr id="219" name="组合 218"/>
          <p:cNvGrpSpPr/>
          <p:nvPr/>
        </p:nvGrpSpPr>
        <p:grpSpPr>
          <a:xfrm>
            <a:off x="1034538" y="5222784"/>
            <a:ext cx="366676" cy="366050"/>
            <a:chOff x="2403271" y="5741049"/>
            <a:chExt cx="366676" cy="366050"/>
          </a:xfrm>
        </p:grpSpPr>
        <p:sp>
          <p:nvSpPr>
            <p:cNvPr id="220" name="AutoShape 128"/>
            <p:cNvSpPr>
              <a:spLocks/>
            </p:cNvSpPr>
            <p:nvPr/>
          </p:nvSpPr>
          <p:spPr bwMode="auto">
            <a:xfrm>
              <a:off x="2403271" y="5741049"/>
              <a:ext cx="366676" cy="3660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4850" y="12150"/>
                  </a:moveTo>
                  <a:cubicBezTo>
                    <a:pt x="13851" y="12150"/>
                    <a:pt x="12926" y="11859"/>
                    <a:pt x="12124" y="11386"/>
                  </a:cubicBezTo>
                  <a:lnTo>
                    <a:pt x="11892" y="11618"/>
                  </a:lnTo>
                  <a:lnTo>
                    <a:pt x="11132" y="12377"/>
                  </a:lnTo>
                  <a:lnTo>
                    <a:pt x="9846" y="13663"/>
                  </a:lnTo>
                  <a:cubicBezTo>
                    <a:pt x="9593" y="13916"/>
                    <a:pt x="9451" y="14260"/>
                    <a:pt x="9451" y="14617"/>
                  </a:cubicBezTo>
                  <a:lnTo>
                    <a:pt x="9451" y="16200"/>
                  </a:lnTo>
                  <a:lnTo>
                    <a:pt x="8101" y="16200"/>
                  </a:lnTo>
                  <a:cubicBezTo>
                    <a:pt x="7356" y="16200"/>
                    <a:pt x="6751" y="16804"/>
                    <a:pt x="6751" y="17549"/>
                  </a:cubicBezTo>
                  <a:lnTo>
                    <a:pt x="6751" y="18900"/>
                  </a:lnTo>
                  <a:lnTo>
                    <a:pt x="5170" y="18900"/>
                  </a:lnTo>
                  <a:cubicBezTo>
                    <a:pt x="4812" y="18900"/>
                    <a:pt x="4469" y="19042"/>
                    <a:pt x="4216" y="19295"/>
                  </a:cubicBezTo>
                  <a:lnTo>
                    <a:pt x="3259" y="20252"/>
                  </a:lnTo>
                  <a:lnTo>
                    <a:pt x="1352" y="20249"/>
                  </a:lnTo>
                  <a:lnTo>
                    <a:pt x="1350" y="18326"/>
                  </a:lnTo>
                  <a:lnTo>
                    <a:pt x="9223" y="10467"/>
                  </a:lnTo>
                  <a:cubicBezTo>
                    <a:pt x="9223" y="10467"/>
                    <a:pt x="9223" y="10467"/>
                    <a:pt x="9224" y="10468"/>
                  </a:cubicBezTo>
                  <a:lnTo>
                    <a:pt x="10215" y="9477"/>
                  </a:lnTo>
                  <a:cubicBezTo>
                    <a:pt x="9741" y="8674"/>
                    <a:pt x="9451" y="7748"/>
                    <a:pt x="9451" y="6750"/>
                  </a:cubicBezTo>
                  <a:cubicBezTo>
                    <a:pt x="9451" y="3767"/>
                    <a:pt x="11869" y="1350"/>
                    <a:pt x="14850" y="1350"/>
                  </a:cubicBezTo>
                  <a:cubicBezTo>
                    <a:pt x="17832" y="1350"/>
                    <a:pt x="20250" y="3767"/>
                    <a:pt x="20250" y="6750"/>
                  </a:cubicBezTo>
                  <a:cubicBezTo>
                    <a:pt x="20250" y="9732"/>
                    <a:pt x="17832" y="12150"/>
                    <a:pt x="14850" y="12150"/>
                  </a:cubicBezTo>
                  <a:moveTo>
                    <a:pt x="14850" y="0"/>
                  </a:moveTo>
                  <a:cubicBezTo>
                    <a:pt x="11123" y="0"/>
                    <a:pt x="8101" y="3022"/>
                    <a:pt x="8101" y="6750"/>
                  </a:cubicBezTo>
                  <a:cubicBezTo>
                    <a:pt x="8101" y="7617"/>
                    <a:pt x="8283" y="8438"/>
                    <a:pt x="8582" y="9199"/>
                  </a:cubicBezTo>
                  <a:lnTo>
                    <a:pt x="383" y="17400"/>
                  </a:lnTo>
                  <a:cubicBezTo>
                    <a:pt x="146" y="17637"/>
                    <a:pt x="0" y="17863"/>
                    <a:pt x="0" y="18225"/>
                  </a:cubicBezTo>
                  <a:lnTo>
                    <a:pt x="0" y="20249"/>
                  </a:lnTo>
                  <a:cubicBezTo>
                    <a:pt x="0" y="20972"/>
                    <a:pt x="626" y="21599"/>
                    <a:pt x="1349" y="21599"/>
                  </a:cubicBezTo>
                  <a:lnTo>
                    <a:pt x="3374" y="21599"/>
                  </a:lnTo>
                  <a:cubicBezTo>
                    <a:pt x="3736" y="21599"/>
                    <a:pt x="3965" y="21455"/>
                    <a:pt x="4202" y="21219"/>
                  </a:cubicBezTo>
                  <a:lnTo>
                    <a:pt x="5170" y="20249"/>
                  </a:lnTo>
                  <a:lnTo>
                    <a:pt x="6751" y="20249"/>
                  </a:lnTo>
                  <a:cubicBezTo>
                    <a:pt x="7496" y="20249"/>
                    <a:pt x="8101" y="19645"/>
                    <a:pt x="8101" y="18900"/>
                  </a:cubicBezTo>
                  <a:lnTo>
                    <a:pt x="8101" y="17549"/>
                  </a:lnTo>
                  <a:lnTo>
                    <a:pt x="9451" y="17549"/>
                  </a:lnTo>
                  <a:cubicBezTo>
                    <a:pt x="10196" y="17549"/>
                    <a:pt x="10801" y="16945"/>
                    <a:pt x="10801" y="16200"/>
                  </a:cubicBezTo>
                  <a:lnTo>
                    <a:pt x="10801" y="14617"/>
                  </a:lnTo>
                  <a:lnTo>
                    <a:pt x="12400" y="13018"/>
                  </a:lnTo>
                  <a:cubicBezTo>
                    <a:pt x="13162" y="13317"/>
                    <a:pt x="13982" y="13500"/>
                    <a:pt x="14850" y="13500"/>
                  </a:cubicBezTo>
                  <a:cubicBezTo>
                    <a:pt x="18577" y="13500"/>
                    <a:pt x="21599" y="10477"/>
                    <a:pt x="21599" y="6750"/>
                  </a:cubicBezTo>
                  <a:cubicBezTo>
                    <a:pt x="21599" y="3022"/>
                    <a:pt x="18577" y="0"/>
                    <a:pt x="14850" y="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21" name="AutoShape 129"/>
            <p:cNvSpPr>
              <a:spLocks/>
            </p:cNvSpPr>
            <p:nvPr/>
          </p:nvSpPr>
          <p:spPr bwMode="auto">
            <a:xfrm>
              <a:off x="2632287" y="5786727"/>
              <a:ext cx="91356" cy="91356"/>
            </a:xfrm>
            <a:custGeom>
              <a:avLst/>
              <a:gdLst>
                <a:gd name="T0" fmla="*/ 10800 w 21600"/>
                <a:gd name="T1" fmla="+- 0 10800 134"/>
                <a:gd name="T2" fmla="*/ 10800 h 21333"/>
                <a:gd name="T3" fmla="*/ 10800 w 21600"/>
                <a:gd name="T4" fmla="+- 0 10800 134"/>
                <a:gd name="T5" fmla="*/ 10800 h 21333"/>
                <a:gd name="T6" fmla="*/ 10800 w 21600"/>
                <a:gd name="T7" fmla="+- 0 10800 134"/>
                <a:gd name="T8" fmla="*/ 10800 h 21333"/>
                <a:gd name="T9" fmla="*/ 10800 w 21600"/>
                <a:gd name="T10" fmla="+- 0 10800 134"/>
                <a:gd name="T11" fmla="*/ 10800 h 21333"/>
              </a:gdLst>
              <a:ahLst/>
              <a:cxnLst>
                <a:cxn ang="0">
                  <a:pos x="T0" y="T2"/>
                </a:cxn>
                <a:cxn ang="0">
                  <a:pos x="T3" y="T5"/>
                </a:cxn>
                <a:cxn ang="0">
                  <a:pos x="T6" y="T8"/>
                </a:cxn>
                <a:cxn ang="0">
                  <a:pos x="T9" y="T11"/>
                </a:cxn>
              </a:cxnLst>
              <a:rect l="0" t="0" r="r" b="b"/>
              <a:pathLst>
                <a:path w="21600" h="21333">
                  <a:moveTo>
                    <a:pt x="13008" y="18684"/>
                  </a:moveTo>
                  <a:cubicBezTo>
                    <a:pt x="9017" y="15850"/>
                    <a:pt x="5542" y="12415"/>
                    <a:pt x="2694" y="8570"/>
                  </a:cubicBezTo>
                  <a:cubicBezTo>
                    <a:pt x="3736" y="5628"/>
                    <a:pt x="5693" y="3697"/>
                    <a:pt x="8585" y="2647"/>
                  </a:cubicBezTo>
                  <a:cubicBezTo>
                    <a:pt x="12578" y="5489"/>
                    <a:pt x="16048" y="8911"/>
                    <a:pt x="18889" y="12809"/>
                  </a:cubicBezTo>
                  <a:cubicBezTo>
                    <a:pt x="17836" y="15730"/>
                    <a:pt x="15883" y="17647"/>
                    <a:pt x="13008" y="18684"/>
                  </a:cubicBezTo>
                  <a:moveTo>
                    <a:pt x="21110" y="11295"/>
                  </a:moveTo>
                  <a:cubicBezTo>
                    <a:pt x="18081" y="7130"/>
                    <a:pt x="14396" y="3496"/>
                    <a:pt x="10161" y="484"/>
                  </a:cubicBezTo>
                  <a:cubicBezTo>
                    <a:pt x="9468" y="-8"/>
                    <a:pt x="8579" y="-134"/>
                    <a:pt x="7778" y="145"/>
                  </a:cubicBezTo>
                  <a:cubicBezTo>
                    <a:pt x="4027" y="1450"/>
                    <a:pt x="1463" y="3983"/>
                    <a:pt x="145" y="7687"/>
                  </a:cubicBezTo>
                  <a:cubicBezTo>
                    <a:pt x="46" y="7962"/>
                    <a:pt x="0" y="8252"/>
                    <a:pt x="0" y="8537"/>
                  </a:cubicBezTo>
                  <a:cubicBezTo>
                    <a:pt x="0" y="9071"/>
                    <a:pt x="167" y="9596"/>
                    <a:pt x="487" y="10041"/>
                  </a:cubicBezTo>
                  <a:cubicBezTo>
                    <a:pt x="3525" y="14213"/>
                    <a:pt x="7211" y="17850"/>
                    <a:pt x="11431" y="20850"/>
                  </a:cubicBezTo>
                  <a:cubicBezTo>
                    <a:pt x="12122" y="21338"/>
                    <a:pt x="13010" y="21466"/>
                    <a:pt x="13812" y="21188"/>
                  </a:cubicBezTo>
                  <a:cubicBezTo>
                    <a:pt x="17563" y="19893"/>
                    <a:pt x="20133" y="17356"/>
                    <a:pt x="21451" y="13647"/>
                  </a:cubicBezTo>
                  <a:cubicBezTo>
                    <a:pt x="21551" y="13372"/>
                    <a:pt x="21600" y="13081"/>
                    <a:pt x="21600" y="12796"/>
                  </a:cubicBezTo>
                  <a:cubicBezTo>
                    <a:pt x="21600" y="12265"/>
                    <a:pt x="21429" y="11740"/>
                    <a:pt x="21110" y="11295"/>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sp>
        <p:nvSpPr>
          <p:cNvPr id="222" name="AutoShape 130"/>
          <p:cNvSpPr>
            <a:spLocks/>
          </p:cNvSpPr>
          <p:nvPr/>
        </p:nvSpPr>
        <p:spPr bwMode="auto">
          <a:xfrm>
            <a:off x="559038" y="5222784"/>
            <a:ext cx="366051" cy="366050"/>
          </a:xfrm>
          <a:custGeom>
            <a:avLst/>
            <a:gdLst>
              <a:gd name="T0" fmla="+- 0 10799 113"/>
              <a:gd name="T1" fmla="*/ T0 w 21373"/>
              <a:gd name="T2" fmla="*/ 10800 h 21600"/>
              <a:gd name="T3" fmla="+- 0 10799 113"/>
              <a:gd name="T4" fmla="*/ T3 w 21373"/>
              <a:gd name="T5" fmla="*/ 10800 h 21600"/>
              <a:gd name="T6" fmla="+- 0 10799 113"/>
              <a:gd name="T7" fmla="*/ T6 w 21373"/>
              <a:gd name="T8" fmla="*/ 10800 h 21600"/>
              <a:gd name="T9" fmla="+- 0 10799 113"/>
              <a:gd name="T10" fmla="*/ T9 w 21373"/>
              <a:gd name="T11" fmla="*/ 10800 h 21600"/>
            </a:gdLst>
            <a:ahLst/>
            <a:cxnLst>
              <a:cxn ang="0">
                <a:pos x="T1" y="T2"/>
              </a:cxn>
              <a:cxn ang="0">
                <a:pos x="T4" y="T5"/>
              </a:cxn>
              <a:cxn ang="0">
                <a:pos x="T7" y="T8"/>
              </a:cxn>
              <a:cxn ang="0">
                <a:pos x="T10" y="T11"/>
              </a:cxn>
            </a:cxnLst>
            <a:rect l="0" t="0" r="r" b="b"/>
            <a:pathLst>
              <a:path w="21373" h="21600">
                <a:moveTo>
                  <a:pt x="1336" y="20249"/>
                </a:moveTo>
                <a:cubicBezTo>
                  <a:pt x="1428" y="20188"/>
                  <a:pt x="3691" y="18688"/>
                  <a:pt x="7070" y="17950"/>
                </a:cubicBezTo>
                <a:lnTo>
                  <a:pt x="8729" y="17587"/>
                </a:lnTo>
                <a:cubicBezTo>
                  <a:pt x="9321" y="17980"/>
                  <a:pt x="9972" y="18225"/>
                  <a:pt x="10686" y="18225"/>
                </a:cubicBezTo>
                <a:cubicBezTo>
                  <a:pt x="11401" y="18225"/>
                  <a:pt x="12052" y="17980"/>
                  <a:pt x="12644" y="17587"/>
                </a:cubicBezTo>
                <a:lnTo>
                  <a:pt x="14303" y="17950"/>
                </a:lnTo>
                <a:cubicBezTo>
                  <a:pt x="17656" y="18682"/>
                  <a:pt x="19911" y="20165"/>
                  <a:pt x="20037" y="20249"/>
                </a:cubicBezTo>
                <a:cubicBezTo>
                  <a:pt x="20037" y="20249"/>
                  <a:pt x="1336" y="20249"/>
                  <a:pt x="1336" y="20249"/>
                </a:cubicBezTo>
                <a:close/>
                <a:moveTo>
                  <a:pt x="13537" y="15793"/>
                </a:moveTo>
                <a:lnTo>
                  <a:pt x="13317" y="16073"/>
                </a:lnTo>
                <a:cubicBezTo>
                  <a:pt x="11725" y="17923"/>
                  <a:pt x="9648" y="17923"/>
                  <a:pt x="8056" y="16073"/>
                </a:cubicBezTo>
                <a:lnTo>
                  <a:pt x="7836" y="15793"/>
                </a:lnTo>
                <a:cubicBezTo>
                  <a:pt x="5977" y="13411"/>
                  <a:pt x="5053" y="10261"/>
                  <a:pt x="5451" y="7255"/>
                </a:cubicBezTo>
                <a:cubicBezTo>
                  <a:pt x="5815" y="4367"/>
                  <a:pt x="7453" y="1350"/>
                  <a:pt x="10686" y="1350"/>
                </a:cubicBezTo>
                <a:cubicBezTo>
                  <a:pt x="13920" y="1350"/>
                  <a:pt x="15558" y="4367"/>
                  <a:pt x="15922" y="7255"/>
                </a:cubicBezTo>
                <a:cubicBezTo>
                  <a:pt x="16318" y="10262"/>
                  <a:pt x="15398" y="13411"/>
                  <a:pt x="13537" y="15793"/>
                </a:cubicBezTo>
                <a:moveTo>
                  <a:pt x="20778" y="19126"/>
                </a:moveTo>
                <a:cubicBezTo>
                  <a:pt x="20644" y="19037"/>
                  <a:pt x="18209" y="17422"/>
                  <a:pt x="14585" y="16630"/>
                </a:cubicBezTo>
                <a:cubicBezTo>
                  <a:pt x="15914" y="14927"/>
                  <a:pt x="16767" y="12639"/>
                  <a:pt x="17130" y="11115"/>
                </a:cubicBezTo>
                <a:cubicBezTo>
                  <a:pt x="17633" y="9004"/>
                  <a:pt x="17438" y="4873"/>
                  <a:pt x="15431" y="2299"/>
                </a:cubicBezTo>
                <a:cubicBezTo>
                  <a:pt x="14259" y="795"/>
                  <a:pt x="12618" y="0"/>
                  <a:pt x="10686" y="0"/>
                </a:cubicBezTo>
                <a:cubicBezTo>
                  <a:pt x="8755" y="0"/>
                  <a:pt x="7114" y="795"/>
                  <a:pt x="5942" y="2299"/>
                </a:cubicBezTo>
                <a:cubicBezTo>
                  <a:pt x="3935" y="4873"/>
                  <a:pt x="3740" y="9004"/>
                  <a:pt x="4243" y="11115"/>
                </a:cubicBezTo>
                <a:cubicBezTo>
                  <a:pt x="4606" y="12639"/>
                  <a:pt x="5459" y="14927"/>
                  <a:pt x="6788" y="16630"/>
                </a:cubicBezTo>
                <a:cubicBezTo>
                  <a:pt x="3164" y="17422"/>
                  <a:pt x="729" y="19037"/>
                  <a:pt x="595" y="19126"/>
                </a:cubicBezTo>
                <a:cubicBezTo>
                  <a:pt x="105" y="19457"/>
                  <a:pt x="-113" y="20071"/>
                  <a:pt x="57" y="20640"/>
                </a:cubicBezTo>
                <a:cubicBezTo>
                  <a:pt x="228" y="21210"/>
                  <a:pt x="747" y="21599"/>
                  <a:pt x="1336" y="21599"/>
                </a:cubicBezTo>
                <a:lnTo>
                  <a:pt x="20037" y="21599"/>
                </a:lnTo>
                <a:cubicBezTo>
                  <a:pt x="20626" y="21599"/>
                  <a:pt x="21145" y="21210"/>
                  <a:pt x="21316" y="20640"/>
                </a:cubicBezTo>
                <a:cubicBezTo>
                  <a:pt x="21487" y="20071"/>
                  <a:pt x="21268" y="19457"/>
                  <a:pt x="20778" y="19126"/>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nvGrpSpPr>
          <p:cNvPr id="223" name="组合 222"/>
          <p:cNvGrpSpPr/>
          <p:nvPr/>
        </p:nvGrpSpPr>
        <p:grpSpPr>
          <a:xfrm>
            <a:off x="129216" y="5222784"/>
            <a:ext cx="320373" cy="366050"/>
            <a:chOff x="961596" y="5741049"/>
            <a:chExt cx="320373" cy="366050"/>
          </a:xfrm>
        </p:grpSpPr>
        <p:sp>
          <p:nvSpPr>
            <p:cNvPr id="224" name="AutoShape 131"/>
            <p:cNvSpPr>
              <a:spLocks/>
            </p:cNvSpPr>
            <p:nvPr/>
          </p:nvSpPr>
          <p:spPr bwMode="auto">
            <a:xfrm>
              <a:off x="961596" y="5741049"/>
              <a:ext cx="320373" cy="3660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057" y="5400"/>
                  </a:moveTo>
                  <a:lnTo>
                    <a:pt x="20057" y="6075"/>
                  </a:lnTo>
                  <a:lnTo>
                    <a:pt x="1542" y="6075"/>
                  </a:lnTo>
                  <a:lnTo>
                    <a:pt x="1542" y="5400"/>
                  </a:lnTo>
                  <a:lnTo>
                    <a:pt x="1542" y="4725"/>
                  </a:lnTo>
                  <a:cubicBezTo>
                    <a:pt x="1542" y="4352"/>
                    <a:pt x="1887" y="4050"/>
                    <a:pt x="2314" y="4050"/>
                  </a:cubicBezTo>
                  <a:lnTo>
                    <a:pt x="19285" y="4050"/>
                  </a:lnTo>
                  <a:cubicBezTo>
                    <a:pt x="19712" y="4050"/>
                    <a:pt x="20057" y="4352"/>
                    <a:pt x="20057" y="4725"/>
                  </a:cubicBezTo>
                  <a:cubicBezTo>
                    <a:pt x="20057" y="4725"/>
                    <a:pt x="20057" y="5400"/>
                    <a:pt x="20057" y="5400"/>
                  </a:cubicBezTo>
                  <a:close/>
                  <a:moveTo>
                    <a:pt x="18514" y="18900"/>
                  </a:moveTo>
                  <a:cubicBezTo>
                    <a:pt x="18514" y="19644"/>
                    <a:pt x="17822" y="20249"/>
                    <a:pt x="16971" y="20249"/>
                  </a:cubicBezTo>
                  <a:lnTo>
                    <a:pt x="4628" y="20249"/>
                  </a:lnTo>
                  <a:cubicBezTo>
                    <a:pt x="3777" y="20249"/>
                    <a:pt x="3085" y="19644"/>
                    <a:pt x="3085" y="18900"/>
                  </a:cubicBezTo>
                  <a:lnTo>
                    <a:pt x="3085" y="7425"/>
                  </a:lnTo>
                  <a:lnTo>
                    <a:pt x="18514" y="7425"/>
                  </a:lnTo>
                  <a:cubicBezTo>
                    <a:pt x="18514" y="7425"/>
                    <a:pt x="18514" y="18900"/>
                    <a:pt x="18514" y="18900"/>
                  </a:cubicBezTo>
                  <a:close/>
                  <a:moveTo>
                    <a:pt x="6171" y="2025"/>
                  </a:moveTo>
                  <a:cubicBezTo>
                    <a:pt x="6171" y="1652"/>
                    <a:pt x="6516" y="1350"/>
                    <a:pt x="6942" y="1350"/>
                  </a:cubicBezTo>
                  <a:lnTo>
                    <a:pt x="14657" y="1350"/>
                  </a:lnTo>
                  <a:cubicBezTo>
                    <a:pt x="15083" y="1350"/>
                    <a:pt x="15428" y="1652"/>
                    <a:pt x="15428" y="2025"/>
                  </a:cubicBezTo>
                  <a:lnTo>
                    <a:pt x="15428" y="2700"/>
                  </a:lnTo>
                  <a:lnTo>
                    <a:pt x="6171" y="2700"/>
                  </a:lnTo>
                  <a:cubicBezTo>
                    <a:pt x="6171" y="2700"/>
                    <a:pt x="6171" y="2025"/>
                    <a:pt x="6171" y="2025"/>
                  </a:cubicBezTo>
                  <a:close/>
                  <a:moveTo>
                    <a:pt x="21585" y="4601"/>
                  </a:moveTo>
                  <a:cubicBezTo>
                    <a:pt x="21511" y="3541"/>
                    <a:pt x="20516" y="2700"/>
                    <a:pt x="19285" y="2700"/>
                  </a:cubicBezTo>
                  <a:lnTo>
                    <a:pt x="16971" y="2700"/>
                  </a:lnTo>
                  <a:lnTo>
                    <a:pt x="16971" y="2025"/>
                  </a:lnTo>
                  <a:cubicBezTo>
                    <a:pt x="16971" y="906"/>
                    <a:pt x="15935" y="0"/>
                    <a:pt x="14657" y="0"/>
                  </a:cubicBezTo>
                  <a:lnTo>
                    <a:pt x="6942" y="0"/>
                  </a:lnTo>
                  <a:cubicBezTo>
                    <a:pt x="5664" y="0"/>
                    <a:pt x="4628" y="906"/>
                    <a:pt x="4628" y="2025"/>
                  </a:cubicBezTo>
                  <a:lnTo>
                    <a:pt x="4628" y="2700"/>
                  </a:lnTo>
                  <a:lnTo>
                    <a:pt x="2314" y="2700"/>
                  </a:lnTo>
                  <a:cubicBezTo>
                    <a:pt x="1083" y="2700"/>
                    <a:pt x="88" y="3541"/>
                    <a:pt x="14" y="4601"/>
                  </a:cubicBezTo>
                  <a:lnTo>
                    <a:pt x="0" y="4601"/>
                  </a:lnTo>
                  <a:lnTo>
                    <a:pt x="0" y="5400"/>
                  </a:lnTo>
                  <a:lnTo>
                    <a:pt x="0" y="6075"/>
                  </a:lnTo>
                  <a:cubicBezTo>
                    <a:pt x="0" y="6820"/>
                    <a:pt x="691" y="7425"/>
                    <a:pt x="1542" y="7425"/>
                  </a:cubicBezTo>
                  <a:lnTo>
                    <a:pt x="1542" y="18900"/>
                  </a:lnTo>
                  <a:cubicBezTo>
                    <a:pt x="1542" y="20391"/>
                    <a:pt x="2924" y="21599"/>
                    <a:pt x="4628" y="21599"/>
                  </a:cubicBezTo>
                  <a:lnTo>
                    <a:pt x="16971" y="21599"/>
                  </a:lnTo>
                  <a:cubicBezTo>
                    <a:pt x="18675" y="21599"/>
                    <a:pt x="20057" y="20391"/>
                    <a:pt x="20057" y="18900"/>
                  </a:cubicBezTo>
                  <a:lnTo>
                    <a:pt x="20057" y="7425"/>
                  </a:lnTo>
                  <a:cubicBezTo>
                    <a:pt x="20908" y="7425"/>
                    <a:pt x="21599" y="6820"/>
                    <a:pt x="21599" y="6075"/>
                  </a:cubicBezTo>
                  <a:lnTo>
                    <a:pt x="21599" y="5400"/>
                  </a:lnTo>
                  <a:lnTo>
                    <a:pt x="21599" y="4601"/>
                  </a:lnTo>
                  <a:cubicBezTo>
                    <a:pt x="21599" y="4601"/>
                    <a:pt x="21585" y="4601"/>
                    <a:pt x="21585" y="4601"/>
                  </a:cubicBezTo>
                  <a:close/>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25" name="AutoShape 132"/>
            <p:cNvSpPr>
              <a:spLocks/>
            </p:cNvSpPr>
            <p:nvPr/>
          </p:nvSpPr>
          <p:spPr bwMode="auto">
            <a:xfrm>
              <a:off x="1030424" y="5889347"/>
              <a:ext cx="45678" cy="1720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5399" y="1440"/>
                  </a:moveTo>
                  <a:lnTo>
                    <a:pt x="16199" y="1440"/>
                  </a:lnTo>
                  <a:lnTo>
                    <a:pt x="16199" y="20160"/>
                  </a:lnTo>
                  <a:lnTo>
                    <a:pt x="5399" y="20160"/>
                  </a:lnTo>
                  <a:cubicBezTo>
                    <a:pt x="5399" y="20160"/>
                    <a:pt x="5399" y="1440"/>
                    <a:pt x="5399" y="1440"/>
                  </a:cubicBezTo>
                  <a:close/>
                  <a:moveTo>
                    <a:pt x="5399" y="21600"/>
                  </a:moveTo>
                  <a:lnTo>
                    <a:pt x="16199" y="21600"/>
                  </a:lnTo>
                  <a:cubicBezTo>
                    <a:pt x="19187" y="21600"/>
                    <a:pt x="21600" y="20956"/>
                    <a:pt x="21600" y="20160"/>
                  </a:cubicBezTo>
                  <a:lnTo>
                    <a:pt x="21600" y="1440"/>
                  </a:lnTo>
                  <a:cubicBezTo>
                    <a:pt x="21600" y="644"/>
                    <a:pt x="19187" y="0"/>
                    <a:pt x="16199" y="0"/>
                  </a:cubicBezTo>
                  <a:lnTo>
                    <a:pt x="5399" y="0"/>
                  </a:lnTo>
                  <a:cubicBezTo>
                    <a:pt x="2412" y="0"/>
                    <a:pt x="0" y="644"/>
                    <a:pt x="0" y="1440"/>
                  </a:cubicBezTo>
                  <a:lnTo>
                    <a:pt x="0" y="20160"/>
                  </a:lnTo>
                  <a:cubicBezTo>
                    <a:pt x="0" y="20956"/>
                    <a:pt x="2412" y="21600"/>
                    <a:pt x="5399" y="2160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26" name="AutoShape 133"/>
            <p:cNvSpPr>
              <a:spLocks/>
            </p:cNvSpPr>
            <p:nvPr/>
          </p:nvSpPr>
          <p:spPr bwMode="auto">
            <a:xfrm>
              <a:off x="1099254" y="5889347"/>
              <a:ext cx="45678" cy="1720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5399" y="1440"/>
                  </a:moveTo>
                  <a:lnTo>
                    <a:pt x="16199" y="1440"/>
                  </a:lnTo>
                  <a:lnTo>
                    <a:pt x="16199" y="20160"/>
                  </a:lnTo>
                  <a:lnTo>
                    <a:pt x="5399" y="20160"/>
                  </a:lnTo>
                  <a:cubicBezTo>
                    <a:pt x="5399" y="20160"/>
                    <a:pt x="5399" y="1440"/>
                    <a:pt x="5399" y="1440"/>
                  </a:cubicBezTo>
                  <a:close/>
                  <a:moveTo>
                    <a:pt x="5399" y="21600"/>
                  </a:moveTo>
                  <a:lnTo>
                    <a:pt x="16199" y="21600"/>
                  </a:lnTo>
                  <a:cubicBezTo>
                    <a:pt x="19187" y="21600"/>
                    <a:pt x="21600" y="20956"/>
                    <a:pt x="21600" y="20160"/>
                  </a:cubicBezTo>
                  <a:lnTo>
                    <a:pt x="21600" y="1440"/>
                  </a:lnTo>
                  <a:cubicBezTo>
                    <a:pt x="21600" y="644"/>
                    <a:pt x="19187" y="0"/>
                    <a:pt x="16199" y="0"/>
                  </a:cubicBezTo>
                  <a:lnTo>
                    <a:pt x="5399" y="0"/>
                  </a:lnTo>
                  <a:cubicBezTo>
                    <a:pt x="2412" y="0"/>
                    <a:pt x="0" y="644"/>
                    <a:pt x="0" y="1440"/>
                  </a:cubicBezTo>
                  <a:lnTo>
                    <a:pt x="0" y="20160"/>
                  </a:lnTo>
                  <a:cubicBezTo>
                    <a:pt x="0" y="20956"/>
                    <a:pt x="2412" y="21600"/>
                    <a:pt x="5399" y="2160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27" name="AutoShape 134"/>
            <p:cNvSpPr>
              <a:spLocks/>
            </p:cNvSpPr>
            <p:nvPr/>
          </p:nvSpPr>
          <p:spPr bwMode="auto">
            <a:xfrm>
              <a:off x="1167459" y="5889347"/>
              <a:ext cx="45678" cy="1720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5399" y="1440"/>
                  </a:moveTo>
                  <a:lnTo>
                    <a:pt x="16199" y="1440"/>
                  </a:lnTo>
                  <a:lnTo>
                    <a:pt x="16199" y="20160"/>
                  </a:lnTo>
                  <a:lnTo>
                    <a:pt x="5399" y="20160"/>
                  </a:lnTo>
                  <a:cubicBezTo>
                    <a:pt x="5399" y="20160"/>
                    <a:pt x="5399" y="1440"/>
                    <a:pt x="5399" y="1440"/>
                  </a:cubicBezTo>
                  <a:close/>
                  <a:moveTo>
                    <a:pt x="5399" y="21600"/>
                  </a:moveTo>
                  <a:lnTo>
                    <a:pt x="16199" y="21600"/>
                  </a:lnTo>
                  <a:cubicBezTo>
                    <a:pt x="19187" y="21600"/>
                    <a:pt x="21600" y="20956"/>
                    <a:pt x="21600" y="20160"/>
                  </a:cubicBezTo>
                  <a:lnTo>
                    <a:pt x="21600" y="1440"/>
                  </a:lnTo>
                  <a:cubicBezTo>
                    <a:pt x="21600" y="644"/>
                    <a:pt x="19187" y="0"/>
                    <a:pt x="16199" y="0"/>
                  </a:cubicBezTo>
                  <a:lnTo>
                    <a:pt x="5399" y="0"/>
                  </a:lnTo>
                  <a:cubicBezTo>
                    <a:pt x="2412" y="0"/>
                    <a:pt x="0" y="644"/>
                    <a:pt x="0" y="1440"/>
                  </a:cubicBezTo>
                  <a:lnTo>
                    <a:pt x="0" y="20160"/>
                  </a:lnTo>
                  <a:cubicBezTo>
                    <a:pt x="0" y="20956"/>
                    <a:pt x="2412" y="21600"/>
                    <a:pt x="5399" y="2160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nvGrpSpPr>
          <p:cNvPr id="228" name="组合 227"/>
          <p:cNvGrpSpPr/>
          <p:nvPr/>
        </p:nvGrpSpPr>
        <p:grpSpPr>
          <a:xfrm>
            <a:off x="9688001" y="6303740"/>
            <a:ext cx="251543" cy="366051"/>
            <a:chOff x="9111073" y="5004568"/>
            <a:chExt cx="251543" cy="366051"/>
          </a:xfrm>
        </p:grpSpPr>
        <p:sp>
          <p:nvSpPr>
            <p:cNvPr id="229" name="AutoShape 60"/>
            <p:cNvSpPr>
              <a:spLocks/>
            </p:cNvSpPr>
            <p:nvPr/>
          </p:nvSpPr>
          <p:spPr bwMode="auto">
            <a:xfrm>
              <a:off x="9214316" y="5107186"/>
              <a:ext cx="22526" cy="2315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69" y="21599"/>
                    <a:pt x="21600" y="16769"/>
                    <a:pt x="21600" y="10800"/>
                  </a:cubicBezTo>
                  <a:cubicBezTo>
                    <a:pt x="21600" y="4819"/>
                    <a:pt x="16769" y="0"/>
                    <a:pt x="10800" y="0"/>
                  </a:cubicBezTo>
                  <a:cubicBezTo>
                    <a:pt x="4830" y="0"/>
                    <a:pt x="0" y="4819"/>
                    <a:pt x="0" y="10800"/>
                  </a:cubicBezTo>
                  <a:cubicBezTo>
                    <a:pt x="0" y="16769"/>
                    <a:pt x="4830" y="21599"/>
                    <a:pt x="10800" y="21599"/>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30" name="AutoShape 61"/>
            <p:cNvSpPr>
              <a:spLocks/>
            </p:cNvSpPr>
            <p:nvPr/>
          </p:nvSpPr>
          <p:spPr bwMode="auto">
            <a:xfrm>
              <a:off x="9214316" y="5244847"/>
              <a:ext cx="22526" cy="2252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0" y="0"/>
                    <a:pt x="0" y="4830"/>
                    <a:pt x="0" y="10800"/>
                  </a:cubicBezTo>
                  <a:cubicBezTo>
                    <a:pt x="0" y="16769"/>
                    <a:pt x="4830" y="21599"/>
                    <a:pt x="10800" y="21599"/>
                  </a:cubicBezTo>
                  <a:cubicBezTo>
                    <a:pt x="16769" y="21599"/>
                    <a:pt x="21600" y="16769"/>
                    <a:pt x="21600" y="10800"/>
                  </a:cubicBezTo>
                  <a:cubicBezTo>
                    <a:pt x="21600" y="4830"/>
                    <a:pt x="16769" y="0"/>
                    <a:pt x="10800" y="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31" name="AutoShape 62"/>
            <p:cNvSpPr>
              <a:spLocks/>
            </p:cNvSpPr>
            <p:nvPr/>
          </p:nvSpPr>
          <p:spPr bwMode="auto">
            <a:xfrm>
              <a:off x="9145486" y="5176016"/>
              <a:ext cx="22526" cy="2315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0" y="0"/>
                    <a:pt x="0" y="4819"/>
                    <a:pt x="0" y="10800"/>
                  </a:cubicBezTo>
                  <a:cubicBezTo>
                    <a:pt x="0" y="16769"/>
                    <a:pt x="4830" y="21599"/>
                    <a:pt x="10800" y="21599"/>
                  </a:cubicBezTo>
                  <a:cubicBezTo>
                    <a:pt x="16769" y="21599"/>
                    <a:pt x="21600" y="16769"/>
                    <a:pt x="21600" y="10800"/>
                  </a:cubicBezTo>
                  <a:cubicBezTo>
                    <a:pt x="21600" y="4819"/>
                    <a:pt x="16769" y="0"/>
                    <a:pt x="10800" y="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32" name="AutoShape 63"/>
            <p:cNvSpPr>
              <a:spLocks/>
            </p:cNvSpPr>
            <p:nvPr/>
          </p:nvSpPr>
          <p:spPr bwMode="auto">
            <a:xfrm>
              <a:off x="9282521" y="5176016"/>
              <a:ext cx="23152" cy="2315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10800"/>
                  </a:moveTo>
                  <a:cubicBezTo>
                    <a:pt x="0" y="16769"/>
                    <a:pt x="4830" y="21599"/>
                    <a:pt x="10800" y="21599"/>
                  </a:cubicBezTo>
                  <a:cubicBezTo>
                    <a:pt x="16769" y="21599"/>
                    <a:pt x="21600" y="16769"/>
                    <a:pt x="21600" y="10800"/>
                  </a:cubicBezTo>
                  <a:cubicBezTo>
                    <a:pt x="21600" y="4819"/>
                    <a:pt x="16769" y="0"/>
                    <a:pt x="10800" y="0"/>
                  </a:cubicBezTo>
                  <a:cubicBezTo>
                    <a:pt x="4830" y="0"/>
                    <a:pt x="0" y="4819"/>
                    <a:pt x="0" y="1080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33" name="AutoShape 64"/>
            <p:cNvSpPr>
              <a:spLocks/>
            </p:cNvSpPr>
            <p:nvPr/>
          </p:nvSpPr>
          <p:spPr bwMode="auto">
            <a:xfrm>
              <a:off x="9168013" y="5221695"/>
              <a:ext cx="23152" cy="23152"/>
            </a:xfrm>
            <a:custGeom>
              <a:avLst/>
              <a:gdLst>
                <a:gd name="T0" fmla="+- 0 10802 965"/>
                <a:gd name="T1" fmla="*/ T0 w 19675"/>
                <a:gd name="T2" fmla="+- 0 10800 961"/>
                <a:gd name="T3" fmla="*/ 10800 h 19678"/>
                <a:gd name="T4" fmla="+- 0 10802 965"/>
                <a:gd name="T5" fmla="*/ T4 w 19675"/>
                <a:gd name="T6" fmla="+- 0 10800 961"/>
                <a:gd name="T7" fmla="*/ 10800 h 19678"/>
                <a:gd name="T8" fmla="+- 0 10802 965"/>
                <a:gd name="T9" fmla="*/ T8 w 19675"/>
                <a:gd name="T10" fmla="+- 0 10800 961"/>
                <a:gd name="T11" fmla="*/ 10800 h 19678"/>
                <a:gd name="T12" fmla="+- 0 10802 965"/>
                <a:gd name="T13" fmla="*/ T12 w 19675"/>
                <a:gd name="T14" fmla="+- 0 10800 961"/>
                <a:gd name="T15" fmla="*/ 10800 h 19678"/>
              </a:gdLst>
              <a:ahLst/>
              <a:cxnLst>
                <a:cxn ang="0">
                  <a:pos x="T1" y="T3"/>
                </a:cxn>
                <a:cxn ang="0">
                  <a:pos x="T5" y="T7"/>
                </a:cxn>
                <a:cxn ang="0">
                  <a:pos x="T9" y="T11"/>
                </a:cxn>
                <a:cxn ang="0">
                  <a:pos x="T13" y="T15"/>
                </a:cxn>
              </a:cxnLst>
              <a:rect l="0" t="0" r="r" b="b"/>
              <a:pathLst>
                <a:path w="19675" h="19678">
                  <a:moveTo>
                    <a:pt x="2894" y="2882"/>
                  </a:moveTo>
                  <a:cubicBezTo>
                    <a:pt x="-965" y="6725"/>
                    <a:pt x="-965" y="12952"/>
                    <a:pt x="2894" y="16795"/>
                  </a:cubicBezTo>
                  <a:cubicBezTo>
                    <a:pt x="6734" y="20638"/>
                    <a:pt x="12935" y="20638"/>
                    <a:pt x="16794" y="16795"/>
                  </a:cubicBezTo>
                  <a:cubicBezTo>
                    <a:pt x="20634" y="12952"/>
                    <a:pt x="20634" y="6725"/>
                    <a:pt x="16794" y="2882"/>
                  </a:cubicBezTo>
                  <a:cubicBezTo>
                    <a:pt x="12935" y="-961"/>
                    <a:pt x="6734" y="-961"/>
                    <a:pt x="2894" y="2882"/>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34" name="AutoShape 65"/>
            <p:cNvSpPr>
              <a:spLocks/>
            </p:cNvSpPr>
            <p:nvPr/>
          </p:nvSpPr>
          <p:spPr bwMode="auto">
            <a:xfrm>
              <a:off x="9168013" y="5130338"/>
              <a:ext cx="23152" cy="23152"/>
            </a:xfrm>
            <a:custGeom>
              <a:avLst/>
              <a:gdLst>
                <a:gd name="T0" fmla="+- 0 10801 962"/>
                <a:gd name="T1" fmla="*/ T0 w 19678"/>
                <a:gd name="T2" fmla="+- 0 10801 965"/>
                <a:gd name="T3" fmla="*/ 10801 h 19673"/>
                <a:gd name="T4" fmla="+- 0 10801 962"/>
                <a:gd name="T5" fmla="*/ T4 w 19678"/>
                <a:gd name="T6" fmla="+- 0 10801 965"/>
                <a:gd name="T7" fmla="*/ 10801 h 19673"/>
                <a:gd name="T8" fmla="+- 0 10801 962"/>
                <a:gd name="T9" fmla="*/ T8 w 19678"/>
                <a:gd name="T10" fmla="+- 0 10801 965"/>
                <a:gd name="T11" fmla="*/ 10801 h 19673"/>
                <a:gd name="T12" fmla="+- 0 10801 962"/>
                <a:gd name="T13" fmla="*/ T12 w 19678"/>
                <a:gd name="T14" fmla="+- 0 10801 965"/>
                <a:gd name="T15" fmla="*/ 10801 h 19673"/>
              </a:gdLst>
              <a:ahLst/>
              <a:cxnLst>
                <a:cxn ang="0">
                  <a:pos x="T1" y="T3"/>
                </a:cxn>
                <a:cxn ang="0">
                  <a:pos x="T5" y="T7"/>
                </a:cxn>
                <a:cxn ang="0">
                  <a:pos x="T9" y="T11"/>
                </a:cxn>
                <a:cxn ang="0">
                  <a:pos x="T13" y="T15"/>
                </a:cxn>
              </a:cxnLst>
              <a:rect l="0" t="0" r="r" b="b"/>
              <a:pathLst>
                <a:path w="19678" h="19673">
                  <a:moveTo>
                    <a:pt x="2897" y="2894"/>
                  </a:moveTo>
                  <a:cubicBezTo>
                    <a:pt x="-962" y="6734"/>
                    <a:pt x="-962" y="12935"/>
                    <a:pt x="2877" y="16785"/>
                  </a:cubicBezTo>
                  <a:cubicBezTo>
                    <a:pt x="6737" y="20635"/>
                    <a:pt x="12938" y="20635"/>
                    <a:pt x="16797" y="16785"/>
                  </a:cubicBezTo>
                  <a:cubicBezTo>
                    <a:pt x="20638" y="12935"/>
                    <a:pt x="20638" y="6734"/>
                    <a:pt x="16797" y="2894"/>
                  </a:cubicBezTo>
                  <a:cubicBezTo>
                    <a:pt x="12938" y="-965"/>
                    <a:pt x="6737" y="-965"/>
                    <a:pt x="2897" y="2894"/>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35" name="AutoShape 66"/>
            <p:cNvSpPr>
              <a:spLocks/>
            </p:cNvSpPr>
            <p:nvPr/>
          </p:nvSpPr>
          <p:spPr bwMode="auto">
            <a:xfrm>
              <a:off x="9259994" y="5221695"/>
              <a:ext cx="22526" cy="23152"/>
            </a:xfrm>
            <a:custGeom>
              <a:avLst/>
              <a:gdLst>
                <a:gd name="T0" fmla="+- 0 10800 961"/>
                <a:gd name="T1" fmla="*/ T0 w 19678"/>
                <a:gd name="T2" fmla="+- 0 10800 961"/>
                <a:gd name="T3" fmla="*/ 10800 h 19678"/>
                <a:gd name="T4" fmla="+- 0 10800 961"/>
                <a:gd name="T5" fmla="*/ T4 w 19678"/>
                <a:gd name="T6" fmla="+- 0 10800 961"/>
                <a:gd name="T7" fmla="*/ 10800 h 19678"/>
                <a:gd name="T8" fmla="+- 0 10800 961"/>
                <a:gd name="T9" fmla="*/ T8 w 19678"/>
                <a:gd name="T10" fmla="+- 0 10800 961"/>
                <a:gd name="T11" fmla="*/ 10800 h 19678"/>
                <a:gd name="T12" fmla="+- 0 10800 961"/>
                <a:gd name="T13" fmla="*/ T12 w 19678"/>
                <a:gd name="T14" fmla="+- 0 10800 961"/>
                <a:gd name="T15" fmla="*/ 10800 h 19678"/>
              </a:gdLst>
              <a:ahLst/>
              <a:cxnLst>
                <a:cxn ang="0">
                  <a:pos x="T1" y="T3"/>
                </a:cxn>
                <a:cxn ang="0">
                  <a:pos x="T5" y="T7"/>
                </a:cxn>
                <a:cxn ang="0">
                  <a:pos x="T9" y="T11"/>
                </a:cxn>
                <a:cxn ang="0">
                  <a:pos x="T13" y="T15"/>
                </a:cxn>
              </a:cxnLst>
              <a:rect l="0" t="0" r="r" b="b"/>
              <a:pathLst>
                <a:path w="19678" h="19678">
                  <a:moveTo>
                    <a:pt x="2882" y="2882"/>
                  </a:moveTo>
                  <a:cubicBezTo>
                    <a:pt x="-961" y="6725"/>
                    <a:pt x="-961" y="12952"/>
                    <a:pt x="2882" y="16795"/>
                  </a:cubicBezTo>
                  <a:cubicBezTo>
                    <a:pt x="6725" y="20638"/>
                    <a:pt x="12952" y="20638"/>
                    <a:pt x="16795" y="16795"/>
                  </a:cubicBezTo>
                  <a:cubicBezTo>
                    <a:pt x="20639" y="12952"/>
                    <a:pt x="20639" y="6725"/>
                    <a:pt x="16795" y="2882"/>
                  </a:cubicBezTo>
                  <a:cubicBezTo>
                    <a:pt x="12952" y="-961"/>
                    <a:pt x="6725" y="-961"/>
                    <a:pt x="2882" y="2882"/>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36" name="AutoShape 67"/>
            <p:cNvSpPr>
              <a:spLocks/>
            </p:cNvSpPr>
            <p:nvPr/>
          </p:nvSpPr>
          <p:spPr bwMode="auto">
            <a:xfrm>
              <a:off x="9111073" y="5004568"/>
              <a:ext cx="251543" cy="36605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9818" y="16200"/>
                  </a:moveTo>
                  <a:cubicBezTo>
                    <a:pt x="5486" y="16200"/>
                    <a:pt x="1963" y="13776"/>
                    <a:pt x="1963" y="10800"/>
                  </a:cubicBezTo>
                  <a:cubicBezTo>
                    <a:pt x="1963" y="7821"/>
                    <a:pt x="5486" y="5400"/>
                    <a:pt x="9818" y="5400"/>
                  </a:cubicBezTo>
                  <a:cubicBezTo>
                    <a:pt x="14148" y="5400"/>
                    <a:pt x="17672" y="7821"/>
                    <a:pt x="17672" y="10800"/>
                  </a:cubicBezTo>
                  <a:cubicBezTo>
                    <a:pt x="17672" y="13776"/>
                    <a:pt x="14148" y="16200"/>
                    <a:pt x="9818" y="16200"/>
                  </a:cubicBezTo>
                  <a:moveTo>
                    <a:pt x="13745" y="20249"/>
                  </a:moveTo>
                  <a:lnTo>
                    <a:pt x="5890" y="20249"/>
                  </a:lnTo>
                  <a:lnTo>
                    <a:pt x="4909" y="16613"/>
                  </a:lnTo>
                  <a:cubicBezTo>
                    <a:pt x="6358" y="17192"/>
                    <a:pt x="8019" y="17549"/>
                    <a:pt x="9818" y="17549"/>
                  </a:cubicBezTo>
                  <a:cubicBezTo>
                    <a:pt x="11614" y="17549"/>
                    <a:pt x="13277" y="17192"/>
                    <a:pt x="14727" y="16613"/>
                  </a:cubicBezTo>
                  <a:cubicBezTo>
                    <a:pt x="14727" y="16613"/>
                    <a:pt x="13745" y="20249"/>
                    <a:pt x="13745" y="20249"/>
                  </a:cubicBezTo>
                  <a:close/>
                  <a:moveTo>
                    <a:pt x="5992" y="1350"/>
                  </a:moveTo>
                  <a:lnTo>
                    <a:pt x="13847" y="1350"/>
                  </a:lnTo>
                  <a:lnTo>
                    <a:pt x="14828" y="4985"/>
                  </a:lnTo>
                  <a:cubicBezTo>
                    <a:pt x="13379" y="4406"/>
                    <a:pt x="11718" y="4050"/>
                    <a:pt x="9919" y="4050"/>
                  </a:cubicBezTo>
                  <a:cubicBezTo>
                    <a:pt x="8123" y="4050"/>
                    <a:pt x="6460" y="4406"/>
                    <a:pt x="5010" y="4985"/>
                  </a:cubicBezTo>
                  <a:cubicBezTo>
                    <a:pt x="5010" y="4985"/>
                    <a:pt x="5992" y="1350"/>
                    <a:pt x="5992" y="1350"/>
                  </a:cubicBezTo>
                  <a:close/>
                  <a:moveTo>
                    <a:pt x="19636" y="9450"/>
                  </a:moveTo>
                  <a:cubicBezTo>
                    <a:pt x="19567" y="9450"/>
                    <a:pt x="19509" y="9472"/>
                    <a:pt x="19442" y="9477"/>
                  </a:cubicBezTo>
                  <a:cubicBezTo>
                    <a:pt x="19101" y="8298"/>
                    <a:pt x="18294" y="7245"/>
                    <a:pt x="17187" y="6376"/>
                  </a:cubicBezTo>
                  <a:lnTo>
                    <a:pt x="15778" y="1102"/>
                  </a:lnTo>
                  <a:cubicBezTo>
                    <a:pt x="15605" y="464"/>
                    <a:pt x="14794" y="0"/>
                    <a:pt x="13847" y="0"/>
                  </a:cubicBezTo>
                  <a:lnTo>
                    <a:pt x="5992" y="0"/>
                  </a:lnTo>
                  <a:cubicBezTo>
                    <a:pt x="5047" y="0"/>
                    <a:pt x="4236" y="464"/>
                    <a:pt x="4061" y="1102"/>
                  </a:cubicBezTo>
                  <a:lnTo>
                    <a:pt x="2686" y="6198"/>
                  </a:lnTo>
                  <a:cubicBezTo>
                    <a:pt x="1037" y="7405"/>
                    <a:pt x="0" y="9012"/>
                    <a:pt x="0" y="10800"/>
                  </a:cubicBezTo>
                  <a:cubicBezTo>
                    <a:pt x="0" y="12542"/>
                    <a:pt x="995" y="14110"/>
                    <a:pt x="2573" y="15307"/>
                  </a:cubicBezTo>
                  <a:lnTo>
                    <a:pt x="3959" y="20496"/>
                  </a:lnTo>
                  <a:cubicBezTo>
                    <a:pt x="4132" y="21135"/>
                    <a:pt x="4943" y="21599"/>
                    <a:pt x="5890" y="21599"/>
                  </a:cubicBezTo>
                  <a:lnTo>
                    <a:pt x="13745" y="21599"/>
                  </a:lnTo>
                  <a:cubicBezTo>
                    <a:pt x="14690" y="21599"/>
                    <a:pt x="15501" y="21135"/>
                    <a:pt x="15676" y="20496"/>
                  </a:cubicBezTo>
                  <a:lnTo>
                    <a:pt x="17074" y="15311"/>
                  </a:lnTo>
                  <a:cubicBezTo>
                    <a:pt x="18242" y="14426"/>
                    <a:pt x="19089" y="13340"/>
                    <a:pt x="19442" y="12122"/>
                  </a:cubicBezTo>
                  <a:cubicBezTo>
                    <a:pt x="19509" y="12127"/>
                    <a:pt x="19567" y="12150"/>
                    <a:pt x="19636" y="12150"/>
                  </a:cubicBezTo>
                  <a:cubicBezTo>
                    <a:pt x="20719" y="12150"/>
                    <a:pt x="21600" y="11544"/>
                    <a:pt x="21600" y="10800"/>
                  </a:cubicBezTo>
                  <a:cubicBezTo>
                    <a:pt x="21600" y="10053"/>
                    <a:pt x="20719" y="9450"/>
                    <a:pt x="19636" y="945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37" name="AutoShape 68"/>
            <p:cNvSpPr>
              <a:spLocks/>
            </p:cNvSpPr>
            <p:nvPr/>
          </p:nvSpPr>
          <p:spPr bwMode="auto">
            <a:xfrm>
              <a:off x="9214316" y="5130338"/>
              <a:ext cx="68830" cy="69456"/>
            </a:xfrm>
            <a:custGeom>
              <a:avLst/>
              <a:gdLst>
                <a:gd name="T0" fmla="*/ 10740 w 21481"/>
                <a:gd name="T1" fmla="+- 0 10860 120"/>
                <a:gd name="T2" fmla="*/ 10860 h 21480"/>
                <a:gd name="T3" fmla="*/ 10740 w 21481"/>
                <a:gd name="T4" fmla="+- 0 10860 120"/>
                <a:gd name="T5" fmla="*/ 10860 h 21480"/>
                <a:gd name="T6" fmla="*/ 10740 w 21481"/>
                <a:gd name="T7" fmla="+- 0 10860 120"/>
                <a:gd name="T8" fmla="*/ 10860 h 21480"/>
                <a:gd name="T9" fmla="*/ 10740 w 21481"/>
                <a:gd name="T10" fmla="+- 0 10860 120"/>
                <a:gd name="T11" fmla="*/ 10860 h 21480"/>
              </a:gdLst>
              <a:ahLst/>
              <a:cxnLst>
                <a:cxn ang="0">
                  <a:pos x="T0" y="T2"/>
                </a:cxn>
                <a:cxn ang="0">
                  <a:pos x="T3" y="T5"/>
                </a:cxn>
                <a:cxn ang="0">
                  <a:pos x="T6" y="T8"/>
                </a:cxn>
                <a:cxn ang="0">
                  <a:pos x="T9" y="T11"/>
                </a:cxn>
              </a:cxnLst>
              <a:rect l="0" t="0" r="r" b="b"/>
              <a:pathLst>
                <a:path w="21481" h="21480">
                  <a:moveTo>
                    <a:pt x="21127" y="346"/>
                  </a:moveTo>
                  <a:cubicBezTo>
                    <a:pt x="20697" y="-82"/>
                    <a:pt x="20002" y="-120"/>
                    <a:pt x="19516" y="270"/>
                  </a:cubicBezTo>
                  <a:lnTo>
                    <a:pt x="1055" y="15432"/>
                  </a:lnTo>
                  <a:cubicBezTo>
                    <a:pt x="375" y="16113"/>
                    <a:pt x="0" y="17012"/>
                    <a:pt x="0" y="17972"/>
                  </a:cubicBezTo>
                  <a:cubicBezTo>
                    <a:pt x="0" y="18902"/>
                    <a:pt x="361" y="19783"/>
                    <a:pt x="1027" y="20446"/>
                  </a:cubicBezTo>
                  <a:cubicBezTo>
                    <a:pt x="1694" y="21103"/>
                    <a:pt x="2583" y="21473"/>
                    <a:pt x="3542" y="21479"/>
                  </a:cubicBezTo>
                  <a:cubicBezTo>
                    <a:pt x="4431" y="21473"/>
                    <a:pt x="5354" y="21144"/>
                    <a:pt x="6028" y="20495"/>
                  </a:cubicBezTo>
                  <a:lnTo>
                    <a:pt x="12598" y="12627"/>
                  </a:lnTo>
                  <a:lnTo>
                    <a:pt x="21224" y="1935"/>
                  </a:lnTo>
                  <a:cubicBezTo>
                    <a:pt x="21600" y="1462"/>
                    <a:pt x="21558" y="771"/>
                    <a:pt x="21127" y="346"/>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nvGrpSpPr>
          <p:cNvPr id="238" name="组合 237"/>
          <p:cNvGrpSpPr/>
          <p:nvPr/>
        </p:nvGrpSpPr>
        <p:grpSpPr>
          <a:xfrm>
            <a:off x="2937786" y="4682108"/>
            <a:ext cx="366676" cy="366051"/>
            <a:chOff x="5380483" y="5004568"/>
            <a:chExt cx="366676" cy="366051"/>
          </a:xfrm>
        </p:grpSpPr>
        <p:sp>
          <p:nvSpPr>
            <p:cNvPr id="239" name="AutoShape 84"/>
            <p:cNvSpPr>
              <a:spLocks/>
            </p:cNvSpPr>
            <p:nvPr/>
          </p:nvSpPr>
          <p:spPr bwMode="auto">
            <a:xfrm>
              <a:off x="5380483" y="5004568"/>
              <a:ext cx="366676" cy="36605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8900"/>
                  </a:moveTo>
                  <a:cubicBezTo>
                    <a:pt x="20249" y="19643"/>
                    <a:pt x="19644" y="20249"/>
                    <a:pt x="18899" y="20249"/>
                  </a:cubicBezTo>
                  <a:lnTo>
                    <a:pt x="2699" y="20249"/>
                  </a:lnTo>
                  <a:cubicBezTo>
                    <a:pt x="1955" y="20249"/>
                    <a:pt x="1349" y="19643"/>
                    <a:pt x="1349" y="18900"/>
                  </a:cubicBezTo>
                  <a:lnTo>
                    <a:pt x="1349" y="5400"/>
                  </a:lnTo>
                  <a:cubicBezTo>
                    <a:pt x="1349" y="5027"/>
                    <a:pt x="1652" y="4725"/>
                    <a:pt x="2024" y="4725"/>
                  </a:cubicBezTo>
                  <a:lnTo>
                    <a:pt x="2699" y="4725"/>
                  </a:lnTo>
                  <a:lnTo>
                    <a:pt x="2699" y="18225"/>
                  </a:lnTo>
                  <a:cubicBezTo>
                    <a:pt x="2699" y="18598"/>
                    <a:pt x="3001" y="18900"/>
                    <a:pt x="3374" y="18900"/>
                  </a:cubicBezTo>
                  <a:cubicBezTo>
                    <a:pt x="3748" y="18900"/>
                    <a:pt x="4049" y="18598"/>
                    <a:pt x="4049" y="18225"/>
                  </a:cubicBezTo>
                  <a:lnTo>
                    <a:pt x="4049" y="2025"/>
                  </a:lnTo>
                  <a:cubicBezTo>
                    <a:pt x="4049" y="1652"/>
                    <a:pt x="4352" y="1350"/>
                    <a:pt x="4724" y="1350"/>
                  </a:cubicBezTo>
                  <a:lnTo>
                    <a:pt x="19575" y="1350"/>
                  </a:lnTo>
                  <a:cubicBezTo>
                    <a:pt x="19947" y="1350"/>
                    <a:pt x="20249" y="1652"/>
                    <a:pt x="20249" y="2025"/>
                  </a:cubicBezTo>
                  <a:cubicBezTo>
                    <a:pt x="20249" y="2025"/>
                    <a:pt x="20249" y="18900"/>
                    <a:pt x="20249" y="18900"/>
                  </a:cubicBezTo>
                  <a:close/>
                  <a:moveTo>
                    <a:pt x="19575" y="0"/>
                  </a:moveTo>
                  <a:lnTo>
                    <a:pt x="4724" y="0"/>
                  </a:lnTo>
                  <a:cubicBezTo>
                    <a:pt x="3606" y="0"/>
                    <a:pt x="2699" y="905"/>
                    <a:pt x="2699" y="2025"/>
                  </a:cubicBezTo>
                  <a:lnTo>
                    <a:pt x="2699" y="3375"/>
                  </a:lnTo>
                  <a:lnTo>
                    <a:pt x="2024" y="3375"/>
                  </a:lnTo>
                  <a:cubicBezTo>
                    <a:pt x="906" y="3375"/>
                    <a:pt x="0" y="4280"/>
                    <a:pt x="0" y="5400"/>
                  </a:cubicBezTo>
                  <a:lnTo>
                    <a:pt x="0" y="18900"/>
                  </a:lnTo>
                  <a:cubicBezTo>
                    <a:pt x="0" y="20391"/>
                    <a:pt x="1208" y="21599"/>
                    <a:pt x="2699" y="21599"/>
                  </a:cubicBezTo>
                  <a:lnTo>
                    <a:pt x="18899" y="21599"/>
                  </a:lnTo>
                  <a:cubicBezTo>
                    <a:pt x="20391" y="21599"/>
                    <a:pt x="21600" y="20391"/>
                    <a:pt x="21600" y="18900"/>
                  </a:cubicBezTo>
                  <a:lnTo>
                    <a:pt x="21600" y="2025"/>
                  </a:lnTo>
                  <a:cubicBezTo>
                    <a:pt x="21600" y="905"/>
                    <a:pt x="20693" y="0"/>
                    <a:pt x="19575" y="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40" name="AutoShape 85"/>
            <p:cNvSpPr>
              <a:spLocks/>
            </p:cNvSpPr>
            <p:nvPr/>
          </p:nvSpPr>
          <p:spPr bwMode="auto">
            <a:xfrm>
              <a:off x="5598238" y="5141602"/>
              <a:ext cx="102619" cy="1188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200" y="21599"/>
                  </a:moveTo>
                  <a:lnTo>
                    <a:pt x="20400" y="21599"/>
                  </a:lnTo>
                  <a:cubicBezTo>
                    <a:pt x="21062" y="21599"/>
                    <a:pt x="21600" y="16748"/>
                    <a:pt x="21600" y="10800"/>
                  </a:cubicBezTo>
                  <a:cubicBezTo>
                    <a:pt x="21600" y="4830"/>
                    <a:pt x="21062" y="0"/>
                    <a:pt x="20400" y="0"/>
                  </a:cubicBezTo>
                  <a:lnTo>
                    <a:pt x="1200" y="0"/>
                  </a:lnTo>
                  <a:cubicBezTo>
                    <a:pt x="537" y="0"/>
                    <a:pt x="0" y="4830"/>
                    <a:pt x="0" y="10800"/>
                  </a:cubicBezTo>
                  <a:cubicBezTo>
                    <a:pt x="0" y="16748"/>
                    <a:pt x="537" y="21599"/>
                    <a:pt x="1200" y="21599"/>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41" name="AutoShape 86"/>
            <p:cNvSpPr>
              <a:spLocks/>
            </p:cNvSpPr>
            <p:nvPr/>
          </p:nvSpPr>
          <p:spPr bwMode="auto">
            <a:xfrm>
              <a:off x="5598238" y="5107187"/>
              <a:ext cx="102619" cy="1188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200" y="21599"/>
                  </a:moveTo>
                  <a:lnTo>
                    <a:pt x="20400" y="21599"/>
                  </a:lnTo>
                  <a:cubicBezTo>
                    <a:pt x="21062" y="21599"/>
                    <a:pt x="21600" y="16748"/>
                    <a:pt x="21600" y="10800"/>
                  </a:cubicBezTo>
                  <a:cubicBezTo>
                    <a:pt x="21600" y="4830"/>
                    <a:pt x="21062" y="0"/>
                    <a:pt x="20400" y="0"/>
                  </a:cubicBezTo>
                  <a:lnTo>
                    <a:pt x="1200" y="0"/>
                  </a:lnTo>
                  <a:cubicBezTo>
                    <a:pt x="537" y="0"/>
                    <a:pt x="0" y="4830"/>
                    <a:pt x="0" y="10800"/>
                  </a:cubicBezTo>
                  <a:cubicBezTo>
                    <a:pt x="0" y="16748"/>
                    <a:pt x="537" y="21599"/>
                    <a:pt x="1200" y="21599"/>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42" name="AutoShape 87"/>
            <p:cNvSpPr>
              <a:spLocks/>
            </p:cNvSpPr>
            <p:nvPr/>
          </p:nvSpPr>
          <p:spPr bwMode="auto">
            <a:xfrm>
              <a:off x="5598238" y="5072772"/>
              <a:ext cx="102619" cy="1188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200" y="21599"/>
                  </a:moveTo>
                  <a:lnTo>
                    <a:pt x="20400" y="21599"/>
                  </a:lnTo>
                  <a:cubicBezTo>
                    <a:pt x="21062" y="21599"/>
                    <a:pt x="21600" y="16748"/>
                    <a:pt x="21600" y="10800"/>
                  </a:cubicBezTo>
                  <a:cubicBezTo>
                    <a:pt x="21600" y="4830"/>
                    <a:pt x="21062" y="0"/>
                    <a:pt x="20400" y="0"/>
                  </a:cubicBezTo>
                  <a:lnTo>
                    <a:pt x="1200" y="0"/>
                  </a:lnTo>
                  <a:cubicBezTo>
                    <a:pt x="537" y="0"/>
                    <a:pt x="0" y="4830"/>
                    <a:pt x="0" y="10800"/>
                  </a:cubicBezTo>
                  <a:cubicBezTo>
                    <a:pt x="0" y="16748"/>
                    <a:pt x="537" y="21599"/>
                    <a:pt x="1200" y="21599"/>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43" name="AutoShape 88"/>
            <p:cNvSpPr>
              <a:spLocks/>
            </p:cNvSpPr>
            <p:nvPr/>
          </p:nvSpPr>
          <p:spPr bwMode="auto">
            <a:xfrm>
              <a:off x="5472467" y="5313677"/>
              <a:ext cx="102619" cy="112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400" y="0"/>
                  </a:moveTo>
                  <a:lnTo>
                    <a:pt x="1200" y="0"/>
                  </a:lnTo>
                  <a:cubicBezTo>
                    <a:pt x="537" y="0"/>
                    <a:pt x="0" y="4851"/>
                    <a:pt x="0" y="10800"/>
                  </a:cubicBezTo>
                  <a:cubicBezTo>
                    <a:pt x="0" y="16790"/>
                    <a:pt x="537" y="21599"/>
                    <a:pt x="1200" y="21599"/>
                  </a:cubicBezTo>
                  <a:lnTo>
                    <a:pt x="20400" y="21599"/>
                  </a:lnTo>
                  <a:cubicBezTo>
                    <a:pt x="21062" y="21599"/>
                    <a:pt x="21600" y="16790"/>
                    <a:pt x="21600" y="10800"/>
                  </a:cubicBezTo>
                  <a:cubicBezTo>
                    <a:pt x="21600" y="4851"/>
                    <a:pt x="21062" y="0"/>
                    <a:pt x="20400" y="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44" name="AutoShape 89"/>
            <p:cNvSpPr>
              <a:spLocks/>
            </p:cNvSpPr>
            <p:nvPr/>
          </p:nvSpPr>
          <p:spPr bwMode="auto">
            <a:xfrm>
              <a:off x="5472467" y="5279263"/>
              <a:ext cx="102619" cy="112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400" y="0"/>
                  </a:moveTo>
                  <a:lnTo>
                    <a:pt x="1200" y="0"/>
                  </a:lnTo>
                  <a:cubicBezTo>
                    <a:pt x="537" y="0"/>
                    <a:pt x="0" y="4851"/>
                    <a:pt x="0" y="10800"/>
                  </a:cubicBezTo>
                  <a:cubicBezTo>
                    <a:pt x="0" y="16790"/>
                    <a:pt x="537" y="21599"/>
                    <a:pt x="1200" y="21599"/>
                  </a:cubicBezTo>
                  <a:lnTo>
                    <a:pt x="20400" y="21599"/>
                  </a:lnTo>
                  <a:cubicBezTo>
                    <a:pt x="21062" y="21599"/>
                    <a:pt x="21600" y="16790"/>
                    <a:pt x="21600" y="10800"/>
                  </a:cubicBezTo>
                  <a:cubicBezTo>
                    <a:pt x="21600" y="4851"/>
                    <a:pt x="21062" y="0"/>
                    <a:pt x="20400" y="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45" name="AutoShape 90"/>
            <p:cNvSpPr>
              <a:spLocks/>
            </p:cNvSpPr>
            <p:nvPr/>
          </p:nvSpPr>
          <p:spPr bwMode="auto">
            <a:xfrm>
              <a:off x="5472467" y="5244847"/>
              <a:ext cx="102619" cy="112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400" y="0"/>
                  </a:moveTo>
                  <a:lnTo>
                    <a:pt x="1200" y="0"/>
                  </a:lnTo>
                  <a:cubicBezTo>
                    <a:pt x="537" y="0"/>
                    <a:pt x="0" y="4851"/>
                    <a:pt x="0" y="10800"/>
                  </a:cubicBezTo>
                  <a:cubicBezTo>
                    <a:pt x="0" y="16790"/>
                    <a:pt x="537" y="21599"/>
                    <a:pt x="1200" y="21599"/>
                  </a:cubicBezTo>
                  <a:lnTo>
                    <a:pt x="20400" y="21599"/>
                  </a:lnTo>
                  <a:cubicBezTo>
                    <a:pt x="21062" y="21599"/>
                    <a:pt x="21600" y="16790"/>
                    <a:pt x="21600" y="10800"/>
                  </a:cubicBezTo>
                  <a:cubicBezTo>
                    <a:pt x="21600" y="4851"/>
                    <a:pt x="21062" y="0"/>
                    <a:pt x="20400" y="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46" name="AutoShape 91"/>
            <p:cNvSpPr>
              <a:spLocks/>
            </p:cNvSpPr>
            <p:nvPr/>
          </p:nvSpPr>
          <p:spPr bwMode="auto">
            <a:xfrm>
              <a:off x="5598238" y="5313677"/>
              <a:ext cx="102619" cy="112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400" y="0"/>
                  </a:moveTo>
                  <a:lnTo>
                    <a:pt x="1200" y="0"/>
                  </a:lnTo>
                  <a:cubicBezTo>
                    <a:pt x="537" y="0"/>
                    <a:pt x="0" y="4851"/>
                    <a:pt x="0" y="10800"/>
                  </a:cubicBezTo>
                  <a:cubicBezTo>
                    <a:pt x="0" y="16790"/>
                    <a:pt x="537" y="21599"/>
                    <a:pt x="1200" y="21599"/>
                  </a:cubicBezTo>
                  <a:lnTo>
                    <a:pt x="20400" y="21599"/>
                  </a:lnTo>
                  <a:cubicBezTo>
                    <a:pt x="21062" y="21599"/>
                    <a:pt x="21600" y="16790"/>
                    <a:pt x="21600" y="10800"/>
                  </a:cubicBezTo>
                  <a:cubicBezTo>
                    <a:pt x="21600" y="4851"/>
                    <a:pt x="21062" y="0"/>
                    <a:pt x="20400" y="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47" name="AutoShape 92"/>
            <p:cNvSpPr>
              <a:spLocks/>
            </p:cNvSpPr>
            <p:nvPr/>
          </p:nvSpPr>
          <p:spPr bwMode="auto">
            <a:xfrm>
              <a:off x="5598238" y="5279263"/>
              <a:ext cx="102619" cy="112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400" y="0"/>
                  </a:moveTo>
                  <a:lnTo>
                    <a:pt x="1200" y="0"/>
                  </a:lnTo>
                  <a:cubicBezTo>
                    <a:pt x="537" y="0"/>
                    <a:pt x="0" y="4851"/>
                    <a:pt x="0" y="10800"/>
                  </a:cubicBezTo>
                  <a:cubicBezTo>
                    <a:pt x="0" y="16790"/>
                    <a:pt x="537" y="21599"/>
                    <a:pt x="1200" y="21599"/>
                  </a:cubicBezTo>
                  <a:lnTo>
                    <a:pt x="20400" y="21599"/>
                  </a:lnTo>
                  <a:cubicBezTo>
                    <a:pt x="21062" y="21599"/>
                    <a:pt x="21600" y="16790"/>
                    <a:pt x="21600" y="10800"/>
                  </a:cubicBezTo>
                  <a:cubicBezTo>
                    <a:pt x="21600" y="4851"/>
                    <a:pt x="21062" y="0"/>
                    <a:pt x="20400" y="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48" name="AutoShape 93"/>
            <p:cNvSpPr>
              <a:spLocks/>
            </p:cNvSpPr>
            <p:nvPr/>
          </p:nvSpPr>
          <p:spPr bwMode="auto">
            <a:xfrm>
              <a:off x="5598238" y="5244847"/>
              <a:ext cx="102619" cy="112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400" y="0"/>
                  </a:moveTo>
                  <a:lnTo>
                    <a:pt x="1200" y="0"/>
                  </a:lnTo>
                  <a:cubicBezTo>
                    <a:pt x="537" y="0"/>
                    <a:pt x="0" y="4851"/>
                    <a:pt x="0" y="10800"/>
                  </a:cubicBezTo>
                  <a:cubicBezTo>
                    <a:pt x="0" y="16790"/>
                    <a:pt x="537" y="21599"/>
                    <a:pt x="1200" y="21599"/>
                  </a:cubicBezTo>
                  <a:lnTo>
                    <a:pt x="20400" y="21599"/>
                  </a:lnTo>
                  <a:cubicBezTo>
                    <a:pt x="21062" y="21599"/>
                    <a:pt x="21600" y="16790"/>
                    <a:pt x="21600" y="10800"/>
                  </a:cubicBezTo>
                  <a:cubicBezTo>
                    <a:pt x="21600" y="4851"/>
                    <a:pt x="21062" y="0"/>
                    <a:pt x="20400" y="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49" name="AutoShape 94"/>
            <p:cNvSpPr>
              <a:spLocks/>
            </p:cNvSpPr>
            <p:nvPr/>
          </p:nvSpPr>
          <p:spPr bwMode="auto">
            <a:xfrm>
              <a:off x="5472465" y="5176016"/>
              <a:ext cx="228390" cy="112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060" y="0"/>
                  </a:moveTo>
                  <a:lnTo>
                    <a:pt x="540" y="0"/>
                  </a:lnTo>
                  <a:cubicBezTo>
                    <a:pt x="242" y="0"/>
                    <a:pt x="0" y="4851"/>
                    <a:pt x="0" y="10800"/>
                  </a:cubicBezTo>
                  <a:cubicBezTo>
                    <a:pt x="0" y="16769"/>
                    <a:pt x="242" y="21599"/>
                    <a:pt x="540" y="21599"/>
                  </a:cubicBezTo>
                  <a:lnTo>
                    <a:pt x="21060" y="21599"/>
                  </a:lnTo>
                  <a:cubicBezTo>
                    <a:pt x="21357" y="21599"/>
                    <a:pt x="21600" y="16769"/>
                    <a:pt x="21600" y="10800"/>
                  </a:cubicBezTo>
                  <a:cubicBezTo>
                    <a:pt x="21600" y="4851"/>
                    <a:pt x="21357" y="0"/>
                    <a:pt x="21060" y="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50" name="AutoShape 95"/>
            <p:cNvSpPr>
              <a:spLocks/>
            </p:cNvSpPr>
            <p:nvPr/>
          </p:nvSpPr>
          <p:spPr bwMode="auto">
            <a:xfrm>
              <a:off x="5472465" y="5210433"/>
              <a:ext cx="228390" cy="112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060" y="0"/>
                  </a:moveTo>
                  <a:lnTo>
                    <a:pt x="540" y="0"/>
                  </a:lnTo>
                  <a:cubicBezTo>
                    <a:pt x="242" y="0"/>
                    <a:pt x="0" y="4851"/>
                    <a:pt x="0" y="10800"/>
                  </a:cubicBezTo>
                  <a:cubicBezTo>
                    <a:pt x="0" y="16790"/>
                    <a:pt x="242" y="21599"/>
                    <a:pt x="540" y="21599"/>
                  </a:cubicBezTo>
                  <a:lnTo>
                    <a:pt x="21060" y="21599"/>
                  </a:lnTo>
                  <a:cubicBezTo>
                    <a:pt x="21357" y="21599"/>
                    <a:pt x="21600" y="16790"/>
                    <a:pt x="21600" y="10800"/>
                  </a:cubicBezTo>
                  <a:cubicBezTo>
                    <a:pt x="21600" y="4851"/>
                    <a:pt x="21357" y="0"/>
                    <a:pt x="21060" y="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51" name="AutoShape 96"/>
            <p:cNvSpPr>
              <a:spLocks/>
            </p:cNvSpPr>
            <p:nvPr/>
          </p:nvSpPr>
          <p:spPr bwMode="auto">
            <a:xfrm>
              <a:off x="5472467" y="5050246"/>
              <a:ext cx="102619" cy="10261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4799" y="4792"/>
                  </a:moveTo>
                  <a:lnTo>
                    <a:pt x="16800" y="4792"/>
                  </a:lnTo>
                  <a:lnTo>
                    <a:pt x="16800" y="16797"/>
                  </a:lnTo>
                  <a:lnTo>
                    <a:pt x="4799" y="16797"/>
                  </a:lnTo>
                  <a:cubicBezTo>
                    <a:pt x="4799" y="16797"/>
                    <a:pt x="4799" y="4792"/>
                    <a:pt x="4799" y="4792"/>
                  </a:cubicBezTo>
                  <a:close/>
                  <a:moveTo>
                    <a:pt x="2399" y="21600"/>
                  </a:moveTo>
                  <a:lnTo>
                    <a:pt x="19199" y="21600"/>
                  </a:lnTo>
                  <a:cubicBezTo>
                    <a:pt x="20527" y="21600"/>
                    <a:pt x="21600" y="20523"/>
                    <a:pt x="21600" y="19198"/>
                  </a:cubicBezTo>
                  <a:lnTo>
                    <a:pt x="21600" y="2401"/>
                  </a:lnTo>
                  <a:cubicBezTo>
                    <a:pt x="21600" y="1076"/>
                    <a:pt x="20527" y="0"/>
                    <a:pt x="19199" y="0"/>
                  </a:cubicBezTo>
                  <a:lnTo>
                    <a:pt x="2399" y="0"/>
                  </a:lnTo>
                  <a:cubicBezTo>
                    <a:pt x="1072" y="0"/>
                    <a:pt x="0" y="1076"/>
                    <a:pt x="0" y="2401"/>
                  </a:cubicBezTo>
                  <a:lnTo>
                    <a:pt x="0" y="19198"/>
                  </a:lnTo>
                  <a:cubicBezTo>
                    <a:pt x="0" y="20523"/>
                    <a:pt x="1072" y="21600"/>
                    <a:pt x="2399" y="2160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sp>
        <p:nvSpPr>
          <p:cNvPr id="252" name="AutoShape 135"/>
          <p:cNvSpPr>
            <a:spLocks/>
          </p:cNvSpPr>
          <p:nvPr/>
        </p:nvSpPr>
        <p:spPr bwMode="auto">
          <a:xfrm>
            <a:off x="2465415" y="4739049"/>
            <a:ext cx="366676" cy="25216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8681"/>
                </a:moveTo>
                <a:lnTo>
                  <a:pt x="19651" y="18681"/>
                </a:lnTo>
                <a:lnTo>
                  <a:pt x="19575" y="18681"/>
                </a:lnTo>
                <a:lnTo>
                  <a:pt x="16874" y="14754"/>
                </a:lnTo>
                <a:lnTo>
                  <a:pt x="16874" y="14727"/>
                </a:lnTo>
                <a:lnTo>
                  <a:pt x="16199" y="13745"/>
                </a:lnTo>
                <a:lnTo>
                  <a:pt x="16199" y="7854"/>
                </a:lnTo>
                <a:lnTo>
                  <a:pt x="19575" y="2945"/>
                </a:lnTo>
                <a:lnTo>
                  <a:pt x="19651" y="2945"/>
                </a:lnTo>
                <a:lnTo>
                  <a:pt x="20249" y="2945"/>
                </a:lnTo>
                <a:cubicBezTo>
                  <a:pt x="20249" y="2945"/>
                  <a:pt x="20249" y="18681"/>
                  <a:pt x="20249" y="18681"/>
                </a:cubicBezTo>
                <a:close/>
                <a:moveTo>
                  <a:pt x="2024" y="19636"/>
                </a:moveTo>
                <a:cubicBezTo>
                  <a:pt x="1651" y="19636"/>
                  <a:pt x="1349" y="19195"/>
                  <a:pt x="1349" y="18654"/>
                </a:cubicBezTo>
                <a:lnTo>
                  <a:pt x="1349" y="2945"/>
                </a:lnTo>
                <a:cubicBezTo>
                  <a:pt x="1349" y="2402"/>
                  <a:pt x="1651" y="1963"/>
                  <a:pt x="2024" y="1963"/>
                </a:cubicBezTo>
                <a:lnTo>
                  <a:pt x="14849" y="1963"/>
                </a:lnTo>
                <a:cubicBezTo>
                  <a:pt x="15221" y="1963"/>
                  <a:pt x="15524" y="2403"/>
                  <a:pt x="15524" y="2945"/>
                </a:cubicBezTo>
                <a:lnTo>
                  <a:pt x="15524" y="18654"/>
                </a:lnTo>
                <a:cubicBezTo>
                  <a:pt x="15524" y="19195"/>
                  <a:pt x="15221" y="19636"/>
                  <a:pt x="14849" y="19636"/>
                </a:cubicBezTo>
                <a:cubicBezTo>
                  <a:pt x="14849" y="19636"/>
                  <a:pt x="2024" y="19636"/>
                  <a:pt x="2024" y="19636"/>
                </a:cubicBezTo>
                <a:close/>
                <a:moveTo>
                  <a:pt x="20249" y="981"/>
                </a:moveTo>
                <a:lnTo>
                  <a:pt x="19651" y="981"/>
                </a:lnTo>
                <a:cubicBezTo>
                  <a:pt x="19296" y="981"/>
                  <a:pt x="18956" y="1185"/>
                  <a:pt x="18703" y="1547"/>
                </a:cubicBezTo>
                <a:lnTo>
                  <a:pt x="16874" y="4170"/>
                </a:lnTo>
                <a:lnTo>
                  <a:pt x="16874" y="2945"/>
                </a:lnTo>
                <a:cubicBezTo>
                  <a:pt x="16874" y="1317"/>
                  <a:pt x="15967" y="0"/>
                  <a:pt x="14849" y="0"/>
                </a:cubicBezTo>
                <a:lnTo>
                  <a:pt x="2024" y="0"/>
                </a:lnTo>
                <a:cubicBezTo>
                  <a:pt x="908" y="0"/>
                  <a:pt x="0" y="1320"/>
                  <a:pt x="0" y="2945"/>
                </a:cubicBezTo>
                <a:lnTo>
                  <a:pt x="0" y="9789"/>
                </a:lnTo>
                <a:lnTo>
                  <a:pt x="0" y="18654"/>
                </a:lnTo>
                <a:cubicBezTo>
                  <a:pt x="0" y="20281"/>
                  <a:pt x="905" y="21599"/>
                  <a:pt x="2024" y="21599"/>
                </a:cubicBezTo>
                <a:lnTo>
                  <a:pt x="14849" y="21599"/>
                </a:lnTo>
                <a:cubicBezTo>
                  <a:pt x="15967" y="21599"/>
                  <a:pt x="16874" y="20281"/>
                  <a:pt x="16874" y="18654"/>
                </a:cubicBezTo>
                <a:lnTo>
                  <a:pt x="16874" y="17456"/>
                </a:lnTo>
                <a:lnTo>
                  <a:pt x="18703" y="20079"/>
                </a:lnTo>
                <a:cubicBezTo>
                  <a:pt x="18956" y="20442"/>
                  <a:pt x="19296" y="20645"/>
                  <a:pt x="19651" y="20645"/>
                </a:cubicBezTo>
                <a:lnTo>
                  <a:pt x="20249" y="20645"/>
                </a:lnTo>
                <a:cubicBezTo>
                  <a:pt x="20994" y="20645"/>
                  <a:pt x="21600" y="19765"/>
                  <a:pt x="21600" y="18681"/>
                </a:cubicBezTo>
                <a:lnTo>
                  <a:pt x="21600" y="2945"/>
                </a:lnTo>
                <a:cubicBezTo>
                  <a:pt x="21600" y="1860"/>
                  <a:pt x="20994" y="981"/>
                  <a:pt x="20249" y="981"/>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nvGrpSpPr>
          <p:cNvPr id="253" name="组合 252"/>
          <p:cNvGrpSpPr/>
          <p:nvPr/>
        </p:nvGrpSpPr>
        <p:grpSpPr>
          <a:xfrm>
            <a:off x="1993669" y="4682108"/>
            <a:ext cx="366052" cy="366051"/>
            <a:chOff x="3868099" y="5008322"/>
            <a:chExt cx="366052" cy="366051"/>
          </a:xfrm>
        </p:grpSpPr>
        <p:sp>
          <p:nvSpPr>
            <p:cNvPr id="254" name="AutoShape 136"/>
            <p:cNvSpPr>
              <a:spLocks/>
            </p:cNvSpPr>
            <p:nvPr/>
          </p:nvSpPr>
          <p:spPr bwMode="auto">
            <a:xfrm>
              <a:off x="4062700" y="5054001"/>
              <a:ext cx="120140" cy="12014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538" y="20579"/>
                  </a:moveTo>
                  <a:lnTo>
                    <a:pt x="19542" y="20579"/>
                  </a:lnTo>
                  <a:cubicBezTo>
                    <a:pt x="19546" y="21142"/>
                    <a:pt x="20004" y="21600"/>
                    <a:pt x="20571" y="21600"/>
                  </a:cubicBezTo>
                  <a:cubicBezTo>
                    <a:pt x="21137" y="21600"/>
                    <a:pt x="21599" y="21138"/>
                    <a:pt x="21599" y="20571"/>
                  </a:cubicBezTo>
                  <a:cubicBezTo>
                    <a:pt x="21599" y="20565"/>
                    <a:pt x="21595" y="20561"/>
                    <a:pt x="21595" y="20555"/>
                  </a:cubicBezTo>
                  <a:cubicBezTo>
                    <a:pt x="21583" y="9221"/>
                    <a:pt x="12411" y="41"/>
                    <a:pt x="1080" y="12"/>
                  </a:cubicBezTo>
                  <a:cubicBezTo>
                    <a:pt x="1064" y="10"/>
                    <a:pt x="1048" y="0"/>
                    <a:pt x="1028" y="0"/>
                  </a:cubicBezTo>
                  <a:cubicBezTo>
                    <a:pt x="458" y="0"/>
                    <a:pt x="0" y="461"/>
                    <a:pt x="0" y="1028"/>
                  </a:cubicBezTo>
                  <a:cubicBezTo>
                    <a:pt x="0" y="1594"/>
                    <a:pt x="458" y="2055"/>
                    <a:pt x="1024" y="2057"/>
                  </a:cubicBezTo>
                  <a:lnTo>
                    <a:pt x="1024" y="2065"/>
                  </a:lnTo>
                  <a:cubicBezTo>
                    <a:pt x="11233" y="2065"/>
                    <a:pt x="19538" y="10370"/>
                    <a:pt x="19538" y="20579"/>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55" name="AutoShape 137"/>
            <p:cNvSpPr>
              <a:spLocks/>
            </p:cNvSpPr>
            <p:nvPr/>
          </p:nvSpPr>
          <p:spPr bwMode="auto">
            <a:xfrm>
              <a:off x="3868099" y="5008322"/>
              <a:ext cx="366050" cy="366051"/>
            </a:xfrm>
            <a:custGeom>
              <a:avLst/>
              <a:gdLst>
                <a:gd name="T0" fmla="+- 0 10819 195"/>
                <a:gd name="T1" fmla="*/ T0 w 21248"/>
                <a:gd name="T2" fmla="*/ 10800 h 21600"/>
                <a:gd name="T3" fmla="+- 0 10819 195"/>
                <a:gd name="T4" fmla="*/ T3 w 21248"/>
                <a:gd name="T5" fmla="*/ 10800 h 21600"/>
                <a:gd name="T6" fmla="+- 0 10819 195"/>
                <a:gd name="T7" fmla="*/ T6 w 21248"/>
                <a:gd name="T8" fmla="*/ 10800 h 21600"/>
                <a:gd name="T9" fmla="+- 0 10819 195"/>
                <a:gd name="T10" fmla="*/ T9 w 21248"/>
                <a:gd name="T11" fmla="*/ 10800 h 21600"/>
              </a:gdLst>
              <a:ahLst/>
              <a:cxnLst>
                <a:cxn ang="0">
                  <a:pos x="T1" y="T2"/>
                </a:cxn>
                <a:cxn ang="0">
                  <a:pos x="T4" y="T5"/>
                </a:cxn>
                <a:cxn ang="0">
                  <a:pos x="T7" y="T8"/>
                </a:cxn>
                <a:cxn ang="0">
                  <a:pos x="T10" y="T11"/>
                </a:cxn>
              </a:cxnLst>
              <a:rect l="0" t="0" r="r" b="b"/>
              <a:pathLst>
                <a:path w="21248" h="21600">
                  <a:moveTo>
                    <a:pt x="19868" y="17133"/>
                  </a:moveTo>
                  <a:cubicBezTo>
                    <a:pt x="19766" y="17386"/>
                    <a:pt x="19525" y="17549"/>
                    <a:pt x="19255" y="17549"/>
                  </a:cubicBezTo>
                  <a:lnTo>
                    <a:pt x="19058" y="17549"/>
                  </a:lnTo>
                  <a:lnTo>
                    <a:pt x="3983" y="2226"/>
                  </a:lnTo>
                  <a:lnTo>
                    <a:pt x="3983" y="2025"/>
                  </a:lnTo>
                  <a:cubicBezTo>
                    <a:pt x="3983" y="1750"/>
                    <a:pt x="4144" y="1506"/>
                    <a:pt x="4393" y="1401"/>
                  </a:cubicBezTo>
                  <a:cubicBezTo>
                    <a:pt x="4475" y="1367"/>
                    <a:pt x="4560" y="1350"/>
                    <a:pt x="4647" y="1350"/>
                  </a:cubicBezTo>
                  <a:cubicBezTo>
                    <a:pt x="4824" y="1350"/>
                    <a:pt x="4991" y="1420"/>
                    <a:pt x="5116" y="1547"/>
                  </a:cubicBezTo>
                  <a:lnTo>
                    <a:pt x="19724" y="16397"/>
                  </a:lnTo>
                  <a:cubicBezTo>
                    <a:pt x="19915" y="16591"/>
                    <a:pt x="19972" y="16880"/>
                    <a:pt x="19868" y="17133"/>
                  </a:cubicBezTo>
                  <a:moveTo>
                    <a:pt x="10121" y="17549"/>
                  </a:moveTo>
                  <a:cubicBezTo>
                    <a:pt x="10017" y="17549"/>
                    <a:pt x="9922" y="17586"/>
                    <a:pt x="9824" y="17609"/>
                  </a:cubicBezTo>
                  <a:lnTo>
                    <a:pt x="3923" y="11612"/>
                  </a:lnTo>
                  <a:cubicBezTo>
                    <a:pt x="3946" y="11512"/>
                    <a:pt x="3982" y="11415"/>
                    <a:pt x="3982" y="11311"/>
                  </a:cubicBezTo>
                  <a:lnTo>
                    <a:pt x="3983" y="3180"/>
                  </a:lnTo>
                  <a:lnTo>
                    <a:pt x="18119" y="17549"/>
                  </a:lnTo>
                  <a:cubicBezTo>
                    <a:pt x="18119" y="17549"/>
                    <a:pt x="10121" y="17549"/>
                    <a:pt x="10121" y="17549"/>
                  </a:cubicBezTo>
                  <a:close/>
                  <a:moveTo>
                    <a:pt x="9182" y="17945"/>
                  </a:moveTo>
                  <a:lnTo>
                    <a:pt x="7109" y="20052"/>
                  </a:lnTo>
                  <a:cubicBezTo>
                    <a:pt x="6939" y="20224"/>
                    <a:pt x="6742" y="20249"/>
                    <a:pt x="6640" y="20249"/>
                  </a:cubicBezTo>
                  <a:cubicBezTo>
                    <a:pt x="6537" y="20249"/>
                    <a:pt x="6339" y="20224"/>
                    <a:pt x="6170" y="20052"/>
                  </a:cubicBezTo>
                  <a:lnTo>
                    <a:pt x="1522" y="15327"/>
                  </a:lnTo>
                  <a:cubicBezTo>
                    <a:pt x="1352" y="15154"/>
                    <a:pt x="1327" y="14953"/>
                    <a:pt x="1327" y="14850"/>
                  </a:cubicBezTo>
                  <a:cubicBezTo>
                    <a:pt x="1327" y="14745"/>
                    <a:pt x="1352" y="14544"/>
                    <a:pt x="1522" y="14373"/>
                  </a:cubicBezTo>
                  <a:lnTo>
                    <a:pt x="3593" y="12266"/>
                  </a:lnTo>
                  <a:cubicBezTo>
                    <a:pt x="3599" y="12260"/>
                    <a:pt x="3601" y="12251"/>
                    <a:pt x="3607" y="12245"/>
                  </a:cubicBezTo>
                  <a:lnTo>
                    <a:pt x="9202" y="17932"/>
                  </a:lnTo>
                  <a:cubicBezTo>
                    <a:pt x="9196" y="17937"/>
                    <a:pt x="9187" y="17939"/>
                    <a:pt x="9182" y="17945"/>
                  </a:cubicBezTo>
                  <a:moveTo>
                    <a:pt x="6056" y="593"/>
                  </a:moveTo>
                  <a:cubicBezTo>
                    <a:pt x="5675" y="205"/>
                    <a:pt x="5165" y="0"/>
                    <a:pt x="4647" y="0"/>
                  </a:cubicBezTo>
                  <a:cubicBezTo>
                    <a:pt x="4390" y="0"/>
                    <a:pt x="4132" y="49"/>
                    <a:pt x="3885" y="154"/>
                  </a:cubicBezTo>
                  <a:cubicBezTo>
                    <a:pt x="3141" y="467"/>
                    <a:pt x="2655" y="1205"/>
                    <a:pt x="2655" y="2025"/>
                  </a:cubicBezTo>
                  <a:lnTo>
                    <a:pt x="2654" y="11311"/>
                  </a:lnTo>
                  <a:lnTo>
                    <a:pt x="583" y="13418"/>
                  </a:lnTo>
                  <a:cubicBezTo>
                    <a:pt x="-195" y="14208"/>
                    <a:pt x="-195" y="15491"/>
                    <a:pt x="583" y="16281"/>
                  </a:cubicBezTo>
                  <a:lnTo>
                    <a:pt x="5231" y="21006"/>
                  </a:lnTo>
                  <a:cubicBezTo>
                    <a:pt x="5620" y="21402"/>
                    <a:pt x="6131" y="21599"/>
                    <a:pt x="6640" y="21599"/>
                  </a:cubicBezTo>
                  <a:cubicBezTo>
                    <a:pt x="7150" y="21599"/>
                    <a:pt x="7659" y="21402"/>
                    <a:pt x="8048" y="21006"/>
                  </a:cubicBezTo>
                  <a:lnTo>
                    <a:pt x="10121" y="18900"/>
                  </a:lnTo>
                  <a:lnTo>
                    <a:pt x="19255" y="18900"/>
                  </a:lnTo>
                  <a:cubicBezTo>
                    <a:pt x="20062" y="18900"/>
                    <a:pt x="20788" y="18407"/>
                    <a:pt x="21095" y="17650"/>
                  </a:cubicBezTo>
                  <a:cubicBezTo>
                    <a:pt x="21405" y="16893"/>
                    <a:pt x="21234" y="16022"/>
                    <a:pt x="20663" y="15443"/>
                  </a:cubicBezTo>
                  <a:cubicBezTo>
                    <a:pt x="20663" y="15443"/>
                    <a:pt x="6056" y="593"/>
                    <a:pt x="6056" y="593"/>
                  </a:cubicBezTo>
                  <a:close/>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56" name="AutoShape 138"/>
            <p:cNvSpPr>
              <a:spLocks/>
            </p:cNvSpPr>
            <p:nvPr/>
          </p:nvSpPr>
          <p:spPr bwMode="auto">
            <a:xfrm>
              <a:off x="4062702" y="5008322"/>
              <a:ext cx="171449" cy="17144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437" y="2880"/>
                  </a:moveTo>
                  <a:lnTo>
                    <a:pt x="1437" y="2885"/>
                  </a:lnTo>
                  <a:cubicBezTo>
                    <a:pt x="10965" y="2885"/>
                    <a:pt x="18717" y="10637"/>
                    <a:pt x="18717" y="20165"/>
                  </a:cubicBezTo>
                  <a:lnTo>
                    <a:pt x="18720" y="20165"/>
                  </a:lnTo>
                  <a:cubicBezTo>
                    <a:pt x="18722" y="20959"/>
                    <a:pt x="19366" y="21600"/>
                    <a:pt x="20160" y="21600"/>
                  </a:cubicBezTo>
                  <a:cubicBezTo>
                    <a:pt x="20955" y="21600"/>
                    <a:pt x="21599" y="20956"/>
                    <a:pt x="21599" y="20160"/>
                  </a:cubicBezTo>
                  <a:cubicBezTo>
                    <a:pt x="21599" y="20155"/>
                    <a:pt x="21597" y="20152"/>
                    <a:pt x="21597" y="20148"/>
                  </a:cubicBezTo>
                  <a:cubicBezTo>
                    <a:pt x="21588" y="9034"/>
                    <a:pt x="12588" y="28"/>
                    <a:pt x="1476" y="8"/>
                  </a:cubicBezTo>
                  <a:cubicBezTo>
                    <a:pt x="1465" y="7"/>
                    <a:pt x="1454" y="0"/>
                    <a:pt x="1440" y="0"/>
                  </a:cubicBezTo>
                  <a:cubicBezTo>
                    <a:pt x="644" y="0"/>
                    <a:pt x="0" y="644"/>
                    <a:pt x="0" y="1440"/>
                  </a:cubicBezTo>
                  <a:cubicBezTo>
                    <a:pt x="0" y="2234"/>
                    <a:pt x="644" y="2878"/>
                    <a:pt x="1437" y="288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sp>
        <p:nvSpPr>
          <p:cNvPr id="257" name="AutoShape 139"/>
          <p:cNvSpPr>
            <a:spLocks/>
          </p:cNvSpPr>
          <p:nvPr/>
        </p:nvSpPr>
        <p:spPr bwMode="auto">
          <a:xfrm>
            <a:off x="1521925" y="4687739"/>
            <a:ext cx="366050" cy="354788"/>
          </a:xfrm>
          <a:custGeom>
            <a:avLst/>
            <a:gdLst>
              <a:gd name="T0" fmla="+- 0 10800 104"/>
              <a:gd name="T1" fmla="*/ T0 w 21392"/>
              <a:gd name="T2" fmla="*/ 10800 h 21600"/>
              <a:gd name="T3" fmla="+- 0 10800 104"/>
              <a:gd name="T4" fmla="*/ T3 w 21392"/>
              <a:gd name="T5" fmla="*/ 10800 h 21600"/>
              <a:gd name="T6" fmla="+- 0 10800 104"/>
              <a:gd name="T7" fmla="*/ T6 w 21392"/>
              <a:gd name="T8" fmla="*/ 10800 h 21600"/>
              <a:gd name="T9" fmla="+- 0 10800 104"/>
              <a:gd name="T10" fmla="*/ T9 w 21392"/>
              <a:gd name="T11" fmla="*/ 10800 h 21600"/>
            </a:gdLst>
            <a:ahLst/>
            <a:cxnLst>
              <a:cxn ang="0">
                <a:pos x="T1" y="T2"/>
              </a:cxn>
              <a:cxn ang="0">
                <a:pos x="T4" y="T5"/>
              </a:cxn>
              <a:cxn ang="0">
                <a:pos x="T7" y="T8"/>
              </a:cxn>
              <a:cxn ang="0">
                <a:pos x="T10" y="T11"/>
              </a:cxn>
            </a:cxnLst>
            <a:rect l="0" t="0" r="r" b="b"/>
            <a:pathLst>
              <a:path w="21392" h="21600">
                <a:moveTo>
                  <a:pt x="15768" y="12794"/>
                </a:moveTo>
                <a:cubicBezTo>
                  <a:pt x="15426" y="13150"/>
                  <a:pt x="15271" y="13651"/>
                  <a:pt x="15350" y="14142"/>
                </a:cubicBezTo>
                <a:lnTo>
                  <a:pt x="16296" y="20031"/>
                </a:lnTo>
                <a:lnTo>
                  <a:pt x="11443" y="17309"/>
                </a:lnTo>
                <a:cubicBezTo>
                  <a:pt x="11210" y="17178"/>
                  <a:pt x="10953" y="17112"/>
                  <a:pt x="10696" y="17112"/>
                </a:cubicBezTo>
                <a:cubicBezTo>
                  <a:pt x="10439" y="17112"/>
                  <a:pt x="10182" y="17178"/>
                  <a:pt x="9949" y="17309"/>
                </a:cubicBezTo>
                <a:lnTo>
                  <a:pt x="5095" y="20031"/>
                </a:lnTo>
                <a:lnTo>
                  <a:pt x="6042" y="14142"/>
                </a:lnTo>
                <a:cubicBezTo>
                  <a:pt x="6121" y="13651"/>
                  <a:pt x="5966" y="13150"/>
                  <a:pt x="5624" y="12794"/>
                </a:cubicBezTo>
                <a:lnTo>
                  <a:pt x="1545" y="8550"/>
                </a:lnTo>
                <a:lnTo>
                  <a:pt x="7111" y="7685"/>
                </a:lnTo>
                <a:cubicBezTo>
                  <a:pt x="7619" y="7607"/>
                  <a:pt x="8057" y="7275"/>
                  <a:pt x="8276" y="6802"/>
                </a:cubicBezTo>
                <a:lnTo>
                  <a:pt x="10696" y="1568"/>
                </a:lnTo>
                <a:lnTo>
                  <a:pt x="13116" y="6802"/>
                </a:lnTo>
                <a:cubicBezTo>
                  <a:pt x="13334" y="7275"/>
                  <a:pt x="13772" y="7607"/>
                  <a:pt x="14280" y="7685"/>
                </a:cubicBezTo>
                <a:lnTo>
                  <a:pt x="19847" y="8550"/>
                </a:lnTo>
                <a:cubicBezTo>
                  <a:pt x="19847" y="8550"/>
                  <a:pt x="15768" y="12794"/>
                  <a:pt x="15768" y="12794"/>
                </a:cubicBezTo>
                <a:close/>
                <a:moveTo>
                  <a:pt x="21312" y="8051"/>
                </a:moveTo>
                <a:cubicBezTo>
                  <a:pt x="21127" y="7495"/>
                  <a:pt x="20652" y="7088"/>
                  <a:pt x="20080" y="6999"/>
                </a:cubicBezTo>
                <a:lnTo>
                  <a:pt x="14514" y="6136"/>
                </a:lnTo>
                <a:lnTo>
                  <a:pt x="12094" y="901"/>
                </a:lnTo>
                <a:cubicBezTo>
                  <a:pt x="11840" y="351"/>
                  <a:pt x="11295" y="0"/>
                  <a:pt x="10696" y="0"/>
                </a:cubicBezTo>
                <a:cubicBezTo>
                  <a:pt x="10097" y="0"/>
                  <a:pt x="9552" y="351"/>
                  <a:pt x="9297" y="901"/>
                </a:cubicBezTo>
                <a:lnTo>
                  <a:pt x="6878" y="6136"/>
                </a:lnTo>
                <a:lnTo>
                  <a:pt x="1311" y="6999"/>
                </a:lnTo>
                <a:cubicBezTo>
                  <a:pt x="739" y="7088"/>
                  <a:pt x="264" y="7495"/>
                  <a:pt x="80" y="8051"/>
                </a:cubicBezTo>
                <a:cubicBezTo>
                  <a:pt x="-104" y="8609"/>
                  <a:pt x="35" y="9224"/>
                  <a:pt x="439" y="9644"/>
                </a:cubicBezTo>
                <a:lnTo>
                  <a:pt x="4518" y="13889"/>
                </a:lnTo>
                <a:lnTo>
                  <a:pt x="3572" y="19777"/>
                </a:lnTo>
                <a:cubicBezTo>
                  <a:pt x="3476" y="20370"/>
                  <a:pt x="3722" y="20966"/>
                  <a:pt x="4206" y="21313"/>
                </a:cubicBezTo>
                <a:cubicBezTo>
                  <a:pt x="4471" y="21503"/>
                  <a:pt x="4783" y="21600"/>
                  <a:pt x="5095" y="21600"/>
                </a:cubicBezTo>
                <a:cubicBezTo>
                  <a:pt x="5352" y="21600"/>
                  <a:pt x="5609" y="21534"/>
                  <a:pt x="5843" y="21404"/>
                </a:cubicBezTo>
                <a:lnTo>
                  <a:pt x="10696" y="18681"/>
                </a:lnTo>
                <a:lnTo>
                  <a:pt x="15549" y="21404"/>
                </a:lnTo>
                <a:cubicBezTo>
                  <a:pt x="15782" y="21534"/>
                  <a:pt x="16040" y="21600"/>
                  <a:pt x="16296" y="21600"/>
                </a:cubicBezTo>
                <a:cubicBezTo>
                  <a:pt x="16608" y="21600"/>
                  <a:pt x="16920" y="21503"/>
                  <a:pt x="17186" y="21313"/>
                </a:cubicBezTo>
                <a:cubicBezTo>
                  <a:pt x="17669" y="20966"/>
                  <a:pt x="17915" y="20370"/>
                  <a:pt x="17820" y="19777"/>
                </a:cubicBezTo>
                <a:lnTo>
                  <a:pt x="16873" y="13889"/>
                </a:lnTo>
                <a:lnTo>
                  <a:pt x="20953" y="9644"/>
                </a:lnTo>
                <a:cubicBezTo>
                  <a:pt x="21357" y="9224"/>
                  <a:pt x="21496" y="8609"/>
                  <a:pt x="21312" y="8051"/>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nvGrpSpPr>
          <p:cNvPr id="258" name="组合 257"/>
          <p:cNvGrpSpPr/>
          <p:nvPr/>
        </p:nvGrpSpPr>
        <p:grpSpPr>
          <a:xfrm>
            <a:off x="1050180" y="4722155"/>
            <a:ext cx="366051" cy="285957"/>
            <a:chOff x="2403273" y="5054000"/>
            <a:chExt cx="366051" cy="285957"/>
          </a:xfrm>
        </p:grpSpPr>
        <p:sp>
          <p:nvSpPr>
            <p:cNvPr id="259" name="AutoShape 140"/>
            <p:cNvSpPr>
              <a:spLocks/>
            </p:cNvSpPr>
            <p:nvPr/>
          </p:nvSpPr>
          <p:spPr bwMode="auto">
            <a:xfrm>
              <a:off x="2448949" y="5099679"/>
              <a:ext cx="229016" cy="185841"/>
            </a:xfrm>
            <a:custGeom>
              <a:avLst/>
              <a:gdLst>
                <a:gd name="T0" fmla="+- 0 10800 376"/>
                <a:gd name="T1" fmla="*/ T0 w 20848"/>
                <a:gd name="T2" fmla="*/ 10800 h 21600"/>
                <a:gd name="T3" fmla="+- 0 10800 376"/>
                <a:gd name="T4" fmla="*/ T3 w 20848"/>
                <a:gd name="T5" fmla="*/ 10800 h 21600"/>
                <a:gd name="T6" fmla="+- 0 10800 376"/>
                <a:gd name="T7" fmla="*/ T6 w 20848"/>
                <a:gd name="T8" fmla="*/ 10800 h 21600"/>
                <a:gd name="T9" fmla="+- 0 10800 376"/>
                <a:gd name="T10" fmla="*/ T9 w 20848"/>
                <a:gd name="T11" fmla="*/ 10800 h 21600"/>
              </a:gdLst>
              <a:ahLst/>
              <a:cxnLst>
                <a:cxn ang="0">
                  <a:pos x="T1" y="T2"/>
                </a:cxn>
                <a:cxn ang="0">
                  <a:pos x="T4" y="T5"/>
                </a:cxn>
                <a:cxn ang="0">
                  <a:pos x="T7" y="T8"/>
                </a:cxn>
                <a:cxn ang="0">
                  <a:pos x="T10" y="T11"/>
                </a:cxn>
              </a:cxnLst>
              <a:rect l="0" t="0" r="r" b="b"/>
              <a:pathLst>
                <a:path w="20848" h="21600">
                  <a:moveTo>
                    <a:pt x="18728" y="19178"/>
                  </a:moveTo>
                  <a:cubicBezTo>
                    <a:pt x="13191" y="20631"/>
                    <a:pt x="7654" y="20631"/>
                    <a:pt x="2118" y="19178"/>
                  </a:cubicBezTo>
                  <a:cubicBezTo>
                    <a:pt x="678" y="13592"/>
                    <a:pt x="678" y="8008"/>
                    <a:pt x="2118" y="2421"/>
                  </a:cubicBezTo>
                  <a:cubicBezTo>
                    <a:pt x="7654" y="968"/>
                    <a:pt x="13191" y="968"/>
                    <a:pt x="18728" y="2421"/>
                  </a:cubicBezTo>
                  <a:cubicBezTo>
                    <a:pt x="20168" y="8008"/>
                    <a:pt x="20168" y="13592"/>
                    <a:pt x="18728" y="19178"/>
                  </a:cubicBezTo>
                  <a:moveTo>
                    <a:pt x="18938" y="1116"/>
                  </a:moveTo>
                  <a:cubicBezTo>
                    <a:pt x="16114" y="375"/>
                    <a:pt x="13249" y="0"/>
                    <a:pt x="10423" y="0"/>
                  </a:cubicBezTo>
                  <a:cubicBezTo>
                    <a:pt x="7597" y="0"/>
                    <a:pt x="4732" y="375"/>
                    <a:pt x="1908" y="1116"/>
                  </a:cubicBezTo>
                  <a:cubicBezTo>
                    <a:pt x="1543" y="1213"/>
                    <a:pt x="1244" y="1552"/>
                    <a:pt x="1127" y="2004"/>
                  </a:cubicBezTo>
                  <a:cubicBezTo>
                    <a:pt x="-376" y="7841"/>
                    <a:pt x="-376" y="13759"/>
                    <a:pt x="1127" y="19593"/>
                  </a:cubicBezTo>
                  <a:cubicBezTo>
                    <a:pt x="1244" y="20047"/>
                    <a:pt x="1543" y="20386"/>
                    <a:pt x="1908" y="20482"/>
                  </a:cubicBezTo>
                  <a:cubicBezTo>
                    <a:pt x="4732" y="21224"/>
                    <a:pt x="7597" y="21600"/>
                    <a:pt x="10423" y="21600"/>
                  </a:cubicBezTo>
                  <a:cubicBezTo>
                    <a:pt x="13249" y="21600"/>
                    <a:pt x="16114" y="21224"/>
                    <a:pt x="18938" y="20482"/>
                  </a:cubicBezTo>
                  <a:cubicBezTo>
                    <a:pt x="19303" y="20386"/>
                    <a:pt x="19602" y="20047"/>
                    <a:pt x="19719" y="19593"/>
                  </a:cubicBezTo>
                  <a:cubicBezTo>
                    <a:pt x="21223" y="13759"/>
                    <a:pt x="21223" y="7841"/>
                    <a:pt x="19719" y="2004"/>
                  </a:cubicBezTo>
                  <a:cubicBezTo>
                    <a:pt x="19602" y="1552"/>
                    <a:pt x="19303" y="1213"/>
                    <a:pt x="18938" y="1116"/>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60" name="AutoShape 141"/>
            <p:cNvSpPr>
              <a:spLocks/>
            </p:cNvSpPr>
            <p:nvPr/>
          </p:nvSpPr>
          <p:spPr bwMode="auto">
            <a:xfrm>
              <a:off x="2403273" y="5054000"/>
              <a:ext cx="366051" cy="285957"/>
            </a:xfrm>
            <a:custGeom>
              <a:avLst/>
              <a:gdLst>
                <a:gd name="T0" fmla="+- 0 10800 252"/>
                <a:gd name="T1" fmla="*/ T0 w 21096"/>
                <a:gd name="T2" fmla="*/ 10800 h 21600"/>
                <a:gd name="T3" fmla="+- 0 10800 252"/>
                <a:gd name="T4" fmla="*/ T3 w 21096"/>
                <a:gd name="T5" fmla="*/ 10800 h 21600"/>
                <a:gd name="T6" fmla="+- 0 10800 252"/>
                <a:gd name="T7" fmla="*/ T6 w 21096"/>
                <a:gd name="T8" fmla="*/ 10800 h 21600"/>
                <a:gd name="T9" fmla="+- 0 10800 252"/>
                <a:gd name="T10" fmla="*/ T9 w 21096"/>
                <a:gd name="T11" fmla="*/ 10800 h 21600"/>
              </a:gdLst>
              <a:ahLst/>
              <a:cxnLst>
                <a:cxn ang="0">
                  <a:pos x="T1" y="T2"/>
                </a:cxn>
                <a:cxn ang="0">
                  <a:pos x="T4" y="T5"/>
                </a:cxn>
                <a:cxn ang="0">
                  <a:pos x="T7" y="T8"/>
                </a:cxn>
                <a:cxn ang="0">
                  <a:pos x="T10" y="T11"/>
                </a:cxn>
              </a:cxnLst>
              <a:rect l="0" t="0" r="r" b="b"/>
              <a:pathLst>
                <a:path w="21096" h="21600">
                  <a:moveTo>
                    <a:pt x="19056" y="18331"/>
                  </a:moveTo>
                  <a:cubicBezTo>
                    <a:pt x="13383" y="19233"/>
                    <a:pt x="7711" y="19233"/>
                    <a:pt x="2038" y="18331"/>
                  </a:cubicBezTo>
                  <a:cubicBezTo>
                    <a:pt x="1074" y="13022"/>
                    <a:pt x="1074" y="7713"/>
                    <a:pt x="2038" y="2404"/>
                  </a:cubicBezTo>
                  <a:cubicBezTo>
                    <a:pt x="7711" y="1502"/>
                    <a:pt x="13383" y="1502"/>
                    <a:pt x="19056" y="2404"/>
                  </a:cubicBezTo>
                  <a:cubicBezTo>
                    <a:pt x="20021" y="7713"/>
                    <a:pt x="20021" y="13022"/>
                    <a:pt x="19056" y="18331"/>
                  </a:cubicBezTo>
                  <a:moveTo>
                    <a:pt x="20338" y="2005"/>
                  </a:moveTo>
                  <a:cubicBezTo>
                    <a:pt x="20211" y="1301"/>
                    <a:pt x="19762" y="776"/>
                    <a:pt x="19215" y="689"/>
                  </a:cubicBezTo>
                  <a:cubicBezTo>
                    <a:pt x="16339" y="232"/>
                    <a:pt x="13423" y="0"/>
                    <a:pt x="10547" y="0"/>
                  </a:cubicBezTo>
                  <a:cubicBezTo>
                    <a:pt x="7671" y="0"/>
                    <a:pt x="4755" y="232"/>
                    <a:pt x="1879" y="689"/>
                  </a:cubicBezTo>
                  <a:cubicBezTo>
                    <a:pt x="1332" y="776"/>
                    <a:pt x="883" y="1301"/>
                    <a:pt x="756" y="2005"/>
                  </a:cubicBezTo>
                  <a:cubicBezTo>
                    <a:pt x="-252" y="7553"/>
                    <a:pt x="-252" y="13181"/>
                    <a:pt x="756" y="18731"/>
                  </a:cubicBezTo>
                  <a:cubicBezTo>
                    <a:pt x="883" y="19434"/>
                    <a:pt x="1332" y="19959"/>
                    <a:pt x="1879" y="20046"/>
                  </a:cubicBezTo>
                  <a:cubicBezTo>
                    <a:pt x="3265" y="20266"/>
                    <a:pt x="4660" y="20429"/>
                    <a:pt x="6055" y="20544"/>
                  </a:cubicBezTo>
                  <a:cubicBezTo>
                    <a:pt x="5979" y="20606"/>
                    <a:pt x="5931" y="20670"/>
                    <a:pt x="5931" y="20735"/>
                  </a:cubicBezTo>
                  <a:cubicBezTo>
                    <a:pt x="5931" y="21213"/>
                    <a:pt x="7997" y="21599"/>
                    <a:pt x="10547" y="21599"/>
                  </a:cubicBezTo>
                  <a:cubicBezTo>
                    <a:pt x="13097" y="21599"/>
                    <a:pt x="15164" y="21213"/>
                    <a:pt x="15164" y="20735"/>
                  </a:cubicBezTo>
                  <a:cubicBezTo>
                    <a:pt x="15164" y="20670"/>
                    <a:pt x="15115" y="20606"/>
                    <a:pt x="15040" y="20544"/>
                  </a:cubicBezTo>
                  <a:cubicBezTo>
                    <a:pt x="16434" y="20429"/>
                    <a:pt x="17830" y="20266"/>
                    <a:pt x="19215" y="20046"/>
                  </a:cubicBezTo>
                  <a:cubicBezTo>
                    <a:pt x="19762" y="19959"/>
                    <a:pt x="20211" y="19434"/>
                    <a:pt x="20338" y="18731"/>
                  </a:cubicBezTo>
                  <a:cubicBezTo>
                    <a:pt x="21347" y="13181"/>
                    <a:pt x="21347" y="7553"/>
                    <a:pt x="20338" y="2005"/>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61" name="AutoShape 142"/>
            <p:cNvSpPr>
              <a:spLocks/>
            </p:cNvSpPr>
            <p:nvPr/>
          </p:nvSpPr>
          <p:spPr bwMode="auto">
            <a:xfrm>
              <a:off x="2689230" y="5111568"/>
              <a:ext cx="34415" cy="3378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7200"/>
                  </a:moveTo>
                  <a:cubicBezTo>
                    <a:pt x="12779" y="7200"/>
                    <a:pt x="14399" y="8820"/>
                    <a:pt x="14399" y="10800"/>
                  </a:cubicBezTo>
                  <a:cubicBezTo>
                    <a:pt x="14399" y="12779"/>
                    <a:pt x="12779" y="14400"/>
                    <a:pt x="10800" y="14400"/>
                  </a:cubicBezTo>
                  <a:cubicBezTo>
                    <a:pt x="8820" y="14400"/>
                    <a:pt x="7199" y="12779"/>
                    <a:pt x="7199" y="10800"/>
                  </a:cubicBezTo>
                  <a:cubicBezTo>
                    <a:pt x="7199" y="8820"/>
                    <a:pt x="8820" y="7200"/>
                    <a:pt x="10800" y="7200"/>
                  </a:cubicBezTo>
                  <a:moveTo>
                    <a:pt x="10800" y="21599"/>
                  </a:moveTo>
                  <a:cubicBezTo>
                    <a:pt x="16762" y="21599"/>
                    <a:pt x="21600" y="16762"/>
                    <a:pt x="21600" y="10800"/>
                  </a:cubicBezTo>
                  <a:cubicBezTo>
                    <a:pt x="21600" y="4837"/>
                    <a:pt x="16762" y="0"/>
                    <a:pt x="10800" y="0"/>
                  </a:cubicBezTo>
                  <a:cubicBezTo>
                    <a:pt x="4837" y="0"/>
                    <a:pt x="0" y="4837"/>
                    <a:pt x="0" y="10800"/>
                  </a:cubicBezTo>
                  <a:cubicBezTo>
                    <a:pt x="0" y="16762"/>
                    <a:pt x="4837" y="21599"/>
                    <a:pt x="10800" y="21599"/>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62" name="AutoShape 143"/>
            <p:cNvSpPr>
              <a:spLocks/>
            </p:cNvSpPr>
            <p:nvPr/>
          </p:nvSpPr>
          <p:spPr bwMode="auto">
            <a:xfrm>
              <a:off x="2677965" y="5259864"/>
              <a:ext cx="45678" cy="1188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899" y="0"/>
                  </a:moveTo>
                  <a:lnTo>
                    <a:pt x="2699" y="0"/>
                  </a:lnTo>
                  <a:cubicBezTo>
                    <a:pt x="1210" y="0"/>
                    <a:pt x="0" y="4841"/>
                    <a:pt x="0" y="10800"/>
                  </a:cubicBezTo>
                  <a:cubicBezTo>
                    <a:pt x="0" y="16758"/>
                    <a:pt x="1210" y="21599"/>
                    <a:pt x="2699" y="21599"/>
                  </a:cubicBezTo>
                  <a:lnTo>
                    <a:pt x="18899" y="21599"/>
                  </a:lnTo>
                  <a:cubicBezTo>
                    <a:pt x="20389" y="21599"/>
                    <a:pt x="21600" y="16758"/>
                    <a:pt x="21600" y="10800"/>
                  </a:cubicBezTo>
                  <a:cubicBezTo>
                    <a:pt x="21600" y="4841"/>
                    <a:pt x="20389" y="0"/>
                    <a:pt x="18899" y="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63" name="AutoShape 144"/>
            <p:cNvSpPr>
              <a:spLocks/>
            </p:cNvSpPr>
            <p:nvPr/>
          </p:nvSpPr>
          <p:spPr bwMode="auto">
            <a:xfrm>
              <a:off x="2689228" y="5225449"/>
              <a:ext cx="46304" cy="1188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899" y="0"/>
                  </a:moveTo>
                  <a:lnTo>
                    <a:pt x="2699" y="0"/>
                  </a:lnTo>
                  <a:cubicBezTo>
                    <a:pt x="1210" y="0"/>
                    <a:pt x="0" y="4841"/>
                    <a:pt x="0" y="10800"/>
                  </a:cubicBezTo>
                  <a:cubicBezTo>
                    <a:pt x="0" y="16758"/>
                    <a:pt x="1210" y="21599"/>
                    <a:pt x="2699" y="21599"/>
                  </a:cubicBezTo>
                  <a:lnTo>
                    <a:pt x="18899" y="21599"/>
                  </a:lnTo>
                  <a:cubicBezTo>
                    <a:pt x="20389" y="21599"/>
                    <a:pt x="21600" y="16758"/>
                    <a:pt x="21600" y="10800"/>
                  </a:cubicBezTo>
                  <a:cubicBezTo>
                    <a:pt x="21600" y="4841"/>
                    <a:pt x="20389" y="0"/>
                    <a:pt x="18899" y="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64" name="AutoShape 145"/>
            <p:cNvSpPr>
              <a:spLocks/>
            </p:cNvSpPr>
            <p:nvPr/>
          </p:nvSpPr>
          <p:spPr bwMode="auto">
            <a:xfrm>
              <a:off x="2689228" y="5191660"/>
              <a:ext cx="46304" cy="112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899" y="0"/>
                  </a:moveTo>
                  <a:lnTo>
                    <a:pt x="2699" y="0"/>
                  </a:lnTo>
                  <a:cubicBezTo>
                    <a:pt x="1210" y="0"/>
                    <a:pt x="0" y="4841"/>
                    <a:pt x="0" y="10800"/>
                  </a:cubicBezTo>
                  <a:cubicBezTo>
                    <a:pt x="0" y="16758"/>
                    <a:pt x="1210" y="21599"/>
                    <a:pt x="2699" y="21599"/>
                  </a:cubicBezTo>
                  <a:lnTo>
                    <a:pt x="18899" y="21599"/>
                  </a:lnTo>
                  <a:cubicBezTo>
                    <a:pt x="20389" y="21599"/>
                    <a:pt x="21600" y="16758"/>
                    <a:pt x="21600" y="10800"/>
                  </a:cubicBezTo>
                  <a:cubicBezTo>
                    <a:pt x="21600" y="4841"/>
                    <a:pt x="20389" y="0"/>
                    <a:pt x="18899" y="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65" name="AutoShape 146"/>
            <p:cNvSpPr>
              <a:spLocks/>
            </p:cNvSpPr>
            <p:nvPr/>
          </p:nvSpPr>
          <p:spPr bwMode="auto">
            <a:xfrm>
              <a:off x="2495253" y="5145356"/>
              <a:ext cx="68204" cy="48181"/>
            </a:xfrm>
            <a:custGeom>
              <a:avLst/>
              <a:gdLst>
                <a:gd name="T0" fmla="+- 0 10822 44"/>
                <a:gd name="T1" fmla="*/ T0 w 21556"/>
                <a:gd name="T2" fmla="+- 0 10826 53"/>
                <a:gd name="T3" fmla="*/ 10826 h 21547"/>
                <a:gd name="T4" fmla="+- 0 10822 44"/>
                <a:gd name="T5" fmla="*/ T4 w 21556"/>
                <a:gd name="T6" fmla="+- 0 10826 53"/>
                <a:gd name="T7" fmla="*/ 10826 h 21547"/>
                <a:gd name="T8" fmla="+- 0 10822 44"/>
                <a:gd name="T9" fmla="*/ T8 w 21556"/>
                <a:gd name="T10" fmla="+- 0 10826 53"/>
                <a:gd name="T11" fmla="*/ 10826 h 21547"/>
                <a:gd name="T12" fmla="+- 0 10822 44"/>
                <a:gd name="T13" fmla="*/ T12 w 21556"/>
                <a:gd name="T14" fmla="+- 0 10826 53"/>
                <a:gd name="T15" fmla="*/ 10826 h 21547"/>
              </a:gdLst>
              <a:ahLst/>
              <a:cxnLst>
                <a:cxn ang="0">
                  <a:pos x="T1" y="T3"/>
                </a:cxn>
                <a:cxn ang="0">
                  <a:pos x="T5" y="T7"/>
                </a:cxn>
                <a:cxn ang="0">
                  <a:pos x="T9" y="T11"/>
                </a:cxn>
                <a:cxn ang="0">
                  <a:pos x="T13" y="T15"/>
                </a:cxn>
              </a:cxnLst>
              <a:rect l="0" t="0" r="r" b="b"/>
              <a:pathLst>
                <a:path w="21556" h="21547">
                  <a:moveTo>
                    <a:pt x="19751" y="2"/>
                  </a:moveTo>
                  <a:lnTo>
                    <a:pt x="3200" y="1845"/>
                  </a:lnTo>
                  <a:cubicBezTo>
                    <a:pt x="2215" y="2010"/>
                    <a:pt x="1272" y="3284"/>
                    <a:pt x="1106" y="4676"/>
                  </a:cubicBezTo>
                  <a:lnTo>
                    <a:pt x="1" y="18986"/>
                  </a:lnTo>
                  <a:cubicBezTo>
                    <a:pt x="-44" y="20398"/>
                    <a:pt x="724" y="21547"/>
                    <a:pt x="1712" y="21547"/>
                  </a:cubicBezTo>
                  <a:cubicBezTo>
                    <a:pt x="2698" y="21547"/>
                    <a:pt x="3542" y="20398"/>
                    <a:pt x="3582" y="18978"/>
                  </a:cubicBezTo>
                  <a:lnTo>
                    <a:pt x="4185" y="9251"/>
                  </a:lnTo>
                  <a:cubicBezTo>
                    <a:pt x="4319" y="7849"/>
                    <a:pt x="5235" y="6592"/>
                    <a:pt x="6220" y="6447"/>
                  </a:cubicBezTo>
                  <a:lnTo>
                    <a:pt x="19751" y="5128"/>
                  </a:lnTo>
                  <a:cubicBezTo>
                    <a:pt x="20743" y="5078"/>
                    <a:pt x="21556" y="3884"/>
                    <a:pt x="21556" y="2467"/>
                  </a:cubicBezTo>
                  <a:cubicBezTo>
                    <a:pt x="21556" y="1055"/>
                    <a:pt x="20743" y="-53"/>
                    <a:pt x="19751" y="2"/>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nvGrpSpPr>
          <p:cNvPr id="266" name="组合 265"/>
          <p:cNvGrpSpPr/>
          <p:nvPr/>
        </p:nvGrpSpPr>
        <p:grpSpPr>
          <a:xfrm>
            <a:off x="578435" y="4704634"/>
            <a:ext cx="366051" cy="320998"/>
            <a:chOff x="1671171" y="5030848"/>
            <a:chExt cx="366051" cy="320998"/>
          </a:xfrm>
        </p:grpSpPr>
        <p:sp>
          <p:nvSpPr>
            <p:cNvPr id="267" name="AutoShape 147"/>
            <p:cNvSpPr>
              <a:spLocks/>
            </p:cNvSpPr>
            <p:nvPr/>
          </p:nvSpPr>
          <p:spPr bwMode="auto">
            <a:xfrm>
              <a:off x="1671171" y="5030848"/>
              <a:ext cx="366051" cy="320998"/>
            </a:xfrm>
            <a:custGeom>
              <a:avLst/>
              <a:gdLst>
                <a:gd name="T0" fmla="+- 0 10800 597"/>
                <a:gd name="T1" fmla="*/ T0 w 20407"/>
                <a:gd name="T2" fmla="+- 0 11028 672"/>
                <a:gd name="T3" fmla="*/ 11028 h 20712"/>
                <a:gd name="T4" fmla="+- 0 10800 597"/>
                <a:gd name="T5" fmla="*/ T4 w 20407"/>
                <a:gd name="T6" fmla="+- 0 11028 672"/>
                <a:gd name="T7" fmla="*/ 11028 h 20712"/>
                <a:gd name="T8" fmla="+- 0 10800 597"/>
                <a:gd name="T9" fmla="*/ T8 w 20407"/>
                <a:gd name="T10" fmla="+- 0 11028 672"/>
                <a:gd name="T11" fmla="*/ 11028 h 20712"/>
                <a:gd name="T12" fmla="+- 0 10800 597"/>
                <a:gd name="T13" fmla="*/ T12 w 20407"/>
                <a:gd name="T14" fmla="+- 0 11028 672"/>
                <a:gd name="T15" fmla="*/ 11028 h 20712"/>
              </a:gdLst>
              <a:ahLst/>
              <a:cxnLst>
                <a:cxn ang="0">
                  <a:pos x="T1" y="T3"/>
                </a:cxn>
                <a:cxn ang="0">
                  <a:pos x="T5" y="T7"/>
                </a:cxn>
                <a:cxn ang="0">
                  <a:pos x="T9" y="T11"/>
                </a:cxn>
                <a:cxn ang="0">
                  <a:pos x="T13" y="T15"/>
                </a:cxn>
              </a:cxnLst>
              <a:rect l="0" t="0" r="r" b="b"/>
              <a:pathLst>
                <a:path w="20407" h="20712">
                  <a:moveTo>
                    <a:pt x="17706" y="10922"/>
                  </a:moveTo>
                  <a:lnTo>
                    <a:pt x="10657" y="19017"/>
                  </a:lnTo>
                  <a:cubicBezTo>
                    <a:pt x="10407" y="19305"/>
                    <a:pt x="9998" y="19305"/>
                    <a:pt x="9748" y="19017"/>
                  </a:cubicBezTo>
                  <a:lnTo>
                    <a:pt x="2699" y="10922"/>
                  </a:lnTo>
                  <a:cubicBezTo>
                    <a:pt x="817" y="8762"/>
                    <a:pt x="817" y="5247"/>
                    <a:pt x="2699" y="3087"/>
                  </a:cubicBezTo>
                  <a:cubicBezTo>
                    <a:pt x="4512" y="1004"/>
                    <a:pt x="7429" y="931"/>
                    <a:pt x="9338" y="2923"/>
                  </a:cubicBezTo>
                  <a:lnTo>
                    <a:pt x="10202" y="3825"/>
                  </a:lnTo>
                  <a:lnTo>
                    <a:pt x="11067" y="2923"/>
                  </a:lnTo>
                  <a:cubicBezTo>
                    <a:pt x="12976" y="931"/>
                    <a:pt x="15893" y="1004"/>
                    <a:pt x="17706" y="3087"/>
                  </a:cubicBezTo>
                  <a:cubicBezTo>
                    <a:pt x="19588" y="5247"/>
                    <a:pt x="19588" y="8762"/>
                    <a:pt x="17706" y="10922"/>
                  </a:cubicBezTo>
                  <a:moveTo>
                    <a:pt x="18616" y="2043"/>
                  </a:moveTo>
                  <a:cubicBezTo>
                    <a:pt x="16301" y="-617"/>
                    <a:pt x="12601" y="-672"/>
                    <a:pt x="10202" y="1830"/>
                  </a:cubicBezTo>
                  <a:cubicBezTo>
                    <a:pt x="7805" y="-672"/>
                    <a:pt x="4104" y="-617"/>
                    <a:pt x="1789" y="2043"/>
                  </a:cubicBezTo>
                  <a:cubicBezTo>
                    <a:pt x="-597" y="4783"/>
                    <a:pt x="-597" y="9226"/>
                    <a:pt x="1789" y="11967"/>
                  </a:cubicBezTo>
                  <a:cubicBezTo>
                    <a:pt x="2470" y="12750"/>
                    <a:pt x="8838" y="20061"/>
                    <a:pt x="8838" y="20061"/>
                  </a:cubicBezTo>
                  <a:cubicBezTo>
                    <a:pt x="9592" y="20928"/>
                    <a:pt x="10812" y="20928"/>
                    <a:pt x="11567" y="20061"/>
                  </a:cubicBezTo>
                  <a:cubicBezTo>
                    <a:pt x="11567" y="20061"/>
                    <a:pt x="18539" y="12056"/>
                    <a:pt x="18616" y="11967"/>
                  </a:cubicBezTo>
                  <a:cubicBezTo>
                    <a:pt x="21003" y="9226"/>
                    <a:pt x="21003" y="4783"/>
                    <a:pt x="18616" y="2043"/>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68" name="AutoShape 148"/>
            <p:cNvSpPr>
              <a:spLocks/>
            </p:cNvSpPr>
            <p:nvPr/>
          </p:nvSpPr>
          <p:spPr bwMode="auto">
            <a:xfrm>
              <a:off x="1728111" y="5088415"/>
              <a:ext cx="54438" cy="544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326" y="0"/>
                  </a:moveTo>
                  <a:cubicBezTo>
                    <a:pt x="19317" y="0"/>
                    <a:pt x="19317" y="4"/>
                    <a:pt x="19308" y="4"/>
                  </a:cubicBezTo>
                  <a:cubicBezTo>
                    <a:pt x="8643" y="13"/>
                    <a:pt x="0" y="8659"/>
                    <a:pt x="0" y="19326"/>
                  </a:cubicBezTo>
                  <a:cubicBezTo>
                    <a:pt x="0" y="20580"/>
                    <a:pt x="1019" y="21600"/>
                    <a:pt x="2273" y="21600"/>
                  </a:cubicBezTo>
                  <a:cubicBezTo>
                    <a:pt x="3528" y="21600"/>
                    <a:pt x="4547" y="20580"/>
                    <a:pt x="4547" y="19326"/>
                  </a:cubicBezTo>
                  <a:lnTo>
                    <a:pt x="4547" y="19321"/>
                  </a:lnTo>
                  <a:cubicBezTo>
                    <a:pt x="4547" y="11164"/>
                    <a:pt x="11164" y="4547"/>
                    <a:pt x="19321" y="4547"/>
                  </a:cubicBezTo>
                  <a:lnTo>
                    <a:pt x="19326" y="4547"/>
                  </a:lnTo>
                  <a:cubicBezTo>
                    <a:pt x="20580" y="4547"/>
                    <a:pt x="21599" y="3528"/>
                    <a:pt x="21599" y="2273"/>
                  </a:cubicBezTo>
                  <a:cubicBezTo>
                    <a:pt x="21599" y="1019"/>
                    <a:pt x="20580" y="0"/>
                    <a:pt x="19326" y="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sp>
        <p:nvSpPr>
          <p:cNvPr id="269" name="AutoShape 149"/>
          <p:cNvSpPr>
            <a:spLocks/>
          </p:cNvSpPr>
          <p:nvPr/>
        </p:nvSpPr>
        <p:spPr bwMode="auto">
          <a:xfrm>
            <a:off x="106690" y="4733418"/>
            <a:ext cx="366051" cy="26343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537" y="19720"/>
                </a:moveTo>
                <a:lnTo>
                  <a:pt x="16537" y="19721"/>
                </a:lnTo>
                <a:lnTo>
                  <a:pt x="4387" y="19721"/>
                </a:lnTo>
                <a:cubicBezTo>
                  <a:pt x="2713" y="19720"/>
                  <a:pt x="1350" y="17824"/>
                  <a:pt x="1350" y="15494"/>
                </a:cubicBezTo>
                <a:cubicBezTo>
                  <a:pt x="1350" y="13992"/>
                  <a:pt x="1918" y="12635"/>
                  <a:pt x="2871" y="11862"/>
                </a:cubicBezTo>
                <a:cubicBezTo>
                  <a:pt x="3797" y="11123"/>
                  <a:pt x="3860" y="10975"/>
                  <a:pt x="3472" y="9647"/>
                </a:cubicBezTo>
                <a:cubicBezTo>
                  <a:pt x="3406" y="9374"/>
                  <a:pt x="3375" y="9136"/>
                  <a:pt x="3375" y="8921"/>
                </a:cubicBezTo>
                <a:cubicBezTo>
                  <a:pt x="3375" y="7626"/>
                  <a:pt x="4131" y="6573"/>
                  <a:pt x="5062" y="6573"/>
                </a:cubicBezTo>
                <a:cubicBezTo>
                  <a:pt x="5062" y="6573"/>
                  <a:pt x="5505" y="6529"/>
                  <a:pt x="5976" y="6789"/>
                </a:cubicBezTo>
                <a:cubicBezTo>
                  <a:pt x="6750" y="7219"/>
                  <a:pt x="6834" y="6808"/>
                  <a:pt x="7200" y="5701"/>
                </a:cubicBezTo>
                <a:cubicBezTo>
                  <a:pt x="7974" y="3380"/>
                  <a:pt x="9652" y="1878"/>
                  <a:pt x="11475" y="1878"/>
                </a:cubicBezTo>
                <a:cubicBezTo>
                  <a:pt x="13905" y="1878"/>
                  <a:pt x="15914" y="4435"/>
                  <a:pt x="16148" y="7826"/>
                </a:cubicBezTo>
                <a:cubicBezTo>
                  <a:pt x="16231" y="9171"/>
                  <a:pt x="16231" y="9171"/>
                  <a:pt x="17239" y="9491"/>
                </a:cubicBezTo>
                <a:cubicBezTo>
                  <a:pt x="18984" y="9955"/>
                  <a:pt x="20250" y="12085"/>
                  <a:pt x="20250" y="14555"/>
                </a:cubicBezTo>
                <a:cubicBezTo>
                  <a:pt x="20250" y="17404"/>
                  <a:pt x="18585" y="19720"/>
                  <a:pt x="16537" y="19720"/>
                </a:cubicBezTo>
                <a:moveTo>
                  <a:pt x="17492" y="7647"/>
                </a:moveTo>
                <a:cubicBezTo>
                  <a:pt x="17196" y="3362"/>
                  <a:pt x="14632" y="0"/>
                  <a:pt x="11475" y="0"/>
                </a:cubicBezTo>
                <a:cubicBezTo>
                  <a:pt x="9031" y="0"/>
                  <a:pt x="6939" y="2017"/>
                  <a:pt x="5976" y="4911"/>
                </a:cubicBezTo>
                <a:cubicBezTo>
                  <a:pt x="5685" y="4784"/>
                  <a:pt x="5383" y="4695"/>
                  <a:pt x="5062" y="4695"/>
                </a:cubicBezTo>
                <a:cubicBezTo>
                  <a:pt x="3385" y="4695"/>
                  <a:pt x="2025" y="6589"/>
                  <a:pt x="2025" y="8921"/>
                </a:cubicBezTo>
                <a:cubicBezTo>
                  <a:pt x="2025" y="9385"/>
                  <a:pt x="2092" y="9824"/>
                  <a:pt x="2191" y="10240"/>
                </a:cubicBezTo>
                <a:cubicBezTo>
                  <a:pt x="886" y="11298"/>
                  <a:pt x="0" y="13242"/>
                  <a:pt x="0" y="15494"/>
                </a:cubicBezTo>
                <a:cubicBezTo>
                  <a:pt x="0" y="18866"/>
                  <a:pt x="1964" y="21599"/>
                  <a:pt x="4387" y="21599"/>
                </a:cubicBezTo>
                <a:lnTo>
                  <a:pt x="4387" y="21600"/>
                </a:lnTo>
                <a:lnTo>
                  <a:pt x="16537" y="21600"/>
                </a:lnTo>
                <a:lnTo>
                  <a:pt x="16537" y="21599"/>
                </a:lnTo>
                <a:cubicBezTo>
                  <a:pt x="19334" y="21599"/>
                  <a:pt x="21599" y="18446"/>
                  <a:pt x="21599" y="14555"/>
                </a:cubicBezTo>
                <a:cubicBezTo>
                  <a:pt x="21599" y="11120"/>
                  <a:pt x="19831" y="8269"/>
                  <a:pt x="17492" y="7647"/>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70" name="Freeform 19"/>
          <p:cNvSpPr>
            <a:spLocks noEditPoints="1"/>
          </p:cNvSpPr>
          <p:nvPr/>
        </p:nvSpPr>
        <p:spPr bwMode="auto">
          <a:xfrm>
            <a:off x="9623524" y="4709687"/>
            <a:ext cx="386472" cy="310892"/>
          </a:xfrm>
          <a:custGeom>
            <a:avLst/>
            <a:gdLst>
              <a:gd name="T0" fmla="*/ 393 w 400"/>
              <a:gd name="T1" fmla="*/ 61 h 322"/>
              <a:gd name="T2" fmla="*/ 300 w 400"/>
              <a:gd name="T3" fmla="*/ 3 h 322"/>
              <a:gd name="T4" fmla="*/ 286 w 400"/>
              <a:gd name="T5" fmla="*/ 3 h 322"/>
              <a:gd name="T6" fmla="*/ 200 w 400"/>
              <a:gd name="T7" fmla="*/ 57 h 322"/>
              <a:gd name="T8" fmla="*/ 113 w 400"/>
              <a:gd name="T9" fmla="*/ 3 h 322"/>
              <a:gd name="T10" fmla="*/ 100 w 400"/>
              <a:gd name="T11" fmla="*/ 3 h 322"/>
              <a:gd name="T12" fmla="*/ 6 w 400"/>
              <a:gd name="T13" fmla="*/ 61 h 322"/>
              <a:gd name="T14" fmla="*/ 0 w 400"/>
              <a:gd name="T15" fmla="*/ 73 h 322"/>
              <a:gd name="T16" fmla="*/ 0 w 400"/>
              <a:gd name="T17" fmla="*/ 307 h 322"/>
              <a:gd name="T18" fmla="*/ 6 w 400"/>
              <a:gd name="T19" fmla="*/ 319 h 322"/>
              <a:gd name="T20" fmla="*/ 20 w 400"/>
              <a:gd name="T21" fmla="*/ 319 h 322"/>
              <a:gd name="T22" fmla="*/ 106 w 400"/>
              <a:gd name="T23" fmla="*/ 265 h 322"/>
              <a:gd name="T24" fmla="*/ 193 w 400"/>
              <a:gd name="T25" fmla="*/ 319 h 322"/>
              <a:gd name="T26" fmla="*/ 207 w 400"/>
              <a:gd name="T27" fmla="*/ 319 h 322"/>
              <a:gd name="T28" fmla="*/ 293 w 400"/>
              <a:gd name="T29" fmla="*/ 265 h 322"/>
              <a:gd name="T30" fmla="*/ 380 w 400"/>
              <a:gd name="T31" fmla="*/ 319 h 322"/>
              <a:gd name="T32" fmla="*/ 387 w 400"/>
              <a:gd name="T33" fmla="*/ 321 h 322"/>
              <a:gd name="T34" fmla="*/ 393 w 400"/>
              <a:gd name="T35" fmla="*/ 319 h 322"/>
              <a:gd name="T36" fmla="*/ 400 w 400"/>
              <a:gd name="T37" fmla="*/ 307 h 322"/>
              <a:gd name="T38" fmla="*/ 400 w 400"/>
              <a:gd name="T39" fmla="*/ 73 h 322"/>
              <a:gd name="T40" fmla="*/ 393 w 400"/>
              <a:gd name="T41" fmla="*/ 61 h 322"/>
              <a:gd name="T42" fmla="*/ 93 w 400"/>
              <a:gd name="T43" fmla="*/ 241 h 322"/>
              <a:gd name="T44" fmla="*/ 26 w 400"/>
              <a:gd name="T45" fmla="*/ 283 h 322"/>
              <a:gd name="T46" fmla="*/ 26 w 400"/>
              <a:gd name="T47" fmla="*/ 81 h 322"/>
              <a:gd name="T48" fmla="*/ 93 w 400"/>
              <a:gd name="T49" fmla="*/ 39 h 322"/>
              <a:gd name="T50" fmla="*/ 93 w 400"/>
              <a:gd name="T51" fmla="*/ 241 h 322"/>
              <a:gd name="T52" fmla="*/ 187 w 400"/>
              <a:gd name="T53" fmla="*/ 283 h 322"/>
              <a:gd name="T54" fmla="*/ 119 w 400"/>
              <a:gd name="T55" fmla="*/ 241 h 322"/>
              <a:gd name="T56" fmla="*/ 119 w 400"/>
              <a:gd name="T57" fmla="*/ 39 h 322"/>
              <a:gd name="T58" fmla="*/ 187 w 400"/>
              <a:gd name="T59" fmla="*/ 81 h 322"/>
              <a:gd name="T60" fmla="*/ 187 w 400"/>
              <a:gd name="T61" fmla="*/ 283 h 322"/>
              <a:gd name="T62" fmla="*/ 280 w 400"/>
              <a:gd name="T63" fmla="*/ 241 h 322"/>
              <a:gd name="T64" fmla="*/ 213 w 400"/>
              <a:gd name="T65" fmla="*/ 283 h 322"/>
              <a:gd name="T66" fmla="*/ 213 w 400"/>
              <a:gd name="T67" fmla="*/ 81 h 322"/>
              <a:gd name="T68" fmla="*/ 280 w 400"/>
              <a:gd name="T69" fmla="*/ 39 h 322"/>
              <a:gd name="T70" fmla="*/ 280 w 400"/>
              <a:gd name="T71" fmla="*/ 241 h 322"/>
              <a:gd name="T72" fmla="*/ 374 w 400"/>
              <a:gd name="T73" fmla="*/ 283 h 322"/>
              <a:gd name="T74" fmla="*/ 306 w 400"/>
              <a:gd name="T75" fmla="*/ 241 h 322"/>
              <a:gd name="T76" fmla="*/ 306 w 400"/>
              <a:gd name="T77" fmla="*/ 39 h 322"/>
              <a:gd name="T78" fmla="*/ 374 w 400"/>
              <a:gd name="T79" fmla="*/ 81 h 322"/>
              <a:gd name="T80" fmla="*/ 374 w 400"/>
              <a:gd name="T81" fmla="*/ 283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00" h="322">
                <a:moveTo>
                  <a:pt x="393" y="61"/>
                </a:moveTo>
                <a:cubicBezTo>
                  <a:pt x="300" y="3"/>
                  <a:pt x="300" y="3"/>
                  <a:pt x="300" y="3"/>
                </a:cubicBezTo>
                <a:cubicBezTo>
                  <a:pt x="296" y="0"/>
                  <a:pt x="291" y="0"/>
                  <a:pt x="286" y="3"/>
                </a:cubicBezTo>
                <a:cubicBezTo>
                  <a:pt x="200" y="57"/>
                  <a:pt x="200" y="57"/>
                  <a:pt x="200" y="57"/>
                </a:cubicBezTo>
                <a:cubicBezTo>
                  <a:pt x="113" y="3"/>
                  <a:pt x="113" y="3"/>
                  <a:pt x="113" y="3"/>
                </a:cubicBezTo>
                <a:cubicBezTo>
                  <a:pt x="109" y="0"/>
                  <a:pt x="104" y="0"/>
                  <a:pt x="100" y="3"/>
                </a:cubicBezTo>
                <a:cubicBezTo>
                  <a:pt x="6" y="61"/>
                  <a:pt x="6" y="61"/>
                  <a:pt x="6" y="61"/>
                </a:cubicBezTo>
                <a:cubicBezTo>
                  <a:pt x="2" y="64"/>
                  <a:pt x="0" y="68"/>
                  <a:pt x="0" y="73"/>
                </a:cubicBezTo>
                <a:cubicBezTo>
                  <a:pt x="0" y="307"/>
                  <a:pt x="0" y="307"/>
                  <a:pt x="0" y="307"/>
                </a:cubicBezTo>
                <a:cubicBezTo>
                  <a:pt x="0" y="312"/>
                  <a:pt x="2" y="317"/>
                  <a:pt x="6" y="319"/>
                </a:cubicBezTo>
                <a:cubicBezTo>
                  <a:pt x="11" y="322"/>
                  <a:pt x="16" y="321"/>
                  <a:pt x="20" y="319"/>
                </a:cubicBezTo>
                <a:cubicBezTo>
                  <a:pt x="106" y="265"/>
                  <a:pt x="106" y="265"/>
                  <a:pt x="106" y="265"/>
                </a:cubicBezTo>
                <a:cubicBezTo>
                  <a:pt x="193" y="319"/>
                  <a:pt x="193" y="319"/>
                  <a:pt x="193" y="319"/>
                </a:cubicBezTo>
                <a:cubicBezTo>
                  <a:pt x="197" y="322"/>
                  <a:pt x="202" y="322"/>
                  <a:pt x="207" y="319"/>
                </a:cubicBezTo>
                <a:cubicBezTo>
                  <a:pt x="293" y="265"/>
                  <a:pt x="293" y="265"/>
                  <a:pt x="293" y="265"/>
                </a:cubicBezTo>
                <a:cubicBezTo>
                  <a:pt x="380" y="319"/>
                  <a:pt x="380" y="319"/>
                  <a:pt x="380" y="319"/>
                </a:cubicBezTo>
                <a:cubicBezTo>
                  <a:pt x="382" y="320"/>
                  <a:pt x="384" y="321"/>
                  <a:pt x="387" y="321"/>
                </a:cubicBezTo>
                <a:cubicBezTo>
                  <a:pt x="389" y="321"/>
                  <a:pt x="391" y="320"/>
                  <a:pt x="393" y="319"/>
                </a:cubicBezTo>
                <a:cubicBezTo>
                  <a:pt x="397" y="317"/>
                  <a:pt x="400" y="312"/>
                  <a:pt x="400" y="307"/>
                </a:cubicBezTo>
                <a:cubicBezTo>
                  <a:pt x="400" y="73"/>
                  <a:pt x="400" y="73"/>
                  <a:pt x="400" y="73"/>
                </a:cubicBezTo>
                <a:cubicBezTo>
                  <a:pt x="400" y="68"/>
                  <a:pt x="397" y="64"/>
                  <a:pt x="393" y="61"/>
                </a:cubicBezTo>
                <a:close/>
                <a:moveTo>
                  <a:pt x="93" y="241"/>
                </a:moveTo>
                <a:cubicBezTo>
                  <a:pt x="26" y="283"/>
                  <a:pt x="26" y="283"/>
                  <a:pt x="26" y="283"/>
                </a:cubicBezTo>
                <a:cubicBezTo>
                  <a:pt x="26" y="81"/>
                  <a:pt x="26" y="81"/>
                  <a:pt x="26" y="81"/>
                </a:cubicBezTo>
                <a:cubicBezTo>
                  <a:pt x="93" y="39"/>
                  <a:pt x="93" y="39"/>
                  <a:pt x="93" y="39"/>
                </a:cubicBezTo>
                <a:lnTo>
                  <a:pt x="93" y="241"/>
                </a:lnTo>
                <a:close/>
                <a:moveTo>
                  <a:pt x="187" y="283"/>
                </a:moveTo>
                <a:cubicBezTo>
                  <a:pt x="119" y="241"/>
                  <a:pt x="119" y="241"/>
                  <a:pt x="119" y="241"/>
                </a:cubicBezTo>
                <a:cubicBezTo>
                  <a:pt x="119" y="39"/>
                  <a:pt x="119" y="39"/>
                  <a:pt x="119" y="39"/>
                </a:cubicBezTo>
                <a:cubicBezTo>
                  <a:pt x="187" y="81"/>
                  <a:pt x="187" y="81"/>
                  <a:pt x="187" y="81"/>
                </a:cubicBezTo>
                <a:lnTo>
                  <a:pt x="187" y="283"/>
                </a:lnTo>
                <a:close/>
                <a:moveTo>
                  <a:pt x="280" y="241"/>
                </a:moveTo>
                <a:cubicBezTo>
                  <a:pt x="213" y="283"/>
                  <a:pt x="213" y="283"/>
                  <a:pt x="213" y="283"/>
                </a:cubicBezTo>
                <a:cubicBezTo>
                  <a:pt x="213" y="81"/>
                  <a:pt x="213" y="81"/>
                  <a:pt x="213" y="81"/>
                </a:cubicBezTo>
                <a:cubicBezTo>
                  <a:pt x="280" y="39"/>
                  <a:pt x="280" y="39"/>
                  <a:pt x="280" y="39"/>
                </a:cubicBezTo>
                <a:lnTo>
                  <a:pt x="280" y="241"/>
                </a:lnTo>
                <a:close/>
                <a:moveTo>
                  <a:pt x="374" y="283"/>
                </a:moveTo>
                <a:cubicBezTo>
                  <a:pt x="306" y="241"/>
                  <a:pt x="306" y="241"/>
                  <a:pt x="306" y="241"/>
                </a:cubicBezTo>
                <a:cubicBezTo>
                  <a:pt x="306" y="39"/>
                  <a:pt x="306" y="39"/>
                  <a:pt x="306" y="39"/>
                </a:cubicBezTo>
                <a:cubicBezTo>
                  <a:pt x="374" y="81"/>
                  <a:pt x="374" y="81"/>
                  <a:pt x="374" y="81"/>
                </a:cubicBezTo>
                <a:lnTo>
                  <a:pt x="374" y="283"/>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271" name="Freeform 11"/>
          <p:cNvSpPr>
            <a:spLocks noEditPoints="1"/>
          </p:cNvSpPr>
          <p:nvPr/>
        </p:nvSpPr>
        <p:spPr bwMode="auto">
          <a:xfrm>
            <a:off x="9141769" y="5226607"/>
            <a:ext cx="356528" cy="358404"/>
          </a:xfrm>
          <a:custGeom>
            <a:avLst/>
            <a:gdLst>
              <a:gd name="T0" fmla="*/ 381 w 402"/>
              <a:gd name="T1" fmla="*/ 10 h 404"/>
              <a:gd name="T2" fmla="*/ 365 w 402"/>
              <a:gd name="T3" fmla="*/ 3 h 404"/>
              <a:gd name="T4" fmla="*/ 358 w 402"/>
              <a:gd name="T5" fmla="*/ 18 h 404"/>
              <a:gd name="T6" fmla="*/ 312 w 402"/>
              <a:gd name="T7" fmla="*/ 133 h 404"/>
              <a:gd name="T8" fmla="*/ 301 w 402"/>
              <a:gd name="T9" fmla="*/ 116 h 404"/>
              <a:gd name="T10" fmla="*/ 282 w 402"/>
              <a:gd name="T11" fmla="*/ 106 h 404"/>
              <a:gd name="T12" fmla="*/ 219 w 402"/>
              <a:gd name="T13" fmla="*/ 107 h 404"/>
              <a:gd name="T14" fmla="*/ 197 w 402"/>
              <a:gd name="T15" fmla="*/ 113 h 404"/>
              <a:gd name="T16" fmla="*/ 11 w 402"/>
              <a:gd name="T17" fmla="*/ 245 h 404"/>
              <a:gd name="T18" fmla="*/ 6 w 402"/>
              <a:gd name="T19" fmla="*/ 273 h 404"/>
              <a:gd name="T20" fmla="*/ 91 w 402"/>
              <a:gd name="T21" fmla="*/ 395 h 404"/>
              <a:gd name="T22" fmla="*/ 116 w 402"/>
              <a:gd name="T23" fmla="*/ 397 h 404"/>
              <a:gd name="T24" fmla="*/ 302 w 402"/>
              <a:gd name="T25" fmla="*/ 265 h 404"/>
              <a:gd name="T26" fmla="*/ 316 w 402"/>
              <a:gd name="T27" fmla="*/ 247 h 404"/>
              <a:gd name="T28" fmla="*/ 336 w 402"/>
              <a:gd name="T29" fmla="*/ 184 h 404"/>
              <a:gd name="T30" fmla="*/ 333 w 402"/>
              <a:gd name="T31" fmla="*/ 163 h 404"/>
              <a:gd name="T32" fmla="*/ 326 w 402"/>
              <a:gd name="T33" fmla="*/ 153 h 404"/>
              <a:gd name="T34" fmla="*/ 381 w 402"/>
              <a:gd name="T35" fmla="*/ 10 h 404"/>
              <a:gd name="T36" fmla="*/ 294 w 402"/>
              <a:gd name="T37" fmla="*/ 197 h 404"/>
              <a:gd name="T38" fmla="*/ 250 w 402"/>
              <a:gd name="T39" fmla="*/ 189 h 404"/>
              <a:gd name="T40" fmla="*/ 258 w 402"/>
              <a:gd name="T41" fmla="*/ 144 h 404"/>
              <a:gd name="T42" fmla="*/ 295 w 402"/>
              <a:gd name="T43" fmla="*/ 145 h 404"/>
              <a:gd name="T44" fmla="*/ 285 w 402"/>
              <a:gd name="T45" fmla="*/ 150 h 404"/>
              <a:gd name="T46" fmla="*/ 279 w 402"/>
              <a:gd name="T47" fmla="*/ 166 h 404"/>
              <a:gd name="T48" fmla="*/ 290 w 402"/>
              <a:gd name="T49" fmla="*/ 173 h 404"/>
              <a:gd name="T50" fmla="*/ 295 w 402"/>
              <a:gd name="T51" fmla="*/ 172 h 404"/>
              <a:gd name="T52" fmla="*/ 307 w 402"/>
              <a:gd name="T53" fmla="*/ 165 h 404"/>
              <a:gd name="T54" fmla="*/ 294 w 402"/>
              <a:gd name="T55" fmla="*/ 197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2" h="404">
                <a:moveTo>
                  <a:pt x="381" y="10"/>
                </a:moveTo>
                <a:cubicBezTo>
                  <a:pt x="378" y="4"/>
                  <a:pt x="372" y="0"/>
                  <a:pt x="365" y="3"/>
                </a:cubicBezTo>
                <a:cubicBezTo>
                  <a:pt x="359" y="5"/>
                  <a:pt x="356" y="12"/>
                  <a:pt x="358" y="18"/>
                </a:cubicBezTo>
                <a:cubicBezTo>
                  <a:pt x="376" y="71"/>
                  <a:pt x="340" y="111"/>
                  <a:pt x="312" y="133"/>
                </a:cubicBezTo>
                <a:cubicBezTo>
                  <a:pt x="301" y="116"/>
                  <a:pt x="301" y="116"/>
                  <a:pt x="301" y="116"/>
                </a:cubicBezTo>
                <a:cubicBezTo>
                  <a:pt x="297" y="111"/>
                  <a:pt x="289" y="106"/>
                  <a:pt x="282" y="106"/>
                </a:cubicBezTo>
                <a:cubicBezTo>
                  <a:pt x="219" y="107"/>
                  <a:pt x="219" y="107"/>
                  <a:pt x="219" y="107"/>
                </a:cubicBezTo>
                <a:cubicBezTo>
                  <a:pt x="212" y="106"/>
                  <a:pt x="203" y="109"/>
                  <a:pt x="197" y="113"/>
                </a:cubicBezTo>
                <a:cubicBezTo>
                  <a:pt x="11" y="245"/>
                  <a:pt x="11" y="245"/>
                  <a:pt x="11" y="245"/>
                </a:cubicBezTo>
                <a:cubicBezTo>
                  <a:pt x="2" y="251"/>
                  <a:pt x="0" y="264"/>
                  <a:pt x="6" y="273"/>
                </a:cubicBezTo>
                <a:cubicBezTo>
                  <a:pt x="91" y="395"/>
                  <a:pt x="91" y="395"/>
                  <a:pt x="91" y="395"/>
                </a:cubicBezTo>
                <a:cubicBezTo>
                  <a:pt x="97" y="404"/>
                  <a:pt x="107" y="403"/>
                  <a:pt x="116" y="397"/>
                </a:cubicBezTo>
                <a:cubicBezTo>
                  <a:pt x="302" y="265"/>
                  <a:pt x="302" y="265"/>
                  <a:pt x="302" y="265"/>
                </a:cubicBezTo>
                <a:cubicBezTo>
                  <a:pt x="308" y="261"/>
                  <a:pt x="314" y="253"/>
                  <a:pt x="316" y="247"/>
                </a:cubicBezTo>
                <a:cubicBezTo>
                  <a:pt x="336" y="184"/>
                  <a:pt x="336" y="184"/>
                  <a:pt x="336" y="184"/>
                </a:cubicBezTo>
                <a:cubicBezTo>
                  <a:pt x="338" y="178"/>
                  <a:pt x="337" y="168"/>
                  <a:pt x="333" y="163"/>
                </a:cubicBezTo>
                <a:cubicBezTo>
                  <a:pt x="326" y="153"/>
                  <a:pt x="326" y="153"/>
                  <a:pt x="326" y="153"/>
                </a:cubicBezTo>
                <a:cubicBezTo>
                  <a:pt x="363" y="124"/>
                  <a:pt x="402" y="73"/>
                  <a:pt x="381" y="10"/>
                </a:cubicBezTo>
                <a:close/>
                <a:moveTo>
                  <a:pt x="294" y="197"/>
                </a:moveTo>
                <a:cubicBezTo>
                  <a:pt x="280" y="207"/>
                  <a:pt x="260" y="204"/>
                  <a:pt x="250" y="189"/>
                </a:cubicBezTo>
                <a:cubicBezTo>
                  <a:pt x="240" y="175"/>
                  <a:pt x="243" y="155"/>
                  <a:pt x="258" y="144"/>
                </a:cubicBezTo>
                <a:cubicBezTo>
                  <a:pt x="269" y="136"/>
                  <a:pt x="284" y="137"/>
                  <a:pt x="295" y="145"/>
                </a:cubicBezTo>
                <a:cubicBezTo>
                  <a:pt x="289" y="148"/>
                  <a:pt x="285" y="150"/>
                  <a:pt x="285" y="150"/>
                </a:cubicBezTo>
                <a:cubicBezTo>
                  <a:pt x="279" y="153"/>
                  <a:pt x="276" y="160"/>
                  <a:pt x="279" y="166"/>
                </a:cubicBezTo>
                <a:cubicBezTo>
                  <a:pt x="281" y="171"/>
                  <a:pt x="285" y="173"/>
                  <a:pt x="290" y="173"/>
                </a:cubicBezTo>
                <a:cubicBezTo>
                  <a:pt x="292" y="173"/>
                  <a:pt x="293" y="173"/>
                  <a:pt x="295" y="172"/>
                </a:cubicBezTo>
                <a:cubicBezTo>
                  <a:pt x="299" y="170"/>
                  <a:pt x="303" y="168"/>
                  <a:pt x="307" y="165"/>
                </a:cubicBezTo>
                <a:cubicBezTo>
                  <a:pt x="309" y="177"/>
                  <a:pt x="304" y="190"/>
                  <a:pt x="294" y="197"/>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272" name="Freeform 21"/>
          <p:cNvSpPr>
            <a:spLocks noEditPoints="1"/>
          </p:cNvSpPr>
          <p:nvPr/>
        </p:nvSpPr>
        <p:spPr bwMode="auto">
          <a:xfrm>
            <a:off x="8659568" y="4670842"/>
            <a:ext cx="387360" cy="388583"/>
          </a:xfrm>
          <a:custGeom>
            <a:avLst/>
            <a:gdLst>
              <a:gd name="T0" fmla="*/ 390 w 403"/>
              <a:gd name="T1" fmla="*/ 150 h 404"/>
              <a:gd name="T2" fmla="*/ 241 w 403"/>
              <a:gd name="T3" fmla="*/ 110 h 404"/>
              <a:gd name="T4" fmla="*/ 215 w 403"/>
              <a:gd name="T5" fmla="*/ 13 h 404"/>
              <a:gd name="T6" fmla="*/ 195 w 403"/>
              <a:gd name="T7" fmla="*/ 2 h 404"/>
              <a:gd name="T8" fmla="*/ 14 w 403"/>
              <a:gd name="T9" fmla="*/ 51 h 404"/>
              <a:gd name="T10" fmla="*/ 2 w 403"/>
              <a:gd name="T11" fmla="*/ 70 h 404"/>
              <a:gd name="T12" fmla="*/ 67 w 403"/>
              <a:gd name="T13" fmla="*/ 311 h 404"/>
              <a:gd name="T14" fmla="*/ 86 w 403"/>
              <a:gd name="T15" fmla="*/ 322 h 404"/>
              <a:gd name="T16" fmla="*/ 159 w 403"/>
              <a:gd name="T17" fmla="*/ 302 h 404"/>
              <a:gd name="T18" fmla="*/ 149 w 403"/>
              <a:gd name="T19" fmla="*/ 339 h 404"/>
              <a:gd name="T20" fmla="*/ 160 w 403"/>
              <a:gd name="T21" fmla="*/ 358 h 404"/>
              <a:gd name="T22" fmla="*/ 322 w 403"/>
              <a:gd name="T23" fmla="*/ 401 h 404"/>
              <a:gd name="T24" fmla="*/ 342 w 403"/>
              <a:gd name="T25" fmla="*/ 391 h 404"/>
              <a:gd name="T26" fmla="*/ 401 w 403"/>
              <a:gd name="T27" fmla="*/ 169 h 404"/>
              <a:gd name="T28" fmla="*/ 390 w 403"/>
              <a:gd name="T29" fmla="*/ 150 h 404"/>
              <a:gd name="T30" fmla="*/ 34 w 403"/>
              <a:gd name="T31" fmla="*/ 75 h 404"/>
              <a:gd name="T32" fmla="*/ 191 w 403"/>
              <a:gd name="T33" fmla="*/ 33 h 404"/>
              <a:gd name="T34" fmla="*/ 249 w 403"/>
              <a:gd name="T35" fmla="*/ 249 h 404"/>
              <a:gd name="T36" fmla="*/ 92 w 403"/>
              <a:gd name="T37" fmla="*/ 291 h 404"/>
              <a:gd name="T38" fmla="*/ 34 w 403"/>
              <a:gd name="T39" fmla="*/ 75 h 404"/>
              <a:gd name="T40" fmla="*/ 315 w 403"/>
              <a:gd name="T41" fmla="*/ 371 h 404"/>
              <a:gd name="T42" fmla="*/ 179 w 403"/>
              <a:gd name="T43" fmla="*/ 334 h 404"/>
              <a:gd name="T44" fmla="*/ 190 w 403"/>
              <a:gd name="T45" fmla="*/ 294 h 404"/>
              <a:gd name="T46" fmla="*/ 268 w 403"/>
              <a:gd name="T47" fmla="*/ 273 h 404"/>
              <a:gd name="T48" fmla="*/ 279 w 403"/>
              <a:gd name="T49" fmla="*/ 254 h 404"/>
              <a:gd name="T50" fmla="*/ 249 w 403"/>
              <a:gd name="T51" fmla="*/ 142 h 404"/>
              <a:gd name="T52" fmla="*/ 368 w 403"/>
              <a:gd name="T53" fmla="*/ 174 h 404"/>
              <a:gd name="T54" fmla="*/ 315 w 403"/>
              <a:gd name="T55" fmla="*/ 371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3" h="404">
                <a:moveTo>
                  <a:pt x="390" y="150"/>
                </a:moveTo>
                <a:cubicBezTo>
                  <a:pt x="241" y="110"/>
                  <a:pt x="241" y="110"/>
                  <a:pt x="241" y="110"/>
                </a:cubicBezTo>
                <a:cubicBezTo>
                  <a:pt x="215" y="13"/>
                  <a:pt x="215" y="13"/>
                  <a:pt x="215" y="13"/>
                </a:cubicBezTo>
                <a:cubicBezTo>
                  <a:pt x="213" y="5"/>
                  <a:pt x="204" y="0"/>
                  <a:pt x="195" y="2"/>
                </a:cubicBezTo>
                <a:cubicBezTo>
                  <a:pt x="14" y="51"/>
                  <a:pt x="14" y="51"/>
                  <a:pt x="14" y="51"/>
                </a:cubicBezTo>
                <a:cubicBezTo>
                  <a:pt x="5" y="53"/>
                  <a:pt x="0" y="62"/>
                  <a:pt x="2" y="70"/>
                </a:cubicBezTo>
                <a:cubicBezTo>
                  <a:pt x="67" y="311"/>
                  <a:pt x="67" y="311"/>
                  <a:pt x="67" y="311"/>
                </a:cubicBezTo>
                <a:cubicBezTo>
                  <a:pt x="69" y="319"/>
                  <a:pt x="78" y="324"/>
                  <a:pt x="86" y="322"/>
                </a:cubicBezTo>
                <a:cubicBezTo>
                  <a:pt x="159" y="302"/>
                  <a:pt x="159" y="302"/>
                  <a:pt x="159" y="302"/>
                </a:cubicBezTo>
                <a:cubicBezTo>
                  <a:pt x="149" y="339"/>
                  <a:pt x="149" y="339"/>
                  <a:pt x="149" y="339"/>
                </a:cubicBezTo>
                <a:cubicBezTo>
                  <a:pt x="147" y="347"/>
                  <a:pt x="152" y="356"/>
                  <a:pt x="160" y="358"/>
                </a:cubicBezTo>
                <a:cubicBezTo>
                  <a:pt x="322" y="401"/>
                  <a:pt x="322" y="401"/>
                  <a:pt x="322" y="401"/>
                </a:cubicBezTo>
                <a:cubicBezTo>
                  <a:pt x="331" y="404"/>
                  <a:pt x="340" y="399"/>
                  <a:pt x="342" y="391"/>
                </a:cubicBezTo>
                <a:cubicBezTo>
                  <a:pt x="401" y="169"/>
                  <a:pt x="401" y="169"/>
                  <a:pt x="401" y="169"/>
                </a:cubicBezTo>
                <a:cubicBezTo>
                  <a:pt x="403" y="161"/>
                  <a:pt x="398" y="152"/>
                  <a:pt x="390" y="150"/>
                </a:cubicBezTo>
                <a:close/>
                <a:moveTo>
                  <a:pt x="34" y="75"/>
                </a:moveTo>
                <a:cubicBezTo>
                  <a:pt x="191" y="33"/>
                  <a:pt x="191" y="33"/>
                  <a:pt x="191" y="33"/>
                </a:cubicBezTo>
                <a:cubicBezTo>
                  <a:pt x="249" y="249"/>
                  <a:pt x="249" y="249"/>
                  <a:pt x="249" y="249"/>
                </a:cubicBezTo>
                <a:cubicBezTo>
                  <a:pt x="92" y="291"/>
                  <a:pt x="92" y="291"/>
                  <a:pt x="92" y="291"/>
                </a:cubicBezTo>
                <a:lnTo>
                  <a:pt x="34" y="75"/>
                </a:lnTo>
                <a:close/>
                <a:moveTo>
                  <a:pt x="315" y="371"/>
                </a:moveTo>
                <a:cubicBezTo>
                  <a:pt x="179" y="334"/>
                  <a:pt x="179" y="334"/>
                  <a:pt x="179" y="334"/>
                </a:cubicBezTo>
                <a:cubicBezTo>
                  <a:pt x="190" y="294"/>
                  <a:pt x="190" y="294"/>
                  <a:pt x="190" y="294"/>
                </a:cubicBezTo>
                <a:cubicBezTo>
                  <a:pt x="268" y="273"/>
                  <a:pt x="268" y="273"/>
                  <a:pt x="268" y="273"/>
                </a:cubicBezTo>
                <a:cubicBezTo>
                  <a:pt x="276" y="271"/>
                  <a:pt x="282" y="262"/>
                  <a:pt x="279" y="254"/>
                </a:cubicBezTo>
                <a:cubicBezTo>
                  <a:pt x="249" y="142"/>
                  <a:pt x="249" y="142"/>
                  <a:pt x="249" y="142"/>
                </a:cubicBezTo>
                <a:cubicBezTo>
                  <a:pt x="368" y="174"/>
                  <a:pt x="368" y="174"/>
                  <a:pt x="368" y="174"/>
                </a:cubicBezTo>
                <a:lnTo>
                  <a:pt x="315" y="371"/>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273" name="Group 159"/>
          <p:cNvGrpSpPr/>
          <p:nvPr/>
        </p:nvGrpSpPr>
        <p:grpSpPr>
          <a:xfrm>
            <a:off x="8666901" y="5785560"/>
            <a:ext cx="438164" cy="345204"/>
            <a:chOff x="1058564" y="1781841"/>
            <a:chExt cx="649993" cy="512092"/>
          </a:xfrm>
          <a:solidFill>
            <a:srgbClr val="707E84"/>
          </a:solidFill>
        </p:grpSpPr>
        <p:sp>
          <p:nvSpPr>
            <p:cNvPr id="274" name="Freeform 31"/>
            <p:cNvSpPr>
              <a:spLocks/>
            </p:cNvSpPr>
            <p:nvPr/>
          </p:nvSpPr>
          <p:spPr bwMode="auto">
            <a:xfrm>
              <a:off x="1058564" y="1823776"/>
              <a:ext cx="457253" cy="470157"/>
            </a:xfrm>
            <a:custGeom>
              <a:avLst/>
              <a:gdLst>
                <a:gd name="T0" fmla="*/ 191 w 240"/>
                <a:gd name="T1" fmla="*/ 0 h 247"/>
                <a:gd name="T2" fmla="*/ 49 w 240"/>
                <a:gd name="T3" fmla="*/ 0 h 247"/>
                <a:gd name="T4" fmla="*/ 0 w 240"/>
                <a:gd name="T5" fmla="*/ 49 h 247"/>
                <a:gd name="T6" fmla="*/ 0 w 240"/>
                <a:gd name="T7" fmla="*/ 129 h 247"/>
                <a:gd name="T8" fmla="*/ 49 w 240"/>
                <a:gd name="T9" fmla="*/ 178 h 247"/>
                <a:gd name="T10" fmla="*/ 57 w 240"/>
                <a:gd name="T11" fmla="*/ 178 h 247"/>
                <a:gd name="T12" fmla="*/ 32 w 240"/>
                <a:gd name="T13" fmla="*/ 245 h 247"/>
                <a:gd name="T14" fmla="*/ 121 w 240"/>
                <a:gd name="T15" fmla="*/ 178 h 247"/>
                <a:gd name="T16" fmla="*/ 191 w 240"/>
                <a:gd name="T17" fmla="*/ 178 h 247"/>
                <a:gd name="T18" fmla="*/ 240 w 240"/>
                <a:gd name="T19" fmla="*/ 129 h 247"/>
                <a:gd name="T20" fmla="*/ 240 w 240"/>
                <a:gd name="T21" fmla="*/ 49 h 247"/>
                <a:gd name="T22" fmla="*/ 191 w 240"/>
                <a:gd name="T23"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0" h="247">
                  <a:moveTo>
                    <a:pt x="191" y="0"/>
                  </a:moveTo>
                  <a:cubicBezTo>
                    <a:pt x="49" y="0"/>
                    <a:pt x="49" y="0"/>
                    <a:pt x="49" y="0"/>
                  </a:cubicBezTo>
                  <a:cubicBezTo>
                    <a:pt x="22" y="0"/>
                    <a:pt x="0" y="22"/>
                    <a:pt x="0" y="49"/>
                  </a:cubicBezTo>
                  <a:cubicBezTo>
                    <a:pt x="0" y="129"/>
                    <a:pt x="0" y="129"/>
                    <a:pt x="0" y="129"/>
                  </a:cubicBezTo>
                  <a:cubicBezTo>
                    <a:pt x="0" y="156"/>
                    <a:pt x="22" y="178"/>
                    <a:pt x="49" y="178"/>
                  </a:cubicBezTo>
                  <a:cubicBezTo>
                    <a:pt x="57" y="178"/>
                    <a:pt x="57" y="178"/>
                    <a:pt x="57" y="178"/>
                  </a:cubicBezTo>
                  <a:cubicBezTo>
                    <a:pt x="49" y="198"/>
                    <a:pt x="31" y="247"/>
                    <a:pt x="32" y="245"/>
                  </a:cubicBezTo>
                  <a:cubicBezTo>
                    <a:pt x="32" y="244"/>
                    <a:pt x="97" y="196"/>
                    <a:pt x="121" y="178"/>
                  </a:cubicBezTo>
                  <a:cubicBezTo>
                    <a:pt x="191" y="178"/>
                    <a:pt x="191" y="178"/>
                    <a:pt x="191" y="178"/>
                  </a:cubicBezTo>
                  <a:cubicBezTo>
                    <a:pt x="218" y="178"/>
                    <a:pt x="240" y="156"/>
                    <a:pt x="240" y="129"/>
                  </a:cubicBezTo>
                  <a:cubicBezTo>
                    <a:pt x="240" y="49"/>
                    <a:pt x="240" y="49"/>
                    <a:pt x="240" y="49"/>
                  </a:cubicBezTo>
                  <a:cubicBezTo>
                    <a:pt x="240" y="22"/>
                    <a:pt x="218" y="0"/>
                    <a:pt x="19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5" name="Freeform 32"/>
            <p:cNvSpPr>
              <a:spLocks/>
            </p:cNvSpPr>
            <p:nvPr/>
          </p:nvSpPr>
          <p:spPr bwMode="auto">
            <a:xfrm>
              <a:off x="1378722" y="1781841"/>
              <a:ext cx="329835" cy="384674"/>
            </a:xfrm>
            <a:custGeom>
              <a:avLst/>
              <a:gdLst>
                <a:gd name="T0" fmla="*/ 133 w 173"/>
                <a:gd name="T1" fmla="*/ 0 h 202"/>
                <a:gd name="T2" fmla="*/ 18 w 173"/>
                <a:gd name="T3" fmla="*/ 0 h 202"/>
                <a:gd name="T4" fmla="*/ 0 w 173"/>
                <a:gd name="T5" fmla="*/ 5 h 202"/>
                <a:gd name="T6" fmla="*/ 33 w 173"/>
                <a:gd name="T7" fmla="*/ 5 h 202"/>
                <a:gd name="T8" fmla="*/ 89 w 173"/>
                <a:gd name="T9" fmla="*/ 61 h 202"/>
                <a:gd name="T10" fmla="*/ 89 w 173"/>
                <a:gd name="T11" fmla="*/ 151 h 202"/>
                <a:gd name="T12" fmla="*/ 89 w 173"/>
                <a:gd name="T13" fmla="*/ 156 h 202"/>
                <a:gd name="T14" fmla="*/ 148 w 173"/>
                <a:gd name="T15" fmla="*/ 201 h 202"/>
                <a:gd name="T16" fmla="*/ 127 w 173"/>
                <a:gd name="T17" fmla="*/ 145 h 202"/>
                <a:gd name="T18" fmla="*/ 133 w 173"/>
                <a:gd name="T19" fmla="*/ 145 h 202"/>
                <a:gd name="T20" fmla="*/ 173 w 173"/>
                <a:gd name="T21" fmla="*/ 105 h 202"/>
                <a:gd name="T22" fmla="*/ 173 w 173"/>
                <a:gd name="T23" fmla="*/ 41 h 202"/>
                <a:gd name="T24" fmla="*/ 133 w 173"/>
                <a:gd name="T25" fmla="*/ 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202">
                  <a:moveTo>
                    <a:pt x="133" y="0"/>
                  </a:moveTo>
                  <a:cubicBezTo>
                    <a:pt x="18" y="0"/>
                    <a:pt x="18" y="0"/>
                    <a:pt x="18" y="0"/>
                  </a:cubicBezTo>
                  <a:cubicBezTo>
                    <a:pt x="11" y="0"/>
                    <a:pt x="5" y="2"/>
                    <a:pt x="0" y="5"/>
                  </a:cubicBezTo>
                  <a:cubicBezTo>
                    <a:pt x="33" y="5"/>
                    <a:pt x="33" y="5"/>
                    <a:pt x="33" y="5"/>
                  </a:cubicBezTo>
                  <a:cubicBezTo>
                    <a:pt x="64" y="5"/>
                    <a:pt x="89" y="30"/>
                    <a:pt x="89" y="61"/>
                  </a:cubicBezTo>
                  <a:cubicBezTo>
                    <a:pt x="89" y="151"/>
                    <a:pt x="89" y="151"/>
                    <a:pt x="89" y="151"/>
                  </a:cubicBezTo>
                  <a:cubicBezTo>
                    <a:pt x="89" y="153"/>
                    <a:pt x="89" y="154"/>
                    <a:pt x="89" y="156"/>
                  </a:cubicBezTo>
                  <a:cubicBezTo>
                    <a:pt x="113" y="174"/>
                    <a:pt x="148" y="200"/>
                    <a:pt x="148" y="201"/>
                  </a:cubicBezTo>
                  <a:cubicBezTo>
                    <a:pt x="148" y="202"/>
                    <a:pt x="133" y="162"/>
                    <a:pt x="127" y="145"/>
                  </a:cubicBezTo>
                  <a:cubicBezTo>
                    <a:pt x="133" y="145"/>
                    <a:pt x="133" y="145"/>
                    <a:pt x="133" y="145"/>
                  </a:cubicBezTo>
                  <a:cubicBezTo>
                    <a:pt x="155" y="145"/>
                    <a:pt x="173" y="127"/>
                    <a:pt x="173" y="105"/>
                  </a:cubicBezTo>
                  <a:cubicBezTo>
                    <a:pt x="173" y="41"/>
                    <a:pt x="173" y="41"/>
                    <a:pt x="173" y="41"/>
                  </a:cubicBezTo>
                  <a:cubicBezTo>
                    <a:pt x="173" y="18"/>
                    <a:pt x="155" y="0"/>
                    <a:pt x="13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276" name="Group 162"/>
          <p:cNvGrpSpPr/>
          <p:nvPr/>
        </p:nvGrpSpPr>
        <p:grpSpPr>
          <a:xfrm>
            <a:off x="8684231" y="6353387"/>
            <a:ext cx="350336" cy="266756"/>
            <a:chOff x="2070649" y="1631036"/>
            <a:chExt cx="723379" cy="550800"/>
          </a:xfrm>
          <a:solidFill>
            <a:srgbClr val="707E84"/>
          </a:solidFill>
        </p:grpSpPr>
        <p:sp>
          <p:nvSpPr>
            <p:cNvPr id="277" name="Oval 35"/>
            <p:cNvSpPr>
              <a:spLocks noChangeArrowheads="1"/>
            </p:cNvSpPr>
            <p:nvPr/>
          </p:nvSpPr>
          <p:spPr bwMode="auto">
            <a:xfrm>
              <a:off x="2344840" y="2015709"/>
              <a:ext cx="165321" cy="1661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8" name="Freeform 36"/>
            <p:cNvSpPr>
              <a:spLocks/>
            </p:cNvSpPr>
            <p:nvPr/>
          </p:nvSpPr>
          <p:spPr bwMode="auto">
            <a:xfrm>
              <a:off x="2228712" y="1861679"/>
              <a:ext cx="405641" cy="169353"/>
            </a:xfrm>
            <a:custGeom>
              <a:avLst/>
              <a:gdLst>
                <a:gd name="T0" fmla="*/ 105 w 213"/>
                <a:gd name="T1" fmla="*/ 31 h 89"/>
                <a:gd name="T2" fmla="*/ 191 w 213"/>
                <a:gd name="T3" fmla="*/ 89 h 89"/>
                <a:gd name="T4" fmla="*/ 213 w 213"/>
                <a:gd name="T5" fmla="*/ 64 h 89"/>
                <a:gd name="T6" fmla="*/ 105 w 213"/>
                <a:gd name="T7" fmla="*/ 0 h 89"/>
                <a:gd name="T8" fmla="*/ 0 w 213"/>
                <a:gd name="T9" fmla="*/ 58 h 89"/>
                <a:gd name="T10" fmla="*/ 21 w 213"/>
                <a:gd name="T11" fmla="*/ 82 h 89"/>
                <a:gd name="T12" fmla="*/ 105 w 213"/>
                <a:gd name="T13" fmla="*/ 31 h 89"/>
              </a:gdLst>
              <a:ahLst/>
              <a:cxnLst>
                <a:cxn ang="0">
                  <a:pos x="T0" y="T1"/>
                </a:cxn>
                <a:cxn ang="0">
                  <a:pos x="T2" y="T3"/>
                </a:cxn>
                <a:cxn ang="0">
                  <a:pos x="T4" y="T5"/>
                </a:cxn>
                <a:cxn ang="0">
                  <a:pos x="T6" y="T7"/>
                </a:cxn>
                <a:cxn ang="0">
                  <a:pos x="T8" y="T9"/>
                </a:cxn>
                <a:cxn ang="0">
                  <a:pos x="T10" y="T11"/>
                </a:cxn>
                <a:cxn ang="0">
                  <a:pos x="T12" y="T13"/>
                </a:cxn>
              </a:cxnLst>
              <a:rect l="0" t="0" r="r" b="b"/>
              <a:pathLst>
                <a:path w="213" h="89">
                  <a:moveTo>
                    <a:pt x="105" y="31"/>
                  </a:moveTo>
                  <a:cubicBezTo>
                    <a:pt x="144" y="31"/>
                    <a:pt x="177" y="54"/>
                    <a:pt x="191" y="89"/>
                  </a:cubicBezTo>
                  <a:cubicBezTo>
                    <a:pt x="213" y="64"/>
                    <a:pt x="213" y="64"/>
                    <a:pt x="213" y="64"/>
                  </a:cubicBezTo>
                  <a:cubicBezTo>
                    <a:pt x="192" y="26"/>
                    <a:pt x="152" y="0"/>
                    <a:pt x="105" y="0"/>
                  </a:cubicBezTo>
                  <a:cubicBezTo>
                    <a:pt x="61" y="0"/>
                    <a:pt x="22" y="23"/>
                    <a:pt x="0" y="58"/>
                  </a:cubicBezTo>
                  <a:cubicBezTo>
                    <a:pt x="21" y="82"/>
                    <a:pt x="21" y="82"/>
                    <a:pt x="21" y="82"/>
                  </a:cubicBezTo>
                  <a:cubicBezTo>
                    <a:pt x="37" y="51"/>
                    <a:pt x="68" y="31"/>
                    <a:pt x="105"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9" name="Freeform 37"/>
            <p:cNvSpPr>
              <a:spLocks/>
            </p:cNvSpPr>
            <p:nvPr/>
          </p:nvSpPr>
          <p:spPr bwMode="auto">
            <a:xfrm>
              <a:off x="2157745" y="1749583"/>
              <a:ext cx="549187" cy="195966"/>
            </a:xfrm>
            <a:custGeom>
              <a:avLst/>
              <a:gdLst>
                <a:gd name="T0" fmla="*/ 142 w 288"/>
                <a:gd name="T1" fmla="*/ 34 h 103"/>
                <a:gd name="T2" fmla="*/ 264 w 288"/>
                <a:gd name="T3" fmla="*/ 103 h 103"/>
                <a:gd name="T4" fmla="*/ 288 w 288"/>
                <a:gd name="T5" fmla="*/ 76 h 103"/>
                <a:gd name="T6" fmla="*/ 142 w 288"/>
                <a:gd name="T7" fmla="*/ 0 h 103"/>
                <a:gd name="T8" fmla="*/ 0 w 288"/>
                <a:gd name="T9" fmla="*/ 71 h 103"/>
                <a:gd name="T10" fmla="*/ 23 w 288"/>
                <a:gd name="T11" fmla="*/ 97 h 103"/>
                <a:gd name="T12" fmla="*/ 142 w 288"/>
                <a:gd name="T13" fmla="*/ 34 h 103"/>
              </a:gdLst>
              <a:ahLst/>
              <a:cxnLst>
                <a:cxn ang="0">
                  <a:pos x="T0" y="T1"/>
                </a:cxn>
                <a:cxn ang="0">
                  <a:pos x="T2" y="T3"/>
                </a:cxn>
                <a:cxn ang="0">
                  <a:pos x="T4" y="T5"/>
                </a:cxn>
                <a:cxn ang="0">
                  <a:pos x="T6" y="T7"/>
                </a:cxn>
                <a:cxn ang="0">
                  <a:pos x="T8" y="T9"/>
                </a:cxn>
                <a:cxn ang="0">
                  <a:pos x="T10" y="T11"/>
                </a:cxn>
                <a:cxn ang="0">
                  <a:pos x="T12" y="T13"/>
                </a:cxn>
              </a:cxnLst>
              <a:rect l="0" t="0" r="r" b="b"/>
              <a:pathLst>
                <a:path w="288" h="103">
                  <a:moveTo>
                    <a:pt x="142" y="34"/>
                  </a:moveTo>
                  <a:cubicBezTo>
                    <a:pt x="194" y="34"/>
                    <a:pt x="239" y="62"/>
                    <a:pt x="264" y="103"/>
                  </a:cubicBezTo>
                  <a:cubicBezTo>
                    <a:pt x="288" y="76"/>
                    <a:pt x="288" y="76"/>
                    <a:pt x="288" y="76"/>
                  </a:cubicBezTo>
                  <a:cubicBezTo>
                    <a:pt x="256" y="30"/>
                    <a:pt x="202" y="0"/>
                    <a:pt x="142" y="0"/>
                  </a:cubicBezTo>
                  <a:cubicBezTo>
                    <a:pt x="84" y="0"/>
                    <a:pt x="32" y="28"/>
                    <a:pt x="0" y="71"/>
                  </a:cubicBezTo>
                  <a:cubicBezTo>
                    <a:pt x="23" y="97"/>
                    <a:pt x="23" y="97"/>
                    <a:pt x="23" y="97"/>
                  </a:cubicBezTo>
                  <a:cubicBezTo>
                    <a:pt x="49" y="59"/>
                    <a:pt x="93" y="34"/>
                    <a:pt x="142"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0" name="Freeform 38"/>
            <p:cNvSpPr>
              <a:spLocks/>
            </p:cNvSpPr>
            <p:nvPr/>
          </p:nvSpPr>
          <p:spPr bwMode="auto">
            <a:xfrm>
              <a:off x="2070649" y="1631036"/>
              <a:ext cx="723379" cy="229030"/>
            </a:xfrm>
            <a:custGeom>
              <a:avLst/>
              <a:gdLst>
                <a:gd name="T0" fmla="*/ 188 w 380"/>
                <a:gd name="T1" fmla="*/ 36 h 120"/>
                <a:gd name="T2" fmla="*/ 355 w 380"/>
                <a:gd name="T3" fmla="*/ 120 h 120"/>
                <a:gd name="T4" fmla="*/ 380 w 380"/>
                <a:gd name="T5" fmla="*/ 93 h 120"/>
                <a:gd name="T6" fmla="*/ 188 w 380"/>
                <a:gd name="T7" fmla="*/ 0 h 120"/>
                <a:gd name="T8" fmla="*/ 0 w 380"/>
                <a:gd name="T9" fmla="*/ 88 h 120"/>
                <a:gd name="T10" fmla="*/ 25 w 380"/>
                <a:gd name="T11" fmla="*/ 115 h 120"/>
                <a:gd name="T12" fmla="*/ 188 w 380"/>
                <a:gd name="T13" fmla="*/ 36 h 120"/>
              </a:gdLst>
              <a:ahLst/>
              <a:cxnLst>
                <a:cxn ang="0">
                  <a:pos x="T0" y="T1"/>
                </a:cxn>
                <a:cxn ang="0">
                  <a:pos x="T2" y="T3"/>
                </a:cxn>
                <a:cxn ang="0">
                  <a:pos x="T4" y="T5"/>
                </a:cxn>
                <a:cxn ang="0">
                  <a:pos x="T6" y="T7"/>
                </a:cxn>
                <a:cxn ang="0">
                  <a:pos x="T8" y="T9"/>
                </a:cxn>
                <a:cxn ang="0">
                  <a:pos x="T10" y="T11"/>
                </a:cxn>
                <a:cxn ang="0">
                  <a:pos x="T12" y="T13"/>
                </a:cxn>
              </a:cxnLst>
              <a:rect l="0" t="0" r="r" b="b"/>
              <a:pathLst>
                <a:path w="380" h="120">
                  <a:moveTo>
                    <a:pt x="188" y="36"/>
                  </a:moveTo>
                  <a:cubicBezTo>
                    <a:pt x="256" y="36"/>
                    <a:pt x="317" y="69"/>
                    <a:pt x="355" y="120"/>
                  </a:cubicBezTo>
                  <a:cubicBezTo>
                    <a:pt x="380" y="93"/>
                    <a:pt x="380" y="93"/>
                    <a:pt x="380" y="93"/>
                  </a:cubicBezTo>
                  <a:cubicBezTo>
                    <a:pt x="335" y="36"/>
                    <a:pt x="266" y="0"/>
                    <a:pt x="188" y="0"/>
                  </a:cubicBezTo>
                  <a:cubicBezTo>
                    <a:pt x="113" y="0"/>
                    <a:pt x="45" y="34"/>
                    <a:pt x="0" y="88"/>
                  </a:cubicBezTo>
                  <a:cubicBezTo>
                    <a:pt x="25" y="115"/>
                    <a:pt x="25" y="115"/>
                    <a:pt x="25" y="115"/>
                  </a:cubicBezTo>
                  <a:cubicBezTo>
                    <a:pt x="63" y="67"/>
                    <a:pt x="122" y="36"/>
                    <a:pt x="188"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281" name="Group 167"/>
          <p:cNvGrpSpPr/>
          <p:nvPr/>
        </p:nvGrpSpPr>
        <p:grpSpPr>
          <a:xfrm>
            <a:off x="8659568" y="5270376"/>
            <a:ext cx="350168" cy="270866"/>
            <a:chOff x="3727889" y="-113301"/>
            <a:chExt cx="548381" cy="424189"/>
          </a:xfrm>
          <a:solidFill>
            <a:srgbClr val="707E84"/>
          </a:solidFill>
        </p:grpSpPr>
        <p:sp>
          <p:nvSpPr>
            <p:cNvPr id="282" name="Oval 43"/>
            <p:cNvSpPr>
              <a:spLocks noChangeArrowheads="1"/>
            </p:cNvSpPr>
            <p:nvPr/>
          </p:nvSpPr>
          <p:spPr bwMode="auto">
            <a:xfrm>
              <a:off x="3954500" y="47987"/>
              <a:ext cx="96773" cy="9758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3" name="Freeform 44"/>
            <p:cNvSpPr>
              <a:spLocks/>
            </p:cNvSpPr>
            <p:nvPr/>
          </p:nvSpPr>
          <p:spPr bwMode="auto">
            <a:xfrm>
              <a:off x="4042402" y="-20560"/>
              <a:ext cx="98386" cy="238707"/>
            </a:xfrm>
            <a:custGeom>
              <a:avLst/>
              <a:gdLst>
                <a:gd name="T0" fmla="*/ 34 w 52"/>
                <a:gd name="T1" fmla="*/ 61 h 125"/>
                <a:gd name="T2" fmla="*/ 0 w 52"/>
                <a:gd name="T3" fmla="*/ 112 h 125"/>
                <a:gd name="T4" fmla="*/ 15 w 52"/>
                <a:gd name="T5" fmla="*/ 125 h 125"/>
                <a:gd name="T6" fmla="*/ 52 w 52"/>
                <a:gd name="T7" fmla="*/ 61 h 125"/>
                <a:gd name="T8" fmla="*/ 18 w 52"/>
                <a:gd name="T9" fmla="*/ 0 h 125"/>
                <a:gd name="T10" fmla="*/ 4 w 52"/>
                <a:gd name="T11" fmla="*/ 12 h 125"/>
                <a:gd name="T12" fmla="*/ 34 w 52"/>
                <a:gd name="T13" fmla="*/ 61 h 125"/>
              </a:gdLst>
              <a:ahLst/>
              <a:cxnLst>
                <a:cxn ang="0">
                  <a:pos x="T0" y="T1"/>
                </a:cxn>
                <a:cxn ang="0">
                  <a:pos x="T2" y="T3"/>
                </a:cxn>
                <a:cxn ang="0">
                  <a:pos x="T4" y="T5"/>
                </a:cxn>
                <a:cxn ang="0">
                  <a:pos x="T6" y="T7"/>
                </a:cxn>
                <a:cxn ang="0">
                  <a:pos x="T8" y="T9"/>
                </a:cxn>
                <a:cxn ang="0">
                  <a:pos x="T10" y="T11"/>
                </a:cxn>
                <a:cxn ang="0">
                  <a:pos x="T12" y="T13"/>
                </a:cxn>
              </a:cxnLst>
              <a:rect l="0" t="0" r="r" b="b"/>
              <a:pathLst>
                <a:path w="52" h="125">
                  <a:moveTo>
                    <a:pt x="34" y="61"/>
                  </a:moveTo>
                  <a:cubicBezTo>
                    <a:pt x="34" y="84"/>
                    <a:pt x="20" y="104"/>
                    <a:pt x="0" y="112"/>
                  </a:cubicBezTo>
                  <a:cubicBezTo>
                    <a:pt x="15" y="125"/>
                    <a:pt x="15" y="125"/>
                    <a:pt x="15" y="125"/>
                  </a:cubicBezTo>
                  <a:cubicBezTo>
                    <a:pt x="37" y="113"/>
                    <a:pt x="52" y="89"/>
                    <a:pt x="52" y="61"/>
                  </a:cubicBezTo>
                  <a:cubicBezTo>
                    <a:pt x="52" y="35"/>
                    <a:pt x="39" y="13"/>
                    <a:pt x="18" y="0"/>
                  </a:cubicBezTo>
                  <a:cubicBezTo>
                    <a:pt x="4" y="12"/>
                    <a:pt x="4" y="12"/>
                    <a:pt x="4" y="12"/>
                  </a:cubicBezTo>
                  <a:cubicBezTo>
                    <a:pt x="22" y="21"/>
                    <a:pt x="34" y="40"/>
                    <a:pt x="34"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4" name="Freeform 45"/>
            <p:cNvSpPr>
              <a:spLocks/>
            </p:cNvSpPr>
            <p:nvPr/>
          </p:nvSpPr>
          <p:spPr bwMode="auto">
            <a:xfrm>
              <a:off x="4093208" y="-62495"/>
              <a:ext cx="114515" cy="322577"/>
            </a:xfrm>
            <a:custGeom>
              <a:avLst/>
              <a:gdLst>
                <a:gd name="T0" fmla="*/ 40 w 60"/>
                <a:gd name="T1" fmla="*/ 83 h 169"/>
                <a:gd name="T2" fmla="*/ 0 w 60"/>
                <a:gd name="T3" fmla="*/ 155 h 169"/>
                <a:gd name="T4" fmla="*/ 15 w 60"/>
                <a:gd name="T5" fmla="*/ 169 h 169"/>
                <a:gd name="T6" fmla="*/ 60 w 60"/>
                <a:gd name="T7" fmla="*/ 83 h 169"/>
                <a:gd name="T8" fmla="*/ 19 w 60"/>
                <a:gd name="T9" fmla="*/ 0 h 169"/>
                <a:gd name="T10" fmla="*/ 3 w 60"/>
                <a:gd name="T11" fmla="*/ 14 h 169"/>
                <a:gd name="T12" fmla="*/ 40 w 60"/>
                <a:gd name="T13" fmla="*/ 83 h 169"/>
              </a:gdLst>
              <a:ahLst/>
              <a:cxnLst>
                <a:cxn ang="0">
                  <a:pos x="T0" y="T1"/>
                </a:cxn>
                <a:cxn ang="0">
                  <a:pos x="T2" y="T3"/>
                </a:cxn>
                <a:cxn ang="0">
                  <a:pos x="T4" y="T5"/>
                </a:cxn>
                <a:cxn ang="0">
                  <a:pos x="T6" y="T7"/>
                </a:cxn>
                <a:cxn ang="0">
                  <a:pos x="T8" y="T9"/>
                </a:cxn>
                <a:cxn ang="0">
                  <a:pos x="T10" y="T11"/>
                </a:cxn>
                <a:cxn ang="0">
                  <a:pos x="T12" y="T13"/>
                </a:cxn>
              </a:cxnLst>
              <a:rect l="0" t="0" r="r" b="b"/>
              <a:pathLst>
                <a:path w="60" h="169">
                  <a:moveTo>
                    <a:pt x="40" y="83"/>
                  </a:moveTo>
                  <a:cubicBezTo>
                    <a:pt x="40" y="114"/>
                    <a:pt x="24" y="140"/>
                    <a:pt x="0" y="155"/>
                  </a:cubicBezTo>
                  <a:cubicBezTo>
                    <a:pt x="15" y="169"/>
                    <a:pt x="15" y="169"/>
                    <a:pt x="15" y="169"/>
                  </a:cubicBezTo>
                  <a:cubicBezTo>
                    <a:pt x="42" y="150"/>
                    <a:pt x="60" y="119"/>
                    <a:pt x="60" y="83"/>
                  </a:cubicBezTo>
                  <a:cubicBezTo>
                    <a:pt x="60" y="49"/>
                    <a:pt x="44" y="19"/>
                    <a:pt x="19" y="0"/>
                  </a:cubicBezTo>
                  <a:cubicBezTo>
                    <a:pt x="3" y="14"/>
                    <a:pt x="3" y="14"/>
                    <a:pt x="3" y="14"/>
                  </a:cubicBezTo>
                  <a:cubicBezTo>
                    <a:pt x="25" y="29"/>
                    <a:pt x="40" y="54"/>
                    <a:pt x="40"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5" name="Freeform 46"/>
            <p:cNvSpPr>
              <a:spLocks/>
            </p:cNvSpPr>
            <p:nvPr/>
          </p:nvSpPr>
          <p:spPr bwMode="auto">
            <a:xfrm>
              <a:off x="4143207" y="-113301"/>
              <a:ext cx="133063" cy="424189"/>
            </a:xfrm>
            <a:custGeom>
              <a:avLst/>
              <a:gdLst>
                <a:gd name="T0" fmla="*/ 49 w 70"/>
                <a:gd name="T1" fmla="*/ 110 h 223"/>
                <a:gd name="T2" fmla="*/ 0 w 70"/>
                <a:gd name="T3" fmla="*/ 209 h 223"/>
                <a:gd name="T4" fmla="*/ 16 w 70"/>
                <a:gd name="T5" fmla="*/ 223 h 223"/>
                <a:gd name="T6" fmla="*/ 70 w 70"/>
                <a:gd name="T7" fmla="*/ 110 h 223"/>
                <a:gd name="T8" fmla="*/ 19 w 70"/>
                <a:gd name="T9" fmla="*/ 0 h 223"/>
                <a:gd name="T10" fmla="*/ 3 w 70"/>
                <a:gd name="T11" fmla="*/ 14 h 223"/>
                <a:gd name="T12" fmla="*/ 49 w 70"/>
                <a:gd name="T13" fmla="*/ 110 h 223"/>
              </a:gdLst>
              <a:ahLst/>
              <a:cxnLst>
                <a:cxn ang="0">
                  <a:pos x="T0" y="T1"/>
                </a:cxn>
                <a:cxn ang="0">
                  <a:pos x="T2" y="T3"/>
                </a:cxn>
                <a:cxn ang="0">
                  <a:pos x="T4" y="T5"/>
                </a:cxn>
                <a:cxn ang="0">
                  <a:pos x="T6" y="T7"/>
                </a:cxn>
                <a:cxn ang="0">
                  <a:pos x="T8" y="T9"/>
                </a:cxn>
                <a:cxn ang="0">
                  <a:pos x="T10" y="T11"/>
                </a:cxn>
                <a:cxn ang="0">
                  <a:pos x="T12" y="T13"/>
                </a:cxn>
              </a:cxnLst>
              <a:rect l="0" t="0" r="r" b="b"/>
              <a:pathLst>
                <a:path w="70" h="223">
                  <a:moveTo>
                    <a:pt x="49" y="110"/>
                  </a:moveTo>
                  <a:cubicBezTo>
                    <a:pt x="49" y="151"/>
                    <a:pt x="30" y="186"/>
                    <a:pt x="0" y="209"/>
                  </a:cubicBezTo>
                  <a:cubicBezTo>
                    <a:pt x="16" y="223"/>
                    <a:pt x="16" y="223"/>
                    <a:pt x="16" y="223"/>
                  </a:cubicBezTo>
                  <a:cubicBezTo>
                    <a:pt x="49" y="197"/>
                    <a:pt x="70" y="156"/>
                    <a:pt x="70" y="110"/>
                  </a:cubicBezTo>
                  <a:cubicBezTo>
                    <a:pt x="70" y="66"/>
                    <a:pt x="50" y="26"/>
                    <a:pt x="19" y="0"/>
                  </a:cubicBezTo>
                  <a:cubicBezTo>
                    <a:pt x="3" y="14"/>
                    <a:pt x="3" y="14"/>
                    <a:pt x="3" y="14"/>
                  </a:cubicBezTo>
                  <a:cubicBezTo>
                    <a:pt x="31" y="37"/>
                    <a:pt x="49" y="71"/>
                    <a:pt x="49" y="1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6" name="Oval 47"/>
            <p:cNvSpPr>
              <a:spLocks noChangeArrowheads="1"/>
            </p:cNvSpPr>
            <p:nvPr/>
          </p:nvSpPr>
          <p:spPr bwMode="auto">
            <a:xfrm>
              <a:off x="3952887" y="52019"/>
              <a:ext cx="96773" cy="9758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7" name="Freeform 48"/>
            <p:cNvSpPr>
              <a:spLocks/>
            </p:cNvSpPr>
            <p:nvPr/>
          </p:nvSpPr>
          <p:spPr bwMode="auto">
            <a:xfrm>
              <a:off x="3863371" y="-20560"/>
              <a:ext cx="98386" cy="238707"/>
            </a:xfrm>
            <a:custGeom>
              <a:avLst/>
              <a:gdLst>
                <a:gd name="T0" fmla="*/ 18 w 52"/>
                <a:gd name="T1" fmla="*/ 64 h 125"/>
                <a:gd name="T2" fmla="*/ 52 w 52"/>
                <a:gd name="T3" fmla="*/ 13 h 125"/>
                <a:gd name="T4" fmla="*/ 38 w 52"/>
                <a:gd name="T5" fmla="*/ 0 h 125"/>
                <a:gd name="T6" fmla="*/ 0 w 52"/>
                <a:gd name="T7" fmla="*/ 64 h 125"/>
                <a:gd name="T8" fmla="*/ 34 w 52"/>
                <a:gd name="T9" fmla="*/ 125 h 125"/>
                <a:gd name="T10" fmla="*/ 48 w 52"/>
                <a:gd name="T11" fmla="*/ 113 h 125"/>
                <a:gd name="T12" fmla="*/ 18 w 52"/>
                <a:gd name="T13" fmla="*/ 64 h 125"/>
              </a:gdLst>
              <a:ahLst/>
              <a:cxnLst>
                <a:cxn ang="0">
                  <a:pos x="T0" y="T1"/>
                </a:cxn>
                <a:cxn ang="0">
                  <a:pos x="T2" y="T3"/>
                </a:cxn>
                <a:cxn ang="0">
                  <a:pos x="T4" y="T5"/>
                </a:cxn>
                <a:cxn ang="0">
                  <a:pos x="T6" y="T7"/>
                </a:cxn>
                <a:cxn ang="0">
                  <a:pos x="T8" y="T9"/>
                </a:cxn>
                <a:cxn ang="0">
                  <a:pos x="T10" y="T11"/>
                </a:cxn>
                <a:cxn ang="0">
                  <a:pos x="T12" y="T13"/>
                </a:cxn>
              </a:cxnLst>
              <a:rect l="0" t="0" r="r" b="b"/>
              <a:pathLst>
                <a:path w="52" h="125">
                  <a:moveTo>
                    <a:pt x="18" y="64"/>
                  </a:moveTo>
                  <a:cubicBezTo>
                    <a:pt x="18" y="41"/>
                    <a:pt x="32" y="21"/>
                    <a:pt x="52" y="13"/>
                  </a:cubicBezTo>
                  <a:cubicBezTo>
                    <a:pt x="38" y="0"/>
                    <a:pt x="38" y="0"/>
                    <a:pt x="38" y="0"/>
                  </a:cubicBezTo>
                  <a:cubicBezTo>
                    <a:pt x="15" y="12"/>
                    <a:pt x="0" y="36"/>
                    <a:pt x="0" y="64"/>
                  </a:cubicBezTo>
                  <a:cubicBezTo>
                    <a:pt x="0" y="90"/>
                    <a:pt x="14" y="113"/>
                    <a:pt x="34" y="125"/>
                  </a:cubicBezTo>
                  <a:cubicBezTo>
                    <a:pt x="48" y="113"/>
                    <a:pt x="48" y="113"/>
                    <a:pt x="48" y="113"/>
                  </a:cubicBezTo>
                  <a:cubicBezTo>
                    <a:pt x="30" y="104"/>
                    <a:pt x="18" y="85"/>
                    <a:pt x="18" y="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8" name="Freeform 49"/>
            <p:cNvSpPr>
              <a:spLocks/>
            </p:cNvSpPr>
            <p:nvPr/>
          </p:nvSpPr>
          <p:spPr bwMode="auto">
            <a:xfrm>
              <a:off x="3796437" y="-62495"/>
              <a:ext cx="116128" cy="322577"/>
            </a:xfrm>
            <a:custGeom>
              <a:avLst/>
              <a:gdLst>
                <a:gd name="T0" fmla="*/ 20 w 61"/>
                <a:gd name="T1" fmla="*/ 86 h 169"/>
                <a:gd name="T2" fmla="*/ 61 w 61"/>
                <a:gd name="T3" fmla="*/ 14 h 169"/>
                <a:gd name="T4" fmla="*/ 45 w 61"/>
                <a:gd name="T5" fmla="*/ 0 h 169"/>
                <a:gd name="T6" fmla="*/ 0 w 61"/>
                <a:gd name="T7" fmla="*/ 86 h 169"/>
                <a:gd name="T8" fmla="*/ 42 w 61"/>
                <a:gd name="T9" fmla="*/ 169 h 169"/>
                <a:gd name="T10" fmla="*/ 57 w 61"/>
                <a:gd name="T11" fmla="*/ 155 h 169"/>
                <a:gd name="T12" fmla="*/ 20 w 61"/>
                <a:gd name="T13" fmla="*/ 86 h 169"/>
              </a:gdLst>
              <a:ahLst/>
              <a:cxnLst>
                <a:cxn ang="0">
                  <a:pos x="T0" y="T1"/>
                </a:cxn>
                <a:cxn ang="0">
                  <a:pos x="T2" y="T3"/>
                </a:cxn>
                <a:cxn ang="0">
                  <a:pos x="T4" y="T5"/>
                </a:cxn>
                <a:cxn ang="0">
                  <a:pos x="T6" y="T7"/>
                </a:cxn>
                <a:cxn ang="0">
                  <a:pos x="T8" y="T9"/>
                </a:cxn>
                <a:cxn ang="0">
                  <a:pos x="T10" y="T11"/>
                </a:cxn>
                <a:cxn ang="0">
                  <a:pos x="T12" y="T13"/>
                </a:cxn>
              </a:cxnLst>
              <a:rect l="0" t="0" r="r" b="b"/>
              <a:pathLst>
                <a:path w="61" h="169">
                  <a:moveTo>
                    <a:pt x="20" y="86"/>
                  </a:moveTo>
                  <a:cubicBezTo>
                    <a:pt x="20" y="55"/>
                    <a:pt x="36" y="29"/>
                    <a:pt x="61" y="14"/>
                  </a:cubicBezTo>
                  <a:cubicBezTo>
                    <a:pt x="45" y="0"/>
                    <a:pt x="45" y="0"/>
                    <a:pt x="45" y="0"/>
                  </a:cubicBezTo>
                  <a:cubicBezTo>
                    <a:pt x="18" y="19"/>
                    <a:pt x="0" y="50"/>
                    <a:pt x="0" y="86"/>
                  </a:cubicBezTo>
                  <a:cubicBezTo>
                    <a:pt x="0" y="120"/>
                    <a:pt x="16" y="150"/>
                    <a:pt x="42" y="169"/>
                  </a:cubicBezTo>
                  <a:cubicBezTo>
                    <a:pt x="57" y="155"/>
                    <a:pt x="57" y="155"/>
                    <a:pt x="57" y="155"/>
                  </a:cubicBezTo>
                  <a:cubicBezTo>
                    <a:pt x="35" y="140"/>
                    <a:pt x="20" y="115"/>
                    <a:pt x="20" y="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9" name="Freeform 50"/>
            <p:cNvSpPr>
              <a:spLocks/>
            </p:cNvSpPr>
            <p:nvPr/>
          </p:nvSpPr>
          <p:spPr bwMode="auto">
            <a:xfrm>
              <a:off x="3727889" y="-113301"/>
              <a:ext cx="133063" cy="424189"/>
            </a:xfrm>
            <a:custGeom>
              <a:avLst/>
              <a:gdLst>
                <a:gd name="T0" fmla="*/ 21 w 70"/>
                <a:gd name="T1" fmla="*/ 113 h 223"/>
                <a:gd name="T2" fmla="*/ 70 w 70"/>
                <a:gd name="T3" fmla="*/ 14 h 223"/>
                <a:gd name="T4" fmla="*/ 54 w 70"/>
                <a:gd name="T5" fmla="*/ 0 h 223"/>
                <a:gd name="T6" fmla="*/ 0 w 70"/>
                <a:gd name="T7" fmla="*/ 113 h 223"/>
                <a:gd name="T8" fmla="*/ 51 w 70"/>
                <a:gd name="T9" fmla="*/ 223 h 223"/>
                <a:gd name="T10" fmla="*/ 67 w 70"/>
                <a:gd name="T11" fmla="*/ 209 h 223"/>
                <a:gd name="T12" fmla="*/ 21 w 70"/>
                <a:gd name="T13" fmla="*/ 113 h 223"/>
              </a:gdLst>
              <a:ahLst/>
              <a:cxnLst>
                <a:cxn ang="0">
                  <a:pos x="T0" y="T1"/>
                </a:cxn>
                <a:cxn ang="0">
                  <a:pos x="T2" y="T3"/>
                </a:cxn>
                <a:cxn ang="0">
                  <a:pos x="T4" y="T5"/>
                </a:cxn>
                <a:cxn ang="0">
                  <a:pos x="T6" y="T7"/>
                </a:cxn>
                <a:cxn ang="0">
                  <a:pos x="T8" y="T9"/>
                </a:cxn>
                <a:cxn ang="0">
                  <a:pos x="T10" y="T11"/>
                </a:cxn>
                <a:cxn ang="0">
                  <a:pos x="T12" y="T13"/>
                </a:cxn>
              </a:cxnLst>
              <a:rect l="0" t="0" r="r" b="b"/>
              <a:pathLst>
                <a:path w="70" h="223">
                  <a:moveTo>
                    <a:pt x="21" y="113"/>
                  </a:moveTo>
                  <a:cubicBezTo>
                    <a:pt x="21" y="73"/>
                    <a:pt x="40" y="37"/>
                    <a:pt x="70" y="14"/>
                  </a:cubicBezTo>
                  <a:cubicBezTo>
                    <a:pt x="54" y="0"/>
                    <a:pt x="54" y="0"/>
                    <a:pt x="54" y="0"/>
                  </a:cubicBezTo>
                  <a:cubicBezTo>
                    <a:pt x="21" y="26"/>
                    <a:pt x="0" y="67"/>
                    <a:pt x="0" y="113"/>
                  </a:cubicBezTo>
                  <a:cubicBezTo>
                    <a:pt x="0" y="157"/>
                    <a:pt x="20" y="197"/>
                    <a:pt x="51" y="223"/>
                  </a:cubicBezTo>
                  <a:cubicBezTo>
                    <a:pt x="67" y="209"/>
                    <a:pt x="67" y="209"/>
                    <a:pt x="67" y="209"/>
                  </a:cubicBezTo>
                  <a:cubicBezTo>
                    <a:pt x="39" y="186"/>
                    <a:pt x="21" y="152"/>
                    <a:pt x="21" y="1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290" name="Group 2"/>
          <p:cNvGrpSpPr/>
          <p:nvPr/>
        </p:nvGrpSpPr>
        <p:grpSpPr>
          <a:xfrm>
            <a:off x="9630330" y="5235938"/>
            <a:ext cx="409166" cy="339742"/>
            <a:chOff x="3965790" y="1735873"/>
            <a:chExt cx="537091" cy="445963"/>
          </a:xfrm>
          <a:solidFill>
            <a:srgbClr val="707E84"/>
          </a:solidFill>
        </p:grpSpPr>
        <p:sp>
          <p:nvSpPr>
            <p:cNvPr id="291" name="Freeform 69"/>
            <p:cNvSpPr>
              <a:spLocks/>
            </p:cNvSpPr>
            <p:nvPr/>
          </p:nvSpPr>
          <p:spPr bwMode="auto">
            <a:xfrm>
              <a:off x="3965790" y="1905226"/>
              <a:ext cx="366125" cy="276610"/>
            </a:xfrm>
            <a:custGeom>
              <a:avLst/>
              <a:gdLst>
                <a:gd name="T0" fmla="*/ 76 w 454"/>
                <a:gd name="T1" fmla="*/ 0 h 343"/>
                <a:gd name="T2" fmla="*/ 0 w 454"/>
                <a:gd name="T3" fmla="*/ 343 h 343"/>
                <a:gd name="T4" fmla="*/ 454 w 454"/>
                <a:gd name="T5" fmla="*/ 343 h 343"/>
                <a:gd name="T6" fmla="*/ 373 w 454"/>
                <a:gd name="T7" fmla="*/ 0 h 343"/>
                <a:gd name="T8" fmla="*/ 76 w 454"/>
                <a:gd name="T9" fmla="*/ 0 h 343"/>
              </a:gdLst>
              <a:ahLst/>
              <a:cxnLst>
                <a:cxn ang="0">
                  <a:pos x="T0" y="T1"/>
                </a:cxn>
                <a:cxn ang="0">
                  <a:pos x="T2" y="T3"/>
                </a:cxn>
                <a:cxn ang="0">
                  <a:pos x="T4" y="T5"/>
                </a:cxn>
                <a:cxn ang="0">
                  <a:pos x="T6" y="T7"/>
                </a:cxn>
                <a:cxn ang="0">
                  <a:pos x="T8" y="T9"/>
                </a:cxn>
              </a:cxnLst>
              <a:rect l="0" t="0" r="r" b="b"/>
              <a:pathLst>
                <a:path w="454" h="343">
                  <a:moveTo>
                    <a:pt x="76" y="0"/>
                  </a:moveTo>
                  <a:lnTo>
                    <a:pt x="0" y="343"/>
                  </a:lnTo>
                  <a:lnTo>
                    <a:pt x="454" y="343"/>
                  </a:lnTo>
                  <a:lnTo>
                    <a:pt x="373" y="0"/>
                  </a:lnTo>
                  <a:lnTo>
                    <a:pt x="7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2" name="Freeform 70"/>
            <p:cNvSpPr>
              <a:spLocks/>
            </p:cNvSpPr>
            <p:nvPr/>
          </p:nvSpPr>
          <p:spPr bwMode="auto">
            <a:xfrm>
              <a:off x="4223045" y="1869743"/>
              <a:ext cx="279836" cy="247578"/>
            </a:xfrm>
            <a:custGeom>
              <a:avLst/>
              <a:gdLst>
                <a:gd name="T0" fmla="*/ 137 w 347"/>
                <a:gd name="T1" fmla="*/ 307 h 307"/>
                <a:gd name="T2" fmla="*/ 347 w 347"/>
                <a:gd name="T3" fmla="*/ 307 h 307"/>
                <a:gd name="T4" fmla="*/ 274 w 347"/>
                <a:gd name="T5" fmla="*/ 0 h 307"/>
                <a:gd name="T6" fmla="*/ 5 w 347"/>
                <a:gd name="T7" fmla="*/ 0 h 307"/>
                <a:gd name="T8" fmla="*/ 0 w 347"/>
                <a:gd name="T9" fmla="*/ 26 h 307"/>
                <a:gd name="T10" fmla="*/ 71 w 347"/>
                <a:gd name="T11" fmla="*/ 26 h 307"/>
                <a:gd name="T12" fmla="*/ 137 w 347"/>
                <a:gd name="T13" fmla="*/ 307 h 307"/>
              </a:gdLst>
              <a:ahLst/>
              <a:cxnLst>
                <a:cxn ang="0">
                  <a:pos x="T0" y="T1"/>
                </a:cxn>
                <a:cxn ang="0">
                  <a:pos x="T2" y="T3"/>
                </a:cxn>
                <a:cxn ang="0">
                  <a:pos x="T4" y="T5"/>
                </a:cxn>
                <a:cxn ang="0">
                  <a:pos x="T6" y="T7"/>
                </a:cxn>
                <a:cxn ang="0">
                  <a:pos x="T8" y="T9"/>
                </a:cxn>
                <a:cxn ang="0">
                  <a:pos x="T10" y="T11"/>
                </a:cxn>
                <a:cxn ang="0">
                  <a:pos x="T12" y="T13"/>
                </a:cxn>
              </a:cxnLst>
              <a:rect l="0" t="0" r="r" b="b"/>
              <a:pathLst>
                <a:path w="347" h="307">
                  <a:moveTo>
                    <a:pt x="137" y="307"/>
                  </a:moveTo>
                  <a:lnTo>
                    <a:pt x="347" y="307"/>
                  </a:lnTo>
                  <a:lnTo>
                    <a:pt x="274" y="0"/>
                  </a:lnTo>
                  <a:lnTo>
                    <a:pt x="5" y="0"/>
                  </a:lnTo>
                  <a:lnTo>
                    <a:pt x="0" y="26"/>
                  </a:lnTo>
                  <a:lnTo>
                    <a:pt x="71" y="26"/>
                  </a:lnTo>
                  <a:lnTo>
                    <a:pt x="137" y="30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3" name="Freeform 71"/>
            <p:cNvSpPr>
              <a:spLocks/>
            </p:cNvSpPr>
            <p:nvPr/>
          </p:nvSpPr>
          <p:spPr bwMode="auto">
            <a:xfrm>
              <a:off x="4055305" y="1777808"/>
              <a:ext cx="173385" cy="142740"/>
            </a:xfrm>
            <a:custGeom>
              <a:avLst/>
              <a:gdLst>
                <a:gd name="T0" fmla="*/ 91 w 91"/>
                <a:gd name="T1" fmla="*/ 75 h 75"/>
                <a:gd name="T2" fmla="*/ 81 w 91"/>
                <a:gd name="T3" fmla="*/ 75 h 75"/>
                <a:gd name="T4" fmla="*/ 81 w 91"/>
                <a:gd name="T5" fmla="*/ 33 h 75"/>
                <a:gd name="T6" fmla="*/ 46 w 91"/>
                <a:gd name="T7" fmla="*/ 7 h 75"/>
                <a:gd name="T8" fmla="*/ 11 w 91"/>
                <a:gd name="T9" fmla="*/ 33 h 75"/>
                <a:gd name="T10" fmla="*/ 11 w 91"/>
                <a:gd name="T11" fmla="*/ 75 h 75"/>
                <a:gd name="T12" fmla="*/ 0 w 91"/>
                <a:gd name="T13" fmla="*/ 75 h 75"/>
                <a:gd name="T14" fmla="*/ 0 w 91"/>
                <a:gd name="T15" fmla="*/ 33 h 75"/>
                <a:gd name="T16" fmla="*/ 46 w 91"/>
                <a:gd name="T17" fmla="*/ 0 h 75"/>
                <a:gd name="T18" fmla="*/ 91 w 91"/>
                <a:gd name="T19" fmla="*/ 33 h 75"/>
                <a:gd name="T20" fmla="*/ 91 w 91"/>
                <a:gd name="T21"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1" h="75">
                  <a:moveTo>
                    <a:pt x="91" y="75"/>
                  </a:moveTo>
                  <a:cubicBezTo>
                    <a:pt x="81" y="75"/>
                    <a:pt x="81" y="75"/>
                    <a:pt x="81" y="75"/>
                  </a:cubicBezTo>
                  <a:cubicBezTo>
                    <a:pt x="81" y="33"/>
                    <a:pt x="81" y="33"/>
                    <a:pt x="81" y="33"/>
                  </a:cubicBezTo>
                  <a:cubicBezTo>
                    <a:pt x="81" y="19"/>
                    <a:pt x="65" y="7"/>
                    <a:pt x="46" y="7"/>
                  </a:cubicBezTo>
                  <a:cubicBezTo>
                    <a:pt x="26" y="7"/>
                    <a:pt x="11" y="19"/>
                    <a:pt x="11" y="33"/>
                  </a:cubicBezTo>
                  <a:cubicBezTo>
                    <a:pt x="11" y="75"/>
                    <a:pt x="11" y="75"/>
                    <a:pt x="11" y="75"/>
                  </a:cubicBezTo>
                  <a:cubicBezTo>
                    <a:pt x="0" y="75"/>
                    <a:pt x="0" y="75"/>
                    <a:pt x="0" y="75"/>
                  </a:cubicBezTo>
                  <a:cubicBezTo>
                    <a:pt x="0" y="33"/>
                    <a:pt x="0" y="33"/>
                    <a:pt x="0" y="33"/>
                  </a:cubicBezTo>
                  <a:cubicBezTo>
                    <a:pt x="0" y="15"/>
                    <a:pt x="21" y="0"/>
                    <a:pt x="46" y="0"/>
                  </a:cubicBezTo>
                  <a:cubicBezTo>
                    <a:pt x="71" y="0"/>
                    <a:pt x="91" y="15"/>
                    <a:pt x="91" y="33"/>
                  </a:cubicBezTo>
                  <a:lnTo>
                    <a:pt x="91"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4" name="Freeform 72"/>
            <p:cNvSpPr>
              <a:spLocks/>
            </p:cNvSpPr>
            <p:nvPr/>
          </p:nvSpPr>
          <p:spPr bwMode="auto">
            <a:xfrm>
              <a:off x="4236754" y="1735873"/>
              <a:ext cx="172579" cy="142740"/>
            </a:xfrm>
            <a:custGeom>
              <a:avLst/>
              <a:gdLst>
                <a:gd name="T0" fmla="*/ 91 w 91"/>
                <a:gd name="T1" fmla="*/ 75 h 75"/>
                <a:gd name="T2" fmla="*/ 81 w 91"/>
                <a:gd name="T3" fmla="*/ 75 h 75"/>
                <a:gd name="T4" fmla="*/ 81 w 91"/>
                <a:gd name="T5" fmla="*/ 33 h 75"/>
                <a:gd name="T6" fmla="*/ 46 w 91"/>
                <a:gd name="T7" fmla="*/ 8 h 75"/>
                <a:gd name="T8" fmla="*/ 11 w 91"/>
                <a:gd name="T9" fmla="*/ 33 h 75"/>
                <a:gd name="T10" fmla="*/ 11 w 91"/>
                <a:gd name="T11" fmla="*/ 75 h 75"/>
                <a:gd name="T12" fmla="*/ 0 w 91"/>
                <a:gd name="T13" fmla="*/ 75 h 75"/>
                <a:gd name="T14" fmla="*/ 0 w 91"/>
                <a:gd name="T15" fmla="*/ 33 h 75"/>
                <a:gd name="T16" fmla="*/ 46 w 91"/>
                <a:gd name="T17" fmla="*/ 0 h 75"/>
                <a:gd name="T18" fmla="*/ 91 w 91"/>
                <a:gd name="T19" fmla="*/ 33 h 75"/>
                <a:gd name="T20" fmla="*/ 91 w 91"/>
                <a:gd name="T21"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1" h="75">
                  <a:moveTo>
                    <a:pt x="91" y="75"/>
                  </a:moveTo>
                  <a:cubicBezTo>
                    <a:pt x="81" y="75"/>
                    <a:pt x="81" y="75"/>
                    <a:pt x="81" y="75"/>
                  </a:cubicBezTo>
                  <a:cubicBezTo>
                    <a:pt x="81" y="33"/>
                    <a:pt x="81" y="33"/>
                    <a:pt x="81" y="33"/>
                  </a:cubicBezTo>
                  <a:cubicBezTo>
                    <a:pt x="81" y="19"/>
                    <a:pt x="65" y="8"/>
                    <a:pt x="46" y="8"/>
                  </a:cubicBezTo>
                  <a:cubicBezTo>
                    <a:pt x="27" y="8"/>
                    <a:pt x="11" y="19"/>
                    <a:pt x="11" y="33"/>
                  </a:cubicBezTo>
                  <a:cubicBezTo>
                    <a:pt x="11" y="75"/>
                    <a:pt x="11" y="75"/>
                    <a:pt x="11" y="75"/>
                  </a:cubicBezTo>
                  <a:cubicBezTo>
                    <a:pt x="0" y="75"/>
                    <a:pt x="0" y="75"/>
                    <a:pt x="0" y="75"/>
                  </a:cubicBezTo>
                  <a:cubicBezTo>
                    <a:pt x="0" y="33"/>
                    <a:pt x="0" y="33"/>
                    <a:pt x="0" y="33"/>
                  </a:cubicBezTo>
                  <a:cubicBezTo>
                    <a:pt x="0" y="15"/>
                    <a:pt x="21" y="0"/>
                    <a:pt x="46" y="0"/>
                  </a:cubicBezTo>
                  <a:cubicBezTo>
                    <a:pt x="71" y="0"/>
                    <a:pt x="91" y="15"/>
                    <a:pt x="91" y="33"/>
                  </a:cubicBezTo>
                  <a:lnTo>
                    <a:pt x="91"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295" name="Freeform 99"/>
          <p:cNvSpPr>
            <a:spLocks noEditPoints="1"/>
          </p:cNvSpPr>
          <p:nvPr/>
        </p:nvSpPr>
        <p:spPr bwMode="auto">
          <a:xfrm>
            <a:off x="10138311" y="4689377"/>
            <a:ext cx="220820" cy="351512"/>
          </a:xfrm>
          <a:custGeom>
            <a:avLst/>
            <a:gdLst/>
            <a:ahLst/>
            <a:cxnLst>
              <a:cxn ang="0">
                <a:pos x="98" y="0"/>
              </a:cxn>
              <a:cxn ang="0">
                <a:pos x="60" y="7"/>
              </a:cxn>
              <a:cxn ang="0">
                <a:pos x="29" y="27"/>
              </a:cxn>
              <a:cxn ang="0">
                <a:pos x="7" y="59"/>
              </a:cxn>
              <a:cxn ang="0">
                <a:pos x="0" y="98"/>
              </a:cxn>
              <a:cxn ang="0">
                <a:pos x="0" y="116"/>
              </a:cxn>
              <a:cxn ang="0">
                <a:pos x="9" y="154"/>
              </a:cxn>
              <a:cxn ang="0">
                <a:pos x="31" y="208"/>
              </a:cxn>
              <a:cxn ang="0">
                <a:pos x="67" y="270"/>
              </a:cxn>
              <a:cxn ang="0">
                <a:pos x="98" y="311"/>
              </a:cxn>
              <a:cxn ang="0">
                <a:pos x="112" y="291"/>
              </a:cxn>
              <a:cxn ang="0">
                <a:pos x="147" y="241"/>
              </a:cxn>
              <a:cxn ang="0">
                <a:pos x="180" y="172"/>
              </a:cxn>
              <a:cxn ang="0">
                <a:pos x="190" y="134"/>
              </a:cxn>
              <a:cxn ang="0">
                <a:pos x="196" y="98"/>
              </a:cxn>
              <a:cxn ang="0">
                <a:pos x="194" y="78"/>
              </a:cxn>
              <a:cxn ang="0">
                <a:pos x="178" y="41"/>
              </a:cxn>
              <a:cxn ang="0">
                <a:pos x="152" y="16"/>
              </a:cxn>
              <a:cxn ang="0">
                <a:pos x="118" y="1"/>
              </a:cxn>
              <a:cxn ang="0">
                <a:pos x="98" y="0"/>
              </a:cxn>
              <a:cxn ang="0">
                <a:pos x="98" y="157"/>
              </a:cxn>
              <a:cxn ang="0">
                <a:pos x="74" y="152"/>
              </a:cxn>
              <a:cxn ang="0">
                <a:pos x="54" y="139"/>
              </a:cxn>
              <a:cxn ang="0">
                <a:pos x="42" y="119"/>
              </a:cxn>
              <a:cxn ang="0">
                <a:pos x="38" y="98"/>
              </a:cxn>
              <a:cxn ang="0">
                <a:pos x="38" y="85"/>
              </a:cxn>
              <a:cxn ang="0">
                <a:pos x="47" y="63"/>
              </a:cxn>
              <a:cxn ang="0">
                <a:pos x="64" y="47"/>
              </a:cxn>
              <a:cxn ang="0">
                <a:pos x="85" y="38"/>
              </a:cxn>
              <a:cxn ang="0">
                <a:pos x="98" y="36"/>
              </a:cxn>
              <a:cxn ang="0">
                <a:pos x="122" y="41"/>
              </a:cxn>
              <a:cxn ang="0">
                <a:pos x="140" y="54"/>
              </a:cxn>
              <a:cxn ang="0">
                <a:pos x="152" y="74"/>
              </a:cxn>
              <a:cxn ang="0">
                <a:pos x="158" y="98"/>
              </a:cxn>
              <a:cxn ang="0">
                <a:pos x="156" y="108"/>
              </a:cxn>
              <a:cxn ang="0">
                <a:pos x="147" y="130"/>
              </a:cxn>
              <a:cxn ang="0">
                <a:pos x="131" y="146"/>
              </a:cxn>
              <a:cxn ang="0">
                <a:pos x="109" y="156"/>
              </a:cxn>
              <a:cxn ang="0">
                <a:pos x="98" y="157"/>
              </a:cxn>
              <a:cxn ang="0">
                <a:pos x="60" y="98"/>
              </a:cxn>
              <a:cxn ang="0">
                <a:pos x="62" y="112"/>
              </a:cxn>
              <a:cxn ang="0">
                <a:pos x="71" y="123"/>
              </a:cxn>
              <a:cxn ang="0">
                <a:pos x="83" y="132"/>
              </a:cxn>
              <a:cxn ang="0">
                <a:pos x="98" y="134"/>
              </a:cxn>
              <a:cxn ang="0">
                <a:pos x="105" y="134"/>
              </a:cxn>
              <a:cxn ang="0">
                <a:pos x="118" y="128"/>
              </a:cxn>
              <a:cxn ang="0">
                <a:pos x="129" y="117"/>
              </a:cxn>
              <a:cxn ang="0">
                <a:pos x="134" y="105"/>
              </a:cxn>
              <a:cxn ang="0">
                <a:pos x="136" y="98"/>
              </a:cxn>
              <a:cxn ang="0">
                <a:pos x="132" y="81"/>
              </a:cxn>
              <a:cxn ang="0">
                <a:pos x="125" y="70"/>
              </a:cxn>
              <a:cxn ang="0">
                <a:pos x="112" y="61"/>
              </a:cxn>
              <a:cxn ang="0">
                <a:pos x="98" y="59"/>
              </a:cxn>
              <a:cxn ang="0">
                <a:pos x="89" y="59"/>
              </a:cxn>
              <a:cxn ang="0">
                <a:pos x="76" y="65"/>
              </a:cxn>
              <a:cxn ang="0">
                <a:pos x="65" y="76"/>
              </a:cxn>
              <a:cxn ang="0">
                <a:pos x="60" y="88"/>
              </a:cxn>
              <a:cxn ang="0">
                <a:pos x="60" y="98"/>
              </a:cxn>
            </a:cxnLst>
            <a:rect l="0" t="0" r="r" b="b"/>
            <a:pathLst>
              <a:path w="196" h="311">
                <a:moveTo>
                  <a:pt x="98" y="0"/>
                </a:moveTo>
                <a:lnTo>
                  <a:pt x="98" y="0"/>
                </a:lnTo>
                <a:lnTo>
                  <a:pt x="78" y="1"/>
                </a:lnTo>
                <a:lnTo>
                  <a:pt x="60" y="7"/>
                </a:lnTo>
                <a:lnTo>
                  <a:pt x="44" y="16"/>
                </a:lnTo>
                <a:lnTo>
                  <a:pt x="29" y="27"/>
                </a:lnTo>
                <a:lnTo>
                  <a:pt x="16" y="41"/>
                </a:lnTo>
                <a:lnTo>
                  <a:pt x="7" y="59"/>
                </a:lnTo>
                <a:lnTo>
                  <a:pt x="2" y="78"/>
                </a:lnTo>
                <a:lnTo>
                  <a:pt x="0" y="98"/>
                </a:lnTo>
                <a:lnTo>
                  <a:pt x="0" y="98"/>
                </a:lnTo>
                <a:lnTo>
                  <a:pt x="0" y="116"/>
                </a:lnTo>
                <a:lnTo>
                  <a:pt x="4" y="134"/>
                </a:lnTo>
                <a:lnTo>
                  <a:pt x="9" y="154"/>
                </a:lnTo>
                <a:lnTo>
                  <a:pt x="15" y="172"/>
                </a:lnTo>
                <a:lnTo>
                  <a:pt x="31" y="208"/>
                </a:lnTo>
                <a:lnTo>
                  <a:pt x="49" y="241"/>
                </a:lnTo>
                <a:lnTo>
                  <a:pt x="67" y="270"/>
                </a:lnTo>
                <a:lnTo>
                  <a:pt x="82" y="291"/>
                </a:lnTo>
                <a:lnTo>
                  <a:pt x="98" y="311"/>
                </a:lnTo>
                <a:lnTo>
                  <a:pt x="98" y="311"/>
                </a:lnTo>
                <a:lnTo>
                  <a:pt x="112" y="291"/>
                </a:lnTo>
                <a:lnTo>
                  <a:pt x="129" y="270"/>
                </a:lnTo>
                <a:lnTo>
                  <a:pt x="147" y="241"/>
                </a:lnTo>
                <a:lnTo>
                  <a:pt x="165" y="208"/>
                </a:lnTo>
                <a:lnTo>
                  <a:pt x="180" y="172"/>
                </a:lnTo>
                <a:lnTo>
                  <a:pt x="187" y="154"/>
                </a:lnTo>
                <a:lnTo>
                  <a:pt x="190" y="134"/>
                </a:lnTo>
                <a:lnTo>
                  <a:pt x="194" y="116"/>
                </a:lnTo>
                <a:lnTo>
                  <a:pt x="196" y="98"/>
                </a:lnTo>
                <a:lnTo>
                  <a:pt x="196" y="98"/>
                </a:lnTo>
                <a:lnTo>
                  <a:pt x="194" y="78"/>
                </a:lnTo>
                <a:lnTo>
                  <a:pt x="187" y="59"/>
                </a:lnTo>
                <a:lnTo>
                  <a:pt x="178" y="41"/>
                </a:lnTo>
                <a:lnTo>
                  <a:pt x="167" y="27"/>
                </a:lnTo>
                <a:lnTo>
                  <a:pt x="152" y="16"/>
                </a:lnTo>
                <a:lnTo>
                  <a:pt x="136" y="7"/>
                </a:lnTo>
                <a:lnTo>
                  <a:pt x="118" y="1"/>
                </a:lnTo>
                <a:lnTo>
                  <a:pt x="98" y="0"/>
                </a:lnTo>
                <a:lnTo>
                  <a:pt x="98" y="0"/>
                </a:lnTo>
                <a:close/>
                <a:moveTo>
                  <a:pt x="98" y="157"/>
                </a:moveTo>
                <a:lnTo>
                  <a:pt x="98" y="157"/>
                </a:lnTo>
                <a:lnTo>
                  <a:pt x="85" y="156"/>
                </a:lnTo>
                <a:lnTo>
                  <a:pt x="74" y="152"/>
                </a:lnTo>
                <a:lnTo>
                  <a:pt x="64" y="146"/>
                </a:lnTo>
                <a:lnTo>
                  <a:pt x="54" y="139"/>
                </a:lnTo>
                <a:lnTo>
                  <a:pt x="47" y="130"/>
                </a:lnTo>
                <a:lnTo>
                  <a:pt x="42" y="119"/>
                </a:lnTo>
                <a:lnTo>
                  <a:pt x="38" y="108"/>
                </a:lnTo>
                <a:lnTo>
                  <a:pt x="38" y="98"/>
                </a:lnTo>
                <a:lnTo>
                  <a:pt x="38" y="98"/>
                </a:lnTo>
                <a:lnTo>
                  <a:pt x="38" y="85"/>
                </a:lnTo>
                <a:lnTo>
                  <a:pt x="42" y="74"/>
                </a:lnTo>
                <a:lnTo>
                  <a:pt x="47" y="63"/>
                </a:lnTo>
                <a:lnTo>
                  <a:pt x="54" y="54"/>
                </a:lnTo>
                <a:lnTo>
                  <a:pt x="64" y="47"/>
                </a:lnTo>
                <a:lnTo>
                  <a:pt x="74" y="41"/>
                </a:lnTo>
                <a:lnTo>
                  <a:pt x="85" y="38"/>
                </a:lnTo>
                <a:lnTo>
                  <a:pt x="98" y="36"/>
                </a:lnTo>
                <a:lnTo>
                  <a:pt x="98" y="36"/>
                </a:lnTo>
                <a:lnTo>
                  <a:pt x="109" y="38"/>
                </a:lnTo>
                <a:lnTo>
                  <a:pt x="122" y="41"/>
                </a:lnTo>
                <a:lnTo>
                  <a:pt x="131" y="47"/>
                </a:lnTo>
                <a:lnTo>
                  <a:pt x="140" y="54"/>
                </a:lnTo>
                <a:lnTo>
                  <a:pt x="147" y="63"/>
                </a:lnTo>
                <a:lnTo>
                  <a:pt x="152" y="74"/>
                </a:lnTo>
                <a:lnTo>
                  <a:pt x="156" y="85"/>
                </a:lnTo>
                <a:lnTo>
                  <a:pt x="158" y="98"/>
                </a:lnTo>
                <a:lnTo>
                  <a:pt x="158" y="98"/>
                </a:lnTo>
                <a:lnTo>
                  <a:pt x="156" y="108"/>
                </a:lnTo>
                <a:lnTo>
                  <a:pt x="152" y="119"/>
                </a:lnTo>
                <a:lnTo>
                  <a:pt x="147" y="130"/>
                </a:lnTo>
                <a:lnTo>
                  <a:pt x="140" y="139"/>
                </a:lnTo>
                <a:lnTo>
                  <a:pt x="131" y="146"/>
                </a:lnTo>
                <a:lnTo>
                  <a:pt x="122" y="152"/>
                </a:lnTo>
                <a:lnTo>
                  <a:pt x="109" y="156"/>
                </a:lnTo>
                <a:lnTo>
                  <a:pt x="98" y="157"/>
                </a:lnTo>
                <a:lnTo>
                  <a:pt x="98" y="157"/>
                </a:lnTo>
                <a:close/>
                <a:moveTo>
                  <a:pt x="60" y="98"/>
                </a:moveTo>
                <a:lnTo>
                  <a:pt x="60" y="98"/>
                </a:lnTo>
                <a:lnTo>
                  <a:pt x="60" y="105"/>
                </a:lnTo>
                <a:lnTo>
                  <a:pt x="62" y="112"/>
                </a:lnTo>
                <a:lnTo>
                  <a:pt x="65" y="117"/>
                </a:lnTo>
                <a:lnTo>
                  <a:pt x="71" y="123"/>
                </a:lnTo>
                <a:lnTo>
                  <a:pt x="76" y="128"/>
                </a:lnTo>
                <a:lnTo>
                  <a:pt x="83" y="132"/>
                </a:lnTo>
                <a:lnTo>
                  <a:pt x="89" y="134"/>
                </a:lnTo>
                <a:lnTo>
                  <a:pt x="98" y="134"/>
                </a:lnTo>
                <a:lnTo>
                  <a:pt x="98" y="134"/>
                </a:lnTo>
                <a:lnTo>
                  <a:pt x="105" y="134"/>
                </a:lnTo>
                <a:lnTo>
                  <a:pt x="112" y="132"/>
                </a:lnTo>
                <a:lnTo>
                  <a:pt x="118" y="128"/>
                </a:lnTo>
                <a:lnTo>
                  <a:pt x="125" y="123"/>
                </a:lnTo>
                <a:lnTo>
                  <a:pt x="129" y="117"/>
                </a:lnTo>
                <a:lnTo>
                  <a:pt x="132" y="112"/>
                </a:lnTo>
                <a:lnTo>
                  <a:pt x="134" y="105"/>
                </a:lnTo>
                <a:lnTo>
                  <a:pt x="136" y="98"/>
                </a:lnTo>
                <a:lnTo>
                  <a:pt x="136" y="98"/>
                </a:lnTo>
                <a:lnTo>
                  <a:pt x="134" y="88"/>
                </a:lnTo>
                <a:lnTo>
                  <a:pt x="132" y="81"/>
                </a:lnTo>
                <a:lnTo>
                  <a:pt x="129" y="76"/>
                </a:lnTo>
                <a:lnTo>
                  <a:pt x="125" y="70"/>
                </a:lnTo>
                <a:lnTo>
                  <a:pt x="118" y="65"/>
                </a:lnTo>
                <a:lnTo>
                  <a:pt x="112" y="61"/>
                </a:lnTo>
                <a:lnTo>
                  <a:pt x="105" y="59"/>
                </a:lnTo>
                <a:lnTo>
                  <a:pt x="98" y="59"/>
                </a:lnTo>
                <a:lnTo>
                  <a:pt x="98" y="59"/>
                </a:lnTo>
                <a:lnTo>
                  <a:pt x="89" y="59"/>
                </a:lnTo>
                <a:lnTo>
                  <a:pt x="83" y="61"/>
                </a:lnTo>
                <a:lnTo>
                  <a:pt x="76" y="65"/>
                </a:lnTo>
                <a:lnTo>
                  <a:pt x="71" y="70"/>
                </a:lnTo>
                <a:lnTo>
                  <a:pt x="65" y="76"/>
                </a:lnTo>
                <a:lnTo>
                  <a:pt x="62" y="81"/>
                </a:lnTo>
                <a:lnTo>
                  <a:pt x="60" y="88"/>
                </a:lnTo>
                <a:lnTo>
                  <a:pt x="60" y="98"/>
                </a:lnTo>
                <a:lnTo>
                  <a:pt x="60" y="98"/>
                </a:lnTo>
                <a:close/>
              </a:path>
            </a:pathLst>
          </a:custGeom>
          <a:solidFill>
            <a:srgbClr val="707E8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96" name="Group 81"/>
          <p:cNvGrpSpPr/>
          <p:nvPr/>
        </p:nvGrpSpPr>
        <p:grpSpPr>
          <a:xfrm>
            <a:off x="10135931" y="5799305"/>
            <a:ext cx="349258" cy="317714"/>
            <a:chOff x="4821392" y="2301522"/>
            <a:chExt cx="321831" cy="292764"/>
          </a:xfrm>
          <a:solidFill>
            <a:srgbClr val="707E84"/>
          </a:solidFill>
        </p:grpSpPr>
        <p:sp>
          <p:nvSpPr>
            <p:cNvPr id="297" name="Freeform 91"/>
            <p:cNvSpPr>
              <a:spLocks/>
            </p:cNvSpPr>
            <p:nvPr/>
          </p:nvSpPr>
          <p:spPr bwMode="auto">
            <a:xfrm>
              <a:off x="4856689" y="2301522"/>
              <a:ext cx="147420" cy="126657"/>
            </a:xfrm>
            <a:custGeom>
              <a:avLst/>
              <a:gdLst/>
              <a:ahLst/>
              <a:cxnLst>
                <a:cxn ang="0">
                  <a:pos x="141" y="14"/>
                </a:cxn>
                <a:cxn ang="0">
                  <a:pos x="141" y="14"/>
                </a:cxn>
                <a:cxn ang="0">
                  <a:pos x="137" y="43"/>
                </a:cxn>
                <a:cxn ang="0">
                  <a:pos x="130" y="70"/>
                </a:cxn>
                <a:cxn ang="0">
                  <a:pos x="123" y="96"/>
                </a:cxn>
                <a:cxn ang="0">
                  <a:pos x="116" y="121"/>
                </a:cxn>
                <a:cxn ang="0">
                  <a:pos x="116" y="121"/>
                </a:cxn>
                <a:cxn ang="0">
                  <a:pos x="88" y="112"/>
                </a:cxn>
                <a:cxn ang="0">
                  <a:pos x="74" y="110"/>
                </a:cxn>
                <a:cxn ang="0">
                  <a:pos x="59" y="108"/>
                </a:cxn>
                <a:cxn ang="0">
                  <a:pos x="45" y="107"/>
                </a:cxn>
                <a:cxn ang="0">
                  <a:pos x="30" y="108"/>
                </a:cxn>
                <a:cxn ang="0">
                  <a:pos x="14" y="110"/>
                </a:cxn>
                <a:cxn ang="0">
                  <a:pos x="0" y="114"/>
                </a:cxn>
                <a:cxn ang="0">
                  <a:pos x="0" y="114"/>
                </a:cxn>
                <a:cxn ang="0">
                  <a:pos x="14" y="65"/>
                </a:cxn>
                <a:cxn ang="0">
                  <a:pos x="27" y="14"/>
                </a:cxn>
                <a:cxn ang="0">
                  <a:pos x="27" y="14"/>
                </a:cxn>
                <a:cxn ang="0">
                  <a:pos x="39" y="7"/>
                </a:cxn>
                <a:cxn ang="0">
                  <a:pos x="52" y="3"/>
                </a:cxn>
                <a:cxn ang="0">
                  <a:pos x="67" y="0"/>
                </a:cxn>
                <a:cxn ang="0">
                  <a:pos x="83" y="0"/>
                </a:cxn>
                <a:cxn ang="0">
                  <a:pos x="99" y="1"/>
                </a:cxn>
                <a:cxn ang="0">
                  <a:pos x="114" y="5"/>
                </a:cxn>
                <a:cxn ang="0">
                  <a:pos x="128" y="9"/>
                </a:cxn>
                <a:cxn ang="0">
                  <a:pos x="141" y="14"/>
                </a:cxn>
                <a:cxn ang="0">
                  <a:pos x="141" y="14"/>
                </a:cxn>
              </a:cxnLst>
              <a:rect l="0" t="0" r="r" b="b"/>
              <a:pathLst>
                <a:path w="141" h="121">
                  <a:moveTo>
                    <a:pt x="141" y="14"/>
                  </a:moveTo>
                  <a:lnTo>
                    <a:pt x="141" y="14"/>
                  </a:lnTo>
                  <a:lnTo>
                    <a:pt x="137" y="43"/>
                  </a:lnTo>
                  <a:lnTo>
                    <a:pt x="130" y="70"/>
                  </a:lnTo>
                  <a:lnTo>
                    <a:pt x="123" y="96"/>
                  </a:lnTo>
                  <a:lnTo>
                    <a:pt x="116" y="121"/>
                  </a:lnTo>
                  <a:lnTo>
                    <a:pt x="116" y="121"/>
                  </a:lnTo>
                  <a:lnTo>
                    <a:pt x="88" y="112"/>
                  </a:lnTo>
                  <a:lnTo>
                    <a:pt x="74" y="110"/>
                  </a:lnTo>
                  <a:lnTo>
                    <a:pt x="59" y="108"/>
                  </a:lnTo>
                  <a:lnTo>
                    <a:pt x="45" y="107"/>
                  </a:lnTo>
                  <a:lnTo>
                    <a:pt x="30" y="108"/>
                  </a:lnTo>
                  <a:lnTo>
                    <a:pt x="14" y="110"/>
                  </a:lnTo>
                  <a:lnTo>
                    <a:pt x="0" y="114"/>
                  </a:lnTo>
                  <a:lnTo>
                    <a:pt x="0" y="114"/>
                  </a:lnTo>
                  <a:lnTo>
                    <a:pt x="14" y="65"/>
                  </a:lnTo>
                  <a:lnTo>
                    <a:pt x="27" y="14"/>
                  </a:lnTo>
                  <a:lnTo>
                    <a:pt x="27" y="14"/>
                  </a:lnTo>
                  <a:lnTo>
                    <a:pt x="39" y="7"/>
                  </a:lnTo>
                  <a:lnTo>
                    <a:pt x="52" y="3"/>
                  </a:lnTo>
                  <a:lnTo>
                    <a:pt x="67" y="0"/>
                  </a:lnTo>
                  <a:lnTo>
                    <a:pt x="83" y="0"/>
                  </a:lnTo>
                  <a:lnTo>
                    <a:pt x="99" y="1"/>
                  </a:lnTo>
                  <a:lnTo>
                    <a:pt x="114" y="5"/>
                  </a:lnTo>
                  <a:lnTo>
                    <a:pt x="128" y="9"/>
                  </a:lnTo>
                  <a:lnTo>
                    <a:pt x="141" y="14"/>
                  </a:lnTo>
                  <a:lnTo>
                    <a:pt x="141" y="1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8" name="Freeform 92"/>
            <p:cNvSpPr>
              <a:spLocks/>
            </p:cNvSpPr>
            <p:nvPr/>
          </p:nvSpPr>
          <p:spPr bwMode="auto">
            <a:xfrm>
              <a:off x="4993727" y="2338896"/>
              <a:ext cx="149496" cy="124580"/>
            </a:xfrm>
            <a:custGeom>
              <a:avLst/>
              <a:gdLst/>
              <a:ahLst/>
              <a:cxnLst>
                <a:cxn ang="0">
                  <a:pos x="31" y="0"/>
                </a:cxn>
                <a:cxn ang="0">
                  <a:pos x="31" y="0"/>
                </a:cxn>
                <a:cxn ang="0">
                  <a:pos x="42" y="6"/>
                </a:cxn>
                <a:cxn ang="0">
                  <a:pos x="56" y="9"/>
                </a:cxn>
                <a:cxn ang="0">
                  <a:pos x="69" y="13"/>
                </a:cxn>
                <a:cxn ang="0">
                  <a:pos x="85" y="15"/>
                </a:cxn>
                <a:cxn ang="0">
                  <a:pos x="100" y="15"/>
                </a:cxn>
                <a:cxn ang="0">
                  <a:pos x="116" y="13"/>
                </a:cxn>
                <a:cxn ang="0">
                  <a:pos x="131" y="11"/>
                </a:cxn>
                <a:cxn ang="0">
                  <a:pos x="145" y="7"/>
                </a:cxn>
                <a:cxn ang="0">
                  <a:pos x="145" y="7"/>
                </a:cxn>
                <a:cxn ang="0">
                  <a:pos x="138" y="33"/>
                </a:cxn>
                <a:cxn ang="0">
                  <a:pos x="131" y="60"/>
                </a:cxn>
                <a:cxn ang="0">
                  <a:pos x="123" y="85"/>
                </a:cxn>
                <a:cxn ang="0">
                  <a:pos x="114" y="111"/>
                </a:cxn>
                <a:cxn ang="0">
                  <a:pos x="114" y="111"/>
                </a:cxn>
                <a:cxn ang="0">
                  <a:pos x="102" y="116"/>
                </a:cxn>
                <a:cxn ang="0">
                  <a:pos x="87" y="120"/>
                </a:cxn>
                <a:cxn ang="0">
                  <a:pos x="71" y="122"/>
                </a:cxn>
                <a:cxn ang="0">
                  <a:pos x="54" y="122"/>
                </a:cxn>
                <a:cxn ang="0">
                  <a:pos x="38" y="120"/>
                </a:cxn>
                <a:cxn ang="0">
                  <a:pos x="24" y="116"/>
                </a:cxn>
                <a:cxn ang="0">
                  <a:pos x="11" y="111"/>
                </a:cxn>
                <a:cxn ang="0">
                  <a:pos x="0" y="103"/>
                </a:cxn>
                <a:cxn ang="0">
                  <a:pos x="0" y="103"/>
                </a:cxn>
                <a:cxn ang="0">
                  <a:pos x="15" y="51"/>
                </a:cxn>
                <a:cxn ang="0">
                  <a:pos x="31" y="0"/>
                </a:cxn>
                <a:cxn ang="0">
                  <a:pos x="31" y="0"/>
                </a:cxn>
              </a:cxnLst>
              <a:rect l="0" t="0" r="r" b="b"/>
              <a:pathLst>
                <a:path w="145" h="122">
                  <a:moveTo>
                    <a:pt x="31" y="0"/>
                  </a:moveTo>
                  <a:lnTo>
                    <a:pt x="31" y="0"/>
                  </a:lnTo>
                  <a:lnTo>
                    <a:pt x="42" y="6"/>
                  </a:lnTo>
                  <a:lnTo>
                    <a:pt x="56" y="9"/>
                  </a:lnTo>
                  <a:lnTo>
                    <a:pt x="69" y="13"/>
                  </a:lnTo>
                  <a:lnTo>
                    <a:pt x="85" y="15"/>
                  </a:lnTo>
                  <a:lnTo>
                    <a:pt x="100" y="15"/>
                  </a:lnTo>
                  <a:lnTo>
                    <a:pt x="116" y="13"/>
                  </a:lnTo>
                  <a:lnTo>
                    <a:pt x="131" y="11"/>
                  </a:lnTo>
                  <a:lnTo>
                    <a:pt x="145" y="7"/>
                  </a:lnTo>
                  <a:lnTo>
                    <a:pt x="145" y="7"/>
                  </a:lnTo>
                  <a:lnTo>
                    <a:pt x="138" y="33"/>
                  </a:lnTo>
                  <a:lnTo>
                    <a:pt x="131" y="60"/>
                  </a:lnTo>
                  <a:lnTo>
                    <a:pt x="123" y="85"/>
                  </a:lnTo>
                  <a:lnTo>
                    <a:pt x="114" y="111"/>
                  </a:lnTo>
                  <a:lnTo>
                    <a:pt x="114" y="111"/>
                  </a:lnTo>
                  <a:lnTo>
                    <a:pt x="102" y="116"/>
                  </a:lnTo>
                  <a:lnTo>
                    <a:pt x="87" y="120"/>
                  </a:lnTo>
                  <a:lnTo>
                    <a:pt x="71" y="122"/>
                  </a:lnTo>
                  <a:lnTo>
                    <a:pt x="54" y="122"/>
                  </a:lnTo>
                  <a:lnTo>
                    <a:pt x="38" y="120"/>
                  </a:lnTo>
                  <a:lnTo>
                    <a:pt x="24" y="116"/>
                  </a:lnTo>
                  <a:lnTo>
                    <a:pt x="11" y="111"/>
                  </a:lnTo>
                  <a:lnTo>
                    <a:pt x="0" y="103"/>
                  </a:lnTo>
                  <a:lnTo>
                    <a:pt x="0" y="103"/>
                  </a:lnTo>
                  <a:lnTo>
                    <a:pt x="15" y="51"/>
                  </a:lnTo>
                  <a:lnTo>
                    <a:pt x="31" y="0"/>
                  </a:lnTo>
                  <a:lnTo>
                    <a:pt x="3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9" name="Freeform 93"/>
            <p:cNvSpPr>
              <a:spLocks/>
            </p:cNvSpPr>
            <p:nvPr/>
          </p:nvSpPr>
          <p:spPr bwMode="auto">
            <a:xfrm>
              <a:off x="4821392" y="2432330"/>
              <a:ext cx="147420" cy="128733"/>
            </a:xfrm>
            <a:custGeom>
              <a:avLst/>
              <a:gdLst/>
              <a:ahLst/>
              <a:cxnLst>
                <a:cxn ang="0">
                  <a:pos x="141" y="16"/>
                </a:cxn>
                <a:cxn ang="0">
                  <a:pos x="141" y="16"/>
                </a:cxn>
                <a:cxn ang="0">
                  <a:pos x="136" y="43"/>
                </a:cxn>
                <a:cxn ang="0">
                  <a:pos x="129" y="69"/>
                </a:cxn>
                <a:cxn ang="0">
                  <a:pos x="122" y="94"/>
                </a:cxn>
                <a:cxn ang="0">
                  <a:pos x="116" y="123"/>
                </a:cxn>
                <a:cxn ang="0">
                  <a:pos x="116" y="123"/>
                </a:cxn>
                <a:cxn ang="0">
                  <a:pos x="89" y="112"/>
                </a:cxn>
                <a:cxn ang="0">
                  <a:pos x="74" y="109"/>
                </a:cxn>
                <a:cxn ang="0">
                  <a:pos x="60" y="107"/>
                </a:cxn>
                <a:cxn ang="0">
                  <a:pos x="45" y="105"/>
                </a:cxn>
                <a:cxn ang="0">
                  <a:pos x="29" y="107"/>
                </a:cxn>
                <a:cxn ang="0">
                  <a:pos x="15" y="109"/>
                </a:cxn>
                <a:cxn ang="0">
                  <a:pos x="0" y="116"/>
                </a:cxn>
                <a:cxn ang="0">
                  <a:pos x="0" y="116"/>
                </a:cxn>
                <a:cxn ang="0">
                  <a:pos x="6" y="87"/>
                </a:cxn>
                <a:cxn ang="0">
                  <a:pos x="13" y="61"/>
                </a:cxn>
                <a:cxn ang="0">
                  <a:pos x="27" y="12"/>
                </a:cxn>
                <a:cxn ang="0">
                  <a:pos x="27" y="12"/>
                </a:cxn>
                <a:cxn ang="0">
                  <a:pos x="40" y="5"/>
                </a:cxn>
                <a:cxn ang="0">
                  <a:pos x="54" y="2"/>
                </a:cxn>
                <a:cxn ang="0">
                  <a:pos x="69" y="0"/>
                </a:cxn>
                <a:cxn ang="0">
                  <a:pos x="85" y="0"/>
                </a:cxn>
                <a:cxn ang="0">
                  <a:pos x="102" y="2"/>
                </a:cxn>
                <a:cxn ang="0">
                  <a:pos x="118" y="5"/>
                </a:cxn>
                <a:cxn ang="0">
                  <a:pos x="131" y="11"/>
                </a:cxn>
                <a:cxn ang="0">
                  <a:pos x="141" y="16"/>
                </a:cxn>
                <a:cxn ang="0">
                  <a:pos x="141" y="16"/>
                </a:cxn>
              </a:cxnLst>
              <a:rect l="0" t="0" r="r" b="b"/>
              <a:pathLst>
                <a:path w="141" h="123">
                  <a:moveTo>
                    <a:pt x="141" y="16"/>
                  </a:moveTo>
                  <a:lnTo>
                    <a:pt x="141" y="16"/>
                  </a:lnTo>
                  <a:lnTo>
                    <a:pt x="136" y="43"/>
                  </a:lnTo>
                  <a:lnTo>
                    <a:pt x="129" y="69"/>
                  </a:lnTo>
                  <a:lnTo>
                    <a:pt x="122" y="94"/>
                  </a:lnTo>
                  <a:lnTo>
                    <a:pt x="116" y="123"/>
                  </a:lnTo>
                  <a:lnTo>
                    <a:pt x="116" y="123"/>
                  </a:lnTo>
                  <a:lnTo>
                    <a:pt x="89" y="112"/>
                  </a:lnTo>
                  <a:lnTo>
                    <a:pt x="74" y="109"/>
                  </a:lnTo>
                  <a:lnTo>
                    <a:pt x="60" y="107"/>
                  </a:lnTo>
                  <a:lnTo>
                    <a:pt x="45" y="105"/>
                  </a:lnTo>
                  <a:lnTo>
                    <a:pt x="29" y="107"/>
                  </a:lnTo>
                  <a:lnTo>
                    <a:pt x="15" y="109"/>
                  </a:lnTo>
                  <a:lnTo>
                    <a:pt x="0" y="116"/>
                  </a:lnTo>
                  <a:lnTo>
                    <a:pt x="0" y="116"/>
                  </a:lnTo>
                  <a:lnTo>
                    <a:pt x="6" y="87"/>
                  </a:lnTo>
                  <a:lnTo>
                    <a:pt x="13" y="61"/>
                  </a:lnTo>
                  <a:lnTo>
                    <a:pt x="27" y="12"/>
                  </a:lnTo>
                  <a:lnTo>
                    <a:pt x="27" y="12"/>
                  </a:lnTo>
                  <a:lnTo>
                    <a:pt x="40" y="5"/>
                  </a:lnTo>
                  <a:lnTo>
                    <a:pt x="54" y="2"/>
                  </a:lnTo>
                  <a:lnTo>
                    <a:pt x="69" y="0"/>
                  </a:lnTo>
                  <a:lnTo>
                    <a:pt x="85" y="0"/>
                  </a:lnTo>
                  <a:lnTo>
                    <a:pt x="102" y="2"/>
                  </a:lnTo>
                  <a:lnTo>
                    <a:pt x="118" y="5"/>
                  </a:lnTo>
                  <a:lnTo>
                    <a:pt x="131" y="11"/>
                  </a:lnTo>
                  <a:lnTo>
                    <a:pt x="141" y="16"/>
                  </a:lnTo>
                  <a:lnTo>
                    <a:pt x="141" y="1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0" name="Freeform 94"/>
            <p:cNvSpPr>
              <a:spLocks/>
            </p:cNvSpPr>
            <p:nvPr/>
          </p:nvSpPr>
          <p:spPr bwMode="auto">
            <a:xfrm>
              <a:off x="4956353" y="2463476"/>
              <a:ext cx="151573" cy="130810"/>
            </a:xfrm>
            <a:custGeom>
              <a:avLst/>
              <a:gdLst/>
              <a:ahLst/>
              <a:cxnLst>
                <a:cxn ang="0">
                  <a:pos x="30" y="0"/>
                </a:cxn>
                <a:cxn ang="0">
                  <a:pos x="30" y="0"/>
                </a:cxn>
                <a:cxn ang="0">
                  <a:pos x="41" y="7"/>
                </a:cxn>
                <a:cxn ang="0">
                  <a:pos x="56" y="12"/>
                </a:cxn>
                <a:cxn ang="0">
                  <a:pos x="70" y="16"/>
                </a:cxn>
                <a:cxn ang="0">
                  <a:pos x="85" y="16"/>
                </a:cxn>
                <a:cxn ang="0">
                  <a:pos x="99" y="16"/>
                </a:cxn>
                <a:cxn ang="0">
                  <a:pos x="116" y="16"/>
                </a:cxn>
                <a:cxn ang="0">
                  <a:pos x="130" y="12"/>
                </a:cxn>
                <a:cxn ang="0">
                  <a:pos x="145" y="7"/>
                </a:cxn>
                <a:cxn ang="0">
                  <a:pos x="145" y="7"/>
                </a:cxn>
                <a:cxn ang="0">
                  <a:pos x="130" y="59"/>
                </a:cxn>
                <a:cxn ang="0">
                  <a:pos x="114" y="110"/>
                </a:cxn>
                <a:cxn ang="0">
                  <a:pos x="114" y="110"/>
                </a:cxn>
                <a:cxn ang="0">
                  <a:pos x="101" y="117"/>
                </a:cxn>
                <a:cxn ang="0">
                  <a:pos x="88" y="121"/>
                </a:cxn>
                <a:cxn ang="0">
                  <a:pos x="72" y="125"/>
                </a:cxn>
                <a:cxn ang="0">
                  <a:pos x="56" y="125"/>
                </a:cxn>
                <a:cxn ang="0">
                  <a:pos x="39" y="123"/>
                </a:cxn>
                <a:cxn ang="0">
                  <a:pos x="25" y="119"/>
                </a:cxn>
                <a:cxn ang="0">
                  <a:pos x="10" y="114"/>
                </a:cxn>
                <a:cxn ang="0">
                  <a:pos x="0" y="107"/>
                </a:cxn>
                <a:cxn ang="0">
                  <a:pos x="0" y="107"/>
                </a:cxn>
                <a:cxn ang="0">
                  <a:pos x="5" y="79"/>
                </a:cxn>
                <a:cxn ang="0">
                  <a:pos x="12" y="52"/>
                </a:cxn>
                <a:cxn ang="0">
                  <a:pos x="21" y="25"/>
                </a:cxn>
                <a:cxn ang="0">
                  <a:pos x="30" y="0"/>
                </a:cxn>
                <a:cxn ang="0">
                  <a:pos x="30" y="0"/>
                </a:cxn>
              </a:cxnLst>
              <a:rect l="0" t="0" r="r" b="b"/>
              <a:pathLst>
                <a:path w="145" h="125">
                  <a:moveTo>
                    <a:pt x="30" y="0"/>
                  </a:moveTo>
                  <a:lnTo>
                    <a:pt x="30" y="0"/>
                  </a:lnTo>
                  <a:lnTo>
                    <a:pt x="41" y="7"/>
                  </a:lnTo>
                  <a:lnTo>
                    <a:pt x="56" y="12"/>
                  </a:lnTo>
                  <a:lnTo>
                    <a:pt x="70" y="16"/>
                  </a:lnTo>
                  <a:lnTo>
                    <a:pt x="85" y="16"/>
                  </a:lnTo>
                  <a:lnTo>
                    <a:pt x="99" y="16"/>
                  </a:lnTo>
                  <a:lnTo>
                    <a:pt x="116" y="16"/>
                  </a:lnTo>
                  <a:lnTo>
                    <a:pt x="130" y="12"/>
                  </a:lnTo>
                  <a:lnTo>
                    <a:pt x="145" y="7"/>
                  </a:lnTo>
                  <a:lnTo>
                    <a:pt x="145" y="7"/>
                  </a:lnTo>
                  <a:lnTo>
                    <a:pt x="130" y="59"/>
                  </a:lnTo>
                  <a:lnTo>
                    <a:pt x="114" y="110"/>
                  </a:lnTo>
                  <a:lnTo>
                    <a:pt x="114" y="110"/>
                  </a:lnTo>
                  <a:lnTo>
                    <a:pt x="101" y="117"/>
                  </a:lnTo>
                  <a:lnTo>
                    <a:pt x="88" y="121"/>
                  </a:lnTo>
                  <a:lnTo>
                    <a:pt x="72" y="125"/>
                  </a:lnTo>
                  <a:lnTo>
                    <a:pt x="56" y="125"/>
                  </a:lnTo>
                  <a:lnTo>
                    <a:pt x="39" y="123"/>
                  </a:lnTo>
                  <a:lnTo>
                    <a:pt x="25" y="119"/>
                  </a:lnTo>
                  <a:lnTo>
                    <a:pt x="10" y="114"/>
                  </a:lnTo>
                  <a:lnTo>
                    <a:pt x="0" y="107"/>
                  </a:lnTo>
                  <a:lnTo>
                    <a:pt x="0" y="107"/>
                  </a:lnTo>
                  <a:lnTo>
                    <a:pt x="5" y="79"/>
                  </a:lnTo>
                  <a:lnTo>
                    <a:pt x="12" y="52"/>
                  </a:lnTo>
                  <a:lnTo>
                    <a:pt x="21" y="25"/>
                  </a:lnTo>
                  <a:lnTo>
                    <a:pt x="30" y="0"/>
                  </a:lnTo>
                  <a:lnTo>
                    <a:pt x="3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01" name="Group 76"/>
          <p:cNvGrpSpPr/>
          <p:nvPr/>
        </p:nvGrpSpPr>
        <p:grpSpPr>
          <a:xfrm>
            <a:off x="10584777" y="5807192"/>
            <a:ext cx="434882" cy="301940"/>
            <a:chOff x="5533573" y="812792"/>
            <a:chExt cx="400733" cy="278229"/>
          </a:xfrm>
          <a:solidFill>
            <a:srgbClr val="707E84"/>
          </a:solidFill>
        </p:grpSpPr>
        <p:sp>
          <p:nvSpPr>
            <p:cNvPr id="302" name="Freeform 101"/>
            <p:cNvSpPr>
              <a:spLocks/>
            </p:cNvSpPr>
            <p:nvPr/>
          </p:nvSpPr>
          <p:spPr bwMode="auto">
            <a:xfrm>
              <a:off x="5730826" y="962288"/>
              <a:ext cx="93436" cy="128733"/>
            </a:xfrm>
            <a:custGeom>
              <a:avLst/>
              <a:gdLst/>
              <a:ahLst/>
              <a:cxnLst>
                <a:cxn ang="0">
                  <a:pos x="0" y="34"/>
                </a:cxn>
                <a:cxn ang="0">
                  <a:pos x="0" y="34"/>
                </a:cxn>
                <a:cxn ang="0">
                  <a:pos x="14" y="52"/>
                </a:cxn>
                <a:cxn ang="0">
                  <a:pos x="23" y="74"/>
                </a:cxn>
                <a:cxn ang="0">
                  <a:pos x="30" y="96"/>
                </a:cxn>
                <a:cxn ang="0">
                  <a:pos x="30" y="109"/>
                </a:cxn>
                <a:cxn ang="0">
                  <a:pos x="32" y="120"/>
                </a:cxn>
                <a:cxn ang="0">
                  <a:pos x="32" y="120"/>
                </a:cxn>
                <a:cxn ang="0">
                  <a:pos x="32" y="123"/>
                </a:cxn>
                <a:cxn ang="0">
                  <a:pos x="32" y="123"/>
                </a:cxn>
                <a:cxn ang="0">
                  <a:pos x="34" y="123"/>
                </a:cxn>
                <a:cxn ang="0">
                  <a:pos x="87" y="123"/>
                </a:cxn>
                <a:cxn ang="0">
                  <a:pos x="87" y="123"/>
                </a:cxn>
                <a:cxn ang="0">
                  <a:pos x="88" y="121"/>
                </a:cxn>
                <a:cxn ang="0">
                  <a:pos x="90" y="120"/>
                </a:cxn>
                <a:cxn ang="0">
                  <a:pos x="90" y="120"/>
                </a:cxn>
                <a:cxn ang="0">
                  <a:pos x="88" y="103"/>
                </a:cxn>
                <a:cxn ang="0">
                  <a:pos x="87" y="87"/>
                </a:cxn>
                <a:cxn ang="0">
                  <a:pos x="83" y="71"/>
                </a:cxn>
                <a:cxn ang="0">
                  <a:pos x="78" y="54"/>
                </a:cxn>
                <a:cxn ang="0">
                  <a:pos x="72" y="40"/>
                </a:cxn>
                <a:cxn ang="0">
                  <a:pos x="65" y="25"/>
                </a:cxn>
                <a:cxn ang="0">
                  <a:pos x="56" y="13"/>
                </a:cxn>
                <a:cxn ang="0">
                  <a:pos x="47" y="0"/>
                </a:cxn>
                <a:cxn ang="0">
                  <a:pos x="47" y="0"/>
                </a:cxn>
                <a:cxn ang="0">
                  <a:pos x="34" y="5"/>
                </a:cxn>
                <a:cxn ang="0">
                  <a:pos x="21" y="14"/>
                </a:cxn>
                <a:cxn ang="0">
                  <a:pos x="10" y="23"/>
                </a:cxn>
                <a:cxn ang="0">
                  <a:pos x="0" y="34"/>
                </a:cxn>
                <a:cxn ang="0">
                  <a:pos x="0" y="34"/>
                </a:cxn>
              </a:cxnLst>
              <a:rect l="0" t="0" r="r" b="b"/>
              <a:pathLst>
                <a:path w="90" h="123">
                  <a:moveTo>
                    <a:pt x="0" y="34"/>
                  </a:moveTo>
                  <a:lnTo>
                    <a:pt x="0" y="34"/>
                  </a:lnTo>
                  <a:lnTo>
                    <a:pt x="14" y="52"/>
                  </a:lnTo>
                  <a:lnTo>
                    <a:pt x="23" y="74"/>
                  </a:lnTo>
                  <a:lnTo>
                    <a:pt x="30" y="96"/>
                  </a:lnTo>
                  <a:lnTo>
                    <a:pt x="30" y="109"/>
                  </a:lnTo>
                  <a:lnTo>
                    <a:pt x="32" y="120"/>
                  </a:lnTo>
                  <a:lnTo>
                    <a:pt x="32" y="120"/>
                  </a:lnTo>
                  <a:lnTo>
                    <a:pt x="32" y="123"/>
                  </a:lnTo>
                  <a:lnTo>
                    <a:pt x="32" y="123"/>
                  </a:lnTo>
                  <a:lnTo>
                    <a:pt x="34" y="123"/>
                  </a:lnTo>
                  <a:lnTo>
                    <a:pt x="87" y="123"/>
                  </a:lnTo>
                  <a:lnTo>
                    <a:pt x="87" y="123"/>
                  </a:lnTo>
                  <a:lnTo>
                    <a:pt x="88" y="121"/>
                  </a:lnTo>
                  <a:lnTo>
                    <a:pt x="90" y="120"/>
                  </a:lnTo>
                  <a:lnTo>
                    <a:pt x="90" y="120"/>
                  </a:lnTo>
                  <a:lnTo>
                    <a:pt x="88" y="103"/>
                  </a:lnTo>
                  <a:lnTo>
                    <a:pt x="87" y="87"/>
                  </a:lnTo>
                  <a:lnTo>
                    <a:pt x="83" y="71"/>
                  </a:lnTo>
                  <a:lnTo>
                    <a:pt x="78" y="54"/>
                  </a:lnTo>
                  <a:lnTo>
                    <a:pt x="72" y="40"/>
                  </a:lnTo>
                  <a:lnTo>
                    <a:pt x="65" y="25"/>
                  </a:lnTo>
                  <a:lnTo>
                    <a:pt x="56" y="13"/>
                  </a:lnTo>
                  <a:lnTo>
                    <a:pt x="47" y="0"/>
                  </a:lnTo>
                  <a:lnTo>
                    <a:pt x="47" y="0"/>
                  </a:lnTo>
                  <a:lnTo>
                    <a:pt x="34" y="5"/>
                  </a:lnTo>
                  <a:lnTo>
                    <a:pt x="21" y="14"/>
                  </a:lnTo>
                  <a:lnTo>
                    <a:pt x="10" y="23"/>
                  </a:lnTo>
                  <a:lnTo>
                    <a:pt x="0" y="34"/>
                  </a:lnTo>
                  <a:lnTo>
                    <a:pt x="0" y="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3" name="Freeform 102"/>
            <p:cNvSpPr>
              <a:spLocks/>
            </p:cNvSpPr>
            <p:nvPr/>
          </p:nvSpPr>
          <p:spPr bwMode="auto">
            <a:xfrm>
              <a:off x="5533573" y="814869"/>
              <a:ext cx="182717" cy="151573"/>
            </a:xfrm>
            <a:custGeom>
              <a:avLst/>
              <a:gdLst/>
              <a:ahLst/>
              <a:cxnLst>
                <a:cxn ang="0">
                  <a:pos x="178" y="71"/>
                </a:cxn>
                <a:cxn ang="0">
                  <a:pos x="178" y="71"/>
                </a:cxn>
                <a:cxn ang="0">
                  <a:pos x="154" y="58"/>
                </a:cxn>
                <a:cxn ang="0">
                  <a:pos x="131" y="49"/>
                </a:cxn>
                <a:cxn ang="0">
                  <a:pos x="104" y="44"/>
                </a:cxn>
                <a:cxn ang="0">
                  <a:pos x="76" y="42"/>
                </a:cxn>
                <a:cxn ang="0">
                  <a:pos x="76" y="2"/>
                </a:cxn>
                <a:cxn ang="0">
                  <a:pos x="76" y="2"/>
                </a:cxn>
                <a:cxn ang="0">
                  <a:pos x="75" y="0"/>
                </a:cxn>
                <a:cxn ang="0">
                  <a:pos x="75" y="0"/>
                </a:cxn>
                <a:cxn ang="0">
                  <a:pos x="73" y="0"/>
                </a:cxn>
                <a:cxn ang="0">
                  <a:pos x="2" y="71"/>
                </a:cxn>
                <a:cxn ang="0">
                  <a:pos x="2" y="71"/>
                </a:cxn>
                <a:cxn ang="0">
                  <a:pos x="0" y="73"/>
                </a:cxn>
                <a:cxn ang="0">
                  <a:pos x="2" y="75"/>
                </a:cxn>
                <a:cxn ang="0">
                  <a:pos x="73" y="145"/>
                </a:cxn>
                <a:cxn ang="0">
                  <a:pos x="73" y="145"/>
                </a:cxn>
                <a:cxn ang="0">
                  <a:pos x="75" y="145"/>
                </a:cxn>
                <a:cxn ang="0">
                  <a:pos x="75" y="145"/>
                </a:cxn>
                <a:cxn ang="0">
                  <a:pos x="76" y="144"/>
                </a:cxn>
                <a:cxn ang="0">
                  <a:pos x="76" y="100"/>
                </a:cxn>
                <a:cxn ang="0">
                  <a:pos x="76" y="100"/>
                </a:cxn>
                <a:cxn ang="0">
                  <a:pos x="91" y="100"/>
                </a:cxn>
                <a:cxn ang="0">
                  <a:pos x="105" y="102"/>
                </a:cxn>
                <a:cxn ang="0">
                  <a:pos x="118" y="107"/>
                </a:cxn>
                <a:cxn ang="0">
                  <a:pos x="133" y="113"/>
                </a:cxn>
                <a:cxn ang="0">
                  <a:pos x="133" y="113"/>
                </a:cxn>
                <a:cxn ang="0">
                  <a:pos x="142" y="100"/>
                </a:cxn>
                <a:cxn ang="0">
                  <a:pos x="153" y="89"/>
                </a:cxn>
                <a:cxn ang="0">
                  <a:pos x="165" y="80"/>
                </a:cxn>
                <a:cxn ang="0">
                  <a:pos x="178" y="71"/>
                </a:cxn>
                <a:cxn ang="0">
                  <a:pos x="178" y="71"/>
                </a:cxn>
              </a:cxnLst>
              <a:rect l="0" t="0" r="r" b="b"/>
              <a:pathLst>
                <a:path w="178" h="145">
                  <a:moveTo>
                    <a:pt x="178" y="71"/>
                  </a:moveTo>
                  <a:lnTo>
                    <a:pt x="178" y="71"/>
                  </a:lnTo>
                  <a:lnTo>
                    <a:pt x="154" y="58"/>
                  </a:lnTo>
                  <a:lnTo>
                    <a:pt x="131" y="49"/>
                  </a:lnTo>
                  <a:lnTo>
                    <a:pt x="104" y="44"/>
                  </a:lnTo>
                  <a:lnTo>
                    <a:pt x="76" y="42"/>
                  </a:lnTo>
                  <a:lnTo>
                    <a:pt x="76" y="2"/>
                  </a:lnTo>
                  <a:lnTo>
                    <a:pt x="76" y="2"/>
                  </a:lnTo>
                  <a:lnTo>
                    <a:pt x="75" y="0"/>
                  </a:lnTo>
                  <a:lnTo>
                    <a:pt x="75" y="0"/>
                  </a:lnTo>
                  <a:lnTo>
                    <a:pt x="73" y="0"/>
                  </a:lnTo>
                  <a:lnTo>
                    <a:pt x="2" y="71"/>
                  </a:lnTo>
                  <a:lnTo>
                    <a:pt x="2" y="71"/>
                  </a:lnTo>
                  <a:lnTo>
                    <a:pt x="0" y="73"/>
                  </a:lnTo>
                  <a:lnTo>
                    <a:pt x="2" y="75"/>
                  </a:lnTo>
                  <a:lnTo>
                    <a:pt x="73" y="145"/>
                  </a:lnTo>
                  <a:lnTo>
                    <a:pt x="73" y="145"/>
                  </a:lnTo>
                  <a:lnTo>
                    <a:pt x="75" y="145"/>
                  </a:lnTo>
                  <a:lnTo>
                    <a:pt x="75" y="145"/>
                  </a:lnTo>
                  <a:lnTo>
                    <a:pt x="76" y="144"/>
                  </a:lnTo>
                  <a:lnTo>
                    <a:pt x="76" y="100"/>
                  </a:lnTo>
                  <a:lnTo>
                    <a:pt x="76" y="100"/>
                  </a:lnTo>
                  <a:lnTo>
                    <a:pt x="91" y="100"/>
                  </a:lnTo>
                  <a:lnTo>
                    <a:pt x="105" y="102"/>
                  </a:lnTo>
                  <a:lnTo>
                    <a:pt x="118" y="107"/>
                  </a:lnTo>
                  <a:lnTo>
                    <a:pt x="133" y="113"/>
                  </a:lnTo>
                  <a:lnTo>
                    <a:pt x="133" y="113"/>
                  </a:lnTo>
                  <a:lnTo>
                    <a:pt x="142" y="100"/>
                  </a:lnTo>
                  <a:lnTo>
                    <a:pt x="153" y="89"/>
                  </a:lnTo>
                  <a:lnTo>
                    <a:pt x="165" y="80"/>
                  </a:lnTo>
                  <a:lnTo>
                    <a:pt x="178" y="71"/>
                  </a:lnTo>
                  <a:lnTo>
                    <a:pt x="178" y="7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4" name="Freeform 103"/>
            <p:cNvSpPr>
              <a:spLocks/>
            </p:cNvSpPr>
            <p:nvPr/>
          </p:nvSpPr>
          <p:spPr bwMode="auto">
            <a:xfrm>
              <a:off x="5620779" y="812792"/>
              <a:ext cx="313527" cy="278228"/>
            </a:xfrm>
            <a:custGeom>
              <a:avLst/>
              <a:gdLst/>
              <a:ahLst/>
              <a:cxnLst>
                <a:cxn ang="0">
                  <a:pos x="300" y="79"/>
                </a:cxn>
                <a:cxn ang="0">
                  <a:pos x="220" y="1"/>
                </a:cxn>
                <a:cxn ang="0">
                  <a:pos x="220" y="1"/>
                </a:cxn>
                <a:cxn ang="0">
                  <a:pos x="218" y="0"/>
                </a:cxn>
                <a:cxn ang="0">
                  <a:pos x="218" y="0"/>
                </a:cxn>
                <a:cxn ang="0">
                  <a:pos x="216" y="3"/>
                </a:cxn>
                <a:cxn ang="0">
                  <a:pos x="216" y="47"/>
                </a:cxn>
                <a:cxn ang="0">
                  <a:pos x="216" y="47"/>
                </a:cxn>
                <a:cxn ang="0">
                  <a:pos x="200" y="49"/>
                </a:cxn>
                <a:cxn ang="0">
                  <a:pos x="185" y="50"/>
                </a:cxn>
                <a:cxn ang="0">
                  <a:pos x="155" y="56"/>
                </a:cxn>
                <a:cxn ang="0">
                  <a:pos x="127" y="67"/>
                </a:cxn>
                <a:cxn ang="0">
                  <a:pos x="102" y="81"/>
                </a:cxn>
                <a:cxn ang="0">
                  <a:pos x="102" y="81"/>
                </a:cxn>
                <a:cxn ang="0">
                  <a:pos x="87" y="90"/>
                </a:cxn>
                <a:cxn ang="0">
                  <a:pos x="75" y="101"/>
                </a:cxn>
                <a:cxn ang="0">
                  <a:pos x="62" y="114"/>
                </a:cxn>
                <a:cxn ang="0">
                  <a:pos x="49" y="127"/>
                </a:cxn>
                <a:cxn ang="0">
                  <a:pos x="49" y="127"/>
                </a:cxn>
                <a:cxn ang="0">
                  <a:pos x="39" y="141"/>
                </a:cxn>
                <a:cxn ang="0">
                  <a:pos x="29" y="157"/>
                </a:cxn>
                <a:cxn ang="0">
                  <a:pos x="20" y="172"/>
                </a:cxn>
                <a:cxn ang="0">
                  <a:pos x="15" y="190"/>
                </a:cxn>
                <a:cxn ang="0">
                  <a:pos x="10" y="206"/>
                </a:cxn>
                <a:cxn ang="0">
                  <a:pos x="4" y="224"/>
                </a:cxn>
                <a:cxn ang="0">
                  <a:pos x="2" y="244"/>
                </a:cxn>
                <a:cxn ang="0">
                  <a:pos x="0" y="263"/>
                </a:cxn>
                <a:cxn ang="0">
                  <a:pos x="0" y="263"/>
                </a:cxn>
                <a:cxn ang="0">
                  <a:pos x="2" y="266"/>
                </a:cxn>
                <a:cxn ang="0">
                  <a:pos x="4" y="266"/>
                </a:cxn>
                <a:cxn ang="0">
                  <a:pos x="64" y="266"/>
                </a:cxn>
                <a:cxn ang="0">
                  <a:pos x="64" y="266"/>
                </a:cxn>
                <a:cxn ang="0">
                  <a:pos x="66" y="266"/>
                </a:cxn>
                <a:cxn ang="0">
                  <a:pos x="66" y="266"/>
                </a:cxn>
                <a:cxn ang="0">
                  <a:pos x="66" y="263"/>
                </a:cxn>
                <a:cxn ang="0">
                  <a:pos x="66" y="263"/>
                </a:cxn>
                <a:cxn ang="0">
                  <a:pos x="68" y="250"/>
                </a:cxn>
                <a:cxn ang="0">
                  <a:pos x="69" y="237"/>
                </a:cxn>
                <a:cxn ang="0">
                  <a:pos x="71" y="223"/>
                </a:cxn>
                <a:cxn ang="0">
                  <a:pos x="77" y="212"/>
                </a:cxn>
                <a:cxn ang="0">
                  <a:pos x="80" y="199"/>
                </a:cxn>
                <a:cxn ang="0">
                  <a:pos x="87" y="188"/>
                </a:cxn>
                <a:cxn ang="0">
                  <a:pos x="102" y="166"/>
                </a:cxn>
                <a:cxn ang="0">
                  <a:pos x="102" y="166"/>
                </a:cxn>
                <a:cxn ang="0">
                  <a:pos x="113" y="154"/>
                </a:cxn>
                <a:cxn ang="0">
                  <a:pos x="126" y="145"/>
                </a:cxn>
                <a:cxn ang="0">
                  <a:pos x="138" y="134"/>
                </a:cxn>
                <a:cxn ang="0">
                  <a:pos x="153" y="127"/>
                </a:cxn>
                <a:cxn ang="0">
                  <a:pos x="153" y="127"/>
                </a:cxn>
                <a:cxn ang="0">
                  <a:pos x="167" y="121"/>
                </a:cxn>
                <a:cxn ang="0">
                  <a:pos x="184" y="116"/>
                </a:cxn>
                <a:cxn ang="0">
                  <a:pos x="198" y="114"/>
                </a:cxn>
                <a:cxn ang="0">
                  <a:pos x="216" y="112"/>
                </a:cxn>
                <a:cxn ang="0">
                  <a:pos x="216" y="161"/>
                </a:cxn>
                <a:cxn ang="0">
                  <a:pos x="216" y="161"/>
                </a:cxn>
                <a:cxn ang="0">
                  <a:pos x="218" y="165"/>
                </a:cxn>
                <a:cxn ang="0">
                  <a:pos x="218" y="165"/>
                </a:cxn>
                <a:cxn ang="0">
                  <a:pos x="220" y="165"/>
                </a:cxn>
                <a:cxn ang="0">
                  <a:pos x="300" y="85"/>
                </a:cxn>
                <a:cxn ang="0">
                  <a:pos x="300" y="85"/>
                </a:cxn>
                <a:cxn ang="0">
                  <a:pos x="301" y="83"/>
                </a:cxn>
                <a:cxn ang="0">
                  <a:pos x="300" y="79"/>
                </a:cxn>
                <a:cxn ang="0">
                  <a:pos x="300" y="79"/>
                </a:cxn>
              </a:cxnLst>
              <a:rect l="0" t="0" r="r" b="b"/>
              <a:pathLst>
                <a:path w="301" h="266">
                  <a:moveTo>
                    <a:pt x="300" y="79"/>
                  </a:moveTo>
                  <a:lnTo>
                    <a:pt x="220" y="1"/>
                  </a:lnTo>
                  <a:lnTo>
                    <a:pt x="220" y="1"/>
                  </a:lnTo>
                  <a:lnTo>
                    <a:pt x="218" y="0"/>
                  </a:lnTo>
                  <a:lnTo>
                    <a:pt x="218" y="0"/>
                  </a:lnTo>
                  <a:lnTo>
                    <a:pt x="216" y="3"/>
                  </a:lnTo>
                  <a:lnTo>
                    <a:pt x="216" y="47"/>
                  </a:lnTo>
                  <a:lnTo>
                    <a:pt x="216" y="47"/>
                  </a:lnTo>
                  <a:lnTo>
                    <a:pt x="200" y="49"/>
                  </a:lnTo>
                  <a:lnTo>
                    <a:pt x="185" y="50"/>
                  </a:lnTo>
                  <a:lnTo>
                    <a:pt x="155" y="56"/>
                  </a:lnTo>
                  <a:lnTo>
                    <a:pt x="127" y="67"/>
                  </a:lnTo>
                  <a:lnTo>
                    <a:pt x="102" y="81"/>
                  </a:lnTo>
                  <a:lnTo>
                    <a:pt x="102" y="81"/>
                  </a:lnTo>
                  <a:lnTo>
                    <a:pt x="87" y="90"/>
                  </a:lnTo>
                  <a:lnTo>
                    <a:pt x="75" y="101"/>
                  </a:lnTo>
                  <a:lnTo>
                    <a:pt x="62" y="114"/>
                  </a:lnTo>
                  <a:lnTo>
                    <a:pt x="49" y="127"/>
                  </a:lnTo>
                  <a:lnTo>
                    <a:pt x="49" y="127"/>
                  </a:lnTo>
                  <a:lnTo>
                    <a:pt x="39" y="141"/>
                  </a:lnTo>
                  <a:lnTo>
                    <a:pt x="29" y="157"/>
                  </a:lnTo>
                  <a:lnTo>
                    <a:pt x="20" y="172"/>
                  </a:lnTo>
                  <a:lnTo>
                    <a:pt x="15" y="190"/>
                  </a:lnTo>
                  <a:lnTo>
                    <a:pt x="10" y="206"/>
                  </a:lnTo>
                  <a:lnTo>
                    <a:pt x="4" y="224"/>
                  </a:lnTo>
                  <a:lnTo>
                    <a:pt x="2" y="244"/>
                  </a:lnTo>
                  <a:lnTo>
                    <a:pt x="0" y="263"/>
                  </a:lnTo>
                  <a:lnTo>
                    <a:pt x="0" y="263"/>
                  </a:lnTo>
                  <a:lnTo>
                    <a:pt x="2" y="266"/>
                  </a:lnTo>
                  <a:lnTo>
                    <a:pt x="4" y="266"/>
                  </a:lnTo>
                  <a:lnTo>
                    <a:pt x="64" y="266"/>
                  </a:lnTo>
                  <a:lnTo>
                    <a:pt x="64" y="266"/>
                  </a:lnTo>
                  <a:lnTo>
                    <a:pt x="66" y="266"/>
                  </a:lnTo>
                  <a:lnTo>
                    <a:pt x="66" y="266"/>
                  </a:lnTo>
                  <a:lnTo>
                    <a:pt x="66" y="263"/>
                  </a:lnTo>
                  <a:lnTo>
                    <a:pt x="66" y="263"/>
                  </a:lnTo>
                  <a:lnTo>
                    <a:pt x="68" y="250"/>
                  </a:lnTo>
                  <a:lnTo>
                    <a:pt x="69" y="237"/>
                  </a:lnTo>
                  <a:lnTo>
                    <a:pt x="71" y="223"/>
                  </a:lnTo>
                  <a:lnTo>
                    <a:pt x="77" y="212"/>
                  </a:lnTo>
                  <a:lnTo>
                    <a:pt x="80" y="199"/>
                  </a:lnTo>
                  <a:lnTo>
                    <a:pt x="87" y="188"/>
                  </a:lnTo>
                  <a:lnTo>
                    <a:pt x="102" y="166"/>
                  </a:lnTo>
                  <a:lnTo>
                    <a:pt x="102" y="166"/>
                  </a:lnTo>
                  <a:lnTo>
                    <a:pt x="113" y="154"/>
                  </a:lnTo>
                  <a:lnTo>
                    <a:pt x="126" y="145"/>
                  </a:lnTo>
                  <a:lnTo>
                    <a:pt x="138" y="134"/>
                  </a:lnTo>
                  <a:lnTo>
                    <a:pt x="153" y="127"/>
                  </a:lnTo>
                  <a:lnTo>
                    <a:pt x="153" y="127"/>
                  </a:lnTo>
                  <a:lnTo>
                    <a:pt x="167" y="121"/>
                  </a:lnTo>
                  <a:lnTo>
                    <a:pt x="184" y="116"/>
                  </a:lnTo>
                  <a:lnTo>
                    <a:pt x="198" y="114"/>
                  </a:lnTo>
                  <a:lnTo>
                    <a:pt x="216" y="112"/>
                  </a:lnTo>
                  <a:lnTo>
                    <a:pt x="216" y="161"/>
                  </a:lnTo>
                  <a:lnTo>
                    <a:pt x="216" y="161"/>
                  </a:lnTo>
                  <a:lnTo>
                    <a:pt x="218" y="165"/>
                  </a:lnTo>
                  <a:lnTo>
                    <a:pt x="218" y="165"/>
                  </a:lnTo>
                  <a:lnTo>
                    <a:pt x="220" y="165"/>
                  </a:lnTo>
                  <a:lnTo>
                    <a:pt x="300" y="85"/>
                  </a:lnTo>
                  <a:lnTo>
                    <a:pt x="300" y="85"/>
                  </a:lnTo>
                  <a:lnTo>
                    <a:pt x="301" y="83"/>
                  </a:lnTo>
                  <a:lnTo>
                    <a:pt x="300" y="79"/>
                  </a:lnTo>
                  <a:lnTo>
                    <a:pt x="300" y="7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05" name="Group 85"/>
          <p:cNvGrpSpPr/>
          <p:nvPr/>
        </p:nvGrpSpPr>
        <p:grpSpPr>
          <a:xfrm>
            <a:off x="10698058" y="5178228"/>
            <a:ext cx="342496" cy="455162"/>
            <a:chOff x="5575100" y="3734191"/>
            <a:chExt cx="315602" cy="419419"/>
          </a:xfrm>
          <a:solidFill>
            <a:srgbClr val="707E84"/>
          </a:solidFill>
        </p:grpSpPr>
        <p:sp>
          <p:nvSpPr>
            <p:cNvPr id="306" name="Freeform 108"/>
            <p:cNvSpPr>
              <a:spLocks noEditPoints="1"/>
            </p:cNvSpPr>
            <p:nvPr/>
          </p:nvSpPr>
          <p:spPr bwMode="auto">
            <a:xfrm>
              <a:off x="5575100" y="3734191"/>
              <a:ext cx="315602" cy="419419"/>
            </a:xfrm>
            <a:custGeom>
              <a:avLst/>
              <a:gdLst/>
              <a:ahLst/>
              <a:cxnLst>
                <a:cxn ang="0">
                  <a:pos x="136" y="2"/>
                </a:cxn>
                <a:cxn ang="0">
                  <a:pos x="92" y="13"/>
                </a:cxn>
                <a:cxn ang="0">
                  <a:pos x="56" y="35"/>
                </a:cxn>
                <a:cxn ang="0">
                  <a:pos x="25" y="67"/>
                </a:cxn>
                <a:cxn ang="0">
                  <a:pos x="7" y="107"/>
                </a:cxn>
                <a:cxn ang="0">
                  <a:pos x="0" y="153"/>
                </a:cxn>
                <a:cxn ang="0">
                  <a:pos x="5" y="187"/>
                </a:cxn>
                <a:cxn ang="0">
                  <a:pos x="25" y="236"/>
                </a:cxn>
                <a:cxn ang="0">
                  <a:pos x="63" y="274"/>
                </a:cxn>
                <a:cxn ang="0">
                  <a:pos x="69" y="278"/>
                </a:cxn>
                <a:cxn ang="0">
                  <a:pos x="76" y="301"/>
                </a:cxn>
                <a:cxn ang="0">
                  <a:pos x="76" y="354"/>
                </a:cxn>
                <a:cxn ang="0">
                  <a:pos x="83" y="372"/>
                </a:cxn>
                <a:cxn ang="0">
                  <a:pos x="140" y="401"/>
                </a:cxn>
                <a:cxn ang="0">
                  <a:pos x="150" y="405"/>
                </a:cxn>
                <a:cxn ang="0">
                  <a:pos x="214" y="376"/>
                </a:cxn>
                <a:cxn ang="0">
                  <a:pos x="225" y="367"/>
                </a:cxn>
                <a:cxn ang="0">
                  <a:pos x="228" y="303"/>
                </a:cxn>
                <a:cxn ang="0">
                  <a:pos x="230" y="289"/>
                </a:cxn>
                <a:cxn ang="0">
                  <a:pos x="243" y="270"/>
                </a:cxn>
                <a:cxn ang="0">
                  <a:pos x="261" y="256"/>
                </a:cxn>
                <a:cxn ang="0">
                  <a:pos x="288" y="216"/>
                </a:cxn>
                <a:cxn ang="0">
                  <a:pos x="301" y="169"/>
                </a:cxn>
                <a:cxn ang="0">
                  <a:pos x="301" y="136"/>
                </a:cxn>
                <a:cxn ang="0">
                  <a:pos x="290" y="93"/>
                </a:cxn>
                <a:cxn ang="0">
                  <a:pos x="268" y="57"/>
                </a:cxn>
                <a:cxn ang="0">
                  <a:pos x="236" y="28"/>
                </a:cxn>
                <a:cxn ang="0">
                  <a:pos x="196" y="8"/>
                </a:cxn>
                <a:cxn ang="0">
                  <a:pos x="150" y="0"/>
                </a:cxn>
                <a:cxn ang="0">
                  <a:pos x="100" y="354"/>
                </a:cxn>
                <a:cxn ang="0">
                  <a:pos x="203" y="303"/>
                </a:cxn>
                <a:cxn ang="0">
                  <a:pos x="100" y="303"/>
                </a:cxn>
                <a:cxn ang="0">
                  <a:pos x="203" y="303"/>
                </a:cxn>
                <a:cxn ang="0">
                  <a:pos x="230" y="249"/>
                </a:cxn>
                <a:cxn ang="0">
                  <a:pos x="210" y="270"/>
                </a:cxn>
                <a:cxn ang="0">
                  <a:pos x="96" y="278"/>
                </a:cxn>
                <a:cxn ang="0">
                  <a:pos x="85" y="260"/>
                </a:cxn>
                <a:cxn ang="0">
                  <a:pos x="67" y="245"/>
                </a:cxn>
                <a:cxn ang="0">
                  <a:pos x="40" y="211"/>
                </a:cxn>
                <a:cxn ang="0">
                  <a:pos x="27" y="167"/>
                </a:cxn>
                <a:cxn ang="0">
                  <a:pos x="25" y="140"/>
                </a:cxn>
                <a:cxn ang="0">
                  <a:pos x="36" y="104"/>
                </a:cxn>
                <a:cxn ang="0">
                  <a:pos x="54" y="71"/>
                </a:cxn>
                <a:cxn ang="0">
                  <a:pos x="82" y="47"/>
                </a:cxn>
                <a:cxn ang="0">
                  <a:pos x="114" y="31"/>
                </a:cxn>
                <a:cxn ang="0">
                  <a:pos x="150" y="26"/>
                </a:cxn>
                <a:cxn ang="0">
                  <a:pos x="176" y="29"/>
                </a:cxn>
                <a:cxn ang="0">
                  <a:pos x="212" y="42"/>
                </a:cxn>
                <a:cxn ang="0">
                  <a:pos x="239" y="64"/>
                </a:cxn>
                <a:cxn ang="0">
                  <a:pos x="261" y="93"/>
                </a:cxn>
                <a:cxn ang="0">
                  <a:pos x="274" y="127"/>
                </a:cxn>
                <a:cxn ang="0">
                  <a:pos x="277" y="153"/>
                </a:cxn>
                <a:cxn ang="0">
                  <a:pos x="270" y="192"/>
                </a:cxn>
                <a:cxn ang="0">
                  <a:pos x="250" y="229"/>
                </a:cxn>
                <a:cxn ang="0">
                  <a:pos x="232" y="249"/>
                </a:cxn>
              </a:cxnLst>
              <a:rect l="0" t="0" r="r" b="b"/>
              <a:pathLst>
                <a:path w="303" h="405">
                  <a:moveTo>
                    <a:pt x="150" y="0"/>
                  </a:moveTo>
                  <a:lnTo>
                    <a:pt x="150" y="0"/>
                  </a:lnTo>
                  <a:lnTo>
                    <a:pt x="136" y="2"/>
                  </a:lnTo>
                  <a:lnTo>
                    <a:pt x="121" y="4"/>
                  </a:lnTo>
                  <a:lnTo>
                    <a:pt x="107" y="8"/>
                  </a:lnTo>
                  <a:lnTo>
                    <a:pt x="92" y="13"/>
                  </a:lnTo>
                  <a:lnTo>
                    <a:pt x="80" y="18"/>
                  </a:lnTo>
                  <a:lnTo>
                    <a:pt x="67" y="28"/>
                  </a:lnTo>
                  <a:lnTo>
                    <a:pt x="56" y="35"/>
                  </a:lnTo>
                  <a:lnTo>
                    <a:pt x="45" y="46"/>
                  </a:lnTo>
                  <a:lnTo>
                    <a:pt x="34" y="57"/>
                  </a:lnTo>
                  <a:lnTo>
                    <a:pt x="25" y="67"/>
                  </a:lnTo>
                  <a:lnTo>
                    <a:pt x="18" y="80"/>
                  </a:lnTo>
                  <a:lnTo>
                    <a:pt x="13" y="93"/>
                  </a:lnTo>
                  <a:lnTo>
                    <a:pt x="7" y="107"/>
                  </a:lnTo>
                  <a:lnTo>
                    <a:pt x="4" y="122"/>
                  </a:lnTo>
                  <a:lnTo>
                    <a:pt x="2" y="136"/>
                  </a:lnTo>
                  <a:lnTo>
                    <a:pt x="0" y="153"/>
                  </a:lnTo>
                  <a:lnTo>
                    <a:pt x="0" y="153"/>
                  </a:lnTo>
                  <a:lnTo>
                    <a:pt x="2" y="171"/>
                  </a:lnTo>
                  <a:lnTo>
                    <a:pt x="5" y="187"/>
                  </a:lnTo>
                  <a:lnTo>
                    <a:pt x="9" y="205"/>
                  </a:lnTo>
                  <a:lnTo>
                    <a:pt x="16" y="221"/>
                  </a:lnTo>
                  <a:lnTo>
                    <a:pt x="25" y="236"/>
                  </a:lnTo>
                  <a:lnTo>
                    <a:pt x="36" y="251"/>
                  </a:lnTo>
                  <a:lnTo>
                    <a:pt x="49" y="263"/>
                  </a:lnTo>
                  <a:lnTo>
                    <a:pt x="63" y="274"/>
                  </a:lnTo>
                  <a:lnTo>
                    <a:pt x="65" y="276"/>
                  </a:lnTo>
                  <a:lnTo>
                    <a:pt x="65" y="276"/>
                  </a:lnTo>
                  <a:lnTo>
                    <a:pt x="69" y="278"/>
                  </a:lnTo>
                  <a:lnTo>
                    <a:pt x="71" y="281"/>
                  </a:lnTo>
                  <a:lnTo>
                    <a:pt x="74" y="290"/>
                  </a:lnTo>
                  <a:lnTo>
                    <a:pt x="76" y="301"/>
                  </a:lnTo>
                  <a:lnTo>
                    <a:pt x="76" y="303"/>
                  </a:lnTo>
                  <a:lnTo>
                    <a:pt x="76" y="354"/>
                  </a:lnTo>
                  <a:lnTo>
                    <a:pt x="76" y="354"/>
                  </a:lnTo>
                  <a:lnTo>
                    <a:pt x="76" y="359"/>
                  </a:lnTo>
                  <a:lnTo>
                    <a:pt x="80" y="367"/>
                  </a:lnTo>
                  <a:lnTo>
                    <a:pt x="83" y="372"/>
                  </a:lnTo>
                  <a:lnTo>
                    <a:pt x="89" y="376"/>
                  </a:lnTo>
                  <a:lnTo>
                    <a:pt x="140" y="401"/>
                  </a:lnTo>
                  <a:lnTo>
                    <a:pt x="140" y="401"/>
                  </a:lnTo>
                  <a:lnTo>
                    <a:pt x="145" y="403"/>
                  </a:lnTo>
                  <a:lnTo>
                    <a:pt x="150" y="405"/>
                  </a:lnTo>
                  <a:lnTo>
                    <a:pt x="150" y="405"/>
                  </a:lnTo>
                  <a:lnTo>
                    <a:pt x="158" y="403"/>
                  </a:lnTo>
                  <a:lnTo>
                    <a:pt x="163" y="401"/>
                  </a:lnTo>
                  <a:lnTo>
                    <a:pt x="214" y="376"/>
                  </a:lnTo>
                  <a:lnTo>
                    <a:pt x="214" y="376"/>
                  </a:lnTo>
                  <a:lnTo>
                    <a:pt x="219" y="372"/>
                  </a:lnTo>
                  <a:lnTo>
                    <a:pt x="225" y="367"/>
                  </a:lnTo>
                  <a:lnTo>
                    <a:pt x="227" y="359"/>
                  </a:lnTo>
                  <a:lnTo>
                    <a:pt x="228" y="354"/>
                  </a:lnTo>
                  <a:lnTo>
                    <a:pt x="228" y="303"/>
                  </a:lnTo>
                  <a:lnTo>
                    <a:pt x="228" y="303"/>
                  </a:lnTo>
                  <a:lnTo>
                    <a:pt x="228" y="296"/>
                  </a:lnTo>
                  <a:lnTo>
                    <a:pt x="230" y="289"/>
                  </a:lnTo>
                  <a:lnTo>
                    <a:pt x="236" y="278"/>
                  </a:lnTo>
                  <a:lnTo>
                    <a:pt x="241" y="272"/>
                  </a:lnTo>
                  <a:lnTo>
                    <a:pt x="243" y="270"/>
                  </a:lnTo>
                  <a:lnTo>
                    <a:pt x="248" y="267"/>
                  </a:lnTo>
                  <a:lnTo>
                    <a:pt x="248" y="267"/>
                  </a:lnTo>
                  <a:lnTo>
                    <a:pt x="261" y="256"/>
                  </a:lnTo>
                  <a:lnTo>
                    <a:pt x="272" y="243"/>
                  </a:lnTo>
                  <a:lnTo>
                    <a:pt x="281" y="231"/>
                  </a:lnTo>
                  <a:lnTo>
                    <a:pt x="288" y="216"/>
                  </a:lnTo>
                  <a:lnTo>
                    <a:pt x="294" y="200"/>
                  </a:lnTo>
                  <a:lnTo>
                    <a:pt x="299" y="185"/>
                  </a:lnTo>
                  <a:lnTo>
                    <a:pt x="301" y="169"/>
                  </a:lnTo>
                  <a:lnTo>
                    <a:pt x="303" y="153"/>
                  </a:lnTo>
                  <a:lnTo>
                    <a:pt x="303" y="153"/>
                  </a:lnTo>
                  <a:lnTo>
                    <a:pt x="301" y="136"/>
                  </a:lnTo>
                  <a:lnTo>
                    <a:pt x="299" y="122"/>
                  </a:lnTo>
                  <a:lnTo>
                    <a:pt x="295" y="107"/>
                  </a:lnTo>
                  <a:lnTo>
                    <a:pt x="290" y="93"/>
                  </a:lnTo>
                  <a:lnTo>
                    <a:pt x="285" y="80"/>
                  </a:lnTo>
                  <a:lnTo>
                    <a:pt x="275" y="67"/>
                  </a:lnTo>
                  <a:lnTo>
                    <a:pt x="268" y="57"/>
                  </a:lnTo>
                  <a:lnTo>
                    <a:pt x="257" y="46"/>
                  </a:lnTo>
                  <a:lnTo>
                    <a:pt x="246" y="35"/>
                  </a:lnTo>
                  <a:lnTo>
                    <a:pt x="236" y="28"/>
                  </a:lnTo>
                  <a:lnTo>
                    <a:pt x="223" y="18"/>
                  </a:lnTo>
                  <a:lnTo>
                    <a:pt x="210" y="13"/>
                  </a:lnTo>
                  <a:lnTo>
                    <a:pt x="196" y="8"/>
                  </a:lnTo>
                  <a:lnTo>
                    <a:pt x="181" y="4"/>
                  </a:lnTo>
                  <a:lnTo>
                    <a:pt x="167" y="2"/>
                  </a:lnTo>
                  <a:lnTo>
                    <a:pt x="150" y="0"/>
                  </a:lnTo>
                  <a:lnTo>
                    <a:pt x="150" y="0"/>
                  </a:lnTo>
                  <a:close/>
                  <a:moveTo>
                    <a:pt x="150" y="379"/>
                  </a:moveTo>
                  <a:lnTo>
                    <a:pt x="100" y="354"/>
                  </a:lnTo>
                  <a:lnTo>
                    <a:pt x="203" y="354"/>
                  </a:lnTo>
                  <a:lnTo>
                    <a:pt x="150" y="379"/>
                  </a:lnTo>
                  <a:close/>
                  <a:moveTo>
                    <a:pt x="203" y="303"/>
                  </a:moveTo>
                  <a:lnTo>
                    <a:pt x="203" y="328"/>
                  </a:lnTo>
                  <a:lnTo>
                    <a:pt x="100" y="328"/>
                  </a:lnTo>
                  <a:lnTo>
                    <a:pt x="100" y="303"/>
                  </a:lnTo>
                  <a:lnTo>
                    <a:pt x="100" y="303"/>
                  </a:lnTo>
                  <a:lnTo>
                    <a:pt x="203" y="303"/>
                  </a:lnTo>
                  <a:lnTo>
                    <a:pt x="203" y="303"/>
                  </a:lnTo>
                  <a:close/>
                  <a:moveTo>
                    <a:pt x="232" y="249"/>
                  </a:moveTo>
                  <a:lnTo>
                    <a:pt x="232" y="249"/>
                  </a:lnTo>
                  <a:lnTo>
                    <a:pt x="230" y="249"/>
                  </a:lnTo>
                  <a:lnTo>
                    <a:pt x="223" y="254"/>
                  </a:lnTo>
                  <a:lnTo>
                    <a:pt x="214" y="263"/>
                  </a:lnTo>
                  <a:lnTo>
                    <a:pt x="210" y="270"/>
                  </a:lnTo>
                  <a:lnTo>
                    <a:pt x="207" y="278"/>
                  </a:lnTo>
                  <a:lnTo>
                    <a:pt x="96" y="278"/>
                  </a:lnTo>
                  <a:lnTo>
                    <a:pt x="96" y="278"/>
                  </a:lnTo>
                  <a:lnTo>
                    <a:pt x="94" y="270"/>
                  </a:lnTo>
                  <a:lnTo>
                    <a:pt x="91" y="265"/>
                  </a:lnTo>
                  <a:lnTo>
                    <a:pt x="85" y="260"/>
                  </a:lnTo>
                  <a:lnTo>
                    <a:pt x="78" y="254"/>
                  </a:lnTo>
                  <a:lnTo>
                    <a:pt x="78" y="254"/>
                  </a:lnTo>
                  <a:lnTo>
                    <a:pt x="67" y="245"/>
                  </a:lnTo>
                  <a:lnTo>
                    <a:pt x="56" y="234"/>
                  </a:lnTo>
                  <a:lnTo>
                    <a:pt x="47" y="223"/>
                  </a:lnTo>
                  <a:lnTo>
                    <a:pt x="40" y="211"/>
                  </a:lnTo>
                  <a:lnTo>
                    <a:pt x="34" y="196"/>
                  </a:lnTo>
                  <a:lnTo>
                    <a:pt x="29" y="182"/>
                  </a:lnTo>
                  <a:lnTo>
                    <a:pt x="27" y="167"/>
                  </a:lnTo>
                  <a:lnTo>
                    <a:pt x="25" y="153"/>
                  </a:lnTo>
                  <a:lnTo>
                    <a:pt x="25" y="153"/>
                  </a:lnTo>
                  <a:lnTo>
                    <a:pt x="25" y="140"/>
                  </a:lnTo>
                  <a:lnTo>
                    <a:pt x="27" y="127"/>
                  </a:lnTo>
                  <a:lnTo>
                    <a:pt x="31" y="115"/>
                  </a:lnTo>
                  <a:lnTo>
                    <a:pt x="36" y="104"/>
                  </a:lnTo>
                  <a:lnTo>
                    <a:pt x="40" y="93"/>
                  </a:lnTo>
                  <a:lnTo>
                    <a:pt x="47" y="82"/>
                  </a:lnTo>
                  <a:lnTo>
                    <a:pt x="54" y="71"/>
                  </a:lnTo>
                  <a:lnTo>
                    <a:pt x="62" y="64"/>
                  </a:lnTo>
                  <a:lnTo>
                    <a:pt x="71" y="55"/>
                  </a:lnTo>
                  <a:lnTo>
                    <a:pt x="82" y="47"/>
                  </a:lnTo>
                  <a:lnTo>
                    <a:pt x="91" y="42"/>
                  </a:lnTo>
                  <a:lnTo>
                    <a:pt x="101" y="37"/>
                  </a:lnTo>
                  <a:lnTo>
                    <a:pt x="114" y="31"/>
                  </a:lnTo>
                  <a:lnTo>
                    <a:pt x="125" y="29"/>
                  </a:lnTo>
                  <a:lnTo>
                    <a:pt x="138" y="28"/>
                  </a:lnTo>
                  <a:lnTo>
                    <a:pt x="150" y="26"/>
                  </a:lnTo>
                  <a:lnTo>
                    <a:pt x="150" y="26"/>
                  </a:lnTo>
                  <a:lnTo>
                    <a:pt x="165" y="28"/>
                  </a:lnTo>
                  <a:lnTo>
                    <a:pt x="176" y="29"/>
                  </a:lnTo>
                  <a:lnTo>
                    <a:pt x="188" y="31"/>
                  </a:lnTo>
                  <a:lnTo>
                    <a:pt x="199" y="37"/>
                  </a:lnTo>
                  <a:lnTo>
                    <a:pt x="212" y="42"/>
                  </a:lnTo>
                  <a:lnTo>
                    <a:pt x="221" y="47"/>
                  </a:lnTo>
                  <a:lnTo>
                    <a:pt x="232" y="55"/>
                  </a:lnTo>
                  <a:lnTo>
                    <a:pt x="239" y="64"/>
                  </a:lnTo>
                  <a:lnTo>
                    <a:pt x="248" y="71"/>
                  </a:lnTo>
                  <a:lnTo>
                    <a:pt x="256" y="82"/>
                  </a:lnTo>
                  <a:lnTo>
                    <a:pt x="261" y="93"/>
                  </a:lnTo>
                  <a:lnTo>
                    <a:pt x="266" y="104"/>
                  </a:lnTo>
                  <a:lnTo>
                    <a:pt x="272" y="115"/>
                  </a:lnTo>
                  <a:lnTo>
                    <a:pt x="274" y="127"/>
                  </a:lnTo>
                  <a:lnTo>
                    <a:pt x="275" y="140"/>
                  </a:lnTo>
                  <a:lnTo>
                    <a:pt x="277" y="153"/>
                  </a:lnTo>
                  <a:lnTo>
                    <a:pt x="277" y="153"/>
                  </a:lnTo>
                  <a:lnTo>
                    <a:pt x="275" y="165"/>
                  </a:lnTo>
                  <a:lnTo>
                    <a:pt x="274" y="180"/>
                  </a:lnTo>
                  <a:lnTo>
                    <a:pt x="270" y="192"/>
                  </a:lnTo>
                  <a:lnTo>
                    <a:pt x="265" y="205"/>
                  </a:lnTo>
                  <a:lnTo>
                    <a:pt x="259" y="218"/>
                  </a:lnTo>
                  <a:lnTo>
                    <a:pt x="250" y="229"/>
                  </a:lnTo>
                  <a:lnTo>
                    <a:pt x="243" y="240"/>
                  </a:lnTo>
                  <a:lnTo>
                    <a:pt x="232" y="249"/>
                  </a:lnTo>
                  <a:lnTo>
                    <a:pt x="232" y="24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7" name="Freeform 109"/>
            <p:cNvSpPr>
              <a:spLocks/>
            </p:cNvSpPr>
            <p:nvPr/>
          </p:nvSpPr>
          <p:spPr bwMode="auto">
            <a:xfrm>
              <a:off x="5732901" y="3788176"/>
              <a:ext cx="103817" cy="103817"/>
            </a:xfrm>
            <a:custGeom>
              <a:avLst/>
              <a:gdLst/>
              <a:ahLst/>
              <a:cxnLst>
                <a:cxn ang="0">
                  <a:pos x="13" y="0"/>
                </a:cxn>
                <a:cxn ang="0">
                  <a:pos x="13" y="0"/>
                </a:cxn>
                <a:cxn ang="0">
                  <a:pos x="9" y="2"/>
                </a:cxn>
                <a:cxn ang="0">
                  <a:pos x="4" y="4"/>
                </a:cxn>
                <a:cxn ang="0">
                  <a:pos x="2" y="7"/>
                </a:cxn>
                <a:cxn ang="0">
                  <a:pos x="0" y="13"/>
                </a:cxn>
                <a:cxn ang="0">
                  <a:pos x="0" y="13"/>
                </a:cxn>
                <a:cxn ang="0">
                  <a:pos x="2" y="18"/>
                </a:cxn>
                <a:cxn ang="0">
                  <a:pos x="4" y="22"/>
                </a:cxn>
                <a:cxn ang="0">
                  <a:pos x="9" y="24"/>
                </a:cxn>
                <a:cxn ang="0">
                  <a:pos x="13" y="25"/>
                </a:cxn>
                <a:cxn ang="0">
                  <a:pos x="13" y="25"/>
                </a:cxn>
                <a:cxn ang="0">
                  <a:pos x="24" y="27"/>
                </a:cxn>
                <a:cxn ang="0">
                  <a:pos x="35" y="31"/>
                </a:cxn>
                <a:cxn ang="0">
                  <a:pos x="46" y="36"/>
                </a:cxn>
                <a:cxn ang="0">
                  <a:pos x="57" y="44"/>
                </a:cxn>
                <a:cxn ang="0">
                  <a:pos x="64" y="53"/>
                </a:cxn>
                <a:cxn ang="0">
                  <a:pos x="71" y="64"/>
                </a:cxn>
                <a:cxn ang="0">
                  <a:pos x="75" y="76"/>
                </a:cxn>
                <a:cxn ang="0">
                  <a:pos x="77" y="89"/>
                </a:cxn>
                <a:cxn ang="0">
                  <a:pos x="77" y="89"/>
                </a:cxn>
                <a:cxn ang="0">
                  <a:pos x="78" y="94"/>
                </a:cxn>
                <a:cxn ang="0">
                  <a:pos x="80" y="98"/>
                </a:cxn>
                <a:cxn ang="0">
                  <a:pos x="84" y="102"/>
                </a:cxn>
                <a:cxn ang="0">
                  <a:pos x="89" y="102"/>
                </a:cxn>
                <a:cxn ang="0">
                  <a:pos x="89" y="102"/>
                </a:cxn>
                <a:cxn ang="0">
                  <a:pos x="95" y="102"/>
                </a:cxn>
                <a:cxn ang="0">
                  <a:pos x="98" y="98"/>
                </a:cxn>
                <a:cxn ang="0">
                  <a:pos x="100" y="94"/>
                </a:cxn>
                <a:cxn ang="0">
                  <a:pos x="102" y="89"/>
                </a:cxn>
                <a:cxn ang="0">
                  <a:pos x="102" y="89"/>
                </a:cxn>
                <a:cxn ang="0">
                  <a:pos x="100" y="69"/>
                </a:cxn>
                <a:cxn ang="0">
                  <a:pos x="95" y="51"/>
                </a:cxn>
                <a:cxn ang="0">
                  <a:pos x="86" y="36"/>
                </a:cxn>
                <a:cxn ang="0">
                  <a:pos x="75" y="24"/>
                </a:cxn>
                <a:cxn ang="0">
                  <a:pos x="60" y="13"/>
                </a:cxn>
                <a:cxn ang="0">
                  <a:pos x="46" y="6"/>
                </a:cxn>
                <a:cxn ang="0">
                  <a:pos x="29" y="2"/>
                </a:cxn>
                <a:cxn ang="0">
                  <a:pos x="13" y="0"/>
                </a:cxn>
                <a:cxn ang="0">
                  <a:pos x="13" y="0"/>
                </a:cxn>
              </a:cxnLst>
              <a:rect l="0" t="0" r="r" b="b"/>
              <a:pathLst>
                <a:path w="102" h="102">
                  <a:moveTo>
                    <a:pt x="13" y="0"/>
                  </a:moveTo>
                  <a:lnTo>
                    <a:pt x="13" y="0"/>
                  </a:lnTo>
                  <a:lnTo>
                    <a:pt x="9" y="2"/>
                  </a:lnTo>
                  <a:lnTo>
                    <a:pt x="4" y="4"/>
                  </a:lnTo>
                  <a:lnTo>
                    <a:pt x="2" y="7"/>
                  </a:lnTo>
                  <a:lnTo>
                    <a:pt x="0" y="13"/>
                  </a:lnTo>
                  <a:lnTo>
                    <a:pt x="0" y="13"/>
                  </a:lnTo>
                  <a:lnTo>
                    <a:pt x="2" y="18"/>
                  </a:lnTo>
                  <a:lnTo>
                    <a:pt x="4" y="22"/>
                  </a:lnTo>
                  <a:lnTo>
                    <a:pt x="9" y="24"/>
                  </a:lnTo>
                  <a:lnTo>
                    <a:pt x="13" y="25"/>
                  </a:lnTo>
                  <a:lnTo>
                    <a:pt x="13" y="25"/>
                  </a:lnTo>
                  <a:lnTo>
                    <a:pt x="24" y="27"/>
                  </a:lnTo>
                  <a:lnTo>
                    <a:pt x="35" y="31"/>
                  </a:lnTo>
                  <a:lnTo>
                    <a:pt x="46" y="36"/>
                  </a:lnTo>
                  <a:lnTo>
                    <a:pt x="57" y="44"/>
                  </a:lnTo>
                  <a:lnTo>
                    <a:pt x="64" y="53"/>
                  </a:lnTo>
                  <a:lnTo>
                    <a:pt x="71" y="64"/>
                  </a:lnTo>
                  <a:lnTo>
                    <a:pt x="75" y="76"/>
                  </a:lnTo>
                  <a:lnTo>
                    <a:pt x="77" y="89"/>
                  </a:lnTo>
                  <a:lnTo>
                    <a:pt x="77" y="89"/>
                  </a:lnTo>
                  <a:lnTo>
                    <a:pt x="78" y="94"/>
                  </a:lnTo>
                  <a:lnTo>
                    <a:pt x="80" y="98"/>
                  </a:lnTo>
                  <a:lnTo>
                    <a:pt x="84" y="102"/>
                  </a:lnTo>
                  <a:lnTo>
                    <a:pt x="89" y="102"/>
                  </a:lnTo>
                  <a:lnTo>
                    <a:pt x="89" y="102"/>
                  </a:lnTo>
                  <a:lnTo>
                    <a:pt x="95" y="102"/>
                  </a:lnTo>
                  <a:lnTo>
                    <a:pt x="98" y="98"/>
                  </a:lnTo>
                  <a:lnTo>
                    <a:pt x="100" y="94"/>
                  </a:lnTo>
                  <a:lnTo>
                    <a:pt x="102" y="89"/>
                  </a:lnTo>
                  <a:lnTo>
                    <a:pt x="102" y="89"/>
                  </a:lnTo>
                  <a:lnTo>
                    <a:pt x="100" y="69"/>
                  </a:lnTo>
                  <a:lnTo>
                    <a:pt x="95" y="51"/>
                  </a:lnTo>
                  <a:lnTo>
                    <a:pt x="86" y="36"/>
                  </a:lnTo>
                  <a:lnTo>
                    <a:pt x="75" y="24"/>
                  </a:lnTo>
                  <a:lnTo>
                    <a:pt x="60" y="13"/>
                  </a:lnTo>
                  <a:lnTo>
                    <a:pt x="46" y="6"/>
                  </a:lnTo>
                  <a:lnTo>
                    <a:pt x="29" y="2"/>
                  </a:lnTo>
                  <a:lnTo>
                    <a:pt x="13" y="0"/>
                  </a:lnTo>
                  <a:lnTo>
                    <a:pt x="13"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08" name="Group 119"/>
          <p:cNvGrpSpPr/>
          <p:nvPr/>
        </p:nvGrpSpPr>
        <p:grpSpPr>
          <a:xfrm>
            <a:off x="10171529" y="5216780"/>
            <a:ext cx="394496" cy="378058"/>
            <a:chOff x="1168380" y="3486162"/>
            <a:chExt cx="381000" cy="365126"/>
          </a:xfrm>
          <a:solidFill>
            <a:srgbClr val="707E84"/>
          </a:solidFill>
        </p:grpSpPr>
        <p:sp>
          <p:nvSpPr>
            <p:cNvPr id="309" name="Freeform 16"/>
            <p:cNvSpPr>
              <a:spLocks/>
            </p:cNvSpPr>
            <p:nvPr/>
          </p:nvSpPr>
          <p:spPr bwMode="auto">
            <a:xfrm>
              <a:off x="1223942" y="3643325"/>
              <a:ext cx="146050" cy="207963"/>
            </a:xfrm>
            <a:custGeom>
              <a:avLst/>
              <a:gdLst/>
              <a:ahLst/>
              <a:cxnLst>
                <a:cxn ang="0">
                  <a:pos x="125" y="101"/>
                </a:cxn>
                <a:cxn ang="0">
                  <a:pos x="125" y="231"/>
                </a:cxn>
                <a:cxn ang="0">
                  <a:pos x="125" y="231"/>
                </a:cxn>
                <a:cxn ang="0">
                  <a:pos x="124" y="237"/>
                </a:cxn>
                <a:cxn ang="0">
                  <a:pos x="122" y="243"/>
                </a:cxn>
                <a:cxn ang="0">
                  <a:pos x="119" y="248"/>
                </a:cxn>
                <a:cxn ang="0">
                  <a:pos x="115" y="253"/>
                </a:cxn>
                <a:cxn ang="0">
                  <a:pos x="110" y="257"/>
                </a:cxn>
                <a:cxn ang="0">
                  <a:pos x="105" y="260"/>
                </a:cxn>
                <a:cxn ang="0">
                  <a:pos x="99" y="262"/>
                </a:cxn>
                <a:cxn ang="0">
                  <a:pos x="93" y="263"/>
                </a:cxn>
                <a:cxn ang="0">
                  <a:pos x="93" y="263"/>
                </a:cxn>
                <a:cxn ang="0">
                  <a:pos x="93" y="263"/>
                </a:cxn>
                <a:cxn ang="0">
                  <a:pos x="87" y="262"/>
                </a:cxn>
                <a:cxn ang="0">
                  <a:pos x="80" y="260"/>
                </a:cxn>
                <a:cxn ang="0">
                  <a:pos x="74" y="257"/>
                </a:cxn>
                <a:cxn ang="0">
                  <a:pos x="69" y="253"/>
                </a:cxn>
                <a:cxn ang="0">
                  <a:pos x="66" y="248"/>
                </a:cxn>
                <a:cxn ang="0">
                  <a:pos x="63" y="243"/>
                </a:cxn>
                <a:cxn ang="0">
                  <a:pos x="61" y="237"/>
                </a:cxn>
                <a:cxn ang="0">
                  <a:pos x="61" y="231"/>
                </a:cxn>
                <a:cxn ang="0">
                  <a:pos x="61" y="101"/>
                </a:cxn>
                <a:cxn ang="0">
                  <a:pos x="16" y="101"/>
                </a:cxn>
                <a:cxn ang="0">
                  <a:pos x="16" y="101"/>
                </a:cxn>
                <a:cxn ang="0">
                  <a:pos x="10" y="100"/>
                </a:cxn>
                <a:cxn ang="0">
                  <a:pos x="5" y="99"/>
                </a:cxn>
                <a:cxn ang="0">
                  <a:pos x="1" y="95"/>
                </a:cxn>
                <a:cxn ang="0">
                  <a:pos x="0" y="91"/>
                </a:cxn>
                <a:cxn ang="0">
                  <a:pos x="0" y="87"/>
                </a:cxn>
                <a:cxn ang="0">
                  <a:pos x="0" y="82"/>
                </a:cxn>
                <a:cxn ang="0">
                  <a:pos x="3" y="77"/>
                </a:cxn>
                <a:cxn ang="0">
                  <a:pos x="7" y="73"/>
                </a:cxn>
                <a:cxn ang="0">
                  <a:pos x="69" y="11"/>
                </a:cxn>
                <a:cxn ang="0">
                  <a:pos x="69" y="11"/>
                </a:cxn>
                <a:cxn ang="0">
                  <a:pos x="75" y="6"/>
                </a:cxn>
                <a:cxn ang="0">
                  <a:pos x="80" y="2"/>
                </a:cxn>
                <a:cxn ang="0">
                  <a:pos x="87" y="0"/>
                </a:cxn>
                <a:cxn ang="0">
                  <a:pos x="93" y="0"/>
                </a:cxn>
                <a:cxn ang="0">
                  <a:pos x="98" y="0"/>
                </a:cxn>
                <a:cxn ang="0">
                  <a:pos x="104" y="2"/>
                </a:cxn>
                <a:cxn ang="0">
                  <a:pos x="110" y="6"/>
                </a:cxn>
                <a:cxn ang="0">
                  <a:pos x="115" y="11"/>
                </a:cxn>
                <a:cxn ang="0">
                  <a:pos x="178" y="73"/>
                </a:cxn>
                <a:cxn ang="0">
                  <a:pos x="178" y="73"/>
                </a:cxn>
                <a:cxn ang="0">
                  <a:pos x="182" y="77"/>
                </a:cxn>
                <a:cxn ang="0">
                  <a:pos x="184" y="82"/>
                </a:cxn>
                <a:cxn ang="0">
                  <a:pos x="184" y="86"/>
                </a:cxn>
                <a:cxn ang="0">
                  <a:pos x="184" y="91"/>
                </a:cxn>
                <a:cxn ang="0">
                  <a:pos x="182" y="95"/>
                </a:cxn>
                <a:cxn ang="0">
                  <a:pos x="178" y="97"/>
                </a:cxn>
                <a:cxn ang="0">
                  <a:pos x="173" y="100"/>
                </a:cxn>
                <a:cxn ang="0">
                  <a:pos x="166" y="101"/>
                </a:cxn>
                <a:cxn ang="0">
                  <a:pos x="125" y="101"/>
                </a:cxn>
              </a:cxnLst>
              <a:rect l="0" t="0" r="r" b="b"/>
              <a:pathLst>
                <a:path w="184" h="263">
                  <a:moveTo>
                    <a:pt x="125" y="101"/>
                  </a:moveTo>
                  <a:lnTo>
                    <a:pt x="125" y="231"/>
                  </a:lnTo>
                  <a:lnTo>
                    <a:pt x="125" y="231"/>
                  </a:lnTo>
                  <a:lnTo>
                    <a:pt x="124" y="237"/>
                  </a:lnTo>
                  <a:lnTo>
                    <a:pt x="122" y="243"/>
                  </a:lnTo>
                  <a:lnTo>
                    <a:pt x="119" y="248"/>
                  </a:lnTo>
                  <a:lnTo>
                    <a:pt x="115" y="253"/>
                  </a:lnTo>
                  <a:lnTo>
                    <a:pt x="110" y="257"/>
                  </a:lnTo>
                  <a:lnTo>
                    <a:pt x="105" y="260"/>
                  </a:lnTo>
                  <a:lnTo>
                    <a:pt x="99" y="262"/>
                  </a:lnTo>
                  <a:lnTo>
                    <a:pt x="93" y="263"/>
                  </a:lnTo>
                  <a:lnTo>
                    <a:pt x="93" y="263"/>
                  </a:lnTo>
                  <a:lnTo>
                    <a:pt x="93" y="263"/>
                  </a:lnTo>
                  <a:lnTo>
                    <a:pt x="87" y="262"/>
                  </a:lnTo>
                  <a:lnTo>
                    <a:pt x="80" y="260"/>
                  </a:lnTo>
                  <a:lnTo>
                    <a:pt x="74" y="257"/>
                  </a:lnTo>
                  <a:lnTo>
                    <a:pt x="69" y="253"/>
                  </a:lnTo>
                  <a:lnTo>
                    <a:pt x="66" y="248"/>
                  </a:lnTo>
                  <a:lnTo>
                    <a:pt x="63" y="243"/>
                  </a:lnTo>
                  <a:lnTo>
                    <a:pt x="61" y="237"/>
                  </a:lnTo>
                  <a:lnTo>
                    <a:pt x="61" y="231"/>
                  </a:lnTo>
                  <a:lnTo>
                    <a:pt x="61" y="101"/>
                  </a:lnTo>
                  <a:lnTo>
                    <a:pt x="16" y="101"/>
                  </a:lnTo>
                  <a:lnTo>
                    <a:pt x="16" y="101"/>
                  </a:lnTo>
                  <a:lnTo>
                    <a:pt x="10" y="100"/>
                  </a:lnTo>
                  <a:lnTo>
                    <a:pt x="5" y="99"/>
                  </a:lnTo>
                  <a:lnTo>
                    <a:pt x="1" y="95"/>
                  </a:lnTo>
                  <a:lnTo>
                    <a:pt x="0" y="91"/>
                  </a:lnTo>
                  <a:lnTo>
                    <a:pt x="0" y="87"/>
                  </a:lnTo>
                  <a:lnTo>
                    <a:pt x="0" y="82"/>
                  </a:lnTo>
                  <a:lnTo>
                    <a:pt x="3" y="77"/>
                  </a:lnTo>
                  <a:lnTo>
                    <a:pt x="7" y="73"/>
                  </a:lnTo>
                  <a:lnTo>
                    <a:pt x="69" y="11"/>
                  </a:lnTo>
                  <a:lnTo>
                    <a:pt x="69" y="11"/>
                  </a:lnTo>
                  <a:lnTo>
                    <a:pt x="75" y="6"/>
                  </a:lnTo>
                  <a:lnTo>
                    <a:pt x="80" y="2"/>
                  </a:lnTo>
                  <a:lnTo>
                    <a:pt x="87" y="0"/>
                  </a:lnTo>
                  <a:lnTo>
                    <a:pt x="93" y="0"/>
                  </a:lnTo>
                  <a:lnTo>
                    <a:pt x="98" y="0"/>
                  </a:lnTo>
                  <a:lnTo>
                    <a:pt x="104" y="2"/>
                  </a:lnTo>
                  <a:lnTo>
                    <a:pt x="110" y="6"/>
                  </a:lnTo>
                  <a:lnTo>
                    <a:pt x="115" y="11"/>
                  </a:lnTo>
                  <a:lnTo>
                    <a:pt x="178" y="73"/>
                  </a:lnTo>
                  <a:lnTo>
                    <a:pt x="178" y="73"/>
                  </a:lnTo>
                  <a:lnTo>
                    <a:pt x="182" y="77"/>
                  </a:lnTo>
                  <a:lnTo>
                    <a:pt x="184" y="82"/>
                  </a:lnTo>
                  <a:lnTo>
                    <a:pt x="184" y="86"/>
                  </a:lnTo>
                  <a:lnTo>
                    <a:pt x="184" y="91"/>
                  </a:lnTo>
                  <a:lnTo>
                    <a:pt x="182" y="95"/>
                  </a:lnTo>
                  <a:lnTo>
                    <a:pt x="178" y="97"/>
                  </a:lnTo>
                  <a:lnTo>
                    <a:pt x="173" y="100"/>
                  </a:lnTo>
                  <a:lnTo>
                    <a:pt x="166" y="101"/>
                  </a:lnTo>
                  <a:lnTo>
                    <a:pt x="125" y="10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0" name="Freeform 17"/>
            <p:cNvSpPr>
              <a:spLocks/>
            </p:cNvSpPr>
            <p:nvPr/>
          </p:nvSpPr>
          <p:spPr bwMode="auto">
            <a:xfrm>
              <a:off x="1168380" y="3486162"/>
              <a:ext cx="381000" cy="266700"/>
            </a:xfrm>
            <a:custGeom>
              <a:avLst/>
              <a:gdLst/>
              <a:ahLst/>
              <a:cxnLst>
                <a:cxn ang="0">
                  <a:pos x="392" y="125"/>
                </a:cxn>
                <a:cxn ang="0">
                  <a:pos x="420" y="136"/>
                </a:cxn>
                <a:cxn ang="0">
                  <a:pos x="445" y="153"/>
                </a:cxn>
                <a:cxn ang="0">
                  <a:pos x="463" y="175"/>
                </a:cxn>
                <a:cxn ang="0">
                  <a:pos x="476" y="200"/>
                </a:cxn>
                <a:cxn ang="0">
                  <a:pos x="480" y="227"/>
                </a:cxn>
                <a:cxn ang="0">
                  <a:pos x="480" y="237"/>
                </a:cxn>
                <a:cxn ang="0">
                  <a:pos x="472" y="264"/>
                </a:cxn>
                <a:cxn ang="0">
                  <a:pos x="457" y="289"/>
                </a:cxn>
                <a:cxn ang="0">
                  <a:pos x="435" y="310"/>
                </a:cxn>
                <a:cxn ang="0">
                  <a:pos x="408" y="325"/>
                </a:cxn>
                <a:cxn ang="0">
                  <a:pos x="376" y="334"/>
                </a:cxn>
                <a:cxn ang="0">
                  <a:pos x="376" y="220"/>
                </a:cxn>
                <a:cxn ang="0">
                  <a:pos x="362" y="195"/>
                </a:cxn>
                <a:cxn ang="0">
                  <a:pos x="347" y="185"/>
                </a:cxn>
                <a:cxn ang="0">
                  <a:pos x="329" y="182"/>
                </a:cxn>
                <a:cxn ang="0">
                  <a:pos x="301" y="190"/>
                </a:cxn>
                <a:cxn ang="0">
                  <a:pos x="288" y="203"/>
                </a:cxn>
                <a:cxn ang="0">
                  <a:pos x="280" y="230"/>
                </a:cxn>
                <a:cxn ang="0">
                  <a:pos x="210" y="315"/>
                </a:cxn>
                <a:cxn ang="0">
                  <a:pos x="246" y="313"/>
                </a:cxn>
                <a:cxn ang="0">
                  <a:pos x="259" y="306"/>
                </a:cxn>
                <a:cxn ang="0">
                  <a:pos x="268" y="295"/>
                </a:cxn>
                <a:cxn ang="0">
                  <a:pos x="268" y="277"/>
                </a:cxn>
                <a:cxn ang="0">
                  <a:pos x="258" y="259"/>
                </a:cxn>
                <a:cxn ang="0">
                  <a:pos x="188" y="190"/>
                </a:cxn>
                <a:cxn ang="0">
                  <a:pos x="162" y="182"/>
                </a:cxn>
                <a:cxn ang="0">
                  <a:pos x="143" y="185"/>
                </a:cxn>
                <a:cxn ang="0">
                  <a:pos x="65" y="259"/>
                </a:cxn>
                <a:cxn ang="0">
                  <a:pos x="54" y="278"/>
                </a:cxn>
                <a:cxn ang="0">
                  <a:pos x="54" y="295"/>
                </a:cxn>
                <a:cxn ang="0">
                  <a:pos x="59" y="304"/>
                </a:cxn>
                <a:cxn ang="0">
                  <a:pos x="67" y="310"/>
                </a:cxn>
                <a:cxn ang="0">
                  <a:pos x="114" y="315"/>
                </a:cxn>
                <a:cxn ang="0">
                  <a:pos x="101" y="334"/>
                </a:cxn>
                <a:cxn ang="0">
                  <a:pos x="69" y="324"/>
                </a:cxn>
                <a:cxn ang="0">
                  <a:pos x="41" y="306"/>
                </a:cxn>
                <a:cxn ang="0">
                  <a:pos x="20" y="284"/>
                </a:cxn>
                <a:cxn ang="0">
                  <a:pos x="5" y="257"/>
                </a:cxn>
                <a:cxn ang="0">
                  <a:pos x="0" y="227"/>
                </a:cxn>
                <a:cxn ang="0">
                  <a:pos x="1" y="219"/>
                </a:cxn>
                <a:cxn ang="0">
                  <a:pos x="7" y="191"/>
                </a:cxn>
                <a:cxn ang="0">
                  <a:pos x="22" y="167"/>
                </a:cxn>
                <a:cxn ang="0">
                  <a:pos x="43" y="147"/>
                </a:cxn>
                <a:cxn ang="0">
                  <a:pos x="69" y="132"/>
                </a:cxn>
                <a:cxn ang="0">
                  <a:pos x="99" y="122"/>
                </a:cxn>
                <a:cxn ang="0">
                  <a:pos x="99" y="118"/>
                </a:cxn>
                <a:cxn ang="0">
                  <a:pos x="105" y="84"/>
                </a:cxn>
                <a:cxn ang="0">
                  <a:pos x="123" y="53"/>
                </a:cxn>
                <a:cxn ang="0">
                  <a:pos x="151" y="27"/>
                </a:cxn>
                <a:cxn ang="0">
                  <a:pos x="185" y="10"/>
                </a:cxn>
                <a:cxn ang="0">
                  <a:pos x="226" y="1"/>
                </a:cxn>
                <a:cxn ang="0">
                  <a:pos x="255" y="1"/>
                </a:cxn>
                <a:cxn ang="0">
                  <a:pos x="295" y="10"/>
                </a:cxn>
                <a:cxn ang="0">
                  <a:pos x="330" y="27"/>
                </a:cxn>
                <a:cxn ang="0">
                  <a:pos x="357" y="53"/>
                </a:cxn>
                <a:cxn ang="0">
                  <a:pos x="374" y="84"/>
                </a:cxn>
                <a:cxn ang="0">
                  <a:pos x="381" y="118"/>
                </a:cxn>
                <a:cxn ang="0">
                  <a:pos x="381" y="122"/>
                </a:cxn>
              </a:cxnLst>
              <a:rect l="0" t="0" r="r" b="b"/>
              <a:pathLst>
                <a:path w="480" h="336">
                  <a:moveTo>
                    <a:pt x="381" y="122"/>
                  </a:moveTo>
                  <a:lnTo>
                    <a:pt x="381" y="122"/>
                  </a:lnTo>
                  <a:lnTo>
                    <a:pt x="392" y="125"/>
                  </a:lnTo>
                  <a:lnTo>
                    <a:pt x="402" y="127"/>
                  </a:lnTo>
                  <a:lnTo>
                    <a:pt x="412" y="132"/>
                  </a:lnTo>
                  <a:lnTo>
                    <a:pt x="420" y="136"/>
                  </a:lnTo>
                  <a:lnTo>
                    <a:pt x="429" y="141"/>
                  </a:lnTo>
                  <a:lnTo>
                    <a:pt x="438" y="147"/>
                  </a:lnTo>
                  <a:lnTo>
                    <a:pt x="445" y="153"/>
                  </a:lnTo>
                  <a:lnTo>
                    <a:pt x="451" y="161"/>
                  </a:lnTo>
                  <a:lnTo>
                    <a:pt x="457" y="167"/>
                  </a:lnTo>
                  <a:lnTo>
                    <a:pt x="463" y="175"/>
                  </a:lnTo>
                  <a:lnTo>
                    <a:pt x="468" y="183"/>
                  </a:lnTo>
                  <a:lnTo>
                    <a:pt x="472" y="191"/>
                  </a:lnTo>
                  <a:lnTo>
                    <a:pt x="476" y="200"/>
                  </a:lnTo>
                  <a:lnTo>
                    <a:pt x="478" y="209"/>
                  </a:lnTo>
                  <a:lnTo>
                    <a:pt x="480" y="219"/>
                  </a:lnTo>
                  <a:lnTo>
                    <a:pt x="480" y="227"/>
                  </a:lnTo>
                  <a:lnTo>
                    <a:pt x="480" y="227"/>
                  </a:lnTo>
                  <a:lnTo>
                    <a:pt x="480" y="227"/>
                  </a:lnTo>
                  <a:lnTo>
                    <a:pt x="480" y="237"/>
                  </a:lnTo>
                  <a:lnTo>
                    <a:pt x="478" y="247"/>
                  </a:lnTo>
                  <a:lnTo>
                    <a:pt x="476" y="256"/>
                  </a:lnTo>
                  <a:lnTo>
                    <a:pt x="472" y="264"/>
                  </a:lnTo>
                  <a:lnTo>
                    <a:pt x="467" y="273"/>
                  </a:lnTo>
                  <a:lnTo>
                    <a:pt x="462" y="282"/>
                  </a:lnTo>
                  <a:lnTo>
                    <a:pt x="457" y="289"/>
                  </a:lnTo>
                  <a:lnTo>
                    <a:pt x="450" y="297"/>
                  </a:lnTo>
                  <a:lnTo>
                    <a:pt x="442" y="304"/>
                  </a:lnTo>
                  <a:lnTo>
                    <a:pt x="435" y="310"/>
                  </a:lnTo>
                  <a:lnTo>
                    <a:pt x="426" y="315"/>
                  </a:lnTo>
                  <a:lnTo>
                    <a:pt x="418" y="320"/>
                  </a:lnTo>
                  <a:lnTo>
                    <a:pt x="408" y="325"/>
                  </a:lnTo>
                  <a:lnTo>
                    <a:pt x="398" y="329"/>
                  </a:lnTo>
                  <a:lnTo>
                    <a:pt x="387" y="331"/>
                  </a:lnTo>
                  <a:lnTo>
                    <a:pt x="376" y="334"/>
                  </a:lnTo>
                  <a:lnTo>
                    <a:pt x="376" y="230"/>
                  </a:lnTo>
                  <a:lnTo>
                    <a:pt x="376" y="230"/>
                  </a:lnTo>
                  <a:lnTo>
                    <a:pt x="376" y="220"/>
                  </a:lnTo>
                  <a:lnTo>
                    <a:pt x="372" y="211"/>
                  </a:lnTo>
                  <a:lnTo>
                    <a:pt x="368" y="203"/>
                  </a:lnTo>
                  <a:lnTo>
                    <a:pt x="362" y="195"/>
                  </a:lnTo>
                  <a:lnTo>
                    <a:pt x="362" y="195"/>
                  </a:lnTo>
                  <a:lnTo>
                    <a:pt x="355" y="190"/>
                  </a:lnTo>
                  <a:lnTo>
                    <a:pt x="347" y="185"/>
                  </a:lnTo>
                  <a:lnTo>
                    <a:pt x="337" y="183"/>
                  </a:lnTo>
                  <a:lnTo>
                    <a:pt x="329" y="182"/>
                  </a:lnTo>
                  <a:lnTo>
                    <a:pt x="329" y="182"/>
                  </a:lnTo>
                  <a:lnTo>
                    <a:pt x="319" y="183"/>
                  </a:lnTo>
                  <a:lnTo>
                    <a:pt x="309" y="185"/>
                  </a:lnTo>
                  <a:lnTo>
                    <a:pt x="301" y="190"/>
                  </a:lnTo>
                  <a:lnTo>
                    <a:pt x="294" y="195"/>
                  </a:lnTo>
                  <a:lnTo>
                    <a:pt x="294" y="195"/>
                  </a:lnTo>
                  <a:lnTo>
                    <a:pt x="288" y="203"/>
                  </a:lnTo>
                  <a:lnTo>
                    <a:pt x="284" y="211"/>
                  </a:lnTo>
                  <a:lnTo>
                    <a:pt x="280" y="220"/>
                  </a:lnTo>
                  <a:lnTo>
                    <a:pt x="280" y="230"/>
                  </a:lnTo>
                  <a:lnTo>
                    <a:pt x="280" y="336"/>
                  </a:lnTo>
                  <a:lnTo>
                    <a:pt x="210" y="336"/>
                  </a:lnTo>
                  <a:lnTo>
                    <a:pt x="210" y="315"/>
                  </a:lnTo>
                  <a:lnTo>
                    <a:pt x="235" y="315"/>
                  </a:lnTo>
                  <a:lnTo>
                    <a:pt x="235" y="315"/>
                  </a:lnTo>
                  <a:lnTo>
                    <a:pt x="246" y="313"/>
                  </a:lnTo>
                  <a:lnTo>
                    <a:pt x="255" y="310"/>
                  </a:lnTo>
                  <a:lnTo>
                    <a:pt x="255" y="310"/>
                  </a:lnTo>
                  <a:lnTo>
                    <a:pt x="259" y="306"/>
                  </a:lnTo>
                  <a:lnTo>
                    <a:pt x="263" y="303"/>
                  </a:lnTo>
                  <a:lnTo>
                    <a:pt x="266" y="299"/>
                  </a:lnTo>
                  <a:lnTo>
                    <a:pt x="268" y="295"/>
                  </a:lnTo>
                  <a:lnTo>
                    <a:pt x="268" y="295"/>
                  </a:lnTo>
                  <a:lnTo>
                    <a:pt x="269" y="285"/>
                  </a:lnTo>
                  <a:lnTo>
                    <a:pt x="268" y="277"/>
                  </a:lnTo>
                  <a:lnTo>
                    <a:pt x="268" y="277"/>
                  </a:lnTo>
                  <a:lnTo>
                    <a:pt x="264" y="268"/>
                  </a:lnTo>
                  <a:lnTo>
                    <a:pt x="258" y="259"/>
                  </a:lnTo>
                  <a:lnTo>
                    <a:pt x="195" y="198"/>
                  </a:lnTo>
                  <a:lnTo>
                    <a:pt x="195" y="198"/>
                  </a:lnTo>
                  <a:lnTo>
                    <a:pt x="188" y="190"/>
                  </a:lnTo>
                  <a:lnTo>
                    <a:pt x="179" y="185"/>
                  </a:lnTo>
                  <a:lnTo>
                    <a:pt x="170" y="183"/>
                  </a:lnTo>
                  <a:lnTo>
                    <a:pt x="162" y="182"/>
                  </a:lnTo>
                  <a:lnTo>
                    <a:pt x="162" y="182"/>
                  </a:lnTo>
                  <a:lnTo>
                    <a:pt x="152" y="183"/>
                  </a:lnTo>
                  <a:lnTo>
                    <a:pt x="143" y="185"/>
                  </a:lnTo>
                  <a:lnTo>
                    <a:pt x="136" y="190"/>
                  </a:lnTo>
                  <a:lnTo>
                    <a:pt x="127" y="198"/>
                  </a:lnTo>
                  <a:lnTo>
                    <a:pt x="65" y="259"/>
                  </a:lnTo>
                  <a:lnTo>
                    <a:pt x="65" y="259"/>
                  </a:lnTo>
                  <a:lnTo>
                    <a:pt x="58" y="268"/>
                  </a:lnTo>
                  <a:lnTo>
                    <a:pt x="54" y="278"/>
                  </a:lnTo>
                  <a:lnTo>
                    <a:pt x="54" y="278"/>
                  </a:lnTo>
                  <a:lnTo>
                    <a:pt x="53" y="287"/>
                  </a:lnTo>
                  <a:lnTo>
                    <a:pt x="54" y="295"/>
                  </a:lnTo>
                  <a:lnTo>
                    <a:pt x="54" y="295"/>
                  </a:lnTo>
                  <a:lnTo>
                    <a:pt x="57" y="300"/>
                  </a:lnTo>
                  <a:lnTo>
                    <a:pt x="59" y="304"/>
                  </a:lnTo>
                  <a:lnTo>
                    <a:pt x="63" y="306"/>
                  </a:lnTo>
                  <a:lnTo>
                    <a:pt x="67" y="310"/>
                  </a:lnTo>
                  <a:lnTo>
                    <a:pt x="67" y="310"/>
                  </a:lnTo>
                  <a:lnTo>
                    <a:pt x="75" y="314"/>
                  </a:lnTo>
                  <a:lnTo>
                    <a:pt x="85" y="315"/>
                  </a:lnTo>
                  <a:lnTo>
                    <a:pt x="114" y="315"/>
                  </a:lnTo>
                  <a:lnTo>
                    <a:pt x="114" y="335"/>
                  </a:lnTo>
                  <a:lnTo>
                    <a:pt x="114" y="335"/>
                  </a:lnTo>
                  <a:lnTo>
                    <a:pt x="101" y="334"/>
                  </a:lnTo>
                  <a:lnTo>
                    <a:pt x="90" y="331"/>
                  </a:lnTo>
                  <a:lnTo>
                    <a:pt x="79" y="327"/>
                  </a:lnTo>
                  <a:lnTo>
                    <a:pt x="69" y="324"/>
                  </a:lnTo>
                  <a:lnTo>
                    <a:pt x="59" y="319"/>
                  </a:lnTo>
                  <a:lnTo>
                    <a:pt x="49" y="313"/>
                  </a:lnTo>
                  <a:lnTo>
                    <a:pt x="41" y="306"/>
                  </a:lnTo>
                  <a:lnTo>
                    <a:pt x="33" y="300"/>
                  </a:lnTo>
                  <a:lnTo>
                    <a:pt x="26" y="292"/>
                  </a:lnTo>
                  <a:lnTo>
                    <a:pt x="20" y="284"/>
                  </a:lnTo>
                  <a:lnTo>
                    <a:pt x="13" y="275"/>
                  </a:lnTo>
                  <a:lnTo>
                    <a:pt x="8" y="267"/>
                  </a:lnTo>
                  <a:lnTo>
                    <a:pt x="5" y="257"/>
                  </a:lnTo>
                  <a:lnTo>
                    <a:pt x="2" y="248"/>
                  </a:lnTo>
                  <a:lnTo>
                    <a:pt x="1" y="237"/>
                  </a:lnTo>
                  <a:lnTo>
                    <a:pt x="0" y="227"/>
                  </a:lnTo>
                  <a:lnTo>
                    <a:pt x="0" y="227"/>
                  </a:lnTo>
                  <a:lnTo>
                    <a:pt x="0" y="227"/>
                  </a:lnTo>
                  <a:lnTo>
                    <a:pt x="1" y="219"/>
                  </a:lnTo>
                  <a:lnTo>
                    <a:pt x="2" y="209"/>
                  </a:lnTo>
                  <a:lnTo>
                    <a:pt x="5" y="200"/>
                  </a:lnTo>
                  <a:lnTo>
                    <a:pt x="7" y="191"/>
                  </a:lnTo>
                  <a:lnTo>
                    <a:pt x="12" y="183"/>
                  </a:lnTo>
                  <a:lnTo>
                    <a:pt x="16" y="175"/>
                  </a:lnTo>
                  <a:lnTo>
                    <a:pt x="22" y="167"/>
                  </a:lnTo>
                  <a:lnTo>
                    <a:pt x="28" y="161"/>
                  </a:lnTo>
                  <a:lnTo>
                    <a:pt x="36" y="153"/>
                  </a:lnTo>
                  <a:lnTo>
                    <a:pt x="43" y="147"/>
                  </a:lnTo>
                  <a:lnTo>
                    <a:pt x="50" y="141"/>
                  </a:lnTo>
                  <a:lnTo>
                    <a:pt x="59" y="136"/>
                  </a:lnTo>
                  <a:lnTo>
                    <a:pt x="69" y="132"/>
                  </a:lnTo>
                  <a:lnTo>
                    <a:pt x="79" y="127"/>
                  </a:lnTo>
                  <a:lnTo>
                    <a:pt x="89" y="125"/>
                  </a:lnTo>
                  <a:lnTo>
                    <a:pt x="99" y="122"/>
                  </a:lnTo>
                  <a:lnTo>
                    <a:pt x="99" y="122"/>
                  </a:lnTo>
                  <a:lnTo>
                    <a:pt x="99" y="118"/>
                  </a:lnTo>
                  <a:lnTo>
                    <a:pt x="99" y="118"/>
                  </a:lnTo>
                  <a:lnTo>
                    <a:pt x="100" y="107"/>
                  </a:lnTo>
                  <a:lnTo>
                    <a:pt x="101" y="95"/>
                  </a:lnTo>
                  <a:lnTo>
                    <a:pt x="105" y="84"/>
                  </a:lnTo>
                  <a:lnTo>
                    <a:pt x="110" y="73"/>
                  </a:lnTo>
                  <a:lnTo>
                    <a:pt x="116" y="63"/>
                  </a:lnTo>
                  <a:lnTo>
                    <a:pt x="123" y="53"/>
                  </a:lnTo>
                  <a:lnTo>
                    <a:pt x="131" y="43"/>
                  </a:lnTo>
                  <a:lnTo>
                    <a:pt x="141" y="36"/>
                  </a:lnTo>
                  <a:lnTo>
                    <a:pt x="151" y="27"/>
                  </a:lnTo>
                  <a:lnTo>
                    <a:pt x="161" y="21"/>
                  </a:lnTo>
                  <a:lnTo>
                    <a:pt x="173" y="15"/>
                  </a:lnTo>
                  <a:lnTo>
                    <a:pt x="185" y="10"/>
                  </a:lnTo>
                  <a:lnTo>
                    <a:pt x="198" y="6"/>
                  </a:lnTo>
                  <a:lnTo>
                    <a:pt x="211" y="2"/>
                  </a:lnTo>
                  <a:lnTo>
                    <a:pt x="226" y="1"/>
                  </a:lnTo>
                  <a:lnTo>
                    <a:pt x="240" y="0"/>
                  </a:lnTo>
                  <a:lnTo>
                    <a:pt x="240" y="0"/>
                  </a:lnTo>
                  <a:lnTo>
                    <a:pt x="255" y="1"/>
                  </a:lnTo>
                  <a:lnTo>
                    <a:pt x="268" y="2"/>
                  </a:lnTo>
                  <a:lnTo>
                    <a:pt x="282" y="6"/>
                  </a:lnTo>
                  <a:lnTo>
                    <a:pt x="295" y="10"/>
                  </a:lnTo>
                  <a:lnTo>
                    <a:pt x="308" y="15"/>
                  </a:lnTo>
                  <a:lnTo>
                    <a:pt x="319" y="21"/>
                  </a:lnTo>
                  <a:lnTo>
                    <a:pt x="330" y="27"/>
                  </a:lnTo>
                  <a:lnTo>
                    <a:pt x="340" y="36"/>
                  </a:lnTo>
                  <a:lnTo>
                    <a:pt x="348" y="43"/>
                  </a:lnTo>
                  <a:lnTo>
                    <a:pt x="357" y="53"/>
                  </a:lnTo>
                  <a:lnTo>
                    <a:pt x="365" y="63"/>
                  </a:lnTo>
                  <a:lnTo>
                    <a:pt x="369" y="73"/>
                  </a:lnTo>
                  <a:lnTo>
                    <a:pt x="374" y="84"/>
                  </a:lnTo>
                  <a:lnTo>
                    <a:pt x="378" y="95"/>
                  </a:lnTo>
                  <a:lnTo>
                    <a:pt x="381" y="107"/>
                  </a:lnTo>
                  <a:lnTo>
                    <a:pt x="381" y="118"/>
                  </a:lnTo>
                  <a:lnTo>
                    <a:pt x="381" y="118"/>
                  </a:lnTo>
                  <a:lnTo>
                    <a:pt x="381" y="122"/>
                  </a:lnTo>
                  <a:lnTo>
                    <a:pt x="381" y="12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1" name="Freeform 18"/>
            <p:cNvSpPr>
              <a:spLocks/>
            </p:cNvSpPr>
            <p:nvPr/>
          </p:nvSpPr>
          <p:spPr bwMode="auto">
            <a:xfrm>
              <a:off x="1355705" y="3643325"/>
              <a:ext cx="147638" cy="207963"/>
            </a:xfrm>
            <a:custGeom>
              <a:avLst/>
              <a:gdLst/>
              <a:ahLst/>
              <a:cxnLst>
                <a:cxn ang="0">
                  <a:pos x="126" y="162"/>
                </a:cxn>
                <a:cxn ang="0">
                  <a:pos x="126" y="32"/>
                </a:cxn>
                <a:cxn ang="0">
                  <a:pos x="126" y="32"/>
                </a:cxn>
                <a:cxn ang="0">
                  <a:pos x="125" y="26"/>
                </a:cxn>
                <a:cxn ang="0">
                  <a:pos x="123" y="19"/>
                </a:cxn>
                <a:cxn ang="0">
                  <a:pos x="120" y="13"/>
                </a:cxn>
                <a:cxn ang="0">
                  <a:pos x="116" y="8"/>
                </a:cxn>
                <a:cxn ang="0">
                  <a:pos x="111" y="5"/>
                </a:cxn>
                <a:cxn ang="0">
                  <a:pos x="106" y="2"/>
                </a:cxn>
                <a:cxn ang="0">
                  <a:pos x="100" y="0"/>
                </a:cxn>
                <a:cxn ang="0">
                  <a:pos x="94" y="0"/>
                </a:cxn>
                <a:cxn ang="0">
                  <a:pos x="94" y="0"/>
                </a:cxn>
                <a:cxn ang="0">
                  <a:pos x="94" y="0"/>
                </a:cxn>
                <a:cxn ang="0">
                  <a:pos x="86" y="0"/>
                </a:cxn>
                <a:cxn ang="0">
                  <a:pos x="80" y="2"/>
                </a:cxn>
                <a:cxn ang="0">
                  <a:pos x="75" y="5"/>
                </a:cxn>
                <a:cxn ang="0">
                  <a:pos x="70" y="8"/>
                </a:cxn>
                <a:cxn ang="0">
                  <a:pos x="66" y="13"/>
                </a:cxn>
                <a:cxn ang="0">
                  <a:pos x="64" y="19"/>
                </a:cxn>
                <a:cxn ang="0">
                  <a:pos x="62" y="26"/>
                </a:cxn>
                <a:cxn ang="0">
                  <a:pos x="62" y="32"/>
                </a:cxn>
                <a:cxn ang="0">
                  <a:pos x="62" y="162"/>
                </a:cxn>
                <a:cxn ang="0">
                  <a:pos x="17" y="162"/>
                </a:cxn>
                <a:cxn ang="0">
                  <a:pos x="17" y="162"/>
                </a:cxn>
                <a:cxn ang="0">
                  <a:pos x="11" y="162"/>
                </a:cxn>
                <a:cxn ang="0">
                  <a:pos x="6" y="164"/>
                </a:cxn>
                <a:cxn ang="0">
                  <a:pos x="2" y="167"/>
                </a:cxn>
                <a:cxn ang="0">
                  <a:pos x="1" y="170"/>
                </a:cxn>
                <a:cxn ang="0">
                  <a:pos x="0" y="175"/>
                </a:cxn>
                <a:cxn ang="0">
                  <a:pos x="1" y="179"/>
                </a:cxn>
                <a:cxn ang="0">
                  <a:pos x="3" y="184"/>
                </a:cxn>
                <a:cxn ang="0">
                  <a:pos x="7" y="189"/>
                </a:cxn>
                <a:cxn ang="0">
                  <a:pos x="70" y="251"/>
                </a:cxn>
                <a:cxn ang="0">
                  <a:pos x="70" y="251"/>
                </a:cxn>
                <a:cxn ang="0">
                  <a:pos x="76" y="256"/>
                </a:cxn>
                <a:cxn ang="0">
                  <a:pos x="81" y="259"/>
                </a:cxn>
                <a:cxn ang="0">
                  <a:pos x="88" y="262"/>
                </a:cxn>
                <a:cxn ang="0">
                  <a:pos x="92" y="263"/>
                </a:cxn>
                <a:cxn ang="0">
                  <a:pos x="99" y="262"/>
                </a:cxn>
                <a:cxn ang="0">
                  <a:pos x="105" y="259"/>
                </a:cxn>
                <a:cxn ang="0">
                  <a:pos x="110" y="256"/>
                </a:cxn>
                <a:cxn ang="0">
                  <a:pos x="116" y="251"/>
                </a:cxn>
                <a:cxn ang="0">
                  <a:pos x="179" y="189"/>
                </a:cxn>
                <a:cxn ang="0">
                  <a:pos x="179" y="189"/>
                </a:cxn>
                <a:cxn ang="0">
                  <a:pos x="183" y="185"/>
                </a:cxn>
                <a:cxn ang="0">
                  <a:pos x="184" y="180"/>
                </a:cxn>
                <a:cxn ang="0">
                  <a:pos x="185" y="175"/>
                </a:cxn>
                <a:cxn ang="0">
                  <a:pos x="185" y="171"/>
                </a:cxn>
                <a:cxn ang="0">
                  <a:pos x="183" y="168"/>
                </a:cxn>
                <a:cxn ang="0">
                  <a:pos x="179" y="164"/>
                </a:cxn>
                <a:cxn ang="0">
                  <a:pos x="173" y="162"/>
                </a:cxn>
                <a:cxn ang="0">
                  <a:pos x="165" y="162"/>
                </a:cxn>
                <a:cxn ang="0">
                  <a:pos x="126" y="162"/>
                </a:cxn>
              </a:cxnLst>
              <a:rect l="0" t="0" r="r" b="b"/>
              <a:pathLst>
                <a:path w="185" h="263">
                  <a:moveTo>
                    <a:pt x="126" y="162"/>
                  </a:moveTo>
                  <a:lnTo>
                    <a:pt x="126" y="32"/>
                  </a:lnTo>
                  <a:lnTo>
                    <a:pt x="126" y="32"/>
                  </a:lnTo>
                  <a:lnTo>
                    <a:pt x="125" y="26"/>
                  </a:lnTo>
                  <a:lnTo>
                    <a:pt x="123" y="19"/>
                  </a:lnTo>
                  <a:lnTo>
                    <a:pt x="120" y="13"/>
                  </a:lnTo>
                  <a:lnTo>
                    <a:pt x="116" y="8"/>
                  </a:lnTo>
                  <a:lnTo>
                    <a:pt x="111" y="5"/>
                  </a:lnTo>
                  <a:lnTo>
                    <a:pt x="106" y="2"/>
                  </a:lnTo>
                  <a:lnTo>
                    <a:pt x="100" y="0"/>
                  </a:lnTo>
                  <a:lnTo>
                    <a:pt x="94" y="0"/>
                  </a:lnTo>
                  <a:lnTo>
                    <a:pt x="94" y="0"/>
                  </a:lnTo>
                  <a:lnTo>
                    <a:pt x="94" y="0"/>
                  </a:lnTo>
                  <a:lnTo>
                    <a:pt x="86" y="0"/>
                  </a:lnTo>
                  <a:lnTo>
                    <a:pt x="80" y="2"/>
                  </a:lnTo>
                  <a:lnTo>
                    <a:pt x="75" y="5"/>
                  </a:lnTo>
                  <a:lnTo>
                    <a:pt x="70" y="8"/>
                  </a:lnTo>
                  <a:lnTo>
                    <a:pt x="66" y="13"/>
                  </a:lnTo>
                  <a:lnTo>
                    <a:pt x="64" y="19"/>
                  </a:lnTo>
                  <a:lnTo>
                    <a:pt x="62" y="26"/>
                  </a:lnTo>
                  <a:lnTo>
                    <a:pt x="62" y="32"/>
                  </a:lnTo>
                  <a:lnTo>
                    <a:pt x="62" y="162"/>
                  </a:lnTo>
                  <a:lnTo>
                    <a:pt x="17" y="162"/>
                  </a:lnTo>
                  <a:lnTo>
                    <a:pt x="17" y="162"/>
                  </a:lnTo>
                  <a:lnTo>
                    <a:pt x="11" y="162"/>
                  </a:lnTo>
                  <a:lnTo>
                    <a:pt x="6" y="164"/>
                  </a:lnTo>
                  <a:lnTo>
                    <a:pt x="2" y="167"/>
                  </a:lnTo>
                  <a:lnTo>
                    <a:pt x="1" y="170"/>
                  </a:lnTo>
                  <a:lnTo>
                    <a:pt x="0" y="175"/>
                  </a:lnTo>
                  <a:lnTo>
                    <a:pt x="1" y="179"/>
                  </a:lnTo>
                  <a:lnTo>
                    <a:pt x="3" y="184"/>
                  </a:lnTo>
                  <a:lnTo>
                    <a:pt x="7" y="189"/>
                  </a:lnTo>
                  <a:lnTo>
                    <a:pt x="70" y="251"/>
                  </a:lnTo>
                  <a:lnTo>
                    <a:pt x="70" y="251"/>
                  </a:lnTo>
                  <a:lnTo>
                    <a:pt x="76" y="256"/>
                  </a:lnTo>
                  <a:lnTo>
                    <a:pt x="81" y="259"/>
                  </a:lnTo>
                  <a:lnTo>
                    <a:pt x="88" y="262"/>
                  </a:lnTo>
                  <a:lnTo>
                    <a:pt x="92" y="263"/>
                  </a:lnTo>
                  <a:lnTo>
                    <a:pt x="99" y="262"/>
                  </a:lnTo>
                  <a:lnTo>
                    <a:pt x="105" y="259"/>
                  </a:lnTo>
                  <a:lnTo>
                    <a:pt x="110" y="256"/>
                  </a:lnTo>
                  <a:lnTo>
                    <a:pt x="116" y="251"/>
                  </a:lnTo>
                  <a:lnTo>
                    <a:pt x="179" y="189"/>
                  </a:lnTo>
                  <a:lnTo>
                    <a:pt x="179" y="189"/>
                  </a:lnTo>
                  <a:lnTo>
                    <a:pt x="183" y="185"/>
                  </a:lnTo>
                  <a:lnTo>
                    <a:pt x="184" y="180"/>
                  </a:lnTo>
                  <a:lnTo>
                    <a:pt x="185" y="175"/>
                  </a:lnTo>
                  <a:lnTo>
                    <a:pt x="185" y="171"/>
                  </a:lnTo>
                  <a:lnTo>
                    <a:pt x="183" y="168"/>
                  </a:lnTo>
                  <a:lnTo>
                    <a:pt x="179" y="164"/>
                  </a:lnTo>
                  <a:lnTo>
                    <a:pt x="173" y="162"/>
                  </a:lnTo>
                  <a:lnTo>
                    <a:pt x="165" y="162"/>
                  </a:lnTo>
                  <a:lnTo>
                    <a:pt x="126" y="16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12" name="Group 123"/>
          <p:cNvGrpSpPr/>
          <p:nvPr/>
        </p:nvGrpSpPr>
        <p:grpSpPr>
          <a:xfrm>
            <a:off x="10487446" y="4773085"/>
            <a:ext cx="521058" cy="184096"/>
            <a:chOff x="1441430" y="4357700"/>
            <a:chExt cx="503238" cy="177800"/>
          </a:xfrm>
          <a:solidFill>
            <a:srgbClr val="707E84"/>
          </a:solidFill>
        </p:grpSpPr>
        <p:sp>
          <p:nvSpPr>
            <p:cNvPr id="313" name="Freeform 19"/>
            <p:cNvSpPr>
              <a:spLocks/>
            </p:cNvSpPr>
            <p:nvPr/>
          </p:nvSpPr>
          <p:spPr bwMode="auto">
            <a:xfrm>
              <a:off x="1441430" y="4357700"/>
              <a:ext cx="231775" cy="177800"/>
            </a:xfrm>
            <a:custGeom>
              <a:avLst/>
              <a:gdLst/>
              <a:ahLst/>
              <a:cxnLst>
                <a:cxn ang="0">
                  <a:pos x="192" y="0"/>
                </a:cxn>
                <a:cxn ang="0">
                  <a:pos x="203" y="0"/>
                </a:cxn>
                <a:cxn ang="0">
                  <a:pos x="225" y="5"/>
                </a:cxn>
                <a:cxn ang="0">
                  <a:pos x="245" y="13"/>
                </a:cxn>
                <a:cxn ang="0">
                  <a:pos x="262" y="26"/>
                </a:cxn>
                <a:cxn ang="0">
                  <a:pos x="271" y="32"/>
                </a:cxn>
                <a:cxn ang="0">
                  <a:pos x="282" y="47"/>
                </a:cxn>
                <a:cxn ang="0">
                  <a:pos x="292" y="63"/>
                </a:cxn>
                <a:cxn ang="0">
                  <a:pos x="232" y="63"/>
                </a:cxn>
                <a:cxn ang="0">
                  <a:pos x="213" y="53"/>
                </a:cxn>
                <a:cxn ang="0">
                  <a:pos x="192" y="49"/>
                </a:cxn>
                <a:cxn ang="0">
                  <a:pos x="112" y="49"/>
                </a:cxn>
                <a:cxn ang="0">
                  <a:pos x="88" y="54"/>
                </a:cxn>
                <a:cxn ang="0">
                  <a:pos x="68" y="68"/>
                </a:cxn>
                <a:cxn ang="0">
                  <a:pos x="61" y="77"/>
                </a:cxn>
                <a:cxn ang="0">
                  <a:pos x="51" y="99"/>
                </a:cxn>
                <a:cxn ang="0">
                  <a:pos x="50" y="111"/>
                </a:cxn>
                <a:cxn ang="0">
                  <a:pos x="51" y="124"/>
                </a:cxn>
                <a:cxn ang="0">
                  <a:pos x="61" y="146"/>
                </a:cxn>
                <a:cxn ang="0">
                  <a:pos x="68" y="154"/>
                </a:cxn>
                <a:cxn ang="0">
                  <a:pos x="88" y="168"/>
                </a:cxn>
                <a:cxn ang="0">
                  <a:pos x="112" y="173"/>
                </a:cxn>
                <a:cxn ang="0">
                  <a:pos x="192" y="173"/>
                </a:cxn>
                <a:cxn ang="0">
                  <a:pos x="213" y="169"/>
                </a:cxn>
                <a:cxn ang="0">
                  <a:pos x="232" y="158"/>
                </a:cxn>
                <a:cxn ang="0">
                  <a:pos x="292" y="158"/>
                </a:cxn>
                <a:cxn ang="0">
                  <a:pos x="282" y="175"/>
                </a:cxn>
                <a:cxn ang="0">
                  <a:pos x="271" y="189"/>
                </a:cxn>
                <a:cxn ang="0">
                  <a:pos x="262" y="196"/>
                </a:cxn>
                <a:cxn ang="0">
                  <a:pos x="245" y="209"/>
                </a:cxn>
                <a:cxn ang="0">
                  <a:pos x="225" y="217"/>
                </a:cxn>
                <a:cxn ang="0">
                  <a:pos x="203" y="221"/>
                </a:cxn>
                <a:cxn ang="0">
                  <a:pos x="112" y="222"/>
                </a:cxn>
                <a:cxn ang="0">
                  <a:pos x="100" y="221"/>
                </a:cxn>
                <a:cxn ang="0">
                  <a:pos x="78" y="217"/>
                </a:cxn>
                <a:cxn ang="0">
                  <a:pos x="58" y="209"/>
                </a:cxn>
                <a:cxn ang="0">
                  <a:pos x="41" y="196"/>
                </a:cxn>
                <a:cxn ang="0">
                  <a:pos x="34" y="189"/>
                </a:cxn>
                <a:cxn ang="0">
                  <a:pos x="20" y="173"/>
                </a:cxn>
                <a:cxn ang="0">
                  <a:pos x="9" y="154"/>
                </a:cxn>
                <a:cxn ang="0">
                  <a:pos x="3" y="133"/>
                </a:cxn>
                <a:cxn ang="0">
                  <a:pos x="0" y="111"/>
                </a:cxn>
                <a:cxn ang="0">
                  <a:pos x="0" y="111"/>
                </a:cxn>
                <a:cxn ang="0">
                  <a:pos x="3" y="89"/>
                </a:cxn>
                <a:cxn ang="0">
                  <a:pos x="9" y="68"/>
                </a:cxn>
                <a:cxn ang="0">
                  <a:pos x="20" y="49"/>
                </a:cxn>
                <a:cxn ang="0">
                  <a:pos x="34" y="32"/>
                </a:cxn>
                <a:cxn ang="0">
                  <a:pos x="41" y="26"/>
                </a:cxn>
                <a:cxn ang="0">
                  <a:pos x="58" y="13"/>
                </a:cxn>
                <a:cxn ang="0">
                  <a:pos x="78" y="5"/>
                </a:cxn>
                <a:cxn ang="0">
                  <a:pos x="100" y="0"/>
                </a:cxn>
                <a:cxn ang="0">
                  <a:pos x="112" y="0"/>
                </a:cxn>
              </a:cxnLst>
              <a:rect l="0" t="0" r="r" b="b"/>
              <a:pathLst>
                <a:path w="292" h="222">
                  <a:moveTo>
                    <a:pt x="112" y="0"/>
                  </a:moveTo>
                  <a:lnTo>
                    <a:pt x="192" y="0"/>
                  </a:lnTo>
                  <a:lnTo>
                    <a:pt x="192" y="0"/>
                  </a:lnTo>
                  <a:lnTo>
                    <a:pt x="203" y="0"/>
                  </a:lnTo>
                  <a:lnTo>
                    <a:pt x="214" y="2"/>
                  </a:lnTo>
                  <a:lnTo>
                    <a:pt x="225" y="5"/>
                  </a:lnTo>
                  <a:lnTo>
                    <a:pt x="235" y="9"/>
                  </a:lnTo>
                  <a:lnTo>
                    <a:pt x="245" y="13"/>
                  </a:lnTo>
                  <a:lnTo>
                    <a:pt x="254" y="18"/>
                  </a:lnTo>
                  <a:lnTo>
                    <a:pt x="262" y="26"/>
                  </a:lnTo>
                  <a:lnTo>
                    <a:pt x="271" y="32"/>
                  </a:lnTo>
                  <a:lnTo>
                    <a:pt x="271" y="32"/>
                  </a:lnTo>
                  <a:lnTo>
                    <a:pt x="277" y="39"/>
                  </a:lnTo>
                  <a:lnTo>
                    <a:pt x="282" y="47"/>
                  </a:lnTo>
                  <a:lnTo>
                    <a:pt x="288" y="56"/>
                  </a:lnTo>
                  <a:lnTo>
                    <a:pt x="292" y="63"/>
                  </a:lnTo>
                  <a:lnTo>
                    <a:pt x="232" y="63"/>
                  </a:lnTo>
                  <a:lnTo>
                    <a:pt x="232" y="63"/>
                  </a:lnTo>
                  <a:lnTo>
                    <a:pt x="223" y="58"/>
                  </a:lnTo>
                  <a:lnTo>
                    <a:pt x="213" y="53"/>
                  </a:lnTo>
                  <a:lnTo>
                    <a:pt x="203" y="51"/>
                  </a:lnTo>
                  <a:lnTo>
                    <a:pt x="192" y="49"/>
                  </a:lnTo>
                  <a:lnTo>
                    <a:pt x="112" y="49"/>
                  </a:lnTo>
                  <a:lnTo>
                    <a:pt x="112" y="49"/>
                  </a:lnTo>
                  <a:lnTo>
                    <a:pt x="99" y="51"/>
                  </a:lnTo>
                  <a:lnTo>
                    <a:pt x="88" y="54"/>
                  </a:lnTo>
                  <a:lnTo>
                    <a:pt x="77" y="60"/>
                  </a:lnTo>
                  <a:lnTo>
                    <a:pt x="68" y="68"/>
                  </a:lnTo>
                  <a:lnTo>
                    <a:pt x="68" y="68"/>
                  </a:lnTo>
                  <a:lnTo>
                    <a:pt x="61" y="77"/>
                  </a:lnTo>
                  <a:lnTo>
                    <a:pt x="55" y="86"/>
                  </a:lnTo>
                  <a:lnTo>
                    <a:pt x="51" y="99"/>
                  </a:lnTo>
                  <a:lnTo>
                    <a:pt x="50" y="111"/>
                  </a:lnTo>
                  <a:lnTo>
                    <a:pt x="50" y="111"/>
                  </a:lnTo>
                  <a:lnTo>
                    <a:pt x="50" y="111"/>
                  </a:lnTo>
                  <a:lnTo>
                    <a:pt x="51" y="124"/>
                  </a:lnTo>
                  <a:lnTo>
                    <a:pt x="55" y="135"/>
                  </a:lnTo>
                  <a:lnTo>
                    <a:pt x="61" y="146"/>
                  </a:lnTo>
                  <a:lnTo>
                    <a:pt x="68" y="154"/>
                  </a:lnTo>
                  <a:lnTo>
                    <a:pt x="68" y="154"/>
                  </a:lnTo>
                  <a:lnTo>
                    <a:pt x="77" y="162"/>
                  </a:lnTo>
                  <a:lnTo>
                    <a:pt x="88" y="168"/>
                  </a:lnTo>
                  <a:lnTo>
                    <a:pt x="99" y="172"/>
                  </a:lnTo>
                  <a:lnTo>
                    <a:pt x="112" y="173"/>
                  </a:lnTo>
                  <a:lnTo>
                    <a:pt x="192" y="173"/>
                  </a:lnTo>
                  <a:lnTo>
                    <a:pt x="192" y="173"/>
                  </a:lnTo>
                  <a:lnTo>
                    <a:pt x="203" y="172"/>
                  </a:lnTo>
                  <a:lnTo>
                    <a:pt x="213" y="169"/>
                  </a:lnTo>
                  <a:lnTo>
                    <a:pt x="223" y="164"/>
                  </a:lnTo>
                  <a:lnTo>
                    <a:pt x="232" y="158"/>
                  </a:lnTo>
                  <a:lnTo>
                    <a:pt x="292" y="158"/>
                  </a:lnTo>
                  <a:lnTo>
                    <a:pt x="292" y="158"/>
                  </a:lnTo>
                  <a:lnTo>
                    <a:pt x="288" y="167"/>
                  </a:lnTo>
                  <a:lnTo>
                    <a:pt x="282" y="175"/>
                  </a:lnTo>
                  <a:lnTo>
                    <a:pt x="277" y="183"/>
                  </a:lnTo>
                  <a:lnTo>
                    <a:pt x="271" y="189"/>
                  </a:lnTo>
                  <a:lnTo>
                    <a:pt x="271" y="189"/>
                  </a:lnTo>
                  <a:lnTo>
                    <a:pt x="262" y="196"/>
                  </a:lnTo>
                  <a:lnTo>
                    <a:pt x="254" y="203"/>
                  </a:lnTo>
                  <a:lnTo>
                    <a:pt x="245" y="209"/>
                  </a:lnTo>
                  <a:lnTo>
                    <a:pt x="235" y="214"/>
                  </a:lnTo>
                  <a:lnTo>
                    <a:pt x="225" y="217"/>
                  </a:lnTo>
                  <a:lnTo>
                    <a:pt x="214" y="220"/>
                  </a:lnTo>
                  <a:lnTo>
                    <a:pt x="203" y="221"/>
                  </a:lnTo>
                  <a:lnTo>
                    <a:pt x="192" y="222"/>
                  </a:lnTo>
                  <a:lnTo>
                    <a:pt x="112" y="222"/>
                  </a:lnTo>
                  <a:lnTo>
                    <a:pt x="112" y="222"/>
                  </a:lnTo>
                  <a:lnTo>
                    <a:pt x="100" y="221"/>
                  </a:lnTo>
                  <a:lnTo>
                    <a:pt x="89" y="220"/>
                  </a:lnTo>
                  <a:lnTo>
                    <a:pt x="78" y="217"/>
                  </a:lnTo>
                  <a:lnTo>
                    <a:pt x="68" y="214"/>
                  </a:lnTo>
                  <a:lnTo>
                    <a:pt x="58" y="209"/>
                  </a:lnTo>
                  <a:lnTo>
                    <a:pt x="50" y="203"/>
                  </a:lnTo>
                  <a:lnTo>
                    <a:pt x="41" y="196"/>
                  </a:lnTo>
                  <a:lnTo>
                    <a:pt x="34" y="189"/>
                  </a:lnTo>
                  <a:lnTo>
                    <a:pt x="34" y="189"/>
                  </a:lnTo>
                  <a:lnTo>
                    <a:pt x="26" y="182"/>
                  </a:lnTo>
                  <a:lnTo>
                    <a:pt x="20" y="173"/>
                  </a:lnTo>
                  <a:lnTo>
                    <a:pt x="14" y="164"/>
                  </a:lnTo>
                  <a:lnTo>
                    <a:pt x="9" y="154"/>
                  </a:lnTo>
                  <a:lnTo>
                    <a:pt x="5" y="143"/>
                  </a:lnTo>
                  <a:lnTo>
                    <a:pt x="3" y="133"/>
                  </a:lnTo>
                  <a:lnTo>
                    <a:pt x="2" y="122"/>
                  </a:lnTo>
                  <a:lnTo>
                    <a:pt x="0" y="111"/>
                  </a:lnTo>
                  <a:lnTo>
                    <a:pt x="0" y="111"/>
                  </a:lnTo>
                  <a:lnTo>
                    <a:pt x="0" y="111"/>
                  </a:lnTo>
                  <a:lnTo>
                    <a:pt x="2" y="100"/>
                  </a:lnTo>
                  <a:lnTo>
                    <a:pt x="3" y="89"/>
                  </a:lnTo>
                  <a:lnTo>
                    <a:pt x="5" y="78"/>
                  </a:lnTo>
                  <a:lnTo>
                    <a:pt x="9" y="68"/>
                  </a:lnTo>
                  <a:lnTo>
                    <a:pt x="14" y="58"/>
                  </a:lnTo>
                  <a:lnTo>
                    <a:pt x="20" y="49"/>
                  </a:lnTo>
                  <a:lnTo>
                    <a:pt x="26" y="41"/>
                  </a:lnTo>
                  <a:lnTo>
                    <a:pt x="34" y="32"/>
                  </a:lnTo>
                  <a:lnTo>
                    <a:pt x="34" y="32"/>
                  </a:lnTo>
                  <a:lnTo>
                    <a:pt x="41" y="26"/>
                  </a:lnTo>
                  <a:lnTo>
                    <a:pt x="50" y="18"/>
                  </a:lnTo>
                  <a:lnTo>
                    <a:pt x="58" y="13"/>
                  </a:lnTo>
                  <a:lnTo>
                    <a:pt x="68" y="9"/>
                  </a:lnTo>
                  <a:lnTo>
                    <a:pt x="78" y="5"/>
                  </a:lnTo>
                  <a:lnTo>
                    <a:pt x="89" y="2"/>
                  </a:lnTo>
                  <a:lnTo>
                    <a:pt x="100" y="0"/>
                  </a:lnTo>
                  <a:lnTo>
                    <a:pt x="112" y="0"/>
                  </a:lnTo>
                  <a:lnTo>
                    <a:pt x="11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4" name="Freeform 20"/>
            <p:cNvSpPr>
              <a:spLocks/>
            </p:cNvSpPr>
            <p:nvPr/>
          </p:nvSpPr>
          <p:spPr bwMode="auto">
            <a:xfrm>
              <a:off x="1714480" y="4357700"/>
              <a:ext cx="230188" cy="177800"/>
            </a:xfrm>
            <a:custGeom>
              <a:avLst/>
              <a:gdLst/>
              <a:ahLst/>
              <a:cxnLst>
                <a:cxn ang="0">
                  <a:pos x="181" y="0"/>
                </a:cxn>
                <a:cxn ang="0">
                  <a:pos x="192" y="0"/>
                </a:cxn>
                <a:cxn ang="0">
                  <a:pos x="213" y="5"/>
                </a:cxn>
                <a:cxn ang="0">
                  <a:pos x="234" y="13"/>
                </a:cxn>
                <a:cxn ang="0">
                  <a:pos x="251" y="26"/>
                </a:cxn>
                <a:cxn ang="0">
                  <a:pos x="258" y="32"/>
                </a:cxn>
                <a:cxn ang="0">
                  <a:pos x="272" y="49"/>
                </a:cxn>
                <a:cxn ang="0">
                  <a:pos x="283" y="68"/>
                </a:cxn>
                <a:cxn ang="0">
                  <a:pos x="289" y="89"/>
                </a:cxn>
                <a:cxn ang="0">
                  <a:pos x="292" y="111"/>
                </a:cxn>
                <a:cxn ang="0">
                  <a:pos x="292" y="111"/>
                </a:cxn>
                <a:cxn ang="0">
                  <a:pos x="289" y="133"/>
                </a:cxn>
                <a:cxn ang="0">
                  <a:pos x="283" y="154"/>
                </a:cxn>
                <a:cxn ang="0">
                  <a:pos x="272" y="173"/>
                </a:cxn>
                <a:cxn ang="0">
                  <a:pos x="258" y="189"/>
                </a:cxn>
                <a:cxn ang="0">
                  <a:pos x="251" y="196"/>
                </a:cxn>
                <a:cxn ang="0">
                  <a:pos x="234" y="209"/>
                </a:cxn>
                <a:cxn ang="0">
                  <a:pos x="213" y="217"/>
                </a:cxn>
                <a:cxn ang="0">
                  <a:pos x="192" y="221"/>
                </a:cxn>
                <a:cxn ang="0">
                  <a:pos x="100" y="222"/>
                </a:cxn>
                <a:cxn ang="0">
                  <a:pos x="89" y="221"/>
                </a:cxn>
                <a:cxn ang="0">
                  <a:pos x="67" y="217"/>
                </a:cxn>
                <a:cxn ang="0">
                  <a:pos x="47" y="209"/>
                </a:cxn>
                <a:cxn ang="0">
                  <a:pos x="30" y="196"/>
                </a:cxn>
                <a:cxn ang="0">
                  <a:pos x="21" y="189"/>
                </a:cxn>
                <a:cxn ang="0">
                  <a:pos x="9" y="175"/>
                </a:cxn>
                <a:cxn ang="0">
                  <a:pos x="0" y="158"/>
                </a:cxn>
                <a:cxn ang="0">
                  <a:pos x="61" y="158"/>
                </a:cxn>
                <a:cxn ang="0">
                  <a:pos x="79" y="169"/>
                </a:cxn>
                <a:cxn ang="0">
                  <a:pos x="100" y="173"/>
                </a:cxn>
                <a:cxn ang="0">
                  <a:pos x="181" y="173"/>
                </a:cxn>
                <a:cxn ang="0">
                  <a:pos x="204" y="168"/>
                </a:cxn>
                <a:cxn ang="0">
                  <a:pos x="224" y="154"/>
                </a:cxn>
                <a:cxn ang="0">
                  <a:pos x="231" y="146"/>
                </a:cxn>
                <a:cxn ang="0">
                  <a:pos x="241" y="124"/>
                </a:cxn>
                <a:cxn ang="0">
                  <a:pos x="242" y="111"/>
                </a:cxn>
                <a:cxn ang="0">
                  <a:pos x="241" y="99"/>
                </a:cxn>
                <a:cxn ang="0">
                  <a:pos x="231" y="77"/>
                </a:cxn>
                <a:cxn ang="0">
                  <a:pos x="224" y="68"/>
                </a:cxn>
                <a:cxn ang="0">
                  <a:pos x="204" y="54"/>
                </a:cxn>
                <a:cxn ang="0">
                  <a:pos x="181" y="49"/>
                </a:cxn>
                <a:cxn ang="0">
                  <a:pos x="100" y="49"/>
                </a:cxn>
                <a:cxn ang="0">
                  <a:pos x="79" y="53"/>
                </a:cxn>
                <a:cxn ang="0">
                  <a:pos x="61" y="63"/>
                </a:cxn>
                <a:cxn ang="0">
                  <a:pos x="0" y="63"/>
                </a:cxn>
                <a:cxn ang="0">
                  <a:pos x="9" y="47"/>
                </a:cxn>
                <a:cxn ang="0">
                  <a:pos x="21" y="32"/>
                </a:cxn>
                <a:cxn ang="0">
                  <a:pos x="30" y="26"/>
                </a:cxn>
                <a:cxn ang="0">
                  <a:pos x="47" y="13"/>
                </a:cxn>
                <a:cxn ang="0">
                  <a:pos x="67" y="5"/>
                </a:cxn>
                <a:cxn ang="0">
                  <a:pos x="89" y="0"/>
                </a:cxn>
                <a:cxn ang="0">
                  <a:pos x="100" y="0"/>
                </a:cxn>
              </a:cxnLst>
              <a:rect l="0" t="0" r="r" b="b"/>
              <a:pathLst>
                <a:path w="292" h="222">
                  <a:moveTo>
                    <a:pt x="100" y="0"/>
                  </a:moveTo>
                  <a:lnTo>
                    <a:pt x="181" y="0"/>
                  </a:lnTo>
                  <a:lnTo>
                    <a:pt x="181" y="0"/>
                  </a:lnTo>
                  <a:lnTo>
                    <a:pt x="192" y="0"/>
                  </a:lnTo>
                  <a:lnTo>
                    <a:pt x="203" y="2"/>
                  </a:lnTo>
                  <a:lnTo>
                    <a:pt x="213" y="5"/>
                  </a:lnTo>
                  <a:lnTo>
                    <a:pt x="224" y="9"/>
                  </a:lnTo>
                  <a:lnTo>
                    <a:pt x="234" y="13"/>
                  </a:lnTo>
                  <a:lnTo>
                    <a:pt x="242" y="18"/>
                  </a:lnTo>
                  <a:lnTo>
                    <a:pt x="251" y="26"/>
                  </a:lnTo>
                  <a:lnTo>
                    <a:pt x="258" y="32"/>
                  </a:lnTo>
                  <a:lnTo>
                    <a:pt x="258" y="32"/>
                  </a:lnTo>
                  <a:lnTo>
                    <a:pt x="266" y="41"/>
                  </a:lnTo>
                  <a:lnTo>
                    <a:pt x="272" y="49"/>
                  </a:lnTo>
                  <a:lnTo>
                    <a:pt x="278" y="58"/>
                  </a:lnTo>
                  <a:lnTo>
                    <a:pt x="283" y="68"/>
                  </a:lnTo>
                  <a:lnTo>
                    <a:pt x="287" y="78"/>
                  </a:lnTo>
                  <a:lnTo>
                    <a:pt x="289" y="89"/>
                  </a:lnTo>
                  <a:lnTo>
                    <a:pt x="291" y="100"/>
                  </a:lnTo>
                  <a:lnTo>
                    <a:pt x="292" y="111"/>
                  </a:lnTo>
                  <a:lnTo>
                    <a:pt x="292" y="111"/>
                  </a:lnTo>
                  <a:lnTo>
                    <a:pt x="292" y="111"/>
                  </a:lnTo>
                  <a:lnTo>
                    <a:pt x="291" y="122"/>
                  </a:lnTo>
                  <a:lnTo>
                    <a:pt x="289" y="133"/>
                  </a:lnTo>
                  <a:lnTo>
                    <a:pt x="287" y="143"/>
                  </a:lnTo>
                  <a:lnTo>
                    <a:pt x="283" y="154"/>
                  </a:lnTo>
                  <a:lnTo>
                    <a:pt x="278" y="164"/>
                  </a:lnTo>
                  <a:lnTo>
                    <a:pt x="272" y="173"/>
                  </a:lnTo>
                  <a:lnTo>
                    <a:pt x="266" y="182"/>
                  </a:lnTo>
                  <a:lnTo>
                    <a:pt x="258" y="189"/>
                  </a:lnTo>
                  <a:lnTo>
                    <a:pt x="258" y="189"/>
                  </a:lnTo>
                  <a:lnTo>
                    <a:pt x="251" y="196"/>
                  </a:lnTo>
                  <a:lnTo>
                    <a:pt x="242" y="203"/>
                  </a:lnTo>
                  <a:lnTo>
                    <a:pt x="234" y="209"/>
                  </a:lnTo>
                  <a:lnTo>
                    <a:pt x="224" y="214"/>
                  </a:lnTo>
                  <a:lnTo>
                    <a:pt x="213" y="217"/>
                  </a:lnTo>
                  <a:lnTo>
                    <a:pt x="203" y="220"/>
                  </a:lnTo>
                  <a:lnTo>
                    <a:pt x="192" y="221"/>
                  </a:lnTo>
                  <a:lnTo>
                    <a:pt x="181" y="222"/>
                  </a:lnTo>
                  <a:lnTo>
                    <a:pt x="100" y="222"/>
                  </a:lnTo>
                  <a:lnTo>
                    <a:pt x="100" y="222"/>
                  </a:lnTo>
                  <a:lnTo>
                    <a:pt x="89" y="221"/>
                  </a:lnTo>
                  <a:lnTo>
                    <a:pt x="78" y="220"/>
                  </a:lnTo>
                  <a:lnTo>
                    <a:pt x="67" y="217"/>
                  </a:lnTo>
                  <a:lnTo>
                    <a:pt x="57" y="214"/>
                  </a:lnTo>
                  <a:lnTo>
                    <a:pt x="47" y="209"/>
                  </a:lnTo>
                  <a:lnTo>
                    <a:pt x="38" y="203"/>
                  </a:lnTo>
                  <a:lnTo>
                    <a:pt x="30" y="196"/>
                  </a:lnTo>
                  <a:lnTo>
                    <a:pt x="21" y="189"/>
                  </a:lnTo>
                  <a:lnTo>
                    <a:pt x="21" y="189"/>
                  </a:lnTo>
                  <a:lnTo>
                    <a:pt x="15" y="183"/>
                  </a:lnTo>
                  <a:lnTo>
                    <a:pt x="9" y="175"/>
                  </a:lnTo>
                  <a:lnTo>
                    <a:pt x="4" y="167"/>
                  </a:lnTo>
                  <a:lnTo>
                    <a:pt x="0" y="158"/>
                  </a:lnTo>
                  <a:lnTo>
                    <a:pt x="61" y="158"/>
                  </a:lnTo>
                  <a:lnTo>
                    <a:pt x="61" y="158"/>
                  </a:lnTo>
                  <a:lnTo>
                    <a:pt x="69" y="164"/>
                  </a:lnTo>
                  <a:lnTo>
                    <a:pt x="79" y="169"/>
                  </a:lnTo>
                  <a:lnTo>
                    <a:pt x="89" y="172"/>
                  </a:lnTo>
                  <a:lnTo>
                    <a:pt x="100" y="173"/>
                  </a:lnTo>
                  <a:lnTo>
                    <a:pt x="181" y="173"/>
                  </a:lnTo>
                  <a:lnTo>
                    <a:pt x="181" y="173"/>
                  </a:lnTo>
                  <a:lnTo>
                    <a:pt x="193" y="172"/>
                  </a:lnTo>
                  <a:lnTo>
                    <a:pt x="204" y="168"/>
                  </a:lnTo>
                  <a:lnTo>
                    <a:pt x="215" y="162"/>
                  </a:lnTo>
                  <a:lnTo>
                    <a:pt x="224" y="154"/>
                  </a:lnTo>
                  <a:lnTo>
                    <a:pt x="224" y="154"/>
                  </a:lnTo>
                  <a:lnTo>
                    <a:pt x="231" y="146"/>
                  </a:lnTo>
                  <a:lnTo>
                    <a:pt x="237" y="135"/>
                  </a:lnTo>
                  <a:lnTo>
                    <a:pt x="241" y="124"/>
                  </a:lnTo>
                  <a:lnTo>
                    <a:pt x="242" y="111"/>
                  </a:lnTo>
                  <a:lnTo>
                    <a:pt x="242" y="111"/>
                  </a:lnTo>
                  <a:lnTo>
                    <a:pt x="242" y="111"/>
                  </a:lnTo>
                  <a:lnTo>
                    <a:pt x="241" y="99"/>
                  </a:lnTo>
                  <a:lnTo>
                    <a:pt x="237" y="86"/>
                  </a:lnTo>
                  <a:lnTo>
                    <a:pt x="231" y="77"/>
                  </a:lnTo>
                  <a:lnTo>
                    <a:pt x="224" y="68"/>
                  </a:lnTo>
                  <a:lnTo>
                    <a:pt x="224" y="68"/>
                  </a:lnTo>
                  <a:lnTo>
                    <a:pt x="215" y="60"/>
                  </a:lnTo>
                  <a:lnTo>
                    <a:pt x="204" y="54"/>
                  </a:lnTo>
                  <a:lnTo>
                    <a:pt x="193" y="51"/>
                  </a:lnTo>
                  <a:lnTo>
                    <a:pt x="181" y="49"/>
                  </a:lnTo>
                  <a:lnTo>
                    <a:pt x="100" y="49"/>
                  </a:lnTo>
                  <a:lnTo>
                    <a:pt x="100" y="49"/>
                  </a:lnTo>
                  <a:lnTo>
                    <a:pt x="89" y="51"/>
                  </a:lnTo>
                  <a:lnTo>
                    <a:pt x="79" y="53"/>
                  </a:lnTo>
                  <a:lnTo>
                    <a:pt x="69" y="58"/>
                  </a:lnTo>
                  <a:lnTo>
                    <a:pt x="61" y="63"/>
                  </a:lnTo>
                  <a:lnTo>
                    <a:pt x="0" y="63"/>
                  </a:lnTo>
                  <a:lnTo>
                    <a:pt x="0" y="63"/>
                  </a:lnTo>
                  <a:lnTo>
                    <a:pt x="4" y="56"/>
                  </a:lnTo>
                  <a:lnTo>
                    <a:pt x="9" y="47"/>
                  </a:lnTo>
                  <a:lnTo>
                    <a:pt x="15" y="39"/>
                  </a:lnTo>
                  <a:lnTo>
                    <a:pt x="21" y="32"/>
                  </a:lnTo>
                  <a:lnTo>
                    <a:pt x="21" y="32"/>
                  </a:lnTo>
                  <a:lnTo>
                    <a:pt x="30" y="26"/>
                  </a:lnTo>
                  <a:lnTo>
                    <a:pt x="38" y="18"/>
                  </a:lnTo>
                  <a:lnTo>
                    <a:pt x="47" y="13"/>
                  </a:lnTo>
                  <a:lnTo>
                    <a:pt x="57" y="9"/>
                  </a:lnTo>
                  <a:lnTo>
                    <a:pt x="67" y="5"/>
                  </a:lnTo>
                  <a:lnTo>
                    <a:pt x="78" y="2"/>
                  </a:lnTo>
                  <a:lnTo>
                    <a:pt x="89" y="0"/>
                  </a:lnTo>
                  <a:lnTo>
                    <a:pt x="100" y="0"/>
                  </a:lnTo>
                  <a:lnTo>
                    <a:pt x="10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5" name="Freeform 21"/>
            <p:cNvSpPr>
              <a:spLocks/>
            </p:cNvSpPr>
            <p:nvPr/>
          </p:nvSpPr>
          <p:spPr bwMode="auto">
            <a:xfrm>
              <a:off x="1601767" y="4427550"/>
              <a:ext cx="195263" cy="36513"/>
            </a:xfrm>
            <a:custGeom>
              <a:avLst/>
              <a:gdLst/>
              <a:ahLst/>
              <a:cxnLst>
                <a:cxn ang="0">
                  <a:pos x="24" y="0"/>
                </a:cxn>
                <a:cxn ang="0">
                  <a:pos x="224" y="0"/>
                </a:cxn>
                <a:cxn ang="0">
                  <a:pos x="224" y="0"/>
                </a:cxn>
                <a:cxn ang="0">
                  <a:pos x="229" y="1"/>
                </a:cxn>
                <a:cxn ang="0">
                  <a:pos x="233" y="2"/>
                </a:cxn>
                <a:cxn ang="0">
                  <a:pos x="236" y="5"/>
                </a:cxn>
                <a:cxn ang="0">
                  <a:pos x="240" y="7"/>
                </a:cxn>
                <a:cxn ang="0">
                  <a:pos x="242" y="11"/>
                </a:cxn>
                <a:cxn ang="0">
                  <a:pos x="245" y="14"/>
                </a:cxn>
                <a:cxn ang="0">
                  <a:pos x="246" y="18"/>
                </a:cxn>
                <a:cxn ang="0">
                  <a:pos x="246" y="23"/>
                </a:cxn>
                <a:cxn ang="0">
                  <a:pos x="246" y="23"/>
                </a:cxn>
                <a:cxn ang="0">
                  <a:pos x="246" y="23"/>
                </a:cxn>
                <a:cxn ang="0">
                  <a:pos x="246" y="28"/>
                </a:cxn>
                <a:cxn ang="0">
                  <a:pos x="245" y="32"/>
                </a:cxn>
                <a:cxn ang="0">
                  <a:pos x="242" y="36"/>
                </a:cxn>
                <a:cxn ang="0">
                  <a:pos x="240" y="39"/>
                </a:cxn>
                <a:cxn ang="0">
                  <a:pos x="236" y="42"/>
                </a:cxn>
                <a:cxn ang="0">
                  <a:pos x="233" y="44"/>
                </a:cxn>
                <a:cxn ang="0">
                  <a:pos x="229" y="45"/>
                </a:cxn>
                <a:cxn ang="0">
                  <a:pos x="224" y="45"/>
                </a:cxn>
                <a:cxn ang="0">
                  <a:pos x="24" y="45"/>
                </a:cxn>
                <a:cxn ang="0">
                  <a:pos x="24" y="45"/>
                </a:cxn>
                <a:cxn ang="0">
                  <a:pos x="19" y="45"/>
                </a:cxn>
                <a:cxn ang="0">
                  <a:pos x="14" y="44"/>
                </a:cxn>
                <a:cxn ang="0">
                  <a:pos x="10" y="42"/>
                </a:cxn>
                <a:cxn ang="0">
                  <a:pos x="6" y="39"/>
                </a:cxn>
                <a:cxn ang="0">
                  <a:pos x="4" y="36"/>
                </a:cxn>
                <a:cxn ang="0">
                  <a:pos x="3" y="32"/>
                </a:cxn>
                <a:cxn ang="0">
                  <a:pos x="0" y="28"/>
                </a:cxn>
                <a:cxn ang="0">
                  <a:pos x="0" y="23"/>
                </a:cxn>
                <a:cxn ang="0">
                  <a:pos x="0" y="23"/>
                </a:cxn>
                <a:cxn ang="0">
                  <a:pos x="0" y="23"/>
                </a:cxn>
                <a:cxn ang="0">
                  <a:pos x="0" y="18"/>
                </a:cxn>
                <a:cxn ang="0">
                  <a:pos x="3" y="14"/>
                </a:cxn>
                <a:cxn ang="0">
                  <a:pos x="4" y="11"/>
                </a:cxn>
                <a:cxn ang="0">
                  <a:pos x="6" y="7"/>
                </a:cxn>
                <a:cxn ang="0">
                  <a:pos x="10" y="5"/>
                </a:cxn>
                <a:cxn ang="0">
                  <a:pos x="14" y="2"/>
                </a:cxn>
                <a:cxn ang="0">
                  <a:pos x="19" y="1"/>
                </a:cxn>
                <a:cxn ang="0">
                  <a:pos x="24" y="0"/>
                </a:cxn>
                <a:cxn ang="0">
                  <a:pos x="24" y="0"/>
                </a:cxn>
              </a:cxnLst>
              <a:rect l="0" t="0" r="r" b="b"/>
              <a:pathLst>
                <a:path w="246" h="45">
                  <a:moveTo>
                    <a:pt x="24" y="0"/>
                  </a:moveTo>
                  <a:lnTo>
                    <a:pt x="224" y="0"/>
                  </a:lnTo>
                  <a:lnTo>
                    <a:pt x="224" y="0"/>
                  </a:lnTo>
                  <a:lnTo>
                    <a:pt x="229" y="1"/>
                  </a:lnTo>
                  <a:lnTo>
                    <a:pt x="233" y="2"/>
                  </a:lnTo>
                  <a:lnTo>
                    <a:pt x="236" y="5"/>
                  </a:lnTo>
                  <a:lnTo>
                    <a:pt x="240" y="7"/>
                  </a:lnTo>
                  <a:lnTo>
                    <a:pt x="242" y="11"/>
                  </a:lnTo>
                  <a:lnTo>
                    <a:pt x="245" y="14"/>
                  </a:lnTo>
                  <a:lnTo>
                    <a:pt x="246" y="18"/>
                  </a:lnTo>
                  <a:lnTo>
                    <a:pt x="246" y="23"/>
                  </a:lnTo>
                  <a:lnTo>
                    <a:pt x="246" y="23"/>
                  </a:lnTo>
                  <a:lnTo>
                    <a:pt x="246" y="23"/>
                  </a:lnTo>
                  <a:lnTo>
                    <a:pt x="246" y="28"/>
                  </a:lnTo>
                  <a:lnTo>
                    <a:pt x="245" y="32"/>
                  </a:lnTo>
                  <a:lnTo>
                    <a:pt x="242" y="36"/>
                  </a:lnTo>
                  <a:lnTo>
                    <a:pt x="240" y="39"/>
                  </a:lnTo>
                  <a:lnTo>
                    <a:pt x="236" y="42"/>
                  </a:lnTo>
                  <a:lnTo>
                    <a:pt x="233" y="44"/>
                  </a:lnTo>
                  <a:lnTo>
                    <a:pt x="229" y="45"/>
                  </a:lnTo>
                  <a:lnTo>
                    <a:pt x="224" y="45"/>
                  </a:lnTo>
                  <a:lnTo>
                    <a:pt x="24" y="45"/>
                  </a:lnTo>
                  <a:lnTo>
                    <a:pt x="24" y="45"/>
                  </a:lnTo>
                  <a:lnTo>
                    <a:pt x="19" y="45"/>
                  </a:lnTo>
                  <a:lnTo>
                    <a:pt x="14" y="44"/>
                  </a:lnTo>
                  <a:lnTo>
                    <a:pt x="10" y="42"/>
                  </a:lnTo>
                  <a:lnTo>
                    <a:pt x="6" y="39"/>
                  </a:lnTo>
                  <a:lnTo>
                    <a:pt x="4" y="36"/>
                  </a:lnTo>
                  <a:lnTo>
                    <a:pt x="3" y="32"/>
                  </a:lnTo>
                  <a:lnTo>
                    <a:pt x="0" y="28"/>
                  </a:lnTo>
                  <a:lnTo>
                    <a:pt x="0" y="23"/>
                  </a:lnTo>
                  <a:lnTo>
                    <a:pt x="0" y="23"/>
                  </a:lnTo>
                  <a:lnTo>
                    <a:pt x="0" y="23"/>
                  </a:lnTo>
                  <a:lnTo>
                    <a:pt x="0" y="18"/>
                  </a:lnTo>
                  <a:lnTo>
                    <a:pt x="3" y="14"/>
                  </a:lnTo>
                  <a:lnTo>
                    <a:pt x="4" y="11"/>
                  </a:lnTo>
                  <a:lnTo>
                    <a:pt x="6" y="7"/>
                  </a:lnTo>
                  <a:lnTo>
                    <a:pt x="10" y="5"/>
                  </a:lnTo>
                  <a:lnTo>
                    <a:pt x="14" y="2"/>
                  </a:lnTo>
                  <a:lnTo>
                    <a:pt x="19" y="1"/>
                  </a:lnTo>
                  <a:lnTo>
                    <a:pt x="24" y="0"/>
                  </a:lnTo>
                  <a:lnTo>
                    <a:pt x="24"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316" name="Freeform 143"/>
          <p:cNvSpPr>
            <a:spLocks noEditPoints="1"/>
          </p:cNvSpPr>
          <p:nvPr/>
        </p:nvSpPr>
        <p:spPr bwMode="auto">
          <a:xfrm>
            <a:off x="10089180" y="6297311"/>
            <a:ext cx="370626" cy="378908"/>
          </a:xfrm>
          <a:custGeom>
            <a:avLst/>
            <a:gdLst>
              <a:gd name="T0" fmla="*/ 203 w 360"/>
              <a:gd name="T1" fmla="*/ 271 h 368"/>
              <a:gd name="T2" fmla="*/ 261 w 360"/>
              <a:gd name="T3" fmla="*/ 202 h 368"/>
              <a:gd name="T4" fmla="*/ 360 w 360"/>
              <a:gd name="T5" fmla="*/ 51 h 368"/>
              <a:gd name="T6" fmla="*/ 346 w 360"/>
              <a:gd name="T7" fmla="*/ 37 h 368"/>
              <a:gd name="T8" fmla="*/ 277 w 360"/>
              <a:gd name="T9" fmla="*/ 37 h 368"/>
              <a:gd name="T10" fmla="*/ 180 w 360"/>
              <a:gd name="T11" fmla="*/ 0 h 368"/>
              <a:gd name="T12" fmla="*/ 83 w 360"/>
              <a:gd name="T13" fmla="*/ 37 h 368"/>
              <a:gd name="T14" fmla="*/ 14 w 360"/>
              <a:gd name="T15" fmla="*/ 37 h 368"/>
              <a:gd name="T16" fmla="*/ 0 w 360"/>
              <a:gd name="T17" fmla="*/ 51 h 368"/>
              <a:gd name="T18" fmla="*/ 98 w 360"/>
              <a:gd name="T19" fmla="*/ 202 h 368"/>
              <a:gd name="T20" fmla="*/ 156 w 360"/>
              <a:gd name="T21" fmla="*/ 271 h 368"/>
              <a:gd name="T22" fmla="*/ 156 w 360"/>
              <a:gd name="T23" fmla="*/ 297 h 368"/>
              <a:gd name="T24" fmla="*/ 91 w 360"/>
              <a:gd name="T25" fmla="*/ 332 h 368"/>
              <a:gd name="T26" fmla="*/ 180 w 360"/>
              <a:gd name="T27" fmla="*/ 368 h 368"/>
              <a:gd name="T28" fmla="*/ 269 w 360"/>
              <a:gd name="T29" fmla="*/ 332 h 368"/>
              <a:gd name="T30" fmla="*/ 203 w 360"/>
              <a:gd name="T31" fmla="*/ 297 h 368"/>
              <a:gd name="T32" fmla="*/ 203 w 360"/>
              <a:gd name="T33" fmla="*/ 271 h 368"/>
              <a:gd name="T34" fmla="*/ 259 w 360"/>
              <a:gd name="T35" fmla="*/ 170 h 368"/>
              <a:gd name="T36" fmla="*/ 281 w 360"/>
              <a:gd name="T37" fmla="*/ 65 h 368"/>
              <a:gd name="T38" fmla="*/ 331 w 360"/>
              <a:gd name="T39" fmla="*/ 65 h 368"/>
              <a:gd name="T40" fmla="*/ 259 w 360"/>
              <a:gd name="T41" fmla="*/ 170 h 368"/>
              <a:gd name="T42" fmla="*/ 180 w 360"/>
              <a:gd name="T43" fmla="*/ 24 h 368"/>
              <a:gd name="T44" fmla="*/ 256 w 360"/>
              <a:gd name="T45" fmla="*/ 55 h 368"/>
              <a:gd name="T46" fmla="*/ 180 w 360"/>
              <a:gd name="T47" fmla="*/ 86 h 368"/>
              <a:gd name="T48" fmla="*/ 104 w 360"/>
              <a:gd name="T49" fmla="*/ 55 h 368"/>
              <a:gd name="T50" fmla="*/ 180 w 360"/>
              <a:gd name="T51" fmla="*/ 24 h 368"/>
              <a:gd name="T52" fmla="*/ 29 w 360"/>
              <a:gd name="T53" fmla="*/ 65 h 368"/>
              <a:gd name="T54" fmla="*/ 79 w 360"/>
              <a:gd name="T55" fmla="*/ 65 h 368"/>
              <a:gd name="T56" fmla="*/ 101 w 360"/>
              <a:gd name="T57" fmla="*/ 170 h 368"/>
              <a:gd name="T58" fmla="*/ 29 w 360"/>
              <a:gd name="T59" fmla="*/ 65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60" h="368">
                <a:moveTo>
                  <a:pt x="203" y="271"/>
                </a:moveTo>
                <a:cubicBezTo>
                  <a:pt x="203" y="242"/>
                  <a:pt x="225" y="226"/>
                  <a:pt x="261" y="202"/>
                </a:cubicBezTo>
                <a:cubicBezTo>
                  <a:pt x="305" y="173"/>
                  <a:pt x="360" y="137"/>
                  <a:pt x="360" y="51"/>
                </a:cubicBezTo>
                <a:cubicBezTo>
                  <a:pt x="360" y="43"/>
                  <a:pt x="353" y="37"/>
                  <a:pt x="346" y="37"/>
                </a:cubicBezTo>
                <a:cubicBezTo>
                  <a:pt x="277" y="37"/>
                  <a:pt x="277" y="37"/>
                  <a:pt x="277" y="37"/>
                </a:cubicBezTo>
                <a:cubicBezTo>
                  <a:pt x="267" y="19"/>
                  <a:pt x="238" y="0"/>
                  <a:pt x="180" y="0"/>
                </a:cubicBezTo>
                <a:cubicBezTo>
                  <a:pt x="121" y="0"/>
                  <a:pt x="92" y="19"/>
                  <a:pt x="83" y="37"/>
                </a:cubicBezTo>
                <a:cubicBezTo>
                  <a:pt x="14" y="37"/>
                  <a:pt x="14" y="37"/>
                  <a:pt x="14" y="37"/>
                </a:cubicBezTo>
                <a:cubicBezTo>
                  <a:pt x="6" y="37"/>
                  <a:pt x="0" y="43"/>
                  <a:pt x="0" y="51"/>
                </a:cubicBezTo>
                <a:cubicBezTo>
                  <a:pt x="0" y="137"/>
                  <a:pt x="54" y="173"/>
                  <a:pt x="98" y="202"/>
                </a:cubicBezTo>
                <a:cubicBezTo>
                  <a:pt x="134" y="226"/>
                  <a:pt x="156" y="242"/>
                  <a:pt x="156" y="271"/>
                </a:cubicBezTo>
                <a:cubicBezTo>
                  <a:pt x="156" y="297"/>
                  <a:pt x="156" y="297"/>
                  <a:pt x="156" y="297"/>
                </a:cubicBezTo>
                <a:cubicBezTo>
                  <a:pt x="118" y="301"/>
                  <a:pt x="91" y="315"/>
                  <a:pt x="91" y="332"/>
                </a:cubicBezTo>
                <a:cubicBezTo>
                  <a:pt x="91" y="352"/>
                  <a:pt x="131" y="368"/>
                  <a:pt x="180" y="368"/>
                </a:cubicBezTo>
                <a:cubicBezTo>
                  <a:pt x="229" y="368"/>
                  <a:pt x="269" y="352"/>
                  <a:pt x="269" y="332"/>
                </a:cubicBezTo>
                <a:cubicBezTo>
                  <a:pt x="269" y="315"/>
                  <a:pt x="241" y="301"/>
                  <a:pt x="203" y="297"/>
                </a:cubicBezTo>
                <a:lnTo>
                  <a:pt x="203" y="271"/>
                </a:lnTo>
                <a:close/>
                <a:moveTo>
                  <a:pt x="259" y="170"/>
                </a:moveTo>
                <a:cubicBezTo>
                  <a:pt x="270" y="146"/>
                  <a:pt x="279" y="113"/>
                  <a:pt x="281" y="65"/>
                </a:cubicBezTo>
                <a:cubicBezTo>
                  <a:pt x="331" y="65"/>
                  <a:pt x="331" y="65"/>
                  <a:pt x="331" y="65"/>
                </a:cubicBezTo>
                <a:cubicBezTo>
                  <a:pt x="326" y="119"/>
                  <a:pt x="294" y="146"/>
                  <a:pt x="259" y="170"/>
                </a:cubicBezTo>
                <a:close/>
                <a:moveTo>
                  <a:pt x="180" y="24"/>
                </a:moveTo>
                <a:cubicBezTo>
                  <a:pt x="234" y="24"/>
                  <a:pt x="256" y="47"/>
                  <a:pt x="256" y="55"/>
                </a:cubicBezTo>
                <a:cubicBezTo>
                  <a:pt x="256" y="63"/>
                  <a:pt x="234" y="86"/>
                  <a:pt x="180" y="86"/>
                </a:cubicBezTo>
                <a:cubicBezTo>
                  <a:pt x="125" y="86"/>
                  <a:pt x="104" y="63"/>
                  <a:pt x="104" y="55"/>
                </a:cubicBezTo>
                <a:cubicBezTo>
                  <a:pt x="104" y="47"/>
                  <a:pt x="125" y="24"/>
                  <a:pt x="180" y="24"/>
                </a:cubicBezTo>
                <a:close/>
                <a:moveTo>
                  <a:pt x="29" y="65"/>
                </a:moveTo>
                <a:cubicBezTo>
                  <a:pt x="79" y="65"/>
                  <a:pt x="79" y="65"/>
                  <a:pt x="79" y="65"/>
                </a:cubicBezTo>
                <a:cubicBezTo>
                  <a:pt x="80" y="113"/>
                  <a:pt x="89" y="146"/>
                  <a:pt x="101" y="170"/>
                </a:cubicBezTo>
                <a:cubicBezTo>
                  <a:pt x="66" y="146"/>
                  <a:pt x="33" y="119"/>
                  <a:pt x="29" y="65"/>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17" name="Freeform 11"/>
          <p:cNvSpPr>
            <a:spLocks noEditPoints="1"/>
          </p:cNvSpPr>
          <p:nvPr/>
        </p:nvSpPr>
        <p:spPr bwMode="auto">
          <a:xfrm>
            <a:off x="11172587" y="5249206"/>
            <a:ext cx="313206" cy="313206"/>
          </a:xfrm>
          <a:custGeom>
            <a:avLst/>
            <a:gdLst/>
            <a:ahLst/>
            <a:cxnLst>
              <a:cxn ang="0">
                <a:pos x="263" y="275"/>
              </a:cxn>
              <a:cxn ang="0">
                <a:pos x="234" y="270"/>
              </a:cxn>
              <a:cxn ang="0">
                <a:pos x="172" y="232"/>
              </a:cxn>
              <a:cxn ang="0">
                <a:pos x="121" y="243"/>
              </a:cxn>
              <a:cxn ang="0">
                <a:pos x="98" y="241"/>
              </a:cxn>
              <a:cxn ang="0">
                <a:pos x="63" y="228"/>
              </a:cxn>
              <a:cxn ang="0">
                <a:pos x="36" y="208"/>
              </a:cxn>
              <a:cxn ang="0">
                <a:pos x="15" y="179"/>
              </a:cxn>
              <a:cxn ang="0">
                <a:pos x="2" y="147"/>
              </a:cxn>
              <a:cxn ang="0">
                <a:pos x="0" y="121"/>
              </a:cxn>
              <a:cxn ang="0">
                <a:pos x="5" y="85"/>
              </a:cxn>
              <a:cxn ang="0">
                <a:pos x="22" y="52"/>
              </a:cxn>
              <a:cxn ang="0">
                <a:pos x="45" y="27"/>
              </a:cxn>
              <a:cxn ang="0">
                <a:pos x="74" y="9"/>
              </a:cxn>
              <a:cxn ang="0">
                <a:pos x="111" y="0"/>
              </a:cxn>
              <a:cxn ang="0">
                <a:pos x="134" y="0"/>
              </a:cxn>
              <a:cxn ang="0">
                <a:pos x="170" y="9"/>
              </a:cxn>
              <a:cxn ang="0">
                <a:pos x="199" y="27"/>
              </a:cxn>
              <a:cxn ang="0">
                <a:pos x="223" y="52"/>
              </a:cxn>
              <a:cxn ang="0">
                <a:pos x="239" y="85"/>
              </a:cxn>
              <a:cxn ang="0">
                <a:pos x="245" y="121"/>
              </a:cxn>
              <a:cxn ang="0">
                <a:pos x="239" y="156"/>
              </a:cxn>
              <a:cxn ang="0">
                <a:pos x="272" y="234"/>
              </a:cxn>
              <a:cxn ang="0">
                <a:pos x="279" y="252"/>
              </a:cxn>
              <a:cxn ang="0">
                <a:pos x="272" y="270"/>
              </a:cxn>
              <a:cxn ang="0">
                <a:pos x="105" y="36"/>
              </a:cxn>
              <a:cxn ang="0">
                <a:pos x="60" y="60"/>
              </a:cxn>
              <a:cxn ang="0">
                <a:pos x="36" y="103"/>
              </a:cxn>
              <a:cxn ang="0">
                <a:pos x="36" y="139"/>
              </a:cxn>
              <a:cxn ang="0">
                <a:pos x="60" y="183"/>
              </a:cxn>
              <a:cxn ang="0">
                <a:pos x="105" y="206"/>
              </a:cxn>
              <a:cxn ang="0">
                <a:pos x="140" y="206"/>
              </a:cxn>
              <a:cxn ang="0">
                <a:pos x="183" y="183"/>
              </a:cxn>
              <a:cxn ang="0">
                <a:pos x="208" y="139"/>
              </a:cxn>
              <a:cxn ang="0">
                <a:pos x="208" y="103"/>
              </a:cxn>
              <a:cxn ang="0">
                <a:pos x="183" y="60"/>
              </a:cxn>
              <a:cxn ang="0">
                <a:pos x="140" y="36"/>
              </a:cxn>
              <a:cxn ang="0">
                <a:pos x="158" y="139"/>
              </a:cxn>
              <a:cxn ang="0">
                <a:pos x="80" y="138"/>
              </a:cxn>
              <a:cxn ang="0">
                <a:pos x="71" y="121"/>
              </a:cxn>
              <a:cxn ang="0">
                <a:pos x="74" y="109"/>
              </a:cxn>
              <a:cxn ang="0">
                <a:pos x="158" y="103"/>
              </a:cxn>
              <a:cxn ang="0">
                <a:pos x="170" y="109"/>
              </a:cxn>
              <a:cxn ang="0">
                <a:pos x="174" y="121"/>
              </a:cxn>
              <a:cxn ang="0">
                <a:pos x="163" y="138"/>
              </a:cxn>
            </a:cxnLst>
            <a:rect l="0" t="0" r="r" b="b"/>
            <a:pathLst>
              <a:path w="279" h="277">
                <a:moveTo>
                  <a:pt x="272" y="270"/>
                </a:moveTo>
                <a:lnTo>
                  <a:pt x="272" y="270"/>
                </a:lnTo>
                <a:lnTo>
                  <a:pt x="263" y="275"/>
                </a:lnTo>
                <a:lnTo>
                  <a:pt x="252" y="277"/>
                </a:lnTo>
                <a:lnTo>
                  <a:pt x="243" y="275"/>
                </a:lnTo>
                <a:lnTo>
                  <a:pt x="234" y="270"/>
                </a:lnTo>
                <a:lnTo>
                  <a:pt x="189" y="225"/>
                </a:lnTo>
                <a:lnTo>
                  <a:pt x="189" y="225"/>
                </a:lnTo>
                <a:lnTo>
                  <a:pt x="172" y="232"/>
                </a:lnTo>
                <a:lnTo>
                  <a:pt x="158" y="239"/>
                </a:lnTo>
                <a:lnTo>
                  <a:pt x="140" y="243"/>
                </a:lnTo>
                <a:lnTo>
                  <a:pt x="121" y="243"/>
                </a:lnTo>
                <a:lnTo>
                  <a:pt x="121" y="243"/>
                </a:lnTo>
                <a:lnTo>
                  <a:pt x="111" y="243"/>
                </a:lnTo>
                <a:lnTo>
                  <a:pt x="98" y="241"/>
                </a:lnTo>
                <a:lnTo>
                  <a:pt x="85" y="237"/>
                </a:lnTo>
                <a:lnTo>
                  <a:pt x="74" y="234"/>
                </a:lnTo>
                <a:lnTo>
                  <a:pt x="63" y="228"/>
                </a:lnTo>
                <a:lnTo>
                  <a:pt x="54" y="223"/>
                </a:lnTo>
                <a:lnTo>
                  <a:pt x="45" y="216"/>
                </a:lnTo>
                <a:lnTo>
                  <a:pt x="36" y="208"/>
                </a:lnTo>
                <a:lnTo>
                  <a:pt x="27" y="199"/>
                </a:lnTo>
                <a:lnTo>
                  <a:pt x="22" y="190"/>
                </a:lnTo>
                <a:lnTo>
                  <a:pt x="15" y="179"/>
                </a:lnTo>
                <a:lnTo>
                  <a:pt x="9" y="168"/>
                </a:lnTo>
                <a:lnTo>
                  <a:pt x="5" y="157"/>
                </a:lnTo>
                <a:lnTo>
                  <a:pt x="2" y="147"/>
                </a:lnTo>
                <a:lnTo>
                  <a:pt x="0" y="134"/>
                </a:lnTo>
                <a:lnTo>
                  <a:pt x="0" y="121"/>
                </a:lnTo>
                <a:lnTo>
                  <a:pt x="0" y="121"/>
                </a:lnTo>
                <a:lnTo>
                  <a:pt x="0" y="109"/>
                </a:lnTo>
                <a:lnTo>
                  <a:pt x="2" y="96"/>
                </a:lnTo>
                <a:lnTo>
                  <a:pt x="5" y="85"/>
                </a:lnTo>
                <a:lnTo>
                  <a:pt x="9" y="74"/>
                </a:lnTo>
                <a:lnTo>
                  <a:pt x="15" y="63"/>
                </a:lnTo>
                <a:lnTo>
                  <a:pt x="22" y="52"/>
                </a:lnTo>
                <a:lnTo>
                  <a:pt x="27" y="43"/>
                </a:lnTo>
                <a:lnTo>
                  <a:pt x="36" y="34"/>
                </a:lnTo>
                <a:lnTo>
                  <a:pt x="45" y="27"/>
                </a:lnTo>
                <a:lnTo>
                  <a:pt x="54" y="20"/>
                </a:lnTo>
                <a:lnTo>
                  <a:pt x="63" y="14"/>
                </a:lnTo>
                <a:lnTo>
                  <a:pt x="74" y="9"/>
                </a:lnTo>
                <a:lnTo>
                  <a:pt x="85" y="5"/>
                </a:lnTo>
                <a:lnTo>
                  <a:pt x="98" y="2"/>
                </a:lnTo>
                <a:lnTo>
                  <a:pt x="111" y="0"/>
                </a:lnTo>
                <a:lnTo>
                  <a:pt x="121" y="0"/>
                </a:lnTo>
                <a:lnTo>
                  <a:pt x="121" y="0"/>
                </a:lnTo>
                <a:lnTo>
                  <a:pt x="134" y="0"/>
                </a:lnTo>
                <a:lnTo>
                  <a:pt x="147" y="2"/>
                </a:lnTo>
                <a:lnTo>
                  <a:pt x="158" y="5"/>
                </a:lnTo>
                <a:lnTo>
                  <a:pt x="170" y="9"/>
                </a:lnTo>
                <a:lnTo>
                  <a:pt x="181" y="14"/>
                </a:lnTo>
                <a:lnTo>
                  <a:pt x="190" y="20"/>
                </a:lnTo>
                <a:lnTo>
                  <a:pt x="199" y="27"/>
                </a:lnTo>
                <a:lnTo>
                  <a:pt x="208" y="34"/>
                </a:lnTo>
                <a:lnTo>
                  <a:pt x="216" y="43"/>
                </a:lnTo>
                <a:lnTo>
                  <a:pt x="223" y="52"/>
                </a:lnTo>
                <a:lnTo>
                  <a:pt x="230" y="63"/>
                </a:lnTo>
                <a:lnTo>
                  <a:pt x="236" y="74"/>
                </a:lnTo>
                <a:lnTo>
                  <a:pt x="239" y="85"/>
                </a:lnTo>
                <a:lnTo>
                  <a:pt x="241" y="96"/>
                </a:lnTo>
                <a:lnTo>
                  <a:pt x="243" y="109"/>
                </a:lnTo>
                <a:lnTo>
                  <a:pt x="245" y="121"/>
                </a:lnTo>
                <a:lnTo>
                  <a:pt x="245" y="121"/>
                </a:lnTo>
                <a:lnTo>
                  <a:pt x="243" y="139"/>
                </a:lnTo>
                <a:lnTo>
                  <a:pt x="239" y="156"/>
                </a:lnTo>
                <a:lnTo>
                  <a:pt x="234" y="172"/>
                </a:lnTo>
                <a:lnTo>
                  <a:pt x="225" y="187"/>
                </a:lnTo>
                <a:lnTo>
                  <a:pt x="272" y="234"/>
                </a:lnTo>
                <a:lnTo>
                  <a:pt x="272" y="234"/>
                </a:lnTo>
                <a:lnTo>
                  <a:pt x="277" y="243"/>
                </a:lnTo>
                <a:lnTo>
                  <a:pt x="279" y="252"/>
                </a:lnTo>
                <a:lnTo>
                  <a:pt x="277" y="261"/>
                </a:lnTo>
                <a:lnTo>
                  <a:pt x="272" y="270"/>
                </a:lnTo>
                <a:lnTo>
                  <a:pt x="272" y="270"/>
                </a:lnTo>
                <a:close/>
                <a:moveTo>
                  <a:pt x="121" y="34"/>
                </a:moveTo>
                <a:lnTo>
                  <a:pt x="121" y="34"/>
                </a:lnTo>
                <a:lnTo>
                  <a:pt x="105" y="36"/>
                </a:lnTo>
                <a:lnTo>
                  <a:pt x="89" y="41"/>
                </a:lnTo>
                <a:lnTo>
                  <a:pt x="74" y="49"/>
                </a:lnTo>
                <a:lnTo>
                  <a:pt x="60" y="60"/>
                </a:lnTo>
                <a:lnTo>
                  <a:pt x="51" y="72"/>
                </a:lnTo>
                <a:lnTo>
                  <a:pt x="42" y="87"/>
                </a:lnTo>
                <a:lnTo>
                  <a:pt x="36" y="103"/>
                </a:lnTo>
                <a:lnTo>
                  <a:pt x="34" y="121"/>
                </a:lnTo>
                <a:lnTo>
                  <a:pt x="34" y="121"/>
                </a:lnTo>
                <a:lnTo>
                  <a:pt x="36" y="139"/>
                </a:lnTo>
                <a:lnTo>
                  <a:pt x="42" y="156"/>
                </a:lnTo>
                <a:lnTo>
                  <a:pt x="51" y="170"/>
                </a:lnTo>
                <a:lnTo>
                  <a:pt x="60" y="183"/>
                </a:lnTo>
                <a:lnTo>
                  <a:pt x="74" y="194"/>
                </a:lnTo>
                <a:lnTo>
                  <a:pt x="89" y="201"/>
                </a:lnTo>
                <a:lnTo>
                  <a:pt x="105" y="206"/>
                </a:lnTo>
                <a:lnTo>
                  <a:pt x="121" y="208"/>
                </a:lnTo>
                <a:lnTo>
                  <a:pt x="121" y="208"/>
                </a:lnTo>
                <a:lnTo>
                  <a:pt x="140" y="206"/>
                </a:lnTo>
                <a:lnTo>
                  <a:pt x="156" y="201"/>
                </a:lnTo>
                <a:lnTo>
                  <a:pt x="170" y="194"/>
                </a:lnTo>
                <a:lnTo>
                  <a:pt x="183" y="183"/>
                </a:lnTo>
                <a:lnTo>
                  <a:pt x="194" y="170"/>
                </a:lnTo>
                <a:lnTo>
                  <a:pt x="203" y="156"/>
                </a:lnTo>
                <a:lnTo>
                  <a:pt x="208" y="139"/>
                </a:lnTo>
                <a:lnTo>
                  <a:pt x="210" y="121"/>
                </a:lnTo>
                <a:lnTo>
                  <a:pt x="210" y="121"/>
                </a:lnTo>
                <a:lnTo>
                  <a:pt x="208" y="103"/>
                </a:lnTo>
                <a:lnTo>
                  <a:pt x="203" y="87"/>
                </a:lnTo>
                <a:lnTo>
                  <a:pt x="194" y="72"/>
                </a:lnTo>
                <a:lnTo>
                  <a:pt x="183" y="60"/>
                </a:lnTo>
                <a:lnTo>
                  <a:pt x="170" y="49"/>
                </a:lnTo>
                <a:lnTo>
                  <a:pt x="156" y="41"/>
                </a:lnTo>
                <a:lnTo>
                  <a:pt x="140" y="36"/>
                </a:lnTo>
                <a:lnTo>
                  <a:pt x="121" y="34"/>
                </a:lnTo>
                <a:lnTo>
                  <a:pt x="121" y="34"/>
                </a:lnTo>
                <a:close/>
                <a:moveTo>
                  <a:pt x="158" y="139"/>
                </a:moveTo>
                <a:lnTo>
                  <a:pt x="87" y="139"/>
                </a:lnTo>
                <a:lnTo>
                  <a:pt x="87" y="139"/>
                </a:lnTo>
                <a:lnTo>
                  <a:pt x="80" y="138"/>
                </a:lnTo>
                <a:lnTo>
                  <a:pt x="74" y="134"/>
                </a:lnTo>
                <a:lnTo>
                  <a:pt x="71" y="128"/>
                </a:lnTo>
                <a:lnTo>
                  <a:pt x="71" y="121"/>
                </a:lnTo>
                <a:lnTo>
                  <a:pt x="71" y="121"/>
                </a:lnTo>
                <a:lnTo>
                  <a:pt x="71" y="114"/>
                </a:lnTo>
                <a:lnTo>
                  <a:pt x="74" y="109"/>
                </a:lnTo>
                <a:lnTo>
                  <a:pt x="80" y="105"/>
                </a:lnTo>
                <a:lnTo>
                  <a:pt x="87" y="103"/>
                </a:lnTo>
                <a:lnTo>
                  <a:pt x="158" y="103"/>
                </a:lnTo>
                <a:lnTo>
                  <a:pt x="158" y="103"/>
                </a:lnTo>
                <a:lnTo>
                  <a:pt x="163" y="105"/>
                </a:lnTo>
                <a:lnTo>
                  <a:pt x="170" y="109"/>
                </a:lnTo>
                <a:lnTo>
                  <a:pt x="174" y="114"/>
                </a:lnTo>
                <a:lnTo>
                  <a:pt x="174" y="121"/>
                </a:lnTo>
                <a:lnTo>
                  <a:pt x="174" y="121"/>
                </a:lnTo>
                <a:lnTo>
                  <a:pt x="174" y="128"/>
                </a:lnTo>
                <a:lnTo>
                  <a:pt x="170" y="134"/>
                </a:lnTo>
                <a:lnTo>
                  <a:pt x="163" y="138"/>
                </a:lnTo>
                <a:lnTo>
                  <a:pt x="158" y="139"/>
                </a:lnTo>
                <a:lnTo>
                  <a:pt x="158" y="139"/>
                </a:lnTo>
                <a:close/>
              </a:path>
            </a:pathLst>
          </a:custGeom>
          <a:solidFill>
            <a:srgbClr val="707E8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318" name="Group 83"/>
          <p:cNvGrpSpPr/>
          <p:nvPr/>
        </p:nvGrpSpPr>
        <p:grpSpPr>
          <a:xfrm>
            <a:off x="11136819" y="4704024"/>
            <a:ext cx="322218" cy="322218"/>
            <a:chOff x="1787872" y="3796481"/>
            <a:chExt cx="296916" cy="296916"/>
          </a:xfrm>
          <a:solidFill>
            <a:srgbClr val="707E84"/>
          </a:solidFill>
        </p:grpSpPr>
        <p:sp>
          <p:nvSpPr>
            <p:cNvPr id="319" name="Freeform 12"/>
            <p:cNvSpPr>
              <a:spLocks noEditPoints="1"/>
            </p:cNvSpPr>
            <p:nvPr/>
          </p:nvSpPr>
          <p:spPr bwMode="auto">
            <a:xfrm>
              <a:off x="1787872" y="3796481"/>
              <a:ext cx="296916" cy="296916"/>
            </a:xfrm>
            <a:custGeom>
              <a:avLst/>
              <a:gdLst/>
              <a:ahLst/>
              <a:cxnLst>
                <a:cxn ang="0">
                  <a:pos x="221" y="189"/>
                </a:cxn>
                <a:cxn ang="0">
                  <a:pos x="241" y="140"/>
                </a:cxn>
                <a:cxn ang="0">
                  <a:pos x="243" y="109"/>
                </a:cxn>
                <a:cxn ang="0">
                  <a:pos x="234" y="73"/>
                </a:cxn>
                <a:cxn ang="0">
                  <a:pos x="221" y="53"/>
                </a:cxn>
                <a:cxn ang="0">
                  <a:pos x="207" y="35"/>
                </a:cxn>
                <a:cxn ang="0">
                  <a:pos x="179" y="15"/>
                </a:cxn>
                <a:cxn ang="0">
                  <a:pos x="158" y="6"/>
                </a:cxn>
                <a:cxn ang="0">
                  <a:pos x="121" y="0"/>
                </a:cxn>
                <a:cxn ang="0">
                  <a:pos x="98" y="2"/>
                </a:cxn>
                <a:cxn ang="0">
                  <a:pos x="74" y="9"/>
                </a:cxn>
                <a:cxn ang="0">
                  <a:pos x="44" y="27"/>
                </a:cxn>
                <a:cxn ang="0">
                  <a:pos x="27" y="44"/>
                </a:cxn>
                <a:cxn ang="0">
                  <a:pos x="9" y="73"/>
                </a:cxn>
                <a:cxn ang="0">
                  <a:pos x="2" y="96"/>
                </a:cxn>
                <a:cxn ang="0">
                  <a:pos x="0" y="120"/>
                </a:cxn>
                <a:cxn ang="0">
                  <a:pos x="5" y="156"/>
                </a:cxn>
                <a:cxn ang="0">
                  <a:pos x="15" y="178"/>
                </a:cxn>
                <a:cxn ang="0">
                  <a:pos x="36" y="207"/>
                </a:cxn>
                <a:cxn ang="0">
                  <a:pos x="53" y="221"/>
                </a:cxn>
                <a:cxn ang="0">
                  <a:pos x="74" y="232"/>
                </a:cxn>
                <a:cxn ang="0">
                  <a:pos x="109" y="241"/>
                </a:cxn>
                <a:cxn ang="0">
                  <a:pos x="140" y="241"/>
                </a:cxn>
                <a:cxn ang="0">
                  <a:pos x="190" y="220"/>
                </a:cxn>
                <a:cxn ang="0">
                  <a:pos x="256" y="285"/>
                </a:cxn>
                <a:cxn ang="0">
                  <a:pos x="274" y="285"/>
                </a:cxn>
                <a:cxn ang="0">
                  <a:pos x="285" y="272"/>
                </a:cxn>
                <a:cxn ang="0">
                  <a:pos x="285" y="256"/>
                </a:cxn>
                <a:cxn ang="0">
                  <a:pos x="176" y="174"/>
                </a:cxn>
                <a:cxn ang="0">
                  <a:pos x="150" y="192"/>
                </a:cxn>
                <a:cxn ang="0">
                  <a:pos x="121" y="198"/>
                </a:cxn>
                <a:cxn ang="0">
                  <a:pos x="80" y="185"/>
                </a:cxn>
                <a:cxn ang="0">
                  <a:pos x="56" y="163"/>
                </a:cxn>
                <a:cxn ang="0">
                  <a:pos x="44" y="120"/>
                </a:cxn>
                <a:cxn ang="0">
                  <a:pos x="51" y="91"/>
                </a:cxn>
                <a:cxn ang="0">
                  <a:pos x="67" y="65"/>
                </a:cxn>
                <a:cxn ang="0">
                  <a:pos x="107" y="45"/>
                </a:cxn>
                <a:cxn ang="0">
                  <a:pos x="136" y="45"/>
                </a:cxn>
                <a:cxn ang="0">
                  <a:pos x="176" y="65"/>
                </a:cxn>
                <a:cxn ang="0">
                  <a:pos x="192" y="91"/>
                </a:cxn>
                <a:cxn ang="0">
                  <a:pos x="199" y="120"/>
                </a:cxn>
                <a:cxn ang="0">
                  <a:pos x="187" y="163"/>
                </a:cxn>
              </a:cxnLst>
              <a:rect l="0" t="0" r="r" b="b"/>
              <a:pathLst>
                <a:path w="286" h="287">
                  <a:moveTo>
                    <a:pt x="281" y="249"/>
                  </a:moveTo>
                  <a:lnTo>
                    <a:pt x="221" y="189"/>
                  </a:lnTo>
                  <a:lnTo>
                    <a:pt x="221" y="189"/>
                  </a:lnTo>
                  <a:lnTo>
                    <a:pt x="230" y="174"/>
                  </a:lnTo>
                  <a:lnTo>
                    <a:pt x="237" y="156"/>
                  </a:lnTo>
                  <a:lnTo>
                    <a:pt x="241" y="140"/>
                  </a:lnTo>
                  <a:lnTo>
                    <a:pt x="243" y="120"/>
                  </a:lnTo>
                  <a:lnTo>
                    <a:pt x="243" y="120"/>
                  </a:lnTo>
                  <a:lnTo>
                    <a:pt x="243" y="109"/>
                  </a:lnTo>
                  <a:lnTo>
                    <a:pt x="241" y="96"/>
                  </a:lnTo>
                  <a:lnTo>
                    <a:pt x="237" y="85"/>
                  </a:lnTo>
                  <a:lnTo>
                    <a:pt x="234" y="73"/>
                  </a:lnTo>
                  <a:lnTo>
                    <a:pt x="234" y="73"/>
                  </a:lnTo>
                  <a:lnTo>
                    <a:pt x="228" y="62"/>
                  </a:lnTo>
                  <a:lnTo>
                    <a:pt x="221" y="53"/>
                  </a:lnTo>
                  <a:lnTo>
                    <a:pt x="216" y="44"/>
                  </a:lnTo>
                  <a:lnTo>
                    <a:pt x="207" y="35"/>
                  </a:lnTo>
                  <a:lnTo>
                    <a:pt x="207" y="35"/>
                  </a:lnTo>
                  <a:lnTo>
                    <a:pt x="199" y="27"/>
                  </a:lnTo>
                  <a:lnTo>
                    <a:pt x="190" y="20"/>
                  </a:lnTo>
                  <a:lnTo>
                    <a:pt x="179" y="15"/>
                  </a:lnTo>
                  <a:lnTo>
                    <a:pt x="169" y="9"/>
                  </a:lnTo>
                  <a:lnTo>
                    <a:pt x="169" y="9"/>
                  </a:lnTo>
                  <a:lnTo>
                    <a:pt x="158" y="6"/>
                  </a:lnTo>
                  <a:lnTo>
                    <a:pt x="145" y="2"/>
                  </a:lnTo>
                  <a:lnTo>
                    <a:pt x="134" y="0"/>
                  </a:lnTo>
                  <a:lnTo>
                    <a:pt x="121" y="0"/>
                  </a:lnTo>
                  <a:lnTo>
                    <a:pt x="121" y="0"/>
                  </a:lnTo>
                  <a:lnTo>
                    <a:pt x="109" y="0"/>
                  </a:lnTo>
                  <a:lnTo>
                    <a:pt x="98" y="2"/>
                  </a:lnTo>
                  <a:lnTo>
                    <a:pt x="85" y="6"/>
                  </a:lnTo>
                  <a:lnTo>
                    <a:pt x="74" y="9"/>
                  </a:lnTo>
                  <a:lnTo>
                    <a:pt x="74" y="9"/>
                  </a:lnTo>
                  <a:lnTo>
                    <a:pt x="63" y="15"/>
                  </a:lnTo>
                  <a:lnTo>
                    <a:pt x="53" y="20"/>
                  </a:lnTo>
                  <a:lnTo>
                    <a:pt x="44" y="27"/>
                  </a:lnTo>
                  <a:lnTo>
                    <a:pt x="36" y="35"/>
                  </a:lnTo>
                  <a:lnTo>
                    <a:pt x="36" y="35"/>
                  </a:lnTo>
                  <a:lnTo>
                    <a:pt x="27" y="44"/>
                  </a:lnTo>
                  <a:lnTo>
                    <a:pt x="22" y="53"/>
                  </a:lnTo>
                  <a:lnTo>
                    <a:pt x="15" y="62"/>
                  </a:lnTo>
                  <a:lnTo>
                    <a:pt x="9" y="73"/>
                  </a:lnTo>
                  <a:lnTo>
                    <a:pt x="9" y="73"/>
                  </a:lnTo>
                  <a:lnTo>
                    <a:pt x="5" y="85"/>
                  </a:lnTo>
                  <a:lnTo>
                    <a:pt x="2" y="96"/>
                  </a:lnTo>
                  <a:lnTo>
                    <a:pt x="0" y="109"/>
                  </a:lnTo>
                  <a:lnTo>
                    <a:pt x="0" y="120"/>
                  </a:lnTo>
                  <a:lnTo>
                    <a:pt x="0" y="120"/>
                  </a:lnTo>
                  <a:lnTo>
                    <a:pt x="0" y="132"/>
                  </a:lnTo>
                  <a:lnTo>
                    <a:pt x="2" y="145"/>
                  </a:lnTo>
                  <a:lnTo>
                    <a:pt x="5" y="156"/>
                  </a:lnTo>
                  <a:lnTo>
                    <a:pt x="9" y="167"/>
                  </a:lnTo>
                  <a:lnTo>
                    <a:pt x="9" y="167"/>
                  </a:lnTo>
                  <a:lnTo>
                    <a:pt x="15" y="178"/>
                  </a:lnTo>
                  <a:lnTo>
                    <a:pt x="22" y="189"/>
                  </a:lnTo>
                  <a:lnTo>
                    <a:pt x="27" y="198"/>
                  </a:lnTo>
                  <a:lnTo>
                    <a:pt x="36" y="207"/>
                  </a:lnTo>
                  <a:lnTo>
                    <a:pt x="36" y="207"/>
                  </a:lnTo>
                  <a:lnTo>
                    <a:pt x="44" y="214"/>
                  </a:lnTo>
                  <a:lnTo>
                    <a:pt x="53" y="221"/>
                  </a:lnTo>
                  <a:lnTo>
                    <a:pt x="63" y="227"/>
                  </a:lnTo>
                  <a:lnTo>
                    <a:pt x="74" y="232"/>
                  </a:lnTo>
                  <a:lnTo>
                    <a:pt x="74" y="232"/>
                  </a:lnTo>
                  <a:lnTo>
                    <a:pt x="85" y="236"/>
                  </a:lnTo>
                  <a:lnTo>
                    <a:pt x="98" y="239"/>
                  </a:lnTo>
                  <a:lnTo>
                    <a:pt x="109" y="241"/>
                  </a:lnTo>
                  <a:lnTo>
                    <a:pt x="121" y="241"/>
                  </a:lnTo>
                  <a:lnTo>
                    <a:pt x="121" y="241"/>
                  </a:lnTo>
                  <a:lnTo>
                    <a:pt x="140" y="241"/>
                  </a:lnTo>
                  <a:lnTo>
                    <a:pt x="158" y="236"/>
                  </a:lnTo>
                  <a:lnTo>
                    <a:pt x="174" y="230"/>
                  </a:lnTo>
                  <a:lnTo>
                    <a:pt x="190" y="220"/>
                  </a:lnTo>
                  <a:lnTo>
                    <a:pt x="248" y="279"/>
                  </a:lnTo>
                  <a:lnTo>
                    <a:pt x="248" y="279"/>
                  </a:lnTo>
                  <a:lnTo>
                    <a:pt x="256" y="285"/>
                  </a:lnTo>
                  <a:lnTo>
                    <a:pt x="265" y="287"/>
                  </a:lnTo>
                  <a:lnTo>
                    <a:pt x="265" y="287"/>
                  </a:lnTo>
                  <a:lnTo>
                    <a:pt x="274" y="285"/>
                  </a:lnTo>
                  <a:lnTo>
                    <a:pt x="281" y="279"/>
                  </a:lnTo>
                  <a:lnTo>
                    <a:pt x="281" y="279"/>
                  </a:lnTo>
                  <a:lnTo>
                    <a:pt x="285" y="272"/>
                  </a:lnTo>
                  <a:lnTo>
                    <a:pt x="286" y="263"/>
                  </a:lnTo>
                  <a:lnTo>
                    <a:pt x="286" y="263"/>
                  </a:lnTo>
                  <a:lnTo>
                    <a:pt x="285" y="256"/>
                  </a:lnTo>
                  <a:lnTo>
                    <a:pt x="281" y="249"/>
                  </a:lnTo>
                  <a:lnTo>
                    <a:pt x="281" y="249"/>
                  </a:lnTo>
                  <a:close/>
                  <a:moveTo>
                    <a:pt x="176" y="174"/>
                  </a:moveTo>
                  <a:lnTo>
                    <a:pt x="176" y="174"/>
                  </a:lnTo>
                  <a:lnTo>
                    <a:pt x="163" y="185"/>
                  </a:lnTo>
                  <a:lnTo>
                    <a:pt x="150" y="192"/>
                  </a:lnTo>
                  <a:lnTo>
                    <a:pt x="136" y="196"/>
                  </a:lnTo>
                  <a:lnTo>
                    <a:pt x="121" y="198"/>
                  </a:lnTo>
                  <a:lnTo>
                    <a:pt x="121" y="198"/>
                  </a:lnTo>
                  <a:lnTo>
                    <a:pt x="107" y="196"/>
                  </a:lnTo>
                  <a:lnTo>
                    <a:pt x="92" y="192"/>
                  </a:lnTo>
                  <a:lnTo>
                    <a:pt x="80" y="185"/>
                  </a:lnTo>
                  <a:lnTo>
                    <a:pt x="67" y="174"/>
                  </a:lnTo>
                  <a:lnTo>
                    <a:pt x="67" y="174"/>
                  </a:lnTo>
                  <a:lnTo>
                    <a:pt x="56" y="163"/>
                  </a:lnTo>
                  <a:lnTo>
                    <a:pt x="51" y="151"/>
                  </a:lnTo>
                  <a:lnTo>
                    <a:pt x="45" y="136"/>
                  </a:lnTo>
                  <a:lnTo>
                    <a:pt x="44" y="120"/>
                  </a:lnTo>
                  <a:lnTo>
                    <a:pt x="44" y="120"/>
                  </a:lnTo>
                  <a:lnTo>
                    <a:pt x="45" y="105"/>
                  </a:lnTo>
                  <a:lnTo>
                    <a:pt x="51" y="91"/>
                  </a:lnTo>
                  <a:lnTo>
                    <a:pt x="56" y="78"/>
                  </a:lnTo>
                  <a:lnTo>
                    <a:pt x="67" y="65"/>
                  </a:lnTo>
                  <a:lnTo>
                    <a:pt x="67" y="65"/>
                  </a:lnTo>
                  <a:lnTo>
                    <a:pt x="80" y="56"/>
                  </a:lnTo>
                  <a:lnTo>
                    <a:pt x="92" y="49"/>
                  </a:lnTo>
                  <a:lnTo>
                    <a:pt x="107" y="45"/>
                  </a:lnTo>
                  <a:lnTo>
                    <a:pt x="121" y="44"/>
                  </a:lnTo>
                  <a:lnTo>
                    <a:pt x="121" y="44"/>
                  </a:lnTo>
                  <a:lnTo>
                    <a:pt x="136" y="45"/>
                  </a:lnTo>
                  <a:lnTo>
                    <a:pt x="150" y="49"/>
                  </a:lnTo>
                  <a:lnTo>
                    <a:pt x="163" y="56"/>
                  </a:lnTo>
                  <a:lnTo>
                    <a:pt x="176" y="65"/>
                  </a:lnTo>
                  <a:lnTo>
                    <a:pt x="176" y="65"/>
                  </a:lnTo>
                  <a:lnTo>
                    <a:pt x="187" y="78"/>
                  </a:lnTo>
                  <a:lnTo>
                    <a:pt x="192" y="91"/>
                  </a:lnTo>
                  <a:lnTo>
                    <a:pt x="198" y="105"/>
                  </a:lnTo>
                  <a:lnTo>
                    <a:pt x="199" y="120"/>
                  </a:lnTo>
                  <a:lnTo>
                    <a:pt x="199" y="120"/>
                  </a:lnTo>
                  <a:lnTo>
                    <a:pt x="198" y="136"/>
                  </a:lnTo>
                  <a:lnTo>
                    <a:pt x="192" y="151"/>
                  </a:lnTo>
                  <a:lnTo>
                    <a:pt x="187" y="163"/>
                  </a:lnTo>
                  <a:lnTo>
                    <a:pt x="176" y="174"/>
                  </a:lnTo>
                  <a:lnTo>
                    <a:pt x="176" y="17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0" name="Freeform 13"/>
            <p:cNvSpPr>
              <a:spLocks/>
            </p:cNvSpPr>
            <p:nvPr/>
          </p:nvSpPr>
          <p:spPr bwMode="auto">
            <a:xfrm>
              <a:off x="1858467" y="3864999"/>
              <a:ext cx="112122" cy="114199"/>
            </a:xfrm>
            <a:custGeom>
              <a:avLst/>
              <a:gdLst/>
              <a:ahLst/>
              <a:cxnLst>
                <a:cxn ang="0">
                  <a:pos x="103" y="44"/>
                </a:cxn>
                <a:cxn ang="0">
                  <a:pos x="65" y="44"/>
                </a:cxn>
                <a:cxn ang="0">
                  <a:pos x="65" y="6"/>
                </a:cxn>
                <a:cxn ang="0">
                  <a:pos x="65" y="6"/>
                </a:cxn>
                <a:cxn ang="0">
                  <a:pos x="64" y="2"/>
                </a:cxn>
                <a:cxn ang="0">
                  <a:pos x="64" y="2"/>
                </a:cxn>
                <a:cxn ang="0">
                  <a:pos x="60" y="0"/>
                </a:cxn>
                <a:cxn ang="0">
                  <a:pos x="49" y="0"/>
                </a:cxn>
                <a:cxn ang="0">
                  <a:pos x="49" y="0"/>
                </a:cxn>
                <a:cxn ang="0">
                  <a:pos x="45" y="2"/>
                </a:cxn>
                <a:cxn ang="0">
                  <a:pos x="45" y="2"/>
                </a:cxn>
                <a:cxn ang="0">
                  <a:pos x="44" y="6"/>
                </a:cxn>
                <a:cxn ang="0">
                  <a:pos x="44" y="44"/>
                </a:cxn>
                <a:cxn ang="0">
                  <a:pos x="6" y="44"/>
                </a:cxn>
                <a:cxn ang="0">
                  <a:pos x="6" y="44"/>
                </a:cxn>
                <a:cxn ang="0">
                  <a:pos x="2" y="46"/>
                </a:cxn>
                <a:cxn ang="0">
                  <a:pos x="2" y="46"/>
                </a:cxn>
                <a:cxn ang="0">
                  <a:pos x="0" y="49"/>
                </a:cxn>
                <a:cxn ang="0">
                  <a:pos x="0" y="60"/>
                </a:cxn>
                <a:cxn ang="0">
                  <a:pos x="0" y="60"/>
                </a:cxn>
                <a:cxn ang="0">
                  <a:pos x="2" y="66"/>
                </a:cxn>
                <a:cxn ang="0">
                  <a:pos x="2" y="66"/>
                </a:cxn>
                <a:cxn ang="0">
                  <a:pos x="6" y="66"/>
                </a:cxn>
                <a:cxn ang="0">
                  <a:pos x="44" y="66"/>
                </a:cxn>
                <a:cxn ang="0">
                  <a:pos x="44" y="106"/>
                </a:cxn>
                <a:cxn ang="0">
                  <a:pos x="44" y="106"/>
                </a:cxn>
                <a:cxn ang="0">
                  <a:pos x="45" y="109"/>
                </a:cxn>
                <a:cxn ang="0">
                  <a:pos x="45" y="109"/>
                </a:cxn>
                <a:cxn ang="0">
                  <a:pos x="49" y="111"/>
                </a:cxn>
                <a:cxn ang="0">
                  <a:pos x="60" y="111"/>
                </a:cxn>
                <a:cxn ang="0">
                  <a:pos x="60" y="111"/>
                </a:cxn>
                <a:cxn ang="0">
                  <a:pos x="64" y="109"/>
                </a:cxn>
                <a:cxn ang="0">
                  <a:pos x="64" y="109"/>
                </a:cxn>
                <a:cxn ang="0">
                  <a:pos x="65" y="106"/>
                </a:cxn>
                <a:cxn ang="0">
                  <a:pos x="65" y="66"/>
                </a:cxn>
                <a:cxn ang="0">
                  <a:pos x="103" y="66"/>
                </a:cxn>
                <a:cxn ang="0">
                  <a:pos x="103" y="66"/>
                </a:cxn>
                <a:cxn ang="0">
                  <a:pos x="107" y="66"/>
                </a:cxn>
                <a:cxn ang="0">
                  <a:pos x="107" y="66"/>
                </a:cxn>
                <a:cxn ang="0">
                  <a:pos x="109" y="60"/>
                </a:cxn>
                <a:cxn ang="0">
                  <a:pos x="109" y="49"/>
                </a:cxn>
                <a:cxn ang="0">
                  <a:pos x="109" y="49"/>
                </a:cxn>
                <a:cxn ang="0">
                  <a:pos x="107" y="46"/>
                </a:cxn>
                <a:cxn ang="0">
                  <a:pos x="107" y="46"/>
                </a:cxn>
                <a:cxn ang="0">
                  <a:pos x="103" y="44"/>
                </a:cxn>
                <a:cxn ang="0">
                  <a:pos x="103" y="44"/>
                </a:cxn>
              </a:cxnLst>
              <a:rect l="0" t="0" r="r" b="b"/>
              <a:pathLst>
                <a:path w="109" h="111">
                  <a:moveTo>
                    <a:pt x="103" y="44"/>
                  </a:moveTo>
                  <a:lnTo>
                    <a:pt x="65" y="44"/>
                  </a:lnTo>
                  <a:lnTo>
                    <a:pt x="65" y="6"/>
                  </a:lnTo>
                  <a:lnTo>
                    <a:pt x="65" y="6"/>
                  </a:lnTo>
                  <a:lnTo>
                    <a:pt x="64" y="2"/>
                  </a:lnTo>
                  <a:lnTo>
                    <a:pt x="64" y="2"/>
                  </a:lnTo>
                  <a:lnTo>
                    <a:pt x="60" y="0"/>
                  </a:lnTo>
                  <a:lnTo>
                    <a:pt x="49" y="0"/>
                  </a:lnTo>
                  <a:lnTo>
                    <a:pt x="49" y="0"/>
                  </a:lnTo>
                  <a:lnTo>
                    <a:pt x="45" y="2"/>
                  </a:lnTo>
                  <a:lnTo>
                    <a:pt x="45" y="2"/>
                  </a:lnTo>
                  <a:lnTo>
                    <a:pt x="44" y="6"/>
                  </a:lnTo>
                  <a:lnTo>
                    <a:pt x="44" y="44"/>
                  </a:lnTo>
                  <a:lnTo>
                    <a:pt x="6" y="44"/>
                  </a:lnTo>
                  <a:lnTo>
                    <a:pt x="6" y="44"/>
                  </a:lnTo>
                  <a:lnTo>
                    <a:pt x="2" y="46"/>
                  </a:lnTo>
                  <a:lnTo>
                    <a:pt x="2" y="46"/>
                  </a:lnTo>
                  <a:lnTo>
                    <a:pt x="0" y="49"/>
                  </a:lnTo>
                  <a:lnTo>
                    <a:pt x="0" y="60"/>
                  </a:lnTo>
                  <a:lnTo>
                    <a:pt x="0" y="60"/>
                  </a:lnTo>
                  <a:lnTo>
                    <a:pt x="2" y="66"/>
                  </a:lnTo>
                  <a:lnTo>
                    <a:pt x="2" y="66"/>
                  </a:lnTo>
                  <a:lnTo>
                    <a:pt x="6" y="66"/>
                  </a:lnTo>
                  <a:lnTo>
                    <a:pt x="44" y="66"/>
                  </a:lnTo>
                  <a:lnTo>
                    <a:pt x="44" y="106"/>
                  </a:lnTo>
                  <a:lnTo>
                    <a:pt x="44" y="106"/>
                  </a:lnTo>
                  <a:lnTo>
                    <a:pt x="45" y="109"/>
                  </a:lnTo>
                  <a:lnTo>
                    <a:pt x="45" y="109"/>
                  </a:lnTo>
                  <a:lnTo>
                    <a:pt x="49" y="111"/>
                  </a:lnTo>
                  <a:lnTo>
                    <a:pt x="60" y="111"/>
                  </a:lnTo>
                  <a:lnTo>
                    <a:pt x="60" y="111"/>
                  </a:lnTo>
                  <a:lnTo>
                    <a:pt x="64" y="109"/>
                  </a:lnTo>
                  <a:lnTo>
                    <a:pt x="64" y="109"/>
                  </a:lnTo>
                  <a:lnTo>
                    <a:pt x="65" y="106"/>
                  </a:lnTo>
                  <a:lnTo>
                    <a:pt x="65" y="66"/>
                  </a:lnTo>
                  <a:lnTo>
                    <a:pt x="103" y="66"/>
                  </a:lnTo>
                  <a:lnTo>
                    <a:pt x="103" y="66"/>
                  </a:lnTo>
                  <a:lnTo>
                    <a:pt x="107" y="66"/>
                  </a:lnTo>
                  <a:lnTo>
                    <a:pt x="107" y="66"/>
                  </a:lnTo>
                  <a:lnTo>
                    <a:pt x="109" y="60"/>
                  </a:lnTo>
                  <a:lnTo>
                    <a:pt x="109" y="49"/>
                  </a:lnTo>
                  <a:lnTo>
                    <a:pt x="109" y="49"/>
                  </a:lnTo>
                  <a:lnTo>
                    <a:pt x="107" y="46"/>
                  </a:lnTo>
                  <a:lnTo>
                    <a:pt x="107" y="46"/>
                  </a:lnTo>
                  <a:lnTo>
                    <a:pt x="103" y="44"/>
                  </a:lnTo>
                  <a:lnTo>
                    <a:pt x="103"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21" name="Group 80"/>
          <p:cNvGrpSpPr/>
          <p:nvPr/>
        </p:nvGrpSpPr>
        <p:grpSpPr>
          <a:xfrm>
            <a:off x="11119247" y="5833105"/>
            <a:ext cx="349256" cy="250114"/>
            <a:chOff x="2566497" y="2332666"/>
            <a:chExt cx="321832" cy="230473"/>
          </a:xfrm>
          <a:solidFill>
            <a:srgbClr val="707E84"/>
          </a:solidFill>
        </p:grpSpPr>
        <p:sp>
          <p:nvSpPr>
            <p:cNvPr id="322" name="Freeform 49"/>
            <p:cNvSpPr>
              <a:spLocks/>
            </p:cNvSpPr>
            <p:nvPr/>
          </p:nvSpPr>
          <p:spPr bwMode="auto">
            <a:xfrm>
              <a:off x="2566497" y="2332666"/>
              <a:ext cx="180641" cy="230473"/>
            </a:xfrm>
            <a:custGeom>
              <a:avLst/>
              <a:gdLst/>
              <a:ahLst/>
              <a:cxnLst>
                <a:cxn ang="0">
                  <a:pos x="160" y="0"/>
                </a:cxn>
                <a:cxn ang="0">
                  <a:pos x="160" y="0"/>
                </a:cxn>
                <a:cxn ang="0">
                  <a:pos x="155" y="1"/>
                </a:cxn>
                <a:cxn ang="0">
                  <a:pos x="151" y="5"/>
                </a:cxn>
                <a:cxn ang="0">
                  <a:pos x="75" y="52"/>
                </a:cxn>
                <a:cxn ang="0">
                  <a:pos x="15" y="52"/>
                </a:cxn>
                <a:cxn ang="0">
                  <a:pos x="15" y="52"/>
                </a:cxn>
                <a:cxn ang="0">
                  <a:pos x="10" y="54"/>
                </a:cxn>
                <a:cxn ang="0">
                  <a:pos x="4" y="58"/>
                </a:cxn>
                <a:cxn ang="0">
                  <a:pos x="4" y="58"/>
                </a:cxn>
                <a:cxn ang="0">
                  <a:pos x="2" y="61"/>
                </a:cxn>
                <a:cxn ang="0">
                  <a:pos x="0" y="67"/>
                </a:cxn>
                <a:cxn ang="0">
                  <a:pos x="0" y="156"/>
                </a:cxn>
                <a:cxn ang="0">
                  <a:pos x="0" y="156"/>
                </a:cxn>
                <a:cxn ang="0">
                  <a:pos x="2" y="161"/>
                </a:cxn>
                <a:cxn ang="0">
                  <a:pos x="4" y="165"/>
                </a:cxn>
                <a:cxn ang="0">
                  <a:pos x="4" y="165"/>
                </a:cxn>
                <a:cxn ang="0">
                  <a:pos x="10" y="168"/>
                </a:cxn>
                <a:cxn ang="0">
                  <a:pos x="15" y="170"/>
                </a:cxn>
                <a:cxn ang="0">
                  <a:pos x="75" y="170"/>
                </a:cxn>
                <a:cxn ang="0">
                  <a:pos x="151" y="217"/>
                </a:cxn>
                <a:cxn ang="0">
                  <a:pos x="151" y="217"/>
                </a:cxn>
                <a:cxn ang="0">
                  <a:pos x="155" y="221"/>
                </a:cxn>
                <a:cxn ang="0">
                  <a:pos x="160" y="223"/>
                </a:cxn>
                <a:cxn ang="0">
                  <a:pos x="160" y="223"/>
                </a:cxn>
                <a:cxn ang="0">
                  <a:pos x="165" y="221"/>
                </a:cxn>
                <a:cxn ang="0">
                  <a:pos x="171" y="217"/>
                </a:cxn>
                <a:cxn ang="0">
                  <a:pos x="171" y="217"/>
                </a:cxn>
                <a:cxn ang="0">
                  <a:pos x="174" y="214"/>
                </a:cxn>
                <a:cxn ang="0">
                  <a:pos x="174" y="208"/>
                </a:cxn>
                <a:cxn ang="0">
                  <a:pos x="174" y="14"/>
                </a:cxn>
                <a:cxn ang="0">
                  <a:pos x="174" y="14"/>
                </a:cxn>
                <a:cxn ang="0">
                  <a:pos x="174" y="9"/>
                </a:cxn>
                <a:cxn ang="0">
                  <a:pos x="171" y="5"/>
                </a:cxn>
                <a:cxn ang="0">
                  <a:pos x="171" y="5"/>
                </a:cxn>
                <a:cxn ang="0">
                  <a:pos x="165" y="1"/>
                </a:cxn>
                <a:cxn ang="0">
                  <a:pos x="160" y="0"/>
                </a:cxn>
                <a:cxn ang="0">
                  <a:pos x="160" y="0"/>
                </a:cxn>
              </a:cxnLst>
              <a:rect l="0" t="0" r="r" b="b"/>
              <a:pathLst>
                <a:path w="174" h="223">
                  <a:moveTo>
                    <a:pt x="160" y="0"/>
                  </a:moveTo>
                  <a:lnTo>
                    <a:pt x="160" y="0"/>
                  </a:lnTo>
                  <a:lnTo>
                    <a:pt x="155" y="1"/>
                  </a:lnTo>
                  <a:lnTo>
                    <a:pt x="151" y="5"/>
                  </a:lnTo>
                  <a:lnTo>
                    <a:pt x="75" y="52"/>
                  </a:lnTo>
                  <a:lnTo>
                    <a:pt x="15" y="52"/>
                  </a:lnTo>
                  <a:lnTo>
                    <a:pt x="15" y="52"/>
                  </a:lnTo>
                  <a:lnTo>
                    <a:pt x="10" y="54"/>
                  </a:lnTo>
                  <a:lnTo>
                    <a:pt x="4" y="58"/>
                  </a:lnTo>
                  <a:lnTo>
                    <a:pt x="4" y="58"/>
                  </a:lnTo>
                  <a:lnTo>
                    <a:pt x="2" y="61"/>
                  </a:lnTo>
                  <a:lnTo>
                    <a:pt x="0" y="67"/>
                  </a:lnTo>
                  <a:lnTo>
                    <a:pt x="0" y="156"/>
                  </a:lnTo>
                  <a:lnTo>
                    <a:pt x="0" y="156"/>
                  </a:lnTo>
                  <a:lnTo>
                    <a:pt x="2" y="161"/>
                  </a:lnTo>
                  <a:lnTo>
                    <a:pt x="4" y="165"/>
                  </a:lnTo>
                  <a:lnTo>
                    <a:pt x="4" y="165"/>
                  </a:lnTo>
                  <a:lnTo>
                    <a:pt x="10" y="168"/>
                  </a:lnTo>
                  <a:lnTo>
                    <a:pt x="15" y="170"/>
                  </a:lnTo>
                  <a:lnTo>
                    <a:pt x="75" y="170"/>
                  </a:lnTo>
                  <a:lnTo>
                    <a:pt x="151" y="217"/>
                  </a:lnTo>
                  <a:lnTo>
                    <a:pt x="151" y="217"/>
                  </a:lnTo>
                  <a:lnTo>
                    <a:pt x="155" y="221"/>
                  </a:lnTo>
                  <a:lnTo>
                    <a:pt x="160" y="223"/>
                  </a:lnTo>
                  <a:lnTo>
                    <a:pt x="160" y="223"/>
                  </a:lnTo>
                  <a:lnTo>
                    <a:pt x="165" y="221"/>
                  </a:lnTo>
                  <a:lnTo>
                    <a:pt x="171" y="217"/>
                  </a:lnTo>
                  <a:lnTo>
                    <a:pt x="171" y="217"/>
                  </a:lnTo>
                  <a:lnTo>
                    <a:pt x="174" y="214"/>
                  </a:lnTo>
                  <a:lnTo>
                    <a:pt x="174" y="208"/>
                  </a:lnTo>
                  <a:lnTo>
                    <a:pt x="174" y="14"/>
                  </a:lnTo>
                  <a:lnTo>
                    <a:pt x="174" y="14"/>
                  </a:lnTo>
                  <a:lnTo>
                    <a:pt x="174" y="9"/>
                  </a:lnTo>
                  <a:lnTo>
                    <a:pt x="171" y="5"/>
                  </a:lnTo>
                  <a:lnTo>
                    <a:pt x="171" y="5"/>
                  </a:lnTo>
                  <a:lnTo>
                    <a:pt x="165" y="1"/>
                  </a:lnTo>
                  <a:lnTo>
                    <a:pt x="160" y="0"/>
                  </a:lnTo>
                  <a:lnTo>
                    <a:pt x="16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3" name="Freeform 50"/>
            <p:cNvSpPr>
              <a:spLocks/>
            </p:cNvSpPr>
            <p:nvPr/>
          </p:nvSpPr>
          <p:spPr bwMode="auto">
            <a:xfrm>
              <a:off x="2769977" y="2390804"/>
              <a:ext cx="58137" cy="114199"/>
            </a:xfrm>
            <a:custGeom>
              <a:avLst/>
              <a:gdLst/>
              <a:ahLst/>
              <a:cxnLst>
                <a:cxn ang="0">
                  <a:pos x="46" y="87"/>
                </a:cxn>
                <a:cxn ang="0">
                  <a:pos x="53" y="72"/>
                </a:cxn>
                <a:cxn ang="0">
                  <a:pos x="56" y="56"/>
                </a:cxn>
                <a:cxn ang="0">
                  <a:pos x="55" y="47"/>
                </a:cxn>
                <a:cxn ang="0">
                  <a:pos x="51" y="31"/>
                </a:cxn>
                <a:cxn ang="0">
                  <a:pos x="46" y="23"/>
                </a:cxn>
                <a:cxn ang="0">
                  <a:pos x="35" y="11"/>
                </a:cxn>
                <a:cxn ang="0">
                  <a:pos x="20" y="2"/>
                </a:cxn>
                <a:cxn ang="0">
                  <a:pos x="15" y="0"/>
                </a:cxn>
                <a:cxn ang="0">
                  <a:pos x="9" y="2"/>
                </a:cxn>
                <a:cxn ang="0">
                  <a:pos x="4" y="5"/>
                </a:cxn>
                <a:cxn ang="0">
                  <a:pos x="0" y="14"/>
                </a:cxn>
                <a:cxn ang="0">
                  <a:pos x="0" y="20"/>
                </a:cxn>
                <a:cxn ang="0">
                  <a:pos x="2" y="23"/>
                </a:cxn>
                <a:cxn ang="0">
                  <a:pos x="9" y="29"/>
                </a:cxn>
                <a:cxn ang="0">
                  <a:pos x="17" y="34"/>
                </a:cxn>
                <a:cxn ang="0">
                  <a:pos x="24" y="42"/>
                </a:cxn>
                <a:cxn ang="0">
                  <a:pos x="26" y="49"/>
                </a:cxn>
                <a:cxn ang="0">
                  <a:pos x="27" y="56"/>
                </a:cxn>
                <a:cxn ang="0">
                  <a:pos x="24" y="69"/>
                </a:cxn>
                <a:cxn ang="0">
                  <a:pos x="20" y="72"/>
                </a:cxn>
                <a:cxn ang="0">
                  <a:pos x="17" y="76"/>
                </a:cxn>
                <a:cxn ang="0">
                  <a:pos x="9" y="81"/>
                </a:cxn>
                <a:cxn ang="0">
                  <a:pos x="2" y="87"/>
                </a:cxn>
                <a:cxn ang="0">
                  <a:pos x="0" y="96"/>
                </a:cxn>
                <a:cxn ang="0">
                  <a:pos x="2" y="101"/>
                </a:cxn>
                <a:cxn ang="0">
                  <a:pos x="4" y="105"/>
                </a:cxn>
                <a:cxn ang="0">
                  <a:pos x="15" y="110"/>
                </a:cxn>
                <a:cxn ang="0">
                  <a:pos x="20" y="109"/>
                </a:cxn>
                <a:cxn ang="0">
                  <a:pos x="27" y="105"/>
                </a:cxn>
                <a:cxn ang="0">
                  <a:pos x="40" y="94"/>
                </a:cxn>
                <a:cxn ang="0">
                  <a:pos x="46" y="87"/>
                </a:cxn>
              </a:cxnLst>
              <a:rect l="0" t="0" r="r" b="b"/>
              <a:pathLst>
                <a:path w="56" h="110">
                  <a:moveTo>
                    <a:pt x="46" y="87"/>
                  </a:moveTo>
                  <a:lnTo>
                    <a:pt x="46" y="87"/>
                  </a:lnTo>
                  <a:lnTo>
                    <a:pt x="51" y="80"/>
                  </a:lnTo>
                  <a:lnTo>
                    <a:pt x="53" y="72"/>
                  </a:lnTo>
                  <a:lnTo>
                    <a:pt x="55" y="63"/>
                  </a:lnTo>
                  <a:lnTo>
                    <a:pt x="56" y="56"/>
                  </a:lnTo>
                  <a:lnTo>
                    <a:pt x="56" y="56"/>
                  </a:lnTo>
                  <a:lnTo>
                    <a:pt x="55" y="47"/>
                  </a:lnTo>
                  <a:lnTo>
                    <a:pt x="53" y="38"/>
                  </a:lnTo>
                  <a:lnTo>
                    <a:pt x="51" y="31"/>
                  </a:lnTo>
                  <a:lnTo>
                    <a:pt x="46" y="23"/>
                  </a:lnTo>
                  <a:lnTo>
                    <a:pt x="46" y="23"/>
                  </a:lnTo>
                  <a:lnTo>
                    <a:pt x="40" y="16"/>
                  </a:lnTo>
                  <a:lnTo>
                    <a:pt x="35" y="11"/>
                  </a:lnTo>
                  <a:lnTo>
                    <a:pt x="27" y="5"/>
                  </a:lnTo>
                  <a:lnTo>
                    <a:pt x="20" y="2"/>
                  </a:lnTo>
                  <a:lnTo>
                    <a:pt x="20" y="2"/>
                  </a:lnTo>
                  <a:lnTo>
                    <a:pt x="15" y="0"/>
                  </a:lnTo>
                  <a:lnTo>
                    <a:pt x="15" y="0"/>
                  </a:lnTo>
                  <a:lnTo>
                    <a:pt x="9" y="2"/>
                  </a:lnTo>
                  <a:lnTo>
                    <a:pt x="4" y="5"/>
                  </a:lnTo>
                  <a:lnTo>
                    <a:pt x="4" y="5"/>
                  </a:lnTo>
                  <a:lnTo>
                    <a:pt x="2" y="9"/>
                  </a:lnTo>
                  <a:lnTo>
                    <a:pt x="0" y="14"/>
                  </a:lnTo>
                  <a:lnTo>
                    <a:pt x="0" y="14"/>
                  </a:lnTo>
                  <a:lnTo>
                    <a:pt x="0" y="20"/>
                  </a:lnTo>
                  <a:lnTo>
                    <a:pt x="2" y="23"/>
                  </a:lnTo>
                  <a:lnTo>
                    <a:pt x="2" y="23"/>
                  </a:lnTo>
                  <a:lnTo>
                    <a:pt x="9" y="29"/>
                  </a:lnTo>
                  <a:lnTo>
                    <a:pt x="9" y="29"/>
                  </a:lnTo>
                  <a:lnTo>
                    <a:pt x="17" y="34"/>
                  </a:lnTo>
                  <a:lnTo>
                    <a:pt x="17" y="34"/>
                  </a:lnTo>
                  <a:lnTo>
                    <a:pt x="20" y="38"/>
                  </a:lnTo>
                  <a:lnTo>
                    <a:pt x="24" y="42"/>
                  </a:lnTo>
                  <a:lnTo>
                    <a:pt x="24" y="42"/>
                  </a:lnTo>
                  <a:lnTo>
                    <a:pt x="26" y="49"/>
                  </a:lnTo>
                  <a:lnTo>
                    <a:pt x="27" y="56"/>
                  </a:lnTo>
                  <a:lnTo>
                    <a:pt x="27" y="56"/>
                  </a:lnTo>
                  <a:lnTo>
                    <a:pt x="26" y="62"/>
                  </a:lnTo>
                  <a:lnTo>
                    <a:pt x="24" y="69"/>
                  </a:lnTo>
                  <a:lnTo>
                    <a:pt x="24" y="69"/>
                  </a:lnTo>
                  <a:lnTo>
                    <a:pt x="20" y="72"/>
                  </a:lnTo>
                  <a:lnTo>
                    <a:pt x="17" y="76"/>
                  </a:lnTo>
                  <a:lnTo>
                    <a:pt x="17" y="76"/>
                  </a:lnTo>
                  <a:lnTo>
                    <a:pt x="9" y="81"/>
                  </a:lnTo>
                  <a:lnTo>
                    <a:pt x="9" y="81"/>
                  </a:lnTo>
                  <a:lnTo>
                    <a:pt x="2" y="87"/>
                  </a:lnTo>
                  <a:lnTo>
                    <a:pt x="2" y="87"/>
                  </a:lnTo>
                  <a:lnTo>
                    <a:pt x="0" y="91"/>
                  </a:lnTo>
                  <a:lnTo>
                    <a:pt x="0" y="96"/>
                  </a:lnTo>
                  <a:lnTo>
                    <a:pt x="0" y="96"/>
                  </a:lnTo>
                  <a:lnTo>
                    <a:pt x="2" y="101"/>
                  </a:lnTo>
                  <a:lnTo>
                    <a:pt x="4" y="105"/>
                  </a:lnTo>
                  <a:lnTo>
                    <a:pt x="4" y="105"/>
                  </a:lnTo>
                  <a:lnTo>
                    <a:pt x="9" y="109"/>
                  </a:lnTo>
                  <a:lnTo>
                    <a:pt x="15" y="110"/>
                  </a:lnTo>
                  <a:lnTo>
                    <a:pt x="15" y="110"/>
                  </a:lnTo>
                  <a:lnTo>
                    <a:pt x="20" y="109"/>
                  </a:lnTo>
                  <a:lnTo>
                    <a:pt x="20" y="109"/>
                  </a:lnTo>
                  <a:lnTo>
                    <a:pt x="27" y="105"/>
                  </a:lnTo>
                  <a:lnTo>
                    <a:pt x="35" y="100"/>
                  </a:lnTo>
                  <a:lnTo>
                    <a:pt x="40" y="94"/>
                  </a:lnTo>
                  <a:lnTo>
                    <a:pt x="46" y="87"/>
                  </a:lnTo>
                  <a:lnTo>
                    <a:pt x="46" y="8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4" name="Freeform 51"/>
            <p:cNvSpPr>
              <a:spLocks/>
            </p:cNvSpPr>
            <p:nvPr/>
          </p:nvSpPr>
          <p:spPr bwMode="auto">
            <a:xfrm>
              <a:off x="2794893" y="2336819"/>
              <a:ext cx="93436" cy="224244"/>
            </a:xfrm>
            <a:custGeom>
              <a:avLst/>
              <a:gdLst/>
              <a:ahLst/>
              <a:cxnLst>
                <a:cxn ang="0">
                  <a:pos x="20" y="2"/>
                </a:cxn>
                <a:cxn ang="0">
                  <a:pos x="14" y="0"/>
                </a:cxn>
                <a:cxn ang="0">
                  <a:pos x="3" y="4"/>
                </a:cxn>
                <a:cxn ang="0">
                  <a:pos x="0" y="9"/>
                </a:cxn>
                <a:cxn ang="0">
                  <a:pos x="0" y="15"/>
                </a:cxn>
                <a:cxn ang="0">
                  <a:pos x="2" y="22"/>
                </a:cxn>
                <a:cxn ang="0">
                  <a:pos x="7" y="27"/>
                </a:cxn>
                <a:cxn ang="0">
                  <a:pos x="25" y="38"/>
                </a:cxn>
                <a:cxn ang="0">
                  <a:pos x="32" y="44"/>
                </a:cxn>
                <a:cxn ang="0">
                  <a:pos x="47" y="60"/>
                </a:cxn>
                <a:cxn ang="0">
                  <a:pos x="51" y="69"/>
                </a:cxn>
                <a:cxn ang="0">
                  <a:pos x="58" y="87"/>
                </a:cxn>
                <a:cxn ang="0">
                  <a:pos x="61" y="109"/>
                </a:cxn>
                <a:cxn ang="0">
                  <a:pos x="60" y="118"/>
                </a:cxn>
                <a:cxn ang="0">
                  <a:pos x="56" y="138"/>
                </a:cxn>
                <a:cxn ang="0">
                  <a:pos x="51" y="147"/>
                </a:cxn>
                <a:cxn ang="0">
                  <a:pos x="40" y="165"/>
                </a:cxn>
                <a:cxn ang="0">
                  <a:pos x="25" y="178"/>
                </a:cxn>
                <a:cxn ang="0">
                  <a:pos x="7" y="189"/>
                </a:cxn>
                <a:cxn ang="0">
                  <a:pos x="3" y="191"/>
                </a:cxn>
                <a:cxn ang="0">
                  <a:pos x="0" y="198"/>
                </a:cxn>
                <a:cxn ang="0">
                  <a:pos x="0" y="202"/>
                </a:cxn>
                <a:cxn ang="0">
                  <a:pos x="3" y="212"/>
                </a:cxn>
                <a:cxn ang="0">
                  <a:pos x="9" y="216"/>
                </a:cxn>
                <a:cxn ang="0">
                  <a:pos x="14" y="216"/>
                </a:cxn>
                <a:cxn ang="0">
                  <a:pos x="20" y="214"/>
                </a:cxn>
                <a:cxn ang="0">
                  <a:pos x="49" y="198"/>
                </a:cxn>
                <a:cxn ang="0">
                  <a:pos x="71" y="173"/>
                </a:cxn>
                <a:cxn ang="0">
                  <a:pos x="80" y="158"/>
                </a:cxn>
                <a:cxn ang="0">
                  <a:pos x="89" y="125"/>
                </a:cxn>
                <a:cxn ang="0">
                  <a:pos x="90" y="109"/>
                </a:cxn>
                <a:cxn ang="0">
                  <a:pos x="85" y="75"/>
                </a:cxn>
                <a:cxn ang="0">
                  <a:pos x="71" y="44"/>
                </a:cxn>
                <a:cxn ang="0">
                  <a:pos x="60" y="31"/>
                </a:cxn>
                <a:cxn ang="0">
                  <a:pos x="34" y="9"/>
                </a:cxn>
                <a:cxn ang="0">
                  <a:pos x="20" y="2"/>
                </a:cxn>
              </a:cxnLst>
              <a:rect l="0" t="0" r="r" b="b"/>
              <a:pathLst>
                <a:path w="90" h="216">
                  <a:moveTo>
                    <a:pt x="20" y="2"/>
                  </a:moveTo>
                  <a:lnTo>
                    <a:pt x="20" y="2"/>
                  </a:lnTo>
                  <a:lnTo>
                    <a:pt x="14" y="0"/>
                  </a:lnTo>
                  <a:lnTo>
                    <a:pt x="14" y="0"/>
                  </a:lnTo>
                  <a:lnTo>
                    <a:pt x="7" y="2"/>
                  </a:lnTo>
                  <a:lnTo>
                    <a:pt x="3" y="4"/>
                  </a:lnTo>
                  <a:lnTo>
                    <a:pt x="3" y="4"/>
                  </a:lnTo>
                  <a:lnTo>
                    <a:pt x="0" y="9"/>
                  </a:lnTo>
                  <a:lnTo>
                    <a:pt x="0" y="15"/>
                  </a:lnTo>
                  <a:lnTo>
                    <a:pt x="0" y="15"/>
                  </a:lnTo>
                  <a:lnTo>
                    <a:pt x="0" y="18"/>
                  </a:lnTo>
                  <a:lnTo>
                    <a:pt x="2" y="22"/>
                  </a:lnTo>
                  <a:lnTo>
                    <a:pt x="3" y="26"/>
                  </a:lnTo>
                  <a:lnTo>
                    <a:pt x="7" y="27"/>
                  </a:lnTo>
                  <a:lnTo>
                    <a:pt x="7" y="27"/>
                  </a:lnTo>
                  <a:lnTo>
                    <a:pt x="25" y="38"/>
                  </a:lnTo>
                  <a:lnTo>
                    <a:pt x="25" y="38"/>
                  </a:lnTo>
                  <a:lnTo>
                    <a:pt x="32" y="44"/>
                  </a:lnTo>
                  <a:lnTo>
                    <a:pt x="40" y="51"/>
                  </a:lnTo>
                  <a:lnTo>
                    <a:pt x="47" y="60"/>
                  </a:lnTo>
                  <a:lnTo>
                    <a:pt x="51" y="69"/>
                  </a:lnTo>
                  <a:lnTo>
                    <a:pt x="51" y="69"/>
                  </a:lnTo>
                  <a:lnTo>
                    <a:pt x="56" y="78"/>
                  </a:lnTo>
                  <a:lnTo>
                    <a:pt x="58" y="87"/>
                  </a:lnTo>
                  <a:lnTo>
                    <a:pt x="60" y="98"/>
                  </a:lnTo>
                  <a:lnTo>
                    <a:pt x="61" y="109"/>
                  </a:lnTo>
                  <a:lnTo>
                    <a:pt x="61" y="109"/>
                  </a:lnTo>
                  <a:lnTo>
                    <a:pt x="60" y="118"/>
                  </a:lnTo>
                  <a:lnTo>
                    <a:pt x="58" y="129"/>
                  </a:lnTo>
                  <a:lnTo>
                    <a:pt x="56" y="138"/>
                  </a:lnTo>
                  <a:lnTo>
                    <a:pt x="51" y="147"/>
                  </a:lnTo>
                  <a:lnTo>
                    <a:pt x="51" y="147"/>
                  </a:lnTo>
                  <a:lnTo>
                    <a:pt x="47" y="156"/>
                  </a:lnTo>
                  <a:lnTo>
                    <a:pt x="40" y="165"/>
                  </a:lnTo>
                  <a:lnTo>
                    <a:pt x="32" y="173"/>
                  </a:lnTo>
                  <a:lnTo>
                    <a:pt x="25" y="178"/>
                  </a:lnTo>
                  <a:lnTo>
                    <a:pt x="25" y="178"/>
                  </a:lnTo>
                  <a:lnTo>
                    <a:pt x="7" y="189"/>
                  </a:lnTo>
                  <a:lnTo>
                    <a:pt x="7" y="189"/>
                  </a:lnTo>
                  <a:lnTo>
                    <a:pt x="3" y="191"/>
                  </a:lnTo>
                  <a:lnTo>
                    <a:pt x="2" y="194"/>
                  </a:lnTo>
                  <a:lnTo>
                    <a:pt x="0" y="198"/>
                  </a:lnTo>
                  <a:lnTo>
                    <a:pt x="0" y="202"/>
                  </a:lnTo>
                  <a:lnTo>
                    <a:pt x="0" y="202"/>
                  </a:lnTo>
                  <a:lnTo>
                    <a:pt x="0" y="207"/>
                  </a:lnTo>
                  <a:lnTo>
                    <a:pt x="3" y="212"/>
                  </a:lnTo>
                  <a:lnTo>
                    <a:pt x="3" y="212"/>
                  </a:lnTo>
                  <a:lnTo>
                    <a:pt x="9" y="216"/>
                  </a:lnTo>
                  <a:lnTo>
                    <a:pt x="14" y="216"/>
                  </a:lnTo>
                  <a:lnTo>
                    <a:pt x="14" y="216"/>
                  </a:lnTo>
                  <a:lnTo>
                    <a:pt x="20" y="214"/>
                  </a:lnTo>
                  <a:lnTo>
                    <a:pt x="20" y="214"/>
                  </a:lnTo>
                  <a:lnTo>
                    <a:pt x="34" y="207"/>
                  </a:lnTo>
                  <a:lnTo>
                    <a:pt x="49" y="198"/>
                  </a:lnTo>
                  <a:lnTo>
                    <a:pt x="60" y="185"/>
                  </a:lnTo>
                  <a:lnTo>
                    <a:pt x="71" y="173"/>
                  </a:lnTo>
                  <a:lnTo>
                    <a:pt x="71" y="173"/>
                  </a:lnTo>
                  <a:lnTo>
                    <a:pt x="80" y="158"/>
                  </a:lnTo>
                  <a:lnTo>
                    <a:pt x="85" y="142"/>
                  </a:lnTo>
                  <a:lnTo>
                    <a:pt x="89" y="125"/>
                  </a:lnTo>
                  <a:lnTo>
                    <a:pt x="90" y="109"/>
                  </a:lnTo>
                  <a:lnTo>
                    <a:pt x="90" y="109"/>
                  </a:lnTo>
                  <a:lnTo>
                    <a:pt x="89" y="91"/>
                  </a:lnTo>
                  <a:lnTo>
                    <a:pt x="85" y="75"/>
                  </a:lnTo>
                  <a:lnTo>
                    <a:pt x="80" y="58"/>
                  </a:lnTo>
                  <a:lnTo>
                    <a:pt x="71" y="44"/>
                  </a:lnTo>
                  <a:lnTo>
                    <a:pt x="71" y="44"/>
                  </a:lnTo>
                  <a:lnTo>
                    <a:pt x="60" y="31"/>
                  </a:lnTo>
                  <a:lnTo>
                    <a:pt x="49" y="18"/>
                  </a:lnTo>
                  <a:lnTo>
                    <a:pt x="34" y="9"/>
                  </a:lnTo>
                  <a:lnTo>
                    <a:pt x="20" y="2"/>
                  </a:lnTo>
                  <a:lnTo>
                    <a:pt x="20" y="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325" name="Freeform 53"/>
          <p:cNvSpPr>
            <a:spLocks noEditPoints="1"/>
          </p:cNvSpPr>
          <p:nvPr/>
        </p:nvSpPr>
        <p:spPr bwMode="auto">
          <a:xfrm>
            <a:off x="10609442" y="6314390"/>
            <a:ext cx="313206" cy="344750"/>
          </a:xfrm>
          <a:custGeom>
            <a:avLst/>
            <a:gdLst/>
            <a:ahLst/>
            <a:cxnLst>
              <a:cxn ang="0">
                <a:pos x="61" y="230"/>
              </a:cxn>
              <a:cxn ang="0">
                <a:pos x="39" y="201"/>
              </a:cxn>
              <a:cxn ang="0">
                <a:pos x="29" y="167"/>
              </a:cxn>
              <a:cxn ang="0">
                <a:pos x="30" y="134"/>
              </a:cxn>
              <a:cxn ang="0">
                <a:pos x="52" y="85"/>
              </a:cxn>
              <a:cxn ang="0">
                <a:pos x="94" y="53"/>
              </a:cxn>
              <a:cxn ang="0">
                <a:pos x="110" y="18"/>
              </a:cxn>
              <a:cxn ang="0">
                <a:pos x="49" y="49"/>
              </a:cxn>
              <a:cxn ang="0">
                <a:pos x="9" y="105"/>
              </a:cxn>
              <a:cxn ang="0">
                <a:pos x="0" y="152"/>
              </a:cxn>
              <a:cxn ang="0">
                <a:pos x="3" y="183"/>
              </a:cxn>
              <a:cxn ang="0">
                <a:pos x="20" y="223"/>
              </a:cxn>
              <a:cxn ang="0">
                <a:pos x="47" y="257"/>
              </a:cxn>
              <a:cxn ang="0">
                <a:pos x="61" y="265"/>
              </a:cxn>
              <a:cxn ang="0">
                <a:pos x="74" y="256"/>
              </a:cxn>
              <a:cxn ang="0">
                <a:pos x="68" y="239"/>
              </a:cxn>
              <a:cxn ang="0">
                <a:pos x="228" y="49"/>
              </a:cxn>
              <a:cxn ang="0">
                <a:pos x="212" y="45"/>
              </a:cxn>
              <a:cxn ang="0">
                <a:pos x="203" y="58"/>
              </a:cxn>
              <a:cxn ang="0">
                <a:pos x="208" y="67"/>
              </a:cxn>
              <a:cxn ang="0">
                <a:pos x="232" y="94"/>
              </a:cxn>
              <a:cxn ang="0">
                <a:pos x="246" y="127"/>
              </a:cxn>
              <a:cxn ang="0">
                <a:pos x="250" y="152"/>
              </a:cxn>
              <a:cxn ang="0">
                <a:pos x="235" y="207"/>
              </a:cxn>
              <a:cxn ang="0">
                <a:pos x="199" y="245"/>
              </a:cxn>
              <a:cxn ang="0">
                <a:pos x="166" y="288"/>
              </a:cxn>
              <a:cxn ang="0">
                <a:pos x="210" y="272"/>
              </a:cxn>
              <a:cxn ang="0">
                <a:pos x="259" y="221"/>
              </a:cxn>
              <a:cxn ang="0">
                <a:pos x="277" y="165"/>
              </a:cxn>
              <a:cxn ang="0">
                <a:pos x="275" y="138"/>
              </a:cxn>
              <a:cxn ang="0">
                <a:pos x="264" y="94"/>
              </a:cxn>
              <a:cxn ang="0">
                <a:pos x="239" y="58"/>
              </a:cxn>
              <a:cxn ang="0">
                <a:pos x="123" y="71"/>
              </a:cxn>
              <a:cxn ang="0">
                <a:pos x="172" y="40"/>
              </a:cxn>
              <a:cxn ang="0">
                <a:pos x="168" y="29"/>
              </a:cxn>
              <a:cxn ang="0">
                <a:pos x="117" y="0"/>
              </a:cxn>
              <a:cxn ang="0">
                <a:pos x="110" y="9"/>
              </a:cxn>
              <a:cxn ang="0">
                <a:pos x="112" y="69"/>
              </a:cxn>
              <a:cxn ang="0">
                <a:pos x="123" y="71"/>
              </a:cxn>
              <a:cxn ang="0">
                <a:pos x="108" y="263"/>
              </a:cxn>
              <a:cxn ang="0">
                <a:pos x="105" y="270"/>
              </a:cxn>
              <a:cxn ang="0">
                <a:pos x="154" y="305"/>
              </a:cxn>
              <a:cxn ang="0">
                <a:pos x="163" y="306"/>
              </a:cxn>
              <a:cxn ang="0">
                <a:pos x="166" y="243"/>
              </a:cxn>
              <a:cxn ang="0">
                <a:pos x="163" y="236"/>
              </a:cxn>
              <a:cxn ang="0">
                <a:pos x="154" y="236"/>
              </a:cxn>
            </a:cxnLst>
            <a:rect l="0" t="0" r="r" b="b"/>
            <a:pathLst>
              <a:path w="277" h="306">
                <a:moveTo>
                  <a:pt x="68" y="239"/>
                </a:moveTo>
                <a:lnTo>
                  <a:pt x="68" y="239"/>
                </a:lnTo>
                <a:lnTo>
                  <a:pt x="61" y="230"/>
                </a:lnTo>
                <a:lnTo>
                  <a:pt x="52" y="223"/>
                </a:lnTo>
                <a:lnTo>
                  <a:pt x="45" y="212"/>
                </a:lnTo>
                <a:lnTo>
                  <a:pt x="39" y="201"/>
                </a:lnTo>
                <a:lnTo>
                  <a:pt x="34" y="190"/>
                </a:lnTo>
                <a:lnTo>
                  <a:pt x="30" y="178"/>
                </a:lnTo>
                <a:lnTo>
                  <a:pt x="29" y="167"/>
                </a:lnTo>
                <a:lnTo>
                  <a:pt x="29" y="152"/>
                </a:lnTo>
                <a:lnTo>
                  <a:pt x="29" y="152"/>
                </a:lnTo>
                <a:lnTo>
                  <a:pt x="30" y="134"/>
                </a:lnTo>
                <a:lnTo>
                  <a:pt x="34" y="116"/>
                </a:lnTo>
                <a:lnTo>
                  <a:pt x="41" y="100"/>
                </a:lnTo>
                <a:lnTo>
                  <a:pt x="52" y="85"/>
                </a:lnTo>
                <a:lnTo>
                  <a:pt x="63" y="72"/>
                </a:lnTo>
                <a:lnTo>
                  <a:pt x="78" y="62"/>
                </a:lnTo>
                <a:lnTo>
                  <a:pt x="94" y="53"/>
                </a:lnTo>
                <a:lnTo>
                  <a:pt x="110" y="47"/>
                </a:lnTo>
                <a:lnTo>
                  <a:pt x="110" y="18"/>
                </a:lnTo>
                <a:lnTo>
                  <a:pt x="110" y="18"/>
                </a:lnTo>
                <a:lnTo>
                  <a:pt x="88" y="25"/>
                </a:lnTo>
                <a:lnTo>
                  <a:pt x="67" y="34"/>
                </a:lnTo>
                <a:lnTo>
                  <a:pt x="49" y="49"/>
                </a:lnTo>
                <a:lnTo>
                  <a:pt x="32" y="65"/>
                </a:lnTo>
                <a:lnTo>
                  <a:pt x="20" y="85"/>
                </a:lnTo>
                <a:lnTo>
                  <a:pt x="9" y="105"/>
                </a:lnTo>
                <a:lnTo>
                  <a:pt x="3" y="129"/>
                </a:lnTo>
                <a:lnTo>
                  <a:pt x="1" y="141"/>
                </a:lnTo>
                <a:lnTo>
                  <a:pt x="0" y="152"/>
                </a:lnTo>
                <a:lnTo>
                  <a:pt x="0" y="152"/>
                </a:lnTo>
                <a:lnTo>
                  <a:pt x="1" y="169"/>
                </a:lnTo>
                <a:lnTo>
                  <a:pt x="3" y="183"/>
                </a:lnTo>
                <a:lnTo>
                  <a:pt x="7" y="198"/>
                </a:lnTo>
                <a:lnTo>
                  <a:pt x="12" y="210"/>
                </a:lnTo>
                <a:lnTo>
                  <a:pt x="20" y="223"/>
                </a:lnTo>
                <a:lnTo>
                  <a:pt x="29" y="236"/>
                </a:lnTo>
                <a:lnTo>
                  <a:pt x="38" y="247"/>
                </a:lnTo>
                <a:lnTo>
                  <a:pt x="47" y="257"/>
                </a:lnTo>
                <a:lnTo>
                  <a:pt x="47" y="257"/>
                </a:lnTo>
                <a:lnTo>
                  <a:pt x="56" y="263"/>
                </a:lnTo>
                <a:lnTo>
                  <a:pt x="61" y="265"/>
                </a:lnTo>
                <a:lnTo>
                  <a:pt x="68" y="263"/>
                </a:lnTo>
                <a:lnTo>
                  <a:pt x="72" y="259"/>
                </a:lnTo>
                <a:lnTo>
                  <a:pt x="74" y="256"/>
                </a:lnTo>
                <a:lnTo>
                  <a:pt x="76" y="250"/>
                </a:lnTo>
                <a:lnTo>
                  <a:pt x="74" y="245"/>
                </a:lnTo>
                <a:lnTo>
                  <a:pt x="68" y="239"/>
                </a:lnTo>
                <a:lnTo>
                  <a:pt x="68" y="239"/>
                </a:lnTo>
                <a:close/>
                <a:moveTo>
                  <a:pt x="228" y="49"/>
                </a:moveTo>
                <a:lnTo>
                  <a:pt x="228" y="49"/>
                </a:lnTo>
                <a:lnTo>
                  <a:pt x="223" y="45"/>
                </a:lnTo>
                <a:lnTo>
                  <a:pt x="217" y="45"/>
                </a:lnTo>
                <a:lnTo>
                  <a:pt x="212" y="45"/>
                </a:lnTo>
                <a:lnTo>
                  <a:pt x="208" y="49"/>
                </a:lnTo>
                <a:lnTo>
                  <a:pt x="204" y="53"/>
                </a:lnTo>
                <a:lnTo>
                  <a:pt x="203" y="58"/>
                </a:lnTo>
                <a:lnTo>
                  <a:pt x="204" y="62"/>
                </a:lnTo>
                <a:lnTo>
                  <a:pt x="208" y="67"/>
                </a:lnTo>
                <a:lnTo>
                  <a:pt x="208" y="67"/>
                </a:lnTo>
                <a:lnTo>
                  <a:pt x="217" y="74"/>
                </a:lnTo>
                <a:lnTo>
                  <a:pt x="224" y="83"/>
                </a:lnTo>
                <a:lnTo>
                  <a:pt x="232" y="94"/>
                </a:lnTo>
                <a:lnTo>
                  <a:pt x="237" y="105"/>
                </a:lnTo>
                <a:lnTo>
                  <a:pt x="243" y="116"/>
                </a:lnTo>
                <a:lnTo>
                  <a:pt x="246" y="127"/>
                </a:lnTo>
                <a:lnTo>
                  <a:pt x="248" y="140"/>
                </a:lnTo>
                <a:lnTo>
                  <a:pt x="250" y="152"/>
                </a:lnTo>
                <a:lnTo>
                  <a:pt x="250" y="152"/>
                </a:lnTo>
                <a:lnTo>
                  <a:pt x="248" y="172"/>
                </a:lnTo>
                <a:lnTo>
                  <a:pt x="243" y="190"/>
                </a:lnTo>
                <a:lnTo>
                  <a:pt x="235" y="207"/>
                </a:lnTo>
                <a:lnTo>
                  <a:pt x="226" y="221"/>
                </a:lnTo>
                <a:lnTo>
                  <a:pt x="214" y="234"/>
                </a:lnTo>
                <a:lnTo>
                  <a:pt x="199" y="245"/>
                </a:lnTo>
                <a:lnTo>
                  <a:pt x="183" y="254"/>
                </a:lnTo>
                <a:lnTo>
                  <a:pt x="166" y="259"/>
                </a:lnTo>
                <a:lnTo>
                  <a:pt x="166" y="288"/>
                </a:lnTo>
                <a:lnTo>
                  <a:pt x="166" y="288"/>
                </a:lnTo>
                <a:lnTo>
                  <a:pt x="188" y="281"/>
                </a:lnTo>
                <a:lnTo>
                  <a:pt x="210" y="272"/>
                </a:lnTo>
                <a:lnTo>
                  <a:pt x="228" y="257"/>
                </a:lnTo>
                <a:lnTo>
                  <a:pt x="244" y="241"/>
                </a:lnTo>
                <a:lnTo>
                  <a:pt x="259" y="221"/>
                </a:lnTo>
                <a:lnTo>
                  <a:pt x="268" y="201"/>
                </a:lnTo>
                <a:lnTo>
                  <a:pt x="275" y="178"/>
                </a:lnTo>
                <a:lnTo>
                  <a:pt x="277" y="165"/>
                </a:lnTo>
                <a:lnTo>
                  <a:pt x="277" y="152"/>
                </a:lnTo>
                <a:lnTo>
                  <a:pt x="277" y="152"/>
                </a:lnTo>
                <a:lnTo>
                  <a:pt x="275" y="138"/>
                </a:lnTo>
                <a:lnTo>
                  <a:pt x="273" y="123"/>
                </a:lnTo>
                <a:lnTo>
                  <a:pt x="270" y="109"/>
                </a:lnTo>
                <a:lnTo>
                  <a:pt x="264" y="94"/>
                </a:lnTo>
                <a:lnTo>
                  <a:pt x="257" y="82"/>
                </a:lnTo>
                <a:lnTo>
                  <a:pt x="248" y="69"/>
                </a:lnTo>
                <a:lnTo>
                  <a:pt x="239" y="58"/>
                </a:lnTo>
                <a:lnTo>
                  <a:pt x="228" y="49"/>
                </a:lnTo>
                <a:lnTo>
                  <a:pt x="228" y="49"/>
                </a:lnTo>
                <a:close/>
                <a:moveTo>
                  <a:pt x="123" y="71"/>
                </a:moveTo>
                <a:lnTo>
                  <a:pt x="168" y="43"/>
                </a:lnTo>
                <a:lnTo>
                  <a:pt x="168" y="43"/>
                </a:lnTo>
                <a:lnTo>
                  <a:pt x="172" y="40"/>
                </a:lnTo>
                <a:lnTo>
                  <a:pt x="174" y="36"/>
                </a:lnTo>
                <a:lnTo>
                  <a:pt x="172" y="33"/>
                </a:lnTo>
                <a:lnTo>
                  <a:pt x="168" y="29"/>
                </a:lnTo>
                <a:lnTo>
                  <a:pt x="123" y="2"/>
                </a:lnTo>
                <a:lnTo>
                  <a:pt x="123" y="2"/>
                </a:lnTo>
                <a:lnTo>
                  <a:pt x="117" y="0"/>
                </a:lnTo>
                <a:lnTo>
                  <a:pt x="114" y="0"/>
                </a:lnTo>
                <a:lnTo>
                  <a:pt x="112" y="4"/>
                </a:lnTo>
                <a:lnTo>
                  <a:pt x="110" y="9"/>
                </a:lnTo>
                <a:lnTo>
                  <a:pt x="112" y="63"/>
                </a:lnTo>
                <a:lnTo>
                  <a:pt x="112" y="63"/>
                </a:lnTo>
                <a:lnTo>
                  <a:pt x="112" y="69"/>
                </a:lnTo>
                <a:lnTo>
                  <a:pt x="116" y="71"/>
                </a:lnTo>
                <a:lnTo>
                  <a:pt x="119" y="72"/>
                </a:lnTo>
                <a:lnTo>
                  <a:pt x="123" y="71"/>
                </a:lnTo>
                <a:lnTo>
                  <a:pt x="123" y="71"/>
                </a:lnTo>
                <a:close/>
                <a:moveTo>
                  <a:pt x="154" y="236"/>
                </a:moveTo>
                <a:lnTo>
                  <a:pt x="108" y="263"/>
                </a:lnTo>
                <a:lnTo>
                  <a:pt x="108" y="263"/>
                </a:lnTo>
                <a:lnTo>
                  <a:pt x="105" y="266"/>
                </a:lnTo>
                <a:lnTo>
                  <a:pt x="105" y="270"/>
                </a:lnTo>
                <a:lnTo>
                  <a:pt x="105" y="274"/>
                </a:lnTo>
                <a:lnTo>
                  <a:pt x="108" y="277"/>
                </a:lnTo>
                <a:lnTo>
                  <a:pt x="154" y="305"/>
                </a:lnTo>
                <a:lnTo>
                  <a:pt x="154" y="305"/>
                </a:lnTo>
                <a:lnTo>
                  <a:pt x="159" y="306"/>
                </a:lnTo>
                <a:lnTo>
                  <a:pt x="163" y="306"/>
                </a:lnTo>
                <a:lnTo>
                  <a:pt x="165" y="303"/>
                </a:lnTo>
                <a:lnTo>
                  <a:pt x="166" y="297"/>
                </a:lnTo>
                <a:lnTo>
                  <a:pt x="166" y="243"/>
                </a:lnTo>
                <a:lnTo>
                  <a:pt x="166" y="243"/>
                </a:lnTo>
                <a:lnTo>
                  <a:pt x="165" y="237"/>
                </a:lnTo>
                <a:lnTo>
                  <a:pt x="163" y="236"/>
                </a:lnTo>
                <a:lnTo>
                  <a:pt x="159" y="234"/>
                </a:lnTo>
                <a:lnTo>
                  <a:pt x="154" y="236"/>
                </a:lnTo>
                <a:lnTo>
                  <a:pt x="154" y="236"/>
                </a:lnTo>
                <a:close/>
              </a:path>
            </a:pathLst>
          </a:custGeom>
          <a:solidFill>
            <a:srgbClr val="707E8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6" name="Freeform 60"/>
          <p:cNvSpPr>
            <a:spLocks noEditPoints="1"/>
          </p:cNvSpPr>
          <p:nvPr/>
        </p:nvSpPr>
        <p:spPr bwMode="auto">
          <a:xfrm>
            <a:off x="9175243" y="4704024"/>
            <a:ext cx="319966" cy="322218"/>
          </a:xfrm>
          <a:custGeom>
            <a:avLst/>
            <a:gdLst/>
            <a:ahLst/>
            <a:cxnLst>
              <a:cxn ang="0">
                <a:pos x="18" y="0"/>
              </a:cxn>
              <a:cxn ang="0">
                <a:pos x="11" y="2"/>
              </a:cxn>
              <a:cxn ang="0">
                <a:pos x="0" y="11"/>
              </a:cxn>
              <a:cxn ang="0">
                <a:pos x="0" y="269"/>
              </a:cxn>
              <a:cxn ang="0">
                <a:pos x="0" y="276"/>
              </a:cxn>
              <a:cxn ang="0">
                <a:pos x="11" y="285"/>
              </a:cxn>
              <a:cxn ang="0">
                <a:pos x="267" y="287"/>
              </a:cxn>
              <a:cxn ang="0">
                <a:pos x="274" y="285"/>
              </a:cxn>
              <a:cxn ang="0">
                <a:pos x="283" y="276"/>
              </a:cxn>
              <a:cxn ang="0">
                <a:pos x="285" y="19"/>
              </a:cxn>
              <a:cxn ang="0">
                <a:pos x="283" y="11"/>
              </a:cxn>
              <a:cxn ang="0">
                <a:pos x="274" y="2"/>
              </a:cxn>
              <a:cxn ang="0">
                <a:pos x="267" y="0"/>
              </a:cxn>
              <a:cxn ang="0">
                <a:pos x="18" y="269"/>
              </a:cxn>
              <a:cxn ang="0">
                <a:pos x="53" y="233"/>
              </a:cxn>
              <a:cxn ang="0">
                <a:pos x="53" y="198"/>
              </a:cxn>
              <a:cxn ang="0">
                <a:pos x="18" y="162"/>
              </a:cxn>
              <a:cxn ang="0">
                <a:pos x="53" y="198"/>
              </a:cxn>
              <a:cxn ang="0">
                <a:pos x="18" y="126"/>
              </a:cxn>
              <a:cxn ang="0">
                <a:pos x="53" y="91"/>
              </a:cxn>
              <a:cxn ang="0">
                <a:pos x="53" y="55"/>
              </a:cxn>
              <a:cxn ang="0">
                <a:pos x="18" y="19"/>
              </a:cxn>
              <a:cxn ang="0">
                <a:pos x="53" y="55"/>
              </a:cxn>
              <a:cxn ang="0">
                <a:pos x="71" y="269"/>
              </a:cxn>
              <a:cxn ang="0">
                <a:pos x="214" y="180"/>
              </a:cxn>
              <a:cxn ang="0">
                <a:pos x="214" y="162"/>
              </a:cxn>
              <a:cxn ang="0">
                <a:pos x="71" y="19"/>
              </a:cxn>
              <a:cxn ang="0">
                <a:pos x="214" y="162"/>
              </a:cxn>
              <a:cxn ang="0">
                <a:pos x="232" y="269"/>
              </a:cxn>
              <a:cxn ang="0">
                <a:pos x="267" y="233"/>
              </a:cxn>
              <a:cxn ang="0">
                <a:pos x="267" y="198"/>
              </a:cxn>
              <a:cxn ang="0">
                <a:pos x="232" y="162"/>
              </a:cxn>
              <a:cxn ang="0">
                <a:pos x="267" y="198"/>
              </a:cxn>
              <a:cxn ang="0">
                <a:pos x="232" y="126"/>
              </a:cxn>
              <a:cxn ang="0">
                <a:pos x="267" y="91"/>
              </a:cxn>
              <a:cxn ang="0">
                <a:pos x="267" y="55"/>
              </a:cxn>
              <a:cxn ang="0">
                <a:pos x="232" y="19"/>
              </a:cxn>
              <a:cxn ang="0">
                <a:pos x="267" y="55"/>
              </a:cxn>
            </a:cxnLst>
            <a:rect l="0" t="0" r="r" b="b"/>
            <a:pathLst>
              <a:path w="285" h="287">
                <a:moveTo>
                  <a:pt x="267" y="0"/>
                </a:moveTo>
                <a:lnTo>
                  <a:pt x="18" y="0"/>
                </a:lnTo>
                <a:lnTo>
                  <a:pt x="18" y="0"/>
                </a:lnTo>
                <a:lnTo>
                  <a:pt x="11" y="2"/>
                </a:lnTo>
                <a:lnTo>
                  <a:pt x="6" y="6"/>
                </a:lnTo>
                <a:lnTo>
                  <a:pt x="0" y="11"/>
                </a:lnTo>
                <a:lnTo>
                  <a:pt x="0" y="19"/>
                </a:lnTo>
                <a:lnTo>
                  <a:pt x="0" y="269"/>
                </a:lnTo>
                <a:lnTo>
                  <a:pt x="0" y="269"/>
                </a:lnTo>
                <a:lnTo>
                  <a:pt x="0" y="276"/>
                </a:lnTo>
                <a:lnTo>
                  <a:pt x="6" y="281"/>
                </a:lnTo>
                <a:lnTo>
                  <a:pt x="11" y="285"/>
                </a:lnTo>
                <a:lnTo>
                  <a:pt x="18" y="287"/>
                </a:lnTo>
                <a:lnTo>
                  <a:pt x="267" y="287"/>
                </a:lnTo>
                <a:lnTo>
                  <a:pt x="267" y="287"/>
                </a:lnTo>
                <a:lnTo>
                  <a:pt x="274" y="285"/>
                </a:lnTo>
                <a:lnTo>
                  <a:pt x="279" y="281"/>
                </a:lnTo>
                <a:lnTo>
                  <a:pt x="283" y="276"/>
                </a:lnTo>
                <a:lnTo>
                  <a:pt x="285" y="269"/>
                </a:lnTo>
                <a:lnTo>
                  <a:pt x="285" y="19"/>
                </a:lnTo>
                <a:lnTo>
                  <a:pt x="285" y="19"/>
                </a:lnTo>
                <a:lnTo>
                  <a:pt x="283" y="11"/>
                </a:lnTo>
                <a:lnTo>
                  <a:pt x="279" y="6"/>
                </a:lnTo>
                <a:lnTo>
                  <a:pt x="274" y="2"/>
                </a:lnTo>
                <a:lnTo>
                  <a:pt x="267" y="0"/>
                </a:lnTo>
                <a:lnTo>
                  <a:pt x="267" y="0"/>
                </a:lnTo>
                <a:close/>
                <a:moveTo>
                  <a:pt x="53" y="269"/>
                </a:moveTo>
                <a:lnTo>
                  <a:pt x="18" y="269"/>
                </a:lnTo>
                <a:lnTo>
                  <a:pt x="18" y="233"/>
                </a:lnTo>
                <a:lnTo>
                  <a:pt x="53" y="233"/>
                </a:lnTo>
                <a:lnTo>
                  <a:pt x="53" y="269"/>
                </a:lnTo>
                <a:close/>
                <a:moveTo>
                  <a:pt x="53" y="198"/>
                </a:moveTo>
                <a:lnTo>
                  <a:pt x="18" y="198"/>
                </a:lnTo>
                <a:lnTo>
                  <a:pt x="18" y="162"/>
                </a:lnTo>
                <a:lnTo>
                  <a:pt x="53" y="162"/>
                </a:lnTo>
                <a:lnTo>
                  <a:pt x="53" y="198"/>
                </a:lnTo>
                <a:close/>
                <a:moveTo>
                  <a:pt x="53" y="126"/>
                </a:moveTo>
                <a:lnTo>
                  <a:pt x="18" y="126"/>
                </a:lnTo>
                <a:lnTo>
                  <a:pt x="18" y="91"/>
                </a:lnTo>
                <a:lnTo>
                  <a:pt x="53" y="91"/>
                </a:lnTo>
                <a:lnTo>
                  <a:pt x="53" y="126"/>
                </a:lnTo>
                <a:close/>
                <a:moveTo>
                  <a:pt x="53" y="55"/>
                </a:moveTo>
                <a:lnTo>
                  <a:pt x="18" y="55"/>
                </a:lnTo>
                <a:lnTo>
                  <a:pt x="18" y="19"/>
                </a:lnTo>
                <a:lnTo>
                  <a:pt x="53" y="19"/>
                </a:lnTo>
                <a:lnTo>
                  <a:pt x="53" y="55"/>
                </a:lnTo>
                <a:close/>
                <a:moveTo>
                  <a:pt x="214" y="269"/>
                </a:moveTo>
                <a:lnTo>
                  <a:pt x="71" y="269"/>
                </a:lnTo>
                <a:lnTo>
                  <a:pt x="71" y="180"/>
                </a:lnTo>
                <a:lnTo>
                  <a:pt x="214" y="180"/>
                </a:lnTo>
                <a:lnTo>
                  <a:pt x="214" y="269"/>
                </a:lnTo>
                <a:close/>
                <a:moveTo>
                  <a:pt x="214" y="162"/>
                </a:moveTo>
                <a:lnTo>
                  <a:pt x="71" y="162"/>
                </a:lnTo>
                <a:lnTo>
                  <a:pt x="71" y="19"/>
                </a:lnTo>
                <a:lnTo>
                  <a:pt x="214" y="19"/>
                </a:lnTo>
                <a:lnTo>
                  <a:pt x="214" y="162"/>
                </a:lnTo>
                <a:close/>
                <a:moveTo>
                  <a:pt x="267" y="269"/>
                </a:moveTo>
                <a:lnTo>
                  <a:pt x="232" y="269"/>
                </a:lnTo>
                <a:lnTo>
                  <a:pt x="232" y="233"/>
                </a:lnTo>
                <a:lnTo>
                  <a:pt x="267" y="233"/>
                </a:lnTo>
                <a:lnTo>
                  <a:pt x="267" y="269"/>
                </a:lnTo>
                <a:close/>
                <a:moveTo>
                  <a:pt x="267" y="198"/>
                </a:moveTo>
                <a:lnTo>
                  <a:pt x="232" y="198"/>
                </a:lnTo>
                <a:lnTo>
                  <a:pt x="232" y="162"/>
                </a:lnTo>
                <a:lnTo>
                  <a:pt x="267" y="162"/>
                </a:lnTo>
                <a:lnTo>
                  <a:pt x="267" y="198"/>
                </a:lnTo>
                <a:close/>
                <a:moveTo>
                  <a:pt x="267" y="126"/>
                </a:moveTo>
                <a:lnTo>
                  <a:pt x="232" y="126"/>
                </a:lnTo>
                <a:lnTo>
                  <a:pt x="232" y="91"/>
                </a:lnTo>
                <a:lnTo>
                  <a:pt x="267" y="91"/>
                </a:lnTo>
                <a:lnTo>
                  <a:pt x="267" y="126"/>
                </a:lnTo>
                <a:close/>
                <a:moveTo>
                  <a:pt x="267" y="55"/>
                </a:moveTo>
                <a:lnTo>
                  <a:pt x="232" y="55"/>
                </a:lnTo>
                <a:lnTo>
                  <a:pt x="232" y="19"/>
                </a:lnTo>
                <a:lnTo>
                  <a:pt x="267" y="19"/>
                </a:lnTo>
                <a:lnTo>
                  <a:pt x="267" y="55"/>
                </a:lnTo>
                <a:close/>
              </a:path>
            </a:pathLst>
          </a:custGeom>
          <a:solidFill>
            <a:srgbClr val="707E8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327" name="Group 73"/>
          <p:cNvGrpSpPr/>
          <p:nvPr/>
        </p:nvGrpSpPr>
        <p:grpSpPr>
          <a:xfrm>
            <a:off x="11072284" y="6316644"/>
            <a:ext cx="385310" cy="340242"/>
            <a:chOff x="2549886" y="800334"/>
            <a:chExt cx="355053" cy="313526"/>
          </a:xfrm>
          <a:solidFill>
            <a:srgbClr val="707E84"/>
          </a:solidFill>
        </p:grpSpPr>
        <p:sp>
          <p:nvSpPr>
            <p:cNvPr id="328" name="Freeform 88"/>
            <p:cNvSpPr>
              <a:spLocks/>
            </p:cNvSpPr>
            <p:nvPr/>
          </p:nvSpPr>
          <p:spPr bwMode="auto">
            <a:xfrm>
              <a:off x="2653702" y="1055723"/>
              <a:ext cx="58137" cy="58137"/>
            </a:xfrm>
            <a:custGeom>
              <a:avLst/>
              <a:gdLst/>
              <a:ahLst/>
              <a:cxnLst>
                <a:cxn ang="0">
                  <a:pos x="27" y="0"/>
                </a:cxn>
                <a:cxn ang="0">
                  <a:pos x="27" y="0"/>
                </a:cxn>
                <a:cxn ang="0">
                  <a:pos x="34" y="0"/>
                </a:cxn>
                <a:cxn ang="0">
                  <a:pos x="40" y="2"/>
                </a:cxn>
                <a:cxn ang="0">
                  <a:pos x="49" y="10"/>
                </a:cxn>
                <a:cxn ang="0">
                  <a:pos x="54" y="19"/>
                </a:cxn>
                <a:cxn ang="0">
                  <a:pos x="56" y="24"/>
                </a:cxn>
                <a:cxn ang="0">
                  <a:pos x="56" y="30"/>
                </a:cxn>
                <a:cxn ang="0">
                  <a:pos x="56" y="30"/>
                </a:cxn>
                <a:cxn ang="0">
                  <a:pos x="56" y="35"/>
                </a:cxn>
                <a:cxn ang="0">
                  <a:pos x="54" y="40"/>
                </a:cxn>
                <a:cxn ang="0">
                  <a:pos x="49" y="49"/>
                </a:cxn>
                <a:cxn ang="0">
                  <a:pos x="40" y="55"/>
                </a:cxn>
                <a:cxn ang="0">
                  <a:pos x="34" y="57"/>
                </a:cxn>
                <a:cxn ang="0">
                  <a:pos x="27" y="57"/>
                </a:cxn>
                <a:cxn ang="0">
                  <a:pos x="27" y="57"/>
                </a:cxn>
                <a:cxn ang="0">
                  <a:pos x="22" y="57"/>
                </a:cxn>
                <a:cxn ang="0">
                  <a:pos x="16" y="55"/>
                </a:cxn>
                <a:cxn ang="0">
                  <a:pos x="7" y="49"/>
                </a:cxn>
                <a:cxn ang="0">
                  <a:pos x="2" y="40"/>
                </a:cxn>
                <a:cxn ang="0">
                  <a:pos x="0" y="35"/>
                </a:cxn>
                <a:cxn ang="0">
                  <a:pos x="0" y="30"/>
                </a:cxn>
                <a:cxn ang="0">
                  <a:pos x="0" y="30"/>
                </a:cxn>
                <a:cxn ang="0">
                  <a:pos x="0" y="24"/>
                </a:cxn>
                <a:cxn ang="0">
                  <a:pos x="2" y="19"/>
                </a:cxn>
                <a:cxn ang="0">
                  <a:pos x="7" y="10"/>
                </a:cxn>
                <a:cxn ang="0">
                  <a:pos x="16" y="2"/>
                </a:cxn>
                <a:cxn ang="0">
                  <a:pos x="22" y="0"/>
                </a:cxn>
                <a:cxn ang="0">
                  <a:pos x="27" y="0"/>
                </a:cxn>
                <a:cxn ang="0">
                  <a:pos x="27" y="0"/>
                </a:cxn>
              </a:cxnLst>
              <a:rect l="0" t="0" r="r" b="b"/>
              <a:pathLst>
                <a:path w="56" h="57">
                  <a:moveTo>
                    <a:pt x="27" y="0"/>
                  </a:moveTo>
                  <a:lnTo>
                    <a:pt x="27" y="0"/>
                  </a:lnTo>
                  <a:lnTo>
                    <a:pt x="34" y="0"/>
                  </a:lnTo>
                  <a:lnTo>
                    <a:pt x="40" y="2"/>
                  </a:lnTo>
                  <a:lnTo>
                    <a:pt x="49" y="10"/>
                  </a:lnTo>
                  <a:lnTo>
                    <a:pt x="54" y="19"/>
                  </a:lnTo>
                  <a:lnTo>
                    <a:pt x="56" y="24"/>
                  </a:lnTo>
                  <a:lnTo>
                    <a:pt x="56" y="30"/>
                  </a:lnTo>
                  <a:lnTo>
                    <a:pt x="56" y="30"/>
                  </a:lnTo>
                  <a:lnTo>
                    <a:pt x="56" y="35"/>
                  </a:lnTo>
                  <a:lnTo>
                    <a:pt x="54" y="40"/>
                  </a:lnTo>
                  <a:lnTo>
                    <a:pt x="49" y="49"/>
                  </a:lnTo>
                  <a:lnTo>
                    <a:pt x="40" y="55"/>
                  </a:lnTo>
                  <a:lnTo>
                    <a:pt x="34" y="57"/>
                  </a:lnTo>
                  <a:lnTo>
                    <a:pt x="27" y="57"/>
                  </a:lnTo>
                  <a:lnTo>
                    <a:pt x="27" y="57"/>
                  </a:lnTo>
                  <a:lnTo>
                    <a:pt x="22" y="57"/>
                  </a:lnTo>
                  <a:lnTo>
                    <a:pt x="16" y="55"/>
                  </a:lnTo>
                  <a:lnTo>
                    <a:pt x="7" y="49"/>
                  </a:lnTo>
                  <a:lnTo>
                    <a:pt x="2" y="40"/>
                  </a:lnTo>
                  <a:lnTo>
                    <a:pt x="0" y="35"/>
                  </a:lnTo>
                  <a:lnTo>
                    <a:pt x="0" y="30"/>
                  </a:lnTo>
                  <a:lnTo>
                    <a:pt x="0" y="30"/>
                  </a:lnTo>
                  <a:lnTo>
                    <a:pt x="0" y="24"/>
                  </a:lnTo>
                  <a:lnTo>
                    <a:pt x="2" y="19"/>
                  </a:lnTo>
                  <a:lnTo>
                    <a:pt x="7" y="10"/>
                  </a:lnTo>
                  <a:lnTo>
                    <a:pt x="16" y="2"/>
                  </a:lnTo>
                  <a:lnTo>
                    <a:pt x="22" y="0"/>
                  </a:lnTo>
                  <a:lnTo>
                    <a:pt x="27" y="0"/>
                  </a:lnTo>
                  <a:lnTo>
                    <a:pt x="2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9" name="Freeform 89"/>
            <p:cNvSpPr>
              <a:spLocks/>
            </p:cNvSpPr>
            <p:nvPr/>
          </p:nvSpPr>
          <p:spPr bwMode="auto">
            <a:xfrm>
              <a:off x="2782435" y="1055723"/>
              <a:ext cx="60214" cy="58137"/>
            </a:xfrm>
            <a:custGeom>
              <a:avLst/>
              <a:gdLst/>
              <a:ahLst/>
              <a:cxnLst>
                <a:cxn ang="0">
                  <a:pos x="29" y="0"/>
                </a:cxn>
                <a:cxn ang="0">
                  <a:pos x="29" y="0"/>
                </a:cxn>
                <a:cxn ang="0">
                  <a:pos x="35" y="0"/>
                </a:cxn>
                <a:cxn ang="0">
                  <a:pos x="40" y="2"/>
                </a:cxn>
                <a:cxn ang="0">
                  <a:pos x="49" y="10"/>
                </a:cxn>
                <a:cxn ang="0">
                  <a:pos x="55" y="19"/>
                </a:cxn>
                <a:cxn ang="0">
                  <a:pos x="56" y="24"/>
                </a:cxn>
                <a:cxn ang="0">
                  <a:pos x="58" y="30"/>
                </a:cxn>
                <a:cxn ang="0">
                  <a:pos x="58" y="30"/>
                </a:cxn>
                <a:cxn ang="0">
                  <a:pos x="56" y="35"/>
                </a:cxn>
                <a:cxn ang="0">
                  <a:pos x="55" y="40"/>
                </a:cxn>
                <a:cxn ang="0">
                  <a:pos x="49" y="49"/>
                </a:cxn>
                <a:cxn ang="0">
                  <a:pos x="40" y="55"/>
                </a:cxn>
                <a:cxn ang="0">
                  <a:pos x="35" y="57"/>
                </a:cxn>
                <a:cxn ang="0">
                  <a:pos x="29" y="57"/>
                </a:cxn>
                <a:cxn ang="0">
                  <a:pos x="29" y="57"/>
                </a:cxn>
                <a:cxn ang="0">
                  <a:pos x="24" y="57"/>
                </a:cxn>
                <a:cxn ang="0">
                  <a:pos x="18" y="55"/>
                </a:cxn>
                <a:cxn ang="0">
                  <a:pos x="9" y="49"/>
                </a:cxn>
                <a:cxn ang="0">
                  <a:pos x="4" y="40"/>
                </a:cxn>
                <a:cxn ang="0">
                  <a:pos x="2" y="35"/>
                </a:cxn>
                <a:cxn ang="0">
                  <a:pos x="0" y="30"/>
                </a:cxn>
                <a:cxn ang="0">
                  <a:pos x="0" y="30"/>
                </a:cxn>
                <a:cxn ang="0">
                  <a:pos x="2" y="24"/>
                </a:cxn>
                <a:cxn ang="0">
                  <a:pos x="4" y="19"/>
                </a:cxn>
                <a:cxn ang="0">
                  <a:pos x="9" y="10"/>
                </a:cxn>
                <a:cxn ang="0">
                  <a:pos x="18" y="2"/>
                </a:cxn>
                <a:cxn ang="0">
                  <a:pos x="24" y="0"/>
                </a:cxn>
                <a:cxn ang="0">
                  <a:pos x="29" y="0"/>
                </a:cxn>
                <a:cxn ang="0">
                  <a:pos x="29" y="0"/>
                </a:cxn>
              </a:cxnLst>
              <a:rect l="0" t="0" r="r" b="b"/>
              <a:pathLst>
                <a:path w="58" h="57">
                  <a:moveTo>
                    <a:pt x="29" y="0"/>
                  </a:moveTo>
                  <a:lnTo>
                    <a:pt x="29" y="0"/>
                  </a:lnTo>
                  <a:lnTo>
                    <a:pt x="35" y="0"/>
                  </a:lnTo>
                  <a:lnTo>
                    <a:pt x="40" y="2"/>
                  </a:lnTo>
                  <a:lnTo>
                    <a:pt x="49" y="10"/>
                  </a:lnTo>
                  <a:lnTo>
                    <a:pt x="55" y="19"/>
                  </a:lnTo>
                  <a:lnTo>
                    <a:pt x="56" y="24"/>
                  </a:lnTo>
                  <a:lnTo>
                    <a:pt x="58" y="30"/>
                  </a:lnTo>
                  <a:lnTo>
                    <a:pt x="58" y="30"/>
                  </a:lnTo>
                  <a:lnTo>
                    <a:pt x="56" y="35"/>
                  </a:lnTo>
                  <a:lnTo>
                    <a:pt x="55" y="40"/>
                  </a:lnTo>
                  <a:lnTo>
                    <a:pt x="49" y="49"/>
                  </a:lnTo>
                  <a:lnTo>
                    <a:pt x="40" y="55"/>
                  </a:lnTo>
                  <a:lnTo>
                    <a:pt x="35" y="57"/>
                  </a:lnTo>
                  <a:lnTo>
                    <a:pt x="29" y="57"/>
                  </a:lnTo>
                  <a:lnTo>
                    <a:pt x="29" y="57"/>
                  </a:lnTo>
                  <a:lnTo>
                    <a:pt x="24" y="57"/>
                  </a:lnTo>
                  <a:lnTo>
                    <a:pt x="18" y="55"/>
                  </a:lnTo>
                  <a:lnTo>
                    <a:pt x="9" y="49"/>
                  </a:lnTo>
                  <a:lnTo>
                    <a:pt x="4" y="40"/>
                  </a:lnTo>
                  <a:lnTo>
                    <a:pt x="2" y="35"/>
                  </a:lnTo>
                  <a:lnTo>
                    <a:pt x="0" y="30"/>
                  </a:lnTo>
                  <a:lnTo>
                    <a:pt x="0" y="30"/>
                  </a:lnTo>
                  <a:lnTo>
                    <a:pt x="2" y="24"/>
                  </a:lnTo>
                  <a:lnTo>
                    <a:pt x="4" y="19"/>
                  </a:lnTo>
                  <a:lnTo>
                    <a:pt x="9" y="10"/>
                  </a:lnTo>
                  <a:lnTo>
                    <a:pt x="18" y="2"/>
                  </a:lnTo>
                  <a:lnTo>
                    <a:pt x="24" y="0"/>
                  </a:lnTo>
                  <a:lnTo>
                    <a:pt x="29" y="0"/>
                  </a:lnTo>
                  <a:lnTo>
                    <a:pt x="29"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0" name="Freeform 90"/>
            <p:cNvSpPr>
              <a:spLocks/>
            </p:cNvSpPr>
            <p:nvPr/>
          </p:nvSpPr>
          <p:spPr bwMode="auto">
            <a:xfrm>
              <a:off x="2549886" y="800334"/>
              <a:ext cx="355053" cy="247084"/>
            </a:xfrm>
            <a:custGeom>
              <a:avLst/>
              <a:gdLst/>
              <a:ahLst/>
              <a:cxnLst>
                <a:cxn ang="0">
                  <a:pos x="325" y="91"/>
                </a:cxn>
                <a:cxn ang="0">
                  <a:pos x="149" y="91"/>
                </a:cxn>
                <a:cxn ang="0">
                  <a:pos x="140" y="98"/>
                </a:cxn>
                <a:cxn ang="0">
                  <a:pos x="138" y="105"/>
                </a:cxn>
                <a:cxn ang="0">
                  <a:pos x="143" y="116"/>
                </a:cxn>
                <a:cxn ang="0">
                  <a:pos x="307" y="120"/>
                </a:cxn>
                <a:cxn ang="0">
                  <a:pos x="297" y="149"/>
                </a:cxn>
                <a:cxn ang="0">
                  <a:pos x="143" y="149"/>
                </a:cxn>
                <a:cxn ang="0">
                  <a:pos x="134" y="156"/>
                </a:cxn>
                <a:cxn ang="0">
                  <a:pos x="132" y="161"/>
                </a:cxn>
                <a:cxn ang="0">
                  <a:pos x="138" y="172"/>
                </a:cxn>
                <a:cxn ang="0">
                  <a:pos x="290" y="176"/>
                </a:cxn>
                <a:cxn ang="0">
                  <a:pos x="281" y="203"/>
                </a:cxn>
                <a:cxn ang="0">
                  <a:pos x="111" y="120"/>
                </a:cxn>
                <a:cxn ang="0">
                  <a:pos x="107" y="91"/>
                </a:cxn>
                <a:cxn ang="0">
                  <a:pos x="103" y="53"/>
                </a:cxn>
                <a:cxn ang="0">
                  <a:pos x="96" y="45"/>
                </a:cxn>
                <a:cxn ang="0">
                  <a:pos x="53" y="20"/>
                </a:cxn>
                <a:cxn ang="0">
                  <a:pos x="15" y="2"/>
                </a:cxn>
                <a:cxn ang="0">
                  <a:pos x="6" y="2"/>
                </a:cxn>
                <a:cxn ang="0">
                  <a:pos x="0" y="11"/>
                </a:cxn>
                <a:cxn ang="0">
                  <a:pos x="2" y="22"/>
                </a:cxn>
                <a:cxn ang="0">
                  <a:pos x="15" y="34"/>
                </a:cxn>
                <a:cxn ang="0">
                  <a:pos x="62" y="56"/>
                </a:cxn>
                <a:cxn ang="0">
                  <a:pos x="71" y="63"/>
                </a:cxn>
                <a:cxn ang="0">
                  <a:pos x="73" y="71"/>
                </a:cxn>
                <a:cxn ang="0">
                  <a:pos x="93" y="217"/>
                </a:cxn>
                <a:cxn ang="0">
                  <a:pos x="94" y="227"/>
                </a:cxn>
                <a:cxn ang="0">
                  <a:pos x="100" y="234"/>
                </a:cxn>
                <a:cxn ang="0">
                  <a:pos x="111" y="237"/>
                </a:cxn>
                <a:cxn ang="0">
                  <a:pos x="288" y="237"/>
                </a:cxn>
                <a:cxn ang="0">
                  <a:pos x="292" y="236"/>
                </a:cxn>
                <a:cxn ang="0">
                  <a:pos x="303" y="230"/>
                </a:cxn>
                <a:cxn ang="0">
                  <a:pos x="305" y="221"/>
                </a:cxn>
                <a:cxn ang="0">
                  <a:pos x="341" y="118"/>
                </a:cxn>
                <a:cxn ang="0">
                  <a:pos x="343" y="103"/>
                </a:cxn>
                <a:cxn ang="0">
                  <a:pos x="337" y="94"/>
                </a:cxn>
                <a:cxn ang="0">
                  <a:pos x="325" y="91"/>
                </a:cxn>
              </a:cxnLst>
              <a:rect l="0" t="0" r="r" b="b"/>
              <a:pathLst>
                <a:path w="343" h="237">
                  <a:moveTo>
                    <a:pt x="325" y="91"/>
                  </a:moveTo>
                  <a:lnTo>
                    <a:pt x="325" y="91"/>
                  </a:lnTo>
                  <a:lnTo>
                    <a:pt x="149" y="91"/>
                  </a:lnTo>
                  <a:lnTo>
                    <a:pt x="149" y="91"/>
                  </a:lnTo>
                  <a:lnTo>
                    <a:pt x="143" y="92"/>
                  </a:lnTo>
                  <a:lnTo>
                    <a:pt x="140" y="98"/>
                  </a:lnTo>
                  <a:lnTo>
                    <a:pt x="138" y="105"/>
                  </a:lnTo>
                  <a:lnTo>
                    <a:pt x="138" y="105"/>
                  </a:lnTo>
                  <a:lnTo>
                    <a:pt x="140" y="111"/>
                  </a:lnTo>
                  <a:lnTo>
                    <a:pt x="143" y="116"/>
                  </a:lnTo>
                  <a:lnTo>
                    <a:pt x="149" y="120"/>
                  </a:lnTo>
                  <a:lnTo>
                    <a:pt x="307" y="120"/>
                  </a:lnTo>
                  <a:lnTo>
                    <a:pt x="297" y="149"/>
                  </a:lnTo>
                  <a:lnTo>
                    <a:pt x="297" y="149"/>
                  </a:lnTo>
                  <a:lnTo>
                    <a:pt x="143" y="149"/>
                  </a:lnTo>
                  <a:lnTo>
                    <a:pt x="143" y="149"/>
                  </a:lnTo>
                  <a:lnTo>
                    <a:pt x="138" y="152"/>
                  </a:lnTo>
                  <a:lnTo>
                    <a:pt x="134" y="156"/>
                  </a:lnTo>
                  <a:lnTo>
                    <a:pt x="132" y="161"/>
                  </a:lnTo>
                  <a:lnTo>
                    <a:pt x="132" y="161"/>
                  </a:lnTo>
                  <a:lnTo>
                    <a:pt x="134" y="169"/>
                  </a:lnTo>
                  <a:lnTo>
                    <a:pt x="138" y="172"/>
                  </a:lnTo>
                  <a:lnTo>
                    <a:pt x="143" y="176"/>
                  </a:lnTo>
                  <a:lnTo>
                    <a:pt x="290" y="176"/>
                  </a:lnTo>
                  <a:lnTo>
                    <a:pt x="290" y="176"/>
                  </a:lnTo>
                  <a:lnTo>
                    <a:pt x="281" y="203"/>
                  </a:lnTo>
                  <a:lnTo>
                    <a:pt x="122" y="203"/>
                  </a:lnTo>
                  <a:lnTo>
                    <a:pt x="111" y="120"/>
                  </a:lnTo>
                  <a:lnTo>
                    <a:pt x="107" y="91"/>
                  </a:lnTo>
                  <a:lnTo>
                    <a:pt x="107" y="91"/>
                  </a:lnTo>
                  <a:lnTo>
                    <a:pt x="103" y="53"/>
                  </a:lnTo>
                  <a:lnTo>
                    <a:pt x="103" y="53"/>
                  </a:lnTo>
                  <a:lnTo>
                    <a:pt x="102" y="49"/>
                  </a:lnTo>
                  <a:lnTo>
                    <a:pt x="96" y="45"/>
                  </a:lnTo>
                  <a:lnTo>
                    <a:pt x="80" y="33"/>
                  </a:lnTo>
                  <a:lnTo>
                    <a:pt x="53" y="20"/>
                  </a:lnTo>
                  <a:lnTo>
                    <a:pt x="15" y="2"/>
                  </a:lnTo>
                  <a:lnTo>
                    <a:pt x="15" y="2"/>
                  </a:lnTo>
                  <a:lnTo>
                    <a:pt x="9" y="0"/>
                  </a:lnTo>
                  <a:lnTo>
                    <a:pt x="6" y="2"/>
                  </a:lnTo>
                  <a:lnTo>
                    <a:pt x="2" y="5"/>
                  </a:lnTo>
                  <a:lnTo>
                    <a:pt x="0" y="11"/>
                  </a:lnTo>
                  <a:lnTo>
                    <a:pt x="0" y="16"/>
                  </a:lnTo>
                  <a:lnTo>
                    <a:pt x="2" y="22"/>
                  </a:lnTo>
                  <a:lnTo>
                    <a:pt x="7" y="29"/>
                  </a:lnTo>
                  <a:lnTo>
                    <a:pt x="15" y="34"/>
                  </a:lnTo>
                  <a:lnTo>
                    <a:pt x="62" y="56"/>
                  </a:lnTo>
                  <a:lnTo>
                    <a:pt x="62" y="56"/>
                  </a:lnTo>
                  <a:lnTo>
                    <a:pt x="67" y="60"/>
                  </a:lnTo>
                  <a:lnTo>
                    <a:pt x="71" y="63"/>
                  </a:lnTo>
                  <a:lnTo>
                    <a:pt x="73" y="71"/>
                  </a:lnTo>
                  <a:lnTo>
                    <a:pt x="73" y="71"/>
                  </a:lnTo>
                  <a:lnTo>
                    <a:pt x="93" y="217"/>
                  </a:lnTo>
                  <a:lnTo>
                    <a:pt x="93" y="217"/>
                  </a:lnTo>
                  <a:lnTo>
                    <a:pt x="93" y="221"/>
                  </a:lnTo>
                  <a:lnTo>
                    <a:pt x="94" y="227"/>
                  </a:lnTo>
                  <a:lnTo>
                    <a:pt x="98" y="230"/>
                  </a:lnTo>
                  <a:lnTo>
                    <a:pt x="100" y="234"/>
                  </a:lnTo>
                  <a:lnTo>
                    <a:pt x="105" y="236"/>
                  </a:lnTo>
                  <a:lnTo>
                    <a:pt x="111" y="237"/>
                  </a:lnTo>
                  <a:lnTo>
                    <a:pt x="111" y="237"/>
                  </a:lnTo>
                  <a:lnTo>
                    <a:pt x="288" y="237"/>
                  </a:lnTo>
                  <a:lnTo>
                    <a:pt x="288" y="237"/>
                  </a:lnTo>
                  <a:lnTo>
                    <a:pt x="292" y="236"/>
                  </a:lnTo>
                  <a:lnTo>
                    <a:pt x="297" y="234"/>
                  </a:lnTo>
                  <a:lnTo>
                    <a:pt x="303" y="230"/>
                  </a:lnTo>
                  <a:lnTo>
                    <a:pt x="305" y="225"/>
                  </a:lnTo>
                  <a:lnTo>
                    <a:pt x="305" y="221"/>
                  </a:lnTo>
                  <a:lnTo>
                    <a:pt x="341" y="118"/>
                  </a:lnTo>
                  <a:lnTo>
                    <a:pt x="341" y="118"/>
                  </a:lnTo>
                  <a:lnTo>
                    <a:pt x="341" y="114"/>
                  </a:lnTo>
                  <a:lnTo>
                    <a:pt x="343" y="103"/>
                  </a:lnTo>
                  <a:lnTo>
                    <a:pt x="341" y="100"/>
                  </a:lnTo>
                  <a:lnTo>
                    <a:pt x="337" y="94"/>
                  </a:lnTo>
                  <a:lnTo>
                    <a:pt x="334" y="92"/>
                  </a:lnTo>
                  <a:lnTo>
                    <a:pt x="325" y="91"/>
                  </a:lnTo>
                  <a:lnTo>
                    <a:pt x="325" y="9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31" name="组合 330"/>
          <p:cNvGrpSpPr/>
          <p:nvPr/>
        </p:nvGrpSpPr>
        <p:grpSpPr>
          <a:xfrm>
            <a:off x="11587350" y="4668794"/>
            <a:ext cx="398815" cy="392679"/>
            <a:chOff x="9374188" y="916658"/>
            <a:chExt cx="309563" cy="304800"/>
          </a:xfrm>
          <a:solidFill>
            <a:srgbClr val="707E84"/>
          </a:solidFill>
        </p:grpSpPr>
        <p:sp>
          <p:nvSpPr>
            <p:cNvPr id="332" name="Freeform 263"/>
            <p:cNvSpPr>
              <a:spLocks/>
            </p:cNvSpPr>
            <p:nvPr/>
          </p:nvSpPr>
          <p:spPr bwMode="auto">
            <a:xfrm>
              <a:off x="9429751" y="916658"/>
              <a:ext cx="117475" cy="222250"/>
            </a:xfrm>
            <a:custGeom>
              <a:avLst/>
              <a:gdLst>
                <a:gd name="T0" fmla="*/ 2 w 75"/>
                <a:gd name="T1" fmla="*/ 142 h 142"/>
                <a:gd name="T2" fmla="*/ 71 w 75"/>
                <a:gd name="T3" fmla="*/ 142 h 142"/>
                <a:gd name="T4" fmla="*/ 73 w 75"/>
                <a:gd name="T5" fmla="*/ 141 h 142"/>
                <a:gd name="T6" fmla="*/ 73 w 75"/>
                <a:gd name="T7" fmla="*/ 139 h 142"/>
                <a:gd name="T8" fmla="*/ 75 w 75"/>
                <a:gd name="T9" fmla="*/ 2 h 142"/>
                <a:gd name="T10" fmla="*/ 74 w 75"/>
                <a:gd name="T11" fmla="*/ 0 h 142"/>
                <a:gd name="T12" fmla="*/ 72 w 75"/>
                <a:gd name="T13" fmla="*/ 0 h 142"/>
                <a:gd name="T14" fmla="*/ 0 w 75"/>
                <a:gd name="T15" fmla="*/ 140 h 142"/>
                <a:gd name="T16" fmla="*/ 0 w 75"/>
                <a:gd name="T17" fmla="*/ 141 h 142"/>
                <a:gd name="T18" fmla="*/ 2 w 75"/>
                <a:gd name="T19" fmla="*/ 14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5" h="142">
                  <a:moveTo>
                    <a:pt x="2" y="142"/>
                  </a:moveTo>
                  <a:cubicBezTo>
                    <a:pt x="71" y="142"/>
                    <a:pt x="71" y="142"/>
                    <a:pt x="71" y="142"/>
                  </a:cubicBezTo>
                  <a:cubicBezTo>
                    <a:pt x="72" y="142"/>
                    <a:pt x="73" y="142"/>
                    <a:pt x="73" y="141"/>
                  </a:cubicBezTo>
                  <a:cubicBezTo>
                    <a:pt x="73" y="141"/>
                    <a:pt x="73" y="140"/>
                    <a:pt x="73" y="139"/>
                  </a:cubicBezTo>
                  <a:cubicBezTo>
                    <a:pt x="71" y="132"/>
                    <a:pt x="73" y="53"/>
                    <a:pt x="75" y="2"/>
                  </a:cubicBezTo>
                  <a:cubicBezTo>
                    <a:pt x="75" y="1"/>
                    <a:pt x="75" y="1"/>
                    <a:pt x="74" y="0"/>
                  </a:cubicBezTo>
                  <a:cubicBezTo>
                    <a:pt x="73" y="0"/>
                    <a:pt x="73" y="0"/>
                    <a:pt x="72" y="0"/>
                  </a:cubicBezTo>
                  <a:cubicBezTo>
                    <a:pt x="13" y="42"/>
                    <a:pt x="0" y="139"/>
                    <a:pt x="0" y="140"/>
                  </a:cubicBezTo>
                  <a:cubicBezTo>
                    <a:pt x="0" y="140"/>
                    <a:pt x="0" y="141"/>
                    <a:pt x="0" y="141"/>
                  </a:cubicBezTo>
                  <a:cubicBezTo>
                    <a:pt x="1" y="142"/>
                    <a:pt x="1" y="142"/>
                    <a:pt x="2" y="1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264"/>
            <p:cNvSpPr>
              <a:spLocks/>
            </p:cNvSpPr>
            <p:nvPr/>
          </p:nvSpPr>
          <p:spPr bwMode="auto">
            <a:xfrm>
              <a:off x="9553576" y="976983"/>
              <a:ext cx="68263" cy="161925"/>
            </a:xfrm>
            <a:custGeom>
              <a:avLst/>
              <a:gdLst>
                <a:gd name="T0" fmla="*/ 0 w 44"/>
                <a:gd name="T1" fmla="*/ 102 h 104"/>
                <a:gd name="T2" fmla="*/ 0 w 44"/>
                <a:gd name="T3" fmla="*/ 103 h 104"/>
                <a:gd name="T4" fmla="*/ 2 w 44"/>
                <a:gd name="T5" fmla="*/ 104 h 104"/>
                <a:gd name="T6" fmla="*/ 42 w 44"/>
                <a:gd name="T7" fmla="*/ 104 h 104"/>
                <a:gd name="T8" fmla="*/ 44 w 44"/>
                <a:gd name="T9" fmla="*/ 103 h 104"/>
                <a:gd name="T10" fmla="*/ 44 w 44"/>
                <a:gd name="T11" fmla="*/ 102 h 104"/>
                <a:gd name="T12" fmla="*/ 4 w 44"/>
                <a:gd name="T13" fmla="*/ 1 h 104"/>
                <a:gd name="T14" fmla="*/ 1 w 44"/>
                <a:gd name="T15" fmla="*/ 0 h 104"/>
                <a:gd name="T16" fmla="*/ 0 w 44"/>
                <a:gd name="T17" fmla="*/ 2 h 104"/>
                <a:gd name="T18" fmla="*/ 0 w 44"/>
                <a:gd name="T19" fmla="*/ 10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104">
                  <a:moveTo>
                    <a:pt x="0" y="102"/>
                  </a:moveTo>
                  <a:cubicBezTo>
                    <a:pt x="0" y="102"/>
                    <a:pt x="0" y="103"/>
                    <a:pt x="0" y="103"/>
                  </a:cubicBezTo>
                  <a:cubicBezTo>
                    <a:pt x="1" y="104"/>
                    <a:pt x="1" y="104"/>
                    <a:pt x="2" y="104"/>
                  </a:cubicBezTo>
                  <a:cubicBezTo>
                    <a:pt x="42" y="104"/>
                    <a:pt x="42" y="104"/>
                    <a:pt x="42" y="104"/>
                  </a:cubicBezTo>
                  <a:cubicBezTo>
                    <a:pt x="43" y="104"/>
                    <a:pt x="43" y="104"/>
                    <a:pt x="44" y="103"/>
                  </a:cubicBezTo>
                  <a:cubicBezTo>
                    <a:pt x="44" y="103"/>
                    <a:pt x="44" y="102"/>
                    <a:pt x="44" y="102"/>
                  </a:cubicBezTo>
                  <a:cubicBezTo>
                    <a:pt x="44" y="101"/>
                    <a:pt x="30" y="56"/>
                    <a:pt x="4" y="1"/>
                  </a:cubicBezTo>
                  <a:cubicBezTo>
                    <a:pt x="3" y="0"/>
                    <a:pt x="2" y="0"/>
                    <a:pt x="1" y="0"/>
                  </a:cubicBezTo>
                  <a:cubicBezTo>
                    <a:pt x="0" y="0"/>
                    <a:pt x="0" y="1"/>
                    <a:pt x="0" y="2"/>
                  </a:cubicBezTo>
                  <a:cubicBezTo>
                    <a:pt x="0" y="3"/>
                    <a:pt x="7" y="76"/>
                    <a:pt x="0"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265"/>
            <p:cNvSpPr>
              <a:spLocks/>
            </p:cNvSpPr>
            <p:nvPr/>
          </p:nvSpPr>
          <p:spPr bwMode="auto">
            <a:xfrm>
              <a:off x="9407526" y="1150021"/>
              <a:ext cx="138113" cy="22225"/>
            </a:xfrm>
            <a:custGeom>
              <a:avLst/>
              <a:gdLst>
                <a:gd name="T0" fmla="*/ 16 w 88"/>
                <a:gd name="T1" fmla="*/ 14 h 14"/>
                <a:gd name="T2" fmla="*/ 18 w 88"/>
                <a:gd name="T3" fmla="*/ 14 h 14"/>
                <a:gd name="T4" fmla="*/ 86 w 88"/>
                <a:gd name="T5" fmla="*/ 3 h 14"/>
                <a:gd name="T6" fmla="*/ 88 w 88"/>
                <a:gd name="T7" fmla="*/ 1 h 14"/>
                <a:gd name="T8" fmla="*/ 86 w 88"/>
                <a:gd name="T9" fmla="*/ 0 h 14"/>
                <a:gd name="T10" fmla="*/ 2 w 88"/>
                <a:gd name="T11" fmla="*/ 0 h 14"/>
                <a:gd name="T12" fmla="*/ 1 w 88"/>
                <a:gd name="T13" fmla="*/ 0 h 14"/>
                <a:gd name="T14" fmla="*/ 1 w 88"/>
                <a:gd name="T15" fmla="*/ 2 h 14"/>
                <a:gd name="T16" fmla="*/ 16 w 88"/>
                <a:gd name="T17"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14">
                  <a:moveTo>
                    <a:pt x="16" y="14"/>
                  </a:moveTo>
                  <a:cubicBezTo>
                    <a:pt x="17" y="14"/>
                    <a:pt x="17" y="14"/>
                    <a:pt x="18" y="14"/>
                  </a:cubicBezTo>
                  <a:cubicBezTo>
                    <a:pt x="39" y="14"/>
                    <a:pt x="84" y="4"/>
                    <a:pt x="86" y="3"/>
                  </a:cubicBezTo>
                  <a:cubicBezTo>
                    <a:pt x="87" y="3"/>
                    <a:pt x="88" y="2"/>
                    <a:pt x="88" y="1"/>
                  </a:cubicBezTo>
                  <a:cubicBezTo>
                    <a:pt x="88" y="0"/>
                    <a:pt x="87" y="0"/>
                    <a:pt x="86" y="0"/>
                  </a:cubicBezTo>
                  <a:cubicBezTo>
                    <a:pt x="2" y="0"/>
                    <a:pt x="2" y="0"/>
                    <a:pt x="2" y="0"/>
                  </a:cubicBezTo>
                  <a:cubicBezTo>
                    <a:pt x="2" y="0"/>
                    <a:pt x="1" y="0"/>
                    <a:pt x="1" y="0"/>
                  </a:cubicBezTo>
                  <a:cubicBezTo>
                    <a:pt x="0" y="1"/>
                    <a:pt x="0" y="2"/>
                    <a:pt x="1" y="2"/>
                  </a:cubicBezTo>
                  <a:cubicBezTo>
                    <a:pt x="5" y="13"/>
                    <a:pt x="13" y="14"/>
                    <a:pt x="16"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 name="Freeform 266"/>
            <p:cNvSpPr>
              <a:spLocks/>
            </p:cNvSpPr>
            <p:nvPr/>
          </p:nvSpPr>
          <p:spPr bwMode="auto">
            <a:xfrm>
              <a:off x="9374188" y="1162721"/>
              <a:ext cx="309563" cy="38100"/>
            </a:xfrm>
            <a:custGeom>
              <a:avLst/>
              <a:gdLst>
                <a:gd name="T0" fmla="*/ 198 w 198"/>
                <a:gd name="T1" fmla="*/ 16 h 24"/>
                <a:gd name="T2" fmla="*/ 136 w 198"/>
                <a:gd name="T3" fmla="*/ 0 h 24"/>
                <a:gd name="T4" fmla="*/ 109 w 198"/>
                <a:gd name="T5" fmla="*/ 2 h 24"/>
                <a:gd name="T6" fmla="*/ 3 w 198"/>
                <a:gd name="T7" fmla="*/ 13 h 24"/>
                <a:gd name="T8" fmla="*/ 2 w 198"/>
                <a:gd name="T9" fmla="*/ 13 h 24"/>
                <a:gd name="T10" fmla="*/ 2 w 198"/>
                <a:gd name="T11" fmla="*/ 13 h 24"/>
                <a:gd name="T12" fmla="*/ 0 w 198"/>
                <a:gd name="T13" fmla="*/ 14 h 24"/>
                <a:gd name="T14" fmla="*/ 1 w 198"/>
                <a:gd name="T15" fmla="*/ 17 h 24"/>
                <a:gd name="T16" fmla="*/ 41 w 198"/>
                <a:gd name="T17" fmla="*/ 24 h 24"/>
                <a:gd name="T18" fmla="*/ 111 w 198"/>
                <a:gd name="T19" fmla="*/ 17 h 24"/>
                <a:gd name="T20" fmla="*/ 142 w 198"/>
                <a:gd name="T21" fmla="*/ 15 h 24"/>
                <a:gd name="T22" fmla="*/ 196 w 198"/>
                <a:gd name="T23" fmla="*/ 20 h 24"/>
                <a:gd name="T24" fmla="*/ 198 w 198"/>
                <a:gd name="T25" fmla="*/ 19 h 24"/>
                <a:gd name="T26" fmla="*/ 198 w 198"/>
                <a:gd name="T27" fmla="*/ 1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8" h="24">
                  <a:moveTo>
                    <a:pt x="198" y="16"/>
                  </a:moveTo>
                  <a:cubicBezTo>
                    <a:pt x="188" y="3"/>
                    <a:pt x="159" y="0"/>
                    <a:pt x="136" y="0"/>
                  </a:cubicBezTo>
                  <a:cubicBezTo>
                    <a:pt x="121" y="0"/>
                    <a:pt x="110" y="2"/>
                    <a:pt x="109" y="2"/>
                  </a:cubicBezTo>
                  <a:cubicBezTo>
                    <a:pt x="71" y="13"/>
                    <a:pt x="14" y="13"/>
                    <a:pt x="3" y="13"/>
                  </a:cubicBezTo>
                  <a:cubicBezTo>
                    <a:pt x="2" y="13"/>
                    <a:pt x="2" y="13"/>
                    <a:pt x="2" y="13"/>
                  </a:cubicBezTo>
                  <a:cubicBezTo>
                    <a:pt x="2" y="13"/>
                    <a:pt x="2" y="13"/>
                    <a:pt x="2" y="13"/>
                  </a:cubicBezTo>
                  <a:cubicBezTo>
                    <a:pt x="1" y="13"/>
                    <a:pt x="1" y="14"/>
                    <a:pt x="0" y="14"/>
                  </a:cubicBezTo>
                  <a:cubicBezTo>
                    <a:pt x="0" y="15"/>
                    <a:pt x="0" y="16"/>
                    <a:pt x="1" y="17"/>
                  </a:cubicBezTo>
                  <a:cubicBezTo>
                    <a:pt x="7" y="22"/>
                    <a:pt x="21" y="24"/>
                    <a:pt x="41" y="24"/>
                  </a:cubicBezTo>
                  <a:cubicBezTo>
                    <a:pt x="61" y="24"/>
                    <a:pt x="87" y="22"/>
                    <a:pt x="111" y="17"/>
                  </a:cubicBezTo>
                  <a:cubicBezTo>
                    <a:pt x="120" y="16"/>
                    <a:pt x="130" y="15"/>
                    <a:pt x="142" y="15"/>
                  </a:cubicBezTo>
                  <a:cubicBezTo>
                    <a:pt x="170" y="15"/>
                    <a:pt x="196" y="20"/>
                    <a:pt x="196" y="20"/>
                  </a:cubicBezTo>
                  <a:cubicBezTo>
                    <a:pt x="197" y="20"/>
                    <a:pt x="198" y="19"/>
                    <a:pt x="198" y="19"/>
                  </a:cubicBezTo>
                  <a:cubicBezTo>
                    <a:pt x="198" y="18"/>
                    <a:pt x="198" y="17"/>
                    <a:pt x="19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 name="Freeform 267"/>
            <p:cNvSpPr>
              <a:spLocks/>
            </p:cNvSpPr>
            <p:nvPr/>
          </p:nvSpPr>
          <p:spPr bwMode="auto">
            <a:xfrm>
              <a:off x="9447213" y="1199233"/>
              <a:ext cx="144463" cy="22225"/>
            </a:xfrm>
            <a:custGeom>
              <a:avLst/>
              <a:gdLst>
                <a:gd name="T0" fmla="*/ 91 w 92"/>
                <a:gd name="T1" fmla="*/ 2 h 14"/>
                <a:gd name="T2" fmla="*/ 72 w 92"/>
                <a:gd name="T3" fmla="*/ 0 h 14"/>
                <a:gd name="T4" fmla="*/ 42 w 92"/>
                <a:gd name="T5" fmla="*/ 3 h 14"/>
                <a:gd name="T6" fmla="*/ 12 w 92"/>
                <a:gd name="T7" fmla="*/ 6 h 14"/>
                <a:gd name="T8" fmla="*/ 2 w 92"/>
                <a:gd name="T9" fmla="*/ 6 h 14"/>
                <a:gd name="T10" fmla="*/ 0 w 92"/>
                <a:gd name="T11" fmla="*/ 7 h 14"/>
                <a:gd name="T12" fmla="*/ 1 w 92"/>
                <a:gd name="T13" fmla="*/ 9 h 14"/>
                <a:gd name="T14" fmla="*/ 20 w 92"/>
                <a:gd name="T15" fmla="*/ 13 h 14"/>
                <a:gd name="T16" fmla="*/ 28 w 92"/>
                <a:gd name="T17" fmla="*/ 14 h 14"/>
                <a:gd name="T18" fmla="*/ 57 w 92"/>
                <a:gd name="T19" fmla="*/ 9 h 14"/>
                <a:gd name="T20" fmla="*/ 84 w 92"/>
                <a:gd name="T21" fmla="*/ 5 h 14"/>
                <a:gd name="T22" fmla="*/ 90 w 92"/>
                <a:gd name="T23" fmla="*/ 6 h 14"/>
                <a:gd name="T24" fmla="*/ 92 w 92"/>
                <a:gd name="T25" fmla="*/ 4 h 14"/>
                <a:gd name="T26" fmla="*/ 91 w 92"/>
                <a:gd name="T27"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2" h="14">
                  <a:moveTo>
                    <a:pt x="91" y="2"/>
                  </a:moveTo>
                  <a:cubicBezTo>
                    <a:pt x="85" y="0"/>
                    <a:pt x="79" y="0"/>
                    <a:pt x="72" y="0"/>
                  </a:cubicBezTo>
                  <a:cubicBezTo>
                    <a:pt x="62" y="0"/>
                    <a:pt x="52" y="1"/>
                    <a:pt x="42" y="3"/>
                  </a:cubicBezTo>
                  <a:cubicBezTo>
                    <a:pt x="32" y="5"/>
                    <a:pt x="22" y="6"/>
                    <a:pt x="12" y="6"/>
                  </a:cubicBezTo>
                  <a:cubicBezTo>
                    <a:pt x="9" y="6"/>
                    <a:pt x="5" y="6"/>
                    <a:pt x="2" y="6"/>
                  </a:cubicBezTo>
                  <a:cubicBezTo>
                    <a:pt x="1" y="6"/>
                    <a:pt x="0" y="6"/>
                    <a:pt x="0" y="7"/>
                  </a:cubicBezTo>
                  <a:cubicBezTo>
                    <a:pt x="0" y="8"/>
                    <a:pt x="0" y="9"/>
                    <a:pt x="1" y="9"/>
                  </a:cubicBezTo>
                  <a:cubicBezTo>
                    <a:pt x="3" y="10"/>
                    <a:pt x="12" y="12"/>
                    <a:pt x="20" y="13"/>
                  </a:cubicBezTo>
                  <a:cubicBezTo>
                    <a:pt x="23" y="13"/>
                    <a:pt x="26" y="14"/>
                    <a:pt x="28" y="14"/>
                  </a:cubicBezTo>
                  <a:cubicBezTo>
                    <a:pt x="38" y="14"/>
                    <a:pt x="48" y="11"/>
                    <a:pt x="57" y="9"/>
                  </a:cubicBezTo>
                  <a:cubicBezTo>
                    <a:pt x="66" y="7"/>
                    <a:pt x="75" y="5"/>
                    <a:pt x="84" y="5"/>
                  </a:cubicBezTo>
                  <a:cubicBezTo>
                    <a:pt x="86" y="5"/>
                    <a:pt x="88" y="5"/>
                    <a:pt x="90" y="6"/>
                  </a:cubicBezTo>
                  <a:cubicBezTo>
                    <a:pt x="91" y="6"/>
                    <a:pt x="92" y="5"/>
                    <a:pt x="92" y="4"/>
                  </a:cubicBezTo>
                  <a:cubicBezTo>
                    <a:pt x="92" y="3"/>
                    <a:pt x="92" y="2"/>
                    <a:pt x="9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337" name="Freeform 295"/>
          <p:cNvSpPr>
            <a:spLocks/>
          </p:cNvSpPr>
          <p:nvPr/>
        </p:nvSpPr>
        <p:spPr bwMode="auto">
          <a:xfrm>
            <a:off x="11617828" y="5246265"/>
            <a:ext cx="311150" cy="319088"/>
          </a:xfrm>
          <a:custGeom>
            <a:avLst/>
            <a:gdLst>
              <a:gd name="T0" fmla="*/ 194 w 198"/>
              <a:gd name="T1" fmla="*/ 8 h 203"/>
              <a:gd name="T2" fmla="*/ 154 w 198"/>
              <a:gd name="T3" fmla="*/ 20 h 203"/>
              <a:gd name="T4" fmla="*/ 144 w 198"/>
              <a:gd name="T5" fmla="*/ 28 h 203"/>
              <a:gd name="T6" fmla="*/ 27 w 198"/>
              <a:gd name="T7" fmla="*/ 19 h 203"/>
              <a:gd name="T8" fmla="*/ 7 w 198"/>
              <a:gd name="T9" fmla="*/ 23 h 203"/>
              <a:gd name="T10" fmla="*/ 0 w 198"/>
              <a:gd name="T11" fmla="*/ 31 h 203"/>
              <a:gd name="T12" fmla="*/ 106 w 198"/>
              <a:gd name="T13" fmla="*/ 69 h 203"/>
              <a:gd name="T14" fmla="*/ 63 w 198"/>
              <a:gd name="T15" fmla="*/ 120 h 203"/>
              <a:gd name="T16" fmla="*/ 24 w 198"/>
              <a:gd name="T17" fmla="*/ 118 h 203"/>
              <a:gd name="T18" fmla="*/ 9 w 198"/>
              <a:gd name="T19" fmla="*/ 132 h 203"/>
              <a:gd name="T20" fmla="*/ 57 w 198"/>
              <a:gd name="T21" fmla="*/ 142 h 203"/>
              <a:gd name="T22" fmla="*/ 70 w 198"/>
              <a:gd name="T23" fmla="*/ 193 h 203"/>
              <a:gd name="T24" fmla="*/ 84 w 198"/>
              <a:gd name="T25" fmla="*/ 178 h 203"/>
              <a:gd name="T26" fmla="*/ 82 w 198"/>
              <a:gd name="T27" fmla="*/ 139 h 203"/>
              <a:gd name="T28" fmla="*/ 133 w 198"/>
              <a:gd name="T29" fmla="*/ 96 h 203"/>
              <a:gd name="T30" fmla="*/ 172 w 198"/>
              <a:gd name="T31" fmla="*/ 203 h 203"/>
              <a:gd name="T32" fmla="*/ 179 w 198"/>
              <a:gd name="T33" fmla="*/ 195 h 203"/>
              <a:gd name="T34" fmla="*/ 183 w 198"/>
              <a:gd name="T35" fmla="*/ 175 h 203"/>
              <a:gd name="T36" fmla="*/ 174 w 198"/>
              <a:gd name="T37" fmla="*/ 58 h 203"/>
              <a:gd name="T38" fmla="*/ 183 w 198"/>
              <a:gd name="T39" fmla="*/ 49 h 203"/>
              <a:gd name="T40" fmla="*/ 188 w 198"/>
              <a:gd name="T41" fmla="*/ 42 h 203"/>
              <a:gd name="T42" fmla="*/ 194 w 198"/>
              <a:gd name="T43" fmla="*/ 33 h 203"/>
              <a:gd name="T44" fmla="*/ 198 w 198"/>
              <a:gd name="T45" fmla="*/ 20 h 203"/>
              <a:gd name="T46" fmla="*/ 194 w 198"/>
              <a:gd name="T47" fmla="*/ 8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8" h="203">
                <a:moveTo>
                  <a:pt x="194" y="8"/>
                </a:moveTo>
                <a:cubicBezTo>
                  <a:pt x="186" y="0"/>
                  <a:pt x="173" y="4"/>
                  <a:pt x="154" y="20"/>
                </a:cubicBezTo>
                <a:cubicBezTo>
                  <a:pt x="144" y="28"/>
                  <a:pt x="144" y="28"/>
                  <a:pt x="144" y="28"/>
                </a:cubicBezTo>
                <a:cubicBezTo>
                  <a:pt x="27" y="19"/>
                  <a:pt x="27" y="19"/>
                  <a:pt x="27" y="19"/>
                </a:cubicBezTo>
                <a:cubicBezTo>
                  <a:pt x="18" y="18"/>
                  <a:pt x="11" y="19"/>
                  <a:pt x="7" y="23"/>
                </a:cubicBezTo>
                <a:cubicBezTo>
                  <a:pt x="0" y="31"/>
                  <a:pt x="0" y="31"/>
                  <a:pt x="0" y="31"/>
                </a:cubicBezTo>
                <a:cubicBezTo>
                  <a:pt x="106" y="69"/>
                  <a:pt x="106" y="69"/>
                  <a:pt x="106" y="69"/>
                </a:cubicBezTo>
                <a:cubicBezTo>
                  <a:pt x="63" y="120"/>
                  <a:pt x="63" y="120"/>
                  <a:pt x="63" y="120"/>
                </a:cubicBezTo>
                <a:cubicBezTo>
                  <a:pt x="24" y="118"/>
                  <a:pt x="24" y="118"/>
                  <a:pt x="24" y="118"/>
                </a:cubicBezTo>
                <a:cubicBezTo>
                  <a:pt x="9" y="132"/>
                  <a:pt x="9" y="132"/>
                  <a:pt x="9" y="132"/>
                </a:cubicBezTo>
                <a:cubicBezTo>
                  <a:pt x="57" y="142"/>
                  <a:pt x="57" y="142"/>
                  <a:pt x="57" y="142"/>
                </a:cubicBezTo>
                <a:cubicBezTo>
                  <a:pt x="70" y="193"/>
                  <a:pt x="70" y="193"/>
                  <a:pt x="70" y="193"/>
                </a:cubicBezTo>
                <a:cubicBezTo>
                  <a:pt x="84" y="178"/>
                  <a:pt x="84" y="178"/>
                  <a:pt x="84" y="178"/>
                </a:cubicBezTo>
                <a:cubicBezTo>
                  <a:pt x="82" y="139"/>
                  <a:pt x="82" y="139"/>
                  <a:pt x="82" y="139"/>
                </a:cubicBezTo>
                <a:cubicBezTo>
                  <a:pt x="133" y="96"/>
                  <a:pt x="133" y="96"/>
                  <a:pt x="133" y="96"/>
                </a:cubicBezTo>
                <a:cubicBezTo>
                  <a:pt x="172" y="203"/>
                  <a:pt x="172" y="203"/>
                  <a:pt x="172" y="203"/>
                </a:cubicBezTo>
                <a:cubicBezTo>
                  <a:pt x="179" y="195"/>
                  <a:pt x="179" y="195"/>
                  <a:pt x="179" y="195"/>
                </a:cubicBezTo>
                <a:cubicBezTo>
                  <a:pt x="183" y="191"/>
                  <a:pt x="185" y="185"/>
                  <a:pt x="183" y="175"/>
                </a:cubicBezTo>
                <a:cubicBezTo>
                  <a:pt x="174" y="58"/>
                  <a:pt x="174" y="58"/>
                  <a:pt x="174" y="58"/>
                </a:cubicBezTo>
                <a:cubicBezTo>
                  <a:pt x="183" y="49"/>
                  <a:pt x="183" y="49"/>
                  <a:pt x="183" y="49"/>
                </a:cubicBezTo>
                <a:cubicBezTo>
                  <a:pt x="185" y="46"/>
                  <a:pt x="186" y="44"/>
                  <a:pt x="188" y="42"/>
                </a:cubicBezTo>
                <a:cubicBezTo>
                  <a:pt x="190" y="40"/>
                  <a:pt x="192" y="37"/>
                  <a:pt x="194" y="33"/>
                </a:cubicBezTo>
                <a:cubicBezTo>
                  <a:pt x="196" y="30"/>
                  <a:pt x="197" y="25"/>
                  <a:pt x="198" y="20"/>
                </a:cubicBezTo>
                <a:cubicBezTo>
                  <a:pt x="198" y="15"/>
                  <a:pt x="197" y="11"/>
                  <a:pt x="194" y="8"/>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338" name="组合 337"/>
          <p:cNvGrpSpPr/>
          <p:nvPr/>
        </p:nvGrpSpPr>
        <p:grpSpPr>
          <a:xfrm>
            <a:off x="11607231" y="6386071"/>
            <a:ext cx="524672" cy="201389"/>
            <a:chOff x="6238876" y="1102396"/>
            <a:chExt cx="314325" cy="120650"/>
          </a:xfrm>
          <a:solidFill>
            <a:srgbClr val="707E84"/>
          </a:solidFill>
        </p:grpSpPr>
        <p:sp>
          <p:nvSpPr>
            <p:cNvPr id="339" name="Freeform 379"/>
            <p:cNvSpPr>
              <a:spLocks noEditPoints="1"/>
            </p:cNvSpPr>
            <p:nvPr/>
          </p:nvSpPr>
          <p:spPr bwMode="auto">
            <a:xfrm>
              <a:off x="6238876" y="1102396"/>
              <a:ext cx="314325" cy="111125"/>
            </a:xfrm>
            <a:custGeom>
              <a:avLst/>
              <a:gdLst>
                <a:gd name="T0" fmla="*/ 199 w 201"/>
                <a:gd name="T1" fmla="*/ 53 h 71"/>
                <a:gd name="T2" fmla="*/ 139 w 201"/>
                <a:gd name="T3" fmla="*/ 22 h 71"/>
                <a:gd name="T4" fmla="*/ 109 w 201"/>
                <a:gd name="T5" fmla="*/ 0 h 71"/>
                <a:gd name="T6" fmla="*/ 77 w 201"/>
                <a:gd name="T7" fmla="*/ 0 h 71"/>
                <a:gd name="T8" fmla="*/ 16 w 201"/>
                <a:gd name="T9" fmla="*/ 26 h 71"/>
                <a:gd name="T10" fmla="*/ 0 w 201"/>
                <a:gd name="T11" fmla="*/ 58 h 71"/>
                <a:gd name="T12" fmla="*/ 2 w 201"/>
                <a:gd name="T13" fmla="*/ 64 h 71"/>
                <a:gd name="T14" fmla="*/ 19 w 201"/>
                <a:gd name="T15" fmla="*/ 69 h 71"/>
                <a:gd name="T16" fmla="*/ 19 w 201"/>
                <a:gd name="T17" fmla="*/ 69 h 71"/>
                <a:gd name="T18" fmla="*/ 24 w 201"/>
                <a:gd name="T19" fmla="*/ 69 h 71"/>
                <a:gd name="T20" fmla="*/ 23 w 201"/>
                <a:gd name="T21" fmla="*/ 65 h 71"/>
                <a:gd name="T22" fmla="*/ 42 w 201"/>
                <a:gd name="T23" fmla="*/ 46 h 71"/>
                <a:gd name="T24" fmla="*/ 61 w 201"/>
                <a:gd name="T25" fmla="*/ 65 h 71"/>
                <a:gd name="T26" fmla="*/ 60 w 201"/>
                <a:gd name="T27" fmla="*/ 69 h 71"/>
                <a:gd name="T28" fmla="*/ 137 w 201"/>
                <a:gd name="T29" fmla="*/ 71 h 71"/>
                <a:gd name="T30" fmla="*/ 137 w 201"/>
                <a:gd name="T31" fmla="*/ 66 h 71"/>
                <a:gd name="T32" fmla="*/ 155 w 201"/>
                <a:gd name="T33" fmla="*/ 47 h 71"/>
                <a:gd name="T34" fmla="*/ 174 w 201"/>
                <a:gd name="T35" fmla="*/ 66 h 71"/>
                <a:gd name="T36" fmla="*/ 173 w 201"/>
                <a:gd name="T37" fmla="*/ 71 h 71"/>
                <a:gd name="T38" fmla="*/ 180 w 201"/>
                <a:gd name="T39" fmla="*/ 71 h 71"/>
                <a:gd name="T40" fmla="*/ 181 w 201"/>
                <a:gd name="T41" fmla="*/ 71 h 71"/>
                <a:gd name="T42" fmla="*/ 197 w 201"/>
                <a:gd name="T43" fmla="*/ 65 h 71"/>
                <a:gd name="T44" fmla="*/ 199 w 201"/>
                <a:gd name="T45" fmla="*/ 53 h 71"/>
                <a:gd name="T46" fmla="*/ 75 w 201"/>
                <a:gd name="T47" fmla="*/ 23 h 71"/>
                <a:gd name="T48" fmla="*/ 46 w 201"/>
                <a:gd name="T49" fmla="*/ 23 h 71"/>
                <a:gd name="T50" fmla="*/ 73 w 201"/>
                <a:gd name="T51" fmla="*/ 4 h 71"/>
                <a:gd name="T52" fmla="*/ 75 w 201"/>
                <a:gd name="T53" fmla="*/ 4 h 71"/>
                <a:gd name="T54" fmla="*/ 75 w 201"/>
                <a:gd name="T55" fmla="*/ 23 h 71"/>
                <a:gd name="T56" fmla="*/ 80 w 201"/>
                <a:gd name="T57" fmla="*/ 23 h 71"/>
                <a:gd name="T58" fmla="*/ 80 w 201"/>
                <a:gd name="T59" fmla="*/ 4 h 71"/>
                <a:gd name="T60" fmla="*/ 110 w 201"/>
                <a:gd name="T61" fmla="*/ 4 h 71"/>
                <a:gd name="T62" fmla="*/ 134 w 201"/>
                <a:gd name="T63" fmla="*/ 23 h 71"/>
                <a:gd name="T64" fmla="*/ 80 w 201"/>
                <a:gd name="T65" fmla="*/ 23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71">
                  <a:moveTo>
                    <a:pt x="199" y="53"/>
                  </a:moveTo>
                  <a:cubicBezTo>
                    <a:pt x="192" y="28"/>
                    <a:pt x="147" y="23"/>
                    <a:pt x="139" y="22"/>
                  </a:cubicBezTo>
                  <a:cubicBezTo>
                    <a:pt x="119" y="1"/>
                    <a:pt x="111" y="0"/>
                    <a:pt x="109" y="0"/>
                  </a:cubicBezTo>
                  <a:cubicBezTo>
                    <a:pt x="77" y="0"/>
                    <a:pt x="77" y="0"/>
                    <a:pt x="77" y="0"/>
                  </a:cubicBezTo>
                  <a:cubicBezTo>
                    <a:pt x="45" y="0"/>
                    <a:pt x="26" y="14"/>
                    <a:pt x="16" y="26"/>
                  </a:cubicBezTo>
                  <a:cubicBezTo>
                    <a:pt x="5" y="39"/>
                    <a:pt x="0" y="54"/>
                    <a:pt x="0" y="58"/>
                  </a:cubicBezTo>
                  <a:cubicBezTo>
                    <a:pt x="0" y="60"/>
                    <a:pt x="0" y="62"/>
                    <a:pt x="2" y="64"/>
                  </a:cubicBezTo>
                  <a:cubicBezTo>
                    <a:pt x="6" y="68"/>
                    <a:pt x="16" y="69"/>
                    <a:pt x="19" y="69"/>
                  </a:cubicBezTo>
                  <a:cubicBezTo>
                    <a:pt x="19" y="69"/>
                    <a:pt x="19" y="69"/>
                    <a:pt x="19" y="69"/>
                  </a:cubicBezTo>
                  <a:cubicBezTo>
                    <a:pt x="24" y="69"/>
                    <a:pt x="24" y="69"/>
                    <a:pt x="24" y="69"/>
                  </a:cubicBezTo>
                  <a:cubicBezTo>
                    <a:pt x="23" y="67"/>
                    <a:pt x="23" y="66"/>
                    <a:pt x="23" y="65"/>
                  </a:cubicBezTo>
                  <a:cubicBezTo>
                    <a:pt x="23" y="54"/>
                    <a:pt x="32" y="46"/>
                    <a:pt x="42" y="46"/>
                  </a:cubicBezTo>
                  <a:cubicBezTo>
                    <a:pt x="52" y="46"/>
                    <a:pt x="61" y="54"/>
                    <a:pt x="61" y="65"/>
                  </a:cubicBezTo>
                  <a:cubicBezTo>
                    <a:pt x="61" y="66"/>
                    <a:pt x="60" y="68"/>
                    <a:pt x="60" y="69"/>
                  </a:cubicBezTo>
                  <a:cubicBezTo>
                    <a:pt x="137" y="71"/>
                    <a:pt x="137" y="71"/>
                    <a:pt x="137" y="71"/>
                  </a:cubicBezTo>
                  <a:cubicBezTo>
                    <a:pt x="137" y="69"/>
                    <a:pt x="137" y="68"/>
                    <a:pt x="137" y="66"/>
                  </a:cubicBezTo>
                  <a:cubicBezTo>
                    <a:pt x="137" y="56"/>
                    <a:pt x="145" y="47"/>
                    <a:pt x="155" y="47"/>
                  </a:cubicBezTo>
                  <a:cubicBezTo>
                    <a:pt x="165" y="47"/>
                    <a:pt x="174" y="56"/>
                    <a:pt x="174" y="66"/>
                  </a:cubicBezTo>
                  <a:cubicBezTo>
                    <a:pt x="174" y="68"/>
                    <a:pt x="173" y="70"/>
                    <a:pt x="173" y="71"/>
                  </a:cubicBezTo>
                  <a:cubicBezTo>
                    <a:pt x="180" y="71"/>
                    <a:pt x="180" y="71"/>
                    <a:pt x="180" y="71"/>
                  </a:cubicBezTo>
                  <a:cubicBezTo>
                    <a:pt x="181" y="71"/>
                    <a:pt x="181" y="71"/>
                    <a:pt x="181" y="71"/>
                  </a:cubicBezTo>
                  <a:cubicBezTo>
                    <a:pt x="188" y="71"/>
                    <a:pt x="194" y="69"/>
                    <a:pt x="197" y="65"/>
                  </a:cubicBezTo>
                  <a:cubicBezTo>
                    <a:pt x="201" y="60"/>
                    <a:pt x="199" y="53"/>
                    <a:pt x="199" y="53"/>
                  </a:cubicBezTo>
                  <a:close/>
                  <a:moveTo>
                    <a:pt x="75" y="23"/>
                  </a:moveTo>
                  <a:cubicBezTo>
                    <a:pt x="46" y="23"/>
                    <a:pt x="46" y="23"/>
                    <a:pt x="46" y="23"/>
                  </a:cubicBezTo>
                  <a:cubicBezTo>
                    <a:pt x="48" y="8"/>
                    <a:pt x="73" y="4"/>
                    <a:pt x="73" y="4"/>
                  </a:cubicBezTo>
                  <a:cubicBezTo>
                    <a:pt x="75" y="4"/>
                    <a:pt x="75" y="4"/>
                    <a:pt x="75" y="4"/>
                  </a:cubicBezTo>
                  <a:lnTo>
                    <a:pt x="75" y="23"/>
                  </a:lnTo>
                  <a:close/>
                  <a:moveTo>
                    <a:pt x="80" y="23"/>
                  </a:moveTo>
                  <a:cubicBezTo>
                    <a:pt x="80" y="4"/>
                    <a:pt x="80" y="4"/>
                    <a:pt x="80" y="4"/>
                  </a:cubicBezTo>
                  <a:cubicBezTo>
                    <a:pt x="110" y="4"/>
                    <a:pt x="110" y="4"/>
                    <a:pt x="110" y="4"/>
                  </a:cubicBezTo>
                  <a:cubicBezTo>
                    <a:pt x="110" y="4"/>
                    <a:pt x="127" y="13"/>
                    <a:pt x="134" y="23"/>
                  </a:cubicBezTo>
                  <a:lnTo>
                    <a:pt x="80"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 name="Oval 380"/>
            <p:cNvSpPr>
              <a:spLocks noChangeArrowheads="1"/>
            </p:cNvSpPr>
            <p:nvPr/>
          </p:nvSpPr>
          <p:spPr bwMode="auto">
            <a:xfrm>
              <a:off x="6284913" y="1183358"/>
              <a:ext cx="38100" cy="396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 name="Oval 381"/>
            <p:cNvSpPr>
              <a:spLocks noChangeArrowheads="1"/>
            </p:cNvSpPr>
            <p:nvPr/>
          </p:nvSpPr>
          <p:spPr bwMode="auto">
            <a:xfrm>
              <a:off x="6462713" y="1183358"/>
              <a:ext cx="38100" cy="396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42" name="组合 341"/>
          <p:cNvGrpSpPr/>
          <p:nvPr/>
        </p:nvGrpSpPr>
        <p:grpSpPr>
          <a:xfrm>
            <a:off x="11568089" y="5852941"/>
            <a:ext cx="473493" cy="210443"/>
            <a:chOff x="7489826" y="1081758"/>
            <a:chExt cx="314325" cy="139701"/>
          </a:xfrm>
          <a:solidFill>
            <a:srgbClr val="707E84"/>
          </a:solidFill>
        </p:grpSpPr>
        <p:sp>
          <p:nvSpPr>
            <p:cNvPr id="343" name="Freeform 382"/>
            <p:cNvSpPr>
              <a:spLocks noEditPoints="1"/>
            </p:cNvSpPr>
            <p:nvPr/>
          </p:nvSpPr>
          <p:spPr bwMode="auto">
            <a:xfrm>
              <a:off x="7489826" y="1081758"/>
              <a:ext cx="314325" cy="122238"/>
            </a:xfrm>
            <a:custGeom>
              <a:avLst/>
              <a:gdLst>
                <a:gd name="T0" fmla="*/ 194 w 200"/>
                <a:gd name="T1" fmla="*/ 60 h 78"/>
                <a:gd name="T2" fmla="*/ 195 w 200"/>
                <a:gd name="T3" fmla="*/ 55 h 78"/>
                <a:gd name="T4" fmla="*/ 194 w 200"/>
                <a:gd name="T5" fmla="*/ 44 h 78"/>
                <a:gd name="T6" fmla="*/ 156 w 200"/>
                <a:gd name="T7" fmla="*/ 0 h 78"/>
                <a:gd name="T8" fmla="*/ 38 w 200"/>
                <a:gd name="T9" fmla="*/ 0 h 78"/>
                <a:gd name="T10" fmla="*/ 4 w 200"/>
                <a:gd name="T11" fmla="*/ 34 h 78"/>
                <a:gd name="T12" fmla="*/ 4 w 200"/>
                <a:gd name="T13" fmla="*/ 61 h 78"/>
                <a:gd name="T14" fmla="*/ 0 w 200"/>
                <a:gd name="T15" fmla="*/ 69 h 78"/>
                <a:gd name="T16" fmla="*/ 9 w 200"/>
                <a:gd name="T17" fmla="*/ 78 h 78"/>
                <a:gd name="T18" fmla="*/ 23 w 200"/>
                <a:gd name="T19" fmla="*/ 78 h 78"/>
                <a:gd name="T20" fmla="*/ 23 w 200"/>
                <a:gd name="T21" fmla="*/ 75 h 78"/>
                <a:gd name="T22" fmla="*/ 40 w 200"/>
                <a:gd name="T23" fmla="*/ 59 h 78"/>
                <a:gd name="T24" fmla="*/ 56 w 200"/>
                <a:gd name="T25" fmla="*/ 75 h 78"/>
                <a:gd name="T26" fmla="*/ 56 w 200"/>
                <a:gd name="T27" fmla="*/ 78 h 78"/>
                <a:gd name="T28" fmla="*/ 149 w 200"/>
                <a:gd name="T29" fmla="*/ 78 h 78"/>
                <a:gd name="T30" fmla="*/ 149 w 200"/>
                <a:gd name="T31" fmla="*/ 76 h 78"/>
                <a:gd name="T32" fmla="*/ 166 w 200"/>
                <a:gd name="T33" fmla="*/ 60 h 78"/>
                <a:gd name="T34" fmla="*/ 183 w 200"/>
                <a:gd name="T35" fmla="*/ 76 h 78"/>
                <a:gd name="T36" fmla="*/ 182 w 200"/>
                <a:gd name="T37" fmla="*/ 78 h 78"/>
                <a:gd name="T38" fmla="*/ 191 w 200"/>
                <a:gd name="T39" fmla="*/ 78 h 78"/>
                <a:gd name="T40" fmla="*/ 200 w 200"/>
                <a:gd name="T41" fmla="*/ 69 h 78"/>
                <a:gd name="T42" fmla="*/ 194 w 200"/>
                <a:gd name="T43" fmla="*/ 60 h 78"/>
                <a:gd name="T44" fmla="*/ 73 w 200"/>
                <a:gd name="T45" fmla="*/ 31 h 78"/>
                <a:gd name="T46" fmla="*/ 40 w 200"/>
                <a:gd name="T47" fmla="*/ 31 h 78"/>
                <a:gd name="T48" fmla="*/ 27 w 200"/>
                <a:gd name="T49" fmla="*/ 17 h 78"/>
                <a:gd name="T50" fmla="*/ 40 w 200"/>
                <a:gd name="T51" fmla="*/ 4 h 78"/>
                <a:gd name="T52" fmla="*/ 73 w 200"/>
                <a:gd name="T53" fmla="*/ 4 h 78"/>
                <a:gd name="T54" fmla="*/ 73 w 200"/>
                <a:gd name="T55" fmla="*/ 31 h 78"/>
                <a:gd name="T56" fmla="*/ 107 w 200"/>
                <a:gd name="T57" fmla="*/ 31 h 78"/>
                <a:gd name="T58" fmla="*/ 81 w 200"/>
                <a:gd name="T59" fmla="*/ 31 h 78"/>
                <a:gd name="T60" fmla="*/ 81 w 200"/>
                <a:gd name="T61" fmla="*/ 4 h 78"/>
                <a:gd name="T62" fmla="*/ 107 w 200"/>
                <a:gd name="T63" fmla="*/ 4 h 78"/>
                <a:gd name="T64" fmla="*/ 107 w 200"/>
                <a:gd name="T65" fmla="*/ 31 h 78"/>
                <a:gd name="T66" fmla="*/ 139 w 200"/>
                <a:gd name="T67" fmla="*/ 31 h 78"/>
                <a:gd name="T68" fmla="*/ 114 w 200"/>
                <a:gd name="T69" fmla="*/ 31 h 78"/>
                <a:gd name="T70" fmla="*/ 114 w 200"/>
                <a:gd name="T71" fmla="*/ 4 h 78"/>
                <a:gd name="T72" fmla="*/ 139 w 200"/>
                <a:gd name="T73" fmla="*/ 4 h 78"/>
                <a:gd name="T74" fmla="*/ 139 w 200"/>
                <a:gd name="T75" fmla="*/ 31 h 78"/>
                <a:gd name="T76" fmla="*/ 147 w 200"/>
                <a:gd name="T77" fmla="*/ 31 h 78"/>
                <a:gd name="T78" fmla="*/ 147 w 200"/>
                <a:gd name="T79" fmla="*/ 4 h 78"/>
                <a:gd name="T80" fmla="*/ 154 w 200"/>
                <a:gd name="T81" fmla="*/ 4 h 78"/>
                <a:gd name="T82" fmla="*/ 187 w 200"/>
                <a:gd name="T83" fmla="*/ 30 h 78"/>
                <a:gd name="T84" fmla="*/ 188 w 200"/>
                <a:gd name="T85" fmla="*/ 31 h 78"/>
                <a:gd name="T86" fmla="*/ 147 w 200"/>
                <a:gd name="T87" fmla="*/ 31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0" h="78">
                  <a:moveTo>
                    <a:pt x="194" y="60"/>
                  </a:moveTo>
                  <a:cubicBezTo>
                    <a:pt x="195" y="59"/>
                    <a:pt x="195" y="57"/>
                    <a:pt x="195" y="55"/>
                  </a:cubicBezTo>
                  <a:cubicBezTo>
                    <a:pt x="194" y="44"/>
                    <a:pt x="194" y="44"/>
                    <a:pt x="194" y="44"/>
                  </a:cubicBezTo>
                  <a:cubicBezTo>
                    <a:pt x="194" y="21"/>
                    <a:pt x="174" y="0"/>
                    <a:pt x="156" y="0"/>
                  </a:cubicBezTo>
                  <a:cubicBezTo>
                    <a:pt x="38" y="0"/>
                    <a:pt x="38" y="0"/>
                    <a:pt x="38" y="0"/>
                  </a:cubicBezTo>
                  <a:cubicBezTo>
                    <a:pt x="19" y="0"/>
                    <a:pt x="4" y="15"/>
                    <a:pt x="4" y="34"/>
                  </a:cubicBezTo>
                  <a:cubicBezTo>
                    <a:pt x="4" y="61"/>
                    <a:pt x="4" y="61"/>
                    <a:pt x="4" y="61"/>
                  </a:cubicBezTo>
                  <a:cubicBezTo>
                    <a:pt x="2" y="63"/>
                    <a:pt x="0" y="66"/>
                    <a:pt x="0" y="69"/>
                  </a:cubicBezTo>
                  <a:cubicBezTo>
                    <a:pt x="0" y="74"/>
                    <a:pt x="4" y="78"/>
                    <a:pt x="9" y="78"/>
                  </a:cubicBezTo>
                  <a:cubicBezTo>
                    <a:pt x="23" y="78"/>
                    <a:pt x="23" y="78"/>
                    <a:pt x="23" y="78"/>
                  </a:cubicBezTo>
                  <a:cubicBezTo>
                    <a:pt x="23" y="77"/>
                    <a:pt x="23" y="76"/>
                    <a:pt x="23" y="75"/>
                  </a:cubicBezTo>
                  <a:cubicBezTo>
                    <a:pt x="23" y="66"/>
                    <a:pt x="31" y="59"/>
                    <a:pt x="40" y="59"/>
                  </a:cubicBezTo>
                  <a:cubicBezTo>
                    <a:pt x="49" y="59"/>
                    <a:pt x="56" y="66"/>
                    <a:pt x="56" y="75"/>
                  </a:cubicBezTo>
                  <a:cubicBezTo>
                    <a:pt x="56" y="76"/>
                    <a:pt x="56" y="77"/>
                    <a:pt x="56" y="78"/>
                  </a:cubicBezTo>
                  <a:cubicBezTo>
                    <a:pt x="149" y="78"/>
                    <a:pt x="149" y="78"/>
                    <a:pt x="149" y="78"/>
                  </a:cubicBezTo>
                  <a:cubicBezTo>
                    <a:pt x="149" y="77"/>
                    <a:pt x="149" y="77"/>
                    <a:pt x="149" y="76"/>
                  </a:cubicBezTo>
                  <a:cubicBezTo>
                    <a:pt x="149" y="67"/>
                    <a:pt x="157" y="60"/>
                    <a:pt x="166" y="60"/>
                  </a:cubicBezTo>
                  <a:cubicBezTo>
                    <a:pt x="175" y="60"/>
                    <a:pt x="183" y="67"/>
                    <a:pt x="183" y="76"/>
                  </a:cubicBezTo>
                  <a:cubicBezTo>
                    <a:pt x="183" y="77"/>
                    <a:pt x="182" y="77"/>
                    <a:pt x="182" y="78"/>
                  </a:cubicBezTo>
                  <a:cubicBezTo>
                    <a:pt x="191" y="78"/>
                    <a:pt x="191" y="78"/>
                    <a:pt x="191" y="78"/>
                  </a:cubicBezTo>
                  <a:cubicBezTo>
                    <a:pt x="196" y="78"/>
                    <a:pt x="200" y="74"/>
                    <a:pt x="200" y="69"/>
                  </a:cubicBezTo>
                  <a:cubicBezTo>
                    <a:pt x="200" y="65"/>
                    <a:pt x="198" y="62"/>
                    <a:pt x="194" y="60"/>
                  </a:cubicBezTo>
                  <a:close/>
                  <a:moveTo>
                    <a:pt x="73" y="31"/>
                  </a:moveTo>
                  <a:cubicBezTo>
                    <a:pt x="40" y="31"/>
                    <a:pt x="40" y="31"/>
                    <a:pt x="40" y="31"/>
                  </a:cubicBezTo>
                  <a:cubicBezTo>
                    <a:pt x="33" y="31"/>
                    <a:pt x="27" y="25"/>
                    <a:pt x="27" y="17"/>
                  </a:cubicBezTo>
                  <a:cubicBezTo>
                    <a:pt x="27" y="10"/>
                    <a:pt x="33" y="4"/>
                    <a:pt x="40" y="4"/>
                  </a:cubicBezTo>
                  <a:cubicBezTo>
                    <a:pt x="73" y="4"/>
                    <a:pt x="73" y="4"/>
                    <a:pt x="73" y="4"/>
                  </a:cubicBezTo>
                  <a:lnTo>
                    <a:pt x="73" y="31"/>
                  </a:lnTo>
                  <a:close/>
                  <a:moveTo>
                    <a:pt x="107" y="31"/>
                  </a:moveTo>
                  <a:cubicBezTo>
                    <a:pt x="81" y="31"/>
                    <a:pt x="81" y="31"/>
                    <a:pt x="81" y="31"/>
                  </a:cubicBezTo>
                  <a:cubicBezTo>
                    <a:pt x="81" y="4"/>
                    <a:pt x="81" y="4"/>
                    <a:pt x="81" y="4"/>
                  </a:cubicBezTo>
                  <a:cubicBezTo>
                    <a:pt x="107" y="4"/>
                    <a:pt x="107" y="4"/>
                    <a:pt x="107" y="4"/>
                  </a:cubicBezTo>
                  <a:lnTo>
                    <a:pt x="107" y="31"/>
                  </a:lnTo>
                  <a:close/>
                  <a:moveTo>
                    <a:pt x="139" y="31"/>
                  </a:moveTo>
                  <a:cubicBezTo>
                    <a:pt x="114" y="31"/>
                    <a:pt x="114" y="31"/>
                    <a:pt x="114" y="31"/>
                  </a:cubicBezTo>
                  <a:cubicBezTo>
                    <a:pt x="114" y="4"/>
                    <a:pt x="114" y="4"/>
                    <a:pt x="114" y="4"/>
                  </a:cubicBezTo>
                  <a:cubicBezTo>
                    <a:pt x="139" y="4"/>
                    <a:pt x="139" y="4"/>
                    <a:pt x="139" y="4"/>
                  </a:cubicBezTo>
                  <a:lnTo>
                    <a:pt x="139" y="31"/>
                  </a:lnTo>
                  <a:close/>
                  <a:moveTo>
                    <a:pt x="147" y="31"/>
                  </a:moveTo>
                  <a:cubicBezTo>
                    <a:pt x="147" y="4"/>
                    <a:pt x="147" y="4"/>
                    <a:pt x="147" y="4"/>
                  </a:cubicBezTo>
                  <a:cubicBezTo>
                    <a:pt x="154" y="4"/>
                    <a:pt x="154" y="4"/>
                    <a:pt x="154" y="4"/>
                  </a:cubicBezTo>
                  <a:cubicBezTo>
                    <a:pt x="168" y="4"/>
                    <a:pt x="181" y="16"/>
                    <a:pt x="187" y="30"/>
                  </a:cubicBezTo>
                  <a:cubicBezTo>
                    <a:pt x="187" y="31"/>
                    <a:pt x="188" y="31"/>
                    <a:pt x="188" y="31"/>
                  </a:cubicBezTo>
                  <a:lnTo>
                    <a:pt x="147"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Oval 383"/>
            <p:cNvSpPr>
              <a:spLocks noChangeArrowheads="1"/>
            </p:cNvSpPr>
            <p:nvPr/>
          </p:nvSpPr>
          <p:spPr bwMode="auto">
            <a:xfrm>
              <a:off x="7532688" y="1180183"/>
              <a:ext cx="39688" cy="396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Oval 384"/>
            <p:cNvSpPr>
              <a:spLocks noChangeArrowheads="1"/>
            </p:cNvSpPr>
            <p:nvPr/>
          </p:nvSpPr>
          <p:spPr bwMode="auto">
            <a:xfrm>
              <a:off x="7731126" y="1181771"/>
              <a:ext cx="38100" cy="396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46" name="组合 345"/>
          <p:cNvGrpSpPr/>
          <p:nvPr/>
        </p:nvGrpSpPr>
        <p:grpSpPr>
          <a:xfrm>
            <a:off x="6348943" y="6337842"/>
            <a:ext cx="366051" cy="297846"/>
            <a:chOff x="6220283" y="6316623"/>
            <a:chExt cx="366051" cy="297846"/>
          </a:xfrm>
        </p:grpSpPr>
        <p:sp>
          <p:nvSpPr>
            <p:cNvPr id="347" name="AutoShape 5"/>
            <p:cNvSpPr>
              <a:spLocks/>
            </p:cNvSpPr>
            <p:nvPr/>
          </p:nvSpPr>
          <p:spPr bwMode="auto">
            <a:xfrm>
              <a:off x="6488462" y="6416971"/>
              <a:ext cx="68830" cy="9198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7999" y="18900"/>
                  </a:moveTo>
                  <a:lnTo>
                    <a:pt x="3600" y="18900"/>
                  </a:lnTo>
                  <a:lnTo>
                    <a:pt x="3600" y="2700"/>
                  </a:lnTo>
                  <a:lnTo>
                    <a:pt x="7200" y="2700"/>
                  </a:lnTo>
                  <a:lnTo>
                    <a:pt x="17999" y="14850"/>
                  </a:lnTo>
                  <a:cubicBezTo>
                    <a:pt x="17999" y="14850"/>
                    <a:pt x="17999" y="18900"/>
                    <a:pt x="17999" y="18900"/>
                  </a:cubicBezTo>
                  <a:close/>
                  <a:moveTo>
                    <a:pt x="10195" y="1202"/>
                  </a:moveTo>
                  <a:cubicBezTo>
                    <a:pt x="9527" y="450"/>
                    <a:pt x="8402" y="0"/>
                    <a:pt x="7200" y="0"/>
                  </a:cubicBezTo>
                  <a:lnTo>
                    <a:pt x="3600" y="0"/>
                  </a:lnTo>
                  <a:cubicBezTo>
                    <a:pt x="1610" y="0"/>
                    <a:pt x="0" y="1207"/>
                    <a:pt x="0" y="2700"/>
                  </a:cubicBezTo>
                  <a:lnTo>
                    <a:pt x="0" y="18900"/>
                  </a:lnTo>
                  <a:cubicBezTo>
                    <a:pt x="0" y="20392"/>
                    <a:pt x="1610" y="21599"/>
                    <a:pt x="3600" y="21599"/>
                  </a:cubicBezTo>
                  <a:lnTo>
                    <a:pt x="17999" y="21599"/>
                  </a:lnTo>
                  <a:cubicBezTo>
                    <a:pt x="19989" y="21599"/>
                    <a:pt x="21600" y="20392"/>
                    <a:pt x="21600" y="18900"/>
                  </a:cubicBezTo>
                  <a:lnTo>
                    <a:pt x="21600" y="14850"/>
                  </a:lnTo>
                  <a:cubicBezTo>
                    <a:pt x="21600" y="14317"/>
                    <a:pt x="21389" y="13795"/>
                    <a:pt x="20995" y="13352"/>
                  </a:cubicBezTo>
                  <a:cubicBezTo>
                    <a:pt x="20995" y="13352"/>
                    <a:pt x="10195" y="1202"/>
                    <a:pt x="10195" y="1202"/>
                  </a:cubicBezTo>
                  <a:close/>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48" name="AutoShape 6"/>
            <p:cNvSpPr>
              <a:spLocks/>
            </p:cNvSpPr>
            <p:nvPr/>
          </p:nvSpPr>
          <p:spPr bwMode="auto">
            <a:xfrm>
              <a:off x="6220283" y="6316623"/>
              <a:ext cx="366051" cy="29784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50" y="16615"/>
                  </a:moveTo>
                  <a:cubicBezTo>
                    <a:pt x="20250" y="17074"/>
                    <a:pt x="19948" y="17446"/>
                    <a:pt x="19575" y="17446"/>
                  </a:cubicBezTo>
                  <a:lnTo>
                    <a:pt x="18803" y="17446"/>
                  </a:lnTo>
                  <a:cubicBezTo>
                    <a:pt x="18501" y="16016"/>
                    <a:pt x="17453" y="14953"/>
                    <a:pt x="16200" y="14953"/>
                  </a:cubicBezTo>
                  <a:cubicBezTo>
                    <a:pt x="14945" y="14953"/>
                    <a:pt x="13897" y="16016"/>
                    <a:pt x="13595" y="17446"/>
                  </a:cubicBezTo>
                  <a:lnTo>
                    <a:pt x="10029" y="17446"/>
                  </a:lnTo>
                  <a:cubicBezTo>
                    <a:pt x="9727" y="16016"/>
                    <a:pt x="8679" y="14953"/>
                    <a:pt x="7425" y="14953"/>
                  </a:cubicBezTo>
                  <a:cubicBezTo>
                    <a:pt x="6170" y="14953"/>
                    <a:pt x="5122" y="16016"/>
                    <a:pt x="4820" y="17446"/>
                  </a:cubicBezTo>
                  <a:lnTo>
                    <a:pt x="4050" y="17446"/>
                  </a:lnTo>
                  <a:cubicBezTo>
                    <a:pt x="3677" y="17446"/>
                    <a:pt x="3375" y="17074"/>
                    <a:pt x="3375" y="16615"/>
                  </a:cubicBezTo>
                  <a:lnTo>
                    <a:pt x="3375" y="14123"/>
                  </a:lnTo>
                  <a:lnTo>
                    <a:pt x="12150" y="14123"/>
                  </a:lnTo>
                  <a:cubicBezTo>
                    <a:pt x="13266" y="14123"/>
                    <a:pt x="14175" y="13005"/>
                    <a:pt x="14175" y="11630"/>
                  </a:cubicBezTo>
                  <a:lnTo>
                    <a:pt x="14175" y="5815"/>
                  </a:lnTo>
                  <a:lnTo>
                    <a:pt x="16875" y="5815"/>
                  </a:lnTo>
                  <a:cubicBezTo>
                    <a:pt x="17100" y="5815"/>
                    <a:pt x="17311" y="5954"/>
                    <a:pt x="17436" y="6185"/>
                  </a:cubicBezTo>
                  <a:lnTo>
                    <a:pt x="20136" y="11169"/>
                  </a:lnTo>
                  <a:cubicBezTo>
                    <a:pt x="20210" y="11306"/>
                    <a:pt x="20250" y="11466"/>
                    <a:pt x="20250" y="11630"/>
                  </a:cubicBezTo>
                  <a:cubicBezTo>
                    <a:pt x="20250" y="11630"/>
                    <a:pt x="20250" y="16615"/>
                    <a:pt x="20250" y="16615"/>
                  </a:cubicBezTo>
                  <a:close/>
                  <a:moveTo>
                    <a:pt x="16200" y="19938"/>
                  </a:moveTo>
                  <a:cubicBezTo>
                    <a:pt x="15454" y="19938"/>
                    <a:pt x="14850" y="19193"/>
                    <a:pt x="14850" y="18276"/>
                  </a:cubicBezTo>
                  <a:cubicBezTo>
                    <a:pt x="14850" y="17360"/>
                    <a:pt x="15454" y="16615"/>
                    <a:pt x="16200" y="16615"/>
                  </a:cubicBezTo>
                  <a:cubicBezTo>
                    <a:pt x="16945" y="16615"/>
                    <a:pt x="17550" y="17360"/>
                    <a:pt x="17550" y="18276"/>
                  </a:cubicBezTo>
                  <a:cubicBezTo>
                    <a:pt x="17550" y="19193"/>
                    <a:pt x="16945" y="19938"/>
                    <a:pt x="16200" y="19938"/>
                  </a:cubicBezTo>
                  <a:moveTo>
                    <a:pt x="7425" y="19938"/>
                  </a:moveTo>
                  <a:cubicBezTo>
                    <a:pt x="6679" y="19938"/>
                    <a:pt x="6075" y="19193"/>
                    <a:pt x="6075" y="18276"/>
                  </a:cubicBezTo>
                  <a:cubicBezTo>
                    <a:pt x="6075" y="17360"/>
                    <a:pt x="6679" y="16615"/>
                    <a:pt x="7425" y="16615"/>
                  </a:cubicBezTo>
                  <a:cubicBezTo>
                    <a:pt x="8170" y="16615"/>
                    <a:pt x="8775" y="17360"/>
                    <a:pt x="8775" y="18276"/>
                  </a:cubicBezTo>
                  <a:cubicBezTo>
                    <a:pt x="8775" y="19193"/>
                    <a:pt x="8170" y="19938"/>
                    <a:pt x="7425" y="19938"/>
                  </a:cubicBezTo>
                  <a:moveTo>
                    <a:pt x="2024" y="12461"/>
                  </a:moveTo>
                  <a:cubicBezTo>
                    <a:pt x="1652" y="12461"/>
                    <a:pt x="1349" y="12089"/>
                    <a:pt x="1349" y="11630"/>
                  </a:cubicBezTo>
                  <a:lnTo>
                    <a:pt x="1349" y="2492"/>
                  </a:lnTo>
                  <a:cubicBezTo>
                    <a:pt x="1349" y="2033"/>
                    <a:pt x="1652" y="1661"/>
                    <a:pt x="2024" y="1661"/>
                  </a:cubicBezTo>
                  <a:lnTo>
                    <a:pt x="12150" y="1661"/>
                  </a:lnTo>
                  <a:cubicBezTo>
                    <a:pt x="12523" y="1661"/>
                    <a:pt x="12825" y="2033"/>
                    <a:pt x="12825" y="2492"/>
                  </a:cubicBezTo>
                  <a:lnTo>
                    <a:pt x="12825" y="4153"/>
                  </a:lnTo>
                  <a:lnTo>
                    <a:pt x="12825" y="5815"/>
                  </a:lnTo>
                  <a:lnTo>
                    <a:pt x="12825" y="11630"/>
                  </a:lnTo>
                  <a:cubicBezTo>
                    <a:pt x="12825" y="12089"/>
                    <a:pt x="12523" y="12461"/>
                    <a:pt x="12150" y="12461"/>
                  </a:cubicBezTo>
                  <a:cubicBezTo>
                    <a:pt x="12150" y="12461"/>
                    <a:pt x="2024" y="12461"/>
                    <a:pt x="2024" y="12461"/>
                  </a:cubicBezTo>
                  <a:close/>
                  <a:moveTo>
                    <a:pt x="21259" y="10248"/>
                  </a:moveTo>
                  <a:lnTo>
                    <a:pt x="18559" y="5263"/>
                  </a:lnTo>
                  <a:cubicBezTo>
                    <a:pt x="18182" y="4568"/>
                    <a:pt x="17552" y="4153"/>
                    <a:pt x="16875" y="4153"/>
                  </a:cubicBezTo>
                  <a:lnTo>
                    <a:pt x="14175" y="4153"/>
                  </a:lnTo>
                  <a:lnTo>
                    <a:pt x="14175" y="2492"/>
                  </a:lnTo>
                  <a:cubicBezTo>
                    <a:pt x="14175" y="1117"/>
                    <a:pt x="13266" y="0"/>
                    <a:pt x="12150" y="0"/>
                  </a:cubicBezTo>
                  <a:lnTo>
                    <a:pt x="2024" y="0"/>
                  </a:lnTo>
                  <a:cubicBezTo>
                    <a:pt x="908" y="0"/>
                    <a:pt x="0" y="1117"/>
                    <a:pt x="0" y="2492"/>
                  </a:cubicBezTo>
                  <a:lnTo>
                    <a:pt x="0" y="11630"/>
                  </a:lnTo>
                  <a:cubicBezTo>
                    <a:pt x="0" y="13005"/>
                    <a:pt x="908" y="14123"/>
                    <a:pt x="2024" y="14123"/>
                  </a:cubicBezTo>
                  <a:lnTo>
                    <a:pt x="2025" y="14123"/>
                  </a:lnTo>
                  <a:lnTo>
                    <a:pt x="2025" y="16615"/>
                  </a:lnTo>
                  <a:cubicBezTo>
                    <a:pt x="2025" y="17989"/>
                    <a:pt x="2933" y="19107"/>
                    <a:pt x="4050" y="19107"/>
                  </a:cubicBezTo>
                  <a:lnTo>
                    <a:pt x="4820" y="19107"/>
                  </a:lnTo>
                  <a:cubicBezTo>
                    <a:pt x="5122" y="20537"/>
                    <a:pt x="6170" y="21600"/>
                    <a:pt x="7425" y="21600"/>
                  </a:cubicBezTo>
                  <a:cubicBezTo>
                    <a:pt x="8679" y="21600"/>
                    <a:pt x="9727" y="20537"/>
                    <a:pt x="10029" y="19107"/>
                  </a:cubicBezTo>
                  <a:lnTo>
                    <a:pt x="13595" y="19107"/>
                  </a:lnTo>
                  <a:cubicBezTo>
                    <a:pt x="13897" y="20537"/>
                    <a:pt x="14945" y="21600"/>
                    <a:pt x="16200" y="21600"/>
                  </a:cubicBezTo>
                  <a:cubicBezTo>
                    <a:pt x="17453" y="21600"/>
                    <a:pt x="18501" y="20537"/>
                    <a:pt x="18803" y="19107"/>
                  </a:cubicBezTo>
                  <a:lnTo>
                    <a:pt x="19575" y="19107"/>
                  </a:lnTo>
                  <a:cubicBezTo>
                    <a:pt x="20691" y="19107"/>
                    <a:pt x="21599" y="17989"/>
                    <a:pt x="21599" y="16615"/>
                  </a:cubicBezTo>
                  <a:lnTo>
                    <a:pt x="21599" y="11630"/>
                  </a:lnTo>
                  <a:cubicBezTo>
                    <a:pt x="21599" y="11137"/>
                    <a:pt x="21482" y="10658"/>
                    <a:pt x="21259" y="10248"/>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nvGrpSpPr>
          <p:cNvPr id="349" name="组合 348"/>
          <p:cNvGrpSpPr/>
          <p:nvPr/>
        </p:nvGrpSpPr>
        <p:grpSpPr>
          <a:xfrm>
            <a:off x="5826571" y="6303427"/>
            <a:ext cx="366051" cy="366676"/>
            <a:chOff x="7578039" y="7202122"/>
            <a:chExt cx="366051" cy="366676"/>
          </a:xfrm>
        </p:grpSpPr>
        <p:sp>
          <p:nvSpPr>
            <p:cNvPr id="350" name="AutoShape 7"/>
            <p:cNvSpPr>
              <a:spLocks/>
            </p:cNvSpPr>
            <p:nvPr/>
          </p:nvSpPr>
          <p:spPr bwMode="auto">
            <a:xfrm>
              <a:off x="7578039" y="7202122"/>
              <a:ext cx="366051" cy="366676"/>
            </a:xfrm>
            <a:custGeom>
              <a:avLst/>
              <a:gdLst>
                <a:gd name="T0" fmla="+- 0 10800 1271"/>
                <a:gd name="T1" fmla="*/ T0 w 19058"/>
                <a:gd name="T2" fmla="+- 0 10799 1270"/>
                <a:gd name="T3" fmla="*/ 10799 h 19059"/>
                <a:gd name="T4" fmla="+- 0 10800 1271"/>
                <a:gd name="T5" fmla="*/ T4 w 19058"/>
                <a:gd name="T6" fmla="+- 0 10799 1270"/>
                <a:gd name="T7" fmla="*/ 10799 h 19059"/>
                <a:gd name="T8" fmla="+- 0 10800 1271"/>
                <a:gd name="T9" fmla="*/ T8 w 19058"/>
                <a:gd name="T10" fmla="+- 0 10799 1270"/>
                <a:gd name="T11" fmla="*/ 10799 h 19059"/>
                <a:gd name="T12" fmla="+- 0 10800 1271"/>
                <a:gd name="T13" fmla="*/ T12 w 19058"/>
                <a:gd name="T14" fmla="+- 0 10799 1270"/>
                <a:gd name="T15" fmla="*/ 10799 h 19059"/>
              </a:gdLst>
              <a:ahLst/>
              <a:cxnLst>
                <a:cxn ang="0">
                  <a:pos x="T1" y="T3"/>
                </a:cxn>
                <a:cxn ang="0">
                  <a:pos x="T5" y="T7"/>
                </a:cxn>
                <a:cxn ang="0">
                  <a:pos x="T9" y="T11"/>
                </a:cxn>
                <a:cxn ang="0">
                  <a:pos x="T13" y="T15"/>
                </a:cxn>
              </a:cxnLst>
              <a:rect l="0" t="0" r="r" b="b"/>
              <a:pathLst>
                <a:path w="19058" h="19059">
                  <a:moveTo>
                    <a:pt x="6430" y="17268"/>
                  </a:moveTo>
                  <a:cubicBezTo>
                    <a:pt x="2162" y="15559"/>
                    <a:pt x="82" y="10698"/>
                    <a:pt x="1790" y="6431"/>
                  </a:cubicBezTo>
                  <a:cubicBezTo>
                    <a:pt x="3499" y="2164"/>
                    <a:pt x="8360" y="81"/>
                    <a:pt x="12627" y="1791"/>
                  </a:cubicBezTo>
                  <a:cubicBezTo>
                    <a:pt x="16894" y="3499"/>
                    <a:pt x="18975" y="8361"/>
                    <a:pt x="17267" y="12628"/>
                  </a:cubicBezTo>
                  <a:cubicBezTo>
                    <a:pt x="15558" y="16895"/>
                    <a:pt x="10696" y="18976"/>
                    <a:pt x="6430" y="17268"/>
                  </a:cubicBezTo>
                  <a:moveTo>
                    <a:pt x="13070" y="685"/>
                  </a:moveTo>
                  <a:cubicBezTo>
                    <a:pt x="8186" y="-1270"/>
                    <a:pt x="2641" y="1103"/>
                    <a:pt x="685" y="5987"/>
                  </a:cubicBezTo>
                  <a:cubicBezTo>
                    <a:pt x="-1271" y="10872"/>
                    <a:pt x="1103" y="16418"/>
                    <a:pt x="5987" y="18373"/>
                  </a:cubicBezTo>
                  <a:cubicBezTo>
                    <a:pt x="10871" y="20330"/>
                    <a:pt x="16416" y="17955"/>
                    <a:pt x="18373" y="13071"/>
                  </a:cubicBezTo>
                  <a:cubicBezTo>
                    <a:pt x="20329" y="8186"/>
                    <a:pt x="17954" y="2641"/>
                    <a:pt x="13070" y="685"/>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51" name="AutoShape 8"/>
            <p:cNvSpPr>
              <a:spLocks/>
            </p:cNvSpPr>
            <p:nvPr/>
          </p:nvSpPr>
          <p:spPr bwMode="auto">
            <a:xfrm>
              <a:off x="7738225" y="7362310"/>
              <a:ext cx="45678" cy="45678"/>
            </a:xfrm>
            <a:custGeom>
              <a:avLst/>
              <a:gdLst>
                <a:gd name="T0" fmla="+- 0 10801 1272"/>
                <a:gd name="T1" fmla="*/ T0 w 19059"/>
                <a:gd name="T2" fmla="+- 0 10800 1272"/>
                <a:gd name="T3" fmla="*/ 10800 h 19056"/>
                <a:gd name="T4" fmla="+- 0 10801 1272"/>
                <a:gd name="T5" fmla="*/ T4 w 19059"/>
                <a:gd name="T6" fmla="+- 0 10800 1272"/>
                <a:gd name="T7" fmla="*/ 10800 h 19056"/>
                <a:gd name="T8" fmla="+- 0 10801 1272"/>
                <a:gd name="T9" fmla="*/ T8 w 19059"/>
                <a:gd name="T10" fmla="+- 0 10800 1272"/>
                <a:gd name="T11" fmla="*/ 10800 h 19056"/>
                <a:gd name="T12" fmla="+- 0 10801 1272"/>
                <a:gd name="T13" fmla="*/ T12 w 19059"/>
                <a:gd name="T14" fmla="+- 0 10800 1272"/>
                <a:gd name="T15" fmla="*/ 10800 h 19056"/>
              </a:gdLst>
              <a:ahLst/>
              <a:cxnLst>
                <a:cxn ang="0">
                  <a:pos x="T1" y="T3"/>
                </a:cxn>
                <a:cxn ang="0">
                  <a:pos x="T5" y="T7"/>
                </a:cxn>
                <a:cxn ang="0">
                  <a:pos x="T9" y="T11"/>
                </a:cxn>
                <a:cxn ang="0">
                  <a:pos x="T13" y="T15"/>
                </a:cxn>
              </a:cxnLst>
              <a:rect l="0" t="0" r="r" b="b"/>
              <a:pathLst>
                <a:path w="19059" h="19056">
                  <a:moveTo>
                    <a:pt x="7753" y="13951"/>
                  </a:moveTo>
                  <a:cubicBezTo>
                    <a:pt x="5315" y="12969"/>
                    <a:pt x="4129" y="10197"/>
                    <a:pt x="5101" y="7755"/>
                  </a:cubicBezTo>
                  <a:cubicBezTo>
                    <a:pt x="6083" y="5323"/>
                    <a:pt x="8860" y="4132"/>
                    <a:pt x="11298" y="5104"/>
                  </a:cubicBezTo>
                  <a:cubicBezTo>
                    <a:pt x="13735" y="6081"/>
                    <a:pt x="14926" y="8858"/>
                    <a:pt x="13949" y="11300"/>
                  </a:cubicBezTo>
                  <a:cubicBezTo>
                    <a:pt x="12972" y="13737"/>
                    <a:pt x="10195" y="14923"/>
                    <a:pt x="7753" y="13951"/>
                  </a:cubicBezTo>
                  <a:moveTo>
                    <a:pt x="13070" y="686"/>
                  </a:moveTo>
                  <a:cubicBezTo>
                    <a:pt x="8190" y="-1272"/>
                    <a:pt x="2640" y="1104"/>
                    <a:pt x="686" y="5988"/>
                  </a:cubicBezTo>
                  <a:cubicBezTo>
                    <a:pt x="-1272" y="10872"/>
                    <a:pt x="1105" y="16416"/>
                    <a:pt x="5985" y="18369"/>
                  </a:cubicBezTo>
                  <a:cubicBezTo>
                    <a:pt x="10870" y="20328"/>
                    <a:pt x="16415" y="17951"/>
                    <a:pt x="18374" y="13072"/>
                  </a:cubicBezTo>
                  <a:cubicBezTo>
                    <a:pt x="20328" y="8188"/>
                    <a:pt x="17960" y="2644"/>
                    <a:pt x="13070" y="686"/>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52" name="AutoShape 9"/>
            <p:cNvSpPr>
              <a:spLocks/>
            </p:cNvSpPr>
            <p:nvPr/>
          </p:nvSpPr>
          <p:spPr bwMode="auto">
            <a:xfrm>
              <a:off x="7691921" y="7316631"/>
              <a:ext cx="137660" cy="137660"/>
            </a:xfrm>
            <a:custGeom>
              <a:avLst/>
              <a:gdLst>
                <a:gd name="T0" fmla="+- 0 10800 1271"/>
                <a:gd name="T1" fmla="*/ T0 w 19059"/>
                <a:gd name="T2" fmla="+- 0 10800 1271"/>
                <a:gd name="T3" fmla="*/ 10800 h 19058"/>
                <a:gd name="T4" fmla="+- 0 10800 1271"/>
                <a:gd name="T5" fmla="*/ T4 w 19059"/>
                <a:gd name="T6" fmla="+- 0 10800 1271"/>
                <a:gd name="T7" fmla="*/ 10800 h 19058"/>
                <a:gd name="T8" fmla="+- 0 10800 1271"/>
                <a:gd name="T9" fmla="*/ T8 w 19059"/>
                <a:gd name="T10" fmla="+- 0 10800 1271"/>
                <a:gd name="T11" fmla="*/ 10800 h 19058"/>
                <a:gd name="T12" fmla="+- 0 10800 1271"/>
                <a:gd name="T13" fmla="*/ T12 w 19059"/>
                <a:gd name="T14" fmla="+- 0 10800 1271"/>
                <a:gd name="T15" fmla="*/ 10800 h 19058"/>
              </a:gdLst>
              <a:ahLst/>
              <a:cxnLst>
                <a:cxn ang="0">
                  <a:pos x="T1" y="T3"/>
                </a:cxn>
                <a:cxn ang="0">
                  <a:pos x="T5" y="T7"/>
                </a:cxn>
                <a:cxn ang="0">
                  <a:pos x="T9" y="T11"/>
                </a:cxn>
                <a:cxn ang="0">
                  <a:pos x="T13" y="T15"/>
                </a:cxn>
              </a:cxnLst>
              <a:rect l="0" t="0" r="r" b="b"/>
              <a:pathLst>
                <a:path w="19059" h="19058">
                  <a:moveTo>
                    <a:pt x="7169" y="15424"/>
                  </a:moveTo>
                  <a:cubicBezTo>
                    <a:pt x="3916" y="14123"/>
                    <a:pt x="2331" y="10417"/>
                    <a:pt x="3632" y="7167"/>
                  </a:cubicBezTo>
                  <a:cubicBezTo>
                    <a:pt x="4934" y="3917"/>
                    <a:pt x="8638" y="2331"/>
                    <a:pt x="11889" y="3632"/>
                  </a:cubicBezTo>
                  <a:cubicBezTo>
                    <a:pt x="15141" y="4934"/>
                    <a:pt x="16728" y="8640"/>
                    <a:pt x="15425" y="11890"/>
                  </a:cubicBezTo>
                  <a:cubicBezTo>
                    <a:pt x="14124" y="15140"/>
                    <a:pt x="10419" y="16728"/>
                    <a:pt x="7169" y="15424"/>
                  </a:cubicBezTo>
                  <a:moveTo>
                    <a:pt x="13071" y="685"/>
                  </a:moveTo>
                  <a:cubicBezTo>
                    <a:pt x="8186" y="-1271"/>
                    <a:pt x="2639" y="1104"/>
                    <a:pt x="686" y="5987"/>
                  </a:cubicBezTo>
                  <a:cubicBezTo>
                    <a:pt x="-1271" y="10871"/>
                    <a:pt x="1104" y="16416"/>
                    <a:pt x="5987" y="18372"/>
                  </a:cubicBezTo>
                  <a:cubicBezTo>
                    <a:pt x="10874" y="20329"/>
                    <a:pt x="16418" y="17955"/>
                    <a:pt x="18375" y="13070"/>
                  </a:cubicBezTo>
                  <a:cubicBezTo>
                    <a:pt x="20328" y="8186"/>
                    <a:pt x="17956" y="2641"/>
                    <a:pt x="13071" y="685"/>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53" name="AutoShape 10"/>
            <p:cNvSpPr>
              <a:spLocks/>
            </p:cNvSpPr>
            <p:nvPr/>
          </p:nvSpPr>
          <p:spPr bwMode="auto">
            <a:xfrm>
              <a:off x="7783905" y="7407987"/>
              <a:ext cx="56941" cy="58818"/>
            </a:xfrm>
            <a:custGeom>
              <a:avLst/>
              <a:gdLst>
                <a:gd name="T0" fmla="+- 0 10804 288"/>
                <a:gd name="T1" fmla="*/ T0 w 21033"/>
                <a:gd name="T2" fmla="+- 0 10798 277"/>
                <a:gd name="T3" fmla="*/ 10798 h 21043"/>
                <a:gd name="T4" fmla="+- 0 10804 288"/>
                <a:gd name="T5" fmla="*/ T4 w 21033"/>
                <a:gd name="T6" fmla="+- 0 10798 277"/>
                <a:gd name="T7" fmla="*/ 10798 h 21043"/>
                <a:gd name="T8" fmla="+- 0 10804 288"/>
                <a:gd name="T9" fmla="*/ T8 w 21033"/>
                <a:gd name="T10" fmla="+- 0 10798 277"/>
                <a:gd name="T11" fmla="*/ 10798 h 21043"/>
                <a:gd name="T12" fmla="+- 0 10804 288"/>
                <a:gd name="T13" fmla="*/ T12 w 21033"/>
                <a:gd name="T14" fmla="+- 0 10798 277"/>
                <a:gd name="T15" fmla="*/ 10798 h 21043"/>
              </a:gdLst>
              <a:ahLst/>
              <a:cxnLst>
                <a:cxn ang="0">
                  <a:pos x="T1" y="T3"/>
                </a:cxn>
                <a:cxn ang="0">
                  <a:pos x="T5" y="T7"/>
                </a:cxn>
                <a:cxn ang="0">
                  <a:pos x="T9" y="T11"/>
                </a:cxn>
                <a:cxn ang="0">
                  <a:pos x="T13" y="T15"/>
                </a:cxn>
              </a:cxnLst>
              <a:rect l="0" t="0" r="r" b="b"/>
              <a:pathLst>
                <a:path w="21033" h="21043">
                  <a:moveTo>
                    <a:pt x="20881" y="2825"/>
                  </a:moveTo>
                  <a:cubicBezTo>
                    <a:pt x="21312" y="1771"/>
                    <a:pt x="20787" y="572"/>
                    <a:pt x="19713" y="149"/>
                  </a:cubicBezTo>
                  <a:cubicBezTo>
                    <a:pt x="18636" y="-277"/>
                    <a:pt x="17414" y="238"/>
                    <a:pt x="16984" y="1296"/>
                  </a:cubicBezTo>
                  <a:lnTo>
                    <a:pt x="16980" y="1292"/>
                  </a:lnTo>
                  <a:cubicBezTo>
                    <a:pt x="13964" y="8692"/>
                    <a:pt x="8182" y="14184"/>
                    <a:pt x="1269" y="17089"/>
                  </a:cubicBezTo>
                  <a:cubicBezTo>
                    <a:pt x="207" y="17536"/>
                    <a:pt x="-288" y="18747"/>
                    <a:pt x="170" y="19789"/>
                  </a:cubicBezTo>
                  <a:cubicBezTo>
                    <a:pt x="629" y="20840"/>
                    <a:pt x="1863" y="21323"/>
                    <a:pt x="2924" y="20876"/>
                  </a:cubicBezTo>
                  <a:cubicBezTo>
                    <a:pt x="2961" y="20860"/>
                    <a:pt x="2982" y="20828"/>
                    <a:pt x="3014" y="20815"/>
                  </a:cubicBezTo>
                  <a:cubicBezTo>
                    <a:pt x="10874" y="17480"/>
                    <a:pt x="17451" y="11227"/>
                    <a:pt x="20877" y="2825"/>
                  </a:cubicBezTo>
                  <a:cubicBezTo>
                    <a:pt x="20877" y="2825"/>
                    <a:pt x="20881" y="2825"/>
                    <a:pt x="20881" y="2825"/>
                  </a:cubicBezTo>
                  <a:close/>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54" name="AutoShape 11"/>
            <p:cNvSpPr>
              <a:spLocks/>
            </p:cNvSpPr>
            <p:nvPr/>
          </p:nvSpPr>
          <p:spPr bwMode="auto">
            <a:xfrm>
              <a:off x="7806429" y="7431140"/>
              <a:ext cx="81970" cy="83847"/>
            </a:xfrm>
            <a:custGeom>
              <a:avLst/>
              <a:gdLst>
                <a:gd name="T0" fmla="+- 0 10803 203"/>
                <a:gd name="T1" fmla="*/ T0 w 21201"/>
                <a:gd name="T2" fmla="+- 0 10798 194"/>
                <a:gd name="T3" fmla="*/ 10798 h 21209"/>
                <a:gd name="T4" fmla="+- 0 10803 203"/>
                <a:gd name="T5" fmla="*/ T4 w 21201"/>
                <a:gd name="T6" fmla="+- 0 10798 194"/>
                <a:gd name="T7" fmla="*/ 10798 h 21209"/>
                <a:gd name="T8" fmla="+- 0 10803 203"/>
                <a:gd name="T9" fmla="*/ T8 w 21201"/>
                <a:gd name="T10" fmla="+- 0 10798 194"/>
                <a:gd name="T11" fmla="*/ 10798 h 21209"/>
                <a:gd name="T12" fmla="+- 0 10803 203"/>
                <a:gd name="T13" fmla="*/ T12 w 21201"/>
                <a:gd name="T14" fmla="+- 0 10798 194"/>
                <a:gd name="T15" fmla="*/ 10798 h 21209"/>
              </a:gdLst>
              <a:ahLst/>
              <a:cxnLst>
                <a:cxn ang="0">
                  <a:pos x="T1" y="T3"/>
                </a:cxn>
                <a:cxn ang="0">
                  <a:pos x="T5" y="T7"/>
                </a:cxn>
                <a:cxn ang="0">
                  <a:pos x="T9" y="T11"/>
                </a:cxn>
                <a:cxn ang="0">
                  <a:pos x="T13" y="T15"/>
                </a:cxn>
              </a:cxnLst>
              <a:rect l="0" t="0" r="r" b="b"/>
              <a:pathLst>
                <a:path w="21201" h="21209">
                  <a:moveTo>
                    <a:pt x="20267" y="104"/>
                  </a:moveTo>
                  <a:cubicBezTo>
                    <a:pt x="19508" y="-194"/>
                    <a:pt x="18645" y="169"/>
                    <a:pt x="18339" y="912"/>
                  </a:cubicBezTo>
                  <a:cubicBezTo>
                    <a:pt x="14991" y="9110"/>
                    <a:pt x="8568" y="15198"/>
                    <a:pt x="894" y="18420"/>
                  </a:cubicBezTo>
                  <a:cubicBezTo>
                    <a:pt x="144" y="18735"/>
                    <a:pt x="-203" y="19589"/>
                    <a:pt x="121" y="20327"/>
                  </a:cubicBezTo>
                  <a:cubicBezTo>
                    <a:pt x="442" y="21068"/>
                    <a:pt x="1314" y="21406"/>
                    <a:pt x="2067" y="21090"/>
                  </a:cubicBezTo>
                  <a:cubicBezTo>
                    <a:pt x="2102" y="21073"/>
                    <a:pt x="2125" y="21042"/>
                    <a:pt x="2159" y="21025"/>
                  </a:cubicBezTo>
                  <a:cubicBezTo>
                    <a:pt x="10491" y="17500"/>
                    <a:pt x="17461" y="10881"/>
                    <a:pt x="21095" y="1994"/>
                  </a:cubicBezTo>
                  <a:cubicBezTo>
                    <a:pt x="21397" y="1250"/>
                    <a:pt x="21026" y="404"/>
                    <a:pt x="20267" y="104"/>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55" name="AutoShape 12"/>
            <p:cNvSpPr>
              <a:spLocks/>
            </p:cNvSpPr>
            <p:nvPr/>
          </p:nvSpPr>
          <p:spPr bwMode="auto">
            <a:xfrm>
              <a:off x="7795166" y="7419876"/>
              <a:ext cx="69456" cy="70707"/>
            </a:xfrm>
            <a:custGeom>
              <a:avLst/>
              <a:gdLst>
                <a:gd name="T0" fmla="+- 0 10802 238"/>
                <a:gd name="T1" fmla="*/ T0 w 21128"/>
                <a:gd name="T2" fmla="+- 0 10797 227"/>
                <a:gd name="T3" fmla="*/ 10797 h 21141"/>
                <a:gd name="T4" fmla="+- 0 10802 238"/>
                <a:gd name="T5" fmla="*/ T4 w 21128"/>
                <a:gd name="T6" fmla="+- 0 10797 227"/>
                <a:gd name="T7" fmla="*/ 10797 h 21141"/>
                <a:gd name="T8" fmla="+- 0 10802 238"/>
                <a:gd name="T9" fmla="*/ T8 w 21128"/>
                <a:gd name="T10" fmla="+- 0 10797 227"/>
                <a:gd name="T11" fmla="*/ 10797 h 21141"/>
                <a:gd name="T12" fmla="+- 0 10802 238"/>
                <a:gd name="T13" fmla="*/ T12 w 21128"/>
                <a:gd name="T14" fmla="+- 0 10797 227"/>
                <a:gd name="T15" fmla="*/ 10797 h 21141"/>
              </a:gdLst>
              <a:ahLst/>
              <a:cxnLst>
                <a:cxn ang="0">
                  <a:pos x="T1" y="T3"/>
                </a:cxn>
                <a:cxn ang="0">
                  <a:pos x="T5" y="T7"/>
                </a:cxn>
                <a:cxn ang="0">
                  <a:pos x="T9" y="T11"/>
                </a:cxn>
                <a:cxn ang="0">
                  <a:pos x="T13" y="T15"/>
                </a:cxn>
              </a:cxnLst>
              <a:rect l="0" t="0" r="r" b="b"/>
              <a:pathLst>
                <a:path w="21128" h="21141">
                  <a:moveTo>
                    <a:pt x="20035" y="122"/>
                  </a:moveTo>
                  <a:cubicBezTo>
                    <a:pt x="19142" y="-227"/>
                    <a:pt x="18134" y="195"/>
                    <a:pt x="17778" y="1071"/>
                  </a:cubicBezTo>
                  <a:cubicBezTo>
                    <a:pt x="14571" y="8936"/>
                    <a:pt x="8412" y="14778"/>
                    <a:pt x="1051" y="17867"/>
                  </a:cubicBezTo>
                  <a:lnTo>
                    <a:pt x="1054" y="17867"/>
                  </a:lnTo>
                  <a:cubicBezTo>
                    <a:pt x="172" y="18240"/>
                    <a:pt x="-238" y="19242"/>
                    <a:pt x="142" y="20108"/>
                  </a:cubicBezTo>
                  <a:cubicBezTo>
                    <a:pt x="522" y="20973"/>
                    <a:pt x="1543" y="21372"/>
                    <a:pt x="2425" y="21003"/>
                  </a:cubicBezTo>
                  <a:cubicBezTo>
                    <a:pt x="2459" y="20986"/>
                    <a:pt x="2476" y="20956"/>
                    <a:pt x="2514" y="20936"/>
                  </a:cubicBezTo>
                  <a:cubicBezTo>
                    <a:pt x="10651" y="17491"/>
                    <a:pt x="17459" y="11027"/>
                    <a:pt x="21002" y="2339"/>
                  </a:cubicBezTo>
                  <a:cubicBezTo>
                    <a:pt x="21361" y="1463"/>
                    <a:pt x="20927" y="472"/>
                    <a:pt x="20035" y="122"/>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56" name="AutoShape 13"/>
            <p:cNvSpPr>
              <a:spLocks/>
            </p:cNvSpPr>
            <p:nvPr/>
          </p:nvSpPr>
          <p:spPr bwMode="auto">
            <a:xfrm>
              <a:off x="7680660" y="7305368"/>
              <a:ext cx="57567" cy="58192"/>
            </a:xfrm>
            <a:custGeom>
              <a:avLst/>
              <a:gdLst>
                <a:gd name="T0" fmla="+- 0 10797 278"/>
                <a:gd name="T1" fmla="*/ T0 w 21039"/>
                <a:gd name="T2" fmla="+- 0 10803 281"/>
                <a:gd name="T3" fmla="*/ 10803 h 21044"/>
                <a:gd name="T4" fmla="+- 0 10797 278"/>
                <a:gd name="T5" fmla="*/ T4 w 21039"/>
                <a:gd name="T6" fmla="+- 0 10803 281"/>
                <a:gd name="T7" fmla="*/ 10803 h 21044"/>
                <a:gd name="T8" fmla="+- 0 10797 278"/>
                <a:gd name="T9" fmla="*/ T8 w 21039"/>
                <a:gd name="T10" fmla="+- 0 10803 281"/>
                <a:gd name="T11" fmla="*/ 10803 h 21044"/>
                <a:gd name="T12" fmla="+- 0 10797 278"/>
                <a:gd name="T13" fmla="*/ T12 w 21039"/>
                <a:gd name="T14" fmla="+- 0 10803 281"/>
                <a:gd name="T15" fmla="*/ 10803 h 21044"/>
              </a:gdLst>
              <a:ahLst/>
              <a:cxnLst>
                <a:cxn ang="0">
                  <a:pos x="T1" y="T3"/>
                </a:cxn>
                <a:cxn ang="0">
                  <a:pos x="T5" y="T7"/>
                </a:cxn>
                <a:cxn ang="0">
                  <a:pos x="T9" y="T11"/>
                </a:cxn>
                <a:cxn ang="0">
                  <a:pos x="T13" y="T15"/>
                </a:cxn>
              </a:cxnLst>
              <a:rect l="0" t="0" r="r" b="b"/>
              <a:pathLst>
                <a:path w="21039" h="21044">
                  <a:moveTo>
                    <a:pt x="20871" y="1248"/>
                  </a:moveTo>
                  <a:cubicBezTo>
                    <a:pt x="20411" y="197"/>
                    <a:pt x="19177" y="-281"/>
                    <a:pt x="18112" y="169"/>
                  </a:cubicBezTo>
                  <a:cubicBezTo>
                    <a:pt x="18075" y="181"/>
                    <a:pt x="18050" y="214"/>
                    <a:pt x="18021" y="226"/>
                  </a:cubicBezTo>
                  <a:cubicBezTo>
                    <a:pt x="10159" y="3562"/>
                    <a:pt x="3583" y="9820"/>
                    <a:pt x="152" y="18220"/>
                  </a:cubicBezTo>
                  <a:lnTo>
                    <a:pt x="148" y="18220"/>
                  </a:lnTo>
                  <a:cubicBezTo>
                    <a:pt x="-278" y="19278"/>
                    <a:pt x="242" y="20473"/>
                    <a:pt x="1320" y="20896"/>
                  </a:cubicBezTo>
                  <a:cubicBezTo>
                    <a:pt x="2398" y="21318"/>
                    <a:pt x="3620" y="20803"/>
                    <a:pt x="4046" y="19749"/>
                  </a:cubicBezTo>
                  <a:lnTo>
                    <a:pt x="4051" y="19749"/>
                  </a:lnTo>
                  <a:cubicBezTo>
                    <a:pt x="7068" y="12356"/>
                    <a:pt x="12856" y="6858"/>
                    <a:pt x="19764" y="3956"/>
                  </a:cubicBezTo>
                  <a:cubicBezTo>
                    <a:pt x="20830" y="3506"/>
                    <a:pt x="21322" y="2298"/>
                    <a:pt x="20871" y="1248"/>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57" name="AutoShape 14"/>
            <p:cNvSpPr>
              <a:spLocks/>
            </p:cNvSpPr>
            <p:nvPr/>
          </p:nvSpPr>
          <p:spPr bwMode="auto">
            <a:xfrm>
              <a:off x="7634980" y="7259689"/>
              <a:ext cx="81970" cy="83222"/>
            </a:xfrm>
            <a:custGeom>
              <a:avLst/>
              <a:gdLst>
                <a:gd name="T0" fmla="+- 0 10797 198"/>
                <a:gd name="T1" fmla="*/ T0 w 21199"/>
                <a:gd name="T2" fmla="+- 0 10802 198"/>
                <a:gd name="T3" fmla="*/ 10802 h 21208"/>
                <a:gd name="T4" fmla="+- 0 10797 198"/>
                <a:gd name="T5" fmla="*/ T4 w 21199"/>
                <a:gd name="T6" fmla="+- 0 10802 198"/>
                <a:gd name="T7" fmla="*/ 10802 h 21208"/>
                <a:gd name="T8" fmla="+- 0 10797 198"/>
                <a:gd name="T9" fmla="*/ T8 w 21199"/>
                <a:gd name="T10" fmla="+- 0 10802 198"/>
                <a:gd name="T11" fmla="*/ 10802 h 21208"/>
                <a:gd name="T12" fmla="+- 0 10797 198"/>
                <a:gd name="T13" fmla="*/ T12 w 21199"/>
                <a:gd name="T14" fmla="+- 0 10802 198"/>
                <a:gd name="T15" fmla="*/ 10802 h 21208"/>
              </a:gdLst>
              <a:ahLst/>
              <a:cxnLst>
                <a:cxn ang="0">
                  <a:pos x="T1" y="T3"/>
                </a:cxn>
                <a:cxn ang="0">
                  <a:pos x="T5" y="T7"/>
                </a:cxn>
                <a:cxn ang="0">
                  <a:pos x="T9" y="T11"/>
                </a:cxn>
                <a:cxn ang="0">
                  <a:pos x="T13" y="T15"/>
                </a:cxn>
              </a:cxnLst>
              <a:rect l="0" t="0" r="r" b="b"/>
              <a:pathLst>
                <a:path w="21199" h="21208">
                  <a:moveTo>
                    <a:pt x="21077" y="880"/>
                  </a:moveTo>
                  <a:cubicBezTo>
                    <a:pt x="20753" y="142"/>
                    <a:pt x="19881" y="-198"/>
                    <a:pt x="19129" y="117"/>
                  </a:cubicBezTo>
                  <a:cubicBezTo>
                    <a:pt x="19097" y="131"/>
                    <a:pt x="19071" y="162"/>
                    <a:pt x="19039" y="179"/>
                  </a:cubicBezTo>
                  <a:cubicBezTo>
                    <a:pt x="10706" y="3707"/>
                    <a:pt x="3739" y="10322"/>
                    <a:pt x="106" y="19208"/>
                  </a:cubicBezTo>
                  <a:cubicBezTo>
                    <a:pt x="-198" y="19957"/>
                    <a:pt x="172" y="20803"/>
                    <a:pt x="934" y="21101"/>
                  </a:cubicBezTo>
                  <a:cubicBezTo>
                    <a:pt x="1689" y="21401"/>
                    <a:pt x="2552" y="21041"/>
                    <a:pt x="2859" y="20292"/>
                  </a:cubicBezTo>
                  <a:cubicBezTo>
                    <a:pt x="6206" y="12096"/>
                    <a:pt x="12625" y="6008"/>
                    <a:pt x="20301" y="2787"/>
                  </a:cubicBezTo>
                  <a:cubicBezTo>
                    <a:pt x="21051" y="2469"/>
                    <a:pt x="21402" y="1618"/>
                    <a:pt x="21077" y="88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58" name="AutoShape 15"/>
            <p:cNvSpPr>
              <a:spLocks/>
            </p:cNvSpPr>
            <p:nvPr/>
          </p:nvSpPr>
          <p:spPr bwMode="auto">
            <a:xfrm>
              <a:off x="7658132" y="7282216"/>
              <a:ext cx="69456" cy="71333"/>
            </a:xfrm>
            <a:custGeom>
              <a:avLst/>
              <a:gdLst>
                <a:gd name="T0" fmla="+- 0 10796 232"/>
                <a:gd name="T1" fmla="*/ T0 w 21129"/>
                <a:gd name="T2" fmla="+- 0 10804 234"/>
                <a:gd name="T3" fmla="*/ 10804 h 21141"/>
                <a:gd name="T4" fmla="+- 0 10796 232"/>
                <a:gd name="T5" fmla="*/ T4 w 21129"/>
                <a:gd name="T6" fmla="+- 0 10804 234"/>
                <a:gd name="T7" fmla="*/ 10804 h 21141"/>
                <a:gd name="T8" fmla="+- 0 10796 232"/>
                <a:gd name="T9" fmla="*/ T8 w 21129"/>
                <a:gd name="T10" fmla="+- 0 10804 234"/>
                <a:gd name="T11" fmla="*/ 10804 h 21141"/>
                <a:gd name="T12" fmla="+- 0 10796 232"/>
                <a:gd name="T13" fmla="*/ T12 w 21129"/>
                <a:gd name="T14" fmla="+- 0 10804 234"/>
                <a:gd name="T15" fmla="*/ 10804 h 21141"/>
              </a:gdLst>
              <a:ahLst/>
              <a:cxnLst>
                <a:cxn ang="0">
                  <a:pos x="T1" y="T3"/>
                </a:cxn>
                <a:cxn ang="0">
                  <a:pos x="T5" y="T7"/>
                </a:cxn>
                <a:cxn ang="0">
                  <a:pos x="T9" y="T11"/>
                </a:cxn>
                <a:cxn ang="0">
                  <a:pos x="T13" y="T15"/>
                </a:cxn>
              </a:cxnLst>
              <a:rect l="0" t="0" r="r" b="b"/>
              <a:pathLst>
                <a:path w="21129" h="21141">
                  <a:moveTo>
                    <a:pt x="20075" y="3267"/>
                  </a:moveTo>
                  <a:cubicBezTo>
                    <a:pt x="20953" y="2898"/>
                    <a:pt x="21368" y="1899"/>
                    <a:pt x="20987" y="1030"/>
                  </a:cubicBezTo>
                  <a:cubicBezTo>
                    <a:pt x="20611" y="168"/>
                    <a:pt x="19589" y="-234"/>
                    <a:pt x="18707" y="138"/>
                  </a:cubicBezTo>
                  <a:cubicBezTo>
                    <a:pt x="18670" y="152"/>
                    <a:pt x="18649" y="185"/>
                    <a:pt x="18615" y="198"/>
                  </a:cubicBezTo>
                  <a:cubicBezTo>
                    <a:pt x="10481" y="3647"/>
                    <a:pt x="3673" y="10118"/>
                    <a:pt x="124" y="18802"/>
                  </a:cubicBezTo>
                  <a:cubicBezTo>
                    <a:pt x="-232" y="19678"/>
                    <a:pt x="205" y="20666"/>
                    <a:pt x="1094" y="21019"/>
                  </a:cubicBezTo>
                  <a:cubicBezTo>
                    <a:pt x="1983" y="21366"/>
                    <a:pt x="2991" y="20946"/>
                    <a:pt x="3354" y="20071"/>
                  </a:cubicBezTo>
                  <a:cubicBezTo>
                    <a:pt x="6561" y="12205"/>
                    <a:pt x="12717" y="6360"/>
                    <a:pt x="20075" y="3274"/>
                  </a:cubicBezTo>
                  <a:cubicBezTo>
                    <a:pt x="20075" y="3274"/>
                    <a:pt x="20075" y="3267"/>
                    <a:pt x="20075" y="3267"/>
                  </a:cubicBezTo>
                  <a:close/>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nvGrpSpPr>
          <p:cNvPr id="359" name="组合 358"/>
          <p:cNvGrpSpPr/>
          <p:nvPr/>
        </p:nvGrpSpPr>
        <p:grpSpPr>
          <a:xfrm>
            <a:off x="5304200" y="6309059"/>
            <a:ext cx="366050" cy="355413"/>
            <a:chOff x="6845312" y="7213386"/>
            <a:chExt cx="366050" cy="355413"/>
          </a:xfrm>
        </p:grpSpPr>
        <p:sp>
          <p:nvSpPr>
            <p:cNvPr id="360" name="AutoShape 16"/>
            <p:cNvSpPr>
              <a:spLocks/>
            </p:cNvSpPr>
            <p:nvPr/>
          </p:nvSpPr>
          <p:spPr bwMode="auto">
            <a:xfrm>
              <a:off x="7028650" y="7407988"/>
              <a:ext cx="45678" cy="4630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8" y="0"/>
                    <a:pt x="0" y="4841"/>
                    <a:pt x="0" y="10800"/>
                  </a:cubicBezTo>
                  <a:cubicBezTo>
                    <a:pt x="0" y="16758"/>
                    <a:pt x="4838" y="21599"/>
                    <a:pt x="10800" y="21599"/>
                  </a:cubicBezTo>
                  <a:cubicBezTo>
                    <a:pt x="16761" y="21599"/>
                    <a:pt x="21600" y="16758"/>
                    <a:pt x="21600" y="10800"/>
                  </a:cubicBezTo>
                  <a:cubicBezTo>
                    <a:pt x="21600" y="4841"/>
                    <a:pt x="16761" y="0"/>
                    <a:pt x="10800" y="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61" name="AutoShape 17"/>
            <p:cNvSpPr>
              <a:spLocks/>
            </p:cNvSpPr>
            <p:nvPr/>
          </p:nvSpPr>
          <p:spPr bwMode="auto">
            <a:xfrm>
              <a:off x="6845312" y="7213386"/>
              <a:ext cx="366050" cy="355413"/>
            </a:xfrm>
            <a:custGeom>
              <a:avLst/>
              <a:gdLst>
                <a:gd name="T0" fmla="*/ 10473 w 20946"/>
                <a:gd name="T1" fmla="*/ 10800 h 21600"/>
                <a:gd name="T2" fmla="*/ 10473 w 20946"/>
                <a:gd name="T3" fmla="*/ 10800 h 21600"/>
                <a:gd name="T4" fmla="*/ 10473 w 20946"/>
                <a:gd name="T5" fmla="*/ 10800 h 21600"/>
                <a:gd name="T6" fmla="*/ 10473 w 20946"/>
                <a:gd name="T7" fmla="*/ 10800 h 21600"/>
              </a:gdLst>
              <a:ahLst/>
              <a:cxnLst>
                <a:cxn ang="0">
                  <a:pos x="T0" y="T1"/>
                </a:cxn>
                <a:cxn ang="0">
                  <a:pos x="T2" y="T3"/>
                </a:cxn>
                <a:cxn ang="0">
                  <a:pos x="T4" y="T5"/>
                </a:cxn>
                <a:cxn ang="0">
                  <a:pos x="T6" y="T7"/>
                </a:cxn>
              </a:cxnLst>
              <a:rect l="0" t="0" r="r" b="b"/>
              <a:pathLst>
                <a:path w="20946" h="21600">
                  <a:moveTo>
                    <a:pt x="18509" y="15329"/>
                  </a:moveTo>
                  <a:lnTo>
                    <a:pt x="11782" y="15329"/>
                  </a:lnTo>
                  <a:cubicBezTo>
                    <a:pt x="10699" y="15329"/>
                    <a:pt x="9818" y="14391"/>
                    <a:pt x="9818" y="13238"/>
                  </a:cubicBezTo>
                  <a:cubicBezTo>
                    <a:pt x="9818" y="12086"/>
                    <a:pt x="10699" y="11148"/>
                    <a:pt x="11782" y="11148"/>
                  </a:cubicBezTo>
                  <a:lnTo>
                    <a:pt x="17673" y="11148"/>
                  </a:lnTo>
                  <a:cubicBezTo>
                    <a:pt x="18077" y="11142"/>
                    <a:pt x="18477" y="10934"/>
                    <a:pt x="18721" y="10588"/>
                  </a:cubicBezTo>
                  <a:cubicBezTo>
                    <a:pt x="18789" y="10491"/>
                    <a:pt x="18842" y="10381"/>
                    <a:pt x="18885" y="10267"/>
                  </a:cubicBezTo>
                  <a:cubicBezTo>
                    <a:pt x="18890" y="10251"/>
                    <a:pt x="18901" y="10239"/>
                    <a:pt x="18906" y="10224"/>
                  </a:cubicBezTo>
                  <a:cubicBezTo>
                    <a:pt x="19377" y="10880"/>
                    <a:pt x="19636" y="11686"/>
                    <a:pt x="19636" y="12541"/>
                  </a:cubicBezTo>
                  <a:cubicBezTo>
                    <a:pt x="19636" y="13613"/>
                    <a:pt x="19230" y="14607"/>
                    <a:pt x="18509" y="15329"/>
                  </a:cubicBezTo>
                  <a:moveTo>
                    <a:pt x="17673" y="17767"/>
                  </a:moveTo>
                  <a:cubicBezTo>
                    <a:pt x="17673" y="19114"/>
                    <a:pt x="16647" y="20206"/>
                    <a:pt x="15382" y="20206"/>
                  </a:cubicBezTo>
                  <a:lnTo>
                    <a:pt x="3600" y="20206"/>
                  </a:lnTo>
                  <a:cubicBezTo>
                    <a:pt x="2334" y="20206"/>
                    <a:pt x="1309" y="19114"/>
                    <a:pt x="1309" y="17767"/>
                  </a:cubicBezTo>
                  <a:lnTo>
                    <a:pt x="1309" y="6786"/>
                  </a:lnTo>
                  <a:cubicBezTo>
                    <a:pt x="1931" y="7334"/>
                    <a:pt x="2730" y="7664"/>
                    <a:pt x="3600" y="7664"/>
                  </a:cubicBezTo>
                  <a:lnTo>
                    <a:pt x="14400" y="7664"/>
                  </a:lnTo>
                  <a:lnTo>
                    <a:pt x="17018" y="7664"/>
                  </a:lnTo>
                  <a:cubicBezTo>
                    <a:pt x="17379" y="7664"/>
                    <a:pt x="17673" y="7976"/>
                    <a:pt x="17673" y="8361"/>
                  </a:cubicBezTo>
                  <a:lnTo>
                    <a:pt x="17673" y="9754"/>
                  </a:lnTo>
                  <a:lnTo>
                    <a:pt x="11782" y="9754"/>
                  </a:lnTo>
                  <a:cubicBezTo>
                    <a:pt x="9974" y="9754"/>
                    <a:pt x="8509" y="11314"/>
                    <a:pt x="8509" y="13238"/>
                  </a:cubicBezTo>
                  <a:cubicBezTo>
                    <a:pt x="8509" y="15163"/>
                    <a:pt x="9974" y="16722"/>
                    <a:pt x="11782" y="16722"/>
                  </a:cubicBezTo>
                  <a:lnTo>
                    <a:pt x="17673" y="16722"/>
                  </a:lnTo>
                  <a:cubicBezTo>
                    <a:pt x="17673" y="16722"/>
                    <a:pt x="17673" y="17767"/>
                    <a:pt x="17673" y="17767"/>
                  </a:cubicBezTo>
                  <a:close/>
                  <a:moveTo>
                    <a:pt x="16363" y="5574"/>
                  </a:moveTo>
                  <a:lnTo>
                    <a:pt x="16363" y="6270"/>
                  </a:lnTo>
                  <a:lnTo>
                    <a:pt x="14400" y="6270"/>
                  </a:lnTo>
                  <a:lnTo>
                    <a:pt x="3600" y="6270"/>
                  </a:lnTo>
                  <a:cubicBezTo>
                    <a:pt x="3246" y="6270"/>
                    <a:pt x="2916" y="6179"/>
                    <a:pt x="2617" y="6027"/>
                  </a:cubicBezTo>
                  <a:lnTo>
                    <a:pt x="2617" y="5574"/>
                  </a:lnTo>
                  <a:cubicBezTo>
                    <a:pt x="2617" y="5574"/>
                    <a:pt x="16363" y="5574"/>
                    <a:pt x="16363" y="5574"/>
                  </a:cubicBezTo>
                  <a:close/>
                  <a:moveTo>
                    <a:pt x="16363" y="4877"/>
                  </a:moveTo>
                  <a:lnTo>
                    <a:pt x="2617" y="4877"/>
                  </a:lnTo>
                  <a:lnTo>
                    <a:pt x="2617" y="4180"/>
                  </a:lnTo>
                  <a:lnTo>
                    <a:pt x="16363" y="4180"/>
                  </a:lnTo>
                  <a:cubicBezTo>
                    <a:pt x="16363" y="4180"/>
                    <a:pt x="16363" y="4877"/>
                    <a:pt x="16363" y="4877"/>
                  </a:cubicBezTo>
                  <a:close/>
                  <a:moveTo>
                    <a:pt x="16363" y="3483"/>
                  </a:moveTo>
                  <a:lnTo>
                    <a:pt x="2617" y="3483"/>
                  </a:lnTo>
                  <a:lnTo>
                    <a:pt x="2617" y="2787"/>
                  </a:lnTo>
                  <a:lnTo>
                    <a:pt x="16363" y="2787"/>
                  </a:lnTo>
                  <a:cubicBezTo>
                    <a:pt x="16363" y="2787"/>
                    <a:pt x="16363" y="3483"/>
                    <a:pt x="16363" y="3483"/>
                  </a:cubicBezTo>
                  <a:close/>
                  <a:moveTo>
                    <a:pt x="3600" y="1393"/>
                  </a:moveTo>
                  <a:lnTo>
                    <a:pt x="14400" y="1393"/>
                  </a:lnTo>
                  <a:lnTo>
                    <a:pt x="17018" y="1393"/>
                  </a:lnTo>
                  <a:cubicBezTo>
                    <a:pt x="17379" y="1393"/>
                    <a:pt x="17673" y="1705"/>
                    <a:pt x="17673" y="2090"/>
                  </a:cubicBezTo>
                  <a:lnTo>
                    <a:pt x="17673" y="3832"/>
                  </a:lnTo>
                  <a:lnTo>
                    <a:pt x="17673" y="4180"/>
                  </a:lnTo>
                  <a:lnTo>
                    <a:pt x="17673" y="6398"/>
                  </a:lnTo>
                  <a:cubicBezTo>
                    <a:pt x="17466" y="6321"/>
                    <a:pt x="17249" y="6270"/>
                    <a:pt x="17018" y="6270"/>
                  </a:cubicBezTo>
                  <a:lnTo>
                    <a:pt x="17018" y="5574"/>
                  </a:lnTo>
                  <a:lnTo>
                    <a:pt x="17018" y="4180"/>
                  </a:lnTo>
                  <a:lnTo>
                    <a:pt x="17018" y="2787"/>
                  </a:lnTo>
                  <a:cubicBezTo>
                    <a:pt x="17018" y="2401"/>
                    <a:pt x="16724" y="2090"/>
                    <a:pt x="16363" y="2090"/>
                  </a:cubicBezTo>
                  <a:lnTo>
                    <a:pt x="2617" y="2090"/>
                  </a:lnTo>
                  <a:cubicBezTo>
                    <a:pt x="2256" y="2090"/>
                    <a:pt x="1963" y="2401"/>
                    <a:pt x="1963" y="2787"/>
                  </a:cubicBezTo>
                  <a:lnTo>
                    <a:pt x="1963" y="4180"/>
                  </a:lnTo>
                  <a:lnTo>
                    <a:pt x="1963" y="5534"/>
                  </a:lnTo>
                  <a:cubicBezTo>
                    <a:pt x="1559" y="5094"/>
                    <a:pt x="1309" y="4495"/>
                    <a:pt x="1309" y="3832"/>
                  </a:cubicBezTo>
                  <a:cubicBezTo>
                    <a:pt x="1309" y="2485"/>
                    <a:pt x="2334" y="1393"/>
                    <a:pt x="3600" y="1393"/>
                  </a:cubicBezTo>
                  <a:moveTo>
                    <a:pt x="18983" y="8361"/>
                  </a:moveTo>
                  <a:lnTo>
                    <a:pt x="18982" y="8361"/>
                  </a:lnTo>
                  <a:lnTo>
                    <a:pt x="18982" y="4180"/>
                  </a:lnTo>
                  <a:lnTo>
                    <a:pt x="18982" y="3832"/>
                  </a:lnTo>
                  <a:lnTo>
                    <a:pt x="18982" y="2090"/>
                  </a:lnTo>
                  <a:cubicBezTo>
                    <a:pt x="18982" y="935"/>
                    <a:pt x="18102" y="0"/>
                    <a:pt x="17018" y="0"/>
                  </a:cubicBezTo>
                  <a:lnTo>
                    <a:pt x="14400" y="0"/>
                  </a:lnTo>
                  <a:lnTo>
                    <a:pt x="3600" y="0"/>
                  </a:lnTo>
                  <a:cubicBezTo>
                    <a:pt x="1614" y="0"/>
                    <a:pt x="0" y="1719"/>
                    <a:pt x="0" y="3832"/>
                  </a:cubicBezTo>
                  <a:lnTo>
                    <a:pt x="0" y="17767"/>
                  </a:lnTo>
                  <a:cubicBezTo>
                    <a:pt x="0" y="19880"/>
                    <a:pt x="1614" y="21600"/>
                    <a:pt x="3600" y="21600"/>
                  </a:cubicBezTo>
                  <a:lnTo>
                    <a:pt x="15382" y="21600"/>
                  </a:lnTo>
                  <a:cubicBezTo>
                    <a:pt x="17366" y="21600"/>
                    <a:pt x="18982" y="19880"/>
                    <a:pt x="18982" y="17767"/>
                  </a:cubicBezTo>
                  <a:lnTo>
                    <a:pt x="18982" y="16722"/>
                  </a:lnTo>
                  <a:lnTo>
                    <a:pt x="18983" y="16722"/>
                  </a:lnTo>
                  <a:cubicBezTo>
                    <a:pt x="21600" y="14631"/>
                    <a:pt x="21600" y="10452"/>
                    <a:pt x="18983" y="8361"/>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nvGrpSpPr>
          <p:cNvPr id="362" name="组合 361"/>
          <p:cNvGrpSpPr/>
          <p:nvPr/>
        </p:nvGrpSpPr>
        <p:grpSpPr>
          <a:xfrm>
            <a:off x="4781829" y="6303427"/>
            <a:ext cx="366050" cy="366676"/>
            <a:chOff x="6113210" y="7202122"/>
            <a:chExt cx="366050" cy="366676"/>
          </a:xfrm>
        </p:grpSpPr>
        <p:sp>
          <p:nvSpPr>
            <p:cNvPr id="363" name="AutoShape 18"/>
            <p:cNvSpPr>
              <a:spLocks/>
            </p:cNvSpPr>
            <p:nvPr/>
          </p:nvSpPr>
          <p:spPr bwMode="auto">
            <a:xfrm>
              <a:off x="6113210" y="7202122"/>
              <a:ext cx="366050"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9799"/>
                  </a:moveTo>
                  <a:cubicBezTo>
                    <a:pt x="20249" y="20048"/>
                    <a:pt x="20048" y="20249"/>
                    <a:pt x="19799" y="20249"/>
                  </a:cubicBezTo>
                  <a:lnTo>
                    <a:pt x="1800" y="20249"/>
                  </a:lnTo>
                  <a:cubicBezTo>
                    <a:pt x="1551" y="20249"/>
                    <a:pt x="1349" y="20048"/>
                    <a:pt x="1349" y="19799"/>
                  </a:cubicBezTo>
                  <a:lnTo>
                    <a:pt x="1349" y="3824"/>
                  </a:lnTo>
                  <a:cubicBezTo>
                    <a:pt x="1349" y="3576"/>
                    <a:pt x="1551" y="3375"/>
                    <a:pt x="1800" y="3375"/>
                  </a:cubicBezTo>
                  <a:lnTo>
                    <a:pt x="4724" y="3375"/>
                  </a:lnTo>
                  <a:lnTo>
                    <a:pt x="4724" y="4725"/>
                  </a:lnTo>
                  <a:cubicBezTo>
                    <a:pt x="4724" y="5098"/>
                    <a:pt x="5027" y="5400"/>
                    <a:pt x="5399" y="5400"/>
                  </a:cubicBezTo>
                  <a:cubicBezTo>
                    <a:pt x="5772" y="5400"/>
                    <a:pt x="6074" y="5098"/>
                    <a:pt x="6074" y="4725"/>
                  </a:cubicBezTo>
                  <a:lnTo>
                    <a:pt x="6074" y="3375"/>
                  </a:lnTo>
                  <a:lnTo>
                    <a:pt x="10124" y="3375"/>
                  </a:lnTo>
                  <a:lnTo>
                    <a:pt x="10124" y="4725"/>
                  </a:lnTo>
                  <a:cubicBezTo>
                    <a:pt x="10124" y="5098"/>
                    <a:pt x="10427" y="5400"/>
                    <a:pt x="10800" y="5400"/>
                  </a:cubicBezTo>
                  <a:cubicBezTo>
                    <a:pt x="11172" y="5400"/>
                    <a:pt x="11474" y="5098"/>
                    <a:pt x="11474" y="4725"/>
                  </a:cubicBezTo>
                  <a:lnTo>
                    <a:pt x="11474" y="3375"/>
                  </a:lnTo>
                  <a:lnTo>
                    <a:pt x="15524" y="3375"/>
                  </a:lnTo>
                  <a:lnTo>
                    <a:pt x="15524" y="4725"/>
                  </a:lnTo>
                  <a:cubicBezTo>
                    <a:pt x="15524" y="5098"/>
                    <a:pt x="15827" y="5400"/>
                    <a:pt x="16199" y="5400"/>
                  </a:cubicBezTo>
                  <a:cubicBezTo>
                    <a:pt x="16572" y="5400"/>
                    <a:pt x="16874" y="5098"/>
                    <a:pt x="16874" y="4725"/>
                  </a:cubicBezTo>
                  <a:lnTo>
                    <a:pt x="16874" y="3375"/>
                  </a:lnTo>
                  <a:lnTo>
                    <a:pt x="19799" y="3375"/>
                  </a:lnTo>
                  <a:cubicBezTo>
                    <a:pt x="20048" y="3375"/>
                    <a:pt x="20249" y="3576"/>
                    <a:pt x="20249" y="3824"/>
                  </a:cubicBezTo>
                  <a:cubicBezTo>
                    <a:pt x="20249" y="3824"/>
                    <a:pt x="20249" y="19799"/>
                    <a:pt x="20249" y="19799"/>
                  </a:cubicBezTo>
                  <a:close/>
                  <a:moveTo>
                    <a:pt x="19799" y="2025"/>
                  </a:moveTo>
                  <a:lnTo>
                    <a:pt x="16874" y="2025"/>
                  </a:lnTo>
                  <a:lnTo>
                    <a:pt x="16874" y="675"/>
                  </a:lnTo>
                  <a:cubicBezTo>
                    <a:pt x="16874" y="301"/>
                    <a:pt x="16572" y="0"/>
                    <a:pt x="16199" y="0"/>
                  </a:cubicBezTo>
                  <a:cubicBezTo>
                    <a:pt x="15827" y="0"/>
                    <a:pt x="15524" y="301"/>
                    <a:pt x="15524" y="675"/>
                  </a:cubicBezTo>
                  <a:lnTo>
                    <a:pt x="15524" y="2025"/>
                  </a:lnTo>
                  <a:lnTo>
                    <a:pt x="11474" y="2025"/>
                  </a:lnTo>
                  <a:lnTo>
                    <a:pt x="11474" y="675"/>
                  </a:lnTo>
                  <a:cubicBezTo>
                    <a:pt x="11474" y="301"/>
                    <a:pt x="11172" y="0"/>
                    <a:pt x="10800" y="0"/>
                  </a:cubicBezTo>
                  <a:cubicBezTo>
                    <a:pt x="10427" y="0"/>
                    <a:pt x="10124" y="301"/>
                    <a:pt x="10124" y="675"/>
                  </a:cubicBezTo>
                  <a:lnTo>
                    <a:pt x="10124" y="2025"/>
                  </a:lnTo>
                  <a:lnTo>
                    <a:pt x="6074" y="2025"/>
                  </a:lnTo>
                  <a:lnTo>
                    <a:pt x="6074" y="675"/>
                  </a:lnTo>
                  <a:cubicBezTo>
                    <a:pt x="6074" y="301"/>
                    <a:pt x="5772" y="0"/>
                    <a:pt x="5399" y="0"/>
                  </a:cubicBezTo>
                  <a:cubicBezTo>
                    <a:pt x="5027" y="0"/>
                    <a:pt x="4724" y="301"/>
                    <a:pt x="4724" y="675"/>
                  </a:cubicBezTo>
                  <a:lnTo>
                    <a:pt x="4724" y="2025"/>
                  </a:lnTo>
                  <a:lnTo>
                    <a:pt x="1800" y="2025"/>
                  </a:lnTo>
                  <a:cubicBezTo>
                    <a:pt x="805" y="2025"/>
                    <a:pt x="0" y="2830"/>
                    <a:pt x="0" y="3824"/>
                  </a:cubicBezTo>
                  <a:lnTo>
                    <a:pt x="0" y="19799"/>
                  </a:lnTo>
                  <a:cubicBezTo>
                    <a:pt x="0" y="20793"/>
                    <a:pt x="805" y="21599"/>
                    <a:pt x="1800" y="21599"/>
                  </a:cubicBezTo>
                  <a:lnTo>
                    <a:pt x="19799" y="21599"/>
                  </a:lnTo>
                  <a:cubicBezTo>
                    <a:pt x="20794" y="21599"/>
                    <a:pt x="21600" y="20793"/>
                    <a:pt x="21600" y="19799"/>
                  </a:cubicBezTo>
                  <a:lnTo>
                    <a:pt x="21600" y="3824"/>
                  </a:lnTo>
                  <a:cubicBezTo>
                    <a:pt x="21600" y="2830"/>
                    <a:pt x="20794" y="2025"/>
                    <a:pt x="19799" y="2025"/>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64" name="AutoShape 19"/>
            <p:cNvSpPr>
              <a:spLocks/>
            </p:cNvSpPr>
            <p:nvPr/>
          </p:nvSpPr>
          <p:spPr bwMode="auto">
            <a:xfrm>
              <a:off x="6193303" y="7339783"/>
              <a:ext cx="45678" cy="3441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21599"/>
                  </a:moveTo>
                  <a:lnTo>
                    <a:pt x="21600" y="21599"/>
                  </a:lnTo>
                  <a:lnTo>
                    <a:pt x="21600" y="0"/>
                  </a:lnTo>
                  <a:lnTo>
                    <a:pt x="0" y="0"/>
                  </a:lnTo>
                  <a:cubicBezTo>
                    <a:pt x="0" y="0"/>
                    <a:pt x="0" y="21599"/>
                    <a:pt x="0" y="21599"/>
                  </a:cubicBezTo>
                  <a:close/>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65" name="AutoShape 20"/>
            <p:cNvSpPr>
              <a:spLocks/>
            </p:cNvSpPr>
            <p:nvPr/>
          </p:nvSpPr>
          <p:spPr bwMode="auto">
            <a:xfrm>
              <a:off x="6193303" y="7396725"/>
              <a:ext cx="45678" cy="3441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21599"/>
                  </a:moveTo>
                  <a:lnTo>
                    <a:pt x="21600" y="21599"/>
                  </a:lnTo>
                  <a:lnTo>
                    <a:pt x="21600" y="0"/>
                  </a:lnTo>
                  <a:lnTo>
                    <a:pt x="0" y="0"/>
                  </a:lnTo>
                  <a:cubicBezTo>
                    <a:pt x="0" y="0"/>
                    <a:pt x="0" y="21599"/>
                    <a:pt x="0" y="21599"/>
                  </a:cubicBezTo>
                  <a:close/>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66" name="AutoShape 21"/>
            <p:cNvSpPr>
              <a:spLocks/>
            </p:cNvSpPr>
            <p:nvPr/>
          </p:nvSpPr>
          <p:spPr bwMode="auto">
            <a:xfrm>
              <a:off x="6193303" y="7454292"/>
              <a:ext cx="45678" cy="3378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21599"/>
                  </a:moveTo>
                  <a:lnTo>
                    <a:pt x="21600" y="21599"/>
                  </a:lnTo>
                  <a:lnTo>
                    <a:pt x="21600" y="0"/>
                  </a:lnTo>
                  <a:lnTo>
                    <a:pt x="0" y="0"/>
                  </a:lnTo>
                  <a:cubicBezTo>
                    <a:pt x="0" y="0"/>
                    <a:pt x="0" y="21599"/>
                    <a:pt x="0" y="21599"/>
                  </a:cubicBezTo>
                  <a:close/>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67" name="AutoShape 22"/>
            <p:cNvSpPr>
              <a:spLocks/>
            </p:cNvSpPr>
            <p:nvPr/>
          </p:nvSpPr>
          <p:spPr bwMode="auto">
            <a:xfrm>
              <a:off x="6273396" y="7454292"/>
              <a:ext cx="45678" cy="3378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21599"/>
                  </a:moveTo>
                  <a:lnTo>
                    <a:pt x="21600" y="21599"/>
                  </a:lnTo>
                  <a:lnTo>
                    <a:pt x="21600" y="0"/>
                  </a:lnTo>
                  <a:lnTo>
                    <a:pt x="0" y="0"/>
                  </a:lnTo>
                  <a:cubicBezTo>
                    <a:pt x="0" y="0"/>
                    <a:pt x="0" y="21599"/>
                    <a:pt x="0" y="21599"/>
                  </a:cubicBezTo>
                  <a:close/>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68" name="AutoShape 23"/>
            <p:cNvSpPr>
              <a:spLocks/>
            </p:cNvSpPr>
            <p:nvPr/>
          </p:nvSpPr>
          <p:spPr bwMode="auto">
            <a:xfrm>
              <a:off x="6273396" y="7396725"/>
              <a:ext cx="45678" cy="3441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21599"/>
                  </a:moveTo>
                  <a:lnTo>
                    <a:pt x="21600" y="21599"/>
                  </a:lnTo>
                  <a:lnTo>
                    <a:pt x="21600" y="0"/>
                  </a:lnTo>
                  <a:lnTo>
                    <a:pt x="0" y="0"/>
                  </a:lnTo>
                  <a:cubicBezTo>
                    <a:pt x="0" y="0"/>
                    <a:pt x="0" y="21599"/>
                    <a:pt x="0" y="21599"/>
                  </a:cubicBezTo>
                  <a:close/>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69" name="AutoShape 24"/>
            <p:cNvSpPr>
              <a:spLocks/>
            </p:cNvSpPr>
            <p:nvPr/>
          </p:nvSpPr>
          <p:spPr bwMode="auto">
            <a:xfrm>
              <a:off x="6273396" y="7339783"/>
              <a:ext cx="45678" cy="3441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21599"/>
                  </a:moveTo>
                  <a:lnTo>
                    <a:pt x="21600" y="21599"/>
                  </a:lnTo>
                  <a:lnTo>
                    <a:pt x="21600" y="0"/>
                  </a:lnTo>
                  <a:lnTo>
                    <a:pt x="0" y="0"/>
                  </a:lnTo>
                  <a:cubicBezTo>
                    <a:pt x="0" y="0"/>
                    <a:pt x="0" y="21599"/>
                    <a:pt x="0" y="21599"/>
                  </a:cubicBezTo>
                  <a:close/>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70" name="AutoShape 25"/>
            <p:cNvSpPr>
              <a:spLocks/>
            </p:cNvSpPr>
            <p:nvPr/>
          </p:nvSpPr>
          <p:spPr bwMode="auto">
            <a:xfrm>
              <a:off x="6353490" y="7454292"/>
              <a:ext cx="45678" cy="3378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21599"/>
                  </a:moveTo>
                  <a:lnTo>
                    <a:pt x="21600" y="21599"/>
                  </a:lnTo>
                  <a:lnTo>
                    <a:pt x="21600" y="0"/>
                  </a:lnTo>
                  <a:lnTo>
                    <a:pt x="0" y="0"/>
                  </a:lnTo>
                  <a:cubicBezTo>
                    <a:pt x="0" y="0"/>
                    <a:pt x="0" y="21599"/>
                    <a:pt x="0" y="21599"/>
                  </a:cubicBezTo>
                  <a:close/>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71" name="AutoShape 26"/>
            <p:cNvSpPr>
              <a:spLocks/>
            </p:cNvSpPr>
            <p:nvPr/>
          </p:nvSpPr>
          <p:spPr bwMode="auto">
            <a:xfrm>
              <a:off x="6353490" y="7396725"/>
              <a:ext cx="45678" cy="3441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21599"/>
                  </a:moveTo>
                  <a:lnTo>
                    <a:pt x="21600" y="21599"/>
                  </a:lnTo>
                  <a:lnTo>
                    <a:pt x="21600" y="0"/>
                  </a:lnTo>
                  <a:lnTo>
                    <a:pt x="0" y="0"/>
                  </a:lnTo>
                  <a:cubicBezTo>
                    <a:pt x="0" y="0"/>
                    <a:pt x="0" y="21599"/>
                    <a:pt x="0" y="21599"/>
                  </a:cubicBezTo>
                  <a:close/>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72" name="AutoShape 27"/>
            <p:cNvSpPr>
              <a:spLocks/>
            </p:cNvSpPr>
            <p:nvPr/>
          </p:nvSpPr>
          <p:spPr bwMode="auto">
            <a:xfrm>
              <a:off x="6353490" y="7339783"/>
              <a:ext cx="45678" cy="3441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21599"/>
                  </a:moveTo>
                  <a:lnTo>
                    <a:pt x="21600" y="21599"/>
                  </a:lnTo>
                  <a:lnTo>
                    <a:pt x="21600" y="0"/>
                  </a:lnTo>
                  <a:lnTo>
                    <a:pt x="0" y="0"/>
                  </a:lnTo>
                  <a:cubicBezTo>
                    <a:pt x="0" y="0"/>
                    <a:pt x="0" y="21599"/>
                    <a:pt x="0" y="21599"/>
                  </a:cubicBezTo>
                  <a:close/>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nvGrpSpPr>
          <p:cNvPr id="373" name="组合 372"/>
          <p:cNvGrpSpPr/>
          <p:nvPr/>
        </p:nvGrpSpPr>
        <p:grpSpPr>
          <a:xfrm>
            <a:off x="6578990" y="5774824"/>
            <a:ext cx="252168" cy="366676"/>
            <a:chOff x="6361126" y="5734996"/>
            <a:chExt cx="252168" cy="366676"/>
          </a:xfrm>
        </p:grpSpPr>
        <p:sp>
          <p:nvSpPr>
            <p:cNvPr id="374" name="AutoShape 30"/>
            <p:cNvSpPr>
              <a:spLocks/>
            </p:cNvSpPr>
            <p:nvPr/>
          </p:nvSpPr>
          <p:spPr bwMode="auto">
            <a:xfrm>
              <a:off x="6361126" y="5734996"/>
              <a:ext cx="252168" cy="366676"/>
            </a:xfrm>
            <a:custGeom>
              <a:avLst/>
              <a:gdLst>
                <a:gd name="T0" fmla="*/ 10383 w 20767"/>
                <a:gd name="T1" fmla="*/ 10800 h 21600"/>
                <a:gd name="T2" fmla="*/ 10383 w 20767"/>
                <a:gd name="T3" fmla="*/ 10800 h 21600"/>
                <a:gd name="T4" fmla="*/ 10383 w 20767"/>
                <a:gd name="T5" fmla="*/ 10800 h 21600"/>
                <a:gd name="T6" fmla="*/ 10383 w 20767"/>
                <a:gd name="T7" fmla="*/ 10800 h 21600"/>
              </a:gdLst>
              <a:ahLst/>
              <a:cxnLst>
                <a:cxn ang="0">
                  <a:pos x="T0" y="T1"/>
                </a:cxn>
                <a:cxn ang="0">
                  <a:pos x="T2" y="T3"/>
                </a:cxn>
                <a:cxn ang="0">
                  <a:pos x="T4" y="T5"/>
                </a:cxn>
                <a:cxn ang="0">
                  <a:pos x="T6" y="T7"/>
                </a:cxn>
              </a:cxnLst>
              <a:rect l="0" t="0" r="r" b="b"/>
              <a:pathLst>
                <a:path w="20767" h="21600">
                  <a:moveTo>
                    <a:pt x="18566" y="16551"/>
                  </a:moveTo>
                  <a:cubicBezTo>
                    <a:pt x="17960" y="18284"/>
                    <a:pt x="17274" y="20249"/>
                    <a:pt x="9436" y="20249"/>
                  </a:cubicBezTo>
                  <a:cubicBezTo>
                    <a:pt x="4711" y="20249"/>
                    <a:pt x="1888" y="17809"/>
                    <a:pt x="1888" y="15451"/>
                  </a:cubicBezTo>
                  <a:cubicBezTo>
                    <a:pt x="1888" y="13645"/>
                    <a:pt x="2349" y="12161"/>
                    <a:pt x="2835" y="10591"/>
                  </a:cubicBezTo>
                  <a:cubicBezTo>
                    <a:pt x="3454" y="8600"/>
                    <a:pt x="4088" y="6563"/>
                    <a:pt x="3813" y="3868"/>
                  </a:cubicBezTo>
                  <a:cubicBezTo>
                    <a:pt x="6723" y="6750"/>
                    <a:pt x="7759" y="10567"/>
                    <a:pt x="7759" y="10567"/>
                  </a:cubicBezTo>
                  <a:cubicBezTo>
                    <a:pt x="7759" y="10567"/>
                    <a:pt x="10468" y="7846"/>
                    <a:pt x="11196" y="6582"/>
                  </a:cubicBezTo>
                  <a:cubicBezTo>
                    <a:pt x="11755" y="7395"/>
                    <a:pt x="12267" y="10124"/>
                    <a:pt x="12267" y="12825"/>
                  </a:cubicBezTo>
                  <a:cubicBezTo>
                    <a:pt x="12267" y="12825"/>
                    <a:pt x="14773" y="11347"/>
                    <a:pt x="16653" y="9127"/>
                  </a:cubicBezTo>
                  <a:cubicBezTo>
                    <a:pt x="18632" y="11666"/>
                    <a:pt x="19346" y="14320"/>
                    <a:pt x="18566" y="16551"/>
                  </a:cubicBezTo>
                  <a:moveTo>
                    <a:pt x="16041" y="6075"/>
                  </a:moveTo>
                  <a:cubicBezTo>
                    <a:pt x="15982" y="7879"/>
                    <a:pt x="14088" y="9404"/>
                    <a:pt x="14088" y="9404"/>
                  </a:cubicBezTo>
                  <a:cubicBezTo>
                    <a:pt x="14088" y="6046"/>
                    <a:pt x="10380" y="3375"/>
                    <a:pt x="10380" y="3375"/>
                  </a:cubicBezTo>
                  <a:cubicBezTo>
                    <a:pt x="10380" y="3375"/>
                    <a:pt x="10330" y="5373"/>
                    <a:pt x="8452" y="7389"/>
                  </a:cubicBezTo>
                  <a:cubicBezTo>
                    <a:pt x="6574" y="2686"/>
                    <a:pt x="938" y="0"/>
                    <a:pt x="938" y="0"/>
                  </a:cubicBezTo>
                  <a:cubicBezTo>
                    <a:pt x="3756" y="7389"/>
                    <a:pt x="0" y="10076"/>
                    <a:pt x="0" y="15451"/>
                  </a:cubicBezTo>
                  <a:cubicBezTo>
                    <a:pt x="0" y="18604"/>
                    <a:pt x="3730" y="21599"/>
                    <a:pt x="9436" y="21599"/>
                  </a:cubicBezTo>
                  <a:cubicBezTo>
                    <a:pt x="17888" y="21599"/>
                    <a:pt x="19523" y="19379"/>
                    <a:pt x="20396" y="16878"/>
                  </a:cubicBezTo>
                  <a:cubicBezTo>
                    <a:pt x="21599" y="13436"/>
                    <a:pt x="19797" y="9432"/>
                    <a:pt x="16041" y="6075"/>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75" name="AutoShape 31"/>
            <p:cNvSpPr>
              <a:spLocks/>
            </p:cNvSpPr>
            <p:nvPr/>
          </p:nvSpPr>
          <p:spPr bwMode="auto">
            <a:xfrm>
              <a:off x="6416387" y="5883663"/>
              <a:ext cx="162063" cy="131403"/>
            </a:xfrm>
            <a:custGeom>
              <a:avLst/>
              <a:gdLst>
                <a:gd name="T0" fmla="*/ 10641 w 21282"/>
                <a:gd name="T1" fmla="*/ 10800 h 21600"/>
                <a:gd name="T2" fmla="*/ 10641 w 21282"/>
                <a:gd name="T3" fmla="*/ 10800 h 21600"/>
                <a:gd name="T4" fmla="*/ 10641 w 21282"/>
                <a:gd name="T5" fmla="*/ 10800 h 21600"/>
                <a:gd name="T6" fmla="*/ 10641 w 21282"/>
                <a:gd name="T7" fmla="*/ 10800 h 21600"/>
              </a:gdLst>
              <a:ahLst/>
              <a:cxnLst>
                <a:cxn ang="0">
                  <a:pos x="T0" y="T1"/>
                </a:cxn>
                <a:cxn ang="0">
                  <a:pos x="T2" y="T3"/>
                </a:cxn>
                <a:cxn ang="0">
                  <a:pos x="T4" y="T5"/>
                </a:cxn>
                <a:cxn ang="0">
                  <a:pos x="T6" y="T7"/>
                </a:cxn>
              </a:cxnLst>
              <a:rect l="0" t="0" r="r" b="b"/>
              <a:pathLst>
                <a:path w="21282" h="21600">
                  <a:moveTo>
                    <a:pt x="20698" y="5891"/>
                  </a:moveTo>
                  <a:lnTo>
                    <a:pt x="19424" y="7749"/>
                  </a:lnTo>
                  <a:cubicBezTo>
                    <a:pt x="17846" y="10064"/>
                    <a:pt x="16352" y="12259"/>
                    <a:pt x="12365" y="14784"/>
                  </a:cubicBezTo>
                  <a:cubicBezTo>
                    <a:pt x="11794" y="12631"/>
                    <a:pt x="11275" y="10259"/>
                    <a:pt x="11275" y="6631"/>
                  </a:cubicBezTo>
                  <a:lnTo>
                    <a:pt x="11275" y="3408"/>
                  </a:lnTo>
                  <a:lnTo>
                    <a:pt x="9000" y="7893"/>
                  </a:lnTo>
                  <a:cubicBezTo>
                    <a:pt x="8233" y="9421"/>
                    <a:pt x="7598" y="10690"/>
                    <a:pt x="6649" y="12373"/>
                  </a:cubicBezTo>
                  <a:cubicBezTo>
                    <a:pt x="5211" y="8296"/>
                    <a:pt x="4195" y="5281"/>
                    <a:pt x="3422" y="2545"/>
                  </a:cubicBezTo>
                  <a:lnTo>
                    <a:pt x="2705" y="0"/>
                  </a:lnTo>
                  <a:lnTo>
                    <a:pt x="1926" y="2847"/>
                  </a:lnTo>
                  <a:cubicBezTo>
                    <a:pt x="936" y="6469"/>
                    <a:pt x="0" y="9891"/>
                    <a:pt x="0" y="18771"/>
                  </a:cubicBezTo>
                  <a:cubicBezTo>
                    <a:pt x="0" y="19292"/>
                    <a:pt x="333" y="19714"/>
                    <a:pt x="749" y="19714"/>
                  </a:cubicBezTo>
                  <a:cubicBezTo>
                    <a:pt x="1162" y="19714"/>
                    <a:pt x="1499" y="19292"/>
                    <a:pt x="1499" y="18771"/>
                  </a:cubicBezTo>
                  <a:cubicBezTo>
                    <a:pt x="1499" y="11964"/>
                    <a:pt x="2037" y="8594"/>
                    <a:pt x="2758" y="5681"/>
                  </a:cubicBezTo>
                  <a:cubicBezTo>
                    <a:pt x="3537" y="8174"/>
                    <a:pt x="4520" y="11009"/>
                    <a:pt x="5812" y="14638"/>
                  </a:cubicBezTo>
                  <a:lnTo>
                    <a:pt x="6339" y="16117"/>
                  </a:lnTo>
                  <a:lnTo>
                    <a:pt x="7100" y="14811"/>
                  </a:lnTo>
                  <a:cubicBezTo>
                    <a:pt x="8344" y="12681"/>
                    <a:pt x="9085" y="11248"/>
                    <a:pt x="9896" y="9638"/>
                  </a:cubicBezTo>
                  <a:cubicBezTo>
                    <a:pt x="10133" y="12428"/>
                    <a:pt x="10681" y="14428"/>
                    <a:pt x="11223" y="16408"/>
                  </a:cubicBezTo>
                  <a:lnTo>
                    <a:pt x="11495" y="17404"/>
                  </a:lnTo>
                  <a:lnTo>
                    <a:pt x="12253" y="16953"/>
                  </a:lnTo>
                  <a:cubicBezTo>
                    <a:pt x="16306" y="14531"/>
                    <a:pt x="18203" y="12327"/>
                    <a:pt x="19708" y="10211"/>
                  </a:cubicBezTo>
                  <a:cubicBezTo>
                    <a:pt x="19942" y="13727"/>
                    <a:pt x="19573" y="17574"/>
                    <a:pt x="18698" y="20305"/>
                  </a:cubicBezTo>
                  <a:cubicBezTo>
                    <a:pt x="18543" y="20787"/>
                    <a:pt x="18730" y="21336"/>
                    <a:pt x="19114" y="21531"/>
                  </a:cubicBezTo>
                  <a:cubicBezTo>
                    <a:pt x="19204" y="21577"/>
                    <a:pt x="19301" y="21599"/>
                    <a:pt x="19395" y="21599"/>
                  </a:cubicBezTo>
                  <a:cubicBezTo>
                    <a:pt x="19690" y="21599"/>
                    <a:pt x="19972" y="21377"/>
                    <a:pt x="20089" y="21008"/>
                  </a:cubicBezTo>
                  <a:cubicBezTo>
                    <a:pt x="21251" y="17380"/>
                    <a:pt x="21600" y="12213"/>
                    <a:pt x="20976" y="7841"/>
                  </a:cubicBezTo>
                  <a:cubicBezTo>
                    <a:pt x="20976" y="7841"/>
                    <a:pt x="20698" y="5891"/>
                    <a:pt x="20698" y="5891"/>
                  </a:cubicBezTo>
                  <a:close/>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sp>
        <p:nvSpPr>
          <p:cNvPr id="376" name="AutoShape 32"/>
          <p:cNvSpPr>
            <a:spLocks/>
          </p:cNvSpPr>
          <p:nvPr/>
        </p:nvSpPr>
        <p:spPr bwMode="auto">
          <a:xfrm>
            <a:off x="5993741" y="5797976"/>
            <a:ext cx="366050" cy="320372"/>
          </a:xfrm>
          <a:custGeom>
            <a:avLst/>
            <a:gdLst>
              <a:gd name="T0" fmla="+- 0 10800 108"/>
              <a:gd name="T1" fmla="*/ T0 w 21384"/>
              <a:gd name="T2" fmla="*/ 10800 h 21600"/>
              <a:gd name="T3" fmla="+- 0 10800 108"/>
              <a:gd name="T4" fmla="*/ T3 w 21384"/>
              <a:gd name="T5" fmla="*/ 10800 h 21600"/>
              <a:gd name="T6" fmla="+- 0 10800 108"/>
              <a:gd name="T7" fmla="*/ T6 w 21384"/>
              <a:gd name="T8" fmla="*/ 10800 h 21600"/>
              <a:gd name="T9" fmla="+- 0 10800 108"/>
              <a:gd name="T10" fmla="*/ T9 w 21384"/>
              <a:gd name="T11" fmla="*/ 10800 h 21600"/>
            </a:gdLst>
            <a:ahLst/>
            <a:cxnLst>
              <a:cxn ang="0">
                <a:pos x="T1" y="T2"/>
              </a:cxn>
              <a:cxn ang="0">
                <a:pos x="T4" y="T5"/>
              </a:cxn>
              <a:cxn ang="0">
                <a:pos x="T7" y="T8"/>
              </a:cxn>
              <a:cxn ang="0">
                <a:pos x="T10" y="T11"/>
              </a:cxn>
            </a:cxnLst>
            <a:rect l="0" t="0" r="r" b="b"/>
            <a:pathLst>
              <a:path w="21384" h="21600">
                <a:moveTo>
                  <a:pt x="18710" y="9257"/>
                </a:moveTo>
                <a:lnTo>
                  <a:pt x="16706" y="7714"/>
                </a:lnTo>
                <a:lnTo>
                  <a:pt x="16706" y="20057"/>
                </a:lnTo>
                <a:lnTo>
                  <a:pt x="4677" y="20057"/>
                </a:lnTo>
                <a:lnTo>
                  <a:pt x="4677" y="7714"/>
                </a:lnTo>
                <a:lnTo>
                  <a:pt x="2673" y="9257"/>
                </a:lnTo>
                <a:lnTo>
                  <a:pt x="1336" y="4628"/>
                </a:lnTo>
                <a:lnTo>
                  <a:pt x="4677" y="1542"/>
                </a:lnTo>
                <a:lnTo>
                  <a:pt x="7468" y="1542"/>
                </a:lnTo>
                <a:cubicBezTo>
                  <a:pt x="7841" y="2871"/>
                  <a:pt x="9136" y="3857"/>
                  <a:pt x="10691" y="3857"/>
                </a:cubicBezTo>
                <a:cubicBezTo>
                  <a:pt x="12247" y="3857"/>
                  <a:pt x="13542" y="2871"/>
                  <a:pt x="13915" y="1542"/>
                </a:cubicBezTo>
                <a:lnTo>
                  <a:pt x="16706" y="1542"/>
                </a:lnTo>
                <a:lnTo>
                  <a:pt x="20047" y="4628"/>
                </a:lnTo>
                <a:cubicBezTo>
                  <a:pt x="20047" y="4628"/>
                  <a:pt x="18710" y="9257"/>
                  <a:pt x="18710" y="9257"/>
                </a:cubicBezTo>
                <a:close/>
                <a:moveTo>
                  <a:pt x="13200" y="1542"/>
                </a:moveTo>
                <a:cubicBezTo>
                  <a:pt x="12831" y="2438"/>
                  <a:pt x="11852" y="3085"/>
                  <a:pt x="10691" y="3085"/>
                </a:cubicBezTo>
                <a:cubicBezTo>
                  <a:pt x="9531" y="3085"/>
                  <a:pt x="8552" y="2438"/>
                  <a:pt x="8183" y="1542"/>
                </a:cubicBezTo>
                <a:cubicBezTo>
                  <a:pt x="8183" y="1542"/>
                  <a:pt x="13200" y="1542"/>
                  <a:pt x="13200" y="1542"/>
                </a:cubicBezTo>
                <a:close/>
                <a:moveTo>
                  <a:pt x="20882" y="3423"/>
                </a:moveTo>
                <a:lnTo>
                  <a:pt x="17541" y="338"/>
                </a:lnTo>
                <a:cubicBezTo>
                  <a:pt x="17303" y="119"/>
                  <a:pt x="17009" y="0"/>
                  <a:pt x="16706" y="0"/>
                </a:cubicBezTo>
                <a:lnTo>
                  <a:pt x="4677" y="0"/>
                </a:lnTo>
                <a:cubicBezTo>
                  <a:pt x="4374" y="0"/>
                  <a:pt x="4080" y="119"/>
                  <a:pt x="3842" y="338"/>
                </a:cubicBezTo>
                <a:lnTo>
                  <a:pt x="501" y="3423"/>
                </a:lnTo>
                <a:cubicBezTo>
                  <a:pt x="64" y="3827"/>
                  <a:pt x="-108" y="4503"/>
                  <a:pt x="68" y="5116"/>
                </a:cubicBezTo>
                <a:lnTo>
                  <a:pt x="1405" y="9745"/>
                </a:lnTo>
                <a:cubicBezTo>
                  <a:pt x="1537" y="10201"/>
                  <a:pt x="1845" y="10560"/>
                  <a:pt x="2239" y="10716"/>
                </a:cubicBezTo>
                <a:cubicBezTo>
                  <a:pt x="2380" y="10772"/>
                  <a:pt x="2527" y="10800"/>
                  <a:pt x="2673" y="10800"/>
                </a:cubicBezTo>
                <a:cubicBezTo>
                  <a:pt x="2905" y="10800"/>
                  <a:pt x="3136" y="10729"/>
                  <a:pt x="3341" y="10593"/>
                </a:cubicBezTo>
                <a:lnTo>
                  <a:pt x="3341" y="20057"/>
                </a:lnTo>
                <a:cubicBezTo>
                  <a:pt x="3341" y="20908"/>
                  <a:pt x="3940" y="21600"/>
                  <a:pt x="4677" y="21600"/>
                </a:cubicBezTo>
                <a:lnTo>
                  <a:pt x="16706" y="21600"/>
                </a:lnTo>
                <a:cubicBezTo>
                  <a:pt x="17443" y="21600"/>
                  <a:pt x="18042" y="20908"/>
                  <a:pt x="18042" y="20057"/>
                </a:cubicBezTo>
                <a:lnTo>
                  <a:pt x="18042" y="10593"/>
                </a:lnTo>
                <a:cubicBezTo>
                  <a:pt x="18247" y="10729"/>
                  <a:pt x="18478" y="10800"/>
                  <a:pt x="18710" y="10800"/>
                </a:cubicBezTo>
                <a:cubicBezTo>
                  <a:pt x="18856" y="10800"/>
                  <a:pt x="19002" y="10772"/>
                  <a:pt x="19144" y="10716"/>
                </a:cubicBezTo>
                <a:cubicBezTo>
                  <a:pt x="19538" y="10560"/>
                  <a:pt x="19846" y="10201"/>
                  <a:pt x="19978" y="9745"/>
                </a:cubicBezTo>
                <a:lnTo>
                  <a:pt x="21315" y="5116"/>
                </a:lnTo>
                <a:cubicBezTo>
                  <a:pt x="21491" y="4503"/>
                  <a:pt x="21319" y="3827"/>
                  <a:pt x="20882" y="3423"/>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nvGrpSpPr>
          <p:cNvPr id="377" name="组合 376"/>
          <p:cNvGrpSpPr/>
          <p:nvPr/>
        </p:nvGrpSpPr>
        <p:grpSpPr>
          <a:xfrm>
            <a:off x="5408492" y="5774824"/>
            <a:ext cx="366050" cy="366677"/>
            <a:chOff x="6845312" y="6469395"/>
            <a:chExt cx="366050" cy="366677"/>
          </a:xfrm>
        </p:grpSpPr>
        <p:sp>
          <p:nvSpPr>
            <p:cNvPr id="378" name="AutoShape 33"/>
            <p:cNvSpPr>
              <a:spLocks/>
            </p:cNvSpPr>
            <p:nvPr/>
          </p:nvSpPr>
          <p:spPr bwMode="auto">
            <a:xfrm>
              <a:off x="6845312" y="6607056"/>
              <a:ext cx="366050" cy="229016"/>
            </a:xfrm>
            <a:custGeom>
              <a:avLst/>
              <a:gdLst>
                <a:gd name="T0" fmla="*/ 10752 w 21505"/>
                <a:gd name="T1" fmla="*/ 10800 h 21600"/>
                <a:gd name="T2" fmla="*/ 10752 w 21505"/>
                <a:gd name="T3" fmla="*/ 10800 h 21600"/>
                <a:gd name="T4" fmla="*/ 10752 w 21505"/>
                <a:gd name="T5" fmla="*/ 10800 h 21600"/>
                <a:gd name="T6" fmla="*/ 10752 w 21505"/>
                <a:gd name="T7" fmla="*/ 10800 h 21600"/>
              </a:gdLst>
              <a:ahLst/>
              <a:cxnLst>
                <a:cxn ang="0">
                  <a:pos x="T0" y="T1"/>
                </a:cxn>
                <a:cxn ang="0">
                  <a:pos x="T2" y="T3"/>
                </a:cxn>
                <a:cxn ang="0">
                  <a:pos x="T4" y="T5"/>
                </a:cxn>
                <a:cxn ang="0">
                  <a:pos x="T6" y="T7"/>
                </a:cxn>
              </a:cxnLst>
              <a:rect l="0" t="0" r="r" b="b"/>
              <a:pathLst>
                <a:path w="21505" h="21600">
                  <a:moveTo>
                    <a:pt x="17472" y="17279"/>
                  </a:moveTo>
                  <a:lnTo>
                    <a:pt x="17472" y="18899"/>
                  </a:lnTo>
                  <a:cubicBezTo>
                    <a:pt x="17472" y="19198"/>
                    <a:pt x="17321" y="19439"/>
                    <a:pt x="17136" y="19439"/>
                  </a:cubicBezTo>
                  <a:lnTo>
                    <a:pt x="4368" y="19439"/>
                  </a:lnTo>
                  <a:cubicBezTo>
                    <a:pt x="4182" y="19439"/>
                    <a:pt x="4032" y="19198"/>
                    <a:pt x="4032" y="18899"/>
                  </a:cubicBezTo>
                  <a:lnTo>
                    <a:pt x="4032" y="17279"/>
                  </a:lnTo>
                  <a:lnTo>
                    <a:pt x="1344" y="12419"/>
                  </a:lnTo>
                  <a:cubicBezTo>
                    <a:pt x="1344" y="12121"/>
                    <a:pt x="1494" y="11879"/>
                    <a:pt x="1680" y="11879"/>
                  </a:cubicBezTo>
                  <a:lnTo>
                    <a:pt x="3360" y="11879"/>
                  </a:lnTo>
                  <a:lnTo>
                    <a:pt x="4032" y="11879"/>
                  </a:lnTo>
                  <a:lnTo>
                    <a:pt x="4704" y="11879"/>
                  </a:lnTo>
                  <a:lnTo>
                    <a:pt x="5376" y="11879"/>
                  </a:lnTo>
                  <a:lnTo>
                    <a:pt x="6048" y="11879"/>
                  </a:lnTo>
                  <a:lnTo>
                    <a:pt x="6720" y="11879"/>
                  </a:lnTo>
                  <a:lnTo>
                    <a:pt x="7392" y="11879"/>
                  </a:lnTo>
                  <a:lnTo>
                    <a:pt x="8064" y="11879"/>
                  </a:lnTo>
                  <a:lnTo>
                    <a:pt x="8736" y="11879"/>
                  </a:lnTo>
                  <a:lnTo>
                    <a:pt x="12768" y="11879"/>
                  </a:lnTo>
                  <a:lnTo>
                    <a:pt x="13440" y="11879"/>
                  </a:lnTo>
                  <a:lnTo>
                    <a:pt x="14112" y="11879"/>
                  </a:lnTo>
                  <a:lnTo>
                    <a:pt x="14784" y="11879"/>
                  </a:lnTo>
                  <a:lnTo>
                    <a:pt x="15456" y="11879"/>
                  </a:lnTo>
                  <a:lnTo>
                    <a:pt x="16128" y="11879"/>
                  </a:lnTo>
                  <a:lnTo>
                    <a:pt x="16800" y="11879"/>
                  </a:lnTo>
                  <a:lnTo>
                    <a:pt x="17472" y="11879"/>
                  </a:lnTo>
                  <a:lnTo>
                    <a:pt x="18144" y="11879"/>
                  </a:lnTo>
                  <a:lnTo>
                    <a:pt x="19824" y="11879"/>
                  </a:lnTo>
                  <a:cubicBezTo>
                    <a:pt x="20009" y="11879"/>
                    <a:pt x="20160" y="12121"/>
                    <a:pt x="20160" y="12419"/>
                  </a:cubicBezTo>
                  <a:cubicBezTo>
                    <a:pt x="20160" y="12419"/>
                    <a:pt x="17472" y="17279"/>
                    <a:pt x="17472" y="17279"/>
                  </a:cubicBezTo>
                  <a:close/>
                  <a:moveTo>
                    <a:pt x="10752" y="4320"/>
                  </a:moveTo>
                  <a:cubicBezTo>
                    <a:pt x="8625" y="4320"/>
                    <a:pt x="6826" y="6601"/>
                    <a:pt x="6246" y="9719"/>
                  </a:cubicBezTo>
                  <a:lnTo>
                    <a:pt x="5552" y="9719"/>
                  </a:lnTo>
                  <a:cubicBezTo>
                    <a:pt x="6152" y="6000"/>
                    <a:pt x="8252" y="3239"/>
                    <a:pt x="10752" y="3239"/>
                  </a:cubicBezTo>
                  <a:cubicBezTo>
                    <a:pt x="12934" y="3239"/>
                    <a:pt x="14813" y="5344"/>
                    <a:pt x="15654" y="8353"/>
                  </a:cubicBezTo>
                  <a:lnTo>
                    <a:pt x="15054" y="8835"/>
                  </a:lnTo>
                  <a:cubicBezTo>
                    <a:pt x="14323" y="6180"/>
                    <a:pt x="12671" y="4320"/>
                    <a:pt x="10752" y="4320"/>
                  </a:cubicBezTo>
                  <a:moveTo>
                    <a:pt x="10752" y="8639"/>
                  </a:moveTo>
                  <a:cubicBezTo>
                    <a:pt x="10158" y="8639"/>
                    <a:pt x="9630" y="9061"/>
                    <a:pt x="9260" y="9719"/>
                  </a:cubicBezTo>
                  <a:lnTo>
                    <a:pt x="8437" y="9719"/>
                  </a:lnTo>
                  <a:cubicBezTo>
                    <a:pt x="8904" y="8435"/>
                    <a:pt x="9761" y="7560"/>
                    <a:pt x="10752" y="7560"/>
                  </a:cubicBezTo>
                  <a:cubicBezTo>
                    <a:pt x="11742" y="7560"/>
                    <a:pt x="12600" y="8435"/>
                    <a:pt x="13066" y="9719"/>
                  </a:cubicBezTo>
                  <a:lnTo>
                    <a:pt x="12244" y="9719"/>
                  </a:lnTo>
                  <a:cubicBezTo>
                    <a:pt x="11874" y="9061"/>
                    <a:pt x="11345" y="8639"/>
                    <a:pt x="10752" y="8639"/>
                  </a:cubicBezTo>
                  <a:moveTo>
                    <a:pt x="13827" y="9719"/>
                  </a:moveTo>
                  <a:cubicBezTo>
                    <a:pt x="13307" y="7816"/>
                    <a:pt x="12126" y="6479"/>
                    <a:pt x="10752" y="6479"/>
                  </a:cubicBezTo>
                  <a:cubicBezTo>
                    <a:pt x="9378" y="6479"/>
                    <a:pt x="8197" y="7816"/>
                    <a:pt x="7676" y="9719"/>
                  </a:cubicBezTo>
                  <a:lnTo>
                    <a:pt x="6955" y="9719"/>
                  </a:lnTo>
                  <a:cubicBezTo>
                    <a:pt x="7510" y="7207"/>
                    <a:pt x="9001" y="5400"/>
                    <a:pt x="10752" y="5400"/>
                  </a:cubicBezTo>
                  <a:cubicBezTo>
                    <a:pt x="12409" y="5400"/>
                    <a:pt x="13834" y="7015"/>
                    <a:pt x="14454" y="9317"/>
                  </a:cubicBezTo>
                  <a:lnTo>
                    <a:pt x="13953" y="9719"/>
                  </a:lnTo>
                  <a:cubicBezTo>
                    <a:pt x="13953" y="9719"/>
                    <a:pt x="13827" y="9719"/>
                    <a:pt x="13827" y="9719"/>
                  </a:cubicBezTo>
                  <a:close/>
                  <a:moveTo>
                    <a:pt x="10752" y="1080"/>
                  </a:moveTo>
                  <a:cubicBezTo>
                    <a:pt x="13459" y="1080"/>
                    <a:pt x="15792" y="3672"/>
                    <a:pt x="16856" y="7388"/>
                  </a:cubicBezTo>
                  <a:lnTo>
                    <a:pt x="16256" y="7869"/>
                  </a:lnTo>
                  <a:cubicBezTo>
                    <a:pt x="15305" y="4504"/>
                    <a:pt x="13201" y="2160"/>
                    <a:pt x="10752" y="2160"/>
                  </a:cubicBezTo>
                  <a:cubicBezTo>
                    <a:pt x="7874" y="2160"/>
                    <a:pt x="5470" y="5392"/>
                    <a:pt x="4858" y="9719"/>
                  </a:cubicBezTo>
                  <a:lnTo>
                    <a:pt x="4167" y="9719"/>
                  </a:lnTo>
                  <a:cubicBezTo>
                    <a:pt x="4792" y="4796"/>
                    <a:pt x="7507" y="1080"/>
                    <a:pt x="10752" y="1080"/>
                  </a:cubicBezTo>
                  <a:moveTo>
                    <a:pt x="17336" y="9719"/>
                  </a:moveTo>
                  <a:lnTo>
                    <a:pt x="16958" y="9719"/>
                  </a:lnTo>
                  <a:lnTo>
                    <a:pt x="17294" y="9449"/>
                  </a:lnTo>
                  <a:cubicBezTo>
                    <a:pt x="17307" y="9540"/>
                    <a:pt x="17325" y="9628"/>
                    <a:pt x="17336" y="9719"/>
                  </a:cubicBezTo>
                  <a:moveTo>
                    <a:pt x="19824" y="9719"/>
                  </a:moveTo>
                  <a:lnTo>
                    <a:pt x="18016" y="9719"/>
                  </a:lnTo>
                  <a:cubicBezTo>
                    <a:pt x="17986" y="9461"/>
                    <a:pt x="17948" y="9209"/>
                    <a:pt x="17908" y="8957"/>
                  </a:cubicBezTo>
                  <a:lnTo>
                    <a:pt x="21132" y="6366"/>
                  </a:lnTo>
                  <a:cubicBezTo>
                    <a:pt x="21464" y="6099"/>
                    <a:pt x="21599" y="5450"/>
                    <a:pt x="21433" y="4916"/>
                  </a:cubicBezTo>
                  <a:cubicBezTo>
                    <a:pt x="21267" y="4383"/>
                    <a:pt x="20864" y="4169"/>
                    <a:pt x="20532" y="4433"/>
                  </a:cubicBezTo>
                  <a:lnTo>
                    <a:pt x="17456" y="6905"/>
                  </a:lnTo>
                  <a:cubicBezTo>
                    <a:pt x="16282" y="2836"/>
                    <a:pt x="13721" y="0"/>
                    <a:pt x="10752" y="0"/>
                  </a:cubicBezTo>
                  <a:cubicBezTo>
                    <a:pt x="7135" y="0"/>
                    <a:pt x="4122" y="4198"/>
                    <a:pt x="3488" y="9719"/>
                  </a:cubicBezTo>
                  <a:lnTo>
                    <a:pt x="1680" y="9719"/>
                  </a:lnTo>
                  <a:cubicBezTo>
                    <a:pt x="754" y="9719"/>
                    <a:pt x="0" y="10930"/>
                    <a:pt x="0" y="12419"/>
                  </a:cubicBezTo>
                  <a:cubicBezTo>
                    <a:pt x="0" y="12949"/>
                    <a:pt x="121" y="13459"/>
                    <a:pt x="339" y="13855"/>
                  </a:cubicBezTo>
                  <a:lnTo>
                    <a:pt x="2688" y="18101"/>
                  </a:lnTo>
                  <a:lnTo>
                    <a:pt x="2688" y="18899"/>
                  </a:lnTo>
                  <a:cubicBezTo>
                    <a:pt x="2688" y="20389"/>
                    <a:pt x="3442" y="21599"/>
                    <a:pt x="4368" y="21599"/>
                  </a:cubicBezTo>
                  <a:lnTo>
                    <a:pt x="17136" y="21599"/>
                  </a:lnTo>
                  <a:cubicBezTo>
                    <a:pt x="18062" y="21599"/>
                    <a:pt x="18816" y="20389"/>
                    <a:pt x="18816" y="18899"/>
                  </a:cubicBezTo>
                  <a:lnTo>
                    <a:pt x="18816" y="18101"/>
                  </a:lnTo>
                  <a:lnTo>
                    <a:pt x="21165" y="13855"/>
                  </a:lnTo>
                  <a:cubicBezTo>
                    <a:pt x="21383" y="13459"/>
                    <a:pt x="21504" y="12949"/>
                    <a:pt x="21504" y="12419"/>
                  </a:cubicBezTo>
                  <a:cubicBezTo>
                    <a:pt x="21504" y="10930"/>
                    <a:pt x="20750" y="9719"/>
                    <a:pt x="19824" y="9719"/>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79" name="AutoShape 34"/>
            <p:cNvSpPr>
              <a:spLocks/>
            </p:cNvSpPr>
            <p:nvPr/>
          </p:nvSpPr>
          <p:spPr bwMode="auto">
            <a:xfrm>
              <a:off x="6936670" y="6515700"/>
              <a:ext cx="26281" cy="85724"/>
            </a:xfrm>
            <a:custGeom>
              <a:avLst/>
              <a:gdLst>
                <a:gd name="T0" fmla="+- 0 10758 2273"/>
                <a:gd name="T1" fmla="*/ T0 w 16970"/>
                <a:gd name="T2" fmla="*/ 10800 h 21600"/>
                <a:gd name="T3" fmla="+- 0 10758 2273"/>
                <a:gd name="T4" fmla="*/ T3 w 16970"/>
                <a:gd name="T5" fmla="*/ 10800 h 21600"/>
                <a:gd name="T6" fmla="+- 0 10758 2273"/>
                <a:gd name="T7" fmla="*/ T6 w 16970"/>
                <a:gd name="T8" fmla="*/ 10800 h 21600"/>
                <a:gd name="T9" fmla="+- 0 10758 2273"/>
                <a:gd name="T10" fmla="*/ T9 w 16970"/>
                <a:gd name="T11" fmla="*/ 10800 h 21600"/>
              </a:gdLst>
              <a:ahLst/>
              <a:cxnLst>
                <a:cxn ang="0">
                  <a:pos x="T1" y="T2"/>
                </a:cxn>
                <a:cxn ang="0">
                  <a:pos x="T4" y="T5"/>
                </a:cxn>
                <a:cxn ang="0">
                  <a:pos x="T7" y="T8"/>
                </a:cxn>
                <a:cxn ang="0">
                  <a:pos x="T10" y="T11"/>
                </a:cxn>
              </a:cxnLst>
              <a:rect l="0" t="0" r="r" b="b"/>
              <a:pathLst>
                <a:path w="16970" h="21600">
                  <a:moveTo>
                    <a:pt x="1763" y="20770"/>
                  </a:moveTo>
                  <a:cubicBezTo>
                    <a:pt x="1785" y="20787"/>
                    <a:pt x="1800" y="20804"/>
                    <a:pt x="1822" y="20820"/>
                  </a:cubicBezTo>
                  <a:lnTo>
                    <a:pt x="1840" y="20820"/>
                  </a:lnTo>
                  <a:cubicBezTo>
                    <a:pt x="2471" y="21282"/>
                    <a:pt x="3719" y="21600"/>
                    <a:pt x="5169" y="21600"/>
                  </a:cubicBezTo>
                  <a:cubicBezTo>
                    <a:pt x="7249" y="21600"/>
                    <a:pt x="8949" y="20947"/>
                    <a:pt x="8949" y="20151"/>
                  </a:cubicBezTo>
                  <a:cubicBezTo>
                    <a:pt x="8949" y="20027"/>
                    <a:pt x="8890" y="19906"/>
                    <a:pt x="8813" y="19791"/>
                  </a:cubicBezTo>
                  <a:cubicBezTo>
                    <a:pt x="8827" y="19771"/>
                    <a:pt x="8827" y="19755"/>
                    <a:pt x="8805" y="19735"/>
                  </a:cubicBezTo>
                  <a:cubicBezTo>
                    <a:pt x="5994" y="17195"/>
                    <a:pt x="8670" y="14408"/>
                    <a:pt x="11954" y="11407"/>
                  </a:cubicBezTo>
                  <a:cubicBezTo>
                    <a:pt x="15517" y="8164"/>
                    <a:pt x="19327" y="4564"/>
                    <a:pt x="15125" y="902"/>
                  </a:cubicBezTo>
                  <a:cubicBezTo>
                    <a:pt x="14593" y="374"/>
                    <a:pt x="13264" y="0"/>
                    <a:pt x="11701" y="0"/>
                  </a:cubicBezTo>
                  <a:cubicBezTo>
                    <a:pt x="9671" y="0"/>
                    <a:pt x="8016" y="632"/>
                    <a:pt x="8016" y="1411"/>
                  </a:cubicBezTo>
                  <a:cubicBezTo>
                    <a:pt x="8016" y="1583"/>
                    <a:pt x="8108" y="1746"/>
                    <a:pt x="8259" y="1898"/>
                  </a:cubicBezTo>
                  <a:cubicBezTo>
                    <a:pt x="8259" y="1904"/>
                    <a:pt x="8259" y="1909"/>
                    <a:pt x="8266" y="1915"/>
                  </a:cubicBezTo>
                  <a:cubicBezTo>
                    <a:pt x="8273" y="1923"/>
                    <a:pt x="8281" y="1932"/>
                    <a:pt x="8295" y="1940"/>
                  </a:cubicBezTo>
                  <a:lnTo>
                    <a:pt x="8325" y="1974"/>
                  </a:lnTo>
                  <a:cubicBezTo>
                    <a:pt x="11360" y="4592"/>
                    <a:pt x="8424" y="7275"/>
                    <a:pt x="5106" y="10305"/>
                  </a:cubicBezTo>
                  <a:cubicBezTo>
                    <a:pt x="1605" y="13500"/>
                    <a:pt x="-2273" y="17040"/>
                    <a:pt x="1635" y="20649"/>
                  </a:cubicBezTo>
                  <a:cubicBezTo>
                    <a:pt x="1671" y="20691"/>
                    <a:pt x="1719" y="20730"/>
                    <a:pt x="1763" y="2077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80" name="AutoShape 35"/>
            <p:cNvSpPr>
              <a:spLocks/>
            </p:cNvSpPr>
            <p:nvPr/>
          </p:nvSpPr>
          <p:spPr bwMode="auto">
            <a:xfrm>
              <a:off x="7074330" y="6515700"/>
              <a:ext cx="25655" cy="85724"/>
            </a:xfrm>
            <a:custGeom>
              <a:avLst/>
              <a:gdLst>
                <a:gd name="T0" fmla="+- 0 10758 2273"/>
                <a:gd name="T1" fmla="*/ T0 w 16970"/>
                <a:gd name="T2" fmla="*/ 10800 h 21600"/>
                <a:gd name="T3" fmla="+- 0 10758 2273"/>
                <a:gd name="T4" fmla="*/ T3 w 16970"/>
                <a:gd name="T5" fmla="*/ 10800 h 21600"/>
                <a:gd name="T6" fmla="+- 0 10758 2273"/>
                <a:gd name="T7" fmla="*/ T6 w 16970"/>
                <a:gd name="T8" fmla="*/ 10800 h 21600"/>
                <a:gd name="T9" fmla="+- 0 10758 2273"/>
                <a:gd name="T10" fmla="*/ T9 w 16970"/>
                <a:gd name="T11" fmla="*/ 10800 h 21600"/>
              </a:gdLst>
              <a:ahLst/>
              <a:cxnLst>
                <a:cxn ang="0">
                  <a:pos x="T1" y="T2"/>
                </a:cxn>
                <a:cxn ang="0">
                  <a:pos x="T4" y="T5"/>
                </a:cxn>
                <a:cxn ang="0">
                  <a:pos x="T7" y="T8"/>
                </a:cxn>
                <a:cxn ang="0">
                  <a:pos x="T10" y="T11"/>
                </a:cxn>
              </a:cxnLst>
              <a:rect l="0" t="0" r="r" b="b"/>
              <a:pathLst>
                <a:path w="16970" h="21600">
                  <a:moveTo>
                    <a:pt x="1763" y="20770"/>
                  </a:moveTo>
                  <a:cubicBezTo>
                    <a:pt x="1785" y="20787"/>
                    <a:pt x="1800" y="20804"/>
                    <a:pt x="1822" y="20820"/>
                  </a:cubicBezTo>
                  <a:lnTo>
                    <a:pt x="1840" y="20820"/>
                  </a:lnTo>
                  <a:cubicBezTo>
                    <a:pt x="2471" y="21282"/>
                    <a:pt x="3719" y="21600"/>
                    <a:pt x="5169" y="21600"/>
                  </a:cubicBezTo>
                  <a:cubicBezTo>
                    <a:pt x="7249" y="21600"/>
                    <a:pt x="8949" y="20950"/>
                    <a:pt x="8949" y="20151"/>
                  </a:cubicBezTo>
                  <a:cubicBezTo>
                    <a:pt x="8949" y="20027"/>
                    <a:pt x="8890" y="19906"/>
                    <a:pt x="8813" y="19791"/>
                  </a:cubicBezTo>
                  <a:cubicBezTo>
                    <a:pt x="8827" y="19771"/>
                    <a:pt x="8827" y="19755"/>
                    <a:pt x="8805" y="19735"/>
                  </a:cubicBezTo>
                  <a:cubicBezTo>
                    <a:pt x="5994" y="17195"/>
                    <a:pt x="8670" y="14408"/>
                    <a:pt x="11954" y="11407"/>
                  </a:cubicBezTo>
                  <a:cubicBezTo>
                    <a:pt x="15517" y="8164"/>
                    <a:pt x="19327" y="4564"/>
                    <a:pt x="15125" y="902"/>
                  </a:cubicBezTo>
                  <a:cubicBezTo>
                    <a:pt x="14593" y="374"/>
                    <a:pt x="13264" y="0"/>
                    <a:pt x="11701" y="0"/>
                  </a:cubicBezTo>
                  <a:cubicBezTo>
                    <a:pt x="9671" y="0"/>
                    <a:pt x="8016" y="632"/>
                    <a:pt x="8016" y="1411"/>
                  </a:cubicBezTo>
                  <a:cubicBezTo>
                    <a:pt x="8016" y="1583"/>
                    <a:pt x="8108" y="1746"/>
                    <a:pt x="8259" y="1898"/>
                  </a:cubicBezTo>
                  <a:cubicBezTo>
                    <a:pt x="8259" y="1904"/>
                    <a:pt x="8259" y="1909"/>
                    <a:pt x="8266" y="1915"/>
                  </a:cubicBezTo>
                  <a:cubicBezTo>
                    <a:pt x="8273" y="1923"/>
                    <a:pt x="8281" y="1932"/>
                    <a:pt x="8295" y="1940"/>
                  </a:cubicBezTo>
                  <a:lnTo>
                    <a:pt x="8325" y="1974"/>
                  </a:lnTo>
                  <a:cubicBezTo>
                    <a:pt x="11360" y="4592"/>
                    <a:pt x="8424" y="7275"/>
                    <a:pt x="5106" y="10305"/>
                  </a:cubicBezTo>
                  <a:cubicBezTo>
                    <a:pt x="1605" y="13500"/>
                    <a:pt x="-2273" y="17040"/>
                    <a:pt x="1635" y="20649"/>
                  </a:cubicBezTo>
                  <a:cubicBezTo>
                    <a:pt x="1671" y="20691"/>
                    <a:pt x="1719" y="20730"/>
                    <a:pt x="1763" y="2077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81" name="AutoShape 36"/>
            <p:cNvSpPr>
              <a:spLocks/>
            </p:cNvSpPr>
            <p:nvPr/>
          </p:nvSpPr>
          <p:spPr bwMode="auto">
            <a:xfrm>
              <a:off x="7016763" y="6469395"/>
              <a:ext cx="26281" cy="86350"/>
            </a:xfrm>
            <a:custGeom>
              <a:avLst/>
              <a:gdLst>
                <a:gd name="T0" fmla="+- 0 10758 2273"/>
                <a:gd name="T1" fmla="*/ T0 w 16970"/>
                <a:gd name="T2" fmla="*/ 10800 h 21600"/>
                <a:gd name="T3" fmla="+- 0 10758 2273"/>
                <a:gd name="T4" fmla="*/ T3 w 16970"/>
                <a:gd name="T5" fmla="*/ 10800 h 21600"/>
                <a:gd name="T6" fmla="+- 0 10758 2273"/>
                <a:gd name="T7" fmla="*/ T6 w 16970"/>
                <a:gd name="T8" fmla="*/ 10800 h 21600"/>
                <a:gd name="T9" fmla="+- 0 10758 2273"/>
                <a:gd name="T10" fmla="*/ T9 w 16970"/>
                <a:gd name="T11" fmla="*/ 10800 h 21600"/>
              </a:gdLst>
              <a:ahLst/>
              <a:cxnLst>
                <a:cxn ang="0">
                  <a:pos x="T1" y="T2"/>
                </a:cxn>
                <a:cxn ang="0">
                  <a:pos x="T4" y="T5"/>
                </a:cxn>
                <a:cxn ang="0">
                  <a:pos x="T7" y="T8"/>
                </a:cxn>
                <a:cxn ang="0">
                  <a:pos x="T10" y="T11"/>
                </a:cxn>
              </a:cxnLst>
              <a:rect l="0" t="0" r="r" b="b"/>
              <a:pathLst>
                <a:path w="16970" h="21600">
                  <a:moveTo>
                    <a:pt x="1763" y="20770"/>
                  </a:moveTo>
                  <a:cubicBezTo>
                    <a:pt x="1785" y="20787"/>
                    <a:pt x="1800" y="20804"/>
                    <a:pt x="1822" y="20820"/>
                  </a:cubicBezTo>
                  <a:lnTo>
                    <a:pt x="1840" y="20820"/>
                  </a:lnTo>
                  <a:cubicBezTo>
                    <a:pt x="2471" y="21282"/>
                    <a:pt x="3719" y="21600"/>
                    <a:pt x="5169" y="21600"/>
                  </a:cubicBezTo>
                  <a:cubicBezTo>
                    <a:pt x="7249" y="21600"/>
                    <a:pt x="8949" y="20950"/>
                    <a:pt x="8949" y="20151"/>
                  </a:cubicBezTo>
                  <a:cubicBezTo>
                    <a:pt x="8949" y="20027"/>
                    <a:pt x="8890" y="19906"/>
                    <a:pt x="8813" y="19791"/>
                  </a:cubicBezTo>
                  <a:cubicBezTo>
                    <a:pt x="8827" y="19771"/>
                    <a:pt x="8827" y="19755"/>
                    <a:pt x="8805" y="19735"/>
                  </a:cubicBezTo>
                  <a:cubicBezTo>
                    <a:pt x="5994" y="17195"/>
                    <a:pt x="8670" y="14408"/>
                    <a:pt x="11954" y="11407"/>
                  </a:cubicBezTo>
                  <a:cubicBezTo>
                    <a:pt x="15517" y="8164"/>
                    <a:pt x="19327" y="4564"/>
                    <a:pt x="15125" y="902"/>
                  </a:cubicBezTo>
                  <a:cubicBezTo>
                    <a:pt x="14593" y="374"/>
                    <a:pt x="13264" y="0"/>
                    <a:pt x="11701" y="0"/>
                  </a:cubicBezTo>
                  <a:cubicBezTo>
                    <a:pt x="9671" y="0"/>
                    <a:pt x="8016" y="632"/>
                    <a:pt x="8016" y="1411"/>
                  </a:cubicBezTo>
                  <a:cubicBezTo>
                    <a:pt x="8016" y="1583"/>
                    <a:pt x="8108" y="1749"/>
                    <a:pt x="8259" y="1898"/>
                  </a:cubicBezTo>
                  <a:cubicBezTo>
                    <a:pt x="8259" y="1904"/>
                    <a:pt x="8259" y="1909"/>
                    <a:pt x="8266" y="1915"/>
                  </a:cubicBezTo>
                  <a:cubicBezTo>
                    <a:pt x="8273" y="1923"/>
                    <a:pt x="8281" y="1932"/>
                    <a:pt x="8295" y="1940"/>
                  </a:cubicBezTo>
                  <a:lnTo>
                    <a:pt x="8325" y="1974"/>
                  </a:lnTo>
                  <a:cubicBezTo>
                    <a:pt x="11360" y="4592"/>
                    <a:pt x="8424" y="7275"/>
                    <a:pt x="5106" y="10305"/>
                  </a:cubicBezTo>
                  <a:cubicBezTo>
                    <a:pt x="1605" y="13500"/>
                    <a:pt x="-2273" y="17040"/>
                    <a:pt x="1635" y="20649"/>
                  </a:cubicBezTo>
                  <a:cubicBezTo>
                    <a:pt x="1675" y="20691"/>
                    <a:pt x="1719" y="20730"/>
                    <a:pt x="1763" y="2077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nvGrpSpPr>
          <p:cNvPr id="382" name="组合 381"/>
          <p:cNvGrpSpPr/>
          <p:nvPr/>
        </p:nvGrpSpPr>
        <p:grpSpPr>
          <a:xfrm>
            <a:off x="4823242" y="5774824"/>
            <a:ext cx="366051" cy="366676"/>
            <a:chOff x="4927278" y="5750745"/>
            <a:chExt cx="366051" cy="366676"/>
          </a:xfrm>
        </p:grpSpPr>
        <p:sp>
          <p:nvSpPr>
            <p:cNvPr id="383" name="AutoShape 37"/>
            <p:cNvSpPr>
              <a:spLocks/>
            </p:cNvSpPr>
            <p:nvPr/>
          </p:nvSpPr>
          <p:spPr bwMode="auto">
            <a:xfrm>
              <a:off x="4927278" y="5785159"/>
              <a:ext cx="333513" cy="332262"/>
            </a:xfrm>
            <a:custGeom>
              <a:avLst/>
              <a:gdLst>
                <a:gd name="T0" fmla="+- 0 10849 98"/>
                <a:gd name="T1" fmla="*/ T0 w 21502"/>
                <a:gd name="T2" fmla="*/ 10800 h 21600"/>
                <a:gd name="T3" fmla="+- 0 10849 98"/>
                <a:gd name="T4" fmla="*/ T3 w 21502"/>
                <a:gd name="T5" fmla="*/ 10800 h 21600"/>
                <a:gd name="T6" fmla="+- 0 10849 98"/>
                <a:gd name="T7" fmla="*/ T6 w 21502"/>
                <a:gd name="T8" fmla="*/ 10800 h 21600"/>
                <a:gd name="T9" fmla="+- 0 10849 98"/>
                <a:gd name="T10" fmla="*/ T9 w 21502"/>
                <a:gd name="T11" fmla="*/ 10800 h 21600"/>
              </a:gdLst>
              <a:ahLst/>
              <a:cxnLst>
                <a:cxn ang="0">
                  <a:pos x="T1" y="T2"/>
                </a:cxn>
                <a:cxn ang="0">
                  <a:pos x="T4" y="T5"/>
                </a:cxn>
                <a:cxn ang="0">
                  <a:pos x="T7" y="T8"/>
                </a:cxn>
                <a:cxn ang="0">
                  <a:pos x="T10" y="T11"/>
                </a:cxn>
              </a:cxnLst>
              <a:rect l="0" t="0" r="r" b="b"/>
              <a:pathLst>
                <a:path w="21502" h="21600">
                  <a:moveTo>
                    <a:pt x="19917" y="7880"/>
                  </a:moveTo>
                  <a:lnTo>
                    <a:pt x="18875" y="8932"/>
                  </a:lnTo>
                  <a:cubicBezTo>
                    <a:pt x="18730" y="9079"/>
                    <a:pt x="18497" y="9079"/>
                    <a:pt x="18353" y="8932"/>
                  </a:cubicBezTo>
                  <a:lnTo>
                    <a:pt x="17048" y="7617"/>
                  </a:lnTo>
                  <a:lnTo>
                    <a:pt x="15991" y="10290"/>
                  </a:lnTo>
                  <a:lnTo>
                    <a:pt x="16080" y="10064"/>
                  </a:lnTo>
                  <a:cubicBezTo>
                    <a:pt x="13859" y="7826"/>
                    <a:pt x="11601" y="7544"/>
                    <a:pt x="9565" y="7291"/>
                  </a:cubicBezTo>
                  <a:cubicBezTo>
                    <a:pt x="8910" y="7210"/>
                    <a:pt x="8276" y="7126"/>
                    <a:pt x="7652" y="6990"/>
                  </a:cubicBezTo>
                  <a:lnTo>
                    <a:pt x="13918" y="4456"/>
                  </a:lnTo>
                  <a:lnTo>
                    <a:pt x="12652" y="3179"/>
                  </a:lnTo>
                  <a:cubicBezTo>
                    <a:pt x="12508" y="3033"/>
                    <a:pt x="12508" y="2798"/>
                    <a:pt x="12652" y="2652"/>
                  </a:cubicBezTo>
                  <a:lnTo>
                    <a:pt x="13695" y="1598"/>
                  </a:lnTo>
                  <a:cubicBezTo>
                    <a:pt x="13840" y="1453"/>
                    <a:pt x="14073" y="1453"/>
                    <a:pt x="14217" y="1598"/>
                  </a:cubicBezTo>
                  <a:lnTo>
                    <a:pt x="19917" y="7353"/>
                  </a:lnTo>
                  <a:cubicBezTo>
                    <a:pt x="20062" y="7499"/>
                    <a:pt x="20062" y="7734"/>
                    <a:pt x="19917" y="7880"/>
                  </a:cubicBezTo>
                  <a:moveTo>
                    <a:pt x="12292" y="19639"/>
                  </a:moveTo>
                  <a:cubicBezTo>
                    <a:pt x="12200" y="19872"/>
                    <a:pt x="11999" y="20044"/>
                    <a:pt x="11756" y="20095"/>
                  </a:cubicBezTo>
                  <a:cubicBezTo>
                    <a:pt x="11700" y="20106"/>
                    <a:pt x="11643" y="20111"/>
                    <a:pt x="11587" y="20110"/>
                  </a:cubicBezTo>
                  <a:cubicBezTo>
                    <a:pt x="11400" y="20105"/>
                    <a:pt x="11219" y="20030"/>
                    <a:pt x="11084" y="19892"/>
                  </a:cubicBezTo>
                  <a:lnTo>
                    <a:pt x="1692" y="10517"/>
                  </a:lnTo>
                  <a:cubicBezTo>
                    <a:pt x="1519" y="10343"/>
                    <a:pt x="1443" y="10094"/>
                    <a:pt x="1488" y="9852"/>
                  </a:cubicBezTo>
                  <a:cubicBezTo>
                    <a:pt x="1533" y="9610"/>
                    <a:pt x="1695" y="9407"/>
                    <a:pt x="1917" y="9308"/>
                  </a:cubicBezTo>
                  <a:lnTo>
                    <a:pt x="6505" y="7453"/>
                  </a:lnTo>
                  <a:cubicBezTo>
                    <a:pt x="9597" y="8490"/>
                    <a:pt x="12689" y="7491"/>
                    <a:pt x="15781" y="10821"/>
                  </a:cubicBezTo>
                  <a:cubicBezTo>
                    <a:pt x="15781" y="10821"/>
                    <a:pt x="12292" y="19639"/>
                    <a:pt x="12292" y="19639"/>
                  </a:cubicBezTo>
                  <a:close/>
                  <a:moveTo>
                    <a:pt x="15260" y="545"/>
                  </a:moveTo>
                  <a:cubicBezTo>
                    <a:pt x="14912" y="193"/>
                    <a:pt x="14449" y="0"/>
                    <a:pt x="13956" y="0"/>
                  </a:cubicBezTo>
                  <a:cubicBezTo>
                    <a:pt x="13463" y="0"/>
                    <a:pt x="13000" y="193"/>
                    <a:pt x="12651" y="546"/>
                  </a:cubicBezTo>
                  <a:lnTo>
                    <a:pt x="11610" y="1598"/>
                  </a:lnTo>
                  <a:cubicBezTo>
                    <a:pt x="11261" y="1949"/>
                    <a:pt x="11068" y="2417"/>
                    <a:pt x="11068" y="2915"/>
                  </a:cubicBezTo>
                  <a:cubicBezTo>
                    <a:pt x="11068" y="3265"/>
                    <a:pt x="11164" y="3601"/>
                    <a:pt x="11342" y="3893"/>
                  </a:cubicBezTo>
                  <a:lnTo>
                    <a:pt x="1324" y="7944"/>
                  </a:lnTo>
                  <a:cubicBezTo>
                    <a:pt x="654" y="8241"/>
                    <a:pt x="173" y="8851"/>
                    <a:pt x="38" y="9575"/>
                  </a:cubicBezTo>
                  <a:cubicBezTo>
                    <a:pt x="-98" y="10302"/>
                    <a:pt x="130" y="11048"/>
                    <a:pt x="654" y="11576"/>
                  </a:cubicBezTo>
                  <a:lnTo>
                    <a:pt x="10041" y="20946"/>
                  </a:lnTo>
                  <a:cubicBezTo>
                    <a:pt x="10445" y="21354"/>
                    <a:pt x="10982" y="21586"/>
                    <a:pt x="11549" y="21599"/>
                  </a:cubicBezTo>
                  <a:cubicBezTo>
                    <a:pt x="11562" y="21599"/>
                    <a:pt x="11593" y="21599"/>
                    <a:pt x="11605" y="21599"/>
                  </a:cubicBezTo>
                  <a:cubicBezTo>
                    <a:pt x="11754" y="21599"/>
                    <a:pt x="11906" y="21584"/>
                    <a:pt x="12056" y="21553"/>
                  </a:cubicBezTo>
                  <a:cubicBezTo>
                    <a:pt x="12789" y="21399"/>
                    <a:pt x="13390" y="20888"/>
                    <a:pt x="13662" y="20191"/>
                  </a:cubicBezTo>
                  <a:lnTo>
                    <a:pt x="17604" y="10229"/>
                  </a:lnTo>
                  <a:cubicBezTo>
                    <a:pt x="17902" y="10426"/>
                    <a:pt x="18250" y="10532"/>
                    <a:pt x="18613" y="10532"/>
                  </a:cubicBezTo>
                  <a:cubicBezTo>
                    <a:pt x="19107" y="10532"/>
                    <a:pt x="19570" y="10338"/>
                    <a:pt x="19918" y="9986"/>
                  </a:cubicBezTo>
                  <a:lnTo>
                    <a:pt x="20957" y="8937"/>
                  </a:lnTo>
                  <a:cubicBezTo>
                    <a:pt x="21308" y="8585"/>
                    <a:pt x="21502" y="8116"/>
                    <a:pt x="21502" y="7617"/>
                  </a:cubicBezTo>
                  <a:cubicBezTo>
                    <a:pt x="21502" y="7117"/>
                    <a:pt x="21308" y="6648"/>
                    <a:pt x="20961" y="6300"/>
                  </a:cubicBezTo>
                  <a:cubicBezTo>
                    <a:pt x="20961" y="6300"/>
                    <a:pt x="15260" y="545"/>
                    <a:pt x="15260" y="545"/>
                  </a:cubicBezTo>
                  <a:close/>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84" name="AutoShape 38"/>
            <p:cNvSpPr>
              <a:spLocks/>
            </p:cNvSpPr>
            <p:nvPr/>
          </p:nvSpPr>
          <p:spPr bwMode="auto">
            <a:xfrm>
              <a:off x="5087464" y="5934083"/>
              <a:ext cx="56941" cy="5756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4320"/>
                  </a:moveTo>
                  <a:cubicBezTo>
                    <a:pt x="14381" y="4320"/>
                    <a:pt x="17279" y="7222"/>
                    <a:pt x="17279" y="10800"/>
                  </a:cubicBezTo>
                  <a:cubicBezTo>
                    <a:pt x="17279" y="14377"/>
                    <a:pt x="14381" y="17279"/>
                    <a:pt x="10800" y="17279"/>
                  </a:cubicBezTo>
                  <a:cubicBezTo>
                    <a:pt x="7218" y="17279"/>
                    <a:pt x="4319" y="14377"/>
                    <a:pt x="4319" y="10800"/>
                  </a:cubicBezTo>
                  <a:cubicBezTo>
                    <a:pt x="4319" y="7222"/>
                    <a:pt x="7218" y="4320"/>
                    <a:pt x="10800" y="4320"/>
                  </a:cubicBezTo>
                  <a:moveTo>
                    <a:pt x="10800" y="21599"/>
                  </a:moveTo>
                  <a:cubicBezTo>
                    <a:pt x="16752" y="21599"/>
                    <a:pt x="21600" y="16756"/>
                    <a:pt x="21600" y="10800"/>
                  </a:cubicBezTo>
                  <a:cubicBezTo>
                    <a:pt x="21600" y="4843"/>
                    <a:pt x="16752" y="0"/>
                    <a:pt x="10800" y="0"/>
                  </a:cubicBezTo>
                  <a:cubicBezTo>
                    <a:pt x="4847" y="0"/>
                    <a:pt x="0" y="4843"/>
                    <a:pt x="0" y="10800"/>
                  </a:cubicBezTo>
                  <a:cubicBezTo>
                    <a:pt x="0" y="16756"/>
                    <a:pt x="4847" y="21599"/>
                    <a:pt x="10800" y="21599"/>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85" name="AutoShape 39"/>
            <p:cNvSpPr>
              <a:spLocks/>
            </p:cNvSpPr>
            <p:nvPr/>
          </p:nvSpPr>
          <p:spPr bwMode="auto">
            <a:xfrm>
              <a:off x="5236388" y="5750745"/>
              <a:ext cx="56941" cy="5756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7279"/>
                  </a:moveTo>
                  <a:cubicBezTo>
                    <a:pt x="7218" y="17279"/>
                    <a:pt x="4320" y="14377"/>
                    <a:pt x="4320" y="10800"/>
                  </a:cubicBezTo>
                  <a:cubicBezTo>
                    <a:pt x="4320" y="7222"/>
                    <a:pt x="7218" y="4320"/>
                    <a:pt x="10800" y="4320"/>
                  </a:cubicBezTo>
                  <a:cubicBezTo>
                    <a:pt x="14381" y="4320"/>
                    <a:pt x="17280" y="7222"/>
                    <a:pt x="17280" y="10800"/>
                  </a:cubicBezTo>
                  <a:cubicBezTo>
                    <a:pt x="17280" y="14377"/>
                    <a:pt x="14381" y="17279"/>
                    <a:pt x="10800" y="17279"/>
                  </a:cubicBezTo>
                  <a:moveTo>
                    <a:pt x="10800" y="0"/>
                  </a:moveTo>
                  <a:cubicBezTo>
                    <a:pt x="4847" y="0"/>
                    <a:pt x="0" y="4843"/>
                    <a:pt x="0" y="10800"/>
                  </a:cubicBezTo>
                  <a:cubicBezTo>
                    <a:pt x="0" y="16756"/>
                    <a:pt x="4847" y="21599"/>
                    <a:pt x="10800" y="21599"/>
                  </a:cubicBezTo>
                  <a:cubicBezTo>
                    <a:pt x="16752" y="21599"/>
                    <a:pt x="21600" y="16756"/>
                    <a:pt x="21600" y="10800"/>
                  </a:cubicBezTo>
                  <a:cubicBezTo>
                    <a:pt x="21600" y="4843"/>
                    <a:pt x="16752" y="0"/>
                    <a:pt x="10800" y="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86" name="AutoShape 40"/>
            <p:cNvSpPr>
              <a:spLocks/>
            </p:cNvSpPr>
            <p:nvPr/>
          </p:nvSpPr>
          <p:spPr bwMode="auto">
            <a:xfrm>
              <a:off x="5018632" y="5922820"/>
              <a:ext cx="45678" cy="4567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5400"/>
                  </a:moveTo>
                  <a:cubicBezTo>
                    <a:pt x="13779" y="5400"/>
                    <a:pt x="16199" y="7815"/>
                    <a:pt x="16199" y="10800"/>
                  </a:cubicBezTo>
                  <a:cubicBezTo>
                    <a:pt x="16199" y="13784"/>
                    <a:pt x="13779" y="16200"/>
                    <a:pt x="10800" y="16200"/>
                  </a:cubicBezTo>
                  <a:cubicBezTo>
                    <a:pt x="7820" y="16200"/>
                    <a:pt x="5399" y="13784"/>
                    <a:pt x="5399" y="10800"/>
                  </a:cubicBezTo>
                  <a:cubicBezTo>
                    <a:pt x="5399" y="7815"/>
                    <a:pt x="7820" y="5400"/>
                    <a:pt x="10800" y="5400"/>
                  </a:cubicBezTo>
                  <a:moveTo>
                    <a:pt x="0" y="10800"/>
                  </a:moveTo>
                  <a:cubicBezTo>
                    <a:pt x="0" y="16753"/>
                    <a:pt x="4843" y="21599"/>
                    <a:pt x="10800" y="21599"/>
                  </a:cubicBezTo>
                  <a:cubicBezTo>
                    <a:pt x="16756" y="21599"/>
                    <a:pt x="21600" y="16753"/>
                    <a:pt x="21600" y="10800"/>
                  </a:cubicBezTo>
                  <a:cubicBezTo>
                    <a:pt x="21600" y="4846"/>
                    <a:pt x="16756" y="0"/>
                    <a:pt x="10800" y="0"/>
                  </a:cubicBezTo>
                  <a:cubicBezTo>
                    <a:pt x="4843" y="0"/>
                    <a:pt x="0" y="4846"/>
                    <a:pt x="0" y="1080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87" name="AutoShape 41"/>
            <p:cNvSpPr>
              <a:spLocks/>
            </p:cNvSpPr>
            <p:nvPr/>
          </p:nvSpPr>
          <p:spPr bwMode="auto">
            <a:xfrm>
              <a:off x="5064310" y="6002913"/>
              <a:ext cx="23152" cy="2252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58" y="21599"/>
                    <a:pt x="21600" y="16769"/>
                    <a:pt x="21600" y="10800"/>
                  </a:cubicBezTo>
                  <a:cubicBezTo>
                    <a:pt x="21600" y="4830"/>
                    <a:pt x="16758" y="0"/>
                    <a:pt x="10800" y="0"/>
                  </a:cubicBezTo>
                  <a:cubicBezTo>
                    <a:pt x="4841" y="0"/>
                    <a:pt x="0" y="4830"/>
                    <a:pt x="0" y="10800"/>
                  </a:cubicBezTo>
                  <a:cubicBezTo>
                    <a:pt x="0" y="16769"/>
                    <a:pt x="4841" y="21599"/>
                    <a:pt x="10800" y="21599"/>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88" name="AutoShape 42"/>
            <p:cNvSpPr>
              <a:spLocks/>
            </p:cNvSpPr>
            <p:nvPr/>
          </p:nvSpPr>
          <p:spPr bwMode="auto">
            <a:xfrm>
              <a:off x="5247649" y="5830838"/>
              <a:ext cx="22526" cy="2315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41" y="0"/>
                    <a:pt x="0" y="4830"/>
                    <a:pt x="0" y="10800"/>
                  </a:cubicBezTo>
                  <a:cubicBezTo>
                    <a:pt x="0" y="16769"/>
                    <a:pt x="4841" y="21599"/>
                    <a:pt x="10800" y="21599"/>
                  </a:cubicBezTo>
                  <a:cubicBezTo>
                    <a:pt x="16758" y="21599"/>
                    <a:pt x="21600" y="16769"/>
                    <a:pt x="21600" y="10800"/>
                  </a:cubicBezTo>
                  <a:cubicBezTo>
                    <a:pt x="21600" y="4830"/>
                    <a:pt x="16758" y="0"/>
                    <a:pt x="10800" y="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sp>
        <p:nvSpPr>
          <p:cNvPr id="389" name="AutoShape 47"/>
          <p:cNvSpPr>
            <a:spLocks/>
          </p:cNvSpPr>
          <p:nvPr/>
        </p:nvSpPr>
        <p:spPr bwMode="auto">
          <a:xfrm>
            <a:off x="6487819" y="5222784"/>
            <a:ext cx="366051" cy="366050"/>
          </a:xfrm>
          <a:custGeom>
            <a:avLst/>
            <a:gdLst>
              <a:gd name="T0" fmla="+- 0 10853 107"/>
              <a:gd name="T1" fmla="*/ T0 w 21493"/>
              <a:gd name="T2" fmla="*/ 10800 h 21600"/>
              <a:gd name="T3" fmla="+- 0 10853 107"/>
              <a:gd name="T4" fmla="*/ T3 w 21493"/>
              <a:gd name="T5" fmla="*/ 10800 h 21600"/>
              <a:gd name="T6" fmla="+- 0 10853 107"/>
              <a:gd name="T7" fmla="*/ T6 w 21493"/>
              <a:gd name="T8" fmla="*/ 10800 h 21600"/>
              <a:gd name="T9" fmla="+- 0 10853 107"/>
              <a:gd name="T10" fmla="*/ T9 w 21493"/>
              <a:gd name="T11" fmla="*/ 10800 h 21600"/>
            </a:gdLst>
            <a:ahLst/>
            <a:cxnLst>
              <a:cxn ang="0">
                <a:pos x="T1" y="T2"/>
              </a:cxn>
              <a:cxn ang="0">
                <a:pos x="T4" y="T5"/>
              </a:cxn>
              <a:cxn ang="0">
                <a:pos x="T7" y="T8"/>
              </a:cxn>
              <a:cxn ang="0">
                <a:pos x="T10" y="T11"/>
              </a:cxn>
            </a:cxnLst>
            <a:rect l="0" t="0" r="r" b="b"/>
            <a:pathLst>
              <a:path w="21493" h="21600">
                <a:moveTo>
                  <a:pt x="20123" y="3375"/>
                </a:moveTo>
                <a:lnTo>
                  <a:pt x="8704" y="5400"/>
                </a:lnTo>
                <a:lnTo>
                  <a:pt x="8704" y="4725"/>
                </a:lnTo>
                <a:lnTo>
                  <a:pt x="8704" y="3375"/>
                </a:lnTo>
                <a:lnTo>
                  <a:pt x="20123" y="1350"/>
                </a:lnTo>
                <a:lnTo>
                  <a:pt x="20123" y="2700"/>
                </a:lnTo>
                <a:cubicBezTo>
                  <a:pt x="20123" y="2700"/>
                  <a:pt x="20123" y="3375"/>
                  <a:pt x="20123" y="3375"/>
                </a:cubicBezTo>
                <a:close/>
                <a:moveTo>
                  <a:pt x="17901" y="18014"/>
                </a:moveTo>
                <a:cubicBezTo>
                  <a:pt x="16291" y="18553"/>
                  <a:pt x="14628" y="18025"/>
                  <a:pt x="14187" y="16839"/>
                </a:cubicBezTo>
                <a:cubicBezTo>
                  <a:pt x="13745" y="15651"/>
                  <a:pt x="14691" y="14251"/>
                  <a:pt x="16300" y="13712"/>
                </a:cubicBezTo>
                <a:cubicBezTo>
                  <a:pt x="17910" y="13173"/>
                  <a:pt x="19573" y="13699"/>
                  <a:pt x="20014" y="14886"/>
                </a:cubicBezTo>
                <a:cubicBezTo>
                  <a:pt x="20456" y="16074"/>
                  <a:pt x="19510" y="17474"/>
                  <a:pt x="17901" y="18014"/>
                </a:cubicBezTo>
                <a:moveTo>
                  <a:pt x="5163" y="20039"/>
                </a:moveTo>
                <a:cubicBezTo>
                  <a:pt x="3554" y="20578"/>
                  <a:pt x="1890" y="20050"/>
                  <a:pt x="1450" y="18864"/>
                </a:cubicBezTo>
                <a:cubicBezTo>
                  <a:pt x="1008" y="17676"/>
                  <a:pt x="1954" y="16276"/>
                  <a:pt x="3562" y="15737"/>
                </a:cubicBezTo>
                <a:cubicBezTo>
                  <a:pt x="5172" y="15198"/>
                  <a:pt x="6836" y="15724"/>
                  <a:pt x="7277" y="16911"/>
                </a:cubicBezTo>
                <a:cubicBezTo>
                  <a:pt x="7719" y="18099"/>
                  <a:pt x="6773" y="19499"/>
                  <a:pt x="5163" y="20039"/>
                </a:cubicBezTo>
                <a:moveTo>
                  <a:pt x="21012" y="316"/>
                </a:moveTo>
                <a:cubicBezTo>
                  <a:pt x="20770" y="110"/>
                  <a:pt x="20463" y="0"/>
                  <a:pt x="20149" y="0"/>
                </a:cubicBezTo>
                <a:cubicBezTo>
                  <a:pt x="20072" y="0"/>
                  <a:pt x="19993" y="6"/>
                  <a:pt x="19916" y="21"/>
                </a:cubicBezTo>
                <a:lnTo>
                  <a:pt x="8497" y="2046"/>
                </a:lnTo>
                <a:cubicBezTo>
                  <a:pt x="7855" y="2159"/>
                  <a:pt x="7387" y="2719"/>
                  <a:pt x="7387" y="3375"/>
                </a:cubicBezTo>
                <a:lnTo>
                  <a:pt x="7387" y="4725"/>
                </a:lnTo>
                <a:lnTo>
                  <a:pt x="7387" y="5400"/>
                </a:lnTo>
                <a:lnTo>
                  <a:pt x="7387" y="14964"/>
                </a:lnTo>
                <a:cubicBezTo>
                  <a:pt x="6706" y="14467"/>
                  <a:pt x="5822" y="14175"/>
                  <a:pt x="4839" y="14175"/>
                </a:cubicBezTo>
                <a:cubicBezTo>
                  <a:pt x="4268" y="14175"/>
                  <a:pt x="3696" y="14269"/>
                  <a:pt x="3139" y="14455"/>
                </a:cubicBezTo>
                <a:cubicBezTo>
                  <a:pt x="1865" y="14882"/>
                  <a:pt x="843" y="15739"/>
                  <a:pt x="336" y="16807"/>
                </a:cubicBezTo>
                <a:cubicBezTo>
                  <a:pt x="-56" y="17633"/>
                  <a:pt x="-107" y="18530"/>
                  <a:pt x="192" y="19336"/>
                </a:cubicBezTo>
                <a:cubicBezTo>
                  <a:pt x="703" y="20711"/>
                  <a:pt x="2155" y="21599"/>
                  <a:pt x="3892" y="21599"/>
                </a:cubicBezTo>
                <a:cubicBezTo>
                  <a:pt x="4462" y="21599"/>
                  <a:pt x="5033" y="21506"/>
                  <a:pt x="5590" y="21319"/>
                </a:cubicBezTo>
                <a:cubicBezTo>
                  <a:pt x="6865" y="20893"/>
                  <a:pt x="7887" y="20036"/>
                  <a:pt x="8394" y="18969"/>
                </a:cubicBezTo>
                <a:cubicBezTo>
                  <a:pt x="8612" y="18509"/>
                  <a:pt x="8714" y="18027"/>
                  <a:pt x="8718" y="17549"/>
                </a:cubicBezTo>
                <a:lnTo>
                  <a:pt x="8730" y="17549"/>
                </a:lnTo>
                <a:lnTo>
                  <a:pt x="8730" y="6750"/>
                </a:lnTo>
                <a:cubicBezTo>
                  <a:pt x="8807" y="6750"/>
                  <a:pt x="8886" y="6743"/>
                  <a:pt x="8964" y="6730"/>
                </a:cubicBezTo>
                <a:lnTo>
                  <a:pt x="20149" y="4746"/>
                </a:lnTo>
                <a:lnTo>
                  <a:pt x="20149" y="12939"/>
                </a:lnTo>
                <a:cubicBezTo>
                  <a:pt x="19468" y="12442"/>
                  <a:pt x="18584" y="12150"/>
                  <a:pt x="17600" y="12150"/>
                </a:cubicBezTo>
                <a:cubicBezTo>
                  <a:pt x="17030" y="12150"/>
                  <a:pt x="16459" y="12244"/>
                  <a:pt x="15902" y="12430"/>
                </a:cubicBezTo>
                <a:cubicBezTo>
                  <a:pt x="14628" y="12857"/>
                  <a:pt x="13606" y="13714"/>
                  <a:pt x="13098" y="14782"/>
                </a:cubicBezTo>
                <a:cubicBezTo>
                  <a:pt x="12706" y="15608"/>
                  <a:pt x="12656" y="16505"/>
                  <a:pt x="12955" y="17311"/>
                </a:cubicBezTo>
                <a:cubicBezTo>
                  <a:pt x="13466" y="18686"/>
                  <a:pt x="14918" y="19575"/>
                  <a:pt x="16653" y="19575"/>
                </a:cubicBezTo>
                <a:cubicBezTo>
                  <a:pt x="17224" y="19575"/>
                  <a:pt x="17796" y="19481"/>
                  <a:pt x="18352" y="19294"/>
                </a:cubicBezTo>
                <a:cubicBezTo>
                  <a:pt x="19627" y="18868"/>
                  <a:pt x="20649" y="18011"/>
                  <a:pt x="21157" y="16944"/>
                </a:cubicBezTo>
                <a:cubicBezTo>
                  <a:pt x="21374" y="16484"/>
                  <a:pt x="21477" y="16002"/>
                  <a:pt x="21480" y="15525"/>
                </a:cubicBezTo>
                <a:lnTo>
                  <a:pt x="21493" y="15525"/>
                </a:lnTo>
                <a:lnTo>
                  <a:pt x="21493" y="3375"/>
                </a:lnTo>
                <a:lnTo>
                  <a:pt x="21493" y="2700"/>
                </a:lnTo>
                <a:lnTo>
                  <a:pt x="21493" y="1350"/>
                </a:lnTo>
                <a:cubicBezTo>
                  <a:pt x="21493" y="951"/>
                  <a:pt x="21317" y="572"/>
                  <a:pt x="21012" y="316"/>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nvGrpSpPr>
          <p:cNvPr id="390" name="组合 389"/>
          <p:cNvGrpSpPr/>
          <p:nvPr/>
        </p:nvGrpSpPr>
        <p:grpSpPr>
          <a:xfrm>
            <a:off x="5962348" y="5222784"/>
            <a:ext cx="320373" cy="366050"/>
            <a:chOff x="7600567" y="5737294"/>
            <a:chExt cx="320373" cy="366050"/>
          </a:xfrm>
        </p:grpSpPr>
        <p:sp>
          <p:nvSpPr>
            <p:cNvPr id="391" name="AutoShape 48"/>
            <p:cNvSpPr>
              <a:spLocks/>
            </p:cNvSpPr>
            <p:nvPr/>
          </p:nvSpPr>
          <p:spPr bwMode="auto">
            <a:xfrm>
              <a:off x="7600567" y="5737294"/>
              <a:ext cx="320373" cy="3660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7425"/>
                  </a:moveTo>
                  <a:cubicBezTo>
                    <a:pt x="5687" y="7425"/>
                    <a:pt x="1542" y="6064"/>
                    <a:pt x="1542" y="4387"/>
                  </a:cubicBezTo>
                  <a:cubicBezTo>
                    <a:pt x="1542" y="2709"/>
                    <a:pt x="5687" y="1350"/>
                    <a:pt x="10800" y="1350"/>
                  </a:cubicBezTo>
                  <a:cubicBezTo>
                    <a:pt x="15912" y="1350"/>
                    <a:pt x="20057" y="2709"/>
                    <a:pt x="20057" y="4387"/>
                  </a:cubicBezTo>
                  <a:cubicBezTo>
                    <a:pt x="20057" y="6064"/>
                    <a:pt x="15912" y="7425"/>
                    <a:pt x="10800" y="7425"/>
                  </a:cubicBezTo>
                  <a:moveTo>
                    <a:pt x="20057" y="9112"/>
                  </a:moveTo>
                  <a:lnTo>
                    <a:pt x="20054" y="9112"/>
                  </a:lnTo>
                  <a:cubicBezTo>
                    <a:pt x="20054" y="9119"/>
                    <a:pt x="20057" y="9127"/>
                    <a:pt x="20057" y="9133"/>
                  </a:cubicBezTo>
                  <a:cubicBezTo>
                    <a:pt x="20057" y="10800"/>
                    <a:pt x="15912" y="12150"/>
                    <a:pt x="10800" y="12150"/>
                  </a:cubicBezTo>
                  <a:cubicBezTo>
                    <a:pt x="5687" y="12150"/>
                    <a:pt x="1542" y="10800"/>
                    <a:pt x="1542" y="9133"/>
                  </a:cubicBezTo>
                  <a:cubicBezTo>
                    <a:pt x="1542" y="9127"/>
                    <a:pt x="1545" y="9119"/>
                    <a:pt x="1545" y="9112"/>
                  </a:cubicBezTo>
                  <a:lnTo>
                    <a:pt x="1542" y="9112"/>
                  </a:lnTo>
                  <a:lnTo>
                    <a:pt x="1542" y="6793"/>
                  </a:lnTo>
                  <a:cubicBezTo>
                    <a:pt x="3564" y="8140"/>
                    <a:pt x="7271" y="8774"/>
                    <a:pt x="10800" y="8774"/>
                  </a:cubicBezTo>
                  <a:cubicBezTo>
                    <a:pt x="14328" y="8774"/>
                    <a:pt x="18035" y="8140"/>
                    <a:pt x="20057" y="6793"/>
                  </a:cubicBezTo>
                  <a:cubicBezTo>
                    <a:pt x="20057" y="6793"/>
                    <a:pt x="20057" y="9112"/>
                    <a:pt x="20057" y="9112"/>
                  </a:cubicBezTo>
                  <a:close/>
                  <a:moveTo>
                    <a:pt x="20057" y="13162"/>
                  </a:moveTo>
                  <a:lnTo>
                    <a:pt x="20054" y="13162"/>
                  </a:lnTo>
                  <a:cubicBezTo>
                    <a:pt x="20054" y="13169"/>
                    <a:pt x="20057" y="13177"/>
                    <a:pt x="20057" y="13183"/>
                  </a:cubicBezTo>
                  <a:cubicBezTo>
                    <a:pt x="20057" y="14850"/>
                    <a:pt x="15912" y="16200"/>
                    <a:pt x="10800" y="16200"/>
                  </a:cubicBezTo>
                  <a:cubicBezTo>
                    <a:pt x="5687" y="16200"/>
                    <a:pt x="1542" y="14850"/>
                    <a:pt x="1542" y="13183"/>
                  </a:cubicBezTo>
                  <a:cubicBezTo>
                    <a:pt x="1542" y="13177"/>
                    <a:pt x="1545" y="13169"/>
                    <a:pt x="1545" y="13162"/>
                  </a:cubicBezTo>
                  <a:lnTo>
                    <a:pt x="1542" y="13162"/>
                  </a:lnTo>
                  <a:lnTo>
                    <a:pt x="1542" y="10640"/>
                  </a:lnTo>
                  <a:cubicBezTo>
                    <a:pt x="3136" y="12077"/>
                    <a:pt x="6982" y="12825"/>
                    <a:pt x="10800" y="12825"/>
                  </a:cubicBezTo>
                  <a:cubicBezTo>
                    <a:pt x="14617" y="12825"/>
                    <a:pt x="18463" y="12077"/>
                    <a:pt x="20057" y="10640"/>
                  </a:cubicBezTo>
                  <a:cubicBezTo>
                    <a:pt x="20057" y="10640"/>
                    <a:pt x="20057" y="13162"/>
                    <a:pt x="20057" y="13162"/>
                  </a:cubicBezTo>
                  <a:close/>
                  <a:moveTo>
                    <a:pt x="20057" y="17212"/>
                  </a:moveTo>
                  <a:cubicBezTo>
                    <a:pt x="20057" y="18889"/>
                    <a:pt x="15912" y="20249"/>
                    <a:pt x="10800" y="20249"/>
                  </a:cubicBezTo>
                  <a:cubicBezTo>
                    <a:pt x="5687" y="20249"/>
                    <a:pt x="1542" y="18889"/>
                    <a:pt x="1542" y="17212"/>
                  </a:cubicBezTo>
                  <a:lnTo>
                    <a:pt x="1542" y="14690"/>
                  </a:lnTo>
                  <a:cubicBezTo>
                    <a:pt x="3136" y="16127"/>
                    <a:pt x="6982" y="16875"/>
                    <a:pt x="10800" y="16875"/>
                  </a:cubicBezTo>
                  <a:cubicBezTo>
                    <a:pt x="14617" y="16875"/>
                    <a:pt x="18463" y="16127"/>
                    <a:pt x="20057" y="14690"/>
                  </a:cubicBezTo>
                  <a:cubicBezTo>
                    <a:pt x="20057" y="14690"/>
                    <a:pt x="20057" y="17212"/>
                    <a:pt x="20057" y="17212"/>
                  </a:cubicBezTo>
                  <a:close/>
                  <a:moveTo>
                    <a:pt x="10800" y="0"/>
                  </a:moveTo>
                  <a:cubicBezTo>
                    <a:pt x="5598" y="0"/>
                    <a:pt x="0" y="1372"/>
                    <a:pt x="0" y="4387"/>
                  </a:cubicBezTo>
                  <a:lnTo>
                    <a:pt x="0" y="17212"/>
                  </a:lnTo>
                  <a:cubicBezTo>
                    <a:pt x="0" y="20226"/>
                    <a:pt x="5598" y="21599"/>
                    <a:pt x="10800" y="21599"/>
                  </a:cubicBezTo>
                  <a:cubicBezTo>
                    <a:pt x="16001" y="21599"/>
                    <a:pt x="21599" y="20226"/>
                    <a:pt x="21599" y="17212"/>
                  </a:cubicBezTo>
                  <a:lnTo>
                    <a:pt x="21599" y="4387"/>
                  </a:lnTo>
                  <a:cubicBezTo>
                    <a:pt x="21599" y="1372"/>
                    <a:pt x="16001" y="0"/>
                    <a:pt x="10800" y="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92" name="AutoShape 49"/>
            <p:cNvSpPr>
              <a:spLocks/>
            </p:cNvSpPr>
            <p:nvPr/>
          </p:nvSpPr>
          <p:spPr bwMode="auto">
            <a:xfrm>
              <a:off x="7852107" y="6023253"/>
              <a:ext cx="23152" cy="2252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69" y="21599"/>
                    <a:pt x="21600" y="16769"/>
                    <a:pt x="21600" y="10800"/>
                  </a:cubicBezTo>
                  <a:cubicBezTo>
                    <a:pt x="21600" y="4830"/>
                    <a:pt x="16769" y="0"/>
                    <a:pt x="10800" y="0"/>
                  </a:cubicBezTo>
                  <a:cubicBezTo>
                    <a:pt x="4830" y="0"/>
                    <a:pt x="0" y="4830"/>
                    <a:pt x="0" y="10800"/>
                  </a:cubicBezTo>
                  <a:cubicBezTo>
                    <a:pt x="0" y="16769"/>
                    <a:pt x="4830" y="21599"/>
                    <a:pt x="10800" y="21599"/>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93" name="AutoShape 50"/>
            <p:cNvSpPr>
              <a:spLocks/>
            </p:cNvSpPr>
            <p:nvPr/>
          </p:nvSpPr>
          <p:spPr bwMode="auto">
            <a:xfrm>
              <a:off x="7852107" y="5954421"/>
              <a:ext cx="23152" cy="2315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69" y="21599"/>
                    <a:pt x="21600" y="16769"/>
                    <a:pt x="21600" y="10800"/>
                  </a:cubicBezTo>
                  <a:cubicBezTo>
                    <a:pt x="21600" y="4830"/>
                    <a:pt x="16769" y="0"/>
                    <a:pt x="10800" y="0"/>
                  </a:cubicBezTo>
                  <a:cubicBezTo>
                    <a:pt x="4830" y="0"/>
                    <a:pt x="0" y="4830"/>
                    <a:pt x="0" y="10800"/>
                  </a:cubicBezTo>
                  <a:cubicBezTo>
                    <a:pt x="0" y="16769"/>
                    <a:pt x="4830" y="21599"/>
                    <a:pt x="10800" y="21599"/>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94" name="AutoShape 51"/>
            <p:cNvSpPr>
              <a:spLocks/>
            </p:cNvSpPr>
            <p:nvPr/>
          </p:nvSpPr>
          <p:spPr bwMode="auto">
            <a:xfrm>
              <a:off x="7852107" y="5885591"/>
              <a:ext cx="23152" cy="2315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69" y="21599"/>
                    <a:pt x="21600" y="16769"/>
                    <a:pt x="21600" y="10800"/>
                  </a:cubicBezTo>
                  <a:cubicBezTo>
                    <a:pt x="21600" y="4830"/>
                    <a:pt x="16769" y="0"/>
                    <a:pt x="10800" y="0"/>
                  </a:cubicBezTo>
                  <a:cubicBezTo>
                    <a:pt x="4830" y="0"/>
                    <a:pt x="0" y="4830"/>
                    <a:pt x="0" y="10800"/>
                  </a:cubicBezTo>
                  <a:cubicBezTo>
                    <a:pt x="0" y="16769"/>
                    <a:pt x="4830" y="21599"/>
                    <a:pt x="10800" y="21599"/>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nvGrpSpPr>
          <p:cNvPr id="395" name="组合 394"/>
          <p:cNvGrpSpPr/>
          <p:nvPr/>
        </p:nvGrpSpPr>
        <p:grpSpPr>
          <a:xfrm>
            <a:off x="5391200" y="5222784"/>
            <a:ext cx="366050" cy="366050"/>
            <a:chOff x="6845312" y="5737294"/>
            <a:chExt cx="366050" cy="366050"/>
          </a:xfrm>
        </p:grpSpPr>
        <p:sp>
          <p:nvSpPr>
            <p:cNvPr id="396" name="AutoShape 52"/>
            <p:cNvSpPr>
              <a:spLocks/>
            </p:cNvSpPr>
            <p:nvPr/>
          </p:nvSpPr>
          <p:spPr bwMode="auto">
            <a:xfrm>
              <a:off x="6845312" y="5737294"/>
              <a:ext cx="366050" cy="366050"/>
            </a:xfrm>
            <a:custGeom>
              <a:avLst/>
              <a:gdLst>
                <a:gd name="T0" fmla="+- 0 10800 87"/>
                <a:gd name="T1" fmla="*/ T0 w 21426"/>
                <a:gd name="T2" fmla="+- 0 10799 73"/>
                <a:gd name="T3" fmla="*/ 10799 h 21453"/>
                <a:gd name="T4" fmla="+- 0 10800 87"/>
                <a:gd name="T5" fmla="*/ T4 w 21426"/>
                <a:gd name="T6" fmla="+- 0 10799 73"/>
                <a:gd name="T7" fmla="*/ 10799 h 21453"/>
                <a:gd name="T8" fmla="+- 0 10800 87"/>
                <a:gd name="T9" fmla="*/ T8 w 21426"/>
                <a:gd name="T10" fmla="+- 0 10799 73"/>
                <a:gd name="T11" fmla="*/ 10799 h 21453"/>
                <a:gd name="T12" fmla="+- 0 10800 87"/>
                <a:gd name="T13" fmla="*/ T12 w 21426"/>
                <a:gd name="T14" fmla="+- 0 10799 73"/>
                <a:gd name="T15" fmla="*/ 10799 h 21453"/>
              </a:gdLst>
              <a:ahLst/>
              <a:cxnLst>
                <a:cxn ang="0">
                  <a:pos x="T1" y="T3"/>
                </a:cxn>
                <a:cxn ang="0">
                  <a:pos x="T5" y="T7"/>
                </a:cxn>
                <a:cxn ang="0">
                  <a:pos x="T9" y="T11"/>
                </a:cxn>
                <a:cxn ang="0">
                  <a:pos x="T13" y="T15"/>
                </a:cxn>
              </a:cxnLst>
              <a:rect l="0" t="0" r="r" b="b"/>
              <a:pathLst>
                <a:path w="21426" h="21453">
                  <a:moveTo>
                    <a:pt x="8034" y="20112"/>
                  </a:moveTo>
                  <a:cubicBezTo>
                    <a:pt x="5816" y="17892"/>
                    <a:pt x="3556" y="15628"/>
                    <a:pt x="1338" y="13408"/>
                  </a:cubicBezTo>
                  <a:cubicBezTo>
                    <a:pt x="3241" y="7240"/>
                    <a:pt x="11488" y="7509"/>
                    <a:pt x="13391" y="1341"/>
                  </a:cubicBezTo>
                  <a:cubicBezTo>
                    <a:pt x="15609" y="3560"/>
                    <a:pt x="17869" y="5825"/>
                    <a:pt x="20087" y="8045"/>
                  </a:cubicBezTo>
                  <a:cubicBezTo>
                    <a:pt x="18184" y="14212"/>
                    <a:pt x="9937" y="13944"/>
                    <a:pt x="8034" y="20112"/>
                  </a:cubicBezTo>
                  <a:moveTo>
                    <a:pt x="21034" y="7097"/>
                  </a:moveTo>
                  <a:lnTo>
                    <a:pt x="14338" y="393"/>
                  </a:lnTo>
                  <a:cubicBezTo>
                    <a:pt x="14006" y="60"/>
                    <a:pt x="13525" y="-73"/>
                    <a:pt x="13069" y="39"/>
                  </a:cubicBezTo>
                  <a:cubicBezTo>
                    <a:pt x="12828" y="98"/>
                    <a:pt x="12614" y="222"/>
                    <a:pt x="12444" y="393"/>
                  </a:cubicBezTo>
                  <a:cubicBezTo>
                    <a:pt x="12292" y="545"/>
                    <a:pt x="12177" y="733"/>
                    <a:pt x="12112" y="944"/>
                  </a:cubicBezTo>
                  <a:cubicBezTo>
                    <a:pt x="11808" y="1929"/>
                    <a:pt x="11283" y="2785"/>
                    <a:pt x="10507" y="3562"/>
                  </a:cubicBezTo>
                  <a:cubicBezTo>
                    <a:pt x="9471" y="4598"/>
                    <a:pt x="8121" y="5384"/>
                    <a:pt x="6693" y="6214"/>
                  </a:cubicBezTo>
                  <a:cubicBezTo>
                    <a:pt x="5177" y="7094"/>
                    <a:pt x="3611" y="8006"/>
                    <a:pt x="2328" y="9290"/>
                  </a:cubicBezTo>
                  <a:cubicBezTo>
                    <a:pt x="1237" y="10383"/>
                    <a:pt x="493" y="11600"/>
                    <a:pt x="59" y="13011"/>
                  </a:cubicBezTo>
                  <a:cubicBezTo>
                    <a:pt x="-87" y="13488"/>
                    <a:pt x="40" y="14004"/>
                    <a:pt x="391" y="14356"/>
                  </a:cubicBezTo>
                  <a:lnTo>
                    <a:pt x="7087" y="21060"/>
                  </a:lnTo>
                  <a:cubicBezTo>
                    <a:pt x="7419" y="21393"/>
                    <a:pt x="7900" y="21526"/>
                    <a:pt x="8356" y="21414"/>
                  </a:cubicBezTo>
                  <a:cubicBezTo>
                    <a:pt x="8597" y="21354"/>
                    <a:pt x="8811" y="21231"/>
                    <a:pt x="8981" y="21060"/>
                  </a:cubicBezTo>
                  <a:cubicBezTo>
                    <a:pt x="9133" y="20908"/>
                    <a:pt x="9248" y="20720"/>
                    <a:pt x="9314" y="20508"/>
                  </a:cubicBezTo>
                  <a:cubicBezTo>
                    <a:pt x="9617" y="19523"/>
                    <a:pt x="10142" y="18667"/>
                    <a:pt x="10918" y="17890"/>
                  </a:cubicBezTo>
                  <a:cubicBezTo>
                    <a:pt x="11954" y="16853"/>
                    <a:pt x="13304" y="16069"/>
                    <a:pt x="14733" y="15239"/>
                  </a:cubicBezTo>
                  <a:cubicBezTo>
                    <a:pt x="16248" y="14357"/>
                    <a:pt x="17814" y="13446"/>
                    <a:pt x="19097" y="12162"/>
                  </a:cubicBezTo>
                  <a:cubicBezTo>
                    <a:pt x="20188" y="11070"/>
                    <a:pt x="20932" y="9852"/>
                    <a:pt x="21366" y="8440"/>
                  </a:cubicBezTo>
                  <a:cubicBezTo>
                    <a:pt x="21512" y="7965"/>
                    <a:pt x="21385" y="7448"/>
                    <a:pt x="21034" y="7097"/>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97" name="AutoShape 53"/>
            <p:cNvSpPr>
              <a:spLocks/>
            </p:cNvSpPr>
            <p:nvPr/>
          </p:nvSpPr>
          <p:spPr bwMode="auto">
            <a:xfrm>
              <a:off x="6982974" y="5863066"/>
              <a:ext cx="98865" cy="102619"/>
            </a:xfrm>
            <a:custGeom>
              <a:avLst/>
              <a:gdLst>
                <a:gd name="T0" fmla="+- 0 10801 59"/>
                <a:gd name="T1" fmla="*/ T0 w 21484"/>
                <a:gd name="T2" fmla="+- 0 10799 41"/>
                <a:gd name="T3" fmla="*/ 10799 h 21516"/>
                <a:gd name="T4" fmla="+- 0 10801 59"/>
                <a:gd name="T5" fmla="*/ T4 w 21484"/>
                <a:gd name="T6" fmla="+- 0 10799 41"/>
                <a:gd name="T7" fmla="*/ 10799 h 21516"/>
                <a:gd name="T8" fmla="+- 0 10801 59"/>
                <a:gd name="T9" fmla="*/ T8 w 21484"/>
                <a:gd name="T10" fmla="+- 0 10799 41"/>
                <a:gd name="T11" fmla="*/ 10799 h 21516"/>
                <a:gd name="T12" fmla="+- 0 10801 59"/>
                <a:gd name="T13" fmla="*/ T12 w 21484"/>
                <a:gd name="T14" fmla="+- 0 10799 41"/>
                <a:gd name="T15" fmla="*/ 10799 h 21516"/>
              </a:gdLst>
              <a:ahLst/>
              <a:cxnLst>
                <a:cxn ang="0">
                  <a:pos x="T1" y="T3"/>
                </a:cxn>
                <a:cxn ang="0">
                  <a:pos x="T5" y="T7"/>
                </a:cxn>
                <a:cxn ang="0">
                  <a:pos x="T9" y="T11"/>
                </a:cxn>
                <a:cxn ang="0">
                  <a:pos x="T13" y="T15"/>
                </a:cxn>
              </a:cxnLst>
              <a:rect l="0" t="0" r="r" b="b"/>
              <a:pathLst>
                <a:path w="21484" h="21516">
                  <a:moveTo>
                    <a:pt x="17511" y="14987"/>
                  </a:moveTo>
                  <a:cubicBezTo>
                    <a:pt x="17287" y="15384"/>
                    <a:pt x="17032" y="15740"/>
                    <a:pt x="16731" y="16049"/>
                  </a:cubicBezTo>
                  <a:cubicBezTo>
                    <a:pt x="15340" y="14692"/>
                    <a:pt x="13947" y="13205"/>
                    <a:pt x="12559" y="11675"/>
                  </a:cubicBezTo>
                  <a:cubicBezTo>
                    <a:pt x="12912" y="11521"/>
                    <a:pt x="13287" y="11362"/>
                    <a:pt x="13689" y="11198"/>
                  </a:cubicBezTo>
                  <a:cubicBezTo>
                    <a:pt x="14092" y="11034"/>
                    <a:pt x="14494" y="10927"/>
                    <a:pt x="14895" y="10861"/>
                  </a:cubicBezTo>
                  <a:cubicBezTo>
                    <a:pt x="15308" y="10801"/>
                    <a:pt x="15715" y="10819"/>
                    <a:pt x="16122" y="10913"/>
                  </a:cubicBezTo>
                  <a:cubicBezTo>
                    <a:pt x="16527" y="11011"/>
                    <a:pt x="16909" y="11222"/>
                    <a:pt x="17262" y="11554"/>
                  </a:cubicBezTo>
                  <a:cubicBezTo>
                    <a:pt x="17612" y="11890"/>
                    <a:pt x="17835" y="12244"/>
                    <a:pt x="17923" y="12620"/>
                  </a:cubicBezTo>
                  <a:cubicBezTo>
                    <a:pt x="18020" y="13004"/>
                    <a:pt x="18025" y="13392"/>
                    <a:pt x="17958" y="13789"/>
                  </a:cubicBezTo>
                  <a:cubicBezTo>
                    <a:pt x="17883" y="14187"/>
                    <a:pt x="17738" y="14585"/>
                    <a:pt x="17511" y="14987"/>
                  </a:cubicBezTo>
                  <a:moveTo>
                    <a:pt x="5799" y="10193"/>
                  </a:moveTo>
                  <a:cubicBezTo>
                    <a:pt x="5096" y="10221"/>
                    <a:pt x="4482" y="9996"/>
                    <a:pt x="3946" y="9496"/>
                  </a:cubicBezTo>
                  <a:cubicBezTo>
                    <a:pt x="3717" y="9285"/>
                    <a:pt x="3558" y="9028"/>
                    <a:pt x="3461" y="8724"/>
                  </a:cubicBezTo>
                  <a:cubicBezTo>
                    <a:pt x="3359" y="8420"/>
                    <a:pt x="3326" y="8088"/>
                    <a:pt x="3366" y="7723"/>
                  </a:cubicBezTo>
                  <a:cubicBezTo>
                    <a:pt x="3397" y="7363"/>
                    <a:pt x="3509" y="6989"/>
                    <a:pt x="3703" y="6610"/>
                  </a:cubicBezTo>
                  <a:cubicBezTo>
                    <a:pt x="3889" y="6231"/>
                    <a:pt x="4160" y="5852"/>
                    <a:pt x="4510" y="5487"/>
                  </a:cubicBezTo>
                  <a:cubicBezTo>
                    <a:pt x="5768" y="6694"/>
                    <a:pt x="7022" y="8018"/>
                    <a:pt x="8282" y="9388"/>
                  </a:cubicBezTo>
                  <a:cubicBezTo>
                    <a:pt x="7330" y="9893"/>
                    <a:pt x="6501" y="10164"/>
                    <a:pt x="5799" y="10193"/>
                  </a:cubicBezTo>
                  <a:moveTo>
                    <a:pt x="19678" y="8570"/>
                  </a:moveTo>
                  <a:cubicBezTo>
                    <a:pt x="18868" y="7915"/>
                    <a:pt x="18055" y="7470"/>
                    <a:pt x="17235" y="7250"/>
                  </a:cubicBezTo>
                  <a:cubicBezTo>
                    <a:pt x="16421" y="7031"/>
                    <a:pt x="15603" y="6942"/>
                    <a:pt x="14779" y="6998"/>
                  </a:cubicBezTo>
                  <a:cubicBezTo>
                    <a:pt x="13964" y="7059"/>
                    <a:pt x="13130" y="7236"/>
                    <a:pt x="12296" y="7545"/>
                  </a:cubicBezTo>
                  <a:cubicBezTo>
                    <a:pt x="11462" y="7859"/>
                    <a:pt x="10625" y="8200"/>
                    <a:pt x="9782" y="8593"/>
                  </a:cubicBezTo>
                  <a:cubicBezTo>
                    <a:pt x="8448" y="7115"/>
                    <a:pt x="7114" y="5658"/>
                    <a:pt x="5778" y="4299"/>
                  </a:cubicBezTo>
                  <a:cubicBezTo>
                    <a:pt x="6382" y="3775"/>
                    <a:pt x="6963" y="3509"/>
                    <a:pt x="7526" y="3490"/>
                  </a:cubicBezTo>
                  <a:cubicBezTo>
                    <a:pt x="8088" y="3467"/>
                    <a:pt x="8631" y="3523"/>
                    <a:pt x="9145" y="3649"/>
                  </a:cubicBezTo>
                  <a:cubicBezTo>
                    <a:pt x="9669" y="3775"/>
                    <a:pt x="10149" y="3883"/>
                    <a:pt x="10590" y="3967"/>
                  </a:cubicBezTo>
                  <a:cubicBezTo>
                    <a:pt x="11038" y="4051"/>
                    <a:pt x="11424" y="3958"/>
                    <a:pt x="11765" y="3682"/>
                  </a:cubicBezTo>
                  <a:cubicBezTo>
                    <a:pt x="12123" y="3382"/>
                    <a:pt x="12321" y="2994"/>
                    <a:pt x="12351" y="2526"/>
                  </a:cubicBezTo>
                  <a:cubicBezTo>
                    <a:pt x="12376" y="2054"/>
                    <a:pt x="12189" y="1596"/>
                    <a:pt x="11782" y="1147"/>
                  </a:cubicBezTo>
                  <a:cubicBezTo>
                    <a:pt x="11258" y="569"/>
                    <a:pt x="10630" y="216"/>
                    <a:pt x="9872" y="85"/>
                  </a:cubicBezTo>
                  <a:cubicBezTo>
                    <a:pt x="9126" y="-41"/>
                    <a:pt x="8358" y="-30"/>
                    <a:pt x="7564" y="136"/>
                  </a:cubicBezTo>
                  <a:cubicBezTo>
                    <a:pt x="6780" y="309"/>
                    <a:pt x="6032" y="595"/>
                    <a:pt x="5324" y="997"/>
                  </a:cubicBezTo>
                  <a:cubicBezTo>
                    <a:pt x="4617" y="1399"/>
                    <a:pt x="4048" y="1811"/>
                    <a:pt x="3626" y="2213"/>
                  </a:cubicBezTo>
                  <a:cubicBezTo>
                    <a:pt x="3464" y="2066"/>
                    <a:pt x="3302" y="1918"/>
                    <a:pt x="3141" y="1773"/>
                  </a:cubicBezTo>
                  <a:cubicBezTo>
                    <a:pt x="2963" y="1614"/>
                    <a:pt x="2739" y="1530"/>
                    <a:pt x="2471" y="1535"/>
                  </a:cubicBezTo>
                  <a:cubicBezTo>
                    <a:pt x="2200" y="1535"/>
                    <a:pt x="1977" y="1647"/>
                    <a:pt x="1793" y="1853"/>
                  </a:cubicBezTo>
                  <a:cubicBezTo>
                    <a:pt x="1615" y="2054"/>
                    <a:pt x="1530" y="2288"/>
                    <a:pt x="1565" y="2536"/>
                  </a:cubicBezTo>
                  <a:cubicBezTo>
                    <a:pt x="1589" y="2793"/>
                    <a:pt x="1696" y="2989"/>
                    <a:pt x="1880" y="3139"/>
                  </a:cubicBezTo>
                  <a:cubicBezTo>
                    <a:pt x="2044" y="3270"/>
                    <a:pt x="2203" y="3401"/>
                    <a:pt x="2364" y="3537"/>
                  </a:cubicBezTo>
                  <a:cubicBezTo>
                    <a:pt x="1731" y="4276"/>
                    <a:pt x="1207" y="5094"/>
                    <a:pt x="795" y="5957"/>
                  </a:cubicBezTo>
                  <a:cubicBezTo>
                    <a:pt x="378" y="6820"/>
                    <a:pt x="130" y="7676"/>
                    <a:pt x="37" y="8509"/>
                  </a:cubicBezTo>
                  <a:cubicBezTo>
                    <a:pt x="-59" y="9346"/>
                    <a:pt x="33" y="10113"/>
                    <a:pt x="298" y="10824"/>
                  </a:cubicBezTo>
                  <a:cubicBezTo>
                    <a:pt x="566" y="11540"/>
                    <a:pt x="1056" y="12148"/>
                    <a:pt x="1774" y="12723"/>
                  </a:cubicBezTo>
                  <a:cubicBezTo>
                    <a:pt x="2942" y="13658"/>
                    <a:pt x="4321" y="14056"/>
                    <a:pt x="5915" y="13967"/>
                  </a:cubicBezTo>
                  <a:cubicBezTo>
                    <a:pt x="7507" y="13874"/>
                    <a:pt x="9223" y="13415"/>
                    <a:pt x="11064" y="12461"/>
                  </a:cubicBezTo>
                  <a:cubicBezTo>
                    <a:pt x="12532" y="14093"/>
                    <a:pt x="14002" y="15716"/>
                    <a:pt x="15470" y="17223"/>
                  </a:cubicBezTo>
                  <a:cubicBezTo>
                    <a:pt x="14849" y="17728"/>
                    <a:pt x="14305" y="18018"/>
                    <a:pt x="13826" y="18111"/>
                  </a:cubicBezTo>
                  <a:cubicBezTo>
                    <a:pt x="13344" y="18210"/>
                    <a:pt x="12917" y="18200"/>
                    <a:pt x="12530" y="18088"/>
                  </a:cubicBezTo>
                  <a:cubicBezTo>
                    <a:pt x="12142" y="17971"/>
                    <a:pt x="11782" y="17803"/>
                    <a:pt x="11455" y="17587"/>
                  </a:cubicBezTo>
                  <a:cubicBezTo>
                    <a:pt x="11125" y="17368"/>
                    <a:pt x="10799" y="17181"/>
                    <a:pt x="10474" y="17026"/>
                  </a:cubicBezTo>
                  <a:cubicBezTo>
                    <a:pt x="10154" y="16872"/>
                    <a:pt x="9823" y="16788"/>
                    <a:pt x="9486" y="16783"/>
                  </a:cubicBezTo>
                  <a:cubicBezTo>
                    <a:pt x="9145" y="16778"/>
                    <a:pt x="8785" y="16937"/>
                    <a:pt x="8388" y="17265"/>
                  </a:cubicBezTo>
                  <a:cubicBezTo>
                    <a:pt x="7981" y="17606"/>
                    <a:pt x="7777" y="18004"/>
                    <a:pt x="7777" y="18453"/>
                  </a:cubicBezTo>
                  <a:cubicBezTo>
                    <a:pt x="7777" y="18897"/>
                    <a:pt x="7991" y="19351"/>
                    <a:pt x="8408" y="19809"/>
                  </a:cubicBezTo>
                  <a:cubicBezTo>
                    <a:pt x="8830" y="20268"/>
                    <a:pt x="9379" y="20651"/>
                    <a:pt x="10042" y="20955"/>
                  </a:cubicBezTo>
                  <a:cubicBezTo>
                    <a:pt x="10708" y="21259"/>
                    <a:pt x="11455" y="21451"/>
                    <a:pt x="12279" y="21502"/>
                  </a:cubicBezTo>
                  <a:cubicBezTo>
                    <a:pt x="13103" y="21559"/>
                    <a:pt x="13970" y="21437"/>
                    <a:pt x="14886" y="21109"/>
                  </a:cubicBezTo>
                  <a:cubicBezTo>
                    <a:pt x="15807" y="20787"/>
                    <a:pt x="16721" y="20202"/>
                    <a:pt x="17617" y="19332"/>
                  </a:cubicBezTo>
                  <a:cubicBezTo>
                    <a:pt x="18051" y="19739"/>
                    <a:pt x="18489" y="20127"/>
                    <a:pt x="18921" y="20501"/>
                  </a:cubicBezTo>
                  <a:cubicBezTo>
                    <a:pt x="19107" y="20656"/>
                    <a:pt x="19328" y="20731"/>
                    <a:pt x="19601" y="20712"/>
                  </a:cubicBezTo>
                  <a:cubicBezTo>
                    <a:pt x="19861" y="20703"/>
                    <a:pt x="20090" y="20586"/>
                    <a:pt x="20269" y="20375"/>
                  </a:cubicBezTo>
                  <a:cubicBezTo>
                    <a:pt x="20455" y="20160"/>
                    <a:pt x="20532" y="19921"/>
                    <a:pt x="20503" y="19674"/>
                  </a:cubicBezTo>
                  <a:cubicBezTo>
                    <a:pt x="20477" y="19421"/>
                    <a:pt x="20371" y="19229"/>
                    <a:pt x="20192" y="19089"/>
                  </a:cubicBezTo>
                  <a:cubicBezTo>
                    <a:pt x="19755" y="18752"/>
                    <a:pt x="19321" y="18397"/>
                    <a:pt x="18884" y="18022"/>
                  </a:cubicBezTo>
                  <a:cubicBezTo>
                    <a:pt x="19626" y="17143"/>
                    <a:pt x="20221" y="16217"/>
                    <a:pt x="20664" y="15300"/>
                  </a:cubicBezTo>
                  <a:cubicBezTo>
                    <a:pt x="21103" y="14379"/>
                    <a:pt x="21367" y="13490"/>
                    <a:pt x="21453" y="12667"/>
                  </a:cubicBezTo>
                  <a:cubicBezTo>
                    <a:pt x="21540" y="11839"/>
                    <a:pt x="21439" y="11091"/>
                    <a:pt x="21159" y="10412"/>
                  </a:cubicBezTo>
                  <a:cubicBezTo>
                    <a:pt x="20880" y="9725"/>
                    <a:pt x="20386" y="9135"/>
                    <a:pt x="19678" y="857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98" name="AutoShape 54"/>
            <p:cNvSpPr>
              <a:spLocks/>
            </p:cNvSpPr>
            <p:nvPr/>
          </p:nvSpPr>
          <p:spPr bwMode="auto">
            <a:xfrm>
              <a:off x="6971083" y="5988837"/>
              <a:ext cx="55690" cy="58192"/>
            </a:xfrm>
            <a:custGeom>
              <a:avLst/>
              <a:gdLst>
                <a:gd name="T0" fmla="+- 0 10791 197"/>
                <a:gd name="T1" fmla="*/ T0 w 21188"/>
                <a:gd name="T2" fmla="+- 0 10794 193"/>
                <a:gd name="T3" fmla="*/ 10794 h 21203"/>
                <a:gd name="T4" fmla="+- 0 10791 197"/>
                <a:gd name="T5" fmla="*/ T4 w 21188"/>
                <a:gd name="T6" fmla="+- 0 10794 193"/>
                <a:gd name="T7" fmla="*/ 10794 h 21203"/>
                <a:gd name="T8" fmla="+- 0 10791 197"/>
                <a:gd name="T9" fmla="*/ T8 w 21188"/>
                <a:gd name="T10" fmla="+- 0 10794 193"/>
                <a:gd name="T11" fmla="*/ 10794 h 21203"/>
                <a:gd name="T12" fmla="+- 0 10791 197"/>
                <a:gd name="T13" fmla="*/ T12 w 21188"/>
                <a:gd name="T14" fmla="+- 0 10794 193"/>
                <a:gd name="T15" fmla="*/ 10794 h 21203"/>
              </a:gdLst>
              <a:ahLst/>
              <a:cxnLst>
                <a:cxn ang="0">
                  <a:pos x="T1" y="T3"/>
                </a:cxn>
                <a:cxn ang="0">
                  <a:pos x="T5" y="T7"/>
                </a:cxn>
                <a:cxn ang="0">
                  <a:pos x="T9" y="T11"/>
                </a:cxn>
                <a:cxn ang="0">
                  <a:pos x="T13" y="T15"/>
                </a:cxn>
              </a:cxnLst>
              <a:rect l="0" t="0" r="r" b="b"/>
              <a:pathLst>
                <a:path w="21188" h="21203">
                  <a:moveTo>
                    <a:pt x="17615" y="468"/>
                  </a:moveTo>
                  <a:lnTo>
                    <a:pt x="17606" y="468"/>
                  </a:lnTo>
                  <a:cubicBezTo>
                    <a:pt x="14870" y="2476"/>
                    <a:pt x="12200" y="4590"/>
                    <a:pt x="9727" y="6958"/>
                  </a:cubicBezTo>
                  <a:cubicBezTo>
                    <a:pt x="7348" y="9227"/>
                    <a:pt x="5200" y="11619"/>
                    <a:pt x="3329" y="14060"/>
                  </a:cubicBezTo>
                  <a:lnTo>
                    <a:pt x="341" y="17962"/>
                  </a:lnTo>
                  <a:lnTo>
                    <a:pt x="350" y="17970"/>
                  </a:lnTo>
                  <a:cubicBezTo>
                    <a:pt x="-197" y="18786"/>
                    <a:pt x="-106" y="19880"/>
                    <a:pt x="638" y="20590"/>
                  </a:cubicBezTo>
                  <a:cubicBezTo>
                    <a:pt x="1491" y="21407"/>
                    <a:pt x="2889" y="21407"/>
                    <a:pt x="3746" y="20590"/>
                  </a:cubicBezTo>
                  <a:cubicBezTo>
                    <a:pt x="3877" y="20460"/>
                    <a:pt x="3984" y="20321"/>
                    <a:pt x="4069" y="20174"/>
                  </a:cubicBezTo>
                  <a:lnTo>
                    <a:pt x="6867" y="16517"/>
                  </a:lnTo>
                  <a:cubicBezTo>
                    <a:pt x="8601" y="14255"/>
                    <a:pt x="10606" y="12027"/>
                    <a:pt x="12824" y="9913"/>
                  </a:cubicBezTo>
                  <a:cubicBezTo>
                    <a:pt x="15281" y="7570"/>
                    <a:pt x="17557" y="5758"/>
                    <a:pt x="20329" y="3749"/>
                  </a:cubicBezTo>
                  <a:lnTo>
                    <a:pt x="20321" y="3741"/>
                  </a:lnTo>
                  <a:cubicBezTo>
                    <a:pt x="20400" y="3684"/>
                    <a:pt x="20473" y="3635"/>
                    <a:pt x="20543" y="3570"/>
                  </a:cubicBezTo>
                  <a:cubicBezTo>
                    <a:pt x="21402" y="2753"/>
                    <a:pt x="21402" y="1427"/>
                    <a:pt x="20543" y="606"/>
                  </a:cubicBezTo>
                  <a:cubicBezTo>
                    <a:pt x="19742" y="-161"/>
                    <a:pt x="18472" y="-193"/>
                    <a:pt x="17615" y="468"/>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99" name="AutoShape 55"/>
            <p:cNvSpPr>
              <a:spLocks/>
            </p:cNvSpPr>
            <p:nvPr/>
          </p:nvSpPr>
          <p:spPr bwMode="auto">
            <a:xfrm>
              <a:off x="7028652" y="5794235"/>
              <a:ext cx="56315" cy="58818"/>
            </a:xfrm>
            <a:custGeom>
              <a:avLst/>
              <a:gdLst>
                <a:gd name="T0" fmla="+- 0 10803 213"/>
                <a:gd name="T1" fmla="*/ T0 w 21180"/>
                <a:gd name="T2" fmla="+- 0 10801 203"/>
                <a:gd name="T3" fmla="*/ 10801 h 21196"/>
                <a:gd name="T4" fmla="+- 0 10803 213"/>
                <a:gd name="T5" fmla="*/ T4 w 21180"/>
                <a:gd name="T6" fmla="+- 0 10801 203"/>
                <a:gd name="T7" fmla="*/ 10801 h 21196"/>
                <a:gd name="T8" fmla="+- 0 10803 213"/>
                <a:gd name="T9" fmla="*/ T8 w 21180"/>
                <a:gd name="T10" fmla="+- 0 10801 203"/>
                <a:gd name="T11" fmla="*/ 10801 h 21196"/>
                <a:gd name="T12" fmla="+- 0 10803 213"/>
                <a:gd name="T13" fmla="*/ T12 w 21180"/>
                <a:gd name="T14" fmla="+- 0 10801 203"/>
                <a:gd name="T15" fmla="*/ 10801 h 21196"/>
              </a:gdLst>
              <a:ahLst/>
              <a:cxnLst>
                <a:cxn ang="0">
                  <a:pos x="T1" y="T3"/>
                </a:cxn>
                <a:cxn ang="0">
                  <a:pos x="T5" y="T7"/>
                </a:cxn>
                <a:cxn ang="0">
                  <a:pos x="T9" y="T11"/>
                </a:cxn>
                <a:cxn ang="0">
                  <a:pos x="T13" y="T15"/>
                </a:cxn>
              </a:cxnLst>
              <a:rect l="0" t="0" r="r" b="b"/>
              <a:pathLst>
                <a:path w="21180" h="21196">
                  <a:moveTo>
                    <a:pt x="8372" y="11356"/>
                  </a:moveTo>
                  <a:cubicBezTo>
                    <a:pt x="6122" y="13508"/>
                    <a:pt x="3675" y="15444"/>
                    <a:pt x="1144" y="17292"/>
                  </a:cubicBezTo>
                  <a:cubicBezTo>
                    <a:pt x="963" y="17388"/>
                    <a:pt x="786" y="17493"/>
                    <a:pt x="637" y="17645"/>
                  </a:cubicBezTo>
                  <a:cubicBezTo>
                    <a:pt x="-213" y="18457"/>
                    <a:pt x="-213" y="19774"/>
                    <a:pt x="637" y="20585"/>
                  </a:cubicBezTo>
                  <a:cubicBezTo>
                    <a:pt x="1464" y="21380"/>
                    <a:pt x="2796" y="21397"/>
                    <a:pt x="3652" y="20641"/>
                  </a:cubicBezTo>
                  <a:lnTo>
                    <a:pt x="3665" y="20649"/>
                  </a:lnTo>
                  <a:cubicBezTo>
                    <a:pt x="6364" y="18673"/>
                    <a:pt x="8988" y="16581"/>
                    <a:pt x="11419" y="14263"/>
                  </a:cubicBezTo>
                  <a:cubicBezTo>
                    <a:pt x="13759" y="12030"/>
                    <a:pt x="15873" y="9685"/>
                    <a:pt x="17715" y="7283"/>
                  </a:cubicBezTo>
                  <a:lnTo>
                    <a:pt x="20663" y="3427"/>
                  </a:lnTo>
                  <a:lnTo>
                    <a:pt x="20654" y="3419"/>
                  </a:lnTo>
                  <a:cubicBezTo>
                    <a:pt x="21386" y="2600"/>
                    <a:pt x="21357" y="1379"/>
                    <a:pt x="20541" y="608"/>
                  </a:cubicBezTo>
                  <a:cubicBezTo>
                    <a:pt x="19697" y="-203"/>
                    <a:pt x="18323" y="-203"/>
                    <a:pt x="17468" y="608"/>
                  </a:cubicBezTo>
                  <a:cubicBezTo>
                    <a:pt x="17313" y="760"/>
                    <a:pt x="17197" y="937"/>
                    <a:pt x="17094" y="1114"/>
                  </a:cubicBezTo>
                  <a:lnTo>
                    <a:pt x="14228" y="4857"/>
                  </a:lnTo>
                  <a:cubicBezTo>
                    <a:pt x="12526" y="7090"/>
                    <a:pt x="10552" y="9275"/>
                    <a:pt x="8372" y="11356"/>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nvGrpSpPr>
          <p:cNvPr id="400" name="组合 399"/>
          <p:cNvGrpSpPr/>
          <p:nvPr/>
        </p:nvGrpSpPr>
        <p:grpSpPr>
          <a:xfrm>
            <a:off x="4820051" y="5222784"/>
            <a:ext cx="366051" cy="366050"/>
            <a:chOff x="4927276" y="5204159"/>
            <a:chExt cx="366051" cy="366050"/>
          </a:xfrm>
        </p:grpSpPr>
        <p:sp>
          <p:nvSpPr>
            <p:cNvPr id="401" name="AutoShape 56"/>
            <p:cNvSpPr>
              <a:spLocks/>
            </p:cNvSpPr>
            <p:nvPr/>
          </p:nvSpPr>
          <p:spPr bwMode="auto">
            <a:xfrm>
              <a:off x="4927276" y="5204159"/>
              <a:ext cx="114508" cy="3660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88" y="7316"/>
                  </a:moveTo>
                  <a:cubicBezTo>
                    <a:pt x="16954" y="7352"/>
                    <a:pt x="16923" y="7387"/>
                    <a:pt x="16883" y="7423"/>
                  </a:cubicBezTo>
                  <a:cubicBezTo>
                    <a:pt x="16677" y="7601"/>
                    <a:pt x="16414" y="7770"/>
                    <a:pt x="16066" y="7920"/>
                  </a:cubicBezTo>
                  <a:cubicBezTo>
                    <a:pt x="16057" y="7924"/>
                    <a:pt x="16044" y="7927"/>
                    <a:pt x="16038" y="7931"/>
                  </a:cubicBezTo>
                  <a:cubicBezTo>
                    <a:pt x="15662" y="8092"/>
                    <a:pt x="15214" y="8234"/>
                    <a:pt x="14705" y="8354"/>
                  </a:cubicBezTo>
                  <a:cubicBezTo>
                    <a:pt x="14697" y="8357"/>
                    <a:pt x="14692" y="8358"/>
                    <a:pt x="14686" y="8359"/>
                  </a:cubicBezTo>
                  <a:cubicBezTo>
                    <a:pt x="14163" y="8482"/>
                    <a:pt x="13584" y="8581"/>
                    <a:pt x="12960" y="8649"/>
                  </a:cubicBezTo>
                  <a:cubicBezTo>
                    <a:pt x="12279" y="8726"/>
                    <a:pt x="11560" y="8774"/>
                    <a:pt x="10800" y="8774"/>
                  </a:cubicBezTo>
                  <a:cubicBezTo>
                    <a:pt x="10037" y="8774"/>
                    <a:pt x="9318" y="8726"/>
                    <a:pt x="8640" y="8649"/>
                  </a:cubicBezTo>
                  <a:cubicBezTo>
                    <a:pt x="8016" y="8581"/>
                    <a:pt x="7435" y="8482"/>
                    <a:pt x="6914" y="8359"/>
                  </a:cubicBezTo>
                  <a:cubicBezTo>
                    <a:pt x="6908" y="8358"/>
                    <a:pt x="6901" y="8357"/>
                    <a:pt x="6893" y="8354"/>
                  </a:cubicBezTo>
                  <a:cubicBezTo>
                    <a:pt x="6385" y="8234"/>
                    <a:pt x="5937" y="8092"/>
                    <a:pt x="5562" y="7931"/>
                  </a:cubicBezTo>
                  <a:cubicBezTo>
                    <a:pt x="5553" y="7927"/>
                    <a:pt x="5541" y="7924"/>
                    <a:pt x="5531" y="7920"/>
                  </a:cubicBezTo>
                  <a:cubicBezTo>
                    <a:pt x="5184" y="7770"/>
                    <a:pt x="4921" y="7601"/>
                    <a:pt x="4715" y="7423"/>
                  </a:cubicBezTo>
                  <a:cubicBezTo>
                    <a:pt x="4676" y="7387"/>
                    <a:pt x="4644" y="7352"/>
                    <a:pt x="4612" y="7316"/>
                  </a:cubicBezTo>
                  <a:cubicBezTo>
                    <a:pt x="4437" y="7136"/>
                    <a:pt x="4320" y="6947"/>
                    <a:pt x="4320" y="6750"/>
                  </a:cubicBezTo>
                  <a:cubicBezTo>
                    <a:pt x="4320" y="6550"/>
                    <a:pt x="4437" y="6362"/>
                    <a:pt x="4612" y="6181"/>
                  </a:cubicBezTo>
                  <a:cubicBezTo>
                    <a:pt x="4644" y="6146"/>
                    <a:pt x="4676" y="6110"/>
                    <a:pt x="4715" y="6076"/>
                  </a:cubicBezTo>
                  <a:cubicBezTo>
                    <a:pt x="4921" y="5898"/>
                    <a:pt x="5184" y="5729"/>
                    <a:pt x="5531" y="5577"/>
                  </a:cubicBezTo>
                  <a:cubicBezTo>
                    <a:pt x="5541" y="5574"/>
                    <a:pt x="5553" y="5571"/>
                    <a:pt x="5562" y="5567"/>
                  </a:cubicBezTo>
                  <a:cubicBezTo>
                    <a:pt x="5937" y="5407"/>
                    <a:pt x="6385" y="5264"/>
                    <a:pt x="6893" y="5144"/>
                  </a:cubicBezTo>
                  <a:cubicBezTo>
                    <a:pt x="6901" y="5142"/>
                    <a:pt x="6908" y="5140"/>
                    <a:pt x="6914" y="5138"/>
                  </a:cubicBezTo>
                  <a:cubicBezTo>
                    <a:pt x="7435" y="5017"/>
                    <a:pt x="8016" y="4918"/>
                    <a:pt x="8640" y="4848"/>
                  </a:cubicBezTo>
                  <a:cubicBezTo>
                    <a:pt x="9318" y="4773"/>
                    <a:pt x="10037" y="4725"/>
                    <a:pt x="10800" y="4725"/>
                  </a:cubicBezTo>
                  <a:cubicBezTo>
                    <a:pt x="11560" y="4725"/>
                    <a:pt x="12279" y="4773"/>
                    <a:pt x="12960" y="4848"/>
                  </a:cubicBezTo>
                  <a:cubicBezTo>
                    <a:pt x="13584" y="4918"/>
                    <a:pt x="14163" y="5017"/>
                    <a:pt x="14686" y="5138"/>
                  </a:cubicBezTo>
                  <a:cubicBezTo>
                    <a:pt x="14692" y="5140"/>
                    <a:pt x="14697" y="5142"/>
                    <a:pt x="14705" y="5144"/>
                  </a:cubicBezTo>
                  <a:cubicBezTo>
                    <a:pt x="15214" y="5264"/>
                    <a:pt x="15662" y="5407"/>
                    <a:pt x="16038" y="5567"/>
                  </a:cubicBezTo>
                  <a:cubicBezTo>
                    <a:pt x="16044" y="5571"/>
                    <a:pt x="16057" y="5574"/>
                    <a:pt x="16066" y="5577"/>
                  </a:cubicBezTo>
                  <a:cubicBezTo>
                    <a:pt x="16414" y="5729"/>
                    <a:pt x="16677" y="5898"/>
                    <a:pt x="16883" y="6076"/>
                  </a:cubicBezTo>
                  <a:cubicBezTo>
                    <a:pt x="16923" y="6110"/>
                    <a:pt x="16954" y="6146"/>
                    <a:pt x="16988" y="6181"/>
                  </a:cubicBezTo>
                  <a:cubicBezTo>
                    <a:pt x="17161" y="6362"/>
                    <a:pt x="17280" y="6550"/>
                    <a:pt x="17280" y="6750"/>
                  </a:cubicBezTo>
                  <a:cubicBezTo>
                    <a:pt x="17280" y="6947"/>
                    <a:pt x="17161" y="7136"/>
                    <a:pt x="16988" y="7316"/>
                  </a:cubicBezTo>
                  <a:moveTo>
                    <a:pt x="12960" y="19575"/>
                  </a:moveTo>
                  <a:cubicBezTo>
                    <a:pt x="12960" y="19948"/>
                    <a:pt x="11992" y="20249"/>
                    <a:pt x="10800" y="20249"/>
                  </a:cubicBezTo>
                  <a:cubicBezTo>
                    <a:pt x="9606" y="20249"/>
                    <a:pt x="8640" y="19948"/>
                    <a:pt x="8640" y="19575"/>
                  </a:cubicBezTo>
                  <a:lnTo>
                    <a:pt x="8640" y="10056"/>
                  </a:lnTo>
                  <a:cubicBezTo>
                    <a:pt x="9338" y="10101"/>
                    <a:pt x="10059" y="10124"/>
                    <a:pt x="10800" y="10124"/>
                  </a:cubicBezTo>
                  <a:cubicBezTo>
                    <a:pt x="11541" y="10124"/>
                    <a:pt x="12262" y="10101"/>
                    <a:pt x="12960" y="10056"/>
                  </a:cubicBezTo>
                  <a:cubicBezTo>
                    <a:pt x="12960" y="10056"/>
                    <a:pt x="12960" y="19575"/>
                    <a:pt x="12960" y="19575"/>
                  </a:cubicBezTo>
                  <a:close/>
                  <a:moveTo>
                    <a:pt x="8640" y="2025"/>
                  </a:moveTo>
                  <a:cubicBezTo>
                    <a:pt x="8640" y="1651"/>
                    <a:pt x="9606" y="1350"/>
                    <a:pt x="10800" y="1350"/>
                  </a:cubicBezTo>
                  <a:cubicBezTo>
                    <a:pt x="11992" y="1350"/>
                    <a:pt x="12960" y="1651"/>
                    <a:pt x="12960" y="2025"/>
                  </a:cubicBezTo>
                  <a:lnTo>
                    <a:pt x="12960" y="3442"/>
                  </a:lnTo>
                  <a:cubicBezTo>
                    <a:pt x="12262" y="3398"/>
                    <a:pt x="11541" y="3375"/>
                    <a:pt x="10800" y="3375"/>
                  </a:cubicBezTo>
                  <a:cubicBezTo>
                    <a:pt x="10059" y="3375"/>
                    <a:pt x="9338" y="3398"/>
                    <a:pt x="8640" y="3442"/>
                  </a:cubicBezTo>
                  <a:cubicBezTo>
                    <a:pt x="8640" y="3442"/>
                    <a:pt x="8640" y="2025"/>
                    <a:pt x="8640" y="2025"/>
                  </a:cubicBezTo>
                  <a:close/>
                  <a:moveTo>
                    <a:pt x="17280" y="4064"/>
                  </a:moveTo>
                  <a:lnTo>
                    <a:pt x="17280" y="2025"/>
                  </a:lnTo>
                  <a:cubicBezTo>
                    <a:pt x="17280" y="908"/>
                    <a:pt x="14373" y="0"/>
                    <a:pt x="10800" y="0"/>
                  </a:cubicBezTo>
                  <a:cubicBezTo>
                    <a:pt x="7225" y="0"/>
                    <a:pt x="4320" y="908"/>
                    <a:pt x="4320" y="2025"/>
                  </a:cubicBezTo>
                  <a:lnTo>
                    <a:pt x="4320" y="4064"/>
                  </a:lnTo>
                  <a:cubicBezTo>
                    <a:pt x="1710" y="4681"/>
                    <a:pt x="0" y="5649"/>
                    <a:pt x="0" y="6750"/>
                  </a:cubicBezTo>
                  <a:cubicBezTo>
                    <a:pt x="0" y="7850"/>
                    <a:pt x="1710" y="8818"/>
                    <a:pt x="4320" y="9434"/>
                  </a:cubicBezTo>
                  <a:lnTo>
                    <a:pt x="4320" y="19575"/>
                  </a:lnTo>
                  <a:cubicBezTo>
                    <a:pt x="4320" y="20691"/>
                    <a:pt x="7225" y="21599"/>
                    <a:pt x="10800" y="21599"/>
                  </a:cubicBezTo>
                  <a:cubicBezTo>
                    <a:pt x="14373" y="21599"/>
                    <a:pt x="17280" y="20691"/>
                    <a:pt x="17280" y="19575"/>
                  </a:cubicBezTo>
                  <a:lnTo>
                    <a:pt x="17280" y="9434"/>
                  </a:lnTo>
                  <a:cubicBezTo>
                    <a:pt x="19889" y="8818"/>
                    <a:pt x="21600" y="7850"/>
                    <a:pt x="21600" y="6750"/>
                  </a:cubicBezTo>
                  <a:cubicBezTo>
                    <a:pt x="21600" y="5649"/>
                    <a:pt x="19889" y="4681"/>
                    <a:pt x="17280" y="4064"/>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402" name="AutoShape 57"/>
            <p:cNvSpPr>
              <a:spLocks/>
            </p:cNvSpPr>
            <p:nvPr/>
          </p:nvSpPr>
          <p:spPr bwMode="auto">
            <a:xfrm>
              <a:off x="5178819" y="5204159"/>
              <a:ext cx="114508" cy="3660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88" y="7316"/>
                  </a:moveTo>
                  <a:cubicBezTo>
                    <a:pt x="16954" y="7352"/>
                    <a:pt x="16923" y="7387"/>
                    <a:pt x="16883" y="7423"/>
                  </a:cubicBezTo>
                  <a:cubicBezTo>
                    <a:pt x="16677" y="7601"/>
                    <a:pt x="16414" y="7770"/>
                    <a:pt x="16066" y="7920"/>
                  </a:cubicBezTo>
                  <a:cubicBezTo>
                    <a:pt x="16057" y="7924"/>
                    <a:pt x="16044" y="7927"/>
                    <a:pt x="16038" y="7931"/>
                  </a:cubicBezTo>
                  <a:cubicBezTo>
                    <a:pt x="15662" y="8092"/>
                    <a:pt x="15214" y="8234"/>
                    <a:pt x="14705" y="8354"/>
                  </a:cubicBezTo>
                  <a:cubicBezTo>
                    <a:pt x="14697" y="8357"/>
                    <a:pt x="14692" y="8358"/>
                    <a:pt x="14686" y="8359"/>
                  </a:cubicBezTo>
                  <a:cubicBezTo>
                    <a:pt x="14163" y="8482"/>
                    <a:pt x="13584" y="8581"/>
                    <a:pt x="12960" y="8649"/>
                  </a:cubicBezTo>
                  <a:cubicBezTo>
                    <a:pt x="12279" y="8726"/>
                    <a:pt x="11560" y="8774"/>
                    <a:pt x="10800" y="8774"/>
                  </a:cubicBezTo>
                  <a:cubicBezTo>
                    <a:pt x="10037" y="8774"/>
                    <a:pt x="9318" y="8726"/>
                    <a:pt x="8640" y="8649"/>
                  </a:cubicBezTo>
                  <a:cubicBezTo>
                    <a:pt x="8016" y="8581"/>
                    <a:pt x="7435" y="8482"/>
                    <a:pt x="6914" y="8359"/>
                  </a:cubicBezTo>
                  <a:cubicBezTo>
                    <a:pt x="6908" y="8358"/>
                    <a:pt x="6901" y="8357"/>
                    <a:pt x="6893" y="8354"/>
                  </a:cubicBezTo>
                  <a:cubicBezTo>
                    <a:pt x="6385" y="8234"/>
                    <a:pt x="5937" y="8092"/>
                    <a:pt x="5562" y="7931"/>
                  </a:cubicBezTo>
                  <a:cubicBezTo>
                    <a:pt x="5553" y="7927"/>
                    <a:pt x="5541" y="7924"/>
                    <a:pt x="5531" y="7920"/>
                  </a:cubicBezTo>
                  <a:cubicBezTo>
                    <a:pt x="5184" y="7770"/>
                    <a:pt x="4921" y="7601"/>
                    <a:pt x="4715" y="7423"/>
                  </a:cubicBezTo>
                  <a:cubicBezTo>
                    <a:pt x="4676" y="7387"/>
                    <a:pt x="4644" y="7352"/>
                    <a:pt x="4612" y="7316"/>
                  </a:cubicBezTo>
                  <a:cubicBezTo>
                    <a:pt x="4437" y="7136"/>
                    <a:pt x="4320" y="6947"/>
                    <a:pt x="4320" y="6750"/>
                  </a:cubicBezTo>
                  <a:cubicBezTo>
                    <a:pt x="4320" y="6550"/>
                    <a:pt x="4437" y="6362"/>
                    <a:pt x="4612" y="6181"/>
                  </a:cubicBezTo>
                  <a:cubicBezTo>
                    <a:pt x="4644" y="6146"/>
                    <a:pt x="4676" y="6110"/>
                    <a:pt x="4715" y="6076"/>
                  </a:cubicBezTo>
                  <a:cubicBezTo>
                    <a:pt x="4921" y="5898"/>
                    <a:pt x="5184" y="5729"/>
                    <a:pt x="5531" y="5577"/>
                  </a:cubicBezTo>
                  <a:cubicBezTo>
                    <a:pt x="5541" y="5574"/>
                    <a:pt x="5553" y="5571"/>
                    <a:pt x="5562" y="5567"/>
                  </a:cubicBezTo>
                  <a:cubicBezTo>
                    <a:pt x="5937" y="5407"/>
                    <a:pt x="6385" y="5264"/>
                    <a:pt x="6893" y="5144"/>
                  </a:cubicBezTo>
                  <a:cubicBezTo>
                    <a:pt x="6901" y="5142"/>
                    <a:pt x="6908" y="5140"/>
                    <a:pt x="6914" y="5138"/>
                  </a:cubicBezTo>
                  <a:cubicBezTo>
                    <a:pt x="7435" y="5017"/>
                    <a:pt x="8016" y="4918"/>
                    <a:pt x="8640" y="4848"/>
                  </a:cubicBezTo>
                  <a:cubicBezTo>
                    <a:pt x="9318" y="4773"/>
                    <a:pt x="10037" y="4725"/>
                    <a:pt x="10800" y="4725"/>
                  </a:cubicBezTo>
                  <a:cubicBezTo>
                    <a:pt x="11560" y="4725"/>
                    <a:pt x="12279" y="4773"/>
                    <a:pt x="12960" y="4848"/>
                  </a:cubicBezTo>
                  <a:cubicBezTo>
                    <a:pt x="13584" y="4918"/>
                    <a:pt x="14163" y="5017"/>
                    <a:pt x="14686" y="5138"/>
                  </a:cubicBezTo>
                  <a:cubicBezTo>
                    <a:pt x="14692" y="5140"/>
                    <a:pt x="14697" y="5142"/>
                    <a:pt x="14705" y="5144"/>
                  </a:cubicBezTo>
                  <a:cubicBezTo>
                    <a:pt x="15214" y="5264"/>
                    <a:pt x="15662" y="5407"/>
                    <a:pt x="16038" y="5567"/>
                  </a:cubicBezTo>
                  <a:cubicBezTo>
                    <a:pt x="16044" y="5571"/>
                    <a:pt x="16057" y="5574"/>
                    <a:pt x="16066" y="5577"/>
                  </a:cubicBezTo>
                  <a:cubicBezTo>
                    <a:pt x="16414" y="5729"/>
                    <a:pt x="16677" y="5898"/>
                    <a:pt x="16883" y="6076"/>
                  </a:cubicBezTo>
                  <a:cubicBezTo>
                    <a:pt x="16923" y="6110"/>
                    <a:pt x="16954" y="6146"/>
                    <a:pt x="16988" y="6181"/>
                  </a:cubicBezTo>
                  <a:cubicBezTo>
                    <a:pt x="17161" y="6362"/>
                    <a:pt x="17280" y="6550"/>
                    <a:pt x="17280" y="6750"/>
                  </a:cubicBezTo>
                  <a:cubicBezTo>
                    <a:pt x="17280" y="6947"/>
                    <a:pt x="17161" y="7136"/>
                    <a:pt x="16988" y="7316"/>
                  </a:cubicBezTo>
                  <a:moveTo>
                    <a:pt x="12960" y="19575"/>
                  </a:moveTo>
                  <a:cubicBezTo>
                    <a:pt x="12960" y="19948"/>
                    <a:pt x="11992" y="20249"/>
                    <a:pt x="10800" y="20249"/>
                  </a:cubicBezTo>
                  <a:cubicBezTo>
                    <a:pt x="9606" y="20249"/>
                    <a:pt x="8640" y="19948"/>
                    <a:pt x="8640" y="19575"/>
                  </a:cubicBezTo>
                  <a:lnTo>
                    <a:pt x="8640" y="10056"/>
                  </a:lnTo>
                  <a:cubicBezTo>
                    <a:pt x="9338" y="10101"/>
                    <a:pt x="10059" y="10124"/>
                    <a:pt x="10800" y="10124"/>
                  </a:cubicBezTo>
                  <a:cubicBezTo>
                    <a:pt x="11541" y="10124"/>
                    <a:pt x="12262" y="10101"/>
                    <a:pt x="12960" y="10056"/>
                  </a:cubicBezTo>
                  <a:cubicBezTo>
                    <a:pt x="12960" y="10056"/>
                    <a:pt x="12960" y="19575"/>
                    <a:pt x="12960" y="19575"/>
                  </a:cubicBezTo>
                  <a:close/>
                  <a:moveTo>
                    <a:pt x="8640" y="2025"/>
                  </a:moveTo>
                  <a:cubicBezTo>
                    <a:pt x="8640" y="1651"/>
                    <a:pt x="9606" y="1350"/>
                    <a:pt x="10800" y="1350"/>
                  </a:cubicBezTo>
                  <a:cubicBezTo>
                    <a:pt x="11992" y="1350"/>
                    <a:pt x="12960" y="1651"/>
                    <a:pt x="12960" y="2025"/>
                  </a:cubicBezTo>
                  <a:lnTo>
                    <a:pt x="12960" y="3442"/>
                  </a:lnTo>
                  <a:cubicBezTo>
                    <a:pt x="12262" y="3398"/>
                    <a:pt x="11541" y="3375"/>
                    <a:pt x="10800" y="3375"/>
                  </a:cubicBezTo>
                  <a:cubicBezTo>
                    <a:pt x="10059" y="3375"/>
                    <a:pt x="9338" y="3398"/>
                    <a:pt x="8640" y="3442"/>
                  </a:cubicBezTo>
                  <a:cubicBezTo>
                    <a:pt x="8640" y="3442"/>
                    <a:pt x="8640" y="2025"/>
                    <a:pt x="8640" y="2025"/>
                  </a:cubicBezTo>
                  <a:close/>
                  <a:moveTo>
                    <a:pt x="17280" y="4064"/>
                  </a:moveTo>
                  <a:lnTo>
                    <a:pt x="17280" y="2025"/>
                  </a:lnTo>
                  <a:cubicBezTo>
                    <a:pt x="17280" y="908"/>
                    <a:pt x="14373" y="0"/>
                    <a:pt x="10800" y="0"/>
                  </a:cubicBezTo>
                  <a:cubicBezTo>
                    <a:pt x="7225" y="0"/>
                    <a:pt x="4320" y="908"/>
                    <a:pt x="4320" y="2025"/>
                  </a:cubicBezTo>
                  <a:lnTo>
                    <a:pt x="4320" y="4064"/>
                  </a:lnTo>
                  <a:cubicBezTo>
                    <a:pt x="1710" y="4681"/>
                    <a:pt x="0" y="5649"/>
                    <a:pt x="0" y="6750"/>
                  </a:cubicBezTo>
                  <a:cubicBezTo>
                    <a:pt x="0" y="7850"/>
                    <a:pt x="1710" y="8818"/>
                    <a:pt x="4320" y="9434"/>
                  </a:cubicBezTo>
                  <a:lnTo>
                    <a:pt x="4320" y="19575"/>
                  </a:lnTo>
                  <a:cubicBezTo>
                    <a:pt x="4320" y="20691"/>
                    <a:pt x="7225" y="21599"/>
                    <a:pt x="10800" y="21599"/>
                  </a:cubicBezTo>
                  <a:cubicBezTo>
                    <a:pt x="14373" y="21599"/>
                    <a:pt x="17280" y="20691"/>
                    <a:pt x="17280" y="19575"/>
                  </a:cubicBezTo>
                  <a:lnTo>
                    <a:pt x="17280" y="9434"/>
                  </a:lnTo>
                  <a:cubicBezTo>
                    <a:pt x="19889" y="8818"/>
                    <a:pt x="21600" y="7850"/>
                    <a:pt x="21600" y="6750"/>
                  </a:cubicBezTo>
                  <a:cubicBezTo>
                    <a:pt x="21600" y="5649"/>
                    <a:pt x="19889" y="4681"/>
                    <a:pt x="17280" y="4064"/>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403" name="AutoShape 58"/>
            <p:cNvSpPr>
              <a:spLocks/>
            </p:cNvSpPr>
            <p:nvPr/>
          </p:nvSpPr>
          <p:spPr bwMode="auto">
            <a:xfrm>
              <a:off x="5053047" y="5204159"/>
              <a:ext cx="114508" cy="3660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88" y="15416"/>
                  </a:moveTo>
                  <a:cubicBezTo>
                    <a:pt x="16954" y="15452"/>
                    <a:pt x="16923" y="15487"/>
                    <a:pt x="16883" y="15523"/>
                  </a:cubicBezTo>
                  <a:cubicBezTo>
                    <a:pt x="16677" y="15701"/>
                    <a:pt x="16414" y="15870"/>
                    <a:pt x="16066" y="16020"/>
                  </a:cubicBezTo>
                  <a:cubicBezTo>
                    <a:pt x="16057" y="16024"/>
                    <a:pt x="16044" y="16027"/>
                    <a:pt x="16038" y="16031"/>
                  </a:cubicBezTo>
                  <a:cubicBezTo>
                    <a:pt x="15662" y="16192"/>
                    <a:pt x="15214" y="16334"/>
                    <a:pt x="14705" y="16454"/>
                  </a:cubicBezTo>
                  <a:cubicBezTo>
                    <a:pt x="14697" y="16457"/>
                    <a:pt x="14692" y="16458"/>
                    <a:pt x="14686" y="16459"/>
                  </a:cubicBezTo>
                  <a:cubicBezTo>
                    <a:pt x="14163" y="16582"/>
                    <a:pt x="13584" y="16681"/>
                    <a:pt x="12960" y="16749"/>
                  </a:cubicBezTo>
                  <a:cubicBezTo>
                    <a:pt x="12279" y="16826"/>
                    <a:pt x="11560" y="16875"/>
                    <a:pt x="10800" y="16875"/>
                  </a:cubicBezTo>
                  <a:cubicBezTo>
                    <a:pt x="10037" y="16875"/>
                    <a:pt x="9318" y="16826"/>
                    <a:pt x="8640" y="16749"/>
                  </a:cubicBezTo>
                  <a:cubicBezTo>
                    <a:pt x="8016" y="16681"/>
                    <a:pt x="7435" y="16582"/>
                    <a:pt x="6914" y="16459"/>
                  </a:cubicBezTo>
                  <a:cubicBezTo>
                    <a:pt x="6908" y="16458"/>
                    <a:pt x="6901" y="16457"/>
                    <a:pt x="6893" y="16454"/>
                  </a:cubicBezTo>
                  <a:cubicBezTo>
                    <a:pt x="6385" y="16334"/>
                    <a:pt x="5937" y="16192"/>
                    <a:pt x="5562" y="16031"/>
                  </a:cubicBezTo>
                  <a:cubicBezTo>
                    <a:pt x="5553" y="16027"/>
                    <a:pt x="5541" y="16024"/>
                    <a:pt x="5531" y="16020"/>
                  </a:cubicBezTo>
                  <a:cubicBezTo>
                    <a:pt x="5184" y="15870"/>
                    <a:pt x="4921" y="15701"/>
                    <a:pt x="4715" y="15523"/>
                  </a:cubicBezTo>
                  <a:cubicBezTo>
                    <a:pt x="4676" y="15487"/>
                    <a:pt x="4644" y="15452"/>
                    <a:pt x="4612" y="15416"/>
                  </a:cubicBezTo>
                  <a:cubicBezTo>
                    <a:pt x="4437" y="15236"/>
                    <a:pt x="4320" y="15047"/>
                    <a:pt x="4320" y="14850"/>
                  </a:cubicBezTo>
                  <a:cubicBezTo>
                    <a:pt x="4320" y="14650"/>
                    <a:pt x="4437" y="14462"/>
                    <a:pt x="4612" y="14281"/>
                  </a:cubicBezTo>
                  <a:cubicBezTo>
                    <a:pt x="4644" y="14246"/>
                    <a:pt x="4676" y="14210"/>
                    <a:pt x="4715" y="14176"/>
                  </a:cubicBezTo>
                  <a:cubicBezTo>
                    <a:pt x="4921" y="13998"/>
                    <a:pt x="5184" y="13829"/>
                    <a:pt x="5531" y="13677"/>
                  </a:cubicBezTo>
                  <a:cubicBezTo>
                    <a:pt x="5541" y="13674"/>
                    <a:pt x="5553" y="13671"/>
                    <a:pt x="5562" y="13667"/>
                  </a:cubicBezTo>
                  <a:cubicBezTo>
                    <a:pt x="5937" y="13507"/>
                    <a:pt x="6385" y="13364"/>
                    <a:pt x="6893" y="13244"/>
                  </a:cubicBezTo>
                  <a:cubicBezTo>
                    <a:pt x="6901" y="13242"/>
                    <a:pt x="6908" y="13240"/>
                    <a:pt x="6914" y="13238"/>
                  </a:cubicBezTo>
                  <a:cubicBezTo>
                    <a:pt x="7435" y="13117"/>
                    <a:pt x="8016" y="13018"/>
                    <a:pt x="8640" y="12948"/>
                  </a:cubicBezTo>
                  <a:cubicBezTo>
                    <a:pt x="9318" y="12873"/>
                    <a:pt x="10037" y="12825"/>
                    <a:pt x="10800" y="12825"/>
                  </a:cubicBezTo>
                  <a:cubicBezTo>
                    <a:pt x="11560" y="12825"/>
                    <a:pt x="12279" y="12873"/>
                    <a:pt x="12960" y="12948"/>
                  </a:cubicBezTo>
                  <a:cubicBezTo>
                    <a:pt x="13584" y="13018"/>
                    <a:pt x="14163" y="13117"/>
                    <a:pt x="14686" y="13238"/>
                  </a:cubicBezTo>
                  <a:cubicBezTo>
                    <a:pt x="14692" y="13240"/>
                    <a:pt x="14697" y="13242"/>
                    <a:pt x="14705" y="13244"/>
                  </a:cubicBezTo>
                  <a:cubicBezTo>
                    <a:pt x="15214" y="13364"/>
                    <a:pt x="15662" y="13507"/>
                    <a:pt x="16038" y="13667"/>
                  </a:cubicBezTo>
                  <a:cubicBezTo>
                    <a:pt x="16044" y="13671"/>
                    <a:pt x="16057" y="13674"/>
                    <a:pt x="16066" y="13677"/>
                  </a:cubicBezTo>
                  <a:cubicBezTo>
                    <a:pt x="16414" y="13829"/>
                    <a:pt x="16677" y="13998"/>
                    <a:pt x="16883" y="14176"/>
                  </a:cubicBezTo>
                  <a:cubicBezTo>
                    <a:pt x="16923" y="14210"/>
                    <a:pt x="16954" y="14246"/>
                    <a:pt x="16988" y="14281"/>
                  </a:cubicBezTo>
                  <a:cubicBezTo>
                    <a:pt x="17161" y="14462"/>
                    <a:pt x="17280" y="14650"/>
                    <a:pt x="17280" y="14850"/>
                  </a:cubicBezTo>
                  <a:cubicBezTo>
                    <a:pt x="17280" y="15047"/>
                    <a:pt x="17161" y="15236"/>
                    <a:pt x="16988" y="15416"/>
                  </a:cubicBezTo>
                  <a:moveTo>
                    <a:pt x="12960" y="19575"/>
                  </a:moveTo>
                  <a:cubicBezTo>
                    <a:pt x="12960" y="19948"/>
                    <a:pt x="11992" y="20249"/>
                    <a:pt x="10800" y="20249"/>
                  </a:cubicBezTo>
                  <a:cubicBezTo>
                    <a:pt x="9606" y="20249"/>
                    <a:pt x="8640" y="19948"/>
                    <a:pt x="8640" y="19575"/>
                  </a:cubicBezTo>
                  <a:lnTo>
                    <a:pt x="8640" y="18156"/>
                  </a:lnTo>
                  <a:cubicBezTo>
                    <a:pt x="9338" y="18201"/>
                    <a:pt x="10059" y="18225"/>
                    <a:pt x="10800" y="18225"/>
                  </a:cubicBezTo>
                  <a:cubicBezTo>
                    <a:pt x="11541" y="18225"/>
                    <a:pt x="12262" y="18201"/>
                    <a:pt x="12960" y="18156"/>
                  </a:cubicBezTo>
                  <a:cubicBezTo>
                    <a:pt x="12960" y="18156"/>
                    <a:pt x="12960" y="19575"/>
                    <a:pt x="12960" y="19575"/>
                  </a:cubicBezTo>
                  <a:close/>
                  <a:moveTo>
                    <a:pt x="8640" y="2025"/>
                  </a:moveTo>
                  <a:cubicBezTo>
                    <a:pt x="8640" y="1651"/>
                    <a:pt x="9606" y="1350"/>
                    <a:pt x="10800" y="1350"/>
                  </a:cubicBezTo>
                  <a:cubicBezTo>
                    <a:pt x="11992" y="1350"/>
                    <a:pt x="12960" y="1651"/>
                    <a:pt x="12960" y="2025"/>
                  </a:cubicBezTo>
                  <a:lnTo>
                    <a:pt x="12960" y="11542"/>
                  </a:lnTo>
                  <a:cubicBezTo>
                    <a:pt x="12262" y="11498"/>
                    <a:pt x="11541" y="11475"/>
                    <a:pt x="10800" y="11475"/>
                  </a:cubicBezTo>
                  <a:cubicBezTo>
                    <a:pt x="10059" y="11475"/>
                    <a:pt x="9338" y="11498"/>
                    <a:pt x="8640" y="11542"/>
                  </a:cubicBezTo>
                  <a:cubicBezTo>
                    <a:pt x="8640" y="11542"/>
                    <a:pt x="8640" y="2025"/>
                    <a:pt x="8640" y="2025"/>
                  </a:cubicBezTo>
                  <a:close/>
                  <a:moveTo>
                    <a:pt x="17280" y="12164"/>
                  </a:moveTo>
                  <a:lnTo>
                    <a:pt x="17280" y="2025"/>
                  </a:lnTo>
                  <a:cubicBezTo>
                    <a:pt x="17280" y="908"/>
                    <a:pt x="14373" y="0"/>
                    <a:pt x="10800" y="0"/>
                  </a:cubicBezTo>
                  <a:cubicBezTo>
                    <a:pt x="7225" y="0"/>
                    <a:pt x="4320" y="908"/>
                    <a:pt x="4320" y="2025"/>
                  </a:cubicBezTo>
                  <a:lnTo>
                    <a:pt x="4320" y="12164"/>
                  </a:lnTo>
                  <a:cubicBezTo>
                    <a:pt x="1710" y="12781"/>
                    <a:pt x="0" y="13749"/>
                    <a:pt x="0" y="14850"/>
                  </a:cubicBezTo>
                  <a:cubicBezTo>
                    <a:pt x="0" y="15950"/>
                    <a:pt x="1710" y="16918"/>
                    <a:pt x="4320" y="17534"/>
                  </a:cubicBezTo>
                  <a:lnTo>
                    <a:pt x="4320" y="19575"/>
                  </a:lnTo>
                  <a:cubicBezTo>
                    <a:pt x="4320" y="20691"/>
                    <a:pt x="7225" y="21599"/>
                    <a:pt x="10800" y="21599"/>
                  </a:cubicBezTo>
                  <a:cubicBezTo>
                    <a:pt x="14373" y="21599"/>
                    <a:pt x="17280" y="20691"/>
                    <a:pt x="17280" y="19575"/>
                  </a:cubicBezTo>
                  <a:lnTo>
                    <a:pt x="17280" y="17534"/>
                  </a:lnTo>
                  <a:cubicBezTo>
                    <a:pt x="19889" y="16918"/>
                    <a:pt x="21600" y="15950"/>
                    <a:pt x="21600" y="14850"/>
                  </a:cubicBezTo>
                  <a:cubicBezTo>
                    <a:pt x="21600" y="13749"/>
                    <a:pt x="19889" y="12781"/>
                    <a:pt x="17280" y="12164"/>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nvGrpSpPr>
          <p:cNvPr id="404" name="组合 403"/>
          <p:cNvGrpSpPr/>
          <p:nvPr/>
        </p:nvGrpSpPr>
        <p:grpSpPr>
          <a:xfrm>
            <a:off x="6385845" y="4693371"/>
            <a:ext cx="366051" cy="343525"/>
            <a:chOff x="8310142" y="5004567"/>
            <a:chExt cx="366051" cy="343525"/>
          </a:xfrm>
        </p:grpSpPr>
        <p:sp>
          <p:nvSpPr>
            <p:cNvPr id="405" name="AutoShape 69"/>
            <p:cNvSpPr>
              <a:spLocks/>
            </p:cNvSpPr>
            <p:nvPr/>
          </p:nvSpPr>
          <p:spPr bwMode="auto">
            <a:xfrm>
              <a:off x="8310142" y="5004567"/>
              <a:ext cx="366051" cy="3435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223" y="5760"/>
                  </a:moveTo>
                  <a:lnTo>
                    <a:pt x="17548" y="5760"/>
                  </a:lnTo>
                  <a:cubicBezTo>
                    <a:pt x="16804" y="5760"/>
                    <a:pt x="16198" y="5114"/>
                    <a:pt x="16198" y="4320"/>
                  </a:cubicBezTo>
                  <a:lnTo>
                    <a:pt x="16200" y="4320"/>
                  </a:lnTo>
                  <a:lnTo>
                    <a:pt x="16200" y="1440"/>
                  </a:lnTo>
                  <a:lnTo>
                    <a:pt x="20250" y="5760"/>
                  </a:lnTo>
                  <a:cubicBezTo>
                    <a:pt x="20250" y="5760"/>
                    <a:pt x="18223" y="5760"/>
                    <a:pt x="18223" y="5760"/>
                  </a:cubicBezTo>
                  <a:close/>
                  <a:moveTo>
                    <a:pt x="20250" y="19440"/>
                  </a:moveTo>
                  <a:cubicBezTo>
                    <a:pt x="20250" y="19837"/>
                    <a:pt x="19948" y="20160"/>
                    <a:pt x="19575" y="20160"/>
                  </a:cubicBezTo>
                  <a:lnTo>
                    <a:pt x="2024" y="20160"/>
                  </a:lnTo>
                  <a:cubicBezTo>
                    <a:pt x="1651" y="20160"/>
                    <a:pt x="1349" y="19837"/>
                    <a:pt x="1349" y="19440"/>
                  </a:cubicBezTo>
                  <a:lnTo>
                    <a:pt x="1349" y="2160"/>
                  </a:lnTo>
                  <a:cubicBezTo>
                    <a:pt x="1349" y="1762"/>
                    <a:pt x="1651" y="1440"/>
                    <a:pt x="2024" y="1440"/>
                  </a:cubicBezTo>
                  <a:lnTo>
                    <a:pt x="15525" y="1440"/>
                  </a:lnTo>
                  <a:lnTo>
                    <a:pt x="15525" y="4320"/>
                  </a:lnTo>
                  <a:lnTo>
                    <a:pt x="15523" y="4320"/>
                  </a:lnTo>
                  <a:cubicBezTo>
                    <a:pt x="15523" y="5513"/>
                    <a:pt x="16430" y="6480"/>
                    <a:pt x="17548" y="6480"/>
                  </a:cubicBezTo>
                  <a:lnTo>
                    <a:pt x="18223" y="6480"/>
                  </a:lnTo>
                  <a:lnTo>
                    <a:pt x="20250" y="6480"/>
                  </a:lnTo>
                  <a:cubicBezTo>
                    <a:pt x="20250" y="6480"/>
                    <a:pt x="20250" y="19440"/>
                    <a:pt x="20250" y="19440"/>
                  </a:cubicBezTo>
                  <a:close/>
                  <a:moveTo>
                    <a:pt x="21204" y="4741"/>
                  </a:moveTo>
                  <a:lnTo>
                    <a:pt x="17154" y="421"/>
                  </a:lnTo>
                  <a:cubicBezTo>
                    <a:pt x="16901" y="151"/>
                    <a:pt x="16557" y="0"/>
                    <a:pt x="16200" y="0"/>
                  </a:cubicBezTo>
                  <a:lnTo>
                    <a:pt x="2024" y="0"/>
                  </a:lnTo>
                  <a:cubicBezTo>
                    <a:pt x="908" y="0"/>
                    <a:pt x="0" y="968"/>
                    <a:pt x="0" y="2160"/>
                  </a:cubicBezTo>
                  <a:lnTo>
                    <a:pt x="0" y="19440"/>
                  </a:lnTo>
                  <a:cubicBezTo>
                    <a:pt x="0" y="20631"/>
                    <a:pt x="908" y="21600"/>
                    <a:pt x="2024" y="21600"/>
                  </a:cubicBezTo>
                  <a:lnTo>
                    <a:pt x="19575" y="21600"/>
                  </a:lnTo>
                  <a:cubicBezTo>
                    <a:pt x="20691" y="21600"/>
                    <a:pt x="21599" y="20631"/>
                    <a:pt x="21599" y="19440"/>
                  </a:cubicBezTo>
                  <a:lnTo>
                    <a:pt x="21599" y="5760"/>
                  </a:lnTo>
                  <a:cubicBezTo>
                    <a:pt x="21599" y="5378"/>
                    <a:pt x="21457" y="5011"/>
                    <a:pt x="21204" y="4741"/>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406" name="AutoShape 70"/>
            <p:cNvSpPr>
              <a:spLocks/>
            </p:cNvSpPr>
            <p:nvPr/>
          </p:nvSpPr>
          <p:spPr bwMode="auto">
            <a:xfrm>
              <a:off x="8481589" y="5072772"/>
              <a:ext cx="68830" cy="1188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00" y="21599"/>
                  </a:moveTo>
                  <a:lnTo>
                    <a:pt x="19800" y="21599"/>
                  </a:lnTo>
                  <a:cubicBezTo>
                    <a:pt x="20791" y="21599"/>
                    <a:pt x="21600" y="16769"/>
                    <a:pt x="21600" y="10800"/>
                  </a:cubicBezTo>
                  <a:cubicBezTo>
                    <a:pt x="21600" y="4830"/>
                    <a:pt x="20791" y="0"/>
                    <a:pt x="19800" y="0"/>
                  </a:cubicBezTo>
                  <a:lnTo>
                    <a:pt x="1800" y="0"/>
                  </a:lnTo>
                  <a:cubicBezTo>
                    <a:pt x="801" y="0"/>
                    <a:pt x="0" y="4830"/>
                    <a:pt x="0" y="10800"/>
                  </a:cubicBezTo>
                  <a:cubicBezTo>
                    <a:pt x="0" y="16769"/>
                    <a:pt x="801" y="21599"/>
                    <a:pt x="1800" y="21599"/>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407" name="AutoShape 71"/>
            <p:cNvSpPr>
              <a:spLocks/>
            </p:cNvSpPr>
            <p:nvPr/>
          </p:nvSpPr>
          <p:spPr bwMode="auto">
            <a:xfrm>
              <a:off x="8481589" y="5107187"/>
              <a:ext cx="68830" cy="1188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00" y="21599"/>
                  </a:moveTo>
                  <a:lnTo>
                    <a:pt x="19800" y="21599"/>
                  </a:lnTo>
                  <a:cubicBezTo>
                    <a:pt x="20791" y="21599"/>
                    <a:pt x="21600" y="16769"/>
                    <a:pt x="21600" y="10800"/>
                  </a:cubicBezTo>
                  <a:cubicBezTo>
                    <a:pt x="21600" y="4830"/>
                    <a:pt x="20791" y="0"/>
                    <a:pt x="19800" y="0"/>
                  </a:cubicBezTo>
                  <a:lnTo>
                    <a:pt x="1800" y="0"/>
                  </a:lnTo>
                  <a:cubicBezTo>
                    <a:pt x="801" y="0"/>
                    <a:pt x="0" y="4830"/>
                    <a:pt x="0" y="10800"/>
                  </a:cubicBezTo>
                  <a:cubicBezTo>
                    <a:pt x="0" y="16769"/>
                    <a:pt x="801" y="21599"/>
                    <a:pt x="1800" y="21599"/>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408" name="AutoShape 72"/>
            <p:cNvSpPr>
              <a:spLocks/>
            </p:cNvSpPr>
            <p:nvPr/>
          </p:nvSpPr>
          <p:spPr bwMode="auto">
            <a:xfrm>
              <a:off x="8481589" y="5141602"/>
              <a:ext cx="148923" cy="1188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10800"/>
                  </a:moveTo>
                  <a:cubicBezTo>
                    <a:pt x="0" y="16769"/>
                    <a:pt x="369" y="21599"/>
                    <a:pt x="830" y="21599"/>
                  </a:cubicBezTo>
                  <a:lnTo>
                    <a:pt x="20769" y="21599"/>
                  </a:lnTo>
                  <a:cubicBezTo>
                    <a:pt x="21226" y="21599"/>
                    <a:pt x="21600" y="16769"/>
                    <a:pt x="21600" y="10800"/>
                  </a:cubicBezTo>
                  <a:cubicBezTo>
                    <a:pt x="21600" y="4830"/>
                    <a:pt x="21226" y="0"/>
                    <a:pt x="20769" y="0"/>
                  </a:cubicBezTo>
                  <a:lnTo>
                    <a:pt x="830" y="0"/>
                  </a:lnTo>
                  <a:cubicBezTo>
                    <a:pt x="369" y="0"/>
                    <a:pt x="0" y="4830"/>
                    <a:pt x="0" y="1080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409" name="AutoShape 73"/>
            <p:cNvSpPr>
              <a:spLocks/>
            </p:cNvSpPr>
            <p:nvPr/>
          </p:nvSpPr>
          <p:spPr bwMode="auto">
            <a:xfrm>
              <a:off x="8355818" y="5210433"/>
              <a:ext cx="274694" cy="112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150" y="0"/>
                  </a:moveTo>
                  <a:lnTo>
                    <a:pt x="449" y="0"/>
                  </a:lnTo>
                  <a:cubicBezTo>
                    <a:pt x="201" y="0"/>
                    <a:pt x="0" y="4830"/>
                    <a:pt x="0" y="10800"/>
                  </a:cubicBezTo>
                  <a:cubicBezTo>
                    <a:pt x="0" y="16748"/>
                    <a:pt x="201" y="21599"/>
                    <a:pt x="449" y="21599"/>
                  </a:cubicBezTo>
                  <a:lnTo>
                    <a:pt x="21150" y="21599"/>
                  </a:lnTo>
                  <a:cubicBezTo>
                    <a:pt x="21397" y="21599"/>
                    <a:pt x="21599" y="16748"/>
                    <a:pt x="21599" y="10800"/>
                  </a:cubicBezTo>
                  <a:cubicBezTo>
                    <a:pt x="21599" y="4830"/>
                    <a:pt x="21397" y="0"/>
                    <a:pt x="21150" y="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410" name="AutoShape 74"/>
            <p:cNvSpPr>
              <a:spLocks/>
            </p:cNvSpPr>
            <p:nvPr/>
          </p:nvSpPr>
          <p:spPr bwMode="auto">
            <a:xfrm>
              <a:off x="8355818" y="5244847"/>
              <a:ext cx="274694" cy="112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150" y="0"/>
                  </a:moveTo>
                  <a:lnTo>
                    <a:pt x="449" y="0"/>
                  </a:lnTo>
                  <a:cubicBezTo>
                    <a:pt x="201" y="0"/>
                    <a:pt x="0" y="4830"/>
                    <a:pt x="0" y="10800"/>
                  </a:cubicBezTo>
                  <a:cubicBezTo>
                    <a:pt x="0" y="16748"/>
                    <a:pt x="201" y="21599"/>
                    <a:pt x="449" y="21599"/>
                  </a:cubicBezTo>
                  <a:lnTo>
                    <a:pt x="21150" y="21599"/>
                  </a:lnTo>
                  <a:cubicBezTo>
                    <a:pt x="21397" y="21599"/>
                    <a:pt x="21599" y="16748"/>
                    <a:pt x="21599" y="10800"/>
                  </a:cubicBezTo>
                  <a:cubicBezTo>
                    <a:pt x="21599" y="4830"/>
                    <a:pt x="21397" y="0"/>
                    <a:pt x="21150" y="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411" name="AutoShape 75"/>
            <p:cNvSpPr>
              <a:spLocks/>
            </p:cNvSpPr>
            <p:nvPr/>
          </p:nvSpPr>
          <p:spPr bwMode="auto">
            <a:xfrm>
              <a:off x="8355818" y="5279263"/>
              <a:ext cx="274694" cy="112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150" y="0"/>
                  </a:moveTo>
                  <a:lnTo>
                    <a:pt x="449" y="0"/>
                  </a:lnTo>
                  <a:cubicBezTo>
                    <a:pt x="201" y="0"/>
                    <a:pt x="0" y="4830"/>
                    <a:pt x="0" y="10800"/>
                  </a:cubicBezTo>
                  <a:cubicBezTo>
                    <a:pt x="0" y="16748"/>
                    <a:pt x="201" y="21599"/>
                    <a:pt x="449" y="21599"/>
                  </a:cubicBezTo>
                  <a:lnTo>
                    <a:pt x="21150" y="21599"/>
                  </a:lnTo>
                  <a:cubicBezTo>
                    <a:pt x="21397" y="21599"/>
                    <a:pt x="21599" y="16748"/>
                    <a:pt x="21599" y="10800"/>
                  </a:cubicBezTo>
                  <a:cubicBezTo>
                    <a:pt x="21599" y="4830"/>
                    <a:pt x="21397" y="0"/>
                    <a:pt x="21150" y="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412" name="AutoShape 76"/>
            <p:cNvSpPr>
              <a:spLocks/>
            </p:cNvSpPr>
            <p:nvPr/>
          </p:nvSpPr>
          <p:spPr bwMode="auto">
            <a:xfrm>
              <a:off x="8355818" y="5176016"/>
              <a:ext cx="274694" cy="112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150" y="0"/>
                  </a:moveTo>
                  <a:lnTo>
                    <a:pt x="449" y="0"/>
                  </a:lnTo>
                  <a:cubicBezTo>
                    <a:pt x="201" y="0"/>
                    <a:pt x="0" y="4830"/>
                    <a:pt x="0" y="10800"/>
                  </a:cubicBezTo>
                  <a:cubicBezTo>
                    <a:pt x="0" y="16769"/>
                    <a:pt x="201" y="21599"/>
                    <a:pt x="449" y="21599"/>
                  </a:cubicBezTo>
                  <a:lnTo>
                    <a:pt x="21150" y="21599"/>
                  </a:lnTo>
                  <a:cubicBezTo>
                    <a:pt x="21397" y="21599"/>
                    <a:pt x="21599" y="16769"/>
                    <a:pt x="21599" y="10800"/>
                  </a:cubicBezTo>
                  <a:cubicBezTo>
                    <a:pt x="21599" y="4830"/>
                    <a:pt x="21397" y="0"/>
                    <a:pt x="21150" y="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413" name="AutoShape 77"/>
            <p:cNvSpPr>
              <a:spLocks/>
            </p:cNvSpPr>
            <p:nvPr/>
          </p:nvSpPr>
          <p:spPr bwMode="auto">
            <a:xfrm>
              <a:off x="8355820" y="5061508"/>
              <a:ext cx="103245" cy="9198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4799" y="5400"/>
                  </a:moveTo>
                  <a:lnTo>
                    <a:pt x="16800" y="5400"/>
                  </a:lnTo>
                  <a:lnTo>
                    <a:pt x="16800" y="16200"/>
                  </a:lnTo>
                  <a:lnTo>
                    <a:pt x="4799" y="16200"/>
                  </a:lnTo>
                  <a:cubicBezTo>
                    <a:pt x="4799" y="16200"/>
                    <a:pt x="4799" y="5400"/>
                    <a:pt x="4799" y="5400"/>
                  </a:cubicBezTo>
                  <a:close/>
                  <a:moveTo>
                    <a:pt x="2399" y="21599"/>
                  </a:moveTo>
                  <a:lnTo>
                    <a:pt x="19200" y="21599"/>
                  </a:lnTo>
                  <a:cubicBezTo>
                    <a:pt x="20526" y="21599"/>
                    <a:pt x="21599" y="20392"/>
                    <a:pt x="21599" y="18900"/>
                  </a:cubicBezTo>
                  <a:lnTo>
                    <a:pt x="21599" y="2700"/>
                  </a:lnTo>
                  <a:cubicBezTo>
                    <a:pt x="21599" y="1207"/>
                    <a:pt x="20526" y="0"/>
                    <a:pt x="19200" y="0"/>
                  </a:cubicBezTo>
                  <a:lnTo>
                    <a:pt x="2399" y="0"/>
                  </a:lnTo>
                  <a:cubicBezTo>
                    <a:pt x="1073" y="0"/>
                    <a:pt x="0" y="1207"/>
                    <a:pt x="0" y="2700"/>
                  </a:cubicBezTo>
                  <a:lnTo>
                    <a:pt x="0" y="18900"/>
                  </a:lnTo>
                  <a:cubicBezTo>
                    <a:pt x="0" y="20392"/>
                    <a:pt x="1073" y="21599"/>
                    <a:pt x="2399" y="21599"/>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nvGrpSpPr>
          <p:cNvPr id="414" name="组合 413"/>
          <p:cNvGrpSpPr/>
          <p:nvPr/>
        </p:nvGrpSpPr>
        <p:grpSpPr>
          <a:xfrm>
            <a:off x="5876557" y="4682108"/>
            <a:ext cx="342899" cy="366051"/>
            <a:chOff x="7589304" y="5004568"/>
            <a:chExt cx="342899" cy="366051"/>
          </a:xfrm>
        </p:grpSpPr>
        <p:sp>
          <p:nvSpPr>
            <p:cNvPr id="415" name="AutoShape 78"/>
            <p:cNvSpPr>
              <a:spLocks/>
            </p:cNvSpPr>
            <p:nvPr/>
          </p:nvSpPr>
          <p:spPr bwMode="auto">
            <a:xfrm>
              <a:off x="7589304" y="5004568"/>
              <a:ext cx="342899" cy="36605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160" y="18900"/>
                  </a:moveTo>
                  <a:cubicBezTo>
                    <a:pt x="20160" y="19643"/>
                    <a:pt x="19513" y="20249"/>
                    <a:pt x="18720" y="20249"/>
                  </a:cubicBezTo>
                  <a:lnTo>
                    <a:pt x="2880" y="20249"/>
                  </a:lnTo>
                  <a:cubicBezTo>
                    <a:pt x="2086" y="20249"/>
                    <a:pt x="1440" y="19643"/>
                    <a:pt x="1440" y="18900"/>
                  </a:cubicBezTo>
                  <a:lnTo>
                    <a:pt x="1440" y="2700"/>
                  </a:lnTo>
                  <a:cubicBezTo>
                    <a:pt x="1440" y="1955"/>
                    <a:pt x="2086" y="1350"/>
                    <a:pt x="2880" y="1350"/>
                  </a:cubicBezTo>
                  <a:lnTo>
                    <a:pt x="18720" y="1350"/>
                  </a:lnTo>
                  <a:cubicBezTo>
                    <a:pt x="19513" y="1350"/>
                    <a:pt x="20160" y="1955"/>
                    <a:pt x="20160" y="2700"/>
                  </a:cubicBezTo>
                  <a:cubicBezTo>
                    <a:pt x="20160" y="2700"/>
                    <a:pt x="20160" y="18900"/>
                    <a:pt x="20160" y="18900"/>
                  </a:cubicBezTo>
                  <a:close/>
                  <a:moveTo>
                    <a:pt x="18720" y="0"/>
                  </a:moveTo>
                  <a:lnTo>
                    <a:pt x="2880" y="0"/>
                  </a:lnTo>
                  <a:cubicBezTo>
                    <a:pt x="1289" y="0"/>
                    <a:pt x="0" y="1208"/>
                    <a:pt x="0" y="2700"/>
                  </a:cubicBezTo>
                  <a:lnTo>
                    <a:pt x="0" y="18900"/>
                  </a:lnTo>
                  <a:cubicBezTo>
                    <a:pt x="0" y="20391"/>
                    <a:pt x="1289" y="21599"/>
                    <a:pt x="2880" y="21599"/>
                  </a:cubicBezTo>
                  <a:lnTo>
                    <a:pt x="18720" y="21599"/>
                  </a:lnTo>
                  <a:cubicBezTo>
                    <a:pt x="20310" y="21599"/>
                    <a:pt x="21599" y="20391"/>
                    <a:pt x="21599" y="18900"/>
                  </a:cubicBezTo>
                  <a:lnTo>
                    <a:pt x="21599" y="2700"/>
                  </a:lnTo>
                  <a:cubicBezTo>
                    <a:pt x="21599" y="1208"/>
                    <a:pt x="20310" y="0"/>
                    <a:pt x="18720" y="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416" name="AutoShape 79"/>
            <p:cNvSpPr>
              <a:spLocks/>
            </p:cNvSpPr>
            <p:nvPr/>
          </p:nvSpPr>
          <p:spPr bwMode="auto">
            <a:xfrm>
              <a:off x="7634982" y="5050245"/>
              <a:ext cx="251543" cy="22901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7418" y="20519"/>
                  </a:moveTo>
                  <a:lnTo>
                    <a:pt x="14053" y="16248"/>
                  </a:lnTo>
                  <a:lnTo>
                    <a:pt x="16690" y="12959"/>
                  </a:lnTo>
                  <a:lnTo>
                    <a:pt x="20618" y="17689"/>
                  </a:lnTo>
                  <a:lnTo>
                    <a:pt x="20618" y="20519"/>
                  </a:lnTo>
                  <a:cubicBezTo>
                    <a:pt x="20618" y="20519"/>
                    <a:pt x="17418" y="20519"/>
                    <a:pt x="17418" y="20519"/>
                  </a:cubicBezTo>
                  <a:close/>
                  <a:moveTo>
                    <a:pt x="981" y="11446"/>
                  </a:moveTo>
                  <a:lnTo>
                    <a:pt x="4909" y="6479"/>
                  </a:lnTo>
                  <a:lnTo>
                    <a:pt x="12828" y="16353"/>
                  </a:lnTo>
                  <a:lnTo>
                    <a:pt x="13398" y="17064"/>
                  </a:lnTo>
                  <a:lnTo>
                    <a:pt x="16109" y="20519"/>
                  </a:lnTo>
                  <a:lnTo>
                    <a:pt x="981" y="20519"/>
                  </a:lnTo>
                  <a:cubicBezTo>
                    <a:pt x="981" y="20519"/>
                    <a:pt x="981" y="11446"/>
                    <a:pt x="981" y="11446"/>
                  </a:cubicBezTo>
                  <a:close/>
                  <a:moveTo>
                    <a:pt x="20618" y="1080"/>
                  </a:moveTo>
                  <a:lnTo>
                    <a:pt x="20618" y="16058"/>
                  </a:lnTo>
                  <a:lnTo>
                    <a:pt x="17427" y="12244"/>
                  </a:lnTo>
                  <a:cubicBezTo>
                    <a:pt x="17240" y="12012"/>
                    <a:pt x="16972" y="11879"/>
                    <a:pt x="16690" y="11879"/>
                  </a:cubicBezTo>
                  <a:cubicBezTo>
                    <a:pt x="16409" y="11879"/>
                    <a:pt x="16141" y="12012"/>
                    <a:pt x="15954" y="12244"/>
                  </a:cubicBezTo>
                  <a:lnTo>
                    <a:pt x="13399" y="15432"/>
                  </a:lnTo>
                  <a:lnTo>
                    <a:pt x="5645" y="5764"/>
                  </a:lnTo>
                  <a:cubicBezTo>
                    <a:pt x="5458" y="5532"/>
                    <a:pt x="5190" y="5400"/>
                    <a:pt x="4909" y="5400"/>
                  </a:cubicBezTo>
                  <a:cubicBezTo>
                    <a:pt x="4627" y="5400"/>
                    <a:pt x="4359" y="5532"/>
                    <a:pt x="4172" y="5764"/>
                  </a:cubicBezTo>
                  <a:lnTo>
                    <a:pt x="981" y="9812"/>
                  </a:lnTo>
                  <a:lnTo>
                    <a:pt x="981" y="1080"/>
                  </a:lnTo>
                  <a:cubicBezTo>
                    <a:pt x="981" y="1080"/>
                    <a:pt x="20618" y="1080"/>
                    <a:pt x="20618" y="1080"/>
                  </a:cubicBezTo>
                  <a:close/>
                  <a:moveTo>
                    <a:pt x="20618" y="0"/>
                  </a:moveTo>
                  <a:lnTo>
                    <a:pt x="981" y="0"/>
                  </a:lnTo>
                  <a:cubicBezTo>
                    <a:pt x="439" y="0"/>
                    <a:pt x="0" y="483"/>
                    <a:pt x="0" y="1080"/>
                  </a:cubicBezTo>
                  <a:lnTo>
                    <a:pt x="0" y="20519"/>
                  </a:lnTo>
                  <a:cubicBezTo>
                    <a:pt x="0" y="21116"/>
                    <a:pt x="439" y="21599"/>
                    <a:pt x="981" y="21599"/>
                  </a:cubicBezTo>
                  <a:lnTo>
                    <a:pt x="20618" y="21599"/>
                  </a:lnTo>
                  <a:cubicBezTo>
                    <a:pt x="21160" y="21599"/>
                    <a:pt x="21600" y="21116"/>
                    <a:pt x="21600" y="20519"/>
                  </a:cubicBezTo>
                  <a:lnTo>
                    <a:pt x="21600" y="1080"/>
                  </a:lnTo>
                  <a:cubicBezTo>
                    <a:pt x="21600" y="483"/>
                    <a:pt x="21160" y="0"/>
                    <a:pt x="20618" y="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417" name="AutoShape 80"/>
            <p:cNvSpPr>
              <a:spLocks/>
            </p:cNvSpPr>
            <p:nvPr/>
          </p:nvSpPr>
          <p:spPr bwMode="auto">
            <a:xfrm>
              <a:off x="7772014" y="5084660"/>
              <a:ext cx="68830" cy="688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3600"/>
                  </a:moveTo>
                  <a:cubicBezTo>
                    <a:pt x="14769" y="3600"/>
                    <a:pt x="17999" y="6827"/>
                    <a:pt x="17999" y="10800"/>
                  </a:cubicBezTo>
                  <a:cubicBezTo>
                    <a:pt x="17999" y="14769"/>
                    <a:pt x="14769" y="18000"/>
                    <a:pt x="10800" y="18000"/>
                  </a:cubicBezTo>
                  <a:cubicBezTo>
                    <a:pt x="6830" y="18000"/>
                    <a:pt x="3600" y="14769"/>
                    <a:pt x="3600" y="10800"/>
                  </a:cubicBezTo>
                  <a:cubicBezTo>
                    <a:pt x="3600" y="6827"/>
                    <a:pt x="6830" y="3600"/>
                    <a:pt x="10800" y="3600"/>
                  </a:cubicBezTo>
                  <a:moveTo>
                    <a:pt x="10800" y="21599"/>
                  </a:moveTo>
                  <a:cubicBezTo>
                    <a:pt x="16766" y="21599"/>
                    <a:pt x="21600" y="16762"/>
                    <a:pt x="21600" y="10800"/>
                  </a:cubicBezTo>
                  <a:cubicBezTo>
                    <a:pt x="21600" y="4833"/>
                    <a:pt x="16766" y="0"/>
                    <a:pt x="10800" y="0"/>
                  </a:cubicBezTo>
                  <a:cubicBezTo>
                    <a:pt x="4833" y="0"/>
                    <a:pt x="0" y="4833"/>
                    <a:pt x="0" y="10800"/>
                  </a:cubicBezTo>
                  <a:cubicBezTo>
                    <a:pt x="0" y="16762"/>
                    <a:pt x="4833" y="21599"/>
                    <a:pt x="10800" y="21599"/>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nvGrpSpPr>
          <p:cNvPr id="418" name="组合 417"/>
          <p:cNvGrpSpPr/>
          <p:nvPr/>
        </p:nvGrpSpPr>
        <p:grpSpPr>
          <a:xfrm>
            <a:off x="5344118" y="4682108"/>
            <a:ext cx="366050" cy="366051"/>
            <a:chOff x="6845312" y="5004568"/>
            <a:chExt cx="366050" cy="366051"/>
          </a:xfrm>
        </p:grpSpPr>
        <p:sp>
          <p:nvSpPr>
            <p:cNvPr id="419" name="AutoShape 81"/>
            <p:cNvSpPr>
              <a:spLocks/>
            </p:cNvSpPr>
            <p:nvPr/>
          </p:nvSpPr>
          <p:spPr bwMode="auto">
            <a:xfrm>
              <a:off x="6845312" y="5004568"/>
              <a:ext cx="366050" cy="36605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35" y="9811"/>
                  </a:moveTo>
                  <a:cubicBezTo>
                    <a:pt x="20220" y="10144"/>
                    <a:pt x="20081" y="10800"/>
                    <a:pt x="18899" y="10800"/>
                  </a:cubicBezTo>
                  <a:lnTo>
                    <a:pt x="17549" y="10800"/>
                  </a:lnTo>
                  <a:cubicBezTo>
                    <a:pt x="17363" y="10800"/>
                    <a:pt x="17212" y="10950"/>
                    <a:pt x="17212" y="11137"/>
                  </a:cubicBezTo>
                  <a:cubicBezTo>
                    <a:pt x="17212" y="11324"/>
                    <a:pt x="17363" y="11475"/>
                    <a:pt x="17549" y="11475"/>
                  </a:cubicBezTo>
                  <a:lnTo>
                    <a:pt x="18858" y="11475"/>
                  </a:lnTo>
                  <a:cubicBezTo>
                    <a:pt x="19870" y="11475"/>
                    <a:pt x="20003" y="12314"/>
                    <a:pt x="19938" y="12719"/>
                  </a:cubicBezTo>
                  <a:cubicBezTo>
                    <a:pt x="19855" y="13223"/>
                    <a:pt x="19618" y="14175"/>
                    <a:pt x="18478" y="14175"/>
                  </a:cubicBezTo>
                  <a:lnTo>
                    <a:pt x="16874" y="14175"/>
                  </a:lnTo>
                  <a:cubicBezTo>
                    <a:pt x="16688" y="14175"/>
                    <a:pt x="16537" y="14325"/>
                    <a:pt x="16537" y="14512"/>
                  </a:cubicBezTo>
                  <a:cubicBezTo>
                    <a:pt x="16537" y="14699"/>
                    <a:pt x="16688" y="14850"/>
                    <a:pt x="16874" y="14850"/>
                  </a:cubicBezTo>
                  <a:lnTo>
                    <a:pt x="18203" y="14850"/>
                  </a:lnTo>
                  <a:cubicBezTo>
                    <a:pt x="19343" y="14850"/>
                    <a:pt x="19243" y="15718"/>
                    <a:pt x="19079" y="16237"/>
                  </a:cubicBezTo>
                  <a:cubicBezTo>
                    <a:pt x="18864" y="16918"/>
                    <a:pt x="18732" y="17549"/>
                    <a:pt x="17297" y="17549"/>
                  </a:cubicBezTo>
                  <a:lnTo>
                    <a:pt x="16196" y="17549"/>
                  </a:lnTo>
                  <a:cubicBezTo>
                    <a:pt x="16009" y="17549"/>
                    <a:pt x="15859" y="17700"/>
                    <a:pt x="15859" y="17887"/>
                  </a:cubicBezTo>
                  <a:cubicBezTo>
                    <a:pt x="15859" y="18073"/>
                    <a:pt x="16009" y="18225"/>
                    <a:pt x="16196" y="18225"/>
                  </a:cubicBezTo>
                  <a:lnTo>
                    <a:pt x="17255" y="18225"/>
                  </a:lnTo>
                  <a:cubicBezTo>
                    <a:pt x="17993" y="18225"/>
                    <a:pt x="18027" y="18923"/>
                    <a:pt x="17950" y="19174"/>
                  </a:cubicBezTo>
                  <a:cubicBezTo>
                    <a:pt x="17866" y="19448"/>
                    <a:pt x="17767" y="19651"/>
                    <a:pt x="17762" y="19660"/>
                  </a:cubicBezTo>
                  <a:cubicBezTo>
                    <a:pt x="17558" y="20028"/>
                    <a:pt x="17229" y="20249"/>
                    <a:pt x="16534" y="20249"/>
                  </a:cubicBezTo>
                  <a:lnTo>
                    <a:pt x="12844" y="20249"/>
                  </a:lnTo>
                  <a:cubicBezTo>
                    <a:pt x="10990" y="20249"/>
                    <a:pt x="9151" y="19829"/>
                    <a:pt x="9104" y="19818"/>
                  </a:cubicBezTo>
                  <a:cubicBezTo>
                    <a:pt x="6299" y="19172"/>
                    <a:pt x="6152" y="19122"/>
                    <a:pt x="5976" y="19072"/>
                  </a:cubicBezTo>
                  <a:cubicBezTo>
                    <a:pt x="5976" y="19072"/>
                    <a:pt x="5405" y="18976"/>
                    <a:pt x="5405" y="18478"/>
                  </a:cubicBezTo>
                  <a:lnTo>
                    <a:pt x="5399" y="9155"/>
                  </a:lnTo>
                  <a:cubicBezTo>
                    <a:pt x="5399" y="8839"/>
                    <a:pt x="5601" y="8552"/>
                    <a:pt x="5935" y="8452"/>
                  </a:cubicBezTo>
                  <a:cubicBezTo>
                    <a:pt x="5977" y="8435"/>
                    <a:pt x="6034" y="8419"/>
                    <a:pt x="6074" y="8401"/>
                  </a:cubicBezTo>
                  <a:cubicBezTo>
                    <a:pt x="9158" y="7125"/>
                    <a:pt x="10097" y="4324"/>
                    <a:pt x="10124" y="2025"/>
                  </a:cubicBezTo>
                  <a:cubicBezTo>
                    <a:pt x="10128" y="1702"/>
                    <a:pt x="10378" y="1350"/>
                    <a:pt x="10800" y="1350"/>
                  </a:cubicBezTo>
                  <a:cubicBezTo>
                    <a:pt x="11514" y="1350"/>
                    <a:pt x="12774" y="2782"/>
                    <a:pt x="12774" y="4554"/>
                  </a:cubicBezTo>
                  <a:cubicBezTo>
                    <a:pt x="12774" y="6155"/>
                    <a:pt x="12711" y="6432"/>
                    <a:pt x="12149" y="8100"/>
                  </a:cubicBezTo>
                  <a:cubicBezTo>
                    <a:pt x="18899" y="8100"/>
                    <a:pt x="18852" y="8196"/>
                    <a:pt x="19448" y="8353"/>
                  </a:cubicBezTo>
                  <a:cubicBezTo>
                    <a:pt x="20187" y="8564"/>
                    <a:pt x="20249" y="9175"/>
                    <a:pt x="20249" y="9386"/>
                  </a:cubicBezTo>
                  <a:cubicBezTo>
                    <a:pt x="20249" y="9618"/>
                    <a:pt x="20243" y="9584"/>
                    <a:pt x="20235" y="9811"/>
                  </a:cubicBezTo>
                  <a:moveTo>
                    <a:pt x="4724" y="19575"/>
                  </a:moveTo>
                  <a:cubicBezTo>
                    <a:pt x="4724" y="19948"/>
                    <a:pt x="4423" y="20249"/>
                    <a:pt x="4049" y="20249"/>
                  </a:cubicBezTo>
                  <a:lnTo>
                    <a:pt x="2024" y="20249"/>
                  </a:lnTo>
                  <a:cubicBezTo>
                    <a:pt x="1652" y="20249"/>
                    <a:pt x="1349" y="19948"/>
                    <a:pt x="1349" y="19575"/>
                  </a:cubicBezTo>
                  <a:lnTo>
                    <a:pt x="1349" y="8774"/>
                  </a:lnTo>
                  <a:cubicBezTo>
                    <a:pt x="1349" y="8401"/>
                    <a:pt x="1652" y="8100"/>
                    <a:pt x="2024" y="8100"/>
                  </a:cubicBezTo>
                  <a:lnTo>
                    <a:pt x="4049" y="8100"/>
                  </a:lnTo>
                  <a:cubicBezTo>
                    <a:pt x="4423" y="8100"/>
                    <a:pt x="4724" y="8401"/>
                    <a:pt x="4724" y="8774"/>
                  </a:cubicBezTo>
                  <a:cubicBezTo>
                    <a:pt x="4724" y="8774"/>
                    <a:pt x="4724" y="19575"/>
                    <a:pt x="4724" y="19575"/>
                  </a:cubicBezTo>
                  <a:close/>
                  <a:moveTo>
                    <a:pt x="19686" y="7069"/>
                  </a:moveTo>
                  <a:cubicBezTo>
                    <a:pt x="18842" y="6846"/>
                    <a:pt x="16858" y="6849"/>
                    <a:pt x="13956" y="6773"/>
                  </a:cubicBezTo>
                  <a:cubicBezTo>
                    <a:pt x="14093" y="6139"/>
                    <a:pt x="14124" y="5568"/>
                    <a:pt x="14124" y="4554"/>
                  </a:cubicBezTo>
                  <a:cubicBezTo>
                    <a:pt x="14124" y="2133"/>
                    <a:pt x="12361" y="0"/>
                    <a:pt x="10800" y="0"/>
                  </a:cubicBezTo>
                  <a:cubicBezTo>
                    <a:pt x="9698" y="0"/>
                    <a:pt x="8789" y="901"/>
                    <a:pt x="8774" y="2009"/>
                  </a:cubicBezTo>
                  <a:cubicBezTo>
                    <a:pt x="8760" y="3368"/>
                    <a:pt x="8340" y="5716"/>
                    <a:pt x="6074" y="6906"/>
                  </a:cubicBezTo>
                  <a:cubicBezTo>
                    <a:pt x="5908" y="6994"/>
                    <a:pt x="5433" y="7228"/>
                    <a:pt x="5364" y="7259"/>
                  </a:cubicBezTo>
                  <a:lnTo>
                    <a:pt x="5399" y="7289"/>
                  </a:lnTo>
                  <a:cubicBezTo>
                    <a:pt x="5045" y="6984"/>
                    <a:pt x="4554" y="6750"/>
                    <a:pt x="4049" y="6750"/>
                  </a:cubicBezTo>
                  <a:lnTo>
                    <a:pt x="2024" y="6750"/>
                  </a:lnTo>
                  <a:cubicBezTo>
                    <a:pt x="908" y="6750"/>
                    <a:pt x="0" y="7658"/>
                    <a:pt x="0" y="8774"/>
                  </a:cubicBezTo>
                  <a:lnTo>
                    <a:pt x="0" y="19575"/>
                  </a:lnTo>
                  <a:cubicBezTo>
                    <a:pt x="0" y="20691"/>
                    <a:pt x="908" y="21599"/>
                    <a:pt x="2024" y="21599"/>
                  </a:cubicBezTo>
                  <a:lnTo>
                    <a:pt x="4049" y="21599"/>
                  </a:lnTo>
                  <a:cubicBezTo>
                    <a:pt x="4853" y="21599"/>
                    <a:pt x="5525" y="21114"/>
                    <a:pt x="5850" y="20434"/>
                  </a:cubicBezTo>
                  <a:cubicBezTo>
                    <a:pt x="5859" y="20437"/>
                    <a:pt x="5873" y="20441"/>
                    <a:pt x="5882" y="20442"/>
                  </a:cubicBezTo>
                  <a:cubicBezTo>
                    <a:pt x="5927" y="20454"/>
                    <a:pt x="5979" y="20467"/>
                    <a:pt x="6044" y="20485"/>
                  </a:cubicBezTo>
                  <a:cubicBezTo>
                    <a:pt x="6056" y="20487"/>
                    <a:pt x="6062" y="20488"/>
                    <a:pt x="6074" y="20492"/>
                  </a:cubicBezTo>
                  <a:cubicBezTo>
                    <a:pt x="6464" y="20588"/>
                    <a:pt x="7212" y="20768"/>
                    <a:pt x="8812" y="21135"/>
                  </a:cubicBezTo>
                  <a:cubicBezTo>
                    <a:pt x="9155" y="21213"/>
                    <a:pt x="10966" y="21599"/>
                    <a:pt x="12844" y="21599"/>
                  </a:cubicBezTo>
                  <a:lnTo>
                    <a:pt x="16534" y="21599"/>
                  </a:lnTo>
                  <a:cubicBezTo>
                    <a:pt x="17659" y="21599"/>
                    <a:pt x="18469" y="21167"/>
                    <a:pt x="18952" y="20298"/>
                  </a:cubicBezTo>
                  <a:cubicBezTo>
                    <a:pt x="18958" y="20285"/>
                    <a:pt x="19114" y="19982"/>
                    <a:pt x="19240" y="19572"/>
                  </a:cubicBezTo>
                  <a:cubicBezTo>
                    <a:pt x="19336" y="19263"/>
                    <a:pt x="19371" y="18827"/>
                    <a:pt x="19256" y="18384"/>
                  </a:cubicBezTo>
                  <a:cubicBezTo>
                    <a:pt x="19981" y="17886"/>
                    <a:pt x="20214" y="17133"/>
                    <a:pt x="20366" y="16643"/>
                  </a:cubicBezTo>
                  <a:cubicBezTo>
                    <a:pt x="20620" y="15838"/>
                    <a:pt x="20544" y="15235"/>
                    <a:pt x="20367" y="14803"/>
                  </a:cubicBezTo>
                  <a:cubicBezTo>
                    <a:pt x="20775" y="14418"/>
                    <a:pt x="21122" y="13831"/>
                    <a:pt x="21269" y="12935"/>
                  </a:cubicBezTo>
                  <a:cubicBezTo>
                    <a:pt x="21361" y="12380"/>
                    <a:pt x="21263" y="11809"/>
                    <a:pt x="21007" y="11334"/>
                  </a:cubicBezTo>
                  <a:cubicBezTo>
                    <a:pt x="21389" y="10905"/>
                    <a:pt x="21564" y="10365"/>
                    <a:pt x="21583" y="9865"/>
                  </a:cubicBezTo>
                  <a:lnTo>
                    <a:pt x="21591" y="9724"/>
                  </a:lnTo>
                  <a:cubicBezTo>
                    <a:pt x="21596" y="9635"/>
                    <a:pt x="21600" y="9581"/>
                    <a:pt x="21600" y="9386"/>
                  </a:cubicBezTo>
                  <a:cubicBezTo>
                    <a:pt x="21600" y="8533"/>
                    <a:pt x="21010" y="7446"/>
                    <a:pt x="19686" y="7069"/>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420" name="AutoShape 82"/>
            <p:cNvSpPr>
              <a:spLocks/>
            </p:cNvSpPr>
            <p:nvPr/>
          </p:nvSpPr>
          <p:spPr bwMode="auto">
            <a:xfrm>
              <a:off x="6879726" y="5301789"/>
              <a:ext cx="34415" cy="3441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4400"/>
                  </a:moveTo>
                  <a:cubicBezTo>
                    <a:pt x="8820" y="14400"/>
                    <a:pt x="7200" y="12782"/>
                    <a:pt x="7200" y="10800"/>
                  </a:cubicBezTo>
                  <a:cubicBezTo>
                    <a:pt x="7200" y="8817"/>
                    <a:pt x="8820" y="7200"/>
                    <a:pt x="10800" y="7200"/>
                  </a:cubicBezTo>
                  <a:cubicBezTo>
                    <a:pt x="12779" y="7200"/>
                    <a:pt x="14400" y="8817"/>
                    <a:pt x="14400" y="10800"/>
                  </a:cubicBezTo>
                  <a:cubicBezTo>
                    <a:pt x="14400" y="12782"/>
                    <a:pt x="12779" y="14400"/>
                    <a:pt x="10800" y="14400"/>
                  </a:cubicBezTo>
                  <a:moveTo>
                    <a:pt x="10800" y="0"/>
                  </a:moveTo>
                  <a:cubicBezTo>
                    <a:pt x="4837" y="0"/>
                    <a:pt x="0" y="4837"/>
                    <a:pt x="0" y="10800"/>
                  </a:cubicBezTo>
                  <a:cubicBezTo>
                    <a:pt x="0" y="16762"/>
                    <a:pt x="4837" y="21599"/>
                    <a:pt x="10800" y="21599"/>
                  </a:cubicBezTo>
                  <a:cubicBezTo>
                    <a:pt x="16762" y="21599"/>
                    <a:pt x="21600" y="16762"/>
                    <a:pt x="21600" y="10800"/>
                  </a:cubicBezTo>
                  <a:cubicBezTo>
                    <a:pt x="21600" y="4837"/>
                    <a:pt x="16762" y="0"/>
                    <a:pt x="10800" y="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sp>
        <p:nvSpPr>
          <p:cNvPr id="421" name="AutoShape 83"/>
          <p:cNvSpPr>
            <a:spLocks/>
          </p:cNvSpPr>
          <p:nvPr/>
        </p:nvSpPr>
        <p:spPr bwMode="auto">
          <a:xfrm>
            <a:off x="4811679" y="4744994"/>
            <a:ext cx="366050" cy="24027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1610" y="13990"/>
                </a:moveTo>
                <a:cubicBezTo>
                  <a:pt x="11373" y="14259"/>
                  <a:pt x="11093" y="14400"/>
                  <a:pt x="10800" y="14400"/>
                </a:cubicBezTo>
                <a:cubicBezTo>
                  <a:pt x="10505" y="14400"/>
                  <a:pt x="10225" y="14259"/>
                  <a:pt x="9990" y="13990"/>
                </a:cubicBezTo>
                <a:lnTo>
                  <a:pt x="7198" y="10800"/>
                </a:lnTo>
                <a:lnTo>
                  <a:pt x="6636" y="10157"/>
                </a:lnTo>
                <a:lnTo>
                  <a:pt x="1349" y="4115"/>
                </a:lnTo>
                <a:lnTo>
                  <a:pt x="1349" y="4114"/>
                </a:lnTo>
                <a:cubicBezTo>
                  <a:pt x="1349" y="2980"/>
                  <a:pt x="1955" y="2057"/>
                  <a:pt x="2699" y="2057"/>
                </a:cubicBezTo>
                <a:lnTo>
                  <a:pt x="18899" y="2057"/>
                </a:lnTo>
                <a:cubicBezTo>
                  <a:pt x="19643" y="2057"/>
                  <a:pt x="20249" y="2980"/>
                  <a:pt x="20249" y="4114"/>
                </a:cubicBezTo>
                <a:cubicBezTo>
                  <a:pt x="20249" y="4114"/>
                  <a:pt x="11610" y="13990"/>
                  <a:pt x="11610" y="13990"/>
                </a:cubicBezTo>
                <a:close/>
                <a:moveTo>
                  <a:pt x="20249" y="16198"/>
                </a:moveTo>
                <a:lnTo>
                  <a:pt x="15525" y="10800"/>
                </a:lnTo>
                <a:lnTo>
                  <a:pt x="20249" y="5399"/>
                </a:lnTo>
                <a:cubicBezTo>
                  <a:pt x="20249" y="5399"/>
                  <a:pt x="20249" y="16198"/>
                  <a:pt x="20249" y="16198"/>
                </a:cubicBezTo>
                <a:close/>
                <a:moveTo>
                  <a:pt x="20249" y="17484"/>
                </a:moveTo>
                <a:cubicBezTo>
                  <a:pt x="20249" y="18620"/>
                  <a:pt x="19643" y="19541"/>
                  <a:pt x="18899" y="19541"/>
                </a:cubicBezTo>
                <a:lnTo>
                  <a:pt x="2699" y="19541"/>
                </a:lnTo>
                <a:cubicBezTo>
                  <a:pt x="1955" y="19541"/>
                  <a:pt x="1349" y="18620"/>
                  <a:pt x="1349" y="17484"/>
                </a:cubicBezTo>
                <a:lnTo>
                  <a:pt x="6636" y="11442"/>
                </a:lnTo>
                <a:lnTo>
                  <a:pt x="9585" y="14813"/>
                </a:lnTo>
                <a:cubicBezTo>
                  <a:pt x="9945" y="15222"/>
                  <a:pt x="10372" y="15429"/>
                  <a:pt x="10800" y="15429"/>
                </a:cubicBezTo>
                <a:cubicBezTo>
                  <a:pt x="11228" y="15429"/>
                  <a:pt x="11654" y="15222"/>
                  <a:pt x="12015" y="14813"/>
                </a:cubicBezTo>
                <a:lnTo>
                  <a:pt x="14963" y="11442"/>
                </a:lnTo>
                <a:cubicBezTo>
                  <a:pt x="14963" y="11442"/>
                  <a:pt x="20249" y="17484"/>
                  <a:pt x="20249" y="17484"/>
                </a:cubicBezTo>
                <a:close/>
                <a:moveTo>
                  <a:pt x="1349" y="5399"/>
                </a:moveTo>
                <a:lnTo>
                  <a:pt x="6074" y="10800"/>
                </a:lnTo>
                <a:lnTo>
                  <a:pt x="1349" y="16198"/>
                </a:lnTo>
                <a:cubicBezTo>
                  <a:pt x="1349" y="16198"/>
                  <a:pt x="1349" y="5399"/>
                  <a:pt x="1349" y="5399"/>
                </a:cubicBezTo>
                <a:close/>
                <a:moveTo>
                  <a:pt x="18899" y="0"/>
                </a:moveTo>
                <a:lnTo>
                  <a:pt x="2699" y="0"/>
                </a:lnTo>
                <a:cubicBezTo>
                  <a:pt x="1208" y="0"/>
                  <a:pt x="0" y="1842"/>
                  <a:pt x="0" y="4114"/>
                </a:cubicBezTo>
                <a:lnTo>
                  <a:pt x="0" y="17484"/>
                </a:lnTo>
                <a:cubicBezTo>
                  <a:pt x="0" y="19756"/>
                  <a:pt x="1208" y="21600"/>
                  <a:pt x="2699" y="21600"/>
                </a:cubicBezTo>
                <a:lnTo>
                  <a:pt x="18899" y="21600"/>
                </a:lnTo>
                <a:cubicBezTo>
                  <a:pt x="20391" y="21600"/>
                  <a:pt x="21600" y="19756"/>
                  <a:pt x="21600" y="17484"/>
                </a:cubicBezTo>
                <a:lnTo>
                  <a:pt x="21600" y="4114"/>
                </a:lnTo>
                <a:cubicBezTo>
                  <a:pt x="21600" y="1842"/>
                  <a:pt x="20391" y="0"/>
                  <a:pt x="18899" y="0"/>
                </a:cubicBezTo>
              </a:path>
            </a:pathLst>
          </a:custGeom>
          <a:solidFill>
            <a:srgbClr val="707E8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422" name="Freeform 15"/>
          <p:cNvSpPr>
            <a:spLocks noEditPoints="1"/>
          </p:cNvSpPr>
          <p:nvPr/>
        </p:nvSpPr>
        <p:spPr bwMode="auto">
          <a:xfrm>
            <a:off x="6871314" y="6317187"/>
            <a:ext cx="339546" cy="339156"/>
          </a:xfrm>
          <a:custGeom>
            <a:avLst/>
            <a:gdLst>
              <a:gd name="T0" fmla="*/ 183 w 371"/>
              <a:gd name="T1" fmla="*/ 1 h 370"/>
              <a:gd name="T2" fmla="*/ 2 w 371"/>
              <a:gd name="T3" fmla="*/ 187 h 370"/>
              <a:gd name="T4" fmla="*/ 188 w 371"/>
              <a:gd name="T5" fmla="*/ 369 h 370"/>
              <a:gd name="T6" fmla="*/ 370 w 371"/>
              <a:gd name="T7" fmla="*/ 182 h 370"/>
              <a:gd name="T8" fmla="*/ 183 w 371"/>
              <a:gd name="T9" fmla="*/ 1 h 370"/>
              <a:gd name="T10" fmla="*/ 184 w 371"/>
              <a:gd name="T11" fmla="*/ 25 h 370"/>
              <a:gd name="T12" fmla="*/ 260 w 371"/>
              <a:gd name="T13" fmla="*/ 43 h 370"/>
              <a:gd name="T14" fmla="*/ 235 w 371"/>
              <a:gd name="T15" fmla="*/ 84 h 370"/>
              <a:gd name="T16" fmla="*/ 186 w 371"/>
              <a:gd name="T17" fmla="*/ 73 h 370"/>
              <a:gd name="T18" fmla="*/ 137 w 371"/>
              <a:gd name="T19" fmla="*/ 84 h 370"/>
              <a:gd name="T20" fmla="*/ 112 w 371"/>
              <a:gd name="T21" fmla="*/ 43 h 370"/>
              <a:gd name="T22" fmla="*/ 184 w 371"/>
              <a:gd name="T23" fmla="*/ 25 h 370"/>
              <a:gd name="T24" fmla="*/ 85 w 371"/>
              <a:gd name="T25" fmla="*/ 234 h 370"/>
              <a:gd name="T26" fmla="*/ 44 w 371"/>
              <a:gd name="T27" fmla="*/ 259 h 370"/>
              <a:gd name="T28" fmla="*/ 26 w 371"/>
              <a:gd name="T29" fmla="*/ 187 h 370"/>
              <a:gd name="T30" fmla="*/ 44 w 371"/>
              <a:gd name="T31" fmla="*/ 111 h 370"/>
              <a:gd name="T32" fmla="*/ 85 w 371"/>
              <a:gd name="T33" fmla="*/ 136 h 370"/>
              <a:gd name="T34" fmla="*/ 74 w 371"/>
              <a:gd name="T35" fmla="*/ 185 h 370"/>
              <a:gd name="T36" fmla="*/ 85 w 371"/>
              <a:gd name="T37" fmla="*/ 234 h 370"/>
              <a:gd name="T38" fmla="*/ 188 w 371"/>
              <a:gd name="T39" fmla="*/ 345 h 370"/>
              <a:gd name="T40" fmla="*/ 112 w 371"/>
              <a:gd name="T41" fmla="*/ 327 h 370"/>
              <a:gd name="T42" fmla="*/ 137 w 371"/>
              <a:gd name="T43" fmla="*/ 286 h 370"/>
              <a:gd name="T44" fmla="*/ 186 w 371"/>
              <a:gd name="T45" fmla="*/ 297 h 370"/>
              <a:gd name="T46" fmla="*/ 235 w 371"/>
              <a:gd name="T47" fmla="*/ 286 h 370"/>
              <a:gd name="T48" fmla="*/ 260 w 371"/>
              <a:gd name="T49" fmla="*/ 327 h 370"/>
              <a:gd name="T50" fmla="*/ 188 w 371"/>
              <a:gd name="T51" fmla="*/ 345 h 370"/>
              <a:gd name="T52" fmla="*/ 186 w 371"/>
              <a:gd name="T53" fmla="*/ 273 h 370"/>
              <a:gd name="T54" fmla="*/ 98 w 371"/>
              <a:gd name="T55" fmla="*/ 185 h 370"/>
              <a:gd name="T56" fmla="*/ 186 w 371"/>
              <a:gd name="T57" fmla="*/ 97 h 370"/>
              <a:gd name="T58" fmla="*/ 274 w 371"/>
              <a:gd name="T59" fmla="*/ 185 h 370"/>
              <a:gd name="T60" fmla="*/ 186 w 371"/>
              <a:gd name="T61" fmla="*/ 273 h 370"/>
              <a:gd name="T62" fmla="*/ 286 w 371"/>
              <a:gd name="T63" fmla="*/ 234 h 370"/>
              <a:gd name="T64" fmla="*/ 298 w 371"/>
              <a:gd name="T65" fmla="*/ 185 h 370"/>
              <a:gd name="T66" fmla="*/ 286 w 371"/>
              <a:gd name="T67" fmla="*/ 136 h 370"/>
              <a:gd name="T68" fmla="*/ 328 w 371"/>
              <a:gd name="T69" fmla="*/ 111 h 370"/>
              <a:gd name="T70" fmla="*/ 346 w 371"/>
              <a:gd name="T71" fmla="*/ 183 h 370"/>
              <a:gd name="T72" fmla="*/ 328 w 371"/>
              <a:gd name="T73" fmla="*/ 259 h 370"/>
              <a:gd name="T74" fmla="*/ 286 w 371"/>
              <a:gd name="T75" fmla="*/ 234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71" h="370">
                <a:moveTo>
                  <a:pt x="183" y="1"/>
                </a:moveTo>
                <a:cubicBezTo>
                  <a:pt x="82" y="2"/>
                  <a:pt x="0" y="86"/>
                  <a:pt x="2" y="187"/>
                </a:cubicBezTo>
                <a:cubicBezTo>
                  <a:pt x="3" y="289"/>
                  <a:pt x="87" y="370"/>
                  <a:pt x="188" y="369"/>
                </a:cubicBezTo>
                <a:cubicBezTo>
                  <a:pt x="290" y="368"/>
                  <a:pt x="371" y="284"/>
                  <a:pt x="370" y="182"/>
                </a:cubicBezTo>
                <a:cubicBezTo>
                  <a:pt x="368" y="81"/>
                  <a:pt x="285" y="0"/>
                  <a:pt x="183" y="1"/>
                </a:cubicBezTo>
                <a:close/>
                <a:moveTo>
                  <a:pt x="184" y="25"/>
                </a:moveTo>
                <a:cubicBezTo>
                  <a:pt x="211" y="25"/>
                  <a:pt x="237" y="31"/>
                  <a:pt x="260" y="43"/>
                </a:cubicBezTo>
                <a:cubicBezTo>
                  <a:pt x="235" y="84"/>
                  <a:pt x="235" y="84"/>
                  <a:pt x="235" y="84"/>
                </a:cubicBezTo>
                <a:cubicBezTo>
                  <a:pt x="220" y="77"/>
                  <a:pt x="203" y="73"/>
                  <a:pt x="186" y="73"/>
                </a:cubicBezTo>
                <a:cubicBezTo>
                  <a:pt x="168" y="73"/>
                  <a:pt x="151" y="77"/>
                  <a:pt x="137" y="84"/>
                </a:cubicBezTo>
                <a:cubicBezTo>
                  <a:pt x="112" y="43"/>
                  <a:pt x="112" y="43"/>
                  <a:pt x="112" y="43"/>
                </a:cubicBezTo>
                <a:cubicBezTo>
                  <a:pt x="133" y="32"/>
                  <a:pt x="158" y="25"/>
                  <a:pt x="184" y="25"/>
                </a:cubicBezTo>
                <a:close/>
                <a:moveTo>
                  <a:pt x="85" y="234"/>
                </a:moveTo>
                <a:cubicBezTo>
                  <a:pt x="44" y="259"/>
                  <a:pt x="44" y="259"/>
                  <a:pt x="44" y="259"/>
                </a:cubicBezTo>
                <a:cubicBezTo>
                  <a:pt x="33" y="237"/>
                  <a:pt x="26" y="213"/>
                  <a:pt x="26" y="187"/>
                </a:cubicBezTo>
                <a:cubicBezTo>
                  <a:pt x="25" y="160"/>
                  <a:pt x="32" y="134"/>
                  <a:pt x="44" y="111"/>
                </a:cubicBezTo>
                <a:cubicBezTo>
                  <a:pt x="85" y="136"/>
                  <a:pt x="85" y="136"/>
                  <a:pt x="85" y="136"/>
                </a:cubicBezTo>
                <a:cubicBezTo>
                  <a:pt x="78" y="151"/>
                  <a:pt x="74" y="167"/>
                  <a:pt x="74" y="185"/>
                </a:cubicBezTo>
                <a:cubicBezTo>
                  <a:pt x="74" y="203"/>
                  <a:pt x="78" y="219"/>
                  <a:pt x="85" y="234"/>
                </a:cubicBezTo>
                <a:close/>
                <a:moveTo>
                  <a:pt x="188" y="345"/>
                </a:moveTo>
                <a:cubicBezTo>
                  <a:pt x="161" y="345"/>
                  <a:pt x="135" y="339"/>
                  <a:pt x="112" y="327"/>
                </a:cubicBezTo>
                <a:cubicBezTo>
                  <a:pt x="137" y="286"/>
                  <a:pt x="137" y="286"/>
                  <a:pt x="137" y="286"/>
                </a:cubicBezTo>
                <a:cubicBezTo>
                  <a:pt x="151" y="293"/>
                  <a:pt x="168" y="297"/>
                  <a:pt x="186" y="297"/>
                </a:cubicBezTo>
                <a:cubicBezTo>
                  <a:pt x="203" y="297"/>
                  <a:pt x="220" y="293"/>
                  <a:pt x="235" y="286"/>
                </a:cubicBezTo>
                <a:cubicBezTo>
                  <a:pt x="260" y="327"/>
                  <a:pt x="260" y="327"/>
                  <a:pt x="260" y="327"/>
                </a:cubicBezTo>
                <a:cubicBezTo>
                  <a:pt x="238" y="338"/>
                  <a:pt x="214" y="345"/>
                  <a:pt x="188" y="345"/>
                </a:cubicBezTo>
                <a:close/>
                <a:moveTo>
                  <a:pt x="186" y="273"/>
                </a:moveTo>
                <a:cubicBezTo>
                  <a:pt x="137" y="273"/>
                  <a:pt x="98" y="233"/>
                  <a:pt x="98" y="185"/>
                </a:cubicBezTo>
                <a:cubicBezTo>
                  <a:pt x="98" y="136"/>
                  <a:pt x="137" y="97"/>
                  <a:pt x="186" y="97"/>
                </a:cubicBezTo>
                <a:cubicBezTo>
                  <a:pt x="234" y="97"/>
                  <a:pt x="274" y="136"/>
                  <a:pt x="274" y="185"/>
                </a:cubicBezTo>
                <a:cubicBezTo>
                  <a:pt x="274" y="233"/>
                  <a:pt x="234" y="273"/>
                  <a:pt x="186" y="273"/>
                </a:cubicBezTo>
                <a:close/>
                <a:moveTo>
                  <a:pt x="286" y="234"/>
                </a:moveTo>
                <a:cubicBezTo>
                  <a:pt x="294" y="219"/>
                  <a:pt x="298" y="203"/>
                  <a:pt x="298" y="185"/>
                </a:cubicBezTo>
                <a:cubicBezTo>
                  <a:pt x="298" y="167"/>
                  <a:pt x="294" y="151"/>
                  <a:pt x="286" y="136"/>
                </a:cubicBezTo>
                <a:cubicBezTo>
                  <a:pt x="328" y="111"/>
                  <a:pt x="328" y="111"/>
                  <a:pt x="328" y="111"/>
                </a:cubicBezTo>
                <a:cubicBezTo>
                  <a:pt x="339" y="133"/>
                  <a:pt x="345" y="157"/>
                  <a:pt x="346" y="183"/>
                </a:cubicBezTo>
                <a:cubicBezTo>
                  <a:pt x="346" y="210"/>
                  <a:pt x="340" y="236"/>
                  <a:pt x="328" y="259"/>
                </a:cubicBezTo>
                <a:lnTo>
                  <a:pt x="286" y="234"/>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23" name="Freeform 15"/>
          <p:cNvSpPr>
            <a:spLocks noEditPoints="1"/>
          </p:cNvSpPr>
          <p:nvPr/>
        </p:nvSpPr>
        <p:spPr bwMode="auto">
          <a:xfrm>
            <a:off x="7394874" y="6303708"/>
            <a:ext cx="360703" cy="366114"/>
          </a:xfrm>
          <a:custGeom>
            <a:avLst/>
            <a:gdLst>
              <a:gd name="T0" fmla="*/ 164 w 224"/>
              <a:gd name="T1" fmla="*/ 216 h 227"/>
              <a:gd name="T2" fmla="*/ 103 w 224"/>
              <a:gd name="T3" fmla="*/ 227 h 227"/>
              <a:gd name="T4" fmla="*/ 0 w 224"/>
              <a:gd name="T5" fmla="*/ 124 h 227"/>
              <a:gd name="T6" fmla="*/ 124 w 224"/>
              <a:gd name="T7" fmla="*/ 0 h 227"/>
              <a:gd name="T8" fmla="*/ 224 w 224"/>
              <a:gd name="T9" fmla="*/ 94 h 227"/>
              <a:gd name="T10" fmla="*/ 160 w 224"/>
              <a:gd name="T11" fmla="*/ 172 h 227"/>
              <a:gd name="T12" fmla="*/ 130 w 224"/>
              <a:gd name="T13" fmla="*/ 148 h 227"/>
              <a:gd name="T14" fmla="*/ 130 w 224"/>
              <a:gd name="T15" fmla="*/ 148 h 227"/>
              <a:gd name="T16" fmla="*/ 90 w 224"/>
              <a:gd name="T17" fmla="*/ 172 h 227"/>
              <a:gd name="T18" fmla="*/ 52 w 224"/>
              <a:gd name="T19" fmla="*/ 129 h 227"/>
              <a:gd name="T20" fmla="*/ 128 w 224"/>
              <a:gd name="T21" fmla="*/ 54 h 227"/>
              <a:gd name="T22" fmla="*/ 169 w 224"/>
              <a:gd name="T23" fmla="*/ 62 h 227"/>
              <a:gd name="T24" fmla="*/ 159 w 224"/>
              <a:gd name="T25" fmla="*/ 123 h 227"/>
              <a:gd name="T26" fmla="*/ 167 w 224"/>
              <a:gd name="T27" fmla="*/ 148 h 227"/>
              <a:gd name="T28" fmla="*/ 197 w 224"/>
              <a:gd name="T29" fmla="*/ 95 h 227"/>
              <a:gd name="T30" fmla="*/ 120 w 224"/>
              <a:gd name="T31" fmla="*/ 22 h 227"/>
              <a:gd name="T32" fmla="*/ 28 w 224"/>
              <a:gd name="T33" fmla="*/ 120 h 227"/>
              <a:gd name="T34" fmla="*/ 111 w 224"/>
              <a:gd name="T35" fmla="*/ 204 h 227"/>
              <a:gd name="T36" fmla="*/ 158 w 224"/>
              <a:gd name="T37" fmla="*/ 195 h 227"/>
              <a:gd name="T38" fmla="*/ 164 w 224"/>
              <a:gd name="T39" fmla="*/ 216 h 227"/>
              <a:gd name="T40" fmla="*/ 130 w 224"/>
              <a:gd name="T41" fmla="*/ 84 h 227"/>
              <a:gd name="T42" fmla="*/ 123 w 224"/>
              <a:gd name="T43" fmla="*/ 83 h 227"/>
              <a:gd name="T44" fmla="*/ 90 w 224"/>
              <a:gd name="T45" fmla="*/ 124 h 227"/>
              <a:gd name="T46" fmla="*/ 104 w 224"/>
              <a:gd name="T47" fmla="*/ 142 h 227"/>
              <a:gd name="T48" fmla="*/ 126 w 224"/>
              <a:gd name="T49" fmla="*/ 112 h 227"/>
              <a:gd name="T50" fmla="*/ 130 w 224"/>
              <a:gd name="T51" fmla="*/ 84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4" h="227">
                <a:moveTo>
                  <a:pt x="164" y="216"/>
                </a:moveTo>
                <a:cubicBezTo>
                  <a:pt x="143" y="224"/>
                  <a:pt x="127" y="227"/>
                  <a:pt x="103" y="227"/>
                </a:cubicBezTo>
                <a:cubicBezTo>
                  <a:pt x="49" y="227"/>
                  <a:pt x="0" y="188"/>
                  <a:pt x="0" y="124"/>
                </a:cubicBezTo>
                <a:cubicBezTo>
                  <a:pt x="0" y="58"/>
                  <a:pt x="50" y="0"/>
                  <a:pt x="124" y="0"/>
                </a:cubicBezTo>
                <a:cubicBezTo>
                  <a:pt x="181" y="0"/>
                  <a:pt x="224" y="39"/>
                  <a:pt x="224" y="94"/>
                </a:cubicBezTo>
                <a:cubicBezTo>
                  <a:pt x="224" y="141"/>
                  <a:pt x="197" y="172"/>
                  <a:pt x="160" y="172"/>
                </a:cubicBezTo>
                <a:cubicBezTo>
                  <a:pt x="144" y="172"/>
                  <a:pt x="133" y="164"/>
                  <a:pt x="130" y="148"/>
                </a:cubicBezTo>
                <a:cubicBezTo>
                  <a:pt x="130" y="148"/>
                  <a:pt x="130" y="148"/>
                  <a:pt x="130" y="148"/>
                </a:cubicBezTo>
                <a:cubicBezTo>
                  <a:pt x="120" y="164"/>
                  <a:pt x="106" y="172"/>
                  <a:pt x="90" y="172"/>
                </a:cubicBezTo>
                <a:cubicBezTo>
                  <a:pt x="68" y="172"/>
                  <a:pt x="52" y="156"/>
                  <a:pt x="52" y="129"/>
                </a:cubicBezTo>
                <a:cubicBezTo>
                  <a:pt x="52" y="89"/>
                  <a:pt x="81" y="54"/>
                  <a:pt x="128" y="54"/>
                </a:cubicBezTo>
                <a:cubicBezTo>
                  <a:pt x="143" y="54"/>
                  <a:pt x="161" y="58"/>
                  <a:pt x="169" y="62"/>
                </a:cubicBezTo>
                <a:cubicBezTo>
                  <a:pt x="159" y="123"/>
                  <a:pt x="159" y="123"/>
                  <a:pt x="159" y="123"/>
                </a:cubicBezTo>
                <a:cubicBezTo>
                  <a:pt x="157" y="139"/>
                  <a:pt x="159" y="147"/>
                  <a:pt x="167" y="148"/>
                </a:cubicBezTo>
                <a:cubicBezTo>
                  <a:pt x="180" y="148"/>
                  <a:pt x="197" y="132"/>
                  <a:pt x="197" y="95"/>
                </a:cubicBezTo>
                <a:cubicBezTo>
                  <a:pt x="197" y="54"/>
                  <a:pt x="170" y="22"/>
                  <a:pt x="120" y="22"/>
                </a:cubicBezTo>
                <a:cubicBezTo>
                  <a:pt x="71" y="22"/>
                  <a:pt x="28" y="59"/>
                  <a:pt x="28" y="120"/>
                </a:cubicBezTo>
                <a:cubicBezTo>
                  <a:pt x="28" y="175"/>
                  <a:pt x="63" y="204"/>
                  <a:pt x="111" y="204"/>
                </a:cubicBezTo>
                <a:cubicBezTo>
                  <a:pt x="127" y="204"/>
                  <a:pt x="145" y="201"/>
                  <a:pt x="158" y="195"/>
                </a:cubicBezTo>
                <a:lnTo>
                  <a:pt x="164" y="216"/>
                </a:lnTo>
                <a:close/>
                <a:moveTo>
                  <a:pt x="130" y="84"/>
                </a:moveTo>
                <a:cubicBezTo>
                  <a:pt x="127" y="83"/>
                  <a:pt x="125" y="83"/>
                  <a:pt x="123" y="83"/>
                </a:cubicBezTo>
                <a:cubicBezTo>
                  <a:pt x="104" y="83"/>
                  <a:pt x="90" y="102"/>
                  <a:pt x="90" y="124"/>
                </a:cubicBezTo>
                <a:cubicBezTo>
                  <a:pt x="90" y="135"/>
                  <a:pt x="95" y="142"/>
                  <a:pt x="104" y="142"/>
                </a:cubicBezTo>
                <a:cubicBezTo>
                  <a:pt x="113" y="142"/>
                  <a:pt x="124" y="130"/>
                  <a:pt x="126" y="112"/>
                </a:cubicBezTo>
                <a:lnTo>
                  <a:pt x="130" y="84"/>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24" name="Freeform 280"/>
          <p:cNvSpPr>
            <a:spLocks noEditPoints="1"/>
          </p:cNvSpPr>
          <p:nvPr/>
        </p:nvSpPr>
        <p:spPr bwMode="auto">
          <a:xfrm>
            <a:off x="4394795" y="5786974"/>
            <a:ext cx="254189" cy="342376"/>
          </a:xfrm>
          <a:custGeom>
            <a:avLst/>
            <a:gdLst>
              <a:gd name="T0" fmla="*/ 143 w 149"/>
              <a:gd name="T1" fmla="*/ 59 h 200"/>
              <a:gd name="T2" fmla="*/ 107 w 149"/>
              <a:gd name="T3" fmla="*/ 28 h 200"/>
              <a:gd name="T4" fmla="*/ 97 w 149"/>
              <a:gd name="T5" fmla="*/ 0 h 200"/>
              <a:gd name="T6" fmla="*/ 8 w 149"/>
              <a:gd name="T7" fmla="*/ 12 h 200"/>
              <a:gd name="T8" fmla="*/ 2 w 149"/>
              <a:gd name="T9" fmla="*/ 186 h 200"/>
              <a:gd name="T10" fmla="*/ 0 w 149"/>
              <a:gd name="T11" fmla="*/ 199 h 200"/>
              <a:gd name="T12" fmla="*/ 18 w 149"/>
              <a:gd name="T13" fmla="*/ 200 h 200"/>
              <a:gd name="T14" fmla="*/ 112 w 149"/>
              <a:gd name="T15" fmla="*/ 200 h 200"/>
              <a:gd name="T16" fmla="*/ 114 w 149"/>
              <a:gd name="T17" fmla="*/ 187 h 200"/>
              <a:gd name="T18" fmla="*/ 107 w 149"/>
              <a:gd name="T19" fmla="*/ 186 h 200"/>
              <a:gd name="T20" fmla="*/ 107 w 149"/>
              <a:gd name="T21" fmla="*/ 168 h 200"/>
              <a:gd name="T22" fmla="*/ 133 w 149"/>
              <a:gd name="T23" fmla="*/ 163 h 200"/>
              <a:gd name="T24" fmla="*/ 141 w 149"/>
              <a:gd name="T25" fmla="*/ 105 h 200"/>
              <a:gd name="T26" fmla="*/ 149 w 149"/>
              <a:gd name="T27" fmla="*/ 94 h 200"/>
              <a:gd name="T28" fmla="*/ 144 w 149"/>
              <a:gd name="T29" fmla="*/ 60 h 200"/>
              <a:gd name="T30" fmla="*/ 141 w 149"/>
              <a:gd name="T31" fmla="*/ 74 h 200"/>
              <a:gd name="T32" fmla="*/ 138 w 149"/>
              <a:gd name="T33" fmla="*/ 97 h 200"/>
              <a:gd name="T34" fmla="*/ 137 w 149"/>
              <a:gd name="T35" fmla="*/ 97 h 200"/>
              <a:gd name="T36" fmla="*/ 131 w 149"/>
              <a:gd name="T37" fmla="*/ 79 h 200"/>
              <a:gd name="T38" fmla="*/ 140 w 149"/>
              <a:gd name="T39" fmla="*/ 68 h 200"/>
              <a:gd name="T40" fmla="*/ 18 w 149"/>
              <a:gd name="T41" fmla="*/ 8 h 200"/>
              <a:gd name="T42" fmla="*/ 98 w 149"/>
              <a:gd name="T43" fmla="*/ 62 h 200"/>
              <a:gd name="T44" fmla="*/ 18 w 149"/>
              <a:gd name="T45" fmla="*/ 8 h 200"/>
              <a:gd name="T46" fmla="*/ 33 w 149"/>
              <a:gd name="T47" fmla="*/ 99 h 200"/>
              <a:gd name="T48" fmla="*/ 80 w 149"/>
              <a:gd name="T49" fmla="*/ 108 h 200"/>
              <a:gd name="T50" fmla="*/ 80 w 149"/>
              <a:gd name="T51" fmla="*/ 120 h 200"/>
              <a:gd name="T52" fmla="*/ 33 w 149"/>
              <a:gd name="T53" fmla="*/ 134 h 200"/>
              <a:gd name="T54" fmla="*/ 80 w 149"/>
              <a:gd name="T55" fmla="*/ 120 h 200"/>
              <a:gd name="T56" fmla="*/ 108 w 149"/>
              <a:gd name="T57" fmla="*/ 159 h 200"/>
              <a:gd name="T58" fmla="*/ 107 w 149"/>
              <a:gd name="T59" fmla="*/ 37 h 200"/>
              <a:gd name="T60" fmla="*/ 122 w 149"/>
              <a:gd name="T61" fmla="*/ 79 h 200"/>
              <a:gd name="T62" fmla="*/ 133 w 149"/>
              <a:gd name="T63" fmla="*/ 105 h 200"/>
              <a:gd name="T64" fmla="*/ 127 w 149"/>
              <a:gd name="T65" fmla="*/ 156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9" h="200">
                <a:moveTo>
                  <a:pt x="144" y="60"/>
                </a:moveTo>
                <a:cubicBezTo>
                  <a:pt x="144" y="59"/>
                  <a:pt x="143" y="59"/>
                  <a:pt x="143" y="59"/>
                </a:cubicBezTo>
                <a:cubicBezTo>
                  <a:pt x="138" y="44"/>
                  <a:pt x="113" y="30"/>
                  <a:pt x="110" y="29"/>
                </a:cubicBezTo>
                <a:cubicBezTo>
                  <a:pt x="109" y="28"/>
                  <a:pt x="108" y="28"/>
                  <a:pt x="107" y="28"/>
                </a:cubicBezTo>
                <a:cubicBezTo>
                  <a:pt x="107" y="12"/>
                  <a:pt x="107" y="12"/>
                  <a:pt x="107" y="12"/>
                </a:cubicBezTo>
                <a:cubicBezTo>
                  <a:pt x="107" y="5"/>
                  <a:pt x="102" y="0"/>
                  <a:pt x="97" y="0"/>
                </a:cubicBezTo>
                <a:cubicBezTo>
                  <a:pt x="18" y="0"/>
                  <a:pt x="18" y="0"/>
                  <a:pt x="18" y="0"/>
                </a:cubicBezTo>
                <a:cubicBezTo>
                  <a:pt x="13" y="0"/>
                  <a:pt x="8" y="5"/>
                  <a:pt x="8" y="12"/>
                </a:cubicBezTo>
                <a:cubicBezTo>
                  <a:pt x="8" y="186"/>
                  <a:pt x="8" y="186"/>
                  <a:pt x="8" y="186"/>
                </a:cubicBezTo>
                <a:cubicBezTo>
                  <a:pt x="2" y="186"/>
                  <a:pt x="2" y="186"/>
                  <a:pt x="2" y="186"/>
                </a:cubicBezTo>
                <a:cubicBezTo>
                  <a:pt x="1" y="186"/>
                  <a:pt x="0" y="186"/>
                  <a:pt x="0" y="187"/>
                </a:cubicBezTo>
                <a:cubicBezTo>
                  <a:pt x="0" y="199"/>
                  <a:pt x="0" y="199"/>
                  <a:pt x="0" y="199"/>
                </a:cubicBezTo>
                <a:cubicBezTo>
                  <a:pt x="0" y="199"/>
                  <a:pt x="1" y="200"/>
                  <a:pt x="2" y="200"/>
                </a:cubicBezTo>
                <a:cubicBezTo>
                  <a:pt x="18" y="200"/>
                  <a:pt x="18" y="200"/>
                  <a:pt x="18" y="200"/>
                </a:cubicBezTo>
                <a:cubicBezTo>
                  <a:pt x="97" y="200"/>
                  <a:pt x="97" y="200"/>
                  <a:pt x="97" y="200"/>
                </a:cubicBezTo>
                <a:cubicBezTo>
                  <a:pt x="112" y="200"/>
                  <a:pt x="112" y="200"/>
                  <a:pt x="112" y="200"/>
                </a:cubicBezTo>
                <a:cubicBezTo>
                  <a:pt x="113" y="200"/>
                  <a:pt x="114" y="199"/>
                  <a:pt x="114" y="199"/>
                </a:cubicBezTo>
                <a:cubicBezTo>
                  <a:pt x="114" y="187"/>
                  <a:pt x="114" y="187"/>
                  <a:pt x="114" y="187"/>
                </a:cubicBezTo>
                <a:cubicBezTo>
                  <a:pt x="114" y="186"/>
                  <a:pt x="113" y="186"/>
                  <a:pt x="112" y="186"/>
                </a:cubicBezTo>
                <a:cubicBezTo>
                  <a:pt x="107" y="186"/>
                  <a:pt x="107" y="186"/>
                  <a:pt x="107" y="186"/>
                </a:cubicBezTo>
                <a:cubicBezTo>
                  <a:pt x="107" y="168"/>
                  <a:pt x="107" y="168"/>
                  <a:pt x="107" y="168"/>
                </a:cubicBezTo>
                <a:cubicBezTo>
                  <a:pt x="107" y="168"/>
                  <a:pt x="107" y="168"/>
                  <a:pt x="107" y="168"/>
                </a:cubicBezTo>
                <a:cubicBezTo>
                  <a:pt x="110" y="168"/>
                  <a:pt x="112" y="168"/>
                  <a:pt x="115" y="168"/>
                </a:cubicBezTo>
                <a:cubicBezTo>
                  <a:pt x="122" y="168"/>
                  <a:pt x="128" y="166"/>
                  <a:pt x="133" y="163"/>
                </a:cubicBezTo>
                <a:cubicBezTo>
                  <a:pt x="139" y="157"/>
                  <a:pt x="140" y="151"/>
                  <a:pt x="140" y="150"/>
                </a:cubicBezTo>
                <a:cubicBezTo>
                  <a:pt x="141" y="105"/>
                  <a:pt x="141" y="105"/>
                  <a:pt x="141" y="105"/>
                </a:cubicBezTo>
                <a:cubicBezTo>
                  <a:pt x="146" y="103"/>
                  <a:pt x="148" y="98"/>
                  <a:pt x="149" y="95"/>
                </a:cubicBezTo>
                <a:cubicBezTo>
                  <a:pt x="149" y="94"/>
                  <a:pt x="149" y="94"/>
                  <a:pt x="149" y="94"/>
                </a:cubicBezTo>
                <a:cubicBezTo>
                  <a:pt x="149" y="74"/>
                  <a:pt x="149" y="74"/>
                  <a:pt x="149" y="74"/>
                </a:cubicBezTo>
                <a:cubicBezTo>
                  <a:pt x="149" y="69"/>
                  <a:pt x="149" y="62"/>
                  <a:pt x="144" y="60"/>
                </a:cubicBezTo>
                <a:close/>
                <a:moveTo>
                  <a:pt x="140" y="68"/>
                </a:moveTo>
                <a:cubicBezTo>
                  <a:pt x="140" y="69"/>
                  <a:pt x="141" y="71"/>
                  <a:pt x="141" y="74"/>
                </a:cubicBezTo>
                <a:cubicBezTo>
                  <a:pt x="141" y="93"/>
                  <a:pt x="141" y="93"/>
                  <a:pt x="141" y="93"/>
                </a:cubicBezTo>
                <a:cubicBezTo>
                  <a:pt x="140" y="94"/>
                  <a:pt x="139" y="97"/>
                  <a:pt x="138" y="97"/>
                </a:cubicBezTo>
                <a:cubicBezTo>
                  <a:pt x="138" y="97"/>
                  <a:pt x="138" y="97"/>
                  <a:pt x="137" y="97"/>
                </a:cubicBezTo>
                <a:cubicBezTo>
                  <a:pt x="137" y="97"/>
                  <a:pt x="137" y="97"/>
                  <a:pt x="137" y="97"/>
                </a:cubicBezTo>
                <a:cubicBezTo>
                  <a:pt x="131" y="96"/>
                  <a:pt x="131" y="96"/>
                  <a:pt x="131" y="86"/>
                </a:cubicBezTo>
                <a:cubicBezTo>
                  <a:pt x="131" y="84"/>
                  <a:pt x="131" y="82"/>
                  <a:pt x="131" y="79"/>
                </a:cubicBezTo>
                <a:cubicBezTo>
                  <a:pt x="130" y="70"/>
                  <a:pt x="138" y="68"/>
                  <a:pt x="140" y="68"/>
                </a:cubicBezTo>
                <a:cubicBezTo>
                  <a:pt x="140" y="68"/>
                  <a:pt x="140" y="68"/>
                  <a:pt x="140" y="68"/>
                </a:cubicBezTo>
                <a:cubicBezTo>
                  <a:pt x="140" y="68"/>
                  <a:pt x="140" y="68"/>
                  <a:pt x="140" y="68"/>
                </a:cubicBezTo>
                <a:close/>
                <a:moveTo>
                  <a:pt x="18" y="8"/>
                </a:moveTo>
                <a:cubicBezTo>
                  <a:pt x="98" y="8"/>
                  <a:pt x="98" y="8"/>
                  <a:pt x="98" y="8"/>
                </a:cubicBezTo>
                <a:cubicBezTo>
                  <a:pt x="98" y="62"/>
                  <a:pt x="98" y="62"/>
                  <a:pt x="98" y="62"/>
                </a:cubicBezTo>
                <a:cubicBezTo>
                  <a:pt x="18" y="62"/>
                  <a:pt x="18" y="62"/>
                  <a:pt x="18" y="62"/>
                </a:cubicBezTo>
                <a:lnTo>
                  <a:pt x="18" y="8"/>
                </a:lnTo>
                <a:close/>
                <a:moveTo>
                  <a:pt x="33" y="108"/>
                </a:moveTo>
                <a:cubicBezTo>
                  <a:pt x="33" y="99"/>
                  <a:pt x="33" y="99"/>
                  <a:pt x="33" y="99"/>
                </a:cubicBezTo>
                <a:cubicBezTo>
                  <a:pt x="80" y="99"/>
                  <a:pt x="80" y="99"/>
                  <a:pt x="80" y="99"/>
                </a:cubicBezTo>
                <a:cubicBezTo>
                  <a:pt x="80" y="108"/>
                  <a:pt x="80" y="108"/>
                  <a:pt x="80" y="108"/>
                </a:cubicBezTo>
                <a:lnTo>
                  <a:pt x="33" y="108"/>
                </a:lnTo>
                <a:close/>
                <a:moveTo>
                  <a:pt x="80" y="120"/>
                </a:moveTo>
                <a:cubicBezTo>
                  <a:pt x="80" y="134"/>
                  <a:pt x="80" y="134"/>
                  <a:pt x="80" y="134"/>
                </a:cubicBezTo>
                <a:cubicBezTo>
                  <a:pt x="33" y="134"/>
                  <a:pt x="33" y="134"/>
                  <a:pt x="33" y="134"/>
                </a:cubicBezTo>
                <a:cubicBezTo>
                  <a:pt x="33" y="120"/>
                  <a:pt x="33" y="120"/>
                  <a:pt x="33" y="120"/>
                </a:cubicBezTo>
                <a:lnTo>
                  <a:pt x="80" y="120"/>
                </a:lnTo>
                <a:close/>
                <a:moveTo>
                  <a:pt x="127" y="156"/>
                </a:moveTo>
                <a:cubicBezTo>
                  <a:pt x="123" y="159"/>
                  <a:pt x="117" y="160"/>
                  <a:pt x="108" y="159"/>
                </a:cubicBezTo>
                <a:cubicBezTo>
                  <a:pt x="108" y="159"/>
                  <a:pt x="107" y="159"/>
                  <a:pt x="107" y="159"/>
                </a:cubicBezTo>
                <a:cubicBezTo>
                  <a:pt x="107" y="37"/>
                  <a:pt x="107" y="37"/>
                  <a:pt x="107" y="37"/>
                </a:cubicBezTo>
                <a:cubicBezTo>
                  <a:pt x="117" y="43"/>
                  <a:pt x="130" y="53"/>
                  <a:pt x="134" y="61"/>
                </a:cubicBezTo>
                <a:cubicBezTo>
                  <a:pt x="128" y="63"/>
                  <a:pt x="121" y="68"/>
                  <a:pt x="122" y="79"/>
                </a:cubicBezTo>
                <a:cubicBezTo>
                  <a:pt x="122" y="82"/>
                  <a:pt x="122" y="84"/>
                  <a:pt x="122" y="86"/>
                </a:cubicBezTo>
                <a:cubicBezTo>
                  <a:pt x="122" y="95"/>
                  <a:pt x="122" y="103"/>
                  <a:pt x="133" y="105"/>
                </a:cubicBezTo>
                <a:cubicBezTo>
                  <a:pt x="131" y="149"/>
                  <a:pt x="131" y="149"/>
                  <a:pt x="131" y="149"/>
                </a:cubicBezTo>
                <a:cubicBezTo>
                  <a:pt x="131" y="149"/>
                  <a:pt x="131" y="153"/>
                  <a:pt x="127" y="156"/>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25" name="Freeform 293"/>
          <p:cNvSpPr>
            <a:spLocks noEditPoints="1"/>
          </p:cNvSpPr>
          <p:nvPr/>
        </p:nvSpPr>
        <p:spPr bwMode="auto">
          <a:xfrm>
            <a:off x="4370586" y="5238079"/>
            <a:ext cx="302606" cy="335460"/>
          </a:xfrm>
          <a:custGeom>
            <a:avLst/>
            <a:gdLst>
              <a:gd name="T0" fmla="*/ 174 w 178"/>
              <a:gd name="T1" fmla="*/ 73 h 196"/>
              <a:gd name="T2" fmla="*/ 153 w 178"/>
              <a:gd name="T3" fmla="*/ 36 h 196"/>
              <a:gd name="T4" fmla="*/ 110 w 178"/>
              <a:gd name="T5" fmla="*/ 11 h 196"/>
              <a:gd name="T6" fmla="*/ 67 w 178"/>
              <a:gd name="T7" fmla="*/ 11 h 196"/>
              <a:gd name="T8" fmla="*/ 24 w 178"/>
              <a:gd name="T9" fmla="*/ 36 h 196"/>
              <a:gd name="T10" fmla="*/ 3 w 178"/>
              <a:gd name="T11" fmla="*/ 73 h 196"/>
              <a:gd name="T12" fmla="*/ 3 w 178"/>
              <a:gd name="T13" fmla="*/ 123 h 196"/>
              <a:gd name="T14" fmla="*/ 24 w 178"/>
              <a:gd name="T15" fmla="*/ 159 h 196"/>
              <a:gd name="T16" fmla="*/ 68 w 178"/>
              <a:gd name="T17" fmla="*/ 184 h 196"/>
              <a:gd name="T18" fmla="*/ 110 w 178"/>
              <a:gd name="T19" fmla="*/ 184 h 196"/>
              <a:gd name="T20" fmla="*/ 153 w 178"/>
              <a:gd name="T21" fmla="*/ 160 h 196"/>
              <a:gd name="T22" fmla="*/ 174 w 178"/>
              <a:gd name="T23" fmla="*/ 123 h 196"/>
              <a:gd name="T24" fmla="*/ 76 w 178"/>
              <a:gd name="T25" fmla="*/ 176 h 196"/>
              <a:gd name="T26" fmla="*/ 89 w 178"/>
              <a:gd name="T27" fmla="*/ 147 h 196"/>
              <a:gd name="T28" fmla="*/ 101 w 178"/>
              <a:gd name="T29" fmla="*/ 176 h 196"/>
              <a:gd name="T30" fmla="*/ 101 w 178"/>
              <a:gd name="T31" fmla="*/ 19 h 196"/>
              <a:gd name="T32" fmla="*/ 89 w 178"/>
              <a:gd name="T33" fmla="*/ 49 h 196"/>
              <a:gd name="T34" fmla="*/ 76 w 178"/>
              <a:gd name="T35" fmla="*/ 19 h 196"/>
              <a:gd name="T36" fmla="*/ 133 w 178"/>
              <a:gd name="T37" fmla="*/ 91 h 196"/>
              <a:gd name="T38" fmla="*/ 136 w 178"/>
              <a:gd name="T39" fmla="*/ 103 h 196"/>
              <a:gd name="T40" fmla="*/ 133 w 178"/>
              <a:gd name="T41" fmla="*/ 98 h 196"/>
              <a:gd name="T42" fmla="*/ 131 w 178"/>
              <a:gd name="T43" fmla="*/ 73 h 196"/>
              <a:gd name="T44" fmla="*/ 150 w 178"/>
              <a:gd name="T45" fmla="*/ 48 h 196"/>
              <a:gd name="T46" fmla="*/ 163 w 178"/>
              <a:gd name="T47" fmla="*/ 70 h 196"/>
              <a:gd name="T48" fmla="*/ 131 w 178"/>
              <a:gd name="T49" fmla="*/ 73 h 196"/>
              <a:gd name="T50" fmla="*/ 73 w 178"/>
              <a:gd name="T51" fmla="*/ 125 h 196"/>
              <a:gd name="T52" fmla="*/ 58 w 178"/>
              <a:gd name="T53" fmla="*/ 98 h 196"/>
              <a:gd name="T54" fmla="*/ 73 w 178"/>
              <a:gd name="T55" fmla="*/ 71 h 196"/>
              <a:gd name="T56" fmla="*/ 104 w 178"/>
              <a:gd name="T57" fmla="*/ 71 h 196"/>
              <a:gd name="T58" fmla="*/ 120 w 178"/>
              <a:gd name="T59" fmla="*/ 98 h 196"/>
              <a:gd name="T60" fmla="*/ 104 w 178"/>
              <a:gd name="T61" fmla="*/ 125 h 196"/>
              <a:gd name="T62" fmla="*/ 111 w 178"/>
              <a:gd name="T63" fmla="*/ 60 h 196"/>
              <a:gd name="T64" fmla="*/ 115 w 178"/>
              <a:gd name="T65" fmla="*/ 52 h 196"/>
              <a:gd name="T66" fmla="*/ 111 w 178"/>
              <a:gd name="T67" fmla="*/ 60 h 196"/>
              <a:gd name="T68" fmla="*/ 73 w 178"/>
              <a:gd name="T69" fmla="*/ 56 h 196"/>
              <a:gd name="T70" fmla="*/ 60 w 178"/>
              <a:gd name="T71" fmla="*/ 64 h 196"/>
              <a:gd name="T72" fmla="*/ 45 w 178"/>
              <a:gd name="T73" fmla="*/ 105 h 196"/>
              <a:gd name="T74" fmla="*/ 45 w 178"/>
              <a:gd name="T75" fmla="*/ 90 h 196"/>
              <a:gd name="T76" fmla="*/ 45 w 178"/>
              <a:gd name="T77" fmla="*/ 105 h 196"/>
              <a:gd name="T78" fmla="*/ 46 w 178"/>
              <a:gd name="T79" fmla="*/ 73 h 196"/>
              <a:gd name="T80" fmla="*/ 14 w 178"/>
              <a:gd name="T81" fmla="*/ 70 h 196"/>
              <a:gd name="T82" fmla="*/ 27 w 178"/>
              <a:gd name="T83" fmla="*/ 48 h 196"/>
              <a:gd name="T84" fmla="*/ 50 w 178"/>
              <a:gd name="T85" fmla="*/ 49 h 196"/>
              <a:gd name="T86" fmla="*/ 27 w 178"/>
              <a:gd name="T87" fmla="*/ 107 h 196"/>
              <a:gd name="T88" fmla="*/ 50 w 178"/>
              <a:gd name="T89" fmla="*/ 147 h 196"/>
              <a:gd name="T90" fmla="*/ 14 w 178"/>
              <a:gd name="T91" fmla="*/ 141 h 196"/>
              <a:gd name="T92" fmla="*/ 67 w 178"/>
              <a:gd name="T93" fmla="*/ 136 h 196"/>
              <a:gd name="T94" fmla="*/ 62 w 178"/>
              <a:gd name="T95" fmla="*/ 143 h 196"/>
              <a:gd name="T96" fmla="*/ 67 w 178"/>
              <a:gd name="T97" fmla="*/ 136 h 196"/>
              <a:gd name="T98" fmla="*/ 104 w 178"/>
              <a:gd name="T99" fmla="*/ 140 h 196"/>
              <a:gd name="T100" fmla="*/ 117 w 178"/>
              <a:gd name="T101" fmla="*/ 132 h 196"/>
              <a:gd name="T102" fmla="*/ 127 w 178"/>
              <a:gd name="T103" fmla="*/ 147 h 196"/>
              <a:gd name="T104" fmla="*/ 150 w 178"/>
              <a:gd name="T105" fmla="*/ 107 h 196"/>
              <a:gd name="T106" fmla="*/ 164 w 178"/>
              <a:gd name="T107" fmla="*/ 141 h 196"/>
              <a:gd name="T108" fmla="*/ 144 w 178"/>
              <a:gd name="T109" fmla="*/ 149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8" h="196">
                <a:moveTo>
                  <a:pt x="159" y="98"/>
                </a:moveTo>
                <a:cubicBezTo>
                  <a:pt x="166" y="89"/>
                  <a:pt x="171" y="81"/>
                  <a:pt x="174" y="73"/>
                </a:cubicBezTo>
                <a:cubicBezTo>
                  <a:pt x="178" y="64"/>
                  <a:pt x="178" y="55"/>
                  <a:pt x="174" y="49"/>
                </a:cubicBezTo>
                <a:cubicBezTo>
                  <a:pt x="170" y="42"/>
                  <a:pt x="163" y="38"/>
                  <a:pt x="153" y="36"/>
                </a:cubicBezTo>
                <a:cubicBezTo>
                  <a:pt x="145" y="35"/>
                  <a:pt x="135" y="35"/>
                  <a:pt x="124" y="37"/>
                </a:cubicBezTo>
                <a:cubicBezTo>
                  <a:pt x="120" y="27"/>
                  <a:pt x="115" y="18"/>
                  <a:pt x="110" y="11"/>
                </a:cubicBezTo>
                <a:cubicBezTo>
                  <a:pt x="103" y="4"/>
                  <a:pt x="96" y="0"/>
                  <a:pt x="89" y="0"/>
                </a:cubicBezTo>
                <a:cubicBezTo>
                  <a:pt x="81" y="0"/>
                  <a:pt x="74" y="4"/>
                  <a:pt x="67" y="11"/>
                </a:cubicBezTo>
                <a:cubicBezTo>
                  <a:pt x="62" y="18"/>
                  <a:pt x="57" y="27"/>
                  <a:pt x="54" y="37"/>
                </a:cubicBezTo>
                <a:cubicBezTo>
                  <a:pt x="43" y="35"/>
                  <a:pt x="33" y="35"/>
                  <a:pt x="24" y="36"/>
                </a:cubicBezTo>
                <a:cubicBezTo>
                  <a:pt x="14" y="38"/>
                  <a:pt x="7" y="42"/>
                  <a:pt x="4" y="49"/>
                </a:cubicBezTo>
                <a:cubicBezTo>
                  <a:pt x="0" y="55"/>
                  <a:pt x="0" y="64"/>
                  <a:pt x="3" y="73"/>
                </a:cubicBezTo>
                <a:cubicBezTo>
                  <a:pt x="6" y="81"/>
                  <a:pt x="12" y="89"/>
                  <a:pt x="19" y="98"/>
                </a:cubicBezTo>
                <a:cubicBezTo>
                  <a:pt x="12" y="106"/>
                  <a:pt x="6" y="115"/>
                  <a:pt x="3" y="123"/>
                </a:cubicBezTo>
                <a:cubicBezTo>
                  <a:pt x="0" y="132"/>
                  <a:pt x="0" y="140"/>
                  <a:pt x="4" y="147"/>
                </a:cubicBezTo>
                <a:cubicBezTo>
                  <a:pt x="7" y="154"/>
                  <a:pt x="14" y="158"/>
                  <a:pt x="24" y="159"/>
                </a:cubicBezTo>
                <a:cubicBezTo>
                  <a:pt x="33" y="161"/>
                  <a:pt x="43" y="160"/>
                  <a:pt x="54" y="158"/>
                </a:cubicBezTo>
                <a:cubicBezTo>
                  <a:pt x="58" y="169"/>
                  <a:pt x="62" y="178"/>
                  <a:pt x="68" y="184"/>
                </a:cubicBezTo>
                <a:cubicBezTo>
                  <a:pt x="74" y="192"/>
                  <a:pt x="81" y="196"/>
                  <a:pt x="89" y="196"/>
                </a:cubicBezTo>
                <a:cubicBezTo>
                  <a:pt x="96" y="196"/>
                  <a:pt x="103" y="192"/>
                  <a:pt x="110" y="184"/>
                </a:cubicBezTo>
                <a:cubicBezTo>
                  <a:pt x="115" y="178"/>
                  <a:pt x="120" y="169"/>
                  <a:pt x="124" y="158"/>
                </a:cubicBezTo>
                <a:cubicBezTo>
                  <a:pt x="135" y="160"/>
                  <a:pt x="145" y="161"/>
                  <a:pt x="153" y="160"/>
                </a:cubicBezTo>
                <a:cubicBezTo>
                  <a:pt x="163" y="158"/>
                  <a:pt x="170" y="154"/>
                  <a:pt x="174" y="147"/>
                </a:cubicBezTo>
                <a:cubicBezTo>
                  <a:pt x="178" y="140"/>
                  <a:pt x="178" y="132"/>
                  <a:pt x="174" y="123"/>
                </a:cubicBezTo>
                <a:cubicBezTo>
                  <a:pt x="171" y="115"/>
                  <a:pt x="166" y="106"/>
                  <a:pt x="159" y="98"/>
                </a:cubicBezTo>
                <a:close/>
                <a:moveTo>
                  <a:pt x="76" y="176"/>
                </a:moveTo>
                <a:cubicBezTo>
                  <a:pt x="72" y="171"/>
                  <a:pt x="69" y="164"/>
                  <a:pt x="66" y="155"/>
                </a:cubicBezTo>
                <a:cubicBezTo>
                  <a:pt x="74" y="153"/>
                  <a:pt x="81" y="150"/>
                  <a:pt x="89" y="147"/>
                </a:cubicBezTo>
                <a:cubicBezTo>
                  <a:pt x="96" y="151"/>
                  <a:pt x="104" y="153"/>
                  <a:pt x="112" y="155"/>
                </a:cubicBezTo>
                <a:cubicBezTo>
                  <a:pt x="109" y="164"/>
                  <a:pt x="105" y="171"/>
                  <a:pt x="101" y="176"/>
                </a:cubicBezTo>
                <a:cubicBezTo>
                  <a:pt x="93" y="187"/>
                  <a:pt x="84" y="187"/>
                  <a:pt x="76" y="176"/>
                </a:cubicBezTo>
                <a:close/>
                <a:moveTo>
                  <a:pt x="101" y="19"/>
                </a:moveTo>
                <a:cubicBezTo>
                  <a:pt x="105" y="25"/>
                  <a:pt x="109" y="32"/>
                  <a:pt x="112" y="40"/>
                </a:cubicBezTo>
                <a:cubicBezTo>
                  <a:pt x="104" y="42"/>
                  <a:pt x="97" y="45"/>
                  <a:pt x="89" y="49"/>
                </a:cubicBezTo>
                <a:cubicBezTo>
                  <a:pt x="81" y="45"/>
                  <a:pt x="73" y="42"/>
                  <a:pt x="66" y="40"/>
                </a:cubicBezTo>
                <a:cubicBezTo>
                  <a:pt x="69" y="32"/>
                  <a:pt x="72" y="25"/>
                  <a:pt x="76" y="19"/>
                </a:cubicBezTo>
                <a:cubicBezTo>
                  <a:pt x="84" y="8"/>
                  <a:pt x="93" y="8"/>
                  <a:pt x="101" y="19"/>
                </a:cubicBezTo>
                <a:close/>
                <a:moveTo>
                  <a:pt x="133" y="91"/>
                </a:moveTo>
                <a:cubicBezTo>
                  <a:pt x="136" y="93"/>
                  <a:pt x="139" y="96"/>
                  <a:pt x="141" y="98"/>
                </a:cubicBezTo>
                <a:cubicBezTo>
                  <a:pt x="139" y="100"/>
                  <a:pt x="138" y="101"/>
                  <a:pt x="136" y="103"/>
                </a:cubicBezTo>
                <a:cubicBezTo>
                  <a:pt x="135" y="104"/>
                  <a:pt x="134" y="105"/>
                  <a:pt x="133" y="106"/>
                </a:cubicBezTo>
                <a:cubicBezTo>
                  <a:pt x="133" y="103"/>
                  <a:pt x="133" y="100"/>
                  <a:pt x="133" y="98"/>
                </a:cubicBezTo>
                <a:cubicBezTo>
                  <a:pt x="133" y="96"/>
                  <a:pt x="133" y="93"/>
                  <a:pt x="133" y="91"/>
                </a:cubicBezTo>
                <a:close/>
                <a:moveTo>
                  <a:pt x="131" y="73"/>
                </a:moveTo>
                <a:cubicBezTo>
                  <a:pt x="130" y="65"/>
                  <a:pt x="129" y="57"/>
                  <a:pt x="127" y="49"/>
                </a:cubicBezTo>
                <a:cubicBezTo>
                  <a:pt x="136" y="47"/>
                  <a:pt x="144" y="47"/>
                  <a:pt x="150" y="48"/>
                </a:cubicBezTo>
                <a:cubicBezTo>
                  <a:pt x="157" y="48"/>
                  <a:pt x="162" y="51"/>
                  <a:pt x="164" y="54"/>
                </a:cubicBezTo>
                <a:cubicBezTo>
                  <a:pt x="166" y="58"/>
                  <a:pt x="166" y="63"/>
                  <a:pt x="163" y="70"/>
                </a:cubicBezTo>
                <a:cubicBezTo>
                  <a:pt x="160" y="76"/>
                  <a:pt x="156" y="82"/>
                  <a:pt x="150" y="89"/>
                </a:cubicBezTo>
                <a:cubicBezTo>
                  <a:pt x="144" y="83"/>
                  <a:pt x="138" y="78"/>
                  <a:pt x="131" y="73"/>
                </a:cubicBezTo>
                <a:close/>
                <a:moveTo>
                  <a:pt x="89" y="133"/>
                </a:moveTo>
                <a:cubicBezTo>
                  <a:pt x="83" y="131"/>
                  <a:pt x="78" y="128"/>
                  <a:pt x="73" y="125"/>
                </a:cubicBezTo>
                <a:cubicBezTo>
                  <a:pt x="67" y="121"/>
                  <a:pt x="62" y="118"/>
                  <a:pt x="58" y="115"/>
                </a:cubicBezTo>
                <a:cubicBezTo>
                  <a:pt x="58" y="110"/>
                  <a:pt x="58" y="104"/>
                  <a:pt x="58" y="98"/>
                </a:cubicBezTo>
                <a:cubicBezTo>
                  <a:pt x="58" y="91"/>
                  <a:pt x="58" y="85"/>
                  <a:pt x="58" y="80"/>
                </a:cubicBezTo>
                <a:cubicBezTo>
                  <a:pt x="63" y="77"/>
                  <a:pt x="68" y="74"/>
                  <a:pt x="73" y="71"/>
                </a:cubicBezTo>
                <a:cubicBezTo>
                  <a:pt x="78" y="68"/>
                  <a:pt x="83" y="65"/>
                  <a:pt x="89" y="63"/>
                </a:cubicBezTo>
                <a:cubicBezTo>
                  <a:pt x="94" y="65"/>
                  <a:pt x="99" y="68"/>
                  <a:pt x="104" y="71"/>
                </a:cubicBezTo>
                <a:cubicBezTo>
                  <a:pt x="109" y="74"/>
                  <a:pt x="114" y="77"/>
                  <a:pt x="119" y="80"/>
                </a:cubicBezTo>
                <a:cubicBezTo>
                  <a:pt x="120" y="85"/>
                  <a:pt x="120" y="91"/>
                  <a:pt x="120" y="98"/>
                </a:cubicBezTo>
                <a:cubicBezTo>
                  <a:pt x="120" y="104"/>
                  <a:pt x="120" y="110"/>
                  <a:pt x="119" y="115"/>
                </a:cubicBezTo>
                <a:cubicBezTo>
                  <a:pt x="115" y="118"/>
                  <a:pt x="110" y="122"/>
                  <a:pt x="104" y="125"/>
                </a:cubicBezTo>
                <a:cubicBezTo>
                  <a:pt x="99" y="128"/>
                  <a:pt x="94" y="131"/>
                  <a:pt x="89" y="133"/>
                </a:cubicBezTo>
                <a:close/>
                <a:moveTo>
                  <a:pt x="111" y="60"/>
                </a:moveTo>
                <a:cubicBezTo>
                  <a:pt x="109" y="59"/>
                  <a:pt x="107" y="57"/>
                  <a:pt x="104" y="56"/>
                </a:cubicBezTo>
                <a:cubicBezTo>
                  <a:pt x="108" y="55"/>
                  <a:pt x="112" y="53"/>
                  <a:pt x="115" y="52"/>
                </a:cubicBezTo>
                <a:cubicBezTo>
                  <a:pt x="116" y="56"/>
                  <a:pt x="117" y="60"/>
                  <a:pt x="117" y="64"/>
                </a:cubicBezTo>
                <a:cubicBezTo>
                  <a:pt x="115" y="62"/>
                  <a:pt x="113" y="61"/>
                  <a:pt x="111" y="60"/>
                </a:cubicBezTo>
                <a:close/>
                <a:moveTo>
                  <a:pt x="62" y="52"/>
                </a:moveTo>
                <a:cubicBezTo>
                  <a:pt x="66" y="53"/>
                  <a:pt x="70" y="55"/>
                  <a:pt x="73" y="56"/>
                </a:cubicBezTo>
                <a:cubicBezTo>
                  <a:pt x="71" y="57"/>
                  <a:pt x="69" y="59"/>
                  <a:pt x="67" y="60"/>
                </a:cubicBezTo>
                <a:cubicBezTo>
                  <a:pt x="65" y="61"/>
                  <a:pt x="62" y="62"/>
                  <a:pt x="60" y="64"/>
                </a:cubicBezTo>
                <a:cubicBezTo>
                  <a:pt x="61" y="60"/>
                  <a:pt x="62" y="56"/>
                  <a:pt x="62" y="52"/>
                </a:cubicBezTo>
                <a:close/>
                <a:moveTo>
                  <a:pt x="45" y="105"/>
                </a:moveTo>
                <a:cubicBezTo>
                  <a:pt x="42" y="103"/>
                  <a:pt x="39" y="100"/>
                  <a:pt x="36" y="98"/>
                </a:cubicBezTo>
                <a:cubicBezTo>
                  <a:pt x="39" y="95"/>
                  <a:pt x="42" y="93"/>
                  <a:pt x="45" y="90"/>
                </a:cubicBezTo>
                <a:cubicBezTo>
                  <a:pt x="45" y="93"/>
                  <a:pt x="45" y="95"/>
                  <a:pt x="45" y="98"/>
                </a:cubicBezTo>
                <a:cubicBezTo>
                  <a:pt x="45" y="100"/>
                  <a:pt x="45" y="103"/>
                  <a:pt x="45" y="105"/>
                </a:cubicBezTo>
                <a:close/>
                <a:moveTo>
                  <a:pt x="50" y="49"/>
                </a:moveTo>
                <a:cubicBezTo>
                  <a:pt x="48" y="57"/>
                  <a:pt x="47" y="65"/>
                  <a:pt x="46" y="73"/>
                </a:cubicBezTo>
                <a:cubicBezTo>
                  <a:pt x="39" y="78"/>
                  <a:pt x="33" y="84"/>
                  <a:pt x="27" y="89"/>
                </a:cubicBezTo>
                <a:cubicBezTo>
                  <a:pt x="21" y="82"/>
                  <a:pt x="17" y="76"/>
                  <a:pt x="14" y="70"/>
                </a:cubicBezTo>
                <a:cubicBezTo>
                  <a:pt x="12" y="63"/>
                  <a:pt x="11" y="58"/>
                  <a:pt x="14" y="55"/>
                </a:cubicBezTo>
                <a:cubicBezTo>
                  <a:pt x="16" y="51"/>
                  <a:pt x="20" y="48"/>
                  <a:pt x="27" y="48"/>
                </a:cubicBezTo>
                <a:cubicBezTo>
                  <a:pt x="29" y="47"/>
                  <a:pt x="31" y="47"/>
                  <a:pt x="34" y="47"/>
                </a:cubicBezTo>
                <a:cubicBezTo>
                  <a:pt x="39" y="47"/>
                  <a:pt x="44" y="48"/>
                  <a:pt x="50" y="49"/>
                </a:cubicBezTo>
                <a:close/>
                <a:moveTo>
                  <a:pt x="14" y="126"/>
                </a:moveTo>
                <a:cubicBezTo>
                  <a:pt x="17" y="120"/>
                  <a:pt x="21" y="114"/>
                  <a:pt x="27" y="107"/>
                </a:cubicBezTo>
                <a:cubicBezTo>
                  <a:pt x="33" y="112"/>
                  <a:pt x="39" y="118"/>
                  <a:pt x="46" y="123"/>
                </a:cubicBezTo>
                <a:cubicBezTo>
                  <a:pt x="47" y="131"/>
                  <a:pt x="48" y="139"/>
                  <a:pt x="50" y="147"/>
                </a:cubicBezTo>
                <a:cubicBezTo>
                  <a:pt x="41" y="148"/>
                  <a:pt x="34" y="149"/>
                  <a:pt x="27" y="148"/>
                </a:cubicBezTo>
                <a:cubicBezTo>
                  <a:pt x="20" y="147"/>
                  <a:pt x="16" y="145"/>
                  <a:pt x="14" y="141"/>
                </a:cubicBezTo>
                <a:cubicBezTo>
                  <a:pt x="11" y="137"/>
                  <a:pt x="12" y="132"/>
                  <a:pt x="14" y="126"/>
                </a:cubicBezTo>
                <a:close/>
                <a:moveTo>
                  <a:pt x="67" y="136"/>
                </a:moveTo>
                <a:cubicBezTo>
                  <a:pt x="69" y="137"/>
                  <a:pt x="71" y="138"/>
                  <a:pt x="73" y="140"/>
                </a:cubicBezTo>
                <a:cubicBezTo>
                  <a:pt x="70" y="141"/>
                  <a:pt x="66" y="142"/>
                  <a:pt x="62" y="143"/>
                </a:cubicBezTo>
                <a:cubicBezTo>
                  <a:pt x="62" y="140"/>
                  <a:pt x="61" y="136"/>
                  <a:pt x="60" y="132"/>
                </a:cubicBezTo>
                <a:cubicBezTo>
                  <a:pt x="62" y="134"/>
                  <a:pt x="64" y="135"/>
                  <a:pt x="67" y="136"/>
                </a:cubicBezTo>
                <a:close/>
                <a:moveTo>
                  <a:pt x="115" y="143"/>
                </a:moveTo>
                <a:cubicBezTo>
                  <a:pt x="112" y="142"/>
                  <a:pt x="108" y="141"/>
                  <a:pt x="104" y="140"/>
                </a:cubicBezTo>
                <a:cubicBezTo>
                  <a:pt x="106" y="139"/>
                  <a:pt x="109" y="137"/>
                  <a:pt x="111" y="136"/>
                </a:cubicBezTo>
                <a:cubicBezTo>
                  <a:pt x="113" y="135"/>
                  <a:pt x="115" y="133"/>
                  <a:pt x="117" y="132"/>
                </a:cubicBezTo>
                <a:cubicBezTo>
                  <a:pt x="117" y="136"/>
                  <a:pt x="116" y="140"/>
                  <a:pt x="115" y="143"/>
                </a:cubicBezTo>
                <a:close/>
                <a:moveTo>
                  <a:pt x="127" y="147"/>
                </a:moveTo>
                <a:cubicBezTo>
                  <a:pt x="129" y="139"/>
                  <a:pt x="130" y="131"/>
                  <a:pt x="131" y="123"/>
                </a:cubicBezTo>
                <a:cubicBezTo>
                  <a:pt x="138" y="118"/>
                  <a:pt x="144" y="112"/>
                  <a:pt x="150" y="107"/>
                </a:cubicBezTo>
                <a:cubicBezTo>
                  <a:pt x="156" y="114"/>
                  <a:pt x="160" y="120"/>
                  <a:pt x="163" y="126"/>
                </a:cubicBezTo>
                <a:cubicBezTo>
                  <a:pt x="166" y="133"/>
                  <a:pt x="166" y="137"/>
                  <a:pt x="164" y="141"/>
                </a:cubicBezTo>
                <a:cubicBezTo>
                  <a:pt x="162" y="145"/>
                  <a:pt x="157" y="147"/>
                  <a:pt x="150" y="148"/>
                </a:cubicBezTo>
                <a:cubicBezTo>
                  <a:pt x="148" y="148"/>
                  <a:pt x="146" y="149"/>
                  <a:pt x="144" y="149"/>
                </a:cubicBezTo>
                <a:cubicBezTo>
                  <a:pt x="139" y="149"/>
                  <a:pt x="133" y="148"/>
                  <a:pt x="127" y="147"/>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26" name="Freeform 419"/>
          <p:cNvSpPr>
            <a:spLocks/>
          </p:cNvSpPr>
          <p:nvPr/>
        </p:nvSpPr>
        <p:spPr bwMode="auto">
          <a:xfrm>
            <a:off x="4388743" y="4694809"/>
            <a:ext cx="266293" cy="340648"/>
          </a:xfrm>
          <a:custGeom>
            <a:avLst/>
            <a:gdLst>
              <a:gd name="T0" fmla="*/ 154 w 156"/>
              <a:gd name="T1" fmla="*/ 136 h 199"/>
              <a:gd name="T2" fmla="*/ 154 w 156"/>
              <a:gd name="T3" fmla="*/ 127 h 199"/>
              <a:gd name="T4" fmla="*/ 146 w 156"/>
              <a:gd name="T5" fmla="*/ 102 h 199"/>
              <a:gd name="T6" fmla="*/ 145 w 156"/>
              <a:gd name="T7" fmla="*/ 41 h 199"/>
              <a:gd name="T8" fmla="*/ 145 w 156"/>
              <a:gd name="T9" fmla="*/ 39 h 199"/>
              <a:gd name="T10" fmla="*/ 143 w 156"/>
              <a:gd name="T11" fmla="*/ 38 h 199"/>
              <a:gd name="T12" fmla="*/ 105 w 156"/>
              <a:gd name="T13" fmla="*/ 80 h 199"/>
              <a:gd name="T14" fmla="*/ 88 w 156"/>
              <a:gd name="T15" fmla="*/ 2 h 199"/>
              <a:gd name="T16" fmla="*/ 87 w 156"/>
              <a:gd name="T17" fmla="*/ 0 h 199"/>
              <a:gd name="T18" fmla="*/ 85 w 156"/>
              <a:gd name="T19" fmla="*/ 0 h 199"/>
              <a:gd name="T20" fmla="*/ 58 w 156"/>
              <a:gd name="T21" fmla="*/ 51 h 199"/>
              <a:gd name="T22" fmla="*/ 46 w 156"/>
              <a:gd name="T23" fmla="*/ 96 h 199"/>
              <a:gd name="T24" fmla="*/ 17 w 156"/>
              <a:gd name="T25" fmla="*/ 64 h 199"/>
              <a:gd name="T26" fmla="*/ 8 w 156"/>
              <a:gd name="T27" fmla="*/ 57 h 199"/>
              <a:gd name="T28" fmla="*/ 5 w 156"/>
              <a:gd name="T29" fmla="*/ 57 h 199"/>
              <a:gd name="T30" fmla="*/ 5 w 156"/>
              <a:gd name="T31" fmla="*/ 59 h 199"/>
              <a:gd name="T32" fmla="*/ 7 w 156"/>
              <a:gd name="T33" fmla="*/ 110 h 199"/>
              <a:gd name="T34" fmla="*/ 32 w 156"/>
              <a:gd name="T35" fmla="*/ 190 h 199"/>
              <a:gd name="T36" fmla="*/ 52 w 156"/>
              <a:gd name="T37" fmla="*/ 197 h 199"/>
              <a:gd name="T38" fmla="*/ 53 w 156"/>
              <a:gd name="T39" fmla="*/ 197 h 199"/>
              <a:gd name="T40" fmla="*/ 53 w 156"/>
              <a:gd name="T41" fmla="*/ 197 h 199"/>
              <a:gd name="T42" fmla="*/ 55 w 156"/>
              <a:gd name="T43" fmla="*/ 195 h 199"/>
              <a:gd name="T44" fmla="*/ 54 w 156"/>
              <a:gd name="T45" fmla="*/ 194 h 199"/>
              <a:gd name="T46" fmla="*/ 45 w 156"/>
              <a:gd name="T47" fmla="*/ 157 h 199"/>
              <a:gd name="T48" fmla="*/ 45 w 156"/>
              <a:gd name="T49" fmla="*/ 135 h 199"/>
              <a:gd name="T50" fmla="*/ 45 w 156"/>
              <a:gd name="T51" fmla="*/ 135 h 199"/>
              <a:gd name="T52" fmla="*/ 59 w 156"/>
              <a:gd name="T53" fmla="*/ 152 h 199"/>
              <a:gd name="T54" fmla="*/ 61 w 156"/>
              <a:gd name="T55" fmla="*/ 154 h 199"/>
              <a:gd name="T56" fmla="*/ 63 w 156"/>
              <a:gd name="T57" fmla="*/ 153 h 199"/>
              <a:gd name="T58" fmla="*/ 71 w 156"/>
              <a:gd name="T59" fmla="*/ 127 h 199"/>
              <a:gd name="T60" fmla="*/ 81 w 156"/>
              <a:gd name="T61" fmla="*/ 104 h 199"/>
              <a:gd name="T62" fmla="*/ 91 w 156"/>
              <a:gd name="T63" fmla="*/ 145 h 199"/>
              <a:gd name="T64" fmla="*/ 93 w 156"/>
              <a:gd name="T65" fmla="*/ 146 h 199"/>
              <a:gd name="T66" fmla="*/ 95 w 156"/>
              <a:gd name="T67" fmla="*/ 144 h 199"/>
              <a:gd name="T68" fmla="*/ 108 w 156"/>
              <a:gd name="T69" fmla="*/ 124 h 199"/>
              <a:gd name="T70" fmla="*/ 111 w 156"/>
              <a:gd name="T71" fmla="*/ 153 h 199"/>
              <a:gd name="T72" fmla="*/ 115 w 156"/>
              <a:gd name="T73" fmla="*/ 166 h 199"/>
              <a:gd name="T74" fmla="*/ 115 w 156"/>
              <a:gd name="T75" fmla="*/ 171 h 199"/>
              <a:gd name="T76" fmla="*/ 99 w 156"/>
              <a:gd name="T77" fmla="*/ 195 h 199"/>
              <a:gd name="T78" fmla="*/ 99 w 156"/>
              <a:gd name="T79" fmla="*/ 198 h 199"/>
              <a:gd name="T80" fmla="*/ 101 w 156"/>
              <a:gd name="T81" fmla="*/ 199 h 199"/>
              <a:gd name="T82" fmla="*/ 101 w 156"/>
              <a:gd name="T83" fmla="*/ 199 h 199"/>
              <a:gd name="T84" fmla="*/ 106 w 156"/>
              <a:gd name="T85" fmla="*/ 197 h 199"/>
              <a:gd name="T86" fmla="*/ 154 w 156"/>
              <a:gd name="T87" fmla="*/ 136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6" h="199">
                <a:moveTo>
                  <a:pt x="154" y="136"/>
                </a:moveTo>
                <a:cubicBezTo>
                  <a:pt x="155" y="133"/>
                  <a:pt x="154" y="130"/>
                  <a:pt x="154" y="127"/>
                </a:cubicBezTo>
                <a:cubicBezTo>
                  <a:pt x="152" y="119"/>
                  <a:pt x="149" y="110"/>
                  <a:pt x="146" y="102"/>
                </a:cubicBezTo>
                <a:cubicBezTo>
                  <a:pt x="138" y="81"/>
                  <a:pt x="129" y="59"/>
                  <a:pt x="145" y="41"/>
                </a:cubicBezTo>
                <a:cubicBezTo>
                  <a:pt x="145" y="40"/>
                  <a:pt x="145" y="40"/>
                  <a:pt x="145" y="39"/>
                </a:cubicBezTo>
                <a:cubicBezTo>
                  <a:pt x="145" y="38"/>
                  <a:pt x="144" y="38"/>
                  <a:pt x="143" y="38"/>
                </a:cubicBezTo>
                <a:cubicBezTo>
                  <a:pt x="118" y="42"/>
                  <a:pt x="108" y="67"/>
                  <a:pt x="105" y="80"/>
                </a:cubicBezTo>
                <a:cubicBezTo>
                  <a:pt x="93" y="58"/>
                  <a:pt x="88" y="35"/>
                  <a:pt x="88" y="2"/>
                </a:cubicBezTo>
                <a:cubicBezTo>
                  <a:pt x="88" y="1"/>
                  <a:pt x="88" y="0"/>
                  <a:pt x="87" y="0"/>
                </a:cubicBezTo>
                <a:cubicBezTo>
                  <a:pt x="87" y="0"/>
                  <a:pt x="86" y="0"/>
                  <a:pt x="85" y="0"/>
                </a:cubicBezTo>
                <a:cubicBezTo>
                  <a:pt x="66" y="12"/>
                  <a:pt x="62" y="32"/>
                  <a:pt x="58" y="51"/>
                </a:cubicBezTo>
                <a:cubicBezTo>
                  <a:pt x="58" y="69"/>
                  <a:pt x="54" y="83"/>
                  <a:pt x="46" y="96"/>
                </a:cubicBezTo>
                <a:cubicBezTo>
                  <a:pt x="41" y="80"/>
                  <a:pt x="29" y="72"/>
                  <a:pt x="17" y="64"/>
                </a:cubicBezTo>
                <a:cubicBezTo>
                  <a:pt x="14" y="62"/>
                  <a:pt x="11" y="59"/>
                  <a:pt x="8" y="57"/>
                </a:cubicBezTo>
                <a:cubicBezTo>
                  <a:pt x="7" y="57"/>
                  <a:pt x="6" y="57"/>
                  <a:pt x="5" y="57"/>
                </a:cubicBezTo>
                <a:cubicBezTo>
                  <a:pt x="5" y="58"/>
                  <a:pt x="4" y="59"/>
                  <a:pt x="5" y="59"/>
                </a:cubicBezTo>
                <a:cubicBezTo>
                  <a:pt x="10" y="75"/>
                  <a:pt x="8" y="93"/>
                  <a:pt x="7" y="110"/>
                </a:cubicBezTo>
                <a:cubicBezTo>
                  <a:pt x="4" y="140"/>
                  <a:pt x="0" y="170"/>
                  <a:pt x="32" y="190"/>
                </a:cubicBezTo>
                <a:cubicBezTo>
                  <a:pt x="39" y="193"/>
                  <a:pt x="45" y="195"/>
                  <a:pt x="52" y="197"/>
                </a:cubicBezTo>
                <a:cubicBezTo>
                  <a:pt x="53" y="197"/>
                  <a:pt x="53" y="197"/>
                  <a:pt x="53" y="197"/>
                </a:cubicBezTo>
                <a:cubicBezTo>
                  <a:pt x="53" y="197"/>
                  <a:pt x="53" y="197"/>
                  <a:pt x="53" y="197"/>
                </a:cubicBezTo>
                <a:cubicBezTo>
                  <a:pt x="54" y="197"/>
                  <a:pt x="55" y="197"/>
                  <a:pt x="55" y="195"/>
                </a:cubicBezTo>
                <a:cubicBezTo>
                  <a:pt x="55" y="195"/>
                  <a:pt x="55" y="194"/>
                  <a:pt x="54" y="194"/>
                </a:cubicBezTo>
                <a:cubicBezTo>
                  <a:pt x="42" y="185"/>
                  <a:pt x="43" y="171"/>
                  <a:pt x="45" y="157"/>
                </a:cubicBezTo>
                <a:cubicBezTo>
                  <a:pt x="45" y="150"/>
                  <a:pt x="46" y="142"/>
                  <a:pt x="45" y="135"/>
                </a:cubicBezTo>
                <a:cubicBezTo>
                  <a:pt x="45" y="135"/>
                  <a:pt x="45" y="135"/>
                  <a:pt x="45" y="135"/>
                </a:cubicBezTo>
                <a:cubicBezTo>
                  <a:pt x="52" y="139"/>
                  <a:pt x="58" y="144"/>
                  <a:pt x="59" y="152"/>
                </a:cubicBezTo>
                <a:cubicBezTo>
                  <a:pt x="60" y="153"/>
                  <a:pt x="60" y="154"/>
                  <a:pt x="61" y="154"/>
                </a:cubicBezTo>
                <a:cubicBezTo>
                  <a:pt x="62" y="154"/>
                  <a:pt x="62" y="154"/>
                  <a:pt x="63" y="153"/>
                </a:cubicBezTo>
                <a:cubicBezTo>
                  <a:pt x="69" y="145"/>
                  <a:pt x="71" y="137"/>
                  <a:pt x="71" y="127"/>
                </a:cubicBezTo>
                <a:cubicBezTo>
                  <a:pt x="73" y="118"/>
                  <a:pt x="75" y="110"/>
                  <a:pt x="81" y="104"/>
                </a:cubicBezTo>
                <a:cubicBezTo>
                  <a:pt x="81" y="117"/>
                  <a:pt x="83" y="131"/>
                  <a:pt x="91" y="145"/>
                </a:cubicBezTo>
                <a:cubicBezTo>
                  <a:pt x="92" y="146"/>
                  <a:pt x="92" y="146"/>
                  <a:pt x="93" y="146"/>
                </a:cubicBezTo>
                <a:cubicBezTo>
                  <a:pt x="94" y="146"/>
                  <a:pt x="95" y="145"/>
                  <a:pt x="95" y="144"/>
                </a:cubicBezTo>
                <a:cubicBezTo>
                  <a:pt x="96" y="140"/>
                  <a:pt x="99" y="129"/>
                  <a:pt x="108" y="124"/>
                </a:cubicBezTo>
                <a:cubicBezTo>
                  <a:pt x="103" y="133"/>
                  <a:pt x="107" y="144"/>
                  <a:pt x="111" y="153"/>
                </a:cubicBezTo>
                <a:cubicBezTo>
                  <a:pt x="113" y="158"/>
                  <a:pt x="114" y="162"/>
                  <a:pt x="115" y="166"/>
                </a:cubicBezTo>
                <a:cubicBezTo>
                  <a:pt x="115" y="167"/>
                  <a:pt x="115" y="169"/>
                  <a:pt x="115" y="171"/>
                </a:cubicBezTo>
                <a:cubicBezTo>
                  <a:pt x="116" y="180"/>
                  <a:pt x="111" y="188"/>
                  <a:pt x="99" y="195"/>
                </a:cubicBezTo>
                <a:cubicBezTo>
                  <a:pt x="99" y="196"/>
                  <a:pt x="98" y="197"/>
                  <a:pt x="99" y="198"/>
                </a:cubicBezTo>
                <a:cubicBezTo>
                  <a:pt x="99" y="198"/>
                  <a:pt x="100" y="199"/>
                  <a:pt x="101" y="199"/>
                </a:cubicBezTo>
                <a:cubicBezTo>
                  <a:pt x="101" y="199"/>
                  <a:pt x="101" y="199"/>
                  <a:pt x="101" y="199"/>
                </a:cubicBezTo>
                <a:cubicBezTo>
                  <a:pt x="103" y="198"/>
                  <a:pt x="104" y="198"/>
                  <a:pt x="106" y="197"/>
                </a:cubicBezTo>
                <a:cubicBezTo>
                  <a:pt x="140" y="180"/>
                  <a:pt x="156" y="160"/>
                  <a:pt x="154" y="136"/>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427" name="组合 426"/>
          <p:cNvGrpSpPr/>
          <p:nvPr/>
        </p:nvGrpSpPr>
        <p:grpSpPr>
          <a:xfrm>
            <a:off x="4353295" y="6331140"/>
            <a:ext cx="337189" cy="311251"/>
            <a:chOff x="8745538" y="2649538"/>
            <a:chExt cx="309563" cy="285750"/>
          </a:xfrm>
          <a:solidFill>
            <a:srgbClr val="707E84"/>
          </a:solidFill>
        </p:grpSpPr>
        <p:sp>
          <p:nvSpPr>
            <p:cNvPr id="428" name="Freeform 313"/>
            <p:cNvSpPr>
              <a:spLocks/>
            </p:cNvSpPr>
            <p:nvPr/>
          </p:nvSpPr>
          <p:spPr bwMode="auto">
            <a:xfrm>
              <a:off x="8745538" y="2649538"/>
              <a:ext cx="309563" cy="238125"/>
            </a:xfrm>
            <a:custGeom>
              <a:avLst/>
              <a:gdLst>
                <a:gd name="T0" fmla="*/ 197 w 198"/>
                <a:gd name="T1" fmla="*/ 0 h 152"/>
                <a:gd name="T2" fmla="*/ 195 w 198"/>
                <a:gd name="T3" fmla="*/ 0 h 152"/>
                <a:gd name="T4" fmla="*/ 1 w 198"/>
                <a:gd name="T5" fmla="*/ 99 h 152"/>
                <a:gd name="T6" fmla="*/ 0 w 198"/>
                <a:gd name="T7" fmla="*/ 101 h 152"/>
                <a:gd name="T8" fmla="*/ 2 w 198"/>
                <a:gd name="T9" fmla="*/ 103 h 152"/>
                <a:gd name="T10" fmla="*/ 67 w 198"/>
                <a:gd name="T11" fmla="*/ 124 h 152"/>
                <a:gd name="T12" fmla="*/ 68 w 198"/>
                <a:gd name="T13" fmla="*/ 123 h 152"/>
                <a:gd name="T14" fmla="*/ 158 w 198"/>
                <a:gd name="T15" fmla="*/ 42 h 152"/>
                <a:gd name="T16" fmla="*/ 87 w 198"/>
                <a:gd name="T17" fmla="*/ 127 h 152"/>
                <a:gd name="T18" fmla="*/ 86 w 198"/>
                <a:gd name="T19" fmla="*/ 129 h 152"/>
                <a:gd name="T20" fmla="*/ 88 w 198"/>
                <a:gd name="T21" fmla="*/ 130 h 152"/>
                <a:gd name="T22" fmla="*/ 160 w 198"/>
                <a:gd name="T23" fmla="*/ 152 h 152"/>
                <a:gd name="T24" fmla="*/ 160 w 198"/>
                <a:gd name="T25" fmla="*/ 152 h 152"/>
                <a:gd name="T26" fmla="*/ 161 w 198"/>
                <a:gd name="T27" fmla="*/ 152 h 152"/>
                <a:gd name="T28" fmla="*/ 162 w 198"/>
                <a:gd name="T29" fmla="*/ 151 h 152"/>
                <a:gd name="T30" fmla="*/ 198 w 198"/>
                <a:gd name="T31" fmla="*/ 2 h 152"/>
                <a:gd name="T32" fmla="*/ 197 w 198"/>
                <a:gd name="T33"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8" h="152">
                  <a:moveTo>
                    <a:pt x="197" y="0"/>
                  </a:moveTo>
                  <a:cubicBezTo>
                    <a:pt x="197" y="0"/>
                    <a:pt x="196" y="0"/>
                    <a:pt x="195" y="0"/>
                  </a:cubicBezTo>
                  <a:cubicBezTo>
                    <a:pt x="1" y="99"/>
                    <a:pt x="1" y="99"/>
                    <a:pt x="1" y="99"/>
                  </a:cubicBezTo>
                  <a:cubicBezTo>
                    <a:pt x="1" y="100"/>
                    <a:pt x="0" y="100"/>
                    <a:pt x="0" y="101"/>
                  </a:cubicBezTo>
                  <a:cubicBezTo>
                    <a:pt x="0" y="102"/>
                    <a:pt x="1" y="103"/>
                    <a:pt x="2" y="103"/>
                  </a:cubicBezTo>
                  <a:cubicBezTo>
                    <a:pt x="67" y="124"/>
                    <a:pt x="67" y="124"/>
                    <a:pt x="67" y="124"/>
                  </a:cubicBezTo>
                  <a:cubicBezTo>
                    <a:pt x="67" y="124"/>
                    <a:pt x="68" y="124"/>
                    <a:pt x="68" y="123"/>
                  </a:cubicBezTo>
                  <a:cubicBezTo>
                    <a:pt x="158" y="42"/>
                    <a:pt x="158" y="42"/>
                    <a:pt x="158" y="42"/>
                  </a:cubicBezTo>
                  <a:cubicBezTo>
                    <a:pt x="87" y="127"/>
                    <a:pt x="87" y="127"/>
                    <a:pt x="87" y="127"/>
                  </a:cubicBezTo>
                  <a:cubicBezTo>
                    <a:pt x="86" y="128"/>
                    <a:pt x="86" y="128"/>
                    <a:pt x="86" y="129"/>
                  </a:cubicBezTo>
                  <a:cubicBezTo>
                    <a:pt x="86" y="130"/>
                    <a:pt x="87" y="130"/>
                    <a:pt x="88" y="130"/>
                  </a:cubicBezTo>
                  <a:cubicBezTo>
                    <a:pt x="160" y="152"/>
                    <a:pt x="160" y="152"/>
                    <a:pt x="160" y="152"/>
                  </a:cubicBezTo>
                  <a:cubicBezTo>
                    <a:pt x="160" y="152"/>
                    <a:pt x="160" y="152"/>
                    <a:pt x="160" y="152"/>
                  </a:cubicBezTo>
                  <a:cubicBezTo>
                    <a:pt x="161" y="152"/>
                    <a:pt x="161" y="152"/>
                    <a:pt x="161" y="152"/>
                  </a:cubicBezTo>
                  <a:cubicBezTo>
                    <a:pt x="162" y="152"/>
                    <a:pt x="162" y="151"/>
                    <a:pt x="162" y="151"/>
                  </a:cubicBezTo>
                  <a:cubicBezTo>
                    <a:pt x="198" y="2"/>
                    <a:pt x="198" y="2"/>
                    <a:pt x="198" y="2"/>
                  </a:cubicBezTo>
                  <a:cubicBezTo>
                    <a:pt x="198" y="2"/>
                    <a:pt x="198" y="1"/>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 name="Freeform 314"/>
            <p:cNvSpPr>
              <a:spLocks/>
            </p:cNvSpPr>
            <p:nvPr/>
          </p:nvSpPr>
          <p:spPr bwMode="auto">
            <a:xfrm>
              <a:off x="8880476" y="2868613"/>
              <a:ext cx="36513" cy="66675"/>
            </a:xfrm>
            <a:custGeom>
              <a:avLst/>
              <a:gdLst>
                <a:gd name="T0" fmla="*/ 23 w 24"/>
                <a:gd name="T1" fmla="*/ 6 h 42"/>
                <a:gd name="T2" fmla="*/ 3 w 24"/>
                <a:gd name="T3" fmla="*/ 0 h 42"/>
                <a:gd name="T4" fmla="*/ 1 w 24"/>
                <a:gd name="T5" fmla="*/ 0 h 42"/>
                <a:gd name="T6" fmla="*/ 0 w 24"/>
                <a:gd name="T7" fmla="*/ 2 h 42"/>
                <a:gd name="T8" fmla="*/ 0 w 24"/>
                <a:gd name="T9" fmla="*/ 40 h 42"/>
                <a:gd name="T10" fmla="*/ 2 w 24"/>
                <a:gd name="T11" fmla="*/ 41 h 42"/>
                <a:gd name="T12" fmla="*/ 2 w 24"/>
                <a:gd name="T13" fmla="*/ 42 h 42"/>
                <a:gd name="T14" fmla="*/ 4 w 24"/>
                <a:gd name="T15" fmla="*/ 41 h 42"/>
                <a:gd name="T16" fmla="*/ 24 w 24"/>
                <a:gd name="T17" fmla="*/ 9 h 42"/>
                <a:gd name="T18" fmla="*/ 24 w 24"/>
                <a:gd name="T19" fmla="*/ 7 h 42"/>
                <a:gd name="T20" fmla="*/ 23 w 24"/>
                <a:gd name="T21" fmla="*/ 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42">
                  <a:moveTo>
                    <a:pt x="23" y="6"/>
                  </a:moveTo>
                  <a:cubicBezTo>
                    <a:pt x="3" y="0"/>
                    <a:pt x="3" y="0"/>
                    <a:pt x="3" y="0"/>
                  </a:cubicBezTo>
                  <a:cubicBezTo>
                    <a:pt x="2" y="0"/>
                    <a:pt x="1" y="0"/>
                    <a:pt x="1" y="0"/>
                  </a:cubicBezTo>
                  <a:cubicBezTo>
                    <a:pt x="0" y="1"/>
                    <a:pt x="0" y="1"/>
                    <a:pt x="0" y="2"/>
                  </a:cubicBezTo>
                  <a:cubicBezTo>
                    <a:pt x="0" y="40"/>
                    <a:pt x="0" y="40"/>
                    <a:pt x="0" y="40"/>
                  </a:cubicBezTo>
                  <a:cubicBezTo>
                    <a:pt x="0" y="40"/>
                    <a:pt x="1" y="41"/>
                    <a:pt x="2" y="41"/>
                  </a:cubicBezTo>
                  <a:cubicBezTo>
                    <a:pt x="2" y="42"/>
                    <a:pt x="2" y="42"/>
                    <a:pt x="2" y="42"/>
                  </a:cubicBezTo>
                  <a:cubicBezTo>
                    <a:pt x="3" y="42"/>
                    <a:pt x="3" y="41"/>
                    <a:pt x="4" y="41"/>
                  </a:cubicBezTo>
                  <a:cubicBezTo>
                    <a:pt x="24" y="9"/>
                    <a:pt x="24" y="9"/>
                    <a:pt x="24" y="9"/>
                  </a:cubicBezTo>
                  <a:cubicBezTo>
                    <a:pt x="24" y="9"/>
                    <a:pt x="24" y="8"/>
                    <a:pt x="24" y="7"/>
                  </a:cubicBezTo>
                  <a:cubicBezTo>
                    <a:pt x="24" y="7"/>
                    <a:pt x="23" y="6"/>
                    <a:pt x="2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430" name="Freeform 5"/>
          <p:cNvSpPr>
            <a:spLocks noEditPoints="1"/>
          </p:cNvSpPr>
          <p:nvPr/>
        </p:nvSpPr>
        <p:spPr bwMode="auto">
          <a:xfrm>
            <a:off x="7368070" y="5813829"/>
            <a:ext cx="414311" cy="379989"/>
          </a:xfrm>
          <a:custGeom>
            <a:avLst/>
            <a:gdLst>
              <a:gd name="T0" fmla="*/ 114 w 283"/>
              <a:gd name="T1" fmla="*/ 0 h 260"/>
              <a:gd name="T2" fmla="*/ 114 w 283"/>
              <a:gd name="T3" fmla="*/ 73 h 260"/>
              <a:gd name="T4" fmla="*/ 132 w 283"/>
              <a:gd name="T5" fmla="*/ 98 h 260"/>
              <a:gd name="T6" fmla="*/ 130 w 283"/>
              <a:gd name="T7" fmla="*/ 76 h 260"/>
              <a:gd name="T8" fmla="*/ 89 w 283"/>
              <a:gd name="T9" fmla="*/ 77 h 260"/>
              <a:gd name="T10" fmla="*/ 116 w 283"/>
              <a:gd name="T11" fmla="*/ 95 h 260"/>
              <a:gd name="T12" fmla="*/ 138 w 283"/>
              <a:gd name="T13" fmla="*/ 101 h 260"/>
              <a:gd name="T14" fmla="*/ 171 w 283"/>
              <a:gd name="T15" fmla="*/ 135 h 260"/>
              <a:gd name="T16" fmla="*/ 171 w 283"/>
              <a:gd name="T17" fmla="*/ 68 h 260"/>
              <a:gd name="T18" fmla="*/ 116 w 283"/>
              <a:gd name="T19" fmla="*/ 170 h 260"/>
              <a:gd name="T20" fmla="*/ 116 w 283"/>
              <a:gd name="T21" fmla="*/ 103 h 260"/>
              <a:gd name="T22" fmla="*/ 116 w 283"/>
              <a:gd name="T23" fmla="*/ 170 h 260"/>
              <a:gd name="T24" fmla="*/ 102 w 283"/>
              <a:gd name="T25" fmla="*/ 172 h 260"/>
              <a:gd name="T26" fmla="*/ 59 w 283"/>
              <a:gd name="T27" fmla="*/ 250 h 260"/>
              <a:gd name="T28" fmla="*/ 61 w 283"/>
              <a:gd name="T29" fmla="*/ 251 h 260"/>
              <a:gd name="T30" fmla="*/ 170 w 283"/>
              <a:gd name="T31" fmla="*/ 251 h 260"/>
              <a:gd name="T32" fmla="*/ 173 w 283"/>
              <a:gd name="T33" fmla="*/ 250 h 260"/>
              <a:gd name="T34" fmla="*/ 130 w 283"/>
              <a:gd name="T35" fmla="*/ 172 h 260"/>
              <a:gd name="T36" fmla="*/ 157 w 283"/>
              <a:gd name="T37" fmla="*/ 137 h 260"/>
              <a:gd name="T38" fmla="*/ 181 w 283"/>
              <a:gd name="T39" fmla="*/ 215 h 260"/>
              <a:gd name="T40" fmla="*/ 226 w 283"/>
              <a:gd name="T41" fmla="*/ 216 h 260"/>
              <a:gd name="T42" fmla="*/ 228 w 283"/>
              <a:gd name="T43" fmla="*/ 215 h 260"/>
              <a:gd name="T44" fmla="*/ 185 w 283"/>
              <a:gd name="T45" fmla="*/ 137 h 260"/>
              <a:gd name="T46" fmla="*/ 212 w 283"/>
              <a:gd name="T47" fmla="*/ 98 h 260"/>
              <a:gd name="T48" fmla="*/ 260 w 283"/>
              <a:gd name="T49" fmla="*/ 68 h 260"/>
              <a:gd name="T50" fmla="*/ 193 w 283"/>
              <a:gd name="T51" fmla="*/ 67 h 260"/>
              <a:gd name="T52" fmla="*/ 212 w 283"/>
              <a:gd name="T53" fmla="*/ 104 h 260"/>
              <a:gd name="T54" fmla="*/ 236 w 283"/>
              <a:gd name="T55" fmla="*/ 181 h 260"/>
              <a:gd name="T56" fmla="*/ 281 w 283"/>
              <a:gd name="T57" fmla="*/ 182 h 260"/>
              <a:gd name="T58" fmla="*/ 283 w 283"/>
              <a:gd name="T59" fmla="*/ 181 h 260"/>
              <a:gd name="T60" fmla="*/ 241 w 283"/>
              <a:gd name="T61" fmla="*/ 104 h 260"/>
              <a:gd name="T62" fmla="*/ 75 w 283"/>
              <a:gd name="T63" fmla="*/ 130 h 260"/>
              <a:gd name="T64" fmla="*/ 91 w 283"/>
              <a:gd name="T65" fmla="*/ 102 h 260"/>
              <a:gd name="T66" fmla="*/ 24 w 283"/>
              <a:gd name="T67" fmla="*/ 102 h 260"/>
              <a:gd name="T68" fmla="*/ 87 w 283"/>
              <a:gd name="T69" fmla="*/ 166 h 260"/>
              <a:gd name="T70" fmla="*/ 71 w 283"/>
              <a:gd name="T71" fmla="*/ 137 h 260"/>
              <a:gd name="T72" fmla="*/ 0 w 283"/>
              <a:gd name="T73" fmla="*/ 180 h 260"/>
              <a:gd name="T74" fmla="*/ 0 w 283"/>
              <a:gd name="T75" fmla="*/ 216 h 260"/>
              <a:gd name="T76" fmla="*/ 51 w 283"/>
              <a:gd name="T77" fmla="*/ 225 h 260"/>
              <a:gd name="T78" fmla="*/ 87 w 283"/>
              <a:gd name="T79" fmla="*/ 166 h 260"/>
              <a:gd name="T80" fmla="*/ 87 w 283"/>
              <a:gd name="T81" fmla="*/ 166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83" h="260">
                <a:moveTo>
                  <a:pt x="78" y="37"/>
                </a:moveTo>
                <a:cubicBezTo>
                  <a:pt x="78" y="17"/>
                  <a:pt x="94" y="0"/>
                  <a:pt x="114" y="0"/>
                </a:cubicBezTo>
                <a:cubicBezTo>
                  <a:pt x="134" y="0"/>
                  <a:pt x="150" y="17"/>
                  <a:pt x="150" y="37"/>
                </a:cubicBezTo>
                <a:cubicBezTo>
                  <a:pt x="150" y="57"/>
                  <a:pt x="134" y="73"/>
                  <a:pt x="114" y="73"/>
                </a:cubicBezTo>
                <a:cubicBezTo>
                  <a:pt x="94" y="73"/>
                  <a:pt x="78" y="57"/>
                  <a:pt x="78" y="37"/>
                </a:cubicBezTo>
                <a:close/>
                <a:moveTo>
                  <a:pt x="132" y="98"/>
                </a:moveTo>
                <a:cubicBezTo>
                  <a:pt x="132" y="90"/>
                  <a:pt x="135" y="83"/>
                  <a:pt x="139" y="77"/>
                </a:cubicBezTo>
                <a:cubicBezTo>
                  <a:pt x="136" y="76"/>
                  <a:pt x="133" y="76"/>
                  <a:pt x="130" y="76"/>
                </a:cubicBezTo>
                <a:cubicBezTo>
                  <a:pt x="99" y="76"/>
                  <a:pt x="99" y="76"/>
                  <a:pt x="99" y="76"/>
                </a:cubicBezTo>
                <a:cubicBezTo>
                  <a:pt x="95" y="76"/>
                  <a:pt x="92" y="76"/>
                  <a:pt x="89" y="77"/>
                </a:cubicBezTo>
                <a:cubicBezTo>
                  <a:pt x="94" y="83"/>
                  <a:pt x="97" y="91"/>
                  <a:pt x="97" y="99"/>
                </a:cubicBezTo>
                <a:cubicBezTo>
                  <a:pt x="102" y="96"/>
                  <a:pt x="109" y="95"/>
                  <a:pt x="116" y="95"/>
                </a:cubicBezTo>
                <a:cubicBezTo>
                  <a:pt x="121" y="95"/>
                  <a:pt x="127" y="96"/>
                  <a:pt x="132" y="98"/>
                </a:cubicBezTo>
                <a:close/>
                <a:moveTo>
                  <a:pt x="138" y="101"/>
                </a:moveTo>
                <a:cubicBezTo>
                  <a:pt x="148" y="108"/>
                  <a:pt x="156" y="119"/>
                  <a:pt x="157" y="132"/>
                </a:cubicBezTo>
                <a:cubicBezTo>
                  <a:pt x="161" y="134"/>
                  <a:pt x="166" y="135"/>
                  <a:pt x="171" y="135"/>
                </a:cubicBezTo>
                <a:cubicBezTo>
                  <a:pt x="190" y="135"/>
                  <a:pt x="205" y="120"/>
                  <a:pt x="205" y="102"/>
                </a:cubicBezTo>
                <a:cubicBezTo>
                  <a:pt x="205" y="83"/>
                  <a:pt x="190" y="68"/>
                  <a:pt x="171" y="68"/>
                </a:cubicBezTo>
                <a:cubicBezTo>
                  <a:pt x="153" y="68"/>
                  <a:pt x="138" y="83"/>
                  <a:pt x="138" y="101"/>
                </a:cubicBezTo>
                <a:close/>
                <a:moveTo>
                  <a:pt x="116" y="170"/>
                </a:moveTo>
                <a:cubicBezTo>
                  <a:pt x="134" y="170"/>
                  <a:pt x="149" y="155"/>
                  <a:pt x="149" y="136"/>
                </a:cubicBezTo>
                <a:cubicBezTo>
                  <a:pt x="149" y="118"/>
                  <a:pt x="134" y="103"/>
                  <a:pt x="116" y="103"/>
                </a:cubicBezTo>
                <a:cubicBezTo>
                  <a:pt x="97" y="103"/>
                  <a:pt x="82" y="118"/>
                  <a:pt x="82" y="136"/>
                </a:cubicBezTo>
                <a:cubicBezTo>
                  <a:pt x="82" y="155"/>
                  <a:pt x="97" y="170"/>
                  <a:pt x="116" y="170"/>
                </a:cubicBezTo>
                <a:close/>
                <a:moveTo>
                  <a:pt x="130" y="172"/>
                </a:moveTo>
                <a:cubicBezTo>
                  <a:pt x="102" y="172"/>
                  <a:pt x="102" y="172"/>
                  <a:pt x="102" y="172"/>
                </a:cubicBezTo>
                <a:cubicBezTo>
                  <a:pt x="78" y="172"/>
                  <a:pt x="59" y="191"/>
                  <a:pt x="59" y="215"/>
                </a:cubicBezTo>
                <a:cubicBezTo>
                  <a:pt x="59" y="250"/>
                  <a:pt x="59" y="250"/>
                  <a:pt x="59" y="250"/>
                </a:cubicBezTo>
                <a:cubicBezTo>
                  <a:pt x="59" y="250"/>
                  <a:pt x="59" y="250"/>
                  <a:pt x="59" y="250"/>
                </a:cubicBezTo>
                <a:cubicBezTo>
                  <a:pt x="61" y="251"/>
                  <a:pt x="61" y="251"/>
                  <a:pt x="61" y="251"/>
                </a:cubicBezTo>
                <a:cubicBezTo>
                  <a:pt x="84" y="258"/>
                  <a:pt x="103" y="260"/>
                  <a:pt x="119" y="260"/>
                </a:cubicBezTo>
                <a:cubicBezTo>
                  <a:pt x="151" y="260"/>
                  <a:pt x="169" y="251"/>
                  <a:pt x="170" y="251"/>
                </a:cubicBezTo>
                <a:cubicBezTo>
                  <a:pt x="173" y="250"/>
                  <a:pt x="173" y="250"/>
                  <a:pt x="173" y="250"/>
                </a:cubicBezTo>
                <a:cubicBezTo>
                  <a:pt x="173" y="250"/>
                  <a:pt x="173" y="250"/>
                  <a:pt x="173" y="250"/>
                </a:cubicBezTo>
                <a:cubicBezTo>
                  <a:pt x="173" y="215"/>
                  <a:pt x="173" y="215"/>
                  <a:pt x="173" y="215"/>
                </a:cubicBezTo>
                <a:cubicBezTo>
                  <a:pt x="173" y="191"/>
                  <a:pt x="154" y="172"/>
                  <a:pt x="130" y="172"/>
                </a:cubicBezTo>
                <a:close/>
                <a:moveTo>
                  <a:pt x="185" y="137"/>
                </a:moveTo>
                <a:cubicBezTo>
                  <a:pt x="157" y="137"/>
                  <a:pt x="157" y="137"/>
                  <a:pt x="157" y="137"/>
                </a:cubicBezTo>
                <a:cubicBezTo>
                  <a:pt x="157" y="149"/>
                  <a:pt x="152" y="159"/>
                  <a:pt x="144" y="166"/>
                </a:cubicBezTo>
                <a:cubicBezTo>
                  <a:pt x="165" y="172"/>
                  <a:pt x="181" y="192"/>
                  <a:pt x="181" y="215"/>
                </a:cubicBezTo>
                <a:cubicBezTo>
                  <a:pt x="181" y="226"/>
                  <a:pt x="181" y="226"/>
                  <a:pt x="181" y="226"/>
                </a:cubicBezTo>
                <a:cubicBezTo>
                  <a:pt x="209" y="225"/>
                  <a:pt x="225" y="217"/>
                  <a:pt x="226" y="216"/>
                </a:cubicBezTo>
                <a:cubicBezTo>
                  <a:pt x="228" y="215"/>
                  <a:pt x="228" y="215"/>
                  <a:pt x="228" y="215"/>
                </a:cubicBezTo>
                <a:cubicBezTo>
                  <a:pt x="228" y="215"/>
                  <a:pt x="228" y="215"/>
                  <a:pt x="228" y="215"/>
                </a:cubicBezTo>
                <a:cubicBezTo>
                  <a:pt x="228" y="180"/>
                  <a:pt x="228" y="180"/>
                  <a:pt x="228" y="180"/>
                </a:cubicBezTo>
                <a:cubicBezTo>
                  <a:pt x="228" y="157"/>
                  <a:pt x="209" y="137"/>
                  <a:pt x="185" y="137"/>
                </a:cubicBezTo>
                <a:close/>
                <a:moveTo>
                  <a:pt x="193" y="67"/>
                </a:moveTo>
                <a:cubicBezTo>
                  <a:pt x="203" y="74"/>
                  <a:pt x="211" y="85"/>
                  <a:pt x="212" y="98"/>
                </a:cubicBezTo>
                <a:cubicBezTo>
                  <a:pt x="217" y="100"/>
                  <a:pt x="221" y="101"/>
                  <a:pt x="226" y="101"/>
                </a:cubicBezTo>
                <a:cubicBezTo>
                  <a:pt x="245" y="101"/>
                  <a:pt x="260" y="86"/>
                  <a:pt x="260" y="68"/>
                </a:cubicBezTo>
                <a:cubicBezTo>
                  <a:pt x="260" y="49"/>
                  <a:pt x="245" y="34"/>
                  <a:pt x="226" y="34"/>
                </a:cubicBezTo>
                <a:cubicBezTo>
                  <a:pt x="208" y="34"/>
                  <a:pt x="193" y="49"/>
                  <a:pt x="193" y="67"/>
                </a:cubicBezTo>
                <a:close/>
                <a:moveTo>
                  <a:pt x="241" y="104"/>
                </a:moveTo>
                <a:cubicBezTo>
                  <a:pt x="212" y="104"/>
                  <a:pt x="212" y="104"/>
                  <a:pt x="212" y="104"/>
                </a:cubicBezTo>
                <a:cubicBezTo>
                  <a:pt x="212" y="115"/>
                  <a:pt x="207" y="125"/>
                  <a:pt x="200" y="132"/>
                </a:cubicBezTo>
                <a:cubicBezTo>
                  <a:pt x="221" y="139"/>
                  <a:pt x="236" y="158"/>
                  <a:pt x="236" y="181"/>
                </a:cubicBezTo>
                <a:cubicBezTo>
                  <a:pt x="236" y="192"/>
                  <a:pt x="236" y="192"/>
                  <a:pt x="236" y="192"/>
                </a:cubicBezTo>
                <a:cubicBezTo>
                  <a:pt x="264" y="191"/>
                  <a:pt x="280" y="183"/>
                  <a:pt x="281" y="182"/>
                </a:cubicBezTo>
                <a:cubicBezTo>
                  <a:pt x="283" y="181"/>
                  <a:pt x="283" y="181"/>
                  <a:pt x="283" y="181"/>
                </a:cubicBezTo>
                <a:cubicBezTo>
                  <a:pt x="283" y="181"/>
                  <a:pt x="283" y="181"/>
                  <a:pt x="283" y="181"/>
                </a:cubicBezTo>
                <a:cubicBezTo>
                  <a:pt x="283" y="147"/>
                  <a:pt x="283" y="147"/>
                  <a:pt x="283" y="147"/>
                </a:cubicBezTo>
                <a:cubicBezTo>
                  <a:pt x="283" y="123"/>
                  <a:pt x="264" y="104"/>
                  <a:pt x="241" y="104"/>
                </a:cubicBezTo>
                <a:close/>
                <a:moveTo>
                  <a:pt x="57" y="135"/>
                </a:moveTo>
                <a:cubicBezTo>
                  <a:pt x="64" y="135"/>
                  <a:pt x="70" y="133"/>
                  <a:pt x="75" y="130"/>
                </a:cubicBezTo>
                <a:cubicBezTo>
                  <a:pt x="77" y="119"/>
                  <a:pt x="82" y="110"/>
                  <a:pt x="90" y="103"/>
                </a:cubicBezTo>
                <a:cubicBezTo>
                  <a:pt x="90" y="103"/>
                  <a:pt x="91" y="102"/>
                  <a:pt x="91" y="102"/>
                </a:cubicBezTo>
                <a:cubicBezTo>
                  <a:pt x="91" y="83"/>
                  <a:pt x="76" y="68"/>
                  <a:pt x="57" y="68"/>
                </a:cubicBezTo>
                <a:cubicBezTo>
                  <a:pt x="39" y="68"/>
                  <a:pt x="24" y="83"/>
                  <a:pt x="24" y="102"/>
                </a:cubicBezTo>
                <a:cubicBezTo>
                  <a:pt x="24" y="120"/>
                  <a:pt x="39" y="135"/>
                  <a:pt x="57" y="135"/>
                </a:cubicBezTo>
                <a:close/>
                <a:moveTo>
                  <a:pt x="87" y="166"/>
                </a:moveTo>
                <a:cubicBezTo>
                  <a:pt x="80" y="159"/>
                  <a:pt x="75" y="149"/>
                  <a:pt x="74" y="138"/>
                </a:cubicBezTo>
                <a:cubicBezTo>
                  <a:pt x="73" y="137"/>
                  <a:pt x="72" y="137"/>
                  <a:pt x="71" y="137"/>
                </a:cubicBezTo>
                <a:cubicBezTo>
                  <a:pt x="43" y="137"/>
                  <a:pt x="43" y="137"/>
                  <a:pt x="43" y="137"/>
                </a:cubicBezTo>
                <a:cubicBezTo>
                  <a:pt x="19" y="137"/>
                  <a:pt x="0" y="157"/>
                  <a:pt x="0" y="180"/>
                </a:cubicBezTo>
                <a:cubicBezTo>
                  <a:pt x="0" y="215"/>
                  <a:pt x="0" y="215"/>
                  <a:pt x="0" y="215"/>
                </a:cubicBezTo>
                <a:cubicBezTo>
                  <a:pt x="0" y="216"/>
                  <a:pt x="0" y="216"/>
                  <a:pt x="0" y="216"/>
                </a:cubicBezTo>
                <a:cubicBezTo>
                  <a:pt x="2" y="216"/>
                  <a:pt x="2" y="216"/>
                  <a:pt x="2" y="216"/>
                </a:cubicBezTo>
                <a:cubicBezTo>
                  <a:pt x="21" y="222"/>
                  <a:pt x="37" y="225"/>
                  <a:pt x="51" y="225"/>
                </a:cubicBezTo>
                <a:cubicBezTo>
                  <a:pt x="51" y="215"/>
                  <a:pt x="51" y="215"/>
                  <a:pt x="51" y="215"/>
                </a:cubicBezTo>
                <a:cubicBezTo>
                  <a:pt x="51" y="192"/>
                  <a:pt x="66" y="172"/>
                  <a:pt x="87" y="166"/>
                </a:cubicBezTo>
                <a:close/>
                <a:moveTo>
                  <a:pt x="87" y="166"/>
                </a:moveTo>
                <a:cubicBezTo>
                  <a:pt x="87" y="166"/>
                  <a:pt x="87" y="166"/>
                  <a:pt x="87" y="166"/>
                </a:cubicBezTo>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431" name="组合 430"/>
          <p:cNvGrpSpPr/>
          <p:nvPr/>
        </p:nvGrpSpPr>
        <p:grpSpPr>
          <a:xfrm>
            <a:off x="6888214" y="4660894"/>
            <a:ext cx="363151" cy="365488"/>
            <a:chOff x="5745163" y="5881688"/>
            <a:chExt cx="739775" cy="744537"/>
          </a:xfrm>
          <a:solidFill>
            <a:srgbClr val="707E84"/>
          </a:solidFill>
        </p:grpSpPr>
        <p:sp>
          <p:nvSpPr>
            <p:cNvPr id="432" name="Freeform 13"/>
            <p:cNvSpPr>
              <a:spLocks noEditPoints="1"/>
            </p:cNvSpPr>
            <p:nvPr/>
          </p:nvSpPr>
          <p:spPr bwMode="auto">
            <a:xfrm>
              <a:off x="5745163" y="5956300"/>
              <a:ext cx="668337" cy="669925"/>
            </a:xfrm>
            <a:custGeom>
              <a:avLst/>
              <a:gdLst>
                <a:gd name="T0" fmla="*/ 129 w 259"/>
                <a:gd name="T1" fmla="*/ 260 h 260"/>
                <a:gd name="T2" fmla="*/ 259 w 259"/>
                <a:gd name="T3" fmla="*/ 130 h 260"/>
                <a:gd name="T4" fmla="*/ 243 w 259"/>
                <a:gd name="T5" fmla="*/ 69 h 260"/>
                <a:gd name="T6" fmla="*/ 240 w 259"/>
                <a:gd name="T7" fmla="*/ 69 h 260"/>
                <a:gd name="T8" fmla="*/ 238 w 259"/>
                <a:gd name="T9" fmla="*/ 69 h 260"/>
                <a:gd name="T10" fmla="*/ 222 w 259"/>
                <a:gd name="T11" fmla="*/ 68 h 260"/>
                <a:gd name="T12" fmla="*/ 210 w 259"/>
                <a:gd name="T13" fmla="*/ 80 h 260"/>
                <a:gd name="T14" fmla="*/ 224 w 259"/>
                <a:gd name="T15" fmla="*/ 130 h 260"/>
                <a:gd name="T16" fmla="*/ 129 w 259"/>
                <a:gd name="T17" fmla="*/ 225 h 260"/>
                <a:gd name="T18" fmla="*/ 34 w 259"/>
                <a:gd name="T19" fmla="*/ 130 h 260"/>
                <a:gd name="T20" fmla="*/ 129 w 259"/>
                <a:gd name="T21" fmla="*/ 35 h 260"/>
                <a:gd name="T22" fmla="*/ 179 w 259"/>
                <a:gd name="T23" fmla="*/ 49 h 260"/>
                <a:gd name="T24" fmla="*/ 190 w 259"/>
                <a:gd name="T25" fmla="*/ 38 h 260"/>
                <a:gd name="T26" fmla="*/ 189 w 259"/>
                <a:gd name="T27" fmla="*/ 19 h 260"/>
                <a:gd name="T28" fmla="*/ 189 w 259"/>
                <a:gd name="T29" fmla="*/ 15 h 260"/>
                <a:gd name="T30" fmla="*/ 129 w 259"/>
                <a:gd name="T31" fmla="*/ 0 h 260"/>
                <a:gd name="T32" fmla="*/ 0 w 259"/>
                <a:gd name="T33" fmla="*/ 130 h 260"/>
                <a:gd name="T34" fmla="*/ 129 w 259"/>
                <a:gd name="T35" fmla="*/ 260 h 260"/>
                <a:gd name="T36" fmla="*/ 129 w 259"/>
                <a:gd name="T37" fmla="*/ 260 h 260"/>
                <a:gd name="T38" fmla="*/ 129 w 259"/>
                <a:gd name="T39" fmla="*/ 260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9" h="260">
                  <a:moveTo>
                    <a:pt x="129" y="260"/>
                  </a:moveTo>
                  <a:cubicBezTo>
                    <a:pt x="201" y="260"/>
                    <a:pt x="259" y="202"/>
                    <a:pt x="259" y="130"/>
                  </a:cubicBezTo>
                  <a:cubicBezTo>
                    <a:pt x="259" y="108"/>
                    <a:pt x="253" y="87"/>
                    <a:pt x="243" y="69"/>
                  </a:cubicBezTo>
                  <a:cubicBezTo>
                    <a:pt x="242" y="69"/>
                    <a:pt x="241" y="69"/>
                    <a:pt x="240" y="69"/>
                  </a:cubicBezTo>
                  <a:cubicBezTo>
                    <a:pt x="240" y="69"/>
                    <a:pt x="239" y="69"/>
                    <a:pt x="238" y="69"/>
                  </a:cubicBezTo>
                  <a:cubicBezTo>
                    <a:pt x="222" y="68"/>
                    <a:pt x="222" y="68"/>
                    <a:pt x="222" y="68"/>
                  </a:cubicBezTo>
                  <a:cubicBezTo>
                    <a:pt x="210" y="80"/>
                    <a:pt x="210" y="80"/>
                    <a:pt x="210" y="80"/>
                  </a:cubicBezTo>
                  <a:cubicBezTo>
                    <a:pt x="219" y="94"/>
                    <a:pt x="224" y="112"/>
                    <a:pt x="224" y="130"/>
                  </a:cubicBezTo>
                  <a:cubicBezTo>
                    <a:pt x="224" y="183"/>
                    <a:pt x="182" y="225"/>
                    <a:pt x="129" y="225"/>
                  </a:cubicBezTo>
                  <a:cubicBezTo>
                    <a:pt x="77" y="225"/>
                    <a:pt x="34" y="183"/>
                    <a:pt x="34" y="130"/>
                  </a:cubicBezTo>
                  <a:cubicBezTo>
                    <a:pt x="34" y="77"/>
                    <a:pt x="76" y="35"/>
                    <a:pt x="129" y="35"/>
                  </a:cubicBezTo>
                  <a:cubicBezTo>
                    <a:pt x="147" y="35"/>
                    <a:pt x="165" y="40"/>
                    <a:pt x="179" y="49"/>
                  </a:cubicBezTo>
                  <a:cubicBezTo>
                    <a:pt x="190" y="38"/>
                    <a:pt x="190" y="38"/>
                    <a:pt x="190" y="38"/>
                  </a:cubicBezTo>
                  <a:cubicBezTo>
                    <a:pt x="189" y="19"/>
                    <a:pt x="189" y="19"/>
                    <a:pt x="189" y="19"/>
                  </a:cubicBezTo>
                  <a:cubicBezTo>
                    <a:pt x="188" y="18"/>
                    <a:pt x="188" y="16"/>
                    <a:pt x="189" y="15"/>
                  </a:cubicBezTo>
                  <a:cubicBezTo>
                    <a:pt x="171" y="6"/>
                    <a:pt x="151" y="0"/>
                    <a:pt x="129" y="0"/>
                  </a:cubicBezTo>
                  <a:cubicBezTo>
                    <a:pt x="58" y="0"/>
                    <a:pt x="0" y="58"/>
                    <a:pt x="0" y="130"/>
                  </a:cubicBezTo>
                  <a:cubicBezTo>
                    <a:pt x="0" y="202"/>
                    <a:pt x="58" y="260"/>
                    <a:pt x="129" y="260"/>
                  </a:cubicBezTo>
                  <a:close/>
                  <a:moveTo>
                    <a:pt x="129" y="260"/>
                  </a:moveTo>
                  <a:cubicBezTo>
                    <a:pt x="129" y="260"/>
                    <a:pt x="129" y="260"/>
                    <a:pt x="129" y="26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 name="Freeform 14"/>
            <p:cNvSpPr>
              <a:spLocks noEditPoints="1"/>
            </p:cNvSpPr>
            <p:nvPr/>
          </p:nvSpPr>
          <p:spPr bwMode="auto">
            <a:xfrm>
              <a:off x="5913438" y="6126163"/>
              <a:ext cx="330200" cy="330200"/>
            </a:xfrm>
            <a:custGeom>
              <a:avLst/>
              <a:gdLst>
                <a:gd name="T0" fmla="*/ 64 w 128"/>
                <a:gd name="T1" fmla="*/ 31 h 128"/>
                <a:gd name="T2" fmla="*/ 67 w 128"/>
                <a:gd name="T3" fmla="*/ 31 h 128"/>
                <a:gd name="T4" fmla="*/ 91 w 128"/>
                <a:gd name="T5" fmla="*/ 7 h 128"/>
                <a:gd name="T6" fmla="*/ 91 w 128"/>
                <a:gd name="T7" fmla="*/ 6 h 128"/>
                <a:gd name="T8" fmla="*/ 64 w 128"/>
                <a:gd name="T9" fmla="*/ 0 h 128"/>
                <a:gd name="T10" fmla="*/ 0 w 128"/>
                <a:gd name="T11" fmla="*/ 64 h 128"/>
                <a:gd name="T12" fmla="*/ 64 w 128"/>
                <a:gd name="T13" fmla="*/ 128 h 128"/>
                <a:gd name="T14" fmla="*/ 128 w 128"/>
                <a:gd name="T15" fmla="*/ 64 h 128"/>
                <a:gd name="T16" fmla="*/ 122 w 128"/>
                <a:gd name="T17" fmla="*/ 37 h 128"/>
                <a:gd name="T18" fmla="*/ 121 w 128"/>
                <a:gd name="T19" fmla="*/ 38 h 128"/>
                <a:gd name="T20" fmla="*/ 97 w 128"/>
                <a:gd name="T21" fmla="*/ 61 h 128"/>
                <a:gd name="T22" fmla="*/ 98 w 128"/>
                <a:gd name="T23" fmla="*/ 64 h 128"/>
                <a:gd name="T24" fmla="*/ 64 w 128"/>
                <a:gd name="T25" fmla="*/ 98 h 128"/>
                <a:gd name="T26" fmla="*/ 31 w 128"/>
                <a:gd name="T27" fmla="*/ 64 h 128"/>
                <a:gd name="T28" fmla="*/ 64 w 128"/>
                <a:gd name="T29" fmla="*/ 31 h 128"/>
                <a:gd name="T30" fmla="*/ 64 w 128"/>
                <a:gd name="T31" fmla="*/ 31 h 128"/>
                <a:gd name="T32" fmla="*/ 64 w 128"/>
                <a:gd name="T33" fmla="*/ 3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8" h="128">
                  <a:moveTo>
                    <a:pt x="64" y="31"/>
                  </a:moveTo>
                  <a:cubicBezTo>
                    <a:pt x="65" y="31"/>
                    <a:pt x="66" y="31"/>
                    <a:pt x="67" y="31"/>
                  </a:cubicBezTo>
                  <a:cubicBezTo>
                    <a:pt x="91" y="7"/>
                    <a:pt x="91" y="7"/>
                    <a:pt x="91" y="7"/>
                  </a:cubicBezTo>
                  <a:cubicBezTo>
                    <a:pt x="91" y="6"/>
                    <a:pt x="91" y="6"/>
                    <a:pt x="91" y="6"/>
                  </a:cubicBezTo>
                  <a:cubicBezTo>
                    <a:pt x="83" y="2"/>
                    <a:pt x="74" y="0"/>
                    <a:pt x="64" y="0"/>
                  </a:cubicBezTo>
                  <a:cubicBezTo>
                    <a:pt x="29" y="0"/>
                    <a:pt x="0" y="29"/>
                    <a:pt x="0" y="64"/>
                  </a:cubicBezTo>
                  <a:cubicBezTo>
                    <a:pt x="0" y="99"/>
                    <a:pt x="29" y="128"/>
                    <a:pt x="64" y="128"/>
                  </a:cubicBezTo>
                  <a:cubicBezTo>
                    <a:pt x="99" y="128"/>
                    <a:pt x="128" y="99"/>
                    <a:pt x="128" y="64"/>
                  </a:cubicBezTo>
                  <a:cubicBezTo>
                    <a:pt x="128" y="54"/>
                    <a:pt x="126" y="45"/>
                    <a:pt x="122" y="37"/>
                  </a:cubicBezTo>
                  <a:cubicBezTo>
                    <a:pt x="121" y="38"/>
                    <a:pt x="121" y="38"/>
                    <a:pt x="121" y="38"/>
                  </a:cubicBezTo>
                  <a:cubicBezTo>
                    <a:pt x="97" y="61"/>
                    <a:pt x="97" y="61"/>
                    <a:pt x="97" y="61"/>
                  </a:cubicBezTo>
                  <a:cubicBezTo>
                    <a:pt x="97" y="62"/>
                    <a:pt x="98" y="63"/>
                    <a:pt x="98" y="64"/>
                  </a:cubicBezTo>
                  <a:cubicBezTo>
                    <a:pt x="98" y="83"/>
                    <a:pt x="83" y="98"/>
                    <a:pt x="64" y="98"/>
                  </a:cubicBezTo>
                  <a:cubicBezTo>
                    <a:pt x="46" y="98"/>
                    <a:pt x="31" y="83"/>
                    <a:pt x="31" y="64"/>
                  </a:cubicBezTo>
                  <a:cubicBezTo>
                    <a:pt x="31" y="46"/>
                    <a:pt x="46" y="31"/>
                    <a:pt x="64" y="31"/>
                  </a:cubicBezTo>
                  <a:close/>
                  <a:moveTo>
                    <a:pt x="64" y="31"/>
                  </a:moveTo>
                  <a:cubicBezTo>
                    <a:pt x="64" y="31"/>
                    <a:pt x="64" y="31"/>
                    <a:pt x="64" y="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 name="Freeform 15"/>
            <p:cNvSpPr>
              <a:spLocks noEditPoints="1"/>
            </p:cNvSpPr>
            <p:nvPr/>
          </p:nvSpPr>
          <p:spPr bwMode="auto">
            <a:xfrm>
              <a:off x="6078538" y="5881688"/>
              <a:ext cx="406400" cy="407988"/>
            </a:xfrm>
            <a:custGeom>
              <a:avLst/>
              <a:gdLst>
                <a:gd name="T0" fmla="*/ 134 w 158"/>
                <a:gd name="T1" fmla="*/ 43 h 158"/>
                <a:gd name="T2" fmla="*/ 141 w 158"/>
                <a:gd name="T3" fmla="*/ 36 h 158"/>
                <a:gd name="T4" fmla="*/ 141 w 158"/>
                <a:gd name="T5" fmla="*/ 23 h 158"/>
                <a:gd name="T6" fmla="*/ 136 w 158"/>
                <a:gd name="T7" fmla="*/ 18 h 158"/>
                <a:gd name="T8" fmla="*/ 130 w 158"/>
                <a:gd name="T9" fmla="*/ 15 h 158"/>
                <a:gd name="T10" fmla="*/ 123 w 158"/>
                <a:gd name="T11" fmla="*/ 18 h 158"/>
                <a:gd name="T12" fmla="*/ 115 w 158"/>
                <a:gd name="T13" fmla="*/ 27 h 158"/>
                <a:gd name="T14" fmla="*/ 113 w 158"/>
                <a:gd name="T15" fmla="*/ 3 h 158"/>
                <a:gd name="T16" fmla="*/ 110 w 158"/>
                <a:gd name="T17" fmla="*/ 0 h 158"/>
                <a:gd name="T18" fmla="*/ 108 w 158"/>
                <a:gd name="T19" fmla="*/ 1 h 158"/>
                <a:gd name="T20" fmla="*/ 73 w 158"/>
                <a:gd name="T21" fmla="*/ 36 h 158"/>
                <a:gd name="T22" fmla="*/ 69 w 158"/>
                <a:gd name="T23" fmla="*/ 48 h 158"/>
                <a:gd name="T24" fmla="*/ 69 w 158"/>
                <a:gd name="T25" fmla="*/ 49 h 158"/>
                <a:gd name="T26" fmla="*/ 70 w 158"/>
                <a:gd name="T27" fmla="*/ 71 h 158"/>
                <a:gd name="T28" fmla="*/ 58 w 158"/>
                <a:gd name="T29" fmla="*/ 83 h 158"/>
                <a:gd name="T30" fmla="*/ 35 w 158"/>
                <a:gd name="T31" fmla="*/ 106 h 158"/>
                <a:gd name="T32" fmla="*/ 35 w 158"/>
                <a:gd name="T33" fmla="*/ 106 h 158"/>
                <a:gd name="T34" fmla="*/ 13 w 158"/>
                <a:gd name="T35" fmla="*/ 128 h 158"/>
                <a:gd name="T36" fmla="*/ 3 w 158"/>
                <a:gd name="T37" fmla="*/ 138 h 158"/>
                <a:gd name="T38" fmla="*/ 1 w 158"/>
                <a:gd name="T39" fmla="*/ 143 h 158"/>
                <a:gd name="T40" fmla="*/ 0 w 158"/>
                <a:gd name="T41" fmla="*/ 150 h 158"/>
                <a:gd name="T42" fmla="*/ 8 w 158"/>
                <a:gd name="T43" fmla="*/ 158 h 158"/>
                <a:gd name="T44" fmla="*/ 8 w 158"/>
                <a:gd name="T45" fmla="*/ 158 h 158"/>
                <a:gd name="T46" fmla="*/ 16 w 158"/>
                <a:gd name="T47" fmla="*/ 158 h 158"/>
                <a:gd name="T48" fmla="*/ 21 w 158"/>
                <a:gd name="T49" fmla="*/ 156 h 158"/>
                <a:gd name="T50" fmla="*/ 89 w 158"/>
                <a:gd name="T51" fmla="*/ 88 h 158"/>
                <a:gd name="T52" fmla="*/ 109 w 158"/>
                <a:gd name="T53" fmla="*/ 89 h 158"/>
                <a:gd name="T54" fmla="*/ 110 w 158"/>
                <a:gd name="T55" fmla="*/ 89 h 158"/>
                <a:gd name="T56" fmla="*/ 111 w 158"/>
                <a:gd name="T57" fmla="*/ 89 h 158"/>
                <a:gd name="T58" fmla="*/ 122 w 158"/>
                <a:gd name="T59" fmla="*/ 85 h 158"/>
                <a:gd name="T60" fmla="*/ 157 w 158"/>
                <a:gd name="T61" fmla="*/ 50 h 158"/>
                <a:gd name="T62" fmla="*/ 155 w 158"/>
                <a:gd name="T63" fmla="*/ 45 h 158"/>
                <a:gd name="T64" fmla="*/ 134 w 158"/>
                <a:gd name="T65" fmla="*/ 43 h 158"/>
                <a:gd name="T66" fmla="*/ 134 w 158"/>
                <a:gd name="T67" fmla="*/ 43 h 158"/>
                <a:gd name="T68" fmla="*/ 134 w 158"/>
                <a:gd name="T69" fmla="*/ 4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8" h="158">
                  <a:moveTo>
                    <a:pt x="134" y="43"/>
                  </a:moveTo>
                  <a:cubicBezTo>
                    <a:pt x="141" y="36"/>
                    <a:pt x="141" y="36"/>
                    <a:pt x="141" y="36"/>
                  </a:cubicBezTo>
                  <a:cubicBezTo>
                    <a:pt x="145" y="32"/>
                    <a:pt x="145" y="27"/>
                    <a:pt x="141" y="23"/>
                  </a:cubicBezTo>
                  <a:cubicBezTo>
                    <a:pt x="136" y="18"/>
                    <a:pt x="136" y="18"/>
                    <a:pt x="136" y="18"/>
                  </a:cubicBezTo>
                  <a:cubicBezTo>
                    <a:pt x="134" y="16"/>
                    <a:pt x="132" y="15"/>
                    <a:pt x="130" y="15"/>
                  </a:cubicBezTo>
                  <a:cubicBezTo>
                    <a:pt x="127" y="15"/>
                    <a:pt x="125" y="16"/>
                    <a:pt x="123" y="18"/>
                  </a:cubicBezTo>
                  <a:cubicBezTo>
                    <a:pt x="115" y="27"/>
                    <a:pt x="115" y="27"/>
                    <a:pt x="115" y="27"/>
                  </a:cubicBezTo>
                  <a:cubicBezTo>
                    <a:pt x="113" y="3"/>
                    <a:pt x="113" y="3"/>
                    <a:pt x="113" y="3"/>
                  </a:cubicBezTo>
                  <a:cubicBezTo>
                    <a:pt x="113" y="1"/>
                    <a:pt x="111" y="0"/>
                    <a:pt x="110" y="0"/>
                  </a:cubicBezTo>
                  <a:cubicBezTo>
                    <a:pt x="109" y="0"/>
                    <a:pt x="108" y="1"/>
                    <a:pt x="108" y="1"/>
                  </a:cubicBezTo>
                  <a:cubicBezTo>
                    <a:pt x="73" y="36"/>
                    <a:pt x="73" y="36"/>
                    <a:pt x="73" y="36"/>
                  </a:cubicBezTo>
                  <a:cubicBezTo>
                    <a:pt x="70" y="39"/>
                    <a:pt x="68" y="43"/>
                    <a:pt x="69" y="48"/>
                  </a:cubicBezTo>
                  <a:cubicBezTo>
                    <a:pt x="69" y="49"/>
                    <a:pt x="69" y="49"/>
                    <a:pt x="69" y="49"/>
                  </a:cubicBezTo>
                  <a:cubicBezTo>
                    <a:pt x="70" y="71"/>
                    <a:pt x="70" y="71"/>
                    <a:pt x="70" y="71"/>
                  </a:cubicBezTo>
                  <a:cubicBezTo>
                    <a:pt x="58" y="83"/>
                    <a:pt x="58" y="83"/>
                    <a:pt x="58" y="83"/>
                  </a:cubicBezTo>
                  <a:cubicBezTo>
                    <a:pt x="35" y="106"/>
                    <a:pt x="35" y="106"/>
                    <a:pt x="35" y="106"/>
                  </a:cubicBezTo>
                  <a:cubicBezTo>
                    <a:pt x="35" y="106"/>
                    <a:pt x="35" y="106"/>
                    <a:pt x="35" y="106"/>
                  </a:cubicBezTo>
                  <a:cubicBezTo>
                    <a:pt x="13" y="128"/>
                    <a:pt x="13" y="128"/>
                    <a:pt x="13" y="128"/>
                  </a:cubicBezTo>
                  <a:cubicBezTo>
                    <a:pt x="3" y="138"/>
                    <a:pt x="3" y="138"/>
                    <a:pt x="3" y="138"/>
                  </a:cubicBezTo>
                  <a:cubicBezTo>
                    <a:pt x="2" y="139"/>
                    <a:pt x="1" y="141"/>
                    <a:pt x="1" y="143"/>
                  </a:cubicBezTo>
                  <a:cubicBezTo>
                    <a:pt x="0" y="150"/>
                    <a:pt x="0" y="150"/>
                    <a:pt x="0" y="150"/>
                  </a:cubicBezTo>
                  <a:cubicBezTo>
                    <a:pt x="0" y="155"/>
                    <a:pt x="4" y="158"/>
                    <a:pt x="8" y="158"/>
                  </a:cubicBezTo>
                  <a:cubicBezTo>
                    <a:pt x="8" y="158"/>
                    <a:pt x="8" y="158"/>
                    <a:pt x="8" y="158"/>
                  </a:cubicBezTo>
                  <a:cubicBezTo>
                    <a:pt x="16" y="158"/>
                    <a:pt x="16" y="158"/>
                    <a:pt x="16" y="158"/>
                  </a:cubicBezTo>
                  <a:cubicBezTo>
                    <a:pt x="18" y="158"/>
                    <a:pt x="20" y="157"/>
                    <a:pt x="21" y="156"/>
                  </a:cubicBezTo>
                  <a:cubicBezTo>
                    <a:pt x="89" y="88"/>
                    <a:pt x="89" y="88"/>
                    <a:pt x="89" y="88"/>
                  </a:cubicBezTo>
                  <a:cubicBezTo>
                    <a:pt x="109" y="89"/>
                    <a:pt x="109" y="89"/>
                    <a:pt x="109" y="89"/>
                  </a:cubicBezTo>
                  <a:cubicBezTo>
                    <a:pt x="110" y="89"/>
                    <a:pt x="110" y="89"/>
                    <a:pt x="110" y="89"/>
                  </a:cubicBezTo>
                  <a:cubicBezTo>
                    <a:pt x="110" y="89"/>
                    <a:pt x="111" y="89"/>
                    <a:pt x="111" y="89"/>
                  </a:cubicBezTo>
                  <a:cubicBezTo>
                    <a:pt x="115" y="89"/>
                    <a:pt x="119" y="88"/>
                    <a:pt x="122" y="85"/>
                  </a:cubicBezTo>
                  <a:cubicBezTo>
                    <a:pt x="157" y="50"/>
                    <a:pt x="157" y="50"/>
                    <a:pt x="157" y="50"/>
                  </a:cubicBezTo>
                  <a:cubicBezTo>
                    <a:pt x="158" y="48"/>
                    <a:pt x="157" y="45"/>
                    <a:pt x="155" y="45"/>
                  </a:cubicBezTo>
                  <a:lnTo>
                    <a:pt x="134" y="43"/>
                  </a:lnTo>
                  <a:close/>
                  <a:moveTo>
                    <a:pt x="134" y="43"/>
                  </a:moveTo>
                  <a:cubicBezTo>
                    <a:pt x="134" y="43"/>
                    <a:pt x="134" y="43"/>
                    <a:pt x="134" y="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35" name="组合 434"/>
          <p:cNvGrpSpPr/>
          <p:nvPr/>
        </p:nvGrpSpPr>
        <p:grpSpPr>
          <a:xfrm>
            <a:off x="7387560" y="4628131"/>
            <a:ext cx="341313" cy="450850"/>
            <a:chOff x="4432300" y="1684338"/>
            <a:chExt cx="341313" cy="450850"/>
          </a:xfrm>
          <a:solidFill>
            <a:srgbClr val="707E84"/>
          </a:solidFill>
        </p:grpSpPr>
        <p:sp>
          <p:nvSpPr>
            <p:cNvPr id="436" name="Freeform 83"/>
            <p:cNvSpPr>
              <a:spLocks noEditPoints="1"/>
            </p:cNvSpPr>
            <p:nvPr/>
          </p:nvSpPr>
          <p:spPr bwMode="auto">
            <a:xfrm>
              <a:off x="4451350" y="1684338"/>
              <a:ext cx="311150" cy="303213"/>
            </a:xfrm>
            <a:custGeom>
              <a:avLst/>
              <a:gdLst>
                <a:gd name="T0" fmla="*/ 86 w 392"/>
                <a:gd name="T1" fmla="*/ 80 h 381"/>
                <a:gd name="T2" fmla="*/ 38 w 392"/>
                <a:gd name="T3" fmla="*/ 94 h 381"/>
                <a:gd name="T4" fmla="*/ 7 w 392"/>
                <a:gd name="T5" fmla="*/ 132 h 381"/>
                <a:gd name="T6" fmla="*/ 1 w 392"/>
                <a:gd name="T7" fmla="*/ 180 h 381"/>
                <a:gd name="T8" fmla="*/ 45 w 392"/>
                <a:gd name="T9" fmla="*/ 241 h 381"/>
                <a:gd name="T10" fmla="*/ 42 w 392"/>
                <a:gd name="T11" fmla="*/ 295 h 381"/>
                <a:gd name="T12" fmla="*/ 52 w 392"/>
                <a:gd name="T13" fmla="*/ 335 h 381"/>
                <a:gd name="T14" fmla="*/ 87 w 392"/>
                <a:gd name="T15" fmla="*/ 370 h 381"/>
                <a:gd name="T16" fmla="*/ 128 w 392"/>
                <a:gd name="T17" fmla="*/ 381 h 381"/>
                <a:gd name="T18" fmla="*/ 183 w 392"/>
                <a:gd name="T19" fmla="*/ 361 h 381"/>
                <a:gd name="T20" fmla="*/ 218 w 392"/>
                <a:gd name="T21" fmla="*/ 366 h 381"/>
                <a:gd name="T22" fmla="*/ 265 w 392"/>
                <a:gd name="T23" fmla="*/ 381 h 381"/>
                <a:gd name="T24" fmla="*/ 313 w 392"/>
                <a:gd name="T25" fmla="*/ 366 h 381"/>
                <a:gd name="T26" fmla="*/ 345 w 392"/>
                <a:gd name="T27" fmla="*/ 328 h 381"/>
                <a:gd name="T28" fmla="*/ 350 w 392"/>
                <a:gd name="T29" fmla="*/ 282 h 381"/>
                <a:gd name="T30" fmla="*/ 359 w 392"/>
                <a:gd name="T31" fmla="*/ 234 h 381"/>
                <a:gd name="T32" fmla="*/ 392 w 392"/>
                <a:gd name="T33" fmla="*/ 166 h 381"/>
                <a:gd name="T34" fmla="*/ 381 w 392"/>
                <a:gd name="T35" fmla="*/ 124 h 381"/>
                <a:gd name="T36" fmla="*/ 346 w 392"/>
                <a:gd name="T37" fmla="*/ 89 h 381"/>
                <a:gd name="T38" fmla="*/ 304 w 392"/>
                <a:gd name="T39" fmla="*/ 80 h 381"/>
                <a:gd name="T40" fmla="*/ 278 w 392"/>
                <a:gd name="T41" fmla="*/ 59 h 381"/>
                <a:gd name="T42" fmla="*/ 250 w 392"/>
                <a:gd name="T43" fmla="*/ 19 h 381"/>
                <a:gd name="T44" fmla="*/ 205 w 392"/>
                <a:gd name="T45" fmla="*/ 1 h 381"/>
                <a:gd name="T46" fmla="*/ 163 w 392"/>
                <a:gd name="T47" fmla="*/ 6 h 381"/>
                <a:gd name="T48" fmla="*/ 126 w 392"/>
                <a:gd name="T49" fmla="*/ 37 h 381"/>
                <a:gd name="T50" fmla="*/ 110 w 392"/>
                <a:gd name="T51" fmla="*/ 84 h 381"/>
                <a:gd name="T52" fmla="*/ 151 w 392"/>
                <a:gd name="T53" fmla="*/ 115 h 381"/>
                <a:gd name="T54" fmla="*/ 145 w 392"/>
                <a:gd name="T55" fmla="*/ 76 h 381"/>
                <a:gd name="T56" fmla="*/ 186 w 392"/>
                <a:gd name="T57" fmla="*/ 36 h 381"/>
                <a:gd name="T58" fmla="*/ 233 w 392"/>
                <a:gd name="T59" fmla="*/ 50 h 381"/>
                <a:gd name="T60" fmla="*/ 247 w 392"/>
                <a:gd name="T61" fmla="*/ 97 h 381"/>
                <a:gd name="T62" fmla="*/ 250 w 392"/>
                <a:gd name="T63" fmla="*/ 127 h 381"/>
                <a:gd name="T64" fmla="*/ 271 w 392"/>
                <a:gd name="T65" fmla="*/ 127 h 381"/>
                <a:gd name="T66" fmla="*/ 315 w 392"/>
                <a:gd name="T67" fmla="*/ 116 h 381"/>
                <a:gd name="T68" fmla="*/ 355 w 392"/>
                <a:gd name="T69" fmla="*/ 156 h 381"/>
                <a:gd name="T70" fmla="*/ 341 w 392"/>
                <a:gd name="T71" fmla="*/ 203 h 381"/>
                <a:gd name="T72" fmla="*/ 302 w 392"/>
                <a:gd name="T73" fmla="*/ 217 h 381"/>
                <a:gd name="T74" fmla="*/ 282 w 392"/>
                <a:gd name="T75" fmla="*/ 236 h 381"/>
                <a:gd name="T76" fmla="*/ 302 w 392"/>
                <a:gd name="T77" fmla="*/ 259 h 381"/>
                <a:gd name="T78" fmla="*/ 316 w 392"/>
                <a:gd name="T79" fmla="*/ 295 h 381"/>
                <a:gd name="T80" fmla="*/ 293 w 392"/>
                <a:gd name="T81" fmla="*/ 338 h 381"/>
                <a:gd name="T82" fmla="*/ 247 w 392"/>
                <a:gd name="T83" fmla="*/ 343 h 381"/>
                <a:gd name="T84" fmla="*/ 213 w 392"/>
                <a:gd name="T85" fmla="*/ 304 h 381"/>
                <a:gd name="T86" fmla="*/ 197 w 392"/>
                <a:gd name="T87" fmla="*/ 290 h 381"/>
                <a:gd name="T88" fmla="*/ 177 w 392"/>
                <a:gd name="T89" fmla="*/ 313 h 381"/>
                <a:gd name="T90" fmla="*/ 138 w 392"/>
                <a:gd name="T91" fmla="*/ 345 h 381"/>
                <a:gd name="T92" fmla="*/ 92 w 392"/>
                <a:gd name="T93" fmla="*/ 331 h 381"/>
                <a:gd name="T94" fmla="*/ 77 w 392"/>
                <a:gd name="T95" fmla="*/ 287 h 381"/>
                <a:gd name="T96" fmla="*/ 96 w 392"/>
                <a:gd name="T97" fmla="*/ 253 h 381"/>
                <a:gd name="T98" fmla="*/ 109 w 392"/>
                <a:gd name="T99" fmla="*/ 230 h 381"/>
                <a:gd name="T100" fmla="*/ 86 w 392"/>
                <a:gd name="T101" fmla="*/ 218 h 381"/>
                <a:gd name="T102" fmla="*/ 44 w 392"/>
                <a:gd name="T103" fmla="*/ 195 h 381"/>
                <a:gd name="T104" fmla="*/ 38 w 392"/>
                <a:gd name="T105" fmla="*/ 146 h 381"/>
                <a:gd name="T106" fmla="*/ 86 w 392"/>
                <a:gd name="T107" fmla="*/ 115 h 381"/>
                <a:gd name="T108" fmla="*/ 121 w 392"/>
                <a:gd name="T109" fmla="*/ 129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92" h="381">
                  <a:moveTo>
                    <a:pt x="110" y="84"/>
                  </a:moveTo>
                  <a:lnTo>
                    <a:pt x="110" y="84"/>
                  </a:lnTo>
                  <a:lnTo>
                    <a:pt x="98" y="81"/>
                  </a:lnTo>
                  <a:lnTo>
                    <a:pt x="92" y="80"/>
                  </a:lnTo>
                  <a:lnTo>
                    <a:pt x="86" y="80"/>
                  </a:lnTo>
                  <a:lnTo>
                    <a:pt x="86" y="80"/>
                  </a:lnTo>
                  <a:lnTo>
                    <a:pt x="78" y="80"/>
                  </a:lnTo>
                  <a:lnTo>
                    <a:pt x="69" y="81"/>
                  </a:lnTo>
                  <a:lnTo>
                    <a:pt x="60" y="83"/>
                  </a:lnTo>
                  <a:lnTo>
                    <a:pt x="52" y="86"/>
                  </a:lnTo>
                  <a:lnTo>
                    <a:pt x="45" y="89"/>
                  </a:lnTo>
                  <a:lnTo>
                    <a:pt x="38" y="94"/>
                  </a:lnTo>
                  <a:lnTo>
                    <a:pt x="31" y="99"/>
                  </a:lnTo>
                  <a:lnTo>
                    <a:pt x="25" y="105"/>
                  </a:lnTo>
                  <a:lnTo>
                    <a:pt x="20" y="111"/>
                  </a:lnTo>
                  <a:lnTo>
                    <a:pt x="14" y="118"/>
                  </a:lnTo>
                  <a:lnTo>
                    <a:pt x="10" y="124"/>
                  </a:lnTo>
                  <a:lnTo>
                    <a:pt x="7" y="132"/>
                  </a:lnTo>
                  <a:lnTo>
                    <a:pt x="3" y="141"/>
                  </a:lnTo>
                  <a:lnTo>
                    <a:pt x="1" y="148"/>
                  </a:lnTo>
                  <a:lnTo>
                    <a:pt x="0" y="157"/>
                  </a:lnTo>
                  <a:lnTo>
                    <a:pt x="0" y="166"/>
                  </a:lnTo>
                  <a:lnTo>
                    <a:pt x="0" y="166"/>
                  </a:lnTo>
                  <a:lnTo>
                    <a:pt x="1" y="180"/>
                  </a:lnTo>
                  <a:lnTo>
                    <a:pt x="3" y="193"/>
                  </a:lnTo>
                  <a:lnTo>
                    <a:pt x="9" y="205"/>
                  </a:lnTo>
                  <a:lnTo>
                    <a:pt x="15" y="216"/>
                  </a:lnTo>
                  <a:lnTo>
                    <a:pt x="24" y="226"/>
                  </a:lnTo>
                  <a:lnTo>
                    <a:pt x="34" y="235"/>
                  </a:lnTo>
                  <a:lnTo>
                    <a:pt x="45" y="241"/>
                  </a:lnTo>
                  <a:lnTo>
                    <a:pt x="57" y="247"/>
                  </a:lnTo>
                  <a:lnTo>
                    <a:pt x="57" y="247"/>
                  </a:lnTo>
                  <a:lnTo>
                    <a:pt x="50" y="258"/>
                  </a:lnTo>
                  <a:lnTo>
                    <a:pt x="46" y="270"/>
                  </a:lnTo>
                  <a:lnTo>
                    <a:pt x="43" y="282"/>
                  </a:lnTo>
                  <a:lnTo>
                    <a:pt x="42" y="295"/>
                  </a:lnTo>
                  <a:lnTo>
                    <a:pt x="42" y="295"/>
                  </a:lnTo>
                  <a:lnTo>
                    <a:pt x="43" y="304"/>
                  </a:lnTo>
                  <a:lnTo>
                    <a:pt x="44" y="313"/>
                  </a:lnTo>
                  <a:lnTo>
                    <a:pt x="46" y="320"/>
                  </a:lnTo>
                  <a:lnTo>
                    <a:pt x="48" y="328"/>
                  </a:lnTo>
                  <a:lnTo>
                    <a:pt x="52" y="335"/>
                  </a:lnTo>
                  <a:lnTo>
                    <a:pt x="57" y="343"/>
                  </a:lnTo>
                  <a:lnTo>
                    <a:pt x="61" y="350"/>
                  </a:lnTo>
                  <a:lnTo>
                    <a:pt x="67" y="356"/>
                  </a:lnTo>
                  <a:lnTo>
                    <a:pt x="73" y="362"/>
                  </a:lnTo>
                  <a:lnTo>
                    <a:pt x="80" y="366"/>
                  </a:lnTo>
                  <a:lnTo>
                    <a:pt x="87" y="370"/>
                  </a:lnTo>
                  <a:lnTo>
                    <a:pt x="95" y="375"/>
                  </a:lnTo>
                  <a:lnTo>
                    <a:pt x="103" y="377"/>
                  </a:lnTo>
                  <a:lnTo>
                    <a:pt x="110" y="379"/>
                  </a:lnTo>
                  <a:lnTo>
                    <a:pt x="119" y="380"/>
                  </a:lnTo>
                  <a:lnTo>
                    <a:pt x="128" y="381"/>
                  </a:lnTo>
                  <a:lnTo>
                    <a:pt x="128" y="381"/>
                  </a:lnTo>
                  <a:lnTo>
                    <a:pt x="139" y="380"/>
                  </a:lnTo>
                  <a:lnTo>
                    <a:pt x="149" y="379"/>
                  </a:lnTo>
                  <a:lnTo>
                    <a:pt x="157" y="376"/>
                  </a:lnTo>
                  <a:lnTo>
                    <a:pt x="167" y="372"/>
                  </a:lnTo>
                  <a:lnTo>
                    <a:pt x="175" y="366"/>
                  </a:lnTo>
                  <a:lnTo>
                    <a:pt x="183" y="361"/>
                  </a:lnTo>
                  <a:lnTo>
                    <a:pt x="190" y="354"/>
                  </a:lnTo>
                  <a:lnTo>
                    <a:pt x="197" y="346"/>
                  </a:lnTo>
                  <a:lnTo>
                    <a:pt x="197" y="346"/>
                  </a:lnTo>
                  <a:lnTo>
                    <a:pt x="202" y="354"/>
                  </a:lnTo>
                  <a:lnTo>
                    <a:pt x="210" y="361"/>
                  </a:lnTo>
                  <a:lnTo>
                    <a:pt x="218" y="366"/>
                  </a:lnTo>
                  <a:lnTo>
                    <a:pt x="226" y="372"/>
                  </a:lnTo>
                  <a:lnTo>
                    <a:pt x="235" y="376"/>
                  </a:lnTo>
                  <a:lnTo>
                    <a:pt x="244" y="379"/>
                  </a:lnTo>
                  <a:lnTo>
                    <a:pt x="254" y="380"/>
                  </a:lnTo>
                  <a:lnTo>
                    <a:pt x="265" y="381"/>
                  </a:lnTo>
                  <a:lnTo>
                    <a:pt x="265" y="381"/>
                  </a:lnTo>
                  <a:lnTo>
                    <a:pt x="273" y="380"/>
                  </a:lnTo>
                  <a:lnTo>
                    <a:pt x="282" y="379"/>
                  </a:lnTo>
                  <a:lnTo>
                    <a:pt x="290" y="377"/>
                  </a:lnTo>
                  <a:lnTo>
                    <a:pt x="299" y="375"/>
                  </a:lnTo>
                  <a:lnTo>
                    <a:pt x="306" y="370"/>
                  </a:lnTo>
                  <a:lnTo>
                    <a:pt x="313" y="366"/>
                  </a:lnTo>
                  <a:lnTo>
                    <a:pt x="319" y="362"/>
                  </a:lnTo>
                  <a:lnTo>
                    <a:pt x="326" y="356"/>
                  </a:lnTo>
                  <a:lnTo>
                    <a:pt x="331" y="350"/>
                  </a:lnTo>
                  <a:lnTo>
                    <a:pt x="337" y="343"/>
                  </a:lnTo>
                  <a:lnTo>
                    <a:pt x="341" y="335"/>
                  </a:lnTo>
                  <a:lnTo>
                    <a:pt x="345" y="328"/>
                  </a:lnTo>
                  <a:lnTo>
                    <a:pt x="348" y="320"/>
                  </a:lnTo>
                  <a:lnTo>
                    <a:pt x="350" y="313"/>
                  </a:lnTo>
                  <a:lnTo>
                    <a:pt x="351" y="304"/>
                  </a:lnTo>
                  <a:lnTo>
                    <a:pt x="351" y="295"/>
                  </a:lnTo>
                  <a:lnTo>
                    <a:pt x="351" y="295"/>
                  </a:lnTo>
                  <a:lnTo>
                    <a:pt x="350" y="282"/>
                  </a:lnTo>
                  <a:lnTo>
                    <a:pt x="347" y="269"/>
                  </a:lnTo>
                  <a:lnTo>
                    <a:pt x="342" y="258"/>
                  </a:lnTo>
                  <a:lnTo>
                    <a:pt x="336" y="247"/>
                  </a:lnTo>
                  <a:lnTo>
                    <a:pt x="336" y="247"/>
                  </a:lnTo>
                  <a:lnTo>
                    <a:pt x="348" y="241"/>
                  </a:lnTo>
                  <a:lnTo>
                    <a:pt x="359" y="234"/>
                  </a:lnTo>
                  <a:lnTo>
                    <a:pt x="368" y="225"/>
                  </a:lnTo>
                  <a:lnTo>
                    <a:pt x="376" y="215"/>
                  </a:lnTo>
                  <a:lnTo>
                    <a:pt x="383" y="204"/>
                  </a:lnTo>
                  <a:lnTo>
                    <a:pt x="387" y="192"/>
                  </a:lnTo>
                  <a:lnTo>
                    <a:pt x="390" y="179"/>
                  </a:lnTo>
                  <a:lnTo>
                    <a:pt x="392" y="166"/>
                  </a:lnTo>
                  <a:lnTo>
                    <a:pt x="392" y="166"/>
                  </a:lnTo>
                  <a:lnTo>
                    <a:pt x="390" y="157"/>
                  </a:lnTo>
                  <a:lnTo>
                    <a:pt x="389" y="148"/>
                  </a:lnTo>
                  <a:lnTo>
                    <a:pt x="387" y="141"/>
                  </a:lnTo>
                  <a:lnTo>
                    <a:pt x="385" y="132"/>
                  </a:lnTo>
                  <a:lnTo>
                    <a:pt x="381" y="124"/>
                  </a:lnTo>
                  <a:lnTo>
                    <a:pt x="376" y="118"/>
                  </a:lnTo>
                  <a:lnTo>
                    <a:pt x="372" y="111"/>
                  </a:lnTo>
                  <a:lnTo>
                    <a:pt x="366" y="105"/>
                  </a:lnTo>
                  <a:lnTo>
                    <a:pt x="360" y="99"/>
                  </a:lnTo>
                  <a:lnTo>
                    <a:pt x="353" y="94"/>
                  </a:lnTo>
                  <a:lnTo>
                    <a:pt x="346" y="89"/>
                  </a:lnTo>
                  <a:lnTo>
                    <a:pt x="338" y="86"/>
                  </a:lnTo>
                  <a:lnTo>
                    <a:pt x="330" y="83"/>
                  </a:lnTo>
                  <a:lnTo>
                    <a:pt x="322" y="81"/>
                  </a:lnTo>
                  <a:lnTo>
                    <a:pt x="314" y="80"/>
                  </a:lnTo>
                  <a:lnTo>
                    <a:pt x="304" y="80"/>
                  </a:lnTo>
                  <a:lnTo>
                    <a:pt x="304" y="80"/>
                  </a:lnTo>
                  <a:lnTo>
                    <a:pt x="293" y="81"/>
                  </a:lnTo>
                  <a:lnTo>
                    <a:pt x="282" y="83"/>
                  </a:lnTo>
                  <a:lnTo>
                    <a:pt x="282" y="83"/>
                  </a:lnTo>
                  <a:lnTo>
                    <a:pt x="282" y="75"/>
                  </a:lnTo>
                  <a:lnTo>
                    <a:pt x="280" y="66"/>
                  </a:lnTo>
                  <a:lnTo>
                    <a:pt x="278" y="59"/>
                  </a:lnTo>
                  <a:lnTo>
                    <a:pt x="275" y="51"/>
                  </a:lnTo>
                  <a:lnTo>
                    <a:pt x="271" y="43"/>
                  </a:lnTo>
                  <a:lnTo>
                    <a:pt x="267" y="37"/>
                  </a:lnTo>
                  <a:lnTo>
                    <a:pt x="261" y="30"/>
                  </a:lnTo>
                  <a:lnTo>
                    <a:pt x="256" y="25"/>
                  </a:lnTo>
                  <a:lnTo>
                    <a:pt x="250" y="19"/>
                  </a:lnTo>
                  <a:lnTo>
                    <a:pt x="244" y="14"/>
                  </a:lnTo>
                  <a:lnTo>
                    <a:pt x="236" y="10"/>
                  </a:lnTo>
                  <a:lnTo>
                    <a:pt x="230" y="6"/>
                  </a:lnTo>
                  <a:lnTo>
                    <a:pt x="222" y="4"/>
                  </a:lnTo>
                  <a:lnTo>
                    <a:pt x="213" y="2"/>
                  </a:lnTo>
                  <a:lnTo>
                    <a:pt x="205" y="1"/>
                  </a:lnTo>
                  <a:lnTo>
                    <a:pt x="197" y="0"/>
                  </a:lnTo>
                  <a:lnTo>
                    <a:pt x="197" y="0"/>
                  </a:lnTo>
                  <a:lnTo>
                    <a:pt x="188" y="1"/>
                  </a:lnTo>
                  <a:lnTo>
                    <a:pt x="179" y="2"/>
                  </a:lnTo>
                  <a:lnTo>
                    <a:pt x="172" y="4"/>
                  </a:lnTo>
                  <a:lnTo>
                    <a:pt x="163" y="6"/>
                  </a:lnTo>
                  <a:lnTo>
                    <a:pt x="156" y="11"/>
                  </a:lnTo>
                  <a:lnTo>
                    <a:pt x="149" y="14"/>
                  </a:lnTo>
                  <a:lnTo>
                    <a:pt x="142" y="19"/>
                  </a:lnTo>
                  <a:lnTo>
                    <a:pt x="137" y="25"/>
                  </a:lnTo>
                  <a:lnTo>
                    <a:pt x="131" y="30"/>
                  </a:lnTo>
                  <a:lnTo>
                    <a:pt x="126" y="37"/>
                  </a:lnTo>
                  <a:lnTo>
                    <a:pt x="121" y="43"/>
                  </a:lnTo>
                  <a:lnTo>
                    <a:pt x="118" y="51"/>
                  </a:lnTo>
                  <a:lnTo>
                    <a:pt x="115" y="59"/>
                  </a:lnTo>
                  <a:lnTo>
                    <a:pt x="113" y="68"/>
                  </a:lnTo>
                  <a:lnTo>
                    <a:pt x="110" y="75"/>
                  </a:lnTo>
                  <a:lnTo>
                    <a:pt x="110" y="84"/>
                  </a:lnTo>
                  <a:lnTo>
                    <a:pt x="110" y="84"/>
                  </a:lnTo>
                  <a:close/>
                  <a:moveTo>
                    <a:pt x="144" y="130"/>
                  </a:moveTo>
                  <a:lnTo>
                    <a:pt x="144" y="130"/>
                  </a:lnTo>
                  <a:lnTo>
                    <a:pt x="148" y="125"/>
                  </a:lnTo>
                  <a:lnTo>
                    <a:pt x="151" y="120"/>
                  </a:lnTo>
                  <a:lnTo>
                    <a:pt x="151" y="115"/>
                  </a:lnTo>
                  <a:lnTo>
                    <a:pt x="150" y="108"/>
                  </a:lnTo>
                  <a:lnTo>
                    <a:pt x="150" y="108"/>
                  </a:lnTo>
                  <a:lnTo>
                    <a:pt x="145" y="98"/>
                  </a:lnTo>
                  <a:lnTo>
                    <a:pt x="144" y="87"/>
                  </a:lnTo>
                  <a:lnTo>
                    <a:pt x="144" y="87"/>
                  </a:lnTo>
                  <a:lnTo>
                    <a:pt x="145" y="76"/>
                  </a:lnTo>
                  <a:lnTo>
                    <a:pt x="149" y="66"/>
                  </a:lnTo>
                  <a:lnTo>
                    <a:pt x="153" y="58"/>
                  </a:lnTo>
                  <a:lnTo>
                    <a:pt x="160" y="50"/>
                  </a:lnTo>
                  <a:lnTo>
                    <a:pt x="167" y="43"/>
                  </a:lnTo>
                  <a:lnTo>
                    <a:pt x="176" y="39"/>
                  </a:lnTo>
                  <a:lnTo>
                    <a:pt x="186" y="36"/>
                  </a:lnTo>
                  <a:lnTo>
                    <a:pt x="197" y="35"/>
                  </a:lnTo>
                  <a:lnTo>
                    <a:pt x="197" y="35"/>
                  </a:lnTo>
                  <a:lnTo>
                    <a:pt x="207" y="36"/>
                  </a:lnTo>
                  <a:lnTo>
                    <a:pt x="217" y="39"/>
                  </a:lnTo>
                  <a:lnTo>
                    <a:pt x="225" y="43"/>
                  </a:lnTo>
                  <a:lnTo>
                    <a:pt x="233" y="50"/>
                  </a:lnTo>
                  <a:lnTo>
                    <a:pt x="240" y="58"/>
                  </a:lnTo>
                  <a:lnTo>
                    <a:pt x="244" y="66"/>
                  </a:lnTo>
                  <a:lnTo>
                    <a:pt x="247" y="76"/>
                  </a:lnTo>
                  <a:lnTo>
                    <a:pt x="248" y="87"/>
                  </a:lnTo>
                  <a:lnTo>
                    <a:pt x="248" y="87"/>
                  </a:lnTo>
                  <a:lnTo>
                    <a:pt x="247" y="97"/>
                  </a:lnTo>
                  <a:lnTo>
                    <a:pt x="245" y="106"/>
                  </a:lnTo>
                  <a:lnTo>
                    <a:pt x="245" y="106"/>
                  </a:lnTo>
                  <a:lnTo>
                    <a:pt x="243" y="112"/>
                  </a:lnTo>
                  <a:lnTo>
                    <a:pt x="244" y="118"/>
                  </a:lnTo>
                  <a:lnTo>
                    <a:pt x="246" y="122"/>
                  </a:lnTo>
                  <a:lnTo>
                    <a:pt x="250" y="127"/>
                  </a:lnTo>
                  <a:lnTo>
                    <a:pt x="250" y="127"/>
                  </a:lnTo>
                  <a:lnTo>
                    <a:pt x="256" y="130"/>
                  </a:lnTo>
                  <a:lnTo>
                    <a:pt x="261" y="130"/>
                  </a:lnTo>
                  <a:lnTo>
                    <a:pt x="267" y="129"/>
                  </a:lnTo>
                  <a:lnTo>
                    <a:pt x="271" y="127"/>
                  </a:lnTo>
                  <a:lnTo>
                    <a:pt x="271" y="127"/>
                  </a:lnTo>
                  <a:lnTo>
                    <a:pt x="279" y="121"/>
                  </a:lnTo>
                  <a:lnTo>
                    <a:pt x="288" y="118"/>
                  </a:lnTo>
                  <a:lnTo>
                    <a:pt x="295" y="115"/>
                  </a:lnTo>
                  <a:lnTo>
                    <a:pt x="304" y="115"/>
                  </a:lnTo>
                  <a:lnTo>
                    <a:pt x="304" y="115"/>
                  </a:lnTo>
                  <a:lnTo>
                    <a:pt x="315" y="116"/>
                  </a:lnTo>
                  <a:lnTo>
                    <a:pt x="325" y="119"/>
                  </a:lnTo>
                  <a:lnTo>
                    <a:pt x="334" y="123"/>
                  </a:lnTo>
                  <a:lnTo>
                    <a:pt x="341" y="130"/>
                  </a:lnTo>
                  <a:lnTo>
                    <a:pt x="348" y="138"/>
                  </a:lnTo>
                  <a:lnTo>
                    <a:pt x="352" y="146"/>
                  </a:lnTo>
                  <a:lnTo>
                    <a:pt x="355" y="156"/>
                  </a:lnTo>
                  <a:lnTo>
                    <a:pt x="357" y="166"/>
                  </a:lnTo>
                  <a:lnTo>
                    <a:pt x="357" y="166"/>
                  </a:lnTo>
                  <a:lnTo>
                    <a:pt x="355" y="177"/>
                  </a:lnTo>
                  <a:lnTo>
                    <a:pt x="352" y="187"/>
                  </a:lnTo>
                  <a:lnTo>
                    <a:pt x="348" y="195"/>
                  </a:lnTo>
                  <a:lnTo>
                    <a:pt x="341" y="203"/>
                  </a:lnTo>
                  <a:lnTo>
                    <a:pt x="334" y="209"/>
                  </a:lnTo>
                  <a:lnTo>
                    <a:pt x="325" y="214"/>
                  </a:lnTo>
                  <a:lnTo>
                    <a:pt x="315" y="217"/>
                  </a:lnTo>
                  <a:lnTo>
                    <a:pt x="304" y="218"/>
                  </a:lnTo>
                  <a:lnTo>
                    <a:pt x="302" y="217"/>
                  </a:lnTo>
                  <a:lnTo>
                    <a:pt x="302" y="217"/>
                  </a:lnTo>
                  <a:lnTo>
                    <a:pt x="295" y="218"/>
                  </a:lnTo>
                  <a:lnTo>
                    <a:pt x="290" y="221"/>
                  </a:lnTo>
                  <a:lnTo>
                    <a:pt x="287" y="225"/>
                  </a:lnTo>
                  <a:lnTo>
                    <a:pt x="283" y="230"/>
                  </a:lnTo>
                  <a:lnTo>
                    <a:pt x="283" y="230"/>
                  </a:lnTo>
                  <a:lnTo>
                    <a:pt x="282" y="236"/>
                  </a:lnTo>
                  <a:lnTo>
                    <a:pt x="283" y="241"/>
                  </a:lnTo>
                  <a:lnTo>
                    <a:pt x="287" y="246"/>
                  </a:lnTo>
                  <a:lnTo>
                    <a:pt x="291" y="250"/>
                  </a:lnTo>
                  <a:lnTo>
                    <a:pt x="291" y="250"/>
                  </a:lnTo>
                  <a:lnTo>
                    <a:pt x="296" y="253"/>
                  </a:lnTo>
                  <a:lnTo>
                    <a:pt x="302" y="259"/>
                  </a:lnTo>
                  <a:lnTo>
                    <a:pt x="306" y="263"/>
                  </a:lnTo>
                  <a:lnTo>
                    <a:pt x="310" y="269"/>
                  </a:lnTo>
                  <a:lnTo>
                    <a:pt x="313" y="275"/>
                  </a:lnTo>
                  <a:lnTo>
                    <a:pt x="315" y="281"/>
                  </a:lnTo>
                  <a:lnTo>
                    <a:pt x="316" y="287"/>
                  </a:lnTo>
                  <a:lnTo>
                    <a:pt x="316" y="295"/>
                  </a:lnTo>
                  <a:lnTo>
                    <a:pt x="316" y="295"/>
                  </a:lnTo>
                  <a:lnTo>
                    <a:pt x="315" y="305"/>
                  </a:lnTo>
                  <a:lnTo>
                    <a:pt x="312" y="315"/>
                  </a:lnTo>
                  <a:lnTo>
                    <a:pt x="307" y="323"/>
                  </a:lnTo>
                  <a:lnTo>
                    <a:pt x="301" y="331"/>
                  </a:lnTo>
                  <a:lnTo>
                    <a:pt x="293" y="338"/>
                  </a:lnTo>
                  <a:lnTo>
                    <a:pt x="284" y="342"/>
                  </a:lnTo>
                  <a:lnTo>
                    <a:pt x="275" y="345"/>
                  </a:lnTo>
                  <a:lnTo>
                    <a:pt x="265" y="346"/>
                  </a:lnTo>
                  <a:lnTo>
                    <a:pt x="265" y="346"/>
                  </a:lnTo>
                  <a:lnTo>
                    <a:pt x="255" y="345"/>
                  </a:lnTo>
                  <a:lnTo>
                    <a:pt x="247" y="343"/>
                  </a:lnTo>
                  <a:lnTo>
                    <a:pt x="238" y="340"/>
                  </a:lnTo>
                  <a:lnTo>
                    <a:pt x="232" y="334"/>
                  </a:lnTo>
                  <a:lnTo>
                    <a:pt x="225" y="328"/>
                  </a:lnTo>
                  <a:lnTo>
                    <a:pt x="220" y="321"/>
                  </a:lnTo>
                  <a:lnTo>
                    <a:pt x="217" y="313"/>
                  </a:lnTo>
                  <a:lnTo>
                    <a:pt x="213" y="304"/>
                  </a:lnTo>
                  <a:lnTo>
                    <a:pt x="213" y="304"/>
                  </a:lnTo>
                  <a:lnTo>
                    <a:pt x="211" y="298"/>
                  </a:lnTo>
                  <a:lnTo>
                    <a:pt x="208" y="294"/>
                  </a:lnTo>
                  <a:lnTo>
                    <a:pt x="202" y="291"/>
                  </a:lnTo>
                  <a:lnTo>
                    <a:pt x="197" y="290"/>
                  </a:lnTo>
                  <a:lnTo>
                    <a:pt x="197" y="290"/>
                  </a:lnTo>
                  <a:lnTo>
                    <a:pt x="190" y="291"/>
                  </a:lnTo>
                  <a:lnTo>
                    <a:pt x="185" y="294"/>
                  </a:lnTo>
                  <a:lnTo>
                    <a:pt x="182" y="298"/>
                  </a:lnTo>
                  <a:lnTo>
                    <a:pt x="179" y="304"/>
                  </a:lnTo>
                  <a:lnTo>
                    <a:pt x="179" y="304"/>
                  </a:lnTo>
                  <a:lnTo>
                    <a:pt x="177" y="313"/>
                  </a:lnTo>
                  <a:lnTo>
                    <a:pt x="173" y="321"/>
                  </a:lnTo>
                  <a:lnTo>
                    <a:pt x="167" y="328"/>
                  </a:lnTo>
                  <a:lnTo>
                    <a:pt x="162" y="334"/>
                  </a:lnTo>
                  <a:lnTo>
                    <a:pt x="154" y="340"/>
                  </a:lnTo>
                  <a:lnTo>
                    <a:pt x="147" y="343"/>
                  </a:lnTo>
                  <a:lnTo>
                    <a:pt x="138" y="345"/>
                  </a:lnTo>
                  <a:lnTo>
                    <a:pt x="128" y="346"/>
                  </a:lnTo>
                  <a:lnTo>
                    <a:pt x="128" y="346"/>
                  </a:lnTo>
                  <a:lnTo>
                    <a:pt x="118" y="345"/>
                  </a:lnTo>
                  <a:lnTo>
                    <a:pt x="108" y="342"/>
                  </a:lnTo>
                  <a:lnTo>
                    <a:pt x="99" y="338"/>
                  </a:lnTo>
                  <a:lnTo>
                    <a:pt x="92" y="331"/>
                  </a:lnTo>
                  <a:lnTo>
                    <a:pt x="85" y="323"/>
                  </a:lnTo>
                  <a:lnTo>
                    <a:pt x="81" y="315"/>
                  </a:lnTo>
                  <a:lnTo>
                    <a:pt x="78" y="305"/>
                  </a:lnTo>
                  <a:lnTo>
                    <a:pt x="77" y="295"/>
                  </a:lnTo>
                  <a:lnTo>
                    <a:pt x="77" y="295"/>
                  </a:lnTo>
                  <a:lnTo>
                    <a:pt x="77" y="287"/>
                  </a:lnTo>
                  <a:lnTo>
                    <a:pt x="79" y="281"/>
                  </a:lnTo>
                  <a:lnTo>
                    <a:pt x="81" y="275"/>
                  </a:lnTo>
                  <a:lnTo>
                    <a:pt x="83" y="269"/>
                  </a:lnTo>
                  <a:lnTo>
                    <a:pt x="87" y="263"/>
                  </a:lnTo>
                  <a:lnTo>
                    <a:pt x="92" y="259"/>
                  </a:lnTo>
                  <a:lnTo>
                    <a:pt x="96" y="253"/>
                  </a:lnTo>
                  <a:lnTo>
                    <a:pt x="102" y="250"/>
                  </a:lnTo>
                  <a:lnTo>
                    <a:pt x="102" y="250"/>
                  </a:lnTo>
                  <a:lnTo>
                    <a:pt x="106" y="246"/>
                  </a:lnTo>
                  <a:lnTo>
                    <a:pt x="109" y="241"/>
                  </a:lnTo>
                  <a:lnTo>
                    <a:pt x="110" y="236"/>
                  </a:lnTo>
                  <a:lnTo>
                    <a:pt x="109" y="230"/>
                  </a:lnTo>
                  <a:lnTo>
                    <a:pt x="109" y="230"/>
                  </a:lnTo>
                  <a:lnTo>
                    <a:pt x="107" y="225"/>
                  </a:lnTo>
                  <a:lnTo>
                    <a:pt x="103" y="221"/>
                  </a:lnTo>
                  <a:lnTo>
                    <a:pt x="97" y="218"/>
                  </a:lnTo>
                  <a:lnTo>
                    <a:pt x="92" y="217"/>
                  </a:lnTo>
                  <a:lnTo>
                    <a:pt x="86" y="218"/>
                  </a:lnTo>
                  <a:lnTo>
                    <a:pt x="86" y="218"/>
                  </a:lnTo>
                  <a:lnTo>
                    <a:pt x="75" y="217"/>
                  </a:lnTo>
                  <a:lnTo>
                    <a:pt x="66" y="214"/>
                  </a:lnTo>
                  <a:lnTo>
                    <a:pt x="57" y="209"/>
                  </a:lnTo>
                  <a:lnTo>
                    <a:pt x="49" y="203"/>
                  </a:lnTo>
                  <a:lnTo>
                    <a:pt x="44" y="195"/>
                  </a:lnTo>
                  <a:lnTo>
                    <a:pt x="38" y="187"/>
                  </a:lnTo>
                  <a:lnTo>
                    <a:pt x="35" y="177"/>
                  </a:lnTo>
                  <a:lnTo>
                    <a:pt x="34" y="166"/>
                  </a:lnTo>
                  <a:lnTo>
                    <a:pt x="34" y="166"/>
                  </a:lnTo>
                  <a:lnTo>
                    <a:pt x="35" y="156"/>
                  </a:lnTo>
                  <a:lnTo>
                    <a:pt x="38" y="146"/>
                  </a:lnTo>
                  <a:lnTo>
                    <a:pt x="44" y="138"/>
                  </a:lnTo>
                  <a:lnTo>
                    <a:pt x="49" y="130"/>
                  </a:lnTo>
                  <a:lnTo>
                    <a:pt x="57" y="123"/>
                  </a:lnTo>
                  <a:lnTo>
                    <a:pt x="66" y="119"/>
                  </a:lnTo>
                  <a:lnTo>
                    <a:pt x="75" y="116"/>
                  </a:lnTo>
                  <a:lnTo>
                    <a:pt x="86" y="115"/>
                  </a:lnTo>
                  <a:lnTo>
                    <a:pt x="86" y="115"/>
                  </a:lnTo>
                  <a:lnTo>
                    <a:pt x="96" y="116"/>
                  </a:lnTo>
                  <a:lnTo>
                    <a:pt x="105" y="118"/>
                  </a:lnTo>
                  <a:lnTo>
                    <a:pt x="114" y="122"/>
                  </a:lnTo>
                  <a:lnTo>
                    <a:pt x="121" y="129"/>
                  </a:lnTo>
                  <a:lnTo>
                    <a:pt x="121" y="129"/>
                  </a:lnTo>
                  <a:lnTo>
                    <a:pt x="127" y="132"/>
                  </a:lnTo>
                  <a:lnTo>
                    <a:pt x="132" y="133"/>
                  </a:lnTo>
                  <a:lnTo>
                    <a:pt x="139" y="132"/>
                  </a:lnTo>
                  <a:lnTo>
                    <a:pt x="144" y="130"/>
                  </a:lnTo>
                  <a:lnTo>
                    <a:pt x="144" y="1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 name="Freeform 84"/>
            <p:cNvSpPr>
              <a:spLocks noEditPoints="1"/>
            </p:cNvSpPr>
            <p:nvPr/>
          </p:nvSpPr>
          <p:spPr bwMode="auto">
            <a:xfrm>
              <a:off x="4548188" y="1784350"/>
              <a:ext cx="119063" cy="117475"/>
            </a:xfrm>
            <a:custGeom>
              <a:avLst/>
              <a:gdLst>
                <a:gd name="T0" fmla="*/ 0 w 149"/>
                <a:gd name="T1" fmla="*/ 75 h 149"/>
                <a:gd name="T2" fmla="*/ 2 w 149"/>
                <a:gd name="T3" fmla="*/ 90 h 149"/>
                <a:gd name="T4" fmla="*/ 6 w 149"/>
                <a:gd name="T5" fmla="*/ 104 h 149"/>
                <a:gd name="T6" fmla="*/ 12 w 149"/>
                <a:gd name="T7" fmla="*/ 116 h 149"/>
                <a:gd name="T8" fmla="*/ 22 w 149"/>
                <a:gd name="T9" fmla="*/ 127 h 149"/>
                <a:gd name="T10" fmla="*/ 33 w 149"/>
                <a:gd name="T11" fmla="*/ 137 h 149"/>
                <a:gd name="T12" fmla="*/ 45 w 149"/>
                <a:gd name="T13" fmla="*/ 144 h 149"/>
                <a:gd name="T14" fmla="*/ 60 w 149"/>
                <a:gd name="T15" fmla="*/ 148 h 149"/>
                <a:gd name="T16" fmla="*/ 75 w 149"/>
                <a:gd name="T17" fmla="*/ 149 h 149"/>
                <a:gd name="T18" fmla="*/ 83 w 149"/>
                <a:gd name="T19" fmla="*/ 149 h 149"/>
                <a:gd name="T20" fmla="*/ 97 w 149"/>
                <a:gd name="T21" fmla="*/ 146 h 149"/>
                <a:gd name="T22" fmla="*/ 110 w 149"/>
                <a:gd name="T23" fmla="*/ 140 h 149"/>
                <a:gd name="T24" fmla="*/ 122 w 149"/>
                <a:gd name="T25" fmla="*/ 133 h 149"/>
                <a:gd name="T26" fmla="*/ 132 w 149"/>
                <a:gd name="T27" fmla="*/ 122 h 149"/>
                <a:gd name="T28" fmla="*/ 139 w 149"/>
                <a:gd name="T29" fmla="*/ 111 h 149"/>
                <a:gd name="T30" fmla="*/ 146 w 149"/>
                <a:gd name="T31" fmla="*/ 97 h 149"/>
                <a:gd name="T32" fmla="*/ 148 w 149"/>
                <a:gd name="T33" fmla="*/ 83 h 149"/>
                <a:gd name="T34" fmla="*/ 149 w 149"/>
                <a:gd name="T35" fmla="*/ 75 h 149"/>
                <a:gd name="T36" fmla="*/ 147 w 149"/>
                <a:gd name="T37" fmla="*/ 61 h 149"/>
                <a:gd name="T38" fmla="*/ 143 w 149"/>
                <a:gd name="T39" fmla="*/ 46 h 149"/>
                <a:gd name="T40" fmla="*/ 136 w 149"/>
                <a:gd name="T41" fmla="*/ 33 h 149"/>
                <a:gd name="T42" fmla="*/ 127 w 149"/>
                <a:gd name="T43" fmla="*/ 22 h 149"/>
                <a:gd name="T44" fmla="*/ 116 w 149"/>
                <a:gd name="T45" fmla="*/ 14 h 149"/>
                <a:gd name="T46" fmla="*/ 103 w 149"/>
                <a:gd name="T47" fmla="*/ 7 h 149"/>
                <a:gd name="T48" fmla="*/ 89 w 149"/>
                <a:gd name="T49" fmla="*/ 3 h 149"/>
                <a:gd name="T50" fmla="*/ 75 w 149"/>
                <a:gd name="T51" fmla="*/ 0 h 149"/>
                <a:gd name="T52" fmla="*/ 67 w 149"/>
                <a:gd name="T53" fmla="*/ 2 h 149"/>
                <a:gd name="T54" fmla="*/ 52 w 149"/>
                <a:gd name="T55" fmla="*/ 4 h 149"/>
                <a:gd name="T56" fmla="*/ 39 w 149"/>
                <a:gd name="T57" fmla="*/ 9 h 149"/>
                <a:gd name="T58" fmla="*/ 27 w 149"/>
                <a:gd name="T59" fmla="*/ 18 h 149"/>
                <a:gd name="T60" fmla="*/ 17 w 149"/>
                <a:gd name="T61" fmla="*/ 28 h 149"/>
                <a:gd name="T62" fmla="*/ 9 w 149"/>
                <a:gd name="T63" fmla="*/ 40 h 149"/>
                <a:gd name="T64" fmla="*/ 4 w 149"/>
                <a:gd name="T65" fmla="*/ 53 h 149"/>
                <a:gd name="T66" fmla="*/ 0 w 149"/>
                <a:gd name="T67" fmla="*/ 67 h 149"/>
                <a:gd name="T68" fmla="*/ 0 w 149"/>
                <a:gd name="T69" fmla="*/ 75 h 149"/>
                <a:gd name="T70" fmla="*/ 34 w 149"/>
                <a:gd name="T71" fmla="*/ 75 h 149"/>
                <a:gd name="T72" fmla="*/ 38 w 149"/>
                <a:gd name="T73" fmla="*/ 60 h 149"/>
                <a:gd name="T74" fmla="*/ 46 w 149"/>
                <a:gd name="T75" fmla="*/ 48 h 149"/>
                <a:gd name="T76" fmla="*/ 60 w 149"/>
                <a:gd name="T77" fmla="*/ 39 h 149"/>
                <a:gd name="T78" fmla="*/ 75 w 149"/>
                <a:gd name="T79" fmla="*/ 35 h 149"/>
                <a:gd name="T80" fmla="*/ 83 w 149"/>
                <a:gd name="T81" fmla="*/ 37 h 149"/>
                <a:gd name="T82" fmla="*/ 97 w 149"/>
                <a:gd name="T83" fmla="*/ 42 h 149"/>
                <a:gd name="T84" fmla="*/ 108 w 149"/>
                <a:gd name="T85" fmla="*/ 53 h 149"/>
                <a:gd name="T86" fmla="*/ 113 w 149"/>
                <a:gd name="T87" fmla="*/ 67 h 149"/>
                <a:gd name="T88" fmla="*/ 114 w 149"/>
                <a:gd name="T89" fmla="*/ 75 h 149"/>
                <a:gd name="T90" fmla="*/ 111 w 149"/>
                <a:gd name="T91" fmla="*/ 90 h 149"/>
                <a:gd name="T92" fmla="*/ 102 w 149"/>
                <a:gd name="T93" fmla="*/ 103 h 149"/>
                <a:gd name="T94" fmla="*/ 90 w 149"/>
                <a:gd name="T95" fmla="*/ 112 h 149"/>
                <a:gd name="T96" fmla="*/ 75 w 149"/>
                <a:gd name="T97" fmla="*/ 114 h 149"/>
                <a:gd name="T98" fmla="*/ 66 w 149"/>
                <a:gd name="T99" fmla="*/ 114 h 149"/>
                <a:gd name="T100" fmla="*/ 52 w 149"/>
                <a:gd name="T101" fmla="*/ 108 h 149"/>
                <a:gd name="T102" fmla="*/ 42 w 149"/>
                <a:gd name="T103" fmla="*/ 97 h 149"/>
                <a:gd name="T104" fmla="*/ 35 w 149"/>
                <a:gd name="T105" fmla="*/ 84 h 149"/>
                <a:gd name="T106" fmla="*/ 34 w 149"/>
                <a:gd name="T107" fmla="*/ 75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9" h="149">
                  <a:moveTo>
                    <a:pt x="0" y="75"/>
                  </a:moveTo>
                  <a:lnTo>
                    <a:pt x="0" y="75"/>
                  </a:lnTo>
                  <a:lnTo>
                    <a:pt x="0" y="83"/>
                  </a:lnTo>
                  <a:lnTo>
                    <a:pt x="2" y="90"/>
                  </a:lnTo>
                  <a:lnTo>
                    <a:pt x="4" y="97"/>
                  </a:lnTo>
                  <a:lnTo>
                    <a:pt x="6" y="104"/>
                  </a:lnTo>
                  <a:lnTo>
                    <a:pt x="9" y="111"/>
                  </a:lnTo>
                  <a:lnTo>
                    <a:pt x="12" y="116"/>
                  </a:lnTo>
                  <a:lnTo>
                    <a:pt x="17" y="122"/>
                  </a:lnTo>
                  <a:lnTo>
                    <a:pt x="22" y="127"/>
                  </a:lnTo>
                  <a:lnTo>
                    <a:pt x="27" y="133"/>
                  </a:lnTo>
                  <a:lnTo>
                    <a:pt x="33" y="137"/>
                  </a:lnTo>
                  <a:lnTo>
                    <a:pt x="39" y="140"/>
                  </a:lnTo>
                  <a:lnTo>
                    <a:pt x="45" y="144"/>
                  </a:lnTo>
                  <a:lnTo>
                    <a:pt x="52" y="146"/>
                  </a:lnTo>
                  <a:lnTo>
                    <a:pt x="60" y="148"/>
                  </a:lnTo>
                  <a:lnTo>
                    <a:pt x="67" y="149"/>
                  </a:lnTo>
                  <a:lnTo>
                    <a:pt x="75" y="149"/>
                  </a:lnTo>
                  <a:lnTo>
                    <a:pt x="75" y="149"/>
                  </a:lnTo>
                  <a:lnTo>
                    <a:pt x="83" y="149"/>
                  </a:lnTo>
                  <a:lnTo>
                    <a:pt x="89" y="148"/>
                  </a:lnTo>
                  <a:lnTo>
                    <a:pt x="97" y="146"/>
                  </a:lnTo>
                  <a:lnTo>
                    <a:pt x="103" y="144"/>
                  </a:lnTo>
                  <a:lnTo>
                    <a:pt x="110" y="140"/>
                  </a:lnTo>
                  <a:lnTo>
                    <a:pt x="116" y="137"/>
                  </a:lnTo>
                  <a:lnTo>
                    <a:pt x="122" y="133"/>
                  </a:lnTo>
                  <a:lnTo>
                    <a:pt x="127" y="127"/>
                  </a:lnTo>
                  <a:lnTo>
                    <a:pt x="132" y="122"/>
                  </a:lnTo>
                  <a:lnTo>
                    <a:pt x="136" y="116"/>
                  </a:lnTo>
                  <a:lnTo>
                    <a:pt x="139" y="111"/>
                  </a:lnTo>
                  <a:lnTo>
                    <a:pt x="143" y="104"/>
                  </a:lnTo>
                  <a:lnTo>
                    <a:pt x="146" y="97"/>
                  </a:lnTo>
                  <a:lnTo>
                    <a:pt x="147" y="90"/>
                  </a:lnTo>
                  <a:lnTo>
                    <a:pt x="148" y="83"/>
                  </a:lnTo>
                  <a:lnTo>
                    <a:pt x="149" y="75"/>
                  </a:lnTo>
                  <a:lnTo>
                    <a:pt x="149" y="75"/>
                  </a:lnTo>
                  <a:lnTo>
                    <a:pt x="148" y="67"/>
                  </a:lnTo>
                  <a:lnTo>
                    <a:pt x="147" y="61"/>
                  </a:lnTo>
                  <a:lnTo>
                    <a:pt x="146" y="53"/>
                  </a:lnTo>
                  <a:lnTo>
                    <a:pt x="143" y="46"/>
                  </a:lnTo>
                  <a:lnTo>
                    <a:pt x="139" y="40"/>
                  </a:lnTo>
                  <a:lnTo>
                    <a:pt x="136" y="33"/>
                  </a:lnTo>
                  <a:lnTo>
                    <a:pt x="132" y="28"/>
                  </a:lnTo>
                  <a:lnTo>
                    <a:pt x="127" y="22"/>
                  </a:lnTo>
                  <a:lnTo>
                    <a:pt x="122" y="18"/>
                  </a:lnTo>
                  <a:lnTo>
                    <a:pt x="116" y="14"/>
                  </a:lnTo>
                  <a:lnTo>
                    <a:pt x="110" y="9"/>
                  </a:lnTo>
                  <a:lnTo>
                    <a:pt x="103" y="7"/>
                  </a:lnTo>
                  <a:lnTo>
                    <a:pt x="97" y="4"/>
                  </a:lnTo>
                  <a:lnTo>
                    <a:pt x="89" y="3"/>
                  </a:lnTo>
                  <a:lnTo>
                    <a:pt x="83" y="2"/>
                  </a:lnTo>
                  <a:lnTo>
                    <a:pt x="75" y="0"/>
                  </a:lnTo>
                  <a:lnTo>
                    <a:pt x="75" y="0"/>
                  </a:lnTo>
                  <a:lnTo>
                    <a:pt x="67" y="2"/>
                  </a:lnTo>
                  <a:lnTo>
                    <a:pt x="60" y="3"/>
                  </a:lnTo>
                  <a:lnTo>
                    <a:pt x="52" y="4"/>
                  </a:lnTo>
                  <a:lnTo>
                    <a:pt x="45" y="7"/>
                  </a:lnTo>
                  <a:lnTo>
                    <a:pt x="39" y="9"/>
                  </a:lnTo>
                  <a:lnTo>
                    <a:pt x="33" y="14"/>
                  </a:lnTo>
                  <a:lnTo>
                    <a:pt x="27" y="18"/>
                  </a:lnTo>
                  <a:lnTo>
                    <a:pt x="22" y="22"/>
                  </a:lnTo>
                  <a:lnTo>
                    <a:pt x="17" y="28"/>
                  </a:lnTo>
                  <a:lnTo>
                    <a:pt x="12" y="33"/>
                  </a:lnTo>
                  <a:lnTo>
                    <a:pt x="9" y="40"/>
                  </a:lnTo>
                  <a:lnTo>
                    <a:pt x="6" y="46"/>
                  </a:lnTo>
                  <a:lnTo>
                    <a:pt x="4" y="53"/>
                  </a:lnTo>
                  <a:lnTo>
                    <a:pt x="2" y="61"/>
                  </a:lnTo>
                  <a:lnTo>
                    <a:pt x="0" y="67"/>
                  </a:lnTo>
                  <a:lnTo>
                    <a:pt x="0" y="75"/>
                  </a:lnTo>
                  <a:lnTo>
                    <a:pt x="0" y="75"/>
                  </a:lnTo>
                  <a:close/>
                  <a:moveTo>
                    <a:pt x="34" y="75"/>
                  </a:moveTo>
                  <a:lnTo>
                    <a:pt x="34" y="75"/>
                  </a:lnTo>
                  <a:lnTo>
                    <a:pt x="35" y="67"/>
                  </a:lnTo>
                  <a:lnTo>
                    <a:pt x="38" y="60"/>
                  </a:lnTo>
                  <a:lnTo>
                    <a:pt x="42" y="53"/>
                  </a:lnTo>
                  <a:lnTo>
                    <a:pt x="46" y="48"/>
                  </a:lnTo>
                  <a:lnTo>
                    <a:pt x="52" y="42"/>
                  </a:lnTo>
                  <a:lnTo>
                    <a:pt x="60" y="39"/>
                  </a:lnTo>
                  <a:lnTo>
                    <a:pt x="66" y="37"/>
                  </a:lnTo>
                  <a:lnTo>
                    <a:pt x="75" y="35"/>
                  </a:lnTo>
                  <a:lnTo>
                    <a:pt x="75" y="35"/>
                  </a:lnTo>
                  <a:lnTo>
                    <a:pt x="83" y="37"/>
                  </a:lnTo>
                  <a:lnTo>
                    <a:pt x="90" y="39"/>
                  </a:lnTo>
                  <a:lnTo>
                    <a:pt x="97" y="42"/>
                  </a:lnTo>
                  <a:lnTo>
                    <a:pt x="102" y="48"/>
                  </a:lnTo>
                  <a:lnTo>
                    <a:pt x="108" y="53"/>
                  </a:lnTo>
                  <a:lnTo>
                    <a:pt x="111" y="60"/>
                  </a:lnTo>
                  <a:lnTo>
                    <a:pt x="113" y="67"/>
                  </a:lnTo>
                  <a:lnTo>
                    <a:pt x="114" y="75"/>
                  </a:lnTo>
                  <a:lnTo>
                    <a:pt x="114" y="75"/>
                  </a:lnTo>
                  <a:lnTo>
                    <a:pt x="113" y="84"/>
                  </a:lnTo>
                  <a:lnTo>
                    <a:pt x="111" y="90"/>
                  </a:lnTo>
                  <a:lnTo>
                    <a:pt x="108" y="97"/>
                  </a:lnTo>
                  <a:lnTo>
                    <a:pt x="102" y="103"/>
                  </a:lnTo>
                  <a:lnTo>
                    <a:pt x="97" y="108"/>
                  </a:lnTo>
                  <a:lnTo>
                    <a:pt x="90" y="112"/>
                  </a:lnTo>
                  <a:lnTo>
                    <a:pt x="83" y="114"/>
                  </a:lnTo>
                  <a:lnTo>
                    <a:pt x="75" y="114"/>
                  </a:lnTo>
                  <a:lnTo>
                    <a:pt x="75" y="114"/>
                  </a:lnTo>
                  <a:lnTo>
                    <a:pt x="66" y="114"/>
                  </a:lnTo>
                  <a:lnTo>
                    <a:pt x="60" y="112"/>
                  </a:lnTo>
                  <a:lnTo>
                    <a:pt x="52" y="108"/>
                  </a:lnTo>
                  <a:lnTo>
                    <a:pt x="46" y="103"/>
                  </a:lnTo>
                  <a:lnTo>
                    <a:pt x="42" y="97"/>
                  </a:lnTo>
                  <a:lnTo>
                    <a:pt x="38" y="90"/>
                  </a:lnTo>
                  <a:lnTo>
                    <a:pt x="35" y="84"/>
                  </a:lnTo>
                  <a:lnTo>
                    <a:pt x="34" y="75"/>
                  </a:lnTo>
                  <a:lnTo>
                    <a:pt x="34"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 name="Freeform 85"/>
            <p:cNvSpPr>
              <a:spLocks/>
            </p:cNvSpPr>
            <p:nvPr/>
          </p:nvSpPr>
          <p:spPr bwMode="auto">
            <a:xfrm>
              <a:off x="4432300" y="1993900"/>
              <a:ext cx="341313" cy="141288"/>
            </a:xfrm>
            <a:custGeom>
              <a:avLst/>
              <a:gdLst>
                <a:gd name="T0" fmla="*/ 304 w 430"/>
                <a:gd name="T1" fmla="*/ 86 h 178"/>
                <a:gd name="T2" fmla="*/ 282 w 430"/>
                <a:gd name="T3" fmla="*/ 100 h 178"/>
                <a:gd name="T4" fmla="*/ 264 w 430"/>
                <a:gd name="T5" fmla="*/ 115 h 178"/>
                <a:gd name="T6" fmla="*/ 236 w 430"/>
                <a:gd name="T7" fmla="*/ 146 h 178"/>
                <a:gd name="T8" fmla="*/ 236 w 430"/>
                <a:gd name="T9" fmla="*/ 21 h 178"/>
                <a:gd name="T10" fmla="*/ 234 w 430"/>
                <a:gd name="T11" fmla="*/ 12 h 178"/>
                <a:gd name="T12" fmla="*/ 230 w 430"/>
                <a:gd name="T13" fmla="*/ 6 h 178"/>
                <a:gd name="T14" fmla="*/ 223 w 430"/>
                <a:gd name="T15" fmla="*/ 1 h 178"/>
                <a:gd name="T16" fmla="*/ 214 w 430"/>
                <a:gd name="T17" fmla="*/ 0 h 178"/>
                <a:gd name="T18" fmla="*/ 210 w 430"/>
                <a:gd name="T19" fmla="*/ 0 h 178"/>
                <a:gd name="T20" fmla="*/ 202 w 430"/>
                <a:gd name="T21" fmla="*/ 3 h 178"/>
                <a:gd name="T22" fmla="*/ 197 w 430"/>
                <a:gd name="T23" fmla="*/ 9 h 178"/>
                <a:gd name="T24" fmla="*/ 194 w 430"/>
                <a:gd name="T25" fmla="*/ 16 h 178"/>
                <a:gd name="T26" fmla="*/ 194 w 430"/>
                <a:gd name="T27" fmla="*/ 146 h 178"/>
                <a:gd name="T28" fmla="*/ 180 w 430"/>
                <a:gd name="T29" fmla="*/ 130 h 178"/>
                <a:gd name="T30" fmla="*/ 156 w 430"/>
                <a:gd name="T31" fmla="*/ 107 h 178"/>
                <a:gd name="T32" fmla="*/ 137 w 430"/>
                <a:gd name="T33" fmla="*/ 92 h 178"/>
                <a:gd name="T34" fmla="*/ 125 w 430"/>
                <a:gd name="T35" fmla="*/ 86 h 178"/>
                <a:gd name="T36" fmla="*/ 103 w 430"/>
                <a:gd name="T37" fmla="*/ 76 h 178"/>
                <a:gd name="T38" fmla="*/ 81 w 430"/>
                <a:gd name="T39" fmla="*/ 69 h 178"/>
                <a:gd name="T40" fmla="*/ 40 w 430"/>
                <a:gd name="T41" fmla="*/ 62 h 178"/>
                <a:gd name="T42" fmla="*/ 11 w 430"/>
                <a:gd name="T43" fmla="*/ 61 h 178"/>
                <a:gd name="T44" fmla="*/ 0 w 430"/>
                <a:gd name="T45" fmla="*/ 62 h 178"/>
                <a:gd name="T46" fmla="*/ 13 w 430"/>
                <a:gd name="T47" fmla="*/ 82 h 178"/>
                <a:gd name="T48" fmla="*/ 35 w 430"/>
                <a:gd name="T49" fmla="*/ 111 h 178"/>
                <a:gd name="T50" fmla="*/ 59 w 430"/>
                <a:gd name="T51" fmla="*/ 132 h 178"/>
                <a:gd name="T52" fmla="*/ 79 w 430"/>
                <a:gd name="T53" fmla="*/ 147 h 178"/>
                <a:gd name="T54" fmla="*/ 90 w 430"/>
                <a:gd name="T55" fmla="*/ 153 h 178"/>
                <a:gd name="T56" fmla="*/ 127 w 430"/>
                <a:gd name="T57" fmla="*/ 168 h 178"/>
                <a:gd name="T58" fmla="*/ 162 w 430"/>
                <a:gd name="T59" fmla="*/ 175 h 178"/>
                <a:gd name="T60" fmla="*/ 190 w 430"/>
                <a:gd name="T61" fmla="*/ 177 h 178"/>
                <a:gd name="T62" fmla="*/ 209 w 430"/>
                <a:gd name="T63" fmla="*/ 177 h 178"/>
                <a:gd name="T64" fmla="*/ 214 w 430"/>
                <a:gd name="T65" fmla="*/ 178 h 178"/>
                <a:gd name="T66" fmla="*/ 220 w 430"/>
                <a:gd name="T67" fmla="*/ 177 h 178"/>
                <a:gd name="T68" fmla="*/ 253 w 430"/>
                <a:gd name="T69" fmla="*/ 177 h 178"/>
                <a:gd name="T70" fmla="*/ 284 w 430"/>
                <a:gd name="T71" fmla="*/ 173 h 178"/>
                <a:gd name="T72" fmla="*/ 321 w 430"/>
                <a:gd name="T73" fmla="*/ 162 h 178"/>
                <a:gd name="T74" fmla="*/ 340 w 430"/>
                <a:gd name="T75" fmla="*/ 153 h 178"/>
                <a:gd name="T76" fmla="*/ 361 w 430"/>
                <a:gd name="T77" fmla="*/ 140 h 178"/>
                <a:gd name="T78" fmla="*/ 378 w 430"/>
                <a:gd name="T79" fmla="*/ 126 h 178"/>
                <a:gd name="T80" fmla="*/ 407 w 430"/>
                <a:gd name="T81" fmla="*/ 95 h 178"/>
                <a:gd name="T82" fmla="*/ 423 w 430"/>
                <a:gd name="T83" fmla="*/ 72 h 178"/>
                <a:gd name="T84" fmla="*/ 430 w 430"/>
                <a:gd name="T85" fmla="*/ 62 h 178"/>
                <a:gd name="T86" fmla="*/ 406 w 430"/>
                <a:gd name="T87" fmla="*/ 61 h 178"/>
                <a:gd name="T88" fmla="*/ 370 w 430"/>
                <a:gd name="T89" fmla="*/ 65 h 178"/>
                <a:gd name="T90" fmla="*/ 338 w 430"/>
                <a:gd name="T91" fmla="*/ 72 h 178"/>
                <a:gd name="T92" fmla="*/ 315 w 430"/>
                <a:gd name="T93" fmla="*/ 81 h 178"/>
                <a:gd name="T94" fmla="*/ 304 w 430"/>
                <a:gd name="T95" fmla="*/ 86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0" h="178">
                  <a:moveTo>
                    <a:pt x="304" y="86"/>
                  </a:moveTo>
                  <a:lnTo>
                    <a:pt x="304" y="86"/>
                  </a:lnTo>
                  <a:lnTo>
                    <a:pt x="293" y="92"/>
                  </a:lnTo>
                  <a:lnTo>
                    <a:pt x="282" y="100"/>
                  </a:lnTo>
                  <a:lnTo>
                    <a:pt x="273" y="107"/>
                  </a:lnTo>
                  <a:lnTo>
                    <a:pt x="264" y="115"/>
                  </a:lnTo>
                  <a:lnTo>
                    <a:pt x="248" y="130"/>
                  </a:lnTo>
                  <a:lnTo>
                    <a:pt x="236" y="146"/>
                  </a:lnTo>
                  <a:lnTo>
                    <a:pt x="236" y="21"/>
                  </a:lnTo>
                  <a:lnTo>
                    <a:pt x="236" y="21"/>
                  </a:lnTo>
                  <a:lnTo>
                    <a:pt x="235" y="16"/>
                  </a:lnTo>
                  <a:lnTo>
                    <a:pt x="234" y="12"/>
                  </a:lnTo>
                  <a:lnTo>
                    <a:pt x="232" y="9"/>
                  </a:lnTo>
                  <a:lnTo>
                    <a:pt x="230" y="6"/>
                  </a:lnTo>
                  <a:lnTo>
                    <a:pt x="226" y="3"/>
                  </a:lnTo>
                  <a:lnTo>
                    <a:pt x="223" y="1"/>
                  </a:lnTo>
                  <a:lnTo>
                    <a:pt x="219" y="0"/>
                  </a:lnTo>
                  <a:lnTo>
                    <a:pt x="214" y="0"/>
                  </a:lnTo>
                  <a:lnTo>
                    <a:pt x="214" y="0"/>
                  </a:lnTo>
                  <a:lnTo>
                    <a:pt x="210" y="0"/>
                  </a:lnTo>
                  <a:lnTo>
                    <a:pt x="207" y="1"/>
                  </a:lnTo>
                  <a:lnTo>
                    <a:pt x="202" y="3"/>
                  </a:lnTo>
                  <a:lnTo>
                    <a:pt x="200" y="6"/>
                  </a:lnTo>
                  <a:lnTo>
                    <a:pt x="197" y="9"/>
                  </a:lnTo>
                  <a:lnTo>
                    <a:pt x="195" y="12"/>
                  </a:lnTo>
                  <a:lnTo>
                    <a:pt x="194" y="16"/>
                  </a:lnTo>
                  <a:lnTo>
                    <a:pt x="194" y="21"/>
                  </a:lnTo>
                  <a:lnTo>
                    <a:pt x="194" y="146"/>
                  </a:lnTo>
                  <a:lnTo>
                    <a:pt x="194" y="146"/>
                  </a:lnTo>
                  <a:lnTo>
                    <a:pt x="180" y="130"/>
                  </a:lnTo>
                  <a:lnTo>
                    <a:pt x="165" y="115"/>
                  </a:lnTo>
                  <a:lnTo>
                    <a:pt x="156" y="107"/>
                  </a:lnTo>
                  <a:lnTo>
                    <a:pt x="146" y="100"/>
                  </a:lnTo>
                  <a:lnTo>
                    <a:pt x="137" y="92"/>
                  </a:lnTo>
                  <a:lnTo>
                    <a:pt x="125" y="86"/>
                  </a:lnTo>
                  <a:lnTo>
                    <a:pt x="125" y="86"/>
                  </a:lnTo>
                  <a:lnTo>
                    <a:pt x="114" y="81"/>
                  </a:lnTo>
                  <a:lnTo>
                    <a:pt x="103" y="76"/>
                  </a:lnTo>
                  <a:lnTo>
                    <a:pt x="92" y="72"/>
                  </a:lnTo>
                  <a:lnTo>
                    <a:pt x="81" y="69"/>
                  </a:lnTo>
                  <a:lnTo>
                    <a:pt x="59" y="65"/>
                  </a:lnTo>
                  <a:lnTo>
                    <a:pt x="40" y="62"/>
                  </a:lnTo>
                  <a:lnTo>
                    <a:pt x="24" y="61"/>
                  </a:lnTo>
                  <a:lnTo>
                    <a:pt x="11" y="61"/>
                  </a:lnTo>
                  <a:lnTo>
                    <a:pt x="0" y="62"/>
                  </a:lnTo>
                  <a:lnTo>
                    <a:pt x="0" y="62"/>
                  </a:lnTo>
                  <a:lnTo>
                    <a:pt x="5" y="72"/>
                  </a:lnTo>
                  <a:lnTo>
                    <a:pt x="13" y="82"/>
                  </a:lnTo>
                  <a:lnTo>
                    <a:pt x="23" y="95"/>
                  </a:lnTo>
                  <a:lnTo>
                    <a:pt x="35" y="111"/>
                  </a:lnTo>
                  <a:lnTo>
                    <a:pt x="50" y="126"/>
                  </a:lnTo>
                  <a:lnTo>
                    <a:pt x="59" y="132"/>
                  </a:lnTo>
                  <a:lnTo>
                    <a:pt x="69" y="140"/>
                  </a:lnTo>
                  <a:lnTo>
                    <a:pt x="79" y="147"/>
                  </a:lnTo>
                  <a:lnTo>
                    <a:pt x="90" y="153"/>
                  </a:lnTo>
                  <a:lnTo>
                    <a:pt x="90" y="153"/>
                  </a:lnTo>
                  <a:lnTo>
                    <a:pt x="108" y="162"/>
                  </a:lnTo>
                  <a:lnTo>
                    <a:pt x="127" y="168"/>
                  </a:lnTo>
                  <a:lnTo>
                    <a:pt x="144" y="173"/>
                  </a:lnTo>
                  <a:lnTo>
                    <a:pt x="162" y="175"/>
                  </a:lnTo>
                  <a:lnTo>
                    <a:pt x="177" y="177"/>
                  </a:lnTo>
                  <a:lnTo>
                    <a:pt x="190" y="177"/>
                  </a:lnTo>
                  <a:lnTo>
                    <a:pt x="209" y="177"/>
                  </a:lnTo>
                  <a:lnTo>
                    <a:pt x="209" y="177"/>
                  </a:lnTo>
                  <a:lnTo>
                    <a:pt x="214" y="178"/>
                  </a:lnTo>
                  <a:lnTo>
                    <a:pt x="214" y="178"/>
                  </a:lnTo>
                  <a:lnTo>
                    <a:pt x="220" y="177"/>
                  </a:lnTo>
                  <a:lnTo>
                    <a:pt x="220" y="177"/>
                  </a:lnTo>
                  <a:lnTo>
                    <a:pt x="238" y="177"/>
                  </a:lnTo>
                  <a:lnTo>
                    <a:pt x="253" y="177"/>
                  </a:lnTo>
                  <a:lnTo>
                    <a:pt x="268" y="175"/>
                  </a:lnTo>
                  <a:lnTo>
                    <a:pt x="284" y="173"/>
                  </a:lnTo>
                  <a:lnTo>
                    <a:pt x="303" y="168"/>
                  </a:lnTo>
                  <a:lnTo>
                    <a:pt x="321" y="162"/>
                  </a:lnTo>
                  <a:lnTo>
                    <a:pt x="340" y="153"/>
                  </a:lnTo>
                  <a:lnTo>
                    <a:pt x="340" y="153"/>
                  </a:lnTo>
                  <a:lnTo>
                    <a:pt x="351" y="147"/>
                  </a:lnTo>
                  <a:lnTo>
                    <a:pt x="361" y="140"/>
                  </a:lnTo>
                  <a:lnTo>
                    <a:pt x="370" y="132"/>
                  </a:lnTo>
                  <a:lnTo>
                    <a:pt x="378" y="126"/>
                  </a:lnTo>
                  <a:lnTo>
                    <a:pt x="394" y="111"/>
                  </a:lnTo>
                  <a:lnTo>
                    <a:pt x="407" y="95"/>
                  </a:lnTo>
                  <a:lnTo>
                    <a:pt x="417" y="82"/>
                  </a:lnTo>
                  <a:lnTo>
                    <a:pt x="423" y="72"/>
                  </a:lnTo>
                  <a:lnTo>
                    <a:pt x="430" y="62"/>
                  </a:lnTo>
                  <a:lnTo>
                    <a:pt x="430" y="62"/>
                  </a:lnTo>
                  <a:lnTo>
                    <a:pt x="418" y="61"/>
                  </a:lnTo>
                  <a:lnTo>
                    <a:pt x="406" y="61"/>
                  </a:lnTo>
                  <a:lnTo>
                    <a:pt x="389" y="62"/>
                  </a:lnTo>
                  <a:lnTo>
                    <a:pt x="370" y="65"/>
                  </a:lnTo>
                  <a:lnTo>
                    <a:pt x="349" y="69"/>
                  </a:lnTo>
                  <a:lnTo>
                    <a:pt x="338" y="72"/>
                  </a:lnTo>
                  <a:lnTo>
                    <a:pt x="326" y="76"/>
                  </a:lnTo>
                  <a:lnTo>
                    <a:pt x="315" y="81"/>
                  </a:lnTo>
                  <a:lnTo>
                    <a:pt x="304" y="86"/>
                  </a:lnTo>
                  <a:lnTo>
                    <a:pt x="304" y="8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39" name="组合 438"/>
          <p:cNvGrpSpPr/>
          <p:nvPr/>
        </p:nvGrpSpPr>
        <p:grpSpPr>
          <a:xfrm>
            <a:off x="6890818" y="5246903"/>
            <a:ext cx="483606" cy="326636"/>
            <a:chOff x="2938463" y="1827213"/>
            <a:chExt cx="665163" cy="449263"/>
          </a:xfrm>
          <a:solidFill>
            <a:srgbClr val="707E84"/>
          </a:solidFill>
        </p:grpSpPr>
        <p:sp>
          <p:nvSpPr>
            <p:cNvPr id="440" name="Freeform 72"/>
            <p:cNvSpPr>
              <a:spLocks/>
            </p:cNvSpPr>
            <p:nvPr/>
          </p:nvSpPr>
          <p:spPr bwMode="auto">
            <a:xfrm>
              <a:off x="3275013" y="1827213"/>
              <a:ext cx="328613" cy="395288"/>
            </a:xfrm>
            <a:custGeom>
              <a:avLst/>
              <a:gdLst>
                <a:gd name="T0" fmla="*/ 47 w 103"/>
                <a:gd name="T1" fmla="*/ 21 h 124"/>
                <a:gd name="T2" fmla="*/ 67 w 103"/>
                <a:gd name="T3" fmla="*/ 6 h 124"/>
                <a:gd name="T4" fmla="*/ 0 w 103"/>
                <a:gd name="T5" fmla="*/ 0 h 124"/>
                <a:gd name="T6" fmla="*/ 5 w 103"/>
                <a:gd name="T7" fmla="*/ 52 h 124"/>
                <a:gd name="T8" fmla="*/ 22 w 103"/>
                <a:gd name="T9" fmla="*/ 39 h 124"/>
                <a:gd name="T10" fmla="*/ 45 w 103"/>
                <a:gd name="T11" fmla="*/ 124 h 124"/>
                <a:gd name="T12" fmla="*/ 47 w 103"/>
                <a:gd name="T13" fmla="*/ 21 h 124"/>
              </a:gdLst>
              <a:ahLst/>
              <a:cxnLst>
                <a:cxn ang="0">
                  <a:pos x="T0" y="T1"/>
                </a:cxn>
                <a:cxn ang="0">
                  <a:pos x="T2" y="T3"/>
                </a:cxn>
                <a:cxn ang="0">
                  <a:pos x="T4" y="T5"/>
                </a:cxn>
                <a:cxn ang="0">
                  <a:pos x="T6" y="T7"/>
                </a:cxn>
                <a:cxn ang="0">
                  <a:pos x="T8" y="T9"/>
                </a:cxn>
                <a:cxn ang="0">
                  <a:pos x="T10" y="T11"/>
                </a:cxn>
                <a:cxn ang="0">
                  <a:pos x="T12" y="T13"/>
                </a:cxn>
              </a:cxnLst>
              <a:rect l="0" t="0" r="r" b="b"/>
              <a:pathLst>
                <a:path w="103" h="124">
                  <a:moveTo>
                    <a:pt x="47" y="21"/>
                  </a:moveTo>
                  <a:cubicBezTo>
                    <a:pt x="67" y="6"/>
                    <a:pt x="67" y="6"/>
                    <a:pt x="67" y="6"/>
                  </a:cubicBezTo>
                  <a:cubicBezTo>
                    <a:pt x="0" y="0"/>
                    <a:pt x="0" y="0"/>
                    <a:pt x="0" y="0"/>
                  </a:cubicBezTo>
                  <a:cubicBezTo>
                    <a:pt x="5" y="52"/>
                    <a:pt x="5" y="52"/>
                    <a:pt x="5" y="52"/>
                  </a:cubicBezTo>
                  <a:cubicBezTo>
                    <a:pt x="22" y="39"/>
                    <a:pt x="22" y="39"/>
                    <a:pt x="22" y="39"/>
                  </a:cubicBezTo>
                  <a:cubicBezTo>
                    <a:pt x="36" y="49"/>
                    <a:pt x="66" y="77"/>
                    <a:pt x="45" y="124"/>
                  </a:cubicBezTo>
                  <a:cubicBezTo>
                    <a:pt x="45" y="124"/>
                    <a:pt x="103" y="80"/>
                    <a:pt x="47"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 name="Freeform 73"/>
            <p:cNvSpPr>
              <a:spLocks/>
            </p:cNvSpPr>
            <p:nvPr/>
          </p:nvSpPr>
          <p:spPr bwMode="auto">
            <a:xfrm>
              <a:off x="2938463" y="1881188"/>
              <a:ext cx="330200" cy="395288"/>
            </a:xfrm>
            <a:custGeom>
              <a:avLst/>
              <a:gdLst>
                <a:gd name="T0" fmla="*/ 104 w 104"/>
                <a:gd name="T1" fmla="*/ 124 h 124"/>
                <a:gd name="T2" fmla="*/ 99 w 104"/>
                <a:gd name="T3" fmla="*/ 72 h 124"/>
                <a:gd name="T4" fmla="*/ 82 w 104"/>
                <a:gd name="T5" fmla="*/ 85 h 124"/>
                <a:gd name="T6" fmla="*/ 59 w 104"/>
                <a:gd name="T7" fmla="*/ 0 h 124"/>
                <a:gd name="T8" fmla="*/ 57 w 104"/>
                <a:gd name="T9" fmla="*/ 103 h 124"/>
                <a:gd name="T10" fmla="*/ 37 w 104"/>
                <a:gd name="T11" fmla="*/ 118 h 124"/>
                <a:gd name="T12" fmla="*/ 104 w 104"/>
                <a:gd name="T13" fmla="*/ 124 h 124"/>
              </a:gdLst>
              <a:ahLst/>
              <a:cxnLst>
                <a:cxn ang="0">
                  <a:pos x="T0" y="T1"/>
                </a:cxn>
                <a:cxn ang="0">
                  <a:pos x="T2" y="T3"/>
                </a:cxn>
                <a:cxn ang="0">
                  <a:pos x="T4" y="T5"/>
                </a:cxn>
                <a:cxn ang="0">
                  <a:pos x="T6" y="T7"/>
                </a:cxn>
                <a:cxn ang="0">
                  <a:pos x="T8" y="T9"/>
                </a:cxn>
                <a:cxn ang="0">
                  <a:pos x="T10" y="T11"/>
                </a:cxn>
                <a:cxn ang="0">
                  <a:pos x="T12" y="T13"/>
                </a:cxn>
              </a:cxnLst>
              <a:rect l="0" t="0" r="r" b="b"/>
              <a:pathLst>
                <a:path w="104" h="124">
                  <a:moveTo>
                    <a:pt x="104" y="124"/>
                  </a:moveTo>
                  <a:cubicBezTo>
                    <a:pt x="99" y="72"/>
                    <a:pt x="99" y="72"/>
                    <a:pt x="99" y="72"/>
                  </a:cubicBezTo>
                  <a:cubicBezTo>
                    <a:pt x="82" y="85"/>
                    <a:pt x="82" y="85"/>
                    <a:pt x="82" y="85"/>
                  </a:cubicBezTo>
                  <a:cubicBezTo>
                    <a:pt x="68" y="75"/>
                    <a:pt x="37" y="46"/>
                    <a:pt x="59" y="0"/>
                  </a:cubicBezTo>
                  <a:cubicBezTo>
                    <a:pt x="59" y="0"/>
                    <a:pt x="0" y="44"/>
                    <a:pt x="57" y="103"/>
                  </a:cubicBezTo>
                  <a:cubicBezTo>
                    <a:pt x="37" y="118"/>
                    <a:pt x="37" y="118"/>
                    <a:pt x="37" y="118"/>
                  </a:cubicBezTo>
                  <a:lnTo>
                    <a:pt x="104" y="1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442" name="Freeform 69"/>
          <p:cNvSpPr>
            <a:spLocks noEditPoints="1"/>
          </p:cNvSpPr>
          <p:nvPr/>
        </p:nvSpPr>
        <p:spPr bwMode="auto">
          <a:xfrm>
            <a:off x="6955899" y="5792256"/>
            <a:ext cx="274894" cy="369621"/>
          </a:xfrm>
          <a:custGeom>
            <a:avLst/>
            <a:gdLst>
              <a:gd name="T0" fmla="*/ 69 w 74"/>
              <a:gd name="T1" fmla="*/ 36 h 99"/>
              <a:gd name="T2" fmla="*/ 37 w 74"/>
              <a:gd name="T3" fmla="*/ 0 h 99"/>
              <a:gd name="T4" fmla="*/ 5 w 74"/>
              <a:gd name="T5" fmla="*/ 36 h 99"/>
              <a:gd name="T6" fmla="*/ 0 w 74"/>
              <a:gd name="T7" fmla="*/ 44 h 99"/>
              <a:gd name="T8" fmla="*/ 0 w 74"/>
              <a:gd name="T9" fmla="*/ 89 h 99"/>
              <a:gd name="T10" fmla="*/ 10 w 74"/>
              <a:gd name="T11" fmla="*/ 99 h 99"/>
              <a:gd name="T12" fmla="*/ 64 w 74"/>
              <a:gd name="T13" fmla="*/ 99 h 99"/>
              <a:gd name="T14" fmla="*/ 74 w 74"/>
              <a:gd name="T15" fmla="*/ 89 h 99"/>
              <a:gd name="T16" fmla="*/ 74 w 74"/>
              <a:gd name="T17" fmla="*/ 44 h 99"/>
              <a:gd name="T18" fmla="*/ 69 w 74"/>
              <a:gd name="T19" fmla="*/ 36 h 99"/>
              <a:gd name="T20" fmla="*/ 41 w 74"/>
              <a:gd name="T21" fmla="*/ 70 h 99"/>
              <a:gd name="T22" fmla="*/ 41 w 74"/>
              <a:gd name="T23" fmla="*/ 84 h 99"/>
              <a:gd name="T24" fmla="*/ 37 w 74"/>
              <a:gd name="T25" fmla="*/ 88 h 99"/>
              <a:gd name="T26" fmla="*/ 33 w 74"/>
              <a:gd name="T27" fmla="*/ 84 h 99"/>
              <a:gd name="T28" fmla="*/ 33 w 74"/>
              <a:gd name="T29" fmla="*/ 70 h 99"/>
              <a:gd name="T30" fmla="*/ 25 w 74"/>
              <a:gd name="T31" fmla="*/ 59 h 99"/>
              <a:gd name="T32" fmla="*/ 37 w 74"/>
              <a:gd name="T33" fmla="*/ 48 h 99"/>
              <a:gd name="T34" fmla="*/ 48 w 74"/>
              <a:gd name="T35" fmla="*/ 59 h 99"/>
              <a:gd name="T36" fmla="*/ 41 w 74"/>
              <a:gd name="T37" fmla="*/ 70 h 99"/>
              <a:gd name="T38" fmla="*/ 12 w 74"/>
              <a:gd name="T39" fmla="*/ 34 h 99"/>
              <a:gd name="T40" fmla="*/ 37 w 74"/>
              <a:gd name="T41" fmla="*/ 6 h 99"/>
              <a:gd name="T42" fmla="*/ 62 w 74"/>
              <a:gd name="T43" fmla="*/ 34 h 99"/>
              <a:gd name="T44" fmla="*/ 12 w 74"/>
              <a:gd name="T45" fmla="*/ 34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4" h="99">
                <a:moveTo>
                  <a:pt x="69" y="36"/>
                </a:moveTo>
                <a:cubicBezTo>
                  <a:pt x="68" y="16"/>
                  <a:pt x="54" y="0"/>
                  <a:pt x="37" y="0"/>
                </a:cubicBezTo>
                <a:cubicBezTo>
                  <a:pt x="19" y="0"/>
                  <a:pt x="5" y="16"/>
                  <a:pt x="5" y="36"/>
                </a:cubicBezTo>
                <a:cubicBezTo>
                  <a:pt x="2" y="37"/>
                  <a:pt x="0" y="41"/>
                  <a:pt x="0" y="44"/>
                </a:cubicBezTo>
                <a:cubicBezTo>
                  <a:pt x="0" y="89"/>
                  <a:pt x="0" y="89"/>
                  <a:pt x="0" y="89"/>
                </a:cubicBezTo>
                <a:cubicBezTo>
                  <a:pt x="0" y="94"/>
                  <a:pt x="4" y="99"/>
                  <a:pt x="10" y="99"/>
                </a:cubicBezTo>
                <a:cubicBezTo>
                  <a:pt x="64" y="99"/>
                  <a:pt x="64" y="99"/>
                  <a:pt x="64" y="99"/>
                </a:cubicBezTo>
                <a:cubicBezTo>
                  <a:pt x="69" y="99"/>
                  <a:pt x="74" y="94"/>
                  <a:pt x="74" y="89"/>
                </a:cubicBezTo>
                <a:cubicBezTo>
                  <a:pt x="74" y="44"/>
                  <a:pt x="74" y="44"/>
                  <a:pt x="74" y="44"/>
                </a:cubicBezTo>
                <a:cubicBezTo>
                  <a:pt x="74" y="41"/>
                  <a:pt x="72" y="37"/>
                  <a:pt x="69" y="36"/>
                </a:cubicBezTo>
                <a:close/>
                <a:moveTo>
                  <a:pt x="41" y="70"/>
                </a:moveTo>
                <a:cubicBezTo>
                  <a:pt x="41" y="84"/>
                  <a:pt x="41" y="84"/>
                  <a:pt x="41" y="84"/>
                </a:cubicBezTo>
                <a:cubicBezTo>
                  <a:pt x="41" y="87"/>
                  <a:pt x="39" y="88"/>
                  <a:pt x="37" y="88"/>
                </a:cubicBezTo>
                <a:cubicBezTo>
                  <a:pt x="34" y="88"/>
                  <a:pt x="33" y="87"/>
                  <a:pt x="33" y="84"/>
                </a:cubicBezTo>
                <a:cubicBezTo>
                  <a:pt x="33" y="70"/>
                  <a:pt x="33" y="70"/>
                  <a:pt x="33" y="70"/>
                </a:cubicBezTo>
                <a:cubicBezTo>
                  <a:pt x="28" y="68"/>
                  <a:pt x="25" y="64"/>
                  <a:pt x="25" y="59"/>
                </a:cubicBezTo>
                <a:cubicBezTo>
                  <a:pt x="25" y="53"/>
                  <a:pt x="30" y="48"/>
                  <a:pt x="37" y="48"/>
                </a:cubicBezTo>
                <a:cubicBezTo>
                  <a:pt x="43" y="48"/>
                  <a:pt x="48" y="53"/>
                  <a:pt x="48" y="59"/>
                </a:cubicBezTo>
                <a:cubicBezTo>
                  <a:pt x="48" y="64"/>
                  <a:pt x="45" y="68"/>
                  <a:pt x="41" y="70"/>
                </a:cubicBezTo>
                <a:close/>
                <a:moveTo>
                  <a:pt x="12" y="34"/>
                </a:moveTo>
                <a:cubicBezTo>
                  <a:pt x="13" y="19"/>
                  <a:pt x="24" y="6"/>
                  <a:pt x="37" y="6"/>
                </a:cubicBezTo>
                <a:cubicBezTo>
                  <a:pt x="50" y="6"/>
                  <a:pt x="61" y="19"/>
                  <a:pt x="62" y="34"/>
                </a:cubicBezTo>
                <a:lnTo>
                  <a:pt x="12" y="34"/>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443" name="组合 442"/>
          <p:cNvGrpSpPr/>
          <p:nvPr/>
        </p:nvGrpSpPr>
        <p:grpSpPr>
          <a:xfrm>
            <a:off x="7408332" y="5237253"/>
            <a:ext cx="270483" cy="358605"/>
            <a:chOff x="10574338" y="295275"/>
            <a:chExt cx="1193800" cy="1582738"/>
          </a:xfrm>
          <a:solidFill>
            <a:srgbClr val="707E84"/>
          </a:solidFill>
        </p:grpSpPr>
        <p:sp>
          <p:nvSpPr>
            <p:cNvPr id="444" name="Freeform 18"/>
            <p:cNvSpPr>
              <a:spLocks/>
            </p:cNvSpPr>
            <p:nvPr/>
          </p:nvSpPr>
          <p:spPr bwMode="auto">
            <a:xfrm>
              <a:off x="10574338" y="766763"/>
              <a:ext cx="1193800" cy="1111250"/>
            </a:xfrm>
            <a:custGeom>
              <a:avLst/>
              <a:gdLst>
                <a:gd name="T0" fmla="*/ 391 w 411"/>
                <a:gd name="T1" fmla="*/ 0 h 382"/>
                <a:gd name="T2" fmla="*/ 21 w 411"/>
                <a:gd name="T3" fmla="*/ 0 h 382"/>
                <a:gd name="T4" fmla="*/ 0 w 411"/>
                <a:gd name="T5" fmla="*/ 21 h 382"/>
                <a:gd name="T6" fmla="*/ 21 w 411"/>
                <a:gd name="T7" fmla="*/ 42 h 382"/>
                <a:gd name="T8" fmla="*/ 26 w 411"/>
                <a:gd name="T9" fmla="*/ 42 h 382"/>
                <a:gd name="T10" fmla="*/ 76 w 411"/>
                <a:gd name="T11" fmla="*/ 343 h 382"/>
                <a:gd name="T12" fmla="*/ 59 w 411"/>
                <a:gd name="T13" fmla="*/ 363 h 382"/>
                <a:gd name="T14" fmla="*/ 79 w 411"/>
                <a:gd name="T15" fmla="*/ 382 h 382"/>
                <a:gd name="T16" fmla="*/ 333 w 411"/>
                <a:gd name="T17" fmla="*/ 382 h 382"/>
                <a:gd name="T18" fmla="*/ 353 w 411"/>
                <a:gd name="T19" fmla="*/ 363 h 382"/>
                <a:gd name="T20" fmla="*/ 336 w 411"/>
                <a:gd name="T21" fmla="*/ 343 h 382"/>
                <a:gd name="T22" fmla="*/ 386 w 411"/>
                <a:gd name="T23" fmla="*/ 42 h 382"/>
                <a:gd name="T24" fmla="*/ 391 w 411"/>
                <a:gd name="T25" fmla="*/ 42 h 382"/>
                <a:gd name="T26" fmla="*/ 411 w 411"/>
                <a:gd name="T27" fmla="*/ 21 h 382"/>
                <a:gd name="T28" fmla="*/ 391 w 411"/>
                <a:gd name="T29" fmla="*/ 0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11" h="382">
                  <a:moveTo>
                    <a:pt x="391" y="0"/>
                  </a:moveTo>
                  <a:cubicBezTo>
                    <a:pt x="21" y="0"/>
                    <a:pt x="21" y="0"/>
                    <a:pt x="21" y="0"/>
                  </a:cubicBezTo>
                  <a:cubicBezTo>
                    <a:pt x="10" y="0"/>
                    <a:pt x="0" y="9"/>
                    <a:pt x="0" y="21"/>
                  </a:cubicBezTo>
                  <a:cubicBezTo>
                    <a:pt x="0" y="32"/>
                    <a:pt x="10" y="42"/>
                    <a:pt x="21" y="42"/>
                  </a:cubicBezTo>
                  <a:cubicBezTo>
                    <a:pt x="26" y="42"/>
                    <a:pt x="26" y="42"/>
                    <a:pt x="26" y="42"/>
                  </a:cubicBezTo>
                  <a:cubicBezTo>
                    <a:pt x="76" y="343"/>
                    <a:pt x="76" y="343"/>
                    <a:pt x="76" y="343"/>
                  </a:cubicBezTo>
                  <a:cubicBezTo>
                    <a:pt x="66" y="345"/>
                    <a:pt x="59" y="353"/>
                    <a:pt x="59" y="363"/>
                  </a:cubicBezTo>
                  <a:cubicBezTo>
                    <a:pt x="59" y="373"/>
                    <a:pt x="68" y="382"/>
                    <a:pt x="79" y="382"/>
                  </a:cubicBezTo>
                  <a:cubicBezTo>
                    <a:pt x="333" y="382"/>
                    <a:pt x="333" y="382"/>
                    <a:pt x="333" y="382"/>
                  </a:cubicBezTo>
                  <a:cubicBezTo>
                    <a:pt x="344" y="382"/>
                    <a:pt x="353" y="373"/>
                    <a:pt x="353" y="363"/>
                  </a:cubicBezTo>
                  <a:cubicBezTo>
                    <a:pt x="353" y="353"/>
                    <a:pt x="346" y="345"/>
                    <a:pt x="336" y="343"/>
                  </a:cubicBezTo>
                  <a:cubicBezTo>
                    <a:pt x="386" y="42"/>
                    <a:pt x="386" y="42"/>
                    <a:pt x="386" y="42"/>
                  </a:cubicBezTo>
                  <a:cubicBezTo>
                    <a:pt x="391" y="42"/>
                    <a:pt x="391" y="42"/>
                    <a:pt x="391" y="42"/>
                  </a:cubicBezTo>
                  <a:cubicBezTo>
                    <a:pt x="402" y="42"/>
                    <a:pt x="411" y="32"/>
                    <a:pt x="411" y="21"/>
                  </a:cubicBezTo>
                  <a:cubicBezTo>
                    <a:pt x="411" y="9"/>
                    <a:pt x="402" y="0"/>
                    <a:pt x="39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 name="Freeform 19"/>
            <p:cNvSpPr>
              <a:spLocks/>
            </p:cNvSpPr>
            <p:nvPr/>
          </p:nvSpPr>
          <p:spPr bwMode="auto">
            <a:xfrm>
              <a:off x="10980738" y="295275"/>
              <a:ext cx="384175" cy="419100"/>
            </a:xfrm>
            <a:custGeom>
              <a:avLst/>
              <a:gdLst>
                <a:gd name="T0" fmla="*/ 42 w 132"/>
                <a:gd name="T1" fmla="*/ 0 h 144"/>
                <a:gd name="T2" fmla="*/ 33 w 132"/>
                <a:gd name="T3" fmla="*/ 9 h 144"/>
                <a:gd name="T4" fmla="*/ 33 w 132"/>
                <a:gd name="T5" fmla="*/ 55 h 144"/>
                <a:gd name="T6" fmla="*/ 24 w 132"/>
                <a:gd name="T7" fmla="*/ 64 h 144"/>
                <a:gd name="T8" fmla="*/ 7 w 132"/>
                <a:gd name="T9" fmla="*/ 65 h 144"/>
                <a:gd name="T10" fmla="*/ 3 w 132"/>
                <a:gd name="T11" fmla="*/ 72 h 144"/>
                <a:gd name="T12" fmla="*/ 61 w 132"/>
                <a:gd name="T13" fmla="*/ 140 h 144"/>
                <a:gd name="T14" fmla="*/ 71 w 132"/>
                <a:gd name="T15" fmla="*/ 140 h 144"/>
                <a:gd name="T16" fmla="*/ 129 w 132"/>
                <a:gd name="T17" fmla="*/ 72 h 144"/>
                <a:gd name="T18" fmla="*/ 125 w 132"/>
                <a:gd name="T19" fmla="*/ 65 h 144"/>
                <a:gd name="T20" fmla="*/ 106 w 132"/>
                <a:gd name="T21" fmla="*/ 64 h 144"/>
                <a:gd name="T22" fmla="*/ 97 w 132"/>
                <a:gd name="T23" fmla="*/ 55 h 144"/>
                <a:gd name="T24" fmla="*/ 97 w 132"/>
                <a:gd name="T25" fmla="*/ 9 h 144"/>
                <a:gd name="T26" fmla="*/ 89 w 132"/>
                <a:gd name="T27" fmla="*/ 0 h 144"/>
                <a:gd name="T28" fmla="*/ 42 w 132"/>
                <a:gd name="T29"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2" h="144">
                  <a:moveTo>
                    <a:pt x="42" y="0"/>
                  </a:moveTo>
                  <a:cubicBezTo>
                    <a:pt x="37" y="0"/>
                    <a:pt x="33" y="4"/>
                    <a:pt x="33" y="9"/>
                  </a:cubicBezTo>
                  <a:cubicBezTo>
                    <a:pt x="33" y="55"/>
                    <a:pt x="33" y="55"/>
                    <a:pt x="33" y="55"/>
                  </a:cubicBezTo>
                  <a:cubicBezTo>
                    <a:pt x="33" y="60"/>
                    <a:pt x="29" y="64"/>
                    <a:pt x="24" y="64"/>
                  </a:cubicBezTo>
                  <a:cubicBezTo>
                    <a:pt x="7" y="65"/>
                    <a:pt x="7" y="65"/>
                    <a:pt x="7" y="65"/>
                  </a:cubicBezTo>
                  <a:cubicBezTo>
                    <a:pt x="2" y="65"/>
                    <a:pt x="0" y="68"/>
                    <a:pt x="3" y="72"/>
                  </a:cubicBezTo>
                  <a:cubicBezTo>
                    <a:pt x="61" y="140"/>
                    <a:pt x="61" y="140"/>
                    <a:pt x="61" y="140"/>
                  </a:cubicBezTo>
                  <a:cubicBezTo>
                    <a:pt x="64" y="144"/>
                    <a:pt x="68" y="144"/>
                    <a:pt x="71" y="140"/>
                  </a:cubicBezTo>
                  <a:cubicBezTo>
                    <a:pt x="129" y="72"/>
                    <a:pt x="129" y="72"/>
                    <a:pt x="129" y="72"/>
                  </a:cubicBezTo>
                  <a:cubicBezTo>
                    <a:pt x="132" y="68"/>
                    <a:pt x="130" y="65"/>
                    <a:pt x="125" y="65"/>
                  </a:cubicBezTo>
                  <a:cubicBezTo>
                    <a:pt x="106" y="64"/>
                    <a:pt x="106" y="64"/>
                    <a:pt x="106" y="64"/>
                  </a:cubicBezTo>
                  <a:cubicBezTo>
                    <a:pt x="101" y="64"/>
                    <a:pt x="97" y="60"/>
                    <a:pt x="97" y="55"/>
                  </a:cubicBezTo>
                  <a:cubicBezTo>
                    <a:pt x="97" y="9"/>
                    <a:pt x="97" y="9"/>
                    <a:pt x="97" y="9"/>
                  </a:cubicBezTo>
                  <a:cubicBezTo>
                    <a:pt x="97" y="4"/>
                    <a:pt x="93" y="0"/>
                    <a:pt x="89" y="0"/>
                  </a:cubicBezTo>
                  <a:lnTo>
                    <a:pt x="4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 name="Freeform 20"/>
            <p:cNvSpPr>
              <a:spLocks noEditPoints="1"/>
            </p:cNvSpPr>
            <p:nvPr/>
          </p:nvSpPr>
          <p:spPr bwMode="auto">
            <a:xfrm>
              <a:off x="10887075" y="1017588"/>
              <a:ext cx="569913" cy="573088"/>
            </a:xfrm>
            <a:custGeom>
              <a:avLst/>
              <a:gdLst>
                <a:gd name="T0" fmla="*/ 169 w 196"/>
                <a:gd name="T1" fmla="*/ 25 h 197"/>
                <a:gd name="T2" fmla="*/ 102 w 196"/>
                <a:gd name="T3" fmla="*/ 0 h 197"/>
                <a:gd name="T4" fmla="*/ 30 w 196"/>
                <a:gd name="T5" fmla="*/ 29 h 197"/>
                <a:gd name="T6" fmla="*/ 0 w 196"/>
                <a:gd name="T7" fmla="*/ 99 h 197"/>
                <a:gd name="T8" fmla="*/ 29 w 196"/>
                <a:gd name="T9" fmla="*/ 168 h 197"/>
                <a:gd name="T10" fmla="*/ 104 w 196"/>
                <a:gd name="T11" fmla="*/ 197 h 197"/>
                <a:gd name="T12" fmla="*/ 172 w 196"/>
                <a:gd name="T13" fmla="*/ 181 h 197"/>
                <a:gd name="T14" fmla="*/ 163 w 196"/>
                <a:gd name="T15" fmla="*/ 158 h 197"/>
                <a:gd name="T16" fmla="*/ 104 w 196"/>
                <a:gd name="T17" fmla="*/ 174 h 197"/>
                <a:gd name="T18" fmla="*/ 48 w 196"/>
                <a:gd name="T19" fmla="*/ 152 h 197"/>
                <a:gd name="T20" fmla="*/ 28 w 196"/>
                <a:gd name="T21" fmla="*/ 99 h 197"/>
                <a:gd name="T22" fmla="*/ 49 w 196"/>
                <a:gd name="T23" fmla="*/ 45 h 197"/>
                <a:gd name="T24" fmla="*/ 102 w 196"/>
                <a:gd name="T25" fmla="*/ 23 h 197"/>
                <a:gd name="T26" fmla="*/ 151 w 196"/>
                <a:gd name="T27" fmla="*/ 41 h 197"/>
                <a:gd name="T28" fmla="*/ 171 w 196"/>
                <a:gd name="T29" fmla="*/ 86 h 197"/>
                <a:gd name="T30" fmla="*/ 162 w 196"/>
                <a:gd name="T31" fmla="*/ 117 h 197"/>
                <a:gd name="T32" fmla="*/ 143 w 196"/>
                <a:gd name="T33" fmla="*/ 129 h 197"/>
                <a:gd name="T34" fmla="*/ 137 w 196"/>
                <a:gd name="T35" fmla="*/ 124 h 197"/>
                <a:gd name="T36" fmla="*/ 138 w 196"/>
                <a:gd name="T37" fmla="*/ 113 h 197"/>
                <a:gd name="T38" fmla="*/ 145 w 196"/>
                <a:gd name="T39" fmla="*/ 52 h 197"/>
                <a:gd name="T40" fmla="*/ 120 w 196"/>
                <a:gd name="T41" fmla="*/ 52 h 197"/>
                <a:gd name="T42" fmla="*/ 118 w 196"/>
                <a:gd name="T43" fmla="*/ 58 h 197"/>
                <a:gd name="T44" fmla="*/ 97 w 196"/>
                <a:gd name="T45" fmla="*/ 50 h 197"/>
                <a:gd name="T46" fmla="*/ 65 w 196"/>
                <a:gd name="T47" fmla="*/ 64 h 197"/>
                <a:gd name="T48" fmla="*/ 52 w 196"/>
                <a:gd name="T49" fmla="*/ 102 h 197"/>
                <a:gd name="T50" fmla="*/ 63 w 196"/>
                <a:gd name="T51" fmla="*/ 139 h 197"/>
                <a:gd name="T52" fmla="*/ 92 w 196"/>
                <a:gd name="T53" fmla="*/ 153 h 197"/>
                <a:gd name="T54" fmla="*/ 117 w 196"/>
                <a:gd name="T55" fmla="*/ 141 h 197"/>
                <a:gd name="T56" fmla="*/ 140 w 196"/>
                <a:gd name="T57" fmla="*/ 153 h 197"/>
                <a:gd name="T58" fmla="*/ 179 w 196"/>
                <a:gd name="T59" fmla="*/ 133 h 197"/>
                <a:gd name="T60" fmla="*/ 196 w 196"/>
                <a:gd name="T61" fmla="*/ 85 h 197"/>
                <a:gd name="T62" fmla="*/ 169 w 196"/>
                <a:gd name="T63" fmla="*/ 25 h 197"/>
                <a:gd name="T64" fmla="*/ 109 w 196"/>
                <a:gd name="T65" fmla="*/ 118 h 197"/>
                <a:gd name="T66" fmla="*/ 93 w 196"/>
                <a:gd name="T67" fmla="*/ 127 h 197"/>
                <a:gd name="T68" fmla="*/ 83 w 196"/>
                <a:gd name="T69" fmla="*/ 120 h 197"/>
                <a:gd name="T70" fmla="*/ 79 w 196"/>
                <a:gd name="T71" fmla="*/ 103 h 197"/>
                <a:gd name="T72" fmla="*/ 84 w 196"/>
                <a:gd name="T73" fmla="*/ 83 h 197"/>
                <a:gd name="T74" fmla="*/ 98 w 196"/>
                <a:gd name="T75" fmla="*/ 76 h 197"/>
                <a:gd name="T76" fmla="*/ 111 w 196"/>
                <a:gd name="T77" fmla="*/ 81 h 197"/>
                <a:gd name="T78" fmla="*/ 116 w 196"/>
                <a:gd name="T79" fmla="*/ 97 h 197"/>
                <a:gd name="T80" fmla="*/ 109 w 196"/>
                <a:gd name="T81" fmla="*/ 118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96" h="197">
                  <a:moveTo>
                    <a:pt x="169" y="25"/>
                  </a:moveTo>
                  <a:cubicBezTo>
                    <a:pt x="151" y="9"/>
                    <a:pt x="128" y="0"/>
                    <a:pt x="102" y="0"/>
                  </a:cubicBezTo>
                  <a:cubicBezTo>
                    <a:pt x="74" y="0"/>
                    <a:pt x="50" y="10"/>
                    <a:pt x="30" y="29"/>
                  </a:cubicBezTo>
                  <a:cubicBezTo>
                    <a:pt x="10" y="48"/>
                    <a:pt x="0" y="71"/>
                    <a:pt x="0" y="99"/>
                  </a:cubicBezTo>
                  <a:cubicBezTo>
                    <a:pt x="0" y="126"/>
                    <a:pt x="10" y="149"/>
                    <a:pt x="29" y="168"/>
                  </a:cubicBezTo>
                  <a:cubicBezTo>
                    <a:pt x="47" y="188"/>
                    <a:pt x="73" y="197"/>
                    <a:pt x="104" y="197"/>
                  </a:cubicBezTo>
                  <a:cubicBezTo>
                    <a:pt x="127" y="197"/>
                    <a:pt x="150" y="192"/>
                    <a:pt x="172" y="181"/>
                  </a:cubicBezTo>
                  <a:cubicBezTo>
                    <a:pt x="163" y="158"/>
                    <a:pt x="163" y="158"/>
                    <a:pt x="163" y="158"/>
                  </a:cubicBezTo>
                  <a:cubicBezTo>
                    <a:pt x="143" y="169"/>
                    <a:pt x="123" y="174"/>
                    <a:pt x="104" y="174"/>
                  </a:cubicBezTo>
                  <a:cubicBezTo>
                    <a:pt x="80" y="174"/>
                    <a:pt x="61" y="166"/>
                    <a:pt x="48" y="152"/>
                  </a:cubicBezTo>
                  <a:cubicBezTo>
                    <a:pt x="34" y="137"/>
                    <a:pt x="28" y="119"/>
                    <a:pt x="28" y="99"/>
                  </a:cubicBezTo>
                  <a:cubicBezTo>
                    <a:pt x="28" y="77"/>
                    <a:pt x="35" y="59"/>
                    <a:pt x="49" y="45"/>
                  </a:cubicBezTo>
                  <a:cubicBezTo>
                    <a:pt x="63" y="30"/>
                    <a:pt x="81" y="23"/>
                    <a:pt x="102" y="23"/>
                  </a:cubicBezTo>
                  <a:cubicBezTo>
                    <a:pt x="121" y="23"/>
                    <a:pt x="137" y="29"/>
                    <a:pt x="151" y="41"/>
                  </a:cubicBezTo>
                  <a:cubicBezTo>
                    <a:pt x="164" y="53"/>
                    <a:pt x="171" y="68"/>
                    <a:pt x="171" y="86"/>
                  </a:cubicBezTo>
                  <a:cubicBezTo>
                    <a:pt x="171" y="98"/>
                    <a:pt x="168" y="109"/>
                    <a:pt x="162" y="117"/>
                  </a:cubicBezTo>
                  <a:cubicBezTo>
                    <a:pt x="155" y="125"/>
                    <a:pt x="149" y="129"/>
                    <a:pt x="143" y="129"/>
                  </a:cubicBezTo>
                  <a:cubicBezTo>
                    <a:pt x="139" y="129"/>
                    <a:pt x="137" y="127"/>
                    <a:pt x="137" y="124"/>
                  </a:cubicBezTo>
                  <a:cubicBezTo>
                    <a:pt x="137" y="121"/>
                    <a:pt x="138" y="117"/>
                    <a:pt x="138" y="113"/>
                  </a:cubicBezTo>
                  <a:cubicBezTo>
                    <a:pt x="145" y="52"/>
                    <a:pt x="145" y="52"/>
                    <a:pt x="145" y="52"/>
                  </a:cubicBezTo>
                  <a:cubicBezTo>
                    <a:pt x="120" y="52"/>
                    <a:pt x="120" y="52"/>
                    <a:pt x="120" y="52"/>
                  </a:cubicBezTo>
                  <a:cubicBezTo>
                    <a:pt x="118" y="58"/>
                    <a:pt x="118" y="58"/>
                    <a:pt x="118" y="58"/>
                  </a:cubicBezTo>
                  <a:cubicBezTo>
                    <a:pt x="112" y="52"/>
                    <a:pt x="104" y="50"/>
                    <a:pt x="97" y="50"/>
                  </a:cubicBezTo>
                  <a:cubicBezTo>
                    <a:pt x="84" y="50"/>
                    <a:pt x="74" y="55"/>
                    <a:pt x="65" y="64"/>
                  </a:cubicBezTo>
                  <a:cubicBezTo>
                    <a:pt x="56" y="74"/>
                    <a:pt x="52" y="87"/>
                    <a:pt x="52" y="102"/>
                  </a:cubicBezTo>
                  <a:cubicBezTo>
                    <a:pt x="52" y="118"/>
                    <a:pt x="55" y="130"/>
                    <a:pt x="63" y="139"/>
                  </a:cubicBezTo>
                  <a:cubicBezTo>
                    <a:pt x="71" y="148"/>
                    <a:pt x="80" y="153"/>
                    <a:pt x="92" y="153"/>
                  </a:cubicBezTo>
                  <a:cubicBezTo>
                    <a:pt x="101" y="153"/>
                    <a:pt x="110" y="149"/>
                    <a:pt x="117" y="141"/>
                  </a:cubicBezTo>
                  <a:cubicBezTo>
                    <a:pt x="122" y="149"/>
                    <a:pt x="130" y="153"/>
                    <a:pt x="140" y="153"/>
                  </a:cubicBezTo>
                  <a:cubicBezTo>
                    <a:pt x="155" y="153"/>
                    <a:pt x="168" y="146"/>
                    <a:pt x="179" y="133"/>
                  </a:cubicBezTo>
                  <a:cubicBezTo>
                    <a:pt x="190" y="120"/>
                    <a:pt x="196" y="104"/>
                    <a:pt x="196" y="85"/>
                  </a:cubicBezTo>
                  <a:cubicBezTo>
                    <a:pt x="196" y="62"/>
                    <a:pt x="187" y="42"/>
                    <a:pt x="169" y="25"/>
                  </a:cubicBezTo>
                  <a:close/>
                  <a:moveTo>
                    <a:pt x="109" y="118"/>
                  </a:moveTo>
                  <a:cubicBezTo>
                    <a:pt x="105" y="124"/>
                    <a:pt x="99" y="127"/>
                    <a:pt x="93" y="127"/>
                  </a:cubicBezTo>
                  <a:cubicBezTo>
                    <a:pt x="89" y="127"/>
                    <a:pt x="85" y="125"/>
                    <a:pt x="83" y="120"/>
                  </a:cubicBezTo>
                  <a:cubicBezTo>
                    <a:pt x="80" y="116"/>
                    <a:pt x="79" y="110"/>
                    <a:pt x="79" y="103"/>
                  </a:cubicBezTo>
                  <a:cubicBezTo>
                    <a:pt x="79" y="95"/>
                    <a:pt x="81" y="88"/>
                    <a:pt x="84" y="83"/>
                  </a:cubicBezTo>
                  <a:cubicBezTo>
                    <a:pt x="88" y="78"/>
                    <a:pt x="93" y="76"/>
                    <a:pt x="98" y="76"/>
                  </a:cubicBezTo>
                  <a:cubicBezTo>
                    <a:pt x="103" y="76"/>
                    <a:pt x="107" y="78"/>
                    <a:pt x="111" y="81"/>
                  </a:cubicBezTo>
                  <a:cubicBezTo>
                    <a:pt x="114" y="85"/>
                    <a:pt x="116" y="90"/>
                    <a:pt x="116" y="97"/>
                  </a:cubicBezTo>
                  <a:cubicBezTo>
                    <a:pt x="116" y="105"/>
                    <a:pt x="114" y="112"/>
                    <a:pt x="109"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447" name="Freeform 38"/>
          <p:cNvSpPr>
            <a:spLocks noEditPoints="1"/>
          </p:cNvSpPr>
          <p:nvPr/>
        </p:nvSpPr>
        <p:spPr bwMode="auto">
          <a:xfrm>
            <a:off x="8842242" y="3928856"/>
            <a:ext cx="278489" cy="365518"/>
          </a:xfrm>
          <a:custGeom>
            <a:avLst/>
            <a:gdLst>
              <a:gd name="T0" fmla="*/ 59 w 61"/>
              <a:gd name="T1" fmla="*/ 41 h 79"/>
              <a:gd name="T2" fmla="*/ 46 w 61"/>
              <a:gd name="T3" fmla="*/ 36 h 79"/>
              <a:gd name="T4" fmla="*/ 46 w 61"/>
              <a:gd name="T5" fmla="*/ 26 h 79"/>
              <a:gd name="T6" fmla="*/ 59 w 61"/>
              <a:gd name="T7" fmla="*/ 20 h 79"/>
              <a:gd name="T8" fmla="*/ 61 w 61"/>
              <a:gd name="T9" fmla="*/ 23 h 79"/>
              <a:gd name="T10" fmla="*/ 61 w 61"/>
              <a:gd name="T11" fmla="*/ 38 h 79"/>
              <a:gd name="T12" fmla="*/ 59 w 61"/>
              <a:gd name="T13" fmla="*/ 41 h 79"/>
              <a:gd name="T14" fmla="*/ 35 w 61"/>
              <a:gd name="T15" fmla="*/ 23 h 79"/>
              <a:gd name="T16" fmla="*/ 23 w 61"/>
              <a:gd name="T17" fmla="*/ 11 h 79"/>
              <a:gd name="T18" fmla="*/ 35 w 61"/>
              <a:gd name="T19" fmla="*/ 0 h 79"/>
              <a:gd name="T20" fmla="*/ 46 w 61"/>
              <a:gd name="T21" fmla="*/ 11 h 79"/>
              <a:gd name="T22" fmla="*/ 35 w 61"/>
              <a:gd name="T23" fmla="*/ 23 h 79"/>
              <a:gd name="T24" fmla="*/ 12 w 61"/>
              <a:gd name="T25" fmla="*/ 23 h 79"/>
              <a:gd name="T26" fmla="*/ 0 w 61"/>
              <a:gd name="T27" fmla="*/ 11 h 79"/>
              <a:gd name="T28" fmla="*/ 12 w 61"/>
              <a:gd name="T29" fmla="*/ 0 h 79"/>
              <a:gd name="T30" fmla="*/ 23 w 61"/>
              <a:gd name="T31" fmla="*/ 11 h 79"/>
              <a:gd name="T32" fmla="*/ 12 w 61"/>
              <a:gd name="T33" fmla="*/ 23 h 79"/>
              <a:gd name="T34" fmla="*/ 44 w 61"/>
              <a:gd name="T35" fmla="*/ 23 h 79"/>
              <a:gd name="T36" fmla="*/ 44 w 61"/>
              <a:gd name="T37" fmla="*/ 46 h 79"/>
              <a:gd name="T38" fmla="*/ 29 w 61"/>
              <a:gd name="T39" fmla="*/ 46 h 79"/>
              <a:gd name="T40" fmla="*/ 27 w 61"/>
              <a:gd name="T41" fmla="*/ 51 h 79"/>
              <a:gd name="T42" fmla="*/ 28 w 61"/>
              <a:gd name="T43" fmla="*/ 51 h 79"/>
              <a:gd name="T44" fmla="*/ 38 w 61"/>
              <a:gd name="T45" fmla="*/ 74 h 79"/>
              <a:gd name="T46" fmla="*/ 36 w 61"/>
              <a:gd name="T47" fmla="*/ 74 h 79"/>
              <a:gd name="T48" fmla="*/ 33 w 61"/>
              <a:gd name="T49" fmla="*/ 66 h 79"/>
              <a:gd name="T50" fmla="*/ 26 w 61"/>
              <a:gd name="T51" fmla="*/ 66 h 79"/>
              <a:gd name="T52" fmla="*/ 26 w 61"/>
              <a:gd name="T53" fmla="*/ 79 h 79"/>
              <a:gd name="T54" fmla="*/ 23 w 61"/>
              <a:gd name="T55" fmla="*/ 79 h 79"/>
              <a:gd name="T56" fmla="*/ 23 w 61"/>
              <a:gd name="T57" fmla="*/ 66 h 79"/>
              <a:gd name="T58" fmla="*/ 16 w 61"/>
              <a:gd name="T59" fmla="*/ 66 h 79"/>
              <a:gd name="T60" fmla="*/ 13 w 61"/>
              <a:gd name="T61" fmla="*/ 74 h 79"/>
              <a:gd name="T62" fmla="*/ 10 w 61"/>
              <a:gd name="T63" fmla="*/ 74 h 79"/>
              <a:gd name="T64" fmla="*/ 21 w 61"/>
              <a:gd name="T65" fmla="*/ 51 h 79"/>
              <a:gd name="T66" fmla="*/ 22 w 61"/>
              <a:gd name="T67" fmla="*/ 51 h 79"/>
              <a:gd name="T68" fmla="*/ 19 w 61"/>
              <a:gd name="T69" fmla="*/ 46 h 79"/>
              <a:gd name="T70" fmla="*/ 3 w 61"/>
              <a:gd name="T71" fmla="*/ 46 h 79"/>
              <a:gd name="T72" fmla="*/ 3 w 61"/>
              <a:gd name="T73" fmla="*/ 23 h 79"/>
              <a:gd name="T74" fmla="*/ 12 w 61"/>
              <a:gd name="T75" fmla="*/ 23 h 79"/>
              <a:gd name="T76" fmla="*/ 35 w 61"/>
              <a:gd name="T77" fmla="*/ 23 h 79"/>
              <a:gd name="T78" fmla="*/ 44 w 61"/>
              <a:gd name="T79" fmla="*/ 23 h 79"/>
              <a:gd name="T80" fmla="*/ 23 w 61"/>
              <a:gd name="T81" fmla="*/ 52 h 79"/>
              <a:gd name="T82" fmla="*/ 23 w 61"/>
              <a:gd name="T83" fmla="*/ 52 h 79"/>
              <a:gd name="T84" fmla="*/ 17 w 61"/>
              <a:gd name="T85" fmla="*/ 64 h 79"/>
              <a:gd name="T86" fmla="*/ 23 w 61"/>
              <a:gd name="T87" fmla="*/ 64 h 79"/>
              <a:gd name="T88" fmla="*/ 23 w 61"/>
              <a:gd name="T89" fmla="*/ 52 h 79"/>
              <a:gd name="T90" fmla="*/ 26 w 61"/>
              <a:gd name="T91" fmla="*/ 52 h 79"/>
              <a:gd name="T92" fmla="*/ 26 w 61"/>
              <a:gd name="T93" fmla="*/ 64 h 79"/>
              <a:gd name="T94" fmla="*/ 31 w 61"/>
              <a:gd name="T95" fmla="*/ 64 h 79"/>
              <a:gd name="T96" fmla="*/ 26 w 61"/>
              <a:gd name="T97" fmla="*/ 51 h 79"/>
              <a:gd name="T98" fmla="*/ 26 w 61"/>
              <a:gd name="T99" fmla="*/ 5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1" h="79">
                <a:moveTo>
                  <a:pt x="59" y="41"/>
                </a:moveTo>
                <a:cubicBezTo>
                  <a:pt x="46" y="36"/>
                  <a:pt x="46" y="36"/>
                  <a:pt x="46" y="36"/>
                </a:cubicBezTo>
                <a:cubicBezTo>
                  <a:pt x="46" y="26"/>
                  <a:pt x="46" y="26"/>
                  <a:pt x="46" y="26"/>
                </a:cubicBezTo>
                <a:cubicBezTo>
                  <a:pt x="59" y="20"/>
                  <a:pt x="59" y="20"/>
                  <a:pt x="59" y="20"/>
                </a:cubicBezTo>
                <a:cubicBezTo>
                  <a:pt x="60" y="20"/>
                  <a:pt x="61" y="22"/>
                  <a:pt x="61" y="23"/>
                </a:cubicBezTo>
                <a:cubicBezTo>
                  <a:pt x="61" y="38"/>
                  <a:pt x="61" y="38"/>
                  <a:pt x="61" y="38"/>
                </a:cubicBezTo>
                <a:cubicBezTo>
                  <a:pt x="61" y="40"/>
                  <a:pt x="60" y="41"/>
                  <a:pt x="59" y="41"/>
                </a:cubicBezTo>
                <a:close/>
                <a:moveTo>
                  <a:pt x="35" y="23"/>
                </a:moveTo>
                <a:cubicBezTo>
                  <a:pt x="28" y="23"/>
                  <a:pt x="23" y="18"/>
                  <a:pt x="23" y="11"/>
                </a:cubicBezTo>
                <a:cubicBezTo>
                  <a:pt x="23" y="5"/>
                  <a:pt x="28" y="0"/>
                  <a:pt x="35" y="0"/>
                </a:cubicBezTo>
                <a:cubicBezTo>
                  <a:pt x="41" y="0"/>
                  <a:pt x="46" y="5"/>
                  <a:pt x="46" y="11"/>
                </a:cubicBezTo>
                <a:cubicBezTo>
                  <a:pt x="46" y="18"/>
                  <a:pt x="41" y="23"/>
                  <a:pt x="35" y="23"/>
                </a:cubicBezTo>
                <a:close/>
                <a:moveTo>
                  <a:pt x="12" y="23"/>
                </a:moveTo>
                <a:cubicBezTo>
                  <a:pt x="5" y="23"/>
                  <a:pt x="0" y="18"/>
                  <a:pt x="0" y="11"/>
                </a:cubicBezTo>
                <a:cubicBezTo>
                  <a:pt x="0" y="5"/>
                  <a:pt x="5" y="0"/>
                  <a:pt x="12" y="0"/>
                </a:cubicBezTo>
                <a:cubicBezTo>
                  <a:pt x="18" y="0"/>
                  <a:pt x="23" y="5"/>
                  <a:pt x="23" y="11"/>
                </a:cubicBezTo>
                <a:cubicBezTo>
                  <a:pt x="23" y="18"/>
                  <a:pt x="18" y="23"/>
                  <a:pt x="12" y="23"/>
                </a:cubicBezTo>
                <a:close/>
                <a:moveTo>
                  <a:pt x="44" y="23"/>
                </a:moveTo>
                <a:cubicBezTo>
                  <a:pt x="44" y="46"/>
                  <a:pt x="44" y="46"/>
                  <a:pt x="44" y="46"/>
                </a:cubicBezTo>
                <a:cubicBezTo>
                  <a:pt x="29" y="46"/>
                  <a:pt x="29" y="46"/>
                  <a:pt x="29" y="46"/>
                </a:cubicBezTo>
                <a:cubicBezTo>
                  <a:pt x="29" y="48"/>
                  <a:pt x="28" y="50"/>
                  <a:pt x="27" y="51"/>
                </a:cubicBezTo>
                <a:cubicBezTo>
                  <a:pt x="28" y="51"/>
                  <a:pt x="28" y="51"/>
                  <a:pt x="28" y="51"/>
                </a:cubicBezTo>
                <a:cubicBezTo>
                  <a:pt x="38" y="74"/>
                  <a:pt x="38" y="74"/>
                  <a:pt x="38" y="74"/>
                </a:cubicBezTo>
                <a:cubicBezTo>
                  <a:pt x="36" y="74"/>
                  <a:pt x="36" y="74"/>
                  <a:pt x="36" y="74"/>
                </a:cubicBezTo>
                <a:cubicBezTo>
                  <a:pt x="33" y="66"/>
                  <a:pt x="33" y="66"/>
                  <a:pt x="33" y="66"/>
                </a:cubicBezTo>
                <a:cubicBezTo>
                  <a:pt x="26" y="66"/>
                  <a:pt x="26" y="66"/>
                  <a:pt x="26" y="66"/>
                </a:cubicBezTo>
                <a:cubicBezTo>
                  <a:pt x="26" y="79"/>
                  <a:pt x="26" y="79"/>
                  <a:pt x="26" y="79"/>
                </a:cubicBezTo>
                <a:cubicBezTo>
                  <a:pt x="23" y="79"/>
                  <a:pt x="23" y="79"/>
                  <a:pt x="23" y="79"/>
                </a:cubicBezTo>
                <a:cubicBezTo>
                  <a:pt x="23" y="66"/>
                  <a:pt x="23" y="66"/>
                  <a:pt x="23" y="66"/>
                </a:cubicBezTo>
                <a:cubicBezTo>
                  <a:pt x="16" y="66"/>
                  <a:pt x="16" y="66"/>
                  <a:pt x="16" y="66"/>
                </a:cubicBezTo>
                <a:cubicBezTo>
                  <a:pt x="13" y="74"/>
                  <a:pt x="13" y="74"/>
                  <a:pt x="13" y="74"/>
                </a:cubicBezTo>
                <a:cubicBezTo>
                  <a:pt x="10" y="74"/>
                  <a:pt x="10" y="74"/>
                  <a:pt x="10" y="74"/>
                </a:cubicBezTo>
                <a:cubicBezTo>
                  <a:pt x="21" y="51"/>
                  <a:pt x="21" y="51"/>
                  <a:pt x="21" y="51"/>
                </a:cubicBezTo>
                <a:cubicBezTo>
                  <a:pt x="22" y="51"/>
                  <a:pt x="22" y="51"/>
                  <a:pt x="22" y="51"/>
                </a:cubicBezTo>
                <a:cubicBezTo>
                  <a:pt x="20" y="50"/>
                  <a:pt x="19" y="48"/>
                  <a:pt x="19" y="46"/>
                </a:cubicBezTo>
                <a:cubicBezTo>
                  <a:pt x="3" y="46"/>
                  <a:pt x="3" y="46"/>
                  <a:pt x="3" y="46"/>
                </a:cubicBezTo>
                <a:cubicBezTo>
                  <a:pt x="3" y="23"/>
                  <a:pt x="3" y="23"/>
                  <a:pt x="3" y="23"/>
                </a:cubicBezTo>
                <a:cubicBezTo>
                  <a:pt x="12" y="23"/>
                  <a:pt x="12" y="23"/>
                  <a:pt x="12" y="23"/>
                </a:cubicBezTo>
                <a:cubicBezTo>
                  <a:pt x="35" y="23"/>
                  <a:pt x="35" y="23"/>
                  <a:pt x="35" y="23"/>
                </a:cubicBezTo>
                <a:lnTo>
                  <a:pt x="44" y="23"/>
                </a:lnTo>
                <a:close/>
                <a:moveTo>
                  <a:pt x="23" y="52"/>
                </a:moveTo>
                <a:cubicBezTo>
                  <a:pt x="23" y="52"/>
                  <a:pt x="23" y="52"/>
                  <a:pt x="23" y="52"/>
                </a:cubicBezTo>
                <a:cubicBezTo>
                  <a:pt x="17" y="64"/>
                  <a:pt x="17" y="64"/>
                  <a:pt x="17" y="64"/>
                </a:cubicBezTo>
                <a:cubicBezTo>
                  <a:pt x="23" y="64"/>
                  <a:pt x="23" y="64"/>
                  <a:pt x="23" y="64"/>
                </a:cubicBezTo>
                <a:lnTo>
                  <a:pt x="23" y="52"/>
                </a:lnTo>
                <a:close/>
                <a:moveTo>
                  <a:pt x="26" y="52"/>
                </a:moveTo>
                <a:cubicBezTo>
                  <a:pt x="26" y="64"/>
                  <a:pt x="26" y="64"/>
                  <a:pt x="26" y="64"/>
                </a:cubicBezTo>
                <a:cubicBezTo>
                  <a:pt x="31" y="64"/>
                  <a:pt x="31" y="64"/>
                  <a:pt x="31" y="64"/>
                </a:cubicBezTo>
                <a:cubicBezTo>
                  <a:pt x="26" y="51"/>
                  <a:pt x="26" y="51"/>
                  <a:pt x="26" y="51"/>
                </a:cubicBezTo>
                <a:cubicBezTo>
                  <a:pt x="26" y="52"/>
                  <a:pt x="26" y="52"/>
                  <a:pt x="26" y="52"/>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48" name="Freeform 49"/>
          <p:cNvSpPr>
            <a:spLocks noEditPoints="1"/>
          </p:cNvSpPr>
          <p:nvPr/>
        </p:nvSpPr>
        <p:spPr bwMode="auto">
          <a:xfrm>
            <a:off x="9225343" y="3977065"/>
            <a:ext cx="423201" cy="243290"/>
          </a:xfrm>
          <a:custGeom>
            <a:avLst/>
            <a:gdLst>
              <a:gd name="T0" fmla="*/ 66 w 86"/>
              <a:gd name="T1" fmla="*/ 28 h 50"/>
              <a:gd name="T2" fmla="*/ 44 w 86"/>
              <a:gd name="T3" fmla="*/ 18 h 50"/>
              <a:gd name="T4" fmla="*/ 19 w 86"/>
              <a:gd name="T5" fmla="*/ 28 h 50"/>
              <a:gd name="T6" fmla="*/ 12 w 86"/>
              <a:gd name="T7" fmla="*/ 25 h 50"/>
              <a:gd name="T8" fmla="*/ 12 w 86"/>
              <a:gd name="T9" fmla="*/ 34 h 50"/>
              <a:gd name="T10" fmla="*/ 14 w 86"/>
              <a:gd name="T11" fmla="*/ 36 h 50"/>
              <a:gd name="T12" fmla="*/ 12 w 86"/>
              <a:gd name="T13" fmla="*/ 39 h 50"/>
              <a:gd name="T14" fmla="*/ 14 w 86"/>
              <a:gd name="T15" fmla="*/ 45 h 50"/>
              <a:gd name="T16" fmla="*/ 8 w 86"/>
              <a:gd name="T17" fmla="*/ 45 h 50"/>
              <a:gd name="T18" fmla="*/ 10 w 86"/>
              <a:gd name="T19" fmla="*/ 39 h 50"/>
              <a:gd name="T20" fmla="*/ 8 w 86"/>
              <a:gd name="T21" fmla="*/ 36 h 50"/>
              <a:gd name="T22" fmla="*/ 10 w 86"/>
              <a:gd name="T23" fmla="*/ 34 h 50"/>
              <a:gd name="T24" fmla="*/ 10 w 86"/>
              <a:gd name="T25" fmla="*/ 24 h 50"/>
              <a:gd name="T26" fmla="*/ 0 w 86"/>
              <a:gd name="T27" fmla="*/ 20 h 50"/>
              <a:gd name="T28" fmla="*/ 45 w 86"/>
              <a:gd name="T29" fmla="*/ 0 h 50"/>
              <a:gd name="T30" fmla="*/ 86 w 86"/>
              <a:gd name="T31" fmla="*/ 20 h 50"/>
              <a:gd name="T32" fmla="*/ 66 w 86"/>
              <a:gd name="T33" fmla="*/ 28 h 50"/>
              <a:gd name="T34" fmla="*/ 44 w 86"/>
              <a:gd name="T35" fmla="*/ 23 h 50"/>
              <a:gd name="T36" fmla="*/ 63 w 86"/>
              <a:gd name="T37" fmla="*/ 30 h 50"/>
              <a:gd name="T38" fmla="*/ 63 w 86"/>
              <a:gd name="T39" fmla="*/ 44 h 50"/>
              <a:gd name="T40" fmla="*/ 42 w 86"/>
              <a:gd name="T41" fmla="*/ 50 h 50"/>
              <a:gd name="T42" fmla="*/ 24 w 86"/>
              <a:gd name="T43" fmla="*/ 44 h 50"/>
              <a:gd name="T44" fmla="*/ 24 w 86"/>
              <a:gd name="T45" fmla="*/ 30 h 50"/>
              <a:gd name="T46" fmla="*/ 44 w 86"/>
              <a:gd name="T47" fmla="*/ 23 h 50"/>
              <a:gd name="T48" fmla="*/ 43 w 86"/>
              <a:gd name="T49" fmla="*/ 47 h 50"/>
              <a:gd name="T50" fmla="*/ 60 w 86"/>
              <a:gd name="T51" fmla="*/ 43 h 50"/>
              <a:gd name="T52" fmla="*/ 43 w 86"/>
              <a:gd name="T53" fmla="*/ 38 h 50"/>
              <a:gd name="T54" fmla="*/ 27 w 86"/>
              <a:gd name="T55" fmla="*/ 43 h 50"/>
              <a:gd name="T56" fmla="*/ 43 w 86"/>
              <a:gd name="T57" fmla="*/ 4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6" h="50">
                <a:moveTo>
                  <a:pt x="66" y="28"/>
                </a:moveTo>
                <a:cubicBezTo>
                  <a:pt x="66" y="28"/>
                  <a:pt x="57" y="18"/>
                  <a:pt x="44" y="18"/>
                </a:cubicBezTo>
                <a:cubicBezTo>
                  <a:pt x="31" y="18"/>
                  <a:pt x="19" y="28"/>
                  <a:pt x="19" y="28"/>
                </a:cubicBezTo>
                <a:cubicBezTo>
                  <a:pt x="12" y="25"/>
                  <a:pt x="12" y="25"/>
                  <a:pt x="12" y="25"/>
                </a:cubicBezTo>
                <a:cubicBezTo>
                  <a:pt x="12" y="34"/>
                  <a:pt x="12" y="34"/>
                  <a:pt x="12" y="34"/>
                </a:cubicBezTo>
                <a:cubicBezTo>
                  <a:pt x="13" y="34"/>
                  <a:pt x="14" y="35"/>
                  <a:pt x="14" y="36"/>
                </a:cubicBezTo>
                <a:cubicBezTo>
                  <a:pt x="14" y="37"/>
                  <a:pt x="13" y="38"/>
                  <a:pt x="12" y="39"/>
                </a:cubicBezTo>
                <a:cubicBezTo>
                  <a:pt x="14" y="45"/>
                  <a:pt x="14" y="45"/>
                  <a:pt x="14" y="45"/>
                </a:cubicBezTo>
                <a:cubicBezTo>
                  <a:pt x="8" y="45"/>
                  <a:pt x="8" y="45"/>
                  <a:pt x="8" y="45"/>
                </a:cubicBezTo>
                <a:cubicBezTo>
                  <a:pt x="10" y="39"/>
                  <a:pt x="10" y="39"/>
                  <a:pt x="10" y="39"/>
                </a:cubicBezTo>
                <a:cubicBezTo>
                  <a:pt x="9" y="38"/>
                  <a:pt x="8" y="37"/>
                  <a:pt x="8" y="36"/>
                </a:cubicBezTo>
                <a:cubicBezTo>
                  <a:pt x="8" y="35"/>
                  <a:pt x="9" y="34"/>
                  <a:pt x="10" y="34"/>
                </a:cubicBezTo>
                <a:cubicBezTo>
                  <a:pt x="10" y="24"/>
                  <a:pt x="10" y="24"/>
                  <a:pt x="10" y="24"/>
                </a:cubicBezTo>
                <a:cubicBezTo>
                  <a:pt x="0" y="20"/>
                  <a:pt x="0" y="20"/>
                  <a:pt x="0" y="20"/>
                </a:cubicBezTo>
                <a:cubicBezTo>
                  <a:pt x="45" y="0"/>
                  <a:pt x="45" y="0"/>
                  <a:pt x="45" y="0"/>
                </a:cubicBezTo>
                <a:cubicBezTo>
                  <a:pt x="86" y="20"/>
                  <a:pt x="86" y="20"/>
                  <a:pt x="86" y="20"/>
                </a:cubicBezTo>
                <a:lnTo>
                  <a:pt x="66" y="28"/>
                </a:lnTo>
                <a:close/>
                <a:moveTo>
                  <a:pt x="44" y="23"/>
                </a:moveTo>
                <a:cubicBezTo>
                  <a:pt x="57" y="23"/>
                  <a:pt x="63" y="30"/>
                  <a:pt x="63" y="30"/>
                </a:cubicBezTo>
                <a:cubicBezTo>
                  <a:pt x="63" y="44"/>
                  <a:pt x="63" y="44"/>
                  <a:pt x="63" y="44"/>
                </a:cubicBezTo>
                <a:cubicBezTo>
                  <a:pt x="63" y="44"/>
                  <a:pt x="56" y="50"/>
                  <a:pt x="42" y="50"/>
                </a:cubicBezTo>
                <a:cubicBezTo>
                  <a:pt x="29" y="50"/>
                  <a:pt x="24" y="44"/>
                  <a:pt x="24" y="44"/>
                </a:cubicBezTo>
                <a:cubicBezTo>
                  <a:pt x="24" y="30"/>
                  <a:pt x="24" y="30"/>
                  <a:pt x="24" y="30"/>
                </a:cubicBezTo>
                <a:cubicBezTo>
                  <a:pt x="24" y="30"/>
                  <a:pt x="31" y="23"/>
                  <a:pt x="44" y="23"/>
                </a:cubicBezTo>
                <a:close/>
                <a:moveTo>
                  <a:pt x="43" y="47"/>
                </a:moveTo>
                <a:cubicBezTo>
                  <a:pt x="52" y="47"/>
                  <a:pt x="60" y="45"/>
                  <a:pt x="60" y="43"/>
                </a:cubicBezTo>
                <a:cubicBezTo>
                  <a:pt x="60" y="40"/>
                  <a:pt x="52" y="38"/>
                  <a:pt x="43" y="38"/>
                </a:cubicBezTo>
                <a:cubicBezTo>
                  <a:pt x="34" y="38"/>
                  <a:pt x="27" y="40"/>
                  <a:pt x="27" y="43"/>
                </a:cubicBezTo>
                <a:cubicBezTo>
                  <a:pt x="27" y="45"/>
                  <a:pt x="34" y="47"/>
                  <a:pt x="43" y="47"/>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49" name="Freeform 57"/>
          <p:cNvSpPr>
            <a:spLocks noEditPoints="1"/>
          </p:cNvSpPr>
          <p:nvPr/>
        </p:nvSpPr>
        <p:spPr bwMode="auto">
          <a:xfrm>
            <a:off x="10305456" y="3837112"/>
            <a:ext cx="265539" cy="453630"/>
          </a:xfrm>
          <a:custGeom>
            <a:avLst/>
            <a:gdLst>
              <a:gd name="T0" fmla="*/ 39 w 72"/>
              <a:gd name="T1" fmla="*/ 28 h 123"/>
              <a:gd name="T2" fmla="*/ 46 w 72"/>
              <a:gd name="T3" fmla="*/ 0 h 123"/>
              <a:gd name="T4" fmla="*/ 15 w 72"/>
              <a:gd name="T5" fmla="*/ 0 h 123"/>
              <a:gd name="T6" fmla="*/ 19 w 72"/>
              <a:gd name="T7" fmla="*/ 28 h 123"/>
              <a:gd name="T8" fmla="*/ 39 w 72"/>
              <a:gd name="T9" fmla="*/ 28 h 123"/>
              <a:gd name="T10" fmla="*/ 19 w 72"/>
              <a:gd name="T11" fmla="*/ 33 h 123"/>
              <a:gd name="T12" fmla="*/ 0 w 72"/>
              <a:gd name="T13" fmla="*/ 97 h 123"/>
              <a:gd name="T14" fmla="*/ 32 w 72"/>
              <a:gd name="T15" fmla="*/ 123 h 123"/>
              <a:gd name="T16" fmla="*/ 60 w 72"/>
              <a:gd name="T17" fmla="*/ 97 h 123"/>
              <a:gd name="T18" fmla="*/ 39 w 72"/>
              <a:gd name="T19" fmla="*/ 33 h 123"/>
              <a:gd name="T20" fmla="*/ 19 w 72"/>
              <a:gd name="T21" fmla="*/ 33 h 123"/>
              <a:gd name="T22" fmla="*/ 48 w 72"/>
              <a:gd name="T23" fmla="*/ 43 h 123"/>
              <a:gd name="T24" fmla="*/ 63 w 72"/>
              <a:gd name="T25" fmla="*/ 80 h 123"/>
              <a:gd name="T26" fmla="*/ 72 w 72"/>
              <a:gd name="T27" fmla="*/ 80 h 123"/>
              <a:gd name="T28" fmla="*/ 72 w 72"/>
              <a:gd name="T29" fmla="*/ 73 h 123"/>
              <a:gd name="T30" fmla="*/ 48 w 72"/>
              <a:gd name="T31" fmla="*/ 4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2" h="123">
                <a:moveTo>
                  <a:pt x="39" y="28"/>
                </a:moveTo>
                <a:lnTo>
                  <a:pt x="46" y="0"/>
                </a:lnTo>
                <a:lnTo>
                  <a:pt x="15" y="0"/>
                </a:lnTo>
                <a:lnTo>
                  <a:pt x="19" y="28"/>
                </a:lnTo>
                <a:lnTo>
                  <a:pt x="39" y="28"/>
                </a:lnTo>
                <a:close/>
                <a:moveTo>
                  <a:pt x="19" y="33"/>
                </a:moveTo>
                <a:lnTo>
                  <a:pt x="0" y="97"/>
                </a:lnTo>
                <a:lnTo>
                  <a:pt x="32" y="123"/>
                </a:lnTo>
                <a:lnTo>
                  <a:pt x="60" y="97"/>
                </a:lnTo>
                <a:lnTo>
                  <a:pt x="39" y="33"/>
                </a:lnTo>
                <a:lnTo>
                  <a:pt x="19" y="33"/>
                </a:lnTo>
                <a:close/>
                <a:moveTo>
                  <a:pt x="48" y="43"/>
                </a:moveTo>
                <a:lnTo>
                  <a:pt x="63" y="80"/>
                </a:lnTo>
                <a:lnTo>
                  <a:pt x="72" y="80"/>
                </a:lnTo>
                <a:lnTo>
                  <a:pt x="72" y="73"/>
                </a:lnTo>
                <a:lnTo>
                  <a:pt x="48" y="43"/>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50" name="Freeform 50"/>
          <p:cNvSpPr>
            <a:spLocks noEditPoints="1"/>
          </p:cNvSpPr>
          <p:nvPr/>
        </p:nvSpPr>
        <p:spPr bwMode="auto">
          <a:xfrm>
            <a:off x="9741813" y="3892151"/>
            <a:ext cx="395290" cy="362350"/>
          </a:xfrm>
          <a:custGeom>
            <a:avLst/>
            <a:gdLst>
              <a:gd name="T0" fmla="*/ 51 w 55"/>
              <a:gd name="T1" fmla="*/ 51 h 51"/>
              <a:gd name="T2" fmla="*/ 43 w 55"/>
              <a:gd name="T3" fmla="*/ 51 h 51"/>
              <a:gd name="T4" fmla="*/ 43 w 55"/>
              <a:gd name="T5" fmla="*/ 8 h 51"/>
              <a:gd name="T6" fmla="*/ 51 w 55"/>
              <a:gd name="T7" fmla="*/ 8 h 51"/>
              <a:gd name="T8" fmla="*/ 55 w 55"/>
              <a:gd name="T9" fmla="*/ 12 h 51"/>
              <a:gd name="T10" fmla="*/ 55 w 55"/>
              <a:gd name="T11" fmla="*/ 47 h 51"/>
              <a:gd name="T12" fmla="*/ 51 w 55"/>
              <a:gd name="T13" fmla="*/ 51 h 51"/>
              <a:gd name="T14" fmla="*/ 16 w 55"/>
              <a:gd name="T15" fmla="*/ 8 h 51"/>
              <a:gd name="T16" fmla="*/ 16 w 55"/>
              <a:gd name="T17" fmla="*/ 8 h 51"/>
              <a:gd name="T18" fmla="*/ 16 w 55"/>
              <a:gd name="T19" fmla="*/ 4 h 51"/>
              <a:gd name="T20" fmla="*/ 21 w 55"/>
              <a:gd name="T21" fmla="*/ 0 h 51"/>
              <a:gd name="T22" fmla="*/ 35 w 55"/>
              <a:gd name="T23" fmla="*/ 0 h 51"/>
              <a:gd name="T24" fmla="*/ 39 w 55"/>
              <a:gd name="T25" fmla="*/ 4 h 51"/>
              <a:gd name="T26" fmla="*/ 39 w 55"/>
              <a:gd name="T27" fmla="*/ 8 h 51"/>
              <a:gd name="T28" fmla="*/ 39 w 55"/>
              <a:gd name="T29" fmla="*/ 51 h 51"/>
              <a:gd name="T30" fmla="*/ 16 w 55"/>
              <a:gd name="T31" fmla="*/ 51 h 51"/>
              <a:gd name="T32" fmla="*/ 16 w 55"/>
              <a:gd name="T33" fmla="*/ 8 h 51"/>
              <a:gd name="T34" fmla="*/ 21 w 55"/>
              <a:gd name="T35" fmla="*/ 8 h 51"/>
              <a:gd name="T36" fmla="*/ 35 w 55"/>
              <a:gd name="T37" fmla="*/ 8 h 51"/>
              <a:gd name="T38" fmla="*/ 35 w 55"/>
              <a:gd name="T39" fmla="*/ 6 h 51"/>
              <a:gd name="T40" fmla="*/ 33 w 55"/>
              <a:gd name="T41" fmla="*/ 4 h 51"/>
              <a:gd name="T42" fmla="*/ 23 w 55"/>
              <a:gd name="T43" fmla="*/ 4 h 51"/>
              <a:gd name="T44" fmla="*/ 21 w 55"/>
              <a:gd name="T45" fmla="*/ 6 h 51"/>
              <a:gd name="T46" fmla="*/ 21 w 55"/>
              <a:gd name="T47" fmla="*/ 8 h 51"/>
              <a:gd name="T48" fmla="*/ 0 w 55"/>
              <a:gd name="T49" fmla="*/ 47 h 51"/>
              <a:gd name="T50" fmla="*/ 0 w 55"/>
              <a:gd name="T51" fmla="*/ 12 h 51"/>
              <a:gd name="T52" fmla="*/ 4 w 55"/>
              <a:gd name="T53" fmla="*/ 8 h 51"/>
              <a:gd name="T54" fmla="*/ 12 w 55"/>
              <a:gd name="T55" fmla="*/ 8 h 51"/>
              <a:gd name="T56" fmla="*/ 12 w 55"/>
              <a:gd name="T57" fmla="*/ 51 h 51"/>
              <a:gd name="T58" fmla="*/ 4 w 55"/>
              <a:gd name="T59" fmla="*/ 51 h 51"/>
              <a:gd name="T60" fmla="*/ 0 w 55"/>
              <a:gd name="T61" fmla="*/ 47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51">
                <a:moveTo>
                  <a:pt x="51" y="51"/>
                </a:moveTo>
                <a:cubicBezTo>
                  <a:pt x="43" y="51"/>
                  <a:pt x="43" y="51"/>
                  <a:pt x="43" y="51"/>
                </a:cubicBezTo>
                <a:cubicBezTo>
                  <a:pt x="43" y="8"/>
                  <a:pt x="43" y="8"/>
                  <a:pt x="43" y="8"/>
                </a:cubicBezTo>
                <a:cubicBezTo>
                  <a:pt x="51" y="8"/>
                  <a:pt x="51" y="8"/>
                  <a:pt x="51" y="8"/>
                </a:cubicBezTo>
                <a:cubicBezTo>
                  <a:pt x="53" y="8"/>
                  <a:pt x="55" y="10"/>
                  <a:pt x="55" y="12"/>
                </a:cubicBezTo>
                <a:cubicBezTo>
                  <a:pt x="55" y="47"/>
                  <a:pt x="55" y="47"/>
                  <a:pt x="55" y="47"/>
                </a:cubicBezTo>
                <a:cubicBezTo>
                  <a:pt x="55" y="49"/>
                  <a:pt x="53" y="51"/>
                  <a:pt x="51" y="51"/>
                </a:cubicBezTo>
                <a:close/>
                <a:moveTo>
                  <a:pt x="16" y="8"/>
                </a:moveTo>
                <a:cubicBezTo>
                  <a:pt x="16" y="8"/>
                  <a:pt x="16" y="8"/>
                  <a:pt x="16" y="8"/>
                </a:cubicBezTo>
                <a:cubicBezTo>
                  <a:pt x="16" y="4"/>
                  <a:pt x="16" y="4"/>
                  <a:pt x="16" y="4"/>
                </a:cubicBezTo>
                <a:cubicBezTo>
                  <a:pt x="16" y="2"/>
                  <a:pt x="18" y="0"/>
                  <a:pt x="21" y="0"/>
                </a:cubicBezTo>
                <a:cubicBezTo>
                  <a:pt x="35" y="0"/>
                  <a:pt x="35" y="0"/>
                  <a:pt x="35" y="0"/>
                </a:cubicBezTo>
                <a:cubicBezTo>
                  <a:pt x="37" y="0"/>
                  <a:pt x="39" y="2"/>
                  <a:pt x="39" y="4"/>
                </a:cubicBezTo>
                <a:cubicBezTo>
                  <a:pt x="39" y="8"/>
                  <a:pt x="39" y="8"/>
                  <a:pt x="39" y="8"/>
                </a:cubicBezTo>
                <a:cubicBezTo>
                  <a:pt x="39" y="51"/>
                  <a:pt x="39" y="51"/>
                  <a:pt x="39" y="51"/>
                </a:cubicBezTo>
                <a:cubicBezTo>
                  <a:pt x="16" y="51"/>
                  <a:pt x="16" y="51"/>
                  <a:pt x="16" y="51"/>
                </a:cubicBezTo>
                <a:lnTo>
                  <a:pt x="16" y="8"/>
                </a:lnTo>
                <a:close/>
                <a:moveTo>
                  <a:pt x="21" y="8"/>
                </a:moveTo>
                <a:cubicBezTo>
                  <a:pt x="35" y="8"/>
                  <a:pt x="35" y="8"/>
                  <a:pt x="35" y="8"/>
                </a:cubicBezTo>
                <a:cubicBezTo>
                  <a:pt x="35" y="8"/>
                  <a:pt x="35" y="7"/>
                  <a:pt x="35" y="6"/>
                </a:cubicBezTo>
                <a:cubicBezTo>
                  <a:pt x="35" y="5"/>
                  <a:pt x="34" y="4"/>
                  <a:pt x="33" y="4"/>
                </a:cubicBezTo>
                <a:cubicBezTo>
                  <a:pt x="23" y="4"/>
                  <a:pt x="23" y="4"/>
                  <a:pt x="23" y="4"/>
                </a:cubicBezTo>
                <a:cubicBezTo>
                  <a:pt x="21" y="4"/>
                  <a:pt x="21" y="5"/>
                  <a:pt x="21" y="6"/>
                </a:cubicBezTo>
                <a:cubicBezTo>
                  <a:pt x="21" y="7"/>
                  <a:pt x="21" y="8"/>
                  <a:pt x="21" y="8"/>
                </a:cubicBezTo>
                <a:close/>
                <a:moveTo>
                  <a:pt x="0" y="47"/>
                </a:moveTo>
                <a:cubicBezTo>
                  <a:pt x="0" y="12"/>
                  <a:pt x="0" y="12"/>
                  <a:pt x="0" y="12"/>
                </a:cubicBezTo>
                <a:cubicBezTo>
                  <a:pt x="0" y="10"/>
                  <a:pt x="2" y="8"/>
                  <a:pt x="4" y="8"/>
                </a:cubicBezTo>
                <a:cubicBezTo>
                  <a:pt x="12" y="8"/>
                  <a:pt x="12" y="8"/>
                  <a:pt x="12" y="8"/>
                </a:cubicBezTo>
                <a:cubicBezTo>
                  <a:pt x="12" y="51"/>
                  <a:pt x="12" y="51"/>
                  <a:pt x="12" y="51"/>
                </a:cubicBezTo>
                <a:cubicBezTo>
                  <a:pt x="4" y="51"/>
                  <a:pt x="4" y="51"/>
                  <a:pt x="4" y="51"/>
                </a:cubicBezTo>
                <a:cubicBezTo>
                  <a:pt x="2" y="51"/>
                  <a:pt x="0" y="49"/>
                  <a:pt x="0" y="47"/>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Tree>
    <p:extLst>
      <p:ext uri="{BB962C8B-B14F-4D97-AF65-F5344CB8AC3E}">
        <p14:creationId xmlns:p14="http://schemas.microsoft.com/office/powerpoint/2010/main" val="1765655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316"/>
                                        </p:tgtEl>
                                        <p:attrNameLst>
                                          <p:attrName>style.visibility</p:attrName>
                                        </p:attrNameLst>
                                      </p:cBhvr>
                                      <p:to>
                                        <p:strVal val="visible"/>
                                      </p:to>
                                    </p:set>
                                    <p:animEffect transition="in" filter="fade">
                                      <p:cBhvr>
                                        <p:cTn id="7" dur="500"/>
                                        <p:tgtEl>
                                          <p:spTgt spid="3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6" grpId="0" animBg="1"/>
    </p:bldLst>
  </p:timing>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191163" y="140126"/>
            <a:ext cx="364526" cy="364526"/>
            <a:chOff x="517526" y="728663"/>
            <a:chExt cx="519112" cy="519112"/>
          </a:xfrm>
          <a:solidFill>
            <a:srgbClr val="707E84"/>
          </a:solidFill>
        </p:grpSpPr>
        <p:sp>
          <p:nvSpPr>
            <p:cNvPr id="3" name="Freeform 513"/>
            <p:cNvSpPr>
              <a:spLocks/>
            </p:cNvSpPr>
            <p:nvPr/>
          </p:nvSpPr>
          <p:spPr bwMode="auto">
            <a:xfrm>
              <a:off x="957263" y="933450"/>
              <a:ext cx="79375" cy="104775"/>
            </a:xfrm>
            <a:custGeom>
              <a:avLst/>
              <a:gdLst>
                <a:gd name="T0" fmla="*/ 36 w 37"/>
                <a:gd name="T1" fmla="*/ 24 h 49"/>
                <a:gd name="T2" fmla="*/ 2 w 37"/>
                <a:gd name="T3" fmla="*/ 0 h 49"/>
                <a:gd name="T4" fmla="*/ 0 w 37"/>
                <a:gd name="T5" fmla="*/ 1 h 49"/>
                <a:gd name="T6" fmla="*/ 0 w 37"/>
                <a:gd name="T7" fmla="*/ 47 h 49"/>
                <a:gd name="T8" fmla="*/ 2 w 37"/>
                <a:gd name="T9" fmla="*/ 48 h 49"/>
                <a:gd name="T10" fmla="*/ 36 w 37"/>
                <a:gd name="T11" fmla="*/ 26 h 49"/>
                <a:gd name="T12" fmla="*/ 36 w 37"/>
                <a:gd name="T13" fmla="*/ 24 h 49"/>
              </a:gdLst>
              <a:ahLst/>
              <a:cxnLst>
                <a:cxn ang="0">
                  <a:pos x="T0" y="T1"/>
                </a:cxn>
                <a:cxn ang="0">
                  <a:pos x="T2" y="T3"/>
                </a:cxn>
                <a:cxn ang="0">
                  <a:pos x="T4" y="T5"/>
                </a:cxn>
                <a:cxn ang="0">
                  <a:pos x="T6" y="T7"/>
                </a:cxn>
                <a:cxn ang="0">
                  <a:pos x="T8" y="T9"/>
                </a:cxn>
                <a:cxn ang="0">
                  <a:pos x="T10" y="T11"/>
                </a:cxn>
                <a:cxn ang="0">
                  <a:pos x="T12" y="T13"/>
                </a:cxn>
              </a:cxnLst>
              <a:rect l="0" t="0" r="r" b="b"/>
              <a:pathLst>
                <a:path w="37" h="49">
                  <a:moveTo>
                    <a:pt x="36" y="24"/>
                  </a:moveTo>
                  <a:cubicBezTo>
                    <a:pt x="2" y="0"/>
                    <a:pt x="2" y="0"/>
                    <a:pt x="2" y="0"/>
                  </a:cubicBezTo>
                  <a:cubicBezTo>
                    <a:pt x="1" y="0"/>
                    <a:pt x="0" y="0"/>
                    <a:pt x="0" y="1"/>
                  </a:cubicBezTo>
                  <a:cubicBezTo>
                    <a:pt x="0" y="47"/>
                    <a:pt x="0" y="47"/>
                    <a:pt x="0" y="47"/>
                  </a:cubicBezTo>
                  <a:cubicBezTo>
                    <a:pt x="0" y="48"/>
                    <a:pt x="1" y="49"/>
                    <a:pt x="2" y="48"/>
                  </a:cubicBezTo>
                  <a:cubicBezTo>
                    <a:pt x="36" y="26"/>
                    <a:pt x="36" y="26"/>
                    <a:pt x="36" y="26"/>
                  </a:cubicBezTo>
                  <a:cubicBezTo>
                    <a:pt x="37" y="26"/>
                    <a:pt x="37" y="25"/>
                    <a:pt x="36"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Freeform 514"/>
            <p:cNvSpPr>
              <a:spLocks/>
            </p:cNvSpPr>
            <p:nvPr/>
          </p:nvSpPr>
          <p:spPr bwMode="auto">
            <a:xfrm>
              <a:off x="517526" y="933450"/>
              <a:ext cx="79375" cy="104775"/>
            </a:xfrm>
            <a:custGeom>
              <a:avLst/>
              <a:gdLst>
                <a:gd name="T0" fmla="*/ 35 w 37"/>
                <a:gd name="T1" fmla="*/ 0 h 49"/>
                <a:gd name="T2" fmla="*/ 1 w 37"/>
                <a:gd name="T3" fmla="*/ 24 h 49"/>
                <a:gd name="T4" fmla="*/ 1 w 37"/>
                <a:gd name="T5" fmla="*/ 26 h 49"/>
                <a:gd name="T6" fmla="*/ 35 w 37"/>
                <a:gd name="T7" fmla="*/ 48 h 49"/>
                <a:gd name="T8" fmla="*/ 37 w 37"/>
                <a:gd name="T9" fmla="*/ 47 h 49"/>
                <a:gd name="T10" fmla="*/ 36 w 37"/>
                <a:gd name="T11" fmla="*/ 1 h 49"/>
                <a:gd name="T12" fmla="*/ 35 w 37"/>
                <a:gd name="T13" fmla="*/ 0 h 49"/>
              </a:gdLst>
              <a:ahLst/>
              <a:cxnLst>
                <a:cxn ang="0">
                  <a:pos x="T0" y="T1"/>
                </a:cxn>
                <a:cxn ang="0">
                  <a:pos x="T2" y="T3"/>
                </a:cxn>
                <a:cxn ang="0">
                  <a:pos x="T4" y="T5"/>
                </a:cxn>
                <a:cxn ang="0">
                  <a:pos x="T6" y="T7"/>
                </a:cxn>
                <a:cxn ang="0">
                  <a:pos x="T8" y="T9"/>
                </a:cxn>
                <a:cxn ang="0">
                  <a:pos x="T10" y="T11"/>
                </a:cxn>
                <a:cxn ang="0">
                  <a:pos x="T12" y="T13"/>
                </a:cxn>
              </a:cxnLst>
              <a:rect l="0" t="0" r="r" b="b"/>
              <a:pathLst>
                <a:path w="37" h="49">
                  <a:moveTo>
                    <a:pt x="35" y="0"/>
                  </a:moveTo>
                  <a:cubicBezTo>
                    <a:pt x="1" y="24"/>
                    <a:pt x="1" y="24"/>
                    <a:pt x="1" y="24"/>
                  </a:cubicBezTo>
                  <a:cubicBezTo>
                    <a:pt x="0" y="25"/>
                    <a:pt x="0" y="26"/>
                    <a:pt x="1" y="26"/>
                  </a:cubicBezTo>
                  <a:cubicBezTo>
                    <a:pt x="35" y="48"/>
                    <a:pt x="35" y="48"/>
                    <a:pt x="35" y="48"/>
                  </a:cubicBezTo>
                  <a:cubicBezTo>
                    <a:pt x="36" y="49"/>
                    <a:pt x="37" y="48"/>
                    <a:pt x="37" y="47"/>
                  </a:cubicBezTo>
                  <a:cubicBezTo>
                    <a:pt x="36" y="1"/>
                    <a:pt x="36" y="1"/>
                    <a:pt x="36" y="1"/>
                  </a:cubicBezTo>
                  <a:cubicBezTo>
                    <a:pt x="36" y="0"/>
                    <a:pt x="36" y="0"/>
                    <a:pt x="3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 name="Freeform 515"/>
            <p:cNvSpPr>
              <a:spLocks/>
            </p:cNvSpPr>
            <p:nvPr/>
          </p:nvSpPr>
          <p:spPr bwMode="auto">
            <a:xfrm>
              <a:off x="722313" y="728663"/>
              <a:ext cx="104775" cy="79375"/>
            </a:xfrm>
            <a:custGeom>
              <a:avLst/>
              <a:gdLst>
                <a:gd name="T0" fmla="*/ 1 w 49"/>
                <a:gd name="T1" fmla="*/ 36 h 37"/>
                <a:gd name="T2" fmla="*/ 47 w 49"/>
                <a:gd name="T3" fmla="*/ 37 h 37"/>
                <a:gd name="T4" fmla="*/ 48 w 49"/>
                <a:gd name="T5" fmla="*/ 35 h 37"/>
                <a:gd name="T6" fmla="*/ 26 w 49"/>
                <a:gd name="T7" fmla="*/ 1 h 37"/>
                <a:gd name="T8" fmla="*/ 24 w 49"/>
                <a:gd name="T9" fmla="*/ 1 h 37"/>
                <a:gd name="T10" fmla="*/ 0 w 49"/>
                <a:gd name="T11" fmla="*/ 35 h 37"/>
                <a:gd name="T12" fmla="*/ 1 w 49"/>
                <a:gd name="T13" fmla="*/ 36 h 37"/>
              </a:gdLst>
              <a:ahLst/>
              <a:cxnLst>
                <a:cxn ang="0">
                  <a:pos x="T0" y="T1"/>
                </a:cxn>
                <a:cxn ang="0">
                  <a:pos x="T2" y="T3"/>
                </a:cxn>
                <a:cxn ang="0">
                  <a:pos x="T4" y="T5"/>
                </a:cxn>
                <a:cxn ang="0">
                  <a:pos x="T6" y="T7"/>
                </a:cxn>
                <a:cxn ang="0">
                  <a:pos x="T8" y="T9"/>
                </a:cxn>
                <a:cxn ang="0">
                  <a:pos x="T10" y="T11"/>
                </a:cxn>
                <a:cxn ang="0">
                  <a:pos x="T12" y="T13"/>
                </a:cxn>
              </a:cxnLst>
              <a:rect l="0" t="0" r="r" b="b"/>
              <a:pathLst>
                <a:path w="49" h="37">
                  <a:moveTo>
                    <a:pt x="1" y="36"/>
                  </a:moveTo>
                  <a:cubicBezTo>
                    <a:pt x="47" y="37"/>
                    <a:pt x="47" y="37"/>
                    <a:pt x="47" y="37"/>
                  </a:cubicBezTo>
                  <a:cubicBezTo>
                    <a:pt x="48" y="37"/>
                    <a:pt x="49" y="36"/>
                    <a:pt x="48" y="35"/>
                  </a:cubicBezTo>
                  <a:cubicBezTo>
                    <a:pt x="26" y="1"/>
                    <a:pt x="26" y="1"/>
                    <a:pt x="26" y="1"/>
                  </a:cubicBezTo>
                  <a:cubicBezTo>
                    <a:pt x="26" y="0"/>
                    <a:pt x="25" y="0"/>
                    <a:pt x="24" y="1"/>
                  </a:cubicBezTo>
                  <a:cubicBezTo>
                    <a:pt x="0" y="35"/>
                    <a:pt x="0" y="35"/>
                    <a:pt x="0" y="35"/>
                  </a:cubicBezTo>
                  <a:cubicBezTo>
                    <a:pt x="0" y="36"/>
                    <a:pt x="0" y="36"/>
                    <a:pt x="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Freeform 516"/>
            <p:cNvSpPr>
              <a:spLocks/>
            </p:cNvSpPr>
            <p:nvPr/>
          </p:nvSpPr>
          <p:spPr bwMode="auto">
            <a:xfrm>
              <a:off x="722313" y="1168400"/>
              <a:ext cx="104775" cy="79375"/>
            </a:xfrm>
            <a:custGeom>
              <a:avLst/>
              <a:gdLst>
                <a:gd name="T0" fmla="*/ 47 w 49"/>
                <a:gd name="T1" fmla="*/ 0 h 37"/>
                <a:gd name="T2" fmla="*/ 1 w 49"/>
                <a:gd name="T3" fmla="*/ 0 h 37"/>
                <a:gd name="T4" fmla="*/ 0 w 49"/>
                <a:gd name="T5" fmla="*/ 2 h 37"/>
                <a:gd name="T6" fmla="*/ 24 w 49"/>
                <a:gd name="T7" fmla="*/ 36 h 37"/>
                <a:gd name="T8" fmla="*/ 26 w 49"/>
                <a:gd name="T9" fmla="*/ 36 h 37"/>
                <a:gd name="T10" fmla="*/ 48 w 49"/>
                <a:gd name="T11" fmla="*/ 2 h 37"/>
                <a:gd name="T12" fmla="*/ 47 w 49"/>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49" h="37">
                  <a:moveTo>
                    <a:pt x="47" y="0"/>
                  </a:moveTo>
                  <a:cubicBezTo>
                    <a:pt x="1" y="0"/>
                    <a:pt x="1" y="0"/>
                    <a:pt x="1" y="0"/>
                  </a:cubicBezTo>
                  <a:cubicBezTo>
                    <a:pt x="0" y="0"/>
                    <a:pt x="0" y="1"/>
                    <a:pt x="0" y="2"/>
                  </a:cubicBezTo>
                  <a:cubicBezTo>
                    <a:pt x="24" y="36"/>
                    <a:pt x="24" y="36"/>
                    <a:pt x="24" y="36"/>
                  </a:cubicBezTo>
                  <a:cubicBezTo>
                    <a:pt x="25" y="37"/>
                    <a:pt x="26" y="37"/>
                    <a:pt x="26" y="36"/>
                  </a:cubicBezTo>
                  <a:cubicBezTo>
                    <a:pt x="48" y="2"/>
                    <a:pt x="48" y="2"/>
                    <a:pt x="48" y="2"/>
                  </a:cubicBezTo>
                  <a:cubicBezTo>
                    <a:pt x="49" y="1"/>
                    <a:pt x="48" y="0"/>
                    <a:pt x="4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517"/>
            <p:cNvSpPr>
              <a:spLocks/>
            </p:cNvSpPr>
            <p:nvPr/>
          </p:nvSpPr>
          <p:spPr bwMode="auto">
            <a:xfrm>
              <a:off x="619126" y="831850"/>
              <a:ext cx="312738" cy="307975"/>
            </a:xfrm>
            <a:custGeom>
              <a:avLst/>
              <a:gdLst>
                <a:gd name="T0" fmla="*/ 138 w 146"/>
                <a:gd name="T1" fmla="*/ 0 h 144"/>
                <a:gd name="T2" fmla="*/ 8 w 146"/>
                <a:gd name="T3" fmla="*/ 0 h 144"/>
                <a:gd name="T4" fmla="*/ 0 w 146"/>
                <a:gd name="T5" fmla="*/ 8 h 144"/>
                <a:gd name="T6" fmla="*/ 0 w 146"/>
                <a:gd name="T7" fmla="*/ 136 h 144"/>
                <a:gd name="T8" fmla="*/ 8 w 146"/>
                <a:gd name="T9" fmla="*/ 144 h 144"/>
                <a:gd name="T10" fmla="*/ 138 w 146"/>
                <a:gd name="T11" fmla="*/ 144 h 144"/>
                <a:gd name="T12" fmla="*/ 146 w 146"/>
                <a:gd name="T13" fmla="*/ 136 h 144"/>
                <a:gd name="T14" fmla="*/ 146 w 146"/>
                <a:gd name="T15" fmla="*/ 8 h 144"/>
                <a:gd name="T16" fmla="*/ 138 w 146"/>
                <a:gd name="T17"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6" h="144">
                  <a:moveTo>
                    <a:pt x="138" y="0"/>
                  </a:moveTo>
                  <a:cubicBezTo>
                    <a:pt x="8" y="0"/>
                    <a:pt x="8" y="0"/>
                    <a:pt x="8" y="0"/>
                  </a:cubicBezTo>
                  <a:cubicBezTo>
                    <a:pt x="4" y="0"/>
                    <a:pt x="0" y="3"/>
                    <a:pt x="0" y="8"/>
                  </a:cubicBezTo>
                  <a:cubicBezTo>
                    <a:pt x="0" y="136"/>
                    <a:pt x="0" y="136"/>
                    <a:pt x="0" y="136"/>
                  </a:cubicBezTo>
                  <a:cubicBezTo>
                    <a:pt x="0" y="140"/>
                    <a:pt x="4" y="144"/>
                    <a:pt x="8" y="144"/>
                  </a:cubicBezTo>
                  <a:cubicBezTo>
                    <a:pt x="138" y="144"/>
                    <a:pt x="138" y="144"/>
                    <a:pt x="138" y="144"/>
                  </a:cubicBezTo>
                  <a:cubicBezTo>
                    <a:pt x="142" y="144"/>
                    <a:pt x="146" y="140"/>
                    <a:pt x="146" y="136"/>
                  </a:cubicBezTo>
                  <a:cubicBezTo>
                    <a:pt x="146" y="8"/>
                    <a:pt x="146" y="8"/>
                    <a:pt x="146" y="8"/>
                  </a:cubicBezTo>
                  <a:cubicBezTo>
                    <a:pt x="146" y="3"/>
                    <a:pt x="142" y="0"/>
                    <a:pt x="13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 name="组合 7"/>
          <p:cNvGrpSpPr/>
          <p:nvPr/>
        </p:nvGrpSpPr>
        <p:grpSpPr>
          <a:xfrm>
            <a:off x="670939" y="111142"/>
            <a:ext cx="381248" cy="422495"/>
            <a:chOff x="1490663" y="688975"/>
            <a:chExt cx="542925" cy="601663"/>
          </a:xfrm>
          <a:solidFill>
            <a:srgbClr val="707E84"/>
          </a:solidFill>
        </p:grpSpPr>
        <p:sp>
          <p:nvSpPr>
            <p:cNvPr id="9" name="Freeform 518"/>
            <p:cNvSpPr>
              <a:spLocks noEditPoints="1"/>
            </p:cNvSpPr>
            <p:nvPr/>
          </p:nvSpPr>
          <p:spPr bwMode="auto">
            <a:xfrm>
              <a:off x="1490663" y="688975"/>
              <a:ext cx="542925" cy="601663"/>
            </a:xfrm>
            <a:custGeom>
              <a:avLst/>
              <a:gdLst>
                <a:gd name="T0" fmla="*/ 0 w 253"/>
                <a:gd name="T1" fmla="*/ 139 h 281"/>
                <a:gd name="T2" fmla="*/ 253 w 253"/>
                <a:gd name="T3" fmla="*/ 139 h 281"/>
                <a:gd name="T4" fmla="*/ 0 w 253"/>
                <a:gd name="T5" fmla="*/ 139 h 281"/>
                <a:gd name="T6" fmla="*/ 125 w 253"/>
                <a:gd name="T7" fmla="*/ 188 h 281"/>
                <a:gd name="T8" fmla="*/ 77 w 253"/>
                <a:gd name="T9" fmla="*/ 140 h 281"/>
                <a:gd name="T10" fmla="*/ 125 w 253"/>
                <a:gd name="T11" fmla="*/ 92 h 281"/>
                <a:gd name="T12" fmla="*/ 173 w 253"/>
                <a:gd name="T13" fmla="*/ 140 h 281"/>
                <a:gd name="T14" fmla="*/ 125 w 253"/>
                <a:gd name="T15" fmla="*/ 188 h 2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3" h="281">
                  <a:moveTo>
                    <a:pt x="0" y="139"/>
                  </a:moveTo>
                  <a:cubicBezTo>
                    <a:pt x="0" y="139"/>
                    <a:pt x="114" y="281"/>
                    <a:pt x="253" y="139"/>
                  </a:cubicBezTo>
                  <a:cubicBezTo>
                    <a:pt x="114" y="0"/>
                    <a:pt x="0" y="139"/>
                    <a:pt x="0" y="139"/>
                  </a:cubicBezTo>
                  <a:close/>
                  <a:moveTo>
                    <a:pt x="125" y="188"/>
                  </a:moveTo>
                  <a:cubicBezTo>
                    <a:pt x="99" y="188"/>
                    <a:pt x="77" y="167"/>
                    <a:pt x="77" y="140"/>
                  </a:cubicBezTo>
                  <a:cubicBezTo>
                    <a:pt x="77" y="114"/>
                    <a:pt x="99" y="92"/>
                    <a:pt x="125" y="92"/>
                  </a:cubicBezTo>
                  <a:cubicBezTo>
                    <a:pt x="152" y="92"/>
                    <a:pt x="173" y="114"/>
                    <a:pt x="173" y="140"/>
                  </a:cubicBezTo>
                  <a:cubicBezTo>
                    <a:pt x="173" y="167"/>
                    <a:pt x="152" y="188"/>
                    <a:pt x="125" y="1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Oval 519"/>
            <p:cNvSpPr>
              <a:spLocks noChangeArrowheads="1"/>
            </p:cNvSpPr>
            <p:nvPr/>
          </p:nvSpPr>
          <p:spPr bwMode="auto">
            <a:xfrm>
              <a:off x="1717676" y="949325"/>
              <a:ext cx="80963" cy="793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1" name="组合 10"/>
          <p:cNvGrpSpPr/>
          <p:nvPr/>
        </p:nvGrpSpPr>
        <p:grpSpPr>
          <a:xfrm>
            <a:off x="1167437" y="208126"/>
            <a:ext cx="381249" cy="228526"/>
            <a:chOff x="2474913" y="819150"/>
            <a:chExt cx="542926" cy="325438"/>
          </a:xfrm>
          <a:solidFill>
            <a:srgbClr val="707E84"/>
          </a:solidFill>
        </p:grpSpPr>
        <p:sp>
          <p:nvSpPr>
            <p:cNvPr id="12" name="Freeform 520"/>
            <p:cNvSpPr>
              <a:spLocks/>
            </p:cNvSpPr>
            <p:nvPr/>
          </p:nvSpPr>
          <p:spPr bwMode="auto">
            <a:xfrm>
              <a:off x="2474913" y="819150"/>
              <a:ext cx="331788" cy="261938"/>
            </a:xfrm>
            <a:custGeom>
              <a:avLst/>
              <a:gdLst>
                <a:gd name="T0" fmla="*/ 78 w 155"/>
                <a:gd name="T1" fmla="*/ 80 h 122"/>
                <a:gd name="T2" fmla="*/ 126 w 155"/>
                <a:gd name="T3" fmla="*/ 32 h 122"/>
                <a:gd name="T4" fmla="*/ 141 w 155"/>
                <a:gd name="T5" fmla="*/ 34 h 122"/>
                <a:gd name="T6" fmla="*/ 155 w 155"/>
                <a:gd name="T7" fmla="*/ 20 h 122"/>
                <a:gd name="T8" fmla="*/ 0 w 155"/>
                <a:gd name="T9" fmla="*/ 79 h 122"/>
                <a:gd name="T10" fmla="*/ 53 w 155"/>
                <a:gd name="T11" fmla="*/ 122 h 122"/>
                <a:gd name="T12" fmla="*/ 80 w 155"/>
                <a:gd name="T13" fmla="*/ 95 h 122"/>
                <a:gd name="T14" fmla="*/ 78 w 155"/>
                <a:gd name="T15" fmla="*/ 80 h 1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5" h="122">
                  <a:moveTo>
                    <a:pt x="78" y="80"/>
                  </a:moveTo>
                  <a:cubicBezTo>
                    <a:pt x="78" y="53"/>
                    <a:pt x="99" y="32"/>
                    <a:pt x="126" y="32"/>
                  </a:cubicBezTo>
                  <a:cubicBezTo>
                    <a:pt x="131" y="32"/>
                    <a:pt x="136" y="33"/>
                    <a:pt x="141" y="34"/>
                  </a:cubicBezTo>
                  <a:cubicBezTo>
                    <a:pt x="155" y="20"/>
                    <a:pt x="155" y="20"/>
                    <a:pt x="155" y="20"/>
                  </a:cubicBezTo>
                  <a:cubicBezTo>
                    <a:pt x="64" y="0"/>
                    <a:pt x="0" y="79"/>
                    <a:pt x="0" y="79"/>
                  </a:cubicBezTo>
                  <a:cubicBezTo>
                    <a:pt x="0" y="79"/>
                    <a:pt x="20" y="104"/>
                    <a:pt x="53" y="122"/>
                  </a:cubicBezTo>
                  <a:cubicBezTo>
                    <a:pt x="80" y="95"/>
                    <a:pt x="80" y="95"/>
                    <a:pt x="80" y="95"/>
                  </a:cubicBezTo>
                  <a:cubicBezTo>
                    <a:pt x="78" y="90"/>
                    <a:pt x="78" y="85"/>
                    <a:pt x="78"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521"/>
            <p:cNvSpPr>
              <a:spLocks/>
            </p:cNvSpPr>
            <p:nvPr/>
          </p:nvSpPr>
          <p:spPr bwMode="auto">
            <a:xfrm>
              <a:off x="2686051" y="900113"/>
              <a:ext cx="331788" cy="236538"/>
            </a:xfrm>
            <a:custGeom>
              <a:avLst/>
              <a:gdLst>
                <a:gd name="T0" fmla="*/ 102 w 155"/>
                <a:gd name="T1" fmla="*/ 0 h 110"/>
                <a:gd name="T2" fmla="*/ 73 w 155"/>
                <a:gd name="T3" fmla="*/ 29 h 110"/>
                <a:gd name="T4" fmla="*/ 75 w 155"/>
                <a:gd name="T5" fmla="*/ 42 h 110"/>
                <a:gd name="T6" fmla="*/ 27 w 155"/>
                <a:gd name="T7" fmla="*/ 90 h 110"/>
                <a:gd name="T8" fmla="*/ 14 w 155"/>
                <a:gd name="T9" fmla="*/ 88 h 110"/>
                <a:gd name="T10" fmla="*/ 0 w 155"/>
                <a:gd name="T11" fmla="*/ 101 h 110"/>
                <a:gd name="T12" fmla="*/ 155 w 155"/>
                <a:gd name="T13" fmla="*/ 41 h 110"/>
                <a:gd name="T14" fmla="*/ 102 w 155"/>
                <a:gd name="T15" fmla="*/ 0 h 1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5" h="110">
                  <a:moveTo>
                    <a:pt x="102" y="0"/>
                  </a:moveTo>
                  <a:cubicBezTo>
                    <a:pt x="73" y="29"/>
                    <a:pt x="73" y="29"/>
                    <a:pt x="73" y="29"/>
                  </a:cubicBezTo>
                  <a:cubicBezTo>
                    <a:pt x="74" y="33"/>
                    <a:pt x="75" y="37"/>
                    <a:pt x="75" y="42"/>
                  </a:cubicBezTo>
                  <a:cubicBezTo>
                    <a:pt x="75" y="68"/>
                    <a:pt x="53" y="90"/>
                    <a:pt x="27" y="90"/>
                  </a:cubicBezTo>
                  <a:cubicBezTo>
                    <a:pt x="22" y="90"/>
                    <a:pt x="18" y="89"/>
                    <a:pt x="14" y="88"/>
                  </a:cubicBezTo>
                  <a:cubicBezTo>
                    <a:pt x="0" y="101"/>
                    <a:pt x="0" y="101"/>
                    <a:pt x="0" y="101"/>
                  </a:cubicBezTo>
                  <a:cubicBezTo>
                    <a:pt x="43" y="110"/>
                    <a:pt x="97" y="100"/>
                    <a:pt x="155" y="41"/>
                  </a:cubicBezTo>
                  <a:cubicBezTo>
                    <a:pt x="137" y="23"/>
                    <a:pt x="119" y="9"/>
                    <a:pt x="10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522"/>
            <p:cNvSpPr>
              <a:spLocks/>
            </p:cNvSpPr>
            <p:nvPr/>
          </p:nvSpPr>
          <p:spPr bwMode="auto">
            <a:xfrm>
              <a:off x="2592388" y="830263"/>
              <a:ext cx="312738" cy="314325"/>
            </a:xfrm>
            <a:custGeom>
              <a:avLst/>
              <a:gdLst>
                <a:gd name="T0" fmla="*/ 71 w 146"/>
                <a:gd name="T1" fmla="*/ 94 h 147"/>
                <a:gd name="T2" fmla="*/ 89 w 146"/>
                <a:gd name="T3" fmla="*/ 75 h 147"/>
                <a:gd name="T4" fmla="*/ 89 w 146"/>
                <a:gd name="T5" fmla="*/ 73 h 147"/>
                <a:gd name="T6" fmla="*/ 145 w 146"/>
                <a:gd name="T7" fmla="*/ 16 h 147"/>
                <a:gd name="T8" fmla="*/ 145 w 146"/>
                <a:gd name="T9" fmla="*/ 13 h 147"/>
                <a:gd name="T10" fmla="*/ 134 w 146"/>
                <a:gd name="T11" fmla="*/ 1 h 147"/>
                <a:gd name="T12" fmla="*/ 131 w 146"/>
                <a:gd name="T13" fmla="*/ 1 h 147"/>
                <a:gd name="T14" fmla="*/ 75 w 146"/>
                <a:gd name="T15" fmla="*/ 57 h 147"/>
                <a:gd name="T16" fmla="*/ 71 w 146"/>
                <a:gd name="T17" fmla="*/ 56 h 147"/>
                <a:gd name="T18" fmla="*/ 52 w 146"/>
                <a:gd name="T19" fmla="*/ 75 h 147"/>
                <a:gd name="T20" fmla="*/ 53 w 146"/>
                <a:gd name="T21" fmla="*/ 79 h 147"/>
                <a:gd name="T22" fmla="*/ 1 w 146"/>
                <a:gd name="T23" fmla="*/ 131 h 147"/>
                <a:gd name="T24" fmla="*/ 1 w 146"/>
                <a:gd name="T25" fmla="*/ 135 h 147"/>
                <a:gd name="T26" fmla="*/ 12 w 146"/>
                <a:gd name="T27" fmla="*/ 146 h 147"/>
                <a:gd name="T28" fmla="*/ 16 w 146"/>
                <a:gd name="T29" fmla="*/ 146 h 147"/>
                <a:gd name="T30" fmla="*/ 68 w 146"/>
                <a:gd name="T31" fmla="*/ 93 h 147"/>
                <a:gd name="T32" fmla="*/ 71 w 146"/>
                <a:gd name="T33" fmla="*/ 94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147">
                  <a:moveTo>
                    <a:pt x="71" y="94"/>
                  </a:moveTo>
                  <a:cubicBezTo>
                    <a:pt x="81" y="94"/>
                    <a:pt x="89" y="85"/>
                    <a:pt x="89" y="75"/>
                  </a:cubicBezTo>
                  <a:cubicBezTo>
                    <a:pt x="89" y="74"/>
                    <a:pt x="89" y="73"/>
                    <a:pt x="89" y="73"/>
                  </a:cubicBezTo>
                  <a:cubicBezTo>
                    <a:pt x="145" y="16"/>
                    <a:pt x="145" y="16"/>
                    <a:pt x="145" y="16"/>
                  </a:cubicBezTo>
                  <a:cubicBezTo>
                    <a:pt x="146" y="15"/>
                    <a:pt x="146" y="14"/>
                    <a:pt x="145" y="13"/>
                  </a:cubicBezTo>
                  <a:cubicBezTo>
                    <a:pt x="134" y="1"/>
                    <a:pt x="134" y="1"/>
                    <a:pt x="134" y="1"/>
                  </a:cubicBezTo>
                  <a:cubicBezTo>
                    <a:pt x="133" y="0"/>
                    <a:pt x="131" y="0"/>
                    <a:pt x="131" y="1"/>
                  </a:cubicBezTo>
                  <a:cubicBezTo>
                    <a:pt x="75" y="57"/>
                    <a:pt x="75" y="57"/>
                    <a:pt x="75" y="57"/>
                  </a:cubicBezTo>
                  <a:cubicBezTo>
                    <a:pt x="74" y="56"/>
                    <a:pt x="72" y="56"/>
                    <a:pt x="71" y="56"/>
                  </a:cubicBezTo>
                  <a:cubicBezTo>
                    <a:pt x="60" y="56"/>
                    <a:pt x="52" y="65"/>
                    <a:pt x="52" y="75"/>
                  </a:cubicBezTo>
                  <a:cubicBezTo>
                    <a:pt x="52" y="76"/>
                    <a:pt x="52" y="78"/>
                    <a:pt x="53" y="79"/>
                  </a:cubicBezTo>
                  <a:cubicBezTo>
                    <a:pt x="1" y="131"/>
                    <a:pt x="1" y="131"/>
                    <a:pt x="1" y="131"/>
                  </a:cubicBezTo>
                  <a:cubicBezTo>
                    <a:pt x="0" y="132"/>
                    <a:pt x="0" y="134"/>
                    <a:pt x="1" y="135"/>
                  </a:cubicBezTo>
                  <a:cubicBezTo>
                    <a:pt x="12" y="146"/>
                    <a:pt x="12" y="146"/>
                    <a:pt x="12" y="146"/>
                  </a:cubicBezTo>
                  <a:cubicBezTo>
                    <a:pt x="13" y="147"/>
                    <a:pt x="15" y="147"/>
                    <a:pt x="16" y="146"/>
                  </a:cubicBezTo>
                  <a:cubicBezTo>
                    <a:pt x="68" y="93"/>
                    <a:pt x="68" y="93"/>
                    <a:pt x="68" y="93"/>
                  </a:cubicBezTo>
                  <a:cubicBezTo>
                    <a:pt x="69" y="93"/>
                    <a:pt x="70" y="94"/>
                    <a:pt x="71"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5" name="Freeform 523"/>
          <p:cNvSpPr>
            <a:spLocks/>
          </p:cNvSpPr>
          <p:nvPr/>
        </p:nvSpPr>
        <p:spPr bwMode="auto">
          <a:xfrm>
            <a:off x="1663936" y="137339"/>
            <a:ext cx="390166" cy="370101"/>
          </a:xfrm>
          <a:custGeom>
            <a:avLst/>
            <a:gdLst>
              <a:gd name="T0" fmla="*/ 124 w 259"/>
              <a:gd name="T1" fmla="*/ 6 h 246"/>
              <a:gd name="T2" fmla="*/ 135 w 259"/>
              <a:gd name="T3" fmla="*/ 6 h 246"/>
              <a:gd name="T4" fmla="*/ 165 w 259"/>
              <a:gd name="T5" fmla="*/ 67 h 246"/>
              <a:gd name="T6" fmla="*/ 183 w 259"/>
              <a:gd name="T7" fmla="*/ 80 h 246"/>
              <a:gd name="T8" fmla="*/ 250 w 259"/>
              <a:gd name="T9" fmla="*/ 90 h 246"/>
              <a:gd name="T10" fmla="*/ 254 w 259"/>
              <a:gd name="T11" fmla="*/ 101 h 246"/>
              <a:gd name="T12" fmla="*/ 205 w 259"/>
              <a:gd name="T13" fmla="*/ 148 h 246"/>
              <a:gd name="T14" fmla="*/ 198 w 259"/>
              <a:gd name="T15" fmla="*/ 169 h 246"/>
              <a:gd name="T16" fmla="*/ 210 w 259"/>
              <a:gd name="T17" fmla="*/ 236 h 246"/>
              <a:gd name="T18" fmla="*/ 201 w 259"/>
              <a:gd name="T19" fmla="*/ 243 h 246"/>
              <a:gd name="T20" fmla="*/ 141 w 259"/>
              <a:gd name="T21" fmla="*/ 211 h 246"/>
              <a:gd name="T22" fmla="*/ 118 w 259"/>
              <a:gd name="T23" fmla="*/ 211 h 246"/>
              <a:gd name="T24" fmla="*/ 58 w 259"/>
              <a:gd name="T25" fmla="*/ 243 h 246"/>
              <a:gd name="T26" fmla="*/ 49 w 259"/>
              <a:gd name="T27" fmla="*/ 236 h 246"/>
              <a:gd name="T28" fmla="*/ 61 w 259"/>
              <a:gd name="T29" fmla="*/ 169 h 246"/>
              <a:gd name="T30" fmla="*/ 54 w 259"/>
              <a:gd name="T31" fmla="*/ 148 h 246"/>
              <a:gd name="T32" fmla="*/ 5 w 259"/>
              <a:gd name="T33" fmla="*/ 101 h 246"/>
              <a:gd name="T34" fmla="*/ 9 w 259"/>
              <a:gd name="T35" fmla="*/ 90 h 246"/>
              <a:gd name="T36" fmla="*/ 76 w 259"/>
              <a:gd name="T37" fmla="*/ 80 h 246"/>
              <a:gd name="T38" fmla="*/ 94 w 259"/>
              <a:gd name="T39" fmla="*/ 67 h 246"/>
              <a:gd name="T40" fmla="*/ 124 w 259"/>
              <a:gd name="T41" fmla="*/ 6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9" h="246">
                <a:moveTo>
                  <a:pt x="124" y="6"/>
                </a:moveTo>
                <a:cubicBezTo>
                  <a:pt x="127" y="0"/>
                  <a:pt x="132" y="0"/>
                  <a:pt x="135" y="6"/>
                </a:cubicBezTo>
                <a:cubicBezTo>
                  <a:pt x="165" y="67"/>
                  <a:pt x="165" y="67"/>
                  <a:pt x="165" y="67"/>
                </a:cubicBezTo>
                <a:cubicBezTo>
                  <a:pt x="168" y="73"/>
                  <a:pt x="177" y="79"/>
                  <a:pt x="183" y="80"/>
                </a:cubicBezTo>
                <a:cubicBezTo>
                  <a:pt x="250" y="90"/>
                  <a:pt x="250" y="90"/>
                  <a:pt x="250" y="90"/>
                </a:cubicBezTo>
                <a:cubicBezTo>
                  <a:pt x="257" y="91"/>
                  <a:pt x="259" y="96"/>
                  <a:pt x="254" y="101"/>
                </a:cubicBezTo>
                <a:cubicBezTo>
                  <a:pt x="205" y="148"/>
                  <a:pt x="205" y="148"/>
                  <a:pt x="205" y="148"/>
                </a:cubicBezTo>
                <a:cubicBezTo>
                  <a:pt x="200" y="153"/>
                  <a:pt x="197" y="163"/>
                  <a:pt x="198" y="169"/>
                </a:cubicBezTo>
                <a:cubicBezTo>
                  <a:pt x="210" y="236"/>
                  <a:pt x="210" y="236"/>
                  <a:pt x="210" y="236"/>
                </a:cubicBezTo>
                <a:cubicBezTo>
                  <a:pt x="211" y="243"/>
                  <a:pt x="207" y="246"/>
                  <a:pt x="201" y="243"/>
                </a:cubicBezTo>
                <a:cubicBezTo>
                  <a:pt x="141" y="211"/>
                  <a:pt x="141" y="211"/>
                  <a:pt x="141" y="211"/>
                </a:cubicBezTo>
                <a:cubicBezTo>
                  <a:pt x="135" y="208"/>
                  <a:pt x="124" y="208"/>
                  <a:pt x="118" y="211"/>
                </a:cubicBezTo>
                <a:cubicBezTo>
                  <a:pt x="58" y="243"/>
                  <a:pt x="58" y="243"/>
                  <a:pt x="58" y="243"/>
                </a:cubicBezTo>
                <a:cubicBezTo>
                  <a:pt x="52" y="246"/>
                  <a:pt x="48" y="243"/>
                  <a:pt x="49" y="236"/>
                </a:cubicBezTo>
                <a:cubicBezTo>
                  <a:pt x="61" y="169"/>
                  <a:pt x="61" y="169"/>
                  <a:pt x="61" y="169"/>
                </a:cubicBezTo>
                <a:cubicBezTo>
                  <a:pt x="62" y="163"/>
                  <a:pt x="59" y="153"/>
                  <a:pt x="54" y="148"/>
                </a:cubicBezTo>
                <a:cubicBezTo>
                  <a:pt x="5" y="101"/>
                  <a:pt x="5" y="101"/>
                  <a:pt x="5" y="101"/>
                </a:cubicBezTo>
                <a:cubicBezTo>
                  <a:pt x="0" y="96"/>
                  <a:pt x="2" y="91"/>
                  <a:pt x="9" y="90"/>
                </a:cubicBezTo>
                <a:cubicBezTo>
                  <a:pt x="76" y="80"/>
                  <a:pt x="76" y="80"/>
                  <a:pt x="76" y="80"/>
                </a:cubicBezTo>
                <a:cubicBezTo>
                  <a:pt x="83" y="79"/>
                  <a:pt x="91" y="73"/>
                  <a:pt x="94" y="67"/>
                </a:cubicBezTo>
                <a:lnTo>
                  <a:pt x="124" y="6"/>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 name="Freeform 524"/>
          <p:cNvSpPr>
            <a:spLocks noEditPoints="1"/>
          </p:cNvSpPr>
          <p:nvPr/>
        </p:nvSpPr>
        <p:spPr bwMode="auto">
          <a:xfrm>
            <a:off x="2169352" y="139011"/>
            <a:ext cx="384593" cy="366757"/>
          </a:xfrm>
          <a:custGeom>
            <a:avLst/>
            <a:gdLst>
              <a:gd name="T0" fmla="*/ 251 w 256"/>
              <a:gd name="T1" fmla="*/ 100 h 244"/>
              <a:gd name="T2" fmla="*/ 248 w 256"/>
              <a:gd name="T3" fmla="*/ 89 h 244"/>
              <a:gd name="T4" fmla="*/ 182 w 256"/>
              <a:gd name="T5" fmla="*/ 80 h 244"/>
              <a:gd name="T6" fmla="*/ 163 w 256"/>
              <a:gd name="T7" fmla="*/ 66 h 244"/>
              <a:gd name="T8" fmla="*/ 134 w 256"/>
              <a:gd name="T9" fmla="*/ 6 h 244"/>
              <a:gd name="T10" fmla="*/ 122 w 256"/>
              <a:gd name="T11" fmla="*/ 6 h 244"/>
              <a:gd name="T12" fmla="*/ 93 w 256"/>
              <a:gd name="T13" fmla="*/ 66 h 244"/>
              <a:gd name="T14" fmla="*/ 75 w 256"/>
              <a:gd name="T15" fmla="*/ 80 h 244"/>
              <a:gd name="T16" fmla="*/ 8 w 256"/>
              <a:gd name="T17" fmla="*/ 89 h 244"/>
              <a:gd name="T18" fmla="*/ 5 w 256"/>
              <a:gd name="T19" fmla="*/ 100 h 244"/>
              <a:gd name="T20" fmla="*/ 53 w 256"/>
              <a:gd name="T21" fmla="*/ 147 h 244"/>
              <a:gd name="T22" fmla="*/ 60 w 256"/>
              <a:gd name="T23" fmla="*/ 168 h 244"/>
              <a:gd name="T24" fmla="*/ 48 w 256"/>
              <a:gd name="T25" fmla="*/ 234 h 244"/>
              <a:gd name="T26" fmla="*/ 58 w 256"/>
              <a:gd name="T27" fmla="*/ 241 h 244"/>
              <a:gd name="T28" fmla="*/ 117 w 256"/>
              <a:gd name="T29" fmla="*/ 210 h 244"/>
              <a:gd name="T30" fmla="*/ 139 w 256"/>
              <a:gd name="T31" fmla="*/ 210 h 244"/>
              <a:gd name="T32" fmla="*/ 199 w 256"/>
              <a:gd name="T33" fmla="*/ 241 h 244"/>
              <a:gd name="T34" fmla="*/ 208 w 256"/>
              <a:gd name="T35" fmla="*/ 234 h 244"/>
              <a:gd name="T36" fmla="*/ 197 w 256"/>
              <a:gd name="T37" fmla="*/ 168 h 244"/>
              <a:gd name="T38" fmla="*/ 203 w 256"/>
              <a:gd name="T39" fmla="*/ 147 h 244"/>
              <a:gd name="T40" fmla="*/ 251 w 256"/>
              <a:gd name="T41" fmla="*/ 100 h 244"/>
              <a:gd name="T42" fmla="*/ 174 w 256"/>
              <a:gd name="T43" fmla="*/ 153 h 244"/>
              <a:gd name="T44" fmla="*/ 182 w 256"/>
              <a:gd name="T45" fmla="*/ 197 h 244"/>
              <a:gd name="T46" fmla="*/ 176 w 256"/>
              <a:gd name="T47" fmla="*/ 202 h 244"/>
              <a:gd name="T48" fmla="*/ 136 w 256"/>
              <a:gd name="T49" fmla="*/ 181 h 244"/>
              <a:gd name="T50" fmla="*/ 121 w 256"/>
              <a:gd name="T51" fmla="*/ 181 h 244"/>
              <a:gd name="T52" fmla="*/ 81 w 256"/>
              <a:gd name="T53" fmla="*/ 202 h 244"/>
              <a:gd name="T54" fmla="*/ 74 w 256"/>
              <a:gd name="T55" fmla="*/ 197 h 244"/>
              <a:gd name="T56" fmla="*/ 82 w 256"/>
              <a:gd name="T57" fmla="*/ 153 h 244"/>
              <a:gd name="T58" fmla="*/ 77 w 256"/>
              <a:gd name="T59" fmla="*/ 139 h 244"/>
              <a:gd name="T60" fmla="*/ 45 w 256"/>
              <a:gd name="T61" fmla="*/ 107 h 244"/>
              <a:gd name="T62" fmla="*/ 47 w 256"/>
              <a:gd name="T63" fmla="*/ 100 h 244"/>
              <a:gd name="T64" fmla="*/ 92 w 256"/>
              <a:gd name="T65" fmla="*/ 93 h 244"/>
              <a:gd name="T66" fmla="*/ 104 w 256"/>
              <a:gd name="T67" fmla="*/ 84 h 244"/>
              <a:gd name="T68" fmla="*/ 124 w 256"/>
              <a:gd name="T69" fmla="*/ 44 h 244"/>
              <a:gd name="T70" fmla="*/ 132 w 256"/>
              <a:gd name="T71" fmla="*/ 44 h 244"/>
              <a:gd name="T72" fmla="*/ 152 w 256"/>
              <a:gd name="T73" fmla="*/ 84 h 244"/>
              <a:gd name="T74" fmla="*/ 164 w 256"/>
              <a:gd name="T75" fmla="*/ 93 h 244"/>
              <a:gd name="T76" fmla="*/ 209 w 256"/>
              <a:gd name="T77" fmla="*/ 100 h 244"/>
              <a:gd name="T78" fmla="*/ 211 w 256"/>
              <a:gd name="T79" fmla="*/ 107 h 244"/>
              <a:gd name="T80" fmla="*/ 179 w 256"/>
              <a:gd name="T81" fmla="*/ 139 h 244"/>
              <a:gd name="T82" fmla="*/ 174 w 256"/>
              <a:gd name="T83" fmla="*/ 153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6" h="244">
                <a:moveTo>
                  <a:pt x="251" y="100"/>
                </a:moveTo>
                <a:cubicBezTo>
                  <a:pt x="256" y="95"/>
                  <a:pt x="255" y="90"/>
                  <a:pt x="248" y="89"/>
                </a:cubicBezTo>
                <a:cubicBezTo>
                  <a:pt x="182" y="80"/>
                  <a:pt x="182" y="80"/>
                  <a:pt x="182" y="80"/>
                </a:cubicBezTo>
                <a:cubicBezTo>
                  <a:pt x="175" y="79"/>
                  <a:pt x="167" y="73"/>
                  <a:pt x="163" y="66"/>
                </a:cubicBezTo>
                <a:cubicBezTo>
                  <a:pt x="134" y="6"/>
                  <a:pt x="134" y="6"/>
                  <a:pt x="134" y="6"/>
                </a:cubicBezTo>
                <a:cubicBezTo>
                  <a:pt x="131" y="0"/>
                  <a:pt x="126" y="0"/>
                  <a:pt x="122" y="6"/>
                </a:cubicBezTo>
                <a:cubicBezTo>
                  <a:pt x="93" y="66"/>
                  <a:pt x="93" y="66"/>
                  <a:pt x="93" y="66"/>
                </a:cubicBezTo>
                <a:cubicBezTo>
                  <a:pt x="90" y="73"/>
                  <a:pt x="82" y="79"/>
                  <a:pt x="75" y="80"/>
                </a:cubicBezTo>
                <a:cubicBezTo>
                  <a:pt x="8" y="89"/>
                  <a:pt x="8" y="89"/>
                  <a:pt x="8" y="89"/>
                </a:cubicBezTo>
                <a:cubicBezTo>
                  <a:pt x="1" y="90"/>
                  <a:pt x="0" y="95"/>
                  <a:pt x="5" y="100"/>
                </a:cubicBezTo>
                <a:cubicBezTo>
                  <a:pt x="53" y="147"/>
                  <a:pt x="53" y="147"/>
                  <a:pt x="53" y="147"/>
                </a:cubicBezTo>
                <a:cubicBezTo>
                  <a:pt x="58" y="152"/>
                  <a:pt x="61" y="161"/>
                  <a:pt x="60" y="168"/>
                </a:cubicBezTo>
                <a:cubicBezTo>
                  <a:pt x="48" y="234"/>
                  <a:pt x="48" y="234"/>
                  <a:pt x="48" y="234"/>
                </a:cubicBezTo>
                <a:cubicBezTo>
                  <a:pt x="47" y="241"/>
                  <a:pt x="51" y="244"/>
                  <a:pt x="58" y="241"/>
                </a:cubicBezTo>
                <a:cubicBezTo>
                  <a:pt x="117" y="210"/>
                  <a:pt x="117" y="210"/>
                  <a:pt x="117" y="210"/>
                </a:cubicBezTo>
                <a:cubicBezTo>
                  <a:pt x="123" y="206"/>
                  <a:pt x="133" y="206"/>
                  <a:pt x="139" y="210"/>
                </a:cubicBezTo>
                <a:cubicBezTo>
                  <a:pt x="199" y="241"/>
                  <a:pt x="199" y="241"/>
                  <a:pt x="199" y="241"/>
                </a:cubicBezTo>
                <a:cubicBezTo>
                  <a:pt x="205" y="244"/>
                  <a:pt x="209" y="241"/>
                  <a:pt x="208" y="234"/>
                </a:cubicBezTo>
                <a:cubicBezTo>
                  <a:pt x="197" y="168"/>
                  <a:pt x="197" y="168"/>
                  <a:pt x="197" y="168"/>
                </a:cubicBezTo>
                <a:cubicBezTo>
                  <a:pt x="195" y="161"/>
                  <a:pt x="198" y="152"/>
                  <a:pt x="203" y="147"/>
                </a:cubicBezTo>
                <a:lnTo>
                  <a:pt x="251" y="100"/>
                </a:lnTo>
                <a:close/>
                <a:moveTo>
                  <a:pt x="174" y="153"/>
                </a:moveTo>
                <a:cubicBezTo>
                  <a:pt x="182" y="197"/>
                  <a:pt x="182" y="197"/>
                  <a:pt x="182" y="197"/>
                </a:cubicBezTo>
                <a:cubicBezTo>
                  <a:pt x="183" y="202"/>
                  <a:pt x="180" y="204"/>
                  <a:pt x="176" y="202"/>
                </a:cubicBezTo>
                <a:cubicBezTo>
                  <a:pt x="136" y="181"/>
                  <a:pt x="136" y="181"/>
                  <a:pt x="136" y="181"/>
                </a:cubicBezTo>
                <a:cubicBezTo>
                  <a:pt x="132" y="179"/>
                  <a:pt x="125" y="179"/>
                  <a:pt x="121" y="181"/>
                </a:cubicBezTo>
                <a:cubicBezTo>
                  <a:pt x="81" y="202"/>
                  <a:pt x="81" y="202"/>
                  <a:pt x="81" y="202"/>
                </a:cubicBezTo>
                <a:cubicBezTo>
                  <a:pt x="76" y="204"/>
                  <a:pt x="74" y="202"/>
                  <a:pt x="74" y="197"/>
                </a:cubicBezTo>
                <a:cubicBezTo>
                  <a:pt x="82" y="153"/>
                  <a:pt x="82" y="153"/>
                  <a:pt x="82" y="153"/>
                </a:cubicBezTo>
                <a:cubicBezTo>
                  <a:pt x="83" y="148"/>
                  <a:pt x="81" y="142"/>
                  <a:pt x="77" y="139"/>
                </a:cubicBezTo>
                <a:cubicBezTo>
                  <a:pt x="45" y="107"/>
                  <a:pt x="45" y="107"/>
                  <a:pt x="45" y="107"/>
                </a:cubicBezTo>
                <a:cubicBezTo>
                  <a:pt x="42" y="104"/>
                  <a:pt x="43" y="101"/>
                  <a:pt x="47" y="100"/>
                </a:cubicBezTo>
                <a:cubicBezTo>
                  <a:pt x="92" y="93"/>
                  <a:pt x="92" y="93"/>
                  <a:pt x="92" y="93"/>
                </a:cubicBezTo>
                <a:cubicBezTo>
                  <a:pt x="97" y="93"/>
                  <a:pt x="102" y="89"/>
                  <a:pt x="104" y="84"/>
                </a:cubicBezTo>
                <a:cubicBezTo>
                  <a:pt x="124" y="44"/>
                  <a:pt x="124" y="44"/>
                  <a:pt x="124" y="44"/>
                </a:cubicBezTo>
                <a:cubicBezTo>
                  <a:pt x="126" y="40"/>
                  <a:pt x="130" y="40"/>
                  <a:pt x="132" y="44"/>
                </a:cubicBezTo>
                <a:cubicBezTo>
                  <a:pt x="152" y="84"/>
                  <a:pt x="152" y="84"/>
                  <a:pt x="152" y="84"/>
                </a:cubicBezTo>
                <a:cubicBezTo>
                  <a:pt x="154" y="89"/>
                  <a:pt x="160" y="93"/>
                  <a:pt x="164" y="93"/>
                </a:cubicBezTo>
                <a:cubicBezTo>
                  <a:pt x="209" y="100"/>
                  <a:pt x="209" y="100"/>
                  <a:pt x="209" y="100"/>
                </a:cubicBezTo>
                <a:cubicBezTo>
                  <a:pt x="213" y="101"/>
                  <a:pt x="215" y="104"/>
                  <a:pt x="211" y="107"/>
                </a:cubicBezTo>
                <a:cubicBezTo>
                  <a:pt x="179" y="139"/>
                  <a:pt x="179" y="139"/>
                  <a:pt x="179" y="139"/>
                </a:cubicBezTo>
                <a:cubicBezTo>
                  <a:pt x="175" y="142"/>
                  <a:pt x="173" y="148"/>
                  <a:pt x="174" y="153"/>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17" name="组合 16"/>
          <p:cNvGrpSpPr/>
          <p:nvPr/>
        </p:nvGrpSpPr>
        <p:grpSpPr>
          <a:xfrm>
            <a:off x="230179" y="670609"/>
            <a:ext cx="256395" cy="333313"/>
            <a:chOff x="593726" y="1700213"/>
            <a:chExt cx="365125" cy="474662"/>
          </a:xfrm>
          <a:solidFill>
            <a:srgbClr val="707E84"/>
          </a:solidFill>
        </p:grpSpPr>
        <p:sp>
          <p:nvSpPr>
            <p:cNvPr id="18" name="Freeform 525"/>
            <p:cNvSpPr>
              <a:spLocks noEditPoints="1"/>
            </p:cNvSpPr>
            <p:nvPr/>
          </p:nvSpPr>
          <p:spPr bwMode="auto">
            <a:xfrm>
              <a:off x="619126" y="1847850"/>
              <a:ext cx="317500" cy="327025"/>
            </a:xfrm>
            <a:custGeom>
              <a:avLst/>
              <a:gdLst>
                <a:gd name="T0" fmla="*/ 1 w 148"/>
                <a:gd name="T1" fmla="*/ 0 h 153"/>
                <a:gd name="T2" fmla="*/ 0 w 148"/>
                <a:gd name="T3" fmla="*/ 1 h 153"/>
                <a:gd name="T4" fmla="*/ 0 w 148"/>
                <a:gd name="T5" fmla="*/ 140 h 153"/>
                <a:gd name="T6" fmla="*/ 17 w 148"/>
                <a:gd name="T7" fmla="*/ 153 h 153"/>
                <a:gd name="T8" fmla="*/ 129 w 148"/>
                <a:gd name="T9" fmla="*/ 153 h 153"/>
                <a:gd name="T10" fmla="*/ 148 w 148"/>
                <a:gd name="T11" fmla="*/ 140 h 153"/>
                <a:gd name="T12" fmla="*/ 148 w 148"/>
                <a:gd name="T13" fmla="*/ 1 h 153"/>
                <a:gd name="T14" fmla="*/ 146 w 148"/>
                <a:gd name="T15" fmla="*/ 0 h 153"/>
                <a:gd name="T16" fmla="*/ 1 w 148"/>
                <a:gd name="T17" fmla="*/ 0 h 153"/>
                <a:gd name="T18" fmla="*/ 42 w 148"/>
                <a:gd name="T19" fmla="*/ 133 h 153"/>
                <a:gd name="T20" fmla="*/ 33 w 148"/>
                <a:gd name="T21" fmla="*/ 142 h 153"/>
                <a:gd name="T22" fmla="*/ 30 w 148"/>
                <a:gd name="T23" fmla="*/ 142 h 153"/>
                <a:gd name="T24" fmla="*/ 21 w 148"/>
                <a:gd name="T25" fmla="*/ 133 h 153"/>
                <a:gd name="T26" fmla="*/ 21 w 148"/>
                <a:gd name="T27" fmla="*/ 22 h 153"/>
                <a:gd name="T28" fmla="*/ 30 w 148"/>
                <a:gd name="T29" fmla="*/ 13 h 153"/>
                <a:gd name="T30" fmla="*/ 33 w 148"/>
                <a:gd name="T31" fmla="*/ 13 h 153"/>
                <a:gd name="T32" fmla="*/ 42 w 148"/>
                <a:gd name="T33" fmla="*/ 22 h 153"/>
                <a:gd name="T34" fmla="*/ 42 w 148"/>
                <a:gd name="T35" fmla="*/ 133 h 153"/>
                <a:gd name="T36" fmla="*/ 84 w 148"/>
                <a:gd name="T37" fmla="*/ 133 h 153"/>
                <a:gd name="T38" fmla="*/ 75 w 148"/>
                <a:gd name="T39" fmla="*/ 142 h 153"/>
                <a:gd name="T40" fmla="*/ 72 w 148"/>
                <a:gd name="T41" fmla="*/ 142 h 153"/>
                <a:gd name="T42" fmla="*/ 63 w 148"/>
                <a:gd name="T43" fmla="*/ 133 h 153"/>
                <a:gd name="T44" fmla="*/ 63 w 148"/>
                <a:gd name="T45" fmla="*/ 22 h 153"/>
                <a:gd name="T46" fmla="*/ 72 w 148"/>
                <a:gd name="T47" fmla="*/ 13 h 153"/>
                <a:gd name="T48" fmla="*/ 75 w 148"/>
                <a:gd name="T49" fmla="*/ 13 h 153"/>
                <a:gd name="T50" fmla="*/ 84 w 148"/>
                <a:gd name="T51" fmla="*/ 22 h 153"/>
                <a:gd name="T52" fmla="*/ 84 w 148"/>
                <a:gd name="T53" fmla="*/ 133 h 153"/>
                <a:gd name="T54" fmla="*/ 127 w 148"/>
                <a:gd name="T55" fmla="*/ 133 h 153"/>
                <a:gd name="T56" fmla="*/ 118 w 148"/>
                <a:gd name="T57" fmla="*/ 142 h 153"/>
                <a:gd name="T58" fmla="*/ 115 w 148"/>
                <a:gd name="T59" fmla="*/ 142 h 153"/>
                <a:gd name="T60" fmla="*/ 106 w 148"/>
                <a:gd name="T61" fmla="*/ 133 h 153"/>
                <a:gd name="T62" fmla="*/ 106 w 148"/>
                <a:gd name="T63" fmla="*/ 22 h 153"/>
                <a:gd name="T64" fmla="*/ 115 w 148"/>
                <a:gd name="T65" fmla="*/ 13 h 153"/>
                <a:gd name="T66" fmla="*/ 118 w 148"/>
                <a:gd name="T67" fmla="*/ 13 h 153"/>
                <a:gd name="T68" fmla="*/ 127 w 148"/>
                <a:gd name="T69" fmla="*/ 22 h 153"/>
                <a:gd name="T70" fmla="*/ 127 w 148"/>
                <a:gd name="T71" fmla="*/ 133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8" h="153">
                  <a:moveTo>
                    <a:pt x="1" y="0"/>
                  </a:moveTo>
                  <a:cubicBezTo>
                    <a:pt x="0" y="0"/>
                    <a:pt x="0" y="1"/>
                    <a:pt x="0" y="1"/>
                  </a:cubicBezTo>
                  <a:cubicBezTo>
                    <a:pt x="0" y="140"/>
                    <a:pt x="0" y="140"/>
                    <a:pt x="0" y="140"/>
                  </a:cubicBezTo>
                  <a:cubicBezTo>
                    <a:pt x="0" y="148"/>
                    <a:pt x="8" y="153"/>
                    <a:pt x="17" y="153"/>
                  </a:cubicBezTo>
                  <a:cubicBezTo>
                    <a:pt x="129" y="153"/>
                    <a:pt x="129" y="153"/>
                    <a:pt x="129" y="153"/>
                  </a:cubicBezTo>
                  <a:cubicBezTo>
                    <a:pt x="139" y="153"/>
                    <a:pt x="148" y="148"/>
                    <a:pt x="148" y="140"/>
                  </a:cubicBezTo>
                  <a:cubicBezTo>
                    <a:pt x="148" y="1"/>
                    <a:pt x="148" y="1"/>
                    <a:pt x="148" y="1"/>
                  </a:cubicBezTo>
                  <a:cubicBezTo>
                    <a:pt x="148" y="1"/>
                    <a:pt x="146" y="0"/>
                    <a:pt x="146" y="0"/>
                  </a:cubicBezTo>
                  <a:lnTo>
                    <a:pt x="1" y="0"/>
                  </a:lnTo>
                  <a:close/>
                  <a:moveTo>
                    <a:pt x="42" y="133"/>
                  </a:moveTo>
                  <a:cubicBezTo>
                    <a:pt x="42" y="138"/>
                    <a:pt x="38" y="142"/>
                    <a:pt x="33" y="142"/>
                  </a:cubicBezTo>
                  <a:cubicBezTo>
                    <a:pt x="30" y="142"/>
                    <a:pt x="30" y="142"/>
                    <a:pt x="30" y="142"/>
                  </a:cubicBezTo>
                  <a:cubicBezTo>
                    <a:pt x="25" y="142"/>
                    <a:pt x="21" y="138"/>
                    <a:pt x="21" y="133"/>
                  </a:cubicBezTo>
                  <a:cubicBezTo>
                    <a:pt x="21" y="22"/>
                    <a:pt x="21" y="22"/>
                    <a:pt x="21" y="22"/>
                  </a:cubicBezTo>
                  <a:cubicBezTo>
                    <a:pt x="21" y="17"/>
                    <a:pt x="25" y="13"/>
                    <a:pt x="30" y="13"/>
                  </a:cubicBezTo>
                  <a:cubicBezTo>
                    <a:pt x="33" y="13"/>
                    <a:pt x="33" y="13"/>
                    <a:pt x="33" y="13"/>
                  </a:cubicBezTo>
                  <a:cubicBezTo>
                    <a:pt x="38" y="13"/>
                    <a:pt x="42" y="17"/>
                    <a:pt x="42" y="22"/>
                  </a:cubicBezTo>
                  <a:lnTo>
                    <a:pt x="42" y="133"/>
                  </a:lnTo>
                  <a:close/>
                  <a:moveTo>
                    <a:pt x="84" y="133"/>
                  </a:moveTo>
                  <a:cubicBezTo>
                    <a:pt x="84" y="138"/>
                    <a:pt x="80" y="142"/>
                    <a:pt x="75" y="142"/>
                  </a:cubicBezTo>
                  <a:cubicBezTo>
                    <a:pt x="72" y="142"/>
                    <a:pt x="72" y="142"/>
                    <a:pt x="72" y="142"/>
                  </a:cubicBezTo>
                  <a:cubicBezTo>
                    <a:pt x="67" y="142"/>
                    <a:pt x="63" y="138"/>
                    <a:pt x="63" y="133"/>
                  </a:cubicBezTo>
                  <a:cubicBezTo>
                    <a:pt x="63" y="22"/>
                    <a:pt x="63" y="22"/>
                    <a:pt x="63" y="22"/>
                  </a:cubicBezTo>
                  <a:cubicBezTo>
                    <a:pt x="63" y="17"/>
                    <a:pt x="67" y="13"/>
                    <a:pt x="72" y="13"/>
                  </a:cubicBezTo>
                  <a:cubicBezTo>
                    <a:pt x="75" y="13"/>
                    <a:pt x="75" y="13"/>
                    <a:pt x="75" y="13"/>
                  </a:cubicBezTo>
                  <a:cubicBezTo>
                    <a:pt x="80" y="13"/>
                    <a:pt x="84" y="17"/>
                    <a:pt x="84" y="22"/>
                  </a:cubicBezTo>
                  <a:lnTo>
                    <a:pt x="84" y="133"/>
                  </a:lnTo>
                  <a:close/>
                  <a:moveTo>
                    <a:pt x="127" y="133"/>
                  </a:moveTo>
                  <a:cubicBezTo>
                    <a:pt x="127" y="138"/>
                    <a:pt x="123" y="142"/>
                    <a:pt x="118" y="142"/>
                  </a:cubicBezTo>
                  <a:cubicBezTo>
                    <a:pt x="115" y="142"/>
                    <a:pt x="115" y="142"/>
                    <a:pt x="115" y="142"/>
                  </a:cubicBezTo>
                  <a:cubicBezTo>
                    <a:pt x="110" y="142"/>
                    <a:pt x="106" y="138"/>
                    <a:pt x="106" y="133"/>
                  </a:cubicBezTo>
                  <a:cubicBezTo>
                    <a:pt x="106" y="22"/>
                    <a:pt x="106" y="22"/>
                    <a:pt x="106" y="22"/>
                  </a:cubicBezTo>
                  <a:cubicBezTo>
                    <a:pt x="106" y="17"/>
                    <a:pt x="110" y="13"/>
                    <a:pt x="115" y="13"/>
                  </a:cubicBezTo>
                  <a:cubicBezTo>
                    <a:pt x="118" y="13"/>
                    <a:pt x="118" y="13"/>
                    <a:pt x="118" y="13"/>
                  </a:cubicBezTo>
                  <a:cubicBezTo>
                    <a:pt x="123" y="13"/>
                    <a:pt x="127" y="17"/>
                    <a:pt x="127" y="22"/>
                  </a:cubicBezTo>
                  <a:lnTo>
                    <a:pt x="127"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526"/>
            <p:cNvSpPr>
              <a:spLocks noEditPoints="1"/>
            </p:cNvSpPr>
            <p:nvPr/>
          </p:nvSpPr>
          <p:spPr bwMode="auto">
            <a:xfrm>
              <a:off x="593726" y="1700213"/>
              <a:ext cx="365125" cy="120650"/>
            </a:xfrm>
            <a:custGeom>
              <a:avLst/>
              <a:gdLst>
                <a:gd name="T0" fmla="*/ 162 w 171"/>
                <a:gd name="T1" fmla="*/ 19 h 57"/>
                <a:gd name="T2" fmla="*/ 119 w 171"/>
                <a:gd name="T3" fmla="*/ 19 h 57"/>
                <a:gd name="T4" fmla="*/ 119 w 171"/>
                <a:gd name="T5" fmla="*/ 11 h 57"/>
                <a:gd name="T6" fmla="*/ 109 w 171"/>
                <a:gd name="T7" fmla="*/ 0 h 57"/>
                <a:gd name="T8" fmla="*/ 63 w 171"/>
                <a:gd name="T9" fmla="*/ 0 h 57"/>
                <a:gd name="T10" fmla="*/ 52 w 171"/>
                <a:gd name="T11" fmla="*/ 11 h 57"/>
                <a:gd name="T12" fmla="*/ 52 w 171"/>
                <a:gd name="T13" fmla="*/ 19 h 57"/>
                <a:gd name="T14" fmla="*/ 10 w 171"/>
                <a:gd name="T15" fmla="*/ 19 h 57"/>
                <a:gd name="T16" fmla="*/ 0 w 171"/>
                <a:gd name="T17" fmla="*/ 28 h 57"/>
                <a:gd name="T18" fmla="*/ 0 w 171"/>
                <a:gd name="T19" fmla="*/ 35 h 57"/>
                <a:gd name="T20" fmla="*/ 0 w 171"/>
                <a:gd name="T21" fmla="*/ 44 h 57"/>
                <a:gd name="T22" fmla="*/ 0 w 171"/>
                <a:gd name="T23" fmla="*/ 57 h 57"/>
                <a:gd name="T24" fmla="*/ 171 w 171"/>
                <a:gd name="T25" fmla="*/ 57 h 57"/>
                <a:gd name="T26" fmla="*/ 171 w 171"/>
                <a:gd name="T27" fmla="*/ 44 h 57"/>
                <a:gd name="T28" fmla="*/ 171 w 171"/>
                <a:gd name="T29" fmla="*/ 35 h 57"/>
                <a:gd name="T30" fmla="*/ 171 w 171"/>
                <a:gd name="T31" fmla="*/ 28 h 57"/>
                <a:gd name="T32" fmla="*/ 162 w 171"/>
                <a:gd name="T33" fmla="*/ 19 h 57"/>
                <a:gd name="T34" fmla="*/ 112 w 171"/>
                <a:gd name="T35" fmla="*/ 19 h 57"/>
                <a:gd name="T36" fmla="*/ 62 w 171"/>
                <a:gd name="T37" fmla="*/ 19 h 57"/>
                <a:gd name="T38" fmla="*/ 62 w 171"/>
                <a:gd name="T39" fmla="*/ 15 h 57"/>
                <a:gd name="T40" fmla="*/ 69 w 171"/>
                <a:gd name="T41" fmla="*/ 7 h 57"/>
                <a:gd name="T42" fmla="*/ 103 w 171"/>
                <a:gd name="T43" fmla="*/ 7 h 57"/>
                <a:gd name="T44" fmla="*/ 112 w 171"/>
                <a:gd name="T45" fmla="*/ 15 h 57"/>
                <a:gd name="T46" fmla="*/ 112 w 171"/>
                <a:gd name="T47" fmla="*/ 19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1" h="57">
                  <a:moveTo>
                    <a:pt x="162" y="19"/>
                  </a:moveTo>
                  <a:cubicBezTo>
                    <a:pt x="119" y="19"/>
                    <a:pt x="119" y="19"/>
                    <a:pt x="119" y="19"/>
                  </a:cubicBezTo>
                  <a:cubicBezTo>
                    <a:pt x="119" y="11"/>
                    <a:pt x="119" y="11"/>
                    <a:pt x="119" y="11"/>
                  </a:cubicBezTo>
                  <a:cubicBezTo>
                    <a:pt x="119" y="4"/>
                    <a:pt x="115" y="0"/>
                    <a:pt x="109" y="0"/>
                  </a:cubicBezTo>
                  <a:cubicBezTo>
                    <a:pt x="63" y="0"/>
                    <a:pt x="63" y="0"/>
                    <a:pt x="63" y="0"/>
                  </a:cubicBezTo>
                  <a:cubicBezTo>
                    <a:pt x="57" y="0"/>
                    <a:pt x="52" y="4"/>
                    <a:pt x="52" y="11"/>
                  </a:cubicBezTo>
                  <a:cubicBezTo>
                    <a:pt x="52" y="19"/>
                    <a:pt x="52" y="19"/>
                    <a:pt x="52" y="19"/>
                  </a:cubicBezTo>
                  <a:cubicBezTo>
                    <a:pt x="10" y="19"/>
                    <a:pt x="10" y="19"/>
                    <a:pt x="10" y="19"/>
                  </a:cubicBezTo>
                  <a:cubicBezTo>
                    <a:pt x="5" y="19"/>
                    <a:pt x="0" y="23"/>
                    <a:pt x="0" y="28"/>
                  </a:cubicBezTo>
                  <a:cubicBezTo>
                    <a:pt x="0" y="35"/>
                    <a:pt x="0" y="35"/>
                    <a:pt x="0" y="35"/>
                  </a:cubicBezTo>
                  <a:cubicBezTo>
                    <a:pt x="0" y="44"/>
                    <a:pt x="0" y="44"/>
                    <a:pt x="0" y="44"/>
                  </a:cubicBezTo>
                  <a:cubicBezTo>
                    <a:pt x="0" y="57"/>
                    <a:pt x="0" y="57"/>
                    <a:pt x="0" y="57"/>
                  </a:cubicBezTo>
                  <a:cubicBezTo>
                    <a:pt x="171" y="57"/>
                    <a:pt x="171" y="57"/>
                    <a:pt x="171" y="57"/>
                  </a:cubicBezTo>
                  <a:cubicBezTo>
                    <a:pt x="171" y="44"/>
                    <a:pt x="171" y="44"/>
                    <a:pt x="171" y="44"/>
                  </a:cubicBezTo>
                  <a:cubicBezTo>
                    <a:pt x="171" y="35"/>
                    <a:pt x="171" y="35"/>
                    <a:pt x="171" y="35"/>
                  </a:cubicBezTo>
                  <a:cubicBezTo>
                    <a:pt x="171" y="28"/>
                    <a:pt x="171" y="28"/>
                    <a:pt x="171" y="28"/>
                  </a:cubicBezTo>
                  <a:cubicBezTo>
                    <a:pt x="171" y="23"/>
                    <a:pt x="167" y="19"/>
                    <a:pt x="162" y="19"/>
                  </a:cubicBezTo>
                  <a:close/>
                  <a:moveTo>
                    <a:pt x="112" y="19"/>
                  </a:moveTo>
                  <a:cubicBezTo>
                    <a:pt x="62" y="19"/>
                    <a:pt x="62" y="19"/>
                    <a:pt x="62" y="19"/>
                  </a:cubicBezTo>
                  <a:cubicBezTo>
                    <a:pt x="62" y="15"/>
                    <a:pt x="62" y="15"/>
                    <a:pt x="62" y="15"/>
                  </a:cubicBezTo>
                  <a:cubicBezTo>
                    <a:pt x="62" y="11"/>
                    <a:pt x="64" y="7"/>
                    <a:pt x="69" y="7"/>
                  </a:cubicBezTo>
                  <a:cubicBezTo>
                    <a:pt x="103" y="7"/>
                    <a:pt x="103" y="7"/>
                    <a:pt x="103" y="7"/>
                  </a:cubicBezTo>
                  <a:cubicBezTo>
                    <a:pt x="108" y="7"/>
                    <a:pt x="112" y="11"/>
                    <a:pt x="112" y="15"/>
                  </a:cubicBezTo>
                  <a:lnTo>
                    <a:pt x="112"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0" name="组合 19"/>
          <p:cNvGrpSpPr/>
          <p:nvPr/>
        </p:nvGrpSpPr>
        <p:grpSpPr>
          <a:xfrm>
            <a:off x="648368" y="716871"/>
            <a:ext cx="366757" cy="240789"/>
            <a:chOff x="1501776" y="1831975"/>
            <a:chExt cx="522288" cy="342901"/>
          </a:xfrm>
          <a:solidFill>
            <a:srgbClr val="707E84"/>
          </a:solidFill>
        </p:grpSpPr>
        <p:sp>
          <p:nvSpPr>
            <p:cNvPr id="21" name="Freeform 527"/>
            <p:cNvSpPr>
              <a:spLocks noEditPoints="1"/>
            </p:cNvSpPr>
            <p:nvPr/>
          </p:nvSpPr>
          <p:spPr bwMode="auto">
            <a:xfrm>
              <a:off x="1501776" y="1862138"/>
              <a:ext cx="300038" cy="312738"/>
            </a:xfrm>
            <a:custGeom>
              <a:avLst/>
              <a:gdLst>
                <a:gd name="T0" fmla="*/ 2 w 140"/>
                <a:gd name="T1" fmla="*/ 0 h 146"/>
                <a:gd name="T2" fmla="*/ 0 w 140"/>
                <a:gd name="T3" fmla="*/ 3 h 146"/>
                <a:gd name="T4" fmla="*/ 0 w 140"/>
                <a:gd name="T5" fmla="*/ 134 h 146"/>
                <a:gd name="T6" fmla="*/ 18 w 140"/>
                <a:gd name="T7" fmla="*/ 146 h 146"/>
                <a:gd name="T8" fmla="*/ 124 w 140"/>
                <a:gd name="T9" fmla="*/ 146 h 146"/>
                <a:gd name="T10" fmla="*/ 138 w 140"/>
                <a:gd name="T11" fmla="*/ 134 h 146"/>
                <a:gd name="T12" fmla="*/ 138 w 140"/>
                <a:gd name="T13" fmla="*/ 3 h 146"/>
                <a:gd name="T14" fmla="*/ 139 w 140"/>
                <a:gd name="T15" fmla="*/ 0 h 146"/>
                <a:gd name="T16" fmla="*/ 2 w 140"/>
                <a:gd name="T17" fmla="*/ 0 h 146"/>
                <a:gd name="T18" fmla="*/ 40 w 140"/>
                <a:gd name="T19" fmla="*/ 128 h 146"/>
                <a:gd name="T20" fmla="*/ 31 w 140"/>
                <a:gd name="T21" fmla="*/ 137 h 146"/>
                <a:gd name="T22" fmla="*/ 28 w 140"/>
                <a:gd name="T23" fmla="*/ 137 h 146"/>
                <a:gd name="T24" fmla="*/ 19 w 140"/>
                <a:gd name="T25" fmla="*/ 128 h 146"/>
                <a:gd name="T26" fmla="*/ 19 w 140"/>
                <a:gd name="T27" fmla="*/ 24 h 146"/>
                <a:gd name="T28" fmla="*/ 28 w 140"/>
                <a:gd name="T29" fmla="*/ 16 h 146"/>
                <a:gd name="T30" fmla="*/ 31 w 140"/>
                <a:gd name="T31" fmla="*/ 16 h 146"/>
                <a:gd name="T32" fmla="*/ 40 w 140"/>
                <a:gd name="T33" fmla="*/ 24 h 146"/>
                <a:gd name="T34" fmla="*/ 40 w 140"/>
                <a:gd name="T35" fmla="*/ 128 h 146"/>
                <a:gd name="T36" fmla="*/ 80 w 140"/>
                <a:gd name="T37" fmla="*/ 128 h 146"/>
                <a:gd name="T38" fmla="*/ 72 w 140"/>
                <a:gd name="T39" fmla="*/ 137 h 146"/>
                <a:gd name="T40" fmla="*/ 68 w 140"/>
                <a:gd name="T41" fmla="*/ 137 h 146"/>
                <a:gd name="T42" fmla="*/ 59 w 140"/>
                <a:gd name="T43" fmla="*/ 128 h 146"/>
                <a:gd name="T44" fmla="*/ 59 w 140"/>
                <a:gd name="T45" fmla="*/ 24 h 146"/>
                <a:gd name="T46" fmla="*/ 68 w 140"/>
                <a:gd name="T47" fmla="*/ 16 h 146"/>
                <a:gd name="T48" fmla="*/ 72 w 140"/>
                <a:gd name="T49" fmla="*/ 16 h 146"/>
                <a:gd name="T50" fmla="*/ 80 w 140"/>
                <a:gd name="T51" fmla="*/ 24 h 146"/>
                <a:gd name="T52" fmla="*/ 80 w 140"/>
                <a:gd name="T53" fmla="*/ 128 h 146"/>
                <a:gd name="T54" fmla="*/ 119 w 140"/>
                <a:gd name="T55" fmla="*/ 128 h 146"/>
                <a:gd name="T56" fmla="*/ 110 w 140"/>
                <a:gd name="T57" fmla="*/ 137 h 146"/>
                <a:gd name="T58" fmla="*/ 106 w 140"/>
                <a:gd name="T59" fmla="*/ 137 h 146"/>
                <a:gd name="T60" fmla="*/ 98 w 140"/>
                <a:gd name="T61" fmla="*/ 128 h 146"/>
                <a:gd name="T62" fmla="*/ 98 w 140"/>
                <a:gd name="T63" fmla="*/ 24 h 146"/>
                <a:gd name="T64" fmla="*/ 106 w 140"/>
                <a:gd name="T65" fmla="*/ 16 h 146"/>
                <a:gd name="T66" fmla="*/ 110 w 140"/>
                <a:gd name="T67" fmla="*/ 16 h 146"/>
                <a:gd name="T68" fmla="*/ 119 w 140"/>
                <a:gd name="T69" fmla="*/ 24 h 146"/>
                <a:gd name="T70" fmla="*/ 119 w 140"/>
                <a:gd name="T71" fmla="*/ 128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0" h="146">
                  <a:moveTo>
                    <a:pt x="2" y="0"/>
                  </a:moveTo>
                  <a:cubicBezTo>
                    <a:pt x="2" y="0"/>
                    <a:pt x="0" y="2"/>
                    <a:pt x="0" y="3"/>
                  </a:cubicBezTo>
                  <a:cubicBezTo>
                    <a:pt x="0" y="134"/>
                    <a:pt x="0" y="134"/>
                    <a:pt x="0" y="134"/>
                  </a:cubicBezTo>
                  <a:cubicBezTo>
                    <a:pt x="0" y="140"/>
                    <a:pt x="9" y="146"/>
                    <a:pt x="18" y="146"/>
                  </a:cubicBezTo>
                  <a:cubicBezTo>
                    <a:pt x="124" y="146"/>
                    <a:pt x="124" y="146"/>
                    <a:pt x="124" y="146"/>
                  </a:cubicBezTo>
                  <a:cubicBezTo>
                    <a:pt x="133" y="146"/>
                    <a:pt x="138" y="140"/>
                    <a:pt x="138" y="134"/>
                  </a:cubicBezTo>
                  <a:cubicBezTo>
                    <a:pt x="138" y="3"/>
                    <a:pt x="138" y="3"/>
                    <a:pt x="138" y="3"/>
                  </a:cubicBezTo>
                  <a:cubicBezTo>
                    <a:pt x="138" y="2"/>
                    <a:pt x="140" y="0"/>
                    <a:pt x="139" y="0"/>
                  </a:cubicBezTo>
                  <a:lnTo>
                    <a:pt x="2" y="0"/>
                  </a:lnTo>
                  <a:close/>
                  <a:moveTo>
                    <a:pt x="40" y="128"/>
                  </a:moveTo>
                  <a:cubicBezTo>
                    <a:pt x="40" y="133"/>
                    <a:pt x="36" y="137"/>
                    <a:pt x="31" y="137"/>
                  </a:cubicBezTo>
                  <a:cubicBezTo>
                    <a:pt x="28" y="137"/>
                    <a:pt x="28" y="137"/>
                    <a:pt x="28" y="137"/>
                  </a:cubicBezTo>
                  <a:cubicBezTo>
                    <a:pt x="23" y="137"/>
                    <a:pt x="19" y="133"/>
                    <a:pt x="19" y="128"/>
                  </a:cubicBezTo>
                  <a:cubicBezTo>
                    <a:pt x="19" y="24"/>
                    <a:pt x="19" y="24"/>
                    <a:pt x="19" y="24"/>
                  </a:cubicBezTo>
                  <a:cubicBezTo>
                    <a:pt x="19" y="19"/>
                    <a:pt x="23" y="16"/>
                    <a:pt x="28" y="16"/>
                  </a:cubicBezTo>
                  <a:cubicBezTo>
                    <a:pt x="31" y="16"/>
                    <a:pt x="31" y="16"/>
                    <a:pt x="31" y="16"/>
                  </a:cubicBezTo>
                  <a:cubicBezTo>
                    <a:pt x="36" y="16"/>
                    <a:pt x="40" y="19"/>
                    <a:pt x="40" y="24"/>
                  </a:cubicBezTo>
                  <a:lnTo>
                    <a:pt x="40" y="128"/>
                  </a:lnTo>
                  <a:close/>
                  <a:moveTo>
                    <a:pt x="80" y="128"/>
                  </a:moveTo>
                  <a:cubicBezTo>
                    <a:pt x="80" y="133"/>
                    <a:pt x="77" y="137"/>
                    <a:pt x="72" y="137"/>
                  </a:cubicBezTo>
                  <a:cubicBezTo>
                    <a:pt x="68" y="137"/>
                    <a:pt x="68" y="137"/>
                    <a:pt x="68" y="137"/>
                  </a:cubicBezTo>
                  <a:cubicBezTo>
                    <a:pt x="63" y="137"/>
                    <a:pt x="59" y="133"/>
                    <a:pt x="59" y="128"/>
                  </a:cubicBezTo>
                  <a:cubicBezTo>
                    <a:pt x="59" y="24"/>
                    <a:pt x="59" y="24"/>
                    <a:pt x="59" y="24"/>
                  </a:cubicBezTo>
                  <a:cubicBezTo>
                    <a:pt x="59" y="19"/>
                    <a:pt x="63" y="16"/>
                    <a:pt x="68" y="16"/>
                  </a:cubicBezTo>
                  <a:cubicBezTo>
                    <a:pt x="72" y="16"/>
                    <a:pt x="72" y="16"/>
                    <a:pt x="72" y="16"/>
                  </a:cubicBezTo>
                  <a:cubicBezTo>
                    <a:pt x="77" y="16"/>
                    <a:pt x="80" y="19"/>
                    <a:pt x="80" y="24"/>
                  </a:cubicBezTo>
                  <a:lnTo>
                    <a:pt x="80" y="128"/>
                  </a:lnTo>
                  <a:close/>
                  <a:moveTo>
                    <a:pt x="119" y="128"/>
                  </a:moveTo>
                  <a:cubicBezTo>
                    <a:pt x="119" y="133"/>
                    <a:pt x="115" y="137"/>
                    <a:pt x="110" y="137"/>
                  </a:cubicBezTo>
                  <a:cubicBezTo>
                    <a:pt x="106" y="137"/>
                    <a:pt x="106" y="137"/>
                    <a:pt x="106" y="137"/>
                  </a:cubicBezTo>
                  <a:cubicBezTo>
                    <a:pt x="102" y="137"/>
                    <a:pt x="98" y="133"/>
                    <a:pt x="98" y="128"/>
                  </a:cubicBezTo>
                  <a:cubicBezTo>
                    <a:pt x="98" y="24"/>
                    <a:pt x="98" y="24"/>
                    <a:pt x="98" y="24"/>
                  </a:cubicBezTo>
                  <a:cubicBezTo>
                    <a:pt x="98" y="19"/>
                    <a:pt x="102" y="16"/>
                    <a:pt x="106" y="16"/>
                  </a:cubicBezTo>
                  <a:cubicBezTo>
                    <a:pt x="110" y="16"/>
                    <a:pt x="110" y="16"/>
                    <a:pt x="110" y="16"/>
                  </a:cubicBezTo>
                  <a:cubicBezTo>
                    <a:pt x="115" y="16"/>
                    <a:pt x="119" y="19"/>
                    <a:pt x="119" y="24"/>
                  </a:cubicBezTo>
                  <a:lnTo>
                    <a:pt x="119" y="1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528"/>
            <p:cNvSpPr>
              <a:spLocks noEditPoints="1"/>
            </p:cNvSpPr>
            <p:nvPr/>
          </p:nvSpPr>
          <p:spPr bwMode="auto">
            <a:xfrm>
              <a:off x="1816101" y="1831975"/>
              <a:ext cx="207963" cy="342900"/>
            </a:xfrm>
            <a:custGeom>
              <a:avLst/>
              <a:gdLst>
                <a:gd name="T0" fmla="*/ 95 w 97"/>
                <a:gd name="T1" fmla="*/ 137 h 160"/>
                <a:gd name="T2" fmla="*/ 78 w 97"/>
                <a:gd name="T3" fmla="*/ 99 h 160"/>
                <a:gd name="T4" fmla="*/ 85 w 97"/>
                <a:gd name="T5" fmla="*/ 96 h 160"/>
                <a:gd name="T6" fmla="*/ 91 w 97"/>
                <a:gd name="T7" fmla="*/ 84 h 160"/>
                <a:gd name="T8" fmla="*/ 73 w 97"/>
                <a:gd name="T9" fmla="*/ 45 h 160"/>
                <a:gd name="T10" fmla="*/ 60 w 97"/>
                <a:gd name="T11" fmla="*/ 39 h 160"/>
                <a:gd name="T12" fmla="*/ 53 w 97"/>
                <a:gd name="T13" fmla="*/ 42 h 160"/>
                <a:gd name="T14" fmla="*/ 37 w 97"/>
                <a:gd name="T15" fmla="*/ 6 h 160"/>
                <a:gd name="T16" fmla="*/ 25 w 97"/>
                <a:gd name="T17" fmla="*/ 1 h 160"/>
                <a:gd name="T18" fmla="*/ 19 w 97"/>
                <a:gd name="T19" fmla="*/ 4 h 160"/>
                <a:gd name="T20" fmla="*/ 11 w 97"/>
                <a:gd name="T21" fmla="*/ 8 h 160"/>
                <a:gd name="T22" fmla="*/ 0 w 97"/>
                <a:gd name="T23" fmla="*/ 13 h 160"/>
                <a:gd name="T24" fmla="*/ 66 w 97"/>
                <a:gd name="T25" fmla="*/ 160 h 160"/>
                <a:gd name="T26" fmla="*/ 77 w 97"/>
                <a:gd name="T27" fmla="*/ 155 h 160"/>
                <a:gd name="T28" fmla="*/ 85 w 97"/>
                <a:gd name="T29" fmla="*/ 151 h 160"/>
                <a:gd name="T30" fmla="*/ 91 w 97"/>
                <a:gd name="T31" fmla="*/ 148 h 160"/>
                <a:gd name="T32" fmla="*/ 95 w 97"/>
                <a:gd name="T33" fmla="*/ 137 h 160"/>
                <a:gd name="T34" fmla="*/ 76 w 97"/>
                <a:gd name="T35" fmla="*/ 93 h 160"/>
                <a:gd name="T36" fmla="*/ 56 w 97"/>
                <a:gd name="T37" fmla="*/ 50 h 160"/>
                <a:gd name="T38" fmla="*/ 59 w 97"/>
                <a:gd name="T39" fmla="*/ 49 h 160"/>
                <a:gd name="T40" fmla="*/ 69 w 97"/>
                <a:gd name="T41" fmla="*/ 52 h 160"/>
                <a:gd name="T42" fmla="*/ 82 w 97"/>
                <a:gd name="T43" fmla="*/ 82 h 160"/>
                <a:gd name="T44" fmla="*/ 78 w 97"/>
                <a:gd name="T45" fmla="*/ 91 h 160"/>
                <a:gd name="T46" fmla="*/ 76 w 97"/>
                <a:gd name="T47" fmla="*/ 93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7" h="160">
                  <a:moveTo>
                    <a:pt x="95" y="137"/>
                  </a:moveTo>
                  <a:cubicBezTo>
                    <a:pt x="78" y="99"/>
                    <a:pt x="78" y="99"/>
                    <a:pt x="78" y="99"/>
                  </a:cubicBezTo>
                  <a:cubicBezTo>
                    <a:pt x="85" y="96"/>
                    <a:pt x="85" y="96"/>
                    <a:pt x="85" y="96"/>
                  </a:cubicBezTo>
                  <a:cubicBezTo>
                    <a:pt x="91" y="94"/>
                    <a:pt x="93" y="89"/>
                    <a:pt x="91" y="84"/>
                  </a:cubicBezTo>
                  <a:cubicBezTo>
                    <a:pt x="73" y="45"/>
                    <a:pt x="73" y="45"/>
                    <a:pt x="73" y="45"/>
                  </a:cubicBezTo>
                  <a:cubicBezTo>
                    <a:pt x="71" y="39"/>
                    <a:pt x="65" y="37"/>
                    <a:pt x="60" y="39"/>
                  </a:cubicBezTo>
                  <a:cubicBezTo>
                    <a:pt x="53" y="42"/>
                    <a:pt x="53" y="42"/>
                    <a:pt x="53" y="42"/>
                  </a:cubicBezTo>
                  <a:cubicBezTo>
                    <a:pt x="37" y="6"/>
                    <a:pt x="37" y="6"/>
                    <a:pt x="37" y="6"/>
                  </a:cubicBezTo>
                  <a:cubicBezTo>
                    <a:pt x="35" y="2"/>
                    <a:pt x="30" y="0"/>
                    <a:pt x="25" y="1"/>
                  </a:cubicBezTo>
                  <a:cubicBezTo>
                    <a:pt x="19" y="4"/>
                    <a:pt x="19" y="4"/>
                    <a:pt x="19" y="4"/>
                  </a:cubicBezTo>
                  <a:cubicBezTo>
                    <a:pt x="11" y="8"/>
                    <a:pt x="11" y="8"/>
                    <a:pt x="11" y="8"/>
                  </a:cubicBezTo>
                  <a:cubicBezTo>
                    <a:pt x="0" y="13"/>
                    <a:pt x="0" y="13"/>
                    <a:pt x="0" y="13"/>
                  </a:cubicBezTo>
                  <a:cubicBezTo>
                    <a:pt x="66" y="160"/>
                    <a:pt x="66" y="160"/>
                    <a:pt x="66" y="160"/>
                  </a:cubicBezTo>
                  <a:cubicBezTo>
                    <a:pt x="77" y="155"/>
                    <a:pt x="77" y="155"/>
                    <a:pt x="77" y="155"/>
                  </a:cubicBezTo>
                  <a:cubicBezTo>
                    <a:pt x="85" y="151"/>
                    <a:pt x="85" y="151"/>
                    <a:pt x="85" y="151"/>
                  </a:cubicBezTo>
                  <a:cubicBezTo>
                    <a:pt x="91" y="148"/>
                    <a:pt x="91" y="148"/>
                    <a:pt x="91" y="148"/>
                  </a:cubicBezTo>
                  <a:cubicBezTo>
                    <a:pt x="95" y="146"/>
                    <a:pt x="97" y="141"/>
                    <a:pt x="95" y="137"/>
                  </a:cubicBezTo>
                  <a:close/>
                  <a:moveTo>
                    <a:pt x="76" y="93"/>
                  </a:moveTo>
                  <a:cubicBezTo>
                    <a:pt x="56" y="50"/>
                    <a:pt x="56" y="50"/>
                    <a:pt x="56" y="50"/>
                  </a:cubicBezTo>
                  <a:cubicBezTo>
                    <a:pt x="59" y="49"/>
                    <a:pt x="59" y="49"/>
                    <a:pt x="59" y="49"/>
                  </a:cubicBezTo>
                  <a:cubicBezTo>
                    <a:pt x="63" y="47"/>
                    <a:pt x="67" y="48"/>
                    <a:pt x="69" y="52"/>
                  </a:cubicBezTo>
                  <a:cubicBezTo>
                    <a:pt x="82" y="82"/>
                    <a:pt x="82" y="82"/>
                    <a:pt x="82" y="82"/>
                  </a:cubicBezTo>
                  <a:cubicBezTo>
                    <a:pt x="84" y="86"/>
                    <a:pt x="82" y="90"/>
                    <a:pt x="78" y="91"/>
                  </a:cubicBezTo>
                  <a:lnTo>
                    <a:pt x="76" y="9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3" name="组合 22"/>
          <p:cNvGrpSpPr/>
          <p:nvPr/>
        </p:nvGrpSpPr>
        <p:grpSpPr>
          <a:xfrm>
            <a:off x="1176919" y="652772"/>
            <a:ext cx="376789" cy="368986"/>
            <a:chOff x="2478088" y="1673225"/>
            <a:chExt cx="536575" cy="525463"/>
          </a:xfrm>
          <a:solidFill>
            <a:srgbClr val="707E84"/>
          </a:solidFill>
        </p:grpSpPr>
        <p:sp>
          <p:nvSpPr>
            <p:cNvPr id="24" name="Freeform 529"/>
            <p:cNvSpPr>
              <a:spLocks noEditPoints="1"/>
            </p:cNvSpPr>
            <p:nvPr/>
          </p:nvSpPr>
          <p:spPr bwMode="auto">
            <a:xfrm>
              <a:off x="2478088" y="1673225"/>
              <a:ext cx="536575" cy="434975"/>
            </a:xfrm>
            <a:custGeom>
              <a:avLst/>
              <a:gdLst>
                <a:gd name="T0" fmla="*/ 250 w 250"/>
                <a:gd name="T1" fmla="*/ 9 h 203"/>
                <a:gd name="T2" fmla="*/ 241 w 250"/>
                <a:gd name="T3" fmla="*/ 0 h 203"/>
                <a:gd name="T4" fmla="*/ 9 w 250"/>
                <a:gd name="T5" fmla="*/ 0 h 203"/>
                <a:gd name="T6" fmla="*/ 0 w 250"/>
                <a:gd name="T7" fmla="*/ 9 h 203"/>
                <a:gd name="T8" fmla="*/ 0 w 250"/>
                <a:gd name="T9" fmla="*/ 194 h 203"/>
                <a:gd name="T10" fmla="*/ 9 w 250"/>
                <a:gd name="T11" fmla="*/ 203 h 203"/>
                <a:gd name="T12" fmla="*/ 241 w 250"/>
                <a:gd name="T13" fmla="*/ 203 h 203"/>
                <a:gd name="T14" fmla="*/ 250 w 250"/>
                <a:gd name="T15" fmla="*/ 194 h 203"/>
                <a:gd name="T16" fmla="*/ 250 w 250"/>
                <a:gd name="T17" fmla="*/ 9 h 203"/>
                <a:gd name="T18" fmla="*/ 126 w 250"/>
                <a:gd name="T19" fmla="*/ 190 h 203"/>
                <a:gd name="T20" fmla="*/ 115 w 250"/>
                <a:gd name="T21" fmla="*/ 179 h 203"/>
                <a:gd name="T22" fmla="*/ 126 w 250"/>
                <a:gd name="T23" fmla="*/ 167 h 203"/>
                <a:gd name="T24" fmla="*/ 137 w 250"/>
                <a:gd name="T25" fmla="*/ 179 h 203"/>
                <a:gd name="T26" fmla="*/ 126 w 250"/>
                <a:gd name="T27" fmla="*/ 190 h 203"/>
                <a:gd name="T28" fmla="*/ 240 w 250"/>
                <a:gd name="T29" fmla="*/ 153 h 203"/>
                <a:gd name="T30" fmla="*/ 10 w 250"/>
                <a:gd name="T31" fmla="*/ 153 h 203"/>
                <a:gd name="T32" fmla="*/ 10 w 250"/>
                <a:gd name="T33" fmla="*/ 13 h 203"/>
                <a:gd name="T34" fmla="*/ 240 w 250"/>
                <a:gd name="T35" fmla="*/ 13 h 203"/>
                <a:gd name="T36" fmla="*/ 240 w 250"/>
                <a:gd name="T37" fmla="*/ 15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0" h="203">
                  <a:moveTo>
                    <a:pt x="250" y="9"/>
                  </a:moveTo>
                  <a:cubicBezTo>
                    <a:pt x="250" y="4"/>
                    <a:pt x="246" y="0"/>
                    <a:pt x="241" y="0"/>
                  </a:cubicBezTo>
                  <a:cubicBezTo>
                    <a:pt x="9" y="0"/>
                    <a:pt x="9" y="0"/>
                    <a:pt x="9" y="0"/>
                  </a:cubicBezTo>
                  <a:cubicBezTo>
                    <a:pt x="4" y="0"/>
                    <a:pt x="0" y="4"/>
                    <a:pt x="0" y="9"/>
                  </a:cubicBezTo>
                  <a:cubicBezTo>
                    <a:pt x="0" y="194"/>
                    <a:pt x="0" y="194"/>
                    <a:pt x="0" y="194"/>
                  </a:cubicBezTo>
                  <a:cubicBezTo>
                    <a:pt x="0" y="199"/>
                    <a:pt x="4" y="203"/>
                    <a:pt x="9" y="203"/>
                  </a:cubicBezTo>
                  <a:cubicBezTo>
                    <a:pt x="241" y="203"/>
                    <a:pt x="241" y="203"/>
                    <a:pt x="241" y="203"/>
                  </a:cubicBezTo>
                  <a:cubicBezTo>
                    <a:pt x="246" y="203"/>
                    <a:pt x="250" y="199"/>
                    <a:pt x="250" y="194"/>
                  </a:cubicBezTo>
                  <a:lnTo>
                    <a:pt x="250" y="9"/>
                  </a:lnTo>
                  <a:close/>
                  <a:moveTo>
                    <a:pt x="126" y="190"/>
                  </a:moveTo>
                  <a:cubicBezTo>
                    <a:pt x="120" y="190"/>
                    <a:pt x="115" y="185"/>
                    <a:pt x="115" y="179"/>
                  </a:cubicBezTo>
                  <a:cubicBezTo>
                    <a:pt x="115" y="172"/>
                    <a:pt x="120" y="167"/>
                    <a:pt x="126" y="167"/>
                  </a:cubicBezTo>
                  <a:cubicBezTo>
                    <a:pt x="133" y="167"/>
                    <a:pt x="137" y="172"/>
                    <a:pt x="137" y="179"/>
                  </a:cubicBezTo>
                  <a:cubicBezTo>
                    <a:pt x="137" y="185"/>
                    <a:pt x="133" y="190"/>
                    <a:pt x="126" y="190"/>
                  </a:cubicBezTo>
                  <a:close/>
                  <a:moveTo>
                    <a:pt x="240" y="153"/>
                  </a:moveTo>
                  <a:cubicBezTo>
                    <a:pt x="10" y="153"/>
                    <a:pt x="10" y="153"/>
                    <a:pt x="10" y="153"/>
                  </a:cubicBezTo>
                  <a:cubicBezTo>
                    <a:pt x="10" y="13"/>
                    <a:pt x="10" y="13"/>
                    <a:pt x="10" y="13"/>
                  </a:cubicBezTo>
                  <a:cubicBezTo>
                    <a:pt x="240" y="13"/>
                    <a:pt x="240" y="13"/>
                    <a:pt x="240" y="13"/>
                  </a:cubicBezTo>
                  <a:lnTo>
                    <a:pt x="240" y="1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530"/>
            <p:cNvSpPr>
              <a:spLocks/>
            </p:cNvSpPr>
            <p:nvPr/>
          </p:nvSpPr>
          <p:spPr bwMode="auto">
            <a:xfrm>
              <a:off x="2647951" y="2132013"/>
              <a:ext cx="196850" cy="66675"/>
            </a:xfrm>
            <a:custGeom>
              <a:avLst/>
              <a:gdLst>
                <a:gd name="T0" fmla="*/ 76 w 92"/>
                <a:gd name="T1" fmla="*/ 0 h 31"/>
                <a:gd name="T2" fmla="*/ 16 w 92"/>
                <a:gd name="T3" fmla="*/ 0 h 31"/>
                <a:gd name="T4" fmla="*/ 2 w 92"/>
                <a:gd name="T5" fmla="*/ 26 h 31"/>
                <a:gd name="T6" fmla="*/ 0 w 92"/>
                <a:gd name="T7" fmla="*/ 30 h 31"/>
                <a:gd name="T8" fmla="*/ 90 w 92"/>
                <a:gd name="T9" fmla="*/ 31 h 31"/>
                <a:gd name="T10" fmla="*/ 92 w 92"/>
                <a:gd name="T11" fmla="*/ 27 h 31"/>
                <a:gd name="T12" fmla="*/ 76 w 92"/>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92" h="31">
                  <a:moveTo>
                    <a:pt x="76" y="0"/>
                  </a:moveTo>
                  <a:cubicBezTo>
                    <a:pt x="16" y="0"/>
                    <a:pt x="16" y="0"/>
                    <a:pt x="16" y="0"/>
                  </a:cubicBezTo>
                  <a:cubicBezTo>
                    <a:pt x="16" y="7"/>
                    <a:pt x="15" y="20"/>
                    <a:pt x="2" y="26"/>
                  </a:cubicBezTo>
                  <a:cubicBezTo>
                    <a:pt x="0" y="30"/>
                    <a:pt x="0" y="30"/>
                    <a:pt x="0" y="30"/>
                  </a:cubicBezTo>
                  <a:cubicBezTo>
                    <a:pt x="90" y="31"/>
                    <a:pt x="90" y="31"/>
                    <a:pt x="90" y="31"/>
                  </a:cubicBezTo>
                  <a:cubicBezTo>
                    <a:pt x="92" y="27"/>
                    <a:pt x="92" y="27"/>
                    <a:pt x="92" y="27"/>
                  </a:cubicBezTo>
                  <a:cubicBezTo>
                    <a:pt x="92" y="27"/>
                    <a:pt x="77" y="27"/>
                    <a:pt x="7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6" name="Freeform 531"/>
          <p:cNvSpPr>
            <a:spLocks noEditPoints="1"/>
          </p:cNvSpPr>
          <p:nvPr/>
        </p:nvSpPr>
        <p:spPr bwMode="auto">
          <a:xfrm>
            <a:off x="1715502" y="653887"/>
            <a:ext cx="218493" cy="366757"/>
          </a:xfrm>
          <a:custGeom>
            <a:avLst/>
            <a:gdLst>
              <a:gd name="T0" fmla="*/ 145 w 145"/>
              <a:gd name="T1" fmla="*/ 10 h 244"/>
              <a:gd name="T2" fmla="*/ 136 w 145"/>
              <a:gd name="T3" fmla="*/ 0 h 244"/>
              <a:gd name="T4" fmla="*/ 10 w 145"/>
              <a:gd name="T5" fmla="*/ 0 h 244"/>
              <a:gd name="T6" fmla="*/ 0 w 145"/>
              <a:gd name="T7" fmla="*/ 10 h 244"/>
              <a:gd name="T8" fmla="*/ 0 w 145"/>
              <a:gd name="T9" fmla="*/ 234 h 244"/>
              <a:gd name="T10" fmla="*/ 10 w 145"/>
              <a:gd name="T11" fmla="*/ 244 h 244"/>
              <a:gd name="T12" fmla="*/ 136 w 145"/>
              <a:gd name="T13" fmla="*/ 244 h 244"/>
              <a:gd name="T14" fmla="*/ 145 w 145"/>
              <a:gd name="T15" fmla="*/ 234 h 244"/>
              <a:gd name="T16" fmla="*/ 145 w 145"/>
              <a:gd name="T17" fmla="*/ 10 h 244"/>
              <a:gd name="T18" fmla="*/ 73 w 145"/>
              <a:gd name="T19" fmla="*/ 234 h 244"/>
              <a:gd name="T20" fmla="*/ 61 w 145"/>
              <a:gd name="T21" fmla="*/ 222 h 244"/>
              <a:gd name="T22" fmla="*/ 73 w 145"/>
              <a:gd name="T23" fmla="*/ 211 h 244"/>
              <a:gd name="T24" fmla="*/ 84 w 145"/>
              <a:gd name="T25" fmla="*/ 222 h 244"/>
              <a:gd name="T26" fmla="*/ 73 w 145"/>
              <a:gd name="T27" fmla="*/ 234 h 244"/>
              <a:gd name="T28" fmla="*/ 133 w 145"/>
              <a:gd name="T29" fmla="*/ 203 h 244"/>
              <a:gd name="T30" fmla="*/ 12 w 145"/>
              <a:gd name="T31" fmla="*/ 203 h 244"/>
              <a:gd name="T32" fmla="*/ 12 w 145"/>
              <a:gd name="T33" fmla="*/ 15 h 244"/>
              <a:gd name="T34" fmla="*/ 133 w 145"/>
              <a:gd name="T35" fmla="*/ 15 h 244"/>
              <a:gd name="T36" fmla="*/ 133 w 145"/>
              <a:gd name="T37" fmla="*/ 203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5" h="244">
                <a:moveTo>
                  <a:pt x="145" y="10"/>
                </a:moveTo>
                <a:cubicBezTo>
                  <a:pt x="145" y="5"/>
                  <a:pt x="141" y="0"/>
                  <a:pt x="136" y="0"/>
                </a:cubicBezTo>
                <a:cubicBezTo>
                  <a:pt x="10" y="0"/>
                  <a:pt x="10" y="0"/>
                  <a:pt x="10" y="0"/>
                </a:cubicBezTo>
                <a:cubicBezTo>
                  <a:pt x="4" y="0"/>
                  <a:pt x="0" y="5"/>
                  <a:pt x="0" y="10"/>
                </a:cubicBezTo>
                <a:cubicBezTo>
                  <a:pt x="0" y="234"/>
                  <a:pt x="0" y="234"/>
                  <a:pt x="0" y="234"/>
                </a:cubicBezTo>
                <a:cubicBezTo>
                  <a:pt x="0" y="239"/>
                  <a:pt x="4" y="244"/>
                  <a:pt x="10" y="244"/>
                </a:cubicBezTo>
                <a:cubicBezTo>
                  <a:pt x="136" y="244"/>
                  <a:pt x="136" y="244"/>
                  <a:pt x="136" y="244"/>
                </a:cubicBezTo>
                <a:cubicBezTo>
                  <a:pt x="141" y="244"/>
                  <a:pt x="145" y="239"/>
                  <a:pt x="145" y="234"/>
                </a:cubicBezTo>
                <a:lnTo>
                  <a:pt x="145" y="10"/>
                </a:lnTo>
                <a:close/>
                <a:moveTo>
                  <a:pt x="73" y="234"/>
                </a:moveTo>
                <a:cubicBezTo>
                  <a:pt x="66" y="234"/>
                  <a:pt x="61" y="229"/>
                  <a:pt x="61" y="222"/>
                </a:cubicBezTo>
                <a:cubicBezTo>
                  <a:pt x="61" y="216"/>
                  <a:pt x="66" y="211"/>
                  <a:pt x="73" y="211"/>
                </a:cubicBezTo>
                <a:cubicBezTo>
                  <a:pt x="79" y="211"/>
                  <a:pt x="84" y="216"/>
                  <a:pt x="84" y="222"/>
                </a:cubicBezTo>
                <a:cubicBezTo>
                  <a:pt x="84" y="229"/>
                  <a:pt x="79" y="234"/>
                  <a:pt x="73" y="234"/>
                </a:cubicBezTo>
                <a:close/>
                <a:moveTo>
                  <a:pt x="133" y="203"/>
                </a:moveTo>
                <a:cubicBezTo>
                  <a:pt x="12" y="203"/>
                  <a:pt x="12" y="203"/>
                  <a:pt x="12" y="203"/>
                </a:cubicBezTo>
                <a:cubicBezTo>
                  <a:pt x="12" y="15"/>
                  <a:pt x="12" y="15"/>
                  <a:pt x="12" y="15"/>
                </a:cubicBezTo>
                <a:cubicBezTo>
                  <a:pt x="133" y="15"/>
                  <a:pt x="133" y="15"/>
                  <a:pt x="133" y="15"/>
                </a:cubicBezTo>
                <a:lnTo>
                  <a:pt x="133" y="203"/>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7" name="Freeform 532"/>
          <p:cNvSpPr>
            <a:spLocks noEditPoints="1"/>
          </p:cNvSpPr>
          <p:nvPr/>
        </p:nvSpPr>
        <p:spPr bwMode="auto">
          <a:xfrm>
            <a:off x="2095789" y="651100"/>
            <a:ext cx="298756" cy="372330"/>
          </a:xfrm>
          <a:custGeom>
            <a:avLst/>
            <a:gdLst>
              <a:gd name="T0" fmla="*/ 187 w 199"/>
              <a:gd name="T1" fmla="*/ 0 h 248"/>
              <a:gd name="T2" fmla="*/ 136 w 199"/>
              <a:gd name="T3" fmla="*/ 0 h 248"/>
              <a:gd name="T4" fmla="*/ 61 w 199"/>
              <a:gd name="T5" fmla="*/ 0 h 248"/>
              <a:gd name="T6" fmla="*/ 10 w 199"/>
              <a:gd name="T7" fmla="*/ 0 h 248"/>
              <a:gd name="T8" fmla="*/ 0 w 199"/>
              <a:gd name="T9" fmla="*/ 12 h 248"/>
              <a:gd name="T10" fmla="*/ 0 w 199"/>
              <a:gd name="T11" fmla="*/ 236 h 248"/>
              <a:gd name="T12" fmla="*/ 10 w 199"/>
              <a:gd name="T13" fmla="*/ 248 h 248"/>
              <a:gd name="T14" fmla="*/ 61 w 199"/>
              <a:gd name="T15" fmla="*/ 248 h 248"/>
              <a:gd name="T16" fmla="*/ 136 w 199"/>
              <a:gd name="T17" fmla="*/ 248 h 248"/>
              <a:gd name="T18" fmla="*/ 187 w 199"/>
              <a:gd name="T19" fmla="*/ 248 h 248"/>
              <a:gd name="T20" fmla="*/ 199 w 199"/>
              <a:gd name="T21" fmla="*/ 236 h 248"/>
              <a:gd name="T22" fmla="*/ 199 w 199"/>
              <a:gd name="T23" fmla="*/ 12 h 248"/>
              <a:gd name="T24" fmla="*/ 187 w 199"/>
              <a:gd name="T25" fmla="*/ 0 h 248"/>
              <a:gd name="T26" fmla="*/ 100 w 199"/>
              <a:gd name="T27" fmla="*/ 236 h 248"/>
              <a:gd name="T28" fmla="*/ 89 w 199"/>
              <a:gd name="T29" fmla="*/ 225 h 248"/>
              <a:gd name="T30" fmla="*/ 100 w 199"/>
              <a:gd name="T31" fmla="*/ 214 h 248"/>
              <a:gd name="T32" fmla="*/ 111 w 199"/>
              <a:gd name="T33" fmla="*/ 225 h 248"/>
              <a:gd name="T34" fmla="*/ 100 w 199"/>
              <a:gd name="T35" fmla="*/ 236 h 248"/>
              <a:gd name="T36" fmla="*/ 183 w 199"/>
              <a:gd name="T37" fmla="*/ 205 h 248"/>
              <a:gd name="T38" fmla="*/ 166 w 199"/>
              <a:gd name="T39" fmla="*/ 205 h 248"/>
              <a:gd name="T40" fmla="*/ 145 w 199"/>
              <a:gd name="T41" fmla="*/ 205 h 248"/>
              <a:gd name="T42" fmla="*/ 134 w 199"/>
              <a:gd name="T43" fmla="*/ 205 h 248"/>
              <a:gd name="T44" fmla="*/ 64 w 199"/>
              <a:gd name="T45" fmla="*/ 205 h 248"/>
              <a:gd name="T46" fmla="*/ 53 w 199"/>
              <a:gd name="T47" fmla="*/ 205 h 248"/>
              <a:gd name="T48" fmla="*/ 43 w 199"/>
              <a:gd name="T49" fmla="*/ 205 h 248"/>
              <a:gd name="T50" fmla="*/ 14 w 199"/>
              <a:gd name="T51" fmla="*/ 205 h 248"/>
              <a:gd name="T52" fmla="*/ 15 w 199"/>
              <a:gd name="T53" fmla="*/ 17 h 248"/>
              <a:gd name="T54" fmla="*/ 43 w 199"/>
              <a:gd name="T55" fmla="*/ 17 h 248"/>
              <a:gd name="T56" fmla="*/ 53 w 199"/>
              <a:gd name="T57" fmla="*/ 17 h 248"/>
              <a:gd name="T58" fmla="*/ 64 w 199"/>
              <a:gd name="T59" fmla="*/ 17 h 248"/>
              <a:gd name="T60" fmla="*/ 134 w 199"/>
              <a:gd name="T61" fmla="*/ 17 h 248"/>
              <a:gd name="T62" fmla="*/ 145 w 199"/>
              <a:gd name="T63" fmla="*/ 17 h 248"/>
              <a:gd name="T64" fmla="*/ 166 w 199"/>
              <a:gd name="T65" fmla="*/ 17 h 248"/>
              <a:gd name="T66" fmla="*/ 183 w 199"/>
              <a:gd name="T67" fmla="*/ 17 h 248"/>
              <a:gd name="T68" fmla="*/ 183 w 199"/>
              <a:gd name="T69" fmla="*/ 205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9" h="248">
                <a:moveTo>
                  <a:pt x="187" y="0"/>
                </a:moveTo>
                <a:cubicBezTo>
                  <a:pt x="136" y="0"/>
                  <a:pt x="136" y="0"/>
                  <a:pt x="136" y="0"/>
                </a:cubicBezTo>
                <a:cubicBezTo>
                  <a:pt x="61" y="0"/>
                  <a:pt x="61" y="0"/>
                  <a:pt x="61" y="0"/>
                </a:cubicBezTo>
                <a:cubicBezTo>
                  <a:pt x="10" y="0"/>
                  <a:pt x="10" y="0"/>
                  <a:pt x="10" y="0"/>
                </a:cubicBezTo>
                <a:cubicBezTo>
                  <a:pt x="5" y="0"/>
                  <a:pt x="0" y="7"/>
                  <a:pt x="0" y="12"/>
                </a:cubicBezTo>
                <a:cubicBezTo>
                  <a:pt x="0" y="236"/>
                  <a:pt x="0" y="236"/>
                  <a:pt x="0" y="236"/>
                </a:cubicBezTo>
                <a:cubicBezTo>
                  <a:pt x="0" y="242"/>
                  <a:pt x="5" y="248"/>
                  <a:pt x="10" y="248"/>
                </a:cubicBezTo>
                <a:cubicBezTo>
                  <a:pt x="61" y="248"/>
                  <a:pt x="61" y="248"/>
                  <a:pt x="61" y="248"/>
                </a:cubicBezTo>
                <a:cubicBezTo>
                  <a:pt x="136" y="248"/>
                  <a:pt x="136" y="248"/>
                  <a:pt x="136" y="248"/>
                </a:cubicBezTo>
                <a:cubicBezTo>
                  <a:pt x="187" y="248"/>
                  <a:pt x="187" y="248"/>
                  <a:pt x="187" y="248"/>
                </a:cubicBezTo>
                <a:cubicBezTo>
                  <a:pt x="193" y="248"/>
                  <a:pt x="199" y="242"/>
                  <a:pt x="199" y="236"/>
                </a:cubicBezTo>
                <a:cubicBezTo>
                  <a:pt x="199" y="12"/>
                  <a:pt x="199" y="12"/>
                  <a:pt x="199" y="12"/>
                </a:cubicBezTo>
                <a:cubicBezTo>
                  <a:pt x="199" y="7"/>
                  <a:pt x="193" y="0"/>
                  <a:pt x="187" y="0"/>
                </a:cubicBezTo>
                <a:close/>
                <a:moveTo>
                  <a:pt x="100" y="236"/>
                </a:moveTo>
                <a:cubicBezTo>
                  <a:pt x="94" y="236"/>
                  <a:pt x="89" y="231"/>
                  <a:pt x="89" y="225"/>
                </a:cubicBezTo>
                <a:cubicBezTo>
                  <a:pt x="89" y="219"/>
                  <a:pt x="94" y="214"/>
                  <a:pt x="100" y="214"/>
                </a:cubicBezTo>
                <a:cubicBezTo>
                  <a:pt x="106" y="214"/>
                  <a:pt x="111" y="219"/>
                  <a:pt x="111" y="225"/>
                </a:cubicBezTo>
                <a:cubicBezTo>
                  <a:pt x="111" y="231"/>
                  <a:pt x="106" y="236"/>
                  <a:pt x="100" y="236"/>
                </a:cubicBezTo>
                <a:close/>
                <a:moveTo>
                  <a:pt x="183" y="205"/>
                </a:moveTo>
                <a:cubicBezTo>
                  <a:pt x="166" y="205"/>
                  <a:pt x="166" y="205"/>
                  <a:pt x="166" y="205"/>
                </a:cubicBezTo>
                <a:cubicBezTo>
                  <a:pt x="145" y="205"/>
                  <a:pt x="145" y="205"/>
                  <a:pt x="145" y="205"/>
                </a:cubicBezTo>
                <a:cubicBezTo>
                  <a:pt x="134" y="205"/>
                  <a:pt x="134" y="205"/>
                  <a:pt x="134" y="205"/>
                </a:cubicBezTo>
                <a:cubicBezTo>
                  <a:pt x="64" y="205"/>
                  <a:pt x="64" y="205"/>
                  <a:pt x="64" y="205"/>
                </a:cubicBezTo>
                <a:cubicBezTo>
                  <a:pt x="53" y="205"/>
                  <a:pt x="53" y="205"/>
                  <a:pt x="53" y="205"/>
                </a:cubicBezTo>
                <a:cubicBezTo>
                  <a:pt x="43" y="205"/>
                  <a:pt x="43" y="205"/>
                  <a:pt x="43" y="205"/>
                </a:cubicBezTo>
                <a:cubicBezTo>
                  <a:pt x="14" y="205"/>
                  <a:pt x="14" y="205"/>
                  <a:pt x="14" y="205"/>
                </a:cubicBezTo>
                <a:cubicBezTo>
                  <a:pt x="15" y="17"/>
                  <a:pt x="15" y="17"/>
                  <a:pt x="15" y="17"/>
                </a:cubicBezTo>
                <a:cubicBezTo>
                  <a:pt x="43" y="17"/>
                  <a:pt x="43" y="17"/>
                  <a:pt x="43" y="17"/>
                </a:cubicBezTo>
                <a:cubicBezTo>
                  <a:pt x="53" y="17"/>
                  <a:pt x="53" y="17"/>
                  <a:pt x="53" y="17"/>
                </a:cubicBezTo>
                <a:cubicBezTo>
                  <a:pt x="64" y="17"/>
                  <a:pt x="64" y="17"/>
                  <a:pt x="64" y="17"/>
                </a:cubicBezTo>
                <a:cubicBezTo>
                  <a:pt x="134" y="17"/>
                  <a:pt x="134" y="17"/>
                  <a:pt x="134" y="17"/>
                </a:cubicBezTo>
                <a:cubicBezTo>
                  <a:pt x="145" y="17"/>
                  <a:pt x="145" y="17"/>
                  <a:pt x="145" y="17"/>
                </a:cubicBezTo>
                <a:cubicBezTo>
                  <a:pt x="166" y="17"/>
                  <a:pt x="166" y="17"/>
                  <a:pt x="166" y="17"/>
                </a:cubicBezTo>
                <a:cubicBezTo>
                  <a:pt x="183" y="17"/>
                  <a:pt x="183" y="17"/>
                  <a:pt x="183" y="17"/>
                </a:cubicBezTo>
                <a:lnTo>
                  <a:pt x="183" y="205"/>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8" name="Freeform 533"/>
          <p:cNvSpPr>
            <a:spLocks noEditPoints="1"/>
          </p:cNvSpPr>
          <p:nvPr/>
        </p:nvSpPr>
        <p:spPr bwMode="auto">
          <a:xfrm>
            <a:off x="2429957" y="1678646"/>
            <a:ext cx="387937" cy="224067"/>
          </a:xfrm>
          <a:custGeom>
            <a:avLst/>
            <a:gdLst>
              <a:gd name="T0" fmla="*/ 258 w 258"/>
              <a:gd name="T1" fmla="*/ 20 h 149"/>
              <a:gd name="T2" fmla="*/ 238 w 258"/>
              <a:gd name="T3" fmla="*/ 0 h 149"/>
              <a:gd name="T4" fmla="*/ 20 w 258"/>
              <a:gd name="T5" fmla="*/ 0 h 149"/>
              <a:gd name="T6" fmla="*/ 0 w 258"/>
              <a:gd name="T7" fmla="*/ 20 h 149"/>
              <a:gd name="T8" fmla="*/ 0 w 258"/>
              <a:gd name="T9" fmla="*/ 130 h 149"/>
              <a:gd name="T10" fmla="*/ 20 w 258"/>
              <a:gd name="T11" fmla="*/ 149 h 149"/>
              <a:gd name="T12" fmla="*/ 238 w 258"/>
              <a:gd name="T13" fmla="*/ 149 h 149"/>
              <a:gd name="T14" fmla="*/ 258 w 258"/>
              <a:gd name="T15" fmla="*/ 130 h 149"/>
              <a:gd name="T16" fmla="*/ 258 w 258"/>
              <a:gd name="T17" fmla="*/ 20 h 149"/>
              <a:gd name="T18" fmla="*/ 175 w 258"/>
              <a:gd name="T19" fmla="*/ 69 h 149"/>
              <a:gd name="T20" fmla="*/ 235 w 258"/>
              <a:gd name="T21" fmla="*/ 135 h 149"/>
              <a:gd name="T22" fmla="*/ 162 w 258"/>
              <a:gd name="T23" fmla="*/ 75 h 149"/>
              <a:gd name="T24" fmla="*/ 131 w 258"/>
              <a:gd name="T25" fmla="*/ 99 h 149"/>
              <a:gd name="T26" fmla="*/ 127 w 258"/>
              <a:gd name="T27" fmla="*/ 101 h 149"/>
              <a:gd name="T28" fmla="*/ 124 w 258"/>
              <a:gd name="T29" fmla="*/ 99 h 149"/>
              <a:gd name="T30" fmla="*/ 93 w 258"/>
              <a:gd name="T31" fmla="*/ 76 h 149"/>
              <a:gd name="T32" fmla="*/ 17 w 258"/>
              <a:gd name="T33" fmla="*/ 135 h 149"/>
              <a:gd name="T34" fmla="*/ 82 w 258"/>
              <a:gd name="T35" fmla="*/ 68 h 149"/>
              <a:gd name="T36" fmla="*/ 5 w 258"/>
              <a:gd name="T37" fmla="*/ 13 h 149"/>
              <a:gd name="T38" fmla="*/ 127 w 258"/>
              <a:gd name="T39" fmla="*/ 82 h 149"/>
              <a:gd name="T40" fmla="*/ 247 w 258"/>
              <a:gd name="T41" fmla="*/ 13 h 149"/>
              <a:gd name="T42" fmla="*/ 175 w 258"/>
              <a:gd name="T43" fmla="*/ 6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8" h="149">
                <a:moveTo>
                  <a:pt x="258" y="20"/>
                </a:moveTo>
                <a:cubicBezTo>
                  <a:pt x="258" y="9"/>
                  <a:pt x="249" y="0"/>
                  <a:pt x="238" y="0"/>
                </a:cubicBezTo>
                <a:cubicBezTo>
                  <a:pt x="20" y="0"/>
                  <a:pt x="20" y="0"/>
                  <a:pt x="20" y="0"/>
                </a:cubicBezTo>
                <a:cubicBezTo>
                  <a:pt x="9" y="0"/>
                  <a:pt x="0" y="9"/>
                  <a:pt x="0" y="20"/>
                </a:cubicBezTo>
                <a:cubicBezTo>
                  <a:pt x="0" y="130"/>
                  <a:pt x="0" y="130"/>
                  <a:pt x="0" y="130"/>
                </a:cubicBezTo>
                <a:cubicBezTo>
                  <a:pt x="0" y="141"/>
                  <a:pt x="9" y="149"/>
                  <a:pt x="20" y="149"/>
                </a:cubicBezTo>
                <a:cubicBezTo>
                  <a:pt x="238" y="149"/>
                  <a:pt x="238" y="149"/>
                  <a:pt x="238" y="149"/>
                </a:cubicBezTo>
                <a:cubicBezTo>
                  <a:pt x="249" y="149"/>
                  <a:pt x="258" y="141"/>
                  <a:pt x="258" y="130"/>
                </a:cubicBezTo>
                <a:lnTo>
                  <a:pt x="258" y="20"/>
                </a:lnTo>
                <a:close/>
                <a:moveTo>
                  <a:pt x="175" y="69"/>
                </a:moveTo>
                <a:cubicBezTo>
                  <a:pt x="235" y="135"/>
                  <a:pt x="235" y="135"/>
                  <a:pt x="235" y="135"/>
                </a:cubicBezTo>
                <a:cubicBezTo>
                  <a:pt x="162" y="75"/>
                  <a:pt x="162" y="75"/>
                  <a:pt x="162" y="75"/>
                </a:cubicBezTo>
                <a:cubicBezTo>
                  <a:pt x="131" y="99"/>
                  <a:pt x="131" y="99"/>
                  <a:pt x="131" y="99"/>
                </a:cubicBezTo>
                <a:cubicBezTo>
                  <a:pt x="127" y="101"/>
                  <a:pt x="127" y="101"/>
                  <a:pt x="127" y="101"/>
                </a:cubicBezTo>
                <a:cubicBezTo>
                  <a:pt x="124" y="99"/>
                  <a:pt x="124" y="99"/>
                  <a:pt x="124" y="99"/>
                </a:cubicBezTo>
                <a:cubicBezTo>
                  <a:pt x="93" y="76"/>
                  <a:pt x="93" y="76"/>
                  <a:pt x="93" y="76"/>
                </a:cubicBezTo>
                <a:cubicBezTo>
                  <a:pt x="17" y="135"/>
                  <a:pt x="17" y="135"/>
                  <a:pt x="17" y="135"/>
                </a:cubicBezTo>
                <a:cubicBezTo>
                  <a:pt x="82" y="68"/>
                  <a:pt x="82" y="68"/>
                  <a:pt x="82" y="68"/>
                </a:cubicBezTo>
                <a:cubicBezTo>
                  <a:pt x="5" y="13"/>
                  <a:pt x="5" y="13"/>
                  <a:pt x="5" y="13"/>
                </a:cubicBezTo>
                <a:cubicBezTo>
                  <a:pt x="127" y="82"/>
                  <a:pt x="127" y="82"/>
                  <a:pt x="127" y="82"/>
                </a:cubicBezTo>
                <a:cubicBezTo>
                  <a:pt x="247" y="13"/>
                  <a:pt x="247" y="13"/>
                  <a:pt x="247" y="13"/>
                </a:cubicBezTo>
                <a:lnTo>
                  <a:pt x="175" y="69"/>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9" name="Freeform 534"/>
          <p:cNvSpPr>
            <a:spLocks noEditPoints="1"/>
          </p:cNvSpPr>
          <p:nvPr/>
        </p:nvSpPr>
        <p:spPr bwMode="auto">
          <a:xfrm>
            <a:off x="209145" y="1111796"/>
            <a:ext cx="381248" cy="381248"/>
          </a:xfrm>
          <a:custGeom>
            <a:avLst/>
            <a:gdLst>
              <a:gd name="T0" fmla="*/ 126 w 253"/>
              <a:gd name="T1" fmla="*/ 0 h 253"/>
              <a:gd name="T2" fmla="*/ 0 w 253"/>
              <a:gd name="T3" fmla="*/ 127 h 253"/>
              <a:gd name="T4" fmla="*/ 126 w 253"/>
              <a:gd name="T5" fmla="*/ 253 h 253"/>
              <a:gd name="T6" fmla="*/ 253 w 253"/>
              <a:gd name="T7" fmla="*/ 127 h 253"/>
              <a:gd name="T8" fmla="*/ 126 w 253"/>
              <a:gd name="T9" fmla="*/ 0 h 253"/>
              <a:gd name="T10" fmla="*/ 209 w 253"/>
              <a:gd name="T11" fmla="*/ 173 h 253"/>
              <a:gd name="T12" fmla="*/ 209 w 253"/>
              <a:gd name="T13" fmla="*/ 174 h 253"/>
              <a:gd name="T14" fmla="*/ 201 w 253"/>
              <a:gd name="T15" fmla="*/ 175 h 253"/>
              <a:gd name="T16" fmla="*/ 142 w 253"/>
              <a:gd name="T17" fmla="*/ 146 h 253"/>
              <a:gd name="T18" fmla="*/ 136 w 253"/>
              <a:gd name="T19" fmla="*/ 149 h 253"/>
              <a:gd name="T20" fmla="*/ 137 w 253"/>
              <a:gd name="T21" fmla="*/ 156 h 253"/>
              <a:gd name="T22" fmla="*/ 126 w 253"/>
              <a:gd name="T23" fmla="*/ 162 h 253"/>
              <a:gd name="T24" fmla="*/ 125 w 253"/>
              <a:gd name="T25" fmla="*/ 162 h 253"/>
              <a:gd name="T26" fmla="*/ 112 w 253"/>
              <a:gd name="T27" fmla="*/ 156 h 253"/>
              <a:gd name="T28" fmla="*/ 113 w 253"/>
              <a:gd name="T29" fmla="*/ 148 h 253"/>
              <a:gd name="T30" fmla="*/ 102 w 253"/>
              <a:gd name="T31" fmla="*/ 127 h 253"/>
              <a:gd name="T32" fmla="*/ 102 w 253"/>
              <a:gd name="T33" fmla="*/ 126 h 253"/>
              <a:gd name="T34" fmla="*/ 97 w 253"/>
              <a:gd name="T35" fmla="*/ 124 h 253"/>
              <a:gd name="T36" fmla="*/ 98 w 253"/>
              <a:gd name="T37" fmla="*/ 111 h 253"/>
              <a:gd name="T38" fmla="*/ 98 w 253"/>
              <a:gd name="T39" fmla="*/ 110 h 253"/>
              <a:gd name="T40" fmla="*/ 110 w 253"/>
              <a:gd name="T41" fmla="*/ 102 h 253"/>
              <a:gd name="T42" fmla="*/ 114 w 253"/>
              <a:gd name="T43" fmla="*/ 105 h 253"/>
              <a:gd name="T44" fmla="*/ 117 w 253"/>
              <a:gd name="T45" fmla="*/ 104 h 253"/>
              <a:gd name="T46" fmla="*/ 120 w 253"/>
              <a:gd name="T47" fmla="*/ 63 h 253"/>
              <a:gd name="T48" fmla="*/ 121 w 253"/>
              <a:gd name="T49" fmla="*/ 59 h 253"/>
              <a:gd name="T50" fmla="*/ 122 w 253"/>
              <a:gd name="T51" fmla="*/ 43 h 253"/>
              <a:gd name="T52" fmla="*/ 127 w 253"/>
              <a:gd name="T53" fmla="*/ 36 h 253"/>
              <a:gd name="T54" fmla="*/ 128 w 253"/>
              <a:gd name="T55" fmla="*/ 36 h 253"/>
              <a:gd name="T56" fmla="*/ 133 w 253"/>
              <a:gd name="T57" fmla="*/ 42 h 253"/>
              <a:gd name="T58" fmla="*/ 137 w 253"/>
              <a:gd name="T59" fmla="*/ 104 h 253"/>
              <a:gd name="T60" fmla="*/ 151 w 253"/>
              <a:gd name="T61" fmla="*/ 127 h 253"/>
              <a:gd name="T62" fmla="*/ 151 w 253"/>
              <a:gd name="T63" fmla="*/ 127 h 253"/>
              <a:gd name="T64" fmla="*/ 206 w 253"/>
              <a:gd name="T65" fmla="*/ 166 h 253"/>
              <a:gd name="T66" fmla="*/ 209 w 253"/>
              <a:gd name="T67" fmla="*/ 173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3" h="253">
                <a:moveTo>
                  <a:pt x="126" y="0"/>
                </a:moveTo>
                <a:cubicBezTo>
                  <a:pt x="57" y="0"/>
                  <a:pt x="0" y="57"/>
                  <a:pt x="0" y="127"/>
                </a:cubicBezTo>
                <a:cubicBezTo>
                  <a:pt x="0" y="196"/>
                  <a:pt x="57" y="253"/>
                  <a:pt x="126" y="253"/>
                </a:cubicBezTo>
                <a:cubicBezTo>
                  <a:pt x="196" y="253"/>
                  <a:pt x="253" y="196"/>
                  <a:pt x="253" y="127"/>
                </a:cubicBezTo>
                <a:cubicBezTo>
                  <a:pt x="253" y="57"/>
                  <a:pt x="196" y="0"/>
                  <a:pt x="126" y="0"/>
                </a:cubicBezTo>
                <a:close/>
                <a:moveTo>
                  <a:pt x="209" y="173"/>
                </a:moveTo>
                <a:cubicBezTo>
                  <a:pt x="209" y="174"/>
                  <a:pt x="209" y="174"/>
                  <a:pt x="209" y="174"/>
                </a:cubicBezTo>
                <a:cubicBezTo>
                  <a:pt x="207" y="178"/>
                  <a:pt x="205" y="177"/>
                  <a:pt x="201" y="175"/>
                </a:cubicBezTo>
                <a:cubicBezTo>
                  <a:pt x="142" y="146"/>
                  <a:pt x="142" y="146"/>
                  <a:pt x="142" y="146"/>
                </a:cubicBezTo>
                <a:cubicBezTo>
                  <a:pt x="140" y="147"/>
                  <a:pt x="139" y="148"/>
                  <a:pt x="136" y="149"/>
                </a:cubicBezTo>
                <a:cubicBezTo>
                  <a:pt x="137" y="156"/>
                  <a:pt x="137" y="156"/>
                  <a:pt x="137" y="156"/>
                </a:cubicBezTo>
                <a:cubicBezTo>
                  <a:pt x="137" y="159"/>
                  <a:pt x="130" y="162"/>
                  <a:pt x="126" y="162"/>
                </a:cubicBezTo>
                <a:cubicBezTo>
                  <a:pt x="125" y="162"/>
                  <a:pt x="125" y="162"/>
                  <a:pt x="125" y="162"/>
                </a:cubicBezTo>
                <a:cubicBezTo>
                  <a:pt x="121" y="162"/>
                  <a:pt x="112" y="159"/>
                  <a:pt x="112" y="156"/>
                </a:cubicBezTo>
                <a:cubicBezTo>
                  <a:pt x="113" y="148"/>
                  <a:pt x="113" y="148"/>
                  <a:pt x="113" y="148"/>
                </a:cubicBezTo>
                <a:cubicBezTo>
                  <a:pt x="106" y="143"/>
                  <a:pt x="102" y="136"/>
                  <a:pt x="102" y="127"/>
                </a:cubicBezTo>
                <a:cubicBezTo>
                  <a:pt x="102" y="126"/>
                  <a:pt x="102" y="126"/>
                  <a:pt x="102" y="126"/>
                </a:cubicBezTo>
                <a:cubicBezTo>
                  <a:pt x="97" y="124"/>
                  <a:pt x="97" y="124"/>
                  <a:pt x="97" y="124"/>
                </a:cubicBezTo>
                <a:cubicBezTo>
                  <a:pt x="94" y="122"/>
                  <a:pt x="95" y="115"/>
                  <a:pt x="98" y="111"/>
                </a:cubicBezTo>
                <a:cubicBezTo>
                  <a:pt x="98" y="110"/>
                  <a:pt x="98" y="110"/>
                  <a:pt x="98" y="110"/>
                </a:cubicBezTo>
                <a:cubicBezTo>
                  <a:pt x="100" y="106"/>
                  <a:pt x="106" y="100"/>
                  <a:pt x="110" y="102"/>
                </a:cubicBezTo>
                <a:cubicBezTo>
                  <a:pt x="114" y="105"/>
                  <a:pt x="114" y="105"/>
                  <a:pt x="114" y="105"/>
                </a:cubicBezTo>
                <a:cubicBezTo>
                  <a:pt x="115" y="105"/>
                  <a:pt x="116" y="104"/>
                  <a:pt x="117" y="104"/>
                </a:cubicBezTo>
                <a:cubicBezTo>
                  <a:pt x="120" y="63"/>
                  <a:pt x="120" y="63"/>
                  <a:pt x="120" y="63"/>
                </a:cubicBezTo>
                <a:cubicBezTo>
                  <a:pt x="120" y="62"/>
                  <a:pt x="120" y="60"/>
                  <a:pt x="121" y="59"/>
                </a:cubicBezTo>
                <a:cubicBezTo>
                  <a:pt x="122" y="43"/>
                  <a:pt x="122" y="43"/>
                  <a:pt x="122" y="43"/>
                </a:cubicBezTo>
                <a:cubicBezTo>
                  <a:pt x="122" y="39"/>
                  <a:pt x="123" y="36"/>
                  <a:pt x="127" y="36"/>
                </a:cubicBezTo>
                <a:cubicBezTo>
                  <a:pt x="128" y="36"/>
                  <a:pt x="128" y="36"/>
                  <a:pt x="128" y="36"/>
                </a:cubicBezTo>
                <a:cubicBezTo>
                  <a:pt x="132" y="36"/>
                  <a:pt x="133" y="38"/>
                  <a:pt x="133" y="42"/>
                </a:cubicBezTo>
                <a:cubicBezTo>
                  <a:pt x="137" y="104"/>
                  <a:pt x="137" y="104"/>
                  <a:pt x="137" y="104"/>
                </a:cubicBezTo>
                <a:cubicBezTo>
                  <a:pt x="145" y="108"/>
                  <a:pt x="151" y="117"/>
                  <a:pt x="151" y="127"/>
                </a:cubicBezTo>
                <a:cubicBezTo>
                  <a:pt x="151" y="127"/>
                  <a:pt x="151" y="127"/>
                  <a:pt x="151" y="127"/>
                </a:cubicBezTo>
                <a:cubicBezTo>
                  <a:pt x="206" y="166"/>
                  <a:pt x="206" y="166"/>
                  <a:pt x="206" y="166"/>
                </a:cubicBezTo>
                <a:cubicBezTo>
                  <a:pt x="209" y="167"/>
                  <a:pt x="211" y="169"/>
                  <a:pt x="209" y="173"/>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30" name="组合 29"/>
          <p:cNvGrpSpPr/>
          <p:nvPr/>
        </p:nvGrpSpPr>
        <p:grpSpPr>
          <a:xfrm>
            <a:off x="738088" y="1114025"/>
            <a:ext cx="354495" cy="379019"/>
            <a:chOff x="2493963" y="2719388"/>
            <a:chExt cx="504826" cy="539750"/>
          </a:xfrm>
          <a:solidFill>
            <a:srgbClr val="707E84"/>
          </a:solidFill>
        </p:grpSpPr>
        <p:sp>
          <p:nvSpPr>
            <p:cNvPr id="31" name="Freeform 535"/>
            <p:cNvSpPr>
              <a:spLocks noEditPoints="1"/>
            </p:cNvSpPr>
            <p:nvPr/>
          </p:nvSpPr>
          <p:spPr bwMode="auto">
            <a:xfrm>
              <a:off x="2500313" y="2770188"/>
              <a:ext cx="488950" cy="488950"/>
            </a:xfrm>
            <a:custGeom>
              <a:avLst/>
              <a:gdLst>
                <a:gd name="T0" fmla="*/ 202 w 228"/>
                <a:gd name="T1" fmla="*/ 182 h 228"/>
                <a:gd name="T2" fmla="*/ 226 w 228"/>
                <a:gd name="T3" fmla="*/ 113 h 228"/>
                <a:gd name="T4" fmla="*/ 113 w 228"/>
                <a:gd name="T5" fmla="*/ 0 h 228"/>
                <a:gd name="T6" fmla="*/ 93 w 228"/>
                <a:gd name="T7" fmla="*/ 2 h 228"/>
                <a:gd name="T8" fmla="*/ 13 w 228"/>
                <a:gd name="T9" fmla="*/ 59 h 228"/>
                <a:gd name="T10" fmla="*/ 0 w 228"/>
                <a:gd name="T11" fmla="*/ 113 h 228"/>
                <a:gd name="T12" fmla="*/ 28 w 228"/>
                <a:gd name="T13" fmla="*/ 188 h 228"/>
                <a:gd name="T14" fmla="*/ 8 w 228"/>
                <a:gd name="T15" fmla="*/ 217 h 228"/>
                <a:gd name="T16" fmla="*/ 8 w 228"/>
                <a:gd name="T17" fmla="*/ 225 h 228"/>
                <a:gd name="T18" fmla="*/ 9 w 228"/>
                <a:gd name="T19" fmla="*/ 226 h 228"/>
                <a:gd name="T20" fmla="*/ 17 w 228"/>
                <a:gd name="T21" fmla="*/ 226 h 228"/>
                <a:gd name="T22" fmla="*/ 43 w 228"/>
                <a:gd name="T23" fmla="*/ 202 h 228"/>
                <a:gd name="T24" fmla="*/ 113 w 228"/>
                <a:gd name="T25" fmla="*/ 226 h 228"/>
                <a:gd name="T26" fmla="*/ 187 w 228"/>
                <a:gd name="T27" fmla="*/ 198 h 228"/>
                <a:gd name="T28" fmla="*/ 217 w 228"/>
                <a:gd name="T29" fmla="*/ 226 h 228"/>
                <a:gd name="T30" fmla="*/ 225 w 228"/>
                <a:gd name="T31" fmla="*/ 226 h 228"/>
                <a:gd name="T32" fmla="*/ 226 w 228"/>
                <a:gd name="T33" fmla="*/ 225 h 228"/>
                <a:gd name="T34" fmla="*/ 226 w 228"/>
                <a:gd name="T35" fmla="*/ 217 h 228"/>
                <a:gd name="T36" fmla="*/ 202 w 228"/>
                <a:gd name="T37" fmla="*/ 182 h 228"/>
                <a:gd name="T38" fmla="*/ 113 w 228"/>
                <a:gd name="T39" fmla="*/ 207 h 228"/>
                <a:gd name="T40" fmla="*/ 18 w 228"/>
                <a:gd name="T41" fmla="*/ 113 h 228"/>
                <a:gd name="T42" fmla="*/ 31 w 228"/>
                <a:gd name="T43" fmla="*/ 66 h 228"/>
                <a:gd name="T44" fmla="*/ 95 w 228"/>
                <a:gd name="T45" fmla="*/ 21 h 228"/>
                <a:gd name="T46" fmla="*/ 113 w 228"/>
                <a:gd name="T47" fmla="*/ 19 h 228"/>
                <a:gd name="T48" fmla="*/ 207 w 228"/>
                <a:gd name="T49" fmla="*/ 113 h 228"/>
                <a:gd name="T50" fmla="*/ 113 w 228"/>
                <a:gd name="T51" fmla="*/ 207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8" h="228">
                  <a:moveTo>
                    <a:pt x="202" y="182"/>
                  </a:moveTo>
                  <a:cubicBezTo>
                    <a:pt x="217" y="163"/>
                    <a:pt x="226" y="139"/>
                    <a:pt x="226" y="113"/>
                  </a:cubicBezTo>
                  <a:cubicBezTo>
                    <a:pt x="226" y="51"/>
                    <a:pt x="175" y="0"/>
                    <a:pt x="113" y="0"/>
                  </a:cubicBezTo>
                  <a:cubicBezTo>
                    <a:pt x="106" y="0"/>
                    <a:pt x="100" y="1"/>
                    <a:pt x="93" y="2"/>
                  </a:cubicBezTo>
                  <a:cubicBezTo>
                    <a:pt x="59" y="8"/>
                    <a:pt x="30" y="29"/>
                    <a:pt x="13" y="59"/>
                  </a:cubicBezTo>
                  <a:cubicBezTo>
                    <a:pt x="5" y="75"/>
                    <a:pt x="0" y="94"/>
                    <a:pt x="0" y="113"/>
                  </a:cubicBezTo>
                  <a:cubicBezTo>
                    <a:pt x="0" y="142"/>
                    <a:pt x="10" y="168"/>
                    <a:pt x="28" y="188"/>
                  </a:cubicBezTo>
                  <a:cubicBezTo>
                    <a:pt x="8" y="217"/>
                    <a:pt x="8" y="217"/>
                    <a:pt x="8" y="217"/>
                  </a:cubicBezTo>
                  <a:cubicBezTo>
                    <a:pt x="6" y="219"/>
                    <a:pt x="6" y="223"/>
                    <a:pt x="8" y="225"/>
                  </a:cubicBezTo>
                  <a:cubicBezTo>
                    <a:pt x="9" y="226"/>
                    <a:pt x="9" y="226"/>
                    <a:pt x="9" y="226"/>
                  </a:cubicBezTo>
                  <a:cubicBezTo>
                    <a:pt x="11" y="228"/>
                    <a:pt x="15" y="228"/>
                    <a:pt x="17" y="226"/>
                  </a:cubicBezTo>
                  <a:cubicBezTo>
                    <a:pt x="43" y="202"/>
                    <a:pt x="43" y="202"/>
                    <a:pt x="43" y="202"/>
                  </a:cubicBezTo>
                  <a:cubicBezTo>
                    <a:pt x="62" y="217"/>
                    <a:pt x="86" y="226"/>
                    <a:pt x="113" y="226"/>
                  </a:cubicBezTo>
                  <a:cubicBezTo>
                    <a:pt x="141" y="226"/>
                    <a:pt x="167" y="216"/>
                    <a:pt x="187" y="198"/>
                  </a:cubicBezTo>
                  <a:cubicBezTo>
                    <a:pt x="217" y="226"/>
                    <a:pt x="217" y="226"/>
                    <a:pt x="217" y="226"/>
                  </a:cubicBezTo>
                  <a:cubicBezTo>
                    <a:pt x="219" y="228"/>
                    <a:pt x="223" y="228"/>
                    <a:pt x="225" y="226"/>
                  </a:cubicBezTo>
                  <a:cubicBezTo>
                    <a:pt x="226" y="225"/>
                    <a:pt x="226" y="225"/>
                    <a:pt x="226" y="225"/>
                  </a:cubicBezTo>
                  <a:cubicBezTo>
                    <a:pt x="228" y="223"/>
                    <a:pt x="228" y="219"/>
                    <a:pt x="226" y="217"/>
                  </a:cubicBezTo>
                  <a:lnTo>
                    <a:pt x="202" y="182"/>
                  </a:lnTo>
                  <a:close/>
                  <a:moveTo>
                    <a:pt x="113" y="207"/>
                  </a:moveTo>
                  <a:cubicBezTo>
                    <a:pt x="61" y="207"/>
                    <a:pt x="18" y="165"/>
                    <a:pt x="18" y="113"/>
                  </a:cubicBezTo>
                  <a:cubicBezTo>
                    <a:pt x="18" y="96"/>
                    <a:pt x="23" y="80"/>
                    <a:pt x="31" y="66"/>
                  </a:cubicBezTo>
                  <a:cubicBezTo>
                    <a:pt x="44" y="43"/>
                    <a:pt x="67" y="26"/>
                    <a:pt x="95" y="21"/>
                  </a:cubicBezTo>
                  <a:cubicBezTo>
                    <a:pt x="100" y="20"/>
                    <a:pt x="106" y="19"/>
                    <a:pt x="113" y="19"/>
                  </a:cubicBezTo>
                  <a:cubicBezTo>
                    <a:pt x="165" y="19"/>
                    <a:pt x="207" y="61"/>
                    <a:pt x="207" y="113"/>
                  </a:cubicBezTo>
                  <a:cubicBezTo>
                    <a:pt x="207" y="165"/>
                    <a:pt x="165" y="207"/>
                    <a:pt x="113" y="2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536"/>
            <p:cNvSpPr>
              <a:spLocks noEditPoints="1"/>
            </p:cNvSpPr>
            <p:nvPr/>
          </p:nvSpPr>
          <p:spPr bwMode="auto">
            <a:xfrm>
              <a:off x="2566988" y="2836863"/>
              <a:ext cx="349250" cy="350838"/>
            </a:xfrm>
            <a:custGeom>
              <a:avLst/>
              <a:gdLst>
                <a:gd name="T0" fmla="*/ 81 w 163"/>
                <a:gd name="T1" fmla="*/ 0 h 164"/>
                <a:gd name="T2" fmla="*/ 0 w 163"/>
                <a:gd name="T3" fmla="*/ 82 h 164"/>
                <a:gd name="T4" fmla="*/ 81 w 163"/>
                <a:gd name="T5" fmla="*/ 164 h 164"/>
                <a:gd name="T6" fmla="*/ 163 w 163"/>
                <a:gd name="T7" fmla="*/ 82 h 164"/>
                <a:gd name="T8" fmla="*/ 81 w 163"/>
                <a:gd name="T9" fmla="*/ 0 h 164"/>
                <a:gd name="T10" fmla="*/ 135 w 163"/>
                <a:gd name="T11" fmla="*/ 112 h 164"/>
                <a:gd name="T12" fmla="*/ 135 w 163"/>
                <a:gd name="T13" fmla="*/ 112 h 164"/>
                <a:gd name="T14" fmla="*/ 130 w 163"/>
                <a:gd name="T15" fmla="*/ 113 h 164"/>
                <a:gd name="T16" fmla="*/ 92 w 163"/>
                <a:gd name="T17" fmla="*/ 94 h 164"/>
                <a:gd name="T18" fmla="*/ 88 w 163"/>
                <a:gd name="T19" fmla="*/ 96 h 164"/>
                <a:gd name="T20" fmla="*/ 88 w 163"/>
                <a:gd name="T21" fmla="*/ 101 h 164"/>
                <a:gd name="T22" fmla="*/ 81 w 163"/>
                <a:gd name="T23" fmla="*/ 107 h 164"/>
                <a:gd name="T24" fmla="*/ 81 w 163"/>
                <a:gd name="T25" fmla="*/ 107 h 164"/>
                <a:gd name="T26" fmla="*/ 72 w 163"/>
                <a:gd name="T27" fmla="*/ 101 h 164"/>
                <a:gd name="T28" fmla="*/ 73 w 163"/>
                <a:gd name="T29" fmla="*/ 96 h 164"/>
                <a:gd name="T30" fmla="*/ 65 w 163"/>
                <a:gd name="T31" fmla="*/ 82 h 164"/>
                <a:gd name="T32" fmla="*/ 65 w 163"/>
                <a:gd name="T33" fmla="*/ 81 h 164"/>
                <a:gd name="T34" fmla="*/ 63 w 163"/>
                <a:gd name="T35" fmla="*/ 80 h 164"/>
                <a:gd name="T36" fmla="*/ 63 w 163"/>
                <a:gd name="T37" fmla="*/ 72 h 164"/>
                <a:gd name="T38" fmla="*/ 63 w 163"/>
                <a:gd name="T39" fmla="*/ 71 h 164"/>
                <a:gd name="T40" fmla="*/ 70 w 163"/>
                <a:gd name="T41" fmla="*/ 66 h 164"/>
                <a:gd name="T42" fmla="*/ 73 w 163"/>
                <a:gd name="T43" fmla="*/ 68 h 164"/>
                <a:gd name="T44" fmla="*/ 75 w 163"/>
                <a:gd name="T45" fmla="*/ 67 h 164"/>
                <a:gd name="T46" fmla="*/ 77 w 163"/>
                <a:gd name="T47" fmla="*/ 41 h 164"/>
                <a:gd name="T48" fmla="*/ 78 w 163"/>
                <a:gd name="T49" fmla="*/ 38 h 164"/>
                <a:gd name="T50" fmla="*/ 79 w 163"/>
                <a:gd name="T51" fmla="*/ 28 h 164"/>
                <a:gd name="T52" fmla="*/ 82 w 163"/>
                <a:gd name="T53" fmla="*/ 25 h 164"/>
                <a:gd name="T54" fmla="*/ 82 w 163"/>
                <a:gd name="T55" fmla="*/ 25 h 164"/>
                <a:gd name="T56" fmla="*/ 85 w 163"/>
                <a:gd name="T57" fmla="*/ 28 h 164"/>
                <a:gd name="T58" fmla="*/ 88 w 163"/>
                <a:gd name="T59" fmla="*/ 68 h 164"/>
                <a:gd name="T60" fmla="*/ 97 w 163"/>
                <a:gd name="T61" fmla="*/ 82 h 164"/>
                <a:gd name="T62" fmla="*/ 97 w 163"/>
                <a:gd name="T63" fmla="*/ 82 h 164"/>
                <a:gd name="T64" fmla="*/ 133 w 163"/>
                <a:gd name="T65" fmla="*/ 107 h 164"/>
                <a:gd name="T66" fmla="*/ 135 w 163"/>
                <a:gd name="T67" fmla="*/ 11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3" h="164">
                  <a:moveTo>
                    <a:pt x="81" y="0"/>
                  </a:moveTo>
                  <a:cubicBezTo>
                    <a:pt x="36" y="0"/>
                    <a:pt x="0" y="37"/>
                    <a:pt x="0" y="82"/>
                  </a:cubicBezTo>
                  <a:cubicBezTo>
                    <a:pt x="0" y="127"/>
                    <a:pt x="36" y="164"/>
                    <a:pt x="81" y="164"/>
                  </a:cubicBezTo>
                  <a:cubicBezTo>
                    <a:pt x="127" y="164"/>
                    <a:pt x="163" y="127"/>
                    <a:pt x="163" y="82"/>
                  </a:cubicBezTo>
                  <a:cubicBezTo>
                    <a:pt x="163" y="37"/>
                    <a:pt x="127" y="0"/>
                    <a:pt x="81" y="0"/>
                  </a:cubicBezTo>
                  <a:close/>
                  <a:moveTo>
                    <a:pt x="135" y="112"/>
                  </a:moveTo>
                  <a:cubicBezTo>
                    <a:pt x="135" y="112"/>
                    <a:pt x="135" y="112"/>
                    <a:pt x="135" y="112"/>
                  </a:cubicBezTo>
                  <a:cubicBezTo>
                    <a:pt x="133" y="115"/>
                    <a:pt x="132" y="114"/>
                    <a:pt x="130" y="113"/>
                  </a:cubicBezTo>
                  <a:cubicBezTo>
                    <a:pt x="92" y="94"/>
                    <a:pt x="92" y="94"/>
                    <a:pt x="92" y="94"/>
                  </a:cubicBezTo>
                  <a:cubicBezTo>
                    <a:pt x="90" y="95"/>
                    <a:pt x="89" y="96"/>
                    <a:pt x="88" y="96"/>
                  </a:cubicBezTo>
                  <a:cubicBezTo>
                    <a:pt x="88" y="101"/>
                    <a:pt x="88" y="101"/>
                    <a:pt x="88" y="101"/>
                  </a:cubicBezTo>
                  <a:cubicBezTo>
                    <a:pt x="88" y="104"/>
                    <a:pt x="84" y="107"/>
                    <a:pt x="81" y="107"/>
                  </a:cubicBezTo>
                  <a:cubicBezTo>
                    <a:pt x="81" y="107"/>
                    <a:pt x="81" y="107"/>
                    <a:pt x="81" y="107"/>
                  </a:cubicBezTo>
                  <a:cubicBezTo>
                    <a:pt x="78" y="107"/>
                    <a:pt x="72" y="104"/>
                    <a:pt x="72" y="101"/>
                  </a:cubicBezTo>
                  <a:cubicBezTo>
                    <a:pt x="73" y="96"/>
                    <a:pt x="73" y="96"/>
                    <a:pt x="73" y="96"/>
                  </a:cubicBezTo>
                  <a:cubicBezTo>
                    <a:pt x="68" y="93"/>
                    <a:pt x="65" y="88"/>
                    <a:pt x="65" y="82"/>
                  </a:cubicBezTo>
                  <a:cubicBezTo>
                    <a:pt x="65" y="82"/>
                    <a:pt x="65" y="82"/>
                    <a:pt x="65" y="81"/>
                  </a:cubicBezTo>
                  <a:cubicBezTo>
                    <a:pt x="63" y="80"/>
                    <a:pt x="63" y="80"/>
                    <a:pt x="63" y="80"/>
                  </a:cubicBezTo>
                  <a:cubicBezTo>
                    <a:pt x="60" y="79"/>
                    <a:pt x="61" y="74"/>
                    <a:pt x="63" y="72"/>
                  </a:cubicBezTo>
                  <a:cubicBezTo>
                    <a:pt x="63" y="71"/>
                    <a:pt x="63" y="71"/>
                    <a:pt x="63" y="71"/>
                  </a:cubicBezTo>
                  <a:cubicBezTo>
                    <a:pt x="64" y="69"/>
                    <a:pt x="68" y="65"/>
                    <a:pt x="70" y="66"/>
                  </a:cubicBezTo>
                  <a:cubicBezTo>
                    <a:pt x="73" y="68"/>
                    <a:pt x="73" y="68"/>
                    <a:pt x="73" y="68"/>
                  </a:cubicBezTo>
                  <a:cubicBezTo>
                    <a:pt x="74" y="68"/>
                    <a:pt x="74" y="67"/>
                    <a:pt x="75" y="67"/>
                  </a:cubicBezTo>
                  <a:cubicBezTo>
                    <a:pt x="77" y="41"/>
                    <a:pt x="77" y="41"/>
                    <a:pt x="77" y="41"/>
                  </a:cubicBezTo>
                  <a:cubicBezTo>
                    <a:pt x="77" y="40"/>
                    <a:pt x="77" y="39"/>
                    <a:pt x="78" y="38"/>
                  </a:cubicBezTo>
                  <a:cubicBezTo>
                    <a:pt x="79" y="28"/>
                    <a:pt x="79" y="28"/>
                    <a:pt x="79" y="28"/>
                  </a:cubicBezTo>
                  <a:cubicBezTo>
                    <a:pt x="79" y="26"/>
                    <a:pt x="79" y="25"/>
                    <a:pt x="82" y="25"/>
                  </a:cubicBezTo>
                  <a:cubicBezTo>
                    <a:pt x="82" y="25"/>
                    <a:pt x="82" y="25"/>
                    <a:pt x="82" y="25"/>
                  </a:cubicBezTo>
                  <a:cubicBezTo>
                    <a:pt x="85" y="25"/>
                    <a:pt x="85" y="25"/>
                    <a:pt x="85" y="28"/>
                  </a:cubicBezTo>
                  <a:cubicBezTo>
                    <a:pt x="88" y="68"/>
                    <a:pt x="88" y="68"/>
                    <a:pt x="88" y="68"/>
                  </a:cubicBezTo>
                  <a:cubicBezTo>
                    <a:pt x="94" y="70"/>
                    <a:pt x="97" y="76"/>
                    <a:pt x="97" y="82"/>
                  </a:cubicBezTo>
                  <a:cubicBezTo>
                    <a:pt x="97" y="82"/>
                    <a:pt x="97" y="82"/>
                    <a:pt x="97" y="82"/>
                  </a:cubicBezTo>
                  <a:cubicBezTo>
                    <a:pt x="133" y="107"/>
                    <a:pt x="133" y="107"/>
                    <a:pt x="133" y="107"/>
                  </a:cubicBezTo>
                  <a:cubicBezTo>
                    <a:pt x="135" y="108"/>
                    <a:pt x="136" y="110"/>
                    <a:pt x="135" y="1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537"/>
            <p:cNvSpPr>
              <a:spLocks/>
            </p:cNvSpPr>
            <p:nvPr/>
          </p:nvSpPr>
          <p:spPr bwMode="auto">
            <a:xfrm>
              <a:off x="2493963" y="2719388"/>
              <a:ext cx="192088" cy="166688"/>
            </a:xfrm>
            <a:custGeom>
              <a:avLst/>
              <a:gdLst>
                <a:gd name="T0" fmla="*/ 90 w 90"/>
                <a:gd name="T1" fmla="*/ 15 h 78"/>
                <a:gd name="T2" fmla="*/ 53 w 90"/>
                <a:gd name="T3" fmla="*/ 0 h 78"/>
                <a:gd name="T4" fmla="*/ 0 w 90"/>
                <a:gd name="T5" fmla="*/ 53 h 78"/>
                <a:gd name="T6" fmla="*/ 6 w 90"/>
                <a:gd name="T7" fmla="*/ 78 h 78"/>
                <a:gd name="T8" fmla="*/ 90 w 90"/>
                <a:gd name="T9" fmla="*/ 15 h 78"/>
              </a:gdLst>
              <a:ahLst/>
              <a:cxnLst>
                <a:cxn ang="0">
                  <a:pos x="T0" y="T1"/>
                </a:cxn>
                <a:cxn ang="0">
                  <a:pos x="T2" y="T3"/>
                </a:cxn>
                <a:cxn ang="0">
                  <a:pos x="T4" y="T5"/>
                </a:cxn>
                <a:cxn ang="0">
                  <a:pos x="T6" y="T7"/>
                </a:cxn>
                <a:cxn ang="0">
                  <a:pos x="T8" y="T9"/>
                </a:cxn>
              </a:cxnLst>
              <a:rect l="0" t="0" r="r" b="b"/>
              <a:pathLst>
                <a:path w="90" h="78">
                  <a:moveTo>
                    <a:pt x="90" y="15"/>
                  </a:moveTo>
                  <a:cubicBezTo>
                    <a:pt x="80" y="6"/>
                    <a:pt x="67" y="0"/>
                    <a:pt x="53" y="0"/>
                  </a:cubicBezTo>
                  <a:cubicBezTo>
                    <a:pt x="24" y="0"/>
                    <a:pt x="0" y="24"/>
                    <a:pt x="0" y="53"/>
                  </a:cubicBezTo>
                  <a:cubicBezTo>
                    <a:pt x="0" y="62"/>
                    <a:pt x="2" y="71"/>
                    <a:pt x="6" y="78"/>
                  </a:cubicBezTo>
                  <a:cubicBezTo>
                    <a:pt x="23" y="43"/>
                    <a:pt x="53" y="22"/>
                    <a:pt x="90"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538"/>
            <p:cNvSpPr>
              <a:spLocks/>
            </p:cNvSpPr>
            <p:nvPr/>
          </p:nvSpPr>
          <p:spPr bwMode="auto">
            <a:xfrm>
              <a:off x="2803526" y="2719388"/>
              <a:ext cx="195263" cy="177800"/>
            </a:xfrm>
            <a:custGeom>
              <a:avLst/>
              <a:gdLst>
                <a:gd name="T0" fmla="*/ 82 w 91"/>
                <a:gd name="T1" fmla="*/ 83 h 83"/>
                <a:gd name="T2" fmla="*/ 91 w 91"/>
                <a:gd name="T3" fmla="*/ 53 h 83"/>
                <a:gd name="T4" fmla="*/ 38 w 91"/>
                <a:gd name="T5" fmla="*/ 0 h 83"/>
                <a:gd name="T6" fmla="*/ 0 w 91"/>
                <a:gd name="T7" fmla="*/ 16 h 83"/>
                <a:gd name="T8" fmla="*/ 82 w 91"/>
                <a:gd name="T9" fmla="*/ 83 h 83"/>
              </a:gdLst>
              <a:ahLst/>
              <a:cxnLst>
                <a:cxn ang="0">
                  <a:pos x="T0" y="T1"/>
                </a:cxn>
                <a:cxn ang="0">
                  <a:pos x="T2" y="T3"/>
                </a:cxn>
                <a:cxn ang="0">
                  <a:pos x="T4" y="T5"/>
                </a:cxn>
                <a:cxn ang="0">
                  <a:pos x="T6" y="T7"/>
                </a:cxn>
                <a:cxn ang="0">
                  <a:pos x="T8" y="T9"/>
                </a:cxn>
              </a:cxnLst>
              <a:rect l="0" t="0" r="r" b="b"/>
              <a:pathLst>
                <a:path w="91" h="83">
                  <a:moveTo>
                    <a:pt x="82" y="83"/>
                  </a:moveTo>
                  <a:cubicBezTo>
                    <a:pt x="88" y="74"/>
                    <a:pt x="91" y="64"/>
                    <a:pt x="91" y="53"/>
                  </a:cubicBezTo>
                  <a:cubicBezTo>
                    <a:pt x="91" y="24"/>
                    <a:pt x="67" y="0"/>
                    <a:pt x="38" y="0"/>
                  </a:cubicBezTo>
                  <a:cubicBezTo>
                    <a:pt x="23" y="0"/>
                    <a:pt x="10" y="6"/>
                    <a:pt x="0" y="16"/>
                  </a:cubicBezTo>
                  <a:cubicBezTo>
                    <a:pt x="39" y="24"/>
                    <a:pt x="68" y="50"/>
                    <a:pt x="82"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35" name="Freeform 539"/>
          <p:cNvSpPr>
            <a:spLocks/>
          </p:cNvSpPr>
          <p:nvPr/>
        </p:nvSpPr>
        <p:spPr bwMode="auto">
          <a:xfrm>
            <a:off x="219870" y="1613989"/>
            <a:ext cx="284264" cy="353380"/>
          </a:xfrm>
          <a:custGeom>
            <a:avLst/>
            <a:gdLst>
              <a:gd name="T0" fmla="*/ 145 w 189"/>
              <a:gd name="T1" fmla="*/ 58 h 235"/>
              <a:gd name="T2" fmla="*/ 81 w 189"/>
              <a:gd name="T3" fmla="*/ 5 h 235"/>
              <a:gd name="T4" fmla="*/ 75 w 189"/>
              <a:gd name="T5" fmla="*/ 0 h 235"/>
              <a:gd name="T6" fmla="*/ 69 w 189"/>
              <a:gd name="T7" fmla="*/ 6 h 235"/>
              <a:gd name="T8" fmla="*/ 69 w 189"/>
              <a:gd name="T9" fmla="*/ 177 h 235"/>
              <a:gd name="T10" fmla="*/ 41 w 189"/>
              <a:gd name="T11" fmla="*/ 167 h 235"/>
              <a:gd name="T12" fmla="*/ 0 w 189"/>
              <a:gd name="T13" fmla="*/ 201 h 235"/>
              <a:gd name="T14" fmla="*/ 40 w 189"/>
              <a:gd name="T15" fmla="*/ 235 h 235"/>
              <a:gd name="T16" fmla="*/ 81 w 189"/>
              <a:gd name="T17" fmla="*/ 201 h 235"/>
              <a:gd name="T18" fmla="*/ 80 w 189"/>
              <a:gd name="T19" fmla="*/ 197 h 235"/>
              <a:gd name="T20" fmla="*/ 80 w 189"/>
              <a:gd name="T21" fmla="*/ 194 h 235"/>
              <a:gd name="T22" fmla="*/ 80 w 189"/>
              <a:gd name="T23" fmla="*/ 85 h 235"/>
              <a:gd name="T24" fmla="*/ 133 w 189"/>
              <a:gd name="T25" fmla="*/ 94 h 235"/>
              <a:gd name="T26" fmla="*/ 143 w 189"/>
              <a:gd name="T27" fmla="*/ 148 h 235"/>
              <a:gd name="T28" fmla="*/ 145 w 189"/>
              <a:gd name="T29" fmla="*/ 58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9" h="235">
                <a:moveTo>
                  <a:pt x="145" y="58"/>
                </a:moveTo>
                <a:cubicBezTo>
                  <a:pt x="81" y="5"/>
                  <a:pt x="81" y="5"/>
                  <a:pt x="81" y="5"/>
                </a:cubicBezTo>
                <a:cubicBezTo>
                  <a:pt x="80" y="3"/>
                  <a:pt x="78" y="0"/>
                  <a:pt x="75" y="0"/>
                </a:cubicBezTo>
                <a:cubicBezTo>
                  <a:pt x="72" y="0"/>
                  <a:pt x="69" y="3"/>
                  <a:pt x="69" y="6"/>
                </a:cubicBezTo>
                <a:cubicBezTo>
                  <a:pt x="69" y="177"/>
                  <a:pt x="69" y="177"/>
                  <a:pt x="69" y="177"/>
                </a:cubicBezTo>
                <a:cubicBezTo>
                  <a:pt x="60" y="171"/>
                  <a:pt x="52" y="167"/>
                  <a:pt x="41" y="167"/>
                </a:cubicBezTo>
                <a:cubicBezTo>
                  <a:pt x="18" y="167"/>
                  <a:pt x="0" y="182"/>
                  <a:pt x="0" y="201"/>
                </a:cubicBezTo>
                <a:cubicBezTo>
                  <a:pt x="0" y="220"/>
                  <a:pt x="18" y="235"/>
                  <a:pt x="40" y="235"/>
                </a:cubicBezTo>
                <a:cubicBezTo>
                  <a:pt x="63" y="235"/>
                  <a:pt x="81" y="220"/>
                  <a:pt x="81" y="201"/>
                </a:cubicBezTo>
                <a:cubicBezTo>
                  <a:pt x="81" y="200"/>
                  <a:pt x="80" y="198"/>
                  <a:pt x="80" y="197"/>
                </a:cubicBezTo>
                <a:cubicBezTo>
                  <a:pt x="80" y="196"/>
                  <a:pt x="80" y="195"/>
                  <a:pt x="80" y="194"/>
                </a:cubicBezTo>
                <a:cubicBezTo>
                  <a:pt x="80" y="85"/>
                  <a:pt x="80" y="85"/>
                  <a:pt x="80" y="85"/>
                </a:cubicBezTo>
                <a:cubicBezTo>
                  <a:pt x="84" y="85"/>
                  <a:pt x="120" y="85"/>
                  <a:pt x="133" y="94"/>
                </a:cubicBezTo>
                <a:cubicBezTo>
                  <a:pt x="148" y="105"/>
                  <a:pt x="143" y="148"/>
                  <a:pt x="143" y="148"/>
                </a:cubicBezTo>
                <a:cubicBezTo>
                  <a:pt x="189" y="98"/>
                  <a:pt x="145" y="58"/>
                  <a:pt x="145" y="58"/>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6" name="Freeform 540"/>
          <p:cNvSpPr>
            <a:spLocks/>
          </p:cNvSpPr>
          <p:nvPr/>
        </p:nvSpPr>
        <p:spPr bwMode="auto">
          <a:xfrm>
            <a:off x="658989" y="1613989"/>
            <a:ext cx="298756" cy="353380"/>
          </a:xfrm>
          <a:custGeom>
            <a:avLst/>
            <a:gdLst>
              <a:gd name="T0" fmla="*/ 199 w 199"/>
              <a:gd name="T1" fmla="*/ 46 h 235"/>
              <a:gd name="T2" fmla="*/ 199 w 199"/>
              <a:gd name="T3" fmla="*/ 5 h 235"/>
              <a:gd name="T4" fmla="*/ 194 w 199"/>
              <a:gd name="T5" fmla="*/ 1 h 235"/>
              <a:gd name="T6" fmla="*/ 68 w 199"/>
              <a:gd name="T7" fmla="*/ 21 h 235"/>
              <a:gd name="T8" fmla="*/ 63 w 199"/>
              <a:gd name="T9" fmla="*/ 27 h 235"/>
              <a:gd name="T10" fmla="*/ 63 w 199"/>
              <a:gd name="T11" fmla="*/ 27 h 235"/>
              <a:gd name="T12" fmla="*/ 63 w 199"/>
              <a:gd name="T13" fmla="*/ 82 h 235"/>
              <a:gd name="T14" fmla="*/ 63 w 199"/>
              <a:gd name="T15" fmla="*/ 182 h 235"/>
              <a:gd name="T16" fmla="*/ 37 w 199"/>
              <a:gd name="T17" fmla="*/ 173 h 235"/>
              <a:gd name="T18" fmla="*/ 0 w 199"/>
              <a:gd name="T19" fmla="*/ 204 h 235"/>
              <a:gd name="T20" fmla="*/ 37 w 199"/>
              <a:gd name="T21" fmla="*/ 235 h 235"/>
              <a:gd name="T22" fmla="*/ 73 w 199"/>
              <a:gd name="T23" fmla="*/ 204 h 235"/>
              <a:gd name="T24" fmla="*/ 73 w 199"/>
              <a:gd name="T25" fmla="*/ 200 h 235"/>
              <a:gd name="T26" fmla="*/ 73 w 199"/>
              <a:gd name="T27" fmla="*/ 198 h 235"/>
              <a:gd name="T28" fmla="*/ 73 w 199"/>
              <a:gd name="T29" fmla="*/ 99 h 235"/>
              <a:gd name="T30" fmla="*/ 73 w 199"/>
              <a:gd name="T31" fmla="*/ 99 h 235"/>
              <a:gd name="T32" fmla="*/ 73 w 199"/>
              <a:gd name="T33" fmla="*/ 85 h 235"/>
              <a:gd name="T34" fmla="*/ 188 w 199"/>
              <a:gd name="T35" fmla="*/ 66 h 235"/>
              <a:gd name="T36" fmla="*/ 188 w 199"/>
              <a:gd name="T37" fmla="*/ 164 h 235"/>
              <a:gd name="T38" fmla="*/ 162 w 199"/>
              <a:gd name="T39" fmla="*/ 155 h 235"/>
              <a:gd name="T40" fmla="*/ 125 w 199"/>
              <a:gd name="T41" fmla="*/ 186 h 235"/>
              <a:gd name="T42" fmla="*/ 162 w 199"/>
              <a:gd name="T43" fmla="*/ 217 h 235"/>
              <a:gd name="T44" fmla="*/ 199 w 199"/>
              <a:gd name="T45" fmla="*/ 186 h 235"/>
              <a:gd name="T46" fmla="*/ 199 w 199"/>
              <a:gd name="T47" fmla="*/ 182 h 235"/>
              <a:gd name="T48" fmla="*/ 199 w 199"/>
              <a:gd name="T49" fmla="*/ 180 h 235"/>
              <a:gd name="T50" fmla="*/ 199 w 199"/>
              <a:gd name="T51" fmla="*/ 80 h 235"/>
              <a:gd name="T52" fmla="*/ 199 w 199"/>
              <a:gd name="T53" fmla="*/ 80 h 235"/>
              <a:gd name="T54" fmla="*/ 199 w 199"/>
              <a:gd name="T55" fmla="*/ 46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9" h="235">
                <a:moveTo>
                  <a:pt x="199" y="46"/>
                </a:moveTo>
                <a:cubicBezTo>
                  <a:pt x="199" y="5"/>
                  <a:pt x="199" y="5"/>
                  <a:pt x="199" y="5"/>
                </a:cubicBezTo>
                <a:cubicBezTo>
                  <a:pt x="199" y="2"/>
                  <a:pt x="197" y="0"/>
                  <a:pt x="194" y="1"/>
                </a:cubicBezTo>
                <a:cubicBezTo>
                  <a:pt x="68" y="21"/>
                  <a:pt x="68" y="21"/>
                  <a:pt x="68" y="21"/>
                </a:cubicBezTo>
                <a:cubicBezTo>
                  <a:pt x="65" y="21"/>
                  <a:pt x="63" y="24"/>
                  <a:pt x="63" y="27"/>
                </a:cubicBezTo>
                <a:cubicBezTo>
                  <a:pt x="63" y="27"/>
                  <a:pt x="63" y="27"/>
                  <a:pt x="63" y="27"/>
                </a:cubicBezTo>
                <a:cubicBezTo>
                  <a:pt x="63" y="82"/>
                  <a:pt x="63" y="82"/>
                  <a:pt x="63" y="82"/>
                </a:cubicBezTo>
                <a:cubicBezTo>
                  <a:pt x="63" y="182"/>
                  <a:pt x="63" y="182"/>
                  <a:pt x="63" y="182"/>
                </a:cubicBezTo>
                <a:cubicBezTo>
                  <a:pt x="55" y="177"/>
                  <a:pt x="47" y="173"/>
                  <a:pt x="37" y="173"/>
                </a:cubicBezTo>
                <a:cubicBezTo>
                  <a:pt x="16" y="173"/>
                  <a:pt x="0" y="187"/>
                  <a:pt x="0" y="204"/>
                </a:cubicBezTo>
                <a:cubicBezTo>
                  <a:pt x="0" y="221"/>
                  <a:pt x="16" y="235"/>
                  <a:pt x="37" y="235"/>
                </a:cubicBezTo>
                <a:cubicBezTo>
                  <a:pt x="57" y="235"/>
                  <a:pt x="73" y="221"/>
                  <a:pt x="73" y="204"/>
                </a:cubicBezTo>
                <a:cubicBezTo>
                  <a:pt x="73" y="203"/>
                  <a:pt x="73" y="202"/>
                  <a:pt x="73" y="200"/>
                </a:cubicBezTo>
                <a:cubicBezTo>
                  <a:pt x="74" y="198"/>
                  <a:pt x="73" y="199"/>
                  <a:pt x="73" y="198"/>
                </a:cubicBezTo>
                <a:cubicBezTo>
                  <a:pt x="73" y="99"/>
                  <a:pt x="73" y="99"/>
                  <a:pt x="73" y="99"/>
                </a:cubicBezTo>
                <a:cubicBezTo>
                  <a:pt x="73" y="99"/>
                  <a:pt x="73" y="99"/>
                  <a:pt x="73" y="99"/>
                </a:cubicBezTo>
                <a:cubicBezTo>
                  <a:pt x="73" y="85"/>
                  <a:pt x="73" y="85"/>
                  <a:pt x="73" y="85"/>
                </a:cubicBezTo>
                <a:cubicBezTo>
                  <a:pt x="188" y="66"/>
                  <a:pt x="188" y="66"/>
                  <a:pt x="188" y="66"/>
                </a:cubicBezTo>
                <a:cubicBezTo>
                  <a:pt x="188" y="164"/>
                  <a:pt x="188" y="164"/>
                  <a:pt x="188" y="164"/>
                </a:cubicBezTo>
                <a:cubicBezTo>
                  <a:pt x="181" y="158"/>
                  <a:pt x="172" y="155"/>
                  <a:pt x="162" y="155"/>
                </a:cubicBezTo>
                <a:cubicBezTo>
                  <a:pt x="142" y="155"/>
                  <a:pt x="125" y="169"/>
                  <a:pt x="125" y="186"/>
                </a:cubicBezTo>
                <a:cubicBezTo>
                  <a:pt x="125" y="203"/>
                  <a:pt x="142" y="217"/>
                  <a:pt x="162" y="217"/>
                </a:cubicBezTo>
                <a:cubicBezTo>
                  <a:pt x="183" y="217"/>
                  <a:pt x="199" y="203"/>
                  <a:pt x="199" y="186"/>
                </a:cubicBezTo>
                <a:cubicBezTo>
                  <a:pt x="199" y="184"/>
                  <a:pt x="199" y="184"/>
                  <a:pt x="199" y="182"/>
                </a:cubicBezTo>
                <a:cubicBezTo>
                  <a:pt x="199" y="180"/>
                  <a:pt x="199" y="180"/>
                  <a:pt x="199" y="180"/>
                </a:cubicBezTo>
                <a:cubicBezTo>
                  <a:pt x="199" y="80"/>
                  <a:pt x="199" y="80"/>
                  <a:pt x="199" y="80"/>
                </a:cubicBezTo>
                <a:cubicBezTo>
                  <a:pt x="199" y="80"/>
                  <a:pt x="199" y="80"/>
                  <a:pt x="199" y="80"/>
                </a:cubicBezTo>
                <a:lnTo>
                  <a:pt x="199" y="46"/>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7" name="Freeform 541"/>
          <p:cNvSpPr>
            <a:spLocks/>
          </p:cNvSpPr>
          <p:nvPr/>
        </p:nvSpPr>
        <p:spPr bwMode="auto">
          <a:xfrm>
            <a:off x="1112600" y="1642416"/>
            <a:ext cx="334428" cy="296526"/>
          </a:xfrm>
          <a:custGeom>
            <a:avLst/>
            <a:gdLst>
              <a:gd name="T0" fmla="*/ 216 w 222"/>
              <a:gd name="T1" fmla="*/ 117 h 197"/>
              <a:gd name="T2" fmla="*/ 216 w 222"/>
              <a:gd name="T3" fmla="*/ 92 h 197"/>
              <a:gd name="T4" fmla="*/ 201 w 222"/>
              <a:gd name="T5" fmla="*/ 79 h 197"/>
              <a:gd name="T6" fmla="*/ 202 w 222"/>
              <a:gd name="T7" fmla="*/ 43 h 197"/>
              <a:gd name="T8" fmla="*/ 109 w 222"/>
              <a:gd name="T9" fmla="*/ 0 h 197"/>
              <a:gd name="T10" fmla="*/ 20 w 222"/>
              <a:gd name="T11" fmla="*/ 43 h 197"/>
              <a:gd name="T12" fmla="*/ 21 w 222"/>
              <a:gd name="T13" fmla="*/ 79 h 197"/>
              <a:gd name="T14" fmla="*/ 6 w 222"/>
              <a:gd name="T15" fmla="*/ 92 h 197"/>
              <a:gd name="T16" fmla="*/ 6 w 222"/>
              <a:gd name="T17" fmla="*/ 117 h 197"/>
              <a:gd name="T18" fmla="*/ 0 w 222"/>
              <a:gd name="T19" fmla="*/ 123 h 197"/>
              <a:gd name="T20" fmla="*/ 5 w 222"/>
              <a:gd name="T21" fmla="*/ 179 h 197"/>
              <a:gd name="T22" fmla="*/ 20 w 222"/>
              <a:gd name="T23" fmla="*/ 172 h 197"/>
              <a:gd name="T24" fmla="*/ 20 w 222"/>
              <a:gd name="T25" fmla="*/ 168 h 197"/>
              <a:gd name="T26" fmla="*/ 30 w 222"/>
              <a:gd name="T27" fmla="*/ 194 h 197"/>
              <a:gd name="T28" fmla="*/ 42 w 222"/>
              <a:gd name="T29" fmla="*/ 197 h 197"/>
              <a:gd name="T30" fmla="*/ 60 w 222"/>
              <a:gd name="T31" fmla="*/ 187 h 197"/>
              <a:gd name="T32" fmla="*/ 55 w 222"/>
              <a:gd name="T33" fmla="*/ 99 h 197"/>
              <a:gd name="T34" fmla="*/ 37 w 222"/>
              <a:gd name="T35" fmla="*/ 105 h 197"/>
              <a:gd name="T36" fmla="*/ 20 w 222"/>
              <a:gd name="T37" fmla="*/ 114 h 197"/>
              <a:gd name="T38" fmla="*/ 20 w 222"/>
              <a:gd name="T39" fmla="*/ 129 h 197"/>
              <a:gd name="T40" fmla="*/ 15 w 222"/>
              <a:gd name="T41" fmla="*/ 117 h 197"/>
              <a:gd name="T42" fmla="*/ 11 w 222"/>
              <a:gd name="T43" fmla="*/ 93 h 197"/>
              <a:gd name="T44" fmla="*/ 33 w 222"/>
              <a:gd name="T45" fmla="*/ 79 h 197"/>
              <a:gd name="T46" fmla="*/ 109 w 222"/>
              <a:gd name="T47" fmla="*/ 16 h 197"/>
              <a:gd name="T48" fmla="*/ 189 w 222"/>
              <a:gd name="T49" fmla="*/ 79 h 197"/>
              <a:gd name="T50" fmla="*/ 211 w 222"/>
              <a:gd name="T51" fmla="*/ 93 h 197"/>
              <a:gd name="T52" fmla="*/ 207 w 222"/>
              <a:gd name="T53" fmla="*/ 117 h 197"/>
              <a:gd name="T54" fmla="*/ 202 w 222"/>
              <a:gd name="T55" fmla="*/ 129 h 197"/>
              <a:gd name="T56" fmla="*/ 202 w 222"/>
              <a:gd name="T57" fmla="*/ 114 h 197"/>
              <a:gd name="T58" fmla="*/ 185 w 222"/>
              <a:gd name="T59" fmla="*/ 105 h 197"/>
              <a:gd name="T60" fmla="*/ 167 w 222"/>
              <a:gd name="T61" fmla="*/ 99 h 197"/>
              <a:gd name="T62" fmla="*/ 162 w 222"/>
              <a:gd name="T63" fmla="*/ 187 h 197"/>
              <a:gd name="T64" fmla="*/ 180 w 222"/>
              <a:gd name="T65" fmla="*/ 197 h 197"/>
              <a:gd name="T66" fmla="*/ 192 w 222"/>
              <a:gd name="T67" fmla="*/ 194 h 197"/>
              <a:gd name="T68" fmla="*/ 202 w 222"/>
              <a:gd name="T69" fmla="*/ 168 h 197"/>
              <a:gd name="T70" fmla="*/ 202 w 222"/>
              <a:gd name="T71" fmla="*/ 172 h 197"/>
              <a:gd name="T72" fmla="*/ 217 w 222"/>
              <a:gd name="T73" fmla="*/ 179 h 197"/>
              <a:gd name="T74" fmla="*/ 222 w 222"/>
              <a:gd name="T75" fmla="*/ 123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22" h="197">
                <a:moveTo>
                  <a:pt x="217" y="117"/>
                </a:moveTo>
                <a:cubicBezTo>
                  <a:pt x="216" y="117"/>
                  <a:pt x="216" y="117"/>
                  <a:pt x="216" y="117"/>
                </a:cubicBezTo>
                <a:cubicBezTo>
                  <a:pt x="216" y="92"/>
                  <a:pt x="216" y="92"/>
                  <a:pt x="216" y="92"/>
                </a:cubicBezTo>
                <a:cubicBezTo>
                  <a:pt x="216" y="92"/>
                  <a:pt x="216" y="92"/>
                  <a:pt x="216" y="92"/>
                </a:cubicBezTo>
                <a:cubicBezTo>
                  <a:pt x="217" y="91"/>
                  <a:pt x="217" y="91"/>
                  <a:pt x="217" y="91"/>
                </a:cubicBezTo>
                <a:cubicBezTo>
                  <a:pt x="201" y="79"/>
                  <a:pt x="201" y="79"/>
                  <a:pt x="201" y="79"/>
                </a:cubicBezTo>
                <a:cubicBezTo>
                  <a:pt x="202" y="79"/>
                  <a:pt x="202" y="79"/>
                  <a:pt x="202" y="79"/>
                </a:cubicBezTo>
                <a:cubicBezTo>
                  <a:pt x="202" y="43"/>
                  <a:pt x="202" y="43"/>
                  <a:pt x="202" y="43"/>
                </a:cubicBezTo>
                <a:cubicBezTo>
                  <a:pt x="190" y="43"/>
                  <a:pt x="190" y="43"/>
                  <a:pt x="190" y="43"/>
                </a:cubicBezTo>
                <a:cubicBezTo>
                  <a:pt x="179" y="18"/>
                  <a:pt x="147" y="0"/>
                  <a:pt x="109" y="0"/>
                </a:cubicBezTo>
                <a:cubicBezTo>
                  <a:pt x="72" y="0"/>
                  <a:pt x="40" y="18"/>
                  <a:pt x="28" y="43"/>
                </a:cubicBezTo>
                <a:cubicBezTo>
                  <a:pt x="20" y="43"/>
                  <a:pt x="20" y="43"/>
                  <a:pt x="20" y="43"/>
                </a:cubicBezTo>
                <a:cubicBezTo>
                  <a:pt x="20" y="79"/>
                  <a:pt x="20" y="79"/>
                  <a:pt x="20" y="79"/>
                </a:cubicBezTo>
                <a:cubicBezTo>
                  <a:pt x="21" y="79"/>
                  <a:pt x="21" y="79"/>
                  <a:pt x="21" y="79"/>
                </a:cubicBezTo>
                <a:cubicBezTo>
                  <a:pt x="5" y="91"/>
                  <a:pt x="5" y="91"/>
                  <a:pt x="5" y="91"/>
                </a:cubicBezTo>
                <a:cubicBezTo>
                  <a:pt x="6" y="92"/>
                  <a:pt x="6" y="92"/>
                  <a:pt x="6" y="92"/>
                </a:cubicBezTo>
                <a:cubicBezTo>
                  <a:pt x="6" y="92"/>
                  <a:pt x="6" y="92"/>
                  <a:pt x="6" y="92"/>
                </a:cubicBezTo>
                <a:cubicBezTo>
                  <a:pt x="6" y="117"/>
                  <a:pt x="6" y="117"/>
                  <a:pt x="6" y="117"/>
                </a:cubicBezTo>
                <a:cubicBezTo>
                  <a:pt x="5" y="117"/>
                  <a:pt x="5" y="117"/>
                  <a:pt x="5" y="117"/>
                </a:cubicBezTo>
                <a:cubicBezTo>
                  <a:pt x="2" y="117"/>
                  <a:pt x="0" y="120"/>
                  <a:pt x="0" y="123"/>
                </a:cubicBezTo>
                <a:cubicBezTo>
                  <a:pt x="0" y="172"/>
                  <a:pt x="0" y="172"/>
                  <a:pt x="0" y="172"/>
                </a:cubicBezTo>
                <a:cubicBezTo>
                  <a:pt x="0" y="176"/>
                  <a:pt x="2" y="179"/>
                  <a:pt x="5" y="179"/>
                </a:cubicBezTo>
                <a:cubicBezTo>
                  <a:pt x="15" y="179"/>
                  <a:pt x="15" y="179"/>
                  <a:pt x="15" y="179"/>
                </a:cubicBezTo>
                <a:cubicBezTo>
                  <a:pt x="17" y="179"/>
                  <a:pt x="20" y="176"/>
                  <a:pt x="20" y="172"/>
                </a:cubicBezTo>
                <a:cubicBezTo>
                  <a:pt x="20" y="168"/>
                  <a:pt x="20" y="168"/>
                  <a:pt x="20" y="168"/>
                </a:cubicBezTo>
                <a:cubicBezTo>
                  <a:pt x="20" y="168"/>
                  <a:pt x="20" y="168"/>
                  <a:pt x="20" y="168"/>
                </a:cubicBezTo>
                <a:cubicBezTo>
                  <a:pt x="20" y="184"/>
                  <a:pt x="20" y="184"/>
                  <a:pt x="20" y="184"/>
                </a:cubicBezTo>
                <a:cubicBezTo>
                  <a:pt x="20" y="189"/>
                  <a:pt x="25" y="194"/>
                  <a:pt x="30" y="194"/>
                </a:cubicBezTo>
                <a:cubicBezTo>
                  <a:pt x="38" y="194"/>
                  <a:pt x="38" y="194"/>
                  <a:pt x="38" y="194"/>
                </a:cubicBezTo>
                <a:cubicBezTo>
                  <a:pt x="39" y="195"/>
                  <a:pt x="40" y="197"/>
                  <a:pt x="42" y="197"/>
                </a:cubicBezTo>
                <a:cubicBezTo>
                  <a:pt x="55" y="197"/>
                  <a:pt x="55" y="197"/>
                  <a:pt x="55" y="197"/>
                </a:cubicBezTo>
                <a:cubicBezTo>
                  <a:pt x="58" y="197"/>
                  <a:pt x="60" y="192"/>
                  <a:pt x="60" y="187"/>
                </a:cubicBezTo>
                <a:cubicBezTo>
                  <a:pt x="60" y="109"/>
                  <a:pt x="60" y="109"/>
                  <a:pt x="60" y="109"/>
                </a:cubicBezTo>
                <a:cubicBezTo>
                  <a:pt x="60" y="104"/>
                  <a:pt x="58" y="99"/>
                  <a:pt x="55" y="99"/>
                </a:cubicBezTo>
                <a:cubicBezTo>
                  <a:pt x="42" y="99"/>
                  <a:pt x="42" y="99"/>
                  <a:pt x="42" y="99"/>
                </a:cubicBezTo>
                <a:cubicBezTo>
                  <a:pt x="40" y="99"/>
                  <a:pt x="38" y="103"/>
                  <a:pt x="37" y="105"/>
                </a:cubicBezTo>
                <a:cubicBezTo>
                  <a:pt x="30" y="105"/>
                  <a:pt x="30" y="105"/>
                  <a:pt x="30" y="105"/>
                </a:cubicBezTo>
                <a:cubicBezTo>
                  <a:pt x="25" y="105"/>
                  <a:pt x="20" y="109"/>
                  <a:pt x="20" y="114"/>
                </a:cubicBezTo>
                <a:cubicBezTo>
                  <a:pt x="20" y="129"/>
                  <a:pt x="20" y="129"/>
                  <a:pt x="20" y="129"/>
                </a:cubicBezTo>
                <a:cubicBezTo>
                  <a:pt x="20" y="129"/>
                  <a:pt x="20" y="129"/>
                  <a:pt x="20" y="129"/>
                </a:cubicBezTo>
                <a:cubicBezTo>
                  <a:pt x="20" y="123"/>
                  <a:pt x="20" y="123"/>
                  <a:pt x="20" y="123"/>
                </a:cubicBezTo>
                <a:cubicBezTo>
                  <a:pt x="20" y="120"/>
                  <a:pt x="17" y="117"/>
                  <a:pt x="15" y="117"/>
                </a:cubicBezTo>
                <a:cubicBezTo>
                  <a:pt x="11" y="117"/>
                  <a:pt x="11" y="117"/>
                  <a:pt x="11" y="117"/>
                </a:cubicBezTo>
                <a:cubicBezTo>
                  <a:pt x="11" y="93"/>
                  <a:pt x="11" y="93"/>
                  <a:pt x="11" y="93"/>
                </a:cubicBezTo>
                <a:cubicBezTo>
                  <a:pt x="32" y="79"/>
                  <a:pt x="32" y="79"/>
                  <a:pt x="32" y="79"/>
                </a:cubicBezTo>
                <a:cubicBezTo>
                  <a:pt x="33" y="79"/>
                  <a:pt x="33" y="79"/>
                  <a:pt x="33" y="79"/>
                </a:cubicBezTo>
                <a:cubicBezTo>
                  <a:pt x="33" y="51"/>
                  <a:pt x="33" y="51"/>
                  <a:pt x="33" y="51"/>
                </a:cubicBezTo>
                <a:cubicBezTo>
                  <a:pt x="47" y="30"/>
                  <a:pt x="76" y="16"/>
                  <a:pt x="109" y="16"/>
                </a:cubicBezTo>
                <a:cubicBezTo>
                  <a:pt x="146" y="16"/>
                  <a:pt x="177" y="33"/>
                  <a:pt x="189" y="57"/>
                </a:cubicBezTo>
                <a:cubicBezTo>
                  <a:pt x="189" y="79"/>
                  <a:pt x="189" y="79"/>
                  <a:pt x="189" y="79"/>
                </a:cubicBezTo>
                <a:cubicBezTo>
                  <a:pt x="190" y="79"/>
                  <a:pt x="190" y="79"/>
                  <a:pt x="190" y="79"/>
                </a:cubicBezTo>
                <a:cubicBezTo>
                  <a:pt x="211" y="93"/>
                  <a:pt x="211" y="93"/>
                  <a:pt x="211" y="93"/>
                </a:cubicBezTo>
                <a:cubicBezTo>
                  <a:pt x="211" y="117"/>
                  <a:pt x="211" y="117"/>
                  <a:pt x="211" y="117"/>
                </a:cubicBezTo>
                <a:cubicBezTo>
                  <a:pt x="207" y="117"/>
                  <a:pt x="207" y="117"/>
                  <a:pt x="207" y="117"/>
                </a:cubicBezTo>
                <a:cubicBezTo>
                  <a:pt x="205" y="117"/>
                  <a:pt x="202" y="120"/>
                  <a:pt x="202" y="123"/>
                </a:cubicBezTo>
                <a:cubicBezTo>
                  <a:pt x="202" y="129"/>
                  <a:pt x="202" y="129"/>
                  <a:pt x="202" y="129"/>
                </a:cubicBezTo>
                <a:cubicBezTo>
                  <a:pt x="202" y="129"/>
                  <a:pt x="202" y="129"/>
                  <a:pt x="202" y="129"/>
                </a:cubicBezTo>
                <a:cubicBezTo>
                  <a:pt x="202" y="114"/>
                  <a:pt x="202" y="114"/>
                  <a:pt x="202" y="114"/>
                </a:cubicBezTo>
                <a:cubicBezTo>
                  <a:pt x="202" y="109"/>
                  <a:pt x="197" y="105"/>
                  <a:pt x="192" y="105"/>
                </a:cubicBezTo>
                <a:cubicBezTo>
                  <a:pt x="185" y="105"/>
                  <a:pt x="185" y="105"/>
                  <a:pt x="185" y="105"/>
                </a:cubicBezTo>
                <a:cubicBezTo>
                  <a:pt x="184" y="103"/>
                  <a:pt x="182" y="99"/>
                  <a:pt x="180" y="99"/>
                </a:cubicBezTo>
                <a:cubicBezTo>
                  <a:pt x="167" y="99"/>
                  <a:pt x="167" y="99"/>
                  <a:pt x="167" y="99"/>
                </a:cubicBezTo>
                <a:cubicBezTo>
                  <a:pt x="164" y="99"/>
                  <a:pt x="162" y="104"/>
                  <a:pt x="162" y="109"/>
                </a:cubicBezTo>
                <a:cubicBezTo>
                  <a:pt x="162" y="187"/>
                  <a:pt x="162" y="187"/>
                  <a:pt x="162" y="187"/>
                </a:cubicBezTo>
                <a:cubicBezTo>
                  <a:pt x="162" y="192"/>
                  <a:pt x="164" y="197"/>
                  <a:pt x="167" y="197"/>
                </a:cubicBezTo>
                <a:cubicBezTo>
                  <a:pt x="180" y="197"/>
                  <a:pt x="180" y="197"/>
                  <a:pt x="180" y="197"/>
                </a:cubicBezTo>
                <a:cubicBezTo>
                  <a:pt x="182" y="197"/>
                  <a:pt x="183" y="195"/>
                  <a:pt x="184" y="194"/>
                </a:cubicBezTo>
                <a:cubicBezTo>
                  <a:pt x="192" y="194"/>
                  <a:pt x="192" y="194"/>
                  <a:pt x="192" y="194"/>
                </a:cubicBezTo>
                <a:cubicBezTo>
                  <a:pt x="197" y="194"/>
                  <a:pt x="202" y="189"/>
                  <a:pt x="202" y="184"/>
                </a:cubicBezTo>
                <a:cubicBezTo>
                  <a:pt x="202" y="168"/>
                  <a:pt x="202" y="168"/>
                  <a:pt x="202" y="168"/>
                </a:cubicBezTo>
                <a:cubicBezTo>
                  <a:pt x="202" y="168"/>
                  <a:pt x="202" y="168"/>
                  <a:pt x="202" y="168"/>
                </a:cubicBezTo>
                <a:cubicBezTo>
                  <a:pt x="202" y="172"/>
                  <a:pt x="202" y="172"/>
                  <a:pt x="202" y="172"/>
                </a:cubicBezTo>
                <a:cubicBezTo>
                  <a:pt x="202" y="176"/>
                  <a:pt x="205" y="179"/>
                  <a:pt x="207" y="179"/>
                </a:cubicBezTo>
                <a:cubicBezTo>
                  <a:pt x="217" y="179"/>
                  <a:pt x="217" y="179"/>
                  <a:pt x="217" y="179"/>
                </a:cubicBezTo>
                <a:cubicBezTo>
                  <a:pt x="220" y="179"/>
                  <a:pt x="222" y="176"/>
                  <a:pt x="222" y="172"/>
                </a:cubicBezTo>
                <a:cubicBezTo>
                  <a:pt x="222" y="123"/>
                  <a:pt x="222" y="123"/>
                  <a:pt x="222" y="123"/>
                </a:cubicBezTo>
                <a:cubicBezTo>
                  <a:pt x="222" y="120"/>
                  <a:pt x="220" y="117"/>
                  <a:pt x="217" y="117"/>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38" name="组合 37"/>
          <p:cNvGrpSpPr/>
          <p:nvPr/>
        </p:nvGrpSpPr>
        <p:grpSpPr>
          <a:xfrm>
            <a:off x="1601883" y="1597268"/>
            <a:ext cx="188395" cy="386822"/>
            <a:chOff x="3597276" y="3690938"/>
            <a:chExt cx="268288" cy="550862"/>
          </a:xfrm>
          <a:solidFill>
            <a:srgbClr val="707E84"/>
          </a:solidFill>
        </p:grpSpPr>
        <p:sp>
          <p:nvSpPr>
            <p:cNvPr id="39" name="Freeform 542"/>
            <p:cNvSpPr>
              <a:spLocks/>
            </p:cNvSpPr>
            <p:nvPr/>
          </p:nvSpPr>
          <p:spPr bwMode="auto">
            <a:xfrm>
              <a:off x="3660776" y="3690938"/>
              <a:ext cx="141288" cy="342900"/>
            </a:xfrm>
            <a:custGeom>
              <a:avLst/>
              <a:gdLst>
                <a:gd name="T0" fmla="*/ 33 w 66"/>
                <a:gd name="T1" fmla="*/ 160 h 160"/>
                <a:gd name="T2" fmla="*/ 65 w 66"/>
                <a:gd name="T3" fmla="*/ 136 h 160"/>
                <a:gd name="T4" fmla="*/ 65 w 66"/>
                <a:gd name="T5" fmla="*/ 133 h 160"/>
                <a:gd name="T6" fmla="*/ 65 w 66"/>
                <a:gd name="T7" fmla="*/ 28 h 160"/>
                <a:gd name="T8" fmla="*/ 65 w 66"/>
                <a:gd name="T9" fmla="*/ 28 h 160"/>
                <a:gd name="T10" fmla="*/ 65 w 66"/>
                <a:gd name="T11" fmla="*/ 27 h 160"/>
                <a:gd name="T12" fmla="*/ 65 w 66"/>
                <a:gd name="T13" fmla="*/ 27 h 160"/>
                <a:gd name="T14" fmla="*/ 33 w 66"/>
                <a:gd name="T15" fmla="*/ 0 h 160"/>
                <a:gd name="T16" fmla="*/ 0 w 66"/>
                <a:gd name="T17" fmla="*/ 27 h 160"/>
                <a:gd name="T18" fmla="*/ 0 w 66"/>
                <a:gd name="T19" fmla="*/ 27 h 160"/>
                <a:gd name="T20" fmla="*/ 0 w 66"/>
                <a:gd name="T21" fmla="*/ 28 h 160"/>
                <a:gd name="T22" fmla="*/ 0 w 66"/>
                <a:gd name="T23" fmla="*/ 28 h 160"/>
                <a:gd name="T24" fmla="*/ 0 w 66"/>
                <a:gd name="T25" fmla="*/ 133 h 160"/>
                <a:gd name="T26" fmla="*/ 0 w 66"/>
                <a:gd name="T27" fmla="*/ 136 h 160"/>
                <a:gd name="T28" fmla="*/ 33 w 66"/>
                <a:gd name="T29" fmla="*/ 16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6" h="160">
                  <a:moveTo>
                    <a:pt x="33" y="160"/>
                  </a:moveTo>
                  <a:cubicBezTo>
                    <a:pt x="50" y="160"/>
                    <a:pt x="63" y="149"/>
                    <a:pt x="65" y="136"/>
                  </a:cubicBezTo>
                  <a:cubicBezTo>
                    <a:pt x="66" y="135"/>
                    <a:pt x="65" y="134"/>
                    <a:pt x="65" y="133"/>
                  </a:cubicBezTo>
                  <a:cubicBezTo>
                    <a:pt x="65" y="28"/>
                    <a:pt x="65" y="28"/>
                    <a:pt x="65" y="28"/>
                  </a:cubicBezTo>
                  <a:cubicBezTo>
                    <a:pt x="65" y="28"/>
                    <a:pt x="65" y="28"/>
                    <a:pt x="65" y="28"/>
                  </a:cubicBezTo>
                  <a:cubicBezTo>
                    <a:pt x="65" y="27"/>
                    <a:pt x="65" y="27"/>
                    <a:pt x="65" y="27"/>
                  </a:cubicBezTo>
                  <a:cubicBezTo>
                    <a:pt x="65" y="27"/>
                    <a:pt x="65" y="27"/>
                    <a:pt x="65" y="27"/>
                  </a:cubicBezTo>
                  <a:cubicBezTo>
                    <a:pt x="64" y="12"/>
                    <a:pt x="51" y="0"/>
                    <a:pt x="33" y="0"/>
                  </a:cubicBezTo>
                  <a:cubicBezTo>
                    <a:pt x="16" y="0"/>
                    <a:pt x="1" y="12"/>
                    <a:pt x="0" y="27"/>
                  </a:cubicBezTo>
                  <a:cubicBezTo>
                    <a:pt x="0" y="27"/>
                    <a:pt x="0" y="27"/>
                    <a:pt x="0" y="27"/>
                  </a:cubicBezTo>
                  <a:cubicBezTo>
                    <a:pt x="0" y="27"/>
                    <a:pt x="0" y="27"/>
                    <a:pt x="0" y="28"/>
                  </a:cubicBezTo>
                  <a:cubicBezTo>
                    <a:pt x="0" y="28"/>
                    <a:pt x="0" y="28"/>
                    <a:pt x="0" y="28"/>
                  </a:cubicBezTo>
                  <a:cubicBezTo>
                    <a:pt x="0" y="133"/>
                    <a:pt x="0" y="133"/>
                    <a:pt x="0" y="133"/>
                  </a:cubicBezTo>
                  <a:cubicBezTo>
                    <a:pt x="0" y="134"/>
                    <a:pt x="0" y="135"/>
                    <a:pt x="0" y="136"/>
                  </a:cubicBezTo>
                  <a:cubicBezTo>
                    <a:pt x="3" y="149"/>
                    <a:pt x="17" y="160"/>
                    <a:pt x="33" y="1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543"/>
            <p:cNvSpPr>
              <a:spLocks/>
            </p:cNvSpPr>
            <p:nvPr/>
          </p:nvSpPr>
          <p:spPr bwMode="auto">
            <a:xfrm>
              <a:off x="3597276" y="3813175"/>
              <a:ext cx="268288" cy="428625"/>
            </a:xfrm>
            <a:custGeom>
              <a:avLst/>
              <a:gdLst>
                <a:gd name="T0" fmla="*/ 124 w 125"/>
                <a:gd name="T1" fmla="*/ 86 h 200"/>
                <a:gd name="T2" fmla="*/ 125 w 125"/>
                <a:gd name="T3" fmla="*/ 80 h 200"/>
                <a:gd name="T4" fmla="*/ 125 w 125"/>
                <a:gd name="T5" fmla="*/ 0 h 200"/>
                <a:gd name="T6" fmla="*/ 110 w 125"/>
                <a:gd name="T7" fmla="*/ 0 h 200"/>
                <a:gd name="T8" fmla="*/ 109 w 125"/>
                <a:gd name="T9" fmla="*/ 75 h 200"/>
                <a:gd name="T10" fmla="*/ 109 w 125"/>
                <a:gd name="T11" fmla="*/ 80 h 200"/>
                <a:gd name="T12" fmla="*/ 63 w 125"/>
                <a:gd name="T13" fmla="*/ 119 h 200"/>
                <a:gd name="T14" fmla="*/ 16 w 125"/>
                <a:gd name="T15" fmla="*/ 80 h 200"/>
                <a:gd name="T16" fmla="*/ 16 w 125"/>
                <a:gd name="T17" fmla="*/ 75 h 200"/>
                <a:gd name="T18" fmla="*/ 15 w 125"/>
                <a:gd name="T19" fmla="*/ 0 h 200"/>
                <a:gd name="T20" fmla="*/ 1 w 125"/>
                <a:gd name="T21" fmla="*/ 0 h 200"/>
                <a:gd name="T22" fmla="*/ 1 w 125"/>
                <a:gd name="T23" fmla="*/ 80 h 200"/>
                <a:gd name="T24" fmla="*/ 1 w 125"/>
                <a:gd name="T25" fmla="*/ 86 h 200"/>
                <a:gd name="T26" fmla="*/ 50 w 125"/>
                <a:gd name="T27" fmla="*/ 137 h 200"/>
                <a:gd name="T28" fmla="*/ 50 w 125"/>
                <a:gd name="T29" fmla="*/ 176 h 200"/>
                <a:gd name="T30" fmla="*/ 11 w 125"/>
                <a:gd name="T31" fmla="*/ 176 h 200"/>
                <a:gd name="T32" fmla="*/ 3 w 125"/>
                <a:gd name="T33" fmla="*/ 184 h 200"/>
                <a:gd name="T34" fmla="*/ 3 w 125"/>
                <a:gd name="T35" fmla="*/ 200 h 200"/>
                <a:gd name="T36" fmla="*/ 123 w 125"/>
                <a:gd name="T37" fmla="*/ 200 h 200"/>
                <a:gd name="T38" fmla="*/ 123 w 125"/>
                <a:gd name="T39" fmla="*/ 184 h 200"/>
                <a:gd name="T40" fmla="*/ 114 w 125"/>
                <a:gd name="T41" fmla="*/ 176 h 200"/>
                <a:gd name="T42" fmla="*/ 73 w 125"/>
                <a:gd name="T43" fmla="*/ 176 h 200"/>
                <a:gd name="T44" fmla="*/ 73 w 125"/>
                <a:gd name="T45" fmla="*/ 137 h 200"/>
                <a:gd name="T46" fmla="*/ 124 w 125"/>
                <a:gd name="T47" fmla="*/ 86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5" h="200">
                  <a:moveTo>
                    <a:pt x="124" y="86"/>
                  </a:moveTo>
                  <a:cubicBezTo>
                    <a:pt x="124" y="84"/>
                    <a:pt x="125" y="82"/>
                    <a:pt x="125" y="80"/>
                  </a:cubicBezTo>
                  <a:cubicBezTo>
                    <a:pt x="125" y="0"/>
                    <a:pt x="125" y="0"/>
                    <a:pt x="125" y="0"/>
                  </a:cubicBezTo>
                  <a:cubicBezTo>
                    <a:pt x="110" y="0"/>
                    <a:pt x="110" y="0"/>
                    <a:pt x="110" y="0"/>
                  </a:cubicBezTo>
                  <a:cubicBezTo>
                    <a:pt x="109" y="75"/>
                    <a:pt x="109" y="75"/>
                    <a:pt x="109" y="75"/>
                  </a:cubicBezTo>
                  <a:cubicBezTo>
                    <a:pt x="109" y="76"/>
                    <a:pt x="109" y="78"/>
                    <a:pt x="109" y="80"/>
                  </a:cubicBezTo>
                  <a:cubicBezTo>
                    <a:pt x="106" y="102"/>
                    <a:pt x="86" y="119"/>
                    <a:pt x="63" y="119"/>
                  </a:cubicBezTo>
                  <a:cubicBezTo>
                    <a:pt x="39" y="119"/>
                    <a:pt x="20" y="102"/>
                    <a:pt x="16" y="80"/>
                  </a:cubicBezTo>
                  <a:cubicBezTo>
                    <a:pt x="16" y="78"/>
                    <a:pt x="16" y="77"/>
                    <a:pt x="16" y="75"/>
                  </a:cubicBezTo>
                  <a:cubicBezTo>
                    <a:pt x="15" y="0"/>
                    <a:pt x="15" y="0"/>
                    <a:pt x="15" y="0"/>
                  </a:cubicBezTo>
                  <a:cubicBezTo>
                    <a:pt x="1" y="0"/>
                    <a:pt x="1" y="0"/>
                    <a:pt x="1" y="0"/>
                  </a:cubicBezTo>
                  <a:cubicBezTo>
                    <a:pt x="1" y="80"/>
                    <a:pt x="1" y="80"/>
                    <a:pt x="1" y="80"/>
                  </a:cubicBezTo>
                  <a:cubicBezTo>
                    <a:pt x="1" y="82"/>
                    <a:pt x="0" y="84"/>
                    <a:pt x="1" y="86"/>
                  </a:cubicBezTo>
                  <a:cubicBezTo>
                    <a:pt x="5" y="112"/>
                    <a:pt x="25" y="132"/>
                    <a:pt x="50" y="137"/>
                  </a:cubicBezTo>
                  <a:cubicBezTo>
                    <a:pt x="50" y="176"/>
                    <a:pt x="50" y="176"/>
                    <a:pt x="50" y="176"/>
                  </a:cubicBezTo>
                  <a:cubicBezTo>
                    <a:pt x="11" y="176"/>
                    <a:pt x="11" y="176"/>
                    <a:pt x="11" y="176"/>
                  </a:cubicBezTo>
                  <a:cubicBezTo>
                    <a:pt x="7" y="176"/>
                    <a:pt x="3" y="179"/>
                    <a:pt x="3" y="184"/>
                  </a:cubicBezTo>
                  <a:cubicBezTo>
                    <a:pt x="3" y="200"/>
                    <a:pt x="3" y="200"/>
                    <a:pt x="3" y="200"/>
                  </a:cubicBezTo>
                  <a:cubicBezTo>
                    <a:pt x="123" y="200"/>
                    <a:pt x="123" y="200"/>
                    <a:pt x="123" y="200"/>
                  </a:cubicBezTo>
                  <a:cubicBezTo>
                    <a:pt x="123" y="184"/>
                    <a:pt x="123" y="184"/>
                    <a:pt x="123" y="184"/>
                  </a:cubicBezTo>
                  <a:cubicBezTo>
                    <a:pt x="123" y="179"/>
                    <a:pt x="119" y="176"/>
                    <a:pt x="114" y="176"/>
                  </a:cubicBezTo>
                  <a:cubicBezTo>
                    <a:pt x="73" y="176"/>
                    <a:pt x="73" y="176"/>
                    <a:pt x="73" y="176"/>
                  </a:cubicBezTo>
                  <a:cubicBezTo>
                    <a:pt x="73" y="137"/>
                    <a:pt x="73" y="137"/>
                    <a:pt x="73" y="137"/>
                  </a:cubicBezTo>
                  <a:cubicBezTo>
                    <a:pt x="100" y="132"/>
                    <a:pt x="120" y="112"/>
                    <a:pt x="124" y="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1" name="组合 40"/>
          <p:cNvGrpSpPr/>
          <p:nvPr/>
        </p:nvGrpSpPr>
        <p:grpSpPr>
          <a:xfrm>
            <a:off x="1945133" y="1624022"/>
            <a:ext cx="329969" cy="333314"/>
            <a:chOff x="4481513" y="3730625"/>
            <a:chExt cx="469900" cy="474663"/>
          </a:xfrm>
          <a:solidFill>
            <a:srgbClr val="707E84"/>
          </a:solidFill>
        </p:grpSpPr>
        <p:sp>
          <p:nvSpPr>
            <p:cNvPr id="42" name="Freeform 544"/>
            <p:cNvSpPr>
              <a:spLocks/>
            </p:cNvSpPr>
            <p:nvPr/>
          </p:nvSpPr>
          <p:spPr bwMode="auto">
            <a:xfrm>
              <a:off x="4481513" y="3757613"/>
              <a:ext cx="469900" cy="447675"/>
            </a:xfrm>
            <a:custGeom>
              <a:avLst/>
              <a:gdLst>
                <a:gd name="T0" fmla="*/ 156 w 219"/>
                <a:gd name="T1" fmla="*/ 0 h 209"/>
                <a:gd name="T2" fmla="*/ 156 w 219"/>
                <a:gd name="T3" fmla="*/ 33 h 209"/>
                <a:gd name="T4" fmla="*/ 191 w 219"/>
                <a:gd name="T5" fmla="*/ 99 h 209"/>
                <a:gd name="T6" fmla="*/ 109 w 219"/>
                <a:gd name="T7" fmla="*/ 181 h 209"/>
                <a:gd name="T8" fmla="*/ 28 w 219"/>
                <a:gd name="T9" fmla="*/ 99 h 209"/>
                <a:gd name="T10" fmla="*/ 61 w 219"/>
                <a:gd name="T11" fmla="*/ 33 h 209"/>
                <a:gd name="T12" fmla="*/ 63 w 219"/>
                <a:gd name="T13" fmla="*/ 0 h 209"/>
                <a:gd name="T14" fmla="*/ 0 w 219"/>
                <a:gd name="T15" fmla="*/ 99 h 209"/>
                <a:gd name="T16" fmla="*/ 109 w 219"/>
                <a:gd name="T17" fmla="*/ 209 h 209"/>
                <a:gd name="T18" fmla="*/ 219 w 219"/>
                <a:gd name="T19" fmla="*/ 99 h 209"/>
                <a:gd name="T20" fmla="*/ 156 w 219"/>
                <a:gd name="T21"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9" h="209">
                  <a:moveTo>
                    <a:pt x="156" y="0"/>
                  </a:moveTo>
                  <a:cubicBezTo>
                    <a:pt x="156" y="33"/>
                    <a:pt x="156" y="33"/>
                    <a:pt x="156" y="33"/>
                  </a:cubicBezTo>
                  <a:cubicBezTo>
                    <a:pt x="177" y="47"/>
                    <a:pt x="191" y="72"/>
                    <a:pt x="191" y="99"/>
                  </a:cubicBezTo>
                  <a:cubicBezTo>
                    <a:pt x="191" y="144"/>
                    <a:pt x="154" y="181"/>
                    <a:pt x="109" y="181"/>
                  </a:cubicBezTo>
                  <a:cubicBezTo>
                    <a:pt x="64" y="181"/>
                    <a:pt x="28" y="144"/>
                    <a:pt x="28" y="99"/>
                  </a:cubicBezTo>
                  <a:cubicBezTo>
                    <a:pt x="28" y="72"/>
                    <a:pt x="41" y="48"/>
                    <a:pt x="61" y="33"/>
                  </a:cubicBezTo>
                  <a:cubicBezTo>
                    <a:pt x="62" y="22"/>
                    <a:pt x="62" y="11"/>
                    <a:pt x="63" y="0"/>
                  </a:cubicBezTo>
                  <a:cubicBezTo>
                    <a:pt x="26" y="17"/>
                    <a:pt x="0" y="55"/>
                    <a:pt x="0" y="99"/>
                  </a:cubicBezTo>
                  <a:cubicBezTo>
                    <a:pt x="0" y="160"/>
                    <a:pt x="49" y="209"/>
                    <a:pt x="109" y="209"/>
                  </a:cubicBezTo>
                  <a:cubicBezTo>
                    <a:pt x="170" y="209"/>
                    <a:pt x="219" y="160"/>
                    <a:pt x="219" y="99"/>
                  </a:cubicBezTo>
                  <a:cubicBezTo>
                    <a:pt x="219" y="56"/>
                    <a:pt x="193" y="18"/>
                    <a:pt x="15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545"/>
            <p:cNvSpPr>
              <a:spLocks/>
            </p:cNvSpPr>
            <p:nvPr/>
          </p:nvSpPr>
          <p:spPr bwMode="auto">
            <a:xfrm>
              <a:off x="4681538" y="3730625"/>
              <a:ext cx="58738" cy="246063"/>
            </a:xfrm>
            <a:custGeom>
              <a:avLst/>
              <a:gdLst>
                <a:gd name="T0" fmla="*/ 28 w 28"/>
                <a:gd name="T1" fmla="*/ 99 h 115"/>
                <a:gd name="T2" fmla="*/ 14 w 28"/>
                <a:gd name="T3" fmla="*/ 115 h 115"/>
                <a:gd name="T4" fmla="*/ 0 w 28"/>
                <a:gd name="T5" fmla="*/ 99 h 115"/>
                <a:gd name="T6" fmla="*/ 0 w 28"/>
                <a:gd name="T7" fmla="*/ 16 h 115"/>
                <a:gd name="T8" fmla="*/ 14 w 28"/>
                <a:gd name="T9" fmla="*/ 0 h 115"/>
                <a:gd name="T10" fmla="*/ 28 w 28"/>
                <a:gd name="T11" fmla="*/ 16 h 115"/>
                <a:gd name="T12" fmla="*/ 28 w 28"/>
                <a:gd name="T13" fmla="*/ 99 h 115"/>
              </a:gdLst>
              <a:ahLst/>
              <a:cxnLst>
                <a:cxn ang="0">
                  <a:pos x="T0" y="T1"/>
                </a:cxn>
                <a:cxn ang="0">
                  <a:pos x="T2" y="T3"/>
                </a:cxn>
                <a:cxn ang="0">
                  <a:pos x="T4" y="T5"/>
                </a:cxn>
                <a:cxn ang="0">
                  <a:pos x="T6" y="T7"/>
                </a:cxn>
                <a:cxn ang="0">
                  <a:pos x="T8" y="T9"/>
                </a:cxn>
                <a:cxn ang="0">
                  <a:pos x="T10" y="T11"/>
                </a:cxn>
                <a:cxn ang="0">
                  <a:pos x="T12" y="T13"/>
                </a:cxn>
              </a:cxnLst>
              <a:rect l="0" t="0" r="r" b="b"/>
              <a:pathLst>
                <a:path w="28" h="115">
                  <a:moveTo>
                    <a:pt x="28" y="99"/>
                  </a:moveTo>
                  <a:cubicBezTo>
                    <a:pt x="28" y="108"/>
                    <a:pt x="22" y="115"/>
                    <a:pt x="14" y="115"/>
                  </a:cubicBezTo>
                  <a:cubicBezTo>
                    <a:pt x="7" y="115"/>
                    <a:pt x="0" y="108"/>
                    <a:pt x="0" y="99"/>
                  </a:cubicBezTo>
                  <a:cubicBezTo>
                    <a:pt x="0" y="16"/>
                    <a:pt x="0" y="16"/>
                    <a:pt x="0" y="16"/>
                  </a:cubicBezTo>
                  <a:cubicBezTo>
                    <a:pt x="0" y="7"/>
                    <a:pt x="7" y="0"/>
                    <a:pt x="14" y="0"/>
                  </a:cubicBezTo>
                  <a:cubicBezTo>
                    <a:pt x="22" y="0"/>
                    <a:pt x="28" y="7"/>
                    <a:pt x="28" y="16"/>
                  </a:cubicBezTo>
                  <a:lnTo>
                    <a:pt x="28" y="9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44" name="Freeform 546"/>
          <p:cNvSpPr>
            <a:spLocks/>
          </p:cNvSpPr>
          <p:nvPr/>
        </p:nvSpPr>
        <p:spPr bwMode="auto">
          <a:xfrm>
            <a:off x="2254689" y="1149697"/>
            <a:ext cx="173903" cy="288723"/>
          </a:xfrm>
          <a:custGeom>
            <a:avLst/>
            <a:gdLst>
              <a:gd name="T0" fmla="*/ 106 w 115"/>
              <a:gd name="T1" fmla="*/ 4 h 192"/>
              <a:gd name="T2" fmla="*/ 54 w 115"/>
              <a:gd name="T3" fmla="*/ 46 h 192"/>
              <a:gd name="T4" fmla="*/ 49 w 115"/>
              <a:gd name="T5" fmla="*/ 53 h 192"/>
              <a:gd name="T6" fmla="*/ 10 w 115"/>
              <a:gd name="T7" fmla="*/ 53 h 192"/>
              <a:gd name="T8" fmla="*/ 0 w 115"/>
              <a:gd name="T9" fmla="*/ 62 h 192"/>
              <a:gd name="T10" fmla="*/ 0 w 115"/>
              <a:gd name="T11" fmla="*/ 138 h 192"/>
              <a:gd name="T12" fmla="*/ 10 w 115"/>
              <a:gd name="T13" fmla="*/ 148 h 192"/>
              <a:gd name="T14" fmla="*/ 48 w 115"/>
              <a:gd name="T15" fmla="*/ 148 h 192"/>
              <a:gd name="T16" fmla="*/ 55 w 115"/>
              <a:gd name="T17" fmla="*/ 156 h 192"/>
              <a:gd name="T18" fmla="*/ 105 w 115"/>
              <a:gd name="T19" fmla="*/ 189 h 192"/>
              <a:gd name="T20" fmla="*/ 114 w 115"/>
              <a:gd name="T21" fmla="*/ 184 h 192"/>
              <a:gd name="T22" fmla="*/ 115 w 115"/>
              <a:gd name="T23" fmla="*/ 8 h 192"/>
              <a:gd name="T24" fmla="*/ 106 w 115"/>
              <a:gd name="T25" fmla="*/ 4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5" h="192">
                <a:moveTo>
                  <a:pt x="106" y="4"/>
                </a:moveTo>
                <a:cubicBezTo>
                  <a:pt x="54" y="46"/>
                  <a:pt x="54" y="46"/>
                  <a:pt x="54" y="46"/>
                </a:cubicBezTo>
                <a:cubicBezTo>
                  <a:pt x="52" y="47"/>
                  <a:pt x="51" y="49"/>
                  <a:pt x="49" y="53"/>
                </a:cubicBezTo>
                <a:cubicBezTo>
                  <a:pt x="10" y="53"/>
                  <a:pt x="10" y="53"/>
                  <a:pt x="10" y="53"/>
                </a:cubicBezTo>
                <a:cubicBezTo>
                  <a:pt x="4" y="53"/>
                  <a:pt x="0" y="56"/>
                  <a:pt x="0" y="62"/>
                </a:cubicBezTo>
                <a:cubicBezTo>
                  <a:pt x="0" y="138"/>
                  <a:pt x="0" y="138"/>
                  <a:pt x="0" y="138"/>
                </a:cubicBezTo>
                <a:cubicBezTo>
                  <a:pt x="0" y="145"/>
                  <a:pt x="4" y="148"/>
                  <a:pt x="10" y="148"/>
                </a:cubicBezTo>
                <a:cubicBezTo>
                  <a:pt x="48" y="148"/>
                  <a:pt x="48" y="148"/>
                  <a:pt x="48" y="148"/>
                </a:cubicBezTo>
                <a:cubicBezTo>
                  <a:pt x="50" y="152"/>
                  <a:pt x="52" y="154"/>
                  <a:pt x="55" y="156"/>
                </a:cubicBezTo>
                <a:cubicBezTo>
                  <a:pt x="105" y="189"/>
                  <a:pt x="105" y="189"/>
                  <a:pt x="105" y="189"/>
                </a:cubicBezTo>
                <a:cubicBezTo>
                  <a:pt x="110" y="192"/>
                  <a:pt x="114" y="190"/>
                  <a:pt x="114" y="184"/>
                </a:cubicBezTo>
                <a:cubicBezTo>
                  <a:pt x="115" y="8"/>
                  <a:pt x="115" y="8"/>
                  <a:pt x="115" y="8"/>
                </a:cubicBezTo>
                <a:cubicBezTo>
                  <a:pt x="115" y="2"/>
                  <a:pt x="111" y="0"/>
                  <a:pt x="106" y="4"/>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45" name="组合 44"/>
          <p:cNvGrpSpPr/>
          <p:nvPr/>
        </p:nvGrpSpPr>
        <p:grpSpPr>
          <a:xfrm>
            <a:off x="2576287" y="1124059"/>
            <a:ext cx="362298" cy="352264"/>
            <a:chOff x="1503363" y="4584700"/>
            <a:chExt cx="515938" cy="501650"/>
          </a:xfrm>
          <a:solidFill>
            <a:srgbClr val="707E84"/>
          </a:solidFill>
        </p:grpSpPr>
        <p:sp>
          <p:nvSpPr>
            <p:cNvPr id="46" name="Freeform 547"/>
            <p:cNvSpPr>
              <a:spLocks/>
            </p:cNvSpPr>
            <p:nvPr/>
          </p:nvSpPr>
          <p:spPr bwMode="auto">
            <a:xfrm>
              <a:off x="1503363" y="4633913"/>
              <a:ext cx="244475" cy="400050"/>
            </a:xfrm>
            <a:custGeom>
              <a:avLst/>
              <a:gdLst>
                <a:gd name="T0" fmla="*/ 114 w 114"/>
                <a:gd name="T1" fmla="*/ 8 h 187"/>
                <a:gd name="T2" fmla="*/ 105 w 114"/>
                <a:gd name="T3" fmla="*/ 4 h 187"/>
                <a:gd name="T4" fmla="*/ 54 w 114"/>
                <a:gd name="T5" fmla="*/ 43 h 187"/>
                <a:gd name="T6" fmla="*/ 50 w 114"/>
                <a:gd name="T7" fmla="*/ 48 h 187"/>
                <a:gd name="T8" fmla="*/ 11 w 114"/>
                <a:gd name="T9" fmla="*/ 48 h 187"/>
                <a:gd name="T10" fmla="*/ 0 w 114"/>
                <a:gd name="T11" fmla="*/ 60 h 187"/>
                <a:gd name="T12" fmla="*/ 0 w 114"/>
                <a:gd name="T13" fmla="*/ 134 h 187"/>
                <a:gd name="T14" fmla="*/ 11 w 114"/>
                <a:gd name="T15" fmla="*/ 145 h 187"/>
                <a:gd name="T16" fmla="*/ 49 w 114"/>
                <a:gd name="T17" fmla="*/ 145 h 187"/>
                <a:gd name="T18" fmla="*/ 55 w 114"/>
                <a:gd name="T19" fmla="*/ 152 h 187"/>
                <a:gd name="T20" fmla="*/ 104 w 114"/>
                <a:gd name="T21" fmla="*/ 183 h 187"/>
                <a:gd name="T22" fmla="*/ 113 w 114"/>
                <a:gd name="T23" fmla="*/ 178 h 187"/>
                <a:gd name="T24" fmla="*/ 114 w 114"/>
                <a:gd name="T25" fmla="*/ 8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4" h="187">
                  <a:moveTo>
                    <a:pt x="114" y="8"/>
                  </a:moveTo>
                  <a:cubicBezTo>
                    <a:pt x="114" y="2"/>
                    <a:pt x="110" y="0"/>
                    <a:pt x="105" y="4"/>
                  </a:cubicBezTo>
                  <a:cubicBezTo>
                    <a:pt x="54" y="43"/>
                    <a:pt x="54" y="43"/>
                    <a:pt x="54" y="43"/>
                  </a:cubicBezTo>
                  <a:cubicBezTo>
                    <a:pt x="53" y="44"/>
                    <a:pt x="51" y="48"/>
                    <a:pt x="50" y="48"/>
                  </a:cubicBezTo>
                  <a:cubicBezTo>
                    <a:pt x="11" y="48"/>
                    <a:pt x="11" y="48"/>
                    <a:pt x="11" y="48"/>
                  </a:cubicBezTo>
                  <a:cubicBezTo>
                    <a:pt x="5" y="48"/>
                    <a:pt x="0" y="54"/>
                    <a:pt x="0" y="60"/>
                  </a:cubicBezTo>
                  <a:cubicBezTo>
                    <a:pt x="0" y="134"/>
                    <a:pt x="0" y="134"/>
                    <a:pt x="0" y="134"/>
                  </a:cubicBezTo>
                  <a:cubicBezTo>
                    <a:pt x="0" y="140"/>
                    <a:pt x="5" y="145"/>
                    <a:pt x="11" y="145"/>
                  </a:cubicBezTo>
                  <a:cubicBezTo>
                    <a:pt x="49" y="145"/>
                    <a:pt x="49" y="145"/>
                    <a:pt x="49" y="145"/>
                  </a:cubicBezTo>
                  <a:cubicBezTo>
                    <a:pt x="50" y="147"/>
                    <a:pt x="53" y="151"/>
                    <a:pt x="55" y="152"/>
                  </a:cubicBezTo>
                  <a:cubicBezTo>
                    <a:pt x="104" y="183"/>
                    <a:pt x="104" y="183"/>
                    <a:pt x="104" y="183"/>
                  </a:cubicBezTo>
                  <a:cubicBezTo>
                    <a:pt x="109" y="187"/>
                    <a:pt x="113" y="184"/>
                    <a:pt x="113" y="178"/>
                  </a:cubicBezTo>
                  <a:lnTo>
                    <a:pt x="114"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548"/>
            <p:cNvSpPr>
              <a:spLocks/>
            </p:cNvSpPr>
            <p:nvPr/>
          </p:nvSpPr>
          <p:spPr bwMode="auto">
            <a:xfrm>
              <a:off x="1839913" y="4584700"/>
              <a:ext cx="179388" cy="501650"/>
            </a:xfrm>
            <a:custGeom>
              <a:avLst/>
              <a:gdLst>
                <a:gd name="T0" fmla="*/ 20 w 84"/>
                <a:gd name="T1" fmla="*/ 3 h 234"/>
                <a:gd name="T2" fmla="*/ 17 w 84"/>
                <a:gd name="T3" fmla="*/ 1 h 234"/>
                <a:gd name="T4" fmla="*/ 13 w 84"/>
                <a:gd name="T5" fmla="*/ 3 h 234"/>
                <a:gd name="T6" fmla="*/ 6 w 84"/>
                <a:gd name="T7" fmla="*/ 13 h 234"/>
                <a:gd name="T8" fmla="*/ 7 w 84"/>
                <a:gd name="T9" fmla="*/ 17 h 234"/>
                <a:gd name="T10" fmla="*/ 11 w 84"/>
                <a:gd name="T11" fmla="*/ 20 h 234"/>
                <a:gd name="T12" fmla="*/ 11 w 84"/>
                <a:gd name="T13" fmla="*/ 20 h 234"/>
                <a:gd name="T14" fmla="*/ 65 w 84"/>
                <a:gd name="T15" fmla="*/ 116 h 234"/>
                <a:gd name="T16" fmla="*/ 6 w 84"/>
                <a:gd name="T17" fmla="*/ 214 h 234"/>
                <a:gd name="T18" fmla="*/ 6 w 84"/>
                <a:gd name="T19" fmla="*/ 214 h 234"/>
                <a:gd name="T20" fmla="*/ 2 w 84"/>
                <a:gd name="T21" fmla="*/ 217 h 234"/>
                <a:gd name="T22" fmla="*/ 1 w 84"/>
                <a:gd name="T23" fmla="*/ 221 h 234"/>
                <a:gd name="T24" fmla="*/ 7 w 84"/>
                <a:gd name="T25" fmla="*/ 231 h 234"/>
                <a:gd name="T26" fmla="*/ 11 w 84"/>
                <a:gd name="T27" fmla="*/ 233 h 234"/>
                <a:gd name="T28" fmla="*/ 15 w 84"/>
                <a:gd name="T29" fmla="*/ 231 h 234"/>
                <a:gd name="T30" fmla="*/ 15 w 84"/>
                <a:gd name="T31" fmla="*/ 231 h 234"/>
                <a:gd name="T32" fmla="*/ 84 w 84"/>
                <a:gd name="T33" fmla="*/ 116 h 234"/>
                <a:gd name="T34" fmla="*/ 20 w 84"/>
                <a:gd name="T35" fmla="*/ 3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4" h="234">
                  <a:moveTo>
                    <a:pt x="20" y="3"/>
                  </a:moveTo>
                  <a:cubicBezTo>
                    <a:pt x="17" y="1"/>
                    <a:pt x="17" y="1"/>
                    <a:pt x="17" y="1"/>
                  </a:cubicBezTo>
                  <a:cubicBezTo>
                    <a:pt x="16" y="0"/>
                    <a:pt x="14" y="1"/>
                    <a:pt x="13" y="3"/>
                  </a:cubicBezTo>
                  <a:cubicBezTo>
                    <a:pt x="6" y="13"/>
                    <a:pt x="6" y="13"/>
                    <a:pt x="6" y="13"/>
                  </a:cubicBezTo>
                  <a:cubicBezTo>
                    <a:pt x="5" y="14"/>
                    <a:pt x="5" y="16"/>
                    <a:pt x="7" y="17"/>
                  </a:cubicBezTo>
                  <a:cubicBezTo>
                    <a:pt x="11" y="20"/>
                    <a:pt x="11" y="20"/>
                    <a:pt x="11" y="20"/>
                  </a:cubicBezTo>
                  <a:cubicBezTo>
                    <a:pt x="11" y="20"/>
                    <a:pt x="11" y="20"/>
                    <a:pt x="11" y="20"/>
                  </a:cubicBezTo>
                  <a:cubicBezTo>
                    <a:pt x="43" y="40"/>
                    <a:pt x="65" y="75"/>
                    <a:pt x="65" y="116"/>
                  </a:cubicBezTo>
                  <a:cubicBezTo>
                    <a:pt x="65" y="158"/>
                    <a:pt x="41" y="195"/>
                    <a:pt x="6" y="214"/>
                  </a:cubicBezTo>
                  <a:cubicBezTo>
                    <a:pt x="6" y="214"/>
                    <a:pt x="6" y="214"/>
                    <a:pt x="6" y="214"/>
                  </a:cubicBezTo>
                  <a:cubicBezTo>
                    <a:pt x="2" y="217"/>
                    <a:pt x="2" y="217"/>
                    <a:pt x="2" y="217"/>
                  </a:cubicBezTo>
                  <a:cubicBezTo>
                    <a:pt x="0" y="217"/>
                    <a:pt x="0" y="220"/>
                    <a:pt x="1" y="221"/>
                  </a:cubicBezTo>
                  <a:cubicBezTo>
                    <a:pt x="7" y="231"/>
                    <a:pt x="7" y="231"/>
                    <a:pt x="7" y="231"/>
                  </a:cubicBezTo>
                  <a:cubicBezTo>
                    <a:pt x="8" y="233"/>
                    <a:pt x="10" y="234"/>
                    <a:pt x="11" y="233"/>
                  </a:cubicBezTo>
                  <a:cubicBezTo>
                    <a:pt x="15" y="231"/>
                    <a:pt x="15" y="231"/>
                    <a:pt x="15" y="231"/>
                  </a:cubicBezTo>
                  <a:cubicBezTo>
                    <a:pt x="15" y="231"/>
                    <a:pt x="15" y="231"/>
                    <a:pt x="15" y="231"/>
                  </a:cubicBezTo>
                  <a:cubicBezTo>
                    <a:pt x="56" y="209"/>
                    <a:pt x="84" y="166"/>
                    <a:pt x="84" y="116"/>
                  </a:cubicBezTo>
                  <a:cubicBezTo>
                    <a:pt x="84" y="68"/>
                    <a:pt x="58" y="26"/>
                    <a:pt x="2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549"/>
            <p:cNvSpPr>
              <a:spLocks/>
            </p:cNvSpPr>
            <p:nvPr/>
          </p:nvSpPr>
          <p:spPr bwMode="auto">
            <a:xfrm>
              <a:off x="1790701" y="4646613"/>
              <a:ext cx="134938" cy="376238"/>
            </a:xfrm>
            <a:custGeom>
              <a:avLst/>
              <a:gdLst>
                <a:gd name="T0" fmla="*/ 63 w 63"/>
                <a:gd name="T1" fmla="*/ 87 h 176"/>
                <a:gd name="T2" fmla="*/ 13 w 63"/>
                <a:gd name="T3" fmla="*/ 1 h 176"/>
                <a:gd name="T4" fmla="*/ 13 w 63"/>
                <a:gd name="T5" fmla="*/ 1 h 176"/>
                <a:gd name="T6" fmla="*/ 13 w 63"/>
                <a:gd name="T7" fmla="*/ 1 h 176"/>
                <a:gd name="T8" fmla="*/ 9 w 63"/>
                <a:gd name="T9" fmla="*/ 2 h 176"/>
                <a:gd name="T10" fmla="*/ 5 w 63"/>
                <a:gd name="T11" fmla="*/ 9 h 176"/>
                <a:gd name="T12" fmla="*/ 6 w 63"/>
                <a:gd name="T13" fmla="*/ 13 h 176"/>
                <a:gd name="T14" fmla="*/ 10 w 63"/>
                <a:gd name="T15" fmla="*/ 15 h 176"/>
                <a:gd name="T16" fmla="*/ 48 w 63"/>
                <a:gd name="T17" fmla="*/ 87 h 176"/>
                <a:gd name="T18" fmla="*/ 6 w 63"/>
                <a:gd name="T19" fmla="*/ 160 h 176"/>
                <a:gd name="T20" fmla="*/ 6 w 63"/>
                <a:gd name="T21" fmla="*/ 161 h 176"/>
                <a:gd name="T22" fmla="*/ 2 w 63"/>
                <a:gd name="T23" fmla="*/ 163 h 176"/>
                <a:gd name="T24" fmla="*/ 1 w 63"/>
                <a:gd name="T25" fmla="*/ 167 h 176"/>
                <a:gd name="T26" fmla="*/ 5 w 63"/>
                <a:gd name="T27" fmla="*/ 175 h 176"/>
                <a:gd name="T28" fmla="*/ 9 w 63"/>
                <a:gd name="T29" fmla="*/ 176 h 176"/>
                <a:gd name="T30" fmla="*/ 13 w 63"/>
                <a:gd name="T31" fmla="*/ 173 h 176"/>
                <a:gd name="T32" fmla="*/ 13 w 63"/>
                <a:gd name="T33" fmla="*/ 173 h 176"/>
                <a:gd name="T34" fmla="*/ 63 w 63"/>
                <a:gd name="T35" fmla="*/ 87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3" h="176">
                  <a:moveTo>
                    <a:pt x="63" y="87"/>
                  </a:moveTo>
                  <a:cubicBezTo>
                    <a:pt x="63" y="50"/>
                    <a:pt x="43" y="18"/>
                    <a:pt x="13" y="1"/>
                  </a:cubicBezTo>
                  <a:cubicBezTo>
                    <a:pt x="13" y="1"/>
                    <a:pt x="13" y="1"/>
                    <a:pt x="13" y="1"/>
                  </a:cubicBezTo>
                  <a:cubicBezTo>
                    <a:pt x="13" y="1"/>
                    <a:pt x="13" y="1"/>
                    <a:pt x="13" y="1"/>
                  </a:cubicBezTo>
                  <a:cubicBezTo>
                    <a:pt x="12" y="0"/>
                    <a:pt x="10" y="0"/>
                    <a:pt x="9" y="2"/>
                  </a:cubicBezTo>
                  <a:cubicBezTo>
                    <a:pt x="5" y="9"/>
                    <a:pt x="5" y="9"/>
                    <a:pt x="5" y="9"/>
                  </a:cubicBezTo>
                  <a:cubicBezTo>
                    <a:pt x="4" y="10"/>
                    <a:pt x="4" y="12"/>
                    <a:pt x="6" y="13"/>
                  </a:cubicBezTo>
                  <a:cubicBezTo>
                    <a:pt x="10" y="15"/>
                    <a:pt x="10" y="15"/>
                    <a:pt x="10" y="15"/>
                  </a:cubicBezTo>
                  <a:cubicBezTo>
                    <a:pt x="33" y="31"/>
                    <a:pt x="48" y="57"/>
                    <a:pt x="48" y="87"/>
                  </a:cubicBezTo>
                  <a:cubicBezTo>
                    <a:pt x="48" y="118"/>
                    <a:pt x="32" y="146"/>
                    <a:pt x="6" y="160"/>
                  </a:cubicBezTo>
                  <a:cubicBezTo>
                    <a:pt x="6" y="161"/>
                    <a:pt x="6" y="161"/>
                    <a:pt x="6" y="161"/>
                  </a:cubicBezTo>
                  <a:cubicBezTo>
                    <a:pt x="2" y="163"/>
                    <a:pt x="2" y="163"/>
                    <a:pt x="2" y="163"/>
                  </a:cubicBezTo>
                  <a:cubicBezTo>
                    <a:pt x="0" y="164"/>
                    <a:pt x="0" y="166"/>
                    <a:pt x="1" y="167"/>
                  </a:cubicBezTo>
                  <a:cubicBezTo>
                    <a:pt x="5" y="175"/>
                    <a:pt x="5" y="175"/>
                    <a:pt x="5" y="175"/>
                  </a:cubicBezTo>
                  <a:cubicBezTo>
                    <a:pt x="6" y="176"/>
                    <a:pt x="7" y="176"/>
                    <a:pt x="9" y="176"/>
                  </a:cubicBezTo>
                  <a:cubicBezTo>
                    <a:pt x="13" y="173"/>
                    <a:pt x="13" y="173"/>
                    <a:pt x="13" y="173"/>
                  </a:cubicBezTo>
                  <a:cubicBezTo>
                    <a:pt x="13" y="173"/>
                    <a:pt x="13" y="173"/>
                    <a:pt x="13" y="173"/>
                  </a:cubicBezTo>
                  <a:cubicBezTo>
                    <a:pt x="43" y="156"/>
                    <a:pt x="63" y="124"/>
                    <a:pt x="63"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9" name="组合 48"/>
          <p:cNvGrpSpPr/>
          <p:nvPr/>
        </p:nvGrpSpPr>
        <p:grpSpPr>
          <a:xfrm>
            <a:off x="3086281" y="1166418"/>
            <a:ext cx="267543" cy="272002"/>
            <a:chOff x="2555876" y="4645025"/>
            <a:chExt cx="381000" cy="387350"/>
          </a:xfrm>
          <a:solidFill>
            <a:srgbClr val="707E84"/>
          </a:solidFill>
        </p:grpSpPr>
        <p:sp>
          <p:nvSpPr>
            <p:cNvPr id="50" name="Freeform 550"/>
            <p:cNvSpPr>
              <a:spLocks/>
            </p:cNvSpPr>
            <p:nvPr/>
          </p:nvSpPr>
          <p:spPr bwMode="auto">
            <a:xfrm>
              <a:off x="2581276" y="4645025"/>
              <a:ext cx="238125" cy="290513"/>
            </a:xfrm>
            <a:custGeom>
              <a:avLst/>
              <a:gdLst>
                <a:gd name="T0" fmla="*/ 110 w 111"/>
                <a:gd name="T1" fmla="*/ 28 h 136"/>
                <a:gd name="T2" fmla="*/ 111 w 111"/>
                <a:gd name="T3" fmla="*/ 8 h 136"/>
                <a:gd name="T4" fmla="*/ 102 w 111"/>
                <a:gd name="T5" fmla="*/ 4 h 136"/>
                <a:gd name="T6" fmla="*/ 53 w 111"/>
                <a:gd name="T7" fmla="*/ 42 h 136"/>
                <a:gd name="T8" fmla="*/ 48 w 111"/>
                <a:gd name="T9" fmla="*/ 48 h 136"/>
                <a:gd name="T10" fmla="*/ 11 w 111"/>
                <a:gd name="T11" fmla="*/ 48 h 136"/>
                <a:gd name="T12" fmla="*/ 0 w 111"/>
                <a:gd name="T13" fmla="*/ 58 h 136"/>
                <a:gd name="T14" fmla="*/ 0 w 111"/>
                <a:gd name="T15" fmla="*/ 130 h 136"/>
                <a:gd name="T16" fmla="*/ 2 w 111"/>
                <a:gd name="T17" fmla="*/ 136 h 136"/>
                <a:gd name="T18" fmla="*/ 110 w 111"/>
                <a:gd name="T19" fmla="*/ 2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1" h="136">
                  <a:moveTo>
                    <a:pt x="110" y="28"/>
                  </a:moveTo>
                  <a:cubicBezTo>
                    <a:pt x="111" y="8"/>
                    <a:pt x="111" y="8"/>
                    <a:pt x="111" y="8"/>
                  </a:cubicBezTo>
                  <a:cubicBezTo>
                    <a:pt x="111" y="2"/>
                    <a:pt x="107" y="0"/>
                    <a:pt x="102" y="4"/>
                  </a:cubicBezTo>
                  <a:cubicBezTo>
                    <a:pt x="53" y="42"/>
                    <a:pt x="53" y="42"/>
                    <a:pt x="53" y="42"/>
                  </a:cubicBezTo>
                  <a:cubicBezTo>
                    <a:pt x="51" y="43"/>
                    <a:pt x="50" y="45"/>
                    <a:pt x="48" y="48"/>
                  </a:cubicBezTo>
                  <a:cubicBezTo>
                    <a:pt x="11" y="48"/>
                    <a:pt x="11" y="48"/>
                    <a:pt x="11" y="48"/>
                  </a:cubicBezTo>
                  <a:cubicBezTo>
                    <a:pt x="5" y="48"/>
                    <a:pt x="0" y="52"/>
                    <a:pt x="0" y="58"/>
                  </a:cubicBezTo>
                  <a:cubicBezTo>
                    <a:pt x="0" y="130"/>
                    <a:pt x="0" y="130"/>
                    <a:pt x="0" y="130"/>
                  </a:cubicBezTo>
                  <a:cubicBezTo>
                    <a:pt x="0" y="132"/>
                    <a:pt x="1" y="134"/>
                    <a:pt x="2" y="136"/>
                  </a:cubicBezTo>
                  <a:lnTo>
                    <a:pt x="110"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551"/>
            <p:cNvSpPr>
              <a:spLocks/>
            </p:cNvSpPr>
            <p:nvPr/>
          </p:nvSpPr>
          <p:spPr bwMode="auto">
            <a:xfrm>
              <a:off x="2697163" y="4838700"/>
              <a:ext cx="120650" cy="193675"/>
            </a:xfrm>
            <a:custGeom>
              <a:avLst/>
              <a:gdLst>
                <a:gd name="T0" fmla="*/ 47 w 56"/>
                <a:gd name="T1" fmla="*/ 87 h 90"/>
                <a:gd name="T2" fmla="*/ 56 w 56"/>
                <a:gd name="T3" fmla="*/ 82 h 90"/>
                <a:gd name="T4" fmla="*/ 56 w 56"/>
                <a:gd name="T5" fmla="*/ 0 h 90"/>
                <a:gd name="T6" fmla="*/ 0 w 56"/>
                <a:gd name="T7" fmla="*/ 56 h 90"/>
                <a:gd name="T8" fmla="*/ 47 w 56"/>
                <a:gd name="T9" fmla="*/ 87 h 90"/>
              </a:gdLst>
              <a:ahLst/>
              <a:cxnLst>
                <a:cxn ang="0">
                  <a:pos x="T0" y="T1"/>
                </a:cxn>
                <a:cxn ang="0">
                  <a:pos x="T2" y="T3"/>
                </a:cxn>
                <a:cxn ang="0">
                  <a:pos x="T4" y="T5"/>
                </a:cxn>
                <a:cxn ang="0">
                  <a:pos x="T6" y="T7"/>
                </a:cxn>
                <a:cxn ang="0">
                  <a:pos x="T8" y="T9"/>
                </a:cxn>
              </a:cxnLst>
              <a:rect l="0" t="0" r="r" b="b"/>
              <a:pathLst>
                <a:path w="56" h="90">
                  <a:moveTo>
                    <a:pt x="47" y="87"/>
                  </a:moveTo>
                  <a:cubicBezTo>
                    <a:pt x="52" y="90"/>
                    <a:pt x="56" y="88"/>
                    <a:pt x="56" y="82"/>
                  </a:cubicBezTo>
                  <a:cubicBezTo>
                    <a:pt x="56" y="0"/>
                    <a:pt x="56" y="0"/>
                    <a:pt x="56" y="0"/>
                  </a:cubicBezTo>
                  <a:cubicBezTo>
                    <a:pt x="0" y="56"/>
                    <a:pt x="0" y="56"/>
                    <a:pt x="0" y="56"/>
                  </a:cubicBezTo>
                  <a:lnTo>
                    <a:pt x="47" y="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552"/>
            <p:cNvSpPr>
              <a:spLocks/>
            </p:cNvSpPr>
            <p:nvPr/>
          </p:nvSpPr>
          <p:spPr bwMode="auto">
            <a:xfrm>
              <a:off x="2555876" y="4651375"/>
              <a:ext cx="381000" cy="379413"/>
            </a:xfrm>
            <a:custGeom>
              <a:avLst/>
              <a:gdLst>
                <a:gd name="T0" fmla="*/ 177 w 178"/>
                <a:gd name="T1" fmla="*/ 15 h 177"/>
                <a:gd name="T2" fmla="*/ 162 w 178"/>
                <a:gd name="T3" fmla="*/ 1 h 177"/>
                <a:gd name="T4" fmla="*/ 158 w 178"/>
                <a:gd name="T5" fmla="*/ 1 h 177"/>
                <a:gd name="T6" fmla="*/ 1 w 178"/>
                <a:gd name="T7" fmla="*/ 158 h 177"/>
                <a:gd name="T8" fmla="*/ 1 w 178"/>
                <a:gd name="T9" fmla="*/ 162 h 177"/>
                <a:gd name="T10" fmla="*/ 16 w 178"/>
                <a:gd name="T11" fmla="*/ 176 h 177"/>
                <a:gd name="T12" fmla="*/ 20 w 178"/>
                <a:gd name="T13" fmla="*/ 176 h 177"/>
                <a:gd name="T14" fmla="*/ 177 w 178"/>
                <a:gd name="T15" fmla="*/ 19 h 177"/>
                <a:gd name="T16" fmla="*/ 177 w 178"/>
                <a:gd name="T17" fmla="*/ 15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8" h="177">
                  <a:moveTo>
                    <a:pt x="177" y="15"/>
                  </a:moveTo>
                  <a:cubicBezTo>
                    <a:pt x="162" y="1"/>
                    <a:pt x="162" y="1"/>
                    <a:pt x="162" y="1"/>
                  </a:cubicBezTo>
                  <a:cubicBezTo>
                    <a:pt x="161" y="0"/>
                    <a:pt x="160" y="0"/>
                    <a:pt x="158" y="1"/>
                  </a:cubicBezTo>
                  <a:cubicBezTo>
                    <a:pt x="1" y="158"/>
                    <a:pt x="1" y="158"/>
                    <a:pt x="1" y="158"/>
                  </a:cubicBezTo>
                  <a:cubicBezTo>
                    <a:pt x="0" y="159"/>
                    <a:pt x="0" y="161"/>
                    <a:pt x="1" y="162"/>
                  </a:cubicBezTo>
                  <a:cubicBezTo>
                    <a:pt x="16" y="176"/>
                    <a:pt x="16" y="176"/>
                    <a:pt x="16" y="176"/>
                  </a:cubicBezTo>
                  <a:cubicBezTo>
                    <a:pt x="17" y="177"/>
                    <a:pt x="18" y="177"/>
                    <a:pt x="20" y="176"/>
                  </a:cubicBezTo>
                  <a:cubicBezTo>
                    <a:pt x="177" y="19"/>
                    <a:pt x="177" y="19"/>
                    <a:pt x="177" y="19"/>
                  </a:cubicBezTo>
                  <a:cubicBezTo>
                    <a:pt x="178" y="18"/>
                    <a:pt x="178" y="16"/>
                    <a:pt x="177"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3" name="组合 52"/>
          <p:cNvGrpSpPr/>
          <p:nvPr/>
        </p:nvGrpSpPr>
        <p:grpSpPr>
          <a:xfrm>
            <a:off x="3031919" y="664477"/>
            <a:ext cx="383478" cy="345577"/>
            <a:chOff x="3457576" y="4591050"/>
            <a:chExt cx="546100" cy="492126"/>
          </a:xfrm>
          <a:solidFill>
            <a:srgbClr val="707E84"/>
          </a:solidFill>
        </p:grpSpPr>
        <p:sp>
          <p:nvSpPr>
            <p:cNvPr id="54" name="Freeform 553"/>
            <p:cNvSpPr>
              <a:spLocks noEditPoints="1"/>
            </p:cNvSpPr>
            <p:nvPr/>
          </p:nvSpPr>
          <p:spPr bwMode="auto">
            <a:xfrm>
              <a:off x="3457576" y="4591050"/>
              <a:ext cx="447675" cy="233363"/>
            </a:xfrm>
            <a:custGeom>
              <a:avLst/>
              <a:gdLst>
                <a:gd name="T0" fmla="*/ 155 w 209"/>
                <a:gd name="T1" fmla="*/ 0 h 109"/>
                <a:gd name="T2" fmla="*/ 105 w 209"/>
                <a:gd name="T3" fmla="*/ 33 h 109"/>
                <a:gd name="T4" fmla="*/ 55 w 209"/>
                <a:gd name="T5" fmla="*/ 0 h 109"/>
                <a:gd name="T6" fmla="*/ 0 w 209"/>
                <a:gd name="T7" fmla="*/ 54 h 109"/>
                <a:gd name="T8" fmla="*/ 52 w 209"/>
                <a:gd name="T9" fmla="*/ 109 h 109"/>
                <a:gd name="T10" fmla="*/ 52 w 209"/>
                <a:gd name="T11" fmla="*/ 109 h 109"/>
                <a:gd name="T12" fmla="*/ 153 w 209"/>
                <a:gd name="T13" fmla="*/ 109 h 109"/>
                <a:gd name="T14" fmla="*/ 153 w 209"/>
                <a:gd name="T15" fmla="*/ 109 h 109"/>
                <a:gd name="T16" fmla="*/ 154 w 209"/>
                <a:gd name="T17" fmla="*/ 109 h 109"/>
                <a:gd name="T18" fmla="*/ 209 w 209"/>
                <a:gd name="T19" fmla="*/ 54 h 109"/>
                <a:gd name="T20" fmla="*/ 155 w 209"/>
                <a:gd name="T21" fmla="*/ 0 h 109"/>
                <a:gd name="T22" fmla="*/ 55 w 209"/>
                <a:gd name="T23" fmla="*/ 91 h 109"/>
                <a:gd name="T24" fmla="*/ 18 w 209"/>
                <a:gd name="T25" fmla="*/ 55 h 109"/>
                <a:gd name="T26" fmla="*/ 55 w 209"/>
                <a:gd name="T27" fmla="*/ 18 h 109"/>
                <a:gd name="T28" fmla="*/ 91 w 209"/>
                <a:gd name="T29" fmla="*/ 55 h 109"/>
                <a:gd name="T30" fmla="*/ 55 w 209"/>
                <a:gd name="T31" fmla="*/ 91 h 109"/>
                <a:gd name="T32" fmla="*/ 156 w 209"/>
                <a:gd name="T33" fmla="*/ 91 h 109"/>
                <a:gd name="T34" fmla="*/ 120 w 209"/>
                <a:gd name="T35" fmla="*/ 55 h 109"/>
                <a:gd name="T36" fmla="*/ 156 w 209"/>
                <a:gd name="T37" fmla="*/ 18 h 109"/>
                <a:gd name="T38" fmla="*/ 193 w 209"/>
                <a:gd name="T39" fmla="*/ 55 h 109"/>
                <a:gd name="T40" fmla="*/ 156 w 209"/>
                <a:gd name="T41" fmla="*/ 9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9" h="109">
                  <a:moveTo>
                    <a:pt x="155" y="0"/>
                  </a:moveTo>
                  <a:cubicBezTo>
                    <a:pt x="133" y="0"/>
                    <a:pt x="113" y="13"/>
                    <a:pt x="105" y="33"/>
                  </a:cubicBezTo>
                  <a:cubicBezTo>
                    <a:pt x="97" y="13"/>
                    <a:pt x="77" y="0"/>
                    <a:pt x="55" y="0"/>
                  </a:cubicBezTo>
                  <a:cubicBezTo>
                    <a:pt x="25" y="0"/>
                    <a:pt x="0" y="24"/>
                    <a:pt x="0" y="54"/>
                  </a:cubicBezTo>
                  <a:cubicBezTo>
                    <a:pt x="0" y="83"/>
                    <a:pt x="24" y="107"/>
                    <a:pt x="52" y="109"/>
                  </a:cubicBezTo>
                  <a:cubicBezTo>
                    <a:pt x="52" y="109"/>
                    <a:pt x="52" y="109"/>
                    <a:pt x="52" y="109"/>
                  </a:cubicBezTo>
                  <a:cubicBezTo>
                    <a:pt x="153" y="109"/>
                    <a:pt x="153" y="109"/>
                    <a:pt x="153" y="109"/>
                  </a:cubicBezTo>
                  <a:cubicBezTo>
                    <a:pt x="153" y="109"/>
                    <a:pt x="153" y="109"/>
                    <a:pt x="153" y="109"/>
                  </a:cubicBezTo>
                  <a:cubicBezTo>
                    <a:pt x="153" y="109"/>
                    <a:pt x="154" y="109"/>
                    <a:pt x="154" y="109"/>
                  </a:cubicBezTo>
                  <a:cubicBezTo>
                    <a:pt x="184" y="109"/>
                    <a:pt x="209" y="84"/>
                    <a:pt x="209" y="54"/>
                  </a:cubicBezTo>
                  <a:cubicBezTo>
                    <a:pt x="209" y="24"/>
                    <a:pt x="185" y="0"/>
                    <a:pt x="155" y="0"/>
                  </a:cubicBezTo>
                  <a:close/>
                  <a:moveTo>
                    <a:pt x="55" y="91"/>
                  </a:moveTo>
                  <a:cubicBezTo>
                    <a:pt x="34" y="91"/>
                    <a:pt x="18" y="75"/>
                    <a:pt x="18" y="55"/>
                  </a:cubicBezTo>
                  <a:cubicBezTo>
                    <a:pt x="18" y="34"/>
                    <a:pt x="34" y="18"/>
                    <a:pt x="55" y="18"/>
                  </a:cubicBezTo>
                  <a:cubicBezTo>
                    <a:pt x="75" y="18"/>
                    <a:pt x="91" y="34"/>
                    <a:pt x="91" y="55"/>
                  </a:cubicBezTo>
                  <a:cubicBezTo>
                    <a:pt x="91" y="75"/>
                    <a:pt x="75" y="91"/>
                    <a:pt x="55" y="91"/>
                  </a:cubicBezTo>
                  <a:close/>
                  <a:moveTo>
                    <a:pt x="156" y="91"/>
                  </a:moveTo>
                  <a:cubicBezTo>
                    <a:pt x="136" y="91"/>
                    <a:pt x="120" y="75"/>
                    <a:pt x="120" y="55"/>
                  </a:cubicBezTo>
                  <a:cubicBezTo>
                    <a:pt x="120" y="34"/>
                    <a:pt x="136" y="18"/>
                    <a:pt x="156" y="18"/>
                  </a:cubicBezTo>
                  <a:cubicBezTo>
                    <a:pt x="177" y="18"/>
                    <a:pt x="193" y="34"/>
                    <a:pt x="193" y="55"/>
                  </a:cubicBezTo>
                  <a:cubicBezTo>
                    <a:pt x="193" y="75"/>
                    <a:pt x="177" y="91"/>
                    <a:pt x="156" y="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Oval 554"/>
            <p:cNvSpPr>
              <a:spLocks noChangeArrowheads="1"/>
            </p:cNvSpPr>
            <p:nvPr/>
          </p:nvSpPr>
          <p:spPr bwMode="auto">
            <a:xfrm>
              <a:off x="3543301" y="4676775"/>
              <a:ext cx="61913" cy="619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Oval 555"/>
            <p:cNvSpPr>
              <a:spLocks noChangeArrowheads="1"/>
            </p:cNvSpPr>
            <p:nvPr/>
          </p:nvSpPr>
          <p:spPr bwMode="auto">
            <a:xfrm>
              <a:off x="3762376" y="4676775"/>
              <a:ext cx="61913" cy="619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556"/>
            <p:cNvSpPr>
              <a:spLocks/>
            </p:cNvSpPr>
            <p:nvPr/>
          </p:nvSpPr>
          <p:spPr bwMode="auto">
            <a:xfrm>
              <a:off x="3887788" y="4826000"/>
              <a:ext cx="115888" cy="257175"/>
            </a:xfrm>
            <a:custGeom>
              <a:avLst/>
              <a:gdLst>
                <a:gd name="T0" fmla="*/ 48 w 54"/>
                <a:gd name="T1" fmla="*/ 2 h 120"/>
                <a:gd name="T2" fmla="*/ 0 w 54"/>
                <a:gd name="T3" fmla="*/ 28 h 120"/>
                <a:gd name="T4" fmla="*/ 0 w 54"/>
                <a:gd name="T5" fmla="*/ 91 h 120"/>
                <a:gd name="T6" fmla="*/ 48 w 54"/>
                <a:gd name="T7" fmla="*/ 119 h 120"/>
                <a:gd name="T8" fmla="*/ 54 w 54"/>
                <a:gd name="T9" fmla="*/ 109 h 120"/>
                <a:gd name="T10" fmla="*/ 54 w 54"/>
                <a:gd name="T11" fmla="*/ 12 h 120"/>
                <a:gd name="T12" fmla="*/ 48 w 54"/>
                <a:gd name="T13" fmla="*/ 2 h 120"/>
              </a:gdLst>
              <a:ahLst/>
              <a:cxnLst>
                <a:cxn ang="0">
                  <a:pos x="T0" y="T1"/>
                </a:cxn>
                <a:cxn ang="0">
                  <a:pos x="T2" y="T3"/>
                </a:cxn>
                <a:cxn ang="0">
                  <a:pos x="T4" y="T5"/>
                </a:cxn>
                <a:cxn ang="0">
                  <a:pos x="T6" y="T7"/>
                </a:cxn>
                <a:cxn ang="0">
                  <a:pos x="T8" y="T9"/>
                </a:cxn>
                <a:cxn ang="0">
                  <a:pos x="T10" y="T11"/>
                </a:cxn>
                <a:cxn ang="0">
                  <a:pos x="T12" y="T13"/>
                </a:cxn>
              </a:cxnLst>
              <a:rect l="0" t="0" r="r" b="b"/>
              <a:pathLst>
                <a:path w="54" h="120">
                  <a:moveTo>
                    <a:pt x="48" y="2"/>
                  </a:moveTo>
                  <a:cubicBezTo>
                    <a:pt x="0" y="28"/>
                    <a:pt x="0" y="28"/>
                    <a:pt x="0" y="28"/>
                  </a:cubicBezTo>
                  <a:cubicBezTo>
                    <a:pt x="0" y="91"/>
                    <a:pt x="0" y="91"/>
                    <a:pt x="0" y="91"/>
                  </a:cubicBezTo>
                  <a:cubicBezTo>
                    <a:pt x="48" y="119"/>
                    <a:pt x="48" y="119"/>
                    <a:pt x="48" y="119"/>
                  </a:cubicBezTo>
                  <a:cubicBezTo>
                    <a:pt x="51" y="119"/>
                    <a:pt x="54" y="120"/>
                    <a:pt x="54" y="109"/>
                  </a:cubicBezTo>
                  <a:cubicBezTo>
                    <a:pt x="54" y="12"/>
                    <a:pt x="54" y="12"/>
                    <a:pt x="54" y="12"/>
                  </a:cubicBezTo>
                  <a:cubicBezTo>
                    <a:pt x="54" y="7"/>
                    <a:pt x="53" y="0"/>
                    <a:pt x="4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557"/>
            <p:cNvSpPr>
              <a:spLocks noEditPoints="1"/>
            </p:cNvSpPr>
            <p:nvPr/>
          </p:nvSpPr>
          <p:spPr bwMode="auto">
            <a:xfrm>
              <a:off x="3500438" y="4843463"/>
              <a:ext cx="366713" cy="239713"/>
            </a:xfrm>
            <a:custGeom>
              <a:avLst/>
              <a:gdLst>
                <a:gd name="T0" fmla="*/ 171 w 171"/>
                <a:gd name="T1" fmla="*/ 8 h 112"/>
                <a:gd name="T2" fmla="*/ 163 w 171"/>
                <a:gd name="T3" fmla="*/ 0 h 112"/>
                <a:gd name="T4" fmla="*/ 8 w 171"/>
                <a:gd name="T5" fmla="*/ 0 h 112"/>
                <a:gd name="T6" fmla="*/ 0 w 171"/>
                <a:gd name="T7" fmla="*/ 8 h 112"/>
                <a:gd name="T8" fmla="*/ 0 w 171"/>
                <a:gd name="T9" fmla="*/ 103 h 112"/>
                <a:gd name="T10" fmla="*/ 8 w 171"/>
                <a:gd name="T11" fmla="*/ 112 h 112"/>
                <a:gd name="T12" fmla="*/ 163 w 171"/>
                <a:gd name="T13" fmla="*/ 112 h 112"/>
                <a:gd name="T14" fmla="*/ 171 w 171"/>
                <a:gd name="T15" fmla="*/ 103 h 112"/>
                <a:gd name="T16" fmla="*/ 171 w 171"/>
                <a:gd name="T17" fmla="*/ 8 h 112"/>
                <a:gd name="T18" fmla="*/ 121 w 171"/>
                <a:gd name="T19" fmla="*/ 73 h 112"/>
                <a:gd name="T20" fmla="*/ 118 w 171"/>
                <a:gd name="T21" fmla="*/ 76 h 112"/>
                <a:gd name="T22" fmla="*/ 51 w 171"/>
                <a:gd name="T23" fmla="*/ 76 h 112"/>
                <a:gd name="T24" fmla="*/ 48 w 171"/>
                <a:gd name="T25" fmla="*/ 73 h 112"/>
                <a:gd name="T26" fmla="*/ 48 w 171"/>
                <a:gd name="T27" fmla="*/ 36 h 112"/>
                <a:gd name="T28" fmla="*/ 51 w 171"/>
                <a:gd name="T29" fmla="*/ 33 h 112"/>
                <a:gd name="T30" fmla="*/ 118 w 171"/>
                <a:gd name="T31" fmla="*/ 33 h 112"/>
                <a:gd name="T32" fmla="*/ 121 w 171"/>
                <a:gd name="T33" fmla="*/ 36 h 112"/>
                <a:gd name="T34" fmla="*/ 121 w 171"/>
                <a:gd name="T35" fmla="*/ 73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1" h="112">
                  <a:moveTo>
                    <a:pt x="171" y="8"/>
                  </a:moveTo>
                  <a:cubicBezTo>
                    <a:pt x="171" y="3"/>
                    <a:pt x="167" y="0"/>
                    <a:pt x="163" y="0"/>
                  </a:cubicBezTo>
                  <a:cubicBezTo>
                    <a:pt x="8" y="0"/>
                    <a:pt x="8" y="0"/>
                    <a:pt x="8" y="0"/>
                  </a:cubicBezTo>
                  <a:cubicBezTo>
                    <a:pt x="4" y="0"/>
                    <a:pt x="0" y="3"/>
                    <a:pt x="0" y="8"/>
                  </a:cubicBezTo>
                  <a:cubicBezTo>
                    <a:pt x="0" y="103"/>
                    <a:pt x="0" y="103"/>
                    <a:pt x="0" y="103"/>
                  </a:cubicBezTo>
                  <a:cubicBezTo>
                    <a:pt x="0" y="108"/>
                    <a:pt x="4" y="112"/>
                    <a:pt x="8" y="112"/>
                  </a:cubicBezTo>
                  <a:cubicBezTo>
                    <a:pt x="163" y="112"/>
                    <a:pt x="163" y="112"/>
                    <a:pt x="163" y="112"/>
                  </a:cubicBezTo>
                  <a:cubicBezTo>
                    <a:pt x="167" y="112"/>
                    <a:pt x="171" y="108"/>
                    <a:pt x="171" y="103"/>
                  </a:cubicBezTo>
                  <a:lnTo>
                    <a:pt x="171" y="8"/>
                  </a:lnTo>
                  <a:close/>
                  <a:moveTo>
                    <a:pt x="121" y="73"/>
                  </a:moveTo>
                  <a:cubicBezTo>
                    <a:pt x="121" y="75"/>
                    <a:pt x="120" y="76"/>
                    <a:pt x="118" y="76"/>
                  </a:cubicBezTo>
                  <a:cubicBezTo>
                    <a:pt x="51" y="76"/>
                    <a:pt x="51" y="76"/>
                    <a:pt x="51" y="76"/>
                  </a:cubicBezTo>
                  <a:cubicBezTo>
                    <a:pt x="49" y="76"/>
                    <a:pt x="48" y="75"/>
                    <a:pt x="48" y="73"/>
                  </a:cubicBezTo>
                  <a:cubicBezTo>
                    <a:pt x="48" y="36"/>
                    <a:pt x="48" y="36"/>
                    <a:pt x="48" y="36"/>
                  </a:cubicBezTo>
                  <a:cubicBezTo>
                    <a:pt x="48" y="35"/>
                    <a:pt x="49" y="33"/>
                    <a:pt x="51" y="33"/>
                  </a:cubicBezTo>
                  <a:cubicBezTo>
                    <a:pt x="118" y="33"/>
                    <a:pt x="118" y="33"/>
                    <a:pt x="118" y="33"/>
                  </a:cubicBezTo>
                  <a:cubicBezTo>
                    <a:pt x="120" y="33"/>
                    <a:pt x="121" y="35"/>
                    <a:pt x="121" y="36"/>
                  </a:cubicBezTo>
                  <a:lnTo>
                    <a:pt x="121" y="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558"/>
            <p:cNvSpPr>
              <a:spLocks/>
            </p:cNvSpPr>
            <p:nvPr/>
          </p:nvSpPr>
          <p:spPr bwMode="auto">
            <a:xfrm>
              <a:off x="3636963" y="4941888"/>
              <a:ext cx="92075" cy="38100"/>
            </a:xfrm>
            <a:custGeom>
              <a:avLst/>
              <a:gdLst>
                <a:gd name="T0" fmla="*/ 43 w 43"/>
                <a:gd name="T1" fmla="*/ 1 h 18"/>
                <a:gd name="T2" fmla="*/ 41 w 43"/>
                <a:gd name="T3" fmla="*/ 0 h 18"/>
                <a:gd name="T4" fmla="*/ 2 w 43"/>
                <a:gd name="T5" fmla="*/ 0 h 18"/>
                <a:gd name="T6" fmla="*/ 0 w 43"/>
                <a:gd name="T7" fmla="*/ 1 h 18"/>
                <a:gd name="T8" fmla="*/ 0 w 43"/>
                <a:gd name="T9" fmla="*/ 16 h 18"/>
                <a:gd name="T10" fmla="*/ 2 w 43"/>
                <a:gd name="T11" fmla="*/ 18 h 18"/>
                <a:gd name="T12" fmla="*/ 41 w 43"/>
                <a:gd name="T13" fmla="*/ 18 h 18"/>
                <a:gd name="T14" fmla="*/ 43 w 43"/>
                <a:gd name="T15" fmla="*/ 16 h 18"/>
                <a:gd name="T16" fmla="*/ 43 w 43"/>
                <a:gd name="T17"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18">
                  <a:moveTo>
                    <a:pt x="43" y="1"/>
                  </a:moveTo>
                  <a:cubicBezTo>
                    <a:pt x="43" y="0"/>
                    <a:pt x="42" y="0"/>
                    <a:pt x="41" y="0"/>
                  </a:cubicBezTo>
                  <a:cubicBezTo>
                    <a:pt x="2" y="0"/>
                    <a:pt x="2" y="0"/>
                    <a:pt x="2" y="0"/>
                  </a:cubicBezTo>
                  <a:cubicBezTo>
                    <a:pt x="1" y="0"/>
                    <a:pt x="0" y="0"/>
                    <a:pt x="0" y="1"/>
                  </a:cubicBezTo>
                  <a:cubicBezTo>
                    <a:pt x="0" y="16"/>
                    <a:pt x="0" y="16"/>
                    <a:pt x="0" y="16"/>
                  </a:cubicBezTo>
                  <a:cubicBezTo>
                    <a:pt x="0" y="17"/>
                    <a:pt x="1" y="18"/>
                    <a:pt x="2" y="18"/>
                  </a:cubicBezTo>
                  <a:cubicBezTo>
                    <a:pt x="41" y="18"/>
                    <a:pt x="41" y="18"/>
                    <a:pt x="41" y="18"/>
                  </a:cubicBezTo>
                  <a:cubicBezTo>
                    <a:pt x="42" y="18"/>
                    <a:pt x="43" y="17"/>
                    <a:pt x="43" y="16"/>
                  </a:cubicBezTo>
                  <a:lnTo>
                    <a:pt x="4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0" name="组合 59"/>
          <p:cNvGrpSpPr/>
          <p:nvPr/>
        </p:nvGrpSpPr>
        <p:grpSpPr>
          <a:xfrm>
            <a:off x="2556339" y="701822"/>
            <a:ext cx="379019" cy="270887"/>
            <a:chOff x="4445001" y="4633913"/>
            <a:chExt cx="539750" cy="385763"/>
          </a:xfrm>
          <a:solidFill>
            <a:srgbClr val="707E84"/>
          </a:solidFill>
        </p:grpSpPr>
        <p:sp>
          <p:nvSpPr>
            <p:cNvPr id="61" name="Freeform 559"/>
            <p:cNvSpPr>
              <a:spLocks noEditPoints="1"/>
            </p:cNvSpPr>
            <p:nvPr/>
          </p:nvSpPr>
          <p:spPr bwMode="auto">
            <a:xfrm>
              <a:off x="4445001" y="4678363"/>
              <a:ext cx="539750" cy="341313"/>
            </a:xfrm>
            <a:custGeom>
              <a:avLst/>
              <a:gdLst>
                <a:gd name="T0" fmla="*/ 252 w 252"/>
                <a:gd name="T1" fmla="*/ 11 h 159"/>
                <a:gd name="T2" fmla="*/ 241 w 252"/>
                <a:gd name="T3" fmla="*/ 0 h 159"/>
                <a:gd name="T4" fmla="*/ 11 w 252"/>
                <a:gd name="T5" fmla="*/ 0 h 159"/>
                <a:gd name="T6" fmla="*/ 0 w 252"/>
                <a:gd name="T7" fmla="*/ 11 h 159"/>
                <a:gd name="T8" fmla="*/ 0 w 252"/>
                <a:gd name="T9" fmla="*/ 147 h 159"/>
                <a:gd name="T10" fmla="*/ 11 w 252"/>
                <a:gd name="T11" fmla="*/ 159 h 159"/>
                <a:gd name="T12" fmla="*/ 241 w 252"/>
                <a:gd name="T13" fmla="*/ 159 h 159"/>
                <a:gd name="T14" fmla="*/ 252 w 252"/>
                <a:gd name="T15" fmla="*/ 147 h 159"/>
                <a:gd name="T16" fmla="*/ 252 w 252"/>
                <a:gd name="T17" fmla="*/ 11 h 159"/>
                <a:gd name="T18" fmla="*/ 48 w 252"/>
                <a:gd name="T19" fmla="*/ 36 h 159"/>
                <a:gd name="T20" fmla="*/ 17 w 252"/>
                <a:gd name="T21" fmla="*/ 36 h 159"/>
                <a:gd name="T22" fmla="*/ 17 w 252"/>
                <a:gd name="T23" fmla="*/ 13 h 159"/>
                <a:gd name="T24" fmla="*/ 48 w 252"/>
                <a:gd name="T25" fmla="*/ 13 h 159"/>
                <a:gd name="T26" fmla="*/ 48 w 252"/>
                <a:gd name="T27" fmla="*/ 36 h 159"/>
                <a:gd name="T28" fmla="*/ 134 w 252"/>
                <a:gd name="T29" fmla="*/ 147 h 159"/>
                <a:gd name="T30" fmla="*/ 65 w 252"/>
                <a:gd name="T31" fmla="*/ 78 h 159"/>
                <a:gd name="T32" fmla="*/ 134 w 252"/>
                <a:gd name="T33" fmla="*/ 9 h 159"/>
                <a:gd name="T34" fmla="*/ 203 w 252"/>
                <a:gd name="T35" fmla="*/ 78 h 159"/>
                <a:gd name="T36" fmla="*/ 134 w 252"/>
                <a:gd name="T37" fmla="*/ 147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2" h="159">
                  <a:moveTo>
                    <a:pt x="252" y="11"/>
                  </a:moveTo>
                  <a:cubicBezTo>
                    <a:pt x="252" y="5"/>
                    <a:pt x="247" y="0"/>
                    <a:pt x="241" y="0"/>
                  </a:cubicBezTo>
                  <a:cubicBezTo>
                    <a:pt x="11" y="0"/>
                    <a:pt x="11" y="0"/>
                    <a:pt x="11" y="0"/>
                  </a:cubicBezTo>
                  <a:cubicBezTo>
                    <a:pt x="5" y="0"/>
                    <a:pt x="0" y="5"/>
                    <a:pt x="0" y="11"/>
                  </a:cubicBezTo>
                  <a:cubicBezTo>
                    <a:pt x="0" y="147"/>
                    <a:pt x="0" y="147"/>
                    <a:pt x="0" y="147"/>
                  </a:cubicBezTo>
                  <a:cubicBezTo>
                    <a:pt x="0" y="154"/>
                    <a:pt x="5" y="159"/>
                    <a:pt x="11" y="159"/>
                  </a:cubicBezTo>
                  <a:cubicBezTo>
                    <a:pt x="241" y="159"/>
                    <a:pt x="241" y="159"/>
                    <a:pt x="241" y="159"/>
                  </a:cubicBezTo>
                  <a:cubicBezTo>
                    <a:pt x="247" y="159"/>
                    <a:pt x="252" y="154"/>
                    <a:pt x="252" y="147"/>
                  </a:cubicBezTo>
                  <a:lnTo>
                    <a:pt x="252" y="11"/>
                  </a:lnTo>
                  <a:close/>
                  <a:moveTo>
                    <a:pt x="48" y="36"/>
                  </a:moveTo>
                  <a:cubicBezTo>
                    <a:pt x="17" y="36"/>
                    <a:pt x="17" y="36"/>
                    <a:pt x="17" y="36"/>
                  </a:cubicBezTo>
                  <a:cubicBezTo>
                    <a:pt x="17" y="13"/>
                    <a:pt x="17" y="13"/>
                    <a:pt x="17" y="13"/>
                  </a:cubicBezTo>
                  <a:cubicBezTo>
                    <a:pt x="48" y="13"/>
                    <a:pt x="48" y="13"/>
                    <a:pt x="48" y="13"/>
                  </a:cubicBezTo>
                  <a:lnTo>
                    <a:pt x="48" y="36"/>
                  </a:lnTo>
                  <a:close/>
                  <a:moveTo>
                    <a:pt x="134" y="147"/>
                  </a:moveTo>
                  <a:cubicBezTo>
                    <a:pt x="96" y="147"/>
                    <a:pt x="65" y="116"/>
                    <a:pt x="65" y="78"/>
                  </a:cubicBezTo>
                  <a:cubicBezTo>
                    <a:pt x="65" y="40"/>
                    <a:pt x="96" y="9"/>
                    <a:pt x="134" y="9"/>
                  </a:cubicBezTo>
                  <a:cubicBezTo>
                    <a:pt x="172" y="9"/>
                    <a:pt x="203" y="40"/>
                    <a:pt x="203" y="78"/>
                  </a:cubicBezTo>
                  <a:cubicBezTo>
                    <a:pt x="203" y="116"/>
                    <a:pt x="172" y="147"/>
                    <a:pt x="134" y="1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560"/>
            <p:cNvSpPr>
              <a:spLocks noEditPoints="1"/>
            </p:cNvSpPr>
            <p:nvPr/>
          </p:nvSpPr>
          <p:spPr bwMode="auto">
            <a:xfrm>
              <a:off x="4610101" y="4724400"/>
              <a:ext cx="244475" cy="246063"/>
            </a:xfrm>
            <a:custGeom>
              <a:avLst/>
              <a:gdLst>
                <a:gd name="T0" fmla="*/ 57 w 114"/>
                <a:gd name="T1" fmla="*/ 0 h 115"/>
                <a:gd name="T2" fmla="*/ 0 w 114"/>
                <a:gd name="T3" fmla="*/ 57 h 115"/>
                <a:gd name="T4" fmla="*/ 57 w 114"/>
                <a:gd name="T5" fmla="*/ 115 h 115"/>
                <a:gd name="T6" fmla="*/ 114 w 114"/>
                <a:gd name="T7" fmla="*/ 57 h 115"/>
                <a:gd name="T8" fmla="*/ 57 w 114"/>
                <a:gd name="T9" fmla="*/ 0 h 115"/>
                <a:gd name="T10" fmla="*/ 57 w 114"/>
                <a:gd name="T11" fmla="*/ 100 h 115"/>
                <a:gd name="T12" fmla="*/ 15 w 114"/>
                <a:gd name="T13" fmla="*/ 57 h 115"/>
                <a:gd name="T14" fmla="*/ 57 w 114"/>
                <a:gd name="T15" fmla="*/ 15 h 115"/>
                <a:gd name="T16" fmla="*/ 100 w 114"/>
                <a:gd name="T17" fmla="*/ 57 h 115"/>
                <a:gd name="T18" fmla="*/ 57 w 114"/>
                <a:gd name="T19" fmla="*/ 10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4" h="115">
                  <a:moveTo>
                    <a:pt x="57" y="0"/>
                  </a:moveTo>
                  <a:cubicBezTo>
                    <a:pt x="26" y="0"/>
                    <a:pt x="0" y="26"/>
                    <a:pt x="0" y="57"/>
                  </a:cubicBezTo>
                  <a:cubicBezTo>
                    <a:pt x="0" y="89"/>
                    <a:pt x="26" y="115"/>
                    <a:pt x="57" y="115"/>
                  </a:cubicBezTo>
                  <a:cubicBezTo>
                    <a:pt x="89" y="115"/>
                    <a:pt x="114" y="89"/>
                    <a:pt x="114" y="57"/>
                  </a:cubicBezTo>
                  <a:cubicBezTo>
                    <a:pt x="114" y="26"/>
                    <a:pt x="89" y="0"/>
                    <a:pt x="57" y="0"/>
                  </a:cubicBezTo>
                  <a:close/>
                  <a:moveTo>
                    <a:pt x="57" y="100"/>
                  </a:moveTo>
                  <a:cubicBezTo>
                    <a:pt x="34" y="100"/>
                    <a:pt x="15" y="81"/>
                    <a:pt x="15" y="57"/>
                  </a:cubicBezTo>
                  <a:cubicBezTo>
                    <a:pt x="15" y="34"/>
                    <a:pt x="34" y="15"/>
                    <a:pt x="57" y="15"/>
                  </a:cubicBezTo>
                  <a:cubicBezTo>
                    <a:pt x="81" y="15"/>
                    <a:pt x="100" y="34"/>
                    <a:pt x="100" y="57"/>
                  </a:cubicBezTo>
                  <a:cubicBezTo>
                    <a:pt x="100" y="81"/>
                    <a:pt x="81" y="100"/>
                    <a:pt x="57"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561"/>
            <p:cNvSpPr>
              <a:spLocks/>
            </p:cNvSpPr>
            <p:nvPr/>
          </p:nvSpPr>
          <p:spPr bwMode="auto">
            <a:xfrm>
              <a:off x="4527551" y="4633913"/>
              <a:ext cx="74613" cy="36513"/>
            </a:xfrm>
            <a:custGeom>
              <a:avLst/>
              <a:gdLst>
                <a:gd name="T0" fmla="*/ 35 w 35"/>
                <a:gd name="T1" fmla="*/ 15 h 17"/>
                <a:gd name="T2" fmla="*/ 35 w 35"/>
                <a:gd name="T3" fmla="*/ 2 h 17"/>
                <a:gd name="T4" fmla="*/ 31 w 35"/>
                <a:gd name="T5" fmla="*/ 0 h 17"/>
                <a:gd name="T6" fmla="*/ 3 w 35"/>
                <a:gd name="T7" fmla="*/ 0 h 17"/>
                <a:gd name="T8" fmla="*/ 0 w 35"/>
                <a:gd name="T9" fmla="*/ 2 h 17"/>
                <a:gd name="T10" fmla="*/ 0 w 35"/>
                <a:gd name="T11" fmla="*/ 15 h 17"/>
                <a:gd name="T12" fmla="*/ 0 w 35"/>
                <a:gd name="T13" fmla="*/ 17 h 17"/>
                <a:gd name="T14" fmla="*/ 34 w 35"/>
                <a:gd name="T15" fmla="*/ 17 h 17"/>
                <a:gd name="T16" fmla="*/ 35 w 35"/>
                <a:gd name="T17"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17">
                  <a:moveTo>
                    <a:pt x="35" y="15"/>
                  </a:moveTo>
                  <a:cubicBezTo>
                    <a:pt x="35" y="2"/>
                    <a:pt x="35" y="2"/>
                    <a:pt x="35" y="2"/>
                  </a:cubicBezTo>
                  <a:cubicBezTo>
                    <a:pt x="35" y="0"/>
                    <a:pt x="33" y="0"/>
                    <a:pt x="31" y="0"/>
                  </a:cubicBezTo>
                  <a:cubicBezTo>
                    <a:pt x="3" y="0"/>
                    <a:pt x="3" y="0"/>
                    <a:pt x="3" y="0"/>
                  </a:cubicBezTo>
                  <a:cubicBezTo>
                    <a:pt x="2" y="0"/>
                    <a:pt x="0" y="0"/>
                    <a:pt x="0" y="2"/>
                  </a:cubicBezTo>
                  <a:cubicBezTo>
                    <a:pt x="0" y="15"/>
                    <a:pt x="0" y="15"/>
                    <a:pt x="0" y="15"/>
                  </a:cubicBezTo>
                  <a:cubicBezTo>
                    <a:pt x="0" y="15"/>
                    <a:pt x="0" y="17"/>
                    <a:pt x="0" y="17"/>
                  </a:cubicBezTo>
                  <a:cubicBezTo>
                    <a:pt x="34" y="17"/>
                    <a:pt x="34" y="17"/>
                    <a:pt x="34" y="17"/>
                  </a:cubicBezTo>
                  <a:cubicBezTo>
                    <a:pt x="34" y="17"/>
                    <a:pt x="35" y="15"/>
                    <a:pt x="35"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64" name="Freeform 578"/>
          <p:cNvSpPr>
            <a:spLocks noEditPoints="1"/>
          </p:cNvSpPr>
          <p:nvPr/>
        </p:nvSpPr>
        <p:spPr bwMode="auto">
          <a:xfrm>
            <a:off x="2669195" y="136224"/>
            <a:ext cx="245247" cy="372330"/>
          </a:xfrm>
          <a:custGeom>
            <a:avLst/>
            <a:gdLst>
              <a:gd name="T0" fmla="*/ 152 w 163"/>
              <a:gd name="T1" fmla="*/ 0 h 248"/>
              <a:gd name="T2" fmla="*/ 83 w 163"/>
              <a:gd name="T3" fmla="*/ 44 h 248"/>
              <a:gd name="T4" fmla="*/ 7 w 163"/>
              <a:gd name="T5" fmla="*/ 102 h 248"/>
              <a:gd name="T6" fmla="*/ 0 w 163"/>
              <a:gd name="T7" fmla="*/ 131 h 248"/>
              <a:gd name="T8" fmla="*/ 12 w 163"/>
              <a:gd name="T9" fmla="*/ 171 h 248"/>
              <a:gd name="T10" fmla="*/ 76 w 163"/>
              <a:gd name="T11" fmla="*/ 110 h 248"/>
              <a:gd name="T12" fmla="*/ 23 w 163"/>
              <a:gd name="T13" fmla="*/ 234 h 248"/>
              <a:gd name="T14" fmla="*/ 23 w 163"/>
              <a:gd name="T15" fmla="*/ 236 h 248"/>
              <a:gd name="T16" fmla="*/ 24 w 163"/>
              <a:gd name="T17" fmla="*/ 240 h 248"/>
              <a:gd name="T18" fmla="*/ 24 w 163"/>
              <a:gd name="T19" fmla="*/ 242 h 248"/>
              <a:gd name="T20" fmla="*/ 28 w 163"/>
              <a:gd name="T21" fmla="*/ 248 h 248"/>
              <a:gd name="T22" fmla="*/ 36 w 163"/>
              <a:gd name="T23" fmla="*/ 248 h 248"/>
              <a:gd name="T24" fmla="*/ 40 w 163"/>
              <a:gd name="T25" fmla="*/ 243 h 248"/>
              <a:gd name="T26" fmla="*/ 41 w 163"/>
              <a:gd name="T27" fmla="*/ 193 h 248"/>
              <a:gd name="T28" fmla="*/ 65 w 163"/>
              <a:gd name="T29" fmla="*/ 198 h 248"/>
              <a:gd name="T30" fmla="*/ 118 w 163"/>
              <a:gd name="T31" fmla="*/ 172 h 248"/>
              <a:gd name="T32" fmla="*/ 152 w 163"/>
              <a:gd name="T33" fmla="*/ 0 h 248"/>
              <a:gd name="T34" fmla="*/ 79 w 163"/>
              <a:gd name="T35" fmla="*/ 108 h 248"/>
              <a:gd name="T36" fmla="*/ 78 w 163"/>
              <a:gd name="T37" fmla="*/ 109 h 248"/>
              <a:gd name="T38" fmla="*/ 78 w 163"/>
              <a:gd name="T39" fmla="*/ 108 h 248"/>
              <a:gd name="T40" fmla="*/ 79 w 163"/>
              <a:gd name="T41" fmla="*/ 10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3" h="248">
                <a:moveTo>
                  <a:pt x="152" y="0"/>
                </a:moveTo>
                <a:cubicBezTo>
                  <a:pt x="140" y="34"/>
                  <a:pt x="83" y="44"/>
                  <a:pt x="83" y="44"/>
                </a:cubicBezTo>
                <a:cubicBezTo>
                  <a:pt x="32" y="54"/>
                  <a:pt x="13" y="88"/>
                  <a:pt x="7" y="102"/>
                </a:cubicBezTo>
                <a:cubicBezTo>
                  <a:pt x="3" y="111"/>
                  <a:pt x="0" y="121"/>
                  <a:pt x="0" y="131"/>
                </a:cubicBezTo>
                <a:cubicBezTo>
                  <a:pt x="0" y="146"/>
                  <a:pt x="4" y="160"/>
                  <a:pt x="12" y="171"/>
                </a:cubicBezTo>
                <a:cubicBezTo>
                  <a:pt x="27" y="132"/>
                  <a:pt x="65" y="114"/>
                  <a:pt x="76" y="110"/>
                </a:cubicBezTo>
                <a:cubicBezTo>
                  <a:pt x="65" y="120"/>
                  <a:pt x="17" y="170"/>
                  <a:pt x="23" y="234"/>
                </a:cubicBezTo>
                <a:cubicBezTo>
                  <a:pt x="23" y="235"/>
                  <a:pt x="23" y="235"/>
                  <a:pt x="23" y="236"/>
                </a:cubicBezTo>
                <a:cubicBezTo>
                  <a:pt x="23" y="237"/>
                  <a:pt x="24" y="238"/>
                  <a:pt x="24" y="240"/>
                </a:cubicBezTo>
                <a:cubicBezTo>
                  <a:pt x="24" y="240"/>
                  <a:pt x="24" y="241"/>
                  <a:pt x="24" y="242"/>
                </a:cubicBezTo>
                <a:cubicBezTo>
                  <a:pt x="24" y="244"/>
                  <a:pt x="25" y="247"/>
                  <a:pt x="28" y="248"/>
                </a:cubicBezTo>
                <a:cubicBezTo>
                  <a:pt x="36" y="248"/>
                  <a:pt x="36" y="248"/>
                  <a:pt x="36" y="248"/>
                </a:cubicBezTo>
                <a:cubicBezTo>
                  <a:pt x="36" y="248"/>
                  <a:pt x="41" y="247"/>
                  <a:pt x="40" y="243"/>
                </a:cubicBezTo>
                <a:cubicBezTo>
                  <a:pt x="35" y="226"/>
                  <a:pt x="33" y="207"/>
                  <a:pt x="41" y="193"/>
                </a:cubicBezTo>
                <a:cubicBezTo>
                  <a:pt x="48" y="196"/>
                  <a:pt x="56" y="198"/>
                  <a:pt x="65" y="198"/>
                </a:cubicBezTo>
                <a:cubicBezTo>
                  <a:pt x="86" y="198"/>
                  <a:pt x="106" y="188"/>
                  <a:pt x="118" y="172"/>
                </a:cubicBezTo>
                <a:cubicBezTo>
                  <a:pt x="163" y="120"/>
                  <a:pt x="152" y="0"/>
                  <a:pt x="152" y="0"/>
                </a:cubicBezTo>
                <a:close/>
                <a:moveTo>
                  <a:pt x="79" y="108"/>
                </a:moveTo>
                <a:cubicBezTo>
                  <a:pt x="78" y="108"/>
                  <a:pt x="78" y="109"/>
                  <a:pt x="78" y="109"/>
                </a:cubicBezTo>
                <a:cubicBezTo>
                  <a:pt x="78" y="108"/>
                  <a:pt x="78" y="108"/>
                  <a:pt x="78" y="108"/>
                </a:cubicBezTo>
                <a:cubicBezTo>
                  <a:pt x="78" y="108"/>
                  <a:pt x="79" y="108"/>
                  <a:pt x="79" y="108"/>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5" name="Freeform 579"/>
          <p:cNvSpPr>
            <a:spLocks/>
          </p:cNvSpPr>
          <p:nvPr/>
        </p:nvSpPr>
        <p:spPr bwMode="auto">
          <a:xfrm>
            <a:off x="3029690" y="145142"/>
            <a:ext cx="387937" cy="354494"/>
          </a:xfrm>
          <a:custGeom>
            <a:avLst/>
            <a:gdLst>
              <a:gd name="T0" fmla="*/ 258 w 258"/>
              <a:gd name="T1" fmla="*/ 78 h 236"/>
              <a:gd name="T2" fmla="*/ 258 w 258"/>
              <a:gd name="T3" fmla="*/ 77 h 236"/>
              <a:gd name="T4" fmla="*/ 258 w 258"/>
              <a:gd name="T5" fmla="*/ 74 h 236"/>
              <a:gd name="T6" fmla="*/ 258 w 258"/>
              <a:gd name="T7" fmla="*/ 74 h 236"/>
              <a:gd name="T8" fmla="*/ 187 w 258"/>
              <a:gd name="T9" fmla="*/ 0 h 236"/>
              <a:gd name="T10" fmla="*/ 129 w 258"/>
              <a:gd name="T11" fmla="*/ 32 h 236"/>
              <a:gd name="T12" fmla="*/ 72 w 258"/>
              <a:gd name="T13" fmla="*/ 0 h 236"/>
              <a:gd name="T14" fmla="*/ 1 w 258"/>
              <a:gd name="T15" fmla="*/ 70 h 236"/>
              <a:gd name="T16" fmla="*/ 1 w 258"/>
              <a:gd name="T17" fmla="*/ 70 h 236"/>
              <a:gd name="T18" fmla="*/ 1 w 258"/>
              <a:gd name="T19" fmla="*/ 70 h 236"/>
              <a:gd name="T20" fmla="*/ 0 w 258"/>
              <a:gd name="T21" fmla="*/ 78 h 236"/>
              <a:gd name="T22" fmla="*/ 7 w 258"/>
              <a:gd name="T23" fmla="*/ 110 h 236"/>
              <a:gd name="T24" fmla="*/ 129 w 258"/>
              <a:gd name="T25" fmla="*/ 236 h 236"/>
              <a:gd name="T26" fmla="*/ 257 w 258"/>
              <a:gd name="T27" fmla="*/ 87 h 236"/>
              <a:gd name="T28" fmla="*/ 258 w 258"/>
              <a:gd name="T29" fmla="*/ 78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8" h="236">
                <a:moveTo>
                  <a:pt x="258" y="78"/>
                </a:moveTo>
                <a:cubicBezTo>
                  <a:pt x="258" y="77"/>
                  <a:pt x="258" y="77"/>
                  <a:pt x="258" y="77"/>
                </a:cubicBezTo>
                <a:cubicBezTo>
                  <a:pt x="258" y="76"/>
                  <a:pt x="258" y="74"/>
                  <a:pt x="258" y="74"/>
                </a:cubicBezTo>
                <a:cubicBezTo>
                  <a:pt x="258" y="74"/>
                  <a:pt x="258" y="74"/>
                  <a:pt x="258" y="74"/>
                </a:cubicBezTo>
                <a:cubicBezTo>
                  <a:pt x="256" y="31"/>
                  <a:pt x="225" y="0"/>
                  <a:pt x="187" y="0"/>
                </a:cubicBezTo>
                <a:cubicBezTo>
                  <a:pt x="163" y="0"/>
                  <a:pt x="142" y="12"/>
                  <a:pt x="129" y="32"/>
                </a:cubicBezTo>
                <a:cubicBezTo>
                  <a:pt x="116" y="12"/>
                  <a:pt x="95" y="0"/>
                  <a:pt x="72" y="0"/>
                </a:cubicBezTo>
                <a:cubicBezTo>
                  <a:pt x="35" y="0"/>
                  <a:pt x="5" y="29"/>
                  <a:pt x="1" y="70"/>
                </a:cubicBezTo>
                <a:cubicBezTo>
                  <a:pt x="1" y="70"/>
                  <a:pt x="1" y="70"/>
                  <a:pt x="1" y="70"/>
                </a:cubicBezTo>
                <a:cubicBezTo>
                  <a:pt x="1" y="70"/>
                  <a:pt x="1" y="70"/>
                  <a:pt x="1" y="70"/>
                </a:cubicBezTo>
                <a:cubicBezTo>
                  <a:pt x="0" y="73"/>
                  <a:pt x="0" y="75"/>
                  <a:pt x="0" y="78"/>
                </a:cubicBezTo>
                <a:cubicBezTo>
                  <a:pt x="0" y="89"/>
                  <a:pt x="3" y="100"/>
                  <a:pt x="7" y="110"/>
                </a:cubicBezTo>
                <a:cubicBezTo>
                  <a:pt x="33" y="189"/>
                  <a:pt x="129" y="236"/>
                  <a:pt x="129" y="236"/>
                </a:cubicBezTo>
                <a:cubicBezTo>
                  <a:pt x="129" y="236"/>
                  <a:pt x="249" y="182"/>
                  <a:pt x="257" y="87"/>
                </a:cubicBezTo>
                <a:cubicBezTo>
                  <a:pt x="258" y="84"/>
                  <a:pt x="258" y="81"/>
                  <a:pt x="258" y="78"/>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6" name="Freeform 580"/>
          <p:cNvSpPr>
            <a:spLocks noEditPoints="1"/>
          </p:cNvSpPr>
          <p:nvPr/>
        </p:nvSpPr>
        <p:spPr bwMode="auto">
          <a:xfrm>
            <a:off x="1240278" y="1139665"/>
            <a:ext cx="373445" cy="336658"/>
          </a:xfrm>
          <a:custGeom>
            <a:avLst/>
            <a:gdLst>
              <a:gd name="T0" fmla="*/ 196 w 248"/>
              <a:gd name="T1" fmla="*/ 107 h 224"/>
              <a:gd name="T2" fmla="*/ 248 w 248"/>
              <a:gd name="T3" fmla="*/ 68 h 224"/>
              <a:gd name="T4" fmla="*/ 245 w 248"/>
              <a:gd name="T5" fmla="*/ 63 h 224"/>
              <a:gd name="T6" fmla="*/ 240 w 248"/>
              <a:gd name="T7" fmla="*/ 63 h 224"/>
              <a:gd name="T8" fmla="*/ 215 w 248"/>
              <a:gd name="T9" fmla="*/ 80 h 224"/>
              <a:gd name="T10" fmla="*/ 195 w 248"/>
              <a:gd name="T11" fmla="*/ 49 h 224"/>
              <a:gd name="T12" fmla="*/ 219 w 248"/>
              <a:gd name="T13" fmla="*/ 33 h 224"/>
              <a:gd name="T14" fmla="*/ 219 w 248"/>
              <a:gd name="T15" fmla="*/ 29 h 224"/>
              <a:gd name="T16" fmla="*/ 218 w 248"/>
              <a:gd name="T17" fmla="*/ 28 h 224"/>
              <a:gd name="T18" fmla="*/ 159 w 248"/>
              <a:gd name="T19" fmla="*/ 79 h 224"/>
              <a:gd name="T20" fmla="*/ 137 w 248"/>
              <a:gd name="T21" fmla="*/ 100 h 224"/>
              <a:gd name="T22" fmla="*/ 132 w 248"/>
              <a:gd name="T23" fmla="*/ 95 h 224"/>
              <a:gd name="T24" fmla="*/ 125 w 248"/>
              <a:gd name="T25" fmla="*/ 94 h 224"/>
              <a:gd name="T26" fmla="*/ 108 w 248"/>
              <a:gd name="T27" fmla="*/ 51 h 224"/>
              <a:gd name="T28" fmla="*/ 119 w 248"/>
              <a:gd name="T29" fmla="*/ 47 h 224"/>
              <a:gd name="T30" fmla="*/ 126 w 248"/>
              <a:gd name="T31" fmla="*/ 45 h 224"/>
              <a:gd name="T32" fmla="*/ 138 w 248"/>
              <a:gd name="T33" fmla="*/ 33 h 224"/>
              <a:gd name="T34" fmla="*/ 105 w 248"/>
              <a:gd name="T35" fmla="*/ 0 h 224"/>
              <a:gd name="T36" fmla="*/ 90 w 248"/>
              <a:gd name="T37" fmla="*/ 13 h 224"/>
              <a:gd name="T38" fmla="*/ 84 w 248"/>
              <a:gd name="T39" fmla="*/ 31 h 224"/>
              <a:gd name="T40" fmla="*/ 30 w 248"/>
              <a:gd name="T41" fmla="*/ 144 h 224"/>
              <a:gd name="T42" fmla="*/ 42 w 248"/>
              <a:gd name="T43" fmla="*/ 142 h 224"/>
              <a:gd name="T44" fmla="*/ 57 w 248"/>
              <a:gd name="T45" fmla="*/ 97 h 224"/>
              <a:gd name="T46" fmla="*/ 103 w 248"/>
              <a:gd name="T47" fmla="*/ 110 h 224"/>
              <a:gd name="T48" fmla="*/ 101 w 248"/>
              <a:gd name="T49" fmla="*/ 116 h 224"/>
              <a:gd name="T50" fmla="*/ 109 w 248"/>
              <a:gd name="T51" fmla="*/ 127 h 224"/>
              <a:gd name="T52" fmla="*/ 59 w 248"/>
              <a:gd name="T53" fmla="*/ 174 h 224"/>
              <a:gd name="T54" fmla="*/ 50 w 248"/>
              <a:gd name="T55" fmla="*/ 185 h 224"/>
              <a:gd name="T56" fmla="*/ 56 w 248"/>
              <a:gd name="T57" fmla="*/ 212 h 224"/>
              <a:gd name="T58" fmla="*/ 80 w 248"/>
              <a:gd name="T59" fmla="*/ 214 h 224"/>
              <a:gd name="T60" fmla="*/ 136 w 248"/>
              <a:gd name="T61" fmla="*/ 159 h 224"/>
              <a:gd name="T62" fmla="*/ 191 w 248"/>
              <a:gd name="T63" fmla="*/ 215 h 224"/>
              <a:gd name="T64" fmla="*/ 208 w 248"/>
              <a:gd name="T65" fmla="*/ 211 h 224"/>
              <a:gd name="T66" fmla="*/ 221 w 248"/>
              <a:gd name="T67" fmla="*/ 196 h 224"/>
              <a:gd name="T68" fmla="*/ 221 w 248"/>
              <a:gd name="T69" fmla="*/ 184 h 224"/>
              <a:gd name="T70" fmla="*/ 167 w 248"/>
              <a:gd name="T71" fmla="*/ 129 h 224"/>
              <a:gd name="T72" fmla="*/ 187 w 248"/>
              <a:gd name="T73" fmla="*/ 110 h 224"/>
              <a:gd name="T74" fmla="*/ 196 w 248"/>
              <a:gd name="T75" fmla="*/ 107 h 224"/>
              <a:gd name="T76" fmla="*/ 70 w 248"/>
              <a:gd name="T77" fmla="*/ 206 h 224"/>
              <a:gd name="T78" fmla="*/ 59 w 248"/>
              <a:gd name="T79" fmla="*/ 195 h 224"/>
              <a:gd name="T80" fmla="*/ 70 w 248"/>
              <a:gd name="T81" fmla="*/ 185 h 224"/>
              <a:gd name="T82" fmla="*/ 80 w 248"/>
              <a:gd name="T83" fmla="*/ 195 h 224"/>
              <a:gd name="T84" fmla="*/ 70 w 248"/>
              <a:gd name="T85" fmla="*/ 206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48" h="224">
                <a:moveTo>
                  <a:pt x="196" y="107"/>
                </a:moveTo>
                <a:cubicBezTo>
                  <a:pt x="235" y="109"/>
                  <a:pt x="248" y="71"/>
                  <a:pt x="248" y="68"/>
                </a:cubicBezTo>
                <a:cubicBezTo>
                  <a:pt x="248" y="66"/>
                  <a:pt x="248" y="66"/>
                  <a:pt x="245" y="63"/>
                </a:cubicBezTo>
                <a:cubicBezTo>
                  <a:pt x="242" y="60"/>
                  <a:pt x="241" y="63"/>
                  <a:pt x="240" y="63"/>
                </a:cubicBezTo>
                <a:cubicBezTo>
                  <a:pt x="215" y="80"/>
                  <a:pt x="215" y="80"/>
                  <a:pt x="215" y="80"/>
                </a:cubicBezTo>
                <a:cubicBezTo>
                  <a:pt x="193" y="72"/>
                  <a:pt x="195" y="49"/>
                  <a:pt x="195" y="49"/>
                </a:cubicBezTo>
                <a:cubicBezTo>
                  <a:pt x="219" y="33"/>
                  <a:pt x="219" y="33"/>
                  <a:pt x="219" y="33"/>
                </a:cubicBezTo>
                <a:cubicBezTo>
                  <a:pt x="219" y="32"/>
                  <a:pt x="219" y="31"/>
                  <a:pt x="219" y="29"/>
                </a:cubicBezTo>
                <a:cubicBezTo>
                  <a:pt x="219" y="29"/>
                  <a:pt x="218" y="28"/>
                  <a:pt x="218" y="28"/>
                </a:cubicBezTo>
                <a:cubicBezTo>
                  <a:pt x="156" y="11"/>
                  <a:pt x="159" y="79"/>
                  <a:pt x="159" y="79"/>
                </a:cubicBezTo>
                <a:cubicBezTo>
                  <a:pt x="159" y="79"/>
                  <a:pt x="151" y="87"/>
                  <a:pt x="137" y="100"/>
                </a:cubicBezTo>
                <a:cubicBezTo>
                  <a:pt x="136" y="98"/>
                  <a:pt x="132" y="95"/>
                  <a:pt x="132" y="95"/>
                </a:cubicBezTo>
                <a:cubicBezTo>
                  <a:pt x="132" y="95"/>
                  <a:pt x="128" y="91"/>
                  <a:pt x="125" y="94"/>
                </a:cubicBezTo>
                <a:cubicBezTo>
                  <a:pt x="123" y="95"/>
                  <a:pt x="95" y="68"/>
                  <a:pt x="108" y="51"/>
                </a:cubicBezTo>
                <a:cubicBezTo>
                  <a:pt x="108" y="51"/>
                  <a:pt x="113" y="45"/>
                  <a:pt x="119" y="47"/>
                </a:cubicBezTo>
                <a:cubicBezTo>
                  <a:pt x="119" y="47"/>
                  <a:pt x="123" y="48"/>
                  <a:pt x="126" y="45"/>
                </a:cubicBezTo>
                <a:cubicBezTo>
                  <a:pt x="129" y="43"/>
                  <a:pt x="138" y="33"/>
                  <a:pt x="138" y="33"/>
                </a:cubicBezTo>
                <a:cubicBezTo>
                  <a:pt x="138" y="33"/>
                  <a:pt x="127" y="4"/>
                  <a:pt x="105" y="0"/>
                </a:cubicBezTo>
                <a:cubicBezTo>
                  <a:pt x="105" y="0"/>
                  <a:pt x="93" y="9"/>
                  <a:pt x="90" y="13"/>
                </a:cubicBezTo>
                <a:cubicBezTo>
                  <a:pt x="87" y="18"/>
                  <a:pt x="91" y="26"/>
                  <a:pt x="84" y="31"/>
                </a:cubicBezTo>
                <a:cubicBezTo>
                  <a:pt x="78" y="35"/>
                  <a:pt x="0" y="74"/>
                  <a:pt x="30" y="144"/>
                </a:cubicBezTo>
                <a:cubicBezTo>
                  <a:pt x="30" y="144"/>
                  <a:pt x="40" y="146"/>
                  <a:pt x="42" y="142"/>
                </a:cubicBezTo>
                <a:cubicBezTo>
                  <a:pt x="45" y="138"/>
                  <a:pt x="31" y="110"/>
                  <a:pt x="57" y="97"/>
                </a:cubicBezTo>
                <a:cubicBezTo>
                  <a:pt x="57" y="97"/>
                  <a:pt x="85" y="85"/>
                  <a:pt x="103" y="110"/>
                </a:cubicBezTo>
                <a:cubicBezTo>
                  <a:pt x="103" y="110"/>
                  <a:pt x="99" y="113"/>
                  <a:pt x="101" y="116"/>
                </a:cubicBezTo>
                <a:cubicBezTo>
                  <a:pt x="101" y="118"/>
                  <a:pt x="103" y="120"/>
                  <a:pt x="109" y="127"/>
                </a:cubicBezTo>
                <a:cubicBezTo>
                  <a:pt x="84" y="150"/>
                  <a:pt x="60" y="174"/>
                  <a:pt x="59" y="174"/>
                </a:cubicBezTo>
                <a:cubicBezTo>
                  <a:pt x="53" y="181"/>
                  <a:pt x="50" y="185"/>
                  <a:pt x="50" y="185"/>
                </a:cubicBezTo>
                <a:cubicBezTo>
                  <a:pt x="50" y="185"/>
                  <a:pt x="40" y="198"/>
                  <a:pt x="56" y="212"/>
                </a:cubicBezTo>
                <a:cubicBezTo>
                  <a:pt x="69" y="224"/>
                  <a:pt x="80" y="214"/>
                  <a:pt x="80" y="214"/>
                </a:cubicBezTo>
                <a:cubicBezTo>
                  <a:pt x="80" y="214"/>
                  <a:pt x="109" y="186"/>
                  <a:pt x="136" y="159"/>
                </a:cubicBezTo>
                <a:cubicBezTo>
                  <a:pt x="157" y="182"/>
                  <a:pt x="181" y="208"/>
                  <a:pt x="191" y="215"/>
                </a:cubicBezTo>
                <a:cubicBezTo>
                  <a:pt x="191" y="215"/>
                  <a:pt x="198" y="220"/>
                  <a:pt x="208" y="211"/>
                </a:cubicBezTo>
                <a:cubicBezTo>
                  <a:pt x="213" y="206"/>
                  <a:pt x="221" y="196"/>
                  <a:pt x="221" y="196"/>
                </a:cubicBezTo>
                <a:cubicBezTo>
                  <a:pt x="221" y="196"/>
                  <a:pt x="226" y="189"/>
                  <a:pt x="221" y="184"/>
                </a:cubicBezTo>
                <a:cubicBezTo>
                  <a:pt x="219" y="182"/>
                  <a:pt x="190" y="153"/>
                  <a:pt x="167" y="129"/>
                </a:cubicBezTo>
                <a:cubicBezTo>
                  <a:pt x="178" y="118"/>
                  <a:pt x="186" y="111"/>
                  <a:pt x="187" y="110"/>
                </a:cubicBezTo>
                <a:cubicBezTo>
                  <a:pt x="190" y="108"/>
                  <a:pt x="196" y="107"/>
                  <a:pt x="196" y="107"/>
                </a:cubicBezTo>
                <a:close/>
                <a:moveTo>
                  <a:pt x="70" y="206"/>
                </a:moveTo>
                <a:cubicBezTo>
                  <a:pt x="64" y="206"/>
                  <a:pt x="59" y="201"/>
                  <a:pt x="59" y="195"/>
                </a:cubicBezTo>
                <a:cubicBezTo>
                  <a:pt x="59" y="189"/>
                  <a:pt x="64" y="185"/>
                  <a:pt x="70" y="185"/>
                </a:cubicBezTo>
                <a:cubicBezTo>
                  <a:pt x="76" y="185"/>
                  <a:pt x="80" y="189"/>
                  <a:pt x="80" y="195"/>
                </a:cubicBezTo>
                <a:cubicBezTo>
                  <a:pt x="80" y="201"/>
                  <a:pt x="76" y="206"/>
                  <a:pt x="70" y="206"/>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67" name="组合 66"/>
          <p:cNvGrpSpPr/>
          <p:nvPr/>
        </p:nvGrpSpPr>
        <p:grpSpPr>
          <a:xfrm>
            <a:off x="1761418" y="1150812"/>
            <a:ext cx="345576" cy="299871"/>
            <a:chOff x="4467226" y="2771775"/>
            <a:chExt cx="492125" cy="427038"/>
          </a:xfrm>
          <a:solidFill>
            <a:srgbClr val="707E84"/>
          </a:solidFill>
        </p:grpSpPr>
        <p:sp>
          <p:nvSpPr>
            <p:cNvPr id="68" name="Freeform 581"/>
            <p:cNvSpPr>
              <a:spLocks noEditPoints="1"/>
            </p:cNvSpPr>
            <p:nvPr/>
          </p:nvSpPr>
          <p:spPr bwMode="auto">
            <a:xfrm>
              <a:off x="4467226" y="2771775"/>
              <a:ext cx="415925" cy="419100"/>
            </a:xfrm>
            <a:custGeom>
              <a:avLst/>
              <a:gdLst>
                <a:gd name="T0" fmla="*/ 176 w 194"/>
                <a:gd name="T1" fmla="*/ 168 h 195"/>
                <a:gd name="T2" fmla="*/ 118 w 194"/>
                <a:gd name="T3" fmla="*/ 110 h 195"/>
                <a:gd name="T4" fmla="*/ 124 w 194"/>
                <a:gd name="T5" fmla="*/ 104 h 195"/>
                <a:gd name="T6" fmla="*/ 118 w 194"/>
                <a:gd name="T7" fmla="*/ 97 h 195"/>
                <a:gd name="T8" fmla="*/ 115 w 194"/>
                <a:gd name="T9" fmla="*/ 100 h 195"/>
                <a:gd name="T10" fmla="*/ 105 w 194"/>
                <a:gd name="T11" fmla="*/ 91 h 195"/>
                <a:gd name="T12" fmla="*/ 105 w 194"/>
                <a:gd name="T13" fmla="*/ 75 h 195"/>
                <a:gd name="T14" fmla="*/ 104 w 194"/>
                <a:gd name="T15" fmla="*/ 74 h 195"/>
                <a:gd name="T16" fmla="*/ 36 w 194"/>
                <a:gd name="T17" fmla="*/ 6 h 195"/>
                <a:gd name="T18" fmla="*/ 36 w 194"/>
                <a:gd name="T19" fmla="*/ 6 h 195"/>
                <a:gd name="T20" fmla="*/ 36 w 194"/>
                <a:gd name="T21" fmla="*/ 6 h 195"/>
                <a:gd name="T22" fmla="*/ 10 w 194"/>
                <a:gd name="T23" fmla="*/ 10 h 195"/>
                <a:gd name="T24" fmla="*/ 6 w 194"/>
                <a:gd name="T25" fmla="*/ 36 h 195"/>
                <a:gd name="T26" fmla="*/ 6 w 194"/>
                <a:gd name="T27" fmla="*/ 37 h 195"/>
                <a:gd name="T28" fmla="*/ 73 w 194"/>
                <a:gd name="T29" fmla="*/ 103 h 195"/>
                <a:gd name="T30" fmla="*/ 75 w 194"/>
                <a:gd name="T31" fmla="*/ 105 h 195"/>
                <a:gd name="T32" fmla="*/ 89 w 194"/>
                <a:gd name="T33" fmla="*/ 106 h 195"/>
                <a:gd name="T34" fmla="*/ 99 w 194"/>
                <a:gd name="T35" fmla="*/ 116 h 195"/>
                <a:gd name="T36" fmla="*/ 97 w 194"/>
                <a:gd name="T37" fmla="*/ 119 h 195"/>
                <a:gd name="T38" fmla="*/ 103 w 194"/>
                <a:gd name="T39" fmla="*/ 125 h 195"/>
                <a:gd name="T40" fmla="*/ 110 w 194"/>
                <a:gd name="T41" fmla="*/ 118 h 195"/>
                <a:gd name="T42" fmla="*/ 168 w 194"/>
                <a:gd name="T43" fmla="*/ 176 h 195"/>
                <a:gd name="T44" fmla="*/ 168 w 194"/>
                <a:gd name="T45" fmla="*/ 184 h 195"/>
                <a:gd name="T46" fmla="*/ 187 w 194"/>
                <a:gd name="T47" fmla="*/ 195 h 195"/>
                <a:gd name="T48" fmla="*/ 194 w 194"/>
                <a:gd name="T49" fmla="*/ 187 h 195"/>
                <a:gd name="T50" fmla="*/ 184 w 194"/>
                <a:gd name="T51" fmla="*/ 168 h 195"/>
                <a:gd name="T52" fmla="*/ 176 w 194"/>
                <a:gd name="T53" fmla="*/ 168 h 195"/>
                <a:gd name="T54" fmla="*/ 78 w 194"/>
                <a:gd name="T55" fmla="*/ 101 h 195"/>
                <a:gd name="T56" fmla="*/ 75 w 194"/>
                <a:gd name="T57" fmla="*/ 100 h 195"/>
                <a:gd name="T58" fmla="*/ 13 w 194"/>
                <a:gd name="T59" fmla="*/ 38 h 195"/>
                <a:gd name="T60" fmla="*/ 11 w 194"/>
                <a:gd name="T61" fmla="*/ 34 h 195"/>
                <a:gd name="T62" fmla="*/ 15 w 194"/>
                <a:gd name="T63" fmla="*/ 36 h 195"/>
                <a:gd name="T64" fmla="*/ 77 w 194"/>
                <a:gd name="T65" fmla="*/ 98 h 195"/>
                <a:gd name="T66" fmla="*/ 78 w 194"/>
                <a:gd name="T67" fmla="*/ 101 h 195"/>
                <a:gd name="T68" fmla="*/ 89 w 194"/>
                <a:gd name="T69" fmla="*/ 90 h 195"/>
                <a:gd name="T70" fmla="*/ 84 w 194"/>
                <a:gd name="T71" fmla="*/ 90 h 195"/>
                <a:gd name="T72" fmla="*/ 23 w 194"/>
                <a:gd name="T73" fmla="*/ 28 h 195"/>
                <a:gd name="T74" fmla="*/ 22 w 194"/>
                <a:gd name="T75" fmla="*/ 23 h 195"/>
                <a:gd name="T76" fmla="*/ 27 w 194"/>
                <a:gd name="T77" fmla="*/ 24 h 195"/>
                <a:gd name="T78" fmla="*/ 89 w 194"/>
                <a:gd name="T79" fmla="*/ 86 h 195"/>
                <a:gd name="T80" fmla="*/ 89 w 194"/>
                <a:gd name="T81" fmla="*/ 90 h 195"/>
                <a:gd name="T82" fmla="*/ 100 w 194"/>
                <a:gd name="T83" fmla="*/ 80 h 195"/>
                <a:gd name="T84" fmla="*/ 96 w 194"/>
                <a:gd name="T85" fmla="*/ 78 h 195"/>
                <a:gd name="T86" fmla="*/ 34 w 194"/>
                <a:gd name="T87" fmla="*/ 16 h 195"/>
                <a:gd name="T88" fmla="*/ 33 w 194"/>
                <a:gd name="T89" fmla="*/ 13 h 195"/>
                <a:gd name="T90" fmla="*/ 37 w 194"/>
                <a:gd name="T91" fmla="*/ 14 h 195"/>
                <a:gd name="T92" fmla="*/ 98 w 194"/>
                <a:gd name="T93" fmla="*/ 76 h 195"/>
                <a:gd name="T94" fmla="*/ 100 w 194"/>
                <a:gd name="T95" fmla="*/ 80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4" h="195">
                  <a:moveTo>
                    <a:pt x="176" y="168"/>
                  </a:moveTo>
                  <a:cubicBezTo>
                    <a:pt x="118" y="110"/>
                    <a:pt x="118" y="110"/>
                    <a:pt x="118" y="110"/>
                  </a:cubicBezTo>
                  <a:cubicBezTo>
                    <a:pt x="124" y="104"/>
                    <a:pt x="124" y="104"/>
                    <a:pt x="124" y="104"/>
                  </a:cubicBezTo>
                  <a:cubicBezTo>
                    <a:pt x="118" y="97"/>
                    <a:pt x="118" y="97"/>
                    <a:pt x="118" y="97"/>
                  </a:cubicBezTo>
                  <a:cubicBezTo>
                    <a:pt x="115" y="100"/>
                    <a:pt x="115" y="100"/>
                    <a:pt x="115" y="100"/>
                  </a:cubicBezTo>
                  <a:cubicBezTo>
                    <a:pt x="105" y="91"/>
                    <a:pt x="105" y="91"/>
                    <a:pt x="105" y="91"/>
                  </a:cubicBezTo>
                  <a:cubicBezTo>
                    <a:pt x="107" y="85"/>
                    <a:pt x="108" y="79"/>
                    <a:pt x="105" y="75"/>
                  </a:cubicBezTo>
                  <a:cubicBezTo>
                    <a:pt x="105" y="75"/>
                    <a:pt x="105" y="75"/>
                    <a:pt x="104" y="74"/>
                  </a:cubicBezTo>
                  <a:cubicBezTo>
                    <a:pt x="36" y="6"/>
                    <a:pt x="36" y="6"/>
                    <a:pt x="36" y="6"/>
                  </a:cubicBezTo>
                  <a:cubicBezTo>
                    <a:pt x="36" y="6"/>
                    <a:pt x="36" y="6"/>
                    <a:pt x="36" y="6"/>
                  </a:cubicBezTo>
                  <a:cubicBezTo>
                    <a:pt x="36" y="6"/>
                    <a:pt x="36" y="6"/>
                    <a:pt x="36" y="6"/>
                  </a:cubicBezTo>
                  <a:cubicBezTo>
                    <a:pt x="30" y="0"/>
                    <a:pt x="18" y="2"/>
                    <a:pt x="10" y="10"/>
                  </a:cubicBezTo>
                  <a:cubicBezTo>
                    <a:pt x="2" y="19"/>
                    <a:pt x="0" y="30"/>
                    <a:pt x="6" y="36"/>
                  </a:cubicBezTo>
                  <a:cubicBezTo>
                    <a:pt x="6" y="36"/>
                    <a:pt x="6" y="36"/>
                    <a:pt x="6" y="37"/>
                  </a:cubicBezTo>
                  <a:cubicBezTo>
                    <a:pt x="73" y="103"/>
                    <a:pt x="73" y="103"/>
                    <a:pt x="73" y="103"/>
                  </a:cubicBezTo>
                  <a:cubicBezTo>
                    <a:pt x="74" y="104"/>
                    <a:pt x="75" y="105"/>
                    <a:pt x="75" y="105"/>
                  </a:cubicBezTo>
                  <a:cubicBezTo>
                    <a:pt x="79" y="108"/>
                    <a:pt x="84" y="108"/>
                    <a:pt x="89" y="106"/>
                  </a:cubicBezTo>
                  <a:cubicBezTo>
                    <a:pt x="99" y="116"/>
                    <a:pt x="99" y="116"/>
                    <a:pt x="99" y="116"/>
                  </a:cubicBezTo>
                  <a:cubicBezTo>
                    <a:pt x="97" y="119"/>
                    <a:pt x="97" y="119"/>
                    <a:pt x="97" y="119"/>
                  </a:cubicBezTo>
                  <a:cubicBezTo>
                    <a:pt x="103" y="125"/>
                    <a:pt x="103" y="125"/>
                    <a:pt x="103" y="125"/>
                  </a:cubicBezTo>
                  <a:cubicBezTo>
                    <a:pt x="110" y="118"/>
                    <a:pt x="110" y="118"/>
                    <a:pt x="110" y="118"/>
                  </a:cubicBezTo>
                  <a:cubicBezTo>
                    <a:pt x="168" y="176"/>
                    <a:pt x="168" y="176"/>
                    <a:pt x="168" y="176"/>
                  </a:cubicBezTo>
                  <a:cubicBezTo>
                    <a:pt x="168" y="184"/>
                    <a:pt x="168" y="184"/>
                    <a:pt x="168" y="184"/>
                  </a:cubicBezTo>
                  <a:cubicBezTo>
                    <a:pt x="187" y="195"/>
                    <a:pt x="187" y="195"/>
                    <a:pt x="187" y="195"/>
                  </a:cubicBezTo>
                  <a:cubicBezTo>
                    <a:pt x="194" y="187"/>
                    <a:pt x="194" y="187"/>
                    <a:pt x="194" y="187"/>
                  </a:cubicBezTo>
                  <a:cubicBezTo>
                    <a:pt x="184" y="168"/>
                    <a:pt x="184" y="168"/>
                    <a:pt x="184" y="168"/>
                  </a:cubicBezTo>
                  <a:lnTo>
                    <a:pt x="176" y="168"/>
                  </a:lnTo>
                  <a:close/>
                  <a:moveTo>
                    <a:pt x="78" y="101"/>
                  </a:moveTo>
                  <a:cubicBezTo>
                    <a:pt x="78" y="102"/>
                    <a:pt x="76" y="101"/>
                    <a:pt x="75" y="100"/>
                  </a:cubicBezTo>
                  <a:cubicBezTo>
                    <a:pt x="13" y="38"/>
                    <a:pt x="13" y="38"/>
                    <a:pt x="13" y="38"/>
                  </a:cubicBezTo>
                  <a:cubicBezTo>
                    <a:pt x="11" y="36"/>
                    <a:pt x="11" y="35"/>
                    <a:pt x="11" y="34"/>
                  </a:cubicBezTo>
                  <a:cubicBezTo>
                    <a:pt x="12" y="34"/>
                    <a:pt x="14" y="34"/>
                    <a:pt x="15" y="36"/>
                  </a:cubicBezTo>
                  <a:cubicBezTo>
                    <a:pt x="77" y="98"/>
                    <a:pt x="77" y="98"/>
                    <a:pt x="77" y="98"/>
                  </a:cubicBezTo>
                  <a:cubicBezTo>
                    <a:pt x="78" y="99"/>
                    <a:pt x="79" y="101"/>
                    <a:pt x="78" y="101"/>
                  </a:cubicBezTo>
                  <a:close/>
                  <a:moveTo>
                    <a:pt x="89" y="90"/>
                  </a:moveTo>
                  <a:cubicBezTo>
                    <a:pt x="88" y="92"/>
                    <a:pt x="86" y="91"/>
                    <a:pt x="84" y="90"/>
                  </a:cubicBezTo>
                  <a:cubicBezTo>
                    <a:pt x="23" y="28"/>
                    <a:pt x="23" y="28"/>
                    <a:pt x="23" y="28"/>
                  </a:cubicBezTo>
                  <a:cubicBezTo>
                    <a:pt x="21" y="27"/>
                    <a:pt x="21" y="25"/>
                    <a:pt x="22" y="23"/>
                  </a:cubicBezTo>
                  <a:cubicBezTo>
                    <a:pt x="24" y="22"/>
                    <a:pt x="25" y="22"/>
                    <a:pt x="27" y="24"/>
                  </a:cubicBezTo>
                  <a:cubicBezTo>
                    <a:pt x="89" y="86"/>
                    <a:pt x="89" y="86"/>
                    <a:pt x="89" y="86"/>
                  </a:cubicBezTo>
                  <a:cubicBezTo>
                    <a:pt x="90" y="87"/>
                    <a:pt x="91" y="89"/>
                    <a:pt x="89" y="90"/>
                  </a:cubicBezTo>
                  <a:close/>
                  <a:moveTo>
                    <a:pt x="100" y="80"/>
                  </a:moveTo>
                  <a:cubicBezTo>
                    <a:pt x="99" y="80"/>
                    <a:pt x="98" y="80"/>
                    <a:pt x="96" y="78"/>
                  </a:cubicBezTo>
                  <a:cubicBezTo>
                    <a:pt x="34" y="16"/>
                    <a:pt x="34" y="16"/>
                    <a:pt x="34" y="16"/>
                  </a:cubicBezTo>
                  <a:cubicBezTo>
                    <a:pt x="33" y="15"/>
                    <a:pt x="32" y="13"/>
                    <a:pt x="33" y="13"/>
                  </a:cubicBezTo>
                  <a:cubicBezTo>
                    <a:pt x="34" y="12"/>
                    <a:pt x="35" y="13"/>
                    <a:pt x="37" y="14"/>
                  </a:cubicBezTo>
                  <a:cubicBezTo>
                    <a:pt x="98" y="76"/>
                    <a:pt x="98" y="76"/>
                    <a:pt x="98" y="76"/>
                  </a:cubicBezTo>
                  <a:cubicBezTo>
                    <a:pt x="100" y="77"/>
                    <a:pt x="101" y="79"/>
                    <a:pt x="10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582"/>
            <p:cNvSpPr>
              <a:spLocks noEditPoints="1"/>
            </p:cNvSpPr>
            <p:nvPr/>
          </p:nvSpPr>
          <p:spPr bwMode="auto">
            <a:xfrm>
              <a:off x="4524376" y="3016250"/>
              <a:ext cx="193675" cy="182563"/>
            </a:xfrm>
            <a:custGeom>
              <a:avLst/>
              <a:gdLst>
                <a:gd name="T0" fmla="*/ 76 w 90"/>
                <a:gd name="T1" fmla="*/ 19 h 85"/>
                <a:gd name="T2" fmla="*/ 61 w 90"/>
                <a:gd name="T3" fmla="*/ 5 h 85"/>
                <a:gd name="T4" fmla="*/ 64 w 90"/>
                <a:gd name="T5" fmla="*/ 2 h 85"/>
                <a:gd name="T6" fmla="*/ 61 w 90"/>
                <a:gd name="T7" fmla="*/ 0 h 85"/>
                <a:gd name="T8" fmla="*/ 56 w 90"/>
                <a:gd name="T9" fmla="*/ 5 h 85"/>
                <a:gd name="T10" fmla="*/ 55 w 90"/>
                <a:gd name="T11" fmla="*/ 6 h 85"/>
                <a:gd name="T12" fmla="*/ 6 w 90"/>
                <a:gd name="T13" fmla="*/ 55 h 85"/>
                <a:gd name="T14" fmla="*/ 1 w 90"/>
                <a:gd name="T15" fmla="*/ 64 h 85"/>
                <a:gd name="T16" fmla="*/ 0 w 90"/>
                <a:gd name="T17" fmla="*/ 68 h 85"/>
                <a:gd name="T18" fmla="*/ 17 w 90"/>
                <a:gd name="T19" fmla="*/ 85 h 85"/>
                <a:gd name="T20" fmla="*/ 20 w 90"/>
                <a:gd name="T21" fmla="*/ 85 h 85"/>
                <a:gd name="T22" fmla="*/ 30 w 90"/>
                <a:gd name="T23" fmla="*/ 79 h 85"/>
                <a:gd name="T24" fmla="*/ 90 w 90"/>
                <a:gd name="T25" fmla="*/ 19 h 85"/>
                <a:gd name="T26" fmla="*/ 83 w 90"/>
                <a:gd name="T27" fmla="*/ 12 h 85"/>
                <a:gd name="T28" fmla="*/ 76 w 90"/>
                <a:gd name="T29" fmla="*/ 19 h 85"/>
                <a:gd name="T30" fmla="*/ 18 w 90"/>
                <a:gd name="T31" fmla="*/ 76 h 85"/>
                <a:gd name="T32" fmla="*/ 9 w 90"/>
                <a:gd name="T33" fmla="*/ 67 h 85"/>
                <a:gd name="T34" fmla="*/ 18 w 90"/>
                <a:gd name="T35" fmla="*/ 58 h 85"/>
                <a:gd name="T36" fmla="*/ 27 w 90"/>
                <a:gd name="T37" fmla="*/ 67 h 85"/>
                <a:gd name="T38" fmla="*/ 18 w 90"/>
                <a:gd name="T39" fmla="*/ 76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0" h="85">
                  <a:moveTo>
                    <a:pt x="76" y="19"/>
                  </a:moveTo>
                  <a:cubicBezTo>
                    <a:pt x="61" y="5"/>
                    <a:pt x="61" y="5"/>
                    <a:pt x="61" y="5"/>
                  </a:cubicBezTo>
                  <a:cubicBezTo>
                    <a:pt x="64" y="2"/>
                    <a:pt x="64" y="2"/>
                    <a:pt x="64" y="2"/>
                  </a:cubicBezTo>
                  <a:cubicBezTo>
                    <a:pt x="61" y="0"/>
                    <a:pt x="61" y="0"/>
                    <a:pt x="61" y="0"/>
                  </a:cubicBezTo>
                  <a:cubicBezTo>
                    <a:pt x="56" y="5"/>
                    <a:pt x="56" y="5"/>
                    <a:pt x="56" y="5"/>
                  </a:cubicBezTo>
                  <a:cubicBezTo>
                    <a:pt x="55" y="6"/>
                    <a:pt x="55" y="6"/>
                    <a:pt x="55" y="6"/>
                  </a:cubicBezTo>
                  <a:cubicBezTo>
                    <a:pt x="6" y="55"/>
                    <a:pt x="6" y="55"/>
                    <a:pt x="6" y="55"/>
                  </a:cubicBezTo>
                  <a:cubicBezTo>
                    <a:pt x="3" y="58"/>
                    <a:pt x="1" y="61"/>
                    <a:pt x="1" y="64"/>
                  </a:cubicBezTo>
                  <a:cubicBezTo>
                    <a:pt x="1" y="65"/>
                    <a:pt x="0" y="67"/>
                    <a:pt x="0" y="68"/>
                  </a:cubicBezTo>
                  <a:cubicBezTo>
                    <a:pt x="0" y="77"/>
                    <a:pt x="8" y="85"/>
                    <a:pt x="17" y="85"/>
                  </a:cubicBezTo>
                  <a:cubicBezTo>
                    <a:pt x="18" y="85"/>
                    <a:pt x="19" y="85"/>
                    <a:pt x="20" y="85"/>
                  </a:cubicBezTo>
                  <a:cubicBezTo>
                    <a:pt x="23" y="84"/>
                    <a:pt x="27" y="83"/>
                    <a:pt x="30" y="79"/>
                  </a:cubicBezTo>
                  <a:cubicBezTo>
                    <a:pt x="90" y="19"/>
                    <a:pt x="90" y="19"/>
                    <a:pt x="90" y="19"/>
                  </a:cubicBezTo>
                  <a:cubicBezTo>
                    <a:pt x="83" y="12"/>
                    <a:pt x="83" y="12"/>
                    <a:pt x="83" y="12"/>
                  </a:cubicBezTo>
                  <a:lnTo>
                    <a:pt x="76" y="19"/>
                  </a:lnTo>
                  <a:close/>
                  <a:moveTo>
                    <a:pt x="18" y="76"/>
                  </a:moveTo>
                  <a:cubicBezTo>
                    <a:pt x="13" y="76"/>
                    <a:pt x="9" y="72"/>
                    <a:pt x="9" y="67"/>
                  </a:cubicBezTo>
                  <a:cubicBezTo>
                    <a:pt x="9" y="62"/>
                    <a:pt x="13" y="58"/>
                    <a:pt x="18" y="58"/>
                  </a:cubicBezTo>
                  <a:cubicBezTo>
                    <a:pt x="23" y="58"/>
                    <a:pt x="27" y="62"/>
                    <a:pt x="27" y="67"/>
                  </a:cubicBezTo>
                  <a:cubicBezTo>
                    <a:pt x="27" y="72"/>
                    <a:pt x="23" y="76"/>
                    <a:pt x="1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583"/>
            <p:cNvSpPr>
              <a:spLocks/>
            </p:cNvSpPr>
            <p:nvPr/>
          </p:nvSpPr>
          <p:spPr bwMode="auto">
            <a:xfrm>
              <a:off x="4708526" y="2779713"/>
              <a:ext cx="250825" cy="242888"/>
            </a:xfrm>
            <a:custGeom>
              <a:avLst/>
              <a:gdLst>
                <a:gd name="T0" fmla="*/ 117 w 117"/>
                <a:gd name="T1" fmla="*/ 38 h 114"/>
                <a:gd name="T2" fmla="*/ 89 w 117"/>
                <a:gd name="T3" fmla="*/ 54 h 114"/>
                <a:gd name="T4" fmla="*/ 73 w 117"/>
                <a:gd name="T5" fmla="*/ 53 h 114"/>
                <a:gd name="T6" fmla="*/ 63 w 117"/>
                <a:gd name="T7" fmla="*/ 36 h 114"/>
                <a:gd name="T8" fmla="*/ 70 w 117"/>
                <a:gd name="T9" fmla="*/ 21 h 114"/>
                <a:gd name="T10" fmla="*/ 96 w 117"/>
                <a:gd name="T11" fmla="*/ 6 h 114"/>
                <a:gd name="T12" fmla="*/ 74 w 117"/>
                <a:gd name="T13" fmla="*/ 0 h 114"/>
                <a:gd name="T14" fmla="*/ 31 w 117"/>
                <a:gd name="T15" fmla="*/ 40 h 114"/>
                <a:gd name="T16" fmla="*/ 31 w 117"/>
                <a:gd name="T17" fmla="*/ 40 h 114"/>
                <a:gd name="T18" fmla="*/ 31 w 117"/>
                <a:gd name="T19" fmla="*/ 40 h 114"/>
                <a:gd name="T20" fmla="*/ 31 w 117"/>
                <a:gd name="T21" fmla="*/ 42 h 114"/>
                <a:gd name="T22" fmla="*/ 20 w 117"/>
                <a:gd name="T23" fmla="*/ 66 h 114"/>
                <a:gd name="T24" fmla="*/ 0 w 117"/>
                <a:gd name="T25" fmla="*/ 86 h 114"/>
                <a:gd name="T26" fmla="*/ 2 w 117"/>
                <a:gd name="T27" fmla="*/ 89 h 114"/>
                <a:gd name="T28" fmla="*/ 5 w 117"/>
                <a:gd name="T29" fmla="*/ 86 h 114"/>
                <a:gd name="T30" fmla="*/ 19 w 117"/>
                <a:gd name="T31" fmla="*/ 100 h 114"/>
                <a:gd name="T32" fmla="*/ 13 w 117"/>
                <a:gd name="T33" fmla="*/ 107 h 114"/>
                <a:gd name="T34" fmla="*/ 20 w 117"/>
                <a:gd name="T35" fmla="*/ 114 h 114"/>
                <a:gd name="T36" fmla="*/ 43 w 117"/>
                <a:gd name="T37" fmla="*/ 91 h 114"/>
                <a:gd name="T38" fmla="*/ 66 w 117"/>
                <a:gd name="T39" fmla="*/ 85 h 114"/>
                <a:gd name="T40" fmla="*/ 68 w 117"/>
                <a:gd name="T41" fmla="*/ 85 h 114"/>
                <a:gd name="T42" fmla="*/ 68 w 117"/>
                <a:gd name="T43" fmla="*/ 85 h 114"/>
                <a:gd name="T44" fmla="*/ 68 w 117"/>
                <a:gd name="T45" fmla="*/ 85 h 114"/>
                <a:gd name="T46" fmla="*/ 74 w 117"/>
                <a:gd name="T47" fmla="*/ 86 h 114"/>
                <a:gd name="T48" fmla="*/ 117 w 117"/>
                <a:gd name="T49" fmla="*/ 43 h 114"/>
                <a:gd name="T50" fmla="*/ 117 w 117"/>
                <a:gd name="T51" fmla="*/ 38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7" h="114">
                  <a:moveTo>
                    <a:pt x="117" y="38"/>
                  </a:moveTo>
                  <a:cubicBezTo>
                    <a:pt x="89" y="54"/>
                    <a:pt x="89" y="54"/>
                    <a:pt x="89" y="54"/>
                  </a:cubicBezTo>
                  <a:cubicBezTo>
                    <a:pt x="83" y="58"/>
                    <a:pt x="76" y="57"/>
                    <a:pt x="73" y="53"/>
                  </a:cubicBezTo>
                  <a:cubicBezTo>
                    <a:pt x="63" y="36"/>
                    <a:pt x="63" y="36"/>
                    <a:pt x="63" y="36"/>
                  </a:cubicBezTo>
                  <a:cubicBezTo>
                    <a:pt x="61" y="32"/>
                    <a:pt x="64" y="25"/>
                    <a:pt x="70" y="21"/>
                  </a:cubicBezTo>
                  <a:cubicBezTo>
                    <a:pt x="96" y="6"/>
                    <a:pt x="96" y="6"/>
                    <a:pt x="96" y="6"/>
                  </a:cubicBezTo>
                  <a:cubicBezTo>
                    <a:pt x="89" y="2"/>
                    <a:pt x="82" y="0"/>
                    <a:pt x="74" y="0"/>
                  </a:cubicBezTo>
                  <a:cubicBezTo>
                    <a:pt x="51" y="0"/>
                    <a:pt x="32" y="18"/>
                    <a:pt x="31" y="40"/>
                  </a:cubicBezTo>
                  <a:cubicBezTo>
                    <a:pt x="31" y="40"/>
                    <a:pt x="31" y="40"/>
                    <a:pt x="31" y="40"/>
                  </a:cubicBezTo>
                  <a:cubicBezTo>
                    <a:pt x="31" y="40"/>
                    <a:pt x="31" y="40"/>
                    <a:pt x="31" y="40"/>
                  </a:cubicBezTo>
                  <a:cubicBezTo>
                    <a:pt x="31" y="41"/>
                    <a:pt x="31" y="42"/>
                    <a:pt x="31" y="42"/>
                  </a:cubicBezTo>
                  <a:cubicBezTo>
                    <a:pt x="31" y="46"/>
                    <a:pt x="29" y="56"/>
                    <a:pt x="20" y="66"/>
                  </a:cubicBezTo>
                  <a:cubicBezTo>
                    <a:pt x="0" y="86"/>
                    <a:pt x="0" y="86"/>
                    <a:pt x="0" y="86"/>
                  </a:cubicBezTo>
                  <a:cubicBezTo>
                    <a:pt x="2" y="89"/>
                    <a:pt x="2" y="89"/>
                    <a:pt x="2" y="89"/>
                  </a:cubicBezTo>
                  <a:cubicBezTo>
                    <a:pt x="5" y="86"/>
                    <a:pt x="5" y="86"/>
                    <a:pt x="5" y="86"/>
                  </a:cubicBezTo>
                  <a:cubicBezTo>
                    <a:pt x="19" y="100"/>
                    <a:pt x="19" y="100"/>
                    <a:pt x="19" y="100"/>
                  </a:cubicBezTo>
                  <a:cubicBezTo>
                    <a:pt x="13" y="107"/>
                    <a:pt x="13" y="107"/>
                    <a:pt x="13" y="107"/>
                  </a:cubicBezTo>
                  <a:cubicBezTo>
                    <a:pt x="20" y="114"/>
                    <a:pt x="20" y="114"/>
                    <a:pt x="20" y="114"/>
                  </a:cubicBezTo>
                  <a:cubicBezTo>
                    <a:pt x="43" y="91"/>
                    <a:pt x="43" y="91"/>
                    <a:pt x="43" y="91"/>
                  </a:cubicBezTo>
                  <a:cubicBezTo>
                    <a:pt x="47" y="88"/>
                    <a:pt x="55" y="83"/>
                    <a:pt x="66" y="85"/>
                  </a:cubicBezTo>
                  <a:cubicBezTo>
                    <a:pt x="67" y="85"/>
                    <a:pt x="67" y="85"/>
                    <a:pt x="68" y="85"/>
                  </a:cubicBezTo>
                  <a:cubicBezTo>
                    <a:pt x="68" y="85"/>
                    <a:pt x="68" y="85"/>
                    <a:pt x="68" y="85"/>
                  </a:cubicBezTo>
                  <a:cubicBezTo>
                    <a:pt x="68" y="85"/>
                    <a:pt x="68" y="85"/>
                    <a:pt x="68" y="85"/>
                  </a:cubicBezTo>
                  <a:cubicBezTo>
                    <a:pt x="70" y="85"/>
                    <a:pt x="72" y="86"/>
                    <a:pt x="74" y="86"/>
                  </a:cubicBezTo>
                  <a:cubicBezTo>
                    <a:pt x="98" y="86"/>
                    <a:pt x="117" y="66"/>
                    <a:pt x="117" y="43"/>
                  </a:cubicBezTo>
                  <a:cubicBezTo>
                    <a:pt x="117" y="41"/>
                    <a:pt x="117" y="39"/>
                    <a:pt x="117"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1" name="组合 70"/>
          <p:cNvGrpSpPr>
            <a:grpSpLocks noChangeAspect="1"/>
          </p:cNvGrpSpPr>
          <p:nvPr/>
        </p:nvGrpSpPr>
        <p:grpSpPr>
          <a:xfrm>
            <a:off x="2972750" y="1592952"/>
            <a:ext cx="391775" cy="395454"/>
            <a:chOff x="3738846" y="2622551"/>
            <a:chExt cx="676275" cy="682625"/>
          </a:xfrm>
          <a:solidFill>
            <a:srgbClr val="707E84"/>
          </a:solidFill>
        </p:grpSpPr>
        <p:sp>
          <p:nvSpPr>
            <p:cNvPr id="72" name="Freeform 16"/>
            <p:cNvSpPr>
              <a:spLocks noEditPoints="1"/>
            </p:cNvSpPr>
            <p:nvPr/>
          </p:nvSpPr>
          <p:spPr bwMode="auto">
            <a:xfrm>
              <a:off x="3738846" y="3009901"/>
              <a:ext cx="288925" cy="295275"/>
            </a:xfrm>
            <a:custGeom>
              <a:avLst/>
              <a:gdLst>
                <a:gd name="T0" fmla="*/ 38 w 77"/>
                <a:gd name="T1" fmla="*/ 20 h 78"/>
                <a:gd name="T2" fmla="*/ 41 w 77"/>
                <a:gd name="T3" fmla="*/ 8 h 78"/>
                <a:gd name="T4" fmla="*/ 49 w 77"/>
                <a:gd name="T5" fmla="*/ 1 h 78"/>
                <a:gd name="T6" fmla="*/ 57 w 77"/>
                <a:gd name="T7" fmla="*/ 10 h 78"/>
                <a:gd name="T8" fmla="*/ 62 w 77"/>
                <a:gd name="T9" fmla="*/ 20 h 78"/>
                <a:gd name="T10" fmla="*/ 73 w 77"/>
                <a:gd name="T11" fmla="*/ 20 h 78"/>
                <a:gd name="T12" fmla="*/ 73 w 77"/>
                <a:gd name="T13" fmla="*/ 32 h 78"/>
                <a:gd name="T14" fmla="*/ 69 w 77"/>
                <a:gd name="T15" fmla="*/ 43 h 78"/>
                <a:gd name="T16" fmla="*/ 76 w 77"/>
                <a:gd name="T17" fmla="*/ 51 h 78"/>
                <a:gd name="T18" fmla="*/ 72 w 77"/>
                <a:gd name="T19" fmla="*/ 59 h 78"/>
                <a:gd name="T20" fmla="*/ 64 w 77"/>
                <a:gd name="T21" fmla="*/ 57 h 78"/>
                <a:gd name="T22" fmla="*/ 60 w 77"/>
                <a:gd name="T23" fmla="*/ 68 h 78"/>
                <a:gd name="T24" fmla="*/ 52 w 77"/>
                <a:gd name="T25" fmla="*/ 77 h 78"/>
                <a:gd name="T26" fmla="*/ 44 w 77"/>
                <a:gd name="T27" fmla="*/ 70 h 78"/>
                <a:gd name="T28" fmla="*/ 38 w 77"/>
                <a:gd name="T29" fmla="*/ 59 h 78"/>
                <a:gd name="T30" fmla="*/ 46 w 77"/>
                <a:gd name="T31" fmla="*/ 57 h 78"/>
                <a:gd name="T32" fmla="*/ 38 w 77"/>
                <a:gd name="T33" fmla="*/ 20 h 78"/>
                <a:gd name="T34" fmla="*/ 30 w 77"/>
                <a:gd name="T35" fmla="*/ 22 h 78"/>
                <a:gd name="T36" fmla="*/ 38 w 77"/>
                <a:gd name="T37" fmla="*/ 59 h 78"/>
                <a:gd name="T38" fmla="*/ 35 w 77"/>
                <a:gd name="T39" fmla="*/ 71 h 78"/>
                <a:gd name="T40" fmla="*/ 31 w 77"/>
                <a:gd name="T41" fmla="*/ 77 h 78"/>
                <a:gd name="T42" fmla="*/ 22 w 77"/>
                <a:gd name="T43" fmla="*/ 76 h 78"/>
                <a:gd name="T44" fmla="*/ 19 w 77"/>
                <a:gd name="T45" fmla="*/ 69 h 78"/>
                <a:gd name="T46" fmla="*/ 14 w 77"/>
                <a:gd name="T47" fmla="*/ 59 h 78"/>
                <a:gd name="T48" fmla="*/ 3 w 77"/>
                <a:gd name="T49" fmla="*/ 59 h 78"/>
                <a:gd name="T50" fmla="*/ 3 w 77"/>
                <a:gd name="T51" fmla="*/ 47 h 78"/>
                <a:gd name="T52" fmla="*/ 7 w 77"/>
                <a:gd name="T53" fmla="*/ 36 h 78"/>
                <a:gd name="T54" fmla="*/ 0 w 77"/>
                <a:gd name="T55" fmla="*/ 32 h 78"/>
                <a:gd name="T56" fmla="*/ 2 w 77"/>
                <a:gd name="T57" fmla="*/ 23 h 78"/>
                <a:gd name="T58" fmla="*/ 12 w 77"/>
                <a:gd name="T59" fmla="*/ 22 h 78"/>
                <a:gd name="T60" fmla="*/ 17 w 77"/>
                <a:gd name="T61" fmla="*/ 11 h 78"/>
                <a:gd name="T62" fmla="*/ 24 w 77"/>
                <a:gd name="T63" fmla="*/ 2 h 78"/>
                <a:gd name="T64" fmla="*/ 32 w 77"/>
                <a:gd name="T65" fmla="*/ 9 h 78"/>
                <a:gd name="T66" fmla="*/ 38 w 77"/>
                <a:gd name="T67" fmla="*/ 2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7" h="78">
                  <a:moveTo>
                    <a:pt x="38" y="20"/>
                  </a:moveTo>
                  <a:cubicBezTo>
                    <a:pt x="38" y="20"/>
                    <a:pt x="38" y="20"/>
                    <a:pt x="38" y="20"/>
                  </a:cubicBezTo>
                  <a:cubicBezTo>
                    <a:pt x="38" y="8"/>
                    <a:pt x="38" y="8"/>
                    <a:pt x="38" y="8"/>
                  </a:cubicBezTo>
                  <a:cubicBezTo>
                    <a:pt x="39" y="8"/>
                    <a:pt x="40" y="8"/>
                    <a:pt x="41" y="8"/>
                  </a:cubicBezTo>
                  <a:cubicBezTo>
                    <a:pt x="43" y="4"/>
                    <a:pt x="43" y="4"/>
                    <a:pt x="43" y="4"/>
                  </a:cubicBezTo>
                  <a:cubicBezTo>
                    <a:pt x="44" y="2"/>
                    <a:pt x="47" y="0"/>
                    <a:pt x="49" y="1"/>
                  </a:cubicBezTo>
                  <a:cubicBezTo>
                    <a:pt x="54" y="3"/>
                    <a:pt x="54" y="3"/>
                    <a:pt x="54" y="3"/>
                  </a:cubicBezTo>
                  <a:cubicBezTo>
                    <a:pt x="57" y="4"/>
                    <a:pt x="58" y="7"/>
                    <a:pt x="57" y="10"/>
                  </a:cubicBezTo>
                  <a:cubicBezTo>
                    <a:pt x="56" y="14"/>
                    <a:pt x="56" y="14"/>
                    <a:pt x="56" y="14"/>
                  </a:cubicBezTo>
                  <a:cubicBezTo>
                    <a:pt x="58" y="15"/>
                    <a:pt x="61" y="17"/>
                    <a:pt x="62" y="20"/>
                  </a:cubicBezTo>
                  <a:cubicBezTo>
                    <a:pt x="66" y="18"/>
                    <a:pt x="66" y="18"/>
                    <a:pt x="66" y="18"/>
                  </a:cubicBezTo>
                  <a:cubicBezTo>
                    <a:pt x="69" y="17"/>
                    <a:pt x="72" y="18"/>
                    <a:pt x="73" y="20"/>
                  </a:cubicBezTo>
                  <a:cubicBezTo>
                    <a:pt x="75" y="25"/>
                    <a:pt x="75" y="25"/>
                    <a:pt x="75" y="25"/>
                  </a:cubicBezTo>
                  <a:cubicBezTo>
                    <a:pt x="76" y="28"/>
                    <a:pt x="75" y="31"/>
                    <a:pt x="73" y="32"/>
                  </a:cubicBezTo>
                  <a:cubicBezTo>
                    <a:pt x="69" y="34"/>
                    <a:pt x="69" y="34"/>
                    <a:pt x="69" y="34"/>
                  </a:cubicBezTo>
                  <a:cubicBezTo>
                    <a:pt x="69" y="37"/>
                    <a:pt x="70" y="40"/>
                    <a:pt x="69" y="43"/>
                  </a:cubicBezTo>
                  <a:cubicBezTo>
                    <a:pt x="73" y="44"/>
                    <a:pt x="73" y="44"/>
                    <a:pt x="73" y="44"/>
                  </a:cubicBezTo>
                  <a:cubicBezTo>
                    <a:pt x="76" y="45"/>
                    <a:pt x="77" y="48"/>
                    <a:pt x="76" y="51"/>
                  </a:cubicBezTo>
                  <a:cubicBezTo>
                    <a:pt x="74" y="56"/>
                    <a:pt x="74" y="56"/>
                    <a:pt x="74" y="56"/>
                  </a:cubicBezTo>
                  <a:cubicBezTo>
                    <a:pt x="74" y="57"/>
                    <a:pt x="73" y="58"/>
                    <a:pt x="72" y="59"/>
                  </a:cubicBezTo>
                  <a:cubicBezTo>
                    <a:pt x="71" y="59"/>
                    <a:pt x="69" y="59"/>
                    <a:pt x="68" y="59"/>
                  </a:cubicBezTo>
                  <a:cubicBezTo>
                    <a:pt x="64" y="57"/>
                    <a:pt x="64" y="57"/>
                    <a:pt x="64" y="57"/>
                  </a:cubicBezTo>
                  <a:cubicBezTo>
                    <a:pt x="62" y="60"/>
                    <a:pt x="60" y="62"/>
                    <a:pt x="58" y="64"/>
                  </a:cubicBezTo>
                  <a:cubicBezTo>
                    <a:pt x="60" y="68"/>
                    <a:pt x="60" y="68"/>
                    <a:pt x="60" y="68"/>
                  </a:cubicBezTo>
                  <a:cubicBezTo>
                    <a:pt x="61" y="70"/>
                    <a:pt x="60" y="73"/>
                    <a:pt x="57" y="74"/>
                  </a:cubicBezTo>
                  <a:cubicBezTo>
                    <a:pt x="52" y="77"/>
                    <a:pt x="52" y="77"/>
                    <a:pt x="52" y="77"/>
                  </a:cubicBezTo>
                  <a:cubicBezTo>
                    <a:pt x="50" y="78"/>
                    <a:pt x="47" y="77"/>
                    <a:pt x="46" y="74"/>
                  </a:cubicBezTo>
                  <a:cubicBezTo>
                    <a:pt x="44" y="70"/>
                    <a:pt x="44" y="70"/>
                    <a:pt x="44" y="70"/>
                  </a:cubicBezTo>
                  <a:cubicBezTo>
                    <a:pt x="42" y="71"/>
                    <a:pt x="40" y="71"/>
                    <a:pt x="38" y="71"/>
                  </a:cubicBezTo>
                  <a:cubicBezTo>
                    <a:pt x="38" y="59"/>
                    <a:pt x="38" y="59"/>
                    <a:pt x="38" y="59"/>
                  </a:cubicBezTo>
                  <a:cubicBezTo>
                    <a:pt x="38" y="59"/>
                    <a:pt x="38" y="59"/>
                    <a:pt x="38" y="59"/>
                  </a:cubicBezTo>
                  <a:cubicBezTo>
                    <a:pt x="41" y="59"/>
                    <a:pt x="44" y="58"/>
                    <a:pt x="46" y="57"/>
                  </a:cubicBezTo>
                  <a:cubicBezTo>
                    <a:pt x="56" y="53"/>
                    <a:pt x="60" y="41"/>
                    <a:pt x="56" y="31"/>
                  </a:cubicBezTo>
                  <a:cubicBezTo>
                    <a:pt x="53" y="24"/>
                    <a:pt x="46" y="20"/>
                    <a:pt x="38" y="20"/>
                  </a:cubicBezTo>
                  <a:close/>
                  <a:moveTo>
                    <a:pt x="38" y="20"/>
                  </a:moveTo>
                  <a:cubicBezTo>
                    <a:pt x="35" y="20"/>
                    <a:pt x="33" y="21"/>
                    <a:pt x="30" y="22"/>
                  </a:cubicBezTo>
                  <a:cubicBezTo>
                    <a:pt x="20" y="26"/>
                    <a:pt x="16" y="38"/>
                    <a:pt x="20" y="48"/>
                  </a:cubicBezTo>
                  <a:cubicBezTo>
                    <a:pt x="24" y="54"/>
                    <a:pt x="30" y="59"/>
                    <a:pt x="38" y="59"/>
                  </a:cubicBezTo>
                  <a:cubicBezTo>
                    <a:pt x="38" y="71"/>
                    <a:pt x="38" y="71"/>
                    <a:pt x="38" y="71"/>
                  </a:cubicBezTo>
                  <a:cubicBezTo>
                    <a:pt x="37" y="71"/>
                    <a:pt x="36" y="71"/>
                    <a:pt x="35" y="71"/>
                  </a:cubicBezTo>
                  <a:cubicBezTo>
                    <a:pt x="33" y="75"/>
                    <a:pt x="33" y="75"/>
                    <a:pt x="33" y="75"/>
                  </a:cubicBezTo>
                  <a:cubicBezTo>
                    <a:pt x="33" y="76"/>
                    <a:pt x="32" y="77"/>
                    <a:pt x="31" y="77"/>
                  </a:cubicBezTo>
                  <a:cubicBezTo>
                    <a:pt x="30" y="78"/>
                    <a:pt x="28" y="78"/>
                    <a:pt x="27" y="78"/>
                  </a:cubicBezTo>
                  <a:cubicBezTo>
                    <a:pt x="22" y="76"/>
                    <a:pt x="22" y="76"/>
                    <a:pt x="22" y="76"/>
                  </a:cubicBezTo>
                  <a:cubicBezTo>
                    <a:pt x="21" y="75"/>
                    <a:pt x="20" y="74"/>
                    <a:pt x="19" y="73"/>
                  </a:cubicBezTo>
                  <a:cubicBezTo>
                    <a:pt x="18" y="72"/>
                    <a:pt x="18" y="71"/>
                    <a:pt x="19" y="69"/>
                  </a:cubicBezTo>
                  <a:cubicBezTo>
                    <a:pt x="20" y="65"/>
                    <a:pt x="20" y="65"/>
                    <a:pt x="20" y="65"/>
                  </a:cubicBezTo>
                  <a:cubicBezTo>
                    <a:pt x="18" y="64"/>
                    <a:pt x="16" y="62"/>
                    <a:pt x="14" y="59"/>
                  </a:cubicBezTo>
                  <a:cubicBezTo>
                    <a:pt x="10" y="61"/>
                    <a:pt x="10" y="61"/>
                    <a:pt x="10" y="61"/>
                  </a:cubicBezTo>
                  <a:cubicBezTo>
                    <a:pt x="7" y="62"/>
                    <a:pt x="4" y="61"/>
                    <a:pt x="3" y="59"/>
                  </a:cubicBezTo>
                  <a:cubicBezTo>
                    <a:pt x="1" y="54"/>
                    <a:pt x="1" y="54"/>
                    <a:pt x="1" y="54"/>
                  </a:cubicBezTo>
                  <a:cubicBezTo>
                    <a:pt x="0" y="51"/>
                    <a:pt x="1" y="48"/>
                    <a:pt x="3" y="47"/>
                  </a:cubicBezTo>
                  <a:cubicBezTo>
                    <a:pt x="7" y="45"/>
                    <a:pt x="7" y="45"/>
                    <a:pt x="7" y="45"/>
                  </a:cubicBezTo>
                  <a:cubicBezTo>
                    <a:pt x="7" y="42"/>
                    <a:pt x="7" y="39"/>
                    <a:pt x="7" y="36"/>
                  </a:cubicBezTo>
                  <a:cubicBezTo>
                    <a:pt x="3" y="35"/>
                    <a:pt x="3" y="35"/>
                    <a:pt x="3" y="35"/>
                  </a:cubicBezTo>
                  <a:cubicBezTo>
                    <a:pt x="2" y="34"/>
                    <a:pt x="1" y="33"/>
                    <a:pt x="0" y="32"/>
                  </a:cubicBezTo>
                  <a:cubicBezTo>
                    <a:pt x="0" y="31"/>
                    <a:pt x="0" y="30"/>
                    <a:pt x="0" y="28"/>
                  </a:cubicBezTo>
                  <a:cubicBezTo>
                    <a:pt x="2" y="23"/>
                    <a:pt x="2" y="23"/>
                    <a:pt x="2" y="23"/>
                  </a:cubicBezTo>
                  <a:cubicBezTo>
                    <a:pt x="3" y="21"/>
                    <a:pt x="6" y="19"/>
                    <a:pt x="8" y="20"/>
                  </a:cubicBezTo>
                  <a:cubicBezTo>
                    <a:pt x="12" y="22"/>
                    <a:pt x="12" y="22"/>
                    <a:pt x="12" y="22"/>
                  </a:cubicBezTo>
                  <a:cubicBezTo>
                    <a:pt x="14" y="19"/>
                    <a:pt x="16" y="17"/>
                    <a:pt x="18" y="15"/>
                  </a:cubicBezTo>
                  <a:cubicBezTo>
                    <a:pt x="17" y="11"/>
                    <a:pt x="17" y="11"/>
                    <a:pt x="17" y="11"/>
                  </a:cubicBezTo>
                  <a:cubicBezTo>
                    <a:pt x="15" y="9"/>
                    <a:pt x="17" y="6"/>
                    <a:pt x="19" y="5"/>
                  </a:cubicBezTo>
                  <a:cubicBezTo>
                    <a:pt x="24" y="2"/>
                    <a:pt x="24" y="2"/>
                    <a:pt x="24" y="2"/>
                  </a:cubicBezTo>
                  <a:cubicBezTo>
                    <a:pt x="26" y="1"/>
                    <a:pt x="29" y="2"/>
                    <a:pt x="31" y="5"/>
                  </a:cubicBezTo>
                  <a:cubicBezTo>
                    <a:pt x="32" y="9"/>
                    <a:pt x="32" y="9"/>
                    <a:pt x="32" y="9"/>
                  </a:cubicBezTo>
                  <a:cubicBezTo>
                    <a:pt x="34" y="8"/>
                    <a:pt x="36" y="8"/>
                    <a:pt x="38" y="8"/>
                  </a:cubicBezTo>
                  <a:lnTo>
                    <a:pt x="38"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17"/>
            <p:cNvSpPr>
              <a:spLocks noEditPoints="1"/>
            </p:cNvSpPr>
            <p:nvPr/>
          </p:nvSpPr>
          <p:spPr bwMode="auto">
            <a:xfrm>
              <a:off x="3926171" y="2622551"/>
              <a:ext cx="488950" cy="492125"/>
            </a:xfrm>
            <a:custGeom>
              <a:avLst/>
              <a:gdLst>
                <a:gd name="T0" fmla="*/ 125 w 130"/>
                <a:gd name="T1" fmla="*/ 93 h 130"/>
                <a:gd name="T2" fmla="*/ 115 w 130"/>
                <a:gd name="T3" fmla="*/ 98 h 130"/>
                <a:gd name="T4" fmla="*/ 97 w 130"/>
                <a:gd name="T5" fmla="*/ 107 h 130"/>
                <a:gd name="T6" fmla="*/ 96 w 130"/>
                <a:gd name="T7" fmla="*/ 124 h 130"/>
                <a:gd name="T8" fmla="*/ 77 w 130"/>
                <a:gd name="T9" fmla="*/ 124 h 130"/>
                <a:gd name="T10" fmla="*/ 64 w 130"/>
                <a:gd name="T11" fmla="*/ 118 h 130"/>
                <a:gd name="T12" fmla="*/ 64 w 130"/>
                <a:gd name="T13" fmla="*/ 98 h 130"/>
                <a:gd name="T14" fmla="*/ 94 w 130"/>
                <a:gd name="T15" fmla="*/ 52 h 130"/>
                <a:gd name="T16" fmla="*/ 64 w 130"/>
                <a:gd name="T17" fmla="*/ 13 h 130"/>
                <a:gd name="T18" fmla="*/ 72 w 130"/>
                <a:gd name="T19" fmla="*/ 6 h 130"/>
                <a:gd name="T20" fmla="*/ 92 w 130"/>
                <a:gd name="T21" fmla="*/ 5 h 130"/>
                <a:gd name="T22" fmla="*/ 94 w 130"/>
                <a:gd name="T23" fmla="*/ 22 h 130"/>
                <a:gd name="T24" fmla="*/ 112 w 130"/>
                <a:gd name="T25" fmla="*/ 30 h 130"/>
                <a:gd name="T26" fmla="*/ 127 w 130"/>
                <a:gd name="T27" fmla="*/ 42 h 130"/>
                <a:gd name="T28" fmla="*/ 116 w 130"/>
                <a:gd name="T29" fmla="*/ 56 h 130"/>
                <a:gd name="T30" fmla="*/ 124 w 130"/>
                <a:gd name="T31" fmla="*/ 74 h 130"/>
                <a:gd name="T32" fmla="*/ 64 w 130"/>
                <a:gd name="T33" fmla="*/ 118 h 130"/>
                <a:gd name="T34" fmla="*/ 56 w 130"/>
                <a:gd name="T35" fmla="*/ 125 h 130"/>
                <a:gd name="T36" fmla="*/ 46 w 130"/>
                <a:gd name="T37" fmla="*/ 130 h 130"/>
                <a:gd name="T38" fmla="*/ 32 w 130"/>
                <a:gd name="T39" fmla="*/ 122 h 130"/>
                <a:gd name="T40" fmla="*/ 35 w 130"/>
                <a:gd name="T41" fmla="*/ 109 h 130"/>
                <a:gd name="T42" fmla="*/ 17 w 130"/>
                <a:gd name="T43" fmla="*/ 102 h 130"/>
                <a:gd name="T44" fmla="*/ 2 w 130"/>
                <a:gd name="T45" fmla="*/ 89 h 130"/>
                <a:gd name="T46" fmla="*/ 13 w 130"/>
                <a:gd name="T47" fmla="*/ 75 h 130"/>
                <a:gd name="T48" fmla="*/ 5 w 130"/>
                <a:gd name="T49" fmla="*/ 58 h 130"/>
                <a:gd name="T50" fmla="*/ 0 w 130"/>
                <a:gd name="T51" fmla="*/ 47 h 130"/>
                <a:gd name="T52" fmla="*/ 14 w 130"/>
                <a:gd name="T53" fmla="*/ 33 h 130"/>
                <a:gd name="T54" fmla="*/ 31 w 130"/>
                <a:gd name="T55" fmla="*/ 25 h 130"/>
                <a:gd name="T56" fmla="*/ 32 w 130"/>
                <a:gd name="T57" fmla="*/ 7 h 130"/>
                <a:gd name="T58" fmla="*/ 52 w 130"/>
                <a:gd name="T59" fmla="*/ 7 h 130"/>
                <a:gd name="T60" fmla="*/ 64 w 130"/>
                <a:gd name="T61" fmla="*/ 13 h 130"/>
                <a:gd name="T62" fmla="*/ 64 w 130"/>
                <a:gd name="T63" fmla="*/ 33 h 130"/>
                <a:gd name="T64" fmla="*/ 35 w 130"/>
                <a:gd name="T65" fmla="*/ 79 h 130"/>
                <a:gd name="T66" fmla="*/ 64 w 130"/>
                <a:gd name="T67" fmla="*/ 11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0" h="130">
                  <a:moveTo>
                    <a:pt x="128" y="84"/>
                  </a:moveTo>
                  <a:cubicBezTo>
                    <a:pt x="125" y="93"/>
                    <a:pt x="125" y="93"/>
                    <a:pt x="125" y="93"/>
                  </a:cubicBezTo>
                  <a:cubicBezTo>
                    <a:pt x="124" y="95"/>
                    <a:pt x="123" y="97"/>
                    <a:pt x="121" y="98"/>
                  </a:cubicBezTo>
                  <a:cubicBezTo>
                    <a:pt x="119" y="99"/>
                    <a:pt x="117" y="99"/>
                    <a:pt x="115" y="98"/>
                  </a:cubicBezTo>
                  <a:cubicBezTo>
                    <a:pt x="108" y="95"/>
                    <a:pt x="108" y="95"/>
                    <a:pt x="108" y="95"/>
                  </a:cubicBezTo>
                  <a:cubicBezTo>
                    <a:pt x="105" y="100"/>
                    <a:pt x="101" y="103"/>
                    <a:pt x="97" y="107"/>
                  </a:cubicBezTo>
                  <a:cubicBezTo>
                    <a:pt x="100" y="113"/>
                    <a:pt x="100" y="113"/>
                    <a:pt x="100" y="113"/>
                  </a:cubicBezTo>
                  <a:cubicBezTo>
                    <a:pt x="102" y="117"/>
                    <a:pt x="101" y="122"/>
                    <a:pt x="96" y="124"/>
                  </a:cubicBezTo>
                  <a:cubicBezTo>
                    <a:pt x="88" y="128"/>
                    <a:pt x="88" y="128"/>
                    <a:pt x="88" y="128"/>
                  </a:cubicBezTo>
                  <a:cubicBezTo>
                    <a:pt x="84" y="130"/>
                    <a:pt x="79" y="128"/>
                    <a:pt x="77" y="124"/>
                  </a:cubicBezTo>
                  <a:cubicBezTo>
                    <a:pt x="74" y="117"/>
                    <a:pt x="74" y="117"/>
                    <a:pt x="74" y="117"/>
                  </a:cubicBezTo>
                  <a:cubicBezTo>
                    <a:pt x="71" y="118"/>
                    <a:pt x="68" y="118"/>
                    <a:pt x="64" y="118"/>
                  </a:cubicBezTo>
                  <a:cubicBezTo>
                    <a:pt x="64" y="98"/>
                    <a:pt x="64" y="98"/>
                    <a:pt x="64" y="98"/>
                  </a:cubicBezTo>
                  <a:cubicBezTo>
                    <a:pt x="64" y="98"/>
                    <a:pt x="64" y="98"/>
                    <a:pt x="64" y="98"/>
                  </a:cubicBezTo>
                  <a:cubicBezTo>
                    <a:pt x="69" y="98"/>
                    <a:pt x="74" y="97"/>
                    <a:pt x="78" y="95"/>
                  </a:cubicBezTo>
                  <a:cubicBezTo>
                    <a:pt x="94" y="88"/>
                    <a:pt x="102" y="68"/>
                    <a:pt x="94" y="52"/>
                  </a:cubicBezTo>
                  <a:cubicBezTo>
                    <a:pt x="89" y="40"/>
                    <a:pt x="77" y="33"/>
                    <a:pt x="64" y="33"/>
                  </a:cubicBezTo>
                  <a:cubicBezTo>
                    <a:pt x="64" y="13"/>
                    <a:pt x="64" y="13"/>
                    <a:pt x="64" y="13"/>
                  </a:cubicBezTo>
                  <a:cubicBezTo>
                    <a:pt x="66" y="13"/>
                    <a:pt x="68" y="13"/>
                    <a:pt x="70" y="13"/>
                  </a:cubicBezTo>
                  <a:cubicBezTo>
                    <a:pt x="72" y="6"/>
                    <a:pt x="72" y="6"/>
                    <a:pt x="72" y="6"/>
                  </a:cubicBezTo>
                  <a:cubicBezTo>
                    <a:pt x="74" y="2"/>
                    <a:pt x="79" y="0"/>
                    <a:pt x="83" y="2"/>
                  </a:cubicBezTo>
                  <a:cubicBezTo>
                    <a:pt x="92" y="5"/>
                    <a:pt x="92" y="5"/>
                    <a:pt x="92" y="5"/>
                  </a:cubicBezTo>
                  <a:cubicBezTo>
                    <a:pt x="96" y="6"/>
                    <a:pt x="98" y="11"/>
                    <a:pt x="97" y="15"/>
                  </a:cubicBezTo>
                  <a:cubicBezTo>
                    <a:pt x="94" y="22"/>
                    <a:pt x="94" y="22"/>
                    <a:pt x="94" y="22"/>
                  </a:cubicBezTo>
                  <a:cubicBezTo>
                    <a:pt x="98" y="25"/>
                    <a:pt x="102" y="29"/>
                    <a:pt x="105" y="33"/>
                  </a:cubicBezTo>
                  <a:cubicBezTo>
                    <a:pt x="112" y="30"/>
                    <a:pt x="112" y="30"/>
                    <a:pt x="112" y="30"/>
                  </a:cubicBezTo>
                  <a:cubicBezTo>
                    <a:pt x="116" y="28"/>
                    <a:pt x="121" y="29"/>
                    <a:pt x="123" y="34"/>
                  </a:cubicBezTo>
                  <a:cubicBezTo>
                    <a:pt x="127" y="42"/>
                    <a:pt x="127" y="42"/>
                    <a:pt x="127" y="42"/>
                  </a:cubicBezTo>
                  <a:cubicBezTo>
                    <a:pt x="129" y="46"/>
                    <a:pt x="127" y="51"/>
                    <a:pt x="123" y="53"/>
                  </a:cubicBezTo>
                  <a:cubicBezTo>
                    <a:pt x="116" y="56"/>
                    <a:pt x="116" y="56"/>
                    <a:pt x="116" y="56"/>
                  </a:cubicBezTo>
                  <a:cubicBezTo>
                    <a:pt x="117" y="61"/>
                    <a:pt x="117" y="66"/>
                    <a:pt x="117" y="71"/>
                  </a:cubicBezTo>
                  <a:cubicBezTo>
                    <a:pt x="124" y="74"/>
                    <a:pt x="124" y="74"/>
                    <a:pt x="124" y="74"/>
                  </a:cubicBezTo>
                  <a:cubicBezTo>
                    <a:pt x="128" y="75"/>
                    <a:pt x="130" y="80"/>
                    <a:pt x="128" y="84"/>
                  </a:cubicBezTo>
                  <a:close/>
                  <a:moveTo>
                    <a:pt x="64" y="118"/>
                  </a:moveTo>
                  <a:cubicBezTo>
                    <a:pt x="62" y="118"/>
                    <a:pt x="61" y="118"/>
                    <a:pt x="59" y="118"/>
                  </a:cubicBezTo>
                  <a:cubicBezTo>
                    <a:pt x="56" y="125"/>
                    <a:pt x="56" y="125"/>
                    <a:pt x="56" y="125"/>
                  </a:cubicBezTo>
                  <a:cubicBezTo>
                    <a:pt x="55" y="127"/>
                    <a:pt x="54" y="129"/>
                    <a:pt x="52" y="129"/>
                  </a:cubicBezTo>
                  <a:cubicBezTo>
                    <a:pt x="50" y="130"/>
                    <a:pt x="48" y="130"/>
                    <a:pt x="46" y="130"/>
                  </a:cubicBezTo>
                  <a:cubicBezTo>
                    <a:pt x="37" y="127"/>
                    <a:pt x="37" y="127"/>
                    <a:pt x="37" y="127"/>
                  </a:cubicBezTo>
                  <a:cubicBezTo>
                    <a:pt x="35" y="126"/>
                    <a:pt x="33" y="124"/>
                    <a:pt x="32" y="122"/>
                  </a:cubicBezTo>
                  <a:cubicBezTo>
                    <a:pt x="31" y="120"/>
                    <a:pt x="31" y="118"/>
                    <a:pt x="32" y="116"/>
                  </a:cubicBezTo>
                  <a:cubicBezTo>
                    <a:pt x="35" y="109"/>
                    <a:pt x="35" y="109"/>
                    <a:pt x="35" y="109"/>
                  </a:cubicBezTo>
                  <a:cubicBezTo>
                    <a:pt x="30" y="106"/>
                    <a:pt x="27" y="103"/>
                    <a:pt x="23" y="99"/>
                  </a:cubicBezTo>
                  <a:cubicBezTo>
                    <a:pt x="17" y="102"/>
                    <a:pt x="17" y="102"/>
                    <a:pt x="17" y="102"/>
                  </a:cubicBezTo>
                  <a:cubicBezTo>
                    <a:pt x="13" y="104"/>
                    <a:pt x="8" y="102"/>
                    <a:pt x="6" y="98"/>
                  </a:cubicBezTo>
                  <a:cubicBezTo>
                    <a:pt x="2" y="89"/>
                    <a:pt x="2" y="89"/>
                    <a:pt x="2" y="89"/>
                  </a:cubicBezTo>
                  <a:cubicBezTo>
                    <a:pt x="0" y="85"/>
                    <a:pt x="2" y="80"/>
                    <a:pt x="6" y="78"/>
                  </a:cubicBezTo>
                  <a:cubicBezTo>
                    <a:pt x="13" y="75"/>
                    <a:pt x="13" y="75"/>
                    <a:pt x="13" y="75"/>
                  </a:cubicBezTo>
                  <a:cubicBezTo>
                    <a:pt x="12" y="70"/>
                    <a:pt x="12" y="65"/>
                    <a:pt x="12" y="60"/>
                  </a:cubicBezTo>
                  <a:cubicBezTo>
                    <a:pt x="5" y="58"/>
                    <a:pt x="5" y="58"/>
                    <a:pt x="5" y="58"/>
                  </a:cubicBezTo>
                  <a:cubicBezTo>
                    <a:pt x="3" y="57"/>
                    <a:pt x="1" y="55"/>
                    <a:pt x="1" y="53"/>
                  </a:cubicBezTo>
                  <a:cubicBezTo>
                    <a:pt x="0" y="51"/>
                    <a:pt x="0" y="49"/>
                    <a:pt x="0" y="47"/>
                  </a:cubicBezTo>
                  <a:cubicBezTo>
                    <a:pt x="3" y="38"/>
                    <a:pt x="3" y="38"/>
                    <a:pt x="3" y="38"/>
                  </a:cubicBezTo>
                  <a:cubicBezTo>
                    <a:pt x="5" y="34"/>
                    <a:pt x="10" y="32"/>
                    <a:pt x="14" y="33"/>
                  </a:cubicBezTo>
                  <a:cubicBezTo>
                    <a:pt x="21" y="36"/>
                    <a:pt x="21" y="36"/>
                    <a:pt x="21" y="36"/>
                  </a:cubicBezTo>
                  <a:cubicBezTo>
                    <a:pt x="24" y="32"/>
                    <a:pt x="27" y="28"/>
                    <a:pt x="31" y="25"/>
                  </a:cubicBezTo>
                  <a:cubicBezTo>
                    <a:pt x="28" y="18"/>
                    <a:pt x="28" y="18"/>
                    <a:pt x="28" y="18"/>
                  </a:cubicBezTo>
                  <a:cubicBezTo>
                    <a:pt x="26" y="14"/>
                    <a:pt x="28" y="9"/>
                    <a:pt x="32" y="7"/>
                  </a:cubicBezTo>
                  <a:cubicBezTo>
                    <a:pt x="41" y="3"/>
                    <a:pt x="41" y="3"/>
                    <a:pt x="41" y="3"/>
                  </a:cubicBezTo>
                  <a:cubicBezTo>
                    <a:pt x="45" y="1"/>
                    <a:pt x="50" y="3"/>
                    <a:pt x="52" y="7"/>
                  </a:cubicBezTo>
                  <a:cubicBezTo>
                    <a:pt x="55" y="14"/>
                    <a:pt x="55" y="14"/>
                    <a:pt x="55" y="14"/>
                  </a:cubicBezTo>
                  <a:cubicBezTo>
                    <a:pt x="58" y="13"/>
                    <a:pt x="61" y="13"/>
                    <a:pt x="64" y="13"/>
                  </a:cubicBezTo>
                  <a:cubicBezTo>
                    <a:pt x="64" y="33"/>
                    <a:pt x="64" y="33"/>
                    <a:pt x="64" y="33"/>
                  </a:cubicBezTo>
                  <a:cubicBezTo>
                    <a:pt x="64" y="33"/>
                    <a:pt x="64" y="33"/>
                    <a:pt x="64" y="33"/>
                  </a:cubicBezTo>
                  <a:cubicBezTo>
                    <a:pt x="60" y="33"/>
                    <a:pt x="55" y="34"/>
                    <a:pt x="51" y="36"/>
                  </a:cubicBezTo>
                  <a:cubicBezTo>
                    <a:pt x="34" y="43"/>
                    <a:pt x="27" y="63"/>
                    <a:pt x="35" y="79"/>
                  </a:cubicBezTo>
                  <a:cubicBezTo>
                    <a:pt x="40" y="91"/>
                    <a:pt x="52" y="98"/>
                    <a:pt x="64" y="98"/>
                  </a:cubicBezTo>
                  <a:lnTo>
                    <a:pt x="64" y="1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4" name="组合 73"/>
          <p:cNvGrpSpPr/>
          <p:nvPr/>
        </p:nvGrpSpPr>
        <p:grpSpPr>
          <a:xfrm>
            <a:off x="5396345" y="116321"/>
            <a:ext cx="373515" cy="373515"/>
            <a:chOff x="7912100" y="206375"/>
            <a:chExt cx="901700" cy="901700"/>
          </a:xfrm>
          <a:solidFill>
            <a:srgbClr val="707E84"/>
          </a:solidFill>
        </p:grpSpPr>
        <p:sp>
          <p:nvSpPr>
            <p:cNvPr id="75" name="Freeform 637"/>
            <p:cNvSpPr>
              <a:spLocks/>
            </p:cNvSpPr>
            <p:nvPr/>
          </p:nvSpPr>
          <p:spPr bwMode="auto">
            <a:xfrm>
              <a:off x="8501063" y="423863"/>
              <a:ext cx="312737" cy="425450"/>
            </a:xfrm>
            <a:custGeom>
              <a:avLst/>
              <a:gdLst>
                <a:gd name="T0" fmla="*/ 21 w 83"/>
                <a:gd name="T1" fmla="*/ 75 h 113"/>
                <a:gd name="T2" fmla="*/ 0 w 83"/>
                <a:gd name="T3" fmla="*/ 113 h 113"/>
                <a:gd name="T4" fmla="*/ 72 w 83"/>
                <a:gd name="T5" fmla="*/ 113 h 113"/>
                <a:gd name="T6" fmla="*/ 83 w 83"/>
                <a:gd name="T7" fmla="*/ 62 h 113"/>
                <a:gd name="T8" fmla="*/ 65 w 83"/>
                <a:gd name="T9" fmla="*/ 0 h 113"/>
                <a:gd name="T10" fmla="*/ 22 w 83"/>
                <a:gd name="T11" fmla="*/ 75 h 113"/>
                <a:gd name="T12" fmla="*/ 21 w 83"/>
                <a:gd name="T13" fmla="*/ 75 h 113"/>
              </a:gdLst>
              <a:ahLst/>
              <a:cxnLst>
                <a:cxn ang="0">
                  <a:pos x="T0" y="T1"/>
                </a:cxn>
                <a:cxn ang="0">
                  <a:pos x="T2" y="T3"/>
                </a:cxn>
                <a:cxn ang="0">
                  <a:pos x="T4" y="T5"/>
                </a:cxn>
                <a:cxn ang="0">
                  <a:pos x="T6" y="T7"/>
                </a:cxn>
                <a:cxn ang="0">
                  <a:pos x="T8" y="T9"/>
                </a:cxn>
                <a:cxn ang="0">
                  <a:pos x="T10" y="T11"/>
                </a:cxn>
                <a:cxn ang="0">
                  <a:pos x="T12" y="T13"/>
                </a:cxn>
              </a:cxnLst>
              <a:rect l="0" t="0" r="r" b="b"/>
              <a:pathLst>
                <a:path w="83" h="113">
                  <a:moveTo>
                    <a:pt x="21" y="75"/>
                  </a:moveTo>
                  <a:cubicBezTo>
                    <a:pt x="0" y="113"/>
                    <a:pt x="0" y="113"/>
                    <a:pt x="0" y="113"/>
                  </a:cubicBezTo>
                  <a:cubicBezTo>
                    <a:pt x="72" y="113"/>
                    <a:pt x="72" y="113"/>
                    <a:pt x="72" y="113"/>
                  </a:cubicBezTo>
                  <a:cubicBezTo>
                    <a:pt x="79" y="97"/>
                    <a:pt x="83" y="80"/>
                    <a:pt x="83" y="62"/>
                  </a:cubicBezTo>
                  <a:cubicBezTo>
                    <a:pt x="83" y="39"/>
                    <a:pt x="76" y="18"/>
                    <a:pt x="65" y="0"/>
                  </a:cubicBezTo>
                  <a:cubicBezTo>
                    <a:pt x="22" y="75"/>
                    <a:pt x="22" y="75"/>
                    <a:pt x="22" y="75"/>
                  </a:cubicBezTo>
                  <a:lnTo>
                    <a:pt x="21"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638"/>
            <p:cNvSpPr>
              <a:spLocks/>
            </p:cNvSpPr>
            <p:nvPr/>
          </p:nvSpPr>
          <p:spPr bwMode="auto">
            <a:xfrm>
              <a:off x="7967663" y="214313"/>
              <a:ext cx="488950" cy="228600"/>
            </a:xfrm>
            <a:custGeom>
              <a:avLst/>
              <a:gdLst>
                <a:gd name="T0" fmla="*/ 83 w 130"/>
                <a:gd name="T1" fmla="*/ 61 h 61"/>
                <a:gd name="T2" fmla="*/ 130 w 130"/>
                <a:gd name="T3" fmla="*/ 61 h 61"/>
                <a:gd name="T4" fmla="*/ 95 w 130"/>
                <a:gd name="T5" fmla="*/ 0 h 61"/>
                <a:gd name="T6" fmla="*/ 0 w 130"/>
                <a:gd name="T7" fmla="*/ 61 h 61"/>
                <a:gd name="T8" fmla="*/ 71 w 130"/>
                <a:gd name="T9" fmla="*/ 61 h 61"/>
                <a:gd name="T10" fmla="*/ 83 w 130"/>
                <a:gd name="T11" fmla="*/ 61 h 61"/>
              </a:gdLst>
              <a:ahLst/>
              <a:cxnLst>
                <a:cxn ang="0">
                  <a:pos x="T0" y="T1"/>
                </a:cxn>
                <a:cxn ang="0">
                  <a:pos x="T2" y="T3"/>
                </a:cxn>
                <a:cxn ang="0">
                  <a:pos x="T4" y="T5"/>
                </a:cxn>
                <a:cxn ang="0">
                  <a:pos x="T6" y="T7"/>
                </a:cxn>
                <a:cxn ang="0">
                  <a:pos x="T8" y="T9"/>
                </a:cxn>
                <a:cxn ang="0">
                  <a:pos x="T10" y="T11"/>
                </a:cxn>
              </a:cxnLst>
              <a:rect l="0" t="0" r="r" b="b"/>
              <a:pathLst>
                <a:path w="130" h="61">
                  <a:moveTo>
                    <a:pt x="83" y="61"/>
                  </a:moveTo>
                  <a:cubicBezTo>
                    <a:pt x="130" y="61"/>
                    <a:pt x="130" y="61"/>
                    <a:pt x="130" y="61"/>
                  </a:cubicBezTo>
                  <a:cubicBezTo>
                    <a:pt x="95" y="0"/>
                    <a:pt x="95" y="0"/>
                    <a:pt x="95" y="0"/>
                  </a:cubicBezTo>
                  <a:cubicBezTo>
                    <a:pt x="54" y="4"/>
                    <a:pt x="19" y="25"/>
                    <a:pt x="0" y="61"/>
                  </a:cubicBezTo>
                  <a:cubicBezTo>
                    <a:pt x="71" y="61"/>
                    <a:pt x="71" y="61"/>
                    <a:pt x="71" y="61"/>
                  </a:cubicBezTo>
                  <a:lnTo>
                    <a:pt x="83"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639"/>
            <p:cNvSpPr>
              <a:spLocks/>
            </p:cNvSpPr>
            <p:nvPr/>
          </p:nvSpPr>
          <p:spPr bwMode="auto">
            <a:xfrm>
              <a:off x="7989888" y="679450"/>
              <a:ext cx="379412" cy="428625"/>
            </a:xfrm>
            <a:custGeom>
              <a:avLst/>
              <a:gdLst>
                <a:gd name="T0" fmla="*/ 59 w 101"/>
                <a:gd name="T1" fmla="*/ 40 h 114"/>
                <a:gd name="T2" fmla="*/ 36 w 101"/>
                <a:gd name="T3" fmla="*/ 0 h 114"/>
                <a:gd name="T4" fmla="*/ 0 w 101"/>
                <a:gd name="T5" fmla="*/ 62 h 114"/>
                <a:gd name="T6" fmla="*/ 99 w 101"/>
                <a:gd name="T7" fmla="*/ 114 h 114"/>
                <a:gd name="T8" fmla="*/ 101 w 101"/>
                <a:gd name="T9" fmla="*/ 114 h 114"/>
                <a:gd name="T10" fmla="*/ 59 w 101"/>
                <a:gd name="T11" fmla="*/ 40 h 114"/>
              </a:gdLst>
              <a:ahLst/>
              <a:cxnLst>
                <a:cxn ang="0">
                  <a:pos x="T0" y="T1"/>
                </a:cxn>
                <a:cxn ang="0">
                  <a:pos x="T2" y="T3"/>
                </a:cxn>
                <a:cxn ang="0">
                  <a:pos x="T4" y="T5"/>
                </a:cxn>
                <a:cxn ang="0">
                  <a:pos x="T6" y="T7"/>
                </a:cxn>
                <a:cxn ang="0">
                  <a:pos x="T8" y="T9"/>
                </a:cxn>
                <a:cxn ang="0">
                  <a:pos x="T10" y="T11"/>
                </a:cxn>
              </a:cxnLst>
              <a:rect l="0" t="0" r="r" b="b"/>
              <a:pathLst>
                <a:path w="101" h="114">
                  <a:moveTo>
                    <a:pt x="59" y="40"/>
                  </a:moveTo>
                  <a:cubicBezTo>
                    <a:pt x="36" y="0"/>
                    <a:pt x="36" y="0"/>
                    <a:pt x="36" y="0"/>
                  </a:cubicBezTo>
                  <a:cubicBezTo>
                    <a:pt x="0" y="62"/>
                    <a:pt x="0" y="62"/>
                    <a:pt x="0" y="62"/>
                  </a:cubicBezTo>
                  <a:cubicBezTo>
                    <a:pt x="22" y="94"/>
                    <a:pt x="58" y="114"/>
                    <a:pt x="99" y="114"/>
                  </a:cubicBezTo>
                  <a:cubicBezTo>
                    <a:pt x="100" y="114"/>
                    <a:pt x="100" y="114"/>
                    <a:pt x="101" y="114"/>
                  </a:cubicBezTo>
                  <a:cubicBezTo>
                    <a:pt x="59" y="40"/>
                    <a:pt x="59" y="40"/>
                    <a:pt x="59"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640"/>
            <p:cNvSpPr>
              <a:spLocks/>
            </p:cNvSpPr>
            <p:nvPr/>
          </p:nvSpPr>
          <p:spPr bwMode="auto">
            <a:xfrm>
              <a:off x="8264525" y="863600"/>
              <a:ext cx="496887" cy="238125"/>
            </a:xfrm>
            <a:custGeom>
              <a:avLst/>
              <a:gdLst>
                <a:gd name="T0" fmla="*/ 48 w 132"/>
                <a:gd name="T1" fmla="*/ 0 h 63"/>
                <a:gd name="T2" fmla="*/ 0 w 132"/>
                <a:gd name="T3" fmla="*/ 0 h 63"/>
                <a:gd name="T4" fmla="*/ 36 w 132"/>
                <a:gd name="T5" fmla="*/ 63 h 63"/>
                <a:gd name="T6" fmla="*/ 132 w 132"/>
                <a:gd name="T7" fmla="*/ 0 h 63"/>
                <a:gd name="T8" fmla="*/ 59 w 132"/>
                <a:gd name="T9" fmla="*/ 0 h 63"/>
                <a:gd name="T10" fmla="*/ 48 w 132"/>
                <a:gd name="T11" fmla="*/ 0 h 63"/>
              </a:gdLst>
              <a:ahLst/>
              <a:cxnLst>
                <a:cxn ang="0">
                  <a:pos x="T0" y="T1"/>
                </a:cxn>
                <a:cxn ang="0">
                  <a:pos x="T2" y="T3"/>
                </a:cxn>
                <a:cxn ang="0">
                  <a:pos x="T4" y="T5"/>
                </a:cxn>
                <a:cxn ang="0">
                  <a:pos x="T6" y="T7"/>
                </a:cxn>
                <a:cxn ang="0">
                  <a:pos x="T8" y="T9"/>
                </a:cxn>
                <a:cxn ang="0">
                  <a:pos x="T10" y="T11"/>
                </a:cxn>
              </a:cxnLst>
              <a:rect l="0" t="0" r="r" b="b"/>
              <a:pathLst>
                <a:path w="132" h="63">
                  <a:moveTo>
                    <a:pt x="48" y="0"/>
                  </a:moveTo>
                  <a:cubicBezTo>
                    <a:pt x="0" y="0"/>
                    <a:pt x="0" y="0"/>
                    <a:pt x="0" y="0"/>
                  </a:cubicBezTo>
                  <a:cubicBezTo>
                    <a:pt x="36" y="63"/>
                    <a:pt x="36" y="63"/>
                    <a:pt x="36" y="63"/>
                  </a:cubicBezTo>
                  <a:cubicBezTo>
                    <a:pt x="77" y="59"/>
                    <a:pt x="113" y="36"/>
                    <a:pt x="132" y="0"/>
                  </a:cubicBezTo>
                  <a:cubicBezTo>
                    <a:pt x="59" y="0"/>
                    <a:pt x="59" y="0"/>
                    <a:pt x="59" y="0"/>
                  </a:cubicBezTo>
                  <a:lnTo>
                    <a:pt x="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641"/>
            <p:cNvSpPr>
              <a:spLocks/>
            </p:cNvSpPr>
            <p:nvPr/>
          </p:nvSpPr>
          <p:spPr bwMode="auto">
            <a:xfrm>
              <a:off x="8350250" y="206375"/>
              <a:ext cx="381000" cy="428625"/>
            </a:xfrm>
            <a:custGeom>
              <a:avLst/>
              <a:gdLst>
                <a:gd name="T0" fmla="*/ 36 w 101"/>
                <a:gd name="T1" fmla="*/ 63 h 114"/>
                <a:gd name="T2" fmla="*/ 66 w 101"/>
                <a:gd name="T3" fmla="*/ 114 h 114"/>
                <a:gd name="T4" fmla="*/ 101 w 101"/>
                <a:gd name="T5" fmla="*/ 52 h 114"/>
                <a:gd name="T6" fmla="*/ 3 w 101"/>
                <a:gd name="T7" fmla="*/ 0 h 114"/>
                <a:gd name="T8" fmla="*/ 0 w 101"/>
                <a:gd name="T9" fmla="*/ 1 h 114"/>
                <a:gd name="T10" fmla="*/ 35 w 101"/>
                <a:gd name="T11" fmla="*/ 63 h 114"/>
                <a:gd name="T12" fmla="*/ 36 w 101"/>
                <a:gd name="T13" fmla="*/ 63 h 114"/>
              </a:gdLst>
              <a:ahLst/>
              <a:cxnLst>
                <a:cxn ang="0">
                  <a:pos x="T0" y="T1"/>
                </a:cxn>
                <a:cxn ang="0">
                  <a:pos x="T2" y="T3"/>
                </a:cxn>
                <a:cxn ang="0">
                  <a:pos x="T4" y="T5"/>
                </a:cxn>
                <a:cxn ang="0">
                  <a:pos x="T6" y="T7"/>
                </a:cxn>
                <a:cxn ang="0">
                  <a:pos x="T8" y="T9"/>
                </a:cxn>
                <a:cxn ang="0">
                  <a:pos x="T10" y="T11"/>
                </a:cxn>
                <a:cxn ang="0">
                  <a:pos x="T12" y="T13"/>
                </a:cxn>
              </a:cxnLst>
              <a:rect l="0" t="0" r="r" b="b"/>
              <a:pathLst>
                <a:path w="101" h="114">
                  <a:moveTo>
                    <a:pt x="36" y="63"/>
                  </a:moveTo>
                  <a:cubicBezTo>
                    <a:pt x="66" y="114"/>
                    <a:pt x="66" y="114"/>
                    <a:pt x="66" y="114"/>
                  </a:cubicBezTo>
                  <a:cubicBezTo>
                    <a:pt x="101" y="52"/>
                    <a:pt x="101" y="52"/>
                    <a:pt x="101" y="52"/>
                  </a:cubicBezTo>
                  <a:cubicBezTo>
                    <a:pt x="80" y="21"/>
                    <a:pt x="44" y="0"/>
                    <a:pt x="3" y="0"/>
                  </a:cubicBezTo>
                  <a:cubicBezTo>
                    <a:pt x="2" y="0"/>
                    <a:pt x="1" y="1"/>
                    <a:pt x="0" y="1"/>
                  </a:cubicBezTo>
                  <a:cubicBezTo>
                    <a:pt x="35" y="63"/>
                    <a:pt x="35" y="63"/>
                    <a:pt x="35" y="63"/>
                  </a:cubicBezTo>
                  <a:lnTo>
                    <a:pt x="36" y="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642"/>
            <p:cNvSpPr>
              <a:spLocks/>
            </p:cNvSpPr>
            <p:nvPr/>
          </p:nvSpPr>
          <p:spPr bwMode="auto">
            <a:xfrm>
              <a:off x="7912100" y="458788"/>
              <a:ext cx="311150" cy="431800"/>
            </a:xfrm>
            <a:custGeom>
              <a:avLst/>
              <a:gdLst>
                <a:gd name="T0" fmla="*/ 53 w 83"/>
                <a:gd name="T1" fmla="*/ 52 h 115"/>
                <a:gd name="T2" fmla="*/ 83 w 83"/>
                <a:gd name="T3" fmla="*/ 0 h 115"/>
                <a:gd name="T4" fmla="*/ 11 w 83"/>
                <a:gd name="T5" fmla="*/ 0 h 115"/>
                <a:gd name="T6" fmla="*/ 0 w 83"/>
                <a:gd name="T7" fmla="*/ 53 h 115"/>
                <a:gd name="T8" fmla="*/ 17 w 83"/>
                <a:gd name="T9" fmla="*/ 115 h 115"/>
                <a:gd name="T10" fmla="*/ 53 w 83"/>
                <a:gd name="T11" fmla="*/ 52 h 115"/>
              </a:gdLst>
              <a:ahLst/>
              <a:cxnLst>
                <a:cxn ang="0">
                  <a:pos x="T0" y="T1"/>
                </a:cxn>
                <a:cxn ang="0">
                  <a:pos x="T2" y="T3"/>
                </a:cxn>
                <a:cxn ang="0">
                  <a:pos x="T4" y="T5"/>
                </a:cxn>
                <a:cxn ang="0">
                  <a:pos x="T6" y="T7"/>
                </a:cxn>
                <a:cxn ang="0">
                  <a:pos x="T8" y="T9"/>
                </a:cxn>
                <a:cxn ang="0">
                  <a:pos x="T10" y="T11"/>
                </a:cxn>
              </a:cxnLst>
              <a:rect l="0" t="0" r="r" b="b"/>
              <a:pathLst>
                <a:path w="83" h="115">
                  <a:moveTo>
                    <a:pt x="53" y="52"/>
                  </a:moveTo>
                  <a:cubicBezTo>
                    <a:pt x="83" y="0"/>
                    <a:pt x="83" y="0"/>
                    <a:pt x="83" y="0"/>
                  </a:cubicBezTo>
                  <a:cubicBezTo>
                    <a:pt x="11" y="0"/>
                    <a:pt x="11" y="0"/>
                    <a:pt x="11" y="0"/>
                  </a:cubicBezTo>
                  <a:cubicBezTo>
                    <a:pt x="4" y="16"/>
                    <a:pt x="0" y="34"/>
                    <a:pt x="0" y="53"/>
                  </a:cubicBezTo>
                  <a:cubicBezTo>
                    <a:pt x="0" y="75"/>
                    <a:pt x="6" y="97"/>
                    <a:pt x="17" y="115"/>
                  </a:cubicBezTo>
                  <a:cubicBezTo>
                    <a:pt x="53" y="52"/>
                    <a:pt x="53" y="52"/>
                    <a:pt x="53"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1" name="组合 80"/>
          <p:cNvGrpSpPr/>
          <p:nvPr/>
        </p:nvGrpSpPr>
        <p:grpSpPr>
          <a:xfrm>
            <a:off x="4938658" y="110074"/>
            <a:ext cx="381406" cy="386009"/>
            <a:chOff x="6807200" y="206375"/>
            <a:chExt cx="920750" cy="931863"/>
          </a:xfrm>
          <a:solidFill>
            <a:srgbClr val="707E84"/>
          </a:solidFill>
        </p:grpSpPr>
        <p:sp>
          <p:nvSpPr>
            <p:cNvPr id="82" name="Freeform 643"/>
            <p:cNvSpPr>
              <a:spLocks/>
            </p:cNvSpPr>
            <p:nvPr/>
          </p:nvSpPr>
          <p:spPr bwMode="auto">
            <a:xfrm>
              <a:off x="6807200" y="442913"/>
              <a:ext cx="296862" cy="436563"/>
            </a:xfrm>
            <a:custGeom>
              <a:avLst/>
              <a:gdLst>
                <a:gd name="T0" fmla="*/ 44 w 79"/>
                <a:gd name="T1" fmla="*/ 60 h 116"/>
                <a:gd name="T2" fmla="*/ 79 w 79"/>
                <a:gd name="T3" fmla="*/ 0 h 116"/>
                <a:gd name="T4" fmla="*/ 16 w 79"/>
                <a:gd name="T5" fmla="*/ 0 h 116"/>
                <a:gd name="T6" fmla="*/ 0 w 79"/>
                <a:gd name="T7" fmla="*/ 61 h 116"/>
                <a:gd name="T8" fmla="*/ 13 w 79"/>
                <a:gd name="T9" fmla="*/ 116 h 116"/>
                <a:gd name="T10" fmla="*/ 45 w 79"/>
                <a:gd name="T11" fmla="*/ 61 h 116"/>
                <a:gd name="T12" fmla="*/ 44 w 79"/>
                <a:gd name="T13" fmla="*/ 60 h 116"/>
              </a:gdLst>
              <a:ahLst/>
              <a:cxnLst>
                <a:cxn ang="0">
                  <a:pos x="T0" y="T1"/>
                </a:cxn>
                <a:cxn ang="0">
                  <a:pos x="T2" y="T3"/>
                </a:cxn>
                <a:cxn ang="0">
                  <a:pos x="T4" y="T5"/>
                </a:cxn>
                <a:cxn ang="0">
                  <a:pos x="T6" y="T7"/>
                </a:cxn>
                <a:cxn ang="0">
                  <a:pos x="T8" y="T9"/>
                </a:cxn>
                <a:cxn ang="0">
                  <a:pos x="T10" y="T11"/>
                </a:cxn>
                <a:cxn ang="0">
                  <a:pos x="T12" y="T13"/>
                </a:cxn>
              </a:cxnLst>
              <a:rect l="0" t="0" r="r" b="b"/>
              <a:pathLst>
                <a:path w="79" h="116">
                  <a:moveTo>
                    <a:pt x="44" y="60"/>
                  </a:moveTo>
                  <a:cubicBezTo>
                    <a:pt x="79" y="0"/>
                    <a:pt x="79" y="0"/>
                    <a:pt x="79" y="0"/>
                  </a:cubicBezTo>
                  <a:cubicBezTo>
                    <a:pt x="16" y="0"/>
                    <a:pt x="16" y="0"/>
                    <a:pt x="16" y="0"/>
                  </a:cubicBezTo>
                  <a:cubicBezTo>
                    <a:pt x="6" y="20"/>
                    <a:pt x="0" y="39"/>
                    <a:pt x="0" y="61"/>
                  </a:cubicBezTo>
                  <a:cubicBezTo>
                    <a:pt x="0" y="81"/>
                    <a:pt x="4" y="100"/>
                    <a:pt x="13" y="116"/>
                  </a:cubicBezTo>
                  <a:cubicBezTo>
                    <a:pt x="45" y="61"/>
                    <a:pt x="45" y="61"/>
                    <a:pt x="45" y="61"/>
                  </a:cubicBezTo>
                  <a:lnTo>
                    <a:pt x="44"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644"/>
            <p:cNvSpPr>
              <a:spLocks/>
            </p:cNvSpPr>
            <p:nvPr/>
          </p:nvSpPr>
          <p:spPr bwMode="auto">
            <a:xfrm>
              <a:off x="7145338" y="923925"/>
              <a:ext cx="511175" cy="214313"/>
            </a:xfrm>
            <a:custGeom>
              <a:avLst/>
              <a:gdLst>
                <a:gd name="T0" fmla="*/ 59 w 136"/>
                <a:gd name="T1" fmla="*/ 0 h 57"/>
                <a:gd name="T2" fmla="*/ 0 w 136"/>
                <a:gd name="T3" fmla="*/ 0 h 57"/>
                <a:gd name="T4" fmla="*/ 33 w 136"/>
                <a:gd name="T5" fmla="*/ 57 h 57"/>
                <a:gd name="T6" fmla="*/ 136 w 136"/>
                <a:gd name="T7" fmla="*/ 0 h 57"/>
                <a:gd name="T8" fmla="*/ 71 w 136"/>
                <a:gd name="T9" fmla="*/ 0 h 57"/>
                <a:gd name="T10" fmla="*/ 59 w 136"/>
                <a:gd name="T11" fmla="*/ 0 h 57"/>
              </a:gdLst>
              <a:ahLst/>
              <a:cxnLst>
                <a:cxn ang="0">
                  <a:pos x="T0" y="T1"/>
                </a:cxn>
                <a:cxn ang="0">
                  <a:pos x="T2" y="T3"/>
                </a:cxn>
                <a:cxn ang="0">
                  <a:pos x="T4" y="T5"/>
                </a:cxn>
                <a:cxn ang="0">
                  <a:pos x="T6" y="T7"/>
                </a:cxn>
                <a:cxn ang="0">
                  <a:pos x="T8" y="T9"/>
                </a:cxn>
                <a:cxn ang="0">
                  <a:pos x="T10" y="T11"/>
                </a:cxn>
              </a:cxnLst>
              <a:rect l="0" t="0" r="r" b="b"/>
              <a:pathLst>
                <a:path w="136" h="57">
                  <a:moveTo>
                    <a:pt x="59" y="0"/>
                  </a:moveTo>
                  <a:cubicBezTo>
                    <a:pt x="0" y="0"/>
                    <a:pt x="0" y="0"/>
                    <a:pt x="0" y="0"/>
                  </a:cubicBezTo>
                  <a:cubicBezTo>
                    <a:pt x="33" y="57"/>
                    <a:pt x="33" y="57"/>
                    <a:pt x="33" y="57"/>
                  </a:cubicBezTo>
                  <a:cubicBezTo>
                    <a:pt x="76" y="56"/>
                    <a:pt x="114" y="32"/>
                    <a:pt x="136" y="0"/>
                  </a:cubicBezTo>
                  <a:cubicBezTo>
                    <a:pt x="71" y="0"/>
                    <a:pt x="71" y="0"/>
                    <a:pt x="71" y="0"/>
                  </a:cubicBezTo>
                  <a:lnTo>
                    <a:pt x="5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645"/>
            <p:cNvSpPr>
              <a:spLocks/>
            </p:cNvSpPr>
            <p:nvPr/>
          </p:nvSpPr>
          <p:spPr bwMode="auto">
            <a:xfrm>
              <a:off x="7291388" y="209550"/>
              <a:ext cx="371475" cy="433388"/>
            </a:xfrm>
            <a:custGeom>
              <a:avLst/>
              <a:gdLst>
                <a:gd name="T0" fmla="*/ 32 w 99"/>
                <a:gd name="T1" fmla="*/ 54 h 115"/>
                <a:gd name="T2" fmla="*/ 67 w 99"/>
                <a:gd name="T3" fmla="*/ 115 h 115"/>
                <a:gd name="T4" fmla="*/ 99 w 99"/>
                <a:gd name="T5" fmla="*/ 61 h 115"/>
                <a:gd name="T6" fmla="*/ 0 w 99"/>
                <a:gd name="T7" fmla="*/ 0 h 115"/>
                <a:gd name="T8" fmla="*/ 32 w 99"/>
                <a:gd name="T9" fmla="*/ 54 h 115"/>
              </a:gdLst>
              <a:ahLst/>
              <a:cxnLst>
                <a:cxn ang="0">
                  <a:pos x="T0" y="T1"/>
                </a:cxn>
                <a:cxn ang="0">
                  <a:pos x="T2" y="T3"/>
                </a:cxn>
                <a:cxn ang="0">
                  <a:pos x="T4" y="T5"/>
                </a:cxn>
                <a:cxn ang="0">
                  <a:pos x="T6" y="T7"/>
                </a:cxn>
                <a:cxn ang="0">
                  <a:pos x="T8" y="T9"/>
                </a:cxn>
              </a:cxnLst>
              <a:rect l="0" t="0" r="r" b="b"/>
              <a:pathLst>
                <a:path w="99" h="115">
                  <a:moveTo>
                    <a:pt x="32" y="54"/>
                  </a:moveTo>
                  <a:cubicBezTo>
                    <a:pt x="67" y="115"/>
                    <a:pt x="67" y="115"/>
                    <a:pt x="67" y="115"/>
                  </a:cubicBezTo>
                  <a:cubicBezTo>
                    <a:pt x="99" y="61"/>
                    <a:pt x="99" y="61"/>
                    <a:pt x="99" y="61"/>
                  </a:cubicBezTo>
                  <a:cubicBezTo>
                    <a:pt x="79" y="26"/>
                    <a:pt x="42" y="2"/>
                    <a:pt x="0" y="0"/>
                  </a:cubicBezTo>
                  <a:cubicBezTo>
                    <a:pt x="32" y="54"/>
                    <a:pt x="32" y="54"/>
                    <a:pt x="32"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646"/>
            <p:cNvSpPr>
              <a:spLocks/>
            </p:cNvSpPr>
            <p:nvPr/>
          </p:nvSpPr>
          <p:spPr bwMode="auto">
            <a:xfrm>
              <a:off x="6870700" y="698500"/>
              <a:ext cx="368300" cy="436563"/>
            </a:xfrm>
            <a:custGeom>
              <a:avLst/>
              <a:gdLst>
                <a:gd name="T0" fmla="*/ 59 w 98"/>
                <a:gd name="T1" fmla="*/ 47 h 116"/>
                <a:gd name="T2" fmla="*/ 32 w 98"/>
                <a:gd name="T3" fmla="*/ 0 h 116"/>
                <a:gd name="T4" fmla="*/ 0 w 98"/>
                <a:gd name="T5" fmla="*/ 55 h 116"/>
                <a:gd name="T6" fmla="*/ 98 w 98"/>
                <a:gd name="T7" fmla="*/ 116 h 116"/>
                <a:gd name="T8" fmla="*/ 59 w 98"/>
                <a:gd name="T9" fmla="*/ 47 h 116"/>
              </a:gdLst>
              <a:ahLst/>
              <a:cxnLst>
                <a:cxn ang="0">
                  <a:pos x="T0" y="T1"/>
                </a:cxn>
                <a:cxn ang="0">
                  <a:pos x="T2" y="T3"/>
                </a:cxn>
                <a:cxn ang="0">
                  <a:pos x="T4" y="T5"/>
                </a:cxn>
                <a:cxn ang="0">
                  <a:pos x="T6" y="T7"/>
                </a:cxn>
                <a:cxn ang="0">
                  <a:pos x="T8" y="T9"/>
                </a:cxn>
              </a:cxnLst>
              <a:rect l="0" t="0" r="r" b="b"/>
              <a:pathLst>
                <a:path w="98" h="116">
                  <a:moveTo>
                    <a:pt x="59" y="47"/>
                  </a:moveTo>
                  <a:cubicBezTo>
                    <a:pt x="32" y="0"/>
                    <a:pt x="32" y="0"/>
                    <a:pt x="32" y="0"/>
                  </a:cubicBezTo>
                  <a:cubicBezTo>
                    <a:pt x="0" y="55"/>
                    <a:pt x="0" y="55"/>
                    <a:pt x="0" y="55"/>
                  </a:cubicBezTo>
                  <a:cubicBezTo>
                    <a:pt x="20" y="90"/>
                    <a:pt x="56" y="113"/>
                    <a:pt x="98" y="116"/>
                  </a:cubicBezTo>
                  <a:cubicBezTo>
                    <a:pt x="59" y="47"/>
                    <a:pt x="59" y="47"/>
                    <a:pt x="59"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647"/>
            <p:cNvSpPr>
              <a:spLocks/>
            </p:cNvSpPr>
            <p:nvPr/>
          </p:nvSpPr>
          <p:spPr bwMode="auto">
            <a:xfrm>
              <a:off x="6881813" y="206375"/>
              <a:ext cx="500062" cy="206375"/>
            </a:xfrm>
            <a:custGeom>
              <a:avLst/>
              <a:gdLst>
                <a:gd name="T0" fmla="*/ 76 w 133"/>
                <a:gd name="T1" fmla="*/ 55 h 55"/>
                <a:gd name="T2" fmla="*/ 133 w 133"/>
                <a:gd name="T3" fmla="*/ 55 h 55"/>
                <a:gd name="T4" fmla="*/ 101 w 133"/>
                <a:gd name="T5" fmla="*/ 0 h 55"/>
                <a:gd name="T6" fmla="*/ 0 w 133"/>
                <a:gd name="T7" fmla="*/ 55 h 55"/>
                <a:gd name="T8" fmla="*/ 63 w 133"/>
                <a:gd name="T9" fmla="*/ 55 h 55"/>
                <a:gd name="T10" fmla="*/ 76 w 133"/>
                <a:gd name="T11" fmla="*/ 55 h 55"/>
              </a:gdLst>
              <a:ahLst/>
              <a:cxnLst>
                <a:cxn ang="0">
                  <a:pos x="T0" y="T1"/>
                </a:cxn>
                <a:cxn ang="0">
                  <a:pos x="T2" y="T3"/>
                </a:cxn>
                <a:cxn ang="0">
                  <a:pos x="T4" y="T5"/>
                </a:cxn>
                <a:cxn ang="0">
                  <a:pos x="T6" y="T7"/>
                </a:cxn>
                <a:cxn ang="0">
                  <a:pos x="T8" y="T9"/>
                </a:cxn>
                <a:cxn ang="0">
                  <a:pos x="T10" y="T11"/>
                </a:cxn>
              </a:cxnLst>
              <a:rect l="0" t="0" r="r" b="b"/>
              <a:pathLst>
                <a:path w="133" h="55">
                  <a:moveTo>
                    <a:pt x="76" y="55"/>
                  </a:moveTo>
                  <a:cubicBezTo>
                    <a:pt x="133" y="55"/>
                    <a:pt x="133" y="55"/>
                    <a:pt x="133" y="55"/>
                  </a:cubicBezTo>
                  <a:cubicBezTo>
                    <a:pt x="101" y="0"/>
                    <a:pt x="101" y="0"/>
                    <a:pt x="101" y="0"/>
                  </a:cubicBezTo>
                  <a:cubicBezTo>
                    <a:pt x="59" y="1"/>
                    <a:pt x="22" y="23"/>
                    <a:pt x="0" y="55"/>
                  </a:cubicBezTo>
                  <a:cubicBezTo>
                    <a:pt x="63" y="55"/>
                    <a:pt x="63" y="55"/>
                    <a:pt x="63" y="55"/>
                  </a:cubicBezTo>
                  <a:lnTo>
                    <a:pt x="76" y="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648"/>
            <p:cNvSpPr>
              <a:spLocks/>
            </p:cNvSpPr>
            <p:nvPr/>
          </p:nvSpPr>
          <p:spPr bwMode="auto">
            <a:xfrm>
              <a:off x="7426325" y="465138"/>
              <a:ext cx="301625" cy="428625"/>
            </a:xfrm>
            <a:custGeom>
              <a:avLst/>
              <a:gdLst>
                <a:gd name="T0" fmla="*/ 35 w 80"/>
                <a:gd name="T1" fmla="*/ 54 h 114"/>
                <a:gd name="T2" fmla="*/ 0 w 80"/>
                <a:gd name="T3" fmla="*/ 114 h 114"/>
                <a:gd name="T4" fmla="*/ 65 w 80"/>
                <a:gd name="T5" fmla="*/ 114 h 114"/>
                <a:gd name="T6" fmla="*/ 80 w 80"/>
                <a:gd name="T7" fmla="*/ 55 h 114"/>
                <a:gd name="T8" fmla="*/ 67 w 80"/>
                <a:gd name="T9" fmla="*/ 0 h 114"/>
                <a:gd name="T10" fmla="*/ 35 w 80"/>
                <a:gd name="T11" fmla="*/ 54 h 114"/>
              </a:gdLst>
              <a:ahLst/>
              <a:cxnLst>
                <a:cxn ang="0">
                  <a:pos x="T0" y="T1"/>
                </a:cxn>
                <a:cxn ang="0">
                  <a:pos x="T2" y="T3"/>
                </a:cxn>
                <a:cxn ang="0">
                  <a:pos x="T4" y="T5"/>
                </a:cxn>
                <a:cxn ang="0">
                  <a:pos x="T6" y="T7"/>
                </a:cxn>
                <a:cxn ang="0">
                  <a:pos x="T8" y="T9"/>
                </a:cxn>
                <a:cxn ang="0">
                  <a:pos x="T10" y="T11"/>
                </a:cxn>
              </a:cxnLst>
              <a:rect l="0" t="0" r="r" b="b"/>
              <a:pathLst>
                <a:path w="80" h="114">
                  <a:moveTo>
                    <a:pt x="35" y="54"/>
                  </a:moveTo>
                  <a:cubicBezTo>
                    <a:pt x="0" y="114"/>
                    <a:pt x="0" y="114"/>
                    <a:pt x="0" y="114"/>
                  </a:cubicBezTo>
                  <a:cubicBezTo>
                    <a:pt x="65" y="114"/>
                    <a:pt x="65" y="114"/>
                    <a:pt x="65" y="114"/>
                  </a:cubicBezTo>
                  <a:cubicBezTo>
                    <a:pt x="74" y="98"/>
                    <a:pt x="80" y="77"/>
                    <a:pt x="80" y="55"/>
                  </a:cubicBezTo>
                  <a:cubicBezTo>
                    <a:pt x="80" y="35"/>
                    <a:pt x="75" y="16"/>
                    <a:pt x="67" y="0"/>
                  </a:cubicBezTo>
                  <a:cubicBezTo>
                    <a:pt x="35" y="54"/>
                    <a:pt x="35" y="54"/>
                    <a:pt x="35"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8" name="组合 87"/>
          <p:cNvGrpSpPr/>
          <p:nvPr/>
        </p:nvGrpSpPr>
        <p:grpSpPr>
          <a:xfrm>
            <a:off x="5853375" y="116979"/>
            <a:ext cx="372199" cy="372199"/>
            <a:chOff x="9015413" y="217488"/>
            <a:chExt cx="898525" cy="898525"/>
          </a:xfrm>
          <a:solidFill>
            <a:srgbClr val="707E84"/>
          </a:solidFill>
        </p:grpSpPr>
        <p:sp>
          <p:nvSpPr>
            <p:cNvPr id="89" name="Freeform 649"/>
            <p:cNvSpPr>
              <a:spLocks/>
            </p:cNvSpPr>
            <p:nvPr/>
          </p:nvSpPr>
          <p:spPr bwMode="auto">
            <a:xfrm>
              <a:off x="9586913" y="409575"/>
              <a:ext cx="327025" cy="423863"/>
            </a:xfrm>
            <a:custGeom>
              <a:avLst/>
              <a:gdLst>
                <a:gd name="T0" fmla="*/ 18 w 87"/>
                <a:gd name="T1" fmla="*/ 80 h 113"/>
                <a:gd name="T2" fmla="*/ 0 w 87"/>
                <a:gd name="T3" fmla="*/ 113 h 113"/>
                <a:gd name="T4" fmla="*/ 79 w 87"/>
                <a:gd name="T5" fmla="*/ 113 h 113"/>
                <a:gd name="T6" fmla="*/ 87 w 87"/>
                <a:gd name="T7" fmla="*/ 69 h 113"/>
                <a:gd name="T8" fmla="*/ 65 w 87"/>
                <a:gd name="T9" fmla="*/ 0 h 113"/>
                <a:gd name="T10" fmla="*/ 19 w 87"/>
                <a:gd name="T11" fmla="*/ 80 h 113"/>
                <a:gd name="T12" fmla="*/ 18 w 87"/>
                <a:gd name="T13" fmla="*/ 80 h 113"/>
              </a:gdLst>
              <a:ahLst/>
              <a:cxnLst>
                <a:cxn ang="0">
                  <a:pos x="T0" y="T1"/>
                </a:cxn>
                <a:cxn ang="0">
                  <a:pos x="T2" y="T3"/>
                </a:cxn>
                <a:cxn ang="0">
                  <a:pos x="T4" y="T5"/>
                </a:cxn>
                <a:cxn ang="0">
                  <a:pos x="T6" y="T7"/>
                </a:cxn>
                <a:cxn ang="0">
                  <a:pos x="T8" y="T9"/>
                </a:cxn>
                <a:cxn ang="0">
                  <a:pos x="T10" y="T11"/>
                </a:cxn>
                <a:cxn ang="0">
                  <a:pos x="T12" y="T13"/>
                </a:cxn>
              </a:cxnLst>
              <a:rect l="0" t="0" r="r" b="b"/>
              <a:pathLst>
                <a:path w="87" h="113">
                  <a:moveTo>
                    <a:pt x="18" y="80"/>
                  </a:moveTo>
                  <a:cubicBezTo>
                    <a:pt x="0" y="113"/>
                    <a:pt x="0" y="113"/>
                    <a:pt x="0" y="113"/>
                  </a:cubicBezTo>
                  <a:cubicBezTo>
                    <a:pt x="79" y="113"/>
                    <a:pt x="79" y="113"/>
                    <a:pt x="79" y="113"/>
                  </a:cubicBezTo>
                  <a:cubicBezTo>
                    <a:pt x="84" y="97"/>
                    <a:pt x="87" y="84"/>
                    <a:pt x="87" y="69"/>
                  </a:cubicBezTo>
                  <a:cubicBezTo>
                    <a:pt x="87" y="43"/>
                    <a:pt x="79" y="19"/>
                    <a:pt x="65" y="0"/>
                  </a:cubicBezTo>
                  <a:cubicBezTo>
                    <a:pt x="19" y="80"/>
                    <a:pt x="19" y="80"/>
                    <a:pt x="19" y="80"/>
                  </a:cubicBezTo>
                  <a:lnTo>
                    <a:pt x="18" y="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650"/>
            <p:cNvSpPr>
              <a:spLocks/>
            </p:cNvSpPr>
            <p:nvPr/>
          </p:nvSpPr>
          <p:spPr bwMode="auto">
            <a:xfrm>
              <a:off x="9061450" y="225425"/>
              <a:ext cx="481012" cy="247650"/>
            </a:xfrm>
            <a:custGeom>
              <a:avLst/>
              <a:gdLst>
                <a:gd name="T0" fmla="*/ 88 w 128"/>
                <a:gd name="T1" fmla="*/ 66 h 66"/>
                <a:gd name="T2" fmla="*/ 128 w 128"/>
                <a:gd name="T3" fmla="*/ 66 h 66"/>
                <a:gd name="T4" fmla="*/ 90 w 128"/>
                <a:gd name="T5" fmla="*/ 0 h 66"/>
                <a:gd name="T6" fmla="*/ 0 w 128"/>
                <a:gd name="T7" fmla="*/ 66 h 66"/>
                <a:gd name="T8" fmla="*/ 79 w 128"/>
                <a:gd name="T9" fmla="*/ 66 h 66"/>
                <a:gd name="T10" fmla="*/ 88 w 128"/>
                <a:gd name="T11" fmla="*/ 66 h 66"/>
              </a:gdLst>
              <a:ahLst/>
              <a:cxnLst>
                <a:cxn ang="0">
                  <a:pos x="T0" y="T1"/>
                </a:cxn>
                <a:cxn ang="0">
                  <a:pos x="T2" y="T3"/>
                </a:cxn>
                <a:cxn ang="0">
                  <a:pos x="T4" y="T5"/>
                </a:cxn>
                <a:cxn ang="0">
                  <a:pos x="T6" y="T7"/>
                </a:cxn>
                <a:cxn ang="0">
                  <a:pos x="T8" y="T9"/>
                </a:cxn>
                <a:cxn ang="0">
                  <a:pos x="T10" y="T11"/>
                </a:cxn>
              </a:cxnLst>
              <a:rect l="0" t="0" r="r" b="b"/>
              <a:pathLst>
                <a:path w="128" h="66">
                  <a:moveTo>
                    <a:pt x="88" y="66"/>
                  </a:moveTo>
                  <a:cubicBezTo>
                    <a:pt x="128" y="66"/>
                    <a:pt x="128" y="66"/>
                    <a:pt x="128" y="66"/>
                  </a:cubicBezTo>
                  <a:cubicBezTo>
                    <a:pt x="90" y="0"/>
                    <a:pt x="90" y="0"/>
                    <a:pt x="90" y="0"/>
                  </a:cubicBezTo>
                  <a:cubicBezTo>
                    <a:pt x="50" y="6"/>
                    <a:pt x="17" y="30"/>
                    <a:pt x="0" y="66"/>
                  </a:cubicBezTo>
                  <a:cubicBezTo>
                    <a:pt x="79" y="66"/>
                    <a:pt x="79" y="66"/>
                    <a:pt x="79" y="66"/>
                  </a:cubicBezTo>
                  <a:lnTo>
                    <a:pt x="88"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651"/>
            <p:cNvSpPr>
              <a:spLocks/>
            </p:cNvSpPr>
            <p:nvPr/>
          </p:nvSpPr>
          <p:spPr bwMode="auto">
            <a:xfrm>
              <a:off x="9424988" y="217488"/>
              <a:ext cx="392112" cy="425450"/>
            </a:xfrm>
            <a:custGeom>
              <a:avLst/>
              <a:gdLst>
                <a:gd name="T0" fmla="*/ 39 w 104"/>
                <a:gd name="T1" fmla="*/ 68 h 113"/>
                <a:gd name="T2" fmla="*/ 65 w 104"/>
                <a:gd name="T3" fmla="*/ 113 h 113"/>
                <a:gd name="T4" fmla="*/ 104 w 104"/>
                <a:gd name="T5" fmla="*/ 45 h 113"/>
                <a:gd name="T6" fmla="*/ 10 w 104"/>
                <a:gd name="T7" fmla="*/ 0 h 113"/>
                <a:gd name="T8" fmla="*/ 0 w 104"/>
                <a:gd name="T9" fmla="*/ 0 h 113"/>
                <a:gd name="T10" fmla="*/ 39 w 104"/>
                <a:gd name="T11" fmla="*/ 68 h 113"/>
              </a:gdLst>
              <a:ahLst/>
              <a:cxnLst>
                <a:cxn ang="0">
                  <a:pos x="T0" y="T1"/>
                </a:cxn>
                <a:cxn ang="0">
                  <a:pos x="T2" y="T3"/>
                </a:cxn>
                <a:cxn ang="0">
                  <a:pos x="T4" y="T5"/>
                </a:cxn>
                <a:cxn ang="0">
                  <a:pos x="T6" y="T7"/>
                </a:cxn>
                <a:cxn ang="0">
                  <a:pos x="T8" y="T9"/>
                </a:cxn>
                <a:cxn ang="0">
                  <a:pos x="T10" y="T11"/>
                </a:cxn>
              </a:cxnLst>
              <a:rect l="0" t="0" r="r" b="b"/>
              <a:pathLst>
                <a:path w="104" h="113">
                  <a:moveTo>
                    <a:pt x="39" y="68"/>
                  </a:moveTo>
                  <a:cubicBezTo>
                    <a:pt x="65" y="113"/>
                    <a:pt x="65" y="113"/>
                    <a:pt x="65" y="113"/>
                  </a:cubicBezTo>
                  <a:cubicBezTo>
                    <a:pt x="104" y="45"/>
                    <a:pt x="104" y="45"/>
                    <a:pt x="104" y="45"/>
                  </a:cubicBezTo>
                  <a:cubicBezTo>
                    <a:pt x="82" y="17"/>
                    <a:pt x="48" y="0"/>
                    <a:pt x="10" y="0"/>
                  </a:cubicBezTo>
                  <a:cubicBezTo>
                    <a:pt x="7" y="0"/>
                    <a:pt x="3" y="0"/>
                    <a:pt x="0" y="0"/>
                  </a:cubicBezTo>
                  <a:cubicBezTo>
                    <a:pt x="39" y="68"/>
                    <a:pt x="39" y="68"/>
                    <a:pt x="39"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652"/>
            <p:cNvSpPr>
              <a:spLocks/>
            </p:cNvSpPr>
            <p:nvPr/>
          </p:nvSpPr>
          <p:spPr bwMode="auto">
            <a:xfrm>
              <a:off x="9015413" y="488950"/>
              <a:ext cx="327025" cy="434975"/>
            </a:xfrm>
            <a:custGeom>
              <a:avLst/>
              <a:gdLst>
                <a:gd name="T0" fmla="*/ 21 w 87"/>
                <a:gd name="T1" fmla="*/ 116 h 116"/>
                <a:gd name="T2" fmla="*/ 66 w 87"/>
                <a:gd name="T3" fmla="*/ 39 h 116"/>
                <a:gd name="T4" fmla="*/ 66 w 87"/>
                <a:gd name="T5" fmla="*/ 38 h 116"/>
                <a:gd name="T6" fmla="*/ 87 w 87"/>
                <a:gd name="T7" fmla="*/ 0 h 116"/>
                <a:gd name="T8" fmla="*/ 9 w 87"/>
                <a:gd name="T9" fmla="*/ 0 h 116"/>
                <a:gd name="T10" fmla="*/ 0 w 87"/>
                <a:gd name="T11" fmla="*/ 46 h 116"/>
                <a:gd name="T12" fmla="*/ 21 w 87"/>
                <a:gd name="T13" fmla="*/ 116 h 116"/>
              </a:gdLst>
              <a:ahLst/>
              <a:cxnLst>
                <a:cxn ang="0">
                  <a:pos x="T0" y="T1"/>
                </a:cxn>
                <a:cxn ang="0">
                  <a:pos x="T2" y="T3"/>
                </a:cxn>
                <a:cxn ang="0">
                  <a:pos x="T4" y="T5"/>
                </a:cxn>
                <a:cxn ang="0">
                  <a:pos x="T6" y="T7"/>
                </a:cxn>
                <a:cxn ang="0">
                  <a:pos x="T8" y="T9"/>
                </a:cxn>
                <a:cxn ang="0">
                  <a:pos x="T10" y="T11"/>
                </a:cxn>
                <a:cxn ang="0">
                  <a:pos x="T12" y="T13"/>
                </a:cxn>
              </a:cxnLst>
              <a:rect l="0" t="0" r="r" b="b"/>
              <a:pathLst>
                <a:path w="87" h="116">
                  <a:moveTo>
                    <a:pt x="21" y="116"/>
                  </a:moveTo>
                  <a:cubicBezTo>
                    <a:pt x="66" y="39"/>
                    <a:pt x="66" y="39"/>
                    <a:pt x="66" y="39"/>
                  </a:cubicBezTo>
                  <a:cubicBezTo>
                    <a:pt x="66" y="38"/>
                    <a:pt x="66" y="38"/>
                    <a:pt x="66" y="38"/>
                  </a:cubicBezTo>
                  <a:cubicBezTo>
                    <a:pt x="87" y="0"/>
                    <a:pt x="87" y="0"/>
                    <a:pt x="87" y="0"/>
                  </a:cubicBezTo>
                  <a:cubicBezTo>
                    <a:pt x="9" y="0"/>
                    <a:pt x="9" y="0"/>
                    <a:pt x="9" y="0"/>
                  </a:cubicBezTo>
                  <a:cubicBezTo>
                    <a:pt x="3" y="16"/>
                    <a:pt x="0" y="30"/>
                    <a:pt x="0" y="46"/>
                  </a:cubicBezTo>
                  <a:cubicBezTo>
                    <a:pt x="0" y="72"/>
                    <a:pt x="8" y="96"/>
                    <a:pt x="21" y="1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653"/>
            <p:cNvSpPr>
              <a:spLocks/>
            </p:cNvSpPr>
            <p:nvPr/>
          </p:nvSpPr>
          <p:spPr bwMode="auto">
            <a:xfrm>
              <a:off x="9383713" y="849313"/>
              <a:ext cx="488950" cy="255588"/>
            </a:xfrm>
            <a:custGeom>
              <a:avLst/>
              <a:gdLst>
                <a:gd name="T0" fmla="*/ 42 w 130"/>
                <a:gd name="T1" fmla="*/ 0 h 68"/>
                <a:gd name="T2" fmla="*/ 0 w 130"/>
                <a:gd name="T3" fmla="*/ 0 h 68"/>
                <a:gd name="T4" fmla="*/ 39 w 130"/>
                <a:gd name="T5" fmla="*/ 68 h 68"/>
                <a:gd name="T6" fmla="*/ 130 w 130"/>
                <a:gd name="T7" fmla="*/ 0 h 68"/>
                <a:gd name="T8" fmla="*/ 50 w 130"/>
                <a:gd name="T9" fmla="*/ 0 h 68"/>
                <a:gd name="T10" fmla="*/ 42 w 130"/>
                <a:gd name="T11" fmla="*/ 0 h 68"/>
              </a:gdLst>
              <a:ahLst/>
              <a:cxnLst>
                <a:cxn ang="0">
                  <a:pos x="T0" y="T1"/>
                </a:cxn>
                <a:cxn ang="0">
                  <a:pos x="T2" y="T3"/>
                </a:cxn>
                <a:cxn ang="0">
                  <a:pos x="T4" y="T5"/>
                </a:cxn>
                <a:cxn ang="0">
                  <a:pos x="T6" y="T7"/>
                </a:cxn>
                <a:cxn ang="0">
                  <a:pos x="T8" y="T9"/>
                </a:cxn>
                <a:cxn ang="0">
                  <a:pos x="T10" y="T11"/>
                </a:cxn>
              </a:cxnLst>
              <a:rect l="0" t="0" r="r" b="b"/>
              <a:pathLst>
                <a:path w="130" h="68">
                  <a:moveTo>
                    <a:pt x="42" y="0"/>
                  </a:moveTo>
                  <a:cubicBezTo>
                    <a:pt x="0" y="0"/>
                    <a:pt x="0" y="0"/>
                    <a:pt x="0" y="0"/>
                  </a:cubicBezTo>
                  <a:cubicBezTo>
                    <a:pt x="39" y="68"/>
                    <a:pt x="39" y="68"/>
                    <a:pt x="39" y="68"/>
                  </a:cubicBezTo>
                  <a:cubicBezTo>
                    <a:pt x="80" y="62"/>
                    <a:pt x="113" y="36"/>
                    <a:pt x="130" y="0"/>
                  </a:cubicBezTo>
                  <a:cubicBezTo>
                    <a:pt x="50" y="0"/>
                    <a:pt x="50" y="0"/>
                    <a:pt x="50" y="0"/>
                  </a:cubicBezTo>
                  <a:lnTo>
                    <a:pt x="4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654"/>
            <p:cNvSpPr>
              <a:spLocks/>
            </p:cNvSpPr>
            <p:nvPr/>
          </p:nvSpPr>
          <p:spPr bwMode="auto">
            <a:xfrm>
              <a:off x="9113838" y="687388"/>
              <a:ext cx="390525" cy="428625"/>
            </a:xfrm>
            <a:custGeom>
              <a:avLst/>
              <a:gdLst>
                <a:gd name="T0" fmla="*/ 59 w 104"/>
                <a:gd name="T1" fmla="*/ 34 h 114"/>
                <a:gd name="T2" fmla="*/ 39 w 104"/>
                <a:gd name="T3" fmla="*/ 0 h 114"/>
                <a:gd name="T4" fmla="*/ 0 w 104"/>
                <a:gd name="T5" fmla="*/ 69 h 114"/>
                <a:gd name="T6" fmla="*/ 93 w 104"/>
                <a:gd name="T7" fmla="*/ 114 h 114"/>
                <a:gd name="T8" fmla="*/ 104 w 104"/>
                <a:gd name="T9" fmla="*/ 113 h 114"/>
                <a:gd name="T10" fmla="*/ 58 w 104"/>
                <a:gd name="T11" fmla="*/ 34 h 114"/>
                <a:gd name="T12" fmla="*/ 59 w 104"/>
                <a:gd name="T13" fmla="*/ 34 h 114"/>
              </a:gdLst>
              <a:ahLst/>
              <a:cxnLst>
                <a:cxn ang="0">
                  <a:pos x="T0" y="T1"/>
                </a:cxn>
                <a:cxn ang="0">
                  <a:pos x="T2" y="T3"/>
                </a:cxn>
                <a:cxn ang="0">
                  <a:pos x="T4" y="T5"/>
                </a:cxn>
                <a:cxn ang="0">
                  <a:pos x="T6" y="T7"/>
                </a:cxn>
                <a:cxn ang="0">
                  <a:pos x="T8" y="T9"/>
                </a:cxn>
                <a:cxn ang="0">
                  <a:pos x="T10" y="T11"/>
                </a:cxn>
                <a:cxn ang="0">
                  <a:pos x="T12" y="T13"/>
                </a:cxn>
              </a:cxnLst>
              <a:rect l="0" t="0" r="r" b="b"/>
              <a:pathLst>
                <a:path w="104" h="114">
                  <a:moveTo>
                    <a:pt x="59" y="34"/>
                  </a:moveTo>
                  <a:cubicBezTo>
                    <a:pt x="39" y="0"/>
                    <a:pt x="39" y="0"/>
                    <a:pt x="39" y="0"/>
                  </a:cubicBezTo>
                  <a:cubicBezTo>
                    <a:pt x="0" y="69"/>
                    <a:pt x="0" y="69"/>
                    <a:pt x="0" y="69"/>
                  </a:cubicBezTo>
                  <a:cubicBezTo>
                    <a:pt x="22" y="96"/>
                    <a:pt x="55" y="114"/>
                    <a:pt x="93" y="114"/>
                  </a:cubicBezTo>
                  <a:cubicBezTo>
                    <a:pt x="97" y="114"/>
                    <a:pt x="100" y="114"/>
                    <a:pt x="104" y="113"/>
                  </a:cubicBezTo>
                  <a:cubicBezTo>
                    <a:pt x="58" y="34"/>
                    <a:pt x="58" y="34"/>
                    <a:pt x="58" y="34"/>
                  </a:cubicBezTo>
                  <a:lnTo>
                    <a:pt x="59"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5" name="组合 94"/>
          <p:cNvGrpSpPr/>
          <p:nvPr/>
        </p:nvGrpSpPr>
        <p:grpSpPr>
          <a:xfrm>
            <a:off x="6297252" y="114677"/>
            <a:ext cx="376803" cy="376803"/>
            <a:chOff x="10086975" y="209550"/>
            <a:chExt cx="909638" cy="909638"/>
          </a:xfrm>
          <a:solidFill>
            <a:srgbClr val="707E84"/>
          </a:solidFill>
        </p:grpSpPr>
        <p:sp>
          <p:nvSpPr>
            <p:cNvPr id="96" name="Freeform 655"/>
            <p:cNvSpPr>
              <a:spLocks/>
            </p:cNvSpPr>
            <p:nvPr/>
          </p:nvSpPr>
          <p:spPr bwMode="auto">
            <a:xfrm>
              <a:off x="10117138" y="220663"/>
              <a:ext cx="484187" cy="282575"/>
            </a:xfrm>
            <a:custGeom>
              <a:avLst/>
              <a:gdLst>
                <a:gd name="T0" fmla="*/ 98 w 129"/>
                <a:gd name="T1" fmla="*/ 75 h 75"/>
                <a:gd name="T2" fmla="*/ 129 w 129"/>
                <a:gd name="T3" fmla="*/ 75 h 75"/>
                <a:gd name="T4" fmla="*/ 87 w 129"/>
                <a:gd name="T5" fmla="*/ 0 h 75"/>
                <a:gd name="T6" fmla="*/ 0 w 129"/>
                <a:gd name="T7" fmla="*/ 75 h 75"/>
                <a:gd name="T8" fmla="*/ 89 w 129"/>
                <a:gd name="T9" fmla="*/ 75 h 75"/>
                <a:gd name="T10" fmla="*/ 98 w 129"/>
                <a:gd name="T11" fmla="*/ 75 h 75"/>
              </a:gdLst>
              <a:ahLst/>
              <a:cxnLst>
                <a:cxn ang="0">
                  <a:pos x="T0" y="T1"/>
                </a:cxn>
                <a:cxn ang="0">
                  <a:pos x="T2" y="T3"/>
                </a:cxn>
                <a:cxn ang="0">
                  <a:pos x="T4" y="T5"/>
                </a:cxn>
                <a:cxn ang="0">
                  <a:pos x="T6" y="T7"/>
                </a:cxn>
                <a:cxn ang="0">
                  <a:pos x="T8" y="T9"/>
                </a:cxn>
                <a:cxn ang="0">
                  <a:pos x="T10" y="T11"/>
                </a:cxn>
              </a:cxnLst>
              <a:rect l="0" t="0" r="r" b="b"/>
              <a:pathLst>
                <a:path w="129" h="75">
                  <a:moveTo>
                    <a:pt x="98" y="75"/>
                  </a:moveTo>
                  <a:cubicBezTo>
                    <a:pt x="129" y="75"/>
                    <a:pt x="129" y="75"/>
                    <a:pt x="129" y="75"/>
                  </a:cubicBezTo>
                  <a:cubicBezTo>
                    <a:pt x="87" y="0"/>
                    <a:pt x="87" y="0"/>
                    <a:pt x="87" y="0"/>
                  </a:cubicBezTo>
                  <a:cubicBezTo>
                    <a:pt x="47" y="9"/>
                    <a:pt x="15" y="39"/>
                    <a:pt x="0" y="75"/>
                  </a:cubicBezTo>
                  <a:cubicBezTo>
                    <a:pt x="89" y="75"/>
                    <a:pt x="89" y="75"/>
                    <a:pt x="89" y="75"/>
                  </a:cubicBezTo>
                  <a:lnTo>
                    <a:pt x="98"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656"/>
            <p:cNvSpPr>
              <a:spLocks/>
            </p:cNvSpPr>
            <p:nvPr/>
          </p:nvSpPr>
          <p:spPr bwMode="auto">
            <a:xfrm>
              <a:off x="10086975" y="533400"/>
              <a:ext cx="354012" cy="420688"/>
            </a:xfrm>
            <a:custGeom>
              <a:avLst/>
              <a:gdLst>
                <a:gd name="T0" fmla="*/ 28 w 94"/>
                <a:gd name="T1" fmla="*/ 112 h 112"/>
                <a:gd name="T2" fmla="*/ 74 w 94"/>
                <a:gd name="T3" fmla="*/ 35 h 112"/>
                <a:gd name="T4" fmla="*/ 73 w 94"/>
                <a:gd name="T5" fmla="*/ 35 h 112"/>
                <a:gd name="T6" fmla="*/ 94 w 94"/>
                <a:gd name="T7" fmla="*/ 0 h 112"/>
                <a:gd name="T8" fmla="*/ 6 w 94"/>
                <a:gd name="T9" fmla="*/ 0 h 112"/>
                <a:gd name="T10" fmla="*/ 0 w 94"/>
                <a:gd name="T11" fmla="*/ 36 h 112"/>
                <a:gd name="T12" fmla="*/ 28 w 94"/>
                <a:gd name="T13" fmla="*/ 112 h 112"/>
              </a:gdLst>
              <a:ahLst/>
              <a:cxnLst>
                <a:cxn ang="0">
                  <a:pos x="T0" y="T1"/>
                </a:cxn>
                <a:cxn ang="0">
                  <a:pos x="T2" y="T3"/>
                </a:cxn>
                <a:cxn ang="0">
                  <a:pos x="T4" y="T5"/>
                </a:cxn>
                <a:cxn ang="0">
                  <a:pos x="T6" y="T7"/>
                </a:cxn>
                <a:cxn ang="0">
                  <a:pos x="T8" y="T9"/>
                </a:cxn>
                <a:cxn ang="0">
                  <a:pos x="T10" y="T11"/>
                </a:cxn>
                <a:cxn ang="0">
                  <a:pos x="T12" y="T13"/>
                </a:cxn>
              </a:cxnLst>
              <a:rect l="0" t="0" r="r" b="b"/>
              <a:pathLst>
                <a:path w="94" h="112">
                  <a:moveTo>
                    <a:pt x="28" y="112"/>
                  </a:moveTo>
                  <a:cubicBezTo>
                    <a:pt x="74" y="35"/>
                    <a:pt x="74" y="35"/>
                    <a:pt x="74" y="35"/>
                  </a:cubicBezTo>
                  <a:cubicBezTo>
                    <a:pt x="73" y="35"/>
                    <a:pt x="73" y="35"/>
                    <a:pt x="73" y="35"/>
                  </a:cubicBezTo>
                  <a:cubicBezTo>
                    <a:pt x="94" y="0"/>
                    <a:pt x="94" y="0"/>
                    <a:pt x="94" y="0"/>
                  </a:cubicBezTo>
                  <a:cubicBezTo>
                    <a:pt x="6" y="0"/>
                    <a:pt x="6" y="0"/>
                    <a:pt x="6" y="0"/>
                  </a:cubicBezTo>
                  <a:cubicBezTo>
                    <a:pt x="2" y="12"/>
                    <a:pt x="0" y="23"/>
                    <a:pt x="0" y="36"/>
                  </a:cubicBezTo>
                  <a:cubicBezTo>
                    <a:pt x="0" y="65"/>
                    <a:pt x="11" y="91"/>
                    <a:pt x="28" y="1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657"/>
            <p:cNvSpPr>
              <a:spLocks/>
            </p:cNvSpPr>
            <p:nvPr/>
          </p:nvSpPr>
          <p:spPr bwMode="auto">
            <a:xfrm>
              <a:off x="10482263" y="819150"/>
              <a:ext cx="487362" cy="288925"/>
            </a:xfrm>
            <a:custGeom>
              <a:avLst/>
              <a:gdLst>
                <a:gd name="T0" fmla="*/ 32 w 130"/>
                <a:gd name="T1" fmla="*/ 0 h 77"/>
                <a:gd name="T2" fmla="*/ 0 w 130"/>
                <a:gd name="T3" fmla="*/ 0 h 77"/>
                <a:gd name="T4" fmla="*/ 43 w 130"/>
                <a:gd name="T5" fmla="*/ 77 h 77"/>
                <a:gd name="T6" fmla="*/ 130 w 130"/>
                <a:gd name="T7" fmla="*/ 0 h 77"/>
                <a:gd name="T8" fmla="*/ 40 w 130"/>
                <a:gd name="T9" fmla="*/ 0 h 77"/>
                <a:gd name="T10" fmla="*/ 32 w 130"/>
                <a:gd name="T11" fmla="*/ 0 h 77"/>
              </a:gdLst>
              <a:ahLst/>
              <a:cxnLst>
                <a:cxn ang="0">
                  <a:pos x="T0" y="T1"/>
                </a:cxn>
                <a:cxn ang="0">
                  <a:pos x="T2" y="T3"/>
                </a:cxn>
                <a:cxn ang="0">
                  <a:pos x="T4" y="T5"/>
                </a:cxn>
                <a:cxn ang="0">
                  <a:pos x="T6" y="T7"/>
                </a:cxn>
                <a:cxn ang="0">
                  <a:pos x="T8" y="T9"/>
                </a:cxn>
                <a:cxn ang="0">
                  <a:pos x="T10" y="T11"/>
                </a:cxn>
              </a:cxnLst>
              <a:rect l="0" t="0" r="r" b="b"/>
              <a:pathLst>
                <a:path w="130" h="77">
                  <a:moveTo>
                    <a:pt x="32" y="0"/>
                  </a:moveTo>
                  <a:cubicBezTo>
                    <a:pt x="0" y="0"/>
                    <a:pt x="0" y="0"/>
                    <a:pt x="0" y="0"/>
                  </a:cubicBezTo>
                  <a:cubicBezTo>
                    <a:pt x="43" y="77"/>
                    <a:pt x="43" y="77"/>
                    <a:pt x="43" y="77"/>
                  </a:cubicBezTo>
                  <a:cubicBezTo>
                    <a:pt x="83" y="68"/>
                    <a:pt x="116" y="40"/>
                    <a:pt x="130" y="0"/>
                  </a:cubicBezTo>
                  <a:cubicBezTo>
                    <a:pt x="40" y="0"/>
                    <a:pt x="40" y="0"/>
                    <a:pt x="40" y="0"/>
                  </a:cubicBez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658"/>
            <p:cNvSpPr>
              <a:spLocks/>
            </p:cNvSpPr>
            <p:nvPr/>
          </p:nvSpPr>
          <p:spPr bwMode="auto">
            <a:xfrm>
              <a:off x="10207625" y="687388"/>
              <a:ext cx="409575" cy="431800"/>
            </a:xfrm>
            <a:custGeom>
              <a:avLst/>
              <a:gdLst>
                <a:gd name="T0" fmla="*/ 59 w 109"/>
                <a:gd name="T1" fmla="*/ 24 h 115"/>
                <a:gd name="T2" fmla="*/ 46 w 109"/>
                <a:gd name="T3" fmla="*/ 0 h 115"/>
                <a:gd name="T4" fmla="*/ 0 w 109"/>
                <a:gd name="T5" fmla="*/ 76 h 115"/>
                <a:gd name="T6" fmla="*/ 89 w 109"/>
                <a:gd name="T7" fmla="*/ 115 h 115"/>
                <a:gd name="T8" fmla="*/ 109 w 109"/>
                <a:gd name="T9" fmla="*/ 114 h 115"/>
                <a:gd name="T10" fmla="*/ 59 w 109"/>
                <a:gd name="T11" fmla="*/ 24 h 115"/>
              </a:gdLst>
              <a:ahLst/>
              <a:cxnLst>
                <a:cxn ang="0">
                  <a:pos x="T0" y="T1"/>
                </a:cxn>
                <a:cxn ang="0">
                  <a:pos x="T2" y="T3"/>
                </a:cxn>
                <a:cxn ang="0">
                  <a:pos x="T4" y="T5"/>
                </a:cxn>
                <a:cxn ang="0">
                  <a:pos x="T6" y="T7"/>
                </a:cxn>
                <a:cxn ang="0">
                  <a:pos x="T8" y="T9"/>
                </a:cxn>
                <a:cxn ang="0">
                  <a:pos x="T10" y="T11"/>
                </a:cxn>
              </a:cxnLst>
              <a:rect l="0" t="0" r="r" b="b"/>
              <a:pathLst>
                <a:path w="109" h="115">
                  <a:moveTo>
                    <a:pt x="59" y="24"/>
                  </a:moveTo>
                  <a:cubicBezTo>
                    <a:pt x="46" y="0"/>
                    <a:pt x="46" y="0"/>
                    <a:pt x="46" y="0"/>
                  </a:cubicBezTo>
                  <a:cubicBezTo>
                    <a:pt x="0" y="76"/>
                    <a:pt x="0" y="76"/>
                    <a:pt x="0" y="76"/>
                  </a:cubicBezTo>
                  <a:cubicBezTo>
                    <a:pt x="23" y="100"/>
                    <a:pt x="54" y="115"/>
                    <a:pt x="89" y="115"/>
                  </a:cubicBezTo>
                  <a:cubicBezTo>
                    <a:pt x="96" y="115"/>
                    <a:pt x="102" y="115"/>
                    <a:pt x="109" y="114"/>
                  </a:cubicBezTo>
                  <a:cubicBezTo>
                    <a:pt x="59" y="24"/>
                    <a:pt x="59" y="24"/>
                    <a:pt x="59"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659"/>
            <p:cNvSpPr>
              <a:spLocks/>
            </p:cNvSpPr>
            <p:nvPr/>
          </p:nvSpPr>
          <p:spPr bwMode="auto">
            <a:xfrm>
              <a:off x="10471150" y="209550"/>
              <a:ext cx="409575" cy="428625"/>
            </a:xfrm>
            <a:custGeom>
              <a:avLst/>
              <a:gdLst>
                <a:gd name="T0" fmla="*/ 43 w 109"/>
                <a:gd name="T1" fmla="*/ 78 h 114"/>
                <a:gd name="T2" fmla="*/ 64 w 109"/>
                <a:gd name="T3" fmla="*/ 114 h 114"/>
                <a:gd name="T4" fmla="*/ 109 w 109"/>
                <a:gd name="T5" fmla="*/ 40 h 114"/>
                <a:gd name="T6" fmla="*/ 19 w 109"/>
                <a:gd name="T7" fmla="*/ 0 h 114"/>
                <a:gd name="T8" fmla="*/ 0 w 109"/>
                <a:gd name="T9" fmla="*/ 2 h 114"/>
                <a:gd name="T10" fmla="*/ 43 w 109"/>
                <a:gd name="T11" fmla="*/ 78 h 114"/>
              </a:gdLst>
              <a:ahLst/>
              <a:cxnLst>
                <a:cxn ang="0">
                  <a:pos x="T0" y="T1"/>
                </a:cxn>
                <a:cxn ang="0">
                  <a:pos x="T2" y="T3"/>
                </a:cxn>
                <a:cxn ang="0">
                  <a:pos x="T4" y="T5"/>
                </a:cxn>
                <a:cxn ang="0">
                  <a:pos x="T6" y="T7"/>
                </a:cxn>
                <a:cxn ang="0">
                  <a:pos x="T8" y="T9"/>
                </a:cxn>
                <a:cxn ang="0">
                  <a:pos x="T10" y="T11"/>
                </a:cxn>
              </a:cxnLst>
              <a:rect l="0" t="0" r="r" b="b"/>
              <a:pathLst>
                <a:path w="109" h="114">
                  <a:moveTo>
                    <a:pt x="43" y="78"/>
                  </a:moveTo>
                  <a:cubicBezTo>
                    <a:pt x="64" y="114"/>
                    <a:pt x="64" y="114"/>
                    <a:pt x="64" y="114"/>
                  </a:cubicBezTo>
                  <a:cubicBezTo>
                    <a:pt x="109" y="40"/>
                    <a:pt x="109" y="40"/>
                    <a:pt x="109" y="40"/>
                  </a:cubicBezTo>
                  <a:cubicBezTo>
                    <a:pt x="87" y="15"/>
                    <a:pt x="55" y="0"/>
                    <a:pt x="19" y="0"/>
                  </a:cubicBezTo>
                  <a:cubicBezTo>
                    <a:pt x="13" y="0"/>
                    <a:pt x="6" y="1"/>
                    <a:pt x="0" y="2"/>
                  </a:cubicBezTo>
                  <a:cubicBezTo>
                    <a:pt x="43" y="78"/>
                    <a:pt x="43" y="78"/>
                    <a:pt x="43"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660"/>
            <p:cNvSpPr>
              <a:spLocks/>
            </p:cNvSpPr>
            <p:nvPr/>
          </p:nvSpPr>
          <p:spPr bwMode="auto">
            <a:xfrm>
              <a:off x="10647363" y="379413"/>
              <a:ext cx="349250" cy="409575"/>
            </a:xfrm>
            <a:custGeom>
              <a:avLst/>
              <a:gdLst>
                <a:gd name="T0" fmla="*/ 12 w 93"/>
                <a:gd name="T1" fmla="*/ 89 h 109"/>
                <a:gd name="T2" fmla="*/ 0 w 93"/>
                <a:gd name="T3" fmla="*/ 109 h 109"/>
                <a:gd name="T4" fmla="*/ 88 w 93"/>
                <a:gd name="T5" fmla="*/ 109 h 109"/>
                <a:gd name="T6" fmla="*/ 93 w 93"/>
                <a:gd name="T7" fmla="*/ 75 h 109"/>
                <a:gd name="T8" fmla="*/ 67 w 93"/>
                <a:gd name="T9" fmla="*/ 0 h 109"/>
                <a:gd name="T10" fmla="*/ 12 w 93"/>
                <a:gd name="T11" fmla="*/ 90 h 109"/>
                <a:gd name="T12" fmla="*/ 12 w 93"/>
                <a:gd name="T13" fmla="*/ 89 h 109"/>
              </a:gdLst>
              <a:ahLst/>
              <a:cxnLst>
                <a:cxn ang="0">
                  <a:pos x="T0" y="T1"/>
                </a:cxn>
                <a:cxn ang="0">
                  <a:pos x="T2" y="T3"/>
                </a:cxn>
                <a:cxn ang="0">
                  <a:pos x="T4" y="T5"/>
                </a:cxn>
                <a:cxn ang="0">
                  <a:pos x="T6" y="T7"/>
                </a:cxn>
                <a:cxn ang="0">
                  <a:pos x="T8" y="T9"/>
                </a:cxn>
                <a:cxn ang="0">
                  <a:pos x="T10" y="T11"/>
                </a:cxn>
                <a:cxn ang="0">
                  <a:pos x="T12" y="T13"/>
                </a:cxn>
              </a:cxnLst>
              <a:rect l="0" t="0" r="r" b="b"/>
              <a:pathLst>
                <a:path w="93" h="109">
                  <a:moveTo>
                    <a:pt x="12" y="89"/>
                  </a:moveTo>
                  <a:cubicBezTo>
                    <a:pt x="0" y="109"/>
                    <a:pt x="0" y="109"/>
                    <a:pt x="0" y="109"/>
                  </a:cubicBezTo>
                  <a:cubicBezTo>
                    <a:pt x="88" y="109"/>
                    <a:pt x="88" y="109"/>
                    <a:pt x="88" y="109"/>
                  </a:cubicBezTo>
                  <a:cubicBezTo>
                    <a:pt x="92" y="101"/>
                    <a:pt x="93" y="87"/>
                    <a:pt x="93" y="75"/>
                  </a:cubicBezTo>
                  <a:cubicBezTo>
                    <a:pt x="93" y="46"/>
                    <a:pt x="83" y="21"/>
                    <a:pt x="67" y="0"/>
                  </a:cubicBezTo>
                  <a:cubicBezTo>
                    <a:pt x="12" y="90"/>
                    <a:pt x="12" y="90"/>
                    <a:pt x="12" y="90"/>
                  </a:cubicBezTo>
                  <a:lnTo>
                    <a:pt x="12"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2" name="组合 101"/>
          <p:cNvGrpSpPr/>
          <p:nvPr/>
        </p:nvGrpSpPr>
        <p:grpSpPr>
          <a:xfrm>
            <a:off x="5398976" y="612345"/>
            <a:ext cx="373515" cy="375488"/>
            <a:chOff x="7918450" y="1382713"/>
            <a:chExt cx="901700" cy="906463"/>
          </a:xfrm>
          <a:solidFill>
            <a:srgbClr val="707E84"/>
          </a:solidFill>
        </p:grpSpPr>
        <p:sp>
          <p:nvSpPr>
            <p:cNvPr id="103" name="Freeform 661"/>
            <p:cNvSpPr>
              <a:spLocks/>
            </p:cNvSpPr>
            <p:nvPr/>
          </p:nvSpPr>
          <p:spPr bwMode="auto">
            <a:xfrm>
              <a:off x="7918450" y="1454150"/>
              <a:ext cx="431800" cy="477838"/>
            </a:xfrm>
            <a:custGeom>
              <a:avLst/>
              <a:gdLst>
                <a:gd name="T0" fmla="*/ 62 w 115"/>
                <a:gd name="T1" fmla="*/ 86 h 127"/>
                <a:gd name="T2" fmla="*/ 115 w 115"/>
                <a:gd name="T3" fmla="*/ 48 h 127"/>
                <a:gd name="T4" fmla="*/ 56 w 115"/>
                <a:gd name="T5" fmla="*/ 0 h 127"/>
                <a:gd name="T6" fmla="*/ 0 w 115"/>
                <a:gd name="T7" fmla="*/ 102 h 127"/>
                <a:gd name="T8" fmla="*/ 2 w 115"/>
                <a:gd name="T9" fmla="*/ 127 h 127"/>
                <a:gd name="T10" fmla="*/ 62 w 115"/>
                <a:gd name="T11" fmla="*/ 86 h 127"/>
              </a:gdLst>
              <a:ahLst/>
              <a:cxnLst>
                <a:cxn ang="0">
                  <a:pos x="T0" y="T1"/>
                </a:cxn>
                <a:cxn ang="0">
                  <a:pos x="T2" y="T3"/>
                </a:cxn>
                <a:cxn ang="0">
                  <a:pos x="T4" y="T5"/>
                </a:cxn>
                <a:cxn ang="0">
                  <a:pos x="T6" y="T7"/>
                </a:cxn>
                <a:cxn ang="0">
                  <a:pos x="T8" y="T9"/>
                </a:cxn>
                <a:cxn ang="0">
                  <a:pos x="T10" y="T11"/>
                </a:cxn>
              </a:cxnLst>
              <a:rect l="0" t="0" r="r" b="b"/>
              <a:pathLst>
                <a:path w="115" h="127">
                  <a:moveTo>
                    <a:pt x="62" y="86"/>
                  </a:moveTo>
                  <a:cubicBezTo>
                    <a:pt x="115" y="48"/>
                    <a:pt x="115" y="48"/>
                    <a:pt x="115" y="48"/>
                  </a:cubicBezTo>
                  <a:cubicBezTo>
                    <a:pt x="56" y="0"/>
                    <a:pt x="56" y="0"/>
                    <a:pt x="56" y="0"/>
                  </a:cubicBezTo>
                  <a:cubicBezTo>
                    <a:pt x="22" y="21"/>
                    <a:pt x="0" y="59"/>
                    <a:pt x="0" y="102"/>
                  </a:cubicBezTo>
                  <a:cubicBezTo>
                    <a:pt x="0" y="110"/>
                    <a:pt x="1" y="118"/>
                    <a:pt x="2" y="127"/>
                  </a:cubicBezTo>
                  <a:cubicBezTo>
                    <a:pt x="62" y="86"/>
                    <a:pt x="62" y="86"/>
                    <a:pt x="62" y="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662"/>
            <p:cNvSpPr>
              <a:spLocks/>
            </p:cNvSpPr>
            <p:nvPr/>
          </p:nvSpPr>
          <p:spPr bwMode="auto">
            <a:xfrm>
              <a:off x="8256588" y="2036763"/>
              <a:ext cx="519112" cy="252413"/>
            </a:xfrm>
            <a:custGeom>
              <a:avLst/>
              <a:gdLst>
                <a:gd name="T0" fmla="*/ 35 w 138"/>
                <a:gd name="T1" fmla="*/ 0 h 67"/>
                <a:gd name="T2" fmla="*/ 0 w 138"/>
                <a:gd name="T3" fmla="*/ 0 h 67"/>
                <a:gd name="T4" fmla="*/ 20 w 138"/>
                <a:gd name="T5" fmla="*/ 67 h 67"/>
                <a:gd name="T6" fmla="*/ 30 w 138"/>
                <a:gd name="T7" fmla="*/ 67 h 67"/>
                <a:gd name="T8" fmla="*/ 138 w 138"/>
                <a:gd name="T9" fmla="*/ 0 h 67"/>
                <a:gd name="T10" fmla="*/ 66 w 138"/>
                <a:gd name="T11" fmla="*/ 0 h 67"/>
                <a:gd name="T12" fmla="*/ 35 w 138"/>
                <a:gd name="T13" fmla="*/ 0 h 67"/>
              </a:gdLst>
              <a:ahLst/>
              <a:cxnLst>
                <a:cxn ang="0">
                  <a:pos x="T0" y="T1"/>
                </a:cxn>
                <a:cxn ang="0">
                  <a:pos x="T2" y="T3"/>
                </a:cxn>
                <a:cxn ang="0">
                  <a:pos x="T4" y="T5"/>
                </a:cxn>
                <a:cxn ang="0">
                  <a:pos x="T6" y="T7"/>
                </a:cxn>
                <a:cxn ang="0">
                  <a:pos x="T8" y="T9"/>
                </a:cxn>
                <a:cxn ang="0">
                  <a:pos x="T10" y="T11"/>
                </a:cxn>
                <a:cxn ang="0">
                  <a:pos x="T12" y="T13"/>
                </a:cxn>
              </a:cxnLst>
              <a:rect l="0" t="0" r="r" b="b"/>
              <a:pathLst>
                <a:path w="138" h="67">
                  <a:moveTo>
                    <a:pt x="35" y="0"/>
                  </a:moveTo>
                  <a:cubicBezTo>
                    <a:pt x="0" y="0"/>
                    <a:pt x="0" y="0"/>
                    <a:pt x="0" y="0"/>
                  </a:cubicBezTo>
                  <a:cubicBezTo>
                    <a:pt x="20" y="67"/>
                    <a:pt x="20" y="67"/>
                    <a:pt x="20" y="67"/>
                  </a:cubicBezTo>
                  <a:cubicBezTo>
                    <a:pt x="24" y="67"/>
                    <a:pt x="27" y="67"/>
                    <a:pt x="30" y="67"/>
                  </a:cubicBezTo>
                  <a:cubicBezTo>
                    <a:pt x="77" y="67"/>
                    <a:pt x="119" y="40"/>
                    <a:pt x="138" y="0"/>
                  </a:cubicBezTo>
                  <a:cubicBezTo>
                    <a:pt x="66" y="0"/>
                    <a:pt x="66" y="0"/>
                    <a:pt x="66" y="0"/>
                  </a:cubicBezTo>
                  <a:lnTo>
                    <a:pt x="3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663"/>
            <p:cNvSpPr>
              <a:spLocks/>
            </p:cNvSpPr>
            <p:nvPr/>
          </p:nvSpPr>
          <p:spPr bwMode="auto">
            <a:xfrm>
              <a:off x="8512175" y="1506538"/>
              <a:ext cx="307975" cy="500063"/>
            </a:xfrm>
            <a:custGeom>
              <a:avLst/>
              <a:gdLst>
                <a:gd name="T0" fmla="*/ 0 w 82"/>
                <a:gd name="T1" fmla="*/ 133 h 133"/>
                <a:gd name="T2" fmla="*/ 73 w 82"/>
                <a:gd name="T3" fmla="*/ 133 h 133"/>
                <a:gd name="T4" fmla="*/ 82 w 82"/>
                <a:gd name="T5" fmla="*/ 87 h 133"/>
                <a:gd name="T6" fmla="*/ 44 w 82"/>
                <a:gd name="T7" fmla="*/ 0 h 133"/>
                <a:gd name="T8" fmla="*/ 7 w 82"/>
                <a:gd name="T9" fmla="*/ 111 h 133"/>
                <a:gd name="T10" fmla="*/ 0 w 82"/>
                <a:gd name="T11" fmla="*/ 133 h 133"/>
              </a:gdLst>
              <a:ahLst/>
              <a:cxnLst>
                <a:cxn ang="0">
                  <a:pos x="T0" y="T1"/>
                </a:cxn>
                <a:cxn ang="0">
                  <a:pos x="T2" y="T3"/>
                </a:cxn>
                <a:cxn ang="0">
                  <a:pos x="T4" y="T5"/>
                </a:cxn>
                <a:cxn ang="0">
                  <a:pos x="T6" y="T7"/>
                </a:cxn>
                <a:cxn ang="0">
                  <a:pos x="T8" y="T9"/>
                </a:cxn>
                <a:cxn ang="0">
                  <a:pos x="T10" y="T11"/>
                </a:cxn>
              </a:cxnLst>
              <a:rect l="0" t="0" r="r" b="b"/>
              <a:pathLst>
                <a:path w="82" h="133">
                  <a:moveTo>
                    <a:pt x="0" y="133"/>
                  </a:moveTo>
                  <a:cubicBezTo>
                    <a:pt x="73" y="133"/>
                    <a:pt x="73" y="133"/>
                    <a:pt x="73" y="133"/>
                  </a:cubicBezTo>
                  <a:cubicBezTo>
                    <a:pt x="79" y="121"/>
                    <a:pt x="82" y="104"/>
                    <a:pt x="82" y="87"/>
                  </a:cubicBezTo>
                  <a:cubicBezTo>
                    <a:pt x="82" y="53"/>
                    <a:pt x="67" y="22"/>
                    <a:pt x="44" y="0"/>
                  </a:cubicBezTo>
                  <a:cubicBezTo>
                    <a:pt x="7" y="111"/>
                    <a:pt x="7" y="111"/>
                    <a:pt x="7" y="111"/>
                  </a:cubicBezTo>
                  <a:lnTo>
                    <a:pt x="0"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664"/>
            <p:cNvSpPr>
              <a:spLocks/>
            </p:cNvSpPr>
            <p:nvPr/>
          </p:nvSpPr>
          <p:spPr bwMode="auto">
            <a:xfrm>
              <a:off x="8151813" y="1382713"/>
              <a:ext cx="503237" cy="379413"/>
            </a:xfrm>
            <a:custGeom>
              <a:avLst/>
              <a:gdLst>
                <a:gd name="T0" fmla="*/ 110 w 134"/>
                <a:gd name="T1" fmla="*/ 101 h 101"/>
                <a:gd name="T2" fmla="*/ 134 w 134"/>
                <a:gd name="T3" fmla="*/ 28 h 101"/>
                <a:gd name="T4" fmla="*/ 58 w 134"/>
                <a:gd name="T5" fmla="*/ 0 h 101"/>
                <a:gd name="T6" fmla="*/ 0 w 134"/>
                <a:gd name="T7" fmla="*/ 15 h 101"/>
                <a:gd name="T8" fmla="*/ 62 w 134"/>
                <a:gd name="T9" fmla="*/ 66 h 101"/>
                <a:gd name="T10" fmla="*/ 110 w 134"/>
                <a:gd name="T11" fmla="*/ 101 h 101"/>
              </a:gdLst>
              <a:ahLst/>
              <a:cxnLst>
                <a:cxn ang="0">
                  <a:pos x="T0" y="T1"/>
                </a:cxn>
                <a:cxn ang="0">
                  <a:pos x="T2" y="T3"/>
                </a:cxn>
                <a:cxn ang="0">
                  <a:pos x="T4" y="T5"/>
                </a:cxn>
                <a:cxn ang="0">
                  <a:pos x="T6" y="T7"/>
                </a:cxn>
                <a:cxn ang="0">
                  <a:pos x="T8" y="T9"/>
                </a:cxn>
                <a:cxn ang="0">
                  <a:pos x="T10" y="T11"/>
                </a:cxn>
              </a:cxnLst>
              <a:rect l="0" t="0" r="r" b="b"/>
              <a:pathLst>
                <a:path w="134" h="101">
                  <a:moveTo>
                    <a:pt x="110" y="101"/>
                  </a:moveTo>
                  <a:cubicBezTo>
                    <a:pt x="134" y="28"/>
                    <a:pt x="134" y="28"/>
                    <a:pt x="134" y="28"/>
                  </a:cubicBezTo>
                  <a:cubicBezTo>
                    <a:pt x="114" y="11"/>
                    <a:pt x="87" y="0"/>
                    <a:pt x="58" y="0"/>
                  </a:cubicBezTo>
                  <a:cubicBezTo>
                    <a:pt x="37" y="0"/>
                    <a:pt x="18" y="6"/>
                    <a:pt x="0" y="15"/>
                  </a:cubicBezTo>
                  <a:cubicBezTo>
                    <a:pt x="62" y="66"/>
                    <a:pt x="62" y="66"/>
                    <a:pt x="62" y="66"/>
                  </a:cubicBezTo>
                  <a:lnTo>
                    <a:pt x="110" y="10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665"/>
            <p:cNvSpPr>
              <a:spLocks/>
            </p:cNvSpPr>
            <p:nvPr/>
          </p:nvSpPr>
          <p:spPr bwMode="auto">
            <a:xfrm>
              <a:off x="7934325" y="1803400"/>
              <a:ext cx="371475" cy="481013"/>
            </a:xfrm>
            <a:custGeom>
              <a:avLst/>
              <a:gdLst>
                <a:gd name="T0" fmla="*/ 60 w 99"/>
                <a:gd name="T1" fmla="*/ 0 h 128"/>
                <a:gd name="T2" fmla="*/ 0 w 99"/>
                <a:gd name="T3" fmla="*/ 40 h 128"/>
                <a:gd name="T4" fmla="*/ 99 w 99"/>
                <a:gd name="T5" fmla="*/ 128 h 128"/>
                <a:gd name="T6" fmla="*/ 70 w 99"/>
                <a:gd name="T7" fmla="*/ 29 h 128"/>
                <a:gd name="T8" fmla="*/ 60 w 99"/>
                <a:gd name="T9" fmla="*/ 0 h 128"/>
              </a:gdLst>
              <a:ahLst/>
              <a:cxnLst>
                <a:cxn ang="0">
                  <a:pos x="T0" y="T1"/>
                </a:cxn>
                <a:cxn ang="0">
                  <a:pos x="T2" y="T3"/>
                </a:cxn>
                <a:cxn ang="0">
                  <a:pos x="T4" y="T5"/>
                </a:cxn>
                <a:cxn ang="0">
                  <a:pos x="T6" y="T7"/>
                </a:cxn>
                <a:cxn ang="0">
                  <a:pos x="T8" y="T9"/>
                </a:cxn>
              </a:cxnLst>
              <a:rect l="0" t="0" r="r" b="b"/>
              <a:pathLst>
                <a:path w="99" h="128">
                  <a:moveTo>
                    <a:pt x="60" y="0"/>
                  </a:moveTo>
                  <a:cubicBezTo>
                    <a:pt x="0" y="40"/>
                    <a:pt x="0" y="40"/>
                    <a:pt x="0" y="40"/>
                  </a:cubicBezTo>
                  <a:cubicBezTo>
                    <a:pt x="13" y="86"/>
                    <a:pt x="51" y="121"/>
                    <a:pt x="99" y="128"/>
                  </a:cubicBezTo>
                  <a:cubicBezTo>
                    <a:pt x="70" y="29"/>
                    <a:pt x="70" y="29"/>
                    <a:pt x="70" y="29"/>
                  </a:cubicBezTo>
                  <a:lnTo>
                    <a:pt x="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8" name="组合 107"/>
          <p:cNvGrpSpPr/>
          <p:nvPr/>
        </p:nvGrpSpPr>
        <p:grpSpPr>
          <a:xfrm>
            <a:off x="4933397" y="616948"/>
            <a:ext cx="368911" cy="368912"/>
            <a:chOff x="6794500" y="1393825"/>
            <a:chExt cx="890587" cy="890588"/>
          </a:xfrm>
          <a:solidFill>
            <a:srgbClr val="707E84"/>
          </a:solidFill>
        </p:grpSpPr>
        <p:sp>
          <p:nvSpPr>
            <p:cNvPr id="109" name="Freeform 666"/>
            <p:cNvSpPr>
              <a:spLocks/>
            </p:cNvSpPr>
            <p:nvPr/>
          </p:nvSpPr>
          <p:spPr bwMode="auto">
            <a:xfrm>
              <a:off x="7404100" y="1541463"/>
              <a:ext cx="280987" cy="495300"/>
            </a:xfrm>
            <a:custGeom>
              <a:avLst/>
              <a:gdLst>
                <a:gd name="T0" fmla="*/ 0 w 75"/>
                <a:gd name="T1" fmla="*/ 132 h 132"/>
                <a:gd name="T2" fmla="*/ 62 w 75"/>
                <a:gd name="T3" fmla="*/ 132 h 132"/>
                <a:gd name="T4" fmla="*/ 75 w 75"/>
                <a:gd name="T5" fmla="*/ 79 h 132"/>
                <a:gd name="T6" fmla="*/ 45 w 75"/>
                <a:gd name="T7" fmla="*/ 0 h 132"/>
                <a:gd name="T8" fmla="*/ 17 w 75"/>
                <a:gd name="T9" fmla="*/ 83 h 132"/>
                <a:gd name="T10" fmla="*/ 0 w 75"/>
                <a:gd name="T11" fmla="*/ 132 h 132"/>
              </a:gdLst>
              <a:ahLst/>
              <a:cxnLst>
                <a:cxn ang="0">
                  <a:pos x="T0" y="T1"/>
                </a:cxn>
                <a:cxn ang="0">
                  <a:pos x="T2" y="T3"/>
                </a:cxn>
                <a:cxn ang="0">
                  <a:pos x="T4" y="T5"/>
                </a:cxn>
                <a:cxn ang="0">
                  <a:pos x="T6" y="T7"/>
                </a:cxn>
                <a:cxn ang="0">
                  <a:pos x="T8" y="T9"/>
                </a:cxn>
                <a:cxn ang="0">
                  <a:pos x="T10" y="T11"/>
                </a:cxn>
              </a:cxnLst>
              <a:rect l="0" t="0" r="r" b="b"/>
              <a:pathLst>
                <a:path w="75" h="132">
                  <a:moveTo>
                    <a:pt x="0" y="132"/>
                  </a:moveTo>
                  <a:cubicBezTo>
                    <a:pt x="62" y="132"/>
                    <a:pt x="62" y="132"/>
                    <a:pt x="62" y="132"/>
                  </a:cubicBezTo>
                  <a:cubicBezTo>
                    <a:pt x="70" y="116"/>
                    <a:pt x="75" y="98"/>
                    <a:pt x="75" y="79"/>
                  </a:cubicBezTo>
                  <a:cubicBezTo>
                    <a:pt x="75" y="48"/>
                    <a:pt x="64" y="21"/>
                    <a:pt x="45" y="0"/>
                  </a:cubicBezTo>
                  <a:cubicBezTo>
                    <a:pt x="17" y="83"/>
                    <a:pt x="17" y="83"/>
                    <a:pt x="17" y="83"/>
                  </a:cubicBezTo>
                  <a:lnTo>
                    <a:pt x="0" y="1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667"/>
            <p:cNvSpPr>
              <a:spLocks/>
            </p:cNvSpPr>
            <p:nvPr/>
          </p:nvSpPr>
          <p:spPr bwMode="auto">
            <a:xfrm>
              <a:off x="7054850" y="1393825"/>
              <a:ext cx="500062" cy="360363"/>
            </a:xfrm>
            <a:custGeom>
              <a:avLst/>
              <a:gdLst>
                <a:gd name="T0" fmla="*/ 50 w 133"/>
                <a:gd name="T1" fmla="*/ 51 h 96"/>
                <a:gd name="T2" fmla="*/ 112 w 133"/>
                <a:gd name="T3" fmla="*/ 96 h 96"/>
                <a:gd name="T4" fmla="*/ 133 w 133"/>
                <a:gd name="T5" fmla="*/ 34 h 96"/>
                <a:gd name="T6" fmla="*/ 50 w 133"/>
                <a:gd name="T7" fmla="*/ 0 h 96"/>
                <a:gd name="T8" fmla="*/ 0 w 133"/>
                <a:gd name="T9" fmla="*/ 10 h 96"/>
                <a:gd name="T10" fmla="*/ 49 w 133"/>
                <a:gd name="T11" fmla="*/ 51 h 96"/>
                <a:gd name="T12" fmla="*/ 50 w 133"/>
                <a:gd name="T13" fmla="*/ 51 h 96"/>
              </a:gdLst>
              <a:ahLst/>
              <a:cxnLst>
                <a:cxn ang="0">
                  <a:pos x="T0" y="T1"/>
                </a:cxn>
                <a:cxn ang="0">
                  <a:pos x="T2" y="T3"/>
                </a:cxn>
                <a:cxn ang="0">
                  <a:pos x="T4" y="T5"/>
                </a:cxn>
                <a:cxn ang="0">
                  <a:pos x="T6" y="T7"/>
                </a:cxn>
                <a:cxn ang="0">
                  <a:pos x="T8" y="T9"/>
                </a:cxn>
                <a:cxn ang="0">
                  <a:pos x="T10" y="T11"/>
                </a:cxn>
                <a:cxn ang="0">
                  <a:pos x="T12" y="T13"/>
                </a:cxn>
              </a:cxnLst>
              <a:rect l="0" t="0" r="r" b="b"/>
              <a:pathLst>
                <a:path w="133" h="96">
                  <a:moveTo>
                    <a:pt x="50" y="51"/>
                  </a:moveTo>
                  <a:cubicBezTo>
                    <a:pt x="112" y="96"/>
                    <a:pt x="112" y="96"/>
                    <a:pt x="112" y="96"/>
                  </a:cubicBezTo>
                  <a:cubicBezTo>
                    <a:pt x="133" y="34"/>
                    <a:pt x="133" y="34"/>
                    <a:pt x="133" y="34"/>
                  </a:cubicBezTo>
                  <a:cubicBezTo>
                    <a:pt x="111" y="13"/>
                    <a:pt x="82" y="0"/>
                    <a:pt x="50" y="0"/>
                  </a:cubicBezTo>
                  <a:cubicBezTo>
                    <a:pt x="32" y="0"/>
                    <a:pt x="15" y="4"/>
                    <a:pt x="0" y="10"/>
                  </a:cubicBezTo>
                  <a:cubicBezTo>
                    <a:pt x="49" y="51"/>
                    <a:pt x="49" y="51"/>
                    <a:pt x="49" y="51"/>
                  </a:cubicBezTo>
                  <a:lnTo>
                    <a:pt x="50" y="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668"/>
            <p:cNvSpPr>
              <a:spLocks/>
            </p:cNvSpPr>
            <p:nvPr/>
          </p:nvSpPr>
          <p:spPr bwMode="auto">
            <a:xfrm>
              <a:off x="6802438" y="1792288"/>
              <a:ext cx="342900" cy="481013"/>
            </a:xfrm>
            <a:custGeom>
              <a:avLst/>
              <a:gdLst>
                <a:gd name="T0" fmla="*/ 51 w 91"/>
                <a:gd name="T1" fmla="*/ 0 h 128"/>
                <a:gd name="T2" fmla="*/ 0 w 91"/>
                <a:gd name="T3" fmla="*/ 35 h 128"/>
                <a:gd name="T4" fmla="*/ 91 w 91"/>
                <a:gd name="T5" fmla="*/ 128 h 128"/>
                <a:gd name="T6" fmla="*/ 69 w 91"/>
                <a:gd name="T7" fmla="*/ 54 h 128"/>
                <a:gd name="T8" fmla="*/ 51 w 91"/>
                <a:gd name="T9" fmla="*/ 0 h 128"/>
              </a:gdLst>
              <a:ahLst/>
              <a:cxnLst>
                <a:cxn ang="0">
                  <a:pos x="T0" y="T1"/>
                </a:cxn>
                <a:cxn ang="0">
                  <a:pos x="T2" y="T3"/>
                </a:cxn>
                <a:cxn ang="0">
                  <a:pos x="T4" y="T5"/>
                </a:cxn>
                <a:cxn ang="0">
                  <a:pos x="T6" y="T7"/>
                </a:cxn>
                <a:cxn ang="0">
                  <a:pos x="T8" y="T9"/>
                </a:cxn>
              </a:cxnLst>
              <a:rect l="0" t="0" r="r" b="b"/>
              <a:pathLst>
                <a:path w="91" h="128">
                  <a:moveTo>
                    <a:pt x="51" y="0"/>
                  </a:moveTo>
                  <a:cubicBezTo>
                    <a:pt x="0" y="35"/>
                    <a:pt x="0" y="35"/>
                    <a:pt x="0" y="35"/>
                  </a:cubicBezTo>
                  <a:cubicBezTo>
                    <a:pt x="9" y="81"/>
                    <a:pt x="45" y="118"/>
                    <a:pt x="91" y="128"/>
                  </a:cubicBezTo>
                  <a:cubicBezTo>
                    <a:pt x="69" y="54"/>
                    <a:pt x="69" y="54"/>
                    <a:pt x="69" y="54"/>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669"/>
            <p:cNvSpPr>
              <a:spLocks/>
            </p:cNvSpPr>
            <p:nvPr/>
          </p:nvSpPr>
          <p:spPr bwMode="auto">
            <a:xfrm>
              <a:off x="6794500" y="1446213"/>
              <a:ext cx="425450" cy="450850"/>
            </a:xfrm>
            <a:custGeom>
              <a:avLst/>
              <a:gdLst>
                <a:gd name="T0" fmla="*/ 113 w 113"/>
                <a:gd name="T1" fmla="*/ 41 h 120"/>
                <a:gd name="T2" fmla="*/ 63 w 113"/>
                <a:gd name="T3" fmla="*/ 0 h 120"/>
                <a:gd name="T4" fmla="*/ 0 w 113"/>
                <a:gd name="T5" fmla="*/ 104 h 120"/>
                <a:gd name="T6" fmla="*/ 1 w 113"/>
                <a:gd name="T7" fmla="*/ 120 h 120"/>
                <a:gd name="T8" fmla="*/ 66 w 113"/>
                <a:gd name="T9" fmla="*/ 75 h 120"/>
                <a:gd name="T10" fmla="*/ 113 w 113"/>
                <a:gd name="T11" fmla="*/ 41 h 120"/>
              </a:gdLst>
              <a:ahLst/>
              <a:cxnLst>
                <a:cxn ang="0">
                  <a:pos x="T0" y="T1"/>
                </a:cxn>
                <a:cxn ang="0">
                  <a:pos x="T2" y="T3"/>
                </a:cxn>
                <a:cxn ang="0">
                  <a:pos x="T4" y="T5"/>
                </a:cxn>
                <a:cxn ang="0">
                  <a:pos x="T6" y="T7"/>
                </a:cxn>
                <a:cxn ang="0">
                  <a:pos x="T8" y="T9"/>
                </a:cxn>
                <a:cxn ang="0">
                  <a:pos x="T10" y="T11"/>
                </a:cxn>
              </a:cxnLst>
              <a:rect l="0" t="0" r="r" b="b"/>
              <a:pathLst>
                <a:path w="113" h="120">
                  <a:moveTo>
                    <a:pt x="113" y="41"/>
                  </a:moveTo>
                  <a:cubicBezTo>
                    <a:pt x="63" y="0"/>
                    <a:pt x="63" y="0"/>
                    <a:pt x="63" y="0"/>
                  </a:cubicBezTo>
                  <a:cubicBezTo>
                    <a:pt x="25" y="20"/>
                    <a:pt x="0" y="59"/>
                    <a:pt x="0" y="104"/>
                  </a:cubicBezTo>
                  <a:cubicBezTo>
                    <a:pt x="0" y="110"/>
                    <a:pt x="0" y="115"/>
                    <a:pt x="1" y="120"/>
                  </a:cubicBezTo>
                  <a:cubicBezTo>
                    <a:pt x="66" y="75"/>
                    <a:pt x="66" y="75"/>
                    <a:pt x="66" y="75"/>
                  </a:cubicBezTo>
                  <a:lnTo>
                    <a:pt x="113"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670"/>
            <p:cNvSpPr>
              <a:spLocks/>
            </p:cNvSpPr>
            <p:nvPr/>
          </p:nvSpPr>
          <p:spPr bwMode="auto">
            <a:xfrm>
              <a:off x="7107238" y="2066925"/>
              <a:ext cx="514350" cy="217488"/>
            </a:xfrm>
            <a:custGeom>
              <a:avLst/>
              <a:gdLst>
                <a:gd name="T0" fmla="*/ 41 w 137"/>
                <a:gd name="T1" fmla="*/ 0 h 58"/>
                <a:gd name="T2" fmla="*/ 0 w 137"/>
                <a:gd name="T3" fmla="*/ 0 h 58"/>
                <a:gd name="T4" fmla="*/ 17 w 137"/>
                <a:gd name="T5" fmla="*/ 56 h 58"/>
                <a:gd name="T6" fmla="*/ 36 w 137"/>
                <a:gd name="T7" fmla="*/ 58 h 58"/>
                <a:gd name="T8" fmla="*/ 137 w 137"/>
                <a:gd name="T9" fmla="*/ 0 h 58"/>
                <a:gd name="T10" fmla="*/ 77 w 137"/>
                <a:gd name="T11" fmla="*/ 0 h 58"/>
                <a:gd name="T12" fmla="*/ 41 w 137"/>
                <a:gd name="T13" fmla="*/ 0 h 58"/>
              </a:gdLst>
              <a:ahLst/>
              <a:cxnLst>
                <a:cxn ang="0">
                  <a:pos x="T0" y="T1"/>
                </a:cxn>
                <a:cxn ang="0">
                  <a:pos x="T2" y="T3"/>
                </a:cxn>
                <a:cxn ang="0">
                  <a:pos x="T4" y="T5"/>
                </a:cxn>
                <a:cxn ang="0">
                  <a:pos x="T6" y="T7"/>
                </a:cxn>
                <a:cxn ang="0">
                  <a:pos x="T8" y="T9"/>
                </a:cxn>
                <a:cxn ang="0">
                  <a:pos x="T10" y="T11"/>
                </a:cxn>
                <a:cxn ang="0">
                  <a:pos x="T12" y="T13"/>
                </a:cxn>
              </a:cxnLst>
              <a:rect l="0" t="0" r="r" b="b"/>
              <a:pathLst>
                <a:path w="137" h="58">
                  <a:moveTo>
                    <a:pt x="41" y="0"/>
                  </a:moveTo>
                  <a:cubicBezTo>
                    <a:pt x="0" y="0"/>
                    <a:pt x="0" y="0"/>
                    <a:pt x="0" y="0"/>
                  </a:cubicBezTo>
                  <a:cubicBezTo>
                    <a:pt x="17" y="56"/>
                    <a:pt x="17" y="56"/>
                    <a:pt x="17" y="56"/>
                  </a:cubicBezTo>
                  <a:cubicBezTo>
                    <a:pt x="23" y="57"/>
                    <a:pt x="29" y="58"/>
                    <a:pt x="36" y="58"/>
                  </a:cubicBezTo>
                  <a:cubicBezTo>
                    <a:pt x="79" y="58"/>
                    <a:pt x="117" y="36"/>
                    <a:pt x="137" y="0"/>
                  </a:cubicBezTo>
                  <a:cubicBezTo>
                    <a:pt x="77" y="0"/>
                    <a:pt x="77" y="0"/>
                    <a:pt x="77" y="0"/>
                  </a:cubicBezTo>
                  <a:lnTo>
                    <a:pt x="4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14" name="组合 113"/>
          <p:cNvGrpSpPr/>
          <p:nvPr/>
        </p:nvGrpSpPr>
        <p:grpSpPr>
          <a:xfrm>
            <a:off x="4483602" y="618921"/>
            <a:ext cx="361678" cy="361020"/>
            <a:chOff x="5708650" y="1398588"/>
            <a:chExt cx="873125" cy="871537"/>
          </a:xfrm>
          <a:solidFill>
            <a:srgbClr val="707E84"/>
          </a:solidFill>
        </p:grpSpPr>
        <p:sp>
          <p:nvSpPr>
            <p:cNvPr id="115" name="Freeform 671"/>
            <p:cNvSpPr>
              <a:spLocks/>
            </p:cNvSpPr>
            <p:nvPr/>
          </p:nvSpPr>
          <p:spPr bwMode="auto">
            <a:xfrm>
              <a:off x="5713413" y="1778000"/>
              <a:ext cx="266700" cy="458788"/>
            </a:xfrm>
            <a:custGeom>
              <a:avLst/>
              <a:gdLst>
                <a:gd name="T0" fmla="*/ 44 w 71"/>
                <a:gd name="T1" fmla="*/ 34 h 122"/>
                <a:gd name="T2" fmla="*/ 34 w 71"/>
                <a:gd name="T3" fmla="*/ 0 h 122"/>
                <a:gd name="T4" fmla="*/ 0 w 71"/>
                <a:gd name="T5" fmla="*/ 25 h 122"/>
                <a:gd name="T6" fmla="*/ 71 w 71"/>
                <a:gd name="T7" fmla="*/ 122 h 122"/>
                <a:gd name="T8" fmla="*/ 44 w 71"/>
                <a:gd name="T9" fmla="*/ 34 h 122"/>
              </a:gdLst>
              <a:ahLst/>
              <a:cxnLst>
                <a:cxn ang="0">
                  <a:pos x="T0" y="T1"/>
                </a:cxn>
                <a:cxn ang="0">
                  <a:pos x="T2" y="T3"/>
                </a:cxn>
                <a:cxn ang="0">
                  <a:pos x="T4" y="T5"/>
                </a:cxn>
                <a:cxn ang="0">
                  <a:pos x="T6" y="T7"/>
                </a:cxn>
                <a:cxn ang="0">
                  <a:pos x="T8" y="T9"/>
                </a:cxn>
              </a:cxnLst>
              <a:rect l="0" t="0" r="r" b="b"/>
              <a:pathLst>
                <a:path w="71" h="122">
                  <a:moveTo>
                    <a:pt x="44" y="34"/>
                  </a:moveTo>
                  <a:cubicBezTo>
                    <a:pt x="34" y="0"/>
                    <a:pt x="34" y="0"/>
                    <a:pt x="34" y="0"/>
                  </a:cubicBezTo>
                  <a:cubicBezTo>
                    <a:pt x="0" y="25"/>
                    <a:pt x="0" y="25"/>
                    <a:pt x="0" y="25"/>
                  </a:cubicBezTo>
                  <a:cubicBezTo>
                    <a:pt x="3" y="69"/>
                    <a:pt x="32" y="106"/>
                    <a:pt x="71" y="122"/>
                  </a:cubicBezTo>
                  <a:cubicBezTo>
                    <a:pt x="44" y="34"/>
                    <a:pt x="44" y="34"/>
                    <a:pt x="44"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672"/>
            <p:cNvSpPr>
              <a:spLocks/>
            </p:cNvSpPr>
            <p:nvPr/>
          </p:nvSpPr>
          <p:spPr bwMode="auto">
            <a:xfrm>
              <a:off x="5972175" y="2127250"/>
              <a:ext cx="496887" cy="142875"/>
            </a:xfrm>
            <a:custGeom>
              <a:avLst/>
              <a:gdLst>
                <a:gd name="T0" fmla="*/ 51 w 132"/>
                <a:gd name="T1" fmla="*/ 0 h 38"/>
                <a:gd name="T2" fmla="*/ 0 w 132"/>
                <a:gd name="T3" fmla="*/ 0 h 38"/>
                <a:gd name="T4" fmla="*/ 9 w 132"/>
                <a:gd name="T5" fmla="*/ 32 h 38"/>
                <a:gd name="T6" fmla="*/ 46 w 132"/>
                <a:gd name="T7" fmla="*/ 38 h 38"/>
                <a:gd name="T8" fmla="*/ 132 w 132"/>
                <a:gd name="T9" fmla="*/ 0 h 38"/>
                <a:gd name="T10" fmla="*/ 98 w 132"/>
                <a:gd name="T11" fmla="*/ 0 h 38"/>
                <a:gd name="T12" fmla="*/ 51 w 132"/>
                <a:gd name="T13" fmla="*/ 0 h 38"/>
              </a:gdLst>
              <a:ahLst/>
              <a:cxnLst>
                <a:cxn ang="0">
                  <a:pos x="T0" y="T1"/>
                </a:cxn>
                <a:cxn ang="0">
                  <a:pos x="T2" y="T3"/>
                </a:cxn>
                <a:cxn ang="0">
                  <a:pos x="T4" y="T5"/>
                </a:cxn>
                <a:cxn ang="0">
                  <a:pos x="T6" y="T7"/>
                </a:cxn>
                <a:cxn ang="0">
                  <a:pos x="T8" y="T9"/>
                </a:cxn>
                <a:cxn ang="0">
                  <a:pos x="T10" y="T11"/>
                </a:cxn>
                <a:cxn ang="0">
                  <a:pos x="T12" y="T13"/>
                </a:cxn>
              </a:cxnLst>
              <a:rect l="0" t="0" r="r" b="b"/>
              <a:pathLst>
                <a:path w="132" h="38">
                  <a:moveTo>
                    <a:pt x="51" y="0"/>
                  </a:moveTo>
                  <a:cubicBezTo>
                    <a:pt x="0" y="0"/>
                    <a:pt x="0" y="0"/>
                    <a:pt x="0" y="0"/>
                  </a:cubicBezTo>
                  <a:cubicBezTo>
                    <a:pt x="9" y="32"/>
                    <a:pt x="9" y="32"/>
                    <a:pt x="9" y="32"/>
                  </a:cubicBezTo>
                  <a:cubicBezTo>
                    <a:pt x="21" y="36"/>
                    <a:pt x="33" y="38"/>
                    <a:pt x="46" y="38"/>
                  </a:cubicBezTo>
                  <a:cubicBezTo>
                    <a:pt x="80" y="38"/>
                    <a:pt x="111" y="24"/>
                    <a:pt x="132" y="0"/>
                  </a:cubicBezTo>
                  <a:cubicBezTo>
                    <a:pt x="98" y="0"/>
                    <a:pt x="98" y="0"/>
                    <a:pt x="98" y="0"/>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673"/>
            <p:cNvSpPr>
              <a:spLocks/>
            </p:cNvSpPr>
            <p:nvPr/>
          </p:nvSpPr>
          <p:spPr bwMode="auto">
            <a:xfrm>
              <a:off x="5708650" y="1427163"/>
              <a:ext cx="417512" cy="414338"/>
            </a:xfrm>
            <a:custGeom>
              <a:avLst/>
              <a:gdLst>
                <a:gd name="T0" fmla="*/ 32 w 111"/>
                <a:gd name="T1" fmla="*/ 87 h 110"/>
                <a:gd name="T2" fmla="*/ 111 w 111"/>
                <a:gd name="T3" fmla="*/ 29 h 110"/>
                <a:gd name="T4" fmla="*/ 76 w 111"/>
                <a:gd name="T5" fmla="*/ 0 h 110"/>
                <a:gd name="T6" fmla="*/ 0 w 111"/>
                <a:gd name="T7" fmla="*/ 108 h 110"/>
                <a:gd name="T8" fmla="*/ 0 w 111"/>
                <a:gd name="T9" fmla="*/ 110 h 110"/>
                <a:gd name="T10" fmla="*/ 33 w 111"/>
                <a:gd name="T11" fmla="*/ 87 h 110"/>
                <a:gd name="T12" fmla="*/ 32 w 111"/>
                <a:gd name="T13" fmla="*/ 87 h 110"/>
              </a:gdLst>
              <a:ahLst/>
              <a:cxnLst>
                <a:cxn ang="0">
                  <a:pos x="T0" y="T1"/>
                </a:cxn>
                <a:cxn ang="0">
                  <a:pos x="T2" y="T3"/>
                </a:cxn>
                <a:cxn ang="0">
                  <a:pos x="T4" y="T5"/>
                </a:cxn>
                <a:cxn ang="0">
                  <a:pos x="T6" y="T7"/>
                </a:cxn>
                <a:cxn ang="0">
                  <a:pos x="T8" y="T9"/>
                </a:cxn>
                <a:cxn ang="0">
                  <a:pos x="T10" y="T11"/>
                </a:cxn>
                <a:cxn ang="0">
                  <a:pos x="T12" y="T13"/>
                </a:cxn>
              </a:cxnLst>
              <a:rect l="0" t="0" r="r" b="b"/>
              <a:pathLst>
                <a:path w="111" h="110">
                  <a:moveTo>
                    <a:pt x="32" y="87"/>
                  </a:moveTo>
                  <a:cubicBezTo>
                    <a:pt x="111" y="29"/>
                    <a:pt x="111" y="29"/>
                    <a:pt x="111" y="29"/>
                  </a:cubicBezTo>
                  <a:cubicBezTo>
                    <a:pt x="76" y="0"/>
                    <a:pt x="76" y="0"/>
                    <a:pt x="76" y="0"/>
                  </a:cubicBezTo>
                  <a:cubicBezTo>
                    <a:pt x="32" y="16"/>
                    <a:pt x="0" y="58"/>
                    <a:pt x="0" y="108"/>
                  </a:cubicBezTo>
                  <a:cubicBezTo>
                    <a:pt x="0" y="109"/>
                    <a:pt x="0" y="109"/>
                    <a:pt x="0" y="110"/>
                  </a:cubicBezTo>
                  <a:cubicBezTo>
                    <a:pt x="33" y="87"/>
                    <a:pt x="33" y="87"/>
                    <a:pt x="33" y="87"/>
                  </a:cubicBezTo>
                  <a:lnTo>
                    <a:pt x="32" y="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674"/>
            <p:cNvSpPr>
              <a:spLocks/>
            </p:cNvSpPr>
            <p:nvPr/>
          </p:nvSpPr>
          <p:spPr bwMode="auto">
            <a:xfrm>
              <a:off x="6021388" y="1398588"/>
              <a:ext cx="476250" cy="341313"/>
            </a:xfrm>
            <a:custGeom>
              <a:avLst/>
              <a:gdLst>
                <a:gd name="T0" fmla="*/ 112 w 127"/>
                <a:gd name="T1" fmla="*/ 91 h 91"/>
                <a:gd name="T2" fmla="*/ 127 w 127"/>
                <a:gd name="T3" fmla="*/ 48 h 91"/>
                <a:gd name="T4" fmla="*/ 33 w 127"/>
                <a:gd name="T5" fmla="*/ 0 h 91"/>
                <a:gd name="T6" fmla="*/ 0 w 127"/>
                <a:gd name="T7" fmla="*/ 5 h 91"/>
                <a:gd name="T8" fmla="*/ 43 w 127"/>
                <a:gd name="T9" fmla="*/ 41 h 91"/>
                <a:gd name="T10" fmla="*/ 112 w 127"/>
                <a:gd name="T11" fmla="*/ 91 h 91"/>
              </a:gdLst>
              <a:ahLst/>
              <a:cxnLst>
                <a:cxn ang="0">
                  <a:pos x="T0" y="T1"/>
                </a:cxn>
                <a:cxn ang="0">
                  <a:pos x="T2" y="T3"/>
                </a:cxn>
                <a:cxn ang="0">
                  <a:pos x="T4" y="T5"/>
                </a:cxn>
                <a:cxn ang="0">
                  <a:pos x="T6" y="T7"/>
                </a:cxn>
                <a:cxn ang="0">
                  <a:pos x="T8" y="T9"/>
                </a:cxn>
                <a:cxn ang="0">
                  <a:pos x="T10" y="T11"/>
                </a:cxn>
              </a:cxnLst>
              <a:rect l="0" t="0" r="r" b="b"/>
              <a:pathLst>
                <a:path w="127" h="91">
                  <a:moveTo>
                    <a:pt x="112" y="91"/>
                  </a:moveTo>
                  <a:cubicBezTo>
                    <a:pt x="127" y="48"/>
                    <a:pt x="127" y="48"/>
                    <a:pt x="127" y="48"/>
                  </a:cubicBezTo>
                  <a:cubicBezTo>
                    <a:pt x="106" y="19"/>
                    <a:pt x="72" y="0"/>
                    <a:pt x="33" y="0"/>
                  </a:cubicBezTo>
                  <a:cubicBezTo>
                    <a:pt x="22" y="0"/>
                    <a:pt x="10" y="2"/>
                    <a:pt x="0" y="5"/>
                  </a:cubicBezTo>
                  <a:cubicBezTo>
                    <a:pt x="43" y="41"/>
                    <a:pt x="43" y="41"/>
                    <a:pt x="43" y="41"/>
                  </a:cubicBezTo>
                  <a:lnTo>
                    <a:pt x="112" y="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675"/>
            <p:cNvSpPr>
              <a:spLocks/>
            </p:cNvSpPr>
            <p:nvPr/>
          </p:nvSpPr>
          <p:spPr bwMode="auto">
            <a:xfrm>
              <a:off x="6348413" y="1604963"/>
              <a:ext cx="233362" cy="492125"/>
            </a:xfrm>
            <a:custGeom>
              <a:avLst/>
              <a:gdLst>
                <a:gd name="T0" fmla="*/ 9 w 62"/>
                <a:gd name="T1" fmla="*/ 103 h 131"/>
                <a:gd name="T2" fmla="*/ 0 w 62"/>
                <a:gd name="T3" fmla="*/ 131 h 131"/>
                <a:gd name="T4" fmla="*/ 38 w 62"/>
                <a:gd name="T5" fmla="*/ 131 h 131"/>
                <a:gd name="T6" fmla="*/ 62 w 62"/>
                <a:gd name="T7" fmla="*/ 61 h 131"/>
                <a:gd name="T8" fmla="*/ 44 w 62"/>
                <a:gd name="T9" fmla="*/ 0 h 131"/>
                <a:gd name="T10" fmla="*/ 9 w 62"/>
                <a:gd name="T11" fmla="*/ 103 h 131"/>
              </a:gdLst>
              <a:ahLst/>
              <a:cxnLst>
                <a:cxn ang="0">
                  <a:pos x="T0" y="T1"/>
                </a:cxn>
                <a:cxn ang="0">
                  <a:pos x="T2" y="T3"/>
                </a:cxn>
                <a:cxn ang="0">
                  <a:pos x="T4" y="T5"/>
                </a:cxn>
                <a:cxn ang="0">
                  <a:pos x="T6" y="T7"/>
                </a:cxn>
                <a:cxn ang="0">
                  <a:pos x="T8" y="T9"/>
                </a:cxn>
                <a:cxn ang="0">
                  <a:pos x="T10" y="T11"/>
                </a:cxn>
              </a:cxnLst>
              <a:rect l="0" t="0" r="r" b="b"/>
              <a:pathLst>
                <a:path w="62" h="131">
                  <a:moveTo>
                    <a:pt x="9" y="103"/>
                  </a:moveTo>
                  <a:cubicBezTo>
                    <a:pt x="0" y="131"/>
                    <a:pt x="0" y="131"/>
                    <a:pt x="0" y="131"/>
                  </a:cubicBezTo>
                  <a:cubicBezTo>
                    <a:pt x="38" y="131"/>
                    <a:pt x="38" y="131"/>
                    <a:pt x="38" y="131"/>
                  </a:cubicBezTo>
                  <a:cubicBezTo>
                    <a:pt x="53" y="111"/>
                    <a:pt x="62" y="87"/>
                    <a:pt x="62" y="61"/>
                  </a:cubicBezTo>
                  <a:cubicBezTo>
                    <a:pt x="62" y="38"/>
                    <a:pt x="55" y="18"/>
                    <a:pt x="44" y="0"/>
                  </a:cubicBezTo>
                  <a:cubicBezTo>
                    <a:pt x="9" y="103"/>
                    <a:pt x="9" y="103"/>
                    <a:pt x="9"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20" name="组合 119"/>
          <p:cNvGrpSpPr/>
          <p:nvPr/>
        </p:nvGrpSpPr>
        <p:grpSpPr>
          <a:xfrm>
            <a:off x="5852060" y="613660"/>
            <a:ext cx="375487" cy="376802"/>
            <a:chOff x="9012238" y="1385888"/>
            <a:chExt cx="906462" cy="909637"/>
          </a:xfrm>
          <a:solidFill>
            <a:srgbClr val="707E84"/>
          </a:solidFill>
        </p:grpSpPr>
        <p:sp>
          <p:nvSpPr>
            <p:cNvPr id="121" name="Freeform 676"/>
            <p:cNvSpPr>
              <a:spLocks/>
            </p:cNvSpPr>
            <p:nvPr/>
          </p:nvSpPr>
          <p:spPr bwMode="auto">
            <a:xfrm>
              <a:off x="9234488" y="1385888"/>
              <a:ext cx="503237" cy="387350"/>
            </a:xfrm>
            <a:custGeom>
              <a:avLst/>
              <a:gdLst>
                <a:gd name="T0" fmla="*/ 108 w 134"/>
                <a:gd name="T1" fmla="*/ 103 h 103"/>
                <a:gd name="T2" fmla="*/ 134 w 134"/>
                <a:gd name="T3" fmla="*/ 25 h 103"/>
                <a:gd name="T4" fmla="*/ 61 w 134"/>
                <a:gd name="T5" fmla="*/ 0 h 103"/>
                <a:gd name="T6" fmla="*/ 0 w 134"/>
                <a:gd name="T7" fmla="*/ 17 h 103"/>
                <a:gd name="T8" fmla="*/ 68 w 134"/>
                <a:gd name="T9" fmla="*/ 73 h 103"/>
                <a:gd name="T10" fmla="*/ 108 w 134"/>
                <a:gd name="T11" fmla="*/ 103 h 103"/>
              </a:gdLst>
              <a:ahLst/>
              <a:cxnLst>
                <a:cxn ang="0">
                  <a:pos x="T0" y="T1"/>
                </a:cxn>
                <a:cxn ang="0">
                  <a:pos x="T2" y="T3"/>
                </a:cxn>
                <a:cxn ang="0">
                  <a:pos x="T4" y="T5"/>
                </a:cxn>
                <a:cxn ang="0">
                  <a:pos x="T6" y="T7"/>
                </a:cxn>
                <a:cxn ang="0">
                  <a:pos x="T8" y="T9"/>
                </a:cxn>
                <a:cxn ang="0">
                  <a:pos x="T10" y="T11"/>
                </a:cxn>
              </a:cxnLst>
              <a:rect l="0" t="0" r="r" b="b"/>
              <a:pathLst>
                <a:path w="134" h="103">
                  <a:moveTo>
                    <a:pt x="108" y="103"/>
                  </a:moveTo>
                  <a:cubicBezTo>
                    <a:pt x="134" y="25"/>
                    <a:pt x="134" y="25"/>
                    <a:pt x="134" y="25"/>
                  </a:cubicBezTo>
                  <a:cubicBezTo>
                    <a:pt x="114" y="9"/>
                    <a:pt x="89" y="0"/>
                    <a:pt x="61" y="0"/>
                  </a:cubicBezTo>
                  <a:cubicBezTo>
                    <a:pt x="39" y="0"/>
                    <a:pt x="18" y="6"/>
                    <a:pt x="0" y="17"/>
                  </a:cubicBezTo>
                  <a:cubicBezTo>
                    <a:pt x="68" y="73"/>
                    <a:pt x="68" y="73"/>
                    <a:pt x="68" y="73"/>
                  </a:cubicBezTo>
                  <a:lnTo>
                    <a:pt x="108" y="10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677"/>
            <p:cNvSpPr>
              <a:spLocks/>
            </p:cNvSpPr>
            <p:nvPr/>
          </p:nvSpPr>
          <p:spPr bwMode="auto">
            <a:xfrm>
              <a:off x="9012238" y="1465263"/>
              <a:ext cx="431800" cy="485775"/>
            </a:xfrm>
            <a:custGeom>
              <a:avLst/>
              <a:gdLst>
                <a:gd name="T0" fmla="*/ 68 w 115"/>
                <a:gd name="T1" fmla="*/ 85 h 129"/>
                <a:gd name="T2" fmla="*/ 115 w 115"/>
                <a:gd name="T3" fmla="*/ 51 h 129"/>
                <a:gd name="T4" fmla="*/ 53 w 115"/>
                <a:gd name="T5" fmla="*/ 0 h 129"/>
                <a:gd name="T6" fmla="*/ 0 w 115"/>
                <a:gd name="T7" fmla="*/ 100 h 129"/>
                <a:gd name="T8" fmla="*/ 3 w 115"/>
                <a:gd name="T9" fmla="*/ 129 h 129"/>
                <a:gd name="T10" fmla="*/ 68 w 115"/>
                <a:gd name="T11" fmla="*/ 86 h 129"/>
                <a:gd name="T12" fmla="*/ 68 w 115"/>
                <a:gd name="T13" fmla="*/ 85 h 129"/>
              </a:gdLst>
              <a:ahLst/>
              <a:cxnLst>
                <a:cxn ang="0">
                  <a:pos x="T0" y="T1"/>
                </a:cxn>
                <a:cxn ang="0">
                  <a:pos x="T2" y="T3"/>
                </a:cxn>
                <a:cxn ang="0">
                  <a:pos x="T4" y="T5"/>
                </a:cxn>
                <a:cxn ang="0">
                  <a:pos x="T6" y="T7"/>
                </a:cxn>
                <a:cxn ang="0">
                  <a:pos x="T8" y="T9"/>
                </a:cxn>
                <a:cxn ang="0">
                  <a:pos x="T10" y="T11"/>
                </a:cxn>
                <a:cxn ang="0">
                  <a:pos x="T12" y="T13"/>
                </a:cxn>
              </a:cxnLst>
              <a:rect l="0" t="0" r="r" b="b"/>
              <a:pathLst>
                <a:path w="115" h="129">
                  <a:moveTo>
                    <a:pt x="68" y="85"/>
                  </a:moveTo>
                  <a:cubicBezTo>
                    <a:pt x="115" y="51"/>
                    <a:pt x="115" y="51"/>
                    <a:pt x="115" y="51"/>
                  </a:cubicBezTo>
                  <a:cubicBezTo>
                    <a:pt x="53" y="0"/>
                    <a:pt x="53" y="0"/>
                    <a:pt x="53" y="0"/>
                  </a:cubicBezTo>
                  <a:cubicBezTo>
                    <a:pt x="21" y="21"/>
                    <a:pt x="0" y="58"/>
                    <a:pt x="0" y="100"/>
                  </a:cubicBezTo>
                  <a:cubicBezTo>
                    <a:pt x="0" y="110"/>
                    <a:pt x="1" y="119"/>
                    <a:pt x="3" y="129"/>
                  </a:cubicBezTo>
                  <a:cubicBezTo>
                    <a:pt x="68" y="86"/>
                    <a:pt x="68" y="86"/>
                    <a:pt x="68" y="86"/>
                  </a:cubicBezTo>
                  <a:lnTo>
                    <a:pt x="68" y="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678"/>
            <p:cNvSpPr>
              <a:spLocks/>
            </p:cNvSpPr>
            <p:nvPr/>
          </p:nvSpPr>
          <p:spPr bwMode="auto">
            <a:xfrm>
              <a:off x="9031288" y="1811338"/>
              <a:ext cx="390525" cy="477838"/>
            </a:xfrm>
            <a:custGeom>
              <a:avLst/>
              <a:gdLst>
                <a:gd name="T0" fmla="*/ 72 w 104"/>
                <a:gd name="T1" fmla="*/ 23 h 127"/>
                <a:gd name="T2" fmla="*/ 65 w 104"/>
                <a:gd name="T3" fmla="*/ 0 h 127"/>
                <a:gd name="T4" fmla="*/ 0 w 104"/>
                <a:gd name="T5" fmla="*/ 44 h 127"/>
                <a:gd name="T6" fmla="*/ 104 w 104"/>
                <a:gd name="T7" fmla="*/ 127 h 127"/>
                <a:gd name="T8" fmla="*/ 72 w 104"/>
                <a:gd name="T9" fmla="*/ 23 h 127"/>
              </a:gdLst>
              <a:ahLst/>
              <a:cxnLst>
                <a:cxn ang="0">
                  <a:pos x="T0" y="T1"/>
                </a:cxn>
                <a:cxn ang="0">
                  <a:pos x="T2" y="T3"/>
                </a:cxn>
                <a:cxn ang="0">
                  <a:pos x="T4" y="T5"/>
                </a:cxn>
                <a:cxn ang="0">
                  <a:pos x="T6" y="T7"/>
                </a:cxn>
                <a:cxn ang="0">
                  <a:pos x="T8" y="T9"/>
                </a:cxn>
              </a:cxnLst>
              <a:rect l="0" t="0" r="r" b="b"/>
              <a:pathLst>
                <a:path w="104" h="127">
                  <a:moveTo>
                    <a:pt x="72" y="23"/>
                  </a:moveTo>
                  <a:cubicBezTo>
                    <a:pt x="65" y="0"/>
                    <a:pt x="65" y="0"/>
                    <a:pt x="65" y="0"/>
                  </a:cubicBezTo>
                  <a:cubicBezTo>
                    <a:pt x="0" y="44"/>
                    <a:pt x="0" y="44"/>
                    <a:pt x="0" y="44"/>
                  </a:cubicBezTo>
                  <a:cubicBezTo>
                    <a:pt x="14" y="89"/>
                    <a:pt x="55" y="123"/>
                    <a:pt x="104" y="127"/>
                  </a:cubicBezTo>
                  <a:cubicBezTo>
                    <a:pt x="72" y="23"/>
                    <a:pt x="72" y="23"/>
                    <a:pt x="72"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679"/>
            <p:cNvSpPr>
              <a:spLocks/>
            </p:cNvSpPr>
            <p:nvPr/>
          </p:nvSpPr>
          <p:spPr bwMode="auto">
            <a:xfrm>
              <a:off x="9594850" y="1495425"/>
              <a:ext cx="323850" cy="496888"/>
            </a:xfrm>
            <a:custGeom>
              <a:avLst/>
              <a:gdLst>
                <a:gd name="T0" fmla="*/ 4 w 86"/>
                <a:gd name="T1" fmla="*/ 118 h 132"/>
                <a:gd name="T2" fmla="*/ 0 w 86"/>
                <a:gd name="T3" fmla="*/ 132 h 132"/>
                <a:gd name="T4" fmla="*/ 79 w 86"/>
                <a:gd name="T5" fmla="*/ 132 h 132"/>
                <a:gd name="T6" fmla="*/ 86 w 86"/>
                <a:gd name="T7" fmla="*/ 92 h 132"/>
                <a:gd name="T8" fmla="*/ 44 w 86"/>
                <a:gd name="T9" fmla="*/ 0 h 132"/>
                <a:gd name="T10" fmla="*/ 4 w 86"/>
                <a:gd name="T11" fmla="*/ 118 h 132"/>
              </a:gdLst>
              <a:ahLst/>
              <a:cxnLst>
                <a:cxn ang="0">
                  <a:pos x="T0" y="T1"/>
                </a:cxn>
                <a:cxn ang="0">
                  <a:pos x="T2" y="T3"/>
                </a:cxn>
                <a:cxn ang="0">
                  <a:pos x="T4" y="T5"/>
                </a:cxn>
                <a:cxn ang="0">
                  <a:pos x="T6" y="T7"/>
                </a:cxn>
                <a:cxn ang="0">
                  <a:pos x="T8" y="T9"/>
                </a:cxn>
                <a:cxn ang="0">
                  <a:pos x="T10" y="T11"/>
                </a:cxn>
              </a:cxnLst>
              <a:rect l="0" t="0" r="r" b="b"/>
              <a:pathLst>
                <a:path w="86" h="132">
                  <a:moveTo>
                    <a:pt x="4" y="118"/>
                  </a:moveTo>
                  <a:cubicBezTo>
                    <a:pt x="0" y="132"/>
                    <a:pt x="0" y="132"/>
                    <a:pt x="0" y="132"/>
                  </a:cubicBezTo>
                  <a:cubicBezTo>
                    <a:pt x="79" y="132"/>
                    <a:pt x="79" y="132"/>
                    <a:pt x="79" y="132"/>
                  </a:cubicBezTo>
                  <a:cubicBezTo>
                    <a:pt x="83" y="120"/>
                    <a:pt x="86" y="106"/>
                    <a:pt x="86" y="92"/>
                  </a:cubicBezTo>
                  <a:cubicBezTo>
                    <a:pt x="86" y="55"/>
                    <a:pt x="69" y="22"/>
                    <a:pt x="44" y="0"/>
                  </a:cubicBezTo>
                  <a:cubicBezTo>
                    <a:pt x="4" y="118"/>
                    <a:pt x="4" y="118"/>
                    <a:pt x="4"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680"/>
            <p:cNvSpPr>
              <a:spLocks/>
            </p:cNvSpPr>
            <p:nvPr/>
          </p:nvSpPr>
          <p:spPr bwMode="auto">
            <a:xfrm>
              <a:off x="9366250" y="2022475"/>
              <a:ext cx="514350" cy="273050"/>
            </a:xfrm>
            <a:custGeom>
              <a:avLst/>
              <a:gdLst>
                <a:gd name="T0" fmla="*/ 29 w 137"/>
                <a:gd name="T1" fmla="*/ 0 h 73"/>
                <a:gd name="T2" fmla="*/ 0 w 137"/>
                <a:gd name="T3" fmla="*/ 0 h 73"/>
                <a:gd name="T4" fmla="*/ 22 w 137"/>
                <a:gd name="T5" fmla="*/ 73 h 73"/>
                <a:gd name="T6" fmla="*/ 26 w 137"/>
                <a:gd name="T7" fmla="*/ 73 h 73"/>
                <a:gd name="T8" fmla="*/ 137 w 137"/>
                <a:gd name="T9" fmla="*/ 0 h 73"/>
                <a:gd name="T10" fmla="*/ 58 w 137"/>
                <a:gd name="T11" fmla="*/ 0 h 73"/>
                <a:gd name="T12" fmla="*/ 29 w 137"/>
                <a:gd name="T13" fmla="*/ 0 h 73"/>
              </a:gdLst>
              <a:ahLst/>
              <a:cxnLst>
                <a:cxn ang="0">
                  <a:pos x="T0" y="T1"/>
                </a:cxn>
                <a:cxn ang="0">
                  <a:pos x="T2" y="T3"/>
                </a:cxn>
                <a:cxn ang="0">
                  <a:pos x="T4" y="T5"/>
                </a:cxn>
                <a:cxn ang="0">
                  <a:pos x="T6" y="T7"/>
                </a:cxn>
                <a:cxn ang="0">
                  <a:pos x="T8" y="T9"/>
                </a:cxn>
                <a:cxn ang="0">
                  <a:pos x="T10" y="T11"/>
                </a:cxn>
                <a:cxn ang="0">
                  <a:pos x="T12" y="T13"/>
                </a:cxn>
              </a:cxnLst>
              <a:rect l="0" t="0" r="r" b="b"/>
              <a:pathLst>
                <a:path w="137" h="73">
                  <a:moveTo>
                    <a:pt x="29" y="0"/>
                  </a:moveTo>
                  <a:cubicBezTo>
                    <a:pt x="0" y="0"/>
                    <a:pt x="0" y="0"/>
                    <a:pt x="0" y="0"/>
                  </a:cubicBezTo>
                  <a:cubicBezTo>
                    <a:pt x="22" y="73"/>
                    <a:pt x="22" y="73"/>
                    <a:pt x="22" y="73"/>
                  </a:cubicBezTo>
                  <a:cubicBezTo>
                    <a:pt x="23" y="73"/>
                    <a:pt x="25" y="73"/>
                    <a:pt x="26" y="73"/>
                  </a:cubicBezTo>
                  <a:cubicBezTo>
                    <a:pt x="76" y="73"/>
                    <a:pt x="119" y="40"/>
                    <a:pt x="137" y="0"/>
                  </a:cubicBezTo>
                  <a:cubicBezTo>
                    <a:pt x="58" y="0"/>
                    <a:pt x="58" y="0"/>
                    <a:pt x="58"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26" name="组合 125"/>
          <p:cNvGrpSpPr/>
          <p:nvPr/>
        </p:nvGrpSpPr>
        <p:grpSpPr>
          <a:xfrm>
            <a:off x="6298567" y="612345"/>
            <a:ext cx="380091" cy="380090"/>
            <a:chOff x="10090150" y="1382713"/>
            <a:chExt cx="917575" cy="917575"/>
          </a:xfrm>
          <a:solidFill>
            <a:srgbClr val="707E84"/>
          </a:solidFill>
        </p:grpSpPr>
        <p:sp>
          <p:nvSpPr>
            <p:cNvPr id="127" name="Freeform 681"/>
            <p:cNvSpPr>
              <a:spLocks/>
            </p:cNvSpPr>
            <p:nvPr/>
          </p:nvSpPr>
          <p:spPr bwMode="auto">
            <a:xfrm>
              <a:off x="10471150" y="1992313"/>
              <a:ext cx="514350" cy="307975"/>
            </a:xfrm>
            <a:custGeom>
              <a:avLst/>
              <a:gdLst>
                <a:gd name="T0" fmla="*/ 27 w 137"/>
                <a:gd name="T1" fmla="*/ 0 h 82"/>
                <a:gd name="T2" fmla="*/ 0 w 137"/>
                <a:gd name="T3" fmla="*/ 0 h 82"/>
                <a:gd name="T4" fmla="*/ 26 w 137"/>
                <a:gd name="T5" fmla="*/ 82 h 82"/>
                <a:gd name="T6" fmla="*/ 137 w 137"/>
                <a:gd name="T7" fmla="*/ 0 h 82"/>
                <a:gd name="T8" fmla="*/ 49 w 137"/>
                <a:gd name="T9" fmla="*/ 0 h 82"/>
                <a:gd name="T10" fmla="*/ 27 w 137"/>
                <a:gd name="T11" fmla="*/ 0 h 82"/>
              </a:gdLst>
              <a:ahLst/>
              <a:cxnLst>
                <a:cxn ang="0">
                  <a:pos x="T0" y="T1"/>
                </a:cxn>
                <a:cxn ang="0">
                  <a:pos x="T2" y="T3"/>
                </a:cxn>
                <a:cxn ang="0">
                  <a:pos x="T4" y="T5"/>
                </a:cxn>
                <a:cxn ang="0">
                  <a:pos x="T6" y="T7"/>
                </a:cxn>
                <a:cxn ang="0">
                  <a:pos x="T8" y="T9"/>
                </a:cxn>
                <a:cxn ang="0">
                  <a:pos x="T10" y="T11"/>
                </a:cxn>
              </a:cxnLst>
              <a:rect l="0" t="0" r="r" b="b"/>
              <a:pathLst>
                <a:path w="137" h="82">
                  <a:moveTo>
                    <a:pt x="27" y="0"/>
                  </a:moveTo>
                  <a:cubicBezTo>
                    <a:pt x="0" y="0"/>
                    <a:pt x="0" y="0"/>
                    <a:pt x="0" y="0"/>
                  </a:cubicBezTo>
                  <a:cubicBezTo>
                    <a:pt x="26" y="82"/>
                    <a:pt x="26" y="82"/>
                    <a:pt x="26" y="82"/>
                  </a:cubicBezTo>
                  <a:cubicBezTo>
                    <a:pt x="77" y="80"/>
                    <a:pt x="120" y="48"/>
                    <a:pt x="137" y="0"/>
                  </a:cubicBezTo>
                  <a:cubicBezTo>
                    <a:pt x="49" y="0"/>
                    <a:pt x="49" y="0"/>
                    <a:pt x="49" y="0"/>
                  </a:cubicBezTo>
                  <a:lnTo>
                    <a:pt x="2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682"/>
            <p:cNvSpPr>
              <a:spLocks/>
            </p:cNvSpPr>
            <p:nvPr/>
          </p:nvSpPr>
          <p:spPr bwMode="auto">
            <a:xfrm>
              <a:off x="10090150" y="1473200"/>
              <a:ext cx="439737" cy="508000"/>
            </a:xfrm>
            <a:custGeom>
              <a:avLst/>
              <a:gdLst>
                <a:gd name="T0" fmla="*/ 77 w 117"/>
                <a:gd name="T1" fmla="*/ 85 h 135"/>
                <a:gd name="T2" fmla="*/ 117 w 117"/>
                <a:gd name="T3" fmla="*/ 56 h 135"/>
                <a:gd name="T4" fmla="*/ 50 w 117"/>
                <a:gd name="T5" fmla="*/ 0 h 135"/>
                <a:gd name="T6" fmla="*/ 0 w 117"/>
                <a:gd name="T7" fmla="*/ 98 h 135"/>
                <a:gd name="T8" fmla="*/ 6 w 117"/>
                <a:gd name="T9" fmla="*/ 135 h 135"/>
                <a:gd name="T10" fmla="*/ 77 w 117"/>
                <a:gd name="T11" fmla="*/ 86 h 135"/>
                <a:gd name="T12" fmla="*/ 77 w 117"/>
                <a:gd name="T13" fmla="*/ 85 h 135"/>
              </a:gdLst>
              <a:ahLst/>
              <a:cxnLst>
                <a:cxn ang="0">
                  <a:pos x="T0" y="T1"/>
                </a:cxn>
                <a:cxn ang="0">
                  <a:pos x="T2" y="T3"/>
                </a:cxn>
                <a:cxn ang="0">
                  <a:pos x="T4" y="T5"/>
                </a:cxn>
                <a:cxn ang="0">
                  <a:pos x="T6" y="T7"/>
                </a:cxn>
                <a:cxn ang="0">
                  <a:pos x="T8" y="T9"/>
                </a:cxn>
                <a:cxn ang="0">
                  <a:pos x="T10" y="T11"/>
                </a:cxn>
                <a:cxn ang="0">
                  <a:pos x="T12" y="T13"/>
                </a:cxn>
              </a:cxnLst>
              <a:rect l="0" t="0" r="r" b="b"/>
              <a:pathLst>
                <a:path w="117" h="135">
                  <a:moveTo>
                    <a:pt x="77" y="85"/>
                  </a:moveTo>
                  <a:cubicBezTo>
                    <a:pt x="117" y="56"/>
                    <a:pt x="117" y="56"/>
                    <a:pt x="117" y="56"/>
                  </a:cubicBezTo>
                  <a:cubicBezTo>
                    <a:pt x="50" y="0"/>
                    <a:pt x="50" y="0"/>
                    <a:pt x="50" y="0"/>
                  </a:cubicBezTo>
                  <a:cubicBezTo>
                    <a:pt x="20" y="22"/>
                    <a:pt x="0" y="58"/>
                    <a:pt x="0" y="98"/>
                  </a:cubicBezTo>
                  <a:cubicBezTo>
                    <a:pt x="0" y="111"/>
                    <a:pt x="3" y="123"/>
                    <a:pt x="6" y="135"/>
                  </a:cubicBezTo>
                  <a:cubicBezTo>
                    <a:pt x="77" y="86"/>
                    <a:pt x="77" y="86"/>
                    <a:pt x="77" y="86"/>
                  </a:cubicBezTo>
                  <a:lnTo>
                    <a:pt x="77" y="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683"/>
            <p:cNvSpPr>
              <a:spLocks/>
            </p:cNvSpPr>
            <p:nvPr/>
          </p:nvSpPr>
          <p:spPr bwMode="auto">
            <a:xfrm>
              <a:off x="10298113" y="1382713"/>
              <a:ext cx="514350" cy="398463"/>
            </a:xfrm>
            <a:custGeom>
              <a:avLst/>
              <a:gdLst>
                <a:gd name="T0" fmla="*/ 107 w 137"/>
                <a:gd name="T1" fmla="*/ 106 h 106"/>
                <a:gd name="T2" fmla="*/ 137 w 137"/>
                <a:gd name="T3" fmla="*/ 22 h 106"/>
                <a:gd name="T4" fmla="*/ 67 w 137"/>
                <a:gd name="T5" fmla="*/ 0 h 106"/>
                <a:gd name="T6" fmla="*/ 0 w 137"/>
                <a:gd name="T7" fmla="*/ 20 h 106"/>
                <a:gd name="T8" fmla="*/ 77 w 137"/>
                <a:gd name="T9" fmla="*/ 83 h 106"/>
                <a:gd name="T10" fmla="*/ 107 w 137"/>
                <a:gd name="T11" fmla="*/ 106 h 106"/>
              </a:gdLst>
              <a:ahLst/>
              <a:cxnLst>
                <a:cxn ang="0">
                  <a:pos x="T0" y="T1"/>
                </a:cxn>
                <a:cxn ang="0">
                  <a:pos x="T2" y="T3"/>
                </a:cxn>
                <a:cxn ang="0">
                  <a:pos x="T4" y="T5"/>
                </a:cxn>
                <a:cxn ang="0">
                  <a:pos x="T6" y="T7"/>
                </a:cxn>
                <a:cxn ang="0">
                  <a:pos x="T8" y="T9"/>
                </a:cxn>
                <a:cxn ang="0">
                  <a:pos x="T10" y="T11"/>
                </a:cxn>
              </a:cxnLst>
              <a:rect l="0" t="0" r="r" b="b"/>
              <a:pathLst>
                <a:path w="137" h="106">
                  <a:moveTo>
                    <a:pt x="107" y="106"/>
                  </a:moveTo>
                  <a:cubicBezTo>
                    <a:pt x="137" y="22"/>
                    <a:pt x="137" y="22"/>
                    <a:pt x="137" y="22"/>
                  </a:cubicBezTo>
                  <a:cubicBezTo>
                    <a:pt x="117" y="8"/>
                    <a:pt x="93" y="0"/>
                    <a:pt x="67" y="0"/>
                  </a:cubicBezTo>
                  <a:cubicBezTo>
                    <a:pt x="43" y="0"/>
                    <a:pt x="19" y="7"/>
                    <a:pt x="0" y="20"/>
                  </a:cubicBezTo>
                  <a:cubicBezTo>
                    <a:pt x="77" y="83"/>
                    <a:pt x="77" y="83"/>
                    <a:pt x="77" y="83"/>
                  </a:cubicBezTo>
                  <a:lnTo>
                    <a:pt x="107" y="1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684"/>
            <p:cNvSpPr>
              <a:spLocks/>
            </p:cNvSpPr>
            <p:nvPr/>
          </p:nvSpPr>
          <p:spPr bwMode="auto">
            <a:xfrm>
              <a:off x="10661650" y="1481138"/>
              <a:ext cx="346075" cy="481013"/>
            </a:xfrm>
            <a:custGeom>
              <a:avLst/>
              <a:gdLst>
                <a:gd name="T0" fmla="*/ 45 w 92"/>
                <a:gd name="T1" fmla="*/ 0 h 128"/>
                <a:gd name="T2" fmla="*/ 3 w 92"/>
                <a:gd name="T3" fmla="*/ 122 h 128"/>
                <a:gd name="T4" fmla="*/ 0 w 92"/>
                <a:gd name="T5" fmla="*/ 128 h 128"/>
                <a:gd name="T6" fmla="*/ 88 w 92"/>
                <a:gd name="T7" fmla="*/ 128 h 128"/>
                <a:gd name="T8" fmla="*/ 92 w 92"/>
                <a:gd name="T9" fmla="*/ 95 h 128"/>
                <a:gd name="T10" fmla="*/ 45 w 92"/>
                <a:gd name="T11" fmla="*/ 0 h 128"/>
              </a:gdLst>
              <a:ahLst/>
              <a:cxnLst>
                <a:cxn ang="0">
                  <a:pos x="T0" y="T1"/>
                </a:cxn>
                <a:cxn ang="0">
                  <a:pos x="T2" y="T3"/>
                </a:cxn>
                <a:cxn ang="0">
                  <a:pos x="T4" y="T5"/>
                </a:cxn>
                <a:cxn ang="0">
                  <a:pos x="T6" y="T7"/>
                </a:cxn>
                <a:cxn ang="0">
                  <a:pos x="T8" y="T9"/>
                </a:cxn>
                <a:cxn ang="0">
                  <a:pos x="T10" y="T11"/>
                </a:cxn>
              </a:cxnLst>
              <a:rect l="0" t="0" r="r" b="b"/>
              <a:pathLst>
                <a:path w="92" h="128">
                  <a:moveTo>
                    <a:pt x="45" y="0"/>
                  </a:moveTo>
                  <a:cubicBezTo>
                    <a:pt x="3" y="122"/>
                    <a:pt x="3" y="122"/>
                    <a:pt x="3" y="122"/>
                  </a:cubicBezTo>
                  <a:cubicBezTo>
                    <a:pt x="0" y="128"/>
                    <a:pt x="0" y="128"/>
                    <a:pt x="0" y="128"/>
                  </a:cubicBezTo>
                  <a:cubicBezTo>
                    <a:pt x="88" y="128"/>
                    <a:pt x="88" y="128"/>
                    <a:pt x="88" y="128"/>
                  </a:cubicBezTo>
                  <a:cubicBezTo>
                    <a:pt x="91" y="120"/>
                    <a:pt x="92" y="107"/>
                    <a:pt x="92" y="95"/>
                  </a:cubicBezTo>
                  <a:cubicBezTo>
                    <a:pt x="92" y="56"/>
                    <a:pt x="74" y="22"/>
                    <a:pt x="4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685"/>
            <p:cNvSpPr>
              <a:spLocks/>
            </p:cNvSpPr>
            <p:nvPr/>
          </p:nvSpPr>
          <p:spPr bwMode="auto">
            <a:xfrm>
              <a:off x="10125075" y="1819275"/>
              <a:ext cx="417512" cy="481013"/>
            </a:xfrm>
            <a:custGeom>
              <a:avLst/>
              <a:gdLst>
                <a:gd name="T0" fmla="*/ 77 w 111"/>
                <a:gd name="T1" fmla="*/ 19 h 128"/>
                <a:gd name="T2" fmla="*/ 71 w 111"/>
                <a:gd name="T3" fmla="*/ 0 h 128"/>
                <a:gd name="T4" fmla="*/ 0 w 111"/>
                <a:gd name="T5" fmla="*/ 49 h 128"/>
                <a:gd name="T6" fmla="*/ 111 w 111"/>
                <a:gd name="T7" fmla="*/ 128 h 128"/>
                <a:gd name="T8" fmla="*/ 77 w 111"/>
                <a:gd name="T9" fmla="*/ 19 h 128"/>
              </a:gdLst>
              <a:ahLst/>
              <a:cxnLst>
                <a:cxn ang="0">
                  <a:pos x="T0" y="T1"/>
                </a:cxn>
                <a:cxn ang="0">
                  <a:pos x="T2" y="T3"/>
                </a:cxn>
                <a:cxn ang="0">
                  <a:pos x="T4" y="T5"/>
                </a:cxn>
                <a:cxn ang="0">
                  <a:pos x="T6" y="T7"/>
                </a:cxn>
                <a:cxn ang="0">
                  <a:pos x="T8" y="T9"/>
                </a:cxn>
              </a:cxnLst>
              <a:rect l="0" t="0" r="r" b="b"/>
              <a:pathLst>
                <a:path w="111" h="128">
                  <a:moveTo>
                    <a:pt x="77" y="19"/>
                  </a:moveTo>
                  <a:cubicBezTo>
                    <a:pt x="71" y="0"/>
                    <a:pt x="71" y="0"/>
                    <a:pt x="71" y="0"/>
                  </a:cubicBezTo>
                  <a:cubicBezTo>
                    <a:pt x="0" y="49"/>
                    <a:pt x="0" y="49"/>
                    <a:pt x="0" y="49"/>
                  </a:cubicBezTo>
                  <a:cubicBezTo>
                    <a:pt x="17" y="94"/>
                    <a:pt x="60" y="127"/>
                    <a:pt x="111" y="128"/>
                  </a:cubicBezTo>
                  <a:cubicBezTo>
                    <a:pt x="77" y="19"/>
                    <a:pt x="77" y="19"/>
                    <a:pt x="7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32" name="Freeform 686"/>
          <p:cNvSpPr>
            <a:spLocks noEditPoints="1"/>
          </p:cNvSpPr>
          <p:nvPr/>
        </p:nvSpPr>
        <p:spPr bwMode="auto">
          <a:xfrm>
            <a:off x="4475711" y="1102911"/>
            <a:ext cx="399161" cy="398503"/>
          </a:xfrm>
          <a:custGeom>
            <a:avLst/>
            <a:gdLst>
              <a:gd name="T0" fmla="*/ 128 w 256"/>
              <a:gd name="T1" fmla="*/ 0 h 256"/>
              <a:gd name="T2" fmla="*/ 0 w 256"/>
              <a:gd name="T3" fmla="*/ 128 h 256"/>
              <a:gd name="T4" fmla="*/ 128 w 256"/>
              <a:gd name="T5" fmla="*/ 256 h 256"/>
              <a:gd name="T6" fmla="*/ 256 w 256"/>
              <a:gd name="T7" fmla="*/ 128 h 256"/>
              <a:gd name="T8" fmla="*/ 128 w 256"/>
              <a:gd name="T9" fmla="*/ 0 h 256"/>
              <a:gd name="T10" fmla="*/ 128 w 256"/>
              <a:gd name="T11" fmla="*/ 7 h 256"/>
              <a:gd name="T12" fmla="*/ 144 w 256"/>
              <a:gd name="T13" fmla="*/ 8 h 256"/>
              <a:gd name="T14" fmla="*/ 167 w 256"/>
              <a:gd name="T15" fmla="*/ 47 h 256"/>
              <a:gd name="T16" fmla="*/ 97 w 256"/>
              <a:gd name="T17" fmla="*/ 47 h 256"/>
              <a:gd name="T18" fmla="*/ 81 w 256"/>
              <a:gd name="T19" fmla="*/ 47 h 256"/>
              <a:gd name="T20" fmla="*/ 38 w 256"/>
              <a:gd name="T21" fmla="*/ 47 h 256"/>
              <a:gd name="T22" fmla="*/ 128 w 256"/>
              <a:gd name="T23" fmla="*/ 7 h 256"/>
              <a:gd name="T24" fmla="*/ 7 w 256"/>
              <a:gd name="T25" fmla="*/ 129 h 256"/>
              <a:gd name="T26" fmla="*/ 32 w 256"/>
              <a:gd name="T27" fmla="*/ 55 h 256"/>
              <a:gd name="T28" fmla="*/ 77 w 256"/>
              <a:gd name="T29" fmla="*/ 55 h 256"/>
              <a:gd name="T30" fmla="*/ 34 w 256"/>
              <a:gd name="T31" fmla="*/ 128 h 256"/>
              <a:gd name="T32" fmla="*/ 35 w 256"/>
              <a:gd name="T33" fmla="*/ 128 h 256"/>
              <a:gd name="T34" fmla="*/ 13 w 256"/>
              <a:gd name="T35" fmla="*/ 166 h 256"/>
              <a:gd name="T36" fmla="*/ 7 w 256"/>
              <a:gd name="T37" fmla="*/ 129 h 256"/>
              <a:gd name="T38" fmla="*/ 16 w 256"/>
              <a:gd name="T39" fmla="*/ 174 h 256"/>
              <a:gd name="T40" fmla="*/ 39 w 256"/>
              <a:gd name="T41" fmla="*/ 134 h 256"/>
              <a:gd name="T42" fmla="*/ 71 w 256"/>
              <a:gd name="T43" fmla="*/ 190 h 256"/>
              <a:gd name="T44" fmla="*/ 71 w 256"/>
              <a:gd name="T45" fmla="*/ 190 h 256"/>
              <a:gd name="T46" fmla="*/ 103 w 256"/>
              <a:gd name="T47" fmla="*/ 247 h 256"/>
              <a:gd name="T48" fmla="*/ 16 w 256"/>
              <a:gd name="T49" fmla="*/ 174 h 256"/>
              <a:gd name="T50" fmla="*/ 128 w 256"/>
              <a:gd name="T51" fmla="*/ 249 h 256"/>
              <a:gd name="T52" fmla="*/ 112 w 256"/>
              <a:gd name="T53" fmla="*/ 248 h 256"/>
              <a:gd name="T54" fmla="*/ 88 w 256"/>
              <a:gd name="T55" fmla="*/ 207 h 256"/>
              <a:gd name="T56" fmla="*/ 159 w 256"/>
              <a:gd name="T57" fmla="*/ 207 h 256"/>
              <a:gd name="T58" fmla="*/ 174 w 256"/>
              <a:gd name="T59" fmla="*/ 207 h 256"/>
              <a:gd name="T60" fmla="*/ 219 w 256"/>
              <a:gd name="T61" fmla="*/ 207 h 256"/>
              <a:gd name="T62" fmla="*/ 128 w 256"/>
              <a:gd name="T63" fmla="*/ 249 h 256"/>
              <a:gd name="T64" fmla="*/ 249 w 256"/>
              <a:gd name="T65" fmla="*/ 127 h 256"/>
              <a:gd name="T66" fmla="*/ 225 w 256"/>
              <a:gd name="T67" fmla="*/ 199 h 256"/>
              <a:gd name="T68" fmla="*/ 178 w 256"/>
              <a:gd name="T69" fmla="*/ 199 h 256"/>
              <a:gd name="T70" fmla="*/ 209 w 256"/>
              <a:gd name="T71" fmla="*/ 147 h 256"/>
              <a:gd name="T72" fmla="*/ 210 w 256"/>
              <a:gd name="T73" fmla="*/ 148 h 256"/>
              <a:gd name="T74" fmla="*/ 243 w 256"/>
              <a:gd name="T75" fmla="*/ 90 h 256"/>
              <a:gd name="T76" fmla="*/ 249 w 256"/>
              <a:gd name="T77" fmla="*/ 127 h 256"/>
              <a:gd name="T78" fmla="*/ 218 w 256"/>
              <a:gd name="T79" fmla="*/ 121 h 256"/>
              <a:gd name="T80" fmla="*/ 184 w 256"/>
              <a:gd name="T81" fmla="*/ 63 h 256"/>
              <a:gd name="T82" fmla="*/ 184 w 256"/>
              <a:gd name="T83" fmla="*/ 63 h 256"/>
              <a:gd name="T84" fmla="*/ 182 w 256"/>
              <a:gd name="T85" fmla="*/ 60 h 256"/>
              <a:gd name="T86" fmla="*/ 174 w 256"/>
              <a:gd name="T87" fmla="*/ 47 h 256"/>
              <a:gd name="T88" fmla="*/ 174 w 256"/>
              <a:gd name="T89" fmla="*/ 47 h 256"/>
              <a:gd name="T90" fmla="*/ 152 w 256"/>
              <a:gd name="T91" fmla="*/ 10 h 256"/>
              <a:gd name="T92" fmla="*/ 240 w 256"/>
              <a:gd name="T93" fmla="*/ 82 h 256"/>
              <a:gd name="T94" fmla="*/ 218 w 256"/>
              <a:gd name="T95" fmla="*/ 121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56" h="256">
                <a:moveTo>
                  <a:pt x="128" y="0"/>
                </a:moveTo>
                <a:cubicBezTo>
                  <a:pt x="57" y="0"/>
                  <a:pt x="0" y="58"/>
                  <a:pt x="0" y="128"/>
                </a:cubicBezTo>
                <a:cubicBezTo>
                  <a:pt x="0" y="199"/>
                  <a:pt x="57" y="256"/>
                  <a:pt x="128" y="256"/>
                </a:cubicBezTo>
                <a:cubicBezTo>
                  <a:pt x="198" y="256"/>
                  <a:pt x="256" y="199"/>
                  <a:pt x="256" y="128"/>
                </a:cubicBezTo>
                <a:cubicBezTo>
                  <a:pt x="256" y="58"/>
                  <a:pt x="198" y="0"/>
                  <a:pt x="128" y="0"/>
                </a:cubicBezTo>
                <a:close/>
                <a:moveTo>
                  <a:pt x="128" y="7"/>
                </a:moveTo>
                <a:cubicBezTo>
                  <a:pt x="133" y="7"/>
                  <a:pt x="139" y="7"/>
                  <a:pt x="144" y="8"/>
                </a:cubicBezTo>
                <a:cubicBezTo>
                  <a:pt x="167" y="47"/>
                  <a:pt x="167" y="47"/>
                  <a:pt x="167" y="47"/>
                </a:cubicBezTo>
                <a:cubicBezTo>
                  <a:pt x="97" y="47"/>
                  <a:pt x="97" y="47"/>
                  <a:pt x="97" y="47"/>
                </a:cubicBezTo>
                <a:cubicBezTo>
                  <a:pt x="81" y="47"/>
                  <a:pt x="81" y="47"/>
                  <a:pt x="81" y="47"/>
                </a:cubicBezTo>
                <a:cubicBezTo>
                  <a:pt x="38" y="47"/>
                  <a:pt x="38" y="47"/>
                  <a:pt x="38" y="47"/>
                </a:cubicBezTo>
                <a:cubicBezTo>
                  <a:pt x="60" y="23"/>
                  <a:pt x="92" y="7"/>
                  <a:pt x="128" y="7"/>
                </a:cubicBezTo>
                <a:close/>
                <a:moveTo>
                  <a:pt x="7" y="129"/>
                </a:moveTo>
                <a:cubicBezTo>
                  <a:pt x="7" y="101"/>
                  <a:pt x="16" y="75"/>
                  <a:pt x="32" y="55"/>
                </a:cubicBezTo>
                <a:cubicBezTo>
                  <a:pt x="77" y="55"/>
                  <a:pt x="77" y="55"/>
                  <a:pt x="77" y="55"/>
                </a:cubicBezTo>
                <a:cubicBezTo>
                  <a:pt x="34" y="128"/>
                  <a:pt x="34" y="128"/>
                  <a:pt x="34" y="128"/>
                </a:cubicBezTo>
                <a:cubicBezTo>
                  <a:pt x="35" y="128"/>
                  <a:pt x="35" y="128"/>
                  <a:pt x="35" y="128"/>
                </a:cubicBezTo>
                <a:cubicBezTo>
                  <a:pt x="13" y="166"/>
                  <a:pt x="13" y="166"/>
                  <a:pt x="13" y="166"/>
                </a:cubicBezTo>
                <a:cubicBezTo>
                  <a:pt x="9" y="154"/>
                  <a:pt x="7" y="142"/>
                  <a:pt x="7" y="129"/>
                </a:cubicBezTo>
                <a:close/>
                <a:moveTo>
                  <a:pt x="16" y="174"/>
                </a:moveTo>
                <a:cubicBezTo>
                  <a:pt x="39" y="134"/>
                  <a:pt x="39" y="134"/>
                  <a:pt x="39" y="134"/>
                </a:cubicBezTo>
                <a:cubicBezTo>
                  <a:pt x="71" y="190"/>
                  <a:pt x="71" y="190"/>
                  <a:pt x="71" y="190"/>
                </a:cubicBezTo>
                <a:cubicBezTo>
                  <a:pt x="71" y="190"/>
                  <a:pt x="71" y="190"/>
                  <a:pt x="71" y="190"/>
                </a:cubicBezTo>
                <a:cubicBezTo>
                  <a:pt x="103" y="247"/>
                  <a:pt x="103" y="247"/>
                  <a:pt x="103" y="247"/>
                </a:cubicBezTo>
                <a:cubicBezTo>
                  <a:pt x="63" y="239"/>
                  <a:pt x="31" y="211"/>
                  <a:pt x="16" y="174"/>
                </a:cubicBezTo>
                <a:close/>
                <a:moveTo>
                  <a:pt x="128" y="249"/>
                </a:moveTo>
                <a:cubicBezTo>
                  <a:pt x="122" y="249"/>
                  <a:pt x="117" y="249"/>
                  <a:pt x="112" y="248"/>
                </a:cubicBezTo>
                <a:cubicBezTo>
                  <a:pt x="88" y="207"/>
                  <a:pt x="88" y="207"/>
                  <a:pt x="88" y="207"/>
                </a:cubicBezTo>
                <a:cubicBezTo>
                  <a:pt x="159" y="207"/>
                  <a:pt x="159" y="207"/>
                  <a:pt x="159" y="207"/>
                </a:cubicBezTo>
                <a:cubicBezTo>
                  <a:pt x="174" y="207"/>
                  <a:pt x="174" y="207"/>
                  <a:pt x="174" y="207"/>
                </a:cubicBezTo>
                <a:cubicBezTo>
                  <a:pt x="219" y="207"/>
                  <a:pt x="219" y="207"/>
                  <a:pt x="219" y="207"/>
                </a:cubicBezTo>
                <a:cubicBezTo>
                  <a:pt x="197" y="231"/>
                  <a:pt x="164" y="249"/>
                  <a:pt x="128" y="249"/>
                </a:cubicBezTo>
                <a:close/>
                <a:moveTo>
                  <a:pt x="249" y="127"/>
                </a:moveTo>
                <a:cubicBezTo>
                  <a:pt x="249" y="155"/>
                  <a:pt x="240" y="179"/>
                  <a:pt x="225" y="199"/>
                </a:cubicBezTo>
                <a:cubicBezTo>
                  <a:pt x="178" y="199"/>
                  <a:pt x="178" y="199"/>
                  <a:pt x="178" y="199"/>
                </a:cubicBezTo>
                <a:cubicBezTo>
                  <a:pt x="209" y="147"/>
                  <a:pt x="209" y="147"/>
                  <a:pt x="209" y="147"/>
                </a:cubicBezTo>
                <a:cubicBezTo>
                  <a:pt x="210" y="148"/>
                  <a:pt x="210" y="148"/>
                  <a:pt x="210" y="148"/>
                </a:cubicBezTo>
                <a:cubicBezTo>
                  <a:pt x="243" y="90"/>
                  <a:pt x="243" y="90"/>
                  <a:pt x="243" y="90"/>
                </a:cubicBezTo>
                <a:cubicBezTo>
                  <a:pt x="247" y="102"/>
                  <a:pt x="249" y="114"/>
                  <a:pt x="249" y="127"/>
                </a:cubicBezTo>
                <a:close/>
                <a:moveTo>
                  <a:pt x="218" y="121"/>
                </a:moveTo>
                <a:cubicBezTo>
                  <a:pt x="184" y="63"/>
                  <a:pt x="184" y="63"/>
                  <a:pt x="184" y="63"/>
                </a:cubicBezTo>
                <a:cubicBezTo>
                  <a:pt x="184" y="63"/>
                  <a:pt x="184" y="63"/>
                  <a:pt x="184" y="63"/>
                </a:cubicBezTo>
                <a:cubicBezTo>
                  <a:pt x="182" y="60"/>
                  <a:pt x="182" y="60"/>
                  <a:pt x="182" y="60"/>
                </a:cubicBezTo>
                <a:cubicBezTo>
                  <a:pt x="174" y="47"/>
                  <a:pt x="174" y="47"/>
                  <a:pt x="174" y="47"/>
                </a:cubicBezTo>
                <a:cubicBezTo>
                  <a:pt x="174" y="47"/>
                  <a:pt x="174" y="47"/>
                  <a:pt x="174" y="47"/>
                </a:cubicBezTo>
                <a:cubicBezTo>
                  <a:pt x="152" y="10"/>
                  <a:pt x="152" y="10"/>
                  <a:pt x="152" y="10"/>
                </a:cubicBezTo>
                <a:cubicBezTo>
                  <a:pt x="192" y="18"/>
                  <a:pt x="225" y="46"/>
                  <a:pt x="240" y="82"/>
                </a:cubicBezTo>
                <a:lnTo>
                  <a:pt x="218" y="121"/>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3" name="Freeform 687"/>
          <p:cNvSpPr>
            <a:spLocks noEditPoints="1"/>
          </p:cNvSpPr>
          <p:nvPr/>
        </p:nvSpPr>
        <p:spPr bwMode="auto">
          <a:xfrm>
            <a:off x="4932082" y="1102911"/>
            <a:ext cx="392585" cy="392585"/>
          </a:xfrm>
          <a:custGeom>
            <a:avLst/>
            <a:gdLst>
              <a:gd name="T0" fmla="*/ 126 w 252"/>
              <a:gd name="T1" fmla="*/ 0 h 252"/>
              <a:gd name="T2" fmla="*/ 0 w 252"/>
              <a:gd name="T3" fmla="*/ 126 h 252"/>
              <a:gd name="T4" fmla="*/ 126 w 252"/>
              <a:gd name="T5" fmla="*/ 252 h 252"/>
              <a:gd name="T6" fmla="*/ 252 w 252"/>
              <a:gd name="T7" fmla="*/ 126 h 252"/>
              <a:gd name="T8" fmla="*/ 126 w 252"/>
              <a:gd name="T9" fmla="*/ 0 h 252"/>
              <a:gd name="T10" fmla="*/ 126 w 252"/>
              <a:gd name="T11" fmla="*/ 7 h 252"/>
              <a:gd name="T12" fmla="*/ 127 w 252"/>
              <a:gd name="T13" fmla="*/ 7 h 252"/>
              <a:gd name="T14" fmla="*/ 157 w 252"/>
              <a:gd name="T15" fmla="*/ 59 h 252"/>
              <a:gd name="T16" fmla="*/ 100 w 252"/>
              <a:gd name="T17" fmla="*/ 59 h 252"/>
              <a:gd name="T18" fmla="*/ 87 w 252"/>
              <a:gd name="T19" fmla="*/ 59 h 252"/>
              <a:gd name="T20" fmla="*/ 28 w 252"/>
              <a:gd name="T21" fmla="*/ 59 h 252"/>
              <a:gd name="T22" fmla="*/ 126 w 252"/>
              <a:gd name="T23" fmla="*/ 7 h 252"/>
              <a:gd name="T24" fmla="*/ 7 w 252"/>
              <a:gd name="T25" fmla="*/ 125 h 252"/>
              <a:gd name="T26" fmla="*/ 24 w 252"/>
              <a:gd name="T27" fmla="*/ 63 h 252"/>
              <a:gd name="T28" fmla="*/ 83 w 252"/>
              <a:gd name="T29" fmla="*/ 63 h 252"/>
              <a:gd name="T30" fmla="*/ 48 w 252"/>
              <a:gd name="T31" fmla="*/ 124 h 252"/>
              <a:gd name="T32" fmla="*/ 49 w 252"/>
              <a:gd name="T33" fmla="*/ 125 h 252"/>
              <a:gd name="T34" fmla="*/ 19 w 252"/>
              <a:gd name="T35" fmla="*/ 177 h 252"/>
              <a:gd name="T36" fmla="*/ 7 w 252"/>
              <a:gd name="T37" fmla="*/ 125 h 252"/>
              <a:gd name="T38" fmla="*/ 22 w 252"/>
              <a:gd name="T39" fmla="*/ 185 h 252"/>
              <a:gd name="T40" fmla="*/ 53 w 252"/>
              <a:gd name="T41" fmla="*/ 132 h 252"/>
              <a:gd name="T42" fmla="*/ 80 w 252"/>
              <a:gd name="T43" fmla="*/ 180 h 252"/>
              <a:gd name="T44" fmla="*/ 80 w 252"/>
              <a:gd name="T45" fmla="*/ 180 h 252"/>
              <a:gd name="T46" fmla="*/ 117 w 252"/>
              <a:gd name="T47" fmla="*/ 245 h 252"/>
              <a:gd name="T48" fmla="*/ 22 w 252"/>
              <a:gd name="T49" fmla="*/ 185 h 252"/>
              <a:gd name="T50" fmla="*/ 126 w 252"/>
              <a:gd name="T51" fmla="*/ 245 h 252"/>
              <a:gd name="T52" fmla="*/ 125 w 252"/>
              <a:gd name="T53" fmla="*/ 245 h 252"/>
              <a:gd name="T54" fmla="*/ 94 w 252"/>
              <a:gd name="T55" fmla="*/ 191 h 252"/>
              <a:gd name="T56" fmla="*/ 153 w 252"/>
              <a:gd name="T57" fmla="*/ 191 h 252"/>
              <a:gd name="T58" fmla="*/ 165 w 252"/>
              <a:gd name="T59" fmla="*/ 191 h 252"/>
              <a:gd name="T60" fmla="*/ 226 w 252"/>
              <a:gd name="T61" fmla="*/ 191 h 252"/>
              <a:gd name="T62" fmla="*/ 126 w 252"/>
              <a:gd name="T63" fmla="*/ 245 h 252"/>
              <a:gd name="T64" fmla="*/ 245 w 252"/>
              <a:gd name="T65" fmla="*/ 127 h 252"/>
              <a:gd name="T66" fmla="*/ 230 w 252"/>
              <a:gd name="T67" fmla="*/ 187 h 252"/>
              <a:gd name="T68" fmla="*/ 169 w 252"/>
              <a:gd name="T69" fmla="*/ 187 h 252"/>
              <a:gd name="T70" fmla="*/ 204 w 252"/>
              <a:gd name="T71" fmla="*/ 126 h 252"/>
              <a:gd name="T72" fmla="*/ 204 w 252"/>
              <a:gd name="T73" fmla="*/ 125 h 252"/>
              <a:gd name="T74" fmla="*/ 234 w 252"/>
              <a:gd name="T75" fmla="*/ 75 h 252"/>
              <a:gd name="T76" fmla="*/ 245 w 252"/>
              <a:gd name="T77" fmla="*/ 127 h 252"/>
              <a:gd name="T78" fmla="*/ 200 w 252"/>
              <a:gd name="T79" fmla="*/ 119 h 252"/>
              <a:gd name="T80" fmla="*/ 165 w 252"/>
              <a:gd name="T81" fmla="*/ 59 h 252"/>
              <a:gd name="T82" fmla="*/ 165 w 252"/>
              <a:gd name="T83" fmla="*/ 59 h 252"/>
              <a:gd name="T84" fmla="*/ 135 w 252"/>
              <a:gd name="T85" fmla="*/ 8 h 252"/>
              <a:gd name="T86" fmla="*/ 230 w 252"/>
              <a:gd name="T87" fmla="*/ 67 h 252"/>
              <a:gd name="T88" fmla="*/ 200 w 252"/>
              <a:gd name="T89" fmla="*/ 119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52" h="252">
                <a:moveTo>
                  <a:pt x="126" y="0"/>
                </a:moveTo>
                <a:cubicBezTo>
                  <a:pt x="57" y="0"/>
                  <a:pt x="0" y="57"/>
                  <a:pt x="0" y="126"/>
                </a:cubicBezTo>
                <a:cubicBezTo>
                  <a:pt x="0" y="195"/>
                  <a:pt x="57" y="252"/>
                  <a:pt x="126" y="252"/>
                </a:cubicBezTo>
                <a:cubicBezTo>
                  <a:pt x="196" y="252"/>
                  <a:pt x="252" y="195"/>
                  <a:pt x="252" y="126"/>
                </a:cubicBezTo>
                <a:cubicBezTo>
                  <a:pt x="252" y="57"/>
                  <a:pt x="196" y="0"/>
                  <a:pt x="126" y="0"/>
                </a:cubicBezTo>
                <a:close/>
                <a:moveTo>
                  <a:pt x="126" y="7"/>
                </a:moveTo>
                <a:cubicBezTo>
                  <a:pt x="127" y="7"/>
                  <a:pt x="127" y="7"/>
                  <a:pt x="127" y="7"/>
                </a:cubicBezTo>
                <a:cubicBezTo>
                  <a:pt x="157" y="59"/>
                  <a:pt x="157" y="59"/>
                  <a:pt x="157" y="59"/>
                </a:cubicBezTo>
                <a:cubicBezTo>
                  <a:pt x="100" y="59"/>
                  <a:pt x="100" y="59"/>
                  <a:pt x="100" y="59"/>
                </a:cubicBezTo>
                <a:cubicBezTo>
                  <a:pt x="87" y="59"/>
                  <a:pt x="87" y="59"/>
                  <a:pt x="87" y="59"/>
                </a:cubicBezTo>
                <a:cubicBezTo>
                  <a:pt x="28" y="59"/>
                  <a:pt x="28" y="59"/>
                  <a:pt x="28" y="59"/>
                </a:cubicBezTo>
                <a:cubicBezTo>
                  <a:pt x="50" y="27"/>
                  <a:pt x="86" y="7"/>
                  <a:pt x="126" y="7"/>
                </a:cubicBezTo>
                <a:close/>
                <a:moveTo>
                  <a:pt x="7" y="125"/>
                </a:moveTo>
                <a:cubicBezTo>
                  <a:pt x="7" y="103"/>
                  <a:pt x="13" y="83"/>
                  <a:pt x="24" y="63"/>
                </a:cubicBezTo>
                <a:cubicBezTo>
                  <a:pt x="83" y="63"/>
                  <a:pt x="83" y="63"/>
                  <a:pt x="83" y="63"/>
                </a:cubicBezTo>
                <a:cubicBezTo>
                  <a:pt x="48" y="124"/>
                  <a:pt x="48" y="124"/>
                  <a:pt x="48" y="124"/>
                </a:cubicBezTo>
                <a:cubicBezTo>
                  <a:pt x="49" y="125"/>
                  <a:pt x="49" y="125"/>
                  <a:pt x="49" y="125"/>
                </a:cubicBezTo>
                <a:cubicBezTo>
                  <a:pt x="19" y="177"/>
                  <a:pt x="19" y="177"/>
                  <a:pt x="19" y="177"/>
                </a:cubicBezTo>
                <a:cubicBezTo>
                  <a:pt x="11" y="161"/>
                  <a:pt x="7" y="144"/>
                  <a:pt x="7" y="125"/>
                </a:cubicBezTo>
                <a:close/>
                <a:moveTo>
                  <a:pt x="22" y="185"/>
                </a:moveTo>
                <a:cubicBezTo>
                  <a:pt x="53" y="132"/>
                  <a:pt x="53" y="132"/>
                  <a:pt x="53" y="132"/>
                </a:cubicBezTo>
                <a:cubicBezTo>
                  <a:pt x="80" y="180"/>
                  <a:pt x="80" y="180"/>
                  <a:pt x="80" y="180"/>
                </a:cubicBezTo>
                <a:cubicBezTo>
                  <a:pt x="80" y="180"/>
                  <a:pt x="80" y="180"/>
                  <a:pt x="80" y="180"/>
                </a:cubicBezTo>
                <a:cubicBezTo>
                  <a:pt x="117" y="245"/>
                  <a:pt x="117" y="245"/>
                  <a:pt x="117" y="245"/>
                </a:cubicBezTo>
                <a:cubicBezTo>
                  <a:pt x="77" y="242"/>
                  <a:pt x="42" y="218"/>
                  <a:pt x="22" y="185"/>
                </a:cubicBezTo>
                <a:close/>
                <a:moveTo>
                  <a:pt x="126" y="245"/>
                </a:moveTo>
                <a:cubicBezTo>
                  <a:pt x="126" y="245"/>
                  <a:pt x="126" y="245"/>
                  <a:pt x="125" y="245"/>
                </a:cubicBezTo>
                <a:cubicBezTo>
                  <a:pt x="94" y="191"/>
                  <a:pt x="94" y="191"/>
                  <a:pt x="94" y="191"/>
                </a:cubicBezTo>
                <a:cubicBezTo>
                  <a:pt x="153" y="191"/>
                  <a:pt x="153" y="191"/>
                  <a:pt x="153" y="191"/>
                </a:cubicBezTo>
                <a:cubicBezTo>
                  <a:pt x="165" y="191"/>
                  <a:pt x="165" y="191"/>
                  <a:pt x="165" y="191"/>
                </a:cubicBezTo>
                <a:cubicBezTo>
                  <a:pt x="226" y="191"/>
                  <a:pt x="226" y="191"/>
                  <a:pt x="226" y="191"/>
                </a:cubicBezTo>
                <a:cubicBezTo>
                  <a:pt x="204" y="223"/>
                  <a:pt x="168" y="245"/>
                  <a:pt x="126" y="245"/>
                </a:cubicBezTo>
                <a:close/>
                <a:moveTo>
                  <a:pt x="245" y="127"/>
                </a:moveTo>
                <a:cubicBezTo>
                  <a:pt x="245" y="148"/>
                  <a:pt x="240" y="167"/>
                  <a:pt x="230" y="187"/>
                </a:cubicBezTo>
                <a:cubicBezTo>
                  <a:pt x="169" y="187"/>
                  <a:pt x="169" y="187"/>
                  <a:pt x="169" y="187"/>
                </a:cubicBezTo>
                <a:cubicBezTo>
                  <a:pt x="204" y="126"/>
                  <a:pt x="204" y="126"/>
                  <a:pt x="204" y="126"/>
                </a:cubicBezTo>
                <a:cubicBezTo>
                  <a:pt x="204" y="125"/>
                  <a:pt x="204" y="125"/>
                  <a:pt x="204" y="125"/>
                </a:cubicBezTo>
                <a:cubicBezTo>
                  <a:pt x="234" y="75"/>
                  <a:pt x="234" y="75"/>
                  <a:pt x="234" y="75"/>
                </a:cubicBezTo>
                <a:cubicBezTo>
                  <a:pt x="241" y="90"/>
                  <a:pt x="245" y="108"/>
                  <a:pt x="245" y="127"/>
                </a:cubicBezTo>
                <a:close/>
                <a:moveTo>
                  <a:pt x="200" y="119"/>
                </a:moveTo>
                <a:cubicBezTo>
                  <a:pt x="165" y="59"/>
                  <a:pt x="165" y="59"/>
                  <a:pt x="165" y="59"/>
                </a:cubicBezTo>
                <a:cubicBezTo>
                  <a:pt x="165" y="59"/>
                  <a:pt x="165" y="59"/>
                  <a:pt x="165" y="59"/>
                </a:cubicBezTo>
                <a:cubicBezTo>
                  <a:pt x="135" y="8"/>
                  <a:pt x="135" y="8"/>
                  <a:pt x="135" y="8"/>
                </a:cubicBezTo>
                <a:cubicBezTo>
                  <a:pt x="176" y="11"/>
                  <a:pt x="211" y="34"/>
                  <a:pt x="230" y="67"/>
                </a:cubicBezTo>
                <a:lnTo>
                  <a:pt x="200" y="119"/>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4" name="Freeform 688"/>
          <p:cNvSpPr>
            <a:spLocks noEditPoints="1"/>
          </p:cNvSpPr>
          <p:nvPr/>
        </p:nvSpPr>
        <p:spPr bwMode="auto">
          <a:xfrm>
            <a:off x="5397660" y="1102911"/>
            <a:ext cx="384694" cy="384694"/>
          </a:xfrm>
          <a:custGeom>
            <a:avLst/>
            <a:gdLst>
              <a:gd name="T0" fmla="*/ 123 w 247"/>
              <a:gd name="T1" fmla="*/ 0 h 247"/>
              <a:gd name="T2" fmla="*/ 0 w 247"/>
              <a:gd name="T3" fmla="*/ 124 h 247"/>
              <a:gd name="T4" fmla="*/ 123 w 247"/>
              <a:gd name="T5" fmla="*/ 247 h 247"/>
              <a:gd name="T6" fmla="*/ 247 w 247"/>
              <a:gd name="T7" fmla="*/ 124 h 247"/>
              <a:gd name="T8" fmla="*/ 123 w 247"/>
              <a:gd name="T9" fmla="*/ 0 h 247"/>
              <a:gd name="T10" fmla="*/ 115 w 247"/>
              <a:gd name="T11" fmla="*/ 5 h 247"/>
              <a:gd name="T12" fmla="*/ 148 w 247"/>
              <a:gd name="T13" fmla="*/ 63 h 247"/>
              <a:gd name="T14" fmla="*/ 101 w 247"/>
              <a:gd name="T15" fmla="*/ 63 h 247"/>
              <a:gd name="T16" fmla="*/ 90 w 247"/>
              <a:gd name="T17" fmla="*/ 63 h 247"/>
              <a:gd name="T18" fmla="*/ 22 w 247"/>
              <a:gd name="T19" fmla="*/ 63 h 247"/>
              <a:gd name="T20" fmla="*/ 115 w 247"/>
              <a:gd name="T21" fmla="*/ 5 h 247"/>
              <a:gd name="T22" fmla="*/ 6 w 247"/>
              <a:gd name="T23" fmla="*/ 123 h 247"/>
              <a:gd name="T24" fmla="*/ 19 w 247"/>
              <a:gd name="T25" fmla="*/ 71 h 247"/>
              <a:gd name="T26" fmla="*/ 86 w 247"/>
              <a:gd name="T27" fmla="*/ 71 h 247"/>
              <a:gd name="T28" fmla="*/ 57 w 247"/>
              <a:gd name="T29" fmla="*/ 122 h 247"/>
              <a:gd name="T30" fmla="*/ 57 w 247"/>
              <a:gd name="T31" fmla="*/ 123 h 247"/>
              <a:gd name="T32" fmla="*/ 22 w 247"/>
              <a:gd name="T33" fmla="*/ 182 h 247"/>
              <a:gd name="T34" fmla="*/ 6 w 247"/>
              <a:gd name="T35" fmla="*/ 123 h 247"/>
              <a:gd name="T36" fmla="*/ 123 w 247"/>
              <a:gd name="T37" fmla="*/ 241 h 247"/>
              <a:gd name="T38" fmla="*/ 26 w 247"/>
              <a:gd name="T39" fmla="*/ 189 h 247"/>
              <a:gd name="T40" fmla="*/ 61 w 247"/>
              <a:gd name="T41" fmla="*/ 130 h 247"/>
              <a:gd name="T42" fmla="*/ 84 w 247"/>
              <a:gd name="T43" fmla="*/ 170 h 247"/>
              <a:gd name="T44" fmla="*/ 83 w 247"/>
              <a:gd name="T45" fmla="*/ 170 h 247"/>
              <a:gd name="T46" fmla="*/ 124 w 247"/>
              <a:gd name="T47" fmla="*/ 241 h 247"/>
              <a:gd name="T48" fmla="*/ 123 w 247"/>
              <a:gd name="T49" fmla="*/ 241 h 247"/>
              <a:gd name="T50" fmla="*/ 131 w 247"/>
              <a:gd name="T51" fmla="*/ 239 h 247"/>
              <a:gd name="T52" fmla="*/ 97 w 247"/>
              <a:gd name="T53" fmla="*/ 179 h 247"/>
              <a:gd name="T54" fmla="*/ 146 w 247"/>
              <a:gd name="T55" fmla="*/ 179 h 247"/>
              <a:gd name="T56" fmla="*/ 156 w 247"/>
              <a:gd name="T57" fmla="*/ 179 h 247"/>
              <a:gd name="T58" fmla="*/ 225 w 247"/>
              <a:gd name="T59" fmla="*/ 179 h 247"/>
              <a:gd name="T60" fmla="*/ 131 w 247"/>
              <a:gd name="T61" fmla="*/ 239 h 247"/>
              <a:gd name="T62" fmla="*/ 240 w 247"/>
              <a:gd name="T63" fmla="*/ 124 h 247"/>
              <a:gd name="T64" fmla="*/ 229 w 247"/>
              <a:gd name="T65" fmla="*/ 175 h 247"/>
              <a:gd name="T66" fmla="*/ 160 w 247"/>
              <a:gd name="T67" fmla="*/ 175 h 247"/>
              <a:gd name="T68" fmla="*/ 182 w 247"/>
              <a:gd name="T69" fmla="*/ 137 h 247"/>
              <a:gd name="T70" fmla="*/ 182 w 247"/>
              <a:gd name="T71" fmla="*/ 137 h 247"/>
              <a:gd name="T72" fmla="*/ 224 w 247"/>
              <a:gd name="T73" fmla="*/ 65 h 247"/>
              <a:gd name="T74" fmla="*/ 240 w 247"/>
              <a:gd name="T75" fmla="*/ 124 h 247"/>
              <a:gd name="T76" fmla="*/ 186 w 247"/>
              <a:gd name="T77" fmla="*/ 115 h 247"/>
              <a:gd name="T78" fmla="*/ 156 w 247"/>
              <a:gd name="T79" fmla="*/ 63 h 247"/>
              <a:gd name="T80" fmla="*/ 156 w 247"/>
              <a:gd name="T81" fmla="*/ 63 h 247"/>
              <a:gd name="T82" fmla="*/ 122 w 247"/>
              <a:gd name="T83" fmla="*/ 6 h 247"/>
              <a:gd name="T84" fmla="*/ 123 w 247"/>
              <a:gd name="T85" fmla="*/ 6 h 247"/>
              <a:gd name="T86" fmla="*/ 220 w 247"/>
              <a:gd name="T87" fmla="*/ 58 h 247"/>
              <a:gd name="T88" fmla="*/ 186 w 247"/>
              <a:gd name="T89" fmla="*/ 115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47" h="247">
                <a:moveTo>
                  <a:pt x="123" y="0"/>
                </a:moveTo>
                <a:cubicBezTo>
                  <a:pt x="55" y="0"/>
                  <a:pt x="0" y="56"/>
                  <a:pt x="0" y="124"/>
                </a:cubicBezTo>
                <a:cubicBezTo>
                  <a:pt x="0" y="192"/>
                  <a:pt x="55" y="247"/>
                  <a:pt x="123" y="247"/>
                </a:cubicBezTo>
                <a:cubicBezTo>
                  <a:pt x="191" y="247"/>
                  <a:pt x="247" y="192"/>
                  <a:pt x="247" y="124"/>
                </a:cubicBezTo>
                <a:cubicBezTo>
                  <a:pt x="247" y="56"/>
                  <a:pt x="191" y="0"/>
                  <a:pt x="123" y="0"/>
                </a:cubicBezTo>
                <a:close/>
                <a:moveTo>
                  <a:pt x="115" y="5"/>
                </a:moveTo>
                <a:cubicBezTo>
                  <a:pt x="148" y="63"/>
                  <a:pt x="148" y="63"/>
                  <a:pt x="148" y="63"/>
                </a:cubicBezTo>
                <a:cubicBezTo>
                  <a:pt x="101" y="63"/>
                  <a:pt x="101" y="63"/>
                  <a:pt x="101" y="63"/>
                </a:cubicBezTo>
                <a:cubicBezTo>
                  <a:pt x="90" y="63"/>
                  <a:pt x="90" y="63"/>
                  <a:pt x="90" y="63"/>
                </a:cubicBezTo>
                <a:cubicBezTo>
                  <a:pt x="22" y="63"/>
                  <a:pt x="22" y="63"/>
                  <a:pt x="22" y="63"/>
                </a:cubicBezTo>
                <a:cubicBezTo>
                  <a:pt x="41" y="31"/>
                  <a:pt x="75" y="8"/>
                  <a:pt x="115" y="5"/>
                </a:cubicBezTo>
                <a:close/>
                <a:moveTo>
                  <a:pt x="6" y="123"/>
                </a:moveTo>
                <a:cubicBezTo>
                  <a:pt x="6" y="105"/>
                  <a:pt x="11" y="87"/>
                  <a:pt x="19" y="71"/>
                </a:cubicBezTo>
                <a:cubicBezTo>
                  <a:pt x="86" y="71"/>
                  <a:pt x="86" y="71"/>
                  <a:pt x="86" y="71"/>
                </a:cubicBezTo>
                <a:cubicBezTo>
                  <a:pt x="57" y="122"/>
                  <a:pt x="57" y="122"/>
                  <a:pt x="57" y="122"/>
                </a:cubicBezTo>
                <a:cubicBezTo>
                  <a:pt x="57" y="123"/>
                  <a:pt x="57" y="123"/>
                  <a:pt x="57" y="123"/>
                </a:cubicBezTo>
                <a:cubicBezTo>
                  <a:pt x="22" y="182"/>
                  <a:pt x="22" y="182"/>
                  <a:pt x="22" y="182"/>
                </a:cubicBezTo>
                <a:cubicBezTo>
                  <a:pt x="12" y="165"/>
                  <a:pt x="6" y="145"/>
                  <a:pt x="6" y="123"/>
                </a:cubicBezTo>
                <a:close/>
                <a:moveTo>
                  <a:pt x="123" y="241"/>
                </a:moveTo>
                <a:cubicBezTo>
                  <a:pt x="83" y="241"/>
                  <a:pt x="47" y="220"/>
                  <a:pt x="26" y="189"/>
                </a:cubicBezTo>
                <a:cubicBezTo>
                  <a:pt x="61" y="130"/>
                  <a:pt x="61" y="130"/>
                  <a:pt x="61" y="130"/>
                </a:cubicBezTo>
                <a:cubicBezTo>
                  <a:pt x="84" y="170"/>
                  <a:pt x="84" y="170"/>
                  <a:pt x="84" y="170"/>
                </a:cubicBezTo>
                <a:cubicBezTo>
                  <a:pt x="83" y="170"/>
                  <a:pt x="83" y="170"/>
                  <a:pt x="83" y="170"/>
                </a:cubicBezTo>
                <a:cubicBezTo>
                  <a:pt x="124" y="241"/>
                  <a:pt x="124" y="241"/>
                  <a:pt x="124" y="241"/>
                </a:cubicBezTo>
                <a:cubicBezTo>
                  <a:pt x="124" y="241"/>
                  <a:pt x="123" y="241"/>
                  <a:pt x="123" y="241"/>
                </a:cubicBezTo>
                <a:close/>
                <a:moveTo>
                  <a:pt x="131" y="239"/>
                </a:moveTo>
                <a:cubicBezTo>
                  <a:pt x="97" y="179"/>
                  <a:pt x="97" y="179"/>
                  <a:pt x="97" y="179"/>
                </a:cubicBezTo>
                <a:cubicBezTo>
                  <a:pt x="146" y="179"/>
                  <a:pt x="146" y="179"/>
                  <a:pt x="146" y="179"/>
                </a:cubicBezTo>
                <a:cubicBezTo>
                  <a:pt x="156" y="179"/>
                  <a:pt x="156" y="179"/>
                  <a:pt x="156" y="179"/>
                </a:cubicBezTo>
                <a:cubicBezTo>
                  <a:pt x="225" y="179"/>
                  <a:pt x="225" y="179"/>
                  <a:pt x="225" y="179"/>
                </a:cubicBezTo>
                <a:cubicBezTo>
                  <a:pt x="206" y="215"/>
                  <a:pt x="172" y="236"/>
                  <a:pt x="131" y="239"/>
                </a:cubicBezTo>
                <a:close/>
                <a:moveTo>
                  <a:pt x="240" y="124"/>
                </a:moveTo>
                <a:cubicBezTo>
                  <a:pt x="240" y="142"/>
                  <a:pt x="236" y="159"/>
                  <a:pt x="229" y="175"/>
                </a:cubicBezTo>
                <a:cubicBezTo>
                  <a:pt x="160" y="175"/>
                  <a:pt x="160" y="175"/>
                  <a:pt x="160" y="175"/>
                </a:cubicBezTo>
                <a:cubicBezTo>
                  <a:pt x="182" y="137"/>
                  <a:pt x="182" y="137"/>
                  <a:pt x="182" y="137"/>
                </a:cubicBezTo>
                <a:cubicBezTo>
                  <a:pt x="182" y="137"/>
                  <a:pt x="182" y="137"/>
                  <a:pt x="182" y="137"/>
                </a:cubicBezTo>
                <a:cubicBezTo>
                  <a:pt x="224" y="65"/>
                  <a:pt x="224" y="65"/>
                  <a:pt x="224" y="65"/>
                </a:cubicBezTo>
                <a:cubicBezTo>
                  <a:pt x="234" y="82"/>
                  <a:pt x="240" y="103"/>
                  <a:pt x="240" y="124"/>
                </a:cubicBezTo>
                <a:close/>
                <a:moveTo>
                  <a:pt x="186" y="115"/>
                </a:moveTo>
                <a:cubicBezTo>
                  <a:pt x="156" y="63"/>
                  <a:pt x="156" y="63"/>
                  <a:pt x="156" y="63"/>
                </a:cubicBezTo>
                <a:cubicBezTo>
                  <a:pt x="156" y="63"/>
                  <a:pt x="156" y="63"/>
                  <a:pt x="156" y="63"/>
                </a:cubicBezTo>
                <a:cubicBezTo>
                  <a:pt x="122" y="6"/>
                  <a:pt x="122" y="6"/>
                  <a:pt x="122" y="6"/>
                </a:cubicBezTo>
                <a:cubicBezTo>
                  <a:pt x="123" y="6"/>
                  <a:pt x="123" y="6"/>
                  <a:pt x="123" y="6"/>
                </a:cubicBezTo>
                <a:cubicBezTo>
                  <a:pt x="163" y="6"/>
                  <a:pt x="199" y="27"/>
                  <a:pt x="220" y="58"/>
                </a:cubicBezTo>
                <a:lnTo>
                  <a:pt x="186" y="115"/>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5" name="Freeform 689"/>
          <p:cNvSpPr>
            <a:spLocks noEditPoints="1"/>
          </p:cNvSpPr>
          <p:nvPr/>
        </p:nvSpPr>
        <p:spPr bwMode="auto">
          <a:xfrm>
            <a:off x="5852060" y="1099623"/>
            <a:ext cx="382721" cy="384694"/>
          </a:xfrm>
          <a:custGeom>
            <a:avLst/>
            <a:gdLst>
              <a:gd name="T0" fmla="*/ 123 w 246"/>
              <a:gd name="T1" fmla="*/ 0 h 247"/>
              <a:gd name="T2" fmla="*/ 0 w 246"/>
              <a:gd name="T3" fmla="*/ 124 h 247"/>
              <a:gd name="T4" fmla="*/ 123 w 246"/>
              <a:gd name="T5" fmla="*/ 247 h 247"/>
              <a:gd name="T6" fmla="*/ 246 w 246"/>
              <a:gd name="T7" fmla="*/ 124 h 247"/>
              <a:gd name="T8" fmla="*/ 123 w 246"/>
              <a:gd name="T9" fmla="*/ 0 h 247"/>
              <a:gd name="T10" fmla="*/ 107 w 246"/>
              <a:gd name="T11" fmla="*/ 10 h 247"/>
              <a:gd name="T12" fmla="*/ 143 w 246"/>
              <a:gd name="T13" fmla="*/ 73 h 247"/>
              <a:gd name="T14" fmla="*/ 103 w 246"/>
              <a:gd name="T15" fmla="*/ 73 h 247"/>
              <a:gd name="T16" fmla="*/ 94 w 246"/>
              <a:gd name="T17" fmla="*/ 73 h 247"/>
              <a:gd name="T18" fmla="*/ 19 w 246"/>
              <a:gd name="T19" fmla="*/ 73 h 247"/>
              <a:gd name="T20" fmla="*/ 107 w 246"/>
              <a:gd name="T21" fmla="*/ 10 h 247"/>
              <a:gd name="T22" fmla="*/ 6 w 246"/>
              <a:gd name="T23" fmla="*/ 123 h 247"/>
              <a:gd name="T24" fmla="*/ 15 w 246"/>
              <a:gd name="T25" fmla="*/ 77 h 247"/>
              <a:gd name="T26" fmla="*/ 90 w 246"/>
              <a:gd name="T27" fmla="*/ 77 h 247"/>
              <a:gd name="T28" fmla="*/ 69 w 246"/>
              <a:gd name="T29" fmla="*/ 114 h 247"/>
              <a:gd name="T30" fmla="*/ 69 w 246"/>
              <a:gd name="T31" fmla="*/ 115 h 247"/>
              <a:gd name="T32" fmla="*/ 26 w 246"/>
              <a:gd name="T33" fmla="*/ 189 h 247"/>
              <a:gd name="T34" fmla="*/ 6 w 246"/>
              <a:gd name="T35" fmla="*/ 123 h 247"/>
              <a:gd name="T36" fmla="*/ 123 w 246"/>
              <a:gd name="T37" fmla="*/ 240 h 247"/>
              <a:gd name="T38" fmla="*/ 31 w 246"/>
              <a:gd name="T39" fmla="*/ 195 h 247"/>
              <a:gd name="T40" fmla="*/ 69 w 246"/>
              <a:gd name="T41" fmla="*/ 129 h 247"/>
              <a:gd name="T42" fmla="*/ 88 w 246"/>
              <a:gd name="T43" fmla="*/ 163 h 247"/>
              <a:gd name="T44" fmla="*/ 88 w 246"/>
              <a:gd name="T45" fmla="*/ 164 h 247"/>
              <a:gd name="T46" fmla="*/ 131 w 246"/>
              <a:gd name="T47" fmla="*/ 240 h 247"/>
              <a:gd name="T48" fmla="*/ 123 w 246"/>
              <a:gd name="T49" fmla="*/ 240 h 247"/>
              <a:gd name="T50" fmla="*/ 138 w 246"/>
              <a:gd name="T51" fmla="*/ 238 h 247"/>
              <a:gd name="T52" fmla="*/ 101 w 246"/>
              <a:gd name="T53" fmla="*/ 173 h 247"/>
              <a:gd name="T54" fmla="*/ 143 w 246"/>
              <a:gd name="T55" fmla="*/ 173 h 247"/>
              <a:gd name="T56" fmla="*/ 151 w 246"/>
              <a:gd name="T57" fmla="*/ 173 h 247"/>
              <a:gd name="T58" fmla="*/ 228 w 246"/>
              <a:gd name="T59" fmla="*/ 173 h 247"/>
              <a:gd name="T60" fmla="*/ 138 w 246"/>
              <a:gd name="T61" fmla="*/ 238 h 247"/>
              <a:gd name="T62" fmla="*/ 239 w 246"/>
              <a:gd name="T63" fmla="*/ 124 h 247"/>
              <a:gd name="T64" fmla="*/ 230 w 246"/>
              <a:gd name="T65" fmla="*/ 169 h 247"/>
              <a:gd name="T66" fmla="*/ 155 w 246"/>
              <a:gd name="T67" fmla="*/ 169 h 247"/>
              <a:gd name="T68" fmla="*/ 173 w 246"/>
              <a:gd name="T69" fmla="*/ 136 h 247"/>
              <a:gd name="T70" fmla="*/ 174 w 246"/>
              <a:gd name="T71" fmla="*/ 135 h 247"/>
              <a:gd name="T72" fmla="*/ 219 w 246"/>
              <a:gd name="T73" fmla="*/ 59 h 247"/>
              <a:gd name="T74" fmla="*/ 239 w 246"/>
              <a:gd name="T75" fmla="*/ 124 h 247"/>
              <a:gd name="T76" fmla="*/ 177 w 246"/>
              <a:gd name="T77" fmla="*/ 117 h 247"/>
              <a:gd name="T78" fmla="*/ 151 w 246"/>
              <a:gd name="T79" fmla="*/ 73 h 247"/>
              <a:gd name="T80" fmla="*/ 151 w 246"/>
              <a:gd name="T81" fmla="*/ 73 h 247"/>
              <a:gd name="T82" fmla="*/ 114 w 246"/>
              <a:gd name="T83" fmla="*/ 8 h 247"/>
              <a:gd name="T84" fmla="*/ 123 w 246"/>
              <a:gd name="T85" fmla="*/ 8 h 247"/>
              <a:gd name="T86" fmla="*/ 214 w 246"/>
              <a:gd name="T87" fmla="*/ 53 h 247"/>
              <a:gd name="T88" fmla="*/ 177 w 246"/>
              <a:gd name="T89" fmla="*/ 117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46" h="247">
                <a:moveTo>
                  <a:pt x="123" y="0"/>
                </a:moveTo>
                <a:cubicBezTo>
                  <a:pt x="55" y="0"/>
                  <a:pt x="0" y="56"/>
                  <a:pt x="0" y="124"/>
                </a:cubicBezTo>
                <a:cubicBezTo>
                  <a:pt x="0" y="191"/>
                  <a:pt x="55" y="247"/>
                  <a:pt x="123" y="247"/>
                </a:cubicBezTo>
                <a:cubicBezTo>
                  <a:pt x="190" y="247"/>
                  <a:pt x="246" y="191"/>
                  <a:pt x="246" y="124"/>
                </a:cubicBezTo>
                <a:cubicBezTo>
                  <a:pt x="246" y="56"/>
                  <a:pt x="190" y="0"/>
                  <a:pt x="123" y="0"/>
                </a:cubicBezTo>
                <a:close/>
                <a:moveTo>
                  <a:pt x="107" y="10"/>
                </a:moveTo>
                <a:cubicBezTo>
                  <a:pt x="143" y="73"/>
                  <a:pt x="143" y="73"/>
                  <a:pt x="143" y="73"/>
                </a:cubicBezTo>
                <a:cubicBezTo>
                  <a:pt x="103" y="73"/>
                  <a:pt x="103" y="73"/>
                  <a:pt x="103" y="73"/>
                </a:cubicBezTo>
                <a:cubicBezTo>
                  <a:pt x="94" y="73"/>
                  <a:pt x="94" y="73"/>
                  <a:pt x="94" y="73"/>
                </a:cubicBezTo>
                <a:cubicBezTo>
                  <a:pt x="19" y="73"/>
                  <a:pt x="19" y="73"/>
                  <a:pt x="19" y="73"/>
                </a:cubicBezTo>
                <a:cubicBezTo>
                  <a:pt x="36" y="37"/>
                  <a:pt x="68" y="15"/>
                  <a:pt x="107" y="10"/>
                </a:cubicBezTo>
                <a:close/>
                <a:moveTo>
                  <a:pt x="6" y="123"/>
                </a:moveTo>
                <a:cubicBezTo>
                  <a:pt x="6" y="107"/>
                  <a:pt x="10" y="93"/>
                  <a:pt x="15" y="77"/>
                </a:cubicBezTo>
                <a:cubicBezTo>
                  <a:pt x="90" y="77"/>
                  <a:pt x="90" y="77"/>
                  <a:pt x="90" y="77"/>
                </a:cubicBezTo>
                <a:cubicBezTo>
                  <a:pt x="69" y="114"/>
                  <a:pt x="69" y="114"/>
                  <a:pt x="69" y="114"/>
                </a:cubicBezTo>
                <a:cubicBezTo>
                  <a:pt x="69" y="115"/>
                  <a:pt x="69" y="115"/>
                  <a:pt x="69" y="115"/>
                </a:cubicBezTo>
                <a:cubicBezTo>
                  <a:pt x="26" y="189"/>
                  <a:pt x="26" y="189"/>
                  <a:pt x="26" y="189"/>
                </a:cubicBezTo>
                <a:cubicBezTo>
                  <a:pt x="14" y="170"/>
                  <a:pt x="6" y="147"/>
                  <a:pt x="6" y="123"/>
                </a:cubicBezTo>
                <a:close/>
                <a:moveTo>
                  <a:pt x="123" y="240"/>
                </a:moveTo>
                <a:cubicBezTo>
                  <a:pt x="85" y="240"/>
                  <a:pt x="52" y="222"/>
                  <a:pt x="31" y="195"/>
                </a:cubicBezTo>
                <a:cubicBezTo>
                  <a:pt x="69" y="129"/>
                  <a:pt x="69" y="129"/>
                  <a:pt x="69" y="129"/>
                </a:cubicBezTo>
                <a:cubicBezTo>
                  <a:pt x="88" y="163"/>
                  <a:pt x="88" y="163"/>
                  <a:pt x="88" y="163"/>
                </a:cubicBezTo>
                <a:cubicBezTo>
                  <a:pt x="88" y="164"/>
                  <a:pt x="88" y="164"/>
                  <a:pt x="88" y="164"/>
                </a:cubicBezTo>
                <a:cubicBezTo>
                  <a:pt x="131" y="240"/>
                  <a:pt x="131" y="240"/>
                  <a:pt x="131" y="240"/>
                </a:cubicBezTo>
                <a:cubicBezTo>
                  <a:pt x="128" y="240"/>
                  <a:pt x="125" y="240"/>
                  <a:pt x="123" y="240"/>
                </a:cubicBezTo>
                <a:close/>
                <a:moveTo>
                  <a:pt x="138" y="238"/>
                </a:moveTo>
                <a:cubicBezTo>
                  <a:pt x="101" y="173"/>
                  <a:pt x="101" y="173"/>
                  <a:pt x="101" y="173"/>
                </a:cubicBezTo>
                <a:cubicBezTo>
                  <a:pt x="143" y="173"/>
                  <a:pt x="143" y="173"/>
                  <a:pt x="143" y="173"/>
                </a:cubicBezTo>
                <a:cubicBezTo>
                  <a:pt x="151" y="173"/>
                  <a:pt x="151" y="173"/>
                  <a:pt x="151" y="173"/>
                </a:cubicBezTo>
                <a:cubicBezTo>
                  <a:pt x="228" y="173"/>
                  <a:pt x="228" y="173"/>
                  <a:pt x="228" y="173"/>
                </a:cubicBezTo>
                <a:cubicBezTo>
                  <a:pt x="211" y="209"/>
                  <a:pt x="178" y="233"/>
                  <a:pt x="138" y="238"/>
                </a:cubicBezTo>
                <a:close/>
                <a:moveTo>
                  <a:pt x="239" y="124"/>
                </a:moveTo>
                <a:cubicBezTo>
                  <a:pt x="239" y="140"/>
                  <a:pt x="236" y="153"/>
                  <a:pt x="230" y="169"/>
                </a:cubicBezTo>
                <a:cubicBezTo>
                  <a:pt x="155" y="169"/>
                  <a:pt x="155" y="169"/>
                  <a:pt x="155" y="169"/>
                </a:cubicBezTo>
                <a:cubicBezTo>
                  <a:pt x="173" y="136"/>
                  <a:pt x="173" y="136"/>
                  <a:pt x="173" y="136"/>
                </a:cubicBezTo>
                <a:cubicBezTo>
                  <a:pt x="174" y="135"/>
                  <a:pt x="174" y="135"/>
                  <a:pt x="174" y="135"/>
                </a:cubicBezTo>
                <a:cubicBezTo>
                  <a:pt x="219" y="59"/>
                  <a:pt x="219" y="59"/>
                  <a:pt x="219" y="59"/>
                </a:cubicBezTo>
                <a:cubicBezTo>
                  <a:pt x="231" y="77"/>
                  <a:pt x="239" y="100"/>
                  <a:pt x="239" y="124"/>
                </a:cubicBezTo>
                <a:close/>
                <a:moveTo>
                  <a:pt x="177" y="117"/>
                </a:moveTo>
                <a:cubicBezTo>
                  <a:pt x="151" y="73"/>
                  <a:pt x="151" y="73"/>
                  <a:pt x="151" y="73"/>
                </a:cubicBezTo>
                <a:cubicBezTo>
                  <a:pt x="151" y="73"/>
                  <a:pt x="151" y="73"/>
                  <a:pt x="151" y="73"/>
                </a:cubicBezTo>
                <a:cubicBezTo>
                  <a:pt x="114" y="8"/>
                  <a:pt x="114" y="8"/>
                  <a:pt x="114" y="8"/>
                </a:cubicBezTo>
                <a:cubicBezTo>
                  <a:pt x="117" y="8"/>
                  <a:pt x="120" y="8"/>
                  <a:pt x="123" y="8"/>
                </a:cubicBezTo>
                <a:cubicBezTo>
                  <a:pt x="160" y="8"/>
                  <a:pt x="193" y="25"/>
                  <a:pt x="214" y="53"/>
                </a:cubicBezTo>
                <a:lnTo>
                  <a:pt x="177" y="117"/>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6" name="Freeform 690"/>
          <p:cNvSpPr>
            <a:spLocks noEditPoints="1"/>
          </p:cNvSpPr>
          <p:nvPr/>
        </p:nvSpPr>
        <p:spPr bwMode="auto">
          <a:xfrm>
            <a:off x="6295937" y="1101596"/>
            <a:ext cx="387324" cy="387324"/>
          </a:xfrm>
          <a:custGeom>
            <a:avLst/>
            <a:gdLst>
              <a:gd name="T0" fmla="*/ 125 w 249"/>
              <a:gd name="T1" fmla="*/ 249 h 249"/>
              <a:gd name="T2" fmla="*/ 249 w 249"/>
              <a:gd name="T3" fmla="*/ 125 h 249"/>
              <a:gd name="T4" fmla="*/ 125 w 249"/>
              <a:gd name="T5" fmla="*/ 0 h 249"/>
              <a:gd name="T6" fmla="*/ 0 w 249"/>
              <a:gd name="T7" fmla="*/ 125 h 249"/>
              <a:gd name="T8" fmla="*/ 125 w 249"/>
              <a:gd name="T9" fmla="*/ 249 h 249"/>
              <a:gd name="T10" fmla="*/ 125 w 249"/>
              <a:gd name="T11" fmla="*/ 243 h 249"/>
              <a:gd name="T12" fmla="*/ 37 w 249"/>
              <a:gd name="T13" fmla="*/ 204 h 249"/>
              <a:gd name="T14" fmla="*/ 81 w 249"/>
              <a:gd name="T15" fmla="*/ 131 h 249"/>
              <a:gd name="T16" fmla="*/ 94 w 249"/>
              <a:gd name="T17" fmla="*/ 155 h 249"/>
              <a:gd name="T18" fmla="*/ 94 w 249"/>
              <a:gd name="T19" fmla="*/ 155 h 249"/>
              <a:gd name="T20" fmla="*/ 142 w 249"/>
              <a:gd name="T21" fmla="*/ 241 h 249"/>
              <a:gd name="T22" fmla="*/ 125 w 249"/>
              <a:gd name="T23" fmla="*/ 243 h 249"/>
              <a:gd name="T24" fmla="*/ 149 w 249"/>
              <a:gd name="T25" fmla="*/ 242 h 249"/>
              <a:gd name="T26" fmla="*/ 108 w 249"/>
              <a:gd name="T27" fmla="*/ 168 h 249"/>
              <a:gd name="T28" fmla="*/ 141 w 249"/>
              <a:gd name="T29" fmla="*/ 168 h 249"/>
              <a:gd name="T30" fmla="*/ 149 w 249"/>
              <a:gd name="T31" fmla="*/ 168 h 249"/>
              <a:gd name="T32" fmla="*/ 235 w 249"/>
              <a:gd name="T33" fmla="*/ 168 h 249"/>
              <a:gd name="T34" fmla="*/ 149 w 249"/>
              <a:gd name="T35" fmla="*/ 242 h 249"/>
              <a:gd name="T36" fmla="*/ 217 w 249"/>
              <a:gd name="T37" fmla="*/ 52 h 249"/>
              <a:gd name="T38" fmla="*/ 242 w 249"/>
              <a:gd name="T39" fmla="*/ 125 h 249"/>
              <a:gd name="T40" fmla="*/ 237 w 249"/>
              <a:gd name="T41" fmla="*/ 160 h 249"/>
              <a:gd name="T42" fmla="*/ 152 w 249"/>
              <a:gd name="T43" fmla="*/ 160 h 249"/>
              <a:gd name="T44" fmla="*/ 164 w 249"/>
              <a:gd name="T45" fmla="*/ 139 h 249"/>
              <a:gd name="T46" fmla="*/ 164 w 249"/>
              <a:gd name="T47" fmla="*/ 139 h 249"/>
              <a:gd name="T48" fmla="*/ 217 w 249"/>
              <a:gd name="T49" fmla="*/ 52 h 249"/>
              <a:gd name="T50" fmla="*/ 125 w 249"/>
              <a:gd name="T51" fmla="*/ 7 h 249"/>
              <a:gd name="T52" fmla="*/ 213 w 249"/>
              <a:gd name="T53" fmla="*/ 46 h 249"/>
              <a:gd name="T54" fmla="*/ 169 w 249"/>
              <a:gd name="T55" fmla="*/ 117 h 249"/>
              <a:gd name="T56" fmla="*/ 149 w 249"/>
              <a:gd name="T57" fmla="*/ 80 h 249"/>
              <a:gd name="T58" fmla="*/ 148 w 249"/>
              <a:gd name="T59" fmla="*/ 80 h 249"/>
              <a:gd name="T60" fmla="*/ 107 w 249"/>
              <a:gd name="T61" fmla="*/ 8 h 249"/>
              <a:gd name="T62" fmla="*/ 125 w 249"/>
              <a:gd name="T63" fmla="*/ 7 h 249"/>
              <a:gd name="T64" fmla="*/ 100 w 249"/>
              <a:gd name="T65" fmla="*/ 8 h 249"/>
              <a:gd name="T66" fmla="*/ 140 w 249"/>
              <a:gd name="T67" fmla="*/ 80 h 249"/>
              <a:gd name="T68" fmla="*/ 110 w 249"/>
              <a:gd name="T69" fmla="*/ 80 h 249"/>
              <a:gd name="T70" fmla="*/ 101 w 249"/>
              <a:gd name="T71" fmla="*/ 80 h 249"/>
              <a:gd name="T72" fmla="*/ 15 w 249"/>
              <a:gd name="T73" fmla="*/ 80 h 249"/>
              <a:gd name="T74" fmla="*/ 100 w 249"/>
              <a:gd name="T75" fmla="*/ 8 h 249"/>
              <a:gd name="T76" fmla="*/ 7 w 249"/>
              <a:gd name="T77" fmla="*/ 125 h 249"/>
              <a:gd name="T78" fmla="*/ 13 w 249"/>
              <a:gd name="T79" fmla="*/ 88 h 249"/>
              <a:gd name="T80" fmla="*/ 97 w 249"/>
              <a:gd name="T81" fmla="*/ 88 h 249"/>
              <a:gd name="T82" fmla="*/ 77 w 249"/>
              <a:gd name="T83" fmla="*/ 124 h 249"/>
              <a:gd name="T84" fmla="*/ 77 w 249"/>
              <a:gd name="T85" fmla="*/ 124 h 249"/>
              <a:gd name="T86" fmla="*/ 33 w 249"/>
              <a:gd name="T87" fmla="*/ 198 h 249"/>
              <a:gd name="T88" fmla="*/ 7 w 249"/>
              <a:gd name="T8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49" h="249">
                <a:moveTo>
                  <a:pt x="125" y="249"/>
                </a:moveTo>
                <a:cubicBezTo>
                  <a:pt x="193" y="249"/>
                  <a:pt x="249" y="193"/>
                  <a:pt x="249" y="125"/>
                </a:cubicBezTo>
                <a:cubicBezTo>
                  <a:pt x="249" y="56"/>
                  <a:pt x="193" y="0"/>
                  <a:pt x="125" y="0"/>
                </a:cubicBezTo>
                <a:cubicBezTo>
                  <a:pt x="56" y="0"/>
                  <a:pt x="0" y="56"/>
                  <a:pt x="0" y="125"/>
                </a:cubicBezTo>
                <a:cubicBezTo>
                  <a:pt x="0" y="193"/>
                  <a:pt x="56" y="249"/>
                  <a:pt x="125" y="249"/>
                </a:cubicBezTo>
                <a:close/>
                <a:moveTo>
                  <a:pt x="125" y="243"/>
                </a:moveTo>
                <a:cubicBezTo>
                  <a:pt x="90" y="243"/>
                  <a:pt x="59" y="228"/>
                  <a:pt x="37" y="204"/>
                </a:cubicBezTo>
                <a:cubicBezTo>
                  <a:pt x="81" y="131"/>
                  <a:pt x="81" y="131"/>
                  <a:pt x="81" y="131"/>
                </a:cubicBezTo>
                <a:cubicBezTo>
                  <a:pt x="94" y="155"/>
                  <a:pt x="94" y="155"/>
                  <a:pt x="94" y="155"/>
                </a:cubicBezTo>
                <a:cubicBezTo>
                  <a:pt x="94" y="155"/>
                  <a:pt x="94" y="155"/>
                  <a:pt x="94" y="155"/>
                </a:cubicBezTo>
                <a:cubicBezTo>
                  <a:pt x="142" y="241"/>
                  <a:pt x="142" y="241"/>
                  <a:pt x="142" y="241"/>
                </a:cubicBezTo>
                <a:cubicBezTo>
                  <a:pt x="137" y="242"/>
                  <a:pt x="131" y="243"/>
                  <a:pt x="125" y="243"/>
                </a:cubicBezTo>
                <a:close/>
                <a:moveTo>
                  <a:pt x="149" y="242"/>
                </a:moveTo>
                <a:cubicBezTo>
                  <a:pt x="108" y="168"/>
                  <a:pt x="108" y="168"/>
                  <a:pt x="108" y="168"/>
                </a:cubicBezTo>
                <a:cubicBezTo>
                  <a:pt x="141" y="168"/>
                  <a:pt x="141" y="168"/>
                  <a:pt x="141" y="168"/>
                </a:cubicBezTo>
                <a:cubicBezTo>
                  <a:pt x="149" y="168"/>
                  <a:pt x="149" y="168"/>
                  <a:pt x="149" y="168"/>
                </a:cubicBezTo>
                <a:cubicBezTo>
                  <a:pt x="235" y="168"/>
                  <a:pt x="235" y="168"/>
                  <a:pt x="235" y="168"/>
                </a:cubicBezTo>
                <a:cubicBezTo>
                  <a:pt x="221" y="204"/>
                  <a:pt x="189" y="233"/>
                  <a:pt x="149" y="242"/>
                </a:cubicBezTo>
                <a:close/>
                <a:moveTo>
                  <a:pt x="217" y="52"/>
                </a:moveTo>
                <a:cubicBezTo>
                  <a:pt x="233" y="72"/>
                  <a:pt x="242" y="98"/>
                  <a:pt x="242" y="125"/>
                </a:cubicBezTo>
                <a:cubicBezTo>
                  <a:pt x="242" y="137"/>
                  <a:pt x="241" y="148"/>
                  <a:pt x="237" y="160"/>
                </a:cubicBezTo>
                <a:cubicBezTo>
                  <a:pt x="152" y="160"/>
                  <a:pt x="152" y="160"/>
                  <a:pt x="152" y="160"/>
                </a:cubicBezTo>
                <a:cubicBezTo>
                  <a:pt x="164" y="139"/>
                  <a:pt x="164" y="139"/>
                  <a:pt x="164" y="139"/>
                </a:cubicBezTo>
                <a:cubicBezTo>
                  <a:pt x="164" y="139"/>
                  <a:pt x="164" y="139"/>
                  <a:pt x="164" y="139"/>
                </a:cubicBezTo>
                <a:lnTo>
                  <a:pt x="217" y="52"/>
                </a:lnTo>
                <a:close/>
                <a:moveTo>
                  <a:pt x="125" y="7"/>
                </a:moveTo>
                <a:cubicBezTo>
                  <a:pt x="160" y="7"/>
                  <a:pt x="191" y="22"/>
                  <a:pt x="213" y="46"/>
                </a:cubicBezTo>
                <a:cubicBezTo>
                  <a:pt x="169" y="117"/>
                  <a:pt x="169" y="117"/>
                  <a:pt x="169" y="117"/>
                </a:cubicBezTo>
                <a:cubicBezTo>
                  <a:pt x="149" y="80"/>
                  <a:pt x="149" y="80"/>
                  <a:pt x="149" y="80"/>
                </a:cubicBezTo>
                <a:cubicBezTo>
                  <a:pt x="148" y="80"/>
                  <a:pt x="148" y="80"/>
                  <a:pt x="148" y="80"/>
                </a:cubicBezTo>
                <a:cubicBezTo>
                  <a:pt x="107" y="8"/>
                  <a:pt x="107" y="8"/>
                  <a:pt x="107" y="8"/>
                </a:cubicBezTo>
                <a:cubicBezTo>
                  <a:pt x="113" y="7"/>
                  <a:pt x="119" y="7"/>
                  <a:pt x="125" y="7"/>
                </a:cubicBezTo>
                <a:close/>
                <a:moveTo>
                  <a:pt x="100" y="8"/>
                </a:moveTo>
                <a:cubicBezTo>
                  <a:pt x="140" y="80"/>
                  <a:pt x="140" y="80"/>
                  <a:pt x="140" y="80"/>
                </a:cubicBezTo>
                <a:cubicBezTo>
                  <a:pt x="110" y="80"/>
                  <a:pt x="110" y="80"/>
                  <a:pt x="110" y="80"/>
                </a:cubicBezTo>
                <a:cubicBezTo>
                  <a:pt x="101" y="80"/>
                  <a:pt x="101" y="80"/>
                  <a:pt x="101" y="80"/>
                </a:cubicBezTo>
                <a:cubicBezTo>
                  <a:pt x="15" y="80"/>
                  <a:pt x="15" y="80"/>
                  <a:pt x="15" y="80"/>
                </a:cubicBezTo>
                <a:cubicBezTo>
                  <a:pt x="29" y="44"/>
                  <a:pt x="61" y="16"/>
                  <a:pt x="100" y="8"/>
                </a:cubicBezTo>
                <a:close/>
                <a:moveTo>
                  <a:pt x="7" y="125"/>
                </a:moveTo>
                <a:cubicBezTo>
                  <a:pt x="7" y="112"/>
                  <a:pt x="9" y="100"/>
                  <a:pt x="13" y="88"/>
                </a:cubicBezTo>
                <a:cubicBezTo>
                  <a:pt x="97" y="88"/>
                  <a:pt x="97" y="88"/>
                  <a:pt x="97" y="88"/>
                </a:cubicBezTo>
                <a:cubicBezTo>
                  <a:pt x="77" y="124"/>
                  <a:pt x="77" y="124"/>
                  <a:pt x="77" y="124"/>
                </a:cubicBezTo>
                <a:cubicBezTo>
                  <a:pt x="77" y="124"/>
                  <a:pt x="77" y="124"/>
                  <a:pt x="77" y="124"/>
                </a:cubicBezTo>
                <a:cubicBezTo>
                  <a:pt x="33" y="198"/>
                  <a:pt x="33" y="198"/>
                  <a:pt x="33" y="198"/>
                </a:cubicBezTo>
                <a:cubicBezTo>
                  <a:pt x="17" y="178"/>
                  <a:pt x="7" y="153"/>
                  <a:pt x="7" y="125"/>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7" name="Freeform 691"/>
          <p:cNvSpPr>
            <a:spLocks noEditPoints="1"/>
          </p:cNvSpPr>
          <p:nvPr/>
        </p:nvSpPr>
        <p:spPr bwMode="auto">
          <a:xfrm>
            <a:off x="4475711" y="1569520"/>
            <a:ext cx="370884" cy="370884"/>
          </a:xfrm>
          <a:custGeom>
            <a:avLst/>
            <a:gdLst>
              <a:gd name="T0" fmla="*/ 119 w 238"/>
              <a:gd name="T1" fmla="*/ 0 h 238"/>
              <a:gd name="T2" fmla="*/ 0 w 238"/>
              <a:gd name="T3" fmla="*/ 119 h 238"/>
              <a:gd name="T4" fmla="*/ 119 w 238"/>
              <a:gd name="T5" fmla="*/ 238 h 238"/>
              <a:gd name="T6" fmla="*/ 238 w 238"/>
              <a:gd name="T7" fmla="*/ 119 h 238"/>
              <a:gd name="T8" fmla="*/ 119 w 238"/>
              <a:gd name="T9" fmla="*/ 0 h 238"/>
              <a:gd name="T10" fmla="*/ 81 w 238"/>
              <a:gd name="T11" fmla="*/ 13 h 238"/>
              <a:gd name="T12" fmla="*/ 114 w 238"/>
              <a:gd name="T13" fmla="*/ 40 h 238"/>
              <a:gd name="T14" fmla="*/ 35 w 238"/>
              <a:gd name="T15" fmla="*/ 97 h 238"/>
              <a:gd name="T16" fmla="*/ 35 w 238"/>
              <a:gd name="T17" fmla="*/ 97 h 238"/>
              <a:gd name="T18" fmla="*/ 6 w 238"/>
              <a:gd name="T19" fmla="*/ 118 h 238"/>
              <a:gd name="T20" fmla="*/ 81 w 238"/>
              <a:gd name="T21" fmla="*/ 13 h 238"/>
              <a:gd name="T22" fmla="*/ 7 w 238"/>
              <a:gd name="T23" fmla="*/ 126 h 238"/>
              <a:gd name="T24" fmla="*/ 38 w 238"/>
              <a:gd name="T25" fmla="*/ 104 h 238"/>
              <a:gd name="T26" fmla="*/ 48 w 238"/>
              <a:gd name="T27" fmla="*/ 137 h 238"/>
              <a:gd name="T28" fmla="*/ 48 w 238"/>
              <a:gd name="T29" fmla="*/ 137 h 238"/>
              <a:gd name="T30" fmla="*/ 73 w 238"/>
              <a:gd name="T31" fmla="*/ 221 h 238"/>
              <a:gd name="T32" fmla="*/ 7 w 238"/>
              <a:gd name="T33" fmla="*/ 126 h 238"/>
              <a:gd name="T34" fmla="*/ 119 w 238"/>
              <a:gd name="T35" fmla="*/ 231 h 238"/>
              <a:gd name="T36" fmla="*/ 81 w 238"/>
              <a:gd name="T37" fmla="*/ 224 h 238"/>
              <a:gd name="T38" fmla="*/ 72 w 238"/>
              <a:gd name="T39" fmla="*/ 195 h 238"/>
              <a:gd name="T40" fmla="*/ 124 w 238"/>
              <a:gd name="T41" fmla="*/ 195 h 238"/>
              <a:gd name="T42" fmla="*/ 170 w 238"/>
              <a:gd name="T43" fmla="*/ 195 h 238"/>
              <a:gd name="T44" fmla="*/ 200 w 238"/>
              <a:gd name="T45" fmla="*/ 195 h 238"/>
              <a:gd name="T46" fmla="*/ 119 w 238"/>
              <a:gd name="T47" fmla="*/ 231 h 238"/>
              <a:gd name="T48" fmla="*/ 231 w 238"/>
              <a:gd name="T49" fmla="*/ 120 h 238"/>
              <a:gd name="T50" fmla="*/ 206 w 238"/>
              <a:gd name="T51" fmla="*/ 191 h 238"/>
              <a:gd name="T52" fmla="*/ 173 w 238"/>
              <a:gd name="T53" fmla="*/ 191 h 238"/>
              <a:gd name="T54" fmla="*/ 182 w 238"/>
              <a:gd name="T55" fmla="*/ 161 h 238"/>
              <a:gd name="T56" fmla="*/ 182 w 238"/>
              <a:gd name="T57" fmla="*/ 161 h 238"/>
              <a:gd name="T58" fmla="*/ 216 w 238"/>
              <a:gd name="T59" fmla="*/ 63 h 238"/>
              <a:gd name="T60" fmla="*/ 231 w 238"/>
              <a:gd name="T61" fmla="*/ 120 h 238"/>
              <a:gd name="T62" fmla="*/ 198 w 238"/>
              <a:gd name="T63" fmla="*/ 94 h 238"/>
              <a:gd name="T64" fmla="*/ 129 w 238"/>
              <a:gd name="T65" fmla="*/ 43 h 238"/>
              <a:gd name="T66" fmla="*/ 89 w 238"/>
              <a:gd name="T67" fmla="*/ 10 h 238"/>
              <a:gd name="T68" fmla="*/ 119 w 238"/>
              <a:gd name="T69" fmla="*/ 6 h 238"/>
              <a:gd name="T70" fmla="*/ 211 w 238"/>
              <a:gd name="T71" fmla="*/ 55 h 238"/>
              <a:gd name="T72" fmla="*/ 198 w 238"/>
              <a:gd name="T73" fmla="*/ 94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8" h="238">
                <a:moveTo>
                  <a:pt x="119" y="0"/>
                </a:moveTo>
                <a:cubicBezTo>
                  <a:pt x="53" y="0"/>
                  <a:pt x="0" y="53"/>
                  <a:pt x="0" y="119"/>
                </a:cubicBezTo>
                <a:cubicBezTo>
                  <a:pt x="0" y="184"/>
                  <a:pt x="53" y="238"/>
                  <a:pt x="119" y="238"/>
                </a:cubicBezTo>
                <a:cubicBezTo>
                  <a:pt x="184" y="238"/>
                  <a:pt x="238" y="184"/>
                  <a:pt x="238" y="119"/>
                </a:cubicBezTo>
                <a:cubicBezTo>
                  <a:pt x="238" y="53"/>
                  <a:pt x="184" y="0"/>
                  <a:pt x="119" y="0"/>
                </a:cubicBezTo>
                <a:close/>
                <a:moveTo>
                  <a:pt x="81" y="13"/>
                </a:moveTo>
                <a:cubicBezTo>
                  <a:pt x="114" y="40"/>
                  <a:pt x="114" y="40"/>
                  <a:pt x="114" y="40"/>
                </a:cubicBezTo>
                <a:cubicBezTo>
                  <a:pt x="35" y="97"/>
                  <a:pt x="35" y="97"/>
                  <a:pt x="35" y="97"/>
                </a:cubicBezTo>
                <a:cubicBezTo>
                  <a:pt x="35" y="97"/>
                  <a:pt x="35" y="97"/>
                  <a:pt x="35" y="97"/>
                </a:cubicBezTo>
                <a:cubicBezTo>
                  <a:pt x="6" y="118"/>
                  <a:pt x="6" y="118"/>
                  <a:pt x="6" y="118"/>
                </a:cubicBezTo>
                <a:cubicBezTo>
                  <a:pt x="7" y="70"/>
                  <a:pt x="38" y="28"/>
                  <a:pt x="81" y="13"/>
                </a:cubicBezTo>
                <a:close/>
                <a:moveTo>
                  <a:pt x="7" y="126"/>
                </a:moveTo>
                <a:cubicBezTo>
                  <a:pt x="38" y="104"/>
                  <a:pt x="38" y="104"/>
                  <a:pt x="38" y="104"/>
                </a:cubicBezTo>
                <a:cubicBezTo>
                  <a:pt x="48" y="137"/>
                  <a:pt x="48" y="137"/>
                  <a:pt x="48" y="137"/>
                </a:cubicBezTo>
                <a:cubicBezTo>
                  <a:pt x="48" y="137"/>
                  <a:pt x="48" y="137"/>
                  <a:pt x="48" y="137"/>
                </a:cubicBezTo>
                <a:cubicBezTo>
                  <a:pt x="73" y="221"/>
                  <a:pt x="73" y="221"/>
                  <a:pt x="73" y="221"/>
                </a:cubicBezTo>
                <a:cubicBezTo>
                  <a:pt x="36" y="205"/>
                  <a:pt x="9" y="169"/>
                  <a:pt x="7" y="126"/>
                </a:cubicBezTo>
                <a:close/>
                <a:moveTo>
                  <a:pt x="119" y="231"/>
                </a:moveTo>
                <a:cubicBezTo>
                  <a:pt x="106" y="231"/>
                  <a:pt x="93" y="228"/>
                  <a:pt x="81" y="224"/>
                </a:cubicBezTo>
                <a:cubicBezTo>
                  <a:pt x="72" y="195"/>
                  <a:pt x="72" y="195"/>
                  <a:pt x="72" y="195"/>
                </a:cubicBezTo>
                <a:cubicBezTo>
                  <a:pt x="124" y="195"/>
                  <a:pt x="124" y="195"/>
                  <a:pt x="124" y="195"/>
                </a:cubicBezTo>
                <a:cubicBezTo>
                  <a:pt x="170" y="195"/>
                  <a:pt x="170" y="195"/>
                  <a:pt x="170" y="195"/>
                </a:cubicBezTo>
                <a:cubicBezTo>
                  <a:pt x="200" y="195"/>
                  <a:pt x="200" y="195"/>
                  <a:pt x="200" y="195"/>
                </a:cubicBezTo>
                <a:cubicBezTo>
                  <a:pt x="180" y="219"/>
                  <a:pt x="151" y="231"/>
                  <a:pt x="119" y="231"/>
                </a:cubicBezTo>
                <a:close/>
                <a:moveTo>
                  <a:pt x="231" y="120"/>
                </a:moveTo>
                <a:cubicBezTo>
                  <a:pt x="231" y="146"/>
                  <a:pt x="222" y="171"/>
                  <a:pt x="206" y="191"/>
                </a:cubicBezTo>
                <a:cubicBezTo>
                  <a:pt x="173" y="191"/>
                  <a:pt x="173" y="191"/>
                  <a:pt x="173" y="191"/>
                </a:cubicBezTo>
                <a:cubicBezTo>
                  <a:pt x="182" y="161"/>
                  <a:pt x="182" y="161"/>
                  <a:pt x="182" y="161"/>
                </a:cubicBezTo>
                <a:cubicBezTo>
                  <a:pt x="182" y="161"/>
                  <a:pt x="182" y="161"/>
                  <a:pt x="182" y="161"/>
                </a:cubicBezTo>
                <a:cubicBezTo>
                  <a:pt x="216" y="63"/>
                  <a:pt x="216" y="63"/>
                  <a:pt x="216" y="63"/>
                </a:cubicBezTo>
                <a:cubicBezTo>
                  <a:pt x="226" y="79"/>
                  <a:pt x="231" y="99"/>
                  <a:pt x="231" y="120"/>
                </a:cubicBezTo>
                <a:close/>
                <a:moveTo>
                  <a:pt x="198" y="94"/>
                </a:moveTo>
                <a:cubicBezTo>
                  <a:pt x="129" y="43"/>
                  <a:pt x="129" y="43"/>
                  <a:pt x="129" y="43"/>
                </a:cubicBezTo>
                <a:cubicBezTo>
                  <a:pt x="89" y="10"/>
                  <a:pt x="89" y="10"/>
                  <a:pt x="89" y="10"/>
                </a:cubicBezTo>
                <a:cubicBezTo>
                  <a:pt x="98" y="8"/>
                  <a:pt x="108" y="6"/>
                  <a:pt x="119" y="6"/>
                </a:cubicBezTo>
                <a:cubicBezTo>
                  <a:pt x="157" y="6"/>
                  <a:pt x="191" y="26"/>
                  <a:pt x="211" y="55"/>
                </a:cubicBezTo>
                <a:lnTo>
                  <a:pt x="198" y="94"/>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8" name="Freeform 692"/>
          <p:cNvSpPr>
            <a:spLocks noEditPoints="1"/>
          </p:cNvSpPr>
          <p:nvPr/>
        </p:nvSpPr>
        <p:spPr bwMode="auto">
          <a:xfrm>
            <a:off x="4935370" y="1564917"/>
            <a:ext cx="379433" cy="380090"/>
          </a:xfrm>
          <a:custGeom>
            <a:avLst/>
            <a:gdLst>
              <a:gd name="T0" fmla="*/ 122 w 244"/>
              <a:gd name="T1" fmla="*/ 0 h 244"/>
              <a:gd name="T2" fmla="*/ 0 w 244"/>
              <a:gd name="T3" fmla="*/ 122 h 244"/>
              <a:gd name="T4" fmla="*/ 122 w 244"/>
              <a:gd name="T5" fmla="*/ 244 h 244"/>
              <a:gd name="T6" fmla="*/ 244 w 244"/>
              <a:gd name="T7" fmla="*/ 122 h 244"/>
              <a:gd name="T8" fmla="*/ 122 w 244"/>
              <a:gd name="T9" fmla="*/ 0 h 244"/>
              <a:gd name="T10" fmla="*/ 122 w 244"/>
              <a:gd name="T11" fmla="*/ 7 h 244"/>
              <a:gd name="T12" fmla="*/ 204 w 244"/>
              <a:gd name="T13" fmla="*/ 41 h 244"/>
              <a:gd name="T14" fmla="*/ 184 w 244"/>
              <a:gd name="T15" fmla="*/ 100 h 244"/>
              <a:gd name="T16" fmla="*/ 122 w 244"/>
              <a:gd name="T17" fmla="*/ 55 h 244"/>
              <a:gd name="T18" fmla="*/ 122 w 244"/>
              <a:gd name="T19" fmla="*/ 55 h 244"/>
              <a:gd name="T20" fmla="*/ 75 w 244"/>
              <a:gd name="T21" fmla="*/ 17 h 244"/>
              <a:gd name="T22" fmla="*/ 122 w 244"/>
              <a:gd name="T23" fmla="*/ 7 h 244"/>
              <a:gd name="T24" fmla="*/ 7 w 244"/>
              <a:gd name="T25" fmla="*/ 122 h 244"/>
              <a:gd name="T26" fmla="*/ 69 w 244"/>
              <a:gd name="T27" fmla="*/ 20 h 244"/>
              <a:gd name="T28" fmla="*/ 116 w 244"/>
              <a:gd name="T29" fmla="*/ 59 h 244"/>
              <a:gd name="T30" fmla="*/ 69 w 244"/>
              <a:gd name="T31" fmla="*/ 93 h 244"/>
              <a:gd name="T32" fmla="*/ 8 w 244"/>
              <a:gd name="T33" fmla="*/ 136 h 244"/>
              <a:gd name="T34" fmla="*/ 7 w 244"/>
              <a:gd name="T35" fmla="*/ 122 h 244"/>
              <a:gd name="T36" fmla="*/ 9 w 244"/>
              <a:gd name="T37" fmla="*/ 143 h 244"/>
              <a:gd name="T38" fmla="*/ 57 w 244"/>
              <a:gd name="T39" fmla="*/ 110 h 244"/>
              <a:gd name="T40" fmla="*/ 74 w 244"/>
              <a:gd name="T41" fmla="*/ 164 h 244"/>
              <a:gd name="T42" fmla="*/ 95 w 244"/>
              <a:gd name="T43" fmla="*/ 234 h 244"/>
              <a:gd name="T44" fmla="*/ 9 w 244"/>
              <a:gd name="T45" fmla="*/ 143 h 244"/>
              <a:gd name="T46" fmla="*/ 122 w 244"/>
              <a:gd name="T47" fmla="*/ 237 h 244"/>
              <a:gd name="T48" fmla="*/ 103 w 244"/>
              <a:gd name="T49" fmla="*/ 236 h 244"/>
              <a:gd name="T50" fmla="*/ 87 w 244"/>
              <a:gd name="T51" fmla="*/ 183 h 244"/>
              <a:gd name="T52" fmla="*/ 127 w 244"/>
              <a:gd name="T53" fmla="*/ 183 h 244"/>
              <a:gd name="T54" fmla="*/ 164 w 244"/>
              <a:gd name="T55" fmla="*/ 183 h 244"/>
              <a:gd name="T56" fmla="*/ 220 w 244"/>
              <a:gd name="T57" fmla="*/ 183 h 244"/>
              <a:gd name="T58" fmla="*/ 122 w 244"/>
              <a:gd name="T59" fmla="*/ 237 h 244"/>
              <a:gd name="T60" fmla="*/ 237 w 244"/>
              <a:gd name="T61" fmla="*/ 122 h 244"/>
              <a:gd name="T62" fmla="*/ 224 w 244"/>
              <a:gd name="T63" fmla="*/ 175 h 244"/>
              <a:gd name="T64" fmla="*/ 166 w 244"/>
              <a:gd name="T65" fmla="*/ 175 h 244"/>
              <a:gd name="T66" fmla="*/ 182 w 244"/>
              <a:gd name="T67" fmla="*/ 126 h 244"/>
              <a:gd name="T68" fmla="*/ 209 w 244"/>
              <a:gd name="T69" fmla="*/ 46 h 244"/>
              <a:gd name="T70" fmla="*/ 237 w 244"/>
              <a:gd name="T71" fmla="*/ 122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44" h="244">
                <a:moveTo>
                  <a:pt x="122" y="0"/>
                </a:moveTo>
                <a:cubicBezTo>
                  <a:pt x="55" y="0"/>
                  <a:pt x="0" y="55"/>
                  <a:pt x="0" y="122"/>
                </a:cubicBezTo>
                <a:cubicBezTo>
                  <a:pt x="0" y="189"/>
                  <a:pt x="55" y="244"/>
                  <a:pt x="122" y="244"/>
                </a:cubicBezTo>
                <a:cubicBezTo>
                  <a:pt x="189" y="244"/>
                  <a:pt x="244" y="189"/>
                  <a:pt x="244" y="122"/>
                </a:cubicBezTo>
                <a:cubicBezTo>
                  <a:pt x="244" y="55"/>
                  <a:pt x="189" y="0"/>
                  <a:pt x="122" y="0"/>
                </a:cubicBezTo>
                <a:close/>
                <a:moveTo>
                  <a:pt x="122" y="7"/>
                </a:moveTo>
                <a:cubicBezTo>
                  <a:pt x="154" y="7"/>
                  <a:pt x="183" y="20"/>
                  <a:pt x="204" y="41"/>
                </a:cubicBezTo>
                <a:cubicBezTo>
                  <a:pt x="184" y="100"/>
                  <a:pt x="184" y="100"/>
                  <a:pt x="184" y="100"/>
                </a:cubicBezTo>
                <a:cubicBezTo>
                  <a:pt x="122" y="55"/>
                  <a:pt x="122" y="55"/>
                  <a:pt x="122" y="55"/>
                </a:cubicBezTo>
                <a:cubicBezTo>
                  <a:pt x="122" y="55"/>
                  <a:pt x="122" y="55"/>
                  <a:pt x="122" y="55"/>
                </a:cubicBezTo>
                <a:cubicBezTo>
                  <a:pt x="75" y="17"/>
                  <a:pt x="75" y="17"/>
                  <a:pt x="75" y="17"/>
                </a:cubicBezTo>
                <a:cubicBezTo>
                  <a:pt x="90" y="10"/>
                  <a:pt x="105" y="7"/>
                  <a:pt x="122" y="7"/>
                </a:cubicBezTo>
                <a:close/>
                <a:moveTo>
                  <a:pt x="7" y="122"/>
                </a:moveTo>
                <a:cubicBezTo>
                  <a:pt x="7" y="78"/>
                  <a:pt x="32" y="39"/>
                  <a:pt x="69" y="20"/>
                </a:cubicBezTo>
                <a:cubicBezTo>
                  <a:pt x="116" y="59"/>
                  <a:pt x="116" y="59"/>
                  <a:pt x="116" y="59"/>
                </a:cubicBezTo>
                <a:cubicBezTo>
                  <a:pt x="69" y="93"/>
                  <a:pt x="69" y="93"/>
                  <a:pt x="69" y="93"/>
                </a:cubicBezTo>
                <a:cubicBezTo>
                  <a:pt x="8" y="136"/>
                  <a:pt x="8" y="136"/>
                  <a:pt x="8" y="136"/>
                </a:cubicBezTo>
                <a:cubicBezTo>
                  <a:pt x="7" y="131"/>
                  <a:pt x="7" y="127"/>
                  <a:pt x="7" y="122"/>
                </a:cubicBezTo>
                <a:close/>
                <a:moveTo>
                  <a:pt x="9" y="143"/>
                </a:moveTo>
                <a:cubicBezTo>
                  <a:pt x="57" y="110"/>
                  <a:pt x="57" y="110"/>
                  <a:pt x="57" y="110"/>
                </a:cubicBezTo>
                <a:cubicBezTo>
                  <a:pt x="74" y="164"/>
                  <a:pt x="74" y="164"/>
                  <a:pt x="74" y="164"/>
                </a:cubicBezTo>
                <a:cubicBezTo>
                  <a:pt x="95" y="234"/>
                  <a:pt x="95" y="234"/>
                  <a:pt x="95" y="234"/>
                </a:cubicBezTo>
                <a:cubicBezTo>
                  <a:pt x="51" y="224"/>
                  <a:pt x="17" y="188"/>
                  <a:pt x="9" y="143"/>
                </a:cubicBezTo>
                <a:close/>
                <a:moveTo>
                  <a:pt x="122" y="237"/>
                </a:moveTo>
                <a:cubicBezTo>
                  <a:pt x="115" y="237"/>
                  <a:pt x="109" y="237"/>
                  <a:pt x="103" y="236"/>
                </a:cubicBezTo>
                <a:cubicBezTo>
                  <a:pt x="87" y="183"/>
                  <a:pt x="87" y="183"/>
                  <a:pt x="87" y="183"/>
                </a:cubicBezTo>
                <a:cubicBezTo>
                  <a:pt x="127" y="183"/>
                  <a:pt x="127" y="183"/>
                  <a:pt x="127" y="183"/>
                </a:cubicBezTo>
                <a:cubicBezTo>
                  <a:pt x="164" y="183"/>
                  <a:pt x="164" y="183"/>
                  <a:pt x="164" y="183"/>
                </a:cubicBezTo>
                <a:cubicBezTo>
                  <a:pt x="220" y="183"/>
                  <a:pt x="220" y="183"/>
                  <a:pt x="220" y="183"/>
                </a:cubicBezTo>
                <a:cubicBezTo>
                  <a:pt x="200" y="215"/>
                  <a:pt x="163" y="237"/>
                  <a:pt x="122" y="237"/>
                </a:cubicBezTo>
                <a:close/>
                <a:moveTo>
                  <a:pt x="237" y="122"/>
                </a:moveTo>
                <a:cubicBezTo>
                  <a:pt x="237" y="141"/>
                  <a:pt x="232" y="159"/>
                  <a:pt x="224" y="175"/>
                </a:cubicBezTo>
                <a:cubicBezTo>
                  <a:pt x="166" y="175"/>
                  <a:pt x="166" y="175"/>
                  <a:pt x="166" y="175"/>
                </a:cubicBezTo>
                <a:cubicBezTo>
                  <a:pt x="182" y="126"/>
                  <a:pt x="182" y="126"/>
                  <a:pt x="182" y="126"/>
                </a:cubicBezTo>
                <a:cubicBezTo>
                  <a:pt x="209" y="46"/>
                  <a:pt x="209" y="46"/>
                  <a:pt x="209" y="46"/>
                </a:cubicBezTo>
                <a:cubicBezTo>
                  <a:pt x="227" y="67"/>
                  <a:pt x="237" y="93"/>
                  <a:pt x="237" y="122"/>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9" name="Freeform 693"/>
          <p:cNvSpPr>
            <a:spLocks noEditPoints="1"/>
          </p:cNvSpPr>
          <p:nvPr/>
        </p:nvSpPr>
        <p:spPr bwMode="auto">
          <a:xfrm>
            <a:off x="5397660" y="1562615"/>
            <a:ext cx="384694" cy="384694"/>
          </a:xfrm>
          <a:custGeom>
            <a:avLst/>
            <a:gdLst>
              <a:gd name="T0" fmla="*/ 123 w 247"/>
              <a:gd name="T1" fmla="*/ 0 h 247"/>
              <a:gd name="T2" fmla="*/ 0 w 247"/>
              <a:gd name="T3" fmla="*/ 124 h 247"/>
              <a:gd name="T4" fmla="*/ 123 w 247"/>
              <a:gd name="T5" fmla="*/ 247 h 247"/>
              <a:gd name="T6" fmla="*/ 247 w 247"/>
              <a:gd name="T7" fmla="*/ 124 h 247"/>
              <a:gd name="T8" fmla="*/ 123 w 247"/>
              <a:gd name="T9" fmla="*/ 0 h 247"/>
              <a:gd name="T10" fmla="*/ 123 w 247"/>
              <a:gd name="T11" fmla="*/ 7 h 247"/>
              <a:gd name="T12" fmla="*/ 199 w 247"/>
              <a:gd name="T13" fmla="*/ 35 h 247"/>
              <a:gd name="T14" fmla="*/ 175 w 247"/>
              <a:gd name="T15" fmla="*/ 104 h 247"/>
              <a:gd name="T16" fmla="*/ 127 w 247"/>
              <a:gd name="T17" fmla="*/ 69 h 247"/>
              <a:gd name="T18" fmla="*/ 68 w 247"/>
              <a:gd name="T19" fmla="*/ 20 h 247"/>
              <a:gd name="T20" fmla="*/ 123 w 247"/>
              <a:gd name="T21" fmla="*/ 7 h 247"/>
              <a:gd name="T22" fmla="*/ 6 w 247"/>
              <a:gd name="T23" fmla="*/ 124 h 247"/>
              <a:gd name="T24" fmla="*/ 62 w 247"/>
              <a:gd name="T25" fmla="*/ 24 h 247"/>
              <a:gd name="T26" fmla="*/ 118 w 247"/>
              <a:gd name="T27" fmla="*/ 70 h 247"/>
              <a:gd name="T28" fmla="*/ 65 w 247"/>
              <a:gd name="T29" fmla="*/ 108 h 247"/>
              <a:gd name="T30" fmla="*/ 65 w 247"/>
              <a:gd name="T31" fmla="*/ 109 h 247"/>
              <a:gd name="T32" fmla="*/ 9 w 247"/>
              <a:gd name="T33" fmla="*/ 147 h 247"/>
              <a:gd name="T34" fmla="*/ 6 w 247"/>
              <a:gd name="T35" fmla="*/ 124 h 247"/>
              <a:gd name="T36" fmla="*/ 10 w 247"/>
              <a:gd name="T37" fmla="*/ 154 h 247"/>
              <a:gd name="T38" fmla="*/ 68 w 247"/>
              <a:gd name="T39" fmla="*/ 115 h 247"/>
              <a:gd name="T40" fmla="*/ 77 w 247"/>
              <a:gd name="T41" fmla="*/ 144 h 247"/>
              <a:gd name="T42" fmla="*/ 105 w 247"/>
              <a:gd name="T43" fmla="*/ 239 h 247"/>
              <a:gd name="T44" fmla="*/ 10 w 247"/>
              <a:gd name="T45" fmla="*/ 154 h 247"/>
              <a:gd name="T46" fmla="*/ 123 w 247"/>
              <a:gd name="T47" fmla="*/ 240 h 247"/>
              <a:gd name="T48" fmla="*/ 113 w 247"/>
              <a:gd name="T49" fmla="*/ 239 h 247"/>
              <a:gd name="T50" fmla="*/ 94 w 247"/>
              <a:gd name="T51" fmla="*/ 175 h 247"/>
              <a:gd name="T52" fmla="*/ 128 w 247"/>
              <a:gd name="T53" fmla="*/ 175 h 247"/>
              <a:gd name="T54" fmla="*/ 159 w 247"/>
              <a:gd name="T55" fmla="*/ 175 h 247"/>
              <a:gd name="T56" fmla="*/ 227 w 247"/>
              <a:gd name="T57" fmla="*/ 175 h 247"/>
              <a:gd name="T58" fmla="*/ 123 w 247"/>
              <a:gd name="T59" fmla="*/ 240 h 247"/>
              <a:gd name="T60" fmla="*/ 231 w 247"/>
              <a:gd name="T61" fmla="*/ 171 h 247"/>
              <a:gd name="T62" fmla="*/ 161 w 247"/>
              <a:gd name="T63" fmla="*/ 171 h 247"/>
              <a:gd name="T64" fmla="*/ 168 w 247"/>
              <a:gd name="T65" fmla="*/ 148 h 247"/>
              <a:gd name="T66" fmla="*/ 204 w 247"/>
              <a:gd name="T67" fmla="*/ 40 h 247"/>
              <a:gd name="T68" fmla="*/ 240 w 247"/>
              <a:gd name="T69" fmla="*/ 125 h 247"/>
              <a:gd name="T70" fmla="*/ 231 w 247"/>
              <a:gd name="T71" fmla="*/ 171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47" h="247">
                <a:moveTo>
                  <a:pt x="123" y="0"/>
                </a:moveTo>
                <a:cubicBezTo>
                  <a:pt x="55" y="0"/>
                  <a:pt x="0" y="56"/>
                  <a:pt x="0" y="124"/>
                </a:cubicBezTo>
                <a:cubicBezTo>
                  <a:pt x="0" y="192"/>
                  <a:pt x="55" y="247"/>
                  <a:pt x="123" y="247"/>
                </a:cubicBezTo>
                <a:cubicBezTo>
                  <a:pt x="191" y="247"/>
                  <a:pt x="247" y="192"/>
                  <a:pt x="247" y="124"/>
                </a:cubicBezTo>
                <a:cubicBezTo>
                  <a:pt x="247" y="56"/>
                  <a:pt x="191" y="0"/>
                  <a:pt x="123" y="0"/>
                </a:cubicBezTo>
                <a:close/>
                <a:moveTo>
                  <a:pt x="123" y="7"/>
                </a:moveTo>
                <a:cubicBezTo>
                  <a:pt x="152" y="7"/>
                  <a:pt x="178" y="17"/>
                  <a:pt x="199" y="35"/>
                </a:cubicBezTo>
                <a:cubicBezTo>
                  <a:pt x="175" y="104"/>
                  <a:pt x="175" y="104"/>
                  <a:pt x="175" y="104"/>
                </a:cubicBezTo>
                <a:cubicBezTo>
                  <a:pt x="127" y="69"/>
                  <a:pt x="127" y="69"/>
                  <a:pt x="127" y="69"/>
                </a:cubicBezTo>
                <a:cubicBezTo>
                  <a:pt x="68" y="20"/>
                  <a:pt x="68" y="20"/>
                  <a:pt x="68" y="20"/>
                </a:cubicBezTo>
                <a:cubicBezTo>
                  <a:pt x="85" y="12"/>
                  <a:pt x="103" y="7"/>
                  <a:pt x="123" y="7"/>
                </a:cubicBezTo>
                <a:close/>
                <a:moveTo>
                  <a:pt x="6" y="124"/>
                </a:moveTo>
                <a:cubicBezTo>
                  <a:pt x="6" y="82"/>
                  <a:pt x="29" y="45"/>
                  <a:pt x="62" y="24"/>
                </a:cubicBezTo>
                <a:cubicBezTo>
                  <a:pt x="118" y="70"/>
                  <a:pt x="118" y="70"/>
                  <a:pt x="118" y="70"/>
                </a:cubicBezTo>
                <a:cubicBezTo>
                  <a:pt x="65" y="108"/>
                  <a:pt x="65" y="108"/>
                  <a:pt x="65" y="108"/>
                </a:cubicBezTo>
                <a:cubicBezTo>
                  <a:pt x="65" y="109"/>
                  <a:pt x="65" y="109"/>
                  <a:pt x="65" y="109"/>
                </a:cubicBezTo>
                <a:cubicBezTo>
                  <a:pt x="9" y="147"/>
                  <a:pt x="9" y="147"/>
                  <a:pt x="9" y="147"/>
                </a:cubicBezTo>
                <a:cubicBezTo>
                  <a:pt x="7" y="139"/>
                  <a:pt x="6" y="132"/>
                  <a:pt x="6" y="124"/>
                </a:cubicBezTo>
                <a:close/>
                <a:moveTo>
                  <a:pt x="10" y="154"/>
                </a:moveTo>
                <a:cubicBezTo>
                  <a:pt x="68" y="115"/>
                  <a:pt x="68" y="115"/>
                  <a:pt x="68" y="115"/>
                </a:cubicBezTo>
                <a:cubicBezTo>
                  <a:pt x="77" y="144"/>
                  <a:pt x="77" y="144"/>
                  <a:pt x="77" y="144"/>
                </a:cubicBezTo>
                <a:cubicBezTo>
                  <a:pt x="105" y="239"/>
                  <a:pt x="105" y="239"/>
                  <a:pt x="105" y="239"/>
                </a:cubicBezTo>
                <a:cubicBezTo>
                  <a:pt x="59" y="232"/>
                  <a:pt x="22" y="198"/>
                  <a:pt x="10" y="154"/>
                </a:cubicBezTo>
                <a:close/>
                <a:moveTo>
                  <a:pt x="123" y="240"/>
                </a:moveTo>
                <a:cubicBezTo>
                  <a:pt x="120" y="240"/>
                  <a:pt x="116" y="239"/>
                  <a:pt x="113" y="239"/>
                </a:cubicBezTo>
                <a:cubicBezTo>
                  <a:pt x="94" y="175"/>
                  <a:pt x="94" y="175"/>
                  <a:pt x="94" y="175"/>
                </a:cubicBezTo>
                <a:cubicBezTo>
                  <a:pt x="128" y="175"/>
                  <a:pt x="128" y="175"/>
                  <a:pt x="128" y="175"/>
                </a:cubicBezTo>
                <a:cubicBezTo>
                  <a:pt x="159" y="175"/>
                  <a:pt x="159" y="175"/>
                  <a:pt x="159" y="175"/>
                </a:cubicBezTo>
                <a:cubicBezTo>
                  <a:pt x="227" y="175"/>
                  <a:pt x="227" y="175"/>
                  <a:pt x="227" y="175"/>
                </a:cubicBezTo>
                <a:cubicBezTo>
                  <a:pt x="208" y="215"/>
                  <a:pt x="169" y="240"/>
                  <a:pt x="123" y="240"/>
                </a:cubicBezTo>
                <a:close/>
                <a:moveTo>
                  <a:pt x="231" y="171"/>
                </a:moveTo>
                <a:cubicBezTo>
                  <a:pt x="161" y="171"/>
                  <a:pt x="161" y="171"/>
                  <a:pt x="161" y="171"/>
                </a:cubicBezTo>
                <a:cubicBezTo>
                  <a:pt x="168" y="148"/>
                  <a:pt x="168" y="148"/>
                  <a:pt x="168" y="148"/>
                </a:cubicBezTo>
                <a:cubicBezTo>
                  <a:pt x="204" y="40"/>
                  <a:pt x="204" y="40"/>
                  <a:pt x="204" y="40"/>
                </a:cubicBezTo>
                <a:cubicBezTo>
                  <a:pt x="226" y="61"/>
                  <a:pt x="240" y="92"/>
                  <a:pt x="240" y="125"/>
                </a:cubicBezTo>
                <a:cubicBezTo>
                  <a:pt x="240" y="141"/>
                  <a:pt x="237" y="155"/>
                  <a:pt x="231" y="171"/>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0" name="Freeform 694"/>
          <p:cNvSpPr>
            <a:spLocks noEditPoints="1"/>
          </p:cNvSpPr>
          <p:nvPr/>
        </p:nvSpPr>
        <p:spPr bwMode="auto">
          <a:xfrm>
            <a:off x="5850744" y="1562615"/>
            <a:ext cx="384036" cy="384694"/>
          </a:xfrm>
          <a:custGeom>
            <a:avLst/>
            <a:gdLst>
              <a:gd name="T0" fmla="*/ 123 w 247"/>
              <a:gd name="T1" fmla="*/ 0 h 247"/>
              <a:gd name="T2" fmla="*/ 0 w 247"/>
              <a:gd name="T3" fmla="*/ 123 h 247"/>
              <a:gd name="T4" fmla="*/ 123 w 247"/>
              <a:gd name="T5" fmla="*/ 247 h 247"/>
              <a:gd name="T6" fmla="*/ 247 w 247"/>
              <a:gd name="T7" fmla="*/ 123 h 247"/>
              <a:gd name="T8" fmla="*/ 123 w 247"/>
              <a:gd name="T9" fmla="*/ 0 h 247"/>
              <a:gd name="T10" fmla="*/ 123 w 247"/>
              <a:gd name="T11" fmla="*/ 6 h 247"/>
              <a:gd name="T12" fmla="*/ 195 w 247"/>
              <a:gd name="T13" fmla="*/ 31 h 247"/>
              <a:gd name="T14" fmla="*/ 170 w 247"/>
              <a:gd name="T15" fmla="*/ 105 h 247"/>
              <a:gd name="T16" fmla="*/ 130 w 247"/>
              <a:gd name="T17" fmla="*/ 76 h 247"/>
              <a:gd name="T18" fmla="*/ 65 w 247"/>
              <a:gd name="T19" fmla="*/ 22 h 247"/>
              <a:gd name="T20" fmla="*/ 123 w 247"/>
              <a:gd name="T21" fmla="*/ 6 h 247"/>
              <a:gd name="T22" fmla="*/ 6 w 247"/>
              <a:gd name="T23" fmla="*/ 123 h 247"/>
              <a:gd name="T24" fmla="*/ 59 w 247"/>
              <a:gd name="T25" fmla="*/ 26 h 247"/>
              <a:gd name="T26" fmla="*/ 118 w 247"/>
              <a:gd name="T27" fmla="*/ 75 h 247"/>
              <a:gd name="T28" fmla="*/ 71 w 247"/>
              <a:gd name="T29" fmla="*/ 109 h 247"/>
              <a:gd name="T30" fmla="*/ 71 w 247"/>
              <a:gd name="T31" fmla="*/ 109 h 247"/>
              <a:gd name="T32" fmla="*/ 10 w 247"/>
              <a:gd name="T33" fmla="*/ 151 h 247"/>
              <a:gd name="T34" fmla="*/ 6 w 247"/>
              <a:gd name="T35" fmla="*/ 123 h 247"/>
              <a:gd name="T36" fmla="*/ 11 w 247"/>
              <a:gd name="T37" fmla="*/ 157 h 247"/>
              <a:gd name="T38" fmla="*/ 73 w 247"/>
              <a:gd name="T39" fmla="*/ 116 h 247"/>
              <a:gd name="T40" fmla="*/ 81 w 247"/>
              <a:gd name="T41" fmla="*/ 138 h 247"/>
              <a:gd name="T42" fmla="*/ 80 w 247"/>
              <a:gd name="T43" fmla="*/ 138 h 247"/>
              <a:gd name="T44" fmla="*/ 111 w 247"/>
              <a:gd name="T45" fmla="*/ 240 h 247"/>
              <a:gd name="T46" fmla="*/ 11 w 247"/>
              <a:gd name="T47" fmla="*/ 157 h 247"/>
              <a:gd name="T48" fmla="*/ 123 w 247"/>
              <a:gd name="T49" fmla="*/ 241 h 247"/>
              <a:gd name="T50" fmla="*/ 118 w 247"/>
              <a:gd name="T51" fmla="*/ 241 h 247"/>
              <a:gd name="T52" fmla="*/ 97 w 247"/>
              <a:gd name="T53" fmla="*/ 172 h 247"/>
              <a:gd name="T54" fmla="*/ 129 w 247"/>
              <a:gd name="T55" fmla="*/ 172 h 247"/>
              <a:gd name="T56" fmla="*/ 156 w 247"/>
              <a:gd name="T57" fmla="*/ 172 h 247"/>
              <a:gd name="T58" fmla="*/ 231 w 247"/>
              <a:gd name="T59" fmla="*/ 172 h 247"/>
              <a:gd name="T60" fmla="*/ 123 w 247"/>
              <a:gd name="T61" fmla="*/ 241 h 247"/>
              <a:gd name="T62" fmla="*/ 233 w 247"/>
              <a:gd name="T63" fmla="*/ 164 h 247"/>
              <a:gd name="T64" fmla="*/ 158 w 247"/>
              <a:gd name="T65" fmla="*/ 164 h 247"/>
              <a:gd name="T66" fmla="*/ 162 w 247"/>
              <a:gd name="T67" fmla="*/ 150 h 247"/>
              <a:gd name="T68" fmla="*/ 163 w 247"/>
              <a:gd name="T69" fmla="*/ 150 h 247"/>
              <a:gd name="T70" fmla="*/ 201 w 247"/>
              <a:gd name="T71" fmla="*/ 36 h 247"/>
              <a:gd name="T72" fmla="*/ 240 w 247"/>
              <a:gd name="T73" fmla="*/ 124 h 247"/>
              <a:gd name="T74" fmla="*/ 233 w 247"/>
              <a:gd name="T75" fmla="*/ 164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7" h="247">
                <a:moveTo>
                  <a:pt x="123" y="0"/>
                </a:moveTo>
                <a:cubicBezTo>
                  <a:pt x="55" y="0"/>
                  <a:pt x="0" y="55"/>
                  <a:pt x="0" y="123"/>
                </a:cubicBezTo>
                <a:cubicBezTo>
                  <a:pt x="0" y="192"/>
                  <a:pt x="55" y="247"/>
                  <a:pt x="123" y="247"/>
                </a:cubicBezTo>
                <a:cubicBezTo>
                  <a:pt x="192" y="247"/>
                  <a:pt x="247" y="192"/>
                  <a:pt x="247" y="123"/>
                </a:cubicBezTo>
                <a:cubicBezTo>
                  <a:pt x="247" y="55"/>
                  <a:pt x="192" y="0"/>
                  <a:pt x="123" y="0"/>
                </a:cubicBezTo>
                <a:close/>
                <a:moveTo>
                  <a:pt x="123" y="6"/>
                </a:moveTo>
                <a:cubicBezTo>
                  <a:pt x="150" y="6"/>
                  <a:pt x="175" y="16"/>
                  <a:pt x="195" y="31"/>
                </a:cubicBezTo>
                <a:cubicBezTo>
                  <a:pt x="170" y="105"/>
                  <a:pt x="170" y="105"/>
                  <a:pt x="170" y="105"/>
                </a:cubicBezTo>
                <a:cubicBezTo>
                  <a:pt x="130" y="76"/>
                  <a:pt x="130" y="76"/>
                  <a:pt x="130" y="76"/>
                </a:cubicBezTo>
                <a:cubicBezTo>
                  <a:pt x="65" y="22"/>
                  <a:pt x="65" y="22"/>
                  <a:pt x="65" y="22"/>
                </a:cubicBezTo>
                <a:cubicBezTo>
                  <a:pt x="82" y="12"/>
                  <a:pt x="102" y="6"/>
                  <a:pt x="123" y="6"/>
                </a:cubicBezTo>
                <a:close/>
                <a:moveTo>
                  <a:pt x="6" y="123"/>
                </a:moveTo>
                <a:cubicBezTo>
                  <a:pt x="6" y="83"/>
                  <a:pt x="27" y="47"/>
                  <a:pt x="59" y="26"/>
                </a:cubicBezTo>
                <a:cubicBezTo>
                  <a:pt x="118" y="75"/>
                  <a:pt x="118" y="75"/>
                  <a:pt x="118" y="75"/>
                </a:cubicBezTo>
                <a:cubicBezTo>
                  <a:pt x="71" y="109"/>
                  <a:pt x="71" y="109"/>
                  <a:pt x="71" y="109"/>
                </a:cubicBezTo>
                <a:cubicBezTo>
                  <a:pt x="71" y="109"/>
                  <a:pt x="71" y="109"/>
                  <a:pt x="71" y="109"/>
                </a:cubicBezTo>
                <a:cubicBezTo>
                  <a:pt x="10" y="151"/>
                  <a:pt x="10" y="151"/>
                  <a:pt x="10" y="151"/>
                </a:cubicBezTo>
                <a:cubicBezTo>
                  <a:pt x="7" y="142"/>
                  <a:pt x="6" y="133"/>
                  <a:pt x="6" y="123"/>
                </a:cubicBezTo>
                <a:close/>
                <a:moveTo>
                  <a:pt x="11" y="157"/>
                </a:moveTo>
                <a:cubicBezTo>
                  <a:pt x="73" y="116"/>
                  <a:pt x="73" y="116"/>
                  <a:pt x="73" y="116"/>
                </a:cubicBezTo>
                <a:cubicBezTo>
                  <a:pt x="81" y="138"/>
                  <a:pt x="81" y="138"/>
                  <a:pt x="81" y="138"/>
                </a:cubicBezTo>
                <a:cubicBezTo>
                  <a:pt x="80" y="138"/>
                  <a:pt x="80" y="138"/>
                  <a:pt x="80" y="138"/>
                </a:cubicBezTo>
                <a:cubicBezTo>
                  <a:pt x="111" y="240"/>
                  <a:pt x="111" y="240"/>
                  <a:pt x="111" y="240"/>
                </a:cubicBezTo>
                <a:cubicBezTo>
                  <a:pt x="64" y="235"/>
                  <a:pt x="25" y="202"/>
                  <a:pt x="11" y="157"/>
                </a:cubicBezTo>
                <a:close/>
                <a:moveTo>
                  <a:pt x="123" y="241"/>
                </a:moveTo>
                <a:cubicBezTo>
                  <a:pt x="122" y="241"/>
                  <a:pt x="120" y="242"/>
                  <a:pt x="118" y="241"/>
                </a:cubicBezTo>
                <a:cubicBezTo>
                  <a:pt x="97" y="172"/>
                  <a:pt x="97" y="172"/>
                  <a:pt x="97" y="172"/>
                </a:cubicBezTo>
                <a:cubicBezTo>
                  <a:pt x="129" y="172"/>
                  <a:pt x="129" y="172"/>
                  <a:pt x="129" y="172"/>
                </a:cubicBezTo>
                <a:cubicBezTo>
                  <a:pt x="156" y="172"/>
                  <a:pt x="156" y="172"/>
                  <a:pt x="156" y="172"/>
                </a:cubicBezTo>
                <a:cubicBezTo>
                  <a:pt x="231" y="172"/>
                  <a:pt x="231" y="172"/>
                  <a:pt x="231" y="172"/>
                </a:cubicBezTo>
                <a:cubicBezTo>
                  <a:pt x="212" y="212"/>
                  <a:pt x="171" y="241"/>
                  <a:pt x="123" y="241"/>
                </a:cubicBezTo>
                <a:close/>
                <a:moveTo>
                  <a:pt x="233" y="164"/>
                </a:moveTo>
                <a:cubicBezTo>
                  <a:pt x="158" y="164"/>
                  <a:pt x="158" y="164"/>
                  <a:pt x="158" y="164"/>
                </a:cubicBezTo>
                <a:cubicBezTo>
                  <a:pt x="162" y="150"/>
                  <a:pt x="162" y="150"/>
                  <a:pt x="162" y="150"/>
                </a:cubicBezTo>
                <a:cubicBezTo>
                  <a:pt x="163" y="150"/>
                  <a:pt x="163" y="150"/>
                  <a:pt x="163" y="150"/>
                </a:cubicBezTo>
                <a:cubicBezTo>
                  <a:pt x="201" y="36"/>
                  <a:pt x="201" y="36"/>
                  <a:pt x="201" y="36"/>
                </a:cubicBezTo>
                <a:cubicBezTo>
                  <a:pt x="225" y="57"/>
                  <a:pt x="240" y="89"/>
                  <a:pt x="240" y="124"/>
                </a:cubicBezTo>
                <a:cubicBezTo>
                  <a:pt x="240" y="138"/>
                  <a:pt x="238" y="152"/>
                  <a:pt x="233" y="164"/>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1" name="Freeform 695"/>
          <p:cNvSpPr>
            <a:spLocks noEditPoints="1"/>
          </p:cNvSpPr>
          <p:nvPr/>
        </p:nvSpPr>
        <p:spPr bwMode="auto">
          <a:xfrm>
            <a:off x="6297252" y="1560314"/>
            <a:ext cx="390612" cy="389297"/>
          </a:xfrm>
          <a:custGeom>
            <a:avLst/>
            <a:gdLst>
              <a:gd name="T0" fmla="*/ 126 w 251"/>
              <a:gd name="T1" fmla="*/ 0 h 250"/>
              <a:gd name="T2" fmla="*/ 0 w 251"/>
              <a:gd name="T3" fmla="*/ 125 h 250"/>
              <a:gd name="T4" fmla="*/ 126 w 251"/>
              <a:gd name="T5" fmla="*/ 250 h 250"/>
              <a:gd name="T6" fmla="*/ 251 w 251"/>
              <a:gd name="T7" fmla="*/ 125 h 250"/>
              <a:gd name="T8" fmla="*/ 126 w 251"/>
              <a:gd name="T9" fmla="*/ 0 h 250"/>
              <a:gd name="T10" fmla="*/ 126 w 251"/>
              <a:gd name="T11" fmla="*/ 6 h 250"/>
              <a:gd name="T12" fmla="*/ 194 w 251"/>
              <a:gd name="T13" fmla="*/ 28 h 250"/>
              <a:gd name="T14" fmla="*/ 166 w 251"/>
              <a:gd name="T15" fmla="*/ 109 h 250"/>
              <a:gd name="T16" fmla="*/ 135 w 251"/>
              <a:gd name="T17" fmla="*/ 87 h 250"/>
              <a:gd name="T18" fmla="*/ 61 w 251"/>
              <a:gd name="T19" fmla="*/ 26 h 250"/>
              <a:gd name="T20" fmla="*/ 126 w 251"/>
              <a:gd name="T21" fmla="*/ 6 h 250"/>
              <a:gd name="T22" fmla="*/ 7 w 251"/>
              <a:gd name="T23" fmla="*/ 125 h 250"/>
              <a:gd name="T24" fmla="*/ 55 w 251"/>
              <a:gd name="T25" fmla="*/ 29 h 250"/>
              <a:gd name="T26" fmla="*/ 121 w 251"/>
              <a:gd name="T27" fmla="*/ 83 h 250"/>
              <a:gd name="T28" fmla="*/ 80 w 251"/>
              <a:gd name="T29" fmla="*/ 112 h 250"/>
              <a:gd name="T30" fmla="*/ 81 w 251"/>
              <a:gd name="T31" fmla="*/ 113 h 250"/>
              <a:gd name="T32" fmla="*/ 12 w 251"/>
              <a:gd name="T33" fmla="*/ 160 h 250"/>
              <a:gd name="T34" fmla="*/ 7 w 251"/>
              <a:gd name="T35" fmla="*/ 125 h 250"/>
              <a:gd name="T36" fmla="*/ 15 w 251"/>
              <a:gd name="T37" fmla="*/ 167 h 250"/>
              <a:gd name="T38" fmla="*/ 83 w 251"/>
              <a:gd name="T39" fmla="*/ 119 h 250"/>
              <a:gd name="T40" fmla="*/ 89 w 251"/>
              <a:gd name="T41" fmla="*/ 138 h 250"/>
              <a:gd name="T42" fmla="*/ 89 w 251"/>
              <a:gd name="T43" fmla="*/ 138 h 250"/>
              <a:gd name="T44" fmla="*/ 122 w 251"/>
              <a:gd name="T45" fmla="*/ 243 h 250"/>
              <a:gd name="T46" fmla="*/ 15 w 251"/>
              <a:gd name="T47" fmla="*/ 167 h 250"/>
              <a:gd name="T48" fmla="*/ 129 w 251"/>
              <a:gd name="T49" fmla="*/ 241 h 250"/>
              <a:gd name="T50" fmla="*/ 104 w 251"/>
              <a:gd name="T51" fmla="*/ 163 h 250"/>
              <a:gd name="T52" fmla="*/ 131 w 251"/>
              <a:gd name="T53" fmla="*/ 163 h 250"/>
              <a:gd name="T54" fmla="*/ 153 w 251"/>
              <a:gd name="T55" fmla="*/ 163 h 250"/>
              <a:gd name="T56" fmla="*/ 237 w 251"/>
              <a:gd name="T57" fmla="*/ 163 h 250"/>
              <a:gd name="T58" fmla="*/ 129 w 251"/>
              <a:gd name="T59" fmla="*/ 241 h 250"/>
              <a:gd name="T60" fmla="*/ 156 w 251"/>
              <a:gd name="T61" fmla="*/ 159 h 250"/>
              <a:gd name="T62" fmla="*/ 158 w 251"/>
              <a:gd name="T63" fmla="*/ 152 h 250"/>
              <a:gd name="T64" fmla="*/ 199 w 251"/>
              <a:gd name="T65" fmla="*/ 32 h 250"/>
              <a:gd name="T66" fmla="*/ 244 w 251"/>
              <a:gd name="T67" fmla="*/ 125 h 250"/>
              <a:gd name="T68" fmla="*/ 239 w 251"/>
              <a:gd name="T69" fmla="*/ 159 h 250"/>
              <a:gd name="T70" fmla="*/ 156 w 251"/>
              <a:gd name="T71" fmla="*/ 159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1" h="250">
                <a:moveTo>
                  <a:pt x="126" y="0"/>
                </a:moveTo>
                <a:cubicBezTo>
                  <a:pt x="57" y="0"/>
                  <a:pt x="0" y="56"/>
                  <a:pt x="0" y="125"/>
                </a:cubicBezTo>
                <a:cubicBezTo>
                  <a:pt x="0" y="194"/>
                  <a:pt x="57" y="250"/>
                  <a:pt x="126" y="250"/>
                </a:cubicBezTo>
                <a:cubicBezTo>
                  <a:pt x="195" y="250"/>
                  <a:pt x="251" y="194"/>
                  <a:pt x="251" y="125"/>
                </a:cubicBezTo>
                <a:cubicBezTo>
                  <a:pt x="251" y="56"/>
                  <a:pt x="195" y="0"/>
                  <a:pt x="126" y="0"/>
                </a:cubicBezTo>
                <a:close/>
                <a:moveTo>
                  <a:pt x="126" y="6"/>
                </a:moveTo>
                <a:cubicBezTo>
                  <a:pt x="151" y="6"/>
                  <a:pt x="174" y="14"/>
                  <a:pt x="194" y="28"/>
                </a:cubicBezTo>
                <a:cubicBezTo>
                  <a:pt x="166" y="109"/>
                  <a:pt x="166" y="109"/>
                  <a:pt x="166" y="109"/>
                </a:cubicBezTo>
                <a:cubicBezTo>
                  <a:pt x="135" y="87"/>
                  <a:pt x="135" y="87"/>
                  <a:pt x="135" y="87"/>
                </a:cubicBezTo>
                <a:cubicBezTo>
                  <a:pt x="61" y="26"/>
                  <a:pt x="61" y="26"/>
                  <a:pt x="61" y="26"/>
                </a:cubicBezTo>
                <a:cubicBezTo>
                  <a:pt x="80" y="13"/>
                  <a:pt x="102" y="6"/>
                  <a:pt x="126" y="6"/>
                </a:cubicBezTo>
                <a:close/>
                <a:moveTo>
                  <a:pt x="7" y="125"/>
                </a:moveTo>
                <a:cubicBezTo>
                  <a:pt x="7" y="86"/>
                  <a:pt x="26" y="51"/>
                  <a:pt x="55" y="29"/>
                </a:cubicBezTo>
                <a:cubicBezTo>
                  <a:pt x="121" y="83"/>
                  <a:pt x="121" y="83"/>
                  <a:pt x="121" y="83"/>
                </a:cubicBezTo>
                <a:cubicBezTo>
                  <a:pt x="80" y="112"/>
                  <a:pt x="80" y="112"/>
                  <a:pt x="80" y="112"/>
                </a:cubicBezTo>
                <a:cubicBezTo>
                  <a:pt x="81" y="113"/>
                  <a:pt x="81" y="113"/>
                  <a:pt x="81" y="113"/>
                </a:cubicBezTo>
                <a:cubicBezTo>
                  <a:pt x="12" y="160"/>
                  <a:pt x="12" y="160"/>
                  <a:pt x="12" y="160"/>
                </a:cubicBezTo>
                <a:cubicBezTo>
                  <a:pt x="9" y="149"/>
                  <a:pt x="7" y="137"/>
                  <a:pt x="7" y="125"/>
                </a:cubicBezTo>
                <a:close/>
                <a:moveTo>
                  <a:pt x="15" y="167"/>
                </a:moveTo>
                <a:cubicBezTo>
                  <a:pt x="83" y="119"/>
                  <a:pt x="83" y="119"/>
                  <a:pt x="83" y="119"/>
                </a:cubicBezTo>
                <a:cubicBezTo>
                  <a:pt x="89" y="138"/>
                  <a:pt x="89" y="138"/>
                  <a:pt x="89" y="138"/>
                </a:cubicBezTo>
                <a:cubicBezTo>
                  <a:pt x="89" y="138"/>
                  <a:pt x="89" y="138"/>
                  <a:pt x="89" y="138"/>
                </a:cubicBezTo>
                <a:cubicBezTo>
                  <a:pt x="122" y="243"/>
                  <a:pt x="122" y="243"/>
                  <a:pt x="122" y="243"/>
                </a:cubicBezTo>
                <a:cubicBezTo>
                  <a:pt x="73" y="242"/>
                  <a:pt x="31" y="210"/>
                  <a:pt x="15" y="167"/>
                </a:cubicBezTo>
                <a:close/>
                <a:moveTo>
                  <a:pt x="129" y="241"/>
                </a:moveTo>
                <a:cubicBezTo>
                  <a:pt x="104" y="163"/>
                  <a:pt x="104" y="163"/>
                  <a:pt x="104" y="163"/>
                </a:cubicBezTo>
                <a:cubicBezTo>
                  <a:pt x="131" y="163"/>
                  <a:pt x="131" y="163"/>
                  <a:pt x="131" y="163"/>
                </a:cubicBezTo>
                <a:cubicBezTo>
                  <a:pt x="153" y="163"/>
                  <a:pt x="153" y="163"/>
                  <a:pt x="153" y="163"/>
                </a:cubicBezTo>
                <a:cubicBezTo>
                  <a:pt x="237" y="163"/>
                  <a:pt x="237" y="163"/>
                  <a:pt x="237" y="163"/>
                </a:cubicBezTo>
                <a:cubicBezTo>
                  <a:pt x="221" y="211"/>
                  <a:pt x="179" y="240"/>
                  <a:pt x="129" y="241"/>
                </a:cubicBezTo>
                <a:close/>
                <a:moveTo>
                  <a:pt x="156" y="159"/>
                </a:moveTo>
                <a:cubicBezTo>
                  <a:pt x="158" y="152"/>
                  <a:pt x="158" y="152"/>
                  <a:pt x="158" y="152"/>
                </a:cubicBezTo>
                <a:cubicBezTo>
                  <a:pt x="199" y="32"/>
                  <a:pt x="199" y="32"/>
                  <a:pt x="199" y="32"/>
                </a:cubicBezTo>
                <a:cubicBezTo>
                  <a:pt x="227" y="54"/>
                  <a:pt x="244" y="88"/>
                  <a:pt x="244" y="125"/>
                </a:cubicBezTo>
                <a:cubicBezTo>
                  <a:pt x="244" y="137"/>
                  <a:pt x="242" y="147"/>
                  <a:pt x="239" y="159"/>
                </a:cubicBezTo>
                <a:lnTo>
                  <a:pt x="156" y="159"/>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142" name="组合 141"/>
          <p:cNvGrpSpPr/>
          <p:nvPr/>
        </p:nvGrpSpPr>
        <p:grpSpPr>
          <a:xfrm>
            <a:off x="4477684" y="110074"/>
            <a:ext cx="387324" cy="386009"/>
            <a:chOff x="5694363" y="206375"/>
            <a:chExt cx="935037" cy="931863"/>
          </a:xfrm>
          <a:solidFill>
            <a:srgbClr val="707E84"/>
          </a:solidFill>
        </p:grpSpPr>
        <p:sp>
          <p:nvSpPr>
            <p:cNvPr id="143" name="Freeform 696"/>
            <p:cNvSpPr>
              <a:spLocks/>
            </p:cNvSpPr>
            <p:nvPr/>
          </p:nvSpPr>
          <p:spPr bwMode="auto">
            <a:xfrm>
              <a:off x="5694363" y="398463"/>
              <a:ext cx="277812" cy="431800"/>
            </a:xfrm>
            <a:custGeom>
              <a:avLst/>
              <a:gdLst>
                <a:gd name="T0" fmla="*/ 31 w 74"/>
                <a:gd name="T1" fmla="*/ 73 h 115"/>
                <a:gd name="T2" fmla="*/ 74 w 74"/>
                <a:gd name="T3" fmla="*/ 0 h 115"/>
                <a:gd name="T4" fmla="*/ 25 w 74"/>
                <a:gd name="T5" fmla="*/ 0 h 115"/>
                <a:gd name="T6" fmla="*/ 0 w 74"/>
                <a:gd name="T7" fmla="*/ 74 h 115"/>
                <a:gd name="T8" fmla="*/ 7 w 74"/>
                <a:gd name="T9" fmla="*/ 115 h 115"/>
                <a:gd name="T10" fmla="*/ 31 w 74"/>
                <a:gd name="T11" fmla="*/ 73 h 115"/>
              </a:gdLst>
              <a:ahLst/>
              <a:cxnLst>
                <a:cxn ang="0">
                  <a:pos x="T0" y="T1"/>
                </a:cxn>
                <a:cxn ang="0">
                  <a:pos x="T2" y="T3"/>
                </a:cxn>
                <a:cxn ang="0">
                  <a:pos x="T4" y="T5"/>
                </a:cxn>
                <a:cxn ang="0">
                  <a:pos x="T6" y="T7"/>
                </a:cxn>
                <a:cxn ang="0">
                  <a:pos x="T8" y="T9"/>
                </a:cxn>
                <a:cxn ang="0">
                  <a:pos x="T10" y="T11"/>
                </a:cxn>
              </a:cxnLst>
              <a:rect l="0" t="0" r="r" b="b"/>
              <a:pathLst>
                <a:path w="74" h="115">
                  <a:moveTo>
                    <a:pt x="31" y="73"/>
                  </a:moveTo>
                  <a:cubicBezTo>
                    <a:pt x="74" y="0"/>
                    <a:pt x="74" y="0"/>
                    <a:pt x="74" y="0"/>
                  </a:cubicBezTo>
                  <a:cubicBezTo>
                    <a:pt x="25" y="0"/>
                    <a:pt x="25" y="0"/>
                    <a:pt x="25" y="0"/>
                  </a:cubicBezTo>
                  <a:cubicBezTo>
                    <a:pt x="9" y="20"/>
                    <a:pt x="0" y="46"/>
                    <a:pt x="0" y="74"/>
                  </a:cubicBezTo>
                  <a:cubicBezTo>
                    <a:pt x="0" y="88"/>
                    <a:pt x="3" y="102"/>
                    <a:pt x="7" y="115"/>
                  </a:cubicBezTo>
                  <a:cubicBezTo>
                    <a:pt x="31" y="73"/>
                    <a:pt x="31" y="73"/>
                    <a:pt x="31"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697"/>
            <p:cNvSpPr>
              <a:spLocks/>
            </p:cNvSpPr>
            <p:nvPr/>
          </p:nvSpPr>
          <p:spPr bwMode="auto">
            <a:xfrm>
              <a:off x="6013450" y="969963"/>
              <a:ext cx="511175" cy="168275"/>
            </a:xfrm>
            <a:custGeom>
              <a:avLst/>
              <a:gdLst>
                <a:gd name="T0" fmla="*/ 71 w 136"/>
                <a:gd name="T1" fmla="*/ 0 h 45"/>
                <a:gd name="T2" fmla="*/ 0 w 136"/>
                <a:gd name="T3" fmla="*/ 0 h 45"/>
                <a:gd name="T4" fmla="*/ 26 w 136"/>
                <a:gd name="T5" fmla="*/ 45 h 45"/>
                <a:gd name="T6" fmla="*/ 40 w 136"/>
                <a:gd name="T7" fmla="*/ 45 h 45"/>
                <a:gd name="T8" fmla="*/ 136 w 136"/>
                <a:gd name="T9" fmla="*/ 0 h 45"/>
                <a:gd name="T10" fmla="*/ 86 w 136"/>
                <a:gd name="T11" fmla="*/ 0 h 45"/>
                <a:gd name="T12" fmla="*/ 71 w 136"/>
                <a:gd name="T13" fmla="*/ 0 h 45"/>
              </a:gdLst>
              <a:ahLst/>
              <a:cxnLst>
                <a:cxn ang="0">
                  <a:pos x="T0" y="T1"/>
                </a:cxn>
                <a:cxn ang="0">
                  <a:pos x="T2" y="T3"/>
                </a:cxn>
                <a:cxn ang="0">
                  <a:pos x="T4" y="T5"/>
                </a:cxn>
                <a:cxn ang="0">
                  <a:pos x="T6" y="T7"/>
                </a:cxn>
                <a:cxn ang="0">
                  <a:pos x="T8" y="T9"/>
                </a:cxn>
                <a:cxn ang="0">
                  <a:pos x="T10" y="T11"/>
                </a:cxn>
                <a:cxn ang="0">
                  <a:pos x="T12" y="T13"/>
                </a:cxn>
              </a:cxnLst>
              <a:rect l="0" t="0" r="r" b="b"/>
              <a:pathLst>
                <a:path w="136" h="45">
                  <a:moveTo>
                    <a:pt x="71" y="0"/>
                  </a:moveTo>
                  <a:cubicBezTo>
                    <a:pt x="0" y="0"/>
                    <a:pt x="0" y="0"/>
                    <a:pt x="0" y="0"/>
                  </a:cubicBezTo>
                  <a:cubicBezTo>
                    <a:pt x="26" y="45"/>
                    <a:pt x="26" y="45"/>
                    <a:pt x="26" y="45"/>
                  </a:cubicBezTo>
                  <a:cubicBezTo>
                    <a:pt x="30" y="45"/>
                    <a:pt x="35" y="45"/>
                    <a:pt x="40" y="45"/>
                  </a:cubicBezTo>
                  <a:cubicBezTo>
                    <a:pt x="78" y="45"/>
                    <a:pt x="113" y="28"/>
                    <a:pt x="136" y="0"/>
                  </a:cubicBezTo>
                  <a:cubicBezTo>
                    <a:pt x="86" y="0"/>
                    <a:pt x="86" y="0"/>
                    <a:pt x="86" y="0"/>
                  </a:cubicBezTo>
                  <a:lnTo>
                    <a:pt x="7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698"/>
            <p:cNvSpPr>
              <a:spLocks/>
            </p:cNvSpPr>
            <p:nvPr/>
          </p:nvSpPr>
          <p:spPr bwMode="auto">
            <a:xfrm>
              <a:off x="5807075" y="206375"/>
              <a:ext cx="500062" cy="161925"/>
            </a:xfrm>
            <a:custGeom>
              <a:avLst/>
              <a:gdLst>
                <a:gd name="T0" fmla="*/ 64 w 133"/>
                <a:gd name="T1" fmla="*/ 43 h 43"/>
                <a:gd name="T2" fmla="*/ 133 w 133"/>
                <a:gd name="T3" fmla="*/ 43 h 43"/>
                <a:gd name="T4" fmla="*/ 108 w 133"/>
                <a:gd name="T5" fmla="*/ 1 h 43"/>
                <a:gd name="T6" fmla="*/ 95 w 133"/>
                <a:gd name="T7" fmla="*/ 0 h 43"/>
                <a:gd name="T8" fmla="*/ 0 w 133"/>
                <a:gd name="T9" fmla="*/ 43 h 43"/>
                <a:gd name="T10" fmla="*/ 48 w 133"/>
                <a:gd name="T11" fmla="*/ 43 h 43"/>
                <a:gd name="T12" fmla="*/ 64 w 133"/>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133" h="43">
                  <a:moveTo>
                    <a:pt x="64" y="43"/>
                  </a:moveTo>
                  <a:cubicBezTo>
                    <a:pt x="133" y="43"/>
                    <a:pt x="133" y="43"/>
                    <a:pt x="133" y="43"/>
                  </a:cubicBezTo>
                  <a:cubicBezTo>
                    <a:pt x="108" y="1"/>
                    <a:pt x="108" y="1"/>
                    <a:pt x="108" y="1"/>
                  </a:cubicBezTo>
                  <a:cubicBezTo>
                    <a:pt x="104" y="0"/>
                    <a:pt x="99" y="0"/>
                    <a:pt x="95" y="0"/>
                  </a:cubicBezTo>
                  <a:cubicBezTo>
                    <a:pt x="57" y="0"/>
                    <a:pt x="23" y="15"/>
                    <a:pt x="0" y="43"/>
                  </a:cubicBezTo>
                  <a:cubicBezTo>
                    <a:pt x="48" y="43"/>
                    <a:pt x="48" y="43"/>
                    <a:pt x="48" y="43"/>
                  </a:cubicBezTo>
                  <a:lnTo>
                    <a:pt x="64"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699"/>
            <p:cNvSpPr>
              <a:spLocks/>
            </p:cNvSpPr>
            <p:nvPr/>
          </p:nvSpPr>
          <p:spPr bwMode="auto">
            <a:xfrm>
              <a:off x="6351588" y="514350"/>
              <a:ext cx="277812" cy="425450"/>
            </a:xfrm>
            <a:custGeom>
              <a:avLst/>
              <a:gdLst>
                <a:gd name="T0" fmla="*/ 31 w 74"/>
                <a:gd name="T1" fmla="*/ 61 h 113"/>
                <a:gd name="T2" fmla="*/ 0 w 74"/>
                <a:gd name="T3" fmla="*/ 113 h 113"/>
                <a:gd name="T4" fmla="*/ 51 w 74"/>
                <a:gd name="T5" fmla="*/ 113 h 113"/>
                <a:gd name="T6" fmla="*/ 74 w 74"/>
                <a:gd name="T7" fmla="*/ 41 h 113"/>
                <a:gd name="T8" fmla="*/ 67 w 74"/>
                <a:gd name="T9" fmla="*/ 0 h 113"/>
                <a:gd name="T10" fmla="*/ 32 w 74"/>
                <a:gd name="T11" fmla="*/ 61 h 113"/>
                <a:gd name="T12" fmla="*/ 31 w 74"/>
                <a:gd name="T13" fmla="*/ 61 h 113"/>
              </a:gdLst>
              <a:ahLst/>
              <a:cxnLst>
                <a:cxn ang="0">
                  <a:pos x="T0" y="T1"/>
                </a:cxn>
                <a:cxn ang="0">
                  <a:pos x="T2" y="T3"/>
                </a:cxn>
                <a:cxn ang="0">
                  <a:pos x="T4" y="T5"/>
                </a:cxn>
                <a:cxn ang="0">
                  <a:pos x="T6" y="T7"/>
                </a:cxn>
                <a:cxn ang="0">
                  <a:pos x="T8" y="T9"/>
                </a:cxn>
                <a:cxn ang="0">
                  <a:pos x="T10" y="T11"/>
                </a:cxn>
                <a:cxn ang="0">
                  <a:pos x="T12" y="T13"/>
                </a:cxn>
              </a:cxnLst>
              <a:rect l="0" t="0" r="r" b="b"/>
              <a:pathLst>
                <a:path w="74" h="113">
                  <a:moveTo>
                    <a:pt x="31" y="61"/>
                  </a:moveTo>
                  <a:cubicBezTo>
                    <a:pt x="0" y="113"/>
                    <a:pt x="0" y="113"/>
                    <a:pt x="0" y="113"/>
                  </a:cubicBezTo>
                  <a:cubicBezTo>
                    <a:pt x="51" y="113"/>
                    <a:pt x="51" y="113"/>
                    <a:pt x="51" y="113"/>
                  </a:cubicBezTo>
                  <a:cubicBezTo>
                    <a:pt x="65" y="93"/>
                    <a:pt x="74" y="68"/>
                    <a:pt x="74" y="41"/>
                  </a:cubicBezTo>
                  <a:cubicBezTo>
                    <a:pt x="74" y="27"/>
                    <a:pt x="71" y="13"/>
                    <a:pt x="67" y="0"/>
                  </a:cubicBezTo>
                  <a:cubicBezTo>
                    <a:pt x="32" y="61"/>
                    <a:pt x="32" y="61"/>
                    <a:pt x="32" y="61"/>
                  </a:cubicBezTo>
                  <a:lnTo>
                    <a:pt x="31"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700"/>
            <p:cNvSpPr>
              <a:spLocks/>
            </p:cNvSpPr>
            <p:nvPr/>
          </p:nvSpPr>
          <p:spPr bwMode="auto">
            <a:xfrm>
              <a:off x="6246813" y="214313"/>
              <a:ext cx="346075" cy="431800"/>
            </a:xfrm>
            <a:custGeom>
              <a:avLst/>
              <a:gdLst>
                <a:gd name="T0" fmla="*/ 24 w 92"/>
                <a:gd name="T1" fmla="*/ 41 h 115"/>
                <a:gd name="T2" fmla="*/ 67 w 92"/>
                <a:gd name="T3" fmla="*/ 115 h 115"/>
                <a:gd name="T4" fmla="*/ 92 w 92"/>
                <a:gd name="T5" fmla="*/ 73 h 115"/>
                <a:gd name="T6" fmla="*/ 0 w 92"/>
                <a:gd name="T7" fmla="*/ 0 h 115"/>
                <a:gd name="T8" fmla="*/ 24 w 92"/>
                <a:gd name="T9" fmla="*/ 41 h 115"/>
              </a:gdLst>
              <a:ahLst/>
              <a:cxnLst>
                <a:cxn ang="0">
                  <a:pos x="T0" y="T1"/>
                </a:cxn>
                <a:cxn ang="0">
                  <a:pos x="T2" y="T3"/>
                </a:cxn>
                <a:cxn ang="0">
                  <a:pos x="T4" y="T5"/>
                </a:cxn>
                <a:cxn ang="0">
                  <a:pos x="T6" y="T7"/>
                </a:cxn>
                <a:cxn ang="0">
                  <a:pos x="T8" y="T9"/>
                </a:cxn>
              </a:cxnLst>
              <a:rect l="0" t="0" r="r" b="b"/>
              <a:pathLst>
                <a:path w="92" h="115">
                  <a:moveTo>
                    <a:pt x="24" y="41"/>
                  </a:moveTo>
                  <a:cubicBezTo>
                    <a:pt x="67" y="115"/>
                    <a:pt x="67" y="115"/>
                    <a:pt x="67" y="115"/>
                  </a:cubicBezTo>
                  <a:cubicBezTo>
                    <a:pt x="92" y="73"/>
                    <a:pt x="92" y="73"/>
                    <a:pt x="92" y="73"/>
                  </a:cubicBezTo>
                  <a:cubicBezTo>
                    <a:pt x="75" y="35"/>
                    <a:pt x="41" y="7"/>
                    <a:pt x="0" y="0"/>
                  </a:cubicBezTo>
                  <a:cubicBezTo>
                    <a:pt x="24" y="41"/>
                    <a:pt x="24" y="41"/>
                    <a:pt x="24"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701"/>
            <p:cNvSpPr>
              <a:spLocks/>
            </p:cNvSpPr>
            <p:nvPr/>
          </p:nvSpPr>
          <p:spPr bwMode="auto">
            <a:xfrm>
              <a:off x="5732463" y="698500"/>
              <a:ext cx="344487" cy="436563"/>
            </a:xfrm>
            <a:custGeom>
              <a:avLst/>
              <a:gdLst>
                <a:gd name="T0" fmla="*/ 58 w 92"/>
                <a:gd name="T1" fmla="*/ 55 h 116"/>
                <a:gd name="T2" fmla="*/ 25 w 92"/>
                <a:gd name="T3" fmla="*/ 0 h 116"/>
                <a:gd name="T4" fmla="*/ 0 w 92"/>
                <a:gd name="T5" fmla="*/ 42 h 116"/>
                <a:gd name="T6" fmla="*/ 92 w 92"/>
                <a:gd name="T7" fmla="*/ 116 h 116"/>
                <a:gd name="T8" fmla="*/ 57 w 92"/>
                <a:gd name="T9" fmla="*/ 56 h 116"/>
                <a:gd name="T10" fmla="*/ 58 w 92"/>
                <a:gd name="T11" fmla="*/ 55 h 116"/>
              </a:gdLst>
              <a:ahLst/>
              <a:cxnLst>
                <a:cxn ang="0">
                  <a:pos x="T0" y="T1"/>
                </a:cxn>
                <a:cxn ang="0">
                  <a:pos x="T2" y="T3"/>
                </a:cxn>
                <a:cxn ang="0">
                  <a:pos x="T4" y="T5"/>
                </a:cxn>
                <a:cxn ang="0">
                  <a:pos x="T6" y="T7"/>
                </a:cxn>
                <a:cxn ang="0">
                  <a:pos x="T8" y="T9"/>
                </a:cxn>
                <a:cxn ang="0">
                  <a:pos x="T10" y="T11"/>
                </a:cxn>
              </a:cxnLst>
              <a:rect l="0" t="0" r="r" b="b"/>
              <a:pathLst>
                <a:path w="92" h="116">
                  <a:moveTo>
                    <a:pt x="58" y="55"/>
                  </a:moveTo>
                  <a:cubicBezTo>
                    <a:pt x="25" y="0"/>
                    <a:pt x="25" y="0"/>
                    <a:pt x="25" y="0"/>
                  </a:cubicBezTo>
                  <a:cubicBezTo>
                    <a:pt x="0" y="42"/>
                    <a:pt x="0" y="42"/>
                    <a:pt x="0" y="42"/>
                  </a:cubicBezTo>
                  <a:cubicBezTo>
                    <a:pt x="16" y="80"/>
                    <a:pt x="51" y="108"/>
                    <a:pt x="92" y="116"/>
                  </a:cubicBezTo>
                  <a:cubicBezTo>
                    <a:pt x="57" y="56"/>
                    <a:pt x="57" y="56"/>
                    <a:pt x="57" y="56"/>
                  </a:cubicBezTo>
                  <a:lnTo>
                    <a:pt x="58" y="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49" name="组合 148"/>
          <p:cNvGrpSpPr/>
          <p:nvPr/>
        </p:nvGrpSpPr>
        <p:grpSpPr>
          <a:xfrm>
            <a:off x="6838931" y="117989"/>
            <a:ext cx="369964" cy="370178"/>
            <a:chOff x="4535224" y="3429000"/>
            <a:chExt cx="369964" cy="370178"/>
          </a:xfrm>
          <a:solidFill>
            <a:srgbClr val="707E84"/>
          </a:solidFill>
        </p:grpSpPr>
        <p:sp>
          <p:nvSpPr>
            <p:cNvPr id="150" name="Freeform 5"/>
            <p:cNvSpPr>
              <a:spLocks/>
            </p:cNvSpPr>
            <p:nvPr/>
          </p:nvSpPr>
          <p:spPr bwMode="auto">
            <a:xfrm>
              <a:off x="4654485" y="3693596"/>
              <a:ext cx="232323" cy="105582"/>
            </a:xfrm>
            <a:custGeom>
              <a:avLst/>
              <a:gdLst>
                <a:gd name="T0" fmla="*/ 287 w 460"/>
                <a:gd name="T1" fmla="*/ 0 h 209"/>
                <a:gd name="T2" fmla="*/ 273 w 460"/>
                <a:gd name="T3" fmla="*/ 0 h 209"/>
                <a:gd name="T4" fmla="*/ 260 w 460"/>
                <a:gd name="T5" fmla="*/ 0 h 209"/>
                <a:gd name="T6" fmla="*/ 0 w 460"/>
                <a:gd name="T7" fmla="*/ 0 h 209"/>
                <a:gd name="T8" fmla="*/ 0 w 460"/>
                <a:gd name="T9" fmla="*/ 185 h 209"/>
                <a:gd name="T10" fmla="*/ 130 w 460"/>
                <a:gd name="T11" fmla="*/ 209 h 209"/>
                <a:gd name="T12" fmla="*/ 260 w 460"/>
                <a:gd name="T13" fmla="*/ 185 h 209"/>
                <a:gd name="T14" fmla="*/ 273 w 460"/>
                <a:gd name="T15" fmla="*/ 179 h 209"/>
                <a:gd name="T16" fmla="*/ 287 w 460"/>
                <a:gd name="T17" fmla="*/ 173 h 209"/>
                <a:gd name="T18" fmla="*/ 460 w 460"/>
                <a:gd name="T19" fmla="*/ 0 h 209"/>
                <a:gd name="T20" fmla="*/ 287 w 460"/>
                <a:gd name="T21"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0" h="209">
                  <a:moveTo>
                    <a:pt x="287" y="0"/>
                  </a:moveTo>
                  <a:cubicBezTo>
                    <a:pt x="273" y="0"/>
                    <a:pt x="273" y="0"/>
                    <a:pt x="273" y="0"/>
                  </a:cubicBezTo>
                  <a:cubicBezTo>
                    <a:pt x="260" y="0"/>
                    <a:pt x="260" y="0"/>
                    <a:pt x="260" y="0"/>
                  </a:cubicBezTo>
                  <a:cubicBezTo>
                    <a:pt x="0" y="0"/>
                    <a:pt x="0" y="0"/>
                    <a:pt x="0" y="0"/>
                  </a:cubicBezTo>
                  <a:cubicBezTo>
                    <a:pt x="0" y="185"/>
                    <a:pt x="0" y="185"/>
                    <a:pt x="0" y="185"/>
                  </a:cubicBezTo>
                  <a:cubicBezTo>
                    <a:pt x="40" y="200"/>
                    <a:pt x="84" y="209"/>
                    <a:pt x="130" y="209"/>
                  </a:cubicBezTo>
                  <a:cubicBezTo>
                    <a:pt x="176" y="209"/>
                    <a:pt x="219" y="200"/>
                    <a:pt x="260" y="185"/>
                  </a:cubicBezTo>
                  <a:cubicBezTo>
                    <a:pt x="264" y="183"/>
                    <a:pt x="269" y="181"/>
                    <a:pt x="273" y="179"/>
                  </a:cubicBezTo>
                  <a:cubicBezTo>
                    <a:pt x="278" y="178"/>
                    <a:pt x="282" y="176"/>
                    <a:pt x="287" y="173"/>
                  </a:cubicBezTo>
                  <a:cubicBezTo>
                    <a:pt x="363" y="137"/>
                    <a:pt x="424" y="76"/>
                    <a:pt x="460" y="0"/>
                  </a:cubicBezTo>
                  <a:lnTo>
                    <a:pt x="287" y="0"/>
                  </a:ln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1" name="Freeform 6"/>
            <p:cNvSpPr>
              <a:spLocks/>
            </p:cNvSpPr>
            <p:nvPr/>
          </p:nvSpPr>
          <p:spPr bwMode="auto">
            <a:xfrm>
              <a:off x="4799393" y="3446740"/>
              <a:ext cx="105795" cy="233178"/>
            </a:xfrm>
            <a:custGeom>
              <a:avLst/>
              <a:gdLst>
                <a:gd name="T0" fmla="*/ 185 w 209"/>
                <a:gd name="T1" fmla="*/ 201 h 461"/>
                <a:gd name="T2" fmla="*/ 179 w 209"/>
                <a:gd name="T3" fmla="*/ 187 h 461"/>
                <a:gd name="T4" fmla="*/ 173 w 209"/>
                <a:gd name="T5" fmla="*/ 174 h 461"/>
                <a:gd name="T6" fmla="*/ 0 w 209"/>
                <a:gd name="T7" fmla="*/ 0 h 461"/>
                <a:gd name="T8" fmla="*/ 0 w 209"/>
                <a:gd name="T9" fmla="*/ 174 h 461"/>
                <a:gd name="T10" fmla="*/ 0 w 209"/>
                <a:gd name="T11" fmla="*/ 187 h 461"/>
                <a:gd name="T12" fmla="*/ 0 w 209"/>
                <a:gd name="T13" fmla="*/ 201 h 461"/>
                <a:gd name="T14" fmla="*/ 0 w 209"/>
                <a:gd name="T15" fmla="*/ 461 h 461"/>
                <a:gd name="T16" fmla="*/ 185 w 209"/>
                <a:gd name="T17" fmla="*/ 461 h 461"/>
                <a:gd name="T18" fmla="*/ 209 w 209"/>
                <a:gd name="T19" fmla="*/ 331 h 461"/>
                <a:gd name="T20" fmla="*/ 185 w 209"/>
                <a:gd name="T21" fmla="*/ 201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9" h="461">
                  <a:moveTo>
                    <a:pt x="185" y="201"/>
                  </a:moveTo>
                  <a:cubicBezTo>
                    <a:pt x="183" y="196"/>
                    <a:pt x="181" y="192"/>
                    <a:pt x="179" y="187"/>
                  </a:cubicBezTo>
                  <a:cubicBezTo>
                    <a:pt x="178" y="183"/>
                    <a:pt x="176" y="178"/>
                    <a:pt x="173" y="174"/>
                  </a:cubicBezTo>
                  <a:cubicBezTo>
                    <a:pt x="137" y="98"/>
                    <a:pt x="76" y="36"/>
                    <a:pt x="0" y="0"/>
                  </a:cubicBezTo>
                  <a:cubicBezTo>
                    <a:pt x="0" y="174"/>
                    <a:pt x="0" y="174"/>
                    <a:pt x="0" y="174"/>
                  </a:cubicBezTo>
                  <a:cubicBezTo>
                    <a:pt x="0" y="187"/>
                    <a:pt x="0" y="187"/>
                    <a:pt x="0" y="187"/>
                  </a:cubicBezTo>
                  <a:cubicBezTo>
                    <a:pt x="0" y="201"/>
                    <a:pt x="0" y="201"/>
                    <a:pt x="0" y="201"/>
                  </a:cubicBezTo>
                  <a:cubicBezTo>
                    <a:pt x="0" y="461"/>
                    <a:pt x="0" y="461"/>
                    <a:pt x="0" y="461"/>
                  </a:cubicBezTo>
                  <a:cubicBezTo>
                    <a:pt x="185" y="461"/>
                    <a:pt x="185" y="461"/>
                    <a:pt x="185" y="461"/>
                  </a:cubicBezTo>
                  <a:cubicBezTo>
                    <a:pt x="200" y="420"/>
                    <a:pt x="209" y="377"/>
                    <a:pt x="209" y="331"/>
                  </a:cubicBezTo>
                  <a:cubicBezTo>
                    <a:pt x="209" y="285"/>
                    <a:pt x="200" y="241"/>
                    <a:pt x="185" y="20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2" name="Freeform 7"/>
            <p:cNvSpPr>
              <a:spLocks/>
            </p:cNvSpPr>
            <p:nvPr/>
          </p:nvSpPr>
          <p:spPr bwMode="auto">
            <a:xfrm>
              <a:off x="4552750" y="3429000"/>
              <a:ext cx="232964" cy="105795"/>
            </a:xfrm>
            <a:custGeom>
              <a:avLst/>
              <a:gdLst>
                <a:gd name="T0" fmla="*/ 331 w 461"/>
                <a:gd name="T1" fmla="*/ 0 h 209"/>
                <a:gd name="T2" fmla="*/ 201 w 461"/>
                <a:gd name="T3" fmla="*/ 24 h 209"/>
                <a:gd name="T4" fmla="*/ 187 w 461"/>
                <a:gd name="T5" fmla="*/ 29 h 209"/>
                <a:gd name="T6" fmla="*/ 174 w 461"/>
                <a:gd name="T7" fmla="*/ 35 h 209"/>
                <a:gd name="T8" fmla="*/ 0 w 461"/>
                <a:gd name="T9" fmla="*/ 209 h 209"/>
                <a:gd name="T10" fmla="*/ 174 w 461"/>
                <a:gd name="T11" fmla="*/ 209 h 209"/>
                <a:gd name="T12" fmla="*/ 187 w 461"/>
                <a:gd name="T13" fmla="*/ 209 h 209"/>
                <a:gd name="T14" fmla="*/ 201 w 461"/>
                <a:gd name="T15" fmla="*/ 209 h 209"/>
                <a:gd name="T16" fmla="*/ 461 w 461"/>
                <a:gd name="T17" fmla="*/ 209 h 209"/>
                <a:gd name="T18" fmla="*/ 461 w 461"/>
                <a:gd name="T19" fmla="*/ 24 h 209"/>
                <a:gd name="T20" fmla="*/ 331 w 461"/>
                <a:gd name="T21"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1" h="209">
                  <a:moveTo>
                    <a:pt x="331" y="0"/>
                  </a:moveTo>
                  <a:cubicBezTo>
                    <a:pt x="285" y="0"/>
                    <a:pt x="241" y="8"/>
                    <a:pt x="201" y="24"/>
                  </a:cubicBezTo>
                  <a:cubicBezTo>
                    <a:pt x="196" y="26"/>
                    <a:pt x="192" y="27"/>
                    <a:pt x="187" y="29"/>
                  </a:cubicBezTo>
                  <a:cubicBezTo>
                    <a:pt x="183" y="31"/>
                    <a:pt x="178" y="33"/>
                    <a:pt x="174" y="35"/>
                  </a:cubicBezTo>
                  <a:cubicBezTo>
                    <a:pt x="98" y="71"/>
                    <a:pt x="36" y="133"/>
                    <a:pt x="0" y="209"/>
                  </a:cubicBezTo>
                  <a:cubicBezTo>
                    <a:pt x="174" y="209"/>
                    <a:pt x="174" y="209"/>
                    <a:pt x="174" y="209"/>
                  </a:cubicBezTo>
                  <a:cubicBezTo>
                    <a:pt x="187" y="209"/>
                    <a:pt x="187" y="209"/>
                    <a:pt x="187" y="209"/>
                  </a:cubicBezTo>
                  <a:cubicBezTo>
                    <a:pt x="201" y="209"/>
                    <a:pt x="201" y="209"/>
                    <a:pt x="201" y="209"/>
                  </a:cubicBezTo>
                  <a:cubicBezTo>
                    <a:pt x="461" y="209"/>
                    <a:pt x="461" y="209"/>
                    <a:pt x="461" y="209"/>
                  </a:cubicBezTo>
                  <a:cubicBezTo>
                    <a:pt x="461" y="24"/>
                    <a:pt x="461" y="24"/>
                    <a:pt x="461" y="24"/>
                  </a:cubicBezTo>
                  <a:cubicBezTo>
                    <a:pt x="420" y="8"/>
                    <a:pt x="377" y="0"/>
                    <a:pt x="331"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3" name="Freeform 8"/>
            <p:cNvSpPr>
              <a:spLocks/>
            </p:cNvSpPr>
            <p:nvPr/>
          </p:nvSpPr>
          <p:spPr bwMode="auto">
            <a:xfrm>
              <a:off x="4535224" y="3548474"/>
              <a:ext cx="105582" cy="232537"/>
            </a:xfrm>
            <a:custGeom>
              <a:avLst/>
              <a:gdLst>
                <a:gd name="T0" fmla="*/ 24 w 209"/>
                <a:gd name="T1" fmla="*/ 0 h 460"/>
                <a:gd name="T2" fmla="*/ 0 w 209"/>
                <a:gd name="T3" fmla="*/ 130 h 460"/>
                <a:gd name="T4" fmla="*/ 24 w 209"/>
                <a:gd name="T5" fmla="*/ 260 h 460"/>
                <a:gd name="T6" fmla="*/ 29 w 209"/>
                <a:gd name="T7" fmla="*/ 273 h 460"/>
                <a:gd name="T8" fmla="*/ 35 w 209"/>
                <a:gd name="T9" fmla="*/ 287 h 460"/>
                <a:gd name="T10" fmla="*/ 209 w 209"/>
                <a:gd name="T11" fmla="*/ 460 h 460"/>
                <a:gd name="T12" fmla="*/ 209 w 209"/>
                <a:gd name="T13" fmla="*/ 287 h 460"/>
                <a:gd name="T14" fmla="*/ 209 w 209"/>
                <a:gd name="T15" fmla="*/ 273 h 460"/>
                <a:gd name="T16" fmla="*/ 209 w 209"/>
                <a:gd name="T17" fmla="*/ 260 h 460"/>
                <a:gd name="T18" fmla="*/ 209 w 209"/>
                <a:gd name="T19" fmla="*/ 0 h 460"/>
                <a:gd name="T20" fmla="*/ 24 w 209"/>
                <a:gd name="T21" fmla="*/ 0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9" h="460">
                  <a:moveTo>
                    <a:pt x="24" y="0"/>
                  </a:moveTo>
                  <a:cubicBezTo>
                    <a:pt x="8" y="40"/>
                    <a:pt x="0" y="84"/>
                    <a:pt x="0" y="130"/>
                  </a:cubicBezTo>
                  <a:cubicBezTo>
                    <a:pt x="0" y="176"/>
                    <a:pt x="8" y="219"/>
                    <a:pt x="24" y="260"/>
                  </a:cubicBezTo>
                  <a:cubicBezTo>
                    <a:pt x="26" y="264"/>
                    <a:pt x="27" y="269"/>
                    <a:pt x="29" y="273"/>
                  </a:cubicBezTo>
                  <a:cubicBezTo>
                    <a:pt x="31" y="278"/>
                    <a:pt x="33" y="282"/>
                    <a:pt x="35" y="287"/>
                  </a:cubicBezTo>
                  <a:cubicBezTo>
                    <a:pt x="71" y="363"/>
                    <a:pt x="133" y="424"/>
                    <a:pt x="209" y="460"/>
                  </a:cubicBezTo>
                  <a:cubicBezTo>
                    <a:pt x="209" y="287"/>
                    <a:pt x="209" y="287"/>
                    <a:pt x="209" y="287"/>
                  </a:cubicBezTo>
                  <a:cubicBezTo>
                    <a:pt x="209" y="273"/>
                    <a:pt x="209" y="273"/>
                    <a:pt x="209" y="273"/>
                  </a:cubicBezTo>
                  <a:cubicBezTo>
                    <a:pt x="209" y="260"/>
                    <a:pt x="209" y="260"/>
                    <a:pt x="209" y="260"/>
                  </a:cubicBezTo>
                  <a:cubicBezTo>
                    <a:pt x="209" y="0"/>
                    <a:pt x="209" y="0"/>
                    <a:pt x="209" y="0"/>
                  </a:cubicBezTo>
                  <a:lnTo>
                    <a:pt x="24" y="0"/>
                  </a:ln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54" name="组合 153"/>
          <p:cNvGrpSpPr/>
          <p:nvPr/>
        </p:nvGrpSpPr>
        <p:grpSpPr>
          <a:xfrm>
            <a:off x="7381594" y="118738"/>
            <a:ext cx="368254" cy="368681"/>
            <a:chOff x="5053730" y="3429000"/>
            <a:chExt cx="368254" cy="368681"/>
          </a:xfrm>
          <a:solidFill>
            <a:srgbClr val="707E84"/>
          </a:solidFill>
        </p:grpSpPr>
        <p:sp>
          <p:nvSpPr>
            <p:cNvPr id="155" name="Freeform 9"/>
            <p:cNvSpPr>
              <a:spLocks/>
            </p:cNvSpPr>
            <p:nvPr/>
          </p:nvSpPr>
          <p:spPr bwMode="auto">
            <a:xfrm>
              <a:off x="5053730" y="3429000"/>
              <a:ext cx="177394" cy="177609"/>
            </a:xfrm>
            <a:custGeom>
              <a:avLst/>
              <a:gdLst>
                <a:gd name="T0" fmla="*/ 0 w 351"/>
                <a:gd name="T1" fmla="*/ 351 h 351"/>
                <a:gd name="T2" fmla="*/ 165 w 351"/>
                <a:gd name="T3" fmla="*/ 351 h 351"/>
                <a:gd name="T4" fmla="*/ 351 w 351"/>
                <a:gd name="T5" fmla="*/ 165 h 351"/>
                <a:gd name="T6" fmla="*/ 351 w 351"/>
                <a:gd name="T7" fmla="*/ 0 h 351"/>
                <a:gd name="T8" fmla="*/ 0 w 351"/>
                <a:gd name="T9" fmla="*/ 351 h 351"/>
              </a:gdLst>
              <a:ahLst/>
              <a:cxnLst>
                <a:cxn ang="0">
                  <a:pos x="T0" y="T1"/>
                </a:cxn>
                <a:cxn ang="0">
                  <a:pos x="T2" y="T3"/>
                </a:cxn>
                <a:cxn ang="0">
                  <a:pos x="T4" y="T5"/>
                </a:cxn>
                <a:cxn ang="0">
                  <a:pos x="T6" y="T7"/>
                </a:cxn>
                <a:cxn ang="0">
                  <a:pos x="T8" y="T9"/>
                </a:cxn>
              </a:cxnLst>
              <a:rect l="0" t="0" r="r" b="b"/>
              <a:pathLst>
                <a:path w="351" h="351">
                  <a:moveTo>
                    <a:pt x="0" y="351"/>
                  </a:moveTo>
                  <a:cubicBezTo>
                    <a:pt x="165" y="351"/>
                    <a:pt x="165" y="351"/>
                    <a:pt x="165" y="351"/>
                  </a:cubicBezTo>
                  <a:cubicBezTo>
                    <a:pt x="351" y="165"/>
                    <a:pt x="351" y="165"/>
                    <a:pt x="351" y="165"/>
                  </a:cubicBezTo>
                  <a:cubicBezTo>
                    <a:pt x="351" y="0"/>
                    <a:pt x="351" y="0"/>
                    <a:pt x="351" y="0"/>
                  </a:cubicBezTo>
                  <a:cubicBezTo>
                    <a:pt x="161" y="7"/>
                    <a:pt x="7" y="162"/>
                    <a:pt x="0" y="3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6" name="Freeform 10"/>
            <p:cNvSpPr>
              <a:spLocks/>
            </p:cNvSpPr>
            <p:nvPr/>
          </p:nvSpPr>
          <p:spPr bwMode="auto">
            <a:xfrm>
              <a:off x="5244590" y="3620287"/>
              <a:ext cx="177394" cy="177394"/>
            </a:xfrm>
            <a:custGeom>
              <a:avLst/>
              <a:gdLst>
                <a:gd name="T0" fmla="*/ 351 w 351"/>
                <a:gd name="T1" fmla="*/ 0 h 351"/>
                <a:gd name="T2" fmla="*/ 185 w 351"/>
                <a:gd name="T3" fmla="*/ 0 h 351"/>
                <a:gd name="T4" fmla="*/ 0 w 351"/>
                <a:gd name="T5" fmla="*/ 186 h 351"/>
                <a:gd name="T6" fmla="*/ 0 w 351"/>
                <a:gd name="T7" fmla="*/ 351 h 351"/>
                <a:gd name="T8" fmla="*/ 351 w 351"/>
                <a:gd name="T9" fmla="*/ 0 h 351"/>
              </a:gdLst>
              <a:ahLst/>
              <a:cxnLst>
                <a:cxn ang="0">
                  <a:pos x="T0" y="T1"/>
                </a:cxn>
                <a:cxn ang="0">
                  <a:pos x="T2" y="T3"/>
                </a:cxn>
                <a:cxn ang="0">
                  <a:pos x="T4" y="T5"/>
                </a:cxn>
                <a:cxn ang="0">
                  <a:pos x="T6" y="T7"/>
                </a:cxn>
                <a:cxn ang="0">
                  <a:pos x="T8" y="T9"/>
                </a:cxn>
              </a:cxnLst>
              <a:rect l="0" t="0" r="r" b="b"/>
              <a:pathLst>
                <a:path w="351" h="351">
                  <a:moveTo>
                    <a:pt x="351" y="0"/>
                  </a:moveTo>
                  <a:cubicBezTo>
                    <a:pt x="185" y="0"/>
                    <a:pt x="185" y="0"/>
                    <a:pt x="185" y="0"/>
                  </a:cubicBezTo>
                  <a:cubicBezTo>
                    <a:pt x="0" y="186"/>
                    <a:pt x="0" y="186"/>
                    <a:pt x="0" y="186"/>
                  </a:cubicBezTo>
                  <a:cubicBezTo>
                    <a:pt x="0" y="351"/>
                    <a:pt x="0" y="351"/>
                    <a:pt x="0" y="351"/>
                  </a:cubicBezTo>
                  <a:cubicBezTo>
                    <a:pt x="189" y="344"/>
                    <a:pt x="344" y="189"/>
                    <a:pt x="351"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7" name="Freeform 11"/>
            <p:cNvSpPr>
              <a:spLocks/>
            </p:cNvSpPr>
            <p:nvPr/>
          </p:nvSpPr>
          <p:spPr bwMode="auto">
            <a:xfrm>
              <a:off x="5244590" y="3429000"/>
              <a:ext cx="177394" cy="177609"/>
            </a:xfrm>
            <a:custGeom>
              <a:avLst/>
              <a:gdLst>
                <a:gd name="T0" fmla="*/ 0 w 351"/>
                <a:gd name="T1" fmla="*/ 0 h 351"/>
                <a:gd name="T2" fmla="*/ 0 w 351"/>
                <a:gd name="T3" fmla="*/ 165 h 351"/>
                <a:gd name="T4" fmla="*/ 185 w 351"/>
                <a:gd name="T5" fmla="*/ 351 h 351"/>
                <a:gd name="T6" fmla="*/ 351 w 351"/>
                <a:gd name="T7" fmla="*/ 351 h 351"/>
                <a:gd name="T8" fmla="*/ 0 w 351"/>
                <a:gd name="T9" fmla="*/ 0 h 351"/>
              </a:gdLst>
              <a:ahLst/>
              <a:cxnLst>
                <a:cxn ang="0">
                  <a:pos x="T0" y="T1"/>
                </a:cxn>
                <a:cxn ang="0">
                  <a:pos x="T2" y="T3"/>
                </a:cxn>
                <a:cxn ang="0">
                  <a:pos x="T4" y="T5"/>
                </a:cxn>
                <a:cxn ang="0">
                  <a:pos x="T6" y="T7"/>
                </a:cxn>
                <a:cxn ang="0">
                  <a:pos x="T8" y="T9"/>
                </a:cxn>
              </a:cxnLst>
              <a:rect l="0" t="0" r="r" b="b"/>
              <a:pathLst>
                <a:path w="351" h="351">
                  <a:moveTo>
                    <a:pt x="0" y="0"/>
                  </a:moveTo>
                  <a:cubicBezTo>
                    <a:pt x="0" y="165"/>
                    <a:pt x="0" y="165"/>
                    <a:pt x="0" y="165"/>
                  </a:cubicBezTo>
                  <a:cubicBezTo>
                    <a:pt x="185" y="351"/>
                    <a:pt x="185" y="351"/>
                    <a:pt x="185" y="351"/>
                  </a:cubicBezTo>
                  <a:cubicBezTo>
                    <a:pt x="351" y="351"/>
                    <a:pt x="351" y="351"/>
                    <a:pt x="351" y="351"/>
                  </a:cubicBezTo>
                  <a:cubicBezTo>
                    <a:pt x="344" y="162"/>
                    <a:pt x="189" y="7"/>
                    <a:pt x="0"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8" name="Freeform 12"/>
            <p:cNvSpPr>
              <a:spLocks/>
            </p:cNvSpPr>
            <p:nvPr/>
          </p:nvSpPr>
          <p:spPr bwMode="auto">
            <a:xfrm>
              <a:off x="5053730" y="3620287"/>
              <a:ext cx="177394" cy="177394"/>
            </a:xfrm>
            <a:custGeom>
              <a:avLst/>
              <a:gdLst>
                <a:gd name="T0" fmla="*/ 0 w 351"/>
                <a:gd name="T1" fmla="*/ 0 h 351"/>
                <a:gd name="T2" fmla="*/ 351 w 351"/>
                <a:gd name="T3" fmla="*/ 351 h 351"/>
                <a:gd name="T4" fmla="*/ 351 w 351"/>
                <a:gd name="T5" fmla="*/ 186 h 351"/>
                <a:gd name="T6" fmla="*/ 165 w 351"/>
                <a:gd name="T7" fmla="*/ 0 h 351"/>
                <a:gd name="T8" fmla="*/ 0 w 351"/>
                <a:gd name="T9" fmla="*/ 0 h 351"/>
              </a:gdLst>
              <a:ahLst/>
              <a:cxnLst>
                <a:cxn ang="0">
                  <a:pos x="T0" y="T1"/>
                </a:cxn>
                <a:cxn ang="0">
                  <a:pos x="T2" y="T3"/>
                </a:cxn>
                <a:cxn ang="0">
                  <a:pos x="T4" y="T5"/>
                </a:cxn>
                <a:cxn ang="0">
                  <a:pos x="T6" y="T7"/>
                </a:cxn>
                <a:cxn ang="0">
                  <a:pos x="T8" y="T9"/>
                </a:cxn>
              </a:cxnLst>
              <a:rect l="0" t="0" r="r" b="b"/>
              <a:pathLst>
                <a:path w="351" h="351">
                  <a:moveTo>
                    <a:pt x="0" y="0"/>
                  </a:moveTo>
                  <a:cubicBezTo>
                    <a:pt x="7" y="189"/>
                    <a:pt x="161" y="344"/>
                    <a:pt x="351" y="351"/>
                  </a:cubicBezTo>
                  <a:cubicBezTo>
                    <a:pt x="351" y="186"/>
                    <a:pt x="351" y="186"/>
                    <a:pt x="351" y="186"/>
                  </a:cubicBezTo>
                  <a:cubicBezTo>
                    <a:pt x="165" y="0"/>
                    <a:pt x="165" y="0"/>
                    <a:pt x="165" y="0"/>
                  </a:cubicBez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59" name="组合 158"/>
          <p:cNvGrpSpPr/>
          <p:nvPr/>
        </p:nvGrpSpPr>
        <p:grpSpPr>
          <a:xfrm>
            <a:off x="7376785" y="1085058"/>
            <a:ext cx="377873" cy="378299"/>
            <a:chOff x="4535224" y="3946010"/>
            <a:chExt cx="377873" cy="378299"/>
          </a:xfrm>
          <a:solidFill>
            <a:srgbClr val="707E84"/>
          </a:solidFill>
        </p:grpSpPr>
        <p:sp>
          <p:nvSpPr>
            <p:cNvPr id="160" name="Freeform 13"/>
            <p:cNvSpPr>
              <a:spLocks/>
            </p:cNvSpPr>
            <p:nvPr/>
          </p:nvSpPr>
          <p:spPr bwMode="auto">
            <a:xfrm>
              <a:off x="4736343" y="3946437"/>
              <a:ext cx="176753" cy="213515"/>
            </a:xfrm>
            <a:custGeom>
              <a:avLst/>
              <a:gdLst>
                <a:gd name="T0" fmla="*/ 3 w 350"/>
                <a:gd name="T1" fmla="*/ 0 h 422"/>
                <a:gd name="T2" fmla="*/ 56 w 350"/>
                <a:gd name="T3" fmla="*/ 96 h 422"/>
                <a:gd name="T4" fmla="*/ 0 w 350"/>
                <a:gd name="T5" fmla="*/ 198 h 422"/>
                <a:gd name="T6" fmla="*/ 153 w 350"/>
                <a:gd name="T7" fmla="*/ 367 h 422"/>
                <a:gd name="T8" fmla="*/ 253 w 350"/>
                <a:gd name="T9" fmla="*/ 422 h 422"/>
                <a:gd name="T10" fmla="*/ 350 w 350"/>
                <a:gd name="T11" fmla="*/ 369 h 422"/>
                <a:gd name="T12" fmla="*/ 3 w 350"/>
                <a:gd name="T13" fmla="*/ 0 h 422"/>
              </a:gdLst>
              <a:ahLst/>
              <a:cxnLst>
                <a:cxn ang="0">
                  <a:pos x="T0" y="T1"/>
                </a:cxn>
                <a:cxn ang="0">
                  <a:pos x="T2" y="T3"/>
                </a:cxn>
                <a:cxn ang="0">
                  <a:pos x="T4" y="T5"/>
                </a:cxn>
                <a:cxn ang="0">
                  <a:pos x="T6" y="T7"/>
                </a:cxn>
                <a:cxn ang="0">
                  <a:pos x="T8" y="T9"/>
                </a:cxn>
                <a:cxn ang="0">
                  <a:pos x="T10" y="T11"/>
                </a:cxn>
                <a:cxn ang="0">
                  <a:pos x="T12" y="T13"/>
                </a:cxn>
              </a:cxnLst>
              <a:rect l="0" t="0" r="r" b="b"/>
              <a:pathLst>
                <a:path w="350" h="422">
                  <a:moveTo>
                    <a:pt x="3" y="0"/>
                  </a:moveTo>
                  <a:cubicBezTo>
                    <a:pt x="56" y="96"/>
                    <a:pt x="56" y="96"/>
                    <a:pt x="56" y="96"/>
                  </a:cubicBezTo>
                  <a:cubicBezTo>
                    <a:pt x="0" y="198"/>
                    <a:pt x="0" y="198"/>
                    <a:pt x="0" y="198"/>
                  </a:cubicBezTo>
                  <a:cubicBezTo>
                    <a:pt x="85" y="209"/>
                    <a:pt x="150" y="281"/>
                    <a:pt x="153" y="367"/>
                  </a:cubicBezTo>
                  <a:cubicBezTo>
                    <a:pt x="253" y="422"/>
                    <a:pt x="253" y="422"/>
                    <a:pt x="253" y="422"/>
                  </a:cubicBezTo>
                  <a:cubicBezTo>
                    <a:pt x="350" y="369"/>
                    <a:pt x="350" y="369"/>
                    <a:pt x="350" y="369"/>
                  </a:cubicBezTo>
                  <a:cubicBezTo>
                    <a:pt x="348" y="172"/>
                    <a:pt x="198" y="13"/>
                    <a:pt x="3"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1" name="Freeform 14"/>
            <p:cNvSpPr>
              <a:spLocks/>
            </p:cNvSpPr>
            <p:nvPr/>
          </p:nvSpPr>
          <p:spPr bwMode="auto">
            <a:xfrm>
              <a:off x="4535224" y="4110367"/>
              <a:ext cx="176753" cy="213942"/>
            </a:xfrm>
            <a:custGeom>
              <a:avLst/>
              <a:gdLst>
                <a:gd name="T0" fmla="*/ 197 w 350"/>
                <a:gd name="T1" fmla="*/ 55 h 423"/>
                <a:gd name="T2" fmla="*/ 97 w 350"/>
                <a:gd name="T3" fmla="*/ 0 h 423"/>
                <a:gd name="T4" fmla="*/ 0 w 350"/>
                <a:gd name="T5" fmla="*/ 54 h 423"/>
                <a:gd name="T6" fmla="*/ 348 w 350"/>
                <a:gd name="T7" fmla="*/ 423 h 423"/>
                <a:gd name="T8" fmla="*/ 295 w 350"/>
                <a:gd name="T9" fmla="*/ 326 h 423"/>
                <a:gd name="T10" fmla="*/ 350 w 350"/>
                <a:gd name="T11" fmla="*/ 225 h 423"/>
                <a:gd name="T12" fmla="*/ 197 w 350"/>
                <a:gd name="T13" fmla="*/ 55 h 423"/>
              </a:gdLst>
              <a:ahLst/>
              <a:cxnLst>
                <a:cxn ang="0">
                  <a:pos x="T0" y="T1"/>
                </a:cxn>
                <a:cxn ang="0">
                  <a:pos x="T2" y="T3"/>
                </a:cxn>
                <a:cxn ang="0">
                  <a:pos x="T4" y="T5"/>
                </a:cxn>
                <a:cxn ang="0">
                  <a:pos x="T6" y="T7"/>
                </a:cxn>
                <a:cxn ang="0">
                  <a:pos x="T8" y="T9"/>
                </a:cxn>
                <a:cxn ang="0">
                  <a:pos x="T10" y="T11"/>
                </a:cxn>
                <a:cxn ang="0">
                  <a:pos x="T12" y="T13"/>
                </a:cxn>
              </a:cxnLst>
              <a:rect l="0" t="0" r="r" b="b"/>
              <a:pathLst>
                <a:path w="350" h="423">
                  <a:moveTo>
                    <a:pt x="197" y="55"/>
                  </a:moveTo>
                  <a:cubicBezTo>
                    <a:pt x="97" y="0"/>
                    <a:pt x="97" y="0"/>
                    <a:pt x="97" y="0"/>
                  </a:cubicBezTo>
                  <a:cubicBezTo>
                    <a:pt x="0" y="54"/>
                    <a:pt x="0" y="54"/>
                    <a:pt x="0" y="54"/>
                  </a:cubicBezTo>
                  <a:cubicBezTo>
                    <a:pt x="2" y="251"/>
                    <a:pt x="153" y="409"/>
                    <a:pt x="348" y="423"/>
                  </a:cubicBezTo>
                  <a:cubicBezTo>
                    <a:pt x="295" y="326"/>
                    <a:pt x="295" y="326"/>
                    <a:pt x="295" y="326"/>
                  </a:cubicBezTo>
                  <a:cubicBezTo>
                    <a:pt x="350" y="225"/>
                    <a:pt x="350" y="225"/>
                    <a:pt x="350" y="225"/>
                  </a:cubicBezTo>
                  <a:cubicBezTo>
                    <a:pt x="265" y="213"/>
                    <a:pt x="200" y="142"/>
                    <a:pt x="197" y="55"/>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2" name="Freeform 15"/>
            <p:cNvSpPr>
              <a:spLocks/>
            </p:cNvSpPr>
            <p:nvPr/>
          </p:nvSpPr>
          <p:spPr bwMode="auto">
            <a:xfrm>
              <a:off x="4699368" y="4147128"/>
              <a:ext cx="213729" cy="177181"/>
            </a:xfrm>
            <a:custGeom>
              <a:avLst/>
              <a:gdLst>
                <a:gd name="T0" fmla="*/ 0 w 423"/>
                <a:gd name="T1" fmla="*/ 253 h 350"/>
                <a:gd name="T2" fmla="*/ 54 w 423"/>
                <a:gd name="T3" fmla="*/ 350 h 350"/>
                <a:gd name="T4" fmla="*/ 423 w 423"/>
                <a:gd name="T5" fmla="*/ 3 h 350"/>
                <a:gd name="T6" fmla="*/ 326 w 423"/>
                <a:gd name="T7" fmla="*/ 56 h 350"/>
                <a:gd name="T8" fmla="*/ 225 w 423"/>
                <a:gd name="T9" fmla="*/ 0 h 350"/>
                <a:gd name="T10" fmla="*/ 55 w 423"/>
                <a:gd name="T11" fmla="*/ 153 h 350"/>
                <a:gd name="T12" fmla="*/ 0 w 423"/>
                <a:gd name="T13" fmla="*/ 253 h 350"/>
              </a:gdLst>
              <a:ahLst/>
              <a:cxnLst>
                <a:cxn ang="0">
                  <a:pos x="T0" y="T1"/>
                </a:cxn>
                <a:cxn ang="0">
                  <a:pos x="T2" y="T3"/>
                </a:cxn>
                <a:cxn ang="0">
                  <a:pos x="T4" y="T5"/>
                </a:cxn>
                <a:cxn ang="0">
                  <a:pos x="T6" y="T7"/>
                </a:cxn>
                <a:cxn ang="0">
                  <a:pos x="T8" y="T9"/>
                </a:cxn>
                <a:cxn ang="0">
                  <a:pos x="T10" y="T11"/>
                </a:cxn>
                <a:cxn ang="0">
                  <a:pos x="T12" y="T13"/>
                </a:cxn>
              </a:cxnLst>
              <a:rect l="0" t="0" r="r" b="b"/>
              <a:pathLst>
                <a:path w="423" h="350">
                  <a:moveTo>
                    <a:pt x="0" y="253"/>
                  </a:moveTo>
                  <a:cubicBezTo>
                    <a:pt x="54" y="350"/>
                    <a:pt x="54" y="350"/>
                    <a:pt x="54" y="350"/>
                  </a:cubicBezTo>
                  <a:cubicBezTo>
                    <a:pt x="251" y="348"/>
                    <a:pt x="409" y="197"/>
                    <a:pt x="423" y="3"/>
                  </a:cubicBezTo>
                  <a:cubicBezTo>
                    <a:pt x="326" y="56"/>
                    <a:pt x="326" y="56"/>
                    <a:pt x="326" y="56"/>
                  </a:cubicBezTo>
                  <a:cubicBezTo>
                    <a:pt x="225" y="0"/>
                    <a:pt x="225" y="0"/>
                    <a:pt x="225" y="0"/>
                  </a:cubicBezTo>
                  <a:cubicBezTo>
                    <a:pt x="213" y="85"/>
                    <a:pt x="142" y="150"/>
                    <a:pt x="55" y="153"/>
                  </a:cubicBezTo>
                  <a:lnTo>
                    <a:pt x="0" y="253"/>
                  </a:ln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3" name="Freeform 16"/>
            <p:cNvSpPr>
              <a:spLocks/>
            </p:cNvSpPr>
            <p:nvPr/>
          </p:nvSpPr>
          <p:spPr bwMode="auto">
            <a:xfrm>
              <a:off x="4535651" y="3946010"/>
              <a:ext cx="213301" cy="176967"/>
            </a:xfrm>
            <a:custGeom>
              <a:avLst/>
              <a:gdLst>
                <a:gd name="T0" fmla="*/ 422 w 422"/>
                <a:gd name="T1" fmla="*/ 97 h 350"/>
                <a:gd name="T2" fmla="*/ 369 w 422"/>
                <a:gd name="T3" fmla="*/ 0 h 350"/>
                <a:gd name="T4" fmla="*/ 0 w 422"/>
                <a:gd name="T5" fmla="*/ 348 h 350"/>
                <a:gd name="T6" fmla="*/ 96 w 422"/>
                <a:gd name="T7" fmla="*/ 295 h 350"/>
                <a:gd name="T8" fmla="*/ 198 w 422"/>
                <a:gd name="T9" fmla="*/ 350 h 350"/>
                <a:gd name="T10" fmla="*/ 367 w 422"/>
                <a:gd name="T11" fmla="*/ 197 h 350"/>
                <a:gd name="T12" fmla="*/ 422 w 422"/>
                <a:gd name="T13" fmla="*/ 97 h 350"/>
              </a:gdLst>
              <a:ahLst/>
              <a:cxnLst>
                <a:cxn ang="0">
                  <a:pos x="T0" y="T1"/>
                </a:cxn>
                <a:cxn ang="0">
                  <a:pos x="T2" y="T3"/>
                </a:cxn>
                <a:cxn ang="0">
                  <a:pos x="T4" y="T5"/>
                </a:cxn>
                <a:cxn ang="0">
                  <a:pos x="T6" y="T7"/>
                </a:cxn>
                <a:cxn ang="0">
                  <a:pos x="T8" y="T9"/>
                </a:cxn>
                <a:cxn ang="0">
                  <a:pos x="T10" y="T11"/>
                </a:cxn>
                <a:cxn ang="0">
                  <a:pos x="T12" y="T13"/>
                </a:cxn>
              </a:cxnLst>
              <a:rect l="0" t="0" r="r" b="b"/>
              <a:pathLst>
                <a:path w="422" h="350">
                  <a:moveTo>
                    <a:pt x="422" y="97"/>
                  </a:moveTo>
                  <a:cubicBezTo>
                    <a:pt x="369" y="0"/>
                    <a:pt x="369" y="0"/>
                    <a:pt x="369" y="0"/>
                  </a:cubicBezTo>
                  <a:cubicBezTo>
                    <a:pt x="172" y="2"/>
                    <a:pt x="13" y="153"/>
                    <a:pt x="0" y="348"/>
                  </a:cubicBezTo>
                  <a:cubicBezTo>
                    <a:pt x="96" y="295"/>
                    <a:pt x="96" y="295"/>
                    <a:pt x="96" y="295"/>
                  </a:cubicBezTo>
                  <a:cubicBezTo>
                    <a:pt x="198" y="350"/>
                    <a:pt x="198" y="350"/>
                    <a:pt x="198" y="350"/>
                  </a:cubicBezTo>
                  <a:cubicBezTo>
                    <a:pt x="209" y="265"/>
                    <a:pt x="281" y="200"/>
                    <a:pt x="367" y="197"/>
                  </a:cubicBezTo>
                  <a:lnTo>
                    <a:pt x="422" y="97"/>
                  </a:ln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64" name="组合 163"/>
          <p:cNvGrpSpPr/>
          <p:nvPr/>
        </p:nvGrpSpPr>
        <p:grpSpPr>
          <a:xfrm>
            <a:off x="6825039" y="1055136"/>
            <a:ext cx="397748" cy="391979"/>
            <a:chOff x="5041975" y="3942803"/>
            <a:chExt cx="397748" cy="391979"/>
          </a:xfrm>
          <a:solidFill>
            <a:srgbClr val="707E84"/>
          </a:solidFill>
        </p:grpSpPr>
        <p:sp>
          <p:nvSpPr>
            <p:cNvPr id="165" name="Freeform 17"/>
            <p:cNvSpPr>
              <a:spLocks/>
            </p:cNvSpPr>
            <p:nvPr/>
          </p:nvSpPr>
          <p:spPr bwMode="auto">
            <a:xfrm>
              <a:off x="5270450" y="3972725"/>
              <a:ext cx="169273" cy="186585"/>
            </a:xfrm>
            <a:custGeom>
              <a:avLst/>
              <a:gdLst>
                <a:gd name="T0" fmla="*/ 124 w 335"/>
                <a:gd name="T1" fmla="*/ 247 h 369"/>
                <a:gd name="T2" fmla="*/ 131 w 335"/>
                <a:gd name="T3" fmla="*/ 258 h 369"/>
                <a:gd name="T4" fmla="*/ 79 w 335"/>
                <a:gd name="T5" fmla="*/ 275 h 369"/>
                <a:gd name="T6" fmla="*/ 251 w 335"/>
                <a:gd name="T7" fmla="*/ 369 h 369"/>
                <a:gd name="T8" fmla="*/ 315 w 335"/>
                <a:gd name="T9" fmla="*/ 233 h 369"/>
                <a:gd name="T10" fmla="*/ 315 w 335"/>
                <a:gd name="T11" fmla="*/ 233 h 369"/>
                <a:gd name="T12" fmla="*/ 335 w 335"/>
                <a:gd name="T13" fmla="*/ 192 h 369"/>
                <a:gd name="T14" fmla="*/ 282 w 335"/>
                <a:gd name="T15" fmla="*/ 209 h 369"/>
                <a:gd name="T16" fmla="*/ 278 w 335"/>
                <a:gd name="T17" fmla="*/ 201 h 369"/>
                <a:gd name="T18" fmla="*/ 8 w 335"/>
                <a:gd name="T19" fmla="*/ 0 h 369"/>
                <a:gd name="T20" fmla="*/ 88 w 335"/>
                <a:gd name="T21" fmla="*/ 76 h 369"/>
                <a:gd name="T22" fmla="*/ 0 w 335"/>
                <a:gd name="T23" fmla="*/ 159 h 369"/>
                <a:gd name="T24" fmla="*/ 124 w 335"/>
                <a:gd name="T25" fmla="*/ 247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5" h="369">
                  <a:moveTo>
                    <a:pt x="124" y="247"/>
                  </a:moveTo>
                  <a:cubicBezTo>
                    <a:pt x="131" y="258"/>
                    <a:pt x="131" y="258"/>
                    <a:pt x="131" y="258"/>
                  </a:cubicBezTo>
                  <a:cubicBezTo>
                    <a:pt x="79" y="275"/>
                    <a:pt x="79" y="275"/>
                    <a:pt x="79" y="275"/>
                  </a:cubicBezTo>
                  <a:cubicBezTo>
                    <a:pt x="251" y="369"/>
                    <a:pt x="251" y="369"/>
                    <a:pt x="251" y="369"/>
                  </a:cubicBezTo>
                  <a:cubicBezTo>
                    <a:pt x="315" y="233"/>
                    <a:pt x="315" y="233"/>
                    <a:pt x="315" y="233"/>
                  </a:cubicBezTo>
                  <a:cubicBezTo>
                    <a:pt x="315" y="233"/>
                    <a:pt x="315" y="233"/>
                    <a:pt x="315" y="233"/>
                  </a:cubicBezTo>
                  <a:cubicBezTo>
                    <a:pt x="335" y="192"/>
                    <a:pt x="335" y="192"/>
                    <a:pt x="335" y="192"/>
                  </a:cubicBezTo>
                  <a:cubicBezTo>
                    <a:pt x="282" y="209"/>
                    <a:pt x="282" y="209"/>
                    <a:pt x="282" y="209"/>
                  </a:cubicBezTo>
                  <a:cubicBezTo>
                    <a:pt x="278" y="201"/>
                    <a:pt x="278" y="201"/>
                    <a:pt x="278" y="201"/>
                  </a:cubicBezTo>
                  <a:cubicBezTo>
                    <a:pt x="227" y="93"/>
                    <a:pt x="125" y="18"/>
                    <a:pt x="8" y="0"/>
                  </a:cubicBezTo>
                  <a:cubicBezTo>
                    <a:pt x="88" y="76"/>
                    <a:pt x="88" y="76"/>
                    <a:pt x="88" y="76"/>
                  </a:cubicBezTo>
                  <a:cubicBezTo>
                    <a:pt x="0" y="159"/>
                    <a:pt x="0" y="159"/>
                    <a:pt x="0" y="159"/>
                  </a:cubicBezTo>
                  <a:cubicBezTo>
                    <a:pt x="51" y="171"/>
                    <a:pt x="95" y="202"/>
                    <a:pt x="124" y="24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6" name="Freeform 18"/>
            <p:cNvSpPr>
              <a:spLocks/>
            </p:cNvSpPr>
            <p:nvPr/>
          </p:nvSpPr>
          <p:spPr bwMode="auto">
            <a:xfrm>
              <a:off x="5286694" y="4122549"/>
              <a:ext cx="141916" cy="188081"/>
            </a:xfrm>
            <a:custGeom>
              <a:avLst/>
              <a:gdLst>
                <a:gd name="T0" fmla="*/ 77 w 281"/>
                <a:gd name="T1" fmla="*/ 190 h 372"/>
                <a:gd name="T2" fmla="*/ 69 w 281"/>
                <a:gd name="T3" fmla="*/ 200 h 372"/>
                <a:gd name="T4" fmla="*/ 36 w 281"/>
                <a:gd name="T5" fmla="*/ 155 h 372"/>
                <a:gd name="T6" fmla="*/ 25 w 281"/>
                <a:gd name="T7" fmla="*/ 211 h 372"/>
                <a:gd name="T8" fmla="*/ 25 w 281"/>
                <a:gd name="T9" fmla="*/ 211 h 372"/>
                <a:gd name="T10" fmla="*/ 0 w 281"/>
                <a:gd name="T11" fmla="*/ 347 h 372"/>
                <a:gd name="T12" fmla="*/ 194 w 281"/>
                <a:gd name="T13" fmla="*/ 372 h 372"/>
                <a:gd name="T14" fmla="*/ 162 w 281"/>
                <a:gd name="T15" fmla="*/ 328 h 372"/>
                <a:gd name="T16" fmla="*/ 168 w 281"/>
                <a:gd name="T17" fmla="*/ 322 h 372"/>
                <a:gd name="T18" fmla="*/ 281 w 281"/>
                <a:gd name="T19" fmla="*/ 60 h 372"/>
                <a:gd name="T20" fmla="*/ 276 w 281"/>
                <a:gd name="T21" fmla="*/ 0 h 372"/>
                <a:gd name="T22" fmla="*/ 249 w 281"/>
                <a:gd name="T23" fmla="*/ 58 h 372"/>
                <a:gd name="T24" fmla="*/ 228 w 281"/>
                <a:gd name="T25" fmla="*/ 102 h 372"/>
                <a:gd name="T26" fmla="*/ 123 w 281"/>
                <a:gd name="T27" fmla="*/ 44 h 372"/>
                <a:gd name="T28" fmla="*/ 124 w 281"/>
                <a:gd name="T29" fmla="*/ 60 h 372"/>
                <a:gd name="T30" fmla="*/ 77 w 281"/>
                <a:gd name="T31" fmla="*/ 190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1" h="372">
                  <a:moveTo>
                    <a:pt x="77" y="190"/>
                  </a:moveTo>
                  <a:cubicBezTo>
                    <a:pt x="69" y="200"/>
                    <a:pt x="69" y="200"/>
                    <a:pt x="69" y="200"/>
                  </a:cubicBezTo>
                  <a:cubicBezTo>
                    <a:pt x="36" y="155"/>
                    <a:pt x="36" y="155"/>
                    <a:pt x="36" y="155"/>
                  </a:cubicBezTo>
                  <a:cubicBezTo>
                    <a:pt x="25" y="211"/>
                    <a:pt x="25" y="211"/>
                    <a:pt x="25" y="211"/>
                  </a:cubicBezTo>
                  <a:cubicBezTo>
                    <a:pt x="25" y="211"/>
                    <a:pt x="25" y="211"/>
                    <a:pt x="25" y="211"/>
                  </a:cubicBezTo>
                  <a:cubicBezTo>
                    <a:pt x="0" y="347"/>
                    <a:pt x="0" y="347"/>
                    <a:pt x="0" y="347"/>
                  </a:cubicBezTo>
                  <a:cubicBezTo>
                    <a:pt x="194" y="372"/>
                    <a:pt x="194" y="372"/>
                    <a:pt x="194" y="372"/>
                  </a:cubicBezTo>
                  <a:cubicBezTo>
                    <a:pt x="162" y="328"/>
                    <a:pt x="162" y="328"/>
                    <a:pt x="162" y="328"/>
                  </a:cubicBezTo>
                  <a:cubicBezTo>
                    <a:pt x="168" y="322"/>
                    <a:pt x="168" y="322"/>
                    <a:pt x="168" y="322"/>
                  </a:cubicBezTo>
                  <a:cubicBezTo>
                    <a:pt x="241" y="253"/>
                    <a:pt x="281" y="160"/>
                    <a:pt x="281" y="60"/>
                  </a:cubicBezTo>
                  <a:cubicBezTo>
                    <a:pt x="281" y="40"/>
                    <a:pt x="280" y="20"/>
                    <a:pt x="276" y="0"/>
                  </a:cubicBezTo>
                  <a:cubicBezTo>
                    <a:pt x="249" y="58"/>
                    <a:pt x="249" y="58"/>
                    <a:pt x="249" y="58"/>
                  </a:cubicBezTo>
                  <a:cubicBezTo>
                    <a:pt x="228" y="102"/>
                    <a:pt x="228" y="102"/>
                    <a:pt x="228" y="102"/>
                  </a:cubicBezTo>
                  <a:cubicBezTo>
                    <a:pt x="123" y="44"/>
                    <a:pt x="123" y="44"/>
                    <a:pt x="123" y="44"/>
                  </a:cubicBezTo>
                  <a:cubicBezTo>
                    <a:pt x="124" y="50"/>
                    <a:pt x="124" y="55"/>
                    <a:pt x="124" y="60"/>
                  </a:cubicBezTo>
                  <a:cubicBezTo>
                    <a:pt x="124" y="107"/>
                    <a:pt x="107" y="153"/>
                    <a:pt x="77" y="19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7" name="Freeform 19"/>
            <p:cNvSpPr>
              <a:spLocks/>
            </p:cNvSpPr>
            <p:nvPr/>
          </p:nvSpPr>
          <p:spPr bwMode="auto">
            <a:xfrm>
              <a:off x="5120840" y="4222574"/>
              <a:ext cx="210309" cy="112208"/>
            </a:xfrm>
            <a:custGeom>
              <a:avLst/>
              <a:gdLst>
                <a:gd name="T0" fmla="*/ 173 w 416"/>
                <a:gd name="T1" fmla="*/ 49 h 222"/>
                <a:gd name="T2" fmla="*/ 161 w 416"/>
                <a:gd name="T3" fmla="*/ 44 h 222"/>
                <a:gd name="T4" fmla="*/ 193 w 416"/>
                <a:gd name="T5" fmla="*/ 0 h 222"/>
                <a:gd name="T6" fmla="*/ 138 w 416"/>
                <a:gd name="T7" fmla="*/ 7 h 222"/>
                <a:gd name="T8" fmla="*/ 138 w 416"/>
                <a:gd name="T9" fmla="*/ 7 h 222"/>
                <a:gd name="T10" fmla="*/ 0 w 416"/>
                <a:gd name="T11" fmla="*/ 25 h 222"/>
                <a:gd name="T12" fmla="*/ 27 w 416"/>
                <a:gd name="T13" fmla="*/ 172 h 222"/>
                <a:gd name="T14" fmla="*/ 27 w 416"/>
                <a:gd name="T15" fmla="*/ 172 h 222"/>
                <a:gd name="T16" fmla="*/ 35 w 416"/>
                <a:gd name="T17" fmla="*/ 217 h 222"/>
                <a:gd name="T18" fmla="*/ 68 w 416"/>
                <a:gd name="T19" fmla="*/ 173 h 222"/>
                <a:gd name="T20" fmla="*/ 76 w 416"/>
                <a:gd name="T21" fmla="*/ 177 h 222"/>
                <a:gd name="T22" fmla="*/ 250 w 416"/>
                <a:gd name="T23" fmla="*/ 222 h 222"/>
                <a:gd name="T24" fmla="*/ 416 w 416"/>
                <a:gd name="T25" fmla="*/ 181 h 222"/>
                <a:gd name="T26" fmla="*/ 303 w 416"/>
                <a:gd name="T27" fmla="*/ 167 h 222"/>
                <a:gd name="T28" fmla="*/ 325 w 416"/>
                <a:gd name="T29" fmla="*/ 50 h 222"/>
                <a:gd name="T30" fmla="*/ 250 w 416"/>
                <a:gd name="T31" fmla="*/ 64 h 222"/>
                <a:gd name="T32" fmla="*/ 173 w 416"/>
                <a:gd name="T33" fmla="*/ 49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16" h="222">
                  <a:moveTo>
                    <a:pt x="173" y="49"/>
                  </a:moveTo>
                  <a:cubicBezTo>
                    <a:pt x="161" y="44"/>
                    <a:pt x="161" y="44"/>
                    <a:pt x="161" y="44"/>
                  </a:cubicBezTo>
                  <a:cubicBezTo>
                    <a:pt x="193" y="0"/>
                    <a:pt x="193" y="0"/>
                    <a:pt x="193" y="0"/>
                  </a:cubicBezTo>
                  <a:cubicBezTo>
                    <a:pt x="138" y="7"/>
                    <a:pt x="138" y="7"/>
                    <a:pt x="138" y="7"/>
                  </a:cubicBezTo>
                  <a:cubicBezTo>
                    <a:pt x="138" y="7"/>
                    <a:pt x="138" y="7"/>
                    <a:pt x="138" y="7"/>
                  </a:cubicBezTo>
                  <a:cubicBezTo>
                    <a:pt x="0" y="25"/>
                    <a:pt x="0" y="25"/>
                    <a:pt x="0" y="25"/>
                  </a:cubicBezTo>
                  <a:cubicBezTo>
                    <a:pt x="27" y="172"/>
                    <a:pt x="27" y="172"/>
                    <a:pt x="27" y="172"/>
                  </a:cubicBezTo>
                  <a:cubicBezTo>
                    <a:pt x="27" y="172"/>
                    <a:pt x="27" y="172"/>
                    <a:pt x="27" y="172"/>
                  </a:cubicBezTo>
                  <a:cubicBezTo>
                    <a:pt x="35" y="217"/>
                    <a:pt x="35" y="217"/>
                    <a:pt x="35" y="217"/>
                  </a:cubicBezTo>
                  <a:cubicBezTo>
                    <a:pt x="68" y="173"/>
                    <a:pt x="68" y="173"/>
                    <a:pt x="68" y="173"/>
                  </a:cubicBezTo>
                  <a:cubicBezTo>
                    <a:pt x="76" y="177"/>
                    <a:pt x="76" y="177"/>
                    <a:pt x="76" y="177"/>
                  </a:cubicBezTo>
                  <a:cubicBezTo>
                    <a:pt x="129" y="206"/>
                    <a:pt x="189" y="222"/>
                    <a:pt x="250" y="222"/>
                  </a:cubicBezTo>
                  <a:cubicBezTo>
                    <a:pt x="308" y="222"/>
                    <a:pt x="365" y="208"/>
                    <a:pt x="416" y="181"/>
                  </a:cubicBezTo>
                  <a:cubicBezTo>
                    <a:pt x="303" y="167"/>
                    <a:pt x="303" y="167"/>
                    <a:pt x="303" y="167"/>
                  </a:cubicBezTo>
                  <a:cubicBezTo>
                    <a:pt x="325" y="50"/>
                    <a:pt x="325" y="50"/>
                    <a:pt x="325" y="50"/>
                  </a:cubicBezTo>
                  <a:cubicBezTo>
                    <a:pt x="301" y="59"/>
                    <a:pt x="276" y="64"/>
                    <a:pt x="250" y="64"/>
                  </a:cubicBezTo>
                  <a:cubicBezTo>
                    <a:pt x="223" y="64"/>
                    <a:pt x="198" y="59"/>
                    <a:pt x="173" y="4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8" name="Freeform 20"/>
            <p:cNvSpPr>
              <a:spLocks/>
            </p:cNvSpPr>
            <p:nvPr/>
          </p:nvSpPr>
          <p:spPr bwMode="auto">
            <a:xfrm>
              <a:off x="5041975" y="4058217"/>
              <a:ext cx="129520" cy="223560"/>
            </a:xfrm>
            <a:custGeom>
              <a:avLst/>
              <a:gdLst>
                <a:gd name="T0" fmla="*/ 204 w 256"/>
                <a:gd name="T1" fmla="*/ 173 h 442"/>
                <a:gd name="T2" fmla="*/ 205 w 256"/>
                <a:gd name="T3" fmla="*/ 160 h 442"/>
                <a:gd name="T4" fmla="*/ 256 w 256"/>
                <a:gd name="T5" fmla="*/ 176 h 442"/>
                <a:gd name="T6" fmla="*/ 233 w 256"/>
                <a:gd name="T7" fmla="*/ 128 h 442"/>
                <a:gd name="T8" fmla="*/ 233 w 256"/>
                <a:gd name="T9" fmla="*/ 128 h 442"/>
                <a:gd name="T10" fmla="*/ 172 w 256"/>
                <a:gd name="T11" fmla="*/ 0 h 442"/>
                <a:gd name="T12" fmla="*/ 42 w 256"/>
                <a:gd name="T13" fmla="*/ 70 h 442"/>
                <a:gd name="T14" fmla="*/ 42 w 256"/>
                <a:gd name="T15" fmla="*/ 70 h 442"/>
                <a:gd name="T16" fmla="*/ 0 w 256"/>
                <a:gd name="T17" fmla="*/ 93 h 442"/>
                <a:gd name="T18" fmla="*/ 54 w 256"/>
                <a:gd name="T19" fmla="*/ 111 h 442"/>
                <a:gd name="T20" fmla="*/ 52 w 256"/>
                <a:gd name="T21" fmla="*/ 120 h 442"/>
                <a:gd name="T22" fmla="*/ 46 w 256"/>
                <a:gd name="T23" fmla="*/ 187 h 442"/>
                <a:gd name="T24" fmla="*/ 152 w 256"/>
                <a:gd name="T25" fmla="*/ 442 h 442"/>
                <a:gd name="T26" fmla="*/ 131 w 256"/>
                <a:gd name="T27" fmla="*/ 332 h 442"/>
                <a:gd name="T28" fmla="*/ 250 w 256"/>
                <a:gd name="T29" fmla="*/ 317 h 442"/>
                <a:gd name="T30" fmla="*/ 203 w 256"/>
                <a:gd name="T31" fmla="*/ 187 h 442"/>
                <a:gd name="T32" fmla="*/ 204 w 256"/>
                <a:gd name="T33" fmla="*/ 173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6" h="442">
                  <a:moveTo>
                    <a:pt x="204" y="173"/>
                  </a:moveTo>
                  <a:cubicBezTo>
                    <a:pt x="205" y="160"/>
                    <a:pt x="205" y="160"/>
                    <a:pt x="205" y="160"/>
                  </a:cubicBezTo>
                  <a:cubicBezTo>
                    <a:pt x="256" y="176"/>
                    <a:pt x="256" y="176"/>
                    <a:pt x="256" y="176"/>
                  </a:cubicBezTo>
                  <a:cubicBezTo>
                    <a:pt x="233" y="128"/>
                    <a:pt x="233" y="128"/>
                    <a:pt x="233" y="128"/>
                  </a:cubicBezTo>
                  <a:cubicBezTo>
                    <a:pt x="233" y="128"/>
                    <a:pt x="233" y="128"/>
                    <a:pt x="233" y="128"/>
                  </a:cubicBezTo>
                  <a:cubicBezTo>
                    <a:pt x="172" y="0"/>
                    <a:pt x="172" y="0"/>
                    <a:pt x="172" y="0"/>
                  </a:cubicBezTo>
                  <a:cubicBezTo>
                    <a:pt x="42" y="70"/>
                    <a:pt x="42" y="70"/>
                    <a:pt x="42" y="70"/>
                  </a:cubicBezTo>
                  <a:cubicBezTo>
                    <a:pt x="42" y="70"/>
                    <a:pt x="42" y="70"/>
                    <a:pt x="42" y="70"/>
                  </a:cubicBezTo>
                  <a:cubicBezTo>
                    <a:pt x="0" y="93"/>
                    <a:pt x="0" y="93"/>
                    <a:pt x="0" y="93"/>
                  </a:cubicBezTo>
                  <a:cubicBezTo>
                    <a:pt x="54" y="111"/>
                    <a:pt x="54" y="111"/>
                    <a:pt x="54" y="111"/>
                  </a:cubicBezTo>
                  <a:cubicBezTo>
                    <a:pt x="52" y="120"/>
                    <a:pt x="52" y="120"/>
                    <a:pt x="52" y="120"/>
                  </a:cubicBezTo>
                  <a:cubicBezTo>
                    <a:pt x="48" y="142"/>
                    <a:pt x="46" y="165"/>
                    <a:pt x="46" y="187"/>
                  </a:cubicBezTo>
                  <a:cubicBezTo>
                    <a:pt x="46" y="283"/>
                    <a:pt x="84" y="374"/>
                    <a:pt x="152" y="442"/>
                  </a:cubicBezTo>
                  <a:cubicBezTo>
                    <a:pt x="131" y="332"/>
                    <a:pt x="131" y="332"/>
                    <a:pt x="131" y="332"/>
                  </a:cubicBezTo>
                  <a:cubicBezTo>
                    <a:pt x="250" y="317"/>
                    <a:pt x="250" y="317"/>
                    <a:pt x="250" y="317"/>
                  </a:cubicBezTo>
                  <a:cubicBezTo>
                    <a:pt x="220" y="281"/>
                    <a:pt x="203" y="235"/>
                    <a:pt x="203" y="187"/>
                  </a:cubicBezTo>
                  <a:cubicBezTo>
                    <a:pt x="203" y="183"/>
                    <a:pt x="204" y="178"/>
                    <a:pt x="204" y="173"/>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9" name="Freeform 21"/>
            <p:cNvSpPr>
              <a:spLocks/>
            </p:cNvSpPr>
            <p:nvPr/>
          </p:nvSpPr>
          <p:spPr bwMode="auto">
            <a:xfrm>
              <a:off x="5084934" y="3942803"/>
              <a:ext cx="214797" cy="156449"/>
            </a:xfrm>
            <a:custGeom>
              <a:avLst/>
              <a:gdLst>
                <a:gd name="T0" fmla="*/ 270 w 425"/>
                <a:gd name="T1" fmla="*/ 219 h 309"/>
                <a:gd name="T2" fmla="*/ 283 w 425"/>
                <a:gd name="T3" fmla="*/ 216 h 309"/>
                <a:gd name="T4" fmla="*/ 283 w 425"/>
                <a:gd name="T5" fmla="*/ 269 h 309"/>
                <a:gd name="T6" fmla="*/ 322 w 425"/>
                <a:gd name="T7" fmla="*/ 232 h 309"/>
                <a:gd name="T8" fmla="*/ 322 w 425"/>
                <a:gd name="T9" fmla="*/ 232 h 309"/>
                <a:gd name="T10" fmla="*/ 425 w 425"/>
                <a:gd name="T11" fmla="*/ 135 h 309"/>
                <a:gd name="T12" fmla="*/ 318 w 425"/>
                <a:gd name="T13" fmla="*/ 34 h 309"/>
                <a:gd name="T14" fmla="*/ 318 w 425"/>
                <a:gd name="T15" fmla="*/ 34 h 309"/>
                <a:gd name="T16" fmla="*/ 283 w 425"/>
                <a:gd name="T17" fmla="*/ 0 h 309"/>
                <a:gd name="T18" fmla="*/ 283 w 425"/>
                <a:gd name="T19" fmla="*/ 57 h 309"/>
                <a:gd name="T20" fmla="*/ 274 w 425"/>
                <a:gd name="T21" fmla="*/ 58 h 309"/>
                <a:gd name="T22" fmla="*/ 0 w 425"/>
                <a:gd name="T23" fmla="*/ 251 h 309"/>
                <a:gd name="T24" fmla="*/ 96 w 425"/>
                <a:gd name="T25" fmla="*/ 199 h 309"/>
                <a:gd name="T26" fmla="*/ 148 w 425"/>
                <a:gd name="T27" fmla="*/ 309 h 309"/>
                <a:gd name="T28" fmla="*/ 270 w 425"/>
                <a:gd name="T29" fmla="*/ 219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25" h="309">
                  <a:moveTo>
                    <a:pt x="270" y="219"/>
                  </a:moveTo>
                  <a:cubicBezTo>
                    <a:pt x="283" y="216"/>
                    <a:pt x="283" y="216"/>
                    <a:pt x="283" y="216"/>
                  </a:cubicBezTo>
                  <a:cubicBezTo>
                    <a:pt x="283" y="269"/>
                    <a:pt x="283" y="269"/>
                    <a:pt x="283" y="269"/>
                  </a:cubicBezTo>
                  <a:cubicBezTo>
                    <a:pt x="322" y="232"/>
                    <a:pt x="322" y="232"/>
                    <a:pt x="322" y="232"/>
                  </a:cubicBezTo>
                  <a:cubicBezTo>
                    <a:pt x="322" y="232"/>
                    <a:pt x="322" y="232"/>
                    <a:pt x="322" y="232"/>
                  </a:cubicBezTo>
                  <a:cubicBezTo>
                    <a:pt x="425" y="135"/>
                    <a:pt x="425" y="135"/>
                    <a:pt x="425" y="135"/>
                  </a:cubicBezTo>
                  <a:cubicBezTo>
                    <a:pt x="318" y="34"/>
                    <a:pt x="318" y="34"/>
                    <a:pt x="318" y="34"/>
                  </a:cubicBezTo>
                  <a:cubicBezTo>
                    <a:pt x="318" y="34"/>
                    <a:pt x="318" y="34"/>
                    <a:pt x="318" y="34"/>
                  </a:cubicBezTo>
                  <a:cubicBezTo>
                    <a:pt x="283" y="0"/>
                    <a:pt x="283" y="0"/>
                    <a:pt x="283" y="0"/>
                  </a:cubicBezTo>
                  <a:cubicBezTo>
                    <a:pt x="283" y="57"/>
                    <a:pt x="283" y="57"/>
                    <a:pt x="283" y="57"/>
                  </a:cubicBezTo>
                  <a:cubicBezTo>
                    <a:pt x="274" y="58"/>
                    <a:pt x="274" y="58"/>
                    <a:pt x="274" y="58"/>
                  </a:cubicBezTo>
                  <a:cubicBezTo>
                    <a:pt x="156" y="74"/>
                    <a:pt x="54" y="146"/>
                    <a:pt x="0" y="251"/>
                  </a:cubicBezTo>
                  <a:cubicBezTo>
                    <a:pt x="96" y="199"/>
                    <a:pt x="96" y="199"/>
                    <a:pt x="96" y="199"/>
                  </a:cubicBezTo>
                  <a:cubicBezTo>
                    <a:pt x="148" y="309"/>
                    <a:pt x="148" y="309"/>
                    <a:pt x="148" y="309"/>
                  </a:cubicBezTo>
                  <a:cubicBezTo>
                    <a:pt x="176" y="265"/>
                    <a:pt x="219" y="232"/>
                    <a:pt x="270" y="21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70" name="组合 169"/>
          <p:cNvGrpSpPr/>
          <p:nvPr/>
        </p:nvGrpSpPr>
        <p:grpSpPr>
          <a:xfrm>
            <a:off x="7379029" y="547257"/>
            <a:ext cx="373384" cy="373810"/>
            <a:chOff x="5570739" y="3946865"/>
            <a:chExt cx="373384" cy="373810"/>
          </a:xfrm>
          <a:solidFill>
            <a:srgbClr val="707E84"/>
          </a:solidFill>
        </p:grpSpPr>
        <p:sp>
          <p:nvSpPr>
            <p:cNvPr id="171" name="Freeform 22"/>
            <p:cNvSpPr>
              <a:spLocks/>
            </p:cNvSpPr>
            <p:nvPr/>
          </p:nvSpPr>
          <p:spPr bwMode="auto">
            <a:xfrm>
              <a:off x="5662215" y="3946865"/>
              <a:ext cx="259253" cy="134008"/>
            </a:xfrm>
            <a:custGeom>
              <a:avLst/>
              <a:gdLst>
                <a:gd name="T0" fmla="*/ 261 w 513"/>
                <a:gd name="T1" fmla="*/ 191 h 265"/>
                <a:gd name="T2" fmla="*/ 386 w 513"/>
                <a:gd name="T3" fmla="*/ 151 h 265"/>
                <a:gd name="T4" fmla="*/ 513 w 513"/>
                <a:gd name="T5" fmla="*/ 193 h 265"/>
                <a:gd name="T6" fmla="*/ 189 w 513"/>
                <a:gd name="T7" fmla="*/ 0 h 265"/>
                <a:gd name="T8" fmla="*/ 78 w 513"/>
                <a:gd name="T9" fmla="*/ 17 h 265"/>
                <a:gd name="T10" fmla="*/ 0 w 513"/>
                <a:gd name="T11" fmla="*/ 169 h 265"/>
                <a:gd name="T12" fmla="*/ 27 w 513"/>
                <a:gd name="T13" fmla="*/ 265 h 265"/>
                <a:gd name="T14" fmla="*/ 189 w 513"/>
                <a:gd name="T15" fmla="*/ 177 h 265"/>
                <a:gd name="T16" fmla="*/ 261 w 513"/>
                <a:gd name="T17" fmla="*/ 191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3" h="265">
                  <a:moveTo>
                    <a:pt x="261" y="191"/>
                  </a:moveTo>
                  <a:cubicBezTo>
                    <a:pt x="298" y="165"/>
                    <a:pt x="341" y="151"/>
                    <a:pt x="386" y="151"/>
                  </a:cubicBezTo>
                  <a:cubicBezTo>
                    <a:pt x="432" y="151"/>
                    <a:pt x="477" y="166"/>
                    <a:pt x="513" y="193"/>
                  </a:cubicBezTo>
                  <a:cubicBezTo>
                    <a:pt x="449" y="74"/>
                    <a:pt x="326" y="0"/>
                    <a:pt x="189" y="0"/>
                  </a:cubicBezTo>
                  <a:cubicBezTo>
                    <a:pt x="151" y="0"/>
                    <a:pt x="113" y="5"/>
                    <a:pt x="78" y="17"/>
                  </a:cubicBezTo>
                  <a:cubicBezTo>
                    <a:pt x="29" y="52"/>
                    <a:pt x="0" y="109"/>
                    <a:pt x="0" y="169"/>
                  </a:cubicBezTo>
                  <a:cubicBezTo>
                    <a:pt x="0" y="203"/>
                    <a:pt x="9" y="236"/>
                    <a:pt x="27" y="265"/>
                  </a:cubicBezTo>
                  <a:cubicBezTo>
                    <a:pt x="62" y="211"/>
                    <a:pt x="123" y="177"/>
                    <a:pt x="189" y="177"/>
                  </a:cubicBezTo>
                  <a:cubicBezTo>
                    <a:pt x="214" y="177"/>
                    <a:pt x="238" y="182"/>
                    <a:pt x="261" y="19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2" name="Freeform 23"/>
            <p:cNvSpPr>
              <a:spLocks/>
            </p:cNvSpPr>
            <p:nvPr/>
          </p:nvSpPr>
          <p:spPr bwMode="auto">
            <a:xfrm>
              <a:off x="5570739" y="3969306"/>
              <a:ext cx="133794" cy="258398"/>
            </a:xfrm>
            <a:custGeom>
              <a:avLst/>
              <a:gdLst>
                <a:gd name="T0" fmla="*/ 178 w 265"/>
                <a:gd name="T1" fmla="*/ 325 h 511"/>
                <a:gd name="T2" fmla="*/ 194 w 265"/>
                <a:gd name="T3" fmla="*/ 248 h 511"/>
                <a:gd name="T4" fmla="*/ 154 w 265"/>
                <a:gd name="T5" fmla="*/ 125 h 511"/>
                <a:gd name="T6" fmla="*/ 195 w 265"/>
                <a:gd name="T7" fmla="*/ 0 h 511"/>
                <a:gd name="T8" fmla="*/ 0 w 265"/>
                <a:gd name="T9" fmla="*/ 325 h 511"/>
                <a:gd name="T10" fmla="*/ 13 w 265"/>
                <a:gd name="T11" fmla="*/ 424 h 511"/>
                <a:gd name="T12" fmla="*/ 172 w 265"/>
                <a:gd name="T13" fmla="*/ 511 h 511"/>
                <a:gd name="T14" fmla="*/ 265 w 265"/>
                <a:gd name="T15" fmla="*/ 486 h 511"/>
                <a:gd name="T16" fmla="*/ 178 w 265"/>
                <a:gd name="T17" fmla="*/ 325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5" h="511">
                  <a:moveTo>
                    <a:pt x="178" y="325"/>
                  </a:moveTo>
                  <a:cubicBezTo>
                    <a:pt x="178" y="298"/>
                    <a:pt x="183" y="273"/>
                    <a:pt x="194" y="248"/>
                  </a:cubicBezTo>
                  <a:cubicBezTo>
                    <a:pt x="168" y="212"/>
                    <a:pt x="154" y="169"/>
                    <a:pt x="154" y="125"/>
                  </a:cubicBezTo>
                  <a:cubicBezTo>
                    <a:pt x="154" y="80"/>
                    <a:pt x="169" y="36"/>
                    <a:pt x="195" y="0"/>
                  </a:cubicBezTo>
                  <a:cubicBezTo>
                    <a:pt x="75" y="63"/>
                    <a:pt x="0" y="187"/>
                    <a:pt x="0" y="325"/>
                  </a:cubicBezTo>
                  <a:cubicBezTo>
                    <a:pt x="0" y="359"/>
                    <a:pt x="5" y="392"/>
                    <a:pt x="13" y="424"/>
                  </a:cubicBezTo>
                  <a:cubicBezTo>
                    <a:pt x="48" y="478"/>
                    <a:pt x="107" y="511"/>
                    <a:pt x="172" y="511"/>
                  </a:cubicBezTo>
                  <a:cubicBezTo>
                    <a:pt x="205" y="511"/>
                    <a:pt x="237" y="502"/>
                    <a:pt x="265" y="486"/>
                  </a:cubicBezTo>
                  <a:cubicBezTo>
                    <a:pt x="211" y="451"/>
                    <a:pt x="178" y="390"/>
                    <a:pt x="178" y="325"/>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3" name="Freeform 24"/>
            <p:cNvSpPr>
              <a:spLocks/>
            </p:cNvSpPr>
            <p:nvPr/>
          </p:nvSpPr>
          <p:spPr bwMode="auto">
            <a:xfrm>
              <a:off x="5590829" y="4184744"/>
              <a:ext cx="261818" cy="135931"/>
            </a:xfrm>
            <a:custGeom>
              <a:avLst/>
              <a:gdLst>
                <a:gd name="T0" fmla="*/ 252 w 518"/>
                <a:gd name="T1" fmla="*/ 75 h 269"/>
                <a:gd name="T2" fmla="*/ 132 w 518"/>
                <a:gd name="T3" fmla="*/ 112 h 269"/>
                <a:gd name="T4" fmla="*/ 0 w 518"/>
                <a:gd name="T5" fmla="*/ 66 h 269"/>
                <a:gd name="T6" fmla="*/ 330 w 518"/>
                <a:gd name="T7" fmla="*/ 269 h 269"/>
                <a:gd name="T8" fmla="*/ 425 w 518"/>
                <a:gd name="T9" fmla="*/ 256 h 269"/>
                <a:gd name="T10" fmla="*/ 518 w 518"/>
                <a:gd name="T11" fmla="*/ 94 h 269"/>
                <a:gd name="T12" fmla="*/ 493 w 518"/>
                <a:gd name="T13" fmla="*/ 0 h 269"/>
                <a:gd name="T14" fmla="*/ 330 w 518"/>
                <a:gd name="T15" fmla="*/ 91 h 269"/>
                <a:gd name="T16" fmla="*/ 252 w 518"/>
                <a:gd name="T17" fmla="*/ 75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8" h="269">
                  <a:moveTo>
                    <a:pt x="252" y="75"/>
                  </a:moveTo>
                  <a:cubicBezTo>
                    <a:pt x="216" y="99"/>
                    <a:pt x="175" y="112"/>
                    <a:pt x="132" y="112"/>
                  </a:cubicBezTo>
                  <a:cubicBezTo>
                    <a:pt x="84" y="112"/>
                    <a:pt x="37" y="95"/>
                    <a:pt x="0" y="66"/>
                  </a:cubicBezTo>
                  <a:cubicBezTo>
                    <a:pt x="62" y="189"/>
                    <a:pt x="189" y="269"/>
                    <a:pt x="330" y="269"/>
                  </a:cubicBezTo>
                  <a:cubicBezTo>
                    <a:pt x="362" y="269"/>
                    <a:pt x="394" y="264"/>
                    <a:pt x="425" y="256"/>
                  </a:cubicBezTo>
                  <a:cubicBezTo>
                    <a:pt x="482" y="222"/>
                    <a:pt x="518" y="160"/>
                    <a:pt x="518" y="94"/>
                  </a:cubicBezTo>
                  <a:cubicBezTo>
                    <a:pt x="518" y="61"/>
                    <a:pt x="509" y="29"/>
                    <a:pt x="493" y="0"/>
                  </a:cubicBezTo>
                  <a:cubicBezTo>
                    <a:pt x="458" y="57"/>
                    <a:pt x="397" y="91"/>
                    <a:pt x="330" y="91"/>
                  </a:cubicBezTo>
                  <a:cubicBezTo>
                    <a:pt x="303" y="91"/>
                    <a:pt x="276" y="86"/>
                    <a:pt x="252" y="75"/>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4" name="Freeform 25"/>
            <p:cNvSpPr>
              <a:spLocks/>
            </p:cNvSpPr>
            <p:nvPr/>
          </p:nvSpPr>
          <p:spPr bwMode="auto">
            <a:xfrm>
              <a:off x="5808192" y="4037058"/>
              <a:ext cx="135931" cy="262886"/>
            </a:xfrm>
            <a:custGeom>
              <a:avLst/>
              <a:gdLst>
                <a:gd name="T0" fmla="*/ 97 w 269"/>
                <a:gd name="T1" fmla="*/ 0 h 520"/>
                <a:gd name="T2" fmla="*/ 0 w 269"/>
                <a:gd name="T3" fmla="*/ 27 h 520"/>
                <a:gd name="T4" fmla="*/ 92 w 269"/>
                <a:gd name="T5" fmla="*/ 191 h 520"/>
                <a:gd name="T6" fmla="*/ 77 w 269"/>
                <a:gd name="T7" fmla="*/ 264 h 520"/>
                <a:gd name="T8" fmla="*/ 115 w 269"/>
                <a:gd name="T9" fmla="*/ 386 h 520"/>
                <a:gd name="T10" fmla="*/ 68 w 269"/>
                <a:gd name="T11" fmla="*/ 520 h 520"/>
                <a:gd name="T12" fmla="*/ 269 w 269"/>
                <a:gd name="T13" fmla="*/ 191 h 520"/>
                <a:gd name="T14" fmla="*/ 253 w 269"/>
                <a:gd name="T15" fmla="*/ 82 h 520"/>
                <a:gd name="T16" fmla="*/ 97 w 269"/>
                <a:gd name="T17" fmla="*/ 0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9" h="520">
                  <a:moveTo>
                    <a:pt x="97" y="0"/>
                  </a:moveTo>
                  <a:cubicBezTo>
                    <a:pt x="62" y="0"/>
                    <a:pt x="29" y="9"/>
                    <a:pt x="0" y="27"/>
                  </a:cubicBezTo>
                  <a:cubicBezTo>
                    <a:pt x="57" y="62"/>
                    <a:pt x="92" y="124"/>
                    <a:pt x="92" y="191"/>
                  </a:cubicBezTo>
                  <a:cubicBezTo>
                    <a:pt x="92" y="217"/>
                    <a:pt x="87" y="241"/>
                    <a:pt x="77" y="264"/>
                  </a:cubicBezTo>
                  <a:cubicBezTo>
                    <a:pt x="102" y="300"/>
                    <a:pt x="115" y="342"/>
                    <a:pt x="115" y="386"/>
                  </a:cubicBezTo>
                  <a:cubicBezTo>
                    <a:pt x="115" y="436"/>
                    <a:pt x="98" y="482"/>
                    <a:pt x="68" y="520"/>
                  </a:cubicBezTo>
                  <a:cubicBezTo>
                    <a:pt x="190" y="458"/>
                    <a:pt x="269" y="331"/>
                    <a:pt x="269" y="191"/>
                  </a:cubicBezTo>
                  <a:cubicBezTo>
                    <a:pt x="269" y="154"/>
                    <a:pt x="264" y="117"/>
                    <a:pt x="253" y="82"/>
                  </a:cubicBezTo>
                  <a:cubicBezTo>
                    <a:pt x="217" y="31"/>
                    <a:pt x="159" y="0"/>
                    <a:pt x="97"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75" name="组合 174"/>
          <p:cNvGrpSpPr/>
          <p:nvPr/>
        </p:nvGrpSpPr>
        <p:grpSpPr>
          <a:xfrm>
            <a:off x="6835191" y="556610"/>
            <a:ext cx="377445" cy="377872"/>
            <a:chOff x="5566678" y="3429000"/>
            <a:chExt cx="377445" cy="377872"/>
          </a:xfrm>
          <a:solidFill>
            <a:srgbClr val="707E84"/>
          </a:solidFill>
        </p:grpSpPr>
        <p:sp>
          <p:nvSpPr>
            <p:cNvPr id="176" name="Freeform 26"/>
            <p:cNvSpPr>
              <a:spLocks/>
            </p:cNvSpPr>
            <p:nvPr/>
          </p:nvSpPr>
          <p:spPr bwMode="auto">
            <a:xfrm>
              <a:off x="5762240" y="3429000"/>
              <a:ext cx="153030" cy="136572"/>
            </a:xfrm>
            <a:custGeom>
              <a:avLst/>
              <a:gdLst>
                <a:gd name="T0" fmla="*/ 303 w 303"/>
                <a:gd name="T1" fmla="*/ 175 h 270"/>
                <a:gd name="T2" fmla="*/ 0 w 303"/>
                <a:gd name="T3" fmla="*/ 0 h 270"/>
                <a:gd name="T4" fmla="*/ 0 w 303"/>
                <a:gd name="T5" fmla="*/ 190 h 270"/>
                <a:gd name="T6" fmla="*/ 139 w 303"/>
                <a:gd name="T7" fmla="*/ 270 h 270"/>
                <a:gd name="T8" fmla="*/ 303 w 303"/>
                <a:gd name="T9" fmla="*/ 175 h 270"/>
              </a:gdLst>
              <a:ahLst/>
              <a:cxnLst>
                <a:cxn ang="0">
                  <a:pos x="T0" y="T1"/>
                </a:cxn>
                <a:cxn ang="0">
                  <a:pos x="T2" y="T3"/>
                </a:cxn>
                <a:cxn ang="0">
                  <a:pos x="T4" y="T5"/>
                </a:cxn>
                <a:cxn ang="0">
                  <a:pos x="T6" y="T7"/>
                </a:cxn>
                <a:cxn ang="0">
                  <a:pos x="T8" y="T9"/>
                </a:cxn>
              </a:cxnLst>
              <a:rect l="0" t="0" r="r" b="b"/>
              <a:pathLst>
                <a:path w="303" h="270">
                  <a:moveTo>
                    <a:pt x="303" y="175"/>
                  </a:moveTo>
                  <a:cubicBezTo>
                    <a:pt x="237" y="69"/>
                    <a:pt x="125" y="4"/>
                    <a:pt x="0" y="0"/>
                  </a:cubicBezTo>
                  <a:cubicBezTo>
                    <a:pt x="0" y="190"/>
                    <a:pt x="0" y="190"/>
                    <a:pt x="0" y="190"/>
                  </a:cubicBezTo>
                  <a:cubicBezTo>
                    <a:pt x="139" y="270"/>
                    <a:pt x="139" y="270"/>
                    <a:pt x="139" y="270"/>
                  </a:cubicBezTo>
                  <a:lnTo>
                    <a:pt x="303" y="175"/>
                  </a:ln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7" name="Freeform 27"/>
            <p:cNvSpPr>
              <a:spLocks/>
            </p:cNvSpPr>
            <p:nvPr/>
          </p:nvSpPr>
          <p:spPr bwMode="auto">
            <a:xfrm>
              <a:off x="5595318" y="3429000"/>
              <a:ext cx="153243" cy="136572"/>
            </a:xfrm>
            <a:custGeom>
              <a:avLst/>
              <a:gdLst>
                <a:gd name="T0" fmla="*/ 0 w 303"/>
                <a:gd name="T1" fmla="*/ 175 h 270"/>
                <a:gd name="T2" fmla="*/ 164 w 303"/>
                <a:gd name="T3" fmla="*/ 270 h 270"/>
                <a:gd name="T4" fmla="*/ 303 w 303"/>
                <a:gd name="T5" fmla="*/ 190 h 270"/>
                <a:gd name="T6" fmla="*/ 303 w 303"/>
                <a:gd name="T7" fmla="*/ 0 h 270"/>
                <a:gd name="T8" fmla="*/ 0 w 303"/>
                <a:gd name="T9" fmla="*/ 175 h 270"/>
              </a:gdLst>
              <a:ahLst/>
              <a:cxnLst>
                <a:cxn ang="0">
                  <a:pos x="T0" y="T1"/>
                </a:cxn>
                <a:cxn ang="0">
                  <a:pos x="T2" y="T3"/>
                </a:cxn>
                <a:cxn ang="0">
                  <a:pos x="T4" y="T5"/>
                </a:cxn>
                <a:cxn ang="0">
                  <a:pos x="T6" y="T7"/>
                </a:cxn>
                <a:cxn ang="0">
                  <a:pos x="T8" y="T9"/>
                </a:cxn>
              </a:cxnLst>
              <a:rect l="0" t="0" r="r" b="b"/>
              <a:pathLst>
                <a:path w="303" h="270">
                  <a:moveTo>
                    <a:pt x="0" y="175"/>
                  </a:moveTo>
                  <a:cubicBezTo>
                    <a:pt x="164" y="270"/>
                    <a:pt x="164" y="270"/>
                    <a:pt x="164" y="270"/>
                  </a:cubicBezTo>
                  <a:cubicBezTo>
                    <a:pt x="303" y="190"/>
                    <a:pt x="303" y="190"/>
                    <a:pt x="303" y="190"/>
                  </a:cubicBezTo>
                  <a:cubicBezTo>
                    <a:pt x="303" y="0"/>
                    <a:pt x="303" y="0"/>
                    <a:pt x="303" y="0"/>
                  </a:cubicBezTo>
                  <a:cubicBezTo>
                    <a:pt x="178" y="4"/>
                    <a:pt x="66" y="69"/>
                    <a:pt x="0" y="175"/>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8" name="Freeform 28"/>
            <p:cNvSpPr>
              <a:spLocks/>
            </p:cNvSpPr>
            <p:nvPr/>
          </p:nvSpPr>
          <p:spPr bwMode="auto">
            <a:xfrm>
              <a:off x="5838969" y="3529239"/>
              <a:ext cx="105154" cy="176967"/>
            </a:xfrm>
            <a:custGeom>
              <a:avLst/>
              <a:gdLst>
                <a:gd name="T0" fmla="*/ 165 w 208"/>
                <a:gd name="T1" fmla="*/ 0 h 350"/>
                <a:gd name="T2" fmla="*/ 0 w 208"/>
                <a:gd name="T3" fmla="*/ 95 h 350"/>
                <a:gd name="T4" fmla="*/ 0 w 208"/>
                <a:gd name="T5" fmla="*/ 255 h 350"/>
                <a:gd name="T6" fmla="*/ 165 w 208"/>
                <a:gd name="T7" fmla="*/ 350 h 350"/>
                <a:gd name="T8" fmla="*/ 208 w 208"/>
                <a:gd name="T9" fmla="*/ 175 h 350"/>
                <a:gd name="T10" fmla="*/ 165 w 208"/>
                <a:gd name="T11" fmla="*/ 0 h 350"/>
              </a:gdLst>
              <a:ahLst/>
              <a:cxnLst>
                <a:cxn ang="0">
                  <a:pos x="T0" y="T1"/>
                </a:cxn>
                <a:cxn ang="0">
                  <a:pos x="T2" y="T3"/>
                </a:cxn>
                <a:cxn ang="0">
                  <a:pos x="T4" y="T5"/>
                </a:cxn>
                <a:cxn ang="0">
                  <a:pos x="T6" y="T7"/>
                </a:cxn>
                <a:cxn ang="0">
                  <a:pos x="T8" y="T9"/>
                </a:cxn>
                <a:cxn ang="0">
                  <a:pos x="T10" y="T11"/>
                </a:cxn>
              </a:cxnLst>
              <a:rect l="0" t="0" r="r" b="b"/>
              <a:pathLst>
                <a:path w="208" h="350">
                  <a:moveTo>
                    <a:pt x="165" y="0"/>
                  </a:moveTo>
                  <a:cubicBezTo>
                    <a:pt x="0" y="95"/>
                    <a:pt x="0" y="95"/>
                    <a:pt x="0" y="95"/>
                  </a:cubicBezTo>
                  <a:cubicBezTo>
                    <a:pt x="0" y="255"/>
                    <a:pt x="0" y="255"/>
                    <a:pt x="0" y="255"/>
                  </a:cubicBezTo>
                  <a:cubicBezTo>
                    <a:pt x="165" y="350"/>
                    <a:pt x="165" y="350"/>
                    <a:pt x="165" y="350"/>
                  </a:cubicBezTo>
                  <a:cubicBezTo>
                    <a:pt x="193" y="297"/>
                    <a:pt x="208" y="236"/>
                    <a:pt x="208" y="175"/>
                  </a:cubicBezTo>
                  <a:cubicBezTo>
                    <a:pt x="208" y="114"/>
                    <a:pt x="193" y="54"/>
                    <a:pt x="165"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9" name="Freeform 29"/>
            <p:cNvSpPr>
              <a:spLocks/>
            </p:cNvSpPr>
            <p:nvPr/>
          </p:nvSpPr>
          <p:spPr bwMode="auto">
            <a:xfrm>
              <a:off x="5762240" y="3670300"/>
              <a:ext cx="153030" cy="136572"/>
            </a:xfrm>
            <a:custGeom>
              <a:avLst/>
              <a:gdLst>
                <a:gd name="T0" fmla="*/ 303 w 303"/>
                <a:gd name="T1" fmla="*/ 95 h 270"/>
                <a:gd name="T2" fmla="*/ 139 w 303"/>
                <a:gd name="T3" fmla="*/ 0 h 270"/>
                <a:gd name="T4" fmla="*/ 0 w 303"/>
                <a:gd name="T5" fmla="*/ 80 h 270"/>
                <a:gd name="T6" fmla="*/ 0 w 303"/>
                <a:gd name="T7" fmla="*/ 270 h 270"/>
                <a:gd name="T8" fmla="*/ 303 w 303"/>
                <a:gd name="T9" fmla="*/ 95 h 270"/>
              </a:gdLst>
              <a:ahLst/>
              <a:cxnLst>
                <a:cxn ang="0">
                  <a:pos x="T0" y="T1"/>
                </a:cxn>
                <a:cxn ang="0">
                  <a:pos x="T2" y="T3"/>
                </a:cxn>
                <a:cxn ang="0">
                  <a:pos x="T4" y="T5"/>
                </a:cxn>
                <a:cxn ang="0">
                  <a:pos x="T6" y="T7"/>
                </a:cxn>
                <a:cxn ang="0">
                  <a:pos x="T8" y="T9"/>
                </a:cxn>
              </a:cxnLst>
              <a:rect l="0" t="0" r="r" b="b"/>
              <a:pathLst>
                <a:path w="303" h="270">
                  <a:moveTo>
                    <a:pt x="303" y="95"/>
                  </a:moveTo>
                  <a:cubicBezTo>
                    <a:pt x="139" y="0"/>
                    <a:pt x="139" y="0"/>
                    <a:pt x="139" y="0"/>
                  </a:cubicBezTo>
                  <a:cubicBezTo>
                    <a:pt x="0" y="80"/>
                    <a:pt x="0" y="80"/>
                    <a:pt x="0" y="80"/>
                  </a:cubicBezTo>
                  <a:cubicBezTo>
                    <a:pt x="0" y="270"/>
                    <a:pt x="0" y="270"/>
                    <a:pt x="0" y="270"/>
                  </a:cubicBezTo>
                  <a:cubicBezTo>
                    <a:pt x="125" y="265"/>
                    <a:pt x="237" y="200"/>
                    <a:pt x="303" y="95"/>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0" name="Freeform 30"/>
            <p:cNvSpPr>
              <a:spLocks/>
            </p:cNvSpPr>
            <p:nvPr/>
          </p:nvSpPr>
          <p:spPr bwMode="auto">
            <a:xfrm>
              <a:off x="5566678" y="3529239"/>
              <a:ext cx="104941" cy="176967"/>
            </a:xfrm>
            <a:custGeom>
              <a:avLst/>
              <a:gdLst>
                <a:gd name="T0" fmla="*/ 43 w 208"/>
                <a:gd name="T1" fmla="*/ 0 h 350"/>
                <a:gd name="T2" fmla="*/ 0 w 208"/>
                <a:gd name="T3" fmla="*/ 175 h 350"/>
                <a:gd name="T4" fmla="*/ 43 w 208"/>
                <a:gd name="T5" fmla="*/ 350 h 350"/>
                <a:gd name="T6" fmla="*/ 208 w 208"/>
                <a:gd name="T7" fmla="*/ 255 h 350"/>
                <a:gd name="T8" fmla="*/ 208 w 208"/>
                <a:gd name="T9" fmla="*/ 95 h 350"/>
                <a:gd name="T10" fmla="*/ 43 w 208"/>
                <a:gd name="T11" fmla="*/ 0 h 350"/>
              </a:gdLst>
              <a:ahLst/>
              <a:cxnLst>
                <a:cxn ang="0">
                  <a:pos x="T0" y="T1"/>
                </a:cxn>
                <a:cxn ang="0">
                  <a:pos x="T2" y="T3"/>
                </a:cxn>
                <a:cxn ang="0">
                  <a:pos x="T4" y="T5"/>
                </a:cxn>
                <a:cxn ang="0">
                  <a:pos x="T6" y="T7"/>
                </a:cxn>
                <a:cxn ang="0">
                  <a:pos x="T8" y="T9"/>
                </a:cxn>
                <a:cxn ang="0">
                  <a:pos x="T10" y="T11"/>
                </a:cxn>
              </a:cxnLst>
              <a:rect l="0" t="0" r="r" b="b"/>
              <a:pathLst>
                <a:path w="208" h="350">
                  <a:moveTo>
                    <a:pt x="43" y="0"/>
                  </a:moveTo>
                  <a:cubicBezTo>
                    <a:pt x="15" y="54"/>
                    <a:pt x="0" y="114"/>
                    <a:pt x="0" y="175"/>
                  </a:cubicBezTo>
                  <a:cubicBezTo>
                    <a:pt x="0" y="236"/>
                    <a:pt x="15" y="297"/>
                    <a:pt x="43" y="350"/>
                  </a:cubicBezTo>
                  <a:cubicBezTo>
                    <a:pt x="208" y="255"/>
                    <a:pt x="208" y="255"/>
                    <a:pt x="208" y="255"/>
                  </a:cubicBezTo>
                  <a:cubicBezTo>
                    <a:pt x="208" y="95"/>
                    <a:pt x="208" y="95"/>
                    <a:pt x="208" y="95"/>
                  </a:cubicBezTo>
                  <a:lnTo>
                    <a:pt x="43" y="0"/>
                  </a:ln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1" name="Freeform 31"/>
            <p:cNvSpPr>
              <a:spLocks/>
            </p:cNvSpPr>
            <p:nvPr/>
          </p:nvSpPr>
          <p:spPr bwMode="auto">
            <a:xfrm>
              <a:off x="5595318" y="3670300"/>
              <a:ext cx="153243" cy="136572"/>
            </a:xfrm>
            <a:custGeom>
              <a:avLst/>
              <a:gdLst>
                <a:gd name="T0" fmla="*/ 0 w 303"/>
                <a:gd name="T1" fmla="*/ 95 h 270"/>
                <a:gd name="T2" fmla="*/ 303 w 303"/>
                <a:gd name="T3" fmla="*/ 270 h 270"/>
                <a:gd name="T4" fmla="*/ 303 w 303"/>
                <a:gd name="T5" fmla="*/ 80 h 270"/>
                <a:gd name="T6" fmla="*/ 164 w 303"/>
                <a:gd name="T7" fmla="*/ 0 h 270"/>
                <a:gd name="T8" fmla="*/ 0 w 303"/>
                <a:gd name="T9" fmla="*/ 95 h 270"/>
              </a:gdLst>
              <a:ahLst/>
              <a:cxnLst>
                <a:cxn ang="0">
                  <a:pos x="T0" y="T1"/>
                </a:cxn>
                <a:cxn ang="0">
                  <a:pos x="T2" y="T3"/>
                </a:cxn>
                <a:cxn ang="0">
                  <a:pos x="T4" y="T5"/>
                </a:cxn>
                <a:cxn ang="0">
                  <a:pos x="T6" y="T7"/>
                </a:cxn>
                <a:cxn ang="0">
                  <a:pos x="T8" y="T9"/>
                </a:cxn>
              </a:cxnLst>
              <a:rect l="0" t="0" r="r" b="b"/>
              <a:pathLst>
                <a:path w="303" h="270">
                  <a:moveTo>
                    <a:pt x="0" y="95"/>
                  </a:moveTo>
                  <a:cubicBezTo>
                    <a:pt x="66" y="200"/>
                    <a:pt x="178" y="265"/>
                    <a:pt x="303" y="270"/>
                  </a:cubicBezTo>
                  <a:cubicBezTo>
                    <a:pt x="303" y="80"/>
                    <a:pt x="303" y="80"/>
                    <a:pt x="303" y="80"/>
                  </a:cubicBezTo>
                  <a:cubicBezTo>
                    <a:pt x="164" y="0"/>
                    <a:pt x="164" y="0"/>
                    <a:pt x="164" y="0"/>
                  </a:cubicBezTo>
                  <a:lnTo>
                    <a:pt x="0" y="95"/>
                  </a:ln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82" name="组合 181"/>
          <p:cNvGrpSpPr/>
          <p:nvPr/>
        </p:nvGrpSpPr>
        <p:grpSpPr>
          <a:xfrm>
            <a:off x="6821192" y="1551648"/>
            <a:ext cx="405443" cy="406628"/>
            <a:chOff x="5539098" y="1954010"/>
            <a:chExt cx="2714625" cy="2722562"/>
          </a:xfrm>
          <a:solidFill>
            <a:srgbClr val="707E84"/>
          </a:solidFill>
        </p:grpSpPr>
        <p:sp>
          <p:nvSpPr>
            <p:cNvPr id="183" name="Freeform 5"/>
            <p:cNvSpPr>
              <a:spLocks/>
            </p:cNvSpPr>
            <p:nvPr/>
          </p:nvSpPr>
          <p:spPr bwMode="auto">
            <a:xfrm>
              <a:off x="7847323" y="3343072"/>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4" name="Freeform 6"/>
            <p:cNvSpPr>
              <a:spLocks/>
            </p:cNvSpPr>
            <p:nvPr/>
          </p:nvSpPr>
          <p:spPr bwMode="auto">
            <a:xfrm>
              <a:off x="7990198" y="3343072"/>
              <a:ext cx="0" cy="317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5" name="Rectangle 7"/>
            <p:cNvSpPr>
              <a:spLocks noChangeArrowheads="1"/>
            </p:cNvSpPr>
            <p:nvPr/>
          </p:nvSpPr>
          <p:spPr bwMode="auto">
            <a:xfrm>
              <a:off x="7850498" y="3354185"/>
              <a:ext cx="1587" cy="1587"/>
            </a:xfrm>
            <a:prstGeom prst="rect">
              <a:avLst/>
            </a:pr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6" name="Freeform 8"/>
            <p:cNvSpPr>
              <a:spLocks/>
            </p:cNvSpPr>
            <p:nvPr/>
          </p:nvSpPr>
          <p:spPr bwMode="auto">
            <a:xfrm>
              <a:off x="7858435" y="339228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7" name="Freeform 9"/>
            <p:cNvSpPr>
              <a:spLocks/>
            </p:cNvSpPr>
            <p:nvPr/>
          </p:nvSpPr>
          <p:spPr bwMode="auto">
            <a:xfrm>
              <a:off x="7987023" y="3441497"/>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8" name="Freeform 10"/>
            <p:cNvSpPr>
              <a:spLocks/>
            </p:cNvSpPr>
            <p:nvPr/>
          </p:nvSpPr>
          <p:spPr bwMode="auto">
            <a:xfrm>
              <a:off x="7850498" y="335418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9" name="Freeform 11"/>
            <p:cNvSpPr>
              <a:spLocks/>
            </p:cNvSpPr>
            <p:nvPr/>
          </p:nvSpPr>
          <p:spPr bwMode="auto">
            <a:xfrm>
              <a:off x="7855260" y="342879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0" name="Freeform 12"/>
            <p:cNvSpPr>
              <a:spLocks/>
            </p:cNvSpPr>
            <p:nvPr/>
          </p:nvSpPr>
          <p:spPr bwMode="auto">
            <a:xfrm>
              <a:off x="7847323" y="3441497"/>
              <a:ext cx="3175" cy="317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1"/>
                    <a:pt x="1" y="0"/>
                  </a:cubicBezTo>
                  <a:cubicBezTo>
                    <a:pt x="1" y="1"/>
                    <a:pt x="0" y="1"/>
                    <a:pt x="0" y="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1" name="Freeform 13"/>
            <p:cNvSpPr>
              <a:spLocks/>
            </p:cNvSpPr>
            <p:nvPr/>
          </p:nvSpPr>
          <p:spPr bwMode="auto">
            <a:xfrm>
              <a:off x="7982260" y="342879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2" name="Freeform 14"/>
            <p:cNvSpPr>
              <a:spLocks/>
            </p:cNvSpPr>
            <p:nvPr/>
          </p:nvSpPr>
          <p:spPr bwMode="auto">
            <a:xfrm>
              <a:off x="7858435" y="340339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3" name="Freeform 15"/>
            <p:cNvSpPr>
              <a:spLocks/>
            </p:cNvSpPr>
            <p:nvPr/>
          </p:nvSpPr>
          <p:spPr bwMode="auto">
            <a:xfrm>
              <a:off x="6545573" y="3354185"/>
              <a:ext cx="1708150" cy="1322387"/>
            </a:xfrm>
            <a:custGeom>
              <a:avLst/>
              <a:gdLst>
                <a:gd name="T0" fmla="*/ 414 w 455"/>
                <a:gd name="T1" fmla="*/ 0 h 351"/>
                <a:gd name="T2" fmla="*/ 404 w 455"/>
                <a:gd name="T3" fmla="*/ 6 h 351"/>
                <a:gd name="T4" fmla="*/ 404 w 455"/>
                <a:gd name="T5" fmla="*/ 18 h 351"/>
                <a:gd name="T6" fmla="*/ 416 w 455"/>
                <a:gd name="T7" fmla="*/ 54 h 351"/>
                <a:gd name="T8" fmla="*/ 366 w 455"/>
                <a:gd name="T9" fmla="*/ 98 h 351"/>
                <a:gd name="T10" fmla="*/ 315 w 455"/>
                <a:gd name="T11" fmla="*/ 54 h 351"/>
                <a:gd name="T12" fmla="*/ 327 w 455"/>
                <a:gd name="T13" fmla="*/ 18 h 351"/>
                <a:gd name="T14" fmla="*/ 328 w 455"/>
                <a:gd name="T15" fmla="*/ 6 h 351"/>
                <a:gd name="T16" fmla="*/ 317 w 455"/>
                <a:gd name="T17" fmla="*/ 0 h 351"/>
                <a:gd name="T18" fmla="*/ 281 w 455"/>
                <a:gd name="T19" fmla="*/ 0 h 351"/>
                <a:gd name="T20" fmla="*/ 104 w 455"/>
                <a:gd name="T21" fmla="*/ 177 h 351"/>
                <a:gd name="T22" fmla="*/ 104 w 455"/>
                <a:gd name="T23" fmla="*/ 215 h 351"/>
                <a:gd name="T24" fmla="*/ 93 w 455"/>
                <a:gd name="T25" fmla="*/ 238 h 351"/>
                <a:gd name="T26" fmla="*/ 87 w 455"/>
                <a:gd name="T27" fmla="*/ 243 h 351"/>
                <a:gd name="T28" fmla="*/ 83 w 455"/>
                <a:gd name="T29" fmla="*/ 245 h 351"/>
                <a:gd name="T30" fmla="*/ 54 w 455"/>
                <a:gd name="T31" fmla="*/ 243 h 351"/>
                <a:gd name="T32" fmla="*/ 26 w 455"/>
                <a:gd name="T33" fmla="*/ 232 h 351"/>
                <a:gd name="T34" fmla="*/ 0 w 455"/>
                <a:gd name="T35" fmla="*/ 264 h 351"/>
                <a:gd name="T36" fmla="*/ 26 w 455"/>
                <a:gd name="T37" fmla="*/ 296 h 351"/>
                <a:gd name="T38" fmla="*/ 54 w 455"/>
                <a:gd name="T39" fmla="*/ 286 h 351"/>
                <a:gd name="T40" fmla="*/ 83 w 455"/>
                <a:gd name="T41" fmla="*/ 284 h 351"/>
                <a:gd name="T42" fmla="*/ 87 w 455"/>
                <a:gd name="T43" fmla="*/ 286 h 351"/>
                <a:gd name="T44" fmla="*/ 93 w 455"/>
                <a:gd name="T45" fmla="*/ 291 h 351"/>
                <a:gd name="T46" fmla="*/ 104 w 455"/>
                <a:gd name="T47" fmla="*/ 312 h 351"/>
                <a:gd name="T48" fmla="*/ 104 w 455"/>
                <a:gd name="T49" fmla="*/ 313 h 351"/>
                <a:gd name="T50" fmla="*/ 104 w 455"/>
                <a:gd name="T51" fmla="*/ 317 h 351"/>
                <a:gd name="T52" fmla="*/ 104 w 455"/>
                <a:gd name="T53" fmla="*/ 318 h 351"/>
                <a:gd name="T54" fmla="*/ 104 w 455"/>
                <a:gd name="T55" fmla="*/ 321 h 351"/>
                <a:gd name="T56" fmla="*/ 104 w 455"/>
                <a:gd name="T57" fmla="*/ 351 h 351"/>
                <a:gd name="T58" fmla="*/ 455 w 455"/>
                <a:gd name="T59" fmla="*/ 0 h 351"/>
                <a:gd name="T60" fmla="*/ 414 w 455"/>
                <a:gd name="T61" fmla="*/ 0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55" h="351">
                  <a:moveTo>
                    <a:pt x="414" y="0"/>
                  </a:moveTo>
                  <a:cubicBezTo>
                    <a:pt x="410" y="1"/>
                    <a:pt x="406" y="2"/>
                    <a:pt x="404" y="6"/>
                  </a:cubicBezTo>
                  <a:cubicBezTo>
                    <a:pt x="401" y="10"/>
                    <a:pt x="403" y="15"/>
                    <a:pt x="404" y="18"/>
                  </a:cubicBezTo>
                  <a:cubicBezTo>
                    <a:pt x="406" y="20"/>
                    <a:pt x="416" y="42"/>
                    <a:pt x="416" y="54"/>
                  </a:cubicBezTo>
                  <a:cubicBezTo>
                    <a:pt x="416" y="78"/>
                    <a:pt x="394" y="98"/>
                    <a:pt x="366" y="98"/>
                  </a:cubicBezTo>
                  <a:cubicBezTo>
                    <a:pt x="338" y="98"/>
                    <a:pt x="315" y="78"/>
                    <a:pt x="315" y="54"/>
                  </a:cubicBezTo>
                  <a:cubicBezTo>
                    <a:pt x="315" y="42"/>
                    <a:pt x="326" y="20"/>
                    <a:pt x="327" y="18"/>
                  </a:cubicBezTo>
                  <a:cubicBezTo>
                    <a:pt x="329" y="15"/>
                    <a:pt x="331" y="10"/>
                    <a:pt x="328" y="6"/>
                  </a:cubicBezTo>
                  <a:cubicBezTo>
                    <a:pt x="326" y="2"/>
                    <a:pt x="320" y="0"/>
                    <a:pt x="317" y="0"/>
                  </a:cubicBezTo>
                  <a:cubicBezTo>
                    <a:pt x="281" y="0"/>
                    <a:pt x="281" y="0"/>
                    <a:pt x="281" y="0"/>
                  </a:cubicBezTo>
                  <a:cubicBezTo>
                    <a:pt x="275" y="95"/>
                    <a:pt x="199" y="172"/>
                    <a:pt x="104" y="177"/>
                  </a:cubicBezTo>
                  <a:cubicBezTo>
                    <a:pt x="104" y="215"/>
                    <a:pt x="104" y="215"/>
                    <a:pt x="104" y="215"/>
                  </a:cubicBezTo>
                  <a:cubicBezTo>
                    <a:pt x="103" y="224"/>
                    <a:pt x="99" y="232"/>
                    <a:pt x="93" y="238"/>
                  </a:cubicBezTo>
                  <a:cubicBezTo>
                    <a:pt x="92" y="240"/>
                    <a:pt x="89" y="241"/>
                    <a:pt x="87" y="243"/>
                  </a:cubicBezTo>
                  <a:cubicBezTo>
                    <a:pt x="86" y="243"/>
                    <a:pt x="84" y="244"/>
                    <a:pt x="83" y="245"/>
                  </a:cubicBezTo>
                  <a:cubicBezTo>
                    <a:pt x="74" y="248"/>
                    <a:pt x="64" y="248"/>
                    <a:pt x="54" y="243"/>
                  </a:cubicBezTo>
                  <a:cubicBezTo>
                    <a:pt x="45" y="238"/>
                    <a:pt x="30" y="232"/>
                    <a:pt x="26" y="232"/>
                  </a:cubicBezTo>
                  <a:cubicBezTo>
                    <a:pt x="12" y="232"/>
                    <a:pt x="0" y="247"/>
                    <a:pt x="0" y="264"/>
                  </a:cubicBezTo>
                  <a:cubicBezTo>
                    <a:pt x="0" y="282"/>
                    <a:pt x="12" y="296"/>
                    <a:pt x="26" y="296"/>
                  </a:cubicBezTo>
                  <a:cubicBezTo>
                    <a:pt x="30" y="296"/>
                    <a:pt x="45" y="291"/>
                    <a:pt x="54" y="286"/>
                  </a:cubicBezTo>
                  <a:cubicBezTo>
                    <a:pt x="64" y="281"/>
                    <a:pt x="74" y="280"/>
                    <a:pt x="83" y="284"/>
                  </a:cubicBezTo>
                  <a:cubicBezTo>
                    <a:pt x="84" y="284"/>
                    <a:pt x="86" y="285"/>
                    <a:pt x="87" y="286"/>
                  </a:cubicBezTo>
                  <a:cubicBezTo>
                    <a:pt x="89" y="287"/>
                    <a:pt x="92" y="289"/>
                    <a:pt x="93" y="291"/>
                  </a:cubicBezTo>
                  <a:cubicBezTo>
                    <a:pt x="99" y="296"/>
                    <a:pt x="102" y="304"/>
                    <a:pt x="104" y="312"/>
                  </a:cubicBezTo>
                  <a:cubicBezTo>
                    <a:pt x="104" y="313"/>
                    <a:pt x="104" y="313"/>
                    <a:pt x="104" y="313"/>
                  </a:cubicBezTo>
                  <a:cubicBezTo>
                    <a:pt x="104" y="317"/>
                    <a:pt x="104" y="317"/>
                    <a:pt x="104" y="317"/>
                  </a:cubicBezTo>
                  <a:cubicBezTo>
                    <a:pt x="104" y="318"/>
                    <a:pt x="104" y="318"/>
                    <a:pt x="104" y="318"/>
                  </a:cubicBezTo>
                  <a:cubicBezTo>
                    <a:pt x="104" y="321"/>
                    <a:pt x="104" y="321"/>
                    <a:pt x="104" y="321"/>
                  </a:cubicBezTo>
                  <a:cubicBezTo>
                    <a:pt x="104" y="351"/>
                    <a:pt x="104" y="351"/>
                    <a:pt x="104" y="351"/>
                  </a:cubicBezTo>
                  <a:cubicBezTo>
                    <a:pt x="295" y="346"/>
                    <a:pt x="449" y="191"/>
                    <a:pt x="455" y="0"/>
                  </a:cubicBezTo>
                  <a:lnTo>
                    <a:pt x="414" y="0"/>
                  </a:ln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4" name="Freeform 16"/>
            <p:cNvSpPr>
              <a:spLocks/>
            </p:cNvSpPr>
            <p:nvPr/>
          </p:nvSpPr>
          <p:spPr bwMode="auto">
            <a:xfrm>
              <a:off x="7844148" y="3335135"/>
              <a:ext cx="3175" cy="7937"/>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0" y="1"/>
                    <a:pt x="1" y="2"/>
                    <a:pt x="1" y="2"/>
                  </a:cubicBezTo>
                  <a:cubicBezTo>
                    <a:pt x="1" y="2"/>
                    <a:pt x="0" y="1"/>
                    <a:pt x="0"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5" name="Freeform 17"/>
            <p:cNvSpPr>
              <a:spLocks/>
            </p:cNvSpPr>
            <p:nvPr/>
          </p:nvSpPr>
          <p:spPr bwMode="auto">
            <a:xfrm>
              <a:off x="7987023" y="3346247"/>
              <a:ext cx="3175" cy="7937"/>
            </a:xfrm>
            <a:custGeom>
              <a:avLst/>
              <a:gdLst>
                <a:gd name="T0" fmla="*/ 1 w 1"/>
                <a:gd name="T1" fmla="*/ 0 h 2"/>
                <a:gd name="T2" fmla="*/ 0 w 1"/>
                <a:gd name="T3" fmla="*/ 2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1"/>
                    <a:pt x="0" y="2"/>
                  </a:cubicBezTo>
                  <a:cubicBezTo>
                    <a:pt x="0" y="2"/>
                    <a:pt x="0" y="2"/>
                    <a:pt x="0" y="2"/>
                  </a:cubicBezTo>
                  <a:cubicBezTo>
                    <a:pt x="0" y="1"/>
                    <a:pt x="0" y="0"/>
                    <a:pt x="1"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6" name="Freeform 18"/>
            <p:cNvSpPr>
              <a:spLocks/>
            </p:cNvSpPr>
            <p:nvPr/>
          </p:nvSpPr>
          <p:spPr bwMode="auto">
            <a:xfrm>
              <a:off x="7990198" y="3335135"/>
              <a:ext cx="3175" cy="7937"/>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0" y="2"/>
                    <a:pt x="0" y="1"/>
                    <a:pt x="1" y="0"/>
                  </a:cubicBezTo>
                  <a:cubicBezTo>
                    <a:pt x="0" y="1"/>
                    <a:pt x="0" y="2"/>
                    <a:pt x="0" y="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7" name="Freeform 19"/>
            <p:cNvSpPr>
              <a:spLocks/>
            </p:cNvSpPr>
            <p:nvPr/>
          </p:nvSpPr>
          <p:spPr bwMode="auto">
            <a:xfrm>
              <a:off x="7847323" y="3346247"/>
              <a:ext cx="3175" cy="7937"/>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1" y="0"/>
                    <a:pt x="1" y="1"/>
                    <a:pt x="1" y="2"/>
                  </a:cubicBezTo>
                  <a:cubicBezTo>
                    <a:pt x="1" y="1"/>
                    <a:pt x="1" y="0"/>
                    <a:pt x="0"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8" name="Freeform 20"/>
            <p:cNvSpPr>
              <a:spLocks/>
            </p:cNvSpPr>
            <p:nvPr/>
          </p:nvSpPr>
          <p:spPr bwMode="auto">
            <a:xfrm>
              <a:off x="7858435" y="3392285"/>
              <a:ext cx="0" cy="11112"/>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9" name="Freeform 21"/>
            <p:cNvSpPr>
              <a:spLocks/>
            </p:cNvSpPr>
            <p:nvPr/>
          </p:nvSpPr>
          <p:spPr bwMode="auto">
            <a:xfrm>
              <a:off x="7850498" y="3354185"/>
              <a:ext cx="7937" cy="38100"/>
            </a:xfrm>
            <a:custGeom>
              <a:avLst/>
              <a:gdLst>
                <a:gd name="T0" fmla="*/ 2 w 2"/>
                <a:gd name="T1" fmla="*/ 10 h 10"/>
                <a:gd name="T2" fmla="*/ 0 w 2"/>
                <a:gd name="T3" fmla="*/ 0 h 10"/>
                <a:gd name="T4" fmla="*/ 2 w 2"/>
                <a:gd name="T5" fmla="*/ 10 h 10"/>
              </a:gdLst>
              <a:ahLst/>
              <a:cxnLst>
                <a:cxn ang="0">
                  <a:pos x="T0" y="T1"/>
                </a:cxn>
                <a:cxn ang="0">
                  <a:pos x="T2" y="T3"/>
                </a:cxn>
                <a:cxn ang="0">
                  <a:pos x="T4" y="T5"/>
                </a:cxn>
              </a:cxnLst>
              <a:rect l="0" t="0" r="r" b="b"/>
              <a:pathLst>
                <a:path w="2" h="10">
                  <a:moveTo>
                    <a:pt x="2" y="10"/>
                  </a:moveTo>
                  <a:cubicBezTo>
                    <a:pt x="2" y="6"/>
                    <a:pt x="1" y="3"/>
                    <a:pt x="0" y="0"/>
                  </a:cubicBezTo>
                  <a:cubicBezTo>
                    <a:pt x="1" y="3"/>
                    <a:pt x="2" y="6"/>
                    <a:pt x="2" y="1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0" name="Freeform 22"/>
            <p:cNvSpPr>
              <a:spLocks/>
            </p:cNvSpPr>
            <p:nvPr/>
          </p:nvSpPr>
          <p:spPr bwMode="auto">
            <a:xfrm>
              <a:off x="6934510" y="1954010"/>
              <a:ext cx="1319212" cy="1693862"/>
            </a:xfrm>
            <a:custGeom>
              <a:avLst/>
              <a:gdLst>
                <a:gd name="T0" fmla="*/ 0 w 351"/>
                <a:gd name="T1" fmla="*/ 0 h 450"/>
                <a:gd name="T2" fmla="*/ 0 w 351"/>
                <a:gd name="T3" fmla="*/ 41 h 450"/>
                <a:gd name="T4" fmla="*/ 6 w 351"/>
                <a:gd name="T5" fmla="*/ 52 h 450"/>
                <a:gd name="T6" fmla="*/ 19 w 351"/>
                <a:gd name="T7" fmla="*/ 52 h 450"/>
                <a:gd name="T8" fmla="*/ 57 w 351"/>
                <a:gd name="T9" fmla="*/ 39 h 450"/>
                <a:gd name="T10" fmla="*/ 103 w 351"/>
                <a:gd name="T11" fmla="*/ 92 h 450"/>
                <a:gd name="T12" fmla="*/ 57 w 351"/>
                <a:gd name="T13" fmla="*/ 144 h 450"/>
                <a:gd name="T14" fmla="*/ 19 w 351"/>
                <a:gd name="T15" fmla="*/ 132 h 450"/>
                <a:gd name="T16" fmla="*/ 6 w 351"/>
                <a:gd name="T17" fmla="*/ 131 h 450"/>
                <a:gd name="T18" fmla="*/ 0 w 351"/>
                <a:gd name="T19" fmla="*/ 143 h 450"/>
                <a:gd name="T20" fmla="*/ 0 w 351"/>
                <a:gd name="T21" fmla="*/ 174 h 450"/>
                <a:gd name="T22" fmla="*/ 177 w 351"/>
                <a:gd name="T23" fmla="*/ 351 h 450"/>
                <a:gd name="T24" fmla="*/ 215 w 351"/>
                <a:gd name="T25" fmla="*/ 351 h 450"/>
                <a:gd name="T26" fmla="*/ 237 w 351"/>
                <a:gd name="T27" fmla="*/ 362 h 450"/>
                <a:gd name="T28" fmla="*/ 242 w 351"/>
                <a:gd name="T29" fmla="*/ 367 h 450"/>
                <a:gd name="T30" fmla="*/ 243 w 351"/>
                <a:gd name="T31" fmla="*/ 369 h 450"/>
                <a:gd name="T32" fmla="*/ 243 w 351"/>
                <a:gd name="T33" fmla="*/ 370 h 450"/>
                <a:gd name="T34" fmla="*/ 244 w 351"/>
                <a:gd name="T35" fmla="*/ 372 h 450"/>
                <a:gd name="T36" fmla="*/ 244 w 351"/>
                <a:gd name="T37" fmla="*/ 372 h 450"/>
                <a:gd name="T38" fmla="*/ 244 w 351"/>
                <a:gd name="T39" fmla="*/ 372 h 450"/>
                <a:gd name="T40" fmla="*/ 246 w 351"/>
                <a:gd name="T41" fmla="*/ 382 h 450"/>
                <a:gd name="T42" fmla="*/ 246 w 351"/>
                <a:gd name="T43" fmla="*/ 382 h 450"/>
                <a:gd name="T44" fmla="*/ 246 w 351"/>
                <a:gd name="T45" fmla="*/ 385 h 450"/>
                <a:gd name="T46" fmla="*/ 246 w 351"/>
                <a:gd name="T47" fmla="*/ 385 h 450"/>
                <a:gd name="T48" fmla="*/ 245 w 351"/>
                <a:gd name="T49" fmla="*/ 392 h 450"/>
                <a:gd name="T50" fmla="*/ 245 w 351"/>
                <a:gd name="T51" fmla="*/ 392 h 450"/>
                <a:gd name="T52" fmla="*/ 244 w 351"/>
                <a:gd name="T53" fmla="*/ 395 h 450"/>
                <a:gd name="T54" fmla="*/ 243 w 351"/>
                <a:gd name="T55" fmla="*/ 396 h 450"/>
                <a:gd name="T56" fmla="*/ 242 w 351"/>
                <a:gd name="T57" fmla="*/ 399 h 450"/>
                <a:gd name="T58" fmla="*/ 232 w 351"/>
                <a:gd name="T59" fmla="*/ 426 h 450"/>
                <a:gd name="T60" fmla="*/ 262 w 351"/>
                <a:gd name="T61" fmla="*/ 450 h 450"/>
                <a:gd name="T62" fmla="*/ 292 w 351"/>
                <a:gd name="T63" fmla="*/ 426 h 450"/>
                <a:gd name="T64" fmla="*/ 282 w 351"/>
                <a:gd name="T65" fmla="*/ 399 h 450"/>
                <a:gd name="T66" fmla="*/ 280 w 351"/>
                <a:gd name="T67" fmla="*/ 396 h 450"/>
                <a:gd name="T68" fmla="*/ 280 w 351"/>
                <a:gd name="T69" fmla="*/ 395 h 450"/>
                <a:gd name="T70" fmla="*/ 279 w 351"/>
                <a:gd name="T71" fmla="*/ 392 h 450"/>
                <a:gd name="T72" fmla="*/ 279 w 351"/>
                <a:gd name="T73" fmla="*/ 392 h 450"/>
                <a:gd name="T74" fmla="*/ 278 w 351"/>
                <a:gd name="T75" fmla="*/ 385 h 450"/>
                <a:gd name="T76" fmla="*/ 278 w 351"/>
                <a:gd name="T77" fmla="*/ 385 h 450"/>
                <a:gd name="T78" fmla="*/ 278 w 351"/>
                <a:gd name="T79" fmla="*/ 382 h 450"/>
                <a:gd name="T80" fmla="*/ 278 w 351"/>
                <a:gd name="T81" fmla="*/ 382 h 450"/>
                <a:gd name="T82" fmla="*/ 280 w 351"/>
                <a:gd name="T83" fmla="*/ 372 h 450"/>
                <a:gd name="T84" fmla="*/ 281 w 351"/>
                <a:gd name="T85" fmla="*/ 370 h 450"/>
                <a:gd name="T86" fmla="*/ 281 w 351"/>
                <a:gd name="T87" fmla="*/ 369 h 450"/>
                <a:gd name="T88" fmla="*/ 282 w 351"/>
                <a:gd name="T89" fmla="*/ 367 h 450"/>
                <a:gd name="T90" fmla="*/ 286 w 351"/>
                <a:gd name="T91" fmla="*/ 362 h 450"/>
                <a:gd name="T92" fmla="*/ 308 w 351"/>
                <a:gd name="T93" fmla="*/ 351 h 450"/>
                <a:gd name="T94" fmla="*/ 308 w 351"/>
                <a:gd name="T95" fmla="*/ 351 h 450"/>
                <a:gd name="T96" fmla="*/ 312 w 351"/>
                <a:gd name="T97" fmla="*/ 351 h 450"/>
                <a:gd name="T98" fmla="*/ 313 w 351"/>
                <a:gd name="T99" fmla="*/ 351 h 450"/>
                <a:gd name="T100" fmla="*/ 316 w 351"/>
                <a:gd name="T101" fmla="*/ 351 h 450"/>
                <a:gd name="T102" fmla="*/ 351 w 351"/>
                <a:gd name="T103" fmla="*/ 351 h 450"/>
                <a:gd name="T104" fmla="*/ 0 w 351"/>
                <a:gd name="T105" fmla="*/ 0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51" h="450">
                  <a:moveTo>
                    <a:pt x="0" y="0"/>
                  </a:moveTo>
                  <a:cubicBezTo>
                    <a:pt x="0" y="41"/>
                    <a:pt x="0" y="41"/>
                    <a:pt x="0" y="41"/>
                  </a:cubicBezTo>
                  <a:cubicBezTo>
                    <a:pt x="1" y="45"/>
                    <a:pt x="2" y="50"/>
                    <a:pt x="6" y="52"/>
                  </a:cubicBezTo>
                  <a:cubicBezTo>
                    <a:pt x="10" y="54"/>
                    <a:pt x="14" y="54"/>
                    <a:pt x="19" y="52"/>
                  </a:cubicBezTo>
                  <a:cubicBezTo>
                    <a:pt x="22" y="50"/>
                    <a:pt x="45" y="39"/>
                    <a:pt x="57" y="39"/>
                  </a:cubicBezTo>
                  <a:cubicBezTo>
                    <a:pt x="83" y="39"/>
                    <a:pt x="103" y="63"/>
                    <a:pt x="103" y="92"/>
                  </a:cubicBezTo>
                  <a:cubicBezTo>
                    <a:pt x="103" y="121"/>
                    <a:pt x="83" y="144"/>
                    <a:pt x="57" y="144"/>
                  </a:cubicBezTo>
                  <a:cubicBezTo>
                    <a:pt x="45" y="144"/>
                    <a:pt x="22" y="133"/>
                    <a:pt x="19" y="132"/>
                  </a:cubicBezTo>
                  <a:cubicBezTo>
                    <a:pt x="14" y="129"/>
                    <a:pt x="10" y="129"/>
                    <a:pt x="6" y="131"/>
                  </a:cubicBezTo>
                  <a:cubicBezTo>
                    <a:pt x="2" y="134"/>
                    <a:pt x="0" y="139"/>
                    <a:pt x="0" y="143"/>
                  </a:cubicBezTo>
                  <a:cubicBezTo>
                    <a:pt x="0" y="174"/>
                    <a:pt x="0" y="174"/>
                    <a:pt x="0" y="174"/>
                  </a:cubicBezTo>
                  <a:cubicBezTo>
                    <a:pt x="95" y="180"/>
                    <a:pt x="171" y="256"/>
                    <a:pt x="177" y="351"/>
                  </a:cubicBezTo>
                  <a:cubicBezTo>
                    <a:pt x="215" y="351"/>
                    <a:pt x="215" y="351"/>
                    <a:pt x="215" y="351"/>
                  </a:cubicBezTo>
                  <a:cubicBezTo>
                    <a:pt x="224" y="352"/>
                    <a:pt x="232" y="356"/>
                    <a:pt x="237" y="362"/>
                  </a:cubicBezTo>
                  <a:cubicBezTo>
                    <a:pt x="239" y="363"/>
                    <a:pt x="241" y="365"/>
                    <a:pt x="242" y="367"/>
                  </a:cubicBezTo>
                  <a:cubicBezTo>
                    <a:pt x="242" y="368"/>
                    <a:pt x="243" y="369"/>
                    <a:pt x="243" y="369"/>
                  </a:cubicBezTo>
                  <a:cubicBezTo>
                    <a:pt x="243" y="370"/>
                    <a:pt x="243" y="370"/>
                    <a:pt x="243" y="370"/>
                  </a:cubicBezTo>
                  <a:cubicBezTo>
                    <a:pt x="244" y="370"/>
                    <a:pt x="244" y="371"/>
                    <a:pt x="244" y="372"/>
                  </a:cubicBezTo>
                  <a:cubicBezTo>
                    <a:pt x="244" y="372"/>
                    <a:pt x="244" y="372"/>
                    <a:pt x="244" y="372"/>
                  </a:cubicBezTo>
                  <a:cubicBezTo>
                    <a:pt x="244" y="372"/>
                    <a:pt x="244" y="372"/>
                    <a:pt x="244" y="372"/>
                  </a:cubicBezTo>
                  <a:cubicBezTo>
                    <a:pt x="245" y="375"/>
                    <a:pt x="246" y="378"/>
                    <a:pt x="246" y="382"/>
                  </a:cubicBezTo>
                  <a:cubicBezTo>
                    <a:pt x="246" y="382"/>
                    <a:pt x="246" y="382"/>
                    <a:pt x="246" y="382"/>
                  </a:cubicBezTo>
                  <a:cubicBezTo>
                    <a:pt x="246" y="383"/>
                    <a:pt x="246" y="384"/>
                    <a:pt x="246" y="385"/>
                  </a:cubicBezTo>
                  <a:cubicBezTo>
                    <a:pt x="246" y="385"/>
                    <a:pt x="246" y="385"/>
                    <a:pt x="246" y="385"/>
                  </a:cubicBezTo>
                  <a:cubicBezTo>
                    <a:pt x="246" y="387"/>
                    <a:pt x="245" y="390"/>
                    <a:pt x="245" y="392"/>
                  </a:cubicBezTo>
                  <a:cubicBezTo>
                    <a:pt x="245" y="392"/>
                    <a:pt x="245" y="392"/>
                    <a:pt x="245" y="392"/>
                  </a:cubicBezTo>
                  <a:cubicBezTo>
                    <a:pt x="244" y="393"/>
                    <a:pt x="244" y="394"/>
                    <a:pt x="244" y="395"/>
                  </a:cubicBezTo>
                  <a:cubicBezTo>
                    <a:pt x="244" y="396"/>
                    <a:pt x="243" y="396"/>
                    <a:pt x="243" y="396"/>
                  </a:cubicBezTo>
                  <a:cubicBezTo>
                    <a:pt x="243" y="397"/>
                    <a:pt x="242" y="398"/>
                    <a:pt x="242" y="399"/>
                  </a:cubicBezTo>
                  <a:cubicBezTo>
                    <a:pt x="237" y="408"/>
                    <a:pt x="232" y="421"/>
                    <a:pt x="232" y="426"/>
                  </a:cubicBezTo>
                  <a:cubicBezTo>
                    <a:pt x="232" y="439"/>
                    <a:pt x="246" y="450"/>
                    <a:pt x="262" y="450"/>
                  </a:cubicBezTo>
                  <a:cubicBezTo>
                    <a:pt x="278" y="450"/>
                    <a:pt x="292" y="439"/>
                    <a:pt x="292" y="426"/>
                  </a:cubicBezTo>
                  <a:cubicBezTo>
                    <a:pt x="292" y="421"/>
                    <a:pt x="286" y="408"/>
                    <a:pt x="282" y="399"/>
                  </a:cubicBezTo>
                  <a:cubicBezTo>
                    <a:pt x="281" y="398"/>
                    <a:pt x="281" y="397"/>
                    <a:pt x="280" y="396"/>
                  </a:cubicBezTo>
                  <a:cubicBezTo>
                    <a:pt x="280" y="396"/>
                    <a:pt x="280" y="396"/>
                    <a:pt x="280" y="395"/>
                  </a:cubicBezTo>
                  <a:cubicBezTo>
                    <a:pt x="280" y="394"/>
                    <a:pt x="279" y="393"/>
                    <a:pt x="279" y="392"/>
                  </a:cubicBezTo>
                  <a:cubicBezTo>
                    <a:pt x="279" y="392"/>
                    <a:pt x="279" y="392"/>
                    <a:pt x="279" y="392"/>
                  </a:cubicBezTo>
                  <a:cubicBezTo>
                    <a:pt x="278" y="390"/>
                    <a:pt x="278" y="387"/>
                    <a:pt x="278" y="385"/>
                  </a:cubicBezTo>
                  <a:cubicBezTo>
                    <a:pt x="278" y="385"/>
                    <a:pt x="278" y="385"/>
                    <a:pt x="278" y="385"/>
                  </a:cubicBezTo>
                  <a:cubicBezTo>
                    <a:pt x="278" y="384"/>
                    <a:pt x="278" y="383"/>
                    <a:pt x="278" y="382"/>
                  </a:cubicBezTo>
                  <a:cubicBezTo>
                    <a:pt x="278" y="382"/>
                    <a:pt x="278" y="382"/>
                    <a:pt x="278" y="382"/>
                  </a:cubicBezTo>
                  <a:cubicBezTo>
                    <a:pt x="278" y="378"/>
                    <a:pt x="278" y="375"/>
                    <a:pt x="280" y="372"/>
                  </a:cubicBezTo>
                  <a:cubicBezTo>
                    <a:pt x="280" y="371"/>
                    <a:pt x="280" y="370"/>
                    <a:pt x="281" y="370"/>
                  </a:cubicBezTo>
                  <a:cubicBezTo>
                    <a:pt x="281" y="370"/>
                    <a:pt x="281" y="370"/>
                    <a:pt x="281" y="369"/>
                  </a:cubicBezTo>
                  <a:cubicBezTo>
                    <a:pt x="281" y="369"/>
                    <a:pt x="281" y="368"/>
                    <a:pt x="282" y="367"/>
                  </a:cubicBezTo>
                  <a:cubicBezTo>
                    <a:pt x="283" y="365"/>
                    <a:pt x="285" y="363"/>
                    <a:pt x="286" y="362"/>
                  </a:cubicBezTo>
                  <a:cubicBezTo>
                    <a:pt x="292" y="356"/>
                    <a:pt x="299" y="353"/>
                    <a:pt x="308" y="351"/>
                  </a:cubicBezTo>
                  <a:cubicBezTo>
                    <a:pt x="308" y="351"/>
                    <a:pt x="308" y="351"/>
                    <a:pt x="308" y="351"/>
                  </a:cubicBezTo>
                  <a:cubicBezTo>
                    <a:pt x="312" y="351"/>
                    <a:pt x="312" y="351"/>
                    <a:pt x="312" y="351"/>
                  </a:cubicBezTo>
                  <a:cubicBezTo>
                    <a:pt x="313" y="351"/>
                    <a:pt x="313" y="351"/>
                    <a:pt x="313" y="351"/>
                  </a:cubicBezTo>
                  <a:cubicBezTo>
                    <a:pt x="316" y="351"/>
                    <a:pt x="316" y="351"/>
                    <a:pt x="316" y="351"/>
                  </a:cubicBezTo>
                  <a:cubicBezTo>
                    <a:pt x="351" y="351"/>
                    <a:pt x="351" y="351"/>
                    <a:pt x="351" y="351"/>
                  </a:cubicBezTo>
                  <a:cubicBezTo>
                    <a:pt x="345" y="160"/>
                    <a:pt x="191" y="6"/>
                    <a:pt x="0"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1" name="Freeform 23"/>
            <p:cNvSpPr>
              <a:spLocks/>
            </p:cNvSpPr>
            <p:nvPr/>
          </p:nvSpPr>
          <p:spPr bwMode="auto">
            <a:xfrm>
              <a:off x="7850498" y="3428797"/>
              <a:ext cx="4762" cy="12700"/>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cubicBezTo>
                    <a:pt x="0" y="2"/>
                    <a:pt x="0" y="1"/>
                    <a:pt x="1" y="0"/>
                  </a:cubicBezTo>
                  <a:cubicBezTo>
                    <a:pt x="0" y="1"/>
                    <a:pt x="0" y="2"/>
                    <a:pt x="0" y="3"/>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2" name="Freeform 24"/>
            <p:cNvSpPr>
              <a:spLocks/>
            </p:cNvSpPr>
            <p:nvPr/>
          </p:nvSpPr>
          <p:spPr bwMode="auto">
            <a:xfrm>
              <a:off x="7855260" y="3403397"/>
              <a:ext cx="3175" cy="25400"/>
            </a:xfrm>
            <a:custGeom>
              <a:avLst/>
              <a:gdLst>
                <a:gd name="T0" fmla="*/ 0 w 1"/>
                <a:gd name="T1" fmla="*/ 7 h 7"/>
                <a:gd name="T2" fmla="*/ 1 w 1"/>
                <a:gd name="T3" fmla="*/ 0 h 7"/>
                <a:gd name="T4" fmla="*/ 0 w 1"/>
                <a:gd name="T5" fmla="*/ 7 h 7"/>
              </a:gdLst>
              <a:ahLst/>
              <a:cxnLst>
                <a:cxn ang="0">
                  <a:pos x="T0" y="T1"/>
                </a:cxn>
                <a:cxn ang="0">
                  <a:pos x="T2" y="T3"/>
                </a:cxn>
                <a:cxn ang="0">
                  <a:pos x="T4" y="T5"/>
                </a:cxn>
              </a:cxnLst>
              <a:rect l="0" t="0" r="r" b="b"/>
              <a:pathLst>
                <a:path w="1" h="7">
                  <a:moveTo>
                    <a:pt x="0" y="7"/>
                  </a:moveTo>
                  <a:cubicBezTo>
                    <a:pt x="0" y="5"/>
                    <a:pt x="1" y="2"/>
                    <a:pt x="1" y="0"/>
                  </a:cubicBezTo>
                  <a:cubicBezTo>
                    <a:pt x="1" y="2"/>
                    <a:pt x="0" y="5"/>
                    <a:pt x="0"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3" name="Freeform 25"/>
            <p:cNvSpPr>
              <a:spLocks/>
            </p:cNvSpPr>
            <p:nvPr/>
          </p:nvSpPr>
          <p:spPr bwMode="auto">
            <a:xfrm>
              <a:off x="7982260" y="3428797"/>
              <a:ext cx="4762" cy="12700"/>
            </a:xfrm>
            <a:custGeom>
              <a:avLst/>
              <a:gdLst>
                <a:gd name="T0" fmla="*/ 0 w 1"/>
                <a:gd name="T1" fmla="*/ 0 h 3"/>
                <a:gd name="T2" fmla="*/ 1 w 1"/>
                <a:gd name="T3" fmla="*/ 3 h 3"/>
                <a:gd name="T4" fmla="*/ 0 w 1"/>
                <a:gd name="T5" fmla="*/ 0 h 3"/>
              </a:gdLst>
              <a:ahLst/>
              <a:cxnLst>
                <a:cxn ang="0">
                  <a:pos x="T0" y="T1"/>
                </a:cxn>
                <a:cxn ang="0">
                  <a:pos x="T2" y="T3"/>
                </a:cxn>
                <a:cxn ang="0">
                  <a:pos x="T4" y="T5"/>
                </a:cxn>
              </a:cxnLst>
              <a:rect l="0" t="0" r="r" b="b"/>
              <a:pathLst>
                <a:path w="1" h="3">
                  <a:moveTo>
                    <a:pt x="0" y="0"/>
                  </a:moveTo>
                  <a:cubicBezTo>
                    <a:pt x="0" y="1"/>
                    <a:pt x="1" y="2"/>
                    <a:pt x="1" y="3"/>
                  </a:cubicBezTo>
                  <a:cubicBezTo>
                    <a:pt x="1" y="2"/>
                    <a:pt x="0" y="1"/>
                    <a:pt x="0"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4" name="Freeform 26"/>
            <p:cNvSpPr>
              <a:spLocks/>
            </p:cNvSpPr>
            <p:nvPr/>
          </p:nvSpPr>
          <p:spPr bwMode="auto">
            <a:xfrm>
              <a:off x="7844148" y="3444672"/>
              <a:ext cx="3175" cy="11112"/>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cubicBezTo>
                    <a:pt x="0" y="2"/>
                    <a:pt x="1" y="1"/>
                    <a:pt x="1" y="0"/>
                  </a:cubicBezTo>
                  <a:cubicBezTo>
                    <a:pt x="1" y="1"/>
                    <a:pt x="0" y="2"/>
                    <a:pt x="0" y="3"/>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5" name="Freeform 27"/>
            <p:cNvSpPr>
              <a:spLocks/>
            </p:cNvSpPr>
            <p:nvPr/>
          </p:nvSpPr>
          <p:spPr bwMode="auto">
            <a:xfrm>
              <a:off x="7987023" y="3444672"/>
              <a:ext cx="6350" cy="11112"/>
            </a:xfrm>
            <a:custGeom>
              <a:avLst/>
              <a:gdLst>
                <a:gd name="T0" fmla="*/ 0 w 2"/>
                <a:gd name="T1" fmla="*/ 0 h 3"/>
                <a:gd name="T2" fmla="*/ 2 w 2"/>
                <a:gd name="T3" fmla="*/ 3 h 3"/>
                <a:gd name="T4" fmla="*/ 0 w 2"/>
                <a:gd name="T5" fmla="*/ 0 h 3"/>
              </a:gdLst>
              <a:ahLst/>
              <a:cxnLst>
                <a:cxn ang="0">
                  <a:pos x="T0" y="T1"/>
                </a:cxn>
                <a:cxn ang="0">
                  <a:pos x="T2" y="T3"/>
                </a:cxn>
                <a:cxn ang="0">
                  <a:pos x="T4" y="T5"/>
                </a:cxn>
              </a:cxnLst>
              <a:rect l="0" t="0" r="r" b="b"/>
              <a:pathLst>
                <a:path w="2" h="3">
                  <a:moveTo>
                    <a:pt x="0" y="0"/>
                  </a:moveTo>
                  <a:cubicBezTo>
                    <a:pt x="1" y="1"/>
                    <a:pt x="1" y="2"/>
                    <a:pt x="2" y="3"/>
                  </a:cubicBezTo>
                  <a:cubicBezTo>
                    <a:pt x="1" y="2"/>
                    <a:pt x="1" y="1"/>
                    <a:pt x="0"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6" name="Freeform 28"/>
            <p:cNvSpPr>
              <a:spLocks/>
            </p:cNvSpPr>
            <p:nvPr/>
          </p:nvSpPr>
          <p:spPr bwMode="auto">
            <a:xfrm>
              <a:off x="5539098" y="1954010"/>
              <a:ext cx="1708150" cy="1320800"/>
            </a:xfrm>
            <a:custGeom>
              <a:avLst/>
              <a:gdLst>
                <a:gd name="T0" fmla="*/ 429 w 455"/>
                <a:gd name="T1" fmla="*/ 60 h 351"/>
                <a:gd name="T2" fmla="*/ 401 w 455"/>
                <a:gd name="T3" fmla="*/ 70 h 351"/>
                <a:gd name="T4" fmla="*/ 372 w 455"/>
                <a:gd name="T5" fmla="*/ 72 h 351"/>
                <a:gd name="T6" fmla="*/ 368 w 455"/>
                <a:gd name="T7" fmla="*/ 70 h 351"/>
                <a:gd name="T8" fmla="*/ 361 w 455"/>
                <a:gd name="T9" fmla="*/ 65 h 351"/>
                <a:gd name="T10" fmla="*/ 351 w 455"/>
                <a:gd name="T11" fmla="*/ 43 h 351"/>
                <a:gd name="T12" fmla="*/ 351 w 455"/>
                <a:gd name="T13" fmla="*/ 42 h 351"/>
                <a:gd name="T14" fmla="*/ 351 w 455"/>
                <a:gd name="T15" fmla="*/ 38 h 351"/>
                <a:gd name="T16" fmla="*/ 351 w 455"/>
                <a:gd name="T17" fmla="*/ 37 h 351"/>
                <a:gd name="T18" fmla="*/ 351 w 455"/>
                <a:gd name="T19" fmla="*/ 35 h 351"/>
                <a:gd name="T20" fmla="*/ 351 w 455"/>
                <a:gd name="T21" fmla="*/ 0 h 351"/>
                <a:gd name="T22" fmla="*/ 0 w 455"/>
                <a:gd name="T23" fmla="*/ 351 h 351"/>
                <a:gd name="T24" fmla="*/ 35 w 455"/>
                <a:gd name="T25" fmla="*/ 351 h 351"/>
                <a:gd name="T26" fmla="*/ 46 w 455"/>
                <a:gd name="T27" fmla="*/ 345 h 351"/>
                <a:gd name="T28" fmla="*/ 46 w 455"/>
                <a:gd name="T29" fmla="*/ 332 h 351"/>
                <a:gd name="T30" fmla="*/ 33 w 455"/>
                <a:gd name="T31" fmla="*/ 294 h 351"/>
                <a:gd name="T32" fmla="*/ 86 w 455"/>
                <a:gd name="T33" fmla="*/ 248 h 351"/>
                <a:gd name="T34" fmla="*/ 138 w 455"/>
                <a:gd name="T35" fmla="*/ 294 h 351"/>
                <a:gd name="T36" fmla="*/ 126 w 455"/>
                <a:gd name="T37" fmla="*/ 332 h 351"/>
                <a:gd name="T38" fmla="*/ 125 w 455"/>
                <a:gd name="T39" fmla="*/ 345 h 351"/>
                <a:gd name="T40" fmla="*/ 137 w 455"/>
                <a:gd name="T41" fmla="*/ 351 h 351"/>
                <a:gd name="T42" fmla="*/ 174 w 455"/>
                <a:gd name="T43" fmla="*/ 351 h 351"/>
                <a:gd name="T44" fmla="*/ 351 w 455"/>
                <a:gd name="T45" fmla="*/ 174 h 351"/>
                <a:gd name="T46" fmla="*/ 351 w 455"/>
                <a:gd name="T47" fmla="*/ 141 h 351"/>
                <a:gd name="T48" fmla="*/ 361 w 455"/>
                <a:gd name="T49" fmla="*/ 118 h 351"/>
                <a:gd name="T50" fmla="*/ 368 w 455"/>
                <a:gd name="T51" fmla="*/ 113 h 351"/>
                <a:gd name="T52" fmla="*/ 372 w 455"/>
                <a:gd name="T53" fmla="*/ 111 h 351"/>
                <a:gd name="T54" fmla="*/ 401 w 455"/>
                <a:gd name="T55" fmla="*/ 113 h 351"/>
                <a:gd name="T56" fmla="*/ 429 w 455"/>
                <a:gd name="T57" fmla="*/ 123 h 351"/>
                <a:gd name="T58" fmla="*/ 455 w 455"/>
                <a:gd name="T59" fmla="*/ 92 h 351"/>
                <a:gd name="T60" fmla="*/ 429 w 455"/>
                <a:gd name="T61" fmla="*/ 60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55" h="351">
                  <a:moveTo>
                    <a:pt x="429" y="60"/>
                  </a:moveTo>
                  <a:cubicBezTo>
                    <a:pt x="424" y="60"/>
                    <a:pt x="410" y="65"/>
                    <a:pt x="401" y="70"/>
                  </a:cubicBezTo>
                  <a:cubicBezTo>
                    <a:pt x="391" y="75"/>
                    <a:pt x="381" y="76"/>
                    <a:pt x="372" y="72"/>
                  </a:cubicBezTo>
                  <a:cubicBezTo>
                    <a:pt x="370" y="72"/>
                    <a:pt x="369" y="71"/>
                    <a:pt x="368" y="70"/>
                  </a:cubicBezTo>
                  <a:cubicBezTo>
                    <a:pt x="365" y="69"/>
                    <a:pt x="363" y="67"/>
                    <a:pt x="361" y="65"/>
                  </a:cubicBezTo>
                  <a:cubicBezTo>
                    <a:pt x="356" y="60"/>
                    <a:pt x="353" y="52"/>
                    <a:pt x="351" y="43"/>
                  </a:cubicBezTo>
                  <a:cubicBezTo>
                    <a:pt x="351" y="42"/>
                    <a:pt x="351" y="42"/>
                    <a:pt x="351" y="42"/>
                  </a:cubicBezTo>
                  <a:cubicBezTo>
                    <a:pt x="351" y="38"/>
                    <a:pt x="351" y="38"/>
                    <a:pt x="351" y="38"/>
                  </a:cubicBezTo>
                  <a:cubicBezTo>
                    <a:pt x="351" y="37"/>
                    <a:pt x="351" y="37"/>
                    <a:pt x="351" y="37"/>
                  </a:cubicBezTo>
                  <a:cubicBezTo>
                    <a:pt x="351" y="35"/>
                    <a:pt x="351" y="35"/>
                    <a:pt x="351" y="35"/>
                  </a:cubicBezTo>
                  <a:cubicBezTo>
                    <a:pt x="351" y="0"/>
                    <a:pt x="351" y="0"/>
                    <a:pt x="351" y="0"/>
                  </a:cubicBezTo>
                  <a:cubicBezTo>
                    <a:pt x="160" y="6"/>
                    <a:pt x="5" y="160"/>
                    <a:pt x="0" y="351"/>
                  </a:cubicBezTo>
                  <a:cubicBezTo>
                    <a:pt x="35" y="351"/>
                    <a:pt x="35" y="351"/>
                    <a:pt x="35" y="351"/>
                  </a:cubicBezTo>
                  <a:cubicBezTo>
                    <a:pt x="39" y="350"/>
                    <a:pt x="44" y="349"/>
                    <a:pt x="46" y="345"/>
                  </a:cubicBezTo>
                  <a:cubicBezTo>
                    <a:pt x="49" y="340"/>
                    <a:pt x="48" y="335"/>
                    <a:pt x="46" y="332"/>
                  </a:cubicBezTo>
                  <a:cubicBezTo>
                    <a:pt x="44" y="329"/>
                    <a:pt x="33" y="306"/>
                    <a:pt x="33" y="294"/>
                  </a:cubicBezTo>
                  <a:cubicBezTo>
                    <a:pt x="33" y="268"/>
                    <a:pt x="57" y="248"/>
                    <a:pt x="86" y="248"/>
                  </a:cubicBezTo>
                  <a:cubicBezTo>
                    <a:pt x="115" y="248"/>
                    <a:pt x="138" y="268"/>
                    <a:pt x="138" y="294"/>
                  </a:cubicBezTo>
                  <a:cubicBezTo>
                    <a:pt x="138" y="306"/>
                    <a:pt x="127" y="329"/>
                    <a:pt x="126" y="332"/>
                  </a:cubicBezTo>
                  <a:cubicBezTo>
                    <a:pt x="124" y="335"/>
                    <a:pt x="122" y="340"/>
                    <a:pt x="125" y="345"/>
                  </a:cubicBezTo>
                  <a:cubicBezTo>
                    <a:pt x="128" y="349"/>
                    <a:pt x="133" y="351"/>
                    <a:pt x="137" y="351"/>
                  </a:cubicBezTo>
                  <a:cubicBezTo>
                    <a:pt x="174" y="351"/>
                    <a:pt x="174" y="351"/>
                    <a:pt x="174" y="351"/>
                  </a:cubicBezTo>
                  <a:cubicBezTo>
                    <a:pt x="179" y="256"/>
                    <a:pt x="256" y="180"/>
                    <a:pt x="351" y="174"/>
                  </a:cubicBezTo>
                  <a:cubicBezTo>
                    <a:pt x="351" y="141"/>
                    <a:pt x="351" y="141"/>
                    <a:pt x="351" y="141"/>
                  </a:cubicBezTo>
                  <a:cubicBezTo>
                    <a:pt x="352" y="132"/>
                    <a:pt x="356" y="124"/>
                    <a:pt x="361" y="118"/>
                  </a:cubicBezTo>
                  <a:cubicBezTo>
                    <a:pt x="363" y="116"/>
                    <a:pt x="365" y="114"/>
                    <a:pt x="368" y="113"/>
                  </a:cubicBezTo>
                  <a:cubicBezTo>
                    <a:pt x="369" y="112"/>
                    <a:pt x="370" y="112"/>
                    <a:pt x="372" y="111"/>
                  </a:cubicBezTo>
                  <a:cubicBezTo>
                    <a:pt x="381" y="107"/>
                    <a:pt x="391" y="108"/>
                    <a:pt x="401" y="113"/>
                  </a:cubicBezTo>
                  <a:cubicBezTo>
                    <a:pt x="410" y="118"/>
                    <a:pt x="424" y="123"/>
                    <a:pt x="429" y="123"/>
                  </a:cubicBezTo>
                  <a:cubicBezTo>
                    <a:pt x="443" y="123"/>
                    <a:pt x="455" y="109"/>
                    <a:pt x="455" y="92"/>
                  </a:cubicBezTo>
                  <a:cubicBezTo>
                    <a:pt x="455" y="74"/>
                    <a:pt x="443" y="60"/>
                    <a:pt x="429" y="6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7" name="Freeform 29"/>
            <p:cNvSpPr>
              <a:spLocks/>
            </p:cNvSpPr>
            <p:nvPr/>
          </p:nvSpPr>
          <p:spPr bwMode="auto">
            <a:xfrm>
              <a:off x="5539098" y="2962072"/>
              <a:ext cx="1317625" cy="1714500"/>
            </a:xfrm>
            <a:custGeom>
              <a:avLst/>
              <a:gdLst>
                <a:gd name="T0" fmla="*/ 294 w 351"/>
                <a:gd name="T1" fmla="*/ 316 h 455"/>
                <a:gd name="T2" fmla="*/ 332 w 351"/>
                <a:gd name="T3" fmla="*/ 328 h 455"/>
                <a:gd name="T4" fmla="*/ 344 w 351"/>
                <a:gd name="T5" fmla="*/ 329 h 455"/>
                <a:gd name="T6" fmla="*/ 351 w 351"/>
                <a:gd name="T7" fmla="*/ 317 h 455"/>
                <a:gd name="T8" fmla="*/ 351 w 351"/>
                <a:gd name="T9" fmla="*/ 281 h 455"/>
                <a:gd name="T10" fmla="*/ 174 w 351"/>
                <a:gd name="T11" fmla="*/ 104 h 455"/>
                <a:gd name="T12" fmla="*/ 135 w 351"/>
                <a:gd name="T13" fmla="*/ 104 h 455"/>
                <a:gd name="T14" fmla="*/ 107 w 351"/>
                <a:gd name="T15" fmla="*/ 87 h 455"/>
                <a:gd name="T16" fmla="*/ 105 w 351"/>
                <a:gd name="T17" fmla="*/ 83 h 455"/>
                <a:gd name="T18" fmla="*/ 107 w 351"/>
                <a:gd name="T19" fmla="*/ 54 h 455"/>
                <a:gd name="T20" fmla="*/ 118 w 351"/>
                <a:gd name="T21" fmla="*/ 26 h 455"/>
                <a:gd name="T22" fmla="*/ 86 w 351"/>
                <a:gd name="T23" fmla="*/ 0 h 455"/>
                <a:gd name="T24" fmla="*/ 54 w 351"/>
                <a:gd name="T25" fmla="*/ 26 h 455"/>
                <a:gd name="T26" fmla="*/ 64 w 351"/>
                <a:gd name="T27" fmla="*/ 54 h 455"/>
                <a:gd name="T28" fmla="*/ 66 w 351"/>
                <a:gd name="T29" fmla="*/ 83 h 455"/>
                <a:gd name="T30" fmla="*/ 64 w 351"/>
                <a:gd name="T31" fmla="*/ 87 h 455"/>
                <a:gd name="T32" fmla="*/ 37 w 351"/>
                <a:gd name="T33" fmla="*/ 104 h 455"/>
                <a:gd name="T34" fmla="*/ 37 w 351"/>
                <a:gd name="T35" fmla="*/ 104 h 455"/>
                <a:gd name="T36" fmla="*/ 32 w 351"/>
                <a:gd name="T37" fmla="*/ 104 h 455"/>
                <a:gd name="T38" fmla="*/ 31 w 351"/>
                <a:gd name="T39" fmla="*/ 104 h 455"/>
                <a:gd name="T40" fmla="*/ 29 w 351"/>
                <a:gd name="T41" fmla="*/ 104 h 455"/>
                <a:gd name="T42" fmla="*/ 0 w 351"/>
                <a:gd name="T43" fmla="*/ 104 h 455"/>
                <a:gd name="T44" fmla="*/ 351 w 351"/>
                <a:gd name="T45" fmla="*/ 455 h 455"/>
                <a:gd name="T46" fmla="*/ 351 w 351"/>
                <a:gd name="T47" fmla="*/ 419 h 455"/>
                <a:gd name="T48" fmla="*/ 344 w 351"/>
                <a:gd name="T49" fmla="*/ 407 h 455"/>
                <a:gd name="T50" fmla="*/ 332 w 351"/>
                <a:gd name="T51" fmla="*/ 408 h 455"/>
                <a:gd name="T52" fmla="*/ 294 w 351"/>
                <a:gd name="T53" fmla="*/ 421 h 455"/>
                <a:gd name="T54" fmla="*/ 247 w 351"/>
                <a:gd name="T55" fmla="*/ 368 h 455"/>
                <a:gd name="T56" fmla="*/ 294 w 351"/>
                <a:gd name="T57" fmla="*/ 316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51" h="455">
                  <a:moveTo>
                    <a:pt x="294" y="316"/>
                  </a:moveTo>
                  <a:cubicBezTo>
                    <a:pt x="306" y="316"/>
                    <a:pt x="329" y="327"/>
                    <a:pt x="332" y="328"/>
                  </a:cubicBezTo>
                  <a:cubicBezTo>
                    <a:pt x="336" y="331"/>
                    <a:pt x="341" y="331"/>
                    <a:pt x="344" y="329"/>
                  </a:cubicBezTo>
                  <a:cubicBezTo>
                    <a:pt x="349" y="326"/>
                    <a:pt x="351" y="320"/>
                    <a:pt x="351" y="317"/>
                  </a:cubicBezTo>
                  <a:cubicBezTo>
                    <a:pt x="351" y="281"/>
                    <a:pt x="351" y="281"/>
                    <a:pt x="351" y="281"/>
                  </a:cubicBezTo>
                  <a:cubicBezTo>
                    <a:pt x="256" y="276"/>
                    <a:pt x="179" y="199"/>
                    <a:pt x="174" y="104"/>
                  </a:cubicBezTo>
                  <a:cubicBezTo>
                    <a:pt x="135" y="104"/>
                    <a:pt x="135" y="104"/>
                    <a:pt x="135" y="104"/>
                  </a:cubicBezTo>
                  <a:cubicBezTo>
                    <a:pt x="123" y="102"/>
                    <a:pt x="113" y="96"/>
                    <a:pt x="107" y="87"/>
                  </a:cubicBezTo>
                  <a:cubicBezTo>
                    <a:pt x="106" y="86"/>
                    <a:pt x="106" y="85"/>
                    <a:pt x="105" y="83"/>
                  </a:cubicBezTo>
                  <a:cubicBezTo>
                    <a:pt x="102" y="74"/>
                    <a:pt x="102" y="64"/>
                    <a:pt x="107" y="54"/>
                  </a:cubicBezTo>
                  <a:cubicBezTo>
                    <a:pt x="112" y="45"/>
                    <a:pt x="118" y="31"/>
                    <a:pt x="118" y="26"/>
                  </a:cubicBezTo>
                  <a:cubicBezTo>
                    <a:pt x="118" y="12"/>
                    <a:pt x="103" y="0"/>
                    <a:pt x="86" y="0"/>
                  </a:cubicBezTo>
                  <a:cubicBezTo>
                    <a:pt x="68" y="0"/>
                    <a:pt x="54" y="12"/>
                    <a:pt x="54" y="26"/>
                  </a:cubicBezTo>
                  <a:cubicBezTo>
                    <a:pt x="54" y="31"/>
                    <a:pt x="59" y="45"/>
                    <a:pt x="64" y="54"/>
                  </a:cubicBezTo>
                  <a:cubicBezTo>
                    <a:pt x="69" y="64"/>
                    <a:pt x="70" y="74"/>
                    <a:pt x="66" y="83"/>
                  </a:cubicBezTo>
                  <a:cubicBezTo>
                    <a:pt x="66" y="85"/>
                    <a:pt x="65" y="86"/>
                    <a:pt x="64" y="87"/>
                  </a:cubicBezTo>
                  <a:cubicBezTo>
                    <a:pt x="59" y="96"/>
                    <a:pt x="49" y="102"/>
                    <a:pt x="37" y="104"/>
                  </a:cubicBezTo>
                  <a:cubicBezTo>
                    <a:pt x="37" y="104"/>
                    <a:pt x="37" y="104"/>
                    <a:pt x="37" y="104"/>
                  </a:cubicBezTo>
                  <a:cubicBezTo>
                    <a:pt x="32" y="104"/>
                    <a:pt x="32" y="104"/>
                    <a:pt x="32" y="104"/>
                  </a:cubicBezTo>
                  <a:cubicBezTo>
                    <a:pt x="31" y="104"/>
                    <a:pt x="31" y="104"/>
                    <a:pt x="31" y="104"/>
                  </a:cubicBezTo>
                  <a:cubicBezTo>
                    <a:pt x="29" y="104"/>
                    <a:pt x="29" y="104"/>
                    <a:pt x="29" y="104"/>
                  </a:cubicBezTo>
                  <a:cubicBezTo>
                    <a:pt x="0" y="104"/>
                    <a:pt x="0" y="104"/>
                    <a:pt x="0" y="104"/>
                  </a:cubicBezTo>
                  <a:cubicBezTo>
                    <a:pt x="5" y="295"/>
                    <a:pt x="160" y="450"/>
                    <a:pt x="351" y="455"/>
                  </a:cubicBezTo>
                  <a:cubicBezTo>
                    <a:pt x="351" y="419"/>
                    <a:pt x="351" y="419"/>
                    <a:pt x="351" y="419"/>
                  </a:cubicBezTo>
                  <a:cubicBezTo>
                    <a:pt x="350" y="415"/>
                    <a:pt x="349" y="410"/>
                    <a:pt x="344" y="407"/>
                  </a:cubicBezTo>
                  <a:cubicBezTo>
                    <a:pt x="341" y="405"/>
                    <a:pt x="336" y="406"/>
                    <a:pt x="332" y="408"/>
                  </a:cubicBezTo>
                  <a:cubicBezTo>
                    <a:pt x="329" y="409"/>
                    <a:pt x="306" y="421"/>
                    <a:pt x="294" y="421"/>
                  </a:cubicBezTo>
                  <a:cubicBezTo>
                    <a:pt x="268" y="421"/>
                    <a:pt x="247" y="397"/>
                    <a:pt x="247" y="368"/>
                  </a:cubicBezTo>
                  <a:cubicBezTo>
                    <a:pt x="247" y="339"/>
                    <a:pt x="268" y="316"/>
                    <a:pt x="294" y="31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208" name="组合 207"/>
          <p:cNvGrpSpPr/>
          <p:nvPr/>
        </p:nvGrpSpPr>
        <p:grpSpPr>
          <a:xfrm>
            <a:off x="7355989" y="1542638"/>
            <a:ext cx="419465" cy="424648"/>
            <a:chOff x="7090072" y="1752325"/>
            <a:chExt cx="3854451" cy="3902075"/>
          </a:xfrm>
          <a:solidFill>
            <a:srgbClr val="707E84"/>
          </a:solidFill>
        </p:grpSpPr>
        <p:sp>
          <p:nvSpPr>
            <p:cNvPr id="209" name="Freeform 5"/>
            <p:cNvSpPr>
              <a:spLocks/>
            </p:cNvSpPr>
            <p:nvPr/>
          </p:nvSpPr>
          <p:spPr bwMode="auto">
            <a:xfrm>
              <a:off x="7090072" y="1752325"/>
              <a:ext cx="2576513" cy="2844800"/>
            </a:xfrm>
            <a:custGeom>
              <a:avLst/>
              <a:gdLst>
                <a:gd name="T0" fmla="*/ 904 w 904"/>
                <a:gd name="T1" fmla="*/ 267 h 998"/>
                <a:gd name="T2" fmla="*/ 482 w 904"/>
                <a:gd name="T3" fmla="*/ 0 h 998"/>
                <a:gd name="T4" fmla="*/ 482 w 904"/>
                <a:gd name="T5" fmla="*/ 144 h 998"/>
                <a:gd name="T6" fmla="*/ 0 w 904"/>
                <a:gd name="T7" fmla="*/ 749 h 998"/>
                <a:gd name="T8" fmla="*/ 53 w 904"/>
                <a:gd name="T9" fmla="*/ 998 h 998"/>
                <a:gd name="T10" fmla="*/ 66 w 904"/>
                <a:gd name="T11" fmla="*/ 754 h 998"/>
                <a:gd name="T12" fmla="*/ 256 w 904"/>
                <a:gd name="T13" fmla="*/ 857 h 998"/>
                <a:gd name="T14" fmla="*/ 241 w 904"/>
                <a:gd name="T15" fmla="*/ 749 h 998"/>
                <a:gd name="T16" fmla="*/ 482 w 904"/>
                <a:gd name="T17" fmla="*/ 394 h 998"/>
                <a:gd name="T18" fmla="*/ 482 w 904"/>
                <a:gd name="T19" fmla="*/ 534 h 998"/>
                <a:gd name="T20" fmla="*/ 904 w 904"/>
                <a:gd name="T21" fmla="*/ 267 h 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4" h="998">
                  <a:moveTo>
                    <a:pt x="904" y="267"/>
                  </a:moveTo>
                  <a:cubicBezTo>
                    <a:pt x="482" y="0"/>
                    <a:pt x="482" y="0"/>
                    <a:pt x="482" y="0"/>
                  </a:cubicBezTo>
                  <a:cubicBezTo>
                    <a:pt x="482" y="144"/>
                    <a:pt x="482" y="144"/>
                    <a:pt x="482" y="144"/>
                  </a:cubicBezTo>
                  <a:cubicBezTo>
                    <a:pt x="207" y="207"/>
                    <a:pt x="0" y="454"/>
                    <a:pt x="0" y="749"/>
                  </a:cubicBezTo>
                  <a:cubicBezTo>
                    <a:pt x="0" y="837"/>
                    <a:pt x="19" y="921"/>
                    <a:pt x="53" y="998"/>
                  </a:cubicBezTo>
                  <a:cubicBezTo>
                    <a:pt x="66" y="754"/>
                    <a:pt x="66" y="754"/>
                    <a:pt x="66" y="754"/>
                  </a:cubicBezTo>
                  <a:cubicBezTo>
                    <a:pt x="256" y="857"/>
                    <a:pt x="256" y="857"/>
                    <a:pt x="256" y="857"/>
                  </a:cubicBezTo>
                  <a:cubicBezTo>
                    <a:pt x="246" y="823"/>
                    <a:pt x="241" y="786"/>
                    <a:pt x="241" y="749"/>
                  </a:cubicBezTo>
                  <a:cubicBezTo>
                    <a:pt x="241" y="588"/>
                    <a:pt x="341" y="450"/>
                    <a:pt x="482" y="394"/>
                  </a:cubicBezTo>
                  <a:cubicBezTo>
                    <a:pt x="482" y="534"/>
                    <a:pt x="482" y="534"/>
                    <a:pt x="482" y="534"/>
                  </a:cubicBezTo>
                  <a:lnTo>
                    <a:pt x="904" y="267"/>
                  </a:ln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10" name="Freeform 6"/>
            <p:cNvSpPr>
              <a:spLocks/>
            </p:cNvSpPr>
            <p:nvPr/>
          </p:nvSpPr>
          <p:spPr bwMode="auto">
            <a:xfrm>
              <a:off x="7199610" y="3901800"/>
              <a:ext cx="3114675" cy="1752600"/>
            </a:xfrm>
            <a:custGeom>
              <a:avLst/>
              <a:gdLst>
                <a:gd name="T0" fmla="*/ 895 w 1093"/>
                <a:gd name="T1" fmla="*/ 476 h 615"/>
                <a:gd name="T2" fmla="*/ 865 w 1093"/>
                <a:gd name="T3" fmla="*/ 250 h 615"/>
                <a:gd name="T4" fmla="*/ 583 w 1093"/>
                <a:gd name="T5" fmla="*/ 375 h 615"/>
                <a:gd name="T6" fmla="*/ 356 w 1093"/>
                <a:gd name="T7" fmla="*/ 300 h 615"/>
                <a:gd name="T8" fmla="*/ 467 w 1093"/>
                <a:gd name="T9" fmla="*/ 238 h 615"/>
                <a:gd name="T10" fmla="*/ 28 w 1093"/>
                <a:gd name="T11" fmla="*/ 0 h 615"/>
                <a:gd name="T12" fmla="*/ 0 w 1093"/>
                <a:gd name="T13" fmla="*/ 498 h 615"/>
                <a:gd name="T14" fmla="*/ 135 w 1093"/>
                <a:gd name="T15" fmla="*/ 423 h 615"/>
                <a:gd name="T16" fmla="*/ 583 w 1093"/>
                <a:gd name="T17" fmla="*/ 615 h 615"/>
                <a:gd name="T18" fmla="*/ 1093 w 1093"/>
                <a:gd name="T19" fmla="*/ 348 h 615"/>
                <a:gd name="T20" fmla="*/ 895 w 1093"/>
                <a:gd name="T21" fmla="*/ 476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93" h="615">
                  <a:moveTo>
                    <a:pt x="895" y="476"/>
                  </a:moveTo>
                  <a:cubicBezTo>
                    <a:pt x="865" y="250"/>
                    <a:pt x="865" y="250"/>
                    <a:pt x="865" y="250"/>
                  </a:cubicBezTo>
                  <a:cubicBezTo>
                    <a:pt x="795" y="327"/>
                    <a:pt x="695" y="375"/>
                    <a:pt x="583" y="375"/>
                  </a:cubicBezTo>
                  <a:cubicBezTo>
                    <a:pt x="498" y="375"/>
                    <a:pt x="420" y="347"/>
                    <a:pt x="356" y="300"/>
                  </a:cubicBezTo>
                  <a:cubicBezTo>
                    <a:pt x="467" y="238"/>
                    <a:pt x="467" y="238"/>
                    <a:pt x="467" y="238"/>
                  </a:cubicBezTo>
                  <a:cubicBezTo>
                    <a:pt x="28" y="0"/>
                    <a:pt x="28" y="0"/>
                    <a:pt x="28" y="0"/>
                  </a:cubicBezTo>
                  <a:cubicBezTo>
                    <a:pt x="0" y="498"/>
                    <a:pt x="0" y="498"/>
                    <a:pt x="0" y="498"/>
                  </a:cubicBezTo>
                  <a:cubicBezTo>
                    <a:pt x="135" y="423"/>
                    <a:pt x="135" y="423"/>
                    <a:pt x="135" y="423"/>
                  </a:cubicBezTo>
                  <a:cubicBezTo>
                    <a:pt x="248" y="542"/>
                    <a:pt x="407" y="615"/>
                    <a:pt x="583" y="615"/>
                  </a:cubicBezTo>
                  <a:cubicBezTo>
                    <a:pt x="794" y="615"/>
                    <a:pt x="981" y="510"/>
                    <a:pt x="1093" y="348"/>
                  </a:cubicBezTo>
                  <a:lnTo>
                    <a:pt x="895" y="476"/>
                  </a:ln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11" name="Freeform 7"/>
            <p:cNvSpPr>
              <a:spLocks/>
            </p:cNvSpPr>
            <p:nvPr/>
          </p:nvSpPr>
          <p:spPr bwMode="auto">
            <a:xfrm>
              <a:off x="9056985" y="2128563"/>
              <a:ext cx="1887538" cy="3130550"/>
            </a:xfrm>
            <a:custGeom>
              <a:avLst/>
              <a:gdLst>
                <a:gd name="T0" fmla="*/ 533 w 662"/>
                <a:gd name="T1" fmla="*/ 768 h 1098"/>
                <a:gd name="T2" fmla="*/ 552 w 662"/>
                <a:gd name="T3" fmla="*/ 617 h 1098"/>
                <a:gd name="T4" fmla="*/ 0 w 662"/>
                <a:gd name="T5" fmla="*/ 0 h 1098"/>
                <a:gd name="T6" fmla="*/ 214 w 662"/>
                <a:gd name="T7" fmla="*/ 135 h 1098"/>
                <a:gd name="T8" fmla="*/ 33 w 662"/>
                <a:gd name="T9" fmla="*/ 250 h 1098"/>
                <a:gd name="T10" fmla="*/ 312 w 662"/>
                <a:gd name="T11" fmla="*/ 617 h 1098"/>
                <a:gd name="T12" fmla="*/ 309 w 662"/>
                <a:gd name="T13" fmla="*/ 664 h 1098"/>
                <a:gd name="T14" fmla="*/ 177 w 662"/>
                <a:gd name="T15" fmla="*/ 603 h 1098"/>
                <a:gd name="T16" fmla="*/ 243 w 662"/>
                <a:gd name="T17" fmla="*/ 1098 h 1098"/>
                <a:gd name="T18" fmla="*/ 662 w 662"/>
                <a:gd name="T19" fmla="*/ 828 h 1098"/>
                <a:gd name="T20" fmla="*/ 533 w 662"/>
                <a:gd name="T21" fmla="*/ 768 h 1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2" h="1098">
                  <a:moveTo>
                    <a:pt x="533" y="768"/>
                  </a:moveTo>
                  <a:cubicBezTo>
                    <a:pt x="545" y="720"/>
                    <a:pt x="552" y="669"/>
                    <a:pt x="552" y="617"/>
                  </a:cubicBezTo>
                  <a:cubicBezTo>
                    <a:pt x="552" y="298"/>
                    <a:pt x="310" y="34"/>
                    <a:pt x="0" y="0"/>
                  </a:cubicBezTo>
                  <a:cubicBezTo>
                    <a:pt x="214" y="135"/>
                    <a:pt x="214" y="135"/>
                    <a:pt x="214" y="135"/>
                  </a:cubicBezTo>
                  <a:cubicBezTo>
                    <a:pt x="33" y="250"/>
                    <a:pt x="33" y="250"/>
                    <a:pt x="33" y="250"/>
                  </a:cubicBezTo>
                  <a:cubicBezTo>
                    <a:pt x="193" y="294"/>
                    <a:pt x="312" y="442"/>
                    <a:pt x="312" y="617"/>
                  </a:cubicBezTo>
                  <a:cubicBezTo>
                    <a:pt x="312" y="633"/>
                    <a:pt x="310" y="649"/>
                    <a:pt x="309" y="664"/>
                  </a:cubicBezTo>
                  <a:cubicBezTo>
                    <a:pt x="177" y="603"/>
                    <a:pt x="177" y="603"/>
                    <a:pt x="177" y="603"/>
                  </a:cubicBezTo>
                  <a:cubicBezTo>
                    <a:pt x="243" y="1098"/>
                    <a:pt x="243" y="1098"/>
                    <a:pt x="243" y="1098"/>
                  </a:cubicBezTo>
                  <a:cubicBezTo>
                    <a:pt x="662" y="828"/>
                    <a:pt x="662" y="828"/>
                    <a:pt x="662" y="828"/>
                  </a:cubicBezTo>
                  <a:lnTo>
                    <a:pt x="533" y="768"/>
                  </a:ln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212" name="组合 211"/>
          <p:cNvGrpSpPr/>
          <p:nvPr/>
        </p:nvGrpSpPr>
        <p:grpSpPr>
          <a:xfrm>
            <a:off x="7463084" y="3414938"/>
            <a:ext cx="347708" cy="376823"/>
            <a:chOff x="9086851" y="3201988"/>
            <a:chExt cx="663575" cy="719138"/>
          </a:xfrm>
          <a:solidFill>
            <a:srgbClr val="707E84"/>
          </a:solidFill>
        </p:grpSpPr>
        <p:sp>
          <p:nvSpPr>
            <p:cNvPr id="213" name="Freeform 8"/>
            <p:cNvSpPr>
              <a:spLocks noEditPoints="1"/>
            </p:cNvSpPr>
            <p:nvPr/>
          </p:nvSpPr>
          <p:spPr bwMode="auto">
            <a:xfrm>
              <a:off x="9086851" y="3201988"/>
              <a:ext cx="488950" cy="488950"/>
            </a:xfrm>
            <a:custGeom>
              <a:avLst/>
              <a:gdLst>
                <a:gd name="T0" fmla="*/ 147 w 167"/>
                <a:gd name="T1" fmla="*/ 138 h 167"/>
                <a:gd name="T2" fmla="*/ 139 w 167"/>
                <a:gd name="T3" fmla="*/ 123 h 167"/>
                <a:gd name="T4" fmla="*/ 144 w 167"/>
                <a:gd name="T5" fmla="*/ 99 h 167"/>
                <a:gd name="T6" fmla="*/ 162 w 167"/>
                <a:gd name="T7" fmla="*/ 95 h 167"/>
                <a:gd name="T8" fmla="*/ 167 w 167"/>
                <a:gd name="T9" fmla="*/ 77 h 167"/>
                <a:gd name="T10" fmla="*/ 150 w 167"/>
                <a:gd name="T11" fmla="*/ 72 h 167"/>
                <a:gd name="T12" fmla="*/ 138 w 167"/>
                <a:gd name="T13" fmla="*/ 51 h 167"/>
                <a:gd name="T14" fmla="*/ 147 w 167"/>
                <a:gd name="T15" fmla="*/ 36 h 167"/>
                <a:gd name="T16" fmla="*/ 137 w 167"/>
                <a:gd name="T17" fmla="*/ 20 h 167"/>
                <a:gd name="T18" fmla="*/ 123 w 167"/>
                <a:gd name="T19" fmla="*/ 28 h 167"/>
                <a:gd name="T20" fmla="*/ 99 w 167"/>
                <a:gd name="T21" fmla="*/ 22 h 167"/>
                <a:gd name="T22" fmla="*/ 94 w 167"/>
                <a:gd name="T23" fmla="*/ 5 h 167"/>
                <a:gd name="T24" fmla="*/ 76 w 167"/>
                <a:gd name="T25" fmla="*/ 0 h 167"/>
                <a:gd name="T26" fmla="*/ 72 w 167"/>
                <a:gd name="T27" fmla="*/ 16 h 167"/>
                <a:gd name="T28" fmla="*/ 51 w 167"/>
                <a:gd name="T29" fmla="*/ 29 h 167"/>
                <a:gd name="T30" fmla="*/ 35 w 167"/>
                <a:gd name="T31" fmla="*/ 20 h 167"/>
                <a:gd name="T32" fmla="*/ 19 w 167"/>
                <a:gd name="T33" fmla="*/ 29 h 167"/>
                <a:gd name="T34" fmla="*/ 27 w 167"/>
                <a:gd name="T35" fmla="*/ 44 h 167"/>
                <a:gd name="T36" fmla="*/ 22 w 167"/>
                <a:gd name="T37" fmla="*/ 67 h 167"/>
                <a:gd name="T38" fmla="*/ 4 w 167"/>
                <a:gd name="T39" fmla="*/ 72 h 167"/>
                <a:gd name="T40" fmla="*/ 0 w 167"/>
                <a:gd name="T41" fmla="*/ 90 h 167"/>
                <a:gd name="T42" fmla="*/ 16 w 167"/>
                <a:gd name="T43" fmla="*/ 95 h 167"/>
                <a:gd name="T44" fmla="*/ 28 w 167"/>
                <a:gd name="T45" fmla="*/ 115 h 167"/>
                <a:gd name="T46" fmla="*/ 19 w 167"/>
                <a:gd name="T47" fmla="*/ 131 h 167"/>
                <a:gd name="T48" fmla="*/ 29 w 167"/>
                <a:gd name="T49" fmla="*/ 147 h 167"/>
                <a:gd name="T50" fmla="*/ 43 w 167"/>
                <a:gd name="T51" fmla="*/ 139 h 167"/>
                <a:gd name="T52" fmla="*/ 67 w 167"/>
                <a:gd name="T53" fmla="*/ 144 h 167"/>
                <a:gd name="T54" fmla="*/ 72 w 167"/>
                <a:gd name="T55" fmla="*/ 162 h 167"/>
                <a:gd name="T56" fmla="*/ 90 w 167"/>
                <a:gd name="T57" fmla="*/ 167 h 167"/>
                <a:gd name="T58" fmla="*/ 94 w 167"/>
                <a:gd name="T59" fmla="*/ 151 h 167"/>
                <a:gd name="T60" fmla="*/ 115 w 167"/>
                <a:gd name="T61" fmla="*/ 138 h 167"/>
                <a:gd name="T62" fmla="*/ 131 w 167"/>
                <a:gd name="T63" fmla="*/ 147 h 167"/>
                <a:gd name="T64" fmla="*/ 83 w 167"/>
                <a:gd name="T65" fmla="*/ 122 h 167"/>
                <a:gd name="T66" fmla="*/ 83 w 167"/>
                <a:gd name="T67" fmla="*/ 45 h 167"/>
                <a:gd name="T68" fmla="*/ 83 w 167"/>
                <a:gd name="T69" fmla="*/ 122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7" h="167">
                  <a:moveTo>
                    <a:pt x="137" y="147"/>
                  </a:moveTo>
                  <a:cubicBezTo>
                    <a:pt x="147" y="138"/>
                    <a:pt x="147" y="138"/>
                    <a:pt x="147" y="138"/>
                  </a:cubicBezTo>
                  <a:cubicBezTo>
                    <a:pt x="149" y="136"/>
                    <a:pt x="149" y="133"/>
                    <a:pt x="147" y="131"/>
                  </a:cubicBezTo>
                  <a:cubicBezTo>
                    <a:pt x="139" y="123"/>
                    <a:pt x="139" y="123"/>
                    <a:pt x="139" y="123"/>
                  </a:cubicBezTo>
                  <a:cubicBezTo>
                    <a:pt x="137" y="121"/>
                    <a:pt x="136" y="118"/>
                    <a:pt x="138" y="115"/>
                  </a:cubicBezTo>
                  <a:cubicBezTo>
                    <a:pt x="144" y="99"/>
                    <a:pt x="144" y="99"/>
                    <a:pt x="144" y="99"/>
                  </a:cubicBezTo>
                  <a:cubicBezTo>
                    <a:pt x="145" y="97"/>
                    <a:pt x="148" y="95"/>
                    <a:pt x="150" y="95"/>
                  </a:cubicBezTo>
                  <a:cubicBezTo>
                    <a:pt x="162" y="95"/>
                    <a:pt x="162" y="95"/>
                    <a:pt x="162" y="95"/>
                  </a:cubicBezTo>
                  <a:cubicBezTo>
                    <a:pt x="164" y="95"/>
                    <a:pt x="167" y="93"/>
                    <a:pt x="167" y="90"/>
                  </a:cubicBezTo>
                  <a:cubicBezTo>
                    <a:pt x="167" y="77"/>
                    <a:pt x="167" y="77"/>
                    <a:pt x="167" y="77"/>
                  </a:cubicBezTo>
                  <a:cubicBezTo>
                    <a:pt x="167" y="74"/>
                    <a:pt x="164" y="72"/>
                    <a:pt x="162" y="72"/>
                  </a:cubicBezTo>
                  <a:cubicBezTo>
                    <a:pt x="150" y="72"/>
                    <a:pt x="150" y="72"/>
                    <a:pt x="150" y="72"/>
                  </a:cubicBezTo>
                  <a:cubicBezTo>
                    <a:pt x="148" y="72"/>
                    <a:pt x="145" y="70"/>
                    <a:pt x="144" y="67"/>
                  </a:cubicBezTo>
                  <a:cubicBezTo>
                    <a:pt x="138" y="51"/>
                    <a:pt x="138" y="51"/>
                    <a:pt x="138" y="51"/>
                  </a:cubicBezTo>
                  <a:cubicBezTo>
                    <a:pt x="136" y="49"/>
                    <a:pt x="137" y="46"/>
                    <a:pt x="139" y="44"/>
                  </a:cubicBezTo>
                  <a:cubicBezTo>
                    <a:pt x="147" y="36"/>
                    <a:pt x="147" y="36"/>
                    <a:pt x="147" y="36"/>
                  </a:cubicBezTo>
                  <a:cubicBezTo>
                    <a:pt x="149" y="34"/>
                    <a:pt x="149" y="31"/>
                    <a:pt x="147" y="29"/>
                  </a:cubicBezTo>
                  <a:cubicBezTo>
                    <a:pt x="137" y="20"/>
                    <a:pt x="137" y="20"/>
                    <a:pt x="137" y="20"/>
                  </a:cubicBezTo>
                  <a:cubicBezTo>
                    <a:pt x="136" y="18"/>
                    <a:pt x="133" y="18"/>
                    <a:pt x="131" y="20"/>
                  </a:cubicBezTo>
                  <a:cubicBezTo>
                    <a:pt x="123" y="28"/>
                    <a:pt x="123" y="28"/>
                    <a:pt x="123" y="28"/>
                  </a:cubicBezTo>
                  <a:cubicBezTo>
                    <a:pt x="121" y="30"/>
                    <a:pt x="117" y="30"/>
                    <a:pt x="115" y="29"/>
                  </a:cubicBezTo>
                  <a:cubicBezTo>
                    <a:pt x="99" y="22"/>
                    <a:pt x="99" y="22"/>
                    <a:pt x="99" y="22"/>
                  </a:cubicBezTo>
                  <a:cubicBezTo>
                    <a:pt x="96" y="21"/>
                    <a:pt x="94" y="19"/>
                    <a:pt x="94" y="16"/>
                  </a:cubicBezTo>
                  <a:cubicBezTo>
                    <a:pt x="94" y="5"/>
                    <a:pt x="94" y="5"/>
                    <a:pt x="94" y="5"/>
                  </a:cubicBezTo>
                  <a:cubicBezTo>
                    <a:pt x="94" y="2"/>
                    <a:pt x="92" y="0"/>
                    <a:pt x="90" y="0"/>
                  </a:cubicBezTo>
                  <a:cubicBezTo>
                    <a:pt x="76" y="0"/>
                    <a:pt x="76" y="0"/>
                    <a:pt x="76" y="0"/>
                  </a:cubicBezTo>
                  <a:cubicBezTo>
                    <a:pt x="74" y="0"/>
                    <a:pt x="72" y="2"/>
                    <a:pt x="72" y="5"/>
                  </a:cubicBezTo>
                  <a:cubicBezTo>
                    <a:pt x="72" y="16"/>
                    <a:pt x="72" y="16"/>
                    <a:pt x="72" y="16"/>
                  </a:cubicBezTo>
                  <a:cubicBezTo>
                    <a:pt x="72" y="19"/>
                    <a:pt x="70" y="21"/>
                    <a:pt x="67" y="22"/>
                  </a:cubicBezTo>
                  <a:cubicBezTo>
                    <a:pt x="51" y="29"/>
                    <a:pt x="51" y="29"/>
                    <a:pt x="51" y="29"/>
                  </a:cubicBezTo>
                  <a:cubicBezTo>
                    <a:pt x="49" y="30"/>
                    <a:pt x="45" y="30"/>
                    <a:pt x="43" y="28"/>
                  </a:cubicBezTo>
                  <a:cubicBezTo>
                    <a:pt x="35" y="20"/>
                    <a:pt x="35" y="20"/>
                    <a:pt x="35" y="20"/>
                  </a:cubicBezTo>
                  <a:cubicBezTo>
                    <a:pt x="34" y="18"/>
                    <a:pt x="30" y="18"/>
                    <a:pt x="29" y="20"/>
                  </a:cubicBezTo>
                  <a:cubicBezTo>
                    <a:pt x="19" y="29"/>
                    <a:pt x="19" y="29"/>
                    <a:pt x="19" y="29"/>
                  </a:cubicBezTo>
                  <a:cubicBezTo>
                    <a:pt x="17" y="31"/>
                    <a:pt x="17" y="34"/>
                    <a:pt x="19" y="36"/>
                  </a:cubicBezTo>
                  <a:cubicBezTo>
                    <a:pt x="27" y="44"/>
                    <a:pt x="27" y="44"/>
                    <a:pt x="27" y="44"/>
                  </a:cubicBezTo>
                  <a:cubicBezTo>
                    <a:pt x="29" y="46"/>
                    <a:pt x="30" y="49"/>
                    <a:pt x="28" y="51"/>
                  </a:cubicBezTo>
                  <a:cubicBezTo>
                    <a:pt x="22" y="67"/>
                    <a:pt x="22" y="67"/>
                    <a:pt x="22" y="67"/>
                  </a:cubicBezTo>
                  <a:cubicBezTo>
                    <a:pt x="21" y="70"/>
                    <a:pt x="18" y="72"/>
                    <a:pt x="16" y="72"/>
                  </a:cubicBezTo>
                  <a:cubicBezTo>
                    <a:pt x="4" y="72"/>
                    <a:pt x="4" y="72"/>
                    <a:pt x="4" y="72"/>
                  </a:cubicBezTo>
                  <a:cubicBezTo>
                    <a:pt x="2" y="72"/>
                    <a:pt x="0" y="74"/>
                    <a:pt x="0" y="77"/>
                  </a:cubicBezTo>
                  <a:cubicBezTo>
                    <a:pt x="0" y="90"/>
                    <a:pt x="0" y="90"/>
                    <a:pt x="0" y="90"/>
                  </a:cubicBezTo>
                  <a:cubicBezTo>
                    <a:pt x="0" y="93"/>
                    <a:pt x="2" y="95"/>
                    <a:pt x="4" y="95"/>
                  </a:cubicBezTo>
                  <a:cubicBezTo>
                    <a:pt x="16" y="95"/>
                    <a:pt x="16" y="95"/>
                    <a:pt x="16" y="95"/>
                  </a:cubicBezTo>
                  <a:cubicBezTo>
                    <a:pt x="18" y="95"/>
                    <a:pt x="21" y="97"/>
                    <a:pt x="22" y="99"/>
                  </a:cubicBezTo>
                  <a:cubicBezTo>
                    <a:pt x="28" y="115"/>
                    <a:pt x="28" y="115"/>
                    <a:pt x="28" y="115"/>
                  </a:cubicBezTo>
                  <a:cubicBezTo>
                    <a:pt x="30" y="118"/>
                    <a:pt x="29" y="121"/>
                    <a:pt x="27" y="123"/>
                  </a:cubicBezTo>
                  <a:cubicBezTo>
                    <a:pt x="19" y="131"/>
                    <a:pt x="19" y="131"/>
                    <a:pt x="19" y="131"/>
                  </a:cubicBezTo>
                  <a:cubicBezTo>
                    <a:pt x="17" y="133"/>
                    <a:pt x="17" y="136"/>
                    <a:pt x="19" y="138"/>
                  </a:cubicBezTo>
                  <a:cubicBezTo>
                    <a:pt x="29" y="147"/>
                    <a:pt x="29" y="147"/>
                    <a:pt x="29" y="147"/>
                  </a:cubicBezTo>
                  <a:cubicBezTo>
                    <a:pt x="30" y="149"/>
                    <a:pt x="34" y="149"/>
                    <a:pt x="35" y="147"/>
                  </a:cubicBezTo>
                  <a:cubicBezTo>
                    <a:pt x="43" y="139"/>
                    <a:pt x="43" y="139"/>
                    <a:pt x="43" y="139"/>
                  </a:cubicBezTo>
                  <a:cubicBezTo>
                    <a:pt x="45" y="137"/>
                    <a:pt x="49" y="137"/>
                    <a:pt x="51" y="138"/>
                  </a:cubicBezTo>
                  <a:cubicBezTo>
                    <a:pt x="67" y="144"/>
                    <a:pt x="67" y="144"/>
                    <a:pt x="67" y="144"/>
                  </a:cubicBezTo>
                  <a:cubicBezTo>
                    <a:pt x="70" y="145"/>
                    <a:pt x="72" y="148"/>
                    <a:pt x="72" y="151"/>
                  </a:cubicBezTo>
                  <a:cubicBezTo>
                    <a:pt x="72" y="162"/>
                    <a:pt x="72" y="162"/>
                    <a:pt x="72" y="162"/>
                  </a:cubicBezTo>
                  <a:cubicBezTo>
                    <a:pt x="72" y="165"/>
                    <a:pt x="74" y="167"/>
                    <a:pt x="76" y="167"/>
                  </a:cubicBezTo>
                  <a:cubicBezTo>
                    <a:pt x="90" y="167"/>
                    <a:pt x="90" y="167"/>
                    <a:pt x="90" y="167"/>
                  </a:cubicBezTo>
                  <a:cubicBezTo>
                    <a:pt x="92" y="167"/>
                    <a:pt x="94" y="165"/>
                    <a:pt x="94" y="162"/>
                  </a:cubicBezTo>
                  <a:cubicBezTo>
                    <a:pt x="94" y="151"/>
                    <a:pt x="94" y="151"/>
                    <a:pt x="94" y="151"/>
                  </a:cubicBezTo>
                  <a:cubicBezTo>
                    <a:pt x="94" y="148"/>
                    <a:pt x="96" y="145"/>
                    <a:pt x="99" y="144"/>
                  </a:cubicBezTo>
                  <a:cubicBezTo>
                    <a:pt x="115" y="138"/>
                    <a:pt x="115" y="138"/>
                    <a:pt x="115" y="138"/>
                  </a:cubicBezTo>
                  <a:cubicBezTo>
                    <a:pt x="117" y="137"/>
                    <a:pt x="121" y="137"/>
                    <a:pt x="123" y="139"/>
                  </a:cubicBezTo>
                  <a:cubicBezTo>
                    <a:pt x="131" y="147"/>
                    <a:pt x="131" y="147"/>
                    <a:pt x="131" y="147"/>
                  </a:cubicBezTo>
                  <a:cubicBezTo>
                    <a:pt x="133" y="149"/>
                    <a:pt x="136" y="149"/>
                    <a:pt x="137" y="147"/>
                  </a:cubicBezTo>
                  <a:close/>
                  <a:moveTo>
                    <a:pt x="83" y="122"/>
                  </a:moveTo>
                  <a:cubicBezTo>
                    <a:pt x="62" y="122"/>
                    <a:pt x="45" y="104"/>
                    <a:pt x="45" y="83"/>
                  </a:cubicBezTo>
                  <a:cubicBezTo>
                    <a:pt x="45" y="62"/>
                    <a:pt x="62" y="45"/>
                    <a:pt x="83" y="45"/>
                  </a:cubicBezTo>
                  <a:cubicBezTo>
                    <a:pt x="104" y="45"/>
                    <a:pt x="121" y="62"/>
                    <a:pt x="121" y="83"/>
                  </a:cubicBezTo>
                  <a:cubicBezTo>
                    <a:pt x="121" y="104"/>
                    <a:pt x="104" y="122"/>
                    <a:pt x="83"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9"/>
            <p:cNvSpPr>
              <a:spLocks noEditPoints="1"/>
            </p:cNvSpPr>
            <p:nvPr/>
          </p:nvSpPr>
          <p:spPr bwMode="auto">
            <a:xfrm>
              <a:off x="9448801" y="3619501"/>
              <a:ext cx="301625" cy="301625"/>
            </a:xfrm>
            <a:custGeom>
              <a:avLst/>
              <a:gdLst>
                <a:gd name="T0" fmla="*/ 100 w 103"/>
                <a:gd name="T1" fmla="*/ 32 h 103"/>
                <a:gd name="T2" fmla="*/ 89 w 103"/>
                <a:gd name="T3" fmla="*/ 33 h 103"/>
                <a:gd name="T4" fmla="*/ 78 w 103"/>
                <a:gd name="T5" fmla="*/ 23 h 103"/>
                <a:gd name="T6" fmla="*/ 81 w 103"/>
                <a:gd name="T7" fmla="*/ 12 h 103"/>
                <a:gd name="T8" fmla="*/ 72 w 103"/>
                <a:gd name="T9" fmla="*/ 4 h 103"/>
                <a:gd name="T10" fmla="*/ 65 w 103"/>
                <a:gd name="T11" fmla="*/ 11 h 103"/>
                <a:gd name="T12" fmla="*/ 50 w 103"/>
                <a:gd name="T13" fmla="*/ 12 h 103"/>
                <a:gd name="T14" fmla="*/ 44 w 103"/>
                <a:gd name="T15" fmla="*/ 3 h 103"/>
                <a:gd name="T16" fmla="*/ 32 w 103"/>
                <a:gd name="T17" fmla="*/ 3 h 103"/>
                <a:gd name="T18" fmla="*/ 33 w 103"/>
                <a:gd name="T19" fmla="*/ 13 h 103"/>
                <a:gd name="T20" fmla="*/ 23 w 103"/>
                <a:gd name="T21" fmla="*/ 25 h 103"/>
                <a:gd name="T22" fmla="*/ 12 w 103"/>
                <a:gd name="T23" fmla="*/ 22 h 103"/>
                <a:gd name="T24" fmla="*/ 4 w 103"/>
                <a:gd name="T25" fmla="*/ 30 h 103"/>
                <a:gd name="T26" fmla="*/ 11 w 103"/>
                <a:gd name="T27" fmla="*/ 38 h 103"/>
                <a:gd name="T28" fmla="*/ 12 w 103"/>
                <a:gd name="T29" fmla="*/ 53 h 103"/>
                <a:gd name="T30" fmla="*/ 3 w 103"/>
                <a:gd name="T31" fmla="*/ 59 h 103"/>
                <a:gd name="T32" fmla="*/ 3 w 103"/>
                <a:gd name="T33" fmla="*/ 70 h 103"/>
                <a:gd name="T34" fmla="*/ 13 w 103"/>
                <a:gd name="T35" fmla="*/ 70 h 103"/>
                <a:gd name="T36" fmla="*/ 25 w 103"/>
                <a:gd name="T37" fmla="*/ 80 h 103"/>
                <a:gd name="T38" fmla="*/ 22 w 103"/>
                <a:gd name="T39" fmla="*/ 91 h 103"/>
                <a:gd name="T40" fmla="*/ 30 w 103"/>
                <a:gd name="T41" fmla="*/ 99 h 103"/>
                <a:gd name="T42" fmla="*/ 38 w 103"/>
                <a:gd name="T43" fmla="*/ 91 h 103"/>
                <a:gd name="T44" fmla="*/ 53 w 103"/>
                <a:gd name="T45" fmla="*/ 90 h 103"/>
                <a:gd name="T46" fmla="*/ 59 w 103"/>
                <a:gd name="T47" fmla="*/ 100 h 103"/>
                <a:gd name="T48" fmla="*/ 70 w 103"/>
                <a:gd name="T49" fmla="*/ 100 h 103"/>
                <a:gd name="T50" fmla="*/ 70 w 103"/>
                <a:gd name="T51" fmla="*/ 89 h 103"/>
                <a:gd name="T52" fmla="*/ 80 w 103"/>
                <a:gd name="T53" fmla="*/ 78 h 103"/>
                <a:gd name="T54" fmla="*/ 91 w 103"/>
                <a:gd name="T55" fmla="*/ 81 h 103"/>
                <a:gd name="T56" fmla="*/ 99 w 103"/>
                <a:gd name="T57" fmla="*/ 72 h 103"/>
                <a:gd name="T58" fmla="*/ 91 w 103"/>
                <a:gd name="T59" fmla="*/ 65 h 103"/>
                <a:gd name="T60" fmla="*/ 90 w 103"/>
                <a:gd name="T61" fmla="*/ 50 h 103"/>
                <a:gd name="T62" fmla="*/ 100 w 103"/>
                <a:gd name="T63" fmla="*/ 44 h 103"/>
                <a:gd name="T64" fmla="*/ 72 w 103"/>
                <a:gd name="T65" fmla="*/ 63 h 103"/>
                <a:gd name="T66" fmla="*/ 30 w 103"/>
                <a:gd name="T67" fmla="*/ 40 h 103"/>
                <a:gd name="T68" fmla="*/ 72 w 103"/>
                <a:gd name="T69" fmla="*/ 6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3" h="103">
                  <a:moveTo>
                    <a:pt x="102" y="40"/>
                  </a:moveTo>
                  <a:cubicBezTo>
                    <a:pt x="100" y="32"/>
                    <a:pt x="100" y="32"/>
                    <a:pt x="100" y="32"/>
                  </a:cubicBezTo>
                  <a:cubicBezTo>
                    <a:pt x="99" y="31"/>
                    <a:pt x="98" y="30"/>
                    <a:pt x="96" y="30"/>
                  </a:cubicBezTo>
                  <a:cubicBezTo>
                    <a:pt x="89" y="33"/>
                    <a:pt x="89" y="33"/>
                    <a:pt x="89" y="33"/>
                  </a:cubicBezTo>
                  <a:cubicBezTo>
                    <a:pt x="88" y="33"/>
                    <a:pt x="86" y="32"/>
                    <a:pt x="85" y="31"/>
                  </a:cubicBezTo>
                  <a:cubicBezTo>
                    <a:pt x="78" y="23"/>
                    <a:pt x="78" y="23"/>
                    <a:pt x="78" y="23"/>
                  </a:cubicBezTo>
                  <a:cubicBezTo>
                    <a:pt x="77" y="21"/>
                    <a:pt x="76" y="19"/>
                    <a:pt x="77" y="18"/>
                  </a:cubicBezTo>
                  <a:cubicBezTo>
                    <a:pt x="81" y="12"/>
                    <a:pt x="81" y="12"/>
                    <a:pt x="81" y="12"/>
                  </a:cubicBezTo>
                  <a:cubicBezTo>
                    <a:pt x="81" y="10"/>
                    <a:pt x="81" y="8"/>
                    <a:pt x="79" y="8"/>
                  </a:cubicBezTo>
                  <a:cubicBezTo>
                    <a:pt x="72" y="4"/>
                    <a:pt x="72" y="4"/>
                    <a:pt x="72" y="4"/>
                  </a:cubicBezTo>
                  <a:cubicBezTo>
                    <a:pt x="71" y="3"/>
                    <a:pt x="69" y="4"/>
                    <a:pt x="68" y="5"/>
                  </a:cubicBezTo>
                  <a:cubicBezTo>
                    <a:pt x="65" y="11"/>
                    <a:pt x="65" y="11"/>
                    <a:pt x="65" y="11"/>
                  </a:cubicBezTo>
                  <a:cubicBezTo>
                    <a:pt x="64" y="13"/>
                    <a:pt x="62" y="14"/>
                    <a:pt x="61" y="13"/>
                  </a:cubicBezTo>
                  <a:cubicBezTo>
                    <a:pt x="50" y="12"/>
                    <a:pt x="50" y="12"/>
                    <a:pt x="50" y="12"/>
                  </a:cubicBezTo>
                  <a:cubicBezTo>
                    <a:pt x="48" y="12"/>
                    <a:pt x="47" y="11"/>
                    <a:pt x="46" y="9"/>
                  </a:cubicBezTo>
                  <a:cubicBezTo>
                    <a:pt x="44" y="3"/>
                    <a:pt x="44" y="3"/>
                    <a:pt x="44" y="3"/>
                  </a:cubicBezTo>
                  <a:cubicBezTo>
                    <a:pt x="44" y="1"/>
                    <a:pt x="42" y="0"/>
                    <a:pt x="40" y="1"/>
                  </a:cubicBezTo>
                  <a:cubicBezTo>
                    <a:pt x="32" y="3"/>
                    <a:pt x="32" y="3"/>
                    <a:pt x="32" y="3"/>
                  </a:cubicBezTo>
                  <a:cubicBezTo>
                    <a:pt x="31" y="3"/>
                    <a:pt x="30" y="5"/>
                    <a:pt x="31" y="7"/>
                  </a:cubicBezTo>
                  <a:cubicBezTo>
                    <a:pt x="33" y="13"/>
                    <a:pt x="33" y="13"/>
                    <a:pt x="33" y="13"/>
                  </a:cubicBezTo>
                  <a:cubicBezTo>
                    <a:pt x="33" y="15"/>
                    <a:pt x="32" y="17"/>
                    <a:pt x="31" y="18"/>
                  </a:cubicBezTo>
                  <a:cubicBezTo>
                    <a:pt x="23" y="25"/>
                    <a:pt x="23" y="25"/>
                    <a:pt x="23" y="25"/>
                  </a:cubicBezTo>
                  <a:cubicBezTo>
                    <a:pt x="22" y="26"/>
                    <a:pt x="19" y="26"/>
                    <a:pt x="18" y="25"/>
                  </a:cubicBezTo>
                  <a:cubicBezTo>
                    <a:pt x="12" y="22"/>
                    <a:pt x="12" y="22"/>
                    <a:pt x="12" y="22"/>
                  </a:cubicBezTo>
                  <a:cubicBezTo>
                    <a:pt x="10" y="21"/>
                    <a:pt x="8" y="22"/>
                    <a:pt x="8" y="23"/>
                  </a:cubicBezTo>
                  <a:cubicBezTo>
                    <a:pt x="4" y="30"/>
                    <a:pt x="4" y="30"/>
                    <a:pt x="4" y="30"/>
                  </a:cubicBezTo>
                  <a:cubicBezTo>
                    <a:pt x="3" y="32"/>
                    <a:pt x="4" y="34"/>
                    <a:pt x="5" y="34"/>
                  </a:cubicBezTo>
                  <a:cubicBezTo>
                    <a:pt x="11" y="38"/>
                    <a:pt x="11" y="38"/>
                    <a:pt x="11" y="38"/>
                  </a:cubicBezTo>
                  <a:cubicBezTo>
                    <a:pt x="13" y="39"/>
                    <a:pt x="14" y="41"/>
                    <a:pt x="13" y="42"/>
                  </a:cubicBezTo>
                  <a:cubicBezTo>
                    <a:pt x="12" y="53"/>
                    <a:pt x="12" y="53"/>
                    <a:pt x="12" y="53"/>
                  </a:cubicBezTo>
                  <a:cubicBezTo>
                    <a:pt x="12" y="54"/>
                    <a:pt x="11" y="56"/>
                    <a:pt x="9" y="57"/>
                  </a:cubicBezTo>
                  <a:cubicBezTo>
                    <a:pt x="3" y="59"/>
                    <a:pt x="3" y="59"/>
                    <a:pt x="3" y="59"/>
                  </a:cubicBezTo>
                  <a:cubicBezTo>
                    <a:pt x="1" y="59"/>
                    <a:pt x="0" y="61"/>
                    <a:pt x="1" y="62"/>
                  </a:cubicBezTo>
                  <a:cubicBezTo>
                    <a:pt x="3" y="70"/>
                    <a:pt x="3" y="70"/>
                    <a:pt x="3" y="70"/>
                  </a:cubicBezTo>
                  <a:cubicBezTo>
                    <a:pt x="3" y="72"/>
                    <a:pt x="5" y="73"/>
                    <a:pt x="7" y="72"/>
                  </a:cubicBezTo>
                  <a:cubicBezTo>
                    <a:pt x="13" y="70"/>
                    <a:pt x="13" y="70"/>
                    <a:pt x="13" y="70"/>
                  </a:cubicBezTo>
                  <a:cubicBezTo>
                    <a:pt x="15" y="70"/>
                    <a:pt x="17" y="70"/>
                    <a:pt x="18" y="72"/>
                  </a:cubicBezTo>
                  <a:cubicBezTo>
                    <a:pt x="25" y="80"/>
                    <a:pt x="25" y="80"/>
                    <a:pt x="25" y="80"/>
                  </a:cubicBezTo>
                  <a:cubicBezTo>
                    <a:pt x="26" y="81"/>
                    <a:pt x="26" y="83"/>
                    <a:pt x="25" y="85"/>
                  </a:cubicBezTo>
                  <a:cubicBezTo>
                    <a:pt x="22" y="91"/>
                    <a:pt x="22" y="91"/>
                    <a:pt x="22" y="91"/>
                  </a:cubicBezTo>
                  <a:cubicBezTo>
                    <a:pt x="21" y="92"/>
                    <a:pt x="22" y="94"/>
                    <a:pt x="23" y="95"/>
                  </a:cubicBezTo>
                  <a:cubicBezTo>
                    <a:pt x="30" y="99"/>
                    <a:pt x="30" y="99"/>
                    <a:pt x="30" y="99"/>
                  </a:cubicBezTo>
                  <a:cubicBezTo>
                    <a:pt x="32" y="100"/>
                    <a:pt x="34" y="99"/>
                    <a:pt x="35" y="98"/>
                  </a:cubicBezTo>
                  <a:cubicBezTo>
                    <a:pt x="38" y="91"/>
                    <a:pt x="38" y="91"/>
                    <a:pt x="38" y="91"/>
                  </a:cubicBezTo>
                  <a:cubicBezTo>
                    <a:pt x="39" y="90"/>
                    <a:pt x="41" y="89"/>
                    <a:pt x="42" y="89"/>
                  </a:cubicBezTo>
                  <a:cubicBezTo>
                    <a:pt x="53" y="90"/>
                    <a:pt x="53" y="90"/>
                    <a:pt x="53" y="90"/>
                  </a:cubicBezTo>
                  <a:cubicBezTo>
                    <a:pt x="54" y="90"/>
                    <a:pt x="56" y="92"/>
                    <a:pt x="57" y="93"/>
                  </a:cubicBezTo>
                  <a:cubicBezTo>
                    <a:pt x="59" y="100"/>
                    <a:pt x="59" y="100"/>
                    <a:pt x="59" y="100"/>
                  </a:cubicBezTo>
                  <a:cubicBezTo>
                    <a:pt x="59" y="102"/>
                    <a:pt x="61" y="103"/>
                    <a:pt x="62" y="102"/>
                  </a:cubicBezTo>
                  <a:cubicBezTo>
                    <a:pt x="70" y="100"/>
                    <a:pt x="70" y="100"/>
                    <a:pt x="70" y="100"/>
                  </a:cubicBezTo>
                  <a:cubicBezTo>
                    <a:pt x="72" y="99"/>
                    <a:pt x="73" y="98"/>
                    <a:pt x="72" y="96"/>
                  </a:cubicBezTo>
                  <a:cubicBezTo>
                    <a:pt x="70" y="89"/>
                    <a:pt x="70" y="89"/>
                    <a:pt x="70" y="89"/>
                  </a:cubicBezTo>
                  <a:cubicBezTo>
                    <a:pt x="70" y="88"/>
                    <a:pt x="70" y="86"/>
                    <a:pt x="72" y="85"/>
                  </a:cubicBezTo>
                  <a:cubicBezTo>
                    <a:pt x="80" y="78"/>
                    <a:pt x="80" y="78"/>
                    <a:pt x="80" y="78"/>
                  </a:cubicBezTo>
                  <a:cubicBezTo>
                    <a:pt x="81" y="77"/>
                    <a:pt x="83" y="76"/>
                    <a:pt x="85" y="77"/>
                  </a:cubicBezTo>
                  <a:cubicBezTo>
                    <a:pt x="91" y="81"/>
                    <a:pt x="91" y="81"/>
                    <a:pt x="91" y="81"/>
                  </a:cubicBezTo>
                  <a:cubicBezTo>
                    <a:pt x="92" y="81"/>
                    <a:pt x="94" y="81"/>
                    <a:pt x="95" y="79"/>
                  </a:cubicBezTo>
                  <a:cubicBezTo>
                    <a:pt x="99" y="72"/>
                    <a:pt x="99" y="72"/>
                    <a:pt x="99" y="72"/>
                  </a:cubicBezTo>
                  <a:cubicBezTo>
                    <a:pt x="100" y="71"/>
                    <a:pt x="99" y="69"/>
                    <a:pt x="98" y="68"/>
                  </a:cubicBezTo>
                  <a:cubicBezTo>
                    <a:pt x="91" y="65"/>
                    <a:pt x="91" y="65"/>
                    <a:pt x="91" y="65"/>
                  </a:cubicBezTo>
                  <a:cubicBezTo>
                    <a:pt x="90" y="64"/>
                    <a:pt x="89" y="62"/>
                    <a:pt x="89" y="61"/>
                  </a:cubicBezTo>
                  <a:cubicBezTo>
                    <a:pt x="90" y="50"/>
                    <a:pt x="90" y="50"/>
                    <a:pt x="90" y="50"/>
                  </a:cubicBezTo>
                  <a:cubicBezTo>
                    <a:pt x="90" y="48"/>
                    <a:pt x="92" y="46"/>
                    <a:pt x="93" y="46"/>
                  </a:cubicBezTo>
                  <a:cubicBezTo>
                    <a:pt x="100" y="44"/>
                    <a:pt x="100" y="44"/>
                    <a:pt x="100" y="44"/>
                  </a:cubicBezTo>
                  <a:cubicBezTo>
                    <a:pt x="102" y="43"/>
                    <a:pt x="103" y="42"/>
                    <a:pt x="102" y="40"/>
                  </a:cubicBezTo>
                  <a:close/>
                  <a:moveTo>
                    <a:pt x="72" y="63"/>
                  </a:moveTo>
                  <a:cubicBezTo>
                    <a:pt x="66" y="74"/>
                    <a:pt x="52" y="78"/>
                    <a:pt x="40" y="72"/>
                  </a:cubicBezTo>
                  <a:cubicBezTo>
                    <a:pt x="29" y="66"/>
                    <a:pt x="24" y="52"/>
                    <a:pt x="30" y="40"/>
                  </a:cubicBezTo>
                  <a:cubicBezTo>
                    <a:pt x="37" y="29"/>
                    <a:pt x="51" y="24"/>
                    <a:pt x="63" y="30"/>
                  </a:cubicBezTo>
                  <a:cubicBezTo>
                    <a:pt x="74" y="37"/>
                    <a:pt x="78" y="51"/>
                    <a:pt x="72"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5" name="组合 214"/>
          <p:cNvGrpSpPr/>
          <p:nvPr/>
        </p:nvGrpSpPr>
        <p:grpSpPr>
          <a:xfrm>
            <a:off x="3037701" y="2987240"/>
            <a:ext cx="380150" cy="314435"/>
            <a:chOff x="10677526" y="5697538"/>
            <a:chExt cx="725488" cy="600076"/>
          </a:xfrm>
          <a:solidFill>
            <a:srgbClr val="707E84"/>
          </a:solidFill>
        </p:grpSpPr>
        <p:sp>
          <p:nvSpPr>
            <p:cNvPr id="216" name="Freeform 10"/>
            <p:cNvSpPr>
              <a:spLocks/>
            </p:cNvSpPr>
            <p:nvPr/>
          </p:nvSpPr>
          <p:spPr bwMode="auto">
            <a:xfrm>
              <a:off x="10677526" y="5697538"/>
              <a:ext cx="725488" cy="219075"/>
            </a:xfrm>
            <a:custGeom>
              <a:avLst/>
              <a:gdLst>
                <a:gd name="T0" fmla="*/ 248 w 248"/>
                <a:gd name="T1" fmla="*/ 33 h 75"/>
                <a:gd name="T2" fmla="*/ 210 w 248"/>
                <a:gd name="T3" fmla="*/ 9 h 75"/>
                <a:gd name="T4" fmla="*/ 38 w 248"/>
                <a:gd name="T5" fmla="*/ 9 h 75"/>
                <a:gd name="T6" fmla="*/ 0 w 248"/>
                <a:gd name="T7" fmla="*/ 33 h 75"/>
                <a:gd name="T8" fmla="*/ 0 w 248"/>
                <a:gd name="T9" fmla="*/ 33 h 75"/>
                <a:gd name="T10" fmla="*/ 0 w 248"/>
                <a:gd name="T11" fmla="*/ 36 h 75"/>
                <a:gd name="T12" fmla="*/ 0 w 248"/>
                <a:gd name="T13" fmla="*/ 65 h 75"/>
                <a:gd name="T14" fmla="*/ 7 w 248"/>
                <a:gd name="T15" fmla="*/ 73 h 75"/>
                <a:gd name="T16" fmla="*/ 46 w 248"/>
                <a:gd name="T17" fmla="*/ 73 h 75"/>
                <a:gd name="T18" fmla="*/ 53 w 248"/>
                <a:gd name="T19" fmla="*/ 65 h 75"/>
                <a:gd name="T20" fmla="*/ 53 w 248"/>
                <a:gd name="T21" fmla="*/ 39 h 75"/>
                <a:gd name="T22" fmla="*/ 195 w 248"/>
                <a:gd name="T23" fmla="*/ 38 h 75"/>
                <a:gd name="T24" fmla="*/ 195 w 248"/>
                <a:gd name="T25" fmla="*/ 67 h 75"/>
                <a:gd name="T26" fmla="*/ 202 w 248"/>
                <a:gd name="T27" fmla="*/ 75 h 75"/>
                <a:gd name="T28" fmla="*/ 241 w 248"/>
                <a:gd name="T29" fmla="*/ 75 h 75"/>
                <a:gd name="T30" fmla="*/ 248 w 248"/>
                <a:gd name="T31" fmla="*/ 67 h 75"/>
                <a:gd name="T32" fmla="*/ 248 w 248"/>
                <a:gd name="T33" fmla="*/ 36 h 75"/>
                <a:gd name="T34" fmla="*/ 248 w 248"/>
                <a:gd name="T35" fmla="*/ 34 h 75"/>
                <a:gd name="T36" fmla="*/ 248 w 248"/>
                <a:gd name="T37" fmla="*/ 3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8" h="75">
                  <a:moveTo>
                    <a:pt x="248" y="33"/>
                  </a:moveTo>
                  <a:cubicBezTo>
                    <a:pt x="248" y="24"/>
                    <a:pt x="231" y="12"/>
                    <a:pt x="210" y="9"/>
                  </a:cubicBezTo>
                  <a:cubicBezTo>
                    <a:pt x="153" y="0"/>
                    <a:pt x="95" y="0"/>
                    <a:pt x="38" y="9"/>
                  </a:cubicBezTo>
                  <a:cubicBezTo>
                    <a:pt x="17" y="12"/>
                    <a:pt x="0" y="24"/>
                    <a:pt x="0" y="33"/>
                  </a:cubicBezTo>
                  <a:cubicBezTo>
                    <a:pt x="0" y="33"/>
                    <a:pt x="0" y="33"/>
                    <a:pt x="0" y="33"/>
                  </a:cubicBezTo>
                  <a:cubicBezTo>
                    <a:pt x="0" y="34"/>
                    <a:pt x="0" y="35"/>
                    <a:pt x="0" y="36"/>
                  </a:cubicBezTo>
                  <a:cubicBezTo>
                    <a:pt x="0" y="65"/>
                    <a:pt x="0" y="65"/>
                    <a:pt x="0" y="65"/>
                  </a:cubicBezTo>
                  <a:cubicBezTo>
                    <a:pt x="0" y="69"/>
                    <a:pt x="3" y="73"/>
                    <a:pt x="7" y="73"/>
                  </a:cubicBezTo>
                  <a:cubicBezTo>
                    <a:pt x="46" y="73"/>
                    <a:pt x="46" y="73"/>
                    <a:pt x="46" y="73"/>
                  </a:cubicBezTo>
                  <a:cubicBezTo>
                    <a:pt x="50" y="73"/>
                    <a:pt x="53" y="69"/>
                    <a:pt x="53" y="65"/>
                  </a:cubicBezTo>
                  <a:cubicBezTo>
                    <a:pt x="53" y="39"/>
                    <a:pt x="53" y="39"/>
                    <a:pt x="53" y="39"/>
                  </a:cubicBezTo>
                  <a:cubicBezTo>
                    <a:pt x="100" y="32"/>
                    <a:pt x="148" y="32"/>
                    <a:pt x="195" y="38"/>
                  </a:cubicBezTo>
                  <a:cubicBezTo>
                    <a:pt x="195" y="67"/>
                    <a:pt x="195" y="67"/>
                    <a:pt x="195" y="67"/>
                  </a:cubicBezTo>
                  <a:cubicBezTo>
                    <a:pt x="195" y="71"/>
                    <a:pt x="198" y="75"/>
                    <a:pt x="202" y="75"/>
                  </a:cubicBezTo>
                  <a:cubicBezTo>
                    <a:pt x="241" y="75"/>
                    <a:pt x="241" y="75"/>
                    <a:pt x="241" y="75"/>
                  </a:cubicBezTo>
                  <a:cubicBezTo>
                    <a:pt x="245" y="75"/>
                    <a:pt x="248" y="71"/>
                    <a:pt x="248" y="67"/>
                  </a:cubicBezTo>
                  <a:cubicBezTo>
                    <a:pt x="248" y="36"/>
                    <a:pt x="248" y="36"/>
                    <a:pt x="248" y="36"/>
                  </a:cubicBezTo>
                  <a:cubicBezTo>
                    <a:pt x="248" y="36"/>
                    <a:pt x="248" y="35"/>
                    <a:pt x="248" y="34"/>
                  </a:cubicBezTo>
                  <a:cubicBezTo>
                    <a:pt x="248" y="34"/>
                    <a:pt x="248" y="33"/>
                    <a:pt x="248"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11"/>
            <p:cNvSpPr>
              <a:spLocks noEditPoints="1"/>
            </p:cNvSpPr>
            <p:nvPr/>
          </p:nvSpPr>
          <p:spPr bwMode="auto">
            <a:xfrm>
              <a:off x="10701338" y="5870576"/>
              <a:ext cx="687388" cy="427038"/>
            </a:xfrm>
            <a:custGeom>
              <a:avLst/>
              <a:gdLst>
                <a:gd name="T0" fmla="*/ 221 w 235"/>
                <a:gd name="T1" fmla="*/ 63 h 146"/>
                <a:gd name="T2" fmla="*/ 179 w 235"/>
                <a:gd name="T3" fmla="*/ 49 h 146"/>
                <a:gd name="T4" fmla="*/ 167 w 235"/>
                <a:gd name="T5" fmla="*/ 46 h 146"/>
                <a:gd name="T6" fmla="*/ 167 w 235"/>
                <a:gd name="T7" fmla="*/ 0 h 146"/>
                <a:gd name="T8" fmla="*/ 149 w 235"/>
                <a:gd name="T9" fmla="*/ 0 h 146"/>
                <a:gd name="T10" fmla="*/ 149 w 235"/>
                <a:gd name="T11" fmla="*/ 27 h 146"/>
                <a:gd name="T12" fmla="*/ 84 w 235"/>
                <a:gd name="T13" fmla="*/ 27 h 146"/>
                <a:gd name="T14" fmla="*/ 84 w 235"/>
                <a:gd name="T15" fmla="*/ 0 h 146"/>
                <a:gd name="T16" fmla="*/ 66 w 235"/>
                <a:gd name="T17" fmla="*/ 0 h 146"/>
                <a:gd name="T18" fmla="*/ 66 w 235"/>
                <a:gd name="T19" fmla="*/ 47 h 146"/>
                <a:gd name="T20" fmla="*/ 55 w 235"/>
                <a:gd name="T21" fmla="*/ 49 h 146"/>
                <a:gd name="T22" fmla="*/ 14 w 235"/>
                <a:gd name="T23" fmla="*/ 63 h 146"/>
                <a:gd name="T24" fmla="*/ 0 w 235"/>
                <a:gd name="T25" fmla="*/ 83 h 146"/>
                <a:gd name="T26" fmla="*/ 0 w 235"/>
                <a:gd name="T27" fmla="*/ 131 h 146"/>
                <a:gd name="T28" fmla="*/ 15 w 235"/>
                <a:gd name="T29" fmla="*/ 146 h 146"/>
                <a:gd name="T30" fmla="*/ 220 w 235"/>
                <a:gd name="T31" fmla="*/ 146 h 146"/>
                <a:gd name="T32" fmla="*/ 235 w 235"/>
                <a:gd name="T33" fmla="*/ 131 h 146"/>
                <a:gd name="T34" fmla="*/ 235 w 235"/>
                <a:gd name="T35" fmla="*/ 83 h 146"/>
                <a:gd name="T36" fmla="*/ 221 w 235"/>
                <a:gd name="T37" fmla="*/ 63 h 146"/>
                <a:gd name="T38" fmla="*/ 115 w 235"/>
                <a:gd name="T39" fmla="*/ 129 h 146"/>
                <a:gd name="T40" fmla="*/ 74 w 235"/>
                <a:gd name="T41" fmla="*/ 87 h 146"/>
                <a:gd name="T42" fmla="*/ 115 w 235"/>
                <a:gd name="T43" fmla="*/ 46 h 146"/>
                <a:gd name="T44" fmla="*/ 157 w 235"/>
                <a:gd name="T45" fmla="*/ 87 h 146"/>
                <a:gd name="T46" fmla="*/ 115 w 235"/>
                <a:gd name="T47" fmla="*/ 129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35" h="146">
                  <a:moveTo>
                    <a:pt x="221" y="63"/>
                  </a:moveTo>
                  <a:cubicBezTo>
                    <a:pt x="179" y="49"/>
                    <a:pt x="179" y="49"/>
                    <a:pt x="179" y="49"/>
                  </a:cubicBezTo>
                  <a:cubicBezTo>
                    <a:pt x="175" y="48"/>
                    <a:pt x="171" y="47"/>
                    <a:pt x="167" y="46"/>
                  </a:cubicBezTo>
                  <a:cubicBezTo>
                    <a:pt x="167" y="0"/>
                    <a:pt x="167" y="0"/>
                    <a:pt x="167" y="0"/>
                  </a:cubicBezTo>
                  <a:cubicBezTo>
                    <a:pt x="149" y="0"/>
                    <a:pt x="149" y="0"/>
                    <a:pt x="149" y="0"/>
                  </a:cubicBezTo>
                  <a:cubicBezTo>
                    <a:pt x="149" y="27"/>
                    <a:pt x="149" y="27"/>
                    <a:pt x="149" y="27"/>
                  </a:cubicBezTo>
                  <a:cubicBezTo>
                    <a:pt x="84" y="27"/>
                    <a:pt x="84" y="27"/>
                    <a:pt x="84" y="27"/>
                  </a:cubicBezTo>
                  <a:cubicBezTo>
                    <a:pt x="84" y="0"/>
                    <a:pt x="84" y="0"/>
                    <a:pt x="84" y="0"/>
                  </a:cubicBezTo>
                  <a:cubicBezTo>
                    <a:pt x="66" y="0"/>
                    <a:pt x="66" y="0"/>
                    <a:pt x="66" y="0"/>
                  </a:cubicBezTo>
                  <a:cubicBezTo>
                    <a:pt x="66" y="47"/>
                    <a:pt x="66" y="47"/>
                    <a:pt x="66" y="47"/>
                  </a:cubicBezTo>
                  <a:cubicBezTo>
                    <a:pt x="62" y="47"/>
                    <a:pt x="58" y="48"/>
                    <a:pt x="55" y="49"/>
                  </a:cubicBezTo>
                  <a:cubicBezTo>
                    <a:pt x="14" y="63"/>
                    <a:pt x="14" y="63"/>
                    <a:pt x="14" y="63"/>
                  </a:cubicBezTo>
                  <a:cubicBezTo>
                    <a:pt x="6" y="66"/>
                    <a:pt x="0" y="75"/>
                    <a:pt x="0" y="83"/>
                  </a:cubicBezTo>
                  <a:cubicBezTo>
                    <a:pt x="0" y="131"/>
                    <a:pt x="0" y="131"/>
                    <a:pt x="0" y="131"/>
                  </a:cubicBezTo>
                  <a:cubicBezTo>
                    <a:pt x="0" y="139"/>
                    <a:pt x="6" y="146"/>
                    <a:pt x="15" y="146"/>
                  </a:cubicBezTo>
                  <a:cubicBezTo>
                    <a:pt x="220" y="146"/>
                    <a:pt x="220" y="146"/>
                    <a:pt x="220" y="146"/>
                  </a:cubicBezTo>
                  <a:cubicBezTo>
                    <a:pt x="228" y="146"/>
                    <a:pt x="235" y="139"/>
                    <a:pt x="235" y="131"/>
                  </a:cubicBezTo>
                  <a:cubicBezTo>
                    <a:pt x="235" y="83"/>
                    <a:pt x="235" y="83"/>
                    <a:pt x="235" y="83"/>
                  </a:cubicBezTo>
                  <a:cubicBezTo>
                    <a:pt x="235" y="75"/>
                    <a:pt x="229" y="66"/>
                    <a:pt x="221" y="63"/>
                  </a:cubicBezTo>
                  <a:close/>
                  <a:moveTo>
                    <a:pt x="115" y="129"/>
                  </a:moveTo>
                  <a:cubicBezTo>
                    <a:pt x="92" y="129"/>
                    <a:pt x="74" y="110"/>
                    <a:pt x="74" y="87"/>
                  </a:cubicBezTo>
                  <a:cubicBezTo>
                    <a:pt x="74" y="64"/>
                    <a:pt x="92" y="46"/>
                    <a:pt x="115" y="46"/>
                  </a:cubicBezTo>
                  <a:cubicBezTo>
                    <a:pt x="138" y="46"/>
                    <a:pt x="157" y="64"/>
                    <a:pt x="157" y="87"/>
                  </a:cubicBezTo>
                  <a:cubicBezTo>
                    <a:pt x="157" y="110"/>
                    <a:pt x="138" y="129"/>
                    <a:pt x="115" y="1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Oval 12"/>
            <p:cNvSpPr>
              <a:spLocks noChangeArrowheads="1"/>
            </p:cNvSpPr>
            <p:nvPr/>
          </p:nvSpPr>
          <p:spPr bwMode="auto">
            <a:xfrm>
              <a:off x="10972801" y="6061076"/>
              <a:ext cx="128588" cy="1317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9" name="组合 218"/>
          <p:cNvGrpSpPr/>
          <p:nvPr/>
        </p:nvGrpSpPr>
        <p:grpSpPr>
          <a:xfrm>
            <a:off x="2002416" y="2963116"/>
            <a:ext cx="417583" cy="362682"/>
            <a:chOff x="9021763" y="5654676"/>
            <a:chExt cx="796925" cy="692150"/>
          </a:xfrm>
          <a:solidFill>
            <a:srgbClr val="707E84"/>
          </a:solidFill>
        </p:grpSpPr>
        <p:sp>
          <p:nvSpPr>
            <p:cNvPr id="220" name="Freeform 13"/>
            <p:cNvSpPr>
              <a:spLocks/>
            </p:cNvSpPr>
            <p:nvPr/>
          </p:nvSpPr>
          <p:spPr bwMode="auto">
            <a:xfrm>
              <a:off x="9163051" y="5835651"/>
              <a:ext cx="514350" cy="511175"/>
            </a:xfrm>
            <a:custGeom>
              <a:avLst/>
              <a:gdLst>
                <a:gd name="T0" fmla="*/ 88 w 176"/>
                <a:gd name="T1" fmla="*/ 0 h 175"/>
                <a:gd name="T2" fmla="*/ 0 w 176"/>
                <a:gd name="T3" fmla="*/ 63 h 175"/>
                <a:gd name="T4" fmla="*/ 0 w 176"/>
                <a:gd name="T5" fmla="*/ 151 h 175"/>
                <a:gd name="T6" fmla="*/ 24 w 176"/>
                <a:gd name="T7" fmla="*/ 175 h 175"/>
                <a:gd name="T8" fmla="*/ 65 w 176"/>
                <a:gd name="T9" fmla="*/ 175 h 175"/>
                <a:gd name="T10" fmla="*/ 65 w 176"/>
                <a:gd name="T11" fmla="*/ 93 h 175"/>
                <a:gd name="T12" fmla="*/ 111 w 176"/>
                <a:gd name="T13" fmla="*/ 93 h 175"/>
                <a:gd name="T14" fmla="*/ 111 w 176"/>
                <a:gd name="T15" fmla="*/ 175 h 175"/>
                <a:gd name="T16" fmla="*/ 151 w 176"/>
                <a:gd name="T17" fmla="*/ 175 h 175"/>
                <a:gd name="T18" fmla="*/ 176 w 176"/>
                <a:gd name="T19" fmla="*/ 151 h 175"/>
                <a:gd name="T20" fmla="*/ 176 w 176"/>
                <a:gd name="T21" fmla="*/ 63 h 175"/>
                <a:gd name="T22" fmla="*/ 88 w 176"/>
                <a:gd name="T23"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6" h="175">
                  <a:moveTo>
                    <a:pt x="88" y="0"/>
                  </a:moveTo>
                  <a:cubicBezTo>
                    <a:pt x="0" y="63"/>
                    <a:pt x="0" y="63"/>
                    <a:pt x="0" y="63"/>
                  </a:cubicBezTo>
                  <a:cubicBezTo>
                    <a:pt x="0" y="151"/>
                    <a:pt x="0" y="151"/>
                    <a:pt x="0" y="151"/>
                  </a:cubicBezTo>
                  <a:cubicBezTo>
                    <a:pt x="0" y="164"/>
                    <a:pt x="11" y="175"/>
                    <a:pt x="24" y="175"/>
                  </a:cubicBezTo>
                  <a:cubicBezTo>
                    <a:pt x="65" y="175"/>
                    <a:pt x="65" y="175"/>
                    <a:pt x="65" y="175"/>
                  </a:cubicBezTo>
                  <a:cubicBezTo>
                    <a:pt x="65" y="93"/>
                    <a:pt x="65" y="93"/>
                    <a:pt x="65" y="93"/>
                  </a:cubicBezTo>
                  <a:cubicBezTo>
                    <a:pt x="111" y="93"/>
                    <a:pt x="111" y="93"/>
                    <a:pt x="111" y="93"/>
                  </a:cubicBezTo>
                  <a:cubicBezTo>
                    <a:pt x="111" y="175"/>
                    <a:pt x="111" y="175"/>
                    <a:pt x="111" y="175"/>
                  </a:cubicBezTo>
                  <a:cubicBezTo>
                    <a:pt x="151" y="175"/>
                    <a:pt x="151" y="175"/>
                    <a:pt x="151" y="175"/>
                  </a:cubicBezTo>
                  <a:cubicBezTo>
                    <a:pt x="165" y="175"/>
                    <a:pt x="176" y="164"/>
                    <a:pt x="176" y="151"/>
                  </a:cubicBezTo>
                  <a:cubicBezTo>
                    <a:pt x="176" y="63"/>
                    <a:pt x="176" y="63"/>
                    <a:pt x="176" y="63"/>
                  </a:cubicBezTo>
                  <a:lnTo>
                    <a:pt x="8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14"/>
            <p:cNvSpPr>
              <a:spLocks/>
            </p:cNvSpPr>
            <p:nvPr/>
          </p:nvSpPr>
          <p:spPr bwMode="auto">
            <a:xfrm>
              <a:off x="9021763" y="5654676"/>
              <a:ext cx="796925" cy="354013"/>
            </a:xfrm>
            <a:custGeom>
              <a:avLst/>
              <a:gdLst>
                <a:gd name="T0" fmla="*/ 9 w 272"/>
                <a:gd name="T1" fmla="*/ 116 h 121"/>
                <a:gd name="T2" fmla="*/ 20 w 272"/>
                <a:gd name="T3" fmla="*/ 121 h 121"/>
                <a:gd name="T4" fmla="*/ 136 w 272"/>
                <a:gd name="T5" fmla="*/ 37 h 121"/>
                <a:gd name="T6" fmla="*/ 136 w 272"/>
                <a:gd name="T7" fmla="*/ 37 h 121"/>
                <a:gd name="T8" fmla="*/ 136 w 272"/>
                <a:gd name="T9" fmla="*/ 37 h 121"/>
                <a:gd name="T10" fmla="*/ 136 w 272"/>
                <a:gd name="T11" fmla="*/ 37 h 121"/>
                <a:gd name="T12" fmla="*/ 136 w 272"/>
                <a:gd name="T13" fmla="*/ 37 h 121"/>
                <a:gd name="T14" fmla="*/ 252 w 272"/>
                <a:gd name="T15" fmla="*/ 121 h 121"/>
                <a:gd name="T16" fmla="*/ 263 w 272"/>
                <a:gd name="T17" fmla="*/ 116 h 121"/>
                <a:gd name="T18" fmla="*/ 268 w 272"/>
                <a:gd name="T19" fmla="*/ 110 h 121"/>
                <a:gd name="T20" fmla="*/ 265 w 272"/>
                <a:gd name="T21" fmla="*/ 93 h 121"/>
                <a:gd name="T22" fmla="*/ 233 w 272"/>
                <a:gd name="T23" fmla="*/ 70 h 121"/>
                <a:gd name="T24" fmla="*/ 223 w 272"/>
                <a:gd name="T25" fmla="*/ 51 h 121"/>
                <a:gd name="T26" fmla="*/ 223 w 272"/>
                <a:gd name="T27" fmla="*/ 12 h 121"/>
                <a:gd name="T28" fmla="*/ 211 w 272"/>
                <a:gd name="T29" fmla="*/ 0 h 121"/>
                <a:gd name="T30" fmla="*/ 200 w 272"/>
                <a:gd name="T31" fmla="*/ 0 h 121"/>
                <a:gd name="T32" fmla="*/ 188 w 272"/>
                <a:gd name="T33" fmla="*/ 12 h 121"/>
                <a:gd name="T34" fmla="*/ 188 w 272"/>
                <a:gd name="T35" fmla="*/ 25 h 121"/>
                <a:gd name="T36" fmla="*/ 178 w 272"/>
                <a:gd name="T37" fmla="*/ 30 h 121"/>
                <a:gd name="T38" fmla="*/ 146 w 272"/>
                <a:gd name="T39" fmla="*/ 7 h 121"/>
                <a:gd name="T40" fmla="*/ 136 w 272"/>
                <a:gd name="T41" fmla="*/ 0 h 121"/>
                <a:gd name="T42" fmla="*/ 136 w 272"/>
                <a:gd name="T43" fmla="*/ 0 h 121"/>
                <a:gd name="T44" fmla="*/ 136 w 272"/>
                <a:gd name="T45" fmla="*/ 0 h 121"/>
                <a:gd name="T46" fmla="*/ 136 w 272"/>
                <a:gd name="T47" fmla="*/ 0 h 121"/>
                <a:gd name="T48" fmla="*/ 126 w 272"/>
                <a:gd name="T49" fmla="*/ 7 h 121"/>
                <a:gd name="T50" fmla="*/ 7 w 272"/>
                <a:gd name="T51" fmla="*/ 93 h 121"/>
                <a:gd name="T52" fmla="*/ 4 w 272"/>
                <a:gd name="T53" fmla="*/ 110 h 121"/>
                <a:gd name="T54" fmla="*/ 9 w 272"/>
                <a:gd name="T55" fmla="*/ 116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72" h="121">
                  <a:moveTo>
                    <a:pt x="9" y="116"/>
                  </a:moveTo>
                  <a:cubicBezTo>
                    <a:pt x="11" y="120"/>
                    <a:pt x="16" y="121"/>
                    <a:pt x="20" y="121"/>
                  </a:cubicBezTo>
                  <a:cubicBezTo>
                    <a:pt x="136" y="37"/>
                    <a:pt x="136" y="37"/>
                    <a:pt x="136" y="37"/>
                  </a:cubicBezTo>
                  <a:cubicBezTo>
                    <a:pt x="136" y="37"/>
                    <a:pt x="136" y="37"/>
                    <a:pt x="136" y="37"/>
                  </a:cubicBezTo>
                  <a:cubicBezTo>
                    <a:pt x="136" y="37"/>
                    <a:pt x="136" y="37"/>
                    <a:pt x="136" y="37"/>
                  </a:cubicBezTo>
                  <a:cubicBezTo>
                    <a:pt x="136" y="37"/>
                    <a:pt x="136" y="37"/>
                    <a:pt x="136" y="37"/>
                  </a:cubicBezTo>
                  <a:cubicBezTo>
                    <a:pt x="136" y="37"/>
                    <a:pt x="136" y="37"/>
                    <a:pt x="136" y="37"/>
                  </a:cubicBezTo>
                  <a:cubicBezTo>
                    <a:pt x="252" y="121"/>
                    <a:pt x="252" y="121"/>
                    <a:pt x="252" y="121"/>
                  </a:cubicBezTo>
                  <a:cubicBezTo>
                    <a:pt x="256" y="121"/>
                    <a:pt x="261" y="120"/>
                    <a:pt x="263" y="116"/>
                  </a:cubicBezTo>
                  <a:cubicBezTo>
                    <a:pt x="268" y="110"/>
                    <a:pt x="268" y="110"/>
                    <a:pt x="268" y="110"/>
                  </a:cubicBezTo>
                  <a:cubicBezTo>
                    <a:pt x="272" y="104"/>
                    <a:pt x="270" y="97"/>
                    <a:pt x="265" y="93"/>
                  </a:cubicBezTo>
                  <a:cubicBezTo>
                    <a:pt x="233" y="70"/>
                    <a:pt x="233" y="70"/>
                    <a:pt x="233" y="70"/>
                  </a:cubicBezTo>
                  <a:cubicBezTo>
                    <a:pt x="227" y="66"/>
                    <a:pt x="223" y="57"/>
                    <a:pt x="223" y="51"/>
                  </a:cubicBezTo>
                  <a:cubicBezTo>
                    <a:pt x="223" y="12"/>
                    <a:pt x="223" y="12"/>
                    <a:pt x="223" y="12"/>
                  </a:cubicBezTo>
                  <a:cubicBezTo>
                    <a:pt x="223" y="6"/>
                    <a:pt x="218" y="0"/>
                    <a:pt x="211" y="0"/>
                  </a:cubicBezTo>
                  <a:cubicBezTo>
                    <a:pt x="200" y="0"/>
                    <a:pt x="200" y="0"/>
                    <a:pt x="200" y="0"/>
                  </a:cubicBezTo>
                  <a:cubicBezTo>
                    <a:pt x="193" y="0"/>
                    <a:pt x="188" y="6"/>
                    <a:pt x="188" y="12"/>
                  </a:cubicBezTo>
                  <a:cubicBezTo>
                    <a:pt x="188" y="25"/>
                    <a:pt x="188" y="25"/>
                    <a:pt x="188" y="25"/>
                  </a:cubicBezTo>
                  <a:cubicBezTo>
                    <a:pt x="188" y="32"/>
                    <a:pt x="183" y="34"/>
                    <a:pt x="178" y="30"/>
                  </a:cubicBezTo>
                  <a:cubicBezTo>
                    <a:pt x="146" y="7"/>
                    <a:pt x="146" y="7"/>
                    <a:pt x="146" y="7"/>
                  </a:cubicBezTo>
                  <a:cubicBezTo>
                    <a:pt x="141" y="3"/>
                    <a:pt x="136" y="0"/>
                    <a:pt x="136" y="0"/>
                  </a:cubicBezTo>
                  <a:cubicBezTo>
                    <a:pt x="136" y="0"/>
                    <a:pt x="136" y="0"/>
                    <a:pt x="136" y="0"/>
                  </a:cubicBezTo>
                  <a:cubicBezTo>
                    <a:pt x="136" y="0"/>
                    <a:pt x="136" y="0"/>
                    <a:pt x="136" y="0"/>
                  </a:cubicBezTo>
                  <a:cubicBezTo>
                    <a:pt x="136" y="0"/>
                    <a:pt x="136" y="0"/>
                    <a:pt x="136" y="0"/>
                  </a:cubicBezTo>
                  <a:cubicBezTo>
                    <a:pt x="136" y="0"/>
                    <a:pt x="131" y="3"/>
                    <a:pt x="126" y="7"/>
                  </a:cubicBezTo>
                  <a:cubicBezTo>
                    <a:pt x="7" y="93"/>
                    <a:pt x="7" y="93"/>
                    <a:pt x="7" y="93"/>
                  </a:cubicBezTo>
                  <a:cubicBezTo>
                    <a:pt x="2" y="97"/>
                    <a:pt x="0" y="104"/>
                    <a:pt x="4" y="110"/>
                  </a:cubicBezTo>
                  <a:lnTo>
                    <a:pt x="9" y="1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22" name="组合 221"/>
          <p:cNvGrpSpPr/>
          <p:nvPr/>
        </p:nvGrpSpPr>
        <p:grpSpPr>
          <a:xfrm>
            <a:off x="180584" y="2895321"/>
            <a:ext cx="178013" cy="498272"/>
            <a:chOff x="9247188" y="427038"/>
            <a:chExt cx="339725" cy="950913"/>
          </a:xfrm>
          <a:solidFill>
            <a:srgbClr val="707E84"/>
          </a:solidFill>
        </p:grpSpPr>
        <p:sp>
          <p:nvSpPr>
            <p:cNvPr id="223" name="Freeform 15"/>
            <p:cNvSpPr>
              <a:spLocks/>
            </p:cNvSpPr>
            <p:nvPr/>
          </p:nvSpPr>
          <p:spPr bwMode="auto">
            <a:xfrm>
              <a:off x="9247188" y="608013"/>
              <a:ext cx="339725" cy="769938"/>
            </a:xfrm>
            <a:custGeom>
              <a:avLst/>
              <a:gdLst>
                <a:gd name="T0" fmla="*/ 115 w 116"/>
                <a:gd name="T1" fmla="*/ 22 h 263"/>
                <a:gd name="T2" fmla="*/ 92 w 116"/>
                <a:gd name="T3" fmla="*/ 0 h 263"/>
                <a:gd name="T4" fmla="*/ 23 w 116"/>
                <a:gd name="T5" fmla="*/ 1 h 263"/>
                <a:gd name="T6" fmla="*/ 0 w 116"/>
                <a:gd name="T7" fmla="*/ 25 h 263"/>
                <a:gd name="T8" fmla="*/ 0 w 116"/>
                <a:gd name="T9" fmla="*/ 121 h 263"/>
                <a:gd name="T10" fmla="*/ 24 w 116"/>
                <a:gd name="T11" fmla="*/ 121 h 263"/>
                <a:gd name="T12" fmla="*/ 24 w 116"/>
                <a:gd name="T13" fmla="*/ 35 h 263"/>
                <a:gd name="T14" fmla="*/ 25 w 116"/>
                <a:gd name="T15" fmla="*/ 33 h 263"/>
                <a:gd name="T16" fmla="*/ 28 w 116"/>
                <a:gd name="T17" fmla="*/ 35 h 263"/>
                <a:gd name="T18" fmla="*/ 29 w 116"/>
                <a:gd name="T19" fmla="*/ 253 h 263"/>
                <a:gd name="T20" fmla="*/ 58 w 116"/>
                <a:gd name="T21" fmla="*/ 253 h 263"/>
                <a:gd name="T22" fmla="*/ 58 w 116"/>
                <a:gd name="T23" fmla="*/ 132 h 263"/>
                <a:gd name="T24" fmla="*/ 60 w 116"/>
                <a:gd name="T25" fmla="*/ 130 h 263"/>
                <a:gd name="T26" fmla="*/ 62 w 116"/>
                <a:gd name="T27" fmla="*/ 132 h 263"/>
                <a:gd name="T28" fmla="*/ 62 w 116"/>
                <a:gd name="T29" fmla="*/ 253 h 263"/>
                <a:gd name="T30" fmla="*/ 90 w 116"/>
                <a:gd name="T31" fmla="*/ 253 h 263"/>
                <a:gd name="T32" fmla="*/ 89 w 116"/>
                <a:gd name="T33" fmla="*/ 34 h 263"/>
                <a:gd name="T34" fmla="*/ 91 w 116"/>
                <a:gd name="T35" fmla="*/ 32 h 263"/>
                <a:gd name="T36" fmla="*/ 93 w 116"/>
                <a:gd name="T37" fmla="*/ 34 h 263"/>
                <a:gd name="T38" fmla="*/ 93 w 116"/>
                <a:gd name="T39" fmla="*/ 121 h 263"/>
                <a:gd name="T40" fmla="*/ 116 w 116"/>
                <a:gd name="T41" fmla="*/ 121 h 263"/>
                <a:gd name="T42" fmla="*/ 115 w 116"/>
                <a:gd name="T43" fmla="*/ 22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6" h="263">
                  <a:moveTo>
                    <a:pt x="115" y="22"/>
                  </a:moveTo>
                  <a:cubicBezTo>
                    <a:pt x="111" y="4"/>
                    <a:pt x="92" y="0"/>
                    <a:pt x="92" y="0"/>
                  </a:cubicBezTo>
                  <a:cubicBezTo>
                    <a:pt x="92" y="0"/>
                    <a:pt x="47" y="0"/>
                    <a:pt x="23" y="1"/>
                  </a:cubicBezTo>
                  <a:cubicBezTo>
                    <a:pt x="2" y="8"/>
                    <a:pt x="0" y="25"/>
                    <a:pt x="0" y="25"/>
                  </a:cubicBezTo>
                  <a:cubicBezTo>
                    <a:pt x="0" y="121"/>
                    <a:pt x="0" y="121"/>
                    <a:pt x="0" y="121"/>
                  </a:cubicBezTo>
                  <a:cubicBezTo>
                    <a:pt x="0" y="136"/>
                    <a:pt x="24" y="136"/>
                    <a:pt x="24" y="121"/>
                  </a:cubicBezTo>
                  <a:cubicBezTo>
                    <a:pt x="24" y="92"/>
                    <a:pt x="24" y="64"/>
                    <a:pt x="24" y="35"/>
                  </a:cubicBezTo>
                  <a:cubicBezTo>
                    <a:pt x="24" y="34"/>
                    <a:pt x="24" y="33"/>
                    <a:pt x="25" y="33"/>
                  </a:cubicBezTo>
                  <a:cubicBezTo>
                    <a:pt x="27" y="33"/>
                    <a:pt x="28" y="35"/>
                    <a:pt x="28" y="35"/>
                  </a:cubicBezTo>
                  <a:cubicBezTo>
                    <a:pt x="29" y="253"/>
                    <a:pt x="29" y="253"/>
                    <a:pt x="29" y="253"/>
                  </a:cubicBezTo>
                  <a:cubicBezTo>
                    <a:pt x="34" y="262"/>
                    <a:pt x="52" y="261"/>
                    <a:pt x="58" y="253"/>
                  </a:cubicBezTo>
                  <a:cubicBezTo>
                    <a:pt x="58" y="213"/>
                    <a:pt x="58" y="173"/>
                    <a:pt x="58" y="132"/>
                  </a:cubicBezTo>
                  <a:cubicBezTo>
                    <a:pt x="58" y="132"/>
                    <a:pt x="60" y="130"/>
                    <a:pt x="60" y="130"/>
                  </a:cubicBezTo>
                  <a:cubicBezTo>
                    <a:pt x="61" y="130"/>
                    <a:pt x="62" y="132"/>
                    <a:pt x="62" y="132"/>
                  </a:cubicBezTo>
                  <a:cubicBezTo>
                    <a:pt x="62" y="253"/>
                    <a:pt x="62" y="253"/>
                    <a:pt x="62" y="253"/>
                  </a:cubicBezTo>
                  <a:cubicBezTo>
                    <a:pt x="68" y="260"/>
                    <a:pt x="81" y="263"/>
                    <a:pt x="90" y="253"/>
                  </a:cubicBezTo>
                  <a:cubicBezTo>
                    <a:pt x="89" y="34"/>
                    <a:pt x="89" y="34"/>
                    <a:pt x="89" y="34"/>
                  </a:cubicBezTo>
                  <a:cubicBezTo>
                    <a:pt x="89" y="33"/>
                    <a:pt x="90" y="32"/>
                    <a:pt x="91" y="32"/>
                  </a:cubicBezTo>
                  <a:cubicBezTo>
                    <a:pt x="92" y="32"/>
                    <a:pt x="93" y="34"/>
                    <a:pt x="93" y="34"/>
                  </a:cubicBezTo>
                  <a:cubicBezTo>
                    <a:pt x="93" y="121"/>
                    <a:pt x="93" y="121"/>
                    <a:pt x="93" y="121"/>
                  </a:cubicBezTo>
                  <a:cubicBezTo>
                    <a:pt x="94" y="136"/>
                    <a:pt x="116" y="136"/>
                    <a:pt x="116" y="121"/>
                  </a:cubicBezTo>
                  <a:cubicBezTo>
                    <a:pt x="116" y="88"/>
                    <a:pt x="115" y="55"/>
                    <a:pt x="115"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Oval 16"/>
            <p:cNvSpPr>
              <a:spLocks noChangeArrowheads="1"/>
            </p:cNvSpPr>
            <p:nvPr/>
          </p:nvSpPr>
          <p:spPr bwMode="auto">
            <a:xfrm>
              <a:off x="9337676" y="427038"/>
              <a:ext cx="161925" cy="1603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25" name="组合 224"/>
          <p:cNvGrpSpPr/>
          <p:nvPr/>
        </p:nvGrpSpPr>
        <p:grpSpPr>
          <a:xfrm>
            <a:off x="675200" y="2895321"/>
            <a:ext cx="229587" cy="498272"/>
            <a:chOff x="10826751" y="427038"/>
            <a:chExt cx="438150" cy="950913"/>
          </a:xfrm>
          <a:solidFill>
            <a:srgbClr val="707E84"/>
          </a:solidFill>
        </p:grpSpPr>
        <p:sp>
          <p:nvSpPr>
            <p:cNvPr id="226" name="Oval 17"/>
            <p:cNvSpPr>
              <a:spLocks noChangeArrowheads="1"/>
            </p:cNvSpPr>
            <p:nvPr/>
          </p:nvSpPr>
          <p:spPr bwMode="auto">
            <a:xfrm>
              <a:off x="10964863" y="427038"/>
              <a:ext cx="157163" cy="1587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18"/>
            <p:cNvSpPr>
              <a:spLocks/>
            </p:cNvSpPr>
            <p:nvPr/>
          </p:nvSpPr>
          <p:spPr bwMode="auto">
            <a:xfrm>
              <a:off x="10826751" y="604838"/>
              <a:ext cx="438150" cy="773113"/>
            </a:xfrm>
            <a:custGeom>
              <a:avLst/>
              <a:gdLst>
                <a:gd name="T0" fmla="*/ 22 w 150"/>
                <a:gd name="T1" fmla="*/ 108 h 264"/>
                <a:gd name="T2" fmla="*/ 42 w 150"/>
                <a:gd name="T3" fmla="*/ 38 h 264"/>
                <a:gd name="T4" fmla="*/ 48 w 150"/>
                <a:gd name="T5" fmla="*/ 39 h 264"/>
                <a:gd name="T6" fmla="*/ 14 w 150"/>
                <a:gd name="T7" fmla="*/ 158 h 264"/>
                <a:gd name="T8" fmla="*/ 46 w 150"/>
                <a:gd name="T9" fmla="*/ 158 h 264"/>
                <a:gd name="T10" fmla="*/ 48 w 150"/>
                <a:gd name="T11" fmla="*/ 160 h 264"/>
                <a:gd name="T12" fmla="*/ 48 w 150"/>
                <a:gd name="T13" fmla="*/ 250 h 264"/>
                <a:gd name="T14" fmla="*/ 72 w 150"/>
                <a:gd name="T15" fmla="*/ 251 h 264"/>
                <a:gd name="T16" fmla="*/ 74 w 150"/>
                <a:gd name="T17" fmla="*/ 160 h 264"/>
                <a:gd name="T18" fmla="*/ 79 w 150"/>
                <a:gd name="T19" fmla="*/ 160 h 264"/>
                <a:gd name="T20" fmla="*/ 79 w 150"/>
                <a:gd name="T21" fmla="*/ 251 h 264"/>
                <a:gd name="T22" fmla="*/ 103 w 150"/>
                <a:gd name="T23" fmla="*/ 251 h 264"/>
                <a:gd name="T24" fmla="*/ 103 w 150"/>
                <a:gd name="T25" fmla="*/ 160 h 264"/>
                <a:gd name="T26" fmla="*/ 105 w 150"/>
                <a:gd name="T27" fmla="*/ 158 h 264"/>
                <a:gd name="T28" fmla="*/ 136 w 150"/>
                <a:gd name="T29" fmla="*/ 158 h 264"/>
                <a:gd name="T30" fmla="*/ 121 w 150"/>
                <a:gd name="T31" fmla="*/ 105 h 264"/>
                <a:gd name="T32" fmla="*/ 102 w 150"/>
                <a:gd name="T33" fmla="*/ 38 h 264"/>
                <a:gd name="T34" fmla="*/ 108 w 150"/>
                <a:gd name="T35" fmla="*/ 39 h 264"/>
                <a:gd name="T36" fmla="*/ 126 w 150"/>
                <a:gd name="T37" fmla="*/ 106 h 264"/>
                <a:gd name="T38" fmla="*/ 146 w 150"/>
                <a:gd name="T39" fmla="*/ 100 h 264"/>
                <a:gd name="T40" fmla="*/ 124 w 150"/>
                <a:gd name="T41" fmla="*/ 23 h 264"/>
                <a:gd name="T42" fmla="*/ 91 w 150"/>
                <a:gd name="T43" fmla="*/ 0 h 264"/>
                <a:gd name="T44" fmla="*/ 91 w 150"/>
                <a:gd name="T45" fmla="*/ 0 h 264"/>
                <a:gd name="T46" fmla="*/ 59 w 150"/>
                <a:gd name="T47" fmla="*/ 0 h 264"/>
                <a:gd name="T48" fmla="*/ 59 w 150"/>
                <a:gd name="T49" fmla="*/ 0 h 264"/>
                <a:gd name="T50" fmla="*/ 53 w 150"/>
                <a:gd name="T51" fmla="*/ 1 h 264"/>
                <a:gd name="T52" fmla="*/ 38 w 150"/>
                <a:gd name="T53" fmla="*/ 8 h 264"/>
                <a:gd name="T54" fmla="*/ 26 w 150"/>
                <a:gd name="T55" fmla="*/ 20 h 264"/>
                <a:gd name="T56" fmla="*/ 2 w 150"/>
                <a:gd name="T57" fmla="*/ 103 h 264"/>
                <a:gd name="T58" fmla="*/ 22 w 150"/>
                <a:gd name="T59" fmla="*/ 108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0" h="264">
                  <a:moveTo>
                    <a:pt x="22" y="108"/>
                  </a:moveTo>
                  <a:cubicBezTo>
                    <a:pt x="42" y="38"/>
                    <a:pt x="42" y="38"/>
                    <a:pt x="42" y="38"/>
                  </a:cubicBezTo>
                  <a:cubicBezTo>
                    <a:pt x="45" y="36"/>
                    <a:pt x="48" y="36"/>
                    <a:pt x="48" y="39"/>
                  </a:cubicBezTo>
                  <a:cubicBezTo>
                    <a:pt x="37" y="78"/>
                    <a:pt x="26" y="118"/>
                    <a:pt x="14" y="158"/>
                  </a:cubicBezTo>
                  <a:cubicBezTo>
                    <a:pt x="46" y="158"/>
                    <a:pt x="46" y="158"/>
                    <a:pt x="46" y="158"/>
                  </a:cubicBezTo>
                  <a:cubicBezTo>
                    <a:pt x="47" y="158"/>
                    <a:pt x="48" y="159"/>
                    <a:pt x="48" y="160"/>
                  </a:cubicBezTo>
                  <a:cubicBezTo>
                    <a:pt x="48" y="190"/>
                    <a:pt x="48" y="220"/>
                    <a:pt x="48" y="250"/>
                  </a:cubicBezTo>
                  <a:cubicBezTo>
                    <a:pt x="50" y="263"/>
                    <a:pt x="69" y="263"/>
                    <a:pt x="72" y="251"/>
                  </a:cubicBezTo>
                  <a:cubicBezTo>
                    <a:pt x="74" y="160"/>
                    <a:pt x="74" y="160"/>
                    <a:pt x="74" y="160"/>
                  </a:cubicBezTo>
                  <a:cubicBezTo>
                    <a:pt x="75" y="157"/>
                    <a:pt x="78" y="157"/>
                    <a:pt x="79" y="160"/>
                  </a:cubicBezTo>
                  <a:cubicBezTo>
                    <a:pt x="79" y="251"/>
                    <a:pt x="79" y="251"/>
                    <a:pt x="79" y="251"/>
                  </a:cubicBezTo>
                  <a:cubicBezTo>
                    <a:pt x="82" y="263"/>
                    <a:pt x="99" y="264"/>
                    <a:pt x="103" y="251"/>
                  </a:cubicBezTo>
                  <a:cubicBezTo>
                    <a:pt x="103" y="221"/>
                    <a:pt x="103" y="190"/>
                    <a:pt x="103" y="160"/>
                  </a:cubicBezTo>
                  <a:cubicBezTo>
                    <a:pt x="103" y="159"/>
                    <a:pt x="104" y="158"/>
                    <a:pt x="105" y="158"/>
                  </a:cubicBezTo>
                  <a:cubicBezTo>
                    <a:pt x="136" y="158"/>
                    <a:pt x="136" y="158"/>
                    <a:pt x="136" y="158"/>
                  </a:cubicBezTo>
                  <a:cubicBezTo>
                    <a:pt x="121" y="105"/>
                    <a:pt x="121" y="105"/>
                    <a:pt x="121" y="105"/>
                  </a:cubicBezTo>
                  <a:cubicBezTo>
                    <a:pt x="102" y="38"/>
                    <a:pt x="102" y="38"/>
                    <a:pt x="102" y="38"/>
                  </a:cubicBezTo>
                  <a:cubicBezTo>
                    <a:pt x="104" y="36"/>
                    <a:pt x="105" y="36"/>
                    <a:pt x="108" y="39"/>
                  </a:cubicBezTo>
                  <a:cubicBezTo>
                    <a:pt x="114" y="61"/>
                    <a:pt x="120" y="83"/>
                    <a:pt x="126" y="106"/>
                  </a:cubicBezTo>
                  <a:cubicBezTo>
                    <a:pt x="131" y="119"/>
                    <a:pt x="150" y="115"/>
                    <a:pt x="146" y="100"/>
                  </a:cubicBezTo>
                  <a:cubicBezTo>
                    <a:pt x="124" y="23"/>
                    <a:pt x="124" y="23"/>
                    <a:pt x="124" y="23"/>
                  </a:cubicBezTo>
                  <a:cubicBezTo>
                    <a:pt x="120" y="9"/>
                    <a:pt x="106" y="1"/>
                    <a:pt x="91" y="0"/>
                  </a:cubicBezTo>
                  <a:cubicBezTo>
                    <a:pt x="91" y="0"/>
                    <a:pt x="91" y="0"/>
                    <a:pt x="91" y="0"/>
                  </a:cubicBezTo>
                  <a:cubicBezTo>
                    <a:pt x="59" y="0"/>
                    <a:pt x="59" y="0"/>
                    <a:pt x="59" y="0"/>
                  </a:cubicBezTo>
                  <a:cubicBezTo>
                    <a:pt x="59" y="0"/>
                    <a:pt x="59" y="0"/>
                    <a:pt x="59" y="0"/>
                  </a:cubicBezTo>
                  <a:cubicBezTo>
                    <a:pt x="53" y="1"/>
                    <a:pt x="53" y="1"/>
                    <a:pt x="53" y="1"/>
                  </a:cubicBezTo>
                  <a:cubicBezTo>
                    <a:pt x="48" y="2"/>
                    <a:pt x="42" y="4"/>
                    <a:pt x="38" y="8"/>
                  </a:cubicBezTo>
                  <a:cubicBezTo>
                    <a:pt x="34" y="11"/>
                    <a:pt x="29" y="15"/>
                    <a:pt x="26" y="20"/>
                  </a:cubicBezTo>
                  <a:cubicBezTo>
                    <a:pt x="18" y="48"/>
                    <a:pt x="10" y="75"/>
                    <a:pt x="2" y="103"/>
                  </a:cubicBezTo>
                  <a:cubicBezTo>
                    <a:pt x="0" y="113"/>
                    <a:pt x="15" y="118"/>
                    <a:pt x="22" y="1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28" name="组合 227"/>
          <p:cNvGrpSpPr/>
          <p:nvPr/>
        </p:nvGrpSpPr>
        <p:grpSpPr>
          <a:xfrm>
            <a:off x="7473482" y="2993345"/>
            <a:ext cx="326913" cy="295303"/>
            <a:chOff x="9115426" y="1931988"/>
            <a:chExt cx="623888" cy="563563"/>
          </a:xfrm>
          <a:solidFill>
            <a:srgbClr val="707E84"/>
          </a:solidFill>
        </p:grpSpPr>
        <p:sp>
          <p:nvSpPr>
            <p:cNvPr id="229" name="Freeform 19"/>
            <p:cNvSpPr>
              <a:spLocks/>
            </p:cNvSpPr>
            <p:nvPr/>
          </p:nvSpPr>
          <p:spPr bwMode="auto">
            <a:xfrm>
              <a:off x="9253538" y="1931988"/>
              <a:ext cx="61913" cy="206375"/>
            </a:xfrm>
            <a:custGeom>
              <a:avLst/>
              <a:gdLst>
                <a:gd name="T0" fmla="*/ 2 w 21"/>
                <a:gd name="T1" fmla="*/ 71 h 71"/>
                <a:gd name="T2" fmla="*/ 12 w 21"/>
                <a:gd name="T3" fmla="*/ 71 h 71"/>
                <a:gd name="T4" fmla="*/ 20 w 21"/>
                <a:gd name="T5" fmla="*/ 52 h 71"/>
                <a:gd name="T6" fmla="*/ 13 w 21"/>
                <a:gd name="T7" fmla="*/ 29 h 71"/>
                <a:gd name="T8" fmla="*/ 18 w 21"/>
                <a:gd name="T9" fmla="*/ 0 h 71"/>
                <a:gd name="T10" fmla="*/ 7 w 21"/>
                <a:gd name="T11" fmla="*/ 0 h 71"/>
                <a:gd name="T12" fmla="*/ 2 w 21"/>
                <a:gd name="T13" fmla="*/ 12 h 71"/>
                <a:gd name="T14" fmla="*/ 5 w 21"/>
                <a:gd name="T15" fmla="*/ 35 h 71"/>
                <a:gd name="T16" fmla="*/ 2 w 21"/>
                <a:gd name="T17"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71">
                  <a:moveTo>
                    <a:pt x="2" y="71"/>
                  </a:moveTo>
                  <a:cubicBezTo>
                    <a:pt x="12" y="71"/>
                    <a:pt x="12" y="71"/>
                    <a:pt x="12" y="71"/>
                  </a:cubicBezTo>
                  <a:cubicBezTo>
                    <a:pt x="16" y="64"/>
                    <a:pt x="19" y="59"/>
                    <a:pt x="20" y="52"/>
                  </a:cubicBezTo>
                  <a:cubicBezTo>
                    <a:pt x="21" y="45"/>
                    <a:pt x="17" y="34"/>
                    <a:pt x="13" y="29"/>
                  </a:cubicBezTo>
                  <a:cubicBezTo>
                    <a:pt x="9" y="18"/>
                    <a:pt x="13" y="9"/>
                    <a:pt x="18" y="0"/>
                  </a:cubicBezTo>
                  <a:cubicBezTo>
                    <a:pt x="7" y="0"/>
                    <a:pt x="7" y="0"/>
                    <a:pt x="7" y="0"/>
                  </a:cubicBezTo>
                  <a:cubicBezTo>
                    <a:pt x="4" y="4"/>
                    <a:pt x="3" y="8"/>
                    <a:pt x="2" y="12"/>
                  </a:cubicBezTo>
                  <a:cubicBezTo>
                    <a:pt x="0" y="22"/>
                    <a:pt x="2" y="29"/>
                    <a:pt x="5" y="35"/>
                  </a:cubicBezTo>
                  <a:cubicBezTo>
                    <a:pt x="13" y="48"/>
                    <a:pt x="9" y="59"/>
                    <a:pt x="2"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20"/>
            <p:cNvSpPr>
              <a:spLocks/>
            </p:cNvSpPr>
            <p:nvPr/>
          </p:nvSpPr>
          <p:spPr bwMode="auto">
            <a:xfrm>
              <a:off x="9475788" y="1931988"/>
              <a:ext cx="58738" cy="206375"/>
            </a:xfrm>
            <a:custGeom>
              <a:avLst/>
              <a:gdLst>
                <a:gd name="T0" fmla="*/ 1 w 20"/>
                <a:gd name="T1" fmla="*/ 71 h 71"/>
                <a:gd name="T2" fmla="*/ 12 w 20"/>
                <a:gd name="T3" fmla="*/ 71 h 71"/>
                <a:gd name="T4" fmla="*/ 19 w 20"/>
                <a:gd name="T5" fmla="*/ 52 h 71"/>
                <a:gd name="T6" fmla="*/ 13 w 20"/>
                <a:gd name="T7" fmla="*/ 29 h 71"/>
                <a:gd name="T8" fmla="*/ 17 w 20"/>
                <a:gd name="T9" fmla="*/ 0 h 71"/>
                <a:gd name="T10" fmla="*/ 6 w 20"/>
                <a:gd name="T11" fmla="*/ 0 h 71"/>
                <a:gd name="T12" fmla="*/ 1 w 20"/>
                <a:gd name="T13" fmla="*/ 12 h 71"/>
                <a:gd name="T14" fmla="*/ 4 w 20"/>
                <a:gd name="T15" fmla="*/ 35 h 71"/>
                <a:gd name="T16" fmla="*/ 1 w 20"/>
                <a:gd name="T17"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71">
                  <a:moveTo>
                    <a:pt x="1" y="71"/>
                  </a:moveTo>
                  <a:cubicBezTo>
                    <a:pt x="12" y="71"/>
                    <a:pt x="12" y="71"/>
                    <a:pt x="12" y="71"/>
                  </a:cubicBezTo>
                  <a:cubicBezTo>
                    <a:pt x="14" y="65"/>
                    <a:pt x="19" y="59"/>
                    <a:pt x="19" y="52"/>
                  </a:cubicBezTo>
                  <a:cubicBezTo>
                    <a:pt x="20" y="45"/>
                    <a:pt x="17" y="38"/>
                    <a:pt x="13" y="29"/>
                  </a:cubicBezTo>
                  <a:cubicBezTo>
                    <a:pt x="9" y="20"/>
                    <a:pt x="12" y="9"/>
                    <a:pt x="17" y="0"/>
                  </a:cubicBezTo>
                  <a:cubicBezTo>
                    <a:pt x="6" y="0"/>
                    <a:pt x="6" y="0"/>
                    <a:pt x="6" y="0"/>
                  </a:cubicBezTo>
                  <a:cubicBezTo>
                    <a:pt x="4" y="4"/>
                    <a:pt x="2" y="8"/>
                    <a:pt x="1" y="12"/>
                  </a:cubicBezTo>
                  <a:cubicBezTo>
                    <a:pt x="0" y="22"/>
                    <a:pt x="1" y="29"/>
                    <a:pt x="4" y="35"/>
                  </a:cubicBezTo>
                  <a:cubicBezTo>
                    <a:pt x="13" y="48"/>
                    <a:pt x="9" y="59"/>
                    <a:pt x="1"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21"/>
            <p:cNvSpPr>
              <a:spLocks/>
            </p:cNvSpPr>
            <p:nvPr/>
          </p:nvSpPr>
          <p:spPr bwMode="auto">
            <a:xfrm>
              <a:off x="9364663" y="1931988"/>
              <a:ext cx="58738" cy="206375"/>
            </a:xfrm>
            <a:custGeom>
              <a:avLst/>
              <a:gdLst>
                <a:gd name="T0" fmla="*/ 1 w 20"/>
                <a:gd name="T1" fmla="*/ 71 h 71"/>
                <a:gd name="T2" fmla="*/ 12 w 20"/>
                <a:gd name="T3" fmla="*/ 71 h 71"/>
                <a:gd name="T4" fmla="*/ 19 w 20"/>
                <a:gd name="T5" fmla="*/ 52 h 71"/>
                <a:gd name="T6" fmla="*/ 13 w 20"/>
                <a:gd name="T7" fmla="*/ 29 h 71"/>
                <a:gd name="T8" fmla="*/ 17 w 20"/>
                <a:gd name="T9" fmla="*/ 0 h 71"/>
                <a:gd name="T10" fmla="*/ 6 w 20"/>
                <a:gd name="T11" fmla="*/ 0 h 71"/>
                <a:gd name="T12" fmla="*/ 1 w 20"/>
                <a:gd name="T13" fmla="*/ 12 h 71"/>
                <a:gd name="T14" fmla="*/ 4 w 20"/>
                <a:gd name="T15" fmla="*/ 35 h 71"/>
                <a:gd name="T16" fmla="*/ 1 w 20"/>
                <a:gd name="T17"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71">
                  <a:moveTo>
                    <a:pt x="1" y="71"/>
                  </a:moveTo>
                  <a:cubicBezTo>
                    <a:pt x="12" y="71"/>
                    <a:pt x="12" y="71"/>
                    <a:pt x="12" y="71"/>
                  </a:cubicBezTo>
                  <a:cubicBezTo>
                    <a:pt x="14" y="65"/>
                    <a:pt x="19" y="59"/>
                    <a:pt x="19" y="52"/>
                  </a:cubicBezTo>
                  <a:cubicBezTo>
                    <a:pt x="20" y="45"/>
                    <a:pt x="16" y="34"/>
                    <a:pt x="13" y="29"/>
                  </a:cubicBezTo>
                  <a:cubicBezTo>
                    <a:pt x="9" y="18"/>
                    <a:pt x="12" y="9"/>
                    <a:pt x="17" y="0"/>
                  </a:cubicBezTo>
                  <a:cubicBezTo>
                    <a:pt x="6" y="0"/>
                    <a:pt x="6" y="0"/>
                    <a:pt x="6" y="0"/>
                  </a:cubicBezTo>
                  <a:cubicBezTo>
                    <a:pt x="4" y="4"/>
                    <a:pt x="2" y="8"/>
                    <a:pt x="1" y="12"/>
                  </a:cubicBezTo>
                  <a:cubicBezTo>
                    <a:pt x="0" y="22"/>
                    <a:pt x="1" y="29"/>
                    <a:pt x="4" y="35"/>
                  </a:cubicBezTo>
                  <a:cubicBezTo>
                    <a:pt x="13" y="48"/>
                    <a:pt x="8" y="59"/>
                    <a:pt x="1"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22"/>
            <p:cNvSpPr>
              <a:spLocks noEditPoints="1"/>
            </p:cNvSpPr>
            <p:nvPr/>
          </p:nvSpPr>
          <p:spPr bwMode="auto">
            <a:xfrm>
              <a:off x="9115426" y="2179638"/>
              <a:ext cx="623888" cy="315913"/>
            </a:xfrm>
            <a:custGeom>
              <a:avLst/>
              <a:gdLst>
                <a:gd name="T0" fmla="*/ 205 w 213"/>
                <a:gd name="T1" fmla="*/ 0 h 108"/>
                <a:gd name="T2" fmla="*/ 0 w 213"/>
                <a:gd name="T3" fmla="*/ 0 h 108"/>
                <a:gd name="T4" fmla="*/ 0 w 213"/>
                <a:gd name="T5" fmla="*/ 73 h 108"/>
                <a:gd name="T6" fmla="*/ 34 w 213"/>
                <a:gd name="T7" fmla="*/ 108 h 108"/>
                <a:gd name="T8" fmla="*/ 147 w 213"/>
                <a:gd name="T9" fmla="*/ 108 h 108"/>
                <a:gd name="T10" fmla="*/ 177 w 213"/>
                <a:gd name="T11" fmla="*/ 79 h 108"/>
                <a:gd name="T12" fmla="*/ 178 w 213"/>
                <a:gd name="T13" fmla="*/ 67 h 108"/>
                <a:gd name="T14" fmla="*/ 181 w 213"/>
                <a:gd name="T15" fmla="*/ 65 h 108"/>
                <a:gd name="T16" fmla="*/ 196 w 213"/>
                <a:gd name="T17" fmla="*/ 61 h 108"/>
                <a:gd name="T18" fmla="*/ 213 w 213"/>
                <a:gd name="T19" fmla="*/ 46 h 108"/>
                <a:gd name="T20" fmla="*/ 213 w 213"/>
                <a:gd name="T21" fmla="*/ 9 h 108"/>
                <a:gd name="T22" fmla="*/ 205 w 213"/>
                <a:gd name="T23" fmla="*/ 0 h 108"/>
                <a:gd name="T24" fmla="*/ 193 w 213"/>
                <a:gd name="T25" fmla="*/ 44 h 108"/>
                <a:gd name="T26" fmla="*/ 178 w 213"/>
                <a:gd name="T27" fmla="*/ 44 h 108"/>
                <a:gd name="T28" fmla="*/ 178 w 213"/>
                <a:gd name="T29" fmla="*/ 18 h 108"/>
                <a:gd name="T30" fmla="*/ 182 w 213"/>
                <a:gd name="T31" fmla="*/ 15 h 108"/>
                <a:gd name="T32" fmla="*/ 193 w 213"/>
                <a:gd name="T33" fmla="*/ 15 h 108"/>
                <a:gd name="T34" fmla="*/ 197 w 213"/>
                <a:gd name="T35" fmla="*/ 19 h 108"/>
                <a:gd name="T36" fmla="*/ 197 w 213"/>
                <a:gd name="T37" fmla="*/ 38 h 108"/>
                <a:gd name="T38" fmla="*/ 193 w 213"/>
                <a:gd name="T39" fmla="*/ 44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3" h="108">
                  <a:moveTo>
                    <a:pt x="205" y="0"/>
                  </a:moveTo>
                  <a:cubicBezTo>
                    <a:pt x="0" y="0"/>
                    <a:pt x="0" y="0"/>
                    <a:pt x="0" y="0"/>
                  </a:cubicBezTo>
                  <a:cubicBezTo>
                    <a:pt x="0" y="73"/>
                    <a:pt x="0" y="73"/>
                    <a:pt x="0" y="73"/>
                  </a:cubicBezTo>
                  <a:cubicBezTo>
                    <a:pt x="0" y="99"/>
                    <a:pt x="14" y="108"/>
                    <a:pt x="34" y="108"/>
                  </a:cubicBezTo>
                  <a:cubicBezTo>
                    <a:pt x="147" y="108"/>
                    <a:pt x="147" y="108"/>
                    <a:pt x="147" y="108"/>
                  </a:cubicBezTo>
                  <a:cubicBezTo>
                    <a:pt x="166" y="108"/>
                    <a:pt x="177" y="97"/>
                    <a:pt x="177" y="79"/>
                  </a:cubicBezTo>
                  <a:cubicBezTo>
                    <a:pt x="178" y="67"/>
                    <a:pt x="178" y="67"/>
                    <a:pt x="178" y="67"/>
                  </a:cubicBezTo>
                  <a:cubicBezTo>
                    <a:pt x="179" y="66"/>
                    <a:pt x="180" y="65"/>
                    <a:pt x="181" y="65"/>
                  </a:cubicBezTo>
                  <a:cubicBezTo>
                    <a:pt x="181" y="65"/>
                    <a:pt x="190" y="63"/>
                    <a:pt x="196" y="61"/>
                  </a:cubicBezTo>
                  <a:cubicBezTo>
                    <a:pt x="202" y="59"/>
                    <a:pt x="213" y="55"/>
                    <a:pt x="213" y="46"/>
                  </a:cubicBezTo>
                  <a:cubicBezTo>
                    <a:pt x="213" y="9"/>
                    <a:pt x="213" y="9"/>
                    <a:pt x="213" y="9"/>
                  </a:cubicBezTo>
                  <a:cubicBezTo>
                    <a:pt x="213" y="4"/>
                    <a:pt x="209" y="0"/>
                    <a:pt x="205" y="0"/>
                  </a:cubicBezTo>
                  <a:close/>
                  <a:moveTo>
                    <a:pt x="193" y="44"/>
                  </a:moveTo>
                  <a:cubicBezTo>
                    <a:pt x="190" y="46"/>
                    <a:pt x="178" y="51"/>
                    <a:pt x="178" y="44"/>
                  </a:cubicBezTo>
                  <a:cubicBezTo>
                    <a:pt x="178" y="18"/>
                    <a:pt x="178" y="18"/>
                    <a:pt x="178" y="18"/>
                  </a:cubicBezTo>
                  <a:cubicBezTo>
                    <a:pt x="178" y="16"/>
                    <a:pt x="179" y="15"/>
                    <a:pt x="182" y="15"/>
                  </a:cubicBezTo>
                  <a:cubicBezTo>
                    <a:pt x="193" y="15"/>
                    <a:pt x="193" y="15"/>
                    <a:pt x="193" y="15"/>
                  </a:cubicBezTo>
                  <a:cubicBezTo>
                    <a:pt x="195" y="15"/>
                    <a:pt x="197" y="17"/>
                    <a:pt x="197" y="19"/>
                  </a:cubicBezTo>
                  <a:cubicBezTo>
                    <a:pt x="197" y="38"/>
                    <a:pt x="197" y="38"/>
                    <a:pt x="197" y="38"/>
                  </a:cubicBezTo>
                  <a:cubicBezTo>
                    <a:pt x="197" y="41"/>
                    <a:pt x="195" y="42"/>
                    <a:pt x="193"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33" name="组合 232"/>
          <p:cNvGrpSpPr/>
          <p:nvPr/>
        </p:nvGrpSpPr>
        <p:grpSpPr>
          <a:xfrm>
            <a:off x="569828" y="3519489"/>
            <a:ext cx="440331" cy="216382"/>
            <a:chOff x="10596563" y="3292476"/>
            <a:chExt cx="923925" cy="454025"/>
          </a:xfrm>
          <a:solidFill>
            <a:srgbClr val="707E84"/>
          </a:solidFill>
        </p:grpSpPr>
        <p:sp>
          <p:nvSpPr>
            <p:cNvPr id="234" name="Freeform 5"/>
            <p:cNvSpPr>
              <a:spLocks noEditPoints="1"/>
            </p:cNvSpPr>
            <p:nvPr/>
          </p:nvSpPr>
          <p:spPr bwMode="auto">
            <a:xfrm>
              <a:off x="10704513" y="3570288"/>
              <a:ext cx="174625" cy="176213"/>
            </a:xfrm>
            <a:custGeom>
              <a:avLst/>
              <a:gdLst>
                <a:gd name="T0" fmla="*/ 30 w 60"/>
                <a:gd name="T1" fmla="*/ 0 h 60"/>
                <a:gd name="T2" fmla="*/ 0 w 60"/>
                <a:gd name="T3" fmla="*/ 30 h 60"/>
                <a:gd name="T4" fmla="*/ 30 w 60"/>
                <a:gd name="T5" fmla="*/ 60 h 60"/>
                <a:gd name="T6" fmla="*/ 60 w 60"/>
                <a:gd name="T7" fmla="*/ 30 h 60"/>
                <a:gd name="T8" fmla="*/ 30 w 60"/>
                <a:gd name="T9" fmla="*/ 0 h 60"/>
                <a:gd name="T10" fmla="*/ 31 w 60"/>
                <a:gd name="T11" fmla="*/ 45 h 60"/>
                <a:gd name="T12" fmla="*/ 16 w 60"/>
                <a:gd name="T13" fmla="*/ 30 h 60"/>
                <a:gd name="T14" fmla="*/ 31 w 60"/>
                <a:gd name="T15" fmla="*/ 15 h 60"/>
                <a:gd name="T16" fmla="*/ 45 w 60"/>
                <a:gd name="T17" fmla="*/ 30 h 60"/>
                <a:gd name="T18" fmla="*/ 31 w 60"/>
                <a:gd name="T19" fmla="*/ 4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60">
                  <a:moveTo>
                    <a:pt x="30" y="0"/>
                  </a:moveTo>
                  <a:cubicBezTo>
                    <a:pt x="13" y="0"/>
                    <a:pt x="0" y="14"/>
                    <a:pt x="0" y="30"/>
                  </a:cubicBezTo>
                  <a:cubicBezTo>
                    <a:pt x="0" y="47"/>
                    <a:pt x="13" y="60"/>
                    <a:pt x="30" y="60"/>
                  </a:cubicBezTo>
                  <a:cubicBezTo>
                    <a:pt x="46" y="60"/>
                    <a:pt x="60" y="47"/>
                    <a:pt x="60" y="30"/>
                  </a:cubicBezTo>
                  <a:cubicBezTo>
                    <a:pt x="60" y="14"/>
                    <a:pt x="46" y="0"/>
                    <a:pt x="30" y="0"/>
                  </a:cubicBezTo>
                  <a:close/>
                  <a:moveTo>
                    <a:pt x="31" y="45"/>
                  </a:moveTo>
                  <a:cubicBezTo>
                    <a:pt x="23" y="45"/>
                    <a:pt x="16" y="38"/>
                    <a:pt x="16" y="30"/>
                  </a:cubicBezTo>
                  <a:cubicBezTo>
                    <a:pt x="16" y="22"/>
                    <a:pt x="23" y="15"/>
                    <a:pt x="31" y="15"/>
                  </a:cubicBezTo>
                  <a:cubicBezTo>
                    <a:pt x="39" y="15"/>
                    <a:pt x="45" y="22"/>
                    <a:pt x="45" y="30"/>
                  </a:cubicBezTo>
                  <a:cubicBezTo>
                    <a:pt x="45" y="38"/>
                    <a:pt x="39" y="45"/>
                    <a:pt x="31"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Freeform 6"/>
            <p:cNvSpPr>
              <a:spLocks noEditPoints="1"/>
            </p:cNvSpPr>
            <p:nvPr/>
          </p:nvSpPr>
          <p:spPr bwMode="auto">
            <a:xfrm>
              <a:off x="11242676" y="3570288"/>
              <a:ext cx="171450" cy="176213"/>
            </a:xfrm>
            <a:custGeom>
              <a:avLst/>
              <a:gdLst>
                <a:gd name="T0" fmla="*/ 30 w 59"/>
                <a:gd name="T1" fmla="*/ 0 h 60"/>
                <a:gd name="T2" fmla="*/ 0 w 59"/>
                <a:gd name="T3" fmla="*/ 30 h 60"/>
                <a:gd name="T4" fmla="*/ 30 w 59"/>
                <a:gd name="T5" fmla="*/ 60 h 60"/>
                <a:gd name="T6" fmla="*/ 59 w 59"/>
                <a:gd name="T7" fmla="*/ 30 h 60"/>
                <a:gd name="T8" fmla="*/ 30 w 59"/>
                <a:gd name="T9" fmla="*/ 0 h 60"/>
                <a:gd name="T10" fmla="*/ 29 w 59"/>
                <a:gd name="T11" fmla="*/ 45 h 60"/>
                <a:gd name="T12" fmla="*/ 15 w 59"/>
                <a:gd name="T13" fmla="*/ 30 h 60"/>
                <a:gd name="T14" fmla="*/ 29 w 59"/>
                <a:gd name="T15" fmla="*/ 15 h 60"/>
                <a:gd name="T16" fmla="*/ 44 w 59"/>
                <a:gd name="T17" fmla="*/ 30 h 60"/>
                <a:gd name="T18" fmla="*/ 29 w 59"/>
                <a:gd name="T19" fmla="*/ 4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 h="60">
                  <a:moveTo>
                    <a:pt x="30" y="0"/>
                  </a:moveTo>
                  <a:cubicBezTo>
                    <a:pt x="13" y="0"/>
                    <a:pt x="0" y="14"/>
                    <a:pt x="0" y="30"/>
                  </a:cubicBezTo>
                  <a:cubicBezTo>
                    <a:pt x="0" y="47"/>
                    <a:pt x="13" y="60"/>
                    <a:pt x="30" y="60"/>
                  </a:cubicBezTo>
                  <a:cubicBezTo>
                    <a:pt x="46" y="60"/>
                    <a:pt x="59" y="47"/>
                    <a:pt x="59" y="30"/>
                  </a:cubicBezTo>
                  <a:cubicBezTo>
                    <a:pt x="59" y="14"/>
                    <a:pt x="46" y="0"/>
                    <a:pt x="30" y="0"/>
                  </a:cubicBezTo>
                  <a:close/>
                  <a:moveTo>
                    <a:pt x="29" y="45"/>
                  </a:moveTo>
                  <a:cubicBezTo>
                    <a:pt x="21" y="45"/>
                    <a:pt x="15" y="38"/>
                    <a:pt x="15" y="30"/>
                  </a:cubicBezTo>
                  <a:cubicBezTo>
                    <a:pt x="15" y="22"/>
                    <a:pt x="21" y="15"/>
                    <a:pt x="29" y="15"/>
                  </a:cubicBezTo>
                  <a:cubicBezTo>
                    <a:pt x="37" y="15"/>
                    <a:pt x="44" y="22"/>
                    <a:pt x="44" y="30"/>
                  </a:cubicBezTo>
                  <a:cubicBezTo>
                    <a:pt x="44" y="38"/>
                    <a:pt x="37" y="45"/>
                    <a:pt x="29"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7"/>
            <p:cNvSpPr>
              <a:spLocks noEditPoints="1"/>
            </p:cNvSpPr>
            <p:nvPr/>
          </p:nvSpPr>
          <p:spPr bwMode="auto">
            <a:xfrm>
              <a:off x="10596563" y="3292476"/>
              <a:ext cx="923925" cy="365125"/>
            </a:xfrm>
            <a:custGeom>
              <a:avLst/>
              <a:gdLst>
                <a:gd name="T0" fmla="*/ 315 w 316"/>
                <a:gd name="T1" fmla="*/ 12 h 125"/>
                <a:gd name="T2" fmla="*/ 304 w 316"/>
                <a:gd name="T3" fmla="*/ 0 h 125"/>
                <a:gd name="T4" fmla="*/ 14 w 316"/>
                <a:gd name="T5" fmla="*/ 0 h 125"/>
                <a:gd name="T6" fmla="*/ 1 w 316"/>
                <a:gd name="T7" fmla="*/ 12 h 125"/>
                <a:gd name="T8" fmla="*/ 0 w 316"/>
                <a:gd name="T9" fmla="*/ 125 h 125"/>
                <a:gd name="T10" fmla="*/ 26 w 316"/>
                <a:gd name="T11" fmla="*/ 124 h 125"/>
                <a:gd name="T12" fmla="*/ 67 w 316"/>
                <a:gd name="T13" fmla="*/ 86 h 125"/>
                <a:gd name="T14" fmla="*/ 106 w 316"/>
                <a:gd name="T15" fmla="*/ 125 h 125"/>
                <a:gd name="T16" fmla="*/ 211 w 316"/>
                <a:gd name="T17" fmla="*/ 125 h 125"/>
                <a:gd name="T18" fmla="*/ 253 w 316"/>
                <a:gd name="T19" fmla="*/ 86 h 125"/>
                <a:gd name="T20" fmla="*/ 291 w 316"/>
                <a:gd name="T21" fmla="*/ 125 h 125"/>
                <a:gd name="T22" fmla="*/ 316 w 316"/>
                <a:gd name="T23" fmla="*/ 125 h 125"/>
                <a:gd name="T24" fmla="*/ 315 w 316"/>
                <a:gd name="T25" fmla="*/ 12 h 125"/>
                <a:gd name="T26" fmla="*/ 76 w 316"/>
                <a:gd name="T27" fmla="*/ 62 h 125"/>
                <a:gd name="T28" fmla="*/ 14 w 316"/>
                <a:gd name="T29" fmla="*/ 62 h 125"/>
                <a:gd name="T30" fmla="*/ 14 w 316"/>
                <a:gd name="T31" fmla="*/ 20 h 125"/>
                <a:gd name="T32" fmla="*/ 19 w 316"/>
                <a:gd name="T33" fmla="*/ 16 h 125"/>
                <a:gd name="T34" fmla="*/ 76 w 316"/>
                <a:gd name="T35" fmla="*/ 16 h 125"/>
                <a:gd name="T36" fmla="*/ 76 w 316"/>
                <a:gd name="T37" fmla="*/ 62 h 125"/>
                <a:gd name="T38" fmla="*/ 152 w 316"/>
                <a:gd name="T39" fmla="*/ 62 h 125"/>
                <a:gd name="T40" fmla="*/ 88 w 316"/>
                <a:gd name="T41" fmla="*/ 62 h 125"/>
                <a:gd name="T42" fmla="*/ 88 w 316"/>
                <a:gd name="T43" fmla="*/ 16 h 125"/>
                <a:gd name="T44" fmla="*/ 152 w 316"/>
                <a:gd name="T45" fmla="*/ 16 h 125"/>
                <a:gd name="T46" fmla="*/ 152 w 316"/>
                <a:gd name="T47" fmla="*/ 62 h 125"/>
                <a:gd name="T48" fmla="*/ 228 w 316"/>
                <a:gd name="T49" fmla="*/ 62 h 125"/>
                <a:gd name="T50" fmla="*/ 165 w 316"/>
                <a:gd name="T51" fmla="*/ 62 h 125"/>
                <a:gd name="T52" fmla="*/ 165 w 316"/>
                <a:gd name="T53" fmla="*/ 16 h 125"/>
                <a:gd name="T54" fmla="*/ 228 w 316"/>
                <a:gd name="T55" fmla="*/ 16 h 125"/>
                <a:gd name="T56" fmla="*/ 228 w 316"/>
                <a:gd name="T57" fmla="*/ 62 h 125"/>
                <a:gd name="T58" fmla="*/ 304 w 316"/>
                <a:gd name="T59" fmla="*/ 62 h 125"/>
                <a:gd name="T60" fmla="*/ 240 w 316"/>
                <a:gd name="T61" fmla="*/ 62 h 125"/>
                <a:gd name="T62" fmla="*/ 240 w 316"/>
                <a:gd name="T63" fmla="*/ 16 h 125"/>
                <a:gd name="T64" fmla="*/ 299 w 316"/>
                <a:gd name="T65" fmla="*/ 16 h 125"/>
                <a:gd name="T66" fmla="*/ 304 w 316"/>
                <a:gd name="T67" fmla="*/ 21 h 125"/>
                <a:gd name="T68" fmla="*/ 304 w 316"/>
                <a:gd name="T69" fmla="*/ 62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16" h="125">
                  <a:moveTo>
                    <a:pt x="315" y="12"/>
                  </a:moveTo>
                  <a:cubicBezTo>
                    <a:pt x="316" y="8"/>
                    <a:pt x="311" y="3"/>
                    <a:pt x="304" y="0"/>
                  </a:cubicBezTo>
                  <a:cubicBezTo>
                    <a:pt x="14" y="0"/>
                    <a:pt x="14" y="0"/>
                    <a:pt x="14" y="0"/>
                  </a:cubicBezTo>
                  <a:cubicBezTo>
                    <a:pt x="7" y="1"/>
                    <a:pt x="3" y="5"/>
                    <a:pt x="1" y="12"/>
                  </a:cubicBezTo>
                  <a:cubicBezTo>
                    <a:pt x="0" y="125"/>
                    <a:pt x="0" y="125"/>
                    <a:pt x="0" y="125"/>
                  </a:cubicBezTo>
                  <a:cubicBezTo>
                    <a:pt x="26" y="124"/>
                    <a:pt x="26" y="124"/>
                    <a:pt x="26" y="124"/>
                  </a:cubicBezTo>
                  <a:cubicBezTo>
                    <a:pt x="31" y="97"/>
                    <a:pt x="47" y="87"/>
                    <a:pt x="67" y="86"/>
                  </a:cubicBezTo>
                  <a:cubicBezTo>
                    <a:pt x="89" y="88"/>
                    <a:pt x="105" y="98"/>
                    <a:pt x="106" y="125"/>
                  </a:cubicBezTo>
                  <a:cubicBezTo>
                    <a:pt x="211" y="125"/>
                    <a:pt x="211" y="125"/>
                    <a:pt x="211" y="125"/>
                  </a:cubicBezTo>
                  <a:cubicBezTo>
                    <a:pt x="214" y="101"/>
                    <a:pt x="227" y="87"/>
                    <a:pt x="253" y="86"/>
                  </a:cubicBezTo>
                  <a:cubicBezTo>
                    <a:pt x="273" y="89"/>
                    <a:pt x="288" y="100"/>
                    <a:pt x="291" y="125"/>
                  </a:cubicBezTo>
                  <a:cubicBezTo>
                    <a:pt x="316" y="125"/>
                    <a:pt x="316" y="125"/>
                    <a:pt x="316" y="125"/>
                  </a:cubicBezTo>
                  <a:lnTo>
                    <a:pt x="315" y="12"/>
                  </a:lnTo>
                  <a:close/>
                  <a:moveTo>
                    <a:pt x="76" y="62"/>
                  </a:moveTo>
                  <a:cubicBezTo>
                    <a:pt x="14" y="62"/>
                    <a:pt x="14" y="62"/>
                    <a:pt x="14" y="62"/>
                  </a:cubicBezTo>
                  <a:cubicBezTo>
                    <a:pt x="14" y="20"/>
                    <a:pt x="14" y="20"/>
                    <a:pt x="14" y="20"/>
                  </a:cubicBezTo>
                  <a:cubicBezTo>
                    <a:pt x="15" y="18"/>
                    <a:pt x="17" y="16"/>
                    <a:pt x="19" y="16"/>
                  </a:cubicBezTo>
                  <a:cubicBezTo>
                    <a:pt x="76" y="16"/>
                    <a:pt x="76" y="16"/>
                    <a:pt x="76" y="16"/>
                  </a:cubicBezTo>
                  <a:lnTo>
                    <a:pt x="76" y="62"/>
                  </a:lnTo>
                  <a:close/>
                  <a:moveTo>
                    <a:pt x="152" y="62"/>
                  </a:moveTo>
                  <a:cubicBezTo>
                    <a:pt x="88" y="62"/>
                    <a:pt x="88" y="62"/>
                    <a:pt x="88" y="62"/>
                  </a:cubicBezTo>
                  <a:cubicBezTo>
                    <a:pt x="88" y="16"/>
                    <a:pt x="88" y="16"/>
                    <a:pt x="88" y="16"/>
                  </a:cubicBezTo>
                  <a:cubicBezTo>
                    <a:pt x="152" y="16"/>
                    <a:pt x="152" y="16"/>
                    <a:pt x="152" y="16"/>
                  </a:cubicBezTo>
                  <a:lnTo>
                    <a:pt x="152" y="62"/>
                  </a:lnTo>
                  <a:close/>
                  <a:moveTo>
                    <a:pt x="228" y="62"/>
                  </a:moveTo>
                  <a:cubicBezTo>
                    <a:pt x="165" y="62"/>
                    <a:pt x="165" y="62"/>
                    <a:pt x="165" y="62"/>
                  </a:cubicBezTo>
                  <a:cubicBezTo>
                    <a:pt x="165" y="16"/>
                    <a:pt x="165" y="16"/>
                    <a:pt x="165" y="16"/>
                  </a:cubicBezTo>
                  <a:cubicBezTo>
                    <a:pt x="228" y="16"/>
                    <a:pt x="228" y="16"/>
                    <a:pt x="228" y="16"/>
                  </a:cubicBezTo>
                  <a:lnTo>
                    <a:pt x="228" y="62"/>
                  </a:lnTo>
                  <a:close/>
                  <a:moveTo>
                    <a:pt x="304" y="62"/>
                  </a:moveTo>
                  <a:cubicBezTo>
                    <a:pt x="240" y="62"/>
                    <a:pt x="240" y="62"/>
                    <a:pt x="240" y="62"/>
                  </a:cubicBezTo>
                  <a:cubicBezTo>
                    <a:pt x="240" y="16"/>
                    <a:pt x="240" y="16"/>
                    <a:pt x="240" y="16"/>
                  </a:cubicBezTo>
                  <a:cubicBezTo>
                    <a:pt x="299" y="16"/>
                    <a:pt x="299" y="16"/>
                    <a:pt x="299" y="16"/>
                  </a:cubicBezTo>
                  <a:cubicBezTo>
                    <a:pt x="302" y="17"/>
                    <a:pt x="303" y="19"/>
                    <a:pt x="304" y="21"/>
                  </a:cubicBezTo>
                  <a:lnTo>
                    <a:pt x="304"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37" name="组合 236"/>
          <p:cNvGrpSpPr/>
          <p:nvPr/>
        </p:nvGrpSpPr>
        <p:grpSpPr>
          <a:xfrm>
            <a:off x="77797" y="3418864"/>
            <a:ext cx="383587" cy="323817"/>
            <a:chOff x="10653713" y="1870076"/>
            <a:chExt cx="804863" cy="679450"/>
          </a:xfrm>
          <a:solidFill>
            <a:srgbClr val="707E84"/>
          </a:solidFill>
        </p:grpSpPr>
        <p:sp>
          <p:nvSpPr>
            <p:cNvPr id="238" name="Freeform 23"/>
            <p:cNvSpPr>
              <a:spLocks noEditPoints="1"/>
            </p:cNvSpPr>
            <p:nvPr/>
          </p:nvSpPr>
          <p:spPr bwMode="auto">
            <a:xfrm>
              <a:off x="11212513" y="2082801"/>
              <a:ext cx="176213" cy="225425"/>
            </a:xfrm>
            <a:custGeom>
              <a:avLst/>
              <a:gdLst>
                <a:gd name="T0" fmla="*/ 0 w 60"/>
                <a:gd name="T1" fmla="*/ 77 h 77"/>
                <a:gd name="T2" fmla="*/ 60 w 60"/>
                <a:gd name="T3" fmla="*/ 77 h 77"/>
                <a:gd name="T4" fmla="*/ 60 w 60"/>
                <a:gd name="T5" fmla="*/ 12 h 77"/>
                <a:gd name="T6" fmla="*/ 44 w 60"/>
                <a:gd name="T7" fmla="*/ 12 h 77"/>
                <a:gd name="T8" fmla="*/ 44 w 60"/>
                <a:gd name="T9" fmla="*/ 6 h 77"/>
                <a:gd name="T10" fmla="*/ 39 w 60"/>
                <a:gd name="T11" fmla="*/ 0 h 77"/>
                <a:gd name="T12" fmla="*/ 23 w 60"/>
                <a:gd name="T13" fmla="*/ 0 h 77"/>
                <a:gd name="T14" fmla="*/ 18 w 60"/>
                <a:gd name="T15" fmla="*/ 6 h 77"/>
                <a:gd name="T16" fmla="*/ 18 w 60"/>
                <a:gd name="T17" fmla="*/ 12 h 77"/>
                <a:gd name="T18" fmla="*/ 0 w 60"/>
                <a:gd name="T19" fmla="*/ 12 h 77"/>
                <a:gd name="T20" fmla="*/ 0 w 60"/>
                <a:gd name="T21" fmla="*/ 77 h 77"/>
                <a:gd name="T22" fmla="*/ 22 w 60"/>
                <a:gd name="T23" fmla="*/ 5 h 77"/>
                <a:gd name="T24" fmla="*/ 24 w 60"/>
                <a:gd name="T25" fmla="*/ 4 h 77"/>
                <a:gd name="T26" fmla="*/ 38 w 60"/>
                <a:gd name="T27" fmla="*/ 4 h 77"/>
                <a:gd name="T28" fmla="*/ 39 w 60"/>
                <a:gd name="T29" fmla="*/ 5 h 77"/>
                <a:gd name="T30" fmla="*/ 39 w 60"/>
                <a:gd name="T31" fmla="*/ 11 h 77"/>
                <a:gd name="T32" fmla="*/ 39 w 60"/>
                <a:gd name="T33" fmla="*/ 12 h 77"/>
                <a:gd name="T34" fmla="*/ 23 w 60"/>
                <a:gd name="T35" fmla="*/ 12 h 77"/>
                <a:gd name="T36" fmla="*/ 22 w 60"/>
                <a:gd name="T37" fmla="*/ 11 h 77"/>
                <a:gd name="T38" fmla="*/ 22 w 60"/>
                <a:gd name="T39" fmla="*/ 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0" h="77">
                  <a:moveTo>
                    <a:pt x="0" y="77"/>
                  </a:moveTo>
                  <a:cubicBezTo>
                    <a:pt x="60" y="77"/>
                    <a:pt x="60" y="77"/>
                    <a:pt x="60" y="77"/>
                  </a:cubicBezTo>
                  <a:cubicBezTo>
                    <a:pt x="60" y="12"/>
                    <a:pt x="60" y="12"/>
                    <a:pt x="60" y="12"/>
                  </a:cubicBezTo>
                  <a:cubicBezTo>
                    <a:pt x="44" y="12"/>
                    <a:pt x="44" y="12"/>
                    <a:pt x="44" y="12"/>
                  </a:cubicBezTo>
                  <a:cubicBezTo>
                    <a:pt x="44" y="6"/>
                    <a:pt x="44" y="6"/>
                    <a:pt x="44" y="6"/>
                  </a:cubicBezTo>
                  <a:cubicBezTo>
                    <a:pt x="44" y="2"/>
                    <a:pt x="42" y="0"/>
                    <a:pt x="39" y="0"/>
                  </a:cubicBezTo>
                  <a:cubicBezTo>
                    <a:pt x="23" y="0"/>
                    <a:pt x="23" y="0"/>
                    <a:pt x="23" y="0"/>
                  </a:cubicBezTo>
                  <a:cubicBezTo>
                    <a:pt x="20" y="0"/>
                    <a:pt x="18" y="2"/>
                    <a:pt x="18" y="6"/>
                  </a:cubicBezTo>
                  <a:cubicBezTo>
                    <a:pt x="18" y="12"/>
                    <a:pt x="18" y="12"/>
                    <a:pt x="18" y="12"/>
                  </a:cubicBezTo>
                  <a:cubicBezTo>
                    <a:pt x="0" y="12"/>
                    <a:pt x="0" y="12"/>
                    <a:pt x="0" y="12"/>
                  </a:cubicBezTo>
                  <a:lnTo>
                    <a:pt x="0" y="77"/>
                  </a:lnTo>
                  <a:close/>
                  <a:moveTo>
                    <a:pt x="22" y="5"/>
                  </a:moveTo>
                  <a:cubicBezTo>
                    <a:pt x="22" y="5"/>
                    <a:pt x="23" y="4"/>
                    <a:pt x="24" y="4"/>
                  </a:cubicBezTo>
                  <a:cubicBezTo>
                    <a:pt x="38" y="4"/>
                    <a:pt x="38" y="4"/>
                    <a:pt x="38" y="4"/>
                  </a:cubicBezTo>
                  <a:cubicBezTo>
                    <a:pt x="39" y="4"/>
                    <a:pt x="39" y="5"/>
                    <a:pt x="39" y="5"/>
                  </a:cubicBezTo>
                  <a:cubicBezTo>
                    <a:pt x="39" y="11"/>
                    <a:pt x="39" y="11"/>
                    <a:pt x="39" y="11"/>
                  </a:cubicBezTo>
                  <a:cubicBezTo>
                    <a:pt x="39" y="11"/>
                    <a:pt x="39" y="12"/>
                    <a:pt x="39" y="12"/>
                  </a:cubicBezTo>
                  <a:cubicBezTo>
                    <a:pt x="23" y="12"/>
                    <a:pt x="23" y="12"/>
                    <a:pt x="23" y="12"/>
                  </a:cubicBezTo>
                  <a:cubicBezTo>
                    <a:pt x="22" y="12"/>
                    <a:pt x="22" y="11"/>
                    <a:pt x="22" y="11"/>
                  </a:cubicBezTo>
                  <a:lnTo>
                    <a:pt x="2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24"/>
            <p:cNvSpPr>
              <a:spLocks/>
            </p:cNvSpPr>
            <p:nvPr/>
          </p:nvSpPr>
          <p:spPr bwMode="auto">
            <a:xfrm>
              <a:off x="11406188" y="2119313"/>
              <a:ext cx="52388" cy="192088"/>
            </a:xfrm>
            <a:custGeom>
              <a:avLst/>
              <a:gdLst>
                <a:gd name="T0" fmla="*/ 18 w 18"/>
                <a:gd name="T1" fmla="*/ 14 h 66"/>
                <a:gd name="T2" fmla="*/ 17 w 18"/>
                <a:gd name="T3" fmla="*/ 53 h 66"/>
                <a:gd name="T4" fmla="*/ 6 w 18"/>
                <a:gd name="T5" fmla="*/ 66 h 66"/>
                <a:gd name="T6" fmla="*/ 0 w 18"/>
                <a:gd name="T7" fmla="*/ 66 h 66"/>
                <a:gd name="T8" fmla="*/ 0 w 18"/>
                <a:gd name="T9" fmla="*/ 0 h 66"/>
                <a:gd name="T10" fmla="*/ 7 w 18"/>
                <a:gd name="T11" fmla="*/ 0 h 66"/>
                <a:gd name="T12" fmla="*/ 18 w 18"/>
                <a:gd name="T13" fmla="*/ 14 h 66"/>
              </a:gdLst>
              <a:ahLst/>
              <a:cxnLst>
                <a:cxn ang="0">
                  <a:pos x="T0" y="T1"/>
                </a:cxn>
                <a:cxn ang="0">
                  <a:pos x="T2" y="T3"/>
                </a:cxn>
                <a:cxn ang="0">
                  <a:pos x="T4" y="T5"/>
                </a:cxn>
                <a:cxn ang="0">
                  <a:pos x="T6" y="T7"/>
                </a:cxn>
                <a:cxn ang="0">
                  <a:pos x="T8" y="T9"/>
                </a:cxn>
                <a:cxn ang="0">
                  <a:pos x="T10" y="T11"/>
                </a:cxn>
                <a:cxn ang="0">
                  <a:pos x="T12" y="T13"/>
                </a:cxn>
              </a:cxnLst>
              <a:rect l="0" t="0" r="r" b="b"/>
              <a:pathLst>
                <a:path w="18" h="66">
                  <a:moveTo>
                    <a:pt x="18" y="14"/>
                  </a:moveTo>
                  <a:cubicBezTo>
                    <a:pt x="17" y="53"/>
                    <a:pt x="17" y="53"/>
                    <a:pt x="17" y="53"/>
                  </a:cubicBezTo>
                  <a:cubicBezTo>
                    <a:pt x="17" y="60"/>
                    <a:pt x="14" y="66"/>
                    <a:pt x="6" y="66"/>
                  </a:cubicBezTo>
                  <a:cubicBezTo>
                    <a:pt x="0" y="66"/>
                    <a:pt x="0" y="66"/>
                    <a:pt x="0" y="66"/>
                  </a:cubicBezTo>
                  <a:cubicBezTo>
                    <a:pt x="0" y="0"/>
                    <a:pt x="0" y="0"/>
                    <a:pt x="0" y="0"/>
                  </a:cubicBezTo>
                  <a:cubicBezTo>
                    <a:pt x="7" y="0"/>
                    <a:pt x="7" y="0"/>
                    <a:pt x="7" y="0"/>
                  </a:cubicBezTo>
                  <a:cubicBezTo>
                    <a:pt x="15" y="0"/>
                    <a:pt x="18" y="6"/>
                    <a:pt x="18"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25"/>
            <p:cNvSpPr>
              <a:spLocks/>
            </p:cNvSpPr>
            <p:nvPr/>
          </p:nvSpPr>
          <p:spPr bwMode="auto">
            <a:xfrm>
              <a:off x="11142663" y="2119313"/>
              <a:ext cx="55563" cy="192088"/>
            </a:xfrm>
            <a:custGeom>
              <a:avLst/>
              <a:gdLst>
                <a:gd name="T0" fmla="*/ 0 w 19"/>
                <a:gd name="T1" fmla="*/ 53 h 66"/>
                <a:gd name="T2" fmla="*/ 0 w 19"/>
                <a:gd name="T3" fmla="*/ 14 h 66"/>
                <a:gd name="T4" fmla="*/ 11 w 19"/>
                <a:gd name="T5" fmla="*/ 0 h 66"/>
                <a:gd name="T6" fmla="*/ 19 w 19"/>
                <a:gd name="T7" fmla="*/ 0 h 66"/>
                <a:gd name="T8" fmla="*/ 19 w 19"/>
                <a:gd name="T9" fmla="*/ 66 h 66"/>
                <a:gd name="T10" fmla="*/ 11 w 19"/>
                <a:gd name="T11" fmla="*/ 66 h 66"/>
                <a:gd name="T12" fmla="*/ 0 w 19"/>
                <a:gd name="T13" fmla="*/ 53 h 66"/>
              </a:gdLst>
              <a:ahLst/>
              <a:cxnLst>
                <a:cxn ang="0">
                  <a:pos x="T0" y="T1"/>
                </a:cxn>
                <a:cxn ang="0">
                  <a:pos x="T2" y="T3"/>
                </a:cxn>
                <a:cxn ang="0">
                  <a:pos x="T4" y="T5"/>
                </a:cxn>
                <a:cxn ang="0">
                  <a:pos x="T6" y="T7"/>
                </a:cxn>
                <a:cxn ang="0">
                  <a:pos x="T8" y="T9"/>
                </a:cxn>
                <a:cxn ang="0">
                  <a:pos x="T10" y="T11"/>
                </a:cxn>
                <a:cxn ang="0">
                  <a:pos x="T12" y="T13"/>
                </a:cxn>
              </a:cxnLst>
              <a:rect l="0" t="0" r="r" b="b"/>
              <a:pathLst>
                <a:path w="19" h="66">
                  <a:moveTo>
                    <a:pt x="0" y="53"/>
                  </a:moveTo>
                  <a:cubicBezTo>
                    <a:pt x="0" y="14"/>
                    <a:pt x="0" y="14"/>
                    <a:pt x="0" y="14"/>
                  </a:cubicBezTo>
                  <a:cubicBezTo>
                    <a:pt x="0" y="7"/>
                    <a:pt x="3" y="0"/>
                    <a:pt x="11" y="0"/>
                  </a:cubicBezTo>
                  <a:cubicBezTo>
                    <a:pt x="19" y="0"/>
                    <a:pt x="19" y="0"/>
                    <a:pt x="19" y="0"/>
                  </a:cubicBezTo>
                  <a:cubicBezTo>
                    <a:pt x="19" y="66"/>
                    <a:pt x="19" y="66"/>
                    <a:pt x="19" y="66"/>
                  </a:cubicBezTo>
                  <a:cubicBezTo>
                    <a:pt x="11" y="66"/>
                    <a:pt x="11" y="66"/>
                    <a:pt x="11" y="66"/>
                  </a:cubicBezTo>
                  <a:cubicBezTo>
                    <a:pt x="3" y="66"/>
                    <a:pt x="0" y="60"/>
                    <a:pt x="0"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26"/>
            <p:cNvSpPr>
              <a:spLocks noEditPoints="1"/>
            </p:cNvSpPr>
            <p:nvPr/>
          </p:nvSpPr>
          <p:spPr bwMode="auto">
            <a:xfrm>
              <a:off x="10902951" y="2054226"/>
              <a:ext cx="146050" cy="257175"/>
            </a:xfrm>
            <a:custGeom>
              <a:avLst/>
              <a:gdLst>
                <a:gd name="T0" fmla="*/ 0 w 50"/>
                <a:gd name="T1" fmla="*/ 88 h 88"/>
                <a:gd name="T2" fmla="*/ 50 w 50"/>
                <a:gd name="T3" fmla="*/ 88 h 88"/>
                <a:gd name="T4" fmla="*/ 50 w 50"/>
                <a:gd name="T5" fmla="*/ 9 h 88"/>
                <a:gd name="T6" fmla="*/ 37 w 50"/>
                <a:gd name="T7" fmla="*/ 9 h 88"/>
                <a:gd name="T8" fmla="*/ 37 w 50"/>
                <a:gd name="T9" fmla="*/ 7 h 88"/>
                <a:gd name="T10" fmla="*/ 32 w 50"/>
                <a:gd name="T11" fmla="*/ 0 h 88"/>
                <a:gd name="T12" fmla="*/ 19 w 50"/>
                <a:gd name="T13" fmla="*/ 0 h 88"/>
                <a:gd name="T14" fmla="*/ 15 w 50"/>
                <a:gd name="T15" fmla="*/ 7 h 88"/>
                <a:gd name="T16" fmla="*/ 15 w 50"/>
                <a:gd name="T17" fmla="*/ 9 h 88"/>
                <a:gd name="T18" fmla="*/ 0 w 50"/>
                <a:gd name="T19" fmla="*/ 9 h 88"/>
                <a:gd name="T20" fmla="*/ 0 w 50"/>
                <a:gd name="T21" fmla="*/ 88 h 88"/>
                <a:gd name="T22" fmla="*/ 19 w 50"/>
                <a:gd name="T23" fmla="*/ 6 h 88"/>
                <a:gd name="T24" fmla="*/ 20 w 50"/>
                <a:gd name="T25" fmla="*/ 4 h 88"/>
                <a:gd name="T26" fmla="*/ 32 w 50"/>
                <a:gd name="T27" fmla="*/ 4 h 88"/>
                <a:gd name="T28" fmla="*/ 33 w 50"/>
                <a:gd name="T29" fmla="*/ 6 h 88"/>
                <a:gd name="T30" fmla="*/ 33 w 50"/>
                <a:gd name="T31" fmla="*/ 7 h 88"/>
                <a:gd name="T32" fmla="*/ 33 w 50"/>
                <a:gd name="T33" fmla="*/ 9 h 88"/>
                <a:gd name="T34" fmla="*/ 19 w 50"/>
                <a:gd name="T35" fmla="*/ 9 h 88"/>
                <a:gd name="T36" fmla="*/ 19 w 50"/>
                <a:gd name="T37" fmla="*/ 7 h 88"/>
                <a:gd name="T38" fmla="*/ 19 w 50"/>
                <a:gd name="T39" fmla="*/ 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0" h="88">
                  <a:moveTo>
                    <a:pt x="0" y="88"/>
                  </a:moveTo>
                  <a:cubicBezTo>
                    <a:pt x="50" y="88"/>
                    <a:pt x="50" y="88"/>
                    <a:pt x="50" y="88"/>
                  </a:cubicBezTo>
                  <a:cubicBezTo>
                    <a:pt x="50" y="9"/>
                    <a:pt x="50" y="9"/>
                    <a:pt x="50" y="9"/>
                  </a:cubicBezTo>
                  <a:cubicBezTo>
                    <a:pt x="37" y="9"/>
                    <a:pt x="37" y="9"/>
                    <a:pt x="37" y="9"/>
                  </a:cubicBezTo>
                  <a:cubicBezTo>
                    <a:pt x="37" y="7"/>
                    <a:pt x="37" y="7"/>
                    <a:pt x="37" y="7"/>
                  </a:cubicBezTo>
                  <a:cubicBezTo>
                    <a:pt x="37" y="2"/>
                    <a:pt x="35" y="0"/>
                    <a:pt x="32" y="0"/>
                  </a:cubicBezTo>
                  <a:cubicBezTo>
                    <a:pt x="19" y="0"/>
                    <a:pt x="19" y="0"/>
                    <a:pt x="19" y="0"/>
                  </a:cubicBezTo>
                  <a:cubicBezTo>
                    <a:pt x="17" y="0"/>
                    <a:pt x="15" y="2"/>
                    <a:pt x="15" y="7"/>
                  </a:cubicBezTo>
                  <a:cubicBezTo>
                    <a:pt x="15" y="9"/>
                    <a:pt x="15" y="9"/>
                    <a:pt x="15" y="9"/>
                  </a:cubicBezTo>
                  <a:cubicBezTo>
                    <a:pt x="0" y="9"/>
                    <a:pt x="0" y="9"/>
                    <a:pt x="0" y="9"/>
                  </a:cubicBezTo>
                  <a:lnTo>
                    <a:pt x="0" y="88"/>
                  </a:lnTo>
                  <a:close/>
                  <a:moveTo>
                    <a:pt x="19" y="6"/>
                  </a:moveTo>
                  <a:cubicBezTo>
                    <a:pt x="19" y="5"/>
                    <a:pt x="19" y="4"/>
                    <a:pt x="20" y="4"/>
                  </a:cubicBezTo>
                  <a:cubicBezTo>
                    <a:pt x="32" y="4"/>
                    <a:pt x="32" y="4"/>
                    <a:pt x="32" y="4"/>
                  </a:cubicBezTo>
                  <a:cubicBezTo>
                    <a:pt x="32" y="4"/>
                    <a:pt x="33" y="5"/>
                    <a:pt x="33" y="6"/>
                  </a:cubicBezTo>
                  <a:cubicBezTo>
                    <a:pt x="33" y="7"/>
                    <a:pt x="33" y="7"/>
                    <a:pt x="33" y="7"/>
                  </a:cubicBezTo>
                  <a:cubicBezTo>
                    <a:pt x="33" y="8"/>
                    <a:pt x="33" y="8"/>
                    <a:pt x="33" y="9"/>
                  </a:cubicBezTo>
                  <a:cubicBezTo>
                    <a:pt x="19" y="9"/>
                    <a:pt x="19" y="9"/>
                    <a:pt x="19" y="9"/>
                  </a:cubicBezTo>
                  <a:cubicBezTo>
                    <a:pt x="19" y="8"/>
                    <a:pt x="19" y="8"/>
                    <a:pt x="19" y="7"/>
                  </a:cubicBezTo>
                  <a:lnTo>
                    <a:pt x="19"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27"/>
            <p:cNvSpPr>
              <a:spLocks/>
            </p:cNvSpPr>
            <p:nvPr/>
          </p:nvSpPr>
          <p:spPr bwMode="auto">
            <a:xfrm>
              <a:off x="11063288" y="2081213"/>
              <a:ext cx="44450" cy="233363"/>
            </a:xfrm>
            <a:custGeom>
              <a:avLst/>
              <a:gdLst>
                <a:gd name="T0" fmla="*/ 15 w 15"/>
                <a:gd name="T1" fmla="*/ 17 h 80"/>
                <a:gd name="T2" fmla="*/ 15 w 15"/>
                <a:gd name="T3" fmla="*/ 65 h 80"/>
                <a:gd name="T4" fmla="*/ 5 w 15"/>
                <a:gd name="T5" fmla="*/ 80 h 80"/>
                <a:gd name="T6" fmla="*/ 0 w 15"/>
                <a:gd name="T7" fmla="*/ 80 h 80"/>
                <a:gd name="T8" fmla="*/ 0 w 15"/>
                <a:gd name="T9" fmla="*/ 0 h 80"/>
                <a:gd name="T10" fmla="*/ 6 w 15"/>
                <a:gd name="T11" fmla="*/ 0 h 80"/>
                <a:gd name="T12" fmla="*/ 15 w 15"/>
                <a:gd name="T13" fmla="*/ 17 h 80"/>
              </a:gdLst>
              <a:ahLst/>
              <a:cxnLst>
                <a:cxn ang="0">
                  <a:pos x="T0" y="T1"/>
                </a:cxn>
                <a:cxn ang="0">
                  <a:pos x="T2" y="T3"/>
                </a:cxn>
                <a:cxn ang="0">
                  <a:pos x="T4" y="T5"/>
                </a:cxn>
                <a:cxn ang="0">
                  <a:pos x="T6" y="T7"/>
                </a:cxn>
                <a:cxn ang="0">
                  <a:pos x="T8" y="T9"/>
                </a:cxn>
                <a:cxn ang="0">
                  <a:pos x="T10" y="T11"/>
                </a:cxn>
                <a:cxn ang="0">
                  <a:pos x="T12" y="T13"/>
                </a:cxn>
              </a:cxnLst>
              <a:rect l="0" t="0" r="r" b="b"/>
              <a:pathLst>
                <a:path w="15" h="80">
                  <a:moveTo>
                    <a:pt x="15" y="17"/>
                  </a:moveTo>
                  <a:cubicBezTo>
                    <a:pt x="15" y="65"/>
                    <a:pt x="15" y="65"/>
                    <a:pt x="15" y="65"/>
                  </a:cubicBezTo>
                  <a:cubicBezTo>
                    <a:pt x="15" y="73"/>
                    <a:pt x="13" y="80"/>
                    <a:pt x="5" y="80"/>
                  </a:cubicBezTo>
                  <a:cubicBezTo>
                    <a:pt x="0" y="80"/>
                    <a:pt x="0" y="80"/>
                    <a:pt x="0" y="80"/>
                  </a:cubicBezTo>
                  <a:cubicBezTo>
                    <a:pt x="0" y="0"/>
                    <a:pt x="0" y="0"/>
                    <a:pt x="0" y="0"/>
                  </a:cubicBezTo>
                  <a:cubicBezTo>
                    <a:pt x="6" y="0"/>
                    <a:pt x="6" y="0"/>
                    <a:pt x="6" y="0"/>
                  </a:cubicBezTo>
                  <a:cubicBezTo>
                    <a:pt x="15" y="0"/>
                    <a:pt x="15" y="6"/>
                    <a:pt x="15"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28"/>
            <p:cNvSpPr>
              <a:spLocks/>
            </p:cNvSpPr>
            <p:nvPr/>
          </p:nvSpPr>
          <p:spPr bwMode="auto">
            <a:xfrm>
              <a:off x="10844213" y="2078038"/>
              <a:ext cx="47625" cy="236538"/>
            </a:xfrm>
            <a:custGeom>
              <a:avLst/>
              <a:gdLst>
                <a:gd name="T0" fmla="*/ 0 w 16"/>
                <a:gd name="T1" fmla="*/ 66 h 81"/>
                <a:gd name="T2" fmla="*/ 0 w 16"/>
                <a:gd name="T3" fmla="*/ 18 h 81"/>
                <a:gd name="T4" fmla="*/ 10 w 16"/>
                <a:gd name="T5" fmla="*/ 0 h 81"/>
                <a:gd name="T6" fmla="*/ 16 w 16"/>
                <a:gd name="T7" fmla="*/ 0 h 81"/>
                <a:gd name="T8" fmla="*/ 16 w 16"/>
                <a:gd name="T9" fmla="*/ 81 h 81"/>
                <a:gd name="T10" fmla="*/ 10 w 16"/>
                <a:gd name="T11" fmla="*/ 81 h 81"/>
                <a:gd name="T12" fmla="*/ 0 w 16"/>
                <a:gd name="T13" fmla="*/ 66 h 81"/>
              </a:gdLst>
              <a:ahLst/>
              <a:cxnLst>
                <a:cxn ang="0">
                  <a:pos x="T0" y="T1"/>
                </a:cxn>
                <a:cxn ang="0">
                  <a:pos x="T2" y="T3"/>
                </a:cxn>
                <a:cxn ang="0">
                  <a:pos x="T4" y="T5"/>
                </a:cxn>
                <a:cxn ang="0">
                  <a:pos x="T6" y="T7"/>
                </a:cxn>
                <a:cxn ang="0">
                  <a:pos x="T8" y="T9"/>
                </a:cxn>
                <a:cxn ang="0">
                  <a:pos x="T10" y="T11"/>
                </a:cxn>
                <a:cxn ang="0">
                  <a:pos x="T12" y="T13"/>
                </a:cxn>
              </a:cxnLst>
              <a:rect l="0" t="0" r="r" b="b"/>
              <a:pathLst>
                <a:path w="16" h="81">
                  <a:moveTo>
                    <a:pt x="0" y="66"/>
                  </a:moveTo>
                  <a:cubicBezTo>
                    <a:pt x="0" y="18"/>
                    <a:pt x="0" y="18"/>
                    <a:pt x="0" y="18"/>
                  </a:cubicBezTo>
                  <a:cubicBezTo>
                    <a:pt x="0" y="10"/>
                    <a:pt x="0" y="0"/>
                    <a:pt x="10" y="0"/>
                  </a:cubicBezTo>
                  <a:cubicBezTo>
                    <a:pt x="16" y="0"/>
                    <a:pt x="16" y="0"/>
                    <a:pt x="16" y="0"/>
                  </a:cubicBezTo>
                  <a:cubicBezTo>
                    <a:pt x="16" y="81"/>
                    <a:pt x="16" y="81"/>
                    <a:pt x="16" y="81"/>
                  </a:cubicBezTo>
                  <a:cubicBezTo>
                    <a:pt x="10" y="81"/>
                    <a:pt x="10" y="81"/>
                    <a:pt x="10" y="81"/>
                  </a:cubicBezTo>
                  <a:cubicBezTo>
                    <a:pt x="1" y="81"/>
                    <a:pt x="0" y="74"/>
                    <a:pt x="0" y="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29"/>
            <p:cNvSpPr>
              <a:spLocks/>
            </p:cNvSpPr>
            <p:nvPr/>
          </p:nvSpPr>
          <p:spPr bwMode="auto">
            <a:xfrm>
              <a:off x="10653713" y="1870076"/>
              <a:ext cx="752475" cy="523875"/>
            </a:xfrm>
            <a:custGeom>
              <a:avLst/>
              <a:gdLst>
                <a:gd name="T0" fmla="*/ 37 w 257"/>
                <a:gd name="T1" fmla="*/ 0 h 179"/>
                <a:gd name="T2" fmla="*/ 37 w 257"/>
                <a:gd name="T3" fmla="*/ 0 h 179"/>
                <a:gd name="T4" fmla="*/ 50 w 257"/>
                <a:gd name="T5" fmla="*/ 13 h 179"/>
                <a:gd name="T6" fmla="*/ 50 w 257"/>
                <a:gd name="T7" fmla="*/ 13 h 179"/>
                <a:gd name="T8" fmla="*/ 50 w 257"/>
                <a:gd name="T9" fmla="*/ 166 h 179"/>
                <a:gd name="T10" fmla="*/ 257 w 257"/>
                <a:gd name="T11" fmla="*/ 166 h 179"/>
                <a:gd name="T12" fmla="*/ 257 w 257"/>
                <a:gd name="T13" fmla="*/ 179 h 179"/>
                <a:gd name="T14" fmla="*/ 34 w 257"/>
                <a:gd name="T15" fmla="*/ 179 h 179"/>
                <a:gd name="T16" fmla="*/ 34 w 257"/>
                <a:gd name="T17" fmla="*/ 179 h 179"/>
                <a:gd name="T18" fmla="*/ 34 w 257"/>
                <a:gd name="T19" fmla="*/ 166 h 179"/>
                <a:gd name="T20" fmla="*/ 34 w 257"/>
                <a:gd name="T21" fmla="*/ 14 h 179"/>
                <a:gd name="T22" fmla="*/ 0 w 257"/>
                <a:gd name="T23" fmla="*/ 14 h 179"/>
                <a:gd name="T24" fmla="*/ 0 w 257"/>
                <a:gd name="T25" fmla="*/ 0 h 179"/>
                <a:gd name="T26" fmla="*/ 37 w 257"/>
                <a:gd name="T27"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7" h="179">
                  <a:moveTo>
                    <a:pt x="37" y="0"/>
                  </a:moveTo>
                  <a:cubicBezTo>
                    <a:pt x="37" y="0"/>
                    <a:pt x="37" y="0"/>
                    <a:pt x="37" y="0"/>
                  </a:cubicBezTo>
                  <a:cubicBezTo>
                    <a:pt x="44" y="1"/>
                    <a:pt x="50" y="6"/>
                    <a:pt x="50" y="13"/>
                  </a:cubicBezTo>
                  <a:cubicBezTo>
                    <a:pt x="50" y="13"/>
                    <a:pt x="50" y="13"/>
                    <a:pt x="50" y="13"/>
                  </a:cubicBezTo>
                  <a:cubicBezTo>
                    <a:pt x="50" y="166"/>
                    <a:pt x="50" y="166"/>
                    <a:pt x="50" y="166"/>
                  </a:cubicBezTo>
                  <a:cubicBezTo>
                    <a:pt x="257" y="166"/>
                    <a:pt x="257" y="166"/>
                    <a:pt x="257" y="166"/>
                  </a:cubicBezTo>
                  <a:cubicBezTo>
                    <a:pt x="257" y="179"/>
                    <a:pt x="257" y="179"/>
                    <a:pt x="257" y="179"/>
                  </a:cubicBezTo>
                  <a:cubicBezTo>
                    <a:pt x="34" y="179"/>
                    <a:pt x="34" y="179"/>
                    <a:pt x="34" y="179"/>
                  </a:cubicBezTo>
                  <a:cubicBezTo>
                    <a:pt x="34" y="179"/>
                    <a:pt x="34" y="179"/>
                    <a:pt x="34" y="179"/>
                  </a:cubicBezTo>
                  <a:cubicBezTo>
                    <a:pt x="34" y="166"/>
                    <a:pt x="34" y="166"/>
                    <a:pt x="34" y="166"/>
                  </a:cubicBezTo>
                  <a:cubicBezTo>
                    <a:pt x="34" y="14"/>
                    <a:pt x="34" y="14"/>
                    <a:pt x="34" y="14"/>
                  </a:cubicBezTo>
                  <a:cubicBezTo>
                    <a:pt x="0" y="14"/>
                    <a:pt x="0" y="14"/>
                    <a:pt x="0" y="14"/>
                  </a:cubicBezTo>
                  <a:cubicBezTo>
                    <a:pt x="0" y="0"/>
                    <a:pt x="0" y="0"/>
                    <a:pt x="0" y="0"/>
                  </a:cubicBezTo>
                  <a:cubicBezTo>
                    <a:pt x="37" y="0"/>
                    <a:pt x="37" y="0"/>
                    <a:pt x="3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30"/>
            <p:cNvSpPr>
              <a:spLocks noEditPoints="1"/>
            </p:cNvSpPr>
            <p:nvPr/>
          </p:nvSpPr>
          <p:spPr bwMode="auto">
            <a:xfrm>
              <a:off x="11277601" y="2419351"/>
              <a:ext cx="128588" cy="130175"/>
            </a:xfrm>
            <a:custGeom>
              <a:avLst/>
              <a:gdLst>
                <a:gd name="T0" fmla="*/ 0 w 44"/>
                <a:gd name="T1" fmla="*/ 22 h 44"/>
                <a:gd name="T2" fmla="*/ 22 w 44"/>
                <a:gd name="T3" fmla="*/ 44 h 44"/>
                <a:gd name="T4" fmla="*/ 44 w 44"/>
                <a:gd name="T5" fmla="*/ 22 h 44"/>
                <a:gd name="T6" fmla="*/ 22 w 44"/>
                <a:gd name="T7" fmla="*/ 0 h 44"/>
                <a:gd name="T8" fmla="*/ 0 w 44"/>
                <a:gd name="T9" fmla="*/ 22 h 44"/>
                <a:gd name="T10" fmla="*/ 10 w 44"/>
                <a:gd name="T11" fmla="*/ 22 h 44"/>
                <a:gd name="T12" fmla="*/ 22 w 44"/>
                <a:gd name="T13" fmla="*/ 10 h 44"/>
                <a:gd name="T14" fmla="*/ 33 w 44"/>
                <a:gd name="T15" fmla="*/ 22 h 44"/>
                <a:gd name="T16" fmla="*/ 22 w 44"/>
                <a:gd name="T17" fmla="*/ 33 h 44"/>
                <a:gd name="T18" fmla="*/ 10 w 44"/>
                <a:gd name="T19" fmla="*/ 2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44">
                  <a:moveTo>
                    <a:pt x="0" y="22"/>
                  </a:moveTo>
                  <a:cubicBezTo>
                    <a:pt x="0" y="34"/>
                    <a:pt x="10" y="44"/>
                    <a:pt x="22" y="44"/>
                  </a:cubicBezTo>
                  <a:cubicBezTo>
                    <a:pt x="34" y="44"/>
                    <a:pt x="44" y="34"/>
                    <a:pt x="44" y="22"/>
                  </a:cubicBezTo>
                  <a:cubicBezTo>
                    <a:pt x="44" y="10"/>
                    <a:pt x="34" y="0"/>
                    <a:pt x="22" y="0"/>
                  </a:cubicBezTo>
                  <a:cubicBezTo>
                    <a:pt x="10" y="0"/>
                    <a:pt x="0" y="10"/>
                    <a:pt x="0" y="22"/>
                  </a:cubicBezTo>
                  <a:close/>
                  <a:moveTo>
                    <a:pt x="10" y="22"/>
                  </a:moveTo>
                  <a:cubicBezTo>
                    <a:pt x="10" y="16"/>
                    <a:pt x="16" y="10"/>
                    <a:pt x="22" y="10"/>
                  </a:cubicBezTo>
                  <a:cubicBezTo>
                    <a:pt x="28" y="10"/>
                    <a:pt x="33" y="16"/>
                    <a:pt x="33" y="22"/>
                  </a:cubicBezTo>
                  <a:cubicBezTo>
                    <a:pt x="33" y="28"/>
                    <a:pt x="28" y="33"/>
                    <a:pt x="22" y="33"/>
                  </a:cubicBezTo>
                  <a:cubicBezTo>
                    <a:pt x="16" y="33"/>
                    <a:pt x="10" y="28"/>
                    <a:pt x="10"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Freeform 31"/>
            <p:cNvSpPr>
              <a:spLocks noEditPoints="1"/>
            </p:cNvSpPr>
            <p:nvPr/>
          </p:nvSpPr>
          <p:spPr bwMode="auto">
            <a:xfrm>
              <a:off x="10756901" y="2419351"/>
              <a:ext cx="125413" cy="130175"/>
            </a:xfrm>
            <a:custGeom>
              <a:avLst/>
              <a:gdLst>
                <a:gd name="T0" fmla="*/ 0 w 43"/>
                <a:gd name="T1" fmla="*/ 22 h 44"/>
                <a:gd name="T2" fmla="*/ 22 w 43"/>
                <a:gd name="T3" fmla="*/ 44 h 44"/>
                <a:gd name="T4" fmla="*/ 43 w 43"/>
                <a:gd name="T5" fmla="*/ 22 h 44"/>
                <a:gd name="T6" fmla="*/ 22 w 43"/>
                <a:gd name="T7" fmla="*/ 0 h 44"/>
                <a:gd name="T8" fmla="*/ 0 w 43"/>
                <a:gd name="T9" fmla="*/ 22 h 44"/>
                <a:gd name="T10" fmla="*/ 10 w 43"/>
                <a:gd name="T11" fmla="*/ 22 h 44"/>
                <a:gd name="T12" fmla="*/ 22 w 43"/>
                <a:gd name="T13" fmla="*/ 10 h 44"/>
                <a:gd name="T14" fmla="*/ 33 w 43"/>
                <a:gd name="T15" fmla="*/ 22 h 44"/>
                <a:gd name="T16" fmla="*/ 22 w 43"/>
                <a:gd name="T17" fmla="*/ 33 h 44"/>
                <a:gd name="T18" fmla="*/ 10 w 43"/>
                <a:gd name="T19" fmla="*/ 2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44">
                  <a:moveTo>
                    <a:pt x="0" y="22"/>
                  </a:moveTo>
                  <a:cubicBezTo>
                    <a:pt x="0" y="34"/>
                    <a:pt x="9" y="44"/>
                    <a:pt x="22" y="44"/>
                  </a:cubicBezTo>
                  <a:cubicBezTo>
                    <a:pt x="34" y="44"/>
                    <a:pt x="43" y="34"/>
                    <a:pt x="43" y="22"/>
                  </a:cubicBezTo>
                  <a:cubicBezTo>
                    <a:pt x="43" y="10"/>
                    <a:pt x="34" y="0"/>
                    <a:pt x="22" y="0"/>
                  </a:cubicBezTo>
                  <a:cubicBezTo>
                    <a:pt x="9" y="0"/>
                    <a:pt x="0" y="10"/>
                    <a:pt x="0" y="22"/>
                  </a:cubicBezTo>
                  <a:close/>
                  <a:moveTo>
                    <a:pt x="10" y="22"/>
                  </a:moveTo>
                  <a:cubicBezTo>
                    <a:pt x="10" y="16"/>
                    <a:pt x="15" y="10"/>
                    <a:pt x="22" y="10"/>
                  </a:cubicBezTo>
                  <a:cubicBezTo>
                    <a:pt x="28" y="10"/>
                    <a:pt x="33" y="16"/>
                    <a:pt x="33" y="22"/>
                  </a:cubicBezTo>
                  <a:cubicBezTo>
                    <a:pt x="33" y="28"/>
                    <a:pt x="28" y="33"/>
                    <a:pt x="22" y="33"/>
                  </a:cubicBezTo>
                  <a:cubicBezTo>
                    <a:pt x="15" y="33"/>
                    <a:pt x="10" y="28"/>
                    <a:pt x="10"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47" name="组合 246"/>
          <p:cNvGrpSpPr/>
          <p:nvPr/>
        </p:nvGrpSpPr>
        <p:grpSpPr>
          <a:xfrm>
            <a:off x="2532191" y="2945232"/>
            <a:ext cx="349372" cy="398451"/>
            <a:chOff x="10694988" y="4437063"/>
            <a:chExt cx="666750" cy="760413"/>
          </a:xfrm>
          <a:solidFill>
            <a:srgbClr val="707E84"/>
          </a:solidFill>
        </p:grpSpPr>
        <p:sp>
          <p:nvSpPr>
            <p:cNvPr id="248" name="Freeform 32"/>
            <p:cNvSpPr>
              <a:spLocks/>
            </p:cNvSpPr>
            <p:nvPr/>
          </p:nvSpPr>
          <p:spPr bwMode="auto">
            <a:xfrm>
              <a:off x="10733088" y="4437063"/>
              <a:ext cx="628650" cy="500063"/>
            </a:xfrm>
            <a:custGeom>
              <a:avLst/>
              <a:gdLst>
                <a:gd name="T0" fmla="*/ 139 w 215"/>
                <a:gd name="T1" fmla="*/ 30 h 171"/>
                <a:gd name="T2" fmla="*/ 165 w 215"/>
                <a:gd name="T3" fmla="*/ 30 h 171"/>
                <a:gd name="T4" fmla="*/ 180 w 215"/>
                <a:gd name="T5" fmla="*/ 15 h 171"/>
                <a:gd name="T6" fmla="*/ 165 w 215"/>
                <a:gd name="T7" fmla="*/ 0 h 171"/>
                <a:gd name="T8" fmla="*/ 82 w 215"/>
                <a:gd name="T9" fmla="*/ 0 h 171"/>
                <a:gd name="T10" fmla="*/ 67 w 215"/>
                <a:gd name="T11" fmla="*/ 15 h 171"/>
                <a:gd name="T12" fmla="*/ 82 w 215"/>
                <a:gd name="T13" fmla="*/ 30 h 171"/>
                <a:gd name="T14" fmla="*/ 111 w 215"/>
                <a:gd name="T15" fmla="*/ 30 h 171"/>
                <a:gd name="T16" fmla="*/ 111 w 215"/>
                <a:gd name="T17" fmla="*/ 59 h 171"/>
                <a:gd name="T18" fmla="*/ 85 w 215"/>
                <a:gd name="T19" fmla="*/ 59 h 171"/>
                <a:gd name="T20" fmla="*/ 85 w 215"/>
                <a:gd name="T21" fmla="*/ 59 h 171"/>
                <a:gd name="T22" fmla="*/ 0 w 215"/>
                <a:gd name="T23" fmla="*/ 143 h 171"/>
                <a:gd name="T24" fmla="*/ 0 w 215"/>
                <a:gd name="T25" fmla="*/ 171 h 171"/>
                <a:gd name="T26" fmla="*/ 0 w 215"/>
                <a:gd name="T27" fmla="*/ 171 h 171"/>
                <a:gd name="T28" fmla="*/ 42 w 215"/>
                <a:gd name="T29" fmla="*/ 171 h 171"/>
                <a:gd name="T30" fmla="*/ 42 w 215"/>
                <a:gd name="T31" fmla="*/ 148 h 171"/>
                <a:gd name="T32" fmla="*/ 88 w 215"/>
                <a:gd name="T33" fmla="*/ 101 h 171"/>
                <a:gd name="T34" fmla="*/ 94 w 215"/>
                <a:gd name="T35" fmla="*/ 101 h 171"/>
                <a:gd name="T36" fmla="*/ 125 w 215"/>
                <a:gd name="T37" fmla="*/ 118 h 171"/>
                <a:gd name="T38" fmla="*/ 155 w 215"/>
                <a:gd name="T39" fmla="*/ 101 h 171"/>
                <a:gd name="T40" fmla="*/ 215 w 215"/>
                <a:gd name="T41" fmla="*/ 101 h 171"/>
                <a:gd name="T42" fmla="*/ 215 w 215"/>
                <a:gd name="T43" fmla="*/ 59 h 171"/>
                <a:gd name="T44" fmla="*/ 139 w 215"/>
                <a:gd name="T45" fmla="*/ 59 h 171"/>
                <a:gd name="T46" fmla="*/ 139 w 215"/>
                <a:gd name="T47" fmla="*/ 30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5" h="171">
                  <a:moveTo>
                    <a:pt x="139" y="30"/>
                  </a:moveTo>
                  <a:cubicBezTo>
                    <a:pt x="165" y="30"/>
                    <a:pt x="165" y="30"/>
                    <a:pt x="165" y="30"/>
                  </a:cubicBezTo>
                  <a:cubicBezTo>
                    <a:pt x="173" y="30"/>
                    <a:pt x="180" y="23"/>
                    <a:pt x="180" y="15"/>
                  </a:cubicBezTo>
                  <a:cubicBezTo>
                    <a:pt x="180" y="7"/>
                    <a:pt x="173" y="0"/>
                    <a:pt x="165" y="0"/>
                  </a:cubicBezTo>
                  <a:cubicBezTo>
                    <a:pt x="82" y="0"/>
                    <a:pt x="82" y="0"/>
                    <a:pt x="82" y="0"/>
                  </a:cubicBezTo>
                  <a:cubicBezTo>
                    <a:pt x="74" y="0"/>
                    <a:pt x="67" y="7"/>
                    <a:pt x="67" y="15"/>
                  </a:cubicBezTo>
                  <a:cubicBezTo>
                    <a:pt x="67" y="23"/>
                    <a:pt x="74" y="30"/>
                    <a:pt x="82" y="30"/>
                  </a:cubicBezTo>
                  <a:cubicBezTo>
                    <a:pt x="111" y="30"/>
                    <a:pt x="111" y="30"/>
                    <a:pt x="111" y="30"/>
                  </a:cubicBezTo>
                  <a:cubicBezTo>
                    <a:pt x="111" y="59"/>
                    <a:pt x="111" y="59"/>
                    <a:pt x="111" y="59"/>
                  </a:cubicBezTo>
                  <a:cubicBezTo>
                    <a:pt x="85" y="59"/>
                    <a:pt x="85" y="59"/>
                    <a:pt x="85" y="59"/>
                  </a:cubicBezTo>
                  <a:cubicBezTo>
                    <a:pt x="85" y="59"/>
                    <a:pt x="85" y="59"/>
                    <a:pt x="85" y="59"/>
                  </a:cubicBezTo>
                  <a:cubicBezTo>
                    <a:pt x="37" y="61"/>
                    <a:pt x="0" y="95"/>
                    <a:pt x="0" y="143"/>
                  </a:cubicBezTo>
                  <a:cubicBezTo>
                    <a:pt x="0" y="171"/>
                    <a:pt x="0" y="171"/>
                    <a:pt x="0" y="171"/>
                  </a:cubicBezTo>
                  <a:cubicBezTo>
                    <a:pt x="0" y="171"/>
                    <a:pt x="0" y="171"/>
                    <a:pt x="0" y="171"/>
                  </a:cubicBezTo>
                  <a:cubicBezTo>
                    <a:pt x="42" y="171"/>
                    <a:pt x="42" y="171"/>
                    <a:pt x="42" y="171"/>
                  </a:cubicBezTo>
                  <a:cubicBezTo>
                    <a:pt x="42" y="148"/>
                    <a:pt x="42" y="148"/>
                    <a:pt x="42" y="148"/>
                  </a:cubicBezTo>
                  <a:cubicBezTo>
                    <a:pt x="42" y="122"/>
                    <a:pt x="62" y="101"/>
                    <a:pt x="88" y="101"/>
                  </a:cubicBezTo>
                  <a:cubicBezTo>
                    <a:pt x="94" y="101"/>
                    <a:pt x="94" y="101"/>
                    <a:pt x="94" y="101"/>
                  </a:cubicBezTo>
                  <a:cubicBezTo>
                    <a:pt x="96" y="111"/>
                    <a:pt x="109" y="118"/>
                    <a:pt x="125" y="118"/>
                  </a:cubicBezTo>
                  <a:cubicBezTo>
                    <a:pt x="140" y="118"/>
                    <a:pt x="153" y="111"/>
                    <a:pt x="155" y="101"/>
                  </a:cubicBezTo>
                  <a:cubicBezTo>
                    <a:pt x="215" y="101"/>
                    <a:pt x="215" y="101"/>
                    <a:pt x="215" y="101"/>
                  </a:cubicBezTo>
                  <a:cubicBezTo>
                    <a:pt x="215" y="59"/>
                    <a:pt x="215" y="59"/>
                    <a:pt x="215" y="59"/>
                  </a:cubicBezTo>
                  <a:cubicBezTo>
                    <a:pt x="139" y="59"/>
                    <a:pt x="139" y="59"/>
                    <a:pt x="139" y="59"/>
                  </a:cubicBezTo>
                  <a:lnTo>
                    <a:pt x="139"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33"/>
            <p:cNvSpPr>
              <a:spLocks/>
            </p:cNvSpPr>
            <p:nvPr/>
          </p:nvSpPr>
          <p:spPr bwMode="auto">
            <a:xfrm>
              <a:off x="10694988" y="4981576"/>
              <a:ext cx="193675" cy="215900"/>
            </a:xfrm>
            <a:custGeom>
              <a:avLst/>
              <a:gdLst>
                <a:gd name="T0" fmla="*/ 55 w 66"/>
                <a:gd name="T1" fmla="*/ 31 h 74"/>
                <a:gd name="T2" fmla="*/ 33 w 66"/>
                <a:gd name="T3" fmla="*/ 0 h 74"/>
                <a:gd name="T4" fmla="*/ 10 w 66"/>
                <a:gd name="T5" fmla="*/ 31 h 74"/>
                <a:gd name="T6" fmla="*/ 33 w 66"/>
                <a:gd name="T7" fmla="*/ 74 h 74"/>
                <a:gd name="T8" fmla="*/ 55 w 66"/>
                <a:gd name="T9" fmla="*/ 31 h 74"/>
              </a:gdLst>
              <a:ahLst/>
              <a:cxnLst>
                <a:cxn ang="0">
                  <a:pos x="T0" y="T1"/>
                </a:cxn>
                <a:cxn ang="0">
                  <a:pos x="T2" y="T3"/>
                </a:cxn>
                <a:cxn ang="0">
                  <a:pos x="T4" y="T5"/>
                </a:cxn>
                <a:cxn ang="0">
                  <a:pos x="T6" y="T7"/>
                </a:cxn>
                <a:cxn ang="0">
                  <a:pos x="T8" y="T9"/>
                </a:cxn>
              </a:cxnLst>
              <a:rect l="0" t="0" r="r" b="b"/>
              <a:pathLst>
                <a:path w="66" h="74">
                  <a:moveTo>
                    <a:pt x="55" y="31"/>
                  </a:moveTo>
                  <a:cubicBezTo>
                    <a:pt x="45" y="16"/>
                    <a:pt x="33" y="0"/>
                    <a:pt x="33" y="0"/>
                  </a:cubicBezTo>
                  <a:cubicBezTo>
                    <a:pt x="33" y="0"/>
                    <a:pt x="21" y="16"/>
                    <a:pt x="10" y="31"/>
                  </a:cubicBezTo>
                  <a:cubicBezTo>
                    <a:pt x="0" y="46"/>
                    <a:pt x="10" y="74"/>
                    <a:pt x="33" y="74"/>
                  </a:cubicBezTo>
                  <a:cubicBezTo>
                    <a:pt x="56" y="74"/>
                    <a:pt x="66" y="46"/>
                    <a:pt x="55"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50" name="组合 249"/>
          <p:cNvGrpSpPr/>
          <p:nvPr/>
        </p:nvGrpSpPr>
        <p:grpSpPr>
          <a:xfrm>
            <a:off x="7491367" y="3918050"/>
            <a:ext cx="291143" cy="340222"/>
            <a:chOff x="9124951" y="4468813"/>
            <a:chExt cx="555625" cy="649288"/>
          </a:xfrm>
          <a:solidFill>
            <a:srgbClr val="707E84"/>
          </a:solidFill>
        </p:grpSpPr>
        <p:sp>
          <p:nvSpPr>
            <p:cNvPr id="251" name="Freeform 34"/>
            <p:cNvSpPr>
              <a:spLocks noEditPoints="1"/>
            </p:cNvSpPr>
            <p:nvPr/>
          </p:nvSpPr>
          <p:spPr bwMode="auto">
            <a:xfrm>
              <a:off x="9124951" y="4468813"/>
              <a:ext cx="555625" cy="649288"/>
            </a:xfrm>
            <a:custGeom>
              <a:avLst/>
              <a:gdLst>
                <a:gd name="T0" fmla="*/ 163 w 190"/>
                <a:gd name="T1" fmla="*/ 0 h 222"/>
                <a:gd name="T2" fmla="*/ 28 w 190"/>
                <a:gd name="T3" fmla="*/ 0 h 222"/>
                <a:gd name="T4" fmla="*/ 0 w 190"/>
                <a:gd name="T5" fmla="*/ 27 h 222"/>
                <a:gd name="T6" fmla="*/ 0 w 190"/>
                <a:gd name="T7" fmla="*/ 194 h 222"/>
                <a:gd name="T8" fmla="*/ 28 w 190"/>
                <a:gd name="T9" fmla="*/ 222 h 222"/>
                <a:gd name="T10" fmla="*/ 163 w 190"/>
                <a:gd name="T11" fmla="*/ 222 h 222"/>
                <a:gd name="T12" fmla="*/ 190 w 190"/>
                <a:gd name="T13" fmla="*/ 194 h 222"/>
                <a:gd name="T14" fmla="*/ 190 w 190"/>
                <a:gd name="T15" fmla="*/ 27 h 222"/>
                <a:gd name="T16" fmla="*/ 163 w 190"/>
                <a:gd name="T17" fmla="*/ 0 h 222"/>
                <a:gd name="T18" fmla="*/ 167 w 190"/>
                <a:gd name="T19" fmla="*/ 179 h 222"/>
                <a:gd name="T20" fmla="*/ 149 w 190"/>
                <a:gd name="T21" fmla="*/ 198 h 222"/>
                <a:gd name="T22" fmla="*/ 42 w 190"/>
                <a:gd name="T23" fmla="*/ 198 h 222"/>
                <a:gd name="T24" fmla="*/ 23 w 190"/>
                <a:gd name="T25" fmla="*/ 179 h 222"/>
                <a:gd name="T26" fmla="*/ 23 w 190"/>
                <a:gd name="T27" fmla="*/ 42 h 222"/>
                <a:gd name="T28" fmla="*/ 42 w 190"/>
                <a:gd name="T29" fmla="*/ 24 h 222"/>
                <a:gd name="T30" fmla="*/ 149 w 190"/>
                <a:gd name="T31" fmla="*/ 24 h 222"/>
                <a:gd name="T32" fmla="*/ 167 w 190"/>
                <a:gd name="T33" fmla="*/ 42 h 222"/>
                <a:gd name="T34" fmla="*/ 167 w 190"/>
                <a:gd name="T35" fmla="*/ 179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0" h="222">
                  <a:moveTo>
                    <a:pt x="163" y="0"/>
                  </a:moveTo>
                  <a:cubicBezTo>
                    <a:pt x="28" y="0"/>
                    <a:pt x="28" y="0"/>
                    <a:pt x="28" y="0"/>
                  </a:cubicBezTo>
                  <a:cubicBezTo>
                    <a:pt x="13" y="0"/>
                    <a:pt x="0" y="12"/>
                    <a:pt x="0" y="27"/>
                  </a:cubicBezTo>
                  <a:cubicBezTo>
                    <a:pt x="0" y="194"/>
                    <a:pt x="0" y="194"/>
                    <a:pt x="0" y="194"/>
                  </a:cubicBezTo>
                  <a:cubicBezTo>
                    <a:pt x="0" y="210"/>
                    <a:pt x="13" y="222"/>
                    <a:pt x="28" y="222"/>
                  </a:cubicBezTo>
                  <a:cubicBezTo>
                    <a:pt x="163" y="222"/>
                    <a:pt x="163" y="222"/>
                    <a:pt x="163" y="222"/>
                  </a:cubicBezTo>
                  <a:cubicBezTo>
                    <a:pt x="178" y="222"/>
                    <a:pt x="190" y="210"/>
                    <a:pt x="190" y="194"/>
                  </a:cubicBezTo>
                  <a:cubicBezTo>
                    <a:pt x="190" y="27"/>
                    <a:pt x="190" y="27"/>
                    <a:pt x="190" y="27"/>
                  </a:cubicBezTo>
                  <a:cubicBezTo>
                    <a:pt x="190" y="12"/>
                    <a:pt x="178" y="0"/>
                    <a:pt x="163" y="0"/>
                  </a:cubicBezTo>
                  <a:close/>
                  <a:moveTo>
                    <a:pt x="167" y="179"/>
                  </a:moveTo>
                  <a:cubicBezTo>
                    <a:pt x="167" y="189"/>
                    <a:pt x="159" y="198"/>
                    <a:pt x="149" y="198"/>
                  </a:cubicBezTo>
                  <a:cubicBezTo>
                    <a:pt x="42" y="198"/>
                    <a:pt x="42" y="198"/>
                    <a:pt x="42" y="198"/>
                  </a:cubicBezTo>
                  <a:cubicBezTo>
                    <a:pt x="32" y="198"/>
                    <a:pt x="23" y="189"/>
                    <a:pt x="23" y="179"/>
                  </a:cubicBezTo>
                  <a:cubicBezTo>
                    <a:pt x="23" y="42"/>
                    <a:pt x="23" y="42"/>
                    <a:pt x="23" y="42"/>
                  </a:cubicBezTo>
                  <a:cubicBezTo>
                    <a:pt x="23" y="32"/>
                    <a:pt x="32" y="24"/>
                    <a:pt x="42" y="24"/>
                  </a:cubicBezTo>
                  <a:cubicBezTo>
                    <a:pt x="149" y="24"/>
                    <a:pt x="149" y="24"/>
                    <a:pt x="149" y="24"/>
                  </a:cubicBezTo>
                  <a:cubicBezTo>
                    <a:pt x="159" y="24"/>
                    <a:pt x="167" y="32"/>
                    <a:pt x="167" y="42"/>
                  </a:cubicBezTo>
                  <a:lnTo>
                    <a:pt x="167" y="1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35"/>
            <p:cNvSpPr>
              <a:spLocks/>
            </p:cNvSpPr>
            <p:nvPr/>
          </p:nvSpPr>
          <p:spPr bwMode="auto">
            <a:xfrm>
              <a:off x="9244013" y="4757738"/>
              <a:ext cx="319088" cy="76200"/>
            </a:xfrm>
            <a:custGeom>
              <a:avLst/>
              <a:gdLst>
                <a:gd name="T0" fmla="*/ 100 w 109"/>
                <a:gd name="T1" fmla="*/ 0 h 26"/>
                <a:gd name="T2" fmla="*/ 9 w 109"/>
                <a:gd name="T3" fmla="*/ 0 h 26"/>
                <a:gd name="T4" fmla="*/ 0 w 109"/>
                <a:gd name="T5" fmla="*/ 9 h 26"/>
                <a:gd name="T6" fmla="*/ 0 w 109"/>
                <a:gd name="T7" fmla="*/ 17 h 26"/>
                <a:gd name="T8" fmla="*/ 9 w 109"/>
                <a:gd name="T9" fmla="*/ 26 h 26"/>
                <a:gd name="T10" fmla="*/ 100 w 109"/>
                <a:gd name="T11" fmla="*/ 26 h 26"/>
                <a:gd name="T12" fmla="*/ 109 w 109"/>
                <a:gd name="T13" fmla="*/ 17 h 26"/>
                <a:gd name="T14" fmla="*/ 109 w 109"/>
                <a:gd name="T15" fmla="*/ 9 h 26"/>
                <a:gd name="T16" fmla="*/ 100 w 109"/>
                <a:gd name="T17"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 h="26">
                  <a:moveTo>
                    <a:pt x="100" y="0"/>
                  </a:moveTo>
                  <a:cubicBezTo>
                    <a:pt x="9" y="0"/>
                    <a:pt x="9" y="0"/>
                    <a:pt x="9" y="0"/>
                  </a:cubicBezTo>
                  <a:cubicBezTo>
                    <a:pt x="4" y="0"/>
                    <a:pt x="0" y="4"/>
                    <a:pt x="0" y="9"/>
                  </a:cubicBezTo>
                  <a:cubicBezTo>
                    <a:pt x="0" y="17"/>
                    <a:pt x="0" y="17"/>
                    <a:pt x="0" y="17"/>
                  </a:cubicBezTo>
                  <a:cubicBezTo>
                    <a:pt x="0" y="22"/>
                    <a:pt x="4" y="26"/>
                    <a:pt x="9" y="26"/>
                  </a:cubicBezTo>
                  <a:cubicBezTo>
                    <a:pt x="100" y="26"/>
                    <a:pt x="100" y="26"/>
                    <a:pt x="100" y="26"/>
                  </a:cubicBezTo>
                  <a:cubicBezTo>
                    <a:pt x="105" y="26"/>
                    <a:pt x="109" y="22"/>
                    <a:pt x="109" y="17"/>
                  </a:cubicBezTo>
                  <a:cubicBezTo>
                    <a:pt x="109" y="9"/>
                    <a:pt x="109" y="9"/>
                    <a:pt x="109" y="9"/>
                  </a:cubicBezTo>
                  <a:cubicBezTo>
                    <a:pt x="109" y="4"/>
                    <a:pt x="105" y="0"/>
                    <a:pt x="10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36"/>
            <p:cNvSpPr>
              <a:spLocks/>
            </p:cNvSpPr>
            <p:nvPr/>
          </p:nvSpPr>
          <p:spPr bwMode="auto">
            <a:xfrm>
              <a:off x="9244013" y="4635501"/>
              <a:ext cx="319088" cy="79375"/>
            </a:xfrm>
            <a:custGeom>
              <a:avLst/>
              <a:gdLst>
                <a:gd name="T0" fmla="*/ 100 w 109"/>
                <a:gd name="T1" fmla="*/ 0 h 27"/>
                <a:gd name="T2" fmla="*/ 9 w 109"/>
                <a:gd name="T3" fmla="*/ 0 h 27"/>
                <a:gd name="T4" fmla="*/ 0 w 109"/>
                <a:gd name="T5" fmla="*/ 9 h 27"/>
                <a:gd name="T6" fmla="*/ 0 w 109"/>
                <a:gd name="T7" fmla="*/ 18 h 27"/>
                <a:gd name="T8" fmla="*/ 9 w 109"/>
                <a:gd name="T9" fmla="*/ 27 h 27"/>
                <a:gd name="T10" fmla="*/ 100 w 109"/>
                <a:gd name="T11" fmla="*/ 27 h 27"/>
                <a:gd name="T12" fmla="*/ 109 w 109"/>
                <a:gd name="T13" fmla="*/ 18 h 27"/>
                <a:gd name="T14" fmla="*/ 109 w 109"/>
                <a:gd name="T15" fmla="*/ 9 h 27"/>
                <a:gd name="T16" fmla="*/ 100 w 109"/>
                <a:gd name="T1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 h="27">
                  <a:moveTo>
                    <a:pt x="100" y="0"/>
                  </a:moveTo>
                  <a:cubicBezTo>
                    <a:pt x="9" y="0"/>
                    <a:pt x="9" y="0"/>
                    <a:pt x="9" y="0"/>
                  </a:cubicBezTo>
                  <a:cubicBezTo>
                    <a:pt x="4" y="0"/>
                    <a:pt x="0" y="4"/>
                    <a:pt x="0" y="9"/>
                  </a:cubicBezTo>
                  <a:cubicBezTo>
                    <a:pt x="0" y="18"/>
                    <a:pt x="0" y="18"/>
                    <a:pt x="0" y="18"/>
                  </a:cubicBezTo>
                  <a:cubicBezTo>
                    <a:pt x="0" y="23"/>
                    <a:pt x="4" y="27"/>
                    <a:pt x="9" y="27"/>
                  </a:cubicBezTo>
                  <a:cubicBezTo>
                    <a:pt x="100" y="27"/>
                    <a:pt x="100" y="27"/>
                    <a:pt x="100" y="27"/>
                  </a:cubicBezTo>
                  <a:cubicBezTo>
                    <a:pt x="105" y="27"/>
                    <a:pt x="109" y="23"/>
                    <a:pt x="109" y="18"/>
                  </a:cubicBezTo>
                  <a:cubicBezTo>
                    <a:pt x="109" y="9"/>
                    <a:pt x="109" y="9"/>
                    <a:pt x="109" y="9"/>
                  </a:cubicBezTo>
                  <a:cubicBezTo>
                    <a:pt x="109" y="4"/>
                    <a:pt x="105" y="0"/>
                    <a:pt x="10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Freeform 37"/>
            <p:cNvSpPr>
              <a:spLocks/>
            </p:cNvSpPr>
            <p:nvPr/>
          </p:nvSpPr>
          <p:spPr bwMode="auto">
            <a:xfrm>
              <a:off x="9244013" y="4878388"/>
              <a:ext cx="319088" cy="79375"/>
            </a:xfrm>
            <a:custGeom>
              <a:avLst/>
              <a:gdLst>
                <a:gd name="T0" fmla="*/ 100 w 109"/>
                <a:gd name="T1" fmla="*/ 0 h 27"/>
                <a:gd name="T2" fmla="*/ 9 w 109"/>
                <a:gd name="T3" fmla="*/ 0 h 27"/>
                <a:gd name="T4" fmla="*/ 0 w 109"/>
                <a:gd name="T5" fmla="*/ 9 h 27"/>
                <a:gd name="T6" fmla="*/ 0 w 109"/>
                <a:gd name="T7" fmla="*/ 18 h 27"/>
                <a:gd name="T8" fmla="*/ 9 w 109"/>
                <a:gd name="T9" fmla="*/ 27 h 27"/>
                <a:gd name="T10" fmla="*/ 100 w 109"/>
                <a:gd name="T11" fmla="*/ 27 h 27"/>
                <a:gd name="T12" fmla="*/ 109 w 109"/>
                <a:gd name="T13" fmla="*/ 18 h 27"/>
                <a:gd name="T14" fmla="*/ 109 w 109"/>
                <a:gd name="T15" fmla="*/ 9 h 27"/>
                <a:gd name="T16" fmla="*/ 100 w 109"/>
                <a:gd name="T1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 h="27">
                  <a:moveTo>
                    <a:pt x="100" y="0"/>
                  </a:moveTo>
                  <a:cubicBezTo>
                    <a:pt x="9" y="0"/>
                    <a:pt x="9" y="0"/>
                    <a:pt x="9" y="0"/>
                  </a:cubicBezTo>
                  <a:cubicBezTo>
                    <a:pt x="4" y="0"/>
                    <a:pt x="0" y="4"/>
                    <a:pt x="0" y="9"/>
                  </a:cubicBezTo>
                  <a:cubicBezTo>
                    <a:pt x="0" y="18"/>
                    <a:pt x="0" y="18"/>
                    <a:pt x="0" y="18"/>
                  </a:cubicBezTo>
                  <a:cubicBezTo>
                    <a:pt x="0" y="23"/>
                    <a:pt x="4" y="27"/>
                    <a:pt x="9" y="27"/>
                  </a:cubicBezTo>
                  <a:cubicBezTo>
                    <a:pt x="100" y="27"/>
                    <a:pt x="100" y="27"/>
                    <a:pt x="100" y="27"/>
                  </a:cubicBezTo>
                  <a:cubicBezTo>
                    <a:pt x="105" y="27"/>
                    <a:pt x="109" y="23"/>
                    <a:pt x="109" y="18"/>
                  </a:cubicBezTo>
                  <a:cubicBezTo>
                    <a:pt x="109" y="9"/>
                    <a:pt x="109" y="9"/>
                    <a:pt x="109" y="9"/>
                  </a:cubicBezTo>
                  <a:cubicBezTo>
                    <a:pt x="109" y="4"/>
                    <a:pt x="105" y="0"/>
                    <a:pt x="10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55" name="组合 254"/>
          <p:cNvGrpSpPr/>
          <p:nvPr/>
        </p:nvGrpSpPr>
        <p:grpSpPr>
          <a:xfrm>
            <a:off x="1104958" y="2937329"/>
            <a:ext cx="278666" cy="414256"/>
            <a:chOff x="6604001" y="5638801"/>
            <a:chExt cx="531812" cy="790575"/>
          </a:xfrm>
          <a:solidFill>
            <a:srgbClr val="707E84"/>
          </a:solidFill>
        </p:grpSpPr>
        <p:sp>
          <p:nvSpPr>
            <p:cNvPr id="256" name="Freeform 40"/>
            <p:cNvSpPr>
              <a:spLocks/>
            </p:cNvSpPr>
            <p:nvPr/>
          </p:nvSpPr>
          <p:spPr bwMode="auto">
            <a:xfrm>
              <a:off x="6875463" y="5638801"/>
              <a:ext cx="207963" cy="422275"/>
            </a:xfrm>
            <a:custGeom>
              <a:avLst/>
              <a:gdLst>
                <a:gd name="T0" fmla="*/ 58 w 71"/>
                <a:gd name="T1" fmla="*/ 0 h 144"/>
                <a:gd name="T2" fmla="*/ 0 w 71"/>
                <a:gd name="T3" fmla="*/ 116 h 144"/>
                <a:gd name="T4" fmla="*/ 15 w 71"/>
                <a:gd name="T5" fmla="*/ 144 h 144"/>
                <a:gd name="T6" fmla="*/ 66 w 71"/>
                <a:gd name="T7" fmla="*/ 42 h 144"/>
                <a:gd name="T8" fmla="*/ 58 w 71"/>
                <a:gd name="T9" fmla="*/ 0 h 144"/>
              </a:gdLst>
              <a:ahLst/>
              <a:cxnLst>
                <a:cxn ang="0">
                  <a:pos x="T0" y="T1"/>
                </a:cxn>
                <a:cxn ang="0">
                  <a:pos x="T2" y="T3"/>
                </a:cxn>
                <a:cxn ang="0">
                  <a:pos x="T4" y="T5"/>
                </a:cxn>
                <a:cxn ang="0">
                  <a:pos x="T6" y="T7"/>
                </a:cxn>
                <a:cxn ang="0">
                  <a:pos x="T8" y="T9"/>
                </a:cxn>
              </a:cxnLst>
              <a:rect l="0" t="0" r="r" b="b"/>
              <a:pathLst>
                <a:path w="71" h="144">
                  <a:moveTo>
                    <a:pt x="58" y="0"/>
                  </a:moveTo>
                  <a:cubicBezTo>
                    <a:pt x="0" y="116"/>
                    <a:pt x="0" y="116"/>
                    <a:pt x="0" y="116"/>
                  </a:cubicBezTo>
                  <a:cubicBezTo>
                    <a:pt x="15" y="144"/>
                    <a:pt x="15" y="144"/>
                    <a:pt x="15" y="144"/>
                  </a:cubicBezTo>
                  <a:cubicBezTo>
                    <a:pt x="66" y="42"/>
                    <a:pt x="66" y="42"/>
                    <a:pt x="66" y="42"/>
                  </a:cubicBezTo>
                  <a:cubicBezTo>
                    <a:pt x="71" y="32"/>
                    <a:pt x="67" y="10"/>
                    <a:pt x="5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 name="Freeform 41"/>
            <p:cNvSpPr>
              <a:spLocks noEditPoints="1"/>
            </p:cNvSpPr>
            <p:nvPr/>
          </p:nvSpPr>
          <p:spPr bwMode="auto">
            <a:xfrm>
              <a:off x="6653213" y="5638801"/>
              <a:ext cx="482600" cy="784225"/>
            </a:xfrm>
            <a:custGeom>
              <a:avLst/>
              <a:gdLst>
                <a:gd name="T0" fmla="*/ 147 w 165"/>
                <a:gd name="T1" fmla="*/ 195 h 268"/>
                <a:gd name="T2" fmla="*/ 108 w 165"/>
                <a:gd name="T3" fmla="*/ 200 h 268"/>
                <a:gd name="T4" fmla="*/ 12 w 165"/>
                <a:gd name="T5" fmla="*/ 0 h 268"/>
                <a:gd name="T6" fmla="*/ 3 w 165"/>
                <a:gd name="T7" fmla="*/ 36 h 268"/>
                <a:gd name="T8" fmla="*/ 61 w 165"/>
                <a:gd name="T9" fmla="*/ 156 h 268"/>
                <a:gd name="T10" fmla="*/ 76 w 165"/>
                <a:gd name="T11" fmla="*/ 173 h 268"/>
                <a:gd name="T12" fmla="*/ 110 w 165"/>
                <a:gd name="T13" fmla="*/ 246 h 268"/>
                <a:gd name="T14" fmla="*/ 132 w 165"/>
                <a:gd name="T15" fmla="*/ 265 h 268"/>
                <a:gd name="T16" fmla="*/ 163 w 165"/>
                <a:gd name="T17" fmla="*/ 240 h 268"/>
                <a:gd name="T18" fmla="*/ 147 w 165"/>
                <a:gd name="T19" fmla="*/ 195 h 268"/>
                <a:gd name="T20" fmla="*/ 71 w 165"/>
                <a:gd name="T21" fmla="*/ 150 h 268"/>
                <a:gd name="T22" fmla="*/ 67 w 165"/>
                <a:gd name="T23" fmla="*/ 146 h 268"/>
                <a:gd name="T24" fmla="*/ 71 w 165"/>
                <a:gd name="T25" fmla="*/ 142 h 268"/>
                <a:gd name="T26" fmla="*/ 75 w 165"/>
                <a:gd name="T27" fmla="*/ 146 h 268"/>
                <a:gd name="T28" fmla="*/ 71 w 165"/>
                <a:gd name="T29" fmla="*/ 150 h 268"/>
                <a:gd name="T30" fmla="*/ 145 w 165"/>
                <a:gd name="T31" fmla="*/ 253 h 268"/>
                <a:gd name="T32" fmla="*/ 118 w 165"/>
                <a:gd name="T33" fmla="*/ 239 h 268"/>
                <a:gd name="T34" fmla="*/ 124 w 165"/>
                <a:gd name="T35" fmla="*/ 200 h 268"/>
                <a:gd name="T36" fmla="*/ 150 w 165"/>
                <a:gd name="T37" fmla="*/ 219 h 268"/>
                <a:gd name="T38" fmla="*/ 145 w 165"/>
                <a:gd name="T39" fmla="*/ 253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5" h="268">
                  <a:moveTo>
                    <a:pt x="147" y="195"/>
                  </a:moveTo>
                  <a:cubicBezTo>
                    <a:pt x="133" y="183"/>
                    <a:pt x="116" y="187"/>
                    <a:pt x="108" y="200"/>
                  </a:cubicBezTo>
                  <a:cubicBezTo>
                    <a:pt x="12" y="0"/>
                    <a:pt x="12" y="0"/>
                    <a:pt x="12" y="0"/>
                  </a:cubicBezTo>
                  <a:cubicBezTo>
                    <a:pt x="4" y="8"/>
                    <a:pt x="0" y="28"/>
                    <a:pt x="3" y="36"/>
                  </a:cubicBezTo>
                  <a:cubicBezTo>
                    <a:pt x="6" y="43"/>
                    <a:pt x="61" y="156"/>
                    <a:pt x="61" y="156"/>
                  </a:cubicBezTo>
                  <a:cubicBezTo>
                    <a:pt x="76" y="173"/>
                    <a:pt x="76" y="173"/>
                    <a:pt x="76" y="173"/>
                  </a:cubicBezTo>
                  <a:cubicBezTo>
                    <a:pt x="76" y="173"/>
                    <a:pt x="106" y="237"/>
                    <a:pt x="110" y="246"/>
                  </a:cubicBezTo>
                  <a:cubicBezTo>
                    <a:pt x="115" y="256"/>
                    <a:pt x="125" y="263"/>
                    <a:pt x="132" y="265"/>
                  </a:cubicBezTo>
                  <a:cubicBezTo>
                    <a:pt x="151" y="268"/>
                    <a:pt x="161" y="255"/>
                    <a:pt x="163" y="240"/>
                  </a:cubicBezTo>
                  <a:cubicBezTo>
                    <a:pt x="165" y="222"/>
                    <a:pt x="161" y="206"/>
                    <a:pt x="147" y="195"/>
                  </a:cubicBezTo>
                  <a:close/>
                  <a:moveTo>
                    <a:pt x="71" y="150"/>
                  </a:moveTo>
                  <a:cubicBezTo>
                    <a:pt x="68" y="150"/>
                    <a:pt x="67" y="148"/>
                    <a:pt x="67" y="146"/>
                  </a:cubicBezTo>
                  <a:cubicBezTo>
                    <a:pt x="67" y="144"/>
                    <a:pt x="68" y="142"/>
                    <a:pt x="71" y="142"/>
                  </a:cubicBezTo>
                  <a:cubicBezTo>
                    <a:pt x="73" y="142"/>
                    <a:pt x="75" y="144"/>
                    <a:pt x="75" y="146"/>
                  </a:cubicBezTo>
                  <a:cubicBezTo>
                    <a:pt x="75" y="148"/>
                    <a:pt x="73" y="150"/>
                    <a:pt x="71" y="150"/>
                  </a:cubicBezTo>
                  <a:close/>
                  <a:moveTo>
                    <a:pt x="145" y="253"/>
                  </a:moveTo>
                  <a:cubicBezTo>
                    <a:pt x="136" y="256"/>
                    <a:pt x="124" y="253"/>
                    <a:pt x="118" y="239"/>
                  </a:cubicBezTo>
                  <a:cubicBezTo>
                    <a:pt x="109" y="218"/>
                    <a:pt x="116" y="203"/>
                    <a:pt x="124" y="200"/>
                  </a:cubicBezTo>
                  <a:cubicBezTo>
                    <a:pt x="133" y="196"/>
                    <a:pt x="144" y="204"/>
                    <a:pt x="150" y="219"/>
                  </a:cubicBezTo>
                  <a:cubicBezTo>
                    <a:pt x="156" y="234"/>
                    <a:pt x="153" y="249"/>
                    <a:pt x="145" y="2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Freeform 42"/>
            <p:cNvSpPr>
              <a:spLocks noEditPoints="1"/>
            </p:cNvSpPr>
            <p:nvPr/>
          </p:nvSpPr>
          <p:spPr bwMode="auto">
            <a:xfrm>
              <a:off x="6604001" y="6121401"/>
              <a:ext cx="266700" cy="307975"/>
            </a:xfrm>
            <a:custGeom>
              <a:avLst/>
              <a:gdLst>
                <a:gd name="T0" fmla="*/ 60 w 91"/>
                <a:gd name="T1" fmla="*/ 34 h 105"/>
                <a:gd name="T2" fmla="*/ 38 w 91"/>
                <a:gd name="T3" fmla="*/ 22 h 105"/>
                <a:gd name="T4" fmla="*/ 9 w 91"/>
                <a:gd name="T5" fmla="*/ 46 h 105"/>
                <a:gd name="T6" fmla="*/ 13 w 91"/>
                <a:gd name="T7" fmla="*/ 93 h 105"/>
                <a:gd name="T8" fmla="*/ 57 w 91"/>
                <a:gd name="T9" fmla="*/ 82 h 105"/>
                <a:gd name="T10" fmla="*/ 91 w 91"/>
                <a:gd name="T11" fmla="*/ 14 h 105"/>
                <a:gd name="T12" fmla="*/ 79 w 91"/>
                <a:gd name="T13" fmla="*/ 0 h 105"/>
                <a:gd name="T14" fmla="*/ 60 w 91"/>
                <a:gd name="T15" fmla="*/ 34 h 105"/>
                <a:gd name="T16" fmla="*/ 50 w 91"/>
                <a:gd name="T17" fmla="*/ 71 h 105"/>
                <a:gd name="T18" fmla="*/ 22 w 91"/>
                <a:gd name="T19" fmla="*/ 87 h 105"/>
                <a:gd name="T20" fmla="*/ 17 w 91"/>
                <a:gd name="T21" fmla="*/ 53 h 105"/>
                <a:gd name="T22" fmla="*/ 43 w 91"/>
                <a:gd name="T23" fmla="*/ 34 h 105"/>
                <a:gd name="T24" fmla="*/ 50 w 91"/>
                <a:gd name="T25" fmla="*/ 71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1" h="105">
                  <a:moveTo>
                    <a:pt x="60" y="34"/>
                  </a:moveTo>
                  <a:cubicBezTo>
                    <a:pt x="55" y="27"/>
                    <a:pt x="48" y="22"/>
                    <a:pt x="38" y="22"/>
                  </a:cubicBezTo>
                  <a:cubicBezTo>
                    <a:pt x="26" y="22"/>
                    <a:pt x="15" y="33"/>
                    <a:pt x="9" y="46"/>
                  </a:cubicBezTo>
                  <a:cubicBezTo>
                    <a:pt x="0" y="66"/>
                    <a:pt x="2" y="83"/>
                    <a:pt x="13" y="93"/>
                  </a:cubicBezTo>
                  <a:cubicBezTo>
                    <a:pt x="26" y="105"/>
                    <a:pt x="48" y="100"/>
                    <a:pt x="57" y="82"/>
                  </a:cubicBezTo>
                  <a:cubicBezTo>
                    <a:pt x="66" y="64"/>
                    <a:pt x="80" y="36"/>
                    <a:pt x="91" y="14"/>
                  </a:cubicBezTo>
                  <a:cubicBezTo>
                    <a:pt x="79" y="0"/>
                    <a:pt x="79" y="0"/>
                    <a:pt x="79" y="0"/>
                  </a:cubicBezTo>
                  <a:lnTo>
                    <a:pt x="60" y="34"/>
                  </a:lnTo>
                  <a:close/>
                  <a:moveTo>
                    <a:pt x="50" y="71"/>
                  </a:moveTo>
                  <a:cubicBezTo>
                    <a:pt x="44" y="85"/>
                    <a:pt x="31" y="90"/>
                    <a:pt x="22" y="87"/>
                  </a:cubicBezTo>
                  <a:cubicBezTo>
                    <a:pt x="14" y="83"/>
                    <a:pt x="11" y="68"/>
                    <a:pt x="17" y="53"/>
                  </a:cubicBezTo>
                  <a:cubicBezTo>
                    <a:pt x="23" y="38"/>
                    <a:pt x="34" y="30"/>
                    <a:pt x="43" y="34"/>
                  </a:cubicBezTo>
                  <a:cubicBezTo>
                    <a:pt x="51" y="37"/>
                    <a:pt x="59" y="50"/>
                    <a:pt x="50"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59" name="Freeform 43"/>
          <p:cNvSpPr>
            <a:spLocks noEditPoints="1"/>
          </p:cNvSpPr>
          <p:nvPr/>
        </p:nvSpPr>
        <p:spPr bwMode="auto">
          <a:xfrm>
            <a:off x="1468009" y="2951055"/>
            <a:ext cx="440874" cy="386805"/>
          </a:xfrm>
          <a:custGeom>
            <a:avLst/>
            <a:gdLst>
              <a:gd name="T0" fmla="*/ 211 w 288"/>
              <a:gd name="T1" fmla="*/ 142 h 252"/>
              <a:gd name="T2" fmla="*/ 250 w 288"/>
              <a:gd name="T3" fmla="*/ 101 h 252"/>
              <a:gd name="T4" fmla="*/ 255 w 288"/>
              <a:gd name="T5" fmla="*/ 67 h 252"/>
              <a:gd name="T6" fmla="*/ 249 w 288"/>
              <a:gd name="T7" fmla="*/ 6 h 252"/>
              <a:gd name="T8" fmla="*/ 190 w 288"/>
              <a:gd name="T9" fmla="*/ 65 h 252"/>
              <a:gd name="T10" fmla="*/ 103 w 288"/>
              <a:gd name="T11" fmla="*/ 50 h 252"/>
              <a:gd name="T12" fmla="*/ 141 w 288"/>
              <a:gd name="T13" fmla="*/ 11 h 252"/>
              <a:gd name="T14" fmla="*/ 73 w 288"/>
              <a:gd name="T15" fmla="*/ 12 h 252"/>
              <a:gd name="T16" fmla="*/ 38 w 288"/>
              <a:gd name="T17" fmla="*/ 43 h 252"/>
              <a:gd name="T18" fmla="*/ 34 w 288"/>
              <a:gd name="T19" fmla="*/ 54 h 252"/>
              <a:gd name="T20" fmla="*/ 14 w 288"/>
              <a:gd name="T21" fmla="*/ 70 h 252"/>
              <a:gd name="T22" fmla="*/ 19 w 288"/>
              <a:gd name="T23" fmla="*/ 107 h 252"/>
              <a:gd name="T24" fmla="*/ 38 w 288"/>
              <a:gd name="T25" fmla="*/ 88 h 252"/>
              <a:gd name="T26" fmla="*/ 76 w 288"/>
              <a:gd name="T27" fmla="*/ 77 h 252"/>
              <a:gd name="T28" fmla="*/ 130 w 288"/>
              <a:gd name="T29" fmla="*/ 126 h 252"/>
              <a:gd name="T30" fmla="*/ 89 w 288"/>
              <a:gd name="T31" fmla="*/ 233 h 252"/>
              <a:gd name="T32" fmla="*/ 186 w 288"/>
              <a:gd name="T33" fmla="*/ 198 h 252"/>
              <a:gd name="T34" fmla="*/ 248 w 288"/>
              <a:gd name="T35" fmla="*/ 246 h 252"/>
              <a:gd name="T36" fmla="*/ 269 w 288"/>
              <a:gd name="T37" fmla="*/ 197 h 252"/>
              <a:gd name="T38" fmla="*/ 11 w 288"/>
              <a:gd name="T39" fmla="*/ 89 h 252"/>
              <a:gd name="T40" fmla="*/ 14 w 288"/>
              <a:gd name="T41" fmla="*/ 76 h 252"/>
              <a:gd name="T42" fmla="*/ 44 w 288"/>
              <a:gd name="T43" fmla="*/ 53 h 252"/>
              <a:gd name="T44" fmla="*/ 27 w 288"/>
              <a:gd name="T45" fmla="*/ 77 h 252"/>
              <a:gd name="T46" fmla="*/ 38 w 288"/>
              <a:gd name="T47" fmla="*/ 57 h 252"/>
              <a:gd name="T48" fmla="*/ 45 w 288"/>
              <a:gd name="T49" fmla="*/ 53 h 252"/>
              <a:gd name="T50" fmla="*/ 79 w 288"/>
              <a:gd name="T51" fmla="*/ 20 h 252"/>
              <a:gd name="T52" fmla="*/ 77 w 288"/>
              <a:gd name="T53" fmla="*/ 15 h 252"/>
              <a:gd name="T54" fmla="*/ 105 w 288"/>
              <a:gd name="T55" fmla="*/ 9 h 252"/>
              <a:gd name="T56" fmla="*/ 199 w 288"/>
              <a:gd name="T57" fmla="*/ 67 h 252"/>
              <a:gd name="T58" fmla="*/ 236 w 288"/>
              <a:gd name="T59" fmla="*/ 95 h 252"/>
              <a:gd name="T60" fmla="*/ 223 w 288"/>
              <a:gd name="T61" fmla="*/ 91 h 252"/>
              <a:gd name="T62" fmla="*/ 210 w 288"/>
              <a:gd name="T63" fmla="*/ 82 h 252"/>
              <a:gd name="T64" fmla="*/ 167 w 288"/>
              <a:gd name="T65" fmla="*/ 114 h 252"/>
              <a:gd name="T66" fmla="*/ 199 w 288"/>
              <a:gd name="T67" fmla="*/ 67 h 252"/>
              <a:gd name="T68" fmla="*/ 62 w 288"/>
              <a:gd name="T69" fmla="*/ 209 h 252"/>
              <a:gd name="T70" fmla="*/ 61 w 288"/>
              <a:gd name="T71" fmla="*/ 205 h 252"/>
              <a:gd name="T72" fmla="*/ 140 w 288"/>
              <a:gd name="T73" fmla="*/ 141 h 252"/>
              <a:gd name="T74" fmla="*/ 62 w 288"/>
              <a:gd name="T75" fmla="*/ 208 h 252"/>
              <a:gd name="T76" fmla="*/ 70 w 288"/>
              <a:gd name="T77" fmla="*/ 214 h 252"/>
              <a:gd name="T78" fmla="*/ 82 w 288"/>
              <a:gd name="T79" fmla="*/ 219 h 252"/>
              <a:gd name="T80" fmla="*/ 68 w 288"/>
              <a:gd name="T81" fmla="*/ 228 h 252"/>
              <a:gd name="T82" fmla="*/ 69 w 288"/>
              <a:gd name="T83" fmla="*/ 225 h 252"/>
              <a:gd name="T84" fmla="*/ 79 w 288"/>
              <a:gd name="T85" fmla="*/ 219 h 252"/>
              <a:gd name="T86" fmla="*/ 82 w 288"/>
              <a:gd name="T87" fmla="*/ 219 h 252"/>
              <a:gd name="T88" fmla="*/ 79 w 288"/>
              <a:gd name="T89" fmla="*/ 207 h 252"/>
              <a:gd name="T90" fmla="*/ 82 w 288"/>
              <a:gd name="T91" fmla="*/ 210 h 252"/>
              <a:gd name="T92" fmla="*/ 252 w 288"/>
              <a:gd name="T93" fmla="*/ 226 h 252"/>
              <a:gd name="T94" fmla="*/ 247 w 288"/>
              <a:gd name="T95" fmla="*/ 212 h 252"/>
              <a:gd name="T96" fmla="*/ 194 w 288"/>
              <a:gd name="T97" fmla="*/ 161 h 252"/>
              <a:gd name="T98" fmla="*/ 170 w 288"/>
              <a:gd name="T99" fmla="*/ 144 h 252"/>
              <a:gd name="T100" fmla="*/ 176 w 288"/>
              <a:gd name="T101" fmla="*/ 134 h 252"/>
              <a:gd name="T102" fmla="*/ 205 w 288"/>
              <a:gd name="T103" fmla="*/ 151 h 252"/>
              <a:gd name="T104" fmla="*/ 257 w 288"/>
              <a:gd name="T105" fmla="*/ 201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8" h="252">
                <a:moveTo>
                  <a:pt x="269" y="197"/>
                </a:moveTo>
                <a:cubicBezTo>
                  <a:pt x="258" y="189"/>
                  <a:pt x="239" y="183"/>
                  <a:pt x="224" y="160"/>
                </a:cubicBezTo>
                <a:cubicBezTo>
                  <a:pt x="221" y="154"/>
                  <a:pt x="216" y="148"/>
                  <a:pt x="211" y="142"/>
                </a:cubicBezTo>
                <a:cubicBezTo>
                  <a:pt x="205" y="137"/>
                  <a:pt x="199" y="132"/>
                  <a:pt x="193" y="129"/>
                </a:cubicBezTo>
                <a:cubicBezTo>
                  <a:pt x="223" y="99"/>
                  <a:pt x="223" y="99"/>
                  <a:pt x="223" y="99"/>
                </a:cubicBezTo>
                <a:cubicBezTo>
                  <a:pt x="232" y="103"/>
                  <a:pt x="242" y="103"/>
                  <a:pt x="250" y="101"/>
                </a:cubicBezTo>
                <a:cubicBezTo>
                  <a:pt x="257" y="100"/>
                  <a:pt x="264" y="96"/>
                  <a:pt x="270" y="90"/>
                </a:cubicBezTo>
                <a:cubicBezTo>
                  <a:pt x="283" y="76"/>
                  <a:pt x="288" y="57"/>
                  <a:pt x="282" y="40"/>
                </a:cubicBezTo>
                <a:cubicBezTo>
                  <a:pt x="255" y="67"/>
                  <a:pt x="255" y="67"/>
                  <a:pt x="255" y="67"/>
                </a:cubicBezTo>
                <a:cubicBezTo>
                  <a:pt x="229" y="60"/>
                  <a:pt x="229" y="60"/>
                  <a:pt x="229" y="60"/>
                </a:cubicBezTo>
                <a:cubicBezTo>
                  <a:pt x="222" y="33"/>
                  <a:pt x="222" y="33"/>
                  <a:pt x="222" y="33"/>
                </a:cubicBezTo>
                <a:cubicBezTo>
                  <a:pt x="249" y="6"/>
                  <a:pt x="249" y="6"/>
                  <a:pt x="249" y="6"/>
                </a:cubicBezTo>
                <a:cubicBezTo>
                  <a:pt x="232" y="1"/>
                  <a:pt x="213" y="5"/>
                  <a:pt x="199" y="19"/>
                </a:cubicBezTo>
                <a:cubicBezTo>
                  <a:pt x="193" y="25"/>
                  <a:pt x="189" y="32"/>
                  <a:pt x="187" y="39"/>
                </a:cubicBezTo>
                <a:cubicBezTo>
                  <a:pt x="185" y="47"/>
                  <a:pt x="186" y="56"/>
                  <a:pt x="190" y="65"/>
                </a:cubicBezTo>
                <a:cubicBezTo>
                  <a:pt x="152" y="104"/>
                  <a:pt x="152" y="104"/>
                  <a:pt x="152" y="104"/>
                </a:cubicBezTo>
                <a:cubicBezTo>
                  <a:pt x="103" y="54"/>
                  <a:pt x="103" y="54"/>
                  <a:pt x="103" y="54"/>
                </a:cubicBezTo>
                <a:cubicBezTo>
                  <a:pt x="104" y="53"/>
                  <a:pt x="104" y="51"/>
                  <a:pt x="103" y="50"/>
                </a:cubicBezTo>
                <a:cubicBezTo>
                  <a:pt x="95" y="41"/>
                  <a:pt x="91" y="31"/>
                  <a:pt x="101" y="21"/>
                </a:cubicBezTo>
                <a:cubicBezTo>
                  <a:pt x="110" y="12"/>
                  <a:pt x="127" y="10"/>
                  <a:pt x="138" y="12"/>
                </a:cubicBezTo>
                <a:cubicBezTo>
                  <a:pt x="139" y="13"/>
                  <a:pt x="141" y="12"/>
                  <a:pt x="141" y="11"/>
                </a:cubicBezTo>
                <a:cubicBezTo>
                  <a:pt x="141" y="10"/>
                  <a:pt x="141" y="9"/>
                  <a:pt x="139" y="8"/>
                </a:cubicBezTo>
                <a:cubicBezTo>
                  <a:pt x="139" y="8"/>
                  <a:pt x="139" y="8"/>
                  <a:pt x="139" y="8"/>
                </a:cubicBezTo>
                <a:cubicBezTo>
                  <a:pt x="118" y="0"/>
                  <a:pt x="93" y="1"/>
                  <a:pt x="73" y="12"/>
                </a:cubicBezTo>
                <a:cubicBezTo>
                  <a:pt x="71" y="13"/>
                  <a:pt x="71" y="13"/>
                  <a:pt x="71" y="13"/>
                </a:cubicBezTo>
                <a:cubicBezTo>
                  <a:pt x="71" y="12"/>
                  <a:pt x="69" y="12"/>
                  <a:pt x="68" y="13"/>
                </a:cubicBezTo>
                <a:cubicBezTo>
                  <a:pt x="38" y="43"/>
                  <a:pt x="38" y="43"/>
                  <a:pt x="38" y="43"/>
                </a:cubicBezTo>
                <a:cubicBezTo>
                  <a:pt x="37" y="44"/>
                  <a:pt x="37" y="45"/>
                  <a:pt x="38" y="46"/>
                </a:cubicBezTo>
                <a:cubicBezTo>
                  <a:pt x="37" y="47"/>
                  <a:pt x="37" y="47"/>
                  <a:pt x="37" y="47"/>
                </a:cubicBezTo>
                <a:cubicBezTo>
                  <a:pt x="36" y="49"/>
                  <a:pt x="35" y="51"/>
                  <a:pt x="34" y="54"/>
                </a:cubicBezTo>
                <a:cubicBezTo>
                  <a:pt x="33" y="58"/>
                  <a:pt x="30" y="62"/>
                  <a:pt x="27" y="65"/>
                </a:cubicBezTo>
                <a:cubicBezTo>
                  <a:pt x="25" y="67"/>
                  <a:pt x="23" y="69"/>
                  <a:pt x="20" y="70"/>
                </a:cubicBezTo>
                <a:cubicBezTo>
                  <a:pt x="18" y="69"/>
                  <a:pt x="16" y="69"/>
                  <a:pt x="14" y="70"/>
                </a:cubicBezTo>
                <a:cubicBezTo>
                  <a:pt x="1" y="83"/>
                  <a:pt x="1" y="83"/>
                  <a:pt x="1" y="83"/>
                </a:cubicBezTo>
                <a:cubicBezTo>
                  <a:pt x="0" y="85"/>
                  <a:pt x="0" y="87"/>
                  <a:pt x="1" y="89"/>
                </a:cubicBezTo>
                <a:cubicBezTo>
                  <a:pt x="19" y="107"/>
                  <a:pt x="19" y="107"/>
                  <a:pt x="19" y="107"/>
                </a:cubicBezTo>
                <a:cubicBezTo>
                  <a:pt x="21" y="109"/>
                  <a:pt x="24" y="109"/>
                  <a:pt x="26" y="107"/>
                </a:cubicBezTo>
                <a:cubicBezTo>
                  <a:pt x="38" y="94"/>
                  <a:pt x="38" y="94"/>
                  <a:pt x="38" y="94"/>
                </a:cubicBezTo>
                <a:cubicBezTo>
                  <a:pt x="40" y="93"/>
                  <a:pt x="40" y="90"/>
                  <a:pt x="38" y="88"/>
                </a:cubicBezTo>
                <a:cubicBezTo>
                  <a:pt x="38" y="88"/>
                  <a:pt x="38" y="88"/>
                  <a:pt x="38" y="88"/>
                </a:cubicBezTo>
                <a:cubicBezTo>
                  <a:pt x="39" y="85"/>
                  <a:pt x="41" y="83"/>
                  <a:pt x="43" y="81"/>
                </a:cubicBezTo>
                <a:cubicBezTo>
                  <a:pt x="46" y="78"/>
                  <a:pt x="60" y="64"/>
                  <a:pt x="76" y="77"/>
                </a:cubicBezTo>
                <a:cubicBezTo>
                  <a:pt x="77" y="78"/>
                  <a:pt x="79" y="78"/>
                  <a:pt x="80" y="77"/>
                </a:cubicBezTo>
                <a:cubicBezTo>
                  <a:pt x="80" y="77"/>
                  <a:pt x="80" y="77"/>
                  <a:pt x="80" y="77"/>
                </a:cubicBezTo>
                <a:cubicBezTo>
                  <a:pt x="130" y="126"/>
                  <a:pt x="130" y="126"/>
                  <a:pt x="130" y="126"/>
                </a:cubicBezTo>
                <a:cubicBezTo>
                  <a:pt x="56" y="199"/>
                  <a:pt x="56" y="199"/>
                  <a:pt x="56" y="199"/>
                </a:cubicBezTo>
                <a:cubicBezTo>
                  <a:pt x="47" y="209"/>
                  <a:pt x="47" y="224"/>
                  <a:pt x="56" y="233"/>
                </a:cubicBezTo>
                <a:cubicBezTo>
                  <a:pt x="65" y="242"/>
                  <a:pt x="80" y="242"/>
                  <a:pt x="89" y="233"/>
                </a:cubicBezTo>
                <a:cubicBezTo>
                  <a:pt x="155" y="167"/>
                  <a:pt x="155" y="167"/>
                  <a:pt x="155" y="167"/>
                </a:cubicBezTo>
                <a:cubicBezTo>
                  <a:pt x="158" y="173"/>
                  <a:pt x="163" y="179"/>
                  <a:pt x="168" y="185"/>
                </a:cubicBezTo>
                <a:cubicBezTo>
                  <a:pt x="174" y="190"/>
                  <a:pt x="180" y="195"/>
                  <a:pt x="186" y="198"/>
                </a:cubicBezTo>
                <a:cubicBezTo>
                  <a:pt x="209" y="213"/>
                  <a:pt x="215" y="232"/>
                  <a:pt x="223" y="243"/>
                </a:cubicBezTo>
                <a:cubicBezTo>
                  <a:pt x="225" y="245"/>
                  <a:pt x="225" y="245"/>
                  <a:pt x="225" y="245"/>
                </a:cubicBezTo>
                <a:cubicBezTo>
                  <a:pt x="232" y="252"/>
                  <a:pt x="242" y="252"/>
                  <a:pt x="248" y="246"/>
                </a:cubicBezTo>
                <a:cubicBezTo>
                  <a:pt x="272" y="222"/>
                  <a:pt x="272" y="222"/>
                  <a:pt x="272" y="222"/>
                </a:cubicBezTo>
                <a:cubicBezTo>
                  <a:pt x="278" y="216"/>
                  <a:pt x="278" y="206"/>
                  <a:pt x="271" y="199"/>
                </a:cubicBezTo>
                <a:lnTo>
                  <a:pt x="269" y="197"/>
                </a:lnTo>
                <a:close/>
                <a:moveTo>
                  <a:pt x="19" y="81"/>
                </a:moveTo>
                <a:cubicBezTo>
                  <a:pt x="11" y="89"/>
                  <a:pt x="11" y="89"/>
                  <a:pt x="11" y="89"/>
                </a:cubicBezTo>
                <a:cubicBezTo>
                  <a:pt x="11" y="89"/>
                  <a:pt x="11" y="89"/>
                  <a:pt x="11" y="89"/>
                </a:cubicBezTo>
                <a:cubicBezTo>
                  <a:pt x="10" y="90"/>
                  <a:pt x="8" y="90"/>
                  <a:pt x="6" y="89"/>
                </a:cubicBezTo>
                <a:cubicBezTo>
                  <a:pt x="5" y="88"/>
                  <a:pt x="5" y="85"/>
                  <a:pt x="6" y="84"/>
                </a:cubicBezTo>
                <a:cubicBezTo>
                  <a:pt x="14" y="76"/>
                  <a:pt x="14" y="76"/>
                  <a:pt x="14" y="76"/>
                </a:cubicBezTo>
                <a:cubicBezTo>
                  <a:pt x="15" y="74"/>
                  <a:pt x="18" y="74"/>
                  <a:pt x="19" y="76"/>
                </a:cubicBezTo>
                <a:cubicBezTo>
                  <a:pt x="21" y="77"/>
                  <a:pt x="21" y="80"/>
                  <a:pt x="19" y="81"/>
                </a:cubicBezTo>
                <a:close/>
                <a:moveTo>
                  <a:pt x="44" y="53"/>
                </a:moveTo>
                <a:cubicBezTo>
                  <a:pt x="43" y="56"/>
                  <a:pt x="42" y="58"/>
                  <a:pt x="41" y="60"/>
                </a:cubicBezTo>
                <a:cubicBezTo>
                  <a:pt x="39" y="64"/>
                  <a:pt x="37" y="68"/>
                  <a:pt x="33" y="72"/>
                </a:cubicBezTo>
                <a:cubicBezTo>
                  <a:pt x="31" y="74"/>
                  <a:pt x="29" y="76"/>
                  <a:pt x="27" y="77"/>
                </a:cubicBezTo>
                <a:cubicBezTo>
                  <a:pt x="24" y="74"/>
                  <a:pt x="24" y="74"/>
                  <a:pt x="24" y="74"/>
                </a:cubicBezTo>
                <a:cubicBezTo>
                  <a:pt x="26" y="72"/>
                  <a:pt x="28" y="71"/>
                  <a:pt x="30" y="69"/>
                </a:cubicBezTo>
                <a:cubicBezTo>
                  <a:pt x="34" y="65"/>
                  <a:pt x="36" y="61"/>
                  <a:pt x="38" y="57"/>
                </a:cubicBezTo>
                <a:cubicBezTo>
                  <a:pt x="39" y="55"/>
                  <a:pt x="40" y="53"/>
                  <a:pt x="41" y="50"/>
                </a:cubicBezTo>
                <a:cubicBezTo>
                  <a:pt x="42" y="49"/>
                  <a:pt x="42" y="49"/>
                  <a:pt x="42" y="49"/>
                </a:cubicBezTo>
                <a:cubicBezTo>
                  <a:pt x="45" y="53"/>
                  <a:pt x="45" y="53"/>
                  <a:pt x="45" y="53"/>
                </a:cubicBezTo>
                <a:lnTo>
                  <a:pt x="44" y="53"/>
                </a:lnTo>
                <a:close/>
                <a:moveTo>
                  <a:pt x="80" y="20"/>
                </a:moveTo>
                <a:cubicBezTo>
                  <a:pt x="79" y="20"/>
                  <a:pt x="79" y="20"/>
                  <a:pt x="79" y="20"/>
                </a:cubicBezTo>
                <a:cubicBezTo>
                  <a:pt x="76" y="17"/>
                  <a:pt x="76" y="17"/>
                  <a:pt x="76" y="17"/>
                </a:cubicBezTo>
                <a:cubicBezTo>
                  <a:pt x="76" y="17"/>
                  <a:pt x="76" y="16"/>
                  <a:pt x="76" y="16"/>
                </a:cubicBezTo>
                <a:cubicBezTo>
                  <a:pt x="76" y="16"/>
                  <a:pt x="76" y="15"/>
                  <a:pt x="77" y="15"/>
                </a:cubicBezTo>
                <a:cubicBezTo>
                  <a:pt x="86" y="11"/>
                  <a:pt x="95" y="8"/>
                  <a:pt x="105" y="7"/>
                </a:cubicBezTo>
                <a:cubicBezTo>
                  <a:pt x="105" y="6"/>
                  <a:pt x="106" y="7"/>
                  <a:pt x="106" y="8"/>
                </a:cubicBezTo>
                <a:cubicBezTo>
                  <a:pt x="106" y="8"/>
                  <a:pt x="106" y="9"/>
                  <a:pt x="105" y="9"/>
                </a:cubicBezTo>
                <a:cubicBezTo>
                  <a:pt x="105" y="9"/>
                  <a:pt x="105" y="9"/>
                  <a:pt x="105" y="9"/>
                </a:cubicBezTo>
                <a:cubicBezTo>
                  <a:pt x="96" y="11"/>
                  <a:pt x="88" y="15"/>
                  <a:pt x="80" y="20"/>
                </a:cubicBezTo>
                <a:close/>
                <a:moveTo>
                  <a:pt x="199" y="67"/>
                </a:moveTo>
                <a:cubicBezTo>
                  <a:pt x="193" y="56"/>
                  <a:pt x="192" y="43"/>
                  <a:pt x="199" y="32"/>
                </a:cubicBezTo>
                <a:cubicBezTo>
                  <a:pt x="195" y="48"/>
                  <a:pt x="197" y="60"/>
                  <a:pt x="207" y="72"/>
                </a:cubicBezTo>
                <a:cubicBezTo>
                  <a:pt x="218" y="86"/>
                  <a:pt x="229" y="91"/>
                  <a:pt x="236" y="95"/>
                </a:cubicBezTo>
                <a:cubicBezTo>
                  <a:pt x="231" y="94"/>
                  <a:pt x="227" y="93"/>
                  <a:pt x="223" y="91"/>
                </a:cubicBezTo>
                <a:cubicBezTo>
                  <a:pt x="223" y="91"/>
                  <a:pt x="223" y="91"/>
                  <a:pt x="223" y="91"/>
                </a:cubicBezTo>
                <a:cubicBezTo>
                  <a:pt x="223" y="91"/>
                  <a:pt x="223" y="91"/>
                  <a:pt x="223" y="91"/>
                </a:cubicBezTo>
                <a:cubicBezTo>
                  <a:pt x="219" y="89"/>
                  <a:pt x="215" y="86"/>
                  <a:pt x="212" y="84"/>
                </a:cubicBezTo>
                <a:cubicBezTo>
                  <a:pt x="212" y="83"/>
                  <a:pt x="212" y="83"/>
                  <a:pt x="212" y="83"/>
                </a:cubicBezTo>
                <a:cubicBezTo>
                  <a:pt x="211" y="83"/>
                  <a:pt x="211" y="82"/>
                  <a:pt x="210" y="82"/>
                </a:cubicBezTo>
                <a:cubicBezTo>
                  <a:pt x="175" y="117"/>
                  <a:pt x="175" y="117"/>
                  <a:pt x="175" y="117"/>
                </a:cubicBezTo>
                <a:cubicBezTo>
                  <a:pt x="174" y="116"/>
                  <a:pt x="173" y="115"/>
                  <a:pt x="172" y="115"/>
                </a:cubicBezTo>
                <a:cubicBezTo>
                  <a:pt x="167" y="114"/>
                  <a:pt x="167" y="114"/>
                  <a:pt x="167" y="114"/>
                </a:cubicBezTo>
                <a:cubicBezTo>
                  <a:pt x="166" y="114"/>
                  <a:pt x="165" y="115"/>
                  <a:pt x="164" y="115"/>
                </a:cubicBezTo>
                <a:cubicBezTo>
                  <a:pt x="157" y="109"/>
                  <a:pt x="157" y="109"/>
                  <a:pt x="157" y="109"/>
                </a:cubicBezTo>
                <a:lnTo>
                  <a:pt x="199" y="67"/>
                </a:lnTo>
                <a:close/>
                <a:moveTo>
                  <a:pt x="62" y="208"/>
                </a:moveTo>
                <a:cubicBezTo>
                  <a:pt x="62" y="208"/>
                  <a:pt x="62" y="209"/>
                  <a:pt x="62" y="209"/>
                </a:cubicBezTo>
                <a:cubicBezTo>
                  <a:pt x="62" y="209"/>
                  <a:pt x="62" y="209"/>
                  <a:pt x="62" y="209"/>
                </a:cubicBezTo>
                <a:cubicBezTo>
                  <a:pt x="58" y="213"/>
                  <a:pt x="57" y="218"/>
                  <a:pt x="59" y="223"/>
                </a:cubicBezTo>
                <a:cubicBezTo>
                  <a:pt x="58" y="223"/>
                  <a:pt x="58" y="223"/>
                  <a:pt x="58" y="223"/>
                </a:cubicBezTo>
                <a:cubicBezTo>
                  <a:pt x="55" y="217"/>
                  <a:pt x="56" y="210"/>
                  <a:pt x="61" y="205"/>
                </a:cubicBezTo>
                <a:cubicBezTo>
                  <a:pt x="135" y="131"/>
                  <a:pt x="135" y="131"/>
                  <a:pt x="135" y="131"/>
                </a:cubicBezTo>
                <a:cubicBezTo>
                  <a:pt x="141" y="138"/>
                  <a:pt x="141" y="138"/>
                  <a:pt x="141" y="138"/>
                </a:cubicBezTo>
                <a:cubicBezTo>
                  <a:pt x="141" y="139"/>
                  <a:pt x="140" y="140"/>
                  <a:pt x="140" y="141"/>
                </a:cubicBezTo>
                <a:cubicBezTo>
                  <a:pt x="76" y="206"/>
                  <a:pt x="76" y="206"/>
                  <a:pt x="76" y="206"/>
                </a:cubicBezTo>
                <a:cubicBezTo>
                  <a:pt x="73" y="204"/>
                  <a:pt x="69" y="205"/>
                  <a:pt x="66" y="206"/>
                </a:cubicBezTo>
                <a:cubicBezTo>
                  <a:pt x="65" y="206"/>
                  <a:pt x="63" y="207"/>
                  <a:pt x="62" y="208"/>
                </a:cubicBezTo>
                <a:close/>
                <a:moveTo>
                  <a:pt x="73" y="222"/>
                </a:moveTo>
                <a:cubicBezTo>
                  <a:pt x="71" y="222"/>
                  <a:pt x="69" y="221"/>
                  <a:pt x="68" y="219"/>
                </a:cubicBezTo>
                <a:cubicBezTo>
                  <a:pt x="67" y="217"/>
                  <a:pt x="68" y="215"/>
                  <a:pt x="70" y="214"/>
                </a:cubicBezTo>
                <a:cubicBezTo>
                  <a:pt x="72" y="213"/>
                  <a:pt x="75" y="214"/>
                  <a:pt x="76" y="216"/>
                </a:cubicBezTo>
                <a:cubicBezTo>
                  <a:pt x="76" y="219"/>
                  <a:pt x="75" y="221"/>
                  <a:pt x="73" y="222"/>
                </a:cubicBezTo>
                <a:close/>
                <a:moveTo>
                  <a:pt x="82" y="219"/>
                </a:moveTo>
                <a:cubicBezTo>
                  <a:pt x="82" y="219"/>
                  <a:pt x="82" y="219"/>
                  <a:pt x="82" y="219"/>
                </a:cubicBezTo>
                <a:cubicBezTo>
                  <a:pt x="82" y="222"/>
                  <a:pt x="81" y="225"/>
                  <a:pt x="78" y="226"/>
                </a:cubicBezTo>
                <a:cubicBezTo>
                  <a:pt x="75" y="229"/>
                  <a:pt x="72" y="229"/>
                  <a:pt x="68" y="228"/>
                </a:cubicBezTo>
                <a:cubicBezTo>
                  <a:pt x="68" y="228"/>
                  <a:pt x="68" y="228"/>
                  <a:pt x="68" y="228"/>
                </a:cubicBezTo>
                <a:cubicBezTo>
                  <a:pt x="67" y="228"/>
                  <a:pt x="67" y="227"/>
                  <a:pt x="67" y="226"/>
                </a:cubicBezTo>
                <a:cubicBezTo>
                  <a:pt x="67" y="225"/>
                  <a:pt x="68" y="224"/>
                  <a:pt x="69" y="225"/>
                </a:cubicBezTo>
                <a:cubicBezTo>
                  <a:pt x="71" y="225"/>
                  <a:pt x="74" y="225"/>
                  <a:pt x="76" y="224"/>
                </a:cubicBezTo>
                <a:cubicBezTo>
                  <a:pt x="78" y="222"/>
                  <a:pt x="78" y="220"/>
                  <a:pt x="79" y="219"/>
                </a:cubicBezTo>
                <a:cubicBezTo>
                  <a:pt x="79" y="219"/>
                  <a:pt x="79" y="219"/>
                  <a:pt x="79" y="219"/>
                </a:cubicBezTo>
                <a:cubicBezTo>
                  <a:pt x="79" y="218"/>
                  <a:pt x="79" y="218"/>
                  <a:pt x="79" y="218"/>
                </a:cubicBezTo>
                <a:cubicBezTo>
                  <a:pt x="79" y="217"/>
                  <a:pt x="80" y="217"/>
                  <a:pt x="81" y="217"/>
                </a:cubicBezTo>
                <a:cubicBezTo>
                  <a:pt x="82" y="217"/>
                  <a:pt x="83" y="218"/>
                  <a:pt x="82" y="219"/>
                </a:cubicBezTo>
                <a:close/>
                <a:moveTo>
                  <a:pt x="82" y="210"/>
                </a:moveTo>
                <a:cubicBezTo>
                  <a:pt x="82" y="210"/>
                  <a:pt x="81" y="209"/>
                  <a:pt x="81" y="209"/>
                </a:cubicBezTo>
                <a:cubicBezTo>
                  <a:pt x="80" y="208"/>
                  <a:pt x="80" y="208"/>
                  <a:pt x="79" y="207"/>
                </a:cubicBezTo>
                <a:cubicBezTo>
                  <a:pt x="141" y="146"/>
                  <a:pt x="141" y="146"/>
                  <a:pt x="141" y="146"/>
                </a:cubicBezTo>
                <a:cubicBezTo>
                  <a:pt x="141" y="147"/>
                  <a:pt x="142" y="148"/>
                  <a:pt x="143" y="149"/>
                </a:cubicBezTo>
                <a:lnTo>
                  <a:pt x="82" y="210"/>
                </a:lnTo>
                <a:close/>
                <a:moveTo>
                  <a:pt x="260" y="218"/>
                </a:moveTo>
                <a:cubicBezTo>
                  <a:pt x="253" y="226"/>
                  <a:pt x="253" y="226"/>
                  <a:pt x="253" y="226"/>
                </a:cubicBezTo>
                <a:cubicBezTo>
                  <a:pt x="252" y="226"/>
                  <a:pt x="252" y="226"/>
                  <a:pt x="252" y="226"/>
                </a:cubicBezTo>
                <a:cubicBezTo>
                  <a:pt x="252" y="226"/>
                  <a:pt x="252" y="226"/>
                  <a:pt x="252" y="226"/>
                </a:cubicBezTo>
                <a:cubicBezTo>
                  <a:pt x="252" y="226"/>
                  <a:pt x="252" y="226"/>
                  <a:pt x="252" y="226"/>
                </a:cubicBezTo>
                <a:cubicBezTo>
                  <a:pt x="253" y="221"/>
                  <a:pt x="251" y="216"/>
                  <a:pt x="247" y="212"/>
                </a:cubicBezTo>
                <a:cubicBezTo>
                  <a:pt x="245" y="210"/>
                  <a:pt x="245" y="210"/>
                  <a:pt x="245" y="210"/>
                </a:cubicBezTo>
                <a:cubicBezTo>
                  <a:pt x="235" y="202"/>
                  <a:pt x="220" y="195"/>
                  <a:pt x="206" y="177"/>
                </a:cubicBezTo>
                <a:cubicBezTo>
                  <a:pt x="203" y="171"/>
                  <a:pt x="199" y="166"/>
                  <a:pt x="194" y="161"/>
                </a:cubicBezTo>
                <a:cubicBezTo>
                  <a:pt x="186" y="154"/>
                  <a:pt x="178" y="148"/>
                  <a:pt x="171" y="145"/>
                </a:cubicBezTo>
                <a:cubicBezTo>
                  <a:pt x="171" y="145"/>
                  <a:pt x="171" y="145"/>
                  <a:pt x="171" y="145"/>
                </a:cubicBezTo>
                <a:cubicBezTo>
                  <a:pt x="171" y="144"/>
                  <a:pt x="170" y="144"/>
                  <a:pt x="170" y="144"/>
                </a:cubicBezTo>
                <a:cubicBezTo>
                  <a:pt x="169" y="143"/>
                  <a:pt x="169" y="141"/>
                  <a:pt x="170" y="140"/>
                </a:cubicBezTo>
                <a:cubicBezTo>
                  <a:pt x="170" y="140"/>
                  <a:pt x="170" y="140"/>
                  <a:pt x="170" y="140"/>
                </a:cubicBezTo>
                <a:cubicBezTo>
                  <a:pt x="176" y="134"/>
                  <a:pt x="176" y="134"/>
                  <a:pt x="176" y="134"/>
                </a:cubicBezTo>
                <a:cubicBezTo>
                  <a:pt x="176" y="134"/>
                  <a:pt x="176" y="134"/>
                  <a:pt x="176" y="134"/>
                </a:cubicBezTo>
                <a:cubicBezTo>
                  <a:pt x="177" y="133"/>
                  <a:pt x="179" y="133"/>
                  <a:pt x="180" y="134"/>
                </a:cubicBezTo>
                <a:cubicBezTo>
                  <a:pt x="188" y="137"/>
                  <a:pt x="197" y="143"/>
                  <a:pt x="205" y="151"/>
                </a:cubicBezTo>
                <a:cubicBezTo>
                  <a:pt x="209" y="156"/>
                  <a:pt x="214" y="161"/>
                  <a:pt x="217" y="166"/>
                </a:cubicBezTo>
                <a:cubicBezTo>
                  <a:pt x="230" y="185"/>
                  <a:pt x="246" y="192"/>
                  <a:pt x="255" y="199"/>
                </a:cubicBezTo>
                <a:cubicBezTo>
                  <a:pt x="257" y="201"/>
                  <a:pt x="257" y="201"/>
                  <a:pt x="257" y="201"/>
                </a:cubicBezTo>
                <a:cubicBezTo>
                  <a:pt x="266" y="207"/>
                  <a:pt x="266" y="213"/>
                  <a:pt x="260" y="218"/>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260" name="组合 259"/>
          <p:cNvGrpSpPr/>
          <p:nvPr/>
        </p:nvGrpSpPr>
        <p:grpSpPr>
          <a:xfrm>
            <a:off x="6385125" y="3436149"/>
            <a:ext cx="387637" cy="277835"/>
            <a:chOff x="6510338" y="3348038"/>
            <a:chExt cx="739776" cy="530226"/>
          </a:xfrm>
          <a:solidFill>
            <a:srgbClr val="707E84"/>
          </a:solidFill>
        </p:grpSpPr>
        <p:sp>
          <p:nvSpPr>
            <p:cNvPr id="261" name="Freeform 44"/>
            <p:cNvSpPr>
              <a:spLocks noEditPoints="1"/>
            </p:cNvSpPr>
            <p:nvPr/>
          </p:nvSpPr>
          <p:spPr bwMode="auto">
            <a:xfrm>
              <a:off x="6673851" y="3348038"/>
              <a:ext cx="412750" cy="527050"/>
            </a:xfrm>
            <a:custGeom>
              <a:avLst/>
              <a:gdLst>
                <a:gd name="T0" fmla="*/ 141 w 141"/>
                <a:gd name="T1" fmla="*/ 28 h 180"/>
                <a:gd name="T2" fmla="*/ 99 w 141"/>
                <a:gd name="T3" fmla="*/ 28 h 180"/>
                <a:gd name="T4" fmla="*/ 99 w 141"/>
                <a:gd name="T5" fmla="*/ 15 h 180"/>
                <a:gd name="T6" fmla="*/ 87 w 141"/>
                <a:gd name="T7" fmla="*/ 0 h 180"/>
                <a:gd name="T8" fmla="*/ 51 w 141"/>
                <a:gd name="T9" fmla="*/ 0 h 180"/>
                <a:gd name="T10" fmla="*/ 38 w 141"/>
                <a:gd name="T11" fmla="*/ 15 h 180"/>
                <a:gd name="T12" fmla="*/ 38 w 141"/>
                <a:gd name="T13" fmla="*/ 28 h 180"/>
                <a:gd name="T14" fmla="*/ 0 w 141"/>
                <a:gd name="T15" fmla="*/ 28 h 180"/>
                <a:gd name="T16" fmla="*/ 0 w 141"/>
                <a:gd name="T17" fmla="*/ 180 h 180"/>
                <a:gd name="T18" fmla="*/ 141 w 141"/>
                <a:gd name="T19" fmla="*/ 180 h 180"/>
                <a:gd name="T20" fmla="*/ 141 w 141"/>
                <a:gd name="T21" fmla="*/ 28 h 180"/>
                <a:gd name="T22" fmla="*/ 89 w 141"/>
                <a:gd name="T23" fmla="*/ 26 h 180"/>
                <a:gd name="T24" fmla="*/ 88 w 141"/>
                <a:gd name="T25" fmla="*/ 28 h 180"/>
                <a:gd name="T26" fmla="*/ 50 w 141"/>
                <a:gd name="T27" fmla="*/ 28 h 180"/>
                <a:gd name="T28" fmla="*/ 49 w 141"/>
                <a:gd name="T29" fmla="*/ 26 h 180"/>
                <a:gd name="T30" fmla="*/ 49 w 141"/>
                <a:gd name="T31" fmla="*/ 14 h 180"/>
                <a:gd name="T32" fmla="*/ 53 w 141"/>
                <a:gd name="T33" fmla="*/ 10 h 180"/>
                <a:gd name="T34" fmla="*/ 85 w 141"/>
                <a:gd name="T35" fmla="*/ 10 h 180"/>
                <a:gd name="T36" fmla="*/ 89 w 141"/>
                <a:gd name="T37" fmla="*/ 14 h 180"/>
                <a:gd name="T38" fmla="*/ 89 w 141"/>
                <a:gd name="T39" fmla="*/ 26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1" h="180">
                  <a:moveTo>
                    <a:pt x="141" y="28"/>
                  </a:moveTo>
                  <a:cubicBezTo>
                    <a:pt x="99" y="28"/>
                    <a:pt x="99" y="28"/>
                    <a:pt x="99" y="28"/>
                  </a:cubicBezTo>
                  <a:cubicBezTo>
                    <a:pt x="99" y="15"/>
                    <a:pt x="99" y="15"/>
                    <a:pt x="99" y="15"/>
                  </a:cubicBezTo>
                  <a:cubicBezTo>
                    <a:pt x="99" y="6"/>
                    <a:pt x="94" y="0"/>
                    <a:pt x="87" y="0"/>
                  </a:cubicBezTo>
                  <a:cubicBezTo>
                    <a:pt x="51" y="0"/>
                    <a:pt x="51" y="0"/>
                    <a:pt x="51" y="0"/>
                  </a:cubicBezTo>
                  <a:cubicBezTo>
                    <a:pt x="44" y="0"/>
                    <a:pt x="38" y="6"/>
                    <a:pt x="38" y="15"/>
                  </a:cubicBezTo>
                  <a:cubicBezTo>
                    <a:pt x="38" y="28"/>
                    <a:pt x="38" y="28"/>
                    <a:pt x="38" y="28"/>
                  </a:cubicBezTo>
                  <a:cubicBezTo>
                    <a:pt x="0" y="28"/>
                    <a:pt x="0" y="28"/>
                    <a:pt x="0" y="28"/>
                  </a:cubicBezTo>
                  <a:cubicBezTo>
                    <a:pt x="0" y="180"/>
                    <a:pt x="0" y="180"/>
                    <a:pt x="0" y="180"/>
                  </a:cubicBezTo>
                  <a:cubicBezTo>
                    <a:pt x="141" y="180"/>
                    <a:pt x="141" y="180"/>
                    <a:pt x="141" y="180"/>
                  </a:cubicBezTo>
                  <a:lnTo>
                    <a:pt x="141" y="28"/>
                  </a:lnTo>
                  <a:close/>
                  <a:moveTo>
                    <a:pt x="89" y="26"/>
                  </a:moveTo>
                  <a:cubicBezTo>
                    <a:pt x="89" y="27"/>
                    <a:pt x="89" y="28"/>
                    <a:pt x="88" y="28"/>
                  </a:cubicBezTo>
                  <a:cubicBezTo>
                    <a:pt x="50" y="28"/>
                    <a:pt x="50" y="28"/>
                    <a:pt x="50" y="28"/>
                  </a:cubicBezTo>
                  <a:cubicBezTo>
                    <a:pt x="50" y="28"/>
                    <a:pt x="49" y="27"/>
                    <a:pt x="49" y="26"/>
                  </a:cubicBezTo>
                  <a:cubicBezTo>
                    <a:pt x="49" y="14"/>
                    <a:pt x="49" y="14"/>
                    <a:pt x="49" y="14"/>
                  </a:cubicBezTo>
                  <a:cubicBezTo>
                    <a:pt x="49" y="12"/>
                    <a:pt x="51" y="10"/>
                    <a:pt x="53" y="10"/>
                  </a:cubicBezTo>
                  <a:cubicBezTo>
                    <a:pt x="85" y="10"/>
                    <a:pt x="85" y="10"/>
                    <a:pt x="85" y="10"/>
                  </a:cubicBezTo>
                  <a:cubicBezTo>
                    <a:pt x="87" y="10"/>
                    <a:pt x="89" y="12"/>
                    <a:pt x="89" y="14"/>
                  </a:cubicBezTo>
                  <a:lnTo>
                    <a:pt x="89"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 name="Freeform 45"/>
            <p:cNvSpPr>
              <a:spLocks/>
            </p:cNvSpPr>
            <p:nvPr/>
          </p:nvSpPr>
          <p:spPr bwMode="auto">
            <a:xfrm>
              <a:off x="6510338" y="3432176"/>
              <a:ext cx="128588" cy="446088"/>
            </a:xfrm>
            <a:custGeom>
              <a:avLst/>
              <a:gdLst>
                <a:gd name="T0" fmla="*/ 0 w 44"/>
                <a:gd name="T1" fmla="*/ 33 h 152"/>
                <a:gd name="T2" fmla="*/ 3 w 44"/>
                <a:gd name="T3" fmla="*/ 124 h 152"/>
                <a:gd name="T4" fmla="*/ 30 w 44"/>
                <a:gd name="T5" fmla="*/ 152 h 152"/>
                <a:gd name="T6" fmla="*/ 44 w 44"/>
                <a:gd name="T7" fmla="*/ 152 h 152"/>
                <a:gd name="T8" fmla="*/ 44 w 44"/>
                <a:gd name="T9" fmla="*/ 0 h 152"/>
                <a:gd name="T10" fmla="*/ 28 w 44"/>
                <a:gd name="T11" fmla="*/ 0 h 152"/>
                <a:gd name="T12" fmla="*/ 0 w 44"/>
                <a:gd name="T13" fmla="*/ 33 h 152"/>
              </a:gdLst>
              <a:ahLst/>
              <a:cxnLst>
                <a:cxn ang="0">
                  <a:pos x="T0" y="T1"/>
                </a:cxn>
                <a:cxn ang="0">
                  <a:pos x="T2" y="T3"/>
                </a:cxn>
                <a:cxn ang="0">
                  <a:pos x="T4" y="T5"/>
                </a:cxn>
                <a:cxn ang="0">
                  <a:pos x="T6" y="T7"/>
                </a:cxn>
                <a:cxn ang="0">
                  <a:pos x="T8" y="T9"/>
                </a:cxn>
                <a:cxn ang="0">
                  <a:pos x="T10" y="T11"/>
                </a:cxn>
                <a:cxn ang="0">
                  <a:pos x="T12" y="T13"/>
                </a:cxn>
              </a:cxnLst>
              <a:rect l="0" t="0" r="r" b="b"/>
              <a:pathLst>
                <a:path w="44" h="152">
                  <a:moveTo>
                    <a:pt x="0" y="33"/>
                  </a:moveTo>
                  <a:cubicBezTo>
                    <a:pt x="3" y="124"/>
                    <a:pt x="3" y="124"/>
                    <a:pt x="3" y="124"/>
                  </a:cubicBezTo>
                  <a:cubicBezTo>
                    <a:pt x="3" y="140"/>
                    <a:pt x="12" y="152"/>
                    <a:pt x="30" y="152"/>
                  </a:cubicBezTo>
                  <a:cubicBezTo>
                    <a:pt x="44" y="152"/>
                    <a:pt x="44" y="152"/>
                    <a:pt x="44" y="152"/>
                  </a:cubicBezTo>
                  <a:cubicBezTo>
                    <a:pt x="44" y="0"/>
                    <a:pt x="44" y="0"/>
                    <a:pt x="44" y="0"/>
                  </a:cubicBezTo>
                  <a:cubicBezTo>
                    <a:pt x="28" y="0"/>
                    <a:pt x="28" y="0"/>
                    <a:pt x="28" y="0"/>
                  </a:cubicBezTo>
                  <a:cubicBezTo>
                    <a:pt x="9" y="0"/>
                    <a:pt x="0" y="13"/>
                    <a:pt x="0"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 name="Freeform 46"/>
            <p:cNvSpPr>
              <a:spLocks/>
            </p:cNvSpPr>
            <p:nvPr/>
          </p:nvSpPr>
          <p:spPr bwMode="auto">
            <a:xfrm>
              <a:off x="7121526" y="3429001"/>
              <a:ext cx="128588" cy="449263"/>
            </a:xfrm>
            <a:custGeom>
              <a:avLst/>
              <a:gdLst>
                <a:gd name="T0" fmla="*/ 44 w 44"/>
                <a:gd name="T1" fmla="*/ 125 h 153"/>
                <a:gd name="T2" fmla="*/ 44 w 44"/>
                <a:gd name="T3" fmla="*/ 34 h 153"/>
                <a:gd name="T4" fmla="*/ 18 w 44"/>
                <a:gd name="T5" fmla="*/ 0 h 153"/>
                <a:gd name="T6" fmla="*/ 0 w 44"/>
                <a:gd name="T7" fmla="*/ 0 h 153"/>
                <a:gd name="T8" fmla="*/ 0 w 44"/>
                <a:gd name="T9" fmla="*/ 153 h 153"/>
                <a:gd name="T10" fmla="*/ 18 w 44"/>
                <a:gd name="T11" fmla="*/ 153 h 153"/>
                <a:gd name="T12" fmla="*/ 44 w 44"/>
                <a:gd name="T13" fmla="*/ 125 h 153"/>
              </a:gdLst>
              <a:ahLst/>
              <a:cxnLst>
                <a:cxn ang="0">
                  <a:pos x="T0" y="T1"/>
                </a:cxn>
                <a:cxn ang="0">
                  <a:pos x="T2" y="T3"/>
                </a:cxn>
                <a:cxn ang="0">
                  <a:pos x="T4" y="T5"/>
                </a:cxn>
                <a:cxn ang="0">
                  <a:pos x="T6" y="T7"/>
                </a:cxn>
                <a:cxn ang="0">
                  <a:pos x="T8" y="T9"/>
                </a:cxn>
                <a:cxn ang="0">
                  <a:pos x="T10" y="T11"/>
                </a:cxn>
                <a:cxn ang="0">
                  <a:pos x="T12" y="T13"/>
                </a:cxn>
              </a:cxnLst>
              <a:rect l="0" t="0" r="r" b="b"/>
              <a:pathLst>
                <a:path w="44" h="153">
                  <a:moveTo>
                    <a:pt x="44" y="125"/>
                  </a:moveTo>
                  <a:cubicBezTo>
                    <a:pt x="44" y="34"/>
                    <a:pt x="44" y="34"/>
                    <a:pt x="44" y="34"/>
                  </a:cubicBezTo>
                  <a:cubicBezTo>
                    <a:pt x="44" y="13"/>
                    <a:pt x="33" y="0"/>
                    <a:pt x="18" y="0"/>
                  </a:cubicBezTo>
                  <a:cubicBezTo>
                    <a:pt x="0" y="0"/>
                    <a:pt x="0" y="0"/>
                    <a:pt x="0" y="0"/>
                  </a:cubicBezTo>
                  <a:cubicBezTo>
                    <a:pt x="0" y="153"/>
                    <a:pt x="0" y="153"/>
                    <a:pt x="0" y="153"/>
                  </a:cubicBezTo>
                  <a:cubicBezTo>
                    <a:pt x="18" y="153"/>
                    <a:pt x="18" y="153"/>
                    <a:pt x="18" y="153"/>
                  </a:cubicBezTo>
                  <a:cubicBezTo>
                    <a:pt x="33" y="153"/>
                    <a:pt x="44" y="143"/>
                    <a:pt x="44" y="1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64" name="Freeform 47"/>
          <p:cNvSpPr>
            <a:spLocks noEditPoints="1"/>
          </p:cNvSpPr>
          <p:nvPr/>
        </p:nvSpPr>
        <p:spPr bwMode="auto">
          <a:xfrm>
            <a:off x="5347097" y="3445299"/>
            <a:ext cx="369336" cy="238738"/>
          </a:xfrm>
          <a:custGeom>
            <a:avLst/>
            <a:gdLst>
              <a:gd name="T0" fmla="*/ 0 w 241"/>
              <a:gd name="T1" fmla="*/ 0 h 156"/>
              <a:gd name="T2" fmla="*/ 0 w 241"/>
              <a:gd name="T3" fmla="*/ 156 h 156"/>
              <a:gd name="T4" fmla="*/ 241 w 241"/>
              <a:gd name="T5" fmla="*/ 156 h 156"/>
              <a:gd name="T6" fmla="*/ 241 w 241"/>
              <a:gd name="T7" fmla="*/ 0 h 156"/>
              <a:gd name="T8" fmla="*/ 0 w 241"/>
              <a:gd name="T9" fmla="*/ 0 h 156"/>
              <a:gd name="T10" fmla="*/ 215 w 241"/>
              <a:gd name="T11" fmla="*/ 9 h 156"/>
              <a:gd name="T12" fmla="*/ 124 w 241"/>
              <a:gd name="T13" fmla="*/ 84 h 156"/>
              <a:gd name="T14" fmla="*/ 25 w 241"/>
              <a:gd name="T15" fmla="*/ 9 h 156"/>
              <a:gd name="T16" fmla="*/ 215 w 241"/>
              <a:gd name="T17" fmla="*/ 9 h 156"/>
              <a:gd name="T18" fmla="*/ 15 w 241"/>
              <a:gd name="T19" fmla="*/ 18 h 156"/>
              <a:gd name="T20" fmla="*/ 95 w 241"/>
              <a:gd name="T21" fmla="*/ 78 h 156"/>
              <a:gd name="T22" fmla="*/ 15 w 241"/>
              <a:gd name="T23" fmla="*/ 141 h 156"/>
              <a:gd name="T24" fmla="*/ 15 w 241"/>
              <a:gd name="T25" fmla="*/ 18 h 156"/>
              <a:gd name="T26" fmla="*/ 27 w 241"/>
              <a:gd name="T27" fmla="*/ 145 h 156"/>
              <a:gd name="T28" fmla="*/ 104 w 241"/>
              <a:gd name="T29" fmla="*/ 85 h 156"/>
              <a:gd name="T30" fmla="*/ 125 w 241"/>
              <a:gd name="T31" fmla="*/ 98 h 156"/>
              <a:gd name="T32" fmla="*/ 144 w 241"/>
              <a:gd name="T33" fmla="*/ 85 h 156"/>
              <a:gd name="T34" fmla="*/ 218 w 241"/>
              <a:gd name="T35" fmla="*/ 145 h 156"/>
              <a:gd name="T36" fmla="*/ 27 w 241"/>
              <a:gd name="T37" fmla="*/ 145 h 156"/>
              <a:gd name="T38" fmla="*/ 150 w 241"/>
              <a:gd name="T39" fmla="*/ 76 h 156"/>
              <a:gd name="T40" fmla="*/ 227 w 241"/>
              <a:gd name="T41" fmla="*/ 16 h 156"/>
              <a:gd name="T42" fmla="*/ 227 w 241"/>
              <a:gd name="T43" fmla="*/ 134 h 156"/>
              <a:gd name="T44" fmla="*/ 150 w 241"/>
              <a:gd name="T45" fmla="*/ 7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1" h="156">
                <a:moveTo>
                  <a:pt x="0" y="0"/>
                </a:moveTo>
                <a:cubicBezTo>
                  <a:pt x="0" y="156"/>
                  <a:pt x="0" y="156"/>
                  <a:pt x="0" y="156"/>
                </a:cubicBezTo>
                <a:cubicBezTo>
                  <a:pt x="241" y="156"/>
                  <a:pt x="241" y="156"/>
                  <a:pt x="241" y="156"/>
                </a:cubicBezTo>
                <a:cubicBezTo>
                  <a:pt x="241" y="0"/>
                  <a:pt x="241" y="0"/>
                  <a:pt x="241" y="0"/>
                </a:cubicBezTo>
                <a:lnTo>
                  <a:pt x="0" y="0"/>
                </a:lnTo>
                <a:close/>
                <a:moveTo>
                  <a:pt x="215" y="9"/>
                </a:moveTo>
                <a:cubicBezTo>
                  <a:pt x="124" y="84"/>
                  <a:pt x="124" y="84"/>
                  <a:pt x="124" y="84"/>
                </a:cubicBezTo>
                <a:cubicBezTo>
                  <a:pt x="25" y="9"/>
                  <a:pt x="25" y="9"/>
                  <a:pt x="25" y="9"/>
                </a:cubicBezTo>
                <a:lnTo>
                  <a:pt x="215" y="9"/>
                </a:lnTo>
                <a:close/>
                <a:moveTo>
                  <a:pt x="15" y="18"/>
                </a:moveTo>
                <a:cubicBezTo>
                  <a:pt x="95" y="78"/>
                  <a:pt x="95" y="78"/>
                  <a:pt x="95" y="78"/>
                </a:cubicBezTo>
                <a:cubicBezTo>
                  <a:pt x="15" y="141"/>
                  <a:pt x="15" y="141"/>
                  <a:pt x="15" y="141"/>
                </a:cubicBezTo>
                <a:lnTo>
                  <a:pt x="15" y="18"/>
                </a:lnTo>
                <a:close/>
                <a:moveTo>
                  <a:pt x="27" y="145"/>
                </a:moveTo>
                <a:cubicBezTo>
                  <a:pt x="104" y="85"/>
                  <a:pt x="104" y="85"/>
                  <a:pt x="104" y="85"/>
                </a:cubicBezTo>
                <a:cubicBezTo>
                  <a:pt x="111" y="90"/>
                  <a:pt x="117" y="93"/>
                  <a:pt x="125" y="98"/>
                </a:cubicBezTo>
                <a:cubicBezTo>
                  <a:pt x="131" y="94"/>
                  <a:pt x="138" y="89"/>
                  <a:pt x="144" y="85"/>
                </a:cubicBezTo>
                <a:cubicBezTo>
                  <a:pt x="218" y="145"/>
                  <a:pt x="218" y="145"/>
                  <a:pt x="218" y="145"/>
                </a:cubicBezTo>
                <a:lnTo>
                  <a:pt x="27" y="145"/>
                </a:lnTo>
                <a:close/>
                <a:moveTo>
                  <a:pt x="150" y="76"/>
                </a:moveTo>
                <a:cubicBezTo>
                  <a:pt x="227" y="16"/>
                  <a:pt x="227" y="16"/>
                  <a:pt x="227" y="16"/>
                </a:cubicBezTo>
                <a:cubicBezTo>
                  <a:pt x="227" y="134"/>
                  <a:pt x="227" y="134"/>
                  <a:pt x="227" y="134"/>
                </a:cubicBezTo>
                <a:lnTo>
                  <a:pt x="150" y="76"/>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65" name="Freeform 48"/>
          <p:cNvSpPr>
            <a:spLocks noEditPoints="1"/>
          </p:cNvSpPr>
          <p:nvPr/>
        </p:nvSpPr>
        <p:spPr bwMode="auto">
          <a:xfrm>
            <a:off x="4469614" y="3415908"/>
            <a:ext cx="312771" cy="361850"/>
          </a:xfrm>
          <a:custGeom>
            <a:avLst/>
            <a:gdLst>
              <a:gd name="T0" fmla="*/ 204 w 204"/>
              <a:gd name="T1" fmla="*/ 121 h 236"/>
              <a:gd name="T2" fmla="*/ 162 w 204"/>
              <a:gd name="T3" fmla="*/ 95 h 236"/>
              <a:gd name="T4" fmla="*/ 162 w 204"/>
              <a:gd name="T5" fmla="*/ 48 h 236"/>
              <a:gd name="T6" fmla="*/ 136 w 204"/>
              <a:gd name="T7" fmla="*/ 29 h 236"/>
              <a:gd name="T8" fmla="*/ 136 w 204"/>
              <a:gd name="T9" fmla="*/ 14 h 236"/>
              <a:gd name="T10" fmla="*/ 121 w 204"/>
              <a:gd name="T11" fmla="*/ 0 h 236"/>
              <a:gd name="T12" fmla="*/ 25 w 204"/>
              <a:gd name="T13" fmla="*/ 0 h 236"/>
              <a:gd name="T14" fmla="*/ 10 w 204"/>
              <a:gd name="T15" fmla="*/ 14 h 236"/>
              <a:gd name="T16" fmla="*/ 10 w 204"/>
              <a:gd name="T17" fmla="*/ 217 h 236"/>
              <a:gd name="T18" fmla="*/ 3 w 204"/>
              <a:gd name="T19" fmla="*/ 217 h 236"/>
              <a:gd name="T20" fmla="*/ 0 w 204"/>
              <a:gd name="T21" fmla="*/ 221 h 236"/>
              <a:gd name="T22" fmla="*/ 0 w 204"/>
              <a:gd name="T23" fmla="*/ 221 h 236"/>
              <a:gd name="T24" fmla="*/ 0 w 204"/>
              <a:gd name="T25" fmla="*/ 225 h 236"/>
              <a:gd name="T26" fmla="*/ 0 w 204"/>
              <a:gd name="T27" fmla="*/ 235 h 236"/>
              <a:gd name="T28" fmla="*/ 146 w 204"/>
              <a:gd name="T29" fmla="*/ 235 h 236"/>
              <a:gd name="T30" fmla="*/ 146 w 204"/>
              <a:gd name="T31" fmla="*/ 225 h 236"/>
              <a:gd name="T32" fmla="*/ 146 w 204"/>
              <a:gd name="T33" fmla="*/ 221 h 236"/>
              <a:gd name="T34" fmla="*/ 146 w 204"/>
              <a:gd name="T35" fmla="*/ 221 h 236"/>
              <a:gd name="T36" fmla="*/ 143 w 204"/>
              <a:gd name="T37" fmla="*/ 217 h 236"/>
              <a:gd name="T38" fmla="*/ 136 w 204"/>
              <a:gd name="T39" fmla="*/ 217 h 236"/>
              <a:gd name="T40" fmla="*/ 136 w 204"/>
              <a:gd name="T41" fmla="*/ 106 h 236"/>
              <a:gd name="T42" fmla="*/ 151 w 204"/>
              <a:gd name="T43" fmla="*/ 106 h 236"/>
              <a:gd name="T44" fmla="*/ 151 w 204"/>
              <a:gd name="T45" fmla="*/ 211 h 236"/>
              <a:gd name="T46" fmla="*/ 151 w 204"/>
              <a:gd name="T47" fmla="*/ 211 h 236"/>
              <a:gd name="T48" fmla="*/ 176 w 204"/>
              <a:gd name="T49" fmla="*/ 236 h 236"/>
              <a:gd name="T50" fmla="*/ 204 w 204"/>
              <a:gd name="T51" fmla="*/ 216 h 236"/>
              <a:gd name="T52" fmla="*/ 204 w 204"/>
              <a:gd name="T53" fmla="*/ 121 h 236"/>
              <a:gd name="T54" fmla="*/ 120 w 204"/>
              <a:gd name="T55" fmla="*/ 38 h 236"/>
              <a:gd name="T56" fmla="*/ 120 w 204"/>
              <a:gd name="T57" fmla="*/ 49 h 236"/>
              <a:gd name="T58" fmla="*/ 120 w 204"/>
              <a:gd name="T59" fmla="*/ 85 h 236"/>
              <a:gd name="T60" fmla="*/ 25 w 204"/>
              <a:gd name="T61" fmla="*/ 85 h 236"/>
              <a:gd name="T62" fmla="*/ 25 w 204"/>
              <a:gd name="T63" fmla="*/ 49 h 236"/>
              <a:gd name="T64" fmla="*/ 25 w 204"/>
              <a:gd name="T65" fmla="*/ 38 h 236"/>
              <a:gd name="T66" fmla="*/ 25 w 204"/>
              <a:gd name="T67" fmla="*/ 18 h 236"/>
              <a:gd name="T68" fmla="*/ 28 w 204"/>
              <a:gd name="T69" fmla="*/ 15 h 236"/>
              <a:gd name="T70" fmla="*/ 117 w 204"/>
              <a:gd name="T71" fmla="*/ 15 h 236"/>
              <a:gd name="T72" fmla="*/ 120 w 204"/>
              <a:gd name="T73" fmla="*/ 18 h 236"/>
              <a:gd name="T74" fmla="*/ 120 w 204"/>
              <a:gd name="T75" fmla="*/ 38 h 236"/>
              <a:gd name="T76" fmla="*/ 151 w 204"/>
              <a:gd name="T77" fmla="*/ 94 h 236"/>
              <a:gd name="T78" fmla="*/ 136 w 204"/>
              <a:gd name="T79" fmla="*/ 94 h 236"/>
              <a:gd name="T80" fmla="*/ 136 w 204"/>
              <a:gd name="T81" fmla="*/ 42 h 236"/>
              <a:gd name="T82" fmla="*/ 151 w 204"/>
              <a:gd name="T83" fmla="*/ 55 h 236"/>
              <a:gd name="T84" fmla="*/ 151 w 204"/>
              <a:gd name="T85" fmla="*/ 94 h 236"/>
              <a:gd name="T86" fmla="*/ 192 w 204"/>
              <a:gd name="T87" fmla="*/ 212 h 236"/>
              <a:gd name="T88" fmla="*/ 178 w 204"/>
              <a:gd name="T89" fmla="*/ 223 h 236"/>
              <a:gd name="T90" fmla="*/ 163 w 204"/>
              <a:gd name="T91" fmla="*/ 212 h 236"/>
              <a:gd name="T92" fmla="*/ 163 w 204"/>
              <a:gd name="T93" fmla="*/ 107 h 236"/>
              <a:gd name="T94" fmla="*/ 192 w 204"/>
              <a:gd name="T95" fmla="*/ 132 h 236"/>
              <a:gd name="T96" fmla="*/ 192 w 204"/>
              <a:gd name="T97" fmla="*/ 133 h 236"/>
              <a:gd name="T98" fmla="*/ 192 w 204"/>
              <a:gd name="T99" fmla="*/ 141 h 236"/>
              <a:gd name="T100" fmla="*/ 192 w 204"/>
              <a:gd name="T101" fmla="*/ 212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4" h="236">
                <a:moveTo>
                  <a:pt x="204" y="121"/>
                </a:moveTo>
                <a:cubicBezTo>
                  <a:pt x="204" y="102"/>
                  <a:pt x="179" y="95"/>
                  <a:pt x="162" y="95"/>
                </a:cubicBezTo>
                <a:cubicBezTo>
                  <a:pt x="162" y="95"/>
                  <a:pt x="162" y="55"/>
                  <a:pt x="162" y="48"/>
                </a:cubicBezTo>
                <a:cubicBezTo>
                  <a:pt x="162" y="37"/>
                  <a:pt x="136" y="29"/>
                  <a:pt x="136" y="29"/>
                </a:cubicBezTo>
                <a:cubicBezTo>
                  <a:pt x="136" y="14"/>
                  <a:pt x="136" y="14"/>
                  <a:pt x="136" y="14"/>
                </a:cubicBezTo>
                <a:cubicBezTo>
                  <a:pt x="136" y="6"/>
                  <a:pt x="129" y="0"/>
                  <a:pt x="121" y="0"/>
                </a:cubicBezTo>
                <a:cubicBezTo>
                  <a:pt x="25" y="0"/>
                  <a:pt x="25" y="0"/>
                  <a:pt x="25" y="0"/>
                </a:cubicBezTo>
                <a:cubicBezTo>
                  <a:pt x="17" y="0"/>
                  <a:pt x="10" y="6"/>
                  <a:pt x="10" y="14"/>
                </a:cubicBezTo>
                <a:cubicBezTo>
                  <a:pt x="10" y="217"/>
                  <a:pt x="10" y="217"/>
                  <a:pt x="10" y="217"/>
                </a:cubicBezTo>
                <a:cubicBezTo>
                  <a:pt x="3" y="217"/>
                  <a:pt x="3" y="217"/>
                  <a:pt x="3" y="217"/>
                </a:cubicBezTo>
                <a:cubicBezTo>
                  <a:pt x="1" y="217"/>
                  <a:pt x="0" y="219"/>
                  <a:pt x="0" y="221"/>
                </a:cubicBezTo>
                <a:cubicBezTo>
                  <a:pt x="0" y="221"/>
                  <a:pt x="0" y="221"/>
                  <a:pt x="0" y="221"/>
                </a:cubicBezTo>
                <a:cubicBezTo>
                  <a:pt x="0" y="225"/>
                  <a:pt x="0" y="225"/>
                  <a:pt x="0" y="225"/>
                </a:cubicBezTo>
                <a:cubicBezTo>
                  <a:pt x="0" y="235"/>
                  <a:pt x="0" y="235"/>
                  <a:pt x="0" y="235"/>
                </a:cubicBezTo>
                <a:cubicBezTo>
                  <a:pt x="146" y="235"/>
                  <a:pt x="146" y="235"/>
                  <a:pt x="146" y="235"/>
                </a:cubicBezTo>
                <a:cubicBezTo>
                  <a:pt x="146" y="225"/>
                  <a:pt x="146" y="225"/>
                  <a:pt x="146" y="225"/>
                </a:cubicBezTo>
                <a:cubicBezTo>
                  <a:pt x="146" y="221"/>
                  <a:pt x="146" y="221"/>
                  <a:pt x="146" y="221"/>
                </a:cubicBezTo>
                <a:cubicBezTo>
                  <a:pt x="146" y="221"/>
                  <a:pt x="146" y="221"/>
                  <a:pt x="146" y="221"/>
                </a:cubicBezTo>
                <a:cubicBezTo>
                  <a:pt x="146" y="219"/>
                  <a:pt x="145" y="217"/>
                  <a:pt x="143" y="217"/>
                </a:cubicBezTo>
                <a:cubicBezTo>
                  <a:pt x="136" y="217"/>
                  <a:pt x="136" y="217"/>
                  <a:pt x="136" y="217"/>
                </a:cubicBezTo>
                <a:cubicBezTo>
                  <a:pt x="136" y="106"/>
                  <a:pt x="136" y="106"/>
                  <a:pt x="136" y="106"/>
                </a:cubicBezTo>
                <a:cubicBezTo>
                  <a:pt x="151" y="106"/>
                  <a:pt x="151" y="106"/>
                  <a:pt x="151" y="106"/>
                </a:cubicBezTo>
                <a:cubicBezTo>
                  <a:pt x="151" y="211"/>
                  <a:pt x="151" y="211"/>
                  <a:pt x="151" y="211"/>
                </a:cubicBezTo>
                <a:cubicBezTo>
                  <a:pt x="151" y="211"/>
                  <a:pt x="151" y="211"/>
                  <a:pt x="151" y="211"/>
                </a:cubicBezTo>
                <a:cubicBezTo>
                  <a:pt x="151" y="224"/>
                  <a:pt x="162" y="235"/>
                  <a:pt x="176" y="236"/>
                </a:cubicBezTo>
                <a:cubicBezTo>
                  <a:pt x="188" y="236"/>
                  <a:pt x="204" y="228"/>
                  <a:pt x="204" y="216"/>
                </a:cubicBezTo>
                <a:cubicBezTo>
                  <a:pt x="204" y="202"/>
                  <a:pt x="204" y="134"/>
                  <a:pt x="204" y="121"/>
                </a:cubicBezTo>
                <a:close/>
                <a:moveTo>
                  <a:pt x="120" y="38"/>
                </a:moveTo>
                <a:cubicBezTo>
                  <a:pt x="120" y="49"/>
                  <a:pt x="120" y="49"/>
                  <a:pt x="120" y="49"/>
                </a:cubicBezTo>
                <a:cubicBezTo>
                  <a:pt x="120" y="85"/>
                  <a:pt x="120" y="85"/>
                  <a:pt x="120" y="85"/>
                </a:cubicBezTo>
                <a:cubicBezTo>
                  <a:pt x="25" y="85"/>
                  <a:pt x="25" y="85"/>
                  <a:pt x="25" y="85"/>
                </a:cubicBezTo>
                <a:cubicBezTo>
                  <a:pt x="25" y="49"/>
                  <a:pt x="25" y="49"/>
                  <a:pt x="25" y="49"/>
                </a:cubicBezTo>
                <a:cubicBezTo>
                  <a:pt x="25" y="38"/>
                  <a:pt x="25" y="38"/>
                  <a:pt x="25" y="38"/>
                </a:cubicBezTo>
                <a:cubicBezTo>
                  <a:pt x="25" y="18"/>
                  <a:pt x="25" y="18"/>
                  <a:pt x="25" y="18"/>
                </a:cubicBezTo>
                <a:cubicBezTo>
                  <a:pt x="25" y="16"/>
                  <a:pt x="27" y="15"/>
                  <a:pt x="28" y="15"/>
                </a:cubicBezTo>
                <a:cubicBezTo>
                  <a:pt x="117" y="15"/>
                  <a:pt x="117" y="15"/>
                  <a:pt x="117" y="15"/>
                </a:cubicBezTo>
                <a:cubicBezTo>
                  <a:pt x="119" y="15"/>
                  <a:pt x="120" y="16"/>
                  <a:pt x="120" y="18"/>
                </a:cubicBezTo>
                <a:lnTo>
                  <a:pt x="120" y="38"/>
                </a:lnTo>
                <a:close/>
                <a:moveTo>
                  <a:pt x="151" y="94"/>
                </a:moveTo>
                <a:cubicBezTo>
                  <a:pt x="136" y="94"/>
                  <a:pt x="136" y="94"/>
                  <a:pt x="136" y="94"/>
                </a:cubicBezTo>
                <a:cubicBezTo>
                  <a:pt x="136" y="42"/>
                  <a:pt x="136" y="42"/>
                  <a:pt x="136" y="42"/>
                </a:cubicBezTo>
                <a:cubicBezTo>
                  <a:pt x="136" y="42"/>
                  <a:pt x="151" y="44"/>
                  <a:pt x="151" y="55"/>
                </a:cubicBezTo>
                <a:cubicBezTo>
                  <a:pt x="151" y="66"/>
                  <a:pt x="151" y="94"/>
                  <a:pt x="151" y="94"/>
                </a:cubicBezTo>
                <a:close/>
                <a:moveTo>
                  <a:pt x="192" y="212"/>
                </a:moveTo>
                <a:cubicBezTo>
                  <a:pt x="192" y="219"/>
                  <a:pt x="186" y="223"/>
                  <a:pt x="178" y="223"/>
                </a:cubicBezTo>
                <a:cubicBezTo>
                  <a:pt x="170" y="223"/>
                  <a:pt x="163" y="218"/>
                  <a:pt x="163" y="212"/>
                </a:cubicBezTo>
                <a:cubicBezTo>
                  <a:pt x="163" y="207"/>
                  <a:pt x="163" y="107"/>
                  <a:pt x="163" y="107"/>
                </a:cubicBezTo>
                <a:cubicBezTo>
                  <a:pt x="178" y="107"/>
                  <a:pt x="192" y="111"/>
                  <a:pt x="192" y="132"/>
                </a:cubicBezTo>
                <a:cubicBezTo>
                  <a:pt x="192" y="132"/>
                  <a:pt x="192" y="133"/>
                  <a:pt x="192" y="133"/>
                </a:cubicBezTo>
                <a:cubicBezTo>
                  <a:pt x="192" y="140"/>
                  <a:pt x="192" y="142"/>
                  <a:pt x="192" y="141"/>
                </a:cubicBezTo>
                <a:cubicBezTo>
                  <a:pt x="192" y="141"/>
                  <a:pt x="192" y="206"/>
                  <a:pt x="192" y="212"/>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266" name="组合 265"/>
          <p:cNvGrpSpPr/>
          <p:nvPr/>
        </p:nvGrpSpPr>
        <p:grpSpPr>
          <a:xfrm>
            <a:off x="6921192" y="3515729"/>
            <a:ext cx="393460" cy="209623"/>
            <a:chOff x="7762876" y="3406776"/>
            <a:chExt cx="750888" cy="400050"/>
          </a:xfrm>
          <a:solidFill>
            <a:srgbClr val="707E84"/>
          </a:solidFill>
        </p:grpSpPr>
        <p:sp>
          <p:nvSpPr>
            <p:cNvPr id="267" name="Rectangle 49"/>
            <p:cNvSpPr>
              <a:spLocks noChangeArrowheads="1"/>
            </p:cNvSpPr>
            <p:nvPr/>
          </p:nvSpPr>
          <p:spPr bwMode="auto">
            <a:xfrm>
              <a:off x="7875588" y="3521076"/>
              <a:ext cx="68263" cy="171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 name="Rectangle 50"/>
            <p:cNvSpPr>
              <a:spLocks noChangeArrowheads="1"/>
            </p:cNvSpPr>
            <p:nvPr/>
          </p:nvSpPr>
          <p:spPr bwMode="auto">
            <a:xfrm>
              <a:off x="7999413" y="3521076"/>
              <a:ext cx="63500" cy="171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 name="Rectangle 51"/>
            <p:cNvSpPr>
              <a:spLocks noChangeArrowheads="1"/>
            </p:cNvSpPr>
            <p:nvPr/>
          </p:nvSpPr>
          <p:spPr bwMode="auto">
            <a:xfrm>
              <a:off x="8118476" y="3521076"/>
              <a:ext cx="68263" cy="171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 name="Rectangle 52"/>
            <p:cNvSpPr>
              <a:spLocks noChangeArrowheads="1"/>
            </p:cNvSpPr>
            <p:nvPr/>
          </p:nvSpPr>
          <p:spPr bwMode="auto">
            <a:xfrm>
              <a:off x="8242301" y="3521076"/>
              <a:ext cx="63500" cy="171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 name="Freeform 53"/>
            <p:cNvSpPr>
              <a:spLocks noEditPoints="1"/>
            </p:cNvSpPr>
            <p:nvPr/>
          </p:nvSpPr>
          <p:spPr bwMode="auto">
            <a:xfrm>
              <a:off x="7762876" y="3406776"/>
              <a:ext cx="750888" cy="400050"/>
            </a:xfrm>
            <a:custGeom>
              <a:avLst/>
              <a:gdLst>
                <a:gd name="T0" fmla="*/ 245 w 257"/>
                <a:gd name="T1" fmla="*/ 32 h 137"/>
                <a:gd name="T2" fmla="*/ 229 w 257"/>
                <a:gd name="T3" fmla="*/ 32 h 137"/>
                <a:gd name="T4" fmla="*/ 229 w 257"/>
                <a:gd name="T5" fmla="*/ 22 h 137"/>
                <a:gd name="T6" fmla="*/ 207 w 257"/>
                <a:gd name="T7" fmla="*/ 0 h 137"/>
                <a:gd name="T8" fmla="*/ 22 w 257"/>
                <a:gd name="T9" fmla="*/ 0 h 137"/>
                <a:gd name="T10" fmla="*/ 0 w 257"/>
                <a:gd name="T11" fmla="*/ 22 h 137"/>
                <a:gd name="T12" fmla="*/ 0 w 257"/>
                <a:gd name="T13" fmla="*/ 115 h 137"/>
                <a:gd name="T14" fmla="*/ 22 w 257"/>
                <a:gd name="T15" fmla="*/ 137 h 137"/>
                <a:gd name="T16" fmla="*/ 207 w 257"/>
                <a:gd name="T17" fmla="*/ 137 h 137"/>
                <a:gd name="T18" fmla="*/ 229 w 257"/>
                <a:gd name="T19" fmla="*/ 115 h 137"/>
                <a:gd name="T20" fmla="*/ 229 w 257"/>
                <a:gd name="T21" fmla="*/ 105 h 137"/>
                <a:gd name="T22" fmla="*/ 245 w 257"/>
                <a:gd name="T23" fmla="*/ 105 h 137"/>
                <a:gd name="T24" fmla="*/ 257 w 257"/>
                <a:gd name="T25" fmla="*/ 94 h 137"/>
                <a:gd name="T26" fmla="*/ 257 w 257"/>
                <a:gd name="T27" fmla="*/ 43 h 137"/>
                <a:gd name="T28" fmla="*/ 245 w 257"/>
                <a:gd name="T29" fmla="*/ 32 h 137"/>
                <a:gd name="T30" fmla="*/ 207 w 257"/>
                <a:gd name="T31" fmla="*/ 115 h 137"/>
                <a:gd name="T32" fmla="*/ 22 w 257"/>
                <a:gd name="T33" fmla="*/ 115 h 137"/>
                <a:gd name="T34" fmla="*/ 22 w 257"/>
                <a:gd name="T35" fmla="*/ 22 h 137"/>
                <a:gd name="T36" fmla="*/ 207 w 257"/>
                <a:gd name="T37" fmla="*/ 22 h 137"/>
                <a:gd name="T38" fmla="*/ 207 w 257"/>
                <a:gd name="T39" fmla="*/ 115 h 137"/>
                <a:gd name="T40" fmla="*/ 247 w 257"/>
                <a:gd name="T41" fmla="*/ 86 h 137"/>
                <a:gd name="T42" fmla="*/ 239 w 257"/>
                <a:gd name="T43" fmla="*/ 92 h 137"/>
                <a:gd name="T44" fmla="*/ 230 w 257"/>
                <a:gd name="T45" fmla="*/ 86 h 137"/>
                <a:gd name="T46" fmla="*/ 230 w 257"/>
                <a:gd name="T47" fmla="*/ 51 h 137"/>
                <a:gd name="T48" fmla="*/ 239 w 257"/>
                <a:gd name="T49" fmla="*/ 45 h 137"/>
                <a:gd name="T50" fmla="*/ 247 w 257"/>
                <a:gd name="T51" fmla="*/ 51 h 137"/>
                <a:gd name="T52" fmla="*/ 247 w 257"/>
                <a:gd name="T53" fmla="*/ 86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57" h="137">
                  <a:moveTo>
                    <a:pt x="245" y="32"/>
                  </a:moveTo>
                  <a:cubicBezTo>
                    <a:pt x="229" y="32"/>
                    <a:pt x="229" y="32"/>
                    <a:pt x="229" y="32"/>
                  </a:cubicBezTo>
                  <a:cubicBezTo>
                    <a:pt x="229" y="22"/>
                    <a:pt x="229" y="22"/>
                    <a:pt x="229" y="22"/>
                  </a:cubicBezTo>
                  <a:cubicBezTo>
                    <a:pt x="229" y="10"/>
                    <a:pt x="219" y="0"/>
                    <a:pt x="207" y="0"/>
                  </a:cubicBezTo>
                  <a:cubicBezTo>
                    <a:pt x="22" y="0"/>
                    <a:pt x="22" y="0"/>
                    <a:pt x="22" y="0"/>
                  </a:cubicBezTo>
                  <a:cubicBezTo>
                    <a:pt x="10" y="0"/>
                    <a:pt x="0" y="10"/>
                    <a:pt x="0" y="22"/>
                  </a:cubicBezTo>
                  <a:cubicBezTo>
                    <a:pt x="0" y="115"/>
                    <a:pt x="0" y="115"/>
                    <a:pt x="0" y="115"/>
                  </a:cubicBezTo>
                  <a:cubicBezTo>
                    <a:pt x="0" y="127"/>
                    <a:pt x="10" y="137"/>
                    <a:pt x="22" y="137"/>
                  </a:cubicBezTo>
                  <a:cubicBezTo>
                    <a:pt x="207" y="137"/>
                    <a:pt x="207" y="137"/>
                    <a:pt x="207" y="137"/>
                  </a:cubicBezTo>
                  <a:cubicBezTo>
                    <a:pt x="219" y="137"/>
                    <a:pt x="229" y="127"/>
                    <a:pt x="229" y="115"/>
                  </a:cubicBezTo>
                  <a:cubicBezTo>
                    <a:pt x="229" y="105"/>
                    <a:pt x="229" y="105"/>
                    <a:pt x="229" y="105"/>
                  </a:cubicBezTo>
                  <a:cubicBezTo>
                    <a:pt x="245" y="105"/>
                    <a:pt x="245" y="105"/>
                    <a:pt x="245" y="105"/>
                  </a:cubicBezTo>
                  <a:cubicBezTo>
                    <a:pt x="252" y="105"/>
                    <a:pt x="257" y="100"/>
                    <a:pt x="257" y="94"/>
                  </a:cubicBezTo>
                  <a:cubicBezTo>
                    <a:pt x="257" y="43"/>
                    <a:pt x="257" y="43"/>
                    <a:pt x="257" y="43"/>
                  </a:cubicBezTo>
                  <a:cubicBezTo>
                    <a:pt x="257" y="37"/>
                    <a:pt x="252" y="32"/>
                    <a:pt x="245" y="32"/>
                  </a:cubicBezTo>
                  <a:close/>
                  <a:moveTo>
                    <a:pt x="207" y="115"/>
                  </a:moveTo>
                  <a:cubicBezTo>
                    <a:pt x="22" y="115"/>
                    <a:pt x="22" y="115"/>
                    <a:pt x="22" y="115"/>
                  </a:cubicBezTo>
                  <a:cubicBezTo>
                    <a:pt x="22" y="22"/>
                    <a:pt x="22" y="22"/>
                    <a:pt x="22" y="22"/>
                  </a:cubicBezTo>
                  <a:cubicBezTo>
                    <a:pt x="207" y="22"/>
                    <a:pt x="207" y="22"/>
                    <a:pt x="207" y="22"/>
                  </a:cubicBezTo>
                  <a:lnTo>
                    <a:pt x="207" y="115"/>
                  </a:lnTo>
                  <a:close/>
                  <a:moveTo>
                    <a:pt x="247" y="86"/>
                  </a:moveTo>
                  <a:cubicBezTo>
                    <a:pt x="247" y="91"/>
                    <a:pt x="243" y="92"/>
                    <a:pt x="239" y="92"/>
                  </a:cubicBezTo>
                  <a:cubicBezTo>
                    <a:pt x="234" y="92"/>
                    <a:pt x="230" y="91"/>
                    <a:pt x="230" y="86"/>
                  </a:cubicBezTo>
                  <a:cubicBezTo>
                    <a:pt x="230" y="51"/>
                    <a:pt x="230" y="51"/>
                    <a:pt x="230" y="51"/>
                  </a:cubicBezTo>
                  <a:cubicBezTo>
                    <a:pt x="230" y="47"/>
                    <a:pt x="234" y="45"/>
                    <a:pt x="239" y="45"/>
                  </a:cubicBezTo>
                  <a:cubicBezTo>
                    <a:pt x="243" y="45"/>
                    <a:pt x="247" y="47"/>
                    <a:pt x="247" y="51"/>
                  </a:cubicBezTo>
                  <a:lnTo>
                    <a:pt x="247" y="8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72" name="组合 271"/>
          <p:cNvGrpSpPr/>
          <p:nvPr/>
        </p:nvGrpSpPr>
        <p:grpSpPr>
          <a:xfrm>
            <a:off x="6374867" y="3908900"/>
            <a:ext cx="370168" cy="358523"/>
            <a:chOff x="6557963" y="4448176"/>
            <a:chExt cx="706438" cy="684213"/>
          </a:xfrm>
          <a:solidFill>
            <a:srgbClr val="707E84"/>
          </a:solidFill>
        </p:grpSpPr>
        <p:sp>
          <p:nvSpPr>
            <p:cNvPr id="273" name="Freeform 54"/>
            <p:cNvSpPr>
              <a:spLocks noEditPoints="1"/>
            </p:cNvSpPr>
            <p:nvPr/>
          </p:nvSpPr>
          <p:spPr bwMode="auto">
            <a:xfrm>
              <a:off x="6557963" y="4448176"/>
              <a:ext cx="706438" cy="684213"/>
            </a:xfrm>
            <a:custGeom>
              <a:avLst/>
              <a:gdLst>
                <a:gd name="T0" fmla="*/ 154 w 242"/>
                <a:gd name="T1" fmla="*/ 0 h 234"/>
                <a:gd name="T2" fmla="*/ 97 w 242"/>
                <a:gd name="T3" fmla="*/ 24 h 234"/>
                <a:gd name="T4" fmla="*/ 85 w 242"/>
                <a:gd name="T5" fmla="*/ 121 h 234"/>
                <a:gd name="T6" fmla="*/ 86 w 242"/>
                <a:gd name="T7" fmla="*/ 124 h 234"/>
                <a:gd name="T8" fmla="*/ 4 w 242"/>
                <a:gd name="T9" fmla="*/ 205 h 234"/>
                <a:gd name="T10" fmla="*/ 0 w 242"/>
                <a:gd name="T11" fmla="*/ 214 h 234"/>
                <a:gd name="T12" fmla="*/ 7 w 242"/>
                <a:gd name="T13" fmla="*/ 227 h 234"/>
                <a:gd name="T14" fmla="*/ 20 w 242"/>
                <a:gd name="T15" fmla="*/ 234 h 234"/>
                <a:gd name="T16" fmla="*/ 30 w 242"/>
                <a:gd name="T17" fmla="*/ 230 h 234"/>
                <a:gd name="T18" fmla="*/ 111 w 242"/>
                <a:gd name="T19" fmla="*/ 149 h 234"/>
                <a:gd name="T20" fmla="*/ 113 w 242"/>
                <a:gd name="T21" fmla="*/ 150 h 234"/>
                <a:gd name="T22" fmla="*/ 154 w 242"/>
                <a:gd name="T23" fmla="*/ 161 h 234"/>
                <a:gd name="T24" fmla="*/ 154 w 242"/>
                <a:gd name="T25" fmla="*/ 161 h 234"/>
                <a:gd name="T26" fmla="*/ 211 w 242"/>
                <a:gd name="T27" fmla="*/ 137 h 234"/>
                <a:gd name="T28" fmla="*/ 211 w 242"/>
                <a:gd name="T29" fmla="*/ 24 h 234"/>
                <a:gd name="T30" fmla="*/ 154 w 242"/>
                <a:gd name="T31" fmla="*/ 0 h 234"/>
                <a:gd name="T32" fmla="*/ 154 w 242"/>
                <a:gd name="T33" fmla="*/ 137 h 234"/>
                <a:gd name="T34" fmla="*/ 97 w 242"/>
                <a:gd name="T35" fmla="*/ 81 h 234"/>
                <a:gd name="T36" fmla="*/ 154 w 242"/>
                <a:gd name="T37" fmla="*/ 24 h 234"/>
                <a:gd name="T38" fmla="*/ 154 w 242"/>
                <a:gd name="T39" fmla="*/ 24 h 234"/>
                <a:gd name="T40" fmla="*/ 211 w 242"/>
                <a:gd name="T41" fmla="*/ 81 h 234"/>
                <a:gd name="T42" fmla="*/ 154 w 242"/>
                <a:gd name="T43" fmla="*/ 137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2" h="234">
                  <a:moveTo>
                    <a:pt x="154" y="0"/>
                  </a:moveTo>
                  <a:cubicBezTo>
                    <a:pt x="133" y="0"/>
                    <a:pt x="112" y="8"/>
                    <a:pt x="97" y="24"/>
                  </a:cubicBezTo>
                  <a:cubicBezTo>
                    <a:pt x="71" y="50"/>
                    <a:pt x="66" y="90"/>
                    <a:pt x="85" y="121"/>
                  </a:cubicBezTo>
                  <a:cubicBezTo>
                    <a:pt x="86" y="124"/>
                    <a:pt x="86" y="124"/>
                    <a:pt x="86" y="124"/>
                  </a:cubicBezTo>
                  <a:cubicBezTo>
                    <a:pt x="4" y="205"/>
                    <a:pt x="4" y="205"/>
                    <a:pt x="4" y="205"/>
                  </a:cubicBezTo>
                  <a:cubicBezTo>
                    <a:pt x="4" y="205"/>
                    <a:pt x="1" y="209"/>
                    <a:pt x="0" y="214"/>
                  </a:cubicBezTo>
                  <a:cubicBezTo>
                    <a:pt x="0" y="218"/>
                    <a:pt x="3" y="222"/>
                    <a:pt x="7" y="227"/>
                  </a:cubicBezTo>
                  <a:cubicBezTo>
                    <a:pt x="11" y="231"/>
                    <a:pt x="16" y="234"/>
                    <a:pt x="20" y="234"/>
                  </a:cubicBezTo>
                  <a:cubicBezTo>
                    <a:pt x="26" y="234"/>
                    <a:pt x="30" y="230"/>
                    <a:pt x="30" y="230"/>
                  </a:cubicBezTo>
                  <a:cubicBezTo>
                    <a:pt x="111" y="149"/>
                    <a:pt x="111" y="149"/>
                    <a:pt x="111" y="149"/>
                  </a:cubicBezTo>
                  <a:cubicBezTo>
                    <a:pt x="113" y="150"/>
                    <a:pt x="113" y="150"/>
                    <a:pt x="113" y="150"/>
                  </a:cubicBezTo>
                  <a:cubicBezTo>
                    <a:pt x="126" y="157"/>
                    <a:pt x="140" y="161"/>
                    <a:pt x="154" y="161"/>
                  </a:cubicBezTo>
                  <a:cubicBezTo>
                    <a:pt x="154" y="161"/>
                    <a:pt x="154" y="161"/>
                    <a:pt x="154" y="161"/>
                  </a:cubicBezTo>
                  <a:cubicBezTo>
                    <a:pt x="176" y="161"/>
                    <a:pt x="196" y="153"/>
                    <a:pt x="211" y="137"/>
                  </a:cubicBezTo>
                  <a:cubicBezTo>
                    <a:pt x="242" y="106"/>
                    <a:pt x="242" y="55"/>
                    <a:pt x="211" y="24"/>
                  </a:cubicBezTo>
                  <a:cubicBezTo>
                    <a:pt x="196" y="8"/>
                    <a:pt x="176" y="0"/>
                    <a:pt x="154" y="0"/>
                  </a:cubicBezTo>
                  <a:close/>
                  <a:moveTo>
                    <a:pt x="154" y="137"/>
                  </a:moveTo>
                  <a:cubicBezTo>
                    <a:pt x="123" y="137"/>
                    <a:pt x="97" y="112"/>
                    <a:pt x="97" y="81"/>
                  </a:cubicBezTo>
                  <a:cubicBezTo>
                    <a:pt x="97" y="49"/>
                    <a:pt x="123" y="24"/>
                    <a:pt x="154" y="24"/>
                  </a:cubicBezTo>
                  <a:cubicBezTo>
                    <a:pt x="154" y="24"/>
                    <a:pt x="154" y="24"/>
                    <a:pt x="154" y="24"/>
                  </a:cubicBezTo>
                  <a:cubicBezTo>
                    <a:pt x="185" y="24"/>
                    <a:pt x="211" y="49"/>
                    <a:pt x="211" y="81"/>
                  </a:cubicBezTo>
                  <a:cubicBezTo>
                    <a:pt x="211" y="112"/>
                    <a:pt x="185" y="137"/>
                    <a:pt x="154" y="1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 name="Freeform 55"/>
            <p:cNvSpPr>
              <a:spLocks/>
            </p:cNvSpPr>
            <p:nvPr/>
          </p:nvSpPr>
          <p:spPr bwMode="auto">
            <a:xfrm>
              <a:off x="6919913" y="4608513"/>
              <a:ext cx="173038" cy="173038"/>
            </a:xfrm>
            <a:custGeom>
              <a:avLst/>
              <a:gdLst>
                <a:gd name="T0" fmla="*/ 40 w 109"/>
                <a:gd name="T1" fmla="*/ 109 h 109"/>
                <a:gd name="T2" fmla="*/ 68 w 109"/>
                <a:gd name="T3" fmla="*/ 109 h 109"/>
                <a:gd name="T4" fmla="*/ 68 w 109"/>
                <a:gd name="T5" fmla="*/ 69 h 109"/>
                <a:gd name="T6" fmla="*/ 109 w 109"/>
                <a:gd name="T7" fmla="*/ 69 h 109"/>
                <a:gd name="T8" fmla="*/ 109 w 109"/>
                <a:gd name="T9" fmla="*/ 41 h 109"/>
                <a:gd name="T10" fmla="*/ 68 w 109"/>
                <a:gd name="T11" fmla="*/ 41 h 109"/>
                <a:gd name="T12" fmla="*/ 68 w 109"/>
                <a:gd name="T13" fmla="*/ 0 h 109"/>
                <a:gd name="T14" fmla="*/ 40 w 109"/>
                <a:gd name="T15" fmla="*/ 0 h 109"/>
                <a:gd name="T16" fmla="*/ 40 w 109"/>
                <a:gd name="T17" fmla="*/ 41 h 109"/>
                <a:gd name="T18" fmla="*/ 0 w 109"/>
                <a:gd name="T19" fmla="*/ 41 h 109"/>
                <a:gd name="T20" fmla="*/ 0 w 109"/>
                <a:gd name="T21" fmla="*/ 69 h 109"/>
                <a:gd name="T22" fmla="*/ 40 w 109"/>
                <a:gd name="T23" fmla="*/ 69 h 109"/>
                <a:gd name="T24" fmla="*/ 40 w 109"/>
                <a:gd name="T25"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9" h="109">
                  <a:moveTo>
                    <a:pt x="40" y="109"/>
                  </a:moveTo>
                  <a:lnTo>
                    <a:pt x="68" y="109"/>
                  </a:lnTo>
                  <a:lnTo>
                    <a:pt x="68" y="69"/>
                  </a:lnTo>
                  <a:lnTo>
                    <a:pt x="109" y="69"/>
                  </a:lnTo>
                  <a:lnTo>
                    <a:pt x="109" y="41"/>
                  </a:lnTo>
                  <a:lnTo>
                    <a:pt x="68" y="41"/>
                  </a:lnTo>
                  <a:lnTo>
                    <a:pt x="68" y="0"/>
                  </a:lnTo>
                  <a:lnTo>
                    <a:pt x="40" y="0"/>
                  </a:lnTo>
                  <a:lnTo>
                    <a:pt x="40" y="41"/>
                  </a:lnTo>
                  <a:lnTo>
                    <a:pt x="0" y="41"/>
                  </a:lnTo>
                  <a:lnTo>
                    <a:pt x="0" y="69"/>
                  </a:lnTo>
                  <a:lnTo>
                    <a:pt x="40" y="69"/>
                  </a:lnTo>
                  <a:lnTo>
                    <a:pt x="40" y="1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75" name="组合 274"/>
          <p:cNvGrpSpPr/>
          <p:nvPr/>
        </p:nvGrpSpPr>
        <p:grpSpPr>
          <a:xfrm>
            <a:off x="4441331" y="3909732"/>
            <a:ext cx="369336" cy="356859"/>
            <a:chOff x="749301" y="4433888"/>
            <a:chExt cx="704850" cy="681038"/>
          </a:xfrm>
          <a:solidFill>
            <a:srgbClr val="707E84"/>
          </a:solidFill>
        </p:grpSpPr>
        <p:sp>
          <p:nvSpPr>
            <p:cNvPr id="276" name="Freeform 56"/>
            <p:cNvSpPr>
              <a:spLocks noEditPoints="1"/>
            </p:cNvSpPr>
            <p:nvPr/>
          </p:nvSpPr>
          <p:spPr bwMode="auto">
            <a:xfrm>
              <a:off x="749301" y="4433888"/>
              <a:ext cx="704850" cy="681038"/>
            </a:xfrm>
            <a:custGeom>
              <a:avLst/>
              <a:gdLst>
                <a:gd name="T0" fmla="*/ 153 w 241"/>
                <a:gd name="T1" fmla="*/ 0 h 233"/>
                <a:gd name="T2" fmla="*/ 96 w 241"/>
                <a:gd name="T3" fmla="*/ 23 h 233"/>
                <a:gd name="T4" fmla="*/ 84 w 241"/>
                <a:gd name="T5" fmla="*/ 121 h 233"/>
                <a:gd name="T6" fmla="*/ 85 w 241"/>
                <a:gd name="T7" fmla="*/ 123 h 233"/>
                <a:gd name="T8" fmla="*/ 4 w 241"/>
                <a:gd name="T9" fmla="*/ 204 h 233"/>
                <a:gd name="T10" fmla="*/ 0 w 241"/>
                <a:gd name="T11" fmla="*/ 214 h 233"/>
                <a:gd name="T12" fmla="*/ 6 w 241"/>
                <a:gd name="T13" fmla="*/ 226 h 233"/>
                <a:gd name="T14" fmla="*/ 19 w 241"/>
                <a:gd name="T15" fmla="*/ 233 h 233"/>
                <a:gd name="T16" fmla="*/ 29 w 241"/>
                <a:gd name="T17" fmla="*/ 229 h 233"/>
                <a:gd name="T18" fmla="*/ 110 w 241"/>
                <a:gd name="T19" fmla="*/ 148 h 233"/>
                <a:gd name="T20" fmla="*/ 112 w 241"/>
                <a:gd name="T21" fmla="*/ 149 h 233"/>
                <a:gd name="T22" fmla="*/ 153 w 241"/>
                <a:gd name="T23" fmla="*/ 160 h 233"/>
                <a:gd name="T24" fmla="*/ 210 w 241"/>
                <a:gd name="T25" fmla="*/ 137 h 233"/>
                <a:gd name="T26" fmla="*/ 210 w 241"/>
                <a:gd name="T27" fmla="*/ 23 h 233"/>
                <a:gd name="T28" fmla="*/ 153 w 241"/>
                <a:gd name="T29" fmla="*/ 0 h 233"/>
                <a:gd name="T30" fmla="*/ 153 w 241"/>
                <a:gd name="T31" fmla="*/ 137 h 233"/>
                <a:gd name="T32" fmla="*/ 97 w 241"/>
                <a:gd name="T33" fmla="*/ 80 h 233"/>
                <a:gd name="T34" fmla="*/ 153 w 241"/>
                <a:gd name="T35" fmla="*/ 23 h 233"/>
                <a:gd name="T36" fmla="*/ 153 w 241"/>
                <a:gd name="T37" fmla="*/ 23 h 233"/>
                <a:gd name="T38" fmla="*/ 210 w 241"/>
                <a:gd name="T39" fmla="*/ 80 h 233"/>
                <a:gd name="T40" fmla="*/ 153 w 241"/>
                <a:gd name="T41" fmla="*/ 137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1" h="233">
                  <a:moveTo>
                    <a:pt x="153" y="0"/>
                  </a:moveTo>
                  <a:cubicBezTo>
                    <a:pt x="132" y="0"/>
                    <a:pt x="111" y="8"/>
                    <a:pt x="96" y="23"/>
                  </a:cubicBezTo>
                  <a:cubicBezTo>
                    <a:pt x="70" y="49"/>
                    <a:pt x="65" y="89"/>
                    <a:pt x="84" y="121"/>
                  </a:cubicBezTo>
                  <a:cubicBezTo>
                    <a:pt x="85" y="123"/>
                    <a:pt x="85" y="123"/>
                    <a:pt x="85" y="123"/>
                  </a:cubicBezTo>
                  <a:cubicBezTo>
                    <a:pt x="4" y="204"/>
                    <a:pt x="4" y="204"/>
                    <a:pt x="4" y="204"/>
                  </a:cubicBezTo>
                  <a:cubicBezTo>
                    <a:pt x="4" y="204"/>
                    <a:pt x="0" y="208"/>
                    <a:pt x="0" y="214"/>
                  </a:cubicBezTo>
                  <a:cubicBezTo>
                    <a:pt x="0" y="218"/>
                    <a:pt x="2" y="222"/>
                    <a:pt x="6" y="226"/>
                  </a:cubicBezTo>
                  <a:cubicBezTo>
                    <a:pt x="10" y="230"/>
                    <a:pt x="15" y="233"/>
                    <a:pt x="19" y="233"/>
                  </a:cubicBezTo>
                  <a:cubicBezTo>
                    <a:pt x="25" y="233"/>
                    <a:pt x="29" y="229"/>
                    <a:pt x="29" y="229"/>
                  </a:cubicBezTo>
                  <a:cubicBezTo>
                    <a:pt x="110" y="148"/>
                    <a:pt x="110" y="148"/>
                    <a:pt x="110" y="148"/>
                  </a:cubicBezTo>
                  <a:cubicBezTo>
                    <a:pt x="112" y="149"/>
                    <a:pt x="112" y="149"/>
                    <a:pt x="112" y="149"/>
                  </a:cubicBezTo>
                  <a:cubicBezTo>
                    <a:pt x="125" y="157"/>
                    <a:pt x="139" y="160"/>
                    <a:pt x="153" y="160"/>
                  </a:cubicBezTo>
                  <a:cubicBezTo>
                    <a:pt x="175" y="160"/>
                    <a:pt x="195" y="152"/>
                    <a:pt x="210" y="137"/>
                  </a:cubicBezTo>
                  <a:cubicBezTo>
                    <a:pt x="241" y="105"/>
                    <a:pt x="241" y="54"/>
                    <a:pt x="210" y="23"/>
                  </a:cubicBezTo>
                  <a:cubicBezTo>
                    <a:pt x="195" y="8"/>
                    <a:pt x="175" y="0"/>
                    <a:pt x="153" y="0"/>
                  </a:cubicBezTo>
                  <a:close/>
                  <a:moveTo>
                    <a:pt x="153" y="137"/>
                  </a:moveTo>
                  <a:cubicBezTo>
                    <a:pt x="122" y="137"/>
                    <a:pt x="97" y="111"/>
                    <a:pt x="97" y="80"/>
                  </a:cubicBezTo>
                  <a:cubicBezTo>
                    <a:pt x="97" y="49"/>
                    <a:pt x="122" y="23"/>
                    <a:pt x="153" y="23"/>
                  </a:cubicBezTo>
                  <a:cubicBezTo>
                    <a:pt x="153" y="23"/>
                    <a:pt x="153" y="23"/>
                    <a:pt x="153" y="23"/>
                  </a:cubicBezTo>
                  <a:cubicBezTo>
                    <a:pt x="184" y="23"/>
                    <a:pt x="210" y="49"/>
                    <a:pt x="210" y="80"/>
                  </a:cubicBezTo>
                  <a:cubicBezTo>
                    <a:pt x="210" y="111"/>
                    <a:pt x="184" y="137"/>
                    <a:pt x="153" y="1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 name="Rectangle 57"/>
            <p:cNvSpPr>
              <a:spLocks noChangeArrowheads="1"/>
            </p:cNvSpPr>
            <p:nvPr/>
          </p:nvSpPr>
          <p:spPr bwMode="auto">
            <a:xfrm>
              <a:off x="1109663" y="4659313"/>
              <a:ext cx="171450" cy="428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78" name="组合 277"/>
          <p:cNvGrpSpPr/>
          <p:nvPr/>
        </p:nvGrpSpPr>
        <p:grpSpPr>
          <a:xfrm>
            <a:off x="6950585" y="3907236"/>
            <a:ext cx="335231" cy="361850"/>
            <a:chOff x="7777163" y="4395788"/>
            <a:chExt cx="639763" cy="690563"/>
          </a:xfrm>
          <a:solidFill>
            <a:srgbClr val="707E84"/>
          </a:solidFill>
        </p:grpSpPr>
        <p:sp>
          <p:nvSpPr>
            <p:cNvPr id="279" name="Freeform 58"/>
            <p:cNvSpPr>
              <a:spLocks/>
            </p:cNvSpPr>
            <p:nvPr/>
          </p:nvSpPr>
          <p:spPr bwMode="auto">
            <a:xfrm>
              <a:off x="7926388" y="4395788"/>
              <a:ext cx="490538" cy="690563"/>
            </a:xfrm>
            <a:custGeom>
              <a:avLst/>
              <a:gdLst>
                <a:gd name="T0" fmla="*/ 2 w 168"/>
                <a:gd name="T1" fmla="*/ 226 h 236"/>
                <a:gd name="T2" fmla="*/ 96 w 168"/>
                <a:gd name="T3" fmla="*/ 236 h 236"/>
                <a:gd name="T4" fmla="*/ 100 w 168"/>
                <a:gd name="T5" fmla="*/ 236 h 236"/>
                <a:gd name="T6" fmla="*/ 105 w 168"/>
                <a:gd name="T7" fmla="*/ 236 h 236"/>
                <a:gd name="T8" fmla="*/ 106 w 168"/>
                <a:gd name="T9" fmla="*/ 236 h 236"/>
                <a:gd name="T10" fmla="*/ 133 w 168"/>
                <a:gd name="T11" fmla="*/ 233 h 236"/>
                <a:gd name="T12" fmla="*/ 150 w 168"/>
                <a:gd name="T13" fmla="*/ 217 h 236"/>
                <a:gd name="T14" fmla="*/ 150 w 168"/>
                <a:gd name="T15" fmla="*/ 212 h 236"/>
                <a:gd name="T16" fmla="*/ 150 w 168"/>
                <a:gd name="T17" fmla="*/ 204 h 236"/>
                <a:gd name="T18" fmla="*/ 158 w 168"/>
                <a:gd name="T19" fmla="*/ 194 h 236"/>
                <a:gd name="T20" fmla="*/ 163 w 168"/>
                <a:gd name="T21" fmla="*/ 186 h 236"/>
                <a:gd name="T22" fmla="*/ 161 w 168"/>
                <a:gd name="T23" fmla="*/ 179 h 236"/>
                <a:gd name="T24" fmla="*/ 158 w 168"/>
                <a:gd name="T25" fmla="*/ 168 h 236"/>
                <a:gd name="T26" fmla="*/ 164 w 168"/>
                <a:gd name="T27" fmla="*/ 158 h 236"/>
                <a:gd name="T28" fmla="*/ 168 w 168"/>
                <a:gd name="T29" fmla="*/ 151 h 236"/>
                <a:gd name="T30" fmla="*/ 165 w 168"/>
                <a:gd name="T31" fmla="*/ 145 h 236"/>
                <a:gd name="T32" fmla="*/ 160 w 168"/>
                <a:gd name="T33" fmla="*/ 133 h 236"/>
                <a:gd name="T34" fmla="*/ 165 w 168"/>
                <a:gd name="T35" fmla="*/ 124 h 236"/>
                <a:gd name="T36" fmla="*/ 168 w 168"/>
                <a:gd name="T37" fmla="*/ 119 h 236"/>
                <a:gd name="T38" fmla="*/ 154 w 168"/>
                <a:gd name="T39" fmla="*/ 98 h 236"/>
                <a:gd name="T40" fmla="*/ 129 w 168"/>
                <a:gd name="T41" fmla="*/ 96 h 236"/>
                <a:gd name="T42" fmla="*/ 124 w 168"/>
                <a:gd name="T43" fmla="*/ 96 h 236"/>
                <a:gd name="T44" fmla="*/ 110 w 168"/>
                <a:gd name="T45" fmla="*/ 96 h 236"/>
                <a:gd name="T46" fmla="*/ 97 w 168"/>
                <a:gd name="T47" fmla="*/ 97 h 236"/>
                <a:gd name="T48" fmla="*/ 97 w 168"/>
                <a:gd name="T49" fmla="*/ 97 h 236"/>
                <a:gd name="T50" fmla="*/ 89 w 168"/>
                <a:gd name="T51" fmla="*/ 96 h 236"/>
                <a:gd name="T52" fmla="*/ 86 w 168"/>
                <a:gd name="T53" fmla="*/ 96 h 236"/>
                <a:gd name="T54" fmla="*/ 86 w 168"/>
                <a:gd name="T55" fmla="*/ 93 h 236"/>
                <a:gd name="T56" fmla="*/ 94 w 168"/>
                <a:gd name="T57" fmla="*/ 61 h 236"/>
                <a:gd name="T58" fmla="*/ 103 w 168"/>
                <a:gd name="T59" fmla="*/ 24 h 236"/>
                <a:gd name="T60" fmla="*/ 80 w 168"/>
                <a:gd name="T61" fmla="*/ 0 h 236"/>
                <a:gd name="T62" fmla="*/ 77 w 168"/>
                <a:gd name="T63" fmla="*/ 0 h 236"/>
                <a:gd name="T64" fmla="*/ 76 w 168"/>
                <a:gd name="T65" fmla="*/ 7 h 236"/>
                <a:gd name="T66" fmla="*/ 76 w 168"/>
                <a:gd name="T67" fmla="*/ 12 h 236"/>
                <a:gd name="T68" fmla="*/ 64 w 168"/>
                <a:gd name="T69" fmla="*/ 53 h 236"/>
                <a:gd name="T70" fmla="*/ 54 w 168"/>
                <a:gd name="T71" fmla="*/ 63 h 236"/>
                <a:gd name="T72" fmla="*/ 44 w 168"/>
                <a:gd name="T73" fmla="*/ 72 h 236"/>
                <a:gd name="T74" fmla="*/ 37 w 168"/>
                <a:gd name="T75" fmla="*/ 88 h 236"/>
                <a:gd name="T76" fmla="*/ 30 w 168"/>
                <a:gd name="T77" fmla="*/ 105 h 236"/>
                <a:gd name="T78" fmla="*/ 6 w 168"/>
                <a:gd name="T79" fmla="*/ 132 h 236"/>
                <a:gd name="T80" fmla="*/ 0 w 168"/>
                <a:gd name="T81" fmla="*/ 133 h 236"/>
                <a:gd name="T82" fmla="*/ 2 w 168"/>
                <a:gd name="T83" fmla="*/ 226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8" h="236">
                  <a:moveTo>
                    <a:pt x="2" y="226"/>
                  </a:moveTo>
                  <a:cubicBezTo>
                    <a:pt x="37" y="233"/>
                    <a:pt x="69" y="236"/>
                    <a:pt x="96" y="236"/>
                  </a:cubicBezTo>
                  <a:cubicBezTo>
                    <a:pt x="97" y="236"/>
                    <a:pt x="98" y="236"/>
                    <a:pt x="100" y="236"/>
                  </a:cubicBezTo>
                  <a:cubicBezTo>
                    <a:pt x="101" y="236"/>
                    <a:pt x="103" y="236"/>
                    <a:pt x="105" y="236"/>
                  </a:cubicBezTo>
                  <a:cubicBezTo>
                    <a:pt x="106" y="236"/>
                    <a:pt x="106" y="236"/>
                    <a:pt x="106" y="236"/>
                  </a:cubicBezTo>
                  <a:cubicBezTo>
                    <a:pt x="115" y="236"/>
                    <a:pt x="126" y="236"/>
                    <a:pt x="133" y="233"/>
                  </a:cubicBezTo>
                  <a:cubicBezTo>
                    <a:pt x="139" y="231"/>
                    <a:pt x="149" y="222"/>
                    <a:pt x="150" y="217"/>
                  </a:cubicBezTo>
                  <a:cubicBezTo>
                    <a:pt x="150" y="216"/>
                    <a:pt x="150" y="214"/>
                    <a:pt x="150" y="212"/>
                  </a:cubicBezTo>
                  <a:cubicBezTo>
                    <a:pt x="150" y="209"/>
                    <a:pt x="149" y="207"/>
                    <a:pt x="150" y="204"/>
                  </a:cubicBezTo>
                  <a:cubicBezTo>
                    <a:pt x="151" y="199"/>
                    <a:pt x="155" y="197"/>
                    <a:pt x="158" y="194"/>
                  </a:cubicBezTo>
                  <a:cubicBezTo>
                    <a:pt x="161" y="192"/>
                    <a:pt x="163" y="190"/>
                    <a:pt x="163" y="186"/>
                  </a:cubicBezTo>
                  <a:cubicBezTo>
                    <a:pt x="164" y="184"/>
                    <a:pt x="162" y="181"/>
                    <a:pt x="161" y="179"/>
                  </a:cubicBezTo>
                  <a:cubicBezTo>
                    <a:pt x="159" y="175"/>
                    <a:pt x="158" y="172"/>
                    <a:pt x="158" y="168"/>
                  </a:cubicBezTo>
                  <a:cubicBezTo>
                    <a:pt x="158" y="163"/>
                    <a:pt x="161" y="160"/>
                    <a:pt x="164" y="158"/>
                  </a:cubicBezTo>
                  <a:cubicBezTo>
                    <a:pt x="167" y="155"/>
                    <a:pt x="168" y="154"/>
                    <a:pt x="168" y="151"/>
                  </a:cubicBezTo>
                  <a:cubicBezTo>
                    <a:pt x="168" y="149"/>
                    <a:pt x="167" y="147"/>
                    <a:pt x="165" y="145"/>
                  </a:cubicBezTo>
                  <a:cubicBezTo>
                    <a:pt x="163" y="142"/>
                    <a:pt x="160" y="138"/>
                    <a:pt x="160" y="133"/>
                  </a:cubicBezTo>
                  <a:cubicBezTo>
                    <a:pt x="160" y="129"/>
                    <a:pt x="163" y="126"/>
                    <a:pt x="165" y="124"/>
                  </a:cubicBezTo>
                  <a:cubicBezTo>
                    <a:pt x="167" y="122"/>
                    <a:pt x="168" y="121"/>
                    <a:pt x="168" y="119"/>
                  </a:cubicBezTo>
                  <a:cubicBezTo>
                    <a:pt x="168" y="111"/>
                    <a:pt x="159" y="100"/>
                    <a:pt x="154" y="98"/>
                  </a:cubicBezTo>
                  <a:cubicBezTo>
                    <a:pt x="148" y="96"/>
                    <a:pt x="138" y="96"/>
                    <a:pt x="129" y="96"/>
                  </a:cubicBezTo>
                  <a:cubicBezTo>
                    <a:pt x="127" y="96"/>
                    <a:pt x="125" y="96"/>
                    <a:pt x="124" y="96"/>
                  </a:cubicBezTo>
                  <a:cubicBezTo>
                    <a:pt x="119" y="96"/>
                    <a:pt x="115" y="96"/>
                    <a:pt x="110" y="96"/>
                  </a:cubicBezTo>
                  <a:cubicBezTo>
                    <a:pt x="106" y="96"/>
                    <a:pt x="101" y="97"/>
                    <a:pt x="97" y="97"/>
                  </a:cubicBezTo>
                  <a:cubicBezTo>
                    <a:pt x="97" y="97"/>
                    <a:pt x="97" y="97"/>
                    <a:pt x="97" y="97"/>
                  </a:cubicBezTo>
                  <a:cubicBezTo>
                    <a:pt x="94" y="97"/>
                    <a:pt x="92" y="97"/>
                    <a:pt x="89" y="96"/>
                  </a:cubicBezTo>
                  <a:cubicBezTo>
                    <a:pt x="86" y="96"/>
                    <a:pt x="86" y="96"/>
                    <a:pt x="86" y="96"/>
                  </a:cubicBezTo>
                  <a:cubicBezTo>
                    <a:pt x="86" y="93"/>
                    <a:pt x="86" y="93"/>
                    <a:pt x="86" y="93"/>
                  </a:cubicBezTo>
                  <a:cubicBezTo>
                    <a:pt x="85" y="81"/>
                    <a:pt x="89" y="71"/>
                    <a:pt x="94" y="61"/>
                  </a:cubicBezTo>
                  <a:cubicBezTo>
                    <a:pt x="99" y="51"/>
                    <a:pt x="104" y="40"/>
                    <a:pt x="103" y="24"/>
                  </a:cubicBezTo>
                  <a:cubicBezTo>
                    <a:pt x="102" y="14"/>
                    <a:pt x="94" y="0"/>
                    <a:pt x="80" y="0"/>
                  </a:cubicBezTo>
                  <a:cubicBezTo>
                    <a:pt x="79" y="0"/>
                    <a:pt x="78" y="0"/>
                    <a:pt x="77" y="0"/>
                  </a:cubicBezTo>
                  <a:cubicBezTo>
                    <a:pt x="76" y="1"/>
                    <a:pt x="76" y="2"/>
                    <a:pt x="76" y="7"/>
                  </a:cubicBezTo>
                  <a:cubicBezTo>
                    <a:pt x="76" y="9"/>
                    <a:pt x="76" y="10"/>
                    <a:pt x="76" y="12"/>
                  </a:cubicBezTo>
                  <a:cubicBezTo>
                    <a:pt x="74" y="26"/>
                    <a:pt x="72" y="42"/>
                    <a:pt x="64" y="53"/>
                  </a:cubicBezTo>
                  <a:cubicBezTo>
                    <a:pt x="61" y="57"/>
                    <a:pt x="57" y="60"/>
                    <a:pt x="54" y="63"/>
                  </a:cubicBezTo>
                  <a:cubicBezTo>
                    <a:pt x="50" y="65"/>
                    <a:pt x="46" y="68"/>
                    <a:pt x="44" y="72"/>
                  </a:cubicBezTo>
                  <a:cubicBezTo>
                    <a:pt x="42" y="77"/>
                    <a:pt x="39" y="82"/>
                    <a:pt x="37" y="88"/>
                  </a:cubicBezTo>
                  <a:cubicBezTo>
                    <a:pt x="35" y="94"/>
                    <a:pt x="33" y="99"/>
                    <a:pt x="30" y="105"/>
                  </a:cubicBezTo>
                  <a:cubicBezTo>
                    <a:pt x="22" y="121"/>
                    <a:pt x="14" y="129"/>
                    <a:pt x="6" y="132"/>
                  </a:cubicBezTo>
                  <a:cubicBezTo>
                    <a:pt x="4" y="133"/>
                    <a:pt x="2" y="133"/>
                    <a:pt x="0" y="133"/>
                  </a:cubicBezTo>
                  <a:lnTo>
                    <a:pt x="2" y="2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 name="Freeform 59"/>
            <p:cNvSpPr>
              <a:spLocks/>
            </p:cNvSpPr>
            <p:nvPr/>
          </p:nvSpPr>
          <p:spPr bwMode="auto">
            <a:xfrm>
              <a:off x="7777163" y="4778376"/>
              <a:ext cx="119063" cy="290513"/>
            </a:xfrm>
            <a:custGeom>
              <a:avLst/>
              <a:gdLst>
                <a:gd name="T0" fmla="*/ 41 w 41"/>
                <a:gd name="T1" fmla="*/ 84 h 99"/>
                <a:gd name="T2" fmla="*/ 20 w 41"/>
                <a:gd name="T3" fmla="*/ 99 h 99"/>
                <a:gd name="T4" fmla="*/ 20 w 41"/>
                <a:gd name="T5" fmla="*/ 99 h 99"/>
                <a:gd name="T6" fmla="*/ 0 w 41"/>
                <a:gd name="T7" fmla="*/ 84 h 99"/>
                <a:gd name="T8" fmla="*/ 0 w 41"/>
                <a:gd name="T9" fmla="*/ 14 h 99"/>
                <a:gd name="T10" fmla="*/ 20 w 41"/>
                <a:gd name="T11" fmla="*/ 0 h 99"/>
                <a:gd name="T12" fmla="*/ 20 w 41"/>
                <a:gd name="T13" fmla="*/ 0 h 99"/>
                <a:gd name="T14" fmla="*/ 41 w 41"/>
                <a:gd name="T15" fmla="*/ 14 h 99"/>
                <a:gd name="T16" fmla="*/ 41 w 41"/>
                <a:gd name="T17" fmla="*/ 84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99">
                  <a:moveTo>
                    <a:pt x="41" y="84"/>
                  </a:moveTo>
                  <a:cubicBezTo>
                    <a:pt x="41" y="95"/>
                    <a:pt x="32" y="99"/>
                    <a:pt x="20" y="99"/>
                  </a:cubicBezTo>
                  <a:cubicBezTo>
                    <a:pt x="20" y="99"/>
                    <a:pt x="20" y="99"/>
                    <a:pt x="20" y="99"/>
                  </a:cubicBezTo>
                  <a:cubicBezTo>
                    <a:pt x="9" y="99"/>
                    <a:pt x="0" y="95"/>
                    <a:pt x="0" y="84"/>
                  </a:cubicBezTo>
                  <a:cubicBezTo>
                    <a:pt x="0" y="14"/>
                    <a:pt x="0" y="14"/>
                    <a:pt x="0" y="14"/>
                  </a:cubicBezTo>
                  <a:cubicBezTo>
                    <a:pt x="0" y="2"/>
                    <a:pt x="9" y="0"/>
                    <a:pt x="20" y="0"/>
                  </a:cubicBezTo>
                  <a:cubicBezTo>
                    <a:pt x="20" y="0"/>
                    <a:pt x="20" y="0"/>
                    <a:pt x="20" y="0"/>
                  </a:cubicBezTo>
                  <a:cubicBezTo>
                    <a:pt x="32" y="0"/>
                    <a:pt x="41" y="2"/>
                    <a:pt x="41" y="14"/>
                  </a:cubicBezTo>
                  <a:lnTo>
                    <a:pt x="41" y="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81" name="Freeform 60"/>
          <p:cNvSpPr>
            <a:spLocks noEditPoints="1"/>
          </p:cNvSpPr>
          <p:nvPr/>
        </p:nvSpPr>
        <p:spPr bwMode="auto">
          <a:xfrm>
            <a:off x="5864863" y="3425336"/>
            <a:ext cx="371832" cy="374327"/>
          </a:xfrm>
          <a:custGeom>
            <a:avLst/>
            <a:gdLst>
              <a:gd name="T0" fmla="*/ 122 w 243"/>
              <a:gd name="T1" fmla="*/ 0 h 244"/>
              <a:gd name="T2" fmla="*/ 0 w 243"/>
              <a:gd name="T3" fmla="*/ 122 h 244"/>
              <a:gd name="T4" fmla="*/ 122 w 243"/>
              <a:gd name="T5" fmla="*/ 244 h 244"/>
              <a:gd name="T6" fmla="*/ 208 w 243"/>
              <a:gd name="T7" fmla="*/ 208 h 244"/>
              <a:gd name="T8" fmla="*/ 243 w 243"/>
              <a:gd name="T9" fmla="*/ 122 h 244"/>
              <a:gd name="T10" fmla="*/ 208 w 243"/>
              <a:gd name="T11" fmla="*/ 36 h 244"/>
              <a:gd name="T12" fmla="*/ 122 w 243"/>
              <a:gd name="T13" fmla="*/ 0 h 244"/>
              <a:gd name="T14" fmla="*/ 82 w 243"/>
              <a:gd name="T15" fmla="*/ 194 h 244"/>
              <a:gd name="T16" fmla="*/ 126 w 243"/>
              <a:gd name="T17" fmla="*/ 150 h 244"/>
              <a:gd name="T18" fmla="*/ 46 w 243"/>
              <a:gd name="T19" fmla="*/ 150 h 244"/>
              <a:gd name="T20" fmla="*/ 46 w 243"/>
              <a:gd name="T21" fmla="*/ 97 h 244"/>
              <a:gd name="T22" fmla="*/ 125 w 243"/>
              <a:gd name="T23" fmla="*/ 97 h 244"/>
              <a:gd name="T24" fmla="*/ 82 w 243"/>
              <a:gd name="T25" fmla="*/ 54 h 244"/>
              <a:gd name="T26" fmla="*/ 152 w 243"/>
              <a:gd name="T27" fmla="*/ 54 h 244"/>
              <a:gd name="T28" fmla="*/ 221 w 243"/>
              <a:gd name="T29" fmla="*/ 124 h 244"/>
              <a:gd name="T30" fmla="*/ 152 w 243"/>
              <a:gd name="T31" fmla="*/ 194 h 244"/>
              <a:gd name="T32" fmla="*/ 82 w 243"/>
              <a:gd name="T33" fmla="*/ 194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3" h="244">
                <a:moveTo>
                  <a:pt x="122" y="0"/>
                </a:moveTo>
                <a:cubicBezTo>
                  <a:pt x="55" y="0"/>
                  <a:pt x="0" y="55"/>
                  <a:pt x="0" y="122"/>
                </a:cubicBezTo>
                <a:cubicBezTo>
                  <a:pt x="0" y="189"/>
                  <a:pt x="55" y="244"/>
                  <a:pt x="122" y="244"/>
                </a:cubicBezTo>
                <a:cubicBezTo>
                  <a:pt x="154" y="244"/>
                  <a:pt x="185" y="231"/>
                  <a:pt x="208" y="208"/>
                </a:cubicBezTo>
                <a:cubicBezTo>
                  <a:pt x="231" y="185"/>
                  <a:pt x="243" y="154"/>
                  <a:pt x="243" y="122"/>
                </a:cubicBezTo>
                <a:cubicBezTo>
                  <a:pt x="243" y="89"/>
                  <a:pt x="231" y="59"/>
                  <a:pt x="208" y="36"/>
                </a:cubicBezTo>
                <a:cubicBezTo>
                  <a:pt x="185" y="13"/>
                  <a:pt x="154" y="0"/>
                  <a:pt x="122" y="0"/>
                </a:cubicBezTo>
                <a:close/>
                <a:moveTo>
                  <a:pt x="82" y="194"/>
                </a:moveTo>
                <a:cubicBezTo>
                  <a:pt x="126" y="150"/>
                  <a:pt x="126" y="150"/>
                  <a:pt x="126" y="150"/>
                </a:cubicBezTo>
                <a:cubicBezTo>
                  <a:pt x="46" y="150"/>
                  <a:pt x="46" y="150"/>
                  <a:pt x="46" y="150"/>
                </a:cubicBezTo>
                <a:cubicBezTo>
                  <a:pt x="46" y="97"/>
                  <a:pt x="46" y="97"/>
                  <a:pt x="46" y="97"/>
                </a:cubicBezTo>
                <a:cubicBezTo>
                  <a:pt x="125" y="97"/>
                  <a:pt x="125" y="97"/>
                  <a:pt x="125" y="97"/>
                </a:cubicBezTo>
                <a:cubicBezTo>
                  <a:pt x="82" y="54"/>
                  <a:pt x="82" y="54"/>
                  <a:pt x="82" y="54"/>
                </a:cubicBezTo>
                <a:cubicBezTo>
                  <a:pt x="152" y="54"/>
                  <a:pt x="152" y="54"/>
                  <a:pt x="152" y="54"/>
                </a:cubicBezTo>
                <a:cubicBezTo>
                  <a:pt x="221" y="124"/>
                  <a:pt x="221" y="124"/>
                  <a:pt x="221" y="124"/>
                </a:cubicBezTo>
                <a:cubicBezTo>
                  <a:pt x="152" y="194"/>
                  <a:pt x="152" y="194"/>
                  <a:pt x="152" y="194"/>
                </a:cubicBezTo>
                <a:lnTo>
                  <a:pt x="82" y="194"/>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282" name="组合 281"/>
          <p:cNvGrpSpPr/>
          <p:nvPr/>
        </p:nvGrpSpPr>
        <p:grpSpPr>
          <a:xfrm>
            <a:off x="6673635" y="2382509"/>
            <a:ext cx="309444" cy="470821"/>
            <a:chOff x="6600826" y="492126"/>
            <a:chExt cx="590550" cy="898525"/>
          </a:xfrm>
          <a:solidFill>
            <a:srgbClr val="707E84"/>
          </a:solidFill>
        </p:grpSpPr>
        <p:sp>
          <p:nvSpPr>
            <p:cNvPr id="283" name="Freeform 61"/>
            <p:cNvSpPr>
              <a:spLocks/>
            </p:cNvSpPr>
            <p:nvPr/>
          </p:nvSpPr>
          <p:spPr bwMode="auto">
            <a:xfrm>
              <a:off x="6600826" y="503238"/>
              <a:ext cx="531813" cy="887413"/>
            </a:xfrm>
            <a:custGeom>
              <a:avLst/>
              <a:gdLst>
                <a:gd name="T0" fmla="*/ 116 w 182"/>
                <a:gd name="T1" fmla="*/ 216 h 303"/>
                <a:gd name="T2" fmla="*/ 105 w 182"/>
                <a:gd name="T3" fmla="*/ 215 h 303"/>
                <a:gd name="T4" fmla="*/ 46 w 182"/>
                <a:gd name="T5" fmla="*/ 94 h 303"/>
                <a:gd name="T6" fmla="*/ 50 w 182"/>
                <a:gd name="T7" fmla="*/ 83 h 303"/>
                <a:gd name="T8" fmla="*/ 68 w 182"/>
                <a:gd name="T9" fmla="*/ 83 h 303"/>
                <a:gd name="T10" fmla="*/ 49 w 182"/>
                <a:gd name="T11" fmla="*/ 0 h 303"/>
                <a:gd name="T12" fmla="*/ 3 w 182"/>
                <a:gd name="T13" fmla="*/ 24 h 303"/>
                <a:gd name="T14" fmla="*/ 6 w 182"/>
                <a:gd name="T15" fmla="*/ 93 h 303"/>
                <a:gd name="T16" fmla="*/ 55 w 182"/>
                <a:gd name="T17" fmla="*/ 216 h 303"/>
                <a:gd name="T18" fmla="*/ 135 w 182"/>
                <a:gd name="T19" fmla="*/ 287 h 303"/>
                <a:gd name="T20" fmla="*/ 182 w 182"/>
                <a:gd name="T21" fmla="*/ 267 h 303"/>
                <a:gd name="T22" fmla="*/ 126 w 182"/>
                <a:gd name="T23" fmla="*/ 203 h 303"/>
                <a:gd name="T24" fmla="*/ 116 w 182"/>
                <a:gd name="T25" fmla="*/ 216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2" h="303">
                  <a:moveTo>
                    <a:pt x="116" y="216"/>
                  </a:moveTo>
                  <a:cubicBezTo>
                    <a:pt x="109" y="222"/>
                    <a:pt x="105" y="215"/>
                    <a:pt x="105" y="215"/>
                  </a:cubicBezTo>
                  <a:cubicBezTo>
                    <a:pt x="105" y="215"/>
                    <a:pt x="51" y="105"/>
                    <a:pt x="46" y="94"/>
                  </a:cubicBezTo>
                  <a:cubicBezTo>
                    <a:pt x="42" y="84"/>
                    <a:pt x="50" y="83"/>
                    <a:pt x="50" y="83"/>
                  </a:cubicBezTo>
                  <a:cubicBezTo>
                    <a:pt x="68" y="83"/>
                    <a:pt x="68" y="83"/>
                    <a:pt x="68" y="83"/>
                  </a:cubicBezTo>
                  <a:cubicBezTo>
                    <a:pt x="49" y="0"/>
                    <a:pt x="49" y="0"/>
                    <a:pt x="49" y="0"/>
                  </a:cubicBezTo>
                  <a:cubicBezTo>
                    <a:pt x="49" y="0"/>
                    <a:pt x="6" y="4"/>
                    <a:pt x="3" y="24"/>
                  </a:cubicBezTo>
                  <a:cubicBezTo>
                    <a:pt x="2" y="30"/>
                    <a:pt x="0" y="51"/>
                    <a:pt x="6" y="93"/>
                  </a:cubicBezTo>
                  <a:cubicBezTo>
                    <a:pt x="11" y="128"/>
                    <a:pt x="30" y="183"/>
                    <a:pt x="55" y="216"/>
                  </a:cubicBezTo>
                  <a:cubicBezTo>
                    <a:pt x="78" y="246"/>
                    <a:pt x="101" y="267"/>
                    <a:pt x="135" y="287"/>
                  </a:cubicBezTo>
                  <a:cubicBezTo>
                    <a:pt x="163" y="303"/>
                    <a:pt x="182" y="267"/>
                    <a:pt x="182" y="267"/>
                  </a:cubicBezTo>
                  <a:cubicBezTo>
                    <a:pt x="126" y="203"/>
                    <a:pt x="126" y="203"/>
                    <a:pt x="126" y="203"/>
                  </a:cubicBezTo>
                  <a:cubicBezTo>
                    <a:pt x="126" y="203"/>
                    <a:pt x="122" y="210"/>
                    <a:pt x="116" y="2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 name="Freeform 62"/>
            <p:cNvSpPr>
              <a:spLocks/>
            </p:cNvSpPr>
            <p:nvPr/>
          </p:nvSpPr>
          <p:spPr bwMode="auto">
            <a:xfrm>
              <a:off x="6764338" y="492126"/>
              <a:ext cx="103188" cy="254000"/>
            </a:xfrm>
            <a:custGeom>
              <a:avLst/>
              <a:gdLst>
                <a:gd name="T0" fmla="*/ 33 w 35"/>
                <a:gd name="T1" fmla="*/ 71 h 87"/>
                <a:gd name="T2" fmla="*/ 20 w 35"/>
                <a:gd name="T3" fmla="*/ 7 h 87"/>
                <a:gd name="T4" fmla="*/ 0 w 35"/>
                <a:gd name="T5" fmla="*/ 2 h 87"/>
                <a:gd name="T6" fmla="*/ 19 w 35"/>
                <a:gd name="T7" fmla="*/ 87 h 87"/>
                <a:gd name="T8" fmla="*/ 33 w 35"/>
                <a:gd name="T9" fmla="*/ 71 h 87"/>
              </a:gdLst>
              <a:ahLst/>
              <a:cxnLst>
                <a:cxn ang="0">
                  <a:pos x="T0" y="T1"/>
                </a:cxn>
                <a:cxn ang="0">
                  <a:pos x="T2" y="T3"/>
                </a:cxn>
                <a:cxn ang="0">
                  <a:pos x="T4" y="T5"/>
                </a:cxn>
                <a:cxn ang="0">
                  <a:pos x="T6" y="T7"/>
                </a:cxn>
                <a:cxn ang="0">
                  <a:pos x="T8" y="T9"/>
                </a:cxn>
              </a:cxnLst>
              <a:rect l="0" t="0" r="r" b="b"/>
              <a:pathLst>
                <a:path w="35" h="87">
                  <a:moveTo>
                    <a:pt x="33" y="71"/>
                  </a:moveTo>
                  <a:cubicBezTo>
                    <a:pt x="33" y="71"/>
                    <a:pt x="22" y="15"/>
                    <a:pt x="20" y="7"/>
                  </a:cubicBezTo>
                  <a:cubicBezTo>
                    <a:pt x="17" y="0"/>
                    <a:pt x="0" y="2"/>
                    <a:pt x="0" y="2"/>
                  </a:cubicBezTo>
                  <a:cubicBezTo>
                    <a:pt x="19" y="87"/>
                    <a:pt x="19" y="87"/>
                    <a:pt x="19" y="87"/>
                  </a:cubicBezTo>
                  <a:cubicBezTo>
                    <a:pt x="19" y="87"/>
                    <a:pt x="35" y="81"/>
                    <a:pt x="33"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 name="Freeform 63"/>
            <p:cNvSpPr>
              <a:spLocks/>
            </p:cNvSpPr>
            <p:nvPr/>
          </p:nvSpPr>
          <p:spPr bwMode="auto">
            <a:xfrm>
              <a:off x="6983413" y="1054101"/>
              <a:ext cx="207963" cy="215900"/>
            </a:xfrm>
            <a:custGeom>
              <a:avLst/>
              <a:gdLst>
                <a:gd name="T0" fmla="*/ 22 w 71"/>
                <a:gd name="T1" fmla="*/ 6 h 74"/>
                <a:gd name="T2" fmla="*/ 0 w 71"/>
                <a:gd name="T3" fmla="*/ 9 h 74"/>
                <a:gd name="T4" fmla="*/ 56 w 71"/>
                <a:gd name="T5" fmla="*/ 74 h 74"/>
                <a:gd name="T6" fmla="*/ 62 w 71"/>
                <a:gd name="T7" fmla="*/ 52 h 74"/>
                <a:gd name="T8" fmla="*/ 22 w 71"/>
                <a:gd name="T9" fmla="*/ 6 h 74"/>
              </a:gdLst>
              <a:ahLst/>
              <a:cxnLst>
                <a:cxn ang="0">
                  <a:pos x="T0" y="T1"/>
                </a:cxn>
                <a:cxn ang="0">
                  <a:pos x="T2" y="T3"/>
                </a:cxn>
                <a:cxn ang="0">
                  <a:pos x="T4" y="T5"/>
                </a:cxn>
                <a:cxn ang="0">
                  <a:pos x="T6" y="T7"/>
                </a:cxn>
                <a:cxn ang="0">
                  <a:pos x="T8" y="T9"/>
                </a:cxn>
              </a:cxnLst>
              <a:rect l="0" t="0" r="r" b="b"/>
              <a:pathLst>
                <a:path w="71" h="74">
                  <a:moveTo>
                    <a:pt x="22" y="6"/>
                  </a:moveTo>
                  <a:cubicBezTo>
                    <a:pt x="16" y="0"/>
                    <a:pt x="0" y="9"/>
                    <a:pt x="0" y="9"/>
                  </a:cubicBezTo>
                  <a:cubicBezTo>
                    <a:pt x="56" y="74"/>
                    <a:pt x="56" y="74"/>
                    <a:pt x="56" y="74"/>
                  </a:cubicBezTo>
                  <a:cubicBezTo>
                    <a:pt x="56" y="74"/>
                    <a:pt x="71" y="62"/>
                    <a:pt x="62" y="52"/>
                  </a:cubicBezTo>
                  <a:cubicBezTo>
                    <a:pt x="62" y="52"/>
                    <a:pt x="28" y="13"/>
                    <a:pt x="22"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86" name="Freeform 64"/>
          <p:cNvSpPr>
            <a:spLocks noEditPoints="1"/>
          </p:cNvSpPr>
          <p:nvPr/>
        </p:nvSpPr>
        <p:spPr bwMode="auto">
          <a:xfrm>
            <a:off x="4408473" y="2480666"/>
            <a:ext cx="435052" cy="274507"/>
          </a:xfrm>
          <a:custGeom>
            <a:avLst/>
            <a:gdLst>
              <a:gd name="T0" fmla="*/ 208 w 284"/>
              <a:gd name="T1" fmla="*/ 75 h 179"/>
              <a:gd name="T2" fmla="*/ 187 w 284"/>
              <a:gd name="T3" fmla="*/ 30 h 179"/>
              <a:gd name="T4" fmla="*/ 209 w 284"/>
              <a:gd name="T5" fmla="*/ 18 h 179"/>
              <a:gd name="T6" fmla="*/ 157 w 284"/>
              <a:gd name="T7" fmla="*/ 12 h 179"/>
              <a:gd name="T8" fmla="*/ 174 w 284"/>
              <a:gd name="T9" fmla="*/ 27 h 179"/>
              <a:gd name="T10" fmla="*/ 100 w 284"/>
              <a:gd name="T11" fmla="*/ 40 h 179"/>
              <a:gd name="T12" fmla="*/ 100 w 284"/>
              <a:gd name="T13" fmla="*/ 11 h 179"/>
              <a:gd name="T14" fmla="*/ 121 w 284"/>
              <a:gd name="T15" fmla="*/ 9 h 179"/>
              <a:gd name="T16" fmla="*/ 122 w 284"/>
              <a:gd name="T17" fmla="*/ 6 h 179"/>
              <a:gd name="T18" fmla="*/ 121 w 284"/>
              <a:gd name="T19" fmla="*/ 2 h 179"/>
              <a:gd name="T20" fmla="*/ 118 w 284"/>
              <a:gd name="T21" fmla="*/ 0 h 179"/>
              <a:gd name="T22" fmla="*/ 72 w 284"/>
              <a:gd name="T23" fmla="*/ 4 h 179"/>
              <a:gd name="T24" fmla="*/ 72 w 284"/>
              <a:gd name="T25" fmla="*/ 9 h 179"/>
              <a:gd name="T26" fmla="*/ 86 w 284"/>
              <a:gd name="T27" fmla="*/ 11 h 179"/>
              <a:gd name="T28" fmla="*/ 77 w 284"/>
              <a:gd name="T29" fmla="*/ 74 h 179"/>
              <a:gd name="T30" fmla="*/ 1 w 284"/>
              <a:gd name="T31" fmla="*/ 118 h 179"/>
              <a:gd name="T32" fmla="*/ 18 w 284"/>
              <a:gd name="T33" fmla="*/ 163 h 179"/>
              <a:gd name="T34" fmla="*/ 73 w 284"/>
              <a:gd name="T35" fmla="*/ 174 h 179"/>
              <a:gd name="T36" fmla="*/ 100 w 284"/>
              <a:gd name="T37" fmla="*/ 95 h 179"/>
              <a:gd name="T38" fmla="*/ 93 w 284"/>
              <a:gd name="T39" fmla="*/ 63 h 179"/>
              <a:gd name="T40" fmla="*/ 176 w 284"/>
              <a:gd name="T41" fmla="*/ 132 h 179"/>
              <a:gd name="T42" fmla="*/ 230 w 284"/>
              <a:gd name="T43" fmla="*/ 178 h 179"/>
              <a:gd name="T44" fmla="*/ 230 w 284"/>
              <a:gd name="T45" fmla="*/ 70 h 179"/>
              <a:gd name="T46" fmla="*/ 61 w 284"/>
              <a:gd name="T47" fmla="*/ 163 h 179"/>
              <a:gd name="T48" fmla="*/ 32 w 284"/>
              <a:gd name="T49" fmla="*/ 89 h 179"/>
              <a:gd name="T50" fmla="*/ 70 w 284"/>
              <a:gd name="T51" fmla="*/ 94 h 179"/>
              <a:gd name="T52" fmla="*/ 53 w 284"/>
              <a:gd name="T53" fmla="*/ 130 h 179"/>
              <a:gd name="T54" fmla="*/ 61 w 284"/>
              <a:gd name="T55" fmla="*/ 130 h 179"/>
              <a:gd name="T56" fmla="*/ 82 w 284"/>
              <a:gd name="T57" fmla="*/ 95 h 179"/>
              <a:gd name="T58" fmla="*/ 205 w 284"/>
              <a:gd name="T59" fmla="*/ 93 h 179"/>
              <a:gd name="T60" fmla="*/ 190 w 284"/>
              <a:gd name="T61" fmla="*/ 119 h 179"/>
              <a:gd name="T62" fmla="*/ 99 w 284"/>
              <a:gd name="T63" fmla="*/ 51 h 179"/>
              <a:gd name="T64" fmla="*/ 152 w 284"/>
              <a:gd name="T65" fmla="*/ 112 h 179"/>
              <a:gd name="T66" fmla="*/ 162 w 284"/>
              <a:gd name="T67" fmla="*/ 119 h 179"/>
              <a:gd name="T68" fmla="*/ 180 w 284"/>
              <a:gd name="T69" fmla="*/ 57 h 179"/>
              <a:gd name="T70" fmla="*/ 177 w 284"/>
              <a:gd name="T71" fmla="*/ 119 h 179"/>
              <a:gd name="T72" fmla="*/ 230 w 284"/>
              <a:gd name="T73" fmla="*/ 165 h 179"/>
              <a:gd name="T74" fmla="*/ 236 w 284"/>
              <a:gd name="T75" fmla="*/ 132 h 179"/>
              <a:gd name="T76" fmla="*/ 239 w 284"/>
              <a:gd name="T77" fmla="*/ 120 h 179"/>
              <a:gd name="T78" fmla="*/ 230 w 284"/>
              <a:gd name="T79" fmla="*/ 84 h 179"/>
              <a:gd name="T80" fmla="*/ 230 w 284"/>
              <a:gd name="T81" fmla="*/ 165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84" h="179">
                <a:moveTo>
                  <a:pt x="230" y="70"/>
                </a:moveTo>
                <a:cubicBezTo>
                  <a:pt x="222" y="70"/>
                  <a:pt x="215" y="72"/>
                  <a:pt x="208" y="75"/>
                </a:cubicBezTo>
                <a:cubicBezTo>
                  <a:pt x="184" y="42"/>
                  <a:pt x="184" y="42"/>
                  <a:pt x="184" y="42"/>
                </a:cubicBezTo>
                <a:cubicBezTo>
                  <a:pt x="187" y="30"/>
                  <a:pt x="187" y="30"/>
                  <a:pt x="187" y="30"/>
                </a:cubicBezTo>
                <a:cubicBezTo>
                  <a:pt x="187" y="30"/>
                  <a:pt x="201" y="32"/>
                  <a:pt x="202" y="32"/>
                </a:cubicBezTo>
                <a:cubicBezTo>
                  <a:pt x="208" y="28"/>
                  <a:pt x="210" y="22"/>
                  <a:pt x="209" y="18"/>
                </a:cubicBezTo>
                <a:cubicBezTo>
                  <a:pt x="208" y="14"/>
                  <a:pt x="202" y="9"/>
                  <a:pt x="201" y="9"/>
                </a:cubicBezTo>
                <a:cubicBezTo>
                  <a:pt x="157" y="12"/>
                  <a:pt x="157" y="12"/>
                  <a:pt x="157" y="12"/>
                </a:cubicBezTo>
                <a:cubicBezTo>
                  <a:pt x="157" y="19"/>
                  <a:pt x="157" y="19"/>
                  <a:pt x="157" y="19"/>
                </a:cubicBezTo>
                <a:cubicBezTo>
                  <a:pt x="174" y="27"/>
                  <a:pt x="174" y="27"/>
                  <a:pt x="174" y="27"/>
                </a:cubicBezTo>
                <a:cubicBezTo>
                  <a:pt x="171" y="40"/>
                  <a:pt x="171" y="40"/>
                  <a:pt x="171" y="40"/>
                </a:cubicBezTo>
                <a:cubicBezTo>
                  <a:pt x="100" y="40"/>
                  <a:pt x="100" y="40"/>
                  <a:pt x="100" y="40"/>
                </a:cubicBezTo>
                <a:cubicBezTo>
                  <a:pt x="107" y="19"/>
                  <a:pt x="107" y="19"/>
                  <a:pt x="107" y="19"/>
                </a:cubicBezTo>
                <a:cubicBezTo>
                  <a:pt x="107" y="15"/>
                  <a:pt x="103" y="11"/>
                  <a:pt x="100" y="11"/>
                </a:cubicBezTo>
                <a:cubicBezTo>
                  <a:pt x="107" y="10"/>
                  <a:pt x="113" y="10"/>
                  <a:pt x="120" y="10"/>
                </a:cubicBezTo>
                <a:cubicBezTo>
                  <a:pt x="121" y="9"/>
                  <a:pt x="121" y="9"/>
                  <a:pt x="121" y="9"/>
                </a:cubicBezTo>
                <a:cubicBezTo>
                  <a:pt x="122" y="8"/>
                  <a:pt x="122" y="8"/>
                  <a:pt x="122" y="8"/>
                </a:cubicBezTo>
                <a:cubicBezTo>
                  <a:pt x="122" y="6"/>
                  <a:pt x="122" y="6"/>
                  <a:pt x="122" y="6"/>
                </a:cubicBezTo>
                <a:cubicBezTo>
                  <a:pt x="122" y="3"/>
                  <a:pt x="122" y="3"/>
                  <a:pt x="122" y="3"/>
                </a:cubicBezTo>
                <a:cubicBezTo>
                  <a:pt x="121" y="2"/>
                  <a:pt x="121" y="2"/>
                  <a:pt x="121" y="2"/>
                </a:cubicBezTo>
                <a:cubicBezTo>
                  <a:pt x="120" y="1"/>
                  <a:pt x="120" y="1"/>
                  <a:pt x="120" y="1"/>
                </a:cubicBezTo>
                <a:cubicBezTo>
                  <a:pt x="118" y="0"/>
                  <a:pt x="118" y="0"/>
                  <a:pt x="118" y="0"/>
                </a:cubicBezTo>
                <a:cubicBezTo>
                  <a:pt x="73" y="2"/>
                  <a:pt x="73" y="2"/>
                  <a:pt x="73" y="2"/>
                </a:cubicBezTo>
                <a:cubicBezTo>
                  <a:pt x="72" y="4"/>
                  <a:pt x="72" y="4"/>
                  <a:pt x="72" y="4"/>
                </a:cubicBezTo>
                <a:cubicBezTo>
                  <a:pt x="71" y="7"/>
                  <a:pt x="71" y="7"/>
                  <a:pt x="71" y="7"/>
                </a:cubicBezTo>
                <a:cubicBezTo>
                  <a:pt x="72" y="9"/>
                  <a:pt x="72" y="9"/>
                  <a:pt x="72" y="9"/>
                </a:cubicBezTo>
                <a:cubicBezTo>
                  <a:pt x="75" y="11"/>
                  <a:pt x="75" y="11"/>
                  <a:pt x="75" y="11"/>
                </a:cubicBezTo>
                <a:cubicBezTo>
                  <a:pt x="86" y="11"/>
                  <a:pt x="86" y="11"/>
                  <a:pt x="86" y="11"/>
                </a:cubicBezTo>
                <a:cubicBezTo>
                  <a:pt x="90" y="12"/>
                  <a:pt x="94" y="15"/>
                  <a:pt x="94" y="20"/>
                </a:cubicBezTo>
                <a:cubicBezTo>
                  <a:pt x="88" y="38"/>
                  <a:pt x="83" y="56"/>
                  <a:pt x="77" y="74"/>
                </a:cubicBezTo>
                <a:cubicBezTo>
                  <a:pt x="77" y="74"/>
                  <a:pt x="52" y="62"/>
                  <a:pt x="27" y="77"/>
                </a:cubicBezTo>
                <a:cubicBezTo>
                  <a:pt x="8" y="88"/>
                  <a:pt x="2" y="104"/>
                  <a:pt x="1" y="118"/>
                </a:cubicBezTo>
                <a:cubicBezTo>
                  <a:pt x="0" y="123"/>
                  <a:pt x="1" y="128"/>
                  <a:pt x="2" y="132"/>
                </a:cubicBezTo>
                <a:cubicBezTo>
                  <a:pt x="3" y="141"/>
                  <a:pt x="8" y="154"/>
                  <a:pt x="18" y="163"/>
                </a:cubicBezTo>
                <a:cubicBezTo>
                  <a:pt x="30" y="174"/>
                  <a:pt x="51" y="179"/>
                  <a:pt x="65" y="175"/>
                </a:cubicBezTo>
                <a:cubicBezTo>
                  <a:pt x="68" y="175"/>
                  <a:pt x="70" y="174"/>
                  <a:pt x="73" y="174"/>
                </a:cubicBezTo>
                <a:cubicBezTo>
                  <a:pt x="94" y="166"/>
                  <a:pt x="104" y="150"/>
                  <a:pt x="108" y="129"/>
                </a:cubicBezTo>
                <a:cubicBezTo>
                  <a:pt x="110" y="118"/>
                  <a:pt x="106" y="105"/>
                  <a:pt x="100" y="95"/>
                </a:cubicBezTo>
                <a:cubicBezTo>
                  <a:pt x="95" y="86"/>
                  <a:pt x="87" y="80"/>
                  <a:pt x="87" y="80"/>
                </a:cubicBezTo>
                <a:cubicBezTo>
                  <a:pt x="93" y="63"/>
                  <a:pt x="93" y="63"/>
                  <a:pt x="93" y="63"/>
                </a:cubicBezTo>
                <a:cubicBezTo>
                  <a:pt x="151" y="132"/>
                  <a:pt x="151" y="132"/>
                  <a:pt x="151" y="132"/>
                </a:cubicBezTo>
                <a:cubicBezTo>
                  <a:pt x="176" y="132"/>
                  <a:pt x="176" y="132"/>
                  <a:pt x="176" y="132"/>
                </a:cubicBezTo>
                <a:cubicBezTo>
                  <a:pt x="177" y="132"/>
                  <a:pt x="177" y="132"/>
                  <a:pt x="177" y="132"/>
                </a:cubicBezTo>
                <a:cubicBezTo>
                  <a:pt x="181" y="158"/>
                  <a:pt x="203" y="178"/>
                  <a:pt x="230" y="178"/>
                </a:cubicBezTo>
                <a:cubicBezTo>
                  <a:pt x="260" y="178"/>
                  <a:pt x="284" y="154"/>
                  <a:pt x="284" y="124"/>
                </a:cubicBezTo>
                <a:cubicBezTo>
                  <a:pt x="284" y="94"/>
                  <a:pt x="260" y="70"/>
                  <a:pt x="230" y="70"/>
                </a:cubicBezTo>
                <a:close/>
                <a:moveTo>
                  <a:pt x="94" y="127"/>
                </a:moveTo>
                <a:cubicBezTo>
                  <a:pt x="92" y="147"/>
                  <a:pt x="79" y="159"/>
                  <a:pt x="61" y="163"/>
                </a:cubicBezTo>
                <a:cubicBezTo>
                  <a:pt x="43" y="166"/>
                  <a:pt x="26" y="155"/>
                  <a:pt x="18" y="141"/>
                </a:cubicBezTo>
                <a:cubicBezTo>
                  <a:pt x="11" y="127"/>
                  <a:pt x="12" y="102"/>
                  <a:pt x="32" y="89"/>
                </a:cubicBezTo>
                <a:cubicBezTo>
                  <a:pt x="52" y="76"/>
                  <a:pt x="73" y="87"/>
                  <a:pt x="73" y="87"/>
                </a:cubicBezTo>
                <a:cubicBezTo>
                  <a:pt x="73" y="87"/>
                  <a:pt x="72" y="89"/>
                  <a:pt x="70" y="94"/>
                </a:cubicBezTo>
                <a:cubicBezTo>
                  <a:pt x="67" y="99"/>
                  <a:pt x="56" y="119"/>
                  <a:pt x="51" y="125"/>
                </a:cubicBezTo>
                <a:cubicBezTo>
                  <a:pt x="49" y="126"/>
                  <a:pt x="51" y="129"/>
                  <a:pt x="53" y="130"/>
                </a:cubicBezTo>
                <a:cubicBezTo>
                  <a:pt x="54" y="132"/>
                  <a:pt x="56" y="132"/>
                  <a:pt x="57" y="132"/>
                </a:cubicBezTo>
                <a:cubicBezTo>
                  <a:pt x="59" y="132"/>
                  <a:pt x="61" y="130"/>
                  <a:pt x="61" y="130"/>
                </a:cubicBezTo>
                <a:cubicBezTo>
                  <a:pt x="62" y="129"/>
                  <a:pt x="74" y="112"/>
                  <a:pt x="79" y="102"/>
                </a:cubicBezTo>
                <a:cubicBezTo>
                  <a:pt x="80" y="101"/>
                  <a:pt x="82" y="95"/>
                  <a:pt x="82" y="95"/>
                </a:cubicBezTo>
                <a:cubicBezTo>
                  <a:pt x="82" y="93"/>
                  <a:pt x="96" y="107"/>
                  <a:pt x="94" y="127"/>
                </a:cubicBezTo>
                <a:close/>
                <a:moveTo>
                  <a:pt x="205" y="93"/>
                </a:moveTo>
                <a:cubicBezTo>
                  <a:pt x="224" y="119"/>
                  <a:pt x="224" y="119"/>
                  <a:pt x="224" y="119"/>
                </a:cubicBezTo>
                <a:cubicBezTo>
                  <a:pt x="190" y="119"/>
                  <a:pt x="190" y="119"/>
                  <a:pt x="190" y="119"/>
                </a:cubicBezTo>
                <a:cubicBezTo>
                  <a:pt x="192" y="108"/>
                  <a:pt x="197" y="99"/>
                  <a:pt x="205" y="93"/>
                </a:cubicBezTo>
                <a:close/>
                <a:moveTo>
                  <a:pt x="99" y="51"/>
                </a:moveTo>
                <a:cubicBezTo>
                  <a:pt x="167" y="51"/>
                  <a:pt x="167" y="51"/>
                  <a:pt x="167" y="51"/>
                </a:cubicBezTo>
                <a:cubicBezTo>
                  <a:pt x="169" y="51"/>
                  <a:pt x="152" y="112"/>
                  <a:pt x="152" y="112"/>
                </a:cubicBezTo>
                <a:lnTo>
                  <a:pt x="99" y="51"/>
                </a:lnTo>
                <a:close/>
                <a:moveTo>
                  <a:pt x="162" y="119"/>
                </a:moveTo>
                <a:cubicBezTo>
                  <a:pt x="180" y="57"/>
                  <a:pt x="180" y="57"/>
                  <a:pt x="180" y="57"/>
                </a:cubicBezTo>
                <a:cubicBezTo>
                  <a:pt x="180" y="57"/>
                  <a:pt x="180" y="57"/>
                  <a:pt x="180" y="57"/>
                </a:cubicBezTo>
                <a:cubicBezTo>
                  <a:pt x="197" y="82"/>
                  <a:pt x="197" y="82"/>
                  <a:pt x="197" y="82"/>
                </a:cubicBezTo>
                <a:cubicBezTo>
                  <a:pt x="186" y="91"/>
                  <a:pt x="178" y="104"/>
                  <a:pt x="177" y="119"/>
                </a:cubicBezTo>
                <a:lnTo>
                  <a:pt x="162" y="119"/>
                </a:lnTo>
                <a:close/>
                <a:moveTo>
                  <a:pt x="230" y="165"/>
                </a:moveTo>
                <a:cubicBezTo>
                  <a:pt x="211" y="165"/>
                  <a:pt x="194" y="151"/>
                  <a:pt x="191" y="132"/>
                </a:cubicBezTo>
                <a:cubicBezTo>
                  <a:pt x="236" y="132"/>
                  <a:pt x="236" y="132"/>
                  <a:pt x="236" y="132"/>
                </a:cubicBezTo>
                <a:cubicBezTo>
                  <a:pt x="237" y="132"/>
                  <a:pt x="239" y="132"/>
                  <a:pt x="240" y="131"/>
                </a:cubicBezTo>
                <a:cubicBezTo>
                  <a:pt x="243" y="129"/>
                  <a:pt x="243" y="125"/>
                  <a:pt x="239" y="120"/>
                </a:cubicBezTo>
                <a:cubicBezTo>
                  <a:pt x="216" y="87"/>
                  <a:pt x="216" y="87"/>
                  <a:pt x="216" y="87"/>
                </a:cubicBezTo>
                <a:cubicBezTo>
                  <a:pt x="220" y="85"/>
                  <a:pt x="225" y="84"/>
                  <a:pt x="230" y="84"/>
                </a:cubicBezTo>
                <a:cubicBezTo>
                  <a:pt x="253" y="84"/>
                  <a:pt x="271" y="102"/>
                  <a:pt x="271" y="124"/>
                </a:cubicBezTo>
                <a:cubicBezTo>
                  <a:pt x="271" y="146"/>
                  <a:pt x="253" y="165"/>
                  <a:pt x="230" y="165"/>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287" name="组合 286"/>
          <p:cNvGrpSpPr/>
          <p:nvPr/>
        </p:nvGrpSpPr>
        <p:grpSpPr>
          <a:xfrm>
            <a:off x="7138233" y="2421605"/>
            <a:ext cx="254543" cy="392628"/>
            <a:chOff x="7875588" y="503238"/>
            <a:chExt cx="485775" cy="749300"/>
          </a:xfrm>
          <a:solidFill>
            <a:srgbClr val="707E84"/>
          </a:solidFill>
        </p:grpSpPr>
        <p:sp>
          <p:nvSpPr>
            <p:cNvPr id="288" name="Freeform 65"/>
            <p:cNvSpPr>
              <a:spLocks/>
            </p:cNvSpPr>
            <p:nvPr/>
          </p:nvSpPr>
          <p:spPr bwMode="auto">
            <a:xfrm>
              <a:off x="7964488" y="8683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 name="Freeform 66"/>
            <p:cNvSpPr>
              <a:spLocks/>
            </p:cNvSpPr>
            <p:nvPr/>
          </p:nvSpPr>
          <p:spPr bwMode="auto">
            <a:xfrm>
              <a:off x="7875588" y="868363"/>
              <a:ext cx="485775" cy="384175"/>
            </a:xfrm>
            <a:custGeom>
              <a:avLst/>
              <a:gdLst>
                <a:gd name="T0" fmla="*/ 160 w 166"/>
                <a:gd name="T1" fmla="*/ 115 h 131"/>
                <a:gd name="T2" fmla="*/ 149 w 166"/>
                <a:gd name="T3" fmla="*/ 115 h 131"/>
                <a:gd name="T4" fmla="*/ 97 w 166"/>
                <a:gd name="T5" fmla="*/ 98 h 131"/>
                <a:gd name="T6" fmla="*/ 97 w 166"/>
                <a:gd name="T7" fmla="*/ 84 h 131"/>
                <a:gd name="T8" fmla="*/ 154 w 166"/>
                <a:gd name="T9" fmla="*/ 15 h 131"/>
                <a:gd name="T10" fmla="*/ 154 w 166"/>
                <a:gd name="T11" fmla="*/ 0 h 131"/>
                <a:gd name="T12" fmla="*/ 142 w 166"/>
                <a:gd name="T13" fmla="*/ 0 h 131"/>
                <a:gd name="T14" fmla="*/ 142 w 166"/>
                <a:gd name="T15" fmla="*/ 15 h 131"/>
                <a:gd name="T16" fmla="*/ 83 w 166"/>
                <a:gd name="T17" fmla="*/ 73 h 131"/>
                <a:gd name="T18" fmla="*/ 24 w 166"/>
                <a:gd name="T19" fmla="*/ 15 h 131"/>
                <a:gd name="T20" fmla="*/ 24 w 166"/>
                <a:gd name="T21" fmla="*/ 0 h 131"/>
                <a:gd name="T22" fmla="*/ 12 w 166"/>
                <a:gd name="T23" fmla="*/ 0 h 131"/>
                <a:gd name="T24" fmla="*/ 12 w 166"/>
                <a:gd name="T25" fmla="*/ 15 h 131"/>
                <a:gd name="T26" fmla="*/ 69 w 166"/>
                <a:gd name="T27" fmla="*/ 84 h 131"/>
                <a:gd name="T28" fmla="*/ 69 w 166"/>
                <a:gd name="T29" fmla="*/ 98 h 131"/>
                <a:gd name="T30" fmla="*/ 17 w 166"/>
                <a:gd name="T31" fmla="*/ 115 h 131"/>
                <a:gd name="T32" fmla="*/ 6 w 166"/>
                <a:gd name="T33" fmla="*/ 115 h 131"/>
                <a:gd name="T34" fmla="*/ 0 w 166"/>
                <a:gd name="T35" fmla="*/ 122 h 131"/>
                <a:gd name="T36" fmla="*/ 0 w 166"/>
                <a:gd name="T37" fmla="*/ 125 h 131"/>
                <a:gd name="T38" fmla="*/ 6 w 166"/>
                <a:gd name="T39" fmla="*/ 131 h 131"/>
                <a:gd name="T40" fmla="*/ 160 w 166"/>
                <a:gd name="T41" fmla="*/ 131 h 131"/>
                <a:gd name="T42" fmla="*/ 166 w 166"/>
                <a:gd name="T43" fmla="*/ 125 h 131"/>
                <a:gd name="T44" fmla="*/ 166 w 166"/>
                <a:gd name="T45" fmla="*/ 122 h 131"/>
                <a:gd name="T46" fmla="*/ 160 w 166"/>
                <a:gd name="T47" fmla="*/ 115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66" h="131">
                  <a:moveTo>
                    <a:pt x="160" y="115"/>
                  </a:moveTo>
                  <a:cubicBezTo>
                    <a:pt x="149" y="115"/>
                    <a:pt x="149" y="115"/>
                    <a:pt x="149" y="115"/>
                  </a:cubicBezTo>
                  <a:cubicBezTo>
                    <a:pt x="134" y="106"/>
                    <a:pt x="116" y="100"/>
                    <a:pt x="97" y="98"/>
                  </a:cubicBezTo>
                  <a:cubicBezTo>
                    <a:pt x="97" y="84"/>
                    <a:pt x="97" y="84"/>
                    <a:pt x="97" y="84"/>
                  </a:cubicBezTo>
                  <a:cubicBezTo>
                    <a:pt x="130" y="77"/>
                    <a:pt x="154" y="49"/>
                    <a:pt x="154" y="15"/>
                  </a:cubicBezTo>
                  <a:cubicBezTo>
                    <a:pt x="154" y="0"/>
                    <a:pt x="154" y="0"/>
                    <a:pt x="154" y="0"/>
                  </a:cubicBezTo>
                  <a:cubicBezTo>
                    <a:pt x="142" y="0"/>
                    <a:pt x="142" y="0"/>
                    <a:pt x="142" y="0"/>
                  </a:cubicBezTo>
                  <a:cubicBezTo>
                    <a:pt x="142" y="15"/>
                    <a:pt x="142" y="15"/>
                    <a:pt x="142" y="15"/>
                  </a:cubicBezTo>
                  <a:cubicBezTo>
                    <a:pt x="142" y="47"/>
                    <a:pt x="115" y="73"/>
                    <a:pt x="83" y="73"/>
                  </a:cubicBezTo>
                  <a:cubicBezTo>
                    <a:pt x="51" y="73"/>
                    <a:pt x="24" y="47"/>
                    <a:pt x="24" y="15"/>
                  </a:cubicBezTo>
                  <a:cubicBezTo>
                    <a:pt x="24" y="0"/>
                    <a:pt x="24" y="0"/>
                    <a:pt x="24" y="0"/>
                  </a:cubicBezTo>
                  <a:cubicBezTo>
                    <a:pt x="12" y="0"/>
                    <a:pt x="12" y="0"/>
                    <a:pt x="12" y="0"/>
                  </a:cubicBezTo>
                  <a:cubicBezTo>
                    <a:pt x="12" y="15"/>
                    <a:pt x="12" y="15"/>
                    <a:pt x="12" y="15"/>
                  </a:cubicBezTo>
                  <a:cubicBezTo>
                    <a:pt x="12" y="49"/>
                    <a:pt x="36" y="77"/>
                    <a:pt x="69" y="84"/>
                  </a:cubicBezTo>
                  <a:cubicBezTo>
                    <a:pt x="69" y="98"/>
                    <a:pt x="69" y="98"/>
                    <a:pt x="69" y="98"/>
                  </a:cubicBezTo>
                  <a:cubicBezTo>
                    <a:pt x="50" y="100"/>
                    <a:pt x="32" y="106"/>
                    <a:pt x="17" y="115"/>
                  </a:cubicBezTo>
                  <a:cubicBezTo>
                    <a:pt x="6" y="115"/>
                    <a:pt x="6" y="115"/>
                    <a:pt x="6" y="115"/>
                  </a:cubicBezTo>
                  <a:cubicBezTo>
                    <a:pt x="2" y="115"/>
                    <a:pt x="0" y="118"/>
                    <a:pt x="0" y="122"/>
                  </a:cubicBezTo>
                  <a:cubicBezTo>
                    <a:pt x="0" y="125"/>
                    <a:pt x="0" y="125"/>
                    <a:pt x="0" y="125"/>
                  </a:cubicBezTo>
                  <a:cubicBezTo>
                    <a:pt x="0" y="129"/>
                    <a:pt x="2" y="131"/>
                    <a:pt x="6" y="131"/>
                  </a:cubicBezTo>
                  <a:cubicBezTo>
                    <a:pt x="160" y="131"/>
                    <a:pt x="160" y="131"/>
                    <a:pt x="160" y="131"/>
                  </a:cubicBezTo>
                  <a:cubicBezTo>
                    <a:pt x="163" y="131"/>
                    <a:pt x="166" y="129"/>
                    <a:pt x="166" y="125"/>
                  </a:cubicBezTo>
                  <a:cubicBezTo>
                    <a:pt x="166" y="122"/>
                    <a:pt x="166" y="122"/>
                    <a:pt x="166" y="122"/>
                  </a:cubicBezTo>
                  <a:cubicBezTo>
                    <a:pt x="166" y="118"/>
                    <a:pt x="163" y="115"/>
                    <a:pt x="160" y="1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 name="Freeform 67"/>
            <p:cNvSpPr>
              <a:spLocks/>
            </p:cNvSpPr>
            <p:nvPr/>
          </p:nvSpPr>
          <p:spPr bwMode="auto">
            <a:xfrm>
              <a:off x="7999413" y="503238"/>
              <a:ext cx="239713" cy="122238"/>
            </a:xfrm>
            <a:custGeom>
              <a:avLst/>
              <a:gdLst>
                <a:gd name="T0" fmla="*/ 82 w 82"/>
                <a:gd name="T1" fmla="*/ 42 h 42"/>
                <a:gd name="T2" fmla="*/ 82 w 82"/>
                <a:gd name="T3" fmla="*/ 41 h 42"/>
                <a:gd name="T4" fmla="*/ 41 w 82"/>
                <a:gd name="T5" fmla="*/ 0 h 42"/>
                <a:gd name="T6" fmla="*/ 0 w 82"/>
                <a:gd name="T7" fmla="*/ 41 h 42"/>
                <a:gd name="T8" fmla="*/ 0 w 82"/>
                <a:gd name="T9" fmla="*/ 42 h 42"/>
                <a:gd name="T10" fmla="*/ 82 w 82"/>
                <a:gd name="T11" fmla="*/ 42 h 42"/>
              </a:gdLst>
              <a:ahLst/>
              <a:cxnLst>
                <a:cxn ang="0">
                  <a:pos x="T0" y="T1"/>
                </a:cxn>
                <a:cxn ang="0">
                  <a:pos x="T2" y="T3"/>
                </a:cxn>
                <a:cxn ang="0">
                  <a:pos x="T4" y="T5"/>
                </a:cxn>
                <a:cxn ang="0">
                  <a:pos x="T6" y="T7"/>
                </a:cxn>
                <a:cxn ang="0">
                  <a:pos x="T8" y="T9"/>
                </a:cxn>
                <a:cxn ang="0">
                  <a:pos x="T10" y="T11"/>
                </a:cxn>
              </a:cxnLst>
              <a:rect l="0" t="0" r="r" b="b"/>
              <a:pathLst>
                <a:path w="82" h="42">
                  <a:moveTo>
                    <a:pt x="82" y="42"/>
                  </a:moveTo>
                  <a:cubicBezTo>
                    <a:pt x="82" y="41"/>
                    <a:pt x="82" y="41"/>
                    <a:pt x="82" y="41"/>
                  </a:cubicBezTo>
                  <a:cubicBezTo>
                    <a:pt x="82" y="18"/>
                    <a:pt x="64" y="0"/>
                    <a:pt x="41" y="0"/>
                  </a:cubicBezTo>
                  <a:cubicBezTo>
                    <a:pt x="18" y="0"/>
                    <a:pt x="0" y="18"/>
                    <a:pt x="0" y="41"/>
                  </a:cubicBezTo>
                  <a:cubicBezTo>
                    <a:pt x="0" y="42"/>
                    <a:pt x="0" y="42"/>
                    <a:pt x="0" y="42"/>
                  </a:cubicBezTo>
                  <a:lnTo>
                    <a:pt x="82"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 name="Freeform 68"/>
            <p:cNvSpPr>
              <a:spLocks/>
            </p:cNvSpPr>
            <p:nvPr/>
          </p:nvSpPr>
          <p:spPr bwMode="auto">
            <a:xfrm>
              <a:off x="7999413" y="655638"/>
              <a:ext cx="239713" cy="360363"/>
            </a:xfrm>
            <a:custGeom>
              <a:avLst/>
              <a:gdLst>
                <a:gd name="T0" fmla="*/ 0 w 82"/>
                <a:gd name="T1" fmla="*/ 0 h 123"/>
                <a:gd name="T2" fmla="*/ 0 w 82"/>
                <a:gd name="T3" fmla="*/ 82 h 123"/>
                <a:gd name="T4" fmla="*/ 41 w 82"/>
                <a:gd name="T5" fmla="*/ 123 h 123"/>
                <a:gd name="T6" fmla="*/ 82 w 82"/>
                <a:gd name="T7" fmla="*/ 82 h 123"/>
                <a:gd name="T8" fmla="*/ 82 w 82"/>
                <a:gd name="T9" fmla="*/ 0 h 123"/>
                <a:gd name="T10" fmla="*/ 0 w 82"/>
                <a:gd name="T11" fmla="*/ 0 h 123"/>
              </a:gdLst>
              <a:ahLst/>
              <a:cxnLst>
                <a:cxn ang="0">
                  <a:pos x="T0" y="T1"/>
                </a:cxn>
                <a:cxn ang="0">
                  <a:pos x="T2" y="T3"/>
                </a:cxn>
                <a:cxn ang="0">
                  <a:pos x="T4" y="T5"/>
                </a:cxn>
                <a:cxn ang="0">
                  <a:pos x="T6" y="T7"/>
                </a:cxn>
                <a:cxn ang="0">
                  <a:pos x="T8" y="T9"/>
                </a:cxn>
                <a:cxn ang="0">
                  <a:pos x="T10" y="T11"/>
                </a:cxn>
              </a:cxnLst>
              <a:rect l="0" t="0" r="r" b="b"/>
              <a:pathLst>
                <a:path w="82" h="123">
                  <a:moveTo>
                    <a:pt x="0" y="0"/>
                  </a:moveTo>
                  <a:cubicBezTo>
                    <a:pt x="0" y="82"/>
                    <a:pt x="0" y="82"/>
                    <a:pt x="0" y="82"/>
                  </a:cubicBezTo>
                  <a:cubicBezTo>
                    <a:pt x="0" y="105"/>
                    <a:pt x="18" y="123"/>
                    <a:pt x="41" y="123"/>
                  </a:cubicBezTo>
                  <a:cubicBezTo>
                    <a:pt x="64" y="123"/>
                    <a:pt x="82" y="105"/>
                    <a:pt x="82" y="82"/>
                  </a:cubicBezTo>
                  <a:cubicBezTo>
                    <a:pt x="82" y="0"/>
                    <a:pt x="82" y="0"/>
                    <a:pt x="82"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92" name="组合 291"/>
          <p:cNvGrpSpPr/>
          <p:nvPr/>
        </p:nvGrpSpPr>
        <p:grpSpPr>
          <a:xfrm>
            <a:off x="5634636" y="2460702"/>
            <a:ext cx="356027" cy="314435"/>
            <a:chOff x="3784601" y="620713"/>
            <a:chExt cx="679450" cy="600075"/>
          </a:xfrm>
          <a:solidFill>
            <a:srgbClr val="707E84"/>
          </a:solidFill>
        </p:grpSpPr>
        <p:sp>
          <p:nvSpPr>
            <p:cNvPr id="293" name="Freeform 69"/>
            <p:cNvSpPr>
              <a:spLocks noEditPoints="1"/>
            </p:cNvSpPr>
            <p:nvPr/>
          </p:nvSpPr>
          <p:spPr bwMode="auto">
            <a:xfrm>
              <a:off x="4071938" y="815976"/>
              <a:ext cx="303213" cy="304800"/>
            </a:xfrm>
            <a:custGeom>
              <a:avLst/>
              <a:gdLst>
                <a:gd name="T0" fmla="*/ 52 w 104"/>
                <a:gd name="T1" fmla="*/ 0 h 104"/>
                <a:gd name="T2" fmla="*/ 0 w 104"/>
                <a:gd name="T3" fmla="*/ 52 h 104"/>
                <a:gd name="T4" fmla="*/ 52 w 104"/>
                <a:gd name="T5" fmla="*/ 104 h 104"/>
                <a:gd name="T6" fmla="*/ 104 w 104"/>
                <a:gd name="T7" fmla="*/ 52 h 104"/>
                <a:gd name="T8" fmla="*/ 52 w 104"/>
                <a:gd name="T9" fmla="*/ 0 h 104"/>
                <a:gd name="T10" fmla="*/ 51 w 104"/>
                <a:gd name="T11" fmla="*/ 82 h 104"/>
                <a:gd name="T12" fmla="*/ 19 w 104"/>
                <a:gd name="T13" fmla="*/ 50 h 104"/>
                <a:gd name="T14" fmla="*/ 51 w 104"/>
                <a:gd name="T15" fmla="*/ 18 h 104"/>
                <a:gd name="T16" fmla="*/ 83 w 104"/>
                <a:gd name="T17" fmla="*/ 50 h 104"/>
                <a:gd name="T18" fmla="*/ 51 w 104"/>
                <a:gd name="T19" fmla="*/ 8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4" h="104">
                  <a:moveTo>
                    <a:pt x="52" y="0"/>
                  </a:moveTo>
                  <a:cubicBezTo>
                    <a:pt x="24" y="0"/>
                    <a:pt x="0" y="23"/>
                    <a:pt x="0" y="52"/>
                  </a:cubicBezTo>
                  <a:cubicBezTo>
                    <a:pt x="0" y="80"/>
                    <a:pt x="24" y="104"/>
                    <a:pt x="52" y="104"/>
                  </a:cubicBezTo>
                  <a:cubicBezTo>
                    <a:pt x="81" y="104"/>
                    <a:pt x="104" y="80"/>
                    <a:pt x="104" y="52"/>
                  </a:cubicBezTo>
                  <a:cubicBezTo>
                    <a:pt x="104" y="23"/>
                    <a:pt x="81" y="0"/>
                    <a:pt x="52" y="0"/>
                  </a:cubicBezTo>
                  <a:close/>
                  <a:moveTo>
                    <a:pt x="51" y="82"/>
                  </a:moveTo>
                  <a:cubicBezTo>
                    <a:pt x="34" y="82"/>
                    <a:pt x="19" y="68"/>
                    <a:pt x="19" y="50"/>
                  </a:cubicBezTo>
                  <a:cubicBezTo>
                    <a:pt x="19" y="33"/>
                    <a:pt x="34" y="18"/>
                    <a:pt x="51" y="18"/>
                  </a:cubicBezTo>
                  <a:cubicBezTo>
                    <a:pt x="69" y="18"/>
                    <a:pt x="83" y="33"/>
                    <a:pt x="83" y="50"/>
                  </a:cubicBezTo>
                  <a:cubicBezTo>
                    <a:pt x="83" y="68"/>
                    <a:pt x="69" y="82"/>
                    <a:pt x="51"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 name="Freeform 70"/>
            <p:cNvSpPr>
              <a:spLocks noEditPoints="1"/>
            </p:cNvSpPr>
            <p:nvPr/>
          </p:nvSpPr>
          <p:spPr bwMode="auto">
            <a:xfrm>
              <a:off x="3784601" y="620713"/>
              <a:ext cx="679450" cy="600075"/>
            </a:xfrm>
            <a:custGeom>
              <a:avLst/>
              <a:gdLst>
                <a:gd name="T0" fmla="*/ 198 w 232"/>
                <a:gd name="T1" fmla="*/ 24 h 205"/>
                <a:gd name="T2" fmla="*/ 77 w 232"/>
                <a:gd name="T3" fmla="*/ 24 h 205"/>
                <a:gd name="T4" fmla="*/ 77 w 232"/>
                <a:gd name="T5" fmla="*/ 19 h 205"/>
                <a:gd name="T6" fmla="*/ 59 w 232"/>
                <a:gd name="T7" fmla="*/ 0 h 205"/>
                <a:gd name="T8" fmla="*/ 40 w 232"/>
                <a:gd name="T9" fmla="*/ 19 h 205"/>
                <a:gd name="T10" fmla="*/ 40 w 232"/>
                <a:gd name="T11" fmla="*/ 24 h 205"/>
                <a:gd name="T12" fmla="*/ 33 w 232"/>
                <a:gd name="T13" fmla="*/ 24 h 205"/>
                <a:gd name="T14" fmla="*/ 0 w 232"/>
                <a:gd name="T15" fmla="*/ 57 h 205"/>
                <a:gd name="T16" fmla="*/ 0 w 232"/>
                <a:gd name="T17" fmla="*/ 171 h 205"/>
                <a:gd name="T18" fmla="*/ 33 w 232"/>
                <a:gd name="T19" fmla="*/ 205 h 205"/>
                <a:gd name="T20" fmla="*/ 198 w 232"/>
                <a:gd name="T21" fmla="*/ 205 h 205"/>
                <a:gd name="T22" fmla="*/ 232 w 232"/>
                <a:gd name="T23" fmla="*/ 171 h 205"/>
                <a:gd name="T24" fmla="*/ 232 w 232"/>
                <a:gd name="T25" fmla="*/ 57 h 205"/>
                <a:gd name="T26" fmla="*/ 198 w 232"/>
                <a:gd name="T27" fmla="*/ 24 h 205"/>
                <a:gd name="T28" fmla="*/ 42 w 232"/>
                <a:gd name="T29" fmla="*/ 82 h 205"/>
                <a:gd name="T30" fmla="*/ 23 w 232"/>
                <a:gd name="T31" fmla="*/ 62 h 205"/>
                <a:gd name="T32" fmla="*/ 42 w 232"/>
                <a:gd name="T33" fmla="*/ 43 h 205"/>
                <a:gd name="T34" fmla="*/ 61 w 232"/>
                <a:gd name="T35" fmla="*/ 62 h 205"/>
                <a:gd name="T36" fmla="*/ 42 w 232"/>
                <a:gd name="T37" fmla="*/ 82 h 205"/>
                <a:gd name="T38" fmla="*/ 150 w 232"/>
                <a:gd name="T39" fmla="*/ 179 h 205"/>
                <a:gd name="T40" fmla="*/ 90 w 232"/>
                <a:gd name="T41" fmla="*/ 119 h 205"/>
                <a:gd name="T42" fmla="*/ 150 w 232"/>
                <a:gd name="T43" fmla="*/ 59 h 205"/>
                <a:gd name="T44" fmla="*/ 210 w 232"/>
                <a:gd name="T45" fmla="*/ 119 h 205"/>
                <a:gd name="T46" fmla="*/ 150 w 232"/>
                <a:gd name="T47" fmla="*/ 179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32" h="205">
                  <a:moveTo>
                    <a:pt x="198" y="24"/>
                  </a:moveTo>
                  <a:cubicBezTo>
                    <a:pt x="77" y="24"/>
                    <a:pt x="77" y="24"/>
                    <a:pt x="77" y="24"/>
                  </a:cubicBezTo>
                  <a:cubicBezTo>
                    <a:pt x="77" y="19"/>
                    <a:pt x="77" y="19"/>
                    <a:pt x="77" y="19"/>
                  </a:cubicBezTo>
                  <a:cubicBezTo>
                    <a:pt x="77" y="8"/>
                    <a:pt x="69" y="0"/>
                    <a:pt x="59" y="0"/>
                  </a:cubicBezTo>
                  <a:cubicBezTo>
                    <a:pt x="48" y="0"/>
                    <a:pt x="40" y="8"/>
                    <a:pt x="40" y="19"/>
                  </a:cubicBezTo>
                  <a:cubicBezTo>
                    <a:pt x="40" y="24"/>
                    <a:pt x="40" y="24"/>
                    <a:pt x="40" y="24"/>
                  </a:cubicBezTo>
                  <a:cubicBezTo>
                    <a:pt x="33" y="24"/>
                    <a:pt x="33" y="24"/>
                    <a:pt x="33" y="24"/>
                  </a:cubicBezTo>
                  <a:cubicBezTo>
                    <a:pt x="15" y="24"/>
                    <a:pt x="0" y="39"/>
                    <a:pt x="0" y="57"/>
                  </a:cubicBezTo>
                  <a:cubicBezTo>
                    <a:pt x="0" y="171"/>
                    <a:pt x="0" y="171"/>
                    <a:pt x="0" y="171"/>
                  </a:cubicBezTo>
                  <a:cubicBezTo>
                    <a:pt x="0" y="190"/>
                    <a:pt x="15" y="205"/>
                    <a:pt x="33" y="205"/>
                  </a:cubicBezTo>
                  <a:cubicBezTo>
                    <a:pt x="198" y="205"/>
                    <a:pt x="198" y="205"/>
                    <a:pt x="198" y="205"/>
                  </a:cubicBezTo>
                  <a:cubicBezTo>
                    <a:pt x="217" y="205"/>
                    <a:pt x="232" y="190"/>
                    <a:pt x="232" y="171"/>
                  </a:cubicBezTo>
                  <a:cubicBezTo>
                    <a:pt x="232" y="57"/>
                    <a:pt x="232" y="57"/>
                    <a:pt x="232" y="57"/>
                  </a:cubicBezTo>
                  <a:cubicBezTo>
                    <a:pt x="232" y="39"/>
                    <a:pt x="217" y="24"/>
                    <a:pt x="198" y="24"/>
                  </a:cubicBezTo>
                  <a:close/>
                  <a:moveTo>
                    <a:pt x="42" y="82"/>
                  </a:moveTo>
                  <a:cubicBezTo>
                    <a:pt x="31" y="82"/>
                    <a:pt x="23" y="73"/>
                    <a:pt x="23" y="62"/>
                  </a:cubicBezTo>
                  <a:cubicBezTo>
                    <a:pt x="23" y="52"/>
                    <a:pt x="31" y="43"/>
                    <a:pt x="42" y="43"/>
                  </a:cubicBezTo>
                  <a:cubicBezTo>
                    <a:pt x="53" y="43"/>
                    <a:pt x="61" y="52"/>
                    <a:pt x="61" y="62"/>
                  </a:cubicBezTo>
                  <a:cubicBezTo>
                    <a:pt x="61" y="73"/>
                    <a:pt x="53" y="82"/>
                    <a:pt x="42" y="82"/>
                  </a:cubicBezTo>
                  <a:close/>
                  <a:moveTo>
                    <a:pt x="150" y="179"/>
                  </a:moveTo>
                  <a:cubicBezTo>
                    <a:pt x="117" y="179"/>
                    <a:pt x="90" y="152"/>
                    <a:pt x="90" y="119"/>
                  </a:cubicBezTo>
                  <a:cubicBezTo>
                    <a:pt x="90" y="86"/>
                    <a:pt x="117" y="59"/>
                    <a:pt x="150" y="59"/>
                  </a:cubicBezTo>
                  <a:cubicBezTo>
                    <a:pt x="183" y="59"/>
                    <a:pt x="210" y="86"/>
                    <a:pt x="210" y="119"/>
                  </a:cubicBezTo>
                  <a:cubicBezTo>
                    <a:pt x="210" y="152"/>
                    <a:pt x="183" y="179"/>
                    <a:pt x="150" y="1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 name="Oval 71"/>
            <p:cNvSpPr>
              <a:spLocks noChangeArrowheads="1"/>
            </p:cNvSpPr>
            <p:nvPr/>
          </p:nvSpPr>
          <p:spPr bwMode="auto">
            <a:xfrm>
              <a:off x="3863976" y="760413"/>
              <a:ext cx="87313" cy="857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96" name="Freeform 72"/>
          <p:cNvSpPr>
            <a:spLocks noEditPoints="1"/>
          </p:cNvSpPr>
          <p:nvPr/>
        </p:nvSpPr>
        <p:spPr bwMode="auto">
          <a:xfrm>
            <a:off x="6318440" y="3048246"/>
            <a:ext cx="498271" cy="192987"/>
          </a:xfrm>
          <a:custGeom>
            <a:avLst/>
            <a:gdLst>
              <a:gd name="T0" fmla="*/ 317 w 325"/>
              <a:gd name="T1" fmla="*/ 74 h 126"/>
              <a:gd name="T2" fmla="*/ 311 w 325"/>
              <a:gd name="T3" fmla="*/ 56 h 126"/>
              <a:gd name="T4" fmla="*/ 225 w 325"/>
              <a:gd name="T5" fmla="*/ 39 h 126"/>
              <a:gd name="T6" fmla="*/ 192 w 325"/>
              <a:gd name="T7" fmla="*/ 0 h 126"/>
              <a:gd name="T8" fmla="*/ 81 w 325"/>
              <a:gd name="T9" fmla="*/ 0 h 126"/>
              <a:gd name="T10" fmla="*/ 53 w 325"/>
              <a:gd name="T11" fmla="*/ 44 h 126"/>
              <a:gd name="T12" fmla="*/ 11 w 325"/>
              <a:gd name="T13" fmla="*/ 53 h 126"/>
              <a:gd name="T14" fmla="*/ 5 w 325"/>
              <a:gd name="T15" fmla="*/ 83 h 126"/>
              <a:gd name="T16" fmla="*/ 0 w 325"/>
              <a:gd name="T17" fmla="*/ 88 h 126"/>
              <a:gd name="T18" fmla="*/ 3 w 325"/>
              <a:gd name="T19" fmla="*/ 94 h 126"/>
              <a:gd name="T20" fmla="*/ 3 w 325"/>
              <a:gd name="T21" fmla="*/ 99 h 126"/>
              <a:gd name="T22" fmla="*/ 38 w 325"/>
              <a:gd name="T23" fmla="*/ 102 h 126"/>
              <a:gd name="T24" fmla="*/ 63 w 325"/>
              <a:gd name="T25" fmla="*/ 126 h 126"/>
              <a:gd name="T26" fmla="*/ 86 w 325"/>
              <a:gd name="T27" fmla="*/ 102 h 126"/>
              <a:gd name="T28" fmla="*/ 231 w 325"/>
              <a:gd name="T29" fmla="*/ 102 h 126"/>
              <a:gd name="T30" fmla="*/ 256 w 325"/>
              <a:gd name="T31" fmla="*/ 126 h 126"/>
              <a:gd name="T32" fmla="*/ 279 w 325"/>
              <a:gd name="T33" fmla="*/ 102 h 126"/>
              <a:gd name="T34" fmla="*/ 305 w 325"/>
              <a:gd name="T35" fmla="*/ 102 h 126"/>
              <a:gd name="T36" fmla="*/ 317 w 325"/>
              <a:gd name="T37" fmla="*/ 94 h 126"/>
              <a:gd name="T38" fmla="*/ 325 w 325"/>
              <a:gd name="T39" fmla="*/ 85 h 126"/>
              <a:gd name="T40" fmla="*/ 317 w 325"/>
              <a:gd name="T41" fmla="*/ 74 h 126"/>
              <a:gd name="T42" fmla="*/ 63 w 325"/>
              <a:gd name="T43" fmla="*/ 113 h 126"/>
              <a:gd name="T44" fmla="*/ 53 w 325"/>
              <a:gd name="T45" fmla="*/ 103 h 126"/>
              <a:gd name="T46" fmla="*/ 63 w 325"/>
              <a:gd name="T47" fmla="*/ 93 h 126"/>
              <a:gd name="T48" fmla="*/ 73 w 325"/>
              <a:gd name="T49" fmla="*/ 103 h 126"/>
              <a:gd name="T50" fmla="*/ 63 w 325"/>
              <a:gd name="T51" fmla="*/ 113 h 126"/>
              <a:gd name="T52" fmla="*/ 128 w 325"/>
              <a:gd name="T53" fmla="*/ 39 h 126"/>
              <a:gd name="T54" fmla="*/ 84 w 325"/>
              <a:gd name="T55" fmla="*/ 39 h 126"/>
              <a:gd name="T56" fmla="*/ 84 w 325"/>
              <a:gd name="T57" fmla="*/ 10 h 126"/>
              <a:gd name="T58" fmla="*/ 128 w 325"/>
              <a:gd name="T59" fmla="*/ 10 h 126"/>
              <a:gd name="T60" fmla="*/ 128 w 325"/>
              <a:gd name="T61" fmla="*/ 39 h 126"/>
              <a:gd name="T62" fmla="*/ 184 w 325"/>
              <a:gd name="T63" fmla="*/ 39 h 126"/>
              <a:gd name="T64" fmla="*/ 137 w 325"/>
              <a:gd name="T65" fmla="*/ 39 h 126"/>
              <a:gd name="T66" fmla="*/ 137 w 325"/>
              <a:gd name="T67" fmla="*/ 10 h 126"/>
              <a:gd name="T68" fmla="*/ 184 w 325"/>
              <a:gd name="T69" fmla="*/ 10 h 126"/>
              <a:gd name="T70" fmla="*/ 184 w 325"/>
              <a:gd name="T71" fmla="*/ 39 h 126"/>
              <a:gd name="T72" fmla="*/ 192 w 325"/>
              <a:gd name="T73" fmla="*/ 39 h 126"/>
              <a:gd name="T74" fmla="*/ 192 w 325"/>
              <a:gd name="T75" fmla="*/ 10 h 126"/>
              <a:gd name="T76" fmla="*/ 218 w 325"/>
              <a:gd name="T77" fmla="*/ 39 h 126"/>
              <a:gd name="T78" fmla="*/ 192 w 325"/>
              <a:gd name="T79" fmla="*/ 39 h 126"/>
              <a:gd name="T80" fmla="*/ 255 w 325"/>
              <a:gd name="T81" fmla="*/ 111 h 126"/>
              <a:gd name="T82" fmla="*/ 245 w 325"/>
              <a:gd name="T83" fmla="*/ 101 h 126"/>
              <a:gd name="T84" fmla="*/ 255 w 325"/>
              <a:gd name="T85" fmla="*/ 91 h 126"/>
              <a:gd name="T86" fmla="*/ 266 w 325"/>
              <a:gd name="T87" fmla="*/ 101 h 126"/>
              <a:gd name="T88" fmla="*/ 255 w 325"/>
              <a:gd name="T89" fmla="*/ 111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25" h="126">
                <a:moveTo>
                  <a:pt x="317" y="74"/>
                </a:moveTo>
                <a:cubicBezTo>
                  <a:pt x="311" y="56"/>
                  <a:pt x="311" y="56"/>
                  <a:pt x="311" y="56"/>
                </a:cubicBezTo>
                <a:cubicBezTo>
                  <a:pt x="225" y="39"/>
                  <a:pt x="225" y="39"/>
                  <a:pt x="225" y="39"/>
                </a:cubicBezTo>
                <a:cubicBezTo>
                  <a:pt x="192" y="0"/>
                  <a:pt x="192" y="0"/>
                  <a:pt x="192" y="0"/>
                </a:cubicBezTo>
                <a:cubicBezTo>
                  <a:pt x="81" y="0"/>
                  <a:pt x="81" y="0"/>
                  <a:pt x="81" y="0"/>
                </a:cubicBezTo>
                <a:cubicBezTo>
                  <a:pt x="53" y="44"/>
                  <a:pt x="53" y="44"/>
                  <a:pt x="53" y="44"/>
                </a:cubicBezTo>
                <a:cubicBezTo>
                  <a:pt x="11" y="53"/>
                  <a:pt x="11" y="53"/>
                  <a:pt x="11" y="53"/>
                </a:cubicBezTo>
                <a:cubicBezTo>
                  <a:pt x="5" y="83"/>
                  <a:pt x="5" y="83"/>
                  <a:pt x="5" y="83"/>
                </a:cubicBezTo>
                <a:cubicBezTo>
                  <a:pt x="2" y="82"/>
                  <a:pt x="0" y="84"/>
                  <a:pt x="0" y="88"/>
                </a:cubicBezTo>
                <a:cubicBezTo>
                  <a:pt x="0" y="92"/>
                  <a:pt x="1" y="94"/>
                  <a:pt x="3" y="94"/>
                </a:cubicBezTo>
                <a:cubicBezTo>
                  <a:pt x="3" y="99"/>
                  <a:pt x="3" y="99"/>
                  <a:pt x="3" y="99"/>
                </a:cubicBezTo>
                <a:cubicBezTo>
                  <a:pt x="38" y="102"/>
                  <a:pt x="38" y="102"/>
                  <a:pt x="38" y="102"/>
                </a:cubicBezTo>
                <a:cubicBezTo>
                  <a:pt x="38" y="121"/>
                  <a:pt x="53" y="126"/>
                  <a:pt x="63" y="126"/>
                </a:cubicBezTo>
                <a:cubicBezTo>
                  <a:pt x="73" y="126"/>
                  <a:pt x="86" y="120"/>
                  <a:pt x="86" y="102"/>
                </a:cubicBezTo>
                <a:cubicBezTo>
                  <a:pt x="231" y="102"/>
                  <a:pt x="231" y="102"/>
                  <a:pt x="231" y="102"/>
                </a:cubicBezTo>
                <a:cubicBezTo>
                  <a:pt x="231" y="116"/>
                  <a:pt x="243" y="126"/>
                  <a:pt x="256" y="126"/>
                </a:cubicBezTo>
                <a:cubicBezTo>
                  <a:pt x="269" y="126"/>
                  <a:pt x="279" y="117"/>
                  <a:pt x="279" y="102"/>
                </a:cubicBezTo>
                <a:cubicBezTo>
                  <a:pt x="305" y="102"/>
                  <a:pt x="305" y="102"/>
                  <a:pt x="305" y="102"/>
                </a:cubicBezTo>
                <a:cubicBezTo>
                  <a:pt x="306" y="97"/>
                  <a:pt x="310" y="94"/>
                  <a:pt x="317" y="94"/>
                </a:cubicBezTo>
                <a:cubicBezTo>
                  <a:pt x="321" y="94"/>
                  <a:pt x="324" y="91"/>
                  <a:pt x="325" y="85"/>
                </a:cubicBezTo>
                <a:cubicBezTo>
                  <a:pt x="325" y="78"/>
                  <a:pt x="323" y="75"/>
                  <a:pt x="317" y="74"/>
                </a:cubicBezTo>
                <a:close/>
                <a:moveTo>
                  <a:pt x="63" y="113"/>
                </a:moveTo>
                <a:cubicBezTo>
                  <a:pt x="57" y="113"/>
                  <a:pt x="53" y="108"/>
                  <a:pt x="53" y="103"/>
                </a:cubicBezTo>
                <a:cubicBezTo>
                  <a:pt x="53" y="97"/>
                  <a:pt x="57" y="93"/>
                  <a:pt x="63" y="93"/>
                </a:cubicBezTo>
                <a:cubicBezTo>
                  <a:pt x="68" y="93"/>
                  <a:pt x="73" y="97"/>
                  <a:pt x="73" y="103"/>
                </a:cubicBezTo>
                <a:cubicBezTo>
                  <a:pt x="73" y="108"/>
                  <a:pt x="68" y="113"/>
                  <a:pt x="63" y="113"/>
                </a:cubicBezTo>
                <a:close/>
                <a:moveTo>
                  <a:pt x="128" y="39"/>
                </a:moveTo>
                <a:cubicBezTo>
                  <a:pt x="84" y="39"/>
                  <a:pt x="84" y="39"/>
                  <a:pt x="84" y="39"/>
                </a:cubicBezTo>
                <a:cubicBezTo>
                  <a:pt x="84" y="10"/>
                  <a:pt x="84" y="10"/>
                  <a:pt x="84" y="10"/>
                </a:cubicBezTo>
                <a:cubicBezTo>
                  <a:pt x="128" y="10"/>
                  <a:pt x="128" y="10"/>
                  <a:pt x="128" y="10"/>
                </a:cubicBezTo>
                <a:lnTo>
                  <a:pt x="128" y="39"/>
                </a:lnTo>
                <a:close/>
                <a:moveTo>
                  <a:pt x="184" y="39"/>
                </a:moveTo>
                <a:cubicBezTo>
                  <a:pt x="137" y="39"/>
                  <a:pt x="137" y="39"/>
                  <a:pt x="137" y="39"/>
                </a:cubicBezTo>
                <a:cubicBezTo>
                  <a:pt x="137" y="10"/>
                  <a:pt x="137" y="10"/>
                  <a:pt x="137" y="10"/>
                </a:cubicBezTo>
                <a:cubicBezTo>
                  <a:pt x="184" y="10"/>
                  <a:pt x="184" y="10"/>
                  <a:pt x="184" y="10"/>
                </a:cubicBezTo>
                <a:lnTo>
                  <a:pt x="184" y="39"/>
                </a:lnTo>
                <a:close/>
                <a:moveTo>
                  <a:pt x="192" y="39"/>
                </a:moveTo>
                <a:cubicBezTo>
                  <a:pt x="192" y="10"/>
                  <a:pt x="192" y="10"/>
                  <a:pt x="192" y="10"/>
                </a:cubicBezTo>
                <a:cubicBezTo>
                  <a:pt x="218" y="39"/>
                  <a:pt x="218" y="39"/>
                  <a:pt x="218" y="39"/>
                </a:cubicBezTo>
                <a:lnTo>
                  <a:pt x="192" y="39"/>
                </a:lnTo>
                <a:close/>
                <a:moveTo>
                  <a:pt x="255" y="111"/>
                </a:moveTo>
                <a:cubicBezTo>
                  <a:pt x="250" y="111"/>
                  <a:pt x="245" y="107"/>
                  <a:pt x="245" y="101"/>
                </a:cubicBezTo>
                <a:cubicBezTo>
                  <a:pt x="245" y="96"/>
                  <a:pt x="250" y="91"/>
                  <a:pt x="255" y="91"/>
                </a:cubicBezTo>
                <a:cubicBezTo>
                  <a:pt x="261" y="91"/>
                  <a:pt x="266" y="96"/>
                  <a:pt x="266" y="101"/>
                </a:cubicBezTo>
                <a:cubicBezTo>
                  <a:pt x="266" y="107"/>
                  <a:pt x="261" y="111"/>
                  <a:pt x="255" y="111"/>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97" name="Freeform 73"/>
          <p:cNvSpPr>
            <a:spLocks/>
          </p:cNvSpPr>
          <p:nvPr/>
        </p:nvSpPr>
        <p:spPr bwMode="auto">
          <a:xfrm>
            <a:off x="4480843" y="2887147"/>
            <a:ext cx="290312" cy="396787"/>
          </a:xfrm>
          <a:custGeom>
            <a:avLst/>
            <a:gdLst>
              <a:gd name="T0" fmla="*/ 47 w 189"/>
              <a:gd name="T1" fmla="*/ 75 h 259"/>
              <a:gd name="T2" fmla="*/ 47 w 189"/>
              <a:gd name="T3" fmla="*/ 182 h 259"/>
              <a:gd name="T4" fmla="*/ 35 w 189"/>
              <a:gd name="T5" fmla="*/ 180 h 259"/>
              <a:gd name="T6" fmla="*/ 0 w 189"/>
              <a:gd name="T7" fmla="*/ 220 h 259"/>
              <a:gd name="T8" fmla="*/ 35 w 189"/>
              <a:gd name="T9" fmla="*/ 259 h 259"/>
              <a:gd name="T10" fmla="*/ 71 w 189"/>
              <a:gd name="T11" fmla="*/ 220 h 259"/>
              <a:gd name="T12" fmla="*/ 71 w 189"/>
              <a:gd name="T13" fmla="*/ 112 h 259"/>
              <a:gd name="T14" fmla="*/ 164 w 189"/>
              <a:gd name="T15" fmla="*/ 62 h 259"/>
              <a:gd name="T16" fmla="*/ 164 w 189"/>
              <a:gd name="T17" fmla="*/ 144 h 259"/>
              <a:gd name="T18" fmla="*/ 153 w 189"/>
              <a:gd name="T19" fmla="*/ 142 h 259"/>
              <a:gd name="T20" fmla="*/ 118 w 189"/>
              <a:gd name="T21" fmla="*/ 182 h 259"/>
              <a:gd name="T22" fmla="*/ 153 w 189"/>
              <a:gd name="T23" fmla="*/ 222 h 259"/>
              <a:gd name="T24" fmla="*/ 189 w 189"/>
              <a:gd name="T25" fmla="*/ 182 h 259"/>
              <a:gd name="T26" fmla="*/ 189 w 189"/>
              <a:gd name="T27" fmla="*/ 0 h 259"/>
              <a:gd name="T28" fmla="*/ 47 w 189"/>
              <a:gd name="T29" fmla="*/ 75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9" h="259">
                <a:moveTo>
                  <a:pt x="47" y="75"/>
                </a:moveTo>
                <a:cubicBezTo>
                  <a:pt x="47" y="182"/>
                  <a:pt x="47" y="182"/>
                  <a:pt x="47" y="182"/>
                </a:cubicBezTo>
                <a:cubicBezTo>
                  <a:pt x="43" y="181"/>
                  <a:pt x="39" y="180"/>
                  <a:pt x="35" y="180"/>
                </a:cubicBezTo>
                <a:cubicBezTo>
                  <a:pt x="16" y="180"/>
                  <a:pt x="0" y="198"/>
                  <a:pt x="0" y="220"/>
                </a:cubicBezTo>
                <a:cubicBezTo>
                  <a:pt x="0" y="242"/>
                  <a:pt x="16" y="259"/>
                  <a:pt x="35" y="259"/>
                </a:cubicBezTo>
                <a:cubicBezTo>
                  <a:pt x="55" y="259"/>
                  <a:pt x="71" y="242"/>
                  <a:pt x="71" y="220"/>
                </a:cubicBezTo>
                <a:cubicBezTo>
                  <a:pt x="71" y="112"/>
                  <a:pt x="71" y="112"/>
                  <a:pt x="71" y="112"/>
                </a:cubicBezTo>
                <a:cubicBezTo>
                  <a:pt x="164" y="62"/>
                  <a:pt x="164" y="62"/>
                  <a:pt x="164" y="62"/>
                </a:cubicBezTo>
                <a:cubicBezTo>
                  <a:pt x="164" y="144"/>
                  <a:pt x="164" y="144"/>
                  <a:pt x="164" y="144"/>
                </a:cubicBezTo>
                <a:cubicBezTo>
                  <a:pt x="161" y="143"/>
                  <a:pt x="157" y="142"/>
                  <a:pt x="153" y="142"/>
                </a:cubicBezTo>
                <a:cubicBezTo>
                  <a:pt x="134" y="142"/>
                  <a:pt x="118" y="160"/>
                  <a:pt x="118" y="182"/>
                </a:cubicBezTo>
                <a:cubicBezTo>
                  <a:pt x="118" y="204"/>
                  <a:pt x="134" y="222"/>
                  <a:pt x="153" y="222"/>
                </a:cubicBezTo>
                <a:cubicBezTo>
                  <a:pt x="173" y="222"/>
                  <a:pt x="189" y="204"/>
                  <a:pt x="189" y="182"/>
                </a:cubicBezTo>
                <a:cubicBezTo>
                  <a:pt x="189" y="0"/>
                  <a:pt x="189" y="0"/>
                  <a:pt x="189" y="0"/>
                </a:cubicBezTo>
                <a:lnTo>
                  <a:pt x="47" y="75"/>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298" name="组合 297"/>
          <p:cNvGrpSpPr/>
          <p:nvPr/>
        </p:nvGrpSpPr>
        <p:grpSpPr>
          <a:xfrm>
            <a:off x="6936720" y="2996118"/>
            <a:ext cx="416751" cy="337726"/>
            <a:chOff x="7691438" y="2030413"/>
            <a:chExt cx="795338" cy="644525"/>
          </a:xfrm>
          <a:solidFill>
            <a:srgbClr val="707E84"/>
          </a:solidFill>
        </p:grpSpPr>
        <p:sp>
          <p:nvSpPr>
            <p:cNvPr id="299" name="Freeform 74"/>
            <p:cNvSpPr>
              <a:spLocks noEditPoints="1"/>
            </p:cNvSpPr>
            <p:nvPr/>
          </p:nvSpPr>
          <p:spPr bwMode="auto">
            <a:xfrm>
              <a:off x="7691438" y="2030413"/>
              <a:ext cx="795338" cy="644525"/>
            </a:xfrm>
            <a:custGeom>
              <a:avLst/>
              <a:gdLst>
                <a:gd name="T0" fmla="*/ 254 w 272"/>
                <a:gd name="T1" fmla="*/ 53 h 220"/>
                <a:gd name="T2" fmla="*/ 196 w 272"/>
                <a:gd name="T3" fmla="*/ 53 h 220"/>
                <a:gd name="T4" fmla="*/ 196 w 272"/>
                <a:gd name="T5" fmla="*/ 23 h 220"/>
                <a:gd name="T6" fmla="*/ 173 w 272"/>
                <a:gd name="T7" fmla="*/ 0 h 220"/>
                <a:gd name="T8" fmla="*/ 23 w 272"/>
                <a:gd name="T9" fmla="*/ 0 h 220"/>
                <a:gd name="T10" fmla="*/ 0 w 272"/>
                <a:gd name="T11" fmla="*/ 23 h 220"/>
                <a:gd name="T12" fmla="*/ 0 w 272"/>
                <a:gd name="T13" fmla="*/ 141 h 220"/>
                <a:gd name="T14" fmla="*/ 23 w 272"/>
                <a:gd name="T15" fmla="*/ 164 h 220"/>
                <a:gd name="T16" fmla="*/ 42 w 272"/>
                <a:gd name="T17" fmla="*/ 164 h 220"/>
                <a:gd name="T18" fmla="*/ 42 w 272"/>
                <a:gd name="T19" fmla="*/ 202 h 220"/>
                <a:gd name="T20" fmla="*/ 51 w 272"/>
                <a:gd name="T21" fmla="*/ 211 h 220"/>
                <a:gd name="T22" fmla="*/ 57 w 272"/>
                <a:gd name="T23" fmla="*/ 208 h 220"/>
                <a:gd name="T24" fmla="*/ 57 w 272"/>
                <a:gd name="T25" fmla="*/ 208 h 220"/>
                <a:gd name="T26" fmla="*/ 101 w 272"/>
                <a:gd name="T27" fmla="*/ 164 h 220"/>
                <a:gd name="T28" fmla="*/ 117 w 272"/>
                <a:gd name="T29" fmla="*/ 164 h 220"/>
                <a:gd name="T30" fmla="*/ 117 w 272"/>
                <a:gd name="T31" fmla="*/ 165 h 220"/>
                <a:gd name="T32" fmla="*/ 135 w 272"/>
                <a:gd name="T33" fmla="*/ 183 h 220"/>
                <a:gd name="T34" fmla="*/ 192 w 272"/>
                <a:gd name="T35" fmla="*/ 183 h 220"/>
                <a:gd name="T36" fmla="*/ 227 w 272"/>
                <a:gd name="T37" fmla="*/ 218 h 220"/>
                <a:gd name="T38" fmla="*/ 227 w 272"/>
                <a:gd name="T39" fmla="*/ 218 h 220"/>
                <a:gd name="T40" fmla="*/ 231 w 272"/>
                <a:gd name="T41" fmla="*/ 220 h 220"/>
                <a:gd name="T42" fmla="*/ 238 w 272"/>
                <a:gd name="T43" fmla="*/ 213 h 220"/>
                <a:gd name="T44" fmla="*/ 238 w 272"/>
                <a:gd name="T45" fmla="*/ 183 h 220"/>
                <a:gd name="T46" fmla="*/ 254 w 272"/>
                <a:gd name="T47" fmla="*/ 183 h 220"/>
                <a:gd name="T48" fmla="*/ 272 w 272"/>
                <a:gd name="T49" fmla="*/ 165 h 220"/>
                <a:gd name="T50" fmla="*/ 272 w 272"/>
                <a:gd name="T51" fmla="*/ 71 h 220"/>
                <a:gd name="T52" fmla="*/ 254 w 272"/>
                <a:gd name="T53" fmla="*/ 53 h 220"/>
                <a:gd name="T54" fmla="*/ 172 w 272"/>
                <a:gd name="T55" fmla="*/ 148 h 220"/>
                <a:gd name="T56" fmla="*/ 98 w 272"/>
                <a:gd name="T57" fmla="*/ 148 h 220"/>
                <a:gd name="T58" fmla="*/ 92 w 272"/>
                <a:gd name="T59" fmla="*/ 150 h 220"/>
                <a:gd name="T60" fmla="*/ 92 w 272"/>
                <a:gd name="T61" fmla="*/ 150 h 220"/>
                <a:gd name="T62" fmla="*/ 58 w 272"/>
                <a:gd name="T63" fmla="*/ 184 h 220"/>
                <a:gd name="T64" fmla="*/ 58 w 272"/>
                <a:gd name="T65" fmla="*/ 156 h 220"/>
                <a:gd name="T66" fmla="*/ 50 w 272"/>
                <a:gd name="T67" fmla="*/ 148 h 220"/>
                <a:gd name="T68" fmla="*/ 24 w 272"/>
                <a:gd name="T69" fmla="*/ 148 h 220"/>
                <a:gd name="T70" fmla="*/ 16 w 272"/>
                <a:gd name="T71" fmla="*/ 140 h 220"/>
                <a:gd name="T72" fmla="*/ 16 w 272"/>
                <a:gd name="T73" fmla="*/ 24 h 220"/>
                <a:gd name="T74" fmla="*/ 24 w 272"/>
                <a:gd name="T75" fmla="*/ 17 h 220"/>
                <a:gd name="T76" fmla="*/ 172 w 272"/>
                <a:gd name="T77" fmla="*/ 17 h 220"/>
                <a:gd name="T78" fmla="*/ 180 w 272"/>
                <a:gd name="T79" fmla="*/ 24 h 220"/>
                <a:gd name="T80" fmla="*/ 180 w 272"/>
                <a:gd name="T81" fmla="*/ 140 h 220"/>
                <a:gd name="T82" fmla="*/ 180 w 272"/>
                <a:gd name="T83" fmla="*/ 140 h 220"/>
                <a:gd name="T84" fmla="*/ 172 w 272"/>
                <a:gd name="T85" fmla="*/ 14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2" h="220">
                  <a:moveTo>
                    <a:pt x="254" y="53"/>
                  </a:moveTo>
                  <a:cubicBezTo>
                    <a:pt x="196" y="53"/>
                    <a:pt x="196" y="53"/>
                    <a:pt x="196" y="53"/>
                  </a:cubicBezTo>
                  <a:cubicBezTo>
                    <a:pt x="196" y="23"/>
                    <a:pt x="196" y="23"/>
                    <a:pt x="196" y="23"/>
                  </a:cubicBezTo>
                  <a:cubicBezTo>
                    <a:pt x="196" y="11"/>
                    <a:pt x="186" y="0"/>
                    <a:pt x="173" y="0"/>
                  </a:cubicBezTo>
                  <a:cubicBezTo>
                    <a:pt x="23" y="0"/>
                    <a:pt x="23" y="0"/>
                    <a:pt x="23" y="0"/>
                  </a:cubicBezTo>
                  <a:cubicBezTo>
                    <a:pt x="10" y="0"/>
                    <a:pt x="0" y="11"/>
                    <a:pt x="0" y="23"/>
                  </a:cubicBezTo>
                  <a:cubicBezTo>
                    <a:pt x="0" y="141"/>
                    <a:pt x="0" y="141"/>
                    <a:pt x="0" y="141"/>
                  </a:cubicBezTo>
                  <a:cubicBezTo>
                    <a:pt x="0" y="154"/>
                    <a:pt x="10" y="164"/>
                    <a:pt x="23" y="164"/>
                  </a:cubicBezTo>
                  <a:cubicBezTo>
                    <a:pt x="42" y="164"/>
                    <a:pt x="42" y="164"/>
                    <a:pt x="42" y="164"/>
                  </a:cubicBezTo>
                  <a:cubicBezTo>
                    <a:pt x="42" y="202"/>
                    <a:pt x="42" y="202"/>
                    <a:pt x="42" y="202"/>
                  </a:cubicBezTo>
                  <a:cubicBezTo>
                    <a:pt x="42" y="207"/>
                    <a:pt x="46" y="211"/>
                    <a:pt x="51" y="211"/>
                  </a:cubicBezTo>
                  <a:cubicBezTo>
                    <a:pt x="53" y="211"/>
                    <a:pt x="55" y="210"/>
                    <a:pt x="57" y="208"/>
                  </a:cubicBezTo>
                  <a:cubicBezTo>
                    <a:pt x="57" y="208"/>
                    <a:pt x="57" y="208"/>
                    <a:pt x="57" y="208"/>
                  </a:cubicBezTo>
                  <a:cubicBezTo>
                    <a:pt x="101" y="164"/>
                    <a:pt x="101" y="164"/>
                    <a:pt x="101" y="164"/>
                  </a:cubicBezTo>
                  <a:cubicBezTo>
                    <a:pt x="117" y="164"/>
                    <a:pt x="117" y="164"/>
                    <a:pt x="117" y="164"/>
                  </a:cubicBezTo>
                  <a:cubicBezTo>
                    <a:pt x="117" y="165"/>
                    <a:pt x="117" y="165"/>
                    <a:pt x="117" y="165"/>
                  </a:cubicBezTo>
                  <a:cubicBezTo>
                    <a:pt x="117" y="175"/>
                    <a:pt x="125" y="183"/>
                    <a:pt x="135" y="183"/>
                  </a:cubicBezTo>
                  <a:cubicBezTo>
                    <a:pt x="192" y="183"/>
                    <a:pt x="192" y="183"/>
                    <a:pt x="192" y="183"/>
                  </a:cubicBezTo>
                  <a:cubicBezTo>
                    <a:pt x="227" y="218"/>
                    <a:pt x="227" y="218"/>
                    <a:pt x="227" y="218"/>
                  </a:cubicBezTo>
                  <a:cubicBezTo>
                    <a:pt x="227" y="218"/>
                    <a:pt x="227" y="218"/>
                    <a:pt x="227" y="218"/>
                  </a:cubicBezTo>
                  <a:cubicBezTo>
                    <a:pt x="228" y="219"/>
                    <a:pt x="230" y="220"/>
                    <a:pt x="231" y="220"/>
                  </a:cubicBezTo>
                  <a:cubicBezTo>
                    <a:pt x="235" y="220"/>
                    <a:pt x="238" y="217"/>
                    <a:pt x="238" y="213"/>
                  </a:cubicBezTo>
                  <a:cubicBezTo>
                    <a:pt x="238" y="183"/>
                    <a:pt x="238" y="183"/>
                    <a:pt x="238" y="183"/>
                  </a:cubicBezTo>
                  <a:cubicBezTo>
                    <a:pt x="254" y="183"/>
                    <a:pt x="254" y="183"/>
                    <a:pt x="254" y="183"/>
                  </a:cubicBezTo>
                  <a:cubicBezTo>
                    <a:pt x="264" y="183"/>
                    <a:pt x="272" y="175"/>
                    <a:pt x="272" y="165"/>
                  </a:cubicBezTo>
                  <a:cubicBezTo>
                    <a:pt x="272" y="71"/>
                    <a:pt x="272" y="71"/>
                    <a:pt x="272" y="71"/>
                  </a:cubicBezTo>
                  <a:cubicBezTo>
                    <a:pt x="272" y="61"/>
                    <a:pt x="264" y="53"/>
                    <a:pt x="254" y="53"/>
                  </a:cubicBezTo>
                  <a:close/>
                  <a:moveTo>
                    <a:pt x="172" y="148"/>
                  </a:moveTo>
                  <a:cubicBezTo>
                    <a:pt x="98" y="148"/>
                    <a:pt x="98" y="148"/>
                    <a:pt x="98" y="148"/>
                  </a:cubicBezTo>
                  <a:cubicBezTo>
                    <a:pt x="96" y="148"/>
                    <a:pt x="94" y="149"/>
                    <a:pt x="92" y="150"/>
                  </a:cubicBezTo>
                  <a:cubicBezTo>
                    <a:pt x="92" y="150"/>
                    <a:pt x="92" y="150"/>
                    <a:pt x="92" y="150"/>
                  </a:cubicBezTo>
                  <a:cubicBezTo>
                    <a:pt x="58" y="184"/>
                    <a:pt x="58" y="184"/>
                    <a:pt x="58" y="184"/>
                  </a:cubicBezTo>
                  <a:cubicBezTo>
                    <a:pt x="58" y="156"/>
                    <a:pt x="58" y="156"/>
                    <a:pt x="58" y="156"/>
                  </a:cubicBezTo>
                  <a:cubicBezTo>
                    <a:pt x="58" y="151"/>
                    <a:pt x="55" y="148"/>
                    <a:pt x="50" y="148"/>
                  </a:cubicBezTo>
                  <a:cubicBezTo>
                    <a:pt x="24" y="148"/>
                    <a:pt x="24" y="148"/>
                    <a:pt x="24" y="148"/>
                  </a:cubicBezTo>
                  <a:cubicBezTo>
                    <a:pt x="19" y="148"/>
                    <a:pt x="16" y="144"/>
                    <a:pt x="16" y="140"/>
                  </a:cubicBezTo>
                  <a:cubicBezTo>
                    <a:pt x="16" y="24"/>
                    <a:pt x="16" y="24"/>
                    <a:pt x="16" y="24"/>
                  </a:cubicBezTo>
                  <a:cubicBezTo>
                    <a:pt x="16" y="20"/>
                    <a:pt x="19" y="17"/>
                    <a:pt x="24" y="17"/>
                  </a:cubicBezTo>
                  <a:cubicBezTo>
                    <a:pt x="172" y="17"/>
                    <a:pt x="172" y="17"/>
                    <a:pt x="172" y="17"/>
                  </a:cubicBezTo>
                  <a:cubicBezTo>
                    <a:pt x="176" y="17"/>
                    <a:pt x="180" y="20"/>
                    <a:pt x="180" y="24"/>
                  </a:cubicBezTo>
                  <a:cubicBezTo>
                    <a:pt x="180" y="140"/>
                    <a:pt x="180" y="140"/>
                    <a:pt x="180" y="140"/>
                  </a:cubicBezTo>
                  <a:cubicBezTo>
                    <a:pt x="180" y="140"/>
                    <a:pt x="180" y="140"/>
                    <a:pt x="180" y="140"/>
                  </a:cubicBezTo>
                  <a:cubicBezTo>
                    <a:pt x="180" y="144"/>
                    <a:pt x="176" y="148"/>
                    <a:pt x="172" y="1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 name="Rectangle 75"/>
            <p:cNvSpPr>
              <a:spLocks noChangeArrowheads="1"/>
            </p:cNvSpPr>
            <p:nvPr/>
          </p:nvSpPr>
          <p:spPr bwMode="auto">
            <a:xfrm>
              <a:off x="7799388" y="2138363"/>
              <a:ext cx="357188" cy="508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 name="Rectangle 76"/>
            <p:cNvSpPr>
              <a:spLocks noChangeArrowheads="1"/>
            </p:cNvSpPr>
            <p:nvPr/>
          </p:nvSpPr>
          <p:spPr bwMode="auto">
            <a:xfrm>
              <a:off x="7799388" y="2247901"/>
              <a:ext cx="357188" cy="460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 name="Rectangle 77"/>
            <p:cNvSpPr>
              <a:spLocks noChangeArrowheads="1"/>
            </p:cNvSpPr>
            <p:nvPr/>
          </p:nvSpPr>
          <p:spPr bwMode="auto">
            <a:xfrm>
              <a:off x="7799388" y="2355851"/>
              <a:ext cx="357188" cy="460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03" name="组合 302"/>
          <p:cNvGrpSpPr/>
          <p:nvPr/>
        </p:nvGrpSpPr>
        <p:grpSpPr>
          <a:xfrm>
            <a:off x="5373855" y="2960071"/>
            <a:ext cx="298630" cy="300294"/>
            <a:chOff x="3814763" y="2092326"/>
            <a:chExt cx="569913" cy="573088"/>
          </a:xfrm>
          <a:solidFill>
            <a:srgbClr val="707E84"/>
          </a:solidFill>
        </p:grpSpPr>
        <p:sp>
          <p:nvSpPr>
            <p:cNvPr id="304" name="Freeform 78"/>
            <p:cNvSpPr>
              <a:spLocks/>
            </p:cNvSpPr>
            <p:nvPr/>
          </p:nvSpPr>
          <p:spPr bwMode="auto">
            <a:xfrm>
              <a:off x="3814763" y="2092326"/>
              <a:ext cx="569913" cy="573088"/>
            </a:xfrm>
            <a:custGeom>
              <a:avLst/>
              <a:gdLst>
                <a:gd name="T0" fmla="*/ 246 w 359"/>
                <a:gd name="T1" fmla="*/ 324 h 361"/>
                <a:gd name="T2" fmla="*/ 105 w 359"/>
                <a:gd name="T3" fmla="*/ 324 h 361"/>
                <a:gd name="T4" fmla="*/ 71 w 359"/>
                <a:gd name="T5" fmla="*/ 0 h 361"/>
                <a:gd name="T6" fmla="*/ 0 w 359"/>
                <a:gd name="T7" fmla="*/ 0 h 361"/>
                <a:gd name="T8" fmla="*/ 0 w 359"/>
                <a:gd name="T9" fmla="*/ 29 h 361"/>
                <a:gd name="T10" fmla="*/ 38 w 359"/>
                <a:gd name="T11" fmla="*/ 29 h 361"/>
                <a:gd name="T12" fmla="*/ 73 w 359"/>
                <a:gd name="T13" fmla="*/ 361 h 361"/>
                <a:gd name="T14" fmla="*/ 274 w 359"/>
                <a:gd name="T15" fmla="*/ 361 h 361"/>
                <a:gd name="T16" fmla="*/ 320 w 359"/>
                <a:gd name="T17" fmla="*/ 29 h 361"/>
                <a:gd name="T18" fmla="*/ 359 w 359"/>
                <a:gd name="T19" fmla="*/ 29 h 361"/>
                <a:gd name="T20" fmla="*/ 359 w 359"/>
                <a:gd name="T21" fmla="*/ 0 h 361"/>
                <a:gd name="T22" fmla="*/ 289 w 359"/>
                <a:gd name="T23" fmla="*/ 0 h 361"/>
                <a:gd name="T24" fmla="*/ 246 w 359"/>
                <a:gd name="T25" fmla="*/ 324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9" h="361">
                  <a:moveTo>
                    <a:pt x="246" y="324"/>
                  </a:moveTo>
                  <a:lnTo>
                    <a:pt x="105" y="324"/>
                  </a:lnTo>
                  <a:lnTo>
                    <a:pt x="71" y="0"/>
                  </a:lnTo>
                  <a:lnTo>
                    <a:pt x="0" y="0"/>
                  </a:lnTo>
                  <a:lnTo>
                    <a:pt x="0" y="29"/>
                  </a:lnTo>
                  <a:lnTo>
                    <a:pt x="38" y="29"/>
                  </a:lnTo>
                  <a:lnTo>
                    <a:pt x="73" y="361"/>
                  </a:lnTo>
                  <a:lnTo>
                    <a:pt x="274" y="361"/>
                  </a:lnTo>
                  <a:lnTo>
                    <a:pt x="320" y="29"/>
                  </a:lnTo>
                  <a:lnTo>
                    <a:pt x="359" y="29"/>
                  </a:lnTo>
                  <a:lnTo>
                    <a:pt x="359" y="0"/>
                  </a:lnTo>
                  <a:lnTo>
                    <a:pt x="289" y="0"/>
                  </a:lnTo>
                  <a:lnTo>
                    <a:pt x="246" y="3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 name="Freeform 79"/>
            <p:cNvSpPr>
              <a:spLocks/>
            </p:cNvSpPr>
            <p:nvPr/>
          </p:nvSpPr>
          <p:spPr bwMode="auto">
            <a:xfrm>
              <a:off x="3971926" y="2116138"/>
              <a:ext cx="58738" cy="55563"/>
            </a:xfrm>
            <a:custGeom>
              <a:avLst/>
              <a:gdLst>
                <a:gd name="T0" fmla="*/ 37 w 37"/>
                <a:gd name="T1" fmla="*/ 0 h 35"/>
                <a:gd name="T2" fmla="*/ 0 w 37"/>
                <a:gd name="T3" fmla="*/ 0 h 35"/>
                <a:gd name="T4" fmla="*/ 4 w 37"/>
                <a:gd name="T5" fmla="*/ 35 h 35"/>
                <a:gd name="T6" fmla="*/ 37 w 37"/>
                <a:gd name="T7" fmla="*/ 35 h 35"/>
                <a:gd name="T8" fmla="*/ 37 w 37"/>
                <a:gd name="T9" fmla="*/ 0 h 35"/>
              </a:gdLst>
              <a:ahLst/>
              <a:cxnLst>
                <a:cxn ang="0">
                  <a:pos x="T0" y="T1"/>
                </a:cxn>
                <a:cxn ang="0">
                  <a:pos x="T2" y="T3"/>
                </a:cxn>
                <a:cxn ang="0">
                  <a:pos x="T4" y="T5"/>
                </a:cxn>
                <a:cxn ang="0">
                  <a:pos x="T6" y="T7"/>
                </a:cxn>
                <a:cxn ang="0">
                  <a:pos x="T8" y="T9"/>
                </a:cxn>
              </a:cxnLst>
              <a:rect l="0" t="0" r="r" b="b"/>
              <a:pathLst>
                <a:path w="37" h="35">
                  <a:moveTo>
                    <a:pt x="37" y="0"/>
                  </a:moveTo>
                  <a:lnTo>
                    <a:pt x="0" y="0"/>
                  </a:lnTo>
                  <a:lnTo>
                    <a:pt x="4" y="35"/>
                  </a:lnTo>
                  <a:lnTo>
                    <a:pt x="37" y="35"/>
                  </a:lnTo>
                  <a:lnTo>
                    <a:pt x="3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 name="Rectangle 80"/>
            <p:cNvSpPr>
              <a:spLocks noChangeArrowheads="1"/>
            </p:cNvSpPr>
            <p:nvPr/>
          </p:nvSpPr>
          <p:spPr bwMode="auto">
            <a:xfrm>
              <a:off x="4073526" y="2116138"/>
              <a:ext cx="61913" cy="555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 name="Freeform 81"/>
            <p:cNvSpPr>
              <a:spLocks/>
            </p:cNvSpPr>
            <p:nvPr/>
          </p:nvSpPr>
          <p:spPr bwMode="auto">
            <a:xfrm>
              <a:off x="4167188" y="2119313"/>
              <a:ext cx="58738" cy="55563"/>
            </a:xfrm>
            <a:custGeom>
              <a:avLst/>
              <a:gdLst>
                <a:gd name="T0" fmla="*/ 37 w 37"/>
                <a:gd name="T1" fmla="*/ 0 h 35"/>
                <a:gd name="T2" fmla="*/ 0 w 37"/>
                <a:gd name="T3" fmla="*/ 0 h 35"/>
                <a:gd name="T4" fmla="*/ 0 w 37"/>
                <a:gd name="T5" fmla="*/ 35 h 35"/>
                <a:gd name="T6" fmla="*/ 37 w 37"/>
                <a:gd name="T7" fmla="*/ 35 h 35"/>
                <a:gd name="T8" fmla="*/ 37 w 37"/>
                <a:gd name="T9" fmla="*/ 29 h 35"/>
                <a:gd name="T10" fmla="*/ 37 w 37"/>
                <a:gd name="T11" fmla="*/ 0 h 35"/>
              </a:gdLst>
              <a:ahLst/>
              <a:cxnLst>
                <a:cxn ang="0">
                  <a:pos x="T0" y="T1"/>
                </a:cxn>
                <a:cxn ang="0">
                  <a:pos x="T2" y="T3"/>
                </a:cxn>
                <a:cxn ang="0">
                  <a:pos x="T4" y="T5"/>
                </a:cxn>
                <a:cxn ang="0">
                  <a:pos x="T6" y="T7"/>
                </a:cxn>
                <a:cxn ang="0">
                  <a:pos x="T8" y="T9"/>
                </a:cxn>
                <a:cxn ang="0">
                  <a:pos x="T10" y="T11"/>
                </a:cxn>
              </a:cxnLst>
              <a:rect l="0" t="0" r="r" b="b"/>
              <a:pathLst>
                <a:path w="37" h="35">
                  <a:moveTo>
                    <a:pt x="37" y="0"/>
                  </a:moveTo>
                  <a:lnTo>
                    <a:pt x="0" y="0"/>
                  </a:lnTo>
                  <a:lnTo>
                    <a:pt x="0" y="35"/>
                  </a:lnTo>
                  <a:lnTo>
                    <a:pt x="37" y="35"/>
                  </a:lnTo>
                  <a:lnTo>
                    <a:pt x="37" y="29"/>
                  </a:lnTo>
                  <a:lnTo>
                    <a:pt x="3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 name="Rectangle 82"/>
            <p:cNvSpPr>
              <a:spLocks noChangeArrowheads="1"/>
            </p:cNvSpPr>
            <p:nvPr/>
          </p:nvSpPr>
          <p:spPr bwMode="auto">
            <a:xfrm>
              <a:off x="4225926" y="2165351"/>
              <a:ext cx="1588" cy="95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 name="Freeform 83"/>
            <p:cNvSpPr>
              <a:spLocks/>
            </p:cNvSpPr>
            <p:nvPr/>
          </p:nvSpPr>
          <p:spPr bwMode="auto">
            <a:xfrm>
              <a:off x="3981451" y="2206626"/>
              <a:ext cx="49213" cy="55563"/>
            </a:xfrm>
            <a:custGeom>
              <a:avLst/>
              <a:gdLst>
                <a:gd name="T0" fmla="*/ 31 w 31"/>
                <a:gd name="T1" fmla="*/ 0 h 35"/>
                <a:gd name="T2" fmla="*/ 0 w 31"/>
                <a:gd name="T3" fmla="*/ 0 h 35"/>
                <a:gd name="T4" fmla="*/ 3 w 31"/>
                <a:gd name="T5" fmla="*/ 35 h 35"/>
                <a:gd name="T6" fmla="*/ 31 w 31"/>
                <a:gd name="T7" fmla="*/ 35 h 35"/>
                <a:gd name="T8" fmla="*/ 31 w 31"/>
                <a:gd name="T9" fmla="*/ 0 h 35"/>
              </a:gdLst>
              <a:ahLst/>
              <a:cxnLst>
                <a:cxn ang="0">
                  <a:pos x="T0" y="T1"/>
                </a:cxn>
                <a:cxn ang="0">
                  <a:pos x="T2" y="T3"/>
                </a:cxn>
                <a:cxn ang="0">
                  <a:pos x="T4" y="T5"/>
                </a:cxn>
                <a:cxn ang="0">
                  <a:pos x="T6" y="T7"/>
                </a:cxn>
                <a:cxn ang="0">
                  <a:pos x="T8" y="T9"/>
                </a:cxn>
              </a:cxnLst>
              <a:rect l="0" t="0" r="r" b="b"/>
              <a:pathLst>
                <a:path w="31" h="35">
                  <a:moveTo>
                    <a:pt x="31" y="0"/>
                  </a:moveTo>
                  <a:lnTo>
                    <a:pt x="0" y="0"/>
                  </a:lnTo>
                  <a:lnTo>
                    <a:pt x="3" y="35"/>
                  </a:lnTo>
                  <a:lnTo>
                    <a:pt x="31" y="35"/>
                  </a:lnTo>
                  <a:lnTo>
                    <a:pt x="3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 name="Rectangle 84"/>
            <p:cNvSpPr>
              <a:spLocks noChangeArrowheads="1"/>
            </p:cNvSpPr>
            <p:nvPr/>
          </p:nvSpPr>
          <p:spPr bwMode="auto">
            <a:xfrm>
              <a:off x="4073526" y="2206626"/>
              <a:ext cx="61913" cy="555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 name="Freeform 85"/>
            <p:cNvSpPr>
              <a:spLocks/>
            </p:cNvSpPr>
            <p:nvPr/>
          </p:nvSpPr>
          <p:spPr bwMode="auto">
            <a:xfrm>
              <a:off x="4167188" y="2209801"/>
              <a:ext cx="53975" cy="55563"/>
            </a:xfrm>
            <a:custGeom>
              <a:avLst/>
              <a:gdLst>
                <a:gd name="T0" fmla="*/ 0 w 34"/>
                <a:gd name="T1" fmla="*/ 0 h 35"/>
                <a:gd name="T2" fmla="*/ 0 w 34"/>
                <a:gd name="T3" fmla="*/ 35 h 35"/>
                <a:gd name="T4" fmla="*/ 30 w 34"/>
                <a:gd name="T5" fmla="*/ 35 h 35"/>
                <a:gd name="T6" fmla="*/ 34 w 34"/>
                <a:gd name="T7" fmla="*/ 0 h 35"/>
                <a:gd name="T8" fmla="*/ 0 w 34"/>
                <a:gd name="T9" fmla="*/ 0 h 35"/>
              </a:gdLst>
              <a:ahLst/>
              <a:cxnLst>
                <a:cxn ang="0">
                  <a:pos x="T0" y="T1"/>
                </a:cxn>
                <a:cxn ang="0">
                  <a:pos x="T2" y="T3"/>
                </a:cxn>
                <a:cxn ang="0">
                  <a:pos x="T4" y="T5"/>
                </a:cxn>
                <a:cxn ang="0">
                  <a:pos x="T6" y="T7"/>
                </a:cxn>
                <a:cxn ang="0">
                  <a:pos x="T8" y="T9"/>
                </a:cxn>
              </a:cxnLst>
              <a:rect l="0" t="0" r="r" b="b"/>
              <a:pathLst>
                <a:path w="34" h="35">
                  <a:moveTo>
                    <a:pt x="0" y="0"/>
                  </a:moveTo>
                  <a:lnTo>
                    <a:pt x="0" y="35"/>
                  </a:lnTo>
                  <a:lnTo>
                    <a:pt x="30" y="35"/>
                  </a:lnTo>
                  <a:lnTo>
                    <a:pt x="34"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 name="Freeform 86"/>
            <p:cNvSpPr>
              <a:spLocks/>
            </p:cNvSpPr>
            <p:nvPr/>
          </p:nvSpPr>
          <p:spPr bwMode="auto">
            <a:xfrm>
              <a:off x="3989388" y="2306638"/>
              <a:ext cx="41275" cy="55563"/>
            </a:xfrm>
            <a:custGeom>
              <a:avLst/>
              <a:gdLst>
                <a:gd name="T0" fmla="*/ 26 w 26"/>
                <a:gd name="T1" fmla="*/ 0 h 35"/>
                <a:gd name="T2" fmla="*/ 0 w 26"/>
                <a:gd name="T3" fmla="*/ 0 h 35"/>
                <a:gd name="T4" fmla="*/ 4 w 26"/>
                <a:gd name="T5" fmla="*/ 35 h 35"/>
                <a:gd name="T6" fmla="*/ 26 w 26"/>
                <a:gd name="T7" fmla="*/ 35 h 35"/>
                <a:gd name="T8" fmla="*/ 26 w 26"/>
                <a:gd name="T9" fmla="*/ 0 h 35"/>
              </a:gdLst>
              <a:ahLst/>
              <a:cxnLst>
                <a:cxn ang="0">
                  <a:pos x="T0" y="T1"/>
                </a:cxn>
                <a:cxn ang="0">
                  <a:pos x="T2" y="T3"/>
                </a:cxn>
                <a:cxn ang="0">
                  <a:pos x="T4" y="T5"/>
                </a:cxn>
                <a:cxn ang="0">
                  <a:pos x="T6" y="T7"/>
                </a:cxn>
                <a:cxn ang="0">
                  <a:pos x="T8" y="T9"/>
                </a:cxn>
              </a:cxnLst>
              <a:rect l="0" t="0" r="r" b="b"/>
              <a:pathLst>
                <a:path w="26" h="35">
                  <a:moveTo>
                    <a:pt x="26" y="0"/>
                  </a:moveTo>
                  <a:lnTo>
                    <a:pt x="0" y="0"/>
                  </a:lnTo>
                  <a:lnTo>
                    <a:pt x="4" y="35"/>
                  </a:lnTo>
                  <a:lnTo>
                    <a:pt x="26" y="35"/>
                  </a:ln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 name="Rectangle 87"/>
            <p:cNvSpPr>
              <a:spLocks noChangeArrowheads="1"/>
            </p:cNvSpPr>
            <p:nvPr/>
          </p:nvSpPr>
          <p:spPr bwMode="auto">
            <a:xfrm>
              <a:off x="4073526" y="2306638"/>
              <a:ext cx="61913" cy="555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 name="Freeform 88"/>
            <p:cNvSpPr>
              <a:spLocks/>
            </p:cNvSpPr>
            <p:nvPr/>
          </p:nvSpPr>
          <p:spPr bwMode="auto">
            <a:xfrm>
              <a:off x="4167188" y="2306638"/>
              <a:ext cx="41275" cy="55563"/>
            </a:xfrm>
            <a:custGeom>
              <a:avLst/>
              <a:gdLst>
                <a:gd name="T0" fmla="*/ 0 w 26"/>
                <a:gd name="T1" fmla="*/ 0 h 35"/>
                <a:gd name="T2" fmla="*/ 0 w 26"/>
                <a:gd name="T3" fmla="*/ 35 h 35"/>
                <a:gd name="T4" fmla="*/ 23 w 26"/>
                <a:gd name="T5" fmla="*/ 35 h 35"/>
                <a:gd name="T6" fmla="*/ 26 w 26"/>
                <a:gd name="T7" fmla="*/ 0 h 35"/>
                <a:gd name="T8" fmla="*/ 0 w 26"/>
                <a:gd name="T9" fmla="*/ 0 h 35"/>
              </a:gdLst>
              <a:ahLst/>
              <a:cxnLst>
                <a:cxn ang="0">
                  <a:pos x="T0" y="T1"/>
                </a:cxn>
                <a:cxn ang="0">
                  <a:pos x="T2" y="T3"/>
                </a:cxn>
                <a:cxn ang="0">
                  <a:pos x="T4" y="T5"/>
                </a:cxn>
                <a:cxn ang="0">
                  <a:pos x="T6" y="T7"/>
                </a:cxn>
                <a:cxn ang="0">
                  <a:pos x="T8" y="T9"/>
                </a:cxn>
              </a:cxnLst>
              <a:rect l="0" t="0" r="r" b="b"/>
              <a:pathLst>
                <a:path w="26" h="35">
                  <a:moveTo>
                    <a:pt x="0" y="0"/>
                  </a:moveTo>
                  <a:lnTo>
                    <a:pt x="0" y="35"/>
                  </a:lnTo>
                  <a:lnTo>
                    <a:pt x="23" y="35"/>
                  </a:lnTo>
                  <a:lnTo>
                    <a:pt x="26"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 name="Freeform 89"/>
            <p:cNvSpPr>
              <a:spLocks/>
            </p:cNvSpPr>
            <p:nvPr/>
          </p:nvSpPr>
          <p:spPr bwMode="auto">
            <a:xfrm>
              <a:off x="4000501" y="2401888"/>
              <a:ext cx="30163" cy="55563"/>
            </a:xfrm>
            <a:custGeom>
              <a:avLst/>
              <a:gdLst>
                <a:gd name="T0" fmla="*/ 19 w 19"/>
                <a:gd name="T1" fmla="*/ 0 h 35"/>
                <a:gd name="T2" fmla="*/ 0 w 19"/>
                <a:gd name="T3" fmla="*/ 0 h 35"/>
                <a:gd name="T4" fmla="*/ 4 w 19"/>
                <a:gd name="T5" fmla="*/ 35 h 35"/>
                <a:gd name="T6" fmla="*/ 19 w 19"/>
                <a:gd name="T7" fmla="*/ 35 h 35"/>
                <a:gd name="T8" fmla="*/ 19 w 19"/>
                <a:gd name="T9" fmla="*/ 0 h 35"/>
              </a:gdLst>
              <a:ahLst/>
              <a:cxnLst>
                <a:cxn ang="0">
                  <a:pos x="T0" y="T1"/>
                </a:cxn>
                <a:cxn ang="0">
                  <a:pos x="T2" y="T3"/>
                </a:cxn>
                <a:cxn ang="0">
                  <a:pos x="T4" y="T5"/>
                </a:cxn>
                <a:cxn ang="0">
                  <a:pos x="T6" y="T7"/>
                </a:cxn>
                <a:cxn ang="0">
                  <a:pos x="T8" y="T9"/>
                </a:cxn>
              </a:cxnLst>
              <a:rect l="0" t="0" r="r" b="b"/>
              <a:pathLst>
                <a:path w="19" h="35">
                  <a:moveTo>
                    <a:pt x="19" y="0"/>
                  </a:moveTo>
                  <a:lnTo>
                    <a:pt x="0" y="0"/>
                  </a:lnTo>
                  <a:lnTo>
                    <a:pt x="4" y="35"/>
                  </a:lnTo>
                  <a:lnTo>
                    <a:pt x="19" y="35"/>
                  </a:lnTo>
                  <a:lnTo>
                    <a:pt x="1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 name="Rectangle 90"/>
            <p:cNvSpPr>
              <a:spLocks noChangeArrowheads="1"/>
            </p:cNvSpPr>
            <p:nvPr/>
          </p:nvSpPr>
          <p:spPr bwMode="auto">
            <a:xfrm>
              <a:off x="4073526" y="2401888"/>
              <a:ext cx="61913" cy="555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 name="Freeform 91"/>
            <p:cNvSpPr>
              <a:spLocks/>
            </p:cNvSpPr>
            <p:nvPr/>
          </p:nvSpPr>
          <p:spPr bwMode="auto">
            <a:xfrm>
              <a:off x="4167188" y="2405063"/>
              <a:ext cx="30163" cy="55563"/>
            </a:xfrm>
            <a:custGeom>
              <a:avLst/>
              <a:gdLst>
                <a:gd name="T0" fmla="*/ 0 w 19"/>
                <a:gd name="T1" fmla="*/ 0 h 35"/>
                <a:gd name="T2" fmla="*/ 0 w 19"/>
                <a:gd name="T3" fmla="*/ 35 h 35"/>
                <a:gd name="T4" fmla="*/ 13 w 19"/>
                <a:gd name="T5" fmla="*/ 35 h 35"/>
                <a:gd name="T6" fmla="*/ 19 w 19"/>
                <a:gd name="T7" fmla="*/ 0 h 35"/>
                <a:gd name="T8" fmla="*/ 0 w 19"/>
                <a:gd name="T9" fmla="*/ 0 h 35"/>
              </a:gdLst>
              <a:ahLst/>
              <a:cxnLst>
                <a:cxn ang="0">
                  <a:pos x="T0" y="T1"/>
                </a:cxn>
                <a:cxn ang="0">
                  <a:pos x="T2" y="T3"/>
                </a:cxn>
                <a:cxn ang="0">
                  <a:pos x="T4" y="T5"/>
                </a:cxn>
                <a:cxn ang="0">
                  <a:pos x="T6" y="T7"/>
                </a:cxn>
                <a:cxn ang="0">
                  <a:pos x="T8" y="T9"/>
                </a:cxn>
              </a:cxnLst>
              <a:rect l="0" t="0" r="r" b="b"/>
              <a:pathLst>
                <a:path w="19" h="35">
                  <a:moveTo>
                    <a:pt x="0" y="0"/>
                  </a:moveTo>
                  <a:lnTo>
                    <a:pt x="0" y="35"/>
                  </a:lnTo>
                  <a:lnTo>
                    <a:pt x="13" y="35"/>
                  </a:lnTo>
                  <a:lnTo>
                    <a:pt x="19"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 name="Freeform 92"/>
            <p:cNvSpPr>
              <a:spLocks/>
            </p:cNvSpPr>
            <p:nvPr/>
          </p:nvSpPr>
          <p:spPr bwMode="auto">
            <a:xfrm>
              <a:off x="4010026" y="2501901"/>
              <a:ext cx="20638" cy="55563"/>
            </a:xfrm>
            <a:custGeom>
              <a:avLst/>
              <a:gdLst>
                <a:gd name="T0" fmla="*/ 13 w 13"/>
                <a:gd name="T1" fmla="*/ 35 h 35"/>
                <a:gd name="T2" fmla="*/ 13 w 13"/>
                <a:gd name="T3" fmla="*/ 0 h 35"/>
                <a:gd name="T4" fmla="*/ 0 w 13"/>
                <a:gd name="T5" fmla="*/ 0 h 35"/>
                <a:gd name="T6" fmla="*/ 4 w 13"/>
                <a:gd name="T7" fmla="*/ 35 h 35"/>
                <a:gd name="T8" fmla="*/ 13 w 13"/>
                <a:gd name="T9" fmla="*/ 35 h 35"/>
              </a:gdLst>
              <a:ahLst/>
              <a:cxnLst>
                <a:cxn ang="0">
                  <a:pos x="T0" y="T1"/>
                </a:cxn>
                <a:cxn ang="0">
                  <a:pos x="T2" y="T3"/>
                </a:cxn>
                <a:cxn ang="0">
                  <a:pos x="T4" y="T5"/>
                </a:cxn>
                <a:cxn ang="0">
                  <a:pos x="T6" y="T7"/>
                </a:cxn>
                <a:cxn ang="0">
                  <a:pos x="T8" y="T9"/>
                </a:cxn>
              </a:cxnLst>
              <a:rect l="0" t="0" r="r" b="b"/>
              <a:pathLst>
                <a:path w="13" h="35">
                  <a:moveTo>
                    <a:pt x="13" y="35"/>
                  </a:moveTo>
                  <a:lnTo>
                    <a:pt x="13" y="0"/>
                  </a:lnTo>
                  <a:lnTo>
                    <a:pt x="0" y="0"/>
                  </a:lnTo>
                  <a:lnTo>
                    <a:pt x="4" y="35"/>
                  </a:lnTo>
                  <a:lnTo>
                    <a:pt x="13"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 name="Rectangle 93"/>
            <p:cNvSpPr>
              <a:spLocks noChangeArrowheads="1"/>
            </p:cNvSpPr>
            <p:nvPr/>
          </p:nvSpPr>
          <p:spPr bwMode="auto">
            <a:xfrm>
              <a:off x="4073526" y="2501901"/>
              <a:ext cx="61913" cy="555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 name="Freeform 94"/>
            <p:cNvSpPr>
              <a:spLocks/>
            </p:cNvSpPr>
            <p:nvPr/>
          </p:nvSpPr>
          <p:spPr bwMode="auto">
            <a:xfrm>
              <a:off x="4167188" y="2505076"/>
              <a:ext cx="15875" cy="55563"/>
            </a:xfrm>
            <a:custGeom>
              <a:avLst/>
              <a:gdLst>
                <a:gd name="T0" fmla="*/ 0 w 10"/>
                <a:gd name="T1" fmla="*/ 0 h 35"/>
                <a:gd name="T2" fmla="*/ 0 w 10"/>
                <a:gd name="T3" fmla="*/ 35 h 35"/>
                <a:gd name="T4" fmla="*/ 6 w 10"/>
                <a:gd name="T5" fmla="*/ 35 h 35"/>
                <a:gd name="T6" fmla="*/ 10 w 10"/>
                <a:gd name="T7" fmla="*/ 0 h 35"/>
                <a:gd name="T8" fmla="*/ 0 w 10"/>
                <a:gd name="T9" fmla="*/ 0 h 35"/>
              </a:gdLst>
              <a:ahLst/>
              <a:cxnLst>
                <a:cxn ang="0">
                  <a:pos x="T0" y="T1"/>
                </a:cxn>
                <a:cxn ang="0">
                  <a:pos x="T2" y="T3"/>
                </a:cxn>
                <a:cxn ang="0">
                  <a:pos x="T4" y="T5"/>
                </a:cxn>
                <a:cxn ang="0">
                  <a:pos x="T6" y="T7"/>
                </a:cxn>
                <a:cxn ang="0">
                  <a:pos x="T8" y="T9"/>
                </a:cxn>
              </a:cxnLst>
              <a:rect l="0" t="0" r="r" b="b"/>
              <a:pathLst>
                <a:path w="10" h="35">
                  <a:moveTo>
                    <a:pt x="0" y="0"/>
                  </a:moveTo>
                  <a:lnTo>
                    <a:pt x="0" y="35"/>
                  </a:lnTo>
                  <a:lnTo>
                    <a:pt x="6" y="35"/>
                  </a:lnTo>
                  <a:lnTo>
                    <a:pt x="1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321" name="Freeform 95"/>
          <p:cNvSpPr>
            <a:spLocks noEditPoints="1"/>
          </p:cNvSpPr>
          <p:nvPr/>
        </p:nvSpPr>
        <p:spPr bwMode="auto">
          <a:xfrm>
            <a:off x="5395621" y="3868972"/>
            <a:ext cx="267852" cy="438379"/>
          </a:xfrm>
          <a:custGeom>
            <a:avLst/>
            <a:gdLst>
              <a:gd name="T0" fmla="*/ 165 w 175"/>
              <a:gd name="T1" fmla="*/ 0 h 286"/>
              <a:gd name="T2" fmla="*/ 156 w 175"/>
              <a:gd name="T3" fmla="*/ 0 h 286"/>
              <a:gd name="T4" fmla="*/ 10 w 175"/>
              <a:gd name="T5" fmla="*/ 0 h 286"/>
              <a:gd name="T6" fmla="*/ 0 w 175"/>
              <a:gd name="T7" fmla="*/ 11 h 286"/>
              <a:gd name="T8" fmla="*/ 0 w 175"/>
              <a:gd name="T9" fmla="*/ 273 h 286"/>
              <a:gd name="T10" fmla="*/ 11 w 175"/>
              <a:gd name="T11" fmla="*/ 286 h 286"/>
              <a:gd name="T12" fmla="*/ 26 w 175"/>
              <a:gd name="T13" fmla="*/ 286 h 286"/>
              <a:gd name="T14" fmla="*/ 165 w 175"/>
              <a:gd name="T15" fmla="*/ 286 h 286"/>
              <a:gd name="T16" fmla="*/ 175 w 175"/>
              <a:gd name="T17" fmla="*/ 274 h 286"/>
              <a:gd name="T18" fmla="*/ 175 w 175"/>
              <a:gd name="T19" fmla="*/ 12 h 286"/>
              <a:gd name="T20" fmla="*/ 165 w 175"/>
              <a:gd name="T21" fmla="*/ 0 h 286"/>
              <a:gd name="T22" fmla="*/ 70 w 175"/>
              <a:gd name="T23" fmla="*/ 8 h 286"/>
              <a:gd name="T24" fmla="*/ 106 w 175"/>
              <a:gd name="T25" fmla="*/ 8 h 286"/>
              <a:gd name="T26" fmla="*/ 107 w 175"/>
              <a:gd name="T27" fmla="*/ 8 h 286"/>
              <a:gd name="T28" fmla="*/ 105 w 175"/>
              <a:gd name="T29" fmla="*/ 10 h 286"/>
              <a:gd name="T30" fmla="*/ 71 w 175"/>
              <a:gd name="T31" fmla="*/ 10 h 286"/>
              <a:gd name="T32" fmla="*/ 69 w 175"/>
              <a:gd name="T33" fmla="*/ 8 h 286"/>
              <a:gd name="T34" fmla="*/ 70 w 175"/>
              <a:gd name="T35" fmla="*/ 8 h 286"/>
              <a:gd name="T36" fmla="*/ 99 w 175"/>
              <a:gd name="T37" fmla="*/ 275 h 286"/>
              <a:gd name="T38" fmla="*/ 97 w 175"/>
              <a:gd name="T39" fmla="*/ 277 h 286"/>
              <a:gd name="T40" fmla="*/ 84 w 175"/>
              <a:gd name="T41" fmla="*/ 277 h 286"/>
              <a:gd name="T42" fmla="*/ 78 w 175"/>
              <a:gd name="T43" fmla="*/ 277 h 286"/>
              <a:gd name="T44" fmla="*/ 76 w 175"/>
              <a:gd name="T45" fmla="*/ 275 h 286"/>
              <a:gd name="T46" fmla="*/ 76 w 175"/>
              <a:gd name="T47" fmla="*/ 266 h 286"/>
              <a:gd name="T48" fmla="*/ 78 w 175"/>
              <a:gd name="T49" fmla="*/ 264 h 286"/>
              <a:gd name="T50" fmla="*/ 89 w 175"/>
              <a:gd name="T51" fmla="*/ 264 h 286"/>
              <a:gd name="T52" fmla="*/ 97 w 175"/>
              <a:gd name="T53" fmla="*/ 264 h 286"/>
              <a:gd name="T54" fmla="*/ 99 w 175"/>
              <a:gd name="T55" fmla="*/ 266 h 286"/>
              <a:gd name="T56" fmla="*/ 99 w 175"/>
              <a:gd name="T57" fmla="*/ 275 h 286"/>
              <a:gd name="T58" fmla="*/ 164 w 175"/>
              <a:gd name="T59" fmla="*/ 256 h 286"/>
              <a:gd name="T60" fmla="*/ 13 w 175"/>
              <a:gd name="T61" fmla="*/ 256 h 286"/>
              <a:gd name="T62" fmla="*/ 13 w 175"/>
              <a:gd name="T63" fmla="*/ 25 h 286"/>
              <a:gd name="T64" fmla="*/ 164 w 175"/>
              <a:gd name="T65" fmla="*/ 25 h 286"/>
              <a:gd name="T66" fmla="*/ 164 w 175"/>
              <a:gd name="T67" fmla="*/ 256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5" h="286">
                <a:moveTo>
                  <a:pt x="165" y="0"/>
                </a:moveTo>
                <a:cubicBezTo>
                  <a:pt x="156" y="0"/>
                  <a:pt x="156" y="0"/>
                  <a:pt x="156" y="0"/>
                </a:cubicBezTo>
                <a:cubicBezTo>
                  <a:pt x="10" y="0"/>
                  <a:pt x="10" y="0"/>
                  <a:pt x="10" y="0"/>
                </a:cubicBezTo>
                <a:cubicBezTo>
                  <a:pt x="4" y="0"/>
                  <a:pt x="0" y="4"/>
                  <a:pt x="0" y="11"/>
                </a:cubicBezTo>
                <a:cubicBezTo>
                  <a:pt x="0" y="273"/>
                  <a:pt x="0" y="273"/>
                  <a:pt x="0" y="273"/>
                </a:cubicBezTo>
                <a:cubicBezTo>
                  <a:pt x="0" y="280"/>
                  <a:pt x="5" y="286"/>
                  <a:pt x="11" y="286"/>
                </a:cubicBezTo>
                <a:cubicBezTo>
                  <a:pt x="26" y="286"/>
                  <a:pt x="26" y="286"/>
                  <a:pt x="26" y="286"/>
                </a:cubicBezTo>
                <a:cubicBezTo>
                  <a:pt x="165" y="286"/>
                  <a:pt x="165" y="286"/>
                  <a:pt x="165" y="286"/>
                </a:cubicBezTo>
                <a:cubicBezTo>
                  <a:pt x="171" y="286"/>
                  <a:pt x="175" y="281"/>
                  <a:pt x="175" y="274"/>
                </a:cubicBezTo>
                <a:cubicBezTo>
                  <a:pt x="175" y="12"/>
                  <a:pt x="175" y="12"/>
                  <a:pt x="175" y="12"/>
                </a:cubicBezTo>
                <a:cubicBezTo>
                  <a:pt x="175" y="5"/>
                  <a:pt x="171" y="0"/>
                  <a:pt x="165" y="0"/>
                </a:cubicBezTo>
                <a:close/>
                <a:moveTo>
                  <a:pt x="70" y="8"/>
                </a:moveTo>
                <a:cubicBezTo>
                  <a:pt x="106" y="8"/>
                  <a:pt x="106" y="8"/>
                  <a:pt x="106" y="8"/>
                </a:cubicBezTo>
                <a:cubicBezTo>
                  <a:pt x="106" y="8"/>
                  <a:pt x="107" y="8"/>
                  <a:pt x="107" y="8"/>
                </a:cubicBezTo>
                <a:cubicBezTo>
                  <a:pt x="107" y="9"/>
                  <a:pt x="106" y="10"/>
                  <a:pt x="105" y="10"/>
                </a:cubicBezTo>
                <a:cubicBezTo>
                  <a:pt x="71" y="10"/>
                  <a:pt x="71" y="10"/>
                  <a:pt x="71" y="10"/>
                </a:cubicBezTo>
                <a:cubicBezTo>
                  <a:pt x="70" y="10"/>
                  <a:pt x="69" y="9"/>
                  <a:pt x="69" y="8"/>
                </a:cubicBezTo>
                <a:cubicBezTo>
                  <a:pt x="69" y="8"/>
                  <a:pt x="70" y="8"/>
                  <a:pt x="70" y="8"/>
                </a:cubicBezTo>
                <a:close/>
                <a:moveTo>
                  <a:pt x="99" y="275"/>
                </a:moveTo>
                <a:cubicBezTo>
                  <a:pt x="99" y="277"/>
                  <a:pt x="98" y="277"/>
                  <a:pt x="97" y="277"/>
                </a:cubicBezTo>
                <a:cubicBezTo>
                  <a:pt x="84" y="277"/>
                  <a:pt x="84" y="277"/>
                  <a:pt x="84" y="277"/>
                </a:cubicBezTo>
                <a:cubicBezTo>
                  <a:pt x="78" y="277"/>
                  <a:pt x="78" y="277"/>
                  <a:pt x="78" y="277"/>
                </a:cubicBezTo>
                <a:cubicBezTo>
                  <a:pt x="77" y="277"/>
                  <a:pt x="76" y="277"/>
                  <a:pt x="76" y="275"/>
                </a:cubicBezTo>
                <a:cubicBezTo>
                  <a:pt x="76" y="266"/>
                  <a:pt x="76" y="266"/>
                  <a:pt x="76" y="266"/>
                </a:cubicBezTo>
                <a:cubicBezTo>
                  <a:pt x="76" y="265"/>
                  <a:pt x="77" y="264"/>
                  <a:pt x="78" y="264"/>
                </a:cubicBezTo>
                <a:cubicBezTo>
                  <a:pt x="89" y="264"/>
                  <a:pt x="89" y="264"/>
                  <a:pt x="89" y="264"/>
                </a:cubicBezTo>
                <a:cubicBezTo>
                  <a:pt x="97" y="264"/>
                  <a:pt x="97" y="264"/>
                  <a:pt x="97" y="264"/>
                </a:cubicBezTo>
                <a:cubicBezTo>
                  <a:pt x="98" y="264"/>
                  <a:pt x="99" y="265"/>
                  <a:pt x="99" y="266"/>
                </a:cubicBezTo>
                <a:lnTo>
                  <a:pt x="99" y="275"/>
                </a:lnTo>
                <a:close/>
                <a:moveTo>
                  <a:pt x="164" y="256"/>
                </a:moveTo>
                <a:cubicBezTo>
                  <a:pt x="13" y="256"/>
                  <a:pt x="13" y="256"/>
                  <a:pt x="13" y="256"/>
                </a:cubicBezTo>
                <a:cubicBezTo>
                  <a:pt x="13" y="25"/>
                  <a:pt x="13" y="25"/>
                  <a:pt x="13" y="25"/>
                </a:cubicBezTo>
                <a:cubicBezTo>
                  <a:pt x="164" y="25"/>
                  <a:pt x="164" y="25"/>
                  <a:pt x="164" y="25"/>
                </a:cubicBezTo>
                <a:lnTo>
                  <a:pt x="164" y="256"/>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322" name="组合 321"/>
          <p:cNvGrpSpPr/>
          <p:nvPr/>
        </p:nvGrpSpPr>
        <p:grpSpPr>
          <a:xfrm>
            <a:off x="5792494" y="2921807"/>
            <a:ext cx="405937" cy="405937"/>
            <a:chOff x="5214938" y="1931988"/>
            <a:chExt cx="774700" cy="774700"/>
          </a:xfrm>
          <a:solidFill>
            <a:srgbClr val="707E84"/>
          </a:solidFill>
        </p:grpSpPr>
        <p:sp>
          <p:nvSpPr>
            <p:cNvPr id="323" name="Freeform 96"/>
            <p:cNvSpPr>
              <a:spLocks noEditPoints="1"/>
            </p:cNvSpPr>
            <p:nvPr/>
          </p:nvSpPr>
          <p:spPr bwMode="auto">
            <a:xfrm>
              <a:off x="5316538" y="2033588"/>
              <a:ext cx="571500" cy="571500"/>
            </a:xfrm>
            <a:custGeom>
              <a:avLst/>
              <a:gdLst>
                <a:gd name="T0" fmla="*/ 0 w 195"/>
                <a:gd name="T1" fmla="*/ 97 h 195"/>
                <a:gd name="T2" fmla="*/ 82 w 195"/>
                <a:gd name="T3" fmla="*/ 194 h 195"/>
                <a:gd name="T4" fmla="*/ 97 w 195"/>
                <a:gd name="T5" fmla="*/ 195 h 195"/>
                <a:gd name="T6" fmla="*/ 97 w 195"/>
                <a:gd name="T7" fmla="*/ 0 h 195"/>
                <a:gd name="T8" fmla="*/ 133 w 195"/>
                <a:gd name="T9" fmla="*/ 63 h 195"/>
                <a:gd name="T10" fmla="*/ 105 w 195"/>
                <a:gd name="T11" fmla="*/ 90 h 195"/>
                <a:gd name="T12" fmla="*/ 105 w 195"/>
                <a:gd name="T13" fmla="*/ 50 h 195"/>
                <a:gd name="T14" fmla="*/ 127 w 195"/>
                <a:gd name="T15" fmla="*/ 49 h 195"/>
                <a:gd name="T16" fmla="*/ 90 w 195"/>
                <a:gd name="T17" fmla="*/ 17 h 195"/>
                <a:gd name="T18" fmla="*/ 67 w 195"/>
                <a:gd name="T19" fmla="*/ 48 h 195"/>
                <a:gd name="T20" fmla="*/ 90 w 195"/>
                <a:gd name="T21" fmla="*/ 65 h 195"/>
                <a:gd name="T22" fmla="*/ 56 w 195"/>
                <a:gd name="T23" fmla="*/ 90 h 195"/>
                <a:gd name="T24" fmla="*/ 90 w 195"/>
                <a:gd name="T25" fmla="*/ 65 h 195"/>
                <a:gd name="T26" fmla="*/ 14 w 195"/>
                <a:gd name="T27" fmla="*/ 90 h 195"/>
                <a:gd name="T28" fmla="*/ 47 w 195"/>
                <a:gd name="T29" fmla="*/ 59 h 195"/>
                <a:gd name="T30" fmla="*/ 42 w 195"/>
                <a:gd name="T31" fmla="*/ 105 h 195"/>
                <a:gd name="T32" fmla="*/ 28 w 195"/>
                <a:gd name="T33" fmla="*/ 144 h 195"/>
                <a:gd name="T34" fmla="*/ 42 w 195"/>
                <a:gd name="T35" fmla="*/ 105 h 195"/>
                <a:gd name="T36" fmla="*/ 90 w 195"/>
                <a:gd name="T37" fmla="*/ 105 h 195"/>
                <a:gd name="T38" fmla="*/ 63 w 195"/>
                <a:gd name="T39" fmla="*/ 134 h 195"/>
                <a:gd name="T40" fmla="*/ 90 w 195"/>
                <a:gd name="T41" fmla="*/ 147 h 195"/>
                <a:gd name="T42" fmla="*/ 90 w 195"/>
                <a:gd name="T43" fmla="*/ 181 h 195"/>
                <a:gd name="T44" fmla="*/ 90 w 195"/>
                <a:gd name="T45" fmla="*/ 147 h 195"/>
                <a:gd name="T46" fmla="*/ 125 w 195"/>
                <a:gd name="T47" fmla="*/ 148 h 195"/>
                <a:gd name="T48" fmla="*/ 105 w 195"/>
                <a:gd name="T49" fmla="*/ 146 h 195"/>
                <a:gd name="T50" fmla="*/ 105 w 195"/>
                <a:gd name="T51" fmla="*/ 105 h 195"/>
                <a:gd name="T52" fmla="*/ 131 w 195"/>
                <a:gd name="T53" fmla="*/ 134 h 195"/>
                <a:gd name="T54" fmla="*/ 152 w 195"/>
                <a:gd name="T55" fmla="*/ 105 h 195"/>
                <a:gd name="T56" fmla="*/ 167 w 195"/>
                <a:gd name="T57" fmla="*/ 144 h 195"/>
                <a:gd name="T58" fmla="*/ 152 w 195"/>
                <a:gd name="T59" fmla="*/ 105 h 195"/>
                <a:gd name="T60" fmla="*/ 147 w 195"/>
                <a:gd name="T61" fmla="*/ 60 h 195"/>
                <a:gd name="T62" fmla="*/ 181 w 195"/>
                <a:gd name="T63" fmla="*/ 90 h 195"/>
                <a:gd name="T64" fmla="*/ 159 w 195"/>
                <a:gd name="T65" fmla="*/ 41 h 195"/>
                <a:gd name="T66" fmla="*/ 126 w 195"/>
                <a:gd name="T67" fmla="*/ 19 h 195"/>
                <a:gd name="T68" fmla="*/ 69 w 195"/>
                <a:gd name="T69" fmla="*/ 19 h 195"/>
                <a:gd name="T70" fmla="*/ 36 w 195"/>
                <a:gd name="T71" fmla="*/ 40 h 195"/>
                <a:gd name="T72" fmla="*/ 37 w 195"/>
                <a:gd name="T73" fmla="*/ 156 h 195"/>
                <a:gd name="T74" fmla="*/ 67 w 195"/>
                <a:gd name="T75" fmla="*/ 175 h 195"/>
                <a:gd name="T76" fmla="*/ 126 w 195"/>
                <a:gd name="T77" fmla="*/ 176 h 195"/>
                <a:gd name="T78" fmla="*/ 157 w 195"/>
                <a:gd name="T79" fmla="*/ 156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5" h="195">
                  <a:moveTo>
                    <a:pt x="97" y="0"/>
                  </a:moveTo>
                  <a:cubicBezTo>
                    <a:pt x="43" y="0"/>
                    <a:pt x="0" y="43"/>
                    <a:pt x="0" y="97"/>
                  </a:cubicBezTo>
                  <a:cubicBezTo>
                    <a:pt x="0" y="146"/>
                    <a:pt x="35" y="186"/>
                    <a:pt x="81" y="194"/>
                  </a:cubicBezTo>
                  <a:cubicBezTo>
                    <a:pt x="82" y="194"/>
                    <a:pt x="82" y="194"/>
                    <a:pt x="82" y="194"/>
                  </a:cubicBezTo>
                  <a:cubicBezTo>
                    <a:pt x="82" y="194"/>
                    <a:pt x="82" y="194"/>
                    <a:pt x="82" y="194"/>
                  </a:cubicBezTo>
                  <a:cubicBezTo>
                    <a:pt x="87" y="194"/>
                    <a:pt x="92" y="195"/>
                    <a:pt x="97" y="195"/>
                  </a:cubicBezTo>
                  <a:cubicBezTo>
                    <a:pt x="151" y="195"/>
                    <a:pt x="195" y="151"/>
                    <a:pt x="195" y="97"/>
                  </a:cubicBezTo>
                  <a:cubicBezTo>
                    <a:pt x="195" y="43"/>
                    <a:pt x="151" y="0"/>
                    <a:pt x="97" y="0"/>
                  </a:cubicBezTo>
                  <a:close/>
                  <a:moveTo>
                    <a:pt x="105" y="65"/>
                  </a:moveTo>
                  <a:cubicBezTo>
                    <a:pt x="115" y="65"/>
                    <a:pt x="125" y="64"/>
                    <a:pt x="133" y="63"/>
                  </a:cubicBezTo>
                  <a:cubicBezTo>
                    <a:pt x="135" y="71"/>
                    <a:pt x="137" y="80"/>
                    <a:pt x="138" y="90"/>
                  </a:cubicBezTo>
                  <a:cubicBezTo>
                    <a:pt x="105" y="90"/>
                    <a:pt x="105" y="90"/>
                    <a:pt x="105" y="90"/>
                  </a:cubicBezTo>
                  <a:lnTo>
                    <a:pt x="105" y="65"/>
                  </a:lnTo>
                  <a:close/>
                  <a:moveTo>
                    <a:pt x="105" y="50"/>
                  </a:moveTo>
                  <a:cubicBezTo>
                    <a:pt x="105" y="17"/>
                    <a:pt x="105" y="17"/>
                    <a:pt x="105" y="17"/>
                  </a:cubicBezTo>
                  <a:cubicBezTo>
                    <a:pt x="109" y="21"/>
                    <a:pt x="119" y="32"/>
                    <a:pt x="127" y="49"/>
                  </a:cubicBezTo>
                  <a:cubicBezTo>
                    <a:pt x="121" y="50"/>
                    <a:pt x="113" y="50"/>
                    <a:pt x="105" y="50"/>
                  </a:cubicBezTo>
                  <a:close/>
                  <a:moveTo>
                    <a:pt x="90" y="17"/>
                  </a:moveTo>
                  <a:cubicBezTo>
                    <a:pt x="90" y="50"/>
                    <a:pt x="90" y="50"/>
                    <a:pt x="90" y="50"/>
                  </a:cubicBezTo>
                  <a:cubicBezTo>
                    <a:pt x="82" y="50"/>
                    <a:pt x="74" y="49"/>
                    <a:pt x="67" y="48"/>
                  </a:cubicBezTo>
                  <a:cubicBezTo>
                    <a:pt x="76" y="31"/>
                    <a:pt x="86" y="21"/>
                    <a:pt x="90" y="17"/>
                  </a:cubicBezTo>
                  <a:close/>
                  <a:moveTo>
                    <a:pt x="90" y="65"/>
                  </a:moveTo>
                  <a:cubicBezTo>
                    <a:pt x="90" y="90"/>
                    <a:pt x="90" y="90"/>
                    <a:pt x="90" y="90"/>
                  </a:cubicBezTo>
                  <a:cubicBezTo>
                    <a:pt x="56" y="90"/>
                    <a:pt x="56" y="90"/>
                    <a:pt x="56" y="90"/>
                  </a:cubicBezTo>
                  <a:cubicBezTo>
                    <a:pt x="57" y="80"/>
                    <a:pt x="59" y="70"/>
                    <a:pt x="62" y="62"/>
                  </a:cubicBezTo>
                  <a:cubicBezTo>
                    <a:pt x="70" y="63"/>
                    <a:pt x="79" y="65"/>
                    <a:pt x="90" y="65"/>
                  </a:cubicBezTo>
                  <a:close/>
                  <a:moveTo>
                    <a:pt x="41" y="90"/>
                  </a:moveTo>
                  <a:cubicBezTo>
                    <a:pt x="14" y="90"/>
                    <a:pt x="14" y="90"/>
                    <a:pt x="14" y="90"/>
                  </a:cubicBezTo>
                  <a:cubicBezTo>
                    <a:pt x="15" y="76"/>
                    <a:pt x="20" y="63"/>
                    <a:pt x="27" y="52"/>
                  </a:cubicBezTo>
                  <a:cubicBezTo>
                    <a:pt x="29" y="53"/>
                    <a:pt x="36" y="56"/>
                    <a:pt x="47" y="59"/>
                  </a:cubicBezTo>
                  <a:cubicBezTo>
                    <a:pt x="44" y="68"/>
                    <a:pt x="42" y="78"/>
                    <a:pt x="41" y="90"/>
                  </a:cubicBezTo>
                  <a:close/>
                  <a:moveTo>
                    <a:pt x="42" y="105"/>
                  </a:moveTo>
                  <a:cubicBezTo>
                    <a:pt x="42" y="114"/>
                    <a:pt x="44" y="125"/>
                    <a:pt x="48" y="137"/>
                  </a:cubicBezTo>
                  <a:cubicBezTo>
                    <a:pt x="39" y="140"/>
                    <a:pt x="31" y="142"/>
                    <a:pt x="28" y="144"/>
                  </a:cubicBezTo>
                  <a:cubicBezTo>
                    <a:pt x="20" y="132"/>
                    <a:pt x="15" y="119"/>
                    <a:pt x="14" y="105"/>
                  </a:cubicBezTo>
                  <a:lnTo>
                    <a:pt x="42" y="105"/>
                  </a:lnTo>
                  <a:close/>
                  <a:moveTo>
                    <a:pt x="56" y="105"/>
                  </a:moveTo>
                  <a:cubicBezTo>
                    <a:pt x="90" y="105"/>
                    <a:pt x="90" y="105"/>
                    <a:pt x="90" y="105"/>
                  </a:cubicBezTo>
                  <a:cubicBezTo>
                    <a:pt x="90" y="132"/>
                    <a:pt x="90" y="132"/>
                    <a:pt x="90" y="132"/>
                  </a:cubicBezTo>
                  <a:cubicBezTo>
                    <a:pt x="80" y="132"/>
                    <a:pt x="71" y="133"/>
                    <a:pt x="63" y="134"/>
                  </a:cubicBezTo>
                  <a:cubicBezTo>
                    <a:pt x="59" y="124"/>
                    <a:pt x="57" y="113"/>
                    <a:pt x="56" y="105"/>
                  </a:cubicBezTo>
                  <a:close/>
                  <a:moveTo>
                    <a:pt x="90" y="147"/>
                  </a:moveTo>
                  <a:cubicBezTo>
                    <a:pt x="90" y="181"/>
                    <a:pt x="90" y="181"/>
                    <a:pt x="90" y="181"/>
                  </a:cubicBezTo>
                  <a:cubicBezTo>
                    <a:pt x="90" y="181"/>
                    <a:pt x="90" y="181"/>
                    <a:pt x="90" y="181"/>
                  </a:cubicBezTo>
                  <a:cubicBezTo>
                    <a:pt x="81" y="170"/>
                    <a:pt x="74" y="159"/>
                    <a:pt x="69" y="148"/>
                  </a:cubicBezTo>
                  <a:cubicBezTo>
                    <a:pt x="75" y="148"/>
                    <a:pt x="82" y="147"/>
                    <a:pt x="90" y="147"/>
                  </a:cubicBezTo>
                  <a:close/>
                  <a:moveTo>
                    <a:pt x="105" y="146"/>
                  </a:moveTo>
                  <a:cubicBezTo>
                    <a:pt x="112" y="147"/>
                    <a:pt x="119" y="147"/>
                    <a:pt x="125" y="148"/>
                  </a:cubicBezTo>
                  <a:cubicBezTo>
                    <a:pt x="120" y="158"/>
                    <a:pt x="113" y="169"/>
                    <a:pt x="105" y="179"/>
                  </a:cubicBezTo>
                  <a:lnTo>
                    <a:pt x="105" y="146"/>
                  </a:lnTo>
                  <a:close/>
                  <a:moveTo>
                    <a:pt x="105" y="132"/>
                  </a:moveTo>
                  <a:cubicBezTo>
                    <a:pt x="105" y="105"/>
                    <a:pt x="105" y="105"/>
                    <a:pt x="105" y="105"/>
                  </a:cubicBezTo>
                  <a:cubicBezTo>
                    <a:pt x="138" y="105"/>
                    <a:pt x="138" y="105"/>
                    <a:pt x="138" y="105"/>
                  </a:cubicBezTo>
                  <a:cubicBezTo>
                    <a:pt x="137" y="113"/>
                    <a:pt x="135" y="123"/>
                    <a:pt x="131" y="134"/>
                  </a:cubicBezTo>
                  <a:cubicBezTo>
                    <a:pt x="123" y="133"/>
                    <a:pt x="115" y="132"/>
                    <a:pt x="105" y="132"/>
                  </a:cubicBezTo>
                  <a:close/>
                  <a:moveTo>
                    <a:pt x="152" y="105"/>
                  </a:moveTo>
                  <a:cubicBezTo>
                    <a:pt x="181" y="105"/>
                    <a:pt x="181" y="105"/>
                    <a:pt x="181" y="105"/>
                  </a:cubicBezTo>
                  <a:cubicBezTo>
                    <a:pt x="179" y="119"/>
                    <a:pt x="174" y="132"/>
                    <a:pt x="167" y="144"/>
                  </a:cubicBezTo>
                  <a:cubicBezTo>
                    <a:pt x="163" y="142"/>
                    <a:pt x="156" y="139"/>
                    <a:pt x="145" y="137"/>
                  </a:cubicBezTo>
                  <a:cubicBezTo>
                    <a:pt x="149" y="125"/>
                    <a:pt x="151" y="114"/>
                    <a:pt x="152" y="105"/>
                  </a:cubicBezTo>
                  <a:close/>
                  <a:moveTo>
                    <a:pt x="152" y="90"/>
                  </a:moveTo>
                  <a:cubicBezTo>
                    <a:pt x="152" y="79"/>
                    <a:pt x="150" y="69"/>
                    <a:pt x="147" y="60"/>
                  </a:cubicBezTo>
                  <a:cubicBezTo>
                    <a:pt x="158" y="58"/>
                    <a:pt x="165" y="55"/>
                    <a:pt x="168" y="53"/>
                  </a:cubicBezTo>
                  <a:cubicBezTo>
                    <a:pt x="175" y="64"/>
                    <a:pt x="179" y="76"/>
                    <a:pt x="181" y="90"/>
                  </a:cubicBezTo>
                  <a:lnTo>
                    <a:pt x="152" y="90"/>
                  </a:lnTo>
                  <a:close/>
                  <a:moveTo>
                    <a:pt x="159" y="41"/>
                  </a:moveTo>
                  <a:cubicBezTo>
                    <a:pt x="156" y="42"/>
                    <a:pt x="150" y="44"/>
                    <a:pt x="142" y="46"/>
                  </a:cubicBezTo>
                  <a:cubicBezTo>
                    <a:pt x="137" y="35"/>
                    <a:pt x="131" y="25"/>
                    <a:pt x="126" y="19"/>
                  </a:cubicBezTo>
                  <a:cubicBezTo>
                    <a:pt x="139" y="23"/>
                    <a:pt x="150" y="31"/>
                    <a:pt x="159" y="41"/>
                  </a:cubicBezTo>
                  <a:close/>
                  <a:moveTo>
                    <a:pt x="69" y="19"/>
                  </a:moveTo>
                  <a:cubicBezTo>
                    <a:pt x="63" y="25"/>
                    <a:pt x="57" y="34"/>
                    <a:pt x="52" y="45"/>
                  </a:cubicBezTo>
                  <a:cubicBezTo>
                    <a:pt x="45" y="43"/>
                    <a:pt x="40" y="41"/>
                    <a:pt x="36" y="40"/>
                  </a:cubicBezTo>
                  <a:cubicBezTo>
                    <a:pt x="45" y="30"/>
                    <a:pt x="56" y="23"/>
                    <a:pt x="69" y="19"/>
                  </a:cubicBezTo>
                  <a:close/>
                  <a:moveTo>
                    <a:pt x="37" y="156"/>
                  </a:moveTo>
                  <a:cubicBezTo>
                    <a:pt x="41" y="155"/>
                    <a:pt x="47" y="153"/>
                    <a:pt x="54" y="151"/>
                  </a:cubicBezTo>
                  <a:cubicBezTo>
                    <a:pt x="57" y="159"/>
                    <a:pt x="62" y="167"/>
                    <a:pt x="67" y="175"/>
                  </a:cubicBezTo>
                  <a:cubicBezTo>
                    <a:pt x="56" y="171"/>
                    <a:pt x="46" y="164"/>
                    <a:pt x="37" y="156"/>
                  </a:cubicBezTo>
                  <a:close/>
                  <a:moveTo>
                    <a:pt x="126" y="176"/>
                  </a:moveTo>
                  <a:cubicBezTo>
                    <a:pt x="132" y="168"/>
                    <a:pt x="136" y="159"/>
                    <a:pt x="140" y="150"/>
                  </a:cubicBezTo>
                  <a:cubicBezTo>
                    <a:pt x="148" y="152"/>
                    <a:pt x="153" y="154"/>
                    <a:pt x="157" y="156"/>
                  </a:cubicBezTo>
                  <a:cubicBezTo>
                    <a:pt x="148" y="165"/>
                    <a:pt x="138" y="172"/>
                    <a:pt x="126" y="1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 name="Freeform 97"/>
            <p:cNvSpPr>
              <a:spLocks noEditPoints="1"/>
            </p:cNvSpPr>
            <p:nvPr/>
          </p:nvSpPr>
          <p:spPr bwMode="auto">
            <a:xfrm>
              <a:off x="5214938" y="1931988"/>
              <a:ext cx="774700" cy="774700"/>
            </a:xfrm>
            <a:custGeom>
              <a:avLst/>
              <a:gdLst>
                <a:gd name="T0" fmla="*/ 132 w 265"/>
                <a:gd name="T1" fmla="*/ 265 h 265"/>
                <a:gd name="T2" fmla="*/ 0 w 265"/>
                <a:gd name="T3" fmla="*/ 132 h 265"/>
                <a:gd name="T4" fmla="*/ 132 w 265"/>
                <a:gd name="T5" fmla="*/ 0 h 265"/>
                <a:gd name="T6" fmla="*/ 265 w 265"/>
                <a:gd name="T7" fmla="*/ 132 h 265"/>
                <a:gd name="T8" fmla="*/ 132 w 265"/>
                <a:gd name="T9" fmla="*/ 265 h 265"/>
                <a:gd name="T10" fmla="*/ 132 w 265"/>
                <a:gd name="T11" fmla="*/ 15 h 265"/>
                <a:gd name="T12" fmla="*/ 15 w 265"/>
                <a:gd name="T13" fmla="*/ 132 h 265"/>
                <a:gd name="T14" fmla="*/ 132 w 265"/>
                <a:gd name="T15" fmla="*/ 249 h 265"/>
                <a:gd name="T16" fmla="*/ 249 w 265"/>
                <a:gd name="T17" fmla="*/ 132 h 265"/>
                <a:gd name="T18" fmla="*/ 132 w 265"/>
                <a:gd name="T19" fmla="*/ 15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5" h="265">
                  <a:moveTo>
                    <a:pt x="132" y="265"/>
                  </a:moveTo>
                  <a:cubicBezTo>
                    <a:pt x="59" y="265"/>
                    <a:pt x="0" y="205"/>
                    <a:pt x="0" y="132"/>
                  </a:cubicBezTo>
                  <a:cubicBezTo>
                    <a:pt x="0" y="59"/>
                    <a:pt x="59" y="0"/>
                    <a:pt x="132" y="0"/>
                  </a:cubicBezTo>
                  <a:cubicBezTo>
                    <a:pt x="205" y="0"/>
                    <a:pt x="265" y="59"/>
                    <a:pt x="265" y="132"/>
                  </a:cubicBezTo>
                  <a:cubicBezTo>
                    <a:pt x="265" y="205"/>
                    <a:pt x="205" y="265"/>
                    <a:pt x="132" y="265"/>
                  </a:cubicBezTo>
                  <a:close/>
                  <a:moveTo>
                    <a:pt x="132" y="15"/>
                  </a:moveTo>
                  <a:cubicBezTo>
                    <a:pt x="68" y="15"/>
                    <a:pt x="15" y="68"/>
                    <a:pt x="15" y="132"/>
                  </a:cubicBezTo>
                  <a:cubicBezTo>
                    <a:pt x="15" y="197"/>
                    <a:pt x="68" y="249"/>
                    <a:pt x="132" y="249"/>
                  </a:cubicBezTo>
                  <a:cubicBezTo>
                    <a:pt x="197" y="249"/>
                    <a:pt x="249" y="197"/>
                    <a:pt x="249" y="132"/>
                  </a:cubicBezTo>
                  <a:cubicBezTo>
                    <a:pt x="249" y="68"/>
                    <a:pt x="197" y="15"/>
                    <a:pt x="132"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25" name="组合 324"/>
          <p:cNvGrpSpPr/>
          <p:nvPr/>
        </p:nvGrpSpPr>
        <p:grpSpPr>
          <a:xfrm>
            <a:off x="5869023" y="3897254"/>
            <a:ext cx="300294" cy="381814"/>
            <a:chOff x="5346701" y="4424363"/>
            <a:chExt cx="573088" cy="728663"/>
          </a:xfrm>
          <a:solidFill>
            <a:srgbClr val="707E84"/>
          </a:solidFill>
        </p:grpSpPr>
        <p:sp>
          <p:nvSpPr>
            <p:cNvPr id="326" name="Freeform 98"/>
            <p:cNvSpPr>
              <a:spLocks/>
            </p:cNvSpPr>
            <p:nvPr/>
          </p:nvSpPr>
          <p:spPr bwMode="auto">
            <a:xfrm>
              <a:off x="5472113" y="4424363"/>
              <a:ext cx="312738" cy="388938"/>
            </a:xfrm>
            <a:custGeom>
              <a:avLst/>
              <a:gdLst>
                <a:gd name="T0" fmla="*/ 100 w 107"/>
                <a:gd name="T1" fmla="*/ 52 h 133"/>
                <a:gd name="T2" fmla="*/ 100 w 107"/>
                <a:gd name="T3" fmla="*/ 44 h 133"/>
                <a:gd name="T4" fmla="*/ 55 w 107"/>
                <a:gd name="T5" fmla="*/ 0 h 133"/>
                <a:gd name="T6" fmla="*/ 53 w 107"/>
                <a:gd name="T7" fmla="*/ 0 h 133"/>
                <a:gd name="T8" fmla="*/ 7 w 107"/>
                <a:gd name="T9" fmla="*/ 44 h 133"/>
                <a:gd name="T10" fmla="*/ 7 w 107"/>
                <a:gd name="T11" fmla="*/ 52 h 133"/>
                <a:gd name="T12" fmla="*/ 0 w 107"/>
                <a:gd name="T13" fmla="*/ 59 h 133"/>
                <a:gd name="T14" fmla="*/ 0 w 107"/>
                <a:gd name="T15" fmla="*/ 76 h 133"/>
                <a:gd name="T16" fmla="*/ 7 w 107"/>
                <a:gd name="T17" fmla="*/ 82 h 133"/>
                <a:gd name="T18" fmla="*/ 7 w 107"/>
                <a:gd name="T19" fmla="*/ 82 h 133"/>
                <a:gd name="T20" fmla="*/ 53 w 107"/>
                <a:gd name="T21" fmla="*/ 133 h 133"/>
                <a:gd name="T22" fmla="*/ 55 w 107"/>
                <a:gd name="T23" fmla="*/ 133 h 133"/>
                <a:gd name="T24" fmla="*/ 100 w 107"/>
                <a:gd name="T25" fmla="*/ 82 h 133"/>
                <a:gd name="T26" fmla="*/ 100 w 107"/>
                <a:gd name="T27" fmla="*/ 82 h 133"/>
                <a:gd name="T28" fmla="*/ 107 w 107"/>
                <a:gd name="T29" fmla="*/ 76 h 133"/>
                <a:gd name="T30" fmla="*/ 107 w 107"/>
                <a:gd name="T31" fmla="*/ 59 h 133"/>
                <a:gd name="T32" fmla="*/ 100 w 107"/>
                <a:gd name="T33" fmla="*/ 5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7" h="133">
                  <a:moveTo>
                    <a:pt x="100" y="52"/>
                  </a:moveTo>
                  <a:cubicBezTo>
                    <a:pt x="100" y="48"/>
                    <a:pt x="100" y="45"/>
                    <a:pt x="100" y="44"/>
                  </a:cubicBezTo>
                  <a:cubicBezTo>
                    <a:pt x="100" y="28"/>
                    <a:pt x="89" y="0"/>
                    <a:pt x="55" y="0"/>
                  </a:cubicBezTo>
                  <a:cubicBezTo>
                    <a:pt x="53" y="0"/>
                    <a:pt x="53" y="0"/>
                    <a:pt x="53" y="0"/>
                  </a:cubicBezTo>
                  <a:cubicBezTo>
                    <a:pt x="16" y="0"/>
                    <a:pt x="7" y="28"/>
                    <a:pt x="7" y="44"/>
                  </a:cubicBezTo>
                  <a:cubicBezTo>
                    <a:pt x="7" y="45"/>
                    <a:pt x="7" y="48"/>
                    <a:pt x="7" y="52"/>
                  </a:cubicBezTo>
                  <a:cubicBezTo>
                    <a:pt x="3" y="52"/>
                    <a:pt x="0" y="55"/>
                    <a:pt x="0" y="59"/>
                  </a:cubicBezTo>
                  <a:cubicBezTo>
                    <a:pt x="0" y="76"/>
                    <a:pt x="0" y="76"/>
                    <a:pt x="0" y="76"/>
                  </a:cubicBezTo>
                  <a:cubicBezTo>
                    <a:pt x="0" y="79"/>
                    <a:pt x="3" y="82"/>
                    <a:pt x="7" y="82"/>
                  </a:cubicBezTo>
                  <a:cubicBezTo>
                    <a:pt x="7" y="82"/>
                    <a:pt x="7" y="82"/>
                    <a:pt x="7" y="82"/>
                  </a:cubicBezTo>
                  <a:cubicBezTo>
                    <a:pt x="10" y="106"/>
                    <a:pt x="38" y="133"/>
                    <a:pt x="53" y="133"/>
                  </a:cubicBezTo>
                  <a:cubicBezTo>
                    <a:pt x="55" y="133"/>
                    <a:pt x="55" y="133"/>
                    <a:pt x="55" y="133"/>
                  </a:cubicBezTo>
                  <a:cubicBezTo>
                    <a:pt x="70" y="133"/>
                    <a:pt x="97" y="106"/>
                    <a:pt x="100" y="82"/>
                  </a:cubicBezTo>
                  <a:cubicBezTo>
                    <a:pt x="100" y="82"/>
                    <a:pt x="100" y="82"/>
                    <a:pt x="100" y="82"/>
                  </a:cubicBezTo>
                  <a:cubicBezTo>
                    <a:pt x="104" y="82"/>
                    <a:pt x="107" y="79"/>
                    <a:pt x="107" y="76"/>
                  </a:cubicBezTo>
                  <a:cubicBezTo>
                    <a:pt x="107" y="59"/>
                    <a:pt x="107" y="59"/>
                    <a:pt x="107" y="59"/>
                  </a:cubicBezTo>
                  <a:cubicBezTo>
                    <a:pt x="107" y="55"/>
                    <a:pt x="104" y="52"/>
                    <a:pt x="100"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 name="Freeform 99"/>
            <p:cNvSpPr>
              <a:spLocks/>
            </p:cNvSpPr>
            <p:nvPr/>
          </p:nvSpPr>
          <p:spPr bwMode="auto">
            <a:xfrm>
              <a:off x="5346701" y="4851401"/>
              <a:ext cx="285750" cy="301625"/>
            </a:xfrm>
            <a:custGeom>
              <a:avLst/>
              <a:gdLst>
                <a:gd name="T0" fmla="*/ 51 w 98"/>
                <a:gd name="T1" fmla="*/ 0 h 103"/>
                <a:gd name="T2" fmla="*/ 0 w 98"/>
                <a:gd name="T3" fmla="*/ 51 h 103"/>
                <a:gd name="T4" fmla="*/ 0 w 98"/>
                <a:gd name="T5" fmla="*/ 103 h 103"/>
                <a:gd name="T6" fmla="*/ 98 w 98"/>
                <a:gd name="T7" fmla="*/ 103 h 103"/>
                <a:gd name="T8" fmla="*/ 53 w 98"/>
                <a:gd name="T9" fmla="*/ 0 h 103"/>
                <a:gd name="T10" fmla="*/ 51 w 98"/>
                <a:gd name="T11" fmla="*/ 0 h 103"/>
              </a:gdLst>
              <a:ahLst/>
              <a:cxnLst>
                <a:cxn ang="0">
                  <a:pos x="T0" y="T1"/>
                </a:cxn>
                <a:cxn ang="0">
                  <a:pos x="T2" y="T3"/>
                </a:cxn>
                <a:cxn ang="0">
                  <a:pos x="T4" y="T5"/>
                </a:cxn>
                <a:cxn ang="0">
                  <a:pos x="T6" y="T7"/>
                </a:cxn>
                <a:cxn ang="0">
                  <a:pos x="T8" y="T9"/>
                </a:cxn>
                <a:cxn ang="0">
                  <a:pos x="T10" y="T11"/>
                </a:cxn>
              </a:cxnLst>
              <a:rect l="0" t="0" r="r" b="b"/>
              <a:pathLst>
                <a:path w="98" h="103">
                  <a:moveTo>
                    <a:pt x="51" y="0"/>
                  </a:moveTo>
                  <a:cubicBezTo>
                    <a:pt x="23" y="0"/>
                    <a:pt x="0" y="23"/>
                    <a:pt x="0" y="51"/>
                  </a:cubicBezTo>
                  <a:cubicBezTo>
                    <a:pt x="0" y="103"/>
                    <a:pt x="0" y="103"/>
                    <a:pt x="0" y="103"/>
                  </a:cubicBezTo>
                  <a:cubicBezTo>
                    <a:pt x="98" y="103"/>
                    <a:pt x="98" y="103"/>
                    <a:pt x="98" y="103"/>
                  </a:cubicBezTo>
                  <a:cubicBezTo>
                    <a:pt x="53" y="0"/>
                    <a:pt x="53" y="0"/>
                    <a:pt x="53" y="0"/>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 name="Freeform 100"/>
            <p:cNvSpPr>
              <a:spLocks/>
            </p:cNvSpPr>
            <p:nvPr/>
          </p:nvSpPr>
          <p:spPr bwMode="auto">
            <a:xfrm>
              <a:off x="5632451" y="4851401"/>
              <a:ext cx="287338" cy="301625"/>
            </a:xfrm>
            <a:custGeom>
              <a:avLst/>
              <a:gdLst>
                <a:gd name="T0" fmla="*/ 47 w 98"/>
                <a:gd name="T1" fmla="*/ 0 h 103"/>
                <a:gd name="T2" fmla="*/ 42 w 98"/>
                <a:gd name="T3" fmla="*/ 0 h 103"/>
                <a:gd name="T4" fmla="*/ 0 w 98"/>
                <a:gd name="T5" fmla="*/ 103 h 103"/>
                <a:gd name="T6" fmla="*/ 98 w 98"/>
                <a:gd name="T7" fmla="*/ 103 h 103"/>
                <a:gd name="T8" fmla="*/ 98 w 98"/>
                <a:gd name="T9" fmla="*/ 51 h 103"/>
                <a:gd name="T10" fmla="*/ 47 w 98"/>
                <a:gd name="T11" fmla="*/ 0 h 103"/>
              </a:gdLst>
              <a:ahLst/>
              <a:cxnLst>
                <a:cxn ang="0">
                  <a:pos x="T0" y="T1"/>
                </a:cxn>
                <a:cxn ang="0">
                  <a:pos x="T2" y="T3"/>
                </a:cxn>
                <a:cxn ang="0">
                  <a:pos x="T4" y="T5"/>
                </a:cxn>
                <a:cxn ang="0">
                  <a:pos x="T6" y="T7"/>
                </a:cxn>
                <a:cxn ang="0">
                  <a:pos x="T8" y="T9"/>
                </a:cxn>
                <a:cxn ang="0">
                  <a:pos x="T10" y="T11"/>
                </a:cxn>
              </a:cxnLst>
              <a:rect l="0" t="0" r="r" b="b"/>
              <a:pathLst>
                <a:path w="98" h="103">
                  <a:moveTo>
                    <a:pt x="47" y="0"/>
                  </a:moveTo>
                  <a:cubicBezTo>
                    <a:pt x="42" y="0"/>
                    <a:pt x="42" y="0"/>
                    <a:pt x="42" y="0"/>
                  </a:cubicBezTo>
                  <a:cubicBezTo>
                    <a:pt x="0" y="103"/>
                    <a:pt x="0" y="103"/>
                    <a:pt x="0" y="103"/>
                  </a:cubicBezTo>
                  <a:cubicBezTo>
                    <a:pt x="98" y="103"/>
                    <a:pt x="98" y="103"/>
                    <a:pt x="98" y="103"/>
                  </a:cubicBezTo>
                  <a:cubicBezTo>
                    <a:pt x="98" y="51"/>
                    <a:pt x="98" y="51"/>
                    <a:pt x="98" y="51"/>
                  </a:cubicBezTo>
                  <a:cubicBezTo>
                    <a:pt x="98" y="23"/>
                    <a:pt x="75" y="0"/>
                    <a:pt x="4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 name="Freeform 101"/>
            <p:cNvSpPr>
              <a:spLocks/>
            </p:cNvSpPr>
            <p:nvPr/>
          </p:nvSpPr>
          <p:spPr bwMode="auto">
            <a:xfrm>
              <a:off x="5554663" y="4822826"/>
              <a:ext cx="76200" cy="87313"/>
            </a:xfrm>
            <a:custGeom>
              <a:avLst/>
              <a:gdLst>
                <a:gd name="T0" fmla="*/ 48 w 48"/>
                <a:gd name="T1" fmla="*/ 28 h 55"/>
                <a:gd name="T2" fmla="*/ 0 w 48"/>
                <a:gd name="T3" fmla="*/ 0 h 55"/>
                <a:gd name="T4" fmla="*/ 0 w 48"/>
                <a:gd name="T5" fmla="*/ 55 h 55"/>
                <a:gd name="T6" fmla="*/ 48 w 48"/>
                <a:gd name="T7" fmla="*/ 28 h 55"/>
              </a:gdLst>
              <a:ahLst/>
              <a:cxnLst>
                <a:cxn ang="0">
                  <a:pos x="T0" y="T1"/>
                </a:cxn>
                <a:cxn ang="0">
                  <a:pos x="T2" y="T3"/>
                </a:cxn>
                <a:cxn ang="0">
                  <a:pos x="T4" y="T5"/>
                </a:cxn>
                <a:cxn ang="0">
                  <a:pos x="T6" y="T7"/>
                </a:cxn>
              </a:cxnLst>
              <a:rect l="0" t="0" r="r" b="b"/>
              <a:pathLst>
                <a:path w="48" h="55">
                  <a:moveTo>
                    <a:pt x="48" y="28"/>
                  </a:moveTo>
                  <a:lnTo>
                    <a:pt x="0" y="0"/>
                  </a:lnTo>
                  <a:lnTo>
                    <a:pt x="0" y="55"/>
                  </a:lnTo>
                  <a:lnTo>
                    <a:pt x="48"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 name="Freeform 102"/>
            <p:cNvSpPr>
              <a:spLocks/>
            </p:cNvSpPr>
            <p:nvPr/>
          </p:nvSpPr>
          <p:spPr bwMode="auto">
            <a:xfrm>
              <a:off x="5630863" y="4822826"/>
              <a:ext cx="74613" cy="87313"/>
            </a:xfrm>
            <a:custGeom>
              <a:avLst/>
              <a:gdLst>
                <a:gd name="T0" fmla="*/ 0 w 47"/>
                <a:gd name="T1" fmla="*/ 28 h 55"/>
                <a:gd name="T2" fmla="*/ 47 w 47"/>
                <a:gd name="T3" fmla="*/ 0 h 55"/>
                <a:gd name="T4" fmla="*/ 47 w 47"/>
                <a:gd name="T5" fmla="*/ 55 h 55"/>
                <a:gd name="T6" fmla="*/ 0 w 47"/>
                <a:gd name="T7" fmla="*/ 28 h 55"/>
              </a:gdLst>
              <a:ahLst/>
              <a:cxnLst>
                <a:cxn ang="0">
                  <a:pos x="T0" y="T1"/>
                </a:cxn>
                <a:cxn ang="0">
                  <a:pos x="T2" y="T3"/>
                </a:cxn>
                <a:cxn ang="0">
                  <a:pos x="T4" y="T5"/>
                </a:cxn>
                <a:cxn ang="0">
                  <a:pos x="T6" y="T7"/>
                </a:cxn>
              </a:cxnLst>
              <a:rect l="0" t="0" r="r" b="b"/>
              <a:pathLst>
                <a:path w="47" h="55">
                  <a:moveTo>
                    <a:pt x="0" y="28"/>
                  </a:moveTo>
                  <a:lnTo>
                    <a:pt x="47" y="0"/>
                  </a:lnTo>
                  <a:lnTo>
                    <a:pt x="47" y="55"/>
                  </a:lnTo>
                  <a:lnTo>
                    <a:pt x="0"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 name="Oval 103"/>
            <p:cNvSpPr>
              <a:spLocks noChangeArrowheads="1"/>
            </p:cNvSpPr>
            <p:nvPr/>
          </p:nvSpPr>
          <p:spPr bwMode="auto">
            <a:xfrm>
              <a:off x="5603876" y="4843463"/>
              <a:ext cx="49213" cy="492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32" name="组合 331"/>
          <p:cNvGrpSpPr/>
          <p:nvPr/>
        </p:nvGrpSpPr>
        <p:grpSpPr>
          <a:xfrm>
            <a:off x="6145817" y="2411623"/>
            <a:ext cx="372664" cy="412592"/>
            <a:chOff x="5346701" y="476251"/>
            <a:chExt cx="711200" cy="787400"/>
          </a:xfrm>
          <a:solidFill>
            <a:srgbClr val="707E84"/>
          </a:solidFill>
        </p:grpSpPr>
        <p:sp>
          <p:nvSpPr>
            <p:cNvPr id="333" name="Freeform 104"/>
            <p:cNvSpPr>
              <a:spLocks/>
            </p:cNvSpPr>
            <p:nvPr/>
          </p:nvSpPr>
          <p:spPr bwMode="auto">
            <a:xfrm>
              <a:off x="5659438" y="614363"/>
              <a:ext cx="263525" cy="263525"/>
            </a:xfrm>
            <a:custGeom>
              <a:avLst/>
              <a:gdLst>
                <a:gd name="T0" fmla="*/ 0 w 90"/>
                <a:gd name="T1" fmla="*/ 0 h 90"/>
                <a:gd name="T2" fmla="*/ 0 w 90"/>
                <a:gd name="T3" fmla="*/ 21 h 90"/>
                <a:gd name="T4" fmla="*/ 69 w 90"/>
                <a:gd name="T5" fmla="*/ 90 h 90"/>
                <a:gd name="T6" fmla="*/ 90 w 90"/>
                <a:gd name="T7" fmla="*/ 90 h 90"/>
                <a:gd name="T8" fmla="*/ 0 w 90"/>
                <a:gd name="T9" fmla="*/ 0 h 90"/>
              </a:gdLst>
              <a:ahLst/>
              <a:cxnLst>
                <a:cxn ang="0">
                  <a:pos x="T0" y="T1"/>
                </a:cxn>
                <a:cxn ang="0">
                  <a:pos x="T2" y="T3"/>
                </a:cxn>
                <a:cxn ang="0">
                  <a:pos x="T4" y="T5"/>
                </a:cxn>
                <a:cxn ang="0">
                  <a:pos x="T6" y="T7"/>
                </a:cxn>
                <a:cxn ang="0">
                  <a:pos x="T8" y="T9"/>
                </a:cxn>
              </a:cxnLst>
              <a:rect l="0" t="0" r="r" b="b"/>
              <a:pathLst>
                <a:path w="90" h="90">
                  <a:moveTo>
                    <a:pt x="0" y="0"/>
                  </a:moveTo>
                  <a:cubicBezTo>
                    <a:pt x="0" y="21"/>
                    <a:pt x="0" y="21"/>
                    <a:pt x="0" y="21"/>
                  </a:cubicBezTo>
                  <a:cubicBezTo>
                    <a:pt x="38" y="21"/>
                    <a:pt x="69" y="52"/>
                    <a:pt x="69" y="90"/>
                  </a:cubicBezTo>
                  <a:cubicBezTo>
                    <a:pt x="90" y="90"/>
                    <a:pt x="90" y="90"/>
                    <a:pt x="90" y="90"/>
                  </a:cubicBezTo>
                  <a:cubicBezTo>
                    <a:pt x="90" y="40"/>
                    <a:pt x="49"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105"/>
            <p:cNvSpPr>
              <a:spLocks/>
            </p:cNvSpPr>
            <p:nvPr/>
          </p:nvSpPr>
          <p:spPr bwMode="auto">
            <a:xfrm>
              <a:off x="5659438" y="476251"/>
              <a:ext cx="398463" cy="401638"/>
            </a:xfrm>
            <a:custGeom>
              <a:avLst/>
              <a:gdLst>
                <a:gd name="T0" fmla="*/ 0 w 136"/>
                <a:gd name="T1" fmla="*/ 0 h 137"/>
                <a:gd name="T2" fmla="*/ 0 w 136"/>
                <a:gd name="T3" fmla="*/ 21 h 137"/>
                <a:gd name="T4" fmla="*/ 116 w 136"/>
                <a:gd name="T5" fmla="*/ 137 h 137"/>
                <a:gd name="T6" fmla="*/ 136 w 136"/>
                <a:gd name="T7" fmla="*/ 137 h 137"/>
                <a:gd name="T8" fmla="*/ 0 w 136"/>
                <a:gd name="T9" fmla="*/ 0 h 137"/>
              </a:gdLst>
              <a:ahLst/>
              <a:cxnLst>
                <a:cxn ang="0">
                  <a:pos x="T0" y="T1"/>
                </a:cxn>
                <a:cxn ang="0">
                  <a:pos x="T2" y="T3"/>
                </a:cxn>
                <a:cxn ang="0">
                  <a:pos x="T4" y="T5"/>
                </a:cxn>
                <a:cxn ang="0">
                  <a:pos x="T6" y="T7"/>
                </a:cxn>
                <a:cxn ang="0">
                  <a:pos x="T8" y="T9"/>
                </a:cxn>
              </a:cxnLst>
              <a:rect l="0" t="0" r="r" b="b"/>
              <a:pathLst>
                <a:path w="136" h="137">
                  <a:moveTo>
                    <a:pt x="0" y="0"/>
                  </a:moveTo>
                  <a:cubicBezTo>
                    <a:pt x="0" y="21"/>
                    <a:pt x="0" y="21"/>
                    <a:pt x="0" y="21"/>
                  </a:cubicBezTo>
                  <a:cubicBezTo>
                    <a:pt x="64" y="21"/>
                    <a:pt x="116" y="73"/>
                    <a:pt x="116" y="137"/>
                  </a:cubicBezTo>
                  <a:cubicBezTo>
                    <a:pt x="136" y="137"/>
                    <a:pt x="136" y="137"/>
                    <a:pt x="136" y="137"/>
                  </a:cubicBezTo>
                  <a:cubicBezTo>
                    <a:pt x="136" y="61"/>
                    <a:pt x="75"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 name="Freeform 106"/>
            <p:cNvSpPr>
              <a:spLocks/>
            </p:cNvSpPr>
            <p:nvPr/>
          </p:nvSpPr>
          <p:spPr bwMode="auto">
            <a:xfrm>
              <a:off x="5346701" y="711201"/>
              <a:ext cx="476250" cy="552450"/>
            </a:xfrm>
            <a:custGeom>
              <a:avLst/>
              <a:gdLst>
                <a:gd name="T0" fmla="*/ 101 w 163"/>
                <a:gd name="T1" fmla="*/ 150 h 189"/>
                <a:gd name="T2" fmla="*/ 163 w 163"/>
                <a:gd name="T3" fmla="*/ 124 h 189"/>
                <a:gd name="T4" fmla="*/ 114 w 163"/>
                <a:gd name="T5" fmla="*/ 76 h 189"/>
                <a:gd name="T6" fmla="*/ 120 w 163"/>
                <a:gd name="T7" fmla="*/ 56 h 189"/>
                <a:gd name="T8" fmla="*/ 124 w 163"/>
                <a:gd name="T9" fmla="*/ 57 h 189"/>
                <a:gd name="T10" fmla="*/ 142 w 163"/>
                <a:gd name="T11" fmla="*/ 39 h 189"/>
                <a:gd name="T12" fmla="*/ 124 w 163"/>
                <a:gd name="T13" fmla="*/ 21 h 189"/>
                <a:gd name="T14" fmla="*/ 107 w 163"/>
                <a:gd name="T15" fmla="*/ 39 h 189"/>
                <a:gd name="T16" fmla="*/ 107 w 163"/>
                <a:gd name="T17" fmla="*/ 43 h 189"/>
                <a:gd name="T18" fmla="*/ 88 w 163"/>
                <a:gd name="T19" fmla="*/ 49 h 189"/>
                <a:gd name="T20" fmla="*/ 39 w 163"/>
                <a:gd name="T21" fmla="*/ 0 h 189"/>
                <a:gd name="T22" fmla="*/ 14 w 163"/>
                <a:gd name="T23" fmla="*/ 61 h 189"/>
                <a:gd name="T24" fmla="*/ 33 w 163"/>
                <a:gd name="T25" fmla="*/ 117 h 189"/>
                <a:gd name="T26" fmla="*/ 27 w 163"/>
                <a:gd name="T27" fmla="*/ 125 h 189"/>
                <a:gd name="T28" fmla="*/ 27 w 163"/>
                <a:gd name="T29" fmla="*/ 148 h 189"/>
                <a:gd name="T30" fmla="*/ 13 w 163"/>
                <a:gd name="T31" fmla="*/ 157 h 189"/>
                <a:gd name="T32" fmla="*/ 0 w 163"/>
                <a:gd name="T33" fmla="*/ 189 h 189"/>
                <a:gd name="T34" fmla="*/ 88 w 163"/>
                <a:gd name="T35" fmla="*/ 189 h 189"/>
                <a:gd name="T36" fmla="*/ 75 w 163"/>
                <a:gd name="T37" fmla="*/ 157 h 189"/>
                <a:gd name="T38" fmla="*/ 61 w 163"/>
                <a:gd name="T39" fmla="*/ 148 h 189"/>
                <a:gd name="T40" fmla="*/ 61 w 163"/>
                <a:gd name="T41" fmla="*/ 140 h 189"/>
                <a:gd name="T42" fmla="*/ 101 w 163"/>
                <a:gd name="T43" fmla="*/ 15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3" h="189">
                  <a:moveTo>
                    <a:pt x="101" y="150"/>
                  </a:moveTo>
                  <a:cubicBezTo>
                    <a:pt x="125" y="150"/>
                    <a:pt x="147" y="140"/>
                    <a:pt x="163" y="124"/>
                  </a:cubicBezTo>
                  <a:cubicBezTo>
                    <a:pt x="114" y="76"/>
                    <a:pt x="114" y="76"/>
                    <a:pt x="114" y="76"/>
                  </a:cubicBezTo>
                  <a:cubicBezTo>
                    <a:pt x="120" y="56"/>
                    <a:pt x="120" y="56"/>
                    <a:pt x="120" y="56"/>
                  </a:cubicBezTo>
                  <a:cubicBezTo>
                    <a:pt x="121" y="56"/>
                    <a:pt x="123" y="57"/>
                    <a:pt x="124" y="57"/>
                  </a:cubicBezTo>
                  <a:cubicBezTo>
                    <a:pt x="134" y="57"/>
                    <a:pt x="142" y="49"/>
                    <a:pt x="142" y="39"/>
                  </a:cubicBezTo>
                  <a:cubicBezTo>
                    <a:pt x="142" y="29"/>
                    <a:pt x="134" y="21"/>
                    <a:pt x="124" y="21"/>
                  </a:cubicBezTo>
                  <a:cubicBezTo>
                    <a:pt x="115" y="21"/>
                    <a:pt x="107" y="29"/>
                    <a:pt x="107" y="39"/>
                  </a:cubicBezTo>
                  <a:cubicBezTo>
                    <a:pt x="107" y="40"/>
                    <a:pt x="107" y="42"/>
                    <a:pt x="107" y="43"/>
                  </a:cubicBezTo>
                  <a:cubicBezTo>
                    <a:pt x="88" y="49"/>
                    <a:pt x="88" y="49"/>
                    <a:pt x="88" y="49"/>
                  </a:cubicBezTo>
                  <a:cubicBezTo>
                    <a:pt x="39" y="0"/>
                    <a:pt x="39" y="0"/>
                    <a:pt x="39" y="0"/>
                  </a:cubicBezTo>
                  <a:cubicBezTo>
                    <a:pt x="24" y="16"/>
                    <a:pt x="14" y="37"/>
                    <a:pt x="14" y="61"/>
                  </a:cubicBezTo>
                  <a:cubicBezTo>
                    <a:pt x="13" y="83"/>
                    <a:pt x="21" y="102"/>
                    <a:pt x="33" y="117"/>
                  </a:cubicBezTo>
                  <a:cubicBezTo>
                    <a:pt x="29" y="117"/>
                    <a:pt x="27" y="119"/>
                    <a:pt x="27" y="125"/>
                  </a:cubicBezTo>
                  <a:cubicBezTo>
                    <a:pt x="27" y="148"/>
                    <a:pt x="27" y="148"/>
                    <a:pt x="27" y="148"/>
                  </a:cubicBezTo>
                  <a:cubicBezTo>
                    <a:pt x="22" y="150"/>
                    <a:pt x="17" y="153"/>
                    <a:pt x="13" y="157"/>
                  </a:cubicBezTo>
                  <a:cubicBezTo>
                    <a:pt x="4" y="166"/>
                    <a:pt x="0" y="177"/>
                    <a:pt x="0" y="189"/>
                  </a:cubicBezTo>
                  <a:cubicBezTo>
                    <a:pt x="88" y="189"/>
                    <a:pt x="88" y="189"/>
                    <a:pt x="88" y="189"/>
                  </a:cubicBezTo>
                  <a:cubicBezTo>
                    <a:pt x="88" y="177"/>
                    <a:pt x="84" y="166"/>
                    <a:pt x="75" y="157"/>
                  </a:cubicBezTo>
                  <a:cubicBezTo>
                    <a:pt x="71" y="153"/>
                    <a:pt x="66" y="150"/>
                    <a:pt x="61" y="148"/>
                  </a:cubicBezTo>
                  <a:cubicBezTo>
                    <a:pt x="61" y="140"/>
                    <a:pt x="61" y="140"/>
                    <a:pt x="61" y="140"/>
                  </a:cubicBezTo>
                  <a:cubicBezTo>
                    <a:pt x="73" y="146"/>
                    <a:pt x="86" y="149"/>
                    <a:pt x="101" y="1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36" name="组合 335"/>
          <p:cNvGrpSpPr/>
          <p:nvPr/>
        </p:nvGrpSpPr>
        <p:grpSpPr>
          <a:xfrm>
            <a:off x="7527967" y="2368899"/>
            <a:ext cx="299462" cy="460006"/>
            <a:chOff x="5337176" y="5575301"/>
            <a:chExt cx="571500" cy="877887"/>
          </a:xfrm>
          <a:solidFill>
            <a:srgbClr val="707E84"/>
          </a:solidFill>
        </p:grpSpPr>
        <p:sp>
          <p:nvSpPr>
            <p:cNvPr id="337" name="Freeform 107"/>
            <p:cNvSpPr>
              <a:spLocks noEditPoints="1"/>
            </p:cNvSpPr>
            <p:nvPr/>
          </p:nvSpPr>
          <p:spPr bwMode="auto">
            <a:xfrm>
              <a:off x="5443538" y="5957888"/>
              <a:ext cx="358775" cy="495300"/>
            </a:xfrm>
            <a:custGeom>
              <a:avLst/>
              <a:gdLst>
                <a:gd name="T0" fmla="*/ 147 w 226"/>
                <a:gd name="T1" fmla="*/ 2 h 312"/>
                <a:gd name="T2" fmla="*/ 112 w 226"/>
                <a:gd name="T3" fmla="*/ 0 h 312"/>
                <a:gd name="T4" fmla="*/ 134 w 226"/>
                <a:gd name="T5" fmla="*/ 87 h 312"/>
                <a:gd name="T6" fmla="*/ 112 w 226"/>
                <a:gd name="T7" fmla="*/ 103 h 312"/>
                <a:gd name="T8" fmla="*/ 92 w 226"/>
                <a:gd name="T9" fmla="*/ 87 h 312"/>
                <a:gd name="T10" fmla="*/ 112 w 226"/>
                <a:gd name="T11" fmla="*/ 0 h 312"/>
                <a:gd name="T12" fmla="*/ 77 w 226"/>
                <a:gd name="T13" fmla="*/ 2 h 312"/>
                <a:gd name="T14" fmla="*/ 0 w 226"/>
                <a:gd name="T15" fmla="*/ 312 h 312"/>
                <a:gd name="T16" fmla="*/ 35 w 226"/>
                <a:gd name="T17" fmla="*/ 312 h 312"/>
                <a:gd name="T18" fmla="*/ 35 w 226"/>
                <a:gd name="T19" fmla="*/ 312 h 312"/>
                <a:gd name="T20" fmla="*/ 35 w 226"/>
                <a:gd name="T21" fmla="*/ 312 h 312"/>
                <a:gd name="T22" fmla="*/ 35 w 226"/>
                <a:gd name="T23" fmla="*/ 312 h 312"/>
                <a:gd name="T24" fmla="*/ 35 w 226"/>
                <a:gd name="T25" fmla="*/ 312 h 312"/>
                <a:gd name="T26" fmla="*/ 112 w 226"/>
                <a:gd name="T27" fmla="*/ 247 h 312"/>
                <a:gd name="T28" fmla="*/ 189 w 226"/>
                <a:gd name="T29" fmla="*/ 310 h 312"/>
                <a:gd name="T30" fmla="*/ 189 w 226"/>
                <a:gd name="T31" fmla="*/ 312 h 312"/>
                <a:gd name="T32" fmla="*/ 191 w 226"/>
                <a:gd name="T33" fmla="*/ 312 h 312"/>
                <a:gd name="T34" fmla="*/ 191 w 226"/>
                <a:gd name="T35" fmla="*/ 312 h 312"/>
                <a:gd name="T36" fmla="*/ 191 w 226"/>
                <a:gd name="T37" fmla="*/ 312 h 312"/>
                <a:gd name="T38" fmla="*/ 226 w 226"/>
                <a:gd name="T39" fmla="*/ 312 h 312"/>
                <a:gd name="T40" fmla="*/ 147 w 226"/>
                <a:gd name="T41" fmla="*/ 2 h 312"/>
                <a:gd name="T42" fmla="*/ 73 w 226"/>
                <a:gd name="T43" fmla="*/ 159 h 312"/>
                <a:gd name="T44" fmla="*/ 112 w 226"/>
                <a:gd name="T45" fmla="*/ 127 h 312"/>
                <a:gd name="T46" fmla="*/ 153 w 226"/>
                <a:gd name="T47" fmla="*/ 159 h 312"/>
                <a:gd name="T48" fmla="*/ 156 w 226"/>
                <a:gd name="T49" fmla="*/ 175 h 312"/>
                <a:gd name="T50" fmla="*/ 112 w 226"/>
                <a:gd name="T51" fmla="*/ 210 h 312"/>
                <a:gd name="T52" fmla="*/ 68 w 226"/>
                <a:gd name="T53" fmla="*/ 175 h 312"/>
                <a:gd name="T54" fmla="*/ 73 w 226"/>
                <a:gd name="T55" fmla="*/ 159 h 312"/>
                <a:gd name="T56" fmla="*/ 138 w 226"/>
                <a:gd name="T57" fmla="*/ 105 h 312"/>
                <a:gd name="T58" fmla="*/ 145 w 226"/>
                <a:gd name="T59" fmla="*/ 131 h 312"/>
                <a:gd name="T60" fmla="*/ 127 w 226"/>
                <a:gd name="T61" fmla="*/ 116 h 312"/>
                <a:gd name="T62" fmla="*/ 138 w 226"/>
                <a:gd name="T63" fmla="*/ 105 h 312"/>
                <a:gd name="T64" fmla="*/ 97 w 226"/>
                <a:gd name="T65" fmla="*/ 116 h 312"/>
                <a:gd name="T66" fmla="*/ 81 w 226"/>
                <a:gd name="T67" fmla="*/ 131 h 312"/>
                <a:gd name="T68" fmla="*/ 86 w 226"/>
                <a:gd name="T69" fmla="*/ 105 h 312"/>
                <a:gd name="T70" fmla="*/ 97 w 226"/>
                <a:gd name="T71" fmla="*/ 116 h 312"/>
                <a:gd name="T72" fmla="*/ 46 w 226"/>
                <a:gd name="T73" fmla="*/ 266 h 312"/>
                <a:gd name="T74" fmla="*/ 60 w 226"/>
                <a:gd name="T75" fmla="*/ 207 h 312"/>
                <a:gd name="T76" fmla="*/ 90 w 226"/>
                <a:gd name="T77" fmla="*/ 229 h 312"/>
                <a:gd name="T78" fmla="*/ 46 w 226"/>
                <a:gd name="T79" fmla="*/ 266 h 312"/>
                <a:gd name="T80" fmla="*/ 134 w 226"/>
                <a:gd name="T81" fmla="*/ 229 h 312"/>
                <a:gd name="T82" fmla="*/ 164 w 226"/>
                <a:gd name="T83" fmla="*/ 207 h 312"/>
                <a:gd name="T84" fmla="*/ 178 w 226"/>
                <a:gd name="T85" fmla="*/ 266 h 312"/>
                <a:gd name="T86" fmla="*/ 134 w 226"/>
                <a:gd name="T87" fmla="*/ 229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26" h="312">
                  <a:moveTo>
                    <a:pt x="147" y="2"/>
                  </a:moveTo>
                  <a:lnTo>
                    <a:pt x="112" y="0"/>
                  </a:lnTo>
                  <a:lnTo>
                    <a:pt x="134" y="87"/>
                  </a:lnTo>
                  <a:lnTo>
                    <a:pt x="112" y="103"/>
                  </a:lnTo>
                  <a:lnTo>
                    <a:pt x="92" y="87"/>
                  </a:lnTo>
                  <a:lnTo>
                    <a:pt x="112" y="0"/>
                  </a:lnTo>
                  <a:lnTo>
                    <a:pt x="77" y="2"/>
                  </a:lnTo>
                  <a:lnTo>
                    <a:pt x="0" y="312"/>
                  </a:lnTo>
                  <a:lnTo>
                    <a:pt x="35" y="312"/>
                  </a:lnTo>
                  <a:lnTo>
                    <a:pt x="35" y="312"/>
                  </a:lnTo>
                  <a:lnTo>
                    <a:pt x="35" y="312"/>
                  </a:lnTo>
                  <a:lnTo>
                    <a:pt x="35" y="312"/>
                  </a:lnTo>
                  <a:lnTo>
                    <a:pt x="35" y="312"/>
                  </a:lnTo>
                  <a:lnTo>
                    <a:pt x="112" y="247"/>
                  </a:lnTo>
                  <a:lnTo>
                    <a:pt x="189" y="310"/>
                  </a:lnTo>
                  <a:lnTo>
                    <a:pt x="189" y="312"/>
                  </a:lnTo>
                  <a:lnTo>
                    <a:pt x="191" y="312"/>
                  </a:lnTo>
                  <a:lnTo>
                    <a:pt x="191" y="312"/>
                  </a:lnTo>
                  <a:lnTo>
                    <a:pt x="191" y="312"/>
                  </a:lnTo>
                  <a:lnTo>
                    <a:pt x="226" y="312"/>
                  </a:lnTo>
                  <a:lnTo>
                    <a:pt x="147" y="2"/>
                  </a:lnTo>
                  <a:close/>
                  <a:moveTo>
                    <a:pt x="73" y="159"/>
                  </a:moveTo>
                  <a:lnTo>
                    <a:pt x="112" y="127"/>
                  </a:lnTo>
                  <a:lnTo>
                    <a:pt x="153" y="159"/>
                  </a:lnTo>
                  <a:lnTo>
                    <a:pt x="156" y="175"/>
                  </a:lnTo>
                  <a:lnTo>
                    <a:pt x="112" y="210"/>
                  </a:lnTo>
                  <a:lnTo>
                    <a:pt x="68" y="175"/>
                  </a:lnTo>
                  <a:lnTo>
                    <a:pt x="73" y="159"/>
                  </a:lnTo>
                  <a:close/>
                  <a:moveTo>
                    <a:pt x="138" y="105"/>
                  </a:moveTo>
                  <a:lnTo>
                    <a:pt x="145" y="131"/>
                  </a:lnTo>
                  <a:lnTo>
                    <a:pt x="127" y="116"/>
                  </a:lnTo>
                  <a:lnTo>
                    <a:pt x="138" y="105"/>
                  </a:lnTo>
                  <a:close/>
                  <a:moveTo>
                    <a:pt x="97" y="116"/>
                  </a:moveTo>
                  <a:lnTo>
                    <a:pt x="81" y="131"/>
                  </a:lnTo>
                  <a:lnTo>
                    <a:pt x="86" y="105"/>
                  </a:lnTo>
                  <a:lnTo>
                    <a:pt x="97" y="116"/>
                  </a:lnTo>
                  <a:close/>
                  <a:moveTo>
                    <a:pt x="46" y="266"/>
                  </a:moveTo>
                  <a:lnTo>
                    <a:pt x="60" y="207"/>
                  </a:lnTo>
                  <a:lnTo>
                    <a:pt x="90" y="229"/>
                  </a:lnTo>
                  <a:lnTo>
                    <a:pt x="46" y="266"/>
                  </a:lnTo>
                  <a:close/>
                  <a:moveTo>
                    <a:pt x="134" y="229"/>
                  </a:moveTo>
                  <a:lnTo>
                    <a:pt x="164" y="207"/>
                  </a:lnTo>
                  <a:lnTo>
                    <a:pt x="178" y="266"/>
                  </a:lnTo>
                  <a:lnTo>
                    <a:pt x="134" y="2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 name="Oval 108"/>
            <p:cNvSpPr>
              <a:spLocks noChangeArrowheads="1"/>
            </p:cNvSpPr>
            <p:nvPr/>
          </p:nvSpPr>
          <p:spPr bwMode="auto">
            <a:xfrm>
              <a:off x="5576888" y="5815013"/>
              <a:ext cx="88900" cy="873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 name="Freeform 109"/>
            <p:cNvSpPr>
              <a:spLocks/>
            </p:cNvSpPr>
            <p:nvPr/>
          </p:nvSpPr>
          <p:spPr bwMode="auto">
            <a:xfrm>
              <a:off x="5337176" y="5575301"/>
              <a:ext cx="571500" cy="544513"/>
            </a:xfrm>
            <a:custGeom>
              <a:avLst/>
              <a:gdLst>
                <a:gd name="T0" fmla="*/ 97 w 195"/>
                <a:gd name="T1" fmla="*/ 0 h 186"/>
                <a:gd name="T2" fmla="*/ 0 w 195"/>
                <a:gd name="T3" fmla="*/ 97 h 186"/>
                <a:gd name="T4" fmla="*/ 56 w 195"/>
                <a:gd name="T5" fmla="*/ 186 h 186"/>
                <a:gd name="T6" fmla="*/ 60 w 195"/>
                <a:gd name="T7" fmla="*/ 174 h 186"/>
                <a:gd name="T8" fmla="*/ 12 w 195"/>
                <a:gd name="T9" fmla="*/ 97 h 186"/>
                <a:gd name="T10" fmla="*/ 97 w 195"/>
                <a:gd name="T11" fmla="*/ 12 h 186"/>
                <a:gd name="T12" fmla="*/ 183 w 195"/>
                <a:gd name="T13" fmla="*/ 97 h 186"/>
                <a:gd name="T14" fmla="*/ 134 w 195"/>
                <a:gd name="T15" fmla="*/ 174 h 186"/>
                <a:gd name="T16" fmla="*/ 137 w 195"/>
                <a:gd name="T17" fmla="*/ 186 h 186"/>
                <a:gd name="T18" fmla="*/ 195 w 195"/>
                <a:gd name="T19" fmla="*/ 97 h 186"/>
                <a:gd name="T20" fmla="*/ 97 w 195"/>
                <a:gd name="T21"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5" h="186">
                  <a:moveTo>
                    <a:pt x="97" y="0"/>
                  </a:moveTo>
                  <a:cubicBezTo>
                    <a:pt x="43" y="0"/>
                    <a:pt x="0" y="43"/>
                    <a:pt x="0" y="97"/>
                  </a:cubicBezTo>
                  <a:cubicBezTo>
                    <a:pt x="0" y="136"/>
                    <a:pt x="23" y="170"/>
                    <a:pt x="56" y="186"/>
                  </a:cubicBezTo>
                  <a:cubicBezTo>
                    <a:pt x="60" y="174"/>
                    <a:pt x="60" y="174"/>
                    <a:pt x="60" y="174"/>
                  </a:cubicBezTo>
                  <a:cubicBezTo>
                    <a:pt x="31" y="160"/>
                    <a:pt x="12" y="131"/>
                    <a:pt x="12" y="97"/>
                  </a:cubicBezTo>
                  <a:cubicBezTo>
                    <a:pt x="12" y="50"/>
                    <a:pt x="50" y="12"/>
                    <a:pt x="97" y="12"/>
                  </a:cubicBezTo>
                  <a:cubicBezTo>
                    <a:pt x="144" y="12"/>
                    <a:pt x="183" y="50"/>
                    <a:pt x="183" y="97"/>
                  </a:cubicBezTo>
                  <a:cubicBezTo>
                    <a:pt x="183" y="131"/>
                    <a:pt x="163" y="161"/>
                    <a:pt x="134" y="174"/>
                  </a:cubicBezTo>
                  <a:cubicBezTo>
                    <a:pt x="137" y="186"/>
                    <a:pt x="137" y="186"/>
                    <a:pt x="137" y="186"/>
                  </a:cubicBezTo>
                  <a:cubicBezTo>
                    <a:pt x="171" y="171"/>
                    <a:pt x="195" y="137"/>
                    <a:pt x="195" y="97"/>
                  </a:cubicBezTo>
                  <a:cubicBezTo>
                    <a:pt x="195" y="43"/>
                    <a:pt x="151" y="0"/>
                    <a:pt x="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 name="Freeform 110"/>
            <p:cNvSpPr>
              <a:spLocks/>
            </p:cNvSpPr>
            <p:nvPr/>
          </p:nvSpPr>
          <p:spPr bwMode="auto">
            <a:xfrm>
              <a:off x="5408613" y="5645151"/>
              <a:ext cx="425450" cy="403225"/>
            </a:xfrm>
            <a:custGeom>
              <a:avLst/>
              <a:gdLst>
                <a:gd name="T0" fmla="*/ 146 w 146"/>
                <a:gd name="T1" fmla="*/ 73 h 138"/>
                <a:gd name="T2" fmla="*/ 73 w 146"/>
                <a:gd name="T3" fmla="*/ 0 h 138"/>
                <a:gd name="T4" fmla="*/ 0 w 146"/>
                <a:gd name="T5" fmla="*/ 73 h 138"/>
                <a:gd name="T6" fmla="*/ 39 w 146"/>
                <a:gd name="T7" fmla="*/ 138 h 138"/>
                <a:gd name="T8" fmla="*/ 42 w 146"/>
                <a:gd name="T9" fmla="*/ 126 h 138"/>
                <a:gd name="T10" fmla="*/ 12 w 146"/>
                <a:gd name="T11" fmla="*/ 73 h 138"/>
                <a:gd name="T12" fmla="*/ 73 w 146"/>
                <a:gd name="T13" fmla="*/ 12 h 138"/>
                <a:gd name="T14" fmla="*/ 134 w 146"/>
                <a:gd name="T15" fmla="*/ 73 h 138"/>
                <a:gd name="T16" fmla="*/ 104 w 146"/>
                <a:gd name="T17" fmla="*/ 126 h 138"/>
                <a:gd name="T18" fmla="*/ 107 w 146"/>
                <a:gd name="T19" fmla="*/ 138 h 138"/>
                <a:gd name="T20" fmla="*/ 146 w 146"/>
                <a:gd name="T21" fmla="*/ 73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 h="138">
                  <a:moveTo>
                    <a:pt x="146" y="73"/>
                  </a:moveTo>
                  <a:cubicBezTo>
                    <a:pt x="146" y="33"/>
                    <a:pt x="114" y="0"/>
                    <a:pt x="73" y="0"/>
                  </a:cubicBezTo>
                  <a:cubicBezTo>
                    <a:pt x="33" y="0"/>
                    <a:pt x="0" y="33"/>
                    <a:pt x="0" y="73"/>
                  </a:cubicBezTo>
                  <a:cubicBezTo>
                    <a:pt x="0" y="101"/>
                    <a:pt x="16" y="125"/>
                    <a:pt x="39" y="138"/>
                  </a:cubicBezTo>
                  <a:cubicBezTo>
                    <a:pt x="42" y="126"/>
                    <a:pt x="42" y="126"/>
                    <a:pt x="42" y="126"/>
                  </a:cubicBezTo>
                  <a:cubicBezTo>
                    <a:pt x="24" y="115"/>
                    <a:pt x="12" y="95"/>
                    <a:pt x="12" y="73"/>
                  </a:cubicBezTo>
                  <a:cubicBezTo>
                    <a:pt x="12" y="40"/>
                    <a:pt x="39" y="12"/>
                    <a:pt x="73" y="12"/>
                  </a:cubicBezTo>
                  <a:cubicBezTo>
                    <a:pt x="107" y="12"/>
                    <a:pt x="134" y="40"/>
                    <a:pt x="134" y="73"/>
                  </a:cubicBezTo>
                  <a:cubicBezTo>
                    <a:pt x="134" y="96"/>
                    <a:pt x="122" y="116"/>
                    <a:pt x="104" y="126"/>
                  </a:cubicBezTo>
                  <a:cubicBezTo>
                    <a:pt x="107" y="138"/>
                    <a:pt x="107" y="138"/>
                    <a:pt x="107" y="138"/>
                  </a:cubicBezTo>
                  <a:cubicBezTo>
                    <a:pt x="130" y="126"/>
                    <a:pt x="146" y="102"/>
                    <a:pt x="146"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 name="Freeform 111"/>
            <p:cNvSpPr>
              <a:spLocks/>
            </p:cNvSpPr>
            <p:nvPr/>
          </p:nvSpPr>
          <p:spPr bwMode="auto">
            <a:xfrm>
              <a:off x="5478463" y="5715001"/>
              <a:ext cx="285750" cy="263525"/>
            </a:xfrm>
            <a:custGeom>
              <a:avLst/>
              <a:gdLst>
                <a:gd name="T0" fmla="*/ 73 w 98"/>
                <a:gd name="T1" fmla="*/ 77 h 90"/>
                <a:gd name="T2" fmla="*/ 76 w 98"/>
                <a:gd name="T3" fmla="*/ 90 h 90"/>
                <a:gd name="T4" fmla="*/ 98 w 98"/>
                <a:gd name="T5" fmla="*/ 49 h 90"/>
                <a:gd name="T6" fmla="*/ 49 w 98"/>
                <a:gd name="T7" fmla="*/ 0 h 90"/>
                <a:gd name="T8" fmla="*/ 0 w 98"/>
                <a:gd name="T9" fmla="*/ 49 h 90"/>
                <a:gd name="T10" fmla="*/ 21 w 98"/>
                <a:gd name="T11" fmla="*/ 89 h 90"/>
                <a:gd name="T12" fmla="*/ 24 w 98"/>
                <a:gd name="T13" fmla="*/ 76 h 90"/>
                <a:gd name="T14" fmla="*/ 12 w 98"/>
                <a:gd name="T15" fmla="*/ 49 h 90"/>
                <a:gd name="T16" fmla="*/ 49 w 98"/>
                <a:gd name="T17" fmla="*/ 12 h 90"/>
                <a:gd name="T18" fmla="*/ 86 w 98"/>
                <a:gd name="T19" fmla="*/ 49 h 90"/>
                <a:gd name="T20" fmla="*/ 73 w 98"/>
                <a:gd name="T21" fmla="*/ 7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8" h="90">
                  <a:moveTo>
                    <a:pt x="73" y="77"/>
                  </a:moveTo>
                  <a:cubicBezTo>
                    <a:pt x="76" y="90"/>
                    <a:pt x="76" y="90"/>
                    <a:pt x="76" y="90"/>
                  </a:cubicBezTo>
                  <a:cubicBezTo>
                    <a:pt x="89" y="81"/>
                    <a:pt x="98" y="66"/>
                    <a:pt x="98" y="49"/>
                  </a:cubicBezTo>
                  <a:cubicBezTo>
                    <a:pt x="98" y="22"/>
                    <a:pt x="76" y="0"/>
                    <a:pt x="49" y="0"/>
                  </a:cubicBezTo>
                  <a:cubicBezTo>
                    <a:pt x="22" y="0"/>
                    <a:pt x="0" y="22"/>
                    <a:pt x="0" y="49"/>
                  </a:cubicBezTo>
                  <a:cubicBezTo>
                    <a:pt x="0" y="66"/>
                    <a:pt x="9" y="80"/>
                    <a:pt x="21" y="89"/>
                  </a:cubicBezTo>
                  <a:cubicBezTo>
                    <a:pt x="24" y="76"/>
                    <a:pt x="24" y="76"/>
                    <a:pt x="24" y="76"/>
                  </a:cubicBezTo>
                  <a:cubicBezTo>
                    <a:pt x="17" y="70"/>
                    <a:pt x="12" y="60"/>
                    <a:pt x="12" y="49"/>
                  </a:cubicBezTo>
                  <a:cubicBezTo>
                    <a:pt x="12" y="29"/>
                    <a:pt x="29" y="12"/>
                    <a:pt x="49" y="12"/>
                  </a:cubicBezTo>
                  <a:cubicBezTo>
                    <a:pt x="69" y="12"/>
                    <a:pt x="86" y="29"/>
                    <a:pt x="86" y="49"/>
                  </a:cubicBezTo>
                  <a:cubicBezTo>
                    <a:pt x="86" y="60"/>
                    <a:pt x="81" y="70"/>
                    <a:pt x="73"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342" name="Freeform 112"/>
          <p:cNvSpPr>
            <a:spLocks noEditPoints="1"/>
          </p:cNvSpPr>
          <p:nvPr/>
        </p:nvSpPr>
        <p:spPr bwMode="auto">
          <a:xfrm>
            <a:off x="4998679" y="2538063"/>
            <a:ext cx="480803" cy="159713"/>
          </a:xfrm>
          <a:custGeom>
            <a:avLst/>
            <a:gdLst>
              <a:gd name="T0" fmla="*/ 312 w 314"/>
              <a:gd name="T1" fmla="*/ 11 h 104"/>
              <a:gd name="T2" fmla="*/ 200 w 314"/>
              <a:gd name="T3" fmla="*/ 7 h 104"/>
              <a:gd name="T4" fmla="*/ 172 w 314"/>
              <a:gd name="T5" fmla="*/ 15 h 104"/>
              <a:gd name="T6" fmla="*/ 159 w 314"/>
              <a:gd name="T7" fmla="*/ 17 h 104"/>
              <a:gd name="T8" fmla="*/ 159 w 314"/>
              <a:gd name="T9" fmla="*/ 17 h 104"/>
              <a:gd name="T10" fmla="*/ 157 w 314"/>
              <a:gd name="T11" fmla="*/ 17 h 104"/>
              <a:gd name="T12" fmla="*/ 155 w 314"/>
              <a:gd name="T13" fmla="*/ 17 h 104"/>
              <a:gd name="T14" fmla="*/ 155 w 314"/>
              <a:gd name="T15" fmla="*/ 17 h 104"/>
              <a:gd name="T16" fmla="*/ 141 w 314"/>
              <a:gd name="T17" fmla="*/ 15 h 104"/>
              <a:gd name="T18" fmla="*/ 114 w 314"/>
              <a:gd name="T19" fmla="*/ 7 h 104"/>
              <a:gd name="T20" fmla="*/ 2 w 314"/>
              <a:gd name="T21" fmla="*/ 11 h 104"/>
              <a:gd name="T22" fmla="*/ 2 w 314"/>
              <a:gd name="T23" fmla="*/ 38 h 104"/>
              <a:gd name="T24" fmla="*/ 10 w 314"/>
              <a:gd name="T25" fmla="*/ 50 h 104"/>
              <a:gd name="T26" fmla="*/ 30 w 314"/>
              <a:gd name="T27" fmla="*/ 91 h 104"/>
              <a:gd name="T28" fmla="*/ 90 w 314"/>
              <a:gd name="T29" fmla="*/ 103 h 104"/>
              <a:gd name="T30" fmla="*/ 141 w 314"/>
              <a:gd name="T31" fmla="*/ 61 h 104"/>
              <a:gd name="T32" fmla="*/ 155 w 314"/>
              <a:gd name="T33" fmla="*/ 40 h 104"/>
              <a:gd name="T34" fmla="*/ 155 w 314"/>
              <a:gd name="T35" fmla="*/ 40 h 104"/>
              <a:gd name="T36" fmla="*/ 157 w 314"/>
              <a:gd name="T37" fmla="*/ 40 h 104"/>
              <a:gd name="T38" fmla="*/ 159 w 314"/>
              <a:gd name="T39" fmla="*/ 40 h 104"/>
              <a:gd name="T40" fmla="*/ 159 w 314"/>
              <a:gd name="T41" fmla="*/ 40 h 104"/>
              <a:gd name="T42" fmla="*/ 173 w 314"/>
              <a:gd name="T43" fmla="*/ 61 h 104"/>
              <a:gd name="T44" fmla="*/ 223 w 314"/>
              <a:gd name="T45" fmla="*/ 103 h 104"/>
              <a:gd name="T46" fmla="*/ 283 w 314"/>
              <a:gd name="T47" fmla="*/ 91 h 104"/>
              <a:gd name="T48" fmla="*/ 304 w 314"/>
              <a:gd name="T49" fmla="*/ 50 h 104"/>
              <a:gd name="T50" fmla="*/ 312 w 314"/>
              <a:gd name="T51" fmla="*/ 38 h 104"/>
              <a:gd name="T52" fmla="*/ 312 w 314"/>
              <a:gd name="T53" fmla="*/ 11 h 104"/>
              <a:gd name="T54" fmla="*/ 131 w 314"/>
              <a:gd name="T55" fmla="*/ 60 h 104"/>
              <a:gd name="T56" fmla="*/ 111 w 314"/>
              <a:gd name="T57" fmla="*/ 91 h 104"/>
              <a:gd name="T58" fmla="*/ 42 w 314"/>
              <a:gd name="T59" fmla="*/ 91 h 104"/>
              <a:gd name="T60" fmla="*/ 25 w 314"/>
              <a:gd name="T61" fmla="*/ 57 h 104"/>
              <a:gd name="T62" fmla="*/ 27 w 314"/>
              <a:gd name="T63" fmla="*/ 25 h 104"/>
              <a:gd name="T64" fmla="*/ 88 w 314"/>
              <a:gd name="T65" fmla="*/ 14 h 104"/>
              <a:gd name="T66" fmla="*/ 134 w 314"/>
              <a:gd name="T67" fmla="*/ 33 h 104"/>
              <a:gd name="T68" fmla="*/ 131 w 314"/>
              <a:gd name="T69" fmla="*/ 60 h 104"/>
              <a:gd name="T70" fmla="*/ 288 w 314"/>
              <a:gd name="T71" fmla="*/ 57 h 104"/>
              <a:gd name="T72" fmla="*/ 271 w 314"/>
              <a:gd name="T73" fmla="*/ 91 h 104"/>
              <a:gd name="T74" fmla="*/ 202 w 314"/>
              <a:gd name="T75" fmla="*/ 91 h 104"/>
              <a:gd name="T76" fmla="*/ 182 w 314"/>
              <a:gd name="T77" fmla="*/ 60 h 104"/>
              <a:gd name="T78" fmla="*/ 180 w 314"/>
              <a:gd name="T79" fmla="*/ 33 h 104"/>
              <a:gd name="T80" fmla="*/ 226 w 314"/>
              <a:gd name="T81" fmla="*/ 14 h 104"/>
              <a:gd name="T82" fmla="*/ 287 w 314"/>
              <a:gd name="T83" fmla="*/ 25 h 104"/>
              <a:gd name="T84" fmla="*/ 288 w 314"/>
              <a:gd name="T85" fmla="*/ 57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14" h="104">
                <a:moveTo>
                  <a:pt x="312" y="11"/>
                </a:moveTo>
                <a:cubicBezTo>
                  <a:pt x="281" y="0"/>
                  <a:pt x="234" y="0"/>
                  <a:pt x="200" y="7"/>
                </a:cubicBezTo>
                <a:cubicBezTo>
                  <a:pt x="194" y="8"/>
                  <a:pt x="174" y="15"/>
                  <a:pt x="172" y="15"/>
                </a:cubicBezTo>
                <a:cubicBezTo>
                  <a:pt x="168" y="17"/>
                  <a:pt x="163" y="17"/>
                  <a:pt x="159" y="17"/>
                </a:cubicBezTo>
                <a:cubicBezTo>
                  <a:pt x="159" y="17"/>
                  <a:pt x="159" y="17"/>
                  <a:pt x="159" y="17"/>
                </a:cubicBezTo>
                <a:cubicBezTo>
                  <a:pt x="158" y="17"/>
                  <a:pt x="157" y="17"/>
                  <a:pt x="157" y="17"/>
                </a:cubicBezTo>
                <a:cubicBezTo>
                  <a:pt x="156" y="17"/>
                  <a:pt x="155" y="17"/>
                  <a:pt x="155" y="17"/>
                </a:cubicBezTo>
                <a:cubicBezTo>
                  <a:pt x="155" y="17"/>
                  <a:pt x="155" y="17"/>
                  <a:pt x="155" y="17"/>
                </a:cubicBezTo>
                <a:cubicBezTo>
                  <a:pt x="150" y="17"/>
                  <a:pt x="146" y="17"/>
                  <a:pt x="141" y="15"/>
                </a:cubicBezTo>
                <a:cubicBezTo>
                  <a:pt x="139" y="15"/>
                  <a:pt x="119" y="8"/>
                  <a:pt x="114" y="7"/>
                </a:cubicBezTo>
                <a:cubicBezTo>
                  <a:pt x="80" y="0"/>
                  <a:pt x="32" y="0"/>
                  <a:pt x="2" y="11"/>
                </a:cubicBezTo>
                <a:cubicBezTo>
                  <a:pt x="2" y="19"/>
                  <a:pt x="0" y="30"/>
                  <a:pt x="2" y="38"/>
                </a:cubicBezTo>
                <a:cubicBezTo>
                  <a:pt x="3" y="42"/>
                  <a:pt x="8" y="47"/>
                  <a:pt x="10" y="50"/>
                </a:cubicBezTo>
                <a:cubicBezTo>
                  <a:pt x="17" y="63"/>
                  <a:pt x="21" y="82"/>
                  <a:pt x="30" y="91"/>
                </a:cubicBezTo>
                <a:cubicBezTo>
                  <a:pt x="42" y="103"/>
                  <a:pt x="68" y="104"/>
                  <a:pt x="90" y="103"/>
                </a:cubicBezTo>
                <a:cubicBezTo>
                  <a:pt x="122" y="101"/>
                  <a:pt x="130" y="84"/>
                  <a:pt x="141" y="61"/>
                </a:cubicBezTo>
                <a:cubicBezTo>
                  <a:pt x="144" y="52"/>
                  <a:pt x="147" y="42"/>
                  <a:pt x="155" y="40"/>
                </a:cubicBezTo>
                <a:cubicBezTo>
                  <a:pt x="155" y="40"/>
                  <a:pt x="155" y="40"/>
                  <a:pt x="155" y="40"/>
                </a:cubicBezTo>
                <a:cubicBezTo>
                  <a:pt x="155" y="40"/>
                  <a:pt x="156" y="40"/>
                  <a:pt x="157" y="40"/>
                </a:cubicBezTo>
                <a:cubicBezTo>
                  <a:pt x="157" y="40"/>
                  <a:pt x="158" y="40"/>
                  <a:pt x="159" y="40"/>
                </a:cubicBezTo>
                <a:cubicBezTo>
                  <a:pt x="159" y="40"/>
                  <a:pt x="159" y="40"/>
                  <a:pt x="159" y="40"/>
                </a:cubicBezTo>
                <a:cubicBezTo>
                  <a:pt x="167" y="42"/>
                  <a:pt x="169" y="52"/>
                  <a:pt x="173" y="61"/>
                </a:cubicBezTo>
                <a:cubicBezTo>
                  <a:pt x="183" y="84"/>
                  <a:pt x="191" y="101"/>
                  <a:pt x="223" y="103"/>
                </a:cubicBezTo>
                <a:cubicBezTo>
                  <a:pt x="245" y="104"/>
                  <a:pt x="272" y="103"/>
                  <a:pt x="283" y="91"/>
                </a:cubicBezTo>
                <a:cubicBezTo>
                  <a:pt x="293" y="82"/>
                  <a:pt x="296" y="63"/>
                  <a:pt x="304" y="50"/>
                </a:cubicBezTo>
                <a:cubicBezTo>
                  <a:pt x="306" y="47"/>
                  <a:pt x="311" y="42"/>
                  <a:pt x="312" y="38"/>
                </a:cubicBezTo>
                <a:cubicBezTo>
                  <a:pt x="314" y="30"/>
                  <a:pt x="312" y="19"/>
                  <a:pt x="312" y="11"/>
                </a:cubicBezTo>
                <a:close/>
                <a:moveTo>
                  <a:pt x="131" y="60"/>
                </a:moveTo>
                <a:cubicBezTo>
                  <a:pt x="127" y="75"/>
                  <a:pt x="122" y="85"/>
                  <a:pt x="111" y="91"/>
                </a:cubicBezTo>
                <a:cubicBezTo>
                  <a:pt x="96" y="100"/>
                  <a:pt x="57" y="100"/>
                  <a:pt x="42" y="91"/>
                </a:cubicBezTo>
                <a:cubicBezTo>
                  <a:pt x="32" y="84"/>
                  <a:pt x="28" y="72"/>
                  <a:pt x="25" y="57"/>
                </a:cubicBezTo>
                <a:cubicBezTo>
                  <a:pt x="24" y="46"/>
                  <a:pt x="22" y="32"/>
                  <a:pt x="27" y="25"/>
                </a:cubicBezTo>
                <a:cubicBezTo>
                  <a:pt x="34" y="13"/>
                  <a:pt x="68" y="13"/>
                  <a:pt x="88" y="14"/>
                </a:cubicBezTo>
                <a:cubicBezTo>
                  <a:pt x="106" y="16"/>
                  <a:pt x="130" y="20"/>
                  <a:pt x="134" y="33"/>
                </a:cubicBezTo>
                <a:cubicBezTo>
                  <a:pt x="136" y="41"/>
                  <a:pt x="133" y="53"/>
                  <a:pt x="131" y="60"/>
                </a:cubicBezTo>
                <a:close/>
                <a:moveTo>
                  <a:pt x="288" y="57"/>
                </a:moveTo>
                <a:cubicBezTo>
                  <a:pt x="285" y="72"/>
                  <a:pt x="282" y="84"/>
                  <a:pt x="271" y="91"/>
                </a:cubicBezTo>
                <a:cubicBezTo>
                  <a:pt x="256" y="100"/>
                  <a:pt x="218" y="100"/>
                  <a:pt x="202" y="91"/>
                </a:cubicBezTo>
                <a:cubicBezTo>
                  <a:pt x="192" y="85"/>
                  <a:pt x="186" y="75"/>
                  <a:pt x="182" y="60"/>
                </a:cubicBezTo>
                <a:cubicBezTo>
                  <a:pt x="180" y="53"/>
                  <a:pt x="177" y="41"/>
                  <a:pt x="180" y="33"/>
                </a:cubicBezTo>
                <a:cubicBezTo>
                  <a:pt x="183" y="20"/>
                  <a:pt x="207" y="16"/>
                  <a:pt x="226" y="14"/>
                </a:cubicBezTo>
                <a:cubicBezTo>
                  <a:pt x="246" y="13"/>
                  <a:pt x="279" y="13"/>
                  <a:pt x="287" y="25"/>
                </a:cubicBezTo>
                <a:cubicBezTo>
                  <a:pt x="291" y="32"/>
                  <a:pt x="290" y="46"/>
                  <a:pt x="288" y="57"/>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343" name="组合 342"/>
          <p:cNvGrpSpPr/>
          <p:nvPr/>
        </p:nvGrpSpPr>
        <p:grpSpPr>
          <a:xfrm>
            <a:off x="5016217" y="3910980"/>
            <a:ext cx="173854" cy="354363"/>
            <a:chOff x="2462213" y="4459288"/>
            <a:chExt cx="331788" cy="676275"/>
          </a:xfrm>
          <a:solidFill>
            <a:srgbClr val="707E84"/>
          </a:solidFill>
        </p:grpSpPr>
        <p:sp>
          <p:nvSpPr>
            <p:cNvPr id="344" name="Freeform 113"/>
            <p:cNvSpPr>
              <a:spLocks/>
            </p:cNvSpPr>
            <p:nvPr/>
          </p:nvSpPr>
          <p:spPr bwMode="auto">
            <a:xfrm>
              <a:off x="2462213" y="4459288"/>
              <a:ext cx="76200" cy="485775"/>
            </a:xfrm>
            <a:custGeom>
              <a:avLst/>
              <a:gdLst>
                <a:gd name="T0" fmla="*/ 24 w 48"/>
                <a:gd name="T1" fmla="*/ 282 h 306"/>
                <a:gd name="T2" fmla="*/ 26 w 48"/>
                <a:gd name="T3" fmla="*/ 0 h 306"/>
                <a:gd name="T4" fmla="*/ 0 w 48"/>
                <a:gd name="T5" fmla="*/ 0 h 306"/>
                <a:gd name="T6" fmla="*/ 0 w 48"/>
                <a:gd name="T7" fmla="*/ 282 h 306"/>
                <a:gd name="T8" fmla="*/ 0 w 48"/>
                <a:gd name="T9" fmla="*/ 305 h 306"/>
                <a:gd name="T10" fmla="*/ 24 w 48"/>
                <a:gd name="T11" fmla="*/ 306 h 306"/>
                <a:gd name="T12" fmla="*/ 48 w 48"/>
                <a:gd name="T13" fmla="*/ 306 h 306"/>
                <a:gd name="T14" fmla="*/ 48 w 48"/>
                <a:gd name="T15" fmla="*/ 282 h 306"/>
                <a:gd name="T16" fmla="*/ 24 w 48"/>
                <a:gd name="T17" fmla="*/ 282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306">
                  <a:moveTo>
                    <a:pt x="24" y="282"/>
                  </a:moveTo>
                  <a:lnTo>
                    <a:pt x="26" y="0"/>
                  </a:lnTo>
                  <a:lnTo>
                    <a:pt x="0" y="0"/>
                  </a:lnTo>
                  <a:lnTo>
                    <a:pt x="0" y="282"/>
                  </a:lnTo>
                  <a:lnTo>
                    <a:pt x="0" y="305"/>
                  </a:lnTo>
                  <a:lnTo>
                    <a:pt x="24" y="306"/>
                  </a:lnTo>
                  <a:lnTo>
                    <a:pt x="48" y="306"/>
                  </a:lnTo>
                  <a:lnTo>
                    <a:pt x="48" y="282"/>
                  </a:lnTo>
                  <a:lnTo>
                    <a:pt x="24" y="2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Freeform 114"/>
            <p:cNvSpPr>
              <a:spLocks/>
            </p:cNvSpPr>
            <p:nvPr/>
          </p:nvSpPr>
          <p:spPr bwMode="auto">
            <a:xfrm>
              <a:off x="2500313" y="4495801"/>
              <a:ext cx="38100" cy="36513"/>
            </a:xfrm>
            <a:custGeom>
              <a:avLst/>
              <a:gdLst>
                <a:gd name="T0" fmla="*/ 24 w 24"/>
                <a:gd name="T1" fmla="*/ 23 h 23"/>
                <a:gd name="T2" fmla="*/ 0 w 24"/>
                <a:gd name="T3" fmla="*/ 23 h 23"/>
                <a:gd name="T4" fmla="*/ 2 w 24"/>
                <a:gd name="T5" fmla="*/ 0 h 23"/>
                <a:gd name="T6" fmla="*/ 24 w 24"/>
                <a:gd name="T7" fmla="*/ 0 h 23"/>
                <a:gd name="T8" fmla="*/ 24 w 24"/>
                <a:gd name="T9" fmla="*/ 23 h 23"/>
              </a:gdLst>
              <a:ahLst/>
              <a:cxnLst>
                <a:cxn ang="0">
                  <a:pos x="T0" y="T1"/>
                </a:cxn>
                <a:cxn ang="0">
                  <a:pos x="T2" y="T3"/>
                </a:cxn>
                <a:cxn ang="0">
                  <a:pos x="T4" y="T5"/>
                </a:cxn>
                <a:cxn ang="0">
                  <a:pos x="T6" y="T7"/>
                </a:cxn>
                <a:cxn ang="0">
                  <a:pos x="T8" y="T9"/>
                </a:cxn>
              </a:cxnLst>
              <a:rect l="0" t="0" r="r" b="b"/>
              <a:pathLst>
                <a:path w="24" h="23">
                  <a:moveTo>
                    <a:pt x="24" y="23"/>
                  </a:moveTo>
                  <a:lnTo>
                    <a:pt x="0" y="23"/>
                  </a:lnTo>
                  <a:lnTo>
                    <a:pt x="2" y="0"/>
                  </a:lnTo>
                  <a:lnTo>
                    <a:pt x="24" y="0"/>
                  </a:lnTo>
                  <a:lnTo>
                    <a:pt x="24"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 name="Rectangle 115"/>
            <p:cNvSpPr>
              <a:spLocks noChangeArrowheads="1"/>
            </p:cNvSpPr>
            <p:nvPr/>
          </p:nvSpPr>
          <p:spPr bwMode="auto">
            <a:xfrm>
              <a:off x="2538413" y="4532313"/>
              <a:ext cx="34925"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 name="Rectangle 116"/>
            <p:cNvSpPr>
              <a:spLocks noChangeArrowheads="1"/>
            </p:cNvSpPr>
            <p:nvPr/>
          </p:nvSpPr>
          <p:spPr bwMode="auto">
            <a:xfrm>
              <a:off x="2573338" y="4570413"/>
              <a:ext cx="38100"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Rectangle 117"/>
            <p:cNvSpPr>
              <a:spLocks noChangeArrowheads="1"/>
            </p:cNvSpPr>
            <p:nvPr/>
          </p:nvSpPr>
          <p:spPr bwMode="auto">
            <a:xfrm>
              <a:off x="2611438" y="4608513"/>
              <a:ext cx="36513"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Rectangle 118"/>
            <p:cNvSpPr>
              <a:spLocks noChangeArrowheads="1"/>
            </p:cNvSpPr>
            <p:nvPr/>
          </p:nvSpPr>
          <p:spPr bwMode="auto">
            <a:xfrm>
              <a:off x="2647951" y="4646613"/>
              <a:ext cx="36513"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 name="Rectangle 119"/>
            <p:cNvSpPr>
              <a:spLocks noChangeArrowheads="1"/>
            </p:cNvSpPr>
            <p:nvPr/>
          </p:nvSpPr>
          <p:spPr bwMode="auto">
            <a:xfrm>
              <a:off x="2684463" y="4681538"/>
              <a:ext cx="36513"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Rectangle 120"/>
            <p:cNvSpPr>
              <a:spLocks noChangeArrowheads="1"/>
            </p:cNvSpPr>
            <p:nvPr/>
          </p:nvSpPr>
          <p:spPr bwMode="auto">
            <a:xfrm>
              <a:off x="2720976" y="4719638"/>
              <a:ext cx="34925"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 name="Rectangle 121"/>
            <p:cNvSpPr>
              <a:spLocks noChangeArrowheads="1"/>
            </p:cNvSpPr>
            <p:nvPr/>
          </p:nvSpPr>
          <p:spPr bwMode="auto">
            <a:xfrm>
              <a:off x="2720976" y="4795838"/>
              <a:ext cx="34925"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 name="Freeform 122"/>
            <p:cNvSpPr>
              <a:spLocks/>
            </p:cNvSpPr>
            <p:nvPr/>
          </p:nvSpPr>
          <p:spPr bwMode="auto">
            <a:xfrm>
              <a:off x="2682876" y="4795838"/>
              <a:ext cx="38100" cy="38100"/>
            </a:xfrm>
            <a:custGeom>
              <a:avLst/>
              <a:gdLst>
                <a:gd name="T0" fmla="*/ 0 w 24"/>
                <a:gd name="T1" fmla="*/ 24 h 24"/>
                <a:gd name="T2" fmla="*/ 24 w 24"/>
                <a:gd name="T3" fmla="*/ 24 h 24"/>
                <a:gd name="T4" fmla="*/ 24 w 24"/>
                <a:gd name="T5" fmla="*/ 0 h 24"/>
                <a:gd name="T6" fmla="*/ 1 w 24"/>
                <a:gd name="T7" fmla="*/ 0 h 24"/>
                <a:gd name="T8" fmla="*/ 0 w 24"/>
                <a:gd name="T9" fmla="*/ 24 h 24"/>
              </a:gdLst>
              <a:ahLst/>
              <a:cxnLst>
                <a:cxn ang="0">
                  <a:pos x="T0" y="T1"/>
                </a:cxn>
                <a:cxn ang="0">
                  <a:pos x="T2" y="T3"/>
                </a:cxn>
                <a:cxn ang="0">
                  <a:pos x="T4" y="T5"/>
                </a:cxn>
                <a:cxn ang="0">
                  <a:pos x="T6" y="T7"/>
                </a:cxn>
                <a:cxn ang="0">
                  <a:pos x="T8" y="T9"/>
                </a:cxn>
              </a:cxnLst>
              <a:rect l="0" t="0" r="r" b="b"/>
              <a:pathLst>
                <a:path w="24" h="24">
                  <a:moveTo>
                    <a:pt x="0" y="24"/>
                  </a:moveTo>
                  <a:lnTo>
                    <a:pt x="24" y="24"/>
                  </a:lnTo>
                  <a:lnTo>
                    <a:pt x="24" y="0"/>
                  </a:lnTo>
                  <a:lnTo>
                    <a:pt x="1" y="0"/>
                  </a:lnTo>
                  <a:lnTo>
                    <a:pt x="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 name="Rectangle 123"/>
            <p:cNvSpPr>
              <a:spLocks noChangeArrowheads="1"/>
            </p:cNvSpPr>
            <p:nvPr/>
          </p:nvSpPr>
          <p:spPr bwMode="auto">
            <a:xfrm>
              <a:off x="2720976" y="5097463"/>
              <a:ext cx="34925"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 name="Rectangle 124"/>
            <p:cNvSpPr>
              <a:spLocks noChangeArrowheads="1"/>
            </p:cNvSpPr>
            <p:nvPr/>
          </p:nvSpPr>
          <p:spPr bwMode="auto">
            <a:xfrm>
              <a:off x="2538413" y="4872038"/>
              <a:ext cx="34925"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 name="Freeform 125"/>
            <p:cNvSpPr>
              <a:spLocks/>
            </p:cNvSpPr>
            <p:nvPr/>
          </p:nvSpPr>
          <p:spPr bwMode="auto">
            <a:xfrm>
              <a:off x="2647951" y="4795838"/>
              <a:ext cx="36513" cy="76200"/>
            </a:xfrm>
            <a:custGeom>
              <a:avLst/>
              <a:gdLst>
                <a:gd name="T0" fmla="*/ 0 w 23"/>
                <a:gd name="T1" fmla="*/ 24 h 48"/>
                <a:gd name="T2" fmla="*/ 0 w 23"/>
                <a:gd name="T3" fmla="*/ 48 h 48"/>
                <a:gd name="T4" fmla="*/ 22 w 23"/>
                <a:gd name="T5" fmla="*/ 48 h 48"/>
                <a:gd name="T6" fmla="*/ 22 w 23"/>
                <a:gd name="T7" fmla="*/ 24 h 48"/>
                <a:gd name="T8" fmla="*/ 23 w 23"/>
                <a:gd name="T9" fmla="*/ 0 h 48"/>
                <a:gd name="T10" fmla="*/ 0 w 23"/>
                <a:gd name="T11" fmla="*/ 0 h 48"/>
                <a:gd name="T12" fmla="*/ 0 w 23"/>
                <a:gd name="T13" fmla="*/ 24 h 48"/>
              </a:gdLst>
              <a:ahLst/>
              <a:cxnLst>
                <a:cxn ang="0">
                  <a:pos x="T0" y="T1"/>
                </a:cxn>
                <a:cxn ang="0">
                  <a:pos x="T2" y="T3"/>
                </a:cxn>
                <a:cxn ang="0">
                  <a:pos x="T4" y="T5"/>
                </a:cxn>
                <a:cxn ang="0">
                  <a:pos x="T6" y="T7"/>
                </a:cxn>
                <a:cxn ang="0">
                  <a:pos x="T8" y="T9"/>
                </a:cxn>
                <a:cxn ang="0">
                  <a:pos x="T10" y="T11"/>
                </a:cxn>
                <a:cxn ang="0">
                  <a:pos x="T12" y="T13"/>
                </a:cxn>
              </a:cxnLst>
              <a:rect l="0" t="0" r="r" b="b"/>
              <a:pathLst>
                <a:path w="23" h="48">
                  <a:moveTo>
                    <a:pt x="0" y="24"/>
                  </a:moveTo>
                  <a:lnTo>
                    <a:pt x="0" y="48"/>
                  </a:lnTo>
                  <a:lnTo>
                    <a:pt x="22" y="48"/>
                  </a:lnTo>
                  <a:lnTo>
                    <a:pt x="22" y="24"/>
                  </a:lnTo>
                  <a:lnTo>
                    <a:pt x="23" y="0"/>
                  </a:lnTo>
                  <a:lnTo>
                    <a:pt x="0" y="0"/>
                  </a:lnTo>
                  <a:lnTo>
                    <a:pt x="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 name="Freeform 126"/>
            <p:cNvSpPr>
              <a:spLocks/>
            </p:cNvSpPr>
            <p:nvPr/>
          </p:nvSpPr>
          <p:spPr bwMode="auto">
            <a:xfrm>
              <a:off x="2682876" y="4872038"/>
              <a:ext cx="38100" cy="76200"/>
            </a:xfrm>
            <a:custGeom>
              <a:avLst/>
              <a:gdLst>
                <a:gd name="T0" fmla="*/ 0 w 24"/>
                <a:gd name="T1" fmla="*/ 24 h 48"/>
                <a:gd name="T2" fmla="*/ 0 w 24"/>
                <a:gd name="T3" fmla="*/ 48 h 48"/>
                <a:gd name="T4" fmla="*/ 24 w 24"/>
                <a:gd name="T5" fmla="*/ 48 h 48"/>
                <a:gd name="T6" fmla="*/ 24 w 24"/>
                <a:gd name="T7" fmla="*/ 24 h 48"/>
                <a:gd name="T8" fmla="*/ 24 w 24"/>
                <a:gd name="T9" fmla="*/ 0 h 48"/>
                <a:gd name="T10" fmla="*/ 0 w 24"/>
                <a:gd name="T11" fmla="*/ 0 h 48"/>
                <a:gd name="T12" fmla="*/ 0 w 24"/>
                <a:gd name="T13" fmla="*/ 24 h 48"/>
              </a:gdLst>
              <a:ahLst/>
              <a:cxnLst>
                <a:cxn ang="0">
                  <a:pos x="T0" y="T1"/>
                </a:cxn>
                <a:cxn ang="0">
                  <a:pos x="T2" y="T3"/>
                </a:cxn>
                <a:cxn ang="0">
                  <a:pos x="T4" y="T5"/>
                </a:cxn>
                <a:cxn ang="0">
                  <a:pos x="T6" y="T7"/>
                </a:cxn>
                <a:cxn ang="0">
                  <a:pos x="T8" y="T9"/>
                </a:cxn>
                <a:cxn ang="0">
                  <a:pos x="T10" y="T11"/>
                </a:cxn>
                <a:cxn ang="0">
                  <a:pos x="T12" y="T13"/>
                </a:cxn>
              </a:cxnLst>
              <a:rect l="0" t="0" r="r" b="b"/>
              <a:pathLst>
                <a:path w="24" h="48">
                  <a:moveTo>
                    <a:pt x="0" y="24"/>
                  </a:moveTo>
                  <a:lnTo>
                    <a:pt x="0" y="48"/>
                  </a:lnTo>
                  <a:lnTo>
                    <a:pt x="24" y="48"/>
                  </a:lnTo>
                  <a:lnTo>
                    <a:pt x="24" y="24"/>
                  </a:lnTo>
                  <a:lnTo>
                    <a:pt x="24" y="0"/>
                  </a:lnTo>
                  <a:lnTo>
                    <a:pt x="0" y="0"/>
                  </a:lnTo>
                  <a:lnTo>
                    <a:pt x="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 name="Freeform 127"/>
            <p:cNvSpPr>
              <a:spLocks/>
            </p:cNvSpPr>
            <p:nvPr/>
          </p:nvSpPr>
          <p:spPr bwMode="auto">
            <a:xfrm>
              <a:off x="2720976" y="4945063"/>
              <a:ext cx="34925" cy="76200"/>
            </a:xfrm>
            <a:custGeom>
              <a:avLst/>
              <a:gdLst>
                <a:gd name="T0" fmla="*/ 0 w 22"/>
                <a:gd name="T1" fmla="*/ 24 h 48"/>
                <a:gd name="T2" fmla="*/ 0 w 22"/>
                <a:gd name="T3" fmla="*/ 48 h 48"/>
                <a:gd name="T4" fmla="*/ 22 w 22"/>
                <a:gd name="T5" fmla="*/ 48 h 48"/>
                <a:gd name="T6" fmla="*/ 22 w 22"/>
                <a:gd name="T7" fmla="*/ 24 h 48"/>
                <a:gd name="T8" fmla="*/ 22 w 22"/>
                <a:gd name="T9" fmla="*/ 0 h 48"/>
                <a:gd name="T10" fmla="*/ 0 w 22"/>
                <a:gd name="T11" fmla="*/ 0 h 48"/>
                <a:gd name="T12" fmla="*/ 0 w 22"/>
                <a:gd name="T13" fmla="*/ 24 h 48"/>
              </a:gdLst>
              <a:ahLst/>
              <a:cxnLst>
                <a:cxn ang="0">
                  <a:pos x="T0" y="T1"/>
                </a:cxn>
                <a:cxn ang="0">
                  <a:pos x="T2" y="T3"/>
                </a:cxn>
                <a:cxn ang="0">
                  <a:pos x="T4" y="T5"/>
                </a:cxn>
                <a:cxn ang="0">
                  <a:pos x="T6" y="T7"/>
                </a:cxn>
                <a:cxn ang="0">
                  <a:pos x="T8" y="T9"/>
                </a:cxn>
                <a:cxn ang="0">
                  <a:pos x="T10" y="T11"/>
                </a:cxn>
                <a:cxn ang="0">
                  <a:pos x="T12" y="T13"/>
                </a:cxn>
              </a:cxnLst>
              <a:rect l="0" t="0" r="r" b="b"/>
              <a:pathLst>
                <a:path w="22" h="48">
                  <a:moveTo>
                    <a:pt x="0" y="24"/>
                  </a:moveTo>
                  <a:lnTo>
                    <a:pt x="0" y="48"/>
                  </a:lnTo>
                  <a:lnTo>
                    <a:pt x="22" y="48"/>
                  </a:lnTo>
                  <a:lnTo>
                    <a:pt x="22" y="24"/>
                  </a:lnTo>
                  <a:lnTo>
                    <a:pt x="22" y="0"/>
                  </a:lnTo>
                  <a:lnTo>
                    <a:pt x="0" y="0"/>
                  </a:lnTo>
                  <a:lnTo>
                    <a:pt x="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 name="Freeform 128"/>
            <p:cNvSpPr>
              <a:spLocks/>
            </p:cNvSpPr>
            <p:nvPr/>
          </p:nvSpPr>
          <p:spPr bwMode="auto">
            <a:xfrm>
              <a:off x="2755901" y="5021263"/>
              <a:ext cx="38100" cy="76200"/>
            </a:xfrm>
            <a:custGeom>
              <a:avLst/>
              <a:gdLst>
                <a:gd name="T0" fmla="*/ 0 w 24"/>
                <a:gd name="T1" fmla="*/ 24 h 48"/>
                <a:gd name="T2" fmla="*/ 0 w 24"/>
                <a:gd name="T3" fmla="*/ 48 h 48"/>
                <a:gd name="T4" fmla="*/ 24 w 24"/>
                <a:gd name="T5" fmla="*/ 48 h 48"/>
                <a:gd name="T6" fmla="*/ 24 w 24"/>
                <a:gd name="T7" fmla="*/ 24 h 48"/>
                <a:gd name="T8" fmla="*/ 24 w 24"/>
                <a:gd name="T9" fmla="*/ 0 h 48"/>
                <a:gd name="T10" fmla="*/ 0 w 24"/>
                <a:gd name="T11" fmla="*/ 0 h 48"/>
                <a:gd name="T12" fmla="*/ 0 w 24"/>
                <a:gd name="T13" fmla="*/ 24 h 48"/>
              </a:gdLst>
              <a:ahLst/>
              <a:cxnLst>
                <a:cxn ang="0">
                  <a:pos x="T0" y="T1"/>
                </a:cxn>
                <a:cxn ang="0">
                  <a:pos x="T2" y="T3"/>
                </a:cxn>
                <a:cxn ang="0">
                  <a:pos x="T4" y="T5"/>
                </a:cxn>
                <a:cxn ang="0">
                  <a:pos x="T6" y="T7"/>
                </a:cxn>
                <a:cxn ang="0">
                  <a:pos x="T8" y="T9"/>
                </a:cxn>
                <a:cxn ang="0">
                  <a:pos x="T10" y="T11"/>
                </a:cxn>
                <a:cxn ang="0">
                  <a:pos x="T12" y="T13"/>
                </a:cxn>
              </a:cxnLst>
              <a:rect l="0" t="0" r="r" b="b"/>
              <a:pathLst>
                <a:path w="24" h="48">
                  <a:moveTo>
                    <a:pt x="0" y="24"/>
                  </a:moveTo>
                  <a:lnTo>
                    <a:pt x="0" y="48"/>
                  </a:lnTo>
                  <a:lnTo>
                    <a:pt x="24" y="48"/>
                  </a:lnTo>
                  <a:lnTo>
                    <a:pt x="24" y="24"/>
                  </a:lnTo>
                  <a:lnTo>
                    <a:pt x="24" y="0"/>
                  </a:lnTo>
                  <a:lnTo>
                    <a:pt x="0" y="0"/>
                  </a:lnTo>
                  <a:lnTo>
                    <a:pt x="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 name="Freeform 129"/>
            <p:cNvSpPr>
              <a:spLocks/>
            </p:cNvSpPr>
            <p:nvPr/>
          </p:nvSpPr>
          <p:spPr bwMode="auto">
            <a:xfrm>
              <a:off x="2682876" y="5059363"/>
              <a:ext cx="38100" cy="76200"/>
            </a:xfrm>
            <a:custGeom>
              <a:avLst/>
              <a:gdLst>
                <a:gd name="T0" fmla="*/ 0 w 24"/>
                <a:gd name="T1" fmla="*/ 24 h 48"/>
                <a:gd name="T2" fmla="*/ 0 w 24"/>
                <a:gd name="T3" fmla="*/ 48 h 48"/>
                <a:gd name="T4" fmla="*/ 24 w 24"/>
                <a:gd name="T5" fmla="*/ 48 h 48"/>
                <a:gd name="T6" fmla="*/ 24 w 24"/>
                <a:gd name="T7" fmla="*/ 24 h 48"/>
                <a:gd name="T8" fmla="*/ 24 w 24"/>
                <a:gd name="T9" fmla="*/ 0 h 48"/>
                <a:gd name="T10" fmla="*/ 0 w 24"/>
                <a:gd name="T11" fmla="*/ 0 h 48"/>
                <a:gd name="T12" fmla="*/ 0 w 24"/>
                <a:gd name="T13" fmla="*/ 24 h 48"/>
              </a:gdLst>
              <a:ahLst/>
              <a:cxnLst>
                <a:cxn ang="0">
                  <a:pos x="T0" y="T1"/>
                </a:cxn>
                <a:cxn ang="0">
                  <a:pos x="T2" y="T3"/>
                </a:cxn>
                <a:cxn ang="0">
                  <a:pos x="T4" y="T5"/>
                </a:cxn>
                <a:cxn ang="0">
                  <a:pos x="T6" y="T7"/>
                </a:cxn>
                <a:cxn ang="0">
                  <a:pos x="T8" y="T9"/>
                </a:cxn>
                <a:cxn ang="0">
                  <a:pos x="T10" y="T11"/>
                </a:cxn>
                <a:cxn ang="0">
                  <a:pos x="T12" y="T13"/>
                </a:cxn>
              </a:cxnLst>
              <a:rect l="0" t="0" r="r" b="b"/>
              <a:pathLst>
                <a:path w="24" h="48">
                  <a:moveTo>
                    <a:pt x="0" y="24"/>
                  </a:moveTo>
                  <a:lnTo>
                    <a:pt x="0" y="48"/>
                  </a:lnTo>
                  <a:lnTo>
                    <a:pt x="24" y="48"/>
                  </a:lnTo>
                  <a:lnTo>
                    <a:pt x="24" y="24"/>
                  </a:lnTo>
                  <a:lnTo>
                    <a:pt x="24" y="0"/>
                  </a:lnTo>
                  <a:lnTo>
                    <a:pt x="0" y="0"/>
                  </a:lnTo>
                  <a:lnTo>
                    <a:pt x="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 name="Freeform 130"/>
            <p:cNvSpPr>
              <a:spLocks/>
            </p:cNvSpPr>
            <p:nvPr/>
          </p:nvSpPr>
          <p:spPr bwMode="auto">
            <a:xfrm>
              <a:off x="2647951" y="4983163"/>
              <a:ext cx="34925" cy="76200"/>
            </a:xfrm>
            <a:custGeom>
              <a:avLst/>
              <a:gdLst>
                <a:gd name="T0" fmla="*/ 0 w 22"/>
                <a:gd name="T1" fmla="*/ 24 h 48"/>
                <a:gd name="T2" fmla="*/ 0 w 22"/>
                <a:gd name="T3" fmla="*/ 48 h 48"/>
                <a:gd name="T4" fmla="*/ 22 w 22"/>
                <a:gd name="T5" fmla="*/ 48 h 48"/>
                <a:gd name="T6" fmla="*/ 22 w 22"/>
                <a:gd name="T7" fmla="*/ 24 h 48"/>
                <a:gd name="T8" fmla="*/ 22 w 22"/>
                <a:gd name="T9" fmla="*/ 0 h 48"/>
                <a:gd name="T10" fmla="*/ 0 w 22"/>
                <a:gd name="T11" fmla="*/ 0 h 48"/>
                <a:gd name="T12" fmla="*/ 0 w 22"/>
                <a:gd name="T13" fmla="*/ 24 h 48"/>
              </a:gdLst>
              <a:ahLst/>
              <a:cxnLst>
                <a:cxn ang="0">
                  <a:pos x="T0" y="T1"/>
                </a:cxn>
                <a:cxn ang="0">
                  <a:pos x="T2" y="T3"/>
                </a:cxn>
                <a:cxn ang="0">
                  <a:pos x="T4" y="T5"/>
                </a:cxn>
                <a:cxn ang="0">
                  <a:pos x="T6" y="T7"/>
                </a:cxn>
                <a:cxn ang="0">
                  <a:pos x="T8" y="T9"/>
                </a:cxn>
                <a:cxn ang="0">
                  <a:pos x="T10" y="T11"/>
                </a:cxn>
                <a:cxn ang="0">
                  <a:pos x="T12" y="T13"/>
                </a:cxn>
              </a:cxnLst>
              <a:rect l="0" t="0" r="r" b="b"/>
              <a:pathLst>
                <a:path w="22" h="48">
                  <a:moveTo>
                    <a:pt x="0" y="24"/>
                  </a:moveTo>
                  <a:lnTo>
                    <a:pt x="0" y="48"/>
                  </a:lnTo>
                  <a:lnTo>
                    <a:pt x="22" y="48"/>
                  </a:lnTo>
                  <a:lnTo>
                    <a:pt x="22" y="24"/>
                  </a:lnTo>
                  <a:lnTo>
                    <a:pt x="22" y="0"/>
                  </a:lnTo>
                  <a:lnTo>
                    <a:pt x="0" y="0"/>
                  </a:lnTo>
                  <a:lnTo>
                    <a:pt x="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 name="Freeform 131"/>
            <p:cNvSpPr>
              <a:spLocks/>
            </p:cNvSpPr>
            <p:nvPr/>
          </p:nvSpPr>
          <p:spPr bwMode="auto">
            <a:xfrm>
              <a:off x="2609851" y="4910138"/>
              <a:ext cx="38100" cy="76200"/>
            </a:xfrm>
            <a:custGeom>
              <a:avLst/>
              <a:gdLst>
                <a:gd name="T0" fmla="*/ 0 w 24"/>
                <a:gd name="T1" fmla="*/ 24 h 48"/>
                <a:gd name="T2" fmla="*/ 0 w 24"/>
                <a:gd name="T3" fmla="*/ 48 h 48"/>
                <a:gd name="T4" fmla="*/ 24 w 24"/>
                <a:gd name="T5" fmla="*/ 48 h 48"/>
                <a:gd name="T6" fmla="*/ 24 w 24"/>
                <a:gd name="T7" fmla="*/ 24 h 48"/>
                <a:gd name="T8" fmla="*/ 24 w 24"/>
                <a:gd name="T9" fmla="*/ 0 h 48"/>
                <a:gd name="T10" fmla="*/ 1 w 24"/>
                <a:gd name="T11" fmla="*/ 0 h 48"/>
                <a:gd name="T12" fmla="*/ 0 w 24"/>
                <a:gd name="T13" fmla="*/ 24 h 48"/>
              </a:gdLst>
              <a:ahLst/>
              <a:cxnLst>
                <a:cxn ang="0">
                  <a:pos x="T0" y="T1"/>
                </a:cxn>
                <a:cxn ang="0">
                  <a:pos x="T2" y="T3"/>
                </a:cxn>
                <a:cxn ang="0">
                  <a:pos x="T4" y="T5"/>
                </a:cxn>
                <a:cxn ang="0">
                  <a:pos x="T6" y="T7"/>
                </a:cxn>
                <a:cxn ang="0">
                  <a:pos x="T8" y="T9"/>
                </a:cxn>
                <a:cxn ang="0">
                  <a:pos x="T10" y="T11"/>
                </a:cxn>
                <a:cxn ang="0">
                  <a:pos x="T12" y="T13"/>
                </a:cxn>
              </a:cxnLst>
              <a:rect l="0" t="0" r="r" b="b"/>
              <a:pathLst>
                <a:path w="24" h="48">
                  <a:moveTo>
                    <a:pt x="0" y="24"/>
                  </a:moveTo>
                  <a:lnTo>
                    <a:pt x="0" y="48"/>
                  </a:lnTo>
                  <a:lnTo>
                    <a:pt x="24" y="48"/>
                  </a:lnTo>
                  <a:lnTo>
                    <a:pt x="24" y="24"/>
                  </a:lnTo>
                  <a:lnTo>
                    <a:pt x="24" y="0"/>
                  </a:lnTo>
                  <a:lnTo>
                    <a:pt x="1" y="0"/>
                  </a:lnTo>
                  <a:lnTo>
                    <a:pt x="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 name="Freeform 132"/>
            <p:cNvSpPr>
              <a:spLocks/>
            </p:cNvSpPr>
            <p:nvPr/>
          </p:nvSpPr>
          <p:spPr bwMode="auto">
            <a:xfrm>
              <a:off x="2573338" y="4833938"/>
              <a:ext cx="38100" cy="76200"/>
            </a:xfrm>
            <a:custGeom>
              <a:avLst/>
              <a:gdLst>
                <a:gd name="T0" fmla="*/ 0 w 24"/>
                <a:gd name="T1" fmla="*/ 24 h 48"/>
                <a:gd name="T2" fmla="*/ 0 w 24"/>
                <a:gd name="T3" fmla="*/ 48 h 48"/>
                <a:gd name="T4" fmla="*/ 23 w 24"/>
                <a:gd name="T5" fmla="*/ 48 h 48"/>
                <a:gd name="T6" fmla="*/ 24 w 24"/>
                <a:gd name="T7" fmla="*/ 24 h 48"/>
                <a:gd name="T8" fmla="*/ 24 w 24"/>
                <a:gd name="T9" fmla="*/ 0 h 48"/>
                <a:gd name="T10" fmla="*/ 0 w 24"/>
                <a:gd name="T11" fmla="*/ 0 h 48"/>
                <a:gd name="T12" fmla="*/ 0 w 24"/>
                <a:gd name="T13" fmla="*/ 24 h 48"/>
              </a:gdLst>
              <a:ahLst/>
              <a:cxnLst>
                <a:cxn ang="0">
                  <a:pos x="T0" y="T1"/>
                </a:cxn>
                <a:cxn ang="0">
                  <a:pos x="T2" y="T3"/>
                </a:cxn>
                <a:cxn ang="0">
                  <a:pos x="T4" y="T5"/>
                </a:cxn>
                <a:cxn ang="0">
                  <a:pos x="T6" y="T7"/>
                </a:cxn>
                <a:cxn ang="0">
                  <a:pos x="T8" y="T9"/>
                </a:cxn>
                <a:cxn ang="0">
                  <a:pos x="T10" y="T11"/>
                </a:cxn>
                <a:cxn ang="0">
                  <a:pos x="T12" y="T13"/>
                </a:cxn>
              </a:cxnLst>
              <a:rect l="0" t="0" r="r" b="b"/>
              <a:pathLst>
                <a:path w="24" h="48">
                  <a:moveTo>
                    <a:pt x="0" y="24"/>
                  </a:moveTo>
                  <a:lnTo>
                    <a:pt x="0" y="48"/>
                  </a:lnTo>
                  <a:lnTo>
                    <a:pt x="23" y="48"/>
                  </a:lnTo>
                  <a:lnTo>
                    <a:pt x="24" y="24"/>
                  </a:lnTo>
                  <a:lnTo>
                    <a:pt x="24" y="0"/>
                  </a:lnTo>
                  <a:lnTo>
                    <a:pt x="0" y="0"/>
                  </a:lnTo>
                  <a:lnTo>
                    <a:pt x="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 name="Freeform 133"/>
            <p:cNvSpPr>
              <a:spLocks/>
            </p:cNvSpPr>
            <p:nvPr/>
          </p:nvSpPr>
          <p:spPr bwMode="auto">
            <a:xfrm>
              <a:off x="2755901" y="4757738"/>
              <a:ext cx="38100" cy="76200"/>
            </a:xfrm>
            <a:custGeom>
              <a:avLst/>
              <a:gdLst>
                <a:gd name="T0" fmla="*/ 0 w 24"/>
                <a:gd name="T1" fmla="*/ 0 h 48"/>
                <a:gd name="T2" fmla="*/ 0 w 24"/>
                <a:gd name="T3" fmla="*/ 24 h 48"/>
                <a:gd name="T4" fmla="*/ 0 w 24"/>
                <a:gd name="T5" fmla="*/ 48 h 48"/>
                <a:gd name="T6" fmla="*/ 24 w 24"/>
                <a:gd name="T7" fmla="*/ 48 h 48"/>
                <a:gd name="T8" fmla="*/ 24 w 24"/>
                <a:gd name="T9" fmla="*/ 24 h 48"/>
                <a:gd name="T10" fmla="*/ 24 w 24"/>
                <a:gd name="T11" fmla="*/ 0 h 48"/>
                <a:gd name="T12" fmla="*/ 0 w 24"/>
                <a:gd name="T13" fmla="*/ 0 h 48"/>
              </a:gdLst>
              <a:ahLst/>
              <a:cxnLst>
                <a:cxn ang="0">
                  <a:pos x="T0" y="T1"/>
                </a:cxn>
                <a:cxn ang="0">
                  <a:pos x="T2" y="T3"/>
                </a:cxn>
                <a:cxn ang="0">
                  <a:pos x="T4" y="T5"/>
                </a:cxn>
                <a:cxn ang="0">
                  <a:pos x="T6" y="T7"/>
                </a:cxn>
                <a:cxn ang="0">
                  <a:pos x="T8" y="T9"/>
                </a:cxn>
                <a:cxn ang="0">
                  <a:pos x="T10" y="T11"/>
                </a:cxn>
                <a:cxn ang="0">
                  <a:pos x="T12" y="T13"/>
                </a:cxn>
              </a:cxnLst>
              <a:rect l="0" t="0" r="r" b="b"/>
              <a:pathLst>
                <a:path w="24" h="48">
                  <a:moveTo>
                    <a:pt x="0" y="0"/>
                  </a:moveTo>
                  <a:lnTo>
                    <a:pt x="0" y="24"/>
                  </a:lnTo>
                  <a:lnTo>
                    <a:pt x="0" y="48"/>
                  </a:lnTo>
                  <a:lnTo>
                    <a:pt x="24" y="48"/>
                  </a:lnTo>
                  <a:lnTo>
                    <a:pt x="24" y="24"/>
                  </a:lnTo>
                  <a:lnTo>
                    <a:pt x="24"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365" name="Freeform 134"/>
          <p:cNvSpPr>
            <a:spLocks noEditPoints="1"/>
          </p:cNvSpPr>
          <p:nvPr/>
        </p:nvSpPr>
        <p:spPr bwMode="auto">
          <a:xfrm>
            <a:off x="4930815" y="3389843"/>
            <a:ext cx="267852" cy="363514"/>
          </a:xfrm>
          <a:custGeom>
            <a:avLst/>
            <a:gdLst>
              <a:gd name="T0" fmla="*/ 175 w 175"/>
              <a:gd name="T1" fmla="*/ 9 h 237"/>
              <a:gd name="T2" fmla="*/ 17 w 175"/>
              <a:gd name="T3" fmla="*/ 9 h 237"/>
              <a:gd name="T4" fmla="*/ 17 w 175"/>
              <a:gd name="T5" fmla="*/ 3 h 237"/>
              <a:gd name="T6" fmla="*/ 9 w 175"/>
              <a:gd name="T7" fmla="*/ 0 h 237"/>
              <a:gd name="T8" fmla="*/ 0 w 175"/>
              <a:gd name="T9" fmla="*/ 3 h 237"/>
              <a:gd name="T10" fmla="*/ 6 w 175"/>
              <a:gd name="T11" fmla="*/ 237 h 237"/>
              <a:gd name="T12" fmla="*/ 12 w 175"/>
              <a:gd name="T13" fmla="*/ 237 h 237"/>
              <a:gd name="T14" fmla="*/ 14 w 175"/>
              <a:gd name="T15" fmla="*/ 132 h 237"/>
              <a:gd name="T16" fmla="*/ 14 w 175"/>
              <a:gd name="T17" fmla="*/ 132 h 237"/>
              <a:gd name="T18" fmla="*/ 175 w 175"/>
              <a:gd name="T19" fmla="*/ 132 h 237"/>
              <a:gd name="T20" fmla="*/ 135 w 175"/>
              <a:gd name="T21" fmla="*/ 70 h 237"/>
              <a:gd name="T22" fmla="*/ 175 w 175"/>
              <a:gd name="T23" fmla="*/ 9 h 237"/>
              <a:gd name="T24" fmla="*/ 160 w 175"/>
              <a:gd name="T25" fmla="*/ 124 h 237"/>
              <a:gd name="T26" fmla="*/ 15 w 175"/>
              <a:gd name="T27" fmla="*/ 123 h 237"/>
              <a:gd name="T28" fmla="*/ 16 w 175"/>
              <a:gd name="T29" fmla="*/ 17 h 237"/>
              <a:gd name="T30" fmla="*/ 160 w 175"/>
              <a:gd name="T31" fmla="*/ 17 h 237"/>
              <a:gd name="T32" fmla="*/ 126 w 175"/>
              <a:gd name="T33" fmla="*/ 70 h 237"/>
              <a:gd name="T34" fmla="*/ 160 w 175"/>
              <a:gd name="T35" fmla="*/ 124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5" h="237">
                <a:moveTo>
                  <a:pt x="175" y="9"/>
                </a:moveTo>
                <a:cubicBezTo>
                  <a:pt x="17" y="9"/>
                  <a:pt x="17" y="9"/>
                  <a:pt x="17" y="9"/>
                </a:cubicBezTo>
                <a:cubicBezTo>
                  <a:pt x="17" y="3"/>
                  <a:pt x="17" y="3"/>
                  <a:pt x="17" y="3"/>
                </a:cubicBezTo>
                <a:cubicBezTo>
                  <a:pt x="17" y="2"/>
                  <a:pt x="13" y="0"/>
                  <a:pt x="9" y="0"/>
                </a:cubicBezTo>
                <a:cubicBezTo>
                  <a:pt x="4" y="0"/>
                  <a:pt x="0" y="2"/>
                  <a:pt x="0" y="3"/>
                </a:cubicBezTo>
                <a:cubicBezTo>
                  <a:pt x="6" y="237"/>
                  <a:pt x="6" y="237"/>
                  <a:pt x="6" y="237"/>
                </a:cubicBezTo>
                <a:cubicBezTo>
                  <a:pt x="12" y="237"/>
                  <a:pt x="12" y="237"/>
                  <a:pt x="12" y="237"/>
                </a:cubicBezTo>
                <a:cubicBezTo>
                  <a:pt x="14" y="132"/>
                  <a:pt x="14" y="132"/>
                  <a:pt x="14" y="132"/>
                </a:cubicBezTo>
                <a:cubicBezTo>
                  <a:pt x="14" y="132"/>
                  <a:pt x="14" y="132"/>
                  <a:pt x="14" y="132"/>
                </a:cubicBezTo>
                <a:cubicBezTo>
                  <a:pt x="175" y="132"/>
                  <a:pt x="175" y="132"/>
                  <a:pt x="175" y="132"/>
                </a:cubicBezTo>
                <a:cubicBezTo>
                  <a:pt x="135" y="70"/>
                  <a:pt x="135" y="70"/>
                  <a:pt x="135" y="70"/>
                </a:cubicBezTo>
                <a:lnTo>
                  <a:pt x="175" y="9"/>
                </a:lnTo>
                <a:close/>
                <a:moveTo>
                  <a:pt x="160" y="124"/>
                </a:moveTo>
                <a:cubicBezTo>
                  <a:pt x="15" y="123"/>
                  <a:pt x="15" y="123"/>
                  <a:pt x="15" y="123"/>
                </a:cubicBezTo>
                <a:cubicBezTo>
                  <a:pt x="16" y="17"/>
                  <a:pt x="16" y="17"/>
                  <a:pt x="16" y="17"/>
                </a:cubicBezTo>
                <a:cubicBezTo>
                  <a:pt x="160" y="17"/>
                  <a:pt x="160" y="17"/>
                  <a:pt x="160" y="17"/>
                </a:cubicBezTo>
                <a:cubicBezTo>
                  <a:pt x="126" y="70"/>
                  <a:pt x="126" y="70"/>
                  <a:pt x="126" y="70"/>
                </a:cubicBezTo>
                <a:lnTo>
                  <a:pt x="160" y="124"/>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366" name="组合 365"/>
          <p:cNvGrpSpPr/>
          <p:nvPr/>
        </p:nvGrpSpPr>
        <p:grpSpPr>
          <a:xfrm>
            <a:off x="4891164" y="2855398"/>
            <a:ext cx="362682" cy="376823"/>
            <a:chOff x="2273301" y="1931988"/>
            <a:chExt cx="692150" cy="719138"/>
          </a:xfrm>
          <a:solidFill>
            <a:srgbClr val="707E84"/>
          </a:solidFill>
        </p:grpSpPr>
        <p:sp>
          <p:nvSpPr>
            <p:cNvPr id="367" name="Freeform 135"/>
            <p:cNvSpPr>
              <a:spLocks/>
            </p:cNvSpPr>
            <p:nvPr/>
          </p:nvSpPr>
          <p:spPr bwMode="auto">
            <a:xfrm>
              <a:off x="2308226" y="2543176"/>
              <a:ext cx="101600" cy="107950"/>
            </a:xfrm>
            <a:custGeom>
              <a:avLst/>
              <a:gdLst>
                <a:gd name="T0" fmla="*/ 19 w 35"/>
                <a:gd name="T1" fmla="*/ 0 h 37"/>
                <a:gd name="T2" fmla="*/ 1 w 35"/>
                <a:gd name="T3" fmla="*/ 28 h 37"/>
                <a:gd name="T4" fmla="*/ 3 w 35"/>
                <a:gd name="T5" fmla="*/ 35 h 37"/>
                <a:gd name="T6" fmla="*/ 11 w 35"/>
                <a:gd name="T7" fmla="*/ 37 h 37"/>
                <a:gd name="T8" fmla="*/ 35 w 35"/>
                <a:gd name="T9" fmla="*/ 14 h 37"/>
                <a:gd name="T10" fmla="*/ 32 w 35"/>
                <a:gd name="T11" fmla="*/ 11 h 37"/>
                <a:gd name="T12" fmla="*/ 19 w 35"/>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35" h="37">
                  <a:moveTo>
                    <a:pt x="19" y="0"/>
                  </a:moveTo>
                  <a:cubicBezTo>
                    <a:pt x="1" y="28"/>
                    <a:pt x="1" y="28"/>
                    <a:pt x="1" y="28"/>
                  </a:cubicBezTo>
                  <a:cubicBezTo>
                    <a:pt x="0" y="31"/>
                    <a:pt x="2" y="33"/>
                    <a:pt x="3" y="35"/>
                  </a:cubicBezTo>
                  <a:cubicBezTo>
                    <a:pt x="5" y="36"/>
                    <a:pt x="9" y="37"/>
                    <a:pt x="11" y="37"/>
                  </a:cubicBezTo>
                  <a:cubicBezTo>
                    <a:pt x="35" y="14"/>
                    <a:pt x="35" y="14"/>
                    <a:pt x="35" y="14"/>
                  </a:cubicBezTo>
                  <a:cubicBezTo>
                    <a:pt x="34" y="13"/>
                    <a:pt x="33" y="12"/>
                    <a:pt x="32" y="11"/>
                  </a:cubicBezTo>
                  <a:cubicBezTo>
                    <a:pt x="27" y="8"/>
                    <a:pt x="23" y="4"/>
                    <a:pt x="1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 name="Freeform 136"/>
            <p:cNvSpPr>
              <a:spLocks/>
            </p:cNvSpPr>
            <p:nvPr/>
          </p:nvSpPr>
          <p:spPr bwMode="auto">
            <a:xfrm>
              <a:off x="2273301" y="2159001"/>
              <a:ext cx="511175" cy="484188"/>
            </a:xfrm>
            <a:custGeom>
              <a:avLst/>
              <a:gdLst>
                <a:gd name="T0" fmla="*/ 160 w 175"/>
                <a:gd name="T1" fmla="*/ 67 h 165"/>
                <a:gd name="T2" fmla="*/ 149 w 175"/>
                <a:gd name="T3" fmla="*/ 84 h 165"/>
                <a:gd name="T4" fmla="*/ 103 w 175"/>
                <a:gd name="T5" fmla="*/ 91 h 165"/>
                <a:gd name="T6" fmla="*/ 87 w 175"/>
                <a:gd name="T7" fmla="*/ 83 h 165"/>
                <a:gd name="T8" fmla="*/ 73 w 175"/>
                <a:gd name="T9" fmla="*/ 67 h 165"/>
                <a:gd name="T10" fmla="*/ 73 w 175"/>
                <a:gd name="T11" fmla="*/ 22 h 165"/>
                <a:gd name="T12" fmla="*/ 93 w 175"/>
                <a:gd name="T13" fmla="*/ 9 h 165"/>
                <a:gd name="T14" fmla="*/ 25 w 175"/>
                <a:gd name="T15" fmla="*/ 24 h 165"/>
                <a:gd name="T16" fmla="*/ 25 w 175"/>
                <a:gd name="T17" fmla="*/ 24 h 165"/>
                <a:gd name="T18" fmla="*/ 25 w 175"/>
                <a:gd name="T19" fmla="*/ 24 h 165"/>
                <a:gd name="T20" fmla="*/ 20 w 175"/>
                <a:gd name="T21" fmla="*/ 29 h 165"/>
                <a:gd name="T22" fmla="*/ 17 w 175"/>
                <a:gd name="T23" fmla="*/ 35 h 165"/>
                <a:gd name="T24" fmla="*/ 35 w 175"/>
                <a:gd name="T25" fmla="*/ 125 h 165"/>
                <a:gd name="T26" fmla="*/ 48 w 175"/>
                <a:gd name="T27" fmla="*/ 136 h 165"/>
                <a:gd name="T28" fmla="*/ 52 w 175"/>
                <a:gd name="T29" fmla="*/ 139 h 165"/>
                <a:gd name="T30" fmla="*/ 156 w 175"/>
                <a:gd name="T31" fmla="*/ 134 h 165"/>
                <a:gd name="T32" fmla="*/ 157 w 175"/>
                <a:gd name="T33" fmla="*/ 132 h 165"/>
                <a:gd name="T34" fmla="*/ 157 w 175"/>
                <a:gd name="T35" fmla="*/ 132 h 165"/>
                <a:gd name="T36" fmla="*/ 160 w 175"/>
                <a:gd name="T37" fmla="*/ 67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5" h="165">
                  <a:moveTo>
                    <a:pt x="160" y="67"/>
                  </a:moveTo>
                  <a:cubicBezTo>
                    <a:pt x="149" y="84"/>
                    <a:pt x="149" y="84"/>
                    <a:pt x="149" y="84"/>
                  </a:cubicBezTo>
                  <a:cubicBezTo>
                    <a:pt x="141" y="97"/>
                    <a:pt x="118" y="96"/>
                    <a:pt x="103" y="91"/>
                  </a:cubicBezTo>
                  <a:cubicBezTo>
                    <a:pt x="97" y="90"/>
                    <a:pt x="92" y="87"/>
                    <a:pt x="87" y="83"/>
                  </a:cubicBezTo>
                  <a:cubicBezTo>
                    <a:pt x="81" y="79"/>
                    <a:pt x="76" y="73"/>
                    <a:pt x="73" y="67"/>
                  </a:cubicBezTo>
                  <a:cubicBezTo>
                    <a:pt x="67" y="55"/>
                    <a:pt x="64" y="35"/>
                    <a:pt x="73" y="22"/>
                  </a:cubicBezTo>
                  <a:cubicBezTo>
                    <a:pt x="93" y="9"/>
                    <a:pt x="93" y="9"/>
                    <a:pt x="93" y="9"/>
                  </a:cubicBezTo>
                  <a:cubicBezTo>
                    <a:pt x="66" y="0"/>
                    <a:pt x="42" y="8"/>
                    <a:pt x="25" y="24"/>
                  </a:cubicBezTo>
                  <a:cubicBezTo>
                    <a:pt x="25" y="24"/>
                    <a:pt x="25" y="24"/>
                    <a:pt x="25" y="24"/>
                  </a:cubicBezTo>
                  <a:cubicBezTo>
                    <a:pt x="25" y="24"/>
                    <a:pt x="25" y="24"/>
                    <a:pt x="25" y="24"/>
                  </a:cubicBezTo>
                  <a:cubicBezTo>
                    <a:pt x="23" y="26"/>
                    <a:pt x="22" y="28"/>
                    <a:pt x="20" y="29"/>
                  </a:cubicBezTo>
                  <a:cubicBezTo>
                    <a:pt x="19" y="31"/>
                    <a:pt x="18" y="33"/>
                    <a:pt x="17" y="35"/>
                  </a:cubicBezTo>
                  <a:cubicBezTo>
                    <a:pt x="0" y="62"/>
                    <a:pt x="9" y="98"/>
                    <a:pt x="35" y="125"/>
                  </a:cubicBezTo>
                  <a:cubicBezTo>
                    <a:pt x="39" y="129"/>
                    <a:pt x="43" y="133"/>
                    <a:pt x="48" y="136"/>
                  </a:cubicBezTo>
                  <a:cubicBezTo>
                    <a:pt x="49" y="137"/>
                    <a:pt x="50" y="138"/>
                    <a:pt x="52" y="139"/>
                  </a:cubicBezTo>
                  <a:cubicBezTo>
                    <a:pt x="88" y="165"/>
                    <a:pt x="133" y="164"/>
                    <a:pt x="156" y="134"/>
                  </a:cubicBezTo>
                  <a:cubicBezTo>
                    <a:pt x="157" y="133"/>
                    <a:pt x="157" y="133"/>
                    <a:pt x="157" y="132"/>
                  </a:cubicBezTo>
                  <a:cubicBezTo>
                    <a:pt x="157" y="132"/>
                    <a:pt x="157" y="132"/>
                    <a:pt x="157" y="132"/>
                  </a:cubicBezTo>
                  <a:cubicBezTo>
                    <a:pt x="171" y="113"/>
                    <a:pt x="175" y="92"/>
                    <a:pt x="160"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 name="Freeform 137"/>
            <p:cNvSpPr>
              <a:spLocks/>
            </p:cNvSpPr>
            <p:nvPr/>
          </p:nvSpPr>
          <p:spPr bwMode="auto">
            <a:xfrm>
              <a:off x="2489201" y="2154238"/>
              <a:ext cx="271463" cy="265113"/>
            </a:xfrm>
            <a:custGeom>
              <a:avLst/>
              <a:gdLst>
                <a:gd name="T0" fmla="*/ 60 w 93"/>
                <a:gd name="T1" fmla="*/ 28 h 91"/>
                <a:gd name="T2" fmla="*/ 36 w 93"/>
                <a:gd name="T3" fmla="*/ 0 h 91"/>
                <a:gd name="T4" fmla="*/ 10 w 93"/>
                <a:gd name="T5" fmla="*/ 23 h 91"/>
                <a:gd name="T6" fmla="*/ 7 w 93"/>
                <a:gd name="T7" fmla="*/ 62 h 91"/>
                <a:gd name="T8" fmla="*/ 21 w 93"/>
                <a:gd name="T9" fmla="*/ 78 h 91"/>
                <a:gd name="T10" fmla="*/ 36 w 93"/>
                <a:gd name="T11" fmla="*/ 86 h 91"/>
                <a:gd name="T12" fmla="*/ 77 w 93"/>
                <a:gd name="T13" fmla="*/ 74 h 91"/>
                <a:gd name="T14" fmla="*/ 93 w 93"/>
                <a:gd name="T15" fmla="*/ 45 h 91"/>
                <a:gd name="T16" fmla="*/ 60 w 93"/>
                <a:gd name="T17" fmla="*/ 28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91">
                  <a:moveTo>
                    <a:pt x="60" y="28"/>
                  </a:moveTo>
                  <a:cubicBezTo>
                    <a:pt x="49" y="20"/>
                    <a:pt x="41" y="10"/>
                    <a:pt x="36" y="0"/>
                  </a:cubicBezTo>
                  <a:cubicBezTo>
                    <a:pt x="36" y="0"/>
                    <a:pt x="10" y="23"/>
                    <a:pt x="10" y="23"/>
                  </a:cubicBezTo>
                  <a:cubicBezTo>
                    <a:pt x="0" y="36"/>
                    <a:pt x="0" y="50"/>
                    <a:pt x="7" y="62"/>
                  </a:cubicBezTo>
                  <a:cubicBezTo>
                    <a:pt x="10" y="68"/>
                    <a:pt x="15" y="74"/>
                    <a:pt x="21" y="78"/>
                  </a:cubicBezTo>
                  <a:cubicBezTo>
                    <a:pt x="25" y="82"/>
                    <a:pt x="31" y="85"/>
                    <a:pt x="36" y="86"/>
                  </a:cubicBezTo>
                  <a:cubicBezTo>
                    <a:pt x="52" y="91"/>
                    <a:pt x="68" y="88"/>
                    <a:pt x="77" y="74"/>
                  </a:cubicBezTo>
                  <a:cubicBezTo>
                    <a:pt x="93" y="45"/>
                    <a:pt x="93" y="45"/>
                    <a:pt x="93" y="45"/>
                  </a:cubicBezTo>
                  <a:cubicBezTo>
                    <a:pt x="92" y="44"/>
                    <a:pt x="70" y="36"/>
                    <a:pt x="60"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 name="Freeform 138"/>
            <p:cNvSpPr>
              <a:spLocks/>
            </p:cNvSpPr>
            <p:nvPr/>
          </p:nvSpPr>
          <p:spPr bwMode="auto">
            <a:xfrm>
              <a:off x="2593976" y="1931988"/>
              <a:ext cx="371475" cy="336550"/>
            </a:xfrm>
            <a:custGeom>
              <a:avLst/>
              <a:gdLst>
                <a:gd name="T0" fmla="*/ 88 w 127"/>
                <a:gd name="T1" fmla="*/ 23 h 115"/>
                <a:gd name="T2" fmla="*/ 7 w 127"/>
                <a:gd name="T3" fmla="*/ 21 h 115"/>
                <a:gd name="T4" fmla="*/ 6 w 127"/>
                <a:gd name="T5" fmla="*/ 24 h 115"/>
                <a:gd name="T6" fmla="*/ 5 w 127"/>
                <a:gd name="T7" fmla="*/ 25 h 115"/>
                <a:gd name="T8" fmla="*/ 3 w 127"/>
                <a:gd name="T9" fmla="*/ 28 h 115"/>
                <a:gd name="T10" fmla="*/ 3 w 127"/>
                <a:gd name="T11" fmla="*/ 30 h 115"/>
                <a:gd name="T12" fmla="*/ 2 w 127"/>
                <a:gd name="T13" fmla="*/ 33 h 115"/>
                <a:gd name="T14" fmla="*/ 1 w 127"/>
                <a:gd name="T15" fmla="*/ 34 h 115"/>
                <a:gd name="T16" fmla="*/ 0 w 127"/>
                <a:gd name="T17" fmla="*/ 38 h 115"/>
                <a:gd name="T18" fmla="*/ 0 w 127"/>
                <a:gd name="T19" fmla="*/ 39 h 115"/>
                <a:gd name="T20" fmla="*/ 0 w 127"/>
                <a:gd name="T21" fmla="*/ 42 h 115"/>
                <a:gd name="T22" fmla="*/ 0 w 127"/>
                <a:gd name="T23" fmla="*/ 44 h 115"/>
                <a:gd name="T24" fmla="*/ 0 w 127"/>
                <a:gd name="T25" fmla="*/ 47 h 115"/>
                <a:gd name="T26" fmla="*/ 0 w 127"/>
                <a:gd name="T27" fmla="*/ 49 h 115"/>
                <a:gd name="T28" fmla="*/ 0 w 127"/>
                <a:gd name="T29" fmla="*/ 52 h 115"/>
                <a:gd name="T30" fmla="*/ 1 w 127"/>
                <a:gd name="T31" fmla="*/ 55 h 115"/>
                <a:gd name="T32" fmla="*/ 1 w 127"/>
                <a:gd name="T33" fmla="*/ 57 h 115"/>
                <a:gd name="T34" fmla="*/ 2 w 127"/>
                <a:gd name="T35" fmla="*/ 60 h 115"/>
                <a:gd name="T36" fmla="*/ 3 w 127"/>
                <a:gd name="T37" fmla="*/ 62 h 115"/>
                <a:gd name="T38" fmla="*/ 4 w 127"/>
                <a:gd name="T39" fmla="*/ 65 h 115"/>
                <a:gd name="T40" fmla="*/ 5 w 127"/>
                <a:gd name="T41" fmla="*/ 67 h 115"/>
                <a:gd name="T42" fmla="*/ 6 w 127"/>
                <a:gd name="T43" fmla="*/ 70 h 115"/>
                <a:gd name="T44" fmla="*/ 7 w 127"/>
                <a:gd name="T45" fmla="*/ 71 h 115"/>
                <a:gd name="T46" fmla="*/ 8 w 127"/>
                <a:gd name="T47" fmla="*/ 73 h 115"/>
                <a:gd name="T48" fmla="*/ 9 w 127"/>
                <a:gd name="T49" fmla="*/ 75 h 115"/>
                <a:gd name="T50" fmla="*/ 9 w 127"/>
                <a:gd name="T51" fmla="*/ 76 h 115"/>
                <a:gd name="T52" fmla="*/ 16 w 127"/>
                <a:gd name="T53" fmla="*/ 86 h 115"/>
                <a:gd name="T54" fmla="*/ 30 w 127"/>
                <a:gd name="T55" fmla="*/ 99 h 115"/>
                <a:gd name="T56" fmla="*/ 39 w 127"/>
                <a:gd name="T57" fmla="*/ 105 h 115"/>
                <a:gd name="T58" fmla="*/ 40 w 127"/>
                <a:gd name="T59" fmla="*/ 106 h 115"/>
                <a:gd name="T60" fmla="*/ 44 w 127"/>
                <a:gd name="T61" fmla="*/ 107 h 115"/>
                <a:gd name="T62" fmla="*/ 45 w 127"/>
                <a:gd name="T63" fmla="*/ 108 h 115"/>
                <a:gd name="T64" fmla="*/ 46 w 127"/>
                <a:gd name="T65" fmla="*/ 108 h 115"/>
                <a:gd name="T66" fmla="*/ 49 w 127"/>
                <a:gd name="T67" fmla="*/ 110 h 115"/>
                <a:gd name="T68" fmla="*/ 51 w 127"/>
                <a:gd name="T69" fmla="*/ 111 h 115"/>
                <a:gd name="T70" fmla="*/ 55 w 127"/>
                <a:gd name="T71" fmla="*/ 112 h 115"/>
                <a:gd name="T72" fmla="*/ 57 w 127"/>
                <a:gd name="T73" fmla="*/ 113 h 115"/>
                <a:gd name="T74" fmla="*/ 60 w 127"/>
                <a:gd name="T75" fmla="*/ 114 h 115"/>
                <a:gd name="T76" fmla="*/ 62 w 127"/>
                <a:gd name="T77" fmla="*/ 114 h 115"/>
                <a:gd name="T78" fmla="*/ 62 w 127"/>
                <a:gd name="T79" fmla="*/ 114 h 115"/>
                <a:gd name="T80" fmla="*/ 66 w 127"/>
                <a:gd name="T81" fmla="*/ 115 h 115"/>
                <a:gd name="T82" fmla="*/ 68 w 127"/>
                <a:gd name="T83" fmla="*/ 115 h 115"/>
                <a:gd name="T84" fmla="*/ 71 w 127"/>
                <a:gd name="T85" fmla="*/ 115 h 115"/>
                <a:gd name="T86" fmla="*/ 73 w 127"/>
                <a:gd name="T87" fmla="*/ 115 h 115"/>
                <a:gd name="T88" fmla="*/ 77 w 127"/>
                <a:gd name="T89" fmla="*/ 115 h 115"/>
                <a:gd name="T90" fmla="*/ 78 w 127"/>
                <a:gd name="T91" fmla="*/ 115 h 115"/>
                <a:gd name="T92" fmla="*/ 82 w 127"/>
                <a:gd name="T93" fmla="*/ 115 h 115"/>
                <a:gd name="T94" fmla="*/ 83 w 127"/>
                <a:gd name="T95" fmla="*/ 115 h 115"/>
                <a:gd name="T96" fmla="*/ 87 w 127"/>
                <a:gd name="T97" fmla="*/ 114 h 115"/>
                <a:gd name="T98" fmla="*/ 88 w 127"/>
                <a:gd name="T99" fmla="*/ 114 h 115"/>
                <a:gd name="T100" fmla="*/ 91 w 127"/>
                <a:gd name="T101" fmla="*/ 113 h 115"/>
                <a:gd name="T102" fmla="*/ 92 w 127"/>
                <a:gd name="T103" fmla="*/ 113 h 115"/>
                <a:gd name="T104" fmla="*/ 96 w 127"/>
                <a:gd name="T105" fmla="*/ 112 h 115"/>
                <a:gd name="T106" fmla="*/ 96 w 127"/>
                <a:gd name="T107" fmla="*/ 111 h 115"/>
                <a:gd name="T108" fmla="*/ 107 w 127"/>
                <a:gd name="T109" fmla="*/ 104 h 115"/>
                <a:gd name="T110" fmla="*/ 107 w 127"/>
                <a:gd name="T111" fmla="*/ 104 h 115"/>
                <a:gd name="T112" fmla="*/ 111 w 127"/>
                <a:gd name="T113" fmla="*/ 100 h 115"/>
                <a:gd name="T114" fmla="*/ 88 w 127"/>
                <a:gd name="T115" fmla="*/ 2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7" h="115">
                  <a:moveTo>
                    <a:pt x="88" y="23"/>
                  </a:moveTo>
                  <a:cubicBezTo>
                    <a:pt x="60" y="1"/>
                    <a:pt x="24" y="0"/>
                    <a:pt x="7" y="21"/>
                  </a:cubicBezTo>
                  <a:cubicBezTo>
                    <a:pt x="7" y="22"/>
                    <a:pt x="6" y="23"/>
                    <a:pt x="6" y="24"/>
                  </a:cubicBezTo>
                  <a:cubicBezTo>
                    <a:pt x="5" y="25"/>
                    <a:pt x="5" y="25"/>
                    <a:pt x="5" y="25"/>
                  </a:cubicBezTo>
                  <a:cubicBezTo>
                    <a:pt x="4" y="26"/>
                    <a:pt x="4" y="27"/>
                    <a:pt x="3" y="28"/>
                  </a:cubicBezTo>
                  <a:cubicBezTo>
                    <a:pt x="3" y="29"/>
                    <a:pt x="3" y="29"/>
                    <a:pt x="3" y="30"/>
                  </a:cubicBezTo>
                  <a:cubicBezTo>
                    <a:pt x="2" y="31"/>
                    <a:pt x="2" y="32"/>
                    <a:pt x="2" y="33"/>
                  </a:cubicBezTo>
                  <a:cubicBezTo>
                    <a:pt x="1" y="33"/>
                    <a:pt x="1" y="34"/>
                    <a:pt x="1" y="34"/>
                  </a:cubicBezTo>
                  <a:cubicBezTo>
                    <a:pt x="1" y="35"/>
                    <a:pt x="1" y="37"/>
                    <a:pt x="0" y="38"/>
                  </a:cubicBezTo>
                  <a:cubicBezTo>
                    <a:pt x="0" y="38"/>
                    <a:pt x="0" y="39"/>
                    <a:pt x="0" y="39"/>
                  </a:cubicBezTo>
                  <a:cubicBezTo>
                    <a:pt x="0" y="40"/>
                    <a:pt x="0" y="41"/>
                    <a:pt x="0" y="42"/>
                  </a:cubicBezTo>
                  <a:cubicBezTo>
                    <a:pt x="0" y="43"/>
                    <a:pt x="0" y="44"/>
                    <a:pt x="0" y="44"/>
                  </a:cubicBezTo>
                  <a:cubicBezTo>
                    <a:pt x="0" y="45"/>
                    <a:pt x="0" y="46"/>
                    <a:pt x="0" y="47"/>
                  </a:cubicBezTo>
                  <a:cubicBezTo>
                    <a:pt x="0" y="48"/>
                    <a:pt x="0" y="49"/>
                    <a:pt x="0" y="49"/>
                  </a:cubicBezTo>
                  <a:cubicBezTo>
                    <a:pt x="0" y="50"/>
                    <a:pt x="0" y="51"/>
                    <a:pt x="0" y="52"/>
                  </a:cubicBezTo>
                  <a:cubicBezTo>
                    <a:pt x="1" y="53"/>
                    <a:pt x="1" y="54"/>
                    <a:pt x="1" y="55"/>
                  </a:cubicBezTo>
                  <a:cubicBezTo>
                    <a:pt x="1" y="55"/>
                    <a:pt x="1" y="56"/>
                    <a:pt x="1" y="57"/>
                  </a:cubicBezTo>
                  <a:cubicBezTo>
                    <a:pt x="2" y="58"/>
                    <a:pt x="2" y="59"/>
                    <a:pt x="2" y="60"/>
                  </a:cubicBezTo>
                  <a:cubicBezTo>
                    <a:pt x="2" y="61"/>
                    <a:pt x="3" y="61"/>
                    <a:pt x="3" y="62"/>
                  </a:cubicBezTo>
                  <a:cubicBezTo>
                    <a:pt x="3" y="63"/>
                    <a:pt x="3" y="64"/>
                    <a:pt x="4" y="65"/>
                  </a:cubicBezTo>
                  <a:cubicBezTo>
                    <a:pt x="4" y="66"/>
                    <a:pt x="4" y="66"/>
                    <a:pt x="5" y="67"/>
                  </a:cubicBezTo>
                  <a:cubicBezTo>
                    <a:pt x="5" y="68"/>
                    <a:pt x="6" y="69"/>
                    <a:pt x="6" y="70"/>
                  </a:cubicBezTo>
                  <a:cubicBezTo>
                    <a:pt x="6" y="71"/>
                    <a:pt x="7" y="71"/>
                    <a:pt x="7" y="71"/>
                  </a:cubicBezTo>
                  <a:cubicBezTo>
                    <a:pt x="7" y="72"/>
                    <a:pt x="7" y="73"/>
                    <a:pt x="8" y="73"/>
                  </a:cubicBezTo>
                  <a:cubicBezTo>
                    <a:pt x="8" y="74"/>
                    <a:pt x="9" y="75"/>
                    <a:pt x="9" y="75"/>
                  </a:cubicBezTo>
                  <a:cubicBezTo>
                    <a:pt x="9" y="76"/>
                    <a:pt x="9" y="76"/>
                    <a:pt x="9" y="76"/>
                  </a:cubicBezTo>
                  <a:cubicBezTo>
                    <a:pt x="11" y="79"/>
                    <a:pt x="14" y="83"/>
                    <a:pt x="16" y="86"/>
                  </a:cubicBezTo>
                  <a:cubicBezTo>
                    <a:pt x="20" y="90"/>
                    <a:pt x="25" y="95"/>
                    <a:pt x="30" y="99"/>
                  </a:cubicBezTo>
                  <a:cubicBezTo>
                    <a:pt x="33" y="101"/>
                    <a:pt x="36" y="103"/>
                    <a:pt x="39" y="105"/>
                  </a:cubicBezTo>
                  <a:cubicBezTo>
                    <a:pt x="39" y="105"/>
                    <a:pt x="40" y="105"/>
                    <a:pt x="40" y="106"/>
                  </a:cubicBezTo>
                  <a:cubicBezTo>
                    <a:pt x="42" y="106"/>
                    <a:pt x="43" y="107"/>
                    <a:pt x="44" y="107"/>
                  </a:cubicBezTo>
                  <a:cubicBezTo>
                    <a:pt x="44" y="108"/>
                    <a:pt x="45" y="108"/>
                    <a:pt x="45" y="108"/>
                  </a:cubicBezTo>
                  <a:cubicBezTo>
                    <a:pt x="45" y="108"/>
                    <a:pt x="46" y="108"/>
                    <a:pt x="46" y="108"/>
                  </a:cubicBezTo>
                  <a:cubicBezTo>
                    <a:pt x="47" y="109"/>
                    <a:pt x="48" y="109"/>
                    <a:pt x="49" y="110"/>
                  </a:cubicBezTo>
                  <a:cubicBezTo>
                    <a:pt x="50" y="110"/>
                    <a:pt x="51" y="110"/>
                    <a:pt x="51" y="111"/>
                  </a:cubicBezTo>
                  <a:cubicBezTo>
                    <a:pt x="52" y="111"/>
                    <a:pt x="54" y="112"/>
                    <a:pt x="55" y="112"/>
                  </a:cubicBezTo>
                  <a:cubicBezTo>
                    <a:pt x="55" y="112"/>
                    <a:pt x="56" y="112"/>
                    <a:pt x="57" y="113"/>
                  </a:cubicBezTo>
                  <a:cubicBezTo>
                    <a:pt x="58" y="113"/>
                    <a:pt x="59" y="113"/>
                    <a:pt x="60" y="114"/>
                  </a:cubicBezTo>
                  <a:cubicBezTo>
                    <a:pt x="61" y="114"/>
                    <a:pt x="61" y="114"/>
                    <a:pt x="62" y="114"/>
                  </a:cubicBezTo>
                  <a:cubicBezTo>
                    <a:pt x="62" y="114"/>
                    <a:pt x="62" y="114"/>
                    <a:pt x="62" y="114"/>
                  </a:cubicBezTo>
                  <a:cubicBezTo>
                    <a:pt x="63" y="114"/>
                    <a:pt x="65" y="114"/>
                    <a:pt x="66" y="115"/>
                  </a:cubicBezTo>
                  <a:cubicBezTo>
                    <a:pt x="66" y="115"/>
                    <a:pt x="67" y="115"/>
                    <a:pt x="68" y="115"/>
                  </a:cubicBezTo>
                  <a:cubicBezTo>
                    <a:pt x="69" y="115"/>
                    <a:pt x="70" y="115"/>
                    <a:pt x="71" y="115"/>
                  </a:cubicBezTo>
                  <a:cubicBezTo>
                    <a:pt x="72" y="115"/>
                    <a:pt x="72" y="115"/>
                    <a:pt x="73" y="115"/>
                  </a:cubicBezTo>
                  <a:cubicBezTo>
                    <a:pt x="74" y="115"/>
                    <a:pt x="75" y="115"/>
                    <a:pt x="77" y="115"/>
                  </a:cubicBezTo>
                  <a:cubicBezTo>
                    <a:pt x="77" y="115"/>
                    <a:pt x="78" y="115"/>
                    <a:pt x="78" y="115"/>
                  </a:cubicBezTo>
                  <a:cubicBezTo>
                    <a:pt x="79" y="115"/>
                    <a:pt x="80" y="115"/>
                    <a:pt x="82" y="115"/>
                  </a:cubicBezTo>
                  <a:cubicBezTo>
                    <a:pt x="82" y="115"/>
                    <a:pt x="83" y="115"/>
                    <a:pt x="83" y="115"/>
                  </a:cubicBezTo>
                  <a:cubicBezTo>
                    <a:pt x="84" y="115"/>
                    <a:pt x="85" y="115"/>
                    <a:pt x="87" y="114"/>
                  </a:cubicBezTo>
                  <a:cubicBezTo>
                    <a:pt x="87" y="114"/>
                    <a:pt x="87" y="114"/>
                    <a:pt x="88" y="114"/>
                  </a:cubicBezTo>
                  <a:cubicBezTo>
                    <a:pt x="89" y="114"/>
                    <a:pt x="90" y="114"/>
                    <a:pt x="91" y="113"/>
                  </a:cubicBezTo>
                  <a:cubicBezTo>
                    <a:pt x="92" y="113"/>
                    <a:pt x="92" y="113"/>
                    <a:pt x="92" y="113"/>
                  </a:cubicBezTo>
                  <a:cubicBezTo>
                    <a:pt x="93" y="113"/>
                    <a:pt x="95" y="112"/>
                    <a:pt x="96" y="112"/>
                  </a:cubicBezTo>
                  <a:cubicBezTo>
                    <a:pt x="96" y="112"/>
                    <a:pt x="96" y="111"/>
                    <a:pt x="96" y="111"/>
                  </a:cubicBezTo>
                  <a:cubicBezTo>
                    <a:pt x="100" y="110"/>
                    <a:pt x="104" y="107"/>
                    <a:pt x="107" y="104"/>
                  </a:cubicBezTo>
                  <a:cubicBezTo>
                    <a:pt x="107" y="104"/>
                    <a:pt x="107" y="104"/>
                    <a:pt x="107" y="104"/>
                  </a:cubicBezTo>
                  <a:cubicBezTo>
                    <a:pt x="108" y="103"/>
                    <a:pt x="110" y="102"/>
                    <a:pt x="111" y="100"/>
                  </a:cubicBezTo>
                  <a:cubicBezTo>
                    <a:pt x="127" y="79"/>
                    <a:pt x="117" y="44"/>
                    <a:pt x="88"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371" name="Freeform 5"/>
          <p:cNvSpPr>
            <a:spLocks noEditPoints="1"/>
          </p:cNvSpPr>
          <p:nvPr/>
        </p:nvSpPr>
        <p:spPr bwMode="auto">
          <a:xfrm>
            <a:off x="110394" y="2484592"/>
            <a:ext cx="318393" cy="309511"/>
          </a:xfrm>
          <a:custGeom>
            <a:avLst/>
            <a:gdLst>
              <a:gd name="T0" fmla="*/ 81 w 197"/>
              <a:gd name="T1" fmla="*/ 149 h 190"/>
              <a:gd name="T2" fmla="*/ 120 w 197"/>
              <a:gd name="T3" fmla="*/ 138 h 190"/>
              <a:gd name="T4" fmla="*/ 173 w 197"/>
              <a:gd name="T5" fmla="*/ 190 h 190"/>
              <a:gd name="T6" fmla="*/ 197 w 197"/>
              <a:gd name="T7" fmla="*/ 167 h 190"/>
              <a:gd name="T8" fmla="*/ 144 w 197"/>
              <a:gd name="T9" fmla="*/ 114 h 190"/>
              <a:gd name="T10" fmla="*/ 134 w 197"/>
              <a:gd name="T11" fmla="*/ 22 h 190"/>
              <a:gd name="T12" fmla="*/ 81 w 197"/>
              <a:gd name="T13" fmla="*/ 0 h 190"/>
              <a:gd name="T14" fmla="*/ 81 w 197"/>
              <a:gd name="T15" fmla="*/ 27 h 190"/>
              <a:gd name="T16" fmla="*/ 129 w 197"/>
              <a:gd name="T17" fmla="*/ 75 h 190"/>
              <a:gd name="T18" fmla="*/ 81 w 197"/>
              <a:gd name="T19" fmla="*/ 122 h 190"/>
              <a:gd name="T20" fmla="*/ 81 w 197"/>
              <a:gd name="T21" fmla="*/ 149 h 190"/>
              <a:gd name="T22" fmla="*/ 29 w 197"/>
              <a:gd name="T23" fmla="*/ 127 h 190"/>
              <a:gd name="T24" fmla="*/ 81 w 197"/>
              <a:gd name="T25" fmla="*/ 149 h 190"/>
              <a:gd name="T26" fmla="*/ 81 w 197"/>
              <a:gd name="T27" fmla="*/ 122 h 190"/>
              <a:gd name="T28" fmla="*/ 33 w 197"/>
              <a:gd name="T29" fmla="*/ 75 h 190"/>
              <a:gd name="T30" fmla="*/ 81 w 197"/>
              <a:gd name="T31" fmla="*/ 27 h 190"/>
              <a:gd name="T32" fmla="*/ 81 w 197"/>
              <a:gd name="T33" fmla="*/ 0 h 190"/>
              <a:gd name="T34" fmla="*/ 29 w 197"/>
              <a:gd name="T35" fmla="*/ 22 h 190"/>
              <a:gd name="T36" fmla="*/ 29 w 197"/>
              <a:gd name="T37" fmla="*/ 127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7" h="190">
                <a:moveTo>
                  <a:pt x="81" y="149"/>
                </a:moveTo>
                <a:cubicBezTo>
                  <a:pt x="95" y="149"/>
                  <a:pt x="108" y="145"/>
                  <a:pt x="120" y="138"/>
                </a:cubicBezTo>
                <a:cubicBezTo>
                  <a:pt x="173" y="190"/>
                  <a:pt x="173" y="190"/>
                  <a:pt x="173" y="190"/>
                </a:cubicBezTo>
                <a:cubicBezTo>
                  <a:pt x="197" y="167"/>
                  <a:pt x="197" y="167"/>
                  <a:pt x="197" y="167"/>
                </a:cubicBezTo>
                <a:cubicBezTo>
                  <a:pt x="144" y="114"/>
                  <a:pt x="144" y="114"/>
                  <a:pt x="144" y="114"/>
                </a:cubicBezTo>
                <a:cubicBezTo>
                  <a:pt x="162" y="85"/>
                  <a:pt x="158" y="47"/>
                  <a:pt x="134" y="22"/>
                </a:cubicBezTo>
                <a:cubicBezTo>
                  <a:pt x="119" y="8"/>
                  <a:pt x="100" y="0"/>
                  <a:pt x="81" y="0"/>
                </a:cubicBezTo>
                <a:cubicBezTo>
                  <a:pt x="81" y="27"/>
                  <a:pt x="81" y="27"/>
                  <a:pt x="81" y="27"/>
                </a:cubicBezTo>
                <a:cubicBezTo>
                  <a:pt x="107" y="27"/>
                  <a:pt x="129" y="48"/>
                  <a:pt x="129" y="75"/>
                </a:cubicBezTo>
                <a:cubicBezTo>
                  <a:pt x="129" y="101"/>
                  <a:pt x="107" y="122"/>
                  <a:pt x="81" y="122"/>
                </a:cubicBezTo>
                <a:lnTo>
                  <a:pt x="81" y="149"/>
                </a:lnTo>
                <a:close/>
                <a:moveTo>
                  <a:pt x="29" y="127"/>
                </a:moveTo>
                <a:cubicBezTo>
                  <a:pt x="43" y="142"/>
                  <a:pt x="62" y="149"/>
                  <a:pt x="81" y="149"/>
                </a:cubicBezTo>
                <a:cubicBezTo>
                  <a:pt x="81" y="122"/>
                  <a:pt x="81" y="122"/>
                  <a:pt x="81" y="122"/>
                </a:cubicBezTo>
                <a:cubicBezTo>
                  <a:pt x="55" y="122"/>
                  <a:pt x="33" y="101"/>
                  <a:pt x="33" y="75"/>
                </a:cubicBezTo>
                <a:cubicBezTo>
                  <a:pt x="33" y="48"/>
                  <a:pt x="55" y="27"/>
                  <a:pt x="81" y="27"/>
                </a:cubicBezTo>
                <a:cubicBezTo>
                  <a:pt x="81" y="0"/>
                  <a:pt x="81" y="0"/>
                  <a:pt x="81" y="0"/>
                </a:cubicBezTo>
                <a:cubicBezTo>
                  <a:pt x="62" y="0"/>
                  <a:pt x="43" y="8"/>
                  <a:pt x="29" y="22"/>
                </a:cubicBezTo>
                <a:cubicBezTo>
                  <a:pt x="0" y="51"/>
                  <a:pt x="0" y="98"/>
                  <a:pt x="29" y="127"/>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372" name="组合 371"/>
          <p:cNvGrpSpPr/>
          <p:nvPr/>
        </p:nvGrpSpPr>
        <p:grpSpPr>
          <a:xfrm>
            <a:off x="631386" y="2481107"/>
            <a:ext cx="317215" cy="316481"/>
            <a:chOff x="2424113" y="2622551"/>
            <a:chExt cx="687388" cy="685800"/>
          </a:xfrm>
          <a:solidFill>
            <a:srgbClr val="707E84"/>
          </a:solidFill>
        </p:grpSpPr>
        <p:sp>
          <p:nvSpPr>
            <p:cNvPr id="373" name="Freeform 7"/>
            <p:cNvSpPr>
              <a:spLocks/>
            </p:cNvSpPr>
            <p:nvPr/>
          </p:nvSpPr>
          <p:spPr bwMode="auto">
            <a:xfrm>
              <a:off x="2427288" y="2865438"/>
              <a:ext cx="684213" cy="185738"/>
            </a:xfrm>
            <a:custGeom>
              <a:avLst/>
              <a:gdLst>
                <a:gd name="T0" fmla="*/ 59 w 431"/>
                <a:gd name="T1" fmla="*/ 117 h 117"/>
                <a:gd name="T2" fmla="*/ 69 w 431"/>
                <a:gd name="T3" fmla="*/ 117 h 117"/>
                <a:gd name="T4" fmla="*/ 362 w 431"/>
                <a:gd name="T5" fmla="*/ 117 h 117"/>
                <a:gd name="T6" fmla="*/ 369 w 431"/>
                <a:gd name="T7" fmla="*/ 117 h 117"/>
                <a:gd name="T8" fmla="*/ 431 w 431"/>
                <a:gd name="T9" fmla="*/ 0 h 117"/>
                <a:gd name="T10" fmla="*/ 428 w 431"/>
                <a:gd name="T11" fmla="*/ 0 h 117"/>
                <a:gd name="T12" fmla="*/ 364 w 431"/>
                <a:gd name="T13" fmla="*/ 0 h 117"/>
                <a:gd name="T14" fmla="*/ 315 w 431"/>
                <a:gd name="T15" fmla="*/ 0 h 117"/>
                <a:gd name="T16" fmla="*/ 116 w 431"/>
                <a:gd name="T17" fmla="*/ 0 h 117"/>
                <a:gd name="T18" fmla="*/ 64 w 431"/>
                <a:gd name="T19" fmla="*/ 0 h 117"/>
                <a:gd name="T20" fmla="*/ 0 w 431"/>
                <a:gd name="T21" fmla="*/ 0 h 117"/>
                <a:gd name="T22" fmla="*/ 59 w 431"/>
                <a:gd name="T23" fmla="*/ 11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31" h="117">
                  <a:moveTo>
                    <a:pt x="59" y="117"/>
                  </a:moveTo>
                  <a:lnTo>
                    <a:pt x="69" y="117"/>
                  </a:lnTo>
                  <a:lnTo>
                    <a:pt x="362" y="117"/>
                  </a:lnTo>
                  <a:lnTo>
                    <a:pt x="369" y="117"/>
                  </a:lnTo>
                  <a:lnTo>
                    <a:pt x="431" y="0"/>
                  </a:lnTo>
                  <a:lnTo>
                    <a:pt x="428" y="0"/>
                  </a:lnTo>
                  <a:lnTo>
                    <a:pt x="364" y="0"/>
                  </a:lnTo>
                  <a:lnTo>
                    <a:pt x="315" y="0"/>
                  </a:lnTo>
                  <a:lnTo>
                    <a:pt x="116" y="0"/>
                  </a:lnTo>
                  <a:lnTo>
                    <a:pt x="64" y="0"/>
                  </a:lnTo>
                  <a:lnTo>
                    <a:pt x="0" y="0"/>
                  </a:lnTo>
                  <a:lnTo>
                    <a:pt x="59" y="1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 name="Freeform 8"/>
            <p:cNvSpPr>
              <a:spLocks/>
            </p:cNvSpPr>
            <p:nvPr/>
          </p:nvSpPr>
          <p:spPr bwMode="auto">
            <a:xfrm>
              <a:off x="2424113" y="2906713"/>
              <a:ext cx="682625" cy="401638"/>
            </a:xfrm>
            <a:custGeom>
              <a:avLst/>
              <a:gdLst>
                <a:gd name="T0" fmla="*/ 0 w 182"/>
                <a:gd name="T1" fmla="*/ 106 h 106"/>
                <a:gd name="T2" fmla="*/ 182 w 182"/>
                <a:gd name="T3" fmla="*/ 106 h 106"/>
                <a:gd name="T4" fmla="*/ 182 w 182"/>
                <a:gd name="T5" fmla="*/ 0 h 106"/>
                <a:gd name="T6" fmla="*/ 161 w 182"/>
                <a:gd name="T7" fmla="*/ 40 h 106"/>
                <a:gd name="T8" fmla="*/ 160 w 182"/>
                <a:gd name="T9" fmla="*/ 43 h 106"/>
                <a:gd name="T10" fmla="*/ 157 w 182"/>
                <a:gd name="T11" fmla="*/ 43 h 106"/>
                <a:gd name="T12" fmla="*/ 151 w 182"/>
                <a:gd name="T13" fmla="*/ 43 h 106"/>
                <a:gd name="T14" fmla="*/ 105 w 182"/>
                <a:gd name="T15" fmla="*/ 43 h 106"/>
                <a:gd name="T16" fmla="*/ 106 w 182"/>
                <a:gd name="T17" fmla="*/ 45 h 106"/>
                <a:gd name="T18" fmla="*/ 104 w 182"/>
                <a:gd name="T19" fmla="*/ 53 h 106"/>
                <a:gd name="T20" fmla="*/ 92 w 182"/>
                <a:gd name="T21" fmla="*/ 59 h 106"/>
                <a:gd name="T22" fmla="*/ 80 w 182"/>
                <a:gd name="T23" fmla="*/ 53 h 106"/>
                <a:gd name="T24" fmla="*/ 78 w 182"/>
                <a:gd name="T25" fmla="*/ 45 h 106"/>
                <a:gd name="T26" fmla="*/ 78 w 182"/>
                <a:gd name="T27" fmla="*/ 43 h 106"/>
                <a:gd name="T28" fmla="*/ 33 w 182"/>
                <a:gd name="T29" fmla="*/ 43 h 106"/>
                <a:gd name="T30" fmla="*/ 26 w 182"/>
                <a:gd name="T31" fmla="*/ 43 h 106"/>
                <a:gd name="T32" fmla="*/ 22 w 182"/>
                <a:gd name="T33" fmla="*/ 43 h 106"/>
                <a:gd name="T34" fmla="*/ 21 w 182"/>
                <a:gd name="T35" fmla="*/ 40 h 106"/>
                <a:gd name="T36" fmla="*/ 0 w 182"/>
                <a:gd name="T37" fmla="*/ 1 h 106"/>
                <a:gd name="T38" fmla="*/ 0 w 182"/>
                <a:gd name="T39"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2" h="106">
                  <a:moveTo>
                    <a:pt x="0" y="106"/>
                  </a:moveTo>
                  <a:cubicBezTo>
                    <a:pt x="182" y="106"/>
                    <a:pt x="182" y="106"/>
                    <a:pt x="182" y="106"/>
                  </a:cubicBezTo>
                  <a:cubicBezTo>
                    <a:pt x="182" y="0"/>
                    <a:pt x="182" y="0"/>
                    <a:pt x="182" y="0"/>
                  </a:cubicBezTo>
                  <a:cubicBezTo>
                    <a:pt x="161" y="40"/>
                    <a:pt x="161" y="40"/>
                    <a:pt x="161" y="40"/>
                  </a:cubicBezTo>
                  <a:cubicBezTo>
                    <a:pt x="160" y="43"/>
                    <a:pt x="160" y="43"/>
                    <a:pt x="160" y="43"/>
                  </a:cubicBezTo>
                  <a:cubicBezTo>
                    <a:pt x="157" y="43"/>
                    <a:pt x="157" y="43"/>
                    <a:pt x="157" y="43"/>
                  </a:cubicBezTo>
                  <a:cubicBezTo>
                    <a:pt x="151" y="43"/>
                    <a:pt x="151" y="43"/>
                    <a:pt x="151" y="43"/>
                  </a:cubicBezTo>
                  <a:cubicBezTo>
                    <a:pt x="105" y="43"/>
                    <a:pt x="105" y="43"/>
                    <a:pt x="105" y="43"/>
                  </a:cubicBezTo>
                  <a:cubicBezTo>
                    <a:pt x="106" y="44"/>
                    <a:pt x="106" y="44"/>
                    <a:pt x="106" y="45"/>
                  </a:cubicBezTo>
                  <a:cubicBezTo>
                    <a:pt x="106" y="48"/>
                    <a:pt x="105" y="50"/>
                    <a:pt x="104" y="53"/>
                  </a:cubicBezTo>
                  <a:cubicBezTo>
                    <a:pt x="101" y="57"/>
                    <a:pt x="97" y="59"/>
                    <a:pt x="92" y="59"/>
                  </a:cubicBezTo>
                  <a:cubicBezTo>
                    <a:pt x="87" y="59"/>
                    <a:pt x="83" y="57"/>
                    <a:pt x="80" y="53"/>
                  </a:cubicBezTo>
                  <a:cubicBezTo>
                    <a:pt x="78" y="50"/>
                    <a:pt x="78" y="48"/>
                    <a:pt x="78" y="45"/>
                  </a:cubicBezTo>
                  <a:cubicBezTo>
                    <a:pt x="78" y="44"/>
                    <a:pt x="78" y="44"/>
                    <a:pt x="78" y="43"/>
                  </a:cubicBezTo>
                  <a:cubicBezTo>
                    <a:pt x="33" y="43"/>
                    <a:pt x="33" y="43"/>
                    <a:pt x="33" y="43"/>
                  </a:cubicBezTo>
                  <a:cubicBezTo>
                    <a:pt x="26" y="43"/>
                    <a:pt x="26" y="43"/>
                    <a:pt x="26" y="43"/>
                  </a:cubicBezTo>
                  <a:cubicBezTo>
                    <a:pt x="22" y="43"/>
                    <a:pt x="22" y="43"/>
                    <a:pt x="22" y="43"/>
                  </a:cubicBezTo>
                  <a:cubicBezTo>
                    <a:pt x="21" y="40"/>
                    <a:pt x="21" y="40"/>
                    <a:pt x="21" y="40"/>
                  </a:cubicBezTo>
                  <a:cubicBezTo>
                    <a:pt x="0" y="1"/>
                    <a:pt x="0" y="1"/>
                    <a:pt x="0" y="1"/>
                  </a:cubicBezTo>
                  <a:lnTo>
                    <a:pt x="0" y="1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 name="Freeform 9"/>
            <p:cNvSpPr>
              <a:spLocks/>
            </p:cNvSpPr>
            <p:nvPr/>
          </p:nvSpPr>
          <p:spPr bwMode="auto">
            <a:xfrm>
              <a:off x="2528888" y="2622551"/>
              <a:ext cx="476250" cy="223838"/>
            </a:xfrm>
            <a:custGeom>
              <a:avLst/>
              <a:gdLst>
                <a:gd name="T0" fmla="*/ 127 w 127"/>
                <a:gd name="T1" fmla="*/ 59 h 59"/>
                <a:gd name="T2" fmla="*/ 127 w 127"/>
                <a:gd name="T3" fmla="*/ 25 h 59"/>
                <a:gd name="T4" fmla="*/ 103 w 127"/>
                <a:gd name="T5" fmla="*/ 0 h 59"/>
                <a:gd name="T6" fmla="*/ 25 w 127"/>
                <a:gd name="T7" fmla="*/ 0 h 59"/>
                <a:gd name="T8" fmla="*/ 0 w 127"/>
                <a:gd name="T9" fmla="*/ 25 h 59"/>
                <a:gd name="T10" fmla="*/ 0 w 127"/>
                <a:gd name="T11" fmla="*/ 59 h 59"/>
                <a:gd name="T12" fmla="*/ 22 w 127"/>
                <a:gd name="T13" fmla="*/ 59 h 59"/>
                <a:gd name="T14" fmla="*/ 22 w 127"/>
                <a:gd name="T15" fmla="*/ 25 h 59"/>
                <a:gd name="T16" fmla="*/ 25 w 127"/>
                <a:gd name="T17" fmla="*/ 21 h 59"/>
                <a:gd name="T18" fmla="*/ 103 w 127"/>
                <a:gd name="T19" fmla="*/ 21 h 59"/>
                <a:gd name="T20" fmla="*/ 106 w 127"/>
                <a:gd name="T21" fmla="*/ 25 h 59"/>
                <a:gd name="T22" fmla="*/ 106 w 127"/>
                <a:gd name="T23" fmla="*/ 59 h 59"/>
                <a:gd name="T24" fmla="*/ 127 w 127"/>
                <a:gd name="T25"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7" h="59">
                  <a:moveTo>
                    <a:pt x="127" y="59"/>
                  </a:moveTo>
                  <a:cubicBezTo>
                    <a:pt x="127" y="25"/>
                    <a:pt x="127" y="25"/>
                    <a:pt x="127" y="25"/>
                  </a:cubicBezTo>
                  <a:cubicBezTo>
                    <a:pt x="127" y="11"/>
                    <a:pt x="116" y="0"/>
                    <a:pt x="103" y="0"/>
                  </a:cubicBezTo>
                  <a:cubicBezTo>
                    <a:pt x="25" y="0"/>
                    <a:pt x="25" y="0"/>
                    <a:pt x="25" y="0"/>
                  </a:cubicBezTo>
                  <a:cubicBezTo>
                    <a:pt x="11" y="0"/>
                    <a:pt x="0" y="11"/>
                    <a:pt x="0" y="25"/>
                  </a:cubicBezTo>
                  <a:cubicBezTo>
                    <a:pt x="0" y="59"/>
                    <a:pt x="0" y="59"/>
                    <a:pt x="0" y="59"/>
                  </a:cubicBezTo>
                  <a:cubicBezTo>
                    <a:pt x="22" y="59"/>
                    <a:pt x="22" y="59"/>
                    <a:pt x="22" y="59"/>
                  </a:cubicBezTo>
                  <a:cubicBezTo>
                    <a:pt x="22" y="25"/>
                    <a:pt x="22" y="25"/>
                    <a:pt x="22" y="25"/>
                  </a:cubicBezTo>
                  <a:cubicBezTo>
                    <a:pt x="22" y="23"/>
                    <a:pt x="23" y="21"/>
                    <a:pt x="25" y="21"/>
                  </a:cubicBezTo>
                  <a:cubicBezTo>
                    <a:pt x="103" y="21"/>
                    <a:pt x="103" y="21"/>
                    <a:pt x="103" y="21"/>
                  </a:cubicBezTo>
                  <a:cubicBezTo>
                    <a:pt x="105" y="21"/>
                    <a:pt x="106" y="23"/>
                    <a:pt x="106" y="25"/>
                  </a:cubicBezTo>
                  <a:cubicBezTo>
                    <a:pt x="106" y="59"/>
                    <a:pt x="106" y="59"/>
                    <a:pt x="106" y="59"/>
                  </a:cubicBezTo>
                  <a:lnTo>
                    <a:pt x="127"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376" name="Freeform 14"/>
          <p:cNvSpPr>
            <a:spLocks noEditPoints="1"/>
          </p:cNvSpPr>
          <p:nvPr/>
        </p:nvSpPr>
        <p:spPr bwMode="auto">
          <a:xfrm>
            <a:off x="1515214" y="2464890"/>
            <a:ext cx="346464" cy="348915"/>
          </a:xfrm>
          <a:custGeom>
            <a:avLst/>
            <a:gdLst>
              <a:gd name="T0" fmla="*/ 179 w 179"/>
              <a:gd name="T1" fmla="*/ 89 h 179"/>
              <a:gd name="T2" fmla="*/ 159 w 179"/>
              <a:gd name="T3" fmla="*/ 84 h 179"/>
              <a:gd name="T4" fmla="*/ 171 w 179"/>
              <a:gd name="T5" fmla="*/ 84 h 179"/>
              <a:gd name="T6" fmla="*/ 159 w 179"/>
              <a:gd name="T7" fmla="*/ 95 h 179"/>
              <a:gd name="T8" fmla="*/ 139 w 179"/>
              <a:gd name="T9" fmla="*/ 164 h 179"/>
              <a:gd name="T10" fmla="*/ 159 w 179"/>
              <a:gd name="T11" fmla="*/ 95 h 179"/>
              <a:gd name="T12" fmla="*/ 148 w 179"/>
              <a:gd name="T13" fmla="*/ 84 h 179"/>
              <a:gd name="T14" fmla="*/ 159 w 179"/>
              <a:gd name="T15" fmla="*/ 34 h 179"/>
              <a:gd name="T16" fmla="*/ 139 w 179"/>
              <a:gd name="T17" fmla="*/ 33 h 179"/>
              <a:gd name="T18" fmla="*/ 144 w 179"/>
              <a:gd name="T19" fmla="*/ 28 h 179"/>
              <a:gd name="T20" fmla="*/ 139 w 179"/>
              <a:gd name="T21" fmla="*/ 47 h 179"/>
              <a:gd name="T22" fmla="*/ 151 w 179"/>
              <a:gd name="T23" fmla="*/ 144 h 179"/>
              <a:gd name="T24" fmla="*/ 139 w 179"/>
              <a:gd name="T25" fmla="*/ 146 h 179"/>
              <a:gd name="T26" fmla="*/ 90 w 179"/>
              <a:gd name="T27" fmla="*/ 179 h 179"/>
              <a:gd name="T28" fmla="*/ 139 w 179"/>
              <a:gd name="T29" fmla="*/ 146 h 179"/>
              <a:gd name="T30" fmla="*/ 134 w 179"/>
              <a:gd name="T31" fmla="*/ 127 h 179"/>
              <a:gd name="T32" fmla="*/ 139 w 179"/>
              <a:gd name="T33" fmla="*/ 132 h 179"/>
              <a:gd name="T34" fmla="*/ 134 w 179"/>
              <a:gd name="T35" fmla="*/ 52 h 179"/>
              <a:gd name="T36" fmla="*/ 139 w 179"/>
              <a:gd name="T37" fmla="*/ 33 h 179"/>
              <a:gd name="T38" fmla="*/ 90 w 179"/>
              <a:gd name="T39" fmla="*/ 0 h 179"/>
              <a:gd name="T40" fmla="*/ 90 w 179"/>
              <a:gd name="T41" fmla="*/ 8 h 179"/>
              <a:gd name="T42" fmla="*/ 95 w 179"/>
              <a:gd name="T43" fmla="*/ 31 h 179"/>
              <a:gd name="T44" fmla="*/ 90 w 179"/>
              <a:gd name="T45" fmla="*/ 82 h 179"/>
              <a:gd name="T46" fmla="*/ 119 w 179"/>
              <a:gd name="T47" fmla="*/ 56 h 179"/>
              <a:gd name="T48" fmla="*/ 91 w 179"/>
              <a:gd name="T49" fmla="*/ 98 h 179"/>
              <a:gd name="T50" fmla="*/ 90 w 179"/>
              <a:gd name="T51" fmla="*/ 147 h 179"/>
              <a:gd name="T52" fmla="*/ 95 w 179"/>
              <a:gd name="T53" fmla="*/ 171 h 179"/>
              <a:gd name="T54" fmla="*/ 90 w 179"/>
              <a:gd name="T55" fmla="*/ 171 h 179"/>
              <a:gd name="T56" fmla="*/ 90 w 179"/>
              <a:gd name="T57" fmla="*/ 0 h 179"/>
              <a:gd name="T58" fmla="*/ 40 w 179"/>
              <a:gd name="T59" fmla="*/ 33 h 179"/>
              <a:gd name="T60" fmla="*/ 45 w 179"/>
              <a:gd name="T61" fmla="*/ 52 h 179"/>
              <a:gd name="T62" fmla="*/ 40 w 179"/>
              <a:gd name="T63" fmla="*/ 132 h 179"/>
              <a:gd name="T64" fmla="*/ 52 w 179"/>
              <a:gd name="T65" fmla="*/ 134 h 179"/>
              <a:gd name="T66" fmla="*/ 40 w 179"/>
              <a:gd name="T67" fmla="*/ 164 h 179"/>
              <a:gd name="T68" fmla="*/ 90 w 179"/>
              <a:gd name="T69" fmla="*/ 171 h 179"/>
              <a:gd name="T70" fmla="*/ 84 w 179"/>
              <a:gd name="T71" fmla="*/ 147 h 179"/>
              <a:gd name="T72" fmla="*/ 90 w 179"/>
              <a:gd name="T73" fmla="*/ 97 h 179"/>
              <a:gd name="T74" fmla="*/ 75 w 179"/>
              <a:gd name="T75" fmla="*/ 69 h 179"/>
              <a:gd name="T76" fmla="*/ 90 w 179"/>
              <a:gd name="T77" fmla="*/ 82 h 179"/>
              <a:gd name="T78" fmla="*/ 84 w 179"/>
              <a:gd name="T79" fmla="*/ 31 h 179"/>
              <a:gd name="T80" fmla="*/ 84 w 179"/>
              <a:gd name="T81" fmla="*/ 8 h 179"/>
              <a:gd name="T82" fmla="*/ 90 w 179"/>
              <a:gd name="T83" fmla="*/ 0 h 179"/>
              <a:gd name="T84" fmla="*/ 20 w 179"/>
              <a:gd name="T85" fmla="*/ 34 h 179"/>
              <a:gd name="T86" fmla="*/ 32 w 179"/>
              <a:gd name="T87" fmla="*/ 84 h 179"/>
              <a:gd name="T88" fmla="*/ 32 w 179"/>
              <a:gd name="T89" fmla="*/ 95 h 179"/>
              <a:gd name="T90" fmla="*/ 20 w 179"/>
              <a:gd name="T91" fmla="*/ 145 h 179"/>
              <a:gd name="T92" fmla="*/ 40 w 179"/>
              <a:gd name="T93" fmla="*/ 146 h 179"/>
              <a:gd name="T94" fmla="*/ 35 w 179"/>
              <a:gd name="T95" fmla="*/ 151 h 179"/>
              <a:gd name="T96" fmla="*/ 40 w 179"/>
              <a:gd name="T97" fmla="*/ 132 h 179"/>
              <a:gd name="T98" fmla="*/ 28 w 179"/>
              <a:gd name="T99" fmla="*/ 35 h 179"/>
              <a:gd name="T100" fmla="*/ 35 w 179"/>
              <a:gd name="T101" fmla="*/ 28 h 179"/>
              <a:gd name="T102" fmla="*/ 40 w 179"/>
              <a:gd name="T103" fmla="*/ 15 h 179"/>
              <a:gd name="T104" fmla="*/ 0 w 179"/>
              <a:gd name="T105" fmla="*/ 89 h 179"/>
              <a:gd name="T106" fmla="*/ 20 w 179"/>
              <a:gd name="T107" fmla="*/ 95 h 179"/>
              <a:gd name="T108" fmla="*/ 8 w 179"/>
              <a:gd name="T109" fmla="*/ 84 h 179"/>
              <a:gd name="T110" fmla="*/ 20 w 179"/>
              <a:gd name="T111" fmla="*/ 34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9" h="179">
                <a:moveTo>
                  <a:pt x="159" y="145"/>
                </a:moveTo>
                <a:cubicBezTo>
                  <a:pt x="172" y="130"/>
                  <a:pt x="179" y="111"/>
                  <a:pt x="179" y="89"/>
                </a:cubicBezTo>
                <a:cubicBezTo>
                  <a:pt x="179" y="68"/>
                  <a:pt x="172" y="49"/>
                  <a:pt x="159" y="34"/>
                </a:cubicBezTo>
                <a:cubicBezTo>
                  <a:pt x="159" y="84"/>
                  <a:pt x="159" y="84"/>
                  <a:pt x="159" y="84"/>
                </a:cubicBezTo>
                <a:cubicBezTo>
                  <a:pt x="171" y="84"/>
                  <a:pt x="171" y="84"/>
                  <a:pt x="171" y="84"/>
                </a:cubicBezTo>
                <a:cubicBezTo>
                  <a:pt x="171" y="84"/>
                  <a:pt x="171" y="84"/>
                  <a:pt x="171" y="84"/>
                </a:cubicBezTo>
                <a:cubicBezTo>
                  <a:pt x="171" y="95"/>
                  <a:pt x="171" y="95"/>
                  <a:pt x="171" y="95"/>
                </a:cubicBezTo>
                <a:cubicBezTo>
                  <a:pt x="159" y="95"/>
                  <a:pt x="159" y="95"/>
                  <a:pt x="159" y="95"/>
                </a:cubicBezTo>
                <a:lnTo>
                  <a:pt x="159" y="145"/>
                </a:lnTo>
                <a:close/>
                <a:moveTo>
                  <a:pt x="139" y="164"/>
                </a:moveTo>
                <a:cubicBezTo>
                  <a:pt x="147" y="159"/>
                  <a:pt x="154" y="152"/>
                  <a:pt x="159" y="145"/>
                </a:cubicBezTo>
                <a:cubicBezTo>
                  <a:pt x="159" y="95"/>
                  <a:pt x="159" y="95"/>
                  <a:pt x="159" y="95"/>
                </a:cubicBezTo>
                <a:cubicBezTo>
                  <a:pt x="148" y="95"/>
                  <a:pt x="148" y="95"/>
                  <a:pt x="148" y="95"/>
                </a:cubicBezTo>
                <a:cubicBezTo>
                  <a:pt x="148" y="84"/>
                  <a:pt x="148" y="84"/>
                  <a:pt x="148" y="84"/>
                </a:cubicBezTo>
                <a:cubicBezTo>
                  <a:pt x="159" y="84"/>
                  <a:pt x="159" y="84"/>
                  <a:pt x="159" y="84"/>
                </a:cubicBezTo>
                <a:cubicBezTo>
                  <a:pt x="159" y="34"/>
                  <a:pt x="159" y="34"/>
                  <a:pt x="159" y="34"/>
                </a:cubicBezTo>
                <a:cubicBezTo>
                  <a:pt x="154" y="27"/>
                  <a:pt x="147" y="20"/>
                  <a:pt x="139" y="15"/>
                </a:cubicBezTo>
                <a:cubicBezTo>
                  <a:pt x="139" y="33"/>
                  <a:pt x="139" y="33"/>
                  <a:pt x="139" y="33"/>
                </a:cubicBezTo>
                <a:cubicBezTo>
                  <a:pt x="144" y="28"/>
                  <a:pt x="144" y="28"/>
                  <a:pt x="144" y="28"/>
                </a:cubicBezTo>
                <a:cubicBezTo>
                  <a:pt x="144" y="28"/>
                  <a:pt x="144" y="28"/>
                  <a:pt x="144" y="28"/>
                </a:cubicBezTo>
                <a:cubicBezTo>
                  <a:pt x="151" y="35"/>
                  <a:pt x="151" y="35"/>
                  <a:pt x="151" y="35"/>
                </a:cubicBezTo>
                <a:cubicBezTo>
                  <a:pt x="139" y="47"/>
                  <a:pt x="139" y="47"/>
                  <a:pt x="139" y="47"/>
                </a:cubicBezTo>
                <a:cubicBezTo>
                  <a:pt x="139" y="132"/>
                  <a:pt x="139" y="132"/>
                  <a:pt x="139" y="132"/>
                </a:cubicBezTo>
                <a:cubicBezTo>
                  <a:pt x="151" y="144"/>
                  <a:pt x="151" y="144"/>
                  <a:pt x="151" y="144"/>
                </a:cubicBezTo>
                <a:cubicBezTo>
                  <a:pt x="144" y="151"/>
                  <a:pt x="144" y="151"/>
                  <a:pt x="144" y="151"/>
                </a:cubicBezTo>
                <a:cubicBezTo>
                  <a:pt x="139" y="146"/>
                  <a:pt x="139" y="146"/>
                  <a:pt x="139" y="146"/>
                </a:cubicBezTo>
                <a:lnTo>
                  <a:pt x="139" y="164"/>
                </a:lnTo>
                <a:close/>
                <a:moveTo>
                  <a:pt x="90" y="179"/>
                </a:moveTo>
                <a:cubicBezTo>
                  <a:pt x="108" y="179"/>
                  <a:pt x="125" y="173"/>
                  <a:pt x="139" y="164"/>
                </a:cubicBezTo>
                <a:cubicBezTo>
                  <a:pt x="139" y="146"/>
                  <a:pt x="139" y="146"/>
                  <a:pt x="139" y="146"/>
                </a:cubicBezTo>
                <a:cubicBezTo>
                  <a:pt x="127" y="134"/>
                  <a:pt x="127" y="134"/>
                  <a:pt x="127" y="134"/>
                </a:cubicBezTo>
                <a:cubicBezTo>
                  <a:pt x="134" y="127"/>
                  <a:pt x="134" y="127"/>
                  <a:pt x="134" y="127"/>
                </a:cubicBezTo>
                <a:cubicBezTo>
                  <a:pt x="134" y="127"/>
                  <a:pt x="134" y="127"/>
                  <a:pt x="134" y="127"/>
                </a:cubicBezTo>
                <a:cubicBezTo>
                  <a:pt x="139" y="132"/>
                  <a:pt x="139" y="132"/>
                  <a:pt x="139" y="132"/>
                </a:cubicBezTo>
                <a:cubicBezTo>
                  <a:pt x="139" y="47"/>
                  <a:pt x="139" y="47"/>
                  <a:pt x="139" y="47"/>
                </a:cubicBezTo>
                <a:cubicBezTo>
                  <a:pt x="134" y="52"/>
                  <a:pt x="134" y="52"/>
                  <a:pt x="134" y="52"/>
                </a:cubicBezTo>
                <a:cubicBezTo>
                  <a:pt x="127" y="45"/>
                  <a:pt x="127" y="45"/>
                  <a:pt x="127" y="45"/>
                </a:cubicBezTo>
                <a:cubicBezTo>
                  <a:pt x="139" y="33"/>
                  <a:pt x="139" y="33"/>
                  <a:pt x="139" y="33"/>
                </a:cubicBezTo>
                <a:cubicBezTo>
                  <a:pt x="139" y="15"/>
                  <a:pt x="139" y="15"/>
                  <a:pt x="139" y="15"/>
                </a:cubicBezTo>
                <a:cubicBezTo>
                  <a:pt x="125" y="6"/>
                  <a:pt x="108" y="0"/>
                  <a:pt x="90" y="0"/>
                </a:cubicBezTo>
                <a:cubicBezTo>
                  <a:pt x="90" y="0"/>
                  <a:pt x="90" y="0"/>
                  <a:pt x="90" y="0"/>
                </a:cubicBezTo>
                <a:cubicBezTo>
                  <a:pt x="90" y="8"/>
                  <a:pt x="90" y="8"/>
                  <a:pt x="90" y="8"/>
                </a:cubicBezTo>
                <a:cubicBezTo>
                  <a:pt x="95" y="8"/>
                  <a:pt x="95" y="8"/>
                  <a:pt x="95" y="8"/>
                </a:cubicBezTo>
                <a:cubicBezTo>
                  <a:pt x="95" y="31"/>
                  <a:pt x="95" y="31"/>
                  <a:pt x="95" y="31"/>
                </a:cubicBezTo>
                <a:cubicBezTo>
                  <a:pt x="90" y="31"/>
                  <a:pt x="90" y="31"/>
                  <a:pt x="90" y="31"/>
                </a:cubicBezTo>
                <a:cubicBezTo>
                  <a:pt x="90" y="82"/>
                  <a:pt x="90" y="82"/>
                  <a:pt x="90" y="82"/>
                </a:cubicBezTo>
                <a:cubicBezTo>
                  <a:pt x="91" y="83"/>
                  <a:pt x="91" y="83"/>
                  <a:pt x="91" y="83"/>
                </a:cubicBezTo>
                <a:cubicBezTo>
                  <a:pt x="119" y="56"/>
                  <a:pt x="119" y="56"/>
                  <a:pt x="119" y="56"/>
                </a:cubicBezTo>
                <a:cubicBezTo>
                  <a:pt x="126" y="63"/>
                  <a:pt x="126" y="63"/>
                  <a:pt x="126" y="63"/>
                </a:cubicBezTo>
                <a:cubicBezTo>
                  <a:pt x="91" y="98"/>
                  <a:pt x="91" y="98"/>
                  <a:pt x="91" y="98"/>
                </a:cubicBezTo>
                <a:cubicBezTo>
                  <a:pt x="90" y="97"/>
                  <a:pt x="90" y="97"/>
                  <a:pt x="90" y="97"/>
                </a:cubicBezTo>
                <a:cubicBezTo>
                  <a:pt x="90" y="147"/>
                  <a:pt x="90" y="147"/>
                  <a:pt x="90" y="147"/>
                </a:cubicBezTo>
                <a:cubicBezTo>
                  <a:pt x="95" y="147"/>
                  <a:pt x="95" y="147"/>
                  <a:pt x="95" y="147"/>
                </a:cubicBezTo>
                <a:cubicBezTo>
                  <a:pt x="95" y="171"/>
                  <a:pt x="95" y="171"/>
                  <a:pt x="95" y="171"/>
                </a:cubicBezTo>
                <a:cubicBezTo>
                  <a:pt x="95" y="171"/>
                  <a:pt x="95" y="171"/>
                  <a:pt x="95" y="171"/>
                </a:cubicBezTo>
                <a:cubicBezTo>
                  <a:pt x="90" y="171"/>
                  <a:pt x="90" y="171"/>
                  <a:pt x="90" y="171"/>
                </a:cubicBezTo>
                <a:cubicBezTo>
                  <a:pt x="90" y="179"/>
                  <a:pt x="90" y="179"/>
                  <a:pt x="90" y="179"/>
                </a:cubicBezTo>
                <a:close/>
                <a:moveTo>
                  <a:pt x="90" y="0"/>
                </a:moveTo>
                <a:cubicBezTo>
                  <a:pt x="71" y="0"/>
                  <a:pt x="54" y="6"/>
                  <a:pt x="40" y="15"/>
                </a:cubicBezTo>
                <a:cubicBezTo>
                  <a:pt x="40" y="33"/>
                  <a:pt x="40" y="33"/>
                  <a:pt x="40" y="33"/>
                </a:cubicBezTo>
                <a:cubicBezTo>
                  <a:pt x="52" y="45"/>
                  <a:pt x="52" y="45"/>
                  <a:pt x="52" y="45"/>
                </a:cubicBezTo>
                <a:cubicBezTo>
                  <a:pt x="45" y="52"/>
                  <a:pt x="45" y="52"/>
                  <a:pt x="45" y="52"/>
                </a:cubicBezTo>
                <a:cubicBezTo>
                  <a:pt x="40" y="47"/>
                  <a:pt x="40" y="47"/>
                  <a:pt x="40" y="47"/>
                </a:cubicBezTo>
                <a:cubicBezTo>
                  <a:pt x="40" y="132"/>
                  <a:pt x="40" y="132"/>
                  <a:pt x="40" y="132"/>
                </a:cubicBezTo>
                <a:cubicBezTo>
                  <a:pt x="45" y="127"/>
                  <a:pt x="45" y="127"/>
                  <a:pt x="45" y="127"/>
                </a:cubicBezTo>
                <a:cubicBezTo>
                  <a:pt x="52" y="134"/>
                  <a:pt x="52" y="134"/>
                  <a:pt x="52" y="134"/>
                </a:cubicBezTo>
                <a:cubicBezTo>
                  <a:pt x="40" y="146"/>
                  <a:pt x="40" y="146"/>
                  <a:pt x="40" y="146"/>
                </a:cubicBezTo>
                <a:cubicBezTo>
                  <a:pt x="40" y="164"/>
                  <a:pt x="40" y="164"/>
                  <a:pt x="40" y="164"/>
                </a:cubicBezTo>
                <a:cubicBezTo>
                  <a:pt x="54" y="173"/>
                  <a:pt x="71" y="179"/>
                  <a:pt x="90" y="179"/>
                </a:cubicBezTo>
                <a:cubicBezTo>
                  <a:pt x="90" y="171"/>
                  <a:pt x="90" y="171"/>
                  <a:pt x="90" y="171"/>
                </a:cubicBezTo>
                <a:cubicBezTo>
                  <a:pt x="84" y="171"/>
                  <a:pt x="84" y="171"/>
                  <a:pt x="84" y="171"/>
                </a:cubicBezTo>
                <a:cubicBezTo>
                  <a:pt x="84" y="147"/>
                  <a:pt x="84" y="147"/>
                  <a:pt x="84" y="147"/>
                </a:cubicBezTo>
                <a:cubicBezTo>
                  <a:pt x="90" y="147"/>
                  <a:pt x="90" y="147"/>
                  <a:pt x="90" y="147"/>
                </a:cubicBezTo>
                <a:cubicBezTo>
                  <a:pt x="90" y="97"/>
                  <a:pt x="90" y="97"/>
                  <a:pt x="90" y="97"/>
                </a:cubicBezTo>
                <a:cubicBezTo>
                  <a:pt x="68" y="76"/>
                  <a:pt x="68" y="76"/>
                  <a:pt x="68" y="76"/>
                </a:cubicBezTo>
                <a:cubicBezTo>
                  <a:pt x="75" y="69"/>
                  <a:pt x="75" y="69"/>
                  <a:pt x="75" y="69"/>
                </a:cubicBezTo>
                <a:cubicBezTo>
                  <a:pt x="75" y="69"/>
                  <a:pt x="75" y="69"/>
                  <a:pt x="75" y="69"/>
                </a:cubicBezTo>
                <a:cubicBezTo>
                  <a:pt x="90" y="82"/>
                  <a:pt x="90" y="82"/>
                  <a:pt x="90" y="82"/>
                </a:cubicBezTo>
                <a:cubicBezTo>
                  <a:pt x="90" y="31"/>
                  <a:pt x="90" y="31"/>
                  <a:pt x="90" y="31"/>
                </a:cubicBezTo>
                <a:cubicBezTo>
                  <a:pt x="84" y="31"/>
                  <a:pt x="84" y="31"/>
                  <a:pt x="84" y="31"/>
                </a:cubicBezTo>
                <a:cubicBezTo>
                  <a:pt x="84" y="8"/>
                  <a:pt x="84" y="8"/>
                  <a:pt x="84" y="8"/>
                </a:cubicBezTo>
                <a:cubicBezTo>
                  <a:pt x="84" y="8"/>
                  <a:pt x="84" y="8"/>
                  <a:pt x="84" y="8"/>
                </a:cubicBezTo>
                <a:cubicBezTo>
                  <a:pt x="90" y="8"/>
                  <a:pt x="90" y="8"/>
                  <a:pt x="90" y="8"/>
                </a:cubicBezTo>
                <a:lnTo>
                  <a:pt x="90" y="0"/>
                </a:lnTo>
                <a:close/>
                <a:moveTo>
                  <a:pt x="40" y="15"/>
                </a:moveTo>
                <a:cubicBezTo>
                  <a:pt x="32" y="20"/>
                  <a:pt x="26" y="27"/>
                  <a:pt x="20" y="34"/>
                </a:cubicBezTo>
                <a:cubicBezTo>
                  <a:pt x="20" y="84"/>
                  <a:pt x="20" y="84"/>
                  <a:pt x="20" y="84"/>
                </a:cubicBezTo>
                <a:cubicBezTo>
                  <a:pt x="32" y="84"/>
                  <a:pt x="32" y="84"/>
                  <a:pt x="32" y="84"/>
                </a:cubicBezTo>
                <a:cubicBezTo>
                  <a:pt x="32" y="84"/>
                  <a:pt x="32" y="84"/>
                  <a:pt x="32" y="84"/>
                </a:cubicBezTo>
                <a:cubicBezTo>
                  <a:pt x="32" y="95"/>
                  <a:pt x="32" y="95"/>
                  <a:pt x="32" y="95"/>
                </a:cubicBezTo>
                <a:cubicBezTo>
                  <a:pt x="20" y="95"/>
                  <a:pt x="20" y="95"/>
                  <a:pt x="20" y="95"/>
                </a:cubicBezTo>
                <a:cubicBezTo>
                  <a:pt x="20" y="145"/>
                  <a:pt x="20" y="145"/>
                  <a:pt x="20" y="145"/>
                </a:cubicBezTo>
                <a:cubicBezTo>
                  <a:pt x="26" y="152"/>
                  <a:pt x="32" y="159"/>
                  <a:pt x="40" y="164"/>
                </a:cubicBezTo>
                <a:cubicBezTo>
                  <a:pt x="40" y="146"/>
                  <a:pt x="40" y="146"/>
                  <a:pt x="40" y="146"/>
                </a:cubicBezTo>
                <a:cubicBezTo>
                  <a:pt x="35" y="151"/>
                  <a:pt x="35" y="151"/>
                  <a:pt x="35" y="151"/>
                </a:cubicBezTo>
                <a:cubicBezTo>
                  <a:pt x="35" y="151"/>
                  <a:pt x="35" y="151"/>
                  <a:pt x="35" y="151"/>
                </a:cubicBezTo>
                <a:cubicBezTo>
                  <a:pt x="28" y="144"/>
                  <a:pt x="28" y="144"/>
                  <a:pt x="28" y="144"/>
                </a:cubicBezTo>
                <a:cubicBezTo>
                  <a:pt x="40" y="132"/>
                  <a:pt x="40" y="132"/>
                  <a:pt x="40" y="132"/>
                </a:cubicBezTo>
                <a:cubicBezTo>
                  <a:pt x="40" y="47"/>
                  <a:pt x="40" y="47"/>
                  <a:pt x="40" y="47"/>
                </a:cubicBezTo>
                <a:cubicBezTo>
                  <a:pt x="28" y="35"/>
                  <a:pt x="28" y="35"/>
                  <a:pt x="28" y="35"/>
                </a:cubicBezTo>
                <a:cubicBezTo>
                  <a:pt x="35" y="28"/>
                  <a:pt x="35" y="28"/>
                  <a:pt x="35" y="28"/>
                </a:cubicBezTo>
                <a:cubicBezTo>
                  <a:pt x="35" y="28"/>
                  <a:pt x="35" y="28"/>
                  <a:pt x="35" y="28"/>
                </a:cubicBezTo>
                <a:cubicBezTo>
                  <a:pt x="40" y="33"/>
                  <a:pt x="40" y="33"/>
                  <a:pt x="40" y="33"/>
                </a:cubicBezTo>
                <a:lnTo>
                  <a:pt x="40" y="15"/>
                </a:lnTo>
                <a:close/>
                <a:moveTo>
                  <a:pt x="20" y="34"/>
                </a:moveTo>
                <a:cubicBezTo>
                  <a:pt x="8" y="49"/>
                  <a:pt x="0" y="68"/>
                  <a:pt x="0" y="89"/>
                </a:cubicBezTo>
                <a:cubicBezTo>
                  <a:pt x="0" y="110"/>
                  <a:pt x="8" y="130"/>
                  <a:pt x="20" y="145"/>
                </a:cubicBezTo>
                <a:cubicBezTo>
                  <a:pt x="20" y="95"/>
                  <a:pt x="20" y="95"/>
                  <a:pt x="20" y="95"/>
                </a:cubicBezTo>
                <a:cubicBezTo>
                  <a:pt x="8" y="95"/>
                  <a:pt x="8" y="95"/>
                  <a:pt x="8" y="95"/>
                </a:cubicBezTo>
                <a:cubicBezTo>
                  <a:pt x="8" y="84"/>
                  <a:pt x="8" y="84"/>
                  <a:pt x="8" y="84"/>
                </a:cubicBezTo>
                <a:cubicBezTo>
                  <a:pt x="20" y="84"/>
                  <a:pt x="20" y="84"/>
                  <a:pt x="20" y="84"/>
                </a:cubicBezTo>
                <a:lnTo>
                  <a:pt x="20" y="34"/>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77" name="Freeform 38"/>
          <p:cNvSpPr>
            <a:spLocks noEditPoints="1"/>
          </p:cNvSpPr>
          <p:nvPr/>
        </p:nvSpPr>
        <p:spPr bwMode="auto">
          <a:xfrm>
            <a:off x="3037347" y="2459947"/>
            <a:ext cx="380859" cy="358801"/>
          </a:xfrm>
          <a:custGeom>
            <a:avLst/>
            <a:gdLst>
              <a:gd name="T0" fmla="*/ 23 w 281"/>
              <a:gd name="T1" fmla="*/ 251 h 265"/>
              <a:gd name="T2" fmla="*/ 23 w 281"/>
              <a:gd name="T3" fmla="*/ 254 h 265"/>
              <a:gd name="T4" fmla="*/ 33 w 281"/>
              <a:gd name="T5" fmla="*/ 265 h 265"/>
              <a:gd name="T6" fmla="*/ 270 w 281"/>
              <a:gd name="T7" fmla="*/ 265 h 265"/>
              <a:gd name="T8" fmla="*/ 281 w 281"/>
              <a:gd name="T9" fmla="*/ 254 h 265"/>
              <a:gd name="T10" fmla="*/ 281 w 281"/>
              <a:gd name="T11" fmla="*/ 251 h 265"/>
              <a:gd name="T12" fmla="*/ 270 w 281"/>
              <a:gd name="T13" fmla="*/ 240 h 265"/>
              <a:gd name="T14" fmla="*/ 195 w 281"/>
              <a:gd name="T15" fmla="*/ 240 h 265"/>
              <a:gd name="T16" fmla="*/ 275 w 281"/>
              <a:gd name="T17" fmla="*/ 177 h 265"/>
              <a:gd name="T18" fmla="*/ 133 w 281"/>
              <a:gd name="T19" fmla="*/ 0 h 265"/>
              <a:gd name="T20" fmla="*/ 0 w 281"/>
              <a:gd name="T21" fmla="*/ 109 h 265"/>
              <a:gd name="T22" fmla="*/ 109 w 281"/>
              <a:gd name="T23" fmla="*/ 240 h 265"/>
              <a:gd name="T24" fmla="*/ 33 w 281"/>
              <a:gd name="T25" fmla="*/ 240 h 265"/>
              <a:gd name="T26" fmla="*/ 23 w 281"/>
              <a:gd name="T27" fmla="*/ 251 h 265"/>
              <a:gd name="T28" fmla="*/ 123 w 281"/>
              <a:gd name="T29" fmla="*/ 122 h 265"/>
              <a:gd name="T30" fmla="*/ 27 w 281"/>
              <a:gd name="T31" fmla="*/ 104 h 265"/>
              <a:gd name="T32" fmla="*/ 123 w 281"/>
              <a:gd name="T33" fmla="*/ 26 h 265"/>
              <a:gd name="T34" fmla="*/ 123 w 281"/>
              <a:gd name="T35" fmla="*/ 122 h 265"/>
              <a:gd name="T36" fmla="*/ 252 w 281"/>
              <a:gd name="T37" fmla="*/ 168 h 265"/>
              <a:gd name="T38" fmla="*/ 132 w 281"/>
              <a:gd name="T39" fmla="*/ 149 h 265"/>
              <a:gd name="T40" fmla="*/ 137 w 281"/>
              <a:gd name="T41" fmla="*/ 28 h 265"/>
              <a:gd name="T42" fmla="*/ 252 w 281"/>
              <a:gd name="T43" fmla="*/ 168 h 265"/>
              <a:gd name="T44" fmla="*/ 154 w 281"/>
              <a:gd name="T45" fmla="*/ 251 h 265"/>
              <a:gd name="T46" fmla="*/ 156 w 281"/>
              <a:gd name="T47" fmla="*/ 167 h 265"/>
              <a:gd name="T48" fmla="*/ 247 w 281"/>
              <a:gd name="T49" fmla="*/ 182 h 265"/>
              <a:gd name="T50" fmla="*/ 164 w 281"/>
              <a:gd name="T51" fmla="*/ 251 h 265"/>
              <a:gd name="T52" fmla="*/ 154 w 281"/>
              <a:gd name="T53" fmla="*/ 251 h 265"/>
              <a:gd name="T54" fmla="*/ 133 w 281"/>
              <a:gd name="T55" fmla="*/ 250 h 265"/>
              <a:gd name="T56" fmla="*/ 27 w 281"/>
              <a:gd name="T57" fmla="*/ 121 h 265"/>
              <a:gd name="T58" fmla="*/ 119 w 281"/>
              <a:gd name="T59" fmla="*/ 136 h 265"/>
              <a:gd name="T60" fmla="*/ 120 w 281"/>
              <a:gd name="T61" fmla="*/ 160 h 265"/>
              <a:gd name="T62" fmla="*/ 142 w 281"/>
              <a:gd name="T63" fmla="*/ 166 h 265"/>
              <a:gd name="T64" fmla="*/ 142 w 281"/>
              <a:gd name="T65" fmla="*/ 250 h 265"/>
              <a:gd name="T66" fmla="*/ 133 w 281"/>
              <a:gd name="T67" fmla="*/ 250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81" h="265">
                <a:moveTo>
                  <a:pt x="23" y="251"/>
                </a:moveTo>
                <a:cubicBezTo>
                  <a:pt x="23" y="254"/>
                  <a:pt x="23" y="254"/>
                  <a:pt x="23" y="254"/>
                </a:cubicBezTo>
                <a:cubicBezTo>
                  <a:pt x="23" y="260"/>
                  <a:pt x="27" y="265"/>
                  <a:pt x="33" y="265"/>
                </a:cubicBezTo>
                <a:cubicBezTo>
                  <a:pt x="270" y="265"/>
                  <a:pt x="270" y="265"/>
                  <a:pt x="270" y="265"/>
                </a:cubicBezTo>
                <a:cubicBezTo>
                  <a:pt x="276" y="265"/>
                  <a:pt x="281" y="260"/>
                  <a:pt x="281" y="254"/>
                </a:cubicBezTo>
                <a:cubicBezTo>
                  <a:pt x="281" y="251"/>
                  <a:pt x="281" y="251"/>
                  <a:pt x="281" y="251"/>
                </a:cubicBezTo>
                <a:cubicBezTo>
                  <a:pt x="281" y="245"/>
                  <a:pt x="276" y="240"/>
                  <a:pt x="270" y="240"/>
                </a:cubicBezTo>
                <a:cubicBezTo>
                  <a:pt x="195" y="240"/>
                  <a:pt x="195" y="240"/>
                  <a:pt x="195" y="240"/>
                </a:cubicBezTo>
                <a:cubicBezTo>
                  <a:pt x="275" y="177"/>
                  <a:pt x="275" y="177"/>
                  <a:pt x="275" y="177"/>
                </a:cubicBezTo>
                <a:cubicBezTo>
                  <a:pt x="133" y="0"/>
                  <a:pt x="133" y="0"/>
                  <a:pt x="133" y="0"/>
                </a:cubicBezTo>
                <a:cubicBezTo>
                  <a:pt x="0" y="109"/>
                  <a:pt x="0" y="109"/>
                  <a:pt x="0" y="109"/>
                </a:cubicBezTo>
                <a:cubicBezTo>
                  <a:pt x="109" y="240"/>
                  <a:pt x="109" y="240"/>
                  <a:pt x="109" y="240"/>
                </a:cubicBezTo>
                <a:cubicBezTo>
                  <a:pt x="33" y="240"/>
                  <a:pt x="33" y="240"/>
                  <a:pt x="33" y="240"/>
                </a:cubicBezTo>
                <a:cubicBezTo>
                  <a:pt x="27" y="240"/>
                  <a:pt x="23" y="245"/>
                  <a:pt x="23" y="251"/>
                </a:cubicBezTo>
                <a:close/>
                <a:moveTo>
                  <a:pt x="123" y="122"/>
                </a:moveTo>
                <a:cubicBezTo>
                  <a:pt x="27" y="104"/>
                  <a:pt x="27" y="104"/>
                  <a:pt x="27" y="104"/>
                </a:cubicBezTo>
                <a:cubicBezTo>
                  <a:pt x="123" y="26"/>
                  <a:pt x="123" y="26"/>
                  <a:pt x="123" y="26"/>
                </a:cubicBezTo>
                <a:lnTo>
                  <a:pt x="123" y="122"/>
                </a:lnTo>
                <a:close/>
                <a:moveTo>
                  <a:pt x="252" y="168"/>
                </a:moveTo>
                <a:cubicBezTo>
                  <a:pt x="132" y="149"/>
                  <a:pt x="132" y="149"/>
                  <a:pt x="132" y="149"/>
                </a:cubicBezTo>
                <a:cubicBezTo>
                  <a:pt x="137" y="28"/>
                  <a:pt x="137" y="28"/>
                  <a:pt x="137" y="28"/>
                </a:cubicBezTo>
                <a:lnTo>
                  <a:pt x="252" y="168"/>
                </a:lnTo>
                <a:close/>
                <a:moveTo>
                  <a:pt x="154" y="251"/>
                </a:moveTo>
                <a:cubicBezTo>
                  <a:pt x="156" y="167"/>
                  <a:pt x="156" y="167"/>
                  <a:pt x="156" y="167"/>
                </a:cubicBezTo>
                <a:cubicBezTo>
                  <a:pt x="247" y="182"/>
                  <a:pt x="247" y="182"/>
                  <a:pt x="247" y="182"/>
                </a:cubicBezTo>
                <a:cubicBezTo>
                  <a:pt x="164" y="251"/>
                  <a:pt x="164" y="251"/>
                  <a:pt x="164" y="251"/>
                </a:cubicBezTo>
                <a:lnTo>
                  <a:pt x="154" y="251"/>
                </a:lnTo>
                <a:close/>
                <a:moveTo>
                  <a:pt x="133" y="250"/>
                </a:moveTo>
                <a:cubicBezTo>
                  <a:pt x="27" y="121"/>
                  <a:pt x="27" y="121"/>
                  <a:pt x="27" y="121"/>
                </a:cubicBezTo>
                <a:cubicBezTo>
                  <a:pt x="119" y="136"/>
                  <a:pt x="119" y="136"/>
                  <a:pt x="119" y="136"/>
                </a:cubicBezTo>
                <a:cubicBezTo>
                  <a:pt x="122" y="144"/>
                  <a:pt x="119" y="152"/>
                  <a:pt x="120" y="160"/>
                </a:cubicBezTo>
                <a:cubicBezTo>
                  <a:pt x="126" y="163"/>
                  <a:pt x="136" y="162"/>
                  <a:pt x="142" y="166"/>
                </a:cubicBezTo>
                <a:cubicBezTo>
                  <a:pt x="142" y="250"/>
                  <a:pt x="142" y="250"/>
                  <a:pt x="142" y="250"/>
                </a:cubicBezTo>
                <a:lnTo>
                  <a:pt x="133" y="250"/>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78" name="Freeform 39"/>
          <p:cNvSpPr>
            <a:spLocks/>
          </p:cNvSpPr>
          <p:nvPr/>
        </p:nvSpPr>
        <p:spPr bwMode="auto">
          <a:xfrm>
            <a:off x="2019675" y="2444138"/>
            <a:ext cx="383065" cy="390418"/>
          </a:xfrm>
          <a:custGeom>
            <a:avLst/>
            <a:gdLst>
              <a:gd name="T0" fmla="*/ 161 w 283"/>
              <a:gd name="T1" fmla="*/ 21 h 288"/>
              <a:gd name="T2" fmla="*/ 141 w 283"/>
              <a:gd name="T3" fmla="*/ 0 h 288"/>
              <a:gd name="T4" fmla="*/ 121 w 283"/>
              <a:gd name="T5" fmla="*/ 21 h 288"/>
              <a:gd name="T6" fmla="*/ 122 w 283"/>
              <a:gd name="T7" fmla="*/ 100 h 288"/>
              <a:gd name="T8" fmla="*/ 0 w 283"/>
              <a:gd name="T9" fmla="*/ 170 h 288"/>
              <a:gd name="T10" fmla="*/ 0 w 283"/>
              <a:gd name="T11" fmla="*/ 198 h 288"/>
              <a:gd name="T12" fmla="*/ 123 w 283"/>
              <a:gd name="T13" fmla="*/ 159 h 288"/>
              <a:gd name="T14" fmla="*/ 122 w 283"/>
              <a:gd name="T15" fmla="*/ 225 h 288"/>
              <a:gd name="T16" fmla="*/ 126 w 283"/>
              <a:gd name="T17" fmla="*/ 242 h 288"/>
              <a:gd name="T18" fmla="*/ 85 w 283"/>
              <a:gd name="T19" fmla="*/ 267 h 288"/>
              <a:gd name="T20" fmla="*/ 85 w 283"/>
              <a:gd name="T21" fmla="*/ 288 h 288"/>
              <a:gd name="T22" fmla="*/ 141 w 283"/>
              <a:gd name="T23" fmla="*/ 272 h 288"/>
              <a:gd name="T24" fmla="*/ 197 w 283"/>
              <a:gd name="T25" fmla="*/ 288 h 288"/>
              <a:gd name="T26" fmla="*/ 197 w 283"/>
              <a:gd name="T27" fmla="*/ 268 h 288"/>
              <a:gd name="T28" fmla="*/ 157 w 283"/>
              <a:gd name="T29" fmla="*/ 242 h 288"/>
              <a:gd name="T30" fmla="*/ 161 w 283"/>
              <a:gd name="T31" fmla="*/ 225 h 288"/>
              <a:gd name="T32" fmla="*/ 161 w 283"/>
              <a:gd name="T33" fmla="*/ 159 h 288"/>
              <a:gd name="T34" fmla="*/ 283 w 283"/>
              <a:gd name="T35" fmla="*/ 196 h 288"/>
              <a:gd name="T36" fmla="*/ 283 w 283"/>
              <a:gd name="T37" fmla="*/ 168 h 288"/>
              <a:gd name="T38" fmla="*/ 161 w 283"/>
              <a:gd name="T39" fmla="*/ 100 h 288"/>
              <a:gd name="T40" fmla="*/ 161 w 283"/>
              <a:gd name="T41" fmla="*/ 21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3" h="288">
                <a:moveTo>
                  <a:pt x="161" y="21"/>
                </a:moveTo>
                <a:cubicBezTo>
                  <a:pt x="161" y="21"/>
                  <a:pt x="163" y="2"/>
                  <a:pt x="141" y="0"/>
                </a:cubicBezTo>
                <a:cubicBezTo>
                  <a:pt x="123" y="3"/>
                  <a:pt x="122" y="14"/>
                  <a:pt x="121" y="21"/>
                </a:cubicBezTo>
                <a:cubicBezTo>
                  <a:pt x="122" y="22"/>
                  <a:pt x="122" y="100"/>
                  <a:pt x="122" y="100"/>
                </a:cubicBezTo>
                <a:cubicBezTo>
                  <a:pt x="0" y="170"/>
                  <a:pt x="0" y="170"/>
                  <a:pt x="0" y="170"/>
                </a:cubicBezTo>
                <a:cubicBezTo>
                  <a:pt x="0" y="198"/>
                  <a:pt x="0" y="198"/>
                  <a:pt x="0" y="198"/>
                </a:cubicBezTo>
                <a:cubicBezTo>
                  <a:pt x="123" y="159"/>
                  <a:pt x="123" y="159"/>
                  <a:pt x="123" y="159"/>
                </a:cubicBezTo>
                <a:cubicBezTo>
                  <a:pt x="122" y="225"/>
                  <a:pt x="122" y="225"/>
                  <a:pt x="122" y="225"/>
                </a:cubicBezTo>
                <a:cubicBezTo>
                  <a:pt x="126" y="242"/>
                  <a:pt x="126" y="242"/>
                  <a:pt x="126" y="242"/>
                </a:cubicBezTo>
                <a:cubicBezTo>
                  <a:pt x="85" y="267"/>
                  <a:pt x="85" y="267"/>
                  <a:pt x="85" y="267"/>
                </a:cubicBezTo>
                <a:cubicBezTo>
                  <a:pt x="85" y="288"/>
                  <a:pt x="85" y="288"/>
                  <a:pt x="85" y="288"/>
                </a:cubicBezTo>
                <a:cubicBezTo>
                  <a:pt x="141" y="272"/>
                  <a:pt x="141" y="272"/>
                  <a:pt x="141" y="272"/>
                </a:cubicBezTo>
                <a:cubicBezTo>
                  <a:pt x="197" y="288"/>
                  <a:pt x="197" y="288"/>
                  <a:pt x="197" y="288"/>
                </a:cubicBezTo>
                <a:cubicBezTo>
                  <a:pt x="197" y="268"/>
                  <a:pt x="197" y="268"/>
                  <a:pt x="197" y="268"/>
                </a:cubicBezTo>
                <a:cubicBezTo>
                  <a:pt x="157" y="242"/>
                  <a:pt x="157" y="242"/>
                  <a:pt x="157" y="242"/>
                </a:cubicBezTo>
                <a:cubicBezTo>
                  <a:pt x="161" y="225"/>
                  <a:pt x="161" y="225"/>
                  <a:pt x="161" y="225"/>
                </a:cubicBezTo>
                <a:cubicBezTo>
                  <a:pt x="161" y="159"/>
                  <a:pt x="161" y="159"/>
                  <a:pt x="161" y="159"/>
                </a:cubicBezTo>
                <a:cubicBezTo>
                  <a:pt x="283" y="196"/>
                  <a:pt x="283" y="196"/>
                  <a:pt x="283" y="196"/>
                </a:cubicBezTo>
                <a:cubicBezTo>
                  <a:pt x="283" y="168"/>
                  <a:pt x="283" y="168"/>
                  <a:pt x="283" y="168"/>
                </a:cubicBezTo>
                <a:cubicBezTo>
                  <a:pt x="161" y="100"/>
                  <a:pt x="161" y="100"/>
                  <a:pt x="161" y="100"/>
                </a:cubicBezTo>
                <a:lnTo>
                  <a:pt x="161" y="21"/>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79" name="Freeform 139"/>
          <p:cNvSpPr>
            <a:spLocks/>
          </p:cNvSpPr>
          <p:nvPr/>
        </p:nvSpPr>
        <p:spPr bwMode="auto">
          <a:xfrm>
            <a:off x="2493655" y="2479063"/>
            <a:ext cx="426445" cy="320569"/>
          </a:xfrm>
          <a:custGeom>
            <a:avLst/>
            <a:gdLst>
              <a:gd name="T0" fmla="*/ 234 w 315"/>
              <a:gd name="T1" fmla="*/ 0 h 237"/>
              <a:gd name="T2" fmla="*/ 157 w 315"/>
              <a:gd name="T3" fmla="*/ 51 h 237"/>
              <a:gd name="T4" fmla="*/ 80 w 315"/>
              <a:gd name="T5" fmla="*/ 0 h 237"/>
              <a:gd name="T6" fmla="*/ 54 w 315"/>
              <a:gd name="T7" fmla="*/ 149 h 237"/>
              <a:gd name="T8" fmla="*/ 157 w 315"/>
              <a:gd name="T9" fmla="*/ 237 h 237"/>
              <a:gd name="T10" fmla="*/ 261 w 315"/>
              <a:gd name="T11" fmla="*/ 149 h 237"/>
              <a:gd name="T12" fmla="*/ 234 w 315"/>
              <a:gd name="T13" fmla="*/ 0 h 237"/>
            </a:gdLst>
            <a:ahLst/>
            <a:cxnLst>
              <a:cxn ang="0">
                <a:pos x="T0" y="T1"/>
              </a:cxn>
              <a:cxn ang="0">
                <a:pos x="T2" y="T3"/>
              </a:cxn>
              <a:cxn ang="0">
                <a:pos x="T4" y="T5"/>
              </a:cxn>
              <a:cxn ang="0">
                <a:pos x="T6" y="T7"/>
              </a:cxn>
              <a:cxn ang="0">
                <a:pos x="T8" y="T9"/>
              </a:cxn>
              <a:cxn ang="0">
                <a:pos x="T10" y="T11"/>
              </a:cxn>
              <a:cxn ang="0">
                <a:pos x="T12" y="T13"/>
              </a:cxn>
            </a:cxnLst>
            <a:rect l="0" t="0" r="r" b="b"/>
            <a:pathLst>
              <a:path w="315" h="237">
                <a:moveTo>
                  <a:pt x="234" y="0"/>
                </a:moveTo>
                <a:cubicBezTo>
                  <a:pt x="176" y="0"/>
                  <a:pt x="157" y="51"/>
                  <a:pt x="157" y="51"/>
                </a:cubicBezTo>
                <a:cubicBezTo>
                  <a:pt x="157" y="51"/>
                  <a:pt x="143" y="0"/>
                  <a:pt x="80" y="0"/>
                </a:cubicBezTo>
                <a:cubicBezTo>
                  <a:pt x="9" y="0"/>
                  <a:pt x="0" y="92"/>
                  <a:pt x="54" y="149"/>
                </a:cubicBezTo>
                <a:cubicBezTo>
                  <a:pt x="108" y="206"/>
                  <a:pt x="157" y="237"/>
                  <a:pt x="157" y="237"/>
                </a:cubicBezTo>
                <a:cubicBezTo>
                  <a:pt x="157" y="237"/>
                  <a:pt x="207" y="206"/>
                  <a:pt x="261" y="149"/>
                </a:cubicBezTo>
                <a:cubicBezTo>
                  <a:pt x="315" y="92"/>
                  <a:pt x="305" y="0"/>
                  <a:pt x="234" y="0"/>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380" name="组合 379"/>
          <p:cNvGrpSpPr/>
          <p:nvPr/>
        </p:nvGrpSpPr>
        <p:grpSpPr>
          <a:xfrm>
            <a:off x="1053475" y="3408226"/>
            <a:ext cx="381632" cy="326748"/>
            <a:chOff x="2162176" y="-104775"/>
            <a:chExt cx="1655763" cy="1417638"/>
          </a:xfrm>
          <a:solidFill>
            <a:srgbClr val="707E84"/>
          </a:solidFill>
        </p:grpSpPr>
        <p:sp>
          <p:nvSpPr>
            <p:cNvPr id="381" name="Freeform 3767"/>
            <p:cNvSpPr>
              <a:spLocks/>
            </p:cNvSpPr>
            <p:nvPr/>
          </p:nvSpPr>
          <p:spPr bwMode="auto">
            <a:xfrm>
              <a:off x="2311401" y="104775"/>
              <a:ext cx="1370013" cy="1208088"/>
            </a:xfrm>
            <a:custGeom>
              <a:avLst/>
              <a:gdLst>
                <a:gd name="T0" fmla="*/ 231 w 431"/>
                <a:gd name="T1" fmla="*/ 6 h 380"/>
                <a:gd name="T2" fmla="*/ 190 w 431"/>
                <a:gd name="T3" fmla="*/ 7 h 380"/>
                <a:gd name="T4" fmla="*/ 20 w 431"/>
                <a:gd name="T5" fmla="*/ 106 h 380"/>
                <a:gd name="T6" fmla="*/ 0 w 431"/>
                <a:gd name="T7" fmla="*/ 142 h 380"/>
                <a:gd name="T8" fmla="*/ 0 w 431"/>
                <a:gd name="T9" fmla="*/ 357 h 380"/>
                <a:gd name="T10" fmla="*/ 24 w 431"/>
                <a:gd name="T11" fmla="*/ 380 h 380"/>
                <a:gd name="T12" fmla="*/ 124 w 431"/>
                <a:gd name="T13" fmla="*/ 380 h 380"/>
                <a:gd name="T14" fmla="*/ 148 w 431"/>
                <a:gd name="T15" fmla="*/ 357 h 380"/>
                <a:gd name="T16" fmla="*/ 148 w 431"/>
                <a:gd name="T17" fmla="*/ 258 h 380"/>
                <a:gd name="T18" fmla="*/ 171 w 431"/>
                <a:gd name="T19" fmla="*/ 235 h 380"/>
                <a:gd name="T20" fmla="*/ 260 w 431"/>
                <a:gd name="T21" fmla="*/ 235 h 380"/>
                <a:gd name="T22" fmla="*/ 283 w 431"/>
                <a:gd name="T23" fmla="*/ 258 h 380"/>
                <a:gd name="T24" fmla="*/ 283 w 431"/>
                <a:gd name="T25" fmla="*/ 357 h 380"/>
                <a:gd name="T26" fmla="*/ 307 w 431"/>
                <a:gd name="T27" fmla="*/ 380 h 380"/>
                <a:gd name="T28" fmla="*/ 407 w 431"/>
                <a:gd name="T29" fmla="*/ 380 h 380"/>
                <a:gd name="T30" fmla="*/ 431 w 431"/>
                <a:gd name="T31" fmla="*/ 357 h 380"/>
                <a:gd name="T32" fmla="*/ 431 w 431"/>
                <a:gd name="T33" fmla="*/ 142 h 380"/>
                <a:gd name="T34" fmla="*/ 410 w 431"/>
                <a:gd name="T35" fmla="*/ 107 h 380"/>
                <a:gd name="T36" fmla="*/ 231 w 431"/>
                <a:gd name="T37" fmla="*/ 6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31" h="380">
                  <a:moveTo>
                    <a:pt x="231" y="6"/>
                  </a:moveTo>
                  <a:cubicBezTo>
                    <a:pt x="220" y="0"/>
                    <a:pt x="201" y="0"/>
                    <a:pt x="190" y="7"/>
                  </a:cubicBezTo>
                  <a:cubicBezTo>
                    <a:pt x="20" y="106"/>
                    <a:pt x="20" y="106"/>
                    <a:pt x="20" y="106"/>
                  </a:cubicBezTo>
                  <a:cubicBezTo>
                    <a:pt x="9" y="113"/>
                    <a:pt x="0" y="129"/>
                    <a:pt x="0" y="142"/>
                  </a:cubicBezTo>
                  <a:cubicBezTo>
                    <a:pt x="0" y="357"/>
                    <a:pt x="0" y="357"/>
                    <a:pt x="0" y="357"/>
                  </a:cubicBezTo>
                  <a:cubicBezTo>
                    <a:pt x="0" y="370"/>
                    <a:pt x="10" y="380"/>
                    <a:pt x="24" y="380"/>
                  </a:cubicBezTo>
                  <a:cubicBezTo>
                    <a:pt x="124" y="380"/>
                    <a:pt x="124" y="380"/>
                    <a:pt x="124" y="380"/>
                  </a:cubicBezTo>
                  <a:cubicBezTo>
                    <a:pt x="137" y="380"/>
                    <a:pt x="148" y="370"/>
                    <a:pt x="148" y="357"/>
                  </a:cubicBezTo>
                  <a:cubicBezTo>
                    <a:pt x="148" y="258"/>
                    <a:pt x="148" y="258"/>
                    <a:pt x="148" y="258"/>
                  </a:cubicBezTo>
                  <a:cubicBezTo>
                    <a:pt x="148" y="245"/>
                    <a:pt x="158" y="235"/>
                    <a:pt x="171" y="235"/>
                  </a:cubicBezTo>
                  <a:cubicBezTo>
                    <a:pt x="260" y="235"/>
                    <a:pt x="260" y="235"/>
                    <a:pt x="260" y="235"/>
                  </a:cubicBezTo>
                  <a:cubicBezTo>
                    <a:pt x="273" y="235"/>
                    <a:pt x="283" y="245"/>
                    <a:pt x="283" y="258"/>
                  </a:cubicBezTo>
                  <a:cubicBezTo>
                    <a:pt x="283" y="357"/>
                    <a:pt x="283" y="357"/>
                    <a:pt x="283" y="357"/>
                  </a:cubicBezTo>
                  <a:cubicBezTo>
                    <a:pt x="283" y="370"/>
                    <a:pt x="294" y="380"/>
                    <a:pt x="307" y="380"/>
                  </a:cubicBezTo>
                  <a:cubicBezTo>
                    <a:pt x="407" y="380"/>
                    <a:pt x="407" y="380"/>
                    <a:pt x="407" y="380"/>
                  </a:cubicBezTo>
                  <a:cubicBezTo>
                    <a:pt x="420" y="380"/>
                    <a:pt x="431" y="370"/>
                    <a:pt x="431" y="357"/>
                  </a:cubicBezTo>
                  <a:cubicBezTo>
                    <a:pt x="431" y="142"/>
                    <a:pt x="431" y="142"/>
                    <a:pt x="431" y="142"/>
                  </a:cubicBezTo>
                  <a:cubicBezTo>
                    <a:pt x="431" y="129"/>
                    <a:pt x="422" y="113"/>
                    <a:pt x="410" y="107"/>
                  </a:cubicBezTo>
                  <a:lnTo>
                    <a:pt x="231"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 name="Freeform 3768"/>
            <p:cNvSpPr>
              <a:spLocks/>
            </p:cNvSpPr>
            <p:nvPr/>
          </p:nvSpPr>
          <p:spPr bwMode="auto">
            <a:xfrm>
              <a:off x="2162176" y="-104775"/>
              <a:ext cx="1655763" cy="552450"/>
            </a:xfrm>
            <a:custGeom>
              <a:avLst/>
              <a:gdLst>
                <a:gd name="T0" fmla="*/ 516 w 521"/>
                <a:gd name="T1" fmla="*/ 165 h 174"/>
                <a:gd name="T2" fmla="*/ 487 w 521"/>
                <a:gd name="T3" fmla="*/ 167 h 174"/>
                <a:gd name="T4" fmla="*/ 276 w 521"/>
                <a:gd name="T5" fmla="*/ 45 h 174"/>
                <a:gd name="T6" fmla="*/ 235 w 521"/>
                <a:gd name="T7" fmla="*/ 45 h 174"/>
                <a:gd name="T8" fmla="*/ 34 w 521"/>
                <a:gd name="T9" fmla="*/ 167 h 174"/>
                <a:gd name="T10" fmla="*/ 5 w 521"/>
                <a:gd name="T11" fmla="*/ 165 h 174"/>
                <a:gd name="T12" fmla="*/ 16 w 521"/>
                <a:gd name="T13" fmla="*/ 138 h 174"/>
                <a:gd name="T14" fmla="*/ 235 w 521"/>
                <a:gd name="T15" fmla="*/ 7 h 174"/>
                <a:gd name="T16" fmla="*/ 276 w 521"/>
                <a:gd name="T17" fmla="*/ 6 h 174"/>
                <a:gd name="T18" fmla="*/ 504 w 521"/>
                <a:gd name="T19" fmla="*/ 139 h 174"/>
                <a:gd name="T20" fmla="*/ 516 w 521"/>
                <a:gd name="T21" fmla="*/ 16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1" h="174">
                  <a:moveTo>
                    <a:pt x="516" y="165"/>
                  </a:moveTo>
                  <a:cubicBezTo>
                    <a:pt x="512" y="173"/>
                    <a:pt x="499" y="174"/>
                    <a:pt x="487" y="167"/>
                  </a:cubicBezTo>
                  <a:cubicBezTo>
                    <a:pt x="276" y="45"/>
                    <a:pt x="276" y="45"/>
                    <a:pt x="276" y="45"/>
                  </a:cubicBezTo>
                  <a:cubicBezTo>
                    <a:pt x="265" y="38"/>
                    <a:pt x="247" y="38"/>
                    <a:pt x="235" y="45"/>
                  </a:cubicBezTo>
                  <a:cubicBezTo>
                    <a:pt x="34" y="167"/>
                    <a:pt x="34" y="167"/>
                    <a:pt x="34" y="167"/>
                  </a:cubicBezTo>
                  <a:cubicBezTo>
                    <a:pt x="22" y="174"/>
                    <a:pt x="9" y="173"/>
                    <a:pt x="5" y="165"/>
                  </a:cubicBezTo>
                  <a:cubicBezTo>
                    <a:pt x="0" y="157"/>
                    <a:pt x="5" y="145"/>
                    <a:pt x="16" y="138"/>
                  </a:cubicBezTo>
                  <a:cubicBezTo>
                    <a:pt x="235" y="7"/>
                    <a:pt x="235" y="7"/>
                    <a:pt x="235" y="7"/>
                  </a:cubicBezTo>
                  <a:cubicBezTo>
                    <a:pt x="246" y="0"/>
                    <a:pt x="265" y="0"/>
                    <a:pt x="276" y="6"/>
                  </a:cubicBezTo>
                  <a:cubicBezTo>
                    <a:pt x="504" y="139"/>
                    <a:pt x="504" y="139"/>
                    <a:pt x="504" y="139"/>
                  </a:cubicBezTo>
                  <a:cubicBezTo>
                    <a:pt x="515" y="145"/>
                    <a:pt x="521" y="157"/>
                    <a:pt x="516" y="1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383" name="Freeform 266"/>
          <p:cNvSpPr>
            <a:spLocks noChangeAspect="1" noEditPoints="1"/>
          </p:cNvSpPr>
          <p:nvPr/>
        </p:nvSpPr>
        <p:spPr bwMode="auto">
          <a:xfrm>
            <a:off x="88872" y="3891307"/>
            <a:ext cx="361436" cy="396000"/>
          </a:xfrm>
          <a:custGeom>
            <a:avLst/>
            <a:gdLst>
              <a:gd name="T0" fmla="*/ 62 w 183"/>
              <a:gd name="T1" fmla="*/ 22 h 200"/>
              <a:gd name="T2" fmla="*/ 36 w 183"/>
              <a:gd name="T3" fmla="*/ 11 h 200"/>
              <a:gd name="T4" fmla="*/ 0 w 183"/>
              <a:gd name="T5" fmla="*/ 48 h 200"/>
              <a:gd name="T6" fmla="*/ 9 w 183"/>
              <a:gd name="T7" fmla="*/ 73 h 200"/>
              <a:gd name="T8" fmla="*/ 62 w 183"/>
              <a:gd name="T9" fmla="*/ 22 h 200"/>
              <a:gd name="T10" fmla="*/ 147 w 183"/>
              <a:gd name="T11" fmla="*/ 11 h 200"/>
              <a:gd name="T12" fmla="*/ 119 w 183"/>
              <a:gd name="T13" fmla="*/ 23 h 200"/>
              <a:gd name="T14" fmla="*/ 170 w 183"/>
              <a:gd name="T15" fmla="*/ 76 h 200"/>
              <a:gd name="T16" fmla="*/ 183 w 183"/>
              <a:gd name="T17" fmla="*/ 48 h 200"/>
              <a:gd name="T18" fmla="*/ 147 w 183"/>
              <a:gd name="T19" fmla="*/ 11 h 200"/>
              <a:gd name="T20" fmla="*/ 169 w 183"/>
              <a:gd name="T21" fmla="*/ 103 h 200"/>
              <a:gd name="T22" fmla="*/ 96 w 183"/>
              <a:gd name="T23" fmla="*/ 23 h 200"/>
              <a:gd name="T24" fmla="*/ 96 w 183"/>
              <a:gd name="T25" fmla="*/ 6 h 200"/>
              <a:gd name="T26" fmla="*/ 98 w 183"/>
              <a:gd name="T27" fmla="*/ 6 h 200"/>
              <a:gd name="T28" fmla="*/ 102 w 183"/>
              <a:gd name="T29" fmla="*/ 3 h 200"/>
              <a:gd name="T30" fmla="*/ 98 w 183"/>
              <a:gd name="T31" fmla="*/ 0 h 200"/>
              <a:gd name="T32" fmla="*/ 81 w 183"/>
              <a:gd name="T33" fmla="*/ 0 h 200"/>
              <a:gd name="T34" fmla="*/ 78 w 183"/>
              <a:gd name="T35" fmla="*/ 3 h 200"/>
              <a:gd name="T36" fmla="*/ 81 w 183"/>
              <a:gd name="T37" fmla="*/ 6 h 200"/>
              <a:gd name="T38" fmla="*/ 84 w 183"/>
              <a:gd name="T39" fmla="*/ 6 h 200"/>
              <a:gd name="T40" fmla="*/ 84 w 183"/>
              <a:gd name="T41" fmla="*/ 23 h 200"/>
              <a:gd name="T42" fmla="*/ 9 w 183"/>
              <a:gd name="T43" fmla="*/ 103 h 200"/>
              <a:gd name="T44" fmla="*/ 38 w 183"/>
              <a:gd name="T45" fmla="*/ 164 h 200"/>
              <a:gd name="T46" fmla="*/ 29 w 183"/>
              <a:gd name="T47" fmla="*/ 190 h 200"/>
              <a:gd name="T48" fmla="*/ 33 w 183"/>
              <a:gd name="T49" fmla="*/ 198 h 200"/>
              <a:gd name="T50" fmla="*/ 35 w 183"/>
              <a:gd name="T51" fmla="*/ 199 h 200"/>
              <a:gd name="T52" fmla="*/ 43 w 183"/>
              <a:gd name="T53" fmla="*/ 196 h 200"/>
              <a:gd name="T54" fmla="*/ 53 w 183"/>
              <a:gd name="T55" fmla="*/ 174 h 200"/>
              <a:gd name="T56" fmla="*/ 89 w 183"/>
              <a:gd name="T57" fmla="*/ 183 h 200"/>
              <a:gd name="T58" fmla="*/ 125 w 183"/>
              <a:gd name="T59" fmla="*/ 174 h 200"/>
              <a:gd name="T60" fmla="*/ 136 w 183"/>
              <a:gd name="T61" fmla="*/ 196 h 200"/>
              <a:gd name="T62" fmla="*/ 144 w 183"/>
              <a:gd name="T63" fmla="*/ 199 h 200"/>
              <a:gd name="T64" fmla="*/ 146 w 183"/>
              <a:gd name="T65" fmla="*/ 198 h 200"/>
              <a:gd name="T66" fmla="*/ 149 w 183"/>
              <a:gd name="T67" fmla="*/ 190 h 200"/>
              <a:gd name="T68" fmla="*/ 141 w 183"/>
              <a:gd name="T69" fmla="*/ 164 h 200"/>
              <a:gd name="T70" fmla="*/ 169 w 183"/>
              <a:gd name="T71" fmla="*/ 103 h 200"/>
              <a:gd name="T72" fmla="*/ 89 w 183"/>
              <a:gd name="T73" fmla="*/ 167 h 200"/>
              <a:gd name="T74" fmla="*/ 25 w 183"/>
              <a:gd name="T75" fmla="*/ 103 h 200"/>
              <a:gd name="T76" fmla="*/ 89 w 183"/>
              <a:gd name="T77" fmla="*/ 39 h 200"/>
              <a:gd name="T78" fmla="*/ 153 w 183"/>
              <a:gd name="T79" fmla="*/ 103 h 200"/>
              <a:gd name="T80" fmla="*/ 89 w 183"/>
              <a:gd name="T81" fmla="*/ 167 h 200"/>
              <a:gd name="T82" fmla="*/ 97 w 183"/>
              <a:gd name="T83" fmla="*/ 111 h 200"/>
              <a:gd name="T84" fmla="*/ 100 w 183"/>
              <a:gd name="T85" fmla="*/ 103 h 200"/>
              <a:gd name="T86" fmla="*/ 91 w 183"/>
              <a:gd name="T87" fmla="*/ 92 h 200"/>
              <a:gd name="T88" fmla="*/ 91 w 183"/>
              <a:gd name="T89" fmla="*/ 55 h 200"/>
              <a:gd name="T90" fmla="*/ 89 w 183"/>
              <a:gd name="T91" fmla="*/ 53 h 200"/>
              <a:gd name="T92" fmla="*/ 87 w 183"/>
              <a:gd name="T93" fmla="*/ 55 h 200"/>
              <a:gd name="T94" fmla="*/ 87 w 183"/>
              <a:gd name="T95" fmla="*/ 92 h 200"/>
              <a:gd name="T96" fmla="*/ 78 w 183"/>
              <a:gd name="T97" fmla="*/ 103 h 200"/>
              <a:gd name="T98" fmla="*/ 89 w 183"/>
              <a:gd name="T99" fmla="*/ 114 h 200"/>
              <a:gd name="T100" fmla="*/ 93 w 183"/>
              <a:gd name="T101" fmla="*/ 113 h 200"/>
              <a:gd name="T102" fmla="*/ 104 w 183"/>
              <a:gd name="T103" fmla="*/ 131 h 200"/>
              <a:gd name="T104" fmla="*/ 107 w 183"/>
              <a:gd name="T105" fmla="*/ 132 h 200"/>
              <a:gd name="T106" fmla="*/ 108 w 183"/>
              <a:gd name="T107" fmla="*/ 129 h 200"/>
              <a:gd name="T108" fmla="*/ 97 w 183"/>
              <a:gd name="T109" fmla="*/ 111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3" h="200">
                <a:moveTo>
                  <a:pt x="62" y="22"/>
                </a:moveTo>
                <a:cubicBezTo>
                  <a:pt x="56" y="15"/>
                  <a:pt x="46" y="11"/>
                  <a:pt x="36" y="11"/>
                </a:cubicBezTo>
                <a:cubicBezTo>
                  <a:pt x="16" y="11"/>
                  <a:pt x="0" y="28"/>
                  <a:pt x="0" y="48"/>
                </a:cubicBezTo>
                <a:cubicBezTo>
                  <a:pt x="0" y="57"/>
                  <a:pt x="3" y="66"/>
                  <a:pt x="9" y="73"/>
                </a:cubicBezTo>
                <a:cubicBezTo>
                  <a:pt x="18" y="49"/>
                  <a:pt x="38" y="30"/>
                  <a:pt x="62" y="22"/>
                </a:cubicBezTo>
                <a:close/>
                <a:moveTo>
                  <a:pt x="147" y="11"/>
                </a:moveTo>
                <a:cubicBezTo>
                  <a:pt x="136" y="11"/>
                  <a:pt x="126" y="16"/>
                  <a:pt x="119" y="23"/>
                </a:cubicBezTo>
                <a:cubicBezTo>
                  <a:pt x="143" y="32"/>
                  <a:pt x="162" y="52"/>
                  <a:pt x="170" y="76"/>
                </a:cubicBezTo>
                <a:cubicBezTo>
                  <a:pt x="178" y="69"/>
                  <a:pt x="183" y="59"/>
                  <a:pt x="183" y="48"/>
                </a:cubicBezTo>
                <a:cubicBezTo>
                  <a:pt x="183" y="28"/>
                  <a:pt x="167" y="11"/>
                  <a:pt x="147" y="11"/>
                </a:cubicBezTo>
                <a:close/>
                <a:moveTo>
                  <a:pt x="169" y="103"/>
                </a:moveTo>
                <a:cubicBezTo>
                  <a:pt x="169" y="61"/>
                  <a:pt x="137" y="26"/>
                  <a:pt x="96" y="23"/>
                </a:cubicBezTo>
                <a:cubicBezTo>
                  <a:pt x="96" y="6"/>
                  <a:pt x="96" y="6"/>
                  <a:pt x="96" y="6"/>
                </a:cubicBezTo>
                <a:cubicBezTo>
                  <a:pt x="98" y="6"/>
                  <a:pt x="98" y="6"/>
                  <a:pt x="98" y="6"/>
                </a:cubicBezTo>
                <a:cubicBezTo>
                  <a:pt x="100" y="6"/>
                  <a:pt x="102" y="5"/>
                  <a:pt x="102" y="3"/>
                </a:cubicBezTo>
                <a:cubicBezTo>
                  <a:pt x="102" y="1"/>
                  <a:pt x="100" y="0"/>
                  <a:pt x="98" y="0"/>
                </a:cubicBezTo>
                <a:cubicBezTo>
                  <a:pt x="81" y="0"/>
                  <a:pt x="81" y="0"/>
                  <a:pt x="81" y="0"/>
                </a:cubicBezTo>
                <a:cubicBezTo>
                  <a:pt x="80" y="0"/>
                  <a:pt x="78" y="1"/>
                  <a:pt x="78" y="3"/>
                </a:cubicBezTo>
                <a:cubicBezTo>
                  <a:pt x="78" y="5"/>
                  <a:pt x="80" y="6"/>
                  <a:pt x="81" y="6"/>
                </a:cubicBezTo>
                <a:cubicBezTo>
                  <a:pt x="84" y="6"/>
                  <a:pt x="84" y="6"/>
                  <a:pt x="84" y="6"/>
                </a:cubicBezTo>
                <a:cubicBezTo>
                  <a:pt x="84" y="23"/>
                  <a:pt x="84" y="23"/>
                  <a:pt x="84" y="23"/>
                </a:cubicBezTo>
                <a:cubicBezTo>
                  <a:pt x="42" y="25"/>
                  <a:pt x="9" y="60"/>
                  <a:pt x="9" y="103"/>
                </a:cubicBezTo>
                <a:cubicBezTo>
                  <a:pt x="9" y="127"/>
                  <a:pt x="20" y="150"/>
                  <a:pt x="38" y="164"/>
                </a:cubicBezTo>
                <a:cubicBezTo>
                  <a:pt x="29" y="190"/>
                  <a:pt x="29" y="190"/>
                  <a:pt x="29" y="190"/>
                </a:cubicBezTo>
                <a:cubicBezTo>
                  <a:pt x="28" y="194"/>
                  <a:pt x="30" y="197"/>
                  <a:pt x="33" y="198"/>
                </a:cubicBezTo>
                <a:cubicBezTo>
                  <a:pt x="35" y="199"/>
                  <a:pt x="35" y="199"/>
                  <a:pt x="35" y="199"/>
                </a:cubicBezTo>
                <a:cubicBezTo>
                  <a:pt x="38" y="200"/>
                  <a:pt x="41" y="199"/>
                  <a:pt x="43" y="196"/>
                </a:cubicBezTo>
                <a:cubicBezTo>
                  <a:pt x="53" y="174"/>
                  <a:pt x="53" y="174"/>
                  <a:pt x="53" y="174"/>
                </a:cubicBezTo>
                <a:cubicBezTo>
                  <a:pt x="64" y="180"/>
                  <a:pt x="76" y="183"/>
                  <a:pt x="89" y="183"/>
                </a:cubicBezTo>
                <a:cubicBezTo>
                  <a:pt x="102" y="183"/>
                  <a:pt x="114" y="180"/>
                  <a:pt x="125" y="174"/>
                </a:cubicBezTo>
                <a:cubicBezTo>
                  <a:pt x="136" y="196"/>
                  <a:pt x="136" y="196"/>
                  <a:pt x="136" y="196"/>
                </a:cubicBezTo>
                <a:cubicBezTo>
                  <a:pt x="137" y="199"/>
                  <a:pt x="141" y="200"/>
                  <a:pt x="144" y="199"/>
                </a:cubicBezTo>
                <a:cubicBezTo>
                  <a:pt x="146" y="198"/>
                  <a:pt x="146" y="198"/>
                  <a:pt x="146" y="198"/>
                </a:cubicBezTo>
                <a:cubicBezTo>
                  <a:pt x="149" y="197"/>
                  <a:pt x="150" y="194"/>
                  <a:pt x="149" y="190"/>
                </a:cubicBezTo>
                <a:cubicBezTo>
                  <a:pt x="141" y="164"/>
                  <a:pt x="141" y="164"/>
                  <a:pt x="141" y="164"/>
                </a:cubicBezTo>
                <a:cubicBezTo>
                  <a:pt x="158" y="149"/>
                  <a:pt x="169" y="127"/>
                  <a:pt x="169" y="103"/>
                </a:cubicBezTo>
                <a:close/>
                <a:moveTo>
                  <a:pt x="89" y="167"/>
                </a:moveTo>
                <a:cubicBezTo>
                  <a:pt x="54" y="167"/>
                  <a:pt x="25" y="138"/>
                  <a:pt x="25" y="103"/>
                </a:cubicBezTo>
                <a:cubicBezTo>
                  <a:pt x="25" y="67"/>
                  <a:pt x="54" y="39"/>
                  <a:pt x="89" y="39"/>
                </a:cubicBezTo>
                <a:cubicBezTo>
                  <a:pt x="124" y="39"/>
                  <a:pt x="153" y="67"/>
                  <a:pt x="153" y="103"/>
                </a:cubicBezTo>
                <a:cubicBezTo>
                  <a:pt x="153" y="138"/>
                  <a:pt x="124" y="167"/>
                  <a:pt x="89" y="167"/>
                </a:cubicBezTo>
                <a:close/>
                <a:moveTo>
                  <a:pt x="97" y="111"/>
                </a:moveTo>
                <a:cubicBezTo>
                  <a:pt x="99" y="109"/>
                  <a:pt x="100" y="106"/>
                  <a:pt x="100" y="103"/>
                </a:cubicBezTo>
                <a:cubicBezTo>
                  <a:pt x="100" y="97"/>
                  <a:pt x="96" y="93"/>
                  <a:pt x="91" y="92"/>
                </a:cubicBezTo>
                <a:cubicBezTo>
                  <a:pt x="91" y="55"/>
                  <a:pt x="91" y="55"/>
                  <a:pt x="91" y="55"/>
                </a:cubicBezTo>
                <a:cubicBezTo>
                  <a:pt x="91" y="54"/>
                  <a:pt x="90" y="53"/>
                  <a:pt x="89" y="53"/>
                </a:cubicBezTo>
                <a:cubicBezTo>
                  <a:pt x="88" y="53"/>
                  <a:pt x="87" y="54"/>
                  <a:pt x="87" y="55"/>
                </a:cubicBezTo>
                <a:cubicBezTo>
                  <a:pt x="87" y="92"/>
                  <a:pt x="87" y="92"/>
                  <a:pt x="87" y="92"/>
                </a:cubicBezTo>
                <a:cubicBezTo>
                  <a:pt x="82" y="93"/>
                  <a:pt x="78" y="97"/>
                  <a:pt x="78" y="103"/>
                </a:cubicBezTo>
                <a:cubicBezTo>
                  <a:pt x="78" y="109"/>
                  <a:pt x="83" y="114"/>
                  <a:pt x="89" y="114"/>
                </a:cubicBezTo>
                <a:cubicBezTo>
                  <a:pt x="90" y="114"/>
                  <a:pt x="92" y="114"/>
                  <a:pt x="93" y="113"/>
                </a:cubicBezTo>
                <a:cubicBezTo>
                  <a:pt x="104" y="131"/>
                  <a:pt x="104" y="131"/>
                  <a:pt x="104" y="131"/>
                </a:cubicBezTo>
                <a:cubicBezTo>
                  <a:pt x="105" y="132"/>
                  <a:pt x="106" y="133"/>
                  <a:pt x="107" y="132"/>
                </a:cubicBezTo>
                <a:cubicBezTo>
                  <a:pt x="108" y="131"/>
                  <a:pt x="109" y="130"/>
                  <a:pt x="108" y="129"/>
                </a:cubicBezTo>
                <a:lnTo>
                  <a:pt x="97" y="111"/>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84" name="Freeform 55"/>
          <p:cNvSpPr>
            <a:spLocks noChangeAspect="1" noEditPoints="1"/>
          </p:cNvSpPr>
          <p:nvPr/>
        </p:nvSpPr>
        <p:spPr bwMode="auto">
          <a:xfrm>
            <a:off x="2508877" y="3918285"/>
            <a:ext cx="396000" cy="342044"/>
          </a:xfrm>
          <a:custGeom>
            <a:avLst/>
            <a:gdLst>
              <a:gd name="T0" fmla="*/ 121 w 136"/>
              <a:gd name="T1" fmla="*/ 15 h 117"/>
              <a:gd name="T2" fmla="*/ 68 w 136"/>
              <a:gd name="T3" fmla="*/ 14 h 117"/>
              <a:gd name="T4" fmla="*/ 15 w 136"/>
              <a:gd name="T5" fmla="*/ 15 h 117"/>
              <a:gd name="T6" fmla="*/ 15 w 136"/>
              <a:gd name="T7" fmla="*/ 69 h 117"/>
              <a:gd name="T8" fmla="*/ 59 w 136"/>
              <a:gd name="T9" fmla="*/ 112 h 117"/>
              <a:gd name="T10" fmla="*/ 77 w 136"/>
              <a:gd name="T11" fmla="*/ 112 h 117"/>
              <a:gd name="T12" fmla="*/ 121 w 136"/>
              <a:gd name="T13" fmla="*/ 69 h 117"/>
              <a:gd name="T14" fmla="*/ 121 w 136"/>
              <a:gd name="T15" fmla="*/ 15 h 117"/>
              <a:gd name="T16" fmla="*/ 115 w 136"/>
              <a:gd name="T17" fmla="*/ 63 h 117"/>
              <a:gd name="T18" fmla="*/ 71 w 136"/>
              <a:gd name="T19" fmla="*/ 107 h 117"/>
              <a:gd name="T20" fmla="*/ 65 w 136"/>
              <a:gd name="T21" fmla="*/ 107 h 117"/>
              <a:gd name="T22" fmla="*/ 21 w 136"/>
              <a:gd name="T23" fmla="*/ 63 h 117"/>
              <a:gd name="T24" fmla="*/ 21 w 136"/>
              <a:gd name="T25" fmla="*/ 21 h 117"/>
              <a:gd name="T26" fmla="*/ 63 w 136"/>
              <a:gd name="T27" fmla="*/ 20 h 117"/>
              <a:gd name="T28" fmla="*/ 68 w 136"/>
              <a:gd name="T29" fmla="*/ 25 h 117"/>
              <a:gd name="T30" fmla="*/ 73 w 136"/>
              <a:gd name="T31" fmla="*/ 20 h 117"/>
              <a:gd name="T32" fmla="*/ 115 w 136"/>
              <a:gd name="T33" fmla="*/ 21 h 117"/>
              <a:gd name="T34" fmla="*/ 115 w 136"/>
              <a:gd name="T35" fmla="*/ 63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6" h="117">
                <a:moveTo>
                  <a:pt x="121" y="15"/>
                </a:moveTo>
                <a:cubicBezTo>
                  <a:pt x="106" y="1"/>
                  <a:pt x="83" y="0"/>
                  <a:pt x="68" y="14"/>
                </a:cubicBezTo>
                <a:cubicBezTo>
                  <a:pt x="53" y="0"/>
                  <a:pt x="30" y="1"/>
                  <a:pt x="15" y="15"/>
                </a:cubicBezTo>
                <a:cubicBezTo>
                  <a:pt x="0" y="30"/>
                  <a:pt x="0" y="54"/>
                  <a:pt x="15" y="69"/>
                </a:cubicBezTo>
                <a:cubicBezTo>
                  <a:pt x="19" y="73"/>
                  <a:pt x="59" y="112"/>
                  <a:pt x="59" y="112"/>
                </a:cubicBezTo>
                <a:cubicBezTo>
                  <a:pt x="64" y="117"/>
                  <a:pt x="72" y="117"/>
                  <a:pt x="77" y="112"/>
                </a:cubicBezTo>
                <a:cubicBezTo>
                  <a:pt x="77" y="112"/>
                  <a:pt x="120" y="69"/>
                  <a:pt x="121" y="69"/>
                </a:cubicBezTo>
                <a:cubicBezTo>
                  <a:pt x="136" y="54"/>
                  <a:pt x="136" y="30"/>
                  <a:pt x="121" y="15"/>
                </a:cubicBezTo>
                <a:moveTo>
                  <a:pt x="115" y="63"/>
                </a:moveTo>
                <a:cubicBezTo>
                  <a:pt x="71" y="107"/>
                  <a:pt x="71" y="107"/>
                  <a:pt x="71" y="107"/>
                </a:cubicBezTo>
                <a:cubicBezTo>
                  <a:pt x="69" y="108"/>
                  <a:pt x="67" y="108"/>
                  <a:pt x="65" y="107"/>
                </a:cubicBezTo>
                <a:cubicBezTo>
                  <a:pt x="21" y="63"/>
                  <a:pt x="21" y="63"/>
                  <a:pt x="21" y="63"/>
                </a:cubicBezTo>
                <a:cubicBezTo>
                  <a:pt x="9" y="51"/>
                  <a:pt x="9" y="32"/>
                  <a:pt x="21" y="21"/>
                </a:cubicBezTo>
                <a:cubicBezTo>
                  <a:pt x="32" y="9"/>
                  <a:pt x="51" y="9"/>
                  <a:pt x="63" y="20"/>
                </a:cubicBezTo>
                <a:cubicBezTo>
                  <a:pt x="68" y="25"/>
                  <a:pt x="68" y="25"/>
                  <a:pt x="68" y="25"/>
                </a:cubicBezTo>
                <a:cubicBezTo>
                  <a:pt x="73" y="20"/>
                  <a:pt x="73" y="20"/>
                  <a:pt x="73" y="20"/>
                </a:cubicBezTo>
                <a:cubicBezTo>
                  <a:pt x="85" y="9"/>
                  <a:pt x="104" y="9"/>
                  <a:pt x="115" y="21"/>
                </a:cubicBezTo>
                <a:cubicBezTo>
                  <a:pt x="127" y="32"/>
                  <a:pt x="127" y="51"/>
                  <a:pt x="115" y="63"/>
                </a:cubicBezTo>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85" name="Freeform 145"/>
          <p:cNvSpPr>
            <a:spLocks noChangeAspect="1" noEditPoints="1"/>
          </p:cNvSpPr>
          <p:nvPr/>
        </p:nvSpPr>
        <p:spPr bwMode="auto">
          <a:xfrm>
            <a:off x="2013207" y="3823012"/>
            <a:ext cx="396000" cy="532590"/>
          </a:xfrm>
          <a:custGeom>
            <a:avLst/>
            <a:gdLst>
              <a:gd name="T0" fmla="*/ 114 w 146"/>
              <a:gd name="T1" fmla="*/ 118 h 196"/>
              <a:gd name="T2" fmla="*/ 115 w 146"/>
              <a:gd name="T3" fmla="*/ 117 h 196"/>
              <a:gd name="T4" fmla="*/ 122 w 146"/>
              <a:gd name="T5" fmla="*/ 94 h 196"/>
              <a:gd name="T6" fmla="*/ 125 w 146"/>
              <a:gd name="T7" fmla="*/ 84 h 196"/>
              <a:gd name="T8" fmla="*/ 133 w 146"/>
              <a:gd name="T9" fmla="*/ 65 h 196"/>
              <a:gd name="T10" fmla="*/ 120 w 146"/>
              <a:gd name="T11" fmla="*/ 42 h 196"/>
              <a:gd name="T12" fmla="*/ 118 w 146"/>
              <a:gd name="T13" fmla="*/ 40 h 196"/>
              <a:gd name="T14" fmla="*/ 110 w 146"/>
              <a:gd name="T15" fmla="*/ 21 h 196"/>
              <a:gd name="T16" fmla="*/ 92 w 146"/>
              <a:gd name="T17" fmla="*/ 13 h 196"/>
              <a:gd name="T18" fmla="*/ 70 w 146"/>
              <a:gd name="T19" fmla="*/ 0 h 196"/>
              <a:gd name="T20" fmla="*/ 47 w 146"/>
              <a:gd name="T21" fmla="*/ 13 h 196"/>
              <a:gd name="T22" fmla="*/ 19 w 146"/>
              <a:gd name="T23" fmla="*/ 19 h 196"/>
              <a:gd name="T24" fmla="*/ 12 w 146"/>
              <a:gd name="T25" fmla="*/ 46 h 196"/>
              <a:gd name="T26" fmla="*/ 12 w 146"/>
              <a:gd name="T27" fmla="*/ 47 h 196"/>
              <a:gd name="T28" fmla="*/ 0 w 146"/>
              <a:gd name="T29" fmla="*/ 69 h 196"/>
              <a:gd name="T30" fmla="*/ 10 w 146"/>
              <a:gd name="T31" fmla="*/ 89 h 196"/>
              <a:gd name="T32" fmla="*/ 11 w 146"/>
              <a:gd name="T33" fmla="*/ 94 h 196"/>
              <a:gd name="T34" fmla="*/ 19 w 146"/>
              <a:gd name="T35" fmla="*/ 117 h 196"/>
              <a:gd name="T36" fmla="*/ 25 w 146"/>
              <a:gd name="T37" fmla="*/ 121 h 196"/>
              <a:gd name="T38" fmla="*/ 6 w 146"/>
              <a:gd name="T39" fmla="*/ 167 h 196"/>
              <a:gd name="T40" fmla="*/ 32 w 146"/>
              <a:gd name="T41" fmla="*/ 162 h 196"/>
              <a:gd name="T42" fmla="*/ 44 w 146"/>
              <a:gd name="T43" fmla="*/ 182 h 196"/>
              <a:gd name="T44" fmla="*/ 62 w 146"/>
              <a:gd name="T45" fmla="*/ 136 h 196"/>
              <a:gd name="T46" fmla="*/ 68 w 146"/>
              <a:gd name="T47" fmla="*/ 137 h 196"/>
              <a:gd name="T48" fmla="*/ 78 w 146"/>
              <a:gd name="T49" fmla="*/ 135 h 196"/>
              <a:gd name="T50" fmla="*/ 111 w 146"/>
              <a:gd name="T51" fmla="*/ 196 h 196"/>
              <a:gd name="T52" fmla="*/ 122 w 146"/>
              <a:gd name="T53" fmla="*/ 172 h 196"/>
              <a:gd name="T54" fmla="*/ 146 w 146"/>
              <a:gd name="T55" fmla="*/ 177 h 196"/>
              <a:gd name="T56" fmla="*/ 114 w 146"/>
              <a:gd name="T57" fmla="*/ 118 h 196"/>
              <a:gd name="T58" fmla="*/ 67 w 146"/>
              <a:gd name="T59" fmla="*/ 118 h 196"/>
              <a:gd name="T60" fmla="*/ 18 w 146"/>
              <a:gd name="T61" fmla="*/ 70 h 196"/>
              <a:gd name="T62" fmla="*/ 67 w 146"/>
              <a:gd name="T63" fmla="*/ 21 h 196"/>
              <a:gd name="T64" fmla="*/ 116 w 146"/>
              <a:gd name="T65" fmla="*/ 70 h 196"/>
              <a:gd name="T66" fmla="*/ 67 w 146"/>
              <a:gd name="T67" fmla="*/ 118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6" h="196">
                <a:moveTo>
                  <a:pt x="114" y="118"/>
                </a:moveTo>
                <a:cubicBezTo>
                  <a:pt x="114" y="117"/>
                  <a:pt x="115" y="117"/>
                  <a:pt x="115" y="117"/>
                </a:cubicBezTo>
                <a:cubicBezTo>
                  <a:pt x="121" y="111"/>
                  <a:pt x="123" y="102"/>
                  <a:pt x="122" y="94"/>
                </a:cubicBezTo>
                <a:cubicBezTo>
                  <a:pt x="123" y="91"/>
                  <a:pt x="125" y="88"/>
                  <a:pt x="125" y="84"/>
                </a:cubicBezTo>
                <a:cubicBezTo>
                  <a:pt x="130" y="79"/>
                  <a:pt x="133" y="73"/>
                  <a:pt x="133" y="65"/>
                </a:cubicBezTo>
                <a:cubicBezTo>
                  <a:pt x="133" y="55"/>
                  <a:pt x="128" y="47"/>
                  <a:pt x="120" y="42"/>
                </a:cubicBezTo>
                <a:cubicBezTo>
                  <a:pt x="119" y="41"/>
                  <a:pt x="119" y="40"/>
                  <a:pt x="118" y="40"/>
                </a:cubicBezTo>
                <a:cubicBezTo>
                  <a:pt x="118" y="33"/>
                  <a:pt x="115" y="26"/>
                  <a:pt x="110" y="21"/>
                </a:cubicBezTo>
                <a:cubicBezTo>
                  <a:pt x="105" y="16"/>
                  <a:pt x="99" y="13"/>
                  <a:pt x="92" y="13"/>
                </a:cubicBezTo>
                <a:cubicBezTo>
                  <a:pt x="88" y="5"/>
                  <a:pt x="79" y="0"/>
                  <a:pt x="70" y="0"/>
                </a:cubicBezTo>
                <a:cubicBezTo>
                  <a:pt x="60" y="0"/>
                  <a:pt x="51" y="5"/>
                  <a:pt x="47" y="13"/>
                </a:cubicBezTo>
                <a:cubicBezTo>
                  <a:pt x="37" y="10"/>
                  <a:pt x="26" y="12"/>
                  <a:pt x="19" y="19"/>
                </a:cubicBezTo>
                <a:cubicBezTo>
                  <a:pt x="12" y="26"/>
                  <a:pt x="10" y="37"/>
                  <a:pt x="12" y="46"/>
                </a:cubicBezTo>
                <a:cubicBezTo>
                  <a:pt x="12" y="46"/>
                  <a:pt x="12" y="47"/>
                  <a:pt x="12" y="47"/>
                </a:cubicBezTo>
                <a:cubicBezTo>
                  <a:pt x="5" y="52"/>
                  <a:pt x="0" y="60"/>
                  <a:pt x="0" y="69"/>
                </a:cubicBezTo>
                <a:cubicBezTo>
                  <a:pt x="0" y="77"/>
                  <a:pt x="4" y="84"/>
                  <a:pt x="10" y="89"/>
                </a:cubicBezTo>
                <a:cubicBezTo>
                  <a:pt x="10" y="91"/>
                  <a:pt x="11" y="92"/>
                  <a:pt x="11" y="94"/>
                </a:cubicBezTo>
                <a:cubicBezTo>
                  <a:pt x="10" y="102"/>
                  <a:pt x="13" y="111"/>
                  <a:pt x="19" y="117"/>
                </a:cubicBezTo>
                <a:cubicBezTo>
                  <a:pt x="21" y="119"/>
                  <a:pt x="23" y="120"/>
                  <a:pt x="25" y="121"/>
                </a:cubicBezTo>
                <a:cubicBezTo>
                  <a:pt x="6" y="167"/>
                  <a:pt x="6" y="167"/>
                  <a:pt x="6" y="167"/>
                </a:cubicBezTo>
                <a:cubicBezTo>
                  <a:pt x="32" y="162"/>
                  <a:pt x="32" y="162"/>
                  <a:pt x="32" y="162"/>
                </a:cubicBezTo>
                <a:cubicBezTo>
                  <a:pt x="44" y="182"/>
                  <a:pt x="44" y="182"/>
                  <a:pt x="44" y="182"/>
                </a:cubicBezTo>
                <a:cubicBezTo>
                  <a:pt x="62" y="136"/>
                  <a:pt x="62" y="136"/>
                  <a:pt x="62" y="136"/>
                </a:cubicBezTo>
                <a:cubicBezTo>
                  <a:pt x="64" y="136"/>
                  <a:pt x="66" y="137"/>
                  <a:pt x="68" y="137"/>
                </a:cubicBezTo>
                <a:cubicBezTo>
                  <a:pt x="72" y="137"/>
                  <a:pt x="75" y="136"/>
                  <a:pt x="78" y="135"/>
                </a:cubicBezTo>
                <a:cubicBezTo>
                  <a:pt x="111" y="196"/>
                  <a:pt x="111" y="196"/>
                  <a:pt x="111" y="196"/>
                </a:cubicBezTo>
                <a:cubicBezTo>
                  <a:pt x="122" y="172"/>
                  <a:pt x="122" y="172"/>
                  <a:pt x="122" y="172"/>
                </a:cubicBezTo>
                <a:cubicBezTo>
                  <a:pt x="146" y="177"/>
                  <a:pt x="146" y="177"/>
                  <a:pt x="146" y="177"/>
                </a:cubicBezTo>
                <a:lnTo>
                  <a:pt x="114" y="118"/>
                </a:lnTo>
                <a:close/>
                <a:moveTo>
                  <a:pt x="67" y="118"/>
                </a:moveTo>
                <a:cubicBezTo>
                  <a:pt x="40" y="118"/>
                  <a:pt x="18" y="97"/>
                  <a:pt x="18" y="70"/>
                </a:cubicBezTo>
                <a:cubicBezTo>
                  <a:pt x="18" y="43"/>
                  <a:pt x="40" y="21"/>
                  <a:pt x="67" y="21"/>
                </a:cubicBezTo>
                <a:cubicBezTo>
                  <a:pt x="94" y="21"/>
                  <a:pt x="116" y="43"/>
                  <a:pt x="116" y="70"/>
                </a:cubicBezTo>
                <a:cubicBezTo>
                  <a:pt x="116" y="97"/>
                  <a:pt x="94" y="118"/>
                  <a:pt x="67" y="118"/>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86" name="Freeform 9"/>
          <p:cNvSpPr>
            <a:spLocks noChangeAspect="1" noEditPoints="1"/>
          </p:cNvSpPr>
          <p:nvPr/>
        </p:nvSpPr>
        <p:spPr bwMode="black">
          <a:xfrm>
            <a:off x="1490446" y="3891307"/>
            <a:ext cx="396000" cy="396000"/>
          </a:xfrm>
          <a:custGeom>
            <a:avLst/>
            <a:gdLst>
              <a:gd name="T0" fmla="*/ 88 w 149"/>
              <a:gd name="T1" fmla="*/ 67 h 149"/>
              <a:gd name="T2" fmla="*/ 65 w 149"/>
              <a:gd name="T3" fmla="*/ 46 h 149"/>
              <a:gd name="T4" fmla="*/ 84 w 149"/>
              <a:gd name="T5" fmla="*/ 46 h 149"/>
              <a:gd name="T6" fmla="*/ 115 w 149"/>
              <a:gd name="T7" fmla="*/ 75 h 149"/>
              <a:gd name="T8" fmla="*/ 84 w 149"/>
              <a:gd name="T9" fmla="*/ 104 h 149"/>
              <a:gd name="T10" fmla="*/ 65 w 149"/>
              <a:gd name="T11" fmla="*/ 104 h 149"/>
              <a:gd name="T12" fmla="*/ 88 w 149"/>
              <a:gd name="T13" fmla="*/ 82 h 149"/>
              <a:gd name="T14" fmla="*/ 36 w 149"/>
              <a:gd name="T15" fmla="*/ 82 h 149"/>
              <a:gd name="T16" fmla="*/ 36 w 149"/>
              <a:gd name="T17" fmla="*/ 67 h 149"/>
              <a:gd name="T18" fmla="*/ 88 w 149"/>
              <a:gd name="T19" fmla="*/ 67 h 149"/>
              <a:gd name="T20" fmla="*/ 74 w 149"/>
              <a:gd name="T21" fmla="*/ 9 h 149"/>
              <a:gd name="T22" fmla="*/ 140 w 149"/>
              <a:gd name="T23" fmla="*/ 75 h 149"/>
              <a:gd name="T24" fmla="*/ 74 w 149"/>
              <a:gd name="T25" fmla="*/ 140 h 149"/>
              <a:gd name="T26" fmla="*/ 9 w 149"/>
              <a:gd name="T27" fmla="*/ 75 h 149"/>
              <a:gd name="T28" fmla="*/ 74 w 149"/>
              <a:gd name="T29" fmla="*/ 9 h 149"/>
              <a:gd name="T30" fmla="*/ 74 w 149"/>
              <a:gd name="T31" fmla="*/ 0 h 149"/>
              <a:gd name="T32" fmla="*/ 0 w 149"/>
              <a:gd name="T33" fmla="*/ 75 h 149"/>
              <a:gd name="T34" fmla="*/ 74 w 149"/>
              <a:gd name="T35" fmla="*/ 149 h 149"/>
              <a:gd name="T36" fmla="*/ 149 w 149"/>
              <a:gd name="T37" fmla="*/ 75 h 149"/>
              <a:gd name="T38" fmla="*/ 74 w 149"/>
              <a:gd name="T39"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9" h="149">
                <a:moveTo>
                  <a:pt x="88" y="67"/>
                </a:moveTo>
                <a:cubicBezTo>
                  <a:pt x="65" y="46"/>
                  <a:pt x="65" y="46"/>
                  <a:pt x="65" y="46"/>
                </a:cubicBezTo>
                <a:cubicBezTo>
                  <a:pt x="84" y="46"/>
                  <a:pt x="84" y="46"/>
                  <a:pt x="84" y="46"/>
                </a:cubicBezTo>
                <a:cubicBezTo>
                  <a:pt x="115" y="75"/>
                  <a:pt x="115" y="75"/>
                  <a:pt x="115" y="75"/>
                </a:cubicBezTo>
                <a:cubicBezTo>
                  <a:pt x="84" y="104"/>
                  <a:pt x="84" y="104"/>
                  <a:pt x="84" y="104"/>
                </a:cubicBezTo>
                <a:cubicBezTo>
                  <a:pt x="65" y="104"/>
                  <a:pt x="65" y="104"/>
                  <a:pt x="65" y="104"/>
                </a:cubicBezTo>
                <a:cubicBezTo>
                  <a:pt x="88" y="82"/>
                  <a:pt x="88" y="82"/>
                  <a:pt x="88" y="82"/>
                </a:cubicBezTo>
                <a:cubicBezTo>
                  <a:pt x="36" y="82"/>
                  <a:pt x="36" y="82"/>
                  <a:pt x="36" y="82"/>
                </a:cubicBezTo>
                <a:cubicBezTo>
                  <a:pt x="36" y="67"/>
                  <a:pt x="36" y="67"/>
                  <a:pt x="36" y="67"/>
                </a:cubicBezTo>
                <a:lnTo>
                  <a:pt x="88" y="67"/>
                </a:lnTo>
                <a:close/>
                <a:moveTo>
                  <a:pt x="74" y="9"/>
                </a:moveTo>
                <a:cubicBezTo>
                  <a:pt x="110" y="9"/>
                  <a:pt x="140" y="39"/>
                  <a:pt x="140" y="75"/>
                </a:cubicBezTo>
                <a:cubicBezTo>
                  <a:pt x="140" y="111"/>
                  <a:pt x="110" y="140"/>
                  <a:pt x="74" y="140"/>
                </a:cubicBezTo>
                <a:cubicBezTo>
                  <a:pt x="38" y="140"/>
                  <a:pt x="9" y="111"/>
                  <a:pt x="9" y="75"/>
                </a:cubicBezTo>
                <a:cubicBezTo>
                  <a:pt x="9" y="39"/>
                  <a:pt x="38" y="9"/>
                  <a:pt x="74" y="9"/>
                </a:cubicBezTo>
                <a:moveTo>
                  <a:pt x="74" y="0"/>
                </a:moveTo>
                <a:cubicBezTo>
                  <a:pt x="33" y="0"/>
                  <a:pt x="0" y="33"/>
                  <a:pt x="0" y="75"/>
                </a:cubicBezTo>
                <a:cubicBezTo>
                  <a:pt x="0" y="116"/>
                  <a:pt x="33" y="149"/>
                  <a:pt x="74" y="149"/>
                </a:cubicBezTo>
                <a:cubicBezTo>
                  <a:pt x="116" y="149"/>
                  <a:pt x="149" y="116"/>
                  <a:pt x="149" y="75"/>
                </a:cubicBezTo>
                <a:cubicBezTo>
                  <a:pt x="149" y="33"/>
                  <a:pt x="116" y="0"/>
                  <a:pt x="74" y="0"/>
                </a:cubicBezTo>
              </a:path>
            </a:pathLst>
          </a:custGeom>
          <a:solidFill>
            <a:srgbClr val="707E84"/>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8640" tIns="146304" rIns="0" bIns="146304" numCol="1" spcCol="0" rtlCol="0" fromWordArt="0" anchor="ctr" anchorCtr="0" forceAA="0" compatLnSpc="1">
            <a:prstTxWarp prst="textNoShape">
              <a:avLst/>
            </a:prstTxWarp>
            <a:noAutofit/>
          </a:bodyPr>
          <a:lstStyle/>
          <a:p>
            <a:endParaRPr lang="en-US" b="1">
              <a:gradFill>
                <a:gsLst>
                  <a:gs pos="0">
                    <a:srgbClr val="FFFFFF"/>
                  </a:gs>
                  <a:gs pos="100000">
                    <a:srgbClr val="FFFFFF"/>
                  </a:gs>
                </a:gsLst>
                <a:lin ang="5400000" scaled="0"/>
              </a:gradFill>
              <a:latin typeface="+mj-lt"/>
            </a:endParaRPr>
          </a:p>
        </p:txBody>
      </p:sp>
      <p:sp>
        <p:nvSpPr>
          <p:cNvPr id="387" name="Freeform 4030"/>
          <p:cNvSpPr>
            <a:spLocks noChangeAspect="1"/>
          </p:cNvSpPr>
          <p:nvPr/>
        </p:nvSpPr>
        <p:spPr bwMode="auto">
          <a:xfrm>
            <a:off x="592450" y="3891307"/>
            <a:ext cx="395086" cy="396000"/>
          </a:xfrm>
          <a:custGeom>
            <a:avLst/>
            <a:gdLst>
              <a:gd name="T0" fmla="*/ 1798 w 1798"/>
              <a:gd name="T1" fmla="*/ 903 h 1806"/>
              <a:gd name="T2" fmla="*/ 0 w 1798"/>
              <a:gd name="T3" fmla="*/ 1806 h 1806"/>
              <a:gd name="T4" fmla="*/ 596 w 1798"/>
              <a:gd name="T5" fmla="*/ 903 h 1806"/>
              <a:gd name="T6" fmla="*/ 0 w 1798"/>
              <a:gd name="T7" fmla="*/ 0 h 1806"/>
              <a:gd name="T8" fmla="*/ 1798 w 1798"/>
              <a:gd name="T9" fmla="*/ 903 h 1806"/>
            </a:gdLst>
            <a:ahLst/>
            <a:cxnLst>
              <a:cxn ang="0">
                <a:pos x="T0" y="T1"/>
              </a:cxn>
              <a:cxn ang="0">
                <a:pos x="T2" y="T3"/>
              </a:cxn>
              <a:cxn ang="0">
                <a:pos x="T4" y="T5"/>
              </a:cxn>
              <a:cxn ang="0">
                <a:pos x="T6" y="T7"/>
              </a:cxn>
              <a:cxn ang="0">
                <a:pos x="T8" y="T9"/>
              </a:cxn>
            </a:cxnLst>
            <a:rect l="0" t="0" r="r" b="b"/>
            <a:pathLst>
              <a:path w="1798" h="1806">
                <a:moveTo>
                  <a:pt x="1798" y="903"/>
                </a:moveTo>
                <a:lnTo>
                  <a:pt x="0" y="1806"/>
                </a:lnTo>
                <a:lnTo>
                  <a:pt x="596" y="903"/>
                </a:lnTo>
                <a:lnTo>
                  <a:pt x="0" y="0"/>
                </a:lnTo>
                <a:lnTo>
                  <a:pt x="1798" y="903"/>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dirty="0"/>
          </a:p>
        </p:txBody>
      </p:sp>
      <p:sp>
        <p:nvSpPr>
          <p:cNvPr id="388" name="Freeform 230"/>
          <p:cNvSpPr>
            <a:spLocks noChangeAspect="1" noEditPoints="1"/>
          </p:cNvSpPr>
          <p:nvPr/>
        </p:nvSpPr>
        <p:spPr bwMode="auto">
          <a:xfrm>
            <a:off x="1046291" y="3891307"/>
            <a:ext cx="396000" cy="396000"/>
          </a:xfrm>
          <a:custGeom>
            <a:avLst/>
            <a:gdLst>
              <a:gd name="T0" fmla="*/ 0 w 1541"/>
              <a:gd name="T1" fmla="*/ 771 h 1541"/>
              <a:gd name="T2" fmla="*/ 154 w 1541"/>
              <a:gd name="T3" fmla="*/ 771 h 1541"/>
              <a:gd name="T4" fmla="*/ 335 w 1541"/>
              <a:gd name="T5" fmla="*/ 1207 h 1541"/>
              <a:gd name="T6" fmla="*/ 771 w 1541"/>
              <a:gd name="T7" fmla="*/ 1387 h 1541"/>
              <a:gd name="T8" fmla="*/ 1207 w 1541"/>
              <a:gd name="T9" fmla="*/ 1207 h 1541"/>
              <a:gd name="T10" fmla="*/ 1387 w 1541"/>
              <a:gd name="T11" fmla="*/ 771 h 1541"/>
              <a:gd name="T12" fmla="*/ 1210 w 1541"/>
              <a:gd name="T13" fmla="*/ 337 h 1541"/>
              <a:gd name="T14" fmla="*/ 782 w 1541"/>
              <a:gd name="T15" fmla="*/ 158 h 1541"/>
              <a:gd name="T16" fmla="*/ 782 w 1541"/>
              <a:gd name="T17" fmla="*/ 3 h 1541"/>
              <a:gd name="T18" fmla="*/ 1320 w 1541"/>
              <a:gd name="T19" fmla="*/ 228 h 1541"/>
              <a:gd name="T20" fmla="*/ 1541 w 1541"/>
              <a:gd name="T21" fmla="*/ 771 h 1541"/>
              <a:gd name="T22" fmla="*/ 1316 w 1541"/>
              <a:gd name="T23" fmla="*/ 1316 h 1541"/>
              <a:gd name="T24" fmla="*/ 771 w 1541"/>
              <a:gd name="T25" fmla="*/ 1541 h 1541"/>
              <a:gd name="T26" fmla="*/ 225 w 1541"/>
              <a:gd name="T27" fmla="*/ 1316 h 1541"/>
              <a:gd name="T28" fmla="*/ 0 w 1541"/>
              <a:gd name="T29" fmla="*/ 771 h 1541"/>
              <a:gd name="T30" fmla="*/ 0 w 1541"/>
              <a:gd name="T31" fmla="*/ 0 h 1541"/>
              <a:gd name="T32" fmla="*/ 545 w 1541"/>
              <a:gd name="T33" fmla="*/ 0 h 1541"/>
              <a:gd name="T34" fmla="*/ 327 w 1541"/>
              <a:gd name="T35" fmla="*/ 218 h 1541"/>
              <a:gd name="T36" fmla="*/ 825 w 1541"/>
              <a:gd name="T37" fmla="*/ 716 h 1541"/>
              <a:gd name="T38" fmla="*/ 717 w 1541"/>
              <a:gd name="T39" fmla="*/ 825 h 1541"/>
              <a:gd name="T40" fmla="*/ 218 w 1541"/>
              <a:gd name="T41" fmla="*/ 327 h 1541"/>
              <a:gd name="T42" fmla="*/ 0 w 1541"/>
              <a:gd name="T43" fmla="*/ 545 h 1541"/>
              <a:gd name="T44" fmla="*/ 0 w 1541"/>
              <a:gd name="T45" fmla="*/ 0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41" h="1541">
                <a:moveTo>
                  <a:pt x="0" y="771"/>
                </a:moveTo>
                <a:lnTo>
                  <a:pt x="154" y="771"/>
                </a:lnTo>
                <a:cubicBezTo>
                  <a:pt x="154" y="941"/>
                  <a:pt x="214" y="1086"/>
                  <a:pt x="335" y="1207"/>
                </a:cubicBezTo>
                <a:cubicBezTo>
                  <a:pt x="455" y="1327"/>
                  <a:pt x="601" y="1387"/>
                  <a:pt x="771" y="1387"/>
                </a:cubicBezTo>
                <a:cubicBezTo>
                  <a:pt x="941" y="1387"/>
                  <a:pt x="1086" y="1327"/>
                  <a:pt x="1207" y="1207"/>
                </a:cubicBezTo>
                <a:cubicBezTo>
                  <a:pt x="1327" y="1086"/>
                  <a:pt x="1387" y="941"/>
                  <a:pt x="1387" y="771"/>
                </a:cubicBezTo>
                <a:cubicBezTo>
                  <a:pt x="1387" y="602"/>
                  <a:pt x="1328" y="457"/>
                  <a:pt x="1210" y="337"/>
                </a:cubicBezTo>
                <a:cubicBezTo>
                  <a:pt x="1092" y="217"/>
                  <a:pt x="950" y="158"/>
                  <a:pt x="782" y="158"/>
                </a:cubicBezTo>
                <a:lnTo>
                  <a:pt x="782" y="3"/>
                </a:lnTo>
                <a:cubicBezTo>
                  <a:pt x="993" y="3"/>
                  <a:pt x="1172" y="78"/>
                  <a:pt x="1320" y="228"/>
                </a:cubicBezTo>
                <a:cubicBezTo>
                  <a:pt x="1468" y="377"/>
                  <a:pt x="1541" y="558"/>
                  <a:pt x="1541" y="771"/>
                </a:cubicBezTo>
                <a:cubicBezTo>
                  <a:pt x="1541" y="984"/>
                  <a:pt x="1466" y="1166"/>
                  <a:pt x="1316" y="1316"/>
                </a:cubicBezTo>
                <a:cubicBezTo>
                  <a:pt x="1166" y="1466"/>
                  <a:pt x="984" y="1541"/>
                  <a:pt x="771" y="1541"/>
                </a:cubicBezTo>
                <a:cubicBezTo>
                  <a:pt x="557" y="1541"/>
                  <a:pt x="376" y="1466"/>
                  <a:pt x="225" y="1316"/>
                </a:cubicBezTo>
                <a:cubicBezTo>
                  <a:pt x="75" y="1166"/>
                  <a:pt x="0" y="984"/>
                  <a:pt x="0" y="771"/>
                </a:cubicBezTo>
                <a:close/>
                <a:moveTo>
                  <a:pt x="0" y="0"/>
                </a:moveTo>
                <a:lnTo>
                  <a:pt x="545" y="0"/>
                </a:lnTo>
                <a:lnTo>
                  <a:pt x="327" y="218"/>
                </a:lnTo>
                <a:lnTo>
                  <a:pt x="825" y="716"/>
                </a:lnTo>
                <a:lnTo>
                  <a:pt x="717" y="825"/>
                </a:lnTo>
                <a:lnTo>
                  <a:pt x="218" y="327"/>
                </a:lnTo>
                <a:lnTo>
                  <a:pt x="0" y="545"/>
                </a:lnTo>
                <a:lnTo>
                  <a:pt x="0" y="0"/>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89" name="Freeform 239"/>
          <p:cNvSpPr>
            <a:spLocks noChangeAspect="1" noEditPoints="1"/>
          </p:cNvSpPr>
          <p:nvPr/>
        </p:nvSpPr>
        <p:spPr bwMode="auto">
          <a:xfrm>
            <a:off x="1490446" y="3373137"/>
            <a:ext cx="396000" cy="396925"/>
          </a:xfrm>
          <a:custGeom>
            <a:avLst/>
            <a:gdLst>
              <a:gd name="T0" fmla="*/ 214 w 214"/>
              <a:gd name="T1" fmla="*/ 107 h 214"/>
              <a:gd name="T2" fmla="*/ 108 w 214"/>
              <a:gd name="T3" fmla="*/ 0 h 214"/>
              <a:gd name="T4" fmla="*/ 14 w 214"/>
              <a:gd name="T5" fmla="*/ 55 h 214"/>
              <a:gd name="T6" fmla="*/ 1 w 214"/>
              <a:gd name="T7" fmla="*/ 105 h 214"/>
              <a:gd name="T8" fmla="*/ 12 w 214"/>
              <a:gd name="T9" fmla="*/ 155 h 214"/>
              <a:gd name="T10" fmla="*/ 109 w 214"/>
              <a:gd name="T11" fmla="*/ 213 h 214"/>
              <a:gd name="T12" fmla="*/ 116 w 214"/>
              <a:gd name="T13" fmla="*/ 213 h 214"/>
              <a:gd name="T14" fmla="*/ 118 w 214"/>
              <a:gd name="T15" fmla="*/ 213 h 214"/>
              <a:gd name="T16" fmla="*/ 200 w 214"/>
              <a:gd name="T17" fmla="*/ 160 h 214"/>
              <a:gd name="T18" fmla="*/ 21 w 214"/>
              <a:gd name="T19" fmla="*/ 112 h 214"/>
              <a:gd name="T20" fmla="*/ 7 w 214"/>
              <a:gd name="T21" fmla="*/ 107 h 214"/>
              <a:gd name="T22" fmla="*/ 21 w 214"/>
              <a:gd name="T23" fmla="*/ 106 h 214"/>
              <a:gd name="T24" fmla="*/ 63 w 214"/>
              <a:gd name="T25" fmla="*/ 29 h 214"/>
              <a:gd name="T26" fmla="*/ 38 w 214"/>
              <a:gd name="T27" fmla="*/ 61 h 214"/>
              <a:gd name="T28" fmla="*/ 202 w 214"/>
              <a:gd name="T29" fmla="*/ 107 h 214"/>
              <a:gd name="T30" fmla="*/ 199 w 214"/>
              <a:gd name="T31" fmla="*/ 65 h 214"/>
              <a:gd name="T32" fmla="*/ 196 w 214"/>
              <a:gd name="T33" fmla="*/ 109 h 214"/>
              <a:gd name="T34" fmla="*/ 158 w 214"/>
              <a:gd name="T35" fmla="*/ 74 h 214"/>
              <a:gd name="T36" fmla="*/ 124 w 214"/>
              <a:gd name="T37" fmla="*/ 198 h 214"/>
              <a:gd name="T38" fmla="*/ 141 w 214"/>
              <a:gd name="T39" fmla="*/ 174 h 214"/>
              <a:gd name="T40" fmla="*/ 108 w 214"/>
              <a:gd name="T41" fmla="*/ 176 h 214"/>
              <a:gd name="T42" fmla="*/ 82 w 214"/>
              <a:gd name="T43" fmla="*/ 175 h 214"/>
              <a:gd name="T44" fmla="*/ 108 w 214"/>
              <a:gd name="T45" fmla="*/ 78 h 214"/>
              <a:gd name="T46" fmla="*/ 68 w 214"/>
              <a:gd name="T47" fmla="*/ 107 h 214"/>
              <a:gd name="T48" fmla="*/ 132 w 214"/>
              <a:gd name="T49" fmla="*/ 24 h 214"/>
              <a:gd name="T50" fmla="*/ 151 w 214"/>
              <a:gd name="T51" fmla="*/ 69 h 214"/>
              <a:gd name="T52" fmla="*/ 136 w 214"/>
              <a:gd name="T53" fmla="*/ 29 h 214"/>
              <a:gd name="T54" fmla="*/ 90 w 214"/>
              <a:gd name="T55" fmla="*/ 26 h 214"/>
              <a:gd name="T56" fmla="*/ 108 w 214"/>
              <a:gd name="T57" fmla="*/ 72 h 214"/>
              <a:gd name="T58" fmla="*/ 108 w 214"/>
              <a:gd name="T59" fmla="*/ 32 h 214"/>
              <a:gd name="T60" fmla="*/ 79 w 214"/>
              <a:gd name="T61" fmla="*/ 168 h 214"/>
              <a:gd name="T62" fmla="*/ 114 w 214"/>
              <a:gd name="T63" fmla="*/ 205 h 214"/>
              <a:gd name="T64" fmla="*/ 114 w 214"/>
              <a:gd name="T65" fmla="*/ 205 h 214"/>
              <a:gd name="T66" fmla="*/ 154 w 214"/>
              <a:gd name="T67" fmla="*/ 124 h 214"/>
              <a:gd name="T68" fmla="*/ 114 w 214"/>
              <a:gd name="T69" fmla="*/ 120 h 214"/>
              <a:gd name="T70" fmla="*/ 155 w 214"/>
              <a:gd name="T71" fmla="*/ 107 h 214"/>
              <a:gd name="T72" fmla="*/ 157 w 214"/>
              <a:gd name="T73" fmla="*/ 68 h 214"/>
              <a:gd name="T74" fmla="*/ 186 w 214"/>
              <a:gd name="T75" fmla="*/ 62 h 214"/>
              <a:gd name="T76" fmla="*/ 128 w 214"/>
              <a:gd name="T77" fmla="*/ 10 h 214"/>
              <a:gd name="T78" fmla="*/ 95 w 214"/>
              <a:gd name="T79" fmla="*/ 10 h 214"/>
              <a:gd name="T80" fmla="*/ 95 w 214"/>
              <a:gd name="T81" fmla="*/ 10 h 214"/>
              <a:gd name="T82" fmla="*/ 82 w 214"/>
              <a:gd name="T83" fmla="*/ 9 h 214"/>
              <a:gd name="T84" fmla="*/ 63 w 214"/>
              <a:gd name="T85" fmla="*/ 107 h 214"/>
              <a:gd name="T86" fmla="*/ 27 w 214"/>
              <a:gd name="T87" fmla="*/ 107 h 214"/>
              <a:gd name="T88" fmla="*/ 27 w 214"/>
              <a:gd name="T89" fmla="*/ 114 h 214"/>
              <a:gd name="T90" fmla="*/ 43 w 214"/>
              <a:gd name="T91" fmla="*/ 161 h 214"/>
              <a:gd name="T92" fmla="*/ 90 w 214"/>
              <a:gd name="T93" fmla="*/ 198 h 214"/>
              <a:gd name="T94" fmla="*/ 75 w 214"/>
              <a:gd name="T95" fmla="*/ 174 h 214"/>
              <a:gd name="T96" fmla="*/ 79 w 214"/>
              <a:gd name="T97" fmla="*/ 203 h 214"/>
              <a:gd name="T98" fmla="*/ 148 w 214"/>
              <a:gd name="T99" fmla="*/ 173 h 214"/>
              <a:gd name="T100" fmla="*/ 134 w 214"/>
              <a:gd name="T101" fmla="*/ 197 h 214"/>
              <a:gd name="T102" fmla="*/ 196 w 214"/>
              <a:gd name="T103" fmla="*/ 115 h 214"/>
              <a:gd name="T104" fmla="*/ 202 w 214"/>
              <a:gd name="T105" fmla="*/ 113 h 214"/>
              <a:gd name="T106" fmla="*/ 189 w 214"/>
              <a:gd name="T107" fmla="*/ 158 h 214"/>
              <a:gd name="T108" fmla="*/ 192 w 214"/>
              <a:gd name="T109" fmla="*/ 60 h 214"/>
              <a:gd name="T110" fmla="*/ 197 w 214"/>
              <a:gd name="T111" fmla="*/ 59 h 214"/>
              <a:gd name="T112" fmla="*/ 32 w 214"/>
              <a:gd name="T113" fmla="*/ 59 h 214"/>
              <a:gd name="T114" fmla="*/ 22 w 214"/>
              <a:gd name="T115" fmla="*/ 160 h 214"/>
              <a:gd name="T116" fmla="*/ 54 w 214"/>
              <a:gd name="T117" fmla="*/ 192 h 214"/>
              <a:gd name="T118" fmla="*/ 166 w 214"/>
              <a:gd name="T119" fmla="*/ 189 h 214"/>
              <a:gd name="T120" fmla="*/ 191 w 214"/>
              <a:gd name="T121" fmla="*/ 164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4" h="214">
                <a:moveTo>
                  <a:pt x="214" y="107"/>
                </a:moveTo>
                <a:cubicBezTo>
                  <a:pt x="214" y="107"/>
                  <a:pt x="214" y="107"/>
                  <a:pt x="214" y="107"/>
                </a:cubicBezTo>
                <a:cubicBezTo>
                  <a:pt x="214" y="107"/>
                  <a:pt x="214" y="107"/>
                  <a:pt x="214" y="107"/>
                </a:cubicBezTo>
                <a:cubicBezTo>
                  <a:pt x="214" y="69"/>
                  <a:pt x="195" y="36"/>
                  <a:pt x="165" y="17"/>
                </a:cubicBezTo>
                <a:cubicBezTo>
                  <a:pt x="165" y="16"/>
                  <a:pt x="164" y="15"/>
                  <a:pt x="163" y="15"/>
                </a:cubicBezTo>
                <a:cubicBezTo>
                  <a:pt x="147" y="6"/>
                  <a:pt x="128" y="0"/>
                  <a:pt x="108" y="0"/>
                </a:cubicBezTo>
                <a:cubicBezTo>
                  <a:pt x="69" y="0"/>
                  <a:pt x="35" y="21"/>
                  <a:pt x="16" y="52"/>
                </a:cubicBezTo>
                <a:cubicBezTo>
                  <a:pt x="15" y="52"/>
                  <a:pt x="15" y="53"/>
                  <a:pt x="15" y="53"/>
                </a:cubicBezTo>
                <a:cubicBezTo>
                  <a:pt x="14" y="54"/>
                  <a:pt x="14" y="55"/>
                  <a:pt x="14" y="55"/>
                </a:cubicBezTo>
                <a:cubicBezTo>
                  <a:pt x="7" y="69"/>
                  <a:pt x="2" y="84"/>
                  <a:pt x="1" y="101"/>
                </a:cubicBezTo>
                <a:cubicBezTo>
                  <a:pt x="1" y="101"/>
                  <a:pt x="0" y="101"/>
                  <a:pt x="0" y="102"/>
                </a:cubicBezTo>
                <a:cubicBezTo>
                  <a:pt x="0" y="103"/>
                  <a:pt x="0" y="104"/>
                  <a:pt x="1" y="105"/>
                </a:cubicBezTo>
                <a:cubicBezTo>
                  <a:pt x="1" y="105"/>
                  <a:pt x="1" y="106"/>
                  <a:pt x="1" y="107"/>
                </a:cubicBezTo>
                <a:cubicBezTo>
                  <a:pt x="1" y="123"/>
                  <a:pt x="5" y="138"/>
                  <a:pt x="11" y="152"/>
                </a:cubicBezTo>
                <a:cubicBezTo>
                  <a:pt x="11" y="153"/>
                  <a:pt x="11" y="155"/>
                  <a:pt x="12" y="155"/>
                </a:cubicBezTo>
                <a:cubicBezTo>
                  <a:pt x="12" y="155"/>
                  <a:pt x="13" y="155"/>
                  <a:pt x="13" y="155"/>
                </a:cubicBezTo>
                <a:cubicBezTo>
                  <a:pt x="30" y="190"/>
                  <a:pt x="66" y="214"/>
                  <a:pt x="108" y="214"/>
                </a:cubicBezTo>
                <a:cubicBezTo>
                  <a:pt x="108" y="214"/>
                  <a:pt x="108" y="213"/>
                  <a:pt x="109" y="213"/>
                </a:cubicBezTo>
                <a:cubicBezTo>
                  <a:pt x="109" y="214"/>
                  <a:pt x="110" y="214"/>
                  <a:pt x="111" y="214"/>
                </a:cubicBezTo>
                <a:cubicBezTo>
                  <a:pt x="112" y="214"/>
                  <a:pt x="112" y="214"/>
                  <a:pt x="113" y="213"/>
                </a:cubicBezTo>
                <a:cubicBezTo>
                  <a:pt x="114" y="213"/>
                  <a:pt x="115" y="213"/>
                  <a:pt x="116" y="213"/>
                </a:cubicBezTo>
                <a:cubicBezTo>
                  <a:pt x="116" y="213"/>
                  <a:pt x="116" y="213"/>
                  <a:pt x="117" y="213"/>
                </a:cubicBezTo>
                <a:cubicBezTo>
                  <a:pt x="117" y="213"/>
                  <a:pt x="117" y="213"/>
                  <a:pt x="117" y="213"/>
                </a:cubicBezTo>
                <a:cubicBezTo>
                  <a:pt x="118" y="213"/>
                  <a:pt x="118" y="213"/>
                  <a:pt x="118" y="213"/>
                </a:cubicBezTo>
                <a:cubicBezTo>
                  <a:pt x="118" y="213"/>
                  <a:pt x="118" y="213"/>
                  <a:pt x="118" y="213"/>
                </a:cubicBezTo>
                <a:cubicBezTo>
                  <a:pt x="153" y="210"/>
                  <a:pt x="183" y="190"/>
                  <a:pt x="200" y="161"/>
                </a:cubicBezTo>
                <a:cubicBezTo>
                  <a:pt x="200" y="161"/>
                  <a:pt x="200" y="160"/>
                  <a:pt x="200" y="160"/>
                </a:cubicBezTo>
                <a:cubicBezTo>
                  <a:pt x="209" y="144"/>
                  <a:pt x="214" y="126"/>
                  <a:pt x="214" y="107"/>
                </a:cubicBezTo>
                <a:close/>
                <a:moveTo>
                  <a:pt x="7" y="107"/>
                </a:moveTo>
                <a:cubicBezTo>
                  <a:pt x="10" y="109"/>
                  <a:pt x="15" y="110"/>
                  <a:pt x="21" y="112"/>
                </a:cubicBezTo>
                <a:cubicBezTo>
                  <a:pt x="22" y="129"/>
                  <a:pt x="27" y="145"/>
                  <a:pt x="34" y="159"/>
                </a:cubicBezTo>
                <a:cubicBezTo>
                  <a:pt x="25" y="155"/>
                  <a:pt x="20" y="153"/>
                  <a:pt x="17" y="151"/>
                </a:cubicBezTo>
                <a:cubicBezTo>
                  <a:pt x="11" y="138"/>
                  <a:pt x="7" y="123"/>
                  <a:pt x="7" y="107"/>
                </a:cubicBezTo>
                <a:close/>
                <a:moveTo>
                  <a:pt x="19" y="59"/>
                </a:moveTo>
                <a:cubicBezTo>
                  <a:pt x="21" y="61"/>
                  <a:pt x="25" y="62"/>
                  <a:pt x="30" y="64"/>
                </a:cubicBezTo>
                <a:cubicBezTo>
                  <a:pt x="24" y="77"/>
                  <a:pt x="21" y="91"/>
                  <a:pt x="21" y="106"/>
                </a:cubicBezTo>
                <a:cubicBezTo>
                  <a:pt x="15" y="104"/>
                  <a:pt x="10" y="102"/>
                  <a:pt x="7" y="101"/>
                </a:cubicBezTo>
                <a:cubicBezTo>
                  <a:pt x="8" y="86"/>
                  <a:pt x="12" y="72"/>
                  <a:pt x="19" y="59"/>
                </a:cubicBezTo>
                <a:close/>
                <a:moveTo>
                  <a:pt x="63" y="29"/>
                </a:moveTo>
                <a:cubicBezTo>
                  <a:pt x="67" y="29"/>
                  <a:pt x="73" y="30"/>
                  <a:pt x="80" y="31"/>
                </a:cubicBezTo>
                <a:cubicBezTo>
                  <a:pt x="74" y="41"/>
                  <a:pt x="69" y="54"/>
                  <a:pt x="66" y="68"/>
                </a:cubicBezTo>
                <a:cubicBezTo>
                  <a:pt x="55" y="66"/>
                  <a:pt x="45" y="63"/>
                  <a:pt x="38" y="61"/>
                </a:cubicBezTo>
                <a:cubicBezTo>
                  <a:pt x="44" y="48"/>
                  <a:pt x="52" y="37"/>
                  <a:pt x="63" y="29"/>
                </a:cubicBezTo>
                <a:close/>
                <a:moveTo>
                  <a:pt x="208" y="105"/>
                </a:moveTo>
                <a:cubicBezTo>
                  <a:pt x="206" y="105"/>
                  <a:pt x="204" y="106"/>
                  <a:pt x="202" y="107"/>
                </a:cubicBezTo>
                <a:cubicBezTo>
                  <a:pt x="202" y="107"/>
                  <a:pt x="202" y="107"/>
                  <a:pt x="202" y="107"/>
                </a:cubicBezTo>
                <a:cubicBezTo>
                  <a:pt x="202" y="92"/>
                  <a:pt x="199" y="79"/>
                  <a:pt x="194" y="66"/>
                </a:cubicBezTo>
                <a:cubicBezTo>
                  <a:pt x="196" y="65"/>
                  <a:pt x="198" y="65"/>
                  <a:pt x="199" y="65"/>
                </a:cubicBezTo>
                <a:cubicBezTo>
                  <a:pt x="205" y="77"/>
                  <a:pt x="208" y="90"/>
                  <a:pt x="208" y="105"/>
                </a:cubicBezTo>
                <a:close/>
                <a:moveTo>
                  <a:pt x="196" y="107"/>
                </a:moveTo>
                <a:cubicBezTo>
                  <a:pt x="196" y="107"/>
                  <a:pt x="196" y="108"/>
                  <a:pt x="196" y="109"/>
                </a:cubicBezTo>
                <a:cubicBezTo>
                  <a:pt x="184" y="112"/>
                  <a:pt x="172" y="115"/>
                  <a:pt x="160" y="117"/>
                </a:cubicBezTo>
                <a:cubicBezTo>
                  <a:pt x="161" y="113"/>
                  <a:pt x="161" y="110"/>
                  <a:pt x="161" y="107"/>
                </a:cubicBezTo>
                <a:cubicBezTo>
                  <a:pt x="161" y="95"/>
                  <a:pt x="160" y="84"/>
                  <a:pt x="158" y="74"/>
                </a:cubicBezTo>
                <a:cubicBezTo>
                  <a:pt x="168" y="72"/>
                  <a:pt x="178" y="70"/>
                  <a:pt x="188" y="67"/>
                </a:cubicBezTo>
                <a:cubicBezTo>
                  <a:pt x="193" y="80"/>
                  <a:pt x="196" y="93"/>
                  <a:pt x="196" y="107"/>
                </a:cubicBezTo>
                <a:close/>
                <a:moveTo>
                  <a:pt x="124" y="198"/>
                </a:moveTo>
                <a:cubicBezTo>
                  <a:pt x="121" y="198"/>
                  <a:pt x="117" y="199"/>
                  <a:pt x="114" y="199"/>
                </a:cubicBezTo>
                <a:cubicBezTo>
                  <a:pt x="114" y="176"/>
                  <a:pt x="114" y="176"/>
                  <a:pt x="114" y="176"/>
                </a:cubicBezTo>
                <a:cubicBezTo>
                  <a:pt x="122" y="175"/>
                  <a:pt x="132" y="175"/>
                  <a:pt x="141" y="174"/>
                </a:cubicBezTo>
                <a:cubicBezTo>
                  <a:pt x="137" y="184"/>
                  <a:pt x="131" y="192"/>
                  <a:pt x="124" y="198"/>
                </a:cubicBezTo>
                <a:close/>
                <a:moveTo>
                  <a:pt x="82" y="175"/>
                </a:moveTo>
                <a:cubicBezTo>
                  <a:pt x="90" y="176"/>
                  <a:pt x="99" y="176"/>
                  <a:pt x="108" y="176"/>
                </a:cubicBezTo>
                <a:cubicBezTo>
                  <a:pt x="108" y="199"/>
                  <a:pt x="108" y="199"/>
                  <a:pt x="108" y="199"/>
                </a:cubicBezTo>
                <a:cubicBezTo>
                  <a:pt x="105" y="199"/>
                  <a:pt x="102" y="199"/>
                  <a:pt x="99" y="198"/>
                </a:cubicBezTo>
                <a:cubicBezTo>
                  <a:pt x="93" y="193"/>
                  <a:pt x="87" y="185"/>
                  <a:pt x="82" y="175"/>
                </a:cubicBezTo>
                <a:close/>
                <a:moveTo>
                  <a:pt x="68" y="107"/>
                </a:moveTo>
                <a:cubicBezTo>
                  <a:pt x="68" y="96"/>
                  <a:pt x="69" y="85"/>
                  <a:pt x="71" y="75"/>
                </a:cubicBezTo>
                <a:cubicBezTo>
                  <a:pt x="82" y="77"/>
                  <a:pt x="94" y="78"/>
                  <a:pt x="108" y="78"/>
                </a:cubicBezTo>
                <a:cubicBezTo>
                  <a:pt x="108" y="120"/>
                  <a:pt x="108" y="120"/>
                  <a:pt x="108" y="120"/>
                </a:cubicBezTo>
                <a:cubicBezTo>
                  <a:pt x="94" y="120"/>
                  <a:pt x="81" y="118"/>
                  <a:pt x="69" y="117"/>
                </a:cubicBezTo>
                <a:cubicBezTo>
                  <a:pt x="69" y="113"/>
                  <a:pt x="68" y="110"/>
                  <a:pt x="68" y="107"/>
                </a:cubicBezTo>
                <a:close/>
                <a:moveTo>
                  <a:pt x="114" y="26"/>
                </a:moveTo>
                <a:cubicBezTo>
                  <a:pt x="114" y="8"/>
                  <a:pt x="114" y="8"/>
                  <a:pt x="114" y="8"/>
                </a:cubicBezTo>
                <a:cubicBezTo>
                  <a:pt x="120" y="11"/>
                  <a:pt x="127" y="17"/>
                  <a:pt x="132" y="24"/>
                </a:cubicBezTo>
                <a:cubicBezTo>
                  <a:pt x="126" y="25"/>
                  <a:pt x="120" y="26"/>
                  <a:pt x="114" y="26"/>
                </a:cubicBezTo>
                <a:close/>
                <a:moveTo>
                  <a:pt x="136" y="29"/>
                </a:moveTo>
                <a:cubicBezTo>
                  <a:pt x="142" y="40"/>
                  <a:pt x="148" y="53"/>
                  <a:pt x="151" y="69"/>
                </a:cubicBezTo>
                <a:cubicBezTo>
                  <a:pt x="137" y="71"/>
                  <a:pt x="125" y="72"/>
                  <a:pt x="114" y="72"/>
                </a:cubicBezTo>
                <a:cubicBezTo>
                  <a:pt x="114" y="32"/>
                  <a:pt x="114" y="32"/>
                  <a:pt x="114" y="32"/>
                </a:cubicBezTo>
                <a:cubicBezTo>
                  <a:pt x="121" y="31"/>
                  <a:pt x="128" y="31"/>
                  <a:pt x="136" y="29"/>
                </a:cubicBezTo>
                <a:close/>
                <a:moveTo>
                  <a:pt x="108" y="9"/>
                </a:moveTo>
                <a:cubicBezTo>
                  <a:pt x="108" y="26"/>
                  <a:pt x="108" y="26"/>
                  <a:pt x="108" y="26"/>
                </a:cubicBezTo>
                <a:cubicBezTo>
                  <a:pt x="102" y="26"/>
                  <a:pt x="95" y="26"/>
                  <a:pt x="90" y="26"/>
                </a:cubicBezTo>
                <a:cubicBezTo>
                  <a:pt x="95" y="18"/>
                  <a:pt x="101" y="12"/>
                  <a:pt x="108" y="9"/>
                </a:cubicBezTo>
                <a:close/>
                <a:moveTo>
                  <a:pt x="108" y="32"/>
                </a:moveTo>
                <a:cubicBezTo>
                  <a:pt x="108" y="72"/>
                  <a:pt x="108" y="72"/>
                  <a:pt x="108" y="72"/>
                </a:cubicBezTo>
                <a:cubicBezTo>
                  <a:pt x="95" y="72"/>
                  <a:pt x="83" y="71"/>
                  <a:pt x="72" y="69"/>
                </a:cubicBezTo>
                <a:cubicBezTo>
                  <a:pt x="75" y="55"/>
                  <a:pt x="80" y="42"/>
                  <a:pt x="86" y="31"/>
                </a:cubicBezTo>
                <a:cubicBezTo>
                  <a:pt x="93" y="32"/>
                  <a:pt x="100" y="32"/>
                  <a:pt x="108" y="32"/>
                </a:cubicBezTo>
                <a:close/>
                <a:moveTo>
                  <a:pt x="108" y="126"/>
                </a:moveTo>
                <a:cubicBezTo>
                  <a:pt x="108" y="170"/>
                  <a:pt x="108" y="170"/>
                  <a:pt x="108" y="170"/>
                </a:cubicBezTo>
                <a:cubicBezTo>
                  <a:pt x="98" y="170"/>
                  <a:pt x="88" y="169"/>
                  <a:pt x="79" y="168"/>
                </a:cubicBezTo>
                <a:cubicBezTo>
                  <a:pt x="74" y="155"/>
                  <a:pt x="71" y="140"/>
                  <a:pt x="69" y="123"/>
                </a:cubicBezTo>
                <a:cubicBezTo>
                  <a:pt x="81" y="124"/>
                  <a:pt x="94" y="125"/>
                  <a:pt x="108" y="126"/>
                </a:cubicBezTo>
                <a:close/>
                <a:moveTo>
                  <a:pt x="114" y="205"/>
                </a:moveTo>
                <a:cubicBezTo>
                  <a:pt x="114" y="205"/>
                  <a:pt x="114" y="205"/>
                  <a:pt x="114" y="205"/>
                </a:cubicBezTo>
                <a:cubicBezTo>
                  <a:pt x="114" y="205"/>
                  <a:pt x="114" y="205"/>
                  <a:pt x="115" y="205"/>
                </a:cubicBezTo>
                <a:cubicBezTo>
                  <a:pt x="114" y="205"/>
                  <a:pt x="114" y="205"/>
                  <a:pt x="114" y="205"/>
                </a:cubicBezTo>
                <a:close/>
                <a:moveTo>
                  <a:pt x="114" y="170"/>
                </a:moveTo>
                <a:cubicBezTo>
                  <a:pt x="114" y="126"/>
                  <a:pt x="114" y="126"/>
                  <a:pt x="114" y="126"/>
                </a:cubicBezTo>
                <a:cubicBezTo>
                  <a:pt x="127" y="126"/>
                  <a:pt x="140" y="125"/>
                  <a:pt x="154" y="124"/>
                </a:cubicBezTo>
                <a:cubicBezTo>
                  <a:pt x="153" y="140"/>
                  <a:pt x="149" y="155"/>
                  <a:pt x="144" y="167"/>
                </a:cubicBezTo>
                <a:cubicBezTo>
                  <a:pt x="133" y="169"/>
                  <a:pt x="123" y="169"/>
                  <a:pt x="114" y="170"/>
                </a:cubicBezTo>
                <a:close/>
                <a:moveTo>
                  <a:pt x="114" y="120"/>
                </a:moveTo>
                <a:cubicBezTo>
                  <a:pt x="114" y="78"/>
                  <a:pt x="114" y="78"/>
                  <a:pt x="114" y="78"/>
                </a:cubicBezTo>
                <a:cubicBezTo>
                  <a:pt x="125" y="78"/>
                  <a:pt x="138" y="77"/>
                  <a:pt x="152" y="75"/>
                </a:cubicBezTo>
                <a:cubicBezTo>
                  <a:pt x="154" y="85"/>
                  <a:pt x="155" y="96"/>
                  <a:pt x="155" y="107"/>
                </a:cubicBezTo>
                <a:cubicBezTo>
                  <a:pt x="155" y="110"/>
                  <a:pt x="155" y="114"/>
                  <a:pt x="154" y="117"/>
                </a:cubicBezTo>
                <a:cubicBezTo>
                  <a:pt x="140" y="119"/>
                  <a:pt x="127" y="120"/>
                  <a:pt x="114" y="120"/>
                </a:cubicBezTo>
                <a:close/>
                <a:moveTo>
                  <a:pt x="157" y="68"/>
                </a:moveTo>
                <a:cubicBezTo>
                  <a:pt x="154" y="53"/>
                  <a:pt x="149" y="39"/>
                  <a:pt x="142" y="28"/>
                </a:cubicBezTo>
                <a:cubicBezTo>
                  <a:pt x="146" y="27"/>
                  <a:pt x="151" y="26"/>
                  <a:pt x="155" y="24"/>
                </a:cubicBezTo>
                <a:cubicBezTo>
                  <a:pt x="168" y="34"/>
                  <a:pt x="179" y="47"/>
                  <a:pt x="186" y="62"/>
                </a:cubicBezTo>
                <a:cubicBezTo>
                  <a:pt x="176" y="64"/>
                  <a:pt x="166" y="66"/>
                  <a:pt x="157" y="68"/>
                </a:cubicBezTo>
                <a:close/>
                <a:moveTo>
                  <a:pt x="139" y="23"/>
                </a:moveTo>
                <a:cubicBezTo>
                  <a:pt x="135" y="18"/>
                  <a:pt x="132" y="14"/>
                  <a:pt x="128" y="10"/>
                </a:cubicBezTo>
                <a:cubicBezTo>
                  <a:pt x="135" y="13"/>
                  <a:pt x="142" y="16"/>
                  <a:pt x="149" y="20"/>
                </a:cubicBezTo>
                <a:cubicBezTo>
                  <a:pt x="146" y="21"/>
                  <a:pt x="142" y="22"/>
                  <a:pt x="139" y="23"/>
                </a:cubicBezTo>
                <a:close/>
                <a:moveTo>
                  <a:pt x="95" y="10"/>
                </a:moveTo>
                <a:cubicBezTo>
                  <a:pt x="91" y="14"/>
                  <a:pt x="87" y="19"/>
                  <a:pt x="83" y="25"/>
                </a:cubicBezTo>
                <a:cubicBezTo>
                  <a:pt x="78" y="25"/>
                  <a:pt x="73" y="24"/>
                  <a:pt x="69" y="23"/>
                </a:cubicBezTo>
                <a:cubicBezTo>
                  <a:pt x="77" y="18"/>
                  <a:pt x="86" y="13"/>
                  <a:pt x="95" y="10"/>
                </a:cubicBezTo>
                <a:close/>
                <a:moveTo>
                  <a:pt x="61" y="22"/>
                </a:moveTo>
                <a:cubicBezTo>
                  <a:pt x="59" y="22"/>
                  <a:pt x="56" y="21"/>
                  <a:pt x="55" y="21"/>
                </a:cubicBezTo>
                <a:cubicBezTo>
                  <a:pt x="63" y="16"/>
                  <a:pt x="72" y="12"/>
                  <a:pt x="82" y="9"/>
                </a:cubicBezTo>
                <a:cubicBezTo>
                  <a:pt x="75" y="13"/>
                  <a:pt x="68" y="17"/>
                  <a:pt x="61" y="22"/>
                </a:cubicBezTo>
                <a:close/>
                <a:moveTo>
                  <a:pt x="65" y="74"/>
                </a:moveTo>
                <a:cubicBezTo>
                  <a:pt x="63" y="85"/>
                  <a:pt x="63" y="95"/>
                  <a:pt x="63" y="107"/>
                </a:cubicBezTo>
                <a:cubicBezTo>
                  <a:pt x="63" y="110"/>
                  <a:pt x="63" y="113"/>
                  <a:pt x="63" y="116"/>
                </a:cubicBezTo>
                <a:cubicBezTo>
                  <a:pt x="49" y="113"/>
                  <a:pt x="37" y="110"/>
                  <a:pt x="27" y="108"/>
                </a:cubicBezTo>
                <a:cubicBezTo>
                  <a:pt x="27" y="107"/>
                  <a:pt x="27" y="107"/>
                  <a:pt x="27" y="107"/>
                </a:cubicBezTo>
                <a:cubicBezTo>
                  <a:pt x="27" y="92"/>
                  <a:pt x="30" y="79"/>
                  <a:pt x="35" y="66"/>
                </a:cubicBezTo>
                <a:cubicBezTo>
                  <a:pt x="43" y="69"/>
                  <a:pt x="53" y="72"/>
                  <a:pt x="65" y="74"/>
                </a:cubicBezTo>
                <a:close/>
                <a:moveTo>
                  <a:pt x="27" y="114"/>
                </a:moveTo>
                <a:cubicBezTo>
                  <a:pt x="37" y="117"/>
                  <a:pt x="49" y="119"/>
                  <a:pt x="63" y="122"/>
                </a:cubicBezTo>
                <a:cubicBezTo>
                  <a:pt x="64" y="139"/>
                  <a:pt x="68" y="154"/>
                  <a:pt x="73" y="168"/>
                </a:cubicBezTo>
                <a:cubicBezTo>
                  <a:pt x="61" y="166"/>
                  <a:pt x="51" y="164"/>
                  <a:pt x="43" y="161"/>
                </a:cubicBezTo>
                <a:cubicBezTo>
                  <a:pt x="34" y="147"/>
                  <a:pt x="29" y="131"/>
                  <a:pt x="27" y="114"/>
                </a:cubicBezTo>
                <a:close/>
                <a:moveTo>
                  <a:pt x="75" y="174"/>
                </a:moveTo>
                <a:cubicBezTo>
                  <a:pt x="79" y="184"/>
                  <a:pt x="84" y="192"/>
                  <a:pt x="90" y="198"/>
                </a:cubicBezTo>
                <a:cubicBezTo>
                  <a:pt x="87" y="198"/>
                  <a:pt x="83" y="197"/>
                  <a:pt x="80" y="197"/>
                </a:cubicBezTo>
                <a:cubicBezTo>
                  <a:pt x="68" y="190"/>
                  <a:pt x="57" y="181"/>
                  <a:pt x="48" y="169"/>
                </a:cubicBezTo>
                <a:cubicBezTo>
                  <a:pt x="56" y="171"/>
                  <a:pt x="65" y="173"/>
                  <a:pt x="75" y="174"/>
                </a:cubicBezTo>
                <a:close/>
                <a:moveTo>
                  <a:pt x="82" y="204"/>
                </a:moveTo>
                <a:cubicBezTo>
                  <a:pt x="80" y="204"/>
                  <a:pt x="78" y="203"/>
                  <a:pt x="75" y="202"/>
                </a:cubicBezTo>
                <a:cubicBezTo>
                  <a:pt x="77" y="202"/>
                  <a:pt x="78" y="203"/>
                  <a:pt x="79" y="203"/>
                </a:cubicBezTo>
                <a:cubicBezTo>
                  <a:pt x="80" y="203"/>
                  <a:pt x="81" y="204"/>
                  <a:pt x="82" y="204"/>
                </a:cubicBezTo>
                <a:close/>
                <a:moveTo>
                  <a:pt x="134" y="197"/>
                </a:moveTo>
                <a:cubicBezTo>
                  <a:pt x="139" y="191"/>
                  <a:pt x="144" y="182"/>
                  <a:pt x="148" y="173"/>
                </a:cubicBezTo>
                <a:cubicBezTo>
                  <a:pt x="157" y="171"/>
                  <a:pt x="167" y="170"/>
                  <a:pt x="176" y="167"/>
                </a:cubicBezTo>
                <a:cubicBezTo>
                  <a:pt x="168" y="179"/>
                  <a:pt x="158" y="188"/>
                  <a:pt x="146" y="195"/>
                </a:cubicBezTo>
                <a:cubicBezTo>
                  <a:pt x="142" y="196"/>
                  <a:pt x="138" y="197"/>
                  <a:pt x="134" y="197"/>
                </a:cubicBezTo>
                <a:close/>
                <a:moveTo>
                  <a:pt x="151" y="166"/>
                </a:moveTo>
                <a:cubicBezTo>
                  <a:pt x="156" y="153"/>
                  <a:pt x="159" y="139"/>
                  <a:pt x="160" y="123"/>
                </a:cubicBezTo>
                <a:cubicBezTo>
                  <a:pt x="172" y="121"/>
                  <a:pt x="184" y="118"/>
                  <a:pt x="196" y="115"/>
                </a:cubicBezTo>
                <a:cubicBezTo>
                  <a:pt x="194" y="131"/>
                  <a:pt x="189" y="147"/>
                  <a:pt x="181" y="160"/>
                </a:cubicBezTo>
                <a:cubicBezTo>
                  <a:pt x="171" y="163"/>
                  <a:pt x="161" y="165"/>
                  <a:pt x="151" y="166"/>
                </a:cubicBezTo>
                <a:close/>
                <a:moveTo>
                  <a:pt x="202" y="113"/>
                </a:moveTo>
                <a:cubicBezTo>
                  <a:pt x="204" y="112"/>
                  <a:pt x="206" y="112"/>
                  <a:pt x="208" y="111"/>
                </a:cubicBezTo>
                <a:cubicBezTo>
                  <a:pt x="208" y="127"/>
                  <a:pt x="203" y="143"/>
                  <a:pt x="195" y="157"/>
                </a:cubicBezTo>
                <a:cubicBezTo>
                  <a:pt x="193" y="157"/>
                  <a:pt x="191" y="158"/>
                  <a:pt x="189" y="158"/>
                </a:cubicBezTo>
                <a:cubicBezTo>
                  <a:pt x="196" y="145"/>
                  <a:pt x="201" y="129"/>
                  <a:pt x="202" y="113"/>
                </a:cubicBezTo>
                <a:close/>
                <a:moveTo>
                  <a:pt x="197" y="59"/>
                </a:moveTo>
                <a:cubicBezTo>
                  <a:pt x="195" y="60"/>
                  <a:pt x="193" y="60"/>
                  <a:pt x="192" y="60"/>
                </a:cubicBezTo>
                <a:cubicBezTo>
                  <a:pt x="185" y="45"/>
                  <a:pt x="174" y="32"/>
                  <a:pt x="162" y="22"/>
                </a:cubicBezTo>
                <a:cubicBezTo>
                  <a:pt x="162" y="22"/>
                  <a:pt x="162" y="22"/>
                  <a:pt x="162" y="22"/>
                </a:cubicBezTo>
                <a:cubicBezTo>
                  <a:pt x="176" y="31"/>
                  <a:pt x="188" y="44"/>
                  <a:pt x="197" y="59"/>
                </a:cubicBezTo>
                <a:close/>
                <a:moveTo>
                  <a:pt x="48" y="25"/>
                </a:moveTo>
                <a:cubicBezTo>
                  <a:pt x="49" y="26"/>
                  <a:pt x="51" y="26"/>
                  <a:pt x="55" y="27"/>
                </a:cubicBezTo>
                <a:cubicBezTo>
                  <a:pt x="46" y="36"/>
                  <a:pt x="38" y="47"/>
                  <a:pt x="32" y="59"/>
                </a:cubicBezTo>
                <a:cubicBezTo>
                  <a:pt x="27" y="57"/>
                  <a:pt x="24" y="55"/>
                  <a:pt x="22" y="54"/>
                </a:cubicBezTo>
                <a:cubicBezTo>
                  <a:pt x="28" y="43"/>
                  <a:pt x="37" y="33"/>
                  <a:pt x="48" y="25"/>
                </a:cubicBezTo>
                <a:close/>
                <a:moveTo>
                  <a:pt x="22" y="160"/>
                </a:moveTo>
                <a:cubicBezTo>
                  <a:pt x="27" y="162"/>
                  <a:pt x="32" y="164"/>
                  <a:pt x="39" y="167"/>
                </a:cubicBezTo>
                <a:cubicBezTo>
                  <a:pt x="46" y="178"/>
                  <a:pt x="55" y="187"/>
                  <a:pt x="66" y="195"/>
                </a:cubicBezTo>
                <a:cubicBezTo>
                  <a:pt x="59" y="193"/>
                  <a:pt x="55" y="192"/>
                  <a:pt x="54" y="192"/>
                </a:cubicBezTo>
                <a:cubicBezTo>
                  <a:pt x="41" y="184"/>
                  <a:pt x="30" y="173"/>
                  <a:pt x="22" y="160"/>
                </a:cubicBezTo>
                <a:close/>
                <a:moveTo>
                  <a:pt x="167" y="188"/>
                </a:moveTo>
                <a:cubicBezTo>
                  <a:pt x="166" y="188"/>
                  <a:pt x="166" y="189"/>
                  <a:pt x="166" y="189"/>
                </a:cubicBezTo>
                <a:cubicBezTo>
                  <a:pt x="165" y="189"/>
                  <a:pt x="165" y="189"/>
                  <a:pt x="164" y="189"/>
                </a:cubicBezTo>
                <a:cubicBezTo>
                  <a:pt x="172" y="182"/>
                  <a:pt x="179" y="174"/>
                  <a:pt x="185" y="165"/>
                </a:cubicBezTo>
                <a:cubicBezTo>
                  <a:pt x="187" y="165"/>
                  <a:pt x="189" y="164"/>
                  <a:pt x="191" y="164"/>
                </a:cubicBezTo>
                <a:cubicBezTo>
                  <a:pt x="184" y="173"/>
                  <a:pt x="176" y="182"/>
                  <a:pt x="167" y="188"/>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90" name="Freeform 267"/>
          <p:cNvSpPr>
            <a:spLocks noChangeAspect="1" noEditPoints="1"/>
          </p:cNvSpPr>
          <p:nvPr/>
        </p:nvSpPr>
        <p:spPr bwMode="auto">
          <a:xfrm>
            <a:off x="2013207" y="3459652"/>
            <a:ext cx="396000" cy="384476"/>
          </a:xfrm>
          <a:custGeom>
            <a:avLst/>
            <a:gdLst>
              <a:gd name="T0" fmla="*/ 95 w 189"/>
              <a:gd name="T1" fmla="*/ 0 h 183"/>
              <a:gd name="T2" fmla="*/ 0 w 189"/>
              <a:gd name="T3" fmla="*/ 71 h 183"/>
              <a:gd name="T4" fmla="*/ 95 w 189"/>
              <a:gd name="T5" fmla="*/ 143 h 183"/>
              <a:gd name="T6" fmla="*/ 139 w 189"/>
              <a:gd name="T7" fmla="*/ 135 h 183"/>
              <a:gd name="T8" fmla="*/ 130 w 189"/>
              <a:gd name="T9" fmla="*/ 183 h 183"/>
              <a:gd name="T10" fmla="*/ 181 w 189"/>
              <a:gd name="T11" fmla="*/ 101 h 183"/>
              <a:gd name="T12" fmla="*/ 182 w 189"/>
              <a:gd name="T13" fmla="*/ 99 h 183"/>
              <a:gd name="T14" fmla="*/ 182 w 189"/>
              <a:gd name="T15" fmla="*/ 98 h 183"/>
              <a:gd name="T16" fmla="*/ 189 w 189"/>
              <a:gd name="T17" fmla="*/ 71 h 183"/>
              <a:gd name="T18" fmla="*/ 95 w 189"/>
              <a:gd name="T19" fmla="*/ 0 h 183"/>
              <a:gd name="T20" fmla="*/ 42 w 189"/>
              <a:gd name="T21" fmla="*/ 85 h 183"/>
              <a:gd name="T22" fmla="*/ 29 w 189"/>
              <a:gd name="T23" fmla="*/ 71 h 183"/>
              <a:gd name="T24" fmla="*/ 42 w 189"/>
              <a:gd name="T25" fmla="*/ 58 h 183"/>
              <a:gd name="T26" fmla="*/ 55 w 189"/>
              <a:gd name="T27" fmla="*/ 71 h 183"/>
              <a:gd name="T28" fmla="*/ 42 w 189"/>
              <a:gd name="T29" fmla="*/ 85 h 183"/>
              <a:gd name="T30" fmla="*/ 95 w 189"/>
              <a:gd name="T31" fmla="*/ 85 h 183"/>
              <a:gd name="T32" fmla="*/ 81 w 189"/>
              <a:gd name="T33" fmla="*/ 71 h 183"/>
              <a:gd name="T34" fmla="*/ 95 w 189"/>
              <a:gd name="T35" fmla="*/ 58 h 183"/>
              <a:gd name="T36" fmla="*/ 108 w 189"/>
              <a:gd name="T37" fmla="*/ 71 h 183"/>
              <a:gd name="T38" fmla="*/ 95 w 189"/>
              <a:gd name="T39" fmla="*/ 85 h 183"/>
              <a:gd name="T40" fmla="*/ 148 w 189"/>
              <a:gd name="T41" fmla="*/ 85 h 183"/>
              <a:gd name="T42" fmla="*/ 134 w 189"/>
              <a:gd name="T43" fmla="*/ 71 h 183"/>
              <a:gd name="T44" fmla="*/ 148 w 189"/>
              <a:gd name="T45" fmla="*/ 58 h 183"/>
              <a:gd name="T46" fmla="*/ 161 w 189"/>
              <a:gd name="T47" fmla="*/ 71 h 183"/>
              <a:gd name="T48" fmla="*/ 148 w 189"/>
              <a:gd name="T49" fmla="*/ 85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9" h="183">
                <a:moveTo>
                  <a:pt x="95" y="0"/>
                </a:moveTo>
                <a:cubicBezTo>
                  <a:pt x="42" y="0"/>
                  <a:pt x="0" y="32"/>
                  <a:pt x="0" y="71"/>
                </a:cubicBezTo>
                <a:cubicBezTo>
                  <a:pt x="0" y="111"/>
                  <a:pt x="42" y="143"/>
                  <a:pt x="95" y="143"/>
                </a:cubicBezTo>
                <a:cubicBezTo>
                  <a:pt x="110" y="143"/>
                  <a:pt x="125" y="140"/>
                  <a:pt x="139" y="135"/>
                </a:cubicBezTo>
                <a:cubicBezTo>
                  <a:pt x="130" y="183"/>
                  <a:pt x="130" y="183"/>
                  <a:pt x="130" y="183"/>
                </a:cubicBezTo>
                <a:cubicBezTo>
                  <a:pt x="181" y="101"/>
                  <a:pt x="181" y="101"/>
                  <a:pt x="181" y="101"/>
                </a:cubicBezTo>
                <a:cubicBezTo>
                  <a:pt x="181" y="100"/>
                  <a:pt x="182" y="100"/>
                  <a:pt x="182" y="99"/>
                </a:cubicBezTo>
                <a:cubicBezTo>
                  <a:pt x="182" y="98"/>
                  <a:pt x="182" y="98"/>
                  <a:pt x="182" y="98"/>
                </a:cubicBezTo>
                <a:cubicBezTo>
                  <a:pt x="187" y="90"/>
                  <a:pt x="189" y="81"/>
                  <a:pt x="189" y="71"/>
                </a:cubicBezTo>
                <a:cubicBezTo>
                  <a:pt x="189" y="32"/>
                  <a:pt x="147" y="0"/>
                  <a:pt x="95" y="0"/>
                </a:cubicBezTo>
                <a:close/>
                <a:moveTo>
                  <a:pt x="42" y="85"/>
                </a:moveTo>
                <a:cubicBezTo>
                  <a:pt x="34" y="85"/>
                  <a:pt x="29" y="79"/>
                  <a:pt x="29" y="71"/>
                </a:cubicBezTo>
                <a:cubicBezTo>
                  <a:pt x="29" y="64"/>
                  <a:pt x="34" y="58"/>
                  <a:pt x="42" y="58"/>
                </a:cubicBezTo>
                <a:cubicBezTo>
                  <a:pt x="49" y="58"/>
                  <a:pt x="55" y="64"/>
                  <a:pt x="55" y="71"/>
                </a:cubicBezTo>
                <a:cubicBezTo>
                  <a:pt x="55" y="79"/>
                  <a:pt x="49" y="85"/>
                  <a:pt x="42" y="85"/>
                </a:cubicBezTo>
                <a:close/>
                <a:moveTo>
                  <a:pt x="95" y="85"/>
                </a:moveTo>
                <a:cubicBezTo>
                  <a:pt x="87" y="85"/>
                  <a:pt x="81" y="79"/>
                  <a:pt x="81" y="71"/>
                </a:cubicBezTo>
                <a:cubicBezTo>
                  <a:pt x="81" y="64"/>
                  <a:pt x="87" y="58"/>
                  <a:pt x="95" y="58"/>
                </a:cubicBezTo>
                <a:cubicBezTo>
                  <a:pt x="102" y="58"/>
                  <a:pt x="108" y="64"/>
                  <a:pt x="108" y="71"/>
                </a:cubicBezTo>
                <a:cubicBezTo>
                  <a:pt x="108" y="79"/>
                  <a:pt x="102" y="85"/>
                  <a:pt x="95" y="85"/>
                </a:cubicBezTo>
                <a:close/>
                <a:moveTo>
                  <a:pt x="148" y="85"/>
                </a:moveTo>
                <a:cubicBezTo>
                  <a:pt x="140" y="85"/>
                  <a:pt x="134" y="79"/>
                  <a:pt x="134" y="71"/>
                </a:cubicBezTo>
                <a:cubicBezTo>
                  <a:pt x="134" y="64"/>
                  <a:pt x="140" y="58"/>
                  <a:pt x="148" y="58"/>
                </a:cubicBezTo>
                <a:cubicBezTo>
                  <a:pt x="155" y="58"/>
                  <a:pt x="161" y="64"/>
                  <a:pt x="161" y="71"/>
                </a:cubicBezTo>
                <a:cubicBezTo>
                  <a:pt x="161" y="79"/>
                  <a:pt x="155" y="85"/>
                  <a:pt x="148" y="85"/>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91" name="Freeform 252"/>
          <p:cNvSpPr>
            <a:spLocks noChangeAspect="1" noEditPoints="1"/>
          </p:cNvSpPr>
          <p:nvPr/>
        </p:nvSpPr>
        <p:spPr bwMode="auto">
          <a:xfrm>
            <a:off x="2508877" y="3402742"/>
            <a:ext cx="396000" cy="407506"/>
          </a:xfrm>
          <a:custGeom>
            <a:avLst/>
            <a:gdLst>
              <a:gd name="T0" fmla="*/ 181 w 206"/>
              <a:gd name="T1" fmla="*/ 0 h 212"/>
              <a:gd name="T2" fmla="*/ 25 w 206"/>
              <a:gd name="T3" fmla="*/ 0 h 212"/>
              <a:gd name="T4" fmla="*/ 0 w 206"/>
              <a:gd name="T5" fmla="*/ 25 h 212"/>
              <a:gd name="T6" fmla="*/ 0 w 206"/>
              <a:gd name="T7" fmla="*/ 187 h 212"/>
              <a:gd name="T8" fmla="*/ 25 w 206"/>
              <a:gd name="T9" fmla="*/ 212 h 212"/>
              <a:gd name="T10" fmla="*/ 181 w 206"/>
              <a:gd name="T11" fmla="*/ 212 h 212"/>
              <a:gd name="T12" fmla="*/ 206 w 206"/>
              <a:gd name="T13" fmla="*/ 187 h 212"/>
              <a:gd name="T14" fmla="*/ 206 w 206"/>
              <a:gd name="T15" fmla="*/ 25 h 212"/>
              <a:gd name="T16" fmla="*/ 181 w 206"/>
              <a:gd name="T17" fmla="*/ 0 h 212"/>
              <a:gd name="T18" fmla="*/ 93 w 206"/>
              <a:gd name="T19" fmla="*/ 22 h 212"/>
              <a:gd name="T20" fmla="*/ 107 w 206"/>
              <a:gd name="T21" fmla="*/ 9 h 212"/>
              <a:gd name="T22" fmla="*/ 120 w 206"/>
              <a:gd name="T23" fmla="*/ 22 h 212"/>
              <a:gd name="T24" fmla="*/ 120 w 206"/>
              <a:gd name="T25" fmla="*/ 92 h 212"/>
              <a:gd name="T26" fmla="*/ 107 w 206"/>
              <a:gd name="T27" fmla="*/ 105 h 212"/>
              <a:gd name="T28" fmla="*/ 93 w 206"/>
              <a:gd name="T29" fmla="*/ 92 h 212"/>
              <a:gd name="T30" fmla="*/ 93 w 206"/>
              <a:gd name="T31" fmla="*/ 22 h 212"/>
              <a:gd name="T32" fmla="*/ 107 w 206"/>
              <a:gd name="T33" fmla="*/ 191 h 212"/>
              <a:gd name="T34" fmla="*/ 30 w 206"/>
              <a:gd name="T35" fmla="*/ 114 h 212"/>
              <a:gd name="T36" fmla="*/ 64 w 206"/>
              <a:gd name="T37" fmla="*/ 50 h 212"/>
              <a:gd name="T38" fmla="*/ 77 w 206"/>
              <a:gd name="T39" fmla="*/ 53 h 212"/>
              <a:gd name="T40" fmla="*/ 75 w 206"/>
              <a:gd name="T41" fmla="*/ 66 h 212"/>
              <a:gd name="T42" fmla="*/ 49 w 206"/>
              <a:gd name="T43" fmla="*/ 114 h 212"/>
              <a:gd name="T44" fmla="*/ 107 w 206"/>
              <a:gd name="T45" fmla="*/ 172 h 212"/>
              <a:gd name="T46" fmla="*/ 165 w 206"/>
              <a:gd name="T47" fmla="*/ 114 h 212"/>
              <a:gd name="T48" fmla="*/ 140 w 206"/>
              <a:gd name="T49" fmla="*/ 67 h 212"/>
              <a:gd name="T50" fmla="*/ 138 w 206"/>
              <a:gd name="T51" fmla="*/ 54 h 212"/>
              <a:gd name="T52" fmla="*/ 151 w 206"/>
              <a:gd name="T53" fmla="*/ 51 h 212"/>
              <a:gd name="T54" fmla="*/ 184 w 206"/>
              <a:gd name="T55" fmla="*/ 114 h 212"/>
              <a:gd name="T56" fmla="*/ 107 w 206"/>
              <a:gd name="T57" fmla="*/ 191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6" h="212">
                <a:moveTo>
                  <a:pt x="181" y="0"/>
                </a:moveTo>
                <a:cubicBezTo>
                  <a:pt x="25" y="0"/>
                  <a:pt x="25" y="0"/>
                  <a:pt x="25" y="0"/>
                </a:cubicBezTo>
                <a:cubicBezTo>
                  <a:pt x="11" y="0"/>
                  <a:pt x="0" y="11"/>
                  <a:pt x="0" y="25"/>
                </a:cubicBezTo>
                <a:cubicBezTo>
                  <a:pt x="0" y="187"/>
                  <a:pt x="0" y="187"/>
                  <a:pt x="0" y="187"/>
                </a:cubicBezTo>
                <a:cubicBezTo>
                  <a:pt x="0" y="200"/>
                  <a:pt x="11" y="212"/>
                  <a:pt x="25" y="212"/>
                </a:cubicBezTo>
                <a:cubicBezTo>
                  <a:pt x="181" y="212"/>
                  <a:pt x="181" y="212"/>
                  <a:pt x="181" y="212"/>
                </a:cubicBezTo>
                <a:cubicBezTo>
                  <a:pt x="195" y="212"/>
                  <a:pt x="206" y="200"/>
                  <a:pt x="206" y="187"/>
                </a:cubicBezTo>
                <a:cubicBezTo>
                  <a:pt x="206" y="25"/>
                  <a:pt x="206" y="25"/>
                  <a:pt x="206" y="25"/>
                </a:cubicBezTo>
                <a:cubicBezTo>
                  <a:pt x="206" y="11"/>
                  <a:pt x="195" y="0"/>
                  <a:pt x="181" y="0"/>
                </a:cubicBezTo>
                <a:close/>
                <a:moveTo>
                  <a:pt x="93" y="22"/>
                </a:moveTo>
                <a:cubicBezTo>
                  <a:pt x="93" y="15"/>
                  <a:pt x="99" y="9"/>
                  <a:pt x="107" y="9"/>
                </a:cubicBezTo>
                <a:cubicBezTo>
                  <a:pt x="114" y="9"/>
                  <a:pt x="120" y="15"/>
                  <a:pt x="120" y="22"/>
                </a:cubicBezTo>
                <a:cubicBezTo>
                  <a:pt x="120" y="92"/>
                  <a:pt x="120" y="92"/>
                  <a:pt x="120" y="92"/>
                </a:cubicBezTo>
                <a:cubicBezTo>
                  <a:pt x="120" y="99"/>
                  <a:pt x="114" y="105"/>
                  <a:pt x="107" y="105"/>
                </a:cubicBezTo>
                <a:cubicBezTo>
                  <a:pt x="99" y="105"/>
                  <a:pt x="93" y="99"/>
                  <a:pt x="93" y="92"/>
                </a:cubicBezTo>
                <a:lnTo>
                  <a:pt x="93" y="22"/>
                </a:lnTo>
                <a:close/>
                <a:moveTo>
                  <a:pt x="107" y="191"/>
                </a:moveTo>
                <a:cubicBezTo>
                  <a:pt x="64" y="191"/>
                  <a:pt x="30" y="156"/>
                  <a:pt x="30" y="114"/>
                </a:cubicBezTo>
                <a:cubicBezTo>
                  <a:pt x="30" y="88"/>
                  <a:pt x="43" y="64"/>
                  <a:pt x="64" y="50"/>
                </a:cubicBezTo>
                <a:cubicBezTo>
                  <a:pt x="68" y="47"/>
                  <a:pt x="74" y="48"/>
                  <a:pt x="77" y="53"/>
                </a:cubicBezTo>
                <a:cubicBezTo>
                  <a:pt x="80" y="57"/>
                  <a:pt x="79" y="63"/>
                  <a:pt x="75" y="66"/>
                </a:cubicBezTo>
                <a:cubicBezTo>
                  <a:pt x="58" y="77"/>
                  <a:pt x="49" y="95"/>
                  <a:pt x="49" y="114"/>
                </a:cubicBezTo>
                <a:cubicBezTo>
                  <a:pt x="49" y="146"/>
                  <a:pt x="75" y="172"/>
                  <a:pt x="107" y="172"/>
                </a:cubicBezTo>
                <a:cubicBezTo>
                  <a:pt x="139" y="172"/>
                  <a:pt x="165" y="146"/>
                  <a:pt x="165" y="114"/>
                </a:cubicBezTo>
                <a:cubicBezTo>
                  <a:pt x="165" y="95"/>
                  <a:pt x="156" y="78"/>
                  <a:pt x="140" y="67"/>
                </a:cubicBezTo>
                <a:cubicBezTo>
                  <a:pt x="136" y="64"/>
                  <a:pt x="135" y="58"/>
                  <a:pt x="138" y="54"/>
                </a:cubicBezTo>
                <a:cubicBezTo>
                  <a:pt x="141" y="49"/>
                  <a:pt x="147" y="48"/>
                  <a:pt x="151" y="51"/>
                </a:cubicBezTo>
                <a:cubicBezTo>
                  <a:pt x="172" y="66"/>
                  <a:pt x="184" y="89"/>
                  <a:pt x="184" y="114"/>
                </a:cubicBezTo>
                <a:cubicBezTo>
                  <a:pt x="184" y="156"/>
                  <a:pt x="149" y="191"/>
                  <a:pt x="107" y="191"/>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392" name="组合 391"/>
          <p:cNvGrpSpPr/>
          <p:nvPr/>
        </p:nvGrpSpPr>
        <p:grpSpPr>
          <a:xfrm>
            <a:off x="8730452" y="135906"/>
            <a:ext cx="365949" cy="334094"/>
            <a:chOff x="550862" y="596106"/>
            <a:chExt cx="1495425" cy="1365250"/>
          </a:xfrm>
          <a:solidFill>
            <a:srgbClr val="707E84"/>
          </a:solidFill>
        </p:grpSpPr>
        <p:sp>
          <p:nvSpPr>
            <p:cNvPr id="393" name="Freeform 6"/>
            <p:cNvSpPr>
              <a:spLocks noEditPoints="1"/>
            </p:cNvSpPr>
            <p:nvPr/>
          </p:nvSpPr>
          <p:spPr bwMode="auto">
            <a:xfrm>
              <a:off x="550862" y="1583531"/>
              <a:ext cx="1495425" cy="377825"/>
            </a:xfrm>
            <a:custGeom>
              <a:avLst/>
              <a:gdLst>
                <a:gd name="T0" fmla="*/ 555 w 557"/>
                <a:gd name="T1" fmla="*/ 113 h 141"/>
                <a:gd name="T2" fmla="*/ 554 w 557"/>
                <a:gd name="T3" fmla="*/ 109 h 141"/>
                <a:gd name="T4" fmla="*/ 513 w 557"/>
                <a:gd name="T5" fmla="*/ 23 h 141"/>
                <a:gd name="T6" fmla="*/ 490 w 557"/>
                <a:gd name="T7" fmla="*/ 0 h 141"/>
                <a:gd name="T8" fmla="*/ 69 w 557"/>
                <a:gd name="T9" fmla="*/ 0 h 141"/>
                <a:gd name="T10" fmla="*/ 46 w 557"/>
                <a:gd name="T11" fmla="*/ 23 h 141"/>
                <a:gd name="T12" fmla="*/ 4 w 557"/>
                <a:gd name="T13" fmla="*/ 109 h 141"/>
                <a:gd name="T14" fmla="*/ 0 w 557"/>
                <a:gd name="T15" fmla="*/ 121 h 141"/>
                <a:gd name="T16" fmla="*/ 22 w 557"/>
                <a:gd name="T17" fmla="*/ 141 h 141"/>
                <a:gd name="T18" fmla="*/ 535 w 557"/>
                <a:gd name="T19" fmla="*/ 141 h 141"/>
                <a:gd name="T20" fmla="*/ 557 w 557"/>
                <a:gd name="T21" fmla="*/ 121 h 141"/>
                <a:gd name="T22" fmla="*/ 555 w 557"/>
                <a:gd name="T23" fmla="*/ 113 h 141"/>
                <a:gd name="T24" fmla="*/ 327 w 557"/>
                <a:gd name="T25" fmla="*/ 128 h 141"/>
                <a:gd name="T26" fmla="*/ 230 w 557"/>
                <a:gd name="T27" fmla="*/ 128 h 141"/>
                <a:gd name="T28" fmla="*/ 225 w 557"/>
                <a:gd name="T29" fmla="*/ 123 h 141"/>
                <a:gd name="T30" fmla="*/ 230 w 557"/>
                <a:gd name="T31" fmla="*/ 118 h 141"/>
                <a:gd name="T32" fmla="*/ 327 w 557"/>
                <a:gd name="T33" fmla="*/ 118 h 141"/>
                <a:gd name="T34" fmla="*/ 332 w 557"/>
                <a:gd name="T35" fmla="*/ 123 h 141"/>
                <a:gd name="T36" fmla="*/ 327 w 557"/>
                <a:gd name="T37" fmla="*/ 128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57" h="141">
                  <a:moveTo>
                    <a:pt x="555" y="113"/>
                  </a:moveTo>
                  <a:cubicBezTo>
                    <a:pt x="555" y="112"/>
                    <a:pt x="555" y="111"/>
                    <a:pt x="554" y="109"/>
                  </a:cubicBezTo>
                  <a:cubicBezTo>
                    <a:pt x="513" y="23"/>
                    <a:pt x="513" y="23"/>
                    <a:pt x="513" y="23"/>
                  </a:cubicBezTo>
                  <a:cubicBezTo>
                    <a:pt x="506" y="9"/>
                    <a:pt x="503" y="0"/>
                    <a:pt x="490" y="0"/>
                  </a:cubicBezTo>
                  <a:cubicBezTo>
                    <a:pt x="69" y="0"/>
                    <a:pt x="69" y="0"/>
                    <a:pt x="69" y="0"/>
                  </a:cubicBezTo>
                  <a:cubicBezTo>
                    <a:pt x="56" y="0"/>
                    <a:pt x="52" y="10"/>
                    <a:pt x="46" y="23"/>
                  </a:cubicBezTo>
                  <a:cubicBezTo>
                    <a:pt x="4" y="109"/>
                    <a:pt x="4" y="109"/>
                    <a:pt x="4" y="109"/>
                  </a:cubicBezTo>
                  <a:cubicBezTo>
                    <a:pt x="1" y="112"/>
                    <a:pt x="0" y="116"/>
                    <a:pt x="0" y="121"/>
                  </a:cubicBezTo>
                  <a:cubicBezTo>
                    <a:pt x="0" y="132"/>
                    <a:pt x="10" y="141"/>
                    <a:pt x="22" y="141"/>
                  </a:cubicBezTo>
                  <a:cubicBezTo>
                    <a:pt x="535" y="141"/>
                    <a:pt x="535" y="141"/>
                    <a:pt x="535" y="141"/>
                  </a:cubicBezTo>
                  <a:cubicBezTo>
                    <a:pt x="547" y="141"/>
                    <a:pt x="557" y="132"/>
                    <a:pt x="557" y="121"/>
                  </a:cubicBezTo>
                  <a:cubicBezTo>
                    <a:pt x="557" y="118"/>
                    <a:pt x="556" y="115"/>
                    <a:pt x="555" y="113"/>
                  </a:cubicBezTo>
                  <a:close/>
                  <a:moveTo>
                    <a:pt x="327" y="128"/>
                  </a:moveTo>
                  <a:cubicBezTo>
                    <a:pt x="230" y="128"/>
                    <a:pt x="230" y="128"/>
                    <a:pt x="230" y="128"/>
                  </a:cubicBezTo>
                  <a:cubicBezTo>
                    <a:pt x="227" y="128"/>
                    <a:pt x="225" y="126"/>
                    <a:pt x="225" y="123"/>
                  </a:cubicBezTo>
                  <a:cubicBezTo>
                    <a:pt x="225" y="120"/>
                    <a:pt x="227" y="118"/>
                    <a:pt x="230" y="118"/>
                  </a:cubicBezTo>
                  <a:cubicBezTo>
                    <a:pt x="327" y="118"/>
                    <a:pt x="327" y="118"/>
                    <a:pt x="327" y="118"/>
                  </a:cubicBezTo>
                  <a:cubicBezTo>
                    <a:pt x="329" y="118"/>
                    <a:pt x="332" y="120"/>
                    <a:pt x="332" y="123"/>
                  </a:cubicBezTo>
                  <a:cubicBezTo>
                    <a:pt x="332" y="126"/>
                    <a:pt x="329" y="128"/>
                    <a:pt x="327" y="1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 name="Freeform 7"/>
            <p:cNvSpPr>
              <a:spLocks noEditPoints="1"/>
            </p:cNvSpPr>
            <p:nvPr/>
          </p:nvSpPr>
          <p:spPr bwMode="auto">
            <a:xfrm>
              <a:off x="1063625" y="842169"/>
              <a:ext cx="496888" cy="446088"/>
            </a:xfrm>
            <a:custGeom>
              <a:avLst/>
              <a:gdLst>
                <a:gd name="T0" fmla="*/ 161 w 185"/>
                <a:gd name="T1" fmla="*/ 97 h 166"/>
                <a:gd name="T2" fmla="*/ 47 w 185"/>
                <a:gd name="T3" fmla="*/ 166 h 166"/>
                <a:gd name="T4" fmla="*/ 2 w 185"/>
                <a:gd name="T5" fmla="*/ 111 h 166"/>
                <a:gd name="T6" fmla="*/ 116 w 185"/>
                <a:gd name="T7" fmla="*/ 0 h 166"/>
                <a:gd name="T8" fmla="*/ 146 w 185"/>
                <a:gd name="T9" fmla="*/ 20 h 166"/>
                <a:gd name="T10" fmla="*/ 44 w 185"/>
                <a:gd name="T11" fmla="*/ 98 h 166"/>
                <a:gd name="T12" fmla="*/ 44 w 185"/>
                <a:gd name="T13" fmla="*/ 108 h 166"/>
                <a:gd name="T14" fmla="*/ 70 w 185"/>
                <a:gd name="T15" fmla="*/ 129 h 166"/>
                <a:gd name="T16" fmla="*/ 157 w 185"/>
                <a:gd name="T17" fmla="*/ 81 h 166"/>
                <a:gd name="T18" fmla="*/ 161 w 185"/>
                <a:gd name="T19" fmla="*/ 97 h 166"/>
                <a:gd name="T20" fmla="*/ 109 w 185"/>
                <a:gd name="T21" fmla="*/ 29 h 166"/>
                <a:gd name="T22" fmla="*/ 104 w 185"/>
                <a:gd name="T23" fmla="*/ 24 h 166"/>
                <a:gd name="T24" fmla="*/ 47 w 185"/>
                <a:gd name="T25" fmla="*/ 78 h 166"/>
                <a:gd name="T26" fmla="*/ 109 w 185"/>
                <a:gd name="T27" fmla="*/ 29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5" h="166">
                  <a:moveTo>
                    <a:pt x="161" y="97"/>
                  </a:moveTo>
                  <a:cubicBezTo>
                    <a:pt x="137" y="128"/>
                    <a:pt x="89" y="166"/>
                    <a:pt x="47" y="166"/>
                  </a:cubicBezTo>
                  <a:cubicBezTo>
                    <a:pt x="17" y="166"/>
                    <a:pt x="2" y="139"/>
                    <a:pt x="2" y="111"/>
                  </a:cubicBezTo>
                  <a:cubicBezTo>
                    <a:pt x="0" y="56"/>
                    <a:pt x="61" y="0"/>
                    <a:pt x="116" y="0"/>
                  </a:cubicBezTo>
                  <a:cubicBezTo>
                    <a:pt x="129" y="0"/>
                    <a:pt x="146" y="3"/>
                    <a:pt x="146" y="20"/>
                  </a:cubicBezTo>
                  <a:cubicBezTo>
                    <a:pt x="146" y="41"/>
                    <a:pt x="125" y="72"/>
                    <a:pt x="44" y="98"/>
                  </a:cubicBezTo>
                  <a:cubicBezTo>
                    <a:pt x="44" y="108"/>
                    <a:pt x="44" y="108"/>
                    <a:pt x="44" y="108"/>
                  </a:cubicBezTo>
                  <a:cubicBezTo>
                    <a:pt x="42" y="124"/>
                    <a:pt x="56" y="129"/>
                    <a:pt x="70" y="129"/>
                  </a:cubicBezTo>
                  <a:cubicBezTo>
                    <a:pt x="100" y="129"/>
                    <a:pt x="135" y="98"/>
                    <a:pt x="157" y="81"/>
                  </a:cubicBezTo>
                  <a:cubicBezTo>
                    <a:pt x="157" y="81"/>
                    <a:pt x="185" y="65"/>
                    <a:pt x="161" y="97"/>
                  </a:cubicBezTo>
                  <a:close/>
                  <a:moveTo>
                    <a:pt x="109" y="29"/>
                  </a:moveTo>
                  <a:cubicBezTo>
                    <a:pt x="109" y="26"/>
                    <a:pt x="107" y="24"/>
                    <a:pt x="104" y="24"/>
                  </a:cubicBezTo>
                  <a:cubicBezTo>
                    <a:pt x="83" y="30"/>
                    <a:pt x="58" y="50"/>
                    <a:pt x="47" y="78"/>
                  </a:cubicBezTo>
                  <a:cubicBezTo>
                    <a:pt x="84" y="65"/>
                    <a:pt x="109" y="36"/>
                    <a:pt x="109"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 name="Freeform 8"/>
            <p:cNvSpPr>
              <a:spLocks noEditPoints="1"/>
            </p:cNvSpPr>
            <p:nvPr/>
          </p:nvSpPr>
          <p:spPr bwMode="auto">
            <a:xfrm>
              <a:off x="620712" y="596106"/>
              <a:ext cx="1355725" cy="944563"/>
            </a:xfrm>
            <a:custGeom>
              <a:avLst/>
              <a:gdLst>
                <a:gd name="T0" fmla="*/ 443 w 505"/>
                <a:gd name="T1" fmla="*/ 0 h 352"/>
                <a:gd name="T2" fmla="*/ 62 w 505"/>
                <a:gd name="T3" fmla="*/ 0 h 352"/>
                <a:gd name="T4" fmla="*/ 0 w 505"/>
                <a:gd name="T5" fmla="*/ 62 h 352"/>
                <a:gd name="T6" fmla="*/ 0 w 505"/>
                <a:gd name="T7" fmla="*/ 290 h 352"/>
                <a:gd name="T8" fmla="*/ 62 w 505"/>
                <a:gd name="T9" fmla="*/ 352 h 352"/>
                <a:gd name="T10" fmla="*/ 443 w 505"/>
                <a:gd name="T11" fmla="*/ 352 h 352"/>
                <a:gd name="T12" fmla="*/ 505 w 505"/>
                <a:gd name="T13" fmla="*/ 290 h 352"/>
                <a:gd name="T14" fmla="*/ 505 w 505"/>
                <a:gd name="T15" fmla="*/ 62 h 352"/>
                <a:gd name="T16" fmla="*/ 443 w 505"/>
                <a:gd name="T17" fmla="*/ 0 h 352"/>
                <a:gd name="T18" fmla="*/ 382 w 505"/>
                <a:gd name="T19" fmla="*/ 339 h 352"/>
                <a:gd name="T20" fmla="*/ 332 w 505"/>
                <a:gd name="T21" fmla="*/ 339 h 352"/>
                <a:gd name="T22" fmla="*/ 326 w 505"/>
                <a:gd name="T23" fmla="*/ 333 h 352"/>
                <a:gd name="T24" fmla="*/ 332 w 505"/>
                <a:gd name="T25" fmla="*/ 327 h 352"/>
                <a:gd name="T26" fmla="*/ 382 w 505"/>
                <a:gd name="T27" fmla="*/ 327 h 352"/>
                <a:gd name="T28" fmla="*/ 389 w 505"/>
                <a:gd name="T29" fmla="*/ 333 h 352"/>
                <a:gd name="T30" fmla="*/ 382 w 505"/>
                <a:gd name="T31" fmla="*/ 339 h 352"/>
                <a:gd name="T32" fmla="*/ 403 w 505"/>
                <a:gd name="T33" fmla="*/ 339 h 352"/>
                <a:gd name="T34" fmla="*/ 397 w 505"/>
                <a:gd name="T35" fmla="*/ 333 h 352"/>
                <a:gd name="T36" fmla="*/ 403 w 505"/>
                <a:gd name="T37" fmla="*/ 326 h 352"/>
                <a:gd name="T38" fmla="*/ 410 w 505"/>
                <a:gd name="T39" fmla="*/ 333 h 352"/>
                <a:gd name="T40" fmla="*/ 403 w 505"/>
                <a:gd name="T41" fmla="*/ 339 h 352"/>
                <a:gd name="T42" fmla="*/ 469 w 505"/>
                <a:gd name="T43" fmla="*/ 290 h 352"/>
                <a:gd name="T44" fmla="*/ 443 w 505"/>
                <a:gd name="T45" fmla="*/ 316 h 352"/>
                <a:gd name="T46" fmla="*/ 62 w 505"/>
                <a:gd name="T47" fmla="*/ 316 h 352"/>
                <a:gd name="T48" fmla="*/ 36 w 505"/>
                <a:gd name="T49" fmla="*/ 290 h 352"/>
                <a:gd name="T50" fmla="*/ 36 w 505"/>
                <a:gd name="T51" fmla="*/ 62 h 352"/>
                <a:gd name="T52" fmla="*/ 62 w 505"/>
                <a:gd name="T53" fmla="*/ 36 h 352"/>
                <a:gd name="T54" fmla="*/ 443 w 505"/>
                <a:gd name="T55" fmla="*/ 36 h 352"/>
                <a:gd name="T56" fmla="*/ 469 w 505"/>
                <a:gd name="T57" fmla="*/ 62 h 352"/>
                <a:gd name="T58" fmla="*/ 469 w 505"/>
                <a:gd name="T59" fmla="*/ 290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05" h="352">
                  <a:moveTo>
                    <a:pt x="443" y="0"/>
                  </a:moveTo>
                  <a:cubicBezTo>
                    <a:pt x="62" y="0"/>
                    <a:pt x="62" y="0"/>
                    <a:pt x="62" y="0"/>
                  </a:cubicBezTo>
                  <a:cubicBezTo>
                    <a:pt x="28" y="0"/>
                    <a:pt x="0" y="28"/>
                    <a:pt x="0" y="62"/>
                  </a:cubicBezTo>
                  <a:cubicBezTo>
                    <a:pt x="0" y="290"/>
                    <a:pt x="0" y="290"/>
                    <a:pt x="0" y="290"/>
                  </a:cubicBezTo>
                  <a:cubicBezTo>
                    <a:pt x="0" y="324"/>
                    <a:pt x="28" y="352"/>
                    <a:pt x="62" y="352"/>
                  </a:cubicBezTo>
                  <a:cubicBezTo>
                    <a:pt x="443" y="352"/>
                    <a:pt x="443" y="352"/>
                    <a:pt x="443" y="352"/>
                  </a:cubicBezTo>
                  <a:cubicBezTo>
                    <a:pt x="477" y="352"/>
                    <a:pt x="505" y="324"/>
                    <a:pt x="505" y="290"/>
                  </a:cubicBezTo>
                  <a:cubicBezTo>
                    <a:pt x="505" y="62"/>
                    <a:pt x="505" y="62"/>
                    <a:pt x="505" y="62"/>
                  </a:cubicBezTo>
                  <a:cubicBezTo>
                    <a:pt x="505" y="28"/>
                    <a:pt x="477" y="0"/>
                    <a:pt x="443" y="0"/>
                  </a:cubicBezTo>
                  <a:close/>
                  <a:moveTo>
                    <a:pt x="382" y="339"/>
                  </a:moveTo>
                  <a:cubicBezTo>
                    <a:pt x="332" y="339"/>
                    <a:pt x="332" y="339"/>
                    <a:pt x="332" y="339"/>
                  </a:cubicBezTo>
                  <a:cubicBezTo>
                    <a:pt x="329" y="339"/>
                    <a:pt x="326" y="336"/>
                    <a:pt x="326" y="333"/>
                  </a:cubicBezTo>
                  <a:cubicBezTo>
                    <a:pt x="326" y="329"/>
                    <a:pt x="329" y="327"/>
                    <a:pt x="332" y="327"/>
                  </a:cubicBezTo>
                  <a:cubicBezTo>
                    <a:pt x="382" y="327"/>
                    <a:pt x="382" y="327"/>
                    <a:pt x="382" y="327"/>
                  </a:cubicBezTo>
                  <a:cubicBezTo>
                    <a:pt x="386" y="327"/>
                    <a:pt x="389" y="329"/>
                    <a:pt x="389" y="333"/>
                  </a:cubicBezTo>
                  <a:cubicBezTo>
                    <a:pt x="389" y="336"/>
                    <a:pt x="386" y="339"/>
                    <a:pt x="382" y="339"/>
                  </a:cubicBezTo>
                  <a:close/>
                  <a:moveTo>
                    <a:pt x="403" y="339"/>
                  </a:moveTo>
                  <a:cubicBezTo>
                    <a:pt x="400" y="339"/>
                    <a:pt x="397" y="337"/>
                    <a:pt x="397" y="333"/>
                  </a:cubicBezTo>
                  <a:cubicBezTo>
                    <a:pt x="397" y="329"/>
                    <a:pt x="400" y="326"/>
                    <a:pt x="403" y="326"/>
                  </a:cubicBezTo>
                  <a:cubicBezTo>
                    <a:pt x="407" y="326"/>
                    <a:pt x="410" y="329"/>
                    <a:pt x="410" y="333"/>
                  </a:cubicBezTo>
                  <a:cubicBezTo>
                    <a:pt x="410" y="337"/>
                    <a:pt x="407" y="339"/>
                    <a:pt x="403" y="339"/>
                  </a:cubicBezTo>
                  <a:close/>
                  <a:moveTo>
                    <a:pt x="469" y="290"/>
                  </a:moveTo>
                  <a:cubicBezTo>
                    <a:pt x="469" y="304"/>
                    <a:pt x="457" y="316"/>
                    <a:pt x="443" y="316"/>
                  </a:cubicBezTo>
                  <a:cubicBezTo>
                    <a:pt x="62" y="316"/>
                    <a:pt x="62" y="316"/>
                    <a:pt x="62" y="316"/>
                  </a:cubicBezTo>
                  <a:cubicBezTo>
                    <a:pt x="48" y="316"/>
                    <a:pt x="36" y="304"/>
                    <a:pt x="36" y="290"/>
                  </a:cubicBezTo>
                  <a:cubicBezTo>
                    <a:pt x="36" y="62"/>
                    <a:pt x="36" y="62"/>
                    <a:pt x="36" y="62"/>
                  </a:cubicBezTo>
                  <a:cubicBezTo>
                    <a:pt x="36" y="48"/>
                    <a:pt x="48" y="36"/>
                    <a:pt x="62" y="36"/>
                  </a:cubicBezTo>
                  <a:cubicBezTo>
                    <a:pt x="443" y="36"/>
                    <a:pt x="443" y="36"/>
                    <a:pt x="443" y="36"/>
                  </a:cubicBezTo>
                  <a:cubicBezTo>
                    <a:pt x="457" y="36"/>
                    <a:pt x="469" y="48"/>
                    <a:pt x="469" y="62"/>
                  </a:cubicBezTo>
                  <a:lnTo>
                    <a:pt x="469" y="2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96" name="组合 395"/>
          <p:cNvGrpSpPr/>
          <p:nvPr/>
        </p:nvGrpSpPr>
        <p:grpSpPr>
          <a:xfrm>
            <a:off x="9308850" y="135906"/>
            <a:ext cx="235031" cy="334871"/>
            <a:chOff x="3173412" y="596106"/>
            <a:chExt cx="960438" cy="1368425"/>
          </a:xfrm>
          <a:solidFill>
            <a:srgbClr val="707E84"/>
          </a:solidFill>
        </p:grpSpPr>
        <p:sp>
          <p:nvSpPr>
            <p:cNvPr id="397" name="Freeform 9"/>
            <p:cNvSpPr>
              <a:spLocks/>
            </p:cNvSpPr>
            <p:nvPr/>
          </p:nvSpPr>
          <p:spPr bwMode="auto">
            <a:xfrm>
              <a:off x="3586162" y="1178719"/>
              <a:ext cx="193675" cy="214313"/>
            </a:xfrm>
            <a:custGeom>
              <a:avLst/>
              <a:gdLst>
                <a:gd name="T0" fmla="*/ 61 w 72"/>
                <a:gd name="T1" fmla="*/ 23 h 80"/>
                <a:gd name="T2" fmla="*/ 22 w 72"/>
                <a:gd name="T3" fmla="*/ 6 h 80"/>
                <a:gd name="T4" fmla="*/ 22 w 72"/>
                <a:gd name="T5" fmla="*/ 6 h 80"/>
                <a:gd name="T6" fmla="*/ 6 w 72"/>
                <a:gd name="T7" fmla="*/ 45 h 80"/>
                <a:gd name="T8" fmla="*/ 11 w 72"/>
                <a:gd name="T9" fmla="*/ 58 h 80"/>
                <a:gd name="T10" fmla="*/ 50 w 72"/>
                <a:gd name="T11" fmla="*/ 74 h 80"/>
                <a:gd name="T12" fmla="*/ 50 w 72"/>
                <a:gd name="T13" fmla="*/ 74 h 80"/>
                <a:gd name="T14" fmla="*/ 66 w 72"/>
                <a:gd name="T15" fmla="*/ 35 h 80"/>
                <a:gd name="T16" fmla="*/ 61 w 72"/>
                <a:gd name="T17" fmla="*/ 23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80">
                  <a:moveTo>
                    <a:pt x="61" y="23"/>
                  </a:moveTo>
                  <a:cubicBezTo>
                    <a:pt x="54" y="7"/>
                    <a:pt x="37" y="0"/>
                    <a:pt x="22" y="6"/>
                  </a:cubicBezTo>
                  <a:cubicBezTo>
                    <a:pt x="22" y="6"/>
                    <a:pt x="22" y="6"/>
                    <a:pt x="22" y="6"/>
                  </a:cubicBezTo>
                  <a:cubicBezTo>
                    <a:pt x="7" y="13"/>
                    <a:pt x="0" y="30"/>
                    <a:pt x="6" y="45"/>
                  </a:cubicBezTo>
                  <a:cubicBezTo>
                    <a:pt x="11" y="58"/>
                    <a:pt x="11" y="58"/>
                    <a:pt x="11" y="58"/>
                  </a:cubicBezTo>
                  <a:cubicBezTo>
                    <a:pt x="17" y="73"/>
                    <a:pt x="35" y="80"/>
                    <a:pt x="50" y="74"/>
                  </a:cubicBezTo>
                  <a:cubicBezTo>
                    <a:pt x="50" y="74"/>
                    <a:pt x="50" y="74"/>
                    <a:pt x="50" y="74"/>
                  </a:cubicBezTo>
                  <a:cubicBezTo>
                    <a:pt x="65" y="68"/>
                    <a:pt x="72" y="50"/>
                    <a:pt x="66" y="35"/>
                  </a:cubicBezTo>
                  <a:lnTo>
                    <a:pt x="61"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 name="Freeform 10"/>
            <p:cNvSpPr>
              <a:spLocks/>
            </p:cNvSpPr>
            <p:nvPr/>
          </p:nvSpPr>
          <p:spPr bwMode="auto">
            <a:xfrm>
              <a:off x="3173412" y="640556"/>
              <a:ext cx="866775" cy="838200"/>
            </a:xfrm>
            <a:custGeom>
              <a:avLst/>
              <a:gdLst>
                <a:gd name="T0" fmla="*/ 323 w 323"/>
                <a:gd name="T1" fmla="*/ 208 h 312"/>
                <a:gd name="T2" fmla="*/ 321 w 323"/>
                <a:gd name="T3" fmla="*/ 208 h 312"/>
                <a:gd name="T4" fmla="*/ 223 w 323"/>
                <a:gd name="T5" fmla="*/ 216 h 312"/>
                <a:gd name="T6" fmla="*/ 172 w 323"/>
                <a:gd name="T7" fmla="*/ 198 h 312"/>
                <a:gd name="T8" fmla="*/ 150 w 323"/>
                <a:gd name="T9" fmla="*/ 247 h 312"/>
                <a:gd name="T10" fmla="*/ 74 w 323"/>
                <a:gd name="T11" fmla="*/ 309 h 312"/>
                <a:gd name="T12" fmla="*/ 73 w 323"/>
                <a:gd name="T13" fmla="*/ 312 h 312"/>
                <a:gd name="T14" fmla="*/ 67 w 323"/>
                <a:gd name="T15" fmla="*/ 299 h 312"/>
                <a:gd name="T16" fmla="*/ 28 w 323"/>
                <a:gd name="T17" fmla="*/ 207 h 312"/>
                <a:gd name="T18" fmla="*/ 102 w 323"/>
                <a:gd name="T19" fmla="*/ 28 h 312"/>
                <a:gd name="T20" fmla="*/ 280 w 323"/>
                <a:gd name="T21" fmla="*/ 102 h 312"/>
                <a:gd name="T22" fmla="*/ 319 w 323"/>
                <a:gd name="T23" fmla="*/ 195 h 312"/>
                <a:gd name="T24" fmla="*/ 323 w 323"/>
                <a:gd name="T25" fmla="*/ 208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312">
                  <a:moveTo>
                    <a:pt x="323" y="208"/>
                  </a:moveTo>
                  <a:cubicBezTo>
                    <a:pt x="322" y="208"/>
                    <a:pt x="322" y="208"/>
                    <a:pt x="321" y="208"/>
                  </a:cubicBezTo>
                  <a:cubicBezTo>
                    <a:pt x="292" y="204"/>
                    <a:pt x="258" y="207"/>
                    <a:pt x="223" y="216"/>
                  </a:cubicBezTo>
                  <a:cubicBezTo>
                    <a:pt x="214" y="198"/>
                    <a:pt x="192" y="190"/>
                    <a:pt x="172" y="198"/>
                  </a:cubicBezTo>
                  <a:cubicBezTo>
                    <a:pt x="153" y="206"/>
                    <a:pt x="143" y="227"/>
                    <a:pt x="150" y="247"/>
                  </a:cubicBezTo>
                  <a:cubicBezTo>
                    <a:pt x="118" y="265"/>
                    <a:pt x="92" y="286"/>
                    <a:pt x="74" y="309"/>
                  </a:cubicBezTo>
                  <a:cubicBezTo>
                    <a:pt x="74" y="310"/>
                    <a:pt x="73" y="311"/>
                    <a:pt x="73" y="312"/>
                  </a:cubicBezTo>
                  <a:cubicBezTo>
                    <a:pt x="70" y="308"/>
                    <a:pt x="68" y="303"/>
                    <a:pt x="67" y="299"/>
                  </a:cubicBezTo>
                  <a:cubicBezTo>
                    <a:pt x="28" y="207"/>
                    <a:pt x="28" y="207"/>
                    <a:pt x="28" y="207"/>
                  </a:cubicBezTo>
                  <a:cubicBezTo>
                    <a:pt x="0" y="137"/>
                    <a:pt x="33" y="57"/>
                    <a:pt x="102" y="28"/>
                  </a:cubicBezTo>
                  <a:cubicBezTo>
                    <a:pt x="172" y="0"/>
                    <a:pt x="252" y="33"/>
                    <a:pt x="280" y="102"/>
                  </a:cubicBezTo>
                  <a:cubicBezTo>
                    <a:pt x="319" y="195"/>
                    <a:pt x="319" y="195"/>
                    <a:pt x="319" y="195"/>
                  </a:cubicBezTo>
                  <a:cubicBezTo>
                    <a:pt x="320" y="199"/>
                    <a:pt x="322" y="204"/>
                    <a:pt x="323" y="2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 name="Freeform 11"/>
            <p:cNvSpPr>
              <a:spLocks/>
            </p:cNvSpPr>
            <p:nvPr/>
          </p:nvSpPr>
          <p:spPr bwMode="auto">
            <a:xfrm>
              <a:off x="3752850" y="1234281"/>
              <a:ext cx="325438" cy="400050"/>
            </a:xfrm>
            <a:custGeom>
              <a:avLst/>
              <a:gdLst>
                <a:gd name="T0" fmla="*/ 14 w 121"/>
                <a:gd name="T1" fmla="*/ 12 h 149"/>
                <a:gd name="T2" fmla="*/ 14 w 121"/>
                <a:gd name="T3" fmla="*/ 11 h 149"/>
                <a:gd name="T4" fmla="*/ 103 w 121"/>
                <a:gd name="T5" fmla="*/ 3 h 149"/>
                <a:gd name="T6" fmla="*/ 111 w 121"/>
                <a:gd name="T7" fmla="*/ 4 h 149"/>
                <a:gd name="T8" fmla="*/ 36 w 121"/>
                <a:gd name="T9" fmla="*/ 149 h 149"/>
                <a:gd name="T10" fmla="*/ 0 w 121"/>
                <a:gd name="T11" fmla="*/ 60 h 149"/>
                <a:gd name="T12" fmla="*/ 14 w 121"/>
                <a:gd name="T13" fmla="*/ 12 h 149"/>
              </a:gdLst>
              <a:ahLst/>
              <a:cxnLst>
                <a:cxn ang="0">
                  <a:pos x="T0" y="T1"/>
                </a:cxn>
                <a:cxn ang="0">
                  <a:pos x="T2" y="T3"/>
                </a:cxn>
                <a:cxn ang="0">
                  <a:pos x="T4" y="T5"/>
                </a:cxn>
                <a:cxn ang="0">
                  <a:pos x="T6" y="T7"/>
                </a:cxn>
                <a:cxn ang="0">
                  <a:pos x="T8" y="T9"/>
                </a:cxn>
                <a:cxn ang="0">
                  <a:pos x="T10" y="T11"/>
                </a:cxn>
                <a:cxn ang="0">
                  <a:pos x="T12" y="T13"/>
                </a:cxn>
              </a:cxnLst>
              <a:rect l="0" t="0" r="r" b="b"/>
              <a:pathLst>
                <a:path w="121" h="149">
                  <a:moveTo>
                    <a:pt x="14" y="12"/>
                  </a:moveTo>
                  <a:cubicBezTo>
                    <a:pt x="14" y="11"/>
                    <a:pt x="14" y="11"/>
                    <a:pt x="14" y="11"/>
                  </a:cubicBezTo>
                  <a:cubicBezTo>
                    <a:pt x="46" y="2"/>
                    <a:pt x="77" y="0"/>
                    <a:pt x="103" y="3"/>
                  </a:cubicBezTo>
                  <a:cubicBezTo>
                    <a:pt x="106" y="3"/>
                    <a:pt x="108" y="4"/>
                    <a:pt x="111" y="4"/>
                  </a:cubicBezTo>
                  <a:cubicBezTo>
                    <a:pt x="121" y="63"/>
                    <a:pt x="91" y="122"/>
                    <a:pt x="36" y="149"/>
                  </a:cubicBezTo>
                  <a:cubicBezTo>
                    <a:pt x="0" y="60"/>
                    <a:pt x="0" y="60"/>
                    <a:pt x="0" y="60"/>
                  </a:cubicBezTo>
                  <a:cubicBezTo>
                    <a:pt x="15" y="50"/>
                    <a:pt x="22" y="30"/>
                    <a:pt x="1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 name="Freeform 12"/>
            <p:cNvSpPr>
              <a:spLocks/>
            </p:cNvSpPr>
            <p:nvPr/>
          </p:nvSpPr>
          <p:spPr bwMode="auto">
            <a:xfrm>
              <a:off x="3392487" y="1343819"/>
              <a:ext cx="417513" cy="360363"/>
            </a:xfrm>
            <a:custGeom>
              <a:avLst/>
              <a:gdLst>
                <a:gd name="T0" fmla="*/ 74 w 155"/>
                <a:gd name="T1" fmla="*/ 0 h 134"/>
                <a:gd name="T2" fmla="*/ 74 w 155"/>
                <a:gd name="T3" fmla="*/ 2 h 134"/>
                <a:gd name="T4" fmla="*/ 119 w 155"/>
                <a:gd name="T5" fmla="*/ 26 h 134"/>
                <a:gd name="T6" fmla="*/ 155 w 155"/>
                <a:gd name="T7" fmla="*/ 114 h 134"/>
                <a:gd name="T8" fmla="*/ 0 w 155"/>
                <a:gd name="T9" fmla="*/ 65 h 134"/>
                <a:gd name="T10" fmla="*/ 5 w 155"/>
                <a:gd name="T11" fmla="*/ 58 h 134"/>
                <a:gd name="T12" fmla="*/ 74 w 155"/>
                <a:gd name="T13" fmla="*/ 0 h 134"/>
              </a:gdLst>
              <a:ahLst/>
              <a:cxnLst>
                <a:cxn ang="0">
                  <a:pos x="T0" y="T1"/>
                </a:cxn>
                <a:cxn ang="0">
                  <a:pos x="T2" y="T3"/>
                </a:cxn>
                <a:cxn ang="0">
                  <a:pos x="T4" y="T5"/>
                </a:cxn>
                <a:cxn ang="0">
                  <a:pos x="T6" y="T7"/>
                </a:cxn>
                <a:cxn ang="0">
                  <a:pos x="T8" y="T9"/>
                </a:cxn>
                <a:cxn ang="0">
                  <a:pos x="T10" y="T11"/>
                </a:cxn>
                <a:cxn ang="0">
                  <a:pos x="T12" y="T13"/>
                </a:cxn>
              </a:cxnLst>
              <a:rect l="0" t="0" r="r" b="b"/>
              <a:pathLst>
                <a:path w="155" h="134">
                  <a:moveTo>
                    <a:pt x="74" y="0"/>
                  </a:moveTo>
                  <a:cubicBezTo>
                    <a:pt x="74" y="2"/>
                    <a:pt x="74" y="2"/>
                    <a:pt x="74" y="2"/>
                  </a:cubicBezTo>
                  <a:cubicBezTo>
                    <a:pt x="82" y="19"/>
                    <a:pt x="100" y="29"/>
                    <a:pt x="119" y="26"/>
                  </a:cubicBezTo>
                  <a:cubicBezTo>
                    <a:pt x="155" y="114"/>
                    <a:pt x="155" y="114"/>
                    <a:pt x="155" y="114"/>
                  </a:cubicBezTo>
                  <a:cubicBezTo>
                    <a:pt x="97" y="134"/>
                    <a:pt x="35" y="113"/>
                    <a:pt x="0" y="65"/>
                  </a:cubicBezTo>
                  <a:cubicBezTo>
                    <a:pt x="2" y="62"/>
                    <a:pt x="3" y="60"/>
                    <a:pt x="5" y="58"/>
                  </a:cubicBezTo>
                  <a:cubicBezTo>
                    <a:pt x="21" y="37"/>
                    <a:pt x="45" y="17"/>
                    <a:pt x="7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 name="Freeform 13"/>
            <p:cNvSpPr>
              <a:spLocks/>
            </p:cNvSpPr>
            <p:nvPr/>
          </p:nvSpPr>
          <p:spPr bwMode="auto">
            <a:xfrm>
              <a:off x="3178175" y="1647031"/>
              <a:ext cx="784225" cy="317500"/>
            </a:xfrm>
            <a:custGeom>
              <a:avLst/>
              <a:gdLst>
                <a:gd name="T0" fmla="*/ 21 w 292"/>
                <a:gd name="T1" fmla="*/ 106 h 118"/>
                <a:gd name="T2" fmla="*/ 28 w 292"/>
                <a:gd name="T3" fmla="*/ 90 h 118"/>
                <a:gd name="T4" fmla="*/ 28 w 292"/>
                <a:gd name="T5" fmla="*/ 90 h 118"/>
                <a:gd name="T6" fmla="*/ 24 w 292"/>
                <a:gd name="T7" fmla="*/ 66 h 118"/>
                <a:gd name="T8" fmla="*/ 24 w 292"/>
                <a:gd name="T9" fmla="*/ 66 h 118"/>
                <a:gd name="T10" fmla="*/ 77 w 292"/>
                <a:gd name="T11" fmla="*/ 25 h 118"/>
                <a:gd name="T12" fmla="*/ 77 w 292"/>
                <a:gd name="T13" fmla="*/ 25 h 118"/>
                <a:gd name="T14" fmla="*/ 140 w 292"/>
                <a:gd name="T15" fmla="*/ 54 h 118"/>
                <a:gd name="T16" fmla="*/ 140 w 292"/>
                <a:gd name="T17" fmla="*/ 54 h 118"/>
                <a:gd name="T18" fmla="*/ 189 w 292"/>
                <a:gd name="T19" fmla="*/ 94 h 118"/>
                <a:gd name="T20" fmla="*/ 189 w 292"/>
                <a:gd name="T21" fmla="*/ 94 h 118"/>
                <a:gd name="T22" fmla="*/ 240 w 292"/>
                <a:gd name="T23" fmla="*/ 117 h 118"/>
                <a:gd name="T24" fmla="*/ 240 w 292"/>
                <a:gd name="T25" fmla="*/ 117 h 118"/>
                <a:gd name="T26" fmla="*/ 278 w 292"/>
                <a:gd name="T27" fmla="*/ 100 h 118"/>
                <a:gd name="T28" fmla="*/ 278 w 292"/>
                <a:gd name="T29" fmla="*/ 100 h 118"/>
                <a:gd name="T30" fmla="*/ 292 w 292"/>
                <a:gd name="T31" fmla="*/ 69 h 118"/>
                <a:gd name="T32" fmla="*/ 292 w 292"/>
                <a:gd name="T33" fmla="*/ 69 h 118"/>
                <a:gd name="T34" fmla="*/ 279 w 292"/>
                <a:gd name="T35" fmla="*/ 29 h 118"/>
                <a:gd name="T36" fmla="*/ 279 w 292"/>
                <a:gd name="T37" fmla="*/ 29 h 118"/>
                <a:gd name="T38" fmla="*/ 265 w 292"/>
                <a:gd name="T39" fmla="*/ 13 h 118"/>
                <a:gd name="T40" fmla="*/ 265 w 292"/>
                <a:gd name="T41" fmla="*/ 13 h 118"/>
                <a:gd name="T42" fmla="*/ 248 w 292"/>
                <a:gd name="T43" fmla="*/ 14 h 118"/>
                <a:gd name="T44" fmla="*/ 248 w 292"/>
                <a:gd name="T45" fmla="*/ 14 h 118"/>
                <a:gd name="T46" fmla="*/ 249 w 292"/>
                <a:gd name="T47" fmla="*/ 31 h 118"/>
                <a:gd name="T48" fmla="*/ 249 w 292"/>
                <a:gd name="T49" fmla="*/ 31 h 118"/>
                <a:gd name="T50" fmla="*/ 249 w 292"/>
                <a:gd name="T51" fmla="*/ 32 h 118"/>
                <a:gd name="T52" fmla="*/ 249 w 292"/>
                <a:gd name="T53" fmla="*/ 32 h 118"/>
                <a:gd name="T54" fmla="*/ 252 w 292"/>
                <a:gd name="T55" fmla="*/ 34 h 118"/>
                <a:gd name="T56" fmla="*/ 252 w 292"/>
                <a:gd name="T57" fmla="*/ 34 h 118"/>
                <a:gd name="T58" fmla="*/ 259 w 292"/>
                <a:gd name="T59" fmla="*/ 43 h 118"/>
                <a:gd name="T60" fmla="*/ 259 w 292"/>
                <a:gd name="T61" fmla="*/ 43 h 118"/>
                <a:gd name="T62" fmla="*/ 267 w 292"/>
                <a:gd name="T63" fmla="*/ 67 h 118"/>
                <a:gd name="T64" fmla="*/ 267 w 292"/>
                <a:gd name="T65" fmla="*/ 67 h 118"/>
                <a:gd name="T66" fmla="*/ 260 w 292"/>
                <a:gd name="T67" fmla="*/ 84 h 118"/>
                <a:gd name="T68" fmla="*/ 260 w 292"/>
                <a:gd name="T69" fmla="*/ 84 h 118"/>
                <a:gd name="T70" fmla="*/ 241 w 292"/>
                <a:gd name="T71" fmla="*/ 92 h 118"/>
                <a:gd name="T72" fmla="*/ 241 w 292"/>
                <a:gd name="T73" fmla="*/ 92 h 118"/>
                <a:gd name="T74" fmla="*/ 203 w 292"/>
                <a:gd name="T75" fmla="*/ 74 h 118"/>
                <a:gd name="T76" fmla="*/ 203 w 292"/>
                <a:gd name="T77" fmla="*/ 74 h 118"/>
                <a:gd name="T78" fmla="*/ 156 w 292"/>
                <a:gd name="T79" fmla="*/ 35 h 118"/>
                <a:gd name="T80" fmla="*/ 156 w 292"/>
                <a:gd name="T81" fmla="*/ 35 h 118"/>
                <a:gd name="T82" fmla="*/ 78 w 292"/>
                <a:gd name="T83" fmla="*/ 1 h 118"/>
                <a:gd name="T84" fmla="*/ 78 w 292"/>
                <a:gd name="T85" fmla="*/ 1 h 118"/>
                <a:gd name="T86" fmla="*/ 24 w 292"/>
                <a:gd name="T87" fmla="*/ 17 h 118"/>
                <a:gd name="T88" fmla="*/ 24 w 292"/>
                <a:gd name="T89" fmla="*/ 17 h 118"/>
                <a:gd name="T90" fmla="*/ 0 w 292"/>
                <a:gd name="T91" fmla="*/ 65 h 118"/>
                <a:gd name="T92" fmla="*/ 0 w 292"/>
                <a:gd name="T93" fmla="*/ 65 h 118"/>
                <a:gd name="T94" fmla="*/ 5 w 292"/>
                <a:gd name="T95" fmla="*/ 99 h 118"/>
                <a:gd name="T96" fmla="*/ 5 w 292"/>
                <a:gd name="T97" fmla="*/ 99 h 118"/>
                <a:gd name="T98" fmla="*/ 16 w 292"/>
                <a:gd name="T99" fmla="*/ 107 h 118"/>
                <a:gd name="T100" fmla="*/ 16 w 292"/>
                <a:gd name="T101" fmla="*/ 107 h 118"/>
                <a:gd name="T102" fmla="*/ 21 w 292"/>
                <a:gd name="T103" fmla="*/ 10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92" h="118">
                  <a:moveTo>
                    <a:pt x="21" y="106"/>
                  </a:moveTo>
                  <a:cubicBezTo>
                    <a:pt x="27" y="104"/>
                    <a:pt x="31" y="97"/>
                    <a:pt x="28" y="90"/>
                  </a:cubicBezTo>
                  <a:cubicBezTo>
                    <a:pt x="28" y="90"/>
                    <a:pt x="28" y="90"/>
                    <a:pt x="28" y="90"/>
                  </a:cubicBezTo>
                  <a:cubicBezTo>
                    <a:pt x="25" y="81"/>
                    <a:pt x="24" y="73"/>
                    <a:pt x="24" y="66"/>
                  </a:cubicBezTo>
                  <a:cubicBezTo>
                    <a:pt x="24" y="66"/>
                    <a:pt x="24" y="66"/>
                    <a:pt x="24" y="66"/>
                  </a:cubicBezTo>
                  <a:cubicBezTo>
                    <a:pt x="26" y="41"/>
                    <a:pt x="46" y="24"/>
                    <a:pt x="77" y="25"/>
                  </a:cubicBezTo>
                  <a:cubicBezTo>
                    <a:pt x="77" y="25"/>
                    <a:pt x="77" y="25"/>
                    <a:pt x="77" y="25"/>
                  </a:cubicBezTo>
                  <a:cubicBezTo>
                    <a:pt x="95" y="26"/>
                    <a:pt x="117" y="34"/>
                    <a:pt x="140" y="54"/>
                  </a:cubicBezTo>
                  <a:cubicBezTo>
                    <a:pt x="140" y="54"/>
                    <a:pt x="140" y="54"/>
                    <a:pt x="140" y="54"/>
                  </a:cubicBezTo>
                  <a:cubicBezTo>
                    <a:pt x="155" y="67"/>
                    <a:pt x="172" y="82"/>
                    <a:pt x="189" y="94"/>
                  </a:cubicBezTo>
                  <a:cubicBezTo>
                    <a:pt x="189" y="94"/>
                    <a:pt x="189" y="94"/>
                    <a:pt x="189" y="94"/>
                  </a:cubicBezTo>
                  <a:cubicBezTo>
                    <a:pt x="205" y="106"/>
                    <a:pt x="222" y="116"/>
                    <a:pt x="240" y="117"/>
                  </a:cubicBezTo>
                  <a:cubicBezTo>
                    <a:pt x="240" y="117"/>
                    <a:pt x="240" y="117"/>
                    <a:pt x="240" y="117"/>
                  </a:cubicBezTo>
                  <a:cubicBezTo>
                    <a:pt x="254" y="118"/>
                    <a:pt x="268" y="112"/>
                    <a:pt x="278" y="100"/>
                  </a:cubicBezTo>
                  <a:cubicBezTo>
                    <a:pt x="278" y="100"/>
                    <a:pt x="278" y="100"/>
                    <a:pt x="278" y="100"/>
                  </a:cubicBezTo>
                  <a:cubicBezTo>
                    <a:pt x="287" y="90"/>
                    <a:pt x="291" y="79"/>
                    <a:pt x="292" y="69"/>
                  </a:cubicBezTo>
                  <a:cubicBezTo>
                    <a:pt x="292" y="69"/>
                    <a:pt x="292" y="69"/>
                    <a:pt x="292" y="69"/>
                  </a:cubicBezTo>
                  <a:cubicBezTo>
                    <a:pt x="292" y="52"/>
                    <a:pt x="285" y="39"/>
                    <a:pt x="279" y="29"/>
                  </a:cubicBezTo>
                  <a:cubicBezTo>
                    <a:pt x="279" y="29"/>
                    <a:pt x="279" y="29"/>
                    <a:pt x="279" y="29"/>
                  </a:cubicBezTo>
                  <a:cubicBezTo>
                    <a:pt x="272" y="19"/>
                    <a:pt x="265" y="13"/>
                    <a:pt x="265" y="13"/>
                  </a:cubicBezTo>
                  <a:cubicBezTo>
                    <a:pt x="265" y="13"/>
                    <a:pt x="265" y="13"/>
                    <a:pt x="265" y="13"/>
                  </a:cubicBezTo>
                  <a:cubicBezTo>
                    <a:pt x="260" y="9"/>
                    <a:pt x="252" y="9"/>
                    <a:pt x="248" y="14"/>
                  </a:cubicBezTo>
                  <a:cubicBezTo>
                    <a:pt x="248" y="14"/>
                    <a:pt x="248" y="14"/>
                    <a:pt x="248" y="14"/>
                  </a:cubicBezTo>
                  <a:cubicBezTo>
                    <a:pt x="243" y="19"/>
                    <a:pt x="244" y="27"/>
                    <a:pt x="249" y="31"/>
                  </a:cubicBezTo>
                  <a:cubicBezTo>
                    <a:pt x="249" y="31"/>
                    <a:pt x="249" y="31"/>
                    <a:pt x="249" y="31"/>
                  </a:cubicBezTo>
                  <a:cubicBezTo>
                    <a:pt x="249" y="31"/>
                    <a:pt x="249" y="31"/>
                    <a:pt x="249" y="32"/>
                  </a:cubicBezTo>
                  <a:cubicBezTo>
                    <a:pt x="249" y="32"/>
                    <a:pt x="249" y="32"/>
                    <a:pt x="249" y="32"/>
                  </a:cubicBezTo>
                  <a:cubicBezTo>
                    <a:pt x="250" y="32"/>
                    <a:pt x="251" y="33"/>
                    <a:pt x="252" y="34"/>
                  </a:cubicBezTo>
                  <a:cubicBezTo>
                    <a:pt x="252" y="34"/>
                    <a:pt x="252" y="34"/>
                    <a:pt x="252" y="34"/>
                  </a:cubicBezTo>
                  <a:cubicBezTo>
                    <a:pt x="253" y="36"/>
                    <a:pt x="256" y="39"/>
                    <a:pt x="259" y="43"/>
                  </a:cubicBezTo>
                  <a:cubicBezTo>
                    <a:pt x="259" y="43"/>
                    <a:pt x="259" y="43"/>
                    <a:pt x="259" y="43"/>
                  </a:cubicBezTo>
                  <a:cubicBezTo>
                    <a:pt x="264" y="50"/>
                    <a:pt x="268" y="59"/>
                    <a:pt x="267" y="67"/>
                  </a:cubicBezTo>
                  <a:cubicBezTo>
                    <a:pt x="267" y="67"/>
                    <a:pt x="267" y="67"/>
                    <a:pt x="267" y="67"/>
                  </a:cubicBezTo>
                  <a:cubicBezTo>
                    <a:pt x="267" y="73"/>
                    <a:pt x="265" y="78"/>
                    <a:pt x="260" y="84"/>
                  </a:cubicBezTo>
                  <a:cubicBezTo>
                    <a:pt x="260" y="84"/>
                    <a:pt x="260" y="84"/>
                    <a:pt x="260" y="84"/>
                  </a:cubicBezTo>
                  <a:cubicBezTo>
                    <a:pt x="253" y="91"/>
                    <a:pt x="248" y="92"/>
                    <a:pt x="241" y="92"/>
                  </a:cubicBezTo>
                  <a:cubicBezTo>
                    <a:pt x="241" y="92"/>
                    <a:pt x="241" y="92"/>
                    <a:pt x="241" y="92"/>
                  </a:cubicBezTo>
                  <a:cubicBezTo>
                    <a:pt x="232" y="92"/>
                    <a:pt x="218" y="85"/>
                    <a:pt x="203" y="74"/>
                  </a:cubicBezTo>
                  <a:cubicBezTo>
                    <a:pt x="203" y="74"/>
                    <a:pt x="203" y="74"/>
                    <a:pt x="203" y="74"/>
                  </a:cubicBezTo>
                  <a:cubicBezTo>
                    <a:pt x="188" y="63"/>
                    <a:pt x="172" y="49"/>
                    <a:pt x="156" y="35"/>
                  </a:cubicBezTo>
                  <a:cubicBezTo>
                    <a:pt x="156" y="35"/>
                    <a:pt x="156" y="35"/>
                    <a:pt x="156" y="35"/>
                  </a:cubicBezTo>
                  <a:cubicBezTo>
                    <a:pt x="130" y="13"/>
                    <a:pt x="103" y="2"/>
                    <a:pt x="78" y="1"/>
                  </a:cubicBezTo>
                  <a:cubicBezTo>
                    <a:pt x="78" y="1"/>
                    <a:pt x="78" y="1"/>
                    <a:pt x="78" y="1"/>
                  </a:cubicBezTo>
                  <a:cubicBezTo>
                    <a:pt x="57" y="0"/>
                    <a:pt x="38" y="5"/>
                    <a:pt x="24" y="17"/>
                  </a:cubicBezTo>
                  <a:cubicBezTo>
                    <a:pt x="24" y="17"/>
                    <a:pt x="24" y="17"/>
                    <a:pt x="24" y="17"/>
                  </a:cubicBezTo>
                  <a:cubicBezTo>
                    <a:pt x="10" y="28"/>
                    <a:pt x="1" y="45"/>
                    <a:pt x="0" y="65"/>
                  </a:cubicBezTo>
                  <a:cubicBezTo>
                    <a:pt x="0" y="65"/>
                    <a:pt x="0" y="65"/>
                    <a:pt x="0" y="65"/>
                  </a:cubicBezTo>
                  <a:cubicBezTo>
                    <a:pt x="0" y="76"/>
                    <a:pt x="1" y="87"/>
                    <a:pt x="5" y="99"/>
                  </a:cubicBezTo>
                  <a:cubicBezTo>
                    <a:pt x="5" y="99"/>
                    <a:pt x="5" y="99"/>
                    <a:pt x="5" y="99"/>
                  </a:cubicBezTo>
                  <a:cubicBezTo>
                    <a:pt x="7" y="103"/>
                    <a:pt x="11" y="106"/>
                    <a:pt x="16" y="107"/>
                  </a:cubicBezTo>
                  <a:cubicBezTo>
                    <a:pt x="16" y="107"/>
                    <a:pt x="16" y="107"/>
                    <a:pt x="16" y="107"/>
                  </a:cubicBezTo>
                  <a:cubicBezTo>
                    <a:pt x="18" y="107"/>
                    <a:pt x="19" y="107"/>
                    <a:pt x="21" y="10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 name="Freeform 14"/>
            <p:cNvSpPr>
              <a:spLocks/>
            </p:cNvSpPr>
            <p:nvPr/>
          </p:nvSpPr>
          <p:spPr bwMode="auto">
            <a:xfrm>
              <a:off x="3940175" y="748506"/>
              <a:ext cx="193675" cy="104775"/>
            </a:xfrm>
            <a:custGeom>
              <a:avLst/>
              <a:gdLst>
                <a:gd name="T0" fmla="*/ 1 w 72"/>
                <a:gd name="T1" fmla="*/ 30 h 39"/>
                <a:gd name="T2" fmla="*/ 3 w 72"/>
                <a:gd name="T3" fmla="*/ 35 h 39"/>
                <a:gd name="T4" fmla="*/ 7 w 72"/>
                <a:gd name="T5" fmla="*/ 38 h 39"/>
                <a:gd name="T6" fmla="*/ 70 w 72"/>
                <a:gd name="T7" fmla="*/ 22 h 39"/>
                <a:gd name="T8" fmla="*/ 71 w 72"/>
                <a:gd name="T9" fmla="*/ 17 h 39"/>
                <a:gd name="T10" fmla="*/ 66 w 72"/>
                <a:gd name="T11" fmla="*/ 3 h 39"/>
                <a:gd name="T12" fmla="*/ 62 w 72"/>
                <a:gd name="T13" fmla="*/ 0 h 39"/>
                <a:gd name="T14" fmla="*/ 2 w 72"/>
                <a:gd name="T15" fmla="*/ 25 h 39"/>
                <a:gd name="T16" fmla="*/ 1 w 72"/>
                <a:gd name="T17" fmla="*/ 3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39">
                  <a:moveTo>
                    <a:pt x="1" y="30"/>
                  </a:moveTo>
                  <a:cubicBezTo>
                    <a:pt x="3" y="35"/>
                    <a:pt x="3" y="35"/>
                    <a:pt x="3" y="35"/>
                  </a:cubicBezTo>
                  <a:cubicBezTo>
                    <a:pt x="4" y="37"/>
                    <a:pt x="5" y="39"/>
                    <a:pt x="7" y="38"/>
                  </a:cubicBezTo>
                  <a:cubicBezTo>
                    <a:pt x="70" y="22"/>
                    <a:pt x="70" y="22"/>
                    <a:pt x="70" y="22"/>
                  </a:cubicBezTo>
                  <a:cubicBezTo>
                    <a:pt x="71" y="21"/>
                    <a:pt x="72" y="19"/>
                    <a:pt x="71" y="17"/>
                  </a:cubicBezTo>
                  <a:cubicBezTo>
                    <a:pt x="66" y="3"/>
                    <a:pt x="66" y="3"/>
                    <a:pt x="66" y="3"/>
                  </a:cubicBezTo>
                  <a:cubicBezTo>
                    <a:pt x="65" y="1"/>
                    <a:pt x="64" y="0"/>
                    <a:pt x="62" y="0"/>
                  </a:cubicBezTo>
                  <a:cubicBezTo>
                    <a:pt x="2" y="25"/>
                    <a:pt x="2" y="25"/>
                    <a:pt x="2" y="25"/>
                  </a:cubicBezTo>
                  <a:cubicBezTo>
                    <a:pt x="1" y="26"/>
                    <a:pt x="0" y="28"/>
                    <a:pt x="1"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 name="Freeform 15"/>
            <p:cNvSpPr>
              <a:spLocks/>
            </p:cNvSpPr>
            <p:nvPr/>
          </p:nvSpPr>
          <p:spPr bwMode="auto">
            <a:xfrm>
              <a:off x="3876675" y="596106"/>
              <a:ext cx="133350" cy="182563"/>
            </a:xfrm>
            <a:custGeom>
              <a:avLst/>
              <a:gdLst>
                <a:gd name="T0" fmla="*/ 2 w 50"/>
                <a:gd name="T1" fmla="*/ 64 h 68"/>
                <a:gd name="T2" fmla="*/ 7 w 50"/>
                <a:gd name="T3" fmla="*/ 66 h 68"/>
                <a:gd name="T4" fmla="*/ 12 w 50"/>
                <a:gd name="T5" fmla="*/ 66 h 68"/>
                <a:gd name="T6" fmla="*/ 49 w 50"/>
                <a:gd name="T7" fmla="*/ 13 h 68"/>
                <a:gd name="T8" fmla="*/ 47 w 50"/>
                <a:gd name="T9" fmla="*/ 9 h 68"/>
                <a:gd name="T10" fmla="*/ 34 w 50"/>
                <a:gd name="T11" fmla="*/ 1 h 68"/>
                <a:gd name="T12" fmla="*/ 30 w 50"/>
                <a:gd name="T13" fmla="*/ 1 h 68"/>
                <a:gd name="T14" fmla="*/ 0 w 50"/>
                <a:gd name="T15" fmla="*/ 59 h 68"/>
                <a:gd name="T16" fmla="*/ 2 w 50"/>
                <a:gd name="T17" fmla="*/ 64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68">
                  <a:moveTo>
                    <a:pt x="2" y="64"/>
                  </a:moveTo>
                  <a:cubicBezTo>
                    <a:pt x="7" y="66"/>
                    <a:pt x="7" y="66"/>
                    <a:pt x="7" y="66"/>
                  </a:cubicBezTo>
                  <a:cubicBezTo>
                    <a:pt x="9" y="68"/>
                    <a:pt x="11" y="68"/>
                    <a:pt x="12" y="66"/>
                  </a:cubicBezTo>
                  <a:cubicBezTo>
                    <a:pt x="49" y="13"/>
                    <a:pt x="49" y="13"/>
                    <a:pt x="49" y="13"/>
                  </a:cubicBezTo>
                  <a:cubicBezTo>
                    <a:pt x="50" y="12"/>
                    <a:pt x="49" y="10"/>
                    <a:pt x="47" y="9"/>
                  </a:cubicBezTo>
                  <a:cubicBezTo>
                    <a:pt x="34" y="1"/>
                    <a:pt x="34" y="1"/>
                    <a:pt x="34" y="1"/>
                  </a:cubicBezTo>
                  <a:cubicBezTo>
                    <a:pt x="33" y="0"/>
                    <a:pt x="30" y="0"/>
                    <a:pt x="30" y="1"/>
                  </a:cubicBezTo>
                  <a:cubicBezTo>
                    <a:pt x="0" y="59"/>
                    <a:pt x="0" y="59"/>
                    <a:pt x="0" y="59"/>
                  </a:cubicBezTo>
                  <a:cubicBezTo>
                    <a:pt x="0" y="61"/>
                    <a:pt x="1" y="63"/>
                    <a:pt x="2" y="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04" name="组合 403"/>
          <p:cNvGrpSpPr/>
          <p:nvPr/>
        </p:nvGrpSpPr>
        <p:grpSpPr>
          <a:xfrm>
            <a:off x="9672187" y="172423"/>
            <a:ext cx="411013" cy="261059"/>
            <a:chOff x="5173662" y="745331"/>
            <a:chExt cx="1679575" cy="1066800"/>
          </a:xfrm>
          <a:solidFill>
            <a:srgbClr val="707E84"/>
          </a:solidFill>
        </p:grpSpPr>
        <p:sp>
          <p:nvSpPr>
            <p:cNvPr id="405" name="Freeform 16"/>
            <p:cNvSpPr>
              <a:spLocks noEditPoints="1"/>
            </p:cNvSpPr>
            <p:nvPr/>
          </p:nvSpPr>
          <p:spPr bwMode="auto">
            <a:xfrm>
              <a:off x="6450012" y="770731"/>
              <a:ext cx="403225" cy="1041400"/>
            </a:xfrm>
            <a:custGeom>
              <a:avLst/>
              <a:gdLst>
                <a:gd name="T0" fmla="*/ 105 w 150"/>
                <a:gd name="T1" fmla="*/ 0 h 388"/>
                <a:gd name="T2" fmla="*/ 44 w 150"/>
                <a:gd name="T3" fmla="*/ 0 h 388"/>
                <a:gd name="T4" fmla="*/ 0 w 150"/>
                <a:gd name="T5" fmla="*/ 45 h 388"/>
                <a:gd name="T6" fmla="*/ 0 w 150"/>
                <a:gd name="T7" fmla="*/ 343 h 388"/>
                <a:gd name="T8" fmla="*/ 44 w 150"/>
                <a:gd name="T9" fmla="*/ 388 h 388"/>
                <a:gd name="T10" fmla="*/ 105 w 150"/>
                <a:gd name="T11" fmla="*/ 388 h 388"/>
                <a:gd name="T12" fmla="*/ 150 w 150"/>
                <a:gd name="T13" fmla="*/ 343 h 388"/>
                <a:gd name="T14" fmla="*/ 150 w 150"/>
                <a:gd name="T15" fmla="*/ 45 h 388"/>
                <a:gd name="T16" fmla="*/ 105 w 150"/>
                <a:gd name="T17" fmla="*/ 0 h 388"/>
                <a:gd name="T18" fmla="*/ 75 w 150"/>
                <a:gd name="T19" fmla="*/ 223 h 388"/>
                <a:gd name="T20" fmla="*/ 62 w 150"/>
                <a:gd name="T21" fmla="*/ 211 h 388"/>
                <a:gd name="T22" fmla="*/ 75 w 150"/>
                <a:gd name="T23" fmla="*/ 198 h 388"/>
                <a:gd name="T24" fmla="*/ 87 w 150"/>
                <a:gd name="T25" fmla="*/ 211 h 388"/>
                <a:gd name="T26" fmla="*/ 75 w 150"/>
                <a:gd name="T27" fmla="*/ 223 h 388"/>
                <a:gd name="T28" fmla="*/ 69 w 150"/>
                <a:gd name="T29" fmla="*/ 179 h 388"/>
                <a:gd name="T30" fmla="*/ 75 w 150"/>
                <a:gd name="T31" fmla="*/ 174 h 388"/>
                <a:gd name="T32" fmla="*/ 80 w 150"/>
                <a:gd name="T33" fmla="*/ 179 h 388"/>
                <a:gd name="T34" fmla="*/ 75 w 150"/>
                <a:gd name="T35" fmla="*/ 185 h 388"/>
                <a:gd name="T36" fmla="*/ 69 w 150"/>
                <a:gd name="T37" fmla="*/ 179 h 388"/>
                <a:gd name="T38" fmla="*/ 119 w 150"/>
                <a:gd name="T39" fmla="*/ 94 h 388"/>
                <a:gd name="T40" fmla="*/ 30 w 150"/>
                <a:gd name="T41" fmla="*/ 94 h 388"/>
                <a:gd name="T42" fmla="*/ 26 w 150"/>
                <a:gd name="T43" fmla="*/ 90 h 388"/>
                <a:gd name="T44" fmla="*/ 30 w 150"/>
                <a:gd name="T45" fmla="*/ 85 h 388"/>
                <a:gd name="T46" fmla="*/ 119 w 150"/>
                <a:gd name="T47" fmla="*/ 85 h 388"/>
                <a:gd name="T48" fmla="*/ 123 w 150"/>
                <a:gd name="T49" fmla="*/ 90 h 388"/>
                <a:gd name="T50" fmla="*/ 119 w 150"/>
                <a:gd name="T51" fmla="*/ 94 h 388"/>
                <a:gd name="T52" fmla="*/ 119 w 150"/>
                <a:gd name="T53" fmla="*/ 72 h 388"/>
                <a:gd name="T54" fmla="*/ 30 w 150"/>
                <a:gd name="T55" fmla="*/ 72 h 388"/>
                <a:gd name="T56" fmla="*/ 26 w 150"/>
                <a:gd name="T57" fmla="*/ 67 h 388"/>
                <a:gd name="T58" fmla="*/ 30 w 150"/>
                <a:gd name="T59" fmla="*/ 63 h 388"/>
                <a:gd name="T60" fmla="*/ 119 w 150"/>
                <a:gd name="T61" fmla="*/ 63 h 388"/>
                <a:gd name="T62" fmla="*/ 123 w 150"/>
                <a:gd name="T63" fmla="*/ 67 h 388"/>
                <a:gd name="T64" fmla="*/ 119 w 150"/>
                <a:gd name="T65" fmla="*/ 72 h 388"/>
                <a:gd name="T66" fmla="*/ 119 w 150"/>
                <a:gd name="T67" fmla="*/ 49 h 388"/>
                <a:gd name="T68" fmla="*/ 30 w 150"/>
                <a:gd name="T69" fmla="*/ 49 h 388"/>
                <a:gd name="T70" fmla="*/ 26 w 150"/>
                <a:gd name="T71" fmla="*/ 45 h 388"/>
                <a:gd name="T72" fmla="*/ 30 w 150"/>
                <a:gd name="T73" fmla="*/ 40 h 388"/>
                <a:gd name="T74" fmla="*/ 119 w 150"/>
                <a:gd name="T75" fmla="*/ 40 h 388"/>
                <a:gd name="T76" fmla="*/ 123 w 150"/>
                <a:gd name="T77" fmla="*/ 45 h 388"/>
                <a:gd name="T78" fmla="*/ 119 w 150"/>
                <a:gd name="T79" fmla="*/ 49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0" h="388">
                  <a:moveTo>
                    <a:pt x="105" y="0"/>
                  </a:moveTo>
                  <a:cubicBezTo>
                    <a:pt x="44" y="0"/>
                    <a:pt x="44" y="0"/>
                    <a:pt x="44" y="0"/>
                  </a:cubicBezTo>
                  <a:cubicBezTo>
                    <a:pt x="20" y="0"/>
                    <a:pt x="0" y="20"/>
                    <a:pt x="0" y="45"/>
                  </a:cubicBezTo>
                  <a:cubicBezTo>
                    <a:pt x="0" y="343"/>
                    <a:pt x="0" y="343"/>
                    <a:pt x="0" y="343"/>
                  </a:cubicBezTo>
                  <a:cubicBezTo>
                    <a:pt x="0" y="368"/>
                    <a:pt x="20" y="388"/>
                    <a:pt x="44" y="388"/>
                  </a:cubicBezTo>
                  <a:cubicBezTo>
                    <a:pt x="105" y="388"/>
                    <a:pt x="105" y="388"/>
                    <a:pt x="105" y="388"/>
                  </a:cubicBezTo>
                  <a:cubicBezTo>
                    <a:pt x="130" y="388"/>
                    <a:pt x="150" y="368"/>
                    <a:pt x="150" y="343"/>
                  </a:cubicBezTo>
                  <a:cubicBezTo>
                    <a:pt x="150" y="45"/>
                    <a:pt x="150" y="45"/>
                    <a:pt x="150" y="45"/>
                  </a:cubicBezTo>
                  <a:cubicBezTo>
                    <a:pt x="150" y="20"/>
                    <a:pt x="130" y="0"/>
                    <a:pt x="105" y="0"/>
                  </a:cubicBezTo>
                  <a:close/>
                  <a:moveTo>
                    <a:pt x="75" y="223"/>
                  </a:moveTo>
                  <a:cubicBezTo>
                    <a:pt x="68" y="223"/>
                    <a:pt x="62" y="218"/>
                    <a:pt x="62" y="211"/>
                  </a:cubicBezTo>
                  <a:cubicBezTo>
                    <a:pt x="62" y="204"/>
                    <a:pt x="68" y="198"/>
                    <a:pt x="75" y="198"/>
                  </a:cubicBezTo>
                  <a:cubicBezTo>
                    <a:pt x="82" y="198"/>
                    <a:pt x="87" y="204"/>
                    <a:pt x="87" y="211"/>
                  </a:cubicBezTo>
                  <a:cubicBezTo>
                    <a:pt x="87" y="218"/>
                    <a:pt x="82" y="223"/>
                    <a:pt x="75" y="223"/>
                  </a:cubicBezTo>
                  <a:close/>
                  <a:moveTo>
                    <a:pt x="69" y="179"/>
                  </a:moveTo>
                  <a:cubicBezTo>
                    <a:pt x="69" y="176"/>
                    <a:pt x="72" y="174"/>
                    <a:pt x="75" y="174"/>
                  </a:cubicBezTo>
                  <a:cubicBezTo>
                    <a:pt x="78" y="174"/>
                    <a:pt x="80" y="176"/>
                    <a:pt x="80" y="179"/>
                  </a:cubicBezTo>
                  <a:cubicBezTo>
                    <a:pt x="80" y="182"/>
                    <a:pt x="78" y="185"/>
                    <a:pt x="75" y="185"/>
                  </a:cubicBezTo>
                  <a:cubicBezTo>
                    <a:pt x="72" y="185"/>
                    <a:pt x="69" y="182"/>
                    <a:pt x="69" y="179"/>
                  </a:cubicBezTo>
                  <a:close/>
                  <a:moveTo>
                    <a:pt x="119" y="94"/>
                  </a:moveTo>
                  <a:cubicBezTo>
                    <a:pt x="30" y="94"/>
                    <a:pt x="30" y="94"/>
                    <a:pt x="30" y="94"/>
                  </a:cubicBezTo>
                  <a:cubicBezTo>
                    <a:pt x="28" y="94"/>
                    <a:pt x="26" y="92"/>
                    <a:pt x="26" y="90"/>
                  </a:cubicBezTo>
                  <a:cubicBezTo>
                    <a:pt x="26" y="87"/>
                    <a:pt x="28" y="85"/>
                    <a:pt x="30" y="85"/>
                  </a:cubicBezTo>
                  <a:cubicBezTo>
                    <a:pt x="119" y="85"/>
                    <a:pt x="119" y="85"/>
                    <a:pt x="119" y="85"/>
                  </a:cubicBezTo>
                  <a:cubicBezTo>
                    <a:pt x="121" y="85"/>
                    <a:pt x="123" y="87"/>
                    <a:pt x="123" y="90"/>
                  </a:cubicBezTo>
                  <a:cubicBezTo>
                    <a:pt x="123" y="92"/>
                    <a:pt x="121" y="94"/>
                    <a:pt x="119" y="94"/>
                  </a:cubicBezTo>
                  <a:close/>
                  <a:moveTo>
                    <a:pt x="119" y="72"/>
                  </a:moveTo>
                  <a:cubicBezTo>
                    <a:pt x="30" y="72"/>
                    <a:pt x="30" y="72"/>
                    <a:pt x="30" y="72"/>
                  </a:cubicBezTo>
                  <a:cubicBezTo>
                    <a:pt x="28" y="72"/>
                    <a:pt x="26" y="70"/>
                    <a:pt x="26" y="67"/>
                  </a:cubicBezTo>
                  <a:cubicBezTo>
                    <a:pt x="26" y="65"/>
                    <a:pt x="28" y="63"/>
                    <a:pt x="30" y="63"/>
                  </a:cubicBezTo>
                  <a:cubicBezTo>
                    <a:pt x="119" y="63"/>
                    <a:pt x="119" y="63"/>
                    <a:pt x="119" y="63"/>
                  </a:cubicBezTo>
                  <a:cubicBezTo>
                    <a:pt x="121" y="63"/>
                    <a:pt x="123" y="65"/>
                    <a:pt x="123" y="67"/>
                  </a:cubicBezTo>
                  <a:cubicBezTo>
                    <a:pt x="123" y="70"/>
                    <a:pt x="121" y="72"/>
                    <a:pt x="119" y="72"/>
                  </a:cubicBezTo>
                  <a:close/>
                  <a:moveTo>
                    <a:pt x="119" y="49"/>
                  </a:moveTo>
                  <a:cubicBezTo>
                    <a:pt x="30" y="49"/>
                    <a:pt x="30" y="49"/>
                    <a:pt x="30" y="49"/>
                  </a:cubicBezTo>
                  <a:cubicBezTo>
                    <a:pt x="28" y="49"/>
                    <a:pt x="26" y="47"/>
                    <a:pt x="26" y="45"/>
                  </a:cubicBezTo>
                  <a:cubicBezTo>
                    <a:pt x="26" y="42"/>
                    <a:pt x="28" y="40"/>
                    <a:pt x="30" y="40"/>
                  </a:cubicBezTo>
                  <a:cubicBezTo>
                    <a:pt x="119" y="40"/>
                    <a:pt x="119" y="40"/>
                    <a:pt x="119" y="40"/>
                  </a:cubicBezTo>
                  <a:cubicBezTo>
                    <a:pt x="121" y="40"/>
                    <a:pt x="123" y="42"/>
                    <a:pt x="123" y="45"/>
                  </a:cubicBezTo>
                  <a:cubicBezTo>
                    <a:pt x="123" y="47"/>
                    <a:pt x="121" y="49"/>
                    <a:pt x="119"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 name="Freeform 17"/>
            <p:cNvSpPr>
              <a:spLocks noEditPoints="1"/>
            </p:cNvSpPr>
            <p:nvPr/>
          </p:nvSpPr>
          <p:spPr bwMode="auto">
            <a:xfrm>
              <a:off x="5173662" y="745331"/>
              <a:ext cx="1244600" cy="869950"/>
            </a:xfrm>
            <a:custGeom>
              <a:avLst/>
              <a:gdLst>
                <a:gd name="T0" fmla="*/ 407 w 464"/>
                <a:gd name="T1" fmla="*/ 0 h 324"/>
                <a:gd name="T2" fmla="*/ 57 w 464"/>
                <a:gd name="T3" fmla="*/ 0 h 324"/>
                <a:gd name="T4" fmla="*/ 0 w 464"/>
                <a:gd name="T5" fmla="*/ 57 h 324"/>
                <a:gd name="T6" fmla="*/ 0 w 464"/>
                <a:gd name="T7" fmla="*/ 267 h 324"/>
                <a:gd name="T8" fmla="*/ 57 w 464"/>
                <a:gd name="T9" fmla="*/ 324 h 324"/>
                <a:gd name="T10" fmla="*/ 407 w 464"/>
                <a:gd name="T11" fmla="*/ 324 h 324"/>
                <a:gd name="T12" fmla="*/ 464 w 464"/>
                <a:gd name="T13" fmla="*/ 267 h 324"/>
                <a:gd name="T14" fmla="*/ 464 w 464"/>
                <a:gd name="T15" fmla="*/ 57 h 324"/>
                <a:gd name="T16" fmla="*/ 407 w 464"/>
                <a:gd name="T17" fmla="*/ 0 h 324"/>
                <a:gd name="T18" fmla="*/ 351 w 464"/>
                <a:gd name="T19" fmla="*/ 312 h 324"/>
                <a:gd name="T20" fmla="*/ 305 w 464"/>
                <a:gd name="T21" fmla="*/ 312 h 324"/>
                <a:gd name="T22" fmla="*/ 300 w 464"/>
                <a:gd name="T23" fmla="*/ 306 h 324"/>
                <a:gd name="T24" fmla="*/ 305 w 464"/>
                <a:gd name="T25" fmla="*/ 301 h 324"/>
                <a:gd name="T26" fmla="*/ 351 w 464"/>
                <a:gd name="T27" fmla="*/ 301 h 324"/>
                <a:gd name="T28" fmla="*/ 357 w 464"/>
                <a:gd name="T29" fmla="*/ 306 h 324"/>
                <a:gd name="T30" fmla="*/ 351 w 464"/>
                <a:gd name="T31" fmla="*/ 312 h 324"/>
                <a:gd name="T32" fmla="*/ 371 w 464"/>
                <a:gd name="T33" fmla="*/ 312 h 324"/>
                <a:gd name="T34" fmla="*/ 365 w 464"/>
                <a:gd name="T35" fmla="*/ 306 h 324"/>
                <a:gd name="T36" fmla="*/ 371 w 464"/>
                <a:gd name="T37" fmla="*/ 300 h 324"/>
                <a:gd name="T38" fmla="*/ 377 w 464"/>
                <a:gd name="T39" fmla="*/ 306 h 324"/>
                <a:gd name="T40" fmla="*/ 371 w 464"/>
                <a:gd name="T41" fmla="*/ 312 h 324"/>
                <a:gd name="T42" fmla="*/ 431 w 464"/>
                <a:gd name="T43" fmla="*/ 267 h 324"/>
                <a:gd name="T44" fmla="*/ 407 w 464"/>
                <a:gd name="T45" fmla="*/ 291 h 324"/>
                <a:gd name="T46" fmla="*/ 57 w 464"/>
                <a:gd name="T47" fmla="*/ 291 h 324"/>
                <a:gd name="T48" fmla="*/ 33 w 464"/>
                <a:gd name="T49" fmla="*/ 267 h 324"/>
                <a:gd name="T50" fmla="*/ 33 w 464"/>
                <a:gd name="T51" fmla="*/ 57 h 324"/>
                <a:gd name="T52" fmla="*/ 57 w 464"/>
                <a:gd name="T53" fmla="*/ 33 h 324"/>
                <a:gd name="T54" fmla="*/ 407 w 464"/>
                <a:gd name="T55" fmla="*/ 33 h 324"/>
                <a:gd name="T56" fmla="*/ 431 w 464"/>
                <a:gd name="T57" fmla="*/ 57 h 324"/>
                <a:gd name="T58" fmla="*/ 431 w 464"/>
                <a:gd name="T59" fmla="*/ 267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64" h="324">
                  <a:moveTo>
                    <a:pt x="407" y="0"/>
                  </a:moveTo>
                  <a:cubicBezTo>
                    <a:pt x="57" y="0"/>
                    <a:pt x="57" y="0"/>
                    <a:pt x="57" y="0"/>
                  </a:cubicBezTo>
                  <a:cubicBezTo>
                    <a:pt x="25" y="0"/>
                    <a:pt x="0" y="26"/>
                    <a:pt x="0" y="57"/>
                  </a:cubicBezTo>
                  <a:cubicBezTo>
                    <a:pt x="0" y="267"/>
                    <a:pt x="0" y="267"/>
                    <a:pt x="0" y="267"/>
                  </a:cubicBezTo>
                  <a:cubicBezTo>
                    <a:pt x="0" y="298"/>
                    <a:pt x="25" y="324"/>
                    <a:pt x="57" y="324"/>
                  </a:cubicBezTo>
                  <a:cubicBezTo>
                    <a:pt x="407" y="324"/>
                    <a:pt x="407" y="324"/>
                    <a:pt x="407" y="324"/>
                  </a:cubicBezTo>
                  <a:cubicBezTo>
                    <a:pt x="439" y="324"/>
                    <a:pt x="464" y="298"/>
                    <a:pt x="464" y="267"/>
                  </a:cubicBezTo>
                  <a:cubicBezTo>
                    <a:pt x="464" y="57"/>
                    <a:pt x="464" y="57"/>
                    <a:pt x="464" y="57"/>
                  </a:cubicBezTo>
                  <a:cubicBezTo>
                    <a:pt x="464" y="26"/>
                    <a:pt x="439" y="0"/>
                    <a:pt x="407" y="0"/>
                  </a:cubicBezTo>
                  <a:close/>
                  <a:moveTo>
                    <a:pt x="351" y="312"/>
                  </a:moveTo>
                  <a:cubicBezTo>
                    <a:pt x="305" y="312"/>
                    <a:pt x="305" y="312"/>
                    <a:pt x="305" y="312"/>
                  </a:cubicBezTo>
                  <a:cubicBezTo>
                    <a:pt x="302" y="312"/>
                    <a:pt x="300" y="310"/>
                    <a:pt x="300" y="306"/>
                  </a:cubicBezTo>
                  <a:cubicBezTo>
                    <a:pt x="300" y="303"/>
                    <a:pt x="302" y="301"/>
                    <a:pt x="305" y="301"/>
                  </a:cubicBezTo>
                  <a:cubicBezTo>
                    <a:pt x="351" y="301"/>
                    <a:pt x="351" y="301"/>
                    <a:pt x="351" y="301"/>
                  </a:cubicBezTo>
                  <a:cubicBezTo>
                    <a:pt x="355" y="301"/>
                    <a:pt x="357" y="303"/>
                    <a:pt x="357" y="306"/>
                  </a:cubicBezTo>
                  <a:cubicBezTo>
                    <a:pt x="357" y="310"/>
                    <a:pt x="355" y="312"/>
                    <a:pt x="351" y="312"/>
                  </a:cubicBezTo>
                  <a:close/>
                  <a:moveTo>
                    <a:pt x="371" y="312"/>
                  </a:moveTo>
                  <a:cubicBezTo>
                    <a:pt x="368" y="312"/>
                    <a:pt x="365" y="310"/>
                    <a:pt x="365" y="306"/>
                  </a:cubicBezTo>
                  <a:cubicBezTo>
                    <a:pt x="365" y="303"/>
                    <a:pt x="368" y="300"/>
                    <a:pt x="371" y="300"/>
                  </a:cubicBezTo>
                  <a:cubicBezTo>
                    <a:pt x="374" y="300"/>
                    <a:pt x="377" y="303"/>
                    <a:pt x="377" y="306"/>
                  </a:cubicBezTo>
                  <a:cubicBezTo>
                    <a:pt x="377" y="310"/>
                    <a:pt x="374" y="312"/>
                    <a:pt x="371" y="312"/>
                  </a:cubicBezTo>
                  <a:close/>
                  <a:moveTo>
                    <a:pt x="431" y="267"/>
                  </a:moveTo>
                  <a:cubicBezTo>
                    <a:pt x="431" y="280"/>
                    <a:pt x="420" y="291"/>
                    <a:pt x="407" y="291"/>
                  </a:cubicBezTo>
                  <a:cubicBezTo>
                    <a:pt x="57" y="291"/>
                    <a:pt x="57" y="291"/>
                    <a:pt x="57" y="291"/>
                  </a:cubicBezTo>
                  <a:cubicBezTo>
                    <a:pt x="44" y="291"/>
                    <a:pt x="33" y="280"/>
                    <a:pt x="33" y="267"/>
                  </a:cubicBezTo>
                  <a:cubicBezTo>
                    <a:pt x="33" y="57"/>
                    <a:pt x="33" y="57"/>
                    <a:pt x="33" y="57"/>
                  </a:cubicBezTo>
                  <a:cubicBezTo>
                    <a:pt x="33" y="44"/>
                    <a:pt x="44" y="33"/>
                    <a:pt x="57" y="33"/>
                  </a:cubicBezTo>
                  <a:cubicBezTo>
                    <a:pt x="407" y="33"/>
                    <a:pt x="407" y="33"/>
                    <a:pt x="407" y="33"/>
                  </a:cubicBezTo>
                  <a:cubicBezTo>
                    <a:pt x="420" y="33"/>
                    <a:pt x="431" y="44"/>
                    <a:pt x="431" y="57"/>
                  </a:cubicBezTo>
                  <a:lnTo>
                    <a:pt x="431" y="2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 name="Freeform 18"/>
            <p:cNvSpPr>
              <a:spLocks/>
            </p:cNvSpPr>
            <p:nvPr/>
          </p:nvSpPr>
          <p:spPr bwMode="auto">
            <a:xfrm>
              <a:off x="5465762" y="1567656"/>
              <a:ext cx="660400" cy="244475"/>
            </a:xfrm>
            <a:custGeom>
              <a:avLst/>
              <a:gdLst>
                <a:gd name="T0" fmla="*/ 242 w 246"/>
                <a:gd name="T1" fmla="*/ 79 h 91"/>
                <a:gd name="T2" fmla="*/ 230 w 246"/>
                <a:gd name="T3" fmla="*/ 78 h 91"/>
                <a:gd name="T4" fmla="*/ 174 w 246"/>
                <a:gd name="T5" fmla="*/ 57 h 91"/>
                <a:gd name="T6" fmla="*/ 167 w 246"/>
                <a:gd name="T7" fmla="*/ 48 h 91"/>
                <a:gd name="T8" fmla="*/ 167 w 246"/>
                <a:gd name="T9" fmla="*/ 0 h 91"/>
                <a:gd name="T10" fmla="*/ 78 w 246"/>
                <a:gd name="T11" fmla="*/ 0 h 91"/>
                <a:gd name="T12" fmla="*/ 78 w 246"/>
                <a:gd name="T13" fmla="*/ 48 h 91"/>
                <a:gd name="T14" fmla="*/ 75 w 246"/>
                <a:gd name="T15" fmla="*/ 60 h 91"/>
                <a:gd name="T16" fmla="*/ 32 w 246"/>
                <a:gd name="T17" fmla="*/ 76 h 91"/>
                <a:gd name="T18" fmla="*/ 17 w 246"/>
                <a:gd name="T19" fmla="*/ 79 h 91"/>
                <a:gd name="T20" fmla="*/ 8 w 246"/>
                <a:gd name="T21" fmla="*/ 79 h 91"/>
                <a:gd name="T22" fmla="*/ 0 w 246"/>
                <a:gd name="T23" fmla="*/ 85 h 91"/>
                <a:gd name="T24" fmla="*/ 0 w 246"/>
                <a:gd name="T25" fmla="*/ 85 h 91"/>
                <a:gd name="T26" fmla="*/ 8 w 246"/>
                <a:gd name="T27" fmla="*/ 91 h 91"/>
                <a:gd name="T28" fmla="*/ 238 w 246"/>
                <a:gd name="T29" fmla="*/ 91 h 91"/>
                <a:gd name="T30" fmla="*/ 246 w 246"/>
                <a:gd name="T31" fmla="*/ 85 h 91"/>
                <a:gd name="T32" fmla="*/ 246 w 246"/>
                <a:gd name="T33" fmla="*/ 85 h 91"/>
                <a:gd name="T34" fmla="*/ 242 w 246"/>
                <a:gd name="T35" fmla="*/ 79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6" h="91">
                  <a:moveTo>
                    <a:pt x="242" y="79"/>
                  </a:moveTo>
                  <a:cubicBezTo>
                    <a:pt x="240" y="79"/>
                    <a:pt x="234" y="78"/>
                    <a:pt x="230" y="78"/>
                  </a:cubicBezTo>
                  <a:cubicBezTo>
                    <a:pt x="174" y="57"/>
                    <a:pt x="174" y="57"/>
                    <a:pt x="174" y="57"/>
                  </a:cubicBezTo>
                  <a:cubicBezTo>
                    <a:pt x="171" y="56"/>
                    <a:pt x="167" y="52"/>
                    <a:pt x="167" y="48"/>
                  </a:cubicBezTo>
                  <a:cubicBezTo>
                    <a:pt x="167" y="0"/>
                    <a:pt x="167" y="0"/>
                    <a:pt x="167" y="0"/>
                  </a:cubicBezTo>
                  <a:cubicBezTo>
                    <a:pt x="78" y="0"/>
                    <a:pt x="78" y="0"/>
                    <a:pt x="78" y="0"/>
                  </a:cubicBezTo>
                  <a:cubicBezTo>
                    <a:pt x="78" y="48"/>
                    <a:pt x="78" y="48"/>
                    <a:pt x="78" y="48"/>
                  </a:cubicBezTo>
                  <a:cubicBezTo>
                    <a:pt x="78" y="52"/>
                    <a:pt x="77" y="57"/>
                    <a:pt x="75" y="60"/>
                  </a:cubicBezTo>
                  <a:cubicBezTo>
                    <a:pt x="32" y="76"/>
                    <a:pt x="32" y="76"/>
                    <a:pt x="32" y="76"/>
                  </a:cubicBezTo>
                  <a:cubicBezTo>
                    <a:pt x="29" y="77"/>
                    <a:pt x="22" y="79"/>
                    <a:pt x="17" y="79"/>
                  </a:cubicBezTo>
                  <a:cubicBezTo>
                    <a:pt x="8" y="79"/>
                    <a:pt x="8" y="79"/>
                    <a:pt x="8" y="79"/>
                  </a:cubicBezTo>
                  <a:cubicBezTo>
                    <a:pt x="4" y="79"/>
                    <a:pt x="0" y="82"/>
                    <a:pt x="0" y="85"/>
                  </a:cubicBezTo>
                  <a:cubicBezTo>
                    <a:pt x="0" y="85"/>
                    <a:pt x="0" y="85"/>
                    <a:pt x="0" y="85"/>
                  </a:cubicBezTo>
                  <a:cubicBezTo>
                    <a:pt x="0" y="88"/>
                    <a:pt x="4" y="91"/>
                    <a:pt x="8" y="91"/>
                  </a:cubicBezTo>
                  <a:cubicBezTo>
                    <a:pt x="238" y="91"/>
                    <a:pt x="238" y="91"/>
                    <a:pt x="238" y="91"/>
                  </a:cubicBezTo>
                  <a:cubicBezTo>
                    <a:pt x="242" y="91"/>
                    <a:pt x="246" y="88"/>
                    <a:pt x="246" y="85"/>
                  </a:cubicBezTo>
                  <a:cubicBezTo>
                    <a:pt x="246" y="85"/>
                    <a:pt x="246" y="85"/>
                    <a:pt x="246" y="85"/>
                  </a:cubicBezTo>
                  <a:cubicBezTo>
                    <a:pt x="246" y="82"/>
                    <a:pt x="244" y="79"/>
                    <a:pt x="242"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08" name="组合 407"/>
          <p:cNvGrpSpPr/>
          <p:nvPr/>
        </p:nvGrpSpPr>
        <p:grpSpPr>
          <a:xfrm>
            <a:off x="10174015" y="143676"/>
            <a:ext cx="391589" cy="318555"/>
            <a:chOff x="7569200" y="627856"/>
            <a:chExt cx="1600200" cy="1301750"/>
          </a:xfrm>
          <a:solidFill>
            <a:srgbClr val="707E84"/>
          </a:solidFill>
        </p:grpSpPr>
        <p:sp>
          <p:nvSpPr>
            <p:cNvPr id="409" name="Freeform 20"/>
            <p:cNvSpPr>
              <a:spLocks noEditPoints="1"/>
            </p:cNvSpPr>
            <p:nvPr/>
          </p:nvSpPr>
          <p:spPr bwMode="auto">
            <a:xfrm>
              <a:off x="7948612" y="631031"/>
              <a:ext cx="842963" cy="839788"/>
            </a:xfrm>
            <a:custGeom>
              <a:avLst/>
              <a:gdLst>
                <a:gd name="T0" fmla="*/ 55 w 314"/>
                <a:gd name="T1" fmla="*/ 313 h 313"/>
                <a:gd name="T2" fmla="*/ 0 w 314"/>
                <a:gd name="T3" fmla="*/ 258 h 313"/>
                <a:gd name="T4" fmla="*/ 0 w 314"/>
                <a:gd name="T5" fmla="*/ 258 h 313"/>
                <a:gd name="T6" fmla="*/ 0 w 314"/>
                <a:gd name="T7" fmla="*/ 55 h 313"/>
                <a:gd name="T8" fmla="*/ 55 w 314"/>
                <a:gd name="T9" fmla="*/ 0 h 313"/>
                <a:gd name="T10" fmla="*/ 55 w 314"/>
                <a:gd name="T11" fmla="*/ 0 h 313"/>
                <a:gd name="T12" fmla="*/ 259 w 314"/>
                <a:gd name="T13" fmla="*/ 0 h 313"/>
                <a:gd name="T14" fmla="*/ 265 w 314"/>
                <a:gd name="T15" fmla="*/ 2 h 313"/>
                <a:gd name="T16" fmla="*/ 265 w 314"/>
                <a:gd name="T17" fmla="*/ 2 h 313"/>
                <a:gd name="T18" fmla="*/ 311 w 314"/>
                <a:gd name="T19" fmla="*/ 48 h 313"/>
                <a:gd name="T20" fmla="*/ 305 w 314"/>
                <a:gd name="T21" fmla="*/ 55 h 313"/>
                <a:gd name="T22" fmla="*/ 311 w 314"/>
                <a:gd name="T23" fmla="*/ 48 h 313"/>
                <a:gd name="T24" fmla="*/ 314 w 314"/>
                <a:gd name="T25" fmla="*/ 55 h 313"/>
                <a:gd name="T26" fmla="*/ 314 w 314"/>
                <a:gd name="T27" fmla="*/ 55 h 313"/>
                <a:gd name="T28" fmla="*/ 314 w 314"/>
                <a:gd name="T29" fmla="*/ 258 h 313"/>
                <a:gd name="T30" fmla="*/ 259 w 314"/>
                <a:gd name="T31" fmla="*/ 313 h 313"/>
                <a:gd name="T32" fmla="*/ 259 w 314"/>
                <a:gd name="T33" fmla="*/ 313 h 313"/>
                <a:gd name="T34" fmla="*/ 55 w 314"/>
                <a:gd name="T35" fmla="*/ 313 h 313"/>
                <a:gd name="T36" fmla="*/ 18 w 314"/>
                <a:gd name="T37" fmla="*/ 55 h 313"/>
                <a:gd name="T38" fmla="*/ 18 w 314"/>
                <a:gd name="T39" fmla="*/ 258 h 313"/>
                <a:gd name="T40" fmla="*/ 55 w 314"/>
                <a:gd name="T41" fmla="*/ 295 h 313"/>
                <a:gd name="T42" fmla="*/ 55 w 314"/>
                <a:gd name="T43" fmla="*/ 295 h 313"/>
                <a:gd name="T44" fmla="*/ 259 w 314"/>
                <a:gd name="T45" fmla="*/ 295 h 313"/>
                <a:gd name="T46" fmla="*/ 295 w 314"/>
                <a:gd name="T47" fmla="*/ 258 h 313"/>
                <a:gd name="T48" fmla="*/ 295 w 314"/>
                <a:gd name="T49" fmla="*/ 258 h 313"/>
                <a:gd name="T50" fmla="*/ 295 w 314"/>
                <a:gd name="T51" fmla="*/ 59 h 313"/>
                <a:gd name="T52" fmla="*/ 255 w 314"/>
                <a:gd name="T53" fmla="*/ 18 h 313"/>
                <a:gd name="T54" fmla="*/ 55 w 314"/>
                <a:gd name="T55" fmla="*/ 18 h 313"/>
                <a:gd name="T56" fmla="*/ 18 w 314"/>
                <a:gd name="T57" fmla="*/ 55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14" h="313">
                  <a:moveTo>
                    <a:pt x="55" y="313"/>
                  </a:moveTo>
                  <a:cubicBezTo>
                    <a:pt x="25" y="313"/>
                    <a:pt x="0" y="289"/>
                    <a:pt x="0" y="258"/>
                  </a:cubicBezTo>
                  <a:cubicBezTo>
                    <a:pt x="0" y="258"/>
                    <a:pt x="0" y="258"/>
                    <a:pt x="0" y="258"/>
                  </a:cubicBezTo>
                  <a:cubicBezTo>
                    <a:pt x="0" y="55"/>
                    <a:pt x="0" y="55"/>
                    <a:pt x="0" y="55"/>
                  </a:cubicBezTo>
                  <a:cubicBezTo>
                    <a:pt x="0" y="24"/>
                    <a:pt x="25" y="0"/>
                    <a:pt x="55" y="0"/>
                  </a:cubicBezTo>
                  <a:cubicBezTo>
                    <a:pt x="55" y="0"/>
                    <a:pt x="55" y="0"/>
                    <a:pt x="55" y="0"/>
                  </a:cubicBezTo>
                  <a:cubicBezTo>
                    <a:pt x="259" y="0"/>
                    <a:pt x="259" y="0"/>
                    <a:pt x="259" y="0"/>
                  </a:cubicBezTo>
                  <a:cubicBezTo>
                    <a:pt x="261" y="0"/>
                    <a:pt x="263" y="1"/>
                    <a:pt x="265" y="2"/>
                  </a:cubicBezTo>
                  <a:cubicBezTo>
                    <a:pt x="265" y="2"/>
                    <a:pt x="265" y="2"/>
                    <a:pt x="265" y="2"/>
                  </a:cubicBezTo>
                  <a:cubicBezTo>
                    <a:pt x="311" y="48"/>
                    <a:pt x="311" y="48"/>
                    <a:pt x="311" y="48"/>
                  </a:cubicBezTo>
                  <a:cubicBezTo>
                    <a:pt x="305" y="55"/>
                    <a:pt x="305" y="55"/>
                    <a:pt x="305" y="55"/>
                  </a:cubicBezTo>
                  <a:cubicBezTo>
                    <a:pt x="311" y="48"/>
                    <a:pt x="311" y="48"/>
                    <a:pt x="311" y="48"/>
                  </a:cubicBezTo>
                  <a:cubicBezTo>
                    <a:pt x="313" y="50"/>
                    <a:pt x="314" y="52"/>
                    <a:pt x="314" y="55"/>
                  </a:cubicBezTo>
                  <a:cubicBezTo>
                    <a:pt x="314" y="55"/>
                    <a:pt x="314" y="55"/>
                    <a:pt x="314" y="55"/>
                  </a:cubicBezTo>
                  <a:cubicBezTo>
                    <a:pt x="314" y="258"/>
                    <a:pt x="314" y="258"/>
                    <a:pt x="314" y="258"/>
                  </a:cubicBezTo>
                  <a:cubicBezTo>
                    <a:pt x="314" y="289"/>
                    <a:pt x="289" y="313"/>
                    <a:pt x="259" y="313"/>
                  </a:cubicBezTo>
                  <a:cubicBezTo>
                    <a:pt x="259" y="313"/>
                    <a:pt x="259" y="313"/>
                    <a:pt x="259" y="313"/>
                  </a:cubicBezTo>
                  <a:cubicBezTo>
                    <a:pt x="55" y="313"/>
                    <a:pt x="55" y="313"/>
                    <a:pt x="55" y="313"/>
                  </a:cubicBezTo>
                  <a:close/>
                  <a:moveTo>
                    <a:pt x="18" y="55"/>
                  </a:moveTo>
                  <a:cubicBezTo>
                    <a:pt x="18" y="258"/>
                    <a:pt x="18" y="258"/>
                    <a:pt x="18" y="258"/>
                  </a:cubicBezTo>
                  <a:cubicBezTo>
                    <a:pt x="18" y="278"/>
                    <a:pt x="35" y="295"/>
                    <a:pt x="55" y="295"/>
                  </a:cubicBezTo>
                  <a:cubicBezTo>
                    <a:pt x="55" y="295"/>
                    <a:pt x="55" y="295"/>
                    <a:pt x="55" y="295"/>
                  </a:cubicBezTo>
                  <a:cubicBezTo>
                    <a:pt x="259" y="295"/>
                    <a:pt x="259" y="295"/>
                    <a:pt x="259" y="295"/>
                  </a:cubicBezTo>
                  <a:cubicBezTo>
                    <a:pt x="279" y="295"/>
                    <a:pt x="295" y="278"/>
                    <a:pt x="295" y="258"/>
                  </a:cubicBezTo>
                  <a:cubicBezTo>
                    <a:pt x="295" y="258"/>
                    <a:pt x="295" y="258"/>
                    <a:pt x="295" y="258"/>
                  </a:cubicBezTo>
                  <a:cubicBezTo>
                    <a:pt x="295" y="59"/>
                    <a:pt x="295" y="59"/>
                    <a:pt x="295" y="59"/>
                  </a:cubicBezTo>
                  <a:cubicBezTo>
                    <a:pt x="255" y="18"/>
                    <a:pt x="255" y="18"/>
                    <a:pt x="255" y="18"/>
                  </a:cubicBezTo>
                  <a:cubicBezTo>
                    <a:pt x="55" y="18"/>
                    <a:pt x="55" y="18"/>
                    <a:pt x="55" y="18"/>
                  </a:cubicBezTo>
                  <a:cubicBezTo>
                    <a:pt x="35" y="18"/>
                    <a:pt x="18" y="35"/>
                    <a:pt x="18" y="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 name="Freeform 21"/>
            <p:cNvSpPr>
              <a:spLocks noEditPoints="1"/>
            </p:cNvSpPr>
            <p:nvPr/>
          </p:nvSpPr>
          <p:spPr bwMode="auto">
            <a:xfrm>
              <a:off x="8605837" y="627856"/>
              <a:ext cx="185738" cy="193675"/>
            </a:xfrm>
            <a:custGeom>
              <a:avLst/>
              <a:gdLst>
                <a:gd name="T0" fmla="*/ 10 w 69"/>
                <a:gd name="T1" fmla="*/ 58 h 72"/>
                <a:gd name="T2" fmla="*/ 0 w 69"/>
                <a:gd name="T3" fmla="*/ 29 h 72"/>
                <a:gd name="T4" fmla="*/ 0 w 69"/>
                <a:gd name="T5" fmla="*/ 29 h 72"/>
                <a:gd name="T6" fmla="*/ 5 w 69"/>
                <a:gd name="T7" fmla="*/ 6 h 72"/>
                <a:gd name="T8" fmla="*/ 5 w 69"/>
                <a:gd name="T9" fmla="*/ 6 h 72"/>
                <a:gd name="T10" fmla="*/ 12 w 69"/>
                <a:gd name="T11" fmla="*/ 1 h 72"/>
                <a:gd name="T12" fmla="*/ 12 w 69"/>
                <a:gd name="T13" fmla="*/ 1 h 72"/>
                <a:gd name="T14" fmla="*/ 20 w 69"/>
                <a:gd name="T15" fmla="*/ 3 h 72"/>
                <a:gd name="T16" fmla="*/ 20 w 69"/>
                <a:gd name="T17" fmla="*/ 3 h 72"/>
                <a:gd name="T18" fmla="*/ 66 w 69"/>
                <a:gd name="T19" fmla="*/ 49 h 72"/>
                <a:gd name="T20" fmla="*/ 60 w 69"/>
                <a:gd name="T21" fmla="*/ 56 h 72"/>
                <a:gd name="T22" fmla="*/ 66 w 69"/>
                <a:gd name="T23" fmla="*/ 49 h 72"/>
                <a:gd name="T24" fmla="*/ 69 w 69"/>
                <a:gd name="T25" fmla="*/ 57 h 72"/>
                <a:gd name="T26" fmla="*/ 69 w 69"/>
                <a:gd name="T27" fmla="*/ 57 h 72"/>
                <a:gd name="T28" fmla="*/ 64 w 69"/>
                <a:gd name="T29" fmla="*/ 63 h 72"/>
                <a:gd name="T30" fmla="*/ 64 w 69"/>
                <a:gd name="T31" fmla="*/ 63 h 72"/>
                <a:gd name="T32" fmla="*/ 39 w 69"/>
                <a:gd name="T33" fmla="*/ 72 h 72"/>
                <a:gd name="T34" fmla="*/ 39 w 69"/>
                <a:gd name="T35" fmla="*/ 72 h 72"/>
                <a:gd name="T36" fmla="*/ 38 w 69"/>
                <a:gd name="T37" fmla="*/ 72 h 72"/>
                <a:gd name="T38" fmla="*/ 38 w 69"/>
                <a:gd name="T39" fmla="*/ 72 h 72"/>
                <a:gd name="T40" fmla="*/ 10 w 69"/>
                <a:gd name="T41" fmla="*/ 58 h 72"/>
                <a:gd name="T42" fmla="*/ 18 w 69"/>
                <a:gd name="T43" fmla="*/ 29 h 72"/>
                <a:gd name="T44" fmla="*/ 24 w 69"/>
                <a:gd name="T45" fmla="*/ 47 h 72"/>
                <a:gd name="T46" fmla="*/ 24 w 69"/>
                <a:gd name="T47" fmla="*/ 47 h 72"/>
                <a:gd name="T48" fmla="*/ 39 w 69"/>
                <a:gd name="T49" fmla="*/ 53 h 72"/>
                <a:gd name="T50" fmla="*/ 39 w 69"/>
                <a:gd name="T51" fmla="*/ 53 h 72"/>
                <a:gd name="T52" fmla="*/ 44 w 69"/>
                <a:gd name="T53" fmla="*/ 53 h 72"/>
                <a:gd name="T54" fmla="*/ 44 w 69"/>
                <a:gd name="T55" fmla="*/ 53 h 72"/>
                <a:gd name="T56" fmla="*/ 18 w 69"/>
                <a:gd name="T57" fmla="*/ 27 h 72"/>
                <a:gd name="T58" fmla="*/ 18 w 69"/>
                <a:gd name="T59" fmla="*/ 2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9" h="72">
                  <a:moveTo>
                    <a:pt x="10" y="58"/>
                  </a:moveTo>
                  <a:cubicBezTo>
                    <a:pt x="3" y="50"/>
                    <a:pt x="0" y="40"/>
                    <a:pt x="0" y="29"/>
                  </a:cubicBezTo>
                  <a:cubicBezTo>
                    <a:pt x="0" y="29"/>
                    <a:pt x="0" y="29"/>
                    <a:pt x="0" y="29"/>
                  </a:cubicBezTo>
                  <a:cubicBezTo>
                    <a:pt x="0" y="21"/>
                    <a:pt x="2" y="13"/>
                    <a:pt x="5" y="6"/>
                  </a:cubicBezTo>
                  <a:cubicBezTo>
                    <a:pt x="5" y="6"/>
                    <a:pt x="5" y="6"/>
                    <a:pt x="5" y="6"/>
                  </a:cubicBezTo>
                  <a:cubicBezTo>
                    <a:pt x="7" y="3"/>
                    <a:pt x="9" y="1"/>
                    <a:pt x="12" y="1"/>
                  </a:cubicBezTo>
                  <a:cubicBezTo>
                    <a:pt x="12" y="1"/>
                    <a:pt x="12" y="1"/>
                    <a:pt x="12" y="1"/>
                  </a:cubicBezTo>
                  <a:cubicBezTo>
                    <a:pt x="15" y="0"/>
                    <a:pt x="18" y="1"/>
                    <a:pt x="20" y="3"/>
                  </a:cubicBezTo>
                  <a:cubicBezTo>
                    <a:pt x="20" y="3"/>
                    <a:pt x="20" y="3"/>
                    <a:pt x="20" y="3"/>
                  </a:cubicBezTo>
                  <a:cubicBezTo>
                    <a:pt x="66" y="49"/>
                    <a:pt x="66" y="49"/>
                    <a:pt x="66" y="49"/>
                  </a:cubicBezTo>
                  <a:cubicBezTo>
                    <a:pt x="60" y="56"/>
                    <a:pt x="60" y="56"/>
                    <a:pt x="60" y="56"/>
                  </a:cubicBezTo>
                  <a:cubicBezTo>
                    <a:pt x="66" y="49"/>
                    <a:pt x="66" y="49"/>
                    <a:pt x="66" y="49"/>
                  </a:cubicBezTo>
                  <a:cubicBezTo>
                    <a:pt x="68" y="51"/>
                    <a:pt x="69" y="54"/>
                    <a:pt x="69" y="57"/>
                  </a:cubicBezTo>
                  <a:cubicBezTo>
                    <a:pt x="69" y="57"/>
                    <a:pt x="69" y="57"/>
                    <a:pt x="69" y="57"/>
                  </a:cubicBezTo>
                  <a:cubicBezTo>
                    <a:pt x="68" y="59"/>
                    <a:pt x="67" y="62"/>
                    <a:pt x="64" y="63"/>
                  </a:cubicBezTo>
                  <a:cubicBezTo>
                    <a:pt x="64" y="63"/>
                    <a:pt x="64" y="63"/>
                    <a:pt x="64" y="63"/>
                  </a:cubicBezTo>
                  <a:cubicBezTo>
                    <a:pt x="56" y="69"/>
                    <a:pt x="47" y="72"/>
                    <a:pt x="39" y="72"/>
                  </a:cubicBezTo>
                  <a:cubicBezTo>
                    <a:pt x="39" y="72"/>
                    <a:pt x="39" y="72"/>
                    <a:pt x="39" y="72"/>
                  </a:cubicBezTo>
                  <a:cubicBezTo>
                    <a:pt x="38" y="72"/>
                    <a:pt x="38" y="72"/>
                    <a:pt x="38" y="72"/>
                  </a:cubicBezTo>
                  <a:cubicBezTo>
                    <a:pt x="38" y="72"/>
                    <a:pt x="38" y="72"/>
                    <a:pt x="38" y="72"/>
                  </a:cubicBezTo>
                  <a:cubicBezTo>
                    <a:pt x="27" y="72"/>
                    <a:pt x="17" y="66"/>
                    <a:pt x="10" y="58"/>
                  </a:cubicBezTo>
                  <a:close/>
                  <a:moveTo>
                    <a:pt x="18" y="29"/>
                  </a:moveTo>
                  <a:cubicBezTo>
                    <a:pt x="18" y="36"/>
                    <a:pt x="20" y="42"/>
                    <a:pt x="24" y="47"/>
                  </a:cubicBezTo>
                  <a:cubicBezTo>
                    <a:pt x="24" y="47"/>
                    <a:pt x="24" y="47"/>
                    <a:pt x="24" y="47"/>
                  </a:cubicBezTo>
                  <a:cubicBezTo>
                    <a:pt x="28" y="51"/>
                    <a:pt x="33" y="53"/>
                    <a:pt x="39" y="53"/>
                  </a:cubicBezTo>
                  <a:cubicBezTo>
                    <a:pt x="39" y="53"/>
                    <a:pt x="39" y="53"/>
                    <a:pt x="39" y="53"/>
                  </a:cubicBezTo>
                  <a:cubicBezTo>
                    <a:pt x="40" y="53"/>
                    <a:pt x="42" y="53"/>
                    <a:pt x="44" y="53"/>
                  </a:cubicBezTo>
                  <a:cubicBezTo>
                    <a:pt x="44" y="53"/>
                    <a:pt x="44" y="53"/>
                    <a:pt x="44" y="53"/>
                  </a:cubicBezTo>
                  <a:cubicBezTo>
                    <a:pt x="18" y="27"/>
                    <a:pt x="18" y="27"/>
                    <a:pt x="18" y="27"/>
                  </a:cubicBezTo>
                  <a:cubicBezTo>
                    <a:pt x="18" y="28"/>
                    <a:pt x="18" y="28"/>
                    <a:pt x="18"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 name="Freeform 22"/>
            <p:cNvSpPr>
              <a:spLocks noEditPoints="1"/>
            </p:cNvSpPr>
            <p:nvPr/>
          </p:nvSpPr>
          <p:spPr bwMode="auto">
            <a:xfrm>
              <a:off x="7569200" y="1354931"/>
              <a:ext cx="1600200" cy="574675"/>
            </a:xfrm>
            <a:custGeom>
              <a:avLst/>
              <a:gdLst>
                <a:gd name="T0" fmla="*/ 440 w 596"/>
                <a:gd name="T1" fmla="*/ 195 h 214"/>
                <a:gd name="T2" fmla="*/ 155 w 596"/>
                <a:gd name="T3" fmla="*/ 195 h 214"/>
                <a:gd name="T4" fmla="*/ 141 w 596"/>
                <a:gd name="T5" fmla="*/ 209 h 214"/>
                <a:gd name="T6" fmla="*/ 142 w 596"/>
                <a:gd name="T7" fmla="*/ 214 h 214"/>
                <a:gd name="T8" fmla="*/ 454 w 596"/>
                <a:gd name="T9" fmla="*/ 214 h 214"/>
                <a:gd name="T10" fmla="*/ 455 w 596"/>
                <a:gd name="T11" fmla="*/ 209 h 214"/>
                <a:gd name="T12" fmla="*/ 440 w 596"/>
                <a:gd name="T13" fmla="*/ 195 h 214"/>
                <a:gd name="T14" fmla="*/ 489 w 596"/>
                <a:gd name="T15" fmla="*/ 0 h 214"/>
                <a:gd name="T16" fmla="*/ 474 w 596"/>
                <a:gd name="T17" fmla="*/ 0 h 214"/>
                <a:gd name="T18" fmla="*/ 397 w 596"/>
                <a:gd name="T19" fmla="*/ 58 h 214"/>
                <a:gd name="T20" fmla="*/ 198 w 596"/>
                <a:gd name="T21" fmla="*/ 58 h 214"/>
                <a:gd name="T22" fmla="*/ 122 w 596"/>
                <a:gd name="T23" fmla="*/ 0 h 214"/>
                <a:gd name="T24" fmla="*/ 107 w 596"/>
                <a:gd name="T25" fmla="*/ 0 h 214"/>
                <a:gd name="T26" fmla="*/ 0 w 596"/>
                <a:gd name="T27" fmla="*/ 107 h 214"/>
                <a:gd name="T28" fmla="*/ 107 w 596"/>
                <a:gd name="T29" fmla="*/ 214 h 214"/>
                <a:gd name="T30" fmla="*/ 127 w 596"/>
                <a:gd name="T31" fmla="*/ 214 h 214"/>
                <a:gd name="T32" fmla="*/ 126 w 596"/>
                <a:gd name="T33" fmla="*/ 209 h 214"/>
                <a:gd name="T34" fmla="*/ 155 w 596"/>
                <a:gd name="T35" fmla="*/ 180 h 214"/>
                <a:gd name="T36" fmla="*/ 440 w 596"/>
                <a:gd name="T37" fmla="*/ 180 h 214"/>
                <a:gd name="T38" fmla="*/ 469 w 596"/>
                <a:gd name="T39" fmla="*/ 209 h 214"/>
                <a:gd name="T40" fmla="*/ 469 w 596"/>
                <a:gd name="T41" fmla="*/ 214 h 214"/>
                <a:gd name="T42" fmla="*/ 489 w 596"/>
                <a:gd name="T43" fmla="*/ 214 h 214"/>
                <a:gd name="T44" fmla="*/ 596 w 596"/>
                <a:gd name="T45" fmla="*/ 107 h 214"/>
                <a:gd name="T46" fmla="*/ 489 w 596"/>
                <a:gd name="T47" fmla="*/ 0 h 214"/>
                <a:gd name="T48" fmla="*/ 411 w 596"/>
                <a:gd name="T49" fmla="*/ 92 h 214"/>
                <a:gd name="T50" fmla="*/ 365 w 596"/>
                <a:gd name="T51" fmla="*/ 92 h 214"/>
                <a:gd name="T52" fmla="*/ 355 w 596"/>
                <a:gd name="T53" fmla="*/ 83 h 214"/>
                <a:gd name="T54" fmla="*/ 365 w 596"/>
                <a:gd name="T55" fmla="*/ 73 h 214"/>
                <a:gd name="T56" fmla="*/ 411 w 596"/>
                <a:gd name="T57" fmla="*/ 73 h 214"/>
                <a:gd name="T58" fmla="*/ 421 w 596"/>
                <a:gd name="T59" fmla="*/ 83 h 214"/>
                <a:gd name="T60" fmla="*/ 411 w 596"/>
                <a:gd name="T61" fmla="*/ 92 h 214"/>
                <a:gd name="T62" fmla="*/ 453 w 596"/>
                <a:gd name="T63" fmla="*/ 101 h 214"/>
                <a:gd name="T64" fmla="*/ 435 w 596"/>
                <a:gd name="T65" fmla="*/ 83 h 214"/>
                <a:gd name="T66" fmla="*/ 453 w 596"/>
                <a:gd name="T67" fmla="*/ 65 h 214"/>
                <a:gd name="T68" fmla="*/ 471 w 596"/>
                <a:gd name="T69" fmla="*/ 83 h 214"/>
                <a:gd name="T70" fmla="*/ 453 w 596"/>
                <a:gd name="T71" fmla="*/ 101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96" h="214">
                  <a:moveTo>
                    <a:pt x="440" y="195"/>
                  </a:moveTo>
                  <a:cubicBezTo>
                    <a:pt x="155" y="195"/>
                    <a:pt x="155" y="195"/>
                    <a:pt x="155" y="195"/>
                  </a:cubicBezTo>
                  <a:cubicBezTo>
                    <a:pt x="147" y="195"/>
                    <a:pt x="141" y="201"/>
                    <a:pt x="141" y="209"/>
                  </a:cubicBezTo>
                  <a:cubicBezTo>
                    <a:pt x="141" y="211"/>
                    <a:pt x="141" y="212"/>
                    <a:pt x="142" y="214"/>
                  </a:cubicBezTo>
                  <a:cubicBezTo>
                    <a:pt x="454" y="214"/>
                    <a:pt x="454" y="214"/>
                    <a:pt x="454" y="214"/>
                  </a:cubicBezTo>
                  <a:cubicBezTo>
                    <a:pt x="455" y="212"/>
                    <a:pt x="455" y="211"/>
                    <a:pt x="455" y="209"/>
                  </a:cubicBezTo>
                  <a:cubicBezTo>
                    <a:pt x="455" y="201"/>
                    <a:pt x="448" y="195"/>
                    <a:pt x="440" y="195"/>
                  </a:cubicBezTo>
                  <a:close/>
                  <a:moveTo>
                    <a:pt x="489" y="0"/>
                  </a:moveTo>
                  <a:cubicBezTo>
                    <a:pt x="474" y="0"/>
                    <a:pt x="474" y="0"/>
                    <a:pt x="474" y="0"/>
                  </a:cubicBezTo>
                  <a:cubicBezTo>
                    <a:pt x="464" y="33"/>
                    <a:pt x="434" y="58"/>
                    <a:pt x="397" y="58"/>
                  </a:cubicBezTo>
                  <a:cubicBezTo>
                    <a:pt x="198" y="58"/>
                    <a:pt x="198" y="58"/>
                    <a:pt x="198" y="58"/>
                  </a:cubicBezTo>
                  <a:cubicBezTo>
                    <a:pt x="162" y="58"/>
                    <a:pt x="131" y="33"/>
                    <a:pt x="122" y="0"/>
                  </a:cubicBezTo>
                  <a:cubicBezTo>
                    <a:pt x="107" y="0"/>
                    <a:pt x="107" y="0"/>
                    <a:pt x="107" y="0"/>
                  </a:cubicBezTo>
                  <a:cubicBezTo>
                    <a:pt x="48" y="0"/>
                    <a:pt x="0" y="48"/>
                    <a:pt x="0" y="107"/>
                  </a:cubicBezTo>
                  <a:cubicBezTo>
                    <a:pt x="0" y="166"/>
                    <a:pt x="48" y="214"/>
                    <a:pt x="107" y="214"/>
                  </a:cubicBezTo>
                  <a:cubicBezTo>
                    <a:pt x="127" y="214"/>
                    <a:pt x="127" y="214"/>
                    <a:pt x="127" y="214"/>
                  </a:cubicBezTo>
                  <a:cubicBezTo>
                    <a:pt x="127" y="212"/>
                    <a:pt x="126" y="211"/>
                    <a:pt x="126" y="209"/>
                  </a:cubicBezTo>
                  <a:cubicBezTo>
                    <a:pt x="126" y="193"/>
                    <a:pt x="139" y="180"/>
                    <a:pt x="155" y="180"/>
                  </a:cubicBezTo>
                  <a:cubicBezTo>
                    <a:pt x="440" y="180"/>
                    <a:pt x="440" y="180"/>
                    <a:pt x="440" y="180"/>
                  </a:cubicBezTo>
                  <a:cubicBezTo>
                    <a:pt x="456" y="180"/>
                    <a:pt x="469" y="193"/>
                    <a:pt x="469" y="209"/>
                  </a:cubicBezTo>
                  <a:cubicBezTo>
                    <a:pt x="469" y="211"/>
                    <a:pt x="469" y="212"/>
                    <a:pt x="469" y="214"/>
                  </a:cubicBezTo>
                  <a:cubicBezTo>
                    <a:pt x="489" y="214"/>
                    <a:pt x="489" y="214"/>
                    <a:pt x="489" y="214"/>
                  </a:cubicBezTo>
                  <a:cubicBezTo>
                    <a:pt x="548" y="214"/>
                    <a:pt x="596" y="166"/>
                    <a:pt x="596" y="107"/>
                  </a:cubicBezTo>
                  <a:cubicBezTo>
                    <a:pt x="596" y="48"/>
                    <a:pt x="548" y="0"/>
                    <a:pt x="489" y="0"/>
                  </a:cubicBezTo>
                  <a:close/>
                  <a:moveTo>
                    <a:pt x="411" y="92"/>
                  </a:moveTo>
                  <a:cubicBezTo>
                    <a:pt x="365" y="92"/>
                    <a:pt x="365" y="92"/>
                    <a:pt x="365" y="92"/>
                  </a:cubicBezTo>
                  <a:cubicBezTo>
                    <a:pt x="359" y="92"/>
                    <a:pt x="355" y="88"/>
                    <a:pt x="355" y="83"/>
                  </a:cubicBezTo>
                  <a:cubicBezTo>
                    <a:pt x="355" y="78"/>
                    <a:pt x="359" y="73"/>
                    <a:pt x="365" y="73"/>
                  </a:cubicBezTo>
                  <a:cubicBezTo>
                    <a:pt x="411" y="73"/>
                    <a:pt x="411" y="73"/>
                    <a:pt x="411" y="73"/>
                  </a:cubicBezTo>
                  <a:cubicBezTo>
                    <a:pt x="416" y="73"/>
                    <a:pt x="421" y="78"/>
                    <a:pt x="421" y="83"/>
                  </a:cubicBezTo>
                  <a:cubicBezTo>
                    <a:pt x="421" y="88"/>
                    <a:pt x="416" y="92"/>
                    <a:pt x="411" y="92"/>
                  </a:cubicBezTo>
                  <a:close/>
                  <a:moveTo>
                    <a:pt x="453" y="101"/>
                  </a:moveTo>
                  <a:cubicBezTo>
                    <a:pt x="444" y="101"/>
                    <a:pt x="435" y="93"/>
                    <a:pt x="435" y="83"/>
                  </a:cubicBezTo>
                  <a:cubicBezTo>
                    <a:pt x="435" y="73"/>
                    <a:pt x="444" y="65"/>
                    <a:pt x="453" y="65"/>
                  </a:cubicBezTo>
                  <a:cubicBezTo>
                    <a:pt x="463" y="65"/>
                    <a:pt x="471" y="73"/>
                    <a:pt x="471" y="83"/>
                  </a:cubicBezTo>
                  <a:cubicBezTo>
                    <a:pt x="471" y="93"/>
                    <a:pt x="463" y="101"/>
                    <a:pt x="453" y="10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 name="Freeform 23"/>
            <p:cNvSpPr>
              <a:spLocks/>
            </p:cNvSpPr>
            <p:nvPr/>
          </p:nvSpPr>
          <p:spPr bwMode="auto">
            <a:xfrm>
              <a:off x="8069262" y="923131"/>
              <a:ext cx="601663" cy="47625"/>
            </a:xfrm>
            <a:custGeom>
              <a:avLst/>
              <a:gdLst>
                <a:gd name="T0" fmla="*/ 224 w 224"/>
                <a:gd name="T1" fmla="*/ 9 h 18"/>
                <a:gd name="T2" fmla="*/ 215 w 224"/>
                <a:gd name="T3" fmla="*/ 18 h 18"/>
                <a:gd name="T4" fmla="*/ 9 w 224"/>
                <a:gd name="T5" fmla="*/ 18 h 18"/>
                <a:gd name="T6" fmla="*/ 0 w 224"/>
                <a:gd name="T7" fmla="*/ 9 h 18"/>
                <a:gd name="T8" fmla="*/ 0 w 224"/>
                <a:gd name="T9" fmla="*/ 9 h 18"/>
                <a:gd name="T10" fmla="*/ 9 w 224"/>
                <a:gd name="T11" fmla="*/ 0 h 18"/>
                <a:gd name="T12" fmla="*/ 215 w 224"/>
                <a:gd name="T13" fmla="*/ 0 h 18"/>
                <a:gd name="T14" fmla="*/ 224 w 224"/>
                <a:gd name="T15" fmla="*/ 9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4" h="18">
                  <a:moveTo>
                    <a:pt x="224" y="9"/>
                  </a:moveTo>
                  <a:cubicBezTo>
                    <a:pt x="224" y="14"/>
                    <a:pt x="220" y="18"/>
                    <a:pt x="215" y="18"/>
                  </a:cubicBezTo>
                  <a:cubicBezTo>
                    <a:pt x="9" y="18"/>
                    <a:pt x="9" y="18"/>
                    <a:pt x="9" y="18"/>
                  </a:cubicBezTo>
                  <a:cubicBezTo>
                    <a:pt x="4" y="18"/>
                    <a:pt x="0" y="14"/>
                    <a:pt x="0" y="9"/>
                  </a:cubicBezTo>
                  <a:cubicBezTo>
                    <a:pt x="0" y="9"/>
                    <a:pt x="0" y="9"/>
                    <a:pt x="0" y="9"/>
                  </a:cubicBezTo>
                  <a:cubicBezTo>
                    <a:pt x="0" y="4"/>
                    <a:pt x="4" y="0"/>
                    <a:pt x="9" y="0"/>
                  </a:cubicBezTo>
                  <a:cubicBezTo>
                    <a:pt x="215" y="0"/>
                    <a:pt x="215" y="0"/>
                    <a:pt x="215" y="0"/>
                  </a:cubicBezTo>
                  <a:cubicBezTo>
                    <a:pt x="220" y="0"/>
                    <a:pt x="224" y="4"/>
                    <a:pt x="22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 name="Freeform 24"/>
            <p:cNvSpPr>
              <a:spLocks/>
            </p:cNvSpPr>
            <p:nvPr/>
          </p:nvSpPr>
          <p:spPr bwMode="auto">
            <a:xfrm>
              <a:off x="8069262" y="807244"/>
              <a:ext cx="477838" cy="49213"/>
            </a:xfrm>
            <a:custGeom>
              <a:avLst/>
              <a:gdLst>
                <a:gd name="T0" fmla="*/ 178 w 178"/>
                <a:gd name="T1" fmla="*/ 9 h 18"/>
                <a:gd name="T2" fmla="*/ 169 w 178"/>
                <a:gd name="T3" fmla="*/ 18 h 18"/>
                <a:gd name="T4" fmla="*/ 9 w 178"/>
                <a:gd name="T5" fmla="*/ 18 h 18"/>
                <a:gd name="T6" fmla="*/ 0 w 178"/>
                <a:gd name="T7" fmla="*/ 9 h 18"/>
                <a:gd name="T8" fmla="*/ 0 w 178"/>
                <a:gd name="T9" fmla="*/ 9 h 18"/>
                <a:gd name="T10" fmla="*/ 9 w 178"/>
                <a:gd name="T11" fmla="*/ 0 h 18"/>
                <a:gd name="T12" fmla="*/ 169 w 178"/>
                <a:gd name="T13" fmla="*/ 0 h 18"/>
                <a:gd name="T14" fmla="*/ 178 w 178"/>
                <a:gd name="T15" fmla="*/ 9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8" h="18">
                  <a:moveTo>
                    <a:pt x="178" y="9"/>
                  </a:moveTo>
                  <a:cubicBezTo>
                    <a:pt x="178" y="14"/>
                    <a:pt x="174" y="18"/>
                    <a:pt x="169" y="18"/>
                  </a:cubicBezTo>
                  <a:cubicBezTo>
                    <a:pt x="9" y="18"/>
                    <a:pt x="9" y="18"/>
                    <a:pt x="9" y="18"/>
                  </a:cubicBezTo>
                  <a:cubicBezTo>
                    <a:pt x="4" y="18"/>
                    <a:pt x="0" y="14"/>
                    <a:pt x="0" y="9"/>
                  </a:cubicBezTo>
                  <a:cubicBezTo>
                    <a:pt x="0" y="9"/>
                    <a:pt x="0" y="9"/>
                    <a:pt x="0" y="9"/>
                  </a:cubicBezTo>
                  <a:cubicBezTo>
                    <a:pt x="0" y="4"/>
                    <a:pt x="4" y="0"/>
                    <a:pt x="9" y="0"/>
                  </a:cubicBezTo>
                  <a:cubicBezTo>
                    <a:pt x="169" y="0"/>
                    <a:pt x="169" y="0"/>
                    <a:pt x="169" y="0"/>
                  </a:cubicBezTo>
                  <a:cubicBezTo>
                    <a:pt x="174" y="0"/>
                    <a:pt x="178" y="4"/>
                    <a:pt x="178"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 name="Freeform 25"/>
            <p:cNvSpPr>
              <a:spLocks/>
            </p:cNvSpPr>
            <p:nvPr/>
          </p:nvSpPr>
          <p:spPr bwMode="auto">
            <a:xfrm>
              <a:off x="8069262" y="1039019"/>
              <a:ext cx="601663" cy="47625"/>
            </a:xfrm>
            <a:custGeom>
              <a:avLst/>
              <a:gdLst>
                <a:gd name="T0" fmla="*/ 224 w 224"/>
                <a:gd name="T1" fmla="*/ 9 h 18"/>
                <a:gd name="T2" fmla="*/ 215 w 224"/>
                <a:gd name="T3" fmla="*/ 18 h 18"/>
                <a:gd name="T4" fmla="*/ 9 w 224"/>
                <a:gd name="T5" fmla="*/ 18 h 18"/>
                <a:gd name="T6" fmla="*/ 0 w 224"/>
                <a:gd name="T7" fmla="*/ 9 h 18"/>
                <a:gd name="T8" fmla="*/ 0 w 224"/>
                <a:gd name="T9" fmla="*/ 9 h 18"/>
                <a:gd name="T10" fmla="*/ 9 w 224"/>
                <a:gd name="T11" fmla="*/ 0 h 18"/>
                <a:gd name="T12" fmla="*/ 215 w 224"/>
                <a:gd name="T13" fmla="*/ 0 h 18"/>
                <a:gd name="T14" fmla="*/ 224 w 224"/>
                <a:gd name="T15" fmla="*/ 9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4" h="18">
                  <a:moveTo>
                    <a:pt x="224" y="9"/>
                  </a:moveTo>
                  <a:cubicBezTo>
                    <a:pt x="224" y="14"/>
                    <a:pt x="220" y="18"/>
                    <a:pt x="215" y="18"/>
                  </a:cubicBezTo>
                  <a:cubicBezTo>
                    <a:pt x="9" y="18"/>
                    <a:pt x="9" y="18"/>
                    <a:pt x="9" y="18"/>
                  </a:cubicBezTo>
                  <a:cubicBezTo>
                    <a:pt x="4" y="18"/>
                    <a:pt x="0" y="14"/>
                    <a:pt x="0" y="9"/>
                  </a:cubicBezTo>
                  <a:cubicBezTo>
                    <a:pt x="0" y="9"/>
                    <a:pt x="0" y="9"/>
                    <a:pt x="0" y="9"/>
                  </a:cubicBezTo>
                  <a:cubicBezTo>
                    <a:pt x="0" y="4"/>
                    <a:pt x="4" y="0"/>
                    <a:pt x="9" y="0"/>
                  </a:cubicBezTo>
                  <a:cubicBezTo>
                    <a:pt x="215" y="0"/>
                    <a:pt x="215" y="0"/>
                    <a:pt x="215" y="0"/>
                  </a:cubicBezTo>
                  <a:cubicBezTo>
                    <a:pt x="220" y="0"/>
                    <a:pt x="224" y="4"/>
                    <a:pt x="22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 name="Freeform 26"/>
            <p:cNvSpPr>
              <a:spLocks/>
            </p:cNvSpPr>
            <p:nvPr/>
          </p:nvSpPr>
          <p:spPr bwMode="auto">
            <a:xfrm>
              <a:off x="8069262" y="1153319"/>
              <a:ext cx="601663" cy="49213"/>
            </a:xfrm>
            <a:custGeom>
              <a:avLst/>
              <a:gdLst>
                <a:gd name="T0" fmla="*/ 224 w 224"/>
                <a:gd name="T1" fmla="*/ 9 h 18"/>
                <a:gd name="T2" fmla="*/ 215 w 224"/>
                <a:gd name="T3" fmla="*/ 18 h 18"/>
                <a:gd name="T4" fmla="*/ 9 w 224"/>
                <a:gd name="T5" fmla="*/ 18 h 18"/>
                <a:gd name="T6" fmla="*/ 0 w 224"/>
                <a:gd name="T7" fmla="*/ 9 h 18"/>
                <a:gd name="T8" fmla="*/ 0 w 224"/>
                <a:gd name="T9" fmla="*/ 9 h 18"/>
                <a:gd name="T10" fmla="*/ 9 w 224"/>
                <a:gd name="T11" fmla="*/ 0 h 18"/>
                <a:gd name="T12" fmla="*/ 215 w 224"/>
                <a:gd name="T13" fmla="*/ 0 h 18"/>
                <a:gd name="T14" fmla="*/ 224 w 224"/>
                <a:gd name="T15" fmla="*/ 9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4" h="18">
                  <a:moveTo>
                    <a:pt x="224" y="9"/>
                  </a:moveTo>
                  <a:cubicBezTo>
                    <a:pt x="224" y="14"/>
                    <a:pt x="220" y="18"/>
                    <a:pt x="215" y="18"/>
                  </a:cubicBezTo>
                  <a:cubicBezTo>
                    <a:pt x="9" y="18"/>
                    <a:pt x="9" y="18"/>
                    <a:pt x="9" y="18"/>
                  </a:cubicBezTo>
                  <a:cubicBezTo>
                    <a:pt x="4" y="18"/>
                    <a:pt x="0" y="14"/>
                    <a:pt x="0" y="9"/>
                  </a:cubicBezTo>
                  <a:cubicBezTo>
                    <a:pt x="0" y="9"/>
                    <a:pt x="0" y="9"/>
                    <a:pt x="0" y="9"/>
                  </a:cubicBezTo>
                  <a:cubicBezTo>
                    <a:pt x="0" y="4"/>
                    <a:pt x="4" y="0"/>
                    <a:pt x="9" y="0"/>
                  </a:cubicBezTo>
                  <a:cubicBezTo>
                    <a:pt x="215" y="0"/>
                    <a:pt x="215" y="0"/>
                    <a:pt x="215" y="0"/>
                  </a:cubicBezTo>
                  <a:cubicBezTo>
                    <a:pt x="220" y="0"/>
                    <a:pt x="224" y="4"/>
                    <a:pt x="22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 name="Freeform 27"/>
            <p:cNvSpPr>
              <a:spLocks/>
            </p:cNvSpPr>
            <p:nvPr/>
          </p:nvSpPr>
          <p:spPr bwMode="auto">
            <a:xfrm>
              <a:off x="8069262" y="1269206"/>
              <a:ext cx="601663" cy="47625"/>
            </a:xfrm>
            <a:custGeom>
              <a:avLst/>
              <a:gdLst>
                <a:gd name="T0" fmla="*/ 224 w 224"/>
                <a:gd name="T1" fmla="*/ 9 h 18"/>
                <a:gd name="T2" fmla="*/ 215 w 224"/>
                <a:gd name="T3" fmla="*/ 18 h 18"/>
                <a:gd name="T4" fmla="*/ 9 w 224"/>
                <a:gd name="T5" fmla="*/ 18 h 18"/>
                <a:gd name="T6" fmla="*/ 0 w 224"/>
                <a:gd name="T7" fmla="*/ 9 h 18"/>
                <a:gd name="T8" fmla="*/ 0 w 224"/>
                <a:gd name="T9" fmla="*/ 9 h 18"/>
                <a:gd name="T10" fmla="*/ 9 w 224"/>
                <a:gd name="T11" fmla="*/ 0 h 18"/>
                <a:gd name="T12" fmla="*/ 215 w 224"/>
                <a:gd name="T13" fmla="*/ 0 h 18"/>
                <a:gd name="T14" fmla="*/ 224 w 224"/>
                <a:gd name="T15" fmla="*/ 9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4" h="18">
                  <a:moveTo>
                    <a:pt x="224" y="9"/>
                  </a:moveTo>
                  <a:cubicBezTo>
                    <a:pt x="224" y="14"/>
                    <a:pt x="220" y="18"/>
                    <a:pt x="215" y="18"/>
                  </a:cubicBezTo>
                  <a:cubicBezTo>
                    <a:pt x="9" y="18"/>
                    <a:pt x="9" y="18"/>
                    <a:pt x="9" y="18"/>
                  </a:cubicBezTo>
                  <a:cubicBezTo>
                    <a:pt x="4" y="18"/>
                    <a:pt x="0" y="14"/>
                    <a:pt x="0" y="9"/>
                  </a:cubicBezTo>
                  <a:cubicBezTo>
                    <a:pt x="0" y="9"/>
                    <a:pt x="0" y="9"/>
                    <a:pt x="0" y="9"/>
                  </a:cubicBezTo>
                  <a:cubicBezTo>
                    <a:pt x="0" y="4"/>
                    <a:pt x="4" y="0"/>
                    <a:pt x="9" y="0"/>
                  </a:cubicBezTo>
                  <a:cubicBezTo>
                    <a:pt x="215" y="0"/>
                    <a:pt x="215" y="0"/>
                    <a:pt x="215" y="0"/>
                  </a:cubicBezTo>
                  <a:cubicBezTo>
                    <a:pt x="220" y="0"/>
                    <a:pt x="224" y="4"/>
                    <a:pt x="22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17" name="组合 416"/>
          <p:cNvGrpSpPr/>
          <p:nvPr/>
        </p:nvGrpSpPr>
        <p:grpSpPr>
          <a:xfrm>
            <a:off x="10711871" y="147561"/>
            <a:ext cx="333706" cy="310785"/>
            <a:chOff x="10044112" y="643731"/>
            <a:chExt cx="1363663" cy="1270000"/>
          </a:xfrm>
          <a:solidFill>
            <a:srgbClr val="707E84"/>
          </a:solidFill>
        </p:grpSpPr>
        <p:sp>
          <p:nvSpPr>
            <p:cNvPr id="418" name="Freeform 28"/>
            <p:cNvSpPr>
              <a:spLocks noEditPoints="1"/>
            </p:cNvSpPr>
            <p:nvPr/>
          </p:nvSpPr>
          <p:spPr bwMode="auto">
            <a:xfrm>
              <a:off x="10629900" y="1159669"/>
              <a:ext cx="574675" cy="574675"/>
            </a:xfrm>
            <a:custGeom>
              <a:avLst/>
              <a:gdLst>
                <a:gd name="T0" fmla="*/ 107 w 214"/>
                <a:gd name="T1" fmla="*/ 0 h 214"/>
                <a:gd name="T2" fmla="*/ 0 w 214"/>
                <a:gd name="T3" fmla="*/ 107 h 214"/>
                <a:gd name="T4" fmla="*/ 107 w 214"/>
                <a:gd name="T5" fmla="*/ 214 h 214"/>
                <a:gd name="T6" fmla="*/ 214 w 214"/>
                <a:gd name="T7" fmla="*/ 107 h 214"/>
                <a:gd name="T8" fmla="*/ 107 w 214"/>
                <a:gd name="T9" fmla="*/ 0 h 214"/>
                <a:gd name="T10" fmla="*/ 121 w 214"/>
                <a:gd name="T11" fmla="*/ 32 h 214"/>
                <a:gd name="T12" fmla="*/ 114 w 214"/>
                <a:gd name="T13" fmla="*/ 22 h 214"/>
                <a:gd name="T14" fmla="*/ 124 w 214"/>
                <a:gd name="T15" fmla="*/ 14 h 214"/>
                <a:gd name="T16" fmla="*/ 199 w 214"/>
                <a:gd name="T17" fmla="*/ 88 h 214"/>
                <a:gd name="T18" fmla="*/ 192 w 214"/>
                <a:gd name="T19" fmla="*/ 98 h 214"/>
                <a:gd name="T20" fmla="*/ 190 w 214"/>
                <a:gd name="T21" fmla="*/ 98 h 214"/>
                <a:gd name="T22" fmla="*/ 182 w 214"/>
                <a:gd name="T23" fmla="*/ 91 h 214"/>
                <a:gd name="T24" fmla="*/ 121 w 214"/>
                <a:gd name="T25" fmla="*/ 32 h 214"/>
                <a:gd name="T26" fmla="*/ 191 w 214"/>
                <a:gd name="T27" fmla="*/ 125 h 214"/>
                <a:gd name="T28" fmla="*/ 182 w 214"/>
                <a:gd name="T29" fmla="*/ 116 h 214"/>
                <a:gd name="T30" fmla="*/ 191 w 214"/>
                <a:gd name="T31" fmla="*/ 107 h 214"/>
                <a:gd name="T32" fmla="*/ 200 w 214"/>
                <a:gd name="T33" fmla="*/ 116 h 214"/>
                <a:gd name="T34" fmla="*/ 191 w 214"/>
                <a:gd name="T35" fmla="*/ 125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4" h="214">
                  <a:moveTo>
                    <a:pt x="107" y="0"/>
                  </a:moveTo>
                  <a:cubicBezTo>
                    <a:pt x="48" y="0"/>
                    <a:pt x="0" y="48"/>
                    <a:pt x="0" y="107"/>
                  </a:cubicBezTo>
                  <a:cubicBezTo>
                    <a:pt x="0" y="166"/>
                    <a:pt x="48" y="214"/>
                    <a:pt x="107" y="214"/>
                  </a:cubicBezTo>
                  <a:cubicBezTo>
                    <a:pt x="166" y="214"/>
                    <a:pt x="214" y="166"/>
                    <a:pt x="214" y="107"/>
                  </a:cubicBezTo>
                  <a:cubicBezTo>
                    <a:pt x="214" y="48"/>
                    <a:pt x="166" y="0"/>
                    <a:pt x="107" y="0"/>
                  </a:cubicBezTo>
                  <a:close/>
                  <a:moveTo>
                    <a:pt x="121" y="32"/>
                  </a:moveTo>
                  <a:cubicBezTo>
                    <a:pt x="116" y="31"/>
                    <a:pt x="113" y="27"/>
                    <a:pt x="114" y="22"/>
                  </a:cubicBezTo>
                  <a:cubicBezTo>
                    <a:pt x="115" y="17"/>
                    <a:pt x="119" y="14"/>
                    <a:pt x="124" y="14"/>
                  </a:cubicBezTo>
                  <a:cubicBezTo>
                    <a:pt x="162" y="21"/>
                    <a:pt x="191" y="50"/>
                    <a:pt x="199" y="88"/>
                  </a:cubicBezTo>
                  <a:cubicBezTo>
                    <a:pt x="200" y="92"/>
                    <a:pt x="197" y="97"/>
                    <a:pt x="192" y="98"/>
                  </a:cubicBezTo>
                  <a:cubicBezTo>
                    <a:pt x="192" y="98"/>
                    <a:pt x="191" y="98"/>
                    <a:pt x="190" y="98"/>
                  </a:cubicBezTo>
                  <a:cubicBezTo>
                    <a:pt x="186" y="98"/>
                    <a:pt x="182" y="95"/>
                    <a:pt x="182" y="91"/>
                  </a:cubicBezTo>
                  <a:cubicBezTo>
                    <a:pt x="175" y="61"/>
                    <a:pt x="151" y="38"/>
                    <a:pt x="121" y="32"/>
                  </a:cubicBezTo>
                  <a:close/>
                  <a:moveTo>
                    <a:pt x="191" y="125"/>
                  </a:moveTo>
                  <a:cubicBezTo>
                    <a:pt x="186" y="125"/>
                    <a:pt x="182" y="121"/>
                    <a:pt x="182" y="116"/>
                  </a:cubicBezTo>
                  <a:cubicBezTo>
                    <a:pt x="182" y="111"/>
                    <a:pt x="186" y="107"/>
                    <a:pt x="191" y="107"/>
                  </a:cubicBezTo>
                  <a:cubicBezTo>
                    <a:pt x="196" y="107"/>
                    <a:pt x="200" y="111"/>
                    <a:pt x="200" y="116"/>
                  </a:cubicBezTo>
                  <a:cubicBezTo>
                    <a:pt x="200" y="121"/>
                    <a:pt x="196" y="125"/>
                    <a:pt x="191" y="1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 name="Freeform 29"/>
            <p:cNvSpPr>
              <a:spLocks noEditPoints="1"/>
            </p:cNvSpPr>
            <p:nvPr/>
          </p:nvSpPr>
          <p:spPr bwMode="auto">
            <a:xfrm>
              <a:off x="10044112" y="954881"/>
              <a:ext cx="1363663" cy="958850"/>
            </a:xfrm>
            <a:custGeom>
              <a:avLst/>
              <a:gdLst>
                <a:gd name="T0" fmla="*/ 418 w 508"/>
                <a:gd name="T1" fmla="*/ 0 h 357"/>
                <a:gd name="T2" fmla="*/ 90 w 508"/>
                <a:gd name="T3" fmla="*/ 0 h 357"/>
                <a:gd name="T4" fmla="*/ 0 w 508"/>
                <a:gd name="T5" fmla="*/ 90 h 357"/>
                <a:gd name="T6" fmla="*/ 0 w 508"/>
                <a:gd name="T7" fmla="*/ 268 h 357"/>
                <a:gd name="T8" fmla="*/ 90 w 508"/>
                <a:gd name="T9" fmla="*/ 357 h 357"/>
                <a:gd name="T10" fmla="*/ 418 w 508"/>
                <a:gd name="T11" fmla="*/ 357 h 357"/>
                <a:gd name="T12" fmla="*/ 508 w 508"/>
                <a:gd name="T13" fmla="*/ 268 h 357"/>
                <a:gd name="T14" fmla="*/ 508 w 508"/>
                <a:gd name="T15" fmla="*/ 90 h 357"/>
                <a:gd name="T16" fmla="*/ 418 w 508"/>
                <a:gd name="T17" fmla="*/ 0 h 357"/>
                <a:gd name="T18" fmla="*/ 121 w 508"/>
                <a:gd name="T19" fmla="*/ 271 h 357"/>
                <a:gd name="T20" fmla="*/ 108 w 508"/>
                <a:gd name="T21" fmla="*/ 284 h 357"/>
                <a:gd name="T22" fmla="*/ 56 w 508"/>
                <a:gd name="T23" fmla="*/ 284 h 357"/>
                <a:gd name="T24" fmla="*/ 43 w 508"/>
                <a:gd name="T25" fmla="*/ 271 h 357"/>
                <a:gd name="T26" fmla="*/ 43 w 508"/>
                <a:gd name="T27" fmla="*/ 96 h 357"/>
                <a:gd name="T28" fmla="*/ 56 w 508"/>
                <a:gd name="T29" fmla="*/ 82 h 357"/>
                <a:gd name="T30" fmla="*/ 108 w 508"/>
                <a:gd name="T31" fmla="*/ 82 h 357"/>
                <a:gd name="T32" fmla="*/ 121 w 508"/>
                <a:gd name="T33" fmla="*/ 96 h 357"/>
                <a:gd name="T34" fmla="*/ 121 w 508"/>
                <a:gd name="T35" fmla="*/ 271 h 357"/>
                <a:gd name="T36" fmla="*/ 325 w 508"/>
                <a:gd name="T37" fmla="*/ 321 h 357"/>
                <a:gd name="T38" fmla="*/ 187 w 508"/>
                <a:gd name="T39" fmla="*/ 183 h 357"/>
                <a:gd name="T40" fmla="*/ 325 w 508"/>
                <a:gd name="T41" fmla="*/ 45 h 357"/>
                <a:gd name="T42" fmla="*/ 463 w 508"/>
                <a:gd name="T43" fmla="*/ 183 h 357"/>
                <a:gd name="T44" fmla="*/ 325 w 508"/>
                <a:gd name="T45" fmla="*/ 321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08" h="357">
                  <a:moveTo>
                    <a:pt x="418" y="0"/>
                  </a:moveTo>
                  <a:cubicBezTo>
                    <a:pt x="90" y="0"/>
                    <a:pt x="90" y="0"/>
                    <a:pt x="90" y="0"/>
                  </a:cubicBezTo>
                  <a:cubicBezTo>
                    <a:pt x="40" y="0"/>
                    <a:pt x="0" y="40"/>
                    <a:pt x="0" y="90"/>
                  </a:cubicBezTo>
                  <a:cubicBezTo>
                    <a:pt x="0" y="268"/>
                    <a:pt x="0" y="268"/>
                    <a:pt x="0" y="268"/>
                  </a:cubicBezTo>
                  <a:cubicBezTo>
                    <a:pt x="0" y="317"/>
                    <a:pt x="40" y="357"/>
                    <a:pt x="90" y="357"/>
                  </a:cubicBezTo>
                  <a:cubicBezTo>
                    <a:pt x="418" y="357"/>
                    <a:pt x="418" y="357"/>
                    <a:pt x="418" y="357"/>
                  </a:cubicBezTo>
                  <a:cubicBezTo>
                    <a:pt x="468" y="357"/>
                    <a:pt x="508" y="317"/>
                    <a:pt x="508" y="268"/>
                  </a:cubicBezTo>
                  <a:cubicBezTo>
                    <a:pt x="508" y="90"/>
                    <a:pt x="508" y="90"/>
                    <a:pt x="508" y="90"/>
                  </a:cubicBezTo>
                  <a:cubicBezTo>
                    <a:pt x="508" y="40"/>
                    <a:pt x="468" y="0"/>
                    <a:pt x="418" y="0"/>
                  </a:cubicBezTo>
                  <a:close/>
                  <a:moveTo>
                    <a:pt x="121" y="271"/>
                  </a:moveTo>
                  <a:cubicBezTo>
                    <a:pt x="121" y="278"/>
                    <a:pt x="115" y="284"/>
                    <a:pt x="108" y="284"/>
                  </a:cubicBezTo>
                  <a:cubicBezTo>
                    <a:pt x="56" y="284"/>
                    <a:pt x="56" y="284"/>
                    <a:pt x="56" y="284"/>
                  </a:cubicBezTo>
                  <a:cubicBezTo>
                    <a:pt x="49" y="284"/>
                    <a:pt x="43" y="278"/>
                    <a:pt x="43" y="271"/>
                  </a:cubicBezTo>
                  <a:cubicBezTo>
                    <a:pt x="43" y="96"/>
                    <a:pt x="43" y="96"/>
                    <a:pt x="43" y="96"/>
                  </a:cubicBezTo>
                  <a:cubicBezTo>
                    <a:pt x="43" y="88"/>
                    <a:pt x="49" y="82"/>
                    <a:pt x="56" y="82"/>
                  </a:cubicBezTo>
                  <a:cubicBezTo>
                    <a:pt x="108" y="82"/>
                    <a:pt x="108" y="82"/>
                    <a:pt x="108" y="82"/>
                  </a:cubicBezTo>
                  <a:cubicBezTo>
                    <a:pt x="115" y="82"/>
                    <a:pt x="121" y="88"/>
                    <a:pt x="121" y="96"/>
                  </a:cubicBezTo>
                  <a:lnTo>
                    <a:pt x="121" y="271"/>
                  </a:lnTo>
                  <a:close/>
                  <a:moveTo>
                    <a:pt x="325" y="321"/>
                  </a:moveTo>
                  <a:cubicBezTo>
                    <a:pt x="249" y="321"/>
                    <a:pt x="187" y="259"/>
                    <a:pt x="187" y="183"/>
                  </a:cubicBezTo>
                  <a:cubicBezTo>
                    <a:pt x="187" y="107"/>
                    <a:pt x="249" y="45"/>
                    <a:pt x="325" y="45"/>
                  </a:cubicBezTo>
                  <a:cubicBezTo>
                    <a:pt x="401" y="45"/>
                    <a:pt x="463" y="107"/>
                    <a:pt x="463" y="183"/>
                  </a:cubicBezTo>
                  <a:cubicBezTo>
                    <a:pt x="463" y="259"/>
                    <a:pt x="401" y="321"/>
                    <a:pt x="325" y="3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pic>
          <p:nvPicPr>
            <p:cNvPr id="420" name="Picture 30"/>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863262" y="835819"/>
              <a:ext cx="330200" cy="1127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421" name="Freeform 31"/>
            <p:cNvSpPr>
              <a:spLocks/>
            </p:cNvSpPr>
            <p:nvPr/>
          </p:nvSpPr>
          <p:spPr bwMode="auto">
            <a:xfrm>
              <a:off x="11002962" y="643731"/>
              <a:ext cx="49213" cy="147638"/>
            </a:xfrm>
            <a:custGeom>
              <a:avLst/>
              <a:gdLst>
                <a:gd name="T0" fmla="*/ 4 w 18"/>
                <a:gd name="T1" fmla="*/ 54 h 55"/>
                <a:gd name="T2" fmla="*/ 8 w 18"/>
                <a:gd name="T3" fmla="*/ 54 h 55"/>
                <a:gd name="T4" fmla="*/ 12 w 18"/>
                <a:gd name="T5" fmla="*/ 53 h 55"/>
                <a:gd name="T6" fmla="*/ 18 w 18"/>
                <a:gd name="T7" fmla="*/ 3 h 55"/>
                <a:gd name="T8" fmla="*/ 15 w 18"/>
                <a:gd name="T9" fmla="*/ 1 h 55"/>
                <a:gd name="T10" fmla="*/ 3 w 18"/>
                <a:gd name="T11" fmla="*/ 0 h 55"/>
                <a:gd name="T12" fmla="*/ 0 w 18"/>
                <a:gd name="T13" fmla="*/ 2 h 55"/>
                <a:gd name="T14" fmla="*/ 1 w 18"/>
                <a:gd name="T15" fmla="*/ 52 h 55"/>
                <a:gd name="T16" fmla="*/ 4 w 18"/>
                <a:gd name="T17" fmla="*/ 5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55">
                  <a:moveTo>
                    <a:pt x="4" y="54"/>
                  </a:moveTo>
                  <a:cubicBezTo>
                    <a:pt x="8" y="54"/>
                    <a:pt x="8" y="54"/>
                    <a:pt x="8" y="54"/>
                  </a:cubicBezTo>
                  <a:cubicBezTo>
                    <a:pt x="10" y="55"/>
                    <a:pt x="11" y="54"/>
                    <a:pt x="12" y="53"/>
                  </a:cubicBezTo>
                  <a:cubicBezTo>
                    <a:pt x="18" y="3"/>
                    <a:pt x="18" y="3"/>
                    <a:pt x="18" y="3"/>
                  </a:cubicBezTo>
                  <a:cubicBezTo>
                    <a:pt x="18" y="2"/>
                    <a:pt x="16" y="1"/>
                    <a:pt x="15" y="1"/>
                  </a:cubicBezTo>
                  <a:cubicBezTo>
                    <a:pt x="3" y="0"/>
                    <a:pt x="3" y="0"/>
                    <a:pt x="3" y="0"/>
                  </a:cubicBezTo>
                  <a:cubicBezTo>
                    <a:pt x="2" y="0"/>
                    <a:pt x="0" y="1"/>
                    <a:pt x="0" y="2"/>
                  </a:cubicBezTo>
                  <a:cubicBezTo>
                    <a:pt x="1" y="52"/>
                    <a:pt x="1" y="52"/>
                    <a:pt x="1" y="52"/>
                  </a:cubicBezTo>
                  <a:cubicBezTo>
                    <a:pt x="1" y="53"/>
                    <a:pt x="2" y="54"/>
                    <a:pt x="4"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 name="Freeform 32"/>
            <p:cNvSpPr>
              <a:spLocks/>
            </p:cNvSpPr>
            <p:nvPr/>
          </p:nvSpPr>
          <p:spPr bwMode="auto">
            <a:xfrm>
              <a:off x="11099800" y="691356"/>
              <a:ext cx="125413" cy="127000"/>
            </a:xfrm>
            <a:custGeom>
              <a:avLst/>
              <a:gdLst>
                <a:gd name="T0" fmla="*/ 45 w 47"/>
                <a:gd name="T1" fmla="*/ 10 h 47"/>
                <a:gd name="T2" fmla="*/ 37 w 47"/>
                <a:gd name="T3" fmla="*/ 2 h 47"/>
                <a:gd name="T4" fmla="*/ 33 w 47"/>
                <a:gd name="T5" fmla="*/ 1 h 47"/>
                <a:gd name="T6" fmla="*/ 1 w 47"/>
                <a:gd name="T7" fmla="*/ 39 h 47"/>
                <a:gd name="T8" fmla="*/ 2 w 47"/>
                <a:gd name="T9" fmla="*/ 43 h 47"/>
                <a:gd name="T10" fmla="*/ 5 w 47"/>
                <a:gd name="T11" fmla="*/ 46 h 47"/>
                <a:gd name="T12" fmla="*/ 8 w 47"/>
                <a:gd name="T13" fmla="*/ 47 h 47"/>
                <a:gd name="T14" fmla="*/ 46 w 47"/>
                <a:gd name="T15" fmla="*/ 13 h 47"/>
                <a:gd name="T16" fmla="*/ 45 w 47"/>
                <a:gd name="T17" fmla="*/ 1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47">
                  <a:moveTo>
                    <a:pt x="45" y="10"/>
                  </a:moveTo>
                  <a:cubicBezTo>
                    <a:pt x="37" y="2"/>
                    <a:pt x="37" y="2"/>
                    <a:pt x="37" y="2"/>
                  </a:cubicBezTo>
                  <a:cubicBezTo>
                    <a:pt x="36" y="0"/>
                    <a:pt x="34" y="0"/>
                    <a:pt x="33" y="1"/>
                  </a:cubicBezTo>
                  <a:cubicBezTo>
                    <a:pt x="1" y="39"/>
                    <a:pt x="1" y="39"/>
                    <a:pt x="1" y="39"/>
                  </a:cubicBezTo>
                  <a:cubicBezTo>
                    <a:pt x="0" y="40"/>
                    <a:pt x="0" y="42"/>
                    <a:pt x="2" y="43"/>
                  </a:cubicBezTo>
                  <a:cubicBezTo>
                    <a:pt x="5" y="46"/>
                    <a:pt x="5" y="46"/>
                    <a:pt x="5" y="46"/>
                  </a:cubicBezTo>
                  <a:cubicBezTo>
                    <a:pt x="6" y="47"/>
                    <a:pt x="8" y="47"/>
                    <a:pt x="8" y="47"/>
                  </a:cubicBezTo>
                  <a:cubicBezTo>
                    <a:pt x="46" y="13"/>
                    <a:pt x="46" y="13"/>
                    <a:pt x="46" y="13"/>
                  </a:cubicBezTo>
                  <a:cubicBezTo>
                    <a:pt x="47" y="12"/>
                    <a:pt x="46" y="11"/>
                    <a:pt x="45"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 name="Freeform 33"/>
            <p:cNvSpPr>
              <a:spLocks/>
            </p:cNvSpPr>
            <p:nvPr/>
          </p:nvSpPr>
          <p:spPr bwMode="auto">
            <a:xfrm>
              <a:off x="10828337" y="691356"/>
              <a:ext cx="127000" cy="127000"/>
            </a:xfrm>
            <a:custGeom>
              <a:avLst/>
              <a:gdLst>
                <a:gd name="T0" fmla="*/ 2 w 47"/>
                <a:gd name="T1" fmla="*/ 10 h 47"/>
                <a:gd name="T2" fmla="*/ 10 w 47"/>
                <a:gd name="T3" fmla="*/ 2 h 47"/>
                <a:gd name="T4" fmla="*/ 14 w 47"/>
                <a:gd name="T5" fmla="*/ 1 h 47"/>
                <a:gd name="T6" fmla="*/ 46 w 47"/>
                <a:gd name="T7" fmla="*/ 39 h 47"/>
                <a:gd name="T8" fmla="*/ 45 w 47"/>
                <a:gd name="T9" fmla="*/ 43 h 47"/>
                <a:gd name="T10" fmla="*/ 42 w 47"/>
                <a:gd name="T11" fmla="*/ 46 h 47"/>
                <a:gd name="T12" fmla="*/ 38 w 47"/>
                <a:gd name="T13" fmla="*/ 47 h 47"/>
                <a:gd name="T14" fmla="*/ 1 w 47"/>
                <a:gd name="T15" fmla="*/ 13 h 47"/>
                <a:gd name="T16" fmla="*/ 2 w 47"/>
                <a:gd name="T17" fmla="*/ 1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47">
                  <a:moveTo>
                    <a:pt x="2" y="10"/>
                  </a:moveTo>
                  <a:cubicBezTo>
                    <a:pt x="10" y="2"/>
                    <a:pt x="10" y="2"/>
                    <a:pt x="10" y="2"/>
                  </a:cubicBezTo>
                  <a:cubicBezTo>
                    <a:pt x="11" y="0"/>
                    <a:pt x="13" y="0"/>
                    <a:pt x="14" y="1"/>
                  </a:cubicBezTo>
                  <a:cubicBezTo>
                    <a:pt x="46" y="39"/>
                    <a:pt x="46" y="39"/>
                    <a:pt x="46" y="39"/>
                  </a:cubicBezTo>
                  <a:cubicBezTo>
                    <a:pt x="47" y="40"/>
                    <a:pt x="46" y="42"/>
                    <a:pt x="45" y="43"/>
                  </a:cubicBezTo>
                  <a:cubicBezTo>
                    <a:pt x="42" y="46"/>
                    <a:pt x="42" y="46"/>
                    <a:pt x="42" y="46"/>
                  </a:cubicBezTo>
                  <a:cubicBezTo>
                    <a:pt x="41" y="47"/>
                    <a:pt x="39" y="47"/>
                    <a:pt x="38" y="47"/>
                  </a:cubicBezTo>
                  <a:cubicBezTo>
                    <a:pt x="1" y="13"/>
                    <a:pt x="1" y="13"/>
                    <a:pt x="1" y="13"/>
                  </a:cubicBezTo>
                  <a:cubicBezTo>
                    <a:pt x="0" y="12"/>
                    <a:pt x="1" y="11"/>
                    <a:pt x="2"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24" name="组合 423"/>
          <p:cNvGrpSpPr/>
          <p:nvPr/>
        </p:nvGrpSpPr>
        <p:grpSpPr>
          <a:xfrm>
            <a:off x="8723070" y="600817"/>
            <a:ext cx="380712" cy="325547"/>
            <a:chOff x="519112" y="2791619"/>
            <a:chExt cx="1555751" cy="1330325"/>
          </a:xfrm>
          <a:solidFill>
            <a:srgbClr val="707E84"/>
          </a:solidFill>
        </p:grpSpPr>
        <p:sp>
          <p:nvSpPr>
            <p:cNvPr id="425" name="Freeform 34"/>
            <p:cNvSpPr>
              <a:spLocks/>
            </p:cNvSpPr>
            <p:nvPr/>
          </p:nvSpPr>
          <p:spPr bwMode="auto">
            <a:xfrm>
              <a:off x="598487" y="2874169"/>
              <a:ext cx="539750" cy="73025"/>
            </a:xfrm>
            <a:custGeom>
              <a:avLst/>
              <a:gdLst>
                <a:gd name="T0" fmla="*/ 201 w 201"/>
                <a:gd name="T1" fmla="*/ 27 h 27"/>
                <a:gd name="T2" fmla="*/ 174 w 201"/>
                <a:gd name="T3" fmla="*/ 0 h 27"/>
                <a:gd name="T4" fmla="*/ 27 w 201"/>
                <a:gd name="T5" fmla="*/ 0 h 27"/>
                <a:gd name="T6" fmla="*/ 0 w 201"/>
                <a:gd name="T7" fmla="*/ 27 h 27"/>
                <a:gd name="T8" fmla="*/ 201 w 201"/>
                <a:gd name="T9" fmla="*/ 27 h 27"/>
              </a:gdLst>
              <a:ahLst/>
              <a:cxnLst>
                <a:cxn ang="0">
                  <a:pos x="T0" y="T1"/>
                </a:cxn>
                <a:cxn ang="0">
                  <a:pos x="T2" y="T3"/>
                </a:cxn>
                <a:cxn ang="0">
                  <a:pos x="T4" y="T5"/>
                </a:cxn>
                <a:cxn ang="0">
                  <a:pos x="T6" y="T7"/>
                </a:cxn>
                <a:cxn ang="0">
                  <a:pos x="T8" y="T9"/>
                </a:cxn>
              </a:cxnLst>
              <a:rect l="0" t="0" r="r" b="b"/>
              <a:pathLst>
                <a:path w="201" h="27">
                  <a:moveTo>
                    <a:pt x="201" y="27"/>
                  </a:moveTo>
                  <a:cubicBezTo>
                    <a:pt x="201" y="12"/>
                    <a:pt x="189" y="0"/>
                    <a:pt x="174" y="0"/>
                  </a:cubicBezTo>
                  <a:cubicBezTo>
                    <a:pt x="27" y="0"/>
                    <a:pt x="27" y="0"/>
                    <a:pt x="27" y="0"/>
                  </a:cubicBezTo>
                  <a:cubicBezTo>
                    <a:pt x="12" y="0"/>
                    <a:pt x="0" y="12"/>
                    <a:pt x="0" y="27"/>
                  </a:cubicBezTo>
                  <a:lnTo>
                    <a:pt x="201"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 name="Freeform 35"/>
            <p:cNvSpPr>
              <a:spLocks/>
            </p:cNvSpPr>
            <p:nvPr/>
          </p:nvSpPr>
          <p:spPr bwMode="auto">
            <a:xfrm>
              <a:off x="722312" y="2791619"/>
              <a:ext cx="292100" cy="69850"/>
            </a:xfrm>
            <a:custGeom>
              <a:avLst/>
              <a:gdLst>
                <a:gd name="T0" fmla="*/ 109 w 109"/>
                <a:gd name="T1" fmla="*/ 13 h 26"/>
                <a:gd name="T2" fmla="*/ 96 w 109"/>
                <a:gd name="T3" fmla="*/ 26 h 26"/>
                <a:gd name="T4" fmla="*/ 13 w 109"/>
                <a:gd name="T5" fmla="*/ 26 h 26"/>
                <a:gd name="T6" fmla="*/ 0 w 109"/>
                <a:gd name="T7" fmla="*/ 13 h 26"/>
                <a:gd name="T8" fmla="*/ 0 w 109"/>
                <a:gd name="T9" fmla="*/ 13 h 26"/>
                <a:gd name="T10" fmla="*/ 13 w 109"/>
                <a:gd name="T11" fmla="*/ 0 h 26"/>
                <a:gd name="T12" fmla="*/ 96 w 109"/>
                <a:gd name="T13" fmla="*/ 0 h 26"/>
                <a:gd name="T14" fmla="*/ 109 w 109"/>
                <a:gd name="T15" fmla="*/ 13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 h="26">
                  <a:moveTo>
                    <a:pt x="109" y="13"/>
                  </a:moveTo>
                  <a:cubicBezTo>
                    <a:pt x="109" y="20"/>
                    <a:pt x="103" y="26"/>
                    <a:pt x="96" y="26"/>
                  </a:cubicBezTo>
                  <a:cubicBezTo>
                    <a:pt x="13" y="26"/>
                    <a:pt x="13" y="26"/>
                    <a:pt x="13" y="26"/>
                  </a:cubicBezTo>
                  <a:cubicBezTo>
                    <a:pt x="5" y="26"/>
                    <a:pt x="0" y="20"/>
                    <a:pt x="0" y="13"/>
                  </a:cubicBezTo>
                  <a:cubicBezTo>
                    <a:pt x="0" y="13"/>
                    <a:pt x="0" y="13"/>
                    <a:pt x="0" y="13"/>
                  </a:cubicBezTo>
                  <a:cubicBezTo>
                    <a:pt x="0" y="6"/>
                    <a:pt x="5" y="0"/>
                    <a:pt x="13" y="0"/>
                  </a:cubicBezTo>
                  <a:cubicBezTo>
                    <a:pt x="96" y="0"/>
                    <a:pt x="96" y="0"/>
                    <a:pt x="96" y="0"/>
                  </a:cubicBezTo>
                  <a:cubicBezTo>
                    <a:pt x="103" y="0"/>
                    <a:pt x="109" y="6"/>
                    <a:pt x="109"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 name="Freeform 36"/>
            <p:cNvSpPr>
              <a:spLocks/>
            </p:cNvSpPr>
            <p:nvPr/>
          </p:nvSpPr>
          <p:spPr bwMode="auto">
            <a:xfrm>
              <a:off x="598487" y="3966369"/>
              <a:ext cx="539750" cy="73025"/>
            </a:xfrm>
            <a:custGeom>
              <a:avLst/>
              <a:gdLst>
                <a:gd name="T0" fmla="*/ 201 w 201"/>
                <a:gd name="T1" fmla="*/ 0 h 27"/>
                <a:gd name="T2" fmla="*/ 174 w 201"/>
                <a:gd name="T3" fmla="*/ 27 h 27"/>
                <a:gd name="T4" fmla="*/ 27 w 201"/>
                <a:gd name="T5" fmla="*/ 27 h 27"/>
                <a:gd name="T6" fmla="*/ 0 w 201"/>
                <a:gd name="T7" fmla="*/ 0 h 27"/>
                <a:gd name="T8" fmla="*/ 201 w 201"/>
                <a:gd name="T9" fmla="*/ 0 h 27"/>
              </a:gdLst>
              <a:ahLst/>
              <a:cxnLst>
                <a:cxn ang="0">
                  <a:pos x="T0" y="T1"/>
                </a:cxn>
                <a:cxn ang="0">
                  <a:pos x="T2" y="T3"/>
                </a:cxn>
                <a:cxn ang="0">
                  <a:pos x="T4" y="T5"/>
                </a:cxn>
                <a:cxn ang="0">
                  <a:pos x="T6" y="T7"/>
                </a:cxn>
                <a:cxn ang="0">
                  <a:pos x="T8" y="T9"/>
                </a:cxn>
              </a:cxnLst>
              <a:rect l="0" t="0" r="r" b="b"/>
              <a:pathLst>
                <a:path w="201" h="27">
                  <a:moveTo>
                    <a:pt x="201" y="0"/>
                  </a:moveTo>
                  <a:cubicBezTo>
                    <a:pt x="201" y="15"/>
                    <a:pt x="189" y="27"/>
                    <a:pt x="174" y="27"/>
                  </a:cubicBezTo>
                  <a:cubicBezTo>
                    <a:pt x="27" y="27"/>
                    <a:pt x="27" y="27"/>
                    <a:pt x="27" y="27"/>
                  </a:cubicBezTo>
                  <a:cubicBezTo>
                    <a:pt x="12" y="27"/>
                    <a:pt x="0" y="15"/>
                    <a:pt x="0" y="0"/>
                  </a:cubicBezTo>
                  <a:lnTo>
                    <a:pt x="20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 name="Freeform 37"/>
            <p:cNvSpPr>
              <a:spLocks/>
            </p:cNvSpPr>
            <p:nvPr/>
          </p:nvSpPr>
          <p:spPr bwMode="auto">
            <a:xfrm>
              <a:off x="722312" y="4055269"/>
              <a:ext cx="292100" cy="66675"/>
            </a:xfrm>
            <a:custGeom>
              <a:avLst/>
              <a:gdLst>
                <a:gd name="T0" fmla="*/ 109 w 109"/>
                <a:gd name="T1" fmla="*/ 13 h 25"/>
                <a:gd name="T2" fmla="*/ 96 w 109"/>
                <a:gd name="T3" fmla="*/ 0 h 25"/>
                <a:gd name="T4" fmla="*/ 13 w 109"/>
                <a:gd name="T5" fmla="*/ 0 h 25"/>
                <a:gd name="T6" fmla="*/ 0 w 109"/>
                <a:gd name="T7" fmla="*/ 13 h 25"/>
                <a:gd name="T8" fmla="*/ 0 w 109"/>
                <a:gd name="T9" fmla="*/ 13 h 25"/>
                <a:gd name="T10" fmla="*/ 13 w 109"/>
                <a:gd name="T11" fmla="*/ 25 h 25"/>
                <a:gd name="T12" fmla="*/ 96 w 109"/>
                <a:gd name="T13" fmla="*/ 25 h 25"/>
                <a:gd name="T14" fmla="*/ 109 w 109"/>
                <a:gd name="T15" fmla="*/ 13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 h="25">
                  <a:moveTo>
                    <a:pt x="109" y="13"/>
                  </a:moveTo>
                  <a:cubicBezTo>
                    <a:pt x="109" y="6"/>
                    <a:pt x="103" y="0"/>
                    <a:pt x="96" y="0"/>
                  </a:cubicBezTo>
                  <a:cubicBezTo>
                    <a:pt x="13" y="0"/>
                    <a:pt x="13" y="0"/>
                    <a:pt x="13" y="0"/>
                  </a:cubicBezTo>
                  <a:cubicBezTo>
                    <a:pt x="5" y="0"/>
                    <a:pt x="0" y="6"/>
                    <a:pt x="0" y="13"/>
                  </a:cubicBezTo>
                  <a:cubicBezTo>
                    <a:pt x="0" y="13"/>
                    <a:pt x="0" y="13"/>
                    <a:pt x="0" y="13"/>
                  </a:cubicBezTo>
                  <a:cubicBezTo>
                    <a:pt x="0" y="20"/>
                    <a:pt x="5" y="25"/>
                    <a:pt x="13" y="25"/>
                  </a:cubicBezTo>
                  <a:cubicBezTo>
                    <a:pt x="96" y="25"/>
                    <a:pt x="96" y="25"/>
                    <a:pt x="96" y="25"/>
                  </a:cubicBezTo>
                  <a:cubicBezTo>
                    <a:pt x="103" y="25"/>
                    <a:pt x="109" y="20"/>
                    <a:pt x="109"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 name="Freeform 38"/>
            <p:cNvSpPr>
              <a:spLocks noEditPoints="1"/>
            </p:cNvSpPr>
            <p:nvPr/>
          </p:nvSpPr>
          <p:spPr bwMode="auto">
            <a:xfrm>
              <a:off x="1250950" y="3088481"/>
              <a:ext cx="823913" cy="738188"/>
            </a:xfrm>
            <a:custGeom>
              <a:avLst/>
              <a:gdLst>
                <a:gd name="T0" fmla="*/ 285 w 307"/>
                <a:gd name="T1" fmla="*/ 0 h 275"/>
                <a:gd name="T2" fmla="*/ 22 w 307"/>
                <a:gd name="T3" fmla="*/ 0 h 275"/>
                <a:gd name="T4" fmla="*/ 0 w 307"/>
                <a:gd name="T5" fmla="*/ 22 h 275"/>
                <a:gd name="T6" fmla="*/ 0 w 307"/>
                <a:gd name="T7" fmla="*/ 252 h 275"/>
                <a:gd name="T8" fmla="*/ 22 w 307"/>
                <a:gd name="T9" fmla="*/ 275 h 275"/>
                <a:gd name="T10" fmla="*/ 164 w 307"/>
                <a:gd name="T11" fmla="*/ 275 h 275"/>
                <a:gd name="T12" fmla="*/ 164 w 307"/>
                <a:gd name="T13" fmla="*/ 175 h 275"/>
                <a:gd name="T14" fmla="*/ 195 w 307"/>
                <a:gd name="T15" fmla="*/ 144 h 275"/>
                <a:gd name="T16" fmla="*/ 307 w 307"/>
                <a:gd name="T17" fmla="*/ 144 h 275"/>
                <a:gd name="T18" fmla="*/ 307 w 307"/>
                <a:gd name="T19" fmla="*/ 22 h 275"/>
                <a:gd name="T20" fmla="*/ 285 w 307"/>
                <a:gd name="T21" fmla="*/ 0 h 275"/>
                <a:gd name="T22" fmla="*/ 57 w 307"/>
                <a:gd name="T23" fmla="*/ 249 h 275"/>
                <a:gd name="T24" fmla="*/ 24 w 307"/>
                <a:gd name="T25" fmla="*/ 249 h 275"/>
                <a:gd name="T26" fmla="*/ 24 w 307"/>
                <a:gd name="T27" fmla="*/ 216 h 275"/>
                <a:gd name="T28" fmla="*/ 57 w 307"/>
                <a:gd name="T29" fmla="*/ 216 h 275"/>
                <a:gd name="T30" fmla="*/ 57 w 307"/>
                <a:gd name="T31" fmla="*/ 249 h 275"/>
                <a:gd name="T32" fmla="*/ 57 w 307"/>
                <a:gd name="T33" fmla="*/ 59 h 275"/>
                <a:gd name="T34" fmla="*/ 24 w 307"/>
                <a:gd name="T35" fmla="*/ 59 h 275"/>
                <a:gd name="T36" fmla="*/ 24 w 307"/>
                <a:gd name="T37" fmla="*/ 26 h 275"/>
                <a:gd name="T38" fmla="*/ 57 w 307"/>
                <a:gd name="T39" fmla="*/ 26 h 275"/>
                <a:gd name="T40" fmla="*/ 57 w 307"/>
                <a:gd name="T41" fmla="*/ 59 h 275"/>
                <a:gd name="T42" fmla="*/ 132 w 307"/>
                <a:gd name="T43" fmla="*/ 249 h 275"/>
                <a:gd name="T44" fmla="*/ 99 w 307"/>
                <a:gd name="T45" fmla="*/ 249 h 275"/>
                <a:gd name="T46" fmla="*/ 99 w 307"/>
                <a:gd name="T47" fmla="*/ 216 h 275"/>
                <a:gd name="T48" fmla="*/ 132 w 307"/>
                <a:gd name="T49" fmla="*/ 216 h 275"/>
                <a:gd name="T50" fmla="*/ 132 w 307"/>
                <a:gd name="T51" fmla="*/ 249 h 275"/>
                <a:gd name="T52" fmla="*/ 132 w 307"/>
                <a:gd name="T53" fmla="*/ 59 h 275"/>
                <a:gd name="T54" fmla="*/ 99 w 307"/>
                <a:gd name="T55" fmla="*/ 59 h 275"/>
                <a:gd name="T56" fmla="*/ 99 w 307"/>
                <a:gd name="T57" fmla="*/ 26 h 275"/>
                <a:gd name="T58" fmla="*/ 132 w 307"/>
                <a:gd name="T59" fmla="*/ 26 h 275"/>
                <a:gd name="T60" fmla="*/ 132 w 307"/>
                <a:gd name="T61" fmla="*/ 59 h 275"/>
                <a:gd name="T62" fmla="*/ 208 w 307"/>
                <a:gd name="T63" fmla="*/ 59 h 275"/>
                <a:gd name="T64" fmla="*/ 175 w 307"/>
                <a:gd name="T65" fmla="*/ 59 h 275"/>
                <a:gd name="T66" fmla="*/ 175 w 307"/>
                <a:gd name="T67" fmla="*/ 26 h 275"/>
                <a:gd name="T68" fmla="*/ 208 w 307"/>
                <a:gd name="T69" fmla="*/ 26 h 275"/>
                <a:gd name="T70" fmla="*/ 208 w 307"/>
                <a:gd name="T71" fmla="*/ 59 h 275"/>
                <a:gd name="T72" fmla="*/ 283 w 307"/>
                <a:gd name="T73" fmla="*/ 59 h 275"/>
                <a:gd name="T74" fmla="*/ 250 w 307"/>
                <a:gd name="T75" fmla="*/ 59 h 275"/>
                <a:gd name="T76" fmla="*/ 250 w 307"/>
                <a:gd name="T77" fmla="*/ 26 h 275"/>
                <a:gd name="T78" fmla="*/ 283 w 307"/>
                <a:gd name="T79" fmla="*/ 26 h 275"/>
                <a:gd name="T80" fmla="*/ 283 w 307"/>
                <a:gd name="T81" fmla="*/ 59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07" h="275">
                  <a:moveTo>
                    <a:pt x="285" y="0"/>
                  </a:moveTo>
                  <a:cubicBezTo>
                    <a:pt x="22" y="0"/>
                    <a:pt x="22" y="0"/>
                    <a:pt x="22" y="0"/>
                  </a:cubicBezTo>
                  <a:cubicBezTo>
                    <a:pt x="10" y="0"/>
                    <a:pt x="0" y="10"/>
                    <a:pt x="0" y="22"/>
                  </a:cubicBezTo>
                  <a:cubicBezTo>
                    <a:pt x="0" y="252"/>
                    <a:pt x="0" y="252"/>
                    <a:pt x="0" y="252"/>
                  </a:cubicBezTo>
                  <a:cubicBezTo>
                    <a:pt x="0" y="265"/>
                    <a:pt x="10" y="275"/>
                    <a:pt x="22" y="275"/>
                  </a:cubicBezTo>
                  <a:cubicBezTo>
                    <a:pt x="164" y="275"/>
                    <a:pt x="164" y="275"/>
                    <a:pt x="164" y="275"/>
                  </a:cubicBezTo>
                  <a:cubicBezTo>
                    <a:pt x="164" y="175"/>
                    <a:pt x="164" y="175"/>
                    <a:pt x="164" y="175"/>
                  </a:cubicBezTo>
                  <a:cubicBezTo>
                    <a:pt x="164" y="158"/>
                    <a:pt x="178" y="144"/>
                    <a:pt x="195" y="144"/>
                  </a:cubicBezTo>
                  <a:cubicBezTo>
                    <a:pt x="307" y="144"/>
                    <a:pt x="307" y="144"/>
                    <a:pt x="307" y="144"/>
                  </a:cubicBezTo>
                  <a:cubicBezTo>
                    <a:pt x="307" y="22"/>
                    <a:pt x="307" y="22"/>
                    <a:pt x="307" y="22"/>
                  </a:cubicBezTo>
                  <a:cubicBezTo>
                    <a:pt x="307" y="10"/>
                    <a:pt x="297" y="0"/>
                    <a:pt x="285" y="0"/>
                  </a:cubicBezTo>
                  <a:close/>
                  <a:moveTo>
                    <a:pt x="57" y="249"/>
                  </a:moveTo>
                  <a:cubicBezTo>
                    <a:pt x="24" y="249"/>
                    <a:pt x="24" y="249"/>
                    <a:pt x="24" y="249"/>
                  </a:cubicBezTo>
                  <a:cubicBezTo>
                    <a:pt x="24" y="216"/>
                    <a:pt x="24" y="216"/>
                    <a:pt x="24" y="216"/>
                  </a:cubicBezTo>
                  <a:cubicBezTo>
                    <a:pt x="57" y="216"/>
                    <a:pt x="57" y="216"/>
                    <a:pt x="57" y="216"/>
                  </a:cubicBezTo>
                  <a:lnTo>
                    <a:pt x="57" y="249"/>
                  </a:lnTo>
                  <a:close/>
                  <a:moveTo>
                    <a:pt x="57" y="59"/>
                  </a:moveTo>
                  <a:cubicBezTo>
                    <a:pt x="24" y="59"/>
                    <a:pt x="24" y="59"/>
                    <a:pt x="24" y="59"/>
                  </a:cubicBezTo>
                  <a:cubicBezTo>
                    <a:pt x="24" y="26"/>
                    <a:pt x="24" y="26"/>
                    <a:pt x="24" y="26"/>
                  </a:cubicBezTo>
                  <a:cubicBezTo>
                    <a:pt x="57" y="26"/>
                    <a:pt x="57" y="26"/>
                    <a:pt x="57" y="26"/>
                  </a:cubicBezTo>
                  <a:lnTo>
                    <a:pt x="57" y="59"/>
                  </a:lnTo>
                  <a:close/>
                  <a:moveTo>
                    <a:pt x="132" y="249"/>
                  </a:moveTo>
                  <a:cubicBezTo>
                    <a:pt x="99" y="249"/>
                    <a:pt x="99" y="249"/>
                    <a:pt x="99" y="249"/>
                  </a:cubicBezTo>
                  <a:cubicBezTo>
                    <a:pt x="99" y="216"/>
                    <a:pt x="99" y="216"/>
                    <a:pt x="99" y="216"/>
                  </a:cubicBezTo>
                  <a:cubicBezTo>
                    <a:pt x="132" y="216"/>
                    <a:pt x="132" y="216"/>
                    <a:pt x="132" y="216"/>
                  </a:cubicBezTo>
                  <a:lnTo>
                    <a:pt x="132" y="249"/>
                  </a:lnTo>
                  <a:close/>
                  <a:moveTo>
                    <a:pt x="132" y="59"/>
                  </a:moveTo>
                  <a:cubicBezTo>
                    <a:pt x="99" y="59"/>
                    <a:pt x="99" y="59"/>
                    <a:pt x="99" y="59"/>
                  </a:cubicBezTo>
                  <a:cubicBezTo>
                    <a:pt x="99" y="26"/>
                    <a:pt x="99" y="26"/>
                    <a:pt x="99" y="26"/>
                  </a:cubicBezTo>
                  <a:cubicBezTo>
                    <a:pt x="132" y="26"/>
                    <a:pt x="132" y="26"/>
                    <a:pt x="132" y="26"/>
                  </a:cubicBezTo>
                  <a:lnTo>
                    <a:pt x="132" y="59"/>
                  </a:lnTo>
                  <a:close/>
                  <a:moveTo>
                    <a:pt x="208" y="59"/>
                  </a:moveTo>
                  <a:cubicBezTo>
                    <a:pt x="175" y="59"/>
                    <a:pt x="175" y="59"/>
                    <a:pt x="175" y="59"/>
                  </a:cubicBezTo>
                  <a:cubicBezTo>
                    <a:pt x="175" y="26"/>
                    <a:pt x="175" y="26"/>
                    <a:pt x="175" y="26"/>
                  </a:cubicBezTo>
                  <a:cubicBezTo>
                    <a:pt x="208" y="26"/>
                    <a:pt x="208" y="26"/>
                    <a:pt x="208" y="26"/>
                  </a:cubicBezTo>
                  <a:lnTo>
                    <a:pt x="208" y="59"/>
                  </a:lnTo>
                  <a:close/>
                  <a:moveTo>
                    <a:pt x="283" y="59"/>
                  </a:moveTo>
                  <a:cubicBezTo>
                    <a:pt x="250" y="59"/>
                    <a:pt x="250" y="59"/>
                    <a:pt x="250" y="59"/>
                  </a:cubicBezTo>
                  <a:cubicBezTo>
                    <a:pt x="250" y="26"/>
                    <a:pt x="250" y="26"/>
                    <a:pt x="250" y="26"/>
                  </a:cubicBezTo>
                  <a:cubicBezTo>
                    <a:pt x="283" y="26"/>
                    <a:pt x="283" y="26"/>
                    <a:pt x="283" y="26"/>
                  </a:cubicBezTo>
                  <a:lnTo>
                    <a:pt x="283"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 name="Freeform 39"/>
            <p:cNvSpPr>
              <a:spLocks noEditPoints="1"/>
            </p:cNvSpPr>
            <p:nvPr/>
          </p:nvSpPr>
          <p:spPr bwMode="auto">
            <a:xfrm>
              <a:off x="519112" y="2967831"/>
              <a:ext cx="696913" cy="979488"/>
            </a:xfrm>
            <a:custGeom>
              <a:avLst/>
              <a:gdLst>
                <a:gd name="T0" fmla="*/ 238 w 260"/>
                <a:gd name="T1" fmla="*/ 0 h 365"/>
                <a:gd name="T2" fmla="*/ 23 w 260"/>
                <a:gd name="T3" fmla="*/ 0 h 365"/>
                <a:gd name="T4" fmla="*/ 0 w 260"/>
                <a:gd name="T5" fmla="*/ 22 h 365"/>
                <a:gd name="T6" fmla="*/ 0 w 260"/>
                <a:gd name="T7" fmla="*/ 342 h 365"/>
                <a:gd name="T8" fmla="*/ 23 w 260"/>
                <a:gd name="T9" fmla="*/ 365 h 365"/>
                <a:gd name="T10" fmla="*/ 238 w 260"/>
                <a:gd name="T11" fmla="*/ 365 h 365"/>
                <a:gd name="T12" fmla="*/ 260 w 260"/>
                <a:gd name="T13" fmla="*/ 342 h 365"/>
                <a:gd name="T14" fmla="*/ 260 w 260"/>
                <a:gd name="T15" fmla="*/ 22 h 365"/>
                <a:gd name="T16" fmla="*/ 238 w 260"/>
                <a:gd name="T17" fmla="*/ 0 h 365"/>
                <a:gd name="T18" fmla="*/ 32 w 260"/>
                <a:gd name="T19" fmla="*/ 318 h 365"/>
                <a:gd name="T20" fmla="*/ 21 w 260"/>
                <a:gd name="T21" fmla="*/ 306 h 365"/>
                <a:gd name="T22" fmla="*/ 32 w 260"/>
                <a:gd name="T23" fmla="*/ 295 h 365"/>
                <a:gd name="T24" fmla="*/ 43 w 260"/>
                <a:gd name="T25" fmla="*/ 306 h 365"/>
                <a:gd name="T26" fmla="*/ 32 w 260"/>
                <a:gd name="T27" fmla="*/ 318 h 365"/>
                <a:gd name="T28" fmla="*/ 43 w 260"/>
                <a:gd name="T29" fmla="*/ 271 h 365"/>
                <a:gd name="T30" fmla="*/ 32 w 260"/>
                <a:gd name="T31" fmla="*/ 282 h 365"/>
                <a:gd name="T32" fmla="*/ 21 w 260"/>
                <a:gd name="T33" fmla="*/ 271 h 365"/>
                <a:gd name="T34" fmla="*/ 21 w 260"/>
                <a:gd name="T35" fmla="*/ 58 h 365"/>
                <a:gd name="T36" fmla="*/ 32 w 260"/>
                <a:gd name="T37" fmla="*/ 47 h 365"/>
                <a:gd name="T38" fmla="*/ 43 w 260"/>
                <a:gd name="T39" fmla="*/ 58 h 365"/>
                <a:gd name="T40" fmla="*/ 43 w 260"/>
                <a:gd name="T41" fmla="*/ 271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0" h="365">
                  <a:moveTo>
                    <a:pt x="238" y="0"/>
                  </a:moveTo>
                  <a:cubicBezTo>
                    <a:pt x="23" y="0"/>
                    <a:pt x="23" y="0"/>
                    <a:pt x="23" y="0"/>
                  </a:cubicBezTo>
                  <a:cubicBezTo>
                    <a:pt x="10" y="0"/>
                    <a:pt x="0" y="10"/>
                    <a:pt x="0" y="22"/>
                  </a:cubicBezTo>
                  <a:cubicBezTo>
                    <a:pt x="0" y="342"/>
                    <a:pt x="0" y="342"/>
                    <a:pt x="0" y="342"/>
                  </a:cubicBezTo>
                  <a:cubicBezTo>
                    <a:pt x="0" y="355"/>
                    <a:pt x="10" y="365"/>
                    <a:pt x="23" y="365"/>
                  </a:cubicBezTo>
                  <a:cubicBezTo>
                    <a:pt x="238" y="365"/>
                    <a:pt x="238" y="365"/>
                    <a:pt x="238" y="365"/>
                  </a:cubicBezTo>
                  <a:cubicBezTo>
                    <a:pt x="250" y="365"/>
                    <a:pt x="260" y="355"/>
                    <a:pt x="260" y="342"/>
                  </a:cubicBezTo>
                  <a:cubicBezTo>
                    <a:pt x="260" y="22"/>
                    <a:pt x="260" y="22"/>
                    <a:pt x="260" y="22"/>
                  </a:cubicBezTo>
                  <a:cubicBezTo>
                    <a:pt x="260" y="10"/>
                    <a:pt x="250" y="0"/>
                    <a:pt x="238" y="0"/>
                  </a:cubicBezTo>
                  <a:close/>
                  <a:moveTo>
                    <a:pt x="32" y="318"/>
                  </a:moveTo>
                  <a:cubicBezTo>
                    <a:pt x="26" y="318"/>
                    <a:pt x="21" y="313"/>
                    <a:pt x="21" y="306"/>
                  </a:cubicBezTo>
                  <a:cubicBezTo>
                    <a:pt x="21" y="300"/>
                    <a:pt x="26" y="295"/>
                    <a:pt x="32" y="295"/>
                  </a:cubicBezTo>
                  <a:cubicBezTo>
                    <a:pt x="38" y="295"/>
                    <a:pt x="43" y="300"/>
                    <a:pt x="43" y="306"/>
                  </a:cubicBezTo>
                  <a:cubicBezTo>
                    <a:pt x="43" y="313"/>
                    <a:pt x="38" y="318"/>
                    <a:pt x="32" y="318"/>
                  </a:cubicBezTo>
                  <a:close/>
                  <a:moveTo>
                    <a:pt x="43" y="271"/>
                  </a:moveTo>
                  <a:cubicBezTo>
                    <a:pt x="43" y="277"/>
                    <a:pt x="38" y="282"/>
                    <a:pt x="32" y="282"/>
                  </a:cubicBezTo>
                  <a:cubicBezTo>
                    <a:pt x="26" y="282"/>
                    <a:pt x="21" y="277"/>
                    <a:pt x="21" y="271"/>
                  </a:cubicBezTo>
                  <a:cubicBezTo>
                    <a:pt x="21" y="58"/>
                    <a:pt x="21" y="58"/>
                    <a:pt x="21" y="58"/>
                  </a:cubicBezTo>
                  <a:cubicBezTo>
                    <a:pt x="21" y="52"/>
                    <a:pt x="26" y="47"/>
                    <a:pt x="32" y="47"/>
                  </a:cubicBezTo>
                  <a:cubicBezTo>
                    <a:pt x="38" y="47"/>
                    <a:pt x="43" y="52"/>
                    <a:pt x="43" y="58"/>
                  </a:cubicBezTo>
                  <a:lnTo>
                    <a:pt x="43" y="2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31" name="组合 430"/>
          <p:cNvGrpSpPr/>
          <p:nvPr/>
        </p:nvGrpSpPr>
        <p:grpSpPr>
          <a:xfrm>
            <a:off x="9260872" y="622601"/>
            <a:ext cx="330986" cy="300685"/>
            <a:chOff x="2974975" y="2842419"/>
            <a:chExt cx="1352550" cy="1228725"/>
          </a:xfrm>
          <a:solidFill>
            <a:srgbClr val="707E84"/>
          </a:solidFill>
        </p:grpSpPr>
        <p:sp>
          <p:nvSpPr>
            <p:cNvPr id="432" name="Freeform 40"/>
            <p:cNvSpPr>
              <a:spLocks noEditPoints="1"/>
            </p:cNvSpPr>
            <p:nvPr/>
          </p:nvSpPr>
          <p:spPr bwMode="auto">
            <a:xfrm>
              <a:off x="3562350" y="3305969"/>
              <a:ext cx="325438" cy="325438"/>
            </a:xfrm>
            <a:custGeom>
              <a:avLst/>
              <a:gdLst>
                <a:gd name="T0" fmla="*/ 0 w 121"/>
                <a:gd name="T1" fmla="*/ 60 h 121"/>
                <a:gd name="T2" fmla="*/ 61 w 121"/>
                <a:gd name="T3" fmla="*/ 0 h 121"/>
                <a:gd name="T4" fmla="*/ 61 w 121"/>
                <a:gd name="T5" fmla="*/ 0 h 121"/>
                <a:gd name="T6" fmla="*/ 121 w 121"/>
                <a:gd name="T7" fmla="*/ 60 h 121"/>
                <a:gd name="T8" fmla="*/ 121 w 121"/>
                <a:gd name="T9" fmla="*/ 60 h 121"/>
                <a:gd name="T10" fmla="*/ 61 w 121"/>
                <a:gd name="T11" fmla="*/ 121 h 121"/>
                <a:gd name="T12" fmla="*/ 61 w 121"/>
                <a:gd name="T13" fmla="*/ 121 h 121"/>
                <a:gd name="T14" fmla="*/ 0 w 121"/>
                <a:gd name="T15" fmla="*/ 60 h 121"/>
                <a:gd name="T16" fmla="*/ 18 w 121"/>
                <a:gd name="T17" fmla="*/ 60 h 121"/>
                <a:gd name="T18" fmla="*/ 61 w 121"/>
                <a:gd name="T19" fmla="*/ 103 h 121"/>
                <a:gd name="T20" fmla="*/ 61 w 121"/>
                <a:gd name="T21" fmla="*/ 103 h 121"/>
                <a:gd name="T22" fmla="*/ 104 w 121"/>
                <a:gd name="T23" fmla="*/ 60 h 121"/>
                <a:gd name="T24" fmla="*/ 104 w 121"/>
                <a:gd name="T25" fmla="*/ 60 h 121"/>
                <a:gd name="T26" fmla="*/ 61 w 121"/>
                <a:gd name="T27" fmla="*/ 18 h 121"/>
                <a:gd name="T28" fmla="*/ 61 w 121"/>
                <a:gd name="T29" fmla="*/ 18 h 121"/>
                <a:gd name="T30" fmla="*/ 18 w 121"/>
                <a:gd name="T31" fmla="*/ 60 h 121"/>
                <a:gd name="T32" fmla="*/ 18 w 121"/>
                <a:gd name="T33" fmla="*/ 6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1" h="121">
                  <a:moveTo>
                    <a:pt x="0" y="60"/>
                  </a:moveTo>
                  <a:cubicBezTo>
                    <a:pt x="0" y="27"/>
                    <a:pt x="27" y="0"/>
                    <a:pt x="61" y="0"/>
                  </a:cubicBezTo>
                  <a:cubicBezTo>
                    <a:pt x="61" y="0"/>
                    <a:pt x="61" y="0"/>
                    <a:pt x="61" y="0"/>
                  </a:cubicBezTo>
                  <a:cubicBezTo>
                    <a:pt x="94" y="0"/>
                    <a:pt x="121" y="27"/>
                    <a:pt x="121" y="60"/>
                  </a:cubicBezTo>
                  <a:cubicBezTo>
                    <a:pt x="121" y="60"/>
                    <a:pt x="121" y="60"/>
                    <a:pt x="121" y="60"/>
                  </a:cubicBezTo>
                  <a:cubicBezTo>
                    <a:pt x="121" y="94"/>
                    <a:pt x="94" y="121"/>
                    <a:pt x="61" y="121"/>
                  </a:cubicBezTo>
                  <a:cubicBezTo>
                    <a:pt x="61" y="121"/>
                    <a:pt x="61" y="121"/>
                    <a:pt x="61" y="121"/>
                  </a:cubicBezTo>
                  <a:cubicBezTo>
                    <a:pt x="27" y="121"/>
                    <a:pt x="0" y="94"/>
                    <a:pt x="0" y="60"/>
                  </a:cubicBezTo>
                  <a:close/>
                  <a:moveTo>
                    <a:pt x="18" y="60"/>
                  </a:moveTo>
                  <a:cubicBezTo>
                    <a:pt x="18" y="84"/>
                    <a:pt x="37" y="103"/>
                    <a:pt x="61" y="103"/>
                  </a:cubicBezTo>
                  <a:cubicBezTo>
                    <a:pt x="61" y="103"/>
                    <a:pt x="61" y="103"/>
                    <a:pt x="61" y="103"/>
                  </a:cubicBezTo>
                  <a:cubicBezTo>
                    <a:pt x="84" y="103"/>
                    <a:pt x="103" y="84"/>
                    <a:pt x="104" y="60"/>
                  </a:cubicBezTo>
                  <a:cubicBezTo>
                    <a:pt x="104" y="60"/>
                    <a:pt x="104" y="60"/>
                    <a:pt x="104" y="60"/>
                  </a:cubicBezTo>
                  <a:cubicBezTo>
                    <a:pt x="103" y="37"/>
                    <a:pt x="84" y="18"/>
                    <a:pt x="61" y="18"/>
                  </a:cubicBezTo>
                  <a:cubicBezTo>
                    <a:pt x="61" y="18"/>
                    <a:pt x="61" y="18"/>
                    <a:pt x="61" y="18"/>
                  </a:cubicBezTo>
                  <a:cubicBezTo>
                    <a:pt x="37" y="18"/>
                    <a:pt x="18" y="37"/>
                    <a:pt x="18" y="60"/>
                  </a:cubicBezTo>
                  <a:cubicBezTo>
                    <a:pt x="18" y="60"/>
                    <a:pt x="18" y="60"/>
                    <a:pt x="18"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 name="Freeform 41"/>
            <p:cNvSpPr>
              <a:spLocks noEditPoints="1"/>
            </p:cNvSpPr>
            <p:nvPr/>
          </p:nvSpPr>
          <p:spPr bwMode="auto">
            <a:xfrm>
              <a:off x="3124200" y="2866231"/>
              <a:ext cx="1203325" cy="1204913"/>
            </a:xfrm>
            <a:custGeom>
              <a:avLst/>
              <a:gdLst>
                <a:gd name="T0" fmla="*/ 224 w 448"/>
                <a:gd name="T1" fmla="*/ 0 h 449"/>
                <a:gd name="T2" fmla="*/ 0 w 448"/>
                <a:gd name="T3" fmla="*/ 224 h 449"/>
                <a:gd name="T4" fmla="*/ 224 w 448"/>
                <a:gd name="T5" fmla="*/ 449 h 449"/>
                <a:gd name="T6" fmla="*/ 448 w 448"/>
                <a:gd name="T7" fmla="*/ 224 h 449"/>
                <a:gd name="T8" fmla="*/ 224 w 448"/>
                <a:gd name="T9" fmla="*/ 0 h 449"/>
                <a:gd name="T10" fmla="*/ 329 w 448"/>
                <a:gd name="T11" fmla="*/ 44 h 449"/>
                <a:gd name="T12" fmla="*/ 366 w 448"/>
                <a:gd name="T13" fmla="*/ 72 h 449"/>
                <a:gd name="T14" fmla="*/ 288 w 448"/>
                <a:gd name="T15" fmla="*/ 154 h 449"/>
                <a:gd name="T16" fmla="*/ 276 w 448"/>
                <a:gd name="T17" fmla="*/ 145 h 449"/>
                <a:gd name="T18" fmla="*/ 329 w 448"/>
                <a:gd name="T19" fmla="*/ 44 h 449"/>
                <a:gd name="T20" fmla="*/ 224 w 448"/>
                <a:gd name="T21" fmla="*/ 305 h 449"/>
                <a:gd name="T22" fmla="*/ 143 w 448"/>
                <a:gd name="T23" fmla="*/ 224 h 449"/>
                <a:gd name="T24" fmla="*/ 224 w 448"/>
                <a:gd name="T25" fmla="*/ 144 h 449"/>
                <a:gd name="T26" fmla="*/ 305 w 448"/>
                <a:gd name="T27" fmla="*/ 224 h 449"/>
                <a:gd name="T28" fmla="*/ 224 w 448"/>
                <a:gd name="T29" fmla="*/ 305 h 449"/>
                <a:gd name="T30" fmla="*/ 317 w 448"/>
                <a:gd name="T31" fmla="*/ 205 h 449"/>
                <a:gd name="T32" fmla="*/ 301 w 448"/>
                <a:gd name="T33" fmla="*/ 169 h 449"/>
                <a:gd name="T34" fmla="*/ 386 w 448"/>
                <a:gd name="T35" fmla="*/ 94 h 449"/>
                <a:gd name="T36" fmla="*/ 429 w 448"/>
                <a:gd name="T37" fmla="*/ 188 h 449"/>
                <a:gd name="T38" fmla="*/ 317 w 448"/>
                <a:gd name="T39" fmla="*/ 20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8" h="449">
                  <a:moveTo>
                    <a:pt x="224" y="0"/>
                  </a:moveTo>
                  <a:cubicBezTo>
                    <a:pt x="100" y="0"/>
                    <a:pt x="0" y="101"/>
                    <a:pt x="0" y="224"/>
                  </a:cubicBezTo>
                  <a:cubicBezTo>
                    <a:pt x="0" y="348"/>
                    <a:pt x="100" y="449"/>
                    <a:pt x="224" y="449"/>
                  </a:cubicBezTo>
                  <a:cubicBezTo>
                    <a:pt x="348" y="449"/>
                    <a:pt x="448" y="348"/>
                    <a:pt x="448" y="224"/>
                  </a:cubicBezTo>
                  <a:cubicBezTo>
                    <a:pt x="448" y="101"/>
                    <a:pt x="348" y="0"/>
                    <a:pt x="224" y="0"/>
                  </a:cubicBezTo>
                  <a:close/>
                  <a:moveTo>
                    <a:pt x="329" y="44"/>
                  </a:moveTo>
                  <a:cubicBezTo>
                    <a:pt x="342" y="52"/>
                    <a:pt x="355" y="61"/>
                    <a:pt x="366" y="72"/>
                  </a:cubicBezTo>
                  <a:cubicBezTo>
                    <a:pt x="288" y="154"/>
                    <a:pt x="288" y="154"/>
                    <a:pt x="288" y="154"/>
                  </a:cubicBezTo>
                  <a:cubicBezTo>
                    <a:pt x="284" y="150"/>
                    <a:pt x="280" y="147"/>
                    <a:pt x="276" y="145"/>
                  </a:cubicBezTo>
                  <a:lnTo>
                    <a:pt x="329" y="44"/>
                  </a:lnTo>
                  <a:close/>
                  <a:moveTo>
                    <a:pt x="224" y="305"/>
                  </a:moveTo>
                  <a:cubicBezTo>
                    <a:pt x="179" y="305"/>
                    <a:pt x="143" y="269"/>
                    <a:pt x="143" y="224"/>
                  </a:cubicBezTo>
                  <a:cubicBezTo>
                    <a:pt x="143" y="180"/>
                    <a:pt x="179" y="144"/>
                    <a:pt x="224" y="144"/>
                  </a:cubicBezTo>
                  <a:cubicBezTo>
                    <a:pt x="269" y="144"/>
                    <a:pt x="305" y="180"/>
                    <a:pt x="305" y="224"/>
                  </a:cubicBezTo>
                  <a:cubicBezTo>
                    <a:pt x="305" y="269"/>
                    <a:pt x="269" y="305"/>
                    <a:pt x="224" y="305"/>
                  </a:cubicBezTo>
                  <a:close/>
                  <a:moveTo>
                    <a:pt x="317" y="205"/>
                  </a:moveTo>
                  <a:cubicBezTo>
                    <a:pt x="314" y="192"/>
                    <a:pt x="309" y="179"/>
                    <a:pt x="301" y="169"/>
                  </a:cubicBezTo>
                  <a:cubicBezTo>
                    <a:pt x="386" y="94"/>
                    <a:pt x="386" y="94"/>
                    <a:pt x="386" y="94"/>
                  </a:cubicBezTo>
                  <a:cubicBezTo>
                    <a:pt x="408" y="120"/>
                    <a:pt x="423" y="153"/>
                    <a:pt x="429" y="188"/>
                  </a:cubicBezTo>
                  <a:lnTo>
                    <a:pt x="317"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 name="Freeform 42"/>
            <p:cNvSpPr>
              <a:spLocks/>
            </p:cNvSpPr>
            <p:nvPr/>
          </p:nvSpPr>
          <p:spPr bwMode="auto">
            <a:xfrm>
              <a:off x="2974975" y="2842419"/>
              <a:ext cx="287338" cy="384175"/>
            </a:xfrm>
            <a:custGeom>
              <a:avLst/>
              <a:gdLst>
                <a:gd name="T0" fmla="*/ 87 w 107"/>
                <a:gd name="T1" fmla="*/ 40 h 143"/>
                <a:gd name="T2" fmla="*/ 59 w 107"/>
                <a:gd name="T3" fmla="*/ 7 h 143"/>
                <a:gd name="T4" fmla="*/ 55 w 107"/>
                <a:gd name="T5" fmla="*/ 1 h 143"/>
                <a:gd name="T6" fmla="*/ 52 w 107"/>
                <a:gd name="T7" fmla="*/ 6 h 143"/>
                <a:gd name="T8" fmla="*/ 49 w 107"/>
                <a:gd name="T9" fmla="*/ 102 h 143"/>
                <a:gd name="T10" fmla="*/ 22 w 107"/>
                <a:gd name="T11" fmla="*/ 103 h 143"/>
                <a:gd name="T12" fmla="*/ 4 w 107"/>
                <a:gd name="T13" fmla="*/ 131 h 143"/>
                <a:gd name="T14" fmla="*/ 37 w 107"/>
                <a:gd name="T15" fmla="*/ 137 h 143"/>
                <a:gd name="T16" fmla="*/ 56 w 107"/>
                <a:gd name="T17" fmla="*/ 118 h 143"/>
                <a:gd name="T18" fmla="*/ 56 w 107"/>
                <a:gd name="T19" fmla="*/ 118 h 143"/>
                <a:gd name="T20" fmla="*/ 56 w 107"/>
                <a:gd name="T21" fmla="*/ 115 h 143"/>
                <a:gd name="T22" fmla="*/ 56 w 107"/>
                <a:gd name="T23" fmla="*/ 115 h 143"/>
                <a:gd name="T24" fmla="*/ 58 w 107"/>
                <a:gd name="T25" fmla="*/ 36 h 143"/>
                <a:gd name="T26" fmla="*/ 82 w 107"/>
                <a:gd name="T27" fmla="*/ 49 h 143"/>
                <a:gd name="T28" fmla="*/ 84 w 107"/>
                <a:gd name="T29" fmla="*/ 91 h 143"/>
                <a:gd name="T30" fmla="*/ 82 w 107"/>
                <a:gd name="T31" fmla="*/ 104 h 143"/>
                <a:gd name="T32" fmla="*/ 90 w 107"/>
                <a:gd name="T33" fmla="*/ 96 h 143"/>
                <a:gd name="T34" fmla="*/ 87 w 107"/>
                <a:gd name="T35" fmla="*/ 4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7" h="143">
                  <a:moveTo>
                    <a:pt x="87" y="40"/>
                  </a:moveTo>
                  <a:cubicBezTo>
                    <a:pt x="70" y="22"/>
                    <a:pt x="59" y="7"/>
                    <a:pt x="59" y="7"/>
                  </a:cubicBezTo>
                  <a:cubicBezTo>
                    <a:pt x="57" y="0"/>
                    <a:pt x="55" y="1"/>
                    <a:pt x="55" y="1"/>
                  </a:cubicBezTo>
                  <a:cubicBezTo>
                    <a:pt x="52" y="1"/>
                    <a:pt x="52" y="6"/>
                    <a:pt x="52" y="6"/>
                  </a:cubicBezTo>
                  <a:cubicBezTo>
                    <a:pt x="49" y="102"/>
                    <a:pt x="49" y="102"/>
                    <a:pt x="49" y="102"/>
                  </a:cubicBezTo>
                  <a:cubicBezTo>
                    <a:pt x="42" y="99"/>
                    <a:pt x="32" y="99"/>
                    <a:pt x="22" y="103"/>
                  </a:cubicBezTo>
                  <a:cubicBezTo>
                    <a:pt x="8" y="109"/>
                    <a:pt x="0" y="121"/>
                    <a:pt x="4" y="131"/>
                  </a:cubicBezTo>
                  <a:cubicBezTo>
                    <a:pt x="8" y="140"/>
                    <a:pt x="23" y="143"/>
                    <a:pt x="37" y="137"/>
                  </a:cubicBezTo>
                  <a:cubicBezTo>
                    <a:pt x="47" y="133"/>
                    <a:pt x="54" y="125"/>
                    <a:pt x="56" y="118"/>
                  </a:cubicBezTo>
                  <a:cubicBezTo>
                    <a:pt x="56" y="118"/>
                    <a:pt x="56" y="118"/>
                    <a:pt x="56" y="118"/>
                  </a:cubicBezTo>
                  <a:cubicBezTo>
                    <a:pt x="56" y="115"/>
                    <a:pt x="56" y="115"/>
                    <a:pt x="56" y="115"/>
                  </a:cubicBezTo>
                  <a:cubicBezTo>
                    <a:pt x="56" y="115"/>
                    <a:pt x="56" y="115"/>
                    <a:pt x="56" y="115"/>
                  </a:cubicBezTo>
                  <a:cubicBezTo>
                    <a:pt x="58" y="36"/>
                    <a:pt x="58" y="36"/>
                    <a:pt x="58" y="36"/>
                  </a:cubicBezTo>
                  <a:cubicBezTo>
                    <a:pt x="72" y="34"/>
                    <a:pt x="82" y="49"/>
                    <a:pt x="82" y="49"/>
                  </a:cubicBezTo>
                  <a:cubicBezTo>
                    <a:pt x="98" y="70"/>
                    <a:pt x="84" y="91"/>
                    <a:pt x="84" y="91"/>
                  </a:cubicBezTo>
                  <a:cubicBezTo>
                    <a:pt x="78" y="103"/>
                    <a:pt x="82" y="104"/>
                    <a:pt x="82" y="104"/>
                  </a:cubicBezTo>
                  <a:cubicBezTo>
                    <a:pt x="86" y="106"/>
                    <a:pt x="90" y="96"/>
                    <a:pt x="90" y="96"/>
                  </a:cubicBezTo>
                  <a:cubicBezTo>
                    <a:pt x="97" y="80"/>
                    <a:pt x="107" y="62"/>
                    <a:pt x="87"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35" name="组合 434"/>
          <p:cNvGrpSpPr/>
          <p:nvPr/>
        </p:nvGrpSpPr>
        <p:grpSpPr>
          <a:xfrm>
            <a:off x="10206647" y="608572"/>
            <a:ext cx="326324" cy="321274"/>
            <a:chOff x="7704137" y="2796381"/>
            <a:chExt cx="1333500" cy="1312863"/>
          </a:xfrm>
          <a:solidFill>
            <a:srgbClr val="707E84"/>
          </a:solidFill>
        </p:grpSpPr>
        <p:pic>
          <p:nvPicPr>
            <p:cNvPr id="436" name="Picture 43"/>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615362" y="2796381"/>
              <a:ext cx="296863" cy="3063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437" name="Freeform 44"/>
            <p:cNvSpPr>
              <a:spLocks/>
            </p:cNvSpPr>
            <p:nvPr/>
          </p:nvSpPr>
          <p:spPr bwMode="auto">
            <a:xfrm>
              <a:off x="7908925" y="3207544"/>
              <a:ext cx="785813" cy="90488"/>
            </a:xfrm>
            <a:custGeom>
              <a:avLst/>
              <a:gdLst>
                <a:gd name="T0" fmla="*/ 293 w 293"/>
                <a:gd name="T1" fmla="*/ 17 h 34"/>
                <a:gd name="T2" fmla="*/ 276 w 293"/>
                <a:gd name="T3" fmla="*/ 34 h 34"/>
                <a:gd name="T4" fmla="*/ 17 w 293"/>
                <a:gd name="T5" fmla="*/ 34 h 34"/>
                <a:gd name="T6" fmla="*/ 0 w 293"/>
                <a:gd name="T7" fmla="*/ 17 h 34"/>
                <a:gd name="T8" fmla="*/ 0 w 293"/>
                <a:gd name="T9" fmla="*/ 17 h 34"/>
                <a:gd name="T10" fmla="*/ 17 w 293"/>
                <a:gd name="T11" fmla="*/ 0 h 34"/>
                <a:gd name="T12" fmla="*/ 276 w 293"/>
                <a:gd name="T13" fmla="*/ 0 h 34"/>
                <a:gd name="T14" fmla="*/ 293 w 293"/>
                <a:gd name="T15" fmla="*/ 17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3" h="34">
                  <a:moveTo>
                    <a:pt x="293" y="17"/>
                  </a:moveTo>
                  <a:cubicBezTo>
                    <a:pt x="293" y="26"/>
                    <a:pt x="286" y="34"/>
                    <a:pt x="276" y="34"/>
                  </a:cubicBezTo>
                  <a:cubicBezTo>
                    <a:pt x="17" y="34"/>
                    <a:pt x="17" y="34"/>
                    <a:pt x="17" y="34"/>
                  </a:cubicBezTo>
                  <a:cubicBezTo>
                    <a:pt x="7" y="34"/>
                    <a:pt x="0" y="26"/>
                    <a:pt x="0" y="17"/>
                  </a:cubicBezTo>
                  <a:cubicBezTo>
                    <a:pt x="0" y="17"/>
                    <a:pt x="0" y="17"/>
                    <a:pt x="0" y="17"/>
                  </a:cubicBezTo>
                  <a:cubicBezTo>
                    <a:pt x="0" y="7"/>
                    <a:pt x="7" y="0"/>
                    <a:pt x="17" y="0"/>
                  </a:cubicBezTo>
                  <a:cubicBezTo>
                    <a:pt x="276" y="0"/>
                    <a:pt x="276" y="0"/>
                    <a:pt x="276" y="0"/>
                  </a:cubicBezTo>
                  <a:cubicBezTo>
                    <a:pt x="286" y="0"/>
                    <a:pt x="293" y="7"/>
                    <a:pt x="293"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 name="Freeform 45"/>
            <p:cNvSpPr>
              <a:spLocks/>
            </p:cNvSpPr>
            <p:nvPr/>
          </p:nvSpPr>
          <p:spPr bwMode="auto">
            <a:xfrm>
              <a:off x="7908925" y="3026569"/>
              <a:ext cx="638175" cy="92075"/>
            </a:xfrm>
            <a:custGeom>
              <a:avLst/>
              <a:gdLst>
                <a:gd name="T0" fmla="*/ 238 w 238"/>
                <a:gd name="T1" fmla="*/ 17 h 34"/>
                <a:gd name="T2" fmla="*/ 221 w 238"/>
                <a:gd name="T3" fmla="*/ 34 h 34"/>
                <a:gd name="T4" fmla="*/ 17 w 238"/>
                <a:gd name="T5" fmla="*/ 34 h 34"/>
                <a:gd name="T6" fmla="*/ 0 w 238"/>
                <a:gd name="T7" fmla="*/ 17 h 34"/>
                <a:gd name="T8" fmla="*/ 0 w 238"/>
                <a:gd name="T9" fmla="*/ 17 h 34"/>
                <a:gd name="T10" fmla="*/ 17 w 238"/>
                <a:gd name="T11" fmla="*/ 0 h 34"/>
                <a:gd name="T12" fmla="*/ 221 w 238"/>
                <a:gd name="T13" fmla="*/ 0 h 34"/>
                <a:gd name="T14" fmla="*/ 238 w 238"/>
                <a:gd name="T15" fmla="*/ 17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8" h="34">
                  <a:moveTo>
                    <a:pt x="238" y="17"/>
                  </a:moveTo>
                  <a:cubicBezTo>
                    <a:pt x="238" y="27"/>
                    <a:pt x="230" y="34"/>
                    <a:pt x="221" y="34"/>
                  </a:cubicBezTo>
                  <a:cubicBezTo>
                    <a:pt x="17" y="34"/>
                    <a:pt x="17" y="34"/>
                    <a:pt x="17" y="34"/>
                  </a:cubicBezTo>
                  <a:cubicBezTo>
                    <a:pt x="7" y="34"/>
                    <a:pt x="0" y="27"/>
                    <a:pt x="0" y="17"/>
                  </a:cubicBezTo>
                  <a:cubicBezTo>
                    <a:pt x="0" y="17"/>
                    <a:pt x="0" y="17"/>
                    <a:pt x="0" y="17"/>
                  </a:cubicBezTo>
                  <a:cubicBezTo>
                    <a:pt x="0" y="8"/>
                    <a:pt x="7" y="0"/>
                    <a:pt x="17" y="0"/>
                  </a:cubicBezTo>
                  <a:cubicBezTo>
                    <a:pt x="221" y="0"/>
                    <a:pt x="221" y="0"/>
                    <a:pt x="221" y="0"/>
                  </a:cubicBezTo>
                  <a:cubicBezTo>
                    <a:pt x="230" y="0"/>
                    <a:pt x="238" y="8"/>
                    <a:pt x="238"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 name="Freeform 46"/>
            <p:cNvSpPr>
              <a:spLocks/>
            </p:cNvSpPr>
            <p:nvPr/>
          </p:nvSpPr>
          <p:spPr bwMode="auto">
            <a:xfrm>
              <a:off x="7908925" y="3383756"/>
              <a:ext cx="785813" cy="92075"/>
            </a:xfrm>
            <a:custGeom>
              <a:avLst/>
              <a:gdLst>
                <a:gd name="T0" fmla="*/ 293 w 293"/>
                <a:gd name="T1" fmla="*/ 17 h 34"/>
                <a:gd name="T2" fmla="*/ 276 w 293"/>
                <a:gd name="T3" fmla="*/ 34 h 34"/>
                <a:gd name="T4" fmla="*/ 17 w 293"/>
                <a:gd name="T5" fmla="*/ 34 h 34"/>
                <a:gd name="T6" fmla="*/ 0 w 293"/>
                <a:gd name="T7" fmla="*/ 17 h 34"/>
                <a:gd name="T8" fmla="*/ 0 w 293"/>
                <a:gd name="T9" fmla="*/ 17 h 34"/>
                <a:gd name="T10" fmla="*/ 17 w 293"/>
                <a:gd name="T11" fmla="*/ 0 h 34"/>
                <a:gd name="T12" fmla="*/ 276 w 293"/>
                <a:gd name="T13" fmla="*/ 0 h 34"/>
                <a:gd name="T14" fmla="*/ 293 w 293"/>
                <a:gd name="T15" fmla="*/ 17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3" h="34">
                  <a:moveTo>
                    <a:pt x="293" y="17"/>
                  </a:moveTo>
                  <a:cubicBezTo>
                    <a:pt x="293" y="27"/>
                    <a:pt x="286" y="34"/>
                    <a:pt x="276" y="34"/>
                  </a:cubicBezTo>
                  <a:cubicBezTo>
                    <a:pt x="17" y="34"/>
                    <a:pt x="17" y="34"/>
                    <a:pt x="17" y="34"/>
                  </a:cubicBezTo>
                  <a:cubicBezTo>
                    <a:pt x="7" y="34"/>
                    <a:pt x="0" y="27"/>
                    <a:pt x="0" y="17"/>
                  </a:cubicBezTo>
                  <a:cubicBezTo>
                    <a:pt x="0" y="17"/>
                    <a:pt x="0" y="17"/>
                    <a:pt x="0" y="17"/>
                  </a:cubicBezTo>
                  <a:cubicBezTo>
                    <a:pt x="0" y="8"/>
                    <a:pt x="7" y="0"/>
                    <a:pt x="17" y="0"/>
                  </a:cubicBezTo>
                  <a:cubicBezTo>
                    <a:pt x="276" y="0"/>
                    <a:pt x="276" y="0"/>
                    <a:pt x="276" y="0"/>
                  </a:cubicBezTo>
                  <a:cubicBezTo>
                    <a:pt x="286" y="0"/>
                    <a:pt x="293" y="8"/>
                    <a:pt x="293"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 name="Freeform 47"/>
            <p:cNvSpPr>
              <a:spLocks/>
            </p:cNvSpPr>
            <p:nvPr/>
          </p:nvSpPr>
          <p:spPr bwMode="auto">
            <a:xfrm>
              <a:off x="7908925" y="3564731"/>
              <a:ext cx="592138" cy="90488"/>
            </a:xfrm>
            <a:custGeom>
              <a:avLst/>
              <a:gdLst>
                <a:gd name="T0" fmla="*/ 221 w 221"/>
                <a:gd name="T1" fmla="*/ 17 h 34"/>
                <a:gd name="T2" fmla="*/ 204 w 221"/>
                <a:gd name="T3" fmla="*/ 34 h 34"/>
                <a:gd name="T4" fmla="*/ 17 w 221"/>
                <a:gd name="T5" fmla="*/ 34 h 34"/>
                <a:gd name="T6" fmla="*/ 0 w 221"/>
                <a:gd name="T7" fmla="*/ 17 h 34"/>
                <a:gd name="T8" fmla="*/ 0 w 221"/>
                <a:gd name="T9" fmla="*/ 17 h 34"/>
                <a:gd name="T10" fmla="*/ 17 w 221"/>
                <a:gd name="T11" fmla="*/ 0 h 34"/>
                <a:gd name="T12" fmla="*/ 204 w 221"/>
                <a:gd name="T13" fmla="*/ 0 h 34"/>
                <a:gd name="T14" fmla="*/ 221 w 221"/>
                <a:gd name="T15" fmla="*/ 17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1" h="34">
                  <a:moveTo>
                    <a:pt x="221" y="17"/>
                  </a:moveTo>
                  <a:cubicBezTo>
                    <a:pt x="221" y="26"/>
                    <a:pt x="213" y="34"/>
                    <a:pt x="204" y="34"/>
                  </a:cubicBezTo>
                  <a:cubicBezTo>
                    <a:pt x="17" y="34"/>
                    <a:pt x="17" y="34"/>
                    <a:pt x="17" y="34"/>
                  </a:cubicBezTo>
                  <a:cubicBezTo>
                    <a:pt x="7" y="34"/>
                    <a:pt x="0" y="26"/>
                    <a:pt x="0" y="17"/>
                  </a:cubicBezTo>
                  <a:cubicBezTo>
                    <a:pt x="0" y="17"/>
                    <a:pt x="0" y="17"/>
                    <a:pt x="0" y="17"/>
                  </a:cubicBezTo>
                  <a:cubicBezTo>
                    <a:pt x="0" y="7"/>
                    <a:pt x="7" y="0"/>
                    <a:pt x="17" y="0"/>
                  </a:cubicBezTo>
                  <a:cubicBezTo>
                    <a:pt x="204" y="0"/>
                    <a:pt x="204" y="0"/>
                    <a:pt x="204" y="0"/>
                  </a:cubicBezTo>
                  <a:cubicBezTo>
                    <a:pt x="213" y="0"/>
                    <a:pt x="221" y="7"/>
                    <a:pt x="221"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 name="Freeform 48"/>
            <p:cNvSpPr>
              <a:spLocks/>
            </p:cNvSpPr>
            <p:nvPr/>
          </p:nvSpPr>
          <p:spPr bwMode="auto">
            <a:xfrm>
              <a:off x="7908925" y="3740944"/>
              <a:ext cx="592138" cy="92075"/>
            </a:xfrm>
            <a:custGeom>
              <a:avLst/>
              <a:gdLst>
                <a:gd name="T0" fmla="*/ 221 w 221"/>
                <a:gd name="T1" fmla="*/ 17 h 34"/>
                <a:gd name="T2" fmla="*/ 204 w 221"/>
                <a:gd name="T3" fmla="*/ 34 h 34"/>
                <a:gd name="T4" fmla="*/ 17 w 221"/>
                <a:gd name="T5" fmla="*/ 34 h 34"/>
                <a:gd name="T6" fmla="*/ 0 w 221"/>
                <a:gd name="T7" fmla="*/ 17 h 34"/>
                <a:gd name="T8" fmla="*/ 0 w 221"/>
                <a:gd name="T9" fmla="*/ 17 h 34"/>
                <a:gd name="T10" fmla="*/ 17 w 221"/>
                <a:gd name="T11" fmla="*/ 0 h 34"/>
                <a:gd name="T12" fmla="*/ 204 w 221"/>
                <a:gd name="T13" fmla="*/ 0 h 34"/>
                <a:gd name="T14" fmla="*/ 221 w 221"/>
                <a:gd name="T15" fmla="*/ 17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1" h="34">
                  <a:moveTo>
                    <a:pt x="221" y="17"/>
                  </a:moveTo>
                  <a:cubicBezTo>
                    <a:pt x="221" y="27"/>
                    <a:pt x="213" y="34"/>
                    <a:pt x="204" y="34"/>
                  </a:cubicBezTo>
                  <a:cubicBezTo>
                    <a:pt x="17" y="34"/>
                    <a:pt x="17" y="34"/>
                    <a:pt x="17" y="34"/>
                  </a:cubicBezTo>
                  <a:cubicBezTo>
                    <a:pt x="7" y="34"/>
                    <a:pt x="0" y="27"/>
                    <a:pt x="0" y="17"/>
                  </a:cubicBezTo>
                  <a:cubicBezTo>
                    <a:pt x="0" y="17"/>
                    <a:pt x="0" y="17"/>
                    <a:pt x="0" y="17"/>
                  </a:cubicBezTo>
                  <a:cubicBezTo>
                    <a:pt x="0" y="8"/>
                    <a:pt x="7" y="0"/>
                    <a:pt x="17" y="0"/>
                  </a:cubicBezTo>
                  <a:cubicBezTo>
                    <a:pt x="204" y="0"/>
                    <a:pt x="204" y="0"/>
                    <a:pt x="204" y="0"/>
                  </a:cubicBezTo>
                  <a:cubicBezTo>
                    <a:pt x="213" y="0"/>
                    <a:pt x="221" y="8"/>
                    <a:pt x="221"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 name="Freeform 49"/>
            <p:cNvSpPr>
              <a:spLocks/>
            </p:cNvSpPr>
            <p:nvPr/>
          </p:nvSpPr>
          <p:spPr bwMode="auto">
            <a:xfrm>
              <a:off x="8578850" y="3650456"/>
              <a:ext cx="446088" cy="444500"/>
            </a:xfrm>
            <a:custGeom>
              <a:avLst/>
              <a:gdLst>
                <a:gd name="T0" fmla="*/ 3 w 166"/>
                <a:gd name="T1" fmla="*/ 53 h 166"/>
                <a:gd name="T2" fmla="*/ 3 w 166"/>
                <a:gd name="T3" fmla="*/ 41 h 166"/>
                <a:gd name="T4" fmla="*/ 41 w 166"/>
                <a:gd name="T5" fmla="*/ 3 h 166"/>
                <a:gd name="T6" fmla="*/ 53 w 166"/>
                <a:gd name="T7" fmla="*/ 3 h 166"/>
                <a:gd name="T8" fmla="*/ 162 w 166"/>
                <a:gd name="T9" fmla="*/ 113 h 166"/>
                <a:gd name="T10" fmla="*/ 162 w 166"/>
                <a:gd name="T11" fmla="*/ 125 h 166"/>
                <a:gd name="T12" fmla="*/ 125 w 166"/>
                <a:gd name="T13" fmla="*/ 162 h 166"/>
                <a:gd name="T14" fmla="*/ 113 w 166"/>
                <a:gd name="T15" fmla="*/ 162 h 166"/>
                <a:gd name="T16" fmla="*/ 3 w 166"/>
                <a:gd name="T17" fmla="*/ 53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6" h="166">
                  <a:moveTo>
                    <a:pt x="3" y="53"/>
                  </a:moveTo>
                  <a:cubicBezTo>
                    <a:pt x="0" y="49"/>
                    <a:pt x="0" y="44"/>
                    <a:pt x="3" y="41"/>
                  </a:cubicBezTo>
                  <a:cubicBezTo>
                    <a:pt x="41" y="3"/>
                    <a:pt x="41" y="3"/>
                    <a:pt x="41" y="3"/>
                  </a:cubicBezTo>
                  <a:cubicBezTo>
                    <a:pt x="44" y="0"/>
                    <a:pt x="49" y="0"/>
                    <a:pt x="53" y="3"/>
                  </a:cubicBezTo>
                  <a:cubicBezTo>
                    <a:pt x="162" y="113"/>
                    <a:pt x="162" y="113"/>
                    <a:pt x="162" y="113"/>
                  </a:cubicBezTo>
                  <a:cubicBezTo>
                    <a:pt x="166" y="116"/>
                    <a:pt x="166" y="122"/>
                    <a:pt x="162" y="125"/>
                  </a:cubicBezTo>
                  <a:cubicBezTo>
                    <a:pt x="125" y="162"/>
                    <a:pt x="125" y="162"/>
                    <a:pt x="125" y="162"/>
                  </a:cubicBezTo>
                  <a:cubicBezTo>
                    <a:pt x="122" y="166"/>
                    <a:pt x="116" y="166"/>
                    <a:pt x="113" y="162"/>
                  </a:cubicBezTo>
                  <a:lnTo>
                    <a:pt x="3" y="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 name="Freeform 50"/>
            <p:cNvSpPr>
              <a:spLocks/>
            </p:cNvSpPr>
            <p:nvPr/>
          </p:nvSpPr>
          <p:spPr bwMode="auto">
            <a:xfrm>
              <a:off x="8920162" y="3991769"/>
              <a:ext cx="117475" cy="117475"/>
            </a:xfrm>
            <a:custGeom>
              <a:avLst/>
              <a:gdLst>
                <a:gd name="T0" fmla="*/ 0 w 44"/>
                <a:gd name="T1" fmla="*/ 39 h 44"/>
                <a:gd name="T2" fmla="*/ 19 w 44"/>
                <a:gd name="T3" fmla="*/ 39 h 44"/>
                <a:gd name="T4" fmla="*/ 39 w 44"/>
                <a:gd name="T5" fmla="*/ 19 h 44"/>
                <a:gd name="T6" fmla="*/ 39 w 44"/>
                <a:gd name="T7" fmla="*/ 0 h 44"/>
                <a:gd name="T8" fmla="*/ 0 w 44"/>
                <a:gd name="T9" fmla="*/ 39 h 44"/>
              </a:gdLst>
              <a:ahLst/>
              <a:cxnLst>
                <a:cxn ang="0">
                  <a:pos x="T0" y="T1"/>
                </a:cxn>
                <a:cxn ang="0">
                  <a:pos x="T2" y="T3"/>
                </a:cxn>
                <a:cxn ang="0">
                  <a:pos x="T4" y="T5"/>
                </a:cxn>
                <a:cxn ang="0">
                  <a:pos x="T6" y="T7"/>
                </a:cxn>
                <a:cxn ang="0">
                  <a:pos x="T8" y="T9"/>
                </a:cxn>
              </a:cxnLst>
              <a:rect l="0" t="0" r="r" b="b"/>
              <a:pathLst>
                <a:path w="44" h="44">
                  <a:moveTo>
                    <a:pt x="0" y="39"/>
                  </a:moveTo>
                  <a:cubicBezTo>
                    <a:pt x="6" y="44"/>
                    <a:pt x="14" y="44"/>
                    <a:pt x="19" y="39"/>
                  </a:cubicBezTo>
                  <a:cubicBezTo>
                    <a:pt x="39" y="19"/>
                    <a:pt x="39" y="19"/>
                    <a:pt x="39" y="19"/>
                  </a:cubicBezTo>
                  <a:cubicBezTo>
                    <a:pt x="44" y="14"/>
                    <a:pt x="44" y="6"/>
                    <a:pt x="39" y="0"/>
                  </a:cubicBezTo>
                  <a:lnTo>
                    <a:pt x="0"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 name="Freeform 51"/>
            <p:cNvSpPr>
              <a:spLocks/>
            </p:cNvSpPr>
            <p:nvPr/>
          </p:nvSpPr>
          <p:spPr bwMode="auto">
            <a:xfrm>
              <a:off x="8551862" y="3623469"/>
              <a:ext cx="139700" cy="139700"/>
            </a:xfrm>
            <a:custGeom>
              <a:avLst/>
              <a:gdLst>
                <a:gd name="T0" fmla="*/ 6 w 52"/>
                <a:gd name="T1" fmla="*/ 50 h 52"/>
                <a:gd name="T2" fmla="*/ 3 w 52"/>
                <a:gd name="T3" fmla="*/ 49 h 52"/>
                <a:gd name="T4" fmla="*/ 0 w 52"/>
                <a:gd name="T5" fmla="*/ 4 h 52"/>
                <a:gd name="T6" fmla="*/ 4 w 52"/>
                <a:gd name="T7" fmla="*/ 0 h 52"/>
                <a:gd name="T8" fmla="*/ 49 w 52"/>
                <a:gd name="T9" fmla="*/ 3 h 52"/>
                <a:gd name="T10" fmla="*/ 50 w 52"/>
                <a:gd name="T11" fmla="*/ 6 h 52"/>
                <a:gd name="T12" fmla="*/ 6 w 52"/>
                <a:gd name="T13" fmla="*/ 50 h 52"/>
              </a:gdLst>
              <a:ahLst/>
              <a:cxnLst>
                <a:cxn ang="0">
                  <a:pos x="T0" y="T1"/>
                </a:cxn>
                <a:cxn ang="0">
                  <a:pos x="T2" y="T3"/>
                </a:cxn>
                <a:cxn ang="0">
                  <a:pos x="T4" y="T5"/>
                </a:cxn>
                <a:cxn ang="0">
                  <a:pos x="T6" y="T7"/>
                </a:cxn>
                <a:cxn ang="0">
                  <a:pos x="T8" y="T9"/>
                </a:cxn>
                <a:cxn ang="0">
                  <a:pos x="T10" y="T11"/>
                </a:cxn>
                <a:cxn ang="0">
                  <a:pos x="T12" y="T13"/>
                </a:cxn>
              </a:cxnLst>
              <a:rect l="0" t="0" r="r" b="b"/>
              <a:pathLst>
                <a:path w="52" h="52">
                  <a:moveTo>
                    <a:pt x="6" y="50"/>
                  </a:moveTo>
                  <a:cubicBezTo>
                    <a:pt x="5" y="52"/>
                    <a:pt x="3" y="51"/>
                    <a:pt x="3" y="49"/>
                  </a:cubicBezTo>
                  <a:cubicBezTo>
                    <a:pt x="0" y="4"/>
                    <a:pt x="0" y="4"/>
                    <a:pt x="0" y="4"/>
                  </a:cubicBezTo>
                  <a:cubicBezTo>
                    <a:pt x="0" y="2"/>
                    <a:pt x="2" y="0"/>
                    <a:pt x="4" y="0"/>
                  </a:cubicBezTo>
                  <a:cubicBezTo>
                    <a:pt x="49" y="3"/>
                    <a:pt x="49" y="3"/>
                    <a:pt x="49" y="3"/>
                  </a:cubicBezTo>
                  <a:cubicBezTo>
                    <a:pt x="51" y="3"/>
                    <a:pt x="52" y="5"/>
                    <a:pt x="50" y="6"/>
                  </a:cubicBezTo>
                  <a:lnTo>
                    <a:pt x="6" y="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 name="Freeform 52"/>
            <p:cNvSpPr>
              <a:spLocks/>
            </p:cNvSpPr>
            <p:nvPr/>
          </p:nvSpPr>
          <p:spPr bwMode="auto">
            <a:xfrm>
              <a:off x="7704137" y="2810669"/>
              <a:ext cx="1193800" cy="1241425"/>
            </a:xfrm>
            <a:custGeom>
              <a:avLst/>
              <a:gdLst>
                <a:gd name="T0" fmla="*/ 441 w 445"/>
                <a:gd name="T1" fmla="*/ 72 h 463"/>
                <a:gd name="T2" fmla="*/ 373 w 445"/>
                <a:gd name="T3" fmla="*/ 4 h 463"/>
                <a:gd name="T4" fmla="*/ 364 w 445"/>
                <a:gd name="T5" fmla="*/ 0 h 463"/>
                <a:gd name="T6" fmla="*/ 81 w 445"/>
                <a:gd name="T7" fmla="*/ 0 h 463"/>
                <a:gd name="T8" fmla="*/ 0 w 445"/>
                <a:gd name="T9" fmla="*/ 81 h 463"/>
                <a:gd name="T10" fmla="*/ 0 w 445"/>
                <a:gd name="T11" fmla="*/ 381 h 463"/>
                <a:gd name="T12" fmla="*/ 81 w 445"/>
                <a:gd name="T13" fmla="*/ 463 h 463"/>
                <a:gd name="T14" fmla="*/ 364 w 445"/>
                <a:gd name="T15" fmla="*/ 463 h 463"/>
                <a:gd name="T16" fmla="*/ 399 w 445"/>
                <a:gd name="T17" fmla="*/ 454 h 463"/>
                <a:gd name="T18" fmla="*/ 379 w 445"/>
                <a:gd name="T19" fmla="*/ 433 h 463"/>
                <a:gd name="T20" fmla="*/ 364 w 445"/>
                <a:gd name="T21" fmla="*/ 436 h 463"/>
                <a:gd name="T22" fmla="*/ 81 w 445"/>
                <a:gd name="T23" fmla="*/ 436 h 463"/>
                <a:gd name="T24" fmla="*/ 27 w 445"/>
                <a:gd name="T25" fmla="*/ 381 h 463"/>
                <a:gd name="T26" fmla="*/ 27 w 445"/>
                <a:gd name="T27" fmla="*/ 81 h 463"/>
                <a:gd name="T28" fmla="*/ 81 w 445"/>
                <a:gd name="T29" fmla="*/ 27 h 463"/>
                <a:gd name="T30" fmla="*/ 358 w 445"/>
                <a:gd name="T31" fmla="*/ 27 h 463"/>
                <a:gd name="T32" fmla="*/ 418 w 445"/>
                <a:gd name="T33" fmla="*/ 87 h 463"/>
                <a:gd name="T34" fmla="*/ 418 w 445"/>
                <a:gd name="T35" fmla="*/ 337 h 463"/>
                <a:gd name="T36" fmla="*/ 445 w 445"/>
                <a:gd name="T37" fmla="*/ 364 h 463"/>
                <a:gd name="T38" fmla="*/ 445 w 445"/>
                <a:gd name="T39" fmla="*/ 81 h 463"/>
                <a:gd name="T40" fmla="*/ 441 w 445"/>
                <a:gd name="T41" fmla="*/ 72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45" h="463">
                  <a:moveTo>
                    <a:pt x="441" y="72"/>
                  </a:moveTo>
                  <a:cubicBezTo>
                    <a:pt x="373" y="4"/>
                    <a:pt x="373" y="4"/>
                    <a:pt x="373" y="4"/>
                  </a:cubicBezTo>
                  <a:cubicBezTo>
                    <a:pt x="371" y="1"/>
                    <a:pt x="367" y="0"/>
                    <a:pt x="364" y="0"/>
                  </a:cubicBezTo>
                  <a:cubicBezTo>
                    <a:pt x="81" y="0"/>
                    <a:pt x="81" y="0"/>
                    <a:pt x="81" y="0"/>
                  </a:cubicBezTo>
                  <a:cubicBezTo>
                    <a:pt x="36" y="0"/>
                    <a:pt x="0" y="36"/>
                    <a:pt x="0" y="81"/>
                  </a:cubicBezTo>
                  <a:cubicBezTo>
                    <a:pt x="0" y="381"/>
                    <a:pt x="0" y="381"/>
                    <a:pt x="0" y="381"/>
                  </a:cubicBezTo>
                  <a:cubicBezTo>
                    <a:pt x="0" y="426"/>
                    <a:pt x="36" y="463"/>
                    <a:pt x="81" y="463"/>
                  </a:cubicBezTo>
                  <a:cubicBezTo>
                    <a:pt x="364" y="463"/>
                    <a:pt x="364" y="463"/>
                    <a:pt x="364" y="463"/>
                  </a:cubicBezTo>
                  <a:cubicBezTo>
                    <a:pt x="377" y="463"/>
                    <a:pt x="389" y="459"/>
                    <a:pt x="399" y="454"/>
                  </a:cubicBezTo>
                  <a:cubicBezTo>
                    <a:pt x="379" y="433"/>
                    <a:pt x="379" y="433"/>
                    <a:pt x="379" y="433"/>
                  </a:cubicBezTo>
                  <a:cubicBezTo>
                    <a:pt x="374" y="435"/>
                    <a:pt x="369" y="435"/>
                    <a:pt x="364" y="436"/>
                  </a:cubicBezTo>
                  <a:cubicBezTo>
                    <a:pt x="81" y="436"/>
                    <a:pt x="81" y="436"/>
                    <a:pt x="81" y="436"/>
                  </a:cubicBezTo>
                  <a:cubicBezTo>
                    <a:pt x="52" y="435"/>
                    <a:pt x="27" y="411"/>
                    <a:pt x="27" y="381"/>
                  </a:cubicBezTo>
                  <a:cubicBezTo>
                    <a:pt x="27" y="81"/>
                    <a:pt x="27" y="81"/>
                    <a:pt x="27" y="81"/>
                  </a:cubicBezTo>
                  <a:cubicBezTo>
                    <a:pt x="27" y="51"/>
                    <a:pt x="52" y="27"/>
                    <a:pt x="81" y="27"/>
                  </a:cubicBezTo>
                  <a:cubicBezTo>
                    <a:pt x="358" y="27"/>
                    <a:pt x="358" y="27"/>
                    <a:pt x="358" y="27"/>
                  </a:cubicBezTo>
                  <a:cubicBezTo>
                    <a:pt x="418" y="87"/>
                    <a:pt x="418" y="87"/>
                    <a:pt x="418" y="87"/>
                  </a:cubicBezTo>
                  <a:cubicBezTo>
                    <a:pt x="418" y="337"/>
                    <a:pt x="418" y="337"/>
                    <a:pt x="418" y="337"/>
                  </a:cubicBezTo>
                  <a:cubicBezTo>
                    <a:pt x="445" y="364"/>
                    <a:pt x="445" y="364"/>
                    <a:pt x="445" y="364"/>
                  </a:cubicBezTo>
                  <a:cubicBezTo>
                    <a:pt x="445" y="81"/>
                    <a:pt x="445" y="81"/>
                    <a:pt x="445" y="81"/>
                  </a:cubicBezTo>
                  <a:cubicBezTo>
                    <a:pt x="445" y="78"/>
                    <a:pt x="444" y="74"/>
                    <a:pt x="441" y="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46" name="组合 445"/>
          <p:cNvGrpSpPr/>
          <p:nvPr/>
        </p:nvGrpSpPr>
        <p:grpSpPr>
          <a:xfrm>
            <a:off x="10695167" y="641313"/>
            <a:ext cx="367115" cy="256786"/>
            <a:chOff x="9988550" y="2944019"/>
            <a:chExt cx="1500187" cy="1049338"/>
          </a:xfrm>
          <a:solidFill>
            <a:srgbClr val="707E84"/>
          </a:solidFill>
        </p:grpSpPr>
        <p:sp>
          <p:nvSpPr>
            <p:cNvPr id="447" name="Freeform 53"/>
            <p:cNvSpPr>
              <a:spLocks/>
            </p:cNvSpPr>
            <p:nvPr/>
          </p:nvSpPr>
          <p:spPr bwMode="auto">
            <a:xfrm>
              <a:off x="10144125" y="3150394"/>
              <a:ext cx="295275" cy="182563"/>
            </a:xfrm>
            <a:custGeom>
              <a:avLst/>
              <a:gdLst>
                <a:gd name="T0" fmla="*/ 103 w 110"/>
                <a:gd name="T1" fmla="*/ 0 h 68"/>
                <a:gd name="T2" fmla="*/ 106 w 110"/>
                <a:gd name="T3" fmla="*/ 8 h 68"/>
                <a:gd name="T4" fmla="*/ 62 w 110"/>
                <a:gd name="T5" fmla="*/ 64 h 68"/>
                <a:gd name="T6" fmla="*/ 49 w 110"/>
                <a:gd name="T7" fmla="*/ 64 h 68"/>
                <a:gd name="T8" fmla="*/ 4 w 110"/>
                <a:gd name="T9" fmla="*/ 8 h 68"/>
                <a:gd name="T10" fmla="*/ 8 w 110"/>
                <a:gd name="T11" fmla="*/ 0 h 68"/>
                <a:gd name="T12" fmla="*/ 103 w 110"/>
                <a:gd name="T13" fmla="*/ 0 h 68"/>
              </a:gdLst>
              <a:ahLst/>
              <a:cxnLst>
                <a:cxn ang="0">
                  <a:pos x="T0" y="T1"/>
                </a:cxn>
                <a:cxn ang="0">
                  <a:pos x="T2" y="T3"/>
                </a:cxn>
                <a:cxn ang="0">
                  <a:pos x="T4" y="T5"/>
                </a:cxn>
                <a:cxn ang="0">
                  <a:pos x="T6" y="T7"/>
                </a:cxn>
                <a:cxn ang="0">
                  <a:pos x="T8" y="T9"/>
                </a:cxn>
                <a:cxn ang="0">
                  <a:pos x="T10" y="T11"/>
                </a:cxn>
                <a:cxn ang="0">
                  <a:pos x="T12" y="T13"/>
                </a:cxn>
              </a:cxnLst>
              <a:rect l="0" t="0" r="r" b="b"/>
              <a:pathLst>
                <a:path w="110" h="68">
                  <a:moveTo>
                    <a:pt x="103" y="0"/>
                  </a:moveTo>
                  <a:cubicBezTo>
                    <a:pt x="108" y="0"/>
                    <a:pt x="110" y="4"/>
                    <a:pt x="106" y="8"/>
                  </a:cubicBezTo>
                  <a:cubicBezTo>
                    <a:pt x="62" y="64"/>
                    <a:pt x="62" y="64"/>
                    <a:pt x="62" y="64"/>
                  </a:cubicBezTo>
                  <a:cubicBezTo>
                    <a:pt x="58" y="68"/>
                    <a:pt x="52" y="68"/>
                    <a:pt x="49" y="64"/>
                  </a:cubicBezTo>
                  <a:cubicBezTo>
                    <a:pt x="4" y="8"/>
                    <a:pt x="4" y="8"/>
                    <a:pt x="4" y="8"/>
                  </a:cubicBezTo>
                  <a:cubicBezTo>
                    <a:pt x="0" y="4"/>
                    <a:pt x="2" y="0"/>
                    <a:pt x="8" y="0"/>
                  </a:cubicBezTo>
                  <a:lnTo>
                    <a:pt x="10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 name="Freeform 54"/>
            <p:cNvSpPr>
              <a:spLocks/>
            </p:cNvSpPr>
            <p:nvPr/>
          </p:nvSpPr>
          <p:spPr bwMode="auto">
            <a:xfrm>
              <a:off x="9988550" y="2944019"/>
              <a:ext cx="1457325" cy="587375"/>
            </a:xfrm>
            <a:custGeom>
              <a:avLst/>
              <a:gdLst>
                <a:gd name="T0" fmla="*/ 506 w 543"/>
                <a:gd name="T1" fmla="*/ 0 h 219"/>
                <a:gd name="T2" fmla="*/ 37 w 543"/>
                <a:gd name="T3" fmla="*/ 0 h 219"/>
                <a:gd name="T4" fmla="*/ 0 w 543"/>
                <a:gd name="T5" fmla="*/ 37 h 219"/>
                <a:gd name="T6" fmla="*/ 0 w 543"/>
                <a:gd name="T7" fmla="*/ 182 h 219"/>
                <a:gd name="T8" fmla="*/ 37 w 543"/>
                <a:gd name="T9" fmla="*/ 219 h 219"/>
                <a:gd name="T10" fmla="*/ 263 w 543"/>
                <a:gd name="T11" fmla="*/ 219 h 219"/>
                <a:gd name="T12" fmla="*/ 255 w 543"/>
                <a:gd name="T13" fmla="*/ 188 h 219"/>
                <a:gd name="T14" fmla="*/ 37 w 543"/>
                <a:gd name="T15" fmla="*/ 188 h 219"/>
                <a:gd name="T16" fmla="*/ 30 w 543"/>
                <a:gd name="T17" fmla="*/ 182 h 219"/>
                <a:gd name="T18" fmla="*/ 30 w 543"/>
                <a:gd name="T19" fmla="*/ 37 h 219"/>
                <a:gd name="T20" fmla="*/ 37 w 543"/>
                <a:gd name="T21" fmla="*/ 31 h 219"/>
                <a:gd name="T22" fmla="*/ 506 w 543"/>
                <a:gd name="T23" fmla="*/ 31 h 219"/>
                <a:gd name="T24" fmla="*/ 512 w 543"/>
                <a:gd name="T25" fmla="*/ 37 h 219"/>
                <a:gd name="T26" fmla="*/ 512 w 543"/>
                <a:gd name="T27" fmla="*/ 182 h 219"/>
                <a:gd name="T28" fmla="*/ 506 w 543"/>
                <a:gd name="T29" fmla="*/ 188 h 219"/>
                <a:gd name="T30" fmla="*/ 500 w 543"/>
                <a:gd name="T31" fmla="*/ 188 h 219"/>
                <a:gd name="T32" fmla="*/ 492 w 543"/>
                <a:gd name="T33" fmla="*/ 219 h 219"/>
                <a:gd name="T34" fmla="*/ 506 w 543"/>
                <a:gd name="T35" fmla="*/ 219 h 219"/>
                <a:gd name="T36" fmla="*/ 543 w 543"/>
                <a:gd name="T37" fmla="*/ 182 h 219"/>
                <a:gd name="T38" fmla="*/ 543 w 543"/>
                <a:gd name="T39" fmla="*/ 37 h 219"/>
                <a:gd name="T40" fmla="*/ 506 w 543"/>
                <a:gd name="T41" fmla="*/ 0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43" h="219">
                  <a:moveTo>
                    <a:pt x="506" y="0"/>
                  </a:moveTo>
                  <a:cubicBezTo>
                    <a:pt x="37" y="0"/>
                    <a:pt x="37" y="0"/>
                    <a:pt x="37" y="0"/>
                  </a:cubicBezTo>
                  <a:cubicBezTo>
                    <a:pt x="17" y="0"/>
                    <a:pt x="0" y="17"/>
                    <a:pt x="0" y="37"/>
                  </a:cubicBezTo>
                  <a:cubicBezTo>
                    <a:pt x="0" y="182"/>
                    <a:pt x="0" y="182"/>
                    <a:pt x="0" y="182"/>
                  </a:cubicBezTo>
                  <a:cubicBezTo>
                    <a:pt x="0" y="202"/>
                    <a:pt x="17" y="219"/>
                    <a:pt x="37" y="219"/>
                  </a:cubicBezTo>
                  <a:cubicBezTo>
                    <a:pt x="263" y="219"/>
                    <a:pt x="263" y="219"/>
                    <a:pt x="263" y="219"/>
                  </a:cubicBezTo>
                  <a:cubicBezTo>
                    <a:pt x="259" y="209"/>
                    <a:pt x="256" y="199"/>
                    <a:pt x="255" y="188"/>
                  </a:cubicBezTo>
                  <a:cubicBezTo>
                    <a:pt x="37" y="188"/>
                    <a:pt x="37" y="188"/>
                    <a:pt x="37" y="188"/>
                  </a:cubicBezTo>
                  <a:cubicBezTo>
                    <a:pt x="33" y="188"/>
                    <a:pt x="30" y="185"/>
                    <a:pt x="30" y="182"/>
                  </a:cubicBezTo>
                  <a:cubicBezTo>
                    <a:pt x="30" y="37"/>
                    <a:pt x="30" y="37"/>
                    <a:pt x="30" y="37"/>
                  </a:cubicBezTo>
                  <a:cubicBezTo>
                    <a:pt x="30" y="34"/>
                    <a:pt x="33" y="31"/>
                    <a:pt x="37" y="31"/>
                  </a:cubicBezTo>
                  <a:cubicBezTo>
                    <a:pt x="506" y="31"/>
                    <a:pt x="506" y="31"/>
                    <a:pt x="506" y="31"/>
                  </a:cubicBezTo>
                  <a:cubicBezTo>
                    <a:pt x="509" y="31"/>
                    <a:pt x="512" y="34"/>
                    <a:pt x="512" y="37"/>
                  </a:cubicBezTo>
                  <a:cubicBezTo>
                    <a:pt x="512" y="182"/>
                    <a:pt x="512" y="182"/>
                    <a:pt x="512" y="182"/>
                  </a:cubicBezTo>
                  <a:cubicBezTo>
                    <a:pt x="512" y="185"/>
                    <a:pt x="509" y="188"/>
                    <a:pt x="506" y="188"/>
                  </a:cubicBezTo>
                  <a:cubicBezTo>
                    <a:pt x="500" y="188"/>
                    <a:pt x="500" y="188"/>
                    <a:pt x="500" y="188"/>
                  </a:cubicBezTo>
                  <a:cubicBezTo>
                    <a:pt x="499" y="199"/>
                    <a:pt x="496" y="209"/>
                    <a:pt x="492" y="219"/>
                  </a:cubicBezTo>
                  <a:cubicBezTo>
                    <a:pt x="506" y="219"/>
                    <a:pt x="506" y="219"/>
                    <a:pt x="506" y="219"/>
                  </a:cubicBezTo>
                  <a:cubicBezTo>
                    <a:pt x="526" y="219"/>
                    <a:pt x="543" y="202"/>
                    <a:pt x="543" y="182"/>
                  </a:cubicBezTo>
                  <a:cubicBezTo>
                    <a:pt x="543" y="37"/>
                    <a:pt x="543" y="37"/>
                    <a:pt x="543" y="37"/>
                  </a:cubicBezTo>
                  <a:cubicBezTo>
                    <a:pt x="543" y="17"/>
                    <a:pt x="526" y="0"/>
                    <a:pt x="50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 name="Freeform 55"/>
            <p:cNvSpPr>
              <a:spLocks noEditPoints="1"/>
            </p:cNvSpPr>
            <p:nvPr/>
          </p:nvSpPr>
          <p:spPr bwMode="auto">
            <a:xfrm>
              <a:off x="10669587" y="3071019"/>
              <a:ext cx="819150" cy="922338"/>
            </a:xfrm>
            <a:custGeom>
              <a:avLst/>
              <a:gdLst>
                <a:gd name="T0" fmla="*/ 210 w 305"/>
                <a:gd name="T1" fmla="*/ 55 h 344"/>
                <a:gd name="T2" fmla="*/ 56 w 305"/>
                <a:gd name="T3" fmla="*/ 37 h 344"/>
                <a:gd name="T4" fmla="*/ 38 w 305"/>
                <a:gd name="T5" fmla="*/ 192 h 344"/>
                <a:gd name="T6" fmla="*/ 165 w 305"/>
                <a:gd name="T7" fmla="*/ 225 h 344"/>
                <a:gd name="T8" fmla="*/ 177 w 305"/>
                <a:gd name="T9" fmla="*/ 239 h 344"/>
                <a:gd name="T10" fmla="*/ 186 w 305"/>
                <a:gd name="T11" fmla="*/ 240 h 344"/>
                <a:gd name="T12" fmla="*/ 190 w 305"/>
                <a:gd name="T13" fmla="*/ 237 h 344"/>
                <a:gd name="T14" fmla="*/ 200 w 305"/>
                <a:gd name="T15" fmla="*/ 252 h 344"/>
                <a:gd name="T16" fmla="*/ 229 w 305"/>
                <a:gd name="T17" fmla="*/ 294 h 344"/>
                <a:gd name="T18" fmla="*/ 287 w 305"/>
                <a:gd name="T19" fmla="*/ 329 h 344"/>
                <a:gd name="T20" fmla="*/ 265 w 305"/>
                <a:gd name="T21" fmla="*/ 265 h 344"/>
                <a:gd name="T22" fmla="*/ 228 w 305"/>
                <a:gd name="T23" fmla="*/ 227 h 344"/>
                <a:gd name="T24" fmla="*/ 217 w 305"/>
                <a:gd name="T25" fmla="*/ 215 h 344"/>
                <a:gd name="T26" fmla="*/ 223 w 305"/>
                <a:gd name="T27" fmla="*/ 211 h 344"/>
                <a:gd name="T28" fmla="*/ 224 w 305"/>
                <a:gd name="T29" fmla="*/ 202 h 344"/>
                <a:gd name="T30" fmla="*/ 213 w 305"/>
                <a:gd name="T31" fmla="*/ 187 h 344"/>
                <a:gd name="T32" fmla="*/ 210 w 305"/>
                <a:gd name="T33" fmla="*/ 55 h 344"/>
                <a:gd name="T34" fmla="*/ 177 w 305"/>
                <a:gd name="T35" fmla="*/ 191 h 344"/>
                <a:gd name="T36" fmla="*/ 56 w 305"/>
                <a:gd name="T37" fmla="*/ 177 h 344"/>
                <a:gd name="T38" fmla="*/ 70 w 305"/>
                <a:gd name="T39" fmla="*/ 56 h 344"/>
                <a:gd name="T40" fmla="*/ 191 w 305"/>
                <a:gd name="T41" fmla="*/ 70 h 344"/>
                <a:gd name="T42" fmla="*/ 177 w 305"/>
                <a:gd name="T43" fmla="*/ 191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5" h="344">
                  <a:moveTo>
                    <a:pt x="210" y="55"/>
                  </a:moveTo>
                  <a:cubicBezTo>
                    <a:pt x="172" y="8"/>
                    <a:pt x="103" y="0"/>
                    <a:pt x="56" y="37"/>
                  </a:cubicBezTo>
                  <a:cubicBezTo>
                    <a:pt x="8" y="75"/>
                    <a:pt x="0" y="144"/>
                    <a:pt x="38" y="192"/>
                  </a:cubicBezTo>
                  <a:cubicBezTo>
                    <a:pt x="69" y="231"/>
                    <a:pt x="121" y="243"/>
                    <a:pt x="165" y="225"/>
                  </a:cubicBezTo>
                  <a:cubicBezTo>
                    <a:pt x="177" y="239"/>
                    <a:pt x="177" y="239"/>
                    <a:pt x="177" y="239"/>
                  </a:cubicBezTo>
                  <a:cubicBezTo>
                    <a:pt x="179" y="242"/>
                    <a:pt x="183" y="242"/>
                    <a:pt x="186" y="240"/>
                  </a:cubicBezTo>
                  <a:cubicBezTo>
                    <a:pt x="190" y="237"/>
                    <a:pt x="190" y="237"/>
                    <a:pt x="190" y="237"/>
                  </a:cubicBezTo>
                  <a:cubicBezTo>
                    <a:pt x="193" y="241"/>
                    <a:pt x="196" y="246"/>
                    <a:pt x="200" y="252"/>
                  </a:cubicBezTo>
                  <a:cubicBezTo>
                    <a:pt x="229" y="294"/>
                    <a:pt x="229" y="294"/>
                    <a:pt x="229" y="294"/>
                  </a:cubicBezTo>
                  <a:cubicBezTo>
                    <a:pt x="254" y="334"/>
                    <a:pt x="267" y="344"/>
                    <a:pt x="287" y="329"/>
                  </a:cubicBezTo>
                  <a:cubicBezTo>
                    <a:pt x="305" y="315"/>
                    <a:pt x="296" y="295"/>
                    <a:pt x="265" y="265"/>
                  </a:cubicBezTo>
                  <a:cubicBezTo>
                    <a:pt x="228" y="227"/>
                    <a:pt x="228" y="227"/>
                    <a:pt x="228" y="227"/>
                  </a:cubicBezTo>
                  <a:cubicBezTo>
                    <a:pt x="224" y="223"/>
                    <a:pt x="221" y="219"/>
                    <a:pt x="217" y="215"/>
                  </a:cubicBezTo>
                  <a:cubicBezTo>
                    <a:pt x="223" y="211"/>
                    <a:pt x="223" y="211"/>
                    <a:pt x="223" y="211"/>
                  </a:cubicBezTo>
                  <a:cubicBezTo>
                    <a:pt x="226" y="209"/>
                    <a:pt x="226" y="205"/>
                    <a:pt x="224" y="202"/>
                  </a:cubicBezTo>
                  <a:cubicBezTo>
                    <a:pt x="213" y="187"/>
                    <a:pt x="213" y="187"/>
                    <a:pt x="213" y="187"/>
                  </a:cubicBezTo>
                  <a:cubicBezTo>
                    <a:pt x="240" y="149"/>
                    <a:pt x="241" y="95"/>
                    <a:pt x="210" y="55"/>
                  </a:cubicBezTo>
                  <a:close/>
                  <a:moveTo>
                    <a:pt x="177" y="191"/>
                  </a:moveTo>
                  <a:cubicBezTo>
                    <a:pt x="140" y="220"/>
                    <a:pt x="86" y="214"/>
                    <a:pt x="56" y="177"/>
                  </a:cubicBezTo>
                  <a:cubicBezTo>
                    <a:pt x="27" y="140"/>
                    <a:pt x="33" y="86"/>
                    <a:pt x="70" y="56"/>
                  </a:cubicBezTo>
                  <a:cubicBezTo>
                    <a:pt x="108" y="27"/>
                    <a:pt x="161" y="33"/>
                    <a:pt x="191" y="70"/>
                  </a:cubicBezTo>
                  <a:cubicBezTo>
                    <a:pt x="220" y="107"/>
                    <a:pt x="214" y="161"/>
                    <a:pt x="177" y="1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 name="Freeform 56"/>
            <p:cNvSpPr>
              <a:spLocks/>
            </p:cNvSpPr>
            <p:nvPr/>
          </p:nvSpPr>
          <p:spPr bwMode="auto">
            <a:xfrm>
              <a:off x="10866437" y="3374231"/>
              <a:ext cx="279400" cy="50800"/>
            </a:xfrm>
            <a:custGeom>
              <a:avLst/>
              <a:gdLst>
                <a:gd name="T0" fmla="*/ 104 w 104"/>
                <a:gd name="T1" fmla="*/ 10 h 19"/>
                <a:gd name="T2" fmla="*/ 95 w 104"/>
                <a:gd name="T3" fmla="*/ 19 h 19"/>
                <a:gd name="T4" fmla="*/ 10 w 104"/>
                <a:gd name="T5" fmla="*/ 19 h 19"/>
                <a:gd name="T6" fmla="*/ 0 w 104"/>
                <a:gd name="T7" fmla="*/ 10 h 19"/>
                <a:gd name="T8" fmla="*/ 0 w 104"/>
                <a:gd name="T9" fmla="*/ 10 h 19"/>
                <a:gd name="T10" fmla="*/ 10 w 104"/>
                <a:gd name="T11" fmla="*/ 0 h 19"/>
                <a:gd name="T12" fmla="*/ 95 w 104"/>
                <a:gd name="T13" fmla="*/ 0 h 19"/>
                <a:gd name="T14" fmla="*/ 104 w 104"/>
                <a:gd name="T15" fmla="*/ 1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 h="19">
                  <a:moveTo>
                    <a:pt x="104" y="10"/>
                  </a:moveTo>
                  <a:cubicBezTo>
                    <a:pt x="104" y="15"/>
                    <a:pt x="100" y="19"/>
                    <a:pt x="95" y="19"/>
                  </a:cubicBezTo>
                  <a:cubicBezTo>
                    <a:pt x="10" y="19"/>
                    <a:pt x="10" y="19"/>
                    <a:pt x="10" y="19"/>
                  </a:cubicBezTo>
                  <a:cubicBezTo>
                    <a:pt x="5" y="19"/>
                    <a:pt x="0" y="15"/>
                    <a:pt x="0" y="10"/>
                  </a:cubicBezTo>
                  <a:cubicBezTo>
                    <a:pt x="0" y="10"/>
                    <a:pt x="0" y="10"/>
                    <a:pt x="0" y="10"/>
                  </a:cubicBezTo>
                  <a:cubicBezTo>
                    <a:pt x="0" y="5"/>
                    <a:pt x="5" y="0"/>
                    <a:pt x="10" y="0"/>
                  </a:cubicBezTo>
                  <a:cubicBezTo>
                    <a:pt x="95" y="0"/>
                    <a:pt x="95" y="0"/>
                    <a:pt x="95" y="0"/>
                  </a:cubicBezTo>
                  <a:cubicBezTo>
                    <a:pt x="100" y="0"/>
                    <a:pt x="104" y="5"/>
                    <a:pt x="10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 name="Freeform 57"/>
            <p:cNvSpPr>
              <a:spLocks/>
            </p:cNvSpPr>
            <p:nvPr/>
          </p:nvSpPr>
          <p:spPr bwMode="auto">
            <a:xfrm>
              <a:off x="10982325" y="3261519"/>
              <a:ext cx="50800" cy="277813"/>
            </a:xfrm>
            <a:custGeom>
              <a:avLst/>
              <a:gdLst>
                <a:gd name="T0" fmla="*/ 9 w 19"/>
                <a:gd name="T1" fmla="*/ 0 h 104"/>
                <a:gd name="T2" fmla="*/ 19 w 19"/>
                <a:gd name="T3" fmla="*/ 9 h 104"/>
                <a:gd name="T4" fmla="*/ 19 w 19"/>
                <a:gd name="T5" fmla="*/ 94 h 104"/>
                <a:gd name="T6" fmla="*/ 9 w 19"/>
                <a:gd name="T7" fmla="*/ 104 h 104"/>
                <a:gd name="T8" fmla="*/ 9 w 19"/>
                <a:gd name="T9" fmla="*/ 104 h 104"/>
                <a:gd name="T10" fmla="*/ 0 w 19"/>
                <a:gd name="T11" fmla="*/ 94 h 104"/>
                <a:gd name="T12" fmla="*/ 0 w 19"/>
                <a:gd name="T13" fmla="*/ 9 h 104"/>
                <a:gd name="T14" fmla="*/ 9 w 19"/>
                <a:gd name="T15" fmla="*/ 0 h 1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104">
                  <a:moveTo>
                    <a:pt x="9" y="0"/>
                  </a:moveTo>
                  <a:cubicBezTo>
                    <a:pt x="15" y="0"/>
                    <a:pt x="19" y="4"/>
                    <a:pt x="19" y="9"/>
                  </a:cubicBezTo>
                  <a:cubicBezTo>
                    <a:pt x="19" y="94"/>
                    <a:pt x="19" y="94"/>
                    <a:pt x="19" y="94"/>
                  </a:cubicBezTo>
                  <a:cubicBezTo>
                    <a:pt x="19" y="100"/>
                    <a:pt x="15" y="104"/>
                    <a:pt x="9" y="104"/>
                  </a:cubicBezTo>
                  <a:cubicBezTo>
                    <a:pt x="9" y="104"/>
                    <a:pt x="9" y="104"/>
                    <a:pt x="9" y="104"/>
                  </a:cubicBezTo>
                  <a:cubicBezTo>
                    <a:pt x="4" y="104"/>
                    <a:pt x="0" y="100"/>
                    <a:pt x="0" y="94"/>
                  </a:cubicBezTo>
                  <a:cubicBezTo>
                    <a:pt x="0" y="9"/>
                    <a:pt x="0" y="9"/>
                    <a:pt x="0" y="9"/>
                  </a:cubicBezTo>
                  <a:cubicBezTo>
                    <a:pt x="0" y="4"/>
                    <a:pt x="4"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52" name="组合 451"/>
          <p:cNvGrpSpPr/>
          <p:nvPr/>
        </p:nvGrpSpPr>
        <p:grpSpPr>
          <a:xfrm>
            <a:off x="9705013" y="598970"/>
            <a:ext cx="345360" cy="320497"/>
            <a:chOff x="5307012" y="2815431"/>
            <a:chExt cx="1411288" cy="1309688"/>
          </a:xfrm>
          <a:solidFill>
            <a:srgbClr val="707E84"/>
          </a:solidFill>
        </p:grpSpPr>
        <p:sp>
          <p:nvSpPr>
            <p:cNvPr id="453" name="Freeform 58"/>
            <p:cNvSpPr>
              <a:spLocks/>
            </p:cNvSpPr>
            <p:nvPr/>
          </p:nvSpPr>
          <p:spPr bwMode="auto">
            <a:xfrm>
              <a:off x="5980112" y="3183731"/>
              <a:ext cx="61913" cy="331788"/>
            </a:xfrm>
            <a:custGeom>
              <a:avLst/>
              <a:gdLst>
                <a:gd name="T0" fmla="*/ 23 w 23"/>
                <a:gd name="T1" fmla="*/ 112 h 124"/>
                <a:gd name="T2" fmla="*/ 12 w 23"/>
                <a:gd name="T3" fmla="*/ 124 h 124"/>
                <a:gd name="T4" fmla="*/ 12 w 23"/>
                <a:gd name="T5" fmla="*/ 124 h 124"/>
                <a:gd name="T6" fmla="*/ 0 w 23"/>
                <a:gd name="T7" fmla="*/ 112 h 124"/>
                <a:gd name="T8" fmla="*/ 0 w 23"/>
                <a:gd name="T9" fmla="*/ 11 h 124"/>
                <a:gd name="T10" fmla="*/ 12 w 23"/>
                <a:gd name="T11" fmla="*/ 0 h 124"/>
                <a:gd name="T12" fmla="*/ 12 w 23"/>
                <a:gd name="T13" fmla="*/ 0 h 124"/>
                <a:gd name="T14" fmla="*/ 23 w 23"/>
                <a:gd name="T15" fmla="*/ 11 h 124"/>
                <a:gd name="T16" fmla="*/ 23 w 23"/>
                <a:gd name="T17" fmla="*/ 11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24">
                  <a:moveTo>
                    <a:pt x="23" y="112"/>
                  </a:moveTo>
                  <a:cubicBezTo>
                    <a:pt x="23" y="119"/>
                    <a:pt x="18" y="124"/>
                    <a:pt x="12" y="124"/>
                  </a:cubicBezTo>
                  <a:cubicBezTo>
                    <a:pt x="12" y="124"/>
                    <a:pt x="12" y="124"/>
                    <a:pt x="12" y="124"/>
                  </a:cubicBezTo>
                  <a:cubicBezTo>
                    <a:pt x="5" y="124"/>
                    <a:pt x="0" y="119"/>
                    <a:pt x="0" y="112"/>
                  </a:cubicBezTo>
                  <a:cubicBezTo>
                    <a:pt x="0" y="11"/>
                    <a:pt x="0" y="11"/>
                    <a:pt x="0" y="11"/>
                  </a:cubicBezTo>
                  <a:cubicBezTo>
                    <a:pt x="0" y="5"/>
                    <a:pt x="5" y="0"/>
                    <a:pt x="12" y="0"/>
                  </a:cubicBezTo>
                  <a:cubicBezTo>
                    <a:pt x="12" y="0"/>
                    <a:pt x="12" y="0"/>
                    <a:pt x="12" y="0"/>
                  </a:cubicBezTo>
                  <a:cubicBezTo>
                    <a:pt x="18" y="0"/>
                    <a:pt x="23" y="5"/>
                    <a:pt x="23" y="11"/>
                  </a:cubicBezTo>
                  <a:lnTo>
                    <a:pt x="23" y="1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 name="Freeform 59"/>
            <p:cNvSpPr>
              <a:spLocks/>
            </p:cNvSpPr>
            <p:nvPr/>
          </p:nvSpPr>
          <p:spPr bwMode="auto">
            <a:xfrm>
              <a:off x="5997575" y="3496469"/>
              <a:ext cx="342900" cy="322263"/>
            </a:xfrm>
            <a:custGeom>
              <a:avLst/>
              <a:gdLst>
                <a:gd name="T0" fmla="*/ 123 w 128"/>
                <a:gd name="T1" fmla="*/ 99 h 120"/>
                <a:gd name="T2" fmla="*/ 16 w 128"/>
                <a:gd name="T3" fmla="*/ 0 h 120"/>
                <a:gd name="T4" fmla="*/ 0 w 128"/>
                <a:gd name="T5" fmla="*/ 16 h 120"/>
                <a:gd name="T6" fmla="*/ 108 w 128"/>
                <a:gd name="T7" fmla="*/ 116 h 120"/>
                <a:gd name="T8" fmla="*/ 124 w 128"/>
                <a:gd name="T9" fmla="*/ 115 h 120"/>
                <a:gd name="T10" fmla="*/ 123 w 128"/>
                <a:gd name="T11" fmla="*/ 99 h 120"/>
              </a:gdLst>
              <a:ahLst/>
              <a:cxnLst>
                <a:cxn ang="0">
                  <a:pos x="T0" y="T1"/>
                </a:cxn>
                <a:cxn ang="0">
                  <a:pos x="T2" y="T3"/>
                </a:cxn>
                <a:cxn ang="0">
                  <a:pos x="T4" y="T5"/>
                </a:cxn>
                <a:cxn ang="0">
                  <a:pos x="T6" y="T7"/>
                </a:cxn>
                <a:cxn ang="0">
                  <a:pos x="T8" y="T9"/>
                </a:cxn>
                <a:cxn ang="0">
                  <a:pos x="T10" y="T11"/>
                </a:cxn>
              </a:cxnLst>
              <a:rect l="0" t="0" r="r" b="b"/>
              <a:pathLst>
                <a:path w="128" h="120">
                  <a:moveTo>
                    <a:pt x="123" y="99"/>
                  </a:moveTo>
                  <a:cubicBezTo>
                    <a:pt x="16" y="0"/>
                    <a:pt x="16" y="0"/>
                    <a:pt x="16" y="0"/>
                  </a:cubicBezTo>
                  <a:cubicBezTo>
                    <a:pt x="12" y="6"/>
                    <a:pt x="6" y="12"/>
                    <a:pt x="0" y="16"/>
                  </a:cubicBezTo>
                  <a:cubicBezTo>
                    <a:pt x="108" y="116"/>
                    <a:pt x="108" y="116"/>
                    <a:pt x="108" y="116"/>
                  </a:cubicBezTo>
                  <a:cubicBezTo>
                    <a:pt x="112" y="120"/>
                    <a:pt x="120" y="120"/>
                    <a:pt x="124" y="115"/>
                  </a:cubicBezTo>
                  <a:cubicBezTo>
                    <a:pt x="128" y="111"/>
                    <a:pt x="128" y="103"/>
                    <a:pt x="123"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pic>
          <p:nvPicPr>
            <p:cNvPr id="455" name="Picture 60"/>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592762" y="2815431"/>
              <a:ext cx="838200" cy="1778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456" name="Freeform 61"/>
            <p:cNvSpPr>
              <a:spLocks/>
            </p:cNvSpPr>
            <p:nvPr/>
          </p:nvSpPr>
          <p:spPr bwMode="auto">
            <a:xfrm>
              <a:off x="5932487" y="2905919"/>
              <a:ext cx="158750" cy="80963"/>
            </a:xfrm>
            <a:custGeom>
              <a:avLst/>
              <a:gdLst>
                <a:gd name="T0" fmla="*/ 59 w 59"/>
                <a:gd name="T1" fmla="*/ 15 h 30"/>
                <a:gd name="T2" fmla="*/ 45 w 59"/>
                <a:gd name="T3" fmla="*/ 30 h 30"/>
                <a:gd name="T4" fmla="*/ 15 w 59"/>
                <a:gd name="T5" fmla="*/ 30 h 30"/>
                <a:gd name="T6" fmla="*/ 0 w 59"/>
                <a:gd name="T7" fmla="*/ 15 h 30"/>
                <a:gd name="T8" fmla="*/ 0 w 59"/>
                <a:gd name="T9" fmla="*/ 15 h 30"/>
                <a:gd name="T10" fmla="*/ 15 w 59"/>
                <a:gd name="T11" fmla="*/ 0 h 30"/>
                <a:gd name="T12" fmla="*/ 45 w 59"/>
                <a:gd name="T13" fmla="*/ 0 h 30"/>
                <a:gd name="T14" fmla="*/ 59 w 59"/>
                <a:gd name="T15" fmla="*/ 15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30">
                  <a:moveTo>
                    <a:pt x="59" y="15"/>
                  </a:moveTo>
                  <a:cubicBezTo>
                    <a:pt x="59" y="23"/>
                    <a:pt x="53" y="30"/>
                    <a:pt x="45" y="30"/>
                  </a:cubicBezTo>
                  <a:cubicBezTo>
                    <a:pt x="15" y="30"/>
                    <a:pt x="15" y="30"/>
                    <a:pt x="15" y="30"/>
                  </a:cubicBezTo>
                  <a:cubicBezTo>
                    <a:pt x="7" y="30"/>
                    <a:pt x="0" y="23"/>
                    <a:pt x="0" y="15"/>
                  </a:cubicBezTo>
                  <a:cubicBezTo>
                    <a:pt x="0" y="15"/>
                    <a:pt x="0" y="15"/>
                    <a:pt x="0" y="15"/>
                  </a:cubicBezTo>
                  <a:cubicBezTo>
                    <a:pt x="0" y="7"/>
                    <a:pt x="7" y="0"/>
                    <a:pt x="15" y="0"/>
                  </a:cubicBezTo>
                  <a:cubicBezTo>
                    <a:pt x="45" y="0"/>
                    <a:pt x="45" y="0"/>
                    <a:pt x="45" y="0"/>
                  </a:cubicBezTo>
                  <a:cubicBezTo>
                    <a:pt x="53" y="0"/>
                    <a:pt x="59" y="7"/>
                    <a:pt x="59"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 name="Freeform 62"/>
            <p:cNvSpPr>
              <a:spLocks/>
            </p:cNvSpPr>
            <p:nvPr/>
          </p:nvSpPr>
          <p:spPr bwMode="auto">
            <a:xfrm>
              <a:off x="5578475" y="3915569"/>
              <a:ext cx="195263" cy="209550"/>
            </a:xfrm>
            <a:custGeom>
              <a:avLst/>
              <a:gdLst>
                <a:gd name="T0" fmla="*/ 13 w 73"/>
                <a:gd name="T1" fmla="*/ 0 h 78"/>
                <a:gd name="T2" fmla="*/ 14 w 73"/>
                <a:gd name="T3" fmla="*/ 66 h 78"/>
                <a:gd name="T4" fmla="*/ 73 w 73"/>
                <a:gd name="T5" fmla="*/ 38 h 78"/>
                <a:gd name="T6" fmla="*/ 13 w 73"/>
                <a:gd name="T7" fmla="*/ 0 h 78"/>
              </a:gdLst>
              <a:ahLst/>
              <a:cxnLst>
                <a:cxn ang="0">
                  <a:pos x="T0" y="T1"/>
                </a:cxn>
                <a:cxn ang="0">
                  <a:pos x="T2" y="T3"/>
                </a:cxn>
                <a:cxn ang="0">
                  <a:pos x="T4" y="T5"/>
                </a:cxn>
                <a:cxn ang="0">
                  <a:pos x="T6" y="T7"/>
                </a:cxn>
              </a:cxnLst>
              <a:rect l="0" t="0" r="r" b="b"/>
              <a:pathLst>
                <a:path w="73" h="78">
                  <a:moveTo>
                    <a:pt x="13" y="0"/>
                  </a:moveTo>
                  <a:cubicBezTo>
                    <a:pt x="13" y="0"/>
                    <a:pt x="0" y="54"/>
                    <a:pt x="14" y="66"/>
                  </a:cubicBezTo>
                  <a:cubicBezTo>
                    <a:pt x="27" y="78"/>
                    <a:pt x="73" y="38"/>
                    <a:pt x="73" y="38"/>
                  </a:cubicBezTo>
                  <a:cubicBezTo>
                    <a:pt x="73" y="38"/>
                    <a:pt x="29" y="20"/>
                    <a:pt x="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 name="Freeform 63"/>
            <p:cNvSpPr>
              <a:spLocks/>
            </p:cNvSpPr>
            <p:nvPr/>
          </p:nvSpPr>
          <p:spPr bwMode="auto">
            <a:xfrm>
              <a:off x="6249987" y="3915569"/>
              <a:ext cx="195263" cy="209550"/>
            </a:xfrm>
            <a:custGeom>
              <a:avLst/>
              <a:gdLst>
                <a:gd name="T0" fmla="*/ 61 w 73"/>
                <a:gd name="T1" fmla="*/ 0 h 78"/>
                <a:gd name="T2" fmla="*/ 59 w 73"/>
                <a:gd name="T3" fmla="*/ 66 h 78"/>
                <a:gd name="T4" fmla="*/ 0 w 73"/>
                <a:gd name="T5" fmla="*/ 38 h 78"/>
                <a:gd name="T6" fmla="*/ 61 w 73"/>
                <a:gd name="T7" fmla="*/ 0 h 78"/>
              </a:gdLst>
              <a:ahLst/>
              <a:cxnLst>
                <a:cxn ang="0">
                  <a:pos x="T0" y="T1"/>
                </a:cxn>
                <a:cxn ang="0">
                  <a:pos x="T2" y="T3"/>
                </a:cxn>
                <a:cxn ang="0">
                  <a:pos x="T4" y="T5"/>
                </a:cxn>
                <a:cxn ang="0">
                  <a:pos x="T6" y="T7"/>
                </a:cxn>
              </a:cxnLst>
              <a:rect l="0" t="0" r="r" b="b"/>
              <a:pathLst>
                <a:path w="73" h="78">
                  <a:moveTo>
                    <a:pt x="61" y="0"/>
                  </a:moveTo>
                  <a:cubicBezTo>
                    <a:pt x="61" y="0"/>
                    <a:pt x="73" y="54"/>
                    <a:pt x="59" y="66"/>
                  </a:cubicBezTo>
                  <a:cubicBezTo>
                    <a:pt x="46" y="78"/>
                    <a:pt x="0" y="38"/>
                    <a:pt x="0" y="38"/>
                  </a:cubicBezTo>
                  <a:cubicBezTo>
                    <a:pt x="0" y="38"/>
                    <a:pt x="45" y="20"/>
                    <a:pt x="6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 name="Freeform 64"/>
            <p:cNvSpPr>
              <a:spLocks noEditPoints="1"/>
            </p:cNvSpPr>
            <p:nvPr/>
          </p:nvSpPr>
          <p:spPr bwMode="auto">
            <a:xfrm>
              <a:off x="5441950" y="2947194"/>
              <a:ext cx="1143000" cy="1143000"/>
            </a:xfrm>
            <a:custGeom>
              <a:avLst/>
              <a:gdLst>
                <a:gd name="T0" fmla="*/ 0 w 426"/>
                <a:gd name="T1" fmla="*/ 213 h 426"/>
                <a:gd name="T2" fmla="*/ 213 w 426"/>
                <a:gd name="T3" fmla="*/ 0 h 426"/>
                <a:gd name="T4" fmla="*/ 213 w 426"/>
                <a:gd name="T5" fmla="*/ 0 h 426"/>
                <a:gd name="T6" fmla="*/ 426 w 426"/>
                <a:gd name="T7" fmla="*/ 213 h 426"/>
                <a:gd name="T8" fmla="*/ 426 w 426"/>
                <a:gd name="T9" fmla="*/ 213 h 426"/>
                <a:gd name="T10" fmla="*/ 213 w 426"/>
                <a:gd name="T11" fmla="*/ 426 h 426"/>
                <a:gd name="T12" fmla="*/ 213 w 426"/>
                <a:gd name="T13" fmla="*/ 426 h 426"/>
                <a:gd name="T14" fmla="*/ 0 w 426"/>
                <a:gd name="T15" fmla="*/ 213 h 426"/>
                <a:gd name="T16" fmla="*/ 32 w 426"/>
                <a:gd name="T17" fmla="*/ 213 h 426"/>
                <a:gd name="T18" fmla="*/ 85 w 426"/>
                <a:gd name="T19" fmla="*/ 341 h 426"/>
                <a:gd name="T20" fmla="*/ 85 w 426"/>
                <a:gd name="T21" fmla="*/ 341 h 426"/>
                <a:gd name="T22" fmla="*/ 213 w 426"/>
                <a:gd name="T23" fmla="*/ 394 h 426"/>
                <a:gd name="T24" fmla="*/ 213 w 426"/>
                <a:gd name="T25" fmla="*/ 394 h 426"/>
                <a:gd name="T26" fmla="*/ 340 w 426"/>
                <a:gd name="T27" fmla="*/ 341 h 426"/>
                <a:gd name="T28" fmla="*/ 340 w 426"/>
                <a:gd name="T29" fmla="*/ 341 h 426"/>
                <a:gd name="T30" fmla="*/ 393 w 426"/>
                <a:gd name="T31" fmla="*/ 213 h 426"/>
                <a:gd name="T32" fmla="*/ 393 w 426"/>
                <a:gd name="T33" fmla="*/ 213 h 426"/>
                <a:gd name="T34" fmla="*/ 340 w 426"/>
                <a:gd name="T35" fmla="*/ 85 h 426"/>
                <a:gd name="T36" fmla="*/ 340 w 426"/>
                <a:gd name="T37" fmla="*/ 85 h 426"/>
                <a:gd name="T38" fmla="*/ 213 w 426"/>
                <a:gd name="T39" fmla="*/ 32 h 426"/>
                <a:gd name="T40" fmla="*/ 213 w 426"/>
                <a:gd name="T41" fmla="*/ 32 h 426"/>
                <a:gd name="T42" fmla="*/ 85 w 426"/>
                <a:gd name="T43" fmla="*/ 85 h 426"/>
                <a:gd name="T44" fmla="*/ 85 w 426"/>
                <a:gd name="T45" fmla="*/ 85 h 426"/>
                <a:gd name="T46" fmla="*/ 32 w 426"/>
                <a:gd name="T47" fmla="*/ 213 h 426"/>
                <a:gd name="T48" fmla="*/ 32 w 426"/>
                <a:gd name="T49" fmla="*/ 213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6" h="426">
                  <a:moveTo>
                    <a:pt x="0" y="213"/>
                  </a:moveTo>
                  <a:cubicBezTo>
                    <a:pt x="0" y="95"/>
                    <a:pt x="95" y="0"/>
                    <a:pt x="213" y="0"/>
                  </a:cubicBezTo>
                  <a:cubicBezTo>
                    <a:pt x="213" y="0"/>
                    <a:pt x="213" y="0"/>
                    <a:pt x="213" y="0"/>
                  </a:cubicBezTo>
                  <a:cubicBezTo>
                    <a:pt x="330" y="0"/>
                    <a:pt x="426" y="95"/>
                    <a:pt x="426" y="213"/>
                  </a:cubicBezTo>
                  <a:cubicBezTo>
                    <a:pt x="426" y="213"/>
                    <a:pt x="426" y="213"/>
                    <a:pt x="426" y="213"/>
                  </a:cubicBezTo>
                  <a:cubicBezTo>
                    <a:pt x="426" y="331"/>
                    <a:pt x="330" y="426"/>
                    <a:pt x="213" y="426"/>
                  </a:cubicBezTo>
                  <a:cubicBezTo>
                    <a:pt x="213" y="426"/>
                    <a:pt x="213" y="426"/>
                    <a:pt x="213" y="426"/>
                  </a:cubicBezTo>
                  <a:cubicBezTo>
                    <a:pt x="95" y="426"/>
                    <a:pt x="0" y="331"/>
                    <a:pt x="0" y="213"/>
                  </a:cubicBezTo>
                  <a:close/>
                  <a:moveTo>
                    <a:pt x="32" y="213"/>
                  </a:moveTo>
                  <a:cubicBezTo>
                    <a:pt x="32" y="263"/>
                    <a:pt x="52" y="308"/>
                    <a:pt x="85" y="341"/>
                  </a:cubicBezTo>
                  <a:cubicBezTo>
                    <a:pt x="85" y="341"/>
                    <a:pt x="85" y="341"/>
                    <a:pt x="85" y="341"/>
                  </a:cubicBezTo>
                  <a:cubicBezTo>
                    <a:pt x="118" y="373"/>
                    <a:pt x="163" y="394"/>
                    <a:pt x="213" y="394"/>
                  </a:cubicBezTo>
                  <a:cubicBezTo>
                    <a:pt x="213" y="394"/>
                    <a:pt x="213" y="394"/>
                    <a:pt x="213" y="394"/>
                  </a:cubicBezTo>
                  <a:cubicBezTo>
                    <a:pt x="263" y="394"/>
                    <a:pt x="308" y="373"/>
                    <a:pt x="340" y="341"/>
                  </a:cubicBezTo>
                  <a:cubicBezTo>
                    <a:pt x="340" y="341"/>
                    <a:pt x="340" y="341"/>
                    <a:pt x="340" y="341"/>
                  </a:cubicBezTo>
                  <a:cubicBezTo>
                    <a:pt x="373" y="308"/>
                    <a:pt x="393" y="263"/>
                    <a:pt x="393" y="213"/>
                  </a:cubicBezTo>
                  <a:cubicBezTo>
                    <a:pt x="393" y="213"/>
                    <a:pt x="393" y="213"/>
                    <a:pt x="393" y="213"/>
                  </a:cubicBezTo>
                  <a:cubicBezTo>
                    <a:pt x="393" y="163"/>
                    <a:pt x="373" y="118"/>
                    <a:pt x="340" y="85"/>
                  </a:cubicBezTo>
                  <a:cubicBezTo>
                    <a:pt x="340" y="85"/>
                    <a:pt x="340" y="85"/>
                    <a:pt x="340" y="85"/>
                  </a:cubicBezTo>
                  <a:cubicBezTo>
                    <a:pt x="308" y="53"/>
                    <a:pt x="263" y="32"/>
                    <a:pt x="213" y="32"/>
                  </a:cubicBezTo>
                  <a:cubicBezTo>
                    <a:pt x="213" y="32"/>
                    <a:pt x="213" y="32"/>
                    <a:pt x="213" y="32"/>
                  </a:cubicBezTo>
                  <a:cubicBezTo>
                    <a:pt x="163" y="32"/>
                    <a:pt x="118" y="53"/>
                    <a:pt x="85" y="85"/>
                  </a:cubicBezTo>
                  <a:cubicBezTo>
                    <a:pt x="85" y="85"/>
                    <a:pt x="85" y="85"/>
                    <a:pt x="85" y="85"/>
                  </a:cubicBezTo>
                  <a:cubicBezTo>
                    <a:pt x="52" y="118"/>
                    <a:pt x="32" y="163"/>
                    <a:pt x="32" y="213"/>
                  </a:cubicBezTo>
                  <a:cubicBezTo>
                    <a:pt x="32" y="213"/>
                    <a:pt x="32" y="213"/>
                    <a:pt x="32" y="2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 name="Oval 65"/>
            <p:cNvSpPr>
              <a:spLocks noChangeArrowheads="1"/>
            </p:cNvSpPr>
            <p:nvPr/>
          </p:nvSpPr>
          <p:spPr bwMode="auto">
            <a:xfrm>
              <a:off x="5929312" y="3436144"/>
              <a:ext cx="166688"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 name="Freeform 66"/>
            <p:cNvSpPr>
              <a:spLocks noEditPoints="1"/>
            </p:cNvSpPr>
            <p:nvPr/>
          </p:nvSpPr>
          <p:spPr bwMode="auto">
            <a:xfrm>
              <a:off x="5307012" y="2815431"/>
              <a:ext cx="1411288" cy="473075"/>
            </a:xfrm>
            <a:custGeom>
              <a:avLst/>
              <a:gdLst>
                <a:gd name="T0" fmla="*/ 92 w 526"/>
                <a:gd name="T1" fmla="*/ 0 h 176"/>
                <a:gd name="T2" fmla="*/ 0 w 526"/>
                <a:gd name="T3" fmla="*/ 92 h 176"/>
                <a:gd name="T4" fmla="*/ 54 w 526"/>
                <a:gd name="T5" fmla="*/ 176 h 176"/>
                <a:gd name="T6" fmla="*/ 176 w 526"/>
                <a:gd name="T7" fmla="*/ 55 h 176"/>
                <a:gd name="T8" fmla="*/ 92 w 526"/>
                <a:gd name="T9" fmla="*/ 0 h 176"/>
                <a:gd name="T10" fmla="*/ 434 w 526"/>
                <a:gd name="T11" fmla="*/ 0 h 176"/>
                <a:gd name="T12" fmla="*/ 350 w 526"/>
                <a:gd name="T13" fmla="*/ 55 h 176"/>
                <a:gd name="T14" fmla="*/ 471 w 526"/>
                <a:gd name="T15" fmla="*/ 176 h 176"/>
                <a:gd name="T16" fmla="*/ 526 w 526"/>
                <a:gd name="T17" fmla="*/ 92 h 176"/>
                <a:gd name="T18" fmla="*/ 434 w 526"/>
                <a:gd name="T19"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6" h="176">
                  <a:moveTo>
                    <a:pt x="92" y="0"/>
                  </a:moveTo>
                  <a:cubicBezTo>
                    <a:pt x="41" y="0"/>
                    <a:pt x="0" y="41"/>
                    <a:pt x="0" y="92"/>
                  </a:cubicBezTo>
                  <a:cubicBezTo>
                    <a:pt x="0" y="129"/>
                    <a:pt x="22" y="161"/>
                    <a:pt x="54" y="176"/>
                  </a:cubicBezTo>
                  <a:cubicBezTo>
                    <a:pt x="77" y="121"/>
                    <a:pt x="121" y="78"/>
                    <a:pt x="176" y="55"/>
                  </a:cubicBezTo>
                  <a:cubicBezTo>
                    <a:pt x="162" y="23"/>
                    <a:pt x="129" y="0"/>
                    <a:pt x="92" y="0"/>
                  </a:cubicBezTo>
                  <a:close/>
                  <a:moveTo>
                    <a:pt x="434" y="0"/>
                  </a:moveTo>
                  <a:cubicBezTo>
                    <a:pt x="396" y="0"/>
                    <a:pt x="364" y="23"/>
                    <a:pt x="350" y="55"/>
                  </a:cubicBezTo>
                  <a:cubicBezTo>
                    <a:pt x="404" y="78"/>
                    <a:pt x="448" y="121"/>
                    <a:pt x="471" y="176"/>
                  </a:cubicBezTo>
                  <a:cubicBezTo>
                    <a:pt x="503" y="161"/>
                    <a:pt x="526" y="129"/>
                    <a:pt x="526" y="92"/>
                  </a:cubicBezTo>
                  <a:cubicBezTo>
                    <a:pt x="526" y="41"/>
                    <a:pt x="484" y="0"/>
                    <a:pt x="4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62" name="组合 461"/>
          <p:cNvGrpSpPr/>
          <p:nvPr/>
        </p:nvGrpSpPr>
        <p:grpSpPr>
          <a:xfrm>
            <a:off x="11138907" y="151358"/>
            <a:ext cx="405790" cy="313816"/>
            <a:chOff x="3175" y="747713"/>
            <a:chExt cx="1751013" cy="1354138"/>
          </a:xfrm>
          <a:solidFill>
            <a:srgbClr val="707E84"/>
          </a:solidFill>
        </p:grpSpPr>
        <p:sp>
          <p:nvSpPr>
            <p:cNvPr id="463" name="Freeform 6"/>
            <p:cNvSpPr>
              <a:spLocks/>
            </p:cNvSpPr>
            <p:nvPr/>
          </p:nvSpPr>
          <p:spPr bwMode="auto">
            <a:xfrm>
              <a:off x="3175" y="747713"/>
              <a:ext cx="1308100" cy="854075"/>
            </a:xfrm>
            <a:custGeom>
              <a:avLst/>
              <a:gdLst>
                <a:gd name="T0" fmla="*/ 357 w 458"/>
                <a:gd name="T1" fmla="*/ 8 h 299"/>
                <a:gd name="T2" fmla="*/ 184 w 458"/>
                <a:gd name="T3" fmla="*/ 54 h 299"/>
                <a:gd name="T4" fmla="*/ 40 w 458"/>
                <a:gd name="T5" fmla="*/ 161 h 299"/>
                <a:gd name="T6" fmla="*/ 35 w 458"/>
                <a:gd name="T7" fmla="*/ 277 h 299"/>
                <a:gd name="T8" fmla="*/ 36 w 458"/>
                <a:gd name="T9" fmla="*/ 279 h 299"/>
                <a:gd name="T10" fmla="*/ 85 w 458"/>
                <a:gd name="T11" fmla="*/ 288 h 299"/>
                <a:gd name="T12" fmla="*/ 133 w 458"/>
                <a:gd name="T13" fmla="*/ 256 h 299"/>
                <a:gd name="T14" fmla="*/ 142 w 458"/>
                <a:gd name="T15" fmla="*/ 207 h 299"/>
                <a:gd name="T16" fmla="*/ 128 w 458"/>
                <a:gd name="T17" fmla="*/ 195 h 299"/>
                <a:gd name="T18" fmla="*/ 211 w 458"/>
                <a:gd name="T19" fmla="*/ 112 h 299"/>
                <a:gd name="T20" fmla="*/ 211 w 458"/>
                <a:gd name="T21" fmla="*/ 112 h 299"/>
                <a:gd name="T22" fmla="*/ 212 w 458"/>
                <a:gd name="T23" fmla="*/ 112 h 299"/>
                <a:gd name="T24" fmla="*/ 212 w 458"/>
                <a:gd name="T25" fmla="*/ 112 h 299"/>
                <a:gd name="T26" fmla="*/ 212 w 458"/>
                <a:gd name="T27" fmla="*/ 112 h 299"/>
                <a:gd name="T28" fmla="*/ 329 w 458"/>
                <a:gd name="T29" fmla="*/ 97 h 299"/>
                <a:gd name="T30" fmla="*/ 330 w 458"/>
                <a:gd name="T31" fmla="*/ 116 h 299"/>
                <a:gd name="T32" fmla="*/ 374 w 458"/>
                <a:gd name="T33" fmla="*/ 139 h 299"/>
                <a:gd name="T34" fmla="*/ 429 w 458"/>
                <a:gd name="T35" fmla="*/ 121 h 299"/>
                <a:gd name="T36" fmla="*/ 452 w 458"/>
                <a:gd name="T37" fmla="*/ 77 h 299"/>
                <a:gd name="T38" fmla="*/ 451 w 458"/>
                <a:gd name="T39" fmla="*/ 75 h 299"/>
                <a:gd name="T40" fmla="*/ 357 w 458"/>
                <a:gd name="T41" fmla="*/ 8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58" h="299">
                  <a:moveTo>
                    <a:pt x="357" y="8"/>
                  </a:moveTo>
                  <a:cubicBezTo>
                    <a:pt x="288" y="0"/>
                    <a:pt x="191" y="50"/>
                    <a:pt x="184" y="54"/>
                  </a:cubicBezTo>
                  <a:cubicBezTo>
                    <a:pt x="176" y="58"/>
                    <a:pt x="77" y="103"/>
                    <a:pt x="40" y="161"/>
                  </a:cubicBezTo>
                  <a:cubicBezTo>
                    <a:pt x="0" y="225"/>
                    <a:pt x="34" y="276"/>
                    <a:pt x="35" y="277"/>
                  </a:cubicBezTo>
                  <a:cubicBezTo>
                    <a:pt x="35" y="278"/>
                    <a:pt x="36" y="278"/>
                    <a:pt x="36" y="279"/>
                  </a:cubicBezTo>
                  <a:cubicBezTo>
                    <a:pt x="47" y="295"/>
                    <a:pt x="69" y="299"/>
                    <a:pt x="85" y="288"/>
                  </a:cubicBezTo>
                  <a:cubicBezTo>
                    <a:pt x="133" y="256"/>
                    <a:pt x="133" y="256"/>
                    <a:pt x="133" y="256"/>
                  </a:cubicBezTo>
                  <a:cubicBezTo>
                    <a:pt x="149" y="245"/>
                    <a:pt x="153" y="223"/>
                    <a:pt x="142" y="207"/>
                  </a:cubicBezTo>
                  <a:cubicBezTo>
                    <a:pt x="138" y="201"/>
                    <a:pt x="133" y="197"/>
                    <a:pt x="128" y="195"/>
                  </a:cubicBezTo>
                  <a:cubicBezTo>
                    <a:pt x="111" y="157"/>
                    <a:pt x="200" y="117"/>
                    <a:pt x="211" y="112"/>
                  </a:cubicBezTo>
                  <a:cubicBezTo>
                    <a:pt x="211" y="112"/>
                    <a:pt x="211" y="112"/>
                    <a:pt x="211" y="112"/>
                  </a:cubicBezTo>
                  <a:cubicBezTo>
                    <a:pt x="211" y="112"/>
                    <a:pt x="211" y="112"/>
                    <a:pt x="212" y="112"/>
                  </a:cubicBezTo>
                  <a:cubicBezTo>
                    <a:pt x="212" y="112"/>
                    <a:pt x="212" y="112"/>
                    <a:pt x="212" y="112"/>
                  </a:cubicBezTo>
                  <a:cubicBezTo>
                    <a:pt x="212" y="112"/>
                    <a:pt x="212" y="112"/>
                    <a:pt x="212" y="112"/>
                  </a:cubicBezTo>
                  <a:cubicBezTo>
                    <a:pt x="223" y="106"/>
                    <a:pt x="310" y="61"/>
                    <a:pt x="329" y="97"/>
                  </a:cubicBezTo>
                  <a:cubicBezTo>
                    <a:pt x="328" y="103"/>
                    <a:pt x="328" y="109"/>
                    <a:pt x="330" y="116"/>
                  </a:cubicBezTo>
                  <a:cubicBezTo>
                    <a:pt x="335" y="134"/>
                    <a:pt x="355" y="145"/>
                    <a:pt x="374" y="139"/>
                  </a:cubicBezTo>
                  <a:cubicBezTo>
                    <a:pt x="429" y="121"/>
                    <a:pt x="429" y="121"/>
                    <a:pt x="429" y="121"/>
                  </a:cubicBezTo>
                  <a:cubicBezTo>
                    <a:pt x="447" y="116"/>
                    <a:pt x="458" y="96"/>
                    <a:pt x="452" y="77"/>
                  </a:cubicBezTo>
                  <a:cubicBezTo>
                    <a:pt x="452" y="76"/>
                    <a:pt x="451" y="76"/>
                    <a:pt x="451" y="75"/>
                  </a:cubicBezTo>
                  <a:cubicBezTo>
                    <a:pt x="451" y="74"/>
                    <a:pt x="432" y="15"/>
                    <a:pt x="35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4" name="Freeform 7"/>
            <p:cNvSpPr>
              <a:spLocks noEditPoints="1"/>
            </p:cNvSpPr>
            <p:nvPr/>
          </p:nvSpPr>
          <p:spPr bwMode="auto">
            <a:xfrm>
              <a:off x="180975" y="1273176"/>
              <a:ext cx="1270000" cy="828675"/>
            </a:xfrm>
            <a:custGeom>
              <a:avLst/>
              <a:gdLst>
                <a:gd name="T0" fmla="*/ 442 w 445"/>
                <a:gd name="T1" fmla="*/ 213 h 290"/>
                <a:gd name="T2" fmla="*/ 313 w 445"/>
                <a:gd name="T3" fmla="*/ 55 h 290"/>
                <a:gd name="T4" fmla="*/ 313 w 445"/>
                <a:gd name="T5" fmla="*/ 26 h 290"/>
                <a:gd name="T6" fmla="*/ 262 w 445"/>
                <a:gd name="T7" fmla="*/ 26 h 290"/>
                <a:gd name="T8" fmla="*/ 183 w 445"/>
                <a:gd name="T9" fmla="*/ 30 h 290"/>
                <a:gd name="T10" fmla="*/ 157 w 445"/>
                <a:gd name="T11" fmla="*/ 0 h 290"/>
                <a:gd name="T12" fmla="*/ 132 w 445"/>
                <a:gd name="T13" fmla="*/ 46 h 290"/>
                <a:gd name="T14" fmla="*/ 132 w 445"/>
                <a:gd name="T15" fmla="*/ 48 h 290"/>
                <a:gd name="T16" fmla="*/ 132 w 445"/>
                <a:gd name="T17" fmla="*/ 53 h 290"/>
                <a:gd name="T18" fmla="*/ 3 w 445"/>
                <a:gd name="T19" fmla="*/ 213 h 290"/>
                <a:gd name="T20" fmla="*/ 0 w 445"/>
                <a:gd name="T21" fmla="*/ 234 h 290"/>
                <a:gd name="T22" fmla="*/ 0 w 445"/>
                <a:gd name="T23" fmla="*/ 278 h 290"/>
                <a:gd name="T24" fmla="*/ 433 w 445"/>
                <a:gd name="T25" fmla="*/ 290 h 290"/>
                <a:gd name="T26" fmla="*/ 445 w 445"/>
                <a:gd name="T27" fmla="*/ 234 h 290"/>
                <a:gd name="T28" fmla="*/ 445 w 445"/>
                <a:gd name="T29" fmla="*/ 230 h 290"/>
                <a:gd name="T30" fmla="*/ 175 w 445"/>
                <a:gd name="T31" fmla="*/ 246 h 290"/>
                <a:gd name="T32" fmla="*/ 146 w 445"/>
                <a:gd name="T33" fmla="*/ 240 h 290"/>
                <a:gd name="T34" fmla="*/ 153 w 445"/>
                <a:gd name="T35" fmla="*/ 211 h 290"/>
                <a:gd name="T36" fmla="*/ 181 w 445"/>
                <a:gd name="T37" fmla="*/ 218 h 290"/>
                <a:gd name="T38" fmla="*/ 181 w 445"/>
                <a:gd name="T39" fmla="*/ 187 h 290"/>
                <a:gd name="T40" fmla="*/ 153 w 445"/>
                <a:gd name="T41" fmla="*/ 193 h 290"/>
                <a:gd name="T42" fmla="*/ 146 w 445"/>
                <a:gd name="T43" fmla="*/ 164 h 290"/>
                <a:gd name="T44" fmla="*/ 175 w 445"/>
                <a:gd name="T45" fmla="*/ 158 h 290"/>
                <a:gd name="T46" fmla="*/ 181 w 445"/>
                <a:gd name="T47" fmla="*/ 187 h 290"/>
                <a:gd name="T48" fmla="*/ 175 w 445"/>
                <a:gd name="T49" fmla="*/ 140 h 290"/>
                <a:gd name="T50" fmla="*/ 146 w 445"/>
                <a:gd name="T51" fmla="*/ 134 h 290"/>
                <a:gd name="T52" fmla="*/ 153 w 445"/>
                <a:gd name="T53" fmla="*/ 105 h 290"/>
                <a:gd name="T54" fmla="*/ 181 w 445"/>
                <a:gd name="T55" fmla="*/ 111 h 290"/>
                <a:gd name="T56" fmla="*/ 240 w 445"/>
                <a:gd name="T57" fmla="*/ 240 h 290"/>
                <a:gd name="T58" fmla="*/ 211 w 445"/>
                <a:gd name="T59" fmla="*/ 246 h 290"/>
                <a:gd name="T60" fmla="*/ 205 w 445"/>
                <a:gd name="T61" fmla="*/ 218 h 290"/>
                <a:gd name="T62" fmla="*/ 234 w 445"/>
                <a:gd name="T63" fmla="*/ 211 h 290"/>
                <a:gd name="T64" fmla="*/ 240 w 445"/>
                <a:gd name="T65" fmla="*/ 240 h 290"/>
                <a:gd name="T66" fmla="*/ 234 w 445"/>
                <a:gd name="T67" fmla="*/ 193 h 290"/>
                <a:gd name="T68" fmla="*/ 205 w 445"/>
                <a:gd name="T69" fmla="*/ 187 h 290"/>
                <a:gd name="T70" fmla="*/ 211 w 445"/>
                <a:gd name="T71" fmla="*/ 158 h 290"/>
                <a:gd name="T72" fmla="*/ 240 w 445"/>
                <a:gd name="T73" fmla="*/ 164 h 290"/>
                <a:gd name="T74" fmla="*/ 240 w 445"/>
                <a:gd name="T75" fmla="*/ 134 h 290"/>
                <a:gd name="T76" fmla="*/ 211 w 445"/>
                <a:gd name="T77" fmla="*/ 140 h 290"/>
                <a:gd name="T78" fmla="*/ 205 w 445"/>
                <a:gd name="T79" fmla="*/ 111 h 290"/>
                <a:gd name="T80" fmla="*/ 234 w 445"/>
                <a:gd name="T81" fmla="*/ 105 h 290"/>
                <a:gd name="T82" fmla="*/ 240 w 445"/>
                <a:gd name="T83" fmla="*/ 134 h 290"/>
                <a:gd name="T84" fmla="*/ 292 w 445"/>
                <a:gd name="T85" fmla="*/ 246 h 290"/>
                <a:gd name="T86" fmla="*/ 263 w 445"/>
                <a:gd name="T87" fmla="*/ 240 h 290"/>
                <a:gd name="T88" fmla="*/ 269 w 445"/>
                <a:gd name="T89" fmla="*/ 211 h 290"/>
                <a:gd name="T90" fmla="*/ 298 w 445"/>
                <a:gd name="T91" fmla="*/ 218 h 290"/>
                <a:gd name="T92" fmla="*/ 298 w 445"/>
                <a:gd name="T93" fmla="*/ 187 h 290"/>
                <a:gd name="T94" fmla="*/ 269 w 445"/>
                <a:gd name="T95" fmla="*/ 193 h 290"/>
                <a:gd name="T96" fmla="*/ 263 w 445"/>
                <a:gd name="T97" fmla="*/ 164 h 290"/>
                <a:gd name="T98" fmla="*/ 292 w 445"/>
                <a:gd name="T99" fmla="*/ 158 h 290"/>
                <a:gd name="T100" fmla="*/ 298 w 445"/>
                <a:gd name="T101" fmla="*/ 187 h 290"/>
                <a:gd name="T102" fmla="*/ 292 w 445"/>
                <a:gd name="T103" fmla="*/ 140 h 290"/>
                <a:gd name="T104" fmla="*/ 263 w 445"/>
                <a:gd name="T105" fmla="*/ 134 h 290"/>
                <a:gd name="T106" fmla="*/ 269 w 445"/>
                <a:gd name="T107" fmla="*/ 105 h 290"/>
                <a:gd name="T108" fmla="*/ 298 w 445"/>
                <a:gd name="T109" fmla="*/ 111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45" h="290">
                  <a:moveTo>
                    <a:pt x="445" y="230"/>
                  </a:moveTo>
                  <a:cubicBezTo>
                    <a:pt x="445" y="224"/>
                    <a:pt x="444" y="218"/>
                    <a:pt x="442" y="213"/>
                  </a:cubicBezTo>
                  <a:cubicBezTo>
                    <a:pt x="433" y="184"/>
                    <a:pt x="397" y="165"/>
                    <a:pt x="397" y="165"/>
                  </a:cubicBezTo>
                  <a:cubicBezTo>
                    <a:pt x="325" y="114"/>
                    <a:pt x="314" y="77"/>
                    <a:pt x="313" y="55"/>
                  </a:cubicBezTo>
                  <a:cubicBezTo>
                    <a:pt x="313" y="54"/>
                    <a:pt x="313" y="54"/>
                    <a:pt x="313" y="53"/>
                  </a:cubicBezTo>
                  <a:cubicBezTo>
                    <a:pt x="313" y="26"/>
                    <a:pt x="313" y="26"/>
                    <a:pt x="313" y="26"/>
                  </a:cubicBezTo>
                  <a:cubicBezTo>
                    <a:pt x="313" y="12"/>
                    <a:pt x="302" y="0"/>
                    <a:pt x="288" y="0"/>
                  </a:cubicBezTo>
                  <a:cubicBezTo>
                    <a:pt x="274" y="0"/>
                    <a:pt x="262" y="12"/>
                    <a:pt x="262" y="26"/>
                  </a:cubicBezTo>
                  <a:cubicBezTo>
                    <a:pt x="262" y="29"/>
                    <a:pt x="262" y="29"/>
                    <a:pt x="262" y="29"/>
                  </a:cubicBezTo>
                  <a:cubicBezTo>
                    <a:pt x="220" y="42"/>
                    <a:pt x="193" y="34"/>
                    <a:pt x="183" y="30"/>
                  </a:cubicBezTo>
                  <a:cubicBezTo>
                    <a:pt x="183" y="26"/>
                    <a:pt x="183" y="26"/>
                    <a:pt x="183" y="26"/>
                  </a:cubicBezTo>
                  <a:cubicBezTo>
                    <a:pt x="183" y="12"/>
                    <a:pt x="172" y="0"/>
                    <a:pt x="157" y="0"/>
                  </a:cubicBezTo>
                  <a:cubicBezTo>
                    <a:pt x="143" y="0"/>
                    <a:pt x="132" y="12"/>
                    <a:pt x="132" y="26"/>
                  </a:cubicBezTo>
                  <a:cubicBezTo>
                    <a:pt x="132" y="46"/>
                    <a:pt x="132" y="46"/>
                    <a:pt x="132" y="46"/>
                  </a:cubicBezTo>
                  <a:cubicBezTo>
                    <a:pt x="131" y="46"/>
                    <a:pt x="131" y="46"/>
                    <a:pt x="131" y="46"/>
                  </a:cubicBezTo>
                  <a:cubicBezTo>
                    <a:pt x="131" y="46"/>
                    <a:pt x="132" y="47"/>
                    <a:pt x="132" y="48"/>
                  </a:cubicBezTo>
                  <a:cubicBezTo>
                    <a:pt x="132" y="53"/>
                    <a:pt x="132" y="53"/>
                    <a:pt x="132" y="53"/>
                  </a:cubicBezTo>
                  <a:cubicBezTo>
                    <a:pt x="132" y="53"/>
                    <a:pt x="132" y="53"/>
                    <a:pt x="132" y="53"/>
                  </a:cubicBezTo>
                  <a:cubicBezTo>
                    <a:pt x="131" y="73"/>
                    <a:pt x="122" y="113"/>
                    <a:pt x="48" y="165"/>
                  </a:cubicBezTo>
                  <a:cubicBezTo>
                    <a:pt x="48" y="165"/>
                    <a:pt x="11" y="184"/>
                    <a:pt x="3" y="213"/>
                  </a:cubicBezTo>
                  <a:cubicBezTo>
                    <a:pt x="1" y="218"/>
                    <a:pt x="0" y="224"/>
                    <a:pt x="0" y="230"/>
                  </a:cubicBezTo>
                  <a:cubicBezTo>
                    <a:pt x="0" y="231"/>
                    <a:pt x="0" y="232"/>
                    <a:pt x="0" y="234"/>
                  </a:cubicBezTo>
                  <a:cubicBezTo>
                    <a:pt x="0" y="234"/>
                    <a:pt x="0" y="234"/>
                    <a:pt x="0" y="234"/>
                  </a:cubicBezTo>
                  <a:cubicBezTo>
                    <a:pt x="0" y="278"/>
                    <a:pt x="0" y="278"/>
                    <a:pt x="0" y="278"/>
                  </a:cubicBezTo>
                  <a:cubicBezTo>
                    <a:pt x="0" y="285"/>
                    <a:pt x="6" y="290"/>
                    <a:pt x="12" y="290"/>
                  </a:cubicBezTo>
                  <a:cubicBezTo>
                    <a:pt x="433" y="290"/>
                    <a:pt x="433" y="290"/>
                    <a:pt x="433" y="290"/>
                  </a:cubicBezTo>
                  <a:cubicBezTo>
                    <a:pt x="439" y="290"/>
                    <a:pt x="445" y="285"/>
                    <a:pt x="445" y="278"/>
                  </a:cubicBezTo>
                  <a:cubicBezTo>
                    <a:pt x="445" y="234"/>
                    <a:pt x="445" y="234"/>
                    <a:pt x="445" y="234"/>
                  </a:cubicBezTo>
                  <a:cubicBezTo>
                    <a:pt x="445" y="234"/>
                    <a:pt x="445" y="234"/>
                    <a:pt x="445" y="234"/>
                  </a:cubicBezTo>
                  <a:cubicBezTo>
                    <a:pt x="445" y="232"/>
                    <a:pt x="445" y="231"/>
                    <a:pt x="445" y="230"/>
                  </a:cubicBezTo>
                  <a:close/>
                  <a:moveTo>
                    <a:pt x="181" y="240"/>
                  </a:moveTo>
                  <a:cubicBezTo>
                    <a:pt x="181" y="244"/>
                    <a:pt x="179" y="246"/>
                    <a:pt x="175" y="246"/>
                  </a:cubicBezTo>
                  <a:cubicBezTo>
                    <a:pt x="153" y="246"/>
                    <a:pt x="153" y="246"/>
                    <a:pt x="153" y="246"/>
                  </a:cubicBezTo>
                  <a:cubicBezTo>
                    <a:pt x="149" y="246"/>
                    <a:pt x="146" y="244"/>
                    <a:pt x="146" y="240"/>
                  </a:cubicBezTo>
                  <a:cubicBezTo>
                    <a:pt x="146" y="218"/>
                    <a:pt x="146" y="218"/>
                    <a:pt x="146" y="218"/>
                  </a:cubicBezTo>
                  <a:cubicBezTo>
                    <a:pt x="146" y="214"/>
                    <a:pt x="149" y="211"/>
                    <a:pt x="153" y="211"/>
                  </a:cubicBezTo>
                  <a:cubicBezTo>
                    <a:pt x="175" y="211"/>
                    <a:pt x="175" y="211"/>
                    <a:pt x="175" y="211"/>
                  </a:cubicBezTo>
                  <a:cubicBezTo>
                    <a:pt x="179" y="211"/>
                    <a:pt x="181" y="214"/>
                    <a:pt x="181" y="218"/>
                  </a:cubicBezTo>
                  <a:lnTo>
                    <a:pt x="181" y="240"/>
                  </a:lnTo>
                  <a:close/>
                  <a:moveTo>
                    <a:pt x="181" y="187"/>
                  </a:moveTo>
                  <a:cubicBezTo>
                    <a:pt x="181" y="190"/>
                    <a:pt x="179" y="193"/>
                    <a:pt x="175" y="193"/>
                  </a:cubicBezTo>
                  <a:cubicBezTo>
                    <a:pt x="153" y="193"/>
                    <a:pt x="153" y="193"/>
                    <a:pt x="153" y="193"/>
                  </a:cubicBezTo>
                  <a:cubicBezTo>
                    <a:pt x="149" y="193"/>
                    <a:pt x="146" y="190"/>
                    <a:pt x="146" y="187"/>
                  </a:cubicBezTo>
                  <a:cubicBezTo>
                    <a:pt x="146" y="164"/>
                    <a:pt x="146" y="164"/>
                    <a:pt x="146" y="164"/>
                  </a:cubicBezTo>
                  <a:cubicBezTo>
                    <a:pt x="146" y="161"/>
                    <a:pt x="149" y="158"/>
                    <a:pt x="153" y="158"/>
                  </a:cubicBezTo>
                  <a:cubicBezTo>
                    <a:pt x="175" y="158"/>
                    <a:pt x="175" y="158"/>
                    <a:pt x="175" y="158"/>
                  </a:cubicBezTo>
                  <a:cubicBezTo>
                    <a:pt x="179" y="158"/>
                    <a:pt x="181" y="161"/>
                    <a:pt x="181" y="164"/>
                  </a:cubicBezTo>
                  <a:lnTo>
                    <a:pt x="181" y="187"/>
                  </a:lnTo>
                  <a:close/>
                  <a:moveTo>
                    <a:pt x="181" y="134"/>
                  </a:moveTo>
                  <a:cubicBezTo>
                    <a:pt x="181" y="137"/>
                    <a:pt x="179" y="140"/>
                    <a:pt x="175" y="140"/>
                  </a:cubicBezTo>
                  <a:cubicBezTo>
                    <a:pt x="153" y="140"/>
                    <a:pt x="153" y="140"/>
                    <a:pt x="153" y="140"/>
                  </a:cubicBezTo>
                  <a:cubicBezTo>
                    <a:pt x="149" y="140"/>
                    <a:pt x="146" y="137"/>
                    <a:pt x="146" y="134"/>
                  </a:cubicBezTo>
                  <a:cubicBezTo>
                    <a:pt x="146" y="111"/>
                    <a:pt x="146" y="111"/>
                    <a:pt x="146" y="111"/>
                  </a:cubicBezTo>
                  <a:cubicBezTo>
                    <a:pt x="146" y="108"/>
                    <a:pt x="149" y="105"/>
                    <a:pt x="153" y="105"/>
                  </a:cubicBezTo>
                  <a:cubicBezTo>
                    <a:pt x="175" y="105"/>
                    <a:pt x="175" y="105"/>
                    <a:pt x="175" y="105"/>
                  </a:cubicBezTo>
                  <a:cubicBezTo>
                    <a:pt x="179" y="105"/>
                    <a:pt x="181" y="108"/>
                    <a:pt x="181" y="111"/>
                  </a:cubicBezTo>
                  <a:lnTo>
                    <a:pt x="181" y="134"/>
                  </a:lnTo>
                  <a:close/>
                  <a:moveTo>
                    <a:pt x="240" y="240"/>
                  </a:moveTo>
                  <a:cubicBezTo>
                    <a:pt x="240" y="244"/>
                    <a:pt x="237" y="246"/>
                    <a:pt x="234" y="246"/>
                  </a:cubicBezTo>
                  <a:cubicBezTo>
                    <a:pt x="211" y="246"/>
                    <a:pt x="211" y="246"/>
                    <a:pt x="211" y="246"/>
                  </a:cubicBezTo>
                  <a:cubicBezTo>
                    <a:pt x="208" y="246"/>
                    <a:pt x="205" y="244"/>
                    <a:pt x="205" y="240"/>
                  </a:cubicBezTo>
                  <a:cubicBezTo>
                    <a:pt x="205" y="218"/>
                    <a:pt x="205" y="218"/>
                    <a:pt x="205" y="218"/>
                  </a:cubicBezTo>
                  <a:cubicBezTo>
                    <a:pt x="205" y="214"/>
                    <a:pt x="208" y="211"/>
                    <a:pt x="211" y="211"/>
                  </a:cubicBezTo>
                  <a:cubicBezTo>
                    <a:pt x="234" y="211"/>
                    <a:pt x="234" y="211"/>
                    <a:pt x="234" y="211"/>
                  </a:cubicBezTo>
                  <a:cubicBezTo>
                    <a:pt x="237" y="211"/>
                    <a:pt x="240" y="214"/>
                    <a:pt x="240" y="218"/>
                  </a:cubicBezTo>
                  <a:lnTo>
                    <a:pt x="240" y="240"/>
                  </a:lnTo>
                  <a:close/>
                  <a:moveTo>
                    <a:pt x="240" y="187"/>
                  </a:moveTo>
                  <a:cubicBezTo>
                    <a:pt x="240" y="190"/>
                    <a:pt x="237" y="193"/>
                    <a:pt x="234" y="193"/>
                  </a:cubicBezTo>
                  <a:cubicBezTo>
                    <a:pt x="211" y="193"/>
                    <a:pt x="211" y="193"/>
                    <a:pt x="211" y="193"/>
                  </a:cubicBezTo>
                  <a:cubicBezTo>
                    <a:pt x="208" y="193"/>
                    <a:pt x="205" y="190"/>
                    <a:pt x="205" y="187"/>
                  </a:cubicBezTo>
                  <a:cubicBezTo>
                    <a:pt x="205" y="164"/>
                    <a:pt x="205" y="164"/>
                    <a:pt x="205" y="164"/>
                  </a:cubicBezTo>
                  <a:cubicBezTo>
                    <a:pt x="205" y="161"/>
                    <a:pt x="208" y="158"/>
                    <a:pt x="211" y="158"/>
                  </a:cubicBezTo>
                  <a:cubicBezTo>
                    <a:pt x="234" y="158"/>
                    <a:pt x="234" y="158"/>
                    <a:pt x="234" y="158"/>
                  </a:cubicBezTo>
                  <a:cubicBezTo>
                    <a:pt x="237" y="158"/>
                    <a:pt x="240" y="161"/>
                    <a:pt x="240" y="164"/>
                  </a:cubicBezTo>
                  <a:lnTo>
                    <a:pt x="240" y="187"/>
                  </a:lnTo>
                  <a:close/>
                  <a:moveTo>
                    <a:pt x="240" y="134"/>
                  </a:moveTo>
                  <a:cubicBezTo>
                    <a:pt x="240" y="137"/>
                    <a:pt x="237" y="140"/>
                    <a:pt x="234" y="140"/>
                  </a:cubicBezTo>
                  <a:cubicBezTo>
                    <a:pt x="211" y="140"/>
                    <a:pt x="211" y="140"/>
                    <a:pt x="211" y="140"/>
                  </a:cubicBezTo>
                  <a:cubicBezTo>
                    <a:pt x="208" y="140"/>
                    <a:pt x="205" y="137"/>
                    <a:pt x="205" y="134"/>
                  </a:cubicBezTo>
                  <a:cubicBezTo>
                    <a:pt x="205" y="111"/>
                    <a:pt x="205" y="111"/>
                    <a:pt x="205" y="111"/>
                  </a:cubicBezTo>
                  <a:cubicBezTo>
                    <a:pt x="205" y="108"/>
                    <a:pt x="208" y="105"/>
                    <a:pt x="211" y="105"/>
                  </a:cubicBezTo>
                  <a:cubicBezTo>
                    <a:pt x="234" y="105"/>
                    <a:pt x="234" y="105"/>
                    <a:pt x="234" y="105"/>
                  </a:cubicBezTo>
                  <a:cubicBezTo>
                    <a:pt x="237" y="105"/>
                    <a:pt x="240" y="108"/>
                    <a:pt x="240" y="111"/>
                  </a:cubicBezTo>
                  <a:lnTo>
                    <a:pt x="240" y="134"/>
                  </a:lnTo>
                  <a:close/>
                  <a:moveTo>
                    <a:pt x="298" y="240"/>
                  </a:moveTo>
                  <a:cubicBezTo>
                    <a:pt x="298" y="244"/>
                    <a:pt x="296" y="246"/>
                    <a:pt x="292" y="246"/>
                  </a:cubicBezTo>
                  <a:cubicBezTo>
                    <a:pt x="269" y="246"/>
                    <a:pt x="269" y="246"/>
                    <a:pt x="269" y="246"/>
                  </a:cubicBezTo>
                  <a:cubicBezTo>
                    <a:pt x="266" y="246"/>
                    <a:pt x="263" y="244"/>
                    <a:pt x="263" y="240"/>
                  </a:cubicBezTo>
                  <a:cubicBezTo>
                    <a:pt x="263" y="218"/>
                    <a:pt x="263" y="218"/>
                    <a:pt x="263" y="218"/>
                  </a:cubicBezTo>
                  <a:cubicBezTo>
                    <a:pt x="263" y="214"/>
                    <a:pt x="266" y="211"/>
                    <a:pt x="269" y="211"/>
                  </a:cubicBezTo>
                  <a:cubicBezTo>
                    <a:pt x="292" y="211"/>
                    <a:pt x="292" y="211"/>
                    <a:pt x="292" y="211"/>
                  </a:cubicBezTo>
                  <a:cubicBezTo>
                    <a:pt x="296" y="211"/>
                    <a:pt x="298" y="214"/>
                    <a:pt x="298" y="218"/>
                  </a:cubicBezTo>
                  <a:lnTo>
                    <a:pt x="298" y="240"/>
                  </a:lnTo>
                  <a:close/>
                  <a:moveTo>
                    <a:pt x="298" y="187"/>
                  </a:moveTo>
                  <a:cubicBezTo>
                    <a:pt x="298" y="190"/>
                    <a:pt x="296" y="193"/>
                    <a:pt x="292" y="193"/>
                  </a:cubicBezTo>
                  <a:cubicBezTo>
                    <a:pt x="269" y="193"/>
                    <a:pt x="269" y="193"/>
                    <a:pt x="269" y="193"/>
                  </a:cubicBezTo>
                  <a:cubicBezTo>
                    <a:pt x="266" y="193"/>
                    <a:pt x="263" y="190"/>
                    <a:pt x="263" y="187"/>
                  </a:cubicBezTo>
                  <a:cubicBezTo>
                    <a:pt x="263" y="164"/>
                    <a:pt x="263" y="164"/>
                    <a:pt x="263" y="164"/>
                  </a:cubicBezTo>
                  <a:cubicBezTo>
                    <a:pt x="263" y="161"/>
                    <a:pt x="266" y="158"/>
                    <a:pt x="269" y="158"/>
                  </a:cubicBezTo>
                  <a:cubicBezTo>
                    <a:pt x="292" y="158"/>
                    <a:pt x="292" y="158"/>
                    <a:pt x="292" y="158"/>
                  </a:cubicBezTo>
                  <a:cubicBezTo>
                    <a:pt x="296" y="158"/>
                    <a:pt x="298" y="161"/>
                    <a:pt x="298" y="164"/>
                  </a:cubicBezTo>
                  <a:lnTo>
                    <a:pt x="298" y="187"/>
                  </a:lnTo>
                  <a:close/>
                  <a:moveTo>
                    <a:pt x="298" y="134"/>
                  </a:moveTo>
                  <a:cubicBezTo>
                    <a:pt x="298" y="137"/>
                    <a:pt x="296" y="140"/>
                    <a:pt x="292" y="140"/>
                  </a:cubicBezTo>
                  <a:cubicBezTo>
                    <a:pt x="269" y="140"/>
                    <a:pt x="269" y="140"/>
                    <a:pt x="269" y="140"/>
                  </a:cubicBezTo>
                  <a:cubicBezTo>
                    <a:pt x="266" y="140"/>
                    <a:pt x="263" y="137"/>
                    <a:pt x="263" y="134"/>
                  </a:cubicBezTo>
                  <a:cubicBezTo>
                    <a:pt x="263" y="111"/>
                    <a:pt x="263" y="111"/>
                    <a:pt x="263" y="111"/>
                  </a:cubicBezTo>
                  <a:cubicBezTo>
                    <a:pt x="263" y="108"/>
                    <a:pt x="266" y="105"/>
                    <a:pt x="269" y="105"/>
                  </a:cubicBezTo>
                  <a:cubicBezTo>
                    <a:pt x="292" y="105"/>
                    <a:pt x="292" y="105"/>
                    <a:pt x="292" y="105"/>
                  </a:cubicBezTo>
                  <a:cubicBezTo>
                    <a:pt x="296" y="105"/>
                    <a:pt x="298" y="108"/>
                    <a:pt x="298" y="111"/>
                  </a:cubicBezTo>
                  <a:lnTo>
                    <a:pt x="298" y="1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5" name="Freeform 8"/>
            <p:cNvSpPr>
              <a:spLocks/>
            </p:cNvSpPr>
            <p:nvPr/>
          </p:nvSpPr>
          <p:spPr bwMode="auto">
            <a:xfrm>
              <a:off x="1165225" y="1162051"/>
              <a:ext cx="157163" cy="150813"/>
            </a:xfrm>
            <a:custGeom>
              <a:avLst/>
              <a:gdLst>
                <a:gd name="T0" fmla="*/ 31 w 99"/>
                <a:gd name="T1" fmla="*/ 95 h 95"/>
                <a:gd name="T2" fmla="*/ 0 w 99"/>
                <a:gd name="T3" fmla="*/ 0 h 95"/>
                <a:gd name="T4" fmla="*/ 99 w 99"/>
                <a:gd name="T5" fmla="*/ 39 h 95"/>
                <a:gd name="T6" fmla="*/ 31 w 99"/>
                <a:gd name="T7" fmla="*/ 95 h 95"/>
              </a:gdLst>
              <a:ahLst/>
              <a:cxnLst>
                <a:cxn ang="0">
                  <a:pos x="T0" y="T1"/>
                </a:cxn>
                <a:cxn ang="0">
                  <a:pos x="T2" y="T3"/>
                </a:cxn>
                <a:cxn ang="0">
                  <a:pos x="T4" y="T5"/>
                </a:cxn>
                <a:cxn ang="0">
                  <a:pos x="T6" y="T7"/>
                </a:cxn>
              </a:cxnLst>
              <a:rect l="0" t="0" r="r" b="b"/>
              <a:pathLst>
                <a:path w="99" h="95">
                  <a:moveTo>
                    <a:pt x="31" y="95"/>
                  </a:moveTo>
                  <a:lnTo>
                    <a:pt x="0" y="0"/>
                  </a:lnTo>
                  <a:lnTo>
                    <a:pt x="99" y="39"/>
                  </a:lnTo>
                  <a:lnTo>
                    <a:pt x="31" y="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6" name="Freeform 9"/>
            <p:cNvSpPr>
              <a:spLocks noEditPoints="1"/>
            </p:cNvSpPr>
            <p:nvPr/>
          </p:nvSpPr>
          <p:spPr bwMode="auto">
            <a:xfrm>
              <a:off x="1162050" y="1155701"/>
              <a:ext cx="592138" cy="409575"/>
            </a:xfrm>
            <a:custGeom>
              <a:avLst/>
              <a:gdLst>
                <a:gd name="T0" fmla="*/ 104 w 207"/>
                <a:gd name="T1" fmla="*/ 0 h 143"/>
                <a:gd name="T2" fmla="*/ 0 w 207"/>
                <a:gd name="T3" fmla="*/ 71 h 143"/>
                <a:gd name="T4" fmla="*/ 104 w 207"/>
                <a:gd name="T5" fmla="*/ 143 h 143"/>
                <a:gd name="T6" fmla="*/ 207 w 207"/>
                <a:gd name="T7" fmla="*/ 71 h 143"/>
                <a:gd name="T8" fmla="*/ 104 w 207"/>
                <a:gd name="T9" fmla="*/ 0 h 143"/>
                <a:gd name="T10" fmla="*/ 54 w 207"/>
                <a:gd name="T11" fmla="*/ 85 h 143"/>
                <a:gd name="T12" fmla="*/ 40 w 207"/>
                <a:gd name="T13" fmla="*/ 71 h 143"/>
                <a:gd name="T14" fmla="*/ 54 w 207"/>
                <a:gd name="T15" fmla="*/ 57 h 143"/>
                <a:gd name="T16" fmla="*/ 68 w 207"/>
                <a:gd name="T17" fmla="*/ 71 h 143"/>
                <a:gd name="T18" fmla="*/ 54 w 207"/>
                <a:gd name="T19" fmla="*/ 85 h 143"/>
                <a:gd name="T20" fmla="*/ 104 w 207"/>
                <a:gd name="T21" fmla="*/ 85 h 143"/>
                <a:gd name="T22" fmla="*/ 90 w 207"/>
                <a:gd name="T23" fmla="*/ 71 h 143"/>
                <a:gd name="T24" fmla="*/ 104 w 207"/>
                <a:gd name="T25" fmla="*/ 57 h 143"/>
                <a:gd name="T26" fmla="*/ 118 w 207"/>
                <a:gd name="T27" fmla="*/ 71 h 143"/>
                <a:gd name="T28" fmla="*/ 104 w 207"/>
                <a:gd name="T29" fmla="*/ 85 h 143"/>
                <a:gd name="T30" fmla="*/ 154 w 207"/>
                <a:gd name="T31" fmla="*/ 85 h 143"/>
                <a:gd name="T32" fmla="*/ 140 w 207"/>
                <a:gd name="T33" fmla="*/ 71 h 143"/>
                <a:gd name="T34" fmla="*/ 154 w 207"/>
                <a:gd name="T35" fmla="*/ 57 h 143"/>
                <a:gd name="T36" fmla="*/ 168 w 207"/>
                <a:gd name="T37" fmla="*/ 71 h 143"/>
                <a:gd name="T38" fmla="*/ 154 w 207"/>
                <a:gd name="T39" fmla="*/ 8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7" h="143">
                  <a:moveTo>
                    <a:pt x="104" y="0"/>
                  </a:moveTo>
                  <a:cubicBezTo>
                    <a:pt x="47" y="0"/>
                    <a:pt x="0" y="32"/>
                    <a:pt x="0" y="71"/>
                  </a:cubicBezTo>
                  <a:cubicBezTo>
                    <a:pt x="0" y="111"/>
                    <a:pt x="47" y="143"/>
                    <a:pt x="104" y="143"/>
                  </a:cubicBezTo>
                  <a:cubicBezTo>
                    <a:pt x="161" y="143"/>
                    <a:pt x="207" y="111"/>
                    <a:pt x="207" y="71"/>
                  </a:cubicBezTo>
                  <a:cubicBezTo>
                    <a:pt x="207" y="32"/>
                    <a:pt x="161" y="0"/>
                    <a:pt x="104" y="0"/>
                  </a:cubicBezTo>
                  <a:close/>
                  <a:moveTo>
                    <a:pt x="54" y="85"/>
                  </a:moveTo>
                  <a:cubicBezTo>
                    <a:pt x="46" y="85"/>
                    <a:pt x="40" y="79"/>
                    <a:pt x="40" y="71"/>
                  </a:cubicBezTo>
                  <a:cubicBezTo>
                    <a:pt x="40" y="64"/>
                    <a:pt x="46" y="57"/>
                    <a:pt x="54" y="57"/>
                  </a:cubicBezTo>
                  <a:cubicBezTo>
                    <a:pt x="62" y="57"/>
                    <a:pt x="68" y="64"/>
                    <a:pt x="68" y="71"/>
                  </a:cubicBezTo>
                  <a:cubicBezTo>
                    <a:pt x="68" y="79"/>
                    <a:pt x="62" y="85"/>
                    <a:pt x="54" y="85"/>
                  </a:cubicBezTo>
                  <a:close/>
                  <a:moveTo>
                    <a:pt x="104" y="85"/>
                  </a:moveTo>
                  <a:cubicBezTo>
                    <a:pt x="96" y="85"/>
                    <a:pt x="90" y="79"/>
                    <a:pt x="90" y="71"/>
                  </a:cubicBezTo>
                  <a:cubicBezTo>
                    <a:pt x="90" y="64"/>
                    <a:pt x="96" y="57"/>
                    <a:pt x="104" y="57"/>
                  </a:cubicBezTo>
                  <a:cubicBezTo>
                    <a:pt x="112" y="57"/>
                    <a:pt x="118" y="64"/>
                    <a:pt x="118" y="71"/>
                  </a:cubicBezTo>
                  <a:cubicBezTo>
                    <a:pt x="118" y="79"/>
                    <a:pt x="112" y="85"/>
                    <a:pt x="104" y="85"/>
                  </a:cubicBezTo>
                  <a:close/>
                  <a:moveTo>
                    <a:pt x="154" y="85"/>
                  </a:moveTo>
                  <a:cubicBezTo>
                    <a:pt x="146" y="85"/>
                    <a:pt x="140" y="79"/>
                    <a:pt x="140" y="71"/>
                  </a:cubicBezTo>
                  <a:cubicBezTo>
                    <a:pt x="140" y="64"/>
                    <a:pt x="146" y="57"/>
                    <a:pt x="154" y="57"/>
                  </a:cubicBezTo>
                  <a:cubicBezTo>
                    <a:pt x="162" y="57"/>
                    <a:pt x="168" y="64"/>
                    <a:pt x="168" y="71"/>
                  </a:cubicBezTo>
                  <a:cubicBezTo>
                    <a:pt x="168" y="79"/>
                    <a:pt x="162" y="85"/>
                    <a:pt x="154" y="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67" name="组合 466"/>
          <p:cNvGrpSpPr/>
          <p:nvPr/>
        </p:nvGrpSpPr>
        <p:grpSpPr>
          <a:xfrm>
            <a:off x="11661691" y="159820"/>
            <a:ext cx="310504" cy="301307"/>
            <a:chOff x="2755900" y="784226"/>
            <a:chExt cx="1339850" cy="1300163"/>
          </a:xfrm>
          <a:solidFill>
            <a:srgbClr val="707E84"/>
          </a:solidFill>
        </p:grpSpPr>
        <p:sp>
          <p:nvSpPr>
            <p:cNvPr id="468" name="Freeform 10"/>
            <p:cNvSpPr>
              <a:spLocks/>
            </p:cNvSpPr>
            <p:nvPr/>
          </p:nvSpPr>
          <p:spPr bwMode="auto">
            <a:xfrm>
              <a:off x="2755900" y="1006476"/>
              <a:ext cx="206375" cy="114300"/>
            </a:xfrm>
            <a:custGeom>
              <a:avLst/>
              <a:gdLst>
                <a:gd name="T0" fmla="*/ 72 w 72"/>
                <a:gd name="T1" fmla="*/ 20 h 40"/>
                <a:gd name="T2" fmla="*/ 52 w 72"/>
                <a:gd name="T3" fmla="*/ 40 h 40"/>
                <a:gd name="T4" fmla="*/ 20 w 72"/>
                <a:gd name="T5" fmla="*/ 40 h 40"/>
                <a:gd name="T6" fmla="*/ 0 w 72"/>
                <a:gd name="T7" fmla="*/ 20 h 40"/>
                <a:gd name="T8" fmla="*/ 0 w 72"/>
                <a:gd name="T9" fmla="*/ 20 h 40"/>
                <a:gd name="T10" fmla="*/ 20 w 72"/>
                <a:gd name="T11" fmla="*/ 0 h 40"/>
                <a:gd name="T12" fmla="*/ 52 w 72"/>
                <a:gd name="T13" fmla="*/ 0 h 40"/>
                <a:gd name="T14" fmla="*/ 72 w 72"/>
                <a:gd name="T15" fmla="*/ 20 h 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2" h="40">
                  <a:moveTo>
                    <a:pt x="72" y="20"/>
                  </a:moveTo>
                  <a:cubicBezTo>
                    <a:pt x="72" y="31"/>
                    <a:pt x="63" y="40"/>
                    <a:pt x="52" y="40"/>
                  </a:cubicBezTo>
                  <a:cubicBezTo>
                    <a:pt x="20" y="40"/>
                    <a:pt x="20" y="40"/>
                    <a:pt x="20" y="40"/>
                  </a:cubicBezTo>
                  <a:cubicBezTo>
                    <a:pt x="9" y="40"/>
                    <a:pt x="0" y="31"/>
                    <a:pt x="0" y="20"/>
                  </a:cubicBezTo>
                  <a:cubicBezTo>
                    <a:pt x="0" y="20"/>
                    <a:pt x="0" y="20"/>
                    <a:pt x="0" y="20"/>
                  </a:cubicBezTo>
                  <a:cubicBezTo>
                    <a:pt x="0" y="9"/>
                    <a:pt x="9" y="0"/>
                    <a:pt x="20" y="0"/>
                  </a:cubicBezTo>
                  <a:cubicBezTo>
                    <a:pt x="52" y="0"/>
                    <a:pt x="52" y="0"/>
                    <a:pt x="52" y="0"/>
                  </a:cubicBezTo>
                  <a:cubicBezTo>
                    <a:pt x="63" y="0"/>
                    <a:pt x="72" y="9"/>
                    <a:pt x="72"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9" name="Freeform 11"/>
            <p:cNvSpPr>
              <a:spLocks/>
            </p:cNvSpPr>
            <p:nvPr/>
          </p:nvSpPr>
          <p:spPr bwMode="auto">
            <a:xfrm>
              <a:off x="2755900" y="1252538"/>
              <a:ext cx="206375" cy="117475"/>
            </a:xfrm>
            <a:custGeom>
              <a:avLst/>
              <a:gdLst>
                <a:gd name="T0" fmla="*/ 72 w 72"/>
                <a:gd name="T1" fmla="*/ 20 h 41"/>
                <a:gd name="T2" fmla="*/ 52 w 72"/>
                <a:gd name="T3" fmla="*/ 41 h 41"/>
                <a:gd name="T4" fmla="*/ 20 w 72"/>
                <a:gd name="T5" fmla="*/ 41 h 41"/>
                <a:gd name="T6" fmla="*/ 0 w 72"/>
                <a:gd name="T7" fmla="*/ 20 h 41"/>
                <a:gd name="T8" fmla="*/ 0 w 72"/>
                <a:gd name="T9" fmla="*/ 20 h 41"/>
                <a:gd name="T10" fmla="*/ 20 w 72"/>
                <a:gd name="T11" fmla="*/ 0 h 41"/>
                <a:gd name="T12" fmla="*/ 52 w 72"/>
                <a:gd name="T13" fmla="*/ 0 h 41"/>
                <a:gd name="T14" fmla="*/ 72 w 72"/>
                <a:gd name="T15" fmla="*/ 20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2" h="41">
                  <a:moveTo>
                    <a:pt x="72" y="20"/>
                  </a:moveTo>
                  <a:cubicBezTo>
                    <a:pt x="72" y="32"/>
                    <a:pt x="63" y="41"/>
                    <a:pt x="52" y="41"/>
                  </a:cubicBezTo>
                  <a:cubicBezTo>
                    <a:pt x="20" y="41"/>
                    <a:pt x="20" y="41"/>
                    <a:pt x="20" y="41"/>
                  </a:cubicBezTo>
                  <a:cubicBezTo>
                    <a:pt x="9" y="41"/>
                    <a:pt x="0" y="32"/>
                    <a:pt x="0" y="20"/>
                  </a:cubicBezTo>
                  <a:cubicBezTo>
                    <a:pt x="0" y="20"/>
                    <a:pt x="0" y="20"/>
                    <a:pt x="0" y="20"/>
                  </a:cubicBezTo>
                  <a:cubicBezTo>
                    <a:pt x="0" y="9"/>
                    <a:pt x="9" y="0"/>
                    <a:pt x="20" y="0"/>
                  </a:cubicBezTo>
                  <a:cubicBezTo>
                    <a:pt x="52" y="0"/>
                    <a:pt x="52" y="0"/>
                    <a:pt x="52" y="0"/>
                  </a:cubicBezTo>
                  <a:cubicBezTo>
                    <a:pt x="63" y="0"/>
                    <a:pt x="72" y="9"/>
                    <a:pt x="72"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0" name="Freeform 12"/>
            <p:cNvSpPr>
              <a:spLocks/>
            </p:cNvSpPr>
            <p:nvPr/>
          </p:nvSpPr>
          <p:spPr bwMode="auto">
            <a:xfrm>
              <a:off x="2755900" y="1501776"/>
              <a:ext cx="206375" cy="114300"/>
            </a:xfrm>
            <a:custGeom>
              <a:avLst/>
              <a:gdLst>
                <a:gd name="T0" fmla="*/ 72 w 72"/>
                <a:gd name="T1" fmla="*/ 20 h 40"/>
                <a:gd name="T2" fmla="*/ 52 w 72"/>
                <a:gd name="T3" fmla="*/ 40 h 40"/>
                <a:gd name="T4" fmla="*/ 20 w 72"/>
                <a:gd name="T5" fmla="*/ 40 h 40"/>
                <a:gd name="T6" fmla="*/ 0 w 72"/>
                <a:gd name="T7" fmla="*/ 20 h 40"/>
                <a:gd name="T8" fmla="*/ 0 w 72"/>
                <a:gd name="T9" fmla="*/ 20 h 40"/>
                <a:gd name="T10" fmla="*/ 20 w 72"/>
                <a:gd name="T11" fmla="*/ 0 h 40"/>
                <a:gd name="T12" fmla="*/ 52 w 72"/>
                <a:gd name="T13" fmla="*/ 0 h 40"/>
                <a:gd name="T14" fmla="*/ 72 w 72"/>
                <a:gd name="T15" fmla="*/ 20 h 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2" h="40">
                  <a:moveTo>
                    <a:pt x="72" y="20"/>
                  </a:moveTo>
                  <a:cubicBezTo>
                    <a:pt x="72" y="31"/>
                    <a:pt x="63" y="40"/>
                    <a:pt x="52" y="40"/>
                  </a:cubicBezTo>
                  <a:cubicBezTo>
                    <a:pt x="20" y="40"/>
                    <a:pt x="20" y="40"/>
                    <a:pt x="20" y="40"/>
                  </a:cubicBezTo>
                  <a:cubicBezTo>
                    <a:pt x="9" y="40"/>
                    <a:pt x="0" y="31"/>
                    <a:pt x="0" y="20"/>
                  </a:cubicBezTo>
                  <a:cubicBezTo>
                    <a:pt x="0" y="20"/>
                    <a:pt x="0" y="20"/>
                    <a:pt x="0" y="20"/>
                  </a:cubicBezTo>
                  <a:cubicBezTo>
                    <a:pt x="0" y="9"/>
                    <a:pt x="9" y="0"/>
                    <a:pt x="20" y="0"/>
                  </a:cubicBezTo>
                  <a:cubicBezTo>
                    <a:pt x="52" y="0"/>
                    <a:pt x="52" y="0"/>
                    <a:pt x="52" y="0"/>
                  </a:cubicBezTo>
                  <a:cubicBezTo>
                    <a:pt x="63" y="0"/>
                    <a:pt x="72" y="9"/>
                    <a:pt x="72"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1" name="Freeform 13"/>
            <p:cNvSpPr>
              <a:spLocks/>
            </p:cNvSpPr>
            <p:nvPr/>
          </p:nvSpPr>
          <p:spPr bwMode="auto">
            <a:xfrm>
              <a:off x="2755900" y="1747838"/>
              <a:ext cx="206375" cy="117475"/>
            </a:xfrm>
            <a:custGeom>
              <a:avLst/>
              <a:gdLst>
                <a:gd name="T0" fmla="*/ 72 w 72"/>
                <a:gd name="T1" fmla="*/ 20 h 41"/>
                <a:gd name="T2" fmla="*/ 52 w 72"/>
                <a:gd name="T3" fmla="*/ 41 h 41"/>
                <a:gd name="T4" fmla="*/ 20 w 72"/>
                <a:gd name="T5" fmla="*/ 41 h 41"/>
                <a:gd name="T6" fmla="*/ 0 w 72"/>
                <a:gd name="T7" fmla="*/ 20 h 41"/>
                <a:gd name="T8" fmla="*/ 0 w 72"/>
                <a:gd name="T9" fmla="*/ 20 h 41"/>
                <a:gd name="T10" fmla="*/ 20 w 72"/>
                <a:gd name="T11" fmla="*/ 0 h 41"/>
                <a:gd name="T12" fmla="*/ 52 w 72"/>
                <a:gd name="T13" fmla="*/ 0 h 41"/>
                <a:gd name="T14" fmla="*/ 72 w 72"/>
                <a:gd name="T15" fmla="*/ 20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2" h="41">
                  <a:moveTo>
                    <a:pt x="72" y="20"/>
                  </a:moveTo>
                  <a:cubicBezTo>
                    <a:pt x="72" y="31"/>
                    <a:pt x="63" y="41"/>
                    <a:pt x="52" y="41"/>
                  </a:cubicBezTo>
                  <a:cubicBezTo>
                    <a:pt x="20" y="41"/>
                    <a:pt x="20" y="41"/>
                    <a:pt x="20" y="41"/>
                  </a:cubicBezTo>
                  <a:cubicBezTo>
                    <a:pt x="9" y="41"/>
                    <a:pt x="0" y="31"/>
                    <a:pt x="0" y="20"/>
                  </a:cubicBezTo>
                  <a:cubicBezTo>
                    <a:pt x="0" y="20"/>
                    <a:pt x="0" y="20"/>
                    <a:pt x="0" y="20"/>
                  </a:cubicBezTo>
                  <a:cubicBezTo>
                    <a:pt x="0" y="9"/>
                    <a:pt x="9" y="0"/>
                    <a:pt x="20" y="0"/>
                  </a:cubicBezTo>
                  <a:cubicBezTo>
                    <a:pt x="52" y="0"/>
                    <a:pt x="52" y="0"/>
                    <a:pt x="52" y="0"/>
                  </a:cubicBezTo>
                  <a:cubicBezTo>
                    <a:pt x="63" y="0"/>
                    <a:pt x="72" y="9"/>
                    <a:pt x="72"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2" name="Freeform 14"/>
            <p:cNvSpPr>
              <a:spLocks/>
            </p:cNvSpPr>
            <p:nvPr/>
          </p:nvSpPr>
          <p:spPr bwMode="auto">
            <a:xfrm>
              <a:off x="4003675" y="895351"/>
              <a:ext cx="92075" cy="242888"/>
            </a:xfrm>
            <a:custGeom>
              <a:avLst/>
              <a:gdLst>
                <a:gd name="T0" fmla="*/ 6 w 32"/>
                <a:gd name="T1" fmla="*/ 0 h 85"/>
                <a:gd name="T2" fmla="*/ 0 w 32"/>
                <a:gd name="T3" fmla="*/ 1 h 85"/>
                <a:gd name="T4" fmla="*/ 0 w 32"/>
                <a:gd name="T5" fmla="*/ 84 h 85"/>
                <a:gd name="T6" fmla="*/ 6 w 32"/>
                <a:gd name="T7" fmla="*/ 85 h 85"/>
                <a:gd name="T8" fmla="*/ 32 w 32"/>
                <a:gd name="T9" fmla="*/ 59 h 85"/>
                <a:gd name="T10" fmla="*/ 32 w 32"/>
                <a:gd name="T11" fmla="*/ 25 h 85"/>
                <a:gd name="T12" fmla="*/ 6 w 32"/>
                <a:gd name="T13" fmla="*/ 0 h 85"/>
              </a:gdLst>
              <a:ahLst/>
              <a:cxnLst>
                <a:cxn ang="0">
                  <a:pos x="T0" y="T1"/>
                </a:cxn>
                <a:cxn ang="0">
                  <a:pos x="T2" y="T3"/>
                </a:cxn>
                <a:cxn ang="0">
                  <a:pos x="T4" y="T5"/>
                </a:cxn>
                <a:cxn ang="0">
                  <a:pos x="T6" y="T7"/>
                </a:cxn>
                <a:cxn ang="0">
                  <a:pos x="T8" y="T9"/>
                </a:cxn>
                <a:cxn ang="0">
                  <a:pos x="T10" y="T11"/>
                </a:cxn>
                <a:cxn ang="0">
                  <a:pos x="T12" y="T13"/>
                </a:cxn>
              </a:cxnLst>
              <a:rect l="0" t="0" r="r" b="b"/>
              <a:pathLst>
                <a:path w="32" h="85">
                  <a:moveTo>
                    <a:pt x="6" y="0"/>
                  </a:moveTo>
                  <a:cubicBezTo>
                    <a:pt x="4" y="0"/>
                    <a:pt x="2" y="0"/>
                    <a:pt x="0" y="1"/>
                  </a:cubicBezTo>
                  <a:cubicBezTo>
                    <a:pt x="0" y="84"/>
                    <a:pt x="0" y="84"/>
                    <a:pt x="0" y="84"/>
                  </a:cubicBezTo>
                  <a:cubicBezTo>
                    <a:pt x="2" y="84"/>
                    <a:pt x="4" y="85"/>
                    <a:pt x="6" y="85"/>
                  </a:cubicBezTo>
                  <a:cubicBezTo>
                    <a:pt x="20" y="85"/>
                    <a:pt x="32" y="73"/>
                    <a:pt x="32" y="59"/>
                  </a:cubicBezTo>
                  <a:cubicBezTo>
                    <a:pt x="32" y="25"/>
                    <a:pt x="32" y="25"/>
                    <a:pt x="32" y="25"/>
                  </a:cubicBezTo>
                  <a:cubicBezTo>
                    <a:pt x="32" y="11"/>
                    <a:pt x="20"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3" name="Freeform 15"/>
            <p:cNvSpPr>
              <a:spLocks/>
            </p:cNvSpPr>
            <p:nvPr/>
          </p:nvSpPr>
          <p:spPr bwMode="auto">
            <a:xfrm>
              <a:off x="4003675" y="1149351"/>
              <a:ext cx="92075" cy="241300"/>
            </a:xfrm>
            <a:custGeom>
              <a:avLst/>
              <a:gdLst>
                <a:gd name="T0" fmla="*/ 6 w 32"/>
                <a:gd name="T1" fmla="*/ 0 h 84"/>
                <a:gd name="T2" fmla="*/ 0 w 32"/>
                <a:gd name="T3" fmla="*/ 0 h 84"/>
                <a:gd name="T4" fmla="*/ 0 w 32"/>
                <a:gd name="T5" fmla="*/ 83 h 84"/>
                <a:gd name="T6" fmla="*/ 6 w 32"/>
                <a:gd name="T7" fmla="*/ 84 h 84"/>
                <a:gd name="T8" fmla="*/ 32 w 32"/>
                <a:gd name="T9" fmla="*/ 59 h 84"/>
                <a:gd name="T10" fmla="*/ 32 w 32"/>
                <a:gd name="T11" fmla="*/ 25 h 84"/>
                <a:gd name="T12" fmla="*/ 6 w 32"/>
                <a:gd name="T13" fmla="*/ 0 h 84"/>
              </a:gdLst>
              <a:ahLst/>
              <a:cxnLst>
                <a:cxn ang="0">
                  <a:pos x="T0" y="T1"/>
                </a:cxn>
                <a:cxn ang="0">
                  <a:pos x="T2" y="T3"/>
                </a:cxn>
                <a:cxn ang="0">
                  <a:pos x="T4" y="T5"/>
                </a:cxn>
                <a:cxn ang="0">
                  <a:pos x="T6" y="T7"/>
                </a:cxn>
                <a:cxn ang="0">
                  <a:pos x="T8" y="T9"/>
                </a:cxn>
                <a:cxn ang="0">
                  <a:pos x="T10" y="T11"/>
                </a:cxn>
                <a:cxn ang="0">
                  <a:pos x="T12" y="T13"/>
                </a:cxn>
              </a:cxnLst>
              <a:rect l="0" t="0" r="r" b="b"/>
              <a:pathLst>
                <a:path w="32" h="84">
                  <a:moveTo>
                    <a:pt x="6" y="0"/>
                  </a:moveTo>
                  <a:cubicBezTo>
                    <a:pt x="4" y="0"/>
                    <a:pt x="2" y="0"/>
                    <a:pt x="0" y="0"/>
                  </a:cubicBezTo>
                  <a:cubicBezTo>
                    <a:pt x="0" y="83"/>
                    <a:pt x="0" y="83"/>
                    <a:pt x="0" y="83"/>
                  </a:cubicBezTo>
                  <a:cubicBezTo>
                    <a:pt x="2" y="84"/>
                    <a:pt x="4" y="84"/>
                    <a:pt x="6" y="84"/>
                  </a:cubicBezTo>
                  <a:cubicBezTo>
                    <a:pt x="20" y="84"/>
                    <a:pt x="32" y="73"/>
                    <a:pt x="32" y="59"/>
                  </a:cubicBezTo>
                  <a:cubicBezTo>
                    <a:pt x="32" y="25"/>
                    <a:pt x="32" y="25"/>
                    <a:pt x="32" y="25"/>
                  </a:cubicBezTo>
                  <a:cubicBezTo>
                    <a:pt x="32" y="11"/>
                    <a:pt x="20"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4" name="Freeform 16"/>
            <p:cNvSpPr>
              <a:spLocks/>
            </p:cNvSpPr>
            <p:nvPr/>
          </p:nvSpPr>
          <p:spPr bwMode="auto">
            <a:xfrm>
              <a:off x="4003675" y="1401763"/>
              <a:ext cx="92075" cy="242888"/>
            </a:xfrm>
            <a:custGeom>
              <a:avLst/>
              <a:gdLst>
                <a:gd name="T0" fmla="*/ 6 w 32"/>
                <a:gd name="T1" fmla="*/ 0 h 85"/>
                <a:gd name="T2" fmla="*/ 0 w 32"/>
                <a:gd name="T3" fmla="*/ 1 h 85"/>
                <a:gd name="T4" fmla="*/ 0 w 32"/>
                <a:gd name="T5" fmla="*/ 84 h 85"/>
                <a:gd name="T6" fmla="*/ 6 w 32"/>
                <a:gd name="T7" fmla="*/ 85 h 85"/>
                <a:gd name="T8" fmla="*/ 32 w 32"/>
                <a:gd name="T9" fmla="*/ 59 h 85"/>
                <a:gd name="T10" fmla="*/ 32 w 32"/>
                <a:gd name="T11" fmla="*/ 25 h 85"/>
                <a:gd name="T12" fmla="*/ 6 w 32"/>
                <a:gd name="T13" fmla="*/ 0 h 85"/>
              </a:gdLst>
              <a:ahLst/>
              <a:cxnLst>
                <a:cxn ang="0">
                  <a:pos x="T0" y="T1"/>
                </a:cxn>
                <a:cxn ang="0">
                  <a:pos x="T2" y="T3"/>
                </a:cxn>
                <a:cxn ang="0">
                  <a:pos x="T4" y="T5"/>
                </a:cxn>
                <a:cxn ang="0">
                  <a:pos x="T6" y="T7"/>
                </a:cxn>
                <a:cxn ang="0">
                  <a:pos x="T8" y="T9"/>
                </a:cxn>
                <a:cxn ang="0">
                  <a:pos x="T10" y="T11"/>
                </a:cxn>
                <a:cxn ang="0">
                  <a:pos x="T12" y="T13"/>
                </a:cxn>
              </a:cxnLst>
              <a:rect l="0" t="0" r="r" b="b"/>
              <a:pathLst>
                <a:path w="32" h="85">
                  <a:moveTo>
                    <a:pt x="6" y="0"/>
                  </a:moveTo>
                  <a:cubicBezTo>
                    <a:pt x="4" y="0"/>
                    <a:pt x="2" y="0"/>
                    <a:pt x="0" y="1"/>
                  </a:cubicBezTo>
                  <a:cubicBezTo>
                    <a:pt x="0" y="84"/>
                    <a:pt x="0" y="84"/>
                    <a:pt x="0" y="84"/>
                  </a:cubicBezTo>
                  <a:cubicBezTo>
                    <a:pt x="2" y="84"/>
                    <a:pt x="4" y="85"/>
                    <a:pt x="6" y="85"/>
                  </a:cubicBezTo>
                  <a:cubicBezTo>
                    <a:pt x="20" y="85"/>
                    <a:pt x="32" y="73"/>
                    <a:pt x="32" y="59"/>
                  </a:cubicBezTo>
                  <a:cubicBezTo>
                    <a:pt x="32" y="25"/>
                    <a:pt x="32" y="25"/>
                    <a:pt x="32" y="25"/>
                  </a:cubicBezTo>
                  <a:cubicBezTo>
                    <a:pt x="32" y="11"/>
                    <a:pt x="20"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5" name="Freeform 17"/>
            <p:cNvSpPr>
              <a:spLocks noEditPoints="1"/>
            </p:cNvSpPr>
            <p:nvPr/>
          </p:nvSpPr>
          <p:spPr bwMode="auto">
            <a:xfrm>
              <a:off x="2841625" y="784226"/>
              <a:ext cx="1139825" cy="1300163"/>
            </a:xfrm>
            <a:custGeom>
              <a:avLst/>
              <a:gdLst>
                <a:gd name="T0" fmla="*/ 357 w 399"/>
                <a:gd name="T1" fmla="*/ 0 h 455"/>
                <a:gd name="T2" fmla="*/ 41 w 399"/>
                <a:gd name="T3" fmla="*/ 0 h 455"/>
                <a:gd name="T4" fmla="*/ 0 w 399"/>
                <a:gd name="T5" fmla="*/ 42 h 455"/>
                <a:gd name="T6" fmla="*/ 0 w 399"/>
                <a:gd name="T7" fmla="*/ 66 h 455"/>
                <a:gd name="T8" fmla="*/ 22 w 399"/>
                <a:gd name="T9" fmla="*/ 66 h 455"/>
                <a:gd name="T10" fmla="*/ 54 w 399"/>
                <a:gd name="T11" fmla="*/ 98 h 455"/>
                <a:gd name="T12" fmla="*/ 22 w 399"/>
                <a:gd name="T13" fmla="*/ 130 h 455"/>
                <a:gd name="T14" fmla="*/ 0 w 399"/>
                <a:gd name="T15" fmla="*/ 130 h 455"/>
                <a:gd name="T16" fmla="*/ 0 w 399"/>
                <a:gd name="T17" fmla="*/ 152 h 455"/>
                <a:gd name="T18" fmla="*/ 22 w 399"/>
                <a:gd name="T19" fmla="*/ 152 h 455"/>
                <a:gd name="T20" fmla="*/ 54 w 399"/>
                <a:gd name="T21" fmla="*/ 184 h 455"/>
                <a:gd name="T22" fmla="*/ 22 w 399"/>
                <a:gd name="T23" fmla="*/ 217 h 455"/>
                <a:gd name="T24" fmla="*/ 0 w 399"/>
                <a:gd name="T25" fmla="*/ 217 h 455"/>
                <a:gd name="T26" fmla="*/ 0 w 399"/>
                <a:gd name="T27" fmla="*/ 239 h 455"/>
                <a:gd name="T28" fmla="*/ 22 w 399"/>
                <a:gd name="T29" fmla="*/ 239 h 455"/>
                <a:gd name="T30" fmla="*/ 54 w 399"/>
                <a:gd name="T31" fmla="*/ 271 h 455"/>
                <a:gd name="T32" fmla="*/ 22 w 399"/>
                <a:gd name="T33" fmla="*/ 303 h 455"/>
                <a:gd name="T34" fmla="*/ 0 w 399"/>
                <a:gd name="T35" fmla="*/ 303 h 455"/>
                <a:gd name="T36" fmla="*/ 0 w 399"/>
                <a:gd name="T37" fmla="*/ 325 h 455"/>
                <a:gd name="T38" fmla="*/ 22 w 399"/>
                <a:gd name="T39" fmla="*/ 325 h 455"/>
                <a:gd name="T40" fmla="*/ 54 w 399"/>
                <a:gd name="T41" fmla="*/ 357 h 455"/>
                <a:gd name="T42" fmla="*/ 22 w 399"/>
                <a:gd name="T43" fmla="*/ 390 h 455"/>
                <a:gd name="T44" fmla="*/ 0 w 399"/>
                <a:gd name="T45" fmla="*/ 390 h 455"/>
                <a:gd name="T46" fmla="*/ 0 w 399"/>
                <a:gd name="T47" fmla="*/ 414 h 455"/>
                <a:gd name="T48" fmla="*/ 41 w 399"/>
                <a:gd name="T49" fmla="*/ 455 h 455"/>
                <a:gd name="T50" fmla="*/ 357 w 399"/>
                <a:gd name="T51" fmla="*/ 455 h 455"/>
                <a:gd name="T52" fmla="*/ 399 w 399"/>
                <a:gd name="T53" fmla="*/ 414 h 455"/>
                <a:gd name="T54" fmla="*/ 399 w 399"/>
                <a:gd name="T55" fmla="*/ 42 h 455"/>
                <a:gd name="T56" fmla="*/ 357 w 399"/>
                <a:gd name="T57" fmla="*/ 0 h 455"/>
                <a:gd name="T58" fmla="*/ 146 w 399"/>
                <a:gd name="T59" fmla="*/ 59 h 455"/>
                <a:gd name="T60" fmla="*/ 183 w 399"/>
                <a:gd name="T61" fmla="*/ 76 h 455"/>
                <a:gd name="T62" fmla="*/ 199 w 399"/>
                <a:gd name="T63" fmla="*/ 119 h 455"/>
                <a:gd name="T64" fmla="*/ 182 w 399"/>
                <a:gd name="T65" fmla="*/ 155 h 455"/>
                <a:gd name="T66" fmla="*/ 180 w 399"/>
                <a:gd name="T67" fmla="*/ 156 h 455"/>
                <a:gd name="T68" fmla="*/ 146 w 399"/>
                <a:gd name="T69" fmla="*/ 59 h 455"/>
                <a:gd name="T70" fmla="*/ 146 w 399"/>
                <a:gd name="T71" fmla="*/ 59 h 455"/>
                <a:gd name="T72" fmla="*/ 230 w 399"/>
                <a:gd name="T73" fmla="*/ 385 h 455"/>
                <a:gd name="T74" fmla="*/ 138 w 399"/>
                <a:gd name="T75" fmla="*/ 274 h 455"/>
                <a:gd name="T76" fmla="*/ 94 w 399"/>
                <a:gd name="T77" fmla="*/ 137 h 455"/>
                <a:gd name="T78" fmla="*/ 136 w 399"/>
                <a:gd name="T79" fmla="*/ 64 h 455"/>
                <a:gd name="T80" fmla="*/ 169 w 399"/>
                <a:gd name="T81" fmla="*/ 157 h 455"/>
                <a:gd name="T82" fmla="*/ 167 w 399"/>
                <a:gd name="T83" fmla="*/ 156 h 455"/>
                <a:gd name="T84" fmla="*/ 183 w 399"/>
                <a:gd name="T85" fmla="*/ 249 h 455"/>
                <a:gd name="T86" fmla="*/ 183 w 399"/>
                <a:gd name="T87" fmla="*/ 249 h 455"/>
                <a:gd name="T88" fmla="*/ 183 w 399"/>
                <a:gd name="T89" fmla="*/ 249 h 455"/>
                <a:gd name="T90" fmla="*/ 184 w 399"/>
                <a:gd name="T91" fmla="*/ 250 h 455"/>
                <a:gd name="T92" fmla="*/ 184 w 399"/>
                <a:gd name="T93" fmla="*/ 250 h 455"/>
                <a:gd name="T94" fmla="*/ 253 w 399"/>
                <a:gd name="T95" fmla="*/ 313 h 455"/>
                <a:gd name="T96" fmla="*/ 254 w 399"/>
                <a:gd name="T97" fmla="*/ 312 h 455"/>
                <a:gd name="T98" fmla="*/ 314 w 399"/>
                <a:gd name="T99" fmla="*/ 390 h 455"/>
                <a:gd name="T100" fmla="*/ 230 w 399"/>
                <a:gd name="T101" fmla="*/ 385 h 455"/>
                <a:gd name="T102" fmla="*/ 324 w 399"/>
                <a:gd name="T103" fmla="*/ 384 h 455"/>
                <a:gd name="T104" fmla="*/ 323 w 399"/>
                <a:gd name="T105" fmla="*/ 384 h 455"/>
                <a:gd name="T106" fmla="*/ 260 w 399"/>
                <a:gd name="T107" fmla="*/ 303 h 455"/>
                <a:gd name="T108" fmla="*/ 262 w 399"/>
                <a:gd name="T109" fmla="*/ 302 h 455"/>
                <a:gd name="T110" fmla="*/ 302 w 399"/>
                <a:gd name="T111" fmla="*/ 307 h 455"/>
                <a:gd name="T112" fmla="*/ 329 w 399"/>
                <a:gd name="T113" fmla="*/ 344 h 455"/>
                <a:gd name="T114" fmla="*/ 324 w 399"/>
                <a:gd name="T115" fmla="*/ 384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99" h="455">
                  <a:moveTo>
                    <a:pt x="357" y="0"/>
                  </a:moveTo>
                  <a:cubicBezTo>
                    <a:pt x="41" y="0"/>
                    <a:pt x="41" y="0"/>
                    <a:pt x="41" y="0"/>
                  </a:cubicBezTo>
                  <a:cubicBezTo>
                    <a:pt x="18" y="0"/>
                    <a:pt x="0" y="19"/>
                    <a:pt x="0" y="42"/>
                  </a:cubicBezTo>
                  <a:cubicBezTo>
                    <a:pt x="0" y="66"/>
                    <a:pt x="0" y="66"/>
                    <a:pt x="0" y="66"/>
                  </a:cubicBezTo>
                  <a:cubicBezTo>
                    <a:pt x="22" y="66"/>
                    <a:pt x="22" y="66"/>
                    <a:pt x="22" y="66"/>
                  </a:cubicBezTo>
                  <a:cubicBezTo>
                    <a:pt x="40" y="66"/>
                    <a:pt x="54" y="80"/>
                    <a:pt x="54" y="98"/>
                  </a:cubicBezTo>
                  <a:cubicBezTo>
                    <a:pt x="54" y="116"/>
                    <a:pt x="40" y="130"/>
                    <a:pt x="22" y="130"/>
                  </a:cubicBezTo>
                  <a:cubicBezTo>
                    <a:pt x="0" y="130"/>
                    <a:pt x="0" y="130"/>
                    <a:pt x="0" y="130"/>
                  </a:cubicBezTo>
                  <a:cubicBezTo>
                    <a:pt x="0" y="152"/>
                    <a:pt x="0" y="152"/>
                    <a:pt x="0" y="152"/>
                  </a:cubicBezTo>
                  <a:cubicBezTo>
                    <a:pt x="22" y="152"/>
                    <a:pt x="22" y="152"/>
                    <a:pt x="22" y="152"/>
                  </a:cubicBezTo>
                  <a:cubicBezTo>
                    <a:pt x="40" y="152"/>
                    <a:pt x="54" y="167"/>
                    <a:pt x="54" y="184"/>
                  </a:cubicBezTo>
                  <a:cubicBezTo>
                    <a:pt x="54" y="202"/>
                    <a:pt x="40" y="217"/>
                    <a:pt x="22" y="217"/>
                  </a:cubicBezTo>
                  <a:cubicBezTo>
                    <a:pt x="0" y="217"/>
                    <a:pt x="0" y="217"/>
                    <a:pt x="0" y="217"/>
                  </a:cubicBezTo>
                  <a:cubicBezTo>
                    <a:pt x="0" y="239"/>
                    <a:pt x="0" y="239"/>
                    <a:pt x="0" y="239"/>
                  </a:cubicBezTo>
                  <a:cubicBezTo>
                    <a:pt x="22" y="239"/>
                    <a:pt x="22" y="239"/>
                    <a:pt x="22" y="239"/>
                  </a:cubicBezTo>
                  <a:cubicBezTo>
                    <a:pt x="40" y="239"/>
                    <a:pt x="54" y="253"/>
                    <a:pt x="54" y="271"/>
                  </a:cubicBezTo>
                  <a:cubicBezTo>
                    <a:pt x="54" y="289"/>
                    <a:pt x="40" y="303"/>
                    <a:pt x="22" y="303"/>
                  </a:cubicBezTo>
                  <a:cubicBezTo>
                    <a:pt x="0" y="303"/>
                    <a:pt x="0" y="303"/>
                    <a:pt x="0" y="303"/>
                  </a:cubicBezTo>
                  <a:cubicBezTo>
                    <a:pt x="0" y="325"/>
                    <a:pt x="0" y="325"/>
                    <a:pt x="0" y="325"/>
                  </a:cubicBezTo>
                  <a:cubicBezTo>
                    <a:pt x="22" y="325"/>
                    <a:pt x="22" y="325"/>
                    <a:pt x="22" y="325"/>
                  </a:cubicBezTo>
                  <a:cubicBezTo>
                    <a:pt x="40" y="325"/>
                    <a:pt x="54" y="340"/>
                    <a:pt x="54" y="357"/>
                  </a:cubicBezTo>
                  <a:cubicBezTo>
                    <a:pt x="54" y="375"/>
                    <a:pt x="40" y="390"/>
                    <a:pt x="22" y="390"/>
                  </a:cubicBezTo>
                  <a:cubicBezTo>
                    <a:pt x="0" y="390"/>
                    <a:pt x="0" y="390"/>
                    <a:pt x="0" y="390"/>
                  </a:cubicBezTo>
                  <a:cubicBezTo>
                    <a:pt x="0" y="414"/>
                    <a:pt x="0" y="414"/>
                    <a:pt x="0" y="414"/>
                  </a:cubicBezTo>
                  <a:cubicBezTo>
                    <a:pt x="0" y="436"/>
                    <a:pt x="18" y="455"/>
                    <a:pt x="41" y="455"/>
                  </a:cubicBezTo>
                  <a:cubicBezTo>
                    <a:pt x="357" y="455"/>
                    <a:pt x="357" y="455"/>
                    <a:pt x="357" y="455"/>
                  </a:cubicBezTo>
                  <a:cubicBezTo>
                    <a:pt x="380" y="455"/>
                    <a:pt x="399" y="436"/>
                    <a:pt x="399" y="414"/>
                  </a:cubicBezTo>
                  <a:cubicBezTo>
                    <a:pt x="399" y="42"/>
                    <a:pt x="399" y="42"/>
                    <a:pt x="399" y="42"/>
                  </a:cubicBezTo>
                  <a:cubicBezTo>
                    <a:pt x="399" y="19"/>
                    <a:pt x="380" y="0"/>
                    <a:pt x="357" y="0"/>
                  </a:cubicBezTo>
                  <a:close/>
                  <a:moveTo>
                    <a:pt x="146" y="59"/>
                  </a:moveTo>
                  <a:cubicBezTo>
                    <a:pt x="161" y="53"/>
                    <a:pt x="177" y="61"/>
                    <a:pt x="183" y="76"/>
                  </a:cubicBezTo>
                  <a:cubicBezTo>
                    <a:pt x="199" y="119"/>
                    <a:pt x="199" y="119"/>
                    <a:pt x="199" y="119"/>
                  </a:cubicBezTo>
                  <a:cubicBezTo>
                    <a:pt x="204" y="133"/>
                    <a:pt x="197" y="150"/>
                    <a:pt x="182" y="155"/>
                  </a:cubicBezTo>
                  <a:cubicBezTo>
                    <a:pt x="181" y="155"/>
                    <a:pt x="181" y="155"/>
                    <a:pt x="180" y="156"/>
                  </a:cubicBezTo>
                  <a:cubicBezTo>
                    <a:pt x="162" y="123"/>
                    <a:pt x="152" y="86"/>
                    <a:pt x="146" y="59"/>
                  </a:cubicBezTo>
                  <a:cubicBezTo>
                    <a:pt x="146" y="59"/>
                    <a:pt x="146" y="59"/>
                    <a:pt x="146" y="59"/>
                  </a:cubicBezTo>
                  <a:close/>
                  <a:moveTo>
                    <a:pt x="230" y="385"/>
                  </a:moveTo>
                  <a:cubicBezTo>
                    <a:pt x="181" y="358"/>
                    <a:pt x="141" y="280"/>
                    <a:pt x="138" y="274"/>
                  </a:cubicBezTo>
                  <a:cubicBezTo>
                    <a:pt x="135" y="268"/>
                    <a:pt x="91" y="193"/>
                    <a:pt x="94" y="137"/>
                  </a:cubicBezTo>
                  <a:cubicBezTo>
                    <a:pt x="97" y="93"/>
                    <a:pt x="122" y="72"/>
                    <a:pt x="136" y="64"/>
                  </a:cubicBezTo>
                  <a:cubicBezTo>
                    <a:pt x="142" y="90"/>
                    <a:pt x="152" y="125"/>
                    <a:pt x="169" y="157"/>
                  </a:cubicBezTo>
                  <a:cubicBezTo>
                    <a:pt x="168" y="156"/>
                    <a:pt x="168" y="156"/>
                    <a:pt x="167" y="156"/>
                  </a:cubicBezTo>
                  <a:cubicBezTo>
                    <a:pt x="139" y="173"/>
                    <a:pt x="178" y="241"/>
                    <a:pt x="183" y="249"/>
                  </a:cubicBezTo>
                  <a:cubicBezTo>
                    <a:pt x="183" y="249"/>
                    <a:pt x="183" y="249"/>
                    <a:pt x="183" y="249"/>
                  </a:cubicBezTo>
                  <a:cubicBezTo>
                    <a:pt x="183" y="249"/>
                    <a:pt x="183" y="249"/>
                    <a:pt x="183" y="249"/>
                  </a:cubicBezTo>
                  <a:cubicBezTo>
                    <a:pt x="183" y="250"/>
                    <a:pt x="184" y="250"/>
                    <a:pt x="184" y="250"/>
                  </a:cubicBezTo>
                  <a:cubicBezTo>
                    <a:pt x="184" y="250"/>
                    <a:pt x="184" y="250"/>
                    <a:pt x="184" y="250"/>
                  </a:cubicBezTo>
                  <a:cubicBezTo>
                    <a:pt x="188" y="259"/>
                    <a:pt x="224" y="328"/>
                    <a:pt x="253" y="313"/>
                  </a:cubicBezTo>
                  <a:cubicBezTo>
                    <a:pt x="253" y="313"/>
                    <a:pt x="253" y="313"/>
                    <a:pt x="254" y="312"/>
                  </a:cubicBezTo>
                  <a:cubicBezTo>
                    <a:pt x="271" y="343"/>
                    <a:pt x="295" y="371"/>
                    <a:pt x="314" y="390"/>
                  </a:cubicBezTo>
                  <a:cubicBezTo>
                    <a:pt x="299" y="397"/>
                    <a:pt x="268" y="407"/>
                    <a:pt x="230" y="385"/>
                  </a:cubicBezTo>
                  <a:close/>
                  <a:moveTo>
                    <a:pt x="324" y="384"/>
                  </a:moveTo>
                  <a:cubicBezTo>
                    <a:pt x="324" y="384"/>
                    <a:pt x="323" y="384"/>
                    <a:pt x="323" y="384"/>
                  </a:cubicBezTo>
                  <a:cubicBezTo>
                    <a:pt x="304" y="365"/>
                    <a:pt x="278" y="335"/>
                    <a:pt x="260" y="303"/>
                  </a:cubicBezTo>
                  <a:cubicBezTo>
                    <a:pt x="261" y="303"/>
                    <a:pt x="261" y="302"/>
                    <a:pt x="262" y="302"/>
                  </a:cubicBezTo>
                  <a:cubicBezTo>
                    <a:pt x="274" y="292"/>
                    <a:pt x="292" y="295"/>
                    <a:pt x="302" y="307"/>
                  </a:cubicBezTo>
                  <a:cubicBezTo>
                    <a:pt x="329" y="344"/>
                    <a:pt x="329" y="344"/>
                    <a:pt x="329" y="344"/>
                  </a:cubicBezTo>
                  <a:cubicBezTo>
                    <a:pt x="339" y="356"/>
                    <a:pt x="336" y="374"/>
                    <a:pt x="324" y="3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76" name="组合 475"/>
          <p:cNvGrpSpPr/>
          <p:nvPr/>
        </p:nvGrpSpPr>
        <p:grpSpPr>
          <a:xfrm>
            <a:off x="11185998" y="643873"/>
            <a:ext cx="311608" cy="306090"/>
            <a:chOff x="234950" y="2943226"/>
            <a:chExt cx="1344613" cy="1320800"/>
          </a:xfrm>
          <a:solidFill>
            <a:srgbClr val="707E84"/>
          </a:solidFill>
        </p:grpSpPr>
        <p:sp>
          <p:nvSpPr>
            <p:cNvPr id="477" name="Freeform 41"/>
            <p:cNvSpPr>
              <a:spLocks/>
            </p:cNvSpPr>
            <p:nvPr/>
          </p:nvSpPr>
          <p:spPr bwMode="auto">
            <a:xfrm>
              <a:off x="479425" y="2943226"/>
              <a:ext cx="560388" cy="1320800"/>
            </a:xfrm>
            <a:custGeom>
              <a:avLst/>
              <a:gdLst>
                <a:gd name="T0" fmla="*/ 174 w 196"/>
                <a:gd name="T1" fmla="*/ 0 h 462"/>
                <a:gd name="T2" fmla="*/ 139 w 196"/>
                <a:gd name="T3" fmla="*/ 0 h 462"/>
                <a:gd name="T4" fmla="*/ 139 w 196"/>
                <a:gd name="T5" fmla="*/ 0 h 462"/>
                <a:gd name="T6" fmla="*/ 0 w 196"/>
                <a:gd name="T7" fmla="*/ 135 h 462"/>
                <a:gd name="T8" fmla="*/ 0 w 196"/>
                <a:gd name="T9" fmla="*/ 327 h 462"/>
                <a:gd name="T10" fmla="*/ 139 w 196"/>
                <a:gd name="T11" fmla="*/ 462 h 462"/>
                <a:gd name="T12" fmla="*/ 139 w 196"/>
                <a:gd name="T13" fmla="*/ 462 h 462"/>
                <a:gd name="T14" fmla="*/ 139 w 196"/>
                <a:gd name="T15" fmla="*/ 462 h 462"/>
                <a:gd name="T16" fmla="*/ 139 w 196"/>
                <a:gd name="T17" fmla="*/ 462 h 462"/>
                <a:gd name="T18" fmla="*/ 139 w 196"/>
                <a:gd name="T19" fmla="*/ 462 h 462"/>
                <a:gd name="T20" fmla="*/ 174 w 196"/>
                <a:gd name="T21" fmla="*/ 462 h 462"/>
                <a:gd name="T22" fmla="*/ 196 w 196"/>
                <a:gd name="T23" fmla="*/ 441 h 462"/>
                <a:gd name="T24" fmla="*/ 196 w 196"/>
                <a:gd name="T25" fmla="*/ 21 h 462"/>
                <a:gd name="T26" fmla="*/ 174 w 196"/>
                <a:gd name="T27" fmla="*/ 0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6" h="462">
                  <a:moveTo>
                    <a:pt x="174" y="0"/>
                  </a:moveTo>
                  <a:cubicBezTo>
                    <a:pt x="139" y="0"/>
                    <a:pt x="139" y="0"/>
                    <a:pt x="139" y="0"/>
                  </a:cubicBezTo>
                  <a:cubicBezTo>
                    <a:pt x="139" y="0"/>
                    <a:pt x="139" y="0"/>
                    <a:pt x="139" y="0"/>
                  </a:cubicBezTo>
                  <a:cubicBezTo>
                    <a:pt x="0" y="135"/>
                    <a:pt x="0" y="135"/>
                    <a:pt x="0" y="135"/>
                  </a:cubicBezTo>
                  <a:cubicBezTo>
                    <a:pt x="0" y="327"/>
                    <a:pt x="0" y="327"/>
                    <a:pt x="0" y="327"/>
                  </a:cubicBezTo>
                  <a:cubicBezTo>
                    <a:pt x="139" y="462"/>
                    <a:pt x="139" y="462"/>
                    <a:pt x="139" y="462"/>
                  </a:cubicBezTo>
                  <a:cubicBezTo>
                    <a:pt x="139" y="462"/>
                    <a:pt x="139" y="462"/>
                    <a:pt x="139" y="462"/>
                  </a:cubicBezTo>
                  <a:cubicBezTo>
                    <a:pt x="139" y="462"/>
                    <a:pt x="139" y="462"/>
                    <a:pt x="139" y="462"/>
                  </a:cubicBezTo>
                  <a:cubicBezTo>
                    <a:pt x="139" y="462"/>
                    <a:pt x="139" y="462"/>
                    <a:pt x="139" y="462"/>
                  </a:cubicBezTo>
                  <a:cubicBezTo>
                    <a:pt x="139" y="462"/>
                    <a:pt x="139" y="462"/>
                    <a:pt x="139" y="462"/>
                  </a:cubicBezTo>
                  <a:cubicBezTo>
                    <a:pt x="174" y="462"/>
                    <a:pt x="174" y="462"/>
                    <a:pt x="174" y="462"/>
                  </a:cubicBezTo>
                  <a:cubicBezTo>
                    <a:pt x="186" y="462"/>
                    <a:pt x="196" y="452"/>
                    <a:pt x="196" y="441"/>
                  </a:cubicBezTo>
                  <a:cubicBezTo>
                    <a:pt x="196" y="21"/>
                    <a:pt x="196" y="21"/>
                    <a:pt x="196" y="21"/>
                  </a:cubicBezTo>
                  <a:cubicBezTo>
                    <a:pt x="196" y="9"/>
                    <a:pt x="186" y="0"/>
                    <a:pt x="17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8" name="Freeform 42"/>
            <p:cNvSpPr>
              <a:spLocks/>
            </p:cNvSpPr>
            <p:nvPr/>
          </p:nvSpPr>
          <p:spPr bwMode="auto">
            <a:xfrm>
              <a:off x="234950" y="3322638"/>
              <a:ext cx="204788" cy="557213"/>
            </a:xfrm>
            <a:custGeom>
              <a:avLst/>
              <a:gdLst>
                <a:gd name="T0" fmla="*/ 72 w 72"/>
                <a:gd name="T1" fmla="*/ 0 h 195"/>
                <a:gd name="T2" fmla="*/ 22 w 72"/>
                <a:gd name="T3" fmla="*/ 0 h 195"/>
                <a:gd name="T4" fmla="*/ 0 w 72"/>
                <a:gd name="T5" fmla="*/ 21 h 195"/>
                <a:gd name="T6" fmla="*/ 0 w 72"/>
                <a:gd name="T7" fmla="*/ 174 h 195"/>
                <a:gd name="T8" fmla="*/ 22 w 72"/>
                <a:gd name="T9" fmla="*/ 195 h 195"/>
                <a:gd name="T10" fmla="*/ 72 w 72"/>
                <a:gd name="T11" fmla="*/ 195 h 195"/>
                <a:gd name="T12" fmla="*/ 72 w 72"/>
                <a:gd name="T13" fmla="*/ 0 h 195"/>
              </a:gdLst>
              <a:ahLst/>
              <a:cxnLst>
                <a:cxn ang="0">
                  <a:pos x="T0" y="T1"/>
                </a:cxn>
                <a:cxn ang="0">
                  <a:pos x="T2" y="T3"/>
                </a:cxn>
                <a:cxn ang="0">
                  <a:pos x="T4" y="T5"/>
                </a:cxn>
                <a:cxn ang="0">
                  <a:pos x="T6" y="T7"/>
                </a:cxn>
                <a:cxn ang="0">
                  <a:pos x="T8" y="T9"/>
                </a:cxn>
                <a:cxn ang="0">
                  <a:pos x="T10" y="T11"/>
                </a:cxn>
                <a:cxn ang="0">
                  <a:pos x="T12" y="T13"/>
                </a:cxn>
              </a:cxnLst>
              <a:rect l="0" t="0" r="r" b="b"/>
              <a:pathLst>
                <a:path w="72" h="195">
                  <a:moveTo>
                    <a:pt x="72" y="0"/>
                  </a:moveTo>
                  <a:cubicBezTo>
                    <a:pt x="22" y="0"/>
                    <a:pt x="22" y="0"/>
                    <a:pt x="22" y="0"/>
                  </a:cubicBezTo>
                  <a:cubicBezTo>
                    <a:pt x="10" y="0"/>
                    <a:pt x="0" y="10"/>
                    <a:pt x="0" y="21"/>
                  </a:cubicBezTo>
                  <a:cubicBezTo>
                    <a:pt x="0" y="174"/>
                    <a:pt x="0" y="174"/>
                    <a:pt x="0" y="174"/>
                  </a:cubicBezTo>
                  <a:cubicBezTo>
                    <a:pt x="0" y="186"/>
                    <a:pt x="10" y="195"/>
                    <a:pt x="22" y="195"/>
                  </a:cubicBezTo>
                  <a:cubicBezTo>
                    <a:pt x="72" y="195"/>
                    <a:pt x="72" y="195"/>
                    <a:pt x="72" y="195"/>
                  </a:cubicBezTo>
                  <a:lnTo>
                    <a:pt x="7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9" name="Freeform 43"/>
            <p:cNvSpPr>
              <a:spLocks/>
            </p:cNvSpPr>
            <p:nvPr/>
          </p:nvSpPr>
          <p:spPr bwMode="auto">
            <a:xfrm>
              <a:off x="1103313" y="3429001"/>
              <a:ext cx="168275" cy="346075"/>
            </a:xfrm>
            <a:custGeom>
              <a:avLst/>
              <a:gdLst>
                <a:gd name="T0" fmla="*/ 0 w 59"/>
                <a:gd name="T1" fmla="*/ 0 h 121"/>
                <a:gd name="T2" fmla="*/ 0 w 59"/>
                <a:gd name="T3" fmla="*/ 121 h 121"/>
                <a:gd name="T4" fmla="*/ 59 w 59"/>
                <a:gd name="T5" fmla="*/ 61 h 121"/>
                <a:gd name="T6" fmla="*/ 0 w 59"/>
                <a:gd name="T7" fmla="*/ 0 h 121"/>
              </a:gdLst>
              <a:ahLst/>
              <a:cxnLst>
                <a:cxn ang="0">
                  <a:pos x="T0" y="T1"/>
                </a:cxn>
                <a:cxn ang="0">
                  <a:pos x="T2" y="T3"/>
                </a:cxn>
                <a:cxn ang="0">
                  <a:pos x="T4" y="T5"/>
                </a:cxn>
                <a:cxn ang="0">
                  <a:pos x="T6" y="T7"/>
                </a:cxn>
              </a:cxnLst>
              <a:rect l="0" t="0" r="r" b="b"/>
              <a:pathLst>
                <a:path w="59" h="121">
                  <a:moveTo>
                    <a:pt x="0" y="0"/>
                  </a:moveTo>
                  <a:cubicBezTo>
                    <a:pt x="0" y="121"/>
                    <a:pt x="0" y="121"/>
                    <a:pt x="0" y="121"/>
                  </a:cubicBezTo>
                  <a:cubicBezTo>
                    <a:pt x="33" y="120"/>
                    <a:pt x="59" y="94"/>
                    <a:pt x="59" y="61"/>
                  </a:cubicBezTo>
                  <a:cubicBezTo>
                    <a:pt x="59" y="28"/>
                    <a:pt x="33"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0" name="Freeform 44"/>
            <p:cNvSpPr>
              <a:spLocks/>
            </p:cNvSpPr>
            <p:nvPr/>
          </p:nvSpPr>
          <p:spPr bwMode="auto">
            <a:xfrm>
              <a:off x="1104900" y="3243263"/>
              <a:ext cx="298450" cy="719138"/>
            </a:xfrm>
            <a:custGeom>
              <a:avLst/>
              <a:gdLst>
                <a:gd name="T0" fmla="*/ 0 w 104"/>
                <a:gd name="T1" fmla="*/ 0 h 252"/>
                <a:gd name="T2" fmla="*/ 0 w 104"/>
                <a:gd name="T3" fmla="*/ 28 h 252"/>
                <a:gd name="T4" fmla="*/ 77 w 104"/>
                <a:gd name="T5" fmla="*/ 126 h 252"/>
                <a:gd name="T6" fmla="*/ 0 w 104"/>
                <a:gd name="T7" fmla="*/ 223 h 252"/>
                <a:gd name="T8" fmla="*/ 0 w 104"/>
                <a:gd name="T9" fmla="*/ 252 h 252"/>
                <a:gd name="T10" fmla="*/ 104 w 104"/>
                <a:gd name="T11" fmla="*/ 126 h 252"/>
                <a:gd name="T12" fmla="*/ 0 w 104"/>
                <a:gd name="T13" fmla="*/ 0 h 252"/>
              </a:gdLst>
              <a:ahLst/>
              <a:cxnLst>
                <a:cxn ang="0">
                  <a:pos x="T0" y="T1"/>
                </a:cxn>
                <a:cxn ang="0">
                  <a:pos x="T2" y="T3"/>
                </a:cxn>
                <a:cxn ang="0">
                  <a:pos x="T4" y="T5"/>
                </a:cxn>
                <a:cxn ang="0">
                  <a:pos x="T6" y="T7"/>
                </a:cxn>
                <a:cxn ang="0">
                  <a:pos x="T8" y="T9"/>
                </a:cxn>
                <a:cxn ang="0">
                  <a:pos x="T10" y="T11"/>
                </a:cxn>
                <a:cxn ang="0">
                  <a:pos x="T12" y="T13"/>
                </a:cxn>
              </a:cxnLst>
              <a:rect l="0" t="0" r="r" b="b"/>
              <a:pathLst>
                <a:path w="104" h="252">
                  <a:moveTo>
                    <a:pt x="0" y="0"/>
                  </a:moveTo>
                  <a:cubicBezTo>
                    <a:pt x="0" y="28"/>
                    <a:pt x="0" y="28"/>
                    <a:pt x="0" y="28"/>
                  </a:cubicBezTo>
                  <a:cubicBezTo>
                    <a:pt x="44" y="39"/>
                    <a:pt x="77" y="78"/>
                    <a:pt x="77" y="126"/>
                  </a:cubicBezTo>
                  <a:cubicBezTo>
                    <a:pt x="77" y="173"/>
                    <a:pt x="44" y="213"/>
                    <a:pt x="0" y="223"/>
                  </a:cubicBezTo>
                  <a:cubicBezTo>
                    <a:pt x="0" y="252"/>
                    <a:pt x="0" y="252"/>
                    <a:pt x="0" y="252"/>
                  </a:cubicBezTo>
                  <a:cubicBezTo>
                    <a:pt x="59" y="240"/>
                    <a:pt x="104" y="188"/>
                    <a:pt x="104" y="126"/>
                  </a:cubicBezTo>
                  <a:cubicBezTo>
                    <a:pt x="104" y="63"/>
                    <a:pt x="59" y="1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1" name="Freeform 45"/>
            <p:cNvSpPr>
              <a:spLocks/>
            </p:cNvSpPr>
            <p:nvPr/>
          </p:nvSpPr>
          <p:spPr bwMode="auto">
            <a:xfrm>
              <a:off x="1104900" y="3090863"/>
              <a:ext cx="474663" cy="1020763"/>
            </a:xfrm>
            <a:custGeom>
              <a:avLst/>
              <a:gdLst>
                <a:gd name="T0" fmla="*/ 0 w 166"/>
                <a:gd name="T1" fmla="*/ 0 h 357"/>
                <a:gd name="T2" fmla="*/ 0 w 166"/>
                <a:gd name="T3" fmla="*/ 32 h 357"/>
                <a:gd name="T4" fmla="*/ 92 w 166"/>
                <a:gd name="T5" fmla="*/ 74 h 357"/>
                <a:gd name="T6" fmla="*/ 135 w 166"/>
                <a:gd name="T7" fmla="*/ 179 h 357"/>
                <a:gd name="T8" fmla="*/ 92 w 166"/>
                <a:gd name="T9" fmla="*/ 283 h 357"/>
                <a:gd name="T10" fmla="*/ 0 w 166"/>
                <a:gd name="T11" fmla="*/ 326 h 357"/>
                <a:gd name="T12" fmla="*/ 0 w 166"/>
                <a:gd name="T13" fmla="*/ 357 h 357"/>
                <a:gd name="T14" fmla="*/ 166 w 166"/>
                <a:gd name="T15" fmla="*/ 179 h 357"/>
                <a:gd name="T16" fmla="*/ 0 w 166"/>
                <a:gd name="T17" fmla="*/ 0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6" h="357">
                  <a:moveTo>
                    <a:pt x="0" y="0"/>
                  </a:moveTo>
                  <a:cubicBezTo>
                    <a:pt x="0" y="32"/>
                    <a:pt x="0" y="32"/>
                    <a:pt x="0" y="32"/>
                  </a:cubicBezTo>
                  <a:cubicBezTo>
                    <a:pt x="36" y="35"/>
                    <a:pt x="68" y="50"/>
                    <a:pt x="92" y="74"/>
                  </a:cubicBezTo>
                  <a:cubicBezTo>
                    <a:pt x="119" y="101"/>
                    <a:pt x="135" y="138"/>
                    <a:pt x="135" y="179"/>
                  </a:cubicBezTo>
                  <a:cubicBezTo>
                    <a:pt x="135" y="220"/>
                    <a:pt x="119" y="256"/>
                    <a:pt x="92" y="283"/>
                  </a:cubicBezTo>
                  <a:cubicBezTo>
                    <a:pt x="68" y="307"/>
                    <a:pt x="36" y="323"/>
                    <a:pt x="0" y="326"/>
                  </a:cubicBezTo>
                  <a:cubicBezTo>
                    <a:pt x="0" y="357"/>
                    <a:pt x="0" y="357"/>
                    <a:pt x="0" y="357"/>
                  </a:cubicBezTo>
                  <a:cubicBezTo>
                    <a:pt x="93" y="351"/>
                    <a:pt x="166" y="273"/>
                    <a:pt x="166" y="179"/>
                  </a:cubicBezTo>
                  <a:cubicBezTo>
                    <a:pt x="166" y="84"/>
                    <a:pt x="93" y="7"/>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82" name="组合 481"/>
          <p:cNvGrpSpPr/>
          <p:nvPr/>
        </p:nvGrpSpPr>
        <p:grpSpPr>
          <a:xfrm>
            <a:off x="11656724" y="594884"/>
            <a:ext cx="320438" cy="339937"/>
            <a:chOff x="2733675" y="2868613"/>
            <a:chExt cx="1382713" cy="1466851"/>
          </a:xfrm>
          <a:solidFill>
            <a:srgbClr val="707E84"/>
          </a:solidFill>
        </p:grpSpPr>
        <p:sp>
          <p:nvSpPr>
            <p:cNvPr id="483" name="Freeform 46"/>
            <p:cNvSpPr>
              <a:spLocks noEditPoints="1"/>
            </p:cNvSpPr>
            <p:nvPr/>
          </p:nvSpPr>
          <p:spPr bwMode="auto">
            <a:xfrm>
              <a:off x="3016250" y="3105151"/>
              <a:ext cx="815975" cy="1230313"/>
            </a:xfrm>
            <a:custGeom>
              <a:avLst/>
              <a:gdLst>
                <a:gd name="T0" fmla="*/ 143 w 286"/>
                <a:gd name="T1" fmla="*/ 263 h 430"/>
                <a:gd name="T2" fmla="*/ 98 w 286"/>
                <a:gd name="T3" fmla="*/ 308 h 430"/>
                <a:gd name="T4" fmla="*/ 143 w 286"/>
                <a:gd name="T5" fmla="*/ 353 h 430"/>
                <a:gd name="T6" fmla="*/ 189 w 286"/>
                <a:gd name="T7" fmla="*/ 308 h 430"/>
                <a:gd name="T8" fmla="*/ 143 w 286"/>
                <a:gd name="T9" fmla="*/ 263 h 430"/>
                <a:gd name="T10" fmla="*/ 246 w 286"/>
                <a:gd name="T11" fmla="*/ 0 h 430"/>
                <a:gd name="T12" fmla="*/ 40 w 286"/>
                <a:gd name="T13" fmla="*/ 0 h 430"/>
                <a:gd name="T14" fmla="*/ 0 w 286"/>
                <a:gd name="T15" fmla="*/ 40 h 430"/>
                <a:gd name="T16" fmla="*/ 0 w 286"/>
                <a:gd name="T17" fmla="*/ 390 h 430"/>
                <a:gd name="T18" fmla="*/ 40 w 286"/>
                <a:gd name="T19" fmla="*/ 430 h 430"/>
                <a:gd name="T20" fmla="*/ 246 w 286"/>
                <a:gd name="T21" fmla="*/ 430 h 430"/>
                <a:gd name="T22" fmla="*/ 286 w 286"/>
                <a:gd name="T23" fmla="*/ 390 h 430"/>
                <a:gd name="T24" fmla="*/ 286 w 286"/>
                <a:gd name="T25" fmla="*/ 40 h 430"/>
                <a:gd name="T26" fmla="*/ 246 w 286"/>
                <a:gd name="T27" fmla="*/ 0 h 430"/>
                <a:gd name="T28" fmla="*/ 143 w 286"/>
                <a:gd name="T29" fmla="*/ 400 h 430"/>
                <a:gd name="T30" fmla="*/ 51 w 286"/>
                <a:gd name="T31" fmla="*/ 308 h 430"/>
                <a:gd name="T32" fmla="*/ 143 w 286"/>
                <a:gd name="T33" fmla="*/ 216 h 430"/>
                <a:gd name="T34" fmla="*/ 235 w 286"/>
                <a:gd name="T35" fmla="*/ 308 h 430"/>
                <a:gd name="T36" fmla="*/ 143 w 286"/>
                <a:gd name="T37" fmla="*/ 400 h 430"/>
                <a:gd name="T38" fmla="*/ 259 w 286"/>
                <a:gd name="T39" fmla="*/ 166 h 430"/>
                <a:gd name="T40" fmla="*/ 235 w 286"/>
                <a:gd name="T41" fmla="*/ 190 h 430"/>
                <a:gd name="T42" fmla="*/ 51 w 286"/>
                <a:gd name="T43" fmla="*/ 190 h 430"/>
                <a:gd name="T44" fmla="*/ 27 w 286"/>
                <a:gd name="T45" fmla="*/ 166 h 430"/>
                <a:gd name="T46" fmla="*/ 27 w 286"/>
                <a:gd name="T47" fmla="*/ 52 h 430"/>
                <a:gd name="T48" fmla="*/ 51 w 286"/>
                <a:gd name="T49" fmla="*/ 28 h 430"/>
                <a:gd name="T50" fmla="*/ 235 w 286"/>
                <a:gd name="T51" fmla="*/ 28 h 430"/>
                <a:gd name="T52" fmla="*/ 259 w 286"/>
                <a:gd name="T53" fmla="*/ 52 h 430"/>
                <a:gd name="T54" fmla="*/ 259 w 286"/>
                <a:gd name="T55" fmla="*/ 166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86" h="430">
                  <a:moveTo>
                    <a:pt x="143" y="263"/>
                  </a:moveTo>
                  <a:cubicBezTo>
                    <a:pt x="118" y="263"/>
                    <a:pt x="98" y="283"/>
                    <a:pt x="98" y="308"/>
                  </a:cubicBezTo>
                  <a:cubicBezTo>
                    <a:pt x="98" y="333"/>
                    <a:pt x="118" y="353"/>
                    <a:pt x="143" y="353"/>
                  </a:cubicBezTo>
                  <a:cubicBezTo>
                    <a:pt x="168" y="353"/>
                    <a:pt x="189" y="333"/>
                    <a:pt x="189" y="308"/>
                  </a:cubicBezTo>
                  <a:cubicBezTo>
                    <a:pt x="189" y="283"/>
                    <a:pt x="168" y="263"/>
                    <a:pt x="143" y="263"/>
                  </a:cubicBezTo>
                  <a:close/>
                  <a:moveTo>
                    <a:pt x="246" y="0"/>
                  </a:moveTo>
                  <a:cubicBezTo>
                    <a:pt x="40" y="0"/>
                    <a:pt x="40" y="0"/>
                    <a:pt x="40" y="0"/>
                  </a:cubicBezTo>
                  <a:cubicBezTo>
                    <a:pt x="18" y="0"/>
                    <a:pt x="0" y="18"/>
                    <a:pt x="0" y="40"/>
                  </a:cubicBezTo>
                  <a:cubicBezTo>
                    <a:pt x="0" y="390"/>
                    <a:pt x="0" y="390"/>
                    <a:pt x="0" y="390"/>
                  </a:cubicBezTo>
                  <a:cubicBezTo>
                    <a:pt x="0" y="412"/>
                    <a:pt x="18" y="430"/>
                    <a:pt x="40" y="430"/>
                  </a:cubicBezTo>
                  <a:cubicBezTo>
                    <a:pt x="246" y="430"/>
                    <a:pt x="246" y="430"/>
                    <a:pt x="246" y="430"/>
                  </a:cubicBezTo>
                  <a:cubicBezTo>
                    <a:pt x="268" y="430"/>
                    <a:pt x="286" y="412"/>
                    <a:pt x="286" y="390"/>
                  </a:cubicBezTo>
                  <a:cubicBezTo>
                    <a:pt x="286" y="40"/>
                    <a:pt x="286" y="40"/>
                    <a:pt x="286" y="40"/>
                  </a:cubicBezTo>
                  <a:cubicBezTo>
                    <a:pt x="286" y="18"/>
                    <a:pt x="268" y="0"/>
                    <a:pt x="246" y="0"/>
                  </a:cubicBezTo>
                  <a:close/>
                  <a:moveTo>
                    <a:pt x="143" y="400"/>
                  </a:moveTo>
                  <a:cubicBezTo>
                    <a:pt x="92" y="400"/>
                    <a:pt x="51" y="359"/>
                    <a:pt x="51" y="308"/>
                  </a:cubicBezTo>
                  <a:cubicBezTo>
                    <a:pt x="51" y="257"/>
                    <a:pt x="92" y="216"/>
                    <a:pt x="143" y="216"/>
                  </a:cubicBezTo>
                  <a:cubicBezTo>
                    <a:pt x="194" y="216"/>
                    <a:pt x="235" y="257"/>
                    <a:pt x="235" y="308"/>
                  </a:cubicBezTo>
                  <a:cubicBezTo>
                    <a:pt x="235" y="359"/>
                    <a:pt x="194" y="400"/>
                    <a:pt x="143" y="400"/>
                  </a:cubicBezTo>
                  <a:close/>
                  <a:moveTo>
                    <a:pt x="259" y="166"/>
                  </a:moveTo>
                  <a:cubicBezTo>
                    <a:pt x="259" y="179"/>
                    <a:pt x="249" y="190"/>
                    <a:pt x="235" y="190"/>
                  </a:cubicBezTo>
                  <a:cubicBezTo>
                    <a:pt x="51" y="190"/>
                    <a:pt x="51" y="190"/>
                    <a:pt x="51" y="190"/>
                  </a:cubicBezTo>
                  <a:cubicBezTo>
                    <a:pt x="38" y="190"/>
                    <a:pt x="27" y="179"/>
                    <a:pt x="27" y="166"/>
                  </a:cubicBezTo>
                  <a:cubicBezTo>
                    <a:pt x="27" y="52"/>
                    <a:pt x="27" y="52"/>
                    <a:pt x="27" y="52"/>
                  </a:cubicBezTo>
                  <a:cubicBezTo>
                    <a:pt x="27" y="39"/>
                    <a:pt x="38" y="28"/>
                    <a:pt x="51" y="28"/>
                  </a:cubicBezTo>
                  <a:cubicBezTo>
                    <a:pt x="235" y="28"/>
                    <a:pt x="235" y="28"/>
                    <a:pt x="235" y="28"/>
                  </a:cubicBezTo>
                  <a:cubicBezTo>
                    <a:pt x="249" y="28"/>
                    <a:pt x="259" y="39"/>
                    <a:pt x="259" y="52"/>
                  </a:cubicBezTo>
                  <a:lnTo>
                    <a:pt x="259" y="1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4" name="Freeform 47"/>
            <p:cNvSpPr>
              <a:spLocks/>
            </p:cNvSpPr>
            <p:nvPr/>
          </p:nvSpPr>
          <p:spPr bwMode="auto">
            <a:xfrm>
              <a:off x="2733675" y="3465513"/>
              <a:ext cx="146050" cy="300038"/>
            </a:xfrm>
            <a:custGeom>
              <a:avLst/>
              <a:gdLst>
                <a:gd name="T0" fmla="*/ 51 w 51"/>
                <a:gd name="T1" fmla="*/ 0 h 105"/>
                <a:gd name="T2" fmla="*/ 0 w 51"/>
                <a:gd name="T3" fmla="*/ 52 h 105"/>
                <a:gd name="T4" fmla="*/ 51 w 51"/>
                <a:gd name="T5" fmla="*/ 105 h 105"/>
                <a:gd name="T6" fmla="*/ 51 w 51"/>
                <a:gd name="T7" fmla="*/ 0 h 105"/>
              </a:gdLst>
              <a:ahLst/>
              <a:cxnLst>
                <a:cxn ang="0">
                  <a:pos x="T0" y="T1"/>
                </a:cxn>
                <a:cxn ang="0">
                  <a:pos x="T2" y="T3"/>
                </a:cxn>
                <a:cxn ang="0">
                  <a:pos x="T4" y="T5"/>
                </a:cxn>
                <a:cxn ang="0">
                  <a:pos x="T6" y="T7"/>
                </a:cxn>
              </a:cxnLst>
              <a:rect l="0" t="0" r="r" b="b"/>
              <a:pathLst>
                <a:path w="51" h="105">
                  <a:moveTo>
                    <a:pt x="51" y="0"/>
                  </a:moveTo>
                  <a:cubicBezTo>
                    <a:pt x="23" y="0"/>
                    <a:pt x="0" y="23"/>
                    <a:pt x="0" y="52"/>
                  </a:cubicBezTo>
                  <a:cubicBezTo>
                    <a:pt x="0" y="81"/>
                    <a:pt x="23" y="104"/>
                    <a:pt x="51" y="105"/>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5" name="Freeform 48"/>
            <p:cNvSpPr>
              <a:spLocks/>
            </p:cNvSpPr>
            <p:nvPr/>
          </p:nvSpPr>
          <p:spPr bwMode="auto">
            <a:xfrm>
              <a:off x="2844800" y="3429001"/>
              <a:ext cx="139700" cy="371475"/>
            </a:xfrm>
            <a:custGeom>
              <a:avLst/>
              <a:gdLst>
                <a:gd name="T0" fmla="*/ 49 w 49"/>
                <a:gd name="T1" fmla="*/ 112 h 130"/>
                <a:gd name="T2" fmla="*/ 31 w 49"/>
                <a:gd name="T3" fmla="*/ 130 h 130"/>
                <a:gd name="T4" fmla="*/ 19 w 49"/>
                <a:gd name="T5" fmla="*/ 130 h 130"/>
                <a:gd name="T6" fmla="*/ 0 w 49"/>
                <a:gd name="T7" fmla="*/ 112 h 130"/>
                <a:gd name="T8" fmla="*/ 0 w 49"/>
                <a:gd name="T9" fmla="*/ 18 h 130"/>
                <a:gd name="T10" fmla="*/ 19 w 49"/>
                <a:gd name="T11" fmla="*/ 0 h 130"/>
                <a:gd name="T12" fmla="*/ 31 w 49"/>
                <a:gd name="T13" fmla="*/ 0 h 130"/>
                <a:gd name="T14" fmla="*/ 49 w 49"/>
                <a:gd name="T15" fmla="*/ 18 h 130"/>
                <a:gd name="T16" fmla="*/ 49 w 49"/>
                <a:gd name="T17" fmla="*/ 112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130">
                  <a:moveTo>
                    <a:pt x="49" y="112"/>
                  </a:moveTo>
                  <a:cubicBezTo>
                    <a:pt x="49" y="122"/>
                    <a:pt x="41" y="130"/>
                    <a:pt x="31" y="130"/>
                  </a:cubicBezTo>
                  <a:cubicBezTo>
                    <a:pt x="19" y="130"/>
                    <a:pt x="19" y="130"/>
                    <a:pt x="19" y="130"/>
                  </a:cubicBezTo>
                  <a:cubicBezTo>
                    <a:pt x="9" y="130"/>
                    <a:pt x="0" y="122"/>
                    <a:pt x="0" y="112"/>
                  </a:cubicBezTo>
                  <a:cubicBezTo>
                    <a:pt x="0" y="18"/>
                    <a:pt x="0" y="18"/>
                    <a:pt x="0" y="18"/>
                  </a:cubicBezTo>
                  <a:cubicBezTo>
                    <a:pt x="0" y="8"/>
                    <a:pt x="9" y="0"/>
                    <a:pt x="19" y="0"/>
                  </a:cubicBezTo>
                  <a:cubicBezTo>
                    <a:pt x="31" y="0"/>
                    <a:pt x="31" y="0"/>
                    <a:pt x="31" y="0"/>
                  </a:cubicBezTo>
                  <a:cubicBezTo>
                    <a:pt x="41" y="0"/>
                    <a:pt x="49" y="8"/>
                    <a:pt x="49" y="18"/>
                  </a:cubicBezTo>
                  <a:lnTo>
                    <a:pt x="49" y="1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6" name="Freeform 49"/>
            <p:cNvSpPr>
              <a:spLocks/>
            </p:cNvSpPr>
            <p:nvPr/>
          </p:nvSpPr>
          <p:spPr bwMode="auto">
            <a:xfrm>
              <a:off x="3970338" y="3465513"/>
              <a:ext cx="146050" cy="300038"/>
            </a:xfrm>
            <a:custGeom>
              <a:avLst/>
              <a:gdLst>
                <a:gd name="T0" fmla="*/ 0 w 51"/>
                <a:gd name="T1" fmla="*/ 0 h 105"/>
                <a:gd name="T2" fmla="*/ 51 w 51"/>
                <a:gd name="T3" fmla="*/ 52 h 105"/>
                <a:gd name="T4" fmla="*/ 0 w 51"/>
                <a:gd name="T5" fmla="*/ 105 h 105"/>
                <a:gd name="T6" fmla="*/ 0 w 51"/>
                <a:gd name="T7" fmla="*/ 0 h 105"/>
              </a:gdLst>
              <a:ahLst/>
              <a:cxnLst>
                <a:cxn ang="0">
                  <a:pos x="T0" y="T1"/>
                </a:cxn>
                <a:cxn ang="0">
                  <a:pos x="T2" y="T3"/>
                </a:cxn>
                <a:cxn ang="0">
                  <a:pos x="T4" y="T5"/>
                </a:cxn>
                <a:cxn ang="0">
                  <a:pos x="T6" y="T7"/>
                </a:cxn>
              </a:cxnLst>
              <a:rect l="0" t="0" r="r" b="b"/>
              <a:pathLst>
                <a:path w="51" h="105">
                  <a:moveTo>
                    <a:pt x="0" y="0"/>
                  </a:moveTo>
                  <a:cubicBezTo>
                    <a:pt x="29" y="0"/>
                    <a:pt x="51" y="23"/>
                    <a:pt x="51" y="52"/>
                  </a:cubicBezTo>
                  <a:cubicBezTo>
                    <a:pt x="51" y="81"/>
                    <a:pt x="29" y="104"/>
                    <a:pt x="0" y="105"/>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7" name="Freeform 50"/>
            <p:cNvSpPr>
              <a:spLocks/>
            </p:cNvSpPr>
            <p:nvPr/>
          </p:nvSpPr>
          <p:spPr bwMode="auto">
            <a:xfrm>
              <a:off x="3867150" y="3429001"/>
              <a:ext cx="136525" cy="371475"/>
            </a:xfrm>
            <a:custGeom>
              <a:avLst/>
              <a:gdLst>
                <a:gd name="T0" fmla="*/ 0 w 48"/>
                <a:gd name="T1" fmla="*/ 112 h 130"/>
                <a:gd name="T2" fmla="*/ 18 w 48"/>
                <a:gd name="T3" fmla="*/ 130 h 130"/>
                <a:gd name="T4" fmla="*/ 30 w 48"/>
                <a:gd name="T5" fmla="*/ 130 h 130"/>
                <a:gd name="T6" fmla="*/ 48 w 48"/>
                <a:gd name="T7" fmla="*/ 112 h 130"/>
                <a:gd name="T8" fmla="*/ 48 w 48"/>
                <a:gd name="T9" fmla="*/ 18 h 130"/>
                <a:gd name="T10" fmla="*/ 30 w 48"/>
                <a:gd name="T11" fmla="*/ 0 h 130"/>
                <a:gd name="T12" fmla="*/ 18 w 48"/>
                <a:gd name="T13" fmla="*/ 0 h 130"/>
                <a:gd name="T14" fmla="*/ 0 w 48"/>
                <a:gd name="T15" fmla="*/ 18 h 130"/>
                <a:gd name="T16" fmla="*/ 0 w 48"/>
                <a:gd name="T17" fmla="*/ 112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130">
                  <a:moveTo>
                    <a:pt x="0" y="112"/>
                  </a:moveTo>
                  <a:cubicBezTo>
                    <a:pt x="0" y="122"/>
                    <a:pt x="8" y="130"/>
                    <a:pt x="18" y="130"/>
                  </a:cubicBezTo>
                  <a:cubicBezTo>
                    <a:pt x="30" y="130"/>
                    <a:pt x="30" y="130"/>
                    <a:pt x="30" y="130"/>
                  </a:cubicBezTo>
                  <a:cubicBezTo>
                    <a:pt x="40" y="130"/>
                    <a:pt x="48" y="122"/>
                    <a:pt x="48" y="112"/>
                  </a:cubicBezTo>
                  <a:cubicBezTo>
                    <a:pt x="48" y="18"/>
                    <a:pt x="48" y="18"/>
                    <a:pt x="48" y="18"/>
                  </a:cubicBezTo>
                  <a:cubicBezTo>
                    <a:pt x="48" y="8"/>
                    <a:pt x="40" y="0"/>
                    <a:pt x="30" y="0"/>
                  </a:cubicBezTo>
                  <a:cubicBezTo>
                    <a:pt x="18" y="0"/>
                    <a:pt x="18" y="0"/>
                    <a:pt x="18" y="0"/>
                  </a:cubicBezTo>
                  <a:cubicBezTo>
                    <a:pt x="8" y="0"/>
                    <a:pt x="0" y="8"/>
                    <a:pt x="0" y="18"/>
                  </a:cubicBezTo>
                  <a:lnTo>
                    <a:pt x="0" y="1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8" name="Freeform 51"/>
            <p:cNvSpPr>
              <a:spLocks/>
            </p:cNvSpPr>
            <p:nvPr/>
          </p:nvSpPr>
          <p:spPr bwMode="auto">
            <a:xfrm>
              <a:off x="2824163" y="2868613"/>
              <a:ext cx="1203325" cy="557213"/>
            </a:xfrm>
            <a:custGeom>
              <a:avLst/>
              <a:gdLst>
                <a:gd name="T0" fmla="*/ 210 w 421"/>
                <a:gd name="T1" fmla="*/ 0 h 195"/>
                <a:gd name="T2" fmla="*/ 0 w 421"/>
                <a:gd name="T3" fmla="*/ 195 h 195"/>
                <a:gd name="T4" fmla="*/ 26 w 421"/>
                <a:gd name="T5" fmla="*/ 182 h 195"/>
                <a:gd name="T6" fmla="*/ 26 w 421"/>
                <a:gd name="T7" fmla="*/ 182 h 195"/>
                <a:gd name="T8" fmla="*/ 78 w 421"/>
                <a:gd name="T9" fmla="*/ 80 h 195"/>
                <a:gd name="T10" fmla="*/ 210 w 421"/>
                <a:gd name="T11" fmla="*/ 25 h 195"/>
                <a:gd name="T12" fmla="*/ 342 w 421"/>
                <a:gd name="T13" fmla="*/ 80 h 195"/>
                <a:gd name="T14" fmla="*/ 394 w 421"/>
                <a:gd name="T15" fmla="*/ 182 h 195"/>
                <a:gd name="T16" fmla="*/ 395 w 421"/>
                <a:gd name="T17" fmla="*/ 182 h 195"/>
                <a:gd name="T18" fmla="*/ 421 w 421"/>
                <a:gd name="T19" fmla="*/ 195 h 195"/>
                <a:gd name="T20" fmla="*/ 210 w 421"/>
                <a:gd name="T21" fmla="*/ 0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1" h="195">
                  <a:moveTo>
                    <a:pt x="210" y="0"/>
                  </a:moveTo>
                  <a:cubicBezTo>
                    <a:pt x="100" y="1"/>
                    <a:pt x="10" y="86"/>
                    <a:pt x="0" y="195"/>
                  </a:cubicBezTo>
                  <a:cubicBezTo>
                    <a:pt x="6" y="187"/>
                    <a:pt x="15" y="182"/>
                    <a:pt x="26" y="182"/>
                  </a:cubicBezTo>
                  <a:cubicBezTo>
                    <a:pt x="26" y="182"/>
                    <a:pt x="26" y="182"/>
                    <a:pt x="26" y="182"/>
                  </a:cubicBezTo>
                  <a:cubicBezTo>
                    <a:pt x="33" y="143"/>
                    <a:pt x="52" y="108"/>
                    <a:pt x="78" y="80"/>
                  </a:cubicBezTo>
                  <a:cubicBezTo>
                    <a:pt x="112" y="46"/>
                    <a:pt x="159" y="25"/>
                    <a:pt x="210" y="25"/>
                  </a:cubicBezTo>
                  <a:cubicBezTo>
                    <a:pt x="262" y="25"/>
                    <a:pt x="308" y="46"/>
                    <a:pt x="342" y="80"/>
                  </a:cubicBezTo>
                  <a:cubicBezTo>
                    <a:pt x="369" y="108"/>
                    <a:pt x="388" y="143"/>
                    <a:pt x="394" y="182"/>
                  </a:cubicBezTo>
                  <a:cubicBezTo>
                    <a:pt x="395" y="182"/>
                    <a:pt x="395" y="182"/>
                    <a:pt x="395" y="182"/>
                  </a:cubicBezTo>
                  <a:cubicBezTo>
                    <a:pt x="405" y="182"/>
                    <a:pt x="415" y="187"/>
                    <a:pt x="421" y="195"/>
                  </a:cubicBezTo>
                  <a:cubicBezTo>
                    <a:pt x="411" y="86"/>
                    <a:pt x="320" y="1"/>
                    <a:pt x="2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9" name="Freeform 52"/>
            <p:cNvSpPr>
              <a:spLocks/>
            </p:cNvSpPr>
            <p:nvPr/>
          </p:nvSpPr>
          <p:spPr bwMode="auto">
            <a:xfrm>
              <a:off x="3592513" y="3546476"/>
              <a:ext cx="98425" cy="36513"/>
            </a:xfrm>
            <a:custGeom>
              <a:avLst/>
              <a:gdLst>
                <a:gd name="T0" fmla="*/ 34 w 34"/>
                <a:gd name="T1" fmla="*/ 12 h 13"/>
                <a:gd name="T2" fmla="*/ 33 w 34"/>
                <a:gd name="T3" fmla="*/ 13 h 13"/>
                <a:gd name="T4" fmla="*/ 1 w 34"/>
                <a:gd name="T5" fmla="*/ 13 h 13"/>
                <a:gd name="T6" fmla="*/ 0 w 34"/>
                <a:gd name="T7" fmla="*/ 12 h 13"/>
                <a:gd name="T8" fmla="*/ 0 w 34"/>
                <a:gd name="T9" fmla="*/ 0 h 13"/>
                <a:gd name="T10" fmla="*/ 1 w 34"/>
                <a:gd name="T11" fmla="*/ 0 h 13"/>
                <a:gd name="T12" fmla="*/ 33 w 34"/>
                <a:gd name="T13" fmla="*/ 0 h 13"/>
                <a:gd name="T14" fmla="*/ 34 w 34"/>
                <a:gd name="T15" fmla="*/ 0 h 13"/>
                <a:gd name="T16" fmla="*/ 34 w 34"/>
                <a:gd name="T17"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13">
                  <a:moveTo>
                    <a:pt x="34" y="12"/>
                  </a:moveTo>
                  <a:cubicBezTo>
                    <a:pt x="34" y="12"/>
                    <a:pt x="33" y="13"/>
                    <a:pt x="33" y="13"/>
                  </a:cubicBezTo>
                  <a:cubicBezTo>
                    <a:pt x="1" y="13"/>
                    <a:pt x="1" y="13"/>
                    <a:pt x="1" y="13"/>
                  </a:cubicBezTo>
                  <a:cubicBezTo>
                    <a:pt x="0" y="13"/>
                    <a:pt x="0" y="12"/>
                    <a:pt x="0" y="12"/>
                  </a:cubicBezTo>
                  <a:cubicBezTo>
                    <a:pt x="0" y="0"/>
                    <a:pt x="0" y="0"/>
                    <a:pt x="0" y="0"/>
                  </a:cubicBezTo>
                  <a:cubicBezTo>
                    <a:pt x="0" y="0"/>
                    <a:pt x="0" y="0"/>
                    <a:pt x="1" y="0"/>
                  </a:cubicBezTo>
                  <a:cubicBezTo>
                    <a:pt x="33" y="0"/>
                    <a:pt x="33" y="0"/>
                    <a:pt x="33" y="0"/>
                  </a:cubicBezTo>
                  <a:cubicBezTo>
                    <a:pt x="33" y="0"/>
                    <a:pt x="34" y="0"/>
                    <a:pt x="34" y="0"/>
                  </a:cubicBezTo>
                  <a:lnTo>
                    <a:pt x="34"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0" name="Freeform 53"/>
            <p:cNvSpPr>
              <a:spLocks/>
            </p:cNvSpPr>
            <p:nvPr/>
          </p:nvSpPr>
          <p:spPr bwMode="auto">
            <a:xfrm>
              <a:off x="3592513" y="3494088"/>
              <a:ext cx="98425" cy="38100"/>
            </a:xfrm>
            <a:custGeom>
              <a:avLst/>
              <a:gdLst>
                <a:gd name="T0" fmla="*/ 34 w 34"/>
                <a:gd name="T1" fmla="*/ 12 h 13"/>
                <a:gd name="T2" fmla="*/ 33 w 34"/>
                <a:gd name="T3" fmla="*/ 13 h 13"/>
                <a:gd name="T4" fmla="*/ 1 w 34"/>
                <a:gd name="T5" fmla="*/ 13 h 13"/>
                <a:gd name="T6" fmla="*/ 0 w 34"/>
                <a:gd name="T7" fmla="*/ 12 h 13"/>
                <a:gd name="T8" fmla="*/ 0 w 34"/>
                <a:gd name="T9" fmla="*/ 1 h 13"/>
                <a:gd name="T10" fmla="*/ 1 w 34"/>
                <a:gd name="T11" fmla="*/ 0 h 13"/>
                <a:gd name="T12" fmla="*/ 33 w 34"/>
                <a:gd name="T13" fmla="*/ 0 h 13"/>
                <a:gd name="T14" fmla="*/ 34 w 34"/>
                <a:gd name="T15" fmla="*/ 1 h 13"/>
                <a:gd name="T16" fmla="*/ 34 w 34"/>
                <a:gd name="T17"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13">
                  <a:moveTo>
                    <a:pt x="34" y="12"/>
                  </a:moveTo>
                  <a:cubicBezTo>
                    <a:pt x="34" y="13"/>
                    <a:pt x="33" y="13"/>
                    <a:pt x="33" y="13"/>
                  </a:cubicBezTo>
                  <a:cubicBezTo>
                    <a:pt x="1" y="13"/>
                    <a:pt x="1" y="13"/>
                    <a:pt x="1" y="13"/>
                  </a:cubicBezTo>
                  <a:cubicBezTo>
                    <a:pt x="0" y="13"/>
                    <a:pt x="0" y="13"/>
                    <a:pt x="0" y="12"/>
                  </a:cubicBezTo>
                  <a:cubicBezTo>
                    <a:pt x="0" y="1"/>
                    <a:pt x="0" y="1"/>
                    <a:pt x="0" y="1"/>
                  </a:cubicBezTo>
                  <a:cubicBezTo>
                    <a:pt x="0" y="0"/>
                    <a:pt x="0" y="0"/>
                    <a:pt x="1" y="0"/>
                  </a:cubicBezTo>
                  <a:cubicBezTo>
                    <a:pt x="33" y="0"/>
                    <a:pt x="33" y="0"/>
                    <a:pt x="33" y="0"/>
                  </a:cubicBezTo>
                  <a:cubicBezTo>
                    <a:pt x="33" y="0"/>
                    <a:pt x="34" y="0"/>
                    <a:pt x="34" y="1"/>
                  </a:cubicBezTo>
                  <a:lnTo>
                    <a:pt x="34"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1" name="Freeform 54"/>
            <p:cNvSpPr>
              <a:spLocks/>
            </p:cNvSpPr>
            <p:nvPr/>
          </p:nvSpPr>
          <p:spPr bwMode="auto">
            <a:xfrm>
              <a:off x="3449638" y="3546476"/>
              <a:ext cx="95250" cy="36513"/>
            </a:xfrm>
            <a:custGeom>
              <a:avLst/>
              <a:gdLst>
                <a:gd name="T0" fmla="*/ 33 w 33"/>
                <a:gd name="T1" fmla="*/ 12 h 13"/>
                <a:gd name="T2" fmla="*/ 32 w 33"/>
                <a:gd name="T3" fmla="*/ 13 h 13"/>
                <a:gd name="T4" fmla="*/ 1 w 33"/>
                <a:gd name="T5" fmla="*/ 13 h 13"/>
                <a:gd name="T6" fmla="*/ 0 w 33"/>
                <a:gd name="T7" fmla="*/ 12 h 13"/>
                <a:gd name="T8" fmla="*/ 0 w 33"/>
                <a:gd name="T9" fmla="*/ 0 h 13"/>
                <a:gd name="T10" fmla="*/ 1 w 33"/>
                <a:gd name="T11" fmla="*/ 0 h 13"/>
                <a:gd name="T12" fmla="*/ 32 w 33"/>
                <a:gd name="T13" fmla="*/ 0 h 13"/>
                <a:gd name="T14" fmla="*/ 33 w 33"/>
                <a:gd name="T15" fmla="*/ 0 h 13"/>
                <a:gd name="T16" fmla="*/ 33 w 33"/>
                <a:gd name="T17"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13">
                  <a:moveTo>
                    <a:pt x="33" y="12"/>
                  </a:moveTo>
                  <a:cubicBezTo>
                    <a:pt x="33" y="12"/>
                    <a:pt x="33" y="13"/>
                    <a:pt x="32" y="13"/>
                  </a:cubicBezTo>
                  <a:cubicBezTo>
                    <a:pt x="1" y="13"/>
                    <a:pt x="1" y="13"/>
                    <a:pt x="1" y="13"/>
                  </a:cubicBezTo>
                  <a:cubicBezTo>
                    <a:pt x="0" y="13"/>
                    <a:pt x="0" y="12"/>
                    <a:pt x="0" y="12"/>
                  </a:cubicBezTo>
                  <a:cubicBezTo>
                    <a:pt x="0" y="0"/>
                    <a:pt x="0" y="0"/>
                    <a:pt x="0" y="0"/>
                  </a:cubicBezTo>
                  <a:cubicBezTo>
                    <a:pt x="0" y="0"/>
                    <a:pt x="0" y="0"/>
                    <a:pt x="1" y="0"/>
                  </a:cubicBezTo>
                  <a:cubicBezTo>
                    <a:pt x="32" y="0"/>
                    <a:pt x="32" y="0"/>
                    <a:pt x="32" y="0"/>
                  </a:cubicBezTo>
                  <a:cubicBezTo>
                    <a:pt x="33" y="0"/>
                    <a:pt x="33" y="0"/>
                    <a:pt x="33" y="0"/>
                  </a:cubicBezTo>
                  <a:lnTo>
                    <a:pt x="33"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2" name="Freeform 55"/>
            <p:cNvSpPr>
              <a:spLocks/>
            </p:cNvSpPr>
            <p:nvPr/>
          </p:nvSpPr>
          <p:spPr bwMode="auto">
            <a:xfrm>
              <a:off x="3449638" y="3494088"/>
              <a:ext cx="95250" cy="38100"/>
            </a:xfrm>
            <a:custGeom>
              <a:avLst/>
              <a:gdLst>
                <a:gd name="T0" fmla="*/ 33 w 33"/>
                <a:gd name="T1" fmla="*/ 12 h 13"/>
                <a:gd name="T2" fmla="*/ 32 w 33"/>
                <a:gd name="T3" fmla="*/ 13 h 13"/>
                <a:gd name="T4" fmla="*/ 1 w 33"/>
                <a:gd name="T5" fmla="*/ 13 h 13"/>
                <a:gd name="T6" fmla="*/ 0 w 33"/>
                <a:gd name="T7" fmla="*/ 12 h 13"/>
                <a:gd name="T8" fmla="*/ 0 w 33"/>
                <a:gd name="T9" fmla="*/ 1 h 13"/>
                <a:gd name="T10" fmla="*/ 1 w 33"/>
                <a:gd name="T11" fmla="*/ 0 h 13"/>
                <a:gd name="T12" fmla="*/ 32 w 33"/>
                <a:gd name="T13" fmla="*/ 0 h 13"/>
                <a:gd name="T14" fmla="*/ 33 w 33"/>
                <a:gd name="T15" fmla="*/ 1 h 13"/>
                <a:gd name="T16" fmla="*/ 33 w 33"/>
                <a:gd name="T17"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13">
                  <a:moveTo>
                    <a:pt x="33" y="12"/>
                  </a:moveTo>
                  <a:cubicBezTo>
                    <a:pt x="33" y="13"/>
                    <a:pt x="33" y="13"/>
                    <a:pt x="32" y="13"/>
                  </a:cubicBezTo>
                  <a:cubicBezTo>
                    <a:pt x="1" y="13"/>
                    <a:pt x="1" y="13"/>
                    <a:pt x="1" y="13"/>
                  </a:cubicBezTo>
                  <a:cubicBezTo>
                    <a:pt x="0" y="13"/>
                    <a:pt x="0" y="13"/>
                    <a:pt x="0" y="12"/>
                  </a:cubicBezTo>
                  <a:cubicBezTo>
                    <a:pt x="0" y="1"/>
                    <a:pt x="0" y="1"/>
                    <a:pt x="0" y="1"/>
                  </a:cubicBezTo>
                  <a:cubicBezTo>
                    <a:pt x="0" y="0"/>
                    <a:pt x="0" y="0"/>
                    <a:pt x="1" y="0"/>
                  </a:cubicBezTo>
                  <a:cubicBezTo>
                    <a:pt x="32" y="0"/>
                    <a:pt x="32" y="0"/>
                    <a:pt x="32" y="0"/>
                  </a:cubicBezTo>
                  <a:cubicBezTo>
                    <a:pt x="33" y="0"/>
                    <a:pt x="33" y="0"/>
                    <a:pt x="33" y="1"/>
                  </a:cubicBezTo>
                  <a:lnTo>
                    <a:pt x="33"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3" name="Freeform 56"/>
            <p:cNvSpPr>
              <a:spLocks/>
            </p:cNvSpPr>
            <p:nvPr/>
          </p:nvSpPr>
          <p:spPr bwMode="auto">
            <a:xfrm>
              <a:off x="3449638" y="3443288"/>
              <a:ext cx="95250" cy="36513"/>
            </a:xfrm>
            <a:custGeom>
              <a:avLst/>
              <a:gdLst>
                <a:gd name="T0" fmla="*/ 33 w 33"/>
                <a:gd name="T1" fmla="*/ 12 h 13"/>
                <a:gd name="T2" fmla="*/ 32 w 33"/>
                <a:gd name="T3" fmla="*/ 13 h 13"/>
                <a:gd name="T4" fmla="*/ 1 w 33"/>
                <a:gd name="T5" fmla="*/ 13 h 13"/>
                <a:gd name="T6" fmla="*/ 0 w 33"/>
                <a:gd name="T7" fmla="*/ 12 h 13"/>
                <a:gd name="T8" fmla="*/ 0 w 33"/>
                <a:gd name="T9" fmla="*/ 1 h 13"/>
                <a:gd name="T10" fmla="*/ 1 w 33"/>
                <a:gd name="T11" fmla="*/ 0 h 13"/>
                <a:gd name="T12" fmla="*/ 32 w 33"/>
                <a:gd name="T13" fmla="*/ 0 h 13"/>
                <a:gd name="T14" fmla="*/ 33 w 33"/>
                <a:gd name="T15" fmla="*/ 1 h 13"/>
                <a:gd name="T16" fmla="*/ 33 w 33"/>
                <a:gd name="T17"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13">
                  <a:moveTo>
                    <a:pt x="33" y="12"/>
                  </a:moveTo>
                  <a:cubicBezTo>
                    <a:pt x="33" y="13"/>
                    <a:pt x="33" y="13"/>
                    <a:pt x="32" y="13"/>
                  </a:cubicBezTo>
                  <a:cubicBezTo>
                    <a:pt x="1" y="13"/>
                    <a:pt x="1" y="13"/>
                    <a:pt x="1" y="13"/>
                  </a:cubicBezTo>
                  <a:cubicBezTo>
                    <a:pt x="0" y="13"/>
                    <a:pt x="0" y="13"/>
                    <a:pt x="0" y="12"/>
                  </a:cubicBezTo>
                  <a:cubicBezTo>
                    <a:pt x="0" y="1"/>
                    <a:pt x="0" y="1"/>
                    <a:pt x="0" y="1"/>
                  </a:cubicBezTo>
                  <a:cubicBezTo>
                    <a:pt x="0" y="1"/>
                    <a:pt x="0" y="0"/>
                    <a:pt x="1" y="0"/>
                  </a:cubicBezTo>
                  <a:cubicBezTo>
                    <a:pt x="32" y="0"/>
                    <a:pt x="32" y="0"/>
                    <a:pt x="32" y="0"/>
                  </a:cubicBezTo>
                  <a:cubicBezTo>
                    <a:pt x="33" y="0"/>
                    <a:pt x="33" y="1"/>
                    <a:pt x="33" y="1"/>
                  </a:cubicBezTo>
                  <a:lnTo>
                    <a:pt x="33"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4" name="Freeform 57"/>
            <p:cNvSpPr>
              <a:spLocks/>
            </p:cNvSpPr>
            <p:nvPr/>
          </p:nvSpPr>
          <p:spPr bwMode="auto">
            <a:xfrm>
              <a:off x="3449638" y="3390901"/>
              <a:ext cx="95250" cy="38100"/>
            </a:xfrm>
            <a:custGeom>
              <a:avLst/>
              <a:gdLst>
                <a:gd name="T0" fmla="*/ 33 w 33"/>
                <a:gd name="T1" fmla="*/ 13 h 13"/>
                <a:gd name="T2" fmla="*/ 32 w 33"/>
                <a:gd name="T3" fmla="*/ 13 h 13"/>
                <a:gd name="T4" fmla="*/ 1 w 33"/>
                <a:gd name="T5" fmla="*/ 13 h 13"/>
                <a:gd name="T6" fmla="*/ 0 w 33"/>
                <a:gd name="T7" fmla="*/ 13 h 13"/>
                <a:gd name="T8" fmla="*/ 0 w 33"/>
                <a:gd name="T9" fmla="*/ 1 h 13"/>
                <a:gd name="T10" fmla="*/ 1 w 33"/>
                <a:gd name="T11" fmla="*/ 0 h 13"/>
                <a:gd name="T12" fmla="*/ 32 w 33"/>
                <a:gd name="T13" fmla="*/ 0 h 13"/>
                <a:gd name="T14" fmla="*/ 33 w 33"/>
                <a:gd name="T15" fmla="*/ 1 h 13"/>
                <a:gd name="T16" fmla="*/ 33 w 33"/>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13">
                  <a:moveTo>
                    <a:pt x="33" y="13"/>
                  </a:moveTo>
                  <a:cubicBezTo>
                    <a:pt x="33" y="13"/>
                    <a:pt x="33" y="13"/>
                    <a:pt x="32" y="13"/>
                  </a:cubicBezTo>
                  <a:cubicBezTo>
                    <a:pt x="1" y="13"/>
                    <a:pt x="1" y="13"/>
                    <a:pt x="1" y="13"/>
                  </a:cubicBezTo>
                  <a:cubicBezTo>
                    <a:pt x="0" y="13"/>
                    <a:pt x="0" y="13"/>
                    <a:pt x="0" y="13"/>
                  </a:cubicBezTo>
                  <a:cubicBezTo>
                    <a:pt x="0" y="1"/>
                    <a:pt x="0" y="1"/>
                    <a:pt x="0" y="1"/>
                  </a:cubicBezTo>
                  <a:cubicBezTo>
                    <a:pt x="0" y="1"/>
                    <a:pt x="0" y="0"/>
                    <a:pt x="1" y="0"/>
                  </a:cubicBezTo>
                  <a:cubicBezTo>
                    <a:pt x="32" y="0"/>
                    <a:pt x="32" y="0"/>
                    <a:pt x="32" y="0"/>
                  </a:cubicBezTo>
                  <a:cubicBezTo>
                    <a:pt x="33" y="0"/>
                    <a:pt x="33" y="1"/>
                    <a:pt x="33" y="1"/>
                  </a:cubicBezTo>
                  <a:lnTo>
                    <a:pt x="33"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5" name="Freeform 58"/>
            <p:cNvSpPr>
              <a:spLocks/>
            </p:cNvSpPr>
            <p:nvPr/>
          </p:nvSpPr>
          <p:spPr bwMode="auto">
            <a:xfrm>
              <a:off x="3162300" y="3546476"/>
              <a:ext cx="96838" cy="36513"/>
            </a:xfrm>
            <a:custGeom>
              <a:avLst/>
              <a:gdLst>
                <a:gd name="T0" fmla="*/ 34 w 34"/>
                <a:gd name="T1" fmla="*/ 12 h 13"/>
                <a:gd name="T2" fmla="*/ 33 w 34"/>
                <a:gd name="T3" fmla="*/ 13 h 13"/>
                <a:gd name="T4" fmla="*/ 1 w 34"/>
                <a:gd name="T5" fmla="*/ 13 h 13"/>
                <a:gd name="T6" fmla="*/ 0 w 34"/>
                <a:gd name="T7" fmla="*/ 12 h 13"/>
                <a:gd name="T8" fmla="*/ 0 w 34"/>
                <a:gd name="T9" fmla="*/ 0 h 13"/>
                <a:gd name="T10" fmla="*/ 1 w 34"/>
                <a:gd name="T11" fmla="*/ 0 h 13"/>
                <a:gd name="T12" fmla="*/ 33 w 34"/>
                <a:gd name="T13" fmla="*/ 0 h 13"/>
                <a:gd name="T14" fmla="*/ 34 w 34"/>
                <a:gd name="T15" fmla="*/ 0 h 13"/>
                <a:gd name="T16" fmla="*/ 34 w 34"/>
                <a:gd name="T17"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13">
                  <a:moveTo>
                    <a:pt x="34" y="12"/>
                  </a:moveTo>
                  <a:cubicBezTo>
                    <a:pt x="34" y="12"/>
                    <a:pt x="33" y="13"/>
                    <a:pt x="33" y="13"/>
                  </a:cubicBezTo>
                  <a:cubicBezTo>
                    <a:pt x="1" y="13"/>
                    <a:pt x="1" y="13"/>
                    <a:pt x="1" y="13"/>
                  </a:cubicBezTo>
                  <a:cubicBezTo>
                    <a:pt x="0" y="13"/>
                    <a:pt x="0" y="12"/>
                    <a:pt x="0" y="12"/>
                  </a:cubicBezTo>
                  <a:cubicBezTo>
                    <a:pt x="0" y="0"/>
                    <a:pt x="0" y="0"/>
                    <a:pt x="0" y="0"/>
                  </a:cubicBezTo>
                  <a:cubicBezTo>
                    <a:pt x="0" y="0"/>
                    <a:pt x="0" y="0"/>
                    <a:pt x="1" y="0"/>
                  </a:cubicBezTo>
                  <a:cubicBezTo>
                    <a:pt x="33" y="0"/>
                    <a:pt x="33" y="0"/>
                    <a:pt x="33" y="0"/>
                  </a:cubicBezTo>
                  <a:cubicBezTo>
                    <a:pt x="33" y="0"/>
                    <a:pt x="34" y="0"/>
                    <a:pt x="34" y="0"/>
                  </a:cubicBezTo>
                  <a:lnTo>
                    <a:pt x="34"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6" name="Freeform 59"/>
            <p:cNvSpPr>
              <a:spLocks/>
            </p:cNvSpPr>
            <p:nvPr/>
          </p:nvSpPr>
          <p:spPr bwMode="auto">
            <a:xfrm>
              <a:off x="3162300" y="3494088"/>
              <a:ext cx="96838" cy="38100"/>
            </a:xfrm>
            <a:custGeom>
              <a:avLst/>
              <a:gdLst>
                <a:gd name="T0" fmla="*/ 34 w 34"/>
                <a:gd name="T1" fmla="*/ 12 h 13"/>
                <a:gd name="T2" fmla="*/ 33 w 34"/>
                <a:gd name="T3" fmla="*/ 13 h 13"/>
                <a:gd name="T4" fmla="*/ 1 w 34"/>
                <a:gd name="T5" fmla="*/ 13 h 13"/>
                <a:gd name="T6" fmla="*/ 0 w 34"/>
                <a:gd name="T7" fmla="*/ 12 h 13"/>
                <a:gd name="T8" fmla="*/ 0 w 34"/>
                <a:gd name="T9" fmla="*/ 1 h 13"/>
                <a:gd name="T10" fmla="*/ 1 w 34"/>
                <a:gd name="T11" fmla="*/ 0 h 13"/>
                <a:gd name="T12" fmla="*/ 33 w 34"/>
                <a:gd name="T13" fmla="*/ 0 h 13"/>
                <a:gd name="T14" fmla="*/ 34 w 34"/>
                <a:gd name="T15" fmla="*/ 1 h 13"/>
                <a:gd name="T16" fmla="*/ 34 w 34"/>
                <a:gd name="T17"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13">
                  <a:moveTo>
                    <a:pt x="34" y="12"/>
                  </a:moveTo>
                  <a:cubicBezTo>
                    <a:pt x="34" y="13"/>
                    <a:pt x="33" y="13"/>
                    <a:pt x="33" y="13"/>
                  </a:cubicBezTo>
                  <a:cubicBezTo>
                    <a:pt x="1" y="13"/>
                    <a:pt x="1" y="13"/>
                    <a:pt x="1" y="13"/>
                  </a:cubicBezTo>
                  <a:cubicBezTo>
                    <a:pt x="0" y="13"/>
                    <a:pt x="0" y="13"/>
                    <a:pt x="0" y="12"/>
                  </a:cubicBezTo>
                  <a:cubicBezTo>
                    <a:pt x="0" y="1"/>
                    <a:pt x="0" y="1"/>
                    <a:pt x="0" y="1"/>
                  </a:cubicBezTo>
                  <a:cubicBezTo>
                    <a:pt x="0" y="0"/>
                    <a:pt x="0" y="0"/>
                    <a:pt x="1" y="0"/>
                  </a:cubicBezTo>
                  <a:cubicBezTo>
                    <a:pt x="33" y="0"/>
                    <a:pt x="33" y="0"/>
                    <a:pt x="33" y="0"/>
                  </a:cubicBezTo>
                  <a:cubicBezTo>
                    <a:pt x="33" y="0"/>
                    <a:pt x="34" y="0"/>
                    <a:pt x="34" y="1"/>
                  </a:cubicBezTo>
                  <a:lnTo>
                    <a:pt x="34"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7" name="Freeform 60"/>
            <p:cNvSpPr>
              <a:spLocks/>
            </p:cNvSpPr>
            <p:nvPr/>
          </p:nvSpPr>
          <p:spPr bwMode="auto">
            <a:xfrm>
              <a:off x="3162300" y="3443288"/>
              <a:ext cx="96838" cy="36513"/>
            </a:xfrm>
            <a:custGeom>
              <a:avLst/>
              <a:gdLst>
                <a:gd name="T0" fmla="*/ 34 w 34"/>
                <a:gd name="T1" fmla="*/ 12 h 13"/>
                <a:gd name="T2" fmla="*/ 33 w 34"/>
                <a:gd name="T3" fmla="*/ 13 h 13"/>
                <a:gd name="T4" fmla="*/ 1 w 34"/>
                <a:gd name="T5" fmla="*/ 13 h 13"/>
                <a:gd name="T6" fmla="*/ 0 w 34"/>
                <a:gd name="T7" fmla="*/ 12 h 13"/>
                <a:gd name="T8" fmla="*/ 0 w 34"/>
                <a:gd name="T9" fmla="*/ 1 h 13"/>
                <a:gd name="T10" fmla="*/ 1 w 34"/>
                <a:gd name="T11" fmla="*/ 0 h 13"/>
                <a:gd name="T12" fmla="*/ 33 w 34"/>
                <a:gd name="T13" fmla="*/ 0 h 13"/>
                <a:gd name="T14" fmla="*/ 34 w 34"/>
                <a:gd name="T15" fmla="*/ 1 h 13"/>
                <a:gd name="T16" fmla="*/ 34 w 34"/>
                <a:gd name="T17"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13">
                  <a:moveTo>
                    <a:pt x="34" y="12"/>
                  </a:moveTo>
                  <a:cubicBezTo>
                    <a:pt x="34" y="13"/>
                    <a:pt x="33" y="13"/>
                    <a:pt x="33" y="13"/>
                  </a:cubicBezTo>
                  <a:cubicBezTo>
                    <a:pt x="1" y="13"/>
                    <a:pt x="1" y="13"/>
                    <a:pt x="1" y="13"/>
                  </a:cubicBezTo>
                  <a:cubicBezTo>
                    <a:pt x="0" y="13"/>
                    <a:pt x="0" y="13"/>
                    <a:pt x="0" y="12"/>
                  </a:cubicBezTo>
                  <a:cubicBezTo>
                    <a:pt x="0" y="1"/>
                    <a:pt x="0" y="1"/>
                    <a:pt x="0" y="1"/>
                  </a:cubicBezTo>
                  <a:cubicBezTo>
                    <a:pt x="0" y="1"/>
                    <a:pt x="0" y="0"/>
                    <a:pt x="1" y="0"/>
                  </a:cubicBezTo>
                  <a:cubicBezTo>
                    <a:pt x="33" y="0"/>
                    <a:pt x="33" y="0"/>
                    <a:pt x="33" y="0"/>
                  </a:cubicBezTo>
                  <a:cubicBezTo>
                    <a:pt x="33" y="0"/>
                    <a:pt x="34" y="1"/>
                    <a:pt x="34" y="1"/>
                  </a:cubicBezTo>
                  <a:lnTo>
                    <a:pt x="34"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8" name="Freeform 61"/>
            <p:cNvSpPr>
              <a:spLocks/>
            </p:cNvSpPr>
            <p:nvPr/>
          </p:nvSpPr>
          <p:spPr bwMode="auto">
            <a:xfrm>
              <a:off x="3305175" y="3546476"/>
              <a:ext cx="96838" cy="36513"/>
            </a:xfrm>
            <a:custGeom>
              <a:avLst/>
              <a:gdLst>
                <a:gd name="T0" fmla="*/ 34 w 34"/>
                <a:gd name="T1" fmla="*/ 12 h 13"/>
                <a:gd name="T2" fmla="*/ 33 w 34"/>
                <a:gd name="T3" fmla="*/ 13 h 13"/>
                <a:gd name="T4" fmla="*/ 1 w 34"/>
                <a:gd name="T5" fmla="*/ 13 h 13"/>
                <a:gd name="T6" fmla="*/ 0 w 34"/>
                <a:gd name="T7" fmla="*/ 12 h 13"/>
                <a:gd name="T8" fmla="*/ 0 w 34"/>
                <a:gd name="T9" fmla="*/ 0 h 13"/>
                <a:gd name="T10" fmla="*/ 1 w 34"/>
                <a:gd name="T11" fmla="*/ 0 h 13"/>
                <a:gd name="T12" fmla="*/ 33 w 34"/>
                <a:gd name="T13" fmla="*/ 0 h 13"/>
                <a:gd name="T14" fmla="*/ 34 w 34"/>
                <a:gd name="T15" fmla="*/ 0 h 13"/>
                <a:gd name="T16" fmla="*/ 34 w 34"/>
                <a:gd name="T17"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13">
                  <a:moveTo>
                    <a:pt x="34" y="12"/>
                  </a:moveTo>
                  <a:cubicBezTo>
                    <a:pt x="34" y="12"/>
                    <a:pt x="34" y="13"/>
                    <a:pt x="33" y="13"/>
                  </a:cubicBezTo>
                  <a:cubicBezTo>
                    <a:pt x="1" y="13"/>
                    <a:pt x="1" y="13"/>
                    <a:pt x="1" y="13"/>
                  </a:cubicBezTo>
                  <a:cubicBezTo>
                    <a:pt x="1" y="13"/>
                    <a:pt x="0" y="12"/>
                    <a:pt x="0" y="12"/>
                  </a:cubicBezTo>
                  <a:cubicBezTo>
                    <a:pt x="0" y="0"/>
                    <a:pt x="0" y="0"/>
                    <a:pt x="0" y="0"/>
                  </a:cubicBezTo>
                  <a:cubicBezTo>
                    <a:pt x="0" y="0"/>
                    <a:pt x="1" y="0"/>
                    <a:pt x="1" y="0"/>
                  </a:cubicBezTo>
                  <a:cubicBezTo>
                    <a:pt x="33" y="0"/>
                    <a:pt x="33" y="0"/>
                    <a:pt x="33" y="0"/>
                  </a:cubicBezTo>
                  <a:cubicBezTo>
                    <a:pt x="34" y="0"/>
                    <a:pt x="34" y="0"/>
                    <a:pt x="34" y="0"/>
                  </a:cubicBezTo>
                  <a:lnTo>
                    <a:pt x="34"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9" name="Freeform 62"/>
            <p:cNvSpPr>
              <a:spLocks/>
            </p:cNvSpPr>
            <p:nvPr/>
          </p:nvSpPr>
          <p:spPr bwMode="auto">
            <a:xfrm>
              <a:off x="3305175" y="3494088"/>
              <a:ext cx="96838" cy="38100"/>
            </a:xfrm>
            <a:custGeom>
              <a:avLst/>
              <a:gdLst>
                <a:gd name="T0" fmla="*/ 34 w 34"/>
                <a:gd name="T1" fmla="*/ 12 h 13"/>
                <a:gd name="T2" fmla="*/ 33 w 34"/>
                <a:gd name="T3" fmla="*/ 13 h 13"/>
                <a:gd name="T4" fmla="*/ 1 w 34"/>
                <a:gd name="T5" fmla="*/ 13 h 13"/>
                <a:gd name="T6" fmla="*/ 0 w 34"/>
                <a:gd name="T7" fmla="*/ 12 h 13"/>
                <a:gd name="T8" fmla="*/ 0 w 34"/>
                <a:gd name="T9" fmla="*/ 1 h 13"/>
                <a:gd name="T10" fmla="*/ 1 w 34"/>
                <a:gd name="T11" fmla="*/ 0 h 13"/>
                <a:gd name="T12" fmla="*/ 33 w 34"/>
                <a:gd name="T13" fmla="*/ 0 h 13"/>
                <a:gd name="T14" fmla="*/ 34 w 34"/>
                <a:gd name="T15" fmla="*/ 1 h 13"/>
                <a:gd name="T16" fmla="*/ 34 w 34"/>
                <a:gd name="T17"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13">
                  <a:moveTo>
                    <a:pt x="34" y="12"/>
                  </a:moveTo>
                  <a:cubicBezTo>
                    <a:pt x="34" y="13"/>
                    <a:pt x="34" y="13"/>
                    <a:pt x="33" y="13"/>
                  </a:cubicBezTo>
                  <a:cubicBezTo>
                    <a:pt x="1" y="13"/>
                    <a:pt x="1" y="13"/>
                    <a:pt x="1" y="13"/>
                  </a:cubicBezTo>
                  <a:cubicBezTo>
                    <a:pt x="1" y="13"/>
                    <a:pt x="0" y="13"/>
                    <a:pt x="0" y="12"/>
                  </a:cubicBezTo>
                  <a:cubicBezTo>
                    <a:pt x="0" y="1"/>
                    <a:pt x="0" y="1"/>
                    <a:pt x="0" y="1"/>
                  </a:cubicBezTo>
                  <a:cubicBezTo>
                    <a:pt x="0" y="0"/>
                    <a:pt x="1" y="0"/>
                    <a:pt x="1" y="0"/>
                  </a:cubicBezTo>
                  <a:cubicBezTo>
                    <a:pt x="33" y="0"/>
                    <a:pt x="33" y="0"/>
                    <a:pt x="33" y="0"/>
                  </a:cubicBezTo>
                  <a:cubicBezTo>
                    <a:pt x="34" y="0"/>
                    <a:pt x="34" y="0"/>
                    <a:pt x="34" y="1"/>
                  </a:cubicBezTo>
                  <a:lnTo>
                    <a:pt x="34"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0" name="Freeform 63"/>
            <p:cNvSpPr>
              <a:spLocks/>
            </p:cNvSpPr>
            <p:nvPr/>
          </p:nvSpPr>
          <p:spPr bwMode="auto">
            <a:xfrm>
              <a:off x="3305175" y="3443288"/>
              <a:ext cx="96838" cy="36513"/>
            </a:xfrm>
            <a:custGeom>
              <a:avLst/>
              <a:gdLst>
                <a:gd name="T0" fmla="*/ 34 w 34"/>
                <a:gd name="T1" fmla="*/ 12 h 13"/>
                <a:gd name="T2" fmla="*/ 33 w 34"/>
                <a:gd name="T3" fmla="*/ 13 h 13"/>
                <a:gd name="T4" fmla="*/ 1 w 34"/>
                <a:gd name="T5" fmla="*/ 13 h 13"/>
                <a:gd name="T6" fmla="*/ 0 w 34"/>
                <a:gd name="T7" fmla="*/ 12 h 13"/>
                <a:gd name="T8" fmla="*/ 0 w 34"/>
                <a:gd name="T9" fmla="*/ 1 h 13"/>
                <a:gd name="T10" fmla="*/ 1 w 34"/>
                <a:gd name="T11" fmla="*/ 0 h 13"/>
                <a:gd name="T12" fmla="*/ 33 w 34"/>
                <a:gd name="T13" fmla="*/ 0 h 13"/>
                <a:gd name="T14" fmla="*/ 34 w 34"/>
                <a:gd name="T15" fmla="*/ 1 h 13"/>
                <a:gd name="T16" fmla="*/ 34 w 34"/>
                <a:gd name="T17"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13">
                  <a:moveTo>
                    <a:pt x="34" y="12"/>
                  </a:moveTo>
                  <a:cubicBezTo>
                    <a:pt x="34" y="13"/>
                    <a:pt x="34" y="13"/>
                    <a:pt x="33" y="13"/>
                  </a:cubicBezTo>
                  <a:cubicBezTo>
                    <a:pt x="1" y="13"/>
                    <a:pt x="1" y="13"/>
                    <a:pt x="1" y="13"/>
                  </a:cubicBezTo>
                  <a:cubicBezTo>
                    <a:pt x="1" y="13"/>
                    <a:pt x="0" y="13"/>
                    <a:pt x="0" y="12"/>
                  </a:cubicBezTo>
                  <a:cubicBezTo>
                    <a:pt x="0" y="1"/>
                    <a:pt x="0" y="1"/>
                    <a:pt x="0" y="1"/>
                  </a:cubicBezTo>
                  <a:cubicBezTo>
                    <a:pt x="0" y="1"/>
                    <a:pt x="1" y="0"/>
                    <a:pt x="1" y="0"/>
                  </a:cubicBezTo>
                  <a:cubicBezTo>
                    <a:pt x="33" y="0"/>
                    <a:pt x="33" y="0"/>
                    <a:pt x="33" y="0"/>
                  </a:cubicBezTo>
                  <a:cubicBezTo>
                    <a:pt x="34" y="0"/>
                    <a:pt x="34" y="1"/>
                    <a:pt x="34" y="1"/>
                  </a:cubicBezTo>
                  <a:lnTo>
                    <a:pt x="34"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1" name="Freeform 64"/>
            <p:cNvSpPr>
              <a:spLocks/>
            </p:cNvSpPr>
            <p:nvPr/>
          </p:nvSpPr>
          <p:spPr bwMode="auto">
            <a:xfrm>
              <a:off x="3305175" y="3390901"/>
              <a:ext cx="96838" cy="38100"/>
            </a:xfrm>
            <a:custGeom>
              <a:avLst/>
              <a:gdLst>
                <a:gd name="T0" fmla="*/ 34 w 34"/>
                <a:gd name="T1" fmla="*/ 13 h 13"/>
                <a:gd name="T2" fmla="*/ 33 w 34"/>
                <a:gd name="T3" fmla="*/ 13 h 13"/>
                <a:gd name="T4" fmla="*/ 1 w 34"/>
                <a:gd name="T5" fmla="*/ 13 h 13"/>
                <a:gd name="T6" fmla="*/ 0 w 34"/>
                <a:gd name="T7" fmla="*/ 13 h 13"/>
                <a:gd name="T8" fmla="*/ 0 w 34"/>
                <a:gd name="T9" fmla="*/ 1 h 13"/>
                <a:gd name="T10" fmla="*/ 1 w 34"/>
                <a:gd name="T11" fmla="*/ 0 h 13"/>
                <a:gd name="T12" fmla="*/ 33 w 34"/>
                <a:gd name="T13" fmla="*/ 0 h 13"/>
                <a:gd name="T14" fmla="*/ 34 w 34"/>
                <a:gd name="T15" fmla="*/ 1 h 13"/>
                <a:gd name="T16" fmla="*/ 34 w 34"/>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13">
                  <a:moveTo>
                    <a:pt x="34" y="13"/>
                  </a:moveTo>
                  <a:cubicBezTo>
                    <a:pt x="34" y="13"/>
                    <a:pt x="34" y="13"/>
                    <a:pt x="33" y="13"/>
                  </a:cubicBezTo>
                  <a:cubicBezTo>
                    <a:pt x="1" y="13"/>
                    <a:pt x="1" y="13"/>
                    <a:pt x="1" y="13"/>
                  </a:cubicBezTo>
                  <a:cubicBezTo>
                    <a:pt x="1" y="13"/>
                    <a:pt x="0" y="13"/>
                    <a:pt x="0" y="13"/>
                  </a:cubicBezTo>
                  <a:cubicBezTo>
                    <a:pt x="0" y="1"/>
                    <a:pt x="0" y="1"/>
                    <a:pt x="0" y="1"/>
                  </a:cubicBezTo>
                  <a:cubicBezTo>
                    <a:pt x="0" y="1"/>
                    <a:pt x="1" y="0"/>
                    <a:pt x="1" y="0"/>
                  </a:cubicBezTo>
                  <a:cubicBezTo>
                    <a:pt x="33" y="0"/>
                    <a:pt x="33" y="0"/>
                    <a:pt x="33" y="0"/>
                  </a:cubicBezTo>
                  <a:cubicBezTo>
                    <a:pt x="34" y="0"/>
                    <a:pt x="34" y="1"/>
                    <a:pt x="34" y="1"/>
                  </a:cubicBezTo>
                  <a:lnTo>
                    <a:pt x="34"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2" name="Freeform 65"/>
            <p:cNvSpPr>
              <a:spLocks/>
            </p:cNvSpPr>
            <p:nvPr/>
          </p:nvSpPr>
          <p:spPr bwMode="auto">
            <a:xfrm>
              <a:off x="3305175" y="3343276"/>
              <a:ext cx="96838" cy="36513"/>
            </a:xfrm>
            <a:custGeom>
              <a:avLst/>
              <a:gdLst>
                <a:gd name="T0" fmla="*/ 34 w 34"/>
                <a:gd name="T1" fmla="*/ 12 h 13"/>
                <a:gd name="T2" fmla="*/ 33 w 34"/>
                <a:gd name="T3" fmla="*/ 13 h 13"/>
                <a:gd name="T4" fmla="*/ 1 w 34"/>
                <a:gd name="T5" fmla="*/ 13 h 13"/>
                <a:gd name="T6" fmla="*/ 0 w 34"/>
                <a:gd name="T7" fmla="*/ 12 h 13"/>
                <a:gd name="T8" fmla="*/ 0 w 34"/>
                <a:gd name="T9" fmla="*/ 0 h 13"/>
                <a:gd name="T10" fmla="*/ 1 w 34"/>
                <a:gd name="T11" fmla="*/ 0 h 13"/>
                <a:gd name="T12" fmla="*/ 33 w 34"/>
                <a:gd name="T13" fmla="*/ 0 h 13"/>
                <a:gd name="T14" fmla="*/ 34 w 34"/>
                <a:gd name="T15" fmla="*/ 0 h 13"/>
                <a:gd name="T16" fmla="*/ 34 w 34"/>
                <a:gd name="T17"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13">
                  <a:moveTo>
                    <a:pt x="34" y="12"/>
                  </a:moveTo>
                  <a:cubicBezTo>
                    <a:pt x="34" y="12"/>
                    <a:pt x="34" y="13"/>
                    <a:pt x="33" y="13"/>
                  </a:cubicBezTo>
                  <a:cubicBezTo>
                    <a:pt x="1" y="13"/>
                    <a:pt x="1" y="13"/>
                    <a:pt x="1" y="13"/>
                  </a:cubicBezTo>
                  <a:cubicBezTo>
                    <a:pt x="1" y="13"/>
                    <a:pt x="0" y="12"/>
                    <a:pt x="0" y="12"/>
                  </a:cubicBezTo>
                  <a:cubicBezTo>
                    <a:pt x="0" y="0"/>
                    <a:pt x="0" y="0"/>
                    <a:pt x="0" y="0"/>
                  </a:cubicBezTo>
                  <a:cubicBezTo>
                    <a:pt x="0" y="0"/>
                    <a:pt x="1" y="0"/>
                    <a:pt x="1" y="0"/>
                  </a:cubicBezTo>
                  <a:cubicBezTo>
                    <a:pt x="33" y="0"/>
                    <a:pt x="33" y="0"/>
                    <a:pt x="33" y="0"/>
                  </a:cubicBezTo>
                  <a:cubicBezTo>
                    <a:pt x="34" y="0"/>
                    <a:pt x="34" y="0"/>
                    <a:pt x="34" y="0"/>
                  </a:cubicBezTo>
                  <a:lnTo>
                    <a:pt x="34"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3" name="Freeform 66"/>
            <p:cNvSpPr>
              <a:spLocks/>
            </p:cNvSpPr>
            <p:nvPr/>
          </p:nvSpPr>
          <p:spPr bwMode="auto">
            <a:xfrm>
              <a:off x="3305175" y="3290888"/>
              <a:ext cx="96838" cy="38100"/>
            </a:xfrm>
            <a:custGeom>
              <a:avLst/>
              <a:gdLst>
                <a:gd name="T0" fmla="*/ 34 w 34"/>
                <a:gd name="T1" fmla="*/ 12 h 13"/>
                <a:gd name="T2" fmla="*/ 33 w 34"/>
                <a:gd name="T3" fmla="*/ 13 h 13"/>
                <a:gd name="T4" fmla="*/ 1 w 34"/>
                <a:gd name="T5" fmla="*/ 13 h 13"/>
                <a:gd name="T6" fmla="*/ 0 w 34"/>
                <a:gd name="T7" fmla="*/ 12 h 13"/>
                <a:gd name="T8" fmla="*/ 0 w 34"/>
                <a:gd name="T9" fmla="*/ 1 h 13"/>
                <a:gd name="T10" fmla="*/ 1 w 34"/>
                <a:gd name="T11" fmla="*/ 0 h 13"/>
                <a:gd name="T12" fmla="*/ 33 w 34"/>
                <a:gd name="T13" fmla="*/ 0 h 13"/>
                <a:gd name="T14" fmla="*/ 34 w 34"/>
                <a:gd name="T15" fmla="*/ 1 h 13"/>
                <a:gd name="T16" fmla="*/ 34 w 34"/>
                <a:gd name="T17"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13">
                  <a:moveTo>
                    <a:pt x="34" y="12"/>
                  </a:moveTo>
                  <a:cubicBezTo>
                    <a:pt x="34" y="12"/>
                    <a:pt x="34" y="13"/>
                    <a:pt x="33" y="13"/>
                  </a:cubicBezTo>
                  <a:cubicBezTo>
                    <a:pt x="1" y="13"/>
                    <a:pt x="1" y="13"/>
                    <a:pt x="1" y="13"/>
                  </a:cubicBezTo>
                  <a:cubicBezTo>
                    <a:pt x="1" y="13"/>
                    <a:pt x="0" y="12"/>
                    <a:pt x="0" y="12"/>
                  </a:cubicBezTo>
                  <a:cubicBezTo>
                    <a:pt x="0" y="1"/>
                    <a:pt x="0" y="1"/>
                    <a:pt x="0" y="1"/>
                  </a:cubicBezTo>
                  <a:cubicBezTo>
                    <a:pt x="0" y="0"/>
                    <a:pt x="1" y="0"/>
                    <a:pt x="1" y="0"/>
                  </a:cubicBezTo>
                  <a:cubicBezTo>
                    <a:pt x="33" y="0"/>
                    <a:pt x="33" y="0"/>
                    <a:pt x="33" y="0"/>
                  </a:cubicBezTo>
                  <a:cubicBezTo>
                    <a:pt x="34" y="0"/>
                    <a:pt x="34" y="0"/>
                    <a:pt x="34" y="1"/>
                  </a:cubicBezTo>
                  <a:lnTo>
                    <a:pt x="34"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04" name="组合 503"/>
          <p:cNvGrpSpPr/>
          <p:nvPr/>
        </p:nvGrpSpPr>
        <p:grpSpPr>
          <a:xfrm>
            <a:off x="11169154" y="1092922"/>
            <a:ext cx="345297" cy="318321"/>
            <a:chOff x="223838" y="473075"/>
            <a:chExt cx="1524000" cy="1404938"/>
          </a:xfrm>
          <a:solidFill>
            <a:srgbClr val="707E84"/>
          </a:solidFill>
        </p:grpSpPr>
        <p:sp>
          <p:nvSpPr>
            <p:cNvPr id="505" name="Freeform 6"/>
            <p:cNvSpPr>
              <a:spLocks/>
            </p:cNvSpPr>
            <p:nvPr/>
          </p:nvSpPr>
          <p:spPr bwMode="auto">
            <a:xfrm>
              <a:off x="223838" y="996950"/>
              <a:ext cx="1524000" cy="881063"/>
            </a:xfrm>
            <a:custGeom>
              <a:avLst/>
              <a:gdLst>
                <a:gd name="T0" fmla="*/ 494 w 524"/>
                <a:gd name="T1" fmla="*/ 254 h 303"/>
                <a:gd name="T2" fmla="*/ 445 w 524"/>
                <a:gd name="T3" fmla="*/ 303 h 303"/>
                <a:gd name="T4" fmla="*/ 79 w 524"/>
                <a:gd name="T5" fmla="*/ 303 h 303"/>
                <a:gd name="T6" fmla="*/ 30 w 524"/>
                <a:gd name="T7" fmla="*/ 254 h 303"/>
                <a:gd name="T8" fmla="*/ 0 w 524"/>
                <a:gd name="T9" fmla="*/ 50 h 303"/>
                <a:gd name="T10" fmla="*/ 50 w 524"/>
                <a:gd name="T11" fmla="*/ 0 h 303"/>
                <a:gd name="T12" fmla="*/ 474 w 524"/>
                <a:gd name="T13" fmla="*/ 0 h 303"/>
                <a:gd name="T14" fmla="*/ 524 w 524"/>
                <a:gd name="T15" fmla="*/ 50 h 303"/>
                <a:gd name="T16" fmla="*/ 494 w 524"/>
                <a:gd name="T17" fmla="*/ 254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4" h="303">
                  <a:moveTo>
                    <a:pt x="494" y="254"/>
                  </a:moveTo>
                  <a:cubicBezTo>
                    <a:pt x="494" y="281"/>
                    <a:pt x="472" y="303"/>
                    <a:pt x="445" y="303"/>
                  </a:cubicBezTo>
                  <a:cubicBezTo>
                    <a:pt x="79" y="303"/>
                    <a:pt x="79" y="303"/>
                    <a:pt x="79" y="303"/>
                  </a:cubicBezTo>
                  <a:cubicBezTo>
                    <a:pt x="52" y="303"/>
                    <a:pt x="30" y="281"/>
                    <a:pt x="30" y="254"/>
                  </a:cubicBezTo>
                  <a:cubicBezTo>
                    <a:pt x="0" y="50"/>
                    <a:pt x="0" y="50"/>
                    <a:pt x="0" y="50"/>
                  </a:cubicBezTo>
                  <a:cubicBezTo>
                    <a:pt x="0" y="23"/>
                    <a:pt x="23" y="0"/>
                    <a:pt x="50" y="0"/>
                  </a:cubicBezTo>
                  <a:cubicBezTo>
                    <a:pt x="474" y="0"/>
                    <a:pt x="474" y="0"/>
                    <a:pt x="474" y="0"/>
                  </a:cubicBezTo>
                  <a:cubicBezTo>
                    <a:pt x="501" y="0"/>
                    <a:pt x="524" y="23"/>
                    <a:pt x="524" y="50"/>
                  </a:cubicBezTo>
                  <a:lnTo>
                    <a:pt x="494" y="2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6" name="Freeform 7"/>
            <p:cNvSpPr>
              <a:spLocks/>
            </p:cNvSpPr>
            <p:nvPr/>
          </p:nvSpPr>
          <p:spPr bwMode="auto">
            <a:xfrm>
              <a:off x="322263" y="676275"/>
              <a:ext cx="1327150" cy="293688"/>
            </a:xfrm>
            <a:custGeom>
              <a:avLst/>
              <a:gdLst>
                <a:gd name="T0" fmla="*/ 21 w 456"/>
                <a:gd name="T1" fmla="*/ 101 h 101"/>
                <a:gd name="T2" fmla="*/ 0 w 456"/>
                <a:gd name="T3" fmla="*/ 101 h 101"/>
                <a:gd name="T4" fmla="*/ 0 w 456"/>
                <a:gd name="T5" fmla="*/ 72 h 101"/>
                <a:gd name="T6" fmla="*/ 0 w 456"/>
                <a:gd name="T7" fmla="*/ 58 h 101"/>
                <a:gd name="T8" fmla="*/ 0 w 456"/>
                <a:gd name="T9" fmla="*/ 33 h 101"/>
                <a:gd name="T10" fmla="*/ 33 w 456"/>
                <a:gd name="T11" fmla="*/ 0 h 101"/>
                <a:gd name="T12" fmla="*/ 33 w 456"/>
                <a:gd name="T13" fmla="*/ 0 h 101"/>
                <a:gd name="T14" fmla="*/ 151 w 456"/>
                <a:gd name="T15" fmla="*/ 0 h 101"/>
                <a:gd name="T16" fmla="*/ 182 w 456"/>
                <a:gd name="T17" fmla="*/ 25 h 101"/>
                <a:gd name="T18" fmla="*/ 182 w 456"/>
                <a:gd name="T19" fmla="*/ 25 h 101"/>
                <a:gd name="T20" fmla="*/ 423 w 456"/>
                <a:gd name="T21" fmla="*/ 25 h 101"/>
                <a:gd name="T22" fmla="*/ 423 w 456"/>
                <a:gd name="T23" fmla="*/ 34 h 101"/>
                <a:gd name="T24" fmla="*/ 423 w 456"/>
                <a:gd name="T25" fmla="*/ 43 h 101"/>
                <a:gd name="T26" fmla="*/ 165 w 456"/>
                <a:gd name="T27" fmla="*/ 43 h 101"/>
                <a:gd name="T28" fmla="*/ 165 w 456"/>
                <a:gd name="T29" fmla="*/ 34 h 101"/>
                <a:gd name="T30" fmla="*/ 165 w 456"/>
                <a:gd name="T31" fmla="*/ 33 h 101"/>
                <a:gd name="T32" fmla="*/ 151 w 456"/>
                <a:gd name="T33" fmla="*/ 18 h 101"/>
                <a:gd name="T34" fmla="*/ 151 w 456"/>
                <a:gd name="T35" fmla="*/ 18 h 101"/>
                <a:gd name="T36" fmla="*/ 33 w 456"/>
                <a:gd name="T37" fmla="*/ 18 h 101"/>
                <a:gd name="T38" fmla="*/ 19 w 456"/>
                <a:gd name="T39" fmla="*/ 33 h 101"/>
                <a:gd name="T40" fmla="*/ 19 w 456"/>
                <a:gd name="T41" fmla="*/ 33 h 101"/>
                <a:gd name="T42" fmla="*/ 19 w 456"/>
                <a:gd name="T43" fmla="*/ 58 h 101"/>
                <a:gd name="T44" fmla="*/ 19 w 456"/>
                <a:gd name="T45" fmla="*/ 72 h 101"/>
                <a:gd name="T46" fmla="*/ 19 w 456"/>
                <a:gd name="T47" fmla="*/ 82 h 101"/>
                <a:gd name="T48" fmla="*/ 21 w 456"/>
                <a:gd name="T49" fmla="*/ 82 h 101"/>
                <a:gd name="T50" fmla="*/ 162 w 456"/>
                <a:gd name="T51" fmla="*/ 82 h 101"/>
                <a:gd name="T52" fmla="*/ 437 w 456"/>
                <a:gd name="T53" fmla="*/ 82 h 101"/>
                <a:gd name="T54" fmla="*/ 437 w 456"/>
                <a:gd name="T55" fmla="*/ 58 h 101"/>
                <a:gd name="T56" fmla="*/ 423 w 456"/>
                <a:gd name="T57" fmla="*/ 43 h 101"/>
                <a:gd name="T58" fmla="*/ 423 w 456"/>
                <a:gd name="T59" fmla="*/ 43 h 101"/>
                <a:gd name="T60" fmla="*/ 423 w 456"/>
                <a:gd name="T61" fmla="*/ 34 h 101"/>
                <a:gd name="T62" fmla="*/ 423 w 456"/>
                <a:gd name="T63" fmla="*/ 25 h 101"/>
                <a:gd name="T64" fmla="*/ 456 w 456"/>
                <a:gd name="T65" fmla="*/ 58 h 101"/>
                <a:gd name="T66" fmla="*/ 456 w 456"/>
                <a:gd name="T67" fmla="*/ 58 h 101"/>
                <a:gd name="T68" fmla="*/ 456 w 456"/>
                <a:gd name="T69" fmla="*/ 101 h 101"/>
                <a:gd name="T70" fmla="*/ 162 w 456"/>
                <a:gd name="T71" fmla="*/ 101 h 101"/>
                <a:gd name="T72" fmla="*/ 21 w 456"/>
                <a:gd name="T73"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56" h="101">
                  <a:moveTo>
                    <a:pt x="21" y="101"/>
                  </a:moveTo>
                  <a:cubicBezTo>
                    <a:pt x="0" y="101"/>
                    <a:pt x="0" y="101"/>
                    <a:pt x="0" y="101"/>
                  </a:cubicBezTo>
                  <a:cubicBezTo>
                    <a:pt x="0" y="72"/>
                    <a:pt x="0" y="72"/>
                    <a:pt x="0" y="72"/>
                  </a:cubicBezTo>
                  <a:cubicBezTo>
                    <a:pt x="0" y="58"/>
                    <a:pt x="0" y="58"/>
                    <a:pt x="0" y="58"/>
                  </a:cubicBezTo>
                  <a:cubicBezTo>
                    <a:pt x="0" y="33"/>
                    <a:pt x="0" y="33"/>
                    <a:pt x="0" y="33"/>
                  </a:cubicBezTo>
                  <a:cubicBezTo>
                    <a:pt x="0" y="14"/>
                    <a:pt x="15" y="0"/>
                    <a:pt x="33" y="0"/>
                  </a:cubicBezTo>
                  <a:cubicBezTo>
                    <a:pt x="33" y="0"/>
                    <a:pt x="33" y="0"/>
                    <a:pt x="33" y="0"/>
                  </a:cubicBezTo>
                  <a:cubicBezTo>
                    <a:pt x="151" y="0"/>
                    <a:pt x="151" y="0"/>
                    <a:pt x="151" y="0"/>
                  </a:cubicBezTo>
                  <a:cubicBezTo>
                    <a:pt x="166" y="0"/>
                    <a:pt x="179" y="10"/>
                    <a:pt x="182" y="25"/>
                  </a:cubicBezTo>
                  <a:cubicBezTo>
                    <a:pt x="182" y="25"/>
                    <a:pt x="182" y="25"/>
                    <a:pt x="182" y="25"/>
                  </a:cubicBezTo>
                  <a:cubicBezTo>
                    <a:pt x="423" y="25"/>
                    <a:pt x="423" y="25"/>
                    <a:pt x="423" y="25"/>
                  </a:cubicBezTo>
                  <a:cubicBezTo>
                    <a:pt x="423" y="34"/>
                    <a:pt x="423" y="34"/>
                    <a:pt x="423" y="34"/>
                  </a:cubicBezTo>
                  <a:cubicBezTo>
                    <a:pt x="423" y="43"/>
                    <a:pt x="423" y="43"/>
                    <a:pt x="423" y="43"/>
                  </a:cubicBezTo>
                  <a:cubicBezTo>
                    <a:pt x="165" y="43"/>
                    <a:pt x="165" y="43"/>
                    <a:pt x="165" y="43"/>
                  </a:cubicBezTo>
                  <a:cubicBezTo>
                    <a:pt x="165" y="34"/>
                    <a:pt x="165" y="34"/>
                    <a:pt x="165" y="34"/>
                  </a:cubicBezTo>
                  <a:cubicBezTo>
                    <a:pt x="165" y="33"/>
                    <a:pt x="165" y="33"/>
                    <a:pt x="165" y="33"/>
                  </a:cubicBezTo>
                  <a:cubicBezTo>
                    <a:pt x="165" y="25"/>
                    <a:pt x="158" y="18"/>
                    <a:pt x="151" y="18"/>
                  </a:cubicBezTo>
                  <a:cubicBezTo>
                    <a:pt x="151" y="18"/>
                    <a:pt x="151" y="18"/>
                    <a:pt x="151" y="18"/>
                  </a:cubicBezTo>
                  <a:cubicBezTo>
                    <a:pt x="33" y="18"/>
                    <a:pt x="33" y="18"/>
                    <a:pt x="33" y="18"/>
                  </a:cubicBezTo>
                  <a:cubicBezTo>
                    <a:pt x="25" y="18"/>
                    <a:pt x="19" y="25"/>
                    <a:pt x="19" y="33"/>
                  </a:cubicBezTo>
                  <a:cubicBezTo>
                    <a:pt x="19" y="33"/>
                    <a:pt x="19" y="33"/>
                    <a:pt x="19" y="33"/>
                  </a:cubicBezTo>
                  <a:cubicBezTo>
                    <a:pt x="19" y="58"/>
                    <a:pt x="19" y="58"/>
                    <a:pt x="19" y="58"/>
                  </a:cubicBezTo>
                  <a:cubicBezTo>
                    <a:pt x="19" y="72"/>
                    <a:pt x="19" y="72"/>
                    <a:pt x="19" y="72"/>
                  </a:cubicBezTo>
                  <a:cubicBezTo>
                    <a:pt x="19" y="82"/>
                    <a:pt x="19" y="82"/>
                    <a:pt x="19" y="82"/>
                  </a:cubicBezTo>
                  <a:cubicBezTo>
                    <a:pt x="21" y="82"/>
                    <a:pt x="21" y="82"/>
                    <a:pt x="21" y="82"/>
                  </a:cubicBezTo>
                  <a:cubicBezTo>
                    <a:pt x="162" y="82"/>
                    <a:pt x="162" y="82"/>
                    <a:pt x="162" y="82"/>
                  </a:cubicBezTo>
                  <a:cubicBezTo>
                    <a:pt x="437" y="82"/>
                    <a:pt x="437" y="82"/>
                    <a:pt x="437" y="82"/>
                  </a:cubicBezTo>
                  <a:cubicBezTo>
                    <a:pt x="437" y="58"/>
                    <a:pt x="437" y="58"/>
                    <a:pt x="437" y="58"/>
                  </a:cubicBezTo>
                  <a:cubicBezTo>
                    <a:pt x="437" y="50"/>
                    <a:pt x="431" y="43"/>
                    <a:pt x="423" y="43"/>
                  </a:cubicBezTo>
                  <a:cubicBezTo>
                    <a:pt x="423" y="43"/>
                    <a:pt x="423" y="43"/>
                    <a:pt x="423" y="43"/>
                  </a:cubicBezTo>
                  <a:cubicBezTo>
                    <a:pt x="423" y="34"/>
                    <a:pt x="423" y="34"/>
                    <a:pt x="423" y="34"/>
                  </a:cubicBezTo>
                  <a:cubicBezTo>
                    <a:pt x="423" y="25"/>
                    <a:pt x="423" y="25"/>
                    <a:pt x="423" y="25"/>
                  </a:cubicBezTo>
                  <a:cubicBezTo>
                    <a:pt x="441" y="25"/>
                    <a:pt x="456" y="39"/>
                    <a:pt x="456" y="58"/>
                  </a:cubicBezTo>
                  <a:cubicBezTo>
                    <a:pt x="456" y="58"/>
                    <a:pt x="456" y="58"/>
                    <a:pt x="456" y="58"/>
                  </a:cubicBezTo>
                  <a:cubicBezTo>
                    <a:pt x="456" y="101"/>
                    <a:pt x="456" y="101"/>
                    <a:pt x="456" y="101"/>
                  </a:cubicBezTo>
                  <a:cubicBezTo>
                    <a:pt x="162" y="101"/>
                    <a:pt x="162" y="101"/>
                    <a:pt x="162" y="101"/>
                  </a:cubicBezTo>
                  <a:cubicBezTo>
                    <a:pt x="21" y="101"/>
                    <a:pt x="21" y="101"/>
                    <a:pt x="21" y="10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7" name="Freeform 8"/>
            <p:cNvSpPr>
              <a:spLocks/>
            </p:cNvSpPr>
            <p:nvPr/>
          </p:nvSpPr>
          <p:spPr bwMode="auto">
            <a:xfrm>
              <a:off x="1323975" y="560388"/>
              <a:ext cx="241300" cy="66675"/>
            </a:xfrm>
            <a:custGeom>
              <a:avLst/>
              <a:gdLst>
                <a:gd name="T0" fmla="*/ 83 w 83"/>
                <a:gd name="T1" fmla="*/ 11 h 23"/>
                <a:gd name="T2" fmla="*/ 71 w 83"/>
                <a:gd name="T3" fmla="*/ 23 h 23"/>
                <a:gd name="T4" fmla="*/ 11 w 83"/>
                <a:gd name="T5" fmla="*/ 23 h 23"/>
                <a:gd name="T6" fmla="*/ 0 w 83"/>
                <a:gd name="T7" fmla="*/ 11 h 23"/>
                <a:gd name="T8" fmla="*/ 0 w 83"/>
                <a:gd name="T9" fmla="*/ 11 h 23"/>
                <a:gd name="T10" fmla="*/ 11 w 83"/>
                <a:gd name="T11" fmla="*/ 0 h 23"/>
                <a:gd name="T12" fmla="*/ 71 w 83"/>
                <a:gd name="T13" fmla="*/ 0 h 23"/>
                <a:gd name="T14" fmla="*/ 83 w 83"/>
                <a:gd name="T15" fmla="*/ 11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23">
                  <a:moveTo>
                    <a:pt x="83" y="11"/>
                  </a:moveTo>
                  <a:cubicBezTo>
                    <a:pt x="83" y="18"/>
                    <a:pt x="77" y="23"/>
                    <a:pt x="71" y="23"/>
                  </a:cubicBezTo>
                  <a:cubicBezTo>
                    <a:pt x="11" y="23"/>
                    <a:pt x="11" y="23"/>
                    <a:pt x="11" y="23"/>
                  </a:cubicBezTo>
                  <a:cubicBezTo>
                    <a:pt x="5" y="23"/>
                    <a:pt x="0" y="18"/>
                    <a:pt x="0" y="11"/>
                  </a:cubicBezTo>
                  <a:cubicBezTo>
                    <a:pt x="0" y="11"/>
                    <a:pt x="0" y="11"/>
                    <a:pt x="0" y="11"/>
                  </a:cubicBezTo>
                  <a:cubicBezTo>
                    <a:pt x="0" y="5"/>
                    <a:pt x="5" y="0"/>
                    <a:pt x="11" y="0"/>
                  </a:cubicBezTo>
                  <a:cubicBezTo>
                    <a:pt x="71" y="0"/>
                    <a:pt x="71" y="0"/>
                    <a:pt x="71" y="0"/>
                  </a:cubicBezTo>
                  <a:cubicBezTo>
                    <a:pt x="77" y="0"/>
                    <a:pt x="83" y="5"/>
                    <a:pt x="83"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8" name="Freeform 9"/>
            <p:cNvSpPr>
              <a:spLocks/>
            </p:cNvSpPr>
            <p:nvPr/>
          </p:nvSpPr>
          <p:spPr bwMode="auto">
            <a:xfrm>
              <a:off x="1408113" y="473075"/>
              <a:ext cx="69850" cy="241300"/>
            </a:xfrm>
            <a:custGeom>
              <a:avLst/>
              <a:gdLst>
                <a:gd name="T0" fmla="*/ 12 w 24"/>
                <a:gd name="T1" fmla="*/ 0 h 83"/>
                <a:gd name="T2" fmla="*/ 24 w 24"/>
                <a:gd name="T3" fmla="*/ 12 h 83"/>
                <a:gd name="T4" fmla="*/ 24 w 24"/>
                <a:gd name="T5" fmla="*/ 71 h 83"/>
                <a:gd name="T6" fmla="*/ 12 w 24"/>
                <a:gd name="T7" fmla="*/ 83 h 83"/>
                <a:gd name="T8" fmla="*/ 12 w 24"/>
                <a:gd name="T9" fmla="*/ 83 h 83"/>
                <a:gd name="T10" fmla="*/ 0 w 24"/>
                <a:gd name="T11" fmla="*/ 71 h 83"/>
                <a:gd name="T12" fmla="*/ 0 w 24"/>
                <a:gd name="T13" fmla="*/ 12 h 83"/>
                <a:gd name="T14" fmla="*/ 12 w 24"/>
                <a:gd name="T15" fmla="*/ 0 h 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83">
                  <a:moveTo>
                    <a:pt x="12" y="0"/>
                  </a:moveTo>
                  <a:cubicBezTo>
                    <a:pt x="19" y="0"/>
                    <a:pt x="24" y="5"/>
                    <a:pt x="24" y="12"/>
                  </a:cubicBezTo>
                  <a:cubicBezTo>
                    <a:pt x="24" y="71"/>
                    <a:pt x="24" y="71"/>
                    <a:pt x="24" y="71"/>
                  </a:cubicBezTo>
                  <a:cubicBezTo>
                    <a:pt x="24" y="78"/>
                    <a:pt x="19" y="83"/>
                    <a:pt x="12" y="83"/>
                  </a:cubicBezTo>
                  <a:cubicBezTo>
                    <a:pt x="12" y="83"/>
                    <a:pt x="12" y="83"/>
                    <a:pt x="12" y="83"/>
                  </a:cubicBezTo>
                  <a:cubicBezTo>
                    <a:pt x="6" y="83"/>
                    <a:pt x="0" y="78"/>
                    <a:pt x="0" y="71"/>
                  </a:cubicBezTo>
                  <a:cubicBezTo>
                    <a:pt x="0" y="12"/>
                    <a:pt x="0" y="12"/>
                    <a:pt x="0" y="12"/>
                  </a:cubicBezTo>
                  <a:cubicBezTo>
                    <a:pt x="0" y="5"/>
                    <a:pt x="6" y="0"/>
                    <a:pt x="1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09" name="组合 508"/>
          <p:cNvGrpSpPr/>
          <p:nvPr/>
        </p:nvGrpSpPr>
        <p:grpSpPr>
          <a:xfrm>
            <a:off x="11639439" y="1078355"/>
            <a:ext cx="355009" cy="347455"/>
            <a:chOff x="2771775" y="344488"/>
            <a:chExt cx="1566863" cy="1533525"/>
          </a:xfrm>
          <a:solidFill>
            <a:srgbClr val="707E84"/>
          </a:solidFill>
        </p:grpSpPr>
        <p:sp>
          <p:nvSpPr>
            <p:cNvPr id="510" name="Freeform 10"/>
            <p:cNvSpPr>
              <a:spLocks/>
            </p:cNvSpPr>
            <p:nvPr/>
          </p:nvSpPr>
          <p:spPr bwMode="auto">
            <a:xfrm>
              <a:off x="3960813" y="347663"/>
              <a:ext cx="377825" cy="457200"/>
            </a:xfrm>
            <a:custGeom>
              <a:avLst/>
              <a:gdLst>
                <a:gd name="T0" fmla="*/ 130 w 130"/>
                <a:gd name="T1" fmla="*/ 49 h 157"/>
                <a:gd name="T2" fmla="*/ 0 w 130"/>
                <a:gd name="T3" fmla="*/ 94 h 157"/>
                <a:gd name="T4" fmla="*/ 93 w 130"/>
                <a:gd name="T5" fmla="*/ 59 h 157"/>
                <a:gd name="T6" fmla="*/ 0 w 130"/>
                <a:gd name="T7" fmla="*/ 99 h 157"/>
                <a:gd name="T8" fmla="*/ 130 w 130"/>
                <a:gd name="T9" fmla="*/ 49 h 157"/>
              </a:gdLst>
              <a:ahLst/>
              <a:cxnLst>
                <a:cxn ang="0">
                  <a:pos x="T0" y="T1"/>
                </a:cxn>
                <a:cxn ang="0">
                  <a:pos x="T2" y="T3"/>
                </a:cxn>
                <a:cxn ang="0">
                  <a:pos x="T4" y="T5"/>
                </a:cxn>
                <a:cxn ang="0">
                  <a:pos x="T6" y="T7"/>
                </a:cxn>
                <a:cxn ang="0">
                  <a:pos x="T8" y="T9"/>
                </a:cxn>
              </a:cxnLst>
              <a:rect l="0" t="0" r="r" b="b"/>
              <a:pathLst>
                <a:path w="130" h="157">
                  <a:moveTo>
                    <a:pt x="130" y="49"/>
                  </a:moveTo>
                  <a:cubicBezTo>
                    <a:pt x="42" y="0"/>
                    <a:pt x="7" y="76"/>
                    <a:pt x="0" y="94"/>
                  </a:cubicBezTo>
                  <a:cubicBezTo>
                    <a:pt x="21" y="87"/>
                    <a:pt x="54" y="68"/>
                    <a:pt x="93" y="59"/>
                  </a:cubicBezTo>
                  <a:cubicBezTo>
                    <a:pt x="93" y="59"/>
                    <a:pt x="51" y="87"/>
                    <a:pt x="0" y="99"/>
                  </a:cubicBezTo>
                  <a:cubicBezTo>
                    <a:pt x="100" y="157"/>
                    <a:pt x="130" y="49"/>
                    <a:pt x="130"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1" name="Freeform 11"/>
            <p:cNvSpPr>
              <a:spLocks/>
            </p:cNvSpPr>
            <p:nvPr/>
          </p:nvSpPr>
          <p:spPr bwMode="auto">
            <a:xfrm>
              <a:off x="3694113" y="344488"/>
              <a:ext cx="328613" cy="258763"/>
            </a:xfrm>
            <a:custGeom>
              <a:avLst/>
              <a:gdLst>
                <a:gd name="T0" fmla="*/ 56 w 113"/>
                <a:gd name="T1" fmla="*/ 36 h 89"/>
                <a:gd name="T2" fmla="*/ 79 w 113"/>
                <a:gd name="T3" fmla="*/ 88 h 89"/>
                <a:gd name="T4" fmla="*/ 43 w 113"/>
                <a:gd name="T5" fmla="*/ 0 h 89"/>
                <a:gd name="T6" fmla="*/ 74 w 113"/>
                <a:gd name="T7" fmla="*/ 89 h 89"/>
                <a:gd name="T8" fmla="*/ 56 w 113"/>
                <a:gd name="T9" fmla="*/ 36 h 89"/>
              </a:gdLst>
              <a:ahLst/>
              <a:cxnLst>
                <a:cxn ang="0">
                  <a:pos x="T0" y="T1"/>
                </a:cxn>
                <a:cxn ang="0">
                  <a:pos x="T2" y="T3"/>
                </a:cxn>
                <a:cxn ang="0">
                  <a:pos x="T4" y="T5"/>
                </a:cxn>
                <a:cxn ang="0">
                  <a:pos x="T6" y="T7"/>
                </a:cxn>
                <a:cxn ang="0">
                  <a:pos x="T8" y="T9"/>
                </a:cxn>
              </a:cxnLst>
              <a:rect l="0" t="0" r="r" b="b"/>
              <a:pathLst>
                <a:path w="113" h="89">
                  <a:moveTo>
                    <a:pt x="56" y="36"/>
                  </a:moveTo>
                  <a:cubicBezTo>
                    <a:pt x="56" y="36"/>
                    <a:pt x="72" y="61"/>
                    <a:pt x="79" y="88"/>
                  </a:cubicBezTo>
                  <a:cubicBezTo>
                    <a:pt x="86" y="76"/>
                    <a:pt x="113" y="27"/>
                    <a:pt x="43" y="0"/>
                  </a:cubicBezTo>
                  <a:cubicBezTo>
                    <a:pt x="43" y="0"/>
                    <a:pt x="0" y="67"/>
                    <a:pt x="74" y="89"/>
                  </a:cubicBezTo>
                  <a:cubicBezTo>
                    <a:pt x="66" y="72"/>
                    <a:pt x="60" y="47"/>
                    <a:pt x="56"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2" name="Freeform 12"/>
            <p:cNvSpPr>
              <a:spLocks noEditPoints="1"/>
            </p:cNvSpPr>
            <p:nvPr/>
          </p:nvSpPr>
          <p:spPr bwMode="auto">
            <a:xfrm>
              <a:off x="3222625" y="860425"/>
              <a:ext cx="420688" cy="423863"/>
            </a:xfrm>
            <a:custGeom>
              <a:avLst/>
              <a:gdLst>
                <a:gd name="T0" fmla="*/ 108 w 145"/>
                <a:gd name="T1" fmla="*/ 38 h 146"/>
                <a:gd name="T2" fmla="*/ 103 w 145"/>
                <a:gd name="T3" fmla="*/ 83 h 146"/>
                <a:gd name="T4" fmla="*/ 102 w 145"/>
                <a:gd name="T5" fmla="*/ 91 h 146"/>
                <a:gd name="T6" fmla="*/ 106 w 145"/>
                <a:gd name="T7" fmla="*/ 96 h 146"/>
                <a:gd name="T8" fmla="*/ 120 w 145"/>
                <a:gd name="T9" fmla="*/ 86 h 146"/>
                <a:gd name="T10" fmla="*/ 127 w 145"/>
                <a:gd name="T11" fmla="*/ 63 h 146"/>
                <a:gd name="T12" fmla="*/ 112 w 145"/>
                <a:gd name="T13" fmla="*/ 30 h 146"/>
                <a:gd name="T14" fmla="*/ 76 w 145"/>
                <a:gd name="T15" fmla="*/ 17 h 146"/>
                <a:gd name="T16" fmla="*/ 37 w 145"/>
                <a:gd name="T17" fmla="*/ 33 h 146"/>
                <a:gd name="T18" fmla="*/ 21 w 145"/>
                <a:gd name="T19" fmla="*/ 73 h 146"/>
                <a:gd name="T20" fmla="*/ 36 w 145"/>
                <a:gd name="T21" fmla="*/ 112 h 146"/>
                <a:gd name="T22" fmla="*/ 78 w 145"/>
                <a:gd name="T23" fmla="*/ 129 h 146"/>
                <a:gd name="T24" fmla="*/ 121 w 145"/>
                <a:gd name="T25" fmla="*/ 117 h 146"/>
                <a:gd name="T26" fmla="*/ 128 w 145"/>
                <a:gd name="T27" fmla="*/ 134 h 146"/>
                <a:gd name="T28" fmla="*/ 78 w 145"/>
                <a:gd name="T29" fmla="*/ 146 h 146"/>
                <a:gd name="T30" fmla="*/ 21 w 145"/>
                <a:gd name="T31" fmla="*/ 125 h 146"/>
                <a:gd name="T32" fmla="*/ 0 w 145"/>
                <a:gd name="T33" fmla="*/ 73 h 146"/>
                <a:gd name="T34" fmla="*/ 22 w 145"/>
                <a:gd name="T35" fmla="*/ 21 h 146"/>
                <a:gd name="T36" fmla="*/ 76 w 145"/>
                <a:gd name="T37" fmla="*/ 0 h 146"/>
                <a:gd name="T38" fmla="*/ 125 w 145"/>
                <a:gd name="T39" fmla="*/ 18 h 146"/>
                <a:gd name="T40" fmla="*/ 145 w 145"/>
                <a:gd name="T41" fmla="*/ 63 h 146"/>
                <a:gd name="T42" fmla="*/ 133 w 145"/>
                <a:gd name="T43" fmla="*/ 98 h 146"/>
                <a:gd name="T44" fmla="*/ 104 w 145"/>
                <a:gd name="T45" fmla="*/ 113 h 146"/>
                <a:gd name="T46" fmla="*/ 87 w 145"/>
                <a:gd name="T47" fmla="*/ 104 h 146"/>
                <a:gd name="T48" fmla="*/ 68 w 145"/>
                <a:gd name="T49" fmla="*/ 113 h 146"/>
                <a:gd name="T50" fmla="*/ 47 w 145"/>
                <a:gd name="T51" fmla="*/ 103 h 146"/>
                <a:gd name="T52" fmla="*/ 38 w 145"/>
                <a:gd name="T53" fmla="*/ 76 h 146"/>
                <a:gd name="T54" fmla="*/ 48 w 145"/>
                <a:gd name="T55" fmla="*/ 47 h 146"/>
                <a:gd name="T56" fmla="*/ 72 w 145"/>
                <a:gd name="T57" fmla="*/ 36 h 146"/>
                <a:gd name="T58" fmla="*/ 88 w 145"/>
                <a:gd name="T59" fmla="*/ 42 h 146"/>
                <a:gd name="T60" fmla="*/ 89 w 145"/>
                <a:gd name="T61" fmla="*/ 38 h 146"/>
                <a:gd name="T62" fmla="*/ 108 w 145"/>
                <a:gd name="T63" fmla="*/ 38 h 146"/>
                <a:gd name="T64" fmla="*/ 69 w 145"/>
                <a:gd name="T65" fmla="*/ 94 h 146"/>
                <a:gd name="T66" fmla="*/ 81 w 145"/>
                <a:gd name="T67" fmla="*/ 87 h 146"/>
                <a:gd name="T68" fmla="*/ 86 w 145"/>
                <a:gd name="T69" fmla="*/ 71 h 146"/>
                <a:gd name="T70" fmla="*/ 82 w 145"/>
                <a:gd name="T71" fmla="*/ 60 h 146"/>
                <a:gd name="T72" fmla="*/ 73 w 145"/>
                <a:gd name="T73" fmla="*/ 56 h 146"/>
                <a:gd name="T74" fmla="*/ 63 w 145"/>
                <a:gd name="T75" fmla="*/ 62 h 146"/>
                <a:gd name="T76" fmla="*/ 59 w 145"/>
                <a:gd name="T77" fmla="*/ 76 h 146"/>
                <a:gd name="T78" fmla="*/ 62 w 145"/>
                <a:gd name="T79" fmla="*/ 89 h 146"/>
                <a:gd name="T80" fmla="*/ 69 w 145"/>
                <a:gd name="T81" fmla="*/ 94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5" h="146">
                  <a:moveTo>
                    <a:pt x="108" y="38"/>
                  </a:moveTo>
                  <a:cubicBezTo>
                    <a:pt x="103" y="83"/>
                    <a:pt x="103" y="83"/>
                    <a:pt x="103" y="83"/>
                  </a:cubicBezTo>
                  <a:cubicBezTo>
                    <a:pt x="102" y="86"/>
                    <a:pt x="102" y="89"/>
                    <a:pt x="102" y="91"/>
                  </a:cubicBezTo>
                  <a:cubicBezTo>
                    <a:pt x="102" y="94"/>
                    <a:pt x="103" y="96"/>
                    <a:pt x="106" y="96"/>
                  </a:cubicBezTo>
                  <a:cubicBezTo>
                    <a:pt x="111" y="96"/>
                    <a:pt x="116" y="93"/>
                    <a:pt x="120" y="86"/>
                  </a:cubicBezTo>
                  <a:cubicBezTo>
                    <a:pt x="125" y="80"/>
                    <a:pt x="127" y="73"/>
                    <a:pt x="127" y="63"/>
                  </a:cubicBezTo>
                  <a:cubicBezTo>
                    <a:pt x="127" y="50"/>
                    <a:pt x="122" y="39"/>
                    <a:pt x="112" y="30"/>
                  </a:cubicBezTo>
                  <a:cubicBezTo>
                    <a:pt x="102" y="21"/>
                    <a:pt x="90" y="17"/>
                    <a:pt x="76" y="17"/>
                  </a:cubicBezTo>
                  <a:cubicBezTo>
                    <a:pt x="60" y="17"/>
                    <a:pt x="47" y="22"/>
                    <a:pt x="37" y="33"/>
                  </a:cubicBezTo>
                  <a:cubicBezTo>
                    <a:pt x="26" y="44"/>
                    <a:pt x="21" y="57"/>
                    <a:pt x="21" y="73"/>
                  </a:cubicBezTo>
                  <a:cubicBezTo>
                    <a:pt x="21" y="88"/>
                    <a:pt x="26" y="101"/>
                    <a:pt x="36" y="112"/>
                  </a:cubicBezTo>
                  <a:cubicBezTo>
                    <a:pt x="46" y="123"/>
                    <a:pt x="60" y="129"/>
                    <a:pt x="78" y="129"/>
                  </a:cubicBezTo>
                  <a:cubicBezTo>
                    <a:pt x="92" y="129"/>
                    <a:pt x="106" y="125"/>
                    <a:pt x="121" y="117"/>
                  </a:cubicBezTo>
                  <a:cubicBezTo>
                    <a:pt x="128" y="134"/>
                    <a:pt x="128" y="134"/>
                    <a:pt x="128" y="134"/>
                  </a:cubicBezTo>
                  <a:cubicBezTo>
                    <a:pt x="111" y="142"/>
                    <a:pt x="95" y="146"/>
                    <a:pt x="78" y="146"/>
                  </a:cubicBezTo>
                  <a:cubicBezTo>
                    <a:pt x="54" y="146"/>
                    <a:pt x="35" y="139"/>
                    <a:pt x="21" y="125"/>
                  </a:cubicBezTo>
                  <a:cubicBezTo>
                    <a:pt x="7" y="110"/>
                    <a:pt x="0" y="93"/>
                    <a:pt x="0" y="73"/>
                  </a:cubicBezTo>
                  <a:cubicBezTo>
                    <a:pt x="0" y="52"/>
                    <a:pt x="8" y="35"/>
                    <a:pt x="22" y="21"/>
                  </a:cubicBezTo>
                  <a:cubicBezTo>
                    <a:pt x="37" y="7"/>
                    <a:pt x="55" y="0"/>
                    <a:pt x="76" y="0"/>
                  </a:cubicBezTo>
                  <a:cubicBezTo>
                    <a:pt x="95" y="0"/>
                    <a:pt x="112" y="6"/>
                    <a:pt x="125" y="18"/>
                  </a:cubicBezTo>
                  <a:cubicBezTo>
                    <a:pt x="139" y="31"/>
                    <a:pt x="145" y="46"/>
                    <a:pt x="145" y="63"/>
                  </a:cubicBezTo>
                  <a:cubicBezTo>
                    <a:pt x="145" y="77"/>
                    <a:pt x="141" y="89"/>
                    <a:pt x="133" y="98"/>
                  </a:cubicBezTo>
                  <a:cubicBezTo>
                    <a:pt x="125" y="108"/>
                    <a:pt x="115" y="113"/>
                    <a:pt x="104" y="113"/>
                  </a:cubicBezTo>
                  <a:cubicBezTo>
                    <a:pt x="96" y="113"/>
                    <a:pt x="91" y="110"/>
                    <a:pt x="87" y="104"/>
                  </a:cubicBezTo>
                  <a:cubicBezTo>
                    <a:pt x="82" y="110"/>
                    <a:pt x="75" y="113"/>
                    <a:pt x="68" y="113"/>
                  </a:cubicBezTo>
                  <a:cubicBezTo>
                    <a:pt x="60" y="113"/>
                    <a:pt x="53" y="110"/>
                    <a:pt x="47" y="103"/>
                  </a:cubicBezTo>
                  <a:cubicBezTo>
                    <a:pt x="41" y="96"/>
                    <a:pt x="38" y="87"/>
                    <a:pt x="38" y="76"/>
                  </a:cubicBezTo>
                  <a:cubicBezTo>
                    <a:pt x="38" y="64"/>
                    <a:pt x="42" y="55"/>
                    <a:pt x="48" y="47"/>
                  </a:cubicBezTo>
                  <a:cubicBezTo>
                    <a:pt x="55" y="40"/>
                    <a:pt x="63" y="36"/>
                    <a:pt x="72" y="36"/>
                  </a:cubicBezTo>
                  <a:cubicBezTo>
                    <a:pt x="78" y="36"/>
                    <a:pt x="83" y="38"/>
                    <a:pt x="88" y="42"/>
                  </a:cubicBezTo>
                  <a:cubicBezTo>
                    <a:pt x="89" y="38"/>
                    <a:pt x="89" y="38"/>
                    <a:pt x="89" y="38"/>
                  </a:cubicBezTo>
                  <a:lnTo>
                    <a:pt x="108" y="38"/>
                  </a:lnTo>
                  <a:close/>
                  <a:moveTo>
                    <a:pt x="69" y="94"/>
                  </a:moveTo>
                  <a:cubicBezTo>
                    <a:pt x="74" y="94"/>
                    <a:pt x="78" y="92"/>
                    <a:pt x="81" y="87"/>
                  </a:cubicBezTo>
                  <a:cubicBezTo>
                    <a:pt x="85" y="83"/>
                    <a:pt x="86" y="77"/>
                    <a:pt x="86" y="71"/>
                  </a:cubicBezTo>
                  <a:cubicBezTo>
                    <a:pt x="86" y="67"/>
                    <a:pt x="85" y="63"/>
                    <a:pt x="82" y="60"/>
                  </a:cubicBezTo>
                  <a:cubicBezTo>
                    <a:pt x="80" y="57"/>
                    <a:pt x="76" y="56"/>
                    <a:pt x="73" y="56"/>
                  </a:cubicBezTo>
                  <a:cubicBezTo>
                    <a:pt x="69" y="56"/>
                    <a:pt x="65" y="58"/>
                    <a:pt x="63" y="62"/>
                  </a:cubicBezTo>
                  <a:cubicBezTo>
                    <a:pt x="60" y="65"/>
                    <a:pt x="59" y="70"/>
                    <a:pt x="59" y="76"/>
                  </a:cubicBezTo>
                  <a:cubicBezTo>
                    <a:pt x="59" y="81"/>
                    <a:pt x="60" y="86"/>
                    <a:pt x="62" y="89"/>
                  </a:cubicBezTo>
                  <a:cubicBezTo>
                    <a:pt x="64" y="92"/>
                    <a:pt x="66" y="94"/>
                    <a:pt x="69"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3" name="Freeform 13"/>
            <p:cNvSpPr>
              <a:spLocks/>
            </p:cNvSpPr>
            <p:nvPr/>
          </p:nvSpPr>
          <p:spPr bwMode="auto">
            <a:xfrm>
              <a:off x="2811463" y="958850"/>
              <a:ext cx="73025" cy="114300"/>
            </a:xfrm>
            <a:custGeom>
              <a:avLst/>
              <a:gdLst>
                <a:gd name="T0" fmla="*/ 0 w 25"/>
                <a:gd name="T1" fmla="*/ 21 h 39"/>
                <a:gd name="T2" fmla="*/ 25 w 25"/>
                <a:gd name="T3" fmla="*/ 39 h 39"/>
                <a:gd name="T4" fmla="*/ 25 w 25"/>
                <a:gd name="T5" fmla="*/ 0 h 39"/>
                <a:gd name="T6" fmla="*/ 0 w 25"/>
                <a:gd name="T7" fmla="*/ 21 h 39"/>
              </a:gdLst>
              <a:ahLst/>
              <a:cxnLst>
                <a:cxn ang="0">
                  <a:pos x="T0" y="T1"/>
                </a:cxn>
                <a:cxn ang="0">
                  <a:pos x="T2" y="T3"/>
                </a:cxn>
                <a:cxn ang="0">
                  <a:pos x="T4" y="T5"/>
                </a:cxn>
                <a:cxn ang="0">
                  <a:pos x="T6" y="T7"/>
                </a:cxn>
              </a:cxnLst>
              <a:rect l="0" t="0" r="r" b="b"/>
              <a:pathLst>
                <a:path w="25" h="39">
                  <a:moveTo>
                    <a:pt x="0" y="21"/>
                  </a:moveTo>
                  <a:cubicBezTo>
                    <a:pt x="5" y="30"/>
                    <a:pt x="14" y="37"/>
                    <a:pt x="25" y="39"/>
                  </a:cubicBezTo>
                  <a:cubicBezTo>
                    <a:pt x="25" y="0"/>
                    <a:pt x="25" y="0"/>
                    <a:pt x="25" y="0"/>
                  </a:cubicBezTo>
                  <a:lnTo>
                    <a:pt x="0"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4" name="Freeform 14"/>
            <p:cNvSpPr>
              <a:spLocks/>
            </p:cNvSpPr>
            <p:nvPr/>
          </p:nvSpPr>
          <p:spPr bwMode="auto">
            <a:xfrm>
              <a:off x="3303588" y="525463"/>
              <a:ext cx="258763" cy="90488"/>
            </a:xfrm>
            <a:custGeom>
              <a:avLst/>
              <a:gdLst>
                <a:gd name="T0" fmla="*/ 61 w 89"/>
                <a:gd name="T1" fmla="*/ 7 h 31"/>
                <a:gd name="T2" fmla="*/ 29 w 89"/>
                <a:gd name="T3" fmla="*/ 7 h 31"/>
                <a:gd name="T4" fmla="*/ 0 w 89"/>
                <a:gd name="T5" fmla="*/ 31 h 31"/>
                <a:gd name="T6" fmla="*/ 89 w 89"/>
                <a:gd name="T7" fmla="*/ 31 h 31"/>
                <a:gd name="T8" fmla="*/ 61 w 89"/>
                <a:gd name="T9" fmla="*/ 7 h 31"/>
              </a:gdLst>
              <a:ahLst/>
              <a:cxnLst>
                <a:cxn ang="0">
                  <a:pos x="T0" y="T1"/>
                </a:cxn>
                <a:cxn ang="0">
                  <a:pos x="T2" y="T3"/>
                </a:cxn>
                <a:cxn ang="0">
                  <a:pos x="T4" y="T5"/>
                </a:cxn>
                <a:cxn ang="0">
                  <a:pos x="T6" y="T7"/>
                </a:cxn>
                <a:cxn ang="0">
                  <a:pos x="T8" y="T9"/>
                </a:cxn>
              </a:cxnLst>
              <a:rect l="0" t="0" r="r" b="b"/>
              <a:pathLst>
                <a:path w="89" h="31">
                  <a:moveTo>
                    <a:pt x="61" y="7"/>
                  </a:moveTo>
                  <a:cubicBezTo>
                    <a:pt x="52" y="0"/>
                    <a:pt x="38" y="0"/>
                    <a:pt x="29" y="7"/>
                  </a:cubicBezTo>
                  <a:cubicBezTo>
                    <a:pt x="0" y="31"/>
                    <a:pt x="0" y="31"/>
                    <a:pt x="0" y="31"/>
                  </a:cubicBezTo>
                  <a:cubicBezTo>
                    <a:pt x="89" y="31"/>
                    <a:pt x="89" y="31"/>
                    <a:pt x="89" y="31"/>
                  </a:cubicBezTo>
                  <a:lnTo>
                    <a:pt x="61"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5" name="Freeform 15"/>
            <p:cNvSpPr>
              <a:spLocks/>
            </p:cNvSpPr>
            <p:nvPr/>
          </p:nvSpPr>
          <p:spPr bwMode="auto">
            <a:xfrm>
              <a:off x="3984625" y="958850"/>
              <a:ext cx="73025" cy="114300"/>
            </a:xfrm>
            <a:custGeom>
              <a:avLst/>
              <a:gdLst>
                <a:gd name="T0" fmla="*/ 25 w 25"/>
                <a:gd name="T1" fmla="*/ 21 h 39"/>
                <a:gd name="T2" fmla="*/ 0 w 25"/>
                <a:gd name="T3" fmla="*/ 0 h 39"/>
                <a:gd name="T4" fmla="*/ 0 w 25"/>
                <a:gd name="T5" fmla="*/ 39 h 39"/>
                <a:gd name="T6" fmla="*/ 25 w 25"/>
                <a:gd name="T7" fmla="*/ 21 h 39"/>
              </a:gdLst>
              <a:ahLst/>
              <a:cxnLst>
                <a:cxn ang="0">
                  <a:pos x="T0" y="T1"/>
                </a:cxn>
                <a:cxn ang="0">
                  <a:pos x="T2" y="T3"/>
                </a:cxn>
                <a:cxn ang="0">
                  <a:pos x="T4" y="T5"/>
                </a:cxn>
                <a:cxn ang="0">
                  <a:pos x="T6" y="T7"/>
                </a:cxn>
              </a:cxnLst>
              <a:rect l="0" t="0" r="r" b="b"/>
              <a:pathLst>
                <a:path w="25" h="39">
                  <a:moveTo>
                    <a:pt x="25" y="21"/>
                  </a:moveTo>
                  <a:cubicBezTo>
                    <a:pt x="0" y="0"/>
                    <a:pt x="0" y="0"/>
                    <a:pt x="0" y="0"/>
                  </a:cubicBezTo>
                  <a:cubicBezTo>
                    <a:pt x="0" y="39"/>
                    <a:pt x="0" y="39"/>
                    <a:pt x="0" y="39"/>
                  </a:cubicBezTo>
                  <a:cubicBezTo>
                    <a:pt x="10" y="37"/>
                    <a:pt x="19" y="30"/>
                    <a:pt x="25"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6" name="Freeform 16"/>
            <p:cNvSpPr>
              <a:spLocks/>
            </p:cNvSpPr>
            <p:nvPr/>
          </p:nvSpPr>
          <p:spPr bwMode="auto">
            <a:xfrm>
              <a:off x="2884488" y="615950"/>
              <a:ext cx="1100138" cy="908050"/>
            </a:xfrm>
            <a:custGeom>
              <a:avLst/>
              <a:gdLst>
                <a:gd name="T0" fmla="*/ 21 w 378"/>
                <a:gd name="T1" fmla="*/ 312 h 312"/>
                <a:gd name="T2" fmla="*/ 21 w 378"/>
                <a:gd name="T3" fmla="*/ 49 h 312"/>
                <a:gd name="T4" fmla="*/ 30 w 378"/>
                <a:gd name="T5" fmla="*/ 29 h 312"/>
                <a:gd name="T6" fmla="*/ 53 w 378"/>
                <a:gd name="T7" fmla="*/ 21 h 312"/>
                <a:gd name="T8" fmla="*/ 325 w 378"/>
                <a:gd name="T9" fmla="*/ 21 h 312"/>
                <a:gd name="T10" fmla="*/ 348 w 378"/>
                <a:gd name="T11" fmla="*/ 29 h 312"/>
                <a:gd name="T12" fmla="*/ 357 w 378"/>
                <a:gd name="T13" fmla="*/ 49 h 312"/>
                <a:gd name="T14" fmla="*/ 357 w 378"/>
                <a:gd name="T15" fmla="*/ 312 h 312"/>
                <a:gd name="T16" fmla="*/ 378 w 378"/>
                <a:gd name="T17" fmla="*/ 312 h 312"/>
                <a:gd name="T18" fmla="*/ 378 w 378"/>
                <a:gd name="T19" fmla="*/ 49 h 312"/>
                <a:gd name="T20" fmla="*/ 325 w 378"/>
                <a:gd name="T21" fmla="*/ 0 h 312"/>
                <a:gd name="T22" fmla="*/ 53 w 378"/>
                <a:gd name="T23" fmla="*/ 0 h 312"/>
                <a:gd name="T24" fmla="*/ 0 w 378"/>
                <a:gd name="T25" fmla="*/ 49 h 312"/>
                <a:gd name="T26" fmla="*/ 0 w 378"/>
                <a:gd name="T27" fmla="*/ 312 h 312"/>
                <a:gd name="T28" fmla="*/ 21 w 378"/>
                <a:gd name="T29" fmla="*/ 312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78" h="312">
                  <a:moveTo>
                    <a:pt x="21" y="312"/>
                  </a:moveTo>
                  <a:cubicBezTo>
                    <a:pt x="21" y="49"/>
                    <a:pt x="21" y="49"/>
                    <a:pt x="21" y="49"/>
                  </a:cubicBezTo>
                  <a:cubicBezTo>
                    <a:pt x="21" y="42"/>
                    <a:pt x="24" y="35"/>
                    <a:pt x="30" y="29"/>
                  </a:cubicBezTo>
                  <a:cubicBezTo>
                    <a:pt x="36" y="24"/>
                    <a:pt x="44" y="21"/>
                    <a:pt x="53" y="21"/>
                  </a:cubicBezTo>
                  <a:cubicBezTo>
                    <a:pt x="325" y="21"/>
                    <a:pt x="325" y="21"/>
                    <a:pt x="325" y="21"/>
                  </a:cubicBezTo>
                  <a:cubicBezTo>
                    <a:pt x="334" y="21"/>
                    <a:pt x="342" y="24"/>
                    <a:pt x="348" y="29"/>
                  </a:cubicBezTo>
                  <a:cubicBezTo>
                    <a:pt x="353" y="35"/>
                    <a:pt x="357" y="42"/>
                    <a:pt x="357" y="49"/>
                  </a:cubicBezTo>
                  <a:cubicBezTo>
                    <a:pt x="357" y="312"/>
                    <a:pt x="357" y="312"/>
                    <a:pt x="357" y="312"/>
                  </a:cubicBezTo>
                  <a:cubicBezTo>
                    <a:pt x="378" y="312"/>
                    <a:pt x="378" y="312"/>
                    <a:pt x="378" y="312"/>
                  </a:cubicBezTo>
                  <a:cubicBezTo>
                    <a:pt x="378" y="49"/>
                    <a:pt x="378" y="49"/>
                    <a:pt x="378" y="49"/>
                  </a:cubicBezTo>
                  <a:cubicBezTo>
                    <a:pt x="378" y="21"/>
                    <a:pt x="354" y="0"/>
                    <a:pt x="325" y="0"/>
                  </a:cubicBezTo>
                  <a:cubicBezTo>
                    <a:pt x="53" y="0"/>
                    <a:pt x="53" y="0"/>
                    <a:pt x="53" y="0"/>
                  </a:cubicBezTo>
                  <a:cubicBezTo>
                    <a:pt x="24" y="0"/>
                    <a:pt x="0" y="21"/>
                    <a:pt x="0" y="49"/>
                  </a:cubicBezTo>
                  <a:cubicBezTo>
                    <a:pt x="0" y="312"/>
                    <a:pt x="0" y="312"/>
                    <a:pt x="0" y="312"/>
                  </a:cubicBezTo>
                  <a:lnTo>
                    <a:pt x="21" y="3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7" name="Freeform 17"/>
            <p:cNvSpPr>
              <a:spLocks noEditPoints="1"/>
            </p:cNvSpPr>
            <p:nvPr/>
          </p:nvSpPr>
          <p:spPr bwMode="auto">
            <a:xfrm>
              <a:off x="2771775" y="1060450"/>
              <a:ext cx="1325563" cy="817563"/>
            </a:xfrm>
            <a:custGeom>
              <a:avLst/>
              <a:gdLst>
                <a:gd name="T0" fmla="*/ 449 w 456"/>
                <a:gd name="T1" fmla="*/ 0 h 281"/>
                <a:gd name="T2" fmla="*/ 244 w 456"/>
                <a:gd name="T3" fmla="*/ 169 h 281"/>
                <a:gd name="T4" fmla="*/ 212 w 456"/>
                <a:gd name="T5" fmla="*/ 169 h 281"/>
                <a:gd name="T6" fmla="*/ 6 w 456"/>
                <a:gd name="T7" fmla="*/ 0 h 281"/>
                <a:gd name="T8" fmla="*/ 0 w 456"/>
                <a:gd name="T9" fmla="*/ 22 h 281"/>
                <a:gd name="T10" fmla="*/ 0 w 456"/>
                <a:gd name="T11" fmla="*/ 239 h 281"/>
                <a:gd name="T12" fmla="*/ 42 w 456"/>
                <a:gd name="T13" fmla="*/ 281 h 281"/>
                <a:gd name="T14" fmla="*/ 414 w 456"/>
                <a:gd name="T15" fmla="*/ 281 h 281"/>
                <a:gd name="T16" fmla="*/ 456 w 456"/>
                <a:gd name="T17" fmla="*/ 239 h 281"/>
                <a:gd name="T18" fmla="*/ 456 w 456"/>
                <a:gd name="T19" fmla="*/ 22 h 281"/>
                <a:gd name="T20" fmla="*/ 449 w 456"/>
                <a:gd name="T21" fmla="*/ 0 h 281"/>
                <a:gd name="T22" fmla="*/ 150 w 456"/>
                <a:gd name="T23" fmla="*/ 182 h 281"/>
                <a:gd name="T24" fmla="*/ 44 w 456"/>
                <a:gd name="T25" fmla="*/ 248 h 281"/>
                <a:gd name="T26" fmla="*/ 32 w 456"/>
                <a:gd name="T27" fmla="*/ 245 h 281"/>
                <a:gd name="T28" fmla="*/ 35 w 456"/>
                <a:gd name="T29" fmla="*/ 233 h 281"/>
                <a:gd name="T30" fmla="*/ 141 w 456"/>
                <a:gd name="T31" fmla="*/ 167 h 281"/>
                <a:gd name="T32" fmla="*/ 153 w 456"/>
                <a:gd name="T33" fmla="*/ 170 h 281"/>
                <a:gd name="T34" fmla="*/ 150 w 456"/>
                <a:gd name="T35" fmla="*/ 182 h 281"/>
                <a:gd name="T36" fmla="*/ 424 w 456"/>
                <a:gd name="T37" fmla="*/ 245 h 281"/>
                <a:gd name="T38" fmla="*/ 412 w 456"/>
                <a:gd name="T39" fmla="*/ 248 h 281"/>
                <a:gd name="T40" fmla="*/ 305 w 456"/>
                <a:gd name="T41" fmla="*/ 182 h 281"/>
                <a:gd name="T42" fmla="*/ 302 w 456"/>
                <a:gd name="T43" fmla="*/ 170 h 281"/>
                <a:gd name="T44" fmla="*/ 315 w 456"/>
                <a:gd name="T45" fmla="*/ 167 h 281"/>
                <a:gd name="T46" fmla="*/ 421 w 456"/>
                <a:gd name="T47" fmla="*/ 233 h 281"/>
                <a:gd name="T48" fmla="*/ 424 w 456"/>
                <a:gd name="T49" fmla="*/ 245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56" h="281">
                  <a:moveTo>
                    <a:pt x="449" y="0"/>
                  </a:moveTo>
                  <a:cubicBezTo>
                    <a:pt x="244" y="169"/>
                    <a:pt x="244" y="169"/>
                    <a:pt x="244" y="169"/>
                  </a:cubicBezTo>
                  <a:cubicBezTo>
                    <a:pt x="235" y="176"/>
                    <a:pt x="221" y="176"/>
                    <a:pt x="212" y="169"/>
                  </a:cubicBezTo>
                  <a:cubicBezTo>
                    <a:pt x="6" y="0"/>
                    <a:pt x="6" y="0"/>
                    <a:pt x="6" y="0"/>
                  </a:cubicBezTo>
                  <a:cubicBezTo>
                    <a:pt x="2" y="6"/>
                    <a:pt x="0" y="14"/>
                    <a:pt x="0" y="22"/>
                  </a:cubicBezTo>
                  <a:cubicBezTo>
                    <a:pt x="0" y="239"/>
                    <a:pt x="0" y="239"/>
                    <a:pt x="0" y="239"/>
                  </a:cubicBezTo>
                  <a:cubicBezTo>
                    <a:pt x="0" y="262"/>
                    <a:pt x="19" y="281"/>
                    <a:pt x="42" y="281"/>
                  </a:cubicBezTo>
                  <a:cubicBezTo>
                    <a:pt x="414" y="281"/>
                    <a:pt x="414" y="281"/>
                    <a:pt x="414" y="281"/>
                  </a:cubicBezTo>
                  <a:cubicBezTo>
                    <a:pt x="437" y="281"/>
                    <a:pt x="456" y="262"/>
                    <a:pt x="456" y="239"/>
                  </a:cubicBezTo>
                  <a:cubicBezTo>
                    <a:pt x="456" y="22"/>
                    <a:pt x="456" y="22"/>
                    <a:pt x="456" y="22"/>
                  </a:cubicBezTo>
                  <a:cubicBezTo>
                    <a:pt x="456" y="14"/>
                    <a:pt x="453" y="6"/>
                    <a:pt x="449" y="0"/>
                  </a:cubicBezTo>
                  <a:close/>
                  <a:moveTo>
                    <a:pt x="150" y="182"/>
                  </a:moveTo>
                  <a:cubicBezTo>
                    <a:pt x="44" y="248"/>
                    <a:pt x="44" y="248"/>
                    <a:pt x="44" y="248"/>
                  </a:cubicBezTo>
                  <a:cubicBezTo>
                    <a:pt x="40" y="250"/>
                    <a:pt x="35" y="249"/>
                    <a:pt x="32" y="245"/>
                  </a:cubicBezTo>
                  <a:cubicBezTo>
                    <a:pt x="30" y="241"/>
                    <a:pt x="31" y="235"/>
                    <a:pt x="35" y="233"/>
                  </a:cubicBezTo>
                  <a:cubicBezTo>
                    <a:pt x="141" y="167"/>
                    <a:pt x="141" y="167"/>
                    <a:pt x="141" y="167"/>
                  </a:cubicBezTo>
                  <a:cubicBezTo>
                    <a:pt x="145" y="165"/>
                    <a:pt x="151" y="166"/>
                    <a:pt x="153" y="170"/>
                  </a:cubicBezTo>
                  <a:cubicBezTo>
                    <a:pt x="156" y="174"/>
                    <a:pt x="155" y="179"/>
                    <a:pt x="150" y="182"/>
                  </a:cubicBezTo>
                  <a:close/>
                  <a:moveTo>
                    <a:pt x="424" y="245"/>
                  </a:moveTo>
                  <a:cubicBezTo>
                    <a:pt x="421" y="249"/>
                    <a:pt x="416" y="250"/>
                    <a:pt x="412" y="248"/>
                  </a:cubicBezTo>
                  <a:cubicBezTo>
                    <a:pt x="305" y="182"/>
                    <a:pt x="305" y="182"/>
                    <a:pt x="305" y="182"/>
                  </a:cubicBezTo>
                  <a:cubicBezTo>
                    <a:pt x="301" y="179"/>
                    <a:pt x="300" y="174"/>
                    <a:pt x="302" y="170"/>
                  </a:cubicBezTo>
                  <a:cubicBezTo>
                    <a:pt x="305" y="166"/>
                    <a:pt x="310" y="165"/>
                    <a:pt x="315" y="167"/>
                  </a:cubicBezTo>
                  <a:cubicBezTo>
                    <a:pt x="421" y="233"/>
                    <a:pt x="421" y="233"/>
                    <a:pt x="421" y="233"/>
                  </a:cubicBezTo>
                  <a:cubicBezTo>
                    <a:pt x="425" y="235"/>
                    <a:pt x="426" y="241"/>
                    <a:pt x="424" y="2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18" name="组合 517"/>
          <p:cNvGrpSpPr/>
          <p:nvPr/>
        </p:nvGrpSpPr>
        <p:grpSpPr>
          <a:xfrm>
            <a:off x="11680083" y="1549789"/>
            <a:ext cx="273720" cy="358246"/>
            <a:chOff x="2951163" y="2495550"/>
            <a:chExt cx="1208088" cy="1581150"/>
          </a:xfrm>
          <a:solidFill>
            <a:srgbClr val="707E84"/>
          </a:solidFill>
        </p:grpSpPr>
        <p:sp>
          <p:nvSpPr>
            <p:cNvPr id="519" name="Freeform 29"/>
            <p:cNvSpPr>
              <a:spLocks/>
            </p:cNvSpPr>
            <p:nvPr/>
          </p:nvSpPr>
          <p:spPr bwMode="auto">
            <a:xfrm>
              <a:off x="2978150" y="2911475"/>
              <a:ext cx="230188" cy="306388"/>
            </a:xfrm>
            <a:custGeom>
              <a:avLst/>
              <a:gdLst>
                <a:gd name="T0" fmla="*/ 69 w 79"/>
                <a:gd name="T1" fmla="*/ 40 h 105"/>
                <a:gd name="T2" fmla="*/ 70 w 79"/>
                <a:gd name="T3" fmla="*/ 3 h 105"/>
                <a:gd name="T4" fmla="*/ 52 w 79"/>
                <a:gd name="T5" fmla="*/ 0 h 105"/>
                <a:gd name="T6" fmla="*/ 0 w 79"/>
                <a:gd name="T7" fmla="*/ 52 h 105"/>
                <a:gd name="T8" fmla="*/ 52 w 79"/>
                <a:gd name="T9" fmla="*/ 105 h 105"/>
                <a:gd name="T10" fmla="*/ 79 w 79"/>
                <a:gd name="T11" fmla="*/ 97 h 105"/>
                <a:gd name="T12" fmla="*/ 69 w 79"/>
                <a:gd name="T13" fmla="*/ 40 h 105"/>
              </a:gdLst>
              <a:ahLst/>
              <a:cxnLst>
                <a:cxn ang="0">
                  <a:pos x="T0" y="T1"/>
                </a:cxn>
                <a:cxn ang="0">
                  <a:pos x="T2" y="T3"/>
                </a:cxn>
                <a:cxn ang="0">
                  <a:pos x="T4" y="T5"/>
                </a:cxn>
                <a:cxn ang="0">
                  <a:pos x="T6" y="T7"/>
                </a:cxn>
                <a:cxn ang="0">
                  <a:pos x="T8" y="T9"/>
                </a:cxn>
                <a:cxn ang="0">
                  <a:pos x="T10" y="T11"/>
                </a:cxn>
                <a:cxn ang="0">
                  <a:pos x="T12" y="T13"/>
                </a:cxn>
              </a:cxnLst>
              <a:rect l="0" t="0" r="r" b="b"/>
              <a:pathLst>
                <a:path w="79" h="105">
                  <a:moveTo>
                    <a:pt x="69" y="40"/>
                  </a:moveTo>
                  <a:cubicBezTo>
                    <a:pt x="69" y="25"/>
                    <a:pt x="62" y="15"/>
                    <a:pt x="70" y="3"/>
                  </a:cubicBezTo>
                  <a:cubicBezTo>
                    <a:pt x="65" y="1"/>
                    <a:pt x="59" y="0"/>
                    <a:pt x="52" y="0"/>
                  </a:cubicBezTo>
                  <a:cubicBezTo>
                    <a:pt x="23" y="0"/>
                    <a:pt x="0" y="24"/>
                    <a:pt x="0" y="52"/>
                  </a:cubicBezTo>
                  <a:cubicBezTo>
                    <a:pt x="0" y="81"/>
                    <a:pt x="23" y="105"/>
                    <a:pt x="52" y="105"/>
                  </a:cubicBezTo>
                  <a:cubicBezTo>
                    <a:pt x="62" y="105"/>
                    <a:pt x="71" y="102"/>
                    <a:pt x="79" y="97"/>
                  </a:cubicBezTo>
                  <a:cubicBezTo>
                    <a:pt x="75" y="84"/>
                    <a:pt x="69" y="60"/>
                    <a:pt x="69"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0" name="Freeform 30"/>
            <p:cNvSpPr>
              <a:spLocks/>
            </p:cNvSpPr>
            <p:nvPr/>
          </p:nvSpPr>
          <p:spPr bwMode="auto">
            <a:xfrm>
              <a:off x="3900488" y="2911475"/>
              <a:ext cx="228600" cy="306388"/>
            </a:xfrm>
            <a:custGeom>
              <a:avLst/>
              <a:gdLst>
                <a:gd name="T0" fmla="*/ 10 w 79"/>
                <a:gd name="T1" fmla="*/ 40 h 105"/>
                <a:gd name="T2" fmla="*/ 9 w 79"/>
                <a:gd name="T3" fmla="*/ 3 h 105"/>
                <a:gd name="T4" fmla="*/ 27 w 79"/>
                <a:gd name="T5" fmla="*/ 0 h 105"/>
                <a:gd name="T6" fmla="*/ 79 w 79"/>
                <a:gd name="T7" fmla="*/ 52 h 105"/>
                <a:gd name="T8" fmla="*/ 27 w 79"/>
                <a:gd name="T9" fmla="*/ 105 h 105"/>
                <a:gd name="T10" fmla="*/ 0 w 79"/>
                <a:gd name="T11" fmla="*/ 97 h 105"/>
                <a:gd name="T12" fmla="*/ 10 w 79"/>
                <a:gd name="T13" fmla="*/ 40 h 105"/>
              </a:gdLst>
              <a:ahLst/>
              <a:cxnLst>
                <a:cxn ang="0">
                  <a:pos x="T0" y="T1"/>
                </a:cxn>
                <a:cxn ang="0">
                  <a:pos x="T2" y="T3"/>
                </a:cxn>
                <a:cxn ang="0">
                  <a:pos x="T4" y="T5"/>
                </a:cxn>
                <a:cxn ang="0">
                  <a:pos x="T6" y="T7"/>
                </a:cxn>
                <a:cxn ang="0">
                  <a:pos x="T8" y="T9"/>
                </a:cxn>
                <a:cxn ang="0">
                  <a:pos x="T10" y="T11"/>
                </a:cxn>
                <a:cxn ang="0">
                  <a:pos x="T12" y="T13"/>
                </a:cxn>
              </a:cxnLst>
              <a:rect l="0" t="0" r="r" b="b"/>
              <a:pathLst>
                <a:path w="79" h="105">
                  <a:moveTo>
                    <a:pt x="10" y="40"/>
                  </a:moveTo>
                  <a:cubicBezTo>
                    <a:pt x="10" y="25"/>
                    <a:pt x="17" y="15"/>
                    <a:pt x="9" y="3"/>
                  </a:cubicBezTo>
                  <a:cubicBezTo>
                    <a:pt x="15" y="1"/>
                    <a:pt x="21" y="0"/>
                    <a:pt x="27" y="0"/>
                  </a:cubicBezTo>
                  <a:cubicBezTo>
                    <a:pt x="56" y="0"/>
                    <a:pt x="79" y="24"/>
                    <a:pt x="79" y="52"/>
                  </a:cubicBezTo>
                  <a:cubicBezTo>
                    <a:pt x="79" y="81"/>
                    <a:pt x="56" y="105"/>
                    <a:pt x="27" y="105"/>
                  </a:cubicBezTo>
                  <a:cubicBezTo>
                    <a:pt x="17" y="105"/>
                    <a:pt x="8" y="102"/>
                    <a:pt x="0" y="97"/>
                  </a:cubicBezTo>
                  <a:cubicBezTo>
                    <a:pt x="4" y="84"/>
                    <a:pt x="10" y="60"/>
                    <a:pt x="10"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1" name="Freeform 31"/>
            <p:cNvSpPr>
              <a:spLocks/>
            </p:cNvSpPr>
            <p:nvPr/>
          </p:nvSpPr>
          <p:spPr bwMode="auto">
            <a:xfrm>
              <a:off x="3481388" y="3570288"/>
              <a:ext cx="147638" cy="328613"/>
            </a:xfrm>
            <a:custGeom>
              <a:avLst/>
              <a:gdLst>
                <a:gd name="T0" fmla="*/ 25 w 93"/>
                <a:gd name="T1" fmla="*/ 0 h 207"/>
                <a:gd name="T2" fmla="*/ 0 w 93"/>
                <a:gd name="T3" fmla="*/ 145 h 207"/>
                <a:gd name="T4" fmla="*/ 47 w 93"/>
                <a:gd name="T5" fmla="*/ 207 h 207"/>
                <a:gd name="T6" fmla="*/ 93 w 93"/>
                <a:gd name="T7" fmla="*/ 143 h 207"/>
                <a:gd name="T8" fmla="*/ 68 w 93"/>
                <a:gd name="T9" fmla="*/ 0 h 207"/>
                <a:gd name="T10" fmla="*/ 25 w 93"/>
                <a:gd name="T11" fmla="*/ 0 h 207"/>
              </a:gdLst>
              <a:ahLst/>
              <a:cxnLst>
                <a:cxn ang="0">
                  <a:pos x="T0" y="T1"/>
                </a:cxn>
                <a:cxn ang="0">
                  <a:pos x="T2" y="T3"/>
                </a:cxn>
                <a:cxn ang="0">
                  <a:pos x="T4" y="T5"/>
                </a:cxn>
                <a:cxn ang="0">
                  <a:pos x="T6" y="T7"/>
                </a:cxn>
                <a:cxn ang="0">
                  <a:pos x="T8" y="T9"/>
                </a:cxn>
                <a:cxn ang="0">
                  <a:pos x="T10" y="T11"/>
                </a:cxn>
              </a:cxnLst>
              <a:rect l="0" t="0" r="r" b="b"/>
              <a:pathLst>
                <a:path w="93" h="207">
                  <a:moveTo>
                    <a:pt x="25" y="0"/>
                  </a:moveTo>
                  <a:lnTo>
                    <a:pt x="0" y="145"/>
                  </a:lnTo>
                  <a:lnTo>
                    <a:pt x="47" y="207"/>
                  </a:lnTo>
                  <a:lnTo>
                    <a:pt x="93" y="143"/>
                  </a:lnTo>
                  <a:lnTo>
                    <a:pt x="68" y="0"/>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2" name="Freeform 32"/>
            <p:cNvSpPr>
              <a:spLocks/>
            </p:cNvSpPr>
            <p:nvPr/>
          </p:nvSpPr>
          <p:spPr bwMode="auto">
            <a:xfrm>
              <a:off x="3471863" y="3433763"/>
              <a:ext cx="166688" cy="115888"/>
            </a:xfrm>
            <a:custGeom>
              <a:avLst/>
              <a:gdLst>
                <a:gd name="T0" fmla="*/ 21 w 57"/>
                <a:gd name="T1" fmla="*/ 7 h 40"/>
                <a:gd name="T2" fmla="*/ 0 w 57"/>
                <a:gd name="T3" fmla="*/ 5 h 40"/>
                <a:gd name="T4" fmla="*/ 0 w 57"/>
                <a:gd name="T5" fmla="*/ 14 h 40"/>
                <a:gd name="T6" fmla="*/ 1 w 57"/>
                <a:gd name="T7" fmla="*/ 13 h 40"/>
                <a:gd name="T8" fmla="*/ 18 w 57"/>
                <a:gd name="T9" fmla="*/ 40 h 40"/>
                <a:gd name="T10" fmla="*/ 40 w 57"/>
                <a:gd name="T11" fmla="*/ 40 h 40"/>
                <a:gd name="T12" fmla="*/ 56 w 57"/>
                <a:gd name="T13" fmla="*/ 15 h 40"/>
                <a:gd name="T14" fmla="*/ 57 w 57"/>
                <a:gd name="T15" fmla="*/ 0 h 40"/>
                <a:gd name="T16" fmla="*/ 21 w 57"/>
                <a:gd name="T17" fmla="*/ 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40">
                  <a:moveTo>
                    <a:pt x="21" y="7"/>
                  </a:moveTo>
                  <a:cubicBezTo>
                    <a:pt x="14" y="7"/>
                    <a:pt x="7" y="7"/>
                    <a:pt x="0" y="5"/>
                  </a:cubicBezTo>
                  <a:cubicBezTo>
                    <a:pt x="0" y="8"/>
                    <a:pt x="0" y="11"/>
                    <a:pt x="0" y="14"/>
                  </a:cubicBezTo>
                  <a:cubicBezTo>
                    <a:pt x="0" y="13"/>
                    <a:pt x="1" y="13"/>
                    <a:pt x="1" y="13"/>
                  </a:cubicBezTo>
                  <a:cubicBezTo>
                    <a:pt x="18" y="40"/>
                    <a:pt x="18" y="40"/>
                    <a:pt x="18" y="40"/>
                  </a:cubicBezTo>
                  <a:cubicBezTo>
                    <a:pt x="40" y="40"/>
                    <a:pt x="40" y="40"/>
                    <a:pt x="40" y="40"/>
                  </a:cubicBezTo>
                  <a:cubicBezTo>
                    <a:pt x="56" y="15"/>
                    <a:pt x="56" y="15"/>
                    <a:pt x="56" y="15"/>
                  </a:cubicBezTo>
                  <a:cubicBezTo>
                    <a:pt x="56" y="10"/>
                    <a:pt x="56" y="5"/>
                    <a:pt x="57" y="0"/>
                  </a:cubicBezTo>
                  <a:cubicBezTo>
                    <a:pt x="46" y="5"/>
                    <a:pt x="34" y="7"/>
                    <a:pt x="2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3" name="Freeform 33"/>
            <p:cNvSpPr>
              <a:spLocks noEditPoints="1"/>
            </p:cNvSpPr>
            <p:nvPr/>
          </p:nvSpPr>
          <p:spPr bwMode="auto">
            <a:xfrm>
              <a:off x="3140075" y="2582863"/>
              <a:ext cx="827088" cy="827088"/>
            </a:xfrm>
            <a:custGeom>
              <a:avLst/>
              <a:gdLst>
                <a:gd name="T0" fmla="*/ 0 w 284"/>
                <a:gd name="T1" fmla="*/ 142 h 284"/>
                <a:gd name="T2" fmla="*/ 142 w 284"/>
                <a:gd name="T3" fmla="*/ 0 h 284"/>
                <a:gd name="T4" fmla="*/ 142 w 284"/>
                <a:gd name="T5" fmla="*/ 0 h 284"/>
                <a:gd name="T6" fmla="*/ 284 w 284"/>
                <a:gd name="T7" fmla="*/ 142 h 284"/>
                <a:gd name="T8" fmla="*/ 284 w 284"/>
                <a:gd name="T9" fmla="*/ 142 h 284"/>
                <a:gd name="T10" fmla="*/ 142 w 284"/>
                <a:gd name="T11" fmla="*/ 284 h 284"/>
                <a:gd name="T12" fmla="*/ 142 w 284"/>
                <a:gd name="T13" fmla="*/ 284 h 284"/>
                <a:gd name="T14" fmla="*/ 0 w 284"/>
                <a:gd name="T15" fmla="*/ 142 h 284"/>
                <a:gd name="T16" fmla="*/ 25 w 284"/>
                <a:gd name="T17" fmla="*/ 142 h 284"/>
                <a:gd name="T18" fmla="*/ 142 w 284"/>
                <a:gd name="T19" fmla="*/ 260 h 284"/>
                <a:gd name="T20" fmla="*/ 142 w 284"/>
                <a:gd name="T21" fmla="*/ 260 h 284"/>
                <a:gd name="T22" fmla="*/ 260 w 284"/>
                <a:gd name="T23" fmla="*/ 142 h 284"/>
                <a:gd name="T24" fmla="*/ 260 w 284"/>
                <a:gd name="T25" fmla="*/ 142 h 284"/>
                <a:gd name="T26" fmla="*/ 142 w 284"/>
                <a:gd name="T27" fmla="*/ 24 h 284"/>
                <a:gd name="T28" fmla="*/ 142 w 284"/>
                <a:gd name="T29" fmla="*/ 24 h 284"/>
                <a:gd name="T30" fmla="*/ 25 w 284"/>
                <a:gd name="T31" fmla="*/ 142 h 284"/>
                <a:gd name="T32" fmla="*/ 25 w 284"/>
                <a:gd name="T33" fmla="*/ 142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4" h="284">
                  <a:moveTo>
                    <a:pt x="0" y="142"/>
                  </a:moveTo>
                  <a:cubicBezTo>
                    <a:pt x="0" y="63"/>
                    <a:pt x="64" y="0"/>
                    <a:pt x="142" y="0"/>
                  </a:cubicBezTo>
                  <a:cubicBezTo>
                    <a:pt x="142" y="0"/>
                    <a:pt x="142" y="0"/>
                    <a:pt x="142" y="0"/>
                  </a:cubicBezTo>
                  <a:cubicBezTo>
                    <a:pt x="221" y="0"/>
                    <a:pt x="284" y="63"/>
                    <a:pt x="284" y="142"/>
                  </a:cubicBezTo>
                  <a:cubicBezTo>
                    <a:pt x="284" y="142"/>
                    <a:pt x="284" y="142"/>
                    <a:pt x="284" y="142"/>
                  </a:cubicBezTo>
                  <a:cubicBezTo>
                    <a:pt x="284" y="220"/>
                    <a:pt x="221" y="284"/>
                    <a:pt x="142" y="284"/>
                  </a:cubicBezTo>
                  <a:cubicBezTo>
                    <a:pt x="142" y="284"/>
                    <a:pt x="142" y="284"/>
                    <a:pt x="142" y="284"/>
                  </a:cubicBezTo>
                  <a:cubicBezTo>
                    <a:pt x="64" y="284"/>
                    <a:pt x="0" y="220"/>
                    <a:pt x="0" y="142"/>
                  </a:cubicBezTo>
                  <a:close/>
                  <a:moveTo>
                    <a:pt x="25" y="142"/>
                  </a:moveTo>
                  <a:cubicBezTo>
                    <a:pt x="25" y="207"/>
                    <a:pt x="77" y="259"/>
                    <a:pt x="142" y="260"/>
                  </a:cubicBezTo>
                  <a:cubicBezTo>
                    <a:pt x="142" y="260"/>
                    <a:pt x="142" y="260"/>
                    <a:pt x="142" y="260"/>
                  </a:cubicBezTo>
                  <a:cubicBezTo>
                    <a:pt x="207" y="259"/>
                    <a:pt x="260" y="207"/>
                    <a:pt x="260" y="142"/>
                  </a:cubicBezTo>
                  <a:cubicBezTo>
                    <a:pt x="260" y="142"/>
                    <a:pt x="260" y="142"/>
                    <a:pt x="260" y="142"/>
                  </a:cubicBezTo>
                  <a:cubicBezTo>
                    <a:pt x="260" y="77"/>
                    <a:pt x="207" y="24"/>
                    <a:pt x="142" y="24"/>
                  </a:cubicBezTo>
                  <a:cubicBezTo>
                    <a:pt x="142" y="24"/>
                    <a:pt x="142" y="24"/>
                    <a:pt x="142" y="24"/>
                  </a:cubicBezTo>
                  <a:cubicBezTo>
                    <a:pt x="77" y="24"/>
                    <a:pt x="25" y="77"/>
                    <a:pt x="25" y="142"/>
                  </a:cubicBezTo>
                  <a:cubicBezTo>
                    <a:pt x="25" y="142"/>
                    <a:pt x="25" y="142"/>
                    <a:pt x="25" y="1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4" name="Freeform 34"/>
            <p:cNvSpPr>
              <a:spLocks/>
            </p:cNvSpPr>
            <p:nvPr/>
          </p:nvSpPr>
          <p:spPr bwMode="auto">
            <a:xfrm>
              <a:off x="3068638" y="2495550"/>
              <a:ext cx="971550" cy="454025"/>
            </a:xfrm>
            <a:custGeom>
              <a:avLst/>
              <a:gdLst>
                <a:gd name="T0" fmla="*/ 0 w 334"/>
                <a:gd name="T1" fmla="*/ 155 h 156"/>
                <a:gd name="T2" fmla="*/ 167 w 334"/>
                <a:gd name="T3" fmla="*/ 0 h 156"/>
                <a:gd name="T4" fmla="*/ 167 w 334"/>
                <a:gd name="T5" fmla="*/ 0 h 156"/>
                <a:gd name="T6" fmla="*/ 334 w 334"/>
                <a:gd name="T7" fmla="*/ 155 h 156"/>
                <a:gd name="T8" fmla="*/ 334 w 334"/>
                <a:gd name="T9" fmla="*/ 155 h 156"/>
                <a:gd name="T10" fmla="*/ 322 w 334"/>
                <a:gd name="T11" fmla="*/ 155 h 156"/>
                <a:gd name="T12" fmla="*/ 167 w 334"/>
                <a:gd name="T13" fmla="*/ 12 h 156"/>
                <a:gd name="T14" fmla="*/ 167 w 334"/>
                <a:gd name="T15" fmla="*/ 12 h 156"/>
                <a:gd name="T16" fmla="*/ 12 w 334"/>
                <a:gd name="T17" fmla="*/ 156 h 156"/>
                <a:gd name="T18" fmla="*/ 12 w 334"/>
                <a:gd name="T19" fmla="*/ 156 h 156"/>
                <a:gd name="T20" fmla="*/ 0 w 334"/>
                <a:gd name="T21" fmla="*/ 155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4" h="156">
                  <a:moveTo>
                    <a:pt x="0" y="155"/>
                  </a:moveTo>
                  <a:cubicBezTo>
                    <a:pt x="7" y="68"/>
                    <a:pt x="79" y="0"/>
                    <a:pt x="167" y="0"/>
                  </a:cubicBezTo>
                  <a:cubicBezTo>
                    <a:pt x="167" y="0"/>
                    <a:pt x="167" y="0"/>
                    <a:pt x="167" y="0"/>
                  </a:cubicBezTo>
                  <a:cubicBezTo>
                    <a:pt x="255" y="0"/>
                    <a:pt x="328" y="68"/>
                    <a:pt x="334" y="155"/>
                  </a:cubicBezTo>
                  <a:cubicBezTo>
                    <a:pt x="334" y="155"/>
                    <a:pt x="334" y="155"/>
                    <a:pt x="334" y="155"/>
                  </a:cubicBezTo>
                  <a:cubicBezTo>
                    <a:pt x="322" y="155"/>
                    <a:pt x="322" y="155"/>
                    <a:pt x="322" y="155"/>
                  </a:cubicBezTo>
                  <a:cubicBezTo>
                    <a:pt x="316" y="75"/>
                    <a:pt x="249" y="12"/>
                    <a:pt x="167" y="12"/>
                  </a:cubicBezTo>
                  <a:cubicBezTo>
                    <a:pt x="167" y="12"/>
                    <a:pt x="167" y="12"/>
                    <a:pt x="167" y="12"/>
                  </a:cubicBezTo>
                  <a:cubicBezTo>
                    <a:pt x="85" y="12"/>
                    <a:pt x="18" y="75"/>
                    <a:pt x="12" y="156"/>
                  </a:cubicBezTo>
                  <a:cubicBezTo>
                    <a:pt x="12" y="156"/>
                    <a:pt x="12" y="156"/>
                    <a:pt x="12" y="156"/>
                  </a:cubicBezTo>
                  <a:cubicBezTo>
                    <a:pt x="0" y="155"/>
                    <a:pt x="0" y="155"/>
                    <a:pt x="0" y="1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5" name="Freeform 35"/>
            <p:cNvSpPr>
              <a:spLocks/>
            </p:cNvSpPr>
            <p:nvPr/>
          </p:nvSpPr>
          <p:spPr bwMode="auto">
            <a:xfrm>
              <a:off x="2951163" y="3378200"/>
              <a:ext cx="1208088" cy="698500"/>
            </a:xfrm>
            <a:custGeom>
              <a:avLst/>
              <a:gdLst>
                <a:gd name="T0" fmla="*/ 382 w 415"/>
                <a:gd name="T1" fmla="*/ 223 h 240"/>
                <a:gd name="T2" fmla="*/ 326 w 415"/>
                <a:gd name="T3" fmla="*/ 80 h 240"/>
                <a:gd name="T4" fmla="*/ 326 w 415"/>
                <a:gd name="T5" fmla="*/ 80 h 240"/>
                <a:gd name="T6" fmla="*/ 207 w 415"/>
                <a:gd name="T7" fmla="*/ 33 h 240"/>
                <a:gd name="T8" fmla="*/ 207 w 415"/>
                <a:gd name="T9" fmla="*/ 33 h 240"/>
                <a:gd name="T10" fmla="*/ 161 w 415"/>
                <a:gd name="T11" fmla="*/ 39 h 240"/>
                <a:gd name="T12" fmla="*/ 161 w 415"/>
                <a:gd name="T13" fmla="*/ 39 h 240"/>
                <a:gd name="T14" fmla="*/ 60 w 415"/>
                <a:gd name="T15" fmla="*/ 114 h 240"/>
                <a:gd name="T16" fmla="*/ 60 w 415"/>
                <a:gd name="T17" fmla="*/ 114 h 240"/>
                <a:gd name="T18" fmla="*/ 33 w 415"/>
                <a:gd name="T19" fmla="*/ 223 h 240"/>
                <a:gd name="T20" fmla="*/ 33 w 415"/>
                <a:gd name="T21" fmla="*/ 223 h 240"/>
                <a:gd name="T22" fmla="*/ 16 w 415"/>
                <a:gd name="T23" fmla="*/ 240 h 240"/>
                <a:gd name="T24" fmla="*/ 16 w 415"/>
                <a:gd name="T25" fmla="*/ 240 h 240"/>
                <a:gd name="T26" fmla="*/ 0 w 415"/>
                <a:gd name="T27" fmla="*/ 223 h 240"/>
                <a:gd name="T28" fmla="*/ 0 w 415"/>
                <a:gd name="T29" fmla="*/ 223 h 240"/>
                <a:gd name="T30" fmla="*/ 32 w 415"/>
                <a:gd name="T31" fmla="*/ 97 h 240"/>
                <a:gd name="T32" fmla="*/ 32 w 415"/>
                <a:gd name="T33" fmla="*/ 97 h 240"/>
                <a:gd name="T34" fmla="*/ 152 w 415"/>
                <a:gd name="T35" fmla="*/ 8 h 240"/>
                <a:gd name="T36" fmla="*/ 152 w 415"/>
                <a:gd name="T37" fmla="*/ 8 h 240"/>
                <a:gd name="T38" fmla="*/ 207 w 415"/>
                <a:gd name="T39" fmla="*/ 0 h 240"/>
                <a:gd name="T40" fmla="*/ 207 w 415"/>
                <a:gd name="T41" fmla="*/ 0 h 240"/>
                <a:gd name="T42" fmla="*/ 349 w 415"/>
                <a:gd name="T43" fmla="*/ 56 h 240"/>
                <a:gd name="T44" fmla="*/ 349 w 415"/>
                <a:gd name="T45" fmla="*/ 56 h 240"/>
                <a:gd name="T46" fmla="*/ 414 w 415"/>
                <a:gd name="T47" fmla="*/ 223 h 240"/>
                <a:gd name="T48" fmla="*/ 414 w 415"/>
                <a:gd name="T49" fmla="*/ 223 h 240"/>
                <a:gd name="T50" fmla="*/ 398 w 415"/>
                <a:gd name="T51" fmla="*/ 240 h 240"/>
                <a:gd name="T52" fmla="*/ 398 w 415"/>
                <a:gd name="T53" fmla="*/ 240 h 240"/>
                <a:gd name="T54" fmla="*/ 382 w 415"/>
                <a:gd name="T55" fmla="*/ 223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15" h="240">
                  <a:moveTo>
                    <a:pt x="382" y="223"/>
                  </a:moveTo>
                  <a:cubicBezTo>
                    <a:pt x="382" y="167"/>
                    <a:pt x="367" y="118"/>
                    <a:pt x="326" y="80"/>
                  </a:cubicBezTo>
                  <a:cubicBezTo>
                    <a:pt x="326" y="80"/>
                    <a:pt x="326" y="80"/>
                    <a:pt x="326" y="80"/>
                  </a:cubicBezTo>
                  <a:cubicBezTo>
                    <a:pt x="294" y="49"/>
                    <a:pt x="250" y="33"/>
                    <a:pt x="207" y="33"/>
                  </a:cubicBezTo>
                  <a:cubicBezTo>
                    <a:pt x="207" y="33"/>
                    <a:pt x="207" y="33"/>
                    <a:pt x="207" y="33"/>
                  </a:cubicBezTo>
                  <a:cubicBezTo>
                    <a:pt x="191" y="33"/>
                    <a:pt x="176" y="35"/>
                    <a:pt x="161" y="39"/>
                  </a:cubicBezTo>
                  <a:cubicBezTo>
                    <a:pt x="161" y="39"/>
                    <a:pt x="161" y="39"/>
                    <a:pt x="161" y="39"/>
                  </a:cubicBezTo>
                  <a:cubicBezTo>
                    <a:pt x="119" y="51"/>
                    <a:pt x="83" y="78"/>
                    <a:pt x="60" y="114"/>
                  </a:cubicBezTo>
                  <a:cubicBezTo>
                    <a:pt x="60" y="114"/>
                    <a:pt x="60" y="114"/>
                    <a:pt x="60" y="114"/>
                  </a:cubicBezTo>
                  <a:cubicBezTo>
                    <a:pt x="39" y="147"/>
                    <a:pt x="33" y="183"/>
                    <a:pt x="33" y="223"/>
                  </a:cubicBezTo>
                  <a:cubicBezTo>
                    <a:pt x="33" y="223"/>
                    <a:pt x="33" y="223"/>
                    <a:pt x="33" y="223"/>
                  </a:cubicBezTo>
                  <a:cubicBezTo>
                    <a:pt x="33" y="232"/>
                    <a:pt x="25" y="240"/>
                    <a:pt x="16" y="240"/>
                  </a:cubicBezTo>
                  <a:cubicBezTo>
                    <a:pt x="16" y="240"/>
                    <a:pt x="16" y="240"/>
                    <a:pt x="16" y="240"/>
                  </a:cubicBezTo>
                  <a:cubicBezTo>
                    <a:pt x="7" y="240"/>
                    <a:pt x="0" y="232"/>
                    <a:pt x="0" y="223"/>
                  </a:cubicBezTo>
                  <a:cubicBezTo>
                    <a:pt x="0" y="223"/>
                    <a:pt x="0" y="223"/>
                    <a:pt x="0" y="223"/>
                  </a:cubicBezTo>
                  <a:cubicBezTo>
                    <a:pt x="0" y="180"/>
                    <a:pt x="7" y="136"/>
                    <a:pt x="32" y="97"/>
                  </a:cubicBezTo>
                  <a:cubicBezTo>
                    <a:pt x="32" y="97"/>
                    <a:pt x="32" y="97"/>
                    <a:pt x="32" y="97"/>
                  </a:cubicBezTo>
                  <a:cubicBezTo>
                    <a:pt x="59" y="53"/>
                    <a:pt x="102" y="21"/>
                    <a:pt x="152" y="8"/>
                  </a:cubicBezTo>
                  <a:cubicBezTo>
                    <a:pt x="152" y="8"/>
                    <a:pt x="152" y="8"/>
                    <a:pt x="152" y="8"/>
                  </a:cubicBezTo>
                  <a:cubicBezTo>
                    <a:pt x="170" y="3"/>
                    <a:pt x="188" y="0"/>
                    <a:pt x="207" y="0"/>
                  </a:cubicBezTo>
                  <a:cubicBezTo>
                    <a:pt x="207" y="0"/>
                    <a:pt x="207" y="0"/>
                    <a:pt x="207" y="0"/>
                  </a:cubicBezTo>
                  <a:cubicBezTo>
                    <a:pt x="259" y="0"/>
                    <a:pt x="310" y="20"/>
                    <a:pt x="349" y="56"/>
                  </a:cubicBezTo>
                  <a:cubicBezTo>
                    <a:pt x="349" y="56"/>
                    <a:pt x="349" y="56"/>
                    <a:pt x="349" y="56"/>
                  </a:cubicBezTo>
                  <a:cubicBezTo>
                    <a:pt x="397" y="101"/>
                    <a:pt x="415" y="161"/>
                    <a:pt x="414" y="223"/>
                  </a:cubicBezTo>
                  <a:cubicBezTo>
                    <a:pt x="414" y="223"/>
                    <a:pt x="414" y="223"/>
                    <a:pt x="414" y="223"/>
                  </a:cubicBezTo>
                  <a:cubicBezTo>
                    <a:pt x="414" y="232"/>
                    <a:pt x="407" y="240"/>
                    <a:pt x="398" y="240"/>
                  </a:cubicBezTo>
                  <a:cubicBezTo>
                    <a:pt x="398" y="240"/>
                    <a:pt x="398" y="240"/>
                    <a:pt x="398" y="240"/>
                  </a:cubicBezTo>
                  <a:cubicBezTo>
                    <a:pt x="389" y="240"/>
                    <a:pt x="382" y="232"/>
                    <a:pt x="382" y="2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6" name="Freeform 36"/>
            <p:cNvSpPr>
              <a:spLocks/>
            </p:cNvSpPr>
            <p:nvPr/>
          </p:nvSpPr>
          <p:spPr bwMode="auto">
            <a:xfrm>
              <a:off x="3446463" y="3189288"/>
              <a:ext cx="165100" cy="88900"/>
            </a:xfrm>
            <a:custGeom>
              <a:avLst/>
              <a:gdLst>
                <a:gd name="T0" fmla="*/ 57 w 57"/>
                <a:gd name="T1" fmla="*/ 15 h 31"/>
                <a:gd name="T2" fmla="*/ 41 w 57"/>
                <a:gd name="T3" fmla="*/ 31 h 31"/>
                <a:gd name="T4" fmla="*/ 16 w 57"/>
                <a:gd name="T5" fmla="*/ 31 h 31"/>
                <a:gd name="T6" fmla="*/ 0 w 57"/>
                <a:gd name="T7" fmla="*/ 15 h 31"/>
                <a:gd name="T8" fmla="*/ 0 w 57"/>
                <a:gd name="T9" fmla="*/ 15 h 31"/>
                <a:gd name="T10" fmla="*/ 16 w 57"/>
                <a:gd name="T11" fmla="*/ 0 h 31"/>
                <a:gd name="T12" fmla="*/ 41 w 57"/>
                <a:gd name="T13" fmla="*/ 0 h 31"/>
                <a:gd name="T14" fmla="*/ 57 w 57"/>
                <a:gd name="T15" fmla="*/ 15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31">
                  <a:moveTo>
                    <a:pt x="57" y="15"/>
                  </a:moveTo>
                  <a:cubicBezTo>
                    <a:pt x="57" y="24"/>
                    <a:pt x="50" y="31"/>
                    <a:pt x="41" y="31"/>
                  </a:cubicBezTo>
                  <a:cubicBezTo>
                    <a:pt x="16" y="31"/>
                    <a:pt x="16" y="31"/>
                    <a:pt x="16" y="31"/>
                  </a:cubicBezTo>
                  <a:cubicBezTo>
                    <a:pt x="7" y="31"/>
                    <a:pt x="0" y="24"/>
                    <a:pt x="0" y="15"/>
                  </a:cubicBezTo>
                  <a:cubicBezTo>
                    <a:pt x="0" y="15"/>
                    <a:pt x="0" y="15"/>
                    <a:pt x="0" y="15"/>
                  </a:cubicBezTo>
                  <a:cubicBezTo>
                    <a:pt x="0" y="7"/>
                    <a:pt x="7" y="0"/>
                    <a:pt x="16" y="0"/>
                  </a:cubicBezTo>
                  <a:cubicBezTo>
                    <a:pt x="41" y="0"/>
                    <a:pt x="41" y="0"/>
                    <a:pt x="41" y="0"/>
                  </a:cubicBezTo>
                  <a:cubicBezTo>
                    <a:pt x="50" y="0"/>
                    <a:pt x="57" y="7"/>
                    <a:pt x="57"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7" name="Freeform 37"/>
            <p:cNvSpPr>
              <a:spLocks/>
            </p:cNvSpPr>
            <p:nvPr/>
          </p:nvSpPr>
          <p:spPr bwMode="auto">
            <a:xfrm>
              <a:off x="3117850" y="3168650"/>
              <a:ext cx="349250" cy="92075"/>
            </a:xfrm>
            <a:custGeom>
              <a:avLst/>
              <a:gdLst>
                <a:gd name="T0" fmla="*/ 34 w 120"/>
                <a:gd name="T1" fmla="*/ 32 h 32"/>
                <a:gd name="T2" fmla="*/ 0 w 120"/>
                <a:gd name="T3" fmla="*/ 2 h 32"/>
                <a:gd name="T4" fmla="*/ 0 w 120"/>
                <a:gd name="T5" fmla="*/ 2 h 32"/>
                <a:gd name="T6" fmla="*/ 12 w 120"/>
                <a:gd name="T7" fmla="*/ 0 h 32"/>
                <a:gd name="T8" fmla="*/ 34 w 120"/>
                <a:gd name="T9" fmla="*/ 20 h 32"/>
                <a:gd name="T10" fmla="*/ 34 w 120"/>
                <a:gd name="T11" fmla="*/ 20 h 32"/>
                <a:gd name="T12" fmla="*/ 120 w 120"/>
                <a:gd name="T13" fmla="*/ 20 h 32"/>
                <a:gd name="T14" fmla="*/ 120 w 120"/>
                <a:gd name="T15" fmla="*/ 20 h 32"/>
                <a:gd name="T16" fmla="*/ 120 w 120"/>
                <a:gd name="T17" fmla="*/ 32 h 32"/>
                <a:gd name="T18" fmla="*/ 34 w 120"/>
                <a:gd name="T19"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0" h="32">
                  <a:moveTo>
                    <a:pt x="34" y="32"/>
                  </a:moveTo>
                  <a:cubicBezTo>
                    <a:pt x="16" y="32"/>
                    <a:pt x="2" y="19"/>
                    <a:pt x="0" y="2"/>
                  </a:cubicBezTo>
                  <a:cubicBezTo>
                    <a:pt x="0" y="2"/>
                    <a:pt x="0" y="2"/>
                    <a:pt x="0" y="2"/>
                  </a:cubicBezTo>
                  <a:cubicBezTo>
                    <a:pt x="12" y="0"/>
                    <a:pt x="12" y="0"/>
                    <a:pt x="12" y="0"/>
                  </a:cubicBezTo>
                  <a:cubicBezTo>
                    <a:pt x="13" y="11"/>
                    <a:pt x="22" y="20"/>
                    <a:pt x="34" y="20"/>
                  </a:cubicBezTo>
                  <a:cubicBezTo>
                    <a:pt x="34" y="20"/>
                    <a:pt x="34" y="20"/>
                    <a:pt x="34" y="20"/>
                  </a:cubicBezTo>
                  <a:cubicBezTo>
                    <a:pt x="120" y="20"/>
                    <a:pt x="120" y="20"/>
                    <a:pt x="120" y="20"/>
                  </a:cubicBezTo>
                  <a:cubicBezTo>
                    <a:pt x="120" y="20"/>
                    <a:pt x="120" y="20"/>
                    <a:pt x="120" y="20"/>
                  </a:cubicBezTo>
                  <a:cubicBezTo>
                    <a:pt x="120" y="32"/>
                    <a:pt x="120" y="32"/>
                    <a:pt x="120" y="32"/>
                  </a:cubicBezTo>
                  <a:cubicBezTo>
                    <a:pt x="34" y="32"/>
                    <a:pt x="34" y="32"/>
                    <a:pt x="34"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28" name="组合 527"/>
          <p:cNvGrpSpPr/>
          <p:nvPr/>
        </p:nvGrpSpPr>
        <p:grpSpPr>
          <a:xfrm>
            <a:off x="11186317" y="1581195"/>
            <a:ext cx="351771" cy="282352"/>
            <a:chOff x="209550" y="2830513"/>
            <a:chExt cx="1552575" cy="1246187"/>
          </a:xfrm>
          <a:solidFill>
            <a:srgbClr val="707E84"/>
          </a:solidFill>
        </p:grpSpPr>
        <p:sp>
          <p:nvSpPr>
            <p:cNvPr id="529" name="Freeform 49"/>
            <p:cNvSpPr>
              <a:spLocks noEditPoints="1"/>
            </p:cNvSpPr>
            <p:nvPr/>
          </p:nvSpPr>
          <p:spPr bwMode="auto">
            <a:xfrm>
              <a:off x="407988" y="3214688"/>
              <a:ext cx="493713" cy="666750"/>
            </a:xfrm>
            <a:custGeom>
              <a:avLst/>
              <a:gdLst>
                <a:gd name="T0" fmla="*/ 33 w 170"/>
                <a:gd name="T1" fmla="*/ 229 h 229"/>
                <a:gd name="T2" fmla="*/ 10 w 170"/>
                <a:gd name="T3" fmla="*/ 221 h 229"/>
                <a:gd name="T4" fmla="*/ 10 w 170"/>
                <a:gd name="T5" fmla="*/ 221 h 229"/>
                <a:gd name="T6" fmla="*/ 0 w 170"/>
                <a:gd name="T7" fmla="*/ 199 h 229"/>
                <a:gd name="T8" fmla="*/ 0 w 170"/>
                <a:gd name="T9" fmla="*/ 199 h 229"/>
                <a:gd name="T10" fmla="*/ 0 w 170"/>
                <a:gd name="T11" fmla="*/ 195 h 229"/>
                <a:gd name="T12" fmla="*/ 0 w 170"/>
                <a:gd name="T13" fmla="*/ 195 h 229"/>
                <a:gd name="T14" fmla="*/ 19 w 170"/>
                <a:gd name="T15" fmla="*/ 32 h 229"/>
                <a:gd name="T16" fmla="*/ 58 w 170"/>
                <a:gd name="T17" fmla="*/ 0 h 229"/>
                <a:gd name="T18" fmla="*/ 58 w 170"/>
                <a:gd name="T19" fmla="*/ 0 h 229"/>
                <a:gd name="T20" fmla="*/ 136 w 170"/>
                <a:gd name="T21" fmla="*/ 0 h 229"/>
                <a:gd name="T22" fmla="*/ 160 w 170"/>
                <a:gd name="T23" fmla="*/ 9 h 229"/>
                <a:gd name="T24" fmla="*/ 160 w 170"/>
                <a:gd name="T25" fmla="*/ 9 h 229"/>
                <a:gd name="T26" fmla="*/ 170 w 170"/>
                <a:gd name="T27" fmla="*/ 31 h 229"/>
                <a:gd name="T28" fmla="*/ 170 w 170"/>
                <a:gd name="T29" fmla="*/ 31 h 229"/>
                <a:gd name="T30" fmla="*/ 170 w 170"/>
                <a:gd name="T31" fmla="*/ 35 h 229"/>
                <a:gd name="T32" fmla="*/ 170 w 170"/>
                <a:gd name="T33" fmla="*/ 35 h 229"/>
                <a:gd name="T34" fmla="*/ 149 w 170"/>
                <a:gd name="T35" fmla="*/ 197 h 229"/>
                <a:gd name="T36" fmla="*/ 110 w 170"/>
                <a:gd name="T37" fmla="*/ 229 h 229"/>
                <a:gd name="T38" fmla="*/ 110 w 170"/>
                <a:gd name="T39" fmla="*/ 229 h 229"/>
                <a:gd name="T40" fmla="*/ 33 w 170"/>
                <a:gd name="T41" fmla="*/ 229 h 229"/>
                <a:gd name="T42" fmla="*/ 37 w 170"/>
                <a:gd name="T43" fmla="*/ 34 h 229"/>
                <a:gd name="T44" fmla="*/ 19 w 170"/>
                <a:gd name="T45" fmla="*/ 197 h 229"/>
                <a:gd name="T46" fmla="*/ 19 w 170"/>
                <a:gd name="T47" fmla="*/ 199 h 229"/>
                <a:gd name="T48" fmla="*/ 19 w 170"/>
                <a:gd name="T49" fmla="*/ 199 h 229"/>
                <a:gd name="T50" fmla="*/ 33 w 170"/>
                <a:gd name="T51" fmla="*/ 210 h 229"/>
                <a:gd name="T52" fmla="*/ 33 w 170"/>
                <a:gd name="T53" fmla="*/ 210 h 229"/>
                <a:gd name="T54" fmla="*/ 110 w 170"/>
                <a:gd name="T55" fmla="*/ 210 h 229"/>
                <a:gd name="T56" fmla="*/ 130 w 170"/>
                <a:gd name="T57" fmla="*/ 195 h 229"/>
                <a:gd name="T58" fmla="*/ 130 w 170"/>
                <a:gd name="T59" fmla="*/ 195 h 229"/>
                <a:gd name="T60" fmla="*/ 151 w 170"/>
                <a:gd name="T61" fmla="*/ 32 h 229"/>
                <a:gd name="T62" fmla="*/ 152 w 170"/>
                <a:gd name="T63" fmla="*/ 31 h 229"/>
                <a:gd name="T64" fmla="*/ 152 w 170"/>
                <a:gd name="T65" fmla="*/ 31 h 229"/>
                <a:gd name="T66" fmla="*/ 136 w 170"/>
                <a:gd name="T67" fmla="*/ 19 h 229"/>
                <a:gd name="T68" fmla="*/ 136 w 170"/>
                <a:gd name="T69" fmla="*/ 19 h 229"/>
                <a:gd name="T70" fmla="*/ 58 w 170"/>
                <a:gd name="T71" fmla="*/ 19 h 229"/>
                <a:gd name="T72" fmla="*/ 58 w 170"/>
                <a:gd name="T73" fmla="*/ 19 h 229"/>
                <a:gd name="T74" fmla="*/ 58 w 170"/>
                <a:gd name="T75" fmla="*/ 19 h 229"/>
                <a:gd name="T76" fmla="*/ 37 w 170"/>
                <a:gd name="T77" fmla="*/ 34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0" h="229">
                  <a:moveTo>
                    <a:pt x="33" y="229"/>
                  </a:moveTo>
                  <a:cubicBezTo>
                    <a:pt x="24" y="229"/>
                    <a:pt x="16" y="226"/>
                    <a:pt x="10" y="221"/>
                  </a:cubicBezTo>
                  <a:cubicBezTo>
                    <a:pt x="10" y="221"/>
                    <a:pt x="10" y="221"/>
                    <a:pt x="10" y="221"/>
                  </a:cubicBezTo>
                  <a:cubicBezTo>
                    <a:pt x="4" y="215"/>
                    <a:pt x="0" y="207"/>
                    <a:pt x="0" y="199"/>
                  </a:cubicBezTo>
                  <a:cubicBezTo>
                    <a:pt x="0" y="199"/>
                    <a:pt x="0" y="199"/>
                    <a:pt x="0" y="199"/>
                  </a:cubicBezTo>
                  <a:cubicBezTo>
                    <a:pt x="0" y="197"/>
                    <a:pt x="0" y="196"/>
                    <a:pt x="0" y="195"/>
                  </a:cubicBezTo>
                  <a:cubicBezTo>
                    <a:pt x="0" y="195"/>
                    <a:pt x="0" y="195"/>
                    <a:pt x="0" y="195"/>
                  </a:cubicBezTo>
                  <a:cubicBezTo>
                    <a:pt x="19" y="32"/>
                    <a:pt x="19" y="32"/>
                    <a:pt x="19" y="32"/>
                  </a:cubicBezTo>
                  <a:cubicBezTo>
                    <a:pt x="21" y="13"/>
                    <a:pt x="39" y="1"/>
                    <a:pt x="58" y="0"/>
                  </a:cubicBezTo>
                  <a:cubicBezTo>
                    <a:pt x="58" y="0"/>
                    <a:pt x="58" y="0"/>
                    <a:pt x="58" y="0"/>
                  </a:cubicBezTo>
                  <a:cubicBezTo>
                    <a:pt x="136" y="0"/>
                    <a:pt x="136" y="0"/>
                    <a:pt x="136" y="0"/>
                  </a:cubicBezTo>
                  <a:cubicBezTo>
                    <a:pt x="146" y="0"/>
                    <a:pt x="154" y="3"/>
                    <a:pt x="160" y="9"/>
                  </a:cubicBezTo>
                  <a:cubicBezTo>
                    <a:pt x="160" y="9"/>
                    <a:pt x="160" y="9"/>
                    <a:pt x="160" y="9"/>
                  </a:cubicBezTo>
                  <a:cubicBezTo>
                    <a:pt x="166" y="14"/>
                    <a:pt x="170" y="22"/>
                    <a:pt x="170" y="31"/>
                  </a:cubicBezTo>
                  <a:cubicBezTo>
                    <a:pt x="170" y="31"/>
                    <a:pt x="170" y="31"/>
                    <a:pt x="170" y="31"/>
                  </a:cubicBezTo>
                  <a:cubicBezTo>
                    <a:pt x="170" y="32"/>
                    <a:pt x="170" y="33"/>
                    <a:pt x="170" y="35"/>
                  </a:cubicBezTo>
                  <a:cubicBezTo>
                    <a:pt x="170" y="35"/>
                    <a:pt x="170" y="35"/>
                    <a:pt x="170" y="35"/>
                  </a:cubicBezTo>
                  <a:cubicBezTo>
                    <a:pt x="149" y="197"/>
                    <a:pt x="149" y="197"/>
                    <a:pt x="149" y="197"/>
                  </a:cubicBezTo>
                  <a:cubicBezTo>
                    <a:pt x="146" y="216"/>
                    <a:pt x="129" y="229"/>
                    <a:pt x="110" y="229"/>
                  </a:cubicBezTo>
                  <a:cubicBezTo>
                    <a:pt x="110" y="229"/>
                    <a:pt x="110" y="229"/>
                    <a:pt x="110" y="229"/>
                  </a:cubicBezTo>
                  <a:cubicBezTo>
                    <a:pt x="33" y="229"/>
                    <a:pt x="33" y="229"/>
                    <a:pt x="33" y="229"/>
                  </a:cubicBezTo>
                  <a:close/>
                  <a:moveTo>
                    <a:pt x="37" y="34"/>
                  </a:moveTo>
                  <a:cubicBezTo>
                    <a:pt x="19" y="197"/>
                    <a:pt x="19" y="197"/>
                    <a:pt x="19" y="197"/>
                  </a:cubicBezTo>
                  <a:cubicBezTo>
                    <a:pt x="19" y="198"/>
                    <a:pt x="19" y="198"/>
                    <a:pt x="19" y="199"/>
                  </a:cubicBezTo>
                  <a:cubicBezTo>
                    <a:pt x="19" y="199"/>
                    <a:pt x="19" y="199"/>
                    <a:pt x="19" y="199"/>
                  </a:cubicBezTo>
                  <a:cubicBezTo>
                    <a:pt x="19" y="204"/>
                    <a:pt x="24" y="210"/>
                    <a:pt x="33" y="210"/>
                  </a:cubicBezTo>
                  <a:cubicBezTo>
                    <a:pt x="33" y="210"/>
                    <a:pt x="33" y="210"/>
                    <a:pt x="33" y="210"/>
                  </a:cubicBezTo>
                  <a:cubicBezTo>
                    <a:pt x="110" y="210"/>
                    <a:pt x="110" y="210"/>
                    <a:pt x="110" y="210"/>
                  </a:cubicBezTo>
                  <a:cubicBezTo>
                    <a:pt x="120" y="211"/>
                    <a:pt x="130" y="202"/>
                    <a:pt x="130" y="195"/>
                  </a:cubicBezTo>
                  <a:cubicBezTo>
                    <a:pt x="130" y="195"/>
                    <a:pt x="130" y="195"/>
                    <a:pt x="130" y="195"/>
                  </a:cubicBezTo>
                  <a:cubicBezTo>
                    <a:pt x="151" y="32"/>
                    <a:pt x="151" y="32"/>
                    <a:pt x="151" y="32"/>
                  </a:cubicBezTo>
                  <a:cubicBezTo>
                    <a:pt x="151" y="32"/>
                    <a:pt x="152" y="31"/>
                    <a:pt x="152" y="31"/>
                  </a:cubicBezTo>
                  <a:cubicBezTo>
                    <a:pt x="152" y="31"/>
                    <a:pt x="152" y="31"/>
                    <a:pt x="152" y="31"/>
                  </a:cubicBezTo>
                  <a:cubicBezTo>
                    <a:pt x="152" y="25"/>
                    <a:pt x="147" y="19"/>
                    <a:pt x="136" y="19"/>
                  </a:cubicBezTo>
                  <a:cubicBezTo>
                    <a:pt x="136" y="19"/>
                    <a:pt x="136" y="19"/>
                    <a:pt x="136" y="19"/>
                  </a:cubicBezTo>
                  <a:cubicBezTo>
                    <a:pt x="58" y="19"/>
                    <a:pt x="58" y="19"/>
                    <a:pt x="58" y="19"/>
                  </a:cubicBezTo>
                  <a:cubicBezTo>
                    <a:pt x="58" y="19"/>
                    <a:pt x="58" y="19"/>
                    <a:pt x="58" y="19"/>
                  </a:cubicBezTo>
                  <a:cubicBezTo>
                    <a:pt x="58" y="19"/>
                    <a:pt x="58" y="19"/>
                    <a:pt x="58" y="19"/>
                  </a:cubicBezTo>
                  <a:cubicBezTo>
                    <a:pt x="47" y="19"/>
                    <a:pt x="38" y="28"/>
                    <a:pt x="37"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0" name="Freeform 50"/>
            <p:cNvSpPr>
              <a:spLocks noEditPoints="1"/>
            </p:cNvSpPr>
            <p:nvPr/>
          </p:nvSpPr>
          <p:spPr bwMode="auto">
            <a:xfrm>
              <a:off x="954088" y="3214688"/>
              <a:ext cx="488950" cy="666750"/>
            </a:xfrm>
            <a:custGeom>
              <a:avLst/>
              <a:gdLst>
                <a:gd name="T0" fmla="*/ 130 w 168"/>
                <a:gd name="T1" fmla="*/ 195 h 229"/>
                <a:gd name="T2" fmla="*/ 110 w 168"/>
                <a:gd name="T3" fmla="*/ 210 h 229"/>
                <a:gd name="T4" fmla="*/ 33 w 168"/>
                <a:gd name="T5" fmla="*/ 210 h 229"/>
                <a:gd name="T6" fmla="*/ 19 w 168"/>
                <a:gd name="T7" fmla="*/ 199 h 229"/>
                <a:gd name="T8" fmla="*/ 19 w 168"/>
                <a:gd name="T9" fmla="*/ 197 h 229"/>
                <a:gd name="T10" fmla="*/ 25 w 168"/>
                <a:gd name="T11" fmla="*/ 140 h 229"/>
                <a:gd name="T12" fmla="*/ 9 w 168"/>
                <a:gd name="T13" fmla="*/ 117 h 229"/>
                <a:gd name="T14" fmla="*/ 0 w 168"/>
                <a:gd name="T15" fmla="*/ 195 h 229"/>
                <a:gd name="T16" fmla="*/ 0 w 168"/>
                <a:gd name="T17" fmla="*/ 199 h 229"/>
                <a:gd name="T18" fmla="*/ 10 w 168"/>
                <a:gd name="T19" fmla="*/ 221 h 229"/>
                <a:gd name="T20" fmla="*/ 33 w 168"/>
                <a:gd name="T21" fmla="*/ 229 h 229"/>
                <a:gd name="T22" fmla="*/ 110 w 168"/>
                <a:gd name="T23" fmla="*/ 229 h 229"/>
                <a:gd name="T24" fmla="*/ 149 w 168"/>
                <a:gd name="T25" fmla="*/ 197 h 229"/>
                <a:gd name="T26" fmla="*/ 163 w 168"/>
                <a:gd name="T27" fmla="*/ 88 h 229"/>
                <a:gd name="T28" fmla="*/ 140 w 168"/>
                <a:gd name="T29" fmla="*/ 120 h 229"/>
                <a:gd name="T30" fmla="*/ 130 w 168"/>
                <a:gd name="T31" fmla="*/ 195 h 229"/>
                <a:gd name="T32" fmla="*/ 32 w 168"/>
                <a:gd name="T33" fmla="*/ 78 h 229"/>
                <a:gd name="T34" fmla="*/ 37 w 168"/>
                <a:gd name="T35" fmla="*/ 34 h 229"/>
                <a:gd name="T36" fmla="*/ 58 w 168"/>
                <a:gd name="T37" fmla="*/ 19 h 229"/>
                <a:gd name="T38" fmla="*/ 58 w 168"/>
                <a:gd name="T39" fmla="*/ 19 h 229"/>
                <a:gd name="T40" fmla="*/ 136 w 168"/>
                <a:gd name="T41" fmla="*/ 19 h 229"/>
                <a:gd name="T42" fmla="*/ 151 w 168"/>
                <a:gd name="T43" fmla="*/ 31 h 229"/>
                <a:gd name="T44" fmla="*/ 151 w 168"/>
                <a:gd name="T45" fmla="*/ 32 h 229"/>
                <a:gd name="T46" fmla="*/ 151 w 168"/>
                <a:gd name="T47" fmla="*/ 34 h 229"/>
                <a:gd name="T48" fmla="*/ 168 w 168"/>
                <a:gd name="T49" fmla="*/ 20 h 229"/>
                <a:gd name="T50" fmla="*/ 160 w 168"/>
                <a:gd name="T51" fmla="*/ 9 h 229"/>
                <a:gd name="T52" fmla="*/ 136 w 168"/>
                <a:gd name="T53" fmla="*/ 0 h 229"/>
                <a:gd name="T54" fmla="*/ 58 w 168"/>
                <a:gd name="T55" fmla="*/ 0 h 229"/>
                <a:gd name="T56" fmla="*/ 19 w 168"/>
                <a:gd name="T57" fmla="*/ 32 h 229"/>
                <a:gd name="T58" fmla="*/ 14 w 168"/>
                <a:gd name="T59" fmla="*/ 71 h 229"/>
                <a:gd name="T60" fmla="*/ 14 w 168"/>
                <a:gd name="T61" fmla="*/ 71 h 229"/>
                <a:gd name="T62" fmla="*/ 32 w 168"/>
                <a:gd name="T63" fmla="*/ 78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8" h="229">
                  <a:moveTo>
                    <a:pt x="130" y="195"/>
                  </a:moveTo>
                  <a:cubicBezTo>
                    <a:pt x="130" y="202"/>
                    <a:pt x="120" y="211"/>
                    <a:pt x="110" y="210"/>
                  </a:cubicBezTo>
                  <a:cubicBezTo>
                    <a:pt x="33" y="210"/>
                    <a:pt x="33" y="210"/>
                    <a:pt x="33" y="210"/>
                  </a:cubicBezTo>
                  <a:cubicBezTo>
                    <a:pt x="24" y="210"/>
                    <a:pt x="19" y="204"/>
                    <a:pt x="19" y="199"/>
                  </a:cubicBezTo>
                  <a:cubicBezTo>
                    <a:pt x="19" y="198"/>
                    <a:pt x="19" y="198"/>
                    <a:pt x="19" y="197"/>
                  </a:cubicBezTo>
                  <a:cubicBezTo>
                    <a:pt x="25" y="140"/>
                    <a:pt x="25" y="140"/>
                    <a:pt x="25" y="140"/>
                  </a:cubicBezTo>
                  <a:cubicBezTo>
                    <a:pt x="9" y="117"/>
                    <a:pt x="9" y="117"/>
                    <a:pt x="9" y="117"/>
                  </a:cubicBezTo>
                  <a:cubicBezTo>
                    <a:pt x="0" y="195"/>
                    <a:pt x="0" y="195"/>
                    <a:pt x="0" y="195"/>
                  </a:cubicBezTo>
                  <a:cubicBezTo>
                    <a:pt x="0" y="196"/>
                    <a:pt x="0" y="197"/>
                    <a:pt x="0" y="199"/>
                  </a:cubicBezTo>
                  <a:cubicBezTo>
                    <a:pt x="0" y="207"/>
                    <a:pt x="4" y="215"/>
                    <a:pt x="10" y="221"/>
                  </a:cubicBezTo>
                  <a:cubicBezTo>
                    <a:pt x="16" y="226"/>
                    <a:pt x="24" y="229"/>
                    <a:pt x="33" y="229"/>
                  </a:cubicBezTo>
                  <a:cubicBezTo>
                    <a:pt x="110" y="229"/>
                    <a:pt x="110" y="229"/>
                    <a:pt x="110" y="229"/>
                  </a:cubicBezTo>
                  <a:cubicBezTo>
                    <a:pt x="129" y="229"/>
                    <a:pt x="146" y="216"/>
                    <a:pt x="149" y="197"/>
                  </a:cubicBezTo>
                  <a:cubicBezTo>
                    <a:pt x="163" y="88"/>
                    <a:pt x="163" y="88"/>
                    <a:pt x="163" y="88"/>
                  </a:cubicBezTo>
                  <a:cubicBezTo>
                    <a:pt x="140" y="120"/>
                    <a:pt x="140" y="120"/>
                    <a:pt x="140" y="120"/>
                  </a:cubicBezTo>
                  <a:lnTo>
                    <a:pt x="130" y="195"/>
                  </a:lnTo>
                  <a:close/>
                  <a:moveTo>
                    <a:pt x="32" y="78"/>
                  </a:moveTo>
                  <a:cubicBezTo>
                    <a:pt x="37" y="34"/>
                    <a:pt x="37" y="34"/>
                    <a:pt x="37" y="34"/>
                  </a:cubicBezTo>
                  <a:cubicBezTo>
                    <a:pt x="38" y="28"/>
                    <a:pt x="47" y="19"/>
                    <a:pt x="58" y="19"/>
                  </a:cubicBezTo>
                  <a:cubicBezTo>
                    <a:pt x="58" y="19"/>
                    <a:pt x="58" y="19"/>
                    <a:pt x="58" y="19"/>
                  </a:cubicBezTo>
                  <a:cubicBezTo>
                    <a:pt x="136" y="19"/>
                    <a:pt x="136" y="19"/>
                    <a:pt x="136" y="19"/>
                  </a:cubicBezTo>
                  <a:cubicBezTo>
                    <a:pt x="146" y="19"/>
                    <a:pt x="151" y="25"/>
                    <a:pt x="151" y="31"/>
                  </a:cubicBezTo>
                  <a:cubicBezTo>
                    <a:pt x="151" y="31"/>
                    <a:pt x="151" y="32"/>
                    <a:pt x="151" y="32"/>
                  </a:cubicBezTo>
                  <a:cubicBezTo>
                    <a:pt x="151" y="34"/>
                    <a:pt x="151" y="34"/>
                    <a:pt x="151" y="34"/>
                  </a:cubicBezTo>
                  <a:cubicBezTo>
                    <a:pt x="168" y="20"/>
                    <a:pt x="168" y="20"/>
                    <a:pt x="168" y="20"/>
                  </a:cubicBezTo>
                  <a:cubicBezTo>
                    <a:pt x="167" y="16"/>
                    <a:pt x="164" y="12"/>
                    <a:pt x="160" y="9"/>
                  </a:cubicBezTo>
                  <a:cubicBezTo>
                    <a:pt x="154" y="3"/>
                    <a:pt x="145" y="0"/>
                    <a:pt x="136" y="0"/>
                  </a:cubicBezTo>
                  <a:cubicBezTo>
                    <a:pt x="58" y="0"/>
                    <a:pt x="58" y="0"/>
                    <a:pt x="58" y="0"/>
                  </a:cubicBezTo>
                  <a:cubicBezTo>
                    <a:pt x="39" y="1"/>
                    <a:pt x="21" y="13"/>
                    <a:pt x="19" y="32"/>
                  </a:cubicBezTo>
                  <a:cubicBezTo>
                    <a:pt x="14" y="71"/>
                    <a:pt x="14" y="71"/>
                    <a:pt x="14" y="71"/>
                  </a:cubicBezTo>
                  <a:cubicBezTo>
                    <a:pt x="14" y="71"/>
                    <a:pt x="14" y="71"/>
                    <a:pt x="14" y="71"/>
                  </a:cubicBezTo>
                  <a:lnTo>
                    <a:pt x="32" y="7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1" name="Freeform 51"/>
            <p:cNvSpPr>
              <a:spLocks noEditPoints="1"/>
            </p:cNvSpPr>
            <p:nvPr/>
          </p:nvSpPr>
          <p:spPr bwMode="auto">
            <a:xfrm>
              <a:off x="209550" y="2981325"/>
              <a:ext cx="1552575" cy="1095375"/>
            </a:xfrm>
            <a:custGeom>
              <a:avLst/>
              <a:gdLst>
                <a:gd name="T0" fmla="*/ 534 w 534"/>
                <a:gd name="T1" fmla="*/ 290 h 376"/>
                <a:gd name="T2" fmla="*/ 534 w 534"/>
                <a:gd name="T3" fmla="*/ 289 h 376"/>
                <a:gd name="T4" fmla="*/ 506 w 534"/>
                <a:gd name="T5" fmla="*/ 82 h 376"/>
                <a:gd name="T6" fmla="*/ 499 w 534"/>
                <a:gd name="T7" fmla="*/ 56 h 376"/>
                <a:gd name="T8" fmla="*/ 479 w 534"/>
                <a:gd name="T9" fmla="*/ 22 h 376"/>
                <a:gd name="T10" fmla="*/ 424 w 534"/>
                <a:gd name="T11" fmla="*/ 0 h 376"/>
                <a:gd name="T12" fmla="*/ 120 w 534"/>
                <a:gd name="T13" fmla="*/ 0 h 376"/>
                <a:gd name="T14" fmla="*/ 28 w 534"/>
                <a:gd name="T15" fmla="*/ 82 h 376"/>
                <a:gd name="T16" fmla="*/ 28 w 534"/>
                <a:gd name="T17" fmla="*/ 82 h 376"/>
                <a:gd name="T18" fmla="*/ 0 w 534"/>
                <a:gd name="T19" fmla="*/ 289 h 376"/>
                <a:gd name="T20" fmla="*/ 0 w 534"/>
                <a:gd name="T21" fmla="*/ 290 h 376"/>
                <a:gd name="T22" fmla="*/ 0 w 534"/>
                <a:gd name="T23" fmla="*/ 299 h 376"/>
                <a:gd name="T24" fmla="*/ 22 w 534"/>
                <a:gd name="T25" fmla="*/ 353 h 376"/>
                <a:gd name="T26" fmla="*/ 77 w 534"/>
                <a:gd name="T27" fmla="*/ 376 h 376"/>
                <a:gd name="T28" fmla="*/ 77 w 534"/>
                <a:gd name="T29" fmla="*/ 376 h 376"/>
                <a:gd name="T30" fmla="*/ 376 w 534"/>
                <a:gd name="T31" fmla="*/ 376 h 376"/>
                <a:gd name="T32" fmla="*/ 381 w 534"/>
                <a:gd name="T33" fmla="*/ 376 h 376"/>
                <a:gd name="T34" fmla="*/ 457 w 534"/>
                <a:gd name="T35" fmla="*/ 376 h 376"/>
                <a:gd name="T36" fmla="*/ 457 w 534"/>
                <a:gd name="T37" fmla="*/ 376 h 376"/>
                <a:gd name="T38" fmla="*/ 512 w 534"/>
                <a:gd name="T39" fmla="*/ 353 h 376"/>
                <a:gd name="T40" fmla="*/ 534 w 534"/>
                <a:gd name="T41" fmla="*/ 299 h 376"/>
                <a:gd name="T42" fmla="*/ 534 w 534"/>
                <a:gd name="T43" fmla="*/ 290 h 376"/>
                <a:gd name="T44" fmla="*/ 376 w 534"/>
                <a:gd name="T45" fmla="*/ 347 h 376"/>
                <a:gd name="T46" fmla="*/ 77 w 534"/>
                <a:gd name="T47" fmla="*/ 347 h 376"/>
                <a:gd name="T48" fmla="*/ 28 w 534"/>
                <a:gd name="T49" fmla="*/ 299 h 376"/>
                <a:gd name="T50" fmla="*/ 28 w 534"/>
                <a:gd name="T51" fmla="*/ 293 h 376"/>
                <a:gd name="T52" fmla="*/ 28 w 534"/>
                <a:gd name="T53" fmla="*/ 293 h 376"/>
                <a:gd name="T54" fmla="*/ 56 w 534"/>
                <a:gd name="T55" fmla="*/ 86 h 376"/>
                <a:gd name="T56" fmla="*/ 56 w 534"/>
                <a:gd name="T57" fmla="*/ 86 h 376"/>
                <a:gd name="T58" fmla="*/ 120 w 534"/>
                <a:gd name="T59" fmla="*/ 28 h 376"/>
                <a:gd name="T60" fmla="*/ 395 w 534"/>
                <a:gd name="T61" fmla="*/ 28 h 376"/>
                <a:gd name="T62" fmla="*/ 395 w 534"/>
                <a:gd name="T63" fmla="*/ 28 h 376"/>
                <a:gd name="T64" fmla="*/ 414 w 534"/>
                <a:gd name="T65" fmla="*/ 28 h 376"/>
                <a:gd name="T66" fmla="*/ 472 w 534"/>
                <a:gd name="T67" fmla="*/ 65 h 376"/>
                <a:gd name="T68" fmla="*/ 473 w 534"/>
                <a:gd name="T69" fmla="*/ 77 h 376"/>
                <a:gd name="T70" fmla="*/ 473 w 534"/>
                <a:gd name="T71" fmla="*/ 83 h 376"/>
                <a:gd name="T72" fmla="*/ 445 w 534"/>
                <a:gd name="T73" fmla="*/ 290 h 376"/>
                <a:gd name="T74" fmla="*/ 445 w 534"/>
                <a:gd name="T75" fmla="*/ 290 h 376"/>
                <a:gd name="T76" fmla="*/ 381 w 534"/>
                <a:gd name="T77" fmla="*/ 347 h 376"/>
                <a:gd name="T78" fmla="*/ 376 w 534"/>
                <a:gd name="T79" fmla="*/ 34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34" h="376">
                  <a:moveTo>
                    <a:pt x="534" y="290"/>
                  </a:moveTo>
                  <a:cubicBezTo>
                    <a:pt x="534" y="289"/>
                    <a:pt x="534" y="289"/>
                    <a:pt x="534" y="289"/>
                  </a:cubicBezTo>
                  <a:cubicBezTo>
                    <a:pt x="506" y="82"/>
                    <a:pt x="506" y="82"/>
                    <a:pt x="506" y="82"/>
                  </a:cubicBezTo>
                  <a:cubicBezTo>
                    <a:pt x="505" y="73"/>
                    <a:pt x="502" y="64"/>
                    <a:pt x="499" y="56"/>
                  </a:cubicBezTo>
                  <a:cubicBezTo>
                    <a:pt x="495" y="43"/>
                    <a:pt x="488" y="31"/>
                    <a:pt x="479" y="22"/>
                  </a:cubicBezTo>
                  <a:cubicBezTo>
                    <a:pt x="465" y="8"/>
                    <a:pt x="446" y="0"/>
                    <a:pt x="424" y="0"/>
                  </a:cubicBezTo>
                  <a:cubicBezTo>
                    <a:pt x="120" y="0"/>
                    <a:pt x="120" y="0"/>
                    <a:pt x="120" y="0"/>
                  </a:cubicBezTo>
                  <a:cubicBezTo>
                    <a:pt x="74" y="0"/>
                    <a:pt x="34" y="36"/>
                    <a:pt x="28" y="82"/>
                  </a:cubicBezTo>
                  <a:cubicBezTo>
                    <a:pt x="28" y="82"/>
                    <a:pt x="28" y="82"/>
                    <a:pt x="28" y="82"/>
                  </a:cubicBezTo>
                  <a:cubicBezTo>
                    <a:pt x="0" y="289"/>
                    <a:pt x="0" y="289"/>
                    <a:pt x="0" y="289"/>
                  </a:cubicBezTo>
                  <a:cubicBezTo>
                    <a:pt x="0" y="290"/>
                    <a:pt x="0" y="290"/>
                    <a:pt x="0" y="290"/>
                  </a:cubicBezTo>
                  <a:cubicBezTo>
                    <a:pt x="0" y="293"/>
                    <a:pt x="0" y="296"/>
                    <a:pt x="0" y="299"/>
                  </a:cubicBezTo>
                  <a:cubicBezTo>
                    <a:pt x="0" y="320"/>
                    <a:pt x="8" y="339"/>
                    <a:pt x="22" y="353"/>
                  </a:cubicBezTo>
                  <a:cubicBezTo>
                    <a:pt x="36" y="367"/>
                    <a:pt x="55" y="376"/>
                    <a:pt x="77" y="376"/>
                  </a:cubicBezTo>
                  <a:cubicBezTo>
                    <a:pt x="77" y="376"/>
                    <a:pt x="77" y="376"/>
                    <a:pt x="77" y="376"/>
                  </a:cubicBezTo>
                  <a:cubicBezTo>
                    <a:pt x="376" y="376"/>
                    <a:pt x="376" y="376"/>
                    <a:pt x="376" y="376"/>
                  </a:cubicBezTo>
                  <a:cubicBezTo>
                    <a:pt x="381" y="376"/>
                    <a:pt x="381" y="376"/>
                    <a:pt x="381" y="376"/>
                  </a:cubicBezTo>
                  <a:cubicBezTo>
                    <a:pt x="457" y="376"/>
                    <a:pt x="457" y="376"/>
                    <a:pt x="457" y="376"/>
                  </a:cubicBezTo>
                  <a:cubicBezTo>
                    <a:pt x="457" y="376"/>
                    <a:pt x="457" y="376"/>
                    <a:pt x="457" y="376"/>
                  </a:cubicBezTo>
                  <a:cubicBezTo>
                    <a:pt x="479" y="376"/>
                    <a:pt x="498" y="367"/>
                    <a:pt x="512" y="353"/>
                  </a:cubicBezTo>
                  <a:cubicBezTo>
                    <a:pt x="526" y="339"/>
                    <a:pt x="534" y="320"/>
                    <a:pt x="534" y="299"/>
                  </a:cubicBezTo>
                  <a:cubicBezTo>
                    <a:pt x="534" y="296"/>
                    <a:pt x="534" y="293"/>
                    <a:pt x="534" y="290"/>
                  </a:cubicBezTo>
                  <a:close/>
                  <a:moveTo>
                    <a:pt x="376" y="347"/>
                  </a:moveTo>
                  <a:cubicBezTo>
                    <a:pt x="77" y="347"/>
                    <a:pt x="77" y="347"/>
                    <a:pt x="77" y="347"/>
                  </a:cubicBezTo>
                  <a:cubicBezTo>
                    <a:pt x="48" y="347"/>
                    <a:pt x="28" y="327"/>
                    <a:pt x="28" y="299"/>
                  </a:cubicBezTo>
                  <a:cubicBezTo>
                    <a:pt x="28" y="297"/>
                    <a:pt x="28" y="295"/>
                    <a:pt x="28" y="293"/>
                  </a:cubicBezTo>
                  <a:cubicBezTo>
                    <a:pt x="28" y="293"/>
                    <a:pt x="28" y="293"/>
                    <a:pt x="28" y="293"/>
                  </a:cubicBezTo>
                  <a:cubicBezTo>
                    <a:pt x="56" y="86"/>
                    <a:pt x="56" y="86"/>
                    <a:pt x="56" y="86"/>
                  </a:cubicBezTo>
                  <a:cubicBezTo>
                    <a:pt x="56" y="86"/>
                    <a:pt x="56" y="86"/>
                    <a:pt x="56" y="86"/>
                  </a:cubicBezTo>
                  <a:cubicBezTo>
                    <a:pt x="59" y="55"/>
                    <a:pt x="89" y="28"/>
                    <a:pt x="120" y="28"/>
                  </a:cubicBezTo>
                  <a:cubicBezTo>
                    <a:pt x="395" y="28"/>
                    <a:pt x="395" y="28"/>
                    <a:pt x="395" y="28"/>
                  </a:cubicBezTo>
                  <a:cubicBezTo>
                    <a:pt x="395" y="28"/>
                    <a:pt x="395" y="28"/>
                    <a:pt x="395" y="28"/>
                  </a:cubicBezTo>
                  <a:cubicBezTo>
                    <a:pt x="414" y="28"/>
                    <a:pt x="414" y="28"/>
                    <a:pt x="414" y="28"/>
                  </a:cubicBezTo>
                  <a:cubicBezTo>
                    <a:pt x="438" y="28"/>
                    <a:pt x="461" y="44"/>
                    <a:pt x="472" y="65"/>
                  </a:cubicBezTo>
                  <a:cubicBezTo>
                    <a:pt x="473" y="69"/>
                    <a:pt x="473" y="73"/>
                    <a:pt x="473" y="77"/>
                  </a:cubicBezTo>
                  <a:cubicBezTo>
                    <a:pt x="473" y="79"/>
                    <a:pt x="473" y="80"/>
                    <a:pt x="473" y="83"/>
                  </a:cubicBezTo>
                  <a:cubicBezTo>
                    <a:pt x="445" y="290"/>
                    <a:pt x="445" y="290"/>
                    <a:pt x="445" y="290"/>
                  </a:cubicBezTo>
                  <a:cubicBezTo>
                    <a:pt x="445" y="290"/>
                    <a:pt x="445" y="290"/>
                    <a:pt x="445" y="290"/>
                  </a:cubicBezTo>
                  <a:cubicBezTo>
                    <a:pt x="442" y="321"/>
                    <a:pt x="412" y="348"/>
                    <a:pt x="381" y="347"/>
                  </a:cubicBezTo>
                  <a:lnTo>
                    <a:pt x="376" y="3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2" name="Freeform 52"/>
            <p:cNvSpPr>
              <a:spLocks/>
            </p:cNvSpPr>
            <p:nvPr/>
          </p:nvSpPr>
          <p:spPr bwMode="auto">
            <a:xfrm>
              <a:off x="962025" y="3263900"/>
              <a:ext cx="561975" cy="481013"/>
            </a:xfrm>
            <a:custGeom>
              <a:avLst/>
              <a:gdLst>
                <a:gd name="T0" fmla="*/ 79 w 193"/>
                <a:gd name="T1" fmla="*/ 161 h 165"/>
                <a:gd name="T2" fmla="*/ 190 w 193"/>
                <a:gd name="T3" fmla="*/ 5 h 165"/>
                <a:gd name="T4" fmla="*/ 188 w 193"/>
                <a:gd name="T5" fmla="*/ 3 h 165"/>
                <a:gd name="T6" fmla="*/ 83 w 193"/>
                <a:gd name="T7" fmla="*/ 88 h 165"/>
                <a:gd name="T8" fmla="*/ 67 w 193"/>
                <a:gd name="T9" fmla="*/ 91 h 165"/>
                <a:gd name="T10" fmla="*/ 6 w 193"/>
                <a:gd name="T11" fmla="*/ 67 h 165"/>
                <a:gd name="T12" fmla="*/ 3 w 193"/>
                <a:gd name="T13" fmla="*/ 71 h 165"/>
                <a:gd name="T14" fmla="*/ 67 w 193"/>
                <a:gd name="T15" fmla="*/ 161 h 165"/>
                <a:gd name="T16" fmla="*/ 79 w 193"/>
                <a:gd name="T17" fmla="*/ 161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65">
                  <a:moveTo>
                    <a:pt x="79" y="161"/>
                  </a:moveTo>
                  <a:cubicBezTo>
                    <a:pt x="190" y="5"/>
                    <a:pt x="190" y="5"/>
                    <a:pt x="190" y="5"/>
                  </a:cubicBezTo>
                  <a:cubicBezTo>
                    <a:pt x="193" y="0"/>
                    <a:pt x="192" y="0"/>
                    <a:pt x="188" y="3"/>
                  </a:cubicBezTo>
                  <a:cubicBezTo>
                    <a:pt x="83" y="88"/>
                    <a:pt x="83" y="88"/>
                    <a:pt x="83" y="88"/>
                  </a:cubicBezTo>
                  <a:cubicBezTo>
                    <a:pt x="79" y="92"/>
                    <a:pt x="72" y="93"/>
                    <a:pt x="67" y="91"/>
                  </a:cubicBezTo>
                  <a:cubicBezTo>
                    <a:pt x="6" y="67"/>
                    <a:pt x="6" y="67"/>
                    <a:pt x="6" y="67"/>
                  </a:cubicBezTo>
                  <a:cubicBezTo>
                    <a:pt x="1" y="65"/>
                    <a:pt x="0" y="67"/>
                    <a:pt x="3" y="71"/>
                  </a:cubicBezTo>
                  <a:cubicBezTo>
                    <a:pt x="67" y="161"/>
                    <a:pt x="67" y="161"/>
                    <a:pt x="67" y="161"/>
                  </a:cubicBezTo>
                  <a:cubicBezTo>
                    <a:pt x="70" y="165"/>
                    <a:pt x="75" y="165"/>
                    <a:pt x="79" y="1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3" name="Freeform 53"/>
            <p:cNvSpPr>
              <a:spLocks/>
            </p:cNvSpPr>
            <p:nvPr/>
          </p:nvSpPr>
          <p:spPr bwMode="auto">
            <a:xfrm>
              <a:off x="482600" y="2830513"/>
              <a:ext cx="306388" cy="307975"/>
            </a:xfrm>
            <a:custGeom>
              <a:avLst/>
              <a:gdLst>
                <a:gd name="T0" fmla="*/ 53 w 105"/>
                <a:gd name="T1" fmla="*/ 0 h 106"/>
                <a:gd name="T2" fmla="*/ 0 w 105"/>
                <a:gd name="T3" fmla="*/ 57 h 106"/>
                <a:gd name="T4" fmla="*/ 23 w 105"/>
                <a:gd name="T5" fmla="*/ 104 h 106"/>
                <a:gd name="T6" fmla="*/ 30 w 105"/>
                <a:gd name="T7" fmla="*/ 106 h 106"/>
                <a:gd name="T8" fmla="*/ 40 w 105"/>
                <a:gd name="T9" fmla="*/ 101 h 106"/>
                <a:gd name="T10" fmla="*/ 38 w 105"/>
                <a:gd name="T11" fmla="*/ 84 h 106"/>
                <a:gd name="T12" fmla="*/ 38 w 105"/>
                <a:gd name="T13" fmla="*/ 84 h 106"/>
                <a:gd name="T14" fmla="*/ 25 w 105"/>
                <a:gd name="T15" fmla="*/ 57 h 106"/>
                <a:gd name="T16" fmla="*/ 33 w 105"/>
                <a:gd name="T17" fmla="*/ 34 h 106"/>
                <a:gd name="T18" fmla="*/ 53 w 105"/>
                <a:gd name="T19" fmla="*/ 25 h 106"/>
                <a:gd name="T20" fmla="*/ 80 w 105"/>
                <a:gd name="T21" fmla="*/ 49 h 106"/>
                <a:gd name="T22" fmla="*/ 105 w 105"/>
                <a:gd name="T23" fmla="*/ 49 h 106"/>
                <a:gd name="T24" fmla="*/ 105 w 105"/>
                <a:gd name="T25" fmla="*/ 48 h 106"/>
                <a:gd name="T26" fmla="*/ 53 w 105"/>
                <a:gd name="T2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5" h="106">
                  <a:moveTo>
                    <a:pt x="53" y="0"/>
                  </a:moveTo>
                  <a:cubicBezTo>
                    <a:pt x="23" y="1"/>
                    <a:pt x="0" y="27"/>
                    <a:pt x="0" y="57"/>
                  </a:cubicBezTo>
                  <a:cubicBezTo>
                    <a:pt x="0" y="76"/>
                    <a:pt x="9" y="93"/>
                    <a:pt x="23" y="104"/>
                  </a:cubicBezTo>
                  <a:cubicBezTo>
                    <a:pt x="25" y="105"/>
                    <a:pt x="28" y="106"/>
                    <a:pt x="30" y="106"/>
                  </a:cubicBezTo>
                  <a:cubicBezTo>
                    <a:pt x="34" y="106"/>
                    <a:pt x="38" y="105"/>
                    <a:pt x="40" y="101"/>
                  </a:cubicBezTo>
                  <a:cubicBezTo>
                    <a:pt x="44" y="96"/>
                    <a:pt x="43" y="88"/>
                    <a:pt x="38" y="84"/>
                  </a:cubicBezTo>
                  <a:cubicBezTo>
                    <a:pt x="38" y="84"/>
                    <a:pt x="38" y="84"/>
                    <a:pt x="38" y="84"/>
                  </a:cubicBezTo>
                  <a:cubicBezTo>
                    <a:pt x="30" y="79"/>
                    <a:pt x="25" y="69"/>
                    <a:pt x="25" y="57"/>
                  </a:cubicBezTo>
                  <a:cubicBezTo>
                    <a:pt x="25" y="48"/>
                    <a:pt x="28" y="40"/>
                    <a:pt x="33" y="34"/>
                  </a:cubicBezTo>
                  <a:cubicBezTo>
                    <a:pt x="39" y="28"/>
                    <a:pt x="45" y="25"/>
                    <a:pt x="53" y="25"/>
                  </a:cubicBezTo>
                  <a:cubicBezTo>
                    <a:pt x="65" y="25"/>
                    <a:pt x="76" y="35"/>
                    <a:pt x="80" y="49"/>
                  </a:cubicBezTo>
                  <a:cubicBezTo>
                    <a:pt x="105" y="49"/>
                    <a:pt x="105" y="49"/>
                    <a:pt x="105" y="49"/>
                  </a:cubicBezTo>
                  <a:cubicBezTo>
                    <a:pt x="105" y="49"/>
                    <a:pt x="105" y="48"/>
                    <a:pt x="105" y="48"/>
                  </a:cubicBezTo>
                  <a:cubicBezTo>
                    <a:pt x="101" y="22"/>
                    <a:pt x="80" y="1"/>
                    <a:pt x="5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4" name="Freeform 54"/>
            <p:cNvSpPr>
              <a:spLocks/>
            </p:cNvSpPr>
            <p:nvPr/>
          </p:nvSpPr>
          <p:spPr bwMode="auto">
            <a:xfrm>
              <a:off x="820738" y="2830513"/>
              <a:ext cx="304800" cy="307975"/>
            </a:xfrm>
            <a:custGeom>
              <a:avLst/>
              <a:gdLst>
                <a:gd name="T0" fmla="*/ 105 w 105"/>
                <a:gd name="T1" fmla="*/ 48 h 106"/>
                <a:gd name="T2" fmla="*/ 53 w 105"/>
                <a:gd name="T3" fmla="*/ 0 h 106"/>
                <a:gd name="T4" fmla="*/ 1 w 105"/>
                <a:gd name="T5" fmla="*/ 49 h 106"/>
                <a:gd name="T6" fmla="*/ 0 w 105"/>
                <a:gd name="T7" fmla="*/ 57 h 106"/>
                <a:gd name="T8" fmla="*/ 23 w 105"/>
                <a:gd name="T9" fmla="*/ 104 h 106"/>
                <a:gd name="T10" fmla="*/ 30 w 105"/>
                <a:gd name="T11" fmla="*/ 106 h 106"/>
                <a:gd name="T12" fmla="*/ 40 w 105"/>
                <a:gd name="T13" fmla="*/ 101 h 106"/>
                <a:gd name="T14" fmla="*/ 38 w 105"/>
                <a:gd name="T15" fmla="*/ 84 h 106"/>
                <a:gd name="T16" fmla="*/ 25 w 105"/>
                <a:gd name="T17" fmla="*/ 57 h 106"/>
                <a:gd name="T18" fmla="*/ 26 w 105"/>
                <a:gd name="T19" fmla="*/ 49 h 106"/>
                <a:gd name="T20" fmla="*/ 33 w 105"/>
                <a:gd name="T21" fmla="*/ 34 h 106"/>
                <a:gd name="T22" fmla="*/ 53 w 105"/>
                <a:gd name="T23" fmla="*/ 25 h 106"/>
                <a:gd name="T24" fmla="*/ 80 w 105"/>
                <a:gd name="T25" fmla="*/ 49 h 106"/>
                <a:gd name="T26" fmla="*/ 105 w 105"/>
                <a:gd name="T27" fmla="*/ 49 h 106"/>
                <a:gd name="T28" fmla="*/ 105 w 105"/>
                <a:gd name="T29" fmla="*/ 48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5" h="106">
                  <a:moveTo>
                    <a:pt x="105" y="48"/>
                  </a:moveTo>
                  <a:cubicBezTo>
                    <a:pt x="101" y="22"/>
                    <a:pt x="80" y="1"/>
                    <a:pt x="53" y="0"/>
                  </a:cubicBezTo>
                  <a:cubicBezTo>
                    <a:pt x="25" y="1"/>
                    <a:pt x="4" y="22"/>
                    <a:pt x="1" y="49"/>
                  </a:cubicBezTo>
                  <a:cubicBezTo>
                    <a:pt x="0" y="52"/>
                    <a:pt x="0" y="54"/>
                    <a:pt x="0" y="57"/>
                  </a:cubicBezTo>
                  <a:cubicBezTo>
                    <a:pt x="0" y="76"/>
                    <a:pt x="9" y="93"/>
                    <a:pt x="23" y="104"/>
                  </a:cubicBezTo>
                  <a:cubicBezTo>
                    <a:pt x="25" y="105"/>
                    <a:pt x="28" y="106"/>
                    <a:pt x="30" y="106"/>
                  </a:cubicBezTo>
                  <a:cubicBezTo>
                    <a:pt x="34" y="106"/>
                    <a:pt x="38" y="105"/>
                    <a:pt x="40" y="101"/>
                  </a:cubicBezTo>
                  <a:cubicBezTo>
                    <a:pt x="44" y="96"/>
                    <a:pt x="43" y="88"/>
                    <a:pt x="38" y="84"/>
                  </a:cubicBezTo>
                  <a:cubicBezTo>
                    <a:pt x="30" y="79"/>
                    <a:pt x="25" y="69"/>
                    <a:pt x="25" y="57"/>
                  </a:cubicBezTo>
                  <a:cubicBezTo>
                    <a:pt x="25" y="54"/>
                    <a:pt x="25" y="52"/>
                    <a:pt x="26" y="49"/>
                  </a:cubicBezTo>
                  <a:cubicBezTo>
                    <a:pt x="27" y="43"/>
                    <a:pt x="30" y="38"/>
                    <a:pt x="33" y="34"/>
                  </a:cubicBezTo>
                  <a:cubicBezTo>
                    <a:pt x="39" y="28"/>
                    <a:pt x="45" y="25"/>
                    <a:pt x="53" y="25"/>
                  </a:cubicBezTo>
                  <a:cubicBezTo>
                    <a:pt x="65" y="25"/>
                    <a:pt x="76" y="35"/>
                    <a:pt x="80" y="49"/>
                  </a:cubicBezTo>
                  <a:cubicBezTo>
                    <a:pt x="105" y="49"/>
                    <a:pt x="105" y="49"/>
                    <a:pt x="105" y="49"/>
                  </a:cubicBezTo>
                  <a:cubicBezTo>
                    <a:pt x="105" y="49"/>
                    <a:pt x="105" y="48"/>
                    <a:pt x="105"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5" name="Freeform 55"/>
            <p:cNvSpPr>
              <a:spLocks/>
            </p:cNvSpPr>
            <p:nvPr/>
          </p:nvSpPr>
          <p:spPr bwMode="auto">
            <a:xfrm>
              <a:off x="1157288" y="2830513"/>
              <a:ext cx="306388" cy="307975"/>
            </a:xfrm>
            <a:custGeom>
              <a:avLst/>
              <a:gdLst>
                <a:gd name="T0" fmla="*/ 105 w 105"/>
                <a:gd name="T1" fmla="*/ 48 h 106"/>
                <a:gd name="T2" fmla="*/ 53 w 105"/>
                <a:gd name="T3" fmla="*/ 0 h 106"/>
                <a:gd name="T4" fmla="*/ 1 w 105"/>
                <a:gd name="T5" fmla="*/ 49 h 106"/>
                <a:gd name="T6" fmla="*/ 0 w 105"/>
                <a:gd name="T7" fmla="*/ 57 h 106"/>
                <a:gd name="T8" fmla="*/ 23 w 105"/>
                <a:gd name="T9" fmla="*/ 104 h 106"/>
                <a:gd name="T10" fmla="*/ 30 w 105"/>
                <a:gd name="T11" fmla="*/ 106 h 106"/>
                <a:gd name="T12" fmla="*/ 40 w 105"/>
                <a:gd name="T13" fmla="*/ 101 h 106"/>
                <a:gd name="T14" fmla="*/ 38 w 105"/>
                <a:gd name="T15" fmla="*/ 84 h 106"/>
                <a:gd name="T16" fmla="*/ 25 w 105"/>
                <a:gd name="T17" fmla="*/ 57 h 106"/>
                <a:gd name="T18" fmla="*/ 26 w 105"/>
                <a:gd name="T19" fmla="*/ 49 h 106"/>
                <a:gd name="T20" fmla="*/ 33 w 105"/>
                <a:gd name="T21" fmla="*/ 34 h 106"/>
                <a:gd name="T22" fmla="*/ 53 w 105"/>
                <a:gd name="T23" fmla="*/ 25 h 106"/>
                <a:gd name="T24" fmla="*/ 80 w 105"/>
                <a:gd name="T25" fmla="*/ 49 h 106"/>
                <a:gd name="T26" fmla="*/ 105 w 105"/>
                <a:gd name="T27" fmla="*/ 49 h 106"/>
                <a:gd name="T28" fmla="*/ 105 w 105"/>
                <a:gd name="T29" fmla="*/ 48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5" h="106">
                  <a:moveTo>
                    <a:pt x="105" y="48"/>
                  </a:moveTo>
                  <a:cubicBezTo>
                    <a:pt x="101" y="22"/>
                    <a:pt x="80" y="1"/>
                    <a:pt x="53" y="0"/>
                  </a:cubicBezTo>
                  <a:cubicBezTo>
                    <a:pt x="25" y="1"/>
                    <a:pt x="4" y="22"/>
                    <a:pt x="1" y="49"/>
                  </a:cubicBezTo>
                  <a:cubicBezTo>
                    <a:pt x="0" y="52"/>
                    <a:pt x="0" y="54"/>
                    <a:pt x="0" y="57"/>
                  </a:cubicBezTo>
                  <a:cubicBezTo>
                    <a:pt x="0" y="76"/>
                    <a:pt x="9" y="93"/>
                    <a:pt x="23" y="104"/>
                  </a:cubicBezTo>
                  <a:cubicBezTo>
                    <a:pt x="25" y="105"/>
                    <a:pt x="28" y="106"/>
                    <a:pt x="30" y="106"/>
                  </a:cubicBezTo>
                  <a:cubicBezTo>
                    <a:pt x="34" y="106"/>
                    <a:pt x="38" y="105"/>
                    <a:pt x="40" y="101"/>
                  </a:cubicBezTo>
                  <a:cubicBezTo>
                    <a:pt x="44" y="96"/>
                    <a:pt x="43" y="88"/>
                    <a:pt x="38" y="84"/>
                  </a:cubicBezTo>
                  <a:cubicBezTo>
                    <a:pt x="30" y="79"/>
                    <a:pt x="25" y="69"/>
                    <a:pt x="25" y="57"/>
                  </a:cubicBezTo>
                  <a:cubicBezTo>
                    <a:pt x="25" y="54"/>
                    <a:pt x="25" y="52"/>
                    <a:pt x="26" y="49"/>
                  </a:cubicBezTo>
                  <a:cubicBezTo>
                    <a:pt x="27" y="43"/>
                    <a:pt x="30" y="38"/>
                    <a:pt x="33" y="34"/>
                  </a:cubicBezTo>
                  <a:cubicBezTo>
                    <a:pt x="39" y="28"/>
                    <a:pt x="45" y="25"/>
                    <a:pt x="53" y="25"/>
                  </a:cubicBezTo>
                  <a:cubicBezTo>
                    <a:pt x="65" y="25"/>
                    <a:pt x="76" y="35"/>
                    <a:pt x="80" y="49"/>
                  </a:cubicBezTo>
                  <a:cubicBezTo>
                    <a:pt x="105" y="49"/>
                    <a:pt x="105" y="49"/>
                    <a:pt x="105" y="49"/>
                  </a:cubicBezTo>
                  <a:cubicBezTo>
                    <a:pt x="105" y="49"/>
                    <a:pt x="105" y="48"/>
                    <a:pt x="105"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36" name="组合 535"/>
          <p:cNvGrpSpPr/>
          <p:nvPr/>
        </p:nvGrpSpPr>
        <p:grpSpPr>
          <a:xfrm>
            <a:off x="8712134" y="1072830"/>
            <a:ext cx="402584" cy="358505"/>
            <a:chOff x="411163" y="573088"/>
            <a:chExt cx="1739900" cy="1549400"/>
          </a:xfrm>
          <a:solidFill>
            <a:srgbClr val="707E84"/>
          </a:solidFill>
        </p:grpSpPr>
        <p:sp>
          <p:nvSpPr>
            <p:cNvPr id="537" name="Freeform 6"/>
            <p:cNvSpPr>
              <a:spLocks/>
            </p:cNvSpPr>
            <p:nvPr/>
          </p:nvSpPr>
          <p:spPr bwMode="auto">
            <a:xfrm>
              <a:off x="411163" y="622300"/>
              <a:ext cx="1739900" cy="857250"/>
            </a:xfrm>
            <a:custGeom>
              <a:avLst/>
              <a:gdLst>
                <a:gd name="T0" fmla="*/ 544 w 595"/>
                <a:gd name="T1" fmla="*/ 283 h 293"/>
                <a:gd name="T2" fmla="*/ 297 w 595"/>
                <a:gd name="T3" fmla="*/ 69 h 293"/>
                <a:gd name="T4" fmla="*/ 51 w 595"/>
                <a:gd name="T5" fmla="*/ 283 h 293"/>
                <a:gd name="T6" fmla="*/ 10 w 595"/>
                <a:gd name="T7" fmla="*/ 280 h 293"/>
                <a:gd name="T8" fmla="*/ 10 w 595"/>
                <a:gd name="T9" fmla="*/ 280 h 293"/>
                <a:gd name="T10" fmla="*/ 13 w 595"/>
                <a:gd name="T11" fmla="*/ 239 h 293"/>
                <a:gd name="T12" fmla="*/ 13 w 595"/>
                <a:gd name="T13" fmla="*/ 239 h 293"/>
                <a:gd name="T14" fmla="*/ 279 w 595"/>
                <a:gd name="T15" fmla="*/ 9 h 293"/>
                <a:gd name="T16" fmla="*/ 316 w 595"/>
                <a:gd name="T17" fmla="*/ 9 h 293"/>
                <a:gd name="T18" fmla="*/ 316 w 595"/>
                <a:gd name="T19" fmla="*/ 9 h 293"/>
                <a:gd name="T20" fmla="*/ 581 w 595"/>
                <a:gd name="T21" fmla="*/ 239 h 293"/>
                <a:gd name="T22" fmla="*/ 584 w 595"/>
                <a:gd name="T23" fmla="*/ 280 h 293"/>
                <a:gd name="T24" fmla="*/ 584 w 595"/>
                <a:gd name="T25" fmla="*/ 280 h 293"/>
                <a:gd name="T26" fmla="*/ 563 w 595"/>
                <a:gd name="T27" fmla="*/ 290 h 293"/>
                <a:gd name="T28" fmla="*/ 563 w 595"/>
                <a:gd name="T29" fmla="*/ 290 h 293"/>
                <a:gd name="T30" fmla="*/ 544 w 595"/>
                <a:gd name="T31" fmla="*/ 283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95" h="293">
                  <a:moveTo>
                    <a:pt x="544" y="283"/>
                  </a:moveTo>
                  <a:cubicBezTo>
                    <a:pt x="297" y="69"/>
                    <a:pt x="297" y="69"/>
                    <a:pt x="297" y="69"/>
                  </a:cubicBezTo>
                  <a:cubicBezTo>
                    <a:pt x="51" y="283"/>
                    <a:pt x="51" y="283"/>
                    <a:pt x="51" y="283"/>
                  </a:cubicBezTo>
                  <a:cubicBezTo>
                    <a:pt x="39" y="293"/>
                    <a:pt x="21" y="292"/>
                    <a:pt x="10" y="280"/>
                  </a:cubicBezTo>
                  <a:cubicBezTo>
                    <a:pt x="10" y="280"/>
                    <a:pt x="10" y="280"/>
                    <a:pt x="10" y="280"/>
                  </a:cubicBezTo>
                  <a:cubicBezTo>
                    <a:pt x="0" y="268"/>
                    <a:pt x="1" y="250"/>
                    <a:pt x="13" y="239"/>
                  </a:cubicBezTo>
                  <a:cubicBezTo>
                    <a:pt x="13" y="239"/>
                    <a:pt x="13" y="239"/>
                    <a:pt x="13" y="239"/>
                  </a:cubicBezTo>
                  <a:cubicBezTo>
                    <a:pt x="279" y="9"/>
                    <a:pt x="279" y="9"/>
                    <a:pt x="279" y="9"/>
                  </a:cubicBezTo>
                  <a:cubicBezTo>
                    <a:pt x="289" y="0"/>
                    <a:pt x="305" y="0"/>
                    <a:pt x="316" y="9"/>
                  </a:cubicBezTo>
                  <a:cubicBezTo>
                    <a:pt x="316" y="9"/>
                    <a:pt x="316" y="9"/>
                    <a:pt x="316" y="9"/>
                  </a:cubicBezTo>
                  <a:cubicBezTo>
                    <a:pt x="581" y="239"/>
                    <a:pt x="581" y="239"/>
                    <a:pt x="581" y="239"/>
                  </a:cubicBezTo>
                  <a:cubicBezTo>
                    <a:pt x="593" y="250"/>
                    <a:pt x="595" y="268"/>
                    <a:pt x="584" y="280"/>
                  </a:cubicBezTo>
                  <a:cubicBezTo>
                    <a:pt x="584" y="280"/>
                    <a:pt x="584" y="280"/>
                    <a:pt x="584" y="280"/>
                  </a:cubicBezTo>
                  <a:cubicBezTo>
                    <a:pt x="579" y="286"/>
                    <a:pt x="571" y="290"/>
                    <a:pt x="563" y="290"/>
                  </a:cubicBezTo>
                  <a:cubicBezTo>
                    <a:pt x="563" y="290"/>
                    <a:pt x="563" y="290"/>
                    <a:pt x="563" y="290"/>
                  </a:cubicBezTo>
                  <a:cubicBezTo>
                    <a:pt x="556" y="290"/>
                    <a:pt x="549" y="287"/>
                    <a:pt x="544" y="2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8" name="Freeform 7"/>
            <p:cNvSpPr>
              <a:spLocks/>
            </p:cNvSpPr>
            <p:nvPr/>
          </p:nvSpPr>
          <p:spPr bwMode="auto">
            <a:xfrm>
              <a:off x="612776" y="868363"/>
              <a:ext cx="1336675" cy="1254125"/>
            </a:xfrm>
            <a:custGeom>
              <a:avLst/>
              <a:gdLst>
                <a:gd name="T0" fmla="*/ 457 w 457"/>
                <a:gd name="T1" fmla="*/ 198 h 429"/>
                <a:gd name="T2" fmla="*/ 228 w 457"/>
                <a:gd name="T3" fmla="*/ 0 h 429"/>
                <a:gd name="T4" fmla="*/ 0 w 457"/>
                <a:gd name="T5" fmla="*/ 198 h 429"/>
                <a:gd name="T6" fmla="*/ 0 w 457"/>
                <a:gd name="T7" fmla="*/ 198 h 429"/>
                <a:gd name="T8" fmla="*/ 0 w 457"/>
                <a:gd name="T9" fmla="*/ 385 h 429"/>
                <a:gd name="T10" fmla="*/ 44 w 457"/>
                <a:gd name="T11" fmla="*/ 429 h 429"/>
                <a:gd name="T12" fmla="*/ 169 w 457"/>
                <a:gd name="T13" fmla="*/ 429 h 429"/>
                <a:gd name="T14" fmla="*/ 169 w 457"/>
                <a:gd name="T15" fmla="*/ 254 h 429"/>
                <a:gd name="T16" fmla="*/ 195 w 457"/>
                <a:gd name="T17" fmla="*/ 228 h 429"/>
                <a:gd name="T18" fmla="*/ 261 w 457"/>
                <a:gd name="T19" fmla="*/ 228 h 429"/>
                <a:gd name="T20" fmla="*/ 288 w 457"/>
                <a:gd name="T21" fmla="*/ 254 h 429"/>
                <a:gd name="T22" fmla="*/ 288 w 457"/>
                <a:gd name="T23" fmla="*/ 429 h 429"/>
                <a:gd name="T24" fmla="*/ 413 w 457"/>
                <a:gd name="T25" fmla="*/ 429 h 429"/>
                <a:gd name="T26" fmla="*/ 457 w 457"/>
                <a:gd name="T27" fmla="*/ 385 h 429"/>
                <a:gd name="T28" fmla="*/ 457 w 457"/>
                <a:gd name="T29" fmla="*/ 198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57" h="429">
                  <a:moveTo>
                    <a:pt x="457" y="198"/>
                  </a:moveTo>
                  <a:cubicBezTo>
                    <a:pt x="228" y="0"/>
                    <a:pt x="228" y="0"/>
                    <a:pt x="228" y="0"/>
                  </a:cubicBezTo>
                  <a:cubicBezTo>
                    <a:pt x="0" y="198"/>
                    <a:pt x="0" y="198"/>
                    <a:pt x="0" y="198"/>
                  </a:cubicBezTo>
                  <a:cubicBezTo>
                    <a:pt x="0" y="198"/>
                    <a:pt x="0" y="198"/>
                    <a:pt x="0" y="198"/>
                  </a:cubicBezTo>
                  <a:cubicBezTo>
                    <a:pt x="0" y="385"/>
                    <a:pt x="0" y="385"/>
                    <a:pt x="0" y="385"/>
                  </a:cubicBezTo>
                  <a:cubicBezTo>
                    <a:pt x="0" y="409"/>
                    <a:pt x="20" y="429"/>
                    <a:pt x="44" y="429"/>
                  </a:cubicBezTo>
                  <a:cubicBezTo>
                    <a:pt x="169" y="429"/>
                    <a:pt x="169" y="429"/>
                    <a:pt x="169" y="429"/>
                  </a:cubicBezTo>
                  <a:cubicBezTo>
                    <a:pt x="169" y="254"/>
                    <a:pt x="169" y="254"/>
                    <a:pt x="169" y="254"/>
                  </a:cubicBezTo>
                  <a:cubicBezTo>
                    <a:pt x="169" y="239"/>
                    <a:pt x="181" y="228"/>
                    <a:pt x="195" y="228"/>
                  </a:cubicBezTo>
                  <a:cubicBezTo>
                    <a:pt x="261" y="228"/>
                    <a:pt x="261" y="228"/>
                    <a:pt x="261" y="228"/>
                  </a:cubicBezTo>
                  <a:cubicBezTo>
                    <a:pt x="276" y="228"/>
                    <a:pt x="288" y="239"/>
                    <a:pt x="288" y="254"/>
                  </a:cubicBezTo>
                  <a:cubicBezTo>
                    <a:pt x="288" y="429"/>
                    <a:pt x="288" y="429"/>
                    <a:pt x="288" y="429"/>
                  </a:cubicBezTo>
                  <a:cubicBezTo>
                    <a:pt x="413" y="429"/>
                    <a:pt x="413" y="429"/>
                    <a:pt x="413" y="429"/>
                  </a:cubicBezTo>
                  <a:cubicBezTo>
                    <a:pt x="437" y="429"/>
                    <a:pt x="457" y="409"/>
                    <a:pt x="457" y="385"/>
                  </a:cubicBezTo>
                  <a:cubicBezTo>
                    <a:pt x="457" y="198"/>
                    <a:pt x="457" y="198"/>
                    <a:pt x="457" y="19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9" name="Freeform 8"/>
            <p:cNvSpPr>
              <a:spLocks/>
            </p:cNvSpPr>
            <p:nvPr/>
          </p:nvSpPr>
          <p:spPr bwMode="auto">
            <a:xfrm>
              <a:off x="1693863" y="833438"/>
              <a:ext cx="182563" cy="236538"/>
            </a:xfrm>
            <a:custGeom>
              <a:avLst/>
              <a:gdLst>
                <a:gd name="T0" fmla="*/ 62 w 62"/>
                <a:gd name="T1" fmla="*/ 13 h 81"/>
                <a:gd name="T2" fmla="*/ 49 w 62"/>
                <a:gd name="T3" fmla="*/ 0 h 81"/>
                <a:gd name="T4" fmla="*/ 13 w 62"/>
                <a:gd name="T5" fmla="*/ 0 h 81"/>
                <a:gd name="T6" fmla="*/ 0 w 62"/>
                <a:gd name="T7" fmla="*/ 13 h 81"/>
                <a:gd name="T8" fmla="*/ 0 w 62"/>
                <a:gd name="T9" fmla="*/ 27 h 81"/>
                <a:gd name="T10" fmla="*/ 62 w 62"/>
                <a:gd name="T11" fmla="*/ 81 h 81"/>
                <a:gd name="T12" fmla="*/ 62 w 62"/>
                <a:gd name="T13" fmla="*/ 13 h 81"/>
              </a:gdLst>
              <a:ahLst/>
              <a:cxnLst>
                <a:cxn ang="0">
                  <a:pos x="T0" y="T1"/>
                </a:cxn>
                <a:cxn ang="0">
                  <a:pos x="T2" y="T3"/>
                </a:cxn>
                <a:cxn ang="0">
                  <a:pos x="T4" y="T5"/>
                </a:cxn>
                <a:cxn ang="0">
                  <a:pos x="T6" y="T7"/>
                </a:cxn>
                <a:cxn ang="0">
                  <a:pos x="T8" y="T9"/>
                </a:cxn>
                <a:cxn ang="0">
                  <a:pos x="T10" y="T11"/>
                </a:cxn>
                <a:cxn ang="0">
                  <a:pos x="T12" y="T13"/>
                </a:cxn>
              </a:cxnLst>
              <a:rect l="0" t="0" r="r" b="b"/>
              <a:pathLst>
                <a:path w="62" h="81">
                  <a:moveTo>
                    <a:pt x="62" y="13"/>
                  </a:moveTo>
                  <a:cubicBezTo>
                    <a:pt x="62" y="6"/>
                    <a:pt x="56" y="0"/>
                    <a:pt x="49" y="0"/>
                  </a:cubicBezTo>
                  <a:cubicBezTo>
                    <a:pt x="13" y="0"/>
                    <a:pt x="13" y="0"/>
                    <a:pt x="13" y="0"/>
                  </a:cubicBezTo>
                  <a:cubicBezTo>
                    <a:pt x="6" y="0"/>
                    <a:pt x="0" y="6"/>
                    <a:pt x="0" y="13"/>
                  </a:cubicBezTo>
                  <a:cubicBezTo>
                    <a:pt x="0" y="27"/>
                    <a:pt x="0" y="27"/>
                    <a:pt x="0" y="27"/>
                  </a:cubicBezTo>
                  <a:cubicBezTo>
                    <a:pt x="62" y="81"/>
                    <a:pt x="62" y="81"/>
                    <a:pt x="62" y="81"/>
                  </a:cubicBezTo>
                  <a:lnTo>
                    <a:pt x="62"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0" name="Freeform 9"/>
            <p:cNvSpPr>
              <a:spLocks/>
            </p:cNvSpPr>
            <p:nvPr/>
          </p:nvSpPr>
          <p:spPr bwMode="auto">
            <a:xfrm>
              <a:off x="1776413" y="573088"/>
              <a:ext cx="263525" cy="260350"/>
            </a:xfrm>
            <a:custGeom>
              <a:avLst/>
              <a:gdLst>
                <a:gd name="T0" fmla="*/ 76 w 90"/>
                <a:gd name="T1" fmla="*/ 5 h 89"/>
                <a:gd name="T2" fmla="*/ 1 w 90"/>
                <a:gd name="T3" fmla="*/ 78 h 89"/>
                <a:gd name="T4" fmla="*/ 54 w 90"/>
                <a:gd name="T5" fmla="*/ 24 h 89"/>
                <a:gd name="T6" fmla="*/ 3 w 90"/>
                <a:gd name="T7" fmla="*/ 81 h 89"/>
                <a:gd name="T8" fmla="*/ 76 w 90"/>
                <a:gd name="T9" fmla="*/ 5 h 89"/>
              </a:gdLst>
              <a:ahLst/>
              <a:cxnLst>
                <a:cxn ang="0">
                  <a:pos x="T0" y="T1"/>
                </a:cxn>
                <a:cxn ang="0">
                  <a:pos x="T2" y="T3"/>
                </a:cxn>
                <a:cxn ang="0">
                  <a:pos x="T4" y="T5"/>
                </a:cxn>
                <a:cxn ang="0">
                  <a:pos x="T6" y="T7"/>
                </a:cxn>
                <a:cxn ang="0">
                  <a:pos x="T8" y="T9"/>
                </a:cxn>
              </a:cxnLst>
              <a:rect l="0" t="0" r="r" b="b"/>
              <a:pathLst>
                <a:path w="90" h="89">
                  <a:moveTo>
                    <a:pt x="76" y="5"/>
                  </a:moveTo>
                  <a:cubicBezTo>
                    <a:pt x="0" y="0"/>
                    <a:pt x="0" y="63"/>
                    <a:pt x="1" y="78"/>
                  </a:cubicBezTo>
                  <a:cubicBezTo>
                    <a:pt x="13" y="66"/>
                    <a:pt x="29" y="42"/>
                    <a:pt x="54" y="24"/>
                  </a:cubicBezTo>
                  <a:cubicBezTo>
                    <a:pt x="54" y="24"/>
                    <a:pt x="34" y="56"/>
                    <a:pt x="3" y="81"/>
                  </a:cubicBezTo>
                  <a:cubicBezTo>
                    <a:pt x="90" y="89"/>
                    <a:pt x="76" y="5"/>
                    <a:pt x="76"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1" name="Freeform 10"/>
            <p:cNvSpPr>
              <a:spLocks/>
            </p:cNvSpPr>
            <p:nvPr/>
          </p:nvSpPr>
          <p:spPr bwMode="auto">
            <a:xfrm>
              <a:off x="1585913" y="631825"/>
              <a:ext cx="190500" cy="187325"/>
            </a:xfrm>
            <a:custGeom>
              <a:avLst/>
              <a:gdLst>
                <a:gd name="T0" fmla="*/ 29 w 65"/>
                <a:gd name="T1" fmla="*/ 25 h 64"/>
                <a:gd name="T2" fmla="*/ 61 w 65"/>
                <a:gd name="T3" fmla="*/ 53 h 64"/>
                <a:gd name="T4" fmla="*/ 8 w 65"/>
                <a:gd name="T5" fmla="*/ 5 h 64"/>
                <a:gd name="T6" fmla="*/ 58 w 65"/>
                <a:gd name="T7" fmla="*/ 56 h 64"/>
                <a:gd name="T8" fmla="*/ 29 w 65"/>
                <a:gd name="T9" fmla="*/ 25 h 64"/>
              </a:gdLst>
              <a:ahLst/>
              <a:cxnLst>
                <a:cxn ang="0">
                  <a:pos x="T0" y="T1"/>
                </a:cxn>
                <a:cxn ang="0">
                  <a:pos x="T2" y="T3"/>
                </a:cxn>
                <a:cxn ang="0">
                  <a:pos x="T4" y="T5"/>
                </a:cxn>
                <a:cxn ang="0">
                  <a:pos x="T6" y="T7"/>
                </a:cxn>
                <a:cxn ang="0">
                  <a:pos x="T8" y="T9"/>
                </a:cxn>
              </a:cxnLst>
              <a:rect l="0" t="0" r="r" b="b"/>
              <a:pathLst>
                <a:path w="65" h="64">
                  <a:moveTo>
                    <a:pt x="29" y="25"/>
                  </a:moveTo>
                  <a:cubicBezTo>
                    <a:pt x="29" y="25"/>
                    <a:pt x="48" y="37"/>
                    <a:pt x="61" y="53"/>
                  </a:cubicBezTo>
                  <a:cubicBezTo>
                    <a:pt x="62" y="43"/>
                    <a:pt x="65" y="0"/>
                    <a:pt x="8" y="5"/>
                  </a:cubicBezTo>
                  <a:cubicBezTo>
                    <a:pt x="8" y="5"/>
                    <a:pt x="0" y="64"/>
                    <a:pt x="58" y="56"/>
                  </a:cubicBezTo>
                  <a:cubicBezTo>
                    <a:pt x="47" y="47"/>
                    <a:pt x="35" y="31"/>
                    <a:pt x="29"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42" name="组合 541"/>
          <p:cNvGrpSpPr/>
          <p:nvPr/>
        </p:nvGrpSpPr>
        <p:grpSpPr>
          <a:xfrm>
            <a:off x="9260336" y="1091379"/>
            <a:ext cx="332058" cy="321406"/>
            <a:chOff x="3030538" y="663575"/>
            <a:chExt cx="1435101" cy="1389063"/>
          </a:xfrm>
          <a:solidFill>
            <a:srgbClr val="707E84"/>
          </a:solidFill>
        </p:grpSpPr>
        <p:sp>
          <p:nvSpPr>
            <p:cNvPr id="543" name="Freeform 11"/>
            <p:cNvSpPr>
              <a:spLocks noEditPoints="1"/>
            </p:cNvSpPr>
            <p:nvPr/>
          </p:nvSpPr>
          <p:spPr bwMode="auto">
            <a:xfrm>
              <a:off x="3030538" y="671513"/>
              <a:ext cx="1098550" cy="1103313"/>
            </a:xfrm>
            <a:custGeom>
              <a:avLst/>
              <a:gdLst>
                <a:gd name="T0" fmla="*/ 188 w 376"/>
                <a:gd name="T1" fmla="*/ 0 h 377"/>
                <a:gd name="T2" fmla="*/ 0 w 376"/>
                <a:gd name="T3" fmla="*/ 189 h 377"/>
                <a:gd name="T4" fmla="*/ 188 w 376"/>
                <a:gd name="T5" fmla="*/ 377 h 377"/>
                <a:gd name="T6" fmla="*/ 376 w 376"/>
                <a:gd name="T7" fmla="*/ 189 h 377"/>
                <a:gd name="T8" fmla="*/ 188 w 376"/>
                <a:gd name="T9" fmla="*/ 0 h 377"/>
                <a:gd name="T10" fmla="*/ 188 w 376"/>
                <a:gd name="T11" fmla="*/ 329 h 377"/>
                <a:gd name="T12" fmla="*/ 48 w 376"/>
                <a:gd name="T13" fmla="*/ 189 h 377"/>
                <a:gd name="T14" fmla="*/ 188 w 376"/>
                <a:gd name="T15" fmla="*/ 48 h 377"/>
                <a:gd name="T16" fmla="*/ 328 w 376"/>
                <a:gd name="T17" fmla="*/ 189 h 377"/>
                <a:gd name="T18" fmla="*/ 188 w 376"/>
                <a:gd name="T19" fmla="*/ 329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6" h="377">
                  <a:moveTo>
                    <a:pt x="188" y="0"/>
                  </a:moveTo>
                  <a:cubicBezTo>
                    <a:pt x="84" y="0"/>
                    <a:pt x="0" y="85"/>
                    <a:pt x="0" y="189"/>
                  </a:cubicBezTo>
                  <a:cubicBezTo>
                    <a:pt x="0" y="292"/>
                    <a:pt x="84" y="377"/>
                    <a:pt x="188" y="377"/>
                  </a:cubicBezTo>
                  <a:cubicBezTo>
                    <a:pt x="292" y="377"/>
                    <a:pt x="376" y="292"/>
                    <a:pt x="376" y="189"/>
                  </a:cubicBezTo>
                  <a:cubicBezTo>
                    <a:pt x="376" y="85"/>
                    <a:pt x="292" y="0"/>
                    <a:pt x="188" y="0"/>
                  </a:cubicBezTo>
                  <a:close/>
                  <a:moveTo>
                    <a:pt x="188" y="329"/>
                  </a:moveTo>
                  <a:cubicBezTo>
                    <a:pt x="111" y="329"/>
                    <a:pt x="48" y="266"/>
                    <a:pt x="48" y="189"/>
                  </a:cubicBezTo>
                  <a:cubicBezTo>
                    <a:pt x="48" y="111"/>
                    <a:pt x="111" y="48"/>
                    <a:pt x="188" y="48"/>
                  </a:cubicBezTo>
                  <a:cubicBezTo>
                    <a:pt x="265" y="48"/>
                    <a:pt x="328" y="111"/>
                    <a:pt x="328" y="189"/>
                  </a:cubicBezTo>
                  <a:cubicBezTo>
                    <a:pt x="328" y="266"/>
                    <a:pt x="265" y="329"/>
                    <a:pt x="188" y="3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4" name="Freeform 12"/>
            <p:cNvSpPr>
              <a:spLocks/>
            </p:cNvSpPr>
            <p:nvPr/>
          </p:nvSpPr>
          <p:spPr bwMode="auto">
            <a:xfrm>
              <a:off x="3933826" y="1538288"/>
              <a:ext cx="111125" cy="115888"/>
            </a:xfrm>
            <a:custGeom>
              <a:avLst/>
              <a:gdLst>
                <a:gd name="T0" fmla="*/ 34 w 38"/>
                <a:gd name="T1" fmla="*/ 4 h 40"/>
                <a:gd name="T2" fmla="*/ 34 w 38"/>
                <a:gd name="T3" fmla="*/ 19 h 40"/>
                <a:gd name="T4" fmla="*/ 19 w 38"/>
                <a:gd name="T5" fmla="*/ 35 h 40"/>
                <a:gd name="T6" fmla="*/ 4 w 38"/>
                <a:gd name="T7" fmla="*/ 36 h 40"/>
                <a:gd name="T8" fmla="*/ 4 w 38"/>
                <a:gd name="T9" fmla="*/ 36 h 40"/>
                <a:gd name="T10" fmla="*/ 5 w 38"/>
                <a:gd name="T11" fmla="*/ 21 h 40"/>
                <a:gd name="T12" fmla="*/ 19 w 38"/>
                <a:gd name="T13" fmla="*/ 6 h 40"/>
                <a:gd name="T14" fmla="*/ 34 w 38"/>
                <a:gd name="T15" fmla="*/ 4 h 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 h="40">
                  <a:moveTo>
                    <a:pt x="34" y="4"/>
                  </a:moveTo>
                  <a:cubicBezTo>
                    <a:pt x="38" y="8"/>
                    <a:pt x="38" y="15"/>
                    <a:pt x="34" y="19"/>
                  </a:cubicBezTo>
                  <a:cubicBezTo>
                    <a:pt x="19" y="35"/>
                    <a:pt x="19" y="35"/>
                    <a:pt x="19" y="35"/>
                  </a:cubicBezTo>
                  <a:cubicBezTo>
                    <a:pt x="15" y="39"/>
                    <a:pt x="8" y="40"/>
                    <a:pt x="4" y="36"/>
                  </a:cubicBezTo>
                  <a:cubicBezTo>
                    <a:pt x="4" y="36"/>
                    <a:pt x="4" y="36"/>
                    <a:pt x="4" y="36"/>
                  </a:cubicBezTo>
                  <a:cubicBezTo>
                    <a:pt x="0" y="32"/>
                    <a:pt x="1" y="26"/>
                    <a:pt x="5" y="21"/>
                  </a:cubicBezTo>
                  <a:cubicBezTo>
                    <a:pt x="19" y="6"/>
                    <a:pt x="19" y="6"/>
                    <a:pt x="19" y="6"/>
                  </a:cubicBezTo>
                  <a:cubicBezTo>
                    <a:pt x="24" y="1"/>
                    <a:pt x="30" y="0"/>
                    <a:pt x="3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5" name="Freeform 13"/>
            <p:cNvSpPr>
              <a:spLocks/>
            </p:cNvSpPr>
            <p:nvPr/>
          </p:nvSpPr>
          <p:spPr bwMode="auto">
            <a:xfrm>
              <a:off x="3971926" y="1573213"/>
              <a:ext cx="493713" cy="479425"/>
            </a:xfrm>
            <a:custGeom>
              <a:avLst/>
              <a:gdLst>
                <a:gd name="T0" fmla="*/ 163 w 169"/>
                <a:gd name="T1" fmla="*/ 104 h 164"/>
                <a:gd name="T2" fmla="*/ 162 w 169"/>
                <a:gd name="T3" fmla="*/ 129 h 164"/>
                <a:gd name="T4" fmla="*/ 137 w 169"/>
                <a:gd name="T5" fmla="*/ 155 h 164"/>
                <a:gd name="T6" fmla="*/ 112 w 169"/>
                <a:gd name="T7" fmla="*/ 158 h 164"/>
                <a:gd name="T8" fmla="*/ 112 w 169"/>
                <a:gd name="T9" fmla="*/ 158 h 164"/>
                <a:gd name="T10" fmla="*/ 7 w 169"/>
                <a:gd name="T11" fmla="*/ 33 h 164"/>
                <a:gd name="T12" fmla="*/ 32 w 169"/>
                <a:gd name="T13" fmla="*/ 7 h 164"/>
                <a:gd name="T14" fmla="*/ 163 w 169"/>
                <a:gd name="T15" fmla="*/ 104 h 1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9" h="164">
                  <a:moveTo>
                    <a:pt x="163" y="104"/>
                  </a:moveTo>
                  <a:cubicBezTo>
                    <a:pt x="169" y="110"/>
                    <a:pt x="169" y="121"/>
                    <a:pt x="162" y="129"/>
                  </a:cubicBezTo>
                  <a:cubicBezTo>
                    <a:pt x="137" y="155"/>
                    <a:pt x="137" y="155"/>
                    <a:pt x="137" y="155"/>
                  </a:cubicBezTo>
                  <a:cubicBezTo>
                    <a:pt x="130" y="163"/>
                    <a:pt x="119" y="164"/>
                    <a:pt x="112" y="158"/>
                  </a:cubicBezTo>
                  <a:cubicBezTo>
                    <a:pt x="112" y="158"/>
                    <a:pt x="112" y="158"/>
                    <a:pt x="112" y="158"/>
                  </a:cubicBezTo>
                  <a:cubicBezTo>
                    <a:pt x="105" y="151"/>
                    <a:pt x="0" y="41"/>
                    <a:pt x="7" y="33"/>
                  </a:cubicBezTo>
                  <a:cubicBezTo>
                    <a:pt x="32" y="7"/>
                    <a:pt x="32" y="7"/>
                    <a:pt x="32" y="7"/>
                  </a:cubicBezTo>
                  <a:cubicBezTo>
                    <a:pt x="39" y="0"/>
                    <a:pt x="156" y="97"/>
                    <a:pt x="163" y="1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6" name="Freeform 14"/>
            <p:cNvSpPr>
              <a:spLocks/>
            </p:cNvSpPr>
            <p:nvPr/>
          </p:nvSpPr>
          <p:spPr bwMode="auto">
            <a:xfrm>
              <a:off x="4000501" y="771525"/>
              <a:ext cx="271463" cy="58738"/>
            </a:xfrm>
            <a:custGeom>
              <a:avLst/>
              <a:gdLst>
                <a:gd name="T0" fmla="*/ 93 w 93"/>
                <a:gd name="T1" fmla="*/ 10 h 20"/>
                <a:gd name="T2" fmla="*/ 83 w 93"/>
                <a:gd name="T3" fmla="*/ 20 h 20"/>
                <a:gd name="T4" fmla="*/ 9 w 93"/>
                <a:gd name="T5" fmla="*/ 20 h 20"/>
                <a:gd name="T6" fmla="*/ 0 w 93"/>
                <a:gd name="T7" fmla="*/ 10 h 20"/>
                <a:gd name="T8" fmla="*/ 0 w 93"/>
                <a:gd name="T9" fmla="*/ 10 h 20"/>
                <a:gd name="T10" fmla="*/ 9 w 93"/>
                <a:gd name="T11" fmla="*/ 0 h 20"/>
                <a:gd name="T12" fmla="*/ 83 w 93"/>
                <a:gd name="T13" fmla="*/ 0 h 20"/>
                <a:gd name="T14" fmla="*/ 93 w 93"/>
                <a:gd name="T15" fmla="*/ 10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 h="20">
                  <a:moveTo>
                    <a:pt x="93" y="10"/>
                  </a:moveTo>
                  <a:cubicBezTo>
                    <a:pt x="93" y="15"/>
                    <a:pt x="89" y="20"/>
                    <a:pt x="83" y="20"/>
                  </a:cubicBezTo>
                  <a:cubicBezTo>
                    <a:pt x="9" y="20"/>
                    <a:pt x="9" y="20"/>
                    <a:pt x="9" y="20"/>
                  </a:cubicBezTo>
                  <a:cubicBezTo>
                    <a:pt x="4" y="20"/>
                    <a:pt x="0" y="15"/>
                    <a:pt x="0" y="10"/>
                  </a:cubicBezTo>
                  <a:cubicBezTo>
                    <a:pt x="0" y="10"/>
                    <a:pt x="0" y="10"/>
                    <a:pt x="0" y="10"/>
                  </a:cubicBezTo>
                  <a:cubicBezTo>
                    <a:pt x="0" y="4"/>
                    <a:pt x="4" y="0"/>
                    <a:pt x="9" y="0"/>
                  </a:cubicBezTo>
                  <a:cubicBezTo>
                    <a:pt x="83" y="0"/>
                    <a:pt x="83" y="0"/>
                    <a:pt x="83" y="0"/>
                  </a:cubicBezTo>
                  <a:cubicBezTo>
                    <a:pt x="89" y="0"/>
                    <a:pt x="93" y="4"/>
                    <a:pt x="9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7" name="Freeform 15"/>
            <p:cNvSpPr>
              <a:spLocks/>
            </p:cNvSpPr>
            <p:nvPr/>
          </p:nvSpPr>
          <p:spPr bwMode="auto">
            <a:xfrm>
              <a:off x="4108451" y="663575"/>
              <a:ext cx="55563" cy="271463"/>
            </a:xfrm>
            <a:custGeom>
              <a:avLst/>
              <a:gdLst>
                <a:gd name="T0" fmla="*/ 9 w 19"/>
                <a:gd name="T1" fmla="*/ 0 h 93"/>
                <a:gd name="T2" fmla="*/ 19 w 19"/>
                <a:gd name="T3" fmla="*/ 10 h 93"/>
                <a:gd name="T4" fmla="*/ 19 w 19"/>
                <a:gd name="T5" fmla="*/ 84 h 93"/>
                <a:gd name="T6" fmla="*/ 9 w 19"/>
                <a:gd name="T7" fmla="*/ 93 h 93"/>
                <a:gd name="T8" fmla="*/ 9 w 19"/>
                <a:gd name="T9" fmla="*/ 93 h 93"/>
                <a:gd name="T10" fmla="*/ 0 w 19"/>
                <a:gd name="T11" fmla="*/ 84 h 93"/>
                <a:gd name="T12" fmla="*/ 0 w 19"/>
                <a:gd name="T13" fmla="*/ 10 h 93"/>
                <a:gd name="T14" fmla="*/ 9 w 19"/>
                <a:gd name="T15" fmla="*/ 0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93">
                  <a:moveTo>
                    <a:pt x="9" y="0"/>
                  </a:moveTo>
                  <a:cubicBezTo>
                    <a:pt x="15" y="0"/>
                    <a:pt x="19" y="4"/>
                    <a:pt x="19" y="10"/>
                  </a:cubicBezTo>
                  <a:cubicBezTo>
                    <a:pt x="19" y="84"/>
                    <a:pt x="19" y="84"/>
                    <a:pt x="19" y="84"/>
                  </a:cubicBezTo>
                  <a:cubicBezTo>
                    <a:pt x="19" y="89"/>
                    <a:pt x="15" y="93"/>
                    <a:pt x="9" y="93"/>
                  </a:cubicBezTo>
                  <a:cubicBezTo>
                    <a:pt x="9" y="93"/>
                    <a:pt x="9" y="93"/>
                    <a:pt x="9" y="93"/>
                  </a:cubicBezTo>
                  <a:cubicBezTo>
                    <a:pt x="4" y="93"/>
                    <a:pt x="0" y="89"/>
                    <a:pt x="0" y="84"/>
                  </a:cubicBezTo>
                  <a:cubicBezTo>
                    <a:pt x="0" y="10"/>
                    <a:pt x="0" y="10"/>
                    <a:pt x="0" y="10"/>
                  </a:cubicBezTo>
                  <a:cubicBezTo>
                    <a:pt x="0" y="4"/>
                    <a:pt x="4"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8" name="Freeform 16"/>
            <p:cNvSpPr>
              <a:spLocks/>
            </p:cNvSpPr>
            <p:nvPr/>
          </p:nvSpPr>
          <p:spPr bwMode="auto">
            <a:xfrm>
              <a:off x="3590926" y="844550"/>
              <a:ext cx="354013" cy="287338"/>
            </a:xfrm>
            <a:custGeom>
              <a:avLst/>
              <a:gdLst>
                <a:gd name="T0" fmla="*/ 105 w 121"/>
                <a:gd name="T1" fmla="*/ 93 h 98"/>
                <a:gd name="T2" fmla="*/ 7 w 121"/>
                <a:gd name="T3" fmla="*/ 15 h 98"/>
                <a:gd name="T4" fmla="*/ 7 w 121"/>
                <a:gd name="T5" fmla="*/ 15 h 98"/>
                <a:gd name="T6" fmla="*/ 1 w 121"/>
                <a:gd name="T7" fmla="*/ 7 h 98"/>
                <a:gd name="T8" fmla="*/ 1 w 121"/>
                <a:gd name="T9" fmla="*/ 7 h 98"/>
                <a:gd name="T10" fmla="*/ 9 w 121"/>
                <a:gd name="T11" fmla="*/ 0 h 98"/>
                <a:gd name="T12" fmla="*/ 9 w 121"/>
                <a:gd name="T13" fmla="*/ 0 h 98"/>
                <a:gd name="T14" fmla="*/ 119 w 121"/>
                <a:gd name="T15" fmla="*/ 88 h 98"/>
                <a:gd name="T16" fmla="*/ 119 w 121"/>
                <a:gd name="T17" fmla="*/ 88 h 98"/>
                <a:gd name="T18" fmla="*/ 115 w 121"/>
                <a:gd name="T19" fmla="*/ 98 h 98"/>
                <a:gd name="T20" fmla="*/ 115 w 121"/>
                <a:gd name="T21" fmla="*/ 98 h 98"/>
                <a:gd name="T22" fmla="*/ 112 w 121"/>
                <a:gd name="T23" fmla="*/ 98 h 98"/>
                <a:gd name="T24" fmla="*/ 112 w 121"/>
                <a:gd name="T25" fmla="*/ 98 h 98"/>
                <a:gd name="T26" fmla="*/ 105 w 121"/>
                <a:gd name="T27" fmla="*/ 93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1" h="98">
                  <a:moveTo>
                    <a:pt x="105" y="93"/>
                  </a:moveTo>
                  <a:cubicBezTo>
                    <a:pt x="91" y="51"/>
                    <a:pt x="53" y="19"/>
                    <a:pt x="7" y="15"/>
                  </a:cubicBezTo>
                  <a:cubicBezTo>
                    <a:pt x="7" y="15"/>
                    <a:pt x="7" y="15"/>
                    <a:pt x="7" y="15"/>
                  </a:cubicBezTo>
                  <a:cubicBezTo>
                    <a:pt x="3" y="14"/>
                    <a:pt x="0" y="11"/>
                    <a:pt x="1" y="7"/>
                  </a:cubicBezTo>
                  <a:cubicBezTo>
                    <a:pt x="1" y="7"/>
                    <a:pt x="1" y="7"/>
                    <a:pt x="1" y="7"/>
                  </a:cubicBezTo>
                  <a:cubicBezTo>
                    <a:pt x="1" y="3"/>
                    <a:pt x="5" y="0"/>
                    <a:pt x="9" y="0"/>
                  </a:cubicBezTo>
                  <a:cubicBezTo>
                    <a:pt x="9" y="0"/>
                    <a:pt x="9" y="0"/>
                    <a:pt x="9" y="0"/>
                  </a:cubicBezTo>
                  <a:cubicBezTo>
                    <a:pt x="61" y="5"/>
                    <a:pt x="103" y="41"/>
                    <a:pt x="119" y="88"/>
                  </a:cubicBezTo>
                  <a:cubicBezTo>
                    <a:pt x="119" y="88"/>
                    <a:pt x="119" y="88"/>
                    <a:pt x="119" y="88"/>
                  </a:cubicBezTo>
                  <a:cubicBezTo>
                    <a:pt x="121" y="92"/>
                    <a:pt x="118" y="96"/>
                    <a:pt x="115" y="98"/>
                  </a:cubicBezTo>
                  <a:cubicBezTo>
                    <a:pt x="115" y="98"/>
                    <a:pt x="115" y="98"/>
                    <a:pt x="115" y="98"/>
                  </a:cubicBezTo>
                  <a:cubicBezTo>
                    <a:pt x="114" y="98"/>
                    <a:pt x="113" y="98"/>
                    <a:pt x="112" y="98"/>
                  </a:cubicBezTo>
                  <a:cubicBezTo>
                    <a:pt x="112" y="98"/>
                    <a:pt x="112" y="98"/>
                    <a:pt x="112" y="98"/>
                  </a:cubicBezTo>
                  <a:cubicBezTo>
                    <a:pt x="109" y="98"/>
                    <a:pt x="106" y="96"/>
                    <a:pt x="105" y="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9" name="Oval 17"/>
            <p:cNvSpPr>
              <a:spLocks noChangeArrowheads="1"/>
            </p:cNvSpPr>
            <p:nvPr/>
          </p:nvSpPr>
          <p:spPr bwMode="auto">
            <a:xfrm>
              <a:off x="3906838" y="1149350"/>
              <a:ext cx="52388" cy="523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50" name="组合 549"/>
          <p:cNvGrpSpPr/>
          <p:nvPr/>
        </p:nvGrpSpPr>
        <p:grpSpPr>
          <a:xfrm>
            <a:off x="9684299" y="1092849"/>
            <a:ext cx="386789" cy="318467"/>
            <a:chOff x="5376863" y="666750"/>
            <a:chExt cx="1671638" cy="1376363"/>
          </a:xfrm>
          <a:solidFill>
            <a:srgbClr val="707E84"/>
          </a:solidFill>
        </p:grpSpPr>
        <p:sp>
          <p:nvSpPr>
            <p:cNvPr id="551" name="Freeform 18"/>
            <p:cNvSpPr>
              <a:spLocks noEditPoints="1"/>
            </p:cNvSpPr>
            <p:nvPr/>
          </p:nvSpPr>
          <p:spPr bwMode="auto">
            <a:xfrm>
              <a:off x="5376863" y="782638"/>
              <a:ext cx="1671638" cy="1260475"/>
            </a:xfrm>
            <a:custGeom>
              <a:avLst/>
              <a:gdLst>
                <a:gd name="T0" fmla="*/ 462 w 572"/>
                <a:gd name="T1" fmla="*/ 0 h 431"/>
                <a:gd name="T2" fmla="*/ 450 w 572"/>
                <a:gd name="T3" fmla="*/ 0 h 431"/>
                <a:gd name="T4" fmla="*/ 450 w 572"/>
                <a:gd name="T5" fmla="*/ 22 h 431"/>
                <a:gd name="T6" fmla="*/ 415 w 572"/>
                <a:gd name="T7" fmla="*/ 58 h 431"/>
                <a:gd name="T8" fmla="*/ 379 w 572"/>
                <a:gd name="T9" fmla="*/ 22 h 431"/>
                <a:gd name="T10" fmla="*/ 379 w 572"/>
                <a:gd name="T11" fmla="*/ 0 h 431"/>
                <a:gd name="T12" fmla="*/ 322 w 572"/>
                <a:gd name="T13" fmla="*/ 0 h 431"/>
                <a:gd name="T14" fmla="*/ 322 w 572"/>
                <a:gd name="T15" fmla="*/ 22 h 431"/>
                <a:gd name="T16" fmla="*/ 286 w 572"/>
                <a:gd name="T17" fmla="*/ 58 h 431"/>
                <a:gd name="T18" fmla="*/ 250 w 572"/>
                <a:gd name="T19" fmla="*/ 22 h 431"/>
                <a:gd name="T20" fmla="*/ 250 w 572"/>
                <a:gd name="T21" fmla="*/ 0 h 431"/>
                <a:gd name="T22" fmla="*/ 193 w 572"/>
                <a:gd name="T23" fmla="*/ 0 h 431"/>
                <a:gd name="T24" fmla="*/ 193 w 572"/>
                <a:gd name="T25" fmla="*/ 22 h 431"/>
                <a:gd name="T26" fmla="*/ 157 w 572"/>
                <a:gd name="T27" fmla="*/ 58 h 431"/>
                <a:gd name="T28" fmla="*/ 121 w 572"/>
                <a:gd name="T29" fmla="*/ 22 h 431"/>
                <a:gd name="T30" fmla="*/ 121 w 572"/>
                <a:gd name="T31" fmla="*/ 0 h 431"/>
                <a:gd name="T32" fmla="*/ 109 w 572"/>
                <a:gd name="T33" fmla="*/ 0 h 431"/>
                <a:gd name="T34" fmla="*/ 0 w 572"/>
                <a:gd name="T35" fmla="*/ 109 h 431"/>
                <a:gd name="T36" fmla="*/ 0 w 572"/>
                <a:gd name="T37" fmla="*/ 321 h 431"/>
                <a:gd name="T38" fmla="*/ 109 w 572"/>
                <a:gd name="T39" fmla="*/ 431 h 431"/>
                <a:gd name="T40" fmla="*/ 462 w 572"/>
                <a:gd name="T41" fmla="*/ 431 h 431"/>
                <a:gd name="T42" fmla="*/ 572 w 572"/>
                <a:gd name="T43" fmla="*/ 321 h 431"/>
                <a:gd name="T44" fmla="*/ 572 w 572"/>
                <a:gd name="T45" fmla="*/ 321 h 431"/>
                <a:gd name="T46" fmla="*/ 572 w 572"/>
                <a:gd name="T47" fmla="*/ 109 h 431"/>
                <a:gd name="T48" fmla="*/ 462 w 572"/>
                <a:gd name="T49" fmla="*/ 0 h 431"/>
                <a:gd name="T50" fmla="*/ 535 w 572"/>
                <a:gd name="T51" fmla="*/ 321 h 431"/>
                <a:gd name="T52" fmla="*/ 462 w 572"/>
                <a:gd name="T53" fmla="*/ 394 h 431"/>
                <a:gd name="T54" fmla="*/ 109 w 572"/>
                <a:gd name="T55" fmla="*/ 394 h 431"/>
                <a:gd name="T56" fmla="*/ 36 w 572"/>
                <a:gd name="T57" fmla="*/ 321 h 431"/>
                <a:gd name="T58" fmla="*/ 36 w 572"/>
                <a:gd name="T59" fmla="*/ 145 h 431"/>
                <a:gd name="T60" fmla="*/ 535 w 572"/>
                <a:gd name="T61" fmla="*/ 145 h 431"/>
                <a:gd name="T62" fmla="*/ 535 w 572"/>
                <a:gd name="T63" fmla="*/ 321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72" h="431">
                  <a:moveTo>
                    <a:pt x="462" y="0"/>
                  </a:moveTo>
                  <a:cubicBezTo>
                    <a:pt x="450" y="0"/>
                    <a:pt x="450" y="0"/>
                    <a:pt x="450" y="0"/>
                  </a:cubicBezTo>
                  <a:cubicBezTo>
                    <a:pt x="450" y="22"/>
                    <a:pt x="450" y="22"/>
                    <a:pt x="450" y="22"/>
                  </a:cubicBezTo>
                  <a:cubicBezTo>
                    <a:pt x="450" y="42"/>
                    <a:pt x="434" y="58"/>
                    <a:pt x="415" y="58"/>
                  </a:cubicBezTo>
                  <a:cubicBezTo>
                    <a:pt x="395" y="58"/>
                    <a:pt x="379" y="42"/>
                    <a:pt x="379" y="22"/>
                  </a:cubicBezTo>
                  <a:cubicBezTo>
                    <a:pt x="379" y="0"/>
                    <a:pt x="379" y="0"/>
                    <a:pt x="379" y="0"/>
                  </a:cubicBezTo>
                  <a:cubicBezTo>
                    <a:pt x="322" y="0"/>
                    <a:pt x="322" y="0"/>
                    <a:pt x="322" y="0"/>
                  </a:cubicBezTo>
                  <a:cubicBezTo>
                    <a:pt x="322" y="22"/>
                    <a:pt x="322" y="22"/>
                    <a:pt x="322" y="22"/>
                  </a:cubicBezTo>
                  <a:cubicBezTo>
                    <a:pt x="322" y="42"/>
                    <a:pt x="306" y="58"/>
                    <a:pt x="286" y="58"/>
                  </a:cubicBezTo>
                  <a:cubicBezTo>
                    <a:pt x="266" y="58"/>
                    <a:pt x="250" y="42"/>
                    <a:pt x="250" y="22"/>
                  </a:cubicBezTo>
                  <a:cubicBezTo>
                    <a:pt x="250" y="0"/>
                    <a:pt x="250" y="0"/>
                    <a:pt x="250" y="0"/>
                  </a:cubicBezTo>
                  <a:cubicBezTo>
                    <a:pt x="193" y="0"/>
                    <a:pt x="193" y="0"/>
                    <a:pt x="193" y="0"/>
                  </a:cubicBezTo>
                  <a:cubicBezTo>
                    <a:pt x="193" y="22"/>
                    <a:pt x="193" y="22"/>
                    <a:pt x="193" y="22"/>
                  </a:cubicBezTo>
                  <a:cubicBezTo>
                    <a:pt x="193" y="42"/>
                    <a:pt x="177" y="58"/>
                    <a:pt x="157" y="58"/>
                  </a:cubicBezTo>
                  <a:cubicBezTo>
                    <a:pt x="137" y="58"/>
                    <a:pt x="121" y="42"/>
                    <a:pt x="121" y="22"/>
                  </a:cubicBezTo>
                  <a:cubicBezTo>
                    <a:pt x="121" y="0"/>
                    <a:pt x="121" y="0"/>
                    <a:pt x="121" y="0"/>
                  </a:cubicBezTo>
                  <a:cubicBezTo>
                    <a:pt x="109" y="0"/>
                    <a:pt x="109" y="0"/>
                    <a:pt x="109" y="0"/>
                  </a:cubicBezTo>
                  <a:cubicBezTo>
                    <a:pt x="49" y="0"/>
                    <a:pt x="0" y="49"/>
                    <a:pt x="0" y="109"/>
                  </a:cubicBezTo>
                  <a:cubicBezTo>
                    <a:pt x="0" y="321"/>
                    <a:pt x="0" y="321"/>
                    <a:pt x="0" y="321"/>
                  </a:cubicBezTo>
                  <a:cubicBezTo>
                    <a:pt x="0" y="382"/>
                    <a:pt x="49" y="431"/>
                    <a:pt x="109" y="431"/>
                  </a:cubicBezTo>
                  <a:cubicBezTo>
                    <a:pt x="462" y="431"/>
                    <a:pt x="462" y="431"/>
                    <a:pt x="462" y="431"/>
                  </a:cubicBezTo>
                  <a:cubicBezTo>
                    <a:pt x="523" y="431"/>
                    <a:pt x="572" y="382"/>
                    <a:pt x="572" y="321"/>
                  </a:cubicBezTo>
                  <a:cubicBezTo>
                    <a:pt x="572" y="321"/>
                    <a:pt x="572" y="321"/>
                    <a:pt x="572" y="321"/>
                  </a:cubicBezTo>
                  <a:cubicBezTo>
                    <a:pt x="572" y="109"/>
                    <a:pt x="572" y="109"/>
                    <a:pt x="572" y="109"/>
                  </a:cubicBezTo>
                  <a:cubicBezTo>
                    <a:pt x="572" y="49"/>
                    <a:pt x="523" y="0"/>
                    <a:pt x="462" y="0"/>
                  </a:cubicBezTo>
                  <a:close/>
                  <a:moveTo>
                    <a:pt x="535" y="321"/>
                  </a:moveTo>
                  <a:cubicBezTo>
                    <a:pt x="535" y="361"/>
                    <a:pt x="502" y="394"/>
                    <a:pt x="462" y="394"/>
                  </a:cubicBezTo>
                  <a:cubicBezTo>
                    <a:pt x="109" y="394"/>
                    <a:pt x="109" y="394"/>
                    <a:pt x="109" y="394"/>
                  </a:cubicBezTo>
                  <a:cubicBezTo>
                    <a:pt x="69" y="394"/>
                    <a:pt x="36" y="361"/>
                    <a:pt x="36" y="321"/>
                  </a:cubicBezTo>
                  <a:cubicBezTo>
                    <a:pt x="36" y="145"/>
                    <a:pt x="36" y="145"/>
                    <a:pt x="36" y="145"/>
                  </a:cubicBezTo>
                  <a:cubicBezTo>
                    <a:pt x="535" y="145"/>
                    <a:pt x="535" y="145"/>
                    <a:pt x="535" y="145"/>
                  </a:cubicBezTo>
                  <a:lnTo>
                    <a:pt x="535" y="3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2" name="Freeform 19"/>
            <p:cNvSpPr>
              <a:spLocks/>
            </p:cNvSpPr>
            <p:nvPr/>
          </p:nvSpPr>
          <p:spPr bwMode="auto">
            <a:xfrm>
              <a:off x="5759451" y="666750"/>
              <a:ext cx="152400" cy="257175"/>
            </a:xfrm>
            <a:custGeom>
              <a:avLst/>
              <a:gdLst>
                <a:gd name="T0" fmla="*/ 52 w 52"/>
                <a:gd name="T1" fmla="*/ 62 h 88"/>
                <a:gd name="T2" fmla="*/ 26 w 52"/>
                <a:gd name="T3" fmla="*/ 88 h 88"/>
                <a:gd name="T4" fmla="*/ 26 w 52"/>
                <a:gd name="T5" fmla="*/ 88 h 88"/>
                <a:gd name="T6" fmla="*/ 0 w 52"/>
                <a:gd name="T7" fmla="*/ 62 h 88"/>
                <a:gd name="T8" fmla="*/ 0 w 52"/>
                <a:gd name="T9" fmla="*/ 26 h 88"/>
                <a:gd name="T10" fmla="*/ 26 w 52"/>
                <a:gd name="T11" fmla="*/ 0 h 88"/>
                <a:gd name="T12" fmla="*/ 26 w 52"/>
                <a:gd name="T13" fmla="*/ 0 h 88"/>
                <a:gd name="T14" fmla="*/ 52 w 52"/>
                <a:gd name="T15" fmla="*/ 26 h 88"/>
                <a:gd name="T16" fmla="*/ 52 w 52"/>
                <a:gd name="T17" fmla="*/ 62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88">
                  <a:moveTo>
                    <a:pt x="52" y="62"/>
                  </a:moveTo>
                  <a:cubicBezTo>
                    <a:pt x="52" y="77"/>
                    <a:pt x="40" y="88"/>
                    <a:pt x="26" y="88"/>
                  </a:cubicBezTo>
                  <a:cubicBezTo>
                    <a:pt x="26" y="88"/>
                    <a:pt x="26" y="88"/>
                    <a:pt x="26" y="88"/>
                  </a:cubicBezTo>
                  <a:cubicBezTo>
                    <a:pt x="12" y="88"/>
                    <a:pt x="0" y="77"/>
                    <a:pt x="0" y="62"/>
                  </a:cubicBezTo>
                  <a:cubicBezTo>
                    <a:pt x="0" y="26"/>
                    <a:pt x="0" y="26"/>
                    <a:pt x="0" y="26"/>
                  </a:cubicBezTo>
                  <a:cubicBezTo>
                    <a:pt x="0" y="11"/>
                    <a:pt x="12" y="0"/>
                    <a:pt x="26" y="0"/>
                  </a:cubicBezTo>
                  <a:cubicBezTo>
                    <a:pt x="26" y="0"/>
                    <a:pt x="26" y="0"/>
                    <a:pt x="26" y="0"/>
                  </a:cubicBezTo>
                  <a:cubicBezTo>
                    <a:pt x="40" y="0"/>
                    <a:pt x="52" y="11"/>
                    <a:pt x="52" y="26"/>
                  </a:cubicBezTo>
                  <a:lnTo>
                    <a:pt x="52"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3" name="Freeform 20"/>
            <p:cNvSpPr>
              <a:spLocks/>
            </p:cNvSpPr>
            <p:nvPr/>
          </p:nvSpPr>
          <p:spPr bwMode="auto">
            <a:xfrm>
              <a:off x="6137276" y="666750"/>
              <a:ext cx="152400" cy="257175"/>
            </a:xfrm>
            <a:custGeom>
              <a:avLst/>
              <a:gdLst>
                <a:gd name="T0" fmla="*/ 52 w 52"/>
                <a:gd name="T1" fmla="*/ 62 h 88"/>
                <a:gd name="T2" fmla="*/ 26 w 52"/>
                <a:gd name="T3" fmla="*/ 88 h 88"/>
                <a:gd name="T4" fmla="*/ 26 w 52"/>
                <a:gd name="T5" fmla="*/ 88 h 88"/>
                <a:gd name="T6" fmla="*/ 0 w 52"/>
                <a:gd name="T7" fmla="*/ 62 h 88"/>
                <a:gd name="T8" fmla="*/ 0 w 52"/>
                <a:gd name="T9" fmla="*/ 26 h 88"/>
                <a:gd name="T10" fmla="*/ 26 w 52"/>
                <a:gd name="T11" fmla="*/ 0 h 88"/>
                <a:gd name="T12" fmla="*/ 26 w 52"/>
                <a:gd name="T13" fmla="*/ 0 h 88"/>
                <a:gd name="T14" fmla="*/ 52 w 52"/>
                <a:gd name="T15" fmla="*/ 26 h 88"/>
                <a:gd name="T16" fmla="*/ 52 w 52"/>
                <a:gd name="T17" fmla="*/ 62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88">
                  <a:moveTo>
                    <a:pt x="52" y="62"/>
                  </a:moveTo>
                  <a:cubicBezTo>
                    <a:pt x="52" y="77"/>
                    <a:pt x="40" y="88"/>
                    <a:pt x="26" y="88"/>
                  </a:cubicBezTo>
                  <a:cubicBezTo>
                    <a:pt x="26" y="88"/>
                    <a:pt x="26" y="88"/>
                    <a:pt x="26" y="88"/>
                  </a:cubicBezTo>
                  <a:cubicBezTo>
                    <a:pt x="12" y="88"/>
                    <a:pt x="0" y="77"/>
                    <a:pt x="0" y="62"/>
                  </a:cubicBezTo>
                  <a:cubicBezTo>
                    <a:pt x="0" y="26"/>
                    <a:pt x="0" y="26"/>
                    <a:pt x="0" y="26"/>
                  </a:cubicBezTo>
                  <a:cubicBezTo>
                    <a:pt x="0" y="11"/>
                    <a:pt x="12" y="0"/>
                    <a:pt x="26" y="0"/>
                  </a:cubicBezTo>
                  <a:cubicBezTo>
                    <a:pt x="26" y="0"/>
                    <a:pt x="26" y="0"/>
                    <a:pt x="26" y="0"/>
                  </a:cubicBezTo>
                  <a:cubicBezTo>
                    <a:pt x="40" y="0"/>
                    <a:pt x="52" y="11"/>
                    <a:pt x="52" y="26"/>
                  </a:cubicBezTo>
                  <a:lnTo>
                    <a:pt x="52"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4" name="Freeform 21"/>
            <p:cNvSpPr>
              <a:spLocks/>
            </p:cNvSpPr>
            <p:nvPr/>
          </p:nvSpPr>
          <p:spPr bwMode="auto">
            <a:xfrm>
              <a:off x="6513513" y="666750"/>
              <a:ext cx="152400" cy="257175"/>
            </a:xfrm>
            <a:custGeom>
              <a:avLst/>
              <a:gdLst>
                <a:gd name="T0" fmla="*/ 52 w 52"/>
                <a:gd name="T1" fmla="*/ 62 h 88"/>
                <a:gd name="T2" fmla="*/ 26 w 52"/>
                <a:gd name="T3" fmla="*/ 88 h 88"/>
                <a:gd name="T4" fmla="*/ 26 w 52"/>
                <a:gd name="T5" fmla="*/ 88 h 88"/>
                <a:gd name="T6" fmla="*/ 0 w 52"/>
                <a:gd name="T7" fmla="*/ 62 h 88"/>
                <a:gd name="T8" fmla="*/ 0 w 52"/>
                <a:gd name="T9" fmla="*/ 26 h 88"/>
                <a:gd name="T10" fmla="*/ 26 w 52"/>
                <a:gd name="T11" fmla="*/ 0 h 88"/>
                <a:gd name="T12" fmla="*/ 26 w 52"/>
                <a:gd name="T13" fmla="*/ 0 h 88"/>
                <a:gd name="T14" fmla="*/ 52 w 52"/>
                <a:gd name="T15" fmla="*/ 26 h 88"/>
                <a:gd name="T16" fmla="*/ 52 w 52"/>
                <a:gd name="T17" fmla="*/ 62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88">
                  <a:moveTo>
                    <a:pt x="52" y="62"/>
                  </a:moveTo>
                  <a:cubicBezTo>
                    <a:pt x="52" y="77"/>
                    <a:pt x="40" y="88"/>
                    <a:pt x="26" y="88"/>
                  </a:cubicBezTo>
                  <a:cubicBezTo>
                    <a:pt x="26" y="88"/>
                    <a:pt x="26" y="88"/>
                    <a:pt x="26" y="88"/>
                  </a:cubicBezTo>
                  <a:cubicBezTo>
                    <a:pt x="11" y="88"/>
                    <a:pt x="0" y="77"/>
                    <a:pt x="0" y="62"/>
                  </a:cubicBezTo>
                  <a:cubicBezTo>
                    <a:pt x="0" y="26"/>
                    <a:pt x="0" y="26"/>
                    <a:pt x="0" y="26"/>
                  </a:cubicBezTo>
                  <a:cubicBezTo>
                    <a:pt x="0" y="11"/>
                    <a:pt x="11" y="0"/>
                    <a:pt x="26" y="0"/>
                  </a:cubicBezTo>
                  <a:cubicBezTo>
                    <a:pt x="26" y="0"/>
                    <a:pt x="26" y="0"/>
                    <a:pt x="26" y="0"/>
                  </a:cubicBezTo>
                  <a:cubicBezTo>
                    <a:pt x="40" y="0"/>
                    <a:pt x="52" y="11"/>
                    <a:pt x="52" y="26"/>
                  </a:cubicBezTo>
                  <a:lnTo>
                    <a:pt x="52"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5" name="Freeform 22"/>
            <p:cNvSpPr>
              <a:spLocks/>
            </p:cNvSpPr>
            <p:nvPr/>
          </p:nvSpPr>
          <p:spPr bwMode="auto">
            <a:xfrm>
              <a:off x="5883276" y="1319213"/>
              <a:ext cx="317500" cy="444500"/>
            </a:xfrm>
            <a:custGeom>
              <a:avLst/>
              <a:gdLst>
                <a:gd name="T0" fmla="*/ 103 w 109"/>
                <a:gd name="T1" fmla="*/ 124 h 152"/>
                <a:gd name="T2" fmla="*/ 89 w 109"/>
                <a:gd name="T3" fmla="*/ 120 h 152"/>
                <a:gd name="T4" fmla="*/ 48 w 109"/>
                <a:gd name="T5" fmla="*/ 120 h 152"/>
                <a:gd name="T6" fmla="*/ 66 w 109"/>
                <a:gd name="T7" fmla="*/ 104 h 152"/>
                <a:gd name="T8" fmla="*/ 87 w 109"/>
                <a:gd name="T9" fmla="*/ 86 h 152"/>
                <a:gd name="T10" fmla="*/ 100 w 109"/>
                <a:gd name="T11" fmla="*/ 70 h 152"/>
                <a:gd name="T12" fmla="*/ 106 w 109"/>
                <a:gd name="T13" fmla="*/ 45 h 152"/>
                <a:gd name="T14" fmla="*/ 103 w 109"/>
                <a:gd name="T15" fmla="*/ 29 h 152"/>
                <a:gd name="T16" fmla="*/ 94 w 109"/>
                <a:gd name="T17" fmla="*/ 15 h 152"/>
                <a:gd name="T18" fmla="*/ 81 w 109"/>
                <a:gd name="T19" fmla="*/ 5 h 152"/>
                <a:gd name="T20" fmla="*/ 54 w 109"/>
                <a:gd name="T21" fmla="*/ 0 h 152"/>
                <a:gd name="T22" fmla="*/ 31 w 109"/>
                <a:gd name="T23" fmla="*/ 4 h 152"/>
                <a:gd name="T24" fmla="*/ 14 w 109"/>
                <a:gd name="T25" fmla="*/ 15 h 152"/>
                <a:gd name="T26" fmla="*/ 4 w 109"/>
                <a:gd name="T27" fmla="*/ 29 h 152"/>
                <a:gd name="T28" fmla="*/ 1 w 109"/>
                <a:gd name="T29" fmla="*/ 45 h 152"/>
                <a:gd name="T30" fmla="*/ 5 w 109"/>
                <a:gd name="T31" fmla="*/ 57 h 152"/>
                <a:gd name="T32" fmla="*/ 17 w 109"/>
                <a:gd name="T33" fmla="*/ 62 h 152"/>
                <a:gd name="T34" fmla="*/ 28 w 109"/>
                <a:gd name="T35" fmla="*/ 56 h 152"/>
                <a:gd name="T36" fmla="*/ 34 w 109"/>
                <a:gd name="T37" fmla="*/ 45 h 152"/>
                <a:gd name="T38" fmla="*/ 37 w 109"/>
                <a:gd name="T39" fmla="*/ 38 h 152"/>
                <a:gd name="T40" fmla="*/ 53 w 109"/>
                <a:gd name="T41" fmla="*/ 29 h 152"/>
                <a:gd name="T42" fmla="*/ 62 w 109"/>
                <a:gd name="T43" fmla="*/ 31 h 152"/>
                <a:gd name="T44" fmla="*/ 69 w 109"/>
                <a:gd name="T45" fmla="*/ 37 h 152"/>
                <a:gd name="T46" fmla="*/ 71 w 109"/>
                <a:gd name="T47" fmla="*/ 46 h 152"/>
                <a:gd name="T48" fmla="*/ 68 w 109"/>
                <a:gd name="T49" fmla="*/ 56 h 152"/>
                <a:gd name="T50" fmla="*/ 61 w 109"/>
                <a:gd name="T51" fmla="*/ 66 h 152"/>
                <a:gd name="T52" fmla="*/ 49 w 109"/>
                <a:gd name="T53" fmla="*/ 77 h 152"/>
                <a:gd name="T54" fmla="*/ 33 w 109"/>
                <a:gd name="T55" fmla="*/ 90 h 152"/>
                <a:gd name="T56" fmla="*/ 10 w 109"/>
                <a:gd name="T57" fmla="*/ 113 h 152"/>
                <a:gd name="T58" fmla="*/ 3 w 109"/>
                <a:gd name="T59" fmla="*/ 123 h 152"/>
                <a:gd name="T60" fmla="*/ 0 w 109"/>
                <a:gd name="T61" fmla="*/ 134 h 152"/>
                <a:gd name="T62" fmla="*/ 6 w 109"/>
                <a:gd name="T63" fmla="*/ 147 h 152"/>
                <a:gd name="T64" fmla="*/ 20 w 109"/>
                <a:gd name="T65" fmla="*/ 152 h 152"/>
                <a:gd name="T66" fmla="*/ 92 w 109"/>
                <a:gd name="T67" fmla="*/ 152 h 152"/>
                <a:gd name="T68" fmla="*/ 92 w 109"/>
                <a:gd name="T69" fmla="*/ 152 h 152"/>
                <a:gd name="T70" fmla="*/ 104 w 109"/>
                <a:gd name="T71" fmla="*/ 148 h 152"/>
                <a:gd name="T72" fmla="*/ 109 w 109"/>
                <a:gd name="T73" fmla="*/ 136 h 152"/>
                <a:gd name="T74" fmla="*/ 103 w 109"/>
                <a:gd name="T75" fmla="*/ 12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9" h="152">
                  <a:moveTo>
                    <a:pt x="103" y="124"/>
                  </a:moveTo>
                  <a:cubicBezTo>
                    <a:pt x="99" y="121"/>
                    <a:pt x="94" y="120"/>
                    <a:pt x="89" y="120"/>
                  </a:cubicBezTo>
                  <a:cubicBezTo>
                    <a:pt x="48" y="120"/>
                    <a:pt x="48" y="120"/>
                    <a:pt x="48" y="120"/>
                  </a:cubicBezTo>
                  <a:cubicBezTo>
                    <a:pt x="51" y="116"/>
                    <a:pt x="57" y="111"/>
                    <a:pt x="66" y="104"/>
                  </a:cubicBezTo>
                  <a:cubicBezTo>
                    <a:pt x="76" y="96"/>
                    <a:pt x="83" y="90"/>
                    <a:pt x="87" y="86"/>
                  </a:cubicBezTo>
                  <a:cubicBezTo>
                    <a:pt x="91" y="82"/>
                    <a:pt x="96" y="76"/>
                    <a:pt x="100" y="70"/>
                  </a:cubicBezTo>
                  <a:cubicBezTo>
                    <a:pt x="104" y="62"/>
                    <a:pt x="106" y="54"/>
                    <a:pt x="106" y="45"/>
                  </a:cubicBezTo>
                  <a:cubicBezTo>
                    <a:pt x="106" y="40"/>
                    <a:pt x="105" y="34"/>
                    <a:pt x="103" y="29"/>
                  </a:cubicBezTo>
                  <a:cubicBezTo>
                    <a:pt x="101" y="24"/>
                    <a:pt x="98" y="19"/>
                    <a:pt x="94" y="15"/>
                  </a:cubicBezTo>
                  <a:cubicBezTo>
                    <a:pt x="91" y="11"/>
                    <a:pt x="86" y="8"/>
                    <a:pt x="81" y="5"/>
                  </a:cubicBezTo>
                  <a:cubicBezTo>
                    <a:pt x="73" y="2"/>
                    <a:pt x="64" y="0"/>
                    <a:pt x="54" y="0"/>
                  </a:cubicBezTo>
                  <a:cubicBezTo>
                    <a:pt x="45" y="0"/>
                    <a:pt x="37" y="2"/>
                    <a:pt x="31" y="4"/>
                  </a:cubicBezTo>
                  <a:cubicBezTo>
                    <a:pt x="24" y="7"/>
                    <a:pt x="19" y="10"/>
                    <a:pt x="14" y="15"/>
                  </a:cubicBezTo>
                  <a:cubicBezTo>
                    <a:pt x="10" y="19"/>
                    <a:pt x="6" y="24"/>
                    <a:pt x="4" y="29"/>
                  </a:cubicBezTo>
                  <a:cubicBezTo>
                    <a:pt x="2" y="35"/>
                    <a:pt x="1" y="40"/>
                    <a:pt x="1" y="45"/>
                  </a:cubicBezTo>
                  <a:cubicBezTo>
                    <a:pt x="1" y="50"/>
                    <a:pt x="2" y="54"/>
                    <a:pt x="5" y="57"/>
                  </a:cubicBezTo>
                  <a:cubicBezTo>
                    <a:pt x="8" y="60"/>
                    <a:pt x="12" y="62"/>
                    <a:pt x="17" y="62"/>
                  </a:cubicBezTo>
                  <a:cubicBezTo>
                    <a:pt x="21" y="62"/>
                    <a:pt x="26" y="60"/>
                    <a:pt x="28" y="56"/>
                  </a:cubicBezTo>
                  <a:cubicBezTo>
                    <a:pt x="31" y="54"/>
                    <a:pt x="33" y="50"/>
                    <a:pt x="34" y="45"/>
                  </a:cubicBezTo>
                  <a:cubicBezTo>
                    <a:pt x="36" y="41"/>
                    <a:pt x="37" y="38"/>
                    <a:pt x="37" y="38"/>
                  </a:cubicBezTo>
                  <a:cubicBezTo>
                    <a:pt x="41" y="32"/>
                    <a:pt x="46" y="29"/>
                    <a:pt x="53" y="29"/>
                  </a:cubicBezTo>
                  <a:cubicBezTo>
                    <a:pt x="57" y="29"/>
                    <a:pt x="59" y="30"/>
                    <a:pt x="62" y="31"/>
                  </a:cubicBezTo>
                  <a:cubicBezTo>
                    <a:pt x="65" y="33"/>
                    <a:pt x="67" y="35"/>
                    <a:pt x="69" y="37"/>
                  </a:cubicBezTo>
                  <a:cubicBezTo>
                    <a:pt x="70" y="40"/>
                    <a:pt x="71" y="43"/>
                    <a:pt x="71" y="46"/>
                  </a:cubicBezTo>
                  <a:cubicBezTo>
                    <a:pt x="71" y="49"/>
                    <a:pt x="70" y="52"/>
                    <a:pt x="68" y="56"/>
                  </a:cubicBezTo>
                  <a:cubicBezTo>
                    <a:pt x="67" y="59"/>
                    <a:pt x="64" y="63"/>
                    <a:pt x="61" y="66"/>
                  </a:cubicBezTo>
                  <a:cubicBezTo>
                    <a:pt x="58" y="70"/>
                    <a:pt x="54" y="73"/>
                    <a:pt x="49" y="77"/>
                  </a:cubicBezTo>
                  <a:cubicBezTo>
                    <a:pt x="45" y="79"/>
                    <a:pt x="40" y="83"/>
                    <a:pt x="33" y="90"/>
                  </a:cubicBezTo>
                  <a:cubicBezTo>
                    <a:pt x="26" y="96"/>
                    <a:pt x="19" y="104"/>
                    <a:pt x="10" y="113"/>
                  </a:cubicBezTo>
                  <a:cubicBezTo>
                    <a:pt x="7" y="116"/>
                    <a:pt x="5" y="119"/>
                    <a:pt x="3" y="123"/>
                  </a:cubicBezTo>
                  <a:cubicBezTo>
                    <a:pt x="2" y="127"/>
                    <a:pt x="0" y="131"/>
                    <a:pt x="0" y="134"/>
                  </a:cubicBezTo>
                  <a:cubicBezTo>
                    <a:pt x="0" y="139"/>
                    <a:pt x="2" y="144"/>
                    <a:pt x="6" y="147"/>
                  </a:cubicBezTo>
                  <a:cubicBezTo>
                    <a:pt x="10" y="151"/>
                    <a:pt x="15" y="152"/>
                    <a:pt x="20" y="152"/>
                  </a:cubicBezTo>
                  <a:cubicBezTo>
                    <a:pt x="92" y="152"/>
                    <a:pt x="92" y="152"/>
                    <a:pt x="92" y="152"/>
                  </a:cubicBezTo>
                  <a:cubicBezTo>
                    <a:pt x="92" y="152"/>
                    <a:pt x="92" y="152"/>
                    <a:pt x="92" y="152"/>
                  </a:cubicBezTo>
                  <a:cubicBezTo>
                    <a:pt x="97" y="152"/>
                    <a:pt x="101" y="151"/>
                    <a:pt x="104" y="148"/>
                  </a:cubicBezTo>
                  <a:cubicBezTo>
                    <a:pt x="107" y="145"/>
                    <a:pt x="109" y="141"/>
                    <a:pt x="109" y="136"/>
                  </a:cubicBezTo>
                  <a:cubicBezTo>
                    <a:pt x="109" y="132"/>
                    <a:pt x="107" y="127"/>
                    <a:pt x="103" y="1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6" name="Freeform 23"/>
            <p:cNvSpPr>
              <a:spLocks/>
            </p:cNvSpPr>
            <p:nvPr/>
          </p:nvSpPr>
          <p:spPr bwMode="auto">
            <a:xfrm>
              <a:off x="6224588" y="1319213"/>
              <a:ext cx="315913" cy="452438"/>
            </a:xfrm>
            <a:custGeom>
              <a:avLst/>
              <a:gdLst>
                <a:gd name="T0" fmla="*/ 105 w 108"/>
                <a:gd name="T1" fmla="*/ 89 h 155"/>
                <a:gd name="T2" fmla="*/ 97 w 108"/>
                <a:gd name="T3" fmla="*/ 76 h 155"/>
                <a:gd name="T4" fmla="*/ 88 w 108"/>
                <a:gd name="T5" fmla="*/ 69 h 155"/>
                <a:gd name="T6" fmla="*/ 97 w 108"/>
                <a:gd name="T7" fmla="*/ 59 h 155"/>
                <a:gd name="T8" fmla="*/ 101 w 108"/>
                <a:gd name="T9" fmla="*/ 40 h 155"/>
                <a:gd name="T10" fmla="*/ 98 w 108"/>
                <a:gd name="T11" fmla="*/ 24 h 155"/>
                <a:gd name="T12" fmla="*/ 88 w 108"/>
                <a:gd name="T13" fmla="*/ 12 h 155"/>
                <a:gd name="T14" fmla="*/ 73 w 108"/>
                <a:gd name="T15" fmla="*/ 3 h 155"/>
                <a:gd name="T16" fmla="*/ 55 w 108"/>
                <a:gd name="T17" fmla="*/ 0 h 155"/>
                <a:gd name="T18" fmla="*/ 34 w 108"/>
                <a:gd name="T19" fmla="*/ 4 h 155"/>
                <a:gd name="T20" fmla="*/ 18 w 108"/>
                <a:gd name="T21" fmla="*/ 13 h 155"/>
                <a:gd name="T22" fmla="*/ 8 w 108"/>
                <a:gd name="T23" fmla="*/ 25 h 155"/>
                <a:gd name="T24" fmla="*/ 4 w 108"/>
                <a:gd name="T25" fmla="*/ 37 h 155"/>
                <a:gd name="T26" fmla="*/ 9 w 108"/>
                <a:gd name="T27" fmla="*/ 49 h 155"/>
                <a:gd name="T28" fmla="*/ 19 w 108"/>
                <a:gd name="T29" fmla="*/ 54 h 155"/>
                <a:gd name="T30" fmla="*/ 27 w 108"/>
                <a:gd name="T31" fmla="*/ 52 h 155"/>
                <a:gd name="T32" fmla="*/ 33 w 108"/>
                <a:gd name="T33" fmla="*/ 47 h 155"/>
                <a:gd name="T34" fmla="*/ 36 w 108"/>
                <a:gd name="T35" fmla="*/ 38 h 155"/>
                <a:gd name="T36" fmla="*/ 40 w 108"/>
                <a:gd name="T37" fmla="*/ 32 h 155"/>
                <a:gd name="T38" fmla="*/ 44 w 108"/>
                <a:gd name="T39" fmla="*/ 29 h 155"/>
                <a:gd name="T40" fmla="*/ 52 w 108"/>
                <a:gd name="T41" fmla="*/ 28 h 155"/>
                <a:gd name="T42" fmla="*/ 63 w 108"/>
                <a:gd name="T43" fmla="*/ 32 h 155"/>
                <a:gd name="T44" fmla="*/ 66 w 108"/>
                <a:gd name="T45" fmla="*/ 42 h 155"/>
                <a:gd name="T46" fmla="*/ 62 w 108"/>
                <a:gd name="T47" fmla="*/ 53 h 155"/>
                <a:gd name="T48" fmla="*/ 49 w 108"/>
                <a:gd name="T49" fmla="*/ 57 h 155"/>
                <a:gd name="T50" fmla="*/ 45 w 108"/>
                <a:gd name="T51" fmla="*/ 57 h 155"/>
                <a:gd name="T52" fmla="*/ 32 w 108"/>
                <a:gd name="T53" fmla="*/ 61 h 155"/>
                <a:gd name="T54" fmla="*/ 27 w 108"/>
                <a:gd name="T55" fmla="*/ 72 h 155"/>
                <a:gd name="T56" fmla="*/ 31 w 108"/>
                <a:gd name="T57" fmla="*/ 83 h 155"/>
                <a:gd name="T58" fmla="*/ 43 w 108"/>
                <a:gd name="T59" fmla="*/ 87 h 155"/>
                <a:gd name="T60" fmla="*/ 48 w 108"/>
                <a:gd name="T61" fmla="*/ 87 h 155"/>
                <a:gd name="T62" fmla="*/ 54 w 108"/>
                <a:gd name="T63" fmla="*/ 86 h 155"/>
                <a:gd name="T64" fmla="*/ 68 w 108"/>
                <a:gd name="T65" fmla="*/ 91 h 155"/>
                <a:gd name="T66" fmla="*/ 73 w 108"/>
                <a:gd name="T67" fmla="*/ 106 h 155"/>
                <a:gd name="T68" fmla="*/ 70 w 108"/>
                <a:gd name="T69" fmla="*/ 117 h 155"/>
                <a:gd name="T70" fmla="*/ 62 w 108"/>
                <a:gd name="T71" fmla="*/ 124 h 155"/>
                <a:gd name="T72" fmla="*/ 53 w 108"/>
                <a:gd name="T73" fmla="*/ 127 h 155"/>
                <a:gd name="T74" fmla="*/ 40 w 108"/>
                <a:gd name="T75" fmla="*/ 122 h 155"/>
                <a:gd name="T76" fmla="*/ 30 w 108"/>
                <a:gd name="T77" fmla="*/ 103 h 155"/>
                <a:gd name="T78" fmla="*/ 25 w 108"/>
                <a:gd name="T79" fmla="*/ 97 h 155"/>
                <a:gd name="T80" fmla="*/ 17 w 108"/>
                <a:gd name="T81" fmla="*/ 95 h 155"/>
                <a:gd name="T82" fmla="*/ 5 w 108"/>
                <a:gd name="T83" fmla="*/ 99 h 155"/>
                <a:gd name="T84" fmla="*/ 0 w 108"/>
                <a:gd name="T85" fmla="*/ 112 h 155"/>
                <a:gd name="T86" fmla="*/ 3 w 108"/>
                <a:gd name="T87" fmla="*/ 125 h 155"/>
                <a:gd name="T88" fmla="*/ 13 w 108"/>
                <a:gd name="T89" fmla="*/ 139 h 155"/>
                <a:gd name="T90" fmla="*/ 30 w 108"/>
                <a:gd name="T91" fmla="*/ 150 h 155"/>
                <a:gd name="T92" fmla="*/ 53 w 108"/>
                <a:gd name="T93" fmla="*/ 155 h 155"/>
                <a:gd name="T94" fmla="*/ 75 w 108"/>
                <a:gd name="T95" fmla="*/ 151 h 155"/>
                <a:gd name="T96" fmla="*/ 93 w 108"/>
                <a:gd name="T97" fmla="*/ 140 h 155"/>
                <a:gd name="T98" fmla="*/ 104 w 108"/>
                <a:gd name="T99" fmla="*/ 124 h 155"/>
                <a:gd name="T100" fmla="*/ 108 w 108"/>
                <a:gd name="T101" fmla="*/ 105 h 155"/>
                <a:gd name="T102" fmla="*/ 105 w 108"/>
                <a:gd name="T103" fmla="*/ 89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8" h="155">
                  <a:moveTo>
                    <a:pt x="105" y="89"/>
                  </a:moveTo>
                  <a:cubicBezTo>
                    <a:pt x="103" y="84"/>
                    <a:pt x="100" y="80"/>
                    <a:pt x="97" y="76"/>
                  </a:cubicBezTo>
                  <a:cubicBezTo>
                    <a:pt x="94" y="74"/>
                    <a:pt x="91" y="71"/>
                    <a:pt x="88" y="69"/>
                  </a:cubicBezTo>
                  <a:cubicBezTo>
                    <a:pt x="92" y="66"/>
                    <a:pt x="94" y="63"/>
                    <a:pt x="97" y="59"/>
                  </a:cubicBezTo>
                  <a:cubicBezTo>
                    <a:pt x="100" y="54"/>
                    <a:pt x="101" y="47"/>
                    <a:pt x="101" y="40"/>
                  </a:cubicBezTo>
                  <a:cubicBezTo>
                    <a:pt x="101" y="35"/>
                    <a:pt x="100" y="29"/>
                    <a:pt x="98" y="24"/>
                  </a:cubicBezTo>
                  <a:cubicBezTo>
                    <a:pt x="96" y="19"/>
                    <a:pt x="93" y="15"/>
                    <a:pt x="88" y="12"/>
                  </a:cubicBezTo>
                  <a:cubicBezTo>
                    <a:pt x="84" y="8"/>
                    <a:pt x="79" y="5"/>
                    <a:pt x="73" y="3"/>
                  </a:cubicBezTo>
                  <a:cubicBezTo>
                    <a:pt x="68" y="1"/>
                    <a:pt x="61" y="0"/>
                    <a:pt x="55" y="0"/>
                  </a:cubicBezTo>
                  <a:cubicBezTo>
                    <a:pt x="47" y="0"/>
                    <a:pt x="40" y="2"/>
                    <a:pt x="34" y="4"/>
                  </a:cubicBezTo>
                  <a:cubicBezTo>
                    <a:pt x="28" y="6"/>
                    <a:pt x="22" y="9"/>
                    <a:pt x="18" y="13"/>
                  </a:cubicBezTo>
                  <a:cubicBezTo>
                    <a:pt x="13" y="16"/>
                    <a:pt x="10" y="20"/>
                    <a:pt x="8" y="25"/>
                  </a:cubicBezTo>
                  <a:cubicBezTo>
                    <a:pt x="5" y="29"/>
                    <a:pt x="4" y="33"/>
                    <a:pt x="4" y="37"/>
                  </a:cubicBezTo>
                  <a:cubicBezTo>
                    <a:pt x="4" y="42"/>
                    <a:pt x="6" y="46"/>
                    <a:pt x="9" y="49"/>
                  </a:cubicBezTo>
                  <a:cubicBezTo>
                    <a:pt x="12" y="52"/>
                    <a:pt x="15" y="54"/>
                    <a:pt x="19" y="54"/>
                  </a:cubicBezTo>
                  <a:cubicBezTo>
                    <a:pt x="22" y="54"/>
                    <a:pt x="24" y="53"/>
                    <a:pt x="27" y="52"/>
                  </a:cubicBezTo>
                  <a:cubicBezTo>
                    <a:pt x="29" y="51"/>
                    <a:pt x="31" y="49"/>
                    <a:pt x="33" y="47"/>
                  </a:cubicBezTo>
                  <a:cubicBezTo>
                    <a:pt x="34" y="44"/>
                    <a:pt x="35" y="41"/>
                    <a:pt x="36" y="38"/>
                  </a:cubicBezTo>
                  <a:cubicBezTo>
                    <a:pt x="37" y="36"/>
                    <a:pt x="39" y="34"/>
                    <a:pt x="40" y="32"/>
                  </a:cubicBezTo>
                  <a:cubicBezTo>
                    <a:pt x="41" y="31"/>
                    <a:pt x="42" y="30"/>
                    <a:pt x="44" y="29"/>
                  </a:cubicBezTo>
                  <a:cubicBezTo>
                    <a:pt x="46" y="29"/>
                    <a:pt x="48" y="28"/>
                    <a:pt x="52" y="28"/>
                  </a:cubicBezTo>
                  <a:cubicBezTo>
                    <a:pt x="57" y="28"/>
                    <a:pt x="60" y="30"/>
                    <a:pt x="63" y="32"/>
                  </a:cubicBezTo>
                  <a:cubicBezTo>
                    <a:pt x="65" y="35"/>
                    <a:pt x="66" y="38"/>
                    <a:pt x="66" y="42"/>
                  </a:cubicBezTo>
                  <a:cubicBezTo>
                    <a:pt x="66" y="47"/>
                    <a:pt x="65" y="51"/>
                    <a:pt x="62" y="53"/>
                  </a:cubicBezTo>
                  <a:cubicBezTo>
                    <a:pt x="58" y="56"/>
                    <a:pt x="54" y="57"/>
                    <a:pt x="49" y="57"/>
                  </a:cubicBezTo>
                  <a:cubicBezTo>
                    <a:pt x="45" y="57"/>
                    <a:pt x="45" y="57"/>
                    <a:pt x="45" y="57"/>
                  </a:cubicBezTo>
                  <a:cubicBezTo>
                    <a:pt x="40" y="57"/>
                    <a:pt x="35" y="58"/>
                    <a:pt x="32" y="61"/>
                  </a:cubicBezTo>
                  <a:cubicBezTo>
                    <a:pt x="29" y="64"/>
                    <a:pt x="27" y="68"/>
                    <a:pt x="27" y="72"/>
                  </a:cubicBezTo>
                  <a:cubicBezTo>
                    <a:pt x="27" y="76"/>
                    <a:pt x="28" y="80"/>
                    <a:pt x="31" y="83"/>
                  </a:cubicBezTo>
                  <a:cubicBezTo>
                    <a:pt x="34" y="86"/>
                    <a:pt x="38" y="87"/>
                    <a:pt x="43" y="87"/>
                  </a:cubicBezTo>
                  <a:cubicBezTo>
                    <a:pt x="44" y="87"/>
                    <a:pt x="45" y="87"/>
                    <a:pt x="48" y="87"/>
                  </a:cubicBezTo>
                  <a:cubicBezTo>
                    <a:pt x="51" y="86"/>
                    <a:pt x="53" y="86"/>
                    <a:pt x="54" y="86"/>
                  </a:cubicBezTo>
                  <a:cubicBezTo>
                    <a:pt x="60" y="86"/>
                    <a:pt x="65" y="88"/>
                    <a:pt x="68" y="91"/>
                  </a:cubicBezTo>
                  <a:cubicBezTo>
                    <a:pt x="71" y="95"/>
                    <a:pt x="73" y="99"/>
                    <a:pt x="73" y="106"/>
                  </a:cubicBezTo>
                  <a:cubicBezTo>
                    <a:pt x="73" y="110"/>
                    <a:pt x="72" y="114"/>
                    <a:pt x="70" y="117"/>
                  </a:cubicBezTo>
                  <a:cubicBezTo>
                    <a:pt x="68" y="120"/>
                    <a:pt x="65" y="123"/>
                    <a:pt x="62" y="124"/>
                  </a:cubicBezTo>
                  <a:cubicBezTo>
                    <a:pt x="59" y="126"/>
                    <a:pt x="56" y="126"/>
                    <a:pt x="53" y="127"/>
                  </a:cubicBezTo>
                  <a:cubicBezTo>
                    <a:pt x="47" y="126"/>
                    <a:pt x="43" y="125"/>
                    <a:pt x="40" y="122"/>
                  </a:cubicBezTo>
                  <a:cubicBezTo>
                    <a:pt x="37" y="118"/>
                    <a:pt x="33" y="112"/>
                    <a:pt x="30" y="103"/>
                  </a:cubicBezTo>
                  <a:cubicBezTo>
                    <a:pt x="29" y="100"/>
                    <a:pt x="27" y="98"/>
                    <a:pt x="25" y="97"/>
                  </a:cubicBezTo>
                  <a:cubicBezTo>
                    <a:pt x="23" y="95"/>
                    <a:pt x="20" y="95"/>
                    <a:pt x="17" y="95"/>
                  </a:cubicBezTo>
                  <a:cubicBezTo>
                    <a:pt x="13" y="95"/>
                    <a:pt x="8" y="96"/>
                    <a:pt x="5" y="99"/>
                  </a:cubicBezTo>
                  <a:cubicBezTo>
                    <a:pt x="2" y="102"/>
                    <a:pt x="0" y="107"/>
                    <a:pt x="0" y="112"/>
                  </a:cubicBezTo>
                  <a:cubicBezTo>
                    <a:pt x="0" y="116"/>
                    <a:pt x="1" y="120"/>
                    <a:pt x="3" y="125"/>
                  </a:cubicBezTo>
                  <a:cubicBezTo>
                    <a:pt x="6" y="130"/>
                    <a:pt x="9" y="134"/>
                    <a:pt x="13" y="139"/>
                  </a:cubicBezTo>
                  <a:cubicBezTo>
                    <a:pt x="18" y="143"/>
                    <a:pt x="23" y="147"/>
                    <a:pt x="30" y="150"/>
                  </a:cubicBezTo>
                  <a:cubicBezTo>
                    <a:pt x="37" y="153"/>
                    <a:pt x="44" y="155"/>
                    <a:pt x="53" y="155"/>
                  </a:cubicBezTo>
                  <a:cubicBezTo>
                    <a:pt x="61" y="155"/>
                    <a:pt x="68" y="153"/>
                    <a:pt x="75" y="151"/>
                  </a:cubicBezTo>
                  <a:cubicBezTo>
                    <a:pt x="82" y="148"/>
                    <a:pt x="88" y="145"/>
                    <a:pt x="93" y="140"/>
                  </a:cubicBezTo>
                  <a:cubicBezTo>
                    <a:pt x="98" y="135"/>
                    <a:pt x="102" y="130"/>
                    <a:pt x="104" y="124"/>
                  </a:cubicBezTo>
                  <a:cubicBezTo>
                    <a:pt x="107" y="118"/>
                    <a:pt x="108" y="111"/>
                    <a:pt x="108" y="105"/>
                  </a:cubicBezTo>
                  <a:cubicBezTo>
                    <a:pt x="108" y="99"/>
                    <a:pt x="107" y="94"/>
                    <a:pt x="105" y="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57" name="组合 556"/>
          <p:cNvGrpSpPr/>
          <p:nvPr/>
        </p:nvGrpSpPr>
        <p:grpSpPr>
          <a:xfrm>
            <a:off x="10156029" y="1088808"/>
            <a:ext cx="427561" cy="326548"/>
            <a:chOff x="7756526" y="649288"/>
            <a:chExt cx="1847850" cy="1411287"/>
          </a:xfrm>
          <a:solidFill>
            <a:srgbClr val="707E84"/>
          </a:solidFill>
        </p:grpSpPr>
        <p:sp>
          <p:nvSpPr>
            <p:cNvPr id="558" name="Freeform 24"/>
            <p:cNvSpPr>
              <a:spLocks noEditPoints="1"/>
            </p:cNvSpPr>
            <p:nvPr/>
          </p:nvSpPr>
          <p:spPr bwMode="auto">
            <a:xfrm>
              <a:off x="7756526" y="819150"/>
              <a:ext cx="1160463" cy="1241425"/>
            </a:xfrm>
            <a:custGeom>
              <a:avLst/>
              <a:gdLst>
                <a:gd name="T0" fmla="*/ 198 w 397"/>
                <a:gd name="T1" fmla="*/ 0 h 425"/>
                <a:gd name="T2" fmla="*/ 0 w 397"/>
                <a:gd name="T3" fmla="*/ 173 h 425"/>
                <a:gd name="T4" fmla="*/ 198 w 397"/>
                <a:gd name="T5" fmla="*/ 346 h 425"/>
                <a:gd name="T6" fmla="*/ 217 w 397"/>
                <a:gd name="T7" fmla="*/ 345 h 425"/>
                <a:gd name="T8" fmla="*/ 165 w 397"/>
                <a:gd name="T9" fmla="*/ 425 h 425"/>
                <a:gd name="T10" fmla="*/ 365 w 397"/>
                <a:gd name="T11" fmla="*/ 268 h 425"/>
                <a:gd name="T12" fmla="*/ 397 w 397"/>
                <a:gd name="T13" fmla="*/ 173 h 425"/>
                <a:gd name="T14" fmla="*/ 198 w 397"/>
                <a:gd name="T15" fmla="*/ 0 h 425"/>
                <a:gd name="T16" fmla="*/ 91 w 397"/>
                <a:gd name="T17" fmla="*/ 198 h 425"/>
                <a:gd name="T18" fmla="*/ 66 w 397"/>
                <a:gd name="T19" fmla="*/ 173 h 425"/>
                <a:gd name="T20" fmla="*/ 91 w 397"/>
                <a:gd name="T21" fmla="*/ 148 h 425"/>
                <a:gd name="T22" fmla="*/ 116 w 397"/>
                <a:gd name="T23" fmla="*/ 173 h 425"/>
                <a:gd name="T24" fmla="*/ 91 w 397"/>
                <a:gd name="T25" fmla="*/ 198 h 425"/>
                <a:gd name="T26" fmla="*/ 198 w 397"/>
                <a:gd name="T27" fmla="*/ 198 h 425"/>
                <a:gd name="T28" fmla="*/ 173 w 397"/>
                <a:gd name="T29" fmla="*/ 173 h 425"/>
                <a:gd name="T30" fmla="*/ 198 w 397"/>
                <a:gd name="T31" fmla="*/ 148 h 425"/>
                <a:gd name="T32" fmla="*/ 224 w 397"/>
                <a:gd name="T33" fmla="*/ 173 h 425"/>
                <a:gd name="T34" fmla="*/ 198 w 397"/>
                <a:gd name="T35" fmla="*/ 198 h 425"/>
                <a:gd name="T36" fmla="*/ 306 w 397"/>
                <a:gd name="T37" fmla="*/ 198 h 425"/>
                <a:gd name="T38" fmla="*/ 280 w 397"/>
                <a:gd name="T39" fmla="*/ 173 h 425"/>
                <a:gd name="T40" fmla="*/ 306 w 397"/>
                <a:gd name="T41" fmla="*/ 148 h 425"/>
                <a:gd name="T42" fmla="*/ 331 w 397"/>
                <a:gd name="T43" fmla="*/ 173 h 425"/>
                <a:gd name="T44" fmla="*/ 306 w 397"/>
                <a:gd name="T45" fmla="*/ 198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97" h="425">
                  <a:moveTo>
                    <a:pt x="198" y="0"/>
                  </a:moveTo>
                  <a:cubicBezTo>
                    <a:pt x="89" y="0"/>
                    <a:pt x="0" y="77"/>
                    <a:pt x="0" y="173"/>
                  </a:cubicBezTo>
                  <a:cubicBezTo>
                    <a:pt x="0" y="268"/>
                    <a:pt x="89" y="346"/>
                    <a:pt x="198" y="346"/>
                  </a:cubicBezTo>
                  <a:cubicBezTo>
                    <a:pt x="205" y="346"/>
                    <a:pt x="211" y="346"/>
                    <a:pt x="217" y="345"/>
                  </a:cubicBezTo>
                  <a:cubicBezTo>
                    <a:pt x="217" y="390"/>
                    <a:pt x="165" y="425"/>
                    <a:pt x="165" y="425"/>
                  </a:cubicBezTo>
                  <a:cubicBezTo>
                    <a:pt x="295" y="382"/>
                    <a:pt x="347" y="304"/>
                    <a:pt x="365" y="268"/>
                  </a:cubicBezTo>
                  <a:cubicBezTo>
                    <a:pt x="385" y="240"/>
                    <a:pt x="397" y="208"/>
                    <a:pt x="397" y="173"/>
                  </a:cubicBezTo>
                  <a:cubicBezTo>
                    <a:pt x="397" y="77"/>
                    <a:pt x="308" y="0"/>
                    <a:pt x="198" y="0"/>
                  </a:cubicBezTo>
                  <a:close/>
                  <a:moveTo>
                    <a:pt x="91" y="198"/>
                  </a:moveTo>
                  <a:cubicBezTo>
                    <a:pt x="77" y="198"/>
                    <a:pt x="66" y="187"/>
                    <a:pt x="66" y="173"/>
                  </a:cubicBezTo>
                  <a:cubicBezTo>
                    <a:pt x="66" y="159"/>
                    <a:pt x="77" y="148"/>
                    <a:pt x="91" y="148"/>
                  </a:cubicBezTo>
                  <a:cubicBezTo>
                    <a:pt x="105" y="148"/>
                    <a:pt x="116" y="159"/>
                    <a:pt x="116" y="173"/>
                  </a:cubicBezTo>
                  <a:cubicBezTo>
                    <a:pt x="116" y="187"/>
                    <a:pt x="105" y="198"/>
                    <a:pt x="91" y="198"/>
                  </a:cubicBezTo>
                  <a:close/>
                  <a:moveTo>
                    <a:pt x="198" y="198"/>
                  </a:moveTo>
                  <a:cubicBezTo>
                    <a:pt x="184" y="198"/>
                    <a:pt x="173" y="187"/>
                    <a:pt x="173" y="173"/>
                  </a:cubicBezTo>
                  <a:cubicBezTo>
                    <a:pt x="173" y="159"/>
                    <a:pt x="184" y="148"/>
                    <a:pt x="198" y="148"/>
                  </a:cubicBezTo>
                  <a:cubicBezTo>
                    <a:pt x="212" y="148"/>
                    <a:pt x="224" y="159"/>
                    <a:pt x="224" y="173"/>
                  </a:cubicBezTo>
                  <a:cubicBezTo>
                    <a:pt x="224" y="187"/>
                    <a:pt x="212" y="198"/>
                    <a:pt x="198" y="198"/>
                  </a:cubicBezTo>
                  <a:close/>
                  <a:moveTo>
                    <a:pt x="306" y="198"/>
                  </a:moveTo>
                  <a:cubicBezTo>
                    <a:pt x="292" y="198"/>
                    <a:pt x="280" y="187"/>
                    <a:pt x="280" y="173"/>
                  </a:cubicBezTo>
                  <a:cubicBezTo>
                    <a:pt x="280" y="159"/>
                    <a:pt x="292" y="148"/>
                    <a:pt x="306" y="148"/>
                  </a:cubicBezTo>
                  <a:cubicBezTo>
                    <a:pt x="320" y="148"/>
                    <a:pt x="331" y="159"/>
                    <a:pt x="331" y="173"/>
                  </a:cubicBezTo>
                  <a:cubicBezTo>
                    <a:pt x="331" y="187"/>
                    <a:pt x="320" y="198"/>
                    <a:pt x="306" y="19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9" name="Freeform 25"/>
            <p:cNvSpPr>
              <a:spLocks/>
            </p:cNvSpPr>
            <p:nvPr/>
          </p:nvSpPr>
          <p:spPr bwMode="auto">
            <a:xfrm>
              <a:off x="8572501" y="649288"/>
              <a:ext cx="1031875" cy="1181100"/>
            </a:xfrm>
            <a:custGeom>
              <a:avLst/>
              <a:gdLst>
                <a:gd name="T0" fmla="*/ 258 w 353"/>
                <a:gd name="T1" fmla="*/ 0 h 404"/>
                <a:gd name="T2" fmla="*/ 88 w 353"/>
                <a:gd name="T3" fmla="*/ 0 h 404"/>
                <a:gd name="T4" fmla="*/ 0 w 353"/>
                <a:gd name="T5" fmla="*/ 57 h 404"/>
                <a:gd name="T6" fmla="*/ 70 w 353"/>
                <a:gd name="T7" fmla="*/ 97 h 404"/>
                <a:gd name="T8" fmla="*/ 133 w 353"/>
                <a:gd name="T9" fmla="*/ 231 h 404"/>
                <a:gd name="T10" fmla="*/ 133 w 353"/>
                <a:gd name="T11" fmla="*/ 231 h 404"/>
                <a:gd name="T12" fmla="*/ 99 w 353"/>
                <a:gd name="T13" fmla="*/ 334 h 404"/>
                <a:gd name="T14" fmla="*/ 97 w 353"/>
                <a:gd name="T15" fmla="*/ 337 h 404"/>
                <a:gd name="T16" fmla="*/ 226 w 353"/>
                <a:gd name="T17" fmla="*/ 404 h 404"/>
                <a:gd name="T18" fmla="*/ 170 w 353"/>
                <a:gd name="T19" fmla="*/ 304 h 404"/>
                <a:gd name="T20" fmla="*/ 258 w 353"/>
                <a:gd name="T21" fmla="*/ 304 h 404"/>
                <a:gd name="T22" fmla="*/ 353 w 353"/>
                <a:gd name="T23" fmla="*/ 208 h 404"/>
                <a:gd name="T24" fmla="*/ 353 w 353"/>
                <a:gd name="T25" fmla="*/ 95 h 404"/>
                <a:gd name="T26" fmla="*/ 258 w 353"/>
                <a:gd name="T27" fmla="*/ 0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3" h="404">
                  <a:moveTo>
                    <a:pt x="258" y="0"/>
                  </a:moveTo>
                  <a:cubicBezTo>
                    <a:pt x="88" y="0"/>
                    <a:pt x="88" y="0"/>
                    <a:pt x="88" y="0"/>
                  </a:cubicBezTo>
                  <a:cubicBezTo>
                    <a:pt x="49" y="0"/>
                    <a:pt x="15" y="23"/>
                    <a:pt x="0" y="57"/>
                  </a:cubicBezTo>
                  <a:cubicBezTo>
                    <a:pt x="26" y="66"/>
                    <a:pt x="50" y="80"/>
                    <a:pt x="70" y="97"/>
                  </a:cubicBezTo>
                  <a:cubicBezTo>
                    <a:pt x="109" y="131"/>
                    <a:pt x="133" y="178"/>
                    <a:pt x="133" y="231"/>
                  </a:cubicBezTo>
                  <a:cubicBezTo>
                    <a:pt x="133" y="231"/>
                    <a:pt x="133" y="231"/>
                    <a:pt x="133" y="231"/>
                  </a:cubicBezTo>
                  <a:cubicBezTo>
                    <a:pt x="133" y="269"/>
                    <a:pt x="120" y="304"/>
                    <a:pt x="99" y="334"/>
                  </a:cubicBezTo>
                  <a:cubicBezTo>
                    <a:pt x="98" y="335"/>
                    <a:pt x="98" y="336"/>
                    <a:pt x="97" y="337"/>
                  </a:cubicBezTo>
                  <a:cubicBezTo>
                    <a:pt x="129" y="362"/>
                    <a:pt x="172" y="385"/>
                    <a:pt x="226" y="404"/>
                  </a:cubicBezTo>
                  <a:cubicBezTo>
                    <a:pt x="226" y="404"/>
                    <a:pt x="160" y="359"/>
                    <a:pt x="170" y="304"/>
                  </a:cubicBezTo>
                  <a:cubicBezTo>
                    <a:pt x="258" y="304"/>
                    <a:pt x="258" y="304"/>
                    <a:pt x="258" y="304"/>
                  </a:cubicBezTo>
                  <a:cubicBezTo>
                    <a:pt x="310" y="304"/>
                    <a:pt x="353" y="260"/>
                    <a:pt x="353" y="208"/>
                  </a:cubicBezTo>
                  <a:cubicBezTo>
                    <a:pt x="353" y="95"/>
                    <a:pt x="353" y="95"/>
                    <a:pt x="353" y="95"/>
                  </a:cubicBezTo>
                  <a:cubicBezTo>
                    <a:pt x="353" y="43"/>
                    <a:pt x="310" y="0"/>
                    <a:pt x="25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0" name="Oval 26"/>
            <p:cNvSpPr>
              <a:spLocks noChangeArrowheads="1"/>
            </p:cNvSpPr>
            <p:nvPr/>
          </p:nvSpPr>
          <p:spPr bwMode="auto">
            <a:xfrm>
              <a:off x="7948613" y="1250950"/>
              <a:ext cx="146050" cy="1460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1" name="Oval 27"/>
            <p:cNvSpPr>
              <a:spLocks noChangeArrowheads="1"/>
            </p:cNvSpPr>
            <p:nvPr/>
          </p:nvSpPr>
          <p:spPr bwMode="auto">
            <a:xfrm>
              <a:off x="8261351" y="1250950"/>
              <a:ext cx="149225" cy="1460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2" name="Oval 28"/>
            <p:cNvSpPr>
              <a:spLocks noChangeArrowheads="1"/>
            </p:cNvSpPr>
            <p:nvPr/>
          </p:nvSpPr>
          <p:spPr bwMode="auto">
            <a:xfrm>
              <a:off x="8574088" y="1250950"/>
              <a:ext cx="149225" cy="1460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63" name="组合 562"/>
          <p:cNvGrpSpPr/>
          <p:nvPr/>
        </p:nvGrpSpPr>
        <p:grpSpPr>
          <a:xfrm>
            <a:off x="10681656" y="1114337"/>
            <a:ext cx="394136" cy="275491"/>
            <a:chOff x="10337801" y="757238"/>
            <a:chExt cx="1703388" cy="1190625"/>
          </a:xfrm>
          <a:solidFill>
            <a:srgbClr val="707E84"/>
          </a:solidFill>
        </p:grpSpPr>
        <p:sp>
          <p:nvSpPr>
            <p:cNvPr id="564" name="Freeform 29"/>
            <p:cNvSpPr>
              <a:spLocks/>
            </p:cNvSpPr>
            <p:nvPr/>
          </p:nvSpPr>
          <p:spPr bwMode="auto">
            <a:xfrm>
              <a:off x="11718926" y="757238"/>
              <a:ext cx="117475" cy="180975"/>
            </a:xfrm>
            <a:custGeom>
              <a:avLst/>
              <a:gdLst>
                <a:gd name="T0" fmla="*/ 12 w 40"/>
                <a:gd name="T1" fmla="*/ 62 h 62"/>
                <a:gd name="T2" fmla="*/ 2 w 40"/>
                <a:gd name="T3" fmla="*/ 45 h 62"/>
                <a:gd name="T4" fmla="*/ 2 w 40"/>
                <a:gd name="T5" fmla="*/ 45 h 62"/>
                <a:gd name="T6" fmla="*/ 11 w 40"/>
                <a:gd name="T7" fmla="*/ 12 h 62"/>
                <a:gd name="T8" fmla="*/ 28 w 40"/>
                <a:gd name="T9" fmla="*/ 2 h 62"/>
                <a:gd name="T10" fmla="*/ 28 w 40"/>
                <a:gd name="T11" fmla="*/ 2 h 62"/>
                <a:gd name="T12" fmla="*/ 38 w 40"/>
                <a:gd name="T13" fmla="*/ 19 h 62"/>
                <a:gd name="T14" fmla="*/ 38 w 40"/>
                <a:gd name="T15" fmla="*/ 19 h 62"/>
                <a:gd name="T16" fmla="*/ 29 w 40"/>
                <a:gd name="T17" fmla="*/ 52 h 62"/>
                <a:gd name="T18" fmla="*/ 16 w 40"/>
                <a:gd name="T19" fmla="*/ 62 h 62"/>
                <a:gd name="T20" fmla="*/ 16 w 40"/>
                <a:gd name="T21" fmla="*/ 62 h 62"/>
                <a:gd name="T22" fmla="*/ 12 w 40"/>
                <a:gd name="T23"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 h="62">
                  <a:moveTo>
                    <a:pt x="12" y="62"/>
                  </a:moveTo>
                  <a:cubicBezTo>
                    <a:pt x="5" y="60"/>
                    <a:pt x="0" y="52"/>
                    <a:pt x="2" y="45"/>
                  </a:cubicBezTo>
                  <a:cubicBezTo>
                    <a:pt x="2" y="45"/>
                    <a:pt x="2" y="45"/>
                    <a:pt x="2" y="45"/>
                  </a:cubicBezTo>
                  <a:cubicBezTo>
                    <a:pt x="11" y="12"/>
                    <a:pt x="11" y="12"/>
                    <a:pt x="11" y="12"/>
                  </a:cubicBezTo>
                  <a:cubicBezTo>
                    <a:pt x="13" y="5"/>
                    <a:pt x="21" y="0"/>
                    <a:pt x="28" y="2"/>
                  </a:cubicBezTo>
                  <a:cubicBezTo>
                    <a:pt x="28" y="2"/>
                    <a:pt x="28" y="2"/>
                    <a:pt x="28" y="2"/>
                  </a:cubicBezTo>
                  <a:cubicBezTo>
                    <a:pt x="35" y="4"/>
                    <a:pt x="40" y="12"/>
                    <a:pt x="38" y="19"/>
                  </a:cubicBezTo>
                  <a:cubicBezTo>
                    <a:pt x="38" y="19"/>
                    <a:pt x="38" y="19"/>
                    <a:pt x="38" y="19"/>
                  </a:cubicBezTo>
                  <a:cubicBezTo>
                    <a:pt x="29" y="52"/>
                    <a:pt x="29" y="52"/>
                    <a:pt x="29" y="52"/>
                  </a:cubicBezTo>
                  <a:cubicBezTo>
                    <a:pt x="27" y="58"/>
                    <a:pt x="22" y="62"/>
                    <a:pt x="16" y="62"/>
                  </a:cubicBezTo>
                  <a:cubicBezTo>
                    <a:pt x="16" y="62"/>
                    <a:pt x="16" y="62"/>
                    <a:pt x="16" y="62"/>
                  </a:cubicBezTo>
                  <a:cubicBezTo>
                    <a:pt x="14" y="62"/>
                    <a:pt x="13" y="62"/>
                    <a:pt x="12"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5" name="Freeform 30"/>
            <p:cNvSpPr>
              <a:spLocks/>
            </p:cNvSpPr>
            <p:nvPr/>
          </p:nvSpPr>
          <p:spPr bwMode="auto">
            <a:xfrm>
              <a:off x="11830051" y="854075"/>
              <a:ext cx="176213" cy="139700"/>
            </a:xfrm>
            <a:custGeom>
              <a:avLst/>
              <a:gdLst>
                <a:gd name="T0" fmla="*/ 4 w 60"/>
                <a:gd name="T1" fmla="*/ 40 h 48"/>
                <a:gd name="T2" fmla="*/ 9 w 60"/>
                <a:gd name="T3" fmla="*/ 21 h 48"/>
                <a:gd name="T4" fmla="*/ 9 w 60"/>
                <a:gd name="T5" fmla="*/ 21 h 48"/>
                <a:gd name="T6" fmla="*/ 37 w 60"/>
                <a:gd name="T7" fmla="*/ 4 h 48"/>
                <a:gd name="T8" fmla="*/ 56 w 60"/>
                <a:gd name="T9" fmla="*/ 9 h 48"/>
                <a:gd name="T10" fmla="*/ 56 w 60"/>
                <a:gd name="T11" fmla="*/ 9 h 48"/>
                <a:gd name="T12" fmla="*/ 51 w 60"/>
                <a:gd name="T13" fmla="*/ 28 h 48"/>
                <a:gd name="T14" fmla="*/ 51 w 60"/>
                <a:gd name="T15" fmla="*/ 28 h 48"/>
                <a:gd name="T16" fmla="*/ 23 w 60"/>
                <a:gd name="T17" fmla="*/ 45 h 48"/>
                <a:gd name="T18" fmla="*/ 19 w 60"/>
                <a:gd name="T19" fmla="*/ 46 h 48"/>
                <a:gd name="T20" fmla="*/ 19 w 60"/>
                <a:gd name="T21" fmla="*/ 46 h 48"/>
                <a:gd name="T22" fmla="*/ 4 w 60"/>
                <a:gd name="T23" fmla="*/ 4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0" h="48">
                  <a:moveTo>
                    <a:pt x="4" y="40"/>
                  </a:moveTo>
                  <a:cubicBezTo>
                    <a:pt x="0" y="34"/>
                    <a:pt x="2" y="25"/>
                    <a:pt x="9" y="21"/>
                  </a:cubicBezTo>
                  <a:cubicBezTo>
                    <a:pt x="9" y="21"/>
                    <a:pt x="9" y="21"/>
                    <a:pt x="9" y="21"/>
                  </a:cubicBezTo>
                  <a:cubicBezTo>
                    <a:pt x="37" y="4"/>
                    <a:pt x="37" y="4"/>
                    <a:pt x="37" y="4"/>
                  </a:cubicBezTo>
                  <a:cubicBezTo>
                    <a:pt x="44" y="0"/>
                    <a:pt x="52" y="3"/>
                    <a:pt x="56" y="9"/>
                  </a:cubicBezTo>
                  <a:cubicBezTo>
                    <a:pt x="56" y="9"/>
                    <a:pt x="56" y="9"/>
                    <a:pt x="56" y="9"/>
                  </a:cubicBezTo>
                  <a:cubicBezTo>
                    <a:pt x="60" y="16"/>
                    <a:pt x="58" y="24"/>
                    <a:pt x="51" y="28"/>
                  </a:cubicBezTo>
                  <a:cubicBezTo>
                    <a:pt x="51" y="28"/>
                    <a:pt x="51" y="28"/>
                    <a:pt x="51" y="28"/>
                  </a:cubicBezTo>
                  <a:cubicBezTo>
                    <a:pt x="23" y="45"/>
                    <a:pt x="23" y="45"/>
                    <a:pt x="23" y="45"/>
                  </a:cubicBezTo>
                  <a:cubicBezTo>
                    <a:pt x="21" y="46"/>
                    <a:pt x="20" y="46"/>
                    <a:pt x="19" y="46"/>
                  </a:cubicBezTo>
                  <a:cubicBezTo>
                    <a:pt x="19" y="46"/>
                    <a:pt x="19" y="46"/>
                    <a:pt x="19" y="46"/>
                  </a:cubicBezTo>
                  <a:cubicBezTo>
                    <a:pt x="13" y="48"/>
                    <a:pt x="7" y="45"/>
                    <a:pt x="4"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6" name="Freeform 31"/>
            <p:cNvSpPr>
              <a:spLocks/>
            </p:cNvSpPr>
            <p:nvPr/>
          </p:nvSpPr>
          <p:spPr bwMode="auto">
            <a:xfrm>
              <a:off x="11499851" y="1212850"/>
              <a:ext cx="541338" cy="603250"/>
            </a:xfrm>
            <a:custGeom>
              <a:avLst/>
              <a:gdLst>
                <a:gd name="T0" fmla="*/ 169 w 185"/>
                <a:gd name="T1" fmla="*/ 108 h 206"/>
                <a:gd name="T2" fmla="*/ 91 w 185"/>
                <a:gd name="T3" fmla="*/ 43 h 206"/>
                <a:gd name="T4" fmla="*/ 89 w 185"/>
                <a:gd name="T5" fmla="*/ 0 h 206"/>
                <a:gd name="T6" fmla="*/ 0 w 185"/>
                <a:gd name="T7" fmla="*/ 82 h 206"/>
                <a:gd name="T8" fmla="*/ 97 w 185"/>
                <a:gd name="T9" fmla="*/ 158 h 206"/>
                <a:gd name="T10" fmla="*/ 95 w 185"/>
                <a:gd name="T11" fmla="*/ 110 h 206"/>
                <a:gd name="T12" fmla="*/ 120 w 185"/>
                <a:gd name="T13" fmla="*/ 206 h 206"/>
                <a:gd name="T14" fmla="*/ 169 w 185"/>
                <a:gd name="T15" fmla="*/ 108 h 20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5" h="206">
                  <a:moveTo>
                    <a:pt x="169" y="108"/>
                  </a:moveTo>
                  <a:cubicBezTo>
                    <a:pt x="158" y="56"/>
                    <a:pt x="113" y="45"/>
                    <a:pt x="91" y="43"/>
                  </a:cubicBezTo>
                  <a:cubicBezTo>
                    <a:pt x="89" y="0"/>
                    <a:pt x="89" y="0"/>
                    <a:pt x="89" y="0"/>
                  </a:cubicBezTo>
                  <a:cubicBezTo>
                    <a:pt x="0" y="82"/>
                    <a:pt x="0" y="82"/>
                    <a:pt x="0" y="82"/>
                  </a:cubicBezTo>
                  <a:cubicBezTo>
                    <a:pt x="97" y="158"/>
                    <a:pt x="97" y="158"/>
                    <a:pt x="97" y="158"/>
                  </a:cubicBezTo>
                  <a:cubicBezTo>
                    <a:pt x="95" y="110"/>
                    <a:pt x="95" y="110"/>
                    <a:pt x="95" y="110"/>
                  </a:cubicBezTo>
                  <a:cubicBezTo>
                    <a:pt x="171" y="133"/>
                    <a:pt x="120" y="206"/>
                    <a:pt x="120" y="206"/>
                  </a:cubicBezTo>
                  <a:cubicBezTo>
                    <a:pt x="120" y="206"/>
                    <a:pt x="185" y="178"/>
                    <a:pt x="169" y="1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7" name="Freeform 32"/>
            <p:cNvSpPr>
              <a:spLocks/>
            </p:cNvSpPr>
            <p:nvPr/>
          </p:nvSpPr>
          <p:spPr bwMode="auto">
            <a:xfrm>
              <a:off x="10337801" y="768350"/>
              <a:ext cx="1358900" cy="979488"/>
            </a:xfrm>
            <a:custGeom>
              <a:avLst/>
              <a:gdLst>
                <a:gd name="T0" fmla="*/ 59 w 465"/>
                <a:gd name="T1" fmla="*/ 159 h 335"/>
                <a:gd name="T2" fmla="*/ 182 w 465"/>
                <a:gd name="T3" fmla="*/ 51 h 335"/>
                <a:gd name="T4" fmla="*/ 461 w 465"/>
                <a:gd name="T5" fmla="*/ 51 h 335"/>
                <a:gd name="T6" fmla="*/ 465 w 465"/>
                <a:gd name="T7" fmla="*/ 31 h 335"/>
                <a:gd name="T8" fmla="*/ 195 w 465"/>
                <a:gd name="T9" fmla="*/ 31 h 335"/>
                <a:gd name="T10" fmla="*/ 148 w 465"/>
                <a:gd name="T11" fmla="*/ 1 h 335"/>
                <a:gd name="T12" fmla="*/ 44 w 465"/>
                <a:gd name="T13" fmla="*/ 1 h 335"/>
                <a:gd name="T14" fmla="*/ 1 w 465"/>
                <a:gd name="T15" fmla="*/ 48 h 335"/>
                <a:gd name="T16" fmla="*/ 8 w 465"/>
                <a:gd name="T17" fmla="*/ 125 h 335"/>
                <a:gd name="T18" fmla="*/ 12 w 465"/>
                <a:gd name="T19" fmla="*/ 174 h 335"/>
                <a:gd name="T20" fmla="*/ 23 w 465"/>
                <a:gd name="T21" fmla="*/ 292 h 335"/>
                <a:gd name="T22" fmla="*/ 38 w 465"/>
                <a:gd name="T23" fmla="*/ 335 h 335"/>
                <a:gd name="T24" fmla="*/ 37 w 465"/>
                <a:gd name="T25" fmla="*/ 322 h 335"/>
                <a:gd name="T26" fmla="*/ 38 w 465"/>
                <a:gd name="T27" fmla="*/ 307 h 335"/>
                <a:gd name="T28" fmla="*/ 59 w 465"/>
                <a:gd name="T29" fmla="*/ 159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5" h="335">
                  <a:moveTo>
                    <a:pt x="59" y="159"/>
                  </a:moveTo>
                  <a:cubicBezTo>
                    <a:pt x="68" y="99"/>
                    <a:pt x="122" y="51"/>
                    <a:pt x="182" y="51"/>
                  </a:cubicBezTo>
                  <a:cubicBezTo>
                    <a:pt x="461" y="51"/>
                    <a:pt x="461" y="51"/>
                    <a:pt x="461" y="51"/>
                  </a:cubicBezTo>
                  <a:cubicBezTo>
                    <a:pt x="465" y="31"/>
                    <a:pt x="465" y="31"/>
                    <a:pt x="465" y="31"/>
                  </a:cubicBezTo>
                  <a:cubicBezTo>
                    <a:pt x="195" y="31"/>
                    <a:pt x="195" y="31"/>
                    <a:pt x="195" y="31"/>
                  </a:cubicBezTo>
                  <a:cubicBezTo>
                    <a:pt x="187" y="15"/>
                    <a:pt x="172" y="0"/>
                    <a:pt x="148" y="1"/>
                  </a:cubicBezTo>
                  <a:cubicBezTo>
                    <a:pt x="44" y="1"/>
                    <a:pt x="44" y="1"/>
                    <a:pt x="44" y="1"/>
                  </a:cubicBezTo>
                  <a:cubicBezTo>
                    <a:pt x="6" y="1"/>
                    <a:pt x="0" y="35"/>
                    <a:pt x="1" y="48"/>
                  </a:cubicBezTo>
                  <a:cubicBezTo>
                    <a:pt x="8" y="125"/>
                    <a:pt x="8" y="125"/>
                    <a:pt x="8" y="125"/>
                  </a:cubicBezTo>
                  <a:cubicBezTo>
                    <a:pt x="12" y="174"/>
                    <a:pt x="12" y="174"/>
                    <a:pt x="12" y="174"/>
                  </a:cubicBezTo>
                  <a:cubicBezTo>
                    <a:pt x="23" y="292"/>
                    <a:pt x="23" y="292"/>
                    <a:pt x="23" y="292"/>
                  </a:cubicBezTo>
                  <a:cubicBezTo>
                    <a:pt x="25" y="307"/>
                    <a:pt x="30" y="322"/>
                    <a:pt x="38" y="335"/>
                  </a:cubicBezTo>
                  <a:cubicBezTo>
                    <a:pt x="37" y="331"/>
                    <a:pt x="37" y="326"/>
                    <a:pt x="37" y="322"/>
                  </a:cubicBezTo>
                  <a:cubicBezTo>
                    <a:pt x="37" y="317"/>
                    <a:pt x="37" y="312"/>
                    <a:pt x="38" y="307"/>
                  </a:cubicBezTo>
                  <a:lnTo>
                    <a:pt x="59" y="1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8" name="Freeform 33"/>
            <p:cNvSpPr>
              <a:spLocks/>
            </p:cNvSpPr>
            <p:nvPr/>
          </p:nvSpPr>
          <p:spPr bwMode="auto">
            <a:xfrm>
              <a:off x="10474326" y="965200"/>
              <a:ext cx="1479550" cy="982663"/>
            </a:xfrm>
            <a:custGeom>
              <a:avLst/>
              <a:gdLst>
                <a:gd name="T0" fmla="*/ 418 w 506"/>
                <a:gd name="T1" fmla="*/ 0 h 336"/>
                <a:gd name="T2" fmla="*/ 135 w 506"/>
                <a:gd name="T3" fmla="*/ 0 h 336"/>
                <a:gd name="T4" fmla="*/ 28 w 506"/>
                <a:gd name="T5" fmla="*/ 94 h 336"/>
                <a:gd name="T6" fmla="*/ 7 w 506"/>
                <a:gd name="T7" fmla="*/ 242 h 336"/>
                <a:gd name="T8" fmla="*/ 88 w 506"/>
                <a:gd name="T9" fmla="*/ 336 h 336"/>
                <a:gd name="T10" fmla="*/ 371 w 506"/>
                <a:gd name="T11" fmla="*/ 336 h 336"/>
                <a:gd name="T12" fmla="*/ 459 w 506"/>
                <a:gd name="T13" fmla="*/ 288 h 336"/>
                <a:gd name="T14" fmla="*/ 461 w 506"/>
                <a:gd name="T15" fmla="*/ 284 h 336"/>
                <a:gd name="T16" fmla="*/ 461 w 506"/>
                <a:gd name="T17" fmla="*/ 284 h 336"/>
                <a:gd name="T18" fmla="*/ 463 w 506"/>
                <a:gd name="T19" fmla="*/ 281 h 336"/>
                <a:gd name="T20" fmla="*/ 468 w 506"/>
                <a:gd name="T21" fmla="*/ 271 h 336"/>
                <a:gd name="T22" fmla="*/ 476 w 506"/>
                <a:gd name="T23" fmla="*/ 242 h 336"/>
                <a:gd name="T24" fmla="*/ 469 w 506"/>
                <a:gd name="T25" fmla="*/ 223 h 336"/>
                <a:gd name="T26" fmla="*/ 459 w 506"/>
                <a:gd name="T27" fmla="*/ 214 h 336"/>
                <a:gd name="T28" fmla="*/ 460 w 506"/>
                <a:gd name="T29" fmla="*/ 242 h 336"/>
                <a:gd name="T30" fmla="*/ 454 w 506"/>
                <a:gd name="T31" fmla="*/ 254 h 336"/>
                <a:gd name="T32" fmla="*/ 441 w 506"/>
                <a:gd name="T33" fmla="*/ 252 h 336"/>
                <a:gd name="T34" fmla="*/ 344 w 506"/>
                <a:gd name="T35" fmla="*/ 176 h 336"/>
                <a:gd name="T36" fmla="*/ 339 w 506"/>
                <a:gd name="T37" fmla="*/ 167 h 336"/>
                <a:gd name="T38" fmla="*/ 343 w 506"/>
                <a:gd name="T39" fmla="*/ 158 h 336"/>
                <a:gd name="T40" fmla="*/ 432 w 506"/>
                <a:gd name="T41" fmla="*/ 76 h 336"/>
                <a:gd name="T42" fmla="*/ 445 w 506"/>
                <a:gd name="T43" fmla="*/ 74 h 336"/>
                <a:gd name="T44" fmla="*/ 452 w 506"/>
                <a:gd name="T45" fmla="*/ 85 h 336"/>
                <a:gd name="T46" fmla="*/ 454 w 506"/>
                <a:gd name="T47" fmla="*/ 118 h 336"/>
                <a:gd name="T48" fmla="*/ 492 w 506"/>
                <a:gd name="T49" fmla="*/ 132 h 336"/>
                <a:gd name="T50" fmla="*/ 493 w 506"/>
                <a:gd name="T51" fmla="*/ 133 h 336"/>
                <a:gd name="T52" fmla="*/ 499 w 506"/>
                <a:gd name="T53" fmla="*/ 94 h 336"/>
                <a:gd name="T54" fmla="*/ 418 w 506"/>
                <a:gd name="T55" fmla="*/ 0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06" h="336">
                  <a:moveTo>
                    <a:pt x="418" y="0"/>
                  </a:moveTo>
                  <a:cubicBezTo>
                    <a:pt x="135" y="0"/>
                    <a:pt x="135" y="0"/>
                    <a:pt x="135" y="0"/>
                  </a:cubicBezTo>
                  <a:cubicBezTo>
                    <a:pt x="84" y="0"/>
                    <a:pt x="35" y="43"/>
                    <a:pt x="28" y="94"/>
                  </a:cubicBezTo>
                  <a:cubicBezTo>
                    <a:pt x="7" y="242"/>
                    <a:pt x="7" y="242"/>
                    <a:pt x="7" y="242"/>
                  </a:cubicBezTo>
                  <a:cubicBezTo>
                    <a:pt x="0" y="294"/>
                    <a:pt x="37" y="336"/>
                    <a:pt x="88" y="336"/>
                  </a:cubicBezTo>
                  <a:cubicBezTo>
                    <a:pt x="371" y="336"/>
                    <a:pt x="371" y="336"/>
                    <a:pt x="371" y="336"/>
                  </a:cubicBezTo>
                  <a:cubicBezTo>
                    <a:pt x="406" y="336"/>
                    <a:pt x="439" y="317"/>
                    <a:pt x="459" y="288"/>
                  </a:cubicBezTo>
                  <a:cubicBezTo>
                    <a:pt x="460" y="287"/>
                    <a:pt x="460" y="285"/>
                    <a:pt x="461" y="284"/>
                  </a:cubicBezTo>
                  <a:cubicBezTo>
                    <a:pt x="461" y="284"/>
                    <a:pt x="461" y="284"/>
                    <a:pt x="461" y="284"/>
                  </a:cubicBezTo>
                  <a:cubicBezTo>
                    <a:pt x="462" y="283"/>
                    <a:pt x="462" y="282"/>
                    <a:pt x="463" y="281"/>
                  </a:cubicBezTo>
                  <a:cubicBezTo>
                    <a:pt x="465" y="279"/>
                    <a:pt x="466" y="275"/>
                    <a:pt x="468" y="271"/>
                  </a:cubicBezTo>
                  <a:cubicBezTo>
                    <a:pt x="472" y="263"/>
                    <a:pt x="476" y="252"/>
                    <a:pt x="476" y="242"/>
                  </a:cubicBezTo>
                  <a:cubicBezTo>
                    <a:pt x="476" y="235"/>
                    <a:pt x="474" y="229"/>
                    <a:pt x="469" y="223"/>
                  </a:cubicBezTo>
                  <a:cubicBezTo>
                    <a:pt x="467" y="220"/>
                    <a:pt x="464" y="217"/>
                    <a:pt x="459" y="214"/>
                  </a:cubicBezTo>
                  <a:cubicBezTo>
                    <a:pt x="460" y="242"/>
                    <a:pt x="460" y="242"/>
                    <a:pt x="460" y="242"/>
                  </a:cubicBezTo>
                  <a:cubicBezTo>
                    <a:pt x="461" y="247"/>
                    <a:pt x="458" y="252"/>
                    <a:pt x="454" y="254"/>
                  </a:cubicBezTo>
                  <a:cubicBezTo>
                    <a:pt x="450" y="256"/>
                    <a:pt x="444" y="255"/>
                    <a:pt x="441" y="252"/>
                  </a:cubicBezTo>
                  <a:cubicBezTo>
                    <a:pt x="344" y="176"/>
                    <a:pt x="344" y="176"/>
                    <a:pt x="344" y="176"/>
                  </a:cubicBezTo>
                  <a:cubicBezTo>
                    <a:pt x="341" y="174"/>
                    <a:pt x="339" y="171"/>
                    <a:pt x="339" y="167"/>
                  </a:cubicBezTo>
                  <a:cubicBezTo>
                    <a:pt x="339" y="164"/>
                    <a:pt x="340" y="160"/>
                    <a:pt x="343" y="158"/>
                  </a:cubicBezTo>
                  <a:cubicBezTo>
                    <a:pt x="432" y="76"/>
                    <a:pt x="432" y="76"/>
                    <a:pt x="432" y="76"/>
                  </a:cubicBezTo>
                  <a:cubicBezTo>
                    <a:pt x="435" y="73"/>
                    <a:pt x="441" y="72"/>
                    <a:pt x="445" y="74"/>
                  </a:cubicBezTo>
                  <a:cubicBezTo>
                    <a:pt x="449" y="76"/>
                    <a:pt x="452" y="80"/>
                    <a:pt x="452" y="85"/>
                  </a:cubicBezTo>
                  <a:cubicBezTo>
                    <a:pt x="454" y="118"/>
                    <a:pt x="454" y="118"/>
                    <a:pt x="454" y="118"/>
                  </a:cubicBezTo>
                  <a:cubicBezTo>
                    <a:pt x="465" y="120"/>
                    <a:pt x="478" y="124"/>
                    <a:pt x="492" y="132"/>
                  </a:cubicBezTo>
                  <a:cubicBezTo>
                    <a:pt x="492" y="132"/>
                    <a:pt x="493" y="132"/>
                    <a:pt x="493" y="133"/>
                  </a:cubicBezTo>
                  <a:cubicBezTo>
                    <a:pt x="499" y="94"/>
                    <a:pt x="499" y="94"/>
                    <a:pt x="499" y="94"/>
                  </a:cubicBezTo>
                  <a:cubicBezTo>
                    <a:pt x="506" y="43"/>
                    <a:pt x="470" y="0"/>
                    <a:pt x="4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69" name="组合 568"/>
          <p:cNvGrpSpPr/>
          <p:nvPr/>
        </p:nvGrpSpPr>
        <p:grpSpPr>
          <a:xfrm>
            <a:off x="8713236" y="1546503"/>
            <a:ext cx="400380" cy="376137"/>
            <a:chOff x="414338" y="2816225"/>
            <a:chExt cx="1730376" cy="1625600"/>
          </a:xfrm>
          <a:solidFill>
            <a:srgbClr val="707E84"/>
          </a:solidFill>
        </p:grpSpPr>
        <p:sp>
          <p:nvSpPr>
            <p:cNvPr id="570" name="Freeform 34"/>
            <p:cNvSpPr>
              <a:spLocks/>
            </p:cNvSpPr>
            <p:nvPr/>
          </p:nvSpPr>
          <p:spPr bwMode="auto">
            <a:xfrm>
              <a:off x="1668463" y="4067175"/>
              <a:ext cx="152400" cy="160338"/>
            </a:xfrm>
            <a:custGeom>
              <a:avLst/>
              <a:gdLst>
                <a:gd name="T0" fmla="*/ 5 w 52"/>
                <a:gd name="T1" fmla="*/ 5 h 55"/>
                <a:gd name="T2" fmla="*/ 24 w 52"/>
                <a:gd name="T3" fmla="*/ 6 h 55"/>
                <a:gd name="T4" fmla="*/ 24 w 52"/>
                <a:gd name="T5" fmla="*/ 6 h 55"/>
                <a:gd name="T6" fmla="*/ 47 w 52"/>
                <a:gd name="T7" fmla="*/ 31 h 55"/>
                <a:gd name="T8" fmla="*/ 46 w 52"/>
                <a:gd name="T9" fmla="*/ 50 h 55"/>
                <a:gd name="T10" fmla="*/ 46 w 52"/>
                <a:gd name="T11" fmla="*/ 50 h 55"/>
                <a:gd name="T12" fmla="*/ 27 w 52"/>
                <a:gd name="T13" fmla="*/ 49 h 55"/>
                <a:gd name="T14" fmla="*/ 27 w 52"/>
                <a:gd name="T15" fmla="*/ 49 h 55"/>
                <a:gd name="T16" fmla="*/ 4 w 52"/>
                <a:gd name="T17" fmla="*/ 25 h 55"/>
                <a:gd name="T18" fmla="*/ 2 w 52"/>
                <a:gd name="T19" fmla="*/ 21 h 55"/>
                <a:gd name="T20" fmla="*/ 2 w 52"/>
                <a:gd name="T21" fmla="*/ 21 h 55"/>
                <a:gd name="T22" fmla="*/ 5 w 52"/>
                <a:gd name="T23" fmla="*/ 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5">
                  <a:moveTo>
                    <a:pt x="5" y="5"/>
                  </a:moveTo>
                  <a:cubicBezTo>
                    <a:pt x="11" y="0"/>
                    <a:pt x="19" y="0"/>
                    <a:pt x="24" y="6"/>
                  </a:cubicBezTo>
                  <a:cubicBezTo>
                    <a:pt x="24" y="6"/>
                    <a:pt x="24" y="6"/>
                    <a:pt x="24" y="6"/>
                  </a:cubicBezTo>
                  <a:cubicBezTo>
                    <a:pt x="47" y="31"/>
                    <a:pt x="47" y="31"/>
                    <a:pt x="47" y="31"/>
                  </a:cubicBezTo>
                  <a:cubicBezTo>
                    <a:pt x="52" y="36"/>
                    <a:pt x="52" y="45"/>
                    <a:pt x="46" y="50"/>
                  </a:cubicBezTo>
                  <a:cubicBezTo>
                    <a:pt x="46" y="50"/>
                    <a:pt x="46" y="50"/>
                    <a:pt x="46" y="50"/>
                  </a:cubicBezTo>
                  <a:cubicBezTo>
                    <a:pt x="41" y="55"/>
                    <a:pt x="32" y="55"/>
                    <a:pt x="27" y="49"/>
                  </a:cubicBezTo>
                  <a:cubicBezTo>
                    <a:pt x="27" y="49"/>
                    <a:pt x="27" y="49"/>
                    <a:pt x="27" y="49"/>
                  </a:cubicBezTo>
                  <a:cubicBezTo>
                    <a:pt x="4" y="25"/>
                    <a:pt x="4" y="25"/>
                    <a:pt x="4" y="25"/>
                  </a:cubicBezTo>
                  <a:cubicBezTo>
                    <a:pt x="3" y="24"/>
                    <a:pt x="3" y="23"/>
                    <a:pt x="2" y="21"/>
                  </a:cubicBezTo>
                  <a:cubicBezTo>
                    <a:pt x="2" y="21"/>
                    <a:pt x="2" y="21"/>
                    <a:pt x="2" y="21"/>
                  </a:cubicBezTo>
                  <a:cubicBezTo>
                    <a:pt x="0" y="16"/>
                    <a:pt x="1" y="9"/>
                    <a:pt x="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1" name="Freeform 35"/>
            <p:cNvSpPr>
              <a:spLocks/>
            </p:cNvSpPr>
            <p:nvPr/>
          </p:nvSpPr>
          <p:spPr bwMode="auto">
            <a:xfrm>
              <a:off x="1689101" y="3910013"/>
              <a:ext cx="180975" cy="128588"/>
            </a:xfrm>
            <a:custGeom>
              <a:avLst/>
              <a:gdLst>
                <a:gd name="T0" fmla="*/ 3 w 62"/>
                <a:gd name="T1" fmla="*/ 33 h 44"/>
                <a:gd name="T2" fmla="*/ 20 w 62"/>
                <a:gd name="T3" fmla="*/ 41 h 44"/>
                <a:gd name="T4" fmla="*/ 20 w 62"/>
                <a:gd name="T5" fmla="*/ 41 h 44"/>
                <a:gd name="T6" fmla="*/ 51 w 62"/>
                <a:gd name="T7" fmla="*/ 29 h 44"/>
                <a:gd name="T8" fmla="*/ 59 w 62"/>
                <a:gd name="T9" fmla="*/ 11 h 44"/>
                <a:gd name="T10" fmla="*/ 59 w 62"/>
                <a:gd name="T11" fmla="*/ 11 h 44"/>
                <a:gd name="T12" fmla="*/ 41 w 62"/>
                <a:gd name="T13" fmla="*/ 3 h 44"/>
                <a:gd name="T14" fmla="*/ 41 w 62"/>
                <a:gd name="T15" fmla="*/ 3 h 44"/>
                <a:gd name="T16" fmla="*/ 10 w 62"/>
                <a:gd name="T17" fmla="*/ 15 h 44"/>
                <a:gd name="T18" fmla="*/ 7 w 62"/>
                <a:gd name="T19" fmla="*/ 17 h 44"/>
                <a:gd name="T20" fmla="*/ 7 w 62"/>
                <a:gd name="T21" fmla="*/ 17 h 44"/>
                <a:gd name="T22" fmla="*/ 3 w 62"/>
                <a:gd name="T23" fmla="*/ 3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2" h="44">
                  <a:moveTo>
                    <a:pt x="3" y="33"/>
                  </a:moveTo>
                  <a:cubicBezTo>
                    <a:pt x="5" y="40"/>
                    <a:pt x="13" y="44"/>
                    <a:pt x="20" y="41"/>
                  </a:cubicBezTo>
                  <a:cubicBezTo>
                    <a:pt x="20" y="41"/>
                    <a:pt x="20" y="41"/>
                    <a:pt x="20" y="41"/>
                  </a:cubicBezTo>
                  <a:cubicBezTo>
                    <a:pt x="51" y="29"/>
                    <a:pt x="51" y="29"/>
                    <a:pt x="51" y="29"/>
                  </a:cubicBezTo>
                  <a:cubicBezTo>
                    <a:pt x="58" y="26"/>
                    <a:pt x="62" y="18"/>
                    <a:pt x="59" y="11"/>
                  </a:cubicBezTo>
                  <a:cubicBezTo>
                    <a:pt x="59" y="11"/>
                    <a:pt x="59" y="11"/>
                    <a:pt x="59" y="11"/>
                  </a:cubicBezTo>
                  <a:cubicBezTo>
                    <a:pt x="56" y="4"/>
                    <a:pt x="49" y="0"/>
                    <a:pt x="41" y="3"/>
                  </a:cubicBezTo>
                  <a:cubicBezTo>
                    <a:pt x="41" y="3"/>
                    <a:pt x="41" y="3"/>
                    <a:pt x="41" y="3"/>
                  </a:cubicBezTo>
                  <a:cubicBezTo>
                    <a:pt x="10" y="15"/>
                    <a:pt x="10" y="15"/>
                    <a:pt x="10" y="15"/>
                  </a:cubicBezTo>
                  <a:cubicBezTo>
                    <a:pt x="9" y="16"/>
                    <a:pt x="8" y="16"/>
                    <a:pt x="7" y="17"/>
                  </a:cubicBezTo>
                  <a:cubicBezTo>
                    <a:pt x="7" y="17"/>
                    <a:pt x="7" y="17"/>
                    <a:pt x="7" y="17"/>
                  </a:cubicBezTo>
                  <a:cubicBezTo>
                    <a:pt x="2" y="21"/>
                    <a:pt x="0" y="27"/>
                    <a:pt x="3"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2" name="Freeform 36"/>
            <p:cNvSpPr>
              <a:spLocks noEditPoints="1"/>
            </p:cNvSpPr>
            <p:nvPr/>
          </p:nvSpPr>
          <p:spPr bwMode="auto">
            <a:xfrm>
              <a:off x="703263" y="3389313"/>
              <a:ext cx="763588" cy="763588"/>
            </a:xfrm>
            <a:custGeom>
              <a:avLst/>
              <a:gdLst>
                <a:gd name="T0" fmla="*/ 0 w 261"/>
                <a:gd name="T1" fmla="*/ 131 h 261"/>
                <a:gd name="T2" fmla="*/ 130 w 261"/>
                <a:gd name="T3" fmla="*/ 0 h 261"/>
                <a:gd name="T4" fmla="*/ 130 w 261"/>
                <a:gd name="T5" fmla="*/ 0 h 261"/>
                <a:gd name="T6" fmla="*/ 261 w 261"/>
                <a:gd name="T7" fmla="*/ 131 h 261"/>
                <a:gd name="T8" fmla="*/ 261 w 261"/>
                <a:gd name="T9" fmla="*/ 131 h 261"/>
                <a:gd name="T10" fmla="*/ 130 w 261"/>
                <a:gd name="T11" fmla="*/ 261 h 261"/>
                <a:gd name="T12" fmla="*/ 130 w 261"/>
                <a:gd name="T13" fmla="*/ 261 h 261"/>
                <a:gd name="T14" fmla="*/ 0 w 261"/>
                <a:gd name="T15" fmla="*/ 131 h 261"/>
                <a:gd name="T16" fmla="*/ 13 w 261"/>
                <a:gd name="T17" fmla="*/ 131 h 261"/>
                <a:gd name="T18" fmla="*/ 130 w 261"/>
                <a:gd name="T19" fmla="*/ 249 h 261"/>
                <a:gd name="T20" fmla="*/ 130 w 261"/>
                <a:gd name="T21" fmla="*/ 249 h 261"/>
                <a:gd name="T22" fmla="*/ 248 w 261"/>
                <a:gd name="T23" fmla="*/ 131 h 261"/>
                <a:gd name="T24" fmla="*/ 248 w 261"/>
                <a:gd name="T25" fmla="*/ 131 h 261"/>
                <a:gd name="T26" fmla="*/ 130 w 261"/>
                <a:gd name="T27" fmla="*/ 13 h 261"/>
                <a:gd name="T28" fmla="*/ 130 w 261"/>
                <a:gd name="T29" fmla="*/ 13 h 261"/>
                <a:gd name="T30" fmla="*/ 13 w 261"/>
                <a:gd name="T31" fmla="*/ 131 h 261"/>
                <a:gd name="T32" fmla="*/ 13 w 261"/>
                <a:gd name="T33" fmla="*/ 131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1" h="261">
                  <a:moveTo>
                    <a:pt x="0" y="131"/>
                  </a:moveTo>
                  <a:cubicBezTo>
                    <a:pt x="0" y="59"/>
                    <a:pt x="58" y="0"/>
                    <a:pt x="130" y="0"/>
                  </a:cubicBezTo>
                  <a:cubicBezTo>
                    <a:pt x="130" y="0"/>
                    <a:pt x="130" y="0"/>
                    <a:pt x="130" y="0"/>
                  </a:cubicBezTo>
                  <a:cubicBezTo>
                    <a:pt x="203" y="0"/>
                    <a:pt x="261" y="59"/>
                    <a:pt x="261" y="131"/>
                  </a:cubicBezTo>
                  <a:cubicBezTo>
                    <a:pt x="261" y="131"/>
                    <a:pt x="261" y="131"/>
                    <a:pt x="261" y="131"/>
                  </a:cubicBezTo>
                  <a:cubicBezTo>
                    <a:pt x="261" y="203"/>
                    <a:pt x="203" y="261"/>
                    <a:pt x="130" y="261"/>
                  </a:cubicBezTo>
                  <a:cubicBezTo>
                    <a:pt x="130" y="261"/>
                    <a:pt x="130" y="261"/>
                    <a:pt x="130" y="261"/>
                  </a:cubicBezTo>
                  <a:cubicBezTo>
                    <a:pt x="58" y="261"/>
                    <a:pt x="0" y="203"/>
                    <a:pt x="0" y="131"/>
                  </a:cubicBezTo>
                  <a:close/>
                  <a:moveTo>
                    <a:pt x="13" y="131"/>
                  </a:moveTo>
                  <a:cubicBezTo>
                    <a:pt x="13" y="196"/>
                    <a:pt x="65" y="248"/>
                    <a:pt x="130" y="249"/>
                  </a:cubicBezTo>
                  <a:cubicBezTo>
                    <a:pt x="130" y="249"/>
                    <a:pt x="130" y="249"/>
                    <a:pt x="130" y="249"/>
                  </a:cubicBezTo>
                  <a:cubicBezTo>
                    <a:pt x="196" y="248"/>
                    <a:pt x="248" y="196"/>
                    <a:pt x="248" y="131"/>
                  </a:cubicBezTo>
                  <a:cubicBezTo>
                    <a:pt x="248" y="131"/>
                    <a:pt x="248" y="131"/>
                    <a:pt x="248" y="131"/>
                  </a:cubicBezTo>
                  <a:cubicBezTo>
                    <a:pt x="248" y="66"/>
                    <a:pt x="196" y="13"/>
                    <a:pt x="130" y="13"/>
                  </a:cubicBezTo>
                  <a:cubicBezTo>
                    <a:pt x="130" y="13"/>
                    <a:pt x="130" y="13"/>
                    <a:pt x="130" y="13"/>
                  </a:cubicBezTo>
                  <a:cubicBezTo>
                    <a:pt x="65" y="13"/>
                    <a:pt x="13" y="66"/>
                    <a:pt x="13" y="131"/>
                  </a:cubicBezTo>
                  <a:cubicBezTo>
                    <a:pt x="13" y="131"/>
                    <a:pt x="13" y="131"/>
                    <a:pt x="13" y="1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3" name="Freeform 37"/>
            <p:cNvSpPr>
              <a:spLocks noEditPoints="1"/>
            </p:cNvSpPr>
            <p:nvPr/>
          </p:nvSpPr>
          <p:spPr bwMode="auto">
            <a:xfrm>
              <a:off x="414338" y="3101975"/>
              <a:ext cx="1341438" cy="1339850"/>
            </a:xfrm>
            <a:custGeom>
              <a:avLst/>
              <a:gdLst>
                <a:gd name="T0" fmla="*/ 459 w 459"/>
                <a:gd name="T1" fmla="*/ 221 h 458"/>
                <a:gd name="T2" fmla="*/ 415 w 459"/>
                <a:gd name="T3" fmla="*/ 181 h 458"/>
                <a:gd name="T4" fmla="*/ 396 w 459"/>
                <a:gd name="T5" fmla="*/ 133 h 458"/>
                <a:gd name="T6" fmla="*/ 398 w 459"/>
                <a:gd name="T7" fmla="*/ 73 h 458"/>
                <a:gd name="T8" fmla="*/ 395 w 459"/>
                <a:gd name="T9" fmla="*/ 70 h 458"/>
                <a:gd name="T10" fmla="*/ 389 w 459"/>
                <a:gd name="T11" fmla="*/ 64 h 458"/>
                <a:gd name="T12" fmla="*/ 386 w 459"/>
                <a:gd name="T13" fmla="*/ 61 h 458"/>
                <a:gd name="T14" fmla="*/ 327 w 459"/>
                <a:gd name="T15" fmla="*/ 64 h 458"/>
                <a:gd name="T16" fmla="*/ 279 w 459"/>
                <a:gd name="T17" fmla="*/ 43 h 458"/>
                <a:gd name="T18" fmla="*/ 239 w 459"/>
                <a:gd name="T19" fmla="*/ 0 h 458"/>
                <a:gd name="T20" fmla="*/ 235 w 459"/>
                <a:gd name="T21" fmla="*/ 0 h 458"/>
                <a:gd name="T22" fmla="*/ 226 w 459"/>
                <a:gd name="T23" fmla="*/ 0 h 458"/>
                <a:gd name="T24" fmla="*/ 222 w 459"/>
                <a:gd name="T25" fmla="*/ 0 h 458"/>
                <a:gd name="T26" fmla="*/ 182 w 459"/>
                <a:gd name="T27" fmla="*/ 43 h 458"/>
                <a:gd name="T28" fmla="*/ 134 w 459"/>
                <a:gd name="T29" fmla="*/ 63 h 458"/>
                <a:gd name="T30" fmla="*/ 74 w 459"/>
                <a:gd name="T31" fmla="*/ 60 h 458"/>
                <a:gd name="T32" fmla="*/ 71 w 459"/>
                <a:gd name="T33" fmla="*/ 63 h 458"/>
                <a:gd name="T34" fmla="*/ 65 w 459"/>
                <a:gd name="T35" fmla="*/ 69 h 458"/>
                <a:gd name="T36" fmla="*/ 62 w 459"/>
                <a:gd name="T37" fmla="*/ 72 h 458"/>
                <a:gd name="T38" fmla="*/ 64 w 459"/>
                <a:gd name="T39" fmla="*/ 131 h 458"/>
                <a:gd name="T40" fmla="*/ 44 w 459"/>
                <a:gd name="T41" fmla="*/ 179 h 458"/>
                <a:gd name="T42" fmla="*/ 0 w 459"/>
                <a:gd name="T43" fmla="*/ 219 h 458"/>
                <a:gd name="T44" fmla="*/ 0 w 459"/>
                <a:gd name="T45" fmla="*/ 223 h 458"/>
                <a:gd name="T46" fmla="*/ 0 w 459"/>
                <a:gd name="T47" fmla="*/ 232 h 458"/>
                <a:gd name="T48" fmla="*/ 0 w 459"/>
                <a:gd name="T49" fmla="*/ 236 h 458"/>
                <a:gd name="T50" fmla="*/ 44 w 459"/>
                <a:gd name="T51" fmla="*/ 276 h 458"/>
                <a:gd name="T52" fmla="*/ 63 w 459"/>
                <a:gd name="T53" fmla="*/ 325 h 458"/>
                <a:gd name="T54" fmla="*/ 61 w 459"/>
                <a:gd name="T55" fmla="*/ 384 h 458"/>
                <a:gd name="T56" fmla="*/ 64 w 459"/>
                <a:gd name="T57" fmla="*/ 387 h 458"/>
                <a:gd name="T58" fmla="*/ 70 w 459"/>
                <a:gd name="T59" fmla="*/ 393 h 458"/>
                <a:gd name="T60" fmla="*/ 73 w 459"/>
                <a:gd name="T61" fmla="*/ 396 h 458"/>
                <a:gd name="T62" fmla="*/ 132 w 459"/>
                <a:gd name="T63" fmla="*/ 394 h 458"/>
                <a:gd name="T64" fmla="*/ 180 w 459"/>
                <a:gd name="T65" fmla="*/ 414 h 458"/>
                <a:gd name="T66" fmla="*/ 220 w 459"/>
                <a:gd name="T67" fmla="*/ 458 h 458"/>
                <a:gd name="T68" fmla="*/ 224 w 459"/>
                <a:gd name="T69" fmla="*/ 458 h 458"/>
                <a:gd name="T70" fmla="*/ 233 w 459"/>
                <a:gd name="T71" fmla="*/ 458 h 458"/>
                <a:gd name="T72" fmla="*/ 237 w 459"/>
                <a:gd name="T73" fmla="*/ 458 h 458"/>
                <a:gd name="T74" fmla="*/ 277 w 459"/>
                <a:gd name="T75" fmla="*/ 414 h 458"/>
                <a:gd name="T76" fmla="*/ 325 w 459"/>
                <a:gd name="T77" fmla="*/ 395 h 458"/>
                <a:gd name="T78" fmla="*/ 385 w 459"/>
                <a:gd name="T79" fmla="*/ 397 h 458"/>
                <a:gd name="T80" fmla="*/ 388 w 459"/>
                <a:gd name="T81" fmla="*/ 394 h 458"/>
                <a:gd name="T82" fmla="*/ 394 w 459"/>
                <a:gd name="T83" fmla="*/ 388 h 458"/>
                <a:gd name="T84" fmla="*/ 397 w 459"/>
                <a:gd name="T85" fmla="*/ 385 h 458"/>
                <a:gd name="T86" fmla="*/ 395 w 459"/>
                <a:gd name="T87" fmla="*/ 326 h 458"/>
                <a:gd name="T88" fmla="*/ 415 w 459"/>
                <a:gd name="T89" fmla="*/ 278 h 458"/>
                <a:gd name="T90" fmla="*/ 459 w 459"/>
                <a:gd name="T91" fmla="*/ 238 h 458"/>
                <a:gd name="T92" fmla="*/ 459 w 459"/>
                <a:gd name="T93" fmla="*/ 234 h 458"/>
                <a:gd name="T94" fmla="*/ 459 w 459"/>
                <a:gd name="T95" fmla="*/ 225 h 458"/>
                <a:gd name="T96" fmla="*/ 459 w 459"/>
                <a:gd name="T97" fmla="*/ 221 h 458"/>
                <a:gd name="T98" fmla="*/ 229 w 459"/>
                <a:gd name="T99" fmla="*/ 368 h 458"/>
                <a:gd name="T100" fmla="*/ 90 w 459"/>
                <a:gd name="T101" fmla="*/ 229 h 458"/>
                <a:gd name="T102" fmla="*/ 229 w 459"/>
                <a:gd name="T103" fmla="*/ 89 h 458"/>
                <a:gd name="T104" fmla="*/ 369 w 459"/>
                <a:gd name="T105" fmla="*/ 229 h 458"/>
                <a:gd name="T106" fmla="*/ 229 w 459"/>
                <a:gd name="T107" fmla="*/ 368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59" h="458">
                  <a:moveTo>
                    <a:pt x="459" y="221"/>
                  </a:moveTo>
                  <a:cubicBezTo>
                    <a:pt x="459" y="194"/>
                    <a:pt x="431" y="184"/>
                    <a:pt x="415" y="181"/>
                  </a:cubicBezTo>
                  <a:cubicBezTo>
                    <a:pt x="411" y="164"/>
                    <a:pt x="404" y="148"/>
                    <a:pt x="396" y="133"/>
                  </a:cubicBezTo>
                  <a:cubicBezTo>
                    <a:pt x="405" y="119"/>
                    <a:pt x="418" y="93"/>
                    <a:pt x="398" y="73"/>
                  </a:cubicBezTo>
                  <a:cubicBezTo>
                    <a:pt x="395" y="70"/>
                    <a:pt x="395" y="70"/>
                    <a:pt x="395" y="70"/>
                  </a:cubicBezTo>
                  <a:cubicBezTo>
                    <a:pt x="389" y="64"/>
                    <a:pt x="389" y="64"/>
                    <a:pt x="389" y="64"/>
                  </a:cubicBezTo>
                  <a:cubicBezTo>
                    <a:pt x="386" y="61"/>
                    <a:pt x="386" y="61"/>
                    <a:pt x="386" y="61"/>
                  </a:cubicBezTo>
                  <a:cubicBezTo>
                    <a:pt x="367" y="42"/>
                    <a:pt x="341" y="55"/>
                    <a:pt x="327" y="64"/>
                  </a:cubicBezTo>
                  <a:cubicBezTo>
                    <a:pt x="312" y="55"/>
                    <a:pt x="296" y="48"/>
                    <a:pt x="279" y="43"/>
                  </a:cubicBezTo>
                  <a:cubicBezTo>
                    <a:pt x="276" y="28"/>
                    <a:pt x="266" y="0"/>
                    <a:pt x="239" y="0"/>
                  </a:cubicBezTo>
                  <a:cubicBezTo>
                    <a:pt x="235" y="0"/>
                    <a:pt x="235" y="0"/>
                    <a:pt x="235" y="0"/>
                  </a:cubicBezTo>
                  <a:cubicBezTo>
                    <a:pt x="226" y="0"/>
                    <a:pt x="226" y="0"/>
                    <a:pt x="226" y="0"/>
                  </a:cubicBezTo>
                  <a:cubicBezTo>
                    <a:pt x="222" y="0"/>
                    <a:pt x="222" y="0"/>
                    <a:pt x="222" y="0"/>
                  </a:cubicBezTo>
                  <a:cubicBezTo>
                    <a:pt x="195" y="0"/>
                    <a:pt x="185" y="27"/>
                    <a:pt x="182" y="43"/>
                  </a:cubicBezTo>
                  <a:cubicBezTo>
                    <a:pt x="165" y="47"/>
                    <a:pt x="149" y="54"/>
                    <a:pt x="134" y="63"/>
                  </a:cubicBezTo>
                  <a:cubicBezTo>
                    <a:pt x="120" y="54"/>
                    <a:pt x="94" y="41"/>
                    <a:pt x="74" y="60"/>
                  </a:cubicBezTo>
                  <a:cubicBezTo>
                    <a:pt x="71" y="63"/>
                    <a:pt x="71" y="63"/>
                    <a:pt x="71" y="63"/>
                  </a:cubicBezTo>
                  <a:cubicBezTo>
                    <a:pt x="65" y="69"/>
                    <a:pt x="65" y="69"/>
                    <a:pt x="65" y="69"/>
                  </a:cubicBezTo>
                  <a:cubicBezTo>
                    <a:pt x="62" y="72"/>
                    <a:pt x="62" y="72"/>
                    <a:pt x="62" y="72"/>
                  </a:cubicBezTo>
                  <a:cubicBezTo>
                    <a:pt x="43" y="91"/>
                    <a:pt x="56" y="117"/>
                    <a:pt x="64" y="131"/>
                  </a:cubicBezTo>
                  <a:cubicBezTo>
                    <a:pt x="56" y="146"/>
                    <a:pt x="49" y="162"/>
                    <a:pt x="44" y="179"/>
                  </a:cubicBezTo>
                  <a:cubicBezTo>
                    <a:pt x="28" y="182"/>
                    <a:pt x="0" y="192"/>
                    <a:pt x="0" y="219"/>
                  </a:cubicBezTo>
                  <a:cubicBezTo>
                    <a:pt x="0" y="223"/>
                    <a:pt x="0" y="223"/>
                    <a:pt x="0" y="223"/>
                  </a:cubicBezTo>
                  <a:cubicBezTo>
                    <a:pt x="0" y="232"/>
                    <a:pt x="0" y="232"/>
                    <a:pt x="0" y="232"/>
                  </a:cubicBezTo>
                  <a:cubicBezTo>
                    <a:pt x="0" y="236"/>
                    <a:pt x="0" y="236"/>
                    <a:pt x="0" y="236"/>
                  </a:cubicBezTo>
                  <a:cubicBezTo>
                    <a:pt x="0" y="263"/>
                    <a:pt x="28" y="273"/>
                    <a:pt x="44" y="276"/>
                  </a:cubicBezTo>
                  <a:cubicBezTo>
                    <a:pt x="48" y="293"/>
                    <a:pt x="55" y="310"/>
                    <a:pt x="63" y="325"/>
                  </a:cubicBezTo>
                  <a:cubicBezTo>
                    <a:pt x="54" y="338"/>
                    <a:pt x="41" y="365"/>
                    <a:pt x="61" y="384"/>
                  </a:cubicBezTo>
                  <a:cubicBezTo>
                    <a:pt x="64" y="387"/>
                    <a:pt x="64" y="387"/>
                    <a:pt x="64" y="387"/>
                  </a:cubicBezTo>
                  <a:cubicBezTo>
                    <a:pt x="70" y="393"/>
                    <a:pt x="70" y="393"/>
                    <a:pt x="70" y="393"/>
                  </a:cubicBezTo>
                  <a:cubicBezTo>
                    <a:pt x="73" y="396"/>
                    <a:pt x="73" y="396"/>
                    <a:pt x="73" y="396"/>
                  </a:cubicBezTo>
                  <a:cubicBezTo>
                    <a:pt x="92" y="415"/>
                    <a:pt x="118" y="403"/>
                    <a:pt x="132" y="394"/>
                  </a:cubicBezTo>
                  <a:cubicBezTo>
                    <a:pt x="147" y="403"/>
                    <a:pt x="163" y="409"/>
                    <a:pt x="180" y="414"/>
                  </a:cubicBezTo>
                  <a:cubicBezTo>
                    <a:pt x="183" y="430"/>
                    <a:pt x="193" y="458"/>
                    <a:pt x="220" y="458"/>
                  </a:cubicBezTo>
                  <a:cubicBezTo>
                    <a:pt x="224" y="458"/>
                    <a:pt x="224" y="458"/>
                    <a:pt x="224" y="458"/>
                  </a:cubicBezTo>
                  <a:cubicBezTo>
                    <a:pt x="233" y="458"/>
                    <a:pt x="233" y="458"/>
                    <a:pt x="233" y="458"/>
                  </a:cubicBezTo>
                  <a:cubicBezTo>
                    <a:pt x="237" y="458"/>
                    <a:pt x="237" y="458"/>
                    <a:pt x="237" y="458"/>
                  </a:cubicBezTo>
                  <a:cubicBezTo>
                    <a:pt x="264" y="458"/>
                    <a:pt x="274" y="430"/>
                    <a:pt x="277" y="414"/>
                  </a:cubicBezTo>
                  <a:cubicBezTo>
                    <a:pt x="294" y="410"/>
                    <a:pt x="310" y="403"/>
                    <a:pt x="325" y="395"/>
                  </a:cubicBezTo>
                  <a:cubicBezTo>
                    <a:pt x="339" y="404"/>
                    <a:pt x="365" y="417"/>
                    <a:pt x="385" y="397"/>
                  </a:cubicBezTo>
                  <a:cubicBezTo>
                    <a:pt x="388" y="394"/>
                    <a:pt x="388" y="394"/>
                    <a:pt x="388" y="394"/>
                  </a:cubicBezTo>
                  <a:cubicBezTo>
                    <a:pt x="394" y="388"/>
                    <a:pt x="394" y="388"/>
                    <a:pt x="394" y="388"/>
                  </a:cubicBezTo>
                  <a:cubicBezTo>
                    <a:pt x="397" y="385"/>
                    <a:pt x="397" y="385"/>
                    <a:pt x="397" y="385"/>
                  </a:cubicBezTo>
                  <a:cubicBezTo>
                    <a:pt x="416" y="366"/>
                    <a:pt x="403" y="340"/>
                    <a:pt x="395" y="326"/>
                  </a:cubicBezTo>
                  <a:cubicBezTo>
                    <a:pt x="403" y="311"/>
                    <a:pt x="410" y="295"/>
                    <a:pt x="415" y="278"/>
                  </a:cubicBezTo>
                  <a:cubicBezTo>
                    <a:pt x="431" y="275"/>
                    <a:pt x="459" y="266"/>
                    <a:pt x="459" y="238"/>
                  </a:cubicBezTo>
                  <a:cubicBezTo>
                    <a:pt x="459" y="234"/>
                    <a:pt x="459" y="234"/>
                    <a:pt x="459" y="234"/>
                  </a:cubicBezTo>
                  <a:cubicBezTo>
                    <a:pt x="459" y="225"/>
                    <a:pt x="459" y="225"/>
                    <a:pt x="459" y="225"/>
                  </a:cubicBezTo>
                  <a:lnTo>
                    <a:pt x="459" y="221"/>
                  </a:lnTo>
                  <a:close/>
                  <a:moveTo>
                    <a:pt x="229" y="368"/>
                  </a:moveTo>
                  <a:cubicBezTo>
                    <a:pt x="152" y="368"/>
                    <a:pt x="90" y="306"/>
                    <a:pt x="90" y="229"/>
                  </a:cubicBezTo>
                  <a:cubicBezTo>
                    <a:pt x="90" y="152"/>
                    <a:pt x="152" y="89"/>
                    <a:pt x="229" y="89"/>
                  </a:cubicBezTo>
                  <a:cubicBezTo>
                    <a:pt x="307" y="89"/>
                    <a:pt x="369" y="152"/>
                    <a:pt x="369" y="229"/>
                  </a:cubicBezTo>
                  <a:cubicBezTo>
                    <a:pt x="369" y="306"/>
                    <a:pt x="307" y="368"/>
                    <a:pt x="229" y="3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4" name="Freeform 38"/>
            <p:cNvSpPr>
              <a:spLocks/>
            </p:cNvSpPr>
            <p:nvPr/>
          </p:nvSpPr>
          <p:spPr bwMode="auto">
            <a:xfrm>
              <a:off x="1343026" y="2816225"/>
              <a:ext cx="801688" cy="800100"/>
            </a:xfrm>
            <a:custGeom>
              <a:avLst/>
              <a:gdLst>
                <a:gd name="T0" fmla="*/ 248 w 274"/>
                <a:gd name="T1" fmla="*/ 108 h 274"/>
                <a:gd name="T2" fmla="*/ 237 w 274"/>
                <a:gd name="T3" fmla="*/ 79 h 274"/>
                <a:gd name="T4" fmla="*/ 238 w 274"/>
                <a:gd name="T5" fmla="*/ 44 h 274"/>
                <a:gd name="T6" fmla="*/ 236 w 274"/>
                <a:gd name="T7" fmla="*/ 42 h 274"/>
                <a:gd name="T8" fmla="*/ 233 w 274"/>
                <a:gd name="T9" fmla="*/ 38 h 274"/>
                <a:gd name="T10" fmla="*/ 231 w 274"/>
                <a:gd name="T11" fmla="*/ 37 h 274"/>
                <a:gd name="T12" fmla="*/ 196 w 274"/>
                <a:gd name="T13" fmla="*/ 38 h 274"/>
                <a:gd name="T14" fmla="*/ 167 w 274"/>
                <a:gd name="T15" fmla="*/ 26 h 274"/>
                <a:gd name="T16" fmla="*/ 143 w 274"/>
                <a:gd name="T17" fmla="*/ 0 h 274"/>
                <a:gd name="T18" fmla="*/ 140 w 274"/>
                <a:gd name="T19" fmla="*/ 0 h 274"/>
                <a:gd name="T20" fmla="*/ 135 w 274"/>
                <a:gd name="T21" fmla="*/ 0 h 274"/>
                <a:gd name="T22" fmla="*/ 133 w 274"/>
                <a:gd name="T23" fmla="*/ 0 h 274"/>
                <a:gd name="T24" fmla="*/ 109 w 274"/>
                <a:gd name="T25" fmla="*/ 25 h 274"/>
                <a:gd name="T26" fmla="*/ 80 w 274"/>
                <a:gd name="T27" fmla="*/ 37 h 274"/>
                <a:gd name="T28" fmla="*/ 44 w 274"/>
                <a:gd name="T29" fmla="*/ 36 h 274"/>
                <a:gd name="T30" fmla="*/ 42 w 274"/>
                <a:gd name="T31" fmla="*/ 38 h 274"/>
                <a:gd name="T32" fmla="*/ 39 w 274"/>
                <a:gd name="T33" fmla="*/ 41 h 274"/>
                <a:gd name="T34" fmla="*/ 37 w 274"/>
                <a:gd name="T35" fmla="*/ 43 h 274"/>
                <a:gd name="T36" fmla="*/ 38 w 274"/>
                <a:gd name="T37" fmla="*/ 78 h 274"/>
                <a:gd name="T38" fmla="*/ 26 w 274"/>
                <a:gd name="T39" fmla="*/ 107 h 274"/>
                <a:gd name="T40" fmla="*/ 0 w 274"/>
                <a:gd name="T41" fmla="*/ 131 h 274"/>
                <a:gd name="T42" fmla="*/ 0 w 274"/>
                <a:gd name="T43" fmla="*/ 134 h 274"/>
                <a:gd name="T44" fmla="*/ 0 w 274"/>
                <a:gd name="T45" fmla="*/ 139 h 274"/>
                <a:gd name="T46" fmla="*/ 0 w 274"/>
                <a:gd name="T47" fmla="*/ 141 h 274"/>
                <a:gd name="T48" fmla="*/ 0 w 274"/>
                <a:gd name="T49" fmla="*/ 143 h 274"/>
                <a:gd name="T50" fmla="*/ 9 w 274"/>
                <a:gd name="T51" fmla="*/ 148 h 274"/>
                <a:gd name="T52" fmla="*/ 44 w 274"/>
                <a:gd name="T53" fmla="*/ 138 h 274"/>
                <a:gd name="T54" fmla="*/ 54 w 274"/>
                <a:gd name="T55" fmla="*/ 139 h 274"/>
                <a:gd name="T56" fmla="*/ 54 w 274"/>
                <a:gd name="T57" fmla="*/ 137 h 274"/>
                <a:gd name="T58" fmla="*/ 137 w 274"/>
                <a:gd name="T59" fmla="*/ 53 h 274"/>
                <a:gd name="T60" fmla="*/ 221 w 274"/>
                <a:gd name="T61" fmla="*/ 137 h 274"/>
                <a:gd name="T62" fmla="*/ 137 w 274"/>
                <a:gd name="T63" fmla="*/ 220 h 274"/>
                <a:gd name="T64" fmla="*/ 100 w 274"/>
                <a:gd name="T65" fmla="*/ 211 h 274"/>
                <a:gd name="T66" fmla="*/ 91 w 274"/>
                <a:gd name="T67" fmla="*/ 231 h 274"/>
                <a:gd name="T68" fmla="*/ 98 w 274"/>
                <a:gd name="T69" fmla="*/ 245 h 274"/>
                <a:gd name="T70" fmla="*/ 107 w 274"/>
                <a:gd name="T71" fmla="*/ 248 h 274"/>
                <a:gd name="T72" fmla="*/ 131 w 274"/>
                <a:gd name="T73" fmla="*/ 274 h 274"/>
                <a:gd name="T74" fmla="*/ 134 w 274"/>
                <a:gd name="T75" fmla="*/ 274 h 274"/>
                <a:gd name="T76" fmla="*/ 139 w 274"/>
                <a:gd name="T77" fmla="*/ 274 h 274"/>
                <a:gd name="T78" fmla="*/ 142 w 274"/>
                <a:gd name="T79" fmla="*/ 274 h 274"/>
                <a:gd name="T80" fmla="*/ 166 w 274"/>
                <a:gd name="T81" fmla="*/ 248 h 274"/>
                <a:gd name="T82" fmla="*/ 195 w 274"/>
                <a:gd name="T83" fmla="*/ 236 h 274"/>
                <a:gd name="T84" fmla="*/ 230 w 274"/>
                <a:gd name="T85" fmla="*/ 238 h 274"/>
                <a:gd name="T86" fmla="*/ 232 w 274"/>
                <a:gd name="T87" fmla="*/ 236 h 274"/>
                <a:gd name="T88" fmla="*/ 236 w 274"/>
                <a:gd name="T89" fmla="*/ 233 h 274"/>
                <a:gd name="T90" fmla="*/ 237 w 274"/>
                <a:gd name="T91" fmla="*/ 231 h 274"/>
                <a:gd name="T92" fmla="*/ 236 w 274"/>
                <a:gd name="T93" fmla="*/ 195 h 274"/>
                <a:gd name="T94" fmla="*/ 248 w 274"/>
                <a:gd name="T95" fmla="*/ 167 h 274"/>
                <a:gd name="T96" fmla="*/ 274 w 274"/>
                <a:gd name="T97" fmla="*/ 142 h 274"/>
                <a:gd name="T98" fmla="*/ 274 w 274"/>
                <a:gd name="T99" fmla="*/ 140 h 274"/>
                <a:gd name="T100" fmla="*/ 274 w 274"/>
                <a:gd name="T101" fmla="*/ 135 h 274"/>
                <a:gd name="T102" fmla="*/ 274 w 274"/>
                <a:gd name="T103" fmla="*/ 132 h 274"/>
                <a:gd name="T104" fmla="*/ 248 w 274"/>
                <a:gd name="T105" fmla="*/ 108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74" h="274">
                  <a:moveTo>
                    <a:pt x="248" y="108"/>
                  </a:moveTo>
                  <a:cubicBezTo>
                    <a:pt x="246" y="98"/>
                    <a:pt x="242" y="88"/>
                    <a:pt x="237" y="79"/>
                  </a:cubicBezTo>
                  <a:cubicBezTo>
                    <a:pt x="242" y="71"/>
                    <a:pt x="250" y="55"/>
                    <a:pt x="238" y="44"/>
                  </a:cubicBezTo>
                  <a:cubicBezTo>
                    <a:pt x="236" y="42"/>
                    <a:pt x="236" y="42"/>
                    <a:pt x="236" y="42"/>
                  </a:cubicBezTo>
                  <a:cubicBezTo>
                    <a:pt x="233" y="38"/>
                    <a:pt x="233" y="38"/>
                    <a:pt x="233" y="38"/>
                  </a:cubicBezTo>
                  <a:cubicBezTo>
                    <a:pt x="231" y="37"/>
                    <a:pt x="231" y="37"/>
                    <a:pt x="231" y="37"/>
                  </a:cubicBezTo>
                  <a:cubicBezTo>
                    <a:pt x="219" y="25"/>
                    <a:pt x="204" y="33"/>
                    <a:pt x="196" y="38"/>
                  </a:cubicBezTo>
                  <a:cubicBezTo>
                    <a:pt x="187" y="33"/>
                    <a:pt x="177" y="29"/>
                    <a:pt x="167" y="26"/>
                  </a:cubicBezTo>
                  <a:cubicBezTo>
                    <a:pt x="165" y="16"/>
                    <a:pt x="159" y="0"/>
                    <a:pt x="143" y="0"/>
                  </a:cubicBezTo>
                  <a:cubicBezTo>
                    <a:pt x="140" y="0"/>
                    <a:pt x="140" y="0"/>
                    <a:pt x="140" y="0"/>
                  </a:cubicBezTo>
                  <a:cubicBezTo>
                    <a:pt x="135" y="0"/>
                    <a:pt x="135" y="0"/>
                    <a:pt x="135" y="0"/>
                  </a:cubicBezTo>
                  <a:cubicBezTo>
                    <a:pt x="133" y="0"/>
                    <a:pt x="133" y="0"/>
                    <a:pt x="133" y="0"/>
                  </a:cubicBezTo>
                  <a:cubicBezTo>
                    <a:pt x="116" y="0"/>
                    <a:pt x="111" y="16"/>
                    <a:pt x="109" y="25"/>
                  </a:cubicBezTo>
                  <a:cubicBezTo>
                    <a:pt x="98" y="28"/>
                    <a:pt x="89" y="32"/>
                    <a:pt x="80" y="37"/>
                  </a:cubicBezTo>
                  <a:cubicBezTo>
                    <a:pt x="72" y="32"/>
                    <a:pt x="56" y="24"/>
                    <a:pt x="44" y="36"/>
                  </a:cubicBezTo>
                  <a:cubicBezTo>
                    <a:pt x="42" y="38"/>
                    <a:pt x="42" y="38"/>
                    <a:pt x="42" y="38"/>
                  </a:cubicBezTo>
                  <a:cubicBezTo>
                    <a:pt x="39" y="41"/>
                    <a:pt x="39" y="41"/>
                    <a:pt x="39" y="41"/>
                  </a:cubicBezTo>
                  <a:cubicBezTo>
                    <a:pt x="37" y="43"/>
                    <a:pt x="37" y="43"/>
                    <a:pt x="37" y="43"/>
                  </a:cubicBezTo>
                  <a:cubicBezTo>
                    <a:pt x="25" y="54"/>
                    <a:pt x="33" y="70"/>
                    <a:pt x="38" y="78"/>
                  </a:cubicBezTo>
                  <a:cubicBezTo>
                    <a:pt x="33" y="87"/>
                    <a:pt x="29" y="97"/>
                    <a:pt x="26" y="107"/>
                  </a:cubicBezTo>
                  <a:cubicBezTo>
                    <a:pt x="17" y="109"/>
                    <a:pt x="0" y="115"/>
                    <a:pt x="0" y="131"/>
                  </a:cubicBezTo>
                  <a:cubicBezTo>
                    <a:pt x="0" y="134"/>
                    <a:pt x="0" y="134"/>
                    <a:pt x="0" y="134"/>
                  </a:cubicBezTo>
                  <a:cubicBezTo>
                    <a:pt x="0" y="139"/>
                    <a:pt x="0" y="139"/>
                    <a:pt x="0" y="139"/>
                  </a:cubicBezTo>
                  <a:cubicBezTo>
                    <a:pt x="0" y="141"/>
                    <a:pt x="0" y="141"/>
                    <a:pt x="0" y="141"/>
                  </a:cubicBezTo>
                  <a:cubicBezTo>
                    <a:pt x="0" y="142"/>
                    <a:pt x="0" y="143"/>
                    <a:pt x="0" y="143"/>
                  </a:cubicBezTo>
                  <a:cubicBezTo>
                    <a:pt x="3" y="145"/>
                    <a:pt x="6" y="146"/>
                    <a:pt x="9" y="148"/>
                  </a:cubicBezTo>
                  <a:cubicBezTo>
                    <a:pt x="18" y="143"/>
                    <a:pt x="30" y="138"/>
                    <a:pt x="44" y="138"/>
                  </a:cubicBezTo>
                  <a:cubicBezTo>
                    <a:pt x="47" y="138"/>
                    <a:pt x="50" y="138"/>
                    <a:pt x="54" y="139"/>
                  </a:cubicBezTo>
                  <a:cubicBezTo>
                    <a:pt x="54" y="138"/>
                    <a:pt x="54" y="137"/>
                    <a:pt x="54" y="137"/>
                  </a:cubicBezTo>
                  <a:cubicBezTo>
                    <a:pt x="54" y="91"/>
                    <a:pt x="91" y="53"/>
                    <a:pt x="137" y="53"/>
                  </a:cubicBezTo>
                  <a:cubicBezTo>
                    <a:pt x="183" y="53"/>
                    <a:pt x="221" y="91"/>
                    <a:pt x="221" y="137"/>
                  </a:cubicBezTo>
                  <a:cubicBezTo>
                    <a:pt x="221" y="183"/>
                    <a:pt x="183" y="220"/>
                    <a:pt x="137" y="220"/>
                  </a:cubicBezTo>
                  <a:cubicBezTo>
                    <a:pt x="124" y="220"/>
                    <a:pt x="111" y="217"/>
                    <a:pt x="100" y="211"/>
                  </a:cubicBezTo>
                  <a:cubicBezTo>
                    <a:pt x="97" y="219"/>
                    <a:pt x="94" y="226"/>
                    <a:pt x="91" y="231"/>
                  </a:cubicBezTo>
                  <a:cubicBezTo>
                    <a:pt x="93" y="236"/>
                    <a:pt x="96" y="240"/>
                    <a:pt x="98" y="245"/>
                  </a:cubicBezTo>
                  <a:cubicBezTo>
                    <a:pt x="101" y="246"/>
                    <a:pt x="104" y="247"/>
                    <a:pt x="107" y="248"/>
                  </a:cubicBezTo>
                  <a:cubicBezTo>
                    <a:pt x="109" y="257"/>
                    <a:pt x="115" y="274"/>
                    <a:pt x="131" y="274"/>
                  </a:cubicBezTo>
                  <a:cubicBezTo>
                    <a:pt x="134" y="274"/>
                    <a:pt x="134" y="274"/>
                    <a:pt x="134" y="274"/>
                  </a:cubicBezTo>
                  <a:cubicBezTo>
                    <a:pt x="139" y="274"/>
                    <a:pt x="139" y="274"/>
                    <a:pt x="139" y="274"/>
                  </a:cubicBezTo>
                  <a:cubicBezTo>
                    <a:pt x="142" y="274"/>
                    <a:pt x="142" y="274"/>
                    <a:pt x="142" y="274"/>
                  </a:cubicBezTo>
                  <a:cubicBezTo>
                    <a:pt x="158" y="274"/>
                    <a:pt x="164" y="258"/>
                    <a:pt x="166" y="248"/>
                  </a:cubicBezTo>
                  <a:cubicBezTo>
                    <a:pt x="176" y="246"/>
                    <a:pt x="186" y="242"/>
                    <a:pt x="195" y="236"/>
                  </a:cubicBezTo>
                  <a:cubicBezTo>
                    <a:pt x="203" y="242"/>
                    <a:pt x="219" y="250"/>
                    <a:pt x="230" y="238"/>
                  </a:cubicBezTo>
                  <a:cubicBezTo>
                    <a:pt x="232" y="236"/>
                    <a:pt x="232" y="236"/>
                    <a:pt x="232" y="236"/>
                  </a:cubicBezTo>
                  <a:cubicBezTo>
                    <a:pt x="236" y="233"/>
                    <a:pt x="236" y="233"/>
                    <a:pt x="236" y="233"/>
                  </a:cubicBezTo>
                  <a:cubicBezTo>
                    <a:pt x="237" y="231"/>
                    <a:pt x="237" y="231"/>
                    <a:pt x="237" y="231"/>
                  </a:cubicBezTo>
                  <a:cubicBezTo>
                    <a:pt x="249" y="219"/>
                    <a:pt x="241" y="203"/>
                    <a:pt x="236" y="195"/>
                  </a:cubicBezTo>
                  <a:cubicBezTo>
                    <a:pt x="241" y="186"/>
                    <a:pt x="245" y="177"/>
                    <a:pt x="248" y="167"/>
                  </a:cubicBezTo>
                  <a:cubicBezTo>
                    <a:pt x="258" y="165"/>
                    <a:pt x="274" y="159"/>
                    <a:pt x="274" y="142"/>
                  </a:cubicBezTo>
                  <a:cubicBezTo>
                    <a:pt x="274" y="140"/>
                    <a:pt x="274" y="140"/>
                    <a:pt x="274" y="140"/>
                  </a:cubicBezTo>
                  <a:cubicBezTo>
                    <a:pt x="274" y="135"/>
                    <a:pt x="274" y="135"/>
                    <a:pt x="274" y="135"/>
                  </a:cubicBezTo>
                  <a:cubicBezTo>
                    <a:pt x="274" y="132"/>
                    <a:pt x="274" y="132"/>
                    <a:pt x="274" y="132"/>
                  </a:cubicBezTo>
                  <a:cubicBezTo>
                    <a:pt x="274" y="116"/>
                    <a:pt x="258" y="110"/>
                    <a:pt x="248" y="1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5" name="Freeform 39"/>
            <p:cNvSpPr>
              <a:spLocks/>
            </p:cNvSpPr>
            <p:nvPr/>
          </p:nvSpPr>
          <p:spPr bwMode="auto">
            <a:xfrm>
              <a:off x="1516063" y="2987675"/>
              <a:ext cx="455613" cy="457200"/>
            </a:xfrm>
            <a:custGeom>
              <a:avLst/>
              <a:gdLst>
                <a:gd name="T0" fmla="*/ 156 w 156"/>
                <a:gd name="T1" fmla="*/ 78 h 156"/>
                <a:gd name="T2" fmla="*/ 78 w 156"/>
                <a:gd name="T3" fmla="*/ 0 h 156"/>
                <a:gd name="T4" fmla="*/ 0 w 156"/>
                <a:gd name="T5" fmla="*/ 78 h 156"/>
                <a:gd name="T6" fmla="*/ 0 w 156"/>
                <a:gd name="T7" fmla="*/ 81 h 156"/>
                <a:gd name="T8" fmla="*/ 8 w 156"/>
                <a:gd name="T9" fmla="*/ 85 h 156"/>
                <a:gd name="T10" fmla="*/ 7 w 156"/>
                <a:gd name="T11" fmla="*/ 78 h 156"/>
                <a:gd name="T12" fmla="*/ 78 w 156"/>
                <a:gd name="T13" fmla="*/ 7 h 156"/>
                <a:gd name="T14" fmla="*/ 149 w 156"/>
                <a:gd name="T15" fmla="*/ 78 h 156"/>
                <a:gd name="T16" fmla="*/ 78 w 156"/>
                <a:gd name="T17" fmla="*/ 148 h 156"/>
                <a:gd name="T18" fmla="*/ 43 w 156"/>
                <a:gd name="T19" fmla="*/ 139 h 156"/>
                <a:gd name="T20" fmla="*/ 42 w 156"/>
                <a:gd name="T21" fmla="*/ 147 h 156"/>
                <a:gd name="T22" fmla="*/ 78 w 156"/>
                <a:gd name="T23" fmla="*/ 156 h 156"/>
                <a:gd name="T24" fmla="*/ 156 w 156"/>
                <a:gd name="T25" fmla="*/ 78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6" h="156">
                  <a:moveTo>
                    <a:pt x="156" y="78"/>
                  </a:moveTo>
                  <a:cubicBezTo>
                    <a:pt x="156" y="35"/>
                    <a:pt x="121" y="0"/>
                    <a:pt x="78" y="0"/>
                  </a:cubicBezTo>
                  <a:cubicBezTo>
                    <a:pt x="35" y="0"/>
                    <a:pt x="0" y="35"/>
                    <a:pt x="0" y="78"/>
                  </a:cubicBezTo>
                  <a:cubicBezTo>
                    <a:pt x="0" y="79"/>
                    <a:pt x="0" y="80"/>
                    <a:pt x="0" y="81"/>
                  </a:cubicBezTo>
                  <a:cubicBezTo>
                    <a:pt x="3" y="82"/>
                    <a:pt x="5" y="83"/>
                    <a:pt x="8" y="85"/>
                  </a:cubicBezTo>
                  <a:cubicBezTo>
                    <a:pt x="8" y="82"/>
                    <a:pt x="7" y="80"/>
                    <a:pt x="7" y="78"/>
                  </a:cubicBezTo>
                  <a:cubicBezTo>
                    <a:pt x="8" y="39"/>
                    <a:pt x="39" y="7"/>
                    <a:pt x="78" y="7"/>
                  </a:cubicBezTo>
                  <a:cubicBezTo>
                    <a:pt x="117" y="7"/>
                    <a:pt x="149" y="39"/>
                    <a:pt x="149" y="78"/>
                  </a:cubicBezTo>
                  <a:cubicBezTo>
                    <a:pt x="149" y="117"/>
                    <a:pt x="117" y="148"/>
                    <a:pt x="78" y="148"/>
                  </a:cubicBezTo>
                  <a:cubicBezTo>
                    <a:pt x="65" y="148"/>
                    <a:pt x="53" y="145"/>
                    <a:pt x="43" y="139"/>
                  </a:cubicBezTo>
                  <a:cubicBezTo>
                    <a:pt x="43" y="142"/>
                    <a:pt x="42" y="144"/>
                    <a:pt x="42" y="147"/>
                  </a:cubicBezTo>
                  <a:cubicBezTo>
                    <a:pt x="53" y="153"/>
                    <a:pt x="65" y="156"/>
                    <a:pt x="78" y="156"/>
                  </a:cubicBezTo>
                  <a:cubicBezTo>
                    <a:pt x="121" y="156"/>
                    <a:pt x="156" y="121"/>
                    <a:pt x="156"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pic>
          <p:nvPicPr>
            <p:cNvPr id="576" name="Picture 40"/>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27038" y="3779838"/>
              <a:ext cx="34925" cy="254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577" name="Picture 41"/>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41326" y="3754438"/>
              <a:ext cx="26988" cy="34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grpSp>
      <p:grpSp>
        <p:nvGrpSpPr>
          <p:cNvPr id="578" name="组合 577"/>
          <p:cNvGrpSpPr/>
          <p:nvPr/>
        </p:nvGrpSpPr>
        <p:grpSpPr>
          <a:xfrm>
            <a:off x="9253541" y="1548340"/>
            <a:ext cx="345649" cy="371729"/>
            <a:chOff x="3000376" y="2824163"/>
            <a:chExt cx="1493837" cy="1606550"/>
          </a:xfrm>
          <a:solidFill>
            <a:srgbClr val="707E84"/>
          </a:solidFill>
        </p:grpSpPr>
        <p:sp>
          <p:nvSpPr>
            <p:cNvPr id="579" name="Freeform 42"/>
            <p:cNvSpPr>
              <a:spLocks noEditPoints="1"/>
            </p:cNvSpPr>
            <p:nvPr/>
          </p:nvSpPr>
          <p:spPr bwMode="auto">
            <a:xfrm>
              <a:off x="3860801" y="3917950"/>
              <a:ext cx="511175" cy="512763"/>
            </a:xfrm>
            <a:custGeom>
              <a:avLst/>
              <a:gdLst>
                <a:gd name="T0" fmla="*/ 88 w 175"/>
                <a:gd name="T1" fmla="*/ 0 h 175"/>
                <a:gd name="T2" fmla="*/ 0 w 175"/>
                <a:gd name="T3" fmla="*/ 88 h 175"/>
                <a:gd name="T4" fmla="*/ 88 w 175"/>
                <a:gd name="T5" fmla="*/ 175 h 175"/>
                <a:gd name="T6" fmla="*/ 175 w 175"/>
                <a:gd name="T7" fmla="*/ 88 h 175"/>
                <a:gd name="T8" fmla="*/ 88 w 175"/>
                <a:gd name="T9" fmla="*/ 0 h 175"/>
                <a:gd name="T10" fmla="*/ 59 w 175"/>
                <a:gd name="T11" fmla="*/ 149 h 175"/>
                <a:gd name="T12" fmla="*/ 42 w 175"/>
                <a:gd name="T13" fmla="*/ 132 h 175"/>
                <a:gd name="T14" fmla="*/ 59 w 175"/>
                <a:gd name="T15" fmla="*/ 115 h 175"/>
                <a:gd name="T16" fmla="*/ 76 w 175"/>
                <a:gd name="T17" fmla="*/ 132 h 175"/>
                <a:gd name="T18" fmla="*/ 59 w 175"/>
                <a:gd name="T19" fmla="*/ 149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5" h="175">
                  <a:moveTo>
                    <a:pt x="88" y="0"/>
                  </a:moveTo>
                  <a:cubicBezTo>
                    <a:pt x="39" y="0"/>
                    <a:pt x="0" y="39"/>
                    <a:pt x="0" y="88"/>
                  </a:cubicBezTo>
                  <a:cubicBezTo>
                    <a:pt x="0" y="136"/>
                    <a:pt x="39" y="175"/>
                    <a:pt x="88" y="175"/>
                  </a:cubicBezTo>
                  <a:cubicBezTo>
                    <a:pt x="136" y="175"/>
                    <a:pt x="175" y="136"/>
                    <a:pt x="175" y="88"/>
                  </a:cubicBezTo>
                  <a:cubicBezTo>
                    <a:pt x="175" y="39"/>
                    <a:pt x="136" y="0"/>
                    <a:pt x="88" y="0"/>
                  </a:cubicBezTo>
                  <a:close/>
                  <a:moveTo>
                    <a:pt x="59" y="149"/>
                  </a:moveTo>
                  <a:cubicBezTo>
                    <a:pt x="50" y="149"/>
                    <a:pt x="42" y="141"/>
                    <a:pt x="42" y="132"/>
                  </a:cubicBezTo>
                  <a:cubicBezTo>
                    <a:pt x="42" y="123"/>
                    <a:pt x="50" y="115"/>
                    <a:pt x="59" y="115"/>
                  </a:cubicBezTo>
                  <a:cubicBezTo>
                    <a:pt x="69" y="115"/>
                    <a:pt x="76" y="123"/>
                    <a:pt x="76" y="132"/>
                  </a:cubicBezTo>
                  <a:cubicBezTo>
                    <a:pt x="76" y="141"/>
                    <a:pt x="69" y="149"/>
                    <a:pt x="59" y="1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0" name="Freeform 43"/>
            <p:cNvSpPr>
              <a:spLocks noEditPoints="1"/>
            </p:cNvSpPr>
            <p:nvPr/>
          </p:nvSpPr>
          <p:spPr bwMode="auto">
            <a:xfrm>
              <a:off x="3000376" y="2824163"/>
              <a:ext cx="1117600" cy="1606550"/>
            </a:xfrm>
            <a:custGeom>
              <a:avLst/>
              <a:gdLst>
                <a:gd name="T0" fmla="*/ 334 w 382"/>
                <a:gd name="T1" fmla="*/ 232 h 549"/>
                <a:gd name="T2" fmla="*/ 334 w 382"/>
                <a:gd name="T3" fmla="*/ 143 h 549"/>
                <a:gd name="T4" fmla="*/ 191 w 382"/>
                <a:gd name="T5" fmla="*/ 0 h 549"/>
                <a:gd name="T6" fmla="*/ 48 w 382"/>
                <a:gd name="T7" fmla="*/ 143 h 549"/>
                <a:gd name="T8" fmla="*/ 48 w 382"/>
                <a:gd name="T9" fmla="*/ 232 h 549"/>
                <a:gd name="T10" fmla="*/ 0 w 382"/>
                <a:gd name="T11" fmla="*/ 358 h 549"/>
                <a:gd name="T12" fmla="*/ 191 w 382"/>
                <a:gd name="T13" fmla="*/ 549 h 549"/>
                <a:gd name="T14" fmla="*/ 302 w 382"/>
                <a:gd name="T15" fmla="*/ 514 h 549"/>
                <a:gd name="T16" fmla="*/ 286 w 382"/>
                <a:gd name="T17" fmla="*/ 462 h 549"/>
                <a:gd name="T18" fmla="*/ 381 w 382"/>
                <a:gd name="T19" fmla="*/ 366 h 549"/>
                <a:gd name="T20" fmla="*/ 382 w 382"/>
                <a:gd name="T21" fmla="*/ 358 h 549"/>
                <a:gd name="T22" fmla="*/ 334 w 382"/>
                <a:gd name="T23" fmla="*/ 232 h 549"/>
                <a:gd name="T24" fmla="*/ 213 w 382"/>
                <a:gd name="T25" fmla="*/ 411 h 549"/>
                <a:gd name="T26" fmla="*/ 213 w 382"/>
                <a:gd name="T27" fmla="*/ 428 h 549"/>
                <a:gd name="T28" fmla="*/ 191 w 382"/>
                <a:gd name="T29" fmla="*/ 451 h 549"/>
                <a:gd name="T30" fmla="*/ 168 w 382"/>
                <a:gd name="T31" fmla="*/ 428 h 549"/>
                <a:gd name="T32" fmla="*/ 168 w 382"/>
                <a:gd name="T33" fmla="*/ 411 h 549"/>
                <a:gd name="T34" fmla="*/ 133 w 382"/>
                <a:gd name="T35" fmla="*/ 358 h 549"/>
                <a:gd name="T36" fmla="*/ 191 w 382"/>
                <a:gd name="T37" fmla="*/ 301 h 549"/>
                <a:gd name="T38" fmla="*/ 248 w 382"/>
                <a:gd name="T39" fmla="*/ 358 h 549"/>
                <a:gd name="T40" fmla="*/ 213 w 382"/>
                <a:gd name="T41" fmla="*/ 411 h 549"/>
                <a:gd name="T42" fmla="*/ 191 w 382"/>
                <a:gd name="T43" fmla="*/ 168 h 549"/>
                <a:gd name="T44" fmla="*/ 90 w 382"/>
                <a:gd name="T45" fmla="*/ 196 h 549"/>
                <a:gd name="T46" fmla="*/ 90 w 382"/>
                <a:gd name="T47" fmla="*/ 143 h 549"/>
                <a:gd name="T48" fmla="*/ 191 w 382"/>
                <a:gd name="T49" fmla="*/ 43 h 549"/>
                <a:gd name="T50" fmla="*/ 291 w 382"/>
                <a:gd name="T51" fmla="*/ 143 h 549"/>
                <a:gd name="T52" fmla="*/ 291 w 382"/>
                <a:gd name="T53" fmla="*/ 196 h 549"/>
                <a:gd name="T54" fmla="*/ 191 w 382"/>
                <a:gd name="T55" fmla="*/ 168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82" h="549">
                  <a:moveTo>
                    <a:pt x="334" y="232"/>
                  </a:moveTo>
                  <a:cubicBezTo>
                    <a:pt x="334" y="143"/>
                    <a:pt x="334" y="143"/>
                    <a:pt x="334" y="143"/>
                  </a:cubicBezTo>
                  <a:cubicBezTo>
                    <a:pt x="334" y="64"/>
                    <a:pt x="270" y="0"/>
                    <a:pt x="191" y="0"/>
                  </a:cubicBezTo>
                  <a:cubicBezTo>
                    <a:pt x="112" y="0"/>
                    <a:pt x="48" y="64"/>
                    <a:pt x="48" y="143"/>
                  </a:cubicBezTo>
                  <a:cubicBezTo>
                    <a:pt x="48" y="232"/>
                    <a:pt x="48" y="232"/>
                    <a:pt x="48" y="232"/>
                  </a:cubicBezTo>
                  <a:cubicBezTo>
                    <a:pt x="18" y="266"/>
                    <a:pt x="0" y="310"/>
                    <a:pt x="0" y="358"/>
                  </a:cubicBezTo>
                  <a:cubicBezTo>
                    <a:pt x="0" y="464"/>
                    <a:pt x="85" y="549"/>
                    <a:pt x="191" y="549"/>
                  </a:cubicBezTo>
                  <a:cubicBezTo>
                    <a:pt x="232" y="549"/>
                    <a:pt x="270" y="536"/>
                    <a:pt x="302" y="514"/>
                  </a:cubicBezTo>
                  <a:cubicBezTo>
                    <a:pt x="292" y="499"/>
                    <a:pt x="286" y="481"/>
                    <a:pt x="286" y="462"/>
                  </a:cubicBezTo>
                  <a:cubicBezTo>
                    <a:pt x="286" y="409"/>
                    <a:pt x="329" y="366"/>
                    <a:pt x="381" y="366"/>
                  </a:cubicBezTo>
                  <a:cubicBezTo>
                    <a:pt x="381" y="364"/>
                    <a:pt x="382" y="361"/>
                    <a:pt x="382" y="358"/>
                  </a:cubicBezTo>
                  <a:cubicBezTo>
                    <a:pt x="382" y="310"/>
                    <a:pt x="363" y="266"/>
                    <a:pt x="334" y="232"/>
                  </a:cubicBezTo>
                  <a:close/>
                  <a:moveTo>
                    <a:pt x="213" y="411"/>
                  </a:moveTo>
                  <a:cubicBezTo>
                    <a:pt x="213" y="428"/>
                    <a:pt x="213" y="428"/>
                    <a:pt x="213" y="428"/>
                  </a:cubicBezTo>
                  <a:cubicBezTo>
                    <a:pt x="213" y="441"/>
                    <a:pt x="203" y="451"/>
                    <a:pt x="191" y="451"/>
                  </a:cubicBezTo>
                  <a:cubicBezTo>
                    <a:pt x="178" y="451"/>
                    <a:pt x="168" y="441"/>
                    <a:pt x="168" y="428"/>
                  </a:cubicBezTo>
                  <a:cubicBezTo>
                    <a:pt x="168" y="411"/>
                    <a:pt x="168" y="411"/>
                    <a:pt x="168" y="411"/>
                  </a:cubicBezTo>
                  <a:cubicBezTo>
                    <a:pt x="148" y="402"/>
                    <a:pt x="133" y="382"/>
                    <a:pt x="133" y="358"/>
                  </a:cubicBezTo>
                  <a:cubicBezTo>
                    <a:pt x="133" y="327"/>
                    <a:pt x="159" y="301"/>
                    <a:pt x="191" y="301"/>
                  </a:cubicBezTo>
                  <a:cubicBezTo>
                    <a:pt x="222" y="301"/>
                    <a:pt x="248" y="327"/>
                    <a:pt x="248" y="358"/>
                  </a:cubicBezTo>
                  <a:cubicBezTo>
                    <a:pt x="248" y="382"/>
                    <a:pt x="234" y="402"/>
                    <a:pt x="213" y="411"/>
                  </a:cubicBezTo>
                  <a:close/>
                  <a:moveTo>
                    <a:pt x="191" y="168"/>
                  </a:moveTo>
                  <a:cubicBezTo>
                    <a:pt x="154" y="168"/>
                    <a:pt x="119" y="178"/>
                    <a:pt x="90" y="196"/>
                  </a:cubicBezTo>
                  <a:cubicBezTo>
                    <a:pt x="90" y="143"/>
                    <a:pt x="90" y="143"/>
                    <a:pt x="90" y="143"/>
                  </a:cubicBezTo>
                  <a:cubicBezTo>
                    <a:pt x="90" y="88"/>
                    <a:pt x="135" y="43"/>
                    <a:pt x="191" y="43"/>
                  </a:cubicBezTo>
                  <a:cubicBezTo>
                    <a:pt x="246" y="43"/>
                    <a:pt x="291" y="88"/>
                    <a:pt x="291" y="143"/>
                  </a:cubicBezTo>
                  <a:cubicBezTo>
                    <a:pt x="291" y="196"/>
                    <a:pt x="291" y="196"/>
                    <a:pt x="291" y="196"/>
                  </a:cubicBezTo>
                  <a:cubicBezTo>
                    <a:pt x="262" y="178"/>
                    <a:pt x="228" y="168"/>
                    <a:pt x="191" y="1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1" name="Freeform 44"/>
            <p:cNvSpPr>
              <a:spLocks/>
            </p:cNvSpPr>
            <p:nvPr/>
          </p:nvSpPr>
          <p:spPr bwMode="auto">
            <a:xfrm>
              <a:off x="4122738" y="3649663"/>
              <a:ext cx="333375" cy="485775"/>
            </a:xfrm>
            <a:custGeom>
              <a:avLst/>
              <a:gdLst>
                <a:gd name="T0" fmla="*/ 42 w 114"/>
                <a:gd name="T1" fmla="*/ 152 h 166"/>
                <a:gd name="T2" fmla="*/ 14 w 114"/>
                <a:gd name="T3" fmla="*/ 160 h 166"/>
                <a:gd name="T4" fmla="*/ 14 w 114"/>
                <a:gd name="T5" fmla="*/ 160 h 166"/>
                <a:gd name="T6" fmla="*/ 6 w 114"/>
                <a:gd name="T7" fmla="*/ 131 h 166"/>
                <a:gd name="T8" fmla="*/ 72 w 114"/>
                <a:gd name="T9" fmla="*/ 14 h 166"/>
                <a:gd name="T10" fmla="*/ 101 w 114"/>
                <a:gd name="T11" fmla="*/ 6 h 166"/>
                <a:gd name="T12" fmla="*/ 101 w 114"/>
                <a:gd name="T13" fmla="*/ 6 h 166"/>
                <a:gd name="T14" fmla="*/ 109 w 114"/>
                <a:gd name="T15" fmla="*/ 34 h 166"/>
                <a:gd name="T16" fmla="*/ 42 w 114"/>
                <a:gd name="T17" fmla="*/ 152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4" h="166">
                  <a:moveTo>
                    <a:pt x="42" y="152"/>
                  </a:moveTo>
                  <a:cubicBezTo>
                    <a:pt x="37" y="162"/>
                    <a:pt x="24" y="166"/>
                    <a:pt x="14" y="160"/>
                  </a:cubicBezTo>
                  <a:cubicBezTo>
                    <a:pt x="14" y="160"/>
                    <a:pt x="14" y="160"/>
                    <a:pt x="14" y="160"/>
                  </a:cubicBezTo>
                  <a:cubicBezTo>
                    <a:pt x="3" y="155"/>
                    <a:pt x="0" y="142"/>
                    <a:pt x="6" y="131"/>
                  </a:cubicBezTo>
                  <a:cubicBezTo>
                    <a:pt x="72" y="14"/>
                    <a:pt x="72" y="14"/>
                    <a:pt x="72" y="14"/>
                  </a:cubicBezTo>
                  <a:cubicBezTo>
                    <a:pt x="78" y="3"/>
                    <a:pt x="90" y="0"/>
                    <a:pt x="101" y="6"/>
                  </a:cubicBezTo>
                  <a:cubicBezTo>
                    <a:pt x="101" y="6"/>
                    <a:pt x="101" y="6"/>
                    <a:pt x="101" y="6"/>
                  </a:cubicBezTo>
                  <a:cubicBezTo>
                    <a:pt x="111" y="11"/>
                    <a:pt x="114" y="24"/>
                    <a:pt x="109" y="34"/>
                  </a:cubicBezTo>
                  <a:lnTo>
                    <a:pt x="42"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2" name="Freeform 45"/>
            <p:cNvSpPr>
              <a:spLocks/>
            </p:cNvSpPr>
            <p:nvPr/>
          </p:nvSpPr>
          <p:spPr bwMode="auto">
            <a:xfrm>
              <a:off x="4348163" y="3754438"/>
              <a:ext cx="146050" cy="122238"/>
            </a:xfrm>
            <a:custGeom>
              <a:avLst/>
              <a:gdLst>
                <a:gd name="T0" fmla="*/ 46 w 50"/>
                <a:gd name="T1" fmla="*/ 34 h 42"/>
                <a:gd name="T2" fmla="*/ 28 w 50"/>
                <a:gd name="T3" fmla="*/ 38 h 42"/>
                <a:gd name="T4" fmla="*/ 9 w 50"/>
                <a:gd name="T5" fmla="*/ 26 h 42"/>
                <a:gd name="T6" fmla="*/ 4 w 50"/>
                <a:gd name="T7" fmla="*/ 8 h 42"/>
                <a:gd name="T8" fmla="*/ 4 w 50"/>
                <a:gd name="T9" fmla="*/ 8 h 42"/>
                <a:gd name="T10" fmla="*/ 22 w 50"/>
                <a:gd name="T11" fmla="*/ 4 h 42"/>
                <a:gd name="T12" fmla="*/ 42 w 50"/>
                <a:gd name="T13" fmla="*/ 16 h 42"/>
                <a:gd name="T14" fmla="*/ 46 w 50"/>
                <a:gd name="T15" fmla="*/ 34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42">
                  <a:moveTo>
                    <a:pt x="46" y="34"/>
                  </a:moveTo>
                  <a:cubicBezTo>
                    <a:pt x="43" y="40"/>
                    <a:pt x="35" y="42"/>
                    <a:pt x="28" y="38"/>
                  </a:cubicBezTo>
                  <a:cubicBezTo>
                    <a:pt x="9" y="26"/>
                    <a:pt x="9" y="26"/>
                    <a:pt x="9" y="26"/>
                  </a:cubicBezTo>
                  <a:cubicBezTo>
                    <a:pt x="2" y="22"/>
                    <a:pt x="0" y="14"/>
                    <a:pt x="4" y="8"/>
                  </a:cubicBezTo>
                  <a:cubicBezTo>
                    <a:pt x="4" y="8"/>
                    <a:pt x="4" y="8"/>
                    <a:pt x="4" y="8"/>
                  </a:cubicBezTo>
                  <a:cubicBezTo>
                    <a:pt x="8" y="2"/>
                    <a:pt x="16" y="0"/>
                    <a:pt x="22" y="4"/>
                  </a:cubicBezTo>
                  <a:cubicBezTo>
                    <a:pt x="42" y="16"/>
                    <a:pt x="42" y="16"/>
                    <a:pt x="42" y="16"/>
                  </a:cubicBezTo>
                  <a:cubicBezTo>
                    <a:pt x="48" y="19"/>
                    <a:pt x="50" y="28"/>
                    <a:pt x="46"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3" name="Freeform 46"/>
            <p:cNvSpPr>
              <a:spLocks/>
            </p:cNvSpPr>
            <p:nvPr/>
          </p:nvSpPr>
          <p:spPr bwMode="auto">
            <a:xfrm>
              <a:off x="4284663" y="3841750"/>
              <a:ext cx="198438" cy="155575"/>
            </a:xfrm>
            <a:custGeom>
              <a:avLst/>
              <a:gdLst>
                <a:gd name="T0" fmla="*/ 64 w 68"/>
                <a:gd name="T1" fmla="*/ 45 h 53"/>
                <a:gd name="T2" fmla="*/ 46 w 68"/>
                <a:gd name="T3" fmla="*/ 49 h 53"/>
                <a:gd name="T4" fmla="*/ 9 w 68"/>
                <a:gd name="T5" fmla="*/ 26 h 53"/>
                <a:gd name="T6" fmla="*/ 4 w 68"/>
                <a:gd name="T7" fmla="*/ 8 h 53"/>
                <a:gd name="T8" fmla="*/ 4 w 68"/>
                <a:gd name="T9" fmla="*/ 8 h 53"/>
                <a:gd name="T10" fmla="*/ 22 w 68"/>
                <a:gd name="T11" fmla="*/ 4 h 53"/>
                <a:gd name="T12" fmla="*/ 60 w 68"/>
                <a:gd name="T13" fmla="*/ 27 h 53"/>
                <a:gd name="T14" fmla="*/ 64 w 68"/>
                <a:gd name="T15" fmla="*/ 45 h 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53">
                  <a:moveTo>
                    <a:pt x="64" y="45"/>
                  </a:moveTo>
                  <a:cubicBezTo>
                    <a:pt x="61" y="51"/>
                    <a:pt x="53" y="53"/>
                    <a:pt x="46" y="49"/>
                  </a:cubicBezTo>
                  <a:cubicBezTo>
                    <a:pt x="9" y="26"/>
                    <a:pt x="9" y="26"/>
                    <a:pt x="9" y="26"/>
                  </a:cubicBezTo>
                  <a:cubicBezTo>
                    <a:pt x="2" y="23"/>
                    <a:pt x="0" y="15"/>
                    <a:pt x="4" y="8"/>
                  </a:cubicBezTo>
                  <a:cubicBezTo>
                    <a:pt x="4" y="8"/>
                    <a:pt x="4" y="8"/>
                    <a:pt x="4" y="8"/>
                  </a:cubicBezTo>
                  <a:cubicBezTo>
                    <a:pt x="8" y="2"/>
                    <a:pt x="16" y="0"/>
                    <a:pt x="22" y="4"/>
                  </a:cubicBezTo>
                  <a:cubicBezTo>
                    <a:pt x="60" y="27"/>
                    <a:pt x="60" y="27"/>
                    <a:pt x="60" y="27"/>
                  </a:cubicBezTo>
                  <a:cubicBezTo>
                    <a:pt x="66" y="31"/>
                    <a:pt x="68" y="39"/>
                    <a:pt x="64"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4" name="Freeform 47"/>
            <p:cNvSpPr>
              <a:spLocks/>
            </p:cNvSpPr>
            <p:nvPr/>
          </p:nvSpPr>
          <p:spPr bwMode="auto">
            <a:xfrm>
              <a:off x="4079876" y="3344863"/>
              <a:ext cx="306388" cy="371475"/>
            </a:xfrm>
            <a:custGeom>
              <a:avLst/>
              <a:gdLst>
                <a:gd name="T0" fmla="*/ 105 w 105"/>
                <a:gd name="T1" fmla="*/ 58 h 127"/>
                <a:gd name="T2" fmla="*/ 1 w 105"/>
                <a:gd name="T3" fmla="*/ 58 h 127"/>
                <a:gd name="T4" fmla="*/ 76 w 105"/>
                <a:gd name="T5" fmla="*/ 56 h 127"/>
                <a:gd name="T6" fmla="*/ 0 w 105"/>
                <a:gd name="T7" fmla="*/ 61 h 127"/>
                <a:gd name="T8" fmla="*/ 105 w 105"/>
                <a:gd name="T9" fmla="*/ 58 h 127"/>
              </a:gdLst>
              <a:ahLst/>
              <a:cxnLst>
                <a:cxn ang="0">
                  <a:pos x="T0" y="T1"/>
                </a:cxn>
                <a:cxn ang="0">
                  <a:pos x="T2" y="T3"/>
                </a:cxn>
                <a:cxn ang="0">
                  <a:pos x="T4" y="T5"/>
                </a:cxn>
                <a:cxn ang="0">
                  <a:pos x="T6" y="T7"/>
                </a:cxn>
                <a:cxn ang="0">
                  <a:pos x="T8" y="T9"/>
                </a:cxn>
              </a:cxnLst>
              <a:rect l="0" t="0" r="r" b="b"/>
              <a:pathLst>
                <a:path w="105" h="127">
                  <a:moveTo>
                    <a:pt x="105" y="58"/>
                  </a:moveTo>
                  <a:cubicBezTo>
                    <a:pt x="55" y="0"/>
                    <a:pt x="10" y="46"/>
                    <a:pt x="1" y="58"/>
                  </a:cubicBezTo>
                  <a:cubicBezTo>
                    <a:pt x="18" y="57"/>
                    <a:pt x="46" y="52"/>
                    <a:pt x="76" y="56"/>
                  </a:cubicBezTo>
                  <a:cubicBezTo>
                    <a:pt x="76" y="56"/>
                    <a:pt x="40" y="65"/>
                    <a:pt x="0" y="61"/>
                  </a:cubicBezTo>
                  <a:cubicBezTo>
                    <a:pt x="57" y="127"/>
                    <a:pt x="105" y="58"/>
                    <a:pt x="105"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5" name="Freeform 48"/>
            <p:cNvSpPr>
              <a:spLocks/>
            </p:cNvSpPr>
            <p:nvPr/>
          </p:nvSpPr>
          <p:spPr bwMode="auto">
            <a:xfrm>
              <a:off x="3913188" y="3263900"/>
              <a:ext cx="300038" cy="236538"/>
            </a:xfrm>
            <a:custGeom>
              <a:avLst/>
              <a:gdLst>
                <a:gd name="T0" fmla="*/ 54 w 103"/>
                <a:gd name="T1" fmla="*/ 33 h 81"/>
                <a:gd name="T2" fmla="*/ 58 w 103"/>
                <a:gd name="T3" fmla="*/ 81 h 81"/>
                <a:gd name="T4" fmla="*/ 54 w 103"/>
                <a:gd name="T5" fmla="*/ 0 h 81"/>
                <a:gd name="T6" fmla="*/ 53 w 103"/>
                <a:gd name="T7" fmla="*/ 81 h 81"/>
                <a:gd name="T8" fmla="*/ 54 w 103"/>
                <a:gd name="T9" fmla="*/ 33 h 81"/>
              </a:gdLst>
              <a:ahLst/>
              <a:cxnLst>
                <a:cxn ang="0">
                  <a:pos x="T0" y="T1"/>
                </a:cxn>
                <a:cxn ang="0">
                  <a:pos x="T2" y="T3"/>
                </a:cxn>
                <a:cxn ang="0">
                  <a:pos x="T4" y="T5"/>
                </a:cxn>
                <a:cxn ang="0">
                  <a:pos x="T6" y="T7"/>
                </a:cxn>
                <a:cxn ang="0">
                  <a:pos x="T8" y="T9"/>
                </a:cxn>
              </a:cxnLst>
              <a:rect l="0" t="0" r="r" b="b"/>
              <a:pathLst>
                <a:path w="103" h="81">
                  <a:moveTo>
                    <a:pt x="54" y="33"/>
                  </a:moveTo>
                  <a:cubicBezTo>
                    <a:pt x="54" y="33"/>
                    <a:pt x="60" y="57"/>
                    <a:pt x="58" y="81"/>
                  </a:cubicBezTo>
                  <a:cubicBezTo>
                    <a:pt x="67" y="73"/>
                    <a:pt x="103" y="41"/>
                    <a:pt x="54" y="0"/>
                  </a:cubicBezTo>
                  <a:cubicBezTo>
                    <a:pt x="54" y="0"/>
                    <a:pt x="0" y="41"/>
                    <a:pt x="53" y="81"/>
                  </a:cubicBezTo>
                  <a:cubicBezTo>
                    <a:pt x="52" y="64"/>
                    <a:pt x="54" y="42"/>
                    <a:pt x="54"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86" name="组合 585"/>
          <p:cNvGrpSpPr/>
          <p:nvPr/>
        </p:nvGrpSpPr>
        <p:grpSpPr>
          <a:xfrm>
            <a:off x="9672728" y="1568910"/>
            <a:ext cx="409930" cy="326548"/>
            <a:chOff x="5327651" y="2913063"/>
            <a:chExt cx="1771650" cy="1411287"/>
          </a:xfrm>
          <a:solidFill>
            <a:srgbClr val="707E84"/>
          </a:solidFill>
        </p:grpSpPr>
        <p:sp>
          <p:nvSpPr>
            <p:cNvPr id="587" name="Freeform 49"/>
            <p:cNvSpPr>
              <a:spLocks/>
            </p:cNvSpPr>
            <p:nvPr/>
          </p:nvSpPr>
          <p:spPr bwMode="auto">
            <a:xfrm>
              <a:off x="6762751" y="2913063"/>
              <a:ext cx="336550" cy="407988"/>
            </a:xfrm>
            <a:custGeom>
              <a:avLst/>
              <a:gdLst>
                <a:gd name="T0" fmla="*/ 115 w 115"/>
                <a:gd name="T1" fmla="*/ 39 h 140"/>
                <a:gd name="T2" fmla="*/ 0 w 115"/>
                <a:gd name="T3" fmla="*/ 89 h 140"/>
                <a:gd name="T4" fmla="*/ 82 w 115"/>
                <a:gd name="T5" fmla="*/ 51 h 140"/>
                <a:gd name="T6" fmla="*/ 0 w 115"/>
                <a:gd name="T7" fmla="*/ 93 h 140"/>
                <a:gd name="T8" fmla="*/ 115 w 115"/>
                <a:gd name="T9" fmla="*/ 39 h 140"/>
              </a:gdLst>
              <a:ahLst/>
              <a:cxnLst>
                <a:cxn ang="0">
                  <a:pos x="T0" y="T1"/>
                </a:cxn>
                <a:cxn ang="0">
                  <a:pos x="T2" y="T3"/>
                </a:cxn>
                <a:cxn ang="0">
                  <a:pos x="T4" y="T5"/>
                </a:cxn>
                <a:cxn ang="0">
                  <a:pos x="T6" y="T7"/>
                </a:cxn>
                <a:cxn ang="0">
                  <a:pos x="T8" y="T9"/>
                </a:cxn>
              </a:cxnLst>
              <a:rect l="0" t="0" r="r" b="b"/>
              <a:pathLst>
                <a:path w="115" h="140">
                  <a:moveTo>
                    <a:pt x="115" y="39"/>
                  </a:moveTo>
                  <a:cubicBezTo>
                    <a:pt x="31" y="0"/>
                    <a:pt x="5" y="72"/>
                    <a:pt x="0" y="89"/>
                  </a:cubicBezTo>
                  <a:cubicBezTo>
                    <a:pt x="18" y="81"/>
                    <a:pt x="47" y="61"/>
                    <a:pt x="82" y="51"/>
                  </a:cubicBezTo>
                  <a:cubicBezTo>
                    <a:pt x="82" y="51"/>
                    <a:pt x="46" y="79"/>
                    <a:pt x="0" y="93"/>
                  </a:cubicBezTo>
                  <a:cubicBezTo>
                    <a:pt x="95" y="140"/>
                    <a:pt x="115" y="39"/>
                    <a:pt x="115"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8" name="Freeform 50"/>
            <p:cNvSpPr>
              <a:spLocks/>
            </p:cNvSpPr>
            <p:nvPr/>
          </p:nvSpPr>
          <p:spPr bwMode="auto">
            <a:xfrm>
              <a:off x="6511926" y="2930525"/>
              <a:ext cx="292100" cy="230188"/>
            </a:xfrm>
            <a:custGeom>
              <a:avLst/>
              <a:gdLst>
                <a:gd name="T0" fmla="*/ 49 w 100"/>
                <a:gd name="T1" fmla="*/ 32 h 79"/>
                <a:gd name="T2" fmla="*/ 73 w 100"/>
                <a:gd name="T3" fmla="*/ 77 h 79"/>
                <a:gd name="T4" fmla="*/ 34 w 100"/>
                <a:gd name="T5" fmla="*/ 0 h 79"/>
                <a:gd name="T6" fmla="*/ 69 w 100"/>
                <a:gd name="T7" fmla="*/ 79 h 79"/>
                <a:gd name="T8" fmla="*/ 49 w 100"/>
                <a:gd name="T9" fmla="*/ 32 h 79"/>
              </a:gdLst>
              <a:ahLst/>
              <a:cxnLst>
                <a:cxn ang="0">
                  <a:pos x="T0" y="T1"/>
                </a:cxn>
                <a:cxn ang="0">
                  <a:pos x="T2" y="T3"/>
                </a:cxn>
                <a:cxn ang="0">
                  <a:pos x="T4" y="T5"/>
                </a:cxn>
                <a:cxn ang="0">
                  <a:pos x="T6" y="T7"/>
                </a:cxn>
                <a:cxn ang="0">
                  <a:pos x="T8" y="T9"/>
                </a:cxn>
              </a:cxnLst>
              <a:rect l="0" t="0" r="r" b="b"/>
              <a:pathLst>
                <a:path w="100" h="79">
                  <a:moveTo>
                    <a:pt x="49" y="32"/>
                  </a:moveTo>
                  <a:cubicBezTo>
                    <a:pt x="49" y="32"/>
                    <a:pt x="65" y="53"/>
                    <a:pt x="73" y="77"/>
                  </a:cubicBezTo>
                  <a:cubicBezTo>
                    <a:pt x="79" y="66"/>
                    <a:pt x="100" y="19"/>
                    <a:pt x="34" y="0"/>
                  </a:cubicBezTo>
                  <a:cubicBezTo>
                    <a:pt x="34" y="0"/>
                    <a:pt x="0" y="64"/>
                    <a:pt x="69" y="79"/>
                  </a:cubicBezTo>
                  <a:cubicBezTo>
                    <a:pt x="60" y="64"/>
                    <a:pt x="53" y="41"/>
                    <a:pt x="49"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9" name="Freeform 51"/>
            <p:cNvSpPr>
              <a:spLocks/>
            </p:cNvSpPr>
            <p:nvPr/>
          </p:nvSpPr>
          <p:spPr bwMode="auto">
            <a:xfrm>
              <a:off x="6315076" y="3309938"/>
              <a:ext cx="582613" cy="906463"/>
            </a:xfrm>
            <a:custGeom>
              <a:avLst/>
              <a:gdLst>
                <a:gd name="T0" fmla="*/ 180 w 199"/>
                <a:gd name="T1" fmla="*/ 0 h 310"/>
                <a:gd name="T2" fmla="*/ 0 w 199"/>
                <a:gd name="T3" fmla="*/ 157 h 310"/>
                <a:gd name="T4" fmla="*/ 175 w 199"/>
                <a:gd name="T5" fmla="*/ 310 h 310"/>
                <a:gd name="T6" fmla="*/ 199 w 199"/>
                <a:gd name="T7" fmla="*/ 245 h 310"/>
                <a:gd name="T8" fmla="*/ 199 w 199"/>
                <a:gd name="T9" fmla="*/ 58 h 310"/>
                <a:gd name="T10" fmla="*/ 180 w 199"/>
                <a:gd name="T11" fmla="*/ 0 h 310"/>
              </a:gdLst>
              <a:ahLst/>
              <a:cxnLst>
                <a:cxn ang="0">
                  <a:pos x="T0" y="T1"/>
                </a:cxn>
                <a:cxn ang="0">
                  <a:pos x="T2" y="T3"/>
                </a:cxn>
                <a:cxn ang="0">
                  <a:pos x="T4" y="T5"/>
                </a:cxn>
                <a:cxn ang="0">
                  <a:pos x="T6" y="T7"/>
                </a:cxn>
                <a:cxn ang="0">
                  <a:pos x="T8" y="T9"/>
                </a:cxn>
                <a:cxn ang="0">
                  <a:pos x="T10" y="T11"/>
                </a:cxn>
              </a:cxnLst>
              <a:rect l="0" t="0" r="r" b="b"/>
              <a:pathLst>
                <a:path w="199" h="310">
                  <a:moveTo>
                    <a:pt x="180" y="0"/>
                  </a:moveTo>
                  <a:cubicBezTo>
                    <a:pt x="0" y="157"/>
                    <a:pt x="0" y="157"/>
                    <a:pt x="0" y="157"/>
                  </a:cubicBezTo>
                  <a:cubicBezTo>
                    <a:pt x="175" y="310"/>
                    <a:pt x="175" y="310"/>
                    <a:pt x="175" y="310"/>
                  </a:cubicBezTo>
                  <a:cubicBezTo>
                    <a:pt x="190" y="292"/>
                    <a:pt x="199" y="269"/>
                    <a:pt x="199" y="245"/>
                  </a:cubicBezTo>
                  <a:cubicBezTo>
                    <a:pt x="199" y="58"/>
                    <a:pt x="199" y="58"/>
                    <a:pt x="199" y="58"/>
                  </a:cubicBezTo>
                  <a:cubicBezTo>
                    <a:pt x="199" y="37"/>
                    <a:pt x="192" y="17"/>
                    <a:pt x="18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0" name="Freeform 52"/>
            <p:cNvSpPr>
              <a:spLocks/>
            </p:cNvSpPr>
            <p:nvPr/>
          </p:nvSpPr>
          <p:spPr bwMode="auto">
            <a:xfrm>
              <a:off x="5424488" y="3181350"/>
              <a:ext cx="1373188" cy="631825"/>
            </a:xfrm>
            <a:custGeom>
              <a:avLst/>
              <a:gdLst>
                <a:gd name="T0" fmla="*/ 235 w 470"/>
                <a:gd name="T1" fmla="*/ 216 h 216"/>
                <a:gd name="T2" fmla="*/ 265 w 470"/>
                <a:gd name="T3" fmla="*/ 206 h 216"/>
                <a:gd name="T4" fmla="*/ 470 w 470"/>
                <a:gd name="T5" fmla="*/ 27 h 216"/>
                <a:gd name="T6" fmla="*/ 401 w 470"/>
                <a:gd name="T7" fmla="*/ 0 h 216"/>
                <a:gd name="T8" fmla="*/ 69 w 470"/>
                <a:gd name="T9" fmla="*/ 0 h 216"/>
                <a:gd name="T10" fmla="*/ 0 w 470"/>
                <a:gd name="T11" fmla="*/ 27 h 216"/>
                <a:gd name="T12" fmla="*/ 206 w 470"/>
                <a:gd name="T13" fmla="*/ 206 h 216"/>
                <a:gd name="T14" fmla="*/ 235 w 470"/>
                <a:gd name="T15" fmla="*/ 216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0" h="216">
                  <a:moveTo>
                    <a:pt x="235" y="216"/>
                  </a:moveTo>
                  <a:cubicBezTo>
                    <a:pt x="246" y="216"/>
                    <a:pt x="257" y="212"/>
                    <a:pt x="265" y="206"/>
                  </a:cubicBezTo>
                  <a:cubicBezTo>
                    <a:pt x="470" y="27"/>
                    <a:pt x="470" y="27"/>
                    <a:pt x="470" y="27"/>
                  </a:cubicBezTo>
                  <a:cubicBezTo>
                    <a:pt x="452" y="10"/>
                    <a:pt x="428" y="0"/>
                    <a:pt x="401" y="0"/>
                  </a:cubicBezTo>
                  <a:cubicBezTo>
                    <a:pt x="69" y="0"/>
                    <a:pt x="69" y="0"/>
                    <a:pt x="69" y="0"/>
                  </a:cubicBezTo>
                  <a:cubicBezTo>
                    <a:pt x="43" y="0"/>
                    <a:pt x="19" y="10"/>
                    <a:pt x="0" y="27"/>
                  </a:cubicBezTo>
                  <a:cubicBezTo>
                    <a:pt x="206" y="206"/>
                    <a:pt x="206" y="206"/>
                    <a:pt x="206" y="206"/>
                  </a:cubicBezTo>
                  <a:cubicBezTo>
                    <a:pt x="213" y="212"/>
                    <a:pt x="224" y="216"/>
                    <a:pt x="235" y="2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1" name="Freeform 53"/>
            <p:cNvSpPr>
              <a:spLocks/>
            </p:cNvSpPr>
            <p:nvPr/>
          </p:nvSpPr>
          <p:spPr bwMode="auto">
            <a:xfrm>
              <a:off x="5445126" y="3813175"/>
              <a:ext cx="1335088" cy="511175"/>
            </a:xfrm>
            <a:custGeom>
              <a:avLst/>
              <a:gdLst>
                <a:gd name="T0" fmla="*/ 273 w 457"/>
                <a:gd name="T1" fmla="*/ 7 h 175"/>
                <a:gd name="T2" fmla="*/ 228 w 457"/>
                <a:gd name="T3" fmla="*/ 23 h 175"/>
                <a:gd name="T4" fmla="*/ 184 w 457"/>
                <a:gd name="T5" fmla="*/ 7 h 175"/>
                <a:gd name="T6" fmla="*/ 176 w 457"/>
                <a:gd name="T7" fmla="*/ 0 h 175"/>
                <a:gd name="T8" fmla="*/ 0 w 457"/>
                <a:gd name="T9" fmla="*/ 154 h 175"/>
                <a:gd name="T10" fmla="*/ 62 w 457"/>
                <a:gd name="T11" fmla="*/ 175 h 175"/>
                <a:gd name="T12" fmla="*/ 394 w 457"/>
                <a:gd name="T13" fmla="*/ 175 h 175"/>
                <a:gd name="T14" fmla="*/ 457 w 457"/>
                <a:gd name="T15" fmla="*/ 154 h 175"/>
                <a:gd name="T16" fmla="*/ 281 w 457"/>
                <a:gd name="T17" fmla="*/ 0 h 175"/>
                <a:gd name="T18" fmla="*/ 273 w 457"/>
                <a:gd name="T19" fmla="*/ 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7" h="175">
                  <a:moveTo>
                    <a:pt x="273" y="7"/>
                  </a:moveTo>
                  <a:cubicBezTo>
                    <a:pt x="260" y="18"/>
                    <a:pt x="244" y="23"/>
                    <a:pt x="228" y="23"/>
                  </a:cubicBezTo>
                  <a:cubicBezTo>
                    <a:pt x="212" y="23"/>
                    <a:pt x="196" y="18"/>
                    <a:pt x="184" y="7"/>
                  </a:cubicBezTo>
                  <a:cubicBezTo>
                    <a:pt x="176" y="0"/>
                    <a:pt x="176" y="0"/>
                    <a:pt x="176" y="0"/>
                  </a:cubicBezTo>
                  <a:cubicBezTo>
                    <a:pt x="0" y="154"/>
                    <a:pt x="0" y="154"/>
                    <a:pt x="0" y="154"/>
                  </a:cubicBezTo>
                  <a:cubicBezTo>
                    <a:pt x="17" y="167"/>
                    <a:pt x="39" y="175"/>
                    <a:pt x="62" y="175"/>
                  </a:cubicBezTo>
                  <a:cubicBezTo>
                    <a:pt x="394" y="175"/>
                    <a:pt x="394" y="175"/>
                    <a:pt x="394" y="175"/>
                  </a:cubicBezTo>
                  <a:cubicBezTo>
                    <a:pt x="418" y="175"/>
                    <a:pt x="440" y="167"/>
                    <a:pt x="457" y="154"/>
                  </a:cubicBezTo>
                  <a:cubicBezTo>
                    <a:pt x="281" y="0"/>
                    <a:pt x="281" y="0"/>
                    <a:pt x="281" y="0"/>
                  </a:cubicBezTo>
                  <a:lnTo>
                    <a:pt x="273"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2" name="Freeform 54"/>
            <p:cNvSpPr>
              <a:spLocks/>
            </p:cNvSpPr>
            <p:nvPr/>
          </p:nvSpPr>
          <p:spPr bwMode="auto">
            <a:xfrm>
              <a:off x="5327651" y="3309938"/>
              <a:ext cx="581025" cy="906463"/>
            </a:xfrm>
            <a:custGeom>
              <a:avLst/>
              <a:gdLst>
                <a:gd name="T0" fmla="*/ 18 w 199"/>
                <a:gd name="T1" fmla="*/ 0 h 310"/>
                <a:gd name="T2" fmla="*/ 0 w 199"/>
                <a:gd name="T3" fmla="*/ 58 h 310"/>
                <a:gd name="T4" fmla="*/ 0 w 199"/>
                <a:gd name="T5" fmla="*/ 245 h 310"/>
                <a:gd name="T6" fmla="*/ 23 w 199"/>
                <a:gd name="T7" fmla="*/ 310 h 310"/>
                <a:gd name="T8" fmla="*/ 199 w 199"/>
                <a:gd name="T9" fmla="*/ 157 h 310"/>
                <a:gd name="T10" fmla="*/ 18 w 199"/>
                <a:gd name="T11" fmla="*/ 0 h 310"/>
              </a:gdLst>
              <a:ahLst/>
              <a:cxnLst>
                <a:cxn ang="0">
                  <a:pos x="T0" y="T1"/>
                </a:cxn>
                <a:cxn ang="0">
                  <a:pos x="T2" y="T3"/>
                </a:cxn>
                <a:cxn ang="0">
                  <a:pos x="T4" y="T5"/>
                </a:cxn>
                <a:cxn ang="0">
                  <a:pos x="T6" y="T7"/>
                </a:cxn>
                <a:cxn ang="0">
                  <a:pos x="T8" y="T9"/>
                </a:cxn>
                <a:cxn ang="0">
                  <a:pos x="T10" y="T11"/>
                </a:cxn>
              </a:cxnLst>
              <a:rect l="0" t="0" r="r" b="b"/>
              <a:pathLst>
                <a:path w="199" h="310">
                  <a:moveTo>
                    <a:pt x="18" y="0"/>
                  </a:moveTo>
                  <a:cubicBezTo>
                    <a:pt x="7" y="17"/>
                    <a:pt x="0" y="37"/>
                    <a:pt x="0" y="58"/>
                  </a:cubicBezTo>
                  <a:cubicBezTo>
                    <a:pt x="0" y="245"/>
                    <a:pt x="0" y="245"/>
                    <a:pt x="0" y="245"/>
                  </a:cubicBezTo>
                  <a:cubicBezTo>
                    <a:pt x="0" y="269"/>
                    <a:pt x="9" y="292"/>
                    <a:pt x="23" y="310"/>
                  </a:cubicBezTo>
                  <a:cubicBezTo>
                    <a:pt x="199" y="157"/>
                    <a:pt x="199" y="157"/>
                    <a:pt x="199" y="157"/>
                  </a:cubicBezTo>
                  <a:lnTo>
                    <a:pt x="1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93" name="组合 592"/>
          <p:cNvGrpSpPr/>
          <p:nvPr/>
        </p:nvGrpSpPr>
        <p:grpSpPr>
          <a:xfrm>
            <a:off x="10229125" y="1549075"/>
            <a:ext cx="281368" cy="370259"/>
            <a:chOff x="8072438" y="2827338"/>
            <a:chExt cx="1216025" cy="1600200"/>
          </a:xfrm>
          <a:solidFill>
            <a:srgbClr val="707E84"/>
          </a:solidFill>
        </p:grpSpPr>
        <p:sp>
          <p:nvSpPr>
            <p:cNvPr id="594" name="Freeform 55"/>
            <p:cNvSpPr>
              <a:spLocks/>
            </p:cNvSpPr>
            <p:nvPr/>
          </p:nvSpPr>
          <p:spPr bwMode="auto">
            <a:xfrm>
              <a:off x="8072438" y="3209925"/>
              <a:ext cx="1216025" cy="1217613"/>
            </a:xfrm>
            <a:custGeom>
              <a:avLst/>
              <a:gdLst>
                <a:gd name="T0" fmla="*/ 400 w 416"/>
                <a:gd name="T1" fmla="*/ 59 h 416"/>
                <a:gd name="T2" fmla="*/ 400 w 416"/>
                <a:gd name="T3" fmla="*/ 56 h 416"/>
                <a:gd name="T4" fmla="*/ 381 w 416"/>
                <a:gd name="T5" fmla="*/ 37 h 416"/>
                <a:gd name="T6" fmla="*/ 374 w 416"/>
                <a:gd name="T7" fmla="*/ 38 h 416"/>
                <a:gd name="T8" fmla="*/ 373 w 416"/>
                <a:gd name="T9" fmla="*/ 15 h 416"/>
                <a:gd name="T10" fmla="*/ 358 w 416"/>
                <a:gd name="T11" fmla="*/ 0 h 416"/>
                <a:gd name="T12" fmla="*/ 344 w 416"/>
                <a:gd name="T13" fmla="*/ 15 h 416"/>
                <a:gd name="T14" fmla="*/ 344 w 416"/>
                <a:gd name="T15" fmla="*/ 15 h 416"/>
                <a:gd name="T16" fmla="*/ 346 w 416"/>
                <a:gd name="T17" fmla="*/ 99 h 416"/>
                <a:gd name="T18" fmla="*/ 337 w 416"/>
                <a:gd name="T19" fmla="*/ 177 h 416"/>
                <a:gd name="T20" fmla="*/ 297 w 416"/>
                <a:gd name="T21" fmla="*/ 242 h 416"/>
                <a:gd name="T22" fmla="*/ 210 w 416"/>
                <a:gd name="T23" fmla="*/ 275 h 416"/>
                <a:gd name="T24" fmla="*/ 118 w 416"/>
                <a:gd name="T25" fmla="*/ 242 h 416"/>
                <a:gd name="T26" fmla="*/ 80 w 416"/>
                <a:gd name="T27" fmla="*/ 179 h 416"/>
                <a:gd name="T28" fmla="*/ 71 w 416"/>
                <a:gd name="T29" fmla="*/ 102 h 416"/>
                <a:gd name="T30" fmla="*/ 73 w 416"/>
                <a:gd name="T31" fmla="*/ 15 h 416"/>
                <a:gd name="T32" fmla="*/ 59 w 416"/>
                <a:gd name="T33" fmla="*/ 0 h 416"/>
                <a:gd name="T34" fmla="*/ 43 w 416"/>
                <a:gd name="T35" fmla="*/ 15 h 416"/>
                <a:gd name="T36" fmla="*/ 43 w 416"/>
                <a:gd name="T37" fmla="*/ 38 h 416"/>
                <a:gd name="T38" fmla="*/ 35 w 416"/>
                <a:gd name="T39" fmla="*/ 37 h 416"/>
                <a:gd name="T40" fmla="*/ 16 w 416"/>
                <a:gd name="T41" fmla="*/ 56 h 416"/>
                <a:gd name="T42" fmla="*/ 16 w 416"/>
                <a:gd name="T43" fmla="*/ 59 h 416"/>
                <a:gd name="T44" fmla="*/ 0 w 416"/>
                <a:gd name="T45" fmla="*/ 80 h 416"/>
                <a:gd name="T46" fmla="*/ 16 w 416"/>
                <a:gd name="T47" fmla="*/ 102 h 416"/>
                <a:gd name="T48" fmla="*/ 16 w 416"/>
                <a:gd name="T49" fmla="*/ 105 h 416"/>
                <a:gd name="T50" fmla="*/ 35 w 416"/>
                <a:gd name="T51" fmla="*/ 124 h 416"/>
                <a:gd name="T52" fmla="*/ 41 w 416"/>
                <a:gd name="T53" fmla="*/ 123 h 416"/>
                <a:gd name="T54" fmla="*/ 51 w 416"/>
                <a:gd name="T55" fmla="*/ 187 h 416"/>
                <a:gd name="T56" fmla="*/ 98 w 416"/>
                <a:gd name="T57" fmla="*/ 264 h 416"/>
                <a:gd name="T58" fmla="*/ 98 w 416"/>
                <a:gd name="T59" fmla="*/ 264 h 416"/>
                <a:gd name="T60" fmla="*/ 99 w 416"/>
                <a:gd name="T61" fmla="*/ 265 h 416"/>
                <a:gd name="T62" fmla="*/ 179 w 416"/>
                <a:gd name="T63" fmla="*/ 302 h 416"/>
                <a:gd name="T64" fmla="*/ 179 w 416"/>
                <a:gd name="T65" fmla="*/ 328 h 416"/>
                <a:gd name="T66" fmla="*/ 154 w 416"/>
                <a:gd name="T67" fmla="*/ 346 h 416"/>
                <a:gd name="T68" fmla="*/ 140 w 416"/>
                <a:gd name="T69" fmla="*/ 346 h 416"/>
                <a:gd name="T70" fmla="*/ 105 w 416"/>
                <a:gd name="T71" fmla="*/ 381 h 416"/>
                <a:gd name="T72" fmla="*/ 140 w 416"/>
                <a:gd name="T73" fmla="*/ 416 h 416"/>
                <a:gd name="T74" fmla="*/ 276 w 416"/>
                <a:gd name="T75" fmla="*/ 416 h 416"/>
                <a:gd name="T76" fmla="*/ 311 w 416"/>
                <a:gd name="T77" fmla="*/ 381 h 416"/>
                <a:gd name="T78" fmla="*/ 276 w 416"/>
                <a:gd name="T79" fmla="*/ 346 h 416"/>
                <a:gd name="T80" fmla="*/ 262 w 416"/>
                <a:gd name="T81" fmla="*/ 346 h 416"/>
                <a:gd name="T82" fmla="*/ 237 w 416"/>
                <a:gd name="T83" fmla="*/ 328 h 416"/>
                <a:gd name="T84" fmla="*/ 237 w 416"/>
                <a:gd name="T85" fmla="*/ 303 h 416"/>
                <a:gd name="T86" fmla="*/ 318 w 416"/>
                <a:gd name="T87" fmla="*/ 264 h 416"/>
                <a:gd name="T88" fmla="*/ 365 w 416"/>
                <a:gd name="T89" fmla="*/ 186 h 416"/>
                <a:gd name="T90" fmla="*/ 375 w 416"/>
                <a:gd name="T91" fmla="*/ 123 h 416"/>
                <a:gd name="T92" fmla="*/ 381 w 416"/>
                <a:gd name="T93" fmla="*/ 124 h 416"/>
                <a:gd name="T94" fmla="*/ 400 w 416"/>
                <a:gd name="T95" fmla="*/ 105 h 416"/>
                <a:gd name="T96" fmla="*/ 400 w 416"/>
                <a:gd name="T97" fmla="*/ 102 h 416"/>
                <a:gd name="T98" fmla="*/ 416 w 416"/>
                <a:gd name="T99" fmla="*/ 80 h 416"/>
                <a:gd name="T100" fmla="*/ 400 w 416"/>
                <a:gd name="T101" fmla="*/ 59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16" h="416">
                  <a:moveTo>
                    <a:pt x="400" y="59"/>
                  </a:moveTo>
                  <a:cubicBezTo>
                    <a:pt x="400" y="56"/>
                    <a:pt x="400" y="56"/>
                    <a:pt x="400" y="56"/>
                  </a:cubicBezTo>
                  <a:cubicBezTo>
                    <a:pt x="400" y="45"/>
                    <a:pt x="391" y="37"/>
                    <a:pt x="381" y="37"/>
                  </a:cubicBezTo>
                  <a:cubicBezTo>
                    <a:pt x="378" y="37"/>
                    <a:pt x="376" y="37"/>
                    <a:pt x="374" y="38"/>
                  </a:cubicBezTo>
                  <a:cubicBezTo>
                    <a:pt x="373" y="30"/>
                    <a:pt x="373" y="23"/>
                    <a:pt x="373" y="15"/>
                  </a:cubicBezTo>
                  <a:cubicBezTo>
                    <a:pt x="373" y="7"/>
                    <a:pt x="367" y="0"/>
                    <a:pt x="358" y="0"/>
                  </a:cubicBezTo>
                  <a:cubicBezTo>
                    <a:pt x="350" y="0"/>
                    <a:pt x="344" y="7"/>
                    <a:pt x="344" y="15"/>
                  </a:cubicBezTo>
                  <a:cubicBezTo>
                    <a:pt x="344" y="15"/>
                    <a:pt x="344" y="15"/>
                    <a:pt x="344" y="15"/>
                  </a:cubicBezTo>
                  <a:cubicBezTo>
                    <a:pt x="344" y="43"/>
                    <a:pt x="346" y="72"/>
                    <a:pt x="346" y="99"/>
                  </a:cubicBezTo>
                  <a:cubicBezTo>
                    <a:pt x="346" y="127"/>
                    <a:pt x="344" y="153"/>
                    <a:pt x="337" y="177"/>
                  </a:cubicBezTo>
                  <a:cubicBezTo>
                    <a:pt x="330" y="202"/>
                    <a:pt x="318" y="223"/>
                    <a:pt x="297" y="242"/>
                  </a:cubicBezTo>
                  <a:cubicBezTo>
                    <a:pt x="274" y="264"/>
                    <a:pt x="242" y="275"/>
                    <a:pt x="210" y="275"/>
                  </a:cubicBezTo>
                  <a:cubicBezTo>
                    <a:pt x="177" y="275"/>
                    <a:pt x="143" y="263"/>
                    <a:pt x="118" y="242"/>
                  </a:cubicBezTo>
                  <a:cubicBezTo>
                    <a:pt x="98" y="223"/>
                    <a:pt x="87" y="202"/>
                    <a:pt x="80" y="179"/>
                  </a:cubicBezTo>
                  <a:cubicBezTo>
                    <a:pt x="73" y="155"/>
                    <a:pt x="70" y="129"/>
                    <a:pt x="71" y="102"/>
                  </a:cubicBezTo>
                  <a:cubicBezTo>
                    <a:pt x="70" y="74"/>
                    <a:pt x="73" y="44"/>
                    <a:pt x="73" y="15"/>
                  </a:cubicBezTo>
                  <a:cubicBezTo>
                    <a:pt x="73" y="7"/>
                    <a:pt x="67" y="0"/>
                    <a:pt x="59" y="0"/>
                  </a:cubicBezTo>
                  <a:cubicBezTo>
                    <a:pt x="50" y="0"/>
                    <a:pt x="44" y="7"/>
                    <a:pt x="43" y="15"/>
                  </a:cubicBezTo>
                  <a:cubicBezTo>
                    <a:pt x="43" y="22"/>
                    <a:pt x="43" y="30"/>
                    <a:pt x="43" y="38"/>
                  </a:cubicBezTo>
                  <a:cubicBezTo>
                    <a:pt x="40" y="37"/>
                    <a:pt x="38" y="37"/>
                    <a:pt x="35" y="37"/>
                  </a:cubicBezTo>
                  <a:cubicBezTo>
                    <a:pt x="25" y="37"/>
                    <a:pt x="16" y="45"/>
                    <a:pt x="16" y="56"/>
                  </a:cubicBezTo>
                  <a:cubicBezTo>
                    <a:pt x="16" y="59"/>
                    <a:pt x="16" y="59"/>
                    <a:pt x="16" y="59"/>
                  </a:cubicBezTo>
                  <a:cubicBezTo>
                    <a:pt x="7" y="62"/>
                    <a:pt x="0" y="70"/>
                    <a:pt x="0" y="80"/>
                  </a:cubicBezTo>
                  <a:cubicBezTo>
                    <a:pt x="0" y="91"/>
                    <a:pt x="7" y="99"/>
                    <a:pt x="16" y="102"/>
                  </a:cubicBezTo>
                  <a:cubicBezTo>
                    <a:pt x="16" y="105"/>
                    <a:pt x="16" y="105"/>
                    <a:pt x="16" y="105"/>
                  </a:cubicBezTo>
                  <a:cubicBezTo>
                    <a:pt x="16" y="115"/>
                    <a:pt x="25" y="124"/>
                    <a:pt x="35" y="124"/>
                  </a:cubicBezTo>
                  <a:cubicBezTo>
                    <a:pt x="37" y="124"/>
                    <a:pt x="39" y="123"/>
                    <a:pt x="41" y="123"/>
                  </a:cubicBezTo>
                  <a:cubicBezTo>
                    <a:pt x="42" y="144"/>
                    <a:pt x="45" y="166"/>
                    <a:pt x="51" y="187"/>
                  </a:cubicBezTo>
                  <a:cubicBezTo>
                    <a:pt x="59" y="215"/>
                    <a:pt x="74" y="241"/>
                    <a:pt x="98" y="264"/>
                  </a:cubicBezTo>
                  <a:cubicBezTo>
                    <a:pt x="98" y="264"/>
                    <a:pt x="98" y="264"/>
                    <a:pt x="98" y="264"/>
                  </a:cubicBezTo>
                  <a:cubicBezTo>
                    <a:pt x="99" y="265"/>
                    <a:pt x="99" y="265"/>
                    <a:pt x="99" y="265"/>
                  </a:cubicBezTo>
                  <a:cubicBezTo>
                    <a:pt x="122" y="284"/>
                    <a:pt x="150" y="297"/>
                    <a:pt x="179" y="302"/>
                  </a:cubicBezTo>
                  <a:cubicBezTo>
                    <a:pt x="179" y="328"/>
                    <a:pt x="179" y="328"/>
                    <a:pt x="179" y="328"/>
                  </a:cubicBezTo>
                  <a:cubicBezTo>
                    <a:pt x="166" y="332"/>
                    <a:pt x="156" y="338"/>
                    <a:pt x="154" y="346"/>
                  </a:cubicBezTo>
                  <a:cubicBezTo>
                    <a:pt x="140" y="346"/>
                    <a:pt x="140" y="346"/>
                    <a:pt x="140" y="346"/>
                  </a:cubicBezTo>
                  <a:cubicBezTo>
                    <a:pt x="121" y="346"/>
                    <a:pt x="105" y="362"/>
                    <a:pt x="105" y="381"/>
                  </a:cubicBezTo>
                  <a:cubicBezTo>
                    <a:pt x="105" y="400"/>
                    <a:pt x="121" y="416"/>
                    <a:pt x="140" y="416"/>
                  </a:cubicBezTo>
                  <a:cubicBezTo>
                    <a:pt x="276" y="416"/>
                    <a:pt x="276" y="416"/>
                    <a:pt x="276" y="416"/>
                  </a:cubicBezTo>
                  <a:cubicBezTo>
                    <a:pt x="295" y="416"/>
                    <a:pt x="311" y="400"/>
                    <a:pt x="311" y="381"/>
                  </a:cubicBezTo>
                  <a:cubicBezTo>
                    <a:pt x="311" y="362"/>
                    <a:pt x="295" y="346"/>
                    <a:pt x="276" y="346"/>
                  </a:cubicBezTo>
                  <a:cubicBezTo>
                    <a:pt x="262" y="346"/>
                    <a:pt x="262" y="346"/>
                    <a:pt x="262" y="346"/>
                  </a:cubicBezTo>
                  <a:cubicBezTo>
                    <a:pt x="260" y="338"/>
                    <a:pt x="250" y="332"/>
                    <a:pt x="237" y="328"/>
                  </a:cubicBezTo>
                  <a:cubicBezTo>
                    <a:pt x="237" y="303"/>
                    <a:pt x="237" y="303"/>
                    <a:pt x="237" y="303"/>
                  </a:cubicBezTo>
                  <a:cubicBezTo>
                    <a:pt x="266" y="298"/>
                    <a:pt x="295" y="286"/>
                    <a:pt x="318" y="264"/>
                  </a:cubicBezTo>
                  <a:cubicBezTo>
                    <a:pt x="342" y="241"/>
                    <a:pt x="357" y="214"/>
                    <a:pt x="365" y="186"/>
                  </a:cubicBezTo>
                  <a:cubicBezTo>
                    <a:pt x="371" y="165"/>
                    <a:pt x="374" y="144"/>
                    <a:pt x="375" y="123"/>
                  </a:cubicBezTo>
                  <a:cubicBezTo>
                    <a:pt x="377" y="123"/>
                    <a:pt x="379" y="124"/>
                    <a:pt x="381" y="124"/>
                  </a:cubicBezTo>
                  <a:cubicBezTo>
                    <a:pt x="391" y="124"/>
                    <a:pt x="400" y="115"/>
                    <a:pt x="400" y="105"/>
                  </a:cubicBezTo>
                  <a:cubicBezTo>
                    <a:pt x="400" y="102"/>
                    <a:pt x="400" y="102"/>
                    <a:pt x="400" y="102"/>
                  </a:cubicBezTo>
                  <a:cubicBezTo>
                    <a:pt x="409" y="99"/>
                    <a:pt x="416" y="91"/>
                    <a:pt x="416" y="80"/>
                  </a:cubicBezTo>
                  <a:cubicBezTo>
                    <a:pt x="416" y="70"/>
                    <a:pt x="409" y="62"/>
                    <a:pt x="400"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5" name="Freeform 56"/>
            <p:cNvSpPr>
              <a:spLocks/>
            </p:cNvSpPr>
            <p:nvPr/>
          </p:nvSpPr>
          <p:spPr bwMode="auto">
            <a:xfrm>
              <a:off x="8308976" y="3632200"/>
              <a:ext cx="742950" cy="347663"/>
            </a:xfrm>
            <a:custGeom>
              <a:avLst/>
              <a:gdLst>
                <a:gd name="T0" fmla="*/ 127 w 254"/>
                <a:gd name="T1" fmla="*/ 119 h 119"/>
                <a:gd name="T2" fmla="*/ 254 w 254"/>
                <a:gd name="T3" fmla="*/ 0 h 119"/>
                <a:gd name="T4" fmla="*/ 0 w 254"/>
                <a:gd name="T5" fmla="*/ 0 h 119"/>
                <a:gd name="T6" fmla="*/ 127 w 254"/>
                <a:gd name="T7" fmla="*/ 119 h 119"/>
              </a:gdLst>
              <a:ahLst/>
              <a:cxnLst>
                <a:cxn ang="0">
                  <a:pos x="T0" y="T1"/>
                </a:cxn>
                <a:cxn ang="0">
                  <a:pos x="T2" y="T3"/>
                </a:cxn>
                <a:cxn ang="0">
                  <a:pos x="T4" y="T5"/>
                </a:cxn>
                <a:cxn ang="0">
                  <a:pos x="T6" y="T7"/>
                </a:cxn>
              </a:cxnLst>
              <a:rect l="0" t="0" r="r" b="b"/>
              <a:pathLst>
                <a:path w="254" h="119">
                  <a:moveTo>
                    <a:pt x="127" y="119"/>
                  </a:moveTo>
                  <a:cubicBezTo>
                    <a:pt x="194" y="119"/>
                    <a:pt x="249" y="66"/>
                    <a:pt x="254" y="0"/>
                  </a:cubicBezTo>
                  <a:cubicBezTo>
                    <a:pt x="0" y="0"/>
                    <a:pt x="0" y="0"/>
                    <a:pt x="0" y="0"/>
                  </a:cubicBezTo>
                  <a:cubicBezTo>
                    <a:pt x="5" y="66"/>
                    <a:pt x="60" y="119"/>
                    <a:pt x="127" y="1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6" name="Freeform 57"/>
            <p:cNvSpPr>
              <a:spLocks noEditPoints="1"/>
            </p:cNvSpPr>
            <p:nvPr/>
          </p:nvSpPr>
          <p:spPr bwMode="auto">
            <a:xfrm>
              <a:off x="8308976" y="2827338"/>
              <a:ext cx="742950" cy="769938"/>
            </a:xfrm>
            <a:custGeom>
              <a:avLst/>
              <a:gdLst>
                <a:gd name="T0" fmla="*/ 127 w 254"/>
                <a:gd name="T1" fmla="*/ 0 h 263"/>
                <a:gd name="T2" fmla="*/ 0 w 254"/>
                <a:gd name="T3" fmla="*/ 127 h 263"/>
                <a:gd name="T4" fmla="*/ 0 w 254"/>
                <a:gd name="T5" fmla="*/ 263 h 263"/>
                <a:gd name="T6" fmla="*/ 254 w 254"/>
                <a:gd name="T7" fmla="*/ 263 h 263"/>
                <a:gd name="T8" fmla="*/ 254 w 254"/>
                <a:gd name="T9" fmla="*/ 127 h 263"/>
                <a:gd name="T10" fmla="*/ 127 w 254"/>
                <a:gd name="T11" fmla="*/ 0 h 263"/>
                <a:gd name="T12" fmla="*/ 193 w 254"/>
                <a:gd name="T13" fmla="*/ 215 h 263"/>
                <a:gd name="T14" fmla="*/ 61 w 254"/>
                <a:gd name="T15" fmla="*/ 215 h 263"/>
                <a:gd name="T16" fmla="*/ 47 w 254"/>
                <a:gd name="T17" fmla="*/ 201 h 263"/>
                <a:gd name="T18" fmla="*/ 61 w 254"/>
                <a:gd name="T19" fmla="*/ 187 h 263"/>
                <a:gd name="T20" fmla="*/ 193 w 254"/>
                <a:gd name="T21" fmla="*/ 187 h 263"/>
                <a:gd name="T22" fmla="*/ 207 w 254"/>
                <a:gd name="T23" fmla="*/ 201 h 263"/>
                <a:gd name="T24" fmla="*/ 193 w 254"/>
                <a:gd name="T25" fmla="*/ 215 h 263"/>
                <a:gd name="T26" fmla="*/ 193 w 254"/>
                <a:gd name="T27" fmla="*/ 169 h 263"/>
                <a:gd name="T28" fmla="*/ 61 w 254"/>
                <a:gd name="T29" fmla="*/ 169 h 263"/>
                <a:gd name="T30" fmla="*/ 47 w 254"/>
                <a:gd name="T31" fmla="*/ 155 h 263"/>
                <a:gd name="T32" fmla="*/ 61 w 254"/>
                <a:gd name="T33" fmla="*/ 141 h 263"/>
                <a:gd name="T34" fmla="*/ 193 w 254"/>
                <a:gd name="T35" fmla="*/ 141 h 263"/>
                <a:gd name="T36" fmla="*/ 207 w 254"/>
                <a:gd name="T37" fmla="*/ 155 h 263"/>
                <a:gd name="T38" fmla="*/ 193 w 254"/>
                <a:gd name="T39" fmla="*/ 169 h 263"/>
                <a:gd name="T40" fmla="*/ 193 w 254"/>
                <a:gd name="T41" fmla="*/ 123 h 263"/>
                <a:gd name="T42" fmla="*/ 61 w 254"/>
                <a:gd name="T43" fmla="*/ 123 h 263"/>
                <a:gd name="T44" fmla="*/ 47 w 254"/>
                <a:gd name="T45" fmla="*/ 109 h 263"/>
                <a:gd name="T46" fmla="*/ 61 w 254"/>
                <a:gd name="T47" fmla="*/ 96 h 263"/>
                <a:gd name="T48" fmla="*/ 193 w 254"/>
                <a:gd name="T49" fmla="*/ 96 h 263"/>
                <a:gd name="T50" fmla="*/ 207 w 254"/>
                <a:gd name="T51" fmla="*/ 109 h 263"/>
                <a:gd name="T52" fmla="*/ 193 w 254"/>
                <a:gd name="T53" fmla="*/ 123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54" h="263">
                  <a:moveTo>
                    <a:pt x="127" y="0"/>
                  </a:moveTo>
                  <a:cubicBezTo>
                    <a:pt x="57" y="0"/>
                    <a:pt x="0" y="57"/>
                    <a:pt x="0" y="127"/>
                  </a:cubicBezTo>
                  <a:cubicBezTo>
                    <a:pt x="0" y="263"/>
                    <a:pt x="0" y="263"/>
                    <a:pt x="0" y="263"/>
                  </a:cubicBezTo>
                  <a:cubicBezTo>
                    <a:pt x="254" y="263"/>
                    <a:pt x="254" y="263"/>
                    <a:pt x="254" y="263"/>
                  </a:cubicBezTo>
                  <a:cubicBezTo>
                    <a:pt x="254" y="127"/>
                    <a:pt x="254" y="127"/>
                    <a:pt x="254" y="127"/>
                  </a:cubicBezTo>
                  <a:cubicBezTo>
                    <a:pt x="254" y="57"/>
                    <a:pt x="197" y="0"/>
                    <a:pt x="127" y="0"/>
                  </a:cubicBezTo>
                  <a:close/>
                  <a:moveTo>
                    <a:pt x="193" y="215"/>
                  </a:moveTo>
                  <a:cubicBezTo>
                    <a:pt x="61" y="215"/>
                    <a:pt x="61" y="215"/>
                    <a:pt x="61" y="215"/>
                  </a:cubicBezTo>
                  <a:cubicBezTo>
                    <a:pt x="53" y="215"/>
                    <a:pt x="47" y="209"/>
                    <a:pt x="47" y="201"/>
                  </a:cubicBezTo>
                  <a:cubicBezTo>
                    <a:pt x="47" y="193"/>
                    <a:pt x="53" y="187"/>
                    <a:pt x="61" y="187"/>
                  </a:cubicBezTo>
                  <a:cubicBezTo>
                    <a:pt x="193" y="187"/>
                    <a:pt x="193" y="187"/>
                    <a:pt x="193" y="187"/>
                  </a:cubicBezTo>
                  <a:cubicBezTo>
                    <a:pt x="201" y="187"/>
                    <a:pt x="207" y="193"/>
                    <a:pt x="207" y="201"/>
                  </a:cubicBezTo>
                  <a:cubicBezTo>
                    <a:pt x="207" y="209"/>
                    <a:pt x="201" y="215"/>
                    <a:pt x="193" y="215"/>
                  </a:cubicBezTo>
                  <a:close/>
                  <a:moveTo>
                    <a:pt x="193" y="169"/>
                  </a:moveTo>
                  <a:cubicBezTo>
                    <a:pt x="61" y="169"/>
                    <a:pt x="61" y="169"/>
                    <a:pt x="61" y="169"/>
                  </a:cubicBezTo>
                  <a:cubicBezTo>
                    <a:pt x="53" y="169"/>
                    <a:pt x="47" y="163"/>
                    <a:pt x="47" y="155"/>
                  </a:cubicBezTo>
                  <a:cubicBezTo>
                    <a:pt x="47" y="148"/>
                    <a:pt x="53" y="141"/>
                    <a:pt x="61" y="141"/>
                  </a:cubicBezTo>
                  <a:cubicBezTo>
                    <a:pt x="193" y="141"/>
                    <a:pt x="193" y="141"/>
                    <a:pt x="193" y="141"/>
                  </a:cubicBezTo>
                  <a:cubicBezTo>
                    <a:pt x="201" y="141"/>
                    <a:pt x="207" y="148"/>
                    <a:pt x="207" y="155"/>
                  </a:cubicBezTo>
                  <a:cubicBezTo>
                    <a:pt x="207" y="163"/>
                    <a:pt x="201" y="169"/>
                    <a:pt x="193" y="169"/>
                  </a:cubicBezTo>
                  <a:close/>
                  <a:moveTo>
                    <a:pt x="193" y="123"/>
                  </a:moveTo>
                  <a:cubicBezTo>
                    <a:pt x="61" y="123"/>
                    <a:pt x="61" y="123"/>
                    <a:pt x="61" y="123"/>
                  </a:cubicBezTo>
                  <a:cubicBezTo>
                    <a:pt x="53" y="123"/>
                    <a:pt x="47" y="117"/>
                    <a:pt x="47" y="109"/>
                  </a:cubicBezTo>
                  <a:cubicBezTo>
                    <a:pt x="47" y="102"/>
                    <a:pt x="53" y="96"/>
                    <a:pt x="61" y="96"/>
                  </a:cubicBezTo>
                  <a:cubicBezTo>
                    <a:pt x="193" y="96"/>
                    <a:pt x="193" y="96"/>
                    <a:pt x="193" y="96"/>
                  </a:cubicBezTo>
                  <a:cubicBezTo>
                    <a:pt x="201" y="96"/>
                    <a:pt x="207" y="102"/>
                    <a:pt x="207" y="109"/>
                  </a:cubicBezTo>
                  <a:cubicBezTo>
                    <a:pt x="207" y="117"/>
                    <a:pt x="201" y="123"/>
                    <a:pt x="193"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7" name="Freeform 58"/>
            <p:cNvSpPr>
              <a:spLocks/>
            </p:cNvSpPr>
            <p:nvPr/>
          </p:nvSpPr>
          <p:spPr bwMode="auto">
            <a:xfrm>
              <a:off x="9094788" y="3052763"/>
              <a:ext cx="169863" cy="84138"/>
            </a:xfrm>
            <a:custGeom>
              <a:avLst/>
              <a:gdLst>
                <a:gd name="T0" fmla="*/ 0 w 58"/>
                <a:gd name="T1" fmla="*/ 17 h 29"/>
                <a:gd name="T2" fmla="*/ 12 w 58"/>
                <a:gd name="T3" fmla="*/ 3 h 29"/>
                <a:gd name="T4" fmla="*/ 12 w 58"/>
                <a:gd name="T5" fmla="*/ 3 h 29"/>
                <a:gd name="T6" fmla="*/ 44 w 58"/>
                <a:gd name="T7" fmla="*/ 1 h 29"/>
                <a:gd name="T8" fmla="*/ 58 w 58"/>
                <a:gd name="T9" fmla="*/ 13 h 29"/>
                <a:gd name="T10" fmla="*/ 58 w 58"/>
                <a:gd name="T11" fmla="*/ 13 h 29"/>
                <a:gd name="T12" fmla="*/ 46 w 58"/>
                <a:gd name="T13" fmla="*/ 27 h 29"/>
                <a:gd name="T14" fmla="*/ 46 w 58"/>
                <a:gd name="T15" fmla="*/ 27 h 29"/>
                <a:gd name="T16" fmla="*/ 14 w 58"/>
                <a:gd name="T17" fmla="*/ 29 h 29"/>
                <a:gd name="T18" fmla="*/ 10 w 58"/>
                <a:gd name="T19" fmla="*/ 28 h 29"/>
                <a:gd name="T20" fmla="*/ 10 w 58"/>
                <a:gd name="T21" fmla="*/ 28 h 29"/>
                <a:gd name="T22" fmla="*/ 0 w 58"/>
                <a:gd name="T23" fmla="*/ 1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0" y="17"/>
                  </a:moveTo>
                  <a:cubicBezTo>
                    <a:pt x="0" y="9"/>
                    <a:pt x="5" y="3"/>
                    <a:pt x="12" y="3"/>
                  </a:cubicBezTo>
                  <a:cubicBezTo>
                    <a:pt x="12" y="3"/>
                    <a:pt x="12" y="3"/>
                    <a:pt x="12" y="3"/>
                  </a:cubicBezTo>
                  <a:cubicBezTo>
                    <a:pt x="44" y="1"/>
                    <a:pt x="44" y="1"/>
                    <a:pt x="44" y="1"/>
                  </a:cubicBezTo>
                  <a:cubicBezTo>
                    <a:pt x="51" y="0"/>
                    <a:pt x="57" y="6"/>
                    <a:pt x="58" y="13"/>
                  </a:cubicBezTo>
                  <a:cubicBezTo>
                    <a:pt x="58" y="13"/>
                    <a:pt x="58" y="13"/>
                    <a:pt x="58" y="13"/>
                  </a:cubicBezTo>
                  <a:cubicBezTo>
                    <a:pt x="58" y="20"/>
                    <a:pt x="53" y="26"/>
                    <a:pt x="46" y="27"/>
                  </a:cubicBezTo>
                  <a:cubicBezTo>
                    <a:pt x="46" y="27"/>
                    <a:pt x="46" y="27"/>
                    <a:pt x="46" y="27"/>
                  </a:cubicBezTo>
                  <a:cubicBezTo>
                    <a:pt x="14" y="29"/>
                    <a:pt x="14" y="29"/>
                    <a:pt x="14" y="29"/>
                  </a:cubicBezTo>
                  <a:cubicBezTo>
                    <a:pt x="13" y="29"/>
                    <a:pt x="12" y="29"/>
                    <a:pt x="10" y="28"/>
                  </a:cubicBezTo>
                  <a:cubicBezTo>
                    <a:pt x="10" y="28"/>
                    <a:pt x="10" y="28"/>
                    <a:pt x="10" y="28"/>
                  </a:cubicBezTo>
                  <a:cubicBezTo>
                    <a:pt x="5" y="27"/>
                    <a:pt x="1" y="22"/>
                    <a:pt x="0"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8" name="Freeform 59"/>
            <p:cNvSpPr>
              <a:spLocks/>
            </p:cNvSpPr>
            <p:nvPr/>
          </p:nvSpPr>
          <p:spPr bwMode="auto">
            <a:xfrm>
              <a:off x="9045576" y="2865438"/>
              <a:ext cx="111125" cy="173038"/>
            </a:xfrm>
            <a:custGeom>
              <a:avLst/>
              <a:gdLst>
                <a:gd name="T0" fmla="*/ 10 w 38"/>
                <a:gd name="T1" fmla="*/ 57 h 59"/>
                <a:gd name="T2" fmla="*/ 26 w 38"/>
                <a:gd name="T3" fmla="*/ 48 h 59"/>
                <a:gd name="T4" fmla="*/ 26 w 38"/>
                <a:gd name="T5" fmla="*/ 48 h 59"/>
                <a:gd name="T6" fmla="*/ 36 w 38"/>
                <a:gd name="T7" fmla="*/ 18 h 59"/>
                <a:gd name="T8" fmla="*/ 27 w 38"/>
                <a:gd name="T9" fmla="*/ 2 h 59"/>
                <a:gd name="T10" fmla="*/ 27 w 38"/>
                <a:gd name="T11" fmla="*/ 2 h 59"/>
                <a:gd name="T12" fmla="*/ 11 w 38"/>
                <a:gd name="T13" fmla="*/ 10 h 59"/>
                <a:gd name="T14" fmla="*/ 11 w 38"/>
                <a:gd name="T15" fmla="*/ 10 h 59"/>
                <a:gd name="T16" fmla="*/ 1 w 38"/>
                <a:gd name="T17" fmla="*/ 40 h 59"/>
                <a:gd name="T18" fmla="*/ 1 w 38"/>
                <a:gd name="T19" fmla="*/ 44 h 59"/>
                <a:gd name="T20" fmla="*/ 1 w 38"/>
                <a:gd name="T21" fmla="*/ 44 h 59"/>
                <a:gd name="T22" fmla="*/ 10 w 38"/>
                <a:gd name="T23"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59">
                  <a:moveTo>
                    <a:pt x="10" y="57"/>
                  </a:moveTo>
                  <a:cubicBezTo>
                    <a:pt x="16" y="59"/>
                    <a:pt x="24" y="55"/>
                    <a:pt x="26" y="48"/>
                  </a:cubicBezTo>
                  <a:cubicBezTo>
                    <a:pt x="26" y="48"/>
                    <a:pt x="26" y="48"/>
                    <a:pt x="26" y="48"/>
                  </a:cubicBezTo>
                  <a:cubicBezTo>
                    <a:pt x="36" y="18"/>
                    <a:pt x="36" y="18"/>
                    <a:pt x="36" y="18"/>
                  </a:cubicBezTo>
                  <a:cubicBezTo>
                    <a:pt x="38" y="12"/>
                    <a:pt x="34" y="4"/>
                    <a:pt x="27" y="2"/>
                  </a:cubicBezTo>
                  <a:cubicBezTo>
                    <a:pt x="27" y="2"/>
                    <a:pt x="27" y="2"/>
                    <a:pt x="27" y="2"/>
                  </a:cubicBezTo>
                  <a:cubicBezTo>
                    <a:pt x="20" y="0"/>
                    <a:pt x="13" y="4"/>
                    <a:pt x="11" y="10"/>
                  </a:cubicBezTo>
                  <a:cubicBezTo>
                    <a:pt x="11" y="10"/>
                    <a:pt x="11" y="10"/>
                    <a:pt x="11" y="10"/>
                  </a:cubicBezTo>
                  <a:cubicBezTo>
                    <a:pt x="1" y="40"/>
                    <a:pt x="1" y="40"/>
                    <a:pt x="1" y="40"/>
                  </a:cubicBezTo>
                  <a:cubicBezTo>
                    <a:pt x="1" y="42"/>
                    <a:pt x="1" y="43"/>
                    <a:pt x="1" y="44"/>
                  </a:cubicBezTo>
                  <a:cubicBezTo>
                    <a:pt x="1" y="44"/>
                    <a:pt x="1" y="44"/>
                    <a:pt x="1" y="44"/>
                  </a:cubicBezTo>
                  <a:cubicBezTo>
                    <a:pt x="0" y="50"/>
                    <a:pt x="4" y="55"/>
                    <a:pt x="10"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99" name="组合 598"/>
          <p:cNvGrpSpPr/>
          <p:nvPr/>
        </p:nvGrpSpPr>
        <p:grpSpPr>
          <a:xfrm>
            <a:off x="9233479" y="2963854"/>
            <a:ext cx="318966" cy="310873"/>
            <a:chOff x="7770813" y="763588"/>
            <a:chExt cx="1376363" cy="1341438"/>
          </a:xfrm>
          <a:solidFill>
            <a:srgbClr val="707E84"/>
          </a:solidFill>
        </p:grpSpPr>
        <p:sp>
          <p:nvSpPr>
            <p:cNvPr id="600" name="Freeform 30"/>
            <p:cNvSpPr>
              <a:spLocks/>
            </p:cNvSpPr>
            <p:nvPr/>
          </p:nvSpPr>
          <p:spPr bwMode="auto">
            <a:xfrm>
              <a:off x="7770813" y="1501776"/>
              <a:ext cx="214313" cy="120650"/>
            </a:xfrm>
            <a:custGeom>
              <a:avLst/>
              <a:gdLst>
                <a:gd name="T0" fmla="*/ 21 w 75"/>
                <a:gd name="T1" fmla="*/ 42 h 42"/>
                <a:gd name="T2" fmla="*/ 54 w 75"/>
                <a:gd name="T3" fmla="*/ 42 h 42"/>
                <a:gd name="T4" fmla="*/ 75 w 75"/>
                <a:gd name="T5" fmla="*/ 21 h 42"/>
                <a:gd name="T6" fmla="*/ 54 w 75"/>
                <a:gd name="T7" fmla="*/ 0 h 42"/>
                <a:gd name="T8" fmla="*/ 21 w 75"/>
                <a:gd name="T9" fmla="*/ 0 h 42"/>
                <a:gd name="T10" fmla="*/ 0 w 75"/>
                <a:gd name="T11" fmla="*/ 21 h 42"/>
                <a:gd name="T12" fmla="*/ 21 w 75"/>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75" h="42">
                  <a:moveTo>
                    <a:pt x="21" y="42"/>
                  </a:moveTo>
                  <a:cubicBezTo>
                    <a:pt x="54" y="42"/>
                    <a:pt x="54" y="42"/>
                    <a:pt x="54" y="42"/>
                  </a:cubicBezTo>
                  <a:cubicBezTo>
                    <a:pt x="65" y="42"/>
                    <a:pt x="75" y="33"/>
                    <a:pt x="75" y="21"/>
                  </a:cubicBezTo>
                  <a:cubicBezTo>
                    <a:pt x="75" y="10"/>
                    <a:pt x="65" y="0"/>
                    <a:pt x="54" y="0"/>
                  </a:cubicBezTo>
                  <a:cubicBezTo>
                    <a:pt x="21" y="0"/>
                    <a:pt x="21" y="0"/>
                    <a:pt x="21" y="0"/>
                  </a:cubicBezTo>
                  <a:cubicBezTo>
                    <a:pt x="9" y="0"/>
                    <a:pt x="0" y="10"/>
                    <a:pt x="0" y="21"/>
                  </a:cubicBezTo>
                  <a:cubicBezTo>
                    <a:pt x="0" y="33"/>
                    <a:pt x="9" y="42"/>
                    <a:pt x="21"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1" name="Freeform 31"/>
            <p:cNvSpPr>
              <a:spLocks/>
            </p:cNvSpPr>
            <p:nvPr/>
          </p:nvSpPr>
          <p:spPr bwMode="auto">
            <a:xfrm>
              <a:off x="7770813" y="992188"/>
              <a:ext cx="214313" cy="120650"/>
            </a:xfrm>
            <a:custGeom>
              <a:avLst/>
              <a:gdLst>
                <a:gd name="T0" fmla="*/ 21 w 75"/>
                <a:gd name="T1" fmla="*/ 42 h 42"/>
                <a:gd name="T2" fmla="*/ 54 w 75"/>
                <a:gd name="T3" fmla="*/ 42 h 42"/>
                <a:gd name="T4" fmla="*/ 75 w 75"/>
                <a:gd name="T5" fmla="*/ 21 h 42"/>
                <a:gd name="T6" fmla="*/ 54 w 75"/>
                <a:gd name="T7" fmla="*/ 0 h 42"/>
                <a:gd name="T8" fmla="*/ 21 w 75"/>
                <a:gd name="T9" fmla="*/ 0 h 42"/>
                <a:gd name="T10" fmla="*/ 0 w 75"/>
                <a:gd name="T11" fmla="*/ 21 h 42"/>
                <a:gd name="T12" fmla="*/ 21 w 75"/>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75" h="42">
                  <a:moveTo>
                    <a:pt x="21" y="42"/>
                  </a:moveTo>
                  <a:cubicBezTo>
                    <a:pt x="54" y="42"/>
                    <a:pt x="54" y="42"/>
                    <a:pt x="54" y="42"/>
                  </a:cubicBezTo>
                  <a:cubicBezTo>
                    <a:pt x="65" y="42"/>
                    <a:pt x="75" y="32"/>
                    <a:pt x="75" y="21"/>
                  </a:cubicBezTo>
                  <a:cubicBezTo>
                    <a:pt x="75" y="10"/>
                    <a:pt x="65" y="0"/>
                    <a:pt x="54" y="0"/>
                  </a:cubicBezTo>
                  <a:cubicBezTo>
                    <a:pt x="21" y="0"/>
                    <a:pt x="21" y="0"/>
                    <a:pt x="21" y="0"/>
                  </a:cubicBezTo>
                  <a:cubicBezTo>
                    <a:pt x="9" y="0"/>
                    <a:pt x="0" y="10"/>
                    <a:pt x="0" y="21"/>
                  </a:cubicBezTo>
                  <a:cubicBezTo>
                    <a:pt x="0" y="32"/>
                    <a:pt x="9" y="42"/>
                    <a:pt x="21"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2" name="Freeform 32"/>
            <p:cNvSpPr>
              <a:spLocks/>
            </p:cNvSpPr>
            <p:nvPr/>
          </p:nvSpPr>
          <p:spPr bwMode="auto">
            <a:xfrm>
              <a:off x="7770813" y="1247776"/>
              <a:ext cx="214313" cy="119063"/>
            </a:xfrm>
            <a:custGeom>
              <a:avLst/>
              <a:gdLst>
                <a:gd name="T0" fmla="*/ 21 w 75"/>
                <a:gd name="T1" fmla="*/ 42 h 42"/>
                <a:gd name="T2" fmla="*/ 54 w 75"/>
                <a:gd name="T3" fmla="*/ 42 h 42"/>
                <a:gd name="T4" fmla="*/ 75 w 75"/>
                <a:gd name="T5" fmla="*/ 21 h 42"/>
                <a:gd name="T6" fmla="*/ 54 w 75"/>
                <a:gd name="T7" fmla="*/ 0 h 42"/>
                <a:gd name="T8" fmla="*/ 21 w 75"/>
                <a:gd name="T9" fmla="*/ 0 h 42"/>
                <a:gd name="T10" fmla="*/ 0 w 75"/>
                <a:gd name="T11" fmla="*/ 21 h 42"/>
                <a:gd name="T12" fmla="*/ 21 w 75"/>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75" h="42">
                  <a:moveTo>
                    <a:pt x="21" y="42"/>
                  </a:moveTo>
                  <a:cubicBezTo>
                    <a:pt x="54" y="42"/>
                    <a:pt x="54" y="42"/>
                    <a:pt x="54" y="42"/>
                  </a:cubicBezTo>
                  <a:cubicBezTo>
                    <a:pt x="65" y="42"/>
                    <a:pt x="75" y="33"/>
                    <a:pt x="75" y="21"/>
                  </a:cubicBezTo>
                  <a:cubicBezTo>
                    <a:pt x="75" y="10"/>
                    <a:pt x="65" y="0"/>
                    <a:pt x="54" y="0"/>
                  </a:cubicBezTo>
                  <a:cubicBezTo>
                    <a:pt x="21" y="0"/>
                    <a:pt x="21" y="0"/>
                    <a:pt x="21" y="0"/>
                  </a:cubicBezTo>
                  <a:cubicBezTo>
                    <a:pt x="9" y="0"/>
                    <a:pt x="0" y="10"/>
                    <a:pt x="0" y="21"/>
                  </a:cubicBezTo>
                  <a:cubicBezTo>
                    <a:pt x="0" y="33"/>
                    <a:pt x="9" y="42"/>
                    <a:pt x="21"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3" name="Freeform 33"/>
            <p:cNvSpPr>
              <a:spLocks/>
            </p:cNvSpPr>
            <p:nvPr/>
          </p:nvSpPr>
          <p:spPr bwMode="auto">
            <a:xfrm>
              <a:off x="7770813" y="1758951"/>
              <a:ext cx="214313" cy="117475"/>
            </a:xfrm>
            <a:custGeom>
              <a:avLst/>
              <a:gdLst>
                <a:gd name="T0" fmla="*/ 75 w 75"/>
                <a:gd name="T1" fmla="*/ 20 h 41"/>
                <a:gd name="T2" fmla="*/ 54 w 75"/>
                <a:gd name="T3" fmla="*/ 0 h 41"/>
                <a:gd name="T4" fmla="*/ 21 w 75"/>
                <a:gd name="T5" fmla="*/ 0 h 41"/>
                <a:gd name="T6" fmla="*/ 0 w 75"/>
                <a:gd name="T7" fmla="*/ 20 h 41"/>
                <a:gd name="T8" fmla="*/ 21 w 75"/>
                <a:gd name="T9" fmla="*/ 41 h 41"/>
                <a:gd name="T10" fmla="*/ 54 w 75"/>
                <a:gd name="T11" fmla="*/ 41 h 41"/>
                <a:gd name="T12" fmla="*/ 75 w 75"/>
                <a:gd name="T13" fmla="*/ 20 h 41"/>
              </a:gdLst>
              <a:ahLst/>
              <a:cxnLst>
                <a:cxn ang="0">
                  <a:pos x="T0" y="T1"/>
                </a:cxn>
                <a:cxn ang="0">
                  <a:pos x="T2" y="T3"/>
                </a:cxn>
                <a:cxn ang="0">
                  <a:pos x="T4" y="T5"/>
                </a:cxn>
                <a:cxn ang="0">
                  <a:pos x="T6" y="T7"/>
                </a:cxn>
                <a:cxn ang="0">
                  <a:pos x="T8" y="T9"/>
                </a:cxn>
                <a:cxn ang="0">
                  <a:pos x="T10" y="T11"/>
                </a:cxn>
                <a:cxn ang="0">
                  <a:pos x="T12" y="T13"/>
                </a:cxn>
              </a:cxnLst>
              <a:rect l="0" t="0" r="r" b="b"/>
              <a:pathLst>
                <a:path w="75" h="41">
                  <a:moveTo>
                    <a:pt x="75" y="20"/>
                  </a:moveTo>
                  <a:cubicBezTo>
                    <a:pt x="75" y="9"/>
                    <a:pt x="65" y="0"/>
                    <a:pt x="54" y="0"/>
                  </a:cubicBezTo>
                  <a:cubicBezTo>
                    <a:pt x="21" y="0"/>
                    <a:pt x="21" y="0"/>
                    <a:pt x="21" y="0"/>
                  </a:cubicBezTo>
                  <a:cubicBezTo>
                    <a:pt x="9" y="0"/>
                    <a:pt x="0" y="9"/>
                    <a:pt x="0" y="20"/>
                  </a:cubicBezTo>
                  <a:cubicBezTo>
                    <a:pt x="0" y="32"/>
                    <a:pt x="9" y="41"/>
                    <a:pt x="21" y="41"/>
                  </a:cubicBezTo>
                  <a:cubicBezTo>
                    <a:pt x="54" y="41"/>
                    <a:pt x="54" y="41"/>
                    <a:pt x="54" y="41"/>
                  </a:cubicBezTo>
                  <a:cubicBezTo>
                    <a:pt x="65" y="41"/>
                    <a:pt x="75" y="32"/>
                    <a:pt x="75"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4" name="Freeform 34"/>
            <p:cNvSpPr>
              <a:spLocks noEditPoints="1"/>
            </p:cNvSpPr>
            <p:nvPr/>
          </p:nvSpPr>
          <p:spPr bwMode="auto">
            <a:xfrm>
              <a:off x="7859713" y="763588"/>
              <a:ext cx="1173163" cy="1341438"/>
            </a:xfrm>
            <a:custGeom>
              <a:avLst/>
              <a:gdLst>
                <a:gd name="T0" fmla="*/ 368 w 411"/>
                <a:gd name="T1" fmla="*/ 0 h 469"/>
                <a:gd name="T2" fmla="*/ 42 w 411"/>
                <a:gd name="T3" fmla="*/ 0 h 469"/>
                <a:gd name="T4" fmla="*/ 0 w 411"/>
                <a:gd name="T5" fmla="*/ 43 h 469"/>
                <a:gd name="T6" fmla="*/ 0 w 411"/>
                <a:gd name="T7" fmla="*/ 68 h 469"/>
                <a:gd name="T8" fmla="*/ 23 w 411"/>
                <a:gd name="T9" fmla="*/ 68 h 469"/>
                <a:gd name="T10" fmla="*/ 56 w 411"/>
                <a:gd name="T11" fmla="*/ 101 h 469"/>
                <a:gd name="T12" fmla="*/ 23 w 411"/>
                <a:gd name="T13" fmla="*/ 134 h 469"/>
                <a:gd name="T14" fmla="*/ 0 w 411"/>
                <a:gd name="T15" fmla="*/ 134 h 469"/>
                <a:gd name="T16" fmla="*/ 0 w 411"/>
                <a:gd name="T17" fmla="*/ 157 h 469"/>
                <a:gd name="T18" fmla="*/ 23 w 411"/>
                <a:gd name="T19" fmla="*/ 157 h 469"/>
                <a:gd name="T20" fmla="*/ 56 w 411"/>
                <a:gd name="T21" fmla="*/ 190 h 469"/>
                <a:gd name="T22" fmla="*/ 23 w 411"/>
                <a:gd name="T23" fmla="*/ 223 h 469"/>
                <a:gd name="T24" fmla="*/ 0 w 411"/>
                <a:gd name="T25" fmla="*/ 223 h 469"/>
                <a:gd name="T26" fmla="*/ 0 w 411"/>
                <a:gd name="T27" fmla="*/ 246 h 469"/>
                <a:gd name="T28" fmla="*/ 23 w 411"/>
                <a:gd name="T29" fmla="*/ 246 h 469"/>
                <a:gd name="T30" fmla="*/ 56 w 411"/>
                <a:gd name="T31" fmla="*/ 279 h 469"/>
                <a:gd name="T32" fmla="*/ 23 w 411"/>
                <a:gd name="T33" fmla="*/ 312 h 469"/>
                <a:gd name="T34" fmla="*/ 0 w 411"/>
                <a:gd name="T35" fmla="*/ 312 h 469"/>
                <a:gd name="T36" fmla="*/ 0 w 411"/>
                <a:gd name="T37" fmla="*/ 335 h 469"/>
                <a:gd name="T38" fmla="*/ 23 w 411"/>
                <a:gd name="T39" fmla="*/ 335 h 469"/>
                <a:gd name="T40" fmla="*/ 56 w 411"/>
                <a:gd name="T41" fmla="*/ 368 h 469"/>
                <a:gd name="T42" fmla="*/ 23 w 411"/>
                <a:gd name="T43" fmla="*/ 401 h 469"/>
                <a:gd name="T44" fmla="*/ 0 w 411"/>
                <a:gd name="T45" fmla="*/ 401 h 469"/>
                <a:gd name="T46" fmla="*/ 0 w 411"/>
                <a:gd name="T47" fmla="*/ 426 h 469"/>
                <a:gd name="T48" fmla="*/ 42 w 411"/>
                <a:gd name="T49" fmla="*/ 469 h 469"/>
                <a:gd name="T50" fmla="*/ 368 w 411"/>
                <a:gd name="T51" fmla="*/ 469 h 469"/>
                <a:gd name="T52" fmla="*/ 411 w 411"/>
                <a:gd name="T53" fmla="*/ 426 h 469"/>
                <a:gd name="T54" fmla="*/ 411 w 411"/>
                <a:gd name="T55" fmla="*/ 43 h 469"/>
                <a:gd name="T56" fmla="*/ 368 w 411"/>
                <a:gd name="T57" fmla="*/ 0 h 469"/>
                <a:gd name="T58" fmla="*/ 212 w 411"/>
                <a:gd name="T59" fmla="*/ 87 h 469"/>
                <a:gd name="T60" fmla="*/ 271 w 411"/>
                <a:gd name="T61" fmla="*/ 146 h 469"/>
                <a:gd name="T62" fmla="*/ 212 w 411"/>
                <a:gd name="T63" fmla="*/ 205 h 469"/>
                <a:gd name="T64" fmla="*/ 153 w 411"/>
                <a:gd name="T65" fmla="*/ 146 h 469"/>
                <a:gd name="T66" fmla="*/ 212 w 411"/>
                <a:gd name="T67" fmla="*/ 87 h 469"/>
                <a:gd name="T68" fmla="*/ 307 w 411"/>
                <a:gd name="T69" fmla="*/ 363 h 469"/>
                <a:gd name="T70" fmla="*/ 307 w 411"/>
                <a:gd name="T71" fmla="*/ 363 h 469"/>
                <a:gd name="T72" fmla="*/ 212 w 411"/>
                <a:gd name="T73" fmla="*/ 383 h 469"/>
                <a:gd name="T74" fmla="*/ 117 w 411"/>
                <a:gd name="T75" fmla="*/ 363 h 469"/>
                <a:gd name="T76" fmla="*/ 117 w 411"/>
                <a:gd name="T77" fmla="*/ 363 h 469"/>
                <a:gd name="T78" fmla="*/ 117 w 411"/>
                <a:gd name="T79" fmla="*/ 306 h 469"/>
                <a:gd name="T80" fmla="*/ 180 w 411"/>
                <a:gd name="T81" fmla="*/ 215 h 469"/>
                <a:gd name="T82" fmla="*/ 212 w 411"/>
                <a:gd name="T83" fmla="*/ 257 h 469"/>
                <a:gd name="T84" fmla="*/ 244 w 411"/>
                <a:gd name="T85" fmla="*/ 215 h 469"/>
                <a:gd name="T86" fmla="*/ 307 w 411"/>
                <a:gd name="T87" fmla="*/ 306 h 469"/>
                <a:gd name="T88" fmla="*/ 307 w 411"/>
                <a:gd name="T89" fmla="*/ 363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11" h="469">
                  <a:moveTo>
                    <a:pt x="368" y="0"/>
                  </a:moveTo>
                  <a:cubicBezTo>
                    <a:pt x="42" y="0"/>
                    <a:pt x="42" y="0"/>
                    <a:pt x="42" y="0"/>
                  </a:cubicBezTo>
                  <a:cubicBezTo>
                    <a:pt x="19" y="0"/>
                    <a:pt x="0" y="20"/>
                    <a:pt x="0" y="43"/>
                  </a:cubicBezTo>
                  <a:cubicBezTo>
                    <a:pt x="0" y="68"/>
                    <a:pt x="0" y="68"/>
                    <a:pt x="0" y="68"/>
                  </a:cubicBezTo>
                  <a:cubicBezTo>
                    <a:pt x="23" y="68"/>
                    <a:pt x="23" y="68"/>
                    <a:pt x="23" y="68"/>
                  </a:cubicBezTo>
                  <a:cubicBezTo>
                    <a:pt x="41" y="68"/>
                    <a:pt x="56" y="83"/>
                    <a:pt x="56" y="101"/>
                  </a:cubicBezTo>
                  <a:cubicBezTo>
                    <a:pt x="56" y="119"/>
                    <a:pt x="41" y="134"/>
                    <a:pt x="23" y="134"/>
                  </a:cubicBezTo>
                  <a:cubicBezTo>
                    <a:pt x="0" y="134"/>
                    <a:pt x="0" y="134"/>
                    <a:pt x="0" y="134"/>
                  </a:cubicBezTo>
                  <a:cubicBezTo>
                    <a:pt x="0" y="157"/>
                    <a:pt x="0" y="157"/>
                    <a:pt x="0" y="157"/>
                  </a:cubicBezTo>
                  <a:cubicBezTo>
                    <a:pt x="23" y="157"/>
                    <a:pt x="23" y="157"/>
                    <a:pt x="23" y="157"/>
                  </a:cubicBezTo>
                  <a:cubicBezTo>
                    <a:pt x="41" y="157"/>
                    <a:pt x="56" y="172"/>
                    <a:pt x="56" y="190"/>
                  </a:cubicBezTo>
                  <a:cubicBezTo>
                    <a:pt x="56" y="208"/>
                    <a:pt x="41" y="223"/>
                    <a:pt x="23" y="223"/>
                  </a:cubicBezTo>
                  <a:cubicBezTo>
                    <a:pt x="0" y="223"/>
                    <a:pt x="0" y="223"/>
                    <a:pt x="0" y="223"/>
                  </a:cubicBezTo>
                  <a:cubicBezTo>
                    <a:pt x="0" y="246"/>
                    <a:pt x="0" y="246"/>
                    <a:pt x="0" y="246"/>
                  </a:cubicBezTo>
                  <a:cubicBezTo>
                    <a:pt x="23" y="246"/>
                    <a:pt x="23" y="246"/>
                    <a:pt x="23" y="246"/>
                  </a:cubicBezTo>
                  <a:cubicBezTo>
                    <a:pt x="41" y="246"/>
                    <a:pt x="56" y="261"/>
                    <a:pt x="56" y="279"/>
                  </a:cubicBezTo>
                  <a:cubicBezTo>
                    <a:pt x="56" y="298"/>
                    <a:pt x="41" y="312"/>
                    <a:pt x="23" y="312"/>
                  </a:cubicBezTo>
                  <a:cubicBezTo>
                    <a:pt x="0" y="312"/>
                    <a:pt x="0" y="312"/>
                    <a:pt x="0" y="312"/>
                  </a:cubicBezTo>
                  <a:cubicBezTo>
                    <a:pt x="0" y="335"/>
                    <a:pt x="0" y="335"/>
                    <a:pt x="0" y="335"/>
                  </a:cubicBezTo>
                  <a:cubicBezTo>
                    <a:pt x="23" y="335"/>
                    <a:pt x="23" y="335"/>
                    <a:pt x="23" y="335"/>
                  </a:cubicBezTo>
                  <a:cubicBezTo>
                    <a:pt x="41" y="335"/>
                    <a:pt x="56" y="350"/>
                    <a:pt x="56" y="368"/>
                  </a:cubicBezTo>
                  <a:cubicBezTo>
                    <a:pt x="56" y="387"/>
                    <a:pt x="41" y="401"/>
                    <a:pt x="23" y="401"/>
                  </a:cubicBezTo>
                  <a:cubicBezTo>
                    <a:pt x="0" y="401"/>
                    <a:pt x="0" y="401"/>
                    <a:pt x="0" y="401"/>
                  </a:cubicBezTo>
                  <a:cubicBezTo>
                    <a:pt x="0" y="426"/>
                    <a:pt x="0" y="426"/>
                    <a:pt x="0" y="426"/>
                  </a:cubicBezTo>
                  <a:cubicBezTo>
                    <a:pt x="0" y="450"/>
                    <a:pt x="19" y="469"/>
                    <a:pt x="42" y="469"/>
                  </a:cubicBezTo>
                  <a:cubicBezTo>
                    <a:pt x="368" y="469"/>
                    <a:pt x="368" y="469"/>
                    <a:pt x="368" y="469"/>
                  </a:cubicBezTo>
                  <a:cubicBezTo>
                    <a:pt x="392" y="469"/>
                    <a:pt x="411" y="450"/>
                    <a:pt x="411" y="426"/>
                  </a:cubicBezTo>
                  <a:cubicBezTo>
                    <a:pt x="411" y="43"/>
                    <a:pt x="411" y="43"/>
                    <a:pt x="411" y="43"/>
                  </a:cubicBezTo>
                  <a:cubicBezTo>
                    <a:pt x="411" y="20"/>
                    <a:pt x="392" y="0"/>
                    <a:pt x="368" y="0"/>
                  </a:cubicBezTo>
                  <a:close/>
                  <a:moveTo>
                    <a:pt x="212" y="87"/>
                  </a:moveTo>
                  <a:cubicBezTo>
                    <a:pt x="245" y="87"/>
                    <a:pt x="271" y="113"/>
                    <a:pt x="271" y="146"/>
                  </a:cubicBezTo>
                  <a:cubicBezTo>
                    <a:pt x="271" y="179"/>
                    <a:pt x="245" y="205"/>
                    <a:pt x="212" y="205"/>
                  </a:cubicBezTo>
                  <a:cubicBezTo>
                    <a:pt x="179" y="205"/>
                    <a:pt x="153" y="179"/>
                    <a:pt x="153" y="146"/>
                  </a:cubicBezTo>
                  <a:cubicBezTo>
                    <a:pt x="153" y="113"/>
                    <a:pt x="179" y="87"/>
                    <a:pt x="212" y="87"/>
                  </a:cubicBezTo>
                  <a:close/>
                  <a:moveTo>
                    <a:pt x="307" y="363"/>
                  </a:moveTo>
                  <a:cubicBezTo>
                    <a:pt x="307" y="363"/>
                    <a:pt x="307" y="363"/>
                    <a:pt x="307" y="363"/>
                  </a:cubicBezTo>
                  <a:cubicBezTo>
                    <a:pt x="305" y="374"/>
                    <a:pt x="263" y="383"/>
                    <a:pt x="212" y="383"/>
                  </a:cubicBezTo>
                  <a:cubicBezTo>
                    <a:pt x="161" y="383"/>
                    <a:pt x="119" y="374"/>
                    <a:pt x="117" y="363"/>
                  </a:cubicBezTo>
                  <a:cubicBezTo>
                    <a:pt x="117" y="363"/>
                    <a:pt x="117" y="363"/>
                    <a:pt x="117" y="363"/>
                  </a:cubicBezTo>
                  <a:cubicBezTo>
                    <a:pt x="117" y="306"/>
                    <a:pt x="117" y="306"/>
                    <a:pt x="117" y="306"/>
                  </a:cubicBezTo>
                  <a:cubicBezTo>
                    <a:pt x="117" y="264"/>
                    <a:pt x="143" y="228"/>
                    <a:pt x="180" y="215"/>
                  </a:cubicBezTo>
                  <a:cubicBezTo>
                    <a:pt x="212" y="257"/>
                    <a:pt x="212" y="257"/>
                    <a:pt x="212" y="257"/>
                  </a:cubicBezTo>
                  <a:cubicBezTo>
                    <a:pt x="244" y="215"/>
                    <a:pt x="244" y="215"/>
                    <a:pt x="244" y="215"/>
                  </a:cubicBezTo>
                  <a:cubicBezTo>
                    <a:pt x="281" y="228"/>
                    <a:pt x="307" y="264"/>
                    <a:pt x="307" y="306"/>
                  </a:cubicBezTo>
                  <a:lnTo>
                    <a:pt x="307" y="3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5" name="Freeform 35"/>
            <p:cNvSpPr>
              <a:spLocks/>
            </p:cNvSpPr>
            <p:nvPr/>
          </p:nvSpPr>
          <p:spPr bwMode="auto">
            <a:xfrm>
              <a:off x="9056688" y="892176"/>
              <a:ext cx="90488" cy="169863"/>
            </a:xfrm>
            <a:custGeom>
              <a:avLst/>
              <a:gdLst>
                <a:gd name="T0" fmla="*/ 23 w 32"/>
                <a:gd name="T1" fmla="*/ 0 h 59"/>
                <a:gd name="T2" fmla="*/ 9 w 32"/>
                <a:gd name="T3" fmla="*/ 0 h 59"/>
                <a:gd name="T4" fmla="*/ 0 w 32"/>
                <a:gd name="T5" fmla="*/ 8 h 59"/>
                <a:gd name="T6" fmla="*/ 0 w 32"/>
                <a:gd name="T7" fmla="*/ 59 h 59"/>
                <a:gd name="T8" fmla="*/ 9 w 32"/>
                <a:gd name="T9" fmla="*/ 51 h 59"/>
                <a:gd name="T10" fmla="*/ 23 w 32"/>
                <a:gd name="T11" fmla="*/ 51 h 59"/>
                <a:gd name="T12" fmla="*/ 32 w 32"/>
                <a:gd name="T13" fmla="*/ 59 h 59"/>
                <a:gd name="T14" fmla="*/ 32 w 32"/>
                <a:gd name="T15" fmla="*/ 8 h 59"/>
                <a:gd name="T16" fmla="*/ 23 w 32"/>
                <a:gd name="T17"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59">
                  <a:moveTo>
                    <a:pt x="23" y="0"/>
                  </a:moveTo>
                  <a:cubicBezTo>
                    <a:pt x="9" y="0"/>
                    <a:pt x="9" y="0"/>
                    <a:pt x="9" y="0"/>
                  </a:cubicBezTo>
                  <a:cubicBezTo>
                    <a:pt x="4" y="0"/>
                    <a:pt x="0" y="4"/>
                    <a:pt x="0" y="8"/>
                  </a:cubicBezTo>
                  <a:cubicBezTo>
                    <a:pt x="0" y="59"/>
                    <a:pt x="0" y="59"/>
                    <a:pt x="0" y="59"/>
                  </a:cubicBezTo>
                  <a:cubicBezTo>
                    <a:pt x="0" y="55"/>
                    <a:pt x="4" y="51"/>
                    <a:pt x="9" y="51"/>
                  </a:cubicBezTo>
                  <a:cubicBezTo>
                    <a:pt x="23" y="51"/>
                    <a:pt x="23" y="51"/>
                    <a:pt x="23" y="51"/>
                  </a:cubicBezTo>
                  <a:cubicBezTo>
                    <a:pt x="28" y="51"/>
                    <a:pt x="32" y="55"/>
                    <a:pt x="32" y="59"/>
                  </a:cubicBezTo>
                  <a:cubicBezTo>
                    <a:pt x="32" y="8"/>
                    <a:pt x="32" y="8"/>
                    <a:pt x="32" y="8"/>
                  </a:cubicBezTo>
                  <a:cubicBezTo>
                    <a:pt x="32" y="4"/>
                    <a:pt x="28" y="0"/>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6" name="Freeform 36"/>
            <p:cNvSpPr>
              <a:spLocks/>
            </p:cNvSpPr>
            <p:nvPr/>
          </p:nvSpPr>
          <p:spPr bwMode="auto">
            <a:xfrm>
              <a:off x="9056688" y="1076326"/>
              <a:ext cx="90488" cy="171450"/>
            </a:xfrm>
            <a:custGeom>
              <a:avLst/>
              <a:gdLst>
                <a:gd name="T0" fmla="*/ 23 w 32"/>
                <a:gd name="T1" fmla="*/ 0 h 60"/>
                <a:gd name="T2" fmla="*/ 9 w 32"/>
                <a:gd name="T3" fmla="*/ 0 h 60"/>
                <a:gd name="T4" fmla="*/ 0 w 32"/>
                <a:gd name="T5" fmla="*/ 9 h 60"/>
                <a:gd name="T6" fmla="*/ 0 w 32"/>
                <a:gd name="T7" fmla="*/ 60 h 60"/>
                <a:gd name="T8" fmla="*/ 9 w 32"/>
                <a:gd name="T9" fmla="*/ 51 h 60"/>
                <a:gd name="T10" fmla="*/ 23 w 32"/>
                <a:gd name="T11" fmla="*/ 51 h 60"/>
                <a:gd name="T12" fmla="*/ 32 w 32"/>
                <a:gd name="T13" fmla="*/ 60 h 60"/>
                <a:gd name="T14" fmla="*/ 32 w 32"/>
                <a:gd name="T15" fmla="*/ 9 h 60"/>
                <a:gd name="T16" fmla="*/ 23 w 32"/>
                <a:gd name="T17"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60">
                  <a:moveTo>
                    <a:pt x="23" y="0"/>
                  </a:moveTo>
                  <a:cubicBezTo>
                    <a:pt x="9" y="0"/>
                    <a:pt x="9" y="0"/>
                    <a:pt x="9" y="0"/>
                  </a:cubicBezTo>
                  <a:cubicBezTo>
                    <a:pt x="4" y="0"/>
                    <a:pt x="0" y="4"/>
                    <a:pt x="0" y="9"/>
                  </a:cubicBezTo>
                  <a:cubicBezTo>
                    <a:pt x="0" y="60"/>
                    <a:pt x="0" y="60"/>
                    <a:pt x="0" y="60"/>
                  </a:cubicBezTo>
                  <a:cubicBezTo>
                    <a:pt x="0" y="55"/>
                    <a:pt x="4" y="51"/>
                    <a:pt x="9" y="51"/>
                  </a:cubicBezTo>
                  <a:cubicBezTo>
                    <a:pt x="23" y="51"/>
                    <a:pt x="23" y="51"/>
                    <a:pt x="23" y="51"/>
                  </a:cubicBezTo>
                  <a:cubicBezTo>
                    <a:pt x="28" y="51"/>
                    <a:pt x="32" y="55"/>
                    <a:pt x="32" y="60"/>
                  </a:cubicBezTo>
                  <a:cubicBezTo>
                    <a:pt x="32" y="9"/>
                    <a:pt x="32" y="9"/>
                    <a:pt x="32" y="9"/>
                  </a:cubicBezTo>
                  <a:cubicBezTo>
                    <a:pt x="32" y="4"/>
                    <a:pt x="28" y="0"/>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7" name="Freeform 37"/>
            <p:cNvSpPr>
              <a:spLocks/>
            </p:cNvSpPr>
            <p:nvPr/>
          </p:nvSpPr>
          <p:spPr bwMode="auto">
            <a:xfrm>
              <a:off x="9056688" y="1252538"/>
              <a:ext cx="90488" cy="209550"/>
            </a:xfrm>
            <a:custGeom>
              <a:avLst/>
              <a:gdLst>
                <a:gd name="T0" fmla="*/ 32 w 32"/>
                <a:gd name="T1" fmla="*/ 64 h 73"/>
                <a:gd name="T2" fmla="*/ 23 w 32"/>
                <a:gd name="T3" fmla="*/ 73 h 73"/>
                <a:gd name="T4" fmla="*/ 9 w 32"/>
                <a:gd name="T5" fmla="*/ 73 h 73"/>
                <a:gd name="T6" fmla="*/ 0 w 32"/>
                <a:gd name="T7" fmla="*/ 64 h 73"/>
                <a:gd name="T8" fmla="*/ 0 w 32"/>
                <a:gd name="T9" fmla="*/ 9 h 73"/>
                <a:gd name="T10" fmla="*/ 9 w 32"/>
                <a:gd name="T11" fmla="*/ 0 h 73"/>
                <a:gd name="T12" fmla="*/ 23 w 32"/>
                <a:gd name="T13" fmla="*/ 0 h 73"/>
                <a:gd name="T14" fmla="*/ 32 w 32"/>
                <a:gd name="T15" fmla="*/ 9 h 73"/>
                <a:gd name="T16" fmla="*/ 32 w 32"/>
                <a:gd name="T17" fmla="*/ 64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73">
                  <a:moveTo>
                    <a:pt x="32" y="64"/>
                  </a:moveTo>
                  <a:cubicBezTo>
                    <a:pt x="32" y="69"/>
                    <a:pt x="28" y="73"/>
                    <a:pt x="23" y="73"/>
                  </a:cubicBezTo>
                  <a:cubicBezTo>
                    <a:pt x="9" y="73"/>
                    <a:pt x="9" y="73"/>
                    <a:pt x="9" y="73"/>
                  </a:cubicBezTo>
                  <a:cubicBezTo>
                    <a:pt x="4" y="73"/>
                    <a:pt x="0" y="69"/>
                    <a:pt x="0" y="64"/>
                  </a:cubicBezTo>
                  <a:cubicBezTo>
                    <a:pt x="0" y="9"/>
                    <a:pt x="0" y="9"/>
                    <a:pt x="0" y="9"/>
                  </a:cubicBezTo>
                  <a:cubicBezTo>
                    <a:pt x="0" y="4"/>
                    <a:pt x="4" y="0"/>
                    <a:pt x="9" y="0"/>
                  </a:cubicBezTo>
                  <a:cubicBezTo>
                    <a:pt x="23" y="0"/>
                    <a:pt x="23" y="0"/>
                    <a:pt x="23" y="0"/>
                  </a:cubicBezTo>
                  <a:cubicBezTo>
                    <a:pt x="28" y="0"/>
                    <a:pt x="32" y="4"/>
                    <a:pt x="32" y="9"/>
                  </a:cubicBezTo>
                  <a:lnTo>
                    <a:pt x="32" y="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08" name="组合 607"/>
          <p:cNvGrpSpPr/>
          <p:nvPr/>
        </p:nvGrpSpPr>
        <p:grpSpPr>
          <a:xfrm>
            <a:off x="8729110" y="2974308"/>
            <a:ext cx="368633" cy="310137"/>
            <a:chOff x="5146675" y="766763"/>
            <a:chExt cx="1590676" cy="1338263"/>
          </a:xfrm>
          <a:solidFill>
            <a:srgbClr val="707E84"/>
          </a:solidFill>
        </p:grpSpPr>
        <p:sp>
          <p:nvSpPr>
            <p:cNvPr id="609" name="Oval 18"/>
            <p:cNvSpPr>
              <a:spLocks noChangeArrowheads="1"/>
            </p:cNvSpPr>
            <p:nvPr/>
          </p:nvSpPr>
          <p:spPr bwMode="auto">
            <a:xfrm>
              <a:off x="5675313" y="766763"/>
              <a:ext cx="533400" cy="5349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0" name="Freeform 19"/>
            <p:cNvSpPr>
              <a:spLocks/>
            </p:cNvSpPr>
            <p:nvPr/>
          </p:nvSpPr>
          <p:spPr bwMode="auto">
            <a:xfrm>
              <a:off x="5511800" y="1344613"/>
              <a:ext cx="860425" cy="760413"/>
            </a:xfrm>
            <a:custGeom>
              <a:avLst/>
              <a:gdLst>
                <a:gd name="T0" fmla="*/ 201 w 301"/>
                <a:gd name="T1" fmla="*/ 0 h 266"/>
                <a:gd name="T2" fmla="*/ 151 w 301"/>
                <a:gd name="T3" fmla="*/ 67 h 266"/>
                <a:gd name="T4" fmla="*/ 101 w 301"/>
                <a:gd name="T5" fmla="*/ 0 h 266"/>
                <a:gd name="T6" fmla="*/ 0 w 301"/>
                <a:gd name="T7" fmla="*/ 144 h 266"/>
                <a:gd name="T8" fmla="*/ 0 w 301"/>
                <a:gd name="T9" fmla="*/ 235 h 266"/>
                <a:gd name="T10" fmla="*/ 0 w 301"/>
                <a:gd name="T11" fmla="*/ 235 h 266"/>
                <a:gd name="T12" fmla="*/ 151 w 301"/>
                <a:gd name="T13" fmla="*/ 266 h 266"/>
                <a:gd name="T14" fmla="*/ 301 w 301"/>
                <a:gd name="T15" fmla="*/ 235 h 266"/>
                <a:gd name="T16" fmla="*/ 301 w 301"/>
                <a:gd name="T17" fmla="*/ 235 h 266"/>
                <a:gd name="T18" fmla="*/ 301 w 301"/>
                <a:gd name="T19" fmla="*/ 144 h 266"/>
                <a:gd name="T20" fmla="*/ 201 w 301"/>
                <a:gd name="T21" fmla="*/ 0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1" h="266">
                  <a:moveTo>
                    <a:pt x="201" y="0"/>
                  </a:moveTo>
                  <a:cubicBezTo>
                    <a:pt x="151" y="67"/>
                    <a:pt x="151" y="67"/>
                    <a:pt x="151" y="67"/>
                  </a:cubicBezTo>
                  <a:cubicBezTo>
                    <a:pt x="101" y="0"/>
                    <a:pt x="101" y="0"/>
                    <a:pt x="101" y="0"/>
                  </a:cubicBezTo>
                  <a:cubicBezTo>
                    <a:pt x="42" y="21"/>
                    <a:pt x="0" y="78"/>
                    <a:pt x="0" y="144"/>
                  </a:cubicBezTo>
                  <a:cubicBezTo>
                    <a:pt x="0" y="235"/>
                    <a:pt x="0" y="235"/>
                    <a:pt x="0" y="235"/>
                  </a:cubicBezTo>
                  <a:cubicBezTo>
                    <a:pt x="0" y="235"/>
                    <a:pt x="0" y="235"/>
                    <a:pt x="0" y="235"/>
                  </a:cubicBezTo>
                  <a:cubicBezTo>
                    <a:pt x="3" y="252"/>
                    <a:pt x="69" y="266"/>
                    <a:pt x="151" y="266"/>
                  </a:cubicBezTo>
                  <a:cubicBezTo>
                    <a:pt x="232" y="266"/>
                    <a:pt x="298" y="252"/>
                    <a:pt x="301" y="235"/>
                  </a:cubicBezTo>
                  <a:cubicBezTo>
                    <a:pt x="301" y="235"/>
                    <a:pt x="301" y="235"/>
                    <a:pt x="301" y="235"/>
                  </a:cubicBezTo>
                  <a:cubicBezTo>
                    <a:pt x="301" y="144"/>
                    <a:pt x="301" y="144"/>
                    <a:pt x="301" y="144"/>
                  </a:cubicBezTo>
                  <a:cubicBezTo>
                    <a:pt x="301" y="78"/>
                    <a:pt x="259" y="21"/>
                    <a:pt x="20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1" name="Freeform 20"/>
            <p:cNvSpPr>
              <a:spLocks/>
            </p:cNvSpPr>
            <p:nvPr/>
          </p:nvSpPr>
          <p:spPr bwMode="auto">
            <a:xfrm>
              <a:off x="5900738" y="1319213"/>
              <a:ext cx="85725" cy="50800"/>
            </a:xfrm>
            <a:custGeom>
              <a:avLst/>
              <a:gdLst>
                <a:gd name="T0" fmla="*/ 30 w 30"/>
                <a:gd name="T1" fmla="*/ 1 h 18"/>
                <a:gd name="T2" fmla="*/ 15 w 30"/>
                <a:gd name="T3" fmla="*/ 0 h 18"/>
                <a:gd name="T4" fmla="*/ 1 w 30"/>
                <a:gd name="T5" fmla="*/ 1 h 18"/>
                <a:gd name="T6" fmla="*/ 7 w 30"/>
                <a:gd name="T7" fmla="*/ 18 h 18"/>
                <a:gd name="T8" fmla="*/ 24 w 30"/>
                <a:gd name="T9" fmla="*/ 18 h 18"/>
                <a:gd name="T10" fmla="*/ 30 w 30"/>
                <a:gd name="T11" fmla="*/ 1 h 18"/>
              </a:gdLst>
              <a:ahLst/>
              <a:cxnLst>
                <a:cxn ang="0">
                  <a:pos x="T0" y="T1"/>
                </a:cxn>
                <a:cxn ang="0">
                  <a:pos x="T2" y="T3"/>
                </a:cxn>
                <a:cxn ang="0">
                  <a:pos x="T4" y="T5"/>
                </a:cxn>
                <a:cxn ang="0">
                  <a:pos x="T6" y="T7"/>
                </a:cxn>
                <a:cxn ang="0">
                  <a:pos x="T8" y="T9"/>
                </a:cxn>
                <a:cxn ang="0">
                  <a:pos x="T10" y="T11"/>
                </a:cxn>
              </a:cxnLst>
              <a:rect l="0" t="0" r="r" b="b"/>
              <a:pathLst>
                <a:path w="30" h="18">
                  <a:moveTo>
                    <a:pt x="30" y="1"/>
                  </a:moveTo>
                  <a:cubicBezTo>
                    <a:pt x="25" y="0"/>
                    <a:pt x="20" y="0"/>
                    <a:pt x="15" y="0"/>
                  </a:cubicBezTo>
                  <a:cubicBezTo>
                    <a:pt x="10" y="0"/>
                    <a:pt x="6" y="0"/>
                    <a:pt x="1" y="1"/>
                  </a:cubicBezTo>
                  <a:cubicBezTo>
                    <a:pt x="1" y="1"/>
                    <a:pt x="0" y="11"/>
                    <a:pt x="7" y="18"/>
                  </a:cubicBezTo>
                  <a:cubicBezTo>
                    <a:pt x="7" y="18"/>
                    <a:pt x="18" y="18"/>
                    <a:pt x="24" y="18"/>
                  </a:cubicBezTo>
                  <a:cubicBezTo>
                    <a:pt x="24" y="18"/>
                    <a:pt x="30" y="12"/>
                    <a:pt x="3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2" name="Freeform 21"/>
            <p:cNvSpPr>
              <a:spLocks/>
            </p:cNvSpPr>
            <p:nvPr/>
          </p:nvSpPr>
          <p:spPr bwMode="auto">
            <a:xfrm>
              <a:off x="5894388" y="1377951"/>
              <a:ext cx="95250" cy="130175"/>
            </a:xfrm>
            <a:custGeom>
              <a:avLst/>
              <a:gdLst>
                <a:gd name="T0" fmla="*/ 15 w 60"/>
                <a:gd name="T1" fmla="*/ 0 h 82"/>
                <a:gd name="T2" fmla="*/ 47 w 60"/>
                <a:gd name="T3" fmla="*/ 0 h 82"/>
                <a:gd name="T4" fmla="*/ 60 w 60"/>
                <a:gd name="T5" fmla="*/ 47 h 82"/>
                <a:gd name="T6" fmla="*/ 31 w 60"/>
                <a:gd name="T7" fmla="*/ 82 h 82"/>
                <a:gd name="T8" fmla="*/ 0 w 60"/>
                <a:gd name="T9" fmla="*/ 47 h 82"/>
                <a:gd name="T10" fmla="*/ 15 w 60"/>
                <a:gd name="T11" fmla="*/ 0 h 82"/>
              </a:gdLst>
              <a:ahLst/>
              <a:cxnLst>
                <a:cxn ang="0">
                  <a:pos x="T0" y="T1"/>
                </a:cxn>
                <a:cxn ang="0">
                  <a:pos x="T2" y="T3"/>
                </a:cxn>
                <a:cxn ang="0">
                  <a:pos x="T4" y="T5"/>
                </a:cxn>
                <a:cxn ang="0">
                  <a:pos x="T6" y="T7"/>
                </a:cxn>
                <a:cxn ang="0">
                  <a:pos x="T8" y="T9"/>
                </a:cxn>
                <a:cxn ang="0">
                  <a:pos x="T10" y="T11"/>
                </a:cxn>
              </a:cxnLst>
              <a:rect l="0" t="0" r="r" b="b"/>
              <a:pathLst>
                <a:path w="60" h="82">
                  <a:moveTo>
                    <a:pt x="15" y="0"/>
                  </a:moveTo>
                  <a:lnTo>
                    <a:pt x="47" y="0"/>
                  </a:lnTo>
                  <a:lnTo>
                    <a:pt x="60" y="47"/>
                  </a:lnTo>
                  <a:lnTo>
                    <a:pt x="31" y="82"/>
                  </a:lnTo>
                  <a:lnTo>
                    <a:pt x="0" y="47"/>
                  </a:lnTo>
                  <a:lnTo>
                    <a:pt x="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3" name="Freeform 22"/>
            <p:cNvSpPr>
              <a:spLocks/>
            </p:cNvSpPr>
            <p:nvPr/>
          </p:nvSpPr>
          <p:spPr bwMode="auto">
            <a:xfrm>
              <a:off x="5432425" y="1427163"/>
              <a:ext cx="71438" cy="96838"/>
            </a:xfrm>
            <a:custGeom>
              <a:avLst/>
              <a:gdLst>
                <a:gd name="T0" fmla="*/ 23 w 45"/>
                <a:gd name="T1" fmla="*/ 61 h 61"/>
                <a:gd name="T2" fmla="*/ 45 w 45"/>
                <a:gd name="T3" fmla="*/ 34 h 61"/>
                <a:gd name="T4" fmla="*/ 34 w 45"/>
                <a:gd name="T5" fmla="*/ 0 h 61"/>
                <a:gd name="T6" fmla="*/ 11 w 45"/>
                <a:gd name="T7" fmla="*/ 0 h 61"/>
                <a:gd name="T8" fmla="*/ 0 w 45"/>
                <a:gd name="T9" fmla="*/ 34 h 61"/>
                <a:gd name="T10" fmla="*/ 23 w 45"/>
                <a:gd name="T11" fmla="*/ 61 h 61"/>
              </a:gdLst>
              <a:ahLst/>
              <a:cxnLst>
                <a:cxn ang="0">
                  <a:pos x="T0" y="T1"/>
                </a:cxn>
                <a:cxn ang="0">
                  <a:pos x="T2" y="T3"/>
                </a:cxn>
                <a:cxn ang="0">
                  <a:pos x="T4" y="T5"/>
                </a:cxn>
                <a:cxn ang="0">
                  <a:pos x="T6" y="T7"/>
                </a:cxn>
                <a:cxn ang="0">
                  <a:pos x="T8" y="T9"/>
                </a:cxn>
                <a:cxn ang="0">
                  <a:pos x="T10" y="T11"/>
                </a:cxn>
              </a:cxnLst>
              <a:rect l="0" t="0" r="r" b="b"/>
              <a:pathLst>
                <a:path w="45" h="61">
                  <a:moveTo>
                    <a:pt x="23" y="61"/>
                  </a:moveTo>
                  <a:lnTo>
                    <a:pt x="45" y="34"/>
                  </a:lnTo>
                  <a:lnTo>
                    <a:pt x="34" y="0"/>
                  </a:lnTo>
                  <a:lnTo>
                    <a:pt x="11" y="0"/>
                  </a:lnTo>
                  <a:lnTo>
                    <a:pt x="0" y="34"/>
                  </a:lnTo>
                  <a:lnTo>
                    <a:pt x="23"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4" name="Freeform 23"/>
            <p:cNvSpPr>
              <a:spLocks/>
            </p:cNvSpPr>
            <p:nvPr/>
          </p:nvSpPr>
          <p:spPr bwMode="auto">
            <a:xfrm>
              <a:off x="5146675" y="1401763"/>
              <a:ext cx="465138" cy="568325"/>
            </a:xfrm>
            <a:custGeom>
              <a:avLst/>
              <a:gdLst>
                <a:gd name="T0" fmla="*/ 150 w 163"/>
                <a:gd name="T1" fmla="*/ 0 h 199"/>
                <a:gd name="T2" fmla="*/ 113 w 163"/>
                <a:gd name="T3" fmla="*/ 50 h 199"/>
                <a:gd name="T4" fmla="*/ 75 w 163"/>
                <a:gd name="T5" fmla="*/ 0 h 199"/>
                <a:gd name="T6" fmla="*/ 0 w 163"/>
                <a:gd name="T7" fmla="*/ 108 h 199"/>
                <a:gd name="T8" fmla="*/ 0 w 163"/>
                <a:gd name="T9" fmla="*/ 176 h 199"/>
                <a:gd name="T10" fmla="*/ 0 w 163"/>
                <a:gd name="T11" fmla="*/ 176 h 199"/>
                <a:gd name="T12" fmla="*/ 113 w 163"/>
                <a:gd name="T13" fmla="*/ 199 h 199"/>
                <a:gd name="T14" fmla="*/ 114 w 163"/>
                <a:gd name="T15" fmla="*/ 199 h 199"/>
                <a:gd name="T16" fmla="*/ 114 w 163"/>
                <a:gd name="T17" fmla="*/ 124 h 199"/>
                <a:gd name="T18" fmla="*/ 163 w 163"/>
                <a:gd name="T19" fmla="*/ 6 h 199"/>
                <a:gd name="T20" fmla="*/ 150 w 163"/>
                <a:gd name="T21"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3" h="199">
                  <a:moveTo>
                    <a:pt x="150" y="0"/>
                  </a:moveTo>
                  <a:cubicBezTo>
                    <a:pt x="113" y="50"/>
                    <a:pt x="113" y="50"/>
                    <a:pt x="113" y="50"/>
                  </a:cubicBezTo>
                  <a:cubicBezTo>
                    <a:pt x="75" y="0"/>
                    <a:pt x="75" y="0"/>
                    <a:pt x="75" y="0"/>
                  </a:cubicBezTo>
                  <a:cubicBezTo>
                    <a:pt x="31" y="16"/>
                    <a:pt x="0" y="58"/>
                    <a:pt x="0" y="108"/>
                  </a:cubicBezTo>
                  <a:cubicBezTo>
                    <a:pt x="0" y="176"/>
                    <a:pt x="0" y="176"/>
                    <a:pt x="0" y="176"/>
                  </a:cubicBezTo>
                  <a:cubicBezTo>
                    <a:pt x="0" y="176"/>
                    <a:pt x="0" y="176"/>
                    <a:pt x="0" y="176"/>
                  </a:cubicBezTo>
                  <a:cubicBezTo>
                    <a:pt x="2" y="189"/>
                    <a:pt x="52" y="199"/>
                    <a:pt x="113" y="199"/>
                  </a:cubicBezTo>
                  <a:cubicBezTo>
                    <a:pt x="113" y="199"/>
                    <a:pt x="114" y="199"/>
                    <a:pt x="114" y="199"/>
                  </a:cubicBezTo>
                  <a:cubicBezTo>
                    <a:pt x="114" y="124"/>
                    <a:pt x="114" y="124"/>
                    <a:pt x="114" y="124"/>
                  </a:cubicBezTo>
                  <a:cubicBezTo>
                    <a:pt x="114" y="78"/>
                    <a:pt x="133" y="36"/>
                    <a:pt x="163" y="6"/>
                  </a:cubicBezTo>
                  <a:cubicBezTo>
                    <a:pt x="159" y="3"/>
                    <a:pt x="155" y="2"/>
                    <a:pt x="15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5" name="Freeform 24"/>
            <p:cNvSpPr>
              <a:spLocks/>
            </p:cNvSpPr>
            <p:nvPr/>
          </p:nvSpPr>
          <p:spPr bwMode="auto">
            <a:xfrm>
              <a:off x="5438775" y="1381126"/>
              <a:ext cx="61913" cy="41275"/>
            </a:xfrm>
            <a:custGeom>
              <a:avLst/>
              <a:gdLst>
                <a:gd name="T0" fmla="*/ 18 w 22"/>
                <a:gd name="T1" fmla="*/ 14 h 14"/>
                <a:gd name="T2" fmla="*/ 22 w 22"/>
                <a:gd name="T3" fmla="*/ 1 h 14"/>
                <a:gd name="T4" fmla="*/ 11 w 22"/>
                <a:gd name="T5" fmla="*/ 0 h 14"/>
                <a:gd name="T6" fmla="*/ 0 w 22"/>
                <a:gd name="T7" fmla="*/ 1 h 14"/>
                <a:gd name="T8" fmla="*/ 5 w 22"/>
                <a:gd name="T9" fmla="*/ 14 h 14"/>
                <a:gd name="T10" fmla="*/ 18 w 22"/>
                <a:gd name="T11" fmla="*/ 14 h 14"/>
              </a:gdLst>
              <a:ahLst/>
              <a:cxnLst>
                <a:cxn ang="0">
                  <a:pos x="T0" y="T1"/>
                </a:cxn>
                <a:cxn ang="0">
                  <a:pos x="T2" y="T3"/>
                </a:cxn>
                <a:cxn ang="0">
                  <a:pos x="T4" y="T5"/>
                </a:cxn>
                <a:cxn ang="0">
                  <a:pos x="T6" y="T7"/>
                </a:cxn>
                <a:cxn ang="0">
                  <a:pos x="T8" y="T9"/>
                </a:cxn>
                <a:cxn ang="0">
                  <a:pos x="T10" y="T11"/>
                </a:cxn>
              </a:cxnLst>
              <a:rect l="0" t="0" r="r" b="b"/>
              <a:pathLst>
                <a:path w="22" h="14">
                  <a:moveTo>
                    <a:pt x="18" y="14"/>
                  </a:moveTo>
                  <a:cubicBezTo>
                    <a:pt x="18" y="14"/>
                    <a:pt x="22" y="9"/>
                    <a:pt x="22" y="1"/>
                  </a:cubicBezTo>
                  <a:cubicBezTo>
                    <a:pt x="18" y="0"/>
                    <a:pt x="15" y="0"/>
                    <a:pt x="11" y="0"/>
                  </a:cubicBezTo>
                  <a:cubicBezTo>
                    <a:pt x="7" y="0"/>
                    <a:pt x="4" y="0"/>
                    <a:pt x="0" y="1"/>
                  </a:cubicBezTo>
                  <a:cubicBezTo>
                    <a:pt x="0" y="1"/>
                    <a:pt x="0" y="8"/>
                    <a:pt x="5" y="14"/>
                  </a:cubicBezTo>
                  <a:cubicBezTo>
                    <a:pt x="5" y="14"/>
                    <a:pt x="13" y="14"/>
                    <a:pt x="18"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6" name="Oval 25"/>
            <p:cNvSpPr>
              <a:spLocks noChangeArrowheads="1"/>
            </p:cNvSpPr>
            <p:nvPr/>
          </p:nvSpPr>
          <p:spPr bwMode="auto">
            <a:xfrm>
              <a:off x="5267325" y="966788"/>
              <a:ext cx="401638" cy="4032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7" name="Freeform 26"/>
            <p:cNvSpPr>
              <a:spLocks/>
            </p:cNvSpPr>
            <p:nvPr/>
          </p:nvSpPr>
          <p:spPr bwMode="auto">
            <a:xfrm>
              <a:off x="6386513" y="1381126"/>
              <a:ext cx="61913" cy="41275"/>
            </a:xfrm>
            <a:custGeom>
              <a:avLst/>
              <a:gdLst>
                <a:gd name="T0" fmla="*/ 17 w 22"/>
                <a:gd name="T1" fmla="*/ 14 h 14"/>
                <a:gd name="T2" fmla="*/ 22 w 22"/>
                <a:gd name="T3" fmla="*/ 1 h 14"/>
                <a:gd name="T4" fmla="*/ 11 w 22"/>
                <a:gd name="T5" fmla="*/ 0 h 14"/>
                <a:gd name="T6" fmla="*/ 0 w 22"/>
                <a:gd name="T7" fmla="*/ 1 h 14"/>
                <a:gd name="T8" fmla="*/ 5 w 22"/>
                <a:gd name="T9" fmla="*/ 14 h 14"/>
                <a:gd name="T10" fmla="*/ 17 w 22"/>
                <a:gd name="T11" fmla="*/ 14 h 14"/>
              </a:gdLst>
              <a:ahLst/>
              <a:cxnLst>
                <a:cxn ang="0">
                  <a:pos x="T0" y="T1"/>
                </a:cxn>
                <a:cxn ang="0">
                  <a:pos x="T2" y="T3"/>
                </a:cxn>
                <a:cxn ang="0">
                  <a:pos x="T4" y="T5"/>
                </a:cxn>
                <a:cxn ang="0">
                  <a:pos x="T6" y="T7"/>
                </a:cxn>
                <a:cxn ang="0">
                  <a:pos x="T8" y="T9"/>
                </a:cxn>
                <a:cxn ang="0">
                  <a:pos x="T10" y="T11"/>
                </a:cxn>
              </a:cxnLst>
              <a:rect l="0" t="0" r="r" b="b"/>
              <a:pathLst>
                <a:path w="22" h="14">
                  <a:moveTo>
                    <a:pt x="17" y="14"/>
                  </a:moveTo>
                  <a:cubicBezTo>
                    <a:pt x="17" y="14"/>
                    <a:pt x="22" y="9"/>
                    <a:pt x="22" y="1"/>
                  </a:cubicBezTo>
                  <a:cubicBezTo>
                    <a:pt x="18" y="0"/>
                    <a:pt x="15" y="0"/>
                    <a:pt x="11" y="0"/>
                  </a:cubicBezTo>
                  <a:cubicBezTo>
                    <a:pt x="7" y="0"/>
                    <a:pt x="4" y="0"/>
                    <a:pt x="0" y="1"/>
                  </a:cubicBezTo>
                  <a:cubicBezTo>
                    <a:pt x="0" y="1"/>
                    <a:pt x="0" y="8"/>
                    <a:pt x="5" y="14"/>
                  </a:cubicBezTo>
                  <a:cubicBezTo>
                    <a:pt x="5" y="14"/>
                    <a:pt x="13" y="14"/>
                    <a:pt x="17"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8" name="Freeform 27"/>
            <p:cNvSpPr>
              <a:spLocks/>
            </p:cNvSpPr>
            <p:nvPr/>
          </p:nvSpPr>
          <p:spPr bwMode="auto">
            <a:xfrm>
              <a:off x="6380163" y="1427163"/>
              <a:ext cx="71438" cy="96838"/>
            </a:xfrm>
            <a:custGeom>
              <a:avLst/>
              <a:gdLst>
                <a:gd name="T0" fmla="*/ 24 w 45"/>
                <a:gd name="T1" fmla="*/ 61 h 61"/>
                <a:gd name="T2" fmla="*/ 45 w 45"/>
                <a:gd name="T3" fmla="*/ 34 h 61"/>
                <a:gd name="T4" fmla="*/ 34 w 45"/>
                <a:gd name="T5" fmla="*/ 0 h 61"/>
                <a:gd name="T6" fmla="*/ 11 w 45"/>
                <a:gd name="T7" fmla="*/ 0 h 61"/>
                <a:gd name="T8" fmla="*/ 0 w 45"/>
                <a:gd name="T9" fmla="*/ 34 h 61"/>
                <a:gd name="T10" fmla="*/ 24 w 45"/>
                <a:gd name="T11" fmla="*/ 61 h 61"/>
              </a:gdLst>
              <a:ahLst/>
              <a:cxnLst>
                <a:cxn ang="0">
                  <a:pos x="T0" y="T1"/>
                </a:cxn>
                <a:cxn ang="0">
                  <a:pos x="T2" y="T3"/>
                </a:cxn>
                <a:cxn ang="0">
                  <a:pos x="T4" y="T5"/>
                </a:cxn>
                <a:cxn ang="0">
                  <a:pos x="T6" y="T7"/>
                </a:cxn>
                <a:cxn ang="0">
                  <a:pos x="T8" y="T9"/>
                </a:cxn>
                <a:cxn ang="0">
                  <a:pos x="T10" y="T11"/>
                </a:cxn>
              </a:cxnLst>
              <a:rect l="0" t="0" r="r" b="b"/>
              <a:pathLst>
                <a:path w="45" h="61">
                  <a:moveTo>
                    <a:pt x="24" y="61"/>
                  </a:moveTo>
                  <a:lnTo>
                    <a:pt x="45" y="34"/>
                  </a:lnTo>
                  <a:lnTo>
                    <a:pt x="34" y="0"/>
                  </a:lnTo>
                  <a:lnTo>
                    <a:pt x="11" y="0"/>
                  </a:lnTo>
                  <a:lnTo>
                    <a:pt x="0" y="34"/>
                  </a:lnTo>
                  <a:lnTo>
                    <a:pt x="24"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9" name="Oval 28"/>
            <p:cNvSpPr>
              <a:spLocks noChangeArrowheads="1"/>
            </p:cNvSpPr>
            <p:nvPr/>
          </p:nvSpPr>
          <p:spPr bwMode="auto">
            <a:xfrm>
              <a:off x="6215063" y="966788"/>
              <a:ext cx="403225" cy="4032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0" name="Freeform 29"/>
            <p:cNvSpPr>
              <a:spLocks/>
            </p:cNvSpPr>
            <p:nvPr/>
          </p:nvSpPr>
          <p:spPr bwMode="auto">
            <a:xfrm>
              <a:off x="6272213" y="1401763"/>
              <a:ext cx="465138" cy="568325"/>
            </a:xfrm>
            <a:custGeom>
              <a:avLst/>
              <a:gdLst>
                <a:gd name="T0" fmla="*/ 88 w 163"/>
                <a:gd name="T1" fmla="*/ 0 h 199"/>
                <a:gd name="T2" fmla="*/ 51 w 163"/>
                <a:gd name="T3" fmla="*/ 50 h 199"/>
                <a:gd name="T4" fmla="*/ 13 w 163"/>
                <a:gd name="T5" fmla="*/ 0 h 199"/>
                <a:gd name="T6" fmla="*/ 0 w 163"/>
                <a:gd name="T7" fmla="*/ 6 h 199"/>
                <a:gd name="T8" fmla="*/ 49 w 163"/>
                <a:gd name="T9" fmla="*/ 124 h 199"/>
                <a:gd name="T10" fmla="*/ 49 w 163"/>
                <a:gd name="T11" fmla="*/ 199 h 199"/>
                <a:gd name="T12" fmla="*/ 51 w 163"/>
                <a:gd name="T13" fmla="*/ 199 h 199"/>
                <a:gd name="T14" fmla="*/ 163 w 163"/>
                <a:gd name="T15" fmla="*/ 176 h 199"/>
                <a:gd name="T16" fmla="*/ 163 w 163"/>
                <a:gd name="T17" fmla="*/ 176 h 199"/>
                <a:gd name="T18" fmla="*/ 163 w 163"/>
                <a:gd name="T19" fmla="*/ 108 h 199"/>
                <a:gd name="T20" fmla="*/ 88 w 163"/>
                <a:gd name="T21"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3" h="199">
                  <a:moveTo>
                    <a:pt x="88" y="0"/>
                  </a:moveTo>
                  <a:cubicBezTo>
                    <a:pt x="51" y="50"/>
                    <a:pt x="51" y="50"/>
                    <a:pt x="51" y="50"/>
                  </a:cubicBezTo>
                  <a:cubicBezTo>
                    <a:pt x="13" y="0"/>
                    <a:pt x="13" y="0"/>
                    <a:pt x="13" y="0"/>
                  </a:cubicBezTo>
                  <a:cubicBezTo>
                    <a:pt x="9" y="2"/>
                    <a:pt x="4" y="3"/>
                    <a:pt x="0" y="6"/>
                  </a:cubicBezTo>
                  <a:cubicBezTo>
                    <a:pt x="30" y="36"/>
                    <a:pt x="49" y="78"/>
                    <a:pt x="49" y="124"/>
                  </a:cubicBezTo>
                  <a:cubicBezTo>
                    <a:pt x="49" y="199"/>
                    <a:pt x="49" y="199"/>
                    <a:pt x="49" y="199"/>
                  </a:cubicBezTo>
                  <a:cubicBezTo>
                    <a:pt x="50" y="199"/>
                    <a:pt x="50" y="199"/>
                    <a:pt x="51" y="199"/>
                  </a:cubicBezTo>
                  <a:cubicBezTo>
                    <a:pt x="112" y="199"/>
                    <a:pt x="161" y="189"/>
                    <a:pt x="163" y="176"/>
                  </a:cubicBezTo>
                  <a:cubicBezTo>
                    <a:pt x="163" y="176"/>
                    <a:pt x="163" y="176"/>
                    <a:pt x="163" y="176"/>
                  </a:cubicBezTo>
                  <a:cubicBezTo>
                    <a:pt x="163" y="108"/>
                    <a:pt x="163" y="108"/>
                    <a:pt x="163" y="108"/>
                  </a:cubicBezTo>
                  <a:cubicBezTo>
                    <a:pt x="163" y="58"/>
                    <a:pt x="132" y="16"/>
                    <a:pt x="8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21" name="组合 620"/>
          <p:cNvGrpSpPr/>
          <p:nvPr/>
        </p:nvGrpSpPr>
        <p:grpSpPr>
          <a:xfrm>
            <a:off x="9666247" y="2947547"/>
            <a:ext cx="323749" cy="349134"/>
            <a:chOff x="10279063" y="681038"/>
            <a:chExt cx="1397000" cy="1506538"/>
          </a:xfrm>
          <a:solidFill>
            <a:srgbClr val="707E84"/>
          </a:solidFill>
        </p:grpSpPr>
        <p:sp>
          <p:nvSpPr>
            <p:cNvPr id="622" name="Freeform 38"/>
            <p:cNvSpPr>
              <a:spLocks noEditPoints="1"/>
            </p:cNvSpPr>
            <p:nvPr/>
          </p:nvSpPr>
          <p:spPr bwMode="auto">
            <a:xfrm>
              <a:off x="10279063" y="681038"/>
              <a:ext cx="1397000" cy="1038225"/>
            </a:xfrm>
            <a:custGeom>
              <a:avLst/>
              <a:gdLst>
                <a:gd name="T0" fmla="*/ 83 w 489"/>
                <a:gd name="T1" fmla="*/ 363 h 363"/>
                <a:gd name="T2" fmla="*/ 0 w 489"/>
                <a:gd name="T3" fmla="*/ 280 h 363"/>
                <a:gd name="T4" fmla="*/ 0 w 489"/>
                <a:gd name="T5" fmla="*/ 280 h 363"/>
                <a:gd name="T6" fmla="*/ 0 w 489"/>
                <a:gd name="T7" fmla="*/ 83 h 363"/>
                <a:gd name="T8" fmla="*/ 83 w 489"/>
                <a:gd name="T9" fmla="*/ 0 h 363"/>
                <a:gd name="T10" fmla="*/ 83 w 489"/>
                <a:gd name="T11" fmla="*/ 0 h 363"/>
                <a:gd name="T12" fmla="*/ 406 w 489"/>
                <a:gd name="T13" fmla="*/ 0 h 363"/>
                <a:gd name="T14" fmla="*/ 489 w 489"/>
                <a:gd name="T15" fmla="*/ 83 h 363"/>
                <a:gd name="T16" fmla="*/ 489 w 489"/>
                <a:gd name="T17" fmla="*/ 83 h 363"/>
                <a:gd name="T18" fmla="*/ 489 w 489"/>
                <a:gd name="T19" fmla="*/ 280 h 363"/>
                <a:gd name="T20" fmla="*/ 406 w 489"/>
                <a:gd name="T21" fmla="*/ 363 h 363"/>
                <a:gd name="T22" fmla="*/ 406 w 489"/>
                <a:gd name="T23" fmla="*/ 363 h 363"/>
                <a:gd name="T24" fmla="*/ 83 w 489"/>
                <a:gd name="T25" fmla="*/ 363 h 363"/>
                <a:gd name="T26" fmla="*/ 43 w 489"/>
                <a:gd name="T27" fmla="*/ 83 h 363"/>
                <a:gd name="T28" fmla="*/ 43 w 489"/>
                <a:gd name="T29" fmla="*/ 280 h 363"/>
                <a:gd name="T30" fmla="*/ 83 w 489"/>
                <a:gd name="T31" fmla="*/ 320 h 363"/>
                <a:gd name="T32" fmla="*/ 83 w 489"/>
                <a:gd name="T33" fmla="*/ 320 h 363"/>
                <a:gd name="T34" fmla="*/ 406 w 489"/>
                <a:gd name="T35" fmla="*/ 320 h 363"/>
                <a:gd name="T36" fmla="*/ 446 w 489"/>
                <a:gd name="T37" fmla="*/ 280 h 363"/>
                <a:gd name="T38" fmla="*/ 446 w 489"/>
                <a:gd name="T39" fmla="*/ 280 h 363"/>
                <a:gd name="T40" fmla="*/ 446 w 489"/>
                <a:gd name="T41" fmla="*/ 83 h 363"/>
                <a:gd name="T42" fmla="*/ 406 w 489"/>
                <a:gd name="T43" fmla="*/ 43 h 363"/>
                <a:gd name="T44" fmla="*/ 406 w 489"/>
                <a:gd name="T45" fmla="*/ 43 h 363"/>
                <a:gd name="T46" fmla="*/ 83 w 489"/>
                <a:gd name="T47" fmla="*/ 43 h 363"/>
                <a:gd name="T48" fmla="*/ 43 w 489"/>
                <a:gd name="T49" fmla="*/ 83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89" h="363">
                  <a:moveTo>
                    <a:pt x="83" y="363"/>
                  </a:moveTo>
                  <a:cubicBezTo>
                    <a:pt x="37" y="363"/>
                    <a:pt x="0" y="326"/>
                    <a:pt x="0" y="280"/>
                  </a:cubicBezTo>
                  <a:cubicBezTo>
                    <a:pt x="0" y="280"/>
                    <a:pt x="0" y="280"/>
                    <a:pt x="0" y="280"/>
                  </a:cubicBezTo>
                  <a:cubicBezTo>
                    <a:pt x="0" y="83"/>
                    <a:pt x="0" y="83"/>
                    <a:pt x="0" y="83"/>
                  </a:cubicBezTo>
                  <a:cubicBezTo>
                    <a:pt x="0" y="38"/>
                    <a:pt x="37" y="0"/>
                    <a:pt x="83" y="0"/>
                  </a:cubicBezTo>
                  <a:cubicBezTo>
                    <a:pt x="83" y="0"/>
                    <a:pt x="83" y="0"/>
                    <a:pt x="83" y="0"/>
                  </a:cubicBezTo>
                  <a:cubicBezTo>
                    <a:pt x="406" y="0"/>
                    <a:pt x="406" y="0"/>
                    <a:pt x="406" y="0"/>
                  </a:cubicBezTo>
                  <a:cubicBezTo>
                    <a:pt x="451" y="0"/>
                    <a:pt x="489" y="38"/>
                    <a:pt x="489" y="83"/>
                  </a:cubicBezTo>
                  <a:cubicBezTo>
                    <a:pt x="489" y="83"/>
                    <a:pt x="489" y="83"/>
                    <a:pt x="489" y="83"/>
                  </a:cubicBezTo>
                  <a:cubicBezTo>
                    <a:pt x="489" y="280"/>
                    <a:pt x="489" y="280"/>
                    <a:pt x="489" y="280"/>
                  </a:cubicBezTo>
                  <a:cubicBezTo>
                    <a:pt x="489" y="326"/>
                    <a:pt x="451" y="363"/>
                    <a:pt x="406" y="363"/>
                  </a:cubicBezTo>
                  <a:cubicBezTo>
                    <a:pt x="406" y="363"/>
                    <a:pt x="406" y="363"/>
                    <a:pt x="406" y="363"/>
                  </a:cubicBezTo>
                  <a:cubicBezTo>
                    <a:pt x="83" y="363"/>
                    <a:pt x="83" y="363"/>
                    <a:pt x="83" y="363"/>
                  </a:cubicBezTo>
                  <a:close/>
                  <a:moveTo>
                    <a:pt x="43" y="83"/>
                  </a:moveTo>
                  <a:cubicBezTo>
                    <a:pt x="43" y="280"/>
                    <a:pt x="43" y="280"/>
                    <a:pt x="43" y="280"/>
                  </a:cubicBezTo>
                  <a:cubicBezTo>
                    <a:pt x="43" y="302"/>
                    <a:pt x="61" y="320"/>
                    <a:pt x="83" y="320"/>
                  </a:cubicBezTo>
                  <a:cubicBezTo>
                    <a:pt x="83" y="320"/>
                    <a:pt x="83" y="320"/>
                    <a:pt x="83" y="320"/>
                  </a:cubicBezTo>
                  <a:cubicBezTo>
                    <a:pt x="406" y="320"/>
                    <a:pt x="406" y="320"/>
                    <a:pt x="406" y="320"/>
                  </a:cubicBezTo>
                  <a:cubicBezTo>
                    <a:pt x="428" y="320"/>
                    <a:pt x="446" y="302"/>
                    <a:pt x="446" y="280"/>
                  </a:cubicBezTo>
                  <a:cubicBezTo>
                    <a:pt x="446" y="280"/>
                    <a:pt x="446" y="280"/>
                    <a:pt x="446" y="280"/>
                  </a:cubicBezTo>
                  <a:cubicBezTo>
                    <a:pt x="446" y="83"/>
                    <a:pt x="446" y="83"/>
                    <a:pt x="446" y="83"/>
                  </a:cubicBezTo>
                  <a:cubicBezTo>
                    <a:pt x="446" y="61"/>
                    <a:pt x="428" y="43"/>
                    <a:pt x="406" y="43"/>
                  </a:cubicBezTo>
                  <a:cubicBezTo>
                    <a:pt x="406" y="43"/>
                    <a:pt x="406" y="43"/>
                    <a:pt x="406" y="43"/>
                  </a:cubicBezTo>
                  <a:cubicBezTo>
                    <a:pt x="83" y="43"/>
                    <a:pt x="83" y="43"/>
                    <a:pt x="83" y="43"/>
                  </a:cubicBezTo>
                  <a:cubicBezTo>
                    <a:pt x="61" y="43"/>
                    <a:pt x="43" y="61"/>
                    <a:pt x="43"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3" name="Freeform 39"/>
            <p:cNvSpPr>
              <a:spLocks/>
            </p:cNvSpPr>
            <p:nvPr/>
          </p:nvSpPr>
          <p:spPr bwMode="auto">
            <a:xfrm>
              <a:off x="10655300" y="1741488"/>
              <a:ext cx="639763" cy="446088"/>
            </a:xfrm>
            <a:custGeom>
              <a:avLst/>
              <a:gdLst>
                <a:gd name="T0" fmla="*/ 219 w 224"/>
                <a:gd name="T1" fmla="*/ 119 h 156"/>
                <a:gd name="T2" fmla="*/ 130 w 224"/>
                <a:gd name="T3" fmla="*/ 15 h 156"/>
                <a:gd name="T4" fmla="*/ 112 w 224"/>
                <a:gd name="T5" fmla="*/ 0 h 156"/>
                <a:gd name="T6" fmla="*/ 95 w 224"/>
                <a:gd name="T7" fmla="*/ 15 h 156"/>
                <a:gd name="T8" fmla="*/ 6 w 224"/>
                <a:gd name="T9" fmla="*/ 119 h 156"/>
                <a:gd name="T10" fmla="*/ 8 w 224"/>
                <a:gd name="T11" fmla="*/ 140 h 156"/>
                <a:gd name="T12" fmla="*/ 30 w 224"/>
                <a:gd name="T13" fmla="*/ 138 h 156"/>
                <a:gd name="T14" fmla="*/ 96 w 224"/>
                <a:gd name="T15" fmla="*/ 64 h 156"/>
                <a:gd name="T16" fmla="*/ 96 w 224"/>
                <a:gd name="T17" fmla="*/ 140 h 156"/>
                <a:gd name="T18" fmla="*/ 112 w 224"/>
                <a:gd name="T19" fmla="*/ 156 h 156"/>
                <a:gd name="T20" fmla="*/ 129 w 224"/>
                <a:gd name="T21" fmla="*/ 140 h 156"/>
                <a:gd name="T22" fmla="*/ 129 w 224"/>
                <a:gd name="T23" fmla="*/ 64 h 156"/>
                <a:gd name="T24" fmla="*/ 195 w 224"/>
                <a:gd name="T25" fmla="*/ 138 h 156"/>
                <a:gd name="T26" fmla="*/ 216 w 224"/>
                <a:gd name="T27" fmla="*/ 140 h 156"/>
                <a:gd name="T28" fmla="*/ 219 w 224"/>
                <a:gd name="T29" fmla="*/ 119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4" h="156">
                  <a:moveTo>
                    <a:pt x="219" y="119"/>
                  </a:moveTo>
                  <a:cubicBezTo>
                    <a:pt x="130" y="15"/>
                    <a:pt x="130" y="15"/>
                    <a:pt x="130" y="15"/>
                  </a:cubicBezTo>
                  <a:cubicBezTo>
                    <a:pt x="130" y="15"/>
                    <a:pt x="118" y="0"/>
                    <a:pt x="112" y="0"/>
                  </a:cubicBezTo>
                  <a:cubicBezTo>
                    <a:pt x="107" y="0"/>
                    <a:pt x="95" y="15"/>
                    <a:pt x="95" y="15"/>
                  </a:cubicBezTo>
                  <a:cubicBezTo>
                    <a:pt x="6" y="119"/>
                    <a:pt x="6" y="119"/>
                    <a:pt x="6" y="119"/>
                  </a:cubicBezTo>
                  <a:cubicBezTo>
                    <a:pt x="0" y="126"/>
                    <a:pt x="2" y="135"/>
                    <a:pt x="8" y="140"/>
                  </a:cubicBezTo>
                  <a:cubicBezTo>
                    <a:pt x="15" y="146"/>
                    <a:pt x="25" y="144"/>
                    <a:pt x="30" y="138"/>
                  </a:cubicBezTo>
                  <a:cubicBezTo>
                    <a:pt x="96" y="64"/>
                    <a:pt x="96" y="64"/>
                    <a:pt x="96" y="64"/>
                  </a:cubicBezTo>
                  <a:cubicBezTo>
                    <a:pt x="96" y="140"/>
                    <a:pt x="96" y="140"/>
                    <a:pt x="96" y="140"/>
                  </a:cubicBezTo>
                  <a:cubicBezTo>
                    <a:pt x="96" y="149"/>
                    <a:pt x="103" y="156"/>
                    <a:pt x="112" y="156"/>
                  </a:cubicBezTo>
                  <a:cubicBezTo>
                    <a:pt x="121" y="156"/>
                    <a:pt x="129" y="149"/>
                    <a:pt x="129" y="140"/>
                  </a:cubicBezTo>
                  <a:cubicBezTo>
                    <a:pt x="129" y="64"/>
                    <a:pt x="129" y="64"/>
                    <a:pt x="129" y="64"/>
                  </a:cubicBezTo>
                  <a:cubicBezTo>
                    <a:pt x="195" y="138"/>
                    <a:pt x="195" y="138"/>
                    <a:pt x="195" y="138"/>
                  </a:cubicBezTo>
                  <a:cubicBezTo>
                    <a:pt x="200" y="144"/>
                    <a:pt x="210" y="146"/>
                    <a:pt x="216" y="140"/>
                  </a:cubicBezTo>
                  <a:cubicBezTo>
                    <a:pt x="223" y="135"/>
                    <a:pt x="224" y="126"/>
                    <a:pt x="219" y="1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4" name="Freeform 40"/>
            <p:cNvSpPr>
              <a:spLocks/>
            </p:cNvSpPr>
            <p:nvPr/>
          </p:nvSpPr>
          <p:spPr bwMode="auto">
            <a:xfrm>
              <a:off x="10493375" y="952501"/>
              <a:ext cx="968375" cy="503238"/>
            </a:xfrm>
            <a:custGeom>
              <a:avLst/>
              <a:gdLst>
                <a:gd name="T0" fmla="*/ 3 w 339"/>
                <a:gd name="T1" fmla="*/ 169 h 176"/>
                <a:gd name="T2" fmla="*/ 4 w 339"/>
                <a:gd name="T3" fmla="*/ 155 h 176"/>
                <a:gd name="T4" fmla="*/ 4 w 339"/>
                <a:gd name="T5" fmla="*/ 155 h 176"/>
                <a:gd name="T6" fmla="*/ 57 w 339"/>
                <a:gd name="T7" fmla="*/ 102 h 176"/>
                <a:gd name="T8" fmla="*/ 66 w 339"/>
                <a:gd name="T9" fmla="*/ 99 h 176"/>
                <a:gd name="T10" fmla="*/ 66 w 339"/>
                <a:gd name="T11" fmla="*/ 99 h 176"/>
                <a:gd name="T12" fmla="*/ 72 w 339"/>
                <a:gd name="T13" fmla="*/ 105 h 176"/>
                <a:gd name="T14" fmla="*/ 72 w 339"/>
                <a:gd name="T15" fmla="*/ 105 h 176"/>
                <a:gd name="T16" fmla="*/ 83 w 339"/>
                <a:gd name="T17" fmla="*/ 144 h 176"/>
                <a:gd name="T18" fmla="*/ 166 w 339"/>
                <a:gd name="T19" fmla="*/ 12 h 176"/>
                <a:gd name="T20" fmla="*/ 176 w 339"/>
                <a:gd name="T21" fmla="*/ 7 h 176"/>
                <a:gd name="T22" fmla="*/ 176 w 339"/>
                <a:gd name="T23" fmla="*/ 7 h 176"/>
                <a:gd name="T24" fmla="*/ 182 w 339"/>
                <a:gd name="T25" fmla="*/ 16 h 176"/>
                <a:gd name="T26" fmla="*/ 182 w 339"/>
                <a:gd name="T27" fmla="*/ 16 h 176"/>
                <a:gd name="T28" fmla="*/ 181 w 339"/>
                <a:gd name="T29" fmla="*/ 99 h 176"/>
                <a:gd name="T30" fmla="*/ 221 w 339"/>
                <a:gd name="T31" fmla="*/ 59 h 176"/>
                <a:gd name="T32" fmla="*/ 228 w 339"/>
                <a:gd name="T33" fmla="*/ 57 h 176"/>
                <a:gd name="T34" fmla="*/ 228 w 339"/>
                <a:gd name="T35" fmla="*/ 57 h 176"/>
                <a:gd name="T36" fmla="*/ 234 w 339"/>
                <a:gd name="T37" fmla="*/ 61 h 176"/>
                <a:gd name="T38" fmla="*/ 234 w 339"/>
                <a:gd name="T39" fmla="*/ 61 h 176"/>
                <a:gd name="T40" fmla="*/ 246 w 339"/>
                <a:gd name="T41" fmla="*/ 84 h 176"/>
                <a:gd name="T42" fmla="*/ 322 w 339"/>
                <a:gd name="T43" fmla="*/ 5 h 176"/>
                <a:gd name="T44" fmla="*/ 335 w 339"/>
                <a:gd name="T45" fmla="*/ 4 h 176"/>
                <a:gd name="T46" fmla="*/ 335 w 339"/>
                <a:gd name="T47" fmla="*/ 4 h 176"/>
                <a:gd name="T48" fmla="*/ 335 w 339"/>
                <a:gd name="T49" fmla="*/ 18 h 176"/>
                <a:gd name="T50" fmla="*/ 335 w 339"/>
                <a:gd name="T51" fmla="*/ 18 h 176"/>
                <a:gd name="T52" fmla="*/ 251 w 339"/>
                <a:gd name="T53" fmla="*/ 106 h 176"/>
                <a:gd name="T54" fmla="*/ 243 w 339"/>
                <a:gd name="T55" fmla="*/ 110 h 176"/>
                <a:gd name="T56" fmla="*/ 243 w 339"/>
                <a:gd name="T57" fmla="*/ 110 h 176"/>
                <a:gd name="T58" fmla="*/ 236 w 339"/>
                <a:gd name="T59" fmla="*/ 106 h 176"/>
                <a:gd name="T60" fmla="*/ 236 w 339"/>
                <a:gd name="T61" fmla="*/ 106 h 176"/>
                <a:gd name="T62" fmla="*/ 224 w 339"/>
                <a:gd name="T63" fmla="*/ 81 h 176"/>
                <a:gd name="T64" fmla="*/ 177 w 339"/>
                <a:gd name="T65" fmla="*/ 126 h 176"/>
                <a:gd name="T66" fmla="*/ 168 w 339"/>
                <a:gd name="T67" fmla="*/ 127 h 176"/>
                <a:gd name="T68" fmla="*/ 168 w 339"/>
                <a:gd name="T69" fmla="*/ 127 h 176"/>
                <a:gd name="T70" fmla="*/ 163 w 339"/>
                <a:gd name="T71" fmla="*/ 119 h 176"/>
                <a:gd name="T72" fmla="*/ 163 w 339"/>
                <a:gd name="T73" fmla="*/ 119 h 176"/>
                <a:gd name="T74" fmla="*/ 164 w 339"/>
                <a:gd name="T75" fmla="*/ 49 h 176"/>
                <a:gd name="T76" fmla="*/ 88 w 339"/>
                <a:gd name="T77" fmla="*/ 171 h 176"/>
                <a:gd name="T78" fmla="*/ 79 w 339"/>
                <a:gd name="T79" fmla="*/ 176 h 176"/>
                <a:gd name="T80" fmla="*/ 79 w 339"/>
                <a:gd name="T81" fmla="*/ 176 h 176"/>
                <a:gd name="T82" fmla="*/ 71 w 339"/>
                <a:gd name="T83" fmla="*/ 170 h 176"/>
                <a:gd name="T84" fmla="*/ 71 w 339"/>
                <a:gd name="T85" fmla="*/ 170 h 176"/>
                <a:gd name="T86" fmla="*/ 59 w 339"/>
                <a:gd name="T87" fmla="*/ 126 h 176"/>
                <a:gd name="T88" fmla="*/ 16 w 339"/>
                <a:gd name="T89" fmla="*/ 170 h 176"/>
                <a:gd name="T90" fmla="*/ 16 w 339"/>
                <a:gd name="T91" fmla="*/ 170 h 176"/>
                <a:gd name="T92" fmla="*/ 7 w 339"/>
                <a:gd name="T93" fmla="*/ 172 h 176"/>
                <a:gd name="T94" fmla="*/ 7 w 339"/>
                <a:gd name="T95" fmla="*/ 172 h 176"/>
                <a:gd name="T96" fmla="*/ 3 w 339"/>
                <a:gd name="T97" fmla="*/ 169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39" h="176">
                  <a:moveTo>
                    <a:pt x="3" y="169"/>
                  </a:moveTo>
                  <a:cubicBezTo>
                    <a:pt x="0" y="166"/>
                    <a:pt x="0" y="159"/>
                    <a:pt x="4" y="155"/>
                  </a:cubicBezTo>
                  <a:cubicBezTo>
                    <a:pt x="4" y="155"/>
                    <a:pt x="4" y="155"/>
                    <a:pt x="4" y="155"/>
                  </a:cubicBezTo>
                  <a:cubicBezTo>
                    <a:pt x="57" y="102"/>
                    <a:pt x="57" y="102"/>
                    <a:pt x="57" y="102"/>
                  </a:cubicBezTo>
                  <a:cubicBezTo>
                    <a:pt x="60" y="99"/>
                    <a:pt x="63" y="98"/>
                    <a:pt x="66" y="99"/>
                  </a:cubicBezTo>
                  <a:cubicBezTo>
                    <a:pt x="66" y="99"/>
                    <a:pt x="66" y="99"/>
                    <a:pt x="66" y="99"/>
                  </a:cubicBezTo>
                  <a:cubicBezTo>
                    <a:pt x="69" y="100"/>
                    <a:pt x="71" y="102"/>
                    <a:pt x="72" y="105"/>
                  </a:cubicBezTo>
                  <a:cubicBezTo>
                    <a:pt x="72" y="105"/>
                    <a:pt x="72" y="105"/>
                    <a:pt x="72" y="105"/>
                  </a:cubicBezTo>
                  <a:cubicBezTo>
                    <a:pt x="83" y="144"/>
                    <a:pt x="83" y="144"/>
                    <a:pt x="83" y="144"/>
                  </a:cubicBezTo>
                  <a:cubicBezTo>
                    <a:pt x="166" y="12"/>
                    <a:pt x="166" y="12"/>
                    <a:pt x="166" y="12"/>
                  </a:cubicBezTo>
                  <a:cubicBezTo>
                    <a:pt x="168" y="8"/>
                    <a:pt x="172" y="6"/>
                    <a:pt x="176" y="7"/>
                  </a:cubicBezTo>
                  <a:cubicBezTo>
                    <a:pt x="176" y="7"/>
                    <a:pt x="176" y="7"/>
                    <a:pt x="176" y="7"/>
                  </a:cubicBezTo>
                  <a:cubicBezTo>
                    <a:pt x="180" y="8"/>
                    <a:pt x="182" y="12"/>
                    <a:pt x="182" y="16"/>
                  </a:cubicBezTo>
                  <a:cubicBezTo>
                    <a:pt x="182" y="16"/>
                    <a:pt x="182" y="16"/>
                    <a:pt x="182" y="16"/>
                  </a:cubicBezTo>
                  <a:cubicBezTo>
                    <a:pt x="181" y="99"/>
                    <a:pt x="181" y="99"/>
                    <a:pt x="181" y="99"/>
                  </a:cubicBezTo>
                  <a:cubicBezTo>
                    <a:pt x="221" y="59"/>
                    <a:pt x="221" y="59"/>
                    <a:pt x="221" y="59"/>
                  </a:cubicBezTo>
                  <a:cubicBezTo>
                    <a:pt x="223" y="57"/>
                    <a:pt x="226" y="57"/>
                    <a:pt x="228" y="57"/>
                  </a:cubicBezTo>
                  <a:cubicBezTo>
                    <a:pt x="228" y="57"/>
                    <a:pt x="228" y="57"/>
                    <a:pt x="228" y="57"/>
                  </a:cubicBezTo>
                  <a:cubicBezTo>
                    <a:pt x="231" y="58"/>
                    <a:pt x="233" y="59"/>
                    <a:pt x="234" y="61"/>
                  </a:cubicBezTo>
                  <a:cubicBezTo>
                    <a:pt x="234" y="61"/>
                    <a:pt x="234" y="61"/>
                    <a:pt x="234" y="61"/>
                  </a:cubicBezTo>
                  <a:cubicBezTo>
                    <a:pt x="246" y="84"/>
                    <a:pt x="246" y="84"/>
                    <a:pt x="246" y="84"/>
                  </a:cubicBezTo>
                  <a:cubicBezTo>
                    <a:pt x="322" y="5"/>
                    <a:pt x="322" y="5"/>
                    <a:pt x="322" y="5"/>
                  </a:cubicBezTo>
                  <a:cubicBezTo>
                    <a:pt x="326" y="1"/>
                    <a:pt x="331" y="0"/>
                    <a:pt x="335" y="4"/>
                  </a:cubicBezTo>
                  <a:cubicBezTo>
                    <a:pt x="335" y="4"/>
                    <a:pt x="335" y="4"/>
                    <a:pt x="335" y="4"/>
                  </a:cubicBezTo>
                  <a:cubicBezTo>
                    <a:pt x="339" y="8"/>
                    <a:pt x="339" y="14"/>
                    <a:pt x="335" y="18"/>
                  </a:cubicBezTo>
                  <a:cubicBezTo>
                    <a:pt x="335" y="18"/>
                    <a:pt x="335" y="18"/>
                    <a:pt x="335" y="18"/>
                  </a:cubicBezTo>
                  <a:cubicBezTo>
                    <a:pt x="251" y="106"/>
                    <a:pt x="251" y="106"/>
                    <a:pt x="251" y="106"/>
                  </a:cubicBezTo>
                  <a:cubicBezTo>
                    <a:pt x="249" y="109"/>
                    <a:pt x="246" y="110"/>
                    <a:pt x="243" y="110"/>
                  </a:cubicBezTo>
                  <a:cubicBezTo>
                    <a:pt x="243" y="110"/>
                    <a:pt x="243" y="110"/>
                    <a:pt x="243" y="110"/>
                  </a:cubicBezTo>
                  <a:cubicBezTo>
                    <a:pt x="240" y="110"/>
                    <a:pt x="238" y="108"/>
                    <a:pt x="236" y="106"/>
                  </a:cubicBezTo>
                  <a:cubicBezTo>
                    <a:pt x="236" y="106"/>
                    <a:pt x="236" y="106"/>
                    <a:pt x="236" y="106"/>
                  </a:cubicBezTo>
                  <a:cubicBezTo>
                    <a:pt x="224" y="81"/>
                    <a:pt x="224" y="81"/>
                    <a:pt x="224" y="81"/>
                  </a:cubicBezTo>
                  <a:cubicBezTo>
                    <a:pt x="177" y="126"/>
                    <a:pt x="177" y="126"/>
                    <a:pt x="177" y="126"/>
                  </a:cubicBezTo>
                  <a:cubicBezTo>
                    <a:pt x="174" y="128"/>
                    <a:pt x="171" y="129"/>
                    <a:pt x="168" y="127"/>
                  </a:cubicBezTo>
                  <a:cubicBezTo>
                    <a:pt x="168" y="127"/>
                    <a:pt x="168" y="127"/>
                    <a:pt x="168" y="127"/>
                  </a:cubicBezTo>
                  <a:cubicBezTo>
                    <a:pt x="165" y="126"/>
                    <a:pt x="163" y="123"/>
                    <a:pt x="163" y="119"/>
                  </a:cubicBezTo>
                  <a:cubicBezTo>
                    <a:pt x="163" y="119"/>
                    <a:pt x="163" y="119"/>
                    <a:pt x="163" y="119"/>
                  </a:cubicBezTo>
                  <a:cubicBezTo>
                    <a:pt x="164" y="49"/>
                    <a:pt x="164" y="49"/>
                    <a:pt x="164" y="49"/>
                  </a:cubicBezTo>
                  <a:cubicBezTo>
                    <a:pt x="88" y="171"/>
                    <a:pt x="88" y="171"/>
                    <a:pt x="88" y="171"/>
                  </a:cubicBezTo>
                  <a:cubicBezTo>
                    <a:pt x="86" y="174"/>
                    <a:pt x="82" y="176"/>
                    <a:pt x="79" y="176"/>
                  </a:cubicBezTo>
                  <a:cubicBezTo>
                    <a:pt x="79" y="176"/>
                    <a:pt x="79" y="176"/>
                    <a:pt x="79" y="176"/>
                  </a:cubicBezTo>
                  <a:cubicBezTo>
                    <a:pt x="75" y="176"/>
                    <a:pt x="72" y="173"/>
                    <a:pt x="71" y="170"/>
                  </a:cubicBezTo>
                  <a:cubicBezTo>
                    <a:pt x="71" y="170"/>
                    <a:pt x="71" y="170"/>
                    <a:pt x="71" y="170"/>
                  </a:cubicBezTo>
                  <a:cubicBezTo>
                    <a:pt x="59" y="126"/>
                    <a:pt x="59" y="126"/>
                    <a:pt x="59" y="126"/>
                  </a:cubicBezTo>
                  <a:cubicBezTo>
                    <a:pt x="16" y="170"/>
                    <a:pt x="16" y="170"/>
                    <a:pt x="16" y="170"/>
                  </a:cubicBezTo>
                  <a:cubicBezTo>
                    <a:pt x="16" y="170"/>
                    <a:pt x="16" y="170"/>
                    <a:pt x="16" y="170"/>
                  </a:cubicBezTo>
                  <a:cubicBezTo>
                    <a:pt x="14" y="172"/>
                    <a:pt x="10" y="173"/>
                    <a:pt x="7" y="172"/>
                  </a:cubicBezTo>
                  <a:cubicBezTo>
                    <a:pt x="7" y="172"/>
                    <a:pt x="7" y="172"/>
                    <a:pt x="7" y="172"/>
                  </a:cubicBezTo>
                  <a:cubicBezTo>
                    <a:pt x="6" y="172"/>
                    <a:pt x="4" y="171"/>
                    <a:pt x="3" y="1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25" name="组合 624"/>
          <p:cNvGrpSpPr/>
          <p:nvPr/>
        </p:nvGrpSpPr>
        <p:grpSpPr>
          <a:xfrm>
            <a:off x="9267878" y="3439394"/>
            <a:ext cx="250169" cy="287327"/>
            <a:chOff x="7920038" y="2982913"/>
            <a:chExt cx="1079500" cy="1239838"/>
          </a:xfrm>
          <a:solidFill>
            <a:srgbClr val="707E84"/>
          </a:solidFill>
        </p:grpSpPr>
        <p:sp>
          <p:nvSpPr>
            <p:cNvPr id="626" name="Freeform 71"/>
            <p:cNvSpPr>
              <a:spLocks noEditPoints="1"/>
            </p:cNvSpPr>
            <p:nvPr/>
          </p:nvSpPr>
          <p:spPr bwMode="auto">
            <a:xfrm>
              <a:off x="7920038" y="3219451"/>
              <a:ext cx="1079500" cy="1003300"/>
            </a:xfrm>
            <a:custGeom>
              <a:avLst/>
              <a:gdLst>
                <a:gd name="T0" fmla="*/ 359 w 378"/>
                <a:gd name="T1" fmla="*/ 0 h 351"/>
                <a:gd name="T2" fmla="*/ 19 w 378"/>
                <a:gd name="T3" fmla="*/ 0 h 351"/>
                <a:gd name="T4" fmla="*/ 0 w 378"/>
                <a:gd name="T5" fmla="*/ 19 h 351"/>
                <a:gd name="T6" fmla="*/ 19 w 378"/>
                <a:gd name="T7" fmla="*/ 38 h 351"/>
                <a:gd name="T8" fmla="*/ 24 w 378"/>
                <a:gd name="T9" fmla="*/ 38 h 351"/>
                <a:gd name="T10" fmla="*/ 69 w 378"/>
                <a:gd name="T11" fmla="*/ 315 h 351"/>
                <a:gd name="T12" fmla="*/ 54 w 378"/>
                <a:gd name="T13" fmla="*/ 333 h 351"/>
                <a:gd name="T14" fmla="*/ 72 w 378"/>
                <a:gd name="T15" fmla="*/ 351 h 351"/>
                <a:gd name="T16" fmla="*/ 306 w 378"/>
                <a:gd name="T17" fmla="*/ 351 h 351"/>
                <a:gd name="T18" fmla="*/ 324 w 378"/>
                <a:gd name="T19" fmla="*/ 333 h 351"/>
                <a:gd name="T20" fmla="*/ 309 w 378"/>
                <a:gd name="T21" fmla="*/ 315 h 351"/>
                <a:gd name="T22" fmla="*/ 354 w 378"/>
                <a:gd name="T23" fmla="*/ 38 h 351"/>
                <a:gd name="T24" fmla="*/ 359 w 378"/>
                <a:gd name="T25" fmla="*/ 38 h 351"/>
                <a:gd name="T26" fmla="*/ 378 w 378"/>
                <a:gd name="T27" fmla="*/ 19 h 351"/>
                <a:gd name="T28" fmla="*/ 359 w 378"/>
                <a:gd name="T29" fmla="*/ 0 h 351"/>
                <a:gd name="T30" fmla="*/ 132 w 378"/>
                <a:gd name="T31" fmla="*/ 287 h 351"/>
                <a:gd name="T32" fmla="*/ 126 w 378"/>
                <a:gd name="T33" fmla="*/ 283 h 351"/>
                <a:gd name="T34" fmla="*/ 101 w 378"/>
                <a:gd name="T35" fmla="*/ 69 h 351"/>
                <a:gd name="T36" fmla="*/ 104 w 378"/>
                <a:gd name="T37" fmla="*/ 64 h 351"/>
                <a:gd name="T38" fmla="*/ 113 w 378"/>
                <a:gd name="T39" fmla="*/ 64 h 351"/>
                <a:gd name="T40" fmla="*/ 118 w 378"/>
                <a:gd name="T41" fmla="*/ 68 h 351"/>
                <a:gd name="T42" fmla="*/ 135 w 378"/>
                <a:gd name="T43" fmla="*/ 283 h 351"/>
                <a:gd name="T44" fmla="*/ 132 w 378"/>
                <a:gd name="T45" fmla="*/ 287 h 351"/>
                <a:gd name="T46" fmla="*/ 193 w 378"/>
                <a:gd name="T47" fmla="*/ 283 h 351"/>
                <a:gd name="T48" fmla="*/ 189 w 378"/>
                <a:gd name="T49" fmla="*/ 287 h 351"/>
                <a:gd name="T50" fmla="*/ 185 w 378"/>
                <a:gd name="T51" fmla="*/ 283 h 351"/>
                <a:gd name="T52" fmla="*/ 179 w 378"/>
                <a:gd name="T53" fmla="*/ 68 h 351"/>
                <a:gd name="T54" fmla="*/ 185 w 378"/>
                <a:gd name="T55" fmla="*/ 63 h 351"/>
                <a:gd name="T56" fmla="*/ 193 w 378"/>
                <a:gd name="T57" fmla="*/ 63 h 351"/>
                <a:gd name="T58" fmla="*/ 200 w 378"/>
                <a:gd name="T59" fmla="*/ 68 h 351"/>
                <a:gd name="T60" fmla="*/ 193 w 378"/>
                <a:gd name="T61" fmla="*/ 283 h 351"/>
                <a:gd name="T62" fmla="*/ 277 w 378"/>
                <a:gd name="T63" fmla="*/ 68 h 351"/>
                <a:gd name="T64" fmla="*/ 252 w 378"/>
                <a:gd name="T65" fmla="*/ 283 h 351"/>
                <a:gd name="T66" fmla="*/ 248 w 378"/>
                <a:gd name="T67" fmla="*/ 287 h 351"/>
                <a:gd name="T68" fmla="*/ 244 w 378"/>
                <a:gd name="T69" fmla="*/ 282 h 351"/>
                <a:gd name="T70" fmla="*/ 261 w 378"/>
                <a:gd name="T71" fmla="*/ 68 h 351"/>
                <a:gd name="T72" fmla="*/ 266 w 378"/>
                <a:gd name="T73" fmla="*/ 63 h 351"/>
                <a:gd name="T74" fmla="*/ 274 w 378"/>
                <a:gd name="T75" fmla="*/ 63 h 351"/>
                <a:gd name="T76" fmla="*/ 277 w 378"/>
                <a:gd name="T77" fmla="*/ 68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8" h="351">
                  <a:moveTo>
                    <a:pt x="359" y="0"/>
                  </a:moveTo>
                  <a:cubicBezTo>
                    <a:pt x="19" y="0"/>
                    <a:pt x="19" y="0"/>
                    <a:pt x="19" y="0"/>
                  </a:cubicBezTo>
                  <a:cubicBezTo>
                    <a:pt x="9" y="0"/>
                    <a:pt x="0" y="8"/>
                    <a:pt x="0" y="19"/>
                  </a:cubicBezTo>
                  <a:cubicBezTo>
                    <a:pt x="0" y="29"/>
                    <a:pt x="9" y="38"/>
                    <a:pt x="19" y="38"/>
                  </a:cubicBezTo>
                  <a:cubicBezTo>
                    <a:pt x="24" y="38"/>
                    <a:pt x="24" y="38"/>
                    <a:pt x="24" y="38"/>
                  </a:cubicBezTo>
                  <a:cubicBezTo>
                    <a:pt x="69" y="315"/>
                    <a:pt x="69" y="315"/>
                    <a:pt x="69" y="315"/>
                  </a:cubicBezTo>
                  <a:cubicBezTo>
                    <a:pt x="61" y="316"/>
                    <a:pt x="54" y="324"/>
                    <a:pt x="54" y="333"/>
                  </a:cubicBezTo>
                  <a:cubicBezTo>
                    <a:pt x="54" y="343"/>
                    <a:pt x="62" y="351"/>
                    <a:pt x="72" y="351"/>
                  </a:cubicBezTo>
                  <a:cubicBezTo>
                    <a:pt x="306" y="351"/>
                    <a:pt x="306" y="351"/>
                    <a:pt x="306" y="351"/>
                  </a:cubicBezTo>
                  <a:cubicBezTo>
                    <a:pt x="316" y="351"/>
                    <a:pt x="324" y="343"/>
                    <a:pt x="324" y="333"/>
                  </a:cubicBezTo>
                  <a:cubicBezTo>
                    <a:pt x="324" y="324"/>
                    <a:pt x="317" y="316"/>
                    <a:pt x="309" y="315"/>
                  </a:cubicBezTo>
                  <a:cubicBezTo>
                    <a:pt x="354" y="38"/>
                    <a:pt x="354" y="38"/>
                    <a:pt x="354" y="38"/>
                  </a:cubicBezTo>
                  <a:cubicBezTo>
                    <a:pt x="359" y="38"/>
                    <a:pt x="359" y="38"/>
                    <a:pt x="359" y="38"/>
                  </a:cubicBezTo>
                  <a:cubicBezTo>
                    <a:pt x="369" y="38"/>
                    <a:pt x="378" y="29"/>
                    <a:pt x="378" y="19"/>
                  </a:cubicBezTo>
                  <a:cubicBezTo>
                    <a:pt x="378" y="8"/>
                    <a:pt x="369" y="0"/>
                    <a:pt x="359" y="0"/>
                  </a:cubicBezTo>
                  <a:close/>
                  <a:moveTo>
                    <a:pt x="132" y="287"/>
                  </a:moveTo>
                  <a:cubicBezTo>
                    <a:pt x="130" y="287"/>
                    <a:pt x="127" y="286"/>
                    <a:pt x="126" y="283"/>
                  </a:cubicBezTo>
                  <a:cubicBezTo>
                    <a:pt x="101" y="69"/>
                    <a:pt x="101" y="69"/>
                    <a:pt x="101" y="69"/>
                  </a:cubicBezTo>
                  <a:cubicBezTo>
                    <a:pt x="100" y="66"/>
                    <a:pt x="102" y="64"/>
                    <a:pt x="104" y="64"/>
                  </a:cubicBezTo>
                  <a:cubicBezTo>
                    <a:pt x="113" y="64"/>
                    <a:pt x="113" y="64"/>
                    <a:pt x="113" y="64"/>
                  </a:cubicBezTo>
                  <a:cubicBezTo>
                    <a:pt x="115" y="63"/>
                    <a:pt x="117" y="65"/>
                    <a:pt x="118" y="68"/>
                  </a:cubicBezTo>
                  <a:cubicBezTo>
                    <a:pt x="135" y="283"/>
                    <a:pt x="135" y="283"/>
                    <a:pt x="135" y="283"/>
                  </a:cubicBezTo>
                  <a:cubicBezTo>
                    <a:pt x="135" y="285"/>
                    <a:pt x="133" y="287"/>
                    <a:pt x="132" y="287"/>
                  </a:cubicBezTo>
                  <a:close/>
                  <a:moveTo>
                    <a:pt x="193" y="283"/>
                  </a:moveTo>
                  <a:cubicBezTo>
                    <a:pt x="193" y="285"/>
                    <a:pt x="191" y="287"/>
                    <a:pt x="189" y="287"/>
                  </a:cubicBezTo>
                  <a:cubicBezTo>
                    <a:pt x="187" y="287"/>
                    <a:pt x="185" y="285"/>
                    <a:pt x="185" y="283"/>
                  </a:cubicBezTo>
                  <a:cubicBezTo>
                    <a:pt x="179" y="68"/>
                    <a:pt x="179" y="68"/>
                    <a:pt x="179" y="68"/>
                  </a:cubicBezTo>
                  <a:cubicBezTo>
                    <a:pt x="179" y="65"/>
                    <a:pt x="181" y="63"/>
                    <a:pt x="185" y="63"/>
                  </a:cubicBezTo>
                  <a:cubicBezTo>
                    <a:pt x="193" y="63"/>
                    <a:pt x="193" y="63"/>
                    <a:pt x="193" y="63"/>
                  </a:cubicBezTo>
                  <a:cubicBezTo>
                    <a:pt x="197" y="63"/>
                    <a:pt x="200" y="65"/>
                    <a:pt x="200" y="68"/>
                  </a:cubicBezTo>
                  <a:lnTo>
                    <a:pt x="193" y="283"/>
                  </a:lnTo>
                  <a:close/>
                  <a:moveTo>
                    <a:pt x="277" y="68"/>
                  </a:moveTo>
                  <a:cubicBezTo>
                    <a:pt x="252" y="283"/>
                    <a:pt x="252" y="283"/>
                    <a:pt x="252" y="283"/>
                  </a:cubicBezTo>
                  <a:cubicBezTo>
                    <a:pt x="251" y="285"/>
                    <a:pt x="250" y="287"/>
                    <a:pt x="248" y="287"/>
                  </a:cubicBezTo>
                  <a:cubicBezTo>
                    <a:pt x="247" y="287"/>
                    <a:pt x="243" y="285"/>
                    <a:pt x="244" y="282"/>
                  </a:cubicBezTo>
                  <a:cubicBezTo>
                    <a:pt x="261" y="68"/>
                    <a:pt x="261" y="68"/>
                    <a:pt x="261" y="68"/>
                  </a:cubicBezTo>
                  <a:cubicBezTo>
                    <a:pt x="261" y="65"/>
                    <a:pt x="263" y="63"/>
                    <a:pt x="266" y="63"/>
                  </a:cubicBezTo>
                  <a:cubicBezTo>
                    <a:pt x="274" y="63"/>
                    <a:pt x="274" y="63"/>
                    <a:pt x="274" y="63"/>
                  </a:cubicBezTo>
                  <a:cubicBezTo>
                    <a:pt x="276" y="64"/>
                    <a:pt x="278" y="66"/>
                    <a:pt x="277"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7" name="Freeform 72"/>
            <p:cNvSpPr>
              <a:spLocks/>
            </p:cNvSpPr>
            <p:nvPr/>
          </p:nvSpPr>
          <p:spPr bwMode="auto">
            <a:xfrm>
              <a:off x="7951788" y="3051176"/>
              <a:ext cx="1016000" cy="134938"/>
            </a:xfrm>
            <a:custGeom>
              <a:avLst/>
              <a:gdLst>
                <a:gd name="T0" fmla="*/ 356 w 356"/>
                <a:gd name="T1" fmla="*/ 47 h 47"/>
                <a:gd name="T2" fmla="*/ 307 w 356"/>
                <a:gd name="T3" fmla="*/ 0 h 47"/>
                <a:gd name="T4" fmla="*/ 49 w 356"/>
                <a:gd name="T5" fmla="*/ 0 h 47"/>
                <a:gd name="T6" fmla="*/ 0 w 356"/>
                <a:gd name="T7" fmla="*/ 47 h 47"/>
                <a:gd name="T8" fmla="*/ 356 w 356"/>
                <a:gd name="T9" fmla="*/ 47 h 47"/>
              </a:gdLst>
              <a:ahLst/>
              <a:cxnLst>
                <a:cxn ang="0">
                  <a:pos x="T0" y="T1"/>
                </a:cxn>
                <a:cxn ang="0">
                  <a:pos x="T2" y="T3"/>
                </a:cxn>
                <a:cxn ang="0">
                  <a:pos x="T4" y="T5"/>
                </a:cxn>
                <a:cxn ang="0">
                  <a:pos x="T6" y="T7"/>
                </a:cxn>
                <a:cxn ang="0">
                  <a:pos x="T8" y="T9"/>
                </a:cxn>
              </a:cxnLst>
              <a:rect l="0" t="0" r="r" b="b"/>
              <a:pathLst>
                <a:path w="356" h="47">
                  <a:moveTo>
                    <a:pt x="356" y="47"/>
                  </a:moveTo>
                  <a:cubicBezTo>
                    <a:pt x="353" y="21"/>
                    <a:pt x="332" y="0"/>
                    <a:pt x="307" y="0"/>
                  </a:cubicBezTo>
                  <a:cubicBezTo>
                    <a:pt x="49" y="0"/>
                    <a:pt x="49" y="0"/>
                    <a:pt x="49" y="0"/>
                  </a:cubicBezTo>
                  <a:cubicBezTo>
                    <a:pt x="24" y="0"/>
                    <a:pt x="3" y="21"/>
                    <a:pt x="0" y="47"/>
                  </a:cubicBezTo>
                  <a:lnTo>
                    <a:pt x="356"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8" name="Freeform 73"/>
            <p:cNvSpPr>
              <a:spLocks/>
            </p:cNvSpPr>
            <p:nvPr/>
          </p:nvSpPr>
          <p:spPr bwMode="auto">
            <a:xfrm>
              <a:off x="8359775" y="2982913"/>
              <a:ext cx="200025" cy="50800"/>
            </a:xfrm>
            <a:custGeom>
              <a:avLst/>
              <a:gdLst>
                <a:gd name="T0" fmla="*/ 70 w 70"/>
                <a:gd name="T1" fmla="*/ 18 h 18"/>
                <a:gd name="T2" fmla="*/ 70 w 70"/>
                <a:gd name="T3" fmla="*/ 16 h 18"/>
                <a:gd name="T4" fmla="*/ 58 w 70"/>
                <a:gd name="T5" fmla="*/ 0 h 18"/>
                <a:gd name="T6" fmla="*/ 12 w 70"/>
                <a:gd name="T7" fmla="*/ 0 h 18"/>
                <a:gd name="T8" fmla="*/ 0 w 70"/>
                <a:gd name="T9" fmla="*/ 16 h 18"/>
                <a:gd name="T10" fmla="*/ 0 w 70"/>
                <a:gd name="T11" fmla="*/ 18 h 18"/>
                <a:gd name="T12" fmla="*/ 70 w 70"/>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70" h="18">
                  <a:moveTo>
                    <a:pt x="70" y="18"/>
                  </a:moveTo>
                  <a:cubicBezTo>
                    <a:pt x="70" y="17"/>
                    <a:pt x="70" y="17"/>
                    <a:pt x="70" y="16"/>
                  </a:cubicBezTo>
                  <a:cubicBezTo>
                    <a:pt x="70" y="7"/>
                    <a:pt x="65" y="0"/>
                    <a:pt x="58" y="0"/>
                  </a:cubicBezTo>
                  <a:cubicBezTo>
                    <a:pt x="12" y="0"/>
                    <a:pt x="12" y="0"/>
                    <a:pt x="12" y="0"/>
                  </a:cubicBezTo>
                  <a:cubicBezTo>
                    <a:pt x="5" y="0"/>
                    <a:pt x="0" y="7"/>
                    <a:pt x="0" y="16"/>
                  </a:cubicBezTo>
                  <a:cubicBezTo>
                    <a:pt x="0" y="17"/>
                    <a:pt x="0" y="17"/>
                    <a:pt x="0" y="18"/>
                  </a:cubicBezTo>
                  <a:lnTo>
                    <a:pt x="70"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29" name="组合 628"/>
          <p:cNvGrpSpPr/>
          <p:nvPr/>
        </p:nvGrpSpPr>
        <p:grpSpPr>
          <a:xfrm>
            <a:off x="8757622" y="3461031"/>
            <a:ext cx="311608" cy="289167"/>
            <a:chOff x="5278438" y="2973388"/>
            <a:chExt cx="1344613" cy="1247775"/>
          </a:xfrm>
          <a:solidFill>
            <a:srgbClr val="707E84"/>
          </a:solidFill>
        </p:grpSpPr>
        <p:sp>
          <p:nvSpPr>
            <p:cNvPr id="630" name="Freeform 67"/>
            <p:cNvSpPr>
              <a:spLocks noEditPoints="1"/>
            </p:cNvSpPr>
            <p:nvPr/>
          </p:nvSpPr>
          <p:spPr bwMode="auto">
            <a:xfrm>
              <a:off x="5821363" y="2973388"/>
              <a:ext cx="801688" cy="806450"/>
            </a:xfrm>
            <a:custGeom>
              <a:avLst/>
              <a:gdLst>
                <a:gd name="T0" fmla="*/ 256 w 281"/>
                <a:gd name="T1" fmla="*/ 26 h 282"/>
                <a:gd name="T2" fmla="*/ 163 w 281"/>
                <a:gd name="T3" fmla="*/ 26 h 282"/>
                <a:gd name="T4" fmla="*/ 0 w 281"/>
                <a:gd name="T5" fmla="*/ 190 h 282"/>
                <a:gd name="T6" fmla="*/ 92 w 281"/>
                <a:gd name="T7" fmla="*/ 282 h 282"/>
                <a:gd name="T8" fmla="*/ 256 w 281"/>
                <a:gd name="T9" fmla="*/ 119 h 282"/>
                <a:gd name="T10" fmla="*/ 256 w 281"/>
                <a:gd name="T11" fmla="*/ 26 h 282"/>
                <a:gd name="T12" fmla="*/ 55 w 281"/>
                <a:gd name="T13" fmla="*/ 192 h 282"/>
                <a:gd name="T14" fmla="*/ 44 w 281"/>
                <a:gd name="T15" fmla="*/ 181 h 282"/>
                <a:gd name="T16" fmla="*/ 183 w 281"/>
                <a:gd name="T17" fmla="*/ 42 h 282"/>
                <a:gd name="T18" fmla="*/ 194 w 281"/>
                <a:gd name="T19" fmla="*/ 42 h 282"/>
                <a:gd name="T20" fmla="*/ 194 w 281"/>
                <a:gd name="T21" fmla="*/ 53 h 282"/>
                <a:gd name="T22" fmla="*/ 55 w 281"/>
                <a:gd name="T23" fmla="*/ 192 h 282"/>
                <a:gd name="T24" fmla="*/ 78 w 281"/>
                <a:gd name="T25" fmla="*/ 215 h 282"/>
                <a:gd name="T26" fmla="*/ 67 w 281"/>
                <a:gd name="T27" fmla="*/ 204 h 282"/>
                <a:gd name="T28" fmla="*/ 217 w 281"/>
                <a:gd name="T29" fmla="*/ 54 h 282"/>
                <a:gd name="T30" fmla="*/ 228 w 281"/>
                <a:gd name="T31" fmla="*/ 54 h 282"/>
                <a:gd name="T32" fmla="*/ 228 w 281"/>
                <a:gd name="T33" fmla="*/ 65 h 282"/>
                <a:gd name="T34" fmla="*/ 78 w 281"/>
                <a:gd name="T35" fmla="*/ 215 h 282"/>
                <a:gd name="T36" fmla="*/ 101 w 281"/>
                <a:gd name="T37" fmla="*/ 238 h 282"/>
                <a:gd name="T38" fmla="*/ 90 w 281"/>
                <a:gd name="T39" fmla="*/ 227 h 282"/>
                <a:gd name="T40" fmla="*/ 229 w 281"/>
                <a:gd name="T41" fmla="*/ 88 h 282"/>
                <a:gd name="T42" fmla="*/ 240 w 281"/>
                <a:gd name="T43" fmla="*/ 88 h 282"/>
                <a:gd name="T44" fmla="*/ 240 w 281"/>
                <a:gd name="T45" fmla="*/ 99 h 282"/>
                <a:gd name="T46" fmla="*/ 101 w 281"/>
                <a:gd name="T47" fmla="*/ 238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1" h="282">
                  <a:moveTo>
                    <a:pt x="256" y="26"/>
                  </a:moveTo>
                  <a:cubicBezTo>
                    <a:pt x="230" y="0"/>
                    <a:pt x="189" y="0"/>
                    <a:pt x="163" y="26"/>
                  </a:cubicBezTo>
                  <a:cubicBezTo>
                    <a:pt x="0" y="190"/>
                    <a:pt x="0" y="190"/>
                    <a:pt x="0" y="190"/>
                  </a:cubicBezTo>
                  <a:cubicBezTo>
                    <a:pt x="92" y="282"/>
                    <a:pt x="92" y="282"/>
                    <a:pt x="92" y="282"/>
                  </a:cubicBezTo>
                  <a:cubicBezTo>
                    <a:pt x="256" y="119"/>
                    <a:pt x="256" y="119"/>
                    <a:pt x="256" y="119"/>
                  </a:cubicBezTo>
                  <a:cubicBezTo>
                    <a:pt x="281" y="93"/>
                    <a:pt x="281" y="52"/>
                    <a:pt x="256" y="26"/>
                  </a:cubicBezTo>
                  <a:close/>
                  <a:moveTo>
                    <a:pt x="55" y="192"/>
                  </a:moveTo>
                  <a:cubicBezTo>
                    <a:pt x="44" y="181"/>
                    <a:pt x="44" y="181"/>
                    <a:pt x="44" y="181"/>
                  </a:cubicBezTo>
                  <a:cubicBezTo>
                    <a:pt x="183" y="42"/>
                    <a:pt x="183" y="42"/>
                    <a:pt x="183" y="42"/>
                  </a:cubicBezTo>
                  <a:cubicBezTo>
                    <a:pt x="186" y="39"/>
                    <a:pt x="191" y="39"/>
                    <a:pt x="194" y="42"/>
                  </a:cubicBezTo>
                  <a:cubicBezTo>
                    <a:pt x="197" y="45"/>
                    <a:pt x="197" y="50"/>
                    <a:pt x="194" y="53"/>
                  </a:cubicBezTo>
                  <a:lnTo>
                    <a:pt x="55" y="192"/>
                  </a:lnTo>
                  <a:close/>
                  <a:moveTo>
                    <a:pt x="78" y="215"/>
                  </a:moveTo>
                  <a:cubicBezTo>
                    <a:pt x="67" y="204"/>
                    <a:pt x="67" y="204"/>
                    <a:pt x="67" y="204"/>
                  </a:cubicBezTo>
                  <a:cubicBezTo>
                    <a:pt x="217" y="54"/>
                    <a:pt x="217" y="54"/>
                    <a:pt x="217" y="54"/>
                  </a:cubicBezTo>
                  <a:cubicBezTo>
                    <a:pt x="220" y="51"/>
                    <a:pt x="225" y="51"/>
                    <a:pt x="228" y="54"/>
                  </a:cubicBezTo>
                  <a:cubicBezTo>
                    <a:pt x="231" y="57"/>
                    <a:pt x="231" y="62"/>
                    <a:pt x="228" y="65"/>
                  </a:cubicBezTo>
                  <a:lnTo>
                    <a:pt x="78" y="215"/>
                  </a:lnTo>
                  <a:close/>
                  <a:moveTo>
                    <a:pt x="101" y="238"/>
                  </a:moveTo>
                  <a:cubicBezTo>
                    <a:pt x="90" y="227"/>
                    <a:pt x="90" y="227"/>
                    <a:pt x="90" y="227"/>
                  </a:cubicBezTo>
                  <a:cubicBezTo>
                    <a:pt x="229" y="88"/>
                    <a:pt x="229" y="88"/>
                    <a:pt x="229" y="88"/>
                  </a:cubicBezTo>
                  <a:cubicBezTo>
                    <a:pt x="232" y="85"/>
                    <a:pt x="237" y="85"/>
                    <a:pt x="240" y="88"/>
                  </a:cubicBezTo>
                  <a:cubicBezTo>
                    <a:pt x="243" y="91"/>
                    <a:pt x="243" y="96"/>
                    <a:pt x="240" y="99"/>
                  </a:cubicBezTo>
                  <a:lnTo>
                    <a:pt x="101" y="2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1" name="Freeform 68"/>
            <p:cNvSpPr>
              <a:spLocks/>
            </p:cNvSpPr>
            <p:nvPr/>
          </p:nvSpPr>
          <p:spPr bwMode="auto">
            <a:xfrm>
              <a:off x="5375275" y="3662363"/>
              <a:ext cx="554038" cy="558800"/>
            </a:xfrm>
            <a:custGeom>
              <a:avLst/>
              <a:gdLst>
                <a:gd name="T0" fmla="*/ 227 w 349"/>
                <a:gd name="T1" fmla="*/ 209 h 352"/>
                <a:gd name="T2" fmla="*/ 210 w 349"/>
                <a:gd name="T3" fmla="*/ 193 h 352"/>
                <a:gd name="T4" fmla="*/ 349 w 349"/>
                <a:gd name="T5" fmla="*/ 54 h 352"/>
                <a:gd name="T6" fmla="*/ 295 w 349"/>
                <a:gd name="T7" fmla="*/ 0 h 352"/>
                <a:gd name="T8" fmla="*/ 156 w 349"/>
                <a:gd name="T9" fmla="*/ 139 h 352"/>
                <a:gd name="T10" fmla="*/ 142 w 349"/>
                <a:gd name="T11" fmla="*/ 125 h 352"/>
                <a:gd name="T12" fmla="*/ 110 w 349"/>
                <a:gd name="T13" fmla="*/ 141 h 352"/>
                <a:gd name="T14" fmla="*/ 0 w 349"/>
                <a:gd name="T15" fmla="*/ 317 h 352"/>
                <a:gd name="T16" fmla="*/ 32 w 349"/>
                <a:gd name="T17" fmla="*/ 352 h 352"/>
                <a:gd name="T18" fmla="*/ 207 w 349"/>
                <a:gd name="T19" fmla="*/ 242 h 352"/>
                <a:gd name="T20" fmla="*/ 227 w 349"/>
                <a:gd name="T21" fmla="*/ 209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9" h="352">
                  <a:moveTo>
                    <a:pt x="227" y="209"/>
                  </a:moveTo>
                  <a:lnTo>
                    <a:pt x="210" y="193"/>
                  </a:lnTo>
                  <a:lnTo>
                    <a:pt x="349" y="54"/>
                  </a:lnTo>
                  <a:lnTo>
                    <a:pt x="295" y="0"/>
                  </a:lnTo>
                  <a:lnTo>
                    <a:pt x="156" y="139"/>
                  </a:lnTo>
                  <a:lnTo>
                    <a:pt x="142" y="125"/>
                  </a:lnTo>
                  <a:lnTo>
                    <a:pt x="110" y="141"/>
                  </a:lnTo>
                  <a:lnTo>
                    <a:pt x="0" y="317"/>
                  </a:lnTo>
                  <a:lnTo>
                    <a:pt x="32" y="352"/>
                  </a:lnTo>
                  <a:lnTo>
                    <a:pt x="207" y="242"/>
                  </a:lnTo>
                  <a:lnTo>
                    <a:pt x="227" y="2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2" name="Freeform 69"/>
            <p:cNvSpPr>
              <a:spLocks/>
            </p:cNvSpPr>
            <p:nvPr/>
          </p:nvSpPr>
          <p:spPr bwMode="auto">
            <a:xfrm>
              <a:off x="5278438" y="2986088"/>
              <a:ext cx="590550" cy="590550"/>
            </a:xfrm>
            <a:custGeom>
              <a:avLst/>
              <a:gdLst>
                <a:gd name="T0" fmla="*/ 104 w 207"/>
                <a:gd name="T1" fmla="*/ 0 h 207"/>
                <a:gd name="T2" fmla="*/ 78 w 207"/>
                <a:gd name="T3" fmla="*/ 3 h 207"/>
                <a:gd name="T4" fmla="*/ 81 w 207"/>
                <a:gd name="T5" fmla="*/ 5 h 207"/>
                <a:gd name="T6" fmla="*/ 118 w 207"/>
                <a:gd name="T7" fmla="*/ 43 h 207"/>
                <a:gd name="T8" fmla="*/ 118 w 207"/>
                <a:gd name="T9" fmla="*/ 112 h 207"/>
                <a:gd name="T10" fmla="*/ 49 w 207"/>
                <a:gd name="T11" fmla="*/ 112 h 207"/>
                <a:gd name="T12" fmla="*/ 12 w 207"/>
                <a:gd name="T13" fmla="*/ 74 h 207"/>
                <a:gd name="T14" fmla="*/ 7 w 207"/>
                <a:gd name="T15" fmla="*/ 68 h 207"/>
                <a:gd name="T16" fmla="*/ 0 w 207"/>
                <a:gd name="T17" fmla="*/ 103 h 207"/>
                <a:gd name="T18" fmla="*/ 104 w 207"/>
                <a:gd name="T19" fmla="*/ 207 h 207"/>
                <a:gd name="T20" fmla="*/ 207 w 207"/>
                <a:gd name="T21" fmla="*/ 103 h 207"/>
                <a:gd name="T22" fmla="*/ 104 w 207"/>
                <a:gd name="T23"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7" h="207">
                  <a:moveTo>
                    <a:pt x="104" y="0"/>
                  </a:moveTo>
                  <a:cubicBezTo>
                    <a:pt x="95" y="0"/>
                    <a:pt x="86" y="1"/>
                    <a:pt x="78" y="3"/>
                  </a:cubicBezTo>
                  <a:cubicBezTo>
                    <a:pt x="79" y="4"/>
                    <a:pt x="80" y="5"/>
                    <a:pt x="81" y="5"/>
                  </a:cubicBezTo>
                  <a:cubicBezTo>
                    <a:pt x="118" y="43"/>
                    <a:pt x="118" y="43"/>
                    <a:pt x="118" y="43"/>
                  </a:cubicBezTo>
                  <a:cubicBezTo>
                    <a:pt x="137" y="62"/>
                    <a:pt x="137" y="93"/>
                    <a:pt x="118" y="112"/>
                  </a:cubicBezTo>
                  <a:cubicBezTo>
                    <a:pt x="99" y="131"/>
                    <a:pt x="68" y="131"/>
                    <a:pt x="49" y="112"/>
                  </a:cubicBezTo>
                  <a:cubicBezTo>
                    <a:pt x="12" y="74"/>
                    <a:pt x="12" y="74"/>
                    <a:pt x="12" y="74"/>
                  </a:cubicBezTo>
                  <a:cubicBezTo>
                    <a:pt x="10" y="72"/>
                    <a:pt x="8" y="70"/>
                    <a:pt x="7" y="68"/>
                  </a:cubicBezTo>
                  <a:cubicBezTo>
                    <a:pt x="3" y="79"/>
                    <a:pt x="0" y="91"/>
                    <a:pt x="0" y="103"/>
                  </a:cubicBezTo>
                  <a:cubicBezTo>
                    <a:pt x="0" y="161"/>
                    <a:pt x="47" y="207"/>
                    <a:pt x="104" y="207"/>
                  </a:cubicBezTo>
                  <a:cubicBezTo>
                    <a:pt x="161" y="207"/>
                    <a:pt x="207" y="161"/>
                    <a:pt x="207" y="103"/>
                  </a:cubicBezTo>
                  <a:cubicBezTo>
                    <a:pt x="207" y="46"/>
                    <a:pt x="161" y="0"/>
                    <a:pt x="10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3" name="Freeform 70"/>
            <p:cNvSpPr>
              <a:spLocks noEditPoints="1"/>
            </p:cNvSpPr>
            <p:nvPr/>
          </p:nvSpPr>
          <p:spPr bwMode="auto">
            <a:xfrm>
              <a:off x="6008688" y="3686176"/>
              <a:ext cx="531813" cy="531813"/>
            </a:xfrm>
            <a:custGeom>
              <a:avLst/>
              <a:gdLst>
                <a:gd name="T0" fmla="*/ 164 w 186"/>
                <a:gd name="T1" fmla="*/ 164 h 186"/>
                <a:gd name="T2" fmla="*/ 164 w 186"/>
                <a:gd name="T3" fmla="*/ 83 h 186"/>
                <a:gd name="T4" fmla="*/ 81 w 186"/>
                <a:gd name="T5" fmla="*/ 0 h 186"/>
                <a:gd name="T6" fmla="*/ 0 w 186"/>
                <a:gd name="T7" fmla="*/ 81 h 186"/>
                <a:gd name="T8" fmla="*/ 82 w 186"/>
                <a:gd name="T9" fmla="*/ 164 h 186"/>
                <a:gd name="T10" fmla="*/ 164 w 186"/>
                <a:gd name="T11" fmla="*/ 164 h 186"/>
                <a:gd name="T12" fmla="*/ 109 w 186"/>
                <a:gd name="T13" fmla="*/ 109 h 186"/>
                <a:gd name="T14" fmla="*/ 142 w 186"/>
                <a:gd name="T15" fmla="*/ 109 h 186"/>
                <a:gd name="T16" fmla="*/ 142 w 186"/>
                <a:gd name="T17" fmla="*/ 143 h 186"/>
                <a:gd name="T18" fmla="*/ 109 w 186"/>
                <a:gd name="T19" fmla="*/ 143 h 186"/>
                <a:gd name="T20" fmla="*/ 109 w 186"/>
                <a:gd name="T21" fmla="*/ 109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6" h="186">
                  <a:moveTo>
                    <a:pt x="164" y="164"/>
                  </a:moveTo>
                  <a:cubicBezTo>
                    <a:pt x="186" y="142"/>
                    <a:pt x="186" y="105"/>
                    <a:pt x="164" y="83"/>
                  </a:cubicBezTo>
                  <a:cubicBezTo>
                    <a:pt x="81" y="0"/>
                    <a:pt x="81" y="0"/>
                    <a:pt x="81" y="0"/>
                  </a:cubicBezTo>
                  <a:cubicBezTo>
                    <a:pt x="0" y="81"/>
                    <a:pt x="0" y="81"/>
                    <a:pt x="0" y="81"/>
                  </a:cubicBezTo>
                  <a:cubicBezTo>
                    <a:pt x="82" y="164"/>
                    <a:pt x="82" y="164"/>
                    <a:pt x="82" y="164"/>
                  </a:cubicBezTo>
                  <a:cubicBezTo>
                    <a:pt x="105" y="186"/>
                    <a:pt x="141" y="186"/>
                    <a:pt x="164" y="164"/>
                  </a:cubicBezTo>
                  <a:close/>
                  <a:moveTo>
                    <a:pt x="109" y="109"/>
                  </a:moveTo>
                  <a:cubicBezTo>
                    <a:pt x="118" y="100"/>
                    <a:pt x="133" y="100"/>
                    <a:pt x="142" y="109"/>
                  </a:cubicBezTo>
                  <a:cubicBezTo>
                    <a:pt x="152" y="118"/>
                    <a:pt x="152" y="133"/>
                    <a:pt x="142" y="143"/>
                  </a:cubicBezTo>
                  <a:cubicBezTo>
                    <a:pt x="133" y="152"/>
                    <a:pt x="118" y="152"/>
                    <a:pt x="109" y="143"/>
                  </a:cubicBezTo>
                  <a:cubicBezTo>
                    <a:pt x="99" y="133"/>
                    <a:pt x="99" y="118"/>
                    <a:pt x="109"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34" name="组合 633"/>
          <p:cNvGrpSpPr/>
          <p:nvPr/>
        </p:nvGrpSpPr>
        <p:grpSpPr>
          <a:xfrm>
            <a:off x="9703404" y="3446507"/>
            <a:ext cx="249434" cy="310137"/>
            <a:chOff x="10439400" y="2930526"/>
            <a:chExt cx="1076325" cy="1338262"/>
          </a:xfrm>
          <a:solidFill>
            <a:srgbClr val="707E84"/>
          </a:solidFill>
        </p:grpSpPr>
        <p:sp>
          <p:nvSpPr>
            <p:cNvPr id="635" name="Freeform 74"/>
            <p:cNvSpPr>
              <a:spLocks/>
            </p:cNvSpPr>
            <p:nvPr/>
          </p:nvSpPr>
          <p:spPr bwMode="auto">
            <a:xfrm>
              <a:off x="10458450" y="2930526"/>
              <a:ext cx="1003300" cy="314325"/>
            </a:xfrm>
            <a:custGeom>
              <a:avLst/>
              <a:gdLst>
                <a:gd name="T0" fmla="*/ 351 w 351"/>
                <a:gd name="T1" fmla="*/ 41 h 110"/>
                <a:gd name="T2" fmla="*/ 294 w 351"/>
                <a:gd name="T3" fmla="*/ 5 h 110"/>
                <a:gd name="T4" fmla="*/ 41 w 351"/>
                <a:gd name="T5" fmla="*/ 55 h 110"/>
                <a:gd name="T6" fmla="*/ 2 w 351"/>
                <a:gd name="T7" fmla="*/ 110 h 110"/>
                <a:gd name="T8" fmla="*/ 351 w 351"/>
                <a:gd name="T9" fmla="*/ 41 h 110"/>
              </a:gdLst>
              <a:ahLst/>
              <a:cxnLst>
                <a:cxn ang="0">
                  <a:pos x="T0" y="T1"/>
                </a:cxn>
                <a:cxn ang="0">
                  <a:pos x="T2" y="T3"/>
                </a:cxn>
                <a:cxn ang="0">
                  <a:pos x="T4" y="T5"/>
                </a:cxn>
                <a:cxn ang="0">
                  <a:pos x="T6" y="T7"/>
                </a:cxn>
                <a:cxn ang="0">
                  <a:pos x="T8" y="T9"/>
                </a:cxn>
              </a:cxnLst>
              <a:rect l="0" t="0" r="r" b="b"/>
              <a:pathLst>
                <a:path w="351" h="110">
                  <a:moveTo>
                    <a:pt x="351" y="41"/>
                  </a:moveTo>
                  <a:cubicBezTo>
                    <a:pt x="343" y="16"/>
                    <a:pt x="319" y="0"/>
                    <a:pt x="294" y="5"/>
                  </a:cubicBezTo>
                  <a:cubicBezTo>
                    <a:pt x="41" y="55"/>
                    <a:pt x="41" y="55"/>
                    <a:pt x="41" y="55"/>
                  </a:cubicBezTo>
                  <a:cubicBezTo>
                    <a:pt x="16" y="59"/>
                    <a:pt x="0" y="83"/>
                    <a:pt x="2" y="110"/>
                  </a:cubicBezTo>
                  <a:lnTo>
                    <a:pt x="351"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6" name="Freeform 75"/>
            <p:cNvSpPr>
              <a:spLocks/>
            </p:cNvSpPr>
            <p:nvPr/>
          </p:nvSpPr>
          <p:spPr bwMode="auto">
            <a:xfrm>
              <a:off x="10829925" y="2930526"/>
              <a:ext cx="203200" cy="85725"/>
            </a:xfrm>
            <a:custGeom>
              <a:avLst/>
              <a:gdLst>
                <a:gd name="T0" fmla="*/ 71 w 71"/>
                <a:gd name="T1" fmla="*/ 16 h 30"/>
                <a:gd name="T2" fmla="*/ 71 w 71"/>
                <a:gd name="T3" fmla="*/ 15 h 30"/>
                <a:gd name="T4" fmla="*/ 55 w 71"/>
                <a:gd name="T5" fmla="*/ 1 h 30"/>
                <a:gd name="T6" fmla="*/ 11 w 71"/>
                <a:gd name="T7" fmla="*/ 10 h 30"/>
                <a:gd name="T8" fmla="*/ 1 w 71"/>
                <a:gd name="T9" fmla="*/ 29 h 30"/>
                <a:gd name="T10" fmla="*/ 2 w 71"/>
                <a:gd name="T11" fmla="*/ 30 h 30"/>
                <a:gd name="T12" fmla="*/ 71 w 71"/>
                <a:gd name="T13" fmla="*/ 16 h 30"/>
              </a:gdLst>
              <a:ahLst/>
              <a:cxnLst>
                <a:cxn ang="0">
                  <a:pos x="T0" y="T1"/>
                </a:cxn>
                <a:cxn ang="0">
                  <a:pos x="T2" y="T3"/>
                </a:cxn>
                <a:cxn ang="0">
                  <a:pos x="T4" y="T5"/>
                </a:cxn>
                <a:cxn ang="0">
                  <a:pos x="T6" y="T7"/>
                </a:cxn>
                <a:cxn ang="0">
                  <a:pos x="T8" y="T9"/>
                </a:cxn>
                <a:cxn ang="0">
                  <a:pos x="T10" y="T11"/>
                </a:cxn>
                <a:cxn ang="0">
                  <a:pos x="T12" y="T13"/>
                </a:cxn>
              </a:cxnLst>
              <a:rect l="0" t="0" r="r" b="b"/>
              <a:pathLst>
                <a:path w="71" h="30">
                  <a:moveTo>
                    <a:pt x="71" y="16"/>
                  </a:moveTo>
                  <a:cubicBezTo>
                    <a:pt x="71" y="16"/>
                    <a:pt x="71" y="16"/>
                    <a:pt x="71" y="15"/>
                  </a:cubicBezTo>
                  <a:cubicBezTo>
                    <a:pt x="69" y="6"/>
                    <a:pt x="62" y="0"/>
                    <a:pt x="55" y="1"/>
                  </a:cubicBezTo>
                  <a:cubicBezTo>
                    <a:pt x="11" y="10"/>
                    <a:pt x="11" y="10"/>
                    <a:pt x="11" y="10"/>
                  </a:cubicBezTo>
                  <a:cubicBezTo>
                    <a:pt x="4" y="11"/>
                    <a:pt x="0" y="20"/>
                    <a:pt x="1" y="29"/>
                  </a:cubicBezTo>
                  <a:cubicBezTo>
                    <a:pt x="2" y="29"/>
                    <a:pt x="2" y="30"/>
                    <a:pt x="2" y="30"/>
                  </a:cubicBezTo>
                  <a:lnTo>
                    <a:pt x="71"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7" name="Freeform 76"/>
            <p:cNvSpPr>
              <a:spLocks noEditPoints="1"/>
            </p:cNvSpPr>
            <p:nvPr/>
          </p:nvSpPr>
          <p:spPr bwMode="auto">
            <a:xfrm>
              <a:off x="10439400" y="3268663"/>
              <a:ext cx="1076325" cy="1000125"/>
            </a:xfrm>
            <a:custGeom>
              <a:avLst/>
              <a:gdLst>
                <a:gd name="T0" fmla="*/ 0 w 377"/>
                <a:gd name="T1" fmla="*/ 19 h 350"/>
                <a:gd name="T2" fmla="*/ 69 w 377"/>
                <a:gd name="T3" fmla="*/ 315 h 350"/>
                <a:gd name="T4" fmla="*/ 305 w 377"/>
                <a:gd name="T5" fmla="*/ 350 h 350"/>
                <a:gd name="T6" fmla="*/ 353 w 377"/>
                <a:gd name="T7" fmla="*/ 38 h 350"/>
                <a:gd name="T8" fmla="*/ 358 w 377"/>
                <a:gd name="T9" fmla="*/ 0 h 350"/>
                <a:gd name="T10" fmla="*/ 154 w 377"/>
                <a:gd name="T11" fmla="*/ 77 h 350"/>
                <a:gd name="T12" fmla="*/ 164 w 377"/>
                <a:gd name="T13" fmla="*/ 76 h 350"/>
                <a:gd name="T14" fmla="*/ 205 w 377"/>
                <a:gd name="T15" fmla="*/ 78 h 350"/>
                <a:gd name="T16" fmla="*/ 160 w 377"/>
                <a:gd name="T17" fmla="*/ 134 h 350"/>
                <a:gd name="T18" fmla="*/ 150 w 377"/>
                <a:gd name="T19" fmla="*/ 144 h 350"/>
                <a:gd name="T20" fmla="*/ 120 w 377"/>
                <a:gd name="T21" fmla="*/ 116 h 350"/>
                <a:gd name="T22" fmla="*/ 117 w 377"/>
                <a:gd name="T23" fmla="*/ 153 h 350"/>
                <a:gd name="T24" fmla="*/ 150 w 377"/>
                <a:gd name="T25" fmla="*/ 178 h 350"/>
                <a:gd name="T26" fmla="*/ 158 w 377"/>
                <a:gd name="T27" fmla="*/ 191 h 350"/>
                <a:gd name="T28" fmla="*/ 148 w 377"/>
                <a:gd name="T29" fmla="*/ 191 h 350"/>
                <a:gd name="T30" fmla="*/ 134 w 377"/>
                <a:gd name="T31" fmla="*/ 205 h 350"/>
                <a:gd name="T32" fmla="*/ 93 w 377"/>
                <a:gd name="T33" fmla="*/ 198 h 350"/>
                <a:gd name="T34" fmla="*/ 97 w 377"/>
                <a:gd name="T35" fmla="*/ 164 h 350"/>
                <a:gd name="T36" fmla="*/ 175 w 377"/>
                <a:gd name="T37" fmla="*/ 250 h 350"/>
                <a:gd name="T38" fmla="*/ 116 w 377"/>
                <a:gd name="T39" fmla="*/ 250 h 350"/>
                <a:gd name="T40" fmla="*/ 91 w 377"/>
                <a:gd name="T41" fmla="*/ 207 h 350"/>
                <a:gd name="T42" fmla="*/ 93 w 377"/>
                <a:gd name="T43" fmla="*/ 209 h 350"/>
                <a:gd name="T44" fmla="*/ 171 w 377"/>
                <a:gd name="T45" fmla="*/ 217 h 350"/>
                <a:gd name="T46" fmla="*/ 198 w 377"/>
                <a:gd name="T47" fmla="*/ 143 h 350"/>
                <a:gd name="T48" fmla="*/ 181 w 377"/>
                <a:gd name="T49" fmla="*/ 139 h 350"/>
                <a:gd name="T50" fmla="*/ 189 w 377"/>
                <a:gd name="T51" fmla="*/ 134 h 350"/>
                <a:gd name="T52" fmla="*/ 188 w 377"/>
                <a:gd name="T53" fmla="*/ 122 h 350"/>
                <a:gd name="T54" fmla="*/ 187 w 377"/>
                <a:gd name="T55" fmla="*/ 112 h 350"/>
                <a:gd name="T56" fmla="*/ 226 w 377"/>
                <a:gd name="T57" fmla="*/ 97 h 350"/>
                <a:gd name="T58" fmla="*/ 245 w 377"/>
                <a:gd name="T59" fmla="*/ 101 h 350"/>
                <a:gd name="T60" fmla="*/ 236 w 377"/>
                <a:gd name="T61" fmla="*/ 127 h 350"/>
                <a:gd name="T62" fmla="*/ 198 w 377"/>
                <a:gd name="T63" fmla="*/ 143 h 350"/>
                <a:gd name="T64" fmla="*/ 240 w 377"/>
                <a:gd name="T65" fmla="*/ 247 h 350"/>
                <a:gd name="T66" fmla="*/ 229 w 377"/>
                <a:gd name="T67" fmla="*/ 263 h 350"/>
                <a:gd name="T68" fmla="*/ 208 w 377"/>
                <a:gd name="T69" fmla="*/ 244 h 350"/>
                <a:gd name="T70" fmla="*/ 209 w 377"/>
                <a:gd name="T71" fmla="*/ 203 h 350"/>
                <a:gd name="T72" fmla="*/ 216 w 377"/>
                <a:gd name="T73" fmla="*/ 189 h 350"/>
                <a:gd name="T74" fmla="*/ 221 w 377"/>
                <a:gd name="T75" fmla="*/ 197 h 350"/>
                <a:gd name="T76" fmla="*/ 228 w 377"/>
                <a:gd name="T77" fmla="*/ 203 h 350"/>
                <a:gd name="T78" fmla="*/ 237 w 377"/>
                <a:gd name="T79" fmla="*/ 202 h 350"/>
                <a:gd name="T80" fmla="*/ 255 w 377"/>
                <a:gd name="T81" fmla="*/ 239 h 350"/>
                <a:gd name="T82" fmla="*/ 284 w 377"/>
                <a:gd name="T83" fmla="*/ 197 h 350"/>
                <a:gd name="T84" fmla="*/ 267 w 377"/>
                <a:gd name="T85" fmla="*/ 232 h 350"/>
                <a:gd name="T86" fmla="*/ 233 w 377"/>
                <a:gd name="T87" fmla="*/ 169 h 350"/>
                <a:gd name="T88" fmla="*/ 253 w 377"/>
                <a:gd name="T89" fmla="*/ 140 h 350"/>
                <a:gd name="T90" fmla="*/ 287 w 377"/>
                <a:gd name="T91" fmla="*/ 190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77" h="350">
                  <a:moveTo>
                    <a:pt x="358" y="0"/>
                  </a:moveTo>
                  <a:cubicBezTo>
                    <a:pt x="19" y="0"/>
                    <a:pt x="19" y="0"/>
                    <a:pt x="19" y="0"/>
                  </a:cubicBezTo>
                  <a:cubicBezTo>
                    <a:pt x="9" y="0"/>
                    <a:pt x="0" y="9"/>
                    <a:pt x="0" y="19"/>
                  </a:cubicBezTo>
                  <a:cubicBezTo>
                    <a:pt x="0" y="30"/>
                    <a:pt x="9" y="38"/>
                    <a:pt x="19" y="38"/>
                  </a:cubicBezTo>
                  <a:cubicBezTo>
                    <a:pt x="24" y="38"/>
                    <a:pt x="24" y="38"/>
                    <a:pt x="24" y="38"/>
                  </a:cubicBezTo>
                  <a:cubicBezTo>
                    <a:pt x="69" y="315"/>
                    <a:pt x="69" y="315"/>
                    <a:pt x="69" y="315"/>
                  </a:cubicBezTo>
                  <a:cubicBezTo>
                    <a:pt x="61" y="316"/>
                    <a:pt x="54" y="323"/>
                    <a:pt x="54" y="332"/>
                  </a:cubicBezTo>
                  <a:cubicBezTo>
                    <a:pt x="54" y="342"/>
                    <a:pt x="62" y="350"/>
                    <a:pt x="72" y="350"/>
                  </a:cubicBezTo>
                  <a:cubicBezTo>
                    <a:pt x="305" y="350"/>
                    <a:pt x="305" y="350"/>
                    <a:pt x="305" y="350"/>
                  </a:cubicBezTo>
                  <a:cubicBezTo>
                    <a:pt x="315" y="350"/>
                    <a:pt x="323" y="342"/>
                    <a:pt x="323" y="332"/>
                  </a:cubicBezTo>
                  <a:cubicBezTo>
                    <a:pt x="323" y="323"/>
                    <a:pt x="316" y="316"/>
                    <a:pt x="308" y="315"/>
                  </a:cubicBezTo>
                  <a:cubicBezTo>
                    <a:pt x="353" y="38"/>
                    <a:pt x="353" y="38"/>
                    <a:pt x="353" y="38"/>
                  </a:cubicBezTo>
                  <a:cubicBezTo>
                    <a:pt x="358" y="38"/>
                    <a:pt x="358" y="38"/>
                    <a:pt x="358" y="38"/>
                  </a:cubicBezTo>
                  <a:cubicBezTo>
                    <a:pt x="368" y="38"/>
                    <a:pt x="377" y="30"/>
                    <a:pt x="377" y="19"/>
                  </a:cubicBezTo>
                  <a:cubicBezTo>
                    <a:pt x="377" y="9"/>
                    <a:pt x="368" y="0"/>
                    <a:pt x="358" y="0"/>
                  </a:cubicBezTo>
                  <a:close/>
                  <a:moveTo>
                    <a:pt x="120" y="116"/>
                  </a:moveTo>
                  <a:cubicBezTo>
                    <a:pt x="141" y="87"/>
                    <a:pt x="141" y="87"/>
                    <a:pt x="141" y="87"/>
                  </a:cubicBezTo>
                  <a:cubicBezTo>
                    <a:pt x="147" y="77"/>
                    <a:pt x="154" y="77"/>
                    <a:pt x="154" y="77"/>
                  </a:cubicBezTo>
                  <a:cubicBezTo>
                    <a:pt x="155" y="77"/>
                    <a:pt x="155" y="77"/>
                    <a:pt x="155" y="77"/>
                  </a:cubicBezTo>
                  <a:cubicBezTo>
                    <a:pt x="156" y="76"/>
                    <a:pt x="157" y="76"/>
                    <a:pt x="157" y="76"/>
                  </a:cubicBezTo>
                  <a:cubicBezTo>
                    <a:pt x="159" y="76"/>
                    <a:pt x="161" y="76"/>
                    <a:pt x="164" y="76"/>
                  </a:cubicBezTo>
                  <a:cubicBezTo>
                    <a:pt x="164" y="76"/>
                    <a:pt x="165" y="76"/>
                    <a:pt x="165" y="76"/>
                  </a:cubicBezTo>
                  <a:cubicBezTo>
                    <a:pt x="207" y="77"/>
                    <a:pt x="207" y="77"/>
                    <a:pt x="207" y="77"/>
                  </a:cubicBezTo>
                  <a:cubicBezTo>
                    <a:pt x="206" y="78"/>
                    <a:pt x="206" y="78"/>
                    <a:pt x="205" y="78"/>
                  </a:cubicBezTo>
                  <a:cubicBezTo>
                    <a:pt x="205" y="78"/>
                    <a:pt x="205" y="78"/>
                    <a:pt x="204" y="78"/>
                  </a:cubicBezTo>
                  <a:cubicBezTo>
                    <a:pt x="204" y="78"/>
                    <a:pt x="204" y="78"/>
                    <a:pt x="204" y="78"/>
                  </a:cubicBezTo>
                  <a:cubicBezTo>
                    <a:pt x="190" y="84"/>
                    <a:pt x="170" y="116"/>
                    <a:pt x="160" y="134"/>
                  </a:cubicBezTo>
                  <a:cubicBezTo>
                    <a:pt x="160" y="134"/>
                    <a:pt x="160" y="134"/>
                    <a:pt x="159" y="134"/>
                  </a:cubicBezTo>
                  <a:cubicBezTo>
                    <a:pt x="158" y="138"/>
                    <a:pt x="156" y="140"/>
                    <a:pt x="156" y="140"/>
                  </a:cubicBezTo>
                  <a:cubicBezTo>
                    <a:pt x="155" y="143"/>
                    <a:pt x="152" y="144"/>
                    <a:pt x="150" y="144"/>
                  </a:cubicBezTo>
                  <a:cubicBezTo>
                    <a:pt x="148" y="145"/>
                    <a:pt x="146" y="144"/>
                    <a:pt x="144" y="143"/>
                  </a:cubicBezTo>
                  <a:cubicBezTo>
                    <a:pt x="123" y="127"/>
                    <a:pt x="123" y="127"/>
                    <a:pt x="123" y="127"/>
                  </a:cubicBezTo>
                  <a:cubicBezTo>
                    <a:pt x="119" y="125"/>
                    <a:pt x="118" y="120"/>
                    <a:pt x="120" y="116"/>
                  </a:cubicBezTo>
                  <a:close/>
                  <a:moveTo>
                    <a:pt x="91" y="156"/>
                  </a:moveTo>
                  <a:cubicBezTo>
                    <a:pt x="108" y="154"/>
                    <a:pt x="108" y="154"/>
                    <a:pt x="108" y="154"/>
                  </a:cubicBezTo>
                  <a:cubicBezTo>
                    <a:pt x="117" y="153"/>
                    <a:pt x="117" y="153"/>
                    <a:pt x="117" y="153"/>
                  </a:cubicBezTo>
                  <a:cubicBezTo>
                    <a:pt x="130" y="152"/>
                    <a:pt x="130" y="152"/>
                    <a:pt x="130" y="152"/>
                  </a:cubicBezTo>
                  <a:cubicBezTo>
                    <a:pt x="133" y="152"/>
                    <a:pt x="136" y="154"/>
                    <a:pt x="138" y="156"/>
                  </a:cubicBezTo>
                  <a:cubicBezTo>
                    <a:pt x="150" y="178"/>
                    <a:pt x="150" y="178"/>
                    <a:pt x="150" y="178"/>
                  </a:cubicBezTo>
                  <a:cubicBezTo>
                    <a:pt x="150" y="178"/>
                    <a:pt x="150" y="178"/>
                    <a:pt x="150" y="178"/>
                  </a:cubicBezTo>
                  <a:cubicBezTo>
                    <a:pt x="155" y="185"/>
                    <a:pt x="155" y="185"/>
                    <a:pt x="155" y="185"/>
                  </a:cubicBezTo>
                  <a:cubicBezTo>
                    <a:pt x="158" y="191"/>
                    <a:pt x="158" y="191"/>
                    <a:pt x="158" y="191"/>
                  </a:cubicBezTo>
                  <a:cubicBezTo>
                    <a:pt x="160" y="194"/>
                    <a:pt x="159" y="195"/>
                    <a:pt x="156" y="194"/>
                  </a:cubicBezTo>
                  <a:cubicBezTo>
                    <a:pt x="151" y="192"/>
                    <a:pt x="151" y="192"/>
                    <a:pt x="151" y="192"/>
                  </a:cubicBezTo>
                  <a:cubicBezTo>
                    <a:pt x="148" y="191"/>
                    <a:pt x="148" y="191"/>
                    <a:pt x="148" y="191"/>
                  </a:cubicBezTo>
                  <a:cubicBezTo>
                    <a:pt x="147" y="190"/>
                    <a:pt x="147" y="190"/>
                    <a:pt x="147" y="190"/>
                  </a:cubicBezTo>
                  <a:cubicBezTo>
                    <a:pt x="145" y="189"/>
                    <a:pt x="141" y="190"/>
                    <a:pt x="140" y="193"/>
                  </a:cubicBezTo>
                  <a:cubicBezTo>
                    <a:pt x="134" y="205"/>
                    <a:pt x="134" y="205"/>
                    <a:pt x="134" y="205"/>
                  </a:cubicBezTo>
                  <a:cubicBezTo>
                    <a:pt x="134" y="205"/>
                    <a:pt x="133" y="207"/>
                    <a:pt x="128" y="206"/>
                  </a:cubicBezTo>
                  <a:cubicBezTo>
                    <a:pt x="128" y="206"/>
                    <a:pt x="103" y="206"/>
                    <a:pt x="95" y="199"/>
                  </a:cubicBezTo>
                  <a:cubicBezTo>
                    <a:pt x="94" y="199"/>
                    <a:pt x="94" y="198"/>
                    <a:pt x="93" y="198"/>
                  </a:cubicBezTo>
                  <a:cubicBezTo>
                    <a:pt x="93" y="198"/>
                    <a:pt x="90" y="192"/>
                    <a:pt x="95" y="181"/>
                  </a:cubicBezTo>
                  <a:cubicBezTo>
                    <a:pt x="99" y="171"/>
                    <a:pt x="99" y="171"/>
                    <a:pt x="99" y="171"/>
                  </a:cubicBezTo>
                  <a:cubicBezTo>
                    <a:pt x="100" y="169"/>
                    <a:pt x="99" y="165"/>
                    <a:pt x="97" y="164"/>
                  </a:cubicBezTo>
                  <a:cubicBezTo>
                    <a:pt x="90" y="160"/>
                    <a:pt x="90" y="160"/>
                    <a:pt x="90" y="160"/>
                  </a:cubicBezTo>
                  <a:cubicBezTo>
                    <a:pt x="88" y="158"/>
                    <a:pt x="88" y="156"/>
                    <a:pt x="91" y="156"/>
                  </a:cubicBezTo>
                  <a:close/>
                  <a:moveTo>
                    <a:pt x="175" y="250"/>
                  </a:moveTo>
                  <a:cubicBezTo>
                    <a:pt x="175" y="255"/>
                    <a:pt x="171" y="258"/>
                    <a:pt x="167" y="258"/>
                  </a:cubicBezTo>
                  <a:cubicBezTo>
                    <a:pt x="131" y="256"/>
                    <a:pt x="131" y="256"/>
                    <a:pt x="131" y="256"/>
                  </a:cubicBezTo>
                  <a:cubicBezTo>
                    <a:pt x="119" y="256"/>
                    <a:pt x="116" y="250"/>
                    <a:pt x="116" y="250"/>
                  </a:cubicBezTo>
                  <a:cubicBezTo>
                    <a:pt x="115" y="248"/>
                    <a:pt x="113" y="246"/>
                    <a:pt x="112" y="244"/>
                  </a:cubicBezTo>
                  <a:cubicBezTo>
                    <a:pt x="112" y="243"/>
                    <a:pt x="112" y="243"/>
                    <a:pt x="112" y="243"/>
                  </a:cubicBezTo>
                  <a:cubicBezTo>
                    <a:pt x="91" y="207"/>
                    <a:pt x="91" y="207"/>
                    <a:pt x="91" y="207"/>
                  </a:cubicBezTo>
                  <a:cubicBezTo>
                    <a:pt x="91" y="207"/>
                    <a:pt x="91" y="207"/>
                    <a:pt x="92" y="208"/>
                  </a:cubicBezTo>
                  <a:cubicBezTo>
                    <a:pt x="92" y="208"/>
                    <a:pt x="92" y="208"/>
                    <a:pt x="93" y="208"/>
                  </a:cubicBezTo>
                  <a:cubicBezTo>
                    <a:pt x="93" y="209"/>
                    <a:pt x="93" y="209"/>
                    <a:pt x="93" y="209"/>
                  </a:cubicBezTo>
                  <a:cubicBezTo>
                    <a:pt x="105" y="218"/>
                    <a:pt x="143" y="218"/>
                    <a:pt x="164" y="217"/>
                  </a:cubicBezTo>
                  <a:cubicBezTo>
                    <a:pt x="164" y="217"/>
                    <a:pt x="164" y="217"/>
                    <a:pt x="164" y="217"/>
                  </a:cubicBezTo>
                  <a:cubicBezTo>
                    <a:pt x="168" y="217"/>
                    <a:pt x="171" y="217"/>
                    <a:pt x="171" y="217"/>
                  </a:cubicBezTo>
                  <a:cubicBezTo>
                    <a:pt x="175" y="217"/>
                    <a:pt x="178" y="220"/>
                    <a:pt x="178" y="224"/>
                  </a:cubicBezTo>
                  <a:lnTo>
                    <a:pt x="175" y="250"/>
                  </a:lnTo>
                  <a:close/>
                  <a:moveTo>
                    <a:pt x="198" y="143"/>
                  </a:moveTo>
                  <a:cubicBezTo>
                    <a:pt x="189" y="142"/>
                    <a:pt x="189" y="142"/>
                    <a:pt x="189" y="142"/>
                  </a:cubicBezTo>
                  <a:cubicBezTo>
                    <a:pt x="182" y="142"/>
                    <a:pt x="182" y="142"/>
                    <a:pt x="182" y="142"/>
                  </a:cubicBezTo>
                  <a:cubicBezTo>
                    <a:pt x="179" y="142"/>
                    <a:pt x="179" y="141"/>
                    <a:pt x="181" y="139"/>
                  </a:cubicBezTo>
                  <a:cubicBezTo>
                    <a:pt x="186" y="136"/>
                    <a:pt x="186" y="136"/>
                    <a:pt x="186" y="136"/>
                  </a:cubicBezTo>
                  <a:cubicBezTo>
                    <a:pt x="188" y="134"/>
                    <a:pt x="188" y="134"/>
                    <a:pt x="188" y="134"/>
                  </a:cubicBezTo>
                  <a:cubicBezTo>
                    <a:pt x="189" y="134"/>
                    <a:pt x="189" y="134"/>
                    <a:pt x="189" y="134"/>
                  </a:cubicBezTo>
                  <a:cubicBezTo>
                    <a:pt x="191" y="132"/>
                    <a:pt x="192" y="129"/>
                    <a:pt x="191" y="126"/>
                  </a:cubicBezTo>
                  <a:cubicBezTo>
                    <a:pt x="190" y="125"/>
                    <a:pt x="190" y="125"/>
                    <a:pt x="190" y="125"/>
                  </a:cubicBezTo>
                  <a:cubicBezTo>
                    <a:pt x="188" y="122"/>
                    <a:pt x="188" y="122"/>
                    <a:pt x="188" y="122"/>
                  </a:cubicBezTo>
                  <a:cubicBezTo>
                    <a:pt x="188" y="122"/>
                    <a:pt x="188" y="122"/>
                    <a:pt x="188" y="122"/>
                  </a:cubicBezTo>
                  <a:cubicBezTo>
                    <a:pt x="185" y="118"/>
                    <a:pt x="185" y="118"/>
                    <a:pt x="185" y="118"/>
                  </a:cubicBezTo>
                  <a:cubicBezTo>
                    <a:pt x="185" y="118"/>
                    <a:pt x="184" y="116"/>
                    <a:pt x="187" y="112"/>
                  </a:cubicBezTo>
                  <a:cubicBezTo>
                    <a:pt x="187" y="112"/>
                    <a:pt x="201" y="90"/>
                    <a:pt x="211" y="87"/>
                  </a:cubicBezTo>
                  <a:cubicBezTo>
                    <a:pt x="211" y="87"/>
                    <a:pt x="212" y="87"/>
                    <a:pt x="213" y="87"/>
                  </a:cubicBezTo>
                  <a:cubicBezTo>
                    <a:pt x="213" y="87"/>
                    <a:pt x="219" y="86"/>
                    <a:pt x="226" y="97"/>
                  </a:cubicBezTo>
                  <a:cubicBezTo>
                    <a:pt x="230" y="103"/>
                    <a:pt x="230" y="103"/>
                    <a:pt x="230" y="103"/>
                  </a:cubicBezTo>
                  <a:cubicBezTo>
                    <a:pt x="232" y="105"/>
                    <a:pt x="235" y="106"/>
                    <a:pt x="238" y="105"/>
                  </a:cubicBezTo>
                  <a:cubicBezTo>
                    <a:pt x="245" y="101"/>
                    <a:pt x="245" y="101"/>
                    <a:pt x="245" y="101"/>
                  </a:cubicBezTo>
                  <a:cubicBezTo>
                    <a:pt x="247" y="100"/>
                    <a:pt x="248" y="101"/>
                    <a:pt x="247" y="104"/>
                  </a:cubicBezTo>
                  <a:cubicBezTo>
                    <a:pt x="240" y="119"/>
                    <a:pt x="240" y="119"/>
                    <a:pt x="240" y="119"/>
                  </a:cubicBezTo>
                  <a:cubicBezTo>
                    <a:pt x="236" y="127"/>
                    <a:pt x="236" y="127"/>
                    <a:pt x="236" y="127"/>
                  </a:cubicBezTo>
                  <a:cubicBezTo>
                    <a:pt x="230" y="139"/>
                    <a:pt x="230" y="139"/>
                    <a:pt x="230" y="139"/>
                  </a:cubicBezTo>
                  <a:cubicBezTo>
                    <a:pt x="229" y="141"/>
                    <a:pt x="226" y="143"/>
                    <a:pt x="223" y="143"/>
                  </a:cubicBezTo>
                  <a:cubicBezTo>
                    <a:pt x="198" y="143"/>
                    <a:pt x="198" y="143"/>
                    <a:pt x="198" y="143"/>
                  </a:cubicBezTo>
                  <a:cubicBezTo>
                    <a:pt x="198" y="143"/>
                    <a:pt x="198" y="143"/>
                    <a:pt x="198" y="143"/>
                  </a:cubicBezTo>
                  <a:close/>
                  <a:moveTo>
                    <a:pt x="255" y="239"/>
                  </a:moveTo>
                  <a:cubicBezTo>
                    <a:pt x="255" y="239"/>
                    <a:pt x="253" y="245"/>
                    <a:pt x="240" y="247"/>
                  </a:cubicBezTo>
                  <a:cubicBezTo>
                    <a:pt x="233" y="249"/>
                    <a:pt x="233" y="249"/>
                    <a:pt x="233" y="249"/>
                  </a:cubicBezTo>
                  <a:cubicBezTo>
                    <a:pt x="231" y="249"/>
                    <a:pt x="228" y="252"/>
                    <a:pt x="228" y="255"/>
                  </a:cubicBezTo>
                  <a:cubicBezTo>
                    <a:pt x="229" y="263"/>
                    <a:pt x="229" y="263"/>
                    <a:pt x="229" y="263"/>
                  </a:cubicBezTo>
                  <a:cubicBezTo>
                    <a:pt x="229" y="266"/>
                    <a:pt x="227" y="266"/>
                    <a:pt x="226" y="264"/>
                  </a:cubicBezTo>
                  <a:cubicBezTo>
                    <a:pt x="214" y="251"/>
                    <a:pt x="214" y="251"/>
                    <a:pt x="214" y="251"/>
                  </a:cubicBezTo>
                  <a:cubicBezTo>
                    <a:pt x="208" y="244"/>
                    <a:pt x="208" y="244"/>
                    <a:pt x="208" y="244"/>
                  </a:cubicBezTo>
                  <a:cubicBezTo>
                    <a:pt x="200" y="235"/>
                    <a:pt x="200" y="235"/>
                    <a:pt x="200" y="235"/>
                  </a:cubicBezTo>
                  <a:cubicBezTo>
                    <a:pt x="198" y="232"/>
                    <a:pt x="197" y="229"/>
                    <a:pt x="199" y="226"/>
                  </a:cubicBezTo>
                  <a:cubicBezTo>
                    <a:pt x="209" y="203"/>
                    <a:pt x="209" y="203"/>
                    <a:pt x="209" y="203"/>
                  </a:cubicBezTo>
                  <a:cubicBezTo>
                    <a:pt x="209" y="203"/>
                    <a:pt x="209" y="203"/>
                    <a:pt x="209" y="203"/>
                  </a:cubicBezTo>
                  <a:cubicBezTo>
                    <a:pt x="213" y="195"/>
                    <a:pt x="213" y="195"/>
                    <a:pt x="213" y="195"/>
                  </a:cubicBezTo>
                  <a:cubicBezTo>
                    <a:pt x="216" y="189"/>
                    <a:pt x="216" y="189"/>
                    <a:pt x="216" y="189"/>
                  </a:cubicBezTo>
                  <a:cubicBezTo>
                    <a:pt x="217" y="186"/>
                    <a:pt x="219" y="187"/>
                    <a:pt x="219" y="189"/>
                  </a:cubicBezTo>
                  <a:cubicBezTo>
                    <a:pt x="220" y="195"/>
                    <a:pt x="220" y="195"/>
                    <a:pt x="220" y="195"/>
                  </a:cubicBezTo>
                  <a:cubicBezTo>
                    <a:pt x="221" y="197"/>
                    <a:pt x="221" y="197"/>
                    <a:pt x="221" y="197"/>
                  </a:cubicBezTo>
                  <a:cubicBezTo>
                    <a:pt x="221" y="199"/>
                    <a:pt x="221" y="199"/>
                    <a:pt x="221" y="199"/>
                  </a:cubicBezTo>
                  <a:cubicBezTo>
                    <a:pt x="222" y="201"/>
                    <a:pt x="224" y="203"/>
                    <a:pt x="227" y="203"/>
                  </a:cubicBezTo>
                  <a:cubicBezTo>
                    <a:pt x="228" y="203"/>
                    <a:pt x="228" y="203"/>
                    <a:pt x="228" y="203"/>
                  </a:cubicBezTo>
                  <a:cubicBezTo>
                    <a:pt x="233" y="202"/>
                    <a:pt x="233" y="202"/>
                    <a:pt x="233" y="202"/>
                  </a:cubicBezTo>
                  <a:cubicBezTo>
                    <a:pt x="233" y="202"/>
                    <a:pt x="233" y="202"/>
                    <a:pt x="233" y="202"/>
                  </a:cubicBezTo>
                  <a:cubicBezTo>
                    <a:pt x="237" y="202"/>
                    <a:pt x="237" y="202"/>
                    <a:pt x="237" y="202"/>
                  </a:cubicBezTo>
                  <a:cubicBezTo>
                    <a:pt x="237" y="202"/>
                    <a:pt x="239" y="202"/>
                    <a:pt x="241" y="205"/>
                  </a:cubicBezTo>
                  <a:cubicBezTo>
                    <a:pt x="241" y="205"/>
                    <a:pt x="256" y="227"/>
                    <a:pt x="255" y="237"/>
                  </a:cubicBezTo>
                  <a:cubicBezTo>
                    <a:pt x="255" y="238"/>
                    <a:pt x="255" y="238"/>
                    <a:pt x="255" y="239"/>
                  </a:cubicBezTo>
                  <a:close/>
                  <a:moveTo>
                    <a:pt x="287" y="190"/>
                  </a:moveTo>
                  <a:cubicBezTo>
                    <a:pt x="287" y="191"/>
                    <a:pt x="286" y="194"/>
                    <a:pt x="285" y="196"/>
                  </a:cubicBezTo>
                  <a:cubicBezTo>
                    <a:pt x="284" y="197"/>
                    <a:pt x="284" y="197"/>
                    <a:pt x="284" y="197"/>
                  </a:cubicBezTo>
                  <a:cubicBezTo>
                    <a:pt x="266" y="235"/>
                    <a:pt x="266" y="235"/>
                    <a:pt x="266" y="235"/>
                  </a:cubicBezTo>
                  <a:cubicBezTo>
                    <a:pt x="267" y="234"/>
                    <a:pt x="267" y="234"/>
                    <a:pt x="267" y="233"/>
                  </a:cubicBezTo>
                  <a:cubicBezTo>
                    <a:pt x="267" y="233"/>
                    <a:pt x="267" y="233"/>
                    <a:pt x="267" y="232"/>
                  </a:cubicBezTo>
                  <a:cubicBezTo>
                    <a:pt x="267" y="232"/>
                    <a:pt x="267" y="232"/>
                    <a:pt x="267" y="232"/>
                  </a:cubicBezTo>
                  <a:cubicBezTo>
                    <a:pt x="267" y="217"/>
                    <a:pt x="246" y="186"/>
                    <a:pt x="233" y="169"/>
                  </a:cubicBezTo>
                  <a:cubicBezTo>
                    <a:pt x="233" y="169"/>
                    <a:pt x="233" y="169"/>
                    <a:pt x="233" y="169"/>
                  </a:cubicBezTo>
                  <a:cubicBezTo>
                    <a:pt x="230" y="166"/>
                    <a:pt x="229" y="164"/>
                    <a:pt x="229" y="164"/>
                  </a:cubicBezTo>
                  <a:cubicBezTo>
                    <a:pt x="226" y="160"/>
                    <a:pt x="227" y="156"/>
                    <a:pt x="231" y="154"/>
                  </a:cubicBezTo>
                  <a:cubicBezTo>
                    <a:pt x="253" y="140"/>
                    <a:pt x="253" y="140"/>
                    <a:pt x="253" y="140"/>
                  </a:cubicBezTo>
                  <a:cubicBezTo>
                    <a:pt x="257" y="138"/>
                    <a:pt x="262" y="139"/>
                    <a:pt x="265" y="143"/>
                  </a:cubicBezTo>
                  <a:cubicBezTo>
                    <a:pt x="283" y="173"/>
                    <a:pt x="283" y="173"/>
                    <a:pt x="283" y="173"/>
                  </a:cubicBezTo>
                  <a:cubicBezTo>
                    <a:pt x="290" y="183"/>
                    <a:pt x="287" y="190"/>
                    <a:pt x="287" y="1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38" name="组合 637"/>
          <p:cNvGrpSpPr/>
          <p:nvPr/>
        </p:nvGrpSpPr>
        <p:grpSpPr>
          <a:xfrm>
            <a:off x="10180219" y="3445857"/>
            <a:ext cx="298538" cy="297459"/>
            <a:chOff x="5464175" y="2763838"/>
            <a:chExt cx="1317626" cy="1312863"/>
          </a:xfrm>
          <a:solidFill>
            <a:srgbClr val="707E84"/>
          </a:solidFill>
        </p:grpSpPr>
        <p:sp>
          <p:nvSpPr>
            <p:cNvPr id="639" name="Freeform 38"/>
            <p:cNvSpPr>
              <a:spLocks noEditPoints="1"/>
            </p:cNvSpPr>
            <p:nvPr/>
          </p:nvSpPr>
          <p:spPr bwMode="auto">
            <a:xfrm>
              <a:off x="6173788" y="2763838"/>
              <a:ext cx="608013" cy="611188"/>
            </a:xfrm>
            <a:custGeom>
              <a:avLst/>
              <a:gdLst>
                <a:gd name="T0" fmla="*/ 188 w 209"/>
                <a:gd name="T1" fmla="*/ 0 h 210"/>
                <a:gd name="T2" fmla="*/ 21 w 209"/>
                <a:gd name="T3" fmla="*/ 0 h 210"/>
                <a:gd name="T4" fmla="*/ 0 w 209"/>
                <a:gd name="T5" fmla="*/ 21 h 210"/>
                <a:gd name="T6" fmla="*/ 0 w 209"/>
                <a:gd name="T7" fmla="*/ 189 h 210"/>
                <a:gd name="T8" fmla="*/ 21 w 209"/>
                <a:gd name="T9" fmla="*/ 210 h 210"/>
                <a:gd name="T10" fmla="*/ 188 w 209"/>
                <a:gd name="T11" fmla="*/ 210 h 210"/>
                <a:gd name="T12" fmla="*/ 209 w 209"/>
                <a:gd name="T13" fmla="*/ 189 h 210"/>
                <a:gd name="T14" fmla="*/ 209 w 209"/>
                <a:gd name="T15" fmla="*/ 21 h 210"/>
                <a:gd name="T16" fmla="*/ 188 w 209"/>
                <a:gd name="T17" fmla="*/ 0 h 210"/>
                <a:gd name="T18" fmla="*/ 147 w 209"/>
                <a:gd name="T19" fmla="*/ 119 h 210"/>
                <a:gd name="T20" fmla="*/ 62 w 209"/>
                <a:gd name="T21" fmla="*/ 119 h 210"/>
                <a:gd name="T22" fmla="*/ 46 w 209"/>
                <a:gd name="T23" fmla="*/ 105 h 210"/>
                <a:gd name="T24" fmla="*/ 62 w 209"/>
                <a:gd name="T25" fmla="*/ 91 h 210"/>
                <a:gd name="T26" fmla="*/ 147 w 209"/>
                <a:gd name="T27" fmla="*/ 91 h 210"/>
                <a:gd name="T28" fmla="*/ 163 w 209"/>
                <a:gd name="T29" fmla="*/ 105 h 210"/>
                <a:gd name="T30" fmla="*/ 147 w 209"/>
                <a:gd name="T31" fmla="*/ 119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9" h="210">
                  <a:moveTo>
                    <a:pt x="188" y="0"/>
                  </a:moveTo>
                  <a:cubicBezTo>
                    <a:pt x="21" y="0"/>
                    <a:pt x="21" y="0"/>
                    <a:pt x="21" y="0"/>
                  </a:cubicBezTo>
                  <a:cubicBezTo>
                    <a:pt x="9" y="0"/>
                    <a:pt x="0" y="10"/>
                    <a:pt x="0" y="21"/>
                  </a:cubicBezTo>
                  <a:cubicBezTo>
                    <a:pt x="0" y="189"/>
                    <a:pt x="0" y="189"/>
                    <a:pt x="0" y="189"/>
                  </a:cubicBezTo>
                  <a:cubicBezTo>
                    <a:pt x="0" y="200"/>
                    <a:pt x="9" y="210"/>
                    <a:pt x="21" y="210"/>
                  </a:cubicBezTo>
                  <a:cubicBezTo>
                    <a:pt x="188" y="210"/>
                    <a:pt x="188" y="210"/>
                    <a:pt x="188" y="210"/>
                  </a:cubicBezTo>
                  <a:cubicBezTo>
                    <a:pt x="200" y="210"/>
                    <a:pt x="209" y="200"/>
                    <a:pt x="209" y="189"/>
                  </a:cubicBezTo>
                  <a:cubicBezTo>
                    <a:pt x="209" y="21"/>
                    <a:pt x="209" y="21"/>
                    <a:pt x="209" y="21"/>
                  </a:cubicBezTo>
                  <a:cubicBezTo>
                    <a:pt x="209" y="10"/>
                    <a:pt x="200" y="0"/>
                    <a:pt x="188" y="0"/>
                  </a:cubicBezTo>
                  <a:close/>
                  <a:moveTo>
                    <a:pt x="147" y="119"/>
                  </a:moveTo>
                  <a:cubicBezTo>
                    <a:pt x="62" y="119"/>
                    <a:pt x="62" y="119"/>
                    <a:pt x="62" y="119"/>
                  </a:cubicBezTo>
                  <a:cubicBezTo>
                    <a:pt x="53" y="119"/>
                    <a:pt x="46" y="113"/>
                    <a:pt x="46" y="105"/>
                  </a:cubicBezTo>
                  <a:cubicBezTo>
                    <a:pt x="46" y="97"/>
                    <a:pt x="53" y="91"/>
                    <a:pt x="62" y="91"/>
                  </a:cubicBezTo>
                  <a:cubicBezTo>
                    <a:pt x="147" y="91"/>
                    <a:pt x="147" y="91"/>
                    <a:pt x="147" y="91"/>
                  </a:cubicBezTo>
                  <a:cubicBezTo>
                    <a:pt x="155" y="91"/>
                    <a:pt x="163" y="97"/>
                    <a:pt x="163" y="105"/>
                  </a:cubicBezTo>
                  <a:cubicBezTo>
                    <a:pt x="163" y="113"/>
                    <a:pt x="155" y="119"/>
                    <a:pt x="147" y="1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0" name="Freeform 39"/>
            <p:cNvSpPr>
              <a:spLocks noEditPoints="1"/>
            </p:cNvSpPr>
            <p:nvPr/>
          </p:nvSpPr>
          <p:spPr bwMode="auto">
            <a:xfrm>
              <a:off x="5464175" y="2763838"/>
              <a:ext cx="608013" cy="611188"/>
            </a:xfrm>
            <a:custGeom>
              <a:avLst/>
              <a:gdLst>
                <a:gd name="T0" fmla="*/ 188 w 209"/>
                <a:gd name="T1" fmla="*/ 0 h 210"/>
                <a:gd name="T2" fmla="*/ 21 w 209"/>
                <a:gd name="T3" fmla="*/ 0 h 210"/>
                <a:gd name="T4" fmla="*/ 0 w 209"/>
                <a:gd name="T5" fmla="*/ 21 h 210"/>
                <a:gd name="T6" fmla="*/ 0 w 209"/>
                <a:gd name="T7" fmla="*/ 189 h 210"/>
                <a:gd name="T8" fmla="*/ 21 w 209"/>
                <a:gd name="T9" fmla="*/ 210 h 210"/>
                <a:gd name="T10" fmla="*/ 188 w 209"/>
                <a:gd name="T11" fmla="*/ 210 h 210"/>
                <a:gd name="T12" fmla="*/ 209 w 209"/>
                <a:gd name="T13" fmla="*/ 189 h 210"/>
                <a:gd name="T14" fmla="*/ 209 w 209"/>
                <a:gd name="T15" fmla="*/ 21 h 210"/>
                <a:gd name="T16" fmla="*/ 188 w 209"/>
                <a:gd name="T17" fmla="*/ 0 h 210"/>
                <a:gd name="T18" fmla="*/ 147 w 209"/>
                <a:gd name="T19" fmla="*/ 119 h 210"/>
                <a:gd name="T20" fmla="*/ 118 w 209"/>
                <a:gd name="T21" fmla="*/ 119 h 210"/>
                <a:gd name="T22" fmla="*/ 118 w 209"/>
                <a:gd name="T23" fmla="*/ 147 h 210"/>
                <a:gd name="T24" fmla="*/ 104 w 209"/>
                <a:gd name="T25" fmla="*/ 163 h 210"/>
                <a:gd name="T26" fmla="*/ 90 w 209"/>
                <a:gd name="T27" fmla="*/ 147 h 210"/>
                <a:gd name="T28" fmla="*/ 90 w 209"/>
                <a:gd name="T29" fmla="*/ 119 h 210"/>
                <a:gd name="T30" fmla="*/ 62 w 209"/>
                <a:gd name="T31" fmla="*/ 119 h 210"/>
                <a:gd name="T32" fmla="*/ 46 w 209"/>
                <a:gd name="T33" fmla="*/ 105 h 210"/>
                <a:gd name="T34" fmla="*/ 62 w 209"/>
                <a:gd name="T35" fmla="*/ 91 h 210"/>
                <a:gd name="T36" fmla="*/ 90 w 209"/>
                <a:gd name="T37" fmla="*/ 91 h 210"/>
                <a:gd name="T38" fmla="*/ 90 w 209"/>
                <a:gd name="T39" fmla="*/ 63 h 210"/>
                <a:gd name="T40" fmla="*/ 104 w 209"/>
                <a:gd name="T41" fmla="*/ 47 h 210"/>
                <a:gd name="T42" fmla="*/ 118 w 209"/>
                <a:gd name="T43" fmla="*/ 63 h 210"/>
                <a:gd name="T44" fmla="*/ 118 w 209"/>
                <a:gd name="T45" fmla="*/ 91 h 210"/>
                <a:gd name="T46" fmla="*/ 147 w 209"/>
                <a:gd name="T47" fmla="*/ 91 h 210"/>
                <a:gd name="T48" fmla="*/ 163 w 209"/>
                <a:gd name="T49" fmla="*/ 105 h 210"/>
                <a:gd name="T50" fmla="*/ 147 w 209"/>
                <a:gd name="T51" fmla="*/ 119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9" h="210">
                  <a:moveTo>
                    <a:pt x="188" y="0"/>
                  </a:moveTo>
                  <a:cubicBezTo>
                    <a:pt x="21" y="0"/>
                    <a:pt x="21" y="0"/>
                    <a:pt x="21" y="0"/>
                  </a:cubicBezTo>
                  <a:cubicBezTo>
                    <a:pt x="9" y="0"/>
                    <a:pt x="0" y="10"/>
                    <a:pt x="0" y="21"/>
                  </a:cubicBezTo>
                  <a:cubicBezTo>
                    <a:pt x="0" y="189"/>
                    <a:pt x="0" y="189"/>
                    <a:pt x="0" y="189"/>
                  </a:cubicBezTo>
                  <a:cubicBezTo>
                    <a:pt x="0" y="200"/>
                    <a:pt x="9" y="210"/>
                    <a:pt x="21" y="210"/>
                  </a:cubicBezTo>
                  <a:cubicBezTo>
                    <a:pt x="188" y="210"/>
                    <a:pt x="188" y="210"/>
                    <a:pt x="188" y="210"/>
                  </a:cubicBezTo>
                  <a:cubicBezTo>
                    <a:pt x="200" y="210"/>
                    <a:pt x="209" y="200"/>
                    <a:pt x="209" y="189"/>
                  </a:cubicBezTo>
                  <a:cubicBezTo>
                    <a:pt x="209" y="21"/>
                    <a:pt x="209" y="21"/>
                    <a:pt x="209" y="21"/>
                  </a:cubicBezTo>
                  <a:cubicBezTo>
                    <a:pt x="209" y="10"/>
                    <a:pt x="200" y="0"/>
                    <a:pt x="188" y="0"/>
                  </a:cubicBezTo>
                  <a:close/>
                  <a:moveTo>
                    <a:pt x="147" y="119"/>
                  </a:moveTo>
                  <a:cubicBezTo>
                    <a:pt x="118" y="119"/>
                    <a:pt x="118" y="119"/>
                    <a:pt x="118" y="119"/>
                  </a:cubicBezTo>
                  <a:cubicBezTo>
                    <a:pt x="118" y="147"/>
                    <a:pt x="118" y="147"/>
                    <a:pt x="118" y="147"/>
                  </a:cubicBezTo>
                  <a:cubicBezTo>
                    <a:pt x="118" y="156"/>
                    <a:pt x="112" y="163"/>
                    <a:pt x="104" y="163"/>
                  </a:cubicBezTo>
                  <a:cubicBezTo>
                    <a:pt x="97" y="163"/>
                    <a:pt x="90" y="156"/>
                    <a:pt x="90" y="147"/>
                  </a:cubicBezTo>
                  <a:cubicBezTo>
                    <a:pt x="90" y="119"/>
                    <a:pt x="90" y="119"/>
                    <a:pt x="90" y="119"/>
                  </a:cubicBezTo>
                  <a:cubicBezTo>
                    <a:pt x="62" y="119"/>
                    <a:pt x="62" y="119"/>
                    <a:pt x="62" y="119"/>
                  </a:cubicBezTo>
                  <a:cubicBezTo>
                    <a:pt x="53" y="119"/>
                    <a:pt x="46" y="113"/>
                    <a:pt x="46" y="105"/>
                  </a:cubicBezTo>
                  <a:cubicBezTo>
                    <a:pt x="46" y="97"/>
                    <a:pt x="53" y="91"/>
                    <a:pt x="62" y="91"/>
                  </a:cubicBezTo>
                  <a:cubicBezTo>
                    <a:pt x="90" y="91"/>
                    <a:pt x="90" y="91"/>
                    <a:pt x="90" y="91"/>
                  </a:cubicBezTo>
                  <a:cubicBezTo>
                    <a:pt x="90" y="63"/>
                    <a:pt x="90" y="63"/>
                    <a:pt x="90" y="63"/>
                  </a:cubicBezTo>
                  <a:cubicBezTo>
                    <a:pt x="90" y="54"/>
                    <a:pt x="97" y="47"/>
                    <a:pt x="104" y="47"/>
                  </a:cubicBezTo>
                  <a:cubicBezTo>
                    <a:pt x="112" y="47"/>
                    <a:pt x="118" y="54"/>
                    <a:pt x="118" y="63"/>
                  </a:cubicBezTo>
                  <a:cubicBezTo>
                    <a:pt x="118" y="91"/>
                    <a:pt x="118" y="91"/>
                    <a:pt x="118" y="91"/>
                  </a:cubicBezTo>
                  <a:cubicBezTo>
                    <a:pt x="147" y="91"/>
                    <a:pt x="147" y="91"/>
                    <a:pt x="147" y="91"/>
                  </a:cubicBezTo>
                  <a:cubicBezTo>
                    <a:pt x="156" y="91"/>
                    <a:pt x="163" y="97"/>
                    <a:pt x="163" y="105"/>
                  </a:cubicBezTo>
                  <a:cubicBezTo>
                    <a:pt x="163" y="113"/>
                    <a:pt x="156" y="119"/>
                    <a:pt x="147" y="1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1" name="Freeform 40"/>
            <p:cNvSpPr>
              <a:spLocks noEditPoints="1"/>
            </p:cNvSpPr>
            <p:nvPr/>
          </p:nvSpPr>
          <p:spPr bwMode="auto">
            <a:xfrm>
              <a:off x="5464175" y="3465513"/>
              <a:ext cx="608013" cy="611188"/>
            </a:xfrm>
            <a:custGeom>
              <a:avLst/>
              <a:gdLst>
                <a:gd name="T0" fmla="*/ 188 w 209"/>
                <a:gd name="T1" fmla="*/ 0 h 210"/>
                <a:gd name="T2" fmla="*/ 21 w 209"/>
                <a:gd name="T3" fmla="*/ 0 h 210"/>
                <a:gd name="T4" fmla="*/ 0 w 209"/>
                <a:gd name="T5" fmla="*/ 21 h 210"/>
                <a:gd name="T6" fmla="*/ 0 w 209"/>
                <a:gd name="T7" fmla="*/ 189 h 210"/>
                <a:gd name="T8" fmla="*/ 21 w 209"/>
                <a:gd name="T9" fmla="*/ 210 h 210"/>
                <a:gd name="T10" fmla="*/ 188 w 209"/>
                <a:gd name="T11" fmla="*/ 210 h 210"/>
                <a:gd name="T12" fmla="*/ 209 w 209"/>
                <a:gd name="T13" fmla="*/ 189 h 210"/>
                <a:gd name="T14" fmla="*/ 209 w 209"/>
                <a:gd name="T15" fmla="*/ 21 h 210"/>
                <a:gd name="T16" fmla="*/ 188 w 209"/>
                <a:gd name="T17" fmla="*/ 0 h 210"/>
                <a:gd name="T18" fmla="*/ 104 w 209"/>
                <a:gd name="T19" fmla="*/ 46 h 210"/>
                <a:gd name="T20" fmla="*/ 121 w 209"/>
                <a:gd name="T21" fmla="*/ 62 h 210"/>
                <a:gd name="T22" fmla="*/ 104 w 209"/>
                <a:gd name="T23" fmla="*/ 78 h 210"/>
                <a:gd name="T24" fmla="*/ 88 w 209"/>
                <a:gd name="T25" fmla="*/ 62 h 210"/>
                <a:gd name="T26" fmla="*/ 104 w 209"/>
                <a:gd name="T27" fmla="*/ 46 h 210"/>
                <a:gd name="T28" fmla="*/ 104 w 209"/>
                <a:gd name="T29" fmla="*/ 164 h 210"/>
                <a:gd name="T30" fmla="*/ 88 w 209"/>
                <a:gd name="T31" fmla="*/ 148 h 210"/>
                <a:gd name="T32" fmla="*/ 104 w 209"/>
                <a:gd name="T33" fmla="*/ 131 h 210"/>
                <a:gd name="T34" fmla="*/ 121 w 209"/>
                <a:gd name="T35" fmla="*/ 148 h 210"/>
                <a:gd name="T36" fmla="*/ 104 w 209"/>
                <a:gd name="T37" fmla="*/ 164 h 210"/>
                <a:gd name="T38" fmla="*/ 147 w 209"/>
                <a:gd name="T39" fmla="*/ 119 h 210"/>
                <a:gd name="T40" fmla="*/ 62 w 209"/>
                <a:gd name="T41" fmla="*/ 119 h 210"/>
                <a:gd name="T42" fmla="*/ 46 w 209"/>
                <a:gd name="T43" fmla="*/ 105 h 210"/>
                <a:gd name="T44" fmla="*/ 62 w 209"/>
                <a:gd name="T45" fmla="*/ 91 h 210"/>
                <a:gd name="T46" fmla="*/ 147 w 209"/>
                <a:gd name="T47" fmla="*/ 91 h 210"/>
                <a:gd name="T48" fmla="*/ 163 w 209"/>
                <a:gd name="T49" fmla="*/ 105 h 210"/>
                <a:gd name="T50" fmla="*/ 147 w 209"/>
                <a:gd name="T51" fmla="*/ 119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9" h="210">
                  <a:moveTo>
                    <a:pt x="188" y="0"/>
                  </a:moveTo>
                  <a:cubicBezTo>
                    <a:pt x="21" y="0"/>
                    <a:pt x="21" y="0"/>
                    <a:pt x="21" y="0"/>
                  </a:cubicBezTo>
                  <a:cubicBezTo>
                    <a:pt x="9" y="0"/>
                    <a:pt x="0" y="10"/>
                    <a:pt x="0" y="21"/>
                  </a:cubicBezTo>
                  <a:cubicBezTo>
                    <a:pt x="0" y="189"/>
                    <a:pt x="0" y="189"/>
                    <a:pt x="0" y="189"/>
                  </a:cubicBezTo>
                  <a:cubicBezTo>
                    <a:pt x="0" y="200"/>
                    <a:pt x="9" y="210"/>
                    <a:pt x="21" y="210"/>
                  </a:cubicBezTo>
                  <a:cubicBezTo>
                    <a:pt x="188" y="210"/>
                    <a:pt x="188" y="210"/>
                    <a:pt x="188" y="210"/>
                  </a:cubicBezTo>
                  <a:cubicBezTo>
                    <a:pt x="200" y="210"/>
                    <a:pt x="209" y="200"/>
                    <a:pt x="209" y="189"/>
                  </a:cubicBezTo>
                  <a:cubicBezTo>
                    <a:pt x="209" y="21"/>
                    <a:pt x="209" y="21"/>
                    <a:pt x="209" y="21"/>
                  </a:cubicBezTo>
                  <a:cubicBezTo>
                    <a:pt x="209" y="10"/>
                    <a:pt x="200" y="0"/>
                    <a:pt x="188" y="0"/>
                  </a:cubicBezTo>
                  <a:close/>
                  <a:moveTo>
                    <a:pt x="104" y="46"/>
                  </a:moveTo>
                  <a:cubicBezTo>
                    <a:pt x="113" y="46"/>
                    <a:pt x="121" y="53"/>
                    <a:pt x="121" y="62"/>
                  </a:cubicBezTo>
                  <a:cubicBezTo>
                    <a:pt x="121" y="71"/>
                    <a:pt x="113" y="78"/>
                    <a:pt x="104" y="78"/>
                  </a:cubicBezTo>
                  <a:cubicBezTo>
                    <a:pt x="95" y="78"/>
                    <a:pt x="88" y="71"/>
                    <a:pt x="88" y="62"/>
                  </a:cubicBezTo>
                  <a:cubicBezTo>
                    <a:pt x="88" y="53"/>
                    <a:pt x="95" y="46"/>
                    <a:pt x="104" y="46"/>
                  </a:cubicBezTo>
                  <a:close/>
                  <a:moveTo>
                    <a:pt x="104" y="164"/>
                  </a:moveTo>
                  <a:cubicBezTo>
                    <a:pt x="95" y="164"/>
                    <a:pt x="88" y="157"/>
                    <a:pt x="88" y="148"/>
                  </a:cubicBezTo>
                  <a:cubicBezTo>
                    <a:pt x="88" y="139"/>
                    <a:pt x="95" y="131"/>
                    <a:pt x="104" y="131"/>
                  </a:cubicBezTo>
                  <a:cubicBezTo>
                    <a:pt x="113" y="131"/>
                    <a:pt x="121" y="139"/>
                    <a:pt x="121" y="148"/>
                  </a:cubicBezTo>
                  <a:cubicBezTo>
                    <a:pt x="121" y="157"/>
                    <a:pt x="113" y="164"/>
                    <a:pt x="104" y="164"/>
                  </a:cubicBezTo>
                  <a:close/>
                  <a:moveTo>
                    <a:pt x="147" y="119"/>
                  </a:moveTo>
                  <a:cubicBezTo>
                    <a:pt x="62" y="119"/>
                    <a:pt x="62" y="119"/>
                    <a:pt x="62" y="119"/>
                  </a:cubicBezTo>
                  <a:cubicBezTo>
                    <a:pt x="53" y="119"/>
                    <a:pt x="46" y="113"/>
                    <a:pt x="46" y="105"/>
                  </a:cubicBezTo>
                  <a:cubicBezTo>
                    <a:pt x="46" y="97"/>
                    <a:pt x="53" y="91"/>
                    <a:pt x="62" y="91"/>
                  </a:cubicBezTo>
                  <a:cubicBezTo>
                    <a:pt x="147" y="91"/>
                    <a:pt x="147" y="91"/>
                    <a:pt x="147" y="91"/>
                  </a:cubicBezTo>
                  <a:cubicBezTo>
                    <a:pt x="156" y="91"/>
                    <a:pt x="163" y="97"/>
                    <a:pt x="163" y="105"/>
                  </a:cubicBezTo>
                  <a:cubicBezTo>
                    <a:pt x="163" y="113"/>
                    <a:pt x="156" y="119"/>
                    <a:pt x="147" y="1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2" name="Freeform 41"/>
            <p:cNvSpPr>
              <a:spLocks noEditPoints="1"/>
            </p:cNvSpPr>
            <p:nvPr/>
          </p:nvSpPr>
          <p:spPr bwMode="auto">
            <a:xfrm>
              <a:off x="6173788" y="3465513"/>
              <a:ext cx="608013" cy="611188"/>
            </a:xfrm>
            <a:custGeom>
              <a:avLst/>
              <a:gdLst>
                <a:gd name="T0" fmla="*/ 188 w 209"/>
                <a:gd name="T1" fmla="*/ 0 h 210"/>
                <a:gd name="T2" fmla="*/ 21 w 209"/>
                <a:gd name="T3" fmla="*/ 0 h 210"/>
                <a:gd name="T4" fmla="*/ 0 w 209"/>
                <a:gd name="T5" fmla="*/ 21 h 210"/>
                <a:gd name="T6" fmla="*/ 0 w 209"/>
                <a:gd name="T7" fmla="*/ 189 h 210"/>
                <a:gd name="T8" fmla="*/ 21 w 209"/>
                <a:gd name="T9" fmla="*/ 210 h 210"/>
                <a:gd name="T10" fmla="*/ 188 w 209"/>
                <a:gd name="T11" fmla="*/ 210 h 210"/>
                <a:gd name="T12" fmla="*/ 209 w 209"/>
                <a:gd name="T13" fmla="*/ 189 h 210"/>
                <a:gd name="T14" fmla="*/ 209 w 209"/>
                <a:gd name="T15" fmla="*/ 21 h 210"/>
                <a:gd name="T16" fmla="*/ 188 w 209"/>
                <a:gd name="T17" fmla="*/ 0 h 210"/>
                <a:gd name="T18" fmla="*/ 147 w 209"/>
                <a:gd name="T19" fmla="*/ 146 h 210"/>
                <a:gd name="T20" fmla="*/ 62 w 209"/>
                <a:gd name="T21" fmla="*/ 146 h 210"/>
                <a:gd name="T22" fmla="*/ 46 w 209"/>
                <a:gd name="T23" fmla="*/ 132 h 210"/>
                <a:gd name="T24" fmla="*/ 62 w 209"/>
                <a:gd name="T25" fmla="*/ 118 h 210"/>
                <a:gd name="T26" fmla="*/ 147 w 209"/>
                <a:gd name="T27" fmla="*/ 118 h 210"/>
                <a:gd name="T28" fmla="*/ 163 w 209"/>
                <a:gd name="T29" fmla="*/ 132 h 210"/>
                <a:gd name="T30" fmla="*/ 147 w 209"/>
                <a:gd name="T31" fmla="*/ 146 h 210"/>
                <a:gd name="T32" fmla="*/ 147 w 209"/>
                <a:gd name="T33" fmla="*/ 92 h 210"/>
                <a:gd name="T34" fmla="*/ 62 w 209"/>
                <a:gd name="T35" fmla="*/ 92 h 210"/>
                <a:gd name="T36" fmla="*/ 46 w 209"/>
                <a:gd name="T37" fmla="*/ 78 h 210"/>
                <a:gd name="T38" fmla="*/ 62 w 209"/>
                <a:gd name="T39" fmla="*/ 64 h 210"/>
                <a:gd name="T40" fmla="*/ 147 w 209"/>
                <a:gd name="T41" fmla="*/ 64 h 210"/>
                <a:gd name="T42" fmla="*/ 163 w 209"/>
                <a:gd name="T43" fmla="*/ 78 h 210"/>
                <a:gd name="T44" fmla="*/ 147 w 209"/>
                <a:gd name="T45" fmla="*/ 92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9" h="210">
                  <a:moveTo>
                    <a:pt x="188" y="0"/>
                  </a:moveTo>
                  <a:cubicBezTo>
                    <a:pt x="21" y="0"/>
                    <a:pt x="21" y="0"/>
                    <a:pt x="21" y="0"/>
                  </a:cubicBezTo>
                  <a:cubicBezTo>
                    <a:pt x="9" y="0"/>
                    <a:pt x="0" y="10"/>
                    <a:pt x="0" y="21"/>
                  </a:cubicBezTo>
                  <a:cubicBezTo>
                    <a:pt x="0" y="189"/>
                    <a:pt x="0" y="189"/>
                    <a:pt x="0" y="189"/>
                  </a:cubicBezTo>
                  <a:cubicBezTo>
                    <a:pt x="0" y="200"/>
                    <a:pt x="9" y="210"/>
                    <a:pt x="21" y="210"/>
                  </a:cubicBezTo>
                  <a:cubicBezTo>
                    <a:pt x="188" y="210"/>
                    <a:pt x="188" y="210"/>
                    <a:pt x="188" y="210"/>
                  </a:cubicBezTo>
                  <a:cubicBezTo>
                    <a:pt x="200" y="210"/>
                    <a:pt x="209" y="200"/>
                    <a:pt x="209" y="189"/>
                  </a:cubicBezTo>
                  <a:cubicBezTo>
                    <a:pt x="209" y="21"/>
                    <a:pt x="209" y="21"/>
                    <a:pt x="209" y="21"/>
                  </a:cubicBezTo>
                  <a:cubicBezTo>
                    <a:pt x="209" y="10"/>
                    <a:pt x="200" y="0"/>
                    <a:pt x="188" y="0"/>
                  </a:cubicBezTo>
                  <a:close/>
                  <a:moveTo>
                    <a:pt x="147" y="146"/>
                  </a:moveTo>
                  <a:cubicBezTo>
                    <a:pt x="62" y="146"/>
                    <a:pt x="62" y="146"/>
                    <a:pt x="62" y="146"/>
                  </a:cubicBezTo>
                  <a:cubicBezTo>
                    <a:pt x="53" y="146"/>
                    <a:pt x="46" y="140"/>
                    <a:pt x="46" y="132"/>
                  </a:cubicBezTo>
                  <a:cubicBezTo>
                    <a:pt x="46" y="124"/>
                    <a:pt x="53" y="118"/>
                    <a:pt x="62" y="118"/>
                  </a:cubicBezTo>
                  <a:cubicBezTo>
                    <a:pt x="147" y="118"/>
                    <a:pt x="147" y="118"/>
                    <a:pt x="147" y="118"/>
                  </a:cubicBezTo>
                  <a:cubicBezTo>
                    <a:pt x="155" y="118"/>
                    <a:pt x="163" y="124"/>
                    <a:pt x="163" y="132"/>
                  </a:cubicBezTo>
                  <a:cubicBezTo>
                    <a:pt x="163" y="140"/>
                    <a:pt x="155" y="146"/>
                    <a:pt x="147" y="146"/>
                  </a:cubicBezTo>
                  <a:close/>
                  <a:moveTo>
                    <a:pt x="147" y="92"/>
                  </a:moveTo>
                  <a:cubicBezTo>
                    <a:pt x="62" y="92"/>
                    <a:pt x="62" y="92"/>
                    <a:pt x="62" y="92"/>
                  </a:cubicBezTo>
                  <a:cubicBezTo>
                    <a:pt x="53" y="92"/>
                    <a:pt x="46" y="86"/>
                    <a:pt x="46" y="78"/>
                  </a:cubicBezTo>
                  <a:cubicBezTo>
                    <a:pt x="46" y="70"/>
                    <a:pt x="53" y="64"/>
                    <a:pt x="62" y="64"/>
                  </a:cubicBezTo>
                  <a:cubicBezTo>
                    <a:pt x="147" y="64"/>
                    <a:pt x="147" y="64"/>
                    <a:pt x="147" y="64"/>
                  </a:cubicBezTo>
                  <a:cubicBezTo>
                    <a:pt x="155" y="64"/>
                    <a:pt x="163" y="70"/>
                    <a:pt x="163" y="78"/>
                  </a:cubicBezTo>
                  <a:cubicBezTo>
                    <a:pt x="163" y="86"/>
                    <a:pt x="155" y="92"/>
                    <a:pt x="147" y="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43" name="组合 642"/>
          <p:cNvGrpSpPr/>
          <p:nvPr/>
        </p:nvGrpSpPr>
        <p:grpSpPr>
          <a:xfrm>
            <a:off x="10651251" y="3460133"/>
            <a:ext cx="355009" cy="315803"/>
            <a:chOff x="7907338" y="2682875"/>
            <a:chExt cx="1566862" cy="1393825"/>
          </a:xfrm>
          <a:solidFill>
            <a:srgbClr val="707E84"/>
          </a:solidFill>
        </p:grpSpPr>
        <p:sp>
          <p:nvSpPr>
            <p:cNvPr id="644" name="Freeform 42"/>
            <p:cNvSpPr>
              <a:spLocks noEditPoints="1"/>
            </p:cNvSpPr>
            <p:nvPr/>
          </p:nvSpPr>
          <p:spPr bwMode="auto">
            <a:xfrm>
              <a:off x="8067675" y="2682875"/>
              <a:ext cx="1406525" cy="1114425"/>
            </a:xfrm>
            <a:custGeom>
              <a:avLst/>
              <a:gdLst>
                <a:gd name="T0" fmla="*/ 439 w 484"/>
                <a:gd name="T1" fmla="*/ 0 h 383"/>
                <a:gd name="T2" fmla="*/ 46 w 484"/>
                <a:gd name="T3" fmla="*/ 0 h 383"/>
                <a:gd name="T4" fmla="*/ 0 w 484"/>
                <a:gd name="T5" fmla="*/ 45 h 383"/>
                <a:gd name="T6" fmla="*/ 0 w 484"/>
                <a:gd name="T7" fmla="*/ 127 h 383"/>
                <a:gd name="T8" fmla="*/ 25 w 484"/>
                <a:gd name="T9" fmla="*/ 127 h 383"/>
                <a:gd name="T10" fmla="*/ 25 w 484"/>
                <a:gd name="T11" fmla="*/ 75 h 383"/>
                <a:gd name="T12" fmla="*/ 460 w 484"/>
                <a:gd name="T13" fmla="*/ 75 h 383"/>
                <a:gd name="T14" fmla="*/ 460 w 484"/>
                <a:gd name="T15" fmla="*/ 337 h 383"/>
                <a:gd name="T16" fmla="*/ 439 w 484"/>
                <a:gd name="T17" fmla="*/ 358 h 383"/>
                <a:gd name="T18" fmla="*/ 411 w 484"/>
                <a:gd name="T19" fmla="*/ 358 h 383"/>
                <a:gd name="T20" fmla="*/ 411 w 484"/>
                <a:gd name="T21" fmla="*/ 383 h 383"/>
                <a:gd name="T22" fmla="*/ 439 w 484"/>
                <a:gd name="T23" fmla="*/ 383 h 383"/>
                <a:gd name="T24" fmla="*/ 484 w 484"/>
                <a:gd name="T25" fmla="*/ 337 h 383"/>
                <a:gd name="T26" fmla="*/ 484 w 484"/>
                <a:gd name="T27" fmla="*/ 45 h 383"/>
                <a:gd name="T28" fmla="*/ 439 w 484"/>
                <a:gd name="T29" fmla="*/ 0 h 383"/>
                <a:gd name="T30" fmla="*/ 404 w 484"/>
                <a:gd name="T31" fmla="*/ 49 h 383"/>
                <a:gd name="T32" fmla="*/ 353 w 484"/>
                <a:gd name="T33" fmla="*/ 49 h 383"/>
                <a:gd name="T34" fmla="*/ 343 w 484"/>
                <a:gd name="T35" fmla="*/ 39 h 383"/>
                <a:gd name="T36" fmla="*/ 353 w 484"/>
                <a:gd name="T37" fmla="*/ 30 h 383"/>
                <a:gd name="T38" fmla="*/ 404 w 484"/>
                <a:gd name="T39" fmla="*/ 30 h 383"/>
                <a:gd name="T40" fmla="*/ 413 w 484"/>
                <a:gd name="T41" fmla="*/ 39 h 383"/>
                <a:gd name="T42" fmla="*/ 404 w 484"/>
                <a:gd name="T43" fmla="*/ 49 h 383"/>
                <a:gd name="T44" fmla="*/ 434 w 484"/>
                <a:gd name="T45" fmla="*/ 50 h 383"/>
                <a:gd name="T46" fmla="*/ 424 w 484"/>
                <a:gd name="T47" fmla="*/ 39 h 383"/>
                <a:gd name="T48" fmla="*/ 434 w 484"/>
                <a:gd name="T49" fmla="*/ 29 h 383"/>
                <a:gd name="T50" fmla="*/ 444 w 484"/>
                <a:gd name="T51" fmla="*/ 39 h 383"/>
                <a:gd name="T52" fmla="*/ 434 w 484"/>
                <a:gd name="T53" fmla="*/ 50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4" h="383">
                  <a:moveTo>
                    <a:pt x="439" y="0"/>
                  </a:moveTo>
                  <a:cubicBezTo>
                    <a:pt x="46" y="0"/>
                    <a:pt x="46" y="0"/>
                    <a:pt x="46" y="0"/>
                  </a:cubicBezTo>
                  <a:cubicBezTo>
                    <a:pt x="21" y="0"/>
                    <a:pt x="1" y="20"/>
                    <a:pt x="0" y="45"/>
                  </a:cubicBezTo>
                  <a:cubicBezTo>
                    <a:pt x="0" y="127"/>
                    <a:pt x="0" y="127"/>
                    <a:pt x="0" y="127"/>
                  </a:cubicBezTo>
                  <a:cubicBezTo>
                    <a:pt x="25" y="127"/>
                    <a:pt x="25" y="127"/>
                    <a:pt x="25" y="127"/>
                  </a:cubicBezTo>
                  <a:cubicBezTo>
                    <a:pt x="25" y="75"/>
                    <a:pt x="25" y="75"/>
                    <a:pt x="25" y="75"/>
                  </a:cubicBezTo>
                  <a:cubicBezTo>
                    <a:pt x="460" y="75"/>
                    <a:pt x="460" y="75"/>
                    <a:pt x="460" y="75"/>
                  </a:cubicBezTo>
                  <a:cubicBezTo>
                    <a:pt x="460" y="337"/>
                    <a:pt x="460" y="337"/>
                    <a:pt x="460" y="337"/>
                  </a:cubicBezTo>
                  <a:cubicBezTo>
                    <a:pt x="460" y="349"/>
                    <a:pt x="450" y="358"/>
                    <a:pt x="439" y="358"/>
                  </a:cubicBezTo>
                  <a:cubicBezTo>
                    <a:pt x="411" y="358"/>
                    <a:pt x="411" y="358"/>
                    <a:pt x="411" y="358"/>
                  </a:cubicBezTo>
                  <a:cubicBezTo>
                    <a:pt x="411" y="383"/>
                    <a:pt x="411" y="383"/>
                    <a:pt x="411" y="383"/>
                  </a:cubicBezTo>
                  <a:cubicBezTo>
                    <a:pt x="439" y="383"/>
                    <a:pt x="439" y="383"/>
                    <a:pt x="439" y="383"/>
                  </a:cubicBezTo>
                  <a:cubicBezTo>
                    <a:pt x="464" y="383"/>
                    <a:pt x="484" y="363"/>
                    <a:pt x="484" y="337"/>
                  </a:cubicBezTo>
                  <a:cubicBezTo>
                    <a:pt x="484" y="45"/>
                    <a:pt x="484" y="45"/>
                    <a:pt x="484" y="45"/>
                  </a:cubicBezTo>
                  <a:cubicBezTo>
                    <a:pt x="484" y="20"/>
                    <a:pt x="464" y="0"/>
                    <a:pt x="439" y="0"/>
                  </a:cubicBezTo>
                  <a:close/>
                  <a:moveTo>
                    <a:pt x="404" y="49"/>
                  </a:moveTo>
                  <a:cubicBezTo>
                    <a:pt x="353" y="49"/>
                    <a:pt x="353" y="49"/>
                    <a:pt x="353" y="49"/>
                  </a:cubicBezTo>
                  <a:cubicBezTo>
                    <a:pt x="347" y="49"/>
                    <a:pt x="343" y="45"/>
                    <a:pt x="343" y="39"/>
                  </a:cubicBezTo>
                  <a:cubicBezTo>
                    <a:pt x="343" y="34"/>
                    <a:pt x="347" y="30"/>
                    <a:pt x="353" y="30"/>
                  </a:cubicBezTo>
                  <a:cubicBezTo>
                    <a:pt x="404" y="30"/>
                    <a:pt x="404" y="30"/>
                    <a:pt x="404" y="30"/>
                  </a:cubicBezTo>
                  <a:cubicBezTo>
                    <a:pt x="409" y="30"/>
                    <a:pt x="413" y="34"/>
                    <a:pt x="413" y="39"/>
                  </a:cubicBezTo>
                  <a:cubicBezTo>
                    <a:pt x="413" y="45"/>
                    <a:pt x="409" y="49"/>
                    <a:pt x="404" y="49"/>
                  </a:cubicBezTo>
                  <a:close/>
                  <a:moveTo>
                    <a:pt x="434" y="50"/>
                  </a:moveTo>
                  <a:cubicBezTo>
                    <a:pt x="428" y="50"/>
                    <a:pt x="424" y="45"/>
                    <a:pt x="424" y="39"/>
                  </a:cubicBezTo>
                  <a:cubicBezTo>
                    <a:pt x="424" y="34"/>
                    <a:pt x="428" y="29"/>
                    <a:pt x="434" y="29"/>
                  </a:cubicBezTo>
                  <a:cubicBezTo>
                    <a:pt x="440" y="29"/>
                    <a:pt x="444" y="34"/>
                    <a:pt x="444" y="39"/>
                  </a:cubicBezTo>
                  <a:cubicBezTo>
                    <a:pt x="444" y="45"/>
                    <a:pt x="440" y="50"/>
                    <a:pt x="434"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5" name="Freeform 43"/>
            <p:cNvSpPr>
              <a:spLocks noEditPoints="1"/>
            </p:cNvSpPr>
            <p:nvPr/>
          </p:nvSpPr>
          <p:spPr bwMode="auto">
            <a:xfrm>
              <a:off x="7907338" y="2962275"/>
              <a:ext cx="1406525" cy="1114425"/>
            </a:xfrm>
            <a:custGeom>
              <a:avLst/>
              <a:gdLst>
                <a:gd name="T0" fmla="*/ 438 w 484"/>
                <a:gd name="T1" fmla="*/ 0 h 383"/>
                <a:gd name="T2" fmla="*/ 45 w 484"/>
                <a:gd name="T3" fmla="*/ 0 h 383"/>
                <a:gd name="T4" fmla="*/ 0 w 484"/>
                <a:gd name="T5" fmla="*/ 45 h 383"/>
                <a:gd name="T6" fmla="*/ 0 w 484"/>
                <a:gd name="T7" fmla="*/ 337 h 383"/>
                <a:gd name="T8" fmla="*/ 45 w 484"/>
                <a:gd name="T9" fmla="*/ 383 h 383"/>
                <a:gd name="T10" fmla="*/ 438 w 484"/>
                <a:gd name="T11" fmla="*/ 383 h 383"/>
                <a:gd name="T12" fmla="*/ 484 w 484"/>
                <a:gd name="T13" fmla="*/ 337 h 383"/>
                <a:gd name="T14" fmla="*/ 484 w 484"/>
                <a:gd name="T15" fmla="*/ 45 h 383"/>
                <a:gd name="T16" fmla="*/ 438 w 484"/>
                <a:gd name="T17" fmla="*/ 0 h 383"/>
                <a:gd name="T18" fmla="*/ 433 w 484"/>
                <a:gd name="T19" fmla="*/ 29 h 383"/>
                <a:gd name="T20" fmla="*/ 444 w 484"/>
                <a:gd name="T21" fmla="*/ 39 h 383"/>
                <a:gd name="T22" fmla="*/ 433 w 484"/>
                <a:gd name="T23" fmla="*/ 49 h 383"/>
                <a:gd name="T24" fmla="*/ 423 w 484"/>
                <a:gd name="T25" fmla="*/ 39 h 383"/>
                <a:gd name="T26" fmla="*/ 433 w 484"/>
                <a:gd name="T27" fmla="*/ 29 h 383"/>
                <a:gd name="T28" fmla="*/ 352 w 484"/>
                <a:gd name="T29" fmla="*/ 29 h 383"/>
                <a:gd name="T30" fmla="*/ 403 w 484"/>
                <a:gd name="T31" fmla="*/ 29 h 383"/>
                <a:gd name="T32" fmla="*/ 413 w 484"/>
                <a:gd name="T33" fmla="*/ 39 h 383"/>
                <a:gd name="T34" fmla="*/ 403 w 484"/>
                <a:gd name="T35" fmla="*/ 49 h 383"/>
                <a:gd name="T36" fmla="*/ 352 w 484"/>
                <a:gd name="T37" fmla="*/ 49 h 383"/>
                <a:gd name="T38" fmla="*/ 342 w 484"/>
                <a:gd name="T39" fmla="*/ 39 h 383"/>
                <a:gd name="T40" fmla="*/ 352 w 484"/>
                <a:gd name="T41" fmla="*/ 29 h 383"/>
                <a:gd name="T42" fmla="*/ 459 w 484"/>
                <a:gd name="T43" fmla="*/ 337 h 383"/>
                <a:gd name="T44" fmla="*/ 438 w 484"/>
                <a:gd name="T45" fmla="*/ 358 h 383"/>
                <a:gd name="T46" fmla="*/ 45 w 484"/>
                <a:gd name="T47" fmla="*/ 358 h 383"/>
                <a:gd name="T48" fmla="*/ 24 w 484"/>
                <a:gd name="T49" fmla="*/ 337 h 383"/>
                <a:gd name="T50" fmla="*/ 24 w 484"/>
                <a:gd name="T51" fmla="*/ 74 h 383"/>
                <a:gd name="T52" fmla="*/ 459 w 484"/>
                <a:gd name="T53" fmla="*/ 74 h 383"/>
                <a:gd name="T54" fmla="*/ 459 w 484"/>
                <a:gd name="T55" fmla="*/ 337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84" h="383">
                  <a:moveTo>
                    <a:pt x="438" y="0"/>
                  </a:moveTo>
                  <a:cubicBezTo>
                    <a:pt x="45" y="0"/>
                    <a:pt x="45" y="0"/>
                    <a:pt x="45" y="0"/>
                  </a:cubicBezTo>
                  <a:cubicBezTo>
                    <a:pt x="20" y="0"/>
                    <a:pt x="0" y="20"/>
                    <a:pt x="0" y="45"/>
                  </a:cubicBezTo>
                  <a:cubicBezTo>
                    <a:pt x="0" y="337"/>
                    <a:pt x="0" y="337"/>
                    <a:pt x="0" y="337"/>
                  </a:cubicBezTo>
                  <a:cubicBezTo>
                    <a:pt x="0" y="362"/>
                    <a:pt x="20" y="383"/>
                    <a:pt x="45" y="383"/>
                  </a:cubicBezTo>
                  <a:cubicBezTo>
                    <a:pt x="438" y="383"/>
                    <a:pt x="438" y="383"/>
                    <a:pt x="438" y="383"/>
                  </a:cubicBezTo>
                  <a:cubicBezTo>
                    <a:pt x="463" y="383"/>
                    <a:pt x="484" y="362"/>
                    <a:pt x="484" y="337"/>
                  </a:cubicBezTo>
                  <a:cubicBezTo>
                    <a:pt x="484" y="45"/>
                    <a:pt x="484" y="45"/>
                    <a:pt x="484" y="45"/>
                  </a:cubicBezTo>
                  <a:cubicBezTo>
                    <a:pt x="484" y="20"/>
                    <a:pt x="463" y="0"/>
                    <a:pt x="438" y="0"/>
                  </a:cubicBezTo>
                  <a:close/>
                  <a:moveTo>
                    <a:pt x="433" y="29"/>
                  </a:moveTo>
                  <a:cubicBezTo>
                    <a:pt x="439" y="29"/>
                    <a:pt x="444" y="33"/>
                    <a:pt x="444" y="39"/>
                  </a:cubicBezTo>
                  <a:cubicBezTo>
                    <a:pt x="444" y="45"/>
                    <a:pt x="439" y="49"/>
                    <a:pt x="433" y="49"/>
                  </a:cubicBezTo>
                  <a:cubicBezTo>
                    <a:pt x="428" y="49"/>
                    <a:pt x="423" y="45"/>
                    <a:pt x="423" y="39"/>
                  </a:cubicBezTo>
                  <a:cubicBezTo>
                    <a:pt x="423" y="33"/>
                    <a:pt x="428" y="29"/>
                    <a:pt x="433" y="29"/>
                  </a:cubicBezTo>
                  <a:close/>
                  <a:moveTo>
                    <a:pt x="352" y="29"/>
                  </a:moveTo>
                  <a:cubicBezTo>
                    <a:pt x="403" y="29"/>
                    <a:pt x="403" y="29"/>
                    <a:pt x="403" y="29"/>
                  </a:cubicBezTo>
                  <a:cubicBezTo>
                    <a:pt x="408" y="29"/>
                    <a:pt x="413" y="34"/>
                    <a:pt x="413" y="39"/>
                  </a:cubicBezTo>
                  <a:cubicBezTo>
                    <a:pt x="413" y="44"/>
                    <a:pt x="408" y="49"/>
                    <a:pt x="403" y="49"/>
                  </a:cubicBezTo>
                  <a:cubicBezTo>
                    <a:pt x="352" y="49"/>
                    <a:pt x="352" y="49"/>
                    <a:pt x="352" y="49"/>
                  </a:cubicBezTo>
                  <a:cubicBezTo>
                    <a:pt x="347" y="49"/>
                    <a:pt x="342" y="44"/>
                    <a:pt x="342" y="39"/>
                  </a:cubicBezTo>
                  <a:cubicBezTo>
                    <a:pt x="342" y="34"/>
                    <a:pt x="347" y="29"/>
                    <a:pt x="352" y="29"/>
                  </a:cubicBezTo>
                  <a:close/>
                  <a:moveTo>
                    <a:pt x="459" y="337"/>
                  </a:moveTo>
                  <a:cubicBezTo>
                    <a:pt x="459" y="348"/>
                    <a:pt x="449" y="358"/>
                    <a:pt x="438" y="358"/>
                  </a:cubicBezTo>
                  <a:cubicBezTo>
                    <a:pt x="45" y="358"/>
                    <a:pt x="45" y="358"/>
                    <a:pt x="45" y="358"/>
                  </a:cubicBezTo>
                  <a:cubicBezTo>
                    <a:pt x="34" y="358"/>
                    <a:pt x="24" y="348"/>
                    <a:pt x="24" y="337"/>
                  </a:cubicBezTo>
                  <a:cubicBezTo>
                    <a:pt x="24" y="74"/>
                    <a:pt x="24" y="74"/>
                    <a:pt x="24" y="74"/>
                  </a:cubicBezTo>
                  <a:cubicBezTo>
                    <a:pt x="459" y="74"/>
                    <a:pt x="459" y="74"/>
                    <a:pt x="459" y="74"/>
                  </a:cubicBezTo>
                  <a:lnTo>
                    <a:pt x="459" y="3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6" name="Freeform 44"/>
            <p:cNvSpPr>
              <a:spLocks noEditPoints="1"/>
            </p:cNvSpPr>
            <p:nvPr/>
          </p:nvSpPr>
          <p:spPr bwMode="auto">
            <a:xfrm>
              <a:off x="8313738" y="3305175"/>
              <a:ext cx="590550" cy="587375"/>
            </a:xfrm>
            <a:custGeom>
              <a:avLst/>
              <a:gdLst>
                <a:gd name="T0" fmla="*/ 102 w 203"/>
                <a:gd name="T1" fmla="*/ 0 h 202"/>
                <a:gd name="T2" fmla="*/ 0 w 203"/>
                <a:gd name="T3" fmla="*/ 101 h 202"/>
                <a:gd name="T4" fmla="*/ 102 w 203"/>
                <a:gd name="T5" fmla="*/ 202 h 202"/>
                <a:gd name="T6" fmla="*/ 203 w 203"/>
                <a:gd name="T7" fmla="*/ 101 h 202"/>
                <a:gd name="T8" fmla="*/ 102 w 203"/>
                <a:gd name="T9" fmla="*/ 0 h 202"/>
                <a:gd name="T10" fmla="*/ 102 w 203"/>
                <a:gd name="T11" fmla="*/ 174 h 202"/>
                <a:gd name="T12" fmla="*/ 29 w 203"/>
                <a:gd name="T13" fmla="*/ 101 h 202"/>
                <a:gd name="T14" fmla="*/ 39 w 203"/>
                <a:gd name="T15" fmla="*/ 65 h 202"/>
                <a:gd name="T16" fmla="*/ 147 w 203"/>
                <a:gd name="T17" fmla="*/ 158 h 202"/>
                <a:gd name="T18" fmla="*/ 102 w 203"/>
                <a:gd name="T19" fmla="*/ 174 h 202"/>
                <a:gd name="T20" fmla="*/ 165 w 203"/>
                <a:gd name="T21" fmla="*/ 137 h 202"/>
                <a:gd name="T22" fmla="*/ 57 w 203"/>
                <a:gd name="T23" fmla="*/ 44 h 202"/>
                <a:gd name="T24" fmla="*/ 102 w 203"/>
                <a:gd name="T25" fmla="*/ 28 h 202"/>
                <a:gd name="T26" fmla="*/ 174 w 203"/>
                <a:gd name="T27" fmla="*/ 101 h 202"/>
                <a:gd name="T28" fmla="*/ 165 w 203"/>
                <a:gd name="T29" fmla="*/ 137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3" h="202">
                  <a:moveTo>
                    <a:pt x="102" y="0"/>
                  </a:moveTo>
                  <a:cubicBezTo>
                    <a:pt x="46" y="0"/>
                    <a:pt x="0" y="45"/>
                    <a:pt x="0" y="101"/>
                  </a:cubicBezTo>
                  <a:cubicBezTo>
                    <a:pt x="0" y="157"/>
                    <a:pt x="46" y="202"/>
                    <a:pt x="102" y="202"/>
                  </a:cubicBezTo>
                  <a:cubicBezTo>
                    <a:pt x="157" y="202"/>
                    <a:pt x="203" y="157"/>
                    <a:pt x="203" y="101"/>
                  </a:cubicBezTo>
                  <a:cubicBezTo>
                    <a:pt x="203" y="45"/>
                    <a:pt x="157" y="0"/>
                    <a:pt x="102" y="0"/>
                  </a:cubicBezTo>
                  <a:close/>
                  <a:moveTo>
                    <a:pt x="102" y="174"/>
                  </a:moveTo>
                  <a:cubicBezTo>
                    <a:pt x="61" y="174"/>
                    <a:pt x="29" y="141"/>
                    <a:pt x="29" y="101"/>
                  </a:cubicBezTo>
                  <a:cubicBezTo>
                    <a:pt x="29" y="88"/>
                    <a:pt x="33" y="75"/>
                    <a:pt x="39" y="65"/>
                  </a:cubicBezTo>
                  <a:cubicBezTo>
                    <a:pt x="147" y="158"/>
                    <a:pt x="147" y="158"/>
                    <a:pt x="147" y="158"/>
                  </a:cubicBezTo>
                  <a:cubicBezTo>
                    <a:pt x="134" y="168"/>
                    <a:pt x="119" y="174"/>
                    <a:pt x="102" y="174"/>
                  </a:cubicBezTo>
                  <a:close/>
                  <a:moveTo>
                    <a:pt x="165" y="137"/>
                  </a:moveTo>
                  <a:cubicBezTo>
                    <a:pt x="57" y="44"/>
                    <a:pt x="57" y="44"/>
                    <a:pt x="57" y="44"/>
                  </a:cubicBezTo>
                  <a:cubicBezTo>
                    <a:pt x="69" y="34"/>
                    <a:pt x="85" y="28"/>
                    <a:pt x="102" y="28"/>
                  </a:cubicBezTo>
                  <a:cubicBezTo>
                    <a:pt x="142" y="29"/>
                    <a:pt x="174" y="61"/>
                    <a:pt x="174" y="101"/>
                  </a:cubicBezTo>
                  <a:cubicBezTo>
                    <a:pt x="174" y="114"/>
                    <a:pt x="171" y="127"/>
                    <a:pt x="165" y="1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47" name="组合 646"/>
          <p:cNvGrpSpPr/>
          <p:nvPr/>
        </p:nvGrpSpPr>
        <p:grpSpPr>
          <a:xfrm>
            <a:off x="11210172" y="3463611"/>
            <a:ext cx="322277" cy="297459"/>
            <a:chOff x="10463213" y="2763838"/>
            <a:chExt cx="1422400" cy="1312862"/>
          </a:xfrm>
          <a:solidFill>
            <a:srgbClr val="707E84"/>
          </a:solidFill>
        </p:grpSpPr>
        <p:sp>
          <p:nvSpPr>
            <p:cNvPr id="648" name="Freeform 45"/>
            <p:cNvSpPr>
              <a:spLocks noEditPoints="1"/>
            </p:cNvSpPr>
            <p:nvPr/>
          </p:nvSpPr>
          <p:spPr bwMode="auto">
            <a:xfrm>
              <a:off x="10728325" y="2763838"/>
              <a:ext cx="728663" cy="409575"/>
            </a:xfrm>
            <a:custGeom>
              <a:avLst/>
              <a:gdLst>
                <a:gd name="T0" fmla="*/ 231 w 251"/>
                <a:gd name="T1" fmla="*/ 0 h 141"/>
                <a:gd name="T2" fmla="*/ 20 w 251"/>
                <a:gd name="T3" fmla="*/ 0 h 141"/>
                <a:gd name="T4" fmla="*/ 0 w 251"/>
                <a:gd name="T5" fmla="*/ 20 h 141"/>
                <a:gd name="T6" fmla="*/ 0 w 251"/>
                <a:gd name="T7" fmla="*/ 120 h 141"/>
                <a:gd name="T8" fmla="*/ 20 w 251"/>
                <a:gd name="T9" fmla="*/ 141 h 141"/>
                <a:gd name="T10" fmla="*/ 231 w 251"/>
                <a:gd name="T11" fmla="*/ 141 h 141"/>
                <a:gd name="T12" fmla="*/ 251 w 251"/>
                <a:gd name="T13" fmla="*/ 120 h 141"/>
                <a:gd name="T14" fmla="*/ 251 w 251"/>
                <a:gd name="T15" fmla="*/ 20 h 141"/>
                <a:gd name="T16" fmla="*/ 231 w 251"/>
                <a:gd name="T17" fmla="*/ 0 h 141"/>
                <a:gd name="T18" fmla="*/ 225 w 251"/>
                <a:gd name="T19" fmla="*/ 98 h 141"/>
                <a:gd name="T20" fmla="*/ 210 w 251"/>
                <a:gd name="T21" fmla="*/ 112 h 141"/>
                <a:gd name="T22" fmla="*/ 196 w 251"/>
                <a:gd name="T23" fmla="*/ 98 h 141"/>
                <a:gd name="T24" fmla="*/ 196 w 251"/>
                <a:gd name="T25" fmla="*/ 43 h 141"/>
                <a:gd name="T26" fmla="*/ 210 w 251"/>
                <a:gd name="T27" fmla="*/ 29 h 141"/>
                <a:gd name="T28" fmla="*/ 225 w 251"/>
                <a:gd name="T29" fmla="*/ 43 h 141"/>
                <a:gd name="T30" fmla="*/ 225 w 251"/>
                <a:gd name="T31" fmla="*/ 98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51" h="141">
                  <a:moveTo>
                    <a:pt x="231" y="0"/>
                  </a:moveTo>
                  <a:cubicBezTo>
                    <a:pt x="20" y="0"/>
                    <a:pt x="20" y="0"/>
                    <a:pt x="20" y="0"/>
                  </a:cubicBezTo>
                  <a:cubicBezTo>
                    <a:pt x="9" y="0"/>
                    <a:pt x="0" y="9"/>
                    <a:pt x="0" y="20"/>
                  </a:cubicBezTo>
                  <a:cubicBezTo>
                    <a:pt x="0" y="120"/>
                    <a:pt x="0" y="120"/>
                    <a:pt x="0" y="120"/>
                  </a:cubicBezTo>
                  <a:cubicBezTo>
                    <a:pt x="0" y="132"/>
                    <a:pt x="9" y="141"/>
                    <a:pt x="20" y="141"/>
                  </a:cubicBezTo>
                  <a:cubicBezTo>
                    <a:pt x="231" y="141"/>
                    <a:pt x="231" y="141"/>
                    <a:pt x="231" y="141"/>
                  </a:cubicBezTo>
                  <a:cubicBezTo>
                    <a:pt x="242" y="141"/>
                    <a:pt x="251" y="132"/>
                    <a:pt x="251" y="120"/>
                  </a:cubicBezTo>
                  <a:cubicBezTo>
                    <a:pt x="251" y="20"/>
                    <a:pt x="251" y="20"/>
                    <a:pt x="251" y="20"/>
                  </a:cubicBezTo>
                  <a:cubicBezTo>
                    <a:pt x="251" y="9"/>
                    <a:pt x="242" y="0"/>
                    <a:pt x="231" y="0"/>
                  </a:cubicBezTo>
                  <a:close/>
                  <a:moveTo>
                    <a:pt x="225" y="98"/>
                  </a:moveTo>
                  <a:cubicBezTo>
                    <a:pt x="225" y="106"/>
                    <a:pt x="218" y="112"/>
                    <a:pt x="210" y="112"/>
                  </a:cubicBezTo>
                  <a:cubicBezTo>
                    <a:pt x="203" y="112"/>
                    <a:pt x="196" y="106"/>
                    <a:pt x="196" y="98"/>
                  </a:cubicBezTo>
                  <a:cubicBezTo>
                    <a:pt x="196" y="43"/>
                    <a:pt x="196" y="43"/>
                    <a:pt x="196" y="43"/>
                  </a:cubicBezTo>
                  <a:cubicBezTo>
                    <a:pt x="196" y="35"/>
                    <a:pt x="203" y="29"/>
                    <a:pt x="210" y="29"/>
                  </a:cubicBezTo>
                  <a:cubicBezTo>
                    <a:pt x="218" y="29"/>
                    <a:pt x="225" y="35"/>
                    <a:pt x="225" y="43"/>
                  </a:cubicBezTo>
                  <a:lnTo>
                    <a:pt x="225" y="9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9" name="Freeform 46"/>
            <p:cNvSpPr>
              <a:spLocks noEditPoints="1"/>
            </p:cNvSpPr>
            <p:nvPr/>
          </p:nvSpPr>
          <p:spPr bwMode="auto">
            <a:xfrm>
              <a:off x="10826750" y="3249613"/>
              <a:ext cx="531813" cy="533400"/>
            </a:xfrm>
            <a:custGeom>
              <a:avLst/>
              <a:gdLst>
                <a:gd name="T0" fmla="*/ 92 w 183"/>
                <a:gd name="T1" fmla="*/ 0 h 183"/>
                <a:gd name="T2" fmla="*/ 0 w 183"/>
                <a:gd name="T3" fmla="*/ 92 h 183"/>
                <a:gd name="T4" fmla="*/ 92 w 183"/>
                <a:gd name="T5" fmla="*/ 183 h 183"/>
                <a:gd name="T6" fmla="*/ 183 w 183"/>
                <a:gd name="T7" fmla="*/ 92 h 183"/>
                <a:gd name="T8" fmla="*/ 92 w 183"/>
                <a:gd name="T9" fmla="*/ 0 h 183"/>
                <a:gd name="T10" fmla="*/ 92 w 183"/>
                <a:gd name="T11" fmla="*/ 149 h 183"/>
                <a:gd name="T12" fmla="*/ 34 w 183"/>
                <a:gd name="T13" fmla="*/ 92 h 183"/>
                <a:gd name="T14" fmla="*/ 92 w 183"/>
                <a:gd name="T15" fmla="*/ 34 h 183"/>
                <a:gd name="T16" fmla="*/ 149 w 183"/>
                <a:gd name="T17" fmla="*/ 92 h 183"/>
                <a:gd name="T18" fmla="*/ 92 w 183"/>
                <a:gd name="T19" fmla="*/ 149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3" h="183">
                  <a:moveTo>
                    <a:pt x="92" y="0"/>
                  </a:moveTo>
                  <a:cubicBezTo>
                    <a:pt x="41" y="0"/>
                    <a:pt x="0" y="41"/>
                    <a:pt x="0" y="92"/>
                  </a:cubicBezTo>
                  <a:cubicBezTo>
                    <a:pt x="0" y="142"/>
                    <a:pt x="41" y="183"/>
                    <a:pt x="92" y="183"/>
                  </a:cubicBezTo>
                  <a:cubicBezTo>
                    <a:pt x="142" y="183"/>
                    <a:pt x="183" y="142"/>
                    <a:pt x="183" y="92"/>
                  </a:cubicBezTo>
                  <a:cubicBezTo>
                    <a:pt x="183" y="41"/>
                    <a:pt x="142" y="0"/>
                    <a:pt x="92" y="0"/>
                  </a:cubicBezTo>
                  <a:close/>
                  <a:moveTo>
                    <a:pt x="92" y="149"/>
                  </a:moveTo>
                  <a:cubicBezTo>
                    <a:pt x="60" y="149"/>
                    <a:pt x="34" y="123"/>
                    <a:pt x="34" y="92"/>
                  </a:cubicBezTo>
                  <a:cubicBezTo>
                    <a:pt x="34" y="60"/>
                    <a:pt x="60" y="34"/>
                    <a:pt x="92" y="34"/>
                  </a:cubicBezTo>
                  <a:cubicBezTo>
                    <a:pt x="123" y="34"/>
                    <a:pt x="149" y="60"/>
                    <a:pt x="149" y="92"/>
                  </a:cubicBezTo>
                  <a:cubicBezTo>
                    <a:pt x="149" y="123"/>
                    <a:pt x="123" y="149"/>
                    <a:pt x="92" y="1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0" name="Freeform 47"/>
            <p:cNvSpPr>
              <a:spLocks noEditPoints="1"/>
            </p:cNvSpPr>
            <p:nvPr/>
          </p:nvSpPr>
          <p:spPr bwMode="auto">
            <a:xfrm>
              <a:off x="10463213" y="2851150"/>
              <a:ext cx="1258888" cy="1225550"/>
            </a:xfrm>
            <a:custGeom>
              <a:avLst/>
              <a:gdLst>
                <a:gd name="T0" fmla="*/ 400 w 433"/>
                <a:gd name="T1" fmla="*/ 345 h 421"/>
                <a:gd name="T2" fmla="*/ 400 w 433"/>
                <a:gd name="T3" fmla="*/ 372 h 421"/>
                <a:gd name="T4" fmla="*/ 400 w 433"/>
                <a:gd name="T5" fmla="*/ 372 h 421"/>
                <a:gd name="T6" fmla="*/ 384 w 433"/>
                <a:gd name="T7" fmla="*/ 388 h 421"/>
                <a:gd name="T8" fmla="*/ 49 w 433"/>
                <a:gd name="T9" fmla="*/ 388 h 421"/>
                <a:gd name="T10" fmla="*/ 33 w 433"/>
                <a:gd name="T11" fmla="*/ 372 h 421"/>
                <a:gd name="T12" fmla="*/ 33 w 433"/>
                <a:gd name="T13" fmla="*/ 49 h 421"/>
                <a:gd name="T14" fmla="*/ 49 w 433"/>
                <a:gd name="T15" fmla="*/ 32 h 421"/>
                <a:gd name="T16" fmla="*/ 108 w 433"/>
                <a:gd name="T17" fmla="*/ 32 h 421"/>
                <a:gd name="T18" fmla="*/ 108 w 433"/>
                <a:gd name="T19" fmla="*/ 0 h 421"/>
                <a:gd name="T20" fmla="*/ 49 w 433"/>
                <a:gd name="T21" fmla="*/ 0 h 421"/>
                <a:gd name="T22" fmla="*/ 0 w 433"/>
                <a:gd name="T23" fmla="*/ 49 h 421"/>
                <a:gd name="T24" fmla="*/ 0 w 433"/>
                <a:gd name="T25" fmla="*/ 372 h 421"/>
                <a:gd name="T26" fmla="*/ 49 w 433"/>
                <a:gd name="T27" fmla="*/ 421 h 421"/>
                <a:gd name="T28" fmla="*/ 384 w 433"/>
                <a:gd name="T29" fmla="*/ 421 h 421"/>
                <a:gd name="T30" fmla="*/ 433 w 433"/>
                <a:gd name="T31" fmla="*/ 372 h 421"/>
                <a:gd name="T32" fmla="*/ 433 w 433"/>
                <a:gd name="T33" fmla="*/ 362 h 421"/>
                <a:gd name="T34" fmla="*/ 402 w 433"/>
                <a:gd name="T35" fmla="*/ 343 h 421"/>
                <a:gd name="T36" fmla="*/ 400 w 433"/>
                <a:gd name="T37" fmla="*/ 345 h 421"/>
                <a:gd name="T38" fmla="*/ 384 w 433"/>
                <a:gd name="T39" fmla="*/ 0 h 421"/>
                <a:gd name="T40" fmla="*/ 328 w 433"/>
                <a:gd name="T41" fmla="*/ 0 h 421"/>
                <a:gd name="T42" fmla="*/ 328 w 433"/>
                <a:gd name="T43" fmla="*/ 32 h 421"/>
                <a:gd name="T44" fmla="*/ 384 w 433"/>
                <a:gd name="T45" fmla="*/ 32 h 421"/>
                <a:gd name="T46" fmla="*/ 400 w 433"/>
                <a:gd name="T47" fmla="*/ 49 h 421"/>
                <a:gd name="T48" fmla="*/ 400 w 433"/>
                <a:gd name="T49" fmla="*/ 253 h 421"/>
                <a:gd name="T50" fmla="*/ 423 w 433"/>
                <a:gd name="T51" fmla="*/ 256 h 421"/>
                <a:gd name="T52" fmla="*/ 423 w 433"/>
                <a:gd name="T53" fmla="*/ 256 h 421"/>
                <a:gd name="T54" fmla="*/ 423 w 433"/>
                <a:gd name="T55" fmla="*/ 256 h 421"/>
                <a:gd name="T56" fmla="*/ 433 w 433"/>
                <a:gd name="T57" fmla="*/ 260 h 421"/>
                <a:gd name="T58" fmla="*/ 433 w 433"/>
                <a:gd name="T59" fmla="*/ 49 h 421"/>
                <a:gd name="T60" fmla="*/ 384 w 433"/>
                <a:gd name="T61" fmla="*/ 0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33" h="421">
                  <a:moveTo>
                    <a:pt x="400" y="345"/>
                  </a:moveTo>
                  <a:cubicBezTo>
                    <a:pt x="400" y="372"/>
                    <a:pt x="400" y="372"/>
                    <a:pt x="400" y="372"/>
                  </a:cubicBezTo>
                  <a:cubicBezTo>
                    <a:pt x="400" y="372"/>
                    <a:pt x="400" y="372"/>
                    <a:pt x="400" y="372"/>
                  </a:cubicBezTo>
                  <a:cubicBezTo>
                    <a:pt x="400" y="381"/>
                    <a:pt x="393" y="388"/>
                    <a:pt x="384" y="388"/>
                  </a:cubicBezTo>
                  <a:cubicBezTo>
                    <a:pt x="49" y="388"/>
                    <a:pt x="49" y="388"/>
                    <a:pt x="49" y="388"/>
                  </a:cubicBezTo>
                  <a:cubicBezTo>
                    <a:pt x="40" y="388"/>
                    <a:pt x="33" y="381"/>
                    <a:pt x="33" y="372"/>
                  </a:cubicBezTo>
                  <a:cubicBezTo>
                    <a:pt x="33" y="49"/>
                    <a:pt x="33" y="49"/>
                    <a:pt x="33" y="49"/>
                  </a:cubicBezTo>
                  <a:cubicBezTo>
                    <a:pt x="33" y="40"/>
                    <a:pt x="40" y="32"/>
                    <a:pt x="49" y="32"/>
                  </a:cubicBezTo>
                  <a:cubicBezTo>
                    <a:pt x="108" y="32"/>
                    <a:pt x="108" y="32"/>
                    <a:pt x="108" y="32"/>
                  </a:cubicBezTo>
                  <a:cubicBezTo>
                    <a:pt x="108" y="0"/>
                    <a:pt x="108" y="0"/>
                    <a:pt x="108" y="0"/>
                  </a:cubicBezTo>
                  <a:cubicBezTo>
                    <a:pt x="49" y="0"/>
                    <a:pt x="49" y="0"/>
                    <a:pt x="49" y="0"/>
                  </a:cubicBezTo>
                  <a:cubicBezTo>
                    <a:pt x="22" y="0"/>
                    <a:pt x="0" y="22"/>
                    <a:pt x="0" y="49"/>
                  </a:cubicBezTo>
                  <a:cubicBezTo>
                    <a:pt x="0" y="372"/>
                    <a:pt x="0" y="372"/>
                    <a:pt x="0" y="372"/>
                  </a:cubicBezTo>
                  <a:cubicBezTo>
                    <a:pt x="0" y="399"/>
                    <a:pt x="22" y="421"/>
                    <a:pt x="49" y="421"/>
                  </a:cubicBezTo>
                  <a:cubicBezTo>
                    <a:pt x="384" y="421"/>
                    <a:pt x="384" y="421"/>
                    <a:pt x="384" y="421"/>
                  </a:cubicBezTo>
                  <a:cubicBezTo>
                    <a:pt x="411" y="421"/>
                    <a:pt x="433" y="399"/>
                    <a:pt x="433" y="372"/>
                  </a:cubicBezTo>
                  <a:cubicBezTo>
                    <a:pt x="433" y="362"/>
                    <a:pt x="433" y="362"/>
                    <a:pt x="433" y="362"/>
                  </a:cubicBezTo>
                  <a:cubicBezTo>
                    <a:pt x="402" y="343"/>
                    <a:pt x="402" y="343"/>
                    <a:pt x="402" y="343"/>
                  </a:cubicBezTo>
                  <a:cubicBezTo>
                    <a:pt x="402" y="344"/>
                    <a:pt x="401" y="344"/>
                    <a:pt x="400" y="345"/>
                  </a:cubicBezTo>
                  <a:close/>
                  <a:moveTo>
                    <a:pt x="384" y="0"/>
                  </a:moveTo>
                  <a:cubicBezTo>
                    <a:pt x="328" y="0"/>
                    <a:pt x="328" y="0"/>
                    <a:pt x="328" y="0"/>
                  </a:cubicBezTo>
                  <a:cubicBezTo>
                    <a:pt x="328" y="32"/>
                    <a:pt x="328" y="32"/>
                    <a:pt x="328" y="32"/>
                  </a:cubicBezTo>
                  <a:cubicBezTo>
                    <a:pt x="384" y="32"/>
                    <a:pt x="384" y="32"/>
                    <a:pt x="384" y="32"/>
                  </a:cubicBezTo>
                  <a:cubicBezTo>
                    <a:pt x="393" y="32"/>
                    <a:pt x="400" y="40"/>
                    <a:pt x="400" y="49"/>
                  </a:cubicBezTo>
                  <a:cubicBezTo>
                    <a:pt x="400" y="253"/>
                    <a:pt x="400" y="253"/>
                    <a:pt x="400" y="253"/>
                  </a:cubicBezTo>
                  <a:cubicBezTo>
                    <a:pt x="423" y="256"/>
                    <a:pt x="423" y="256"/>
                    <a:pt x="423" y="256"/>
                  </a:cubicBezTo>
                  <a:cubicBezTo>
                    <a:pt x="423" y="256"/>
                    <a:pt x="423" y="256"/>
                    <a:pt x="423" y="256"/>
                  </a:cubicBezTo>
                  <a:cubicBezTo>
                    <a:pt x="423" y="256"/>
                    <a:pt x="423" y="256"/>
                    <a:pt x="423" y="256"/>
                  </a:cubicBezTo>
                  <a:cubicBezTo>
                    <a:pt x="427" y="256"/>
                    <a:pt x="430" y="257"/>
                    <a:pt x="433" y="260"/>
                  </a:cubicBezTo>
                  <a:cubicBezTo>
                    <a:pt x="433" y="49"/>
                    <a:pt x="433" y="49"/>
                    <a:pt x="433" y="49"/>
                  </a:cubicBezTo>
                  <a:cubicBezTo>
                    <a:pt x="433" y="22"/>
                    <a:pt x="411" y="0"/>
                    <a:pt x="38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1" name="Freeform 48"/>
            <p:cNvSpPr>
              <a:spLocks/>
            </p:cNvSpPr>
            <p:nvPr/>
          </p:nvSpPr>
          <p:spPr bwMode="auto">
            <a:xfrm>
              <a:off x="11431588" y="3605213"/>
              <a:ext cx="454025" cy="311150"/>
            </a:xfrm>
            <a:custGeom>
              <a:avLst/>
              <a:gdLst>
                <a:gd name="T0" fmla="*/ 89 w 156"/>
                <a:gd name="T1" fmla="*/ 10 h 107"/>
                <a:gd name="T2" fmla="*/ 7 w 156"/>
                <a:gd name="T3" fmla="*/ 1 h 107"/>
                <a:gd name="T4" fmla="*/ 3 w 156"/>
                <a:gd name="T5" fmla="*/ 8 h 107"/>
                <a:gd name="T6" fmla="*/ 48 w 156"/>
                <a:gd name="T7" fmla="*/ 76 h 107"/>
                <a:gd name="T8" fmla="*/ 58 w 156"/>
                <a:gd name="T9" fmla="*/ 76 h 107"/>
                <a:gd name="T10" fmla="*/ 65 w 156"/>
                <a:gd name="T11" fmla="*/ 66 h 107"/>
                <a:gd name="T12" fmla="*/ 128 w 156"/>
                <a:gd name="T13" fmla="*/ 105 h 107"/>
                <a:gd name="T14" fmla="*/ 141 w 156"/>
                <a:gd name="T15" fmla="*/ 102 h 107"/>
                <a:gd name="T16" fmla="*/ 154 w 156"/>
                <a:gd name="T17" fmla="*/ 81 h 107"/>
                <a:gd name="T18" fmla="*/ 151 w 156"/>
                <a:gd name="T19" fmla="*/ 68 h 107"/>
                <a:gd name="T20" fmla="*/ 87 w 156"/>
                <a:gd name="T21" fmla="*/ 29 h 107"/>
                <a:gd name="T22" fmla="*/ 93 w 156"/>
                <a:gd name="T23" fmla="*/ 19 h 107"/>
                <a:gd name="T24" fmla="*/ 89 w 156"/>
                <a:gd name="T25" fmla="*/ 1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6" h="107">
                  <a:moveTo>
                    <a:pt x="89" y="10"/>
                  </a:moveTo>
                  <a:cubicBezTo>
                    <a:pt x="7" y="1"/>
                    <a:pt x="7" y="1"/>
                    <a:pt x="7" y="1"/>
                  </a:cubicBezTo>
                  <a:cubicBezTo>
                    <a:pt x="2" y="0"/>
                    <a:pt x="0" y="3"/>
                    <a:pt x="3" y="8"/>
                  </a:cubicBezTo>
                  <a:cubicBezTo>
                    <a:pt x="48" y="76"/>
                    <a:pt x="48" y="76"/>
                    <a:pt x="48" y="76"/>
                  </a:cubicBezTo>
                  <a:cubicBezTo>
                    <a:pt x="51" y="81"/>
                    <a:pt x="56" y="81"/>
                    <a:pt x="58" y="76"/>
                  </a:cubicBezTo>
                  <a:cubicBezTo>
                    <a:pt x="65" y="66"/>
                    <a:pt x="65" y="66"/>
                    <a:pt x="65" y="66"/>
                  </a:cubicBezTo>
                  <a:cubicBezTo>
                    <a:pt x="128" y="105"/>
                    <a:pt x="128" y="105"/>
                    <a:pt x="128" y="105"/>
                  </a:cubicBezTo>
                  <a:cubicBezTo>
                    <a:pt x="133" y="107"/>
                    <a:pt x="139" y="106"/>
                    <a:pt x="141" y="102"/>
                  </a:cubicBezTo>
                  <a:cubicBezTo>
                    <a:pt x="154" y="81"/>
                    <a:pt x="154" y="81"/>
                    <a:pt x="154" y="81"/>
                  </a:cubicBezTo>
                  <a:cubicBezTo>
                    <a:pt x="156" y="77"/>
                    <a:pt x="155" y="71"/>
                    <a:pt x="151" y="68"/>
                  </a:cubicBezTo>
                  <a:cubicBezTo>
                    <a:pt x="87" y="29"/>
                    <a:pt x="87" y="29"/>
                    <a:pt x="87" y="29"/>
                  </a:cubicBezTo>
                  <a:cubicBezTo>
                    <a:pt x="93" y="19"/>
                    <a:pt x="93" y="19"/>
                    <a:pt x="93" y="19"/>
                  </a:cubicBezTo>
                  <a:cubicBezTo>
                    <a:pt x="96" y="15"/>
                    <a:pt x="94" y="10"/>
                    <a:pt x="89"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52" name="组合 651"/>
          <p:cNvGrpSpPr/>
          <p:nvPr/>
        </p:nvGrpSpPr>
        <p:grpSpPr>
          <a:xfrm>
            <a:off x="9221319" y="2409739"/>
            <a:ext cx="343286" cy="389448"/>
            <a:chOff x="2805113" y="2673350"/>
            <a:chExt cx="1487488" cy="1687513"/>
          </a:xfrm>
          <a:solidFill>
            <a:srgbClr val="707E84"/>
          </a:solidFill>
        </p:grpSpPr>
        <p:sp>
          <p:nvSpPr>
            <p:cNvPr id="653" name="Freeform 53"/>
            <p:cNvSpPr>
              <a:spLocks/>
            </p:cNvSpPr>
            <p:nvPr/>
          </p:nvSpPr>
          <p:spPr bwMode="auto">
            <a:xfrm>
              <a:off x="2989263" y="2673350"/>
              <a:ext cx="547688" cy="542925"/>
            </a:xfrm>
            <a:custGeom>
              <a:avLst/>
              <a:gdLst>
                <a:gd name="T0" fmla="*/ 113 w 345"/>
                <a:gd name="T1" fmla="*/ 342 h 342"/>
                <a:gd name="T2" fmla="*/ 0 w 345"/>
                <a:gd name="T3" fmla="*/ 290 h 342"/>
                <a:gd name="T4" fmla="*/ 113 w 345"/>
                <a:gd name="T5" fmla="*/ 246 h 342"/>
                <a:gd name="T6" fmla="*/ 2 w 345"/>
                <a:gd name="T7" fmla="*/ 111 h 342"/>
                <a:gd name="T8" fmla="*/ 202 w 345"/>
                <a:gd name="T9" fmla="*/ 155 h 342"/>
                <a:gd name="T10" fmla="*/ 195 w 345"/>
                <a:gd name="T11" fmla="*/ 31 h 342"/>
                <a:gd name="T12" fmla="*/ 267 w 345"/>
                <a:gd name="T13" fmla="*/ 114 h 342"/>
                <a:gd name="T14" fmla="*/ 326 w 345"/>
                <a:gd name="T15" fmla="*/ 0 h 342"/>
                <a:gd name="T16" fmla="*/ 345 w 345"/>
                <a:gd name="T17" fmla="*/ 146 h 342"/>
                <a:gd name="T18" fmla="*/ 315 w 345"/>
                <a:gd name="T19" fmla="*/ 64 h 342"/>
                <a:gd name="T20" fmla="*/ 278 w 345"/>
                <a:gd name="T21" fmla="*/ 160 h 342"/>
                <a:gd name="T22" fmla="*/ 213 w 345"/>
                <a:gd name="T23" fmla="*/ 75 h 342"/>
                <a:gd name="T24" fmla="*/ 223 w 345"/>
                <a:gd name="T25" fmla="*/ 185 h 342"/>
                <a:gd name="T26" fmla="*/ 48 w 345"/>
                <a:gd name="T27" fmla="*/ 140 h 342"/>
                <a:gd name="T28" fmla="*/ 143 w 345"/>
                <a:gd name="T29" fmla="*/ 260 h 342"/>
                <a:gd name="T30" fmla="*/ 32 w 345"/>
                <a:gd name="T31" fmla="*/ 288 h 342"/>
                <a:gd name="T32" fmla="*/ 113 w 345"/>
                <a:gd name="T33" fmla="*/ 342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45" h="342">
                  <a:moveTo>
                    <a:pt x="113" y="342"/>
                  </a:moveTo>
                  <a:lnTo>
                    <a:pt x="0" y="290"/>
                  </a:lnTo>
                  <a:lnTo>
                    <a:pt x="113" y="246"/>
                  </a:lnTo>
                  <a:lnTo>
                    <a:pt x="2" y="111"/>
                  </a:lnTo>
                  <a:lnTo>
                    <a:pt x="202" y="155"/>
                  </a:lnTo>
                  <a:lnTo>
                    <a:pt x="195" y="31"/>
                  </a:lnTo>
                  <a:lnTo>
                    <a:pt x="267" y="114"/>
                  </a:lnTo>
                  <a:lnTo>
                    <a:pt x="326" y="0"/>
                  </a:lnTo>
                  <a:lnTo>
                    <a:pt x="345" y="146"/>
                  </a:lnTo>
                  <a:lnTo>
                    <a:pt x="315" y="64"/>
                  </a:lnTo>
                  <a:lnTo>
                    <a:pt x="278" y="160"/>
                  </a:lnTo>
                  <a:lnTo>
                    <a:pt x="213" y="75"/>
                  </a:lnTo>
                  <a:lnTo>
                    <a:pt x="223" y="185"/>
                  </a:lnTo>
                  <a:lnTo>
                    <a:pt x="48" y="140"/>
                  </a:lnTo>
                  <a:lnTo>
                    <a:pt x="143" y="260"/>
                  </a:lnTo>
                  <a:lnTo>
                    <a:pt x="32" y="288"/>
                  </a:lnTo>
                  <a:lnTo>
                    <a:pt x="113" y="3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4" name="Freeform 54"/>
            <p:cNvSpPr>
              <a:spLocks/>
            </p:cNvSpPr>
            <p:nvPr/>
          </p:nvSpPr>
          <p:spPr bwMode="auto">
            <a:xfrm>
              <a:off x="3848101" y="2895600"/>
              <a:ext cx="196850" cy="196850"/>
            </a:xfrm>
            <a:custGeom>
              <a:avLst/>
              <a:gdLst>
                <a:gd name="T0" fmla="*/ 7 w 67"/>
                <a:gd name="T1" fmla="*/ 21 h 67"/>
                <a:gd name="T2" fmla="*/ 47 w 67"/>
                <a:gd name="T3" fmla="*/ 7 h 67"/>
                <a:gd name="T4" fmla="*/ 60 w 67"/>
                <a:gd name="T5" fmla="*/ 46 h 67"/>
                <a:gd name="T6" fmla="*/ 21 w 67"/>
                <a:gd name="T7" fmla="*/ 60 h 67"/>
                <a:gd name="T8" fmla="*/ 7 w 67"/>
                <a:gd name="T9" fmla="*/ 21 h 67"/>
              </a:gdLst>
              <a:ahLst/>
              <a:cxnLst>
                <a:cxn ang="0">
                  <a:pos x="T0" y="T1"/>
                </a:cxn>
                <a:cxn ang="0">
                  <a:pos x="T2" y="T3"/>
                </a:cxn>
                <a:cxn ang="0">
                  <a:pos x="T4" y="T5"/>
                </a:cxn>
                <a:cxn ang="0">
                  <a:pos x="T6" y="T7"/>
                </a:cxn>
                <a:cxn ang="0">
                  <a:pos x="T8" y="T9"/>
                </a:cxn>
              </a:cxnLst>
              <a:rect l="0" t="0" r="r" b="b"/>
              <a:pathLst>
                <a:path w="67" h="67">
                  <a:moveTo>
                    <a:pt x="7" y="21"/>
                  </a:moveTo>
                  <a:cubicBezTo>
                    <a:pt x="14" y="6"/>
                    <a:pt x="32" y="0"/>
                    <a:pt x="47" y="7"/>
                  </a:cubicBezTo>
                  <a:cubicBezTo>
                    <a:pt x="61" y="14"/>
                    <a:pt x="67" y="32"/>
                    <a:pt x="60" y="46"/>
                  </a:cubicBezTo>
                  <a:cubicBezTo>
                    <a:pt x="53" y="61"/>
                    <a:pt x="35" y="67"/>
                    <a:pt x="21" y="60"/>
                  </a:cubicBezTo>
                  <a:cubicBezTo>
                    <a:pt x="6" y="53"/>
                    <a:pt x="0" y="35"/>
                    <a:pt x="7"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5" name="Freeform 55"/>
            <p:cNvSpPr>
              <a:spLocks/>
            </p:cNvSpPr>
            <p:nvPr/>
          </p:nvSpPr>
          <p:spPr bwMode="auto">
            <a:xfrm>
              <a:off x="3203576" y="4005263"/>
              <a:ext cx="371475" cy="282575"/>
            </a:xfrm>
            <a:custGeom>
              <a:avLst/>
              <a:gdLst>
                <a:gd name="T0" fmla="*/ 14 w 126"/>
                <a:gd name="T1" fmla="*/ 0 h 96"/>
                <a:gd name="T2" fmla="*/ 43 w 126"/>
                <a:gd name="T3" fmla="*/ 82 h 96"/>
                <a:gd name="T4" fmla="*/ 126 w 126"/>
                <a:gd name="T5" fmla="*/ 54 h 96"/>
                <a:gd name="T6" fmla="*/ 14 w 126"/>
                <a:gd name="T7" fmla="*/ 0 h 96"/>
              </a:gdLst>
              <a:ahLst/>
              <a:cxnLst>
                <a:cxn ang="0">
                  <a:pos x="T0" y="T1"/>
                </a:cxn>
                <a:cxn ang="0">
                  <a:pos x="T2" y="T3"/>
                </a:cxn>
                <a:cxn ang="0">
                  <a:pos x="T4" y="T5"/>
                </a:cxn>
                <a:cxn ang="0">
                  <a:pos x="T6" y="T7"/>
                </a:cxn>
              </a:cxnLst>
              <a:rect l="0" t="0" r="r" b="b"/>
              <a:pathLst>
                <a:path w="126" h="96">
                  <a:moveTo>
                    <a:pt x="14" y="0"/>
                  </a:moveTo>
                  <a:cubicBezTo>
                    <a:pt x="0" y="30"/>
                    <a:pt x="13" y="67"/>
                    <a:pt x="43" y="82"/>
                  </a:cubicBezTo>
                  <a:cubicBezTo>
                    <a:pt x="74" y="96"/>
                    <a:pt x="110" y="84"/>
                    <a:pt x="126" y="54"/>
                  </a:cubicBezTo>
                  <a:lnTo>
                    <a:pt x="1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6" name="Freeform 56"/>
            <p:cNvSpPr>
              <a:spLocks noEditPoints="1"/>
            </p:cNvSpPr>
            <p:nvPr/>
          </p:nvSpPr>
          <p:spPr bwMode="auto">
            <a:xfrm>
              <a:off x="2805113" y="2813050"/>
              <a:ext cx="1487488" cy="1547813"/>
            </a:xfrm>
            <a:custGeom>
              <a:avLst/>
              <a:gdLst>
                <a:gd name="T0" fmla="*/ 427 w 506"/>
                <a:gd name="T1" fmla="*/ 505 h 527"/>
                <a:gd name="T2" fmla="*/ 427 w 506"/>
                <a:gd name="T3" fmla="*/ 505 h 527"/>
                <a:gd name="T4" fmla="*/ 452 w 506"/>
                <a:gd name="T5" fmla="*/ 320 h 527"/>
                <a:gd name="T6" fmla="*/ 389 w 506"/>
                <a:gd name="T7" fmla="*/ 61 h 527"/>
                <a:gd name="T8" fmla="*/ 146 w 506"/>
                <a:gd name="T9" fmla="*/ 172 h 527"/>
                <a:gd name="T10" fmla="*/ 16 w 506"/>
                <a:gd name="T11" fmla="*/ 306 h 527"/>
                <a:gd name="T12" fmla="*/ 16 w 506"/>
                <a:gd name="T13" fmla="*/ 306 h 527"/>
                <a:gd name="T14" fmla="*/ 2 w 506"/>
                <a:gd name="T15" fmla="*/ 311 h 527"/>
                <a:gd name="T16" fmla="*/ 7 w 506"/>
                <a:gd name="T17" fmla="*/ 324 h 527"/>
                <a:gd name="T18" fmla="*/ 418 w 506"/>
                <a:gd name="T19" fmla="*/ 524 h 527"/>
                <a:gd name="T20" fmla="*/ 432 w 506"/>
                <a:gd name="T21" fmla="*/ 519 h 527"/>
                <a:gd name="T22" fmla="*/ 427 w 506"/>
                <a:gd name="T23" fmla="*/ 505 h 527"/>
                <a:gd name="T24" fmla="*/ 423 w 506"/>
                <a:gd name="T25" fmla="*/ 128 h 527"/>
                <a:gd name="T26" fmla="*/ 423 w 506"/>
                <a:gd name="T27" fmla="*/ 128 h 527"/>
                <a:gd name="T28" fmla="*/ 423 w 506"/>
                <a:gd name="T29" fmla="*/ 114 h 527"/>
                <a:gd name="T30" fmla="*/ 438 w 506"/>
                <a:gd name="T31" fmla="*/ 114 h 527"/>
                <a:gd name="T32" fmla="*/ 462 w 506"/>
                <a:gd name="T33" fmla="*/ 160 h 527"/>
                <a:gd name="T34" fmla="*/ 446 w 506"/>
                <a:gd name="T35" fmla="*/ 292 h 527"/>
                <a:gd name="T36" fmla="*/ 432 w 506"/>
                <a:gd name="T37" fmla="*/ 297 h 527"/>
                <a:gd name="T38" fmla="*/ 432 w 506"/>
                <a:gd name="T39" fmla="*/ 297 h 527"/>
                <a:gd name="T40" fmla="*/ 427 w 506"/>
                <a:gd name="T41" fmla="*/ 283 h 527"/>
                <a:gd name="T42" fmla="*/ 443 w 506"/>
                <a:gd name="T43" fmla="*/ 171 h 527"/>
                <a:gd name="T44" fmla="*/ 423 w 506"/>
                <a:gd name="T45" fmla="*/ 128 h 527"/>
                <a:gd name="T46" fmla="*/ 418 w 506"/>
                <a:gd name="T47" fmla="*/ 324 h 527"/>
                <a:gd name="T48" fmla="*/ 413 w 506"/>
                <a:gd name="T49" fmla="*/ 309 h 527"/>
                <a:gd name="T50" fmla="*/ 428 w 506"/>
                <a:gd name="T51" fmla="*/ 304 h 527"/>
                <a:gd name="T52" fmla="*/ 433 w 506"/>
                <a:gd name="T53" fmla="*/ 319 h 527"/>
                <a:gd name="T54" fmla="*/ 418 w 506"/>
                <a:gd name="T55" fmla="*/ 324 h 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06" h="527">
                  <a:moveTo>
                    <a:pt x="427" y="505"/>
                  </a:moveTo>
                  <a:cubicBezTo>
                    <a:pt x="427" y="505"/>
                    <a:pt x="427" y="505"/>
                    <a:pt x="427" y="505"/>
                  </a:cubicBezTo>
                  <a:cubicBezTo>
                    <a:pt x="418" y="492"/>
                    <a:pt x="393" y="440"/>
                    <a:pt x="452" y="320"/>
                  </a:cubicBezTo>
                  <a:cubicBezTo>
                    <a:pt x="506" y="210"/>
                    <a:pt x="502" y="106"/>
                    <a:pt x="389" y="61"/>
                  </a:cubicBezTo>
                  <a:cubicBezTo>
                    <a:pt x="284" y="0"/>
                    <a:pt x="199" y="62"/>
                    <a:pt x="146" y="172"/>
                  </a:cubicBezTo>
                  <a:cubicBezTo>
                    <a:pt x="89" y="292"/>
                    <a:pt x="32" y="305"/>
                    <a:pt x="16" y="306"/>
                  </a:cubicBezTo>
                  <a:cubicBezTo>
                    <a:pt x="16" y="306"/>
                    <a:pt x="16" y="306"/>
                    <a:pt x="16" y="306"/>
                  </a:cubicBezTo>
                  <a:cubicBezTo>
                    <a:pt x="11" y="303"/>
                    <a:pt x="5" y="305"/>
                    <a:pt x="2" y="311"/>
                  </a:cubicBezTo>
                  <a:cubicBezTo>
                    <a:pt x="0" y="316"/>
                    <a:pt x="2" y="322"/>
                    <a:pt x="7" y="324"/>
                  </a:cubicBezTo>
                  <a:cubicBezTo>
                    <a:pt x="418" y="524"/>
                    <a:pt x="418" y="524"/>
                    <a:pt x="418" y="524"/>
                  </a:cubicBezTo>
                  <a:cubicBezTo>
                    <a:pt x="424" y="527"/>
                    <a:pt x="430" y="524"/>
                    <a:pt x="432" y="519"/>
                  </a:cubicBezTo>
                  <a:cubicBezTo>
                    <a:pt x="435" y="514"/>
                    <a:pt x="433" y="508"/>
                    <a:pt x="427" y="505"/>
                  </a:cubicBezTo>
                  <a:close/>
                  <a:moveTo>
                    <a:pt x="423" y="128"/>
                  </a:moveTo>
                  <a:cubicBezTo>
                    <a:pt x="423" y="128"/>
                    <a:pt x="423" y="128"/>
                    <a:pt x="423" y="128"/>
                  </a:cubicBezTo>
                  <a:cubicBezTo>
                    <a:pt x="419" y="124"/>
                    <a:pt x="419" y="118"/>
                    <a:pt x="423" y="114"/>
                  </a:cubicBezTo>
                  <a:cubicBezTo>
                    <a:pt x="427" y="109"/>
                    <a:pt x="434" y="109"/>
                    <a:pt x="438" y="114"/>
                  </a:cubicBezTo>
                  <a:cubicBezTo>
                    <a:pt x="438" y="114"/>
                    <a:pt x="454" y="130"/>
                    <a:pt x="462" y="160"/>
                  </a:cubicBezTo>
                  <a:cubicBezTo>
                    <a:pt x="471" y="190"/>
                    <a:pt x="472" y="235"/>
                    <a:pt x="446" y="292"/>
                  </a:cubicBezTo>
                  <a:cubicBezTo>
                    <a:pt x="443" y="297"/>
                    <a:pt x="437" y="299"/>
                    <a:pt x="432" y="297"/>
                  </a:cubicBezTo>
                  <a:cubicBezTo>
                    <a:pt x="432" y="297"/>
                    <a:pt x="432" y="297"/>
                    <a:pt x="432" y="297"/>
                  </a:cubicBezTo>
                  <a:cubicBezTo>
                    <a:pt x="427" y="294"/>
                    <a:pt x="425" y="288"/>
                    <a:pt x="427" y="283"/>
                  </a:cubicBezTo>
                  <a:cubicBezTo>
                    <a:pt x="450" y="233"/>
                    <a:pt x="449" y="196"/>
                    <a:pt x="443" y="171"/>
                  </a:cubicBezTo>
                  <a:cubicBezTo>
                    <a:pt x="437" y="145"/>
                    <a:pt x="425" y="131"/>
                    <a:pt x="423" y="128"/>
                  </a:cubicBezTo>
                  <a:close/>
                  <a:moveTo>
                    <a:pt x="418" y="324"/>
                  </a:moveTo>
                  <a:cubicBezTo>
                    <a:pt x="413" y="321"/>
                    <a:pt x="410" y="315"/>
                    <a:pt x="413" y="309"/>
                  </a:cubicBezTo>
                  <a:cubicBezTo>
                    <a:pt x="416" y="304"/>
                    <a:pt x="422" y="301"/>
                    <a:pt x="428" y="304"/>
                  </a:cubicBezTo>
                  <a:cubicBezTo>
                    <a:pt x="433" y="307"/>
                    <a:pt x="436" y="313"/>
                    <a:pt x="433" y="319"/>
                  </a:cubicBezTo>
                  <a:cubicBezTo>
                    <a:pt x="430" y="324"/>
                    <a:pt x="424" y="327"/>
                    <a:pt x="418" y="3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57" name="组合 656"/>
          <p:cNvGrpSpPr/>
          <p:nvPr/>
        </p:nvGrpSpPr>
        <p:grpSpPr>
          <a:xfrm>
            <a:off x="8743432" y="2415601"/>
            <a:ext cx="339988" cy="382121"/>
            <a:chOff x="279401" y="2698750"/>
            <a:chExt cx="1473200" cy="1655763"/>
          </a:xfrm>
          <a:solidFill>
            <a:srgbClr val="707E84"/>
          </a:solidFill>
        </p:grpSpPr>
        <p:sp>
          <p:nvSpPr>
            <p:cNvPr id="658" name="Freeform 45"/>
            <p:cNvSpPr>
              <a:spLocks noEditPoints="1"/>
            </p:cNvSpPr>
            <p:nvPr/>
          </p:nvSpPr>
          <p:spPr bwMode="auto">
            <a:xfrm>
              <a:off x="279401" y="2884488"/>
              <a:ext cx="1473200" cy="1470025"/>
            </a:xfrm>
            <a:custGeom>
              <a:avLst/>
              <a:gdLst>
                <a:gd name="T0" fmla="*/ 250 w 501"/>
                <a:gd name="T1" fmla="*/ 0 h 501"/>
                <a:gd name="T2" fmla="*/ 0 w 501"/>
                <a:gd name="T3" fmla="*/ 251 h 501"/>
                <a:gd name="T4" fmla="*/ 250 w 501"/>
                <a:gd name="T5" fmla="*/ 501 h 501"/>
                <a:gd name="T6" fmla="*/ 501 w 501"/>
                <a:gd name="T7" fmla="*/ 251 h 501"/>
                <a:gd name="T8" fmla="*/ 250 w 501"/>
                <a:gd name="T9" fmla="*/ 0 h 501"/>
                <a:gd name="T10" fmla="*/ 455 w 501"/>
                <a:gd name="T11" fmla="*/ 267 h 501"/>
                <a:gd name="T12" fmla="*/ 446 w 501"/>
                <a:gd name="T13" fmla="*/ 267 h 501"/>
                <a:gd name="T14" fmla="*/ 389 w 501"/>
                <a:gd name="T15" fmla="*/ 390 h 501"/>
                <a:gd name="T16" fmla="*/ 267 w 501"/>
                <a:gd name="T17" fmla="*/ 447 h 501"/>
                <a:gd name="T18" fmla="*/ 267 w 501"/>
                <a:gd name="T19" fmla="*/ 455 h 501"/>
                <a:gd name="T20" fmla="*/ 250 w 501"/>
                <a:gd name="T21" fmla="*/ 471 h 501"/>
                <a:gd name="T22" fmla="*/ 234 w 501"/>
                <a:gd name="T23" fmla="*/ 455 h 501"/>
                <a:gd name="T24" fmla="*/ 234 w 501"/>
                <a:gd name="T25" fmla="*/ 447 h 501"/>
                <a:gd name="T26" fmla="*/ 111 w 501"/>
                <a:gd name="T27" fmla="*/ 390 h 501"/>
                <a:gd name="T28" fmla="*/ 54 w 501"/>
                <a:gd name="T29" fmla="*/ 267 h 501"/>
                <a:gd name="T30" fmla="*/ 46 w 501"/>
                <a:gd name="T31" fmla="*/ 267 h 501"/>
                <a:gd name="T32" fmla="*/ 30 w 501"/>
                <a:gd name="T33" fmla="*/ 251 h 501"/>
                <a:gd name="T34" fmla="*/ 46 w 501"/>
                <a:gd name="T35" fmla="*/ 234 h 501"/>
                <a:gd name="T36" fmla="*/ 54 w 501"/>
                <a:gd name="T37" fmla="*/ 234 h 501"/>
                <a:gd name="T38" fmla="*/ 111 w 501"/>
                <a:gd name="T39" fmla="*/ 111 h 501"/>
                <a:gd name="T40" fmla="*/ 234 w 501"/>
                <a:gd name="T41" fmla="*/ 54 h 501"/>
                <a:gd name="T42" fmla="*/ 234 w 501"/>
                <a:gd name="T43" fmla="*/ 46 h 501"/>
                <a:gd name="T44" fmla="*/ 250 w 501"/>
                <a:gd name="T45" fmla="*/ 30 h 501"/>
                <a:gd name="T46" fmla="*/ 267 w 501"/>
                <a:gd name="T47" fmla="*/ 46 h 501"/>
                <a:gd name="T48" fmla="*/ 267 w 501"/>
                <a:gd name="T49" fmla="*/ 54 h 501"/>
                <a:gd name="T50" fmla="*/ 389 w 501"/>
                <a:gd name="T51" fmla="*/ 111 h 501"/>
                <a:gd name="T52" fmla="*/ 446 w 501"/>
                <a:gd name="T53" fmla="*/ 234 h 501"/>
                <a:gd name="T54" fmla="*/ 455 w 501"/>
                <a:gd name="T55" fmla="*/ 234 h 501"/>
                <a:gd name="T56" fmla="*/ 471 w 501"/>
                <a:gd name="T57" fmla="*/ 251 h 501"/>
                <a:gd name="T58" fmla="*/ 455 w 501"/>
                <a:gd name="T59" fmla="*/ 267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01" h="501">
                  <a:moveTo>
                    <a:pt x="250" y="0"/>
                  </a:moveTo>
                  <a:cubicBezTo>
                    <a:pt x="112" y="0"/>
                    <a:pt x="0" y="112"/>
                    <a:pt x="0" y="251"/>
                  </a:cubicBezTo>
                  <a:cubicBezTo>
                    <a:pt x="0" y="389"/>
                    <a:pt x="112" y="501"/>
                    <a:pt x="250" y="501"/>
                  </a:cubicBezTo>
                  <a:cubicBezTo>
                    <a:pt x="389" y="501"/>
                    <a:pt x="501" y="389"/>
                    <a:pt x="501" y="251"/>
                  </a:cubicBezTo>
                  <a:cubicBezTo>
                    <a:pt x="501" y="112"/>
                    <a:pt x="389" y="0"/>
                    <a:pt x="250" y="0"/>
                  </a:cubicBezTo>
                  <a:close/>
                  <a:moveTo>
                    <a:pt x="455" y="267"/>
                  </a:moveTo>
                  <a:cubicBezTo>
                    <a:pt x="446" y="267"/>
                    <a:pt x="446" y="267"/>
                    <a:pt x="446" y="267"/>
                  </a:cubicBezTo>
                  <a:cubicBezTo>
                    <a:pt x="442" y="315"/>
                    <a:pt x="421" y="358"/>
                    <a:pt x="389" y="390"/>
                  </a:cubicBezTo>
                  <a:cubicBezTo>
                    <a:pt x="357" y="422"/>
                    <a:pt x="315" y="443"/>
                    <a:pt x="267" y="447"/>
                  </a:cubicBezTo>
                  <a:cubicBezTo>
                    <a:pt x="267" y="455"/>
                    <a:pt x="267" y="455"/>
                    <a:pt x="267" y="455"/>
                  </a:cubicBezTo>
                  <a:cubicBezTo>
                    <a:pt x="267" y="464"/>
                    <a:pt x="259" y="471"/>
                    <a:pt x="250" y="471"/>
                  </a:cubicBezTo>
                  <a:cubicBezTo>
                    <a:pt x="241" y="471"/>
                    <a:pt x="234" y="464"/>
                    <a:pt x="234" y="455"/>
                  </a:cubicBezTo>
                  <a:cubicBezTo>
                    <a:pt x="234" y="447"/>
                    <a:pt x="234" y="447"/>
                    <a:pt x="234" y="447"/>
                  </a:cubicBezTo>
                  <a:cubicBezTo>
                    <a:pt x="186" y="443"/>
                    <a:pt x="143" y="422"/>
                    <a:pt x="111" y="390"/>
                  </a:cubicBezTo>
                  <a:cubicBezTo>
                    <a:pt x="79" y="358"/>
                    <a:pt x="58" y="315"/>
                    <a:pt x="54" y="267"/>
                  </a:cubicBezTo>
                  <a:cubicBezTo>
                    <a:pt x="46" y="267"/>
                    <a:pt x="46" y="267"/>
                    <a:pt x="46" y="267"/>
                  </a:cubicBezTo>
                  <a:cubicBezTo>
                    <a:pt x="37" y="267"/>
                    <a:pt x="30" y="260"/>
                    <a:pt x="30" y="251"/>
                  </a:cubicBezTo>
                  <a:cubicBezTo>
                    <a:pt x="30" y="241"/>
                    <a:pt x="37" y="234"/>
                    <a:pt x="46" y="234"/>
                  </a:cubicBezTo>
                  <a:cubicBezTo>
                    <a:pt x="54" y="234"/>
                    <a:pt x="54" y="234"/>
                    <a:pt x="54" y="234"/>
                  </a:cubicBezTo>
                  <a:cubicBezTo>
                    <a:pt x="58" y="186"/>
                    <a:pt x="79" y="143"/>
                    <a:pt x="111" y="111"/>
                  </a:cubicBezTo>
                  <a:cubicBezTo>
                    <a:pt x="143" y="79"/>
                    <a:pt x="186" y="58"/>
                    <a:pt x="234" y="54"/>
                  </a:cubicBezTo>
                  <a:cubicBezTo>
                    <a:pt x="234" y="46"/>
                    <a:pt x="234" y="46"/>
                    <a:pt x="234" y="46"/>
                  </a:cubicBezTo>
                  <a:cubicBezTo>
                    <a:pt x="234" y="37"/>
                    <a:pt x="241" y="30"/>
                    <a:pt x="250" y="30"/>
                  </a:cubicBezTo>
                  <a:cubicBezTo>
                    <a:pt x="259" y="30"/>
                    <a:pt x="267" y="37"/>
                    <a:pt x="267" y="46"/>
                  </a:cubicBezTo>
                  <a:cubicBezTo>
                    <a:pt x="267" y="54"/>
                    <a:pt x="267" y="54"/>
                    <a:pt x="267" y="54"/>
                  </a:cubicBezTo>
                  <a:cubicBezTo>
                    <a:pt x="315" y="58"/>
                    <a:pt x="357" y="79"/>
                    <a:pt x="389" y="111"/>
                  </a:cubicBezTo>
                  <a:cubicBezTo>
                    <a:pt x="421" y="143"/>
                    <a:pt x="442" y="186"/>
                    <a:pt x="446" y="234"/>
                  </a:cubicBezTo>
                  <a:cubicBezTo>
                    <a:pt x="455" y="234"/>
                    <a:pt x="455" y="234"/>
                    <a:pt x="455" y="234"/>
                  </a:cubicBezTo>
                  <a:cubicBezTo>
                    <a:pt x="464" y="234"/>
                    <a:pt x="471" y="241"/>
                    <a:pt x="471" y="251"/>
                  </a:cubicBezTo>
                  <a:cubicBezTo>
                    <a:pt x="471" y="260"/>
                    <a:pt x="464" y="267"/>
                    <a:pt x="455" y="2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9" name="Freeform 46"/>
            <p:cNvSpPr>
              <a:spLocks/>
            </p:cNvSpPr>
            <p:nvPr/>
          </p:nvSpPr>
          <p:spPr bwMode="auto">
            <a:xfrm>
              <a:off x="966788" y="3043238"/>
              <a:ext cx="96838" cy="117475"/>
            </a:xfrm>
            <a:custGeom>
              <a:avLst/>
              <a:gdLst>
                <a:gd name="T0" fmla="*/ 16 w 33"/>
                <a:gd name="T1" fmla="*/ 40 h 40"/>
                <a:gd name="T2" fmla="*/ 33 w 33"/>
                <a:gd name="T3" fmla="*/ 24 h 40"/>
                <a:gd name="T4" fmla="*/ 33 w 33"/>
                <a:gd name="T5" fmla="*/ 0 h 40"/>
                <a:gd name="T6" fmla="*/ 16 w 33"/>
                <a:gd name="T7" fmla="*/ 0 h 40"/>
                <a:gd name="T8" fmla="*/ 0 w 33"/>
                <a:gd name="T9" fmla="*/ 0 h 40"/>
                <a:gd name="T10" fmla="*/ 0 w 33"/>
                <a:gd name="T11" fmla="*/ 24 h 40"/>
                <a:gd name="T12" fmla="*/ 16 w 33"/>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33" h="40">
                  <a:moveTo>
                    <a:pt x="16" y="40"/>
                  </a:moveTo>
                  <a:cubicBezTo>
                    <a:pt x="25" y="40"/>
                    <a:pt x="33" y="33"/>
                    <a:pt x="33" y="24"/>
                  </a:cubicBezTo>
                  <a:cubicBezTo>
                    <a:pt x="33" y="0"/>
                    <a:pt x="33" y="0"/>
                    <a:pt x="33" y="0"/>
                  </a:cubicBezTo>
                  <a:cubicBezTo>
                    <a:pt x="27" y="0"/>
                    <a:pt x="22" y="0"/>
                    <a:pt x="16" y="0"/>
                  </a:cubicBezTo>
                  <a:cubicBezTo>
                    <a:pt x="11" y="0"/>
                    <a:pt x="5" y="0"/>
                    <a:pt x="0" y="0"/>
                  </a:cubicBezTo>
                  <a:cubicBezTo>
                    <a:pt x="0" y="24"/>
                    <a:pt x="0" y="24"/>
                    <a:pt x="0" y="24"/>
                  </a:cubicBezTo>
                  <a:cubicBezTo>
                    <a:pt x="0" y="33"/>
                    <a:pt x="7" y="40"/>
                    <a:pt x="16"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0" name="Freeform 47"/>
            <p:cNvSpPr>
              <a:spLocks/>
            </p:cNvSpPr>
            <p:nvPr/>
          </p:nvSpPr>
          <p:spPr bwMode="auto">
            <a:xfrm>
              <a:off x="966788" y="4079875"/>
              <a:ext cx="96838" cy="115888"/>
            </a:xfrm>
            <a:custGeom>
              <a:avLst/>
              <a:gdLst>
                <a:gd name="T0" fmla="*/ 16 w 33"/>
                <a:gd name="T1" fmla="*/ 0 h 40"/>
                <a:gd name="T2" fmla="*/ 0 w 33"/>
                <a:gd name="T3" fmla="*/ 17 h 40"/>
                <a:gd name="T4" fmla="*/ 0 w 33"/>
                <a:gd name="T5" fmla="*/ 40 h 40"/>
                <a:gd name="T6" fmla="*/ 16 w 33"/>
                <a:gd name="T7" fmla="*/ 40 h 40"/>
                <a:gd name="T8" fmla="*/ 33 w 33"/>
                <a:gd name="T9" fmla="*/ 40 h 40"/>
                <a:gd name="T10" fmla="*/ 33 w 33"/>
                <a:gd name="T11" fmla="*/ 17 h 40"/>
                <a:gd name="T12" fmla="*/ 16 w 33"/>
                <a:gd name="T13" fmla="*/ 0 h 40"/>
              </a:gdLst>
              <a:ahLst/>
              <a:cxnLst>
                <a:cxn ang="0">
                  <a:pos x="T0" y="T1"/>
                </a:cxn>
                <a:cxn ang="0">
                  <a:pos x="T2" y="T3"/>
                </a:cxn>
                <a:cxn ang="0">
                  <a:pos x="T4" y="T5"/>
                </a:cxn>
                <a:cxn ang="0">
                  <a:pos x="T6" y="T7"/>
                </a:cxn>
                <a:cxn ang="0">
                  <a:pos x="T8" y="T9"/>
                </a:cxn>
                <a:cxn ang="0">
                  <a:pos x="T10" y="T11"/>
                </a:cxn>
                <a:cxn ang="0">
                  <a:pos x="T12" y="T13"/>
                </a:cxn>
              </a:cxnLst>
              <a:rect l="0" t="0" r="r" b="b"/>
              <a:pathLst>
                <a:path w="33" h="40">
                  <a:moveTo>
                    <a:pt x="16" y="0"/>
                  </a:moveTo>
                  <a:cubicBezTo>
                    <a:pt x="7" y="0"/>
                    <a:pt x="0" y="7"/>
                    <a:pt x="0" y="17"/>
                  </a:cubicBezTo>
                  <a:cubicBezTo>
                    <a:pt x="0" y="40"/>
                    <a:pt x="0" y="40"/>
                    <a:pt x="0" y="40"/>
                  </a:cubicBezTo>
                  <a:cubicBezTo>
                    <a:pt x="5" y="40"/>
                    <a:pt x="11" y="40"/>
                    <a:pt x="16" y="40"/>
                  </a:cubicBezTo>
                  <a:cubicBezTo>
                    <a:pt x="22" y="40"/>
                    <a:pt x="27" y="40"/>
                    <a:pt x="33" y="40"/>
                  </a:cubicBezTo>
                  <a:cubicBezTo>
                    <a:pt x="33" y="17"/>
                    <a:pt x="33" y="17"/>
                    <a:pt x="33" y="17"/>
                  </a:cubicBezTo>
                  <a:cubicBezTo>
                    <a:pt x="33" y="7"/>
                    <a:pt x="25"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1" name="Freeform 48"/>
            <p:cNvSpPr>
              <a:spLocks/>
            </p:cNvSpPr>
            <p:nvPr/>
          </p:nvSpPr>
          <p:spPr bwMode="auto">
            <a:xfrm>
              <a:off x="434976" y="3571875"/>
              <a:ext cx="120650" cy="96838"/>
            </a:xfrm>
            <a:custGeom>
              <a:avLst/>
              <a:gdLst>
                <a:gd name="T0" fmla="*/ 41 w 41"/>
                <a:gd name="T1" fmla="*/ 17 h 33"/>
                <a:gd name="T2" fmla="*/ 24 w 41"/>
                <a:gd name="T3" fmla="*/ 0 h 33"/>
                <a:gd name="T4" fmla="*/ 1 w 41"/>
                <a:gd name="T5" fmla="*/ 0 h 33"/>
                <a:gd name="T6" fmla="*/ 0 w 41"/>
                <a:gd name="T7" fmla="*/ 17 h 33"/>
                <a:gd name="T8" fmla="*/ 1 w 41"/>
                <a:gd name="T9" fmla="*/ 33 h 33"/>
                <a:gd name="T10" fmla="*/ 24 w 41"/>
                <a:gd name="T11" fmla="*/ 33 h 33"/>
                <a:gd name="T12" fmla="*/ 41 w 41"/>
                <a:gd name="T13" fmla="*/ 17 h 33"/>
              </a:gdLst>
              <a:ahLst/>
              <a:cxnLst>
                <a:cxn ang="0">
                  <a:pos x="T0" y="T1"/>
                </a:cxn>
                <a:cxn ang="0">
                  <a:pos x="T2" y="T3"/>
                </a:cxn>
                <a:cxn ang="0">
                  <a:pos x="T4" y="T5"/>
                </a:cxn>
                <a:cxn ang="0">
                  <a:pos x="T6" y="T7"/>
                </a:cxn>
                <a:cxn ang="0">
                  <a:pos x="T8" y="T9"/>
                </a:cxn>
                <a:cxn ang="0">
                  <a:pos x="T10" y="T11"/>
                </a:cxn>
                <a:cxn ang="0">
                  <a:pos x="T12" y="T13"/>
                </a:cxn>
              </a:cxnLst>
              <a:rect l="0" t="0" r="r" b="b"/>
              <a:pathLst>
                <a:path w="41" h="33">
                  <a:moveTo>
                    <a:pt x="41" y="17"/>
                  </a:moveTo>
                  <a:cubicBezTo>
                    <a:pt x="41" y="7"/>
                    <a:pt x="33" y="0"/>
                    <a:pt x="24" y="0"/>
                  </a:cubicBezTo>
                  <a:cubicBezTo>
                    <a:pt x="1" y="0"/>
                    <a:pt x="1" y="0"/>
                    <a:pt x="1" y="0"/>
                  </a:cubicBezTo>
                  <a:cubicBezTo>
                    <a:pt x="1" y="6"/>
                    <a:pt x="0" y="11"/>
                    <a:pt x="0" y="17"/>
                  </a:cubicBezTo>
                  <a:cubicBezTo>
                    <a:pt x="0" y="22"/>
                    <a:pt x="1" y="28"/>
                    <a:pt x="1" y="33"/>
                  </a:cubicBezTo>
                  <a:cubicBezTo>
                    <a:pt x="24" y="33"/>
                    <a:pt x="24" y="33"/>
                    <a:pt x="24" y="33"/>
                  </a:cubicBezTo>
                  <a:cubicBezTo>
                    <a:pt x="33" y="33"/>
                    <a:pt x="41" y="26"/>
                    <a:pt x="41"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2" name="Freeform 49"/>
            <p:cNvSpPr>
              <a:spLocks/>
            </p:cNvSpPr>
            <p:nvPr/>
          </p:nvSpPr>
          <p:spPr bwMode="auto">
            <a:xfrm>
              <a:off x="1474788" y="3571875"/>
              <a:ext cx="119063" cy="96838"/>
            </a:xfrm>
            <a:custGeom>
              <a:avLst/>
              <a:gdLst>
                <a:gd name="T0" fmla="*/ 39 w 40"/>
                <a:gd name="T1" fmla="*/ 0 h 33"/>
                <a:gd name="T2" fmla="*/ 16 w 40"/>
                <a:gd name="T3" fmla="*/ 0 h 33"/>
                <a:gd name="T4" fmla="*/ 0 w 40"/>
                <a:gd name="T5" fmla="*/ 17 h 33"/>
                <a:gd name="T6" fmla="*/ 16 w 40"/>
                <a:gd name="T7" fmla="*/ 33 h 33"/>
                <a:gd name="T8" fmla="*/ 39 w 40"/>
                <a:gd name="T9" fmla="*/ 33 h 33"/>
                <a:gd name="T10" fmla="*/ 40 w 40"/>
                <a:gd name="T11" fmla="*/ 17 h 33"/>
                <a:gd name="T12" fmla="*/ 39 w 40"/>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40" h="33">
                  <a:moveTo>
                    <a:pt x="39" y="0"/>
                  </a:moveTo>
                  <a:cubicBezTo>
                    <a:pt x="16" y="0"/>
                    <a:pt x="16" y="0"/>
                    <a:pt x="16" y="0"/>
                  </a:cubicBezTo>
                  <a:cubicBezTo>
                    <a:pt x="7" y="0"/>
                    <a:pt x="0" y="7"/>
                    <a:pt x="0" y="17"/>
                  </a:cubicBezTo>
                  <a:cubicBezTo>
                    <a:pt x="0" y="26"/>
                    <a:pt x="7" y="33"/>
                    <a:pt x="16" y="33"/>
                  </a:cubicBezTo>
                  <a:cubicBezTo>
                    <a:pt x="39" y="33"/>
                    <a:pt x="39" y="33"/>
                    <a:pt x="39" y="33"/>
                  </a:cubicBezTo>
                  <a:cubicBezTo>
                    <a:pt x="40" y="28"/>
                    <a:pt x="40" y="22"/>
                    <a:pt x="40" y="17"/>
                  </a:cubicBezTo>
                  <a:cubicBezTo>
                    <a:pt x="40" y="11"/>
                    <a:pt x="40" y="6"/>
                    <a:pt x="3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3" name="Oval 50"/>
            <p:cNvSpPr>
              <a:spLocks noChangeArrowheads="1"/>
            </p:cNvSpPr>
            <p:nvPr/>
          </p:nvSpPr>
          <p:spPr bwMode="auto">
            <a:xfrm>
              <a:off x="925513" y="3532188"/>
              <a:ext cx="176213" cy="1746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4" name="Freeform 51"/>
            <p:cNvSpPr>
              <a:spLocks noEditPoints="1"/>
            </p:cNvSpPr>
            <p:nvPr/>
          </p:nvSpPr>
          <p:spPr bwMode="auto">
            <a:xfrm>
              <a:off x="652463" y="3254375"/>
              <a:ext cx="723900" cy="730250"/>
            </a:xfrm>
            <a:custGeom>
              <a:avLst/>
              <a:gdLst>
                <a:gd name="T0" fmla="*/ 106 w 246"/>
                <a:gd name="T1" fmla="*/ 86 h 249"/>
                <a:gd name="T2" fmla="*/ 109 w 246"/>
                <a:gd name="T3" fmla="*/ 89 h 249"/>
                <a:gd name="T4" fmla="*/ 123 w 246"/>
                <a:gd name="T5" fmla="*/ 86 h 249"/>
                <a:gd name="T6" fmla="*/ 162 w 246"/>
                <a:gd name="T7" fmla="*/ 125 h 249"/>
                <a:gd name="T8" fmla="*/ 159 w 246"/>
                <a:gd name="T9" fmla="*/ 139 h 249"/>
                <a:gd name="T10" fmla="*/ 162 w 246"/>
                <a:gd name="T11" fmla="*/ 142 h 249"/>
                <a:gd name="T12" fmla="*/ 246 w 246"/>
                <a:gd name="T13" fmla="*/ 0 h 249"/>
                <a:gd name="T14" fmla="*/ 106 w 246"/>
                <a:gd name="T15" fmla="*/ 86 h 249"/>
                <a:gd name="T16" fmla="*/ 123 w 246"/>
                <a:gd name="T17" fmla="*/ 163 h 249"/>
                <a:gd name="T18" fmla="*/ 84 w 246"/>
                <a:gd name="T19" fmla="*/ 125 h 249"/>
                <a:gd name="T20" fmla="*/ 87 w 246"/>
                <a:gd name="T21" fmla="*/ 110 h 249"/>
                <a:gd name="T22" fmla="*/ 85 w 246"/>
                <a:gd name="T23" fmla="*/ 107 h 249"/>
                <a:gd name="T24" fmla="*/ 0 w 246"/>
                <a:gd name="T25" fmla="*/ 249 h 249"/>
                <a:gd name="T26" fmla="*/ 140 w 246"/>
                <a:gd name="T27" fmla="*/ 163 h 249"/>
                <a:gd name="T28" fmla="*/ 138 w 246"/>
                <a:gd name="T29" fmla="*/ 160 h 249"/>
                <a:gd name="T30" fmla="*/ 123 w 246"/>
                <a:gd name="T31" fmla="*/ 163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6" h="249">
                  <a:moveTo>
                    <a:pt x="106" y="86"/>
                  </a:moveTo>
                  <a:cubicBezTo>
                    <a:pt x="109" y="89"/>
                    <a:pt x="109" y="89"/>
                    <a:pt x="109" y="89"/>
                  </a:cubicBezTo>
                  <a:cubicBezTo>
                    <a:pt x="113" y="87"/>
                    <a:pt x="118" y="86"/>
                    <a:pt x="123" y="86"/>
                  </a:cubicBezTo>
                  <a:cubicBezTo>
                    <a:pt x="145" y="86"/>
                    <a:pt x="162" y="103"/>
                    <a:pt x="162" y="125"/>
                  </a:cubicBezTo>
                  <a:cubicBezTo>
                    <a:pt x="162" y="130"/>
                    <a:pt x="161" y="135"/>
                    <a:pt x="159" y="139"/>
                  </a:cubicBezTo>
                  <a:cubicBezTo>
                    <a:pt x="162" y="142"/>
                    <a:pt x="162" y="142"/>
                    <a:pt x="162" y="142"/>
                  </a:cubicBezTo>
                  <a:cubicBezTo>
                    <a:pt x="246" y="0"/>
                    <a:pt x="246" y="0"/>
                    <a:pt x="246" y="0"/>
                  </a:cubicBezTo>
                  <a:lnTo>
                    <a:pt x="106" y="86"/>
                  </a:lnTo>
                  <a:close/>
                  <a:moveTo>
                    <a:pt x="123" y="163"/>
                  </a:moveTo>
                  <a:cubicBezTo>
                    <a:pt x="102" y="163"/>
                    <a:pt x="84" y="146"/>
                    <a:pt x="84" y="125"/>
                  </a:cubicBezTo>
                  <a:cubicBezTo>
                    <a:pt x="84" y="119"/>
                    <a:pt x="86" y="114"/>
                    <a:pt x="87" y="110"/>
                  </a:cubicBezTo>
                  <a:cubicBezTo>
                    <a:pt x="85" y="107"/>
                    <a:pt x="85" y="107"/>
                    <a:pt x="85" y="107"/>
                  </a:cubicBezTo>
                  <a:cubicBezTo>
                    <a:pt x="0" y="249"/>
                    <a:pt x="0" y="249"/>
                    <a:pt x="0" y="249"/>
                  </a:cubicBezTo>
                  <a:cubicBezTo>
                    <a:pt x="140" y="163"/>
                    <a:pt x="140" y="163"/>
                    <a:pt x="140" y="163"/>
                  </a:cubicBezTo>
                  <a:cubicBezTo>
                    <a:pt x="138" y="160"/>
                    <a:pt x="138" y="160"/>
                    <a:pt x="138" y="160"/>
                  </a:cubicBezTo>
                  <a:cubicBezTo>
                    <a:pt x="133" y="162"/>
                    <a:pt x="128" y="163"/>
                    <a:pt x="123" y="1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5" name="Freeform 52"/>
            <p:cNvSpPr>
              <a:spLocks/>
            </p:cNvSpPr>
            <p:nvPr/>
          </p:nvSpPr>
          <p:spPr bwMode="auto">
            <a:xfrm>
              <a:off x="935038" y="2698750"/>
              <a:ext cx="158750" cy="158750"/>
            </a:xfrm>
            <a:custGeom>
              <a:avLst/>
              <a:gdLst>
                <a:gd name="T0" fmla="*/ 27 w 54"/>
                <a:gd name="T1" fmla="*/ 0 h 54"/>
                <a:gd name="T2" fmla="*/ 0 w 54"/>
                <a:gd name="T3" fmla="*/ 27 h 54"/>
                <a:gd name="T4" fmla="*/ 0 w 54"/>
                <a:gd name="T5" fmla="*/ 54 h 54"/>
                <a:gd name="T6" fmla="*/ 29 w 54"/>
                <a:gd name="T7" fmla="*/ 52 h 54"/>
                <a:gd name="T8" fmla="*/ 29 w 54"/>
                <a:gd name="T9" fmla="*/ 52 h 54"/>
                <a:gd name="T10" fmla="*/ 54 w 54"/>
                <a:gd name="T11" fmla="*/ 53 h 54"/>
                <a:gd name="T12" fmla="*/ 54 w 54"/>
                <a:gd name="T13" fmla="*/ 27 h 54"/>
                <a:gd name="T14" fmla="*/ 27 w 54"/>
                <a:gd name="T15" fmla="*/ 0 h 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 h="54">
                  <a:moveTo>
                    <a:pt x="27" y="0"/>
                  </a:moveTo>
                  <a:cubicBezTo>
                    <a:pt x="12" y="0"/>
                    <a:pt x="0" y="12"/>
                    <a:pt x="0" y="27"/>
                  </a:cubicBezTo>
                  <a:cubicBezTo>
                    <a:pt x="0" y="54"/>
                    <a:pt x="0" y="54"/>
                    <a:pt x="0" y="54"/>
                  </a:cubicBezTo>
                  <a:cubicBezTo>
                    <a:pt x="10" y="53"/>
                    <a:pt x="19" y="52"/>
                    <a:pt x="29" y="52"/>
                  </a:cubicBezTo>
                  <a:cubicBezTo>
                    <a:pt x="29" y="52"/>
                    <a:pt x="29" y="52"/>
                    <a:pt x="29" y="52"/>
                  </a:cubicBezTo>
                  <a:cubicBezTo>
                    <a:pt x="38" y="52"/>
                    <a:pt x="46" y="52"/>
                    <a:pt x="54" y="53"/>
                  </a:cubicBezTo>
                  <a:cubicBezTo>
                    <a:pt x="54" y="27"/>
                    <a:pt x="54" y="27"/>
                    <a:pt x="54" y="27"/>
                  </a:cubicBezTo>
                  <a:cubicBezTo>
                    <a:pt x="54" y="12"/>
                    <a:pt x="42" y="0"/>
                    <a:pt x="2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66" name="组合 665"/>
          <p:cNvGrpSpPr/>
          <p:nvPr/>
        </p:nvGrpSpPr>
        <p:grpSpPr>
          <a:xfrm>
            <a:off x="9667653" y="2438682"/>
            <a:ext cx="320937" cy="359039"/>
            <a:chOff x="5330826" y="2798763"/>
            <a:chExt cx="1390650" cy="1555750"/>
          </a:xfrm>
          <a:solidFill>
            <a:srgbClr val="707E84"/>
          </a:solidFill>
        </p:grpSpPr>
        <p:sp>
          <p:nvSpPr>
            <p:cNvPr id="667" name="Freeform 57"/>
            <p:cNvSpPr>
              <a:spLocks/>
            </p:cNvSpPr>
            <p:nvPr/>
          </p:nvSpPr>
          <p:spPr bwMode="auto">
            <a:xfrm>
              <a:off x="5614988" y="2798763"/>
              <a:ext cx="1106488" cy="987425"/>
            </a:xfrm>
            <a:custGeom>
              <a:avLst/>
              <a:gdLst>
                <a:gd name="T0" fmla="*/ 376 w 376"/>
                <a:gd name="T1" fmla="*/ 0 h 336"/>
                <a:gd name="T2" fmla="*/ 213 w 376"/>
                <a:gd name="T3" fmla="*/ 37 h 336"/>
                <a:gd name="T4" fmla="*/ 202 w 376"/>
                <a:gd name="T5" fmla="*/ 99 h 336"/>
                <a:gd name="T6" fmla="*/ 202 w 376"/>
                <a:gd name="T7" fmla="*/ 40 h 336"/>
                <a:gd name="T8" fmla="*/ 112 w 376"/>
                <a:gd name="T9" fmla="*/ 94 h 336"/>
                <a:gd name="T10" fmla="*/ 111 w 376"/>
                <a:gd name="T11" fmla="*/ 159 h 336"/>
                <a:gd name="T12" fmla="*/ 102 w 376"/>
                <a:gd name="T13" fmla="*/ 101 h 336"/>
                <a:gd name="T14" fmla="*/ 15 w 376"/>
                <a:gd name="T15" fmla="*/ 321 h 336"/>
                <a:gd name="T16" fmla="*/ 291 w 376"/>
                <a:gd name="T17" fmla="*/ 67 h 336"/>
                <a:gd name="T18" fmla="*/ 13 w 376"/>
                <a:gd name="T19" fmla="*/ 332 h 336"/>
                <a:gd name="T20" fmla="*/ 289 w 376"/>
                <a:gd name="T21" fmla="*/ 223 h 336"/>
                <a:gd name="T22" fmla="*/ 189 w 376"/>
                <a:gd name="T23" fmla="*/ 204 h 336"/>
                <a:gd name="T24" fmla="*/ 295 w 376"/>
                <a:gd name="T25" fmla="*/ 214 h 336"/>
                <a:gd name="T26" fmla="*/ 344 w 376"/>
                <a:gd name="T27" fmla="*/ 131 h 336"/>
                <a:gd name="T28" fmla="*/ 255 w 376"/>
                <a:gd name="T29" fmla="*/ 141 h 336"/>
                <a:gd name="T30" fmla="*/ 348 w 376"/>
                <a:gd name="T31" fmla="*/ 119 h 336"/>
                <a:gd name="T32" fmla="*/ 376 w 376"/>
                <a:gd name="T33" fmla="*/ 0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6" h="336">
                  <a:moveTo>
                    <a:pt x="376" y="0"/>
                  </a:moveTo>
                  <a:cubicBezTo>
                    <a:pt x="313" y="5"/>
                    <a:pt x="258" y="16"/>
                    <a:pt x="213" y="37"/>
                  </a:cubicBezTo>
                  <a:cubicBezTo>
                    <a:pt x="202" y="99"/>
                    <a:pt x="202" y="99"/>
                    <a:pt x="202" y="99"/>
                  </a:cubicBezTo>
                  <a:cubicBezTo>
                    <a:pt x="202" y="40"/>
                    <a:pt x="202" y="40"/>
                    <a:pt x="202" y="40"/>
                  </a:cubicBezTo>
                  <a:cubicBezTo>
                    <a:pt x="170" y="53"/>
                    <a:pt x="137" y="70"/>
                    <a:pt x="112" y="94"/>
                  </a:cubicBezTo>
                  <a:cubicBezTo>
                    <a:pt x="111" y="159"/>
                    <a:pt x="111" y="159"/>
                    <a:pt x="111" y="159"/>
                  </a:cubicBezTo>
                  <a:cubicBezTo>
                    <a:pt x="102" y="101"/>
                    <a:pt x="102" y="101"/>
                    <a:pt x="102" y="101"/>
                  </a:cubicBezTo>
                  <a:cubicBezTo>
                    <a:pt x="0" y="171"/>
                    <a:pt x="8" y="276"/>
                    <a:pt x="15" y="321"/>
                  </a:cubicBezTo>
                  <a:cubicBezTo>
                    <a:pt x="75" y="236"/>
                    <a:pt x="191" y="121"/>
                    <a:pt x="291" y="67"/>
                  </a:cubicBezTo>
                  <a:cubicBezTo>
                    <a:pt x="291" y="67"/>
                    <a:pt x="125" y="188"/>
                    <a:pt x="13" y="332"/>
                  </a:cubicBezTo>
                  <a:cubicBezTo>
                    <a:pt x="150" y="336"/>
                    <a:pt x="236" y="286"/>
                    <a:pt x="289" y="223"/>
                  </a:cubicBezTo>
                  <a:cubicBezTo>
                    <a:pt x="189" y="204"/>
                    <a:pt x="189" y="204"/>
                    <a:pt x="189" y="204"/>
                  </a:cubicBezTo>
                  <a:cubicBezTo>
                    <a:pt x="295" y="214"/>
                    <a:pt x="295" y="214"/>
                    <a:pt x="295" y="214"/>
                  </a:cubicBezTo>
                  <a:cubicBezTo>
                    <a:pt x="317" y="189"/>
                    <a:pt x="335" y="154"/>
                    <a:pt x="344" y="131"/>
                  </a:cubicBezTo>
                  <a:cubicBezTo>
                    <a:pt x="255" y="141"/>
                    <a:pt x="255" y="141"/>
                    <a:pt x="255" y="141"/>
                  </a:cubicBezTo>
                  <a:cubicBezTo>
                    <a:pt x="348" y="119"/>
                    <a:pt x="348" y="119"/>
                    <a:pt x="348" y="119"/>
                  </a:cubicBezTo>
                  <a:cubicBezTo>
                    <a:pt x="372" y="64"/>
                    <a:pt x="376" y="0"/>
                    <a:pt x="37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8" name="Freeform 58"/>
            <p:cNvSpPr>
              <a:spLocks/>
            </p:cNvSpPr>
            <p:nvPr/>
          </p:nvSpPr>
          <p:spPr bwMode="auto">
            <a:xfrm>
              <a:off x="5330826" y="3706813"/>
              <a:ext cx="422275" cy="547688"/>
            </a:xfrm>
            <a:custGeom>
              <a:avLst/>
              <a:gdLst>
                <a:gd name="T0" fmla="*/ 129 w 144"/>
                <a:gd name="T1" fmla="*/ 0 h 187"/>
                <a:gd name="T2" fmla="*/ 0 w 144"/>
                <a:gd name="T3" fmla="*/ 187 h 187"/>
                <a:gd name="T4" fmla="*/ 144 w 144"/>
                <a:gd name="T5" fmla="*/ 7 h 187"/>
                <a:gd name="T6" fmla="*/ 128 w 144"/>
                <a:gd name="T7" fmla="*/ 5 h 187"/>
                <a:gd name="T8" fmla="*/ 129 w 144"/>
                <a:gd name="T9" fmla="*/ 0 h 187"/>
              </a:gdLst>
              <a:ahLst/>
              <a:cxnLst>
                <a:cxn ang="0">
                  <a:pos x="T0" y="T1"/>
                </a:cxn>
                <a:cxn ang="0">
                  <a:pos x="T2" y="T3"/>
                </a:cxn>
                <a:cxn ang="0">
                  <a:pos x="T4" y="T5"/>
                </a:cxn>
                <a:cxn ang="0">
                  <a:pos x="T6" y="T7"/>
                </a:cxn>
                <a:cxn ang="0">
                  <a:pos x="T8" y="T9"/>
                </a:cxn>
              </a:cxnLst>
              <a:rect l="0" t="0" r="r" b="b"/>
              <a:pathLst>
                <a:path w="144" h="187">
                  <a:moveTo>
                    <a:pt x="129" y="0"/>
                  </a:moveTo>
                  <a:cubicBezTo>
                    <a:pt x="48" y="99"/>
                    <a:pt x="0" y="187"/>
                    <a:pt x="0" y="187"/>
                  </a:cubicBezTo>
                  <a:cubicBezTo>
                    <a:pt x="45" y="121"/>
                    <a:pt x="95" y="60"/>
                    <a:pt x="144" y="7"/>
                  </a:cubicBezTo>
                  <a:cubicBezTo>
                    <a:pt x="139" y="6"/>
                    <a:pt x="133" y="6"/>
                    <a:pt x="128" y="5"/>
                  </a:cubicBezTo>
                  <a:cubicBezTo>
                    <a:pt x="128" y="5"/>
                    <a:pt x="128" y="3"/>
                    <a:pt x="12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9" name="Freeform 59"/>
            <p:cNvSpPr>
              <a:spLocks/>
            </p:cNvSpPr>
            <p:nvPr/>
          </p:nvSpPr>
          <p:spPr bwMode="auto">
            <a:xfrm>
              <a:off x="5330826" y="4143375"/>
              <a:ext cx="1271588" cy="211138"/>
            </a:xfrm>
            <a:custGeom>
              <a:avLst/>
              <a:gdLst>
                <a:gd name="T0" fmla="*/ 206 w 433"/>
                <a:gd name="T1" fmla="*/ 45 h 72"/>
                <a:gd name="T2" fmla="*/ 107 w 433"/>
                <a:gd name="T3" fmla="*/ 20 h 72"/>
                <a:gd name="T4" fmla="*/ 107 w 433"/>
                <a:gd name="T5" fmla="*/ 20 h 72"/>
                <a:gd name="T6" fmla="*/ 4 w 433"/>
                <a:gd name="T7" fmla="*/ 51 h 72"/>
                <a:gd name="T8" fmla="*/ 4 w 433"/>
                <a:gd name="T9" fmla="*/ 51 h 72"/>
                <a:gd name="T10" fmla="*/ 107 w 433"/>
                <a:gd name="T11" fmla="*/ 0 h 72"/>
                <a:gd name="T12" fmla="*/ 107 w 433"/>
                <a:gd name="T13" fmla="*/ 0 h 72"/>
                <a:gd name="T14" fmla="*/ 215 w 433"/>
                <a:gd name="T15" fmla="*/ 27 h 72"/>
                <a:gd name="T16" fmla="*/ 215 w 433"/>
                <a:gd name="T17" fmla="*/ 27 h 72"/>
                <a:gd name="T18" fmla="*/ 316 w 433"/>
                <a:gd name="T19" fmla="*/ 52 h 72"/>
                <a:gd name="T20" fmla="*/ 316 w 433"/>
                <a:gd name="T21" fmla="*/ 52 h 72"/>
                <a:gd name="T22" fmla="*/ 413 w 433"/>
                <a:gd name="T23" fmla="*/ 12 h 72"/>
                <a:gd name="T24" fmla="*/ 413 w 433"/>
                <a:gd name="T25" fmla="*/ 12 h 72"/>
                <a:gd name="T26" fmla="*/ 413 w 433"/>
                <a:gd name="T27" fmla="*/ 12 h 72"/>
                <a:gd name="T28" fmla="*/ 413 w 433"/>
                <a:gd name="T29" fmla="*/ 12 h 72"/>
                <a:gd name="T30" fmla="*/ 428 w 433"/>
                <a:gd name="T31" fmla="*/ 10 h 72"/>
                <a:gd name="T32" fmla="*/ 428 w 433"/>
                <a:gd name="T33" fmla="*/ 10 h 72"/>
                <a:gd name="T34" fmla="*/ 430 w 433"/>
                <a:gd name="T35" fmla="*/ 24 h 72"/>
                <a:gd name="T36" fmla="*/ 430 w 433"/>
                <a:gd name="T37" fmla="*/ 24 h 72"/>
                <a:gd name="T38" fmla="*/ 316 w 433"/>
                <a:gd name="T39" fmla="*/ 72 h 72"/>
                <a:gd name="T40" fmla="*/ 316 w 433"/>
                <a:gd name="T41" fmla="*/ 72 h 72"/>
                <a:gd name="T42" fmla="*/ 206 w 433"/>
                <a:gd name="T43" fmla="*/ 4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33" h="72">
                  <a:moveTo>
                    <a:pt x="206" y="45"/>
                  </a:moveTo>
                  <a:cubicBezTo>
                    <a:pt x="167" y="26"/>
                    <a:pt x="134" y="20"/>
                    <a:pt x="107" y="20"/>
                  </a:cubicBezTo>
                  <a:cubicBezTo>
                    <a:pt x="107" y="20"/>
                    <a:pt x="107" y="20"/>
                    <a:pt x="107" y="20"/>
                  </a:cubicBezTo>
                  <a:cubicBezTo>
                    <a:pt x="51" y="20"/>
                    <a:pt x="8" y="55"/>
                    <a:pt x="4" y="51"/>
                  </a:cubicBezTo>
                  <a:cubicBezTo>
                    <a:pt x="4" y="51"/>
                    <a:pt x="4" y="51"/>
                    <a:pt x="4" y="51"/>
                  </a:cubicBezTo>
                  <a:cubicBezTo>
                    <a:pt x="0" y="47"/>
                    <a:pt x="39" y="0"/>
                    <a:pt x="107" y="0"/>
                  </a:cubicBezTo>
                  <a:cubicBezTo>
                    <a:pt x="107" y="0"/>
                    <a:pt x="107" y="0"/>
                    <a:pt x="107" y="0"/>
                  </a:cubicBezTo>
                  <a:cubicBezTo>
                    <a:pt x="137" y="0"/>
                    <a:pt x="173" y="7"/>
                    <a:pt x="215" y="27"/>
                  </a:cubicBezTo>
                  <a:cubicBezTo>
                    <a:pt x="215" y="27"/>
                    <a:pt x="215" y="27"/>
                    <a:pt x="215" y="27"/>
                  </a:cubicBezTo>
                  <a:cubicBezTo>
                    <a:pt x="255" y="46"/>
                    <a:pt x="289" y="52"/>
                    <a:pt x="316" y="52"/>
                  </a:cubicBezTo>
                  <a:cubicBezTo>
                    <a:pt x="316" y="52"/>
                    <a:pt x="316" y="52"/>
                    <a:pt x="316" y="52"/>
                  </a:cubicBezTo>
                  <a:cubicBezTo>
                    <a:pt x="380" y="52"/>
                    <a:pt x="410" y="16"/>
                    <a:pt x="413" y="12"/>
                  </a:cubicBezTo>
                  <a:cubicBezTo>
                    <a:pt x="413" y="12"/>
                    <a:pt x="413" y="12"/>
                    <a:pt x="413" y="12"/>
                  </a:cubicBezTo>
                  <a:cubicBezTo>
                    <a:pt x="413" y="12"/>
                    <a:pt x="413" y="12"/>
                    <a:pt x="413" y="12"/>
                  </a:cubicBezTo>
                  <a:cubicBezTo>
                    <a:pt x="413" y="12"/>
                    <a:pt x="413" y="12"/>
                    <a:pt x="413" y="12"/>
                  </a:cubicBezTo>
                  <a:cubicBezTo>
                    <a:pt x="417" y="8"/>
                    <a:pt x="423" y="7"/>
                    <a:pt x="428" y="10"/>
                  </a:cubicBezTo>
                  <a:cubicBezTo>
                    <a:pt x="428" y="10"/>
                    <a:pt x="428" y="10"/>
                    <a:pt x="428" y="10"/>
                  </a:cubicBezTo>
                  <a:cubicBezTo>
                    <a:pt x="432" y="14"/>
                    <a:pt x="433" y="20"/>
                    <a:pt x="430" y="24"/>
                  </a:cubicBezTo>
                  <a:cubicBezTo>
                    <a:pt x="430" y="24"/>
                    <a:pt x="430" y="24"/>
                    <a:pt x="430" y="24"/>
                  </a:cubicBezTo>
                  <a:cubicBezTo>
                    <a:pt x="429" y="26"/>
                    <a:pt x="393" y="72"/>
                    <a:pt x="316" y="72"/>
                  </a:cubicBezTo>
                  <a:cubicBezTo>
                    <a:pt x="316" y="72"/>
                    <a:pt x="316" y="72"/>
                    <a:pt x="316" y="72"/>
                  </a:cubicBezTo>
                  <a:cubicBezTo>
                    <a:pt x="286" y="72"/>
                    <a:pt x="249" y="65"/>
                    <a:pt x="20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70" name="组合 669"/>
          <p:cNvGrpSpPr/>
          <p:nvPr/>
        </p:nvGrpSpPr>
        <p:grpSpPr>
          <a:xfrm>
            <a:off x="10131467" y="2391421"/>
            <a:ext cx="396042" cy="406301"/>
            <a:chOff x="7673976" y="2593975"/>
            <a:chExt cx="1716088" cy="1760538"/>
          </a:xfrm>
          <a:solidFill>
            <a:srgbClr val="707E84"/>
          </a:solidFill>
        </p:grpSpPr>
        <p:sp>
          <p:nvSpPr>
            <p:cNvPr id="671" name="Freeform 60"/>
            <p:cNvSpPr>
              <a:spLocks/>
            </p:cNvSpPr>
            <p:nvPr/>
          </p:nvSpPr>
          <p:spPr bwMode="auto">
            <a:xfrm>
              <a:off x="7673976" y="2974975"/>
              <a:ext cx="1284288" cy="1379538"/>
            </a:xfrm>
            <a:custGeom>
              <a:avLst/>
              <a:gdLst>
                <a:gd name="T0" fmla="*/ 415 w 437"/>
                <a:gd name="T1" fmla="*/ 364 h 470"/>
                <a:gd name="T2" fmla="*/ 388 w 437"/>
                <a:gd name="T3" fmla="*/ 335 h 470"/>
                <a:gd name="T4" fmla="*/ 307 w 437"/>
                <a:gd name="T5" fmla="*/ 291 h 470"/>
                <a:gd name="T6" fmla="*/ 273 w 437"/>
                <a:gd name="T7" fmla="*/ 257 h 470"/>
                <a:gd name="T8" fmla="*/ 262 w 437"/>
                <a:gd name="T9" fmla="*/ 240 h 470"/>
                <a:gd name="T10" fmla="*/ 288 w 437"/>
                <a:gd name="T11" fmla="*/ 199 h 470"/>
                <a:gd name="T12" fmla="*/ 294 w 437"/>
                <a:gd name="T13" fmla="*/ 185 h 470"/>
                <a:gd name="T14" fmla="*/ 298 w 437"/>
                <a:gd name="T15" fmla="*/ 147 h 470"/>
                <a:gd name="T16" fmla="*/ 285 w 437"/>
                <a:gd name="T17" fmla="*/ 57 h 470"/>
                <a:gd name="T18" fmla="*/ 280 w 437"/>
                <a:gd name="T19" fmla="*/ 52 h 470"/>
                <a:gd name="T20" fmla="*/ 262 w 437"/>
                <a:gd name="T21" fmla="*/ 37 h 470"/>
                <a:gd name="T22" fmla="*/ 155 w 437"/>
                <a:gd name="T23" fmla="*/ 50 h 470"/>
                <a:gd name="T24" fmla="*/ 140 w 437"/>
                <a:gd name="T25" fmla="*/ 140 h 470"/>
                <a:gd name="T26" fmla="*/ 142 w 437"/>
                <a:gd name="T27" fmla="*/ 179 h 470"/>
                <a:gd name="T28" fmla="*/ 150 w 437"/>
                <a:gd name="T29" fmla="*/ 195 h 470"/>
                <a:gd name="T30" fmla="*/ 153 w 437"/>
                <a:gd name="T31" fmla="*/ 202 h 470"/>
                <a:gd name="T32" fmla="*/ 155 w 437"/>
                <a:gd name="T33" fmla="*/ 201 h 470"/>
                <a:gd name="T34" fmla="*/ 178 w 437"/>
                <a:gd name="T35" fmla="*/ 239 h 470"/>
                <a:gd name="T36" fmla="*/ 159 w 437"/>
                <a:gd name="T37" fmla="*/ 256 h 470"/>
                <a:gd name="T38" fmla="*/ 129 w 437"/>
                <a:gd name="T39" fmla="*/ 291 h 470"/>
                <a:gd name="T40" fmla="*/ 48 w 437"/>
                <a:gd name="T41" fmla="*/ 335 h 470"/>
                <a:gd name="T42" fmla="*/ 21 w 437"/>
                <a:gd name="T43" fmla="*/ 364 h 470"/>
                <a:gd name="T44" fmla="*/ 0 w 437"/>
                <a:gd name="T45" fmla="*/ 451 h 470"/>
                <a:gd name="T46" fmla="*/ 0 w 437"/>
                <a:gd name="T47" fmla="*/ 470 h 470"/>
                <a:gd name="T48" fmla="*/ 437 w 437"/>
                <a:gd name="T49" fmla="*/ 470 h 470"/>
                <a:gd name="T50" fmla="*/ 437 w 437"/>
                <a:gd name="T51" fmla="*/ 451 h 470"/>
                <a:gd name="T52" fmla="*/ 415 w 437"/>
                <a:gd name="T53" fmla="*/ 36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7" h="470">
                  <a:moveTo>
                    <a:pt x="415" y="364"/>
                  </a:moveTo>
                  <a:cubicBezTo>
                    <a:pt x="415" y="364"/>
                    <a:pt x="422" y="351"/>
                    <a:pt x="388" y="335"/>
                  </a:cubicBezTo>
                  <a:cubicBezTo>
                    <a:pt x="307" y="291"/>
                    <a:pt x="307" y="291"/>
                    <a:pt x="307" y="291"/>
                  </a:cubicBezTo>
                  <a:cubicBezTo>
                    <a:pt x="273" y="257"/>
                    <a:pt x="273" y="257"/>
                    <a:pt x="273" y="257"/>
                  </a:cubicBezTo>
                  <a:cubicBezTo>
                    <a:pt x="256" y="248"/>
                    <a:pt x="246" y="251"/>
                    <a:pt x="262" y="240"/>
                  </a:cubicBezTo>
                  <a:cubicBezTo>
                    <a:pt x="274" y="230"/>
                    <a:pt x="282" y="216"/>
                    <a:pt x="288" y="199"/>
                  </a:cubicBezTo>
                  <a:cubicBezTo>
                    <a:pt x="289" y="198"/>
                    <a:pt x="292" y="194"/>
                    <a:pt x="294" y="185"/>
                  </a:cubicBezTo>
                  <a:cubicBezTo>
                    <a:pt x="294" y="185"/>
                    <a:pt x="325" y="148"/>
                    <a:pt x="298" y="147"/>
                  </a:cubicBezTo>
                  <a:cubicBezTo>
                    <a:pt x="298" y="147"/>
                    <a:pt x="326" y="96"/>
                    <a:pt x="285" y="57"/>
                  </a:cubicBezTo>
                  <a:cubicBezTo>
                    <a:pt x="285" y="57"/>
                    <a:pt x="283" y="55"/>
                    <a:pt x="280" y="52"/>
                  </a:cubicBezTo>
                  <a:cubicBezTo>
                    <a:pt x="271" y="42"/>
                    <a:pt x="262" y="37"/>
                    <a:pt x="262" y="37"/>
                  </a:cubicBezTo>
                  <a:cubicBezTo>
                    <a:pt x="203" y="0"/>
                    <a:pt x="155" y="50"/>
                    <a:pt x="155" y="50"/>
                  </a:cubicBezTo>
                  <a:cubicBezTo>
                    <a:pt x="113" y="88"/>
                    <a:pt x="140" y="140"/>
                    <a:pt x="140" y="140"/>
                  </a:cubicBezTo>
                  <a:cubicBezTo>
                    <a:pt x="112" y="140"/>
                    <a:pt x="142" y="179"/>
                    <a:pt x="142" y="179"/>
                  </a:cubicBezTo>
                  <a:cubicBezTo>
                    <a:pt x="146" y="197"/>
                    <a:pt x="150" y="195"/>
                    <a:pt x="150" y="195"/>
                  </a:cubicBezTo>
                  <a:cubicBezTo>
                    <a:pt x="152" y="195"/>
                    <a:pt x="152" y="198"/>
                    <a:pt x="153" y="202"/>
                  </a:cubicBezTo>
                  <a:cubicBezTo>
                    <a:pt x="154" y="201"/>
                    <a:pt x="154" y="201"/>
                    <a:pt x="155" y="201"/>
                  </a:cubicBezTo>
                  <a:cubicBezTo>
                    <a:pt x="160" y="216"/>
                    <a:pt x="168" y="229"/>
                    <a:pt x="178" y="239"/>
                  </a:cubicBezTo>
                  <a:cubicBezTo>
                    <a:pt x="187" y="251"/>
                    <a:pt x="163" y="251"/>
                    <a:pt x="159" y="256"/>
                  </a:cubicBezTo>
                  <a:cubicBezTo>
                    <a:pt x="157" y="259"/>
                    <a:pt x="129" y="291"/>
                    <a:pt x="129" y="291"/>
                  </a:cubicBezTo>
                  <a:cubicBezTo>
                    <a:pt x="48" y="335"/>
                    <a:pt x="48" y="335"/>
                    <a:pt x="48" y="335"/>
                  </a:cubicBezTo>
                  <a:cubicBezTo>
                    <a:pt x="15" y="351"/>
                    <a:pt x="21" y="364"/>
                    <a:pt x="21" y="364"/>
                  </a:cubicBezTo>
                  <a:cubicBezTo>
                    <a:pt x="0" y="451"/>
                    <a:pt x="0" y="451"/>
                    <a:pt x="0" y="451"/>
                  </a:cubicBezTo>
                  <a:cubicBezTo>
                    <a:pt x="0" y="470"/>
                    <a:pt x="0" y="470"/>
                    <a:pt x="0" y="470"/>
                  </a:cubicBezTo>
                  <a:cubicBezTo>
                    <a:pt x="437" y="470"/>
                    <a:pt x="437" y="470"/>
                    <a:pt x="437" y="470"/>
                  </a:cubicBezTo>
                  <a:cubicBezTo>
                    <a:pt x="437" y="451"/>
                    <a:pt x="437" y="451"/>
                    <a:pt x="437" y="451"/>
                  </a:cubicBezTo>
                  <a:lnTo>
                    <a:pt x="415" y="3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2" name="Freeform 61"/>
            <p:cNvSpPr>
              <a:spLocks noEditPoints="1"/>
            </p:cNvSpPr>
            <p:nvPr/>
          </p:nvSpPr>
          <p:spPr bwMode="auto">
            <a:xfrm>
              <a:off x="8540751" y="2593975"/>
              <a:ext cx="849313" cy="739775"/>
            </a:xfrm>
            <a:custGeom>
              <a:avLst/>
              <a:gdLst>
                <a:gd name="T0" fmla="*/ 143 w 289"/>
                <a:gd name="T1" fmla="*/ 1 h 252"/>
                <a:gd name="T2" fmla="*/ 0 w 289"/>
                <a:gd name="T3" fmla="*/ 111 h 252"/>
                <a:gd name="T4" fmla="*/ 73 w 289"/>
                <a:gd name="T5" fmla="*/ 203 h 252"/>
                <a:gd name="T6" fmla="*/ 47 w 289"/>
                <a:gd name="T7" fmla="*/ 252 h 252"/>
                <a:gd name="T8" fmla="*/ 121 w 289"/>
                <a:gd name="T9" fmla="*/ 216 h 252"/>
                <a:gd name="T10" fmla="*/ 146 w 289"/>
                <a:gd name="T11" fmla="*/ 217 h 252"/>
                <a:gd name="T12" fmla="*/ 288 w 289"/>
                <a:gd name="T13" fmla="*/ 107 h 252"/>
                <a:gd name="T14" fmla="*/ 143 w 289"/>
                <a:gd name="T15" fmla="*/ 1 h 252"/>
                <a:gd name="T16" fmla="*/ 73 w 289"/>
                <a:gd name="T17" fmla="*/ 131 h 252"/>
                <a:gd name="T18" fmla="*/ 55 w 289"/>
                <a:gd name="T19" fmla="*/ 113 h 252"/>
                <a:gd name="T20" fmla="*/ 73 w 289"/>
                <a:gd name="T21" fmla="*/ 95 h 252"/>
                <a:gd name="T22" fmla="*/ 91 w 289"/>
                <a:gd name="T23" fmla="*/ 113 h 252"/>
                <a:gd name="T24" fmla="*/ 73 w 289"/>
                <a:gd name="T25" fmla="*/ 131 h 252"/>
                <a:gd name="T26" fmla="*/ 144 w 289"/>
                <a:gd name="T27" fmla="*/ 131 h 252"/>
                <a:gd name="T28" fmla="*/ 126 w 289"/>
                <a:gd name="T29" fmla="*/ 113 h 252"/>
                <a:gd name="T30" fmla="*/ 144 w 289"/>
                <a:gd name="T31" fmla="*/ 95 h 252"/>
                <a:gd name="T32" fmla="*/ 162 w 289"/>
                <a:gd name="T33" fmla="*/ 113 h 252"/>
                <a:gd name="T34" fmla="*/ 144 w 289"/>
                <a:gd name="T35" fmla="*/ 131 h 252"/>
                <a:gd name="T36" fmla="*/ 216 w 289"/>
                <a:gd name="T37" fmla="*/ 131 h 252"/>
                <a:gd name="T38" fmla="*/ 198 w 289"/>
                <a:gd name="T39" fmla="*/ 113 h 252"/>
                <a:gd name="T40" fmla="*/ 216 w 289"/>
                <a:gd name="T41" fmla="*/ 95 h 252"/>
                <a:gd name="T42" fmla="*/ 233 w 289"/>
                <a:gd name="T43" fmla="*/ 113 h 252"/>
                <a:gd name="T44" fmla="*/ 216 w 289"/>
                <a:gd name="T45" fmla="*/ 131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9" h="252">
                  <a:moveTo>
                    <a:pt x="143" y="1"/>
                  </a:moveTo>
                  <a:cubicBezTo>
                    <a:pt x="63" y="2"/>
                    <a:pt x="0" y="51"/>
                    <a:pt x="0" y="111"/>
                  </a:cubicBezTo>
                  <a:cubicBezTo>
                    <a:pt x="1" y="151"/>
                    <a:pt x="30" y="185"/>
                    <a:pt x="73" y="203"/>
                  </a:cubicBezTo>
                  <a:cubicBezTo>
                    <a:pt x="47" y="252"/>
                    <a:pt x="47" y="252"/>
                    <a:pt x="47" y="252"/>
                  </a:cubicBezTo>
                  <a:cubicBezTo>
                    <a:pt x="121" y="216"/>
                    <a:pt x="121" y="216"/>
                    <a:pt x="121" y="216"/>
                  </a:cubicBezTo>
                  <a:cubicBezTo>
                    <a:pt x="129" y="217"/>
                    <a:pt x="137" y="218"/>
                    <a:pt x="146" y="217"/>
                  </a:cubicBezTo>
                  <a:cubicBezTo>
                    <a:pt x="225" y="216"/>
                    <a:pt x="289" y="167"/>
                    <a:pt x="288" y="107"/>
                  </a:cubicBezTo>
                  <a:cubicBezTo>
                    <a:pt x="287" y="47"/>
                    <a:pt x="222" y="0"/>
                    <a:pt x="143" y="1"/>
                  </a:cubicBezTo>
                  <a:close/>
                  <a:moveTo>
                    <a:pt x="73" y="131"/>
                  </a:moveTo>
                  <a:cubicBezTo>
                    <a:pt x="63" y="131"/>
                    <a:pt x="55" y="123"/>
                    <a:pt x="55" y="113"/>
                  </a:cubicBezTo>
                  <a:cubicBezTo>
                    <a:pt x="55" y="103"/>
                    <a:pt x="63" y="95"/>
                    <a:pt x="73" y="95"/>
                  </a:cubicBezTo>
                  <a:cubicBezTo>
                    <a:pt x="83" y="95"/>
                    <a:pt x="91" y="103"/>
                    <a:pt x="91" y="113"/>
                  </a:cubicBezTo>
                  <a:cubicBezTo>
                    <a:pt x="91" y="123"/>
                    <a:pt x="83" y="131"/>
                    <a:pt x="73" y="131"/>
                  </a:cubicBezTo>
                  <a:close/>
                  <a:moveTo>
                    <a:pt x="144" y="131"/>
                  </a:moveTo>
                  <a:cubicBezTo>
                    <a:pt x="134" y="131"/>
                    <a:pt x="126" y="123"/>
                    <a:pt x="126" y="113"/>
                  </a:cubicBezTo>
                  <a:cubicBezTo>
                    <a:pt x="126" y="103"/>
                    <a:pt x="134" y="95"/>
                    <a:pt x="144" y="95"/>
                  </a:cubicBezTo>
                  <a:cubicBezTo>
                    <a:pt x="154" y="95"/>
                    <a:pt x="162" y="103"/>
                    <a:pt x="162" y="113"/>
                  </a:cubicBezTo>
                  <a:cubicBezTo>
                    <a:pt x="162" y="123"/>
                    <a:pt x="154" y="131"/>
                    <a:pt x="144" y="131"/>
                  </a:cubicBezTo>
                  <a:close/>
                  <a:moveTo>
                    <a:pt x="216" y="131"/>
                  </a:moveTo>
                  <a:cubicBezTo>
                    <a:pt x="206" y="131"/>
                    <a:pt x="198" y="123"/>
                    <a:pt x="198" y="113"/>
                  </a:cubicBezTo>
                  <a:cubicBezTo>
                    <a:pt x="198" y="103"/>
                    <a:pt x="206" y="95"/>
                    <a:pt x="216" y="95"/>
                  </a:cubicBezTo>
                  <a:cubicBezTo>
                    <a:pt x="225" y="95"/>
                    <a:pt x="233" y="103"/>
                    <a:pt x="233" y="113"/>
                  </a:cubicBezTo>
                  <a:cubicBezTo>
                    <a:pt x="233" y="123"/>
                    <a:pt x="225" y="131"/>
                    <a:pt x="216" y="1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73" name="组合 672"/>
          <p:cNvGrpSpPr/>
          <p:nvPr/>
        </p:nvGrpSpPr>
        <p:grpSpPr>
          <a:xfrm>
            <a:off x="10636047" y="2457733"/>
            <a:ext cx="385417" cy="339988"/>
            <a:chOff x="10213976" y="2881313"/>
            <a:chExt cx="1670050" cy="1473200"/>
          </a:xfrm>
          <a:solidFill>
            <a:srgbClr val="707E84"/>
          </a:solidFill>
        </p:grpSpPr>
        <p:sp>
          <p:nvSpPr>
            <p:cNvPr id="674" name="Freeform 62"/>
            <p:cNvSpPr>
              <a:spLocks/>
            </p:cNvSpPr>
            <p:nvPr/>
          </p:nvSpPr>
          <p:spPr bwMode="auto">
            <a:xfrm>
              <a:off x="10477501" y="2881313"/>
              <a:ext cx="1406525" cy="1335088"/>
            </a:xfrm>
            <a:custGeom>
              <a:avLst/>
              <a:gdLst>
                <a:gd name="T0" fmla="*/ 412 w 478"/>
                <a:gd name="T1" fmla="*/ 96 h 455"/>
                <a:gd name="T2" fmla="*/ 118 w 478"/>
                <a:gd name="T3" fmla="*/ 12 h 455"/>
                <a:gd name="T4" fmla="*/ 22 w 478"/>
                <a:gd name="T5" fmla="*/ 63 h 455"/>
                <a:gd name="T6" fmla="*/ 0 w 478"/>
                <a:gd name="T7" fmla="*/ 138 h 455"/>
                <a:gd name="T8" fmla="*/ 26 w 478"/>
                <a:gd name="T9" fmla="*/ 138 h 455"/>
                <a:gd name="T10" fmla="*/ 45 w 478"/>
                <a:gd name="T11" fmla="*/ 70 h 455"/>
                <a:gd name="T12" fmla="*/ 111 w 478"/>
                <a:gd name="T13" fmla="*/ 36 h 455"/>
                <a:gd name="T14" fmla="*/ 405 w 478"/>
                <a:gd name="T15" fmla="*/ 120 h 455"/>
                <a:gd name="T16" fmla="*/ 443 w 478"/>
                <a:gd name="T17" fmla="*/ 184 h 455"/>
                <a:gd name="T18" fmla="*/ 381 w 478"/>
                <a:gd name="T19" fmla="*/ 398 h 455"/>
                <a:gd name="T20" fmla="*/ 354 w 478"/>
                <a:gd name="T21" fmla="*/ 429 h 455"/>
                <a:gd name="T22" fmla="*/ 354 w 478"/>
                <a:gd name="T23" fmla="*/ 455 h 455"/>
                <a:gd name="T24" fmla="*/ 405 w 478"/>
                <a:gd name="T25" fmla="*/ 405 h 455"/>
                <a:gd name="T26" fmla="*/ 466 w 478"/>
                <a:gd name="T27" fmla="*/ 190 h 455"/>
                <a:gd name="T28" fmla="*/ 412 w 478"/>
                <a:gd name="T29" fmla="*/ 96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78" h="455">
                  <a:moveTo>
                    <a:pt x="412" y="96"/>
                  </a:moveTo>
                  <a:cubicBezTo>
                    <a:pt x="118" y="12"/>
                    <a:pt x="118" y="12"/>
                    <a:pt x="118" y="12"/>
                  </a:cubicBezTo>
                  <a:cubicBezTo>
                    <a:pt x="77" y="0"/>
                    <a:pt x="33" y="23"/>
                    <a:pt x="22" y="63"/>
                  </a:cubicBezTo>
                  <a:cubicBezTo>
                    <a:pt x="0" y="138"/>
                    <a:pt x="0" y="138"/>
                    <a:pt x="0" y="138"/>
                  </a:cubicBezTo>
                  <a:cubicBezTo>
                    <a:pt x="26" y="138"/>
                    <a:pt x="26" y="138"/>
                    <a:pt x="26" y="138"/>
                  </a:cubicBezTo>
                  <a:cubicBezTo>
                    <a:pt x="45" y="70"/>
                    <a:pt x="45" y="70"/>
                    <a:pt x="45" y="70"/>
                  </a:cubicBezTo>
                  <a:cubicBezTo>
                    <a:pt x="53" y="43"/>
                    <a:pt x="82" y="27"/>
                    <a:pt x="111" y="36"/>
                  </a:cubicBezTo>
                  <a:cubicBezTo>
                    <a:pt x="405" y="120"/>
                    <a:pt x="405" y="120"/>
                    <a:pt x="405" y="120"/>
                  </a:cubicBezTo>
                  <a:cubicBezTo>
                    <a:pt x="434" y="128"/>
                    <a:pt x="450" y="157"/>
                    <a:pt x="443" y="184"/>
                  </a:cubicBezTo>
                  <a:cubicBezTo>
                    <a:pt x="381" y="398"/>
                    <a:pt x="381" y="398"/>
                    <a:pt x="381" y="398"/>
                  </a:cubicBezTo>
                  <a:cubicBezTo>
                    <a:pt x="377" y="412"/>
                    <a:pt x="367" y="423"/>
                    <a:pt x="354" y="429"/>
                  </a:cubicBezTo>
                  <a:cubicBezTo>
                    <a:pt x="354" y="455"/>
                    <a:pt x="354" y="455"/>
                    <a:pt x="354" y="455"/>
                  </a:cubicBezTo>
                  <a:cubicBezTo>
                    <a:pt x="378" y="448"/>
                    <a:pt x="398" y="430"/>
                    <a:pt x="405" y="405"/>
                  </a:cubicBezTo>
                  <a:cubicBezTo>
                    <a:pt x="466" y="190"/>
                    <a:pt x="466" y="190"/>
                    <a:pt x="466" y="190"/>
                  </a:cubicBezTo>
                  <a:cubicBezTo>
                    <a:pt x="478" y="150"/>
                    <a:pt x="453" y="108"/>
                    <a:pt x="412"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5" name="Freeform 63"/>
            <p:cNvSpPr>
              <a:spLocks/>
            </p:cNvSpPr>
            <p:nvPr/>
          </p:nvSpPr>
          <p:spPr bwMode="auto">
            <a:xfrm>
              <a:off x="10583863" y="3005138"/>
              <a:ext cx="1173163" cy="1093788"/>
            </a:xfrm>
            <a:custGeom>
              <a:avLst/>
              <a:gdLst>
                <a:gd name="T0" fmla="*/ 388 w 399"/>
                <a:gd name="T1" fmla="*/ 104 h 373"/>
                <a:gd name="T2" fmla="*/ 350 w 399"/>
                <a:gd name="T3" fmla="*/ 80 h 373"/>
                <a:gd name="T4" fmla="*/ 267 w 399"/>
                <a:gd name="T5" fmla="*/ 56 h 373"/>
                <a:gd name="T6" fmla="*/ 173 w 399"/>
                <a:gd name="T7" fmla="*/ 29 h 373"/>
                <a:gd name="T8" fmla="*/ 90 w 399"/>
                <a:gd name="T9" fmla="*/ 6 h 373"/>
                <a:gd name="T10" fmla="*/ 45 w 399"/>
                <a:gd name="T11" fmla="*/ 6 h 373"/>
                <a:gd name="T12" fmla="*/ 14 w 399"/>
                <a:gd name="T13" fmla="*/ 46 h 373"/>
                <a:gd name="T14" fmla="*/ 0 w 399"/>
                <a:gd name="T15" fmla="*/ 96 h 373"/>
                <a:gd name="T16" fmla="*/ 12 w 399"/>
                <a:gd name="T17" fmla="*/ 96 h 373"/>
                <a:gd name="T18" fmla="*/ 26 w 399"/>
                <a:gd name="T19" fmla="*/ 50 h 373"/>
                <a:gd name="T20" fmla="*/ 50 w 399"/>
                <a:gd name="T21" fmla="*/ 17 h 373"/>
                <a:gd name="T22" fmla="*/ 87 w 399"/>
                <a:gd name="T23" fmla="*/ 17 h 373"/>
                <a:gd name="T24" fmla="*/ 169 w 399"/>
                <a:gd name="T25" fmla="*/ 41 h 373"/>
                <a:gd name="T26" fmla="*/ 264 w 399"/>
                <a:gd name="T27" fmla="*/ 68 h 373"/>
                <a:gd name="T28" fmla="*/ 347 w 399"/>
                <a:gd name="T29" fmla="*/ 92 h 373"/>
                <a:gd name="T30" fmla="*/ 378 w 399"/>
                <a:gd name="T31" fmla="*/ 111 h 373"/>
                <a:gd name="T32" fmla="*/ 381 w 399"/>
                <a:gd name="T33" fmla="*/ 152 h 373"/>
                <a:gd name="T34" fmla="*/ 329 w 399"/>
                <a:gd name="T35" fmla="*/ 335 h 373"/>
                <a:gd name="T36" fmla="*/ 318 w 399"/>
                <a:gd name="T37" fmla="*/ 356 h 373"/>
                <a:gd name="T38" fmla="*/ 318 w 399"/>
                <a:gd name="T39" fmla="*/ 373 h 373"/>
                <a:gd name="T40" fmla="*/ 341 w 399"/>
                <a:gd name="T41" fmla="*/ 338 h 373"/>
                <a:gd name="T42" fmla="*/ 393 w 399"/>
                <a:gd name="T43" fmla="*/ 155 h 373"/>
                <a:gd name="T44" fmla="*/ 388 w 399"/>
                <a:gd name="T45" fmla="*/ 104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99" h="373">
                  <a:moveTo>
                    <a:pt x="388" y="104"/>
                  </a:moveTo>
                  <a:cubicBezTo>
                    <a:pt x="380" y="92"/>
                    <a:pt x="366" y="85"/>
                    <a:pt x="350" y="80"/>
                  </a:cubicBezTo>
                  <a:cubicBezTo>
                    <a:pt x="267" y="56"/>
                    <a:pt x="267" y="56"/>
                    <a:pt x="267" y="56"/>
                  </a:cubicBezTo>
                  <a:cubicBezTo>
                    <a:pt x="173" y="29"/>
                    <a:pt x="173" y="29"/>
                    <a:pt x="173" y="29"/>
                  </a:cubicBezTo>
                  <a:cubicBezTo>
                    <a:pt x="90" y="6"/>
                    <a:pt x="90" y="6"/>
                    <a:pt x="90" y="6"/>
                  </a:cubicBezTo>
                  <a:cubicBezTo>
                    <a:pt x="74" y="1"/>
                    <a:pt x="59" y="0"/>
                    <a:pt x="45" y="6"/>
                  </a:cubicBezTo>
                  <a:cubicBezTo>
                    <a:pt x="31" y="12"/>
                    <a:pt x="20" y="25"/>
                    <a:pt x="14" y="46"/>
                  </a:cubicBezTo>
                  <a:cubicBezTo>
                    <a:pt x="0" y="96"/>
                    <a:pt x="0" y="96"/>
                    <a:pt x="0" y="96"/>
                  </a:cubicBezTo>
                  <a:cubicBezTo>
                    <a:pt x="12" y="96"/>
                    <a:pt x="12" y="96"/>
                    <a:pt x="12" y="96"/>
                  </a:cubicBezTo>
                  <a:cubicBezTo>
                    <a:pt x="26" y="50"/>
                    <a:pt x="26" y="50"/>
                    <a:pt x="26" y="50"/>
                  </a:cubicBezTo>
                  <a:cubicBezTo>
                    <a:pt x="31" y="30"/>
                    <a:pt x="40" y="21"/>
                    <a:pt x="50" y="17"/>
                  </a:cubicBezTo>
                  <a:cubicBezTo>
                    <a:pt x="60" y="13"/>
                    <a:pt x="72" y="13"/>
                    <a:pt x="87" y="17"/>
                  </a:cubicBezTo>
                  <a:cubicBezTo>
                    <a:pt x="169" y="41"/>
                    <a:pt x="169" y="41"/>
                    <a:pt x="169" y="41"/>
                  </a:cubicBezTo>
                  <a:cubicBezTo>
                    <a:pt x="264" y="68"/>
                    <a:pt x="264" y="68"/>
                    <a:pt x="264" y="68"/>
                  </a:cubicBezTo>
                  <a:cubicBezTo>
                    <a:pt x="347" y="92"/>
                    <a:pt x="347" y="92"/>
                    <a:pt x="347" y="92"/>
                  </a:cubicBezTo>
                  <a:cubicBezTo>
                    <a:pt x="361" y="96"/>
                    <a:pt x="372" y="102"/>
                    <a:pt x="378" y="111"/>
                  </a:cubicBezTo>
                  <a:cubicBezTo>
                    <a:pt x="384" y="120"/>
                    <a:pt x="387" y="132"/>
                    <a:pt x="381" y="152"/>
                  </a:cubicBezTo>
                  <a:cubicBezTo>
                    <a:pt x="329" y="335"/>
                    <a:pt x="329" y="335"/>
                    <a:pt x="329" y="335"/>
                  </a:cubicBezTo>
                  <a:cubicBezTo>
                    <a:pt x="326" y="344"/>
                    <a:pt x="322" y="351"/>
                    <a:pt x="318" y="356"/>
                  </a:cubicBezTo>
                  <a:cubicBezTo>
                    <a:pt x="318" y="373"/>
                    <a:pt x="318" y="373"/>
                    <a:pt x="318" y="373"/>
                  </a:cubicBezTo>
                  <a:cubicBezTo>
                    <a:pt x="328" y="366"/>
                    <a:pt x="336" y="354"/>
                    <a:pt x="341" y="338"/>
                  </a:cubicBezTo>
                  <a:cubicBezTo>
                    <a:pt x="393" y="155"/>
                    <a:pt x="393" y="155"/>
                    <a:pt x="393" y="155"/>
                  </a:cubicBezTo>
                  <a:cubicBezTo>
                    <a:pt x="399" y="134"/>
                    <a:pt x="397" y="116"/>
                    <a:pt x="388" y="1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6" name="Freeform 64"/>
            <p:cNvSpPr>
              <a:spLocks noEditPoints="1"/>
            </p:cNvSpPr>
            <p:nvPr/>
          </p:nvSpPr>
          <p:spPr bwMode="auto">
            <a:xfrm>
              <a:off x="10213976" y="3257550"/>
              <a:ext cx="1357313" cy="1096963"/>
            </a:xfrm>
            <a:custGeom>
              <a:avLst/>
              <a:gdLst>
                <a:gd name="T0" fmla="*/ 78 w 462"/>
                <a:gd name="T1" fmla="*/ 374 h 374"/>
                <a:gd name="T2" fmla="*/ 0 w 462"/>
                <a:gd name="T3" fmla="*/ 299 h 374"/>
                <a:gd name="T4" fmla="*/ 0 w 462"/>
                <a:gd name="T5" fmla="*/ 299 h 374"/>
                <a:gd name="T6" fmla="*/ 0 w 462"/>
                <a:gd name="T7" fmla="*/ 75 h 374"/>
                <a:gd name="T8" fmla="*/ 78 w 462"/>
                <a:gd name="T9" fmla="*/ 0 h 374"/>
                <a:gd name="T10" fmla="*/ 78 w 462"/>
                <a:gd name="T11" fmla="*/ 0 h 374"/>
                <a:gd name="T12" fmla="*/ 384 w 462"/>
                <a:gd name="T13" fmla="*/ 0 h 374"/>
                <a:gd name="T14" fmla="*/ 462 w 462"/>
                <a:gd name="T15" fmla="*/ 75 h 374"/>
                <a:gd name="T16" fmla="*/ 462 w 462"/>
                <a:gd name="T17" fmla="*/ 75 h 374"/>
                <a:gd name="T18" fmla="*/ 462 w 462"/>
                <a:gd name="T19" fmla="*/ 299 h 374"/>
                <a:gd name="T20" fmla="*/ 384 w 462"/>
                <a:gd name="T21" fmla="*/ 374 h 374"/>
                <a:gd name="T22" fmla="*/ 384 w 462"/>
                <a:gd name="T23" fmla="*/ 374 h 374"/>
                <a:gd name="T24" fmla="*/ 78 w 462"/>
                <a:gd name="T25" fmla="*/ 374 h 374"/>
                <a:gd name="T26" fmla="*/ 24 w 462"/>
                <a:gd name="T27" fmla="*/ 75 h 374"/>
                <a:gd name="T28" fmla="*/ 24 w 462"/>
                <a:gd name="T29" fmla="*/ 299 h 374"/>
                <a:gd name="T30" fmla="*/ 78 w 462"/>
                <a:gd name="T31" fmla="*/ 349 h 374"/>
                <a:gd name="T32" fmla="*/ 78 w 462"/>
                <a:gd name="T33" fmla="*/ 349 h 374"/>
                <a:gd name="T34" fmla="*/ 384 w 462"/>
                <a:gd name="T35" fmla="*/ 349 h 374"/>
                <a:gd name="T36" fmla="*/ 438 w 462"/>
                <a:gd name="T37" fmla="*/ 299 h 374"/>
                <a:gd name="T38" fmla="*/ 438 w 462"/>
                <a:gd name="T39" fmla="*/ 299 h 374"/>
                <a:gd name="T40" fmla="*/ 438 w 462"/>
                <a:gd name="T41" fmla="*/ 75 h 374"/>
                <a:gd name="T42" fmla="*/ 384 w 462"/>
                <a:gd name="T43" fmla="*/ 25 h 374"/>
                <a:gd name="T44" fmla="*/ 384 w 462"/>
                <a:gd name="T45" fmla="*/ 25 h 374"/>
                <a:gd name="T46" fmla="*/ 78 w 462"/>
                <a:gd name="T47" fmla="*/ 25 h 374"/>
                <a:gd name="T48" fmla="*/ 24 w 462"/>
                <a:gd name="T49" fmla="*/ 75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2" h="374">
                  <a:moveTo>
                    <a:pt x="78" y="374"/>
                  </a:moveTo>
                  <a:cubicBezTo>
                    <a:pt x="35" y="374"/>
                    <a:pt x="0" y="341"/>
                    <a:pt x="0" y="299"/>
                  </a:cubicBezTo>
                  <a:cubicBezTo>
                    <a:pt x="0" y="299"/>
                    <a:pt x="0" y="299"/>
                    <a:pt x="0" y="299"/>
                  </a:cubicBezTo>
                  <a:cubicBezTo>
                    <a:pt x="0" y="75"/>
                    <a:pt x="0" y="75"/>
                    <a:pt x="0" y="75"/>
                  </a:cubicBezTo>
                  <a:cubicBezTo>
                    <a:pt x="0" y="33"/>
                    <a:pt x="35" y="0"/>
                    <a:pt x="78" y="0"/>
                  </a:cubicBezTo>
                  <a:cubicBezTo>
                    <a:pt x="78" y="0"/>
                    <a:pt x="78" y="0"/>
                    <a:pt x="78" y="0"/>
                  </a:cubicBezTo>
                  <a:cubicBezTo>
                    <a:pt x="384" y="0"/>
                    <a:pt x="384" y="0"/>
                    <a:pt x="384" y="0"/>
                  </a:cubicBezTo>
                  <a:cubicBezTo>
                    <a:pt x="427" y="0"/>
                    <a:pt x="462" y="33"/>
                    <a:pt x="462" y="75"/>
                  </a:cubicBezTo>
                  <a:cubicBezTo>
                    <a:pt x="462" y="75"/>
                    <a:pt x="462" y="75"/>
                    <a:pt x="462" y="75"/>
                  </a:cubicBezTo>
                  <a:cubicBezTo>
                    <a:pt x="462" y="299"/>
                    <a:pt x="462" y="299"/>
                    <a:pt x="462" y="299"/>
                  </a:cubicBezTo>
                  <a:cubicBezTo>
                    <a:pt x="462" y="341"/>
                    <a:pt x="427" y="374"/>
                    <a:pt x="384" y="374"/>
                  </a:cubicBezTo>
                  <a:cubicBezTo>
                    <a:pt x="384" y="374"/>
                    <a:pt x="384" y="374"/>
                    <a:pt x="384" y="374"/>
                  </a:cubicBezTo>
                  <a:cubicBezTo>
                    <a:pt x="78" y="374"/>
                    <a:pt x="78" y="374"/>
                    <a:pt x="78" y="374"/>
                  </a:cubicBezTo>
                  <a:close/>
                  <a:moveTo>
                    <a:pt x="24" y="75"/>
                  </a:moveTo>
                  <a:cubicBezTo>
                    <a:pt x="24" y="299"/>
                    <a:pt x="24" y="299"/>
                    <a:pt x="24" y="299"/>
                  </a:cubicBezTo>
                  <a:cubicBezTo>
                    <a:pt x="24" y="326"/>
                    <a:pt x="48" y="349"/>
                    <a:pt x="78" y="349"/>
                  </a:cubicBezTo>
                  <a:cubicBezTo>
                    <a:pt x="78" y="349"/>
                    <a:pt x="78" y="349"/>
                    <a:pt x="78" y="349"/>
                  </a:cubicBezTo>
                  <a:cubicBezTo>
                    <a:pt x="384" y="349"/>
                    <a:pt x="384" y="349"/>
                    <a:pt x="384" y="349"/>
                  </a:cubicBezTo>
                  <a:cubicBezTo>
                    <a:pt x="414" y="349"/>
                    <a:pt x="437" y="326"/>
                    <a:pt x="438" y="299"/>
                  </a:cubicBezTo>
                  <a:cubicBezTo>
                    <a:pt x="438" y="299"/>
                    <a:pt x="438" y="299"/>
                    <a:pt x="438" y="299"/>
                  </a:cubicBezTo>
                  <a:cubicBezTo>
                    <a:pt x="438" y="75"/>
                    <a:pt x="438" y="75"/>
                    <a:pt x="438" y="75"/>
                  </a:cubicBezTo>
                  <a:cubicBezTo>
                    <a:pt x="437" y="48"/>
                    <a:pt x="414" y="25"/>
                    <a:pt x="384" y="25"/>
                  </a:cubicBezTo>
                  <a:cubicBezTo>
                    <a:pt x="384" y="25"/>
                    <a:pt x="384" y="25"/>
                    <a:pt x="384" y="25"/>
                  </a:cubicBezTo>
                  <a:cubicBezTo>
                    <a:pt x="78" y="25"/>
                    <a:pt x="78" y="25"/>
                    <a:pt x="78" y="25"/>
                  </a:cubicBezTo>
                  <a:cubicBezTo>
                    <a:pt x="48" y="25"/>
                    <a:pt x="24" y="48"/>
                    <a:pt x="24"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7" name="Freeform 65"/>
            <p:cNvSpPr>
              <a:spLocks/>
            </p:cNvSpPr>
            <p:nvPr/>
          </p:nvSpPr>
          <p:spPr bwMode="auto">
            <a:xfrm>
              <a:off x="10313988" y="3351213"/>
              <a:ext cx="1157288" cy="912813"/>
            </a:xfrm>
            <a:custGeom>
              <a:avLst/>
              <a:gdLst>
                <a:gd name="T0" fmla="*/ 246 w 394"/>
                <a:gd name="T1" fmla="*/ 311 h 311"/>
                <a:gd name="T2" fmla="*/ 148 w 394"/>
                <a:gd name="T3" fmla="*/ 311 h 311"/>
                <a:gd name="T4" fmla="*/ 62 w 394"/>
                <a:gd name="T5" fmla="*/ 311 h 311"/>
                <a:gd name="T6" fmla="*/ 18 w 394"/>
                <a:gd name="T7" fmla="*/ 297 h 311"/>
                <a:gd name="T8" fmla="*/ 18 w 394"/>
                <a:gd name="T9" fmla="*/ 297 h 311"/>
                <a:gd name="T10" fmla="*/ 0 w 394"/>
                <a:gd name="T11" fmla="*/ 251 h 311"/>
                <a:gd name="T12" fmla="*/ 0 w 394"/>
                <a:gd name="T13" fmla="*/ 251 h 311"/>
                <a:gd name="T14" fmla="*/ 0 w 394"/>
                <a:gd name="T15" fmla="*/ 60 h 311"/>
                <a:gd name="T16" fmla="*/ 18 w 394"/>
                <a:gd name="T17" fmla="*/ 12 h 311"/>
                <a:gd name="T18" fmla="*/ 18 w 394"/>
                <a:gd name="T19" fmla="*/ 12 h 311"/>
                <a:gd name="T20" fmla="*/ 62 w 394"/>
                <a:gd name="T21" fmla="*/ 0 h 311"/>
                <a:gd name="T22" fmla="*/ 62 w 394"/>
                <a:gd name="T23" fmla="*/ 0 h 311"/>
                <a:gd name="T24" fmla="*/ 148 w 394"/>
                <a:gd name="T25" fmla="*/ 0 h 311"/>
                <a:gd name="T26" fmla="*/ 246 w 394"/>
                <a:gd name="T27" fmla="*/ 0 h 311"/>
                <a:gd name="T28" fmla="*/ 332 w 394"/>
                <a:gd name="T29" fmla="*/ 0 h 311"/>
                <a:gd name="T30" fmla="*/ 332 w 394"/>
                <a:gd name="T31" fmla="*/ 6 h 311"/>
                <a:gd name="T32" fmla="*/ 332 w 394"/>
                <a:gd name="T33" fmla="*/ 12 h 311"/>
                <a:gd name="T34" fmla="*/ 246 w 394"/>
                <a:gd name="T35" fmla="*/ 12 h 311"/>
                <a:gd name="T36" fmla="*/ 148 w 394"/>
                <a:gd name="T37" fmla="*/ 12 h 311"/>
                <a:gd name="T38" fmla="*/ 62 w 394"/>
                <a:gd name="T39" fmla="*/ 12 h 311"/>
                <a:gd name="T40" fmla="*/ 26 w 394"/>
                <a:gd name="T41" fmla="*/ 22 h 311"/>
                <a:gd name="T42" fmla="*/ 26 w 394"/>
                <a:gd name="T43" fmla="*/ 22 h 311"/>
                <a:gd name="T44" fmla="*/ 12 w 394"/>
                <a:gd name="T45" fmla="*/ 60 h 311"/>
                <a:gd name="T46" fmla="*/ 12 w 394"/>
                <a:gd name="T47" fmla="*/ 60 h 311"/>
                <a:gd name="T48" fmla="*/ 12 w 394"/>
                <a:gd name="T49" fmla="*/ 251 h 311"/>
                <a:gd name="T50" fmla="*/ 26 w 394"/>
                <a:gd name="T51" fmla="*/ 288 h 311"/>
                <a:gd name="T52" fmla="*/ 26 w 394"/>
                <a:gd name="T53" fmla="*/ 288 h 311"/>
                <a:gd name="T54" fmla="*/ 62 w 394"/>
                <a:gd name="T55" fmla="*/ 298 h 311"/>
                <a:gd name="T56" fmla="*/ 62 w 394"/>
                <a:gd name="T57" fmla="*/ 298 h 311"/>
                <a:gd name="T58" fmla="*/ 148 w 394"/>
                <a:gd name="T59" fmla="*/ 298 h 311"/>
                <a:gd name="T60" fmla="*/ 246 w 394"/>
                <a:gd name="T61" fmla="*/ 298 h 311"/>
                <a:gd name="T62" fmla="*/ 332 w 394"/>
                <a:gd name="T63" fmla="*/ 298 h 311"/>
                <a:gd name="T64" fmla="*/ 368 w 394"/>
                <a:gd name="T65" fmla="*/ 288 h 311"/>
                <a:gd name="T66" fmla="*/ 368 w 394"/>
                <a:gd name="T67" fmla="*/ 288 h 311"/>
                <a:gd name="T68" fmla="*/ 382 w 394"/>
                <a:gd name="T69" fmla="*/ 251 h 311"/>
                <a:gd name="T70" fmla="*/ 382 w 394"/>
                <a:gd name="T71" fmla="*/ 251 h 311"/>
                <a:gd name="T72" fmla="*/ 382 w 394"/>
                <a:gd name="T73" fmla="*/ 60 h 311"/>
                <a:gd name="T74" fmla="*/ 368 w 394"/>
                <a:gd name="T75" fmla="*/ 22 h 311"/>
                <a:gd name="T76" fmla="*/ 368 w 394"/>
                <a:gd name="T77" fmla="*/ 22 h 311"/>
                <a:gd name="T78" fmla="*/ 332 w 394"/>
                <a:gd name="T79" fmla="*/ 12 h 311"/>
                <a:gd name="T80" fmla="*/ 332 w 394"/>
                <a:gd name="T81" fmla="*/ 12 h 311"/>
                <a:gd name="T82" fmla="*/ 332 w 394"/>
                <a:gd name="T83" fmla="*/ 6 h 311"/>
                <a:gd name="T84" fmla="*/ 332 w 394"/>
                <a:gd name="T85" fmla="*/ 0 h 311"/>
                <a:gd name="T86" fmla="*/ 376 w 394"/>
                <a:gd name="T87" fmla="*/ 12 h 311"/>
                <a:gd name="T88" fmla="*/ 376 w 394"/>
                <a:gd name="T89" fmla="*/ 12 h 311"/>
                <a:gd name="T90" fmla="*/ 394 w 394"/>
                <a:gd name="T91" fmla="*/ 60 h 311"/>
                <a:gd name="T92" fmla="*/ 394 w 394"/>
                <a:gd name="T93" fmla="*/ 60 h 311"/>
                <a:gd name="T94" fmla="*/ 394 w 394"/>
                <a:gd name="T95" fmla="*/ 251 h 311"/>
                <a:gd name="T96" fmla="*/ 376 w 394"/>
                <a:gd name="T97" fmla="*/ 297 h 311"/>
                <a:gd name="T98" fmla="*/ 376 w 394"/>
                <a:gd name="T99" fmla="*/ 297 h 311"/>
                <a:gd name="T100" fmla="*/ 332 w 394"/>
                <a:gd name="T101" fmla="*/ 311 h 311"/>
                <a:gd name="T102" fmla="*/ 332 w 394"/>
                <a:gd name="T103" fmla="*/ 311 h 311"/>
                <a:gd name="T104" fmla="*/ 246 w 394"/>
                <a:gd name="T105" fmla="*/ 311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94" h="311">
                  <a:moveTo>
                    <a:pt x="246" y="311"/>
                  </a:moveTo>
                  <a:cubicBezTo>
                    <a:pt x="148" y="311"/>
                    <a:pt x="148" y="311"/>
                    <a:pt x="148" y="311"/>
                  </a:cubicBezTo>
                  <a:cubicBezTo>
                    <a:pt x="62" y="311"/>
                    <a:pt x="62" y="311"/>
                    <a:pt x="62" y="311"/>
                  </a:cubicBezTo>
                  <a:cubicBezTo>
                    <a:pt x="45" y="311"/>
                    <a:pt x="30" y="307"/>
                    <a:pt x="18" y="297"/>
                  </a:cubicBezTo>
                  <a:cubicBezTo>
                    <a:pt x="18" y="297"/>
                    <a:pt x="18" y="297"/>
                    <a:pt x="18" y="297"/>
                  </a:cubicBezTo>
                  <a:cubicBezTo>
                    <a:pt x="6" y="288"/>
                    <a:pt x="0" y="272"/>
                    <a:pt x="0" y="251"/>
                  </a:cubicBezTo>
                  <a:cubicBezTo>
                    <a:pt x="0" y="251"/>
                    <a:pt x="0" y="251"/>
                    <a:pt x="0" y="251"/>
                  </a:cubicBezTo>
                  <a:cubicBezTo>
                    <a:pt x="0" y="60"/>
                    <a:pt x="0" y="60"/>
                    <a:pt x="0" y="60"/>
                  </a:cubicBezTo>
                  <a:cubicBezTo>
                    <a:pt x="0" y="38"/>
                    <a:pt x="6" y="22"/>
                    <a:pt x="18" y="12"/>
                  </a:cubicBezTo>
                  <a:cubicBezTo>
                    <a:pt x="18" y="12"/>
                    <a:pt x="18" y="12"/>
                    <a:pt x="18" y="12"/>
                  </a:cubicBezTo>
                  <a:cubicBezTo>
                    <a:pt x="30" y="3"/>
                    <a:pt x="46" y="0"/>
                    <a:pt x="62" y="0"/>
                  </a:cubicBezTo>
                  <a:cubicBezTo>
                    <a:pt x="62" y="0"/>
                    <a:pt x="62" y="0"/>
                    <a:pt x="62" y="0"/>
                  </a:cubicBezTo>
                  <a:cubicBezTo>
                    <a:pt x="148" y="0"/>
                    <a:pt x="148" y="0"/>
                    <a:pt x="148" y="0"/>
                  </a:cubicBezTo>
                  <a:cubicBezTo>
                    <a:pt x="246" y="0"/>
                    <a:pt x="246" y="0"/>
                    <a:pt x="246" y="0"/>
                  </a:cubicBezTo>
                  <a:cubicBezTo>
                    <a:pt x="332" y="0"/>
                    <a:pt x="332" y="0"/>
                    <a:pt x="332" y="0"/>
                  </a:cubicBezTo>
                  <a:cubicBezTo>
                    <a:pt x="332" y="6"/>
                    <a:pt x="332" y="6"/>
                    <a:pt x="332" y="6"/>
                  </a:cubicBezTo>
                  <a:cubicBezTo>
                    <a:pt x="332" y="12"/>
                    <a:pt x="332" y="12"/>
                    <a:pt x="332" y="12"/>
                  </a:cubicBezTo>
                  <a:cubicBezTo>
                    <a:pt x="246" y="12"/>
                    <a:pt x="246" y="12"/>
                    <a:pt x="246" y="12"/>
                  </a:cubicBezTo>
                  <a:cubicBezTo>
                    <a:pt x="148" y="12"/>
                    <a:pt x="148" y="12"/>
                    <a:pt x="148" y="12"/>
                  </a:cubicBezTo>
                  <a:cubicBezTo>
                    <a:pt x="62" y="12"/>
                    <a:pt x="62" y="12"/>
                    <a:pt x="62" y="12"/>
                  </a:cubicBezTo>
                  <a:cubicBezTo>
                    <a:pt x="47" y="12"/>
                    <a:pt x="34" y="15"/>
                    <a:pt x="26" y="22"/>
                  </a:cubicBezTo>
                  <a:cubicBezTo>
                    <a:pt x="26" y="22"/>
                    <a:pt x="26" y="22"/>
                    <a:pt x="26" y="22"/>
                  </a:cubicBezTo>
                  <a:cubicBezTo>
                    <a:pt x="18" y="29"/>
                    <a:pt x="12" y="40"/>
                    <a:pt x="12" y="60"/>
                  </a:cubicBezTo>
                  <a:cubicBezTo>
                    <a:pt x="12" y="60"/>
                    <a:pt x="12" y="60"/>
                    <a:pt x="12" y="60"/>
                  </a:cubicBezTo>
                  <a:cubicBezTo>
                    <a:pt x="12" y="251"/>
                    <a:pt x="12" y="251"/>
                    <a:pt x="12" y="251"/>
                  </a:cubicBezTo>
                  <a:cubicBezTo>
                    <a:pt x="12" y="270"/>
                    <a:pt x="18" y="281"/>
                    <a:pt x="26" y="288"/>
                  </a:cubicBezTo>
                  <a:cubicBezTo>
                    <a:pt x="26" y="288"/>
                    <a:pt x="26" y="288"/>
                    <a:pt x="26" y="288"/>
                  </a:cubicBezTo>
                  <a:cubicBezTo>
                    <a:pt x="35" y="295"/>
                    <a:pt x="47" y="298"/>
                    <a:pt x="62" y="298"/>
                  </a:cubicBezTo>
                  <a:cubicBezTo>
                    <a:pt x="62" y="298"/>
                    <a:pt x="62" y="298"/>
                    <a:pt x="62" y="298"/>
                  </a:cubicBezTo>
                  <a:cubicBezTo>
                    <a:pt x="148" y="298"/>
                    <a:pt x="148" y="298"/>
                    <a:pt x="148" y="298"/>
                  </a:cubicBezTo>
                  <a:cubicBezTo>
                    <a:pt x="246" y="298"/>
                    <a:pt x="246" y="298"/>
                    <a:pt x="246" y="298"/>
                  </a:cubicBezTo>
                  <a:cubicBezTo>
                    <a:pt x="332" y="298"/>
                    <a:pt x="332" y="298"/>
                    <a:pt x="332" y="298"/>
                  </a:cubicBezTo>
                  <a:cubicBezTo>
                    <a:pt x="347" y="298"/>
                    <a:pt x="359" y="295"/>
                    <a:pt x="368" y="288"/>
                  </a:cubicBezTo>
                  <a:cubicBezTo>
                    <a:pt x="368" y="288"/>
                    <a:pt x="368" y="288"/>
                    <a:pt x="368" y="288"/>
                  </a:cubicBezTo>
                  <a:cubicBezTo>
                    <a:pt x="376" y="281"/>
                    <a:pt x="382" y="270"/>
                    <a:pt x="382" y="251"/>
                  </a:cubicBezTo>
                  <a:cubicBezTo>
                    <a:pt x="382" y="251"/>
                    <a:pt x="382" y="251"/>
                    <a:pt x="382" y="251"/>
                  </a:cubicBezTo>
                  <a:cubicBezTo>
                    <a:pt x="382" y="60"/>
                    <a:pt x="382" y="60"/>
                    <a:pt x="382" y="60"/>
                  </a:cubicBezTo>
                  <a:cubicBezTo>
                    <a:pt x="382" y="40"/>
                    <a:pt x="376" y="29"/>
                    <a:pt x="368" y="22"/>
                  </a:cubicBezTo>
                  <a:cubicBezTo>
                    <a:pt x="368" y="22"/>
                    <a:pt x="368" y="22"/>
                    <a:pt x="368" y="22"/>
                  </a:cubicBezTo>
                  <a:cubicBezTo>
                    <a:pt x="359" y="15"/>
                    <a:pt x="347" y="12"/>
                    <a:pt x="332" y="12"/>
                  </a:cubicBezTo>
                  <a:cubicBezTo>
                    <a:pt x="332" y="12"/>
                    <a:pt x="332" y="12"/>
                    <a:pt x="332" y="12"/>
                  </a:cubicBezTo>
                  <a:cubicBezTo>
                    <a:pt x="332" y="6"/>
                    <a:pt x="332" y="6"/>
                    <a:pt x="332" y="6"/>
                  </a:cubicBezTo>
                  <a:cubicBezTo>
                    <a:pt x="332" y="0"/>
                    <a:pt x="332" y="0"/>
                    <a:pt x="332" y="0"/>
                  </a:cubicBezTo>
                  <a:cubicBezTo>
                    <a:pt x="348" y="0"/>
                    <a:pt x="364" y="3"/>
                    <a:pt x="376" y="12"/>
                  </a:cubicBezTo>
                  <a:cubicBezTo>
                    <a:pt x="376" y="12"/>
                    <a:pt x="376" y="12"/>
                    <a:pt x="376" y="12"/>
                  </a:cubicBezTo>
                  <a:cubicBezTo>
                    <a:pt x="387" y="22"/>
                    <a:pt x="394" y="38"/>
                    <a:pt x="394" y="60"/>
                  </a:cubicBezTo>
                  <a:cubicBezTo>
                    <a:pt x="394" y="60"/>
                    <a:pt x="394" y="60"/>
                    <a:pt x="394" y="60"/>
                  </a:cubicBezTo>
                  <a:cubicBezTo>
                    <a:pt x="394" y="251"/>
                    <a:pt x="394" y="251"/>
                    <a:pt x="394" y="251"/>
                  </a:cubicBezTo>
                  <a:cubicBezTo>
                    <a:pt x="394" y="272"/>
                    <a:pt x="387" y="288"/>
                    <a:pt x="376" y="297"/>
                  </a:cubicBezTo>
                  <a:cubicBezTo>
                    <a:pt x="376" y="297"/>
                    <a:pt x="376" y="297"/>
                    <a:pt x="376" y="297"/>
                  </a:cubicBezTo>
                  <a:cubicBezTo>
                    <a:pt x="364" y="307"/>
                    <a:pt x="348" y="311"/>
                    <a:pt x="332" y="311"/>
                  </a:cubicBezTo>
                  <a:cubicBezTo>
                    <a:pt x="332" y="311"/>
                    <a:pt x="332" y="311"/>
                    <a:pt x="332" y="311"/>
                  </a:cubicBezTo>
                  <a:cubicBezTo>
                    <a:pt x="246" y="311"/>
                    <a:pt x="246" y="311"/>
                    <a:pt x="246" y="3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8" name="Freeform 66"/>
            <p:cNvSpPr>
              <a:spLocks/>
            </p:cNvSpPr>
            <p:nvPr/>
          </p:nvSpPr>
          <p:spPr bwMode="auto">
            <a:xfrm>
              <a:off x="10363201" y="3548063"/>
              <a:ext cx="1058863" cy="660400"/>
            </a:xfrm>
            <a:custGeom>
              <a:avLst/>
              <a:gdLst>
                <a:gd name="T0" fmla="*/ 305 w 360"/>
                <a:gd name="T1" fmla="*/ 0 h 225"/>
                <a:gd name="T2" fmla="*/ 284 w 360"/>
                <a:gd name="T3" fmla="*/ 15 h 225"/>
                <a:gd name="T4" fmla="*/ 215 w 360"/>
                <a:gd name="T5" fmla="*/ 84 h 225"/>
                <a:gd name="T6" fmla="*/ 286 w 360"/>
                <a:gd name="T7" fmla="*/ 149 h 225"/>
                <a:gd name="T8" fmla="*/ 286 w 360"/>
                <a:gd name="T9" fmla="*/ 161 h 225"/>
                <a:gd name="T10" fmla="*/ 280 w 360"/>
                <a:gd name="T11" fmla="*/ 164 h 225"/>
                <a:gd name="T12" fmla="*/ 275 w 360"/>
                <a:gd name="T13" fmla="*/ 162 h 225"/>
                <a:gd name="T14" fmla="*/ 166 w 360"/>
                <a:gd name="T15" fmla="*/ 62 h 225"/>
                <a:gd name="T16" fmla="*/ 128 w 360"/>
                <a:gd name="T17" fmla="*/ 41 h 225"/>
                <a:gd name="T18" fmla="*/ 92 w 360"/>
                <a:gd name="T19" fmla="*/ 62 h 225"/>
                <a:gd name="T20" fmla="*/ 0 w 360"/>
                <a:gd name="T21" fmla="*/ 146 h 225"/>
                <a:gd name="T22" fmla="*/ 0 w 360"/>
                <a:gd name="T23" fmla="*/ 176 h 225"/>
                <a:gd name="T24" fmla="*/ 53 w 360"/>
                <a:gd name="T25" fmla="*/ 225 h 225"/>
                <a:gd name="T26" fmla="*/ 134 w 360"/>
                <a:gd name="T27" fmla="*/ 225 h 225"/>
                <a:gd name="T28" fmla="*/ 226 w 360"/>
                <a:gd name="T29" fmla="*/ 225 h 225"/>
                <a:gd name="T30" fmla="*/ 307 w 360"/>
                <a:gd name="T31" fmla="*/ 225 h 225"/>
                <a:gd name="T32" fmla="*/ 360 w 360"/>
                <a:gd name="T33" fmla="*/ 176 h 225"/>
                <a:gd name="T34" fmla="*/ 360 w 360"/>
                <a:gd name="T35" fmla="*/ 46 h 225"/>
                <a:gd name="T36" fmla="*/ 329 w 360"/>
                <a:gd name="T37" fmla="*/ 15 h 225"/>
                <a:gd name="T38" fmla="*/ 305 w 360"/>
                <a:gd name="T39" fmla="*/ 0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60" h="225">
                  <a:moveTo>
                    <a:pt x="305" y="0"/>
                  </a:moveTo>
                  <a:cubicBezTo>
                    <a:pt x="302" y="0"/>
                    <a:pt x="295" y="4"/>
                    <a:pt x="284" y="15"/>
                  </a:cubicBezTo>
                  <a:cubicBezTo>
                    <a:pt x="215" y="84"/>
                    <a:pt x="215" y="84"/>
                    <a:pt x="215" y="84"/>
                  </a:cubicBezTo>
                  <a:cubicBezTo>
                    <a:pt x="286" y="149"/>
                    <a:pt x="286" y="149"/>
                    <a:pt x="286" y="149"/>
                  </a:cubicBezTo>
                  <a:cubicBezTo>
                    <a:pt x="289" y="152"/>
                    <a:pt x="289" y="158"/>
                    <a:pt x="286" y="161"/>
                  </a:cubicBezTo>
                  <a:cubicBezTo>
                    <a:pt x="285" y="163"/>
                    <a:pt x="282" y="164"/>
                    <a:pt x="280" y="164"/>
                  </a:cubicBezTo>
                  <a:cubicBezTo>
                    <a:pt x="278" y="164"/>
                    <a:pt x="276" y="163"/>
                    <a:pt x="275" y="162"/>
                  </a:cubicBezTo>
                  <a:cubicBezTo>
                    <a:pt x="166" y="62"/>
                    <a:pt x="166" y="62"/>
                    <a:pt x="166" y="62"/>
                  </a:cubicBezTo>
                  <a:cubicBezTo>
                    <a:pt x="149" y="47"/>
                    <a:pt x="137" y="41"/>
                    <a:pt x="128" y="41"/>
                  </a:cubicBezTo>
                  <a:cubicBezTo>
                    <a:pt x="120" y="41"/>
                    <a:pt x="109" y="47"/>
                    <a:pt x="92" y="62"/>
                  </a:cubicBezTo>
                  <a:cubicBezTo>
                    <a:pt x="0" y="146"/>
                    <a:pt x="0" y="146"/>
                    <a:pt x="0" y="146"/>
                  </a:cubicBezTo>
                  <a:cubicBezTo>
                    <a:pt x="0" y="176"/>
                    <a:pt x="0" y="176"/>
                    <a:pt x="0" y="176"/>
                  </a:cubicBezTo>
                  <a:cubicBezTo>
                    <a:pt x="0" y="213"/>
                    <a:pt x="24" y="225"/>
                    <a:pt x="53" y="225"/>
                  </a:cubicBezTo>
                  <a:cubicBezTo>
                    <a:pt x="134" y="225"/>
                    <a:pt x="134" y="225"/>
                    <a:pt x="134" y="225"/>
                  </a:cubicBezTo>
                  <a:cubicBezTo>
                    <a:pt x="226" y="225"/>
                    <a:pt x="226" y="225"/>
                    <a:pt x="226" y="225"/>
                  </a:cubicBezTo>
                  <a:cubicBezTo>
                    <a:pt x="307" y="225"/>
                    <a:pt x="307" y="225"/>
                    <a:pt x="307" y="225"/>
                  </a:cubicBezTo>
                  <a:cubicBezTo>
                    <a:pt x="336" y="225"/>
                    <a:pt x="360" y="213"/>
                    <a:pt x="360" y="176"/>
                  </a:cubicBezTo>
                  <a:cubicBezTo>
                    <a:pt x="360" y="46"/>
                    <a:pt x="360" y="46"/>
                    <a:pt x="360" y="46"/>
                  </a:cubicBezTo>
                  <a:cubicBezTo>
                    <a:pt x="329" y="15"/>
                    <a:pt x="329" y="15"/>
                    <a:pt x="329" y="15"/>
                  </a:cubicBezTo>
                  <a:cubicBezTo>
                    <a:pt x="317" y="4"/>
                    <a:pt x="310" y="0"/>
                    <a:pt x="30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9" name="Oval 67"/>
            <p:cNvSpPr>
              <a:spLocks noChangeArrowheads="1"/>
            </p:cNvSpPr>
            <p:nvPr/>
          </p:nvSpPr>
          <p:spPr bwMode="auto">
            <a:xfrm>
              <a:off x="10845801" y="3471863"/>
              <a:ext cx="228600" cy="2286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80" name="组合 679"/>
          <p:cNvGrpSpPr/>
          <p:nvPr/>
        </p:nvGrpSpPr>
        <p:grpSpPr>
          <a:xfrm>
            <a:off x="11193354" y="2406158"/>
            <a:ext cx="355913" cy="378291"/>
            <a:chOff x="255588" y="323850"/>
            <a:chExt cx="1590675" cy="1690688"/>
          </a:xfrm>
          <a:solidFill>
            <a:srgbClr val="707E84"/>
          </a:solidFill>
        </p:grpSpPr>
        <p:sp>
          <p:nvSpPr>
            <p:cNvPr id="681" name="Freeform 6"/>
            <p:cNvSpPr>
              <a:spLocks/>
            </p:cNvSpPr>
            <p:nvPr/>
          </p:nvSpPr>
          <p:spPr bwMode="auto">
            <a:xfrm>
              <a:off x="898526" y="500063"/>
              <a:ext cx="103188" cy="158750"/>
            </a:xfrm>
            <a:custGeom>
              <a:avLst/>
              <a:gdLst>
                <a:gd name="T0" fmla="*/ 3 w 35"/>
                <a:gd name="T1" fmla="*/ 8 h 54"/>
                <a:gd name="T2" fmla="*/ 11 w 35"/>
                <a:gd name="T3" fmla="*/ 19 h 54"/>
                <a:gd name="T4" fmla="*/ 11 w 35"/>
                <a:gd name="T5" fmla="*/ 52 h 54"/>
                <a:gd name="T6" fmla="*/ 22 w 35"/>
                <a:gd name="T7" fmla="*/ 52 h 54"/>
                <a:gd name="T8" fmla="*/ 22 w 35"/>
                <a:gd name="T9" fmla="*/ 30 h 54"/>
                <a:gd name="T10" fmla="*/ 29 w 35"/>
                <a:gd name="T11" fmla="*/ 14 h 54"/>
                <a:gd name="T12" fmla="*/ 26 w 35"/>
                <a:gd name="T13" fmla="*/ 11 h 54"/>
                <a:gd name="T14" fmla="*/ 19 w 35"/>
                <a:gd name="T15" fmla="*/ 22 h 54"/>
                <a:gd name="T16" fmla="*/ 11 w 35"/>
                <a:gd name="T17" fmla="*/ 12 h 54"/>
                <a:gd name="T18" fmla="*/ 0 w 35"/>
                <a:gd name="T19"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54">
                  <a:moveTo>
                    <a:pt x="3" y="8"/>
                  </a:moveTo>
                  <a:cubicBezTo>
                    <a:pt x="3" y="8"/>
                    <a:pt x="9" y="11"/>
                    <a:pt x="11" y="19"/>
                  </a:cubicBezTo>
                  <a:cubicBezTo>
                    <a:pt x="13" y="27"/>
                    <a:pt x="11" y="52"/>
                    <a:pt x="11" y="52"/>
                  </a:cubicBezTo>
                  <a:cubicBezTo>
                    <a:pt x="14" y="54"/>
                    <a:pt x="18" y="54"/>
                    <a:pt x="22" y="52"/>
                  </a:cubicBezTo>
                  <a:cubicBezTo>
                    <a:pt x="22" y="30"/>
                    <a:pt x="22" y="30"/>
                    <a:pt x="22" y="30"/>
                  </a:cubicBezTo>
                  <a:cubicBezTo>
                    <a:pt x="22" y="30"/>
                    <a:pt x="23" y="18"/>
                    <a:pt x="29" y="14"/>
                  </a:cubicBezTo>
                  <a:cubicBezTo>
                    <a:pt x="35" y="9"/>
                    <a:pt x="29" y="8"/>
                    <a:pt x="26" y="11"/>
                  </a:cubicBezTo>
                  <a:cubicBezTo>
                    <a:pt x="24" y="14"/>
                    <a:pt x="22" y="22"/>
                    <a:pt x="19" y="22"/>
                  </a:cubicBezTo>
                  <a:cubicBezTo>
                    <a:pt x="15" y="23"/>
                    <a:pt x="12" y="14"/>
                    <a:pt x="11" y="12"/>
                  </a:cubicBezTo>
                  <a:cubicBezTo>
                    <a:pt x="9" y="6"/>
                    <a:pt x="5" y="4"/>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2" name="Freeform 7"/>
            <p:cNvSpPr>
              <a:spLocks/>
            </p:cNvSpPr>
            <p:nvPr/>
          </p:nvSpPr>
          <p:spPr bwMode="auto">
            <a:xfrm>
              <a:off x="969963" y="323850"/>
              <a:ext cx="320675" cy="314325"/>
            </a:xfrm>
            <a:custGeom>
              <a:avLst/>
              <a:gdLst>
                <a:gd name="T0" fmla="*/ 0 w 109"/>
                <a:gd name="T1" fmla="*/ 72 h 107"/>
                <a:gd name="T2" fmla="*/ 45 w 109"/>
                <a:gd name="T3" fmla="*/ 26 h 107"/>
                <a:gd name="T4" fmla="*/ 100 w 109"/>
                <a:gd name="T5" fmla="*/ 0 h 107"/>
                <a:gd name="T6" fmla="*/ 64 w 109"/>
                <a:gd name="T7" fmla="*/ 88 h 107"/>
                <a:gd name="T8" fmla="*/ 0 w 109"/>
                <a:gd name="T9" fmla="*/ 72 h 107"/>
              </a:gdLst>
              <a:ahLst/>
              <a:cxnLst>
                <a:cxn ang="0">
                  <a:pos x="T0" y="T1"/>
                </a:cxn>
                <a:cxn ang="0">
                  <a:pos x="T2" y="T3"/>
                </a:cxn>
                <a:cxn ang="0">
                  <a:pos x="T4" y="T5"/>
                </a:cxn>
                <a:cxn ang="0">
                  <a:pos x="T6" y="T7"/>
                </a:cxn>
                <a:cxn ang="0">
                  <a:pos x="T8" y="T9"/>
                </a:cxn>
              </a:cxnLst>
              <a:rect l="0" t="0" r="r" b="b"/>
              <a:pathLst>
                <a:path w="109" h="107">
                  <a:moveTo>
                    <a:pt x="0" y="72"/>
                  </a:moveTo>
                  <a:cubicBezTo>
                    <a:pt x="0" y="72"/>
                    <a:pt x="4" y="31"/>
                    <a:pt x="45" y="26"/>
                  </a:cubicBezTo>
                  <a:cubicBezTo>
                    <a:pt x="78" y="21"/>
                    <a:pt x="97" y="20"/>
                    <a:pt x="100" y="0"/>
                  </a:cubicBezTo>
                  <a:cubicBezTo>
                    <a:pt x="100" y="0"/>
                    <a:pt x="109" y="70"/>
                    <a:pt x="64" y="88"/>
                  </a:cubicBezTo>
                  <a:cubicBezTo>
                    <a:pt x="19" y="107"/>
                    <a:pt x="0" y="72"/>
                    <a:pt x="0" y="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3" name="Freeform 8"/>
            <p:cNvSpPr>
              <a:spLocks/>
            </p:cNvSpPr>
            <p:nvPr/>
          </p:nvSpPr>
          <p:spPr bwMode="auto">
            <a:xfrm>
              <a:off x="611188" y="323850"/>
              <a:ext cx="320675" cy="314325"/>
            </a:xfrm>
            <a:custGeom>
              <a:avLst/>
              <a:gdLst>
                <a:gd name="T0" fmla="*/ 109 w 109"/>
                <a:gd name="T1" fmla="*/ 72 h 107"/>
                <a:gd name="T2" fmla="*/ 65 w 109"/>
                <a:gd name="T3" fmla="*/ 26 h 107"/>
                <a:gd name="T4" fmla="*/ 9 w 109"/>
                <a:gd name="T5" fmla="*/ 0 h 107"/>
                <a:gd name="T6" fmla="*/ 45 w 109"/>
                <a:gd name="T7" fmla="*/ 88 h 107"/>
                <a:gd name="T8" fmla="*/ 109 w 109"/>
                <a:gd name="T9" fmla="*/ 72 h 107"/>
              </a:gdLst>
              <a:ahLst/>
              <a:cxnLst>
                <a:cxn ang="0">
                  <a:pos x="T0" y="T1"/>
                </a:cxn>
                <a:cxn ang="0">
                  <a:pos x="T2" y="T3"/>
                </a:cxn>
                <a:cxn ang="0">
                  <a:pos x="T4" y="T5"/>
                </a:cxn>
                <a:cxn ang="0">
                  <a:pos x="T6" y="T7"/>
                </a:cxn>
                <a:cxn ang="0">
                  <a:pos x="T8" y="T9"/>
                </a:cxn>
              </a:cxnLst>
              <a:rect l="0" t="0" r="r" b="b"/>
              <a:pathLst>
                <a:path w="109" h="107">
                  <a:moveTo>
                    <a:pt x="109" y="72"/>
                  </a:moveTo>
                  <a:cubicBezTo>
                    <a:pt x="109" y="72"/>
                    <a:pt x="106" y="31"/>
                    <a:pt x="65" y="26"/>
                  </a:cubicBezTo>
                  <a:cubicBezTo>
                    <a:pt x="31" y="21"/>
                    <a:pt x="13" y="20"/>
                    <a:pt x="9" y="0"/>
                  </a:cubicBezTo>
                  <a:cubicBezTo>
                    <a:pt x="9" y="0"/>
                    <a:pt x="0" y="70"/>
                    <a:pt x="45" y="88"/>
                  </a:cubicBezTo>
                  <a:cubicBezTo>
                    <a:pt x="91" y="107"/>
                    <a:pt x="109" y="72"/>
                    <a:pt x="109" y="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4" name="Freeform 9"/>
            <p:cNvSpPr>
              <a:spLocks noEditPoints="1"/>
            </p:cNvSpPr>
            <p:nvPr/>
          </p:nvSpPr>
          <p:spPr bwMode="auto">
            <a:xfrm>
              <a:off x="273051" y="741363"/>
              <a:ext cx="1193800" cy="1182688"/>
            </a:xfrm>
            <a:custGeom>
              <a:avLst/>
              <a:gdLst>
                <a:gd name="T0" fmla="*/ 248 w 406"/>
                <a:gd name="T1" fmla="*/ 20 h 403"/>
                <a:gd name="T2" fmla="*/ 199 w 406"/>
                <a:gd name="T3" fmla="*/ 2 h 403"/>
                <a:gd name="T4" fmla="*/ 130 w 406"/>
                <a:gd name="T5" fmla="*/ 33 h 403"/>
                <a:gd name="T6" fmla="*/ 109 w 406"/>
                <a:gd name="T7" fmla="*/ 45 h 403"/>
                <a:gd name="T8" fmla="*/ 110 w 406"/>
                <a:gd name="T9" fmla="*/ 46 h 403"/>
                <a:gd name="T10" fmla="*/ 120 w 406"/>
                <a:gd name="T11" fmla="*/ 28 h 403"/>
                <a:gd name="T12" fmla="*/ 84 w 406"/>
                <a:gd name="T13" fmla="*/ 50 h 403"/>
                <a:gd name="T14" fmla="*/ 31 w 406"/>
                <a:gd name="T15" fmla="*/ 258 h 403"/>
                <a:gd name="T16" fmla="*/ 28 w 406"/>
                <a:gd name="T17" fmla="*/ 220 h 403"/>
                <a:gd name="T18" fmla="*/ 58 w 406"/>
                <a:gd name="T19" fmla="*/ 238 h 403"/>
                <a:gd name="T20" fmla="*/ 99 w 406"/>
                <a:gd name="T21" fmla="*/ 228 h 403"/>
                <a:gd name="T22" fmla="*/ 128 w 406"/>
                <a:gd name="T23" fmla="*/ 284 h 403"/>
                <a:gd name="T24" fmla="*/ 141 w 406"/>
                <a:gd name="T25" fmla="*/ 276 h 403"/>
                <a:gd name="T26" fmla="*/ 142 w 406"/>
                <a:gd name="T27" fmla="*/ 233 h 403"/>
                <a:gd name="T28" fmla="*/ 187 w 406"/>
                <a:gd name="T29" fmla="*/ 210 h 403"/>
                <a:gd name="T30" fmla="*/ 191 w 406"/>
                <a:gd name="T31" fmla="*/ 170 h 403"/>
                <a:gd name="T32" fmla="*/ 248 w 406"/>
                <a:gd name="T33" fmla="*/ 127 h 403"/>
                <a:gd name="T34" fmla="*/ 263 w 406"/>
                <a:gd name="T35" fmla="*/ 120 h 403"/>
                <a:gd name="T36" fmla="*/ 286 w 406"/>
                <a:gd name="T37" fmla="*/ 90 h 403"/>
                <a:gd name="T38" fmla="*/ 317 w 406"/>
                <a:gd name="T39" fmla="*/ 101 h 403"/>
                <a:gd name="T40" fmla="*/ 350 w 406"/>
                <a:gd name="T41" fmla="*/ 55 h 403"/>
                <a:gd name="T42" fmla="*/ 349 w 406"/>
                <a:gd name="T43" fmla="*/ 46 h 403"/>
                <a:gd name="T44" fmla="*/ 368 w 406"/>
                <a:gd name="T45" fmla="*/ 70 h 403"/>
                <a:gd name="T46" fmla="*/ 389 w 406"/>
                <a:gd name="T47" fmla="*/ 98 h 403"/>
                <a:gd name="T48" fmla="*/ 395 w 406"/>
                <a:gd name="T49" fmla="*/ 97 h 403"/>
                <a:gd name="T50" fmla="*/ 245 w 406"/>
                <a:gd name="T51" fmla="*/ 173 h 403"/>
                <a:gd name="T52" fmla="*/ 231 w 406"/>
                <a:gd name="T53" fmla="*/ 187 h 403"/>
                <a:gd name="T54" fmla="*/ 254 w 406"/>
                <a:gd name="T55" fmla="*/ 175 h 403"/>
                <a:gd name="T56" fmla="*/ 270 w 406"/>
                <a:gd name="T57" fmla="*/ 151 h 403"/>
                <a:gd name="T58" fmla="*/ 251 w 406"/>
                <a:gd name="T59" fmla="*/ 160 h 403"/>
                <a:gd name="T60" fmla="*/ 185 w 406"/>
                <a:gd name="T61" fmla="*/ 221 h 403"/>
                <a:gd name="T62" fmla="*/ 194 w 406"/>
                <a:gd name="T63" fmla="*/ 238 h 403"/>
                <a:gd name="T64" fmla="*/ 196 w 406"/>
                <a:gd name="T65" fmla="*/ 247 h 403"/>
                <a:gd name="T66" fmla="*/ 194 w 406"/>
                <a:gd name="T67" fmla="*/ 256 h 403"/>
                <a:gd name="T68" fmla="*/ 181 w 406"/>
                <a:gd name="T69" fmla="*/ 282 h 403"/>
                <a:gd name="T70" fmla="*/ 168 w 406"/>
                <a:gd name="T71" fmla="*/ 282 h 403"/>
                <a:gd name="T72" fmla="*/ 185 w 406"/>
                <a:gd name="T73" fmla="*/ 284 h 403"/>
                <a:gd name="T74" fmla="*/ 180 w 406"/>
                <a:gd name="T75" fmla="*/ 308 h 403"/>
                <a:gd name="T76" fmla="*/ 206 w 406"/>
                <a:gd name="T77" fmla="*/ 269 h 403"/>
                <a:gd name="T78" fmla="*/ 207 w 406"/>
                <a:gd name="T79" fmla="*/ 282 h 403"/>
                <a:gd name="T80" fmla="*/ 190 w 406"/>
                <a:gd name="T81" fmla="*/ 298 h 403"/>
                <a:gd name="T82" fmla="*/ 199 w 406"/>
                <a:gd name="T83" fmla="*/ 300 h 403"/>
                <a:gd name="T84" fmla="*/ 212 w 406"/>
                <a:gd name="T85" fmla="*/ 308 h 403"/>
                <a:gd name="T86" fmla="*/ 187 w 406"/>
                <a:gd name="T87" fmla="*/ 306 h 403"/>
                <a:gd name="T88" fmla="*/ 272 w 406"/>
                <a:gd name="T89" fmla="*/ 310 h 403"/>
                <a:gd name="T90" fmla="*/ 236 w 406"/>
                <a:gd name="T91" fmla="*/ 296 h 403"/>
                <a:gd name="T92" fmla="*/ 249 w 406"/>
                <a:gd name="T93" fmla="*/ 309 h 403"/>
                <a:gd name="T94" fmla="*/ 286 w 406"/>
                <a:gd name="T95" fmla="*/ 293 h 403"/>
                <a:gd name="T96" fmla="*/ 288 w 406"/>
                <a:gd name="T97" fmla="*/ 295 h 403"/>
                <a:gd name="T98" fmla="*/ 267 w 406"/>
                <a:gd name="T99" fmla="*/ 346 h 403"/>
                <a:gd name="T100" fmla="*/ 239 w 406"/>
                <a:gd name="T101" fmla="*/ 325 h 403"/>
                <a:gd name="T102" fmla="*/ 200 w 406"/>
                <a:gd name="T103" fmla="*/ 343 h 403"/>
                <a:gd name="T104" fmla="*/ 195 w 406"/>
                <a:gd name="T105" fmla="*/ 374 h 403"/>
                <a:gd name="T106" fmla="*/ 241 w 406"/>
                <a:gd name="T107" fmla="*/ 382 h 403"/>
                <a:gd name="T108" fmla="*/ 271 w 406"/>
                <a:gd name="T109" fmla="*/ 389 h 403"/>
                <a:gd name="T110" fmla="*/ 274 w 406"/>
                <a:gd name="T111" fmla="*/ 391 h 403"/>
                <a:gd name="T112" fmla="*/ 303 w 406"/>
                <a:gd name="T113" fmla="*/ 314 h 403"/>
                <a:gd name="T114" fmla="*/ 312 w 406"/>
                <a:gd name="T115" fmla="*/ 312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06" h="403">
                  <a:moveTo>
                    <a:pt x="338" y="52"/>
                  </a:moveTo>
                  <a:cubicBezTo>
                    <a:pt x="331" y="45"/>
                    <a:pt x="331" y="45"/>
                    <a:pt x="331" y="45"/>
                  </a:cubicBezTo>
                  <a:cubicBezTo>
                    <a:pt x="311" y="39"/>
                    <a:pt x="311" y="39"/>
                    <a:pt x="311" y="39"/>
                  </a:cubicBezTo>
                  <a:cubicBezTo>
                    <a:pt x="310" y="43"/>
                    <a:pt x="310" y="43"/>
                    <a:pt x="310" y="43"/>
                  </a:cubicBezTo>
                  <a:cubicBezTo>
                    <a:pt x="301" y="39"/>
                    <a:pt x="301" y="39"/>
                    <a:pt x="301" y="39"/>
                  </a:cubicBezTo>
                  <a:cubicBezTo>
                    <a:pt x="296" y="36"/>
                    <a:pt x="296" y="36"/>
                    <a:pt x="296" y="36"/>
                  </a:cubicBezTo>
                  <a:cubicBezTo>
                    <a:pt x="296" y="36"/>
                    <a:pt x="289" y="37"/>
                    <a:pt x="289" y="38"/>
                  </a:cubicBezTo>
                  <a:cubicBezTo>
                    <a:pt x="289" y="39"/>
                    <a:pt x="277" y="30"/>
                    <a:pt x="277" y="30"/>
                  </a:cubicBezTo>
                  <a:cubicBezTo>
                    <a:pt x="268" y="30"/>
                    <a:pt x="268" y="30"/>
                    <a:pt x="268" y="30"/>
                  </a:cubicBezTo>
                  <a:cubicBezTo>
                    <a:pt x="259" y="24"/>
                    <a:pt x="259" y="24"/>
                    <a:pt x="259" y="24"/>
                  </a:cubicBezTo>
                  <a:cubicBezTo>
                    <a:pt x="256" y="25"/>
                    <a:pt x="256" y="25"/>
                    <a:pt x="256" y="25"/>
                  </a:cubicBezTo>
                  <a:cubicBezTo>
                    <a:pt x="248" y="20"/>
                    <a:pt x="248" y="20"/>
                    <a:pt x="248" y="20"/>
                  </a:cubicBezTo>
                  <a:cubicBezTo>
                    <a:pt x="241" y="26"/>
                    <a:pt x="241" y="26"/>
                    <a:pt x="241" y="26"/>
                  </a:cubicBezTo>
                  <a:cubicBezTo>
                    <a:pt x="241" y="28"/>
                    <a:pt x="241" y="28"/>
                    <a:pt x="241" y="28"/>
                  </a:cubicBezTo>
                  <a:cubicBezTo>
                    <a:pt x="231" y="26"/>
                    <a:pt x="231" y="26"/>
                    <a:pt x="231" y="26"/>
                  </a:cubicBezTo>
                  <a:cubicBezTo>
                    <a:pt x="227" y="27"/>
                    <a:pt x="227" y="27"/>
                    <a:pt x="227" y="27"/>
                  </a:cubicBezTo>
                  <a:cubicBezTo>
                    <a:pt x="221" y="20"/>
                    <a:pt x="221" y="20"/>
                    <a:pt x="221" y="20"/>
                  </a:cubicBezTo>
                  <a:cubicBezTo>
                    <a:pt x="208" y="19"/>
                    <a:pt x="208" y="19"/>
                    <a:pt x="208" y="19"/>
                  </a:cubicBezTo>
                  <a:cubicBezTo>
                    <a:pt x="196" y="17"/>
                    <a:pt x="196" y="17"/>
                    <a:pt x="196" y="17"/>
                  </a:cubicBezTo>
                  <a:cubicBezTo>
                    <a:pt x="191" y="13"/>
                    <a:pt x="191" y="13"/>
                    <a:pt x="191" y="13"/>
                  </a:cubicBezTo>
                  <a:cubicBezTo>
                    <a:pt x="183" y="16"/>
                    <a:pt x="183" y="16"/>
                    <a:pt x="183" y="16"/>
                  </a:cubicBezTo>
                  <a:cubicBezTo>
                    <a:pt x="181" y="15"/>
                    <a:pt x="181" y="15"/>
                    <a:pt x="181" y="15"/>
                  </a:cubicBezTo>
                  <a:cubicBezTo>
                    <a:pt x="196" y="9"/>
                    <a:pt x="196" y="9"/>
                    <a:pt x="196" y="9"/>
                  </a:cubicBezTo>
                  <a:cubicBezTo>
                    <a:pt x="199" y="2"/>
                    <a:pt x="199" y="2"/>
                    <a:pt x="199" y="2"/>
                  </a:cubicBezTo>
                  <a:cubicBezTo>
                    <a:pt x="190" y="4"/>
                    <a:pt x="190" y="4"/>
                    <a:pt x="190" y="4"/>
                  </a:cubicBezTo>
                  <a:cubicBezTo>
                    <a:pt x="195" y="0"/>
                    <a:pt x="195" y="0"/>
                    <a:pt x="195" y="0"/>
                  </a:cubicBezTo>
                  <a:cubicBezTo>
                    <a:pt x="185" y="2"/>
                    <a:pt x="185" y="2"/>
                    <a:pt x="185" y="2"/>
                  </a:cubicBezTo>
                  <a:cubicBezTo>
                    <a:pt x="182" y="6"/>
                    <a:pt x="182" y="6"/>
                    <a:pt x="182" y="6"/>
                  </a:cubicBezTo>
                  <a:cubicBezTo>
                    <a:pt x="179" y="10"/>
                    <a:pt x="179" y="10"/>
                    <a:pt x="179" y="10"/>
                  </a:cubicBezTo>
                  <a:cubicBezTo>
                    <a:pt x="176" y="6"/>
                    <a:pt x="176" y="6"/>
                    <a:pt x="176" y="6"/>
                  </a:cubicBezTo>
                  <a:cubicBezTo>
                    <a:pt x="168" y="7"/>
                    <a:pt x="168" y="7"/>
                    <a:pt x="168" y="7"/>
                  </a:cubicBezTo>
                  <a:cubicBezTo>
                    <a:pt x="168" y="7"/>
                    <a:pt x="164" y="12"/>
                    <a:pt x="164" y="12"/>
                  </a:cubicBezTo>
                  <a:cubicBezTo>
                    <a:pt x="163" y="12"/>
                    <a:pt x="155" y="14"/>
                    <a:pt x="154" y="15"/>
                  </a:cubicBezTo>
                  <a:cubicBezTo>
                    <a:pt x="154" y="16"/>
                    <a:pt x="148" y="22"/>
                    <a:pt x="146" y="23"/>
                  </a:cubicBezTo>
                  <a:cubicBezTo>
                    <a:pt x="144" y="24"/>
                    <a:pt x="136" y="25"/>
                    <a:pt x="135" y="27"/>
                  </a:cubicBezTo>
                  <a:cubicBezTo>
                    <a:pt x="134" y="28"/>
                    <a:pt x="131" y="32"/>
                    <a:pt x="130" y="33"/>
                  </a:cubicBezTo>
                  <a:cubicBezTo>
                    <a:pt x="130" y="34"/>
                    <a:pt x="128" y="38"/>
                    <a:pt x="128" y="38"/>
                  </a:cubicBezTo>
                  <a:cubicBezTo>
                    <a:pt x="128" y="39"/>
                    <a:pt x="122" y="44"/>
                    <a:pt x="123" y="41"/>
                  </a:cubicBezTo>
                  <a:cubicBezTo>
                    <a:pt x="124" y="38"/>
                    <a:pt x="127" y="34"/>
                    <a:pt x="127" y="33"/>
                  </a:cubicBezTo>
                  <a:cubicBezTo>
                    <a:pt x="128" y="32"/>
                    <a:pt x="129" y="31"/>
                    <a:pt x="129" y="29"/>
                  </a:cubicBezTo>
                  <a:cubicBezTo>
                    <a:pt x="129" y="28"/>
                    <a:pt x="129" y="26"/>
                    <a:pt x="129" y="26"/>
                  </a:cubicBezTo>
                  <a:cubicBezTo>
                    <a:pt x="130" y="24"/>
                    <a:pt x="130" y="24"/>
                    <a:pt x="130" y="24"/>
                  </a:cubicBezTo>
                  <a:cubicBezTo>
                    <a:pt x="123" y="25"/>
                    <a:pt x="123" y="25"/>
                    <a:pt x="123" y="25"/>
                  </a:cubicBezTo>
                  <a:cubicBezTo>
                    <a:pt x="123" y="25"/>
                    <a:pt x="125" y="26"/>
                    <a:pt x="122" y="29"/>
                  </a:cubicBezTo>
                  <a:cubicBezTo>
                    <a:pt x="120" y="32"/>
                    <a:pt x="116" y="35"/>
                    <a:pt x="116" y="35"/>
                  </a:cubicBezTo>
                  <a:cubicBezTo>
                    <a:pt x="115" y="36"/>
                    <a:pt x="114" y="38"/>
                    <a:pt x="112" y="39"/>
                  </a:cubicBezTo>
                  <a:cubicBezTo>
                    <a:pt x="110" y="41"/>
                    <a:pt x="107" y="43"/>
                    <a:pt x="107" y="43"/>
                  </a:cubicBezTo>
                  <a:cubicBezTo>
                    <a:pt x="109" y="45"/>
                    <a:pt x="109" y="45"/>
                    <a:pt x="109" y="45"/>
                  </a:cubicBezTo>
                  <a:cubicBezTo>
                    <a:pt x="114" y="44"/>
                    <a:pt x="114" y="44"/>
                    <a:pt x="114" y="44"/>
                  </a:cubicBezTo>
                  <a:cubicBezTo>
                    <a:pt x="113" y="46"/>
                    <a:pt x="113" y="46"/>
                    <a:pt x="113" y="46"/>
                  </a:cubicBezTo>
                  <a:cubicBezTo>
                    <a:pt x="113" y="46"/>
                    <a:pt x="112" y="47"/>
                    <a:pt x="112" y="48"/>
                  </a:cubicBezTo>
                  <a:cubicBezTo>
                    <a:pt x="113" y="49"/>
                    <a:pt x="115" y="51"/>
                    <a:pt x="115" y="51"/>
                  </a:cubicBezTo>
                  <a:cubicBezTo>
                    <a:pt x="112" y="53"/>
                    <a:pt x="112" y="53"/>
                    <a:pt x="112" y="53"/>
                  </a:cubicBezTo>
                  <a:cubicBezTo>
                    <a:pt x="112" y="53"/>
                    <a:pt x="108" y="54"/>
                    <a:pt x="108" y="55"/>
                  </a:cubicBezTo>
                  <a:cubicBezTo>
                    <a:pt x="107" y="56"/>
                    <a:pt x="107" y="60"/>
                    <a:pt x="107" y="60"/>
                  </a:cubicBezTo>
                  <a:cubicBezTo>
                    <a:pt x="103" y="56"/>
                    <a:pt x="103" y="56"/>
                    <a:pt x="103" y="56"/>
                  </a:cubicBezTo>
                  <a:cubicBezTo>
                    <a:pt x="103" y="56"/>
                    <a:pt x="103" y="54"/>
                    <a:pt x="105" y="53"/>
                  </a:cubicBezTo>
                  <a:cubicBezTo>
                    <a:pt x="106" y="52"/>
                    <a:pt x="104" y="53"/>
                    <a:pt x="107" y="50"/>
                  </a:cubicBezTo>
                  <a:cubicBezTo>
                    <a:pt x="110" y="48"/>
                    <a:pt x="110" y="48"/>
                    <a:pt x="110" y="48"/>
                  </a:cubicBezTo>
                  <a:cubicBezTo>
                    <a:pt x="110" y="48"/>
                    <a:pt x="111" y="46"/>
                    <a:pt x="110" y="46"/>
                  </a:cubicBezTo>
                  <a:cubicBezTo>
                    <a:pt x="109" y="46"/>
                    <a:pt x="105" y="46"/>
                    <a:pt x="105" y="46"/>
                  </a:cubicBezTo>
                  <a:cubicBezTo>
                    <a:pt x="105" y="46"/>
                    <a:pt x="104" y="49"/>
                    <a:pt x="103" y="50"/>
                  </a:cubicBezTo>
                  <a:cubicBezTo>
                    <a:pt x="102" y="51"/>
                    <a:pt x="99" y="55"/>
                    <a:pt x="99" y="55"/>
                  </a:cubicBezTo>
                  <a:cubicBezTo>
                    <a:pt x="93" y="56"/>
                    <a:pt x="93" y="56"/>
                    <a:pt x="93" y="56"/>
                  </a:cubicBezTo>
                  <a:cubicBezTo>
                    <a:pt x="93" y="55"/>
                    <a:pt x="95" y="54"/>
                    <a:pt x="95" y="53"/>
                  </a:cubicBezTo>
                  <a:cubicBezTo>
                    <a:pt x="96" y="51"/>
                    <a:pt x="99" y="50"/>
                    <a:pt x="100" y="48"/>
                  </a:cubicBezTo>
                  <a:cubicBezTo>
                    <a:pt x="101" y="47"/>
                    <a:pt x="100" y="48"/>
                    <a:pt x="101" y="47"/>
                  </a:cubicBezTo>
                  <a:cubicBezTo>
                    <a:pt x="101" y="45"/>
                    <a:pt x="102" y="43"/>
                    <a:pt x="104" y="42"/>
                  </a:cubicBezTo>
                  <a:cubicBezTo>
                    <a:pt x="105" y="41"/>
                    <a:pt x="108" y="39"/>
                    <a:pt x="108" y="39"/>
                  </a:cubicBezTo>
                  <a:cubicBezTo>
                    <a:pt x="111" y="36"/>
                    <a:pt x="111" y="36"/>
                    <a:pt x="111" y="36"/>
                  </a:cubicBezTo>
                  <a:cubicBezTo>
                    <a:pt x="115" y="33"/>
                    <a:pt x="115" y="33"/>
                    <a:pt x="115" y="33"/>
                  </a:cubicBezTo>
                  <a:cubicBezTo>
                    <a:pt x="120" y="28"/>
                    <a:pt x="120" y="28"/>
                    <a:pt x="120" y="28"/>
                  </a:cubicBezTo>
                  <a:cubicBezTo>
                    <a:pt x="122" y="25"/>
                    <a:pt x="122" y="25"/>
                    <a:pt x="122" y="25"/>
                  </a:cubicBezTo>
                  <a:cubicBezTo>
                    <a:pt x="122" y="25"/>
                    <a:pt x="118" y="27"/>
                    <a:pt x="117" y="27"/>
                  </a:cubicBezTo>
                  <a:cubicBezTo>
                    <a:pt x="116" y="28"/>
                    <a:pt x="111" y="33"/>
                    <a:pt x="111" y="33"/>
                  </a:cubicBezTo>
                  <a:cubicBezTo>
                    <a:pt x="111" y="33"/>
                    <a:pt x="106" y="35"/>
                    <a:pt x="106" y="35"/>
                  </a:cubicBezTo>
                  <a:cubicBezTo>
                    <a:pt x="105" y="36"/>
                    <a:pt x="102" y="40"/>
                    <a:pt x="102" y="40"/>
                  </a:cubicBezTo>
                  <a:cubicBezTo>
                    <a:pt x="99" y="42"/>
                    <a:pt x="99" y="42"/>
                    <a:pt x="99" y="42"/>
                  </a:cubicBezTo>
                  <a:cubicBezTo>
                    <a:pt x="99" y="44"/>
                    <a:pt x="99" y="44"/>
                    <a:pt x="99" y="44"/>
                  </a:cubicBezTo>
                  <a:cubicBezTo>
                    <a:pt x="97" y="41"/>
                    <a:pt x="97" y="41"/>
                    <a:pt x="97" y="41"/>
                  </a:cubicBezTo>
                  <a:cubicBezTo>
                    <a:pt x="93" y="44"/>
                    <a:pt x="93" y="44"/>
                    <a:pt x="93" y="44"/>
                  </a:cubicBezTo>
                  <a:cubicBezTo>
                    <a:pt x="91" y="45"/>
                    <a:pt x="91" y="45"/>
                    <a:pt x="91" y="45"/>
                  </a:cubicBezTo>
                  <a:cubicBezTo>
                    <a:pt x="89" y="47"/>
                    <a:pt x="89" y="47"/>
                    <a:pt x="89" y="47"/>
                  </a:cubicBezTo>
                  <a:cubicBezTo>
                    <a:pt x="84" y="50"/>
                    <a:pt x="84" y="50"/>
                    <a:pt x="84" y="50"/>
                  </a:cubicBezTo>
                  <a:cubicBezTo>
                    <a:pt x="74" y="56"/>
                    <a:pt x="74" y="56"/>
                    <a:pt x="74" y="56"/>
                  </a:cubicBezTo>
                  <a:cubicBezTo>
                    <a:pt x="68" y="61"/>
                    <a:pt x="68" y="61"/>
                    <a:pt x="68" y="61"/>
                  </a:cubicBezTo>
                  <a:cubicBezTo>
                    <a:pt x="68" y="61"/>
                    <a:pt x="31" y="102"/>
                    <a:pt x="21" y="156"/>
                  </a:cubicBezTo>
                  <a:cubicBezTo>
                    <a:pt x="20" y="177"/>
                    <a:pt x="20" y="177"/>
                    <a:pt x="20" y="177"/>
                  </a:cubicBezTo>
                  <a:cubicBezTo>
                    <a:pt x="18" y="176"/>
                    <a:pt x="18" y="176"/>
                    <a:pt x="18" y="176"/>
                  </a:cubicBezTo>
                  <a:cubicBezTo>
                    <a:pt x="19" y="170"/>
                    <a:pt x="0" y="269"/>
                    <a:pt x="78" y="344"/>
                  </a:cubicBezTo>
                  <a:cubicBezTo>
                    <a:pt x="65" y="325"/>
                    <a:pt x="65" y="325"/>
                    <a:pt x="65" y="325"/>
                  </a:cubicBezTo>
                  <a:cubicBezTo>
                    <a:pt x="49" y="302"/>
                    <a:pt x="49" y="302"/>
                    <a:pt x="49" y="302"/>
                  </a:cubicBezTo>
                  <a:cubicBezTo>
                    <a:pt x="35" y="264"/>
                    <a:pt x="35" y="264"/>
                    <a:pt x="35" y="264"/>
                  </a:cubicBezTo>
                  <a:cubicBezTo>
                    <a:pt x="31" y="267"/>
                    <a:pt x="31" y="267"/>
                    <a:pt x="31" y="267"/>
                  </a:cubicBezTo>
                  <a:cubicBezTo>
                    <a:pt x="22" y="237"/>
                    <a:pt x="22" y="237"/>
                    <a:pt x="22" y="237"/>
                  </a:cubicBezTo>
                  <a:cubicBezTo>
                    <a:pt x="31" y="258"/>
                    <a:pt x="31" y="258"/>
                    <a:pt x="31" y="258"/>
                  </a:cubicBezTo>
                  <a:cubicBezTo>
                    <a:pt x="32" y="251"/>
                    <a:pt x="32" y="251"/>
                    <a:pt x="32" y="251"/>
                  </a:cubicBezTo>
                  <a:cubicBezTo>
                    <a:pt x="35" y="249"/>
                    <a:pt x="35" y="249"/>
                    <a:pt x="35" y="249"/>
                  </a:cubicBezTo>
                  <a:cubicBezTo>
                    <a:pt x="36" y="241"/>
                    <a:pt x="36" y="241"/>
                    <a:pt x="36" y="241"/>
                  </a:cubicBezTo>
                  <a:cubicBezTo>
                    <a:pt x="38" y="236"/>
                    <a:pt x="38" y="236"/>
                    <a:pt x="38" y="236"/>
                  </a:cubicBezTo>
                  <a:cubicBezTo>
                    <a:pt x="38" y="231"/>
                    <a:pt x="38" y="231"/>
                    <a:pt x="38" y="231"/>
                  </a:cubicBezTo>
                  <a:cubicBezTo>
                    <a:pt x="28" y="231"/>
                    <a:pt x="28" y="231"/>
                    <a:pt x="28" y="231"/>
                  </a:cubicBezTo>
                  <a:cubicBezTo>
                    <a:pt x="28" y="227"/>
                    <a:pt x="28" y="227"/>
                    <a:pt x="28" y="227"/>
                  </a:cubicBezTo>
                  <a:cubicBezTo>
                    <a:pt x="23" y="221"/>
                    <a:pt x="23" y="221"/>
                    <a:pt x="23" y="221"/>
                  </a:cubicBezTo>
                  <a:cubicBezTo>
                    <a:pt x="20" y="214"/>
                    <a:pt x="20" y="214"/>
                    <a:pt x="20" y="214"/>
                  </a:cubicBezTo>
                  <a:cubicBezTo>
                    <a:pt x="22" y="211"/>
                    <a:pt x="22" y="211"/>
                    <a:pt x="22" y="211"/>
                  </a:cubicBezTo>
                  <a:cubicBezTo>
                    <a:pt x="25" y="217"/>
                    <a:pt x="25" y="217"/>
                    <a:pt x="25" y="217"/>
                  </a:cubicBezTo>
                  <a:cubicBezTo>
                    <a:pt x="28" y="220"/>
                    <a:pt x="28" y="220"/>
                    <a:pt x="28" y="220"/>
                  </a:cubicBezTo>
                  <a:cubicBezTo>
                    <a:pt x="31" y="219"/>
                    <a:pt x="31" y="219"/>
                    <a:pt x="31" y="219"/>
                  </a:cubicBezTo>
                  <a:cubicBezTo>
                    <a:pt x="32" y="222"/>
                    <a:pt x="32" y="222"/>
                    <a:pt x="32" y="222"/>
                  </a:cubicBezTo>
                  <a:cubicBezTo>
                    <a:pt x="35" y="224"/>
                    <a:pt x="35" y="224"/>
                    <a:pt x="35" y="224"/>
                  </a:cubicBezTo>
                  <a:cubicBezTo>
                    <a:pt x="37" y="228"/>
                    <a:pt x="37" y="228"/>
                    <a:pt x="37" y="228"/>
                  </a:cubicBezTo>
                  <a:cubicBezTo>
                    <a:pt x="44" y="223"/>
                    <a:pt x="44" y="223"/>
                    <a:pt x="44" y="223"/>
                  </a:cubicBezTo>
                  <a:cubicBezTo>
                    <a:pt x="50" y="227"/>
                    <a:pt x="50" y="227"/>
                    <a:pt x="50" y="227"/>
                  </a:cubicBezTo>
                  <a:cubicBezTo>
                    <a:pt x="52" y="227"/>
                    <a:pt x="52" y="227"/>
                    <a:pt x="52" y="227"/>
                  </a:cubicBezTo>
                  <a:cubicBezTo>
                    <a:pt x="53" y="231"/>
                    <a:pt x="53" y="231"/>
                    <a:pt x="53" y="231"/>
                  </a:cubicBezTo>
                  <a:cubicBezTo>
                    <a:pt x="53" y="235"/>
                    <a:pt x="53" y="235"/>
                    <a:pt x="53" y="235"/>
                  </a:cubicBezTo>
                  <a:cubicBezTo>
                    <a:pt x="55" y="236"/>
                    <a:pt x="55" y="236"/>
                    <a:pt x="55" y="236"/>
                  </a:cubicBezTo>
                  <a:cubicBezTo>
                    <a:pt x="55" y="236"/>
                    <a:pt x="58" y="231"/>
                    <a:pt x="58" y="232"/>
                  </a:cubicBezTo>
                  <a:cubicBezTo>
                    <a:pt x="58" y="233"/>
                    <a:pt x="58" y="236"/>
                    <a:pt x="58" y="238"/>
                  </a:cubicBezTo>
                  <a:cubicBezTo>
                    <a:pt x="58" y="239"/>
                    <a:pt x="60" y="246"/>
                    <a:pt x="60" y="246"/>
                  </a:cubicBezTo>
                  <a:cubicBezTo>
                    <a:pt x="73" y="267"/>
                    <a:pt x="73" y="267"/>
                    <a:pt x="73" y="267"/>
                  </a:cubicBezTo>
                  <a:cubicBezTo>
                    <a:pt x="73" y="271"/>
                    <a:pt x="73" y="271"/>
                    <a:pt x="73" y="271"/>
                  </a:cubicBezTo>
                  <a:cubicBezTo>
                    <a:pt x="80" y="269"/>
                    <a:pt x="80" y="269"/>
                    <a:pt x="80" y="269"/>
                  </a:cubicBezTo>
                  <a:cubicBezTo>
                    <a:pt x="78" y="266"/>
                    <a:pt x="78" y="266"/>
                    <a:pt x="78" y="266"/>
                  </a:cubicBezTo>
                  <a:cubicBezTo>
                    <a:pt x="80" y="259"/>
                    <a:pt x="80" y="259"/>
                    <a:pt x="80" y="259"/>
                  </a:cubicBezTo>
                  <a:cubicBezTo>
                    <a:pt x="77" y="251"/>
                    <a:pt x="77" y="251"/>
                    <a:pt x="77" y="251"/>
                  </a:cubicBezTo>
                  <a:cubicBezTo>
                    <a:pt x="84" y="243"/>
                    <a:pt x="84" y="243"/>
                    <a:pt x="84" y="243"/>
                  </a:cubicBezTo>
                  <a:cubicBezTo>
                    <a:pt x="91" y="235"/>
                    <a:pt x="91" y="235"/>
                    <a:pt x="91" y="235"/>
                  </a:cubicBezTo>
                  <a:cubicBezTo>
                    <a:pt x="93" y="230"/>
                    <a:pt x="93" y="230"/>
                    <a:pt x="93" y="230"/>
                  </a:cubicBezTo>
                  <a:cubicBezTo>
                    <a:pt x="95" y="230"/>
                    <a:pt x="95" y="230"/>
                    <a:pt x="95" y="230"/>
                  </a:cubicBezTo>
                  <a:cubicBezTo>
                    <a:pt x="99" y="228"/>
                    <a:pt x="99" y="228"/>
                    <a:pt x="99" y="228"/>
                  </a:cubicBezTo>
                  <a:cubicBezTo>
                    <a:pt x="104" y="231"/>
                    <a:pt x="104" y="231"/>
                    <a:pt x="104" y="231"/>
                  </a:cubicBezTo>
                  <a:cubicBezTo>
                    <a:pt x="104" y="231"/>
                    <a:pt x="108" y="240"/>
                    <a:pt x="110" y="242"/>
                  </a:cubicBezTo>
                  <a:cubicBezTo>
                    <a:pt x="112" y="243"/>
                    <a:pt x="111" y="247"/>
                    <a:pt x="112" y="247"/>
                  </a:cubicBezTo>
                  <a:cubicBezTo>
                    <a:pt x="113" y="248"/>
                    <a:pt x="118" y="243"/>
                    <a:pt x="119" y="244"/>
                  </a:cubicBezTo>
                  <a:cubicBezTo>
                    <a:pt x="120" y="245"/>
                    <a:pt x="122" y="252"/>
                    <a:pt x="122" y="252"/>
                  </a:cubicBezTo>
                  <a:cubicBezTo>
                    <a:pt x="124" y="266"/>
                    <a:pt x="124" y="266"/>
                    <a:pt x="124" y="266"/>
                  </a:cubicBezTo>
                  <a:cubicBezTo>
                    <a:pt x="132" y="278"/>
                    <a:pt x="132" y="278"/>
                    <a:pt x="132" y="278"/>
                  </a:cubicBezTo>
                  <a:cubicBezTo>
                    <a:pt x="131" y="279"/>
                    <a:pt x="131" y="279"/>
                    <a:pt x="131" y="279"/>
                  </a:cubicBezTo>
                  <a:cubicBezTo>
                    <a:pt x="126" y="276"/>
                    <a:pt x="126" y="276"/>
                    <a:pt x="126" y="276"/>
                  </a:cubicBezTo>
                  <a:cubicBezTo>
                    <a:pt x="123" y="273"/>
                    <a:pt x="123" y="273"/>
                    <a:pt x="123" y="273"/>
                  </a:cubicBezTo>
                  <a:cubicBezTo>
                    <a:pt x="121" y="276"/>
                    <a:pt x="121" y="276"/>
                    <a:pt x="121" y="276"/>
                  </a:cubicBezTo>
                  <a:cubicBezTo>
                    <a:pt x="128" y="284"/>
                    <a:pt x="128" y="284"/>
                    <a:pt x="128" y="284"/>
                  </a:cubicBezTo>
                  <a:cubicBezTo>
                    <a:pt x="136" y="290"/>
                    <a:pt x="136" y="290"/>
                    <a:pt x="136" y="290"/>
                  </a:cubicBezTo>
                  <a:cubicBezTo>
                    <a:pt x="142" y="299"/>
                    <a:pt x="142" y="299"/>
                    <a:pt x="142" y="299"/>
                  </a:cubicBezTo>
                  <a:cubicBezTo>
                    <a:pt x="153" y="304"/>
                    <a:pt x="153" y="304"/>
                    <a:pt x="153" y="304"/>
                  </a:cubicBezTo>
                  <a:cubicBezTo>
                    <a:pt x="152" y="295"/>
                    <a:pt x="152" y="295"/>
                    <a:pt x="152" y="295"/>
                  </a:cubicBezTo>
                  <a:cubicBezTo>
                    <a:pt x="144" y="288"/>
                    <a:pt x="144" y="288"/>
                    <a:pt x="144" y="288"/>
                  </a:cubicBezTo>
                  <a:cubicBezTo>
                    <a:pt x="133" y="282"/>
                    <a:pt x="133" y="282"/>
                    <a:pt x="133" y="282"/>
                  </a:cubicBezTo>
                  <a:cubicBezTo>
                    <a:pt x="135" y="280"/>
                    <a:pt x="135" y="280"/>
                    <a:pt x="135" y="280"/>
                  </a:cubicBezTo>
                  <a:cubicBezTo>
                    <a:pt x="138" y="282"/>
                    <a:pt x="138" y="282"/>
                    <a:pt x="138" y="282"/>
                  </a:cubicBezTo>
                  <a:cubicBezTo>
                    <a:pt x="144" y="287"/>
                    <a:pt x="144" y="287"/>
                    <a:pt x="144" y="287"/>
                  </a:cubicBezTo>
                  <a:cubicBezTo>
                    <a:pt x="147" y="288"/>
                    <a:pt x="147" y="288"/>
                    <a:pt x="147" y="288"/>
                  </a:cubicBezTo>
                  <a:cubicBezTo>
                    <a:pt x="144" y="281"/>
                    <a:pt x="144" y="281"/>
                    <a:pt x="144" y="281"/>
                  </a:cubicBezTo>
                  <a:cubicBezTo>
                    <a:pt x="141" y="276"/>
                    <a:pt x="141" y="276"/>
                    <a:pt x="141" y="276"/>
                  </a:cubicBezTo>
                  <a:cubicBezTo>
                    <a:pt x="135" y="270"/>
                    <a:pt x="135" y="270"/>
                    <a:pt x="135" y="270"/>
                  </a:cubicBezTo>
                  <a:cubicBezTo>
                    <a:pt x="130" y="268"/>
                    <a:pt x="130" y="268"/>
                    <a:pt x="130" y="268"/>
                  </a:cubicBezTo>
                  <a:cubicBezTo>
                    <a:pt x="130" y="268"/>
                    <a:pt x="127" y="265"/>
                    <a:pt x="127" y="263"/>
                  </a:cubicBezTo>
                  <a:cubicBezTo>
                    <a:pt x="127" y="262"/>
                    <a:pt x="129" y="256"/>
                    <a:pt x="129" y="256"/>
                  </a:cubicBezTo>
                  <a:cubicBezTo>
                    <a:pt x="130" y="251"/>
                    <a:pt x="130" y="251"/>
                    <a:pt x="130" y="251"/>
                  </a:cubicBezTo>
                  <a:cubicBezTo>
                    <a:pt x="135" y="258"/>
                    <a:pt x="135" y="258"/>
                    <a:pt x="135" y="258"/>
                  </a:cubicBezTo>
                  <a:cubicBezTo>
                    <a:pt x="142" y="261"/>
                    <a:pt x="142" y="261"/>
                    <a:pt x="142" y="261"/>
                  </a:cubicBezTo>
                  <a:cubicBezTo>
                    <a:pt x="148" y="255"/>
                    <a:pt x="148" y="255"/>
                    <a:pt x="148" y="255"/>
                  </a:cubicBezTo>
                  <a:cubicBezTo>
                    <a:pt x="150" y="250"/>
                    <a:pt x="150" y="250"/>
                    <a:pt x="150" y="250"/>
                  </a:cubicBezTo>
                  <a:cubicBezTo>
                    <a:pt x="152" y="243"/>
                    <a:pt x="152" y="243"/>
                    <a:pt x="152" y="243"/>
                  </a:cubicBezTo>
                  <a:cubicBezTo>
                    <a:pt x="152" y="243"/>
                    <a:pt x="149" y="241"/>
                    <a:pt x="148" y="240"/>
                  </a:cubicBezTo>
                  <a:cubicBezTo>
                    <a:pt x="147" y="239"/>
                    <a:pt x="142" y="233"/>
                    <a:pt x="142" y="233"/>
                  </a:cubicBezTo>
                  <a:cubicBezTo>
                    <a:pt x="148" y="230"/>
                    <a:pt x="148" y="230"/>
                    <a:pt x="148" y="230"/>
                  </a:cubicBezTo>
                  <a:cubicBezTo>
                    <a:pt x="152" y="229"/>
                    <a:pt x="152" y="229"/>
                    <a:pt x="152" y="229"/>
                  </a:cubicBezTo>
                  <a:cubicBezTo>
                    <a:pt x="155" y="231"/>
                    <a:pt x="155" y="231"/>
                    <a:pt x="155" y="231"/>
                  </a:cubicBezTo>
                  <a:cubicBezTo>
                    <a:pt x="156" y="234"/>
                    <a:pt x="156" y="234"/>
                    <a:pt x="156" y="234"/>
                  </a:cubicBezTo>
                  <a:cubicBezTo>
                    <a:pt x="161" y="230"/>
                    <a:pt x="161" y="230"/>
                    <a:pt x="161" y="230"/>
                  </a:cubicBezTo>
                  <a:cubicBezTo>
                    <a:pt x="164" y="225"/>
                    <a:pt x="164" y="225"/>
                    <a:pt x="164" y="225"/>
                  </a:cubicBezTo>
                  <a:cubicBezTo>
                    <a:pt x="167" y="223"/>
                    <a:pt x="167" y="223"/>
                    <a:pt x="167" y="223"/>
                  </a:cubicBezTo>
                  <a:cubicBezTo>
                    <a:pt x="170" y="223"/>
                    <a:pt x="170" y="223"/>
                    <a:pt x="170" y="223"/>
                  </a:cubicBezTo>
                  <a:cubicBezTo>
                    <a:pt x="178" y="219"/>
                    <a:pt x="178" y="219"/>
                    <a:pt x="178" y="219"/>
                  </a:cubicBezTo>
                  <a:cubicBezTo>
                    <a:pt x="178" y="216"/>
                    <a:pt x="178" y="216"/>
                    <a:pt x="178" y="216"/>
                  </a:cubicBezTo>
                  <a:cubicBezTo>
                    <a:pt x="182" y="213"/>
                    <a:pt x="182" y="213"/>
                    <a:pt x="182" y="213"/>
                  </a:cubicBezTo>
                  <a:cubicBezTo>
                    <a:pt x="187" y="210"/>
                    <a:pt x="187" y="210"/>
                    <a:pt x="187" y="210"/>
                  </a:cubicBezTo>
                  <a:cubicBezTo>
                    <a:pt x="187" y="210"/>
                    <a:pt x="188" y="208"/>
                    <a:pt x="188" y="205"/>
                  </a:cubicBezTo>
                  <a:cubicBezTo>
                    <a:pt x="188" y="202"/>
                    <a:pt x="188" y="198"/>
                    <a:pt x="188" y="198"/>
                  </a:cubicBezTo>
                  <a:cubicBezTo>
                    <a:pt x="188" y="198"/>
                    <a:pt x="188" y="195"/>
                    <a:pt x="189" y="194"/>
                  </a:cubicBezTo>
                  <a:cubicBezTo>
                    <a:pt x="190" y="193"/>
                    <a:pt x="190" y="190"/>
                    <a:pt x="190" y="189"/>
                  </a:cubicBezTo>
                  <a:cubicBezTo>
                    <a:pt x="190" y="189"/>
                    <a:pt x="187" y="185"/>
                    <a:pt x="187" y="185"/>
                  </a:cubicBezTo>
                  <a:cubicBezTo>
                    <a:pt x="186" y="181"/>
                    <a:pt x="186" y="181"/>
                    <a:pt x="186" y="181"/>
                  </a:cubicBezTo>
                  <a:cubicBezTo>
                    <a:pt x="186" y="181"/>
                    <a:pt x="188" y="180"/>
                    <a:pt x="186" y="179"/>
                  </a:cubicBezTo>
                  <a:cubicBezTo>
                    <a:pt x="185" y="177"/>
                    <a:pt x="179" y="174"/>
                    <a:pt x="179" y="174"/>
                  </a:cubicBezTo>
                  <a:cubicBezTo>
                    <a:pt x="181" y="169"/>
                    <a:pt x="181" y="169"/>
                    <a:pt x="181" y="169"/>
                  </a:cubicBezTo>
                  <a:cubicBezTo>
                    <a:pt x="182" y="168"/>
                    <a:pt x="182" y="168"/>
                    <a:pt x="182" y="168"/>
                  </a:cubicBezTo>
                  <a:cubicBezTo>
                    <a:pt x="187" y="167"/>
                    <a:pt x="187" y="167"/>
                    <a:pt x="187" y="167"/>
                  </a:cubicBezTo>
                  <a:cubicBezTo>
                    <a:pt x="187" y="167"/>
                    <a:pt x="191" y="170"/>
                    <a:pt x="191" y="170"/>
                  </a:cubicBezTo>
                  <a:cubicBezTo>
                    <a:pt x="191" y="171"/>
                    <a:pt x="194" y="175"/>
                    <a:pt x="195" y="174"/>
                  </a:cubicBezTo>
                  <a:cubicBezTo>
                    <a:pt x="195" y="173"/>
                    <a:pt x="200" y="168"/>
                    <a:pt x="200" y="168"/>
                  </a:cubicBezTo>
                  <a:cubicBezTo>
                    <a:pt x="205" y="173"/>
                    <a:pt x="205" y="173"/>
                    <a:pt x="205" y="173"/>
                  </a:cubicBezTo>
                  <a:cubicBezTo>
                    <a:pt x="205" y="173"/>
                    <a:pt x="206" y="172"/>
                    <a:pt x="205" y="177"/>
                  </a:cubicBezTo>
                  <a:cubicBezTo>
                    <a:pt x="205" y="181"/>
                    <a:pt x="205" y="183"/>
                    <a:pt x="205" y="183"/>
                  </a:cubicBezTo>
                  <a:cubicBezTo>
                    <a:pt x="205" y="183"/>
                    <a:pt x="216" y="181"/>
                    <a:pt x="217" y="179"/>
                  </a:cubicBezTo>
                  <a:cubicBezTo>
                    <a:pt x="217" y="177"/>
                    <a:pt x="219" y="165"/>
                    <a:pt x="219" y="165"/>
                  </a:cubicBezTo>
                  <a:cubicBezTo>
                    <a:pt x="216" y="160"/>
                    <a:pt x="216" y="160"/>
                    <a:pt x="216" y="160"/>
                  </a:cubicBezTo>
                  <a:cubicBezTo>
                    <a:pt x="227" y="149"/>
                    <a:pt x="227" y="149"/>
                    <a:pt x="227" y="149"/>
                  </a:cubicBezTo>
                  <a:cubicBezTo>
                    <a:pt x="234" y="146"/>
                    <a:pt x="234" y="146"/>
                    <a:pt x="234" y="146"/>
                  </a:cubicBezTo>
                  <a:cubicBezTo>
                    <a:pt x="234" y="146"/>
                    <a:pt x="236" y="152"/>
                    <a:pt x="239" y="147"/>
                  </a:cubicBezTo>
                  <a:cubicBezTo>
                    <a:pt x="243" y="141"/>
                    <a:pt x="246" y="131"/>
                    <a:pt x="248" y="127"/>
                  </a:cubicBezTo>
                  <a:cubicBezTo>
                    <a:pt x="250" y="123"/>
                    <a:pt x="257" y="115"/>
                    <a:pt x="257" y="114"/>
                  </a:cubicBezTo>
                  <a:cubicBezTo>
                    <a:pt x="257" y="114"/>
                    <a:pt x="257" y="112"/>
                    <a:pt x="258" y="111"/>
                  </a:cubicBezTo>
                  <a:cubicBezTo>
                    <a:pt x="258" y="113"/>
                    <a:pt x="259" y="116"/>
                    <a:pt x="259" y="117"/>
                  </a:cubicBezTo>
                  <a:cubicBezTo>
                    <a:pt x="259" y="118"/>
                    <a:pt x="258" y="126"/>
                    <a:pt x="258" y="126"/>
                  </a:cubicBezTo>
                  <a:cubicBezTo>
                    <a:pt x="258" y="126"/>
                    <a:pt x="258" y="132"/>
                    <a:pt x="258" y="132"/>
                  </a:cubicBezTo>
                  <a:cubicBezTo>
                    <a:pt x="258" y="133"/>
                    <a:pt x="256" y="138"/>
                    <a:pt x="256" y="138"/>
                  </a:cubicBezTo>
                  <a:cubicBezTo>
                    <a:pt x="256" y="138"/>
                    <a:pt x="261" y="139"/>
                    <a:pt x="261" y="139"/>
                  </a:cubicBezTo>
                  <a:cubicBezTo>
                    <a:pt x="262" y="139"/>
                    <a:pt x="269" y="142"/>
                    <a:pt x="267" y="138"/>
                  </a:cubicBezTo>
                  <a:cubicBezTo>
                    <a:pt x="265" y="135"/>
                    <a:pt x="264" y="133"/>
                    <a:pt x="264" y="133"/>
                  </a:cubicBezTo>
                  <a:cubicBezTo>
                    <a:pt x="264" y="133"/>
                    <a:pt x="260" y="131"/>
                    <a:pt x="261" y="129"/>
                  </a:cubicBezTo>
                  <a:cubicBezTo>
                    <a:pt x="262" y="127"/>
                    <a:pt x="263" y="126"/>
                    <a:pt x="263" y="124"/>
                  </a:cubicBezTo>
                  <a:cubicBezTo>
                    <a:pt x="263" y="121"/>
                    <a:pt x="264" y="122"/>
                    <a:pt x="263" y="120"/>
                  </a:cubicBezTo>
                  <a:cubicBezTo>
                    <a:pt x="262" y="118"/>
                    <a:pt x="261" y="119"/>
                    <a:pt x="261" y="115"/>
                  </a:cubicBezTo>
                  <a:cubicBezTo>
                    <a:pt x="260" y="111"/>
                    <a:pt x="261" y="109"/>
                    <a:pt x="261" y="109"/>
                  </a:cubicBezTo>
                  <a:cubicBezTo>
                    <a:pt x="261" y="106"/>
                    <a:pt x="261" y="106"/>
                    <a:pt x="261" y="106"/>
                  </a:cubicBezTo>
                  <a:cubicBezTo>
                    <a:pt x="258" y="107"/>
                    <a:pt x="258" y="107"/>
                    <a:pt x="258" y="107"/>
                  </a:cubicBezTo>
                  <a:cubicBezTo>
                    <a:pt x="248" y="103"/>
                    <a:pt x="248" y="103"/>
                    <a:pt x="248" y="103"/>
                  </a:cubicBezTo>
                  <a:cubicBezTo>
                    <a:pt x="248" y="103"/>
                    <a:pt x="235" y="107"/>
                    <a:pt x="237" y="106"/>
                  </a:cubicBezTo>
                  <a:cubicBezTo>
                    <a:pt x="238" y="106"/>
                    <a:pt x="248" y="97"/>
                    <a:pt x="248" y="97"/>
                  </a:cubicBezTo>
                  <a:cubicBezTo>
                    <a:pt x="248" y="97"/>
                    <a:pt x="256" y="89"/>
                    <a:pt x="257" y="89"/>
                  </a:cubicBezTo>
                  <a:cubicBezTo>
                    <a:pt x="257" y="88"/>
                    <a:pt x="261" y="87"/>
                    <a:pt x="262" y="87"/>
                  </a:cubicBezTo>
                  <a:cubicBezTo>
                    <a:pt x="264" y="87"/>
                    <a:pt x="273" y="88"/>
                    <a:pt x="273" y="88"/>
                  </a:cubicBezTo>
                  <a:cubicBezTo>
                    <a:pt x="276" y="88"/>
                    <a:pt x="276" y="88"/>
                    <a:pt x="276" y="88"/>
                  </a:cubicBezTo>
                  <a:cubicBezTo>
                    <a:pt x="286" y="90"/>
                    <a:pt x="286" y="90"/>
                    <a:pt x="286" y="90"/>
                  </a:cubicBezTo>
                  <a:cubicBezTo>
                    <a:pt x="291" y="87"/>
                    <a:pt x="291" y="87"/>
                    <a:pt x="291" y="87"/>
                  </a:cubicBezTo>
                  <a:cubicBezTo>
                    <a:pt x="291" y="87"/>
                    <a:pt x="294" y="85"/>
                    <a:pt x="294" y="84"/>
                  </a:cubicBezTo>
                  <a:cubicBezTo>
                    <a:pt x="294" y="83"/>
                    <a:pt x="296" y="81"/>
                    <a:pt x="297" y="80"/>
                  </a:cubicBezTo>
                  <a:cubicBezTo>
                    <a:pt x="298" y="79"/>
                    <a:pt x="308" y="76"/>
                    <a:pt x="308" y="76"/>
                  </a:cubicBezTo>
                  <a:cubicBezTo>
                    <a:pt x="309" y="82"/>
                    <a:pt x="309" y="82"/>
                    <a:pt x="309" y="82"/>
                  </a:cubicBezTo>
                  <a:cubicBezTo>
                    <a:pt x="305" y="89"/>
                    <a:pt x="305" y="89"/>
                    <a:pt x="305" y="89"/>
                  </a:cubicBezTo>
                  <a:cubicBezTo>
                    <a:pt x="302" y="92"/>
                    <a:pt x="302" y="92"/>
                    <a:pt x="302" y="92"/>
                  </a:cubicBezTo>
                  <a:cubicBezTo>
                    <a:pt x="302" y="92"/>
                    <a:pt x="292" y="99"/>
                    <a:pt x="292" y="100"/>
                  </a:cubicBezTo>
                  <a:cubicBezTo>
                    <a:pt x="293" y="102"/>
                    <a:pt x="300" y="108"/>
                    <a:pt x="300" y="108"/>
                  </a:cubicBezTo>
                  <a:cubicBezTo>
                    <a:pt x="300" y="108"/>
                    <a:pt x="300" y="116"/>
                    <a:pt x="302" y="119"/>
                  </a:cubicBezTo>
                  <a:cubicBezTo>
                    <a:pt x="304" y="121"/>
                    <a:pt x="309" y="124"/>
                    <a:pt x="309" y="124"/>
                  </a:cubicBezTo>
                  <a:cubicBezTo>
                    <a:pt x="317" y="101"/>
                    <a:pt x="317" y="101"/>
                    <a:pt x="317" y="101"/>
                  </a:cubicBezTo>
                  <a:cubicBezTo>
                    <a:pt x="317" y="101"/>
                    <a:pt x="315" y="91"/>
                    <a:pt x="315" y="91"/>
                  </a:cubicBezTo>
                  <a:cubicBezTo>
                    <a:pt x="315" y="90"/>
                    <a:pt x="325" y="82"/>
                    <a:pt x="325" y="82"/>
                  </a:cubicBezTo>
                  <a:cubicBezTo>
                    <a:pt x="341" y="78"/>
                    <a:pt x="341" y="78"/>
                    <a:pt x="341" y="78"/>
                  </a:cubicBezTo>
                  <a:cubicBezTo>
                    <a:pt x="343" y="74"/>
                    <a:pt x="343" y="74"/>
                    <a:pt x="343" y="74"/>
                  </a:cubicBezTo>
                  <a:cubicBezTo>
                    <a:pt x="341" y="68"/>
                    <a:pt x="341" y="68"/>
                    <a:pt x="341" y="68"/>
                  </a:cubicBezTo>
                  <a:cubicBezTo>
                    <a:pt x="334" y="63"/>
                    <a:pt x="334" y="63"/>
                    <a:pt x="334" y="63"/>
                  </a:cubicBezTo>
                  <a:cubicBezTo>
                    <a:pt x="339" y="61"/>
                    <a:pt x="339" y="61"/>
                    <a:pt x="339" y="61"/>
                  </a:cubicBezTo>
                  <a:cubicBezTo>
                    <a:pt x="339" y="61"/>
                    <a:pt x="344" y="61"/>
                    <a:pt x="344" y="62"/>
                  </a:cubicBezTo>
                  <a:cubicBezTo>
                    <a:pt x="344" y="62"/>
                    <a:pt x="351" y="66"/>
                    <a:pt x="351" y="66"/>
                  </a:cubicBezTo>
                  <a:cubicBezTo>
                    <a:pt x="351" y="66"/>
                    <a:pt x="354" y="67"/>
                    <a:pt x="354" y="66"/>
                  </a:cubicBezTo>
                  <a:cubicBezTo>
                    <a:pt x="354" y="65"/>
                    <a:pt x="354" y="59"/>
                    <a:pt x="354" y="59"/>
                  </a:cubicBezTo>
                  <a:cubicBezTo>
                    <a:pt x="350" y="55"/>
                    <a:pt x="350" y="55"/>
                    <a:pt x="350" y="55"/>
                  </a:cubicBezTo>
                  <a:lnTo>
                    <a:pt x="338" y="52"/>
                  </a:lnTo>
                  <a:close/>
                  <a:moveTo>
                    <a:pt x="406" y="101"/>
                  </a:moveTo>
                  <a:cubicBezTo>
                    <a:pt x="406" y="101"/>
                    <a:pt x="399" y="86"/>
                    <a:pt x="388" y="73"/>
                  </a:cubicBezTo>
                  <a:cubicBezTo>
                    <a:pt x="377" y="59"/>
                    <a:pt x="360" y="43"/>
                    <a:pt x="360" y="43"/>
                  </a:cubicBezTo>
                  <a:cubicBezTo>
                    <a:pt x="359" y="42"/>
                    <a:pt x="359" y="42"/>
                    <a:pt x="359" y="42"/>
                  </a:cubicBezTo>
                  <a:cubicBezTo>
                    <a:pt x="357" y="42"/>
                    <a:pt x="357" y="42"/>
                    <a:pt x="357" y="42"/>
                  </a:cubicBezTo>
                  <a:cubicBezTo>
                    <a:pt x="354" y="38"/>
                    <a:pt x="354" y="38"/>
                    <a:pt x="354" y="38"/>
                  </a:cubicBezTo>
                  <a:cubicBezTo>
                    <a:pt x="350" y="38"/>
                    <a:pt x="350" y="38"/>
                    <a:pt x="350" y="38"/>
                  </a:cubicBezTo>
                  <a:cubicBezTo>
                    <a:pt x="351" y="41"/>
                    <a:pt x="351" y="41"/>
                    <a:pt x="351" y="41"/>
                  </a:cubicBezTo>
                  <a:cubicBezTo>
                    <a:pt x="353" y="44"/>
                    <a:pt x="353" y="44"/>
                    <a:pt x="353" y="44"/>
                  </a:cubicBezTo>
                  <a:cubicBezTo>
                    <a:pt x="352" y="44"/>
                    <a:pt x="352" y="44"/>
                    <a:pt x="352" y="44"/>
                  </a:cubicBezTo>
                  <a:cubicBezTo>
                    <a:pt x="349" y="46"/>
                    <a:pt x="349" y="46"/>
                    <a:pt x="349" y="46"/>
                  </a:cubicBezTo>
                  <a:cubicBezTo>
                    <a:pt x="349" y="47"/>
                    <a:pt x="349" y="47"/>
                    <a:pt x="349" y="47"/>
                  </a:cubicBezTo>
                  <a:cubicBezTo>
                    <a:pt x="353" y="50"/>
                    <a:pt x="353" y="50"/>
                    <a:pt x="353" y="50"/>
                  </a:cubicBezTo>
                  <a:cubicBezTo>
                    <a:pt x="356" y="52"/>
                    <a:pt x="356" y="52"/>
                    <a:pt x="356" y="52"/>
                  </a:cubicBezTo>
                  <a:cubicBezTo>
                    <a:pt x="361" y="55"/>
                    <a:pt x="361" y="55"/>
                    <a:pt x="361" y="55"/>
                  </a:cubicBezTo>
                  <a:cubicBezTo>
                    <a:pt x="364" y="57"/>
                    <a:pt x="364" y="57"/>
                    <a:pt x="364" y="57"/>
                  </a:cubicBezTo>
                  <a:cubicBezTo>
                    <a:pt x="366" y="60"/>
                    <a:pt x="366" y="60"/>
                    <a:pt x="366" y="60"/>
                  </a:cubicBezTo>
                  <a:cubicBezTo>
                    <a:pt x="368" y="62"/>
                    <a:pt x="368" y="62"/>
                    <a:pt x="368" y="62"/>
                  </a:cubicBezTo>
                  <a:cubicBezTo>
                    <a:pt x="365" y="61"/>
                    <a:pt x="365" y="61"/>
                    <a:pt x="365" y="61"/>
                  </a:cubicBezTo>
                  <a:cubicBezTo>
                    <a:pt x="364" y="59"/>
                    <a:pt x="364" y="59"/>
                    <a:pt x="364" y="59"/>
                  </a:cubicBezTo>
                  <a:cubicBezTo>
                    <a:pt x="361" y="61"/>
                    <a:pt x="361" y="61"/>
                    <a:pt x="361" y="61"/>
                  </a:cubicBezTo>
                  <a:cubicBezTo>
                    <a:pt x="363" y="65"/>
                    <a:pt x="363" y="65"/>
                    <a:pt x="363" y="65"/>
                  </a:cubicBezTo>
                  <a:cubicBezTo>
                    <a:pt x="363" y="65"/>
                    <a:pt x="367" y="69"/>
                    <a:pt x="368" y="70"/>
                  </a:cubicBezTo>
                  <a:cubicBezTo>
                    <a:pt x="369" y="71"/>
                    <a:pt x="370" y="72"/>
                    <a:pt x="370" y="72"/>
                  </a:cubicBezTo>
                  <a:cubicBezTo>
                    <a:pt x="370" y="72"/>
                    <a:pt x="372" y="70"/>
                    <a:pt x="373" y="70"/>
                  </a:cubicBezTo>
                  <a:cubicBezTo>
                    <a:pt x="374" y="69"/>
                    <a:pt x="375" y="71"/>
                    <a:pt x="375" y="71"/>
                  </a:cubicBezTo>
                  <a:cubicBezTo>
                    <a:pt x="377" y="72"/>
                    <a:pt x="377" y="72"/>
                    <a:pt x="377" y="72"/>
                  </a:cubicBezTo>
                  <a:cubicBezTo>
                    <a:pt x="376" y="73"/>
                    <a:pt x="376" y="73"/>
                    <a:pt x="376" y="73"/>
                  </a:cubicBezTo>
                  <a:cubicBezTo>
                    <a:pt x="376" y="73"/>
                    <a:pt x="377" y="76"/>
                    <a:pt x="377" y="77"/>
                  </a:cubicBezTo>
                  <a:cubicBezTo>
                    <a:pt x="377" y="78"/>
                    <a:pt x="375" y="80"/>
                    <a:pt x="375" y="81"/>
                  </a:cubicBezTo>
                  <a:cubicBezTo>
                    <a:pt x="375" y="82"/>
                    <a:pt x="376" y="84"/>
                    <a:pt x="376" y="85"/>
                  </a:cubicBezTo>
                  <a:cubicBezTo>
                    <a:pt x="376" y="86"/>
                    <a:pt x="380" y="89"/>
                    <a:pt x="380" y="89"/>
                  </a:cubicBezTo>
                  <a:cubicBezTo>
                    <a:pt x="380" y="89"/>
                    <a:pt x="383" y="91"/>
                    <a:pt x="383" y="92"/>
                  </a:cubicBezTo>
                  <a:cubicBezTo>
                    <a:pt x="383" y="93"/>
                    <a:pt x="384" y="96"/>
                    <a:pt x="384" y="96"/>
                  </a:cubicBezTo>
                  <a:cubicBezTo>
                    <a:pt x="389" y="98"/>
                    <a:pt x="389" y="98"/>
                    <a:pt x="389" y="98"/>
                  </a:cubicBezTo>
                  <a:cubicBezTo>
                    <a:pt x="393" y="102"/>
                    <a:pt x="393" y="102"/>
                    <a:pt x="393" y="102"/>
                  </a:cubicBezTo>
                  <a:cubicBezTo>
                    <a:pt x="394" y="100"/>
                    <a:pt x="394" y="100"/>
                    <a:pt x="394" y="100"/>
                  </a:cubicBezTo>
                  <a:cubicBezTo>
                    <a:pt x="396" y="101"/>
                    <a:pt x="396" y="101"/>
                    <a:pt x="396" y="101"/>
                  </a:cubicBezTo>
                  <a:cubicBezTo>
                    <a:pt x="397" y="104"/>
                    <a:pt x="397" y="104"/>
                    <a:pt x="397" y="104"/>
                  </a:cubicBezTo>
                  <a:cubicBezTo>
                    <a:pt x="396" y="108"/>
                    <a:pt x="396" y="108"/>
                    <a:pt x="396" y="108"/>
                  </a:cubicBezTo>
                  <a:cubicBezTo>
                    <a:pt x="395" y="114"/>
                    <a:pt x="395" y="114"/>
                    <a:pt x="395" y="114"/>
                  </a:cubicBezTo>
                  <a:cubicBezTo>
                    <a:pt x="395" y="117"/>
                    <a:pt x="395" y="117"/>
                    <a:pt x="395" y="117"/>
                  </a:cubicBezTo>
                  <a:cubicBezTo>
                    <a:pt x="395" y="117"/>
                    <a:pt x="398" y="114"/>
                    <a:pt x="398" y="113"/>
                  </a:cubicBezTo>
                  <a:cubicBezTo>
                    <a:pt x="398" y="113"/>
                    <a:pt x="399" y="108"/>
                    <a:pt x="399" y="107"/>
                  </a:cubicBezTo>
                  <a:cubicBezTo>
                    <a:pt x="399" y="106"/>
                    <a:pt x="399" y="102"/>
                    <a:pt x="399" y="102"/>
                  </a:cubicBezTo>
                  <a:cubicBezTo>
                    <a:pt x="398" y="99"/>
                    <a:pt x="398" y="99"/>
                    <a:pt x="398" y="99"/>
                  </a:cubicBezTo>
                  <a:cubicBezTo>
                    <a:pt x="398" y="99"/>
                    <a:pt x="395" y="97"/>
                    <a:pt x="395" y="97"/>
                  </a:cubicBezTo>
                  <a:cubicBezTo>
                    <a:pt x="395" y="96"/>
                    <a:pt x="394" y="94"/>
                    <a:pt x="394" y="93"/>
                  </a:cubicBezTo>
                  <a:cubicBezTo>
                    <a:pt x="394" y="92"/>
                    <a:pt x="397" y="89"/>
                    <a:pt x="397" y="89"/>
                  </a:cubicBezTo>
                  <a:cubicBezTo>
                    <a:pt x="398" y="93"/>
                    <a:pt x="398" y="93"/>
                    <a:pt x="398" y="93"/>
                  </a:cubicBezTo>
                  <a:cubicBezTo>
                    <a:pt x="401" y="97"/>
                    <a:pt x="401" y="97"/>
                    <a:pt x="401" y="97"/>
                  </a:cubicBezTo>
                  <a:cubicBezTo>
                    <a:pt x="401" y="96"/>
                    <a:pt x="401" y="95"/>
                    <a:pt x="401" y="94"/>
                  </a:cubicBezTo>
                  <a:cubicBezTo>
                    <a:pt x="401" y="94"/>
                    <a:pt x="406" y="101"/>
                    <a:pt x="406" y="101"/>
                  </a:cubicBezTo>
                  <a:close/>
                  <a:moveTo>
                    <a:pt x="402" y="99"/>
                  </a:moveTo>
                  <a:cubicBezTo>
                    <a:pt x="404" y="101"/>
                    <a:pt x="404" y="101"/>
                    <a:pt x="404" y="101"/>
                  </a:cubicBezTo>
                  <a:cubicBezTo>
                    <a:pt x="401" y="97"/>
                    <a:pt x="401" y="97"/>
                    <a:pt x="401" y="97"/>
                  </a:cubicBezTo>
                  <a:cubicBezTo>
                    <a:pt x="401" y="98"/>
                    <a:pt x="402" y="99"/>
                    <a:pt x="402" y="99"/>
                  </a:cubicBezTo>
                  <a:close/>
                  <a:moveTo>
                    <a:pt x="250" y="171"/>
                  </a:moveTo>
                  <a:cubicBezTo>
                    <a:pt x="248" y="172"/>
                    <a:pt x="245" y="173"/>
                    <a:pt x="245" y="173"/>
                  </a:cubicBezTo>
                  <a:cubicBezTo>
                    <a:pt x="245" y="173"/>
                    <a:pt x="242" y="173"/>
                    <a:pt x="242" y="174"/>
                  </a:cubicBezTo>
                  <a:cubicBezTo>
                    <a:pt x="241" y="175"/>
                    <a:pt x="241" y="175"/>
                    <a:pt x="238" y="176"/>
                  </a:cubicBezTo>
                  <a:cubicBezTo>
                    <a:pt x="236" y="178"/>
                    <a:pt x="237" y="176"/>
                    <a:pt x="236" y="178"/>
                  </a:cubicBezTo>
                  <a:cubicBezTo>
                    <a:pt x="235" y="180"/>
                    <a:pt x="236" y="181"/>
                    <a:pt x="233" y="181"/>
                  </a:cubicBezTo>
                  <a:cubicBezTo>
                    <a:pt x="231" y="181"/>
                    <a:pt x="229" y="181"/>
                    <a:pt x="227" y="181"/>
                  </a:cubicBezTo>
                  <a:cubicBezTo>
                    <a:pt x="225" y="181"/>
                    <a:pt x="225" y="180"/>
                    <a:pt x="224" y="181"/>
                  </a:cubicBezTo>
                  <a:cubicBezTo>
                    <a:pt x="222" y="183"/>
                    <a:pt x="221" y="183"/>
                    <a:pt x="220" y="184"/>
                  </a:cubicBezTo>
                  <a:cubicBezTo>
                    <a:pt x="220" y="185"/>
                    <a:pt x="220" y="185"/>
                    <a:pt x="221" y="185"/>
                  </a:cubicBezTo>
                  <a:cubicBezTo>
                    <a:pt x="221" y="185"/>
                    <a:pt x="226" y="186"/>
                    <a:pt x="227" y="186"/>
                  </a:cubicBezTo>
                  <a:cubicBezTo>
                    <a:pt x="227" y="188"/>
                    <a:pt x="227" y="188"/>
                    <a:pt x="227" y="188"/>
                  </a:cubicBezTo>
                  <a:cubicBezTo>
                    <a:pt x="229" y="188"/>
                    <a:pt x="229" y="188"/>
                    <a:pt x="229" y="188"/>
                  </a:cubicBezTo>
                  <a:cubicBezTo>
                    <a:pt x="229" y="188"/>
                    <a:pt x="231" y="188"/>
                    <a:pt x="231" y="187"/>
                  </a:cubicBezTo>
                  <a:cubicBezTo>
                    <a:pt x="231" y="186"/>
                    <a:pt x="231" y="186"/>
                    <a:pt x="231" y="186"/>
                  </a:cubicBezTo>
                  <a:cubicBezTo>
                    <a:pt x="228" y="186"/>
                    <a:pt x="228" y="186"/>
                    <a:pt x="228" y="186"/>
                  </a:cubicBezTo>
                  <a:cubicBezTo>
                    <a:pt x="228" y="186"/>
                    <a:pt x="229" y="185"/>
                    <a:pt x="232" y="185"/>
                  </a:cubicBezTo>
                  <a:cubicBezTo>
                    <a:pt x="236" y="184"/>
                    <a:pt x="237" y="183"/>
                    <a:pt x="237" y="183"/>
                  </a:cubicBezTo>
                  <a:cubicBezTo>
                    <a:pt x="234" y="186"/>
                    <a:pt x="234" y="186"/>
                    <a:pt x="234" y="186"/>
                  </a:cubicBezTo>
                  <a:cubicBezTo>
                    <a:pt x="234" y="186"/>
                    <a:pt x="237" y="187"/>
                    <a:pt x="239" y="187"/>
                  </a:cubicBezTo>
                  <a:cubicBezTo>
                    <a:pt x="240" y="186"/>
                    <a:pt x="240" y="186"/>
                    <a:pt x="243" y="184"/>
                  </a:cubicBezTo>
                  <a:cubicBezTo>
                    <a:pt x="246" y="183"/>
                    <a:pt x="246" y="183"/>
                    <a:pt x="247" y="182"/>
                  </a:cubicBezTo>
                  <a:cubicBezTo>
                    <a:pt x="248" y="182"/>
                    <a:pt x="249" y="184"/>
                    <a:pt x="249" y="184"/>
                  </a:cubicBezTo>
                  <a:cubicBezTo>
                    <a:pt x="250" y="184"/>
                    <a:pt x="252" y="184"/>
                    <a:pt x="253" y="182"/>
                  </a:cubicBezTo>
                  <a:cubicBezTo>
                    <a:pt x="254" y="180"/>
                    <a:pt x="254" y="178"/>
                    <a:pt x="254" y="177"/>
                  </a:cubicBezTo>
                  <a:cubicBezTo>
                    <a:pt x="254" y="176"/>
                    <a:pt x="255" y="177"/>
                    <a:pt x="254" y="175"/>
                  </a:cubicBezTo>
                  <a:cubicBezTo>
                    <a:pt x="254" y="174"/>
                    <a:pt x="253" y="174"/>
                    <a:pt x="254" y="173"/>
                  </a:cubicBezTo>
                  <a:cubicBezTo>
                    <a:pt x="255" y="172"/>
                    <a:pt x="256" y="172"/>
                    <a:pt x="256" y="171"/>
                  </a:cubicBezTo>
                  <a:cubicBezTo>
                    <a:pt x="256" y="169"/>
                    <a:pt x="256" y="169"/>
                    <a:pt x="257" y="168"/>
                  </a:cubicBezTo>
                  <a:cubicBezTo>
                    <a:pt x="257" y="166"/>
                    <a:pt x="257" y="166"/>
                    <a:pt x="257" y="164"/>
                  </a:cubicBezTo>
                  <a:cubicBezTo>
                    <a:pt x="257" y="162"/>
                    <a:pt x="257" y="161"/>
                    <a:pt x="256" y="160"/>
                  </a:cubicBezTo>
                  <a:cubicBezTo>
                    <a:pt x="256" y="160"/>
                    <a:pt x="254" y="160"/>
                    <a:pt x="255" y="158"/>
                  </a:cubicBezTo>
                  <a:cubicBezTo>
                    <a:pt x="256" y="157"/>
                    <a:pt x="257" y="156"/>
                    <a:pt x="257" y="156"/>
                  </a:cubicBezTo>
                  <a:cubicBezTo>
                    <a:pt x="257" y="156"/>
                    <a:pt x="260" y="157"/>
                    <a:pt x="260" y="158"/>
                  </a:cubicBezTo>
                  <a:cubicBezTo>
                    <a:pt x="260" y="159"/>
                    <a:pt x="261" y="159"/>
                    <a:pt x="262" y="159"/>
                  </a:cubicBezTo>
                  <a:cubicBezTo>
                    <a:pt x="263" y="159"/>
                    <a:pt x="264" y="158"/>
                    <a:pt x="265" y="157"/>
                  </a:cubicBezTo>
                  <a:cubicBezTo>
                    <a:pt x="266" y="156"/>
                    <a:pt x="268" y="154"/>
                    <a:pt x="269" y="153"/>
                  </a:cubicBezTo>
                  <a:cubicBezTo>
                    <a:pt x="269" y="152"/>
                    <a:pt x="270" y="151"/>
                    <a:pt x="270" y="151"/>
                  </a:cubicBezTo>
                  <a:cubicBezTo>
                    <a:pt x="270" y="150"/>
                    <a:pt x="268" y="151"/>
                    <a:pt x="267" y="149"/>
                  </a:cubicBezTo>
                  <a:cubicBezTo>
                    <a:pt x="266" y="146"/>
                    <a:pt x="266" y="144"/>
                    <a:pt x="265" y="144"/>
                  </a:cubicBezTo>
                  <a:cubicBezTo>
                    <a:pt x="265" y="145"/>
                    <a:pt x="263" y="146"/>
                    <a:pt x="263" y="148"/>
                  </a:cubicBezTo>
                  <a:cubicBezTo>
                    <a:pt x="262" y="149"/>
                    <a:pt x="261" y="150"/>
                    <a:pt x="261" y="150"/>
                  </a:cubicBezTo>
                  <a:cubicBezTo>
                    <a:pt x="259" y="146"/>
                    <a:pt x="259" y="146"/>
                    <a:pt x="259" y="146"/>
                  </a:cubicBezTo>
                  <a:cubicBezTo>
                    <a:pt x="259" y="144"/>
                    <a:pt x="259" y="144"/>
                    <a:pt x="259" y="144"/>
                  </a:cubicBezTo>
                  <a:cubicBezTo>
                    <a:pt x="257" y="143"/>
                    <a:pt x="257" y="143"/>
                    <a:pt x="257" y="143"/>
                  </a:cubicBezTo>
                  <a:cubicBezTo>
                    <a:pt x="258" y="145"/>
                    <a:pt x="256" y="151"/>
                    <a:pt x="256" y="151"/>
                  </a:cubicBezTo>
                  <a:cubicBezTo>
                    <a:pt x="254" y="152"/>
                    <a:pt x="254" y="152"/>
                    <a:pt x="254" y="152"/>
                  </a:cubicBezTo>
                  <a:cubicBezTo>
                    <a:pt x="254" y="152"/>
                    <a:pt x="252" y="155"/>
                    <a:pt x="251" y="155"/>
                  </a:cubicBezTo>
                  <a:cubicBezTo>
                    <a:pt x="251" y="156"/>
                    <a:pt x="251" y="159"/>
                    <a:pt x="251" y="159"/>
                  </a:cubicBezTo>
                  <a:cubicBezTo>
                    <a:pt x="251" y="159"/>
                    <a:pt x="251" y="159"/>
                    <a:pt x="251" y="160"/>
                  </a:cubicBezTo>
                  <a:cubicBezTo>
                    <a:pt x="252" y="161"/>
                    <a:pt x="253" y="165"/>
                    <a:pt x="253" y="168"/>
                  </a:cubicBezTo>
                  <a:cubicBezTo>
                    <a:pt x="252" y="170"/>
                    <a:pt x="252" y="171"/>
                    <a:pt x="250" y="171"/>
                  </a:cubicBezTo>
                  <a:close/>
                  <a:moveTo>
                    <a:pt x="223" y="191"/>
                  </a:moveTo>
                  <a:cubicBezTo>
                    <a:pt x="224" y="189"/>
                    <a:pt x="224" y="189"/>
                    <a:pt x="224" y="189"/>
                  </a:cubicBezTo>
                  <a:cubicBezTo>
                    <a:pt x="224" y="188"/>
                    <a:pt x="224" y="188"/>
                    <a:pt x="224" y="188"/>
                  </a:cubicBezTo>
                  <a:cubicBezTo>
                    <a:pt x="222" y="188"/>
                    <a:pt x="222" y="188"/>
                    <a:pt x="222" y="188"/>
                  </a:cubicBezTo>
                  <a:cubicBezTo>
                    <a:pt x="220" y="188"/>
                    <a:pt x="220" y="188"/>
                    <a:pt x="220" y="188"/>
                  </a:cubicBezTo>
                  <a:cubicBezTo>
                    <a:pt x="222" y="190"/>
                    <a:pt x="222" y="190"/>
                    <a:pt x="222" y="190"/>
                  </a:cubicBezTo>
                  <a:cubicBezTo>
                    <a:pt x="221" y="193"/>
                    <a:pt x="221" y="193"/>
                    <a:pt x="221" y="193"/>
                  </a:cubicBezTo>
                  <a:lnTo>
                    <a:pt x="223" y="191"/>
                  </a:lnTo>
                  <a:close/>
                  <a:moveTo>
                    <a:pt x="187" y="217"/>
                  </a:moveTo>
                  <a:cubicBezTo>
                    <a:pt x="185" y="221"/>
                    <a:pt x="185" y="221"/>
                    <a:pt x="185" y="221"/>
                  </a:cubicBezTo>
                  <a:cubicBezTo>
                    <a:pt x="188" y="224"/>
                    <a:pt x="188" y="224"/>
                    <a:pt x="188" y="224"/>
                  </a:cubicBezTo>
                  <a:cubicBezTo>
                    <a:pt x="188" y="224"/>
                    <a:pt x="192" y="225"/>
                    <a:pt x="192" y="223"/>
                  </a:cubicBezTo>
                  <a:cubicBezTo>
                    <a:pt x="192" y="222"/>
                    <a:pt x="192" y="219"/>
                    <a:pt x="193" y="218"/>
                  </a:cubicBezTo>
                  <a:cubicBezTo>
                    <a:pt x="193" y="217"/>
                    <a:pt x="195" y="213"/>
                    <a:pt x="195" y="213"/>
                  </a:cubicBezTo>
                  <a:cubicBezTo>
                    <a:pt x="195" y="211"/>
                    <a:pt x="195" y="211"/>
                    <a:pt x="195" y="211"/>
                  </a:cubicBezTo>
                  <a:cubicBezTo>
                    <a:pt x="192" y="211"/>
                    <a:pt x="192" y="211"/>
                    <a:pt x="192" y="211"/>
                  </a:cubicBezTo>
                  <a:lnTo>
                    <a:pt x="187" y="217"/>
                  </a:lnTo>
                  <a:close/>
                  <a:moveTo>
                    <a:pt x="196" y="247"/>
                  </a:moveTo>
                  <a:cubicBezTo>
                    <a:pt x="195" y="247"/>
                    <a:pt x="192" y="248"/>
                    <a:pt x="192" y="248"/>
                  </a:cubicBezTo>
                  <a:cubicBezTo>
                    <a:pt x="192" y="245"/>
                    <a:pt x="192" y="245"/>
                    <a:pt x="192" y="245"/>
                  </a:cubicBezTo>
                  <a:cubicBezTo>
                    <a:pt x="192" y="245"/>
                    <a:pt x="194" y="243"/>
                    <a:pt x="194" y="241"/>
                  </a:cubicBezTo>
                  <a:cubicBezTo>
                    <a:pt x="194" y="240"/>
                    <a:pt x="194" y="239"/>
                    <a:pt x="194" y="238"/>
                  </a:cubicBezTo>
                  <a:cubicBezTo>
                    <a:pt x="194" y="237"/>
                    <a:pt x="194" y="232"/>
                    <a:pt x="194" y="232"/>
                  </a:cubicBezTo>
                  <a:cubicBezTo>
                    <a:pt x="192" y="231"/>
                    <a:pt x="192" y="231"/>
                    <a:pt x="192" y="231"/>
                  </a:cubicBezTo>
                  <a:cubicBezTo>
                    <a:pt x="190" y="238"/>
                    <a:pt x="190" y="238"/>
                    <a:pt x="190" y="238"/>
                  </a:cubicBezTo>
                  <a:cubicBezTo>
                    <a:pt x="189" y="243"/>
                    <a:pt x="189" y="243"/>
                    <a:pt x="189" y="243"/>
                  </a:cubicBezTo>
                  <a:cubicBezTo>
                    <a:pt x="186" y="244"/>
                    <a:pt x="186" y="244"/>
                    <a:pt x="186" y="244"/>
                  </a:cubicBezTo>
                  <a:cubicBezTo>
                    <a:pt x="186" y="244"/>
                    <a:pt x="187" y="250"/>
                    <a:pt x="188" y="250"/>
                  </a:cubicBezTo>
                  <a:cubicBezTo>
                    <a:pt x="188" y="251"/>
                    <a:pt x="192" y="253"/>
                    <a:pt x="192" y="253"/>
                  </a:cubicBezTo>
                  <a:cubicBezTo>
                    <a:pt x="196" y="252"/>
                    <a:pt x="196" y="252"/>
                    <a:pt x="196" y="252"/>
                  </a:cubicBezTo>
                  <a:cubicBezTo>
                    <a:pt x="196" y="252"/>
                    <a:pt x="199" y="252"/>
                    <a:pt x="199" y="253"/>
                  </a:cubicBezTo>
                  <a:cubicBezTo>
                    <a:pt x="199" y="254"/>
                    <a:pt x="200" y="257"/>
                    <a:pt x="200" y="255"/>
                  </a:cubicBezTo>
                  <a:cubicBezTo>
                    <a:pt x="200" y="254"/>
                    <a:pt x="200" y="251"/>
                    <a:pt x="200" y="250"/>
                  </a:cubicBezTo>
                  <a:cubicBezTo>
                    <a:pt x="199" y="250"/>
                    <a:pt x="197" y="246"/>
                    <a:pt x="196" y="247"/>
                  </a:cubicBezTo>
                  <a:close/>
                  <a:moveTo>
                    <a:pt x="180" y="266"/>
                  </a:moveTo>
                  <a:cubicBezTo>
                    <a:pt x="181" y="266"/>
                    <a:pt x="187" y="265"/>
                    <a:pt x="187" y="265"/>
                  </a:cubicBezTo>
                  <a:cubicBezTo>
                    <a:pt x="187" y="265"/>
                    <a:pt x="187" y="263"/>
                    <a:pt x="187" y="261"/>
                  </a:cubicBezTo>
                  <a:cubicBezTo>
                    <a:pt x="188" y="260"/>
                    <a:pt x="189" y="259"/>
                    <a:pt x="189" y="258"/>
                  </a:cubicBezTo>
                  <a:cubicBezTo>
                    <a:pt x="188" y="258"/>
                    <a:pt x="187" y="257"/>
                    <a:pt x="187" y="257"/>
                  </a:cubicBezTo>
                  <a:cubicBezTo>
                    <a:pt x="186" y="257"/>
                    <a:pt x="186" y="257"/>
                    <a:pt x="186" y="257"/>
                  </a:cubicBezTo>
                  <a:cubicBezTo>
                    <a:pt x="180" y="261"/>
                    <a:pt x="180" y="261"/>
                    <a:pt x="180" y="261"/>
                  </a:cubicBezTo>
                  <a:cubicBezTo>
                    <a:pt x="180" y="261"/>
                    <a:pt x="179" y="265"/>
                    <a:pt x="180" y="266"/>
                  </a:cubicBezTo>
                  <a:close/>
                  <a:moveTo>
                    <a:pt x="197" y="260"/>
                  </a:moveTo>
                  <a:cubicBezTo>
                    <a:pt x="197" y="257"/>
                    <a:pt x="197" y="257"/>
                    <a:pt x="197" y="257"/>
                  </a:cubicBezTo>
                  <a:cubicBezTo>
                    <a:pt x="197" y="257"/>
                    <a:pt x="200" y="256"/>
                    <a:pt x="197" y="256"/>
                  </a:cubicBezTo>
                  <a:cubicBezTo>
                    <a:pt x="194" y="256"/>
                    <a:pt x="194" y="256"/>
                    <a:pt x="194" y="256"/>
                  </a:cubicBezTo>
                  <a:cubicBezTo>
                    <a:pt x="192" y="259"/>
                    <a:pt x="192" y="259"/>
                    <a:pt x="192" y="259"/>
                  </a:cubicBezTo>
                  <a:cubicBezTo>
                    <a:pt x="196" y="262"/>
                    <a:pt x="196" y="262"/>
                    <a:pt x="196" y="262"/>
                  </a:cubicBezTo>
                  <a:lnTo>
                    <a:pt x="197" y="260"/>
                  </a:lnTo>
                  <a:close/>
                  <a:moveTo>
                    <a:pt x="204" y="256"/>
                  </a:moveTo>
                  <a:cubicBezTo>
                    <a:pt x="205" y="254"/>
                    <a:pt x="205" y="254"/>
                    <a:pt x="205" y="254"/>
                  </a:cubicBezTo>
                  <a:cubicBezTo>
                    <a:pt x="202" y="254"/>
                    <a:pt x="202" y="254"/>
                    <a:pt x="202" y="254"/>
                  </a:cubicBezTo>
                  <a:cubicBezTo>
                    <a:pt x="202" y="257"/>
                    <a:pt x="202" y="257"/>
                    <a:pt x="202" y="257"/>
                  </a:cubicBezTo>
                  <a:cubicBezTo>
                    <a:pt x="203" y="259"/>
                    <a:pt x="203" y="259"/>
                    <a:pt x="203" y="259"/>
                  </a:cubicBezTo>
                  <a:cubicBezTo>
                    <a:pt x="204" y="259"/>
                    <a:pt x="204" y="259"/>
                    <a:pt x="204" y="259"/>
                  </a:cubicBezTo>
                  <a:lnTo>
                    <a:pt x="204" y="256"/>
                  </a:lnTo>
                  <a:close/>
                  <a:moveTo>
                    <a:pt x="185" y="284"/>
                  </a:moveTo>
                  <a:cubicBezTo>
                    <a:pt x="181" y="282"/>
                    <a:pt x="181" y="282"/>
                    <a:pt x="181" y="282"/>
                  </a:cubicBezTo>
                  <a:cubicBezTo>
                    <a:pt x="185" y="279"/>
                    <a:pt x="185" y="279"/>
                    <a:pt x="185" y="279"/>
                  </a:cubicBezTo>
                  <a:cubicBezTo>
                    <a:pt x="185" y="279"/>
                    <a:pt x="186" y="278"/>
                    <a:pt x="186" y="277"/>
                  </a:cubicBezTo>
                  <a:cubicBezTo>
                    <a:pt x="186" y="276"/>
                    <a:pt x="186" y="274"/>
                    <a:pt x="186" y="274"/>
                  </a:cubicBezTo>
                  <a:cubicBezTo>
                    <a:pt x="186" y="273"/>
                    <a:pt x="184" y="271"/>
                    <a:pt x="184" y="271"/>
                  </a:cubicBezTo>
                  <a:cubicBezTo>
                    <a:pt x="182" y="270"/>
                    <a:pt x="182" y="270"/>
                    <a:pt x="182" y="270"/>
                  </a:cubicBezTo>
                  <a:cubicBezTo>
                    <a:pt x="181" y="268"/>
                    <a:pt x="181" y="268"/>
                    <a:pt x="181" y="268"/>
                  </a:cubicBezTo>
                  <a:cubicBezTo>
                    <a:pt x="179" y="269"/>
                    <a:pt x="174" y="271"/>
                    <a:pt x="174" y="271"/>
                  </a:cubicBezTo>
                  <a:cubicBezTo>
                    <a:pt x="174" y="271"/>
                    <a:pt x="176" y="273"/>
                    <a:pt x="175" y="274"/>
                  </a:cubicBezTo>
                  <a:cubicBezTo>
                    <a:pt x="175" y="276"/>
                    <a:pt x="173" y="277"/>
                    <a:pt x="173" y="277"/>
                  </a:cubicBezTo>
                  <a:cubicBezTo>
                    <a:pt x="171" y="277"/>
                    <a:pt x="171" y="277"/>
                    <a:pt x="171" y="277"/>
                  </a:cubicBezTo>
                  <a:cubicBezTo>
                    <a:pt x="171" y="277"/>
                    <a:pt x="169" y="278"/>
                    <a:pt x="169" y="279"/>
                  </a:cubicBezTo>
                  <a:cubicBezTo>
                    <a:pt x="169" y="279"/>
                    <a:pt x="168" y="281"/>
                    <a:pt x="168" y="282"/>
                  </a:cubicBezTo>
                  <a:cubicBezTo>
                    <a:pt x="167" y="283"/>
                    <a:pt x="166" y="285"/>
                    <a:pt x="166" y="285"/>
                  </a:cubicBezTo>
                  <a:cubicBezTo>
                    <a:pt x="161" y="285"/>
                    <a:pt x="161" y="285"/>
                    <a:pt x="161" y="285"/>
                  </a:cubicBezTo>
                  <a:cubicBezTo>
                    <a:pt x="161" y="285"/>
                    <a:pt x="161" y="289"/>
                    <a:pt x="160" y="290"/>
                  </a:cubicBezTo>
                  <a:cubicBezTo>
                    <a:pt x="160" y="291"/>
                    <a:pt x="160" y="294"/>
                    <a:pt x="160" y="294"/>
                  </a:cubicBezTo>
                  <a:cubicBezTo>
                    <a:pt x="161" y="294"/>
                    <a:pt x="168" y="295"/>
                    <a:pt x="168" y="295"/>
                  </a:cubicBezTo>
                  <a:cubicBezTo>
                    <a:pt x="172" y="296"/>
                    <a:pt x="172" y="296"/>
                    <a:pt x="172" y="296"/>
                  </a:cubicBezTo>
                  <a:cubicBezTo>
                    <a:pt x="175" y="296"/>
                    <a:pt x="175" y="296"/>
                    <a:pt x="175" y="296"/>
                  </a:cubicBezTo>
                  <a:cubicBezTo>
                    <a:pt x="175" y="296"/>
                    <a:pt x="177" y="299"/>
                    <a:pt x="178" y="298"/>
                  </a:cubicBezTo>
                  <a:cubicBezTo>
                    <a:pt x="179" y="296"/>
                    <a:pt x="180" y="291"/>
                    <a:pt x="180" y="290"/>
                  </a:cubicBezTo>
                  <a:cubicBezTo>
                    <a:pt x="181" y="289"/>
                    <a:pt x="184" y="287"/>
                    <a:pt x="185" y="287"/>
                  </a:cubicBezTo>
                  <a:cubicBezTo>
                    <a:pt x="186" y="287"/>
                    <a:pt x="187" y="287"/>
                    <a:pt x="187" y="287"/>
                  </a:cubicBezTo>
                  <a:lnTo>
                    <a:pt x="185" y="284"/>
                  </a:lnTo>
                  <a:close/>
                  <a:moveTo>
                    <a:pt x="173" y="306"/>
                  </a:moveTo>
                  <a:cubicBezTo>
                    <a:pt x="172" y="304"/>
                    <a:pt x="172" y="304"/>
                    <a:pt x="172" y="304"/>
                  </a:cubicBezTo>
                  <a:cubicBezTo>
                    <a:pt x="169" y="305"/>
                    <a:pt x="169" y="305"/>
                    <a:pt x="169" y="305"/>
                  </a:cubicBezTo>
                  <a:cubicBezTo>
                    <a:pt x="164" y="305"/>
                    <a:pt x="164" y="305"/>
                    <a:pt x="164" y="305"/>
                  </a:cubicBezTo>
                  <a:cubicBezTo>
                    <a:pt x="154" y="305"/>
                    <a:pt x="154" y="305"/>
                    <a:pt x="154" y="305"/>
                  </a:cubicBezTo>
                  <a:cubicBezTo>
                    <a:pt x="153" y="305"/>
                    <a:pt x="153" y="305"/>
                    <a:pt x="153" y="305"/>
                  </a:cubicBezTo>
                  <a:cubicBezTo>
                    <a:pt x="155" y="306"/>
                    <a:pt x="155" y="306"/>
                    <a:pt x="155" y="306"/>
                  </a:cubicBezTo>
                  <a:cubicBezTo>
                    <a:pt x="154" y="307"/>
                    <a:pt x="154" y="307"/>
                    <a:pt x="154" y="307"/>
                  </a:cubicBezTo>
                  <a:cubicBezTo>
                    <a:pt x="154" y="307"/>
                    <a:pt x="164" y="309"/>
                    <a:pt x="165" y="309"/>
                  </a:cubicBezTo>
                  <a:cubicBezTo>
                    <a:pt x="166" y="309"/>
                    <a:pt x="172" y="311"/>
                    <a:pt x="174" y="311"/>
                  </a:cubicBezTo>
                  <a:cubicBezTo>
                    <a:pt x="176" y="311"/>
                    <a:pt x="177" y="311"/>
                    <a:pt x="177" y="311"/>
                  </a:cubicBezTo>
                  <a:cubicBezTo>
                    <a:pt x="180" y="308"/>
                    <a:pt x="180" y="308"/>
                    <a:pt x="180" y="308"/>
                  </a:cubicBezTo>
                  <a:cubicBezTo>
                    <a:pt x="180" y="308"/>
                    <a:pt x="176" y="307"/>
                    <a:pt x="176" y="307"/>
                  </a:cubicBezTo>
                  <a:cubicBezTo>
                    <a:pt x="175" y="307"/>
                    <a:pt x="173" y="306"/>
                    <a:pt x="173" y="306"/>
                  </a:cubicBezTo>
                  <a:close/>
                  <a:moveTo>
                    <a:pt x="197" y="266"/>
                  </a:moveTo>
                  <a:cubicBezTo>
                    <a:pt x="197" y="266"/>
                    <a:pt x="194" y="268"/>
                    <a:pt x="194" y="268"/>
                  </a:cubicBezTo>
                  <a:cubicBezTo>
                    <a:pt x="194" y="269"/>
                    <a:pt x="196" y="270"/>
                    <a:pt x="196" y="270"/>
                  </a:cubicBezTo>
                  <a:cubicBezTo>
                    <a:pt x="198" y="268"/>
                    <a:pt x="198" y="268"/>
                    <a:pt x="198" y="268"/>
                  </a:cubicBezTo>
                  <a:cubicBezTo>
                    <a:pt x="200" y="268"/>
                    <a:pt x="200" y="268"/>
                    <a:pt x="200" y="268"/>
                  </a:cubicBezTo>
                  <a:cubicBezTo>
                    <a:pt x="200" y="268"/>
                    <a:pt x="200" y="270"/>
                    <a:pt x="199" y="271"/>
                  </a:cubicBezTo>
                  <a:cubicBezTo>
                    <a:pt x="199" y="273"/>
                    <a:pt x="200" y="273"/>
                    <a:pt x="200" y="273"/>
                  </a:cubicBezTo>
                  <a:cubicBezTo>
                    <a:pt x="200" y="273"/>
                    <a:pt x="204" y="273"/>
                    <a:pt x="206" y="273"/>
                  </a:cubicBezTo>
                  <a:cubicBezTo>
                    <a:pt x="207" y="273"/>
                    <a:pt x="206" y="271"/>
                    <a:pt x="206" y="271"/>
                  </a:cubicBezTo>
                  <a:cubicBezTo>
                    <a:pt x="206" y="271"/>
                    <a:pt x="206" y="269"/>
                    <a:pt x="206" y="269"/>
                  </a:cubicBezTo>
                  <a:cubicBezTo>
                    <a:pt x="206" y="268"/>
                    <a:pt x="206" y="268"/>
                    <a:pt x="206" y="268"/>
                  </a:cubicBezTo>
                  <a:cubicBezTo>
                    <a:pt x="208" y="269"/>
                    <a:pt x="208" y="269"/>
                    <a:pt x="208" y="269"/>
                  </a:cubicBezTo>
                  <a:cubicBezTo>
                    <a:pt x="208" y="269"/>
                    <a:pt x="209" y="266"/>
                    <a:pt x="209" y="265"/>
                  </a:cubicBezTo>
                  <a:cubicBezTo>
                    <a:pt x="209" y="265"/>
                    <a:pt x="208" y="264"/>
                    <a:pt x="208" y="264"/>
                  </a:cubicBezTo>
                  <a:cubicBezTo>
                    <a:pt x="206" y="262"/>
                    <a:pt x="206" y="262"/>
                    <a:pt x="206" y="262"/>
                  </a:cubicBezTo>
                  <a:cubicBezTo>
                    <a:pt x="203" y="262"/>
                    <a:pt x="203" y="262"/>
                    <a:pt x="203" y="262"/>
                  </a:cubicBezTo>
                  <a:cubicBezTo>
                    <a:pt x="201" y="264"/>
                    <a:pt x="201" y="264"/>
                    <a:pt x="201" y="264"/>
                  </a:cubicBezTo>
                  <a:lnTo>
                    <a:pt x="197" y="266"/>
                  </a:lnTo>
                  <a:close/>
                  <a:moveTo>
                    <a:pt x="198" y="285"/>
                  </a:moveTo>
                  <a:cubicBezTo>
                    <a:pt x="200" y="284"/>
                    <a:pt x="200" y="284"/>
                    <a:pt x="200" y="284"/>
                  </a:cubicBezTo>
                  <a:cubicBezTo>
                    <a:pt x="204" y="284"/>
                    <a:pt x="204" y="284"/>
                    <a:pt x="204" y="284"/>
                  </a:cubicBezTo>
                  <a:cubicBezTo>
                    <a:pt x="207" y="282"/>
                    <a:pt x="207" y="282"/>
                    <a:pt x="207" y="282"/>
                  </a:cubicBezTo>
                  <a:cubicBezTo>
                    <a:pt x="207" y="280"/>
                    <a:pt x="207" y="280"/>
                    <a:pt x="207" y="280"/>
                  </a:cubicBezTo>
                  <a:cubicBezTo>
                    <a:pt x="204" y="279"/>
                    <a:pt x="204" y="279"/>
                    <a:pt x="204" y="279"/>
                  </a:cubicBezTo>
                  <a:cubicBezTo>
                    <a:pt x="200" y="281"/>
                    <a:pt x="200" y="281"/>
                    <a:pt x="200" y="281"/>
                  </a:cubicBezTo>
                  <a:cubicBezTo>
                    <a:pt x="197" y="281"/>
                    <a:pt x="197" y="281"/>
                    <a:pt x="197" y="281"/>
                  </a:cubicBezTo>
                  <a:cubicBezTo>
                    <a:pt x="192" y="282"/>
                    <a:pt x="192" y="282"/>
                    <a:pt x="192" y="282"/>
                  </a:cubicBezTo>
                  <a:cubicBezTo>
                    <a:pt x="192" y="282"/>
                    <a:pt x="189" y="281"/>
                    <a:pt x="189" y="282"/>
                  </a:cubicBezTo>
                  <a:cubicBezTo>
                    <a:pt x="189" y="283"/>
                    <a:pt x="188" y="286"/>
                    <a:pt x="188" y="286"/>
                  </a:cubicBezTo>
                  <a:cubicBezTo>
                    <a:pt x="188" y="288"/>
                    <a:pt x="188" y="288"/>
                    <a:pt x="188" y="288"/>
                  </a:cubicBezTo>
                  <a:cubicBezTo>
                    <a:pt x="188" y="291"/>
                    <a:pt x="188" y="291"/>
                    <a:pt x="188" y="291"/>
                  </a:cubicBezTo>
                  <a:cubicBezTo>
                    <a:pt x="188" y="292"/>
                    <a:pt x="188" y="292"/>
                    <a:pt x="188" y="292"/>
                  </a:cubicBezTo>
                  <a:cubicBezTo>
                    <a:pt x="190" y="294"/>
                    <a:pt x="190" y="294"/>
                    <a:pt x="190" y="294"/>
                  </a:cubicBezTo>
                  <a:cubicBezTo>
                    <a:pt x="190" y="294"/>
                    <a:pt x="190" y="297"/>
                    <a:pt x="190" y="298"/>
                  </a:cubicBezTo>
                  <a:cubicBezTo>
                    <a:pt x="190" y="298"/>
                    <a:pt x="190" y="300"/>
                    <a:pt x="191" y="300"/>
                  </a:cubicBezTo>
                  <a:cubicBezTo>
                    <a:pt x="192" y="300"/>
                    <a:pt x="193" y="300"/>
                    <a:pt x="193" y="300"/>
                  </a:cubicBezTo>
                  <a:cubicBezTo>
                    <a:pt x="193" y="300"/>
                    <a:pt x="193" y="302"/>
                    <a:pt x="193" y="303"/>
                  </a:cubicBezTo>
                  <a:cubicBezTo>
                    <a:pt x="193" y="304"/>
                    <a:pt x="193" y="306"/>
                    <a:pt x="194" y="305"/>
                  </a:cubicBezTo>
                  <a:cubicBezTo>
                    <a:pt x="195" y="304"/>
                    <a:pt x="196" y="302"/>
                    <a:pt x="196" y="302"/>
                  </a:cubicBezTo>
                  <a:cubicBezTo>
                    <a:pt x="193" y="299"/>
                    <a:pt x="193" y="299"/>
                    <a:pt x="193" y="299"/>
                  </a:cubicBezTo>
                  <a:cubicBezTo>
                    <a:pt x="193" y="299"/>
                    <a:pt x="193" y="298"/>
                    <a:pt x="193" y="297"/>
                  </a:cubicBezTo>
                  <a:cubicBezTo>
                    <a:pt x="193" y="295"/>
                    <a:pt x="193" y="294"/>
                    <a:pt x="193" y="294"/>
                  </a:cubicBezTo>
                  <a:cubicBezTo>
                    <a:pt x="194" y="293"/>
                    <a:pt x="194" y="293"/>
                    <a:pt x="194" y="293"/>
                  </a:cubicBezTo>
                  <a:cubicBezTo>
                    <a:pt x="194" y="293"/>
                    <a:pt x="196" y="294"/>
                    <a:pt x="196" y="296"/>
                  </a:cubicBezTo>
                  <a:cubicBezTo>
                    <a:pt x="197" y="297"/>
                    <a:pt x="197" y="298"/>
                    <a:pt x="197" y="299"/>
                  </a:cubicBezTo>
                  <a:cubicBezTo>
                    <a:pt x="197" y="300"/>
                    <a:pt x="198" y="302"/>
                    <a:pt x="199" y="300"/>
                  </a:cubicBezTo>
                  <a:cubicBezTo>
                    <a:pt x="199" y="298"/>
                    <a:pt x="199" y="296"/>
                    <a:pt x="198" y="295"/>
                  </a:cubicBezTo>
                  <a:cubicBezTo>
                    <a:pt x="198" y="295"/>
                    <a:pt x="198" y="294"/>
                    <a:pt x="197" y="292"/>
                  </a:cubicBezTo>
                  <a:cubicBezTo>
                    <a:pt x="196" y="291"/>
                    <a:pt x="195" y="289"/>
                    <a:pt x="195" y="289"/>
                  </a:cubicBezTo>
                  <a:cubicBezTo>
                    <a:pt x="195" y="288"/>
                    <a:pt x="195" y="288"/>
                    <a:pt x="195" y="288"/>
                  </a:cubicBezTo>
                  <a:cubicBezTo>
                    <a:pt x="196" y="286"/>
                    <a:pt x="196" y="286"/>
                    <a:pt x="196" y="286"/>
                  </a:cubicBezTo>
                  <a:lnTo>
                    <a:pt x="198" y="285"/>
                  </a:lnTo>
                  <a:close/>
                  <a:moveTo>
                    <a:pt x="206" y="312"/>
                  </a:moveTo>
                  <a:cubicBezTo>
                    <a:pt x="207" y="312"/>
                    <a:pt x="210" y="311"/>
                    <a:pt x="210" y="311"/>
                  </a:cubicBezTo>
                  <a:cubicBezTo>
                    <a:pt x="210" y="311"/>
                    <a:pt x="213" y="310"/>
                    <a:pt x="214" y="310"/>
                  </a:cubicBezTo>
                  <a:cubicBezTo>
                    <a:pt x="214" y="310"/>
                    <a:pt x="215" y="308"/>
                    <a:pt x="215" y="307"/>
                  </a:cubicBezTo>
                  <a:cubicBezTo>
                    <a:pt x="215" y="307"/>
                    <a:pt x="214" y="307"/>
                    <a:pt x="214" y="307"/>
                  </a:cubicBezTo>
                  <a:cubicBezTo>
                    <a:pt x="214" y="307"/>
                    <a:pt x="212" y="308"/>
                    <a:pt x="212" y="308"/>
                  </a:cubicBezTo>
                  <a:cubicBezTo>
                    <a:pt x="211" y="309"/>
                    <a:pt x="209" y="308"/>
                    <a:pt x="209" y="308"/>
                  </a:cubicBezTo>
                  <a:cubicBezTo>
                    <a:pt x="206" y="309"/>
                    <a:pt x="206" y="309"/>
                    <a:pt x="206" y="309"/>
                  </a:cubicBezTo>
                  <a:cubicBezTo>
                    <a:pt x="201" y="310"/>
                    <a:pt x="201" y="310"/>
                    <a:pt x="201" y="310"/>
                  </a:cubicBezTo>
                  <a:cubicBezTo>
                    <a:pt x="202" y="312"/>
                    <a:pt x="202" y="312"/>
                    <a:pt x="202" y="312"/>
                  </a:cubicBezTo>
                  <a:cubicBezTo>
                    <a:pt x="202" y="312"/>
                    <a:pt x="205" y="312"/>
                    <a:pt x="206" y="312"/>
                  </a:cubicBezTo>
                  <a:close/>
                  <a:moveTo>
                    <a:pt x="186" y="310"/>
                  </a:moveTo>
                  <a:cubicBezTo>
                    <a:pt x="186" y="310"/>
                    <a:pt x="186" y="310"/>
                    <a:pt x="186" y="310"/>
                  </a:cubicBezTo>
                  <a:cubicBezTo>
                    <a:pt x="190" y="311"/>
                    <a:pt x="190" y="311"/>
                    <a:pt x="190" y="311"/>
                  </a:cubicBezTo>
                  <a:cubicBezTo>
                    <a:pt x="194" y="309"/>
                    <a:pt x="194" y="309"/>
                    <a:pt x="194" y="309"/>
                  </a:cubicBezTo>
                  <a:cubicBezTo>
                    <a:pt x="191" y="307"/>
                    <a:pt x="191" y="307"/>
                    <a:pt x="191" y="307"/>
                  </a:cubicBezTo>
                  <a:cubicBezTo>
                    <a:pt x="189" y="306"/>
                    <a:pt x="189" y="306"/>
                    <a:pt x="189" y="306"/>
                  </a:cubicBezTo>
                  <a:cubicBezTo>
                    <a:pt x="189" y="306"/>
                    <a:pt x="187" y="306"/>
                    <a:pt x="187" y="306"/>
                  </a:cubicBezTo>
                  <a:cubicBezTo>
                    <a:pt x="187" y="307"/>
                    <a:pt x="186" y="307"/>
                    <a:pt x="186" y="307"/>
                  </a:cubicBezTo>
                  <a:cubicBezTo>
                    <a:pt x="186" y="309"/>
                    <a:pt x="186" y="309"/>
                    <a:pt x="186" y="309"/>
                  </a:cubicBezTo>
                  <a:cubicBezTo>
                    <a:pt x="186" y="309"/>
                    <a:pt x="186" y="309"/>
                    <a:pt x="186" y="310"/>
                  </a:cubicBezTo>
                  <a:close/>
                  <a:moveTo>
                    <a:pt x="216" y="295"/>
                  </a:moveTo>
                  <a:cubicBezTo>
                    <a:pt x="216" y="298"/>
                    <a:pt x="216" y="298"/>
                    <a:pt x="216" y="298"/>
                  </a:cubicBezTo>
                  <a:cubicBezTo>
                    <a:pt x="216" y="299"/>
                    <a:pt x="216" y="299"/>
                    <a:pt x="216" y="299"/>
                  </a:cubicBezTo>
                  <a:cubicBezTo>
                    <a:pt x="221" y="299"/>
                    <a:pt x="221" y="299"/>
                    <a:pt x="221" y="299"/>
                  </a:cubicBezTo>
                  <a:cubicBezTo>
                    <a:pt x="224" y="298"/>
                    <a:pt x="224" y="298"/>
                    <a:pt x="224" y="298"/>
                  </a:cubicBezTo>
                  <a:cubicBezTo>
                    <a:pt x="222" y="297"/>
                    <a:pt x="222" y="297"/>
                    <a:pt x="222" y="297"/>
                  </a:cubicBezTo>
                  <a:cubicBezTo>
                    <a:pt x="219" y="295"/>
                    <a:pt x="219" y="295"/>
                    <a:pt x="219" y="295"/>
                  </a:cubicBezTo>
                  <a:lnTo>
                    <a:pt x="216" y="295"/>
                  </a:lnTo>
                  <a:close/>
                  <a:moveTo>
                    <a:pt x="272" y="310"/>
                  </a:moveTo>
                  <a:cubicBezTo>
                    <a:pt x="272" y="309"/>
                    <a:pt x="270" y="306"/>
                    <a:pt x="270" y="306"/>
                  </a:cubicBezTo>
                  <a:cubicBezTo>
                    <a:pt x="270" y="306"/>
                    <a:pt x="269" y="305"/>
                    <a:pt x="269" y="305"/>
                  </a:cubicBezTo>
                  <a:cubicBezTo>
                    <a:pt x="270" y="305"/>
                    <a:pt x="272" y="304"/>
                    <a:pt x="272" y="304"/>
                  </a:cubicBezTo>
                  <a:cubicBezTo>
                    <a:pt x="271" y="304"/>
                    <a:pt x="268" y="301"/>
                    <a:pt x="268" y="301"/>
                  </a:cubicBezTo>
                  <a:cubicBezTo>
                    <a:pt x="264" y="298"/>
                    <a:pt x="264" y="298"/>
                    <a:pt x="264" y="298"/>
                  </a:cubicBezTo>
                  <a:cubicBezTo>
                    <a:pt x="262" y="296"/>
                    <a:pt x="262" y="296"/>
                    <a:pt x="262" y="296"/>
                  </a:cubicBezTo>
                  <a:cubicBezTo>
                    <a:pt x="257" y="296"/>
                    <a:pt x="257" y="296"/>
                    <a:pt x="257" y="296"/>
                  </a:cubicBezTo>
                  <a:cubicBezTo>
                    <a:pt x="252" y="293"/>
                    <a:pt x="252" y="293"/>
                    <a:pt x="252" y="293"/>
                  </a:cubicBezTo>
                  <a:cubicBezTo>
                    <a:pt x="247" y="292"/>
                    <a:pt x="247" y="292"/>
                    <a:pt x="247" y="292"/>
                  </a:cubicBezTo>
                  <a:cubicBezTo>
                    <a:pt x="241" y="290"/>
                    <a:pt x="241" y="290"/>
                    <a:pt x="241" y="290"/>
                  </a:cubicBezTo>
                  <a:cubicBezTo>
                    <a:pt x="241" y="290"/>
                    <a:pt x="241" y="293"/>
                    <a:pt x="241" y="294"/>
                  </a:cubicBezTo>
                  <a:cubicBezTo>
                    <a:pt x="241" y="295"/>
                    <a:pt x="236" y="296"/>
                    <a:pt x="236" y="296"/>
                  </a:cubicBezTo>
                  <a:cubicBezTo>
                    <a:pt x="233" y="292"/>
                    <a:pt x="233" y="292"/>
                    <a:pt x="233" y="292"/>
                  </a:cubicBezTo>
                  <a:cubicBezTo>
                    <a:pt x="233" y="290"/>
                    <a:pt x="233" y="290"/>
                    <a:pt x="233" y="290"/>
                  </a:cubicBezTo>
                  <a:cubicBezTo>
                    <a:pt x="226" y="288"/>
                    <a:pt x="226" y="288"/>
                    <a:pt x="226" y="288"/>
                  </a:cubicBezTo>
                  <a:cubicBezTo>
                    <a:pt x="223" y="288"/>
                    <a:pt x="223" y="288"/>
                    <a:pt x="223" y="288"/>
                  </a:cubicBezTo>
                  <a:cubicBezTo>
                    <a:pt x="223" y="288"/>
                    <a:pt x="224" y="294"/>
                    <a:pt x="224" y="295"/>
                  </a:cubicBezTo>
                  <a:cubicBezTo>
                    <a:pt x="224" y="295"/>
                    <a:pt x="228" y="296"/>
                    <a:pt x="228" y="296"/>
                  </a:cubicBezTo>
                  <a:cubicBezTo>
                    <a:pt x="228" y="297"/>
                    <a:pt x="230" y="298"/>
                    <a:pt x="231" y="298"/>
                  </a:cubicBezTo>
                  <a:cubicBezTo>
                    <a:pt x="231" y="298"/>
                    <a:pt x="236" y="299"/>
                    <a:pt x="236" y="299"/>
                  </a:cubicBezTo>
                  <a:cubicBezTo>
                    <a:pt x="237" y="299"/>
                    <a:pt x="240" y="298"/>
                    <a:pt x="241" y="300"/>
                  </a:cubicBezTo>
                  <a:cubicBezTo>
                    <a:pt x="242" y="301"/>
                    <a:pt x="243" y="303"/>
                    <a:pt x="243" y="303"/>
                  </a:cubicBezTo>
                  <a:cubicBezTo>
                    <a:pt x="245" y="306"/>
                    <a:pt x="245" y="306"/>
                    <a:pt x="245" y="306"/>
                  </a:cubicBezTo>
                  <a:cubicBezTo>
                    <a:pt x="249" y="309"/>
                    <a:pt x="249" y="309"/>
                    <a:pt x="249" y="309"/>
                  </a:cubicBezTo>
                  <a:cubicBezTo>
                    <a:pt x="254" y="310"/>
                    <a:pt x="254" y="310"/>
                    <a:pt x="254" y="310"/>
                  </a:cubicBezTo>
                  <a:cubicBezTo>
                    <a:pt x="256" y="308"/>
                    <a:pt x="256" y="308"/>
                    <a:pt x="256" y="308"/>
                  </a:cubicBezTo>
                  <a:cubicBezTo>
                    <a:pt x="261" y="307"/>
                    <a:pt x="261" y="307"/>
                    <a:pt x="261" y="307"/>
                  </a:cubicBezTo>
                  <a:cubicBezTo>
                    <a:pt x="261" y="307"/>
                    <a:pt x="263" y="307"/>
                    <a:pt x="264" y="308"/>
                  </a:cubicBezTo>
                  <a:cubicBezTo>
                    <a:pt x="264" y="308"/>
                    <a:pt x="265" y="309"/>
                    <a:pt x="266" y="310"/>
                  </a:cubicBezTo>
                  <a:cubicBezTo>
                    <a:pt x="266" y="311"/>
                    <a:pt x="267" y="312"/>
                    <a:pt x="267" y="312"/>
                  </a:cubicBezTo>
                  <a:cubicBezTo>
                    <a:pt x="274" y="314"/>
                    <a:pt x="274" y="314"/>
                    <a:pt x="274" y="314"/>
                  </a:cubicBezTo>
                  <a:cubicBezTo>
                    <a:pt x="276" y="314"/>
                    <a:pt x="276" y="314"/>
                    <a:pt x="276" y="314"/>
                  </a:cubicBezTo>
                  <a:cubicBezTo>
                    <a:pt x="276" y="314"/>
                    <a:pt x="272" y="310"/>
                    <a:pt x="272" y="310"/>
                  </a:cubicBezTo>
                  <a:close/>
                  <a:moveTo>
                    <a:pt x="288" y="295"/>
                  </a:moveTo>
                  <a:cubicBezTo>
                    <a:pt x="288" y="294"/>
                    <a:pt x="287" y="292"/>
                    <a:pt x="287" y="292"/>
                  </a:cubicBezTo>
                  <a:cubicBezTo>
                    <a:pt x="286" y="291"/>
                    <a:pt x="286" y="293"/>
                    <a:pt x="286" y="293"/>
                  </a:cubicBezTo>
                  <a:cubicBezTo>
                    <a:pt x="286" y="293"/>
                    <a:pt x="282" y="295"/>
                    <a:pt x="281" y="296"/>
                  </a:cubicBezTo>
                  <a:cubicBezTo>
                    <a:pt x="279" y="297"/>
                    <a:pt x="279" y="298"/>
                    <a:pt x="279" y="298"/>
                  </a:cubicBezTo>
                  <a:cubicBezTo>
                    <a:pt x="274" y="298"/>
                    <a:pt x="274" y="298"/>
                    <a:pt x="274" y="298"/>
                  </a:cubicBezTo>
                  <a:cubicBezTo>
                    <a:pt x="274" y="298"/>
                    <a:pt x="274" y="299"/>
                    <a:pt x="273" y="300"/>
                  </a:cubicBezTo>
                  <a:cubicBezTo>
                    <a:pt x="272" y="302"/>
                    <a:pt x="273" y="302"/>
                    <a:pt x="273" y="303"/>
                  </a:cubicBezTo>
                  <a:cubicBezTo>
                    <a:pt x="273" y="303"/>
                    <a:pt x="273" y="305"/>
                    <a:pt x="273" y="305"/>
                  </a:cubicBezTo>
                  <a:cubicBezTo>
                    <a:pt x="275" y="304"/>
                    <a:pt x="275" y="304"/>
                    <a:pt x="275" y="304"/>
                  </a:cubicBezTo>
                  <a:cubicBezTo>
                    <a:pt x="277" y="303"/>
                    <a:pt x="277" y="303"/>
                    <a:pt x="277" y="303"/>
                  </a:cubicBezTo>
                  <a:cubicBezTo>
                    <a:pt x="277" y="303"/>
                    <a:pt x="278" y="303"/>
                    <a:pt x="279" y="303"/>
                  </a:cubicBezTo>
                  <a:cubicBezTo>
                    <a:pt x="279" y="303"/>
                    <a:pt x="281" y="301"/>
                    <a:pt x="281" y="301"/>
                  </a:cubicBezTo>
                  <a:cubicBezTo>
                    <a:pt x="284" y="299"/>
                    <a:pt x="284" y="299"/>
                    <a:pt x="284" y="299"/>
                  </a:cubicBezTo>
                  <a:cubicBezTo>
                    <a:pt x="284" y="299"/>
                    <a:pt x="288" y="296"/>
                    <a:pt x="288" y="295"/>
                  </a:cubicBezTo>
                  <a:close/>
                  <a:moveTo>
                    <a:pt x="245" y="382"/>
                  </a:moveTo>
                  <a:cubicBezTo>
                    <a:pt x="246" y="382"/>
                    <a:pt x="251" y="379"/>
                    <a:pt x="252" y="378"/>
                  </a:cubicBezTo>
                  <a:cubicBezTo>
                    <a:pt x="252" y="377"/>
                    <a:pt x="255" y="376"/>
                    <a:pt x="256" y="375"/>
                  </a:cubicBezTo>
                  <a:cubicBezTo>
                    <a:pt x="257" y="375"/>
                    <a:pt x="258" y="374"/>
                    <a:pt x="258" y="373"/>
                  </a:cubicBezTo>
                  <a:cubicBezTo>
                    <a:pt x="259" y="372"/>
                    <a:pt x="261" y="369"/>
                    <a:pt x="261" y="369"/>
                  </a:cubicBezTo>
                  <a:cubicBezTo>
                    <a:pt x="261" y="368"/>
                    <a:pt x="265" y="367"/>
                    <a:pt x="266" y="366"/>
                  </a:cubicBezTo>
                  <a:cubicBezTo>
                    <a:pt x="267" y="365"/>
                    <a:pt x="267" y="363"/>
                    <a:pt x="267" y="363"/>
                  </a:cubicBezTo>
                  <a:cubicBezTo>
                    <a:pt x="269" y="360"/>
                    <a:pt x="269" y="360"/>
                    <a:pt x="269" y="360"/>
                  </a:cubicBezTo>
                  <a:cubicBezTo>
                    <a:pt x="269" y="360"/>
                    <a:pt x="269" y="357"/>
                    <a:pt x="269" y="356"/>
                  </a:cubicBezTo>
                  <a:cubicBezTo>
                    <a:pt x="270" y="355"/>
                    <a:pt x="268" y="351"/>
                    <a:pt x="268" y="351"/>
                  </a:cubicBezTo>
                  <a:cubicBezTo>
                    <a:pt x="267" y="350"/>
                    <a:pt x="266" y="349"/>
                    <a:pt x="266" y="348"/>
                  </a:cubicBezTo>
                  <a:cubicBezTo>
                    <a:pt x="266" y="347"/>
                    <a:pt x="267" y="346"/>
                    <a:pt x="267" y="346"/>
                  </a:cubicBezTo>
                  <a:cubicBezTo>
                    <a:pt x="262" y="343"/>
                    <a:pt x="262" y="343"/>
                    <a:pt x="262" y="343"/>
                  </a:cubicBezTo>
                  <a:cubicBezTo>
                    <a:pt x="262" y="343"/>
                    <a:pt x="261" y="337"/>
                    <a:pt x="260" y="337"/>
                  </a:cubicBezTo>
                  <a:cubicBezTo>
                    <a:pt x="260" y="336"/>
                    <a:pt x="257" y="334"/>
                    <a:pt x="257" y="333"/>
                  </a:cubicBezTo>
                  <a:cubicBezTo>
                    <a:pt x="257" y="331"/>
                    <a:pt x="258" y="327"/>
                    <a:pt x="258" y="326"/>
                  </a:cubicBezTo>
                  <a:cubicBezTo>
                    <a:pt x="258" y="324"/>
                    <a:pt x="252" y="323"/>
                    <a:pt x="251" y="323"/>
                  </a:cubicBezTo>
                  <a:cubicBezTo>
                    <a:pt x="250" y="323"/>
                    <a:pt x="251" y="324"/>
                    <a:pt x="251" y="325"/>
                  </a:cubicBezTo>
                  <a:cubicBezTo>
                    <a:pt x="251" y="326"/>
                    <a:pt x="250" y="327"/>
                    <a:pt x="248" y="329"/>
                  </a:cubicBezTo>
                  <a:cubicBezTo>
                    <a:pt x="247" y="331"/>
                    <a:pt x="247" y="331"/>
                    <a:pt x="246" y="332"/>
                  </a:cubicBezTo>
                  <a:cubicBezTo>
                    <a:pt x="245" y="333"/>
                    <a:pt x="244" y="337"/>
                    <a:pt x="244" y="337"/>
                  </a:cubicBezTo>
                  <a:cubicBezTo>
                    <a:pt x="244" y="337"/>
                    <a:pt x="240" y="336"/>
                    <a:pt x="240" y="335"/>
                  </a:cubicBezTo>
                  <a:cubicBezTo>
                    <a:pt x="239" y="334"/>
                    <a:pt x="235" y="331"/>
                    <a:pt x="235" y="331"/>
                  </a:cubicBezTo>
                  <a:cubicBezTo>
                    <a:pt x="235" y="331"/>
                    <a:pt x="238" y="326"/>
                    <a:pt x="239" y="325"/>
                  </a:cubicBezTo>
                  <a:cubicBezTo>
                    <a:pt x="239" y="325"/>
                    <a:pt x="235" y="324"/>
                    <a:pt x="234" y="324"/>
                  </a:cubicBezTo>
                  <a:cubicBezTo>
                    <a:pt x="232" y="324"/>
                    <a:pt x="232" y="324"/>
                    <a:pt x="230" y="324"/>
                  </a:cubicBezTo>
                  <a:cubicBezTo>
                    <a:pt x="228" y="324"/>
                    <a:pt x="225" y="326"/>
                    <a:pt x="222" y="327"/>
                  </a:cubicBezTo>
                  <a:cubicBezTo>
                    <a:pt x="218" y="329"/>
                    <a:pt x="221" y="331"/>
                    <a:pt x="221" y="332"/>
                  </a:cubicBezTo>
                  <a:cubicBezTo>
                    <a:pt x="221" y="333"/>
                    <a:pt x="221" y="334"/>
                    <a:pt x="221" y="335"/>
                  </a:cubicBezTo>
                  <a:cubicBezTo>
                    <a:pt x="221" y="337"/>
                    <a:pt x="219" y="335"/>
                    <a:pt x="218" y="335"/>
                  </a:cubicBezTo>
                  <a:cubicBezTo>
                    <a:pt x="217" y="335"/>
                    <a:pt x="215" y="333"/>
                    <a:pt x="215" y="332"/>
                  </a:cubicBezTo>
                  <a:cubicBezTo>
                    <a:pt x="215" y="331"/>
                    <a:pt x="214" y="330"/>
                    <a:pt x="213" y="330"/>
                  </a:cubicBezTo>
                  <a:cubicBezTo>
                    <a:pt x="212" y="330"/>
                    <a:pt x="210" y="332"/>
                    <a:pt x="209" y="333"/>
                  </a:cubicBezTo>
                  <a:cubicBezTo>
                    <a:pt x="209" y="334"/>
                    <a:pt x="207" y="335"/>
                    <a:pt x="206" y="336"/>
                  </a:cubicBezTo>
                  <a:cubicBezTo>
                    <a:pt x="205" y="337"/>
                    <a:pt x="202" y="339"/>
                    <a:pt x="202" y="339"/>
                  </a:cubicBezTo>
                  <a:cubicBezTo>
                    <a:pt x="201" y="340"/>
                    <a:pt x="202" y="341"/>
                    <a:pt x="200" y="343"/>
                  </a:cubicBezTo>
                  <a:cubicBezTo>
                    <a:pt x="199" y="346"/>
                    <a:pt x="199" y="345"/>
                    <a:pt x="198" y="346"/>
                  </a:cubicBezTo>
                  <a:cubicBezTo>
                    <a:pt x="198" y="347"/>
                    <a:pt x="196" y="348"/>
                    <a:pt x="196" y="348"/>
                  </a:cubicBezTo>
                  <a:cubicBezTo>
                    <a:pt x="196" y="348"/>
                    <a:pt x="192" y="346"/>
                    <a:pt x="191" y="346"/>
                  </a:cubicBezTo>
                  <a:cubicBezTo>
                    <a:pt x="190" y="346"/>
                    <a:pt x="186" y="348"/>
                    <a:pt x="186" y="348"/>
                  </a:cubicBezTo>
                  <a:cubicBezTo>
                    <a:pt x="186" y="349"/>
                    <a:pt x="186" y="349"/>
                    <a:pt x="186" y="349"/>
                  </a:cubicBezTo>
                  <a:cubicBezTo>
                    <a:pt x="186" y="349"/>
                    <a:pt x="188" y="352"/>
                    <a:pt x="188" y="353"/>
                  </a:cubicBezTo>
                  <a:cubicBezTo>
                    <a:pt x="188" y="353"/>
                    <a:pt x="188" y="356"/>
                    <a:pt x="188" y="357"/>
                  </a:cubicBezTo>
                  <a:cubicBezTo>
                    <a:pt x="188" y="358"/>
                    <a:pt x="189" y="359"/>
                    <a:pt x="189" y="360"/>
                  </a:cubicBezTo>
                  <a:cubicBezTo>
                    <a:pt x="189" y="361"/>
                    <a:pt x="190" y="363"/>
                    <a:pt x="190" y="364"/>
                  </a:cubicBezTo>
                  <a:cubicBezTo>
                    <a:pt x="190" y="365"/>
                    <a:pt x="194" y="367"/>
                    <a:pt x="194" y="367"/>
                  </a:cubicBezTo>
                  <a:cubicBezTo>
                    <a:pt x="195" y="368"/>
                    <a:pt x="194" y="368"/>
                    <a:pt x="194" y="370"/>
                  </a:cubicBezTo>
                  <a:cubicBezTo>
                    <a:pt x="194" y="372"/>
                    <a:pt x="195" y="374"/>
                    <a:pt x="195" y="374"/>
                  </a:cubicBezTo>
                  <a:cubicBezTo>
                    <a:pt x="195" y="374"/>
                    <a:pt x="199" y="374"/>
                    <a:pt x="200" y="374"/>
                  </a:cubicBezTo>
                  <a:cubicBezTo>
                    <a:pt x="200" y="374"/>
                    <a:pt x="200" y="374"/>
                    <a:pt x="203" y="375"/>
                  </a:cubicBezTo>
                  <a:cubicBezTo>
                    <a:pt x="206" y="375"/>
                    <a:pt x="207" y="375"/>
                    <a:pt x="210" y="374"/>
                  </a:cubicBezTo>
                  <a:cubicBezTo>
                    <a:pt x="213" y="373"/>
                    <a:pt x="212" y="373"/>
                    <a:pt x="213" y="372"/>
                  </a:cubicBezTo>
                  <a:cubicBezTo>
                    <a:pt x="214" y="371"/>
                    <a:pt x="215" y="370"/>
                    <a:pt x="216" y="369"/>
                  </a:cubicBezTo>
                  <a:cubicBezTo>
                    <a:pt x="218" y="368"/>
                    <a:pt x="221" y="369"/>
                    <a:pt x="222" y="368"/>
                  </a:cubicBezTo>
                  <a:cubicBezTo>
                    <a:pt x="222" y="368"/>
                    <a:pt x="225" y="368"/>
                    <a:pt x="226" y="368"/>
                  </a:cubicBezTo>
                  <a:cubicBezTo>
                    <a:pt x="226" y="368"/>
                    <a:pt x="228" y="370"/>
                    <a:pt x="231" y="371"/>
                  </a:cubicBezTo>
                  <a:cubicBezTo>
                    <a:pt x="233" y="372"/>
                    <a:pt x="233" y="373"/>
                    <a:pt x="233" y="373"/>
                  </a:cubicBezTo>
                  <a:cubicBezTo>
                    <a:pt x="233" y="373"/>
                    <a:pt x="235" y="373"/>
                    <a:pt x="237" y="374"/>
                  </a:cubicBezTo>
                  <a:cubicBezTo>
                    <a:pt x="238" y="375"/>
                    <a:pt x="238" y="376"/>
                    <a:pt x="238" y="378"/>
                  </a:cubicBezTo>
                  <a:cubicBezTo>
                    <a:pt x="238" y="379"/>
                    <a:pt x="240" y="381"/>
                    <a:pt x="241" y="382"/>
                  </a:cubicBezTo>
                  <a:cubicBezTo>
                    <a:pt x="242" y="383"/>
                    <a:pt x="244" y="382"/>
                    <a:pt x="245" y="382"/>
                  </a:cubicBezTo>
                  <a:close/>
                  <a:moveTo>
                    <a:pt x="246" y="384"/>
                  </a:moveTo>
                  <a:cubicBezTo>
                    <a:pt x="246" y="385"/>
                    <a:pt x="245" y="387"/>
                    <a:pt x="245" y="387"/>
                  </a:cubicBezTo>
                  <a:cubicBezTo>
                    <a:pt x="244" y="387"/>
                    <a:pt x="244" y="387"/>
                    <a:pt x="244" y="387"/>
                  </a:cubicBezTo>
                  <a:cubicBezTo>
                    <a:pt x="243" y="385"/>
                    <a:pt x="243" y="385"/>
                    <a:pt x="243" y="385"/>
                  </a:cubicBezTo>
                  <a:cubicBezTo>
                    <a:pt x="243" y="386"/>
                    <a:pt x="242" y="390"/>
                    <a:pt x="242" y="390"/>
                  </a:cubicBezTo>
                  <a:cubicBezTo>
                    <a:pt x="242" y="390"/>
                    <a:pt x="245" y="393"/>
                    <a:pt x="245" y="393"/>
                  </a:cubicBezTo>
                  <a:cubicBezTo>
                    <a:pt x="245" y="392"/>
                    <a:pt x="247" y="390"/>
                    <a:pt x="247" y="390"/>
                  </a:cubicBezTo>
                  <a:cubicBezTo>
                    <a:pt x="247" y="389"/>
                    <a:pt x="248" y="385"/>
                    <a:pt x="248" y="385"/>
                  </a:cubicBezTo>
                  <a:cubicBezTo>
                    <a:pt x="248" y="385"/>
                    <a:pt x="246" y="384"/>
                    <a:pt x="246" y="384"/>
                  </a:cubicBezTo>
                  <a:close/>
                  <a:moveTo>
                    <a:pt x="273" y="385"/>
                  </a:moveTo>
                  <a:cubicBezTo>
                    <a:pt x="273" y="386"/>
                    <a:pt x="272" y="388"/>
                    <a:pt x="271" y="389"/>
                  </a:cubicBezTo>
                  <a:cubicBezTo>
                    <a:pt x="271" y="390"/>
                    <a:pt x="270" y="391"/>
                    <a:pt x="269" y="391"/>
                  </a:cubicBezTo>
                  <a:cubicBezTo>
                    <a:pt x="269" y="391"/>
                    <a:pt x="265" y="393"/>
                    <a:pt x="264" y="393"/>
                  </a:cubicBezTo>
                  <a:cubicBezTo>
                    <a:pt x="263" y="394"/>
                    <a:pt x="259" y="395"/>
                    <a:pt x="259" y="395"/>
                  </a:cubicBezTo>
                  <a:cubicBezTo>
                    <a:pt x="258" y="396"/>
                    <a:pt x="255" y="398"/>
                    <a:pt x="255" y="398"/>
                  </a:cubicBezTo>
                  <a:cubicBezTo>
                    <a:pt x="249" y="401"/>
                    <a:pt x="249" y="401"/>
                    <a:pt x="249" y="401"/>
                  </a:cubicBezTo>
                  <a:cubicBezTo>
                    <a:pt x="248" y="403"/>
                    <a:pt x="251" y="401"/>
                    <a:pt x="251" y="401"/>
                  </a:cubicBezTo>
                  <a:cubicBezTo>
                    <a:pt x="251" y="401"/>
                    <a:pt x="253" y="401"/>
                    <a:pt x="254" y="400"/>
                  </a:cubicBezTo>
                  <a:cubicBezTo>
                    <a:pt x="255" y="400"/>
                    <a:pt x="256" y="399"/>
                    <a:pt x="257" y="399"/>
                  </a:cubicBezTo>
                  <a:cubicBezTo>
                    <a:pt x="257" y="399"/>
                    <a:pt x="260" y="399"/>
                    <a:pt x="260" y="399"/>
                  </a:cubicBezTo>
                  <a:cubicBezTo>
                    <a:pt x="260" y="399"/>
                    <a:pt x="266" y="396"/>
                    <a:pt x="267" y="395"/>
                  </a:cubicBezTo>
                  <a:cubicBezTo>
                    <a:pt x="269" y="393"/>
                    <a:pt x="270" y="392"/>
                    <a:pt x="271" y="392"/>
                  </a:cubicBezTo>
                  <a:cubicBezTo>
                    <a:pt x="271" y="392"/>
                    <a:pt x="272" y="392"/>
                    <a:pt x="274" y="391"/>
                  </a:cubicBezTo>
                  <a:cubicBezTo>
                    <a:pt x="275" y="391"/>
                    <a:pt x="275" y="390"/>
                    <a:pt x="275" y="390"/>
                  </a:cubicBezTo>
                  <a:cubicBezTo>
                    <a:pt x="275" y="390"/>
                    <a:pt x="274" y="390"/>
                    <a:pt x="273" y="389"/>
                  </a:cubicBezTo>
                  <a:cubicBezTo>
                    <a:pt x="273" y="387"/>
                    <a:pt x="275" y="388"/>
                    <a:pt x="275" y="388"/>
                  </a:cubicBezTo>
                  <a:cubicBezTo>
                    <a:pt x="275" y="388"/>
                    <a:pt x="275" y="384"/>
                    <a:pt x="275" y="383"/>
                  </a:cubicBezTo>
                  <a:cubicBezTo>
                    <a:pt x="275" y="383"/>
                    <a:pt x="273" y="385"/>
                    <a:pt x="273" y="385"/>
                  </a:cubicBezTo>
                  <a:close/>
                  <a:moveTo>
                    <a:pt x="302" y="314"/>
                  </a:moveTo>
                  <a:cubicBezTo>
                    <a:pt x="301" y="310"/>
                    <a:pt x="301" y="310"/>
                    <a:pt x="301" y="310"/>
                  </a:cubicBezTo>
                  <a:cubicBezTo>
                    <a:pt x="299" y="309"/>
                    <a:pt x="299" y="309"/>
                    <a:pt x="299" y="309"/>
                  </a:cubicBezTo>
                  <a:cubicBezTo>
                    <a:pt x="300" y="312"/>
                    <a:pt x="300" y="312"/>
                    <a:pt x="300" y="312"/>
                  </a:cubicBezTo>
                  <a:cubicBezTo>
                    <a:pt x="300" y="312"/>
                    <a:pt x="299" y="312"/>
                    <a:pt x="298" y="313"/>
                  </a:cubicBezTo>
                  <a:cubicBezTo>
                    <a:pt x="297" y="314"/>
                    <a:pt x="299" y="317"/>
                    <a:pt x="299" y="317"/>
                  </a:cubicBezTo>
                  <a:cubicBezTo>
                    <a:pt x="299" y="317"/>
                    <a:pt x="303" y="315"/>
                    <a:pt x="303" y="314"/>
                  </a:cubicBezTo>
                  <a:cubicBezTo>
                    <a:pt x="304" y="313"/>
                    <a:pt x="302" y="314"/>
                    <a:pt x="302" y="314"/>
                  </a:cubicBezTo>
                  <a:close/>
                  <a:moveTo>
                    <a:pt x="312" y="312"/>
                  </a:moveTo>
                  <a:cubicBezTo>
                    <a:pt x="312" y="315"/>
                    <a:pt x="312" y="315"/>
                    <a:pt x="312" y="315"/>
                  </a:cubicBezTo>
                  <a:cubicBezTo>
                    <a:pt x="311" y="316"/>
                    <a:pt x="311" y="316"/>
                    <a:pt x="311" y="316"/>
                  </a:cubicBezTo>
                  <a:cubicBezTo>
                    <a:pt x="310" y="315"/>
                    <a:pt x="310" y="315"/>
                    <a:pt x="310" y="315"/>
                  </a:cubicBezTo>
                  <a:cubicBezTo>
                    <a:pt x="309" y="315"/>
                    <a:pt x="309" y="315"/>
                    <a:pt x="309" y="315"/>
                  </a:cubicBezTo>
                  <a:cubicBezTo>
                    <a:pt x="309" y="315"/>
                    <a:pt x="310" y="317"/>
                    <a:pt x="310" y="318"/>
                  </a:cubicBezTo>
                  <a:cubicBezTo>
                    <a:pt x="310" y="318"/>
                    <a:pt x="313" y="318"/>
                    <a:pt x="313" y="318"/>
                  </a:cubicBezTo>
                  <a:cubicBezTo>
                    <a:pt x="313" y="318"/>
                    <a:pt x="316" y="316"/>
                    <a:pt x="316" y="316"/>
                  </a:cubicBezTo>
                  <a:cubicBezTo>
                    <a:pt x="317" y="315"/>
                    <a:pt x="317" y="313"/>
                    <a:pt x="317" y="313"/>
                  </a:cubicBezTo>
                  <a:cubicBezTo>
                    <a:pt x="315" y="312"/>
                    <a:pt x="315" y="312"/>
                    <a:pt x="315" y="312"/>
                  </a:cubicBezTo>
                  <a:lnTo>
                    <a:pt x="312" y="312"/>
                  </a:lnTo>
                  <a:close/>
                  <a:moveTo>
                    <a:pt x="286" y="310"/>
                  </a:moveTo>
                  <a:cubicBezTo>
                    <a:pt x="286" y="310"/>
                    <a:pt x="286" y="309"/>
                    <a:pt x="286" y="309"/>
                  </a:cubicBezTo>
                  <a:cubicBezTo>
                    <a:pt x="286" y="308"/>
                    <a:pt x="284" y="310"/>
                    <a:pt x="284" y="310"/>
                  </a:cubicBezTo>
                  <a:cubicBezTo>
                    <a:pt x="284" y="311"/>
                    <a:pt x="282" y="312"/>
                    <a:pt x="281" y="313"/>
                  </a:cubicBezTo>
                  <a:cubicBezTo>
                    <a:pt x="281" y="313"/>
                    <a:pt x="288" y="314"/>
                    <a:pt x="288" y="314"/>
                  </a:cubicBezTo>
                  <a:cubicBezTo>
                    <a:pt x="289" y="314"/>
                    <a:pt x="290" y="313"/>
                    <a:pt x="290" y="313"/>
                  </a:cubicBezTo>
                  <a:cubicBezTo>
                    <a:pt x="290" y="313"/>
                    <a:pt x="291" y="310"/>
                    <a:pt x="291" y="310"/>
                  </a:cubicBezTo>
                  <a:cubicBezTo>
                    <a:pt x="291" y="310"/>
                    <a:pt x="286" y="310"/>
                    <a:pt x="286" y="3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5" name="Freeform 10"/>
            <p:cNvSpPr>
              <a:spLocks noEditPoints="1"/>
            </p:cNvSpPr>
            <p:nvPr/>
          </p:nvSpPr>
          <p:spPr bwMode="auto">
            <a:xfrm>
              <a:off x="1042988" y="1154113"/>
              <a:ext cx="644525" cy="641350"/>
            </a:xfrm>
            <a:custGeom>
              <a:avLst/>
              <a:gdLst>
                <a:gd name="T0" fmla="*/ 115 w 219"/>
                <a:gd name="T1" fmla="*/ 3 h 218"/>
                <a:gd name="T2" fmla="*/ 3 w 219"/>
                <a:gd name="T3" fmla="*/ 103 h 218"/>
                <a:gd name="T4" fmla="*/ 103 w 219"/>
                <a:gd name="T5" fmla="*/ 215 h 218"/>
                <a:gd name="T6" fmla="*/ 215 w 219"/>
                <a:gd name="T7" fmla="*/ 115 h 218"/>
                <a:gd name="T8" fmla="*/ 115 w 219"/>
                <a:gd name="T9" fmla="*/ 3 h 218"/>
                <a:gd name="T10" fmla="*/ 105 w 219"/>
                <a:gd name="T11" fmla="*/ 188 h 218"/>
                <a:gd name="T12" fmla="*/ 30 w 219"/>
                <a:gd name="T13" fmla="*/ 104 h 218"/>
                <a:gd name="T14" fmla="*/ 114 w 219"/>
                <a:gd name="T15" fmla="*/ 30 h 218"/>
                <a:gd name="T16" fmla="*/ 188 w 219"/>
                <a:gd name="T17" fmla="*/ 114 h 218"/>
                <a:gd name="T18" fmla="*/ 105 w 219"/>
                <a:gd name="T19" fmla="*/ 188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9" h="218">
                  <a:moveTo>
                    <a:pt x="115" y="3"/>
                  </a:moveTo>
                  <a:cubicBezTo>
                    <a:pt x="57" y="0"/>
                    <a:pt x="7" y="44"/>
                    <a:pt x="3" y="103"/>
                  </a:cubicBezTo>
                  <a:cubicBezTo>
                    <a:pt x="0" y="161"/>
                    <a:pt x="45" y="212"/>
                    <a:pt x="103" y="215"/>
                  </a:cubicBezTo>
                  <a:cubicBezTo>
                    <a:pt x="162" y="218"/>
                    <a:pt x="212" y="174"/>
                    <a:pt x="215" y="115"/>
                  </a:cubicBezTo>
                  <a:cubicBezTo>
                    <a:pt x="219" y="57"/>
                    <a:pt x="174" y="6"/>
                    <a:pt x="115" y="3"/>
                  </a:cubicBezTo>
                  <a:close/>
                  <a:moveTo>
                    <a:pt x="105" y="188"/>
                  </a:moveTo>
                  <a:cubicBezTo>
                    <a:pt x="61" y="185"/>
                    <a:pt x="28" y="148"/>
                    <a:pt x="30" y="104"/>
                  </a:cubicBezTo>
                  <a:cubicBezTo>
                    <a:pt x="33" y="61"/>
                    <a:pt x="70" y="28"/>
                    <a:pt x="114" y="30"/>
                  </a:cubicBezTo>
                  <a:cubicBezTo>
                    <a:pt x="157" y="33"/>
                    <a:pt x="191" y="70"/>
                    <a:pt x="188" y="114"/>
                  </a:cubicBezTo>
                  <a:cubicBezTo>
                    <a:pt x="186" y="157"/>
                    <a:pt x="148" y="190"/>
                    <a:pt x="105" y="1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6" name="Freeform 11"/>
            <p:cNvSpPr>
              <a:spLocks/>
            </p:cNvSpPr>
            <p:nvPr/>
          </p:nvSpPr>
          <p:spPr bwMode="auto">
            <a:xfrm>
              <a:off x="1552576" y="1668463"/>
              <a:ext cx="63500" cy="61913"/>
            </a:xfrm>
            <a:custGeom>
              <a:avLst/>
              <a:gdLst>
                <a:gd name="T0" fmla="*/ 20 w 22"/>
                <a:gd name="T1" fmla="*/ 2 h 21"/>
                <a:gd name="T2" fmla="*/ 19 w 22"/>
                <a:gd name="T3" fmla="*/ 10 h 21"/>
                <a:gd name="T4" fmla="*/ 11 w 22"/>
                <a:gd name="T5" fmla="*/ 19 h 21"/>
                <a:gd name="T6" fmla="*/ 2 w 22"/>
                <a:gd name="T7" fmla="*/ 19 h 21"/>
                <a:gd name="T8" fmla="*/ 2 w 22"/>
                <a:gd name="T9" fmla="*/ 19 h 21"/>
                <a:gd name="T10" fmla="*/ 3 w 22"/>
                <a:gd name="T11" fmla="*/ 11 h 21"/>
                <a:gd name="T12" fmla="*/ 12 w 22"/>
                <a:gd name="T13" fmla="*/ 2 h 21"/>
                <a:gd name="T14" fmla="*/ 20 w 22"/>
                <a:gd name="T15" fmla="*/ 2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21">
                  <a:moveTo>
                    <a:pt x="20" y="2"/>
                  </a:moveTo>
                  <a:cubicBezTo>
                    <a:pt x="22" y="4"/>
                    <a:pt x="22" y="8"/>
                    <a:pt x="19" y="10"/>
                  </a:cubicBezTo>
                  <a:cubicBezTo>
                    <a:pt x="11" y="19"/>
                    <a:pt x="11" y="19"/>
                    <a:pt x="11" y="19"/>
                  </a:cubicBezTo>
                  <a:cubicBezTo>
                    <a:pt x="8" y="21"/>
                    <a:pt x="4" y="21"/>
                    <a:pt x="2" y="19"/>
                  </a:cubicBezTo>
                  <a:cubicBezTo>
                    <a:pt x="2" y="19"/>
                    <a:pt x="2" y="19"/>
                    <a:pt x="2" y="19"/>
                  </a:cubicBezTo>
                  <a:cubicBezTo>
                    <a:pt x="0" y="17"/>
                    <a:pt x="0" y="13"/>
                    <a:pt x="3" y="11"/>
                  </a:cubicBezTo>
                  <a:cubicBezTo>
                    <a:pt x="12" y="2"/>
                    <a:pt x="12" y="2"/>
                    <a:pt x="12" y="2"/>
                  </a:cubicBezTo>
                  <a:cubicBezTo>
                    <a:pt x="14" y="0"/>
                    <a:pt x="18" y="0"/>
                    <a:pt x="2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7" name="Freeform 12"/>
            <p:cNvSpPr>
              <a:spLocks/>
            </p:cNvSpPr>
            <p:nvPr/>
          </p:nvSpPr>
          <p:spPr bwMode="auto">
            <a:xfrm>
              <a:off x="1573213" y="1689100"/>
              <a:ext cx="273050" cy="279400"/>
            </a:xfrm>
            <a:custGeom>
              <a:avLst/>
              <a:gdLst>
                <a:gd name="T0" fmla="*/ 89 w 93"/>
                <a:gd name="T1" fmla="*/ 62 h 95"/>
                <a:gd name="T2" fmla="*/ 88 w 93"/>
                <a:gd name="T3" fmla="*/ 77 h 95"/>
                <a:gd name="T4" fmla="*/ 73 w 93"/>
                <a:gd name="T5" fmla="*/ 91 h 95"/>
                <a:gd name="T6" fmla="*/ 59 w 93"/>
                <a:gd name="T7" fmla="*/ 91 h 95"/>
                <a:gd name="T8" fmla="*/ 59 w 93"/>
                <a:gd name="T9" fmla="*/ 91 h 95"/>
                <a:gd name="T10" fmla="*/ 4 w 93"/>
                <a:gd name="T11" fmla="*/ 18 h 95"/>
                <a:gd name="T12" fmla="*/ 18 w 93"/>
                <a:gd name="T13" fmla="*/ 4 h 95"/>
                <a:gd name="T14" fmla="*/ 89 w 93"/>
                <a:gd name="T15" fmla="*/ 62 h 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 h="95">
                  <a:moveTo>
                    <a:pt x="89" y="62"/>
                  </a:moveTo>
                  <a:cubicBezTo>
                    <a:pt x="93" y="66"/>
                    <a:pt x="92" y="73"/>
                    <a:pt x="88" y="77"/>
                  </a:cubicBezTo>
                  <a:cubicBezTo>
                    <a:pt x="73" y="91"/>
                    <a:pt x="73" y="91"/>
                    <a:pt x="73" y="91"/>
                  </a:cubicBezTo>
                  <a:cubicBezTo>
                    <a:pt x="69" y="95"/>
                    <a:pt x="62" y="95"/>
                    <a:pt x="59" y="91"/>
                  </a:cubicBezTo>
                  <a:cubicBezTo>
                    <a:pt x="59" y="91"/>
                    <a:pt x="59" y="91"/>
                    <a:pt x="59" y="91"/>
                  </a:cubicBezTo>
                  <a:cubicBezTo>
                    <a:pt x="55" y="87"/>
                    <a:pt x="0" y="22"/>
                    <a:pt x="4" y="18"/>
                  </a:cubicBezTo>
                  <a:cubicBezTo>
                    <a:pt x="18" y="4"/>
                    <a:pt x="18" y="4"/>
                    <a:pt x="18" y="4"/>
                  </a:cubicBezTo>
                  <a:cubicBezTo>
                    <a:pt x="23" y="0"/>
                    <a:pt x="86" y="59"/>
                    <a:pt x="89"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8" name="Freeform 13"/>
            <p:cNvSpPr>
              <a:spLocks noEditPoints="1"/>
            </p:cNvSpPr>
            <p:nvPr/>
          </p:nvSpPr>
          <p:spPr bwMode="auto">
            <a:xfrm>
              <a:off x="255588" y="628650"/>
              <a:ext cx="1387475" cy="1385888"/>
            </a:xfrm>
            <a:custGeom>
              <a:avLst/>
              <a:gdLst>
                <a:gd name="T0" fmla="*/ 446 w 472"/>
                <a:gd name="T1" fmla="*/ 292 h 472"/>
                <a:gd name="T2" fmla="*/ 446 w 472"/>
                <a:gd name="T3" fmla="*/ 288 h 472"/>
                <a:gd name="T4" fmla="*/ 443 w 472"/>
                <a:gd name="T5" fmla="*/ 267 h 472"/>
                <a:gd name="T6" fmla="*/ 413 w 472"/>
                <a:gd name="T7" fmla="*/ 347 h 472"/>
                <a:gd name="T8" fmla="*/ 446 w 472"/>
                <a:gd name="T9" fmla="*/ 292 h 472"/>
                <a:gd name="T10" fmla="*/ 371 w 472"/>
                <a:gd name="T11" fmla="*/ 404 h 472"/>
                <a:gd name="T12" fmla="*/ 362 w 472"/>
                <a:gd name="T13" fmla="*/ 403 h 472"/>
                <a:gd name="T14" fmla="*/ 237 w 472"/>
                <a:gd name="T15" fmla="*/ 445 h 472"/>
                <a:gd name="T16" fmla="*/ 89 w 472"/>
                <a:gd name="T17" fmla="*/ 384 h 472"/>
                <a:gd name="T18" fmla="*/ 28 w 472"/>
                <a:gd name="T19" fmla="*/ 236 h 472"/>
                <a:gd name="T20" fmla="*/ 89 w 472"/>
                <a:gd name="T21" fmla="*/ 89 h 472"/>
                <a:gd name="T22" fmla="*/ 237 w 472"/>
                <a:gd name="T23" fmla="*/ 27 h 472"/>
                <a:gd name="T24" fmla="*/ 384 w 472"/>
                <a:gd name="T25" fmla="*/ 89 h 472"/>
                <a:gd name="T26" fmla="*/ 440 w 472"/>
                <a:gd name="T27" fmla="*/ 191 h 472"/>
                <a:gd name="T28" fmla="*/ 472 w 472"/>
                <a:gd name="T29" fmla="*/ 222 h 472"/>
                <a:gd name="T30" fmla="*/ 237 w 472"/>
                <a:gd name="T31" fmla="*/ 0 h 472"/>
                <a:gd name="T32" fmla="*/ 0 w 472"/>
                <a:gd name="T33" fmla="*/ 236 h 472"/>
                <a:gd name="T34" fmla="*/ 237 w 472"/>
                <a:gd name="T35" fmla="*/ 472 h 472"/>
                <a:gd name="T36" fmla="*/ 406 w 472"/>
                <a:gd name="T37" fmla="*/ 400 h 472"/>
                <a:gd name="T38" fmla="*/ 377 w 472"/>
                <a:gd name="T39" fmla="*/ 404 h 472"/>
                <a:gd name="T40" fmla="*/ 371 w 472"/>
                <a:gd name="T41" fmla="*/ 404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72" h="472">
                  <a:moveTo>
                    <a:pt x="446" y="292"/>
                  </a:moveTo>
                  <a:cubicBezTo>
                    <a:pt x="446" y="291"/>
                    <a:pt x="446" y="289"/>
                    <a:pt x="446" y="288"/>
                  </a:cubicBezTo>
                  <a:cubicBezTo>
                    <a:pt x="446" y="281"/>
                    <a:pt x="445" y="274"/>
                    <a:pt x="443" y="267"/>
                  </a:cubicBezTo>
                  <a:cubicBezTo>
                    <a:pt x="439" y="296"/>
                    <a:pt x="428" y="323"/>
                    <a:pt x="413" y="347"/>
                  </a:cubicBezTo>
                  <a:cubicBezTo>
                    <a:pt x="432" y="335"/>
                    <a:pt x="445" y="315"/>
                    <a:pt x="446" y="292"/>
                  </a:cubicBezTo>
                  <a:close/>
                  <a:moveTo>
                    <a:pt x="371" y="404"/>
                  </a:moveTo>
                  <a:cubicBezTo>
                    <a:pt x="368" y="404"/>
                    <a:pt x="365" y="403"/>
                    <a:pt x="362" y="403"/>
                  </a:cubicBezTo>
                  <a:cubicBezTo>
                    <a:pt x="327" y="429"/>
                    <a:pt x="284" y="445"/>
                    <a:pt x="237" y="445"/>
                  </a:cubicBezTo>
                  <a:cubicBezTo>
                    <a:pt x="179" y="445"/>
                    <a:pt x="127" y="421"/>
                    <a:pt x="89" y="384"/>
                  </a:cubicBezTo>
                  <a:cubicBezTo>
                    <a:pt x="51" y="346"/>
                    <a:pt x="28" y="294"/>
                    <a:pt x="28" y="236"/>
                  </a:cubicBezTo>
                  <a:cubicBezTo>
                    <a:pt x="28" y="178"/>
                    <a:pt x="51" y="126"/>
                    <a:pt x="89" y="89"/>
                  </a:cubicBezTo>
                  <a:cubicBezTo>
                    <a:pt x="127" y="51"/>
                    <a:pt x="179" y="27"/>
                    <a:pt x="237" y="27"/>
                  </a:cubicBezTo>
                  <a:cubicBezTo>
                    <a:pt x="294" y="27"/>
                    <a:pt x="346" y="51"/>
                    <a:pt x="384" y="89"/>
                  </a:cubicBezTo>
                  <a:cubicBezTo>
                    <a:pt x="412" y="116"/>
                    <a:pt x="432" y="151"/>
                    <a:pt x="440" y="191"/>
                  </a:cubicBezTo>
                  <a:cubicBezTo>
                    <a:pt x="453" y="199"/>
                    <a:pt x="464" y="210"/>
                    <a:pt x="472" y="222"/>
                  </a:cubicBezTo>
                  <a:cubicBezTo>
                    <a:pt x="465" y="98"/>
                    <a:pt x="362" y="0"/>
                    <a:pt x="237" y="0"/>
                  </a:cubicBezTo>
                  <a:cubicBezTo>
                    <a:pt x="106" y="0"/>
                    <a:pt x="1" y="106"/>
                    <a:pt x="0" y="236"/>
                  </a:cubicBezTo>
                  <a:cubicBezTo>
                    <a:pt x="1" y="367"/>
                    <a:pt x="106" y="472"/>
                    <a:pt x="237" y="472"/>
                  </a:cubicBezTo>
                  <a:cubicBezTo>
                    <a:pt x="303" y="472"/>
                    <a:pt x="363" y="445"/>
                    <a:pt x="406" y="400"/>
                  </a:cubicBezTo>
                  <a:cubicBezTo>
                    <a:pt x="397" y="403"/>
                    <a:pt x="387" y="404"/>
                    <a:pt x="377" y="404"/>
                  </a:cubicBezTo>
                  <a:cubicBezTo>
                    <a:pt x="375" y="404"/>
                    <a:pt x="373" y="404"/>
                    <a:pt x="371" y="4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89" name="组合 688"/>
          <p:cNvGrpSpPr/>
          <p:nvPr/>
        </p:nvGrpSpPr>
        <p:grpSpPr>
          <a:xfrm>
            <a:off x="11679441" y="2425695"/>
            <a:ext cx="356624" cy="335311"/>
            <a:chOff x="2801938" y="411163"/>
            <a:chExt cx="1593850" cy="1498600"/>
          </a:xfrm>
          <a:solidFill>
            <a:srgbClr val="707E84"/>
          </a:solidFill>
        </p:grpSpPr>
        <p:sp>
          <p:nvSpPr>
            <p:cNvPr id="690" name="Freeform 14"/>
            <p:cNvSpPr>
              <a:spLocks/>
            </p:cNvSpPr>
            <p:nvPr/>
          </p:nvSpPr>
          <p:spPr bwMode="auto">
            <a:xfrm>
              <a:off x="2836863" y="728663"/>
              <a:ext cx="1558925" cy="1174750"/>
            </a:xfrm>
            <a:custGeom>
              <a:avLst/>
              <a:gdLst>
                <a:gd name="T0" fmla="*/ 491 w 530"/>
                <a:gd name="T1" fmla="*/ 0 h 400"/>
                <a:gd name="T2" fmla="*/ 53 w 530"/>
                <a:gd name="T3" fmla="*/ 0 h 400"/>
                <a:gd name="T4" fmla="*/ 12 w 530"/>
                <a:gd name="T5" fmla="*/ 39 h 400"/>
                <a:gd name="T6" fmla="*/ 0 w 530"/>
                <a:gd name="T7" fmla="*/ 53 h 400"/>
                <a:gd name="T8" fmla="*/ 106 w 530"/>
                <a:gd name="T9" fmla="*/ 53 h 400"/>
                <a:gd name="T10" fmla="*/ 117 w 530"/>
                <a:gd name="T11" fmla="*/ 52 h 400"/>
                <a:gd name="T12" fmla="*/ 415 w 530"/>
                <a:gd name="T13" fmla="*/ 52 h 400"/>
                <a:gd name="T14" fmla="*/ 422 w 530"/>
                <a:gd name="T15" fmla="*/ 52 h 400"/>
                <a:gd name="T16" fmla="*/ 448 w 530"/>
                <a:gd name="T17" fmla="*/ 52 h 400"/>
                <a:gd name="T18" fmla="*/ 465 w 530"/>
                <a:gd name="T19" fmla="*/ 56 h 400"/>
                <a:gd name="T20" fmla="*/ 488 w 530"/>
                <a:gd name="T21" fmla="*/ 91 h 400"/>
                <a:gd name="T22" fmla="*/ 488 w 530"/>
                <a:gd name="T23" fmla="*/ 351 h 400"/>
                <a:gd name="T24" fmla="*/ 434 w 530"/>
                <a:gd name="T25" fmla="*/ 387 h 400"/>
                <a:gd name="T26" fmla="*/ 424 w 530"/>
                <a:gd name="T27" fmla="*/ 397 h 400"/>
                <a:gd name="T28" fmla="*/ 450 w 530"/>
                <a:gd name="T29" fmla="*/ 400 h 400"/>
                <a:gd name="T30" fmla="*/ 521 w 530"/>
                <a:gd name="T31" fmla="*/ 307 h 400"/>
                <a:gd name="T32" fmla="*/ 521 w 530"/>
                <a:gd name="T33" fmla="*/ 28 h 400"/>
                <a:gd name="T34" fmla="*/ 491 w 530"/>
                <a:gd name="T35" fmla="*/ 0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0" h="400">
                  <a:moveTo>
                    <a:pt x="491" y="0"/>
                  </a:moveTo>
                  <a:cubicBezTo>
                    <a:pt x="53" y="0"/>
                    <a:pt x="53" y="0"/>
                    <a:pt x="53" y="0"/>
                  </a:cubicBezTo>
                  <a:cubicBezTo>
                    <a:pt x="53" y="0"/>
                    <a:pt x="67" y="34"/>
                    <a:pt x="12" y="39"/>
                  </a:cubicBezTo>
                  <a:cubicBezTo>
                    <a:pt x="0" y="53"/>
                    <a:pt x="0" y="53"/>
                    <a:pt x="0" y="53"/>
                  </a:cubicBezTo>
                  <a:cubicBezTo>
                    <a:pt x="106" y="53"/>
                    <a:pt x="106" y="53"/>
                    <a:pt x="106" y="53"/>
                  </a:cubicBezTo>
                  <a:cubicBezTo>
                    <a:pt x="109" y="52"/>
                    <a:pt x="113" y="52"/>
                    <a:pt x="117" y="52"/>
                  </a:cubicBezTo>
                  <a:cubicBezTo>
                    <a:pt x="415" y="52"/>
                    <a:pt x="415" y="52"/>
                    <a:pt x="415" y="52"/>
                  </a:cubicBezTo>
                  <a:cubicBezTo>
                    <a:pt x="417" y="52"/>
                    <a:pt x="420" y="52"/>
                    <a:pt x="422" y="52"/>
                  </a:cubicBezTo>
                  <a:cubicBezTo>
                    <a:pt x="448" y="52"/>
                    <a:pt x="448" y="52"/>
                    <a:pt x="448" y="52"/>
                  </a:cubicBezTo>
                  <a:cubicBezTo>
                    <a:pt x="455" y="52"/>
                    <a:pt x="460" y="54"/>
                    <a:pt x="465" y="56"/>
                  </a:cubicBezTo>
                  <a:cubicBezTo>
                    <a:pt x="478" y="61"/>
                    <a:pt x="488" y="73"/>
                    <a:pt x="488" y="91"/>
                  </a:cubicBezTo>
                  <a:cubicBezTo>
                    <a:pt x="488" y="351"/>
                    <a:pt x="488" y="351"/>
                    <a:pt x="488" y="351"/>
                  </a:cubicBezTo>
                  <a:cubicBezTo>
                    <a:pt x="488" y="382"/>
                    <a:pt x="457" y="394"/>
                    <a:pt x="434" y="387"/>
                  </a:cubicBezTo>
                  <a:cubicBezTo>
                    <a:pt x="431" y="390"/>
                    <a:pt x="428" y="393"/>
                    <a:pt x="424" y="397"/>
                  </a:cubicBezTo>
                  <a:cubicBezTo>
                    <a:pt x="450" y="400"/>
                    <a:pt x="450" y="400"/>
                    <a:pt x="450" y="400"/>
                  </a:cubicBezTo>
                  <a:cubicBezTo>
                    <a:pt x="530" y="400"/>
                    <a:pt x="520" y="327"/>
                    <a:pt x="521" y="307"/>
                  </a:cubicBezTo>
                  <a:cubicBezTo>
                    <a:pt x="521" y="28"/>
                    <a:pt x="521" y="28"/>
                    <a:pt x="521" y="28"/>
                  </a:cubicBezTo>
                  <a:cubicBezTo>
                    <a:pt x="521" y="6"/>
                    <a:pt x="507" y="0"/>
                    <a:pt x="49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1" name="Freeform 15"/>
            <p:cNvSpPr>
              <a:spLocks noEditPoints="1"/>
            </p:cNvSpPr>
            <p:nvPr/>
          </p:nvSpPr>
          <p:spPr bwMode="auto">
            <a:xfrm>
              <a:off x="2801938" y="839788"/>
              <a:ext cx="1487488" cy="1069975"/>
            </a:xfrm>
            <a:custGeom>
              <a:avLst/>
              <a:gdLst>
                <a:gd name="T0" fmla="*/ 56 w 506"/>
                <a:gd name="T1" fmla="*/ 364 h 364"/>
                <a:gd name="T2" fmla="*/ 0 w 506"/>
                <a:gd name="T3" fmla="*/ 308 h 364"/>
                <a:gd name="T4" fmla="*/ 0 w 506"/>
                <a:gd name="T5" fmla="*/ 308 h 364"/>
                <a:gd name="T6" fmla="*/ 0 w 506"/>
                <a:gd name="T7" fmla="*/ 304 h 364"/>
                <a:gd name="T8" fmla="*/ 0 w 506"/>
                <a:gd name="T9" fmla="*/ 69 h 364"/>
                <a:gd name="T10" fmla="*/ 0 w 506"/>
                <a:gd name="T11" fmla="*/ 13 h 364"/>
                <a:gd name="T12" fmla="*/ 3 w 506"/>
                <a:gd name="T13" fmla="*/ 4 h 364"/>
                <a:gd name="T14" fmla="*/ 3 w 506"/>
                <a:gd name="T15" fmla="*/ 4 h 364"/>
                <a:gd name="T16" fmla="*/ 13 w 506"/>
                <a:gd name="T17" fmla="*/ 0 h 364"/>
                <a:gd name="T18" fmla="*/ 13 w 506"/>
                <a:gd name="T19" fmla="*/ 0 h 364"/>
                <a:gd name="T20" fmla="*/ 493 w 506"/>
                <a:gd name="T21" fmla="*/ 0 h 364"/>
                <a:gd name="T22" fmla="*/ 503 w 506"/>
                <a:gd name="T23" fmla="*/ 4 h 364"/>
                <a:gd name="T24" fmla="*/ 503 w 506"/>
                <a:gd name="T25" fmla="*/ 4 h 364"/>
                <a:gd name="T26" fmla="*/ 506 w 506"/>
                <a:gd name="T27" fmla="*/ 13 h 364"/>
                <a:gd name="T28" fmla="*/ 506 w 506"/>
                <a:gd name="T29" fmla="*/ 13 h 364"/>
                <a:gd name="T30" fmla="*/ 506 w 506"/>
                <a:gd name="T31" fmla="*/ 69 h 364"/>
                <a:gd name="T32" fmla="*/ 506 w 506"/>
                <a:gd name="T33" fmla="*/ 304 h 364"/>
                <a:gd name="T34" fmla="*/ 506 w 506"/>
                <a:gd name="T35" fmla="*/ 308 h 364"/>
                <a:gd name="T36" fmla="*/ 450 w 506"/>
                <a:gd name="T37" fmla="*/ 364 h 364"/>
                <a:gd name="T38" fmla="*/ 450 w 506"/>
                <a:gd name="T39" fmla="*/ 364 h 364"/>
                <a:gd name="T40" fmla="*/ 56 w 506"/>
                <a:gd name="T41" fmla="*/ 364 h 364"/>
                <a:gd name="T42" fmla="*/ 26 w 506"/>
                <a:gd name="T43" fmla="*/ 69 h 364"/>
                <a:gd name="T44" fmla="*/ 26 w 506"/>
                <a:gd name="T45" fmla="*/ 304 h 364"/>
                <a:gd name="T46" fmla="*/ 26 w 506"/>
                <a:gd name="T47" fmla="*/ 308 h 364"/>
                <a:gd name="T48" fmla="*/ 56 w 506"/>
                <a:gd name="T49" fmla="*/ 338 h 364"/>
                <a:gd name="T50" fmla="*/ 56 w 506"/>
                <a:gd name="T51" fmla="*/ 338 h 364"/>
                <a:gd name="T52" fmla="*/ 450 w 506"/>
                <a:gd name="T53" fmla="*/ 338 h 364"/>
                <a:gd name="T54" fmla="*/ 480 w 506"/>
                <a:gd name="T55" fmla="*/ 308 h 364"/>
                <a:gd name="T56" fmla="*/ 480 w 506"/>
                <a:gd name="T57" fmla="*/ 308 h 364"/>
                <a:gd name="T58" fmla="*/ 480 w 506"/>
                <a:gd name="T59" fmla="*/ 304 h 364"/>
                <a:gd name="T60" fmla="*/ 480 w 506"/>
                <a:gd name="T61" fmla="*/ 69 h 364"/>
                <a:gd name="T62" fmla="*/ 480 w 506"/>
                <a:gd name="T63" fmla="*/ 26 h 364"/>
                <a:gd name="T64" fmla="*/ 26 w 506"/>
                <a:gd name="T65" fmla="*/ 26 h 364"/>
                <a:gd name="T66" fmla="*/ 26 w 506"/>
                <a:gd name="T67" fmla="*/ 69 h 364"/>
                <a:gd name="T68" fmla="*/ 13 w 506"/>
                <a:gd name="T69" fmla="*/ 26 h 364"/>
                <a:gd name="T70" fmla="*/ 13 w 506"/>
                <a:gd name="T71" fmla="*/ 13 h 364"/>
                <a:gd name="T72" fmla="*/ 13 w 506"/>
                <a:gd name="T73" fmla="*/ 26 h 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06" h="364">
                  <a:moveTo>
                    <a:pt x="56" y="364"/>
                  </a:moveTo>
                  <a:cubicBezTo>
                    <a:pt x="25" y="364"/>
                    <a:pt x="0" y="339"/>
                    <a:pt x="0" y="308"/>
                  </a:cubicBezTo>
                  <a:cubicBezTo>
                    <a:pt x="0" y="308"/>
                    <a:pt x="0" y="308"/>
                    <a:pt x="0" y="308"/>
                  </a:cubicBezTo>
                  <a:cubicBezTo>
                    <a:pt x="0" y="304"/>
                    <a:pt x="0" y="304"/>
                    <a:pt x="0" y="304"/>
                  </a:cubicBezTo>
                  <a:cubicBezTo>
                    <a:pt x="0" y="69"/>
                    <a:pt x="0" y="69"/>
                    <a:pt x="0" y="69"/>
                  </a:cubicBezTo>
                  <a:cubicBezTo>
                    <a:pt x="0" y="13"/>
                    <a:pt x="0" y="13"/>
                    <a:pt x="0" y="13"/>
                  </a:cubicBezTo>
                  <a:cubicBezTo>
                    <a:pt x="0" y="9"/>
                    <a:pt x="1" y="6"/>
                    <a:pt x="3" y="4"/>
                  </a:cubicBezTo>
                  <a:cubicBezTo>
                    <a:pt x="3" y="4"/>
                    <a:pt x="3" y="4"/>
                    <a:pt x="3" y="4"/>
                  </a:cubicBezTo>
                  <a:cubicBezTo>
                    <a:pt x="6" y="1"/>
                    <a:pt x="9" y="0"/>
                    <a:pt x="13" y="0"/>
                  </a:cubicBezTo>
                  <a:cubicBezTo>
                    <a:pt x="13" y="0"/>
                    <a:pt x="13" y="0"/>
                    <a:pt x="13" y="0"/>
                  </a:cubicBezTo>
                  <a:cubicBezTo>
                    <a:pt x="493" y="0"/>
                    <a:pt x="493" y="0"/>
                    <a:pt x="493" y="0"/>
                  </a:cubicBezTo>
                  <a:cubicBezTo>
                    <a:pt x="497" y="0"/>
                    <a:pt x="500" y="1"/>
                    <a:pt x="503" y="4"/>
                  </a:cubicBezTo>
                  <a:cubicBezTo>
                    <a:pt x="503" y="4"/>
                    <a:pt x="503" y="4"/>
                    <a:pt x="503" y="4"/>
                  </a:cubicBezTo>
                  <a:cubicBezTo>
                    <a:pt x="505" y="6"/>
                    <a:pt x="506" y="9"/>
                    <a:pt x="506" y="13"/>
                  </a:cubicBezTo>
                  <a:cubicBezTo>
                    <a:pt x="506" y="13"/>
                    <a:pt x="506" y="13"/>
                    <a:pt x="506" y="13"/>
                  </a:cubicBezTo>
                  <a:cubicBezTo>
                    <a:pt x="506" y="69"/>
                    <a:pt x="506" y="69"/>
                    <a:pt x="506" y="69"/>
                  </a:cubicBezTo>
                  <a:cubicBezTo>
                    <a:pt x="506" y="304"/>
                    <a:pt x="506" y="304"/>
                    <a:pt x="506" y="304"/>
                  </a:cubicBezTo>
                  <a:cubicBezTo>
                    <a:pt x="506" y="308"/>
                    <a:pt x="506" y="308"/>
                    <a:pt x="506" y="308"/>
                  </a:cubicBezTo>
                  <a:cubicBezTo>
                    <a:pt x="506" y="339"/>
                    <a:pt x="481" y="364"/>
                    <a:pt x="450" y="364"/>
                  </a:cubicBezTo>
                  <a:cubicBezTo>
                    <a:pt x="450" y="364"/>
                    <a:pt x="450" y="364"/>
                    <a:pt x="450" y="364"/>
                  </a:cubicBezTo>
                  <a:cubicBezTo>
                    <a:pt x="56" y="364"/>
                    <a:pt x="56" y="364"/>
                    <a:pt x="56" y="364"/>
                  </a:cubicBezTo>
                  <a:close/>
                  <a:moveTo>
                    <a:pt x="26" y="69"/>
                  </a:moveTo>
                  <a:cubicBezTo>
                    <a:pt x="26" y="304"/>
                    <a:pt x="26" y="304"/>
                    <a:pt x="26" y="304"/>
                  </a:cubicBezTo>
                  <a:cubicBezTo>
                    <a:pt x="26" y="308"/>
                    <a:pt x="26" y="308"/>
                    <a:pt x="26" y="308"/>
                  </a:cubicBezTo>
                  <a:cubicBezTo>
                    <a:pt x="26" y="325"/>
                    <a:pt x="39" y="338"/>
                    <a:pt x="56" y="338"/>
                  </a:cubicBezTo>
                  <a:cubicBezTo>
                    <a:pt x="56" y="338"/>
                    <a:pt x="56" y="338"/>
                    <a:pt x="56" y="338"/>
                  </a:cubicBezTo>
                  <a:cubicBezTo>
                    <a:pt x="450" y="338"/>
                    <a:pt x="450" y="338"/>
                    <a:pt x="450" y="338"/>
                  </a:cubicBezTo>
                  <a:cubicBezTo>
                    <a:pt x="467" y="338"/>
                    <a:pt x="480" y="325"/>
                    <a:pt x="480" y="308"/>
                  </a:cubicBezTo>
                  <a:cubicBezTo>
                    <a:pt x="480" y="308"/>
                    <a:pt x="480" y="308"/>
                    <a:pt x="480" y="308"/>
                  </a:cubicBezTo>
                  <a:cubicBezTo>
                    <a:pt x="480" y="304"/>
                    <a:pt x="480" y="304"/>
                    <a:pt x="480" y="304"/>
                  </a:cubicBezTo>
                  <a:cubicBezTo>
                    <a:pt x="480" y="69"/>
                    <a:pt x="480" y="69"/>
                    <a:pt x="480" y="69"/>
                  </a:cubicBezTo>
                  <a:cubicBezTo>
                    <a:pt x="480" y="26"/>
                    <a:pt x="480" y="26"/>
                    <a:pt x="480" y="26"/>
                  </a:cubicBezTo>
                  <a:cubicBezTo>
                    <a:pt x="26" y="26"/>
                    <a:pt x="26" y="26"/>
                    <a:pt x="26" y="26"/>
                  </a:cubicBezTo>
                  <a:cubicBezTo>
                    <a:pt x="26" y="69"/>
                    <a:pt x="26" y="69"/>
                    <a:pt x="26" y="69"/>
                  </a:cubicBezTo>
                  <a:close/>
                  <a:moveTo>
                    <a:pt x="13" y="26"/>
                  </a:moveTo>
                  <a:cubicBezTo>
                    <a:pt x="13" y="13"/>
                    <a:pt x="13" y="13"/>
                    <a:pt x="13" y="13"/>
                  </a:cubicBezTo>
                  <a:cubicBezTo>
                    <a:pt x="13" y="26"/>
                    <a:pt x="13" y="26"/>
                    <a:pt x="13"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2" name="Freeform 16"/>
            <p:cNvSpPr>
              <a:spLocks noEditPoints="1"/>
            </p:cNvSpPr>
            <p:nvPr/>
          </p:nvSpPr>
          <p:spPr bwMode="auto">
            <a:xfrm>
              <a:off x="2963863" y="1211263"/>
              <a:ext cx="498475" cy="554038"/>
            </a:xfrm>
            <a:custGeom>
              <a:avLst/>
              <a:gdLst>
                <a:gd name="T0" fmla="*/ 0 w 170"/>
                <a:gd name="T1" fmla="*/ 0 h 189"/>
                <a:gd name="T2" fmla="*/ 0 w 170"/>
                <a:gd name="T3" fmla="*/ 189 h 189"/>
                <a:gd name="T4" fmla="*/ 170 w 170"/>
                <a:gd name="T5" fmla="*/ 189 h 189"/>
                <a:gd name="T6" fmla="*/ 170 w 170"/>
                <a:gd name="T7" fmla="*/ 0 h 189"/>
                <a:gd name="T8" fmla="*/ 0 w 170"/>
                <a:gd name="T9" fmla="*/ 0 h 189"/>
                <a:gd name="T10" fmla="*/ 59 w 170"/>
                <a:gd name="T11" fmla="*/ 60 h 189"/>
                <a:gd name="T12" fmla="*/ 64 w 170"/>
                <a:gd name="T13" fmla="*/ 29 h 189"/>
                <a:gd name="T14" fmla="*/ 100 w 170"/>
                <a:gd name="T15" fmla="*/ 25 h 189"/>
                <a:gd name="T16" fmla="*/ 106 w 170"/>
                <a:gd name="T17" fmla="*/ 30 h 189"/>
                <a:gd name="T18" fmla="*/ 108 w 170"/>
                <a:gd name="T19" fmla="*/ 32 h 189"/>
                <a:gd name="T20" fmla="*/ 112 w 170"/>
                <a:gd name="T21" fmla="*/ 62 h 189"/>
                <a:gd name="T22" fmla="*/ 110 w 170"/>
                <a:gd name="T23" fmla="*/ 75 h 189"/>
                <a:gd name="T24" fmla="*/ 108 w 170"/>
                <a:gd name="T25" fmla="*/ 80 h 189"/>
                <a:gd name="T26" fmla="*/ 109 w 170"/>
                <a:gd name="T27" fmla="*/ 53 h 189"/>
                <a:gd name="T28" fmla="*/ 105 w 170"/>
                <a:gd name="T29" fmla="*/ 47 h 189"/>
                <a:gd name="T30" fmla="*/ 86 w 170"/>
                <a:gd name="T31" fmla="*/ 40 h 189"/>
                <a:gd name="T32" fmla="*/ 67 w 170"/>
                <a:gd name="T33" fmla="*/ 47 h 189"/>
                <a:gd name="T34" fmla="*/ 64 w 170"/>
                <a:gd name="T35" fmla="*/ 53 h 189"/>
                <a:gd name="T36" fmla="*/ 65 w 170"/>
                <a:gd name="T37" fmla="*/ 80 h 189"/>
                <a:gd name="T38" fmla="*/ 63 w 170"/>
                <a:gd name="T39" fmla="*/ 80 h 189"/>
                <a:gd name="T40" fmla="*/ 63 w 170"/>
                <a:gd name="T41" fmla="*/ 78 h 189"/>
                <a:gd name="T42" fmla="*/ 60 w 170"/>
                <a:gd name="T43" fmla="*/ 73 h 189"/>
                <a:gd name="T44" fmla="*/ 59 w 170"/>
                <a:gd name="T45" fmla="*/ 60 h 189"/>
                <a:gd name="T46" fmla="*/ 157 w 170"/>
                <a:gd name="T47" fmla="*/ 170 h 189"/>
                <a:gd name="T48" fmla="*/ 13 w 170"/>
                <a:gd name="T49" fmla="*/ 170 h 189"/>
                <a:gd name="T50" fmla="*/ 13 w 170"/>
                <a:gd name="T51" fmla="*/ 163 h 189"/>
                <a:gd name="T52" fmla="*/ 24 w 170"/>
                <a:gd name="T53" fmla="*/ 131 h 189"/>
                <a:gd name="T54" fmla="*/ 33 w 170"/>
                <a:gd name="T55" fmla="*/ 121 h 189"/>
                <a:gd name="T56" fmla="*/ 56 w 170"/>
                <a:gd name="T57" fmla="*/ 110 h 189"/>
                <a:gd name="T58" fmla="*/ 67 w 170"/>
                <a:gd name="T59" fmla="*/ 96 h 189"/>
                <a:gd name="T60" fmla="*/ 65 w 170"/>
                <a:gd name="T61" fmla="*/ 108 h 189"/>
                <a:gd name="T62" fmla="*/ 78 w 170"/>
                <a:gd name="T63" fmla="*/ 142 h 189"/>
                <a:gd name="T64" fmla="*/ 82 w 170"/>
                <a:gd name="T65" fmla="*/ 128 h 189"/>
                <a:gd name="T66" fmla="*/ 78 w 170"/>
                <a:gd name="T67" fmla="*/ 122 h 189"/>
                <a:gd name="T68" fmla="*/ 84 w 170"/>
                <a:gd name="T69" fmla="*/ 113 h 189"/>
                <a:gd name="T70" fmla="*/ 84 w 170"/>
                <a:gd name="T71" fmla="*/ 113 h 189"/>
                <a:gd name="T72" fmla="*/ 85 w 170"/>
                <a:gd name="T73" fmla="*/ 113 h 189"/>
                <a:gd name="T74" fmla="*/ 86 w 170"/>
                <a:gd name="T75" fmla="*/ 113 h 189"/>
                <a:gd name="T76" fmla="*/ 86 w 170"/>
                <a:gd name="T77" fmla="*/ 113 h 189"/>
                <a:gd name="T78" fmla="*/ 92 w 170"/>
                <a:gd name="T79" fmla="*/ 122 h 189"/>
                <a:gd name="T80" fmla="*/ 88 w 170"/>
                <a:gd name="T81" fmla="*/ 128 h 189"/>
                <a:gd name="T82" fmla="*/ 92 w 170"/>
                <a:gd name="T83" fmla="*/ 143 h 189"/>
                <a:gd name="T84" fmla="*/ 105 w 170"/>
                <a:gd name="T85" fmla="*/ 108 h 189"/>
                <a:gd name="T86" fmla="*/ 104 w 170"/>
                <a:gd name="T87" fmla="*/ 96 h 189"/>
                <a:gd name="T88" fmla="*/ 115 w 170"/>
                <a:gd name="T89" fmla="*/ 110 h 189"/>
                <a:gd name="T90" fmla="*/ 137 w 170"/>
                <a:gd name="T91" fmla="*/ 121 h 189"/>
                <a:gd name="T92" fmla="*/ 146 w 170"/>
                <a:gd name="T93" fmla="*/ 131 h 189"/>
                <a:gd name="T94" fmla="*/ 157 w 170"/>
                <a:gd name="T95" fmla="*/ 163 h 189"/>
                <a:gd name="T96" fmla="*/ 157 w 170"/>
                <a:gd name="T97" fmla="*/ 17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0" h="189">
                  <a:moveTo>
                    <a:pt x="0" y="0"/>
                  </a:moveTo>
                  <a:cubicBezTo>
                    <a:pt x="0" y="189"/>
                    <a:pt x="0" y="189"/>
                    <a:pt x="0" y="189"/>
                  </a:cubicBezTo>
                  <a:cubicBezTo>
                    <a:pt x="170" y="189"/>
                    <a:pt x="170" y="189"/>
                    <a:pt x="170" y="189"/>
                  </a:cubicBezTo>
                  <a:cubicBezTo>
                    <a:pt x="170" y="0"/>
                    <a:pt x="170" y="0"/>
                    <a:pt x="170" y="0"/>
                  </a:cubicBezTo>
                  <a:lnTo>
                    <a:pt x="0" y="0"/>
                  </a:lnTo>
                  <a:close/>
                  <a:moveTo>
                    <a:pt x="59" y="60"/>
                  </a:moveTo>
                  <a:cubicBezTo>
                    <a:pt x="59" y="60"/>
                    <a:pt x="50" y="42"/>
                    <a:pt x="64" y="29"/>
                  </a:cubicBezTo>
                  <a:cubicBezTo>
                    <a:pt x="64" y="29"/>
                    <a:pt x="80" y="13"/>
                    <a:pt x="100" y="25"/>
                  </a:cubicBezTo>
                  <a:cubicBezTo>
                    <a:pt x="100" y="25"/>
                    <a:pt x="103" y="27"/>
                    <a:pt x="106" y="30"/>
                  </a:cubicBezTo>
                  <a:cubicBezTo>
                    <a:pt x="107" y="31"/>
                    <a:pt x="108" y="32"/>
                    <a:pt x="108" y="32"/>
                  </a:cubicBezTo>
                  <a:cubicBezTo>
                    <a:pt x="121" y="45"/>
                    <a:pt x="112" y="62"/>
                    <a:pt x="112" y="62"/>
                  </a:cubicBezTo>
                  <a:cubicBezTo>
                    <a:pt x="121" y="62"/>
                    <a:pt x="110" y="75"/>
                    <a:pt x="110" y="75"/>
                  </a:cubicBezTo>
                  <a:cubicBezTo>
                    <a:pt x="109" y="79"/>
                    <a:pt x="108" y="80"/>
                    <a:pt x="108" y="80"/>
                  </a:cubicBezTo>
                  <a:cubicBezTo>
                    <a:pt x="111" y="68"/>
                    <a:pt x="109" y="53"/>
                    <a:pt x="109" y="53"/>
                  </a:cubicBezTo>
                  <a:cubicBezTo>
                    <a:pt x="106" y="52"/>
                    <a:pt x="105" y="47"/>
                    <a:pt x="105" y="47"/>
                  </a:cubicBezTo>
                  <a:cubicBezTo>
                    <a:pt x="104" y="40"/>
                    <a:pt x="92" y="39"/>
                    <a:pt x="86" y="40"/>
                  </a:cubicBezTo>
                  <a:cubicBezTo>
                    <a:pt x="81" y="39"/>
                    <a:pt x="68" y="40"/>
                    <a:pt x="67" y="47"/>
                  </a:cubicBezTo>
                  <a:cubicBezTo>
                    <a:pt x="67" y="47"/>
                    <a:pt x="66" y="52"/>
                    <a:pt x="64" y="53"/>
                  </a:cubicBezTo>
                  <a:cubicBezTo>
                    <a:pt x="64" y="53"/>
                    <a:pt x="62" y="68"/>
                    <a:pt x="65" y="80"/>
                  </a:cubicBezTo>
                  <a:cubicBezTo>
                    <a:pt x="64" y="80"/>
                    <a:pt x="64" y="80"/>
                    <a:pt x="63" y="80"/>
                  </a:cubicBezTo>
                  <a:cubicBezTo>
                    <a:pt x="63" y="79"/>
                    <a:pt x="63" y="78"/>
                    <a:pt x="63" y="78"/>
                  </a:cubicBezTo>
                  <a:cubicBezTo>
                    <a:pt x="63" y="78"/>
                    <a:pt x="61" y="78"/>
                    <a:pt x="60" y="73"/>
                  </a:cubicBezTo>
                  <a:cubicBezTo>
                    <a:pt x="60" y="73"/>
                    <a:pt x="50" y="60"/>
                    <a:pt x="59" y="60"/>
                  </a:cubicBezTo>
                  <a:close/>
                  <a:moveTo>
                    <a:pt x="157" y="170"/>
                  </a:moveTo>
                  <a:cubicBezTo>
                    <a:pt x="13" y="170"/>
                    <a:pt x="13" y="170"/>
                    <a:pt x="13" y="170"/>
                  </a:cubicBezTo>
                  <a:cubicBezTo>
                    <a:pt x="13" y="163"/>
                    <a:pt x="13" y="163"/>
                    <a:pt x="13" y="163"/>
                  </a:cubicBezTo>
                  <a:cubicBezTo>
                    <a:pt x="24" y="131"/>
                    <a:pt x="24" y="131"/>
                    <a:pt x="24" y="131"/>
                  </a:cubicBezTo>
                  <a:cubicBezTo>
                    <a:pt x="24" y="131"/>
                    <a:pt x="22" y="126"/>
                    <a:pt x="33" y="121"/>
                  </a:cubicBezTo>
                  <a:cubicBezTo>
                    <a:pt x="56" y="110"/>
                    <a:pt x="56" y="110"/>
                    <a:pt x="56" y="110"/>
                  </a:cubicBezTo>
                  <a:cubicBezTo>
                    <a:pt x="67" y="96"/>
                    <a:pt x="67" y="96"/>
                    <a:pt x="67" y="96"/>
                  </a:cubicBezTo>
                  <a:cubicBezTo>
                    <a:pt x="67" y="96"/>
                    <a:pt x="63" y="102"/>
                    <a:pt x="65" y="108"/>
                  </a:cubicBezTo>
                  <a:cubicBezTo>
                    <a:pt x="65" y="108"/>
                    <a:pt x="72" y="125"/>
                    <a:pt x="78" y="142"/>
                  </a:cubicBezTo>
                  <a:cubicBezTo>
                    <a:pt x="82" y="128"/>
                    <a:pt x="82" y="128"/>
                    <a:pt x="82" y="128"/>
                  </a:cubicBezTo>
                  <a:cubicBezTo>
                    <a:pt x="78" y="122"/>
                    <a:pt x="78" y="122"/>
                    <a:pt x="78" y="122"/>
                  </a:cubicBezTo>
                  <a:cubicBezTo>
                    <a:pt x="81" y="116"/>
                    <a:pt x="83" y="114"/>
                    <a:pt x="84" y="113"/>
                  </a:cubicBezTo>
                  <a:cubicBezTo>
                    <a:pt x="84" y="113"/>
                    <a:pt x="84" y="113"/>
                    <a:pt x="84" y="113"/>
                  </a:cubicBezTo>
                  <a:cubicBezTo>
                    <a:pt x="84" y="113"/>
                    <a:pt x="84" y="113"/>
                    <a:pt x="85" y="113"/>
                  </a:cubicBezTo>
                  <a:cubicBezTo>
                    <a:pt x="86" y="113"/>
                    <a:pt x="86" y="113"/>
                    <a:pt x="86" y="113"/>
                  </a:cubicBezTo>
                  <a:cubicBezTo>
                    <a:pt x="86" y="113"/>
                    <a:pt x="86" y="113"/>
                    <a:pt x="86" y="113"/>
                  </a:cubicBezTo>
                  <a:cubicBezTo>
                    <a:pt x="87" y="114"/>
                    <a:pt x="89" y="116"/>
                    <a:pt x="92" y="122"/>
                  </a:cubicBezTo>
                  <a:cubicBezTo>
                    <a:pt x="88" y="128"/>
                    <a:pt x="88" y="128"/>
                    <a:pt x="88" y="128"/>
                  </a:cubicBezTo>
                  <a:cubicBezTo>
                    <a:pt x="92" y="143"/>
                    <a:pt x="92" y="143"/>
                    <a:pt x="92" y="143"/>
                  </a:cubicBezTo>
                  <a:cubicBezTo>
                    <a:pt x="99" y="126"/>
                    <a:pt x="105" y="108"/>
                    <a:pt x="105" y="108"/>
                  </a:cubicBezTo>
                  <a:cubicBezTo>
                    <a:pt x="107" y="102"/>
                    <a:pt x="104" y="96"/>
                    <a:pt x="104" y="96"/>
                  </a:cubicBezTo>
                  <a:cubicBezTo>
                    <a:pt x="115" y="110"/>
                    <a:pt x="115" y="110"/>
                    <a:pt x="115" y="110"/>
                  </a:cubicBezTo>
                  <a:cubicBezTo>
                    <a:pt x="137" y="121"/>
                    <a:pt x="137" y="121"/>
                    <a:pt x="137" y="121"/>
                  </a:cubicBezTo>
                  <a:cubicBezTo>
                    <a:pt x="148" y="126"/>
                    <a:pt x="146" y="131"/>
                    <a:pt x="146" y="131"/>
                  </a:cubicBezTo>
                  <a:cubicBezTo>
                    <a:pt x="157" y="163"/>
                    <a:pt x="157" y="163"/>
                    <a:pt x="157" y="163"/>
                  </a:cubicBezTo>
                  <a:lnTo>
                    <a:pt x="157" y="1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3" name="Freeform 17"/>
            <p:cNvSpPr>
              <a:spLocks/>
            </p:cNvSpPr>
            <p:nvPr/>
          </p:nvSpPr>
          <p:spPr bwMode="auto">
            <a:xfrm>
              <a:off x="3554413" y="1250950"/>
              <a:ext cx="584200" cy="61913"/>
            </a:xfrm>
            <a:custGeom>
              <a:avLst/>
              <a:gdLst>
                <a:gd name="T0" fmla="*/ 199 w 199"/>
                <a:gd name="T1" fmla="*/ 11 h 21"/>
                <a:gd name="T2" fmla="*/ 189 w 199"/>
                <a:gd name="T3" fmla="*/ 21 h 21"/>
                <a:gd name="T4" fmla="*/ 10 w 199"/>
                <a:gd name="T5" fmla="*/ 21 h 21"/>
                <a:gd name="T6" fmla="*/ 0 w 199"/>
                <a:gd name="T7" fmla="*/ 11 h 21"/>
                <a:gd name="T8" fmla="*/ 0 w 199"/>
                <a:gd name="T9" fmla="*/ 11 h 21"/>
                <a:gd name="T10" fmla="*/ 10 w 199"/>
                <a:gd name="T11" fmla="*/ 0 h 21"/>
                <a:gd name="T12" fmla="*/ 189 w 199"/>
                <a:gd name="T13" fmla="*/ 0 h 21"/>
                <a:gd name="T14" fmla="*/ 199 w 199"/>
                <a:gd name="T15" fmla="*/ 11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9" h="21">
                  <a:moveTo>
                    <a:pt x="199" y="11"/>
                  </a:moveTo>
                  <a:cubicBezTo>
                    <a:pt x="199" y="16"/>
                    <a:pt x="194" y="21"/>
                    <a:pt x="189" y="21"/>
                  </a:cubicBezTo>
                  <a:cubicBezTo>
                    <a:pt x="10" y="21"/>
                    <a:pt x="10" y="21"/>
                    <a:pt x="10" y="21"/>
                  </a:cubicBezTo>
                  <a:cubicBezTo>
                    <a:pt x="5" y="21"/>
                    <a:pt x="0" y="16"/>
                    <a:pt x="0" y="11"/>
                  </a:cubicBezTo>
                  <a:cubicBezTo>
                    <a:pt x="0" y="11"/>
                    <a:pt x="0" y="11"/>
                    <a:pt x="0" y="11"/>
                  </a:cubicBezTo>
                  <a:cubicBezTo>
                    <a:pt x="0" y="5"/>
                    <a:pt x="5" y="0"/>
                    <a:pt x="10" y="0"/>
                  </a:cubicBezTo>
                  <a:cubicBezTo>
                    <a:pt x="189" y="0"/>
                    <a:pt x="189" y="0"/>
                    <a:pt x="189" y="0"/>
                  </a:cubicBezTo>
                  <a:cubicBezTo>
                    <a:pt x="194" y="0"/>
                    <a:pt x="199" y="5"/>
                    <a:pt x="199"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4" name="Freeform 18"/>
            <p:cNvSpPr>
              <a:spLocks/>
            </p:cNvSpPr>
            <p:nvPr/>
          </p:nvSpPr>
          <p:spPr bwMode="auto">
            <a:xfrm>
              <a:off x="3554413" y="1389063"/>
              <a:ext cx="584200" cy="61913"/>
            </a:xfrm>
            <a:custGeom>
              <a:avLst/>
              <a:gdLst>
                <a:gd name="T0" fmla="*/ 199 w 199"/>
                <a:gd name="T1" fmla="*/ 10 h 21"/>
                <a:gd name="T2" fmla="*/ 189 w 199"/>
                <a:gd name="T3" fmla="*/ 21 h 21"/>
                <a:gd name="T4" fmla="*/ 10 w 199"/>
                <a:gd name="T5" fmla="*/ 21 h 21"/>
                <a:gd name="T6" fmla="*/ 0 w 199"/>
                <a:gd name="T7" fmla="*/ 10 h 21"/>
                <a:gd name="T8" fmla="*/ 0 w 199"/>
                <a:gd name="T9" fmla="*/ 10 h 21"/>
                <a:gd name="T10" fmla="*/ 10 w 199"/>
                <a:gd name="T11" fmla="*/ 0 h 21"/>
                <a:gd name="T12" fmla="*/ 189 w 199"/>
                <a:gd name="T13" fmla="*/ 0 h 21"/>
                <a:gd name="T14" fmla="*/ 199 w 199"/>
                <a:gd name="T15" fmla="*/ 1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9" h="21">
                  <a:moveTo>
                    <a:pt x="199" y="10"/>
                  </a:moveTo>
                  <a:cubicBezTo>
                    <a:pt x="199" y="16"/>
                    <a:pt x="194" y="21"/>
                    <a:pt x="189" y="21"/>
                  </a:cubicBezTo>
                  <a:cubicBezTo>
                    <a:pt x="10" y="21"/>
                    <a:pt x="10" y="21"/>
                    <a:pt x="10" y="21"/>
                  </a:cubicBezTo>
                  <a:cubicBezTo>
                    <a:pt x="5" y="21"/>
                    <a:pt x="0" y="16"/>
                    <a:pt x="0" y="10"/>
                  </a:cubicBezTo>
                  <a:cubicBezTo>
                    <a:pt x="0" y="10"/>
                    <a:pt x="0" y="10"/>
                    <a:pt x="0" y="10"/>
                  </a:cubicBezTo>
                  <a:cubicBezTo>
                    <a:pt x="0" y="4"/>
                    <a:pt x="5" y="0"/>
                    <a:pt x="10" y="0"/>
                  </a:cubicBezTo>
                  <a:cubicBezTo>
                    <a:pt x="189" y="0"/>
                    <a:pt x="189" y="0"/>
                    <a:pt x="189" y="0"/>
                  </a:cubicBezTo>
                  <a:cubicBezTo>
                    <a:pt x="194" y="0"/>
                    <a:pt x="199" y="4"/>
                    <a:pt x="199"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5" name="Freeform 19"/>
            <p:cNvSpPr>
              <a:spLocks/>
            </p:cNvSpPr>
            <p:nvPr/>
          </p:nvSpPr>
          <p:spPr bwMode="auto">
            <a:xfrm>
              <a:off x="3554413" y="1524000"/>
              <a:ext cx="584200" cy="61913"/>
            </a:xfrm>
            <a:custGeom>
              <a:avLst/>
              <a:gdLst>
                <a:gd name="T0" fmla="*/ 199 w 199"/>
                <a:gd name="T1" fmla="*/ 11 h 21"/>
                <a:gd name="T2" fmla="*/ 189 w 199"/>
                <a:gd name="T3" fmla="*/ 21 h 21"/>
                <a:gd name="T4" fmla="*/ 10 w 199"/>
                <a:gd name="T5" fmla="*/ 21 h 21"/>
                <a:gd name="T6" fmla="*/ 0 w 199"/>
                <a:gd name="T7" fmla="*/ 11 h 21"/>
                <a:gd name="T8" fmla="*/ 0 w 199"/>
                <a:gd name="T9" fmla="*/ 11 h 21"/>
                <a:gd name="T10" fmla="*/ 10 w 199"/>
                <a:gd name="T11" fmla="*/ 0 h 21"/>
                <a:gd name="T12" fmla="*/ 189 w 199"/>
                <a:gd name="T13" fmla="*/ 0 h 21"/>
                <a:gd name="T14" fmla="*/ 199 w 199"/>
                <a:gd name="T15" fmla="*/ 11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9" h="21">
                  <a:moveTo>
                    <a:pt x="199" y="11"/>
                  </a:moveTo>
                  <a:cubicBezTo>
                    <a:pt x="199" y="16"/>
                    <a:pt x="194" y="21"/>
                    <a:pt x="189" y="21"/>
                  </a:cubicBezTo>
                  <a:cubicBezTo>
                    <a:pt x="10" y="21"/>
                    <a:pt x="10" y="21"/>
                    <a:pt x="10" y="21"/>
                  </a:cubicBezTo>
                  <a:cubicBezTo>
                    <a:pt x="5" y="21"/>
                    <a:pt x="0" y="16"/>
                    <a:pt x="0" y="11"/>
                  </a:cubicBezTo>
                  <a:cubicBezTo>
                    <a:pt x="0" y="11"/>
                    <a:pt x="0" y="11"/>
                    <a:pt x="0" y="11"/>
                  </a:cubicBezTo>
                  <a:cubicBezTo>
                    <a:pt x="0" y="5"/>
                    <a:pt x="5" y="0"/>
                    <a:pt x="10" y="0"/>
                  </a:cubicBezTo>
                  <a:cubicBezTo>
                    <a:pt x="189" y="0"/>
                    <a:pt x="189" y="0"/>
                    <a:pt x="189" y="0"/>
                  </a:cubicBezTo>
                  <a:cubicBezTo>
                    <a:pt x="194" y="0"/>
                    <a:pt x="199" y="5"/>
                    <a:pt x="199"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6" name="Freeform 20"/>
            <p:cNvSpPr>
              <a:spLocks/>
            </p:cNvSpPr>
            <p:nvPr/>
          </p:nvSpPr>
          <p:spPr bwMode="auto">
            <a:xfrm>
              <a:off x="3554413" y="1662113"/>
              <a:ext cx="584200" cy="58738"/>
            </a:xfrm>
            <a:custGeom>
              <a:avLst/>
              <a:gdLst>
                <a:gd name="T0" fmla="*/ 199 w 199"/>
                <a:gd name="T1" fmla="*/ 10 h 20"/>
                <a:gd name="T2" fmla="*/ 189 w 199"/>
                <a:gd name="T3" fmla="*/ 20 h 20"/>
                <a:gd name="T4" fmla="*/ 10 w 199"/>
                <a:gd name="T5" fmla="*/ 20 h 20"/>
                <a:gd name="T6" fmla="*/ 0 w 199"/>
                <a:gd name="T7" fmla="*/ 10 h 20"/>
                <a:gd name="T8" fmla="*/ 0 w 199"/>
                <a:gd name="T9" fmla="*/ 10 h 20"/>
                <a:gd name="T10" fmla="*/ 10 w 199"/>
                <a:gd name="T11" fmla="*/ 0 h 20"/>
                <a:gd name="T12" fmla="*/ 189 w 199"/>
                <a:gd name="T13" fmla="*/ 0 h 20"/>
                <a:gd name="T14" fmla="*/ 199 w 199"/>
                <a:gd name="T15" fmla="*/ 10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9" h="20">
                  <a:moveTo>
                    <a:pt x="199" y="10"/>
                  </a:moveTo>
                  <a:cubicBezTo>
                    <a:pt x="199" y="16"/>
                    <a:pt x="194" y="20"/>
                    <a:pt x="189" y="20"/>
                  </a:cubicBezTo>
                  <a:cubicBezTo>
                    <a:pt x="10" y="20"/>
                    <a:pt x="10" y="20"/>
                    <a:pt x="10" y="20"/>
                  </a:cubicBezTo>
                  <a:cubicBezTo>
                    <a:pt x="5" y="20"/>
                    <a:pt x="0" y="16"/>
                    <a:pt x="0" y="10"/>
                  </a:cubicBezTo>
                  <a:cubicBezTo>
                    <a:pt x="0" y="10"/>
                    <a:pt x="0" y="10"/>
                    <a:pt x="0" y="10"/>
                  </a:cubicBezTo>
                  <a:cubicBezTo>
                    <a:pt x="0" y="4"/>
                    <a:pt x="5" y="0"/>
                    <a:pt x="10" y="0"/>
                  </a:cubicBezTo>
                  <a:cubicBezTo>
                    <a:pt x="189" y="0"/>
                    <a:pt x="189" y="0"/>
                    <a:pt x="189" y="0"/>
                  </a:cubicBezTo>
                  <a:cubicBezTo>
                    <a:pt x="194" y="0"/>
                    <a:pt x="199" y="4"/>
                    <a:pt x="199"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pic>
          <p:nvPicPr>
            <p:cNvPr id="697" name="Picture 21"/>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946401" y="974725"/>
              <a:ext cx="184150" cy="176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698" name="Picture 2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111501" y="968375"/>
              <a:ext cx="168275" cy="185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699" name="Picture 23"/>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267076" y="974725"/>
              <a:ext cx="158750" cy="176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700" name="Picture 24"/>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486151" y="977900"/>
              <a:ext cx="185738" cy="176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701" name="Picture 25"/>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652838" y="974725"/>
              <a:ext cx="158750" cy="176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702" name="Picture 26"/>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792538" y="969963"/>
              <a:ext cx="228600" cy="185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703" name="Picture 27"/>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003676" y="968375"/>
              <a:ext cx="131763" cy="185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704" name="Freeform 28"/>
            <p:cNvSpPr>
              <a:spLocks/>
            </p:cNvSpPr>
            <p:nvPr/>
          </p:nvSpPr>
          <p:spPr bwMode="auto">
            <a:xfrm>
              <a:off x="3836988" y="411163"/>
              <a:ext cx="311150" cy="300038"/>
            </a:xfrm>
            <a:custGeom>
              <a:avLst/>
              <a:gdLst>
                <a:gd name="T0" fmla="*/ 18 w 106"/>
                <a:gd name="T1" fmla="*/ 6 h 102"/>
                <a:gd name="T2" fmla="*/ 102 w 106"/>
                <a:gd name="T3" fmla="*/ 91 h 102"/>
                <a:gd name="T4" fmla="*/ 43 w 106"/>
                <a:gd name="T5" fmla="*/ 28 h 102"/>
                <a:gd name="T6" fmla="*/ 100 w 106"/>
                <a:gd name="T7" fmla="*/ 94 h 102"/>
                <a:gd name="T8" fmla="*/ 18 w 106"/>
                <a:gd name="T9" fmla="*/ 6 h 102"/>
              </a:gdLst>
              <a:ahLst/>
              <a:cxnLst>
                <a:cxn ang="0">
                  <a:pos x="T0" y="T1"/>
                </a:cxn>
                <a:cxn ang="0">
                  <a:pos x="T2" y="T3"/>
                </a:cxn>
                <a:cxn ang="0">
                  <a:pos x="T4" y="T5"/>
                </a:cxn>
                <a:cxn ang="0">
                  <a:pos x="T6" y="T7"/>
                </a:cxn>
                <a:cxn ang="0">
                  <a:pos x="T8" y="T9"/>
                </a:cxn>
              </a:cxnLst>
              <a:rect l="0" t="0" r="r" b="b"/>
              <a:pathLst>
                <a:path w="106" h="102">
                  <a:moveTo>
                    <a:pt x="18" y="6"/>
                  </a:moveTo>
                  <a:cubicBezTo>
                    <a:pt x="106" y="0"/>
                    <a:pt x="104" y="74"/>
                    <a:pt x="102" y="91"/>
                  </a:cubicBezTo>
                  <a:cubicBezTo>
                    <a:pt x="89" y="77"/>
                    <a:pt x="70" y="49"/>
                    <a:pt x="43" y="28"/>
                  </a:cubicBezTo>
                  <a:cubicBezTo>
                    <a:pt x="43" y="28"/>
                    <a:pt x="65" y="65"/>
                    <a:pt x="100" y="94"/>
                  </a:cubicBezTo>
                  <a:cubicBezTo>
                    <a:pt x="0" y="102"/>
                    <a:pt x="18" y="6"/>
                    <a:pt x="18"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5" name="Freeform 29"/>
            <p:cNvSpPr>
              <a:spLocks/>
            </p:cNvSpPr>
            <p:nvPr/>
          </p:nvSpPr>
          <p:spPr bwMode="auto">
            <a:xfrm>
              <a:off x="4138613" y="465138"/>
              <a:ext cx="244475" cy="249238"/>
            </a:xfrm>
            <a:custGeom>
              <a:avLst/>
              <a:gdLst>
                <a:gd name="T0" fmla="*/ 46 w 83"/>
                <a:gd name="T1" fmla="*/ 33 h 85"/>
                <a:gd name="T2" fmla="*/ 4 w 83"/>
                <a:gd name="T3" fmla="*/ 69 h 85"/>
                <a:gd name="T4" fmla="*/ 73 w 83"/>
                <a:gd name="T5" fmla="*/ 7 h 85"/>
                <a:gd name="T6" fmla="*/ 7 w 83"/>
                <a:gd name="T7" fmla="*/ 73 h 85"/>
                <a:gd name="T8" fmla="*/ 46 w 83"/>
                <a:gd name="T9" fmla="*/ 33 h 85"/>
              </a:gdLst>
              <a:ahLst/>
              <a:cxnLst>
                <a:cxn ang="0">
                  <a:pos x="T0" y="T1"/>
                </a:cxn>
                <a:cxn ang="0">
                  <a:pos x="T2" y="T3"/>
                </a:cxn>
                <a:cxn ang="0">
                  <a:pos x="T4" y="T5"/>
                </a:cxn>
                <a:cxn ang="0">
                  <a:pos x="T6" y="T7"/>
                </a:cxn>
                <a:cxn ang="0">
                  <a:pos x="T8" y="T9"/>
                </a:cxn>
              </a:cxnLst>
              <a:rect l="0" t="0" r="r" b="b"/>
              <a:pathLst>
                <a:path w="83" h="85">
                  <a:moveTo>
                    <a:pt x="46" y="33"/>
                  </a:moveTo>
                  <a:cubicBezTo>
                    <a:pt x="46" y="33"/>
                    <a:pt x="21" y="48"/>
                    <a:pt x="4" y="69"/>
                  </a:cubicBezTo>
                  <a:cubicBezTo>
                    <a:pt x="2" y="55"/>
                    <a:pt x="0" y="0"/>
                    <a:pt x="73" y="7"/>
                  </a:cubicBezTo>
                  <a:cubicBezTo>
                    <a:pt x="73" y="7"/>
                    <a:pt x="83" y="85"/>
                    <a:pt x="7" y="73"/>
                  </a:cubicBezTo>
                  <a:cubicBezTo>
                    <a:pt x="22" y="60"/>
                    <a:pt x="38" y="41"/>
                    <a:pt x="46"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06" name="组合 705"/>
          <p:cNvGrpSpPr/>
          <p:nvPr/>
        </p:nvGrpSpPr>
        <p:grpSpPr>
          <a:xfrm>
            <a:off x="10137678" y="3000843"/>
            <a:ext cx="383620" cy="241893"/>
            <a:chOff x="5262563" y="628650"/>
            <a:chExt cx="1714501" cy="1081088"/>
          </a:xfrm>
          <a:solidFill>
            <a:srgbClr val="707E84"/>
          </a:solidFill>
        </p:grpSpPr>
        <p:sp>
          <p:nvSpPr>
            <p:cNvPr id="707" name="Freeform 30"/>
            <p:cNvSpPr>
              <a:spLocks/>
            </p:cNvSpPr>
            <p:nvPr/>
          </p:nvSpPr>
          <p:spPr bwMode="auto">
            <a:xfrm>
              <a:off x="5538788" y="1468438"/>
              <a:ext cx="1155700" cy="65088"/>
            </a:xfrm>
            <a:custGeom>
              <a:avLst/>
              <a:gdLst>
                <a:gd name="T0" fmla="*/ 0 w 728"/>
                <a:gd name="T1" fmla="*/ 41 h 41"/>
                <a:gd name="T2" fmla="*/ 0 w 728"/>
                <a:gd name="T3" fmla="*/ 0 h 41"/>
                <a:gd name="T4" fmla="*/ 728 w 728"/>
                <a:gd name="T5" fmla="*/ 0 h 41"/>
                <a:gd name="T6" fmla="*/ 728 w 728"/>
                <a:gd name="T7" fmla="*/ 41 h 41"/>
                <a:gd name="T8" fmla="*/ 0 w 728"/>
                <a:gd name="T9" fmla="*/ 41 h 41"/>
                <a:gd name="T10" fmla="*/ 0 w 728"/>
                <a:gd name="T11" fmla="*/ 41 h 41"/>
              </a:gdLst>
              <a:ahLst/>
              <a:cxnLst>
                <a:cxn ang="0">
                  <a:pos x="T0" y="T1"/>
                </a:cxn>
                <a:cxn ang="0">
                  <a:pos x="T2" y="T3"/>
                </a:cxn>
                <a:cxn ang="0">
                  <a:pos x="T4" y="T5"/>
                </a:cxn>
                <a:cxn ang="0">
                  <a:pos x="T6" y="T7"/>
                </a:cxn>
                <a:cxn ang="0">
                  <a:pos x="T8" y="T9"/>
                </a:cxn>
                <a:cxn ang="0">
                  <a:pos x="T10" y="T11"/>
                </a:cxn>
              </a:cxnLst>
              <a:rect l="0" t="0" r="r" b="b"/>
              <a:pathLst>
                <a:path w="728" h="41">
                  <a:moveTo>
                    <a:pt x="0" y="41"/>
                  </a:moveTo>
                  <a:lnTo>
                    <a:pt x="0" y="0"/>
                  </a:lnTo>
                  <a:lnTo>
                    <a:pt x="728" y="0"/>
                  </a:lnTo>
                  <a:lnTo>
                    <a:pt x="728" y="41"/>
                  </a:lnTo>
                  <a:lnTo>
                    <a:pt x="0" y="41"/>
                  </a:lnTo>
                  <a:lnTo>
                    <a:pt x="0"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8" name="Freeform 31"/>
            <p:cNvSpPr>
              <a:spLocks/>
            </p:cNvSpPr>
            <p:nvPr/>
          </p:nvSpPr>
          <p:spPr bwMode="auto">
            <a:xfrm>
              <a:off x="6088063" y="901700"/>
              <a:ext cx="65088" cy="587375"/>
            </a:xfrm>
            <a:custGeom>
              <a:avLst/>
              <a:gdLst>
                <a:gd name="T0" fmla="*/ 0 w 41"/>
                <a:gd name="T1" fmla="*/ 370 h 370"/>
                <a:gd name="T2" fmla="*/ 0 w 41"/>
                <a:gd name="T3" fmla="*/ 0 h 370"/>
                <a:gd name="T4" fmla="*/ 41 w 41"/>
                <a:gd name="T5" fmla="*/ 0 h 370"/>
                <a:gd name="T6" fmla="*/ 41 w 41"/>
                <a:gd name="T7" fmla="*/ 370 h 370"/>
                <a:gd name="T8" fmla="*/ 0 w 41"/>
                <a:gd name="T9" fmla="*/ 370 h 370"/>
                <a:gd name="T10" fmla="*/ 0 w 41"/>
                <a:gd name="T11" fmla="*/ 370 h 370"/>
              </a:gdLst>
              <a:ahLst/>
              <a:cxnLst>
                <a:cxn ang="0">
                  <a:pos x="T0" y="T1"/>
                </a:cxn>
                <a:cxn ang="0">
                  <a:pos x="T2" y="T3"/>
                </a:cxn>
                <a:cxn ang="0">
                  <a:pos x="T4" y="T5"/>
                </a:cxn>
                <a:cxn ang="0">
                  <a:pos x="T6" y="T7"/>
                </a:cxn>
                <a:cxn ang="0">
                  <a:pos x="T8" y="T9"/>
                </a:cxn>
                <a:cxn ang="0">
                  <a:pos x="T10" y="T11"/>
                </a:cxn>
              </a:cxnLst>
              <a:rect l="0" t="0" r="r" b="b"/>
              <a:pathLst>
                <a:path w="41" h="370">
                  <a:moveTo>
                    <a:pt x="0" y="370"/>
                  </a:moveTo>
                  <a:lnTo>
                    <a:pt x="0" y="0"/>
                  </a:lnTo>
                  <a:lnTo>
                    <a:pt x="41" y="0"/>
                  </a:lnTo>
                  <a:lnTo>
                    <a:pt x="41" y="370"/>
                  </a:lnTo>
                  <a:lnTo>
                    <a:pt x="0" y="370"/>
                  </a:lnTo>
                  <a:lnTo>
                    <a:pt x="0" y="3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9" name="Freeform 32"/>
            <p:cNvSpPr>
              <a:spLocks/>
            </p:cNvSpPr>
            <p:nvPr/>
          </p:nvSpPr>
          <p:spPr bwMode="auto">
            <a:xfrm>
              <a:off x="5262563" y="1292225"/>
              <a:ext cx="431800" cy="417513"/>
            </a:xfrm>
            <a:custGeom>
              <a:avLst/>
              <a:gdLst>
                <a:gd name="T0" fmla="*/ 147 w 147"/>
                <a:gd name="T1" fmla="*/ 120 h 142"/>
                <a:gd name="T2" fmla="*/ 124 w 147"/>
                <a:gd name="T3" fmla="*/ 142 h 142"/>
                <a:gd name="T4" fmla="*/ 23 w 147"/>
                <a:gd name="T5" fmla="*/ 142 h 142"/>
                <a:gd name="T6" fmla="*/ 0 w 147"/>
                <a:gd name="T7" fmla="*/ 120 h 142"/>
                <a:gd name="T8" fmla="*/ 0 w 147"/>
                <a:gd name="T9" fmla="*/ 22 h 142"/>
                <a:gd name="T10" fmla="*/ 23 w 147"/>
                <a:gd name="T11" fmla="*/ 0 h 142"/>
                <a:gd name="T12" fmla="*/ 124 w 147"/>
                <a:gd name="T13" fmla="*/ 0 h 142"/>
                <a:gd name="T14" fmla="*/ 147 w 147"/>
                <a:gd name="T15" fmla="*/ 22 h 142"/>
                <a:gd name="T16" fmla="*/ 147 w 147"/>
                <a:gd name="T17" fmla="*/ 12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142">
                  <a:moveTo>
                    <a:pt x="147" y="120"/>
                  </a:moveTo>
                  <a:cubicBezTo>
                    <a:pt x="147" y="132"/>
                    <a:pt x="137" y="142"/>
                    <a:pt x="124" y="142"/>
                  </a:cubicBezTo>
                  <a:cubicBezTo>
                    <a:pt x="23" y="142"/>
                    <a:pt x="23" y="142"/>
                    <a:pt x="23" y="142"/>
                  </a:cubicBezTo>
                  <a:cubicBezTo>
                    <a:pt x="10" y="142"/>
                    <a:pt x="0" y="132"/>
                    <a:pt x="0" y="120"/>
                  </a:cubicBezTo>
                  <a:cubicBezTo>
                    <a:pt x="0" y="22"/>
                    <a:pt x="0" y="22"/>
                    <a:pt x="0" y="22"/>
                  </a:cubicBezTo>
                  <a:cubicBezTo>
                    <a:pt x="0" y="10"/>
                    <a:pt x="10" y="0"/>
                    <a:pt x="23" y="0"/>
                  </a:cubicBezTo>
                  <a:cubicBezTo>
                    <a:pt x="124" y="0"/>
                    <a:pt x="124" y="0"/>
                    <a:pt x="124" y="0"/>
                  </a:cubicBezTo>
                  <a:cubicBezTo>
                    <a:pt x="137" y="0"/>
                    <a:pt x="147" y="10"/>
                    <a:pt x="147" y="22"/>
                  </a:cubicBezTo>
                  <a:lnTo>
                    <a:pt x="147" y="1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0" name="Freeform 33"/>
            <p:cNvSpPr>
              <a:spLocks/>
            </p:cNvSpPr>
            <p:nvPr/>
          </p:nvSpPr>
          <p:spPr bwMode="auto">
            <a:xfrm>
              <a:off x="5907088" y="1292225"/>
              <a:ext cx="428625" cy="417513"/>
            </a:xfrm>
            <a:custGeom>
              <a:avLst/>
              <a:gdLst>
                <a:gd name="T0" fmla="*/ 146 w 146"/>
                <a:gd name="T1" fmla="*/ 120 h 142"/>
                <a:gd name="T2" fmla="*/ 123 w 146"/>
                <a:gd name="T3" fmla="*/ 142 h 142"/>
                <a:gd name="T4" fmla="*/ 22 w 146"/>
                <a:gd name="T5" fmla="*/ 142 h 142"/>
                <a:gd name="T6" fmla="*/ 0 w 146"/>
                <a:gd name="T7" fmla="*/ 120 h 142"/>
                <a:gd name="T8" fmla="*/ 0 w 146"/>
                <a:gd name="T9" fmla="*/ 22 h 142"/>
                <a:gd name="T10" fmla="*/ 22 w 146"/>
                <a:gd name="T11" fmla="*/ 0 h 142"/>
                <a:gd name="T12" fmla="*/ 123 w 146"/>
                <a:gd name="T13" fmla="*/ 0 h 142"/>
                <a:gd name="T14" fmla="*/ 146 w 146"/>
                <a:gd name="T15" fmla="*/ 22 h 142"/>
                <a:gd name="T16" fmla="*/ 146 w 146"/>
                <a:gd name="T17" fmla="*/ 12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6" h="142">
                  <a:moveTo>
                    <a:pt x="146" y="120"/>
                  </a:moveTo>
                  <a:cubicBezTo>
                    <a:pt x="146" y="132"/>
                    <a:pt x="136" y="142"/>
                    <a:pt x="123" y="142"/>
                  </a:cubicBezTo>
                  <a:cubicBezTo>
                    <a:pt x="22" y="142"/>
                    <a:pt x="22" y="142"/>
                    <a:pt x="22" y="142"/>
                  </a:cubicBezTo>
                  <a:cubicBezTo>
                    <a:pt x="10" y="142"/>
                    <a:pt x="0" y="132"/>
                    <a:pt x="0" y="120"/>
                  </a:cubicBezTo>
                  <a:cubicBezTo>
                    <a:pt x="0" y="22"/>
                    <a:pt x="0" y="22"/>
                    <a:pt x="0" y="22"/>
                  </a:cubicBezTo>
                  <a:cubicBezTo>
                    <a:pt x="0" y="10"/>
                    <a:pt x="10" y="0"/>
                    <a:pt x="22" y="0"/>
                  </a:cubicBezTo>
                  <a:cubicBezTo>
                    <a:pt x="123" y="0"/>
                    <a:pt x="123" y="0"/>
                    <a:pt x="123" y="0"/>
                  </a:cubicBezTo>
                  <a:cubicBezTo>
                    <a:pt x="136" y="0"/>
                    <a:pt x="146" y="10"/>
                    <a:pt x="146" y="22"/>
                  </a:cubicBezTo>
                  <a:lnTo>
                    <a:pt x="146" y="1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1" name="Freeform 34"/>
            <p:cNvSpPr>
              <a:spLocks/>
            </p:cNvSpPr>
            <p:nvPr/>
          </p:nvSpPr>
          <p:spPr bwMode="auto">
            <a:xfrm>
              <a:off x="6546851" y="1292225"/>
              <a:ext cx="430213" cy="417513"/>
            </a:xfrm>
            <a:custGeom>
              <a:avLst/>
              <a:gdLst>
                <a:gd name="T0" fmla="*/ 146 w 146"/>
                <a:gd name="T1" fmla="*/ 120 h 142"/>
                <a:gd name="T2" fmla="*/ 124 w 146"/>
                <a:gd name="T3" fmla="*/ 142 h 142"/>
                <a:gd name="T4" fmla="*/ 22 w 146"/>
                <a:gd name="T5" fmla="*/ 142 h 142"/>
                <a:gd name="T6" fmla="*/ 0 w 146"/>
                <a:gd name="T7" fmla="*/ 120 h 142"/>
                <a:gd name="T8" fmla="*/ 0 w 146"/>
                <a:gd name="T9" fmla="*/ 22 h 142"/>
                <a:gd name="T10" fmla="*/ 22 w 146"/>
                <a:gd name="T11" fmla="*/ 0 h 142"/>
                <a:gd name="T12" fmla="*/ 124 w 146"/>
                <a:gd name="T13" fmla="*/ 0 h 142"/>
                <a:gd name="T14" fmla="*/ 146 w 146"/>
                <a:gd name="T15" fmla="*/ 22 h 142"/>
                <a:gd name="T16" fmla="*/ 146 w 146"/>
                <a:gd name="T17" fmla="*/ 12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6" h="142">
                  <a:moveTo>
                    <a:pt x="146" y="120"/>
                  </a:moveTo>
                  <a:cubicBezTo>
                    <a:pt x="146" y="132"/>
                    <a:pt x="136" y="142"/>
                    <a:pt x="124" y="142"/>
                  </a:cubicBezTo>
                  <a:cubicBezTo>
                    <a:pt x="22" y="142"/>
                    <a:pt x="22" y="142"/>
                    <a:pt x="22" y="142"/>
                  </a:cubicBezTo>
                  <a:cubicBezTo>
                    <a:pt x="10" y="142"/>
                    <a:pt x="0" y="132"/>
                    <a:pt x="0" y="120"/>
                  </a:cubicBezTo>
                  <a:cubicBezTo>
                    <a:pt x="0" y="22"/>
                    <a:pt x="0" y="22"/>
                    <a:pt x="0" y="22"/>
                  </a:cubicBezTo>
                  <a:cubicBezTo>
                    <a:pt x="0" y="10"/>
                    <a:pt x="10" y="0"/>
                    <a:pt x="22" y="0"/>
                  </a:cubicBezTo>
                  <a:cubicBezTo>
                    <a:pt x="124" y="0"/>
                    <a:pt x="124" y="0"/>
                    <a:pt x="124" y="0"/>
                  </a:cubicBezTo>
                  <a:cubicBezTo>
                    <a:pt x="136" y="0"/>
                    <a:pt x="146" y="10"/>
                    <a:pt x="146" y="22"/>
                  </a:cubicBezTo>
                  <a:lnTo>
                    <a:pt x="146" y="1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2" name="Freeform 35"/>
            <p:cNvSpPr>
              <a:spLocks/>
            </p:cNvSpPr>
            <p:nvPr/>
          </p:nvSpPr>
          <p:spPr bwMode="auto">
            <a:xfrm>
              <a:off x="5611813" y="628650"/>
              <a:ext cx="1014413" cy="417513"/>
            </a:xfrm>
            <a:custGeom>
              <a:avLst/>
              <a:gdLst>
                <a:gd name="T0" fmla="*/ 345 w 345"/>
                <a:gd name="T1" fmla="*/ 120 h 142"/>
                <a:gd name="T2" fmla="*/ 323 w 345"/>
                <a:gd name="T3" fmla="*/ 142 h 142"/>
                <a:gd name="T4" fmla="*/ 22 w 345"/>
                <a:gd name="T5" fmla="*/ 142 h 142"/>
                <a:gd name="T6" fmla="*/ 0 w 345"/>
                <a:gd name="T7" fmla="*/ 120 h 142"/>
                <a:gd name="T8" fmla="*/ 0 w 345"/>
                <a:gd name="T9" fmla="*/ 22 h 142"/>
                <a:gd name="T10" fmla="*/ 22 w 345"/>
                <a:gd name="T11" fmla="*/ 0 h 142"/>
                <a:gd name="T12" fmla="*/ 323 w 345"/>
                <a:gd name="T13" fmla="*/ 0 h 142"/>
                <a:gd name="T14" fmla="*/ 345 w 345"/>
                <a:gd name="T15" fmla="*/ 22 h 142"/>
                <a:gd name="T16" fmla="*/ 345 w 345"/>
                <a:gd name="T17" fmla="*/ 12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5" h="142">
                  <a:moveTo>
                    <a:pt x="345" y="120"/>
                  </a:moveTo>
                  <a:cubicBezTo>
                    <a:pt x="345" y="132"/>
                    <a:pt x="335" y="142"/>
                    <a:pt x="323" y="142"/>
                  </a:cubicBezTo>
                  <a:cubicBezTo>
                    <a:pt x="22" y="142"/>
                    <a:pt x="22" y="142"/>
                    <a:pt x="22" y="142"/>
                  </a:cubicBezTo>
                  <a:cubicBezTo>
                    <a:pt x="10" y="142"/>
                    <a:pt x="0" y="132"/>
                    <a:pt x="0" y="120"/>
                  </a:cubicBezTo>
                  <a:cubicBezTo>
                    <a:pt x="0" y="22"/>
                    <a:pt x="0" y="22"/>
                    <a:pt x="0" y="22"/>
                  </a:cubicBezTo>
                  <a:cubicBezTo>
                    <a:pt x="0" y="10"/>
                    <a:pt x="10" y="0"/>
                    <a:pt x="22" y="0"/>
                  </a:cubicBezTo>
                  <a:cubicBezTo>
                    <a:pt x="323" y="0"/>
                    <a:pt x="323" y="0"/>
                    <a:pt x="323" y="0"/>
                  </a:cubicBezTo>
                  <a:cubicBezTo>
                    <a:pt x="335" y="0"/>
                    <a:pt x="345" y="10"/>
                    <a:pt x="345" y="22"/>
                  </a:cubicBezTo>
                  <a:lnTo>
                    <a:pt x="345" y="1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13" name="组合 712"/>
          <p:cNvGrpSpPr/>
          <p:nvPr/>
        </p:nvGrpSpPr>
        <p:grpSpPr>
          <a:xfrm>
            <a:off x="10656482" y="2956831"/>
            <a:ext cx="344547" cy="344192"/>
            <a:chOff x="7885113" y="400050"/>
            <a:chExt cx="1539876" cy="1538288"/>
          </a:xfrm>
          <a:solidFill>
            <a:srgbClr val="707E84"/>
          </a:solidFill>
        </p:grpSpPr>
        <p:sp>
          <p:nvSpPr>
            <p:cNvPr id="714" name="Freeform 36"/>
            <p:cNvSpPr>
              <a:spLocks/>
            </p:cNvSpPr>
            <p:nvPr/>
          </p:nvSpPr>
          <p:spPr bwMode="auto">
            <a:xfrm>
              <a:off x="8434388" y="949325"/>
              <a:ext cx="441325" cy="439738"/>
            </a:xfrm>
            <a:custGeom>
              <a:avLst/>
              <a:gdLst>
                <a:gd name="T0" fmla="*/ 10 w 150"/>
                <a:gd name="T1" fmla="*/ 103 h 150"/>
                <a:gd name="T2" fmla="*/ 103 w 150"/>
                <a:gd name="T3" fmla="*/ 10 h 150"/>
                <a:gd name="T4" fmla="*/ 140 w 150"/>
                <a:gd name="T5" fmla="*/ 10 h 150"/>
                <a:gd name="T6" fmla="*/ 140 w 150"/>
                <a:gd name="T7" fmla="*/ 10 h 150"/>
                <a:gd name="T8" fmla="*/ 140 w 150"/>
                <a:gd name="T9" fmla="*/ 47 h 150"/>
                <a:gd name="T10" fmla="*/ 140 w 150"/>
                <a:gd name="T11" fmla="*/ 47 h 150"/>
                <a:gd name="T12" fmla="*/ 47 w 150"/>
                <a:gd name="T13" fmla="*/ 140 h 150"/>
                <a:gd name="T14" fmla="*/ 10 w 150"/>
                <a:gd name="T15" fmla="*/ 140 h 150"/>
                <a:gd name="T16" fmla="*/ 10 w 150"/>
                <a:gd name="T17" fmla="*/ 140 h 150"/>
                <a:gd name="T18" fmla="*/ 10 w 150"/>
                <a:gd name="T19" fmla="*/ 103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0" h="150">
                  <a:moveTo>
                    <a:pt x="10" y="103"/>
                  </a:moveTo>
                  <a:cubicBezTo>
                    <a:pt x="103" y="10"/>
                    <a:pt x="103" y="10"/>
                    <a:pt x="103" y="10"/>
                  </a:cubicBezTo>
                  <a:cubicBezTo>
                    <a:pt x="113" y="0"/>
                    <a:pt x="129" y="0"/>
                    <a:pt x="140" y="10"/>
                  </a:cubicBezTo>
                  <a:cubicBezTo>
                    <a:pt x="140" y="10"/>
                    <a:pt x="140" y="10"/>
                    <a:pt x="140" y="10"/>
                  </a:cubicBezTo>
                  <a:cubicBezTo>
                    <a:pt x="150" y="21"/>
                    <a:pt x="150" y="37"/>
                    <a:pt x="140" y="47"/>
                  </a:cubicBezTo>
                  <a:cubicBezTo>
                    <a:pt x="140" y="47"/>
                    <a:pt x="140" y="47"/>
                    <a:pt x="140" y="47"/>
                  </a:cubicBezTo>
                  <a:cubicBezTo>
                    <a:pt x="47" y="140"/>
                    <a:pt x="47" y="140"/>
                    <a:pt x="47" y="140"/>
                  </a:cubicBezTo>
                  <a:cubicBezTo>
                    <a:pt x="37" y="150"/>
                    <a:pt x="21" y="150"/>
                    <a:pt x="10" y="140"/>
                  </a:cubicBezTo>
                  <a:cubicBezTo>
                    <a:pt x="10" y="140"/>
                    <a:pt x="10" y="140"/>
                    <a:pt x="10" y="140"/>
                  </a:cubicBezTo>
                  <a:cubicBezTo>
                    <a:pt x="0" y="129"/>
                    <a:pt x="0" y="113"/>
                    <a:pt x="10"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5" name="Freeform 37"/>
            <p:cNvSpPr>
              <a:spLocks/>
            </p:cNvSpPr>
            <p:nvPr/>
          </p:nvSpPr>
          <p:spPr bwMode="auto">
            <a:xfrm>
              <a:off x="8540751" y="400050"/>
              <a:ext cx="884238" cy="884238"/>
            </a:xfrm>
            <a:custGeom>
              <a:avLst/>
              <a:gdLst>
                <a:gd name="T0" fmla="*/ 19 w 301"/>
                <a:gd name="T1" fmla="*/ 232 h 301"/>
                <a:gd name="T2" fmla="*/ 53 w 301"/>
                <a:gd name="T3" fmla="*/ 198 h 301"/>
                <a:gd name="T4" fmla="*/ 71 w 301"/>
                <a:gd name="T5" fmla="*/ 140 h 301"/>
                <a:gd name="T6" fmla="*/ 138 w 301"/>
                <a:gd name="T7" fmla="*/ 72 h 301"/>
                <a:gd name="T8" fmla="*/ 229 w 301"/>
                <a:gd name="T9" fmla="*/ 72 h 301"/>
                <a:gd name="T10" fmla="*/ 229 w 301"/>
                <a:gd name="T11" fmla="*/ 162 h 301"/>
                <a:gd name="T12" fmla="*/ 161 w 301"/>
                <a:gd name="T13" fmla="*/ 230 h 301"/>
                <a:gd name="T14" fmla="*/ 161 w 301"/>
                <a:gd name="T15" fmla="*/ 230 h 301"/>
                <a:gd name="T16" fmla="*/ 103 w 301"/>
                <a:gd name="T17" fmla="*/ 247 h 301"/>
                <a:gd name="T18" fmla="*/ 69 w 301"/>
                <a:gd name="T19" fmla="*/ 281 h 301"/>
                <a:gd name="T20" fmla="*/ 192 w 301"/>
                <a:gd name="T21" fmla="*/ 261 h 301"/>
                <a:gd name="T22" fmla="*/ 192 w 301"/>
                <a:gd name="T23" fmla="*/ 261 h 301"/>
                <a:gd name="T24" fmla="*/ 259 w 301"/>
                <a:gd name="T25" fmla="*/ 193 h 301"/>
                <a:gd name="T26" fmla="*/ 259 w 301"/>
                <a:gd name="T27" fmla="*/ 41 h 301"/>
                <a:gd name="T28" fmla="*/ 108 w 301"/>
                <a:gd name="T29" fmla="*/ 41 h 301"/>
                <a:gd name="T30" fmla="*/ 40 w 301"/>
                <a:gd name="T31" fmla="*/ 109 h 301"/>
                <a:gd name="T32" fmla="*/ 19 w 301"/>
                <a:gd name="T33" fmla="*/ 232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 h="301">
                  <a:moveTo>
                    <a:pt x="19" y="232"/>
                  </a:moveTo>
                  <a:cubicBezTo>
                    <a:pt x="53" y="198"/>
                    <a:pt x="53" y="198"/>
                    <a:pt x="53" y="198"/>
                  </a:cubicBezTo>
                  <a:cubicBezTo>
                    <a:pt x="49" y="178"/>
                    <a:pt x="55" y="156"/>
                    <a:pt x="71" y="140"/>
                  </a:cubicBezTo>
                  <a:cubicBezTo>
                    <a:pt x="138" y="72"/>
                    <a:pt x="138" y="72"/>
                    <a:pt x="138" y="72"/>
                  </a:cubicBezTo>
                  <a:cubicBezTo>
                    <a:pt x="163" y="47"/>
                    <a:pt x="204" y="47"/>
                    <a:pt x="229" y="72"/>
                  </a:cubicBezTo>
                  <a:cubicBezTo>
                    <a:pt x="254" y="97"/>
                    <a:pt x="254" y="138"/>
                    <a:pt x="229" y="162"/>
                  </a:cubicBezTo>
                  <a:cubicBezTo>
                    <a:pt x="161" y="230"/>
                    <a:pt x="161" y="230"/>
                    <a:pt x="161" y="230"/>
                  </a:cubicBezTo>
                  <a:cubicBezTo>
                    <a:pt x="161" y="230"/>
                    <a:pt x="161" y="230"/>
                    <a:pt x="161" y="230"/>
                  </a:cubicBezTo>
                  <a:cubicBezTo>
                    <a:pt x="145" y="246"/>
                    <a:pt x="123" y="252"/>
                    <a:pt x="103" y="247"/>
                  </a:cubicBezTo>
                  <a:cubicBezTo>
                    <a:pt x="69" y="281"/>
                    <a:pt x="69" y="281"/>
                    <a:pt x="69" y="281"/>
                  </a:cubicBezTo>
                  <a:cubicBezTo>
                    <a:pt x="109" y="301"/>
                    <a:pt x="158" y="294"/>
                    <a:pt x="192" y="261"/>
                  </a:cubicBezTo>
                  <a:cubicBezTo>
                    <a:pt x="192" y="261"/>
                    <a:pt x="192" y="261"/>
                    <a:pt x="192" y="261"/>
                  </a:cubicBezTo>
                  <a:cubicBezTo>
                    <a:pt x="259" y="193"/>
                    <a:pt x="259" y="193"/>
                    <a:pt x="259" y="193"/>
                  </a:cubicBezTo>
                  <a:cubicBezTo>
                    <a:pt x="301" y="151"/>
                    <a:pt x="301" y="83"/>
                    <a:pt x="259" y="41"/>
                  </a:cubicBezTo>
                  <a:cubicBezTo>
                    <a:pt x="217" y="0"/>
                    <a:pt x="150" y="0"/>
                    <a:pt x="108" y="41"/>
                  </a:cubicBezTo>
                  <a:cubicBezTo>
                    <a:pt x="40" y="109"/>
                    <a:pt x="40" y="109"/>
                    <a:pt x="40" y="109"/>
                  </a:cubicBezTo>
                  <a:cubicBezTo>
                    <a:pt x="7" y="142"/>
                    <a:pt x="0" y="192"/>
                    <a:pt x="19" y="2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6" name="Freeform 38"/>
            <p:cNvSpPr>
              <a:spLocks/>
            </p:cNvSpPr>
            <p:nvPr/>
          </p:nvSpPr>
          <p:spPr bwMode="auto">
            <a:xfrm>
              <a:off x="7885113" y="1055688"/>
              <a:ext cx="884238" cy="882650"/>
            </a:xfrm>
            <a:custGeom>
              <a:avLst/>
              <a:gdLst>
                <a:gd name="T0" fmla="*/ 261 w 301"/>
                <a:gd name="T1" fmla="*/ 192 h 301"/>
                <a:gd name="T2" fmla="*/ 281 w 301"/>
                <a:gd name="T3" fmla="*/ 69 h 301"/>
                <a:gd name="T4" fmla="*/ 247 w 301"/>
                <a:gd name="T5" fmla="*/ 103 h 301"/>
                <a:gd name="T6" fmla="*/ 230 w 301"/>
                <a:gd name="T7" fmla="*/ 161 h 301"/>
                <a:gd name="T8" fmla="*/ 162 w 301"/>
                <a:gd name="T9" fmla="*/ 229 h 301"/>
                <a:gd name="T10" fmla="*/ 162 w 301"/>
                <a:gd name="T11" fmla="*/ 229 h 301"/>
                <a:gd name="T12" fmla="*/ 72 w 301"/>
                <a:gd name="T13" fmla="*/ 229 h 301"/>
                <a:gd name="T14" fmla="*/ 72 w 301"/>
                <a:gd name="T15" fmla="*/ 138 h 301"/>
                <a:gd name="T16" fmla="*/ 140 w 301"/>
                <a:gd name="T17" fmla="*/ 71 h 301"/>
                <a:gd name="T18" fmla="*/ 198 w 301"/>
                <a:gd name="T19" fmla="*/ 54 h 301"/>
                <a:gd name="T20" fmla="*/ 232 w 301"/>
                <a:gd name="T21" fmla="*/ 19 h 301"/>
                <a:gd name="T22" fmla="*/ 109 w 301"/>
                <a:gd name="T23" fmla="*/ 40 h 301"/>
                <a:gd name="T24" fmla="*/ 41 w 301"/>
                <a:gd name="T25" fmla="*/ 108 h 301"/>
                <a:gd name="T26" fmla="*/ 41 w 301"/>
                <a:gd name="T27" fmla="*/ 259 h 301"/>
                <a:gd name="T28" fmla="*/ 193 w 301"/>
                <a:gd name="T29" fmla="*/ 259 h 301"/>
                <a:gd name="T30" fmla="*/ 193 w 301"/>
                <a:gd name="T31" fmla="*/ 259 h 301"/>
                <a:gd name="T32" fmla="*/ 261 w 301"/>
                <a:gd name="T33" fmla="*/ 192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 h="301">
                  <a:moveTo>
                    <a:pt x="261" y="192"/>
                  </a:moveTo>
                  <a:cubicBezTo>
                    <a:pt x="294" y="158"/>
                    <a:pt x="301" y="109"/>
                    <a:pt x="281" y="69"/>
                  </a:cubicBezTo>
                  <a:cubicBezTo>
                    <a:pt x="247" y="103"/>
                    <a:pt x="247" y="103"/>
                    <a:pt x="247" y="103"/>
                  </a:cubicBezTo>
                  <a:cubicBezTo>
                    <a:pt x="252" y="123"/>
                    <a:pt x="246" y="145"/>
                    <a:pt x="230" y="161"/>
                  </a:cubicBezTo>
                  <a:cubicBezTo>
                    <a:pt x="162" y="229"/>
                    <a:pt x="162" y="229"/>
                    <a:pt x="162" y="229"/>
                  </a:cubicBezTo>
                  <a:cubicBezTo>
                    <a:pt x="162" y="229"/>
                    <a:pt x="162" y="229"/>
                    <a:pt x="162" y="229"/>
                  </a:cubicBezTo>
                  <a:cubicBezTo>
                    <a:pt x="137" y="254"/>
                    <a:pt x="97" y="254"/>
                    <a:pt x="72" y="229"/>
                  </a:cubicBezTo>
                  <a:cubicBezTo>
                    <a:pt x="47" y="204"/>
                    <a:pt x="47" y="163"/>
                    <a:pt x="72" y="138"/>
                  </a:cubicBezTo>
                  <a:cubicBezTo>
                    <a:pt x="140" y="71"/>
                    <a:pt x="140" y="71"/>
                    <a:pt x="140" y="71"/>
                  </a:cubicBezTo>
                  <a:cubicBezTo>
                    <a:pt x="156" y="55"/>
                    <a:pt x="178" y="49"/>
                    <a:pt x="198" y="54"/>
                  </a:cubicBezTo>
                  <a:cubicBezTo>
                    <a:pt x="232" y="19"/>
                    <a:pt x="232" y="19"/>
                    <a:pt x="232" y="19"/>
                  </a:cubicBezTo>
                  <a:cubicBezTo>
                    <a:pt x="192" y="0"/>
                    <a:pt x="142" y="7"/>
                    <a:pt x="109" y="40"/>
                  </a:cubicBezTo>
                  <a:cubicBezTo>
                    <a:pt x="41" y="108"/>
                    <a:pt x="41" y="108"/>
                    <a:pt x="41" y="108"/>
                  </a:cubicBezTo>
                  <a:cubicBezTo>
                    <a:pt x="0" y="150"/>
                    <a:pt x="0" y="218"/>
                    <a:pt x="41" y="259"/>
                  </a:cubicBezTo>
                  <a:cubicBezTo>
                    <a:pt x="83" y="301"/>
                    <a:pt x="151" y="301"/>
                    <a:pt x="193" y="259"/>
                  </a:cubicBezTo>
                  <a:cubicBezTo>
                    <a:pt x="193" y="259"/>
                    <a:pt x="193" y="259"/>
                    <a:pt x="193" y="259"/>
                  </a:cubicBezTo>
                  <a:lnTo>
                    <a:pt x="261" y="1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17" name="组合 716"/>
          <p:cNvGrpSpPr/>
          <p:nvPr/>
        </p:nvGrpSpPr>
        <p:grpSpPr>
          <a:xfrm>
            <a:off x="11204542" y="2957440"/>
            <a:ext cx="333536" cy="333180"/>
            <a:chOff x="10445751" y="423863"/>
            <a:chExt cx="1490663" cy="1489075"/>
          </a:xfrm>
          <a:solidFill>
            <a:srgbClr val="707E84"/>
          </a:solidFill>
        </p:grpSpPr>
        <p:sp>
          <p:nvSpPr>
            <p:cNvPr id="718" name="Freeform 39"/>
            <p:cNvSpPr>
              <a:spLocks noEditPoints="1"/>
            </p:cNvSpPr>
            <p:nvPr/>
          </p:nvSpPr>
          <p:spPr bwMode="auto">
            <a:xfrm>
              <a:off x="10445751" y="423863"/>
              <a:ext cx="1490663" cy="1489075"/>
            </a:xfrm>
            <a:custGeom>
              <a:avLst/>
              <a:gdLst>
                <a:gd name="T0" fmla="*/ 0 w 507"/>
                <a:gd name="T1" fmla="*/ 254 h 507"/>
                <a:gd name="T2" fmla="*/ 253 w 507"/>
                <a:gd name="T3" fmla="*/ 0 h 507"/>
                <a:gd name="T4" fmla="*/ 253 w 507"/>
                <a:gd name="T5" fmla="*/ 0 h 507"/>
                <a:gd name="T6" fmla="*/ 507 w 507"/>
                <a:gd name="T7" fmla="*/ 254 h 507"/>
                <a:gd name="T8" fmla="*/ 507 w 507"/>
                <a:gd name="T9" fmla="*/ 254 h 507"/>
                <a:gd name="T10" fmla="*/ 253 w 507"/>
                <a:gd name="T11" fmla="*/ 507 h 507"/>
                <a:gd name="T12" fmla="*/ 253 w 507"/>
                <a:gd name="T13" fmla="*/ 507 h 507"/>
                <a:gd name="T14" fmla="*/ 0 w 507"/>
                <a:gd name="T15" fmla="*/ 254 h 507"/>
                <a:gd name="T16" fmla="*/ 42 w 507"/>
                <a:gd name="T17" fmla="*/ 254 h 507"/>
                <a:gd name="T18" fmla="*/ 104 w 507"/>
                <a:gd name="T19" fmla="*/ 404 h 507"/>
                <a:gd name="T20" fmla="*/ 104 w 507"/>
                <a:gd name="T21" fmla="*/ 404 h 507"/>
                <a:gd name="T22" fmla="*/ 253 w 507"/>
                <a:gd name="T23" fmla="*/ 465 h 507"/>
                <a:gd name="T24" fmla="*/ 253 w 507"/>
                <a:gd name="T25" fmla="*/ 465 h 507"/>
                <a:gd name="T26" fmla="*/ 403 w 507"/>
                <a:gd name="T27" fmla="*/ 404 h 507"/>
                <a:gd name="T28" fmla="*/ 403 w 507"/>
                <a:gd name="T29" fmla="*/ 404 h 507"/>
                <a:gd name="T30" fmla="*/ 465 w 507"/>
                <a:gd name="T31" fmla="*/ 254 h 507"/>
                <a:gd name="T32" fmla="*/ 465 w 507"/>
                <a:gd name="T33" fmla="*/ 254 h 507"/>
                <a:gd name="T34" fmla="*/ 403 w 507"/>
                <a:gd name="T35" fmla="*/ 104 h 507"/>
                <a:gd name="T36" fmla="*/ 403 w 507"/>
                <a:gd name="T37" fmla="*/ 104 h 507"/>
                <a:gd name="T38" fmla="*/ 253 w 507"/>
                <a:gd name="T39" fmla="*/ 42 h 507"/>
                <a:gd name="T40" fmla="*/ 253 w 507"/>
                <a:gd name="T41" fmla="*/ 42 h 507"/>
                <a:gd name="T42" fmla="*/ 104 w 507"/>
                <a:gd name="T43" fmla="*/ 104 h 507"/>
                <a:gd name="T44" fmla="*/ 104 w 507"/>
                <a:gd name="T45" fmla="*/ 104 h 507"/>
                <a:gd name="T46" fmla="*/ 42 w 507"/>
                <a:gd name="T47" fmla="*/ 254 h 507"/>
                <a:gd name="T48" fmla="*/ 42 w 507"/>
                <a:gd name="T49" fmla="*/ 254 h 5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07" h="507">
                  <a:moveTo>
                    <a:pt x="0" y="254"/>
                  </a:moveTo>
                  <a:cubicBezTo>
                    <a:pt x="0" y="114"/>
                    <a:pt x="113" y="0"/>
                    <a:pt x="253" y="0"/>
                  </a:cubicBezTo>
                  <a:cubicBezTo>
                    <a:pt x="253" y="0"/>
                    <a:pt x="253" y="0"/>
                    <a:pt x="253" y="0"/>
                  </a:cubicBezTo>
                  <a:cubicBezTo>
                    <a:pt x="393" y="0"/>
                    <a:pt x="507" y="114"/>
                    <a:pt x="507" y="254"/>
                  </a:cubicBezTo>
                  <a:cubicBezTo>
                    <a:pt x="507" y="254"/>
                    <a:pt x="507" y="254"/>
                    <a:pt x="507" y="254"/>
                  </a:cubicBezTo>
                  <a:cubicBezTo>
                    <a:pt x="507" y="394"/>
                    <a:pt x="393" y="507"/>
                    <a:pt x="253" y="507"/>
                  </a:cubicBezTo>
                  <a:cubicBezTo>
                    <a:pt x="253" y="507"/>
                    <a:pt x="253" y="507"/>
                    <a:pt x="253" y="507"/>
                  </a:cubicBezTo>
                  <a:cubicBezTo>
                    <a:pt x="113" y="507"/>
                    <a:pt x="0" y="394"/>
                    <a:pt x="0" y="254"/>
                  </a:cubicBezTo>
                  <a:close/>
                  <a:moveTo>
                    <a:pt x="42" y="254"/>
                  </a:moveTo>
                  <a:cubicBezTo>
                    <a:pt x="42" y="312"/>
                    <a:pt x="65" y="365"/>
                    <a:pt x="104" y="404"/>
                  </a:cubicBezTo>
                  <a:cubicBezTo>
                    <a:pt x="104" y="404"/>
                    <a:pt x="104" y="404"/>
                    <a:pt x="104" y="404"/>
                  </a:cubicBezTo>
                  <a:cubicBezTo>
                    <a:pt x="142" y="442"/>
                    <a:pt x="195" y="465"/>
                    <a:pt x="253" y="465"/>
                  </a:cubicBezTo>
                  <a:cubicBezTo>
                    <a:pt x="253" y="465"/>
                    <a:pt x="253" y="465"/>
                    <a:pt x="253" y="465"/>
                  </a:cubicBezTo>
                  <a:cubicBezTo>
                    <a:pt x="312" y="465"/>
                    <a:pt x="364" y="442"/>
                    <a:pt x="403" y="404"/>
                  </a:cubicBezTo>
                  <a:cubicBezTo>
                    <a:pt x="403" y="404"/>
                    <a:pt x="403" y="404"/>
                    <a:pt x="403" y="404"/>
                  </a:cubicBezTo>
                  <a:cubicBezTo>
                    <a:pt x="441" y="365"/>
                    <a:pt x="465" y="312"/>
                    <a:pt x="465" y="254"/>
                  </a:cubicBezTo>
                  <a:cubicBezTo>
                    <a:pt x="465" y="254"/>
                    <a:pt x="465" y="254"/>
                    <a:pt x="465" y="254"/>
                  </a:cubicBezTo>
                  <a:cubicBezTo>
                    <a:pt x="465" y="196"/>
                    <a:pt x="441" y="143"/>
                    <a:pt x="403" y="104"/>
                  </a:cubicBezTo>
                  <a:cubicBezTo>
                    <a:pt x="403" y="104"/>
                    <a:pt x="403" y="104"/>
                    <a:pt x="403" y="104"/>
                  </a:cubicBezTo>
                  <a:cubicBezTo>
                    <a:pt x="364" y="66"/>
                    <a:pt x="312" y="42"/>
                    <a:pt x="253" y="42"/>
                  </a:cubicBezTo>
                  <a:cubicBezTo>
                    <a:pt x="253" y="42"/>
                    <a:pt x="253" y="42"/>
                    <a:pt x="253" y="42"/>
                  </a:cubicBezTo>
                  <a:cubicBezTo>
                    <a:pt x="195" y="42"/>
                    <a:pt x="142" y="66"/>
                    <a:pt x="104" y="104"/>
                  </a:cubicBezTo>
                  <a:cubicBezTo>
                    <a:pt x="104" y="104"/>
                    <a:pt x="104" y="104"/>
                    <a:pt x="104" y="104"/>
                  </a:cubicBezTo>
                  <a:cubicBezTo>
                    <a:pt x="65" y="143"/>
                    <a:pt x="42" y="196"/>
                    <a:pt x="42" y="254"/>
                  </a:cubicBezTo>
                  <a:cubicBezTo>
                    <a:pt x="42" y="254"/>
                    <a:pt x="42" y="254"/>
                    <a:pt x="42"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9" name="Freeform 40"/>
            <p:cNvSpPr>
              <a:spLocks/>
            </p:cNvSpPr>
            <p:nvPr/>
          </p:nvSpPr>
          <p:spPr bwMode="auto">
            <a:xfrm>
              <a:off x="11142663" y="587375"/>
              <a:ext cx="93663" cy="179388"/>
            </a:xfrm>
            <a:custGeom>
              <a:avLst/>
              <a:gdLst>
                <a:gd name="T0" fmla="*/ 32 w 32"/>
                <a:gd name="T1" fmla="*/ 45 h 61"/>
                <a:gd name="T2" fmla="*/ 16 w 32"/>
                <a:gd name="T3" fmla="*/ 61 h 61"/>
                <a:gd name="T4" fmla="*/ 16 w 32"/>
                <a:gd name="T5" fmla="*/ 61 h 61"/>
                <a:gd name="T6" fmla="*/ 0 w 32"/>
                <a:gd name="T7" fmla="*/ 45 h 61"/>
                <a:gd name="T8" fmla="*/ 0 w 32"/>
                <a:gd name="T9" fmla="*/ 15 h 61"/>
                <a:gd name="T10" fmla="*/ 16 w 32"/>
                <a:gd name="T11" fmla="*/ 0 h 61"/>
                <a:gd name="T12" fmla="*/ 16 w 32"/>
                <a:gd name="T13" fmla="*/ 0 h 61"/>
                <a:gd name="T14" fmla="*/ 32 w 32"/>
                <a:gd name="T15" fmla="*/ 15 h 61"/>
                <a:gd name="T16" fmla="*/ 32 w 32"/>
                <a:gd name="T17" fmla="*/ 4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61">
                  <a:moveTo>
                    <a:pt x="32" y="45"/>
                  </a:moveTo>
                  <a:cubicBezTo>
                    <a:pt x="32" y="54"/>
                    <a:pt x="25" y="61"/>
                    <a:pt x="16" y="61"/>
                  </a:cubicBezTo>
                  <a:cubicBezTo>
                    <a:pt x="16" y="61"/>
                    <a:pt x="16" y="61"/>
                    <a:pt x="16" y="61"/>
                  </a:cubicBezTo>
                  <a:cubicBezTo>
                    <a:pt x="8" y="61"/>
                    <a:pt x="0" y="54"/>
                    <a:pt x="0" y="45"/>
                  </a:cubicBezTo>
                  <a:cubicBezTo>
                    <a:pt x="0" y="15"/>
                    <a:pt x="0" y="15"/>
                    <a:pt x="0" y="15"/>
                  </a:cubicBezTo>
                  <a:cubicBezTo>
                    <a:pt x="0" y="7"/>
                    <a:pt x="8" y="0"/>
                    <a:pt x="16" y="0"/>
                  </a:cubicBezTo>
                  <a:cubicBezTo>
                    <a:pt x="16" y="0"/>
                    <a:pt x="16" y="0"/>
                    <a:pt x="16" y="0"/>
                  </a:cubicBezTo>
                  <a:cubicBezTo>
                    <a:pt x="25" y="0"/>
                    <a:pt x="32" y="7"/>
                    <a:pt x="32" y="15"/>
                  </a:cubicBezTo>
                  <a:lnTo>
                    <a:pt x="32"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0" name="Freeform 41"/>
            <p:cNvSpPr>
              <a:spLocks/>
            </p:cNvSpPr>
            <p:nvPr/>
          </p:nvSpPr>
          <p:spPr bwMode="auto">
            <a:xfrm>
              <a:off x="11142663" y="1571625"/>
              <a:ext cx="93663" cy="179388"/>
            </a:xfrm>
            <a:custGeom>
              <a:avLst/>
              <a:gdLst>
                <a:gd name="T0" fmla="*/ 32 w 32"/>
                <a:gd name="T1" fmla="*/ 46 h 61"/>
                <a:gd name="T2" fmla="*/ 16 w 32"/>
                <a:gd name="T3" fmla="*/ 61 h 61"/>
                <a:gd name="T4" fmla="*/ 16 w 32"/>
                <a:gd name="T5" fmla="*/ 61 h 61"/>
                <a:gd name="T6" fmla="*/ 0 w 32"/>
                <a:gd name="T7" fmla="*/ 46 h 61"/>
                <a:gd name="T8" fmla="*/ 0 w 32"/>
                <a:gd name="T9" fmla="*/ 16 h 61"/>
                <a:gd name="T10" fmla="*/ 16 w 32"/>
                <a:gd name="T11" fmla="*/ 0 h 61"/>
                <a:gd name="T12" fmla="*/ 16 w 32"/>
                <a:gd name="T13" fmla="*/ 0 h 61"/>
                <a:gd name="T14" fmla="*/ 32 w 32"/>
                <a:gd name="T15" fmla="*/ 16 h 61"/>
                <a:gd name="T16" fmla="*/ 32 w 32"/>
                <a:gd name="T17" fmla="*/ 4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61">
                  <a:moveTo>
                    <a:pt x="32" y="46"/>
                  </a:moveTo>
                  <a:cubicBezTo>
                    <a:pt x="32" y="54"/>
                    <a:pt x="25" y="61"/>
                    <a:pt x="16" y="61"/>
                  </a:cubicBezTo>
                  <a:cubicBezTo>
                    <a:pt x="16" y="61"/>
                    <a:pt x="16" y="61"/>
                    <a:pt x="16" y="61"/>
                  </a:cubicBezTo>
                  <a:cubicBezTo>
                    <a:pt x="8" y="61"/>
                    <a:pt x="0" y="54"/>
                    <a:pt x="0" y="46"/>
                  </a:cubicBezTo>
                  <a:cubicBezTo>
                    <a:pt x="0" y="16"/>
                    <a:pt x="0" y="16"/>
                    <a:pt x="0" y="16"/>
                  </a:cubicBezTo>
                  <a:cubicBezTo>
                    <a:pt x="0" y="7"/>
                    <a:pt x="8" y="0"/>
                    <a:pt x="16" y="0"/>
                  </a:cubicBezTo>
                  <a:cubicBezTo>
                    <a:pt x="16" y="0"/>
                    <a:pt x="16" y="0"/>
                    <a:pt x="16" y="0"/>
                  </a:cubicBezTo>
                  <a:cubicBezTo>
                    <a:pt x="25" y="0"/>
                    <a:pt x="32" y="7"/>
                    <a:pt x="32" y="16"/>
                  </a:cubicBezTo>
                  <a:lnTo>
                    <a:pt x="32"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1" name="Freeform 42"/>
            <p:cNvSpPr>
              <a:spLocks/>
            </p:cNvSpPr>
            <p:nvPr/>
          </p:nvSpPr>
          <p:spPr bwMode="auto">
            <a:xfrm>
              <a:off x="10607676" y="1122363"/>
              <a:ext cx="179388" cy="93663"/>
            </a:xfrm>
            <a:custGeom>
              <a:avLst/>
              <a:gdLst>
                <a:gd name="T0" fmla="*/ 45 w 61"/>
                <a:gd name="T1" fmla="*/ 0 h 32"/>
                <a:gd name="T2" fmla="*/ 61 w 61"/>
                <a:gd name="T3" fmla="*/ 16 h 32"/>
                <a:gd name="T4" fmla="*/ 61 w 61"/>
                <a:gd name="T5" fmla="*/ 16 h 32"/>
                <a:gd name="T6" fmla="*/ 45 w 61"/>
                <a:gd name="T7" fmla="*/ 32 h 32"/>
                <a:gd name="T8" fmla="*/ 16 w 61"/>
                <a:gd name="T9" fmla="*/ 32 h 32"/>
                <a:gd name="T10" fmla="*/ 0 w 61"/>
                <a:gd name="T11" fmla="*/ 16 h 32"/>
                <a:gd name="T12" fmla="*/ 0 w 61"/>
                <a:gd name="T13" fmla="*/ 16 h 32"/>
                <a:gd name="T14" fmla="*/ 16 w 61"/>
                <a:gd name="T15" fmla="*/ 0 h 32"/>
                <a:gd name="T16" fmla="*/ 45 w 61"/>
                <a:gd name="T17"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32">
                  <a:moveTo>
                    <a:pt x="45" y="0"/>
                  </a:moveTo>
                  <a:cubicBezTo>
                    <a:pt x="54" y="0"/>
                    <a:pt x="61" y="7"/>
                    <a:pt x="61" y="16"/>
                  </a:cubicBezTo>
                  <a:cubicBezTo>
                    <a:pt x="61" y="16"/>
                    <a:pt x="61" y="16"/>
                    <a:pt x="61" y="16"/>
                  </a:cubicBezTo>
                  <a:cubicBezTo>
                    <a:pt x="61" y="25"/>
                    <a:pt x="54" y="32"/>
                    <a:pt x="45" y="32"/>
                  </a:cubicBezTo>
                  <a:cubicBezTo>
                    <a:pt x="16" y="32"/>
                    <a:pt x="16" y="32"/>
                    <a:pt x="16" y="32"/>
                  </a:cubicBezTo>
                  <a:cubicBezTo>
                    <a:pt x="7" y="32"/>
                    <a:pt x="0" y="25"/>
                    <a:pt x="0" y="16"/>
                  </a:cubicBezTo>
                  <a:cubicBezTo>
                    <a:pt x="0" y="16"/>
                    <a:pt x="0" y="16"/>
                    <a:pt x="0" y="16"/>
                  </a:cubicBezTo>
                  <a:cubicBezTo>
                    <a:pt x="0" y="7"/>
                    <a:pt x="7" y="0"/>
                    <a:pt x="16" y="0"/>
                  </a:cubicBezTo>
                  <a:lnTo>
                    <a:pt x="4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2" name="Freeform 43"/>
            <p:cNvSpPr>
              <a:spLocks/>
            </p:cNvSpPr>
            <p:nvPr/>
          </p:nvSpPr>
          <p:spPr bwMode="auto">
            <a:xfrm>
              <a:off x="11591926" y="1122363"/>
              <a:ext cx="179388" cy="93663"/>
            </a:xfrm>
            <a:custGeom>
              <a:avLst/>
              <a:gdLst>
                <a:gd name="T0" fmla="*/ 46 w 61"/>
                <a:gd name="T1" fmla="*/ 0 h 32"/>
                <a:gd name="T2" fmla="*/ 61 w 61"/>
                <a:gd name="T3" fmla="*/ 16 h 32"/>
                <a:gd name="T4" fmla="*/ 61 w 61"/>
                <a:gd name="T5" fmla="*/ 16 h 32"/>
                <a:gd name="T6" fmla="*/ 46 w 61"/>
                <a:gd name="T7" fmla="*/ 32 h 32"/>
                <a:gd name="T8" fmla="*/ 16 w 61"/>
                <a:gd name="T9" fmla="*/ 32 h 32"/>
                <a:gd name="T10" fmla="*/ 0 w 61"/>
                <a:gd name="T11" fmla="*/ 16 h 32"/>
                <a:gd name="T12" fmla="*/ 0 w 61"/>
                <a:gd name="T13" fmla="*/ 16 h 32"/>
                <a:gd name="T14" fmla="*/ 16 w 61"/>
                <a:gd name="T15" fmla="*/ 0 h 32"/>
                <a:gd name="T16" fmla="*/ 46 w 61"/>
                <a:gd name="T17"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32">
                  <a:moveTo>
                    <a:pt x="46" y="0"/>
                  </a:moveTo>
                  <a:cubicBezTo>
                    <a:pt x="54" y="0"/>
                    <a:pt x="61" y="7"/>
                    <a:pt x="61" y="16"/>
                  </a:cubicBezTo>
                  <a:cubicBezTo>
                    <a:pt x="61" y="16"/>
                    <a:pt x="61" y="16"/>
                    <a:pt x="61" y="16"/>
                  </a:cubicBezTo>
                  <a:cubicBezTo>
                    <a:pt x="61" y="25"/>
                    <a:pt x="54" y="32"/>
                    <a:pt x="46" y="32"/>
                  </a:cubicBezTo>
                  <a:cubicBezTo>
                    <a:pt x="16" y="32"/>
                    <a:pt x="16" y="32"/>
                    <a:pt x="16" y="32"/>
                  </a:cubicBezTo>
                  <a:cubicBezTo>
                    <a:pt x="7" y="32"/>
                    <a:pt x="0" y="25"/>
                    <a:pt x="0" y="16"/>
                  </a:cubicBezTo>
                  <a:cubicBezTo>
                    <a:pt x="0" y="16"/>
                    <a:pt x="0" y="16"/>
                    <a:pt x="0" y="16"/>
                  </a:cubicBezTo>
                  <a:cubicBezTo>
                    <a:pt x="0" y="7"/>
                    <a:pt x="7" y="0"/>
                    <a:pt x="16" y="0"/>
                  </a:cubicBezTo>
                  <a:lnTo>
                    <a:pt x="4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3" name="Freeform 44"/>
            <p:cNvSpPr>
              <a:spLocks noEditPoints="1"/>
            </p:cNvSpPr>
            <p:nvPr/>
          </p:nvSpPr>
          <p:spPr bwMode="auto">
            <a:xfrm>
              <a:off x="10652126" y="631825"/>
              <a:ext cx="1077913" cy="1074738"/>
            </a:xfrm>
            <a:custGeom>
              <a:avLst/>
              <a:gdLst>
                <a:gd name="T0" fmla="*/ 311 w 367"/>
                <a:gd name="T1" fmla="*/ 183 h 366"/>
                <a:gd name="T2" fmla="*/ 334 w 367"/>
                <a:gd name="T3" fmla="*/ 159 h 366"/>
                <a:gd name="T4" fmla="*/ 367 w 367"/>
                <a:gd name="T5" fmla="*/ 159 h 366"/>
                <a:gd name="T6" fmla="*/ 207 w 367"/>
                <a:gd name="T7" fmla="*/ 0 h 366"/>
                <a:gd name="T8" fmla="*/ 207 w 367"/>
                <a:gd name="T9" fmla="*/ 32 h 366"/>
                <a:gd name="T10" fmla="*/ 183 w 367"/>
                <a:gd name="T11" fmla="*/ 56 h 366"/>
                <a:gd name="T12" fmla="*/ 159 w 367"/>
                <a:gd name="T13" fmla="*/ 32 h 366"/>
                <a:gd name="T14" fmla="*/ 159 w 367"/>
                <a:gd name="T15" fmla="*/ 0 h 366"/>
                <a:gd name="T16" fmla="*/ 0 w 367"/>
                <a:gd name="T17" fmla="*/ 159 h 366"/>
                <a:gd name="T18" fmla="*/ 32 w 367"/>
                <a:gd name="T19" fmla="*/ 159 h 366"/>
                <a:gd name="T20" fmla="*/ 56 w 367"/>
                <a:gd name="T21" fmla="*/ 183 h 366"/>
                <a:gd name="T22" fmla="*/ 32 w 367"/>
                <a:gd name="T23" fmla="*/ 207 h 366"/>
                <a:gd name="T24" fmla="*/ 0 w 367"/>
                <a:gd name="T25" fmla="*/ 207 h 366"/>
                <a:gd name="T26" fmla="*/ 159 w 367"/>
                <a:gd name="T27" fmla="*/ 366 h 366"/>
                <a:gd name="T28" fmla="*/ 159 w 367"/>
                <a:gd name="T29" fmla="*/ 334 h 366"/>
                <a:gd name="T30" fmla="*/ 183 w 367"/>
                <a:gd name="T31" fmla="*/ 310 h 366"/>
                <a:gd name="T32" fmla="*/ 207 w 367"/>
                <a:gd name="T33" fmla="*/ 334 h 366"/>
                <a:gd name="T34" fmla="*/ 207 w 367"/>
                <a:gd name="T35" fmla="*/ 366 h 366"/>
                <a:gd name="T36" fmla="*/ 367 w 367"/>
                <a:gd name="T37" fmla="*/ 207 h 366"/>
                <a:gd name="T38" fmla="*/ 334 w 367"/>
                <a:gd name="T39" fmla="*/ 207 h 366"/>
                <a:gd name="T40" fmla="*/ 311 w 367"/>
                <a:gd name="T41" fmla="*/ 183 h 366"/>
                <a:gd name="T42" fmla="*/ 292 w 367"/>
                <a:gd name="T43" fmla="*/ 308 h 366"/>
                <a:gd name="T44" fmla="*/ 276 w 367"/>
                <a:gd name="T45" fmla="*/ 307 h 366"/>
                <a:gd name="T46" fmla="*/ 189 w 367"/>
                <a:gd name="T47" fmla="*/ 207 h 366"/>
                <a:gd name="T48" fmla="*/ 183 w 367"/>
                <a:gd name="T49" fmla="*/ 208 h 366"/>
                <a:gd name="T50" fmla="*/ 158 w 367"/>
                <a:gd name="T51" fmla="*/ 183 h 366"/>
                <a:gd name="T52" fmla="*/ 183 w 367"/>
                <a:gd name="T53" fmla="*/ 158 h 366"/>
                <a:gd name="T54" fmla="*/ 191 w 367"/>
                <a:gd name="T55" fmla="*/ 159 h 366"/>
                <a:gd name="T56" fmla="*/ 261 w 367"/>
                <a:gd name="T57" fmla="*/ 91 h 366"/>
                <a:gd name="T58" fmla="*/ 277 w 367"/>
                <a:gd name="T59" fmla="*/ 92 h 366"/>
                <a:gd name="T60" fmla="*/ 277 w 367"/>
                <a:gd name="T61" fmla="*/ 108 h 366"/>
                <a:gd name="T62" fmla="*/ 207 w 367"/>
                <a:gd name="T63" fmla="*/ 175 h 366"/>
                <a:gd name="T64" fmla="*/ 208 w 367"/>
                <a:gd name="T65" fmla="*/ 183 h 366"/>
                <a:gd name="T66" fmla="*/ 206 w 367"/>
                <a:gd name="T67" fmla="*/ 193 h 366"/>
                <a:gd name="T68" fmla="*/ 293 w 367"/>
                <a:gd name="T69" fmla="*/ 293 h 366"/>
                <a:gd name="T70" fmla="*/ 292 w 367"/>
                <a:gd name="T71" fmla="*/ 308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67" h="366">
                  <a:moveTo>
                    <a:pt x="311" y="183"/>
                  </a:moveTo>
                  <a:cubicBezTo>
                    <a:pt x="311" y="170"/>
                    <a:pt x="321" y="159"/>
                    <a:pt x="334" y="159"/>
                  </a:cubicBezTo>
                  <a:cubicBezTo>
                    <a:pt x="367" y="159"/>
                    <a:pt x="367" y="159"/>
                    <a:pt x="367" y="159"/>
                  </a:cubicBezTo>
                  <a:cubicBezTo>
                    <a:pt x="356" y="76"/>
                    <a:pt x="290" y="10"/>
                    <a:pt x="207" y="0"/>
                  </a:cubicBezTo>
                  <a:cubicBezTo>
                    <a:pt x="207" y="32"/>
                    <a:pt x="207" y="32"/>
                    <a:pt x="207" y="32"/>
                  </a:cubicBezTo>
                  <a:cubicBezTo>
                    <a:pt x="207" y="45"/>
                    <a:pt x="196" y="55"/>
                    <a:pt x="183" y="56"/>
                  </a:cubicBezTo>
                  <a:cubicBezTo>
                    <a:pt x="170" y="55"/>
                    <a:pt x="159" y="45"/>
                    <a:pt x="159" y="32"/>
                  </a:cubicBezTo>
                  <a:cubicBezTo>
                    <a:pt x="159" y="0"/>
                    <a:pt x="159" y="0"/>
                    <a:pt x="159" y="0"/>
                  </a:cubicBezTo>
                  <a:cubicBezTo>
                    <a:pt x="76" y="10"/>
                    <a:pt x="11" y="76"/>
                    <a:pt x="0" y="159"/>
                  </a:cubicBezTo>
                  <a:cubicBezTo>
                    <a:pt x="32" y="159"/>
                    <a:pt x="32" y="159"/>
                    <a:pt x="32" y="159"/>
                  </a:cubicBezTo>
                  <a:cubicBezTo>
                    <a:pt x="45" y="159"/>
                    <a:pt x="56" y="170"/>
                    <a:pt x="56" y="183"/>
                  </a:cubicBezTo>
                  <a:cubicBezTo>
                    <a:pt x="56" y="196"/>
                    <a:pt x="45" y="207"/>
                    <a:pt x="32" y="207"/>
                  </a:cubicBezTo>
                  <a:cubicBezTo>
                    <a:pt x="0" y="207"/>
                    <a:pt x="0" y="207"/>
                    <a:pt x="0" y="207"/>
                  </a:cubicBezTo>
                  <a:cubicBezTo>
                    <a:pt x="11" y="290"/>
                    <a:pt x="76" y="356"/>
                    <a:pt x="159" y="366"/>
                  </a:cubicBezTo>
                  <a:cubicBezTo>
                    <a:pt x="159" y="334"/>
                    <a:pt x="159" y="334"/>
                    <a:pt x="159" y="334"/>
                  </a:cubicBezTo>
                  <a:cubicBezTo>
                    <a:pt x="159" y="321"/>
                    <a:pt x="170" y="310"/>
                    <a:pt x="183" y="310"/>
                  </a:cubicBezTo>
                  <a:cubicBezTo>
                    <a:pt x="196" y="310"/>
                    <a:pt x="207" y="321"/>
                    <a:pt x="207" y="334"/>
                  </a:cubicBezTo>
                  <a:cubicBezTo>
                    <a:pt x="207" y="366"/>
                    <a:pt x="207" y="366"/>
                    <a:pt x="207" y="366"/>
                  </a:cubicBezTo>
                  <a:cubicBezTo>
                    <a:pt x="290" y="356"/>
                    <a:pt x="356" y="290"/>
                    <a:pt x="367" y="207"/>
                  </a:cubicBezTo>
                  <a:cubicBezTo>
                    <a:pt x="334" y="207"/>
                    <a:pt x="334" y="207"/>
                    <a:pt x="334" y="207"/>
                  </a:cubicBezTo>
                  <a:cubicBezTo>
                    <a:pt x="321" y="207"/>
                    <a:pt x="311" y="196"/>
                    <a:pt x="311" y="183"/>
                  </a:cubicBezTo>
                  <a:close/>
                  <a:moveTo>
                    <a:pt x="292" y="308"/>
                  </a:moveTo>
                  <a:cubicBezTo>
                    <a:pt x="287" y="312"/>
                    <a:pt x="280" y="312"/>
                    <a:pt x="276" y="307"/>
                  </a:cubicBezTo>
                  <a:cubicBezTo>
                    <a:pt x="189" y="207"/>
                    <a:pt x="189" y="207"/>
                    <a:pt x="189" y="207"/>
                  </a:cubicBezTo>
                  <a:cubicBezTo>
                    <a:pt x="187" y="208"/>
                    <a:pt x="185" y="208"/>
                    <a:pt x="183" y="208"/>
                  </a:cubicBezTo>
                  <a:cubicBezTo>
                    <a:pt x="169" y="208"/>
                    <a:pt x="158" y="197"/>
                    <a:pt x="158" y="183"/>
                  </a:cubicBezTo>
                  <a:cubicBezTo>
                    <a:pt x="158" y="169"/>
                    <a:pt x="169" y="158"/>
                    <a:pt x="183" y="158"/>
                  </a:cubicBezTo>
                  <a:cubicBezTo>
                    <a:pt x="186" y="158"/>
                    <a:pt x="188" y="158"/>
                    <a:pt x="191" y="159"/>
                  </a:cubicBezTo>
                  <a:cubicBezTo>
                    <a:pt x="261" y="91"/>
                    <a:pt x="261" y="91"/>
                    <a:pt x="261" y="91"/>
                  </a:cubicBezTo>
                  <a:cubicBezTo>
                    <a:pt x="266" y="87"/>
                    <a:pt x="273" y="87"/>
                    <a:pt x="277" y="92"/>
                  </a:cubicBezTo>
                  <a:cubicBezTo>
                    <a:pt x="281" y="96"/>
                    <a:pt x="281" y="103"/>
                    <a:pt x="277" y="108"/>
                  </a:cubicBezTo>
                  <a:cubicBezTo>
                    <a:pt x="207" y="175"/>
                    <a:pt x="207" y="175"/>
                    <a:pt x="207" y="175"/>
                  </a:cubicBezTo>
                  <a:cubicBezTo>
                    <a:pt x="208" y="177"/>
                    <a:pt x="208" y="180"/>
                    <a:pt x="208" y="183"/>
                  </a:cubicBezTo>
                  <a:cubicBezTo>
                    <a:pt x="208" y="187"/>
                    <a:pt x="208" y="190"/>
                    <a:pt x="206" y="193"/>
                  </a:cubicBezTo>
                  <a:cubicBezTo>
                    <a:pt x="293" y="293"/>
                    <a:pt x="293" y="293"/>
                    <a:pt x="293" y="293"/>
                  </a:cubicBezTo>
                  <a:cubicBezTo>
                    <a:pt x="297" y="297"/>
                    <a:pt x="296" y="304"/>
                    <a:pt x="292" y="3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24" name="组合 723"/>
          <p:cNvGrpSpPr/>
          <p:nvPr/>
        </p:nvGrpSpPr>
        <p:grpSpPr>
          <a:xfrm>
            <a:off x="8731786" y="3926784"/>
            <a:ext cx="363281" cy="327672"/>
            <a:chOff x="5321300" y="431800"/>
            <a:chExt cx="1603375" cy="1446213"/>
          </a:xfrm>
          <a:solidFill>
            <a:srgbClr val="707E84"/>
          </a:solidFill>
        </p:grpSpPr>
        <p:sp>
          <p:nvSpPr>
            <p:cNvPr id="725" name="Freeform 21"/>
            <p:cNvSpPr>
              <a:spLocks/>
            </p:cNvSpPr>
            <p:nvPr/>
          </p:nvSpPr>
          <p:spPr bwMode="auto">
            <a:xfrm>
              <a:off x="5321300" y="1555750"/>
              <a:ext cx="1603375" cy="322263"/>
            </a:xfrm>
            <a:custGeom>
              <a:avLst/>
              <a:gdLst>
                <a:gd name="T0" fmla="*/ 517 w 551"/>
                <a:gd name="T1" fmla="*/ 0 h 111"/>
                <a:gd name="T2" fmla="*/ 496 w 551"/>
                <a:gd name="T3" fmla="*/ 0 h 111"/>
                <a:gd name="T4" fmla="*/ 496 w 551"/>
                <a:gd name="T5" fmla="*/ 23 h 111"/>
                <a:gd name="T6" fmla="*/ 454 w 551"/>
                <a:gd name="T7" fmla="*/ 66 h 111"/>
                <a:gd name="T8" fmla="*/ 97 w 551"/>
                <a:gd name="T9" fmla="*/ 66 h 111"/>
                <a:gd name="T10" fmla="*/ 54 w 551"/>
                <a:gd name="T11" fmla="*/ 23 h 111"/>
                <a:gd name="T12" fmla="*/ 54 w 551"/>
                <a:gd name="T13" fmla="*/ 0 h 111"/>
                <a:gd name="T14" fmla="*/ 34 w 551"/>
                <a:gd name="T15" fmla="*/ 0 h 111"/>
                <a:gd name="T16" fmla="*/ 0 w 551"/>
                <a:gd name="T17" fmla="*/ 35 h 111"/>
                <a:gd name="T18" fmla="*/ 0 w 551"/>
                <a:gd name="T19" fmla="*/ 77 h 111"/>
                <a:gd name="T20" fmla="*/ 34 w 551"/>
                <a:gd name="T21" fmla="*/ 111 h 111"/>
                <a:gd name="T22" fmla="*/ 517 w 551"/>
                <a:gd name="T23" fmla="*/ 111 h 111"/>
                <a:gd name="T24" fmla="*/ 551 w 551"/>
                <a:gd name="T25" fmla="*/ 77 h 111"/>
                <a:gd name="T26" fmla="*/ 551 w 551"/>
                <a:gd name="T27" fmla="*/ 35 h 111"/>
                <a:gd name="T28" fmla="*/ 517 w 551"/>
                <a:gd name="T29"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51" h="111">
                  <a:moveTo>
                    <a:pt x="517" y="0"/>
                  </a:moveTo>
                  <a:cubicBezTo>
                    <a:pt x="496" y="0"/>
                    <a:pt x="496" y="0"/>
                    <a:pt x="496" y="0"/>
                  </a:cubicBezTo>
                  <a:cubicBezTo>
                    <a:pt x="496" y="23"/>
                    <a:pt x="496" y="23"/>
                    <a:pt x="496" y="23"/>
                  </a:cubicBezTo>
                  <a:cubicBezTo>
                    <a:pt x="496" y="47"/>
                    <a:pt x="477" y="66"/>
                    <a:pt x="454" y="66"/>
                  </a:cubicBezTo>
                  <a:cubicBezTo>
                    <a:pt x="97" y="66"/>
                    <a:pt x="97" y="66"/>
                    <a:pt x="97" y="66"/>
                  </a:cubicBezTo>
                  <a:cubicBezTo>
                    <a:pt x="74" y="66"/>
                    <a:pt x="54" y="47"/>
                    <a:pt x="54" y="23"/>
                  </a:cubicBezTo>
                  <a:cubicBezTo>
                    <a:pt x="54" y="0"/>
                    <a:pt x="54" y="0"/>
                    <a:pt x="54" y="0"/>
                  </a:cubicBezTo>
                  <a:cubicBezTo>
                    <a:pt x="34" y="0"/>
                    <a:pt x="34" y="0"/>
                    <a:pt x="34" y="0"/>
                  </a:cubicBezTo>
                  <a:cubicBezTo>
                    <a:pt x="15" y="0"/>
                    <a:pt x="0" y="16"/>
                    <a:pt x="0" y="35"/>
                  </a:cubicBezTo>
                  <a:cubicBezTo>
                    <a:pt x="0" y="77"/>
                    <a:pt x="0" y="77"/>
                    <a:pt x="0" y="77"/>
                  </a:cubicBezTo>
                  <a:cubicBezTo>
                    <a:pt x="0" y="96"/>
                    <a:pt x="15" y="111"/>
                    <a:pt x="34" y="111"/>
                  </a:cubicBezTo>
                  <a:cubicBezTo>
                    <a:pt x="517" y="111"/>
                    <a:pt x="517" y="111"/>
                    <a:pt x="517" y="111"/>
                  </a:cubicBezTo>
                  <a:cubicBezTo>
                    <a:pt x="536" y="111"/>
                    <a:pt x="551" y="96"/>
                    <a:pt x="551" y="77"/>
                  </a:cubicBezTo>
                  <a:cubicBezTo>
                    <a:pt x="551" y="35"/>
                    <a:pt x="551" y="35"/>
                    <a:pt x="551" y="35"/>
                  </a:cubicBezTo>
                  <a:cubicBezTo>
                    <a:pt x="551" y="16"/>
                    <a:pt x="536" y="0"/>
                    <a:pt x="51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6" name="Freeform 22"/>
            <p:cNvSpPr>
              <a:spLocks/>
            </p:cNvSpPr>
            <p:nvPr/>
          </p:nvSpPr>
          <p:spPr bwMode="auto">
            <a:xfrm>
              <a:off x="6191250" y="431800"/>
              <a:ext cx="555625" cy="474663"/>
            </a:xfrm>
            <a:custGeom>
              <a:avLst/>
              <a:gdLst>
                <a:gd name="T0" fmla="*/ 78 w 191"/>
                <a:gd name="T1" fmla="*/ 158 h 163"/>
                <a:gd name="T2" fmla="*/ 188 w 191"/>
                <a:gd name="T3" fmla="*/ 5 h 163"/>
                <a:gd name="T4" fmla="*/ 186 w 191"/>
                <a:gd name="T5" fmla="*/ 3 h 163"/>
                <a:gd name="T6" fmla="*/ 83 w 191"/>
                <a:gd name="T7" fmla="*/ 87 h 163"/>
                <a:gd name="T8" fmla="*/ 66 w 191"/>
                <a:gd name="T9" fmla="*/ 90 h 163"/>
                <a:gd name="T10" fmla="*/ 7 w 191"/>
                <a:gd name="T11" fmla="*/ 66 h 163"/>
                <a:gd name="T12" fmla="*/ 3 w 191"/>
                <a:gd name="T13" fmla="*/ 70 h 163"/>
                <a:gd name="T14" fmla="*/ 67 w 191"/>
                <a:gd name="T15" fmla="*/ 158 h 163"/>
                <a:gd name="T16" fmla="*/ 78 w 191"/>
                <a:gd name="T17" fmla="*/ 15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1" h="163">
                  <a:moveTo>
                    <a:pt x="78" y="158"/>
                  </a:moveTo>
                  <a:cubicBezTo>
                    <a:pt x="188" y="5"/>
                    <a:pt x="188" y="5"/>
                    <a:pt x="188" y="5"/>
                  </a:cubicBezTo>
                  <a:cubicBezTo>
                    <a:pt x="191" y="1"/>
                    <a:pt x="190" y="0"/>
                    <a:pt x="186" y="3"/>
                  </a:cubicBezTo>
                  <a:cubicBezTo>
                    <a:pt x="83" y="87"/>
                    <a:pt x="83" y="87"/>
                    <a:pt x="83" y="87"/>
                  </a:cubicBezTo>
                  <a:cubicBezTo>
                    <a:pt x="78" y="91"/>
                    <a:pt x="71" y="92"/>
                    <a:pt x="66" y="90"/>
                  </a:cubicBezTo>
                  <a:cubicBezTo>
                    <a:pt x="7" y="66"/>
                    <a:pt x="7" y="66"/>
                    <a:pt x="7" y="66"/>
                  </a:cubicBezTo>
                  <a:cubicBezTo>
                    <a:pt x="2" y="64"/>
                    <a:pt x="0" y="66"/>
                    <a:pt x="3" y="70"/>
                  </a:cubicBezTo>
                  <a:cubicBezTo>
                    <a:pt x="67" y="158"/>
                    <a:pt x="67" y="158"/>
                    <a:pt x="67" y="158"/>
                  </a:cubicBezTo>
                  <a:cubicBezTo>
                    <a:pt x="70" y="163"/>
                    <a:pt x="75" y="163"/>
                    <a:pt x="78"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7" name="Freeform 23"/>
            <p:cNvSpPr>
              <a:spLocks noEditPoints="1"/>
            </p:cNvSpPr>
            <p:nvPr/>
          </p:nvSpPr>
          <p:spPr bwMode="auto">
            <a:xfrm>
              <a:off x="5440363" y="819150"/>
              <a:ext cx="1362075" cy="971550"/>
            </a:xfrm>
            <a:custGeom>
              <a:avLst/>
              <a:gdLst>
                <a:gd name="T0" fmla="*/ 409 w 468"/>
                <a:gd name="T1" fmla="*/ 0 h 334"/>
                <a:gd name="T2" fmla="*/ 372 w 468"/>
                <a:gd name="T3" fmla="*/ 0 h 334"/>
                <a:gd name="T4" fmla="*/ 347 w 468"/>
                <a:gd name="T5" fmla="*/ 34 h 334"/>
                <a:gd name="T6" fmla="*/ 347 w 468"/>
                <a:gd name="T7" fmla="*/ 34 h 334"/>
                <a:gd name="T8" fmla="*/ 347 w 468"/>
                <a:gd name="T9" fmla="*/ 34 h 334"/>
                <a:gd name="T10" fmla="*/ 408 w 468"/>
                <a:gd name="T11" fmla="*/ 34 h 334"/>
                <a:gd name="T12" fmla="*/ 249 w 468"/>
                <a:gd name="T13" fmla="*/ 174 h 334"/>
                <a:gd name="T14" fmla="*/ 249 w 468"/>
                <a:gd name="T15" fmla="*/ 174 h 334"/>
                <a:gd name="T16" fmla="*/ 234 w 468"/>
                <a:gd name="T17" fmla="*/ 181 h 334"/>
                <a:gd name="T18" fmla="*/ 218 w 468"/>
                <a:gd name="T19" fmla="*/ 175 h 334"/>
                <a:gd name="T20" fmla="*/ 218 w 468"/>
                <a:gd name="T21" fmla="*/ 174 h 334"/>
                <a:gd name="T22" fmla="*/ 59 w 468"/>
                <a:gd name="T23" fmla="*/ 34 h 334"/>
                <a:gd name="T24" fmla="*/ 59 w 468"/>
                <a:gd name="T25" fmla="*/ 34 h 334"/>
                <a:gd name="T26" fmla="*/ 277 w 468"/>
                <a:gd name="T27" fmla="*/ 34 h 334"/>
                <a:gd name="T28" fmla="*/ 287 w 468"/>
                <a:gd name="T29" fmla="*/ 34 h 334"/>
                <a:gd name="T30" fmla="*/ 314 w 468"/>
                <a:gd name="T31" fmla="*/ 34 h 334"/>
                <a:gd name="T32" fmla="*/ 313 w 468"/>
                <a:gd name="T33" fmla="*/ 34 h 334"/>
                <a:gd name="T34" fmla="*/ 289 w 468"/>
                <a:gd name="T35" fmla="*/ 0 h 334"/>
                <a:gd name="T36" fmla="*/ 287 w 468"/>
                <a:gd name="T37" fmla="*/ 0 h 334"/>
                <a:gd name="T38" fmla="*/ 277 w 468"/>
                <a:gd name="T39" fmla="*/ 0 h 334"/>
                <a:gd name="T40" fmla="*/ 59 w 468"/>
                <a:gd name="T41" fmla="*/ 0 h 334"/>
                <a:gd name="T42" fmla="*/ 0 w 468"/>
                <a:gd name="T43" fmla="*/ 59 h 334"/>
                <a:gd name="T44" fmla="*/ 0 w 468"/>
                <a:gd name="T45" fmla="*/ 275 h 334"/>
                <a:gd name="T46" fmla="*/ 59 w 468"/>
                <a:gd name="T47" fmla="*/ 334 h 334"/>
                <a:gd name="T48" fmla="*/ 409 w 468"/>
                <a:gd name="T49" fmla="*/ 334 h 334"/>
                <a:gd name="T50" fmla="*/ 468 w 468"/>
                <a:gd name="T51" fmla="*/ 275 h 334"/>
                <a:gd name="T52" fmla="*/ 468 w 468"/>
                <a:gd name="T53" fmla="*/ 59 h 334"/>
                <a:gd name="T54" fmla="*/ 409 w 468"/>
                <a:gd name="T55" fmla="*/ 0 h 334"/>
                <a:gd name="T56" fmla="*/ 431 w 468"/>
                <a:gd name="T57" fmla="*/ 48 h 334"/>
                <a:gd name="T58" fmla="*/ 434 w 468"/>
                <a:gd name="T59" fmla="*/ 59 h 334"/>
                <a:gd name="T60" fmla="*/ 434 w 468"/>
                <a:gd name="T61" fmla="*/ 275 h 334"/>
                <a:gd name="T62" fmla="*/ 434 w 468"/>
                <a:gd name="T63" fmla="*/ 277 h 334"/>
                <a:gd name="T64" fmla="*/ 303 w 468"/>
                <a:gd name="T65" fmla="*/ 161 h 334"/>
                <a:gd name="T66" fmla="*/ 431 w 468"/>
                <a:gd name="T67" fmla="*/ 48 h 334"/>
                <a:gd name="T68" fmla="*/ 35 w 468"/>
                <a:gd name="T69" fmla="*/ 276 h 334"/>
                <a:gd name="T70" fmla="*/ 35 w 468"/>
                <a:gd name="T71" fmla="*/ 275 h 334"/>
                <a:gd name="T72" fmla="*/ 35 w 468"/>
                <a:gd name="T73" fmla="*/ 59 h 334"/>
                <a:gd name="T74" fmla="*/ 37 w 468"/>
                <a:gd name="T75" fmla="*/ 49 h 334"/>
                <a:gd name="T76" fmla="*/ 164 w 468"/>
                <a:gd name="T77" fmla="*/ 161 h 334"/>
                <a:gd name="T78" fmla="*/ 35 w 468"/>
                <a:gd name="T79" fmla="*/ 276 h 334"/>
                <a:gd name="T80" fmla="*/ 59 w 468"/>
                <a:gd name="T81" fmla="*/ 300 h 334"/>
                <a:gd name="T82" fmla="*/ 49 w 468"/>
                <a:gd name="T83" fmla="*/ 297 h 334"/>
                <a:gd name="T84" fmla="*/ 184 w 468"/>
                <a:gd name="T85" fmla="*/ 179 h 334"/>
                <a:gd name="T86" fmla="*/ 200 w 468"/>
                <a:gd name="T87" fmla="*/ 193 h 334"/>
                <a:gd name="T88" fmla="*/ 234 w 468"/>
                <a:gd name="T89" fmla="*/ 207 h 334"/>
                <a:gd name="T90" fmla="*/ 234 w 468"/>
                <a:gd name="T91" fmla="*/ 207 h 334"/>
                <a:gd name="T92" fmla="*/ 267 w 468"/>
                <a:gd name="T93" fmla="*/ 193 h 334"/>
                <a:gd name="T94" fmla="*/ 283 w 468"/>
                <a:gd name="T95" fmla="*/ 179 h 334"/>
                <a:gd name="T96" fmla="*/ 419 w 468"/>
                <a:gd name="T97" fmla="*/ 298 h 334"/>
                <a:gd name="T98" fmla="*/ 409 w 468"/>
                <a:gd name="T99" fmla="*/ 300 h 334"/>
                <a:gd name="T100" fmla="*/ 59 w 468"/>
                <a:gd name="T101" fmla="*/ 300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68" h="334">
                  <a:moveTo>
                    <a:pt x="409" y="0"/>
                  </a:moveTo>
                  <a:cubicBezTo>
                    <a:pt x="372" y="0"/>
                    <a:pt x="372" y="0"/>
                    <a:pt x="372" y="0"/>
                  </a:cubicBezTo>
                  <a:cubicBezTo>
                    <a:pt x="347" y="34"/>
                    <a:pt x="347" y="34"/>
                    <a:pt x="347" y="34"/>
                  </a:cubicBezTo>
                  <a:cubicBezTo>
                    <a:pt x="347" y="34"/>
                    <a:pt x="347" y="34"/>
                    <a:pt x="347" y="34"/>
                  </a:cubicBezTo>
                  <a:cubicBezTo>
                    <a:pt x="347" y="34"/>
                    <a:pt x="347" y="34"/>
                    <a:pt x="347" y="34"/>
                  </a:cubicBezTo>
                  <a:cubicBezTo>
                    <a:pt x="408" y="34"/>
                    <a:pt x="408" y="34"/>
                    <a:pt x="408" y="34"/>
                  </a:cubicBezTo>
                  <a:cubicBezTo>
                    <a:pt x="249" y="174"/>
                    <a:pt x="249" y="174"/>
                    <a:pt x="249" y="174"/>
                  </a:cubicBezTo>
                  <a:cubicBezTo>
                    <a:pt x="249" y="174"/>
                    <a:pt x="249" y="174"/>
                    <a:pt x="249" y="174"/>
                  </a:cubicBezTo>
                  <a:cubicBezTo>
                    <a:pt x="245" y="179"/>
                    <a:pt x="239" y="181"/>
                    <a:pt x="234" y="181"/>
                  </a:cubicBezTo>
                  <a:cubicBezTo>
                    <a:pt x="228" y="181"/>
                    <a:pt x="222" y="179"/>
                    <a:pt x="218" y="175"/>
                  </a:cubicBezTo>
                  <a:cubicBezTo>
                    <a:pt x="218" y="174"/>
                    <a:pt x="218" y="174"/>
                    <a:pt x="218" y="174"/>
                  </a:cubicBezTo>
                  <a:cubicBezTo>
                    <a:pt x="59" y="34"/>
                    <a:pt x="59" y="34"/>
                    <a:pt x="59" y="34"/>
                  </a:cubicBezTo>
                  <a:cubicBezTo>
                    <a:pt x="59" y="34"/>
                    <a:pt x="59" y="34"/>
                    <a:pt x="59" y="34"/>
                  </a:cubicBezTo>
                  <a:cubicBezTo>
                    <a:pt x="277" y="34"/>
                    <a:pt x="277" y="34"/>
                    <a:pt x="277" y="34"/>
                  </a:cubicBezTo>
                  <a:cubicBezTo>
                    <a:pt x="287" y="34"/>
                    <a:pt x="287" y="34"/>
                    <a:pt x="287" y="34"/>
                  </a:cubicBezTo>
                  <a:cubicBezTo>
                    <a:pt x="314" y="34"/>
                    <a:pt x="314" y="34"/>
                    <a:pt x="314" y="34"/>
                  </a:cubicBezTo>
                  <a:cubicBezTo>
                    <a:pt x="314" y="34"/>
                    <a:pt x="314" y="34"/>
                    <a:pt x="313" y="34"/>
                  </a:cubicBezTo>
                  <a:cubicBezTo>
                    <a:pt x="289" y="0"/>
                    <a:pt x="289" y="0"/>
                    <a:pt x="289" y="0"/>
                  </a:cubicBezTo>
                  <a:cubicBezTo>
                    <a:pt x="287" y="0"/>
                    <a:pt x="287" y="0"/>
                    <a:pt x="287" y="0"/>
                  </a:cubicBezTo>
                  <a:cubicBezTo>
                    <a:pt x="277" y="0"/>
                    <a:pt x="277" y="0"/>
                    <a:pt x="277" y="0"/>
                  </a:cubicBezTo>
                  <a:cubicBezTo>
                    <a:pt x="59" y="0"/>
                    <a:pt x="59" y="0"/>
                    <a:pt x="59" y="0"/>
                  </a:cubicBezTo>
                  <a:cubicBezTo>
                    <a:pt x="27" y="0"/>
                    <a:pt x="0" y="26"/>
                    <a:pt x="0" y="59"/>
                  </a:cubicBezTo>
                  <a:cubicBezTo>
                    <a:pt x="0" y="275"/>
                    <a:pt x="0" y="275"/>
                    <a:pt x="0" y="275"/>
                  </a:cubicBezTo>
                  <a:cubicBezTo>
                    <a:pt x="0" y="308"/>
                    <a:pt x="27" y="334"/>
                    <a:pt x="59" y="334"/>
                  </a:cubicBezTo>
                  <a:cubicBezTo>
                    <a:pt x="409" y="334"/>
                    <a:pt x="409" y="334"/>
                    <a:pt x="409" y="334"/>
                  </a:cubicBezTo>
                  <a:cubicBezTo>
                    <a:pt x="442" y="334"/>
                    <a:pt x="468" y="308"/>
                    <a:pt x="468" y="275"/>
                  </a:cubicBezTo>
                  <a:cubicBezTo>
                    <a:pt x="468" y="59"/>
                    <a:pt x="468" y="59"/>
                    <a:pt x="468" y="59"/>
                  </a:cubicBezTo>
                  <a:cubicBezTo>
                    <a:pt x="468" y="26"/>
                    <a:pt x="442" y="0"/>
                    <a:pt x="409" y="0"/>
                  </a:cubicBezTo>
                  <a:close/>
                  <a:moveTo>
                    <a:pt x="431" y="48"/>
                  </a:moveTo>
                  <a:cubicBezTo>
                    <a:pt x="433" y="51"/>
                    <a:pt x="434" y="55"/>
                    <a:pt x="434" y="59"/>
                  </a:cubicBezTo>
                  <a:cubicBezTo>
                    <a:pt x="434" y="275"/>
                    <a:pt x="434" y="275"/>
                    <a:pt x="434" y="275"/>
                  </a:cubicBezTo>
                  <a:cubicBezTo>
                    <a:pt x="434" y="276"/>
                    <a:pt x="434" y="276"/>
                    <a:pt x="434" y="277"/>
                  </a:cubicBezTo>
                  <a:cubicBezTo>
                    <a:pt x="303" y="161"/>
                    <a:pt x="303" y="161"/>
                    <a:pt x="303" y="161"/>
                  </a:cubicBezTo>
                  <a:lnTo>
                    <a:pt x="431" y="48"/>
                  </a:lnTo>
                  <a:close/>
                  <a:moveTo>
                    <a:pt x="35" y="276"/>
                  </a:moveTo>
                  <a:cubicBezTo>
                    <a:pt x="35" y="275"/>
                    <a:pt x="35" y="275"/>
                    <a:pt x="35" y="275"/>
                  </a:cubicBezTo>
                  <a:cubicBezTo>
                    <a:pt x="35" y="59"/>
                    <a:pt x="35" y="59"/>
                    <a:pt x="35" y="59"/>
                  </a:cubicBezTo>
                  <a:cubicBezTo>
                    <a:pt x="35" y="55"/>
                    <a:pt x="35" y="52"/>
                    <a:pt x="37" y="49"/>
                  </a:cubicBezTo>
                  <a:cubicBezTo>
                    <a:pt x="164" y="161"/>
                    <a:pt x="164" y="161"/>
                    <a:pt x="164" y="161"/>
                  </a:cubicBezTo>
                  <a:lnTo>
                    <a:pt x="35" y="276"/>
                  </a:lnTo>
                  <a:close/>
                  <a:moveTo>
                    <a:pt x="59" y="300"/>
                  </a:moveTo>
                  <a:cubicBezTo>
                    <a:pt x="56" y="300"/>
                    <a:pt x="52" y="299"/>
                    <a:pt x="49" y="297"/>
                  </a:cubicBezTo>
                  <a:cubicBezTo>
                    <a:pt x="184" y="179"/>
                    <a:pt x="184" y="179"/>
                    <a:pt x="184" y="179"/>
                  </a:cubicBezTo>
                  <a:cubicBezTo>
                    <a:pt x="200" y="193"/>
                    <a:pt x="200" y="193"/>
                    <a:pt x="200" y="193"/>
                  </a:cubicBezTo>
                  <a:cubicBezTo>
                    <a:pt x="210" y="202"/>
                    <a:pt x="222" y="207"/>
                    <a:pt x="234" y="207"/>
                  </a:cubicBezTo>
                  <a:cubicBezTo>
                    <a:pt x="234" y="207"/>
                    <a:pt x="234" y="207"/>
                    <a:pt x="234" y="207"/>
                  </a:cubicBezTo>
                  <a:cubicBezTo>
                    <a:pt x="246" y="207"/>
                    <a:pt x="258" y="202"/>
                    <a:pt x="267" y="193"/>
                  </a:cubicBezTo>
                  <a:cubicBezTo>
                    <a:pt x="283" y="179"/>
                    <a:pt x="283" y="179"/>
                    <a:pt x="283" y="179"/>
                  </a:cubicBezTo>
                  <a:cubicBezTo>
                    <a:pt x="419" y="298"/>
                    <a:pt x="419" y="298"/>
                    <a:pt x="419" y="298"/>
                  </a:cubicBezTo>
                  <a:cubicBezTo>
                    <a:pt x="416" y="299"/>
                    <a:pt x="413" y="300"/>
                    <a:pt x="409" y="300"/>
                  </a:cubicBezTo>
                  <a:lnTo>
                    <a:pt x="59" y="3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28" name="组合 727"/>
          <p:cNvGrpSpPr/>
          <p:nvPr/>
        </p:nvGrpSpPr>
        <p:grpSpPr>
          <a:xfrm>
            <a:off x="9659052" y="3906470"/>
            <a:ext cx="338138" cy="368300"/>
            <a:chOff x="6169025" y="6338888"/>
            <a:chExt cx="338138" cy="368300"/>
          </a:xfrm>
          <a:solidFill>
            <a:srgbClr val="707E84"/>
          </a:solidFill>
        </p:grpSpPr>
        <p:sp>
          <p:nvSpPr>
            <p:cNvPr id="729" name="Oval 5"/>
            <p:cNvSpPr>
              <a:spLocks noChangeArrowheads="1"/>
            </p:cNvSpPr>
            <p:nvPr/>
          </p:nvSpPr>
          <p:spPr bwMode="auto">
            <a:xfrm>
              <a:off x="6296025" y="6338888"/>
              <a:ext cx="79375"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0" name="Freeform 6"/>
            <p:cNvSpPr>
              <a:spLocks/>
            </p:cNvSpPr>
            <p:nvPr/>
          </p:nvSpPr>
          <p:spPr bwMode="auto">
            <a:xfrm>
              <a:off x="6262688" y="6435725"/>
              <a:ext cx="146050" cy="271463"/>
            </a:xfrm>
            <a:custGeom>
              <a:avLst/>
              <a:gdLst>
                <a:gd name="T0" fmla="*/ 31 w 39"/>
                <a:gd name="T1" fmla="*/ 0 h 71"/>
                <a:gd name="T2" fmla="*/ 28 w 39"/>
                <a:gd name="T3" fmla="*/ 0 h 71"/>
                <a:gd name="T4" fmla="*/ 19 w 39"/>
                <a:gd name="T5" fmla="*/ 8 h 71"/>
                <a:gd name="T6" fmla="*/ 11 w 39"/>
                <a:gd name="T7" fmla="*/ 0 h 71"/>
                <a:gd name="T8" fmla="*/ 8 w 39"/>
                <a:gd name="T9" fmla="*/ 0 h 71"/>
                <a:gd name="T10" fmla="*/ 0 w 39"/>
                <a:gd name="T11" fmla="*/ 8 h 71"/>
                <a:gd name="T12" fmla="*/ 0 w 39"/>
                <a:gd name="T13" fmla="*/ 26 h 71"/>
                <a:gd name="T14" fmla="*/ 8 w 39"/>
                <a:gd name="T15" fmla="*/ 34 h 71"/>
                <a:gd name="T16" fmla="*/ 8 w 39"/>
                <a:gd name="T17" fmla="*/ 34 h 71"/>
                <a:gd name="T18" fmla="*/ 8 w 39"/>
                <a:gd name="T19" fmla="*/ 36 h 71"/>
                <a:gd name="T20" fmla="*/ 8 w 39"/>
                <a:gd name="T21" fmla="*/ 65 h 71"/>
                <a:gd name="T22" fmla="*/ 14 w 39"/>
                <a:gd name="T23" fmla="*/ 71 h 71"/>
                <a:gd name="T24" fmla="*/ 20 w 39"/>
                <a:gd name="T25" fmla="*/ 65 h 71"/>
                <a:gd name="T26" fmla="*/ 26 w 39"/>
                <a:gd name="T27" fmla="*/ 71 h 71"/>
                <a:gd name="T28" fmla="*/ 31 w 39"/>
                <a:gd name="T29" fmla="*/ 65 h 71"/>
                <a:gd name="T30" fmla="*/ 31 w 39"/>
                <a:gd name="T31" fmla="*/ 36 h 71"/>
                <a:gd name="T32" fmla="*/ 31 w 39"/>
                <a:gd name="T33" fmla="*/ 34 h 71"/>
                <a:gd name="T34" fmla="*/ 31 w 39"/>
                <a:gd name="T35" fmla="*/ 34 h 71"/>
                <a:gd name="T36" fmla="*/ 39 w 39"/>
                <a:gd name="T37" fmla="*/ 26 h 71"/>
                <a:gd name="T38" fmla="*/ 39 w 39"/>
                <a:gd name="T39" fmla="*/ 8 h 71"/>
                <a:gd name="T40" fmla="*/ 31 w 39"/>
                <a:gd name="T41"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 h="71">
                  <a:moveTo>
                    <a:pt x="31" y="0"/>
                  </a:moveTo>
                  <a:cubicBezTo>
                    <a:pt x="28" y="0"/>
                    <a:pt x="28" y="0"/>
                    <a:pt x="28" y="0"/>
                  </a:cubicBezTo>
                  <a:cubicBezTo>
                    <a:pt x="19" y="8"/>
                    <a:pt x="19" y="8"/>
                    <a:pt x="19" y="8"/>
                  </a:cubicBezTo>
                  <a:cubicBezTo>
                    <a:pt x="11" y="0"/>
                    <a:pt x="11" y="0"/>
                    <a:pt x="11" y="0"/>
                  </a:cubicBezTo>
                  <a:cubicBezTo>
                    <a:pt x="8" y="0"/>
                    <a:pt x="8" y="0"/>
                    <a:pt x="8" y="0"/>
                  </a:cubicBezTo>
                  <a:cubicBezTo>
                    <a:pt x="4" y="0"/>
                    <a:pt x="0" y="3"/>
                    <a:pt x="0" y="8"/>
                  </a:cubicBezTo>
                  <a:cubicBezTo>
                    <a:pt x="0" y="26"/>
                    <a:pt x="0" y="26"/>
                    <a:pt x="0" y="26"/>
                  </a:cubicBezTo>
                  <a:cubicBezTo>
                    <a:pt x="0" y="30"/>
                    <a:pt x="4" y="34"/>
                    <a:pt x="8" y="34"/>
                  </a:cubicBezTo>
                  <a:cubicBezTo>
                    <a:pt x="8" y="34"/>
                    <a:pt x="8" y="34"/>
                    <a:pt x="8" y="34"/>
                  </a:cubicBezTo>
                  <a:cubicBezTo>
                    <a:pt x="8" y="35"/>
                    <a:pt x="8" y="36"/>
                    <a:pt x="8" y="36"/>
                  </a:cubicBezTo>
                  <a:cubicBezTo>
                    <a:pt x="8" y="65"/>
                    <a:pt x="8" y="65"/>
                    <a:pt x="8" y="65"/>
                  </a:cubicBezTo>
                  <a:cubicBezTo>
                    <a:pt x="8" y="69"/>
                    <a:pt x="11" y="71"/>
                    <a:pt x="14" y="71"/>
                  </a:cubicBezTo>
                  <a:cubicBezTo>
                    <a:pt x="17" y="71"/>
                    <a:pt x="20" y="69"/>
                    <a:pt x="20" y="65"/>
                  </a:cubicBezTo>
                  <a:cubicBezTo>
                    <a:pt x="20" y="69"/>
                    <a:pt x="22" y="71"/>
                    <a:pt x="26" y="71"/>
                  </a:cubicBezTo>
                  <a:cubicBezTo>
                    <a:pt x="29" y="71"/>
                    <a:pt x="31" y="69"/>
                    <a:pt x="31" y="65"/>
                  </a:cubicBezTo>
                  <a:cubicBezTo>
                    <a:pt x="31" y="36"/>
                    <a:pt x="31" y="36"/>
                    <a:pt x="31" y="36"/>
                  </a:cubicBezTo>
                  <a:cubicBezTo>
                    <a:pt x="31" y="36"/>
                    <a:pt x="31" y="35"/>
                    <a:pt x="31" y="34"/>
                  </a:cubicBezTo>
                  <a:cubicBezTo>
                    <a:pt x="31" y="34"/>
                    <a:pt x="31" y="34"/>
                    <a:pt x="31" y="34"/>
                  </a:cubicBezTo>
                  <a:cubicBezTo>
                    <a:pt x="36" y="34"/>
                    <a:pt x="39" y="30"/>
                    <a:pt x="39" y="26"/>
                  </a:cubicBezTo>
                  <a:cubicBezTo>
                    <a:pt x="39" y="8"/>
                    <a:pt x="39" y="8"/>
                    <a:pt x="39" y="8"/>
                  </a:cubicBezTo>
                  <a:cubicBezTo>
                    <a:pt x="39" y="3"/>
                    <a:pt x="36" y="0"/>
                    <a:pt x="3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1" name="Oval 7"/>
            <p:cNvSpPr>
              <a:spLocks noChangeArrowheads="1"/>
            </p:cNvSpPr>
            <p:nvPr/>
          </p:nvSpPr>
          <p:spPr bwMode="auto">
            <a:xfrm>
              <a:off x="6419850" y="6362700"/>
              <a:ext cx="57150" cy="571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2" name="Freeform 8"/>
            <p:cNvSpPr>
              <a:spLocks/>
            </p:cNvSpPr>
            <p:nvPr/>
          </p:nvSpPr>
          <p:spPr bwMode="auto">
            <a:xfrm>
              <a:off x="6416675" y="6430963"/>
              <a:ext cx="90488" cy="227013"/>
            </a:xfrm>
            <a:custGeom>
              <a:avLst/>
              <a:gdLst>
                <a:gd name="T0" fmla="*/ 18 w 24"/>
                <a:gd name="T1" fmla="*/ 0 h 59"/>
                <a:gd name="T2" fmla="*/ 15 w 24"/>
                <a:gd name="T3" fmla="*/ 0 h 59"/>
                <a:gd name="T4" fmla="*/ 8 w 24"/>
                <a:gd name="T5" fmla="*/ 7 h 59"/>
                <a:gd name="T6" fmla="*/ 2 w 24"/>
                <a:gd name="T7" fmla="*/ 0 h 59"/>
                <a:gd name="T8" fmla="*/ 1 w 24"/>
                <a:gd name="T9" fmla="*/ 0 h 59"/>
                <a:gd name="T10" fmla="*/ 4 w 24"/>
                <a:gd name="T11" fmla="*/ 7 h 59"/>
                <a:gd name="T12" fmla="*/ 4 w 24"/>
                <a:gd name="T13" fmla="*/ 30 h 59"/>
                <a:gd name="T14" fmla="*/ 0 w 24"/>
                <a:gd name="T15" fmla="*/ 38 h 59"/>
                <a:gd name="T16" fmla="*/ 0 w 24"/>
                <a:gd name="T17" fmla="*/ 54 h 59"/>
                <a:gd name="T18" fmla="*/ 4 w 24"/>
                <a:gd name="T19" fmla="*/ 59 h 59"/>
                <a:gd name="T20" fmla="*/ 9 w 24"/>
                <a:gd name="T21" fmla="*/ 54 h 59"/>
                <a:gd name="T22" fmla="*/ 13 w 24"/>
                <a:gd name="T23" fmla="*/ 59 h 59"/>
                <a:gd name="T24" fmla="*/ 18 w 24"/>
                <a:gd name="T25" fmla="*/ 54 h 59"/>
                <a:gd name="T26" fmla="*/ 18 w 24"/>
                <a:gd name="T27" fmla="*/ 29 h 59"/>
                <a:gd name="T28" fmla="*/ 18 w 24"/>
                <a:gd name="T29" fmla="*/ 27 h 59"/>
                <a:gd name="T30" fmla="*/ 18 w 24"/>
                <a:gd name="T31" fmla="*/ 27 h 59"/>
                <a:gd name="T32" fmla="*/ 24 w 24"/>
                <a:gd name="T33" fmla="*/ 21 h 59"/>
                <a:gd name="T34" fmla="*/ 24 w 24"/>
                <a:gd name="T35" fmla="*/ 7 h 59"/>
                <a:gd name="T36" fmla="*/ 18 w 24"/>
                <a:gd name="T37"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59">
                  <a:moveTo>
                    <a:pt x="18" y="0"/>
                  </a:moveTo>
                  <a:cubicBezTo>
                    <a:pt x="15" y="0"/>
                    <a:pt x="15" y="0"/>
                    <a:pt x="15" y="0"/>
                  </a:cubicBezTo>
                  <a:cubicBezTo>
                    <a:pt x="8" y="7"/>
                    <a:pt x="8" y="7"/>
                    <a:pt x="8" y="7"/>
                  </a:cubicBezTo>
                  <a:cubicBezTo>
                    <a:pt x="2" y="0"/>
                    <a:pt x="2" y="0"/>
                    <a:pt x="2" y="0"/>
                  </a:cubicBezTo>
                  <a:cubicBezTo>
                    <a:pt x="1" y="0"/>
                    <a:pt x="1" y="0"/>
                    <a:pt x="1" y="0"/>
                  </a:cubicBezTo>
                  <a:cubicBezTo>
                    <a:pt x="3" y="2"/>
                    <a:pt x="4" y="4"/>
                    <a:pt x="4" y="7"/>
                  </a:cubicBezTo>
                  <a:cubicBezTo>
                    <a:pt x="4" y="30"/>
                    <a:pt x="4" y="30"/>
                    <a:pt x="4" y="30"/>
                  </a:cubicBezTo>
                  <a:cubicBezTo>
                    <a:pt x="4" y="34"/>
                    <a:pt x="2" y="36"/>
                    <a:pt x="0" y="38"/>
                  </a:cubicBezTo>
                  <a:cubicBezTo>
                    <a:pt x="0" y="54"/>
                    <a:pt x="0" y="54"/>
                    <a:pt x="0" y="54"/>
                  </a:cubicBezTo>
                  <a:cubicBezTo>
                    <a:pt x="0" y="57"/>
                    <a:pt x="2" y="59"/>
                    <a:pt x="4" y="59"/>
                  </a:cubicBezTo>
                  <a:cubicBezTo>
                    <a:pt x="7" y="59"/>
                    <a:pt x="9" y="57"/>
                    <a:pt x="9" y="54"/>
                  </a:cubicBezTo>
                  <a:cubicBezTo>
                    <a:pt x="9" y="57"/>
                    <a:pt x="11" y="59"/>
                    <a:pt x="13" y="59"/>
                  </a:cubicBezTo>
                  <a:cubicBezTo>
                    <a:pt x="16" y="59"/>
                    <a:pt x="18" y="57"/>
                    <a:pt x="18" y="54"/>
                  </a:cubicBezTo>
                  <a:cubicBezTo>
                    <a:pt x="18" y="29"/>
                    <a:pt x="18" y="29"/>
                    <a:pt x="18" y="29"/>
                  </a:cubicBezTo>
                  <a:cubicBezTo>
                    <a:pt x="18" y="28"/>
                    <a:pt x="18" y="27"/>
                    <a:pt x="18" y="27"/>
                  </a:cubicBezTo>
                  <a:cubicBezTo>
                    <a:pt x="18" y="27"/>
                    <a:pt x="18" y="27"/>
                    <a:pt x="18" y="27"/>
                  </a:cubicBezTo>
                  <a:cubicBezTo>
                    <a:pt x="21" y="27"/>
                    <a:pt x="24" y="24"/>
                    <a:pt x="24" y="21"/>
                  </a:cubicBezTo>
                  <a:cubicBezTo>
                    <a:pt x="24" y="7"/>
                    <a:pt x="24" y="7"/>
                    <a:pt x="24" y="7"/>
                  </a:cubicBezTo>
                  <a:cubicBezTo>
                    <a:pt x="24" y="3"/>
                    <a:pt x="21" y="0"/>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3" name="Oval 9"/>
            <p:cNvSpPr>
              <a:spLocks noChangeArrowheads="1"/>
            </p:cNvSpPr>
            <p:nvPr/>
          </p:nvSpPr>
          <p:spPr bwMode="auto">
            <a:xfrm>
              <a:off x="6194425" y="6362700"/>
              <a:ext cx="60325" cy="571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4" name="Freeform 10"/>
            <p:cNvSpPr>
              <a:spLocks/>
            </p:cNvSpPr>
            <p:nvPr/>
          </p:nvSpPr>
          <p:spPr bwMode="auto">
            <a:xfrm>
              <a:off x="6169025" y="6430963"/>
              <a:ext cx="88900" cy="227013"/>
            </a:xfrm>
            <a:custGeom>
              <a:avLst/>
              <a:gdLst>
                <a:gd name="T0" fmla="*/ 6 w 24"/>
                <a:gd name="T1" fmla="*/ 0 h 59"/>
                <a:gd name="T2" fmla="*/ 9 w 24"/>
                <a:gd name="T3" fmla="*/ 0 h 59"/>
                <a:gd name="T4" fmla="*/ 15 w 24"/>
                <a:gd name="T5" fmla="*/ 7 h 59"/>
                <a:gd name="T6" fmla="*/ 22 w 24"/>
                <a:gd name="T7" fmla="*/ 0 h 59"/>
                <a:gd name="T8" fmla="*/ 23 w 24"/>
                <a:gd name="T9" fmla="*/ 0 h 59"/>
                <a:gd name="T10" fmla="*/ 20 w 24"/>
                <a:gd name="T11" fmla="*/ 7 h 59"/>
                <a:gd name="T12" fmla="*/ 20 w 24"/>
                <a:gd name="T13" fmla="*/ 30 h 59"/>
                <a:gd name="T14" fmla="*/ 24 w 24"/>
                <a:gd name="T15" fmla="*/ 38 h 59"/>
                <a:gd name="T16" fmla="*/ 24 w 24"/>
                <a:gd name="T17" fmla="*/ 54 h 59"/>
                <a:gd name="T18" fmla="*/ 20 w 24"/>
                <a:gd name="T19" fmla="*/ 59 h 59"/>
                <a:gd name="T20" fmla="*/ 15 w 24"/>
                <a:gd name="T21" fmla="*/ 54 h 59"/>
                <a:gd name="T22" fmla="*/ 10 w 24"/>
                <a:gd name="T23" fmla="*/ 59 h 59"/>
                <a:gd name="T24" fmla="*/ 6 w 24"/>
                <a:gd name="T25" fmla="*/ 54 h 59"/>
                <a:gd name="T26" fmla="*/ 6 w 24"/>
                <a:gd name="T27" fmla="*/ 29 h 59"/>
                <a:gd name="T28" fmla="*/ 6 w 24"/>
                <a:gd name="T29" fmla="*/ 27 h 59"/>
                <a:gd name="T30" fmla="*/ 6 w 24"/>
                <a:gd name="T31" fmla="*/ 27 h 59"/>
                <a:gd name="T32" fmla="*/ 0 w 24"/>
                <a:gd name="T33" fmla="*/ 21 h 59"/>
                <a:gd name="T34" fmla="*/ 0 w 24"/>
                <a:gd name="T35" fmla="*/ 7 h 59"/>
                <a:gd name="T36" fmla="*/ 6 w 24"/>
                <a:gd name="T37"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59">
                  <a:moveTo>
                    <a:pt x="6" y="0"/>
                  </a:moveTo>
                  <a:cubicBezTo>
                    <a:pt x="9" y="0"/>
                    <a:pt x="9" y="0"/>
                    <a:pt x="9" y="0"/>
                  </a:cubicBezTo>
                  <a:cubicBezTo>
                    <a:pt x="15" y="7"/>
                    <a:pt x="15" y="7"/>
                    <a:pt x="15" y="7"/>
                  </a:cubicBezTo>
                  <a:cubicBezTo>
                    <a:pt x="22" y="0"/>
                    <a:pt x="22" y="0"/>
                    <a:pt x="22" y="0"/>
                  </a:cubicBezTo>
                  <a:cubicBezTo>
                    <a:pt x="23" y="0"/>
                    <a:pt x="23" y="0"/>
                    <a:pt x="23" y="0"/>
                  </a:cubicBezTo>
                  <a:cubicBezTo>
                    <a:pt x="21" y="2"/>
                    <a:pt x="20" y="4"/>
                    <a:pt x="20" y="7"/>
                  </a:cubicBezTo>
                  <a:cubicBezTo>
                    <a:pt x="20" y="30"/>
                    <a:pt x="20" y="30"/>
                    <a:pt x="20" y="30"/>
                  </a:cubicBezTo>
                  <a:cubicBezTo>
                    <a:pt x="20" y="34"/>
                    <a:pt x="22" y="36"/>
                    <a:pt x="24" y="38"/>
                  </a:cubicBezTo>
                  <a:cubicBezTo>
                    <a:pt x="24" y="54"/>
                    <a:pt x="24" y="54"/>
                    <a:pt x="24" y="54"/>
                  </a:cubicBezTo>
                  <a:cubicBezTo>
                    <a:pt x="24" y="57"/>
                    <a:pt x="22" y="59"/>
                    <a:pt x="20" y="59"/>
                  </a:cubicBezTo>
                  <a:cubicBezTo>
                    <a:pt x="17" y="59"/>
                    <a:pt x="15" y="57"/>
                    <a:pt x="15" y="54"/>
                  </a:cubicBezTo>
                  <a:cubicBezTo>
                    <a:pt x="15" y="57"/>
                    <a:pt x="13" y="59"/>
                    <a:pt x="10" y="59"/>
                  </a:cubicBezTo>
                  <a:cubicBezTo>
                    <a:pt x="8" y="59"/>
                    <a:pt x="6" y="57"/>
                    <a:pt x="6" y="54"/>
                  </a:cubicBezTo>
                  <a:cubicBezTo>
                    <a:pt x="6" y="29"/>
                    <a:pt x="6" y="29"/>
                    <a:pt x="6" y="29"/>
                  </a:cubicBezTo>
                  <a:cubicBezTo>
                    <a:pt x="6" y="28"/>
                    <a:pt x="6" y="27"/>
                    <a:pt x="6" y="27"/>
                  </a:cubicBezTo>
                  <a:cubicBezTo>
                    <a:pt x="6" y="27"/>
                    <a:pt x="6" y="27"/>
                    <a:pt x="6" y="27"/>
                  </a:cubicBezTo>
                  <a:cubicBezTo>
                    <a:pt x="3" y="27"/>
                    <a:pt x="0" y="24"/>
                    <a:pt x="0" y="21"/>
                  </a:cubicBezTo>
                  <a:cubicBezTo>
                    <a:pt x="0" y="7"/>
                    <a:pt x="0" y="7"/>
                    <a:pt x="0" y="7"/>
                  </a:cubicBezTo>
                  <a:cubicBezTo>
                    <a:pt x="0" y="3"/>
                    <a:pt x="3"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35" name="组合 734"/>
          <p:cNvGrpSpPr/>
          <p:nvPr/>
        </p:nvGrpSpPr>
        <p:grpSpPr>
          <a:xfrm>
            <a:off x="9263581" y="3891389"/>
            <a:ext cx="258763" cy="398462"/>
            <a:chOff x="10534650" y="6297613"/>
            <a:chExt cx="258763" cy="398462"/>
          </a:xfrm>
          <a:solidFill>
            <a:srgbClr val="707E84"/>
          </a:solidFill>
        </p:grpSpPr>
        <p:sp>
          <p:nvSpPr>
            <p:cNvPr id="736" name="Freeform 11"/>
            <p:cNvSpPr>
              <a:spLocks/>
            </p:cNvSpPr>
            <p:nvPr/>
          </p:nvSpPr>
          <p:spPr bwMode="auto">
            <a:xfrm>
              <a:off x="10591800" y="6638925"/>
              <a:ext cx="146050" cy="57150"/>
            </a:xfrm>
            <a:custGeom>
              <a:avLst/>
              <a:gdLst>
                <a:gd name="T0" fmla="*/ 35 w 39"/>
                <a:gd name="T1" fmla="*/ 0 h 15"/>
                <a:gd name="T2" fmla="*/ 4 w 39"/>
                <a:gd name="T3" fmla="*/ 0 h 15"/>
                <a:gd name="T4" fmla="*/ 0 w 39"/>
                <a:gd name="T5" fmla="*/ 5 h 15"/>
                <a:gd name="T6" fmla="*/ 4 w 39"/>
                <a:gd name="T7" fmla="*/ 9 h 15"/>
                <a:gd name="T8" fmla="*/ 11 w 39"/>
                <a:gd name="T9" fmla="*/ 9 h 15"/>
                <a:gd name="T10" fmla="*/ 11 w 39"/>
                <a:gd name="T11" fmla="*/ 9 h 15"/>
                <a:gd name="T12" fmla="*/ 20 w 39"/>
                <a:gd name="T13" fmla="*/ 15 h 15"/>
                <a:gd name="T14" fmla="*/ 29 w 39"/>
                <a:gd name="T15" fmla="*/ 9 h 15"/>
                <a:gd name="T16" fmla="*/ 29 w 39"/>
                <a:gd name="T17" fmla="*/ 9 h 15"/>
                <a:gd name="T18" fmla="*/ 35 w 39"/>
                <a:gd name="T19" fmla="*/ 9 h 15"/>
                <a:gd name="T20" fmla="*/ 39 w 39"/>
                <a:gd name="T21" fmla="*/ 5 h 15"/>
                <a:gd name="T22" fmla="*/ 35 w 39"/>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 h="15">
                  <a:moveTo>
                    <a:pt x="35" y="0"/>
                  </a:moveTo>
                  <a:cubicBezTo>
                    <a:pt x="4" y="0"/>
                    <a:pt x="4" y="0"/>
                    <a:pt x="4" y="0"/>
                  </a:cubicBezTo>
                  <a:cubicBezTo>
                    <a:pt x="2" y="0"/>
                    <a:pt x="0" y="2"/>
                    <a:pt x="0" y="5"/>
                  </a:cubicBezTo>
                  <a:cubicBezTo>
                    <a:pt x="0" y="7"/>
                    <a:pt x="2" y="9"/>
                    <a:pt x="4" y="9"/>
                  </a:cubicBezTo>
                  <a:cubicBezTo>
                    <a:pt x="11" y="9"/>
                    <a:pt x="11" y="9"/>
                    <a:pt x="11" y="9"/>
                  </a:cubicBezTo>
                  <a:cubicBezTo>
                    <a:pt x="11" y="9"/>
                    <a:pt x="11" y="9"/>
                    <a:pt x="11" y="9"/>
                  </a:cubicBezTo>
                  <a:cubicBezTo>
                    <a:pt x="11" y="13"/>
                    <a:pt x="15" y="15"/>
                    <a:pt x="20" y="15"/>
                  </a:cubicBezTo>
                  <a:cubicBezTo>
                    <a:pt x="25" y="15"/>
                    <a:pt x="29" y="13"/>
                    <a:pt x="29" y="9"/>
                  </a:cubicBezTo>
                  <a:cubicBezTo>
                    <a:pt x="29" y="9"/>
                    <a:pt x="29" y="9"/>
                    <a:pt x="29" y="9"/>
                  </a:cubicBezTo>
                  <a:cubicBezTo>
                    <a:pt x="35" y="9"/>
                    <a:pt x="35" y="9"/>
                    <a:pt x="35" y="9"/>
                  </a:cubicBezTo>
                  <a:cubicBezTo>
                    <a:pt x="37" y="9"/>
                    <a:pt x="39" y="7"/>
                    <a:pt x="39" y="5"/>
                  </a:cubicBezTo>
                  <a:cubicBezTo>
                    <a:pt x="39" y="2"/>
                    <a:pt x="37" y="0"/>
                    <a:pt x="3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7" name="Freeform 12"/>
            <p:cNvSpPr>
              <a:spLocks noEditPoints="1"/>
            </p:cNvSpPr>
            <p:nvPr/>
          </p:nvSpPr>
          <p:spPr bwMode="auto">
            <a:xfrm>
              <a:off x="10534650" y="6297613"/>
              <a:ext cx="258763" cy="295275"/>
            </a:xfrm>
            <a:custGeom>
              <a:avLst/>
              <a:gdLst>
                <a:gd name="T0" fmla="*/ 69 w 69"/>
                <a:gd name="T1" fmla="*/ 35 h 77"/>
                <a:gd name="T2" fmla="*/ 35 w 69"/>
                <a:gd name="T3" fmla="*/ 0 h 77"/>
                <a:gd name="T4" fmla="*/ 0 w 69"/>
                <a:gd name="T5" fmla="*/ 35 h 77"/>
                <a:gd name="T6" fmla="*/ 15 w 69"/>
                <a:gd name="T7" fmla="*/ 77 h 77"/>
                <a:gd name="T8" fmla="*/ 55 w 69"/>
                <a:gd name="T9" fmla="*/ 77 h 77"/>
                <a:gd name="T10" fmla="*/ 69 w 69"/>
                <a:gd name="T11" fmla="*/ 35 h 77"/>
                <a:gd name="T12" fmla="*/ 35 w 69"/>
                <a:gd name="T13" fmla="*/ 9 h 77"/>
                <a:gd name="T14" fmla="*/ 42 w 69"/>
                <a:gd name="T15" fmla="*/ 16 h 77"/>
                <a:gd name="T16" fmla="*/ 35 w 69"/>
                <a:gd name="T17" fmla="*/ 23 h 77"/>
                <a:gd name="T18" fmla="*/ 28 w 69"/>
                <a:gd name="T19" fmla="*/ 16 h 77"/>
                <a:gd name="T20" fmla="*/ 35 w 69"/>
                <a:gd name="T21" fmla="*/ 9 h 77"/>
                <a:gd name="T22" fmla="*/ 48 w 69"/>
                <a:gd name="T23" fmla="*/ 44 h 77"/>
                <a:gd name="T24" fmla="*/ 43 w 69"/>
                <a:gd name="T25" fmla="*/ 49 h 77"/>
                <a:gd name="T26" fmla="*/ 43 w 69"/>
                <a:gd name="T27" fmla="*/ 49 h 77"/>
                <a:gd name="T28" fmla="*/ 43 w 69"/>
                <a:gd name="T29" fmla="*/ 51 h 77"/>
                <a:gd name="T30" fmla="*/ 43 w 69"/>
                <a:gd name="T31" fmla="*/ 71 h 77"/>
                <a:gd name="T32" fmla="*/ 39 w 69"/>
                <a:gd name="T33" fmla="*/ 75 h 77"/>
                <a:gd name="T34" fmla="*/ 35 w 69"/>
                <a:gd name="T35" fmla="*/ 71 h 77"/>
                <a:gd name="T36" fmla="*/ 31 w 69"/>
                <a:gd name="T37" fmla="*/ 75 h 77"/>
                <a:gd name="T38" fmla="*/ 27 w 69"/>
                <a:gd name="T39" fmla="*/ 71 h 77"/>
                <a:gd name="T40" fmla="*/ 27 w 69"/>
                <a:gd name="T41" fmla="*/ 51 h 77"/>
                <a:gd name="T42" fmla="*/ 27 w 69"/>
                <a:gd name="T43" fmla="*/ 49 h 77"/>
                <a:gd name="T44" fmla="*/ 27 w 69"/>
                <a:gd name="T45" fmla="*/ 49 h 77"/>
                <a:gd name="T46" fmla="*/ 21 w 69"/>
                <a:gd name="T47" fmla="*/ 44 h 77"/>
                <a:gd name="T48" fmla="*/ 21 w 69"/>
                <a:gd name="T49" fmla="*/ 31 h 77"/>
                <a:gd name="T50" fmla="*/ 27 w 69"/>
                <a:gd name="T51" fmla="*/ 26 h 77"/>
                <a:gd name="T52" fmla="*/ 29 w 69"/>
                <a:gd name="T53" fmla="*/ 26 h 77"/>
                <a:gd name="T54" fmla="*/ 34 w 69"/>
                <a:gd name="T55" fmla="*/ 31 h 77"/>
                <a:gd name="T56" fmla="*/ 40 w 69"/>
                <a:gd name="T57" fmla="*/ 26 h 77"/>
                <a:gd name="T58" fmla="*/ 43 w 69"/>
                <a:gd name="T59" fmla="*/ 26 h 77"/>
                <a:gd name="T60" fmla="*/ 48 w 69"/>
                <a:gd name="T61" fmla="*/ 31 h 77"/>
                <a:gd name="T62" fmla="*/ 48 w 69"/>
                <a:gd name="T63" fmla="*/ 4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9" h="77">
                  <a:moveTo>
                    <a:pt x="69" y="35"/>
                  </a:moveTo>
                  <a:cubicBezTo>
                    <a:pt x="69" y="15"/>
                    <a:pt x="54" y="0"/>
                    <a:pt x="35" y="0"/>
                  </a:cubicBezTo>
                  <a:cubicBezTo>
                    <a:pt x="16" y="0"/>
                    <a:pt x="0" y="15"/>
                    <a:pt x="0" y="35"/>
                  </a:cubicBezTo>
                  <a:cubicBezTo>
                    <a:pt x="0" y="51"/>
                    <a:pt x="15" y="61"/>
                    <a:pt x="15" y="77"/>
                  </a:cubicBezTo>
                  <a:cubicBezTo>
                    <a:pt x="55" y="77"/>
                    <a:pt x="55" y="77"/>
                    <a:pt x="55" y="77"/>
                  </a:cubicBezTo>
                  <a:cubicBezTo>
                    <a:pt x="55" y="60"/>
                    <a:pt x="69" y="51"/>
                    <a:pt x="69" y="35"/>
                  </a:cubicBezTo>
                  <a:close/>
                  <a:moveTo>
                    <a:pt x="35" y="9"/>
                  </a:moveTo>
                  <a:cubicBezTo>
                    <a:pt x="39" y="9"/>
                    <a:pt x="42" y="12"/>
                    <a:pt x="42" y="16"/>
                  </a:cubicBezTo>
                  <a:cubicBezTo>
                    <a:pt x="42" y="20"/>
                    <a:pt x="39" y="23"/>
                    <a:pt x="35" y="23"/>
                  </a:cubicBezTo>
                  <a:cubicBezTo>
                    <a:pt x="31" y="23"/>
                    <a:pt x="28" y="20"/>
                    <a:pt x="28" y="16"/>
                  </a:cubicBezTo>
                  <a:cubicBezTo>
                    <a:pt x="28" y="12"/>
                    <a:pt x="31" y="9"/>
                    <a:pt x="35" y="9"/>
                  </a:cubicBezTo>
                  <a:close/>
                  <a:moveTo>
                    <a:pt x="48" y="44"/>
                  </a:moveTo>
                  <a:cubicBezTo>
                    <a:pt x="48" y="47"/>
                    <a:pt x="46" y="49"/>
                    <a:pt x="43" y="49"/>
                  </a:cubicBezTo>
                  <a:cubicBezTo>
                    <a:pt x="43" y="49"/>
                    <a:pt x="43" y="49"/>
                    <a:pt x="43" y="49"/>
                  </a:cubicBezTo>
                  <a:cubicBezTo>
                    <a:pt x="43" y="50"/>
                    <a:pt x="43" y="50"/>
                    <a:pt x="43" y="51"/>
                  </a:cubicBezTo>
                  <a:cubicBezTo>
                    <a:pt x="43" y="71"/>
                    <a:pt x="43" y="71"/>
                    <a:pt x="43" y="71"/>
                  </a:cubicBezTo>
                  <a:cubicBezTo>
                    <a:pt x="43" y="73"/>
                    <a:pt x="41" y="75"/>
                    <a:pt x="39" y="75"/>
                  </a:cubicBezTo>
                  <a:cubicBezTo>
                    <a:pt x="37" y="75"/>
                    <a:pt x="35" y="73"/>
                    <a:pt x="35" y="71"/>
                  </a:cubicBezTo>
                  <a:cubicBezTo>
                    <a:pt x="35" y="73"/>
                    <a:pt x="33" y="75"/>
                    <a:pt x="31" y="75"/>
                  </a:cubicBezTo>
                  <a:cubicBezTo>
                    <a:pt x="28" y="75"/>
                    <a:pt x="27" y="73"/>
                    <a:pt x="27" y="71"/>
                  </a:cubicBezTo>
                  <a:cubicBezTo>
                    <a:pt x="27" y="51"/>
                    <a:pt x="27" y="51"/>
                    <a:pt x="27" y="51"/>
                  </a:cubicBezTo>
                  <a:cubicBezTo>
                    <a:pt x="27" y="50"/>
                    <a:pt x="27" y="50"/>
                    <a:pt x="27" y="49"/>
                  </a:cubicBezTo>
                  <a:cubicBezTo>
                    <a:pt x="27" y="49"/>
                    <a:pt x="27" y="49"/>
                    <a:pt x="27" y="49"/>
                  </a:cubicBezTo>
                  <a:cubicBezTo>
                    <a:pt x="24" y="49"/>
                    <a:pt x="21" y="47"/>
                    <a:pt x="21" y="44"/>
                  </a:cubicBezTo>
                  <a:cubicBezTo>
                    <a:pt x="21" y="31"/>
                    <a:pt x="21" y="31"/>
                    <a:pt x="21" y="31"/>
                  </a:cubicBezTo>
                  <a:cubicBezTo>
                    <a:pt x="21" y="28"/>
                    <a:pt x="24" y="26"/>
                    <a:pt x="27" y="26"/>
                  </a:cubicBezTo>
                  <a:cubicBezTo>
                    <a:pt x="29" y="26"/>
                    <a:pt x="29" y="26"/>
                    <a:pt x="29" y="26"/>
                  </a:cubicBezTo>
                  <a:cubicBezTo>
                    <a:pt x="34" y="31"/>
                    <a:pt x="34" y="31"/>
                    <a:pt x="34" y="31"/>
                  </a:cubicBezTo>
                  <a:cubicBezTo>
                    <a:pt x="40" y="26"/>
                    <a:pt x="40" y="26"/>
                    <a:pt x="40" y="26"/>
                  </a:cubicBezTo>
                  <a:cubicBezTo>
                    <a:pt x="43" y="26"/>
                    <a:pt x="43" y="26"/>
                    <a:pt x="43" y="26"/>
                  </a:cubicBezTo>
                  <a:cubicBezTo>
                    <a:pt x="46" y="26"/>
                    <a:pt x="48" y="28"/>
                    <a:pt x="48" y="31"/>
                  </a:cubicBezTo>
                  <a:lnTo>
                    <a:pt x="48"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8" name="Freeform 13"/>
            <p:cNvSpPr>
              <a:spLocks/>
            </p:cNvSpPr>
            <p:nvPr/>
          </p:nvSpPr>
          <p:spPr bwMode="auto">
            <a:xfrm>
              <a:off x="10591800" y="6608763"/>
              <a:ext cx="146050" cy="19050"/>
            </a:xfrm>
            <a:custGeom>
              <a:avLst/>
              <a:gdLst>
                <a:gd name="T0" fmla="*/ 39 w 39"/>
                <a:gd name="T1" fmla="*/ 2 h 5"/>
                <a:gd name="T2" fmla="*/ 36 w 39"/>
                <a:gd name="T3" fmla="*/ 5 h 5"/>
                <a:gd name="T4" fmla="*/ 3 w 39"/>
                <a:gd name="T5" fmla="*/ 5 h 5"/>
                <a:gd name="T6" fmla="*/ 0 w 39"/>
                <a:gd name="T7" fmla="*/ 2 h 5"/>
                <a:gd name="T8" fmla="*/ 0 w 39"/>
                <a:gd name="T9" fmla="*/ 2 h 5"/>
                <a:gd name="T10" fmla="*/ 3 w 39"/>
                <a:gd name="T11" fmla="*/ 0 h 5"/>
                <a:gd name="T12" fmla="*/ 36 w 39"/>
                <a:gd name="T13" fmla="*/ 0 h 5"/>
                <a:gd name="T14" fmla="*/ 39 w 39"/>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5">
                  <a:moveTo>
                    <a:pt x="39" y="2"/>
                  </a:moveTo>
                  <a:cubicBezTo>
                    <a:pt x="39" y="4"/>
                    <a:pt x="38" y="5"/>
                    <a:pt x="36" y="5"/>
                  </a:cubicBezTo>
                  <a:cubicBezTo>
                    <a:pt x="3" y="5"/>
                    <a:pt x="3" y="5"/>
                    <a:pt x="3" y="5"/>
                  </a:cubicBezTo>
                  <a:cubicBezTo>
                    <a:pt x="1" y="5"/>
                    <a:pt x="0" y="4"/>
                    <a:pt x="0" y="2"/>
                  </a:cubicBezTo>
                  <a:cubicBezTo>
                    <a:pt x="0" y="2"/>
                    <a:pt x="0" y="2"/>
                    <a:pt x="0" y="2"/>
                  </a:cubicBezTo>
                  <a:cubicBezTo>
                    <a:pt x="0" y="1"/>
                    <a:pt x="1" y="0"/>
                    <a:pt x="3" y="0"/>
                  </a:cubicBezTo>
                  <a:cubicBezTo>
                    <a:pt x="36" y="0"/>
                    <a:pt x="36" y="0"/>
                    <a:pt x="36" y="0"/>
                  </a:cubicBezTo>
                  <a:cubicBezTo>
                    <a:pt x="38" y="0"/>
                    <a:pt x="39" y="1"/>
                    <a:pt x="3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39" name="组合 738"/>
          <p:cNvGrpSpPr/>
          <p:nvPr/>
        </p:nvGrpSpPr>
        <p:grpSpPr>
          <a:xfrm>
            <a:off x="10660307" y="1504581"/>
            <a:ext cx="424697" cy="414338"/>
            <a:chOff x="6854825" y="6262688"/>
            <a:chExt cx="455613" cy="444500"/>
          </a:xfrm>
          <a:solidFill>
            <a:srgbClr val="707E84"/>
          </a:solidFill>
        </p:grpSpPr>
        <p:sp>
          <p:nvSpPr>
            <p:cNvPr id="740" name="Freeform 14"/>
            <p:cNvSpPr>
              <a:spLocks/>
            </p:cNvSpPr>
            <p:nvPr/>
          </p:nvSpPr>
          <p:spPr bwMode="auto">
            <a:xfrm>
              <a:off x="7148513" y="6297613"/>
              <a:ext cx="127000" cy="133350"/>
            </a:xfrm>
            <a:custGeom>
              <a:avLst/>
              <a:gdLst>
                <a:gd name="T0" fmla="*/ 34 w 34"/>
                <a:gd name="T1" fmla="*/ 34 h 35"/>
                <a:gd name="T2" fmla="*/ 0 w 34"/>
                <a:gd name="T3" fmla="*/ 0 h 35"/>
                <a:gd name="T4" fmla="*/ 0 w 34"/>
                <a:gd name="T5" fmla="*/ 0 h 35"/>
                <a:gd name="T6" fmla="*/ 0 w 34"/>
                <a:gd name="T7" fmla="*/ 35 h 35"/>
                <a:gd name="T8" fmla="*/ 34 w 34"/>
                <a:gd name="T9" fmla="*/ 35 h 35"/>
                <a:gd name="T10" fmla="*/ 34 w 34"/>
                <a:gd name="T11" fmla="*/ 34 h 35"/>
              </a:gdLst>
              <a:ahLst/>
              <a:cxnLst>
                <a:cxn ang="0">
                  <a:pos x="T0" y="T1"/>
                </a:cxn>
                <a:cxn ang="0">
                  <a:pos x="T2" y="T3"/>
                </a:cxn>
                <a:cxn ang="0">
                  <a:pos x="T4" y="T5"/>
                </a:cxn>
                <a:cxn ang="0">
                  <a:pos x="T6" y="T7"/>
                </a:cxn>
                <a:cxn ang="0">
                  <a:pos x="T8" y="T9"/>
                </a:cxn>
                <a:cxn ang="0">
                  <a:pos x="T10" y="T11"/>
                </a:cxn>
              </a:cxnLst>
              <a:rect l="0" t="0" r="r" b="b"/>
              <a:pathLst>
                <a:path w="34" h="35">
                  <a:moveTo>
                    <a:pt x="34" y="34"/>
                  </a:moveTo>
                  <a:cubicBezTo>
                    <a:pt x="34" y="16"/>
                    <a:pt x="19" y="0"/>
                    <a:pt x="0" y="0"/>
                  </a:cubicBezTo>
                  <a:cubicBezTo>
                    <a:pt x="0" y="0"/>
                    <a:pt x="0" y="0"/>
                    <a:pt x="0" y="0"/>
                  </a:cubicBezTo>
                  <a:cubicBezTo>
                    <a:pt x="0" y="35"/>
                    <a:pt x="0" y="35"/>
                    <a:pt x="0" y="35"/>
                  </a:cubicBezTo>
                  <a:cubicBezTo>
                    <a:pt x="34" y="35"/>
                    <a:pt x="34" y="35"/>
                    <a:pt x="34" y="35"/>
                  </a:cubicBezTo>
                  <a:cubicBezTo>
                    <a:pt x="34" y="35"/>
                    <a:pt x="34" y="35"/>
                    <a:pt x="34"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1" name="Freeform 15"/>
            <p:cNvSpPr>
              <a:spLocks/>
            </p:cNvSpPr>
            <p:nvPr/>
          </p:nvSpPr>
          <p:spPr bwMode="auto">
            <a:xfrm>
              <a:off x="7126288" y="6443663"/>
              <a:ext cx="149225" cy="7938"/>
            </a:xfrm>
            <a:custGeom>
              <a:avLst/>
              <a:gdLst>
                <a:gd name="T0" fmla="*/ 0 w 40"/>
                <a:gd name="T1" fmla="*/ 2 h 2"/>
                <a:gd name="T2" fmla="*/ 40 w 40"/>
                <a:gd name="T3" fmla="*/ 2 h 2"/>
                <a:gd name="T4" fmla="*/ 40 w 40"/>
                <a:gd name="T5" fmla="*/ 0 h 2"/>
                <a:gd name="T6" fmla="*/ 3 w 40"/>
                <a:gd name="T7" fmla="*/ 0 h 2"/>
                <a:gd name="T8" fmla="*/ 0 w 40"/>
                <a:gd name="T9" fmla="*/ 2 h 2"/>
              </a:gdLst>
              <a:ahLst/>
              <a:cxnLst>
                <a:cxn ang="0">
                  <a:pos x="T0" y="T1"/>
                </a:cxn>
                <a:cxn ang="0">
                  <a:pos x="T2" y="T3"/>
                </a:cxn>
                <a:cxn ang="0">
                  <a:pos x="T4" y="T5"/>
                </a:cxn>
                <a:cxn ang="0">
                  <a:pos x="T6" y="T7"/>
                </a:cxn>
                <a:cxn ang="0">
                  <a:pos x="T8" y="T9"/>
                </a:cxn>
              </a:cxnLst>
              <a:rect l="0" t="0" r="r" b="b"/>
              <a:pathLst>
                <a:path w="40" h="2">
                  <a:moveTo>
                    <a:pt x="0" y="2"/>
                  </a:moveTo>
                  <a:cubicBezTo>
                    <a:pt x="40" y="2"/>
                    <a:pt x="40" y="2"/>
                    <a:pt x="40" y="2"/>
                  </a:cubicBezTo>
                  <a:cubicBezTo>
                    <a:pt x="40" y="1"/>
                    <a:pt x="40" y="1"/>
                    <a:pt x="40" y="0"/>
                  </a:cubicBezTo>
                  <a:cubicBezTo>
                    <a:pt x="3" y="0"/>
                    <a:pt x="3" y="0"/>
                    <a:pt x="3"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2" name="Freeform 16"/>
            <p:cNvSpPr>
              <a:spLocks/>
            </p:cNvSpPr>
            <p:nvPr/>
          </p:nvSpPr>
          <p:spPr bwMode="auto">
            <a:xfrm>
              <a:off x="7107238" y="6462713"/>
              <a:ext cx="165100" cy="7938"/>
            </a:xfrm>
            <a:custGeom>
              <a:avLst/>
              <a:gdLst>
                <a:gd name="T0" fmla="*/ 0 w 44"/>
                <a:gd name="T1" fmla="*/ 2 h 2"/>
                <a:gd name="T2" fmla="*/ 43 w 44"/>
                <a:gd name="T3" fmla="*/ 2 h 2"/>
                <a:gd name="T4" fmla="*/ 44 w 44"/>
                <a:gd name="T5" fmla="*/ 0 h 2"/>
                <a:gd name="T6" fmla="*/ 2 w 44"/>
                <a:gd name="T7" fmla="*/ 0 h 2"/>
                <a:gd name="T8" fmla="*/ 0 w 44"/>
                <a:gd name="T9" fmla="*/ 2 h 2"/>
              </a:gdLst>
              <a:ahLst/>
              <a:cxnLst>
                <a:cxn ang="0">
                  <a:pos x="T0" y="T1"/>
                </a:cxn>
                <a:cxn ang="0">
                  <a:pos x="T2" y="T3"/>
                </a:cxn>
                <a:cxn ang="0">
                  <a:pos x="T4" y="T5"/>
                </a:cxn>
                <a:cxn ang="0">
                  <a:pos x="T6" y="T7"/>
                </a:cxn>
                <a:cxn ang="0">
                  <a:pos x="T8" y="T9"/>
                </a:cxn>
              </a:cxnLst>
              <a:rect l="0" t="0" r="r" b="b"/>
              <a:pathLst>
                <a:path w="44" h="2">
                  <a:moveTo>
                    <a:pt x="0" y="2"/>
                  </a:moveTo>
                  <a:cubicBezTo>
                    <a:pt x="43" y="2"/>
                    <a:pt x="43" y="2"/>
                    <a:pt x="43" y="2"/>
                  </a:cubicBezTo>
                  <a:cubicBezTo>
                    <a:pt x="44" y="1"/>
                    <a:pt x="44" y="0"/>
                    <a:pt x="44" y="0"/>
                  </a:cubicBezTo>
                  <a:cubicBezTo>
                    <a:pt x="2" y="0"/>
                    <a:pt x="2" y="0"/>
                    <a:pt x="2"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3" name="Freeform 17"/>
            <p:cNvSpPr>
              <a:spLocks/>
            </p:cNvSpPr>
            <p:nvPr/>
          </p:nvSpPr>
          <p:spPr bwMode="auto">
            <a:xfrm>
              <a:off x="7085013" y="6481763"/>
              <a:ext cx="179388" cy="7938"/>
            </a:xfrm>
            <a:custGeom>
              <a:avLst/>
              <a:gdLst>
                <a:gd name="T0" fmla="*/ 0 w 48"/>
                <a:gd name="T1" fmla="*/ 2 h 2"/>
                <a:gd name="T2" fmla="*/ 47 w 48"/>
                <a:gd name="T3" fmla="*/ 2 h 2"/>
                <a:gd name="T4" fmla="*/ 48 w 48"/>
                <a:gd name="T5" fmla="*/ 0 h 2"/>
                <a:gd name="T6" fmla="*/ 3 w 48"/>
                <a:gd name="T7" fmla="*/ 0 h 2"/>
                <a:gd name="T8" fmla="*/ 0 w 48"/>
                <a:gd name="T9" fmla="*/ 2 h 2"/>
              </a:gdLst>
              <a:ahLst/>
              <a:cxnLst>
                <a:cxn ang="0">
                  <a:pos x="T0" y="T1"/>
                </a:cxn>
                <a:cxn ang="0">
                  <a:pos x="T2" y="T3"/>
                </a:cxn>
                <a:cxn ang="0">
                  <a:pos x="T4" y="T5"/>
                </a:cxn>
                <a:cxn ang="0">
                  <a:pos x="T6" y="T7"/>
                </a:cxn>
                <a:cxn ang="0">
                  <a:pos x="T8" y="T9"/>
                </a:cxn>
              </a:cxnLst>
              <a:rect l="0" t="0" r="r" b="b"/>
              <a:pathLst>
                <a:path w="48" h="2">
                  <a:moveTo>
                    <a:pt x="0" y="2"/>
                  </a:moveTo>
                  <a:cubicBezTo>
                    <a:pt x="47" y="2"/>
                    <a:pt x="47" y="2"/>
                    <a:pt x="47" y="2"/>
                  </a:cubicBezTo>
                  <a:cubicBezTo>
                    <a:pt x="48" y="1"/>
                    <a:pt x="48" y="0"/>
                    <a:pt x="48" y="0"/>
                  </a:cubicBezTo>
                  <a:cubicBezTo>
                    <a:pt x="3" y="0"/>
                    <a:pt x="3" y="0"/>
                    <a:pt x="3"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4" name="Freeform 18"/>
            <p:cNvSpPr>
              <a:spLocks/>
            </p:cNvSpPr>
            <p:nvPr/>
          </p:nvSpPr>
          <p:spPr bwMode="auto">
            <a:xfrm>
              <a:off x="7065963" y="6497638"/>
              <a:ext cx="192088" cy="11113"/>
            </a:xfrm>
            <a:custGeom>
              <a:avLst/>
              <a:gdLst>
                <a:gd name="T0" fmla="*/ 0 w 51"/>
                <a:gd name="T1" fmla="*/ 3 h 3"/>
                <a:gd name="T2" fmla="*/ 49 w 51"/>
                <a:gd name="T3" fmla="*/ 3 h 3"/>
                <a:gd name="T4" fmla="*/ 51 w 51"/>
                <a:gd name="T5" fmla="*/ 0 h 3"/>
                <a:gd name="T6" fmla="*/ 2 w 51"/>
                <a:gd name="T7" fmla="*/ 0 h 3"/>
                <a:gd name="T8" fmla="*/ 0 w 51"/>
                <a:gd name="T9" fmla="*/ 3 h 3"/>
              </a:gdLst>
              <a:ahLst/>
              <a:cxnLst>
                <a:cxn ang="0">
                  <a:pos x="T0" y="T1"/>
                </a:cxn>
                <a:cxn ang="0">
                  <a:pos x="T2" y="T3"/>
                </a:cxn>
                <a:cxn ang="0">
                  <a:pos x="T4" y="T5"/>
                </a:cxn>
                <a:cxn ang="0">
                  <a:pos x="T6" y="T7"/>
                </a:cxn>
                <a:cxn ang="0">
                  <a:pos x="T8" y="T9"/>
                </a:cxn>
              </a:cxnLst>
              <a:rect l="0" t="0" r="r" b="b"/>
              <a:pathLst>
                <a:path w="51" h="3">
                  <a:moveTo>
                    <a:pt x="0" y="3"/>
                  </a:moveTo>
                  <a:cubicBezTo>
                    <a:pt x="49" y="3"/>
                    <a:pt x="49" y="3"/>
                    <a:pt x="49" y="3"/>
                  </a:cubicBezTo>
                  <a:cubicBezTo>
                    <a:pt x="50" y="2"/>
                    <a:pt x="50" y="1"/>
                    <a:pt x="51" y="0"/>
                  </a:cubicBezTo>
                  <a:cubicBezTo>
                    <a:pt x="2" y="0"/>
                    <a:pt x="2" y="0"/>
                    <a:pt x="2" y="0"/>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5" name="Freeform 19"/>
            <p:cNvSpPr>
              <a:spLocks/>
            </p:cNvSpPr>
            <p:nvPr/>
          </p:nvSpPr>
          <p:spPr bwMode="auto">
            <a:xfrm>
              <a:off x="7069138" y="6535738"/>
              <a:ext cx="153988" cy="7938"/>
            </a:xfrm>
            <a:custGeom>
              <a:avLst/>
              <a:gdLst>
                <a:gd name="T0" fmla="*/ 41 w 41"/>
                <a:gd name="T1" fmla="*/ 0 h 2"/>
                <a:gd name="T2" fmla="*/ 0 w 41"/>
                <a:gd name="T3" fmla="*/ 0 h 2"/>
                <a:gd name="T4" fmla="*/ 4 w 41"/>
                <a:gd name="T5" fmla="*/ 2 h 2"/>
                <a:gd name="T6" fmla="*/ 38 w 41"/>
                <a:gd name="T7" fmla="*/ 2 h 2"/>
                <a:gd name="T8" fmla="*/ 41 w 41"/>
                <a:gd name="T9" fmla="*/ 0 h 2"/>
              </a:gdLst>
              <a:ahLst/>
              <a:cxnLst>
                <a:cxn ang="0">
                  <a:pos x="T0" y="T1"/>
                </a:cxn>
                <a:cxn ang="0">
                  <a:pos x="T2" y="T3"/>
                </a:cxn>
                <a:cxn ang="0">
                  <a:pos x="T4" y="T5"/>
                </a:cxn>
                <a:cxn ang="0">
                  <a:pos x="T6" y="T7"/>
                </a:cxn>
                <a:cxn ang="0">
                  <a:pos x="T8" y="T9"/>
                </a:cxn>
              </a:cxnLst>
              <a:rect l="0" t="0" r="r" b="b"/>
              <a:pathLst>
                <a:path w="41" h="2">
                  <a:moveTo>
                    <a:pt x="41" y="0"/>
                  </a:moveTo>
                  <a:cubicBezTo>
                    <a:pt x="0" y="0"/>
                    <a:pt x="0" y="0"/>
                    <a:pt x="0" y="0"/>
                  </a:cubicBezTo>
                  <a:cubicBezTo>
                    <a:pt x="1" y="1"/>
                    <a:pt x="2" y="2"/>
                    <a:pt x="4" y="2"/>
                  </a:cubicBezTo>
                  <a:cubicBezTo>
                    <a:pt x="38" y="2"/>
                    <a:pt x="38" y="2"/>
                    <a:pt x="38" y="2"/>
                  </a:cubicBezTo>
                  <a:cubicBezTo>
                    <a:pt x="39" y="2"/>
                    <a:pt x="40" y="1"/>
                    <a:pt x="4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6" name="Freeform 20"/>
            <p:cNvSpPr>
              <a:spLocks/>
            </p:cNvSpPr>
            <p:nvPr/>
          </p:nvSpPr>
          <p:spPr bwMode="auto">
            <a:xfrm>
              <a:off x="7054850" y="6516688"/>
              <a:ext cx="187325" cy="6350"/>
            </a:xfrm>
            <a:custGeom>
              <a:avLst/>
              <a:gdLst>
                <a:gd name="T0" fmla="*/ 0 w 50"/>
                <a:gd name="T1" fmla="*/ 0 h 2"/>
                <a:gd name="T2" fmla="*/ 1 w 50"/>
                <a:gd name="T3" fmla="*/ 2 h 2"/>
                <a:gd name="T4" fmla="*/ 48 w 50"/>
                <a:gd name="T5" fmla="*/ 2 h 2"/>
                <a:gd name="T6" fmla="*/ 50 w 50"/>
                <a:gd name="T7" fmla="*/ 0 h 2"/>
                <a:gd name="T8" fmla="*/ 0 w 50"/>
                <a:gd name="T9" fmla="*/ 0 h 2"/>
              </a:gdLst>
              <a:ahLst/>
              <a:cxnLst>
                <a:cxn ang="0">
                  <a:pos x="T0" y="T1"/>
                </a:cxn>
                <a:cxn ang="0">
                  <a:pos x="T2" y="T3"/>
                </a:cxn>
                <a:cxn ang="0">
                  <a:pos x="T4" y="T5"/>
                </a:cxn>
                <a:cxn ang="0">
                  <a:pos x="T6" y="T7"/>
                </a:cxn>
                <a:cxn ang="0">
                  <a:pos x="T8" y="T9"/>
                </a:cxn>
              </a:cxnLst>
              <a:rect l="0" t="0" r="r" b="b"/>
              <a:pathLst>
                <a:path w="50" h="2">
                  <a:moveTo>
                    <a:pt x="0" y="0"/>
                  </a:moveTo>
                  <a:cubicBezTo>
                    <a:pt x="0" y="1"/>
                    <a:pt x="1" y="2"/>
                    <a:pt x="1" y="2"/>
                  </a:cubicBezTo>
                  <a:cubicBezTo>
                    <a:pt x="48" y="2"/>
                    <a:pt x="48" y="2"/>
                    <a:pt x="48" y="2"/>
                  </a:cubicBezTo>
                  <a:cubicBezTo>
                    <a:pt x="49" y="2"/>
                    <a:pt x="49" y="1"/>
                    <a:pt x="5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7" name="Freeform 21"/>
            <p:cNvSpPr>
              <a:spLocks/>
            </p:cNvSpPr>
            <p:nvPr/>
          </p:nvSpPr>
          <p:spPr bwMode="auto">
            <a:xfrm>
              <a:off x="7107238" y="6554788"/>
              <a:ext cx="82550" cy="7938"/>
            </a:xfrm>
            <a:custGeom>
              <a:avLst/>
              <a:gdLst>
                <a:gd name="T0" fmla="*/ 22 w 22"/>
                <a:gd name="T1" fmla="*/ 0 h 2"/>
                <a:gd name="T2" fmla="*/ 0 w 22"/>
                <a:gd name="T3" fmla="*/ 0 h 2"/>
                <a:gd name="T4" fmla="*/ 9 w 22"/>
                <a:gd name="T5" fmla="*/ 2 h 2"/>
                <a:gd name="T6" fmla="*/ 22 w 22"/>
                <a:gd name="T7" fmla="*/ 0 h 2"/>
              </a:gdLst>
              <a:ahLst/>
              <a:cxnLst>
                <a:cxn ang="0">
                  <a:pos x="T0" y="T1"/>
                </a:cxn>
                <a:cxn ang="0">
                  <a:pos x="T2" y="T3"/>
                </a:cxn>
                <a:cxn ang="0">
                  <a:pos x="T4" y="T5"/>
                </a:cxn>
                <a:cxn ang="0">
                  <a:pos x="T6" y="T7"/>
                </a:cxn>
              </a:cxnLst>
              <a:rect l="0" t="0" r="r" b="b"/>
              <a:pathLst>
                <a:path w="22" h="2">
                  <a:moveTo>
                    <a:pt x="22" y="0"/>
                  </a:moveTo>
                  <a:cubicBezTo>
                    <a:pt x="0" y="0"/>
                    <a:pt x="0" y="0"/>
                    <a:pt x="0" y="0"/>
                  </a:cubicBezTo>
                  <a:cubicBezTo>
                    <a:pt x="2" y="1"/>
                    <a:pt x="6" y="2"/>
                    <a:pt x="9" y="2"/>
                  </a:cubicBezTo>
                  <a:cubicBezTo>
                    <a:pt x="14" y="2"/>
                    <a:pt x="18" y="1"/>
                    <a:pt x="2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8" name="Freeform 22"/>
            <p:cNvSpPr>
              <a:spLocks/>
            </p:cNvSpPr>
            <p:nvPr/>
          </p:nvSpPr>
          <p:spPr bwMode="auto">
            <a:xfrm>
              <a:off x="6986588" y="6262688"/>
              <a:ext cx="323850" cy="333375"/>
            </a:xfrm>
            <a:custGeom>
              <a:avLst/>
              <a:gdLst>
                <a:gd name="T0" fmla="*/ 43 w 86"/>
                <a:gd name="T1" fmla="*/ 0 h 87"/>
                <a:gd name="T2" fmla="*/ 0 w 86"/>
                <a:gd name="T3" fmla="*/ 43 h 87"/>
                <a:gd name="T4" fmla="*/ 1 w 86"/>
                <a:gd name="T5" fmla="*/ 54 h 87"/>
                <a:gd name="T6" fmla="*/ 7 w 86"/>
                <a:gd name="T7" fmla="*/ 53 h 87"/>
                <a:gd name="T8" fmla="*/ 6 w 86"/>
                <a:gd name="T9" fmla="*/ 43 h 87"/>
                <a:gd name="T10" fmla="*/ 43 w 86"/>
                <a:gd name="T11" fmla="*/ 6 h 87"/>
                <a:gd name="T12" fmla="*/ 80 w 86"/>
                <a:gd name="T13" fmla="*/ 43 h 87"/>
                <a:gd name="T14" fmla="*/ 43 w 86"/>
                <a:gd name="T15" fmla="*/ 81 h 87"/>
                <a:gd name="T16" fmla="*/ 13 w 86"/>
                <a:gd name="T17" fmla="*/ 65 h 87"/>
                <a:gd name="T18" fmla="*/ 7 w 86"/>
                <a:gd name="T19" fmla="*/ 67 h 87"/>
                <a:gd name="T20" fmla="*/ 43 w 86"/>
                <a:gd name="T21" fmla="*/ 87 h 87"/>
                <a:gd name="T22" fmla="*/ 86 w 86"/>
                <a:gd name="T23" fmla="*/ 43 h 87"/>
                <a:gd name="T24" fmla="*/ 43 w 86"/>
                <a:gd name="T25"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6" h="87">
                  <a:moveTo>
                    <a:pt x="43" y="0"/>
                  </a:moveTo>
                  <a:cubicBezTo>
                    <a:pt x="19" y="0"/>
                    <a:pt x="0" y="20"/>
                    <a:pt x="0" y="43"/>
                  </a:cubicBezTo>
                  <a:cubicBezTo>
                    <a:pt x="0" y="47"/>
                    <a:pt x="0" y="51"/>
                    <a:pt x="1" y="54"/>
                  </a:cubicBezTo>
                  <a:cubicBezTo>
                    <a:pt x="7" y="53"/>
                    <a:pt x="7" y="53"/>
                    <a:pt x="7" y="53"/>
                  </a:cubicBezTo>
                  <a:cubicBezTo>
                    <a:pt x="6" y="50"/>
                    <a:pt x="6" y="47"/>
                    <a:pt x="6" y="43"/>
                  </a:cubicBezTo>
                  <a:cubicBezTo>
                    <a:pt x="6" y="23"/>
                    <a:pt x="22" y="6"/>
                    <a:pt x="43" y="6"/>
                  </a:cubicBezTo>
                  <a:cubicBezTo>
                    <a:pt x="64" y="6"/>
                    <a:pt x="80" y="23"/>
                    <a:pt x="80" y="43"/>
                  </a:cubicBezTo>
                  <a:cubicBezTo>
                    <a:pt x="80" y="64"/>
                    <a:pt x="64" y="81"/>
                    <a:pt x="43" y="81"/>
                  </a:cubicBezTo>
                  <a:cubicBezTo>
                    <a:pt x="31" y="81"/>
                    <a:pt x="19" y="75"/>
                    <a:pt x="13" y="65"/>
                  </a:cubicBezTo>
                  <a:cubicBezTo>
                    <a:pt x="7" y="67"/>
                    <a:pt x="7" y="67"/>
                    <a:pt x="7" y="67"/>
                  </a:cubicBezTo>
                  <a:cubicBezTo>
                    <a:pt x="14" y="79"/>
                    <a:pt x="28" y="87"/>
                    <a:pt x="43" y="87"/>
                  </a:cubicBezTo>
                  <a:cubicBezTo>
                    <a:pt x="67" y="87"/>
                    <a:pt x="86" y="67"/>
                    <a:pt x="86" y="43"/>
                  </a:cubicBezTo>
                  <a:cubicBezTo>
                    <a:pt x="86" y="20"/>
                    <a:pt x="67" y="0"/>
                    <a:pt x="4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9" name="Rectangle 23"/>
            <p:cNvSpPr>
              <a:spLocks noChangeArrowheads="1"/>
            </p:cNvSpPr>
            <p:nvPr/>
          </p:nvSpPr>
          <p:spPr bwMode="auto">
            <a:xfrm>
              <a:off x="6945313" y="6473825"/>
              <a:ext cx="1588" cy="1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0" name="Oval 24"/>
            <p:cNvSpPr>
              <a:spLocks noChangeArrowheads="1"/>
            </p:cNvSpPr>
            <p:nvPr/>
          </p:nvSpPr>
          <p:spPr bwMode="auto">
            <a:xfrm>
              <a:off x="6884988" y="6392863"/>
              <a:ext cx="65088" cy="698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1" name="Freeform 25"/>
            <p:cNvSpPr>
              <a:spLocks/>
            </p:cNvSpPr>
            <p:nvPr/>
          </p:nvSpPr>
          <p:spPr bwMode="auto">
            <a:xfrm>
              <a:off x="6854825" y="6451600"/>
              <a:ext cx="192088" cy="255588"/>
            </a:xfrm>
            <a:custGeom>
              <a:avLst/>
              <a:gdLst>
                <a:gd name="T0" fmla="*/ 50 w 51"/>
                <a:gd name="T1" fmla="*/ 4 h 67"/>
                <a:gd name="T2" fmla="*/ 43 w 51"/>
                <a:gd name="T3" fmla="*/ 1 h 67"/>
                <a:gd name="T4" fmla="*/ 24 w 51"/>
                <a:gd name="T5" fmla="*/ 6 h 67"/>
                <a:gd name="T6" fmla="*/ 24 w 51"/>
                <a:gd name="T7" fmla="*/ 6 h 67"/>
                <a:gd name="T8" fmla="*/ 17 w 51"/>
                <a:gd name="T9" fmla="*/ 13 h 67"/>
                <a:gd name="T10" fmla="*/ 17 w 51"/>
                <a:gd name="T11" fmla="*/ 13 h 67"/>
                <a:gd name="T12" fmla="*/ 9 w 51"/>
                <a:gd name="T13" fmla="*/ 6 h 67"/>
                <a:gd name="T14" fmla="*/ 7 w 51"/>
                <a:gd name="T15" fmla="*/ 6 h 67"/>
                <a:gd name="T16" fmla="*/ 0 w 51"/>
                <a:gd name="T17" fmla="*/ 13 h 67"/>
                <a:gd name="T18" fmla="*/ 0 w 51"/>
                <a:gd name="T19" fmla="*/ 29 h 67"/>
                <a:gd name="T20" fmla="*/ 7 w 51"/>
                <a:gd name="T21" fmla="*/ 36 h 67"/>
                <a:gd name="T22" fmla="*/ 7 w 51"/>
                <a:gd name="T23" fmla="*/ 36 h 67"/>
                <a:gd name="T24" fmla="*/ 7 w 51"/>
                <a:gd name="T25" fmla="*/ 37 h 67"/>
                <a:gd name="T26" fmla="*/ 7 w 51"/>
                <a:gd name="T27" fmla="*/ 62 h 67"/>
                <a:gd name="T28" fmla="*/ 12 w 51"/>
                <a:gd name="T29" fmla="*/ 67 h 67"/>
                <a:gd name="T30" fmla="*/ 17 w 51"/>
                <a:gd name="T31" fmla="*/ 62 h 67"/>
                <a:gd name="T32" fmla="*/ 22 w 51"/>
                <a:gd name="T33" fmla="*/ 67 h 67"/>
                <a:gd name="T34" fmla="*/ 27 w 51"/>
                <a:gd name="T35" fmla="*/ 62 h 67"/>
                <a:gd name="T36" fmla="*/ 27 w 51"/>
                <a:gd name="T37" fmla="*/ 16 h 67"/>
                <a:gd name="T38" fmla="*/ 46 w 51"/>
                <a:gd name="T39" fmla="*/ 11 h 67"/>
                <a:gd name="T40" fmla="*/ 50 w 51"/>
                <a:gd name="T41" fmla="*/ 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1" h="67">
                  <a:moveTo>
                    <a:pt x="50" y="4"/>
                  </a:moveTo>
                  <a:cubicBezTo>
                    <a:pt x="50" y="1"/>
                    <a:pt x="46" y="0"/>
                    <a:pt x="43" y="1"/>
                  </a:cubicBezTo>
                  <a:cubicBezTo>
                    <a:pt x="24" y="6"/>
                    <a:pt x="24" y="6"/>
                    <a:pt x="24" y="6"/>
                  </a:cubicBezTo>
                  <a:cubicBezTo>
                    <a:pt x="24" y="6"/>
                    <a:pt x="24" y="6"/>
                    <a:pt x="24" y="6"/>
                  </a:cubicBezTo>
                  <a:cubicBezTo>
                    <a:pt x="17" y="13"/>
                    <a:pt x="17" y="13"/>
                    <a:pt x="17" y="13"/>
                  </a:cubicBezTo>
                  <a:cubicBezTo>
                    <a:pt x="17" y="13"/>
                    <a:pt x="17" y="13"/>
                    <a:pt x="17" y="13"/>
                  </a:cubicBezTo>
                  <a:cubicBezTo>
                    <a:pt x="9" y="6"/>
                    <a:pt x="9" y="6"/>
                    <a:pt x="9" y="6"/>
                  </a:cubicBezTo>
                  <a:cubicBezTo>
                    <a:pt x="7" y="6"/>
                    <a:pt x="7" y="6"/>
                    <a:pt x="7" y="6"/>
                  </a:cubicBezTo>
                  <a:cubicBezTo>
                    <a:pt x="3" y="6"/>
                    <a:pt x="0" y="9"/>
                    <a:pt x="0" y="13"/>
                  </a:cubicBezTo>
                  <a:cubicBezTo>
                    <a:pt x="0" y="29"/>
                    <a:pt x="0" y="29"/>
                    <a:pt x="0" y="29"/>
                  </a:cubicBezTo>
                  <a:cubicBezTo>
                    <a:pt x="0" y="32"/>
                    <a:pt x="3" y="36"/>
                    <a:pt x="7" y="36"/>
                  </a:cubicBezTo>
                  <a:cubicBezTo>
                    <a:pt x="7" y="36"/>
                    <a:pt x="7" y="36"/>
                    <a:pt x="7" y="36"/>
                  </a:cubicBezTo>
                  <a:cubicBezTo>
                    <a:pt x="7" y="36"/>
                    <a:pt x="7" y="37"/>
                    <a:pt x="7" y="37"/>
                  </a:cubicBezTo>
                  <a:cubicBezTo>
                    <a:pt x="7" y="62"/>
                    <a:pt x="7" y="62"/>
                    <a:pt x="7" y="62"/>
                  </a:cubicBezTo>
                  <a:cubicBezTo>
                    <a:pt x="7" y="65"/>
                    <a:pt x="9" y="67"/>
                    <a:pt x="12" y="67"/>
                  </a:cubicBezTo>
                  <a:cubicBezTo>
                    <a:pt x="15" y="67"/>
                    <a:pt x="17" y="65"/>
                    <a:pt x="17" y="62"/>
                  </a:cubicBezTo>
                  <a:cubicBezTo>
                    <a:pt x="17" y="65"/>
                    <a:pt x="19" y="67"/>
                    <a:pt x="22" y="67"/>
                  </a:cubicBezTo>
                  <a:cubicBezTo>
                    <a:pt x="25" y="67"/>
                    <a:pt x="27" y="65"/>
                    <a:pt x="27" y="62"/>
                  </a:cubicBezTo>
                  <a:cubicBezTo>
                    <a:pt x="27" y="16"/>
                    <a:pt x="27" y="16"/>
                    <a:pt x="27" y="16"/>
                  </a:cubicBezTo>
                  <a:cubicBezTo>
                    <a:pt x="46" y="11"/>
                    <a:pt x="46" y="11"/>
                    <a:pt x="46" y="11"/>
                  </a:cubicBezTo>
                  <a:cubicBezTo>
                    <a:pt x="49" y="10"/>
                    <a:pt x="51" y="7"/>
                    <a:pt x="5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52" name="组合 751"/>
          <p:cNvGrpSpPr/>
          <p:nvPr/>
        </p:nvGrpSpPr>
        <p:grpSpPr>
          <a:xfrm>
            <a:off x="10588249" y="3935045"/>
            <a:ext cx="481013" cy="311151"/>
            <a:chOff x="8375650" y="6343650"/>
            <a:chExt cx="481013" cy="311151"/>
          </a:xfrm>
          <a:solidFill>
            <a:srgbClr val="707E84"/>
          </a:solidFill>
        </p:grpSpPr>
        <p:sp>
          <p:nvSpPr>
            <p:cNvPr id="753" name="Freeform 26"/>
            <p:cNvSpPr>
              <a:spLocks/>
            </p:cNvSpPr>
            <p:nvPr/>
          </p:nvSpPr>
          <p:spPr bwMode="auto">
            <a:xfrm>
              <a:off x="8375650" y="6405563"/>
              <a:ext cx="247650" cy="249238"/>
            </a:xfrm>
            <a:custGeom>
              <a:avLst/>
              <a:gdLst>
                <a:gd name="T0" fmla="*/ 27 w 66"/>
                <a:gd name="T1" fmla="*/ 20 h 65"/>
                <a:gd name="T2" fmla="*/ 33 w 66"/>
                <a:gd name="T3" fmla="*/ 0 h 65"/>
                <a:gd name="T4" fmla="*/ 3 w 66"/>
                <a:gd name="T5" fmla="*/ 31 h 65"/>
                <a:gd name="T6" fmla="*/ 8 w 66"/>
                <a:gd name="T7" fmla="*/ 47 h 65"/>
                <a:gd name="T8" fmla="*/ 0 w 66"/>
                <a:gd name="T9" fmla="*/ 65 h 65"/>
                <a:gd name="T10" fmla="*/ 25 w 66"/>
                <a:gd name="T11" fmla="*/ 59 h 65"/>
                <a:gd name="T12" fmla="*/ 44 w 66"/>
                <a:gd name="T13" fmla="*/ 63 h 65"/>
                <a:gd name="T14" fmla="*/ 66 w 66"/>
                <a:gd name="T15" fmla="*/ 58 h 65"/>
                <a:gd name="T16" fmla="*/ 27 w 66"/>
                <a:gd name="T17" fmla="*/ 2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65">
                  <a:moveTo>
                    <a:pt x="27" y="20"/>
                  </a:moveTo>
                  <a:cubicBezTo>
                    <a:pt x="27" y="13"/>
                    <a:pt x="29" y="6"/>
                    <a:pt x="33" y="0"/>
                  </a:cubicBezTo>
                  <a:cubicBezTo>
                    <a:pt x="16" y="4"/>
                    <a:pt x="3" y="16"/>
                    <a:pt x="3" y="31"/>
                  </a:cubicBezTo>
                  <a:cubicBezTo>
                    <a:pt x="3" y="37"/>
                    <a:pt x="5" y="42"/>
                    <a:pt x="8" y="47"/>
                  </a:cubicBezTo>
                  <a:cubicBezTo>
                    <a:pt x="0" y="65"/>
                    <a:pt x="0" y="65"/>
                    <a:pt x="0" y="65"/>
                  </a:cubicBezTo>
                  <a:cubicBezTo>
                    <a:pt x="25" y="59"/>
                    <a:pt x="25" y="59"/>
                    <a:pt x="25" y="59"/>
                  </a:cubicBezTo>
                  <a:cubicBezTo>
                    <a:pt x="31" y="61"/>
                    <a:pt x="37" y="63"/>
                    <a:pt x="44" y="63"/>
                  </a:cubicBezTo>
                  <a:cubicBezTo>
                    <a:pt x="52" y="63"/>
                    <a:pt x="60" y="61"/>
                    <a:pt x="66" y="58"/>
                  </a:cubicBezTo>
                  <a:cubicBezTo>
                    <a:pt x="44" y="55"/>
                    <a:pt x="27" y="39"/>
                    <a:pt x="27"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4" name="Freeform 27"/>
            <p:cNvSpPr>
              <a:spLocks noEditPoints="1"/>
            </p:cNvSpPr>
            <p:nvPr/>
          </p:nvSpPr>
          <p:spPr bwMode="auto">
            <a:xfrm>
              <a:off x="8499475" y="6343650"/>
              <a:ext cx="357188" cy="284163"/>
            </a:xfrm>
            <a:custGeom>
              <a:avLst/>
              <a:gdLst>
                <a:gd name="T0" fmla="*/ 95 w 95"/>
                <a:gd name="T1" fmla="*/ 74 h 74"/>
                <a:gd name="T2" fmla="*/ 64 w 95"/>
                <a:gd name="T3" fmla="*/ 67 h 74"/>
                <a:gd name="T4" fmla="*/ 45 w 95"/>
                <a:gd name="T5" fmla="*/ 70 h 74"/>
                <a:gd name="T6" fmla="*/ 0 w 95"/>
                <a:gd name="T7" fmla="*/ 35 h 74"/>
                <a:gd name="T8" fmla="*/ 45 w 95"/>
                <a:gd name="T9" fmla="*/ 0 h 74"/>
                <a:gd name="T10" fmla="*/ 90 w 95"/>
                <a:gd name="T11" fmla="*/ 35 h 74"/>
                <a:gd name="T12" fmla="*/ 85 w 95"/>
                <a:gd name="T13" fmla="*/ 51 h 74"/>
                <a:gd name="T14" fmla="*/ 95 w 95"/>
                <a:gd name="T15" fmla="*/ 74 h 74"/>
                <a:gd name="T16" fmla="*/ 64 w 95"/>
                <a:gd name="T17" fmla="*/ 59 h 74"/>
                <a:gd name="T18" fmla="*/ 83 w 95"/>
                <a:gd name="T19" fmla="*/ 64 h 74"/>
                <a:gd name="T20" fmla="*/ 76 w 95"/>
                <a:gd name="T21" fmla="*/ 50 h 74"/>
                <a:gd name="T22" fmla="*/ 78 w 95"/>
                <a:gd name="T23" fmla="*/ 49 h 74"/>
                <a:gd name="T24" fmla="*/ 83 w 95"/>
                <a:gd name="T25" fmla="*/ 35 h 74"/>
                <a:gd name="T26" fmla="*/ 45 w 95"/>
                <a:gd name="T27" fmla="*/ 7 h 74"/>
                <a:gd name="T28" fmla="*/ 7 w 95"/>
                <a:gd name="T29" fmla="*/ 35 h 74"/>
                <a:gd name="T30" fmla="*/ 45 w 95"/>
                <a:gd name="T31" fmla="*/ 63 h 74"/>
                <a:gd name="T32" fmla="*/ 63 w 95"/>
                <a:gd name="T33" fmla="*/ 60 h 74"/>
                <a:gd name="T34" fmla="*/ 64 w 95"/>
                <a:gd name="T35" fmla="*/ 59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5" h="74">
                  <a:moveTo>
                    <a:pt x="95" y="74"/>
                  </a:moveTo>
                  <a:cubicBezTo>
                    <a:pt x="64" y="67"/>
                    <a:pt x="64" y="67"/>
                    <a:pt x="64" y="67"/>
                  </a:cubicBezTo>
                  <a:cubicBezTo>
                    <a:pt x="58" y="69"/>
                    <a:pt x="52" y="70"/>
                    <a:pt x="45" y="70"/>
                  </a:cubicBezTo>
                  <a:cubicBezTo>
                    <a:pt x="20" y="70"/>
                    <a:pt x="0" y="54"/>
                    <a:pt x="0" y="35"/>
                  </a:cubicBezTo>
                  <a:cubicBezTo>
                    <a:pt x="0" y="16"/>
                    <a:pt x="20" y="0"/>
                    <a:pt x="45" y="0"/>
                  </a:cubicBezTo>
                  <a:cubicBezTo>
                    <a:pt x="70" y="0"/>
                    <a:pt x="90" y="16"/>
                    <a:pt x="90" y="35"/>
                  </a:cubicBezTo>
                  <a:cubicBezTo>
                    <a:pt x="90" y="41"/>
                    <a:pt x="88" y="46"/>
                    <a:pt x="85" y="51"/>
                  </a:cubicBezTo>
                  <a:lnTo>
                    <a:pt x="95" y="74"/>
                  </a:lnTo>
                  <a:close/>
                  <a:moveTo>
                    <a:pt x="64" y="59"/>
                  </a:moveTo>
                  <a:cubicBezTo>
                    <a:pt x="83" y="64"/>
                    <a:pt x="83" y="64"/>
                    <a:pt x="83" y="64"/>
                  </a:cubicBezTo>
                  <a:cubicBezTo>
                    <a:pt x="76" y="50"/>
                    <a:pt x="76" y="50"/>
                    <a:pt x="76" y="50"/>
                  </a:cubicBezTo>
                  <a:cubicBezTo>
                    <a:pt x="78" y="49"/>
                    <a:pt x="78" y="49"/>
                    <a:pt x="78" y="49"/>
                  </a:cubicBezTo>
                  <a:cubicBezTo>
                    <a:pt x="81" y="44"/>
                    <a:pt x="83" y="40"/>
                    <a:pt x="83" y="35"/>
                  </a:cubicBezTo>
                  <a:cubicBezTo>
                    <a:pt x="83" y="19"/>
                    <a:pt x="66" y="7"/>
                    <a:pt x="45" y="7"/>
                  </a:cubicBezTo>
                  <a:cubicBezTo>
                    <a:pt x="24" y="7"/>
                    <a:pt x="7" y="19"/>
                    <a:pt x="7" y="35"/>
                  </a:cubicBezTo>
                  <a:cubicBezTo>
                    <a:pt x="7" y="50"/>
                    <a:pt x="24" y="63"/>
                    <a:pt x="45" y="63"/>
                  </a:cubicBezTo>
                  <a:cubicBezTo>
                    <a:pt x="51" y="63"/>
                    <a:pt x="57" y="62"/>
                    <a:pt x="63" y="60"/>
                  </a:cubicBezTo>
                  <a:lnTo>
                    <a:pt x="64"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5" name="Freeform 28"/>
            <p:cNvSpPr>
              <a:spLocks/>
            </p:cNvSpPr>
            <p:nvPr/>
          </p:nvSpPr>
          <p:spPr bwMode="auto">
            <a:xfrm>
              <a:off x="8609013" y="6381750"/>
              <a:ext cx="123825" cy="192088"/>
            </a:xfrm>
            <a:custGeom>
              <a:avLst/>
              <a:gdLst>
                <a:gd name="T0" fmla="*/ 31 w 33"/>
                <a:gd name="T1" fmla="*/ 27 h 50"/>
                <a:gd name="T2" fmla="*/ 26 w 33"/>
                <a:gd name="T3" fmla="*/ 24 h 50"/>
                <a:gd name="T4" fmla="*/ 21 w 33"/>
                <a:gd name="T5" fmla="*/ 22 h 50"/>
                <a:gd name="T6" fmla="*/ 18 w 33"/>
                <a:gd name="T7" fmla="*/ 21 h 50"/>
                <a:gd name="T8" fmla="*/ 14 w 33"/>
                <a:gd name="T9" fmla="*/ 20 h 50"/>
                <a:gd name="T10" fmla="*/ 11 w 33"/>
                <a:gd name="T11" fmla="*/ 19 h 50"/>
                <a:gd name="T12" fmla="*/ 9 w 33"/>
                <a:gd name="T13" fmla="*/ 18 h 50"/>
                <a:gd name="T14" fmla="*/ 9 w 33"/>
                <a:gd name="T15" fmla="*/ 16 h 50"/>
                <a:gd name="T16" fmla="*/ 9 w 33"/>
                <a:gd name="T17" fmla="*/ 14 h 50"/>
                <a:gd name="T18" fmla="*/ 11 w 33"/>
                <a:gd name="T19" fmla="*/ 13 h 50"/>
                <a:gd name="T20" fmla="*/ 14 w 33"/>
                <a:gd name="T21" fmla="*/ 12 h 50"/>
                <a:gd name="T22" fmla="*/ 17 w 33"/>
                <a:gd name="T23" fmla="*/ 12 h 50"/>
                <a:gd name="T24" fmla="*/ 22 w 33"/>
                <a:gd name="T25" fmla="*/ 12 h 50"/>
                <a:gd name="T26" fmla="*/ 26 w 33"/>
                <a:gd name="T27" fmla="*/ 14 h 50"/>
                <a:gd name="T28" fmla="*/ 27 w 33"/>
                <a:gd name="T29" fmla="*/ 14 h 50"/>
                <a:gd name="T30" fmla="*/ 28 w 33"/>
                <a:gd name="T31" fmla="*/ 14 h 50"/>
                <a:gd name="T32" fmla="*/ 30 w 33"/>
                <a:gd name="T33" fmla="*/ 13 h 50"/>
                <a:gd name="T34" fmla="*/ 31 w 33"/>
                <a:gd name="T35" fmla="*/ 12 h 50"/>
                <a:gd name="T36" fmla="*/ 30 w 33"/>
                <a:gd name="T37" fmla="*/ 10 h 50"/>
                <a:gd name="T38" fmla="*/ 27 w 33"/>
                <a:gd name="T39" fmla="*/ 8 h 50"/>
                <a:gd name="T40" fmla="*/ 23 w 33"/>
                <a:gd name="T41" fmla="*/ 6 h 50"/>
                <a:gd name="T42" fmla="*/ 18 w 33"/>
                <a:gd name="T43" fmla="*/ 6 h 50"/>
                <a:gd name="T44" fmla="*/ 18 w 33"/>
                <a:gd name="T45" fmla="*/ 2 h 50"/>
                <a:gd name="T46" fmla="*/ 16 w 33"/>
                <a:gd name="T47" fmla="*/ 0 h 50"/>
                <a:gd name="T48" fmla="*/ 14 w 33"/>
                <a:gd name="T49" fmla="*/ 2 h 50"/>
                <a:gd name="T50" fmla="*/ 14 w 33"/>
                <a:gd name="T51" fmla="*/ 6 h 50"/>
                <a:gd name="T52" fmla="*/ 10 w 33"/>
                <a:gd name="T53" fmla="*/ 6 h 50"/>
                <a:gd name="T54" fmla="*/ 5 w 33"/>
                <a:gd name="T55" fmla="*/ 8 h 50"/>
                <a:gd name="T56" fmla="*/ 2 w 33"/>
                <a:gd name="T57" fmla="*/ 12 h 50"/>
                <a:gd name="T58" fmla="*/ 0 w 33"/>
                <a:gd name="T59" fmla="*/ 16 h 50"/>
                <a:gd name="T60" fmla="*/ 1 w 33"/>
                <a:gd name="T61" fmla="*/ 20 h 50"/>
                <a:gd name="T62" fmla="*/ 3 w 33"/>
                <a:gd name="T63" fmla="*/ 23 h 50"/>
                <a:gd name="T64" fmla="*/ 7 w 33"/>
                <a:gd name="T65" fmla="*/ 25 h 50"/>
                <a:gd name="T66" fmla="*/ 11 w 33"/>
                <a:gd name="T67" fmla="*/ 26 h 50"/>
                <a:gd name="T68" fmla="*/ 15 w 33"/>
                <a:gd name="T69" fmla="*/ 28 h 50"/>
                <a:gd name="T70" fmla="*/ 20 w 33"/>
                <a:gd name="T71" fmla="*/ 29 h 50"/>
                <a:gd name="T72" fmla="*/ 24 w 33"/>
                <a:gd name="T73" fmla="*/ 31 h 50"/>
                <a:gd name="T74" fmla="*/ 25 w 33"/>
                <a:gd name="T75" fmla="*/ 33 h 50"/>
                <a:gd name="T76" fmla="*/ 24 w 33"/>
                <a:gd name="T77" fmla="*/ 36 h 50"/>
                <a:gd name="T78" fmla="*/ 23 w 33"/>
                <a:gd name="T79" fmla="*/ 38 h 50"/>
                <a:gd name="T80" fmla="*/ 20 w 33"/>
                <a:gd name="T81" fmla="*/ 39 h 50"/>
                <a:gd name="T82" fmla="*/ 17 w 33"/>
                <a:gd name="T83" fmla="*/ 39 h 50"/>
                <a:gd name="T84" fmla="*/ 12 w 33"/>
                <a:gd name="T85" fmla="*/ 39 h 50"/>
                <a:gd name="T86" fmla="*/ 8 w 33"/>
                <a:gd name="T87" fmla="*/ 37 h 50"/>
                <a:gd name="T88" fmla="*/ 5 w 33"/>
                <a:gd name="T89" fmla="*/ 36 h 50"/>
                <a:gd name="T90" fmla="*/ 3 w 33"/>
                <a:gd name="T91" fmla="*/ 36 h 50"/>
                <a:gd name="T92" fmla="*/ 1 w 33"/>
                <a:gd name="T93" fmla="*/ 36 h 50"/>
                <a:gd name="T94" fmla="*/ 0 w 33"/>
                <a:gd name="T95" fmla="*/ 38 h 50"/>
                <a:gd name="T96" fmla="*/ 2 w 33"/>
                <a:gd name="T97" fmla="*/ 41 h 50"/>
                <a:gd name="T98" fmla="*/ 5 w 33"/>
                <a:gd name="T99" fmla="*/ 43 h 50"/>
                <a:gd name="T100" fmla="*/ 10 w 33"/>
                <a:gd name="T101" fmla="*/ 44 h 50"/>
                <a:gd name="T102" fmla="*/ 14 w 33"/>
                <a:gd name="T103" fmla="*/ 45 h 50"/>
                <a:gd name="T104" fmla="*/ 14 w 33"/>
                <a:gd name="T105" fmla="*/ 47 h 50"/>
                <a:gd name="T106" fmla="*/ 16 w 33"/>
                <a:gd name="T107" fmla="*/ 50 h 50"/>
                <a:gd name="T108" fmla="*/ 18 w 33"/>
                <a:gd name="T109" fmla="*/ 47 h 50"/>
                <a:gd name="T110" fmla="*/ 18 w 33"/>
                <a:gd name="T111" fmla="*/ 45 h 50"/>
                <a:gd name="T112" fmla="*/ 23 w 33"/>
                <a:gd name="T113" fmla="*/ 44 h 50"/>
                <a:gd name="T114" fmla="*/ 28 w 33"/>
                <a:gd name="T115" fmla="*/ 42 h 50"/>
                <a:gd name="T116" fmla="*/ 32 w 33"/>
                <a:gd name="T117" fmla="*/ 38 h 50"/>
                <a:gd name="T118" fmla="*/ 33 w 33"/>
                <a:gd name="T119" fmla="*/ 33 h 50"/>
                <a:gd name="T120" fmla="*/ 31 w 33"/>
                <a:gd name="T121" fmla="*/ 2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 h="50">
                  <a:moveTo>
                    <a:pt x="31" y="27"/>
                  </a:moveTo>
                  <a:cubicBezTo>
                    <a:pt x="30" y="25"/>
                    <a:pt x="28" y="24"/>
                    <a:pt x="26" y="24"/>
                  </a:cubicBezTo>
                  <a:cubicBezTo>
                    <a:pt x="24" y="23"/>
                    <a:pt x="23" y="23"/>
                    <a:pt x="21" y="22"/>
                  </a:cubicBezTo>
                  <a:cubicBezTo>
                    <a:pt x="20" y="22"/>
                    <a:pt x="19" y="22"/>
                    <a:pt x="18" y="21"/>
                  </a:cubicBezTo>
                  <a:cubicBezTo>
                    <a:pt x="16" y="21"/>
                    <a:pt x="15" y="21"/>
                    <a:pt x="14" y="20"/>
                  </a:cubicBezTo>
                  <a:cubicBezTo>
                    <a:pt x="13" y="20"/>
                    <a:pt x="12" y="20"/>
                    <a:pt x="11" y="19"/>
                  </a:cubicBezTo>
                  <a:cubicBezTo>
                    <a:pt x="10" y="19"/>
                    <a:pt x="10" y="19"/>
                    <a:pt x="9" y="18"/>
                  </a:cubicBezTo>
                  <a:cubicBezTo>
                    <a:pt x="9" y="17"/>
                    <a:pt x="9" y="17"/>
                    <a:pt x="9" y="16"/>
                  </a:cubicBezTo>
                  <a:cubicBezTo>
                    <a:pt x="9" y="16"/>
                    <a:pt x="9" y="15"/>
                    <a:pt x="9" y="14"/>
                  </a:cubicBezTo>
                  <a:cubicBezTo>
                    <a:pt x="10" y="14"/>
                    <a:pt x="10" y="13"/>
                    <a:pt x="11" y="13"/>
                  </a:cubicBezTo>
                  <a:cubicBezTo>
                    <a:pt x="12" y="12"/>
                    <a:pt x="12" y="12"/>
                    <a:pt x="14" y="12"/>
                  </a:cubicBezTo>
                  <a:cubicBezTo>
                    <a:pt x="15" y="12"/>
                    <a:pt x="16" y="12"/>
                    <a:pt x="17" y="12"/>
                  </a:cubicBezTo>
                  <a:cubicBezTo>
                    <a:pt x="19" y="12"/>
                    <a:pt x="21" y="12"/>
                    <a:pt x="22" y="12"/>
                  </a:cubicBezTo>
                  <a:cubicBezTo>
                    <a:pt x="24" y="13"/>
                    <a:pt x="25" y="13"/>
                    <a:pt x="26" y="14"/>
                  </a:cubicBezTo>
                  <a:cubicBezTo>
                    <a:pt x="26" y="14"/>
                    <a:pt x="27" y="14"/>
                    <a:pt x="27" y="14"/>
                  </a:cubicBezTo>
                  <a:cubicBezTo>
                    <a:pt x="27" y="14"/>
                    <a:pt x="28" y="14"/>
                    <a:pt x="28" y="14"/>
                  </a:cubicBezTo>
                  <a:cubicBezTo>
                    <a:pt x="29" y="14"/>
                    <a:pt x="29" y="14"/>
                    <a:pt x="30" y="13"/>
                  </a:cubicBezTo>
                  <a:cubicBezTo>
                    <a:pt x="30" y="13"/>
                    <a:pt x="31" y="13"/>
                    <a:pt x="31" y="12"/>
                  </a:cubicBezTo>
                  <a:cubicBezTo>
                    <a:pt x="31" y="11"/>
                    <a:pt x="30" y="10"/>
                    <a:pt x="30" y="10"/>
                  </a:cubicBezTo>
                  <a:cubicBezTo>
                    <a:pt x="29" y="9"/>
                    <a:pt x="28" y="8"/>
                    <a:pt x="27" y="8"/>
                  </a:cubicBezTo>
                  <a:cubicBezTo>
                    <a:pt x="26" y="7"/>
                    <a:pt x="25" y="7"/>
                    <a:pt x="23" y="6"/>
                  </a:cubicBezTo>
                  <a:cubicBezTo>
                    <a:pt x="21" y="6"/>
                    <a:pt x="20" y="6"/>
                    <a:pt x="18" y="6"/>
                  </a:cubicBezTo>
                  <a:cubicBezTo>
                    <a:pt x="18" y="2"/>
                    <a:pt x="18" y="2"/>
                    <a:pt x="18" y="2"/>
                  </a:cubicBezTo>
                  <a:cubicBezTo>
                    <a:pt x="18" y="1"/>
                    <a:pt x="17" y="0"/>
                    <a:pt x="16" y="0"/>
                  </a:cubicBezTo>
                  <a:cubicBezTo>
                    <a:pt x="15" y="0"/>
                    <a:pt x="14" y="1"/>
                    <a:pt x="14" y="2"/>
                  </a:cubicBezTo>
                  <a:cubicBezTo>
                    <a:pt x="14" y="6"/>
                    <a:pt x="14" y="6"/>
                    <a:pt x="14" y="6"/>
                  </a:cubicBezTo>
                  <a:cubicBezTo>
                    <a:pt x="12" y="6"/>
                    <a:pt x="11" y="6"/>
                    <a:pt x="10" y="6"/>
                  </a:cubicBezTo>
                  <a:cubicBezTo>
                    <a:pt x="8" y="7"/>
                    <a:pt x="6" y="7"/>
                    <a:pt x="5" y="8"/>
                  </a:cubicBezTo>
                  <a:cubicBezTo>
                    <a:pt x="4" y="9"/>
                    <a:pt x="2" y="10"/>
                    <a:pt x="2" y="12"/>
                  </a:cubicBezTo>
                  <a:cubicBezTo>
                    <a:pt x="1" y="13"/>
                    <a:pt x="0" y="15"/>
                    <a:pt x="0" y="16"/>
                  </a:cubicBezTo>
                  <a:cubicBezTo>
                    <a:pt x="0" y="18"/>
                    <a:pt x="1" y="19"/>
                    <a:pt x="1" y="20"/>
                  </a:cubicBezTo>
                  <a:cubicBezTo>
                    <a:pt x="2" y="21"/>
                    <a:pt x="2" y="22"/>
                    <a:pt x="3" y="23"/>
                  </a:cubicBezTo>
                  <a:cubicBezTo>
                    <a:pt x="4" y="24"/>
                    <a:pt x="5" y="25"/>
                    <a:pt x="7" y="25"/>
                  </a:cubicBezTo>
                  <a:cubicBezTo>
                    <a:pt x="8" y="26"/>
                    <a:pt x="9" y="26"/>
                    <a:pt x="11" y="26"/>
                  </a:cubicBezTo>
                  <a:cubicBezTo>
                    <a:pt x="12" y="27"/>
                    <a:pt x="14" y="27"/>
                    <a:pt x="15" y="28"/>
                  </a:cubicBezTo>
                  <a:cubicBezTo>
                    <a:pt x="17" y="28"/>
                    <a:pt x="19" y="28"/>
                    <a:pt x="20" y="29"/>
                  </a:cubicBezTo>
                  <a:cubicBezTo>
                    <a:pt x="22" y="29"/>
                    <a:pt x="23" y="30"/>
                    <a:pt x="24" y="31"/>
                  </a:cubicBezTo>
                  <a:cubicBezTo>
                    <a:pt x="25" y="31"/>
                    <a:pt x="25" y="32"/>
                    <a:pt x="25" y="33"/>
                  </a:cubicBezTo>
                  <a:cubicBezTo>
                    <a:pt x="25" y="34"/>
                    <a:pt x="25" y="35"/>
                    <a:pt x="24" y="36"/>
                  </a:cubicBezTo>
                  <a:cubicBezTo>
                    <a:pt x="24" y="37"/>
                    <a:pt x="23" y="37"/>
                    <a:pt x="23" y="38"/>
                  </a:cubicBezTo>
                  <a:cubicBezTo>
                    <a:pt x="22" y="38"/>
                    <a:pt x="21" y="38"/>
                    <a:pt x="20" y="39"/>
                  </a:cubicBezTo>
                  <a:cubicBezTo>
                    <a:pt x="19" y="39"/>
                    <a:pt x="18" y="39"/>
                    <a:pt x="17" y="39"/>
                  </a:cubicBezTo>
                  <a:cubicBezTo>
                    <a:pt x="15" y="39"/>
                    <a:pt x="14" y="39"/>
                    <a:pt x="12" y="39"/>
                  </a:cubicBezTo>
                  <a:cubicBezTo>
                    <a:pt x="11" y="38"/>
                    <a:pt x="10" y="38"/>
                    <a:pt x="8" y="37"/>
                  </a:cubicBezTo>
                  <a:cubicBezTo>
                    <a:pt x="7" y="37"/>
                    <a:pt x="6" y="36"/>
                    <a:pt x="5" y="36"/>
                  </a:cubicBezTo>
                  <a:cubicBezTo>
                    <a:pt x="4" y="36"/>
                    <a:pt x="4" y="36"/>
                    <a:pt x="3" y="36"/>
                  </a:cubicBezTo>
                  <a:cubicBezTo>
                    <a:pt x="2" y="36"/>
                    <a:pt x="2" y="36"/>
                    <a:pt x="1" y="36"/>
                  </a:cubicBezTo>
                  <a:cubicBezTo>
                    <a:pt x="1" y="37"/>
                    <a:pt x="0" y="37"/>
                    <a:pt x="0" y="38"/>
                  </a:cubicBezTo>
                  <a:cubicBezTo>
                    <a:pt x="0" y="39"/>
                    <a:pt x="1" y="40"/>
                    <a:pt x="2" y="41"/>
                  </a:cubicBezTo>
                  <a:cubicBezTo>
                    <a:pt x="2" y="42"/>
                    <a:pt x="4" y="42"/>
                    <a:pt x="5" y="43"/>
                  </a:cubicBezTo>
                  <a:cubicBezTo>
                    <a:pt x="6" y="44"/>
                    <a:pt x="8" y="44"/>
                    <a:pt x="10" y="44"/>
                  </a:cubicBezTo>
                  <a:cubicBezTo>
                    <a:pt x="11" y="45"/>
                    <a:pt x="12" y="45"/>
                    <a:pt x="14" y="45"/>
                  </a:cubicBezTo>
                  <a:cubicBezTo>
                    <a:pt x="14" y="47"/>
                    <a:pt x="14" y="47"/>
                    <a:pt x="14" y="47"/>
                  </a:cubicBezTo>
                  <a:cubicBezTo>
                    <a:pt x="14" y="49"/>
                    <a:pt x="15" y="50"/>
                    <a:pt x="16" y="50"/>
                  </a:cubicBezTo>
                  <a:cubicBezTo>
                    <a:pt x="17" y="50"/>
                    <a:pt x="18" y="49"/>
                    <a:pt x="18" y="47"/>
                  </a:cubicBezTo>
                  <a:cubicBezTo>
                    <a:pt x="18" y="45"/>
                    <a:pt x="18" y="45"/>
                    <a:pt x="18" y="45"/>
                  </a:cubicBezTo>
                  <a:cubicBezTo>
                    <a:pt x="20" y="45"/>
                    <a:pt x="21" y="44"/>
                    <a:pt x="23" y="44"/>
                  </a:cubicBezTo>
                  <a:cubicBezTo>
                    <a:pt x="25" y="44"/>
                    <a:pt x="27" y="43"/>
                    <a:pt x="28" y="42"/>
                  </a:cubicBezTo>
                  <a:cubicBezTo>
                    <a:pt x="30" y="41"/>
                    <a:pt x="31" y="39"/>
                    <a:pt x="32" y="38"/>
                  </a:cubicBezTo>
                  <a:cubicBezTo>
                    <a:pt x="33" y="36"/>
                    <a:pt x="33" y="35"/>
                    <a:pt x="33" y="33"/>
                  </a:cubicBezTo>
                  <a:cubicBezTo>
                    <a:pt x="33" y="30"/>
                    <a:pt x="33" y="28"/>
                    <a:pt x="31"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56" name="组合 755"/>
          <p:cNvGrpSpPr/>
          <p:nvPr/>
        </p:nvGrpSpPr>
        <p:grpSpPr>
          <a:xfrm>
            <a:off x="10142983" y="3946437"/>
            <a:ext cx="373010" cy="288366"/>
            <a:chOff x="9175750" y="6338888"/>
            <a:chExt cx="412750" cy="319088"/>
          </a:xfrm>
          <a:solidFill>
            <a:srgbClr val="707E84"/>
          </a:solidFill>
        </p:grpSpPr>
        <p:sp>
          <p:nvSpPr>
            <p:cNvPr id="757" name="Freeform 51"/>
            <p:cNvSpPr>
              <a:spLocks noEditPoints="1"/>
            </p:cNvSpPr>
            <p:nvPr/>
          </p:nvSpPr>
          <p:spPr bwMode="auto">
            <a:xfrm>
              <a:off x="9175750" y="6338888"/>
              <a:ext cx="412750" cy="319088"/>
            </a:xfrm>
            <a:custGeom>
              <a:avLst/>
              <a:gdLst>
                <a:gd name="T0" fmla="*/ 102 w 110"/>
                <a:gd name="T1" fmla="*/ 0 h 83"/>
                <a:gd name="T2" fmla="*/ 9 w 110"/>
                <a:gd name="T3" fmla="*/ 0 h 83"/>
                <a:gd name="T4" fmla="*/ 0 w 110"/>
                <a:gd name="T5" fmla="*/ 8 h 83"/>
                <a:gd name="T6" fmla="*/ 0 w 110"/>
                <a:gd name="T7" fmla="*/ 74 h 83"/>
                <a:gd name="T8" fmla="*/ 9 w 110"/>
                <a:gd name="T9" fmla="*/ 83 h 83"/>
                <a:gd name="T10" fmla="*/ 102 w 110"/>
                <a:gd name="T11" fmla="*/ 83 h 83"/>
                <a:gd name="T12" fmla="*/ 110 w 110"/>
                <a:gd name="T13" fmla="*/ 74 h 83"/>
                <a:gd name="T14" fmla="*/ 110 w 110"/>
                <a:gd name="T15" fmla="*/ 8 h 83"/>
                <a:gd name="T16" fmla="*/ 102 w 110"/>
                <a:gd name="T17" fmla="*/ 0 h 83"/>
                <a:gd name="T18" fmla="*/ 104 w 110"/>
                <a:gd name="T19" fmla="*/ 38 h 83"/>
                <a:gd name="T20" fmla="*/ 86 w 110"/>
                <a:gd name="T21" fmla="*/ 24 h 83"/>
                <a:gd name="T22" fmla="*/ 80 w 110"/>
                <a:gd name="T23" fmla="*/ 24 h 83"/>
                <a:gd name="T24" fmla="*/ 52 w 110"/>
                <a:gd name="T25" fmla="*/ 47 h 83"/>
                <a:gd name="T26" fmla="*/ 45 w 110"/>
                <a:gd name="T27" fmla="*/ 47 h 83"/>
                <a:gd name="T28" fmla="*/ 30 w 110"/>
                <a:gd name="T29" fmla="*/ 35 h 83"/>
                <a:gd name="T30" fmla="*/ 23 w 110"/>
                <a:gd name="T31" fmla="*/ 35 h 83"/>
                <a:gd name="T32" fmla="*/ 7 w 110"/>
                <a:gd name="T33" fmla="*/ 48 h 83"/>
                <a:gd name="T34" fmla="*/ 7 w 110"/>
                <a:gd name="T35" fmla="*/ 10 h 83"/>
                <a:gd name="T36" fmla="*/ 11 w 110"/>
                <a:gd name="T37" fmla="*/ 6 h 83"/>
                <a:gd name="T38" fmla="*/ 100 w 110"/>
                <a:gd name="T39" fmla="*/ 6 h 83"/>
                <a:gd name="T40" fmla="*/ 104 w 110"/>
                <a:gd name="T41" fmla="*/ 10 h 83"/>
                <a:gd name="T42" fmla="*/ 104 w 110"/>
                <a:gd name="T43" fmla="*/ 38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0" h="83">
                  <a:moveTo>
                    <a:pt x="102" y="0"/>
                  </a:moveTo>
                  <a:cubicBezTo>
                    <a:pt x="9" y="0"/>
                    <a:pt x="9" y="0"/>
                    <a:pt x="9" y="0"/>
                  </a:cubicBezTo>
                  <a:cubicBezTo>
                    <a:pt x="4" y="0"/>
                    <a:pt x="0" y="4"/>
                    <a:pt x="0" y="8"/>
                  </a:cubicBezTo>
                  <a:cubicBezTo>
                    <a:pt x="0" y="74"/>
                    <a:pt x="0" y="74"/>
                    <a:pt x="0" y="74"/>
                  </a:cubicBezTo>
                  <a:cubicBezTo>
                    <a:pt x="0" y="79"/>
                    <a:pt x="4" y="83"/>
                    <a:pt x="9" y="83"/>
                  </a:cubicBezTo>
                  <a:cubicBezTo>
                    <a:pt x="102" y="83"/>
                    <a:pt x="102" y="83"/>
                    <a:pt x="102" y="83"/>
                  </a:cubicBezTo>
                  <a:cubicBezTo>
                    <a:pt x="106" y="83"/>
                    <a:pt x="110" y="79"/>
                    <a:pt x="110" y="74"/>
                  </a:cubicBezTo>
                  <a:cubicBezTo>
                    <a:pt x="110" y="8"/>
                    <a:pt x="110" y="8"/>
                    <a:pt x="110" y="8"/>
                  </a:cubicBezTo>
                  <a:cubicBezTo>
                    <a:pt x="110" y="4"/>
                    <a:pt x="106" y="0"/>
                    <a:pt x="102" y="0"/>
                  </a:cubicBezTo>
                  <a:close/>
                  <a:moveTo>
                    <a:pt x="104" y="38"/>
                  </a:moveTo>
                  <a:cubicBezTo>
                    <a:pt x="86" y="24"/>
                    <a:pt x="86" y="24"/>
                    <a:pt x="86" y="24"/>
                  </a:cubicBezTo>
                  <a:cubicBezTo>
                    <a:pt x="85" y="22"/>
                    <a:pt x="82" y="22"/>
                    <a:pt x="80" y="24"/>
                  </a:cubicBezTo>
                  <a:cubicBezTo>
                    <a:pt x="52" y="47"/>
                    <a:pt x="52" y="47"/>
                    <a:pt x="52" y="47"/>
                  </a:cubicBezTo>
                  <a:cubicBezTo>
                    <a:pt x="50" y="49"/>
                    <a:pt x="47" y="49"/>
                    <a:pt x="45" y="47"/>
                  </a:cubicBezTo>
                  <a:cubicBezTo>
                    <a:pt x="30" y="35"/>
                    <a:pt x="30" y="35"/>
                    <a:pt x="30" y="35"/>
                  </a:cubicBezTo>
                  <a:cubicBezTo>
                    <a:pt x="28" y="34"/>
                    <a:pt x="25" y="34"/>
                    <a:pt x="23" y="35"/>
                  </a:cubicBezTo>
                  <a:cubicBezTo>
                    <a:pt x="7" y="48"/>
                    <a:pt x="7" y="48"/>
                    <a:pt x="7" y="48"/>
                  </a:cubicBezTo>
                  <a:cubicBezTo>
                    <a:pt x="7" y="10"/>
                    <a:pt x="7" y="10"/>
                    <a:pt x="7" y="10"/>
                  </a:cubicBezTo>
                  <a:cubicBezTo>
                    <a:pt x="7" y="8"/>
                    <a:pt x="8" y="6"/>
                    <a:pt x="11" y="6"/>
                  </a:cubicBezTo>
                  <a:cubicBezTo>
                    <a:pt x="100" y="6"/>
                    <a:pt x="100" y="6"/>
                    <a:pt x="100" y="6"/>
                  </a:cubicBezTo>
                  <a:cubicBezTo>
                    <a:pt x="102" y="6"/>
                    <a:pt x="104" y="8"/>
                    <a:pt x="104" y="10"/>
                  </a:cubicBezTo>
                  <a:lnTo>
                    <a:pt x="104"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8" name="Oval 52"/>
            <p:cNvSpPr>
              <a:spLocks noChangeArrowheads="1"/>
            </p:cNvSpPr>
            <p:nvPr/>
          </p:nvSpPr>
          <p:spPr bwMode="auto">
            <a:xfrm>
              <a:off x="9302750" y="6392863"/>
              <a:ext cx="71438" cy="698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59" name="组合 758"/>
          <p:cNvGrpSpPr/>
          <p:nvPr/>
        </p:nvGrpSpPr>
        <p:grpSpPr>
          <a:xfrm>
            <a:off x="11204358" y="3934062"/>
            <a:ext cx="333904" cy="313116"/>
            <a:chOff x="7629525" y="6324600"/>
            <a:chExt cx="407988" cy="382588"/>
          </a:xfrm>
          <a:solidFill>
            <a:srgbClr val="707E84"/>
          </a:solidFill>
        </p:grpSpPr>
        <p:grpSp>
          <p:nvGrpSpPr>
            <p:cNvPr id="760" name="组合 759"/>
            <p:cNvGrpSpPr/>
            <p:nvPr/>
          </p:nvGrpSpPr>
          <p:grpSpPr>
            <a:xfrm>
              <a:off x="7820025" y="6324600"/>
              <a:ext cx="217488" cy="382588"/>
              <a:chOff x="7820025" y="6324600"/>
              <a:chExt cx="217488" cy="382588"/>
            </a:xfrm>
            <a:grpFill/>
          </p:grpSpPr>
          <p:sp>
            <p:nvSpPr>
              <p:cNvPr id="763" name="Oval 61"/>
              <p:cNvSpPr>
                <a:spLocks noChangeArrowheads="1"/>
              </p:cNvSpPr>
              <p:nvPr/>
            </p:nvSpPr>
            <p:spPr bwMode="auto">
              <a:xfrm>
                <a:off x="7910513" y="6324600"/>
                <a:ext cx="74613" cy="762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4" name="Freeform 62"/>
              <p:cNvSpPr>
                <a:spLocks/>
              </p:cNvSpPr>
              <p:nvPr/>
            </p:nvSpPr>
            <p:spPr bwMode="auto">
              <a:xfrm>
                <a:off x="7820025" y="6408738"/>
                <a:ext cx="217488" cy="298450"/>
              </a:xfrm>
              <a:custGeom>
                <a:avLst/>
                <a:gdLst>
                  <a:gd name="T0" fmla="*/ 57 w 58"/>
                  <a:gd name="T1" fmla="*/ 71 h 78"/>
                  <a:gd name="T2" fmla="*/ 53 w 58"/>
                  <a:gd name="T3" fmla="*/ 58 h 78"/>
                  <a:gd name="T4" fmla="*/ 48 w 58"/>
                  <a:gd name="T5" fmla="*/ 35 h 78"/>
                  <a:gd name="T6" fmla="*/ 46 w 58"/>
                  <a:gd name="T7" fmla="*/ 9 h 78"/>
                  <a:gd name="T8" fmla="*/ 37 w 58"/>
                  <a:gd name="T9" fmla="*/ 0 h 78"/>
                  <a:gd name="T10" fmla="*/ 29 w 58"/>
                  <a:gd name="T11" fmla="*/ 5 h 78"/>
                  <a:gd name="T12" fmla="*/ 23 w 58"/>
                  <a:gd name="T13" fmla="*/ 13 h 78"/>
                  <a:gd name="T14" fmla="*/ 3 w 58"/>
                  <a:gd name="T15" fmla="*/ 23 h 78"/>
                  <a:gd name="T16" fmla="*/ 1 w 58"/>
                  <a:gd name="T17" fmla="*/ 29 h 78"/>
                  <a:gd name="T18" fmla="*/ 5 w 58"/>
                  <a:gd name="T19" fmla="*/ 31 h 78"/>
                  <a:gd name="T20" fmla="*/ 7 w 58"/>
                  <a:gd name="T21" fmla="*/ 30 h 78"/>
                  <a:gd name="T22" fmla="*/ 27 w 58"/>
                  <a:gd name="T23" fmla="*/ 20 h 78"/>
                  <a:gd name="T24" fmla="*/ 28 w 58"/>
                  <a:gd name="T25" fmla="*/ 19 h 78"/>
                  <a:gd name="T26" fmla="*/ 28 w 58"/>
                  <a:gd name="T27" fmla="*/ 28 h 78"/>
                  <a:gd name="T28" fmla="*/ 29 w 58"/>
                  <a:gd name="T29" fmla="*/ 31 h 78"/>
                  <a:gd name="T30" fmla="*/ 20 w 58"/>
                  <a:gd name="T31" fmla="*/ 50 h 78"/>
                  <a:gd name="T32" fmla="*/ 16 w 58"/>
                  <a:gd name="T33" fmla="*/ 72 h 78"/>
                  <a:gd name="T34" fmla="*/ 20 w 58"/>
                  <a:gd name="T35" fmla="*/ 78 h 78"/>
                  <a:gd name="T36" fmla="*/ 21 w 58"/>
                  <a:gd name="T37" fmla="*/ 78 h 78"/>
                  <a:gd name="T38" fmla="*/ 26 w 58"/>
                  <a:gd name="T39" fmla="*/ 74 h 78"/>
                  <a:gd name="T40" fmla="*/ 30 w 58"/>
                  <a:gd name="T41" fmla="*/ 52 h 78"/>
                  <a:gd name="T42" fmla="*/ 37 w 58"/>
                  <a:gd name="T43" fmla="*/ 37 h 78"/>
                  <a:gd name="T44" fmla="*/ 47 w 58"/>
                  <a:gd name="T45" fmla="*/ 74 h 78"/>
                  <a:gd name="T46" fmla="*/ 52 w 58"/>
                  <a:gd name="T47" fmla="*/ 78 h 78"/>
                  <a:gd name="T48" fmla="*/ 53 w 58"/>
                  <a:gd name="T49" fmla="*/ 78 h 78"/>
                  <a:gd name="T50" fmla="*/ 57 w 58"/>
                  <a:gd name="T51" fmla="*/ 71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8" h="78">
                    <a:moveTo>
                      <a:pt x="57" y="71"/>
                    </a:moveTo>
                    <a:cubicBezTo>
                      <a:pt x="56" y="67"/>
                      <a:pt x="55" y="62"/>
                      <a:pt x="53" y="58"/>
                    </a:cubicBezTo>
                    <a:cubicBezTo>
                      <a:pt x="51" y="50"/>
                      <a:pt x="49" y="43"/>
                      <a:pt x="48" y="35"/>
                    </a:cubicBezTo>
                    <a:cubicBezTo>
                      <a:pt x="45" y="27"/>
                      <a:pt x="46" y="18"/>
                      <a:pt x="46" y="9"/>
                    </a:cubicBezTo>
                    <a:cubicBezTo>
                      <a:pt x="46" y="4"/>
                      <a:pt x="42" y="0"/>
                      <a:pt x="37" y="0"/>
                    </a:cubicBezTo>
                    <a:cubicBezTo>
                      <a:pt x="34" y="0"/>
                      <a:pt x="31" y="2"/>
                      <a:pt x="29" y="5"/>
                    </a:cubicBezTo>
                    <a:cubicBezTo>
                      <a:pt x="23" y="13"/>
                      <a:pt x="23" y="13"/>
                      <a:pt x="23" y="13"/>
                    </a:cubicBezTo>
                    <a:cubicBezTo>
                      <a:pt x="3" y="23"/>
                      <a:pt x="3" y="23"/>
                      <a:pt x="3" y="23"/>
                    </a:cubicBezTo>
                    <a:cubicBezTo>
                      <a:pt x="1" y="24"/>
                      <a:pt x="0" y="27"/>
                      <a:pt x="1" y="29"/>
                    </a:cubicBezTo>
                    <a:cubicBezTo>
                      <a:pt x="2" y="30"/>
                      <a:pt x="3" y="31"/>
                      <a:pt x="5" y="31"/>
                    </a:cubicBezTo>
                    <a:cubicBezTo>
                      <a:pt x="5" y="31"/>
                      <a:pt x="6" y="31"/>
                      <a:pt x="7" y="30"/>
                    </a:cubicBezTo>
                    <a:cubicBezTo>
                      <a:pt x="27" y="20"/>
                      <a:pt x="27" y="20"/>
                      <a:pt x="27" y="20"/>
                    </a:cubicBezTo>
                    <a:cubicBezTo>
                      <a:pt x="28" y="19"/>
                      <a:pt x="28" y="19"/>
                      <a:pt x="28" y="19"/>
                    </a:cubicBezTo>
                    <a:cubicBezTo>
                      <a:pt x="28" y="28"/>
                      <a:pt x="28" y="28"/>
                      <a:pt x="28" y="28"/>
                    </a:cubicBezTo>
                    <a:cubicBezTo>
                      <a:pt x="28" y="29"/>
                      <a:pt x="28" y="30"/>
                      <a:pt x="29" y="31"/>
                    </a:cubicBezTo>
                    <a:cubicBezTo>
                      <a:pt x="27" y="34"/>
                      <a:pt x="21" y="45"/>
                      <a:pt x="20" y="50"/>
                    </a:cubicBezTo>
                    <a:cubicBezTo>
                      <a:pt x="19" y="56"/>
                      <a:pt x="16" y="72"/>
                      <a:pt x="16" y="72"/>
                    </a:cubicBezTo>
                    <a:cubicBezTo>
                      <a:pt x="15" y="75"/>
                      <a:pt x="17" y="78"/>
                      <a:pt x="20" y="78"/>
                    </a:cubicBezTo>
                    <a:cubicBezTo>
                      <a:pt x="20" y="78"/>
                      <a:pt x="20" y="78"/>
                      <a:pt x="21" y="78"/>
                    </a:cubicBezTo>
                    <a:cubicBezTo>
                      <a:pt x="23" y="78"/>
                      <a:pt x="25" y="77"/>
                      <a:pt x="26" y="74"/>
                    </a:cubicBezTo>
                    <a:cubicBezTo>
                      <a:pt x="26" y="73"/>
                      <a:pt x="29" y="57"/>
                      <a:pt x="30" y="52"/>
                    </a:cubicBezTo>
                    <a:cubicBezTo>
                      <a:pt x="31" y="49"/>
                      <a:pt x="34" y="42"/>
                      <a:pt x="37" y="37"/>
                    </a:cubicBezTo>
                    <a:cubicBezTo>
                      <a:pt x="47" y="74"/>
                      <a:pt x="47" y="74"/>
                      <a:pt x="47" y="74"/>
                    </a:cubicBezTo>
                    <a:cubicBezTo>
                      <a:pt x="48" y="76"/>
                      <a:pt x="50" y="78"/>
                      <a:pt x="52" y="78"/>
                    </a:cubicBezTo>
                    <a:cubicBezTo>
                      <a:pt x="52" y="78"/>
                      <a:pt x="53" y="78"/>
                      <a:pt x="53" y="78"/>
                    </a:cubicBezTo>
                    <a:cubicBezTo>
                      <a:pt x="56" y="77"/>
                      <a:pt x="58" y="74"/>
                      <a:pt x="57"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761" name="Freeform 63"/>
            <p:cNvSpPr>
              <a:spLocks/>
            </p:cNvSpPr>
            <p:nvPr/>
          </p:nvSpPr>
          <p:spPr bwMode="auto">
            <a:xfrm>
              <a:off x="7629525" y="6411913"/>
              <a:ext cx="220663" cy="295275"/>
            </a:xfrm>
            <a:custGeom>
              <a:avLst/>
              <a:gdLst>
                <a:gd name="T0" fmla="*/ 57 w 59"/>
                <a:gd name="T1" fmla="*/ 22 h 77"/>
                <a:gd name="T2" fmla="*/ 44 w 59"/>
                <a:gd name="T3" fmla="*/ 10 h 77"/>
                <a:gd name="T4" fmla="*/ 36 w 59"/>
                <a:gd name="T5" fmla="*/ 2 h 77"/>
                <a:gd name="T6" fmla="*/ 35 w 59"/>
                <a:gd name="T7" fmla="*/ 7 h 77"/>
                <a:gd name="T8" fmla="*/ 31 w 59"/>
                <a:gd name="T9" fmla="*/ 10 h 77"/>
                <a:gd name="T10" fmla="*/ 31 w 59"/>
                <a:gd name="T11" fmla="*/ 4 h 77"/>
                <a:gd name="T12" fmla="*/ 33 w 59"/>
                <a:gd name="T13" fmla="*/ 2 h 77"/>
                <a:gd name="T14" fmla="*/ 31 w 59"/>
                <a:gd name="T15" fmla="*/ 0 h 77"/>
                <a:gd name="T16" fmla="*/ 29 w 59"/>
                <a:gd name="T17" fmla="*/ 1 h 77"/>
                <a:gd name="T18" fmla="*/ 29 w 59"/>
                <a:gd name="T19" fmla="*/ 4 h 77"/>
                <a:gd name="T20" fmla="*/ 27 w 59"/>
                <a:gd name="T21" fmla="*/ 10 h 77"/>
                <a:gd name="T22" fmla="*/ 25 w 59"/>
                <a:gd name="T23" fmla="*/ 5 h 77"/>
                <a:gd name="T24" fmla="*/ 25 w 59"/>
                <a:gd name="T25" fmla="*/ 0 h 77"/>
                <a:gd name="T26" fmla="*/ 6 w 59"/>
                <a:gd name="T27" fmla="*/ 13 h 77"/>
                <a:gd name="T28" fmla="*/ 1 w 59"/>
                <a:gd name="T29" fmla="*/ 31 h 77"/>
                <a:gd name="T30" fmla="*/ 4 w 59"/>
                <a:gd name="T31" fmla="*/ 36 h 77"/>
                <a:gd name="T32" fmla="*/ 5 w 59"/>
                <a:gd name="T33" fmla="*/ 36 h 77"/>
                <a:gd name="T34" fmla="*/ 9 w 59"/>
                <a:gd name="T35" fmla="*/ 33 h 77"/>
                <a:gd name="T36" fmla="*/ 13 w 59"/>
                <a:gd name="T37" fmla="*/ 16 h 77"/>
                <a:gd name="T38" fmla="*/ 17 w 59"/>
                <a:gd name="T39" fmla="*/ 13 h 77"/>
                <a:gd name="T40" fmla="*/ 14 w 59"/>
                <a:gd name="T41" fmla="*/ 35 h 77"/>
                <a:gd name="T42" fmla="*/ 12 w 59"/>
                <a:gd name="T43" fmla="*/ 49 h 77"/>
                <a:gd name="T44" fmla="*/ 4 w 59"/>
                <a:gd name="T45" fmla="*/ 69 h 77"/>
                <a:gd name="T46" fmla="*/ 7 w 59"/>
                <a:gd name="T47" fmla="*/ 76 h 77"/>
                <a:gd name="T48" fmla="*/ 9 w 59"/>
                <a:gd name="T49" fmla="*/ 76 h 77"/>
                <a:gd name="T50" fmla="*/ 14 w 59"/>
                <a:gd name="T51" fmla="*/ 73 h 77"/>
                <a:gd name="T52" fmla="*/ 22 w 59"/>
                <a:gd name="T53" fmla="*/ 52 h 77"/>
                <a:gd name="T54" fmla="*/ 23 w 59"/>
                <a:gd name="T55" fmla="*/ 51 h 77"/>
                <a:gd name="T56" fmla="*/ 25 w 59"/>
                <a:gd name="T57" fmla="*/ 34 h 77"/>
                <a:gd name="T58" fmla="*/ 25 w 59"/>
                <a:gd name="T59" fmla="*/ 34 h 77"/>
                <a:gd name="T60" fmla="*/ 37 w 59"/>
                <a:gd name="T61" fmla="*/ 49 h 77"/>
                <a:gd name="T62" fmla="*/ 42 w 59"/>
                <a:gd name="T63" fmla="*/ 73 h 77"/>
                <a:gd name="T64" fmla="*/ 47 w 59"/>
                <a:gd name="T65" fmla="*/ 77 h 77"/>
                <a:gd name="T66" fmla="*/ 48 w 59"/>
                <a:gd name="T67" fmla="*/ 77 h 77"/>
                <a:gd name="T68" fmla="*/ 52 w 59"/>
                <a:gd name="T69" fmla="*/ 71 h 77"/>
                <a:gd name="T70" fmla="*/ 47 w 59"/>
                <a:gd name="T71" fmla="*/ 45 h 77"/>
                <a:gd name="T72" fmla="*/ 46 w 59"/>
                <a:gd name="T73" fmla="*/ 43 h 77"/>
                <a:gd name="T74" fmla="*/ 35 w 59"/>
                <a:gd name="T75" fmla="*/ 31 h 77"/>
                <a:gd name="T76" fmla="*/ 37 w 59"/>
                <a:gd name="T77" fmla="*/ 14 h 77"/>
                <a:gd name="T78" fmla="*/ 52 w 59"/>
                <a:gd name="T79" fmla="*/ 28 h 77"/>
                <a:gd name="T80" fmla="*/ 58 w 59"/>
                <a:gd name="T81" fmla="*/ 28 h 77"/>
                <a:gd name="T82" fmla="*/ 57 w 59"/>
                <a:gd name="T83" fmla="*/ 22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9" h="77">
                  <a:moveTo>
                    <a:pt x="57" y="22"/>
                  </a:moveTo>
                  <a:cubicBezTo>
                    <a:pt x="53" y="18"/>
                    <a:pt x="49" y="14"/>
                    <a:pt x="44" y="10"/>
                  </a:cubicBezTo>
                  <a:cubicBezTo>
                    <a:pt x="42" y="7"/>
                    <a:pt x="39" y="4"/>
                    <a:pt x="36" y="2"/>
                  </a:cubicBezTo>
                  <a:cubicBezTo>
                    <a:pt x="35" y="7"/>
                    <a:pt x="35" y="7"/>
                    <a:pt x="35" y="7"/>
                  </a:cubicBezTo>
                  <a:cubicBezTo>
                    <a:pt x="35" y="9"/>
                    <a:pt x="33" y="10"/>
                    <a:pt x="31" y="10"/>
                  </a:cubicBezTo>
                  <a:cubicBezTo>
                    <a:pt x="31" y="4"/>
                    <a:pt x="31" y="4"/>
                    <a:pt x="31" y="4"/>
                  </a:cubicBezTo>
                  <a:cubicBezTo>
                    <a:pt x="33" y="2"/>
                    <a:pt x="33" y="2"/>
                    <a:pt x="33" y="2"/>
                  </a:cubicBezTo>
                  <a:cubicBezTo>
                    <a:pt x="31" y="0"/>
                    <a:pt x="31" y="0"/>
                    <a:pt x="31" y="0"/>
                  </a:cubicBezTo>
                  <a:cubicBezTo>
                    <a:pt x="29" y="1"/>
                    <a:pt x="29" y="1"/>
                    <a:pt x="29" y="1"/>
                  </a:cubicBezTo>
                  <a:cubicBezTo>
                    <a:pt x="29" y="4"/>
                    <a:pt x="29" y="4"/>
                    <a:pt x="29" y="4"/>
                  </a:cubicBezTo>
                  <a:cubicBezTo>
                    <a:pt x="27" y="10"/>
                    <a:pt x="27" y="10"/>
                    <a:pt x="27" y="10"/>
                  </a:cubicBezTo>
                  <a:cubicBezTo>
                    <a:pt x="25" y="9"/>
                    <a:pt x="24" y="7"/>
                    <a:pt x="25" y="5"/>
                  </a:cubicBezTo>
                  <a:cubicBezTo>
                    <a:pt x="25" y="0"/>
                    <a:pt x="25" y="0"/>
                    <a:pt x="25" y="0"/>
                  </a:cubicBezTo>
                  <a:cubicBezTo>
                    <a:pt x="18" y="1"/>
                    <a:pt x="8" y="9"/>
                    <a:pt x="6" y="13"/>
                  </a:cubicBezTo>
                  <a:cubicBezTo>
                    <a:pt x="5" y="18"/>
                    <a:pt x="1" y="31"/>
                    <a:pt x="1" y="31"/>
                  </a:cubicBezTo>
                  <a:cubicBezTo>
                    <a:pt x="0" y="33"/>
                    <a:pt x="1" y="35"/>
                    <a:pt x="4" y="36"/>
                  </a:cubicBezTo>
                  <a:cubicBezTo>
                    <a:pt x="4" y="36"/>
                    <a:pt x="4" y="36"/>
                    <a:pt x="5" y="36"/>
                  </a:cubicBezTo>
                  <a:cubicBezTo>
                    <a:pt x="7" y="36"/>
                    <a:pt x="8" y="35"/>
                    <a:pt x="9" y="33"/>
                  </a:cubicBezTo>
                  <a:cubicBezTo>
                    <a:pt x="13" y="16"/>
                    <a:pt x="13" y="16"/>
                    <a:pt x="13" y="16"/>
                  </a:cubicBezTo>
                  <a:cubicBezTo>
                    <a:pt x="17" y="13"/>
                    <a:pt x="17" y="13"/>
                    <a:pt x="17" y="13"/>
                  </a:cubicBezTo>
                  <a:cubicBezTo>
                    <a:pt x="16" y="21"/>
                    <a:pt x="15" y="28"/>
                    <a:pt x="14" y="35"/>
                  </a:cubicBezTo>
                  <a:cubicBezTo>
                    <a:pt x="14" y="40"/>
                    <a:pt x="14" y="45"/>
                    <a:pt x="12" y="49"/>
                  </a:cubicBezTo>
                  <a:cubicBezTo>
                    <a:pt x="4" y="69"/>
                    <a:pt x="4" y="69"/>
                    <a:pt x="4" y="69"/>
                  </a:cubicBezTo>
                  <a:cubicBezTo>
                    <a:pt x="3" y="72"/>
                    <a:pt x="5" y="75"/>
                    <a:pt x="7" y="76"/>
                  </a:cubicBezTo>
                  <a:cubicBezTo>
                    <a:pt x="8" y="76"/>
                    <a:pt x="8" y="76"/>
                    <a:pt x="9" y="76"/>
                  </a:cubicBezTo>
                  <a:cubicBezTo>
                    <a:pt x="11" y="76"/>
                    <a:pt x="13" y="75"/>
                    <a:pt x="14" y="73"/>
                  </a:cubicBezTo>
                  <a:cubicBezTo>
                    <a:pt x="22" y="52"/>
                    <a:pt x="22" y="52"/>
                    <a:pt x="22" y="52"/>
                  </a:cubicBezTo>
                  <a:cubicBezTo>
                    <a:pt x="23" y="52"/>
                    <a:pt x="23" y="51"/>
                    <a:pt x="23" y="51"/>
                  </a:cubicBezTo>
                  <a:cubicBezTo>
                    <a:pt x="25" y="34"/>
                    <a:pt x="25" y="34"/>
                    <a:pt x="25" y="34"/>
                  </a:cubicBezTo>
                  <a:cubicBezTo>
                    <a:pt x="25" y="34"/>
                    <a:pt x="25" y="34"/>
                    <a:pt x="25" y="34"/>
                  </a:cubicBezTo>
                  <a:cubicBezTo>
                    <a:pt x="37" y="49"/>
                    <a:pt x="37" y="49"/>
                    <a:pt x="37" y="49"/>
                  </a:cubicBezTo>
                  <a:cubicBezTo>
                    <a:pt x="42" y="73"/>
                    <a:pt x="42" y="73"/>
                    <a:pt x="42" y="73"/>
                  </a:cubicBezTo>
                  <a:cubicBezTo>
                    <a:pt x="42" y="76"/>
                    <a:pt x="44" y="77"/>
                    <a:pt x="47" y="77"/>
                  </a:cubicBezTo>
                  <a:cubicBezTo>
                    <a:pt x="47" y="77"/>
                    <a:pt x="47" y="77"/>
                    <a:pt x="48" y="77"/>
                  </a:cubicBezTo>
                  <a:cubicBezTo>
                    <a:pt x="50" y="77"/>
                    <a:pt x="52" y="74"/>
                    <a:pt x="52" y="71"/>
                  </a:cubicBezTo>
                  <a:cubicBezTo>
                    <a:pt x="47" y="45"/>
                    <a:pt x="47" y="45"/>
                    <a:pt x="47" y="45"/>
                  </a:cubicBezTo>
                  <a:cubicBezTo>
                    <a:pt x="47" y="44"/>
                    <a:pt x="46" y="44"/>
                    <a:pt x="46" y="43"/>
                  </a:cubicBezTo>
                  <a:cubicBezTo>
                    <a:pt x="35" y="31"/>
                    <a:pt x="35" y="31"/>
                    <a:pt x="35" y="31"/>
                  </a:cubicBezTo>
                  <a:cubicBezTo>
                    <a:pt x="37" y="14"/>
                    <a:pt x="37" y="14"/>
                    <a:pt x="37" y="14"/>
                  </a:cubicBezTo>
                  <a:cubicBezTo>
                    <a:pt x="52" y="28"/>
                    <a:pt x="52" y="28"/>
                    <a:pt x="52" y="28"/>
                  </a:cubicBezTo>
                  <a:cubicBezTo>
                    <a:pt x="53" y="30"/>
                    <a:pt x="56" y="29"/>
                    <a:pt x="58" y="28"/>
                  </a:cubicBezTo>
                  <a:cubicBezTo>
                    <a:pt x="59" y="26"/>
                    <a:pt x="59" y="23"/>
                    <a:pt x="57"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2" name="Oval 64"/>
            <p:cNvSpPr>
              <a:spLocks noChangeArrowheads="1"/>
            </p:cNvSpPr>
            <p:nvPr/>
          </p:nvSpPr>
          <p:spPr bwMode="auto">
            <a:xfrm>
              <a:off x="7726363" y="6324600"/>
              <a:ext cx="74613" cy="762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65" name="组合 764"/>
          <p:cNvGrpSpPr/>
          <p:nvPr/>
        </p:nvGrpSpPr>
        <p:grpSpPr>
          <a:xfrm>
            <a:off x="2659700" y="4862942"/>
            <a:ext cx="192976" cy="368819"/>
            <a:chOff x="1433522" y="2637691"/>
            <a:chExt cx="192976" cy="368819"/>
          </a:xfrm>
          <a:solidFill>
            <a:srgbClr val="707E84"/>
          </a:solidFill>
        </p:grpSpPr>
        <p:sp>
          <p:nvSpPr>
            <p:cNvPr id="766" name="Freeform 28"/>
            <p:cNvSpPr>
              <a:spLocks/>
            </p:cNvSpPr>
            <p:nvPr/>
          </p:nvSpPr>
          <p:spPr bwMode="auto">
            <a:xfrm>
              <a:off x="1433522" y="2637691"/>
              <a:ext cx="192976" cy="202896"/>
            </a:xfrm>
            <a:custGeom>
              <a:avLst/>
              <a:gdLst>
                <a:gd name="T0" fmla="*/ 112 w 120"/>
                <a:gd name="T1" fmla="*/ 0 h 126"/>
                <a:gd name="T2" fmla="*/ 8 w 120"/>
                <a:gd name="T3" fmla="*/ 0 h 126"/>
                <a:gd name="T4" fmla="*/ 0 w 120"/>
                <a:gd name="T5" fmla="*/ 9 h 126"/>
                <a:gd name="T6" fmla="*/ 8 w 120"/>
                <a:gd name="T7" fmla="*/ 18 h 126"/>
                <a:gd name="T8" fmla="*/ 18 w 120"/>
                <a:gd name="T9" fmla="*/ 18 h 126"/>
                <a:gd name="T10" fmla="*/ 18 w 120"/>
                <a:gd name="T11" fmla="*/ 109 h 126"/>
                <a:gd name="T12" fmla="*/ 18 w 120"/>
                <a:gd name="T13" fmla="*/ 109 h 126"/>
                <a:gd name="T14" fmla="*/ 10 w 120"/>
                <a:gd name="T15" fmla="*/ 117 h 126"/>
                <a:gd name="T16" fmla="*/ 18 w 120"/>
                <a:gd name="T17" fmla="*/ 126 h 126"/>
                <a:gd name="T18" fmla="*/ 103 w 120"/>
                <a:gd name="T19" fmla="*/ 126 h 126"/>
                <a:gd name="T20" fmla="*/ 110 w 120"/>
                <a:gd name="T21" fmla="*/ 117 h 126"/>
                <a:gd name="T22" fmla="*/ 103 w 120"/>
                <a:gd name="T23" fmla="*/ 109 h 126"/>
                <a:gd name="T24" fmla="*/ 102 w 120"/>
                <a:gd name="T25" fmla="*/ 109 h 126"/>
                <a:gd name="T26" fmla="*/ 102 w 120"/>
                <a:gd name="T27" fmla="*/ 18 h 126"/>
                <a:gd name="T28" fmla="*/ 112 w 120"/>
                <a:gd name="T29" fmla="*/ 18 h 126"/>
                <a:gd name="T30" fmla="*/ 120 w 120"/>
                <a:gd name="T31" fmla="*/ 9 h 126"/>
                <a:gd name="T32" fmla="*/ 112 w 120"/>
                <a:gd name="T33"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0" h="126">
                  <a:moveTo>
                    <a:pt x="112" y="0"/>
                  </a:moveTo>
                  <a:cubicBezTo>
                    <a:pt x="8" y="0"/>
                    <a:pt x="8" y="0"/>
                    <a:pt x="8" y="0"/>
                  </a:cubicBezTo>
                  <a:cubicBezTo>
                    <a:pt x="4" y="0"/>
                    <a:pt x="0" y="4"/>
                    <a:pt x="0" y="9"/>
                  </a:cubicBezTo>
                  <a:cubicBezTo>
                    <a:pt x="0" y="14"/>
                    <a:pt x="4" y="18"/>
                    <a:pt x="8" y="18"/>
                  </a:cubicBezTo>
                  <a:cubicBezTo>
                    <a:pt x="18" y="18"/>
                    <a:pt x="18" y="18"/>
                    <a:pt x="18" y="18"/>
                  </a:cubicBezTo>
                  <a:cubicBezTo>
                    <a:pt x="18" y="109"/>
                    <a:pt x="18" y="109"/>
                    <a:pt x="18" y="109"/>
                  </a:cubicBezTo>
                  <a:cubicBezTo>
                    <a:pt x="18" y="109"/>
                    <a:pt x="18" y="109"/>
                    <a:pt x="18" y="109"/>
                  </a:cubicBezTo>
                  <a:cubicBezTo>
                    <a:pt x="14" y="109"/>
                    <a:pt x="10" y="113"/>
                    <a:pt x="10" y="117"/>
                  </a:cubicBezTo>
                  <a:cubicBezTo>
                    <a:pt x="10" y="122"/>
                    <a:pt x="14" y="126"/>
                    <a:pt x="18" y="126"/>
                  </a:cubicBezTo>
                  <a:cubicBezTo>
                    <a:pt x="103" y="126"/>
                    <a:pt x="103" y="126"/>
                    <a:pt x="103" y="126"/>
                  </a:cubicBezTo>
                  <a:cubicBezTo>
                    <a:pt x="107" y="126"/>
                    <a:pt x="110" y="122"/>
                    <a:pt x="110" y="117"/>
                  </a:cubicBezTo>
                  <a:cubicBezTo>
                    <a:pt x="110" y="113"/>
                    <a:pt x="107" y="109"/>
                    <a:pt x="103" y="109"/>
                  </a:cubicBezTo>
                  <a:cubicBezTo>
                    <a:pt x="102" y="109"/>
                    <a:pt x="102" y="109"/>
                    <a:pt x="102" y="109"/>
                  </a:cubicBezTo>
                  <a:cubicBezTo>
                    <a:pt x="102" y="18"/>
                    <a:pt x="102" y="18"/>
                    <a:pt x="102" y="18"/>
                  </a:cubicBezTo>
                  <a:cubicBezTo>
                    <a:pt x="112" y="18"/>
                    <a:pt x="112" y="18"/>
                    <a:pt x="112" y="18"/>
                  </a:cubicBezTo>
                  <a:cubicBezTo>
                    <a:pt x="117" y="18"/>
                    <a:pt x="120" y="14"/>
                    <a:pt x="120" y="9"/>
                  </a:cubicBezTo>
                  <a:cubicBezTo>
                    <a:pt x="120" y="4"/>
                    <a:pt x="117" y="0"/>
                    <a:pt x="11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7" name="Freeform 29"/>
            <p:cNvSpPr>
              <a:spLocks/>
            </p:cNvSpPr>
            <p:nvPr/>
          </p:nvSpPr>
          <p:spPr bwMode="auto">
            <a:xfrm>
              <a:off x="1520091" y="2846899"/>
              <a:ext cx="21642" cy="159611"/>
            </a:xfrm>
            <a:custGeom>
              <a:avLst/>
              <a:gdLst>
                <a:gd name="T0" fmla="*/ 13 w 13"/>
                <a:gd name="T1" fmla="*/ 93 h 99"/>
                <a:gd name="T2" fmla="*/ 6 w 13"/>
                <a:gd name="T3" fmla="*/ 99 h 99"/>
                <a:gd name="T4" fmla="*/ 6 w 13"/>
                <a:gd name="T5" fmla="*/ 99 h 99"/>
                <a:gd name="T6" fmla="*/ 0 w 13"/>
                <a:gd name="T7" fmla="*/ 93 h 99"/>
                <a:gd name="T8" fmla="*/ 0 w 13"/>
                <a:gd name="T9" fmla="*/ 0 h 99"/>
                <a:gd name="T10" fmla="*/ 13 w 13"/>
                <a:gd name="T11" fmla="*/ 0 h 99"/>
                <a:gd name="T12" fmla="*/ 13 w 13"/>
                <a:gd name="T13" fmla="*/ 93 h 99"/>
              </a:gdLst>
              <a:ahLst/>
              <a:cxnLst>
                <a:cxn ang="0">
                  <a:pos x="T0" y="T1"/>
                </a:cxn>
                <a:cxn ang="0">
                  <a:pos x="T2" y="T3"/>
                </a:cxn>
                <a:cxn ang="0">
                  <a:pos x="T4" y="T5"/>
                </a:cxn>
                <a:cxn ang="0">
                  <a:pos x="T6" y="T7"/>
                </a:cxn>
                <a:cxn ang="0">
                  <a:pos x="T8" y="T9"/>
                </a:cxn>
                <a:cxn ang="0">
                  <a:pos x="T10" y="T11"/>
                </a:cxn>
                <a:cxn ang="0">
                  <a:pos x="T12" y="T13"/>
                </a:cxn>
              </a:cxnLst>
              <a:rect l="0" t="0" r="r" b="b"/>
              <a:pathLst>
                <a:path w="13" h="99">
                  <a:moveTo>
                    <a:pt x="13" y="93"/>
                  </a:moveTo>
                  <a:cubicBezTo>
                    <a:pt x="13" y="96"/>
                    <a:pt x="10" y="99"/>
                    <a:pt x="6" y="99"/>
                  </a:cubicBezTo>
                  <a:cubicBezTo>
                    <a:pt x="6" y="99"/>
                    <a:pt x="6" y="99"/>
                    <a:pt x="6" y="99"/>
                  </a:cubicBezTo>
                  <a:cubicBezTo>
                    <a:pt x="3" y="99"/>
                    <a:pt x="0" y="96"/>
                    <a:pt x="0" y="93"/>
                  </a:cubicBezTo>
                  <a:cubicBezTo>
                    <a:pt x="0" y="0"/>
                    <a:pt x="0" y="0"/>
                    <a:pt x="0" y="0"/>
                  </a:cubicBezTo>
                  <a:cubicBezTo>
                    <a:pt x="13" y="0"/>
                    <a:pt x="13" y="0"/>
                    <a:pt x="13" y="0"/>
                  </a:cubicBezTo>
                  <a:lnTo>
                    <a:pt x="13" y="9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768" name="Freeform 564"/>
          <p:cNvSpPr>
            <a:spLocks noEditPoints="1"/>
          </p:cNvSpPr>
          <p:nvPr/>
        </p:nvSpPr>
        <p:spPr bwMode="auto">
          <a:xfrm>
            <a:off x="3031148" y="5866347"/>
            <a:ext cx="351319" cy="337748"/>
          </a:xfrm>
          <a:custGeom>
            <a:avLst/>
            <a:gdLst>
              <a:gd name="T0" fmla="*/ 470 w 541"/>
              <a:gd name="T1" fmla="*/ 63 h 521"/>
              <a:gd name="T2" fmla="*/ 534 w 541"/>
              <a:gd name="T3" fmla="*/ 72 h 521"/>
              <a:gd name="T4" fmla="*/ 540 w 541"/>
              <a:gd name="T5" fmla="*/ 77 h 521"/>
              <a:gd name="T6" fmla="*/ 541 w 541"/>
              <a:gd name="T7" fmla="*/ 80 h 521"/>
              <a:gd name="T8" fmla="*/ 538 w 541"/>
              <a:gd name="T9" fmla="*/ 86 h 521"/>
              <a:gd name="T10" fmla="*/ 493 w 541"/>
              <a:gd name="T11" fmla="*/ 130 h 521"/>
              <a:gd name="T12" fmla="*/ 503 w 541"/>
              <a:gd name="T13" fmla="*/ 193 h 521"/>
              <a:gd name="T14" fmla="*/ 503 w 541"/>
              <a:gd name="T15" fmla="*/ 194 h 521"/>
              <a:gd name="T16" fmla="*/ 500 w 541"/>
              <a:gd name="T17" fmla="*/ 201 h 521"/>
              <a:gd name="T18" fmla="*/ 492 w 541"/>
              <a:gd name="T19" fmla="*/ 202 h 521"/>
              <a:gd name="T20" fmla="*/ 434 w 541"/>
              <a:gd name="T21" fmla="*/ 172 h 521"/>
              <a:gd name="T22" fmla="*/ 378 w 541"/>
              <a:gd name="T23" fmla="*/ 202 h 521"/>
              <a:gd name="T24" fmla="*/ 370 w 541"/>
              <a:gd name="T25" fmla="*/ 201 h 521"/>
              <a:gd name="T26" fmla="*/ 366 w 541"/>
              <a:gd name="T27" fmla="*/ 194 h 521"/>
              <a:gd name="T28" fmla="*/ 366 w 541"/>
              <a:gd name="T29" fmla="*/ 193 h 521"/>
              <a:gd name="T30" fmla="*/ 377 w 541"/>
              <a:gd name="T31" fmla="*/ 130 h 521"/>
              <a:gd name="T32" fmla="*/ 331 w 541"/>
              <a:gd name="T33" fmla="*/ 86 h 521"/>
              <a:gd name="T34" fmla="*/ 329 w 541"/>
              <a:gd name="T35" fmla="*/ 80 h 521"/>
              <a:gd name="T36" fmla="*/ 329 w 541"/>
              <a:gd name="T37" fmla="*/ 77 h 521"/>
              <a:gd name="T38" fmla="*/ 336 w 541"/>
              <a:gd name="T39" fmla="*/ 72 h 521"/>
              <a:gd name="T40" fmla="*/ 399 w 541"/>
              <a:gd name="T41" fmla="*/ 63 h 521"/>
              <a:gd name="T42" fmla="*/ 427 w 541"/>
              <a:gd name="T43" fmla="*/ 6 h 521"/>
              <a:gd name="T44" fmla="*/ 434 w 541"/>
              <a:gd name="T45" fmla="*/ 0 h 521"/>
              <a:gd name="T46" fmla="*/ 442 w 541"/>
              <a:gd name="T47" fmla="*/ 6 h 521"/>
              <a:gd name="T48" fmla="*/ 470 w 541"/>
              <a:gd name="T49" fmla="*/ 63 h 521"/>
              <a:gd name="T50" fmla="*/ 499 w 541"/>
              <a:gd name="T51" fmla="*/ 265 h 521"/>
              <a:gd name="T52" fmla="*/ 510 w 541"/>
              <a:gd name="T53" fmla="*/ 286 h 521"/>
              <a:gd name="T54" fmla="*/ 429 w 541"/>
              <a:gd name="T55" fmla="*/ 452 h 521"/>
              <a:gd name="T56" fmla="*/ 256 w 541"/>
              <a:gd name="T57" fmla="*/ 521 h 521"/>
              <a:gd name="T58" fmla="*/ 75 w 541"/>
              <a:gd name="T59" fmla="*/ 446 h 521"/>
              <a:gd name="T60" fmla="*/ 0 w 541"/>
              <a:gd name="T61" fmla="*/ 265 h 521"/>
              <a:gd name="T62" fmla="*/ 75 w 541"/>
              <a:gd name="T63" fmla="*/ 84 h 521"/>
              <a:gd name="T64" fmla="*/ 256 w 541"/>
              <a:gd name="T65" fmla="*/ 9 h 521"/>
              <a:gd name="T66" fmla="*/ 266 w 541"/>
              <a:gd name="T67" fmla="*/ 10 h 521"/>
              <a:gd name="T68" fmla="*/ 269 w 541"/>
              <a:gd name="T69" fmla="*/ 10 h 521"/>
              <a:gd name="T70" fmla="*/ 288 w 541"/>
              <a:gd name="T71" fmla="*/ 24 h 521"/>
              <a:gd name="T72" fmla="*/ 282 w 541"/>
              <a:gd name="T73" fmla="*/ 47 h 521"/>
              <a:gd name="T74" fmla="*/ 229 w 541"/>
              <a:gd name="T75" fmla="*/ 160 h 521"/>
              <a:gd name="T76" fmla="*/ 273 w 541"/>
              <a:gd name="T77" fmla="*/ 263 h 521"/>
              <a:gd name="T78" fmla="*/ 377 w 541"/>
              <a:gd name="T79" fmla="*/ 306 h 521"/>
              <a:gd name="T80" fmla="*/ 475 w 541"/>
              <a:gd name="T81" fmla="*/ 269 h 521"/>
              <a:gd name="T82" fmla="*/ 499 w 541"/>
              <a:gd name="T83" fmla="*/ 265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41" h="521">
                <a:moveTo>
                  <a:pt x="470" y="63"/>
                </a:moveTo>
                <a:cubicBezTo>
                  <a:pt x="534" y="72"/>
                  <a:pt x="534" y="72"/>
                  <a:pt x="534" y="72"/>
                </a:cubicBezTo>
                <a:cubicBezTo>
                  <a:pt x="538" y="72"/>
                  <a:pt x="540" y="74"/>
                  <a:pt x="540" y="77"/>
                </a:cubicBezTo>
                <a:cubicBezTo>
                  <a:pt x="541" y="80"/>
                  <a:pt x="541" y="80"/>
                  <a:pt x="541" y="80"/>
                </a:cubicBezTo>
                <a:cubicBezTo>
                  <a:pt x="538" y="86"/>
                  <a:pt x="538" y="86"/>
                  <a:pt x="538" y="86"/>
                </a:cubicBezTo>
                <a:cubicBezTo>
                  <a:pt x="493" y="130"/>
                  <a:pt x="493" y="130"/>
                  <a:pt x="493" y="130"/>
                </a:cubicBezTo>
                <a:cubicBezTo>
                  <a:pt x="503" y="193"/>
                  <a:pt x="503" y="193"/>
                  <a:pt x="503" y="193"/>
                </a:cubicBezTo>
                <a:cubicBezTo>
                  <a:pt x="503" y="194"/>
                  <a:pt x="503" y="194"/>
                  <a:pt x="503" y="194"/>
                </a:cubicBezTo>
                <a:cubicBezTo>
                  <a:pt x="503" y="198"/>
                  <a:pt x="502" y="200"/>
                  <a:pt x="500" y="201"/>
                </a:cubicBezTo>
                <a:cubicBezTo>
                  <a:pt x="497" y="203"/>
                  <a:pt x="495" y="204"/>
                  <a:pt x="492" y="202"/>
                </a:cubicBezTo>
                <a:cubicBezTo>
                  <a:pt x="434" y="172"/>
                  <a:pt x="434" y="172"/>
                  <a:pt x="434" y="172"/>
                </a:cubicBezTo>
                <a:cubicBezTo>
                  <a:pt x="378" y="202"/>
                  <a:pt x="378" y="202"/>
                  <a:pt x="378" y="202"/>
                </a:cubicBezTo>
                <a:cubicBezTo>
                  <a:pt x="375" y="204"/>
                  <a:pt x="372" y="203"/>
                  <a:pt x="370" y="201"/>
                </a:cubicBezTo>
                <a:cubicBezTo>
                  <a:pt x="367" y="200"/>
                  <a:pt x="366" y="198"/>
                  <a:pt x="366" y="194"/>
                </a:cubicBezTo>
                <a:cubicBezTo>
                  <a:pt x="366" y="193"/>
                  <a:pt x="366" y="193"/>
                  <a:pt x="366" y="193"/>
                </a:cubicBezTo>
                <a:cubicBezTo>
                  <a:pt x="377" y="130"/>
                  <a:pt x="377" y="130"/>
                  <a:pt x="377" y="130"/>
                </a:cubicBezTo>
                <a:cubicBezTo>
                  <a:pt x="331" y="86"/>
                  <a:pt x="331" y="86"/>
                  <a:pt x="331" y="86"/>
                </a:cubicBezTo>
                <a:cubicBezTo>
                  <a:pt x="329" y="80"/>
                  <a:pt x="329" y="80"/>
                  <a:pt x="329" y="80"/>
                </a:cubicBezTo>
                <a:cubicBezTo>
                  <a:pt x="329" y="77"/>
                  <a:pt x="329" y="77"/>
                  <a:pt x="329" y="77"/>
                </a:cubicBezTo>
                <a:cubicBezTo>
                  <a:pt x="331" y="74"/>
                  <a:pt x="333" y="72"/>
                  <a:pt x="336" y="72"/>
                </a:cubicBezTo>
                <a:cubicBezTo>
                  <a:pt x="399" y="63"/>
                  <a:pt x="399" y="63"/>
                  <a:pt x="399" y="63"/>
                </a:cubicBezTo>
                <a:cubicBezTo>
                  <a:pt x="427" y="6"/>
                  <a:pt x="427" y="6"/>
                  <a:pt x="427" y="6"/>
                </a:cubicBezTo>
                <a:cubicBezTo>
                  <a:pt x="429" y="2"/>
                  <a:pt x="431" y="0"/>
                  <a:pt x="434" y="0"/>
                </a:cubicBezTo>
                <a:cubicBezTo>
                  <a:pt x="438" y="0"/>
                  <a:pt x="441" y="2"/>
                  <a:pt x="442" y="6"/>
                </a:cubicBezTo>
                <a:cubicBezTo>
                  <a:pt x="470" y="63"/>
                  <a:pt x="470" y="63"/>
                  <a:pt x="470" y="63"/>
                </a:cubicBezTo>
                <a:moveTo>
                  <a:pt x="499" y="265"/>
                </a:moveTo>
                <a:cubicBezTo>
                  <a:pt x="508" y="269"/>
                  <a:pt x="512" y="276"/>
                  <a:pt x="510" y="286"/>
                </a:cubicBezTo>
                <a:cubicBezTo>
                  <a:pt x="505" y="352"/>
                  <a:pt x="478" y="407"/>
                  <a:pt x="429" y="452"/>
                </a:cubicBezTo>
                <a:cubicBezTo>
                  <a:pt x="379" y="498"/>
                  <a:pt x="322" y="521"/>
                  <a:pt x="256" y="521"/>
                </a:cubicBezTo>
                <a:cubicBezTo>
                  <a:pt x="186" y="521"/>
                  <a:pt x="125" y="496"/>
                  <a:pt x="75" y="446"/>
                </a:cubicBezTo>
                <a:cubicBezTo>
                  <a:pt x="25" y="395"/>
                  <a:pt x="0" y="335"/>
                  <a:pt x="0" y="265"/>
                </a:cubicBezTo>
                <a:cubicBezTo>
                  <a:pt x="0" y="194"/>
                  <a:pt x="25" y="134"/>
                  <a:pt x="75" y="84"/>
                </a:cubicBezTo>
                <a:cubicBezTo>
                  <a:pt x="125" y="34"/>
                  <a:pt x="186" y="9"/>
                  <a:pt x="256" y="9"/>
                </a:cubicBezTo>
                <a:cubicBezTo>
                  <a:pt x="266" y="10"/>
                  <a:pt x="266" y="10"/>
                  <a:pt x="266" y="10"/>
                </a:cubicBezTo>
                <a:cubicBezTo>
                  <a:pt x="269" y="10"/>
                  <a:pt x="269" y="10"/>
                  <a:pt x="269" y="10"/>
                </a:cubicBezTo>
                <a:cubicBezTo>
                  <a:pt x="279" y="10"/>
                  <a:pt x="285" y="15"/>
                  <a:pt x="288" y="24"/>
                </a:cubicBezTo>
                <a:cubicBezTo>
                  <a:pt x="292" y="33"/>
                  <a:pt x="290" y="41"/>
                  <a:pt x="282" y="47"/>
                </a:cubicBezTo>
                <a:cubicBezTo>
                  <a:pt x="247" y="78"/>
                  <a:pt x="229" y="115"/>
                  <a:pt x="229" y="160"/>
                </a:cubicBezTo>
                <a:cubicBezTo>
                  <a:pt x="229" y="200"/>
                  <a:pt x="244" y="235"/>
                  <a:pt x="273" y="263"/>
                </a:cubicBezTo>
                <a:cubicBezTo>
                  <a:pt x="302" y="292"/>
                  <a:pt x="336" y="306"/>
                  <a:pt x="377" y="306"/>
                </a:cubicBezTo>
                <a:cubicBezTo>
                  <a:pt x="415" y="306"/>
                  <a:pt x="448" y="294"/>
                  <a:pt x="475" y="269"/>
                </a:cubicBezTo>
                <a:cubicBezTo>
                  <a:pt x="483" y="262"/>
                  <a:pt x="491" y="261"/>
                  <a:pt x="499" y="265"/>
                </a:cubicBezTo>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69" name="Freeform 565"/>
          <p:cNvSpPr>
            <a:spLocks noEditPoints="1"/>
          </p:cNvSpPr>
          <p:nvPr/>
        </p:nvSpPr>
        <p:spPr bwMode="auto">
          <a:xfrm>
            <a:off x="586504" y="6366457"/>
            <a:ext cx="329627" cy="343764"/>
          </a:xfrm>
          <a:custGeom>
            <a:avLst/>
            <a:gdLst>
              <a:gd name="T0" fmla="*/ 461 w 515"/>
              <a:gd name="T1" fmla="*/ 120 h 537"/>
              <a:gd name="T2" fmla="*/ 461 w 515"/>
              <a:gd name="T3" fmla="*/ 114 h 537"/>
              <a:gd name="T4" fmla="*/ 464 w 515"/>
              <a:gd name="T5" fmla="*/ 103 h 537"/>
              <a:gd name="T6" fmla="*/ 469 w 515"/>
              <a:gd name="T7" fmla="*/ 119 h 537"/>
              <a:gd name="T8" fmla="*/ 514 w 515"/>
              <a:gd name="T9" fmla="*/ 153 h 537"/>
              <a:gd name="T10" fmla="*/ 514 w 515"/>
              <a:gd name="T11" fmla="*/ 154 h 537"/>
              <a:gd name="T12" fmla="*/ 477 w 515"/>
              <a:gd name="T13" fmla="*/ 167 h 537"/>
              <a:gd name="T14" fmla="*/ 464 w 515"/>
              <a:gd name="T15" fmla="*/ 204 h 537"/>
              <a:gd name="T16" fmla="*/ 452 w 515"/>
              <a:gd name="T17" fmla="*/ 166 h 537"/>
              <a:gd name="T18" fmla="*/ 414 w 515"/>
              <a:gd name="T19" fmla="*/ 154 h 537"/>
              <a:gd name="T20" fmla="*/ 414 w 515"/>
              <a:gd name="T21" fmla="*/ 153 h 537"/>
              <a:gd name="T22" fmla="*/ 457 w 515"/>
              <a:gd name="T23" fmla="*/ 127 h 537"/>
              <a:gd name="T24" fmla="*/ 460 w 515"/>
              <a:gd name="T25" fmla="*/ 119 h 537"/>
              <a:gd name="T26" fmla="*/ 453 w 515"/>
              <a:gd name="T27" fmla="*/ 141 h 537"/>
              <a:gd name="T28" fmla="*/ 417 w 515"/>
              <a:gd name="T29" fmla="*/ 88 h 537"/>
              <a:gd name="T30" fmla="*/ 353 w 515"/>
              <a:gd name="T31" fmla="*/ 110 h 537"/>
              <a:gd name="T32" fmla="*/ 333 w 515"/>
              <a:gd name="T33" fmla="*/ 173 h 537"/>
              <a:gd name="T34" fmla="*/ 330 w 515"/>
              <a:gd name="T35" fmla="*/ 173 h 537"/>
              <a:gd name="T36" fmla="*/ 310 w 515"/>
              <a:gd name="T37" fmla="*/ 109 h 537"/>
              <a:gd name="T38" fmla="*/ 246 w 515"/>
              <a:gd name="T39" fmla="*/ 88 h 537"/>
              <a:gd name="T40" fmla="*/ 246 w 515"/>
              <a:gd name="T41" fmla="*/ 85 h 537"/>
              <a:gd name="T42" fmla="*/ 311 w 515"/>
              <a:gd name="T43" fmla="*/ 65 h 537"/>
              <a:gd name="T44" fmla="*/ 330 w 515"/>
              <a:gd name="T45" fmla="*/ 1 h 537"/>
              <a:gd name="T46" fmla="*/ 333 w 515"/>
              <a:gd name="T47" fmla="*/ 1 h 537"/>
              <a:gd name="T48" fmla="*/ 353 w 515"/>
              <a:gd name="T49" fmla="*/ 64 h 537"/>
              <a:gd name="T50" fmla="*/ 417 w 515"/>
              <a:gd name="T51" fmla="*/ 85 h 537"/>
              <a:gd name="T52" fmla="*/ 417 w 515"/>
              <a:gd name="T53" fmla="*/ 88 h 537"/>
              <a:gd name="T54" fmla="*/ 155 w 515"/>
              <a:gd name="T55" fmla="*/ 99 h 537"/>
              <a:gd name="T56" fmla="*/ 215 w 515"/>
              <a:gd name="T57" fmla="*/ 371 h 537"/>
              <a:gd name="T58" fmla="*/ 463 w 515"/>
              <a:gd name="T59" fmla="*/ 438 h 537"/>
              <a:gd name="T60" fmla="*/ 467 w 515"/>
              <a:gd name="T61" fmla="*/ 444 h 537"/>
              <a:gd name="T62" fmla="*/ 265 w 515"/>
              <a:gd name="T63" fmla="*/ 537 h 537"/>
              <a:gd name="T64" fmla="*/ 0 w 515"/>
              <a:gd name="T65" fmla="*/ 272 h 537"/>
              <a:gd name="T66" fmla="*/ 197 w 515"/>
              <a:gd name="T67" fmla="*/ 15 h 537"/>
              <a:gd name="T68" fmla="*/ 201 w 515"/>
              <a:gd name="T69" fmla="*/ 21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5" h="537">
                <a:moveTo>
                  <a:pt x="453" y="141"/>
                </a:moveTo>
                <a:cubicBezTo>
                  <a:pt x="456" y="138"/>
                  <a:pt x="458" y="131"/>
                  <a:pt x="461" y="120"/>
                </a:cubicBezTo>
                <a:cubicBezTo>
                  <a:pt x="464" y="104"/>
                  <a:pt x="464" y="104"/>
                  <a:pt x="464" y="104"/>
                </a:cubicBezTo>
                <a:cubicBezTo>
                  <a:pt x="464" y="107"/>
                  <a:pt x="463" y="111"/>
                  <a:pt x="461" y="114"/>
                </a:cubicBezTo>
                <a:cubicBezTo>
                  <a:pt x="463" y="103"/>
                  <a:pt x="463" y="103"/>
                  <a:pt x="463" y="103"/>
                </a:cubicBezTo>
                <a:cubicBezTo>
                  <a:pt x="463" y="103"/>
                  <a:pt x="464" y="103"/>
                  <a:pt x="464" y="103"/>
                </a:cubicBezTo>
                <a:cubicBezTo>
                  <a:pt x="465" y="103"/>
                  <a:pt x="465" y="103"/>
                  <a:pt x="465" y="103"/>
                </a:cubicBezTo>
                <a:cubicBezTo>
                  <a:pt x="469" y="119"/>
                  <a:pt x="469" y="119"/>
                  <a:pt x="469" y="119"/>
                </a:cubicBezTo>
                <a:cubicBezTo>
                  <a:pt x="471" y="130"/>
                  <a:pt x="474" y="137"/>
                  <a:pt x="477" y="140"/>
                </a:cubicBezTo>
                <a:cubicBezTo>
                  <a:pt x="482" y="145"/>
                  <a:pt x="494" y="149"/>
                  <a:pt x="514" y="153"/>
                </a:cubicBezTo>
                <a:cubicBezTo>
                  <a:pt x="515" y="154"/>
                  <a:pt x="515" y="154"/>
                  <a:pt x="515" y="154"/>
                </a:cubicBezTo>
                <a:cubicBezTo>
                  <a:pt x="514" y="154"/>
                  <a:pt x="514" y="154"/>
                  <a:pt x="514" y="154"/>
                </a:cubicBezTo>
                <a:cubicBezTo>
                  <a:pt x="498" y="158"/>
                  <a:pt x="498" y="158"/>
                  <a:pt x="498" y="158"/>
                </a:cubicBezTo>
                <a:cubicBezTo>
                  <a:pt x="487" y="161"/>
                  <a:pt x="480" y="164"/>
                  <a:pt x="477" y="167"/>
                </a:cubicBezTo>
                <a:cubicBezTo>
                  <a:pt x="472" y="171"/>
                  <a:pt x="468" y="184"/>
                  <a:pt x="465" y="203"/>
                </a:cubicBezTo>
                <a:cubicBezTo>
                  <a:pt x="464" y="204"/>
                  <a:pt x="464" y="204"/>
                  <a:pt x="464" y="204"/>
                </a:cubicBezTo>
                <a:cubicBezTo>
                  <a:pt x="463" y="203"/>
                  <a:pt x="463" y="203"/>
                  <a:pt x="463" y="203"/>
                </a:cubicBezTo>
                <a:cubicBezTo>
                  <a:pt x="460" y="183"/>
                  <a:pt x="456" y="171"/>
                  <a:pt x="452" y="166"/>
                </a:cubicBezTo>
                <a:cubicBezTo>
                  <a:pt x="449" y="164"/>
                  <a:pt x="442" y="161"/>
                  <a:pt x="430" y="158"/>
                </a:cubicBezTo>
                <a:cubicBezTo>
                  <a:pt x="414" y="154"/>
                  <a:pt x="414" y="154"/>
                  <a:pt x="414" y="154"/>
                </a:cubicBezTo>
                <a:cubicBezTo>
                  <a:pt x="413" y="154"/>
                  <a:pt x="413" y="154"/>
                  <a:pt x="414" y="154"/>
                </a:cubicBezTo>
                <a:cubicBezTo>
                  <a:pt x="414" y="153"/>
                  <a:pt x="414" y="153"/>
                  <a:pt x="414" y="153"/>
                </a:cubicBezTo>
                <a:cubicBezTo>
                  <a:pt x="435" y="150"/>
                  <a:pt x="448" y="146"/>
                  <a:pt x="452" y="141"/>
                </a:cubicBezTo>
                <a:cubicBezTo>
                  <a:pt x="454" y="139"/>
                  <a:pt x="456" y="134"/>
                  <a:pt x="457" y="127"/>
                </a:cubicBezTo>
                <a:moveTo>
                  <a:pt x="461" y="114"/>
                </a:moveTo>
                <a:cubicBezTo>
                  <a:pt x="460" y="119"/>
                  <a:pt x="460" y="119"/>
                  <a:pt x="460" y="119"/>
                </a:cubicBezTo>
                <a:cubicBezTo>
                  <a:pt x="460" y="122"/>
                  <a:pt x="459" y="125"/>
                  <a:pt x="457" y="127"/>
                </a:cubicBezTo>
                <a:cubicBezTo>
                  <a:pt x="457" y="134"/>
                  <a:pt x="455" y="139"/>
                  <a:pt x="453" y="141"/>
                </a:cubicBezTo>
                <a:cubicBezTo>
                  <a:pt x="458" y="128"/>
                  <a:pt x="461" y="119"/>
                  <a:pt x="461" y="114"/>
                </a:cubicBezTo>
                <a:moveTo>
                  <a:pt x="417" y="88"/>
                </a:moveTo>
                <a:cubicBezTo>
                  <a:pt x="389" y="94"/>
                  <a:pt x="389" y="94"/>
                  <a:pt x="389" y="94"/>
                </a:cubicBezTo>
                <a:cubicBezTo>
                  <a:pt x="370" y="99"/>
                  <a:pt x="358" y="105"/>
                  <a:pt x="353" y="110"/>
                </a:cubicBezTo>
                <a:cubicBezTo>
                  <a:pt x="348" y="114"/>
                  <a:pt x="343" y="126"/>
                  <a:pt x="338" y="145"/>
                </a:cubicBezTo>
                <a:cubicBezTo>
                  <a:pt x="333" y="173"/>
                  <a:pt x="333" y="173"/>
                  <a:pt x="333" y="173"/>
                </a:cubicBezTo>
                <a:cubicBezTo>
                  <a:pt x="331" y="174"/>
                  <a:pt x="331" y="174"/>
                  <a:pt x="331" y="174"/>
                </a:cubicBezTo>
                <a:cubicBezTo>
                  <a:pt x="330" y="174"/>
                  <a:pt x="330" y="173"/>
                  <a:pt x="330" y="173"/>
                </a:cubicBezTo>
                <a:cubicBezTo>
                  <a:pt x="329" y="164"/>
                  <a:pt x="327" y="154"/>
                  <a:pt x="325" y="145"/>
                </a:cubicBezTo>
                <a:cubicBezTo>
                  <a:pt x="320" y="126"/>
                  <a:pt x="315" y="114"/>
                  <a:pt x="310" y="109"/>
                </a:cubicBezTo>
                <a:cubicBezTo>
                  <a:pt x="305" y="104"/>
                  <a:pt x="293" y="99"/>
                  <a:pt x="274" y="94"/>
                </a:cubicBezTo>
                <a:cubicBezTo>
                  <a:pt x="246" y="88"/>
                  <a:pt x="246" y="88"/>
                  <a:pt x="246" y="88"/>
                </a:cubicBezTo>
                <a:cubicBezTo>
                  <a:pt x="245" y="87"/>
                  <a:pt x="245" y="87"/>
                  <a:pt x="245" y="87"/>
                </a:cubicBezTo>
                <a:cubicBezTo>
                  <a:pt x="245" y="86"/>
                  <a:pt x="245" y="85"/>
                  <a:pt x="246" y="85"/>
                </a:cubicBezTo>
                <a:cubicBezTo>
                  <a:pt x="274" y="80"/>
                  <a:pt x="274" y="80"/>
                  <a:pt x="274" y="80"/>
                </a:cubicBezTo>
                <a:cubicBezTo>
                  <a:pt x="294" y="75"/>
                  <a:pt x="306" y="70"/>
                  <a:pt x="311" y="65"/>
                </a:cubicBezTo>
                <a:cubicBezTo>
                  <a:pt x="316" y="60"/>
                  <a:pt x="320" y="48"/>
                  <a:pt x="325" y="29"/>
                </a:cubicBezTo>
                <a:cubicBezTo>
                  <a:pt x="330" y="1"/>
                  <a:pt x="330" y="1"/>
                  <a:pt x="330" y="1"/>
                </a:cubicBezTo>
                <a:cubicBezTo>
                  <a:pt x="330" y="0"/>
                  <a:pt x="330" y="0"/>
                  <a:pt x="331" y="0"/>
                </a:cubicBezTo>
                <a:cubicBezTo>
                  <a:pt x="332" y="0"/>
                  <a:pt x="333" y="0"/>
                  <a:pt x="333" y="1"/>
                </a:cubicBezTo>
                <a:cubicBezTo>
                  <a:pt x="339" y="28"/>
                  <a:pt x="339" y="28"/>
                  <a:pt x="339" y="28"/>
                </a:cubicBezTo>
                <a:cubicBezTo>
                  <a:pt x="343" y="47"/>
                  <a:pt x="348" y="59"/>
                  <a:pt x="353" y="64"/>
                </a:cubicBezTo>
                <a:cubicBezTo>
                  <a:pt x="358" y="69"/>
                  <a:pt x="370" y="74"/>
                  <a:pt x="389" y="79"/>
                </a:cubicBezTo>
                <a:cubicBezTo>
                  <a:pt x="417" y="85"/>
                  <a:pt x="417" y="85"/>
                  <a:pt x="417" y="85"/>
                </a:cubicBezTo>
                <a:cubicBezTo>
                  <a:pt x="418" y="85"/>
                  <a:pt x="418" y="86"/>
                  <a:pt x="418" y="87"/>
                </a:cubicBezTo>
                <a:cubicBezTo>
                  <a:pt x="417" y="88"/>
                  <a:pt x="417" y="88"/>
                  <a:pt x="417" y="88"/>
                </a:cubicBezTo>
                <a:moveTo>
                  <a:pt x="201" y="21"/>
                </a:moveTo>
                <a:cubicBezTo>
                  <a:pt x="181" y="44"/>
                  <a:pt x="166" y="70"/>
                  <a:pt x="155" y="99"/>
                </a:cubicBezTo>
                <a:cubicBezTo>
                  <a:pt x="144" y="128"/>
                  <a:pt x="139" y="158"/>
                  <a:pt x="139" y="188"/>
                </a:cubicBezTo>
                <a:cubicBezTo>
                  <a:pt x="139" y="260"/>
                  <a:pt x="164" y="321"/>
                  <a:pt x="215" y="371"/>
                </a:cubicBezTo>
                <a:cubicBezTo>
                  <a:pt x="265" y="422"/>
                  <a:pt x="326" y="447"/>
                  <a:pt x="397" y="447"/>
                </a:cubicBezTo>
                <a:cubicBezTo>
                  <a:pt x="420" y="447"/>
                  <a:pt x="442" y="444"/>
                  <a:pt x="463" y="438"/>
                </a:cubicBezTo>
                <a:cubicBezTo>
                  <a:pt x="475" y="435"/>
                  <a:pt x="475" y="435"/>
                  <a:pt x="475" y="435"/>
                </a:cubicBezTo>
                <a:cubicBezTo>
                  <a:pt x="467" y="444"/>
                  <a:pt x="467" y="444"/>
                  <a:pt x="467" y="444"/>
                </a:cubicBezTo>
                <a:cubicBezTo>
                  <a:pt x="442" y="474"/>
                  <a:pt x="412" y="497"/>
                  <a:pt x="376" y="513"/>
                </a:cubicBezTo>
                <a:cubicBezTo>
                  <a:pt x="341" y="529"/>
                  <a:pt x="304" y="537"/>
                  <a:pt x="265" y="537"/>
                </a:cubicBezTo>
                <a:cubicBezTo>
                  <a:pt x="192" y="537"/>
                  <a:pt x="130" y="511"/>
                  <a:pt x="77" y="459"/>
                </a:cubicBezTo>
                <a:cubicBezTo>
                  <a:pt x="26" y="407"/>
                  <a:pt x="0" y="345"/>
                  <a:pt x="0" y="272"/>
                </a:cubicBezTo>
                <a:cubicBezTo>
                  <a:pt x="0" y="211"/>
                  <a:pt x="18" y="157"/>
                  <a:pt x="55" y="110"/>
                </a:cubicBezTo>
                <a:cubicBezTo>
                  <a:pt x="92" y="62"/>
                  <a:pt x="139" y="30"/>
                  <a:pt x="197" y="15"/>
                </a:cubicBezTo>
                <a:cubicBezTo>
                  <a:pt x="209" y="12"/>
                  <a:pt x="209" y="12"/>
                  <a:pt x="209" y="12"/>
                </a:cubicBezTo>
                <a:cubicBezTo>
                  <a:pt x="201" y="21"/>
                  <a:pt x="201" y="21"/>
                  <a:pt x="201" y="21"/>
                </a:cubicBezTo>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70" name="Freeform 566"/>
          <p:cNvSpPr>
            <a:spLocks noEditPoints="1"/>
          </p:cNvSpPr>
          <p:nvPr/>
        </p:nvSpPr>
        <p:spPr bwMode="auto">
          <a:xfrm>
            <a:off x="1008845" y="6393529"/>
            <a:ext cx="394469" cy="289621"/>
          </a:xfrm>
          <a:custGeom>
            <a:avLst/>
            <a:gdLst>
              <a:gd name="T0" fmla="*/ 450 w 534"/>
              <a:gd name="T1" fmla="*/ 79 h 392"/>
              <a:gd name="T2" fmla="*/ 439 w 534"/>
              <a:gd name="T3" fmla="*/ 106 h 392"/>
              <a:gd name="T4" fmla="*/ 435 w 534"/>
              <a:gd name="T5" fmla="*/ 126 h 392"/>
              <a:gd name="T6" fmla="*/ 431 w 534"/>
              <a:gd name="T7" fmla="*/ 106 h 392"/>
              <a:gd name="T8" fmla="*/ 420 w 534"/>
              <a:gd name="T9" fmla="*/ 78 h 392"/>
              <a:gd name="T10" fmla="*/ 393 w 534"/>
              <a:gd name="T11" fmla="*/ 67 h 392"/>
              <a:gd name="T12" fmla="*/ 372 w 534"/>
              <a:gd name="T13" fmla="*/ 63 h 392"/>
              <a:gd name="T14" fmla="*/ 393 w 534"/>
              <a:gd name="T15" fmla="*/ 59 h 392"/>
              <a:gd name="T16" fmla="*/ 421 w 534"/>
              <a:gd name="T17" fmla="*/ 47 h 392"/>
              <a:gd name="T18" fmla="*/ 431 w 534"/>
              <a:gd name="T19" fmla="*/ 20 h 392"/>
              <a:gd name="T20" fmla="*/ 435 w 534"/>
              <a:gd name="T21" fmla="*/ 0 h 392"/>
              <a:gd name="T22" fmla="*/ 440 w 534"/>
              <a:gd name="T23" fmla="*/ 20 h 392"/>
              <a:gd name="T24" fmla="*/ 450 w 534"/>
              <a:gd name="T25" fmla="*/ 47 h 392"/>
              <a:gd name="T26" fmla="*/ 478 w 534"/>
              <a:gd name="T27" fmla="*/ 59 h 392"/>
              <a:gd name="T28" fmla="*/ 498 w 534"/>
              <a:gd name="T29" fmla="*/ 63 h 392"/>
              <a:gd name="T30" fmla="*/ 478 w 534"/>
              <a:gd name="T31" fmla="*/ 67 h 392"/>
              <a:gd name="T32" fmla="*/ 450 w 534"/>
              <a:gd name="T33" fmla="*/ 79 h 392"/>
              <a:gd name="T34" fmla="*/ 303 w 534"/>
              <a:gd name="T35" fmla="*/ 70 h 392"/>
              <a:gd name="T36" fmla="*/ 291 w 534"/>
              <a:gd name="T37" fmla="*/ 127 h 392"/>
              <a:gd name="T38" fmla="*/ 347 w 534"/>
              <a:gd name="T39" fmla="*/ 155 h 392"/>
              <a:gd name="T40" fmla="*/ 384 w 534"/>
              <a:gd name="T41" fmla="*/ 226 h 392"/>
              <a:gd name="T42" fmla="*/ 415 w 534"/>
              <a:gd name="T43" fmla="*/ 247 h 392"/>
              <a:gd name="T44" fmla="*/ 428 w 534"/>
              <a:gd name="T45" fmla="*/ 284 h 392"/>
              <a:gd name="T46" fmla="*/ 416 w 534"/>
              <a:gd name="T47" fmla="*/ 320 h 392"/>
              <a:gd name="T48" fmla="*/ 484 w 534"/>
              <a:gd name="T49" fmla="*/ 331 h 392"/>
              <a:gd name="T50" fmla="*/ 534 w 534"/>
              <a:gd name="T51" fmla="*/ 325 h 392"/>
              <a:gd name="T52" fmla="*/ 469 w 534"/>
              <a:gd name="T53" fmla="*/ 375 h 392"/>
              <a:gd name="T54" fmla="*/ 354 w 534"/>
              <a:gd name="T55" fmla="*/ 391 h 392"/>
              <a:gd name="T56" fmla="*/ 251 w 534"/>
              <a:gd name="T57" fmla="*/ 356 h 392"/>
              <a:gd name="T58" fmla="*/ 209 w 534"/>
              <a:gd name="T59" fmla="*/ 357 h 392"/>
              <a:gd name="T60" fmla="*/ 108 w 534"/>
              <a:gd name="T61" fmla="*/ 353 h 392"/>
              <a:gd name="T62" fmla="*/ 40 w 534"/>
              <a:gd name="T63" fmla="*/ 343 h 392"/>
              <a:gd name="T64" fmla="*/ 11 w 534"/>
              <a:gd name="T65" fmla="*/ 327 h 392"/>
              <a:gd name="T66" fmla="*/ 0 w 534"/>
              <a:gd name="T67" fmla="*/ 297 h 392"/>
              <a:gd name="T68" fmla="*/ 13 w 534"/>
              <a:gd name="T69" fmla="*/ 264 h 392"/>
              <a:gd name="T70" fmla="*/ 46 w 534"/>
              <a:gd name="T71" fmla="*/ 250 h 392"/>
              <a:gd name="T72" fmla="*/ 62 w 534"/>
              <a:gd name="T73" fmla="*/ 253 h 392"/>
              <a:gd name="T74" fmla="*/ 91 w 534"/>
              <a:gd name="T75" fmla="*/ 199 h 392"/>
              <a:gd name="T76" fmla="*/ 148 w 534"/>
              <a:gd name="T77" fmla="*/ 178 h 392"/>
              <a:gd name="T78" fmla="*/ 174 w 534"/>
              <a:gd name="T79" fmla="*/ 182 h 392"/>
              <a:gd name="T80" fmla="*/ 191 w 534"/>
              <a:gd name="T81" fmla="*/ 160 h 392"/>
              <a:gd name="T82" fmla="*/ 234 w 534"/>
              <a:gd name="T83" fmla="*/ 81 h 392"/>
              <a:gd name="T84" fmla="*/ 337 w 534"/>
              <a:gd name="T85" fmla="*/ 12 h 392"/>
              <a:gd name="T86" fmla="*/ 303 w 534"/>
              <a:gd name="T87" fmla="*/ 70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4" h="392">
                <a:moveTo>
                  <a:pt x="450" y="79"/>
                </a:moveTo>
                <a:cubicBezTo>
                  <a:pt x="447" y="83"/>
                  <a:pt x="443" y="92"/>
                  <a:pt x="439" y="106"/>
                </a:cubicBezTo>
                <a:cubicBezTo>
                  <a:pt x="435" y="126"/>
                  <a:pt x="435" y="126"/>
                  <a:pt x="435" y="126"/>
                </a:cubicBezTo>
                <a:cubicBezTo>
                  <a:pt x="434" y="120"/>
                  <a:pt x="433" y="113"/>
                  <a:pt x="431" y="106"/>
                </a:cubicBezTo>
                <a:cubicBezTo>
                  <a:pt x="428" y="91"/>
                  <a:pt x="424" y="82"/>
                  <a:pt x="420" y="78"/>
                </a:cubicBezTo>
                <a:cubicBezTo>
                  <a:pt x="416" y="75"/>
                  <a:pt x="407" y="71"/>
                  <a:pt x="393" y="67"/>
                </a:cubicBezTo>
                <a:cubicBezTo>
                  <a:pt x="372" y="63"/>
                  <a:pt x="372" y="63"/>
                  <a:pt x="372" y="63"/>
                </a:cubicBezTo>
                <a:cubicBezTo>
                  <a:pt x="393" y="59"/>
                  <a:pt x="393" y="59"/>
                  <a:pt x="393" y="59"/>
                </a:cubicBezTo>
                <a:cubicBezTo>
                  <a:pt x="408" y="56"/>
                  <a:pt x="417" y="52"/>
                  <a:pt x="421" y="47"/>
                </a:cubicBezTo>
                <a:cubicBezTo>
                  <a:pt x="425" y="44"/>
                  <a:pt x="428" y="35"/>
                  <a:pt x="431" y="20"/>
                </a:cubicBezTo>
                <a:cubicBezTo>
                  <a:pt x="435" y="0"/>
                  <a:pt x="435" y="0"/>
                  <a:pt x="435" y="0"/>
                </a:cubicBezTo>
                <a:cubicBezTo>
                  <a:pt x="436" y="6"/>
                  <a:pt x="438" y="13"/>
                  <a:pt x="440" y="20"/>
                </a:cubicBezTo>
                <a:cubicBezTo>
                  <a:pt x="443" y="34"/>
                  <a:pt x="447" y="43"/>
                  <a:pt x="450" y="47"/>
                </a:cubicBezTo>
                <a:cubicBezTo>
                  <a:pt x="454" y="51"/>
                  <a:pt x="463" y="55"/>
                  <a:pt x="478" y="59"/>
                </a:cubicBezTo>
                <a:cubicBezTo>
                  <a:pt x="498" y="63"/>
                  <a:pt x="498" y="63"/>
                  <a:pt x="498" y="63"/>
                </a:cubicBezTo>
                <a:cubicBezTo>
                  <a:pt x="478" y="67"/>
                  <a:pt x="478" y="67"/>
                  <a:pt x="478" y="67"/>
                </a:cubicBezTo>
                <a:cubicBezTo>
                  <a:pt x="463" y="71"/>
                  <a:pt x="454" y="75"/>
                  <a:pt x="450" y="79"/>
                </a:cubicBezTo>
                <a:moveTo>
                  <a:pt x="303" y="70"/>
                </a:moveTo>
                <a:cubicBezTo>
                  <a:pt x="296" y="88"/>
                  <a:pt x="292" y="108"/>
                  <a:pt x="291" y="127"/>
                </a:cubicBezTo>
                <a:cubicBezTo>
                  <a:pt x="312" y="131"/>
                  <a:pt x="331" y="140"/>
                  <a:pt x="347" y="155"/>
                </a:cubicBezTo>
                <a:cubicBezTo>
                  <a:pt x="369" y="174"/>
                  <a:pt x="381" y="197"/>
                  <a:pt x="384" y="226"/>
                </a:cubicBezTo>
                <a:cubicBezTo>
                  <a:pt x="397" y="229"/>
                  <a:pt x="407" y="237"/>
                  <a:pt x="415" y="247"/>
                </a:cubicBezTo>
                <a:cubicBezTo>
                  <a:pt x="424" y="258"/>
                  <a:pt x="428" y="270"/>
                  <a:pt x="428" y="284"/>
                </a:cubicBezTo>
                <a:cubicBezTo>
                  <a:pt x="428" y="297"/>
                  <a:pt x="424" y="309"/>
                  <a:pt x="416" y="320"/>
                </a:cubicBezTo>
                <a:cubicBezTo>
                  <a:pt x="437" y="328"/>
                  <a:pt x="460" y="331"/>
                  <a:pt x="484" y="331"/>
                </a:cubicBezTo>
                <a:cubicBezTo>
                  <a:pt x="501" y="331"/>
                  <a:pt x="517" y="329"/>
                  <a:pt x="534" y="325"/>
                </a:cubicBezTo>
                <a:cubicBezTo>
                  <a:pt x="516" y="346"/>
                  <a:pt x="494" y="363"/>
                  <a:pt x="469" y="375"/>
                </a:cubicBezTo>
                <a:cubicBezTo>
                  <a:pt x="443" y="387"/>
                  <a:pt x="405" y="392"/>
                  <a:pt x="354" y="391"/>
                </a:cubicBezTo>
                <a:cubicBezTo>
                  <a:pt x="316" y="390"/>
                  <a:pt x="282" y="378"/>
                  <a:pt x="251" y="356"/>
                </a:cubicBezTo>
                <a:cubicBezTo>
                  <a:pt x="209" y="357"/>
                  <a:pt x="209" y="357"/>
                  <a:pt x="209" y="357"/>
                </a:cubicBezTo>
                <a:cubicBezTo>
                  <a:pt x="108" y="353"/>
                  <a:pt x="108" y="353"/>
                  <a:pt x="108" y="353"/>
                </a:cubicBezTo>
                <a:cubicBezTo>
                  <a:pt x="78" y="350"/>
                  <a:pt x="56" y="347"/>
                  <a:pt x="40" y="343"/>
                </a:cubicBezTo>
                <a:cubicBezTo>
                  <a:pt x="29" y="341"/>
                  <a:pt x="19" y="336"/>
                  <a:pt x="11" y="327"/>
                </a:cubicBezTo>
                <a:cubicBezTo>
                  <a:pt x="4" y="319"/>
                  <a:pt x="0" y="308"/>
                  <a:pt x="0" y="297"/>
                </a:cubicBezTo>
                <a:cubicBezTo>
                  <a:pt x="0" y="284"/>
                  <a:pt x="4" y="273"/>
                  <a:pt x="13" y="264"/>
                </a:cubicBezTo>
                <a:cubicBezTo>
                  <a:pt x="22" y="255"/>
                  <a:pt x="33" y="250"/>
                  <a:pt x="46" y="250"/>
                </a:cubicBezTo>
                <a:cubicBezTo>
                  <a:pt x="52" y="250"/>
                  <a:pt x="57" y="251"/>
                  <a:pt x="62" y="253"/>
                </a:cubicBezTo>
                <a:cubicBezTo>
                  <a:pt x="65" y="232"/>
                  <a:pt x="74" y="214"/>
                  <a:pt x="91" y="199"/>
                </a:cubicBezTo>
                <a:cubicBezTo>
                  <a:pt x="107" y="185"/>
                  <a:pt x="126" y="178"/>
                  <a:pt x="148" y="178"/>
                </a:cubicBezTo>
                <a:cubicBezTo>
                  <a:pt x="157" y="178"/>
                  <a:pt x="166" y="179"/>
                  <a:pt x="174" y="182"/>
                </a:cubicBezTo>
                <a:cubicBezTo>
                  <a:pt x="179" y="174"/>
                  <a:pt x="185" y="166"/>
                  <a:pt x="191" y="160"/>
                </a:cubicBezTo>
                <a:cubicBezTo>
                  <a:pt x="201" y="130"/>
                  <a:pt x="215" y="104"/>
                  <a:pt x="234" y="81"/>
                </a:cubicBezTo>
                <a:cubicBezTo>
                  <a:pt x="261" y="46"/>
                  <a:pt x="295" y="23"/>
                  <a:pt x="337" y="12"/>
                </a:cubicBezTo>
                <a:cubicBezTo>
                  <a:pt x="322" y="30"/>
                  <a:pt x="311" y="49"/>
                  <a:pt x="303" y="70"/>
                </a:cubicBezTo>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71" name="Freeform 567"/>
          <p:cNvSpPr>
            <a:spLocks/>
          </p:cNvSpPr>
          <p:nvPr/>
        </p:nvSpPr>
        <p:spPr bwMode="auto">
          <a:xfrm>
            <a:off x="3092935" y="5348632"/>
            <a:ext cx="227744" cy="398766"/>
          </a:xfrm>
          <a:custGeom>
            <a:avLst/>
            <a:gdLst>
              <a:gd name="T0" fmla="*/ 99 w 265"/>
              <a:gd name="T1" fmla="*/ 204 h 464"/>
              <a:gd name="T2" fmla="*/ 265 w 265"/>
              <a:gd name="T3" fmla="*/ 178 h 464"/>
              <a:gd name="T4" fmla="*/ 23 w 265"/>
              <a:gd name="T5" fmla="*/ 464 h 464"/>
              <a:gd name="T6" fmla="*/ 149 w 265"/>
              <a:gd name="T7" fmla="*/ 253 h 464"/>
              <a:gd name="T8" fmla="*/ 0 w 265"/>
              <a:gd name="T9" fmla="*/ 273 h 464"/>
              <a:gd name="T10" fmla="*/ 127 w 265"/>
              <a:gd name="T11" fmla="*/ 58 h 464"/>
              <a:gd name="T12" fmla="*/ 241 w 265"/>
              <a:gd name="T13" fmla="*/ 0 h 464"/>
              <a:gd name="T14" fmla="*/ 99 w 265"/>
              <a:gd name="T15" fmla="*/ 204 h 4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5" h="464">
                <a:moveTo>
                  <a:pt x="99" y="204"/>
                </a:moveTo>
                <a:lnTo>
                  <a:pt x="265" y="178"/>
                </a:lnTo>
                <a:lnTo>
                  <a:pt x="23" y="464"/>
                </a:lnTo>
                <a:lnTo>
                  <a:pt x="149" y="253"/>
                </a:lnTo>
                <a:lnTo>
                  <a:pt x="0" y="273"/>
                </a:lnTo>
                <a:lnTo>
                  <a:pt x="127" y="58"/>
                </a:lnTo>
                <a:lnTo>
                  <a:pt x="241" y="0"/>
                </a:lnTo>
                <a:lnTo>
                  <a:pt x="99" y="204"/>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72" name="Freeform 568"/>
          <p:cNvSpPr>
            <a:spLocks/>
          </p:cNvSpPr>
          <p:nvPr/>
        </p:nvSpPr>
        <p:spPr bwMode="auto">
          <a:xfrm>
            <a:off x="1008002" y="5345624"/>
            <a:ext cx="403063" cy="404782"/>
          </a:xfrm>
          <a:custGeom>
            <a:avLst/>
            <a:gdLst>
              <a:gd name="T0" fmla="*/ 486 w 545"/>
              <a:gd name="T1" fmla="*/ 129 h 547"/>
              <a:gd name="T2" fmla="*/ 492 w 545"/>
              <a:gd name="T3" fmla="*/ 154 h 547"/>
              <a:gd name="T4" fmla="*/ 527 w 545"/>
              <a:gd name="T5" fmla="*/ 251 h 547"/>
              <a:gd name="T6" fmla="*/ 539 w 545"/>
              <a:gd name="T7" fmla="*/ 257 h 547"/>
              <a:gd name="T8" fmla="*/ 545 w 545"/>
              <a:gd name="T9" fmla="*/ 280 h 547"/>
              <a:gd name="T10" fmla="*/ 401 w 545"/>
              <a:gd name="T11" fmla="*/ 292 h 547"/>
              <a:gd name="T12" fmla="*/ 496 w 545"/>
              <a:gd name="T13" fmla="*/ 393 h 547"/>
              <a:gd name="T14" fmla="*/ 475 w 545"/>
              <a:gd name="T15" fmla="*/ 418 h 547"/>
              <a:gd name="T16" fmla="*/ 343 w 545"/>
              <a:gd name="T17" fmla="*/ 292 h 547"/>
              <a:gd name="T18" fmla="*/ 292 w 545"/>
              <a:gd name="T19" fmla="*/ 339 h 547"/>
              <a:gd name="T20" fmla="*/ 420 w 545"/>
              <a:gd name="T21" fmla="*/ 477 h 547"/>
              <a:gd name="T22" fmla="*/ 395 w 545"/>
              <a:gd name="T23" fmla="*/ 496 h 547"/>
              <a:gd name="T24" fmla="*/ 292 w 545"/>
              <a:gd name="T25" fmla="*/ 397 h 547"/>
              <a:gd name="T26" fmla="*/ 286 w 545"/>
              <a:gd name="T27" fmla="*/ 539 h 547"/>
              <a:gd name="T28" fmla="*/ 269 w 545"/>
              <a:gd name="T29" fmla="*/ 547 h 547"/>
              <a:gd name="T30" fmla="*/ 253 w 545"/>
              <a:gd name="T31" fmla="*/ 529 h 547"/>
              <a:gd name="T32" fmla="*/ 160 w 545"/>
              <a:gd name="T33" fmla="*/ 490 h 547"/>
              <a:gd name="T34" fmla="*/ 144 w 545"/>
              <a:gd name="T35" fmla="*/ 496 h 547"/>
              <a:gd name="T36" fmla="*/ 127 w 545"/>
              <a:gd name="T37" fmla="*/ 479 h 547"/>
              <a:gd name="T38" fmla="*/ 251 w 545"/>
              <a:gd name="T39" fmla="*/ 339 h 547"/>
              <a:gd name="T40" fmla="*/ 202 w 545"/>
              <a:gd name="T41" fmla="*/ 292 h 547"/>
              <a:gd name="T42" fmla="*/ 70 w 545"/>
              <a:gd name="T43" fmla="*/ 418 h 547"/>
              <a:gd name="T44" fmla="*/ 53 w 545"/>
              <a:gd name="T45" fmla="*/ 387 h 547"/>
              <a:gd name="T46" fmla="*/ 16 w 545"/>
              <a:gd name="T47" fmla="*/ 290 h 547"/>
              <a:gd name="T48" fmla="*/ 6 w 545"/>
              <a:gd name="T49" fmla="*/ 286 h 547"/>
              <a:gd name="T50" fmla="*/ 0 w 545"/>
              <a:gd name="T51" fmla="*/ 263 h 547"/>
              <a:gd name="T52" fmla="*/ 144 w 545"/>
              <a:gd name="T53" fmla="*/ 251 h 547"/>
              <a:gd name="T54" fmla="*/ 53 w 545"/>
              <a:gd name="T55" fmla="*/ 156 h 547"/>
              <a:gd name="T56" fmla="*/ 66 w 545"/>
              <a:gd name="T57" fmla="*/ 125 h 547"/>
              <a:gd name="T58" fmla="*/ 204 w 545"/>
              <a:gd name="T59" fmla="*/ 251 h 547"/>
              <a:gd name="T60" fmla="*/ 251 w 545"/>
              <a:gd name="T61" fmla="*/ 203 h 547"/>
              <a:gd name="T62" fmla="*/ 129 w 545"/>
              <a:gd name="T63" fmla="*/ 76 h 547"/>
              <a:gd name="T64" fmla="*/ 138 w 545"/>
              <a:gd name="T65" fmla="*/ 49 h 547"/>
              <a:gd name="T66" fmla="*/ 251 w 545"/>
              <a:gd name="T67" fmla="*/ 144 h 547"/>
              <a:gd name="T68" fmla="*/ 269 w 545"/>
              <a:gd name="T69" fmla="*/ 0 h 547"/>
              <a:gd name="T70" fmla="*/ 288 w 545"/>
              <a:gd name="T71" fmla="*/ 10 h 547"/>
              <a:gd name="T72" fmla="*/ 292 w 545"/>
              <a:gd name="T73" fmla="*/ 146 h 547"/>
              <a:gd name="T74" fmla="*/ 403 w 545"/>
              <a:gd name="T75" fmla="*/ 47 h 547"/>
              <a:gd name="T76" fmla="*/ 420 w 545"/>
              <a:gd name="T77" fmla="*/ 70 h 547"/>
              <a:gd name="T78" fmla="*/ 292 w 545"/>
              <a:gd name="T79" fmla="*/ 203 h 547"/>
              <a:gd name="T80" fmla="*/ 341 w 545"/>
              <a:gd name="T81" fmla="*/ 251 h 547"/>
              <a:gd name="T82" fmla="*/ 469 w 545"/>
              <a:gd name="T83" fmla="*/ 127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45" h="547">
                <a:moveTo>
                  <a:pt x="469" y="127"/>
                </a:moveTo>
                <a:cubicBezTo>
                  <a:pt x="486" y="129"/>
                  <a:pt x="486" y="129"/>
                  <a:pt x="486" y="129"/>
                </a:cubicBezTo>
                <a:cubicBezTo>
                  <a:pt x="496" y="148"/>
                  <a:pt x="496" y="148"/>
                  <a:pt x="496" y="148"/>
                </a:cubicBezTo>
                <a:cubicBezTo>
                  <a:pt x="492" y="154"/>
                  <a:pt x="492" y="154"/>
                  <a:pt x="492" y="154"/>
                </a:cubicBezTo>
                <a:cubicBezTo>
                  <a:pt x="401" y="251"/>
                  <a:pt x="401" y="251"/>
                  <a:pt x="401" y="251"/>
                </a:cubicBezTo>
                <a:cubicBezTo>
                  <a:pt x="527" y="251"/>
                  <a:pt x="527" y="251"/>
                  <a:pt x="527" y="251"/>
                </a:cubicBezTo>
                <a:cubicBezTo>
                  <a:pt x="533" y="253"/>
                  <a:pt x="533" y="253"/>
                  <a:pt x="533" y="253"/>
                </a:cubicBezTo>
                <a:cubicBezTo>
                  <a:pt x="539" y="257"/>
                  <a:pt x="539" y="257"/>
                  <a:pt x="539" y="257"/>
                </a:cubicBezTo>
                <a:cubicBezTo>
                  <a:pt x="543" y="263"/>
                  <a:pt x="543" y="263"/>
                  <a:pt x="543" y="263"/>
                </a:cubicBezTo>
                <a:cubicBezTo>
                  <a:pt x="545" y="280"/>
                  <a:pt x="545" y="280"/>
                  <a:pt x="545" y="280"/>
                </a:cubicBezTo>
                <a:cubicBezTo>
                  <a:pt x="533" y="290"/>
                  <a:pt x="533" y="290"/>
                  <a:pt x="533" y="290"/>
                </a:cubicBezTo>
                <a:cubicBezTo>
                  <a:pt x="401" y="292"/>
                  <a:pt x="401" y="292"/>
                  <a:pt x="401" y="292"/>
                </a:cubicBezTo>
                <a:cubicBezTo>
                  <a:pt x="492" y="387"/>
                  <a:pt x="492" y="387"/>
                  <a:pt x="492" y="387"/>
                </a:cubicBezTo>
                <a:cubicBezTo>
                  <a:pt x="496" y="393"/>
                  <a:pt x="496" y="393"/>
                  <a:pt x="496" y="393"/>
                </a:cubicBezTo>
                <a:cubicBezTo>
                  <a:pt x="492" y="412"/>
                  <a:pt x="492" y="412"/>
                  <a:pt x="492" y="412"/>
                </a:cubicBezTo>
                <a:cubicBezTo>
                  <a:pt x="475" y="418"/>
                  <a:pt x="475" y="418"/>
                  <a:pt x="475" y="418"/>
                </a:cubicBezTo>
                <a:cubicBezTo>
                  <a:pt x="469" y="414"/>
                  <a:pt x="469" y="414"/>
                  <a:pt x="469" y="414"/>
                </a:cubicBezTo>
                <a:cubicBezTo>
                  <a:pt x="343" y="292"/>
                  <a:pt x="343" y="292"/>
                  <a:pt x="343" y="292"/>
                </a:cubicBezTo>
                <a:cubicBezTo>
                  <a:pt x="292" y="292"/>
                  <a:pt x="292" y="292"/>
                  <a:pt x="292" y="292"/>
                </a:cubicBezTo>
                <a:cubicBezTo>
                  <a:pt x="292" y="339"/>
                  <a:pt x="292" y="339"/>
                  <a:pt x="292" y="339"/>
                </a:cubicBezTo>
                <a:cubicBezTo>
                  <a:pt x="417" y="469"/>
                  <a:pt x="417" y="469"/>
                  <a:pt x="417" y="469"/>
                </a:cubicBezTo>
                <a:cubicBezTo>
                  <a:pt x="420" y="477"/>
                  <a:pt x="420" y="477"/>
                  <a:pt x="420" y="477"/>
                </a:cubicBezTo>
                <a:cubicBezTo>
                  <a:pt x="415" y="490"/>
                  <a:pt x="415" y="490"/>
                  <a:pt x="415" y="490"/>
                </a:cubicBezTo>
                <a:cubicBezTo>
                  <a:pt x="395" y="496"/>
                  <a:pt x="395" y="496"/>
                  <a:pt x="395" y="496"/>
                </a:cubicBezTo>
                <a:cubicBezTo>
                  <a:pt x="389" y="492"/>
                  <a:pt x="389" y="492"/>
                  <a:pt x="389" y="492"/>
                </a:cubicBezTo>
                <a:cubicBezTo>
                  <a:pt x="292" y="397"/>
                  <a:pt x="292" y="397"/>
                  <a:pt x="292" y="397"/>
                </a:cubicBezTo>
                <a:cubicBezTo>
                  <a:pt x="290" y="529"/>
                  <a:pt x="290" y="529"/>
                  <a:pt x="290" y="529"/>
                </a:cubicBezTo>
                <a:cubicBezTo>
                  <a:pt x="286" y="539"/>
                  <a:pt x="286" y="539"/>
                  <a:pt x="286" y="539"/>
                </a:cubicBezTo>
                <a:cubicBezTo>
                  <a:pt x="284" y="541"/>
                  <a:pt x="284" y="541"/>
                  <a:pt x="284" y="541"/>
                </a:cubicBezTo>
                <a:cubicBezTo>
                  <a:pt x="269" y="547"/>
                  <a:pt x="269" y="547"/>
                  <a:pt x="269" y="547"/>
                </a:cubicBezTo>
                <a:cubicBezTo>
                  <a:pt x="255" y="537"/>
                  <a:pt x="255" y="537"/>
                  <a:pt x="255" y="537"/>
                </a:cubicBezTo>
                <a:cubicBezTo>
                  <a:pt x="253" y="529"/>
                  <a:pt x="253" y="529"/>
                  <a:pt x="253" y="529"/>
                </a:cubicBezTo>
                <a:cubicBezTo>
                  <a:pt x="251" y="399"/>
                  <a:pt x="251" y="399"/>
                  <a:pt x="251" y="399"/>
                </a:cubicBezTo>
                <a:cubicBezTo>
                  <a:pt x="160" y="490"/>
                  <a:pt x="160" y="490"/>
                  <a:pt x="160" y="490"/>
                </a:cubicBezTo>
                <a:cubicBezTo>
                  <a:pt x="156" y="492"/>
                  <a:pt x="156" y="492"/>
                  <a:pt x="156" y="492"/>
                </a:cubicBezTo>
                <a:cubicBezTo>
                  <a:pt x="144" y="496"/>
                  <a:pt x="144" y="496"/>
                  <a:pt x="144" y="496"/>
                </a:cubicBezTo>
                <a:cubicBezTo>
                  <a:pt x="131" y="486"/>
                  <a:pt x="131" y="486"/>
                  <a:pt x="131" y="486"/>
                </a:cubicBezTo>
                <a:cubicBezTo>
                  <a:pt x="127" y="479"/>
                  <a:pt x="127" y="479"/>
                  <a:pt x="127" y="479"/>
                </a:cubicBezTo>
                <a:cubicBezTo>
                  <a:pt x="129" y="469"/>
                  <a:pt x="129" y="469"/>
                  <a:pt x="129" y="469"/>
                </a:cubicBezTo>
                <a:cubicBezTo>
                  <a:pt x="251" y="339"/>
                  <a:pt x="251" y="339"/>
                  <a:pt x="251" y="339"/>
                </a:cubicBezTo>
                <a:cubicBezTo>
                  <a:pt x="251" y="292"/>
                  <a:pt x="251" y="292"/>
                  <a:pt x="251" y="292"/>
                </a:cubicBezTo>
                <a:cubicBezTo>
                  <a:pt x="202" y="292"/>
                  <a:pt x="202" y="292"/>
                  <a:pt x="202" y="292"/>
                </a:cubicBezTo>
                <a:cubicBezTo>
                  <a:pt x="80" y="412"/>
                  <a:pt x="80" y="412"/>
                  <a:pt x="80" y="412"/>
                </a:cubicBezTo>
                <a:cubicBezTo>
                  <a:pt x="70" y="418"/>
                  <a:pt x="70" y="418"/>
                  <a:pt x="70" y="418"/>
                </a:cubicBezTo>
                <a:cubicBezTo>
                  <a:pt x="61" y="417"/>
                  <a:pt x="55" y="413"/>
                  <a:pt x="51" y="405"/>
                </a:cubicBezTo>
                <a:cubicBezTo>
                  <a:pt x="47" y="398"/>
                  <a:pt x="48" y="392"/>
                  <a:pt x="53" y="387"/>
                </a:cubicBezTo>
                <a:cubicBezTo>
                  <a:pt x="144" y="292"/>
                  <a:pt x="144" y="292"/>
                  <a:pt x="144" y="292"/>
                </a:cubicBezTo>
                <a:cubicBezTo>
                  <a:pt x="16" y="290"/>
                  <a:pt x="16" y="290"/>
                  <a:pt x="16" y="290"/>
                </a:cubicBezTo>
                <a:cubicBezTo>
                  <a:pt x="10" y="288"/>
                  <a:pt x="10" y="288"/>
                  <a:pt x="10" y="288"/>
                </a:cubicBezTo>
                <a:cubicBezTo>
                  <a:pt x="6" y="286"/>
                  <a:pt x="6" y="286"/>
                  <a:pt x="6" y="286"/>
                </a:cubicBezTo>
                <a:cubicBezTo>
                  <a:pt x="4" y="284"/>
                  <a:pt x="4" y="284"/>
                  <a:pt x="4" y="284"/>
                </a:cubicBezTo>
                <a:cubicBezTo>
                  <a:pt x="0" y="263"/>
                  <a:pt x="0" y="263"/>
                  <a:pt x="0" y="263"/>
                </a:cubicBezTo>
                <a:cubicBezTo>
                  <a:pt x="16" y="251"/>
                  <a:pt x="16" y="251"/>
                  <a:pt x="16" y="251"/>
                </a:cubicBezTo>
                <a:cubicBezTo>
                  <a:pt x="144" y="251"/>
                  <a:pt x="144" y="251"/>
                  <a:pt x="144" y="251"/>
                </a:cubicBezTo>
                <a:cubicBezTo>
                  <a:pt x="55" y="160"/>
                  <a:pt x="55" y="160"/>
                  <a:pt x="55" y="160"/>
                </a:cubicBezTo>
                <a:cubicBezTo>
                  <a:pt x="53" y="156"/>
                  <a:pt x="53" y="156"/>
                  <a:pt x="53" y="156"/>
                </a:cubicBezTo>
                <a:cubicBezTo>
                  <a:pt x="46" y="144"/>
                  <a:pt x="48" y="135"/>
                  <a:pt x="59" y="129"/>
                </a:cubicBezTo>
                <a:cubicBezTo>
                  <a:pt x="66" y="125"/>
                  <a:pt x="66" y="125"/>
                  <a:pt x="66" y="125"/>
                </a:cubicBezTo>
                <a:cubicBezTo>
                  <a:pt x="74" y="129"/>
                  <a:pt x="74" y="129"/>
                  <a:pt x="74" y="129"/>
                </a:cubicBezTo>
                <a:cubicBezTo>
                  <a:pt x="204" y="251"/>
                  <a:pt x="204" y="251"/>
                  <a:pt x="204" y="251"/>
                </a:cubicBezTo>
                <a:cubicBezTo>
                  <a:pt x="251" y="251"/>
                  <a:pt x="251" y="251"/>
                  <a:pt x="251" y="251"/>
                </a:cubicBezTo>
                <a:cubicBezTo>
                  <a:pt x="251" y="203"/>
                  <a:pt x="251" y="203"/>
                  <a:pt x="251" y="203"/>
                </a:cubicBezTo>
                <a:cubicBezTo>
                  <a:pt x="132" y="82"/>
                  <a:pt x="132" y="82"/>
                  <a:pt x="132" y="82"/>
                </a:cubicBezTo>
                <a:cubicBezTo>
                  <a:pt x="129" y="76"/>
                  <a:pt x="129" y="76"/>
                  <a:pt x="129" y="76"/>
                </a:cubicBezTo>
                <a:cubicBezTo>
                  <a:pt x="131" y="59"/>
                  <a:pt x="131" y="59"/>
                  <a:pt x="131" y="59"/>
                </a:cubicBezTo>
                <a:cubicBezTo>
                  <a:pt x="138" y="49"/>
                  <a:pt x="138" y="49"/>
                  <a:pt x="138" y="49"/>
                </a:cubicBezTo>
                <a:cubicBezTo>
                  <a:pt x="150" y="47"/>
                  <a:pt x="150" y="47"/>
                  <a:pt x="150" y="47"/>
                </a:cubicBezTo>
                <a:cubicBezTo>
                  <a:pt x="251" y="144"/>
                  <a:pt x="251" y="144"/>
                  <a:pt x="251" y="144"/>
                </a:cubicBezTo>
                <a:cubicBezTo>
                  <a:pt x="253" y="20"/>
                  <a:pt x="253" y="20"/>
                  <a:pt x="253" y="20"/>
                </a:cubicBezTo>
                <a:cubicBezTo>
                  <a:pt x="253" y="9"/>
                  <a:pt x="258" y="3"/>
                  <a:pt x="269" y="0"/>
                </a:cubicBezTo>
                <a:cubicBezTo>
                  <a:pt x="286" y="6"/>
                  <a:pt x="286" y="6"/>
                  <a:pt x="286" y="6"/>
                </a:cubicBezTo>
                <a:cubicBezTo>
                  <a:pt x="288" y="10"/>
                  <a:pt x="288" y="10"/>
                  <a:pt x="288" y="10"/>
                </a:cubicBezTo>
                <a:cubicBezTo>
                  <a:pt x="290" y="16"/>
                  <a:pt x="290" y="16"/>
                  <a:pt x="290" y="16"/>
                </a:cubicBezTo>
                <a:cubicBezTo>
                  <a:pt x="292" y="146"/>
                  <a:pt x="292" y="146"/>
                  <a:pt x="292" y="146"/>
                </a:cubicBezTo>
                <a:cubicBezTo>
                  <a:pt x="391" y="49"/>
                  <a:pt x="391" y="49"/>
                  <a:pt x="391" y="49"/>
                </a:cubicBezTo>
                <a:cubicBezTo>
                  <a:pt x="403" y="47"/>
                  <a:pt x="403" y="47"/>
                  <a:pt x="403" y="47"/>
                </a:cubicBezTo>
                <a:cubicBezTo>
                  <a:pt x="413" y="55"/>
                  <a:pt x="413" y="55"/>
                  <a:pt x="413" y="55"/>
                </a:cubicBezTo>
                <a:cubicBezTo>
                  <a:pt x="420" y="70"/>
                  <a:pt x="420" y="70"/>
                  <a:pt x="420" y="70"/>
                </a:cubicBezTo>
                <a:cubicBezTo>
                  <a:pt x="413" y="80"/>
                  <a:pt x="413" y="80"/>
                  <a:pt x="413" y="80"/>
                </a:cubicBezTo>
                <a:cubicBezTo>
                  <a:pt x="292" y="203"/>
                  <a:pt x="292" y="203"/>
                  <a:pt x="292" y="203"/>
                </a:cubicBezTo>
                <a:cubicBezTo>
                  <a:pt x="292" y="251"/>
                  <a:pt x="292" y="251"/>
                  <a:pt x="292" y="251"/>
                </a:cubicBezTo>
                <a:cubicBezTo>
                  <a:pt x="341" y="251"/>
                  <a:pt x="341" y="251"/>
                  <a:pt x="341" y="251"/>
                </a:cubicBezTo>
                <a:cubicBezTo>
                  <a:pt x="463" y="131"/>
                  <a:pt x="463" y="131"/>
                  <a:pt x="463" y="131"/>
                </a:cubicBezTo>
                <a:cubicBezTo>
                  <a:pt x="469" y="127"/>
                  <a:pt x="469" y="127"/>
                  <a:pt x="469" y="127"/>
                </a:cubicBezTo>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73" name="Freeform 569"/>
          <p:cNvSpPr>
            <a:spLocks/>
          </p:cNvSpPr>
          <p:nvPr/>
        </p:nvSpPr>
        <p:spPr bwMode="auto">
          <a:xfrm>
            <a:off x="2108049" y="5365428"/>
            <a:ext cx="324858" cy="365174"/>
          </a:xfrm>
          <a:custGeom>
            <a:avLst/>
            <a:gdLst>
              <a:gd name="T0" fmla="*/ 356 w 419"/>
              <a:gd name="T1" fmla="*/ 165 h 471"/>
              <a:gd name="T2" fmla="*/ 409 w 419"/>
              <a:gd name="T3" fmla="*/ 223 h 471"/>
              <a:gd name="T4" fmla="*/ 233 w 419"/>
              <a:gd name="T5" fmla="*/ 235 h 471"/>
              <a:gd name="T6" fmla="*/ 409 w 419"/>
              <a:gd name="T7" fmla="*/ 248 h 471"/>
              <a:gd name="T8" fmla="*/ 356 w 419"/>
              <a:gd name="T9" fmla="*/ 307 h 471"/>
              <a:gd name="T10" fmla="*/ 409 w 419"/>
              <a:gd name="T11" fmla="*/ 365 h 471"/>
              <a:gd name="T12" fmla="*/ 343 w 419"/>
              <a:gd name="T13" fmla="*/ 401 h 471"/>
              <a:gd name="T14" fmla="*/ 320 w 419"/>
              <a:gd name="T15" fmla="*/ 314 h 471"/>
              <a:gd name="T16" fmla="*/ 222 w 419"/>
              <a:gd name="T17" fmla="*/ 370 h 471"/>
              <a:gd name="T18" fmla="*/ 287 w 419"/>
              <a:gd name="T19" fmla="*/ 433 h 471"/>
              <a:gd name="T20" fmla="*/ 222 w 419"/>
              <a:gd name="T21" fmla="*/ 471 h 471"/>
              <a:gd name="T22" fmla="*/ 199 w 419"/>
              <a:gd name="T23" fmla="*/ 397 h 471"/>
              <a:gd name="T24" fmla="*/ 123 w 419"/>
              <a:gd name="T25" fmla="*/ 414 h 471"/>
              <a:gd name="T26" fmla="*/ 199 w 419"/>
              <a:gd name="T27" fmla="*/ 256 h 471"/>
              <a:gd name="T28" fmla="*/ 102 w 419"/>
              <a:gd name="T29" fmla="*/ 401 h 471"/>
              <a:gd name="T30" fmla="*/ 76 w 419"/>
              <a:gd name="T31" fmla="*/ 327 h 471"/>
              <a:gd name="T32" fmla="*/ 0 w 419"/>
              <a:gd name="T33" fmla="*/ 343 h 471"/>
              <a:gd name="T34" fmla="*/ 0 w 419"/>
              <a:gd name="T35" fmla="*/ 268 h 471"/>
              <a:gd name="T36" fmla="*/ 89 w 419"/>
              <a:gd name="T37" fmla="*/ 291 h 471"/>
              <a:gd name="T38" fmla="*/ 89 w 419"/>
              <a:gd name="T39" fmla="*/ 179 h 471"/>
              <a:gd name="T40" fmla="*/ 0 w 419"/>
              <a:gd name="T41" fmla="*/ 201 h 471"/>
              <a:gd name="T42" fmla="*/ 0 w 419"/>
              <a:gd name="T43" fmla="*/ 129 h 471"/>
              <a:gd name="T44" fmla="*/ 76 w 419"/>
              <a:gd name="T45" fmla="*/ 145 h 471"/>
              <a:gd name="T46" fmla="*/ 102 w 419"/>
              <a:gd name="T47" fmla="*/ 71 h 471"/>
              <a:gd name="T48" fmla="*/ 199 w 419"/>
              <a:gd name="T49" fmla="*/ 216 h 471"/>
              <a:gd name="T50" fmla="*/ 123 w 419"/>
              <a:gd name="T51" fmla="*/ 58 h 471"/>
              <a:gd name="T52" fmla="*/ 199 w 419"/>
              <a:gd name="T53" fmla="*/ 74 h 471"/>
              <a:gd name="T54" fmla="*/ 222 w 419"/>
              <a:gd name="T55" fmla="*/ 0 h 471"/>
              <a:gd name="T56" fmla="*/ 286 w 419"/>
              <a:gd name="T57" fmla="*/ 37 h 471"/>
              <a:gd name="T58" fmla="*/ 222 w 419"/>
              <a:gd name="T59" fmla="*/ 102 h 471"/>
              <a:gd name="T60" fmla="*/ 320 w 419"/>
              <a:gd name="T61" fmla="*/ 158 h 471"/>
              <a:gd name="T62" fmla="*/ 343 w 419"/>
              <a:gd name="T63" fmla="*/ 71 h 471"/>
              <a:gd name="T64" fmla="*/ 409 w 419"/>
              <a:gd name="T65" fmla="*/ 107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19" h="471">
                <a:moveTo>
                  <a:pt x="419" y="129"/>
                </a:moveTo>
                <a:lnTo>
                  <a:pt x="356" y="165"/>
                </a:lnTo>
                <a:lnTo>
                  <a:pt x="419" y="201"/>
                </a:lnTo>
                <a:lnTo>
                  <a:pt x="409" y="223"/>
                </a:lnTo>
                <a:lnTo>
                  <a:pt x="333" y="179"/>
                </a:lnTo>
                <a:lnTo>
                  <a:pt x="233" y="235"/>
                </a:lnTo>
                <a:lnTo>
                  <a:pt x="333" y="291"/>
                </a:lnTo>
                <a:lnTo>
                  <a:pt x="409" y="248"/>
                </a:lnTo>
                <a:lnTo>
                  <a:pt x="419" y="268"/>
                </a:lnTo>
                <a:lnTo>
                  <a:pt x="356" y="307"/>
                </a:lnTo>
                <a:lnTo>
                  <a:pt x="419" y="343"/>
                </a:lnTo>
                <a:lnTo>
                  <a:pt x="409" y="365"/>
                </a:lnTo>
                <a:lnTo>
                  <a:pt x="343" y="327"/>
                </a:lnTo>
                <a:lnTo>
                  <a:pt x="343" y="401"/>
                </a:lnTo>
                <a:lnTo>
                  <a:pt x="320" y="401"/>
                </a:lnTo>
                <a:lnTo>
                  <a:pt x="320" y="314"/>
                </a:lnTo>
                <a:lnTo>
                  <a:pt x="222" y="256"/>
                </a:lnTo>
                <a:lnTo>
                  <a:pt x="222" y="370"/>
                </a:lnTo>
                <a:lnTo>
                  <a:pt x="299" y="414"/>
                </a:lnTo>
                <a:lnTo>
                  <a:pt x="287" y="433"/>
                </a:lnTo>
                <a:lnTo>
                  <a:pt x="222" y="397"/>
                </a:lnTo>
                <a:lnTo>
                  <a:pt x="222" y="471"/>
                </a:lnTo>
                <a:lnTo>
                  <a:pt x="199" y="471"/>
                </a:lnTo>
                <a:lnTo>
                  <a:pt x="199" y="397"/>
                </a:lnTo>
                <a:lnTo>
                  <a:pt x="134" y="433"/>
                </a:lnTo>
                <a:lnTo>
                  <a:pt x="123" y="414"/>
                </a:lnTo>
                <a:lnTo>
                  <a:pt x="199" y="370"/>
                </a:lnTo>
                <a:lnTo>
                  <a:pt x="199" y="256"/>
                </a:lnTo>
                <a:lnTo>
                  <a:pt x="102" y="314"/>
                </a:lnTo>
                <a:lnTo>
                  <a:pt x="102" y="401"/>
                </a:lnTo>
                <a:lnTo>
                  <a:pt x="76" y="401"/>
                </a:lnTo>
                <a:lnTo>
                  <a:pt x="76" y="327"/>
                </a:lnTo>
                <a:lnTo>
                  <a:pt x="13" y="365"/>
                </a:lnTo>
                <a:lnTo>
                  <a:pt x="0" y="343"/>
                </a:lnTo>
                <a:lnTo>
                  <a:pt x="66" y="307"/>
                </a:lnTo>
                <a:lnTo>
                  <a:pt x="0" y="268"/>
                </a:lnTo>
                <a:lnTo>
                  <a:pt x="13" y="248"/>
                </a:lnTo>
                <a:lnTo>
                  <a:pt x="89" y="291"/>
                </a:lnTo>
                <a:lnTo>
                  <a:pt x="186" y="235"/>
                </a:lnTo>
                <a:lnTo>
                  <a:pt x="89" y="179"/>
                </a:lnTo>
                <a:lnTo>
                  <a:pt x="13" y="223"/>
                </a:lnTo>
                <a:lnTo>
                  <a:pt x="0" y="201"/>
                </a:lnTo>
                <a:lnTo>
                  <a:pt x="66" y="165"/>
                </a:lnTo>
                <a:lnTo>
                  <a:pt x="0" y="129"/>
                </a:lnTo>
                <a:lnTo>
                  <a:pt x="13" y="107"/>
                </a:lnTo>
                <a:lnTo>
                  <a:pt x="76" y="145"/>
                </a:lnTo>
                <a:lnTo>
                  <a:pt x="76" y="71"/>
                </a:lnTo>
                <a:lnTo>
                  <a:pt x="102" y="71"/>
                </a:lnTo>
                <a:lnTo>
                  <a:pt x="102" y="158"/>
                </a:lnTo>
                <a:lnTo>
                  <a:pt x="199" y="216"/>
                </a:lnTo>
                <a:lnTo>
                  <a:pt x="199" y="102"/>
                </a:lnTo>
                <a:lnTo>
                  <a:pt x="123" y="58"/>
                </a:lnTo>
                <a:lnTo>
                  <a:pt x="134" y="37"/>
                </a:lnTo>
                <a:lnTo>
                  <a:pt x="199" y="74"/>
                </a:lnTo>
                <a:lnTo>
                  <a:pt x="199" y="0"/>
                </a:lnTo>
                <a:lnTo>
                  <a:pt x="222" y="0"/>
                </a:lnTo>
                <a:lnTo>
                  <a:pt x="222" y="74"/>
                </a:lnTo>
                <a:lnTo>
                  <a:pt x="286" y="37"/>
                </a:lnTo>
                <a:lnTo>
                  <a:pt x="299" y="58"/>
                </a:lnTo>
                <a:lnTo>
                  <a:pt x="222" y="102"/>
                </a:lnTo>
                <a:lnTo>
                  <a:pt x="222" y="216"/>
                </a:lnTo>
                <a:lnTo>
                  <a:pt x="320" y="158"/>
                </a:lnTo>
                <a:lnTo>
                  <a:pt x="320" y="71"/>
                </a:lnTo>
                <a:lnTo>
                  <a:pt x="343" y="71"/>
                </a:lnTo>
                <a:lnTo>
                  <a:pt x="343" y="145"/>
                </a:lnTo>
                <a:lnTo>
                  <a:pt x="409" y="107"/>
                </a:lnTo>
                <a:lnTo>
                  <a:pt x="419" y="129"/>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74" name="Freeform 570"/>
          <p:cNvSpPr>
            <a:spLocks noEditPoints="1"/>
          </p:cNvSpPr>
          <p:nvPr/>
        </p:nvSpPr>
        <p:spPr bwMode="auto">
          <a:xfrm>
            <a:off x="1018615" y="5896427"/>
            <a:ext cx="393610" cy="277589"/>
          </a:xfrm>
          <a:custGeom>
            <a:avLst/>
            <a:gdLst>
              <a:gd name="T0" fmla="*/ 533 w 533"/>
              <a:gd name="T1" fmla="*/ 194 h 375"/>
              <a:gd name="T2" fmla="*/ 50 w 533"/>
              <a:gd name="T3" fmla="*/ 152 h 375"/>
              <a:gd name="T4" fmla="*/ 144 w 533"/>
              <a:gd name="T5" fmla="*/ 69 h 375"/>
              <a:gd name="T6" fmla="*/ 234 w 533"/>
              <a:gd name="T7" fmla="*/ 0 h 375"/>
              <a:gd name="T8" fmla="*/ 359 w 533"/>
              <a:gd name="T9" fmla="*/ 24 h 375"/>
              <a:gd name="T10" fmla="*/ 446 w 533"/>
              <a:gd name="T11" fmla="*/ 92 h 375"/>
              <a:gd name="T12" fmla="*/ 502 w 533"/>
              <a:gd name="T13" fmla="*/ 145 h 375"/>
              <a:gd name="T14" fmla="*/ 325 w 533"/>
              <a:gd name="T15" fmla="*/ 239 h 375"/>
              <a:gd name="T16" fmla="*/ 325 w 533"/>
              <a:gd name="T17" fmla="*/ 266 h 375"/>
              <a:gd name="T18" fmla="*/ 344 w 533"/>
              <a:gd name="T19" fmla="*/ 281 h 375"/>
              <a:gd name="T20" fmla="*/ 325 w 533"/>
              <a:gd name="T21" fmla="*/ 304 h 375"/>
              <a:gd name="T22" fmla="*/ 310 w 533"/>
              <a:gd name="T23" fmla="*/ 281 h 375"/>
              <a:gd name="T24" fmla="*/ 284 w 533"/>
              <a:gd name="T25" fmla="*/ 277 h 375"/>
              <a:gd name="T26" fmla="*/ 287 w 533"/>
              <a:gd name="T27" fmla="*/ 250 h 375"/>
              <a:gd name="T28" fmla="*/ 314 w 533"/>
              <a:gd name="T29" fmla="*/ 258 h 375"/>
              <a:gd name="T30" fmla="*/ 133 w 533"/>
              <a:gd name="T31" fmla="*/ 315 h 375"/>
              <a:gd name="T32" fmla="*/ 144 w 533"/>
              <a:gd name="T33" fmla="*/ 341 h 375"/>
              <a:gd name="T34" fmla="*/ 118 w 533"/>
              <a:gd name="T35" fmla="*/ 349 h 375"/>
              <a:gd name="T36" fmla="*/ 106 w 533"/>
              <a:gd name="T37" fmla="*/ 375 h 375"/>
              <a:gd name="T38" fmla="*/ 83 w 533"/>
              <a:gd name="T39" fmla="*/ 360 h 375"/>
              <a:gd name="T40" fmla="*/ 99 w 533"/>
              <a:gd name="T41" fmla="*/ 337 h 375"/>
              <a:gd name="T42" fmla="*/ 91 w 533"/>
              <a:gd name="T43" fmla="*/ 311 h 375"/>
              <a:gd name="T44" fmla="*/ 122 w 533"/>
              <a:gd name="T45" fmla="*/ 307 h 375"/>
              <a:gd name="T46" fmla="*/ 212 w 533"/>
              <a:gd name="T47" fmla="*/ 269 h 375"/>
              <a:gd name="T48" fmla="*/ 189 w 533"/>
              <a:gd name="T49" fmla="*/ 277 h 375"/>
              <a:gd name="T50" fmla="*/ 178 w 533"/>
              <a:gd name="T51" fmla="*/ 304 h 375"/>
              <a:gd name="T52" fmla="*/ 155 w 533"/>
              <a:gd name="T53" fmla="*/ 288 h 375"/>
              <a:gd name="T54" fmla="*/ 171 w 533"/>
              <a:gd name="T55" fmla="*/ 269 h 375"/>
              <a:gd name="T56" fmla="*/ 163 w 533"/>
              <a:gd name="T57" fmla="*/ 242 h 375"/>
              <a:gd name="T58" fmla="*/ 189 w 533"/>
              <a:gd name="T59" fmla="*/ 239 h 375"/>
              <a:gd name="T60" fmla="*/ 189 w 533"/>
              <a:gd name="T61" fmla="*/ 266 h 375"/>
              <a:gd name="T62" fmla="*/ 253 w 533"/>
              <a:gd name="T63" fmla="*/ 337 h 375"/>
              <a:gd name="T64" fmla="*/ 276 w 533"/>
              <a:gd name="T65" fmla="*/ 352 h 375"/>
              <a:gd name="T66" fmla="*/ 253 w 533"/>
              <a:gd name="T67" fmla="*/ 372 h 375"/>
              <a:gd name="T68" fmla="*/ 238 w 533"/>
              <a:gd name="T69" fmla="*/ 349 h 375"/>
              <a:gd name="T70" fmla="*/ 212 w 533"/>
              <a:gd name="T71" fmla="*/ 349 h 375"/>
              <a:gd name="T72" fmla="*/ 216 w 533"/>
              <a:gd name="T73" fmla="*/ 318 h 375"/>
              <a:gd name="T74" fmla="*/ 242 w 533"/>
              <a:gd name="T75" fmla="*/ 330 h 375"/>
              <a:gd name="T76" fmla="*/ 265 w 533"/>
              <a:gd name="T77" fmla="*/ 31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33" h="375">
                <a:moveTo>
                  <a:pt x="498" y="160"/>
                </a:moveTo>
                <a:cubicBezTo>
                  <a:pt x="519" y="165"/>
                  <a:pt x="530" y="176"/>
                  <a:pt x="533" y="194"/>
                </a:cubicBezTo>
                <a:cubicBezTo>
                  <a:pt x="0" y="194"/>
                  <a:pt x="0" y="194"/>
                  <a:pt x="0" y="194"/>
                </a:cubicBezTo>
                <a:cubicBezTo>
                  <a:pt x="13" y="168"/>
                  <a:pt x="30" y="154"/>
                  <a:pt x="50" y="152"/>
                </a:cubicBezTo>
                <a:cubicBezTo>
                  <a:pt x="50" y="94"/>
                  <a:pt x="75" y="65"/>
                  <a:pt x="125" y="65"/>
                </a:cubicBezTo>
                <a:cubicBezTo>
                  <a:pt x="144" y="69"/>
                  <a:pt x="144" y="69"/>
                  <a:pt x="144" y="69"/>
                </a:cubicBezTo>
                <a:cubicBezTo>
                  <a:pt x="149" y="46"/>
                  <a:pt x="160" y="30"/>
                  <a:pt x="178" y="20"/>
                </a:cubicBezTo>
                <a:cubicBezTo>
                  <a:pt x="196" y="7"/>
                  <a:pt x="214" y="0"/>
                  <a:pt x="234" y="0"/>
                </a:cubicBezTo>
                <a:cubicBezTo>
                  <a:pt x="262" y="0"/>
                  <a:pt x="289" y="12"/>
                  <a:pt x="314" y="35"/>
                </a:cubicBezTo>
                <a:cubicBezTo>
                  <a:pt x="359" y="24"/>
                  <a:pt x="359" y="24"/>
                  <a:pt x="359" y="24"/>
                </a:cubicBezTo>
                <a:cubicBezTo>
                  <a:pt x="405" y="24"/>
                  <a:pt x="429" y="47"/>
                  <a:pt x="431" y="95"/>
                </a:cubicBezTo>
                <a:cubicBezTo>
                  <a:pt x="446" y="92"/>
                  <a:pt x="446" y="92"/>
                  <a:pt x="446" y="92"/>
                </a:cubicBezTo>
                <a:cubicBezTo>
                  <a:pt x="487" y="107"/>
                  <a:pt x="487" y="107"/>
                  <a:pt x="487" y="107"/>
                </a:cubicBezTo>
                <a:cubicBezTo>
                  <a:pt x="497" y="122"/>
                  <a:pt x="502" y="135"/>
                  <a:pt x="502" y="145"/>
                </a:cubicBezTo>
                <a:cubicBezTo>
                  <a:pt x="502" y="152"/>
                  <a:pt x="501" y="157"/>
                  <a:pt x="498" y="160"/>
                </a:cubicBezTo>
                <a:moveTo>
                  <a:pt x="325" y="239"/>
                </a:moveTo>
                <a:cubicBezTo>
                  <a:pt x="337" y="246"/>
                  <a:pt x="337" y="246"/>
                  <a:pt x="337" y="246"/>
                </a:cubicBezTo>
                <a:cubicBezTo>
                  <a:pt x="325" y="266"/>
                  <a:pt x="325" y="266"/>
                  <a:pt x="325" y="266"/>
                </a:cubicBezTo>
                <a:cubicBezTo>
                  <a:pt x="348" y="269"/>
                  <a:pt x="348" y="269"/>
                  <a:pt x="348" y="269"/>
                </a:cubicBezTo>
                <a:cubicBezTo>
                  <a:pt x="344" y="281"/>
                  <a:pt x="344" y="281"/>
                  <a:pt x="344" y="281"/>
                </a:cubicBezTo>
                <a:cubicBezTo>
                  <a:pt x="321" y="277"/>
                  <a:pt x="321" y="277"/>
                  <a:pt x="321" y="277"/>
                </a:cubicBezTo>
                <a:cubicBezTo>
                  <a:pt x="325" y="304"/>
                  <a:pt x="325" y="304"/>
                  <a:pt x="325" y="304"/>
                </a:cubicBezTo>
                <a:cubicBezTo>
                  <a:pt x="310" y="304"/>
                  <a:pt x="310" y="304"/>
                  <a:pt x="310" y="304"/>
                </a:cubicBezTo>
                <a:cubicBezTo>
                  <a:pt x="310" y="281"/>
                  <a:pt x="310" y="281"/>
                  <a:pt x="310" y="281"/>
                </a:cubicBezTo>
                <a:cubicBezTo>
                  <a:pt x="287" y="288"/>
                  <a:pt x="287" y="288"/>
                  <a:pt x="287" y="288"/>
                </a:cubicBezTo>
                <a:cubicBezTo>
                  <a:pt x="284" y="277"/>
                  <a:pt x="284" y="277"/>
                  <a:pt x="284" y="277"/>
                </a:cubicBezTo>
                <a:cubicBezTo>
                  <a:pt x="307" y="269"/>
                  <a:pt x="307" y="269"/>
                  <a:pt x="307" y="269"/>
                </a:cubicBezTo>
                <a:cubicBezTo>
                  <a:pt x="287" y="250"/>
                  <a:pt x="287" y="250"/>
                  <a:pt x="287" y="250"/>
                </a:cubicBezTo>
                <a:cubicBezTo>
                  <a:pt x="299" y="242"/>
                  <a:pt x="299" y="242"/>
                  <a:pt x="299" y="242"/>
                </a:cubicBezTo>
                <a:cubicBezTo>
                  <a:pt x="314" y="258"/>
                  <a:pt x="314" y="258"/>
                  <a:pt x="314" y="258"/>
                </a:cubicBezTo>
                <a:cubicBezTo>
                  <a:pt x="325" y="239"/>
                  <a:pt x="325" y="239"/>
                  <a:pt x="325" y="239"/>
                </a:cubicBezTo>
                <a:moveTo>
                  <a:pt x="133" y="315"/>
                </a:moveTo>
                <a:cubicBezTo>
                  <a:pt x="122" y="337"/>
                  <a:pt x="122" y="337"/>
                  <a:pt x="122" y="337"/>
                </a:cubicBezTo>
                <a:cubicBezTo>
                  <a:pt x="144" y="341"/>
                  <a:pt x="144" y="341"/>
                  <a:pt x="144" y="341"/>
                </a:cubicBezTo>
                <a:cubicBezTo>
                  <a:pt x="140" y="352"/>
                  <a:pt x="140" y="352"/>
                  <a:pt x="140" y="352"/>
                </a:cubicBezTo>
                <a:cubicBezTo>
                  <a:pt x="118" y="349"/>
                  <a:pt x="118" y="349"/>
                  <a:pt x="118" y="349"/>
                </a:cubicBezTo>
                <a:cubicBezTo>
                  <a:pt x="122" y="372"/>
                  <a:pt x="122" y="372"/>
                  <a:pt x="122" y="372"/>
                </a:cubicBezTo>
                <a:cubicBezTo>
                  <a:pt x="106" y="375"/>
                  <a:pt x="106" y="375"/>
                  <a:pt x="106" y="375"/>
                </a:cubicBezTo>
                <a:cubicBezTo>
                  <a:pt x="106" y="349"/>
                  <a:pt x="106" y="349"/>
                  <a:pt x="106" y="349"/>
                </a:cubicBezTo>
                <a:cubicBezTo>
                  <a:pt x="83" y="360"/>
                  <a:pt x="83" y="360"/>
                  <a:pt x="83" y="360"/>
                </a:cubicBezTo>
                <a:cubicBezTo>
                  <a:pt x="80" y="349"/>
                  <a:pt x="80" y="349"/>
                  <a:pt x="80" y="349"/>
                </a:cubicBezTo>
                <a:cubicBezTo>
                  <a:pt x="99" y="337"/>
                  <a:pt x="99" y="337"/>
                  <a:pt x="99" y="337"/>
                </a:cubicBezTo>
                <a:cubicBezTo>
                  <a:pt x="83" y="318"/>
                  <a:pt x="83" y="318"/>
                  <a:pt x="83" y="318"/>
                </a:cubicBezTo>
                <a:cubicBezTo>
                  <a:pt x="91" y="311"/>
                  <a:pt x="91" y="311"/>
                  <a:pt x="91" y="311"/>
                </a:cubicBezTo>
                <a:cubicBezTo>
                  <a:pt x="110" y="330"/>
                  <a:pt x="110" y="330"/>
                  <a:pt x="110" y="330"/>
                </a:cubicBezTo>
                <a:cubicBezTo>
                  <a:pt x="122" y="307"/>
                  <a:pt x="122" y="307"/>
                  <a:pt x="122" y="307"/>
                </a:cubicBezTo>
                <a:cubicBezTo>
                  <a:pt x="133" y="315"/>
                  <a:pt x="133" y="315"/>
                  <a:pt x="133" y="315"/>
                </a:cubicBezTo>
                <a:moveTo>
                  <a:pt x="212" y="269"/>
                </a:moveTo>
                <a:cubicBezTo>
                  <a:pt x="212" y="281"/>
                  <a:pt x="212" y="281"/>
                  <a:pt x="212" y="281"/>
                </a:cubicBezTo>
                <a:cubicBezTo>
                  <a:pt x="189" y="277"/>
                  <a:pt x="189" y="277"/>
                  <a:pt x="189" y="277"/>
                </a:cubicBezTo>
                <a:cubicBezTo>
                  <a:pt x="189" y="304"/>
                  <a:pt x="189" y="304"/>
                  <a:pt x="189" y="304"/>
                </a:cubicBezTo>
                <a:cubicBezTo>
                  <a:pt x="178" y="304"/>
                  <a:pt x="178" y="304"/>
                  <a:pt x="178" y="304"/>
                </a:cubicBezTo>
                <a:cubicBezTo>
                  <a:pt x="175" y="281"/>
                  <a:pt x="175" y="281"/>
                  <a:pt x="175" y="281"/>
                </a:cubicBezTo>
                <a:cubicBezTo>
                  <a:pt x="155" y="288"/>
                  <a:pt x="155" y="288"/>
                  <a:pt x="155" y="288"/>
                </a:cubicBezTo>
                <a:cubicBezTo>
                  <a:pt x="148" y="277"/>
                  <a:pt x="148" y="277"/>
                  <a:pt x="148" y="277"/>
                </a:cubicBezTo>
                <a:cubicBezTo>
                  <a:pt x="171" y="269"/>
                  <a:pt x="171" y="269"/>
                  <a:pt x="171" y="269"/>
                </a:cubicBezTo>
                <a:cubicBezTo>
                  <a:pt x="155" y="250"/>
                  <a:pt x="155" y="250"/>
                  <a:pt x="155" y="250"/>
                </a:cubicBezTo>
                <a:cubicBezTo>
                  <a:pt x="163" y="242"/>
                  <a:pt x="163" y="242"/>
                  <a:pt x="163" y="242"/>
                </a:cubicBezTo>
                <a:cubicBezTo>
                  <a:pt x="178" y="258"/>
                  <a:pt x="178" y="258"/>
                  <a:pt x="178" y="258"/>
                </a:cubicBezTo>
                <a:cubicBezTo>
                  <a:pt x="189" y="239"/>
                  <a:pt x="189" y="239"/>
                  <a:pt x="189" y="239"/>
                </a:cubicBezTo>
                <a:cubicBezTo>
                  <a:pt x="201" y="246"/>
                  <a:pt x="201" y="246"/>
                  <a:pt x="201" y="246"/>
                </a:cubicBezTo>
                <a:cubicBezTo>
                  <a:pt x="189" y="266"/>
                  <a:pt x="189" y="266"/>
                  <a:pt x="189" y="266"/>
                </a:cubicBezTo>
                <a:cubicBezTo>
                  <a:pt x="212" y="269"/>
                  <a:pt x="212" y="269"/>
                  <a:pt x="212" y="269"/>
                </a:cubicBezTo>
                <a:moveTo>
                  <a:pt x="253" y="337"/>
                </a:moveTo>
                <a:cubicBezTo>
                  <a:pt x="276" y="341"/>
                  <a:pt x="276" y="341"/>
                  <a:pt x="276" y="341"/>
                </a:cubicBezTo>
                <a:cubicBezTo>
                  <a:pt x="276" y="352"/>
                  <a:pt x="276" y="352"/>
                  <a:pt x="276" y="352"/>
                </a:cubicBezTo>
                <a:cubicBezTo>
                  <a:pt x="253" y="349"/>
                  <a:pt x="253" y="349"/>
                  <a:pt x="253" y="349"/>
                </a:cubicBezTo>
                <a:cubicBezTo>
                  <a:pt x="253" y="372"/>
                  <a:pt x="253" y="372"/>
                  <a:pt x="253" y="372"/>
                </a:cubicBezTo>
                <a:cubicBezTo>
                  <a:pt x="242" y="375"/>
                  <a:pt x="242" y="375"/>
                  <a:pt x="242" y="375"/>
                </a:cubicBezTo>
                <a:cubicBezTo>
                  <a:pt x="238" y="349"/>
                  <a:pt x="238" y="349"/>
                  <a:pt x="238" y="349"/>
                </a:cubicBezTo>
                <a:cubicBezTo>
                  <a:pt x="216" y="360"/>
                  <a:pt x="216" y="360"/>
                  <a:pt x="216" y="360"/>
                </a:cubicBezTo>
                <a:cubicBezTo>
                  <a:pt x="212" y="349"/>
                  <a:pt x="212" y="349"/>
                  <a:pt x="212" y="349"/>
                </a:cubicBezTo>
                <a:cubicBezTo>
                  <a:pt x="234" y="337"/>
                  <a:pt x="234" y="337"/>
                  <a:pt x="234" y="337"/>
                </a:cubicBezTo>
                <a:cubicBezTo>
                  <a:pt x="216" y="318"/>
                  <a:pt x="216" y="318"/>
                  <a:pt x="216" y="318"/>
                </a:cubicBezTo>
                <a:cubicBezTo>
                  <a:pt x="227" y="311"/>
                  <a:pt x="227" y="311"/>
                  <a:pt x="227" y="311"/>
                </a:cubicBezTo>
                <a:cubicBezTo>
                  <a:pt x="242" y="330"/>
                  <a:pt x="242" y="330"/>
                  <a:pt x="242" y="330"/>
                </a:cubicBezTo>
                <a:cubicBezTo>
                  <a:pt x="253" y="307"/>
                  <a:pt x="253" y="307"/>
                  <a:pt x="253" y="307"/>
                </a:cubicBezTo>
                <a:cubicBezTo>
                  <a:pt x="265" y="315"/>
                  <a:pt x="265" y="315"/>
                  <a:pt x="265" y="315"/>
                </a:cubicBezTo>
                <a:cubicBezTo>
                  <a:pt x="253" y="337"/>
                  <a:pt x="253" y="337"/>
                  <a:pt x="253" y="337"/>
                </a:cubicBezTo>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75" name="Freeform 571"/>
          <p:cNvSpPr>
            <a:spLocks noEditPoints="1"/>
          </p:cNvSpPr>
          <p:nvPr/>
        </p:nvSpPr>
        <p:spPr bwMode="auto">
          <a:xfrm>
            <a:off x="1518955" y="5886543"/>
            <a:ext cx="398766" cy="297356"/>
          </a:xfrm>
          <a:custGeom>
            <a:avLst/>
            <a:gdLst>
              <a:gd name="T0" fmla="*/ 505 w 540"/>
              <a:gd name="T1" fmla="*/ 161 h 402"/>
              <a:gd name="T2" fmla="*/ 540 w 540"/>
              <a:gd name="T3" fmla="*/ 196 h 402"/>
              <a:gd name="T4" fmla="*/ 0 w 540"/>
              <a:gd name="T5" fmla="*/ 196 h 402"/>
              <a:gd name="T6" fmla="*/ 51 w 540"/>
              <a:gd name="T7" fmla="*/ 154 h 402"/>
              <a:gd name="T8" fmla="*/ 127 w 540"/>
              <a:gd name="T9" fmla="*/ 65 h 402"/>
              <a:gd name="T10" fmla="*/ 146 w 540"/>
              <a:gd name="T11" fmla="*/ 69 h 402"/>
              <a:gd name="T12" fmla="*/ 181 w 540"/>
              <a:gd name="T13" fmla="*/ 19 h 402"/>
              <a:gd name="T14" fmla="*/ 238 w 540"/>
              <a:gd name="T15" fmla="*/ 0 h 402"/>
              <a:gd name="T16" fmla="*/ 318 w 540"/>
              <a:gd name="T17" fmla="*/ 34 h 402"/>
              <a:gd name="T18" fmla="*/ 364 w 540"/>
              <a:gd name="T19" fmla="*/ 23 h 402"/>
              <a:gd name="T20" fmla="*/ 437 w 540"/>
              <a:gd name="T21" fmla="*/ 96 h 402"/>
              <a:gd name="T22" fmla="*/ 452 w 540"/>
              <a:gd name="T23" fmla="*/ 92 h 402"/>
              <a:gd name="T24" fmla="*/ 494 w 540"/>
              <a:gd name="T25" fmla="*/ 107 h 402"/>
              <a:gd name="T26" fmla="*/ 509 w 540"/>
              <a:gd name="T27" fmla="*/ 146 h 402"/>
              <a:gd name="T28" fmla="*/ 505 w 540"/>
              <a:gd name="T29" fmla="*/ 161 h 402"/>
              <a:gd name="T30" fmla="*/ 284 w 540"/>
              <a:gd name="T31" fmla="*/ 226 h 402"/>
              <a:gd name="T32" fmla="*/ 253 w 540"/>
              <a:gd name="T33" fmla="*/ 276 h 402"/>
              <a:gd name="T34" fmla="*/ 311 w 540"/>
              <a:gd name="T35" fmla="*/ 287 h 402"/>
              <a:gd name="T36" fmla="*/ 215 w 540"/>
              <a:gd name="T37" fmla="*/ 402 h 402"/>
              <a:gd name="T38" fmla="*/ 245 w 540"/>
              <a:gd name="T39" fmla="*/ 314 h 402"/>
              <a:gd name="T40" fmla="*/ 188 w 540"/>
              <a:gd name="T41" fmla="*/ 299 h 402"/>
              <a:gd name="T42" fmla="*/ 234 w 540"/>
              <a:gd name="T43" fmla="*/ 226 h 402"/>
              <a:gd name="T44" fmla="*/ 284 w 540"/>
              <a:gd name="T45" fmla="*/ 226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40" h="402">
                <a:moveTo>
                  <a:pt x="505" y="161"/>
                </a:moveTo>
                <a:cubicBezTo>
                  <a:pt x="526" y="168"/>
                  <a:pt x="537" y="180"/>
                  <a:pt x="540" y="196"/>
                </a:cubicBezTo>
                <a:cubicBezTo>
                  <a:pt x="0" y="196"/>
                  <a:pt x="0" y="196"/>
                  <a:pt x="0" y="196"/>
                </a:cubicBezTo>
                <a:cubicBezTo>
                  <a:pt x="13" y="170"/>
                  <a:pt x="30" y="156"/>
                  <a:pt x="51" y="154"/>
                </a:cubicBezTo>
                <a:cubicBezTo>
                  <a:pt x="51" y="95"/>
                  <a:pt x="76" y="65"/>
                  <a:pt x="127" y="65"/>
                </a:cubicBezTo>
                <a:cubicBezTo>
                  <a:pt x="146" y="69"/>
                  <a:pt x="146" y="69"/>
                  <a:pt x="146" y="69"/>
                </a:cubicBezTo>
                <a:cubicBezTo>
                  <a:pt x="148" y="51"/>
                  <a:pt x="160" y="34"/>
                  <a:pt x="181" y="19"/>
                </a:cubicBezTo>
                <a:cubicBezTo>
                  <a:pt x="198" y="6"/>
                  <a:pt x="217" y="0"/>
                  <a:pt x="238" y="0"/>
                </a:cubicBezTo>
                <a:cubicBezTo>
                  <a:pt x="266" y="0"/>
                  <a:pt x="292" y="11"/>
                  <a:pt x="318" y="34"/>
                </a:cubicBezTo>
                <a:cubicBezTo>
                  <a:pt x="364" y="23"/>
                  <a:pt x="364" y="23"/>
                  <a:pt x="364" y="23"/>
                </a:cubicBezTo>
                <a:cubicBezTo>
                  <a:pt x="410" y="23"/>
                  <a:pt x="434" y="47"/>
                  <a:pt x="437" y="96"/>
                </a:cubicBezTo>
                <a:cubicBezTo>
                  <a:pt x="452" y="92"/>
                  <a:pt x="452" y="92"/>
                  <a:pt x="452" y="92"/>
                </a:cubicBezTo>
                <a:cubicBezTo>
                  <a:pt x="494" y="107"/>
                  <a:pt x="494" y="107"/>
                  <a:pt x="494" y="107"/>
                </a:cubicBezTo>
                <a:cubicBezTo>
                  <a:pt x="509" y="146"/>
                  <a:pt x="509" y="146"/>
                  <a:pt x="509" y="146"/>
                </a:cubicBezTo>
                <a:cubicBezTo>
                  <a:pt x="509" y="153"/>
                  <a:pt x="507" y="158"/>
                  <a:pt x="505" y="161"/>
                </a:cubicBezTo>
                <a:moveTo>
                  <a:pt x="284" y="226"/>
                </a:moveTo>
                <a:cubicBezTo>
                  <a:pt x="253" y="276"/>
                  <a:pt x="253" y="276"/>
                  <a:pt x="253" y="276"/>
                </a:cubicBezTo>
                <a:cubicBezTo>
                  <a:pt x="311" y="287"/>
                  <a:pt x="311" y="287"/>
                  <a:pt x="311" y="287"/>
                </a:cubicBezTo>
                <a:cubicBezTo>
                  <a:pt x="215" y="402"/>
                  <a:pt x="215" y="402"/>
                  <a:pt x="215" y="402"/>
                </a:cubicBezTo>
                <a:cubicBezTo>
                  <a:pt x="245" y="314"/>
                  <a:pt x="245" y="314"/>
                  <a:pt x="245" y="314"/>
                </a:cubicBezTo>
                <a:cubicBezTo>
                  <a:pt x="188" y="299"/>
                  <a:pt x="188" y="299"/>
                  <a:pt x="188" y="299"/>
                </a:cubicBezTo>
                <a:cubicBezTo>
                  <a:pt x="234" y="226"/>
                  <a:pt x="234" y="226"/>
                  <a:pt x="234" y="226"/>
                </a:cubicBezTo>
                <a:cubicBezTo>
                  <a:pt x="284" y="226"/>
                  <a:pt x="284" y="226"/>
                  <a:pt x="284" y="226"/>
                </a:cubicBezTo>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76" name="Freeform 572"/>
          <p:cNvSpPr>
            <a:spLocks noEditPoints="1"/>
          </p:cNvSpPr>
          <p:nvPr/>
        </p:nvSpPr>
        <p:spPr bwMode="auto">
          <a:xfrm>
            <a:off x="2024451" y="5853026"/>
            <a:ext cx="407360" cy="364390"/>
          </a:xfrm>
          <a:custGeom>
            <a:avLst/>
            <a:gdLst>
              <a:gd name="T0" fmla="*/ 491 w 551"/>
              <a:gd name="T1" fmla="*/ 174 h 492"/>
              <a:gd name="T2" fmla="*/ 549 w 551"/>
              <a:gd name="T3" fmla="*/ 236 h 492"/>
              <a:gd name="T4" fmla="*/ 478 w 551"/>
              <a:gd name="T5" fmla="*/ 279 h 492"/>
              <a:gd name="T6" fmla="*/ 425 w 551"/>
              <a:gd name="T7" fmla="*/ 267 h 492"/>
              <a:gd name="T8" fmla="*/ 383 w 551"/>
              <a:gd name="T9" fmla="*/ 279 h 492"/>
              <a:gd name="T10" fmla="*/ 327 w 551"/>
              <a:gd name="T11" fmla="*/ 295 h 492"/>
              <a:gd name="T12" fmla="*/ 280 w 551"/>
              <a:gd name="T13" fmla="*/ 311 h 492"/>
              <a:gd name="T14" fmla="*/ 267 w 551"/>
              <a:gd name="T15" fmla="*/ 374 h 492"/>
              <a:gd name="T16" fmla="*/ 182 w 551"/>
              <a:gd name="T17" fmla="*/ 492 h 492"/>
              <a:gd name="T18" fmla="*/ 234 w 551"/>
              <a:gd name="T19" fmla="*/ 398 h 492"/>
              <a:gd name="T20" fmla="*/ 205 w 551"/>
              <a:gd name="T21" fmla="*/ 398 h 492"/>
              <a:gd name="T22" fmla="*/ 267 w 551"/>
              <a:gd name="T23" fmla="*/ 312 h 492"/>
              <a:gd name="T24" fmla="*/ 195 w 551"/>
              <a:gd name="T25" fmla="*/ 281 h 492"/>
              <a:gd name="T26" fmla="*/ 152 w 551"/>
              <a:gd name="T27" fmla="*/ 295 h 492"/>
              <a:gd name="T28" fmla="*/ 79 w 551"/>
              <a:gd name="T29" fmla="*/ 281 h 492"/>
              <a:gd name="T30" fmla="*/ 0 w 551"/>
              <a:gd name="T31" fmla="*/ 207 h 492"/>
              <a:gd name="T32" fmla="*/ 67 w 551"/>
              <a:gd name="T33" fmla="*/ 133 h 492"/>
              <a:gd name="T34" fmla="*/ 116 w 551"/>
              <a:gd name="T35" fmla="*/ 88 h 492"/>
              <a:gd name="T36" fmla="*/ 152 w 551"/>
              <a:gd name="T37" fmla="*/ 33 h 492"/>
              <a:gd name="T38" fmla="*/ 237 w 551"/>
              <a:gd name="T39" fmla="*/ 0 h 492"/>
              <a:gd name="T40" fmla="*/ 318 w 551"/>
              <a:gd name="T41" fmla="*/ 19 h 492"/>
              <a:gd name="T42" fmla="*/ 405 w 551"/>
              <a:gd name="T43" fmla="*/ 66 h 492"/>
              <a:gd name="T44" fmla="*/ 421 w 551"/>
              <a:gd name="T45" fmla="*/ 102 h 492"/>
              <a:gd name="T46" fmla="*/ 493 w 551"/>
              <a:gd name="T47" fmla="*/ 167 h 492"/>
              <a:gd name="T48" fmla="*/ 367 w 551"/>
              <a:gd name="T49" fmla="*/ 330 h 492"/>
              <a:gd name="T50" fmla="*/ 389 w 551"/>
              <a:gd name="T51" fmla="*/ 312 h 492"/>
              <a:gd name="T52" fmla="*/ 404 w 551"/>
              <a:gd name="T53" fmla="*/ 318 h 492"/>
              <a:gd name="T54" fmla="*/ 396 w 551"/>
              <a:gd name="T55" fmla="*/ 368 h 492"/>
              <a:gd name="T56" fmla="*/ 375 w 551"/>
              <a:gd name="T57" fmla="*/ 369 h 492"/>
              <a:gd name="T58" fmla="*/ 362 w 551"/>
              <a:gd name="T59" fmla="*/ 341 h 492"/>
              <a:gd name="T60" fmla="*/ 189 w 551"/>
              <a:gd name="T61" fmla="*/ 317 h 492"/>
              <a:gd name="T62" fmla="*/ 203 w 551"/>
              <a:gd name="T63" fmla="*/ 323 h 492"/>
              <a:gd name="T64" fmla="*/ 196 w 551"/>
              <a:gd name="T65" fmla="*/ 372 h 492"/>
              <a:gd name="T66" fmla="*/ 175 w 551"/>
              <a:gd name="T67" fmla="*/ 374 h 492"/>
              <a:gd name="T68" fmla="*/ 162 w 551"/>
              <a:gd name="T69" fmla="*/ 346 h 492"/>
              <a:gd name="T70" fmla="*/ 287 w 551"/>
              <a:gd name="T71" fmla="*/ 418 h 492"/>
              <a:gd name="T72" fmla="*/ 309 w 551"/>
              <a:gd name="T73" fmla="*/ 392 h 492"/>
              <a:gd name="T74" fmla="*/ 340 w 551"/>
              <a:gd name="T75" fmla="*/ 363 h 492"/>
              <a:gd name="T76" fmla="*/ 342 w 551"/>
              <a:gd name="T77" fmla="*/ 423 h 492"/>
              <a:gd name="T78" fmla="*/ 316 w 551"/>
              <a:gd name="T79" fmla="*/ 455 h 492"/>
              <a:gd name="T80" fmla="*/ 287 w 551"/>
              <a:gd name="T81" fmla="*/ 434 h 492"/>
              <a:gd name="T82" fmla="*/ 91 w 551"/>
              <a:gd name="T83" fmla="*/ 424 h 492"/>
              <a:gd name="T84" fmla="*/ 113 w 551"/>
              <a:gd name="T85" fmla="*/ 398 h 492"/>
              <a:gd name="T86" fmla="*/ 144 w 551"/>
              <a:gd name="T87" fmla="*/ 368 h 492"/>
              <a:gd name="T88" fmla="*/ 146 w 551"/>
              <a:gd name="T89" fmla="*/ 428 h 492"/>
              <a:gd name="T90" fmla="*/ 120 w 551"/>
              <a:gd name="T91" fmla="*/ 461 h 492"/>
              <a:gd name="T92" fmla="*/ 92 w 551"/>
              <a:gd name="T93" fmla="*/ 440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51" h="492">
                <a:moveTo>
                  <a:pt x="493" y="167"/>
                </a:moveTo>
                <a:cubicBezTo>
                  <a:pt x="491" y="174"/>
                  <a:pt x="491" y="174"/>
                  <a:pt x="491" y="174"/>
                </a:cubicBezTo>
                <a:cubicBezTo>
                  <a:pt x="510" y="179"/>
                  <a:pt x="525" y="187"/>
                  <a:pt x="535" y="199"/>
                </a:cubicBezTo>
                <a:cubicBezTo>
                  <a:pt x="546" y="211"/>
                  <a:pt x="551" y="223"/>
                  <a:pt x="549" y="236"/>
                </a:cubicBezTo>
                <a:cubicBezTo>
                  <a:pt x="547" y="249"/>
                  <a:pt x="539" y="259"/>
                  <a:pt x="526" y="267"/>
                </a:cubicBezTo>
                <a:cubicBezTo>
                  <a:pt x="513" y="275"/>
                  <a:pt x="497" y="279"/>
                  <a:pt x="478" y="279"/>
                </a:cubicBezTo>
                <a:cubicBezTo>
                  <a:pt x="461" y="278"/>
                  <a:pt x="461" y="278"/>
                  <a:pt x="461" y="278"/>
                </a:cubicBezTo>
                <a:cubicBezTo>
                  <a:pt x="449" y="276"/>
                  <a:pt x="437" y="272"/>
                  <a:pt x="425" y="267"/>
                </a:cubicBezTo>
                <a:cubicBezTo>
                  <a:pt x="416" y="275"/>
                  <a:pt x="405" y="280"/>
                  <a:pt x="392" y="280"/>
                </a:cubicBezTo>
                <a:cubicBezTo>
                  <a:pt x="383" y="279"/>
                  <a:pt x="383" y="279"/>
                  <a:pt x="383" y="279"/>
                </a:cubicBezTo>
                <a:cubicBezTo>
                  <a:pt x="373" y="277"/>
                  <a:pt x="363" y="272"/>
                  <a:pt x="356" y="264"/>
                </a:cubicBezTo>
                <a:cubicBezTo>
                  <a:pt x="349" y="276"/>
                  <a:pt x="339" y="287"/>
                  <a:pt x="327" y="295"/>
                </a:cubicBezTo>
                <a:cubicBezTo>
                  <a:pt x="314" y="303"/>
                  <a:pt x="300" y="308"/>
                  <a:pt x="285" y="311"/>
                </a:cubicBezTo>
                <a:cubicBezTo>
                  <a:pt x="280" y="311"/>
                  <a:pt x="280" y="311"/>
                  <a:pt x="280" y="311"/>
                </a:cubicBezTo>
                <a:cubicBezTo>
                  <a:pt x="246" y="376"/>
                  <a:pt x="246" y="376"/>
                  <a:pt x="246" y="376"/>
                </a:cubicBezTo>
                <a:cubicBezTo>
                  <a:pt x="267" y="374"/>
                  <a:pt x="267" y="374"/>
                  <a:pt x="267" y="374"/>
                </a:cubicBezTo>
                <a:cubicBezTo>
                  <a:pt x="269" y="375"/>
                  <a:pt x="269" y="375"/>
                  <a:pt x="269" y="375"/>
                </a:cubicBezTo>
                <a:cubicBezTo>
                  <a:pt x="182" y="492"/>
                  <a:pt x="182" y="492"/>
                  <a:pt x="182" y="492"/>
                </a:cubicBezTo>
                <a:cubicBezTo>
                  <a:pt x="180" y="490"/>
                  <a:pt x="180" y="490"/>
                  <a:pt x="180" y="490"/>
                </a:cubicBezTo>
                <a:cubicBezTo>
                  <a:pt x="234" y="398"/>
                  <a:pt x="234" y="398"/>
                  <a:pt x="234" y="398"/>
                </a:cubicBezTo>
                <a:cubicBezTo>
                  <a:pt x="207" y="400"/>
                  <a:pt x="207" y="400"/>
                  <a:pt x="207" y="400"/>
                </a:cubicBezTo>
                <a:cubicBezTo>
                  <a:pt x="205" y="398"/>
                  <a:pt x="205" y="398"/>
                  <a:pt x="205" y="398"/>
                </a:cubicBezTo>
                <a:cubicBezTo>
                  <a:pt x="273" y="312"/>
                  <a:pt x="273" y="312"/>
                  <a:pt x="273" y="312"/>
                </a:cubicBezTo>
                <a:cubicBezTo>
                  <a:pt x="267" y="312"/>
                  <a:pt x="267" y="312"/>
                  <a:pt x="267" y="312"/>
                </a:cubicBezTo>
                <a:cubicBezTo>
                  <a:pt x="253" y="312"/>
                  <a:pt x="239" y="309"/>
                  <a:pt x="226" y="304"/>
                </a:cubicBezTo>
                <a:cubicBezTo>
                  <a:pt x="214" y="298"/>
                  <a:pt x="204" y="291"/>
                  <a:pt x="195" y="281"/>
                </a:cubicBezTo>
                <a:cubicBezTo>
                  <a:pt x="186" y="291"/>
                  <a:pt x="174" y="296"/>
                  <a:pt x="160" y="296"/>
                </a:cubicBezTo>
                <a:cubicBezTo>
                  <a:pt x="152" y="295"/>
                  <a:pt x="152" y="295"/>
                  <a:pt x="152" y="295"/>
                </a:cubicBezTo>
                <a:cubicBezTo>
                  <a:pt x="136" y="292"/>
                  <a:pt x="125" y="284"/>
                  <a:pt x="118" y="271"/>
                </a:cubicBezTo>
                <a:cubicBezTo>
                  <a:pt x="106" y="277"/>
                  <a:pt x="93" y="281"/>
                  <a:pt x="79" y="281"/>
                </a:cubicBezTo>
                <a:cubicBezTo>
                  <a:pt x="57" y="281"/>
                  <a:pt x="38" y="273"/>
                  <a:pt x="23" y="259"/>
                </a:cubicBezTo>
                <a:cubicBezTo>
                  <a:pt x="7" y="244"/>
                  <a:pt x="0" y="227"/>
                  <a:pt x="0" y="207"/>
                </a:cubicBezTo>
                <a:cubicBezTo>
                  <a:pt x="0" y="188"/>
                  <a:pt x="6" y="172"/>
                  <a:pt x="19" y="158"/>
                </a:cubicBezTo>
                <a:cubicBezTo>
                  <a:pt x="32" y="144"/>
                  <a:pt x="48" y="136"/>
                  <a:pt x="67" y="133"/>
                </a:cubicBezTo>
                <a:cubicBezTo>
                  <a:pt x="68" y="121"/>
                  <a:pt x="73" y="110"/>
                  <a:pt x="83" y="101"/>
                </a:cubicBezTo>
                <a:cubicBezTo>
                  <a:pt x="92" y="93"/>
                  <a:pt x="104" y="88"/>
                  <a:pt x="116" y="88"/>
                </a:cubicBezTo>
                <a:cubicBezTo>
                  <a:pt x="121" y="88"/>
                  <a:pt x="126" y="89"/>
                  <a:pt x="129" y="90"/>
                </a:cubicBezTo>
                <a:cubicBezTo>
                  <a:pt x="128" y="69"/>
                  <a:pt x="135" y="50"/>
                  <a:pt x="152" y="33"/>
                </a:cubicBezTo>
                <a:cubicBezTo>
                  <a:pt x="169" y="16"/>
                  <a:pt x="191" y="6"/>
                  <a:pt x="217" y="2"/>
                </a:cubicBezTo>
                <a:cubicBezTo>
                  <a:pt x="237" y="0"/>
                  <a:pt x="237" y="0"/>
                  <a:pt x="237" y="0"/>
                </a:cubicBezTo>
                <a:cubicBezTo>
                  <a:pt x="263" y="0"/>
                  <a:pt x="285" y="7"/>
                  <a:pt x="303" y="21"/>
                </a:cubicBezTo>
                <a:cubicBezTo>
                  <a:pt x="318" y="19"/>
                  <a:pt x="318" y="19"/>
                  <a:pt x="318" y="19"/>
                </a:cubicBezTo>
                <a:cubicBezTo>
                  <a:pt x="336" y="19"/>
                  <a:pt x="354" y="24"/>
                  <a:pt x="372" y="36"/>
                </a:cubicBezTo>
                <a:cubicBezTo>
                  <a:pt x="386" y="44"/>
                  <a:pt x="397" y="54"/>
                  <a:pt x="405" y="66"/>
                </a:cubicBezTo>
                <a:cubicBezTo>
                  <a:pt x="414" y="78"/>
                  <a:pt x="418" y="90"/>
                  <a:pt x="418" y="102"/>
                </a:cubicBezTo>
                <a:cubicBezTo>
                  <a:pt x="421" y="102"/>
                  <a:pt x="421" y="102"/>
                  <a:pt x="421" y="102"/>
                </a:cubicBezTo>
                <a:cubicBezTo>
                  <a:pt x="442" y="105"/>
                  <a:pt x="460" y="113"/>
                  <a:pt x="474" y="126"/>
                </a:cubicBezTo>
                <a:cubicBezTo>
                  <a:pt x="489" y="138"/>
                  <a:pt x="495" y="152"/>
                  <a:pt x="493" y="167"/>
                </a:cubicBezTo>
                <a:moveTo>
                  <a:pt x="362" y="341"/>
                </a:moveTo>
                <a:cubicBezTo>
                  <a:pt x="362" y="337"/>
                  <a:pt x="364" y="333"/>
                  <a:pt x="367" y="330"/>
                </a:cubicBezTo>
                <a:cubicBezTo>
                  <a:pt x="380" y="320"/>
                  <a:pt x="380" y="320"/>
                  <a:pt x="380" y="320"/>
                </a:cubicBezTo>
                <a:cubicBezTo>
                  <a:pt x="389" y="312"/>
                  <a:pt x="389" y="312"/>
                  <a:pt x="389" y="312"/>
                </a:cubicBezTo>
                <a:cubicBezTo>
                  <a:pt x="404" y="296"/>
                  <a:pt x="404" y="296"/>
                  <a:pt x="404" y="296"/>
                </a:cubicBezTo>
                <a:cubicBezTo>
                  <a:pt x="404" y="318"/>
                  <a:pt x="404" y="318"/>
                  <a:pt x="404" y="318"/>
                </a:cubicBezTo>
                <a:cubicBezTo>
                  <a:pt x="404" y="323"/>
                  <a:pt x="404" y="331"/>
                  <a:pt x="405" y="345"/>
                </a:cubicBezTo>
                <a:cubicBezTo>
                  <a:pt x="405" y="355"/>
                  <a:pt x="402" y="363"/>
                  <a:pt x="396" y="368"/>
                </a:cubicBezTo>
                <a:cubicBezTo>
                  <a:pt x="393" y="370"/>
                  <a:pt x="389" y="371"/>
                  <a:pt x="385" y="371"/>
                </a:cubicBezTo>
                <a:cubicBezTo>
                  <a:pt x="375" y="369"/>
                  <a:pt x="375" y="369"/>
                  <a:pt x="375" y="369"/>
                </a:cubicBezTo>
                <a:cubicBezTo>
                  <a:pt x="368" y="366"/>
                  <a:pt x="364" y="361"/>
                  <a:pt x="362" y="354"/>
                </a:cubicBezTo>
                <a:cubicBezTo>
                  <a:pt x="360" y="350"/>
                  <a:pt x="360" y="345"/>
                  <a:pt x="362" y="341"/>
                </a:cubicBezTo>
                <a:moveTo>
                  <a:pt x="167" y="335"/>
                </a:moveTo>
                <a:cubicBezTo>
                  <a:pt x="189" y="317"/>
                  <a:pt x="189" y="317"/>
                  <a:pt x="189" y="317"/>
                </a:cubicBezTo>
                <a:cubicBezTo>
                  <a:pt x="204" y="301"/>
                  <a:pt x="204" y="301"/>
                  <a:pt x="204" y="301"/>
                </a:cubicBezTo>
                <a:cubicBezTo>
                  <a:pt x="203" y="323"/>
                  <a:pt x="203" y="323"/>
                  <a:pt x="203" y="323"/>
                </a:cubicBezTo>
                <a:cubicBezTo>
                  <a:pt x="205" y="349"/>
                  <a:pt x="205" y="349"/>
                  <a:pt x="205" y="349"/>
                </a:cubicBezTo>
                <a:cubicBezTo>
                  <a:pt x="205" y="360"/>
                  <a:pt x="202" y="367"/>
                  <a:pt x="196" y="372"/>
                </a:cubicBezTo>
                <a:cubicBezTo>
                  <a:pt x="193" y="374"/>
                  <a:pt x="190" y="376"/>
                  <a:pt x="185" y="376"/>
                </a:cubicBezTo>
                <a:cubicBezTo>
                  <a:pt x="175" y="374"/>
                  <a:pt x="175" y="374"/>
                  <a:pt x="175" y="374"/>
                </a:cubicBezTo>
                <a:cubicBezTo>
                  <a:pt x="168" y="371"/>
                  <a:pt x="164" y="366"/>
                  <a:pt x="162" y="358"/>
                </a:cubicBezTo>
                <a:cubicBezTo>
                  <a:pt x="160" y="355"/>
                  <a:pt x="160" y="351"/>
                  <a:pt x="162" y="346"/>
                </a:cubicBezTo>
                <a:cubicBezTo>
                  <a:pt x="162" y="341"/>
                  <a:pt x="164" y="338"/>
                  <a:pt x="167" y="335"/>
                </a:cubicBezTo>
                <a:moveTo>
                  <a:pt x="287" y="418"/>
                </a:moveTo>
                <a:cubicBezTo>
                  <a:pt x="288" y="413"/>
                  <a:pt x="291" y="408"/>
                  <a:pt x="294" y="405"/>
                </a:cubicBezTo>
                <a:cubicBezTo>
                  <a:pt x="309" y="392"/>
                  <a:pt x="309" y="392"/>
                  <a:pt x="309" y="392"/>
                </a:cubicBezTo>
                <a:cubicBezTo>
                  <a:pt x="322" y="382"/>
                  <a:pt x="322" y="382"/>
                  <a:pt x="322" y="382"/>
                </a:cubicBezTo>
                <a:cubicBezTo>
                  <a:pt x="340" y="363"/>
                  <a:pt x="340" y="363"/>
                  <a:pt x="340" y="363"/>
                </a:cubicBezTo>
                <a:cubicBezTo>
                  <a:pt x="340" y="390"/>
                  <a:pt x="340" y="390"/>
                  <a:pt x="340" y="390"/>
                </a:cubicBezTo>
                <a:cubicBezTo>
                  <a:pt x="340" y="395"/>
                  <a:pt x="340" y="406"/>
                  <a:pt x="342" y="423"/>
                </a:cubicBezTo>
                <a:cubicBezTo>
                  <a:pt x="342" y="436"/>
                  <a:pt x="338" y="446"/>
                  <a:pt x="330" y="451"/>
                </a:cubicBezTo>
                <a:cubicBezTo>
                  <a:pt x="326" y="454"/>
                  <a:pt x="322" y="455"/>
                  <a:pt x="316" y="455"/>
                </a:cubicBezTo>
                <a:cubicBezTo>
                  <a:pt x="304" y="453"/>
                  <a:pt x="304" y="453"/>
                  <a:pt x="304" y="453"/>
                </a:cubicBezTo>
                <a:cubicBezTo>
                  <a:pt x="296" y="449"/>
                  <a:pt x="290" y="443"/>
                  <a:pt x="287" y="434"/>
                </a:cubicBezTo>
                <a:cubicBezTo>
                  <a:pt x="286" y="429"/>
                  <a:pt x="286" y="424"/>
                  <a:pt x="287" y="418"/>
                </a:cubicBezTo>
                <a:moveTo>
                  <a:pt x="91" y="424"/>
                </a:moveTo>
                <a:cubicBezTo>
                  <a:pt x="92" y="418"/>
                  <a:pt x="95" y="414"/>
                  <a:pt x="99" y="410"/>
                </a:cubicBezTo>
                <a:cubicBezTo>
                  <a:pt x="102" y="407"/>
                  <a:pt x="107" y="403"/>
                  <a:pt x="113" y="398"/>
                </a:cubicBezTo>
                <a:cubicBezTo>
                  <a:pt x="125" y="388"/>
                  <a:pt x="125" y="388"/>
                  <a:pt x="125" y="388"/>
                </a:cubicBezTo>
                <a:cubicBezTo>
                  <a:pt x="144" y="368"/>
                  <a:pt x="144" y="368"/>
                  <a:pt x="144" y="368"/>
                </a:cubicBezTo>
                <a:cubicBezTo>
                  <a:pt x="144" y="396"/>
                  <a:pt x="144" y="396"/>
                  <a:pt x="144" y="396"/>
                </a:cubicBezTo>
                <a:cubicBezTo>
                  <a:pt x="146" y="428"/>
                  <a:pt x="146" y="428"/>
                  <a:pt x="146" y="428"/>
                </a:cubicBezTo>
                <a:cubicBezTo>
                  <a:pt x="146" y="442"/>
                  <a:pt x="142" y="451"/>
                  <a:pt x="134" y="457"/>
                </a:cubicBezTo>
                <a:cubicBezTo>
                  <a:pt x="131" y="460"/>
                  <a:pt x="126" y="461"/>
                  <a:pt x="120" y="461"/>
                </a:cubicBezTo>
                <a:cubicBezTo>
                  <a:pt x="116" y="461"/>
                  <a:pt x="112" y="460"/>
                  <a:pt x="108" y="459"/>
                </a:cubicBezTo>
                <a:cubicBezTo>
                  <a:pt x="100" y="455"/>
                  <a:pt x="94" y="449"/>
                  <a:pt x="92" y="440"/>
                </a:cubicBezTo>
                <a:cubicBezTo>
                  <a:pt x="90" y="435"/>
                  <a:pt x="90" y="430"/>
                  <a:pt x="91" y="424"/>
                </a:cubicBezTo>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77" name="Freeform 573"/>
          <p:cNvSpPr>
            <a:spLocks noEditPoints="1"/>
          </p:cNvSpPr>
          <p:nvPr/>
        </p:nvSpPr>
        <p:spPr bwMode="auto">
          <a:xfrm>
            <a:off x="134728" y="5873652"/>
            <a:ext cx="355452" cy="323138"/>
          </a:xfrm>
          <a:custGeom>
            <a:avLst/>
            <a:gdLst>
              <a:gd name="T0" fmla="*/ 537 w 550"/>
              <a:gd name="T1" fmla="*/ 173 h 499"/>
              <a:gd name="T2" fmla="*/ 541 w 550"/>
              <a:gd name="T3" fmla="*/ 234 h 499"/>
              <a:gd name="T4" fmla="*/ 421 w 550"/>
              <a:gd name="T5" fmla="*/ 271 h 499"/>
              <a:gd name="T6" fmla="*/ 142 w 550"/>
              <a:gd name="T7" fmla="*/ 271 h 499"/>
              <a:gd name="T8" fmla="*/ 14 w 550"/>
              <a:gd name="T9" fmla="*/ 231 h 499"/>
              <a:gd name="T10" fmla="*/ 19 w 550"/>
              <a:gd name="T11" fmla="*/ 147 h 499"/>
              <a:gd name="T12" fmla="*/ 94 w 550"/>
              <a:gd name="T13" fmla="*/ 137 h 499"/>
              <a:gd name="T14" fmla="*/ 126 w 550"/>
              <a:gd name="T15" fmla="*/ 34 h 499"/>
              <a:gd name="T16" fmla="*/ 281 w 550"/>
              <a:gd name="T17" fmla="*/ 26 h 499"/>
              <a:gd name="T18" fmla="*/ 351 w 550"/>
              <a:gd name="T19" fmla="*/ 67 h 499"/>
              <a:gd name="T20" fmla="*/ 451 w 550"/>
              <a:gd name="T21" fmla="*/ 85 h 499"/>
              <a:gd name="T22" fmla="*/ 474 w 550"/>
              <a:gd name="T23" fmla="*/ 172 h 499"/>
              <a:gd name="T24" fmla="*/ 410 w 550"/>
              <a:gd name="T25" fmla="*/ 328 h 499"/>
              <a:gd name="T26" fmla="*/ 452 w 550"/>
              <a:gd name="T27" fmla="*/ 308 h 499"/>
              <a:gd name="T28" fmla="*/ 455 w 550"/>
              <a:gd name="T29" fmla="*/ 381 h 499"/>
              <a:gd name="T30" fmla="*/ 450 w 550"/>
              <a:gd name="T31" fmla="*/ 467 h 499"/>
              <a:gd name="T32" fmla="*/ 397 w 550"/>
              <a:gd name="T33" fmla="*/ 499 h 499"/>
              <a:gd name="T34" fmla="*/ 331 w 550"/>
              <a:gd name="T35" fmla="*/ 450 h 499"/>
              <a:gd name="T36" fmla="*/ 347 w 550"/>
              <a:gd name="T37" fmla="*/ 381 h 499"/>
              <a:gd name="T38" fmla="*/ 410 w 550"/>
              <a:gd name="T39" fmla="*/ 328 h 499"/>
              <a:gd name="T40" fmla="*/ 153 w 550"/>
              <a:gd name="T41" fmla="*/ 288 h 499"/>
              <a:gd name="T42" fmla="*/ 155 w 550"/>
              <a:gd name="T43" fmla="*/ 377 h 499"/>
              <a:gd name="T44" fmla="*/ 150 w 550"/>
              <a:gd name="T45" fmla="*/ 456 h 499"/>
              <a:gd name="T46" fmla="*/ 102 w 550"/>
              <a:gd name="T47" fmla="*/ 486 h 499"/>
              <a:gd name="T48" fmla="*/ 41 w 550"/>
              <a:gd name="T49" fmla="*/ 440 h 499"/>
              <a:gd name="T50" fmla="*/ 56 w 550"/>
              <a:gd name="T51" fmla="*/ 378 h 499"/>
              <a:gd name="T52" fmla="*/ 114 w 550"/>
              <a:gd name="T53" fmla="*/ 329 h 499"/>
              <a:gd name="T54" fmla="*/ 283 w 550"/>
              <a:gd name="T55" fmla="*/ 367 h 499"/>
              <a:gd name="T56" fmla="*/ 280 w 550"/>
              <a:gd name="T57" fmla="*/ 419 h 499"/>
              <a:gd name="T58" fmla="*/ 248 w 550"/>
              <a:gd name="T59" fmla="*/ 439 h 499"/>
              <a:gd name="T60" fmla="*/ 208 w 550"/>
              <a:gd name="T61" fmla="*/ 409 h 499"/>
              <a:gd name="T62" fmla="*/ 218 w 550"/>
              <a:gd name="T63" fmla="*/ 367 h 499"/>
              <a:gd name="T64" fmla="*/ 256 w 550"/>
              <a:gd name="T65" fmla="*/ 335 h 499"/>
              <a:gd name="T66" fmla="*/ 282 w 550"/>
              <a:gd name="T67" fmla="*/ 346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50" h="499">
                <a:moveTo>
                  <a:pt x="505" y="159"/>
                </a:moveTo>
                <a:cubicBezTo>
                  <a:pt x="517" y="159"/>
                  <a:pt x="528" y="164"/>
                  <a:pt x="537" y="173"/>
                </a:cubicBezTo>
                <a:cubicBezTo>
                  <a:pt x="546" y="182"/>
                  <a:pt x="550" y="193"/>
                  <a:pt x="550" y="205"/>
                </a:cubicBezTo>
                <a:cubicBezTo>
                  <a:pt x="550" y="216"/>
                  <a:pt x="547" y="226"/>
                  <a:pt x="541" y="234"/>
                </a:cubicBezTo>
                <a:cubicBezTo>
                  <a:pt x="534" y="242"/>
                  <a:pt x="526" y="247"/>
                  <a:pt x="515" y="250"/>
                </a:cubicBezTo>
                <a:cubicBezTo>
                  <a:pt x="494" y="259"/>
                  <a:pt x="463" y="266"/>
                  <a:pt x="421" y="271"/>
                </a:cubicBezTo>
                <a:cubicBezTo>
                  <a:pt x="378" y="276"/>
                  <a:pt x="330" y="279"/>
                  <a:pt x="278" y="279"/>
                </a:cubicBezTo>
                <a:cubicBezTo>
                  <a:pt x="229" y="279"/>
                  <a:pt x="184" y="276"/>
                  <a:pt x="142" y="271"/>
                </a:cubicBezTo>
                <a:cubicBezTo>
                  <a:pt x="101" y="267"/>
                  <a:pt x="70" y="260"/>
                  <a:pt x="48" y="253"/>
                </a:cubicBezTo>
                <a:cubicBezTo>
                  <a:pt x="34" y="249"/>
                  <a:pt x="23" y="242"/>
                  <a:pt x="14" y="231"/>
                </a:cubicBezTo>
                <a:cubicBezTo>
                  <a:pt x="5" y="219"/>
                  <a:pt x="0" y="206"/>
                  <a:pt x="0" y="192"/>
                </a:cubicBezTo>
                <a:cubicBezTo>
                  <a:pt x="0" y="174"/>
                  <a:pt x="6" y="160"/>
                  <a:pt x="19" y="147"/>
                </a:cubicBezTo>
                <a:cubicBezTo>
                  <a:pt x="31" y="135"/>
                  <a:pt x="45" y="129"/>
                  <a:pt x="63" y="129"/>
                </a:cubicBezTo>
                <a:cubicBezTo>
                  <a:pt x="74" y="129"/>
                  <a:pt x="84" y="132"/>
                  <a:pt x="94" y="137"/>
                </a:cubicBezTo>
                <a:cubicBezTo>
                  <a:pt x="92" y="129"/>
                  <a:pt x="92" y="122"/>
                  <a:pt x="92" y="117"/>
                </a:cubicBezTo>
                <a:cubicBezTo>
                  <a:pt x="92" y="85"/>
                  <a:pt x="103" y="57"/>
                  <a:pt x="126" y="34"/>
                </a:cubicBezTo>
                <a:cubicBezTo>
                  <a:pt x="148" y="12"/>
                  <a:pt x="176" y="0"/>
                  <a:pt x="208" y="0"/>
                </a:cubicBezTo>
                <a:cubicBezTo>
                  <a:pt x="235" y="0"/>
                  <a:pt x="259" y="9"/>
                  <a:pt x="281" y="26"/>
                </a:cubicBezTo>
                <a:cubicBezTo>
                  <a:pt x="301" y="43"/>
                  <a:pt x="315" y="64"/>
                  <a:pt x="321" y="90"/>
                </a:cubicBezTo>
                <a:cubicBezTo>
                  <a:pt x="329" y="80"/>
                  <a:pt x="339" y="73"/>
                  <a:pt x="351" y="67"/>
                </a:cubicBezTo>
                <a:cubicBezTo>
                  <a:pt x="363" y="61"/>
                  <a:pt x="375" y="59"/>
                  <a:pt x="389" y="59"/>
                </a:cubicBezTo>
                <a:cubicBezTo>
                  <a:pt x="413" y="59"/>
                  <a:pt x="434" y="67"/>
                  <a:pt x="451" y="85"/>
                </a:cubicBezTo>
                <a:cubicBezTo>
                  <a:pt x="468" y="102"/>
                  <a:pt x="477" y="123"/>
                  <a:pt x="477" y="147"/>
                </a:cubicBezTo>
                <a:cubicBezTo>
                  <a:pt x="477" y="156"/>
                  <a:pt x="476" y="164"/>
                  <a:pt x="474" y="172"/>
                </a:cubicBezTo>
                <a:cubicBezTo>
                  <a:pt x="482" y="163"/>
                  <a:pt x="493" y="159"/>
                  <a:pt x="505" y="159"/>
                </a:cubicBezTo>
                <a:moveTo>
                  <a:pt x="410" y="328"/>
                </a:moveTo>
                <a:cubicBezTo>
                  <a:pt x="453" y="284"/>
                  <a:pt x="453" y="284"/>
                  <a:pt x="453" y="284"/>
                </a:cubicBezTo>
                <a:cubicBezTo>
                  <a:pt x="452" y="308"/>
                  <a:pt x="452" y="308"/>
                  <a:pt x="452" y="308"/>
                </a:cubicBezTo>
                <a:cubicBezTo>
                  <a:pt x="452" y="347"/>
                  <a:pt x="452" y="347"/>
                  <a:pt x="452" y="347"/>
                </a:cubicBezTo>
                <a:cubicBezTo>
                  <a:pt x="455" y="381"/>
                  <a:pt x="455" y="381"/>
                  <a:pt x="455" y="381"/>
                </a:cubicBezTo>
                <a:cubicBezTo>
                  <a:pt x="457" y="398"/>
                  <a:pt x="457" y="412"/>
                  <a:pt x="457" y="423"/>
                </a:cubicBezTo>
                <a:cubicBezTo>
                  <a:pt x="457" y="442"/>
                  <a:pt x="455" y="456"/>
                  <a:pt x="450" y="467"/>
                </a:cubicBezTo>
                <a:cubicBezTo>
                  <a:pt x="446" y="475"/>
                  <a:pt x="440" y="483"/>
                  <a:pt x="431" y="489"/>
                </a:cubicBezTo>
                <a:cubicBezTo>
                  <a:pt x="421" y="496"/>
                  <a:pt x="410" y="499"/>
                  <a:pt x="397" y="499"/>
                </a:cubicBezTo>
                <a:cubicBezTo>
                  <a:pt x="388" y="499"/>
                  <a:pt x="379" y="498"/>
                  <a:pt x="370" y="494"/>
                </a:cubicBezTo>
                <a:cubicBezTo>
                  <a:pt x="351" y="486"/>
                  <a:pt x="338" y="471"/>
                  <a:pt x="331" y="450"/>
                </a:cubicBezTo>
                <a:cubicBezTo>
                  <a:pt x="327" y="439"/>
                  <a:pt x="327" y="426"/>
                  <a:pt x="330" y="413"/>
                </a:cubicBezTo>
                <a:cubicBezTo>
                  <a:pt x="333" y="400"/>
                  <a:pt x="339" y="389"/>
                  <a:pt x="347" y="381"/>
                </a:cubicBezTo>
                <a:cubicBezTo>
                  <a:pt x="356" y="373"/>
                  <a:pt x="367" y="363"/>
                  <a:pt x="382" y="352"/>
                </a:cubicBezTo>
                <a:cubicBezTo>
                  <a:pt x="410" y="328"/>
                  <a:pt x="410" y="328"/>
                  <a:pt x="410" y="328"/>
                </a:cubicBezTo>
                <a:moveTo>
                  <a:pt x="114" y="329"/>
                </a:moveTo>
                <a:cubicBezTo>
                  <a:pt x="153" y="288"/>
                  <a:pt x="153" y="288"/>
                  <a:pt x="153" y="288"/>
                </a:cubicBezTo>
                <a:cubicBezTo>
                  <a:pt x="152" y="346"/>
                  <a:pt x="152" y="346"/>
                  <a:pt x="152" y="346"/>
                </a:cubicBezTo>
                <a:cubicBezTo>
                  <a:pt x="155" y="377"/>
                  <a:pt x="155" y="377"/>
                  <a:pt x="155" y="377"/>
                </a:cubicBezTo>
                <a:cubicBezTo>
                  <a:pt x="156" y="393"/>
                  <a:pt x="157" y="406"/>
                  <a:pt x="157" y="416"/>
                </a:cubicBezTo>
                <a:cubicBezTo>
                  <a:pt x="157" y="433"/>
                  <a:pt x="155" y="446"/>
                  <a:pt x="150" y="456"/>
                </a:cubicBezTo>
                <a:cubicBezTo>
                  <a:pt x="146" y="464"/>
                  <a:pt x="141" y="471"/>
                  <a:pt x="132" y="477"/>
                </a:cubicBezTo>
                <a:cubicBezTo>
                  <a:pt x="124" y="483"/>
                  <a:pt x="114" y="486"/>
                  <a:pt x="102" y="486"/>
                </a:cubicBezTo>
                <a:cubicBezTo>
                  <a:pt x="93" y="486"/>
                  <a:pt x="85" y="484"/>
                  <a:pt x="77" y="481"/>
                </a:cubicBezTo>
                <a:cubicBezTo>
                  <a:pt x="59" y="473"/>
                  <a:pt x="47" y="459"/>
                  <a:pt x="41" y="440"/>
                </a:cubicBezTo>
                <a:cubicBezTo>
                  <a:pt x="38" y="430"/>
                  <a:pt x="38" y="419"/>
                  <a:pt x="41" y="407"/>
                </a:cubicBezTo>
                <a:cubicBezTo>
                  <a:pt x="43" y="395"/>
                  <a:pt x="49" y="385"/>
                  <a:pt x="56" y="378"/>
                </a:cubicBezTo>
                <a:cubicBezTo>
                  <a:pt x="64" y="370"/>
                  <a:pt x="75" y="361"/>
                  <a:pt x="88" y="350"/>
                </a:cubicBezTo>
                <a:cubicBezTo>
                  <a:pt x="114" y="329"/>
                  <a:pt x="114" y="329"/>
                  <a:pt x="114" y="329"/>
                </a:cubicBezTo>
                <a:moveTo>
                  <a:pt x="282" y="346"/>
                </a:moveTo>
                <a:cubicBezTo>
                  <a:pt x="283" y="367"/>
                  <a:pt x="283" y="367"/>
                  <a:pt x="283" y="367"/>
                </a:cubicBezTo>
                <a:cubicBezTo>
                  <a:pt x="284" y="377"/>
                  <a:pt x="285" y="386"/>
                  <a:pt x="285" y="393"/>
                </a:cubicBezTo>
                <a:cubicBezTo>
                  <a:pt x="285" y="404"/>
                  <a:pt x="283" y="413"/>
                  <a:pt x="280" y="419"/>
                </a:cubicBezTo>
                <a:cubicBezTo>
                  <a:pt x="278" y="425"/>
                  <a:pt x="274" y="429"/>
                  <a:pt x="269" y="433"/>
                </a:cubicBezTo>
                <a:cubicBezTo>
                  <a:pt x="263" y="437"/>
                  <a:pt x="256" y="439"/>
                  <a:pt x="248" y="439"/>
                </a:cubicBezTo>
                <a:cubicBezTo>
                  <a:pt x="243" y="439"/>
                  <a:pt x="237" y="438"/>
                  <a:pt x="231" y="436"/>
                </a:cubicBezTo>
                <a:cubicBezTo>
                  <a:pt x="220" y="430"/>
                  <a:pt x="212" y="422"/>
                  <a:pt x="208" y="409"/>
                </a:cubicBezTo>
                <a:cubicBezTo>
                  <a:pt x="206" y="402"/>
                  <a:pt x="205" y="395"/>
                  <a:pt x="207" y="387"/>
                </a:cubicBezTo>
                <a:cubicBezTo>
                  <a:pt x="209" y="378"/>
                  <a:pt x="213" y="372"/>
                  <a:pt x="218" y="367"/>
                </a:cubicBezTo>
                <a:cubicBezTo>
                  <a:pt x="223" y="362"/>
                  <a:pt x="230" y="356"/>
                  <a:pt x="239" y="349"/>
                </a:cubicBezTo>
                <a:cubicBezTo>
                  <a:pt x="256" y="335"/>
                  <a:pt x="256" y="335"/>
                  <a:pt x="256" y="335"/>
                </a:cubicBezTo>
                <a:cubicBezTo>
                  <a:pt x="282" y="308"/>
                  <a:pt x="282" y="308"/>
                  <a:pt x="282" y="308"/>
                </a:cubicBezTo>
                <a:cubicBezTo>
                  <a:pt x="282" y="346"/>
                  <a:pt x="282" y="346"/>
                  <a:pt x="282" y="346"/>
                </a:cubicBezTo>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78" name="Freeform 574"/>
          <p:cNvSpPr>
            <a:spLocks noEditPoints="1"/>
          </p:cNvSpPr>
          <p:nvPr/>
        </p:nvSpPr>
        <p:spPr bwMode="auto">
          <a:xfrm>
            <a:off x="1555447" y="5356797"/>
            <a:ext cx="408220" cy="382437"/>
          </a:xfrm>
          <a:custGeom>
            <a:avLst/>
            <a:gdLst>
              <a:gd name="T0" fmla="*/ 478 w 552"/>
              <a:gd name="T1" fmla="*/ 114 h 516"/>
              <a:gd name="T2" fmla="*/ 406 w 552"/>
              <a:gd name="T3" fmla="*/ 170 h 516"/>
              <a:gd name="T4" fmla="*/ 420 w 552"/>
              <a:gd name="T5" fmla="*/ 197 h 516"/>
              <a:gd name="T6" fmla="*/ 425 w 552"/>
              <a:gd name="T7" fmla="*/ 308 h 516"/>
              <a:gd name="T8" fmla="*/ 509 w 552"/>
              <a:gd name="T9" fmla="*/ 342 h 516"/>
              <a:gd name="T10" fmla="*/ 501 w 552"/>
              <a:gd name="T11" fmla="*/ 361 h 516"/>
              <a:gd name="T12" fmla="*/ 417 w 552"/>
              <a:gd name="T13" fmla="*/ 326 h 516"/>
              <a:gd name="T14" fmla="*/ 337 w 552"/>
              <a:gd name="T15" fmla="*/ 402 h 516"/>
              <a:gd name="T16" fmla="*/ 308 w 552"/>
              <a:gd name="T17" fmla="*/ 412 h 516"/>
              <a:gd name="T18" fmla="*/ 320 w 552"/>
              <a:gd name="T19" fmla="*/ 502 h 516"/>
              <a:gd name="T20" fmla="*/ 300 w 552"/>
              <a:gd name="T21" fmla="*/ 505 h 516"/>
              <a:gd name="T22" fmla="*/ 287 w 552"/>
              <a:gd name="T23" fmla="*/ 415 h 516"/>
              <a:gd name="T24" fmla="*/ 217 w 552"/>
              <a:gd name="T25" fmla="*/ 403 h 516"/>
              <a:gd name="T26" fmla="*/ 159 w 552"/>
              <a:gd name="T27" fmla="*/ 362 h 516"/>
              <a:gd name="T28" fmla="*/ 87 w 552"/>
              <a:gd name="T29" fmla="*/ 418 h 516"/>
              <a:gd name="T30" fmla="*/ 74 w 552"/>
              <a:gd name="T31" fmla="*/ 402 h 516"/>
              <a:gd name="T32" fmla="*/ 146 w 552"/>
              <a:gd name="T33" fmla="*/ 346 h 516"/>
              <a:gd name="T34" fmla="*/ 132 w 552"/>
              <a:gd name="T35" fmla="*/ 319 h 516"/>
              <a:gd name="T36" fmla="*/ 127 w 552"/>
              <a:gd name="T37" fmla="*/ 209 h 516"/>
              <a:gd name="T38" fmla="*/ 43 w 552"/>
              <a:gd name="T39" fmla="*/ 174 h 516"/>
              <a:gd name="T40" fmla="*/ 51 w 552"/>
              <a:gd name="T41" fmla="*/ 155 h 516"/>
              <a:gd name="T42" fmla="*/ 135 w 552"/>
              <a:gd name="T43" fmla="*/ 189 h 516"/>
              <a:gd name="T44" fmla="*/ 215 w 552"/>
              <a:gd name="T45" fmla="*/ 114 h 516"/>
              <a:gd name="T46" fmla="*/ 244 w 552"/>
              <a:gd name="T47" fmla="*/ 104 h 516"/>
              <a:gd name="T48" fmla="*/ 232 w 552"/>
              <a:gd name="T49" fmla="*/ 14 h 516"/>
              <a:gd name="T50" fmla="*/ 252 w 552"/>
              <a:gd name="T51" fmla="*/ 11 h 516"/>
              <a:gd name="T52" fmla="*/ 265 w 552"/>
              <a:gd name="T53" fmla="*/ 101 h 516"/>
              <a:gd name="T54" fmla="*/ 335 w 552"/>
              <a:gd name="T55" fmla="*/ 113 h 516"/>
              <a:gd name="T56" fmla="*/ 393 w 552"/>
              <a:gd name="T57" fmla="*/ 154 h 516"/>
              <a:gd name="T58" fmla="*/ 465 w 552"/>
              <a:gd name="T59" fmla="*/ 98 h 516"/>
              <a:gd name="T60" fmla="*/ 478 w 552"/>
              <a:gd name="T61" fmla="*/ 114 h 516"/>
              <a:gd name="T62" fmla="*/ 340 w 552"/>
              <a:gd name="T63" fmla="*/ 85 h 516"/>
              <a:gd name="T64" fmla="*/ 377 w 552"/>
              <a:gd name="T65" fmla="*/ 0 h 516"/>
              <a:gd name="T66" fmla="*/ 395 w 552"/>
              <a:gd name="T67" fmla="*/ 8 h 516"/>
              <a:gd name="T68" fmla="*/ 358 w 552"/>
              <a:gd name="T69" fmla="*/ 93 h 516"/>
              <a:gd name="T70" fmla="*/ 340 w 552"/>
              <a:gd name="T71" fmla="*/ 85 h 516"/>
              <a:gd name="T72" fmla="*/ 552 w 552"/>
              <a:gd name="T73" fmla="*/ 236 h 516"/>
              <a:gd name="T74" fmla="*/ 460 w 552"/>
              <a:gd name="T75" fmla="*/ 247 h 516"/>
              <a:gd name="T76" fmla="*/ 457 w 552"/>
              <a:gd name="T77" fmla="*/ 227 h 516"/>
              <a:gd name="T78" fmla="*/ 550 w 552"/>
              <a:gd name="T79" fmla="*/ 216 h 516"/>
              <a:gd name="T80" fmla="*/ 552 w 552"/>
              <a:gd name="T81" fmla="*/ 236 h 516"/>
              <a:gd name="T82" fmla="*/ 158 w 552"/>
              <a:gd name="T83" fmla="*/ 117 h 516"/>
              <a:gd name="T84" fmla="*/ 103 w 552"/>
              <a:gd name="T85" fmla="*/ 42 h 516"/>
              <a:gd name="T86" fmla="*/ 119 w 552"/>
              <a:gd name="T87" fmla="*/ 30 h 516"/>
              <a:gd name="T88" fmla="*/ 175 w 552"/>
              <a:gd name="T89" fmla="*/ 104 h 516"/>
              <a:gd name="T90" fmla="*/ 158 w 552"/>
              <a:gd name="T91" fmla="*/ 117 h 516"/>
              <a:gd name="T92" fmla="*/ 92 w 552"/>
              <a:gd name="T93" fmla="*/ 269 h 516"/>
              <a:gd name="T94" fmla="*/ 95 w 552"/>
              <a:gd name="T95" fmla="*/ 289 h 516"/>
              <a:gd name="T96" fmla="*/ 2 w 552"/>
              <a:gd name="T97" fmla="*/ 300 h 516"/>
              <a:gd name="T98" fmla="*/ 0 w 552"/>
              <a:gd name="T99" fmla="*/ 280 h 516"/>
              <a:gd name="T100" fmla="*/ 92 w 552"/>
              <a:gd name="T101" fmla="*/ 269 h 516"/>
              <a:gd name="T102" fmla="*/ 157 w 552"/>
              <a:gd name="T103" fmla="*/ 508 h 516"/>
              <a:gd name="T104" fmla="*/ 194 w 552"/>
              <a:gd name="T105" fmla="*/ 423 h 516"/>
              <a:gd name="T106" fmla="*/ 212 w 552"/>
              <a:gd name="T107" fmla="*/ 431 h 516"/>
              <a:gd name="T108" fmla="*/ 175 w 552"/>
              <a:gd name="T109" fmla="*/ 516 h 516"/>
              <a:gd name="T110" fmla="*/ 157 w 552"/>
              <a:gd name="T111" fmla="*/ 508 h 516"/>
              <a:gd name="T112" fmla="*/ 394 w 552"/>
              <a:gd name="T113" fmla="*/ 399 h 516"/>
              <a:gd name="T114" fmla="*/ 449 w 552"/>
              <a:gd name="T115" fmla="*/ 474 h 516"/>
              <a:gd name="T116" fmla="*/ 433 w 552"/>
              <a:gd name="T117" fmla="*/ 486 h 516"/>
              <a:gd name="T118" fmla="*/ 377 w 552"/>
              <a:gd name="T119" fmla="*/ 412 h 516"/>
              <a:gd name="T120" fmla="*/ 394 w 552"/>
              <a:gd name="T121" fmla="*/ 399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52" h="516">
                <a:moveTo>
                  <a:pt x="478" y="114"/>
                </a:moveTo>
                <a:cubicBezTo>
                  <a:pt x="406" y="170"/>
                  <a:pt x="406" y="170"/>
                  <a:pt x="406" y="170"/>
                </a:cubicBezTo>
                <a:cubicBezTo>
                  <a:pt x="411" y="179"/>
                  <a:pt x="416" y="188"/>
                  <a:pt x="420" y="197"/>
                </a:cubicBezTo>
                <a:cubicBezTo>
                  <a:pt x="436" y="234"/>
                  <a:pt x="437" y="271"/>
                  <a:pt x="425" y="308"/>
                </a:cubicBezTo>
                <a:cubicBezTo>
                  <a:pt x="509" y="342"/>
                  <a:pt x="509" y="342"/>
                  <a:pt x="509" y="342"/>
                </a:cubicBezTo>
                <a:cubicBezTo>
                  <a:pt x="501" y="361"/>
                  <a:pt x="501" y="361"/>
                  <a:pt x="501" y="361"/>
                </a:cubicBezTo>
                <a:cubicBezTo>
                  <a:pt x="417" y="326"/>
                  <a:pt x="417" y="326"/>
                  <a:pt x="417" y="326"/>
                </a:cubicBezTo>
                <a:cubicBezTo>
                  <a:pt x="400" y="362"/>
                  <a:pt x="373" y="387"/>
                  <a:pt x="337" y="402"/>
                </a:cubicBezTo>
                <a:cubicBezTo>
                  <a:pt x="327" y="406"/>
                  <a:pt x="317" y="409"/>
                  <a:pt x="308" y="412"/>
                </a:cubicBezTo>
                <a:cubicBezTo>
                  <a:pt x="320" y="502"/>
                  <a:pt x="320" y="502"/>
                  <a:pt x="320" y="502"/>
                </a:cubicBezTo>
                <a:cubicBezTo>
                  <a:pt x="300" y="505"/>
                  <a:pt x="300" y="505"/>
                  <a:pt x="300" y="505"/>
                </a:cubicBezTo>
                <a:cubicBezTo>
                  <a:pt x="287" y="415"/>
                  <a:pt x="287" y="415"/>
                  <a:pt x="287" y="415"/>
                </a:cubicBezTo>
                <a:cubicBezTo>
                  <a:pt x="264" y="416"/>
                  <a:pt x="240" y="413"/>
                  <a:pt x="217" y="403"/>
                </a:cubicBezTo>
                <a:cubicBezTo>
                  <a:pt x="193" y="394"/>
                  <a:pt x="174" y="380"/>
                  <a:pt x="159" y="362"/>
                </a:cubicBezTo>
                <a:cubicBezTo>
                  <a:pt x="87" y="418"/>
                  <a:pt x="87" y="418"/>
                  <a:pt x="87" y="418"/>
                </a:cubicBezTo>
                <a:cubicBezTo>
                  <a:pt x="74" y="402"/>
                  <a:pt x="74" y="402"/>
                  <a:pt x="74" y="402"/>
                </a:cubicBezTo>
                <a:cubicBezTo>
                  <a:pt x="146" y="346"/>
                  <a:pt x="146" y="346"/>
                  <a:pt x="146" y="346"/>
                </a:cubicBezTo>
                <a:cubicBezTo>
                  <a:pt x="141" y="338"/>
                  <a:pt x="136" y="329"/>
                  <a:pt x="132" y="319"/>
                </a:cubicBezTo>
                <a:cubicBezTo>
                  <a:pt x="116" y="282"/>
                  <a:pt x="115" y="245"/>
                  <a:pt x="127" y="209"/>
                </a:cubicBezTo>
                <a:cubicBezTo>
                  <a:pt x="43" y="174"/>
                  <a:pt x="43" y="174"/>
                  <a:pt x="43" y="174"/>
                </a:cubicBezTo>
                <a:cubicBezTo>
                  <a:pt x="51" y="155"/>
                  <a:pt x="51" y="155"/>
                  <a:pt x="51" y="155"/>
                </a:cubicBezTo>
                <a:cubicBezTo>
                  <a:pt x="135" y="189"/>
                  <a:pt x="135" y="189"/>
                  <a:pt x="135" y="189"/>
                </a:cubicBezTo>
                <a:cubicBezTo>
                  <a:pt x="152" y="154"/>
                  <a:pt x="179" y="129"/>
                  <a:pt x="215" y="114"/>
                </a:cubicBezTo>
                <a:cubicBezTo>
                  <a:pt x="225" y="110"/>
                  <a:pt x="235" y="107"/>
                  <a:pt x="244" y="104"/>
                </a:cubicBezTo>
                <a:cubicBezTo>
                  <a:pt x="232" y="14"/>
                  <a:pt x="232" y="14"/>
                  <a:pt x="232" y="14"/>
                </a:cubicBezTo>
                <a:cubicBezTo>
                  <a:pt x="252" y="11"/>
                  <a:pt x="252" y="11"/>
                  <a:pt x="252" y="11"/>
                </a:cubicBezTo>
                <a:cubicBezTo>
                  <a:pt x="265" y="101"/>
                  <a:pt x="265" y="101"/>
                  <a:pt x="265" y="101"/>
                </a:cubicBezTo>
                <a:cubicBezTo>
                  <a:pt x="288" y="100"/>
                  <a:pt x="312" y="104"/>
                  <a:pt x="335" y="113"/>
                </a:cubicBezTo>
                <a:cubicBezTo>
                  <a:pt x="359" y="123"/>
                  <a:pt x="378" y="136"/>
                  <a:pt x="393" y="154"/>
                </a:cubicBezTo>
                <a:cubicBezTo>
                  <a:pt x="465" y="98"/>
                  <a:pt x="465" y="98"/>
                  <a:pt x="465" y="98"/>
                </a:cubicBezTo>
                <a:cubicBezTo>
                  <a:pt x="478" y="114"/>
                  <a:pt x="478" y="114"/>
                  <a:pt x="478" y="114"/>
                </a:cubicBezTo>
                <a:moveTo>
                  <a:pt x="340" y="85"/>
                </a:moveTo>
                <a:cubicBezTo>
                  <a:pt x="377" y="0"/>
                  <a:pt x="377" y="0"/>
                  <a:pt x="377" y="0"/>
                </a:cubicBezTo>
                <a:cubicBezTo>
                  <a:pt x="395" y="8"/>
                  <a:pt x="395" y="8"/>
                  <a:pt x="395" y="8"/>
                </a:cubicBezTo>
                <a:cubicBezTo>
                  <a:pt x="358" y="93"/>
                  <a:pt x="358" y="93"/>
                  <a:pt x="358" y="93"/>
                </a:cubicBezTo>
                <a:cubicBezTo>
                  <a:pt x="340" y="85"/>
                  <a:pt x="340" y="85"/>
                  <a:pt x="340" y="85"/>
                </a:cubicBezTo>
                <a:moveTo>
                  <a:pt x="552" y="236"/>
                </a:moveTo>
                <a:cubicBezTo>
                  <a:pt x="460" y="247"/>
                  <a:pt x="460" y="247"/>
                  <a:pt x="460" y="247"/>
                </a:cubicBezTo>
                <a:cubicBezTo>
                  <a:pt x="457" y="227"/>
                  <a:pt x="457" y="227"/>
                  <a:pt x="457" y="227"/>
                </a:cubicBezTo>
                <a:cubicBezTo>
                  <a:pt x="550" y="216"/>
                  <a:pt x="550" y="216"/>
                  <a:pt x="550" y="216"/>
                </a:cubicBezTo>
                <a:cubicBezTo>
                  <a:pt x="552" y="236"/>
                  <a:pt x="552" y="236"/>
                  <a:pt x="552" y="236"/>
                </a:cubicBezTo>
                <a:moveTo>
                  <a:pt x="158" y="117"/>
                </a:moveTo>
                <a:cubicBezTo>
                  <a:pt x="103" y="42"/>
                  <a:pt x="103" y="42"/>
                  <a:pt x="103" y="42"/>
                </a:cubicBezTo>
                <a:cubicBezTo>
                  <a:pt x="119" y="30"/>
                  <a:pt x="119" y="30"/>
                  <a:pt x="119" y="30"/>
                </a:cubicBezTo>
                <a:cubicBezTo>
                  <a:pt x="175" y="104"/>
                  <a:pt x="175" y="104"/>
                  <a:pt x="175" y="104"/>
                </a:cubicBezTo>
                <a:cubicBezTo>
                  <a:pt x="169" y="108"/>
                  <a:pt x="163" y="112"/>
                  <a:pt x="158" y="117"/>
                </a:cubicBezTo>
                <a:moveTo>
                  <a:pt x="92" y="269"/>
                </a:moveTo>
                <a:cubicBezTo>
                  <a:pt x="93" y="277"/>
                  <a:pt x="94" y="284"/>
                  <a:pt x="95" y="289"/>
                </a:cubicBezTo>
                <a:cubicBezTo>
                  <a:pt x="2" y="300"/>
                  <a:pt x="2" y="300"/>
                  <a:pt x="2" y="300"/>
                </a:cubicBezTo>
                <a:cubicBezTo>
                  <a:pt x="0" y="280"/>
                  <a:pt x="0" y="280"/>
                  <a:pt x="0" y="280"/>
                </a:cubicBezTo>
                <a:cubicBezTo>
                  <a:pt x="92" y="269"/>
                  <a:pt x="92" y="269"/>
                  <a:pt x="92" y="269"/>
                </a:cubicBezTo>
                <a:moveTo>
                  <a:pt x="157" y="508"/>
                </a:moveTo>
                <a:cubicBezTo>
                  <a:pt x="194" y="423"/>
                  <a:pt x="194" y="423"/>
                  <a:pt x="194" y="423"/>
                </a:cubicBezTo>
                <a:cubicBezTo>
                  <a:pt x="212" y="431"/>
                  <a:pt x="212" y="431"/>
                  <a:pt x="212" y="431"/>
                </a:cubicBezTo>
                <a:cubicBezTo>
                  <a:pt x="175" y="516"/>
                  <a:pt x="175" y="516"/>
                  <a:pt x="175" y="516"/>
                </a:cubicBezTo>
                <a:cubicBezTo>
                  <a:pt x="157" y="508"/>
                  <a:pt x="157" y="508"/>
                  <a:pt x="157" y="508"/>
                </a:cubicBezTo>
                <a:moveTo>
                  <a:pt x="394" y="399"/>
                </a:moveTo>
                <a:cubicBezTo>
                  <a:pt x="449" y="474"/>
                  <a:pt x="449" y="474"/>
                  <a:pt x="449" y="474"/>
                </a:cubicBezTo>
                <a:cubicBezTo>
                  <a:pt x="433" y="486"/>
                  <a:pt x="433" y="486"/>
                  <a:pt x="433" y="486"/>
                </a:cubicBezTo>
                <a:cubicBezTo>
                  <a:pt x="377" y="412"/>
                  <a:pt x="377" y="412"/>
                  <a:pt x="377" y="412"/>
                </a:cubicBezTo>
                <a:cubicBezTo>
                  <a:pt x="383" y="408"/>
                  <a:pt x="389" y="404"/>
                  <a:pt x="394" y="399"/>
                </a:cubicBezTo>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79" name="Freeform 575"/>
          <p:cNvSpPr>
            <a:spLocks noEditPoints="1"/>
          </p:cNvSpPr>
          <p:nvPr/>
        </p:nvSpPr>
        <p:spPr bwMode="auto">
          <a:xfrm>
            <a:off x="2538541" y="5832830"/>
            <a:ext cx="385875" cy="404782"/>
          </a:xfrm>
          <a:custGeom>
            <a:avLst/>
            <a:gdLst>
              <a:gd name="T0" fmla="*/ 301 w 522"/>
              <a:gd name="T1" fmla="*/ 335 h 547"/>
              <a:gd name="T2" fmla="*/ 39 w 522"/>
              <a:gd name="T3" fmla="*/ 204 h 547"/>
              <a:gd name="T4" fmla="*/ 170 w 522"/>
              <a:gd name="T5" fmla="*/ 0 h 547"/>
              <a:gd name="T6" fmla="*/ 210 w 522"/>
              <a:gd name="T7" fmla="*/ 358 h 547"/>
              <a:gd name="T8" fmla="*/ 210 w 522"/>
              <a:gd name="T9" fmla="*/ 390 h 547"/>
              <a:gd name="T10" fmla="*/ 223 w 522"/>
              <a:gd name="T11" fmla="*/ 405 h 547"/>
              <a:gd name="T12" fmla="*/ 256 w 522"/>
              <a:gd name="T13" fmla="*/ 400 h 547"/>
              <a:gd name="T14" fmla="*/ 223 w 522"/>
              <a:gd name="T15" fmla="*/ 417 h 547"/>
              <a:gd name="T16" fmla="*/ 226 w 522"/>
              <a:gd name="T17" fmla="*/ 435 h 547"/>
              <a:gd name="T18" fmla="*/ 230 w 522"/>
              <a:gd name="T19" fmla="*/ 453 h 547"/>
              <a:gd name="T20" fmla="*/ 219 w 522"/>
              <a:gd name="T21" fmla="*/ 481 h 547"/>
              <a:gd name="T22" fmla="*/ 198 w 522"/>
              <a:gd name="T23" fmla="*/ 455 h 547"/>
              <a:gd name="T24" fmla="*/ 197 w 522"/>
              <a:gd name="T25" fmla="*/ 489 h 547"/>
              <a:gd name="T26" fmla="*/ 154 w 522"/>
              <a:gd name="T27" fmla="*/ 477 h 547"/>
              <a:gd name="T28" fmla="*/ 174 w 522"/>
              <a:gd name="T29" fmla="*/ 432 h 547"/>
              <a:gd name="T30" fmla="*/ 137 w 522"/>
              <a:gd name="T31" fmla="*/ 463 h 547"/>
              <a:gd name="T32" fmla="*/ 124 w 522"/>
              <a:gd name="T33" fmla="*/ 419 h 547"/>
              <a:gd name="T34" fmla="*/ 172 w 522"/>
              <a:gd name="T35" fmla="*/ 426 h 547"/>
              <a:gd name="T36" fmla="*/ 133 w 522"/>
              <a:gd name="T37" fmla="*/ 402 h 547"/>
              <a:gd name="T38" fmla="*/ 158 w 522"/>
              <a:gd name="T39" fmla="*/ 366 h 547"/>
              <a:gd name="T40" fmla="*/ 180 w 522"/>
              <a:gd name="T41" fmla="*/ 407 h 547"/>
              <a:gd name="T42" fmla="*/ 181 w 522"/>
              <a:gd name="T43" fmla="*/ 361 h 547"/>
              <a:gd name="T44" fmla="*/ 303 w 522"/>
              <a:gd name="T45" fmla="*/ 480 h 547"/>
              <a:gd name="T46" fmla="*/ 316 w 522"/>
              <a:gd name="T47" fmla="*/ 492 h 547"/>
              <a:gd name="T48" fmla="*/ 317 w 522"/>
              <a:gd name="T49" fmla="*/ 463 h 547"/>
              <a:gd name="T50" fmla="*/ 333 w 522"/>
              <a:gd name="T51" fmla="*/ 473 h 547"/>
              <a:gd name="T52" fmla="*/ 337 w 522"/>
              <a:gd name="T53" fmla="*/ 483 h 547"/>
              <a:gd name="T54" fmla="*/ 342 w 522"/>
              <a:gd name="T55" fmla="*/ 495 h 547"/>
              <a:gd name="T56" fmla="*/ 366 w 522"/>
              <a:gd name="T57" fmla="*/ 492 h 547"/>
              <a:gd name="T58" fmla="*/ 348 w 522"/>
              <a:gd name="T59" fmla="*/ 502 h 547"/>
              <a:gd name="T60" fmla="*/ 346 w 522"/>
              <a:gd name="T61" fmla="*/ 512 h 547"/>
              <a:gd name="T62" fmla="*/ 357 w 522"/>
              <a:gd name="T63" fmla="*/ 533 h 547"/>
              <a:gd name="T64" fmla="*/ 337 w 522"/>
              <a:gd name="T65" fmla="*/ 522 h 547"/>
              <a:gd name="T66" fmla="*/ 324 w 522"/>
              <a:gd name="T67" fmla="*/ 526 h 547"/>
              <a:gd name="T68" fmla="*/ 315 w 522"/>
              <a:gd name="T69" fmla="*/ 547 h 547"/>
              <a:gd name="T70" fmla="*/ 317 w 522"/>
              <a:gd name="T71" fmla="*/ 522 h 547"/>
              <a:gd name="T72" fmla="*/ 305 w 522"/>
              <a:gd name="T73" fmla="*/ 518 h 547"/>
              <a:gd name="T74" fmla="*/ 283 w 522"/>
              <a:gd name="T75" fmla="*/ 518 h 547"/>
              <a:gd name="T76" fmla="*/ 304 w 522"/>
              <a:gd name="T77" fmla="*/ 507 h 547"/>
              <a:gd name="T78" fmla="*/ 303 w 522"/>
              <a:gd name="T79" fmla="*/ 495 h 547"/>
              <a:gd name="T80" fmla="*/ 300 w 522"/>
              <a:gd name="T81" fmla="*/ 484 h 547"/>
              <a:gd name="T82" fmla="*/ 357 w 522"/>
              <a:gd name="T83" fmla="*/ 400 h 547"/>
              <a:gd name="T84" fmla="*/ 355 w 522"/>
              <a:gd name="T85" fmla="*/ 409 h 547"/>
              <a:gd name="T86" fmla="*/ 362 w 522"/>
              <a:gd name="T87" fmla="*/ 424 h 547"/>
              <a:gd name="T88" fmla="*/ 348 w 522"/>
              <a:gd name="T89" fmla="*/ 415 h 547"/>
              <a:gd name="T90" fmla="*/ 338 w 522"/>
              <a:gd name="T91" fmla="*/ 418 h 547"/>
              <a:gd name="T92" fmla="*/ 331 w 522"/>
              <a:gd name="T93" fmla="*/ 434 h 547"/>
              <a:gd name="T94" fmla="*/ 333 w 522"/>
              <a:gd name="T95" fmla="*/ 415 h 547"/>
              <a:gd name="T96" fmla="*/ 323 w 522"/>
              <a:gd name="T97" fmla="*/ 411 h 547"/>
              <a:gd name="T98" fmla="*/ 307 w 522"/>
              <a:gd name="T99" fmla="*/ 412 h 547"/>
              <a:gd name="T100" fmla="*/ 320 w 522"/>
              <a:gd name="T101" fmla="*/ 404 h 547"/>
              <a:gd name="T102" fmla="*/ 322 w 522"/>
              <a:gd name="T103" fmla="*/ 395 h 547"/>
              <a:gd name="T104" fmla="*/ 313 w 522"/>
              <a:gd name="T105" fmla="*/ 379 h 547"/>
              <a:gd name="T106" fmla="*/ 328 w 522"/>
              <a:gd name="T107" fmla="*/ 389 h 547"/>
              <a:gd name="T108" fmla="*/ 336 w 522"/>
              <a:gd name="T109" fmla="*/ 382 h 547"/>
              <a:gd name="T110" fmla="*/ 342 w 522"/>
              <a:gd name="T111" fmla="*/ 377 h 547"/>
              <a:gd name="T112" fmla="*/ 356 w 522"/>
              <a:gd name="T113" fmla="*/ 375 h 547"/>
              <a:gd name="T114" fmla="*/ 350 w 522"/>
              <a:gd name="T115" fmla="*/ 390 h 547"/>
              <a:gd name="T116" fmla="*/ 365 w 522"/>
              <a:gd name="T117" fmla="*/ 381 h 547"/>
              <a:gd name="T118" fmla="*/ 372 w 522"/>
              <a:gd name="T119" fmla="*/ 402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2" h="547">
                <a:moveTo>
                  <a:pt x="368" y="68"/>
                </a:moveTo>
                <a:cubicBezTo>
                  <a:pt x="378" y="78"/>
                  <a:pt x="384" y="90"/>
                  <a:pt x="387" y="103"/>
                </a:cubicBezTo>
                <a:cubicBezTo>
                  <a:pt x="407" y="106"/>
                  <a:pt x="425" y="115"/>
                  <a:pt x="441" y="130"/>
                </a:cubicBezTo>
                <a:cubicBezTo>
                  <a:pt x="462" y="149"/>
                  <a:pt x="475" y="173"/>
                  <a:pt x="478" y="202"/>
                </a:cubicBezTo>
                <a:cubicBezTo>
                  <a:pt x="491" y="205"/>
                  <a:pt x="502" y="213"/>
                  <a:pt x="510" y="223"/>
                </a:cubicBezTo>
                <a:cubicBezTo>
                  <a:pt x="518" y="234"/>
                  <a:pt x="522" y="246"/>
                  <a:pt x="522" y="260"/>
                </a:cubicBezTo>
                <a:cubicBezTo>
                  <a:pt x="522" y="275"/>
                  <a:pt x="517" y="288"/>
                  <a:pt x="508" y="299"/>
                </a:cubicBezTo>
                <a:cubicBezTo>
                  <a:pt x="499" y="311"/>
                  <a:pt x="487" y="318"/>
                  <a:pt x="472" y="320"/>
                </a:cubicBezTo>
                <a:cubicBezTo>
                  <a:pt x="456" y="324"/>
                  <a:pt x="433" y="328"/>
                  <a:pt x="403" y="331"/>
                </a:cubicBezTo>
                <a:cubicBezTo>
                  <a:pt x="301" y="335"/>
                  <a:pt x="301" y="335"/>
                  <a:pt x="301" y="335"/>
                </a:cubicBezTo>
                <a:cubicBezTo>
                  <a:pt x="199" y="331"/>
                  <a:pt x="199" y="331"/>
                  <a:pt x="199" y="331"/>
                </a:cubicBezTo>
                <a:cubicBezTo>
                  <a:pt x="168" y="328"/>
                  <a:pt x="145" y="325"/>
                  <a:pt x="129" y="320"/>
                </a:cubicBezTo>
                <a:cubicBezTo>
                  <a:pt x="118" y="319"/>
                  <a:pt x="108" y="313"/>
                  <a:pt x="100" y="305"/>
                </a:cubicBezTo>
                <a:cubicBezTo>
                  <a:pt x="92" y="296"/>
                  <a:pt x="88" y="286"/>
                  <a:pt x="88" y="274"/>
                </a:cubicBezTo>
                <a:cubicBezTo>
                  <a:pt x="88" y="261"/>
                  <a:pt x="93" y="249"/>
                  <a:pt x="102" y="240"/>
                </a:cubicBezTo>
                <a:cubicBezTo>
                  <a:pt x="111" y="231"/>
                  <a:pt x="123" y="226"/>
                  <a:pt x="136" y="226"/>
                </a:cubicBezTo>
                <a:cubicBezTo>
                  <a:pt x="142" y="226"/>
                  <a:pt x="147" y="227"/>
                  <a:pt x="152" y="229"/>
                </a:cubicBezTo>
                <a:cubicBezTo>
                  <a:pt x="153" y="223"/>
                  <a:pt x="153" y="223"/>
                  <a:pt x="153" y="223"/>
                </a:cubicBezTo>
                <a:cubicBezTo>
                  <a:pt x="115" y="220"/>
                  <a:pt x="115" y="220"/>
                  <a:pt x="115" y="220"/>
                </a:cubicBezTo>
                <a:cubicBezTo>
                  <a:pt x="82" y="216"/>
                  <a:pt x="57" y="211"/>
                  <a:pt x="39" y="204"/>
                </a:cubicBezTo>
                <a:cubicBezTo>
                  <a:pt x="28" y="201"/>
                  <a:pt x="18" y="196"/>
                  <a:pt x="11" y="186"/>
                </a:cubicBezTo>
                <a:cubicBezTo>
                  <a:pt x="4" y="177"/>
                  <a:pt x="0" y="167"/>
                  <a:pt x="0" y="155"/>
                </a:cubicBezTo>
                <a:cubicBezTo>
                  <a:pt x="0" y="141"/>
                  <a:pt x="5" y="129"/>
                  <a:pt x="15" y="120"/>
                </a:cubicBezTo>
                <a:cubicBezTo>
                  <a:pt x="25" y="110"/>
                  <a:pt x="37" y="105"/>
                  <a:pt x="51" y="105"/>
                </a:cubicBezTo>
                <a:cubicBezTo>
                  <a:pt x="60" y="105"/>
                  <a:pt x="68" y="107"/>
                  <a:pt x="75" y="111"/>
                </a:cubicBezTo>
                <a:cubicBezTo>
                  <a:pt x="77" y="112"/>
                  <a:pt x="77" y="112"/>
                  <a:pt x="77" y="112"/>
                </a:cubicBezTo>
                <a:cubicBezTo>
                  <a:pt x="77" y="110"/>
                  <a:pt x="77" y="110"/>
                  <a:pt x="77" y="110"/>
                </a:cubicBezTo>
                <a:cubicBezTo>
                  <a:pt x="76" y="104"/>
                  <a:pt x="75" y="99"/>
                  <a:pt x="75" y="94"/>
                </a:cubicBezTo>
                <a:cubicBezTo>
                  <a:pt x="75" y="68"/>
                  <a:pt x="85" y="46"/>
                  <a:pt x="103" y="27"/>
                </a:cubicBezTo>
                <a:cubicBezTo>
                  <a:pt x="121" y="9"/>
                  <a:pt x="144" y="0"/>
                  <a:pt x="170" y="0"/>
                </a:cubicBezTo>
                <a:cubicBezTo>
                  <a:pt x="192" y="0"/>
                  <a:pt x="211" y="7"/>
                  <a:pt x="228" y="20"/>
                </a:cubicBezTo>
                <a:cubicBezTo>
                  <a:pt x="245" y="34"/>
                  <a:pt x="256" y="51"/>
                  <a:pt x="261" y="72"/>
                </a:cubicBezTo>
                <a:cubicBezTo>
                  <a:pt x="261" y="74"/>
                  <a:pt x="261" y="74"/>
                  <a:pt x="261" y="74"/>
                </a:cubicBezTo>
                <a:cubicBezTo>
                  <a:pt x="263" y="72"/>
                  <a:pt x="263" y="72"/>
                  <a:pt x="263" y="72"/>
                </a:cubicBezTo>
                <a:cubicBezTo>
                  <a:pt x="269" y="65"/>
                  <a:pt x="277" y="58"/>
                  <a:pt x="287" y="54"/>
                </a:cubicBezTo>
                <a:cubicBezTo>
                  <a:pt x="296" y="49"/>
                  <a:pt x="306" y="47"/>
                  <a:pt x="317" y="47"/>
                </a:cubicBezTo>
                <a:cubicBezTo>
                  <a:pt x="337" y="47"/>
                  <a:pt x="354" y="54"/>
                  <a:pt x="368" y="68"/>
                </a:cubicBezTo>
                <a:moveTo>
                  <a:pt x="207" y="354"/>
                </a:moveTo>
                <a:cubicBezTo>
                  <a:pt x="208" y="354"/>
                  <a:pt x="208" y="354"/>
                  <a:pt x="208" y="354"/>
                </a:cubicBezTo>
                <a:cubicBezTo>
                  <a:pt x="210" y="355"/>
                  <a:pt x="211" y="356"/>
                  <a:pt x="210" y="358"/>
                </a:cubicBezTo>
                <a:cubicBezTo>
                  <a:pt x="206" y="377"/>
                  <a:pt x="206" y="377"/>
                  <a:pt x="206" y="377"/>
                </a:cubicBezTo>
                <a:cubicBezTo>
                  <a:pt x="225" y="365"/>
                  <a:pt x="225" y="365"/>
                  <a:pt x="225" y="365"/>
                </a:cubicBezTo>
                <a:cubicBezTo>
                  <a:pt x="227" y="364"/>
                  <a:pt x="227" y="364"/>
                  <a:pt x="227" y="364"/>
                </a:cubicBezTo>
                <a:cubicBezTo>
                  <a:pt x="228" y="364"/>
                  <a:pt x="230" y="365"/>
                  <a:pt x="230" y="366"/>
                </a:cubicBezTo>
                <a:cubicBezTo>
                  <a:pt x="231" y="367"/>
                  <a:pt x="231" y="368"/>
                  <a:pt x="231" y="369"/>
                </a:cubicBezTo>
                <a:cubicBezTo>
                  <a:pt x="229" y="371"/>
                  <a:pt x="229" y="371"/>
                  <a:pt x="229" y="371"/>
                </a:cubicBezTo>
                <a:cubicBezTo>
                  <a:pt x="204" y="388"/>
                  <a:pt x="204" y="388"/>
                  <a:pt x="204" y="388"/>
                </a:cubicBezTo>
                <a:cubicBezTo>
                  <a:pt x="202" y="394"/>
                  <a:pt x="202" y="394"/>
                  <a:pt x="202" y="394"/>
                </a:cubicBezTo>
                <a:cubicBezTo>
                  <a:pt x="208" y="390"/>
                  <a:pt x="208" y="390"/>
                  <a:pt x="208" y="390"/>
                </a:cubicBezTo>
                <a:cubicBezTo>
                  <a:pt x="210" y="390"/>
                  <a:pt x="210" y="390"/>
                  <a:pt x="210" y="390"/>
                </a:cubicBezTo>
                <a:cubicBezTo>
                  <a:pt x="213" y="392"/>
                  <a:pt x="213" y="392"/>
                  <a:pt x="213" y="392"/>
                </a:cubicBezTo>
                <a:cubicBezTo>
                  <a:pt x="214" y="394"/>
                  <a:pt x="214" y="395"/>
                  <a:pt x="212" y="397"/>
                </a:cubicBezTo>
                <a:cubicBezTo>
                  <a:pt x="200" y="404"/>
                  <a:pt x="200" y="404"/>
                  <a:pt x="200" y="404"/>
                </a:cubicBezTo>
                <a:cubicBezTo>
                  <a:pt x="197" y="418"/>
                  <a:pt x="197" y="418"/>
                  <a:pt x="197" y="418"/>
                </a:cubicBezTo>
                <a:cubicBezTo>
                  <a:pt x="211" y="414"/>
                  <a:pt x="211" y="414"/>
                  <a:pt x="211" y="414"/>
                </a:cubicBezTo>
                <a:cubicBezTo>
                  <a:pt x="217" y="402"/>
                  <a:pt x="217" y="402"/>
                  <a:pt x="217" y="402"/>
                </a:cubicBezTo>
                <a:cubicBezTo>
                  <a:pt x="218" y="401"/>
                  <a:pt x="219" y="400"/>
                  <a:pt x="220" y="400"/>
                </a:cubicBezTo>
                <a:cubicBezTo>
                  <a:pt x="222" y="400"/>
                  <a:pt x="222" y="400"/>
                  <a:pt x="222" y="400"/>
                </a:cubicBezTo>
                <a:cubicBezTo>
                  <a:pt x="224" y="402"/>
                  <a:pt x="224" y="402"/>
                  <a:pt x="224" y="402"/>
                </a:cubicBezTo>
                <a:cubicBezTo>
                  <a:pt x="223" y="405"/>
                  <a:pt x="223" y="405"/>
                  <a:pt x="223" y="405"/>
                </a:cubicBezTo>
                <a:cubicBezTo>
                  <a:pt x="221" y="411"/>
                  <a:pt x="221" y="411"/>
                  <a:pt x="221" y="411"/>
                </a:cubicBezTo>
                <a:cubicBezTo>
                  <a:pt x="227" y="409"/>
                  <a:pt x="227" y="409"/>
                  <a:pt x="227" y="409"/>
                </a:cubicBezTo>
                <a:cubicBezTo>
                  <a:pt x="241" y="382"/>
                  <a:pt x="241" y="382"/>
                  <a:pt x="241" y="382"/>
                </a:cubicBezTo>
                <a:cubicBezTo>
                  <a:pt x="241" y="381"/>
                  <a:pt x="243" y="380"/>
                  <a:pt x="244" y="380"/>
                </a:cubicBezTo>
                <a:cubicBezTo>
                  <a:pt x="246" y="381"/>
                  <a:pt x="246" y="381"/>
                  <a:pt x="246" y="381"/>
                </a:cubicBezTo>
                <a:cubicBezTo>
                  <a:pt x="247" y="381"/>
                  <a:pt x="247" y="382"/>
                  <a:pt x="248" y="383"/>
                </a:cubicBezTo>
                <a:cubicBezTo>
                  <a:pt x="247" y="386"/>
                  <a:pt x="247" y="386"/>
                  <a:pt x="247" y="386"/>
                </a:cubicBezTo>
                <a:cubicBezTo>
                  <a:pt x="237" y="406"/>
                  <a:pt x="237" y="406"/>
                  <a:pt x="237" y="406"/>
                </a:cubicBezTo>
                <a:cubicBezTo>
                  <a:pt x="255" y="400"/>
                  <a:pt x="255" y="400"/>
                  <a:pt x="255" y="400"/>
                </a:cubicBezTo>
                <a:cubicBezTo>
                  <a:pt x="256" y="400"/>
                  <a:pt x="256" y="400"/>
                  <a:pt x="256" y="400"/>
                </a:cubicBezTo>
                <a:cubicBezTo>
                  <a:pt x="258" y="400"/>
                  <a:pt x="259" y="400"/>
                  <a:pt x="259" y="402"/>
                </a:cubicBezTo>
                <a:cubicBezTo>
                  <a:pt x="260" y="404"/>
                  <a:pt x="259" y="406"/>
                  <a:pt x="257" y="406"/>
                </a:cubicBezTo>
                <a:cubicBezTo>
                  <a:pt x="239" y="412"/>
                  <a:pt x="239" y="412"/>
                  <a:pt x="239" y="412"/>
                </a:cubicBezTo>
                <a:cubicBezTo>
                  <a:pt x="259" y="422"/>
                  <a:pt x="259" y="422"/>
                  <a:pt x="259" y="422"/>
                </a:cubicBezTo>
                <a:cubicBezTo>
                  <a:pt x="261" y="425"/>
                  <a:pt x="261" y="425"/>
                  <a:pt x="261" y="425"/>
                </a:cubicBezTo>
                <a:cubicBezTo>
                  <a:pt x="260" y="427"/>
                  <a:pt x="260" y="427"/>
                  <a:pt x="260" y="427"/>
                </a:cubicBezTo>
                <a:cubicBezTo>
                  <a:pt x="260" y="429"/>
                  <a:pt x="259" y="429"/>
                  <a:pt x="257" y="429"/>
                </a:cubicBezTo>
                <a:cubicBezTo>
                  <a:pt x="255" y="429"/>
                  <a:pt x="255" y="429"/>
                  <a:pt x="255" y="429"/>
                </a:cubicBezTo>
                <a:cubicBezTo>
                  <a:pt x="229" y="415"/>
                  <a:pt x="229" y="415"/>
                  <a:pt x="229" y="415"/>
                </a:cubicBezTo>
                <a:cubicBezTo>
                  <a:pt x="223" y="417"/>
                  <a:pt x="223" y="417"/>
                  <a:pt x="223" y="417"/>
                </a:cubicBezTo>
                <a:cubicBezTo>
                  <a:pt x="228" y="420"/>
                  <a:pt x="228" y="420"/>
                  <a:pt x="228" y="420"/>
                </a:cubicBezTo>
                <a:cubicBezTo>
                  <a:pt x="230" y="422"/>
                  <a:pt x="230" y="422"/>
                  <a:pt x="230" y="422"/>
                </a:cubicBezTo>
                <a:cubicBezTo>
                  <a:pt x="230" y="425"/>
                  <a:pt x="230" y="425"/>
                  <a:pt x="230" y="425"/>
                </a:cubicBezTo>
                <a:cubicBezTo>
                  <a:pt x="229" y="426"/>
                  <a:pt x="228" y="427"/>
                  <a:pt x="227" y="427"/>
                </a:cubicBezTo>
                <a:cubicBezTo>
                  <a:pt x="225" y="427"/>
                  <a:pt x="225" y="427"/>
                  <a:pt x="225" y="427"/>
                </a:cubicBezTo>
                <a:cubicBezTo>
                  <a:pt x="213" y="420"/>
                  <a:pt x="213" y="420"/>
                  <a:pt x="213" y="420"/>
                </a:cubicBezTo>
                <a:cubicBezTo>
                  <a:pt x="199" y="425"/>
                  <a:pt x="199" y="425"/>
                  <a:pt x="199" y="425"/>
                </a:cubicBezTo>
                <a:cubicBezTo>
                  <a:pt x="209" y="435"/>
                  <a:pt x="209" y="435"/>
                  <a:pt x="209" y="435"/>
                </a:cubicBezTo>
                <a:cubicBezTo>
                  <a:pt x="223" y="434"/>
                  <a:pt x="223" y="434"/>
                  <a:pt x="223" y="434"/>
                </a:cubicBezTo>
                <a:cubicBezTo>
                  <a:pt x="224" y="434"/>
                  <a:pt x="225" y="434"/>
                  <a:pt x="226" y="435"/>
                </a:cubicBezTo>
                <a:cubicBezTo>
                  <a:pt x="227" y="438"/>
                  <a:pt x="227" y="438"/>
                  <a:pt x="227" y="438"/>
                </a:cubicBezTo>
                <a:cubicBezTo>
                  <a:pt x="226" y="440"/>
                  <a:pt x="226" y="440"/>
                  <a:pt x="226" y="440"/>
                </a:cubicBezTo>
                <a:cubicBezTo>
                  <a:pt x="225" y="441"/>
                  <a:pt x="224" y="441"/>
                  <a:pt x="223" y="441"/>
                </a:cubicBezTo>
                <a:cubicBezTo>
                  <a:pt x="217" y="442"/>
                  <a:pt x="217" y="442"/>
                  <a:pt x="217" y="442"/>
                </a:cubicBezTo>
                <a:cubicBezTo>
                  <a:pt x="222" y="446"/>
                  <a:pt x="222" y="446"/>
                  <a:pt x="222" y="446"/>
                </a:cubicBezTo>
                <a:cubicBezTo>
                  <a:pt x="252" y="445"/>
                  <a:pt x="252" y="445"/>
                  <a:pt x="252" y="445"/>
                </a:cubicBezTo>
                <a:cubicBezTo>
                  <a:pt x="252" y="445"/>
                  <a:pt x="252" y="445"/>
                  <a:pt x="252" y="445"/>
                </a:cubicBezTo>
                <a:cubicBezTo>
                  <a:pt x="254" y="445"/>
                  <a:pt x="256" y="446"/>
                  <a:pt x="256" y="448"/>
                </a:cubicBezTo>
                <a:cubicBezTo>
                  <a:pt x="256" y="451"/>
                  <a:pt x="254" y="452"/>
                  <a:pt x="252" y="452"/>
                </a:cubicBezTo>
                <a:cubicBezTo>
                  <a:pt x="230" y="453"/>
                  <a:pt x="230" y="453"/>
                  <a:pt x="230" y="453"/>
                </a:cubicBezTo>
                <a:cubicBezTo>
                  <a:pt x="244" y="466"/>
                  <a:pt x="244" y="466"/>
                  <a:pt x="244" y="466"/>
                </a:cubicBezTo>
                <a:cubicBezTo>
                  <a:pt x="245" y="467"/>
                  <a:pt x="245" y="469"/>
                  <a:pt x="244" y="471"/>
                </a:cubicBezTo>
                <a:cubicBezTo>
                  <a:pt x="243" y="472"/>
                  <a:pt x="242" y="472"/>
                  <a:pt x="242" y="472"/>
                </a:cubicBezTo>
                <a:cubicBezTo>
                  <a:pt x="239" y="471"/>
                  <a:pt x="239" y="471"/>
                  <a:pt x="239" y="471"/>
                </a:cubicBezTo>
                <a:cubicBezTo>
                  <a:pt x="225" y="458"/>
                  <a:pt x="225" y="458"/>
                  <a:pt x="225" y="458"/>
                </a:cubicBezTo>
                <a:cubicBezTo>
                  <a:pt x="226" y="480"/>
                  <a:pt x="226" y="480"/>
                  <a:pt x="226" y="480"/>
                </a:cubicBezTo>
                <a:cubicBezTo>
                  <a:pt x="225" y="483"/>
                  <a:pt x="225" y="483"/>
                  <a:pt x="225" y="483"/>
                </a:cubicBezTo>
                <a:cubicBezTo>
                  <a:pt x="223" y="484"/>
                  <a:pt x="223" y="484"/>
                  <a:pt x="223" y="484"/>
                </a:cubicBezTo>
                <a:cubicBezTo>
                  <a:pt x="222" y="484"/>
                  <a:pt x="222" y="484"/>
                  <a:pt x="222" y="484"/>
                </a:cubicBezTo>
                <a:cubicBezTo>
                  <a:pt x="220" y="484"/>
                  <a:pt x="219" y="483"/>
                  <a:pt x="219" y="481"/>
                </a:cubicBezTo>
                <a:cubicBezTo>
                  <a:pt x="217" y="451"/>
                  <a:pt x="217" y="451"/>
                  <a:pt x="217" y="451"/>
                </a:cubicBezTo>
                <a:cubicBezTo>
                  <a:pt x="213" y="447"/>
                  <a:pt x="213" y="447"/>
                  <a:pt x="213" y="447"/>
                </a:cubicBezTo>
                <a:cubicBezTo>
                  <a:pt x="213" y="453"/>
                  <a:pt x="213" y="453"/>
                  <a:pt x="213" y="453"/>
                </a:cubicBezTo>
                <a:cubicBezTo>
                  <a:pt x="213" y="455"/>
                  <a:pt x="212" y="457"/>
                  <a:pt x="209" y="457"/>
                </a:cubicBezTo>
                <a:cubicBezTo>
                  <a:pt x="209" y="457"/>
                  <a:pt x="209" y="457"/>
                  <a:pt x="209" y="457"/>
                </a:cubicBezTo>
                <a:cubicBezTo>
                  <a:pt x="207" y="457"/>
                  <a:pt x="206" y="455"/>
                  <a:pt x="205" y="453"/>
                </a:cubicBezTo>
                <a:cubicBezTo>
                  <a:pt x="205" y="440"/>
                  <a:pt x="205" y="440"/>
                  <a:pt x="205" y="440"/>
                </a:cubicBezTo>
                <a:cubicBezTo>
                  <a:pt x="194" y="429"/>
                  <a:pt x="194" y="429"/>
                  <a:pt x="194" y="429"/>
                </a:cubicBezTo>
                <a:cubicBezTo>
                  <a:pt x="191" y="444"/>
                  <a:pt x="191" y="444"/>
                  <a:pt x="191" y="444"/>
                </a:cubicBezTo>
                <a:cubicBezTo>
                  <a:pt x="198" y="455"/>
                  <a:pt x="198" y="455"/>
                  <a:pt x="198" y="455"/>
                </a:cubicBezTo>
                <a:cubicBezTo>
                  <a:pt x="200" y="457"/>
                  <a:pt x="199" y="459"/>
                  <a:pt x="197" y="460"/>
                </a:cubicBezTo>
                <a:cubicBezTo>
                  <a:pt x="195" y="461"/>
                  <a:pt x="195" y="461"/>
                  <a:pt x="195" y="461"/>
                </a:cubicBezTo>
                <a:cubicBezTo>
                  <a:pt x="194" y="461"/>
                  <a:pt x="193" y="460"/>
                  <a:pt x="192" y="459"/>
                </a:cubicBezTo>
                <a:cubicBezTo>
                  <a:pt x="189" y="454"/>
                  <a:pt x="189" y="454"/>
                  <a:pt x="189" y="454"/>
                </a:cubicBezTo>
                <a:cubicBezTo>
                  <a:pt x="187" y="460"/>
                  <a:pt x="187" y="460"/>
                  <a:pt x="187" y="460"/>
                </a:cubicBezTo>
                <a:cubicBezTo>
                  <a:pt x="203" y="486"/>
                  <a:pt x="203" y="486"/>
                  <a:pt x="203" y="486"/>
                </a:cubicBezTo>
                <a:cubicBezTo>
                  <a:pt x="204" y="486"/>
                  <a:pt x="204" y="487"/>
                  <a:pt x="204" y="488"/>
                </a:cubicBezTo>
                <a:cubicBezTo>
                  <a:pt x="202" y="491"/>
                  <a:pt x="202" y="491"/>
                  <a:pt x="202" y="491"/>
                </a:cubicBezTo>
                <a:cubicBezTo>
                  <a:pt x="200" y="491"/>
                  <a:pt x="200" y="491"/>
                  <a:pt x="200" y="491"/>
                </a:cubicBezTo>
                <a:cubicBezTo>
                  <a:pt x="199" y="491"/>
                  <a:pt x="198" y="490"/>
                  <a:pt x="197" y="489"/>
                </a:cubicBezTo>
                <a:cubicBezTo>
                  <a:pt x="185" y="470"/>
                  <a:pt x="185" y="470"/>
                  <a:pt x="185" y="470"/>
                </a:cubicBezTo>
                <a:cubicBezTo>
                  <a:pt x="181" y="489"/>
                  <a:pt x="181" y="489"/>
                  <a:pt x="181" y="489"/>
                </a:cubicBezTo>
                <a:cubicBezTo>
                  <a:pt x="180" y="491"/>
                  <a:pt x="179" y="492"/>
                  <a:pt x="178" y="492"/>
                </a:cubicBezTo>
                <a:cubicBezTo>
                  <a:pt x="177" y="492"/>
                  <a:pt x="177" y="492"/>
                  <a:pt x="177" y="492"/>
                </a:cubicBezTo>
                <a:cubicBezTo>
                  <a:pt x="175" y="491"/>
                  <a:pt x="174" y="490"/>
                  <a:pt x="174" y="488"/>
                </a:cubicBezTo>
                <a:cubicBezTo>
                  <a:pt x="178" y="469"/>
                  <a:pt x="178" y="469"/>
                  <a:pt x="178" y="469"/>
                </a:cubicBezTo>
                <a:cubicBezTo>
                  <a:pt x="159" y="481"/>
                  <a:pt x="159" y="481"/>
                  <a:pt x="159" y="481"/>
                </a:cubicBezTo>
                <a:cubicBezTo>
                  <a:pt x="159" y="482"/>
                  <a:pt x="158" y="482"/>
                  <a:pt x="158" y="482"/>
                </a:cubicBezTo>
                <a:cubicBezTo>
                  <a:pt x="156" y="482"/>
                  <a:pt x="155" y="481"/>
                  <a:pt x="154" y="480"/>
                </a:cubicBezTo>
                <a:cubicBezTo>
                  <a:pt x="154" y="479"/>
                  <a:pt x="154" y="478"/>
                  <a:pt x="154" y="477"/>
                </a:cubicBezTo>
                <a:cubicBezTo>
                  <a:pt x="154" y="476"/>
                  <a:pt x="155" y="475"/>
                  <a:pt x="156" y="475"/>
                </a:cubicBezTo>
                <a:cubicBezTo>
                  <a:pt x="181" y="459"/>
                  <a:pt x="181" y="459"/>
                  <a:pt x="181" y="459"/>
                </a:cubicBezTo>
                <a:cubicBezTo>
                  <a:pt x="182" y="453"/>
                  <a:pt x="182" y="453"/>
                  <a:pt x="182" y="453"/>
                </a:cubicBezTo>
                <a:cubicBezTo>
                  <a:pt x="177" y="456"/>
                  <a:pt x="177" y="456"/>
                  <a:pt x="177" y="456"/>
                </a:cubicBezTo>
                <a:cubicBezTo>
                  <a:pt x="175" y="456"/>
                  <a:pt x="175" y="456"/>
                  <a:pt x="175" y="456"/>
                </a:cubicBezTo>
                <a:cubicBezTo>
                  <a:pt x="174" y="456"/>
                  <a:pt x="173" y="456"/>
                  <a:pt x="172" y="455"/>
                </a:cubicBezTo>
                <a:cubicBezTo>
                  <a:pt x="171" y="453"/>
                  <a:pt x="171" y="451"/>
                  <a:pt x="173" y="450"/>
                </a:cubicBezTo>
                <a:cubicBezTo>
                  <a:pt x="184" y="442"/>
                  <a:pt x="184" y="442"/>
                  <a:pt x="184" y="442"/>
                </a:cubicBezTo>
                <a:cubicBezTo>
                  <a:pt x="187" y="428"/>
                  <a:pt x="187" y="428"/>
                  <a:pt x="187" y="428"/>
                </a:cubicBezTo>
                <a:cubicBezTo>
                  <a:pt x="174" y="432"/>
                  <a:pt x="174" y="432"/>
                  <a:pt x="174" y="432"/>
                </a:cubicBezTo>
                <a:cubicBezTo>
                  <a:pt x="168" y="444"/>
                  <a:pt x="168" y="444"/>
                  <a:pt x="168" y="444"/>
                </a:cubicBezTo>
                <a:cubicBezTo>
                  <a:pt x="164" y="446"/>
                  <a:pt x="164" y="446"/>
                  <a:pt x="164" y="446"/>
                </a:cubicBezTo>
                <a:cubicBezTo>
                  <a:pt x="162" y="446"/>
                  <a:pt x="162" y="446"/>
                  <a:pt x="162" y="446"/>
                </a:cubicBezTo>
                <a:cubicBezTo>
                  <a:pt x="160" y="445"/>
                  <a:pt x="160" y="443"/>
                  <a:pt x="161" y="441"/>
                </a:cubicBezTo>
                <a:cubicBezTo>
                  <a:pt x="164" y="435"/>
                  <a:pt x="164" y="435"/>
                  <a:pt x="164" y="435"/>
                </a:cubicBezTo>
                <a:cubicBezTo>
                  <a:pt x="158" y="437"/>
                  <a:pt x="158" y="437"/>
                  <a:pt x="158" y="437"/>
                </a:cubicBezTo>
                <a:cubicBezTo>
                  <a:pt x="144" y="464"/>
                  <a:pt x="144" y="464"/>
                  <a:pt x="144" y="464"/>
                </a:cubicBezTo>
                <a:cubicBezTo>
                  <a:pt x="143" y="465"/>
                  <a:pt x="142" y="466"/>
                  <a:pt x="140" y="466"/>
                </a:cubicBezTo>
                <a:cubicBezTo>
                  <a:pt x="139" y="465"/>
                  <a:pt x="139" y="465"/>
                  <a:pt x="139" y="465"/>
                </a:cubicBezTo>
                <a:cubicBezTo>
                  <a:pt x="138" y="465"/>
                  <a:pt x="137" y="464"/>
                  <a:pt x="137" y="463"/>
                </a:cubicBezTo>
                <a:cubicBezTo>
                  <a:pt x="137" y="462"/>
                  <a:pt x="137" y="461"/>
                  <a:pt x="137" y="461"/>
                </a:cubicBezTo>
                <a:cubicBezTo>
                  <a:pt x="148" y="440"/>
                  <a:pt x="148" y="440"/>
                  <a:pt x="148" y="440"/>
                </a:cubicBezTo>
                <a:cubicBezTo>
                  <a:pt x="129" y="446"/>
                  <a:pt x="129" y="446"/>
                  <a:pt x="129" y="446"/>
                </a:cubicBezTo>
                <a:cubicBezTo>
                  <a:pt x="128" y="446"/>
                  <a:pt x="128" y="446"/>
                  <a:pt x="128" y="446"/>
                </a:cubicBezTo>
                <a:cubicBezTo>
                  <a:pt x="127" y="446"/>
                  <a:pt x="126" y="446"/>
                  <a:pt x="125" y="444"/>
                </a:cubicBezTo>
                <a:cubicBezTo>
                  <a:pt x="124" y="442"/>
                  <a:pt x="125" y="441"/>
                  <a:pt x="127" y="440"/>
                </a:cubicBezTo>
                <a:cubicBezTo>
                  <a:pt x="146" y="434"/>
                  <a:pt x="146" y="434"/>
                  <a:pt x="146" y="434"/>
                </a:cubicBezTo>
                <a:cubicBezTo>
                  <a:pt x="126" y="424"/>
                  <a:pt x="126" y="424"/>
                  <a:pt x="126" y="424"/>
                </a:cubicBezTo>
                <a:cubicBezTo>
                  <a:pt x="124" y="422"/>
                  <a:pt x="124" y="422"/>
                  <a:pt x="124" y="422"/>
                </a:cubicBezTo>
                <a:cubicBezTo>
                  <a:pt x="124" y="421"/>
                  <a:pt x="124" y="420"/>
                  <a:pt x="124" y="419"/>
                </a:cubicBezTo>
                <a:cubicBezTo>
                  <a:pt x="125" y="417"/>
                  <a:pt x="126" y="417"/>
                  <a:pt x="127" y="417"/>
                </a:cubicBezTo>
                <a:cubicBezTo>
                  <a:pt x="129" y="417"/>
                  <a:pt x="129" y="417"/>
                  <a:pt x="129" y="417"/>
                </a:cubicBezTo>
                <a:cubicBezTo>
                  <a:pt x="156" y="431"/>
                  <a:pt x="156" y="431"/>
                  <a:pt x="156" y="431"/>
                </a:cubicBezTo>
                <a:cubicBezTo>
                  <a:pt x="162" y="429"/>
                  <a:pt x="162" y="429"/>
                  <a:pt x="162" y="429"/>
                </a:cubicBezTo>
                <a:cubicBezTo>
                  <a:pt x="156" y="426"/>
                  <a:pt x="156" y="426"/>
                  <a:pt x="156" y="426"/>
                </a:cubicBezTo>
                <a:cubicBezTo>
                  <a:pt x="155" y="424"/>
                  <a:pt x="155" y="424"/>
                  <a:pt x="155" y="424"/>
                </a:cubicBezTo>
                <a:cubicBezTo>
                  <a:pt x="154" y="423"/>
                  <a:pt x="154" y="422"/>
                  <a:pt x="155" y="421"/>
                </a:cubicBezTo>
                <a:cubicBezTo>
                  <a:pt x="155" y="420"/>
                  <a:pt x="156" y="419"/>
                  <a:pt x="158" y="419"/>
                </a:cubicBezTo>
                <a:cubicBezTo>
                  <a:pt x="160" y="420"/>
                  <a:pt x="160" y="420"/>
                  <a:pt x="160" y="420"/>
                </a:cubicBezTo>
                <a:cubicBezTo>
                  <a:pt x="172" y="426"/>
                  <a:pt x="172" y="426"/>
                  <a:pt x="172" y="426"/>
                </a:cubicBezTo>
                <a:cubicBezTo>
                  <a:pt x="186" y="421"/>
                  <a:pt x="186" y="421"/>
                  <a:pt x="186" y="421"/>
                </a:cubicBezTo>
                <a:cubicBezTo>
                  <a:pt x="175" y="411"/>
                  <a:pt x="175" y="411"/>
                  <a:pt x="175" y="411"/>
                </a:cubicBezTo>
                <a:cubicBezTo>
                  <a:pt x="162" y="412"/>
                  <a:pt x="162" y="412"/>
                  <a:pt x="162" y="412"/>
                </a:cubicBezTo>
                <a:cubicBezTo>
                  <a:pt x="161" y="412"/>
                  <a:pt x="161" y="412"/>
                  <a:pt x="161" y="412"/>
                </a:cubicBezTo>
                <a:cubicBezTo>
                  <a:pt x="159" y="411"/>
                  <a:pt x="159" y="411"/>
                  <a:pt x="159" y="411"/>
                </a:cubicBezTo>
                <a:cubicBezTo>
                  <a:pt x="158" y="410"/>
                  <a:pt x="158" y="410"/>
                  <a:pt x="158" y="409"/>
                </a:cubicBezTo>
                <a:cubicBezTo>
                  <a:pt x="157" y="406"/>
                  <a:pt x="159" y="405"/>
                  <a:pt x="161" y="405"/>
                </a:cubicBezTo>
                <a:cubicBezTo>
                  <a:pt x="168" y="405"/>
                  <a:pt x="168" y="405"/>
                  <a:pt x="168" y="405"/>
                </a:cubicBezTo>
                <a:cubicBezTo>
                  <a:pt x="163" y="400"/>
                  <a:pt x="163" y="400"/>
                  <a:pt x="163" y="400"/>
                </a:cubicBezTo>
                <a:cubicBezTo>
                  <a:pt x="133" y="402"/>
                  <a:pt x="133" y="402"/>
                  <a:pt x="133" y="402"/>
                </a:cubicBezTo>
                <a:cubicBezTo>
                  <a:pt x="130" y="401"/>
                  <a:pt x="130" y="401"/>
                  <a:pt x="130" y="401"/>
                </a:cubicBezTo>
                <a:cubicBezTo>
                  <a:pt x="129" y="400"/>
                  <a:pt x="129" y="399"/>
                  <a:pt x="129" y="398"/>
                </a:cubicBezTo>
                <a:cubicBezTo>
                  <a:pt x="129" y="395"/>
                  <a:pt x="130" y="394"/>
                  <a:pt x="132" y="394"/>
                </a:cubicBezTo>
                <a:cubicBezTo>
                  <a:pt x="155" y="393"/>
                  <a:pt x="155" y="393"/>
                  <a:pt x="155" y="393"/>
                </a:cubicBezTo>
                <a:cubicBezTo>
                  <a:pt x="141" y="380"/>
                  <a:pt x="141" y="380"/>
                  <a:pt x="141" y="380"/>
                </a:cubicBezTo>
                <a:cubicBezTo>
                  <a:pt x="139" y="379"/>
                  <a:pt x="139" y="377"/>
                  <a:pt x="140" y="375"/>
                </a:cubicBezTo>
                <a:cubicBezTo>
                  <a:pt x="141" y="375"/>
                  <a:pt x="142" y="374"/>
                  <a:pt x="143" y="374"/>
                </a:cubicBezTo>
                <a:cubicBezTo>
                  <a:pt x="145" y="375"/>
                  <a:pt x="145" y="375"/>
                  <a:pt x="145" y="375"/>
                </a:cubicBezTo>
                <a:cubicBezTo>
                  <a:pt x="159" y="388"/>
                  <a:pt x="159" y="388"/>
                  <a:pt x="159" y="388"/>
                </a:cubicBezTo>
                <a:cubicBezTo>
                  <a:pt x="158" y="366"/>
                  <a:pt x="158" y="366"/>
                  <a:pt x="158" y="366"/>
                </a:cubicBezTo>
                <a:cubicBezTo>
                  <a:pt x="158" y="363"/>
                  <a:pt x="159" y="362"/>
                  <a:pt x="162" y="362"/>
                </a:cubicBezTo>
                <a:cubicBezTo>
                  <a:pt x="162" y="362"/>
                  <a:pt x="162" y="362"/>
                  <a:pt x="162" y="362"/>
                </a:cubicBezTo>
                <a:cubicBezTo>
                  <a:pt x="164" y="362"/>
                  <a:pt x="166" y="363"/>
                  <a:pt x="166" y="366"/>
                </a:cubicBezTo>
                <a:cubicBezTo>
                  <a:pt x="167" y="395"/>
                  <a:pt x="167" y="395"/>
                  <a:pt x="167" y="395"/>
                </a:cubicBezTo>
                <a:cubicBezTo>
                  <a:pt x="172" y="400"/>
                  <a:pt x="172" y="400"/>
                  <a:pt x="172" y="400"/>
                </a:cubicBezTo>
                <a:cubicBezTo>
                  <a:pt x="172" y="394"/>
                  <a:pt x="172" y="394"/>
                  <a:pt x="172" y="394"/>
                </a:cubicBezTo>
                <a:cubicBezTo>
                  <a:pt x="172" y="391"/>
                  <a:pt x="173" y="390"/>
                  <a:pt x="175" y="390"/>
                </a:cubicBezTo>
                <a:cubicBezTo>
                  <a:pt x="175" y="390"/>
                  <a:pt x="175" y="390"/>
                  <a:pt x="175" y="390"/>
                </a:cubicBezTo>
                <a:cubicBezTo>
                  <a:pt x="178" y="390"/>
                  <a:pt x="179" y="391"/>
                  <a:pt x="179" y="393"/>
                </a:cubicBezTo>
                <a:cubicBezTo>
                  <a:pt x="180" y="407"/>
                  <a:pt x="180" y="407"/>
                  <a:pt x="180" y="407"/>
                </a:cubicBezTo>
                <a:cubicBezTo>
                  <a:pt x="191" y="417"/>
                  <a:pt x="191" y="417"/>
                  <a:pt x="191" y="417"/>
                </a:cubicBezTo>
                <a:cubicBezTo>
                  <a:pt x="194" y="402"/>
                  <a:pt x="194" y="402"/>
                  <a:pt x="194" y="402"/>
                </a:cubicBezTo>
                <a:cubicBezTo>
                  <a:pt x="186" y="391"/>
                  <a:pt x="186" y="391"/>
                  <a:pt x="186" y="391"/>
                </a:cubicBezTo>
                <a:cubicBezTo>
                  <a:pt x="186" y="390"/>
                  <a:pt x="186" y="389"/>
                  <a:pt x="186" y="388"/>
                </a:cubicBezTo>
                <a:cubicBezTo>
                  <a:pt x="186" y="387"/>
                  <a:pt x="187" y="387"/>
                  <a:pt x="187" y="386"/>
                </a:cubicBezTo>
                <a:cubicBezTo>
                  <a:pt x="189" y="385"/>
                  <a:pt x="189" y="385"/>
                  <a:pt x="189" y="385"/>
                </a:cubicBezTo>
                <a:cubicBezTo>
                  <a:pt x="191" y="385"/>
                  <a:pt x="192" y="386"/>
                  <a:pt x="193" y="387"/>
                </a:cubicBezTo>
                <a:cubicBezTo>
                  <a:pt x="196" y="392"/>
                  <a:pt x="196" y="392"/>
                  <a:pt x="196" y="392"/>
                </a:cubicBezTo>
                <a:cubicBezTo>
                  <a:pt x="197" y="386"/>
                  <a:pt x="197" y="386"/>
                  <a:pt x="197" y="386"/>
                </a:cubicBezTo>
                <a:cubicBezTo>
                  <a:pt x="181" y="361"/>
                  <a:pt x="181" y="361"/>
                  <a:pt x="181" y="361"/>
                </a:cubicBezTo>
                <a:cubicBezTo>
                  <a:pt x="181" y="360"/>
                  <a:pt x="180" y="359"/>
                  <a:pt x="181" y="358"/>
                </a:cubicBezTo>
                <a:cubicBezTo>
                  <a:pt x="181" y="357"/>
                  <a:pt x="181" y="356"/>
                  <a:pt x="182" y="356"/>
                </a:cubicBezTo>
                <a:cubicBezTo>
                  <a:pt x="184" y="355"/>
                  <a:pt x="184" y="355"/>
                  <a:pt x="184" y="355"/>
                </a:cubicBezTo>
                <a:cubicBezTo>
                  <a:pt x="186" y="355"/>
                  <a:pt x="187" y="356"/>
                  <a:pt x="187" y="357"/>
                </a:cubicBezTo>
                <a:cubicBezTo>
                  <a:pt x="200" y="376"/>
                  <a:pt x="200" y="376"/>
                  <a:pt x="200" y="376"/>
                </a:cubicBezTo>
                <a:cubicBezTo>
                  <a:pt x="204" y="357"/>
                  <a:pt x="204" y="357"/>
                  <a:pt x="204" y="357"/>
                </a:cubicBezTo>
                <a:cubicBezTo>
                  <a:pt x="204" y="355"/>
                  <a:pt x="205" y="354"/>
                  <a:pt x="207" y="354"/>
                </a:cubicBezTo>
                <a:moveTo>
                  <a:pt x="292" y="472"/>
                </a:moveTo>
                <a:cubicBezTo>
                  <a:pt x="294" y="472"/>
                  <a:pt x="294" y="472"/>
                  <a:pt x="294" y="472"/>
                </a:cubicBezTo>
                <a:cubicBezTo>
                  <a:pt x="303" y="480"/>
                  <a:pt x="303" y="480"/>
                  <a:pt x="303" y="480"/>
                </a:cubicBezTo>
                <a:cubicBezTo>
                  <a:pt x="302" y="466"/>
                  <a:pt x="302" y="466"/>
                  <a:pt x="302" y="466"/>
                </a:cubicBezTo>
                <a:cubicBezTo>
                  <a:pt x="302" y="465"/>
                  <a:pt x="303" y="464"/>
                  <a:pt x="305" y="464"/>
                </a:cubicBezTo>
                <a:cubicBezTo>
                  <a:pt x="306" y="464"/>
                  <a:pt x="307" y="464"/>
                  <a:pt x="307" y="466"/>
                </a:cubicBezTo>
                <a:cubicBezTo>
                  <a:pt x="308" y="485"/>
                  <a:pt x="308" y="485"/>
                  <a:pt x="308" y="485"/>
                </a:cubicBezTo>
                <a:cubicBezTo>
                  <a:pt x="311" y="488"/>
                  <a:pt x="311" y="488"/>
                  <a:pt x="311" y="488"/>
                </a:cubicBezTo>
                <a:cubicBezTo>
                  <a:pt x="311" y="484"/>
                  <a:pt x="311" y="484"/>
                  <a:pt x="311" y="484"/>
                </a:cubicBezTo>
                <a:cubicBezTo>
                  <a:pt x="311" y="482"/>
                  <a:pt x="311" y="482"/>
                  <a:pt x="313" y="481"/>
                </a:cubicBezTo>
                <a:cubicBezTo>
                  <a:pt x="313" y="481"/>
                  <a:pt x="313" y="481"/>
                  <a:pt x="313" y="481"/>
                </a:cubicBezTo>
                <a:cubicBezTo>
                  <a:pt x="315" y="481"/>
                  <a:pt x="315" y="482"/>
                  <a:pt x="315" y="484"/>
                </a:cubicBezTo>
                <a:cubicBezTo>
                  <a:pt x="316" y="492"/>
                  <a:pt x="316" y="492"/>
                  <a:pt x="316" y="492"/>
                </a:cubicBezTo>
                <a:cubicBezTo>
                  <a:pt x="323" y="499"/>
                  <a:pt x="323" y="499"/>
                  <a:pt x="323" y="499"/>
                </a:cubicBezTo>
                <a:cubicBezTo>
                  <a:pt x="325" y="490"/>
                  <a:pt x="325" y="490"/>
                  <a:pt x="325" y="490"/>
                </a:cubicBezTo>
                <a:cubicBezTo>
                  <a:pt x="320" y="482"/>
                  <a:pt x="320" y="482"/>
                  <a:pt x="320" y="482"/>
                </a:cubicBezTo>
                <a:cubicBezTo>
                  <a:pt x="320" y="481"/>
                  <a:pt x="320" y="481"/>
                  <a:pt x="320" y="481"/>
                </a:cubicBezTo>
                <a:cubicBezTo>
                  <a:pt x="320" y="480"/>
                  <a:pt x="320" y="480"/>
                  <a:pt x="321" y="479"/>
                </a:cubicBezTo>
                <a:cubicBezTo>
                  <a:pt x="322" y="479"/>
                  <a:pt x="322" y="479"/>
                  <a:pt x="322" y="479"/>
                </a:cubicBezTo>
                <a:cubicBezTo>
                  <a:pt x="323" y="479"/>
                  <a:pt x="324" y="479"/>
                  <a:pt x="324" y="480"/>
                </a:cubicBezTo>
                <a:cubicBezTo>
                  <a:pt x="326" y="483"/>
                  <a:pt x="326" y="483"/>
                  <a:pt x="326" y="483"/>
                </a:cubicBezTo>
                <a:cubicBezTo>
                  <a:pt x="327" y="479"/>
                  <a:pt x="327" y="479"/>
                  <a:pt x="327" y="479"/>
                </a:cubicBezTo>
                <a:cubicBezTo>
                  <a:pt x="317" y="463"/>
                  <a:pt x="317" y="463"/>
                  <a:pt x="317" y="463"/>
                </a:cubicBezTo>
                <a:cubicBezTo>
                  <a:pt x="316" y="461"/>
                  <a:pt x="316" y="461"/>
                  <a:pt x="316" y="461"/>
                </a:cubicBezTo>
                <a:cubicBezTo>
                  <a:pt x="318" y="460"/>
                  <a:pt x="318" y="460"/>
                  <a:pt x="318" y="460"/>
                </a:cubicBezTo>
                <a:cubicBezTo>
                  <a:pt x="319" y="459"/>
                  <a:pt x="319" y="459"/>
                  <a:pt x="319" y="459"/>
                </a:cubicBezTo>
                <a:cubicBezTo>
                  <a:pt x="320" y="459"/>
                  <a:pt x="320" y="460"/>
                  <a:pt x="321" y="460"/>
                </a:cubicBezTo>
                <a:cubicBezTo>
                  <a:pt x="329" y="472"/>
                  <a:pt x="329" y="472"/>
                  <a:pt x="329" y="472"/>
                </a:cubicBezTo>
                <a:cubicBezTo>
                  <a:pt x="331" y="461"/>
                  <a:pt x="331" y="461"/>
                  <a:pt x="331" y="461"/>
                </a:cubicBezTo>
                <a:cubicBezTo>
                  <a:pt x="332" y="459"/>
                  <a:pt x="332" y="459"/>
                  <a:pt x="333" y="459"/>
                </a:cubicBezTo>
                <a:cubicBezTo>
                  <a:pt x="334" y="459"/>
                  <a:pt x="334" y="459"/>
                  <a:pt x="334" y="459"/>
                </a:cubicBezTo>
                <a:cubicBezTo>
                  <a:pt x="335" y="459"/>
                  <a:pt x="336" y="460"/>
                  <a:pt x="335" y="462"/>
                </a:cubicBezTo>
                <a:cubicBezTo>
                  <a:pt x="333" y="473"/>
                  <a:pt x="333" y="473"/>
                  <a:pt x="333" y="473"/>
                </a:cubicBezTo>
                <a:cubicBezTo>
                  <a:pt x="345" y="466"/>
                  <a:pt x="345" y="466"/>
                  <a:pt x="345" y="466"/>
                </a:cubicBezTo>
                <a:cubicBezTo>
                  <a:pt x="346" y="465"/>
                  <a:pt x="346" y="465"/>
                  <a:pt x="346" y="465"/>
                </a:cubicBezTo>
                <a:cubicBezTo>
                  <a:pt x="347" y="465"/>
                  <a:pt x="348" y="466"/>
                  <a:pt x="348" y="466"/>
                </a:cubicBezTo>
                <a:cubicBezTo>
                  <a:pt x="349" y="468"/>
                  <a:pt x="349" y="468"/>
                  <a:pt x="349" y="468"/>
                </a:cubicBezTo>
                <a:cubicBezTo>
                  <a:pt x="347" y="470"/>
                  <a:pt x="347" y="470"/>
                  <a:pt x="347" y="470"/>
                </a:cubicBezTo>
                <a:cubicBezTo>
                  <a:pt x="331" y="480"/>
                  <a:pt x="331" y="480"/>
                  <a:pt x="331" y="480"/>
                </a:cubicBezTo>
                <a:cubicBezTo>
                  <a:pt x="331" y="484"/>
                  <a:pt x="331" y="484"/>
                  <a:pt x="331" y="484"/>
                </a:cubicBezTo>
                <a:cubicBezTo>
                  <a:pt x="334" y="482"/>
                  <a:pt x="334" y="482"/>
                  <a:pt x="334" y="482"/>
                </a:cubicBezTo>
                <a:cubicBezTo>
                  <a:pt x="335" y="482"/>
                  <a:pt x="335" y="482"/>
                  <a:pt x="335" y="482"/>
                </a:cubicBezTo>
                <a:cubicBezTo>
                  <a:pt x="336" y="482"/>
                  <a:pt x="337" y="482"/>
                  <a:pt x="337" y="483"/>
                </a:cubicBezTo>
                <a:cubicBezTo>
                  <a:pt x="338" y="484"/>
                  <a:pt x="338" y="485"/>
                  <a:pt x="336" y="486"/>
                </a:cubicBezTo>
                <a:cubicBezTo>
                  <a:pt x="329" y="491"/>
                  <a:pt x="329" y="491"/>
                  <a:pt x="329" y="491"/>
                </a:cubicBezTo>
                <a:cubicBezTo>
                  <a:pt x="327" y="500"/>
                  <a:pt x="327" y="500"/>
                  <a:pt x="327" y="500"/>
                </a:cubicBezTo>
                <a:cubicBezTo>
                  <a:pt x="336" y="497"/>
                  <a:pt x="336" y="497"/>
                  <a:pt x="336" y="497"/>
                </a:cubicBezTo>
                <a:cubicBezTo>
                  <a:pt x="340" y="489"/>
                  <a:pt x="340" y="489"/>
                  <a:pt x="340" y="489"/>
                </a:cubicBezTo>
                <a:cubicBezTo>
                  <a:pt x="340" y="489"/>
                  <a:pt x="341" y="488"/>
                  <a:pt x="342" y="488"/>
                </a:cubicBezTo>
                <a:cubicBezTo>
                  <a:pt x="343" y="488"/>
                  <a:pt x="343" y="488"/>
                  <a:pt x="343" y="488"/>
                </a:cubicBezTo>
                <a:cubicBezTo>
                  <a:pt x="344" y="490"/>
                  <a:pt x="344" y="490"/>
                  <a:pt x="344" y="490"/>
                </a:cubicBezTo>
                <a:cubicBezTo>
                  <a:pt x="344" y="492"/>
                  <a:pt x="344" y="492"/>
                  <a:pt x="344" y="492"/>
                </a:cubicBezTo>
                <a:cubicBezTo>
                  <a:pt x="342" y="495"/>
                  <a:pt x="342" y="495"/>
                  <a:pt x="342" y="495"/>
                </a:cubicBezTo>
                <a:cubicBezTo>
                  <a:pt x="346" y="494"/>
                  <a:pt x="346" y="494"/>
                  <a:pt x="346" y="494"/>
                </a:cubicBezTo>
                <a:cubicBezTo>
                  <a:pt x="355" y="477"/>
                  <a:pt x="355" y="477"/>
                  <a:pt x="355" y="477"/>
                </a:cubicBezTo>
                <a:cubicBezTo>
                  <a:pt x="355" y="476"/>
                  <a:pt x="356" y="476"/>
                  <a:pt x="357" y="476"/>
                </a:cubicBezTo>
                <a:cubicBezTo>
                  <a:pt x="358" y="476"/>
                  <a:pt x="358" y="476"/>
                  <a:pt x="358" y="476"/>
                </a:cubicBezTo>
                <a:cubicBezTo>
                  <a:pt x="359" y="477"/>
                  <a:pt x="359" y="477"/>
                  <a:pt x="359" y="477"/>
                </a:cubicBezTo>
                <a:cubicBezTo>
                  <a:pt x="359" y="479"/>
                  <a:pt x="359" y="479"/>
                  <a:pt x="359" y="479"/>
                </a:cubicBezTo>
                <a:cubicBezTo>
                  <a:pt x="353" y="492"/>
                  <a:pt x="353" y="492"/>
                  <a:pt x="353" y="492"/>
                </a:cubicBezTo>
                <a:cubicBezTo>
                  <a:pt x="365" y="488"/>
                  <a:pt x="365" y="488"/>
                  <a:pt x="365" y="488"/>
                </a:cubicBezTo>
                <a:cubicBezTo>
                  <a:pt x="366" y="488"/>
                  <a:pt x="367" y="488"/>
                  <a:pt x="367" y="489"/>
                </a:cubicBezTo>
                <a:cubicBezTo>
                  <a:pt x="367" y="491"/>
                  <a:pt x="367" y="492"/>
                  <a:pt x="366" y="492"/>
                </a:cubicBezTo>
                <a:cubicBezTo>
                  <a:pt x="354" y="496"/>
                  <a:pt x="354" y="496"/>
                  <a:pt x="354" y="496"/>
                </a:cubicBezTo>
                <a:cubicBezTo>
                  <a:pt x="367" y="502"/>
                  <a:pt x="367" y="502"/>
                  <a:pt x="367" y="502"/>
                </a:cubicBezTo>
                <a:cubicBezTo>
                  <a:pt x="368" y="504"/>
                  <a:pt x="368" y="504"/>
                  <a:pt x="368" y="504"/>
                </a:cubicBezTo>
                <a:cubicBezTo>
                  <a:pt x="368" y="506"/>
                  <a:pt x="368" y="506"/>
                  <a:pt x="368" y="506"/>
                </a:cubicBezTo>
                <a:cubicBezTo>
                  <a:pt x="366" y="507"/>
                  <a:pt x="366" y="507"/>
                  <a:pt x="366" y="507"/>
                </a:cubicBezTo>
                <a:cubicBezTo>
                  <a:pt x="364" y="507"/>
                  <a:pt x="364" y="507"/>
                  <a:pt x="364" y="507"/>
                </a:cubicBezTo>
                <a:cubicBezTo>
                  <a:pt x="347" y="498"/>
                  <a:pt x="347" y="498"/>
                  <a:pt x="347" y="498"/>
                </a:cubicBezTo>
                <a:cubicBezTo>
                  <a:pt x="343" y="499"/>
                  <a:pt x="343" y="499"/>
                  <a:pt x="343" y="499"/>
                </a:cubicBezTo>
                <a:cubicBezTo>
                  <a:pt x="347" y="501"/>
                  <a:pt x="347" y="501"/>
                  <a:pt x="347" y="501"/>
                </a:cubicBezTo>
                <a:cubicBezTo>
                  <a:pt x="348" y="502"/>
                  <a:pt x="348" y="502"/>
                  <a:pt x="348" y="502"/>
                </a:cubicBezTo>
                <a:cubicBezTo>
                  <a:pt x="348" y="504"/>
                  <a:pt x="348" y="504"/>
                  <a:pt x="348" y="504"/>
                </a:cubicBezTo>
                <a:cubicBezTo>
                  <a:pt x="348" y="505"/>
                  <a:pt x="347" y="505"/>
                  <a:pt x="346" y="505"/>
                </a:cubicBezTo>
                <a:cubicBezTo>
                  <a:pt x="345" y="505"/>
                  <a:pt x="345" y="505"/>
                  <a:pt x="345" y="505"/>
                </a:cubicBezTo>
                <a:cubicBezTo>
                  <a:pt x="337" y="501"/>
                  <a:pt x="337" y="501"/>
                  <a:pt x="337" y="501"/>
                </a:cubicBezTo>
                <a:cubicBezTo>
                  <a:pt x="328" y="504"/>
                  <a:pt x="328" y="504"/>
                  <a:pt x="328" y="504"/>
                </a:cubicBezTo>
                <a:cubicBezTo>
                  <a:pt x="335" y="510"/>
                  <a:pt x="335" y="510"/>
                  <a:pt x="335" y="510"/>
                </a:cubicBezTo>
                <a:cubicBezTo>
                  <a:pt x="343" y="510"/>
                  <a:pt x="343" y="510"/>
                  <a:pt x="343" y="510"/>
                </a:cubicBezTo>
                <a:cubicBezTo>
                  <a:pt x="344" y="510"/>
                  <a:pt x="344" y="510"/>
                  <a:pt x="344" y="510"/>
                </a:cubicBezTo>
                <a:cubicBezTo>
                  <a:pt x="345" y="510"/>
                  <a:pt x="345" y="510"/>
                  <a:pt x="345" y="510"/>
                </a:cubicBezTo>
                <a:cubicBezTo>
                  <a:pt x="346" y="512"/>
                  <a:pt x="346" y="512"/>
                  <a:pt x="346" y="512"/>
                </a:cubicBezTo>
                <a:cubicBezTo>
                  <a:pt x="345" y="514"/>
                  <a:pt x="345" y="514"/>
                  <a:pt x="345" y="514"/>
                </a:cubicBezTo>
                <a:cubicBezTo>
                  <a:pt x="344" y="515"/>
                  <a:pt x="344" y="515"/>
                  <a:pt x="344" y="515"/>
                </a:cubicBezTo>
                <a:cubicBezTo>
                  <a:pt x="340" y="515"/>
                  <a:pt x="340" y="515"/>
                  <a:pt x="340" y="515"/>
                </a:cubicBezTo>
                <a:cubicBezTo>
                  <a:pt x="343" y="518"/>
                  <a:pt x="343" y="518"/>
                  <a:pt x="343" y="518"/>
                </a:cubicBezTo>
                <a:cubicBezTo>
                  <a:pt x="362" y="517"/>
                  <a:pt x="362" y="517"/>
                  <a:pt x="362" y="517"/>
                </a:cubicBezTo>
                <a:cubicBezTo>
                  <a:pt x="364" y="517"/>
                  <a:pt x="364" y="518"/>
                  <a:pt x="364" y="519"/>
                </a:cubicBezTo>
                <a:cubicBezTo>
                  <a:pt x="364" y="520"/>
                  <a:pt x="364" y="521"/>
                  <a:pt x="362" y="522"/>
                </a:cubicBezTo>
                <a:cubicBezTo>
                  <a:pt x="348" y="522"/>
                  <a:pt x="348" y="522"/>
                  <a:pt x="348" y="522"/>
                </a:cubicBezTo>
                <a:cubicBezTo>
                  <a:pt x="357" y="530"/>
                  <a:pt x="357" y="530"/>
                  <a:pt x="357" y="530"/>
                </a:cubicBezTo>
                <a:cubicBezTo>
                  <a:pt x="358" y="531"/>
                  <a:pt x="358" y="532"/>
                  <a:pt x="357" y="533"/>
                </a:cubicBezTo>
                <a:cubicBezTo>
                  <a:pt x="356" y="534"/>
                  <a:pt x="356" y="534"/>
                  <a:pt x="356" y="534"/>
                </a:cubicBezTo>
                <a:cubicBezTo>
                  <a:pt x="354" y="534"/>
                  <a:pt x="354" y="534"/>
                  <a:pt x="354" y="534"/>
                </a:cubicBezTo>
                <a:cubicBezTo>
                  <a:pt x="345" y="525"/>
                  <a:pt x="345" y="525"/>
                  <a:pt x="345" y="525"/>
                </a:cubicBezTo>
                <a:cubicBezTo>
                  <a:pt x="346" y="540"/>
                  <a:pt x="346" y="540"/>
                  <a:pt x="346" y="540"/>
                </a:cubicBezTo>
                <a:cubicBezTo>
                  <a:pt x="345" y="541"/>
                  <a:pt x="345" y="541"/>
                  <a:pt x="345" y="541"/>
                </a:cubicBezTo>
                <a:cubicBezTo>
                  <a:pt x="345" y="542"/>
                  <a:pt x="344" y="542"/>
                  <a:pt x="343" y="542"/>
                </a:cubicBezTo>
                <a:cubicBezTo>
                  <a:pt x="342" y="542"/>
                  <a:pt x="341" y="541"/>
                  <a:pt x="341" y="540"/>
                </a:cubicBezTo>
                <a:cubicBezTo>
                  <a:pt x="340" y="521"/>
                  <a:pt x="340" y="521"/>
                  <a:pt x="340" y="521"/>
                </a:cubicBezTo>
                <a:cubicBezTo>
                  <a:pt x="337" y="518"/>
                  <a:pt x="337" y="518"/>
                  <a:pt x="337" y="518"/>
                </a:cubicBezTo>
                <a:cubicBezTo>
                  <a:pt x="337" y="522"/>
                  <a:pt x="337" y="522"/>
                  <a:pt x="337" y="522"/>
                </a:cubicBezTo>
                <a:cubicBezTo>
                  <a:pt x="337" y="524"/>
                  <a:pt x="336" y="524"/>
                  <a:pt x="335" y="524"/>
                </a:cubicBezTo>
                <a:cubicBezTo>
                  <a:pt x="335" y="524"/>
                  <a:pt x="335" y="524"/>
                  <a:pt x="335" y="524"/>
                </a:cubicBezTo>
                <a:cubicBezTo>
                  <a:pt x="333" y="524"/>
                  <a:pt x="333" y="524"/>
                  <a:pt x="332" y="522"/>
                </a:cubicBezTo>
                <a:cubicBezTo>
                  <a:pt x="332" y="514"/>
                  <a:pt x="332" y="514"/>
                  <a:pt x="332" y="514"/>
                </a:cubicBezTo>
                <a:cubicBezTo>
                  <a:pt x="325" y="507"/>
                  <a:pt x="325" y="507"/>
                  <a:pt x="325" y="507"/>
                </a:cubicBezTo>
                <a:cubicBezTo>
                  <a:pt x="323" y="516"/>
                  <a:pt x="323" y="516"/>
                  <a:pt x="323" y="516"/>
                </a:cubicBezTo>
                <a:cubicBezTo>
                  <a:pt x="328" y="523"/>
                  <a:pt x="328" y="523"/>
                  <a:pt x="328" y="523"/>
                </a:cubicBezTo>
                <a:cubicBezTo>
                  <a:pt x="329" y="525"/>
                  <a:pt x="328" y="526"/>
                  <a:pt x="327" y="527"/>
                </a:cubicBezTo>
                <a:cubicBezTo>
                  <a:pt x="326" y="527"/>
                  <a:pt x="326" y="527"/>
                  <a:pt x="326" y="527"/>
                </a:cubicBezTo>
                <a:cubicBezTo>
                  <a:pt x="324" y="526"/>
                  <a:pt x="324" y="526"/>
                  <a:pt x="324" y="526"/>
                </a:cubicBezTo>
                <a:cubicBezTo>
                  <a:pt x="321" y="523"/>
                  <a:pt x="321" y="523"/>
                  <a:pt x="321" y="523"/>
                </a:cubicBezTo>
                <a:cubicBezTo>
                  <a:pt x="321" y="527"/>
                  <a:pt x="321" y="527"/>
                  <a:pt x="321" y="527"/>
                </a:cubicBezTo>
                <a:cubicBezTo>
                  <a:pt x="331" y="543"/>
                  <a:pt x="331" y="543"/>
                  <a:pt x="331" y="543"/>
                </a:cubicBezTo>
                <a:cubicBezTo>
                  <a:pt x="332" y="543"/>
                  <a:pt x="332" y="544"/>
                  <a:pt x="331" y="545"/>
                </a:cubicBezTo>
                <a:cubicBezTo>
                  <a:pt x="330" y="546"/>
                  <a:pt x="330" y="546"/>
                  <a:pt x="330" y="546"/>
                </a:cubicBezTo>
                <a:cubicBezTo>
                  <a:pt x="329" y="546"/>
                  <a:pt x="329" y="546"/>
                  <a:pt x="329" y="546"/>
                </a:cubicBezTo>
                <a:cubicBezTo>
                  <a:pt x="327" y="545"/>
                  <a:pt x="327" y="545"/>
                  <a:pt x="327" y="545"/>
                </a:cubicBezTo>
                <a:cubicBezTo>
                  <a:pt x="319" y="533"/>
                  <a:pt x="319" y="533"/>
                  <a:pt x="319" y="533"/>
                </a:cubicBezTo>
                <a:cubicBezTo>
                  <a:pt x="317" y="545"/>
                  <a:pt x="317" y="545"/>
                  <a:pt x="317" y="545"/>
                </a:cubicBezTo>
                <a:cubicBezTo>
                  <a:pt x="315" y="547"/>
                  <a:pt x="315" y="547"/>
                  <a:pt x="315" y="547"/>
                </a:cubicBezTo>
                <a:cubicBezTo>
                  <a:pt x="314" y="547"/>
                  <a:pt x="314" y="547"/>
                  <a:pt x="314" y="547"/>
                </a:cubicBezTo>
                <a:cubicBezTo>
                  <a:pt x="313" y="546"/>
                  <a:pt x="312" y="546"/>
                  <a:pt x="312" y="544"/>
                </a:cubicBezTo>
                <a:cubicBezTo>
                  <a:pt x="315" y="532"/>
                  <a:pt x="315" y="532"/>
                  <a:pt x="315" y="532"/>
                </a:cubicBezTo>
                <a:cubicBezTo>
                  <a:pt x="303" y="540"/>
                  <a:pt x="303" y="540"/>
                  <a:pt x="303" y="540"/>
                </a:cubicBezTo>
                <a:cubicBezTo>
                  <a:pt x="302" y="541"/>
                  <a:pt x="302" y="541"/>
                  <a:pt x="302" y="541"/>
                </a:cubicBezTo>
                <a:cubicBezTo>
                  <a:pt x="300" y="539"/>
                  <a:pt x="300" y="539"/>
                  <a:pt x="300" y="539"/>
                </a:cubicBezTo>
                <a:cubicBezTo>
                  <a:pt x="299" y="537"/>
                  <a:pt x="299" y="537"/>
                  <a:pt x="299" y="537"/>
                </a:cubicBezTo>
                <a:cubicBezTo>
                  <a:pt x="299" y="537"/>
                  <a:pt x="300" y="536"/>
                  <a:pt x="301" y="536"/>
                </a:cubicBezTo>
                <a:cubicBezTo>
                  <a:pt x="316" y="526"/>
                  <a:pt x="316" y="526"/>
                  <a:pt x="316" y="526"/>
                </a:cubicBezTo>
                <a:cubicBezTo>
                  <a:pt x="317" y="522"/>
                  <a:pt x="317" y="522"/>
                  <a:pt x="317" y="522"/>
                </a:cubicBezTo>
                <a:cubicBezTo>
                  <a:pt x="314" y="524"/>
                  <a:pt x="314" y="524"/>
                  <a:pt x="314" y="524"/>
                </a:cubicBezTo>
                <a:cubicBezTo>
                  <a:pt x="313" y="524"/>
                  <a:pt x="313" y="524"/>
                  <a:pt x="313" y="524"/>
                </a:cubicBezTo>
                <a:cubicBezTo>
                  <a:pt x="312" y="524"/>
                  <a:pt x="311" y="524"/>
                  <a:pt x="311" y="523"/>
                </a:cubicBezTo>
                <a:cubicBezTo>
                  <a:pt x="310" y="522"/>
                  <a:pt x="310" y="521"/>
                  <a:pt x="312" y="520"/>
                </a:cubicBezTo>
                <a:cubicBezTo>
                  <a:pt x="319" y="515"/>
                  <a:pt x="319" y="515"/>
                  <a:pt x="319" y="515"/>
                </a:cubicBezTo>
                <a:cubicBezTo>
                  <a:pt x="321" y="506"/>
                  <a:pt x="321" y="506"/>
                  <a:pt x="321" y="506"/>
                </a:cubicBezTo>
                <a:cubicBezTo>
                  <a:pt x="312" y="509"/>
                  <a:pt x="312" y="509"/>
                  <a:pt x="312" y="509"/>
                </a:cubicBezTo>
                <a:cubicBezTo>
                  <a:pt x="308" y="516"/>
                  <a:pt x="308" y="516"/>
                  <a:pt x="308" y="516"/>
                </a:cubicBezTo>
                <a:cubicBezTo>
                  <a:pt x="308" y="517"/>
                  <a:pt x="307" y="518"/>
                  <a:pt x="306" y="518"/>
                </a:cubicBezTo>
                <a:cubicBezTo>
                  <a:pt x="305" y="518"/>
                  <a:pt x="305" y="518"/>
                  <a:pt x="305" y="518"/>
                </a:cubicBezTo>
                <a:cubicBezTo>
                  <a:pt x="304" y="517"/>
                  <a:pt x="303" y="516"/>
                  <a:pt x="304" y="514"/>
                </a:cubicBezTo>
                <a:cubicBezTo>
                  <a:pt x="306" y="511"/>
                  <a:pt x="306" y="511"/>
                  <a:pt x="306" y="511"/>
                </a:cubicBezTo>
                <a:cubicBezTo>
                  <a:pt x="302" y="512"/>
                  <a:pt x="302" y="512"/>
                  <a:pt x="302" y="512"/>
                </a:cubicBezTo>
                <a:cubicBezTo>
                  <a:pt x="293" y="529"/>
                  <a:pt x="293" y="529"/>
                  <a:pt x="293" y="529"/>
                </a:cubicBezTo>
                <a:cubicBezTo>
                  <a:pt x="291" y="530"/>
                  <a:pt x="291" y="530"/>
                  <a:pt x="291" y="530"/>
                </a:cubicBezTo>
                <a:cubicBezTo>
                  <a:pt x="290" y="530"/>
                  <a:pt x="290" y="530"/>
                  <a:pt x="290" y="530"/>
                </a:cubicBezTo>
                <a:cubicBezTo>
                  <a:pt x="288" y="529"/>
                  <a:pt x="288" y="529"/>
                  <a:pt x="288" y="529"/>
                </a:cubicBezTo>
                <a:cubicBezTo>
                  <a:pt x="289" y="527"/>
                  <a:pt x="289" y="527"/>
                  <a:pt x="289" y="527"/>
                </a:cubicBezTo>
                <a:cubicBezTo>
                  <a:pt x="296" y="514"/>
                  <a:pt x="296" y="514"/>
                  <a:pt x="296" y="514"/>
                </a:cubicBezTo>
                <a:cubicBezTo>
                  <a:pt x="283" y="518"/>
                  <a:pt x="283" y="518"/>
                  <a:pt x="283" y="518"/>
                </a:cubicBezTo>
                <a:cubicBezTo>
                  <a:pt x="281" y="516"/>
                  <a:pt x="281" y="516"/>
                  <a:pt x="281" y="516"/>
                </a:cubicBezTo>
                <a:cubicBezTo>
                  <a:pt x="281" y="515"/>
                  <a:pt x="281" y="514"/>
                  <a:pt x="282" y="514"/>
                </a:cubicBezTo>
                <a:cubicBezTo>
                  <a:pt x="294" y="510"/>
                  <a:pt x="294" y="510"/>
                  <a:pt x="294" y="510"/>
                </a:cubicBezTo>
                <a:cubicBezTo>
                  <a:pt x="281" y="503"/>
                  <a:pt x="281" y="503"/>
                  <a:pt x="281" y="503"/>
                </a:cubicBezTo>
                <a:cubicBezTo>
                  <a:pt x="280" y="502"/>
                  <a:pt x="280" y="502"/>
                  <a:pt x="280" y="502"/>
                </a:cubicBezTo>
                <a:cubicBezTo>
                  <a:pt x="280" y="500"/>
                  <a:pt x="280" y="500"/>
                  <a:pt x="280" y="500"/>
                </a:cubicBezTo>
                <a:cubicBezTo>
                  <a:pt x="281" y="499"/>
                  <a:pt x="282" y="499"/>
                  <a:pt x="282" y="499"/>
                </a:cubicBezTo>
                <a:cubicBezTo>
                  <a:pt x="284" y="499"/>
                  <a:pt x="284" y="499"/>
                  <a:pt x="284" y="499"/>
                </a:cubicBezTo>
                <a:cubicBezTo>
                  <a:pt x="301" y="508"/>
                  <a:pt x="301" y="508"/>
                  <a:pt x="301" y="508"/>
                </a:cubicBezTo>
                <a:cubicBezTo>
                  <a:pt x="304" y="507"/>
                  <a:pt x="304" y="507"/>
                  <a:pt x="304" y="507"/>
                </a:cubicBezTo>
                <a:cubicBezTo>
                  <a:pt x="301" y="505"/>
                  <a:pt x="301" y="505"/>
                  <a:pt x="301" y="505"/>
                </a:cubicBezTo>
                <a:cubicBezTo>
                  <a:pt x="300" y="504"/>
                  <a:pt x="300" y="504"/>
                  <a:pt x="300" y="504"/>
                </a:cubicBezTo>
                <a:cubicBezTo>
                  <a:pt x="300" y="503"/>
                  <a:pt x="300" y="502"/>
                  <a:pt x="300" y="502"/>
                </a:cubicBezTo>
                <a:cubicBezTo>
                  <a:pt x="300" y="501"/>
                  <a:pt x="301" y="500"/>
                  <a:pt x="302" y="500"/>
                </a:cubicBezTo>
                <a:cubicBezTo>
                  <a:pt x="303" y="501"/>
                  <a:pt x="303" y="501"/>
                  <a:pt x="303" y="501"/>
                </a:cubicBezTo>
                <a:cubicBezTo>
                  <a:pt x="311" y="505"/>
                  <a:pt x="311" y="505"/>
                  <a:pt x="311" y="505"/>
                </a:cubicBezTo>
                <a:cubicBezTo>
                  <a:pt x="320" y="502"/>
                  <a:pt x="320" y="502"/>
                  <a:pt x="320" y="502"/>
                </a:cubicBezTo>
                <a:cubicBezTo>
                  <a:pt x="313" y="495"/>
                  <a:pt x="313" y="495"/>
                  <a:pt x="313" y="495"/>
                </a:cubicBezTo>
                <a:cubicBezTo>
                  <a:pt x="304" y="496"/>
                  <a:pt x="304" y="496"/>
                  <a:pt x="304" y="496"/>
                </a:cubicBezTo>
                <a:cubicBezTo>
                  <a:pt x="303" y="495"/>
                  <a:pt x="303" y="495"/>
                  <a:pt x="303" y="495"/>
                </a:cubicBezTo>
                <a:cubicBezTo>
                  <a:pt x="302" y="494"/>
                  <a:pt x="302" y="494"/>
                  <a:pt x="302" y="494"/>
                </a:cubicBezTo>
                <a:cubicBezTo>
                  <a:pt x="302" y="492"/>
                  <a:pt x="303" y="491"/>
                  <a:pt x="304" y="491"/>
                </a:cubicBezTo>
                <a:cubicBezTo>
                  <a:pt x="308" y="491"/>
                  <a:pt x="308" y="491"/>
                  <a:pt x="308" y="491"/>
                </a:cubicBezTo>
                <a:cubicBezTo>
                  <a:pt x="305" y="488"/>
                  <a:pt x="305" y="488"/>
                  <a:pt x="305" y="488"/>
                </a:cubicBezTo>
                <a:cubicBezTo>
                  <a:pt x="286" y="489"/>
                  <a:pt x="286" y="489"/>
                  <a:pt x="286" y="489"/>
                </a:cubicBezTo>
                <a:cubicBezTo>
                  <a:pt x="286" y="489"/>
                  <a:pt x="286" y="489"/>
                  <a:pt x="286" y="489"/>
                </a:cubicBezTo>
                <a:cubicBezTo>
                  <a:pt x="285" y="489"/>
                  <a:pt x="285" y="489"/>
                  <a:pt x="284" y="488"/>
                </a:cubicBezTo>
                <a:cubicBezTo>
                  <a:pt x="283" y="487"/>
                  <a:pt x="283" y="487"/>
                  <a:pt x="283" y="487"/>
                </a:cubicBezTo>
                <a:cubicBezTo>
                  <a:pt x="283" y="485"/>
                  <a:pt x="284" y="484"/>
                  <a:pt x="286" y="484"/>
                </a:cubicBezTo>
                <a:cubicBezTo>
                  <a:pt x="300" y="484"/>
                  <a:pt x="300" y="484"/>
                  <a:pt x="300" y="484"/>
                </a:cubicBezTo>
                <a:cubicBezTo>
                  <a:pt x="291" y="476"/>
                  <a:pt x="291" y="476"/>
                  <a:pt x="291" y="476"/>
                </a:cubicBezTo>
                <a:cubicBezTo>
                  <a:pt x="290" y="474"/>
                  <a:pt x="290" y="473"/>
                  <a:pt x="291" y="472"/>
                </a:cubicBezTo>
                <a:cubicBezTo>
                  <a:pt x="292" y="472"/>
                  <a:pt x="292" y="472"/>
                  <a:pt x="292" y="472"/>
                </a:cubicBezTo>
                <a:moveTo>
                  <a:pt x="372" y="402"/>
                </a:moveTo>
                <a:cubicBezTo>
                  <a:pt x="370" y="403"/>
                  <a:pt x="370" y="403"/>
                  <a:pt x="370" y="403"/>
                </a:cubicBezTo>
                <a:cubicBezTo>
                  <a:pt x="369" y="403"/>
                  <a:pt x="369" y="403"/>
                  <a:pt x="369" y="403"/>
                </a:cubicBezTo>
                <a:cubicBezTo>
                  <a:pt x="356" y="396"/>
                  <a:pt x="356" y="396"/>
                  <a:pt x="356" y="396"/>
                </a:cubicBezTo>
                <a:cubicBezTo>
                  <a:pt x="353" y="397"/>
                  <a:pt x="353" y="397"/>
                  <a:pt x="353" y="397"/>
                </a:cubicBezTo>
                <a:cubicBezTo>
                  <a:pt x="356" y="399"/>
                  <a:pt x="356" y="399"/>
                  <a:pt x="356" y="399"/>
                </a:cubicBezTo>
                <a:cubicBezTo>
                  <a:pt x="357" y="400"/>
                  <a:pt x="357" y="400"/>
                  <a:pt x="357" y="400"/>
                </a:cubicBezTo>
                <a:cubicBezTo>
                  <a:pt x="357" y="401"/>
                  <a:pt x="357" y="401"/>
                  <a:pt x="357" y="401"/>
                </a:cubicBezTo>
                <a:cubicBezTo>
                  <a:pt x="355" y="402"/>
                  <a:pt x="355" y="402"/>
                  <a:pt x="355" y="402"/>
                </a:cubicBezTo>
                <a:cubicBezTo>
                  <a:pt x="354" y="402"/>
                  <a:pt x="354" y="402"/>
                  <a:pt x="354" y="402"/>
                </a:cubicBezTo>
                <a:cubicBezTo>
                  <a:pt x="348" y="399"/>
                  <a:pt x="348" y="399"/>
                  <a:pt x="348" y="399"/>
                </a:cubicBezTo>
                <a:cubicBezTo>
                  <a:pt x="341" y="401"/>
                  <a:pt x="341" y="401"/>
                  <a:pt x="341" y="401"/>
                </a:cubicBezTo>
                <a:cubicBezTo>
                  <a:pt x="347" y="406"/>
                  <a:pt x="347" y="406"/>
                  <a:pt x="347" y="406"/>
                </a:cubicBezTo>
                <a:cubicBezTo>
                  <a:pt x="353" y="406"/>
                  <a:pt x="353" y="406"/>
                  <a:pt x="353" y="406"/>
                </a:cubicBezTo>
                <a:cubicBezTo>
                  <a:pt x="355" y="406"/>
                  <a:pt x="355" y="406"/>
                  <a:pt x="355" y="406"/>
                </a:cubicBezTo>
                <a:cubicBezTo>
                  <a:pt x="355" y="407"/>
                  <a:pt x="355" y="407"/>
                  <a:pt x="355" y="407"/>
                </a:cubicBezTo>
                <a:cubicBezTo>
                  <a:pt x="355" y="409"/>
                  <a:pt x="355" y="409"/>
                  <a:pt x="355" y="409"/>
                </a:cubicBezTo>
                <a:cubicBezTo>
                  <a:pt x="353" y="409"/>
                  <a:pt x="353" y="409"/>
                  <a:pt x="353" y="409"/>
                </a:cubicBezTo>
                <a:cubicBezTo>
                  <a:pt x="350" y="409"/>
                  <a:pt x="350" y="409"/>
                  <a:pt x="350" y="409"/>
                </a:cubicBezTo>
                <a:cubicBezTo>
                  <a:pt x="353" y="411"/>
                  <a:pt x="353" y="411"/>
                  <a:pt x="353" y="411"/>
                </a:cubicBezTo>
                <a:cubicBezTo>
                  <a:pt x="367" y="411"/>
                  <a:pt x="367" y="411"/>
                  <a:pt x="367" y="411"/>
                </a:cubicBezTo>
                <a:cubicBezTo>
                  <a:pt x="369" y="411"/>
                  <a:pt x="369" y="411"/>
                  <a:pt x="369" y="413"/>
                </a:cubicBezTo>
                <a:cubicBezTo>
                  <a:pt x="369" y="414"/>
                  <a:pt x="369" y="414"/>
                  <a:pt x="367" y="415"/>
                </a:cubicBezTo>
                <a:cubicBezTo>
                  <a:pt x="357" y="415"/>
                  <a:pt x="357" y="415"/>
                  <a:pt x="357" y="415"/>
                </a:cubicBezTo>
                <a:cubicBezTo>
                  <a:pt x="363" y="421"/>
                  <a:pt x="363" y="421"/>
                  <a:pt x="363" y="421"/>
                </a:cubicBezTo>
                <a:cubicBezTo>
                  <a:pt x="364" y="422"/>
                  <a:pt x="364" y="423"/>
                  <a:pt x="363" y="423"/>
                </a:cubicBezTo>
                <a:cubicBezTo>
                  <a:pt x="362" y="424"/>
                  <a:pt x="362" y="424"/>
                  <a:pt x="362" y="424"/>
                </a:cubicBezTo>
                <a:cubicBezTo>
                  <a:pt x="361" y="424"/>
                  <a:pt x="361" y="424"/>
                  <a:pt x="361" y="424"/>
                </a:cubicBezTo>
                <a:cubicBezTo>
                  <a:pt x="354" y="417"/>
                  <a:pt x="354" y="417"/>
                  <a:pt x="354" y="417"/>
                </a:cubicBezTo>
                <a:cubicBezTo>
                  <a:pt x="355" y="428"/>
                  <a:pt x="355" y="428"/>
                  <a:pt x="355" y="428"/>
                </a:cubicBezTo>
                <a:cubicBezTo>
                  <a:pt x="354" y="430"/>
                  <a:pt x="354" y="430"/>
                  <a:pt x="354" y="430"/>
                </a:cubicBezTo>
                <a:cubicBezTo>
                  <a:pt x="353" y="430"/>
                  <a:pt x="353" y="430"/>
                  <a:pt x="353" y="430"/>
                </a:cubicBezTo>
                <a:cubicBezTo>
                  <a:pt x="353" y="430"/>
                  <a:pt x="353" y="430"/>
                  <a:pt x="353" y="430"/>
                </a:cubicBezTo>
                <a:cubicBezTo>
                  <a:pt x="352" y="430"/>
                  <a:pt x="351" y="430"/>
                  <a:pt x="351" y="429"/>
                </a:cubicBezTo>
                <a:cubicBezTo>
                  <a:pt x="351" y="414"/>
                  <a:pt x="351" y="414"/>
                  <a:pt x="351" y="414"/>
                </a:cubicBezTo>
                <a:cubicBezTo>
                  <a:pt x="348" y="412"/>
                  <a:pt x="348" y="412"/>
                  <a:pt x="348" y="412"/>
                </a:cubicBezTo>
                <a:cubicBezTo>
                  <a:pt x="348" y="415"/>
                  <a:pt x="348" y="415"/>
                  <a:pt x="348" y="415"/>
                </a:cubicBezTo>
                <a:cubicBezTo>
                  <a:pt x="348" y="416"/>
                  <a:pt x="348" y="417"/>
                  <a:pt x="347" y="417"/>
                </a:cubicBezTo>
                <a:cubicBezTo>
                  <a:pt x="346" y="417"/>
                  <a:pt x="346" y="417"/>
                  <a:pt x="346" y="417"/>
                </a:cubicBezTo>
                <a:cubicBezTo>
                  <a:pt x="345" y="417"/>
                  <a:pt x="345" y="416"/>
                  <a:pt x="345" y="415"/>
                </a:cubicBezTo>
                <a:cubicBezTo>
                  <a:pt x="344" y="408"/>
                  <a:pt x="344" y="408"/>
                  <a:pt x="344" y="408"/>
                </a:cubicBezTo>
                <a:cubicBezTo>
                  <a:pt x="339" y="403"/>
                  <a:pt x="339" y="403"/>
                  <a:pt x="339" y="403"/>
                </a:cubicBezTo>
                <a:cubicBezTo>
                  <a:pt x="337" y="411"/>
                  <a:pt x="337" y="411"/>
                  <a:pt x="337" y="411"/>
                </a:cubicBezTo>
                <a:cubicBezTo>
                  <a:pt x="341" y="416"/>
                  <a:pt x="341" y="416"/>
                  <a:pt x="341" y="416"/>
                </a:cubicBezTo>
                <a:cubicBezTo>
                  <a:pt x="342" y="417"/>
                  <a:pt x="342" y="418"/>
                  <a:pt x="341" y="418"/>
                </a:cubicBezTo>
                <a:cubicBezTo>
                  <a:pt x="339" y="419"/>
                  <a:pt x="339" y="419"/>
                  <a:pt x="339" y="419"/>
                </a:cubicBezTo>
                <a:cubicBezTo>
                  <a:pt x="339" y="419"/>
                  <a:pt x="338" y="419"/>
                  <a:pt x="338" y="418"/>
                </a:cubicBezTo>
                <a:cubicBezTo>
                  <a:pt x="336" y="415"/>
                  <a:pt x="336" y="415"/>
                  <a:pt x="336" y="415"/>
                </a:cubicBezTo>
                <a:cubicBezTo>
                  <a:pt x="336" y="418"/>
                  <a:pt x="336" y="418"/>
                  <a:pt x="336" y="418"/>
                </a:cubicBezTo>
                <a:cubicBezTo>
                  <a:pt x="343" y="431"/>
                  <a:pt x="343" y="431"/>
                  <a:pt x="343" y="431"/>
                </a:cubicBezTo>
                <a:cubicBezTo>
                  <a:pt x="344" y="432"/>
                  <a:pt x="344" y="432"/>
                  <a:pt x="344" y="432"/>
                </a:cubicBezTo>
                <a:cubicBezTo>
                  <a:pt x="343" y="433"/>
                  <a:pt x="343" y="433"/>
                  <a:pt x="343" y="433"/>
                </a:cubicBezTo>
                <a:cubicBezTo>
                  <a:pt x="342" y="434"/>
                  <a:pt x="342" y="434"/>
                  <a:pt x="342" y="434"/>
                </a:cubicBezTo>
                <a:cubicBezTo>
                  <a:pt x="341" y="433"/>
                  <a:pt x="341" y="433"/>
                  <a:pt x="341" y="433"/>
                </a:cubicBezTo>
                <a:cubicBezTo>
                  <a:pt x="335" y="423"/>
                  <a:pt x="335" y="423"/>
                  <a:pt x="335" y="423"/>
                </a:cubicBezTo>
                <a:cubicBezTo>
                  <a:pt x="332" y="433"/>
                  <a:pt x="332" y="433"/>
                  <a:pt x="332" y="433"/>
                </a:cubicBezTo>
                <a:cubicBezTo>
                  <a:pt x="331" y="434"/>
                  <a:pt x="331" y="434"/>
                  <a:pt x="331" y="434"/>
                </a:cubicBezTo>
                <a:cubicBezTo>
                  <a:pt x="331" y="434"/>
                  <a:pt x="331" y="434"/>
                  <a:pt x="331" y="434"/>
                </a:cubicBezTo>
                <a:cubicBezTo>
                  <a:pt x="329" y="434"/>
                  <a:pt x="329" y="433"/>
                  <a:pt x="329" y="432"/>
                </a:cubicBezTo>
                <a:cubicBezTo>
                  <a:pt x="331" y="423"/>
                  <a:pt x="331" y="423"/>
                  <a:pt x="331" y="423"/>
                </a:cubicBezTo>
                <a:cubicBezTo>
                  <a:pt x="322" y="429"/>
                  <a:pt x="322" y="429"/>
                  <a:pt x="322" y="429"/>
                </a:cubicBezTo>
                <a:cubicBezTo>
                  <a:pt x="321" y="429"/>
                  <a:pt x="321" y="429"/>
                  <a:pt x="321" y="429"/>
                </a:cubicBezTo>
                <a:cubicBezTo>
                  <a:pt x="319" y="428"/>
                  <a:pt x="319" y="428"/>
                  <a:pt x="319" y="428"/>
                </a:cubicBezTo>
                <a:cubicBezTo>
                  <a:pt x="319" y="428"/>
                  <a:pt x="319" y="427"/>
                  <a:pt x="319" y="427"/>
                </a:cubicBezTo>
                <a:cubicBezTo>
                  <a:pt x="320" y="426"/>
                  <a:pt x="320" y="426"/>
                  <a:pt x="320" y="426"/>
                </a:cubicBezTo>
                <a:cubicBezTo>
                  <a:pt x="332" y="418"/>
                  <a:pt x="332" y="418"/>
                  <a:pt x="332" y="418"/>
                </a:cubicBezTo>
                <a:cubicBezTo>
                  <a:pt x="333" y="415"/>
                  <a:pt x="333" y="415"/>
                  <a:pt x="333" y="415"/>
                </a:cubicBezTo>
                <a:cubicBezTo>
                  <a:pt x="331" y="416"/>
                  <a:pt x="331" y="416"/>
                  <a:pt x="331" y="416"/>
                </a:cubicBezTo>
                <a:cubicBezTo>
                  <a:pt x="330" y="417"/>
                  <a:pt x="330" y="417"/>
                  <a:pt x="330" y="417"/>
                </a:cubicBezTo>
                <a:cubicBezTo>
                  <a:pt x="328" y="416"/>
                  <a:pt x="328" y="416"/>
                  <a:pt x="328" y="416"/>
                </a:cubicBezTo>
                <a:cubicBezTo>
                  <a:pt x="327" y="415"/>
                  <a:pt x="328" y="414"/>
                  <a:pt x="329" y="413"/>
                </a:cubicBezTo>
                <a:cubicBezTo>
                  <a:pt x="334" y="410"/>
                  <a:pt x="334" y="410"/>
                  <a:pt x="334" y="410"/>
                </a:cubicBezTo>
                <a:cubicBezTo>
                  <a:pt x="336" y="403"/>
                  <a:pt x="336" y="403"/>
                  <a:pt x="336" y="403"/>
                </a:cubicBezTo>
                <a:cubicBezTo>
                  <a:pt x="329" y="405"/>
                  <a:pt x="329" y="405"/>
                  <a:pt x="329" y="405"/>
                </a:cubicBezTo>
                <a:cubicBezTo>
                  <a:pt x="326" y="411"/>
                  <a:pt x="326" y="411"/>
                  <a:pt x="326" y="411"/>
                </a:cubicBezTo>
                <a:cubicBezTo>
                  <a:pt x="324" y="412"/>
                  <a:pt x="324" y="412"/>
                  <a:pt x="324" y="412"/>
                </a:cubicBezTo>
                <a:cubicBezTo>
                  <a:pt x="323" y="411"/>
                  <a:pt x="323" y="411"/>
                  <a:pt x="323" y="411"/>
                </a:cubicBezTo>
                <a:cubicBezTo>
                  <a:pt x="322" y="411"/>
                  <a:pt x="322" y="410"/>
                  <a:pt x="323" y="409"/>
                </a:cubicBezTo>
                <a:cubicBezTo>
                  <a:pt x="324" y="406"/>
                  <a:pt x="324" y="406"/>
                  <a:pt x="324" y="406"/>
                </a:cubicBezTo>
                <a:cubicBezTo>
                  <a:pt x="321" y="407"/>
                  <a:pt x="321" y="407"/>
                  <a:pt x="321" y="407"/>
                </a:cubicBezTo>
                <a:cubicBezTo>
                  <a:pt x="314" y="420"/>
                  <a:pt x="314" y="420"/>
                  <a:pt x="314" y="420"/>
                </a:cubicBezTo>
                <a:cubicBezTo>
                  <a:pt x="313" y="421"/>
                  <a:pt x="313" y="421"/>
                  <a:pt x="313" y="421"/>
                </a:cubicBezTo>
                <a:cubicBezTo>
                  <a:pt x="312" y="421"/>
                  <a:pt x="312" y="421"/>
                  <a:pt x="312" y="421"/>
                </a:cubicBezTo>
                <a:cubicBezTo>
                  <a:pt x="311" y="420"/>
                  <a:pt x="311" y="420"/>
                  <a:pt x="311" y="420"/>
                </a:cubicBezTo>
                <a:cubicBezTo>
                  <a:pt x="311" y="419"/>
                  <a:pt x="311" y="419"/>
                  <a:pt x="311" y="419"/>
                </a:cubicBezTo>
                <a:cubicBezTo>
                  <a:pt x="316" y="409"/>
                  <a:pt x="316" y="409"/>
                  <a:pt x="316" y="409"/>
                </a:cubicBezTo>
                <a:cubicBezTo>
                  <a:pt x="307" y="412"/>
                  <a:pt x="307" y="412"/>
                  <a:pt x="307" y="412"/>
                </a:cubicBezTo>
                <a:cubicBezTo>
                  <a:pt x="307" y="412"/>
                  <a:pt x="307" y="412"/>
                  <a:pt x="307" y="412"/>
                </a:cubicBezTo>
                <a:cubicBezTo>
                  <a:pt x="305" y="411"/>
                  <a:pt x="305" y="411"/>
                  <a:pt x="305" y="411"/>
                </a:cubicBezTo>
                <a:cubicBezTo>
                  <a:pt x="305" y="409"/>
                  <a:pt x="305" y="409"/>
                  <a:pt x="306" y="408"/>
                </a:cubicBezTo>
                <a:cubicBezTo>
                  <a:pt x="315" y="406"/>
                  <a:pt x="315" y="406"/>
                  <a:pt x="315" y="406"/>
                </a:cubicBezTo>
                <a:cubicBezTo>
                  <a:pt x="305" y="401"/>
                  <a:pt x="305" y="401"/>
                  <a:pt x="305" y="401"/>
                </a:cubicBezTo>
                <a:cubicBezTo>
                  <a:pt x="304" y="400"/>
                  <a:pt x="304" y="400"/>
                  <a:pt x="304" y="400"/>
                </a:cubicBezTo>
                <a:cubicBezTo>
                  <a:pt x="304" y="399"/>
                  <a:pt x="304" y="399"/>
                  <a:pt x="305" y="398"/>
                </a:cubicBezTo>
                <a:cubicBezTo>
                  <a:pt x="305" y="397"/>
                  <a:pt x="305" y="397"/>
                  <a:pt x="306" y="397"/>
                </a:cubicBezTo>
                <a:cubicBezTo>
                  <a:pt x="307" y="397"/>
                  <a:pt x="307" y="397"/>
                  <a:pt x="307" y="397"/>
                </a:cubicBezTo>
                <a:cubicBezTo>
                  <a:pt x="320" y="404"/>
                  <a:pt x="320" y="404"/>
                  <a:pt x="320" y="404"/>
                </a:cubicBezTo>
                <a:cubicBezTo>
                  <a:pt x="323" y="403"/>
                  <a:pt x="323" y="403"/>
                  <a:pt x="323" y="403"/>
                </a:cubicBezTo>
                <a:cubicBezTo>
                  <a:pt x="320" y="402"/>
                  <a:pt x="320" y="402"/>
                  <a:pt x="320" y="402"/>
                </a:cubicBezTo>
                <a:cubicBezTo>
                  <a:pt x="320" y="401"/>
                  <a:pt x="320" y="401"/>
                  <a:pt x="320" y="401"/>
                </a:cubicBezTo>
                <a:cubicBezTo>
                  <a:pt x="320" y="400"/>
                  <a:pt x="320" y="400"/>
                  <a:pt x="320" y="400"/>
                </a:cubicBezTo>
                <a:cubicBezTo>
                  <a:pt x="320" y="399"/>
                  <a:pt x="321" y="398"/>
                  <a:pt x="321" y="398"/>
                </a:cubicBezTo>
                <a:cubicBezTo>
                  <a:pt x="328" y="402"/>
                  <a:pt x="328" y="402"/>
                  <a:pt x="328" y="402"/>
                </a:cubicBezTo>
                <a:cubicBezTo>
                  <a:pt x="335" y="400"/>
                  <a:pt x="335" y="400"/>
                  <a:pt x="335" y="400"/>
                </a:cubicBezTo>
                <a:cubicBezTo>
                  <a:pt x="330" y="395"/>
                  <a:pt x="330" y="395"/>
                  <a:pt x="330" y="395"/>
                </a:cubicBezTo>
                <a:cubicBezTo>
                  <a:pt x="323" y="395"/>
                  <a:pt x="323" y="395"/>
                  <a:pt x="323" y="395"/>
                </a:cubicBezTo>
                <a:cubicBezTo>
                  <a:pt x="322" y="395"/>
                  <a:pt x="322" y="395"/>
                  <a:pt x="322" y="395"/>
                </a:cubicBezTo>
                <a:cubicBezTo>
                  <a:pt x="321" y="393"/>
                  <a:pt x="321" y="393"/>
                  <a:pt x="321" y="393"/>
                </a:cubicBezTo>
                <a:cubicBezTo>
                  <a:pt x="321" y="392"/>
                  <a:pt x="322" y="391"/>
                  <a:pt x="323" y="391"/>
                </a:cubicBezTo>
                <a:cubicBezTo>
                  <a:pt x="326" y="391"/>
                  <a:pt x="326" y="391"/>
                  <a:pt x="326" y="391"/>
                </a:cubicBezTo>
                <a:cubicBezTo>
                  <a:pt x="324" y="389"/>
                  <a:pt x="324" y="389"/>
                  <a:pt x="324" y="389"/>
                </a:cubicBezTo>
                <a:cubicBezTo>
                  <a:pt x="309" y="390"/>
                  <a:pt x="309" y="390"/>
                  <a:pt x="309" y="390"/>
                </a:cubicBezTo>
                <a:cubicBezTo>
                  <a:pt x="308" y="389"/>
                  <a:pt x="308" y="389"/>
                  <a:pt x="308" y="389"/>
                </a:cubicBezTo>
                <a:cubicBezTo>
                  <a:pt x="307" y="388"/>
                  <a:pt x="307" y="388"/>
                  <a:pt x="307" y="388"/>
                </a:cubicBezTo>
                <a:cubicBezTo>
                  <a:pt x="307" y="387"/>
                  <a:pt x="308" y="386"/>
                  <a:pt x="309" y="386"/>
                </a:cubicBezTo>
                <a:cubicBezTo>
                  <a:pt x="320" y="386"/>
                  <a:pt x="320" y="386"/>
                  <a:pt x="320" y="386"/>
                </a:cubicBezTo>
                <a:cubicBezTo>
                  <a:pt x="313" y="379"/>
                  <a:pt x="313" y="379"/>
                  <a:pt x="313" y="379"/>
                </a:cubicBezTo>
                <a:cubicBezTo>
                  <a:pt x="312" y="379"/>
                  <a:pt x="312" y="378"/>
                  <a:pt x="313" y="377"/>
                </a:cubicBezTo>
                <a:cubicBezTo>
                  <a:pt x="314" y="376"/>
                  <a:pt x="314" y="376"/>
                  <a:pt x="314" y="376"/>
                </a:cubicBezTo>
                <a:cubicBezTo>
                  <a:pt x="315" y="377"/>
                  <a:pt x="315" y="377"/>
                  <a:pt x="315" y="377"/>
                </a:cubicBezTo>
                <a:cubicBezTo>
                  <a:pt x="322" y="383"/>
                  <a:pt x="322" y="383"/>
                  <a:pt x="322" y="383"/>
                </a:cubicBezTo>
                <a:cubicBezTo>
                  <a:pt x="321" y="372"/>
                  <a:pt x="321" y="372"/>
                  <a:pt x="321" y="372"/>
                </a:cubicBezTo>
                <a:cubicBezTo>
                  <a:pt x="321" y="371"/>
                  <a:pt x="322" y="371"/>
                  <a:pt x="323" y="370"/>
                </a:cubicBezTo>
                <a:cubicBezTo>
                  <a:pt x="323" y="370"/>
                  <a:pt x="323" y="370"/>
                  <a:pt x="323" y="370"/>
                </a:cubicBezTo>
                <a:cubicBezTo>
                  <a:pt x="325" y="370"/>
                  <a:pt x="325" y="371"/>
                  <a:pt x="325" y="372"/>
                </a:cubicBezTo>
                <a:cubicBezTo>
                  <a:pt x="326" y="387"/>
                  <a:pt x="326" y="387"/>
                  <a:pt x="326" y="387"/>
                </a:cubicBezTo>
                <a:cubicBezTo>
                  <a:pt x="328" y="389"/>
                  <a:pt x="328" y="389"/>
                  <a:pt x="328" y="389"/>
                </a:cubicBezTo>
                <a:cubicBezTo>
                  <a:pt x="328" y="386"/>
                  <a:pt x="328" y="386"/>
                  <a:pt x="328" y="386"/>
                </a:cubicBezTo>
                <a:cubicBezTo>
                  <a:pt x="328" y="385"/>
                  <a:pt x="329" y="384"/>
                  <a:pt x="330" y="384"/>
                </a:cubicBezTo>
                <a:cubicBezTo>
                  <a:pt x="330" y="384"/>
                  <a:pt x="330" y="384"/>
                  <a:pt x="330" y="384"/>
                </a:cubicBezTo>
                <a:cubicBezTo>
                  <a:pt x="331" y="384"/>
                  <a:pt x="332" y="384"/>
                  <a:pt x="332" y="386"/>
                </a:cubicBezTo>
                <a:cubicBezTo>
                  <a:pt x="332" y="392"/>
                  <a:pt x="332" y="392"/>
                  <a:pt x="332" y="392"/>
                </a:cubicBezTo>
                <a:cubicBezTo>
                  <a:pt x="337" y="397"/>
                  <a:pt x="337" y="397"/>
                  <a:pt x="337" y="397"/>
                </a:cubicBezTo>
                <a:cubicBezTo>
                  <a:pt x="339" y="390"/>
                  <a:pt x="339" y="390"/>
                  <a:pt x="339" y="390"/>
                </a:cubicBezTo>
                <a:cubicBezTo>
                  <a:pt x="335" y="385"/>
                  <a:pt x="335" y="385"/>
                  <a:pt x="335" y="385"/>
                </a:cubicBezTo>
                <a:cubicBezTo>
                  <a:pt x="335" y="383"/>
                  <a:pt x="335" y="383"/>
                  <a:pt x="335" y="383"/>
                </a:cubicBezTo>
                <a:cubicBezTo>
                  <a:pt x="336" y="382"/>
                  <a:pt x="336" y="382"/>
                  <a:pt x="336" y="382"/>
                </a:cubicBezTo>
                <a:cubicBezTo>
                  <a:pt x="337" y="382"/>
                  <a:pt x="337" y="382"/>
                  <a:pt x="337" y="382"/>
                </a:cubicBezTo>
                <a:cubicBezTo>
                  <a:pt x="338" y="383"/>
                  <a:pt x="338" y="383"/>
                  <a:pt x="338" y="383"/>
                </a:cubicBezTo>
                <a:cubicBezTo>
                  <a:pt x="340" y="385"/>
                  <a:pt x="340" y="385"/>
                  <a:pt x="340" y="385"/>
                </a:cubicBezTo>
                <a:cubicBezTo>
                  <a:pt x="341" y="382"/>
                  <a:pt x="341" y="382"/>
                  <a:pt x="341" y="382"/>
                </a:cubicBezTo>
                <a:cubicBezTo>
                  <a:pt x="333" y="370"/>
                  <a:pt x="333" y="370"/>
                  <a:pt x="333" y="370"/>
                </a:cubicBezTo>
                <a:cubicBezTo>
                  <a:pt x="332" y="368"/>
                  <a:pt x="332" y="368"/>
                  <a:pt x="332" y="368"/>
                </a:cubicBezTo>
                <a:cubicBezTo>
                  <a:pt x="333" y="367"/>
                  <a:pt x="333" y="367"/>
                  <a:pt x="333" y="367"/>
                </a:cubicBezTo>
                <a:cubicBezTo>
                  <a:pt x="334" y="367"/>
                  <a:pt x="334" y="367"/>
                  <a:pt x="334" y="367"/>
                </a:cubicBezTo>
                <a:cubicBezTo>
                  <a:pt x="335" y="367"/>
                  <a:pt x="335" y="367"/>
                  <a:pt x="336" y="368"/>
                </a:cubicBezTo>
                <a:cubicBezTo>
                  <a:pt x="342" y="377"/>
                  <a:pt x="342" y="377"/>
                  <a:pt x="342" y="377"/>
                </a:cubicBezTo>
                <a:cubicBezTo>
                  <a:pt x="344" y="368"/>
                  <a:pt x="344" y="368"/>
                  <a:pt x="344" y="368"/>
                </a:cubicBezTo>
                <a:cubicBezTo>
                  <a:pt x="344" y="367"/>
                  <a:pt x="344" y="367"/>
                  <a:pt x="345" y="367"/>
                </a:cubicBezTo>
                <a:cubicBezTo>
                  <a:pt x="346" y="367"/>
                  <a:pt x="346" y="367"/>
                  <a:pt x="346" y="367"/>
                </a:cubicBezTo>
                <a:cubicBezTo>
                  <a:pt x="347" y="367"/>
                  <a:pt x="347" y="368"/>
                  <a:pt x="347" y="369"/>
                </a:cubicBezTo>
                <a:cubicBezTo>
                  <a:pt x="345" y="378"/>
                  <a:pt x="345" y="378"/>
                  <a:pt x="345" y="378"/>
                </a:cubicBezTo>
                <a:cubicBezTo>
                  <a:pt x="354" y="372"/>
                  <a:pt x="354" y="372"/>
                  <a:pt x="354" y="372"/>
                </a:cubicBezTo>
                <a:cubicBezTo>
                  <a:pt x="355" y="372"/>
                  <a:pt x="355" y="372"/>
                  <a:pt x="355" y="372"/>
                </a:cubicBezTo>
                <a:cubicBezTo>
                  <a:pt x="356" y="372"/>
                  <a:pt x="356" y="372"/>
                  <a:pt x="357" y="372"/>
                </a:cubicBezTo>
                <a:cubicBezTo>
                  <a:pt x="357" y="374"/>
                  <a:pt x="357" y="374"/>
                  <a:pt x="357" y="374"/>
                </a:cubicBezTo>
                <a:cubicBezTo>
                  <a:pt x="356" y="375"/>
                  <a:pt x="356" y="375"/>
                  <a:pt x="356" y="375"/>
                </a:cubicBezTo>
                <a:cubicBezTo>
                  <a:pt x="344" y="383"/>
                  <a:pt x="344" y="383"/>
                  <a:pt x="344" y="383"/>
                </a:cubicBezTo>
                <a:cubicBezTo>
                  <a:pt x="343" y="386"/>
                  <a:pt x="343" y="386"/>
                  <a:pt x="343" y="386"/>
                </a:cubicBezTo>
                <a:cubicBezTo>
                  <a:pt x="346" y="384"/>
                  <a:pt x="346" y="384"/>
                  <a:pt x="346" y="384"/>
                </a:cubicBezTo>
                <a:cubicBezTo>
                  <a:pt x="347" y="384"/>
                  <a:pt x="347" y="384"/>
                  <a:pt x="347" y="384"/>
                </a:cubicBezTo>
                <a:cubicBezTo>
                  <a:pt x="347" y="384"/>
                  <a:pt x="348" y="384"/>
                  <a:pt x="348" y="385"/>
                </a:cubicBezTo>
                <a:cubicBezTo>
                  <a:pt x="349" y="386"/>
                  <a:pt x="349" y="387"/>
                  <a:pt x="348" y="388"/>
                </a:cubicBezTo>
                <a:cubicBezTo>
                  <a:pt x="342" y="391"/>
                  <a:pt x="342" y="391"/>
                  <a:pt x="342" y="391"/>
                </a:cubicBezTo>
                <a:cubicBezTo>
                  <a:pt x="341" y="398"/>
                  <a:pt x="341" y="398"/>
                  <a:pt x="341" y="398"/>
                </a:cubicBezTo>
                <a:cubicBezTo>
                  <a:pt x="347" y="396"/>
                  <a:pt x="347" y="396"/>
                  <a:pt x="347" y="396"/>
                </a:cubicBezTo>
                <a:cubicBezTo>
                  <a:pt x="350" y="390"/>
                  <a:pt x="350" y="390"/>
                  <a:pt x="350" y="390"/>
                </a:cubicBezTo>
                <a:cubicBezTo>
                  <a:pt x="351" y="389"/>
                  <a:pt x="351" y="389"/>
                  <a:pt x="352" y="389"/>
                </a:cubicBezTo>
                <a:cubicBezTo>
                  <a:pt x="353" y="389"/>
                  <a:pt x="353" y="389"/>
                  <a:pt x="353" y="389"/>
                </a:cubicBezTo>
                <a:cubicBezTo>
                  <a:pt x="353" y="390"/>
                  <a:pt x="353" y="390"/>
                  <a:pt x="353" y="390"/>
                </a:cubicBezTo>
                <a:cubicBezTo>
                  <a:pt x="353" y="392"/>
                  <a:pt x="353" y="392"/>
                  <a:pt x="353" y="392"/>
                </a:cubicBezTo>
                <a:cubicBezTo>
                  <a:pt x="352" y="394"/>
                  <a:pt x="352" y="394"/>
                  <a:pt x="352" y="394"/>
                </a:cubicBezTo>
                <a:cubicBezTo>
                  <a:pt x="355" y="394"/>
                  <a:pt x="355" y="394"/>
                  <a:pt x="355" y="394"/>
                </a:cubicBezTo>
                <a:cubicBezTo>
                  <a:pt x="362" y="380"/>
                  <a:pt x="362" y="380"/>
                  <a:pt x="362" y="380"/>
                </a:cubicBezTo>
                <a:cubicBezTo>
                  <a:pt x="362" y="380"/>
                  <a:pt x="363" y="379"/>
                  <a:pt x="363" y="379"/>
                </a:cubicBezTo>
                <a:cubicBezTo>
                  <a:pt x="364" y="380"/>
                  <a:pt x="364" y="380"/>
                  <a:pt x="364" y="380"/>
                </a:cubicBezTo>
                <a:cubicBezTo>
                  <a:pt x="365" y="381"/>
                  <a:pt x="365" y="381"/>
                  <a:pt x="365" y="381"/>
                </a:cubicBezTo>
                <a:cubicBezTo>
                  <a:pt x="365" y="382"/>
                  <a:pt x="365" y="382"/>
                  <a:pt x="365" y="382"/>
                </a:cubicBezTo>
                <a:cubicBezTo>
                  <a:pt x="360" y="392"/>
                  <a:pt x="360" y="392"/>
                  <a:pt x="360" y="392"/>
                </a:cubicBezTo>
                <a:cubicBezTo>
                  <a:pt x="369" y="389"/>
                  <a:pt x="369" y="389"/>
                  <a:pt x="369" y="389"/>
                </a:cubicBezTo>
                <a:cubicBezTo>
                  <a:pt x="369" y="389"/>
                  <a:pt x="369" y="389"/>
                  <a:pt x="369" y="389"/>
                </a:cubicBezTo>
                <a:cubicBezTo>
                  <a:pt x="370" y="389"/>
                  <a:pt x="371" y="389"/>
                  <a:pt x="371" y="390"/>
                </a:cubicBezTo>
                <a:cubicBezTo>
                  <a:pt x="371" y="391"/>
                  <a:pt x="371" y="392"/>
                  <a:pt x="370" y="392"/>
                </a:cubicBezTo>
                <a:cubicBezTo>
                  <a:pt x="361" y="395"/>
                  <a:pt x="361" y="395"/>
                  <a:pt x="361" y="395"/>
                </a:cubicBezTo>
                <a:cubicBezTo>
                  <a:pt x="371" y="400"/>
                  <a:pt x="371" y="400"/>
                  <a:pt x="371" y="400"/>
                </a:cubicBezTo>
                <a:cubicBezTo>
                  <a:pt x="372" y="401"/>
                  <a:pt x="372" y="401"/>
                  <a:pt x="372" y="401"/>
                </a:cubicBezTo>
                <a:cubicBezTo>
                  <a:pt x="372" y="402"/>
                  <a:pt x="372" y="402"/>
                  <a:pt x="372" y="402"/>
                </a:cubicBezTo>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80" name="Freeform 576"/>
          <p:cNvSpPr>
            <a:spLocks noEditPoints="1"/>
          </p:cNvSpPr>
          <p:nvPr/>
        </p:nvSpPr>
        <p:spPr bwMode="auto">
          <a:xfrm>
            <a:off x="596910" y="5874928"/>
            <a:ext cx="314975" cy="320587"/>
          </a:xfrm>
          <a:custGeom>
            <a:avLst/>
            <a:gdLst>
              <a:gd name="T0" fmla="*/ 519 w 522"/>
              <a:gd name="T1" fmla="*/ 179 h 531"/>
              <a:gd name="T2" fmla="*/ 414 w 522"/>
              <a:gd name="T3" fmla="*/ 248 h 531"/>
              <a:gd name="T4" fmla="*/ 326 w 522"/>
              <a:gd name="T5" fmla="*/ 240 h 531"/>
              <a:gd name="T6" fmla="*/ 239 w 522"/>
              <a:gd name="T7" fmla="*/ 244 h 531"/>
              <a:gd name="T8" fmla="*/ 73 w 522"/>
              <a:gd name="T9" fmla="*/ 207 h 531"/>
              <a:gd name="T10" fmla="*/ 91 w 522"/>
              <a:gd name="T11" fmla="*/ 81 h 531"/>
              <a:gd name="T12" fmla="*/ 190 w 522"/>
              <a:gd name="T13" fmla="*/ 28 h 531"/>
              <a:gd name="T14" fmla="*/ 239 w 522"/>
              <a:gd name="T15" fmla="*/ 16 h 531"/>
              <a:gd name="T16" fmla="*/ 350 w 522"/>
              <a:gd name="T17" fmla="*/ 4 h 531"/>
              <a:gd name="T18" fmla="*/ 450 w 522"/>
              <a:gd name="T19" fmla="*/ 96 h 531"/>
              <a:gd name="T20" fmla="*/ 505 w 522"/>
              <a:gd name="T21" fmla="*/ 124 h 531"/>
              <a:gd name="T22" fmla="*/ 442 w 522"/>
              <a:gd name="T23" fmla="*/ 118 h 531"/>
              <a:gd name="T24" fmla="*/ 430 w 522"/>
              <a:gd name="T25" fmla="*/ 108 h 531"/>
              <a:gd name="T26" fmla="*/ 347 w 522"/>
              <a:gd name="T27" fmla="*/ 26 h 531"/>
              <a:gd name="T28" fmla="*/ 271 w 522"/>
              <a:gd name="T29" fmla="*/ 49 h 531"/>
              <a:gd name="T30" fmla="*/ 256 w 522"/>
              <a:gd name="T31" fmla="*/ 49 h 531"/>
              <a:gd name="T32" fmla="*/ 233 w 522"/>
              <a:gd name="T33" fmla="*/ 38 h 531"/>
              <a:gd name="T34" fmla="*/ 189 w 522"/>
              <a:gd name="T35" fmla="*/ 71 h 531"/>
              <a:gd name="T36" fmla="*/ 176 w 522"/>
              <a:gd name="T37" fmla="*/ 86 h 531"/>
              <a:gd name="T38" fmla="*/ 108 w 522"/>
              <a:gd name="T39" fmla="*/ 97 h 531"/>
              <a:gd name="T40" fmla="*/ 89 w 522"/>
              <a:gd name="T41" fmla="*/ 191 h 531"/>
              <a:gd name="T42" fmla="*/ 239 w 522"/>
              <a:gd name="T43" fmla="*/ 222 h 531"/>
              <a:gd name="T44" fmla="*/ 326 w 522"/>
              <a:gd name="T45" fmla="*/ 218 h 531"/>
              <a:gd name="T46" fmla="*/ 457 w 522"/>
              <a:gd name="T47" fmla="*/ 222 h 531"/>
              <a:gd name="T48" fmla="*/ 487 w 522"/>
              <a:gd name="T49" fmla="*/ 138 h 531"/>
              <a:gd name="T50" fmla="*/ 400 w 522"/>
              <a:gd name="T51" fmla="*/ 262 h 531"/>
              <a:gd name="T52" fmla="*/ 415 w 522"/>
              <a:gd name="T53" fmla="*/ 268 h 531"/>
              <a:gd name="T54" fmla="*/ 302 w 522"/>
              <a:gd name="T55" fmla="*/ 525 h 531"/>
              <a:gd name="T56" fmla="*/ 288 w 522"/>
              <a:gd name="T57" fmla="*/ 530 h 531"/>
              <a:gd name="T58" fmla="*/ 282 w 522"/>
              <a:gd name="T59" fmla="*/ 516 h 531"/>
              <a:gd name="T60" fmla="*/ 400 w 522"/>
              <a:gd name="T61" fmla="*/ 262 h 531"/>
              <a:gd name="T62" fmla="*/ 344 w 522"/>
              <a:gd name="T63" fmla="*/ 277 h 531"/>
              <a:gd name="T64" fmla="*/ 226 w 522"/>
              <a:gd name="T65" fmla="*/ 531 h 531"/>
              <a:gd name="T66" fmla="*/ 212 w 522"/>
              <a:gd name="T67" fmla="*/ 524 h 531"/>
              <a:gd name="T68" fmla="*/ 324 w 522"/>
              <a:gd name="T69" fmla="*/ 268 h 531"/>
              <a:gd name="T70" fmla="*/ 338 w 522"/>
              <a:gd name="T71" fmla="*/ 262 h 531"/>
              <a:gd name="T72" fmla="*/ 134 w 522"/>
              <a:gd name="T73" fmla="*/ 268 h 531"/>
              <a:gd name="T74" fmla="*/ 22 w 522"/>
              <a:gd name="T75" fmla="*/ 525 h 531"/>
              <a:gd name="T76" fmla="*/ 7 w 522"/>
              <a:gd name="T77" fmla="*/ 530 h 531"/>
              <a:gd name="T78" fmla="*/ 1 w 522"/>
              <a:gd name="T79" fmla="*/ 516 h 531"/>
              <a:gd name="T80" fmla="*/ 119 w 522"/>
              <a:gd name="T81" fmla="*/ 262 h 531"/>
              <a:gd name="T82" fmla="*/ 134 w 522"/>
              <a:gd name="T83" fmla="*/ 268 h 531"/>
              <a:gd name="T84" fmla="*/ 274 w 522"/>
              <a:gd name="T85" fmla="*/ 277 h 531"/>
              <a:gd name="T86" fmla="*/ 156 w 522"/>
              <a:gd name="T87" fmla="*/ 531 h 531"/>
              <a:gd name="T88" fmla="*/ 142 w 522"/>
              <a:gd name="T89" fmla="*/ 524 h 531"/>
              <a:gd name="T90" fmla="*/ 254 w 522"/>
              <a:gd name="T91" fmla="*/ 268 h 531"/>
              <a:gd name="T92" fmla="*/ 268 w 522"/>
              <a:gd name="T93" fmla="*/ 262 h 531"/>
              <a:gd name="T94" fmla="*/ 198 w 522"/>
              <a:gd name="T95" fmla="*/ 262 h 531"/>
              <a:gd name="T96" fmla="*/ 204 w 522"/>
              <a:gd name="T97" fmla="*/ 277 h 531"/>
              <a:gd name="T98" fmla="*/ 86 w 522"/>
              <a:gd name="T99" fmla="*/ 531 h 531"/>
              <a:gd name="T100" fmla="*/ 72 w 522"/>
              <a:gd name="T101" fmla="*/ 524 h 531"/>
              <a:gd name="T102" fmla="*/ 184 w 522"/>
              <a:gd name="T103" fmla="*/ 268 h 531"/>
              <a:gd name="T104" fmla="*/ 198 w 522"/>
              <a:gd name="T105" fmla="*/ 262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2" h="531">
                <a:moveTo>
                  <a:pt x="505" y="124"/>
                </a:moveTo>
                <a:cubicBezTo>
                  <a:pt x="517" y="141"/>
                  <a:pt x="522" y="159"/>
                  <a:pt x="519" y="179"/>
                </a:cubicBezTo>
                <a:cubicBezTo>
                  <a:pt x="515" y="215"/>
                  <a:pt x="495" y="236"/>
                  <a:pt x="460" y="244"/>
                </a:cubicBezTo>
                <a:cubicBezTo>
                  <a:pt x="414" y="248"/>
                  <a:pt x="414" y="248"/>
                  <a:pt x="414" y="248"/>
                </a:cubicBezTo>
                <a:cubicBezTo>
                  <a:pt x="368" y="243"/>
                  <a:pt x="368" y="243"/>
                  <a:pt x="368" y="243"/>
                </a:cubicBezTo>
                <a:cubicBezTo>
                  <a:pt x="326" y="240"/>
                  <a:pt x="326" y="240"/>
                  <a:pt x="326" y="240"/>
                </a:cubicBezTo>
                <a:cubicBezTo>
                  <a:pt x="286" y="242"/>
                  <a:pt x="286" y="242"/>
                  <a:pt x="286" y="242"/>
                </a:cubicBezTo>
                <a:cubicBezTo>
                  <a:pt x="239" y="244"/>
                  <a:pt x="239" y="244"/>
                  <a:pt x="239" y="244"/>
                </a:cubicBezTo>
                <a:cubicBezTo>
                  <a:pt x="211" y="245"/>
                  <a:pt x="188" y="245"/>
                  <a:pt x="170" y="243"/>
                </a:cubicBezTo>
                <a:cubicBezTo>
                  <a:pt x="124" y="239"/>
                  <a:pt x="92" y="227"/>
                  <a:pt x="73" y="207"/>
                </a:cubicBezTo>
                <a:cubicBezTo>
                  <a:pt x="56" y="189"/>
                  <a:pt x="49" y="166"/>
                  <a:pt x="53" y="136"/>
                </a:cubicBezTo>
                <a:cubicBezTo>
                  <a:pt x="56" y="114"/>
                  <a:pt x="69" y="95"/>
                  <a:pt x="91" y="81"/>
                </a:cubicBezTo>
                <a:cubicBezTo>
                  <a:pt x="113" y="67"/>
                  <a:pt x="138" y="61"/>
                  <a:pt x="168" y="63"/>
                </a:cubicBezTo>
                <a:cubicBezTo>
                  <a:pt x="171" y="48"/>
                  <a:pt x="178" y="37"/>
                  <a:pt x="190" y="28"/>
                </a:cubicBezTo>
                <a:cubicBezTo>
                  <a:pt x="203" y="17"/>
                  <a:pt x="218" y="13"/>
                  <a:pt x="236" y="16"/>
                </a:cubicBezTo>
                <a:cubicBezTo>
                  <a:pt x="239" y="16"/>
                  <a:pt x="239" y="16"/>
                  <a:pt x="239" y="16"/>
                </a:cubicBezTo>
                <a:cubicBezTo>
                  <a:pt x="248" y="18"/>
                  <a:pt x="256" y="21"/>
                  <a:pt x="264" y="27"/>
                </a:cubicBezTo>
                <a:cubicBezTo>
                  <a:pt x="289" y="8"/>
                  <a:pt x="318" y="0"/>
                  <a:pt x="350" y="4"/>
                </a:cubicBezTo>
                <a:cubicBezTo>
                  <a:pt x="374" y="7"/>
                  <a:pt x="396" y="17"/>
                  <a:pt x="415" y="34"/>
                </a:cubicBezTo>
                <a:cubicBezTo>
                  <a:pt x="433" y="51"/>
                  <a:pt x="445" y="71"/>
                  <a:pt x="450" y="96"/>
                </a:cubicBezTo>
                <a:cubicBezTo>
                  <a:pt x="456" y="96"/>
                  <a:pt x="456" y="96"/>
                  <a:pt x="456" y="96"/>
                </a:cubicBezTo>
                <a:cubicBezTo>
                  <a:pt x="476" y="99"/>
                  <a:pt x="492" y="108"/>
                  <a:pt x="505" y="124"/>
                </a:cubicBezTo>
                <a:moveTo>
                  <a:pt x="453" y="118"/>
                </a:moveTo>
                <a:cubicBezTo>
                  <a:pt x="442" y="118"/>
                  <a:pt x="442" y="118"/>
                  <a:pt x="442" y="118"/>
                </a:cubicBezTo>
                <a:cubicBezTo>
                  <a:pt x="432" y="119"/>
                  <a:pt x="432" y="119"/>
                  <a:pt x="432" y="119"/>
                </a:cubicBezTo>
                <a:cubicBezTo>
                  <a:pt x="430" y="108"/>
                  <a:pt x="430" y="108"/>
                  <a:pt x="430" y="108"/>
                </a:cubicBezTo>
                <a:cubicBezTo>
                  <a:pt x="427" y="87"/>
                  <a:pt x="418" y="69"/>
                  <a:pt x="402" y="53"/>
                </a:cubicBezTo>
                <a:cubicBezTo>
                  <a:pt x="387" y="38"/>
                  <a:pt x="368" y="29"/>
                  <a:pt x="347" y="26"/>
                </a:cubicBezTo>
                <a:cubicBezTo>
                  <a:pt x="333" y="24"/>
                  <a:pt x="320" y="25"/>
                  <a:pt x="306" y="29"/>
                </a:cubicBezTo>
                <a:cubicBezTo>
                  <a:pt x="293" y="33"/>
                  <a:pt x="282" y="40"/>
                  <a:pt x="271" y="49"/>
                </a:cubicBezTo>
                <a:cubicBezTo>
                  <a:pt x="264" y="56"/>
                  <a:pt x="264" y="56"/>
                  <a:pt x="264" y="56"/>
                </a:cubicBezTo>
                <a:cubicBezTo>
                  <a:pt x="256" y="49"/>
                  <a:pt x="256" y="49"/>
                  <a:pt x="256" y="49"/>
                </a:cubicBezTo>
                <a:cubicBezTo>
                  <a:pt x="251" y="44"/>
                  <a:pt x="246" y="41"/>
                  <a:pt x="239" y="39"/>
                </a:cubicBezTo>
                <a:cubicBezTo>
                  <a:pt x="233" y="38"/>
                  <a:pt x="233" y="38"/>
                  <a:pt x="233" y="38"/>
                </a:cubicBezTo>
                <a:cubicBezTo>
                  <a:pt x="222" y="36"/>
                  <a:pt x="212" y="39"/>
                  <a:pt x="203" y="46"/>
                </a:cubicBezTo>
                <a:cubicBezTo>
                  <a:pt x="195" y="52"/>
                  <a:pt x="190" y="60"/>
                  <a:pt x="189" y="71"/>
                </a:cubicBezTo>
                <a:cubicBezTo>
                  <a:pt x="189" y="87"/>
                  <a:pt x="189" y="87"/>
                  <a:pt x="189" y="87"/>
                </a:cubicBezTo>
                <a:cubicBezTo>
                  <a:pt x="176" y="86"/>
                  <a:pt x="176" y="86"/>
                  <a:pt x="176" y="86"/>
                </a:cubicBezTo>
                <a:cubicBezTo>
                  <a:pt x="176" y="86"/>
                  <a:pt x="176" y="86"/>
                  <a:pt x="176" y="86"/>
                </a:cubicBezTo>
                <a:cubicBezTo>
                  <a:pt x="150" y="83"/>
                  <a:pt x="128" y="86"/>
                  <a:pt x="108" y="97"/>
                </a:cubicBezTo>
                <a:cubicBezTo>
                  <a:pt x="89" y="107"/>
                  <a:pt x="78" y="121"/>
                  <a:pt x="75" y="139"/>
                </a:cubicBezTo>
                <a:cubicBezTo>
                  <a:pt x="72" y="161"/>
                  <a:pt x="77" y="179"/>
                  <a:pt x="89" y="191"/>
                </a:cubicBezTo>
                <a:cubicBezTo>
                  <a:pt x="105" y="208"/>
                  <a:pt x="134" y="218"/>
                  <a:pt x="176" y="222"/>
                </a:cubicBezTo>
                <a:cubicBezTo>
                  <a:pt x="192" y="223"/>
                  <a:pt x="213" y="223"/>
                  <a:pt x="239" y="222"/>
                </a:cubicBezTo>
                <a:cubicBezTo>
                  <a:pt x="285" y="220"/>
                  <a:pt x="285" y="220"/>
                  <a:pt x="285" y="220"/>
                </a:cubicBezTo>
                <a:cubicBezTo>
                  <a:pt x="326" y="218"/>
                  <a:pt x="326" y="218"/>
                  <a:pt x="326" y="218"/>
                </a:cubicBezTo>
                <a:cubicBezTo>
                  <a:pt x="371" y="221"/>
                  <a:pt x="371" y="221"/>
                  <a:pt x="371" y="221"/>
                </a:cubicBezTo>
                <a:cubicBezTo>
                  <a:pt x="412" y="226"/>
                  <a:pt x="441" y="226"/>
                  <a:pt x="457" y="222"/>
                </a:cubicBezTo>
                <a:cubicBezTo>
                  <a:pt x="481" y="216"/>
                  <a:pt x="494" y="201"/>
                  <a:pt x="497" y="177"/>
                </a:cubicBezTo>
                <a:cubicBezTo>
                  <a:pt x="499" y="162"/>
                  <a:pt x="496" y="150"/>
                  <a:pt x="487" y="138"/>
                </a:cubicBezTo>
                <a:cubicBezTo>
                  <a:pt x="479" y="127"/>
                  <a:pt x="467" y="120"/>
                  <a:pt x="453" y="118"/>
                </a:cubicBezTo>
                <a:moveTo>
                  <a:pt x="400" y="262"/>
                </a:moveTo>
                <a:cubicBezTo>
                  <a:pt x="403" y="261"/>
                  <a:pt x="406" y="261"/>
                  <a:pt x="409" y="262"/>
                </a:cubicBezTo>
                <a:cubicBezTo>
                  <a:pt x="412" y="263"/>
                  <a:pt x="414" y="265"/>
                  <a:pt x="415" y="268"/>
                </a:cubicBezTo>
                <a:cubicBezTo>
                  <a:pt x="416" y="271"/>
                  <a:pt x="416" y="274"/>
                  <a:pt x="414" y="277"/>
                </a:cubicBezTo>
                <a:cubicBezTo>
                  <a:pt x="302" y="525"/>
                  <a:pt x="302" y="525"/>
                  <a:pt x="302" y="525"/>
                </a:cubicBezTo>
                <a:cubicBezTo>
                  <a:pt x="301" y="527"/>
                  <a:pt x="299" y="529"/>
                  <a:pt x="296" y="531"/>
                </a:cubicBezTo>
                <a:cubicBezTo>
                  <a:pt x="288" y="530"/>
                  <a:pt x="288" y="530"/>
                  <a:pt x="288" y="530"/>
                </a:cubicBezTo>
                <a:cubicBezTo>
                  <a:pt x="285" y="529"/>
                  <a:pt x="283" y="527"/>
                  <a:pt x="282" y="524"/>
                </a:cubicBezTo>
                <a:cubicBezTo>
                  <a:pt x="281" y="521"/>
                  <a:pt x="281" y="518"/>
                  <a:pt x="282" y="516"/>
                </a:cubicBezTo>
                <a:cubicBezTo>
                  <a:pt x="394" y="268"/>
                  <a:pt x="394" y="268"/>
                  <a:pt x="394" y="268"/>
                </a:cubicBezTo>
                <a:cubicBezTo>
                  <a:pt x="395" y="265"/>
                  <a:pt x="397" y="263"/>
                  <a:pt x="400" y="262"/>
                </a:cubicBezTo>
                <a:moveTo>
                  <a:pt x="345" y="268"/>
                </a:moveTo>
                <a:cubicBezTo>
                  <a:pt x="346" y="271"/>
                  <a:pt x="345" y="274"/>
                  <a:pt x="344" y="277"/>
                </a:cubicBezTo>
                <a:cubicBezTo>
                  <a:pt x="232" y="525"/>
                  <a:pt x="232" y="525"/>
                  <a:pt x="232" y="525"/>
                </a:cubicBezTo>
                <a:cubicBezTo>
                  <a:pt x="231" y="527"/>
                  <a:pt x="229" y="529"/>
                  <a:pt x="226" y="531"/>
                </a:cubicBezTo>
                <a:cubicBezTo>
                  <a:pt x="218" y="530"/>
                  <a:pt x="218" y="530"/>
                  <a:pt x="218" y="530"/>
                </a:cubicBezTo>
                <a:cubicBezTo>
                  <a:pt x="215" y="529"/>
                  <a:pt x="213" y="527"/>
                  <a:pt x="212" y="524"/>
                </a:cubicBezTo>
                <a:cubicBezTo>
                  <a:pt x="211" y="521"/>
                  <a:pt x="211" y="518"/>
                  <a:pt x="212" y="516"/>
                </a:cubicBezTo>
                <a:cubicBezTo>
                  <a:pt x="324" y="268"/>
                  <a:pt x="324" y="268"/>
                  <a:pt x="324" y="268"/>
                </a:cubicBezTo>
                <a:cubicBezTo>
                  <a:pt x="325" y="265"/>
                  <a:pt x="327" y="263"/>
                  <a:pt x="330" y="262"/>
                </a:cubicBezTo>
                <a:cubicBezTo>
                  <a:pt x="333" y="261"/>
                  <a:pt x="336" y="261"/>
                  <a:pt x="338" y="262"/>
                </a:cubicBezTo>
                <a:cubicBezTo>
                  <a:pt x="341" y="263"/>
                  <a:pt x="343" y="265"/>
                  <a:pt x="345" y="268"/>
                </a:cubicBezTo>
                <a:moveTo>
                  <a:pt x="134" y="268"/>
                </a:moveTo>
                <a:cubicBezTo>
                  <a:pt x="135" y="271"/>
                  <a:pt x="135" y="274"/>
                  <a:pt x="133" y="277"/>
                </a:cubicBezTo>
                <a:cubicBezTo>
                  <a:pt x="22" y="525"/>
                  <a:pt x="22" y="525"/>
                  <a:pt x="22" y="525"/>
                </a:cubicBezTo>
                <a:cubicBezTo>
                  <a:pt x="20" y="527"/>
                  <a:pt x="18" y="529"/>
                  <a:pt x="15" y="531"/>
                </a:cubicBezTo>
                <a:cubicBezTo>
                  <a:pt x="7" y="530"/>
                  <a:pt x="7" y="530"/>
                  <a:pt x="7" y="530"/>
                </a:cubicBezTo>
                <a:cubicBezTo>
                  <a:pt x="4" y="529"/>
                  <a:pt x="2" y="527"/>
                  <a:pt x="1" y="524"/>
                </a:cubicBezTo>
                <a:cubicBezTo>
                  <a:pt x="0" y="521"/>
                  <a:pt x="0" y="518"/>
                  <a:pt x="1" y="516"/>
                </a:cubicBezTo>
                <a:cubicBezTo>
                  <a:pt x="113" y="268"/>
                  <a:pt x="113" y="268"/>
                  <a:pt x="113" y="268"/>
                </a:cubicBezTo>
                <a:cubicBezTo>
                  <a:pt x="115" y="265"/>
                  <a:pt x="117" y="263"/>
                  <a:pt x="119" y="262"/>
                </a:cubicBezTo>
                <a:cubicBezTo>
                  <a:pt x="122" y="261"/>
                  <a:pt x="125" y="261"/>
                  <a:pt x="128" y="262"/>
                </a:cubicBezTo>
                <a:cubicBezTo>
                  <a:pt x="131" y="263"/>
                  <a:pt x="133" y="265"/>
                  <a:pt x="134" y="268"/>
                </a:cubicBezTo>
                <a:moveTo>
                  <a:pt x="274" y="268"/>
                </a:moveTo>
                <a:cubicBezTo>
                  <a:pt x="275" y="271"/>
                  <a:pt x="275" y="274"/>
                  <a:pt x="274" y="277"/>
                </a:cubicBezTo>
                <a:cubicBezTo>
                  <a:pt x="162" y="525"/>
                  <a:pt x="162" y="525"/>
                  <a:pt x="162" y="525"/>
                </a:cubicBezTo>
                <a:cubicBezTo>
                  <a:pt x="161" y="527"/>
                  <a:pt x="159" y="529"/>
                  <a:pt x="156" y="531"/>
                </a:cubicBezTo>
                <a:cubicBezTo>
                  <a:pt x="147" y="530"/>
                  <a:pt x="147" y="530"/>
                  <a:pt x="147" y="530"/>
                </a:cubicBezTo>
                <a:cubicBezTo>
                  <a:pt x="145" y="529"/>
                  <a:pt x="143" y="527"/>
                  <a:pt x="142" y="524"/>
                </a:cubicBezTo>
                <a:cubicBezTo>
                  <a:pt x="141" y="521"/>
                  <a:pt x="141" y="518"/>
                  <a:pt x="142" y="516"/>
                </a:cubicBezTo>
                <a:cubicBezTo>
                  <a:pt x="254" y="268"/>
                  <a:pt x="254" y="268"/>
                  <a:pt x="254" y="268"/>
                </a:cubicBezTo>
                <a:cubicBezTo>
                  <a:pt x="255" y="265"/>
                  <a:pt x="257" y="263"/>
                  <a:pt x="260" y="262"/>
                </a:cubicBezTo>
                <a:cubicBezTo>
                  <a:pt x="263" y="261"/>
                  <a:pt x="266" y="261"/>
                  <a:pt x="268" y="262"/>
                </a:cubicBezTo>
                <a:cubicBezTo>
                  <a:pt x="271" y="263"/>
                  <a:pt x="273" y="265"/>
                  <a:pt x="274" y="268"/>
                </a:cubicBezTo>
                <a:moveTo>
                  <a:pt x="198" y="262"/>
                </a:moveTo>
                <a:cubicBezTo>
                  <a:pt x="201" y="263"/>
                  <a:pt x="203" y="265"/>
                  <a:pt x="204" y="268"/>
                </a:cubicBezTo>
                <a:cubicBezTo>
                  <a:pt x="205" y="271"/>
                  <a:pt x="205" y="274"/>
                  <a:pt x="204" y="277"/>
                </a:cubicBezTo>
                <a:cubicBezTo>
                  <a:pt x="92" y="525"/>
                  <a:pt x="92" y="525"/>
                  <a:pt x="92" y="525"/>
                </a:cubicBezTo>
                <a:cubicBezTo>
                  <a:pt x="91" y="527"/>
                  <a:pt x="89" y="529"/>
                  <a:pt x="86" y="531"/>
                </a:cubicBezTo>
                <a:cubicBezTo>
                  <a:pt x="77" y="530"/>
                  <a:pt x="77" y="530"/>
                  <a:pt x="77" y="530"/>
                </a:cubicBezTo>
                <a:cubicBezTo>
                  <a:pt x="74" y="529"/>
                  <a:pt x="72" y="527"/>
                  <a:pt x="72" y="524"/>
                </a:cubicBezTo>
                <a:cubicBezTo>
                  <a:pt x="70" y="521"/>
                  <a:pt x="70" y="518"/>
                  <a:pt x="72" y="516"/>
                </a:cubicBezTo>
                <a:cubicBezTo>
                  <a:pt x="184" y="268"/>
                  <a:pt x="184" y="268"/>
                  <a:pt x="184" y="268"/>
                </a:cubicBezTo>
                <a:cubicBezTo>
                  <a:pt x="185" y="265"/>
                  <a:pt x="187" y="263"/>
                  <a:pt x="190" y="262"/>
                </a:cubicBezTo>
                <a:cubicBezTo>
                  <a:pt x="193" y="261"/>
                  <a:pt x="195" y="261"/>
                  <a:pt x="198" y="262"/>
                </a:cubicBezTo>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781" name="组合 780"/>
          <p:cNvGrpSpPr/>
          <p:nvPr/>
        </p:nvGrpSpPr>
        <p:grpSpPr>
          <a:xfrm>
            <a:off x="1496028" y="6422749"/>
            <a:ext cx="477832" cy="231181"/>
            <a:chOff x="7494588" y="5310188"/>
            <a:chExt cx="882650" cy="427038"/>
          </a:xfrm>
          <a:solidFill>
            <a:srgbClr val="707E84"/>
          </a:solidFill>
        </p:grpSpPr>
        <p:sp>
          <p:nvSpPr>
            <p:cNvPr id="782" name="Freeform 6"/>
            <p:cNvSpPr>
              <a:spLocks/>
            </p:cNvSpPr>
            <p:nvPr/>
          </p:nvSpPr>
          <p:spPr bwMode="auto">
            <a:xfrm>
              <a:off x="7705725" y="5403851"/>
              <a:ext cx="460375" cy="177800"/>
            </a:xfrm>
            <a:custGeom>
              <a:avLst/>
              <a:gdLst>
                <a:gd name="T0" fmla="*/ 438 w 587"/>
                <a:gd name="T1" fmla="*/ 94 h 227"/>
                <a:gd name="T2" fmla="*/ 430 w 587"/>
                <a:gd name="T3" fmla="*/ 94 h 227"/>
                <a:gd name="T4" fmla="*/ 316 w 587"/>
                <a:gd name="T5" fmla="*/ 0 h 227"/>
                <a:gd name="T6" fmla="*/ 206 w 587"/>
                <a:gd name="T7" fmla="*/ 76 h 227"/>
                <a:gd name="T8" fmla="*/ 155 w 587"/>
                <a:gd name="T9" fmla="*/ 67 h 227"/>
                <a:gd name="T10" fmla="*/ 0 w 587"/>
                <a:gd name="T11" fmla="*/ 221 h 227"/>
                <a:gd name="T12" fmla="*/ 0 w 587"/>
                <a:gd name="T13" fmla="*/ 225 h 227"/>
                <a:gd name="T14" fmla="*/ 587 w 587"/>
                <a:gd name="T15" fmla="*/ 227 h 227"/>
                <a:gd name="T16" fmla="*/ 438 w 587"/>
                <a:gd name="T17" fmla="*/ 94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7" h="227">
                  <a:moveTo>
                    <a:pt x="438" y="94"/>
                  </a:moveTo>
                  <a:cubicBezTo>
                    <a:pt x="435" y="94"/>
                    <a:pt x="432" y="94"/>
                    <a:pt x="430" y="94"/>
                  </a:cubicBezTo>
                  <a:cubicBezTo>
                    <a:pt x="419" y="41"/>
                    <a:pt x="372" y="0"/>
                    <a:pt x="316" y="0"/>
                  </a:cubicBezTo>
                  <a:cubicBezTo>
                    <a:pt x="265" y="0"/>
                    <a:pt x="223" y="31"/>
                    <a:pt x="206" y="76"/>
                  </a:cubicBezTo>
                  <a:cubicBezTo>
                    <a:pt x="190" y="70"/>
                    <a:pt x="173" y="67"/>
                    <a:pt x="155" y="67"/>
                  </a:cubicBezTo>
                  <a:cubicBezTo>
                    <a:pt x="70" y="67"/>
                    <a:pt x="0" y="135"/>
                    <a:pt x="0" y="221"/>
                  </a:cubicBezTo>
                  <a:cubicBezTo>
                    <a:pt x="0" y="225"/>
                    <a:pt x="0" y="225"/>
                    <a:pt x="0" y="225"/>
                  </a:cubicBezTo>
                  <a:cubicBezTo>
                    <a:pt x="587" y="227"/>
                    <a:pt x="587" y="227"/>
                    <a:pt x="587" y="227"/>
                  </a:cubicBezTo>
                  <a:cubicBezTo>
                    <a:pt x="578" y="152"/>
                    <a:pt x="515" y="94"/>
                    <a:pt x="438"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3" name="Freeform 7"/>
            <p:cNvSpPr>
              <a:spLocks/>
            </p:cNvSpPr>
            <p:nvPr/>
          </p:nvSpPr>
          <p:spPr bwMode="auto">
            <a:xfrm>
              <a:off x="7494588" y="5349876"/>
              <a:ext cx="384175" cy="149225"/>
            </a:xfrm>
            <a:custGeom>
              <a:avLst/>
              <a:gdLst>
                <a:gd name="T0" fmla="*/ 423 w 489"/>
                <a:gd name="T1" fmla="*/ 110 h 191"/>
                <a:gd name="T2" fmla="*/ 460 w 489"/>
                <a:gd name="T3" fmla="*/ 114 h 191"/>
                <a:gd name="T4" fmla="*/ 489 w 489"/>
                <a:gd name="T5" fmla="*/ 80 h 191"/>
                <a:gd name="T6" fmla="*/ 384 w 489"/>
                <a:gd name="T7" fmla="*/ 23 h 191"/>
                <a:gd name="T8" fmla="*/ 320 w 489"/>
                <a:gd name="T9" fmla="*/ 40 h 191"/>
                <a:gd name="T10" fmla="*/ 233 w 489"/>
                <a:gd name="T11" fmla="*/ 0 h 191"/>
                <a:gd name="T12" fmla="*/ 119 w 489"/>
                <a:gd name="T13" fmla="*/ 96 h 191"/>
                <a:gd name="T14" fmla="*/ 106 w 489"/>
                <a:gd name="T15" fmla="*/ 95 h 191"/>
                <a:gd name="T16" fmla="*/ 0 w 489"/>
                <a:gd name="T17" fmla="*/ 190 h 191"/>
                <a:gd name="T18" fmla="*/ 273 w 489"/>
                <a:gd name="T19" fmla="*/ 191 h 191"/>
                <a:gd name="T20" fmla="*/ 423 w 489"/>
                <a:gd name="T21" fmla="*/ 11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9" h="191">
                  <a:moveTo>
                    <a:pt x="423" y="110"/>
                  </a:moveTo>
                  <a:cubicBezTo>
                    <a:pt x="435" y="110"/>
                    <a:pt x="448" y="112"/>
                    <a:pt x="460" y="114"/>
                  </a:cubicBezTo>
                  <a:cubicBezTo>
                    <a:pt x="468" y="101"/>
                    <a:pt x="478" y="90"/>
                    <a:pt x="489" y="80"/>
                  </a:cubicBezTo>
                  <a:cubicBezTo>
                    <a:pt x="468" y="46"/>
                    <a:pt x="429" y="23"/>
                    <a:pt x="384" y="23"/>
                  </a:cubicBezTo>
                  <a:cubicBezTo>
                    <a:pt x="361" y="22"/>
                    <a:pt x="339" y="29"/>
                    <a:pt x="320" y="40"/>
                  </a:cubicBezTo>
                  <a:cubicBezTo>
                    <a:pt x="299" y="16"/>
                    <a:pt x="268" y="0"/>
                    <a:pt x="233" y="0"/>
                  </a:cubicBezTo>
                  <a:cubicBezTo>
                    <a:pt x="176" y="0"/>
                    <a:pt x="128" y="41"/>
                    <a:pt x="119" y="96"/>
                  </a:cubicBezTo>
                  <a:cubicBezTo>
                    <a:pt x="115" y="95"/>
                    <a:pt x="110" y="95"/>
                    <a:pt x="106" y="95"/>
                  </a:cubicBezTo>
                  <a:cubicBezTo>
                    <a:pt x="51" y="95"/>
                    <a:pt x="6" y="136"/>
                    <a:pt x="0" y="190"/>
                  </a:cubicBezTo>
                  <a:cubicBezTo>
                    <a:pt x="273" y="191"/>
                    <a:pt x="273" y="191"/>
                    <a:pt x="273" y="191"/>
                  </a:cubicBezTo>
                  <a:cubicBezTo>
                    <a:pt x="305" y="142"/>
                    <a:pt x="360" y="110"/>
                    <a:pt x="423" y="1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4" name="Freeform 8"/>
            <p:cNvSpPr>
              <a:spLocks/>
            </p:cNvSpPr>
            <p:nvPr/>
          </p:nvSpPr>
          <p:spPr bwMode="auto">
            <a:xfrm>
              <a:off x="7951788" y="5507038"/>
              <a:ext cx="60325" cy="53975"/>
            </a:xfrm>
            <a:custGeom>
              <a:avLst/>
              <a:gdLst>
                <a:gd name="T0" fmla="*/ 72 w 77"/>
                <a:gd name="T1" fmla="*/ 0 h 68"/>
                <a:gd name="T2" fmla="*/ 0 w 77"/>
                <a:gd name="T3" fmla="*/ 40 h 68"/>
                <a:gd name="T4" fmla="*/ 77 w 77"/>
                <a:gd name="T5" fmla="*/ 68 h 68"/>
                <a:gd name="T6" fmla="*/ 72 w 77"/>
                <a:gd name="T7" fmla="*/ 0 h 68"/>
              </a:gdLst>
              <a:ahLst/>
              <a:cxnLst>
                <a:cxn ang="0">
                  <a:pos x="T0" y="T1"/>
                </a:cxn>
                <a:cxn ang="0">
                  <a:pos x="T2" y="T3"/>
                </a:cxn>
                <a:cxn ang="0">
                  <a:pos x="T4" y="T5"/>
                </a:cxn>
                <a:cxn ang="0">
                  <a:pos x="T6" y="T7"/>
                </a:cxn>
              </a:cxnLst>
              <a:rect l="0" t="0" r="r" b="b"/>
              <a:pathLst>
                <a:path w="77" h="68">
                  <a:moveTo>
                    <a:pt x="72" y="0"/>
                  </a:moveTo>
                  <a:cubicBezTo>
                    <a:pt x="47" y="9"/>
                    <a:pt x="23" y="22"/>
                    <a:pt x="0" y="40"/>
                  </a:cubicBezTo>
                  <a:cubicBezTo>
                    <a:pt x="24" y="54"/>
                    <a:pt x="51" y="63"/>
                    <a:pt x="77" y="68"/>
                  </a:cubicBezTo>
                  <a:cubicBezTo>
                    <a:pt x="71" y="45"/>
                    <a:pt x="70" y="22"/>
                    <a:pt x="7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5" name="Freeform 9"/>
            <p:cNvSpPr>
              <a:spLocks/>
            </p:cNvSpPr>
            <p:nvPr/>
          </p:nvSpPr>
          <p:spPr bwMode="auto">
            <a:xfrm>
              <a:off x="7972425" y="5427663"/>
              <a:ext cx="65088" cy="52388"/>
            </a:xfrm>
            <a:custGeom>
              <a:avLst/>
              <a:gdLst>
                <a:gd name="T0" fmla="*/ 0 w 83"/>
                <a:gd name="T1" fmla="*/ 3 h 67"/>
                <a:gd name="T2" fmla="*/ 53 w 83"/>
                <a:gd name="T3" fmla="*/ 67 h 67"/>
                <a:gd name="T4" fmla="*/ 83 w 83"/>
                <a:gd name="T5" fmla="*/ 5 h 67"/>
                <a:gd name="T6" fmla="*/ 0 w 83"/>
                <a:gd name="T7" fmla="*/ 3 h 67"/>
              </a:gdLst>
              <a:ahLst/>
              <a:cxnLst>
                <a:cxn ang="0">
                  <a:pos x="T0" y="T1"/>
                </a:cxn>
                <a:cxn ang="0">
                  <a:pos x="T2" y="T3"/>
                </a:cxn>
                <a:cxn ang="0">
                  <a:pos x="T4" y="T5"/>
                </a:cxn>
                <a:cxn ang="0">
                  <a:pos x="T6" y="T7"/>
                </a:cxn>
              </a:cxnLst>
              <a:rect l="0" t="0" r="r" b="b"/>
              <a:pathLst>
                <a:path w="83" h="67">
                  <a:moveTo>
                    <a:pt x="0" y="3"/>
                  </a:moveTo>
                  <a:cubicBezTo>
                    <a:pt x="17" y="28"/>
                    <a:pt x="33" y="49"/>
                    <a:pt x="53" y="67"/>
                  </a:cubicBezTo>
                  <a:cubicBezTo>
                    <a:pt x="60" y="45"/>
                    <a:pt x="70" y="24"/>
                    <a:pt x="83" y="5"/>
                  </a:cubicBezTo>
                  <a:cubicBezTo>
                    <a:pt x="57" y="0"/>
                    <a:pt x="30" y="0"/>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6" name="Freeform 10"/>
            <p:cNvSpPr>
              <a:spLocks/>
            </p:cNvSpPr>
            <p:nvPr/>
          </p:nvSpPr>
          <p:spPr bwMode="auto">
            <a:xfrm>
              <a:off x="8054975" y="5376863"/>
              <a:ext cx="255588" cy="288925"/>
            </a:xfrm>
            <a:custGeom>
              <a:avLst/>
              <a:gdLst>
                <a:gd name="T0" fmla="*/ 297 w 326"/>
                <a:gd name="T1" fmla="*/ 132 h 367"/>
                <a:gd name="T2" fmla="*/ 86 w 326"/>
                <a:gd name="T3" fmla="*/ 30 h 367"/>
                <a:gd name="T4" fmla="*/ 0 w 326"/>
                <a:gd name="T5" fmla="*/ 97 h 367"/>
                <a:gd name="T6" fmla="*/ 3 w 326"/>
                <a:gd name="T7" fmla="*/ 102 h 367"/>
                <a:gd name="T8" fmla="*/ 166 w 326"/>
                <a:gd name="T9" fmla="*/ 258 h 367"/>
                <a:gd name="T10" fmla="*/ 169 w 326"/>
                <a:gd name="T11" fmla="*/ 286 h 367"/>
                <a:gd name="T12" fmla="*/ 141 w 326"/>
                <a:gd name="T13" fmla="*/ 286 h 367"/>
                <a:gd name="T14" fmla="*/ 7 w 326"/>
                <a:gd name="T15" fmla="*/ 286 h 367"/>
                <a:gd name="T16" fmla="*/ 194 w 326"/>
                <a:gd name="T17" fmla="*/ 343 h 367"/>
                <a:gd name="T18" fmla="*/ 297 w 326"/>
                <a:gd name="T19" fmla="*/ 132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6" h="367">
                  <a:moveTo>
                    <a:pt x="297" y="132"/>
                  </a:moveTo>
                  <a:cubicBezTo>
                    <a:pt x="267" y="46"/>
                    <a:pt x="172" y="0"/>
                    <a:pt x="86" y="30"/>
                  </a:cubicBezTo>
                  <a:cubicBezTo>
                    <a:pt x="49" y="42"/>
                    <a:pt x="20" y="66"/>
                    <a:pt x="0" y="97"/>
                  </a:cubicBezTo>
                  <a:cubicBezTo>
                    <a:pt x="1" y="99"/>
                    <a:pt x="2" y="100"/>
                    <a:pt x="3" y="102"/>
                  </a:cubicBezTo>
                  <a:cubicBezTo>
                    <a:pt x="87" y="108"/>
                    <a:pt x="157" y="173"/>
                    <a:pt x="166" y="258"/>
                  </a:cubicBezTo>
                  <a:cubicBezTo>
                    <a:pt x="169" y="286"/>
                    <a:pt x="169" y="286"/>
                    <a:pt x="169" y="286"/>
                  </a:cubicBezTo>
                  <a:cubicBezTo>
                    <a:pt x="141" y="286"/>
                    <a:pt x="141" y="286"/>
                    <a:pt x="141" y="286"/>
                  </a:cubicBezTo>
                  <a:cubicBezTo>
                    <a:pt x="7" y="286"/>
                    <a:pt x="7" y="286"/>
                    <a:pt x="7" y="286"/>
                  </a:cubicBezTo>
                  <a:cubicBezTo>
                    <a:pt x="49" y="342"/>
                    <a:pt x="124" y="367"/>
                    <a:pt x="194" y="343"/>
                  </a:cubicBezTo>
                  <a:cubicBezTo>
                    <a:pt x="280" y="313"/>
                    <a:pt x="326" y="219"/>
                    <a:pt x="297" y="1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7" name="Freeform 11"/>
            <p:cNvSpPr>
              <a:spLocks/>
            </p:cNvSpPr>
            <p:nvPr/>
          </p:nvSpPr>
          <p:spPr bwMode="auto">
            <a:xfrm>
              <a:off x="8318500" y="5486401"/>
              <a:ext cx="58738" cy="53975"/>
            </a:xfrm>
            <a:custGeom>
              <a:avLst/>
              <a:gdLst>
                <a:gd name="T0" fmla="*/ 76 w 76"/>
                <a:gd name="T1" fmla="*/ 28 h 68"/>
                <a:gd name="T2" fmla="*/ 0 w 76"/>
                <a:gd name="T3" fmla="*/ 0 h 68"/>
                <a:gd name="T4" fmla="*/ 4 w 76"/>
                <a:gd name="T5" fmla="*/ 68 h 68"/>
                <a:gd name="T6" fmla="*/ 76 w 76"/>
                <a:gd name="T7" fmla="*/ 28 h 68"/>
              </a:gdLst>
              <a:ahLst/>
              <a:cxnLst>
                <a:cxn ang="0">
                  <a:pos x="T0" y="T1"/>
                </a:cxn>
                <a:cxn ang="0">
                  <a:pos x="T2" y="T3"/>
                </a:cxn>
                <a:cxn ang="0">
                  <a:pos x="T4" y="T5"/>
                </a:cxn>
                <a:cxn ang="0">
                  <a:pos x="T6" y="T7"/>
                </a:cxn>
              </a:cxnLst>
              <a:rect l="0" t="0" r="r" b="b"/>
              <a:pathLst>
                <a:path w="76" h="68">
                  <a:moveTo>
                    <a:pt x="76" y="28"/>
                  </a:moveTo>
                  <a:cubicBezTo>
                    <a:pt x="53" y="14"/>
                    <a:pt x="26" y="5"/>
                    <a:pt x="0" y="0"/>
                  </a:cubicBezTo>
                  <a:cubicBezTo>
                    <a:pt x="5" y="22"/>
                    <a:pt x="6" y="45"/>
                    <a:pt x="4" y="68"/>
                  </a:cubicBezTo>
                  <a:cubicBezTo>
                    <a:pt x="29" y="59"/>
                    <a:pt x="54" y="46"/>
                    <a:pt x="76"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8" name="Freeform 12"/>
            <p:cNvSpPr>
              <a:spLocks/>
            </p:cNvSpPr>
            <p:nvPr/>
          </p:nvSpPr>
          <p:spPr bwMode="auto">
            <a:xfrm>
              <a:off x="8293100" y="5567363"/>
              <a:ext cx="65088" cy="52388"/>
            </a:xfrm>
            <a:custGeom>
              <a:avLst/>
              <a:gdLst>
                <a:gd name="T0" fmla="*/ 18 w 83"/>
                <a:gd name="T1" fmla="*/ 32 h 67"/>
                <a:gd name="T2" fmla="*/ 0 w 83"/>
                <a:gd name="T3" fmla="*/ 62 h 67"/>
                <a:gd name="T4" fmla="*/ 83 w 83"/>
                <a:gd name="T5" fmla="*/ 64 h 67"/>
                <a:gd name="T6" fmla="*/ 30 w 83"/>
                <a:gd name="T7" fmla="*/ 0 h 67"/>
                <a:gd name="T8" fmla="*/ 18 w 83"/>
                <a:gd name="T9" fmla="*/ 32 h 67"/>
              </a:gdLst>
              <a:ahLst/>
              <a:cxnLst>
                <a:cxn ang="0">
                  <a:pos x="T0" y="T1"/>
                </a:cxn>
                <a:cxn ang="0">
                  <a:pos x="T2" y="T3"/>
                </a:cxn>
                <a:cxn ang="0">
                  <a:pos x="T4" y="T5"/>
                </a:cxn>
                <a:cxn ang="0">
                  <a:pos x="T6" y="T7"/>
                </a:cxn>
                <a:cxn ang="0">
                  <a:pos x="T8" y="T9"/>
                </a:cxn>
              </a:cxnLst>
              <a:rect l="0" t="0" r="r" b="b"/>
              <a:pathLst>
                <a:path w="83" h="67">
                  <a:moveTo>
                    <a:pt x="18" y="32"/>
                  </a:moveTo>
                  <a:cubicBezTo>
                    <a:pt x="13" y="43"/>
                    <a:pt x="7" y="52"/>
                    <a:pt x="0" y="62"/>
                  </a:cubicBezTo>
                  <a:cubicBezTo>
                    <a:pt x="26" y="66"/>
                    <a:pt x="53" y="67"/>
                    <a:pt x="83" y="64"/>
                  </a:cubicBezTo>
                  <a:cubicBezTo>
                    <a:pt x="67" y="39"/>
                    <a:pt x="50" y="18"/>
                    <a:pt x="30" y="0"/>
                  </a:cubicBezTo>
                  <a:cubicBezTo>
                    <a:pt x="27" y="11"/>
                    <a:pt x="23" y="22"/>
                    <a:pt x="18"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9" name="Freeform 13"/>
            <p:cNvSpPr>
              <a:spLocks/>
            </p:cNvSpPr>
            <p:nvPr/>
          </p:nvSpPr>
          <p:spPr bwMode="auto">
            <a:xfrm>
              <a:off x="8229600" y="5637213"/>
              <a:ext cx="55563" cy="63500"/>
            </a:xfrm>
            <a:custGeom>
              <a:avLst/>
              <a:gdLst>
                <a:gd name="T0" fmla="*/ 0 w 70"/>
                <a:gd name="T1" fmla="*/ 38 h 81"/>
                <a:gd name="T2" fmla="*/ 70 w 70"/>
                <a:gd name="T3" fmla="*/ 81 h 81"/>
                <a:gd name="T4" fmla="*/ 57 w 70"/>
                <a:gd name="T5" fmla="*/ 0 h 81"/>
                <a:gd name="T6" fmla="*/ 0 w 70"/>
                <a:gd name="T7" fmla="*/ 38 h 81"/>
              </a:gdLst>
              <a:ahLst/>
              <a:cxnLst>
                <a:cxn ang="0">
                  <a:pos x="T0" y="T1"/>
                </a:cxn>
                <a:cxn ang="0">
                  <a:pos x="T2" y="T3"/>
                </a:cxn>
                <a:cxn ang="0">
                  <a:pos x="T4" y="T5"/>
                </a:cxn>
                <a:cxn ang="0">
                  <a:pos x="T6" y="T7"/>
                </a:cxn>
              </a:cxnLst>
              <a:rect l="0" t="0" r="r" b="b"/>
              <a:pathLst>
                <a:path w="70" h="81">
                  <a:moveTo>
                    <a:pt x="0" y="38"/>
                  </a:moveTo>
                  <a:cubicBezTo>
                    <a:pt x="21" y="55"/>
                    <a:pt x="45" y="71"/>
                    <a:pt x="70" y="81"/>
                  </a:cubicBezTo>
                  <a:cubicBezTo>
                    <a:pt x="70" y="52"/>
                    <a:pt x="65" y="25"/>
                    <a:pt x="57" y="0"/>
                  </a:cubicBezTo>
                  <a:cubicBezTo>
                    <a:pt x="40" y="16"/>
                    <a:pt x="21" y="29"/>
                    <a:pt x="0"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0" name="Freeform 14"/>
            <p:cNvSpPr>
              <a:spLocks/>
            </p:cNvSpPr>
            <p:nvPr/>
          </p:nvSpPr>
          <p:spPr bwMode="auto">
            <a:xfrm>
              <a:off x="8148638" y="5676901"/>
              <a:ext cx="53975" cy="60325"/>
            </a:xfrm>
            <a:custGeom>
              <a:avLst/>
              <a:gdLst>
                <a:gd name="T0" fmla="*/ 0 w 69"/>
                <a:gd name="T1" fmla="*/ 5 h 77"/>
                <a:gd name="T2" fmla="*/ 40 w 69"/>
                <a:gd name="T3" fmla="*/ 77 h 77"/>
                <a:gd name="T4" fmla="*/ 69 w 69"/>
                <a:gd name="T5" fmla="*/ 0 h 77"/>
                <a:gd name="T6" fmla="*/ 21 w 69"/>
                <a:gd name="T7" fmla="*/ 6 h 77"/>
                <a:gd name="T8" fmla="*/ 0 w 69"/>
                <a:gd name="T9" fmla="*/ 5 h 77"/>
              </a:gdLst>
              <a:ahLst/>
              <a:cxnLst>
                <a:cxn ang="0">
                  <a:pos x="T0" y="T1"/>
                </a:cxn>
                <a:cxn ang="0">
                  <a:pos x="T2" y="T3"/>
                </a:cxn>
                <a:cxn ang="0">
                  <a:pos x="T4" y="T5"/>
                </a:cxn>
                <a:cxn ang="0">
                  <a:pos x="T6" y="T7"/>
                </a:cxn>
                <a:cxn ang="0">
                  <a:pos x="T8" y="T9"/>
                </a:cxn>
              </a:cxnLst>
              <a:rect l="0" t="0" r="r" b="b"/>
              <a:pathLst>
                <a:path w="69" h="77">
                  <a:moveTo>
                    <a:pt x="0" y="5"/>
                  </a:moveTo>
                  <a:cubicBezTo>
                    <a:pt x="9" y="30"/>
                    <a:pt x="22" y="54"/>
                    <a:pt x="40" y="77"/>
                  </a:cubicBezTo>
                  <a:cubicBezTo>
                    <a:pt x="54" y="54"/>
                    <a:pt x="63" y="26"/>
                    <a:pt x="69" y="0"/>
                  </a:cubicBezTo>
                  <a:cubicBezTo>
                    <a:pt x="53" y="4"/>
                    <a:pt x="37" y="6"/>
                    <a:pt x="21" y="6"/>
                  </a:cubicBezTo>
                  <a:cubicBezTo>
                    <a:pt x="14" y="6"/>
                    <a:pt x="7" y="6"/>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1" name="Freeform 15"/>
            <p:cNvSpPr>
              <a:spLocks/>
            </p:cNvSpPr>
            <p:nvPr/>
          </p:nvSpPr>
          <p:spPr bwMode="auto">
            <a:xfrm>
              <a:off x="8069263" y="5651501"/>
              <a:ext cx="52388" cy="65088"/>
            </a:xfrm>
            <a:custGeom>
              <a:avLst/>
              <a:gdLst>
                <a:gd name="T0" fmla="*/ 2 w 66"/>
                <a:gd name="T1" fmla="*/ 83 h 83"/>
                <a:gd name="T2" fmla="*/ 66 w 66"/>
                <a:gd name="T3" fmla="*/ 30 h 83"/>
                <a:gd name="T4" fmla="*/ 4 w 66"/>
                <a:gd name="T5" fmla="*/ 0 h 83"/>
                <a:gd name="T6" fmla="*/ 2 w 66"/>
                <a:gd name="T7" fmla="*/ 83 h 83"/>
              </a:gdLst>
              <a:ahLst/>
              <a:cxnLst>
                <a:cxn ang="0">
                  <a:pos x="T0" y="T1"/>
                </a:cxn>
                <a:cxn ang="0">
                  <a:pos x="T2" y="T3"/>
                </a:cxn>
                <a:cxn ang="0">
                  <a:pos x="T4" y="T5"/>
                </a:cxn>
                <a:cxn ang="0">
                  <a:pos x="T6" y="T7"/>
                </a:cxn>
              </a:cxnLst>
              <a:rect l="0" t="0" r="r" b="b"/>
              <a:pathLst>
                <a:path w="66" h="83">
                  <a:moveTo>
                    <a:pt x="2" y="83"/>
                  </a:moveTo>
                  <a:cubicBezTo>
                    <a:pt x="27" y="66"/>
                    <a:pt x="48" y="50"/>
                    <a:pt x="66" y="30"/>
                  </a:cubicBezTo>
                  <a:cubicBezTo>
                    <a:pt x="44" y="24"/>
                    <a:pt x="23" y="14"/>
                    <a:pt x="4" y="0"/>
                  </a:cubicBezTo>
                  <a:cubicBezTo>
                    <a:pt x="0" y="26"/>
                    <a:pt x="0" y="53"/>
                    <a:pt x="2"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2" name="Freeform 16"/>
            <p:cNvSpPr>
              <a:spLocks/>
            </p:cNvSpPr>
            <p:nvPr/>
          </p:nvSpPr>
          <p:spPr bwMode="auto">
            <a:xfrm>
              <a:off x="7988300" y="5602288"/>
              <a:ext cx="63500" cy="41275"/>
            </a:xfrm>
            <a:custGeom>
              <a:avLst/>
              <a:gdLst>
                <a:gd name="T0" fmla="*/ 30 w 81"/>
                <a:gd name="T1" fmla="*/ 0 h 53"/>
                <a:gd name="T2" fmla="*/ 0 w 81"/>
                <a:gd name="T3" fmla="*/ 53 h 53"/>
                <a:gd name="T4" fmla="*/ 81 w 81"/>
                <a:gd name="T5" fmla="*/ 39 h 53"/>
                <a:gd name="T6" fmla="*/ 52 w 81"/>
                <a:gd name="T7" fmla="*/ 0 h 53"/>
                <a:gd name="T8" fmla="*/ 30 w 81"/>
                <a:gd name="T9" fmla="*/ 0 h 53"/>
              </a:gdLst>
              <a:ahLst/>
              <a:cxnLst>
                <a:cxn ang="0">
                  <a:pos x="T0" y="T1"/>
                </a:cxn>
                <a:cxn ang="0">
                  <a:pos x="T2" y="T3"/>
                </a:cxn>
                <a:cxn ang="0">
                  <a:pos x="T4" y="T5"/>
                </a:cxn>
                <a:cxn ang="0">
                  <a:pos x="T6" y="T7"/>
                </a:cxn>
                <a:cxn ang="0">
                  <a:pos x="T8" y="T9"/>
                </a:cxn>
              </a:cxnLst>
              <a:rect l="0" t="0" r="r" b="b"/>
              <a:pathLst>
                <a:path w="81" h="53">
                  <a:moveTo>
                    <a:pt x="30" y="0"/>
                  </a:moveTo>
                  <a:cubicBezTo>
                    <a:pt x="18" y="16"/>
                    <a:pt x="7" y="34"/>
                    <a:pt x="0" y="53"/>
                  </a:cubicBezTo>
                  <a:cubicBezTo>
                    <a:pt x="29" y="53"/>
                    <a:pt x="56" y="48"/>
                    <a:pt x="81" y="39"/>
                  </a:cubicBezTo>
                  <a:cubicBezTo>
                    <a:pt x="70" y="28"/>
                    <a:pt x="60" y="14"/>
                    <a:pt x="52" y="0"/>
                  </a:cubicBezTo>
                  <a:lnTo>
                    <a:pt x="3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3" name="Freeform 17"/>
            <p:cNvSpPr>
              <a:spLocks/>
            </p:cNvSpPr>
            <p:nvPr/>
          </p:nvSpPr>
          <p:spPr bwMode="auto">
            <a:xfrm>
              <a:off x="8045450" y="5346701"/>
              <a:ext cx="53975" cy="63500"/>
            </a:xfrm>
            <a:custGeom>
              <a:avLst/>
              <a:gdLst>
                <a:gd name="T0" fmla="*/ 70 w 70"/>
                <a:gd name="T1" fmla="*/ 43 h 81"/>
                <a:gd name="T2" fmla="*/ 0 w 70"/>
                <a:gd name="T3" fmla="*/ 0 h 81"/>
                <a:gd name="T4" fmla="*/ 14 w 70"/>
                <a:gd name="T5" fmla="*/ 81 h 81"/>
                <a:gd name="T6" fmla="*/ 70 w 70"/>
                <a:gd name="T7" fmla="*/ 43 h 81"/>
              </a:gdLst>
              <a:ahLst/>
              <a:cxnLst>
                <a:cxn ang="0">
                  <a:pos x="T0" y="T1"/>
                </a:cxn>
                <a:cxn ang="0">
                  <a:pos x="T2" y="T3"/>
                </a:cxn>
                <a:cxn ang="0">
                  <a:pos x="T4" y="T5"/>
                </a:cxn>
                <a:cxn ang="0">
                  <a:pos x="T6" y="T7"/>
                </a:cxn>
              </a:cxnLst>
              <a:rect l="0" t="0" r="r" b="b"/>
              <a:pathLst>
                <a:path w="70" h="81">
                  <a:moveTo>
                    <a:pt x="70" y="43"/>
                  </a:moveTo>
                  <a:cubicBezTo>
                    <a:pt x="50" y="25"/>
                    <a:pt x="26" y="10"/>
                    <a:pt x="0" y="0"/>
                  </a:cubicBezTo>
                  <a:cubicBezTo>
                    <a:pt x="1" y="28"/>
                    <a:pt x="5" y="56"/>
                    <a:pt x="14" y="81"/>
                  </a:cubicBezTo>
                  <a:cubicBezTo>
                    <a:pt x="30" y="65"/>
                    <a:pt x="49" y="52"/>
                    <a:pt x="70"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4" name="Freeform 18"/>
            <p:cNvSpPr>
              <a:spLocks/>
            </p:cNvSpPr>
            <p:nvPr/>
          </p:nvSpPr>
          <p:spPr bwMode="auto">
            <a:xfrm>
              <a:off x="8128000" y="5310188"/>
              <a:ext cx="52388" cy="60325"/>
            </a:xfrm>
            <a:custGeom>
              <a:avLst/>
              <a:gdLst>
                <a:gd name="T0" fmla="*/ 68 w 68"/>
                <a:gd name="T1" fmla="*/ 72 h 77"/>
                <a:gd name="T2" fmla="*/ 28 w 68"/>
                <a:gd name="T3" fmla="*/ 0 h 77"/>
                <a:gd name="T4" fmla="*/ 0 w 68"/>
                <a:gd name="T5" fmla="*/ 77 h 77"/>
                <a:gd name="T6" fmla="*/ 48 w 68"/>
                <a:gd name="T7" fmla="*/ 71 h 77"/>
                <a:gd name="T8" fmla="*/ 68 w 68"/>
                <a:gd name="T9" fmla="*/ 72 h 77"/>
              </a:gdLst>
              <a:ahLst/>
              <a:cxnLst>
                <a:cxn ang="0">
                  <a:pos x="T0" y="T1"/>
                </a:cxn>
                <a:cxn ang="0">
                  <a:pos x="T2" y="T3"/>
                </a:cxn>
                <a:cxn ang="0">
                  <a:pos x="T4" y="T5"/>
                </a:cxn>
                <a:cxn ang="0">
                  <a:pos x="T6" y="T7"/>
                </a:cxn>
                <a:cxn ang="0">
                  <a:pos x="T8" y="T9"/>
                </a:cxn>
              </a:cxnLst>
              <a:rect l="0" t="0" r="r" b="b"/>
              <a:pathLst>
                <a:path w="68" h="77">
                  <a:moveTo>
                    <a:pt x="68" y="72"/>
                  </a:moveTo>
                  <a:cubicBezTo>
                    <a:pt x="59" y="47"/>
                    <a:pt x="46" y="22"/>
                    <a:pt x="28" y="0"/>
                  </a:cubicBezTo>
                  <a:cubicBezTo>
                    <a:pt x="14" y="23"/>
                    <a:pt x="5" y="50"/>
                    <a:pt x="0" y="77"/>
                  </a:cubicBezTo>
                  <a:cubicBezTo>
                    <a:pt x="16" y="73"/>
                    <a:pt x="32" y="71"/>
                    <a:pt x="48" y="71"/>
                  </a:cubicBezTo>
                  <a:cubicBezTo>
                    <a:pt x="54" y="71"/>
                    <a:pt x="61" y="71"/>
                    <a:pt x="68" y="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5" name="Freeform 19"/>
            <p:cNvSpPr>
              <a:spLocks/>
            </p:cNvSpPr>
            <p:nvPr/>
          </p:nvSpPr>
          <p:spPr bwMode="auto">
            <a:xfrm>
              <a:off x="8208963" y="5330826"/>
              <a:ext cx="52388" cy="65088"/>
            </a:xfrm>
            <a:custGeom>
              <a:avLst/>
              <a:gdLst>
                <a:gd name="T0" fmla="*/ 64 w 67"/>
                <a:gd name="T1" fmla="*/ 0 h 83"/>
                <a:gd name="T2" fmla="*/ 0 w 67"/>
                <a:gd name="T3" fmla="*/ 53 h 83"/>
                <a:gd name="T4" fmla="*/ 62 w 67"/>
                <a:gd name="T5" fmla="*/ 83 h 83"/>
                <a:gd name="T6" fmla="*/ 64 w 67"/>
                <a:gd name="T7" fmla="*/ 0 h 83"/>
              </a:gdLst>
              <a:ahLst/>
              <a:cxnLst>
                <a:cxn ang="0">
                  <a:pos x="T0" y="T1"/>
                </a:cxn>
                <a:cxn ang="0">
                  <a:pos x="T2" y="T3"/>
                </a:cxn>
                <a:cxn ang="0">
                  <a:pos x="T4" y="T5"/>
                </a:cxn>
                <a:cxn ang="0">
                  <a:pos x="T6" y="T7"/>
                </a:cxn>
              </a:cxnLst>
              <a:rect l="0" t="0" r="r" b="b"/>
              <a:pathLst>
                <a:path w="67" h="83">
                  <a:moveTo>
                    <a:pt x="64" y="0"/>
                  </a:moveTo>
                  <a:cubicBezTo>
                    <a:pt x="39" y="16"/>
                    <a:pt x="18" y="33"/>
                    <a:pt x="0" y="53"/>
                  </a:cubicBezTo>
                  <a:cubicBezTo>
                    <a:pt x="23" y="59"/>
                    <a:pt x="43" y="69"/>
                    <a:pt x="62" y="83"/>
                  </a:cubicBezTo>
                  <a:cubicBezTo>
                    <a:pt x="67" y="57"/>
                    <a:pt x="67" y="30"/>
                    <a:pt x="6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6" name="Freeform 20"/>
            <p:cNvSpPr>
              <a:spLocks/>
            </p:cNvSpPr>
            <p:nvPr/>
          </p:nvSpPr>
          <p:spPr bwMode="auto">
            <a:xfrm>
              <a:off x="8278813" y="5403851"/>
              <a:ext cx="63500" cy="55563"/>
            </a:xfrm>
            <a:custGeom>
              <a:avLst/>
              <a:gdLst>
                <a:gd name="T0" fmla="*/ 81 w 81"/>
                <a:gd name="T1" fmla="*/ 0 h 70"/>
                <a:gd name="T2" fmla="*/ 0 w 81"/>
                <a:gd name="T3" fmla="*/ 13 h 70"/>
                <a:gd name="T4" fmla="*/ 39 w 81"/>
                <a:gd name="T5" fmla="*/ 70 h 70"/>
                <a:gd name="T6" fmla="*/ 81 w 81"/>
                <a:gd name="T7" fmla="*/ 0 h 70"/>
              </a:gdLst>
              <a:ahLst/>
              <a:cxnLst>
                <a:cxn ang="0">
                  <a:pos x="T0" y="T1"/>
                </a:cxn>
                <a:cxn ang="0">
                  <a:pos x="T2" y="T3"/>
                </a:cxn>
                <a:cxn ang="0">
                  <a:pos x="T4" y="T5"/>
                </a:cxn>
                <a:cxn ang="0">
                  <a:pos x="T6" y="T7"/>
                </a:cxn>
              </a:cxnLst>
              <a:rect l="0" t="0" r="r" b="b"/>
              <a:pathLst>
                <a:path w="81" h="70">
                  <a:moveTo>
                    <a:pt x="81" y="0"/>
                  </a:moveTo>
                  <a:cubicBezTo>
                    <a:pt x="53" y="0"/>
                    <a:pt x="26" y="5"/>
                    <a:pt x="0" y="13"/>
                  </a:cubicBezTo>
                  <a:cubicBezTo>
                    <a:pt x="16" y="30"/>
                    <a:pt x="29" y="49"/>
                    <a:pt x="39" y="70"/>
                  </a:cubicBezTo>
                  <a:cubicBezTo>
                    <a:pt x="56" y="50"/>
                    <a:pt x="71" y="26"/>
                    <a:pt x="8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97" name="组合 796"/>
          <p:cNvGrpSpPr/>
          <p:nvPr/>
        </p:nvGrpSpPr>
        <p:grpSpPr>
          <a:xfrm>
            <a:off x="2979063" y="6427475"/>
            <a:ext cx="455488" cy="221728"/>
            <a:chOff x="9290050" y="5311776"/>
            <a:chExt cx="841376" cy="409575"/>
          </a:xfrm>
          <a:solidFill>
            <a:srgbClr val="707E84"/>
          </a:solidFill>
        </p:grpSpPr>
        <p:sp>
          <p:nvSpPr>
            <p:cNvPr id="798" name="Freeform 21"/>
            <p:cNvSpPr>
              <a:spLocks/>
            </p:cNvSpPr>
            <p:nvPr/>
          </p:nvSpPr>
          <p:spPr bwMode="auto">
            <a:xfrm>
              <a:off x="9467850" y="5470526"/>
              <a:ext cx="350838" cy="198438"/>
            </a:xfrm>
            <a:custGeom>
              <a:avLst/>
              <a:gdLst>
                <a:gd name="T0" fmla="*/ 446 w 446"/>
                <a:gd name="T1" fmla="*/ 217 h 253"/>
                <a:gd name="T2" fmla="*/ 368 w 446"/>
                <a:gd name="T3" fmla="*/ 229 h 253"/>
                <a:gd name="T4" fmla="*/ 331 w 446"/>
                <a:gd name="T5" fmla="*/ 229 h 253"/>
                <a:gd name="T6" fmla="*/ 344 w 446"/>
                <a:gd name="T7" fmla="*/ 196 h 253"/>
                <a:gd name="T8" fmla="*/ 386 w 446"/>
                <a:gd name="T9" fmla="*/ 127 h 253"/>
                <a:gd name="T10" fmla="*/ 311 w 446"/>
                <a:gd name="T11" fmla="*/ 98 h 253"/>
                <a:gd name="T12" fmla="*/ 280 w 446"/>
                <a:gd name="T13" fmla="*/ 79 h 253"/>
                <a:gd name="T14" fmla="*/ 308 w 446"/>
                <a:gd name="T15" fmla="*/ 57 h 253"/>
                <a:gd name="T16" fmla="*/ 378 w 446"/>
                <a:gd name="T17" fmla="*/ 18 h 253"/>
                <a:gd name="T18" fmla="*/ 361 w 446"/>
                <a:gd name="T19" fmla="*/ 1 h 253"/>
                <a:gd name="T20" fmla="*/ 353 w 446"/>
                <a:gd name="T21" fmla="*/ 1 h 253"/>
                <a:gd name="T22" fmla="*/ 230 w 446"/>
                <a:gd name="T23" fmla="*/ 85 h 253"/>
                <a:gd name="T24" fmla="*/ 173 w 446"/>
                <a:gd name="T25" fmla="*/ 75 h 253"/>
                <a:gd name="T26" fmla="*/ 0 w 446"/>
                <a:gd name="T27" fmla="*/ 247 h 253"/>
                <a:gd name="T28" fmla="*/ 0 w 446"/>
                <a:gd name="T29" fmla="*/ 252 h 253"/>
                <a:gd name="T30" fmla="*/ 443 w 446"/>
                <a:gd name="T31" fmla="*/ 253 h 253"/>
                <a:gd name="T32" fmla="*/ 446 w 446"/>
                <a:gd name="T33" fmla="*/ 217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46" h="253">
                  <a:moveTo>
                    <a:pt x="446" y="217"/>
                  </a:moveTo>
                  <a:cubicBezTo>
                    <a:pt x="421" y="225"/>
                    <a:pt x="395" y="229"/>
                    <a:pt x="368" y="229"/>
                  </a:cubicBezTo>
                  <a:cubicBezTo>
                    <a:pt x="331" y="229"/>
                    <a:pt x="331" y="229"/>
                    <a:pt x="331" y="229"/>
                  </a:cubicBezTo>
                  <a:cubicBezTo>
                    <a:pt x="344" y="196"/>
                    <a:pt x="344" y="196"/>
                    <a:pt x="344" y="196"/>
                  </a:cubicBezTo>
                  <a:cubicBezTo>
                    <a:pt x="353" y="172"/>
                    <a:pt x="368" y="149"/>
                    <a:pt x="386" y="127"/>
                  </a:cubicBezTo>
                  <a:cubicBezTo>
                    <a:pt x="358" y="120"/>
                    <a:pt x="332" y="111"/>
                    <a:pt x="311" y="98"/>
                  </a:cubicBezTo>
                  <a:cubicBezTo>
                    <a:pt x="280" y="79"/>
                    <a:pt x="280" y="79"/>
                    <a:pt x="280" y="79"/>
                  </a:cubicBezTo>
                  <a:cubicBezTo>
                    <a:pt x="308" y="57"/>
                    <a:pt x="308" y="57"/>
                    <a:pt x="308" y="57"/>
                  </a:cubicBezTo>
                  <a:cubicBezTo>
                    <a:pt x="330" y="41"/>
                    <a:pt x="353" y="28"/>
                    <a:pt x="378" y="18"/>
                  </a:cubicBezTo>
                  <a:cubicBezTo>
                    <a:pt x="372" y="13"/>
                    <a:pt x="367" y="7"/>
                    <a:pt x="361" y="1"/>
                  </a:cubicBezTo>
                  <a:cubicBezTo>
                    <a:pt x="358" y="1"/>
                    <a:pt x="356" y="1"/>
                    <a:pt x="353" y="1"/>
                  </a:cubicBezTo>
                  <a:cubicBezTo>
                    <a:pt x="297" y="0"/>
                    <a:pt x="249" y="36"/>
                    <a:pt x="230" y="85"/>
                  </a:cubicBezTo>
                  <a:cubicBezTo>
                    <a:pt x="212" y="79"/>
                    <a:pt x="193" y="75"/>
                    <a:pt x="173" y="75"/>
                  </a:cubicBezTo>
                  <a:cubicBezTo>
                    <a:pt x="78" y="75"/>
                    <a:pt x="0" y="152"/>
                    <a:pt x="0" y="247"/>
                  </a:cubicBezTo>
                  <a:cubicBezTo>
                    <a:pt x="0" y="252"/>
                    <a:pt x="0" y="252"/>
                    <a:pt x="0" y="252"/>
                  </a:cubicBezTo>
                  <a:cubicBezTo>
                    <a:pt x="443" y="253"/>
                    <a:pt x="443" y="253"/>
                    <a:pt x="443" y="253"/>
                  </a:cubicBezTo>
                  <a:cubicBezTo>
                    <a:pt x="443" y="240"/>
                    <a:pt x="444" y="228"/>
                    <a:pt x="446" y="2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9" name="Freeform 22"/>
            <p:cNvSpPr>
              <a:spLocks/>
            </p:cNvSpPr>
            <p:nvPr/>
          </p:nvSpPr>
          <p:spPr bwMode="auto">
            <a:xfrm>
              <a:off x="9290050" y="5402263"/>
              <a:ext cx="407988" cy="142875"/>
            </a:xfrm>
            <a:custGeom>
              <a:avLst/>
              <a:gdLst>
                <a:gd name="T0" fmla="*/ 444 w 520"/>
                <a:gd name="T1" fmla="*/ 143 h 183"/>
                <a:gd name="T2" fmla="*/ 520 w 520"/>
                <a:gd name="T3" fmla="*/ 75 h 183"/>
                <a:gd name="T4" fmla="*/ 501 w 520"/>
                <a:gd name="T5" fmla="*/ 73 h 183"/>
                <a:gd name="T6" fmla="*/ 470 w 520"/>
                <a:gd name="T7" fmla="*/ 79 h 183"/>
                <a:gd name="T8" fmla="*/ 368 w 520"/>
                <a:gd name="T9" fmla="*/ 22 h 183"/>
                <a:gd name="T10" fmla="*/ 307 w 520"/>
                <a:gd name="T11" fmla="*/ 38 h 183"/>
                <a:gd name="T12" fmla="*/ 223 w 520"/>
                <a:gd name="T13" fmla="*/ 0 h 183"/>
                <a:gd name="T14" fmla="*/ 113 w 520"/>
                <a:gd name="T15" fmla="*/ 92 h 183"/>
                <a:gd name="T16" fmla="*/ 101 w 520"/>
                <a:gd name="T17" fmla="*/ 91 h 183"/>
                <a:gd name="T18" fmla="*/ 0 w 520"/>
                <a:gd name="T19" fmla="*/ 182 h 183"/>
                <a:gd name="T20" fmla="*/ 274 w 520"/>
                <a:gd name="T21" fmla="*/ 183 h 183"/>
                <a:gd name="T22" fmla="*/ 400 w 520"/>
                <a:gd name="T23" fmla="*/ 138 h 183"/>
                <a:gd name="T24" fmla="*/ 444 w 520"/>
                <a:gd name="T25" fmla="*/ 14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20" h="183">
                  <a:moveTo>
                    <a:pt x="444" y="143"/>
                  </a:moveTo>
                  <a:cubicBezTo>
                    <a:pt x="461" y="112"/>
                    <a:pt x="488" y="88"/>
                    <a:pt x="520" y="75"/>
                  </a:cubicBezTo>
                  <a:cubicBezTo>
                    <a:pt x="514" y="74"/>
                    <a:pt x="508" y="73"/>
                    <a:pt x="501" y="73"/>
                  </a:cubicBezTo>
                  <a:cubicBezTo>
                    <a:pt x="490" y="73"/>
                    <a:pt x="479" y="75"/>
                    <a:pt x="470" y="79"/>
                  </a:cubicBezTo>
                  <a:cubicBezTo>
                    <a:pt x="450" y="45"/>
                    <a:pt x="412" y="22"/>
                    <a:pt x="368" y="22"/>
                  </a:cubicBezTo>
                  <a:cubicBezTo>
                    <a:pt x="346" y="22"/>
                    <a:pt x="325" y="28"/>
                    <a:pt x="307" y="38"/>
                  </a:cubicBezTo>
                  <a:cubicBezTo>
                    <a:pt x="286" y="15"/>
                    <a:pt x="257" y="0"/>
                    <a:pt x="223" y="0"/>
                  </a:cubicBezTo>
                  <a:cubicBezTo>
                    <a:pt x="169" y="0"/>
                    <a:pt x="123" y="40"/>
                    <a:pt x="113" y="92"/>
                  </a:cubicBezTo>
                  <a:cubicBezTo>
                    <a:pt x="109" y="91"/>
                    <a:pt x="105" y="91"/>
                    <a:pt x="101" y="91"/>
                  </a:cubicBezTo>
                  <a:cubicBezTo>
                    <a:pt x="48" y="91"/>
                    <a:pt x="5" y="131"/>
                    <a:pt x="0" y="182"/>
                  </a:cubicBezTo>
                  <a:cubicBezTo>
                    <a:pt x="274" y="183"/>
                    <a:pt x="274" y="183"/>
                    <a:pt x="274" y="183"/>
                  </a:cubicBezTo>
                  <a:cubicBezTo>
                    <a:pt x="309" y="155"/>
                    <a:pt x="352" y="138"/>
                    <a:pt x="400" y="138"/>
                  </a:cubicBezTo>
                  <a:cubicBezTo>
                    <a:pt x="415" y="138"/>
                    <a:pt x="430" y="140"/>
                    <a:pt x="444" y="1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0" name="Freeform 23"/>
            <p:cNvSpPr>
              <a:spLocks/>
            </p:cNvSpPr>
            <p:nvPr/>
          </p:nvSpPr>
          <p:spPr bwMode="auto">
            <a:xfrm>
              <a:off x="10072688" y="5480051"/>
              <a:ext cx="58738" cy="52388"/>
            </a:xfrm>
            <a:custGeom>
              <a:avLst/>
              <a:gdLst>
                <a:gd name="T0" fmla="*/ 4 w 74"/>
                <a:gd name="T1" fmla="*/ 66 h 66"/>
                <a:gd name="T2" fmla="*/ 74 w 74"/>
                <a:gd name="T3" fmla="*/ 28 h 66"/>
                <a:gd name="T4" fmla="*/ 0 w 74"/>
                <a:gd name="T5" fmla="*/ 0 h 66"/>
                <a:gd name="T6" fmla="*/ 4 w 74"/>
                <a:gd name="T7" fmla="*/ 66 h 66"/>
              </a:gdLst>
              <a:ahLst/>
              <a:cxnLst>
                <a:cxn ang="0">
                  <a:pos x="T0" y="T1"/>
                </a:cxn>
                <a:cxn ang="0">
                  <a:pos x="T2" y="T3"/>
                </a:cxn>
                <a:cxn ang="0">
                  <a:pos x="T4" y="T5"/>
                </a:cxn>
                <a:cxn ang="0">
                  <a:pos x="T6" y="T7"/>
                </a:cxn>
              </a:cxnLst>
              <a:rect l="0" t="0" r="r" b="b"/>
              <a:pathLst>
                <a:path w="74" h="66">
                  <a:moveTo>
                    <a:pt x="4" y="66"/>
                  </a:moveTo>
                  <a:cubicBezTo>
                    <a:pt x="28" y="57"/>
                    <a:pt x="52" y="45"/>
                    <a:pt x="74" y="28"/>
                  </a:cubicBezTo>
                  <a:cubicBezTo>
                    <a:pt x="51" y="14"/>
                    <a:pt x="25" y="6"/>
                    <a:pt x="0" y="0"/>
                  </a:cubicBezTo>
                  <a:cubicBezTo>
                    <a:pt x="5" y="22"/>
                    <a:pt x="6" y="44"/>
                    <a:pt x="4" y="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1" name="Freeform 24"/>
            <p:cNvSpPr>
              <a:spLocks/>
            </p:cNvSpPr>
            <p:nvPr/>
          </p:nvSpPr>
          <p:spPr bwMode="auto">
            <a:xfrm>
              <a:off x="10048875" y="5557838"/>
              <a:ext cx="61913" cy="50800"/>
            </a:xfrm>
            <a:custGeom>
              <a:avLst/>
              <a:gdLst>
                <a:gd name="T0" fmla="*/ 29 w 80"/>
                <a:gd name="T1" fmla="*/ 0 h 64"/>
                <a:gd name="T2" fmla="*/ 17 w 80"/>
                <a:gd name="T3" fmla="*/ 31 h 64"/>
                <a:gd name="T4" fmla="*/ 0 w 80"/>
                <a:gd name="T5" fmla="*/ 59 h 64"/>
                <a:gd name="T6" fmla="*/ 80 w 80"/>
                <a:gd name="T7" fmla="*/ 61 h 64"/>
                <a:gd name="T8" fmla="*/ 29 w 80"/>
                <a:gd name="T9" fmla="*/ 0 h 64"/>
              </a:gdLst>
              <a:ahLst/>
              <a:cxnLst>
                <a:cxn ang="0">
                  <a:pos x="T0" y="T1"/>
                </a:cxn>
                <a:cxn ang="0">
                  <a:pos x="T2" y="T3"/>
                </a:cxn>
                <a:cxn ang="0">
                  <a:pos x="T4" y="T5"/>
                </a:cxn>
                <a:cxn ang="0">
                  <a:pos x="T6" y="T7"/>
                </a:cxn>
                <a:cxn ang="0">
                  <a:pos x="T8" y="T9"/>
                </a:cxn>
              </a:cxnLst>
              <a:rect l="0" t="0" r="r" b="b"/>
              <a:pathLst>
                <a:path w="80" h="64">
                  <a:moveTo>
                    <a:pt x="29" y="0"/>
                  </a:moveTo>
                  <a:cubicBezTo>
                    <a:pt x="26" y="10"/>
                    <a:pt x="22" y="21"/>
                    <a:pt x="17" y="31"/>
                  </a:cubicBezTo>
                  <a:cubicBezTo>
                    <a:pt x="12" y="41"/>
                    <a:pt x="6" y="50"/>
                    <a:pt x="0" y="59"/>
                  </a:cubicBezTo>
                  <a:cubicBezTo>
                    <a:pt x="25" y="63"/>
                    <a:pt x="51" y="64"/>
                    <a:pt x="80" y="61"/>
                  </a:cubicBezTo>
                  <a:cubicBezTo>
                    <a:pt x="64" y="37"/>
                    <a:pt x="48" y="17"/>
                    <a:pt x="2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2" name="Freeform 25"/>
            <p:cNvSpPr>
              <a:spLocks/>
            </p:cNvSpPr>
            <p:nvPr/>
          </p:nvSpPr>
          <p:spPr bwMode="auto">
            <a:xfrm>
              <a:off x="9988550" y="5626101"/>
              <a:ext cx="52388" cy="60325"/>
            </a:xfrm>
            <a:custGeom>
              <a:avLst/>
              <a:gdLst>
                <a:gd name="T0" fmla="*/ 67 w 67"/>
                <a:gd name="T1" fmla="*/ 78 h 78"/>
                <a:gd name="T2" fmla="*/ 54 w 67"/>
                <a:gd name="T3" fmla="*/ 0 h 78"/>
                <a:gd name="T4" fmla="*/ 0 w 67"/>
                <a:gd name="T5" fmla="*/ 37 h 78"/>
                <a:gd name="T6" fmla="*/ 67 w 67"/>
                <a:gd name="T7" fmla="*/ 78 h 78"/>
              </a:gdLst>
              <a:ahLst/>
              <a:cxnLst>
                <a:cxn ang="0">
                  <a:pos x="T0" y="T1"/>
                </a:cxn>
                <a:cxn ang="0">
                  <a:pos x="T2" y="T3"/>
                </a:cxn>
                <a:cxn ang="0">
                  <a:pos x="T4" y="T5"/>
                </a:cxn>
                <a:cxn ang="0">
                  <a:pos x="T6" y="T7"/>
                </a:cxn>
              </a:cxnLst>
              <a:rect l="0" t="0" r="r" b="b"/>
              <a:pathLst>
                <a:path w="67" h="78">
                  <a:moveTo>
                    <a:pt x="67" y="78"/>
                  </a:moveTo>
                  <a:cubicBezTo>
                    <a:pt x="67" y="50"/>
                    <a:pt x="62" y="24"/>
                    <a:pt x="54" y="0"/>
                  </a:cubicBezTo>
                  <a:cubicBezTo>
                    <a:pt x="38" y="15"/>
                    <a:pt x="20" y="28"/>
                    <a:pt x="0" y="37"/>
                  </a:cubicBezTo>
                  <a:cubicBezTo>
                    <a:pt x="20" y="53"/>
                    <a:pt x="43" y="68"/>
                    <a:pt x="67"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3" name="Freeform 26"/>
            <p:cNvSpPr>
              <a:spLocks/>
            </p:cNvSpPr>
            <p:nvPr/>
          </p:nvSpPr>
          <p:spPr bwMode="auto">
            <a:xfrm>
              <a:off x="9910763" y="5662613"/>
              <a:ext cx="52388" cy="58738"/>
            </a:xfrm>
            <a:custGeom>
              <a:avLst/>
              <a:gdLst>
                <a:gd name="T0" fmla="*/ 0 w 66"/>
                <a:gd name="T1" fmla="*/ 5 h 74"/>
                <a:gd name="T2" fmla="*/ 38 w 66"/>
                <a:gd name="T3" fmla="*/ 74 h 74"/>
                <a:gd name="T4" fmla="*/ 66 w 66"/>
                <a:gd name="T5" fmla="*/ 0 h 74"/>
                <a:gd name="T6" fmla="*/ 20 w 66"/>
                <a:gd name="T7" fmla="*/ 6 h 74"/>
                <a:gd name="T8" fmla="*/ 0 w 66"/>
                <a:gd name="T9" fmla="*/ 5 h 74"/>
              </a:gdLst>
              <a:ahLst/>
              <a:cxnLst>
                <a:cxn ang="0">
                  <a:pos x="T0" y="T1"/>
                </a:cxn>
                <a:cxn ang="0">
                  <a:pos x="T2" y="T3"/>
                </a:cxn>
                <a:cxn ang="0">
                  <a:pos x="T4" y="T5"/>
                </a:cxn>
                <a:cxn ang="0">
                  <a:pos x="T6" y="T7"/>
                </a:cxn>
                <a:cxn ang="0">
                  <a:pos x="T8" y="T9"/>
                </a:cxn>
              </a:cxnLst>
              <a:rect l="0" t="0" r="r" b="b"/>
              <a:pathLst>
                <a:path w="66" h="74">
                  <a:moveTo>
                    <a:pt x="0" y="5"/>
                  </a:moveTo>
                  <a:cubicBezTo>
                    <a:pt x="9" y="29"/>
                    <a:pt x="22" y="52"/>
                    <a:pt x="38" y="74"/>
                  </a:cubicBezTo>
                  <a:cubicBezTo>
                    <a:pt x="52" y="51"/>
                    <a:pt x="61" y="25"/>
                    <a:pt x="66" y="0"/>
                  </a:cubicBezTo>
                  <a:cubicBezTo>
                    <a:pt x="51" y="4"/>
                    <a:pt x="35" y="6"/>
                    <a:pt x="20" y="6"/>
                  </a:cubicBezTo>
                  <a:cubicBezTo>
                    <a:pt x="13" y="6"/>
                    <a:pt x="7" y="5"/>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4" name="Freeform 27"/>
            <p:cNvSpPr>
              <a:spLocks/>
            </p:cNvSpPr>
            <p:nvPr/>
          </p:nvSpPr>
          <p:spPr bwMode="auto">
            <a:xfrm>
              <a:off x="9834563" y="5638801"/>
              <a:ext cx="49213" cy="63500"/>
            </a:xfrm>
            <a:custGeom>
              <a:avLst/>
              <a:gdLst>
                <a:gd name="T0" fmla="*/ 2 w 63"/>
                <a:gd name="T1" fmla="*/ 80 h 80"/>
                <a:gd name="T2" fmla="*/ 63 w 63"/>
                <a:gd name="T3" fmla="*/ 29 h 80"/>
                <a:gd name="T4" fmla="*/ 4 w 63"/>
                <a:gd name="T5" fmla="*/ 0 h 80"/>
                <a:gd name="T6" fmla="*/ 2 w 63"/>
                <a:gd name="T7" fmla="*/ 80 h 80"/>
              </a:gdLst>
              <a:ahLst/>
              <a:cxnLst>
                <a:cxn ang="0">
                  <a:pos x="T0" y="T1"/>
                </a:cxn>
                <a:cxn ang="0">
                  <a:pos x="T2" y="T3"/>
                </a:cxn>
                <a:cxn ang="0">
                  <a:pos x="T4" y="T5"/>
                </a:cxn>
                <a:cxn ang="0">
                  <a:pos x="T6" y="T7"/>
                </a:cxn>
              </a:cxnLst>
              <a:rect l="0" t="0" r="r" b="b"/>
              <a:pathLst>
                <a:path w="63" h="80">
                  <a:moveTo>
                    <a:pt x="2" y="80"/>
                  </a:moveTo>
                  <a:cubicBezTo>
                    <a:pt x="26" y="64"/>
                    <a:pt x="47" y="48"/>
                    <a:pt x="63" y="29"/>
                  </a:cubicBezTo>
                  <a:cubicBezTo>
                    <a:pt x="42" y="23"/>
                    <a:pt x="22" y="13"/>
                    <a:pt x="4" y="0"/>
                  </a:cubicBezTo>
                  <a:cubicBezTo>
                    <a:pt x="0" y="25"/>
                    <a:pt x="0" y="51"/>
                    <a:pt x="2"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5" name="Freeform 28"/>
            <p:cNvSpPr>
              <a:spLocks/>
            </p:cNvSpPr>
            <p:nvPr/>
          </p:nvSpPr>
          <p:spPr bwMode="auto">
            <a:xfrm>
              <a:off x="9755188" y="5578476"/>
              <a:ext cx="61913" cy="52388"/>
            </a:xfrm>
            <a:custGeom>
              <a:avLst/>
              <a:gdLst>
                <a:gd name="T0" fmla="*/ 0 w 78"/>
                <a:gd name="T1" fmla="*/ 68 h 68"/>
                <a:gd name="T2" fmla="*/ 78 w 78"/>
                <a:gd name="T3" fmla="*/ 55 h 68"/>
                <a:gd name="T4" fmla="*/ 41 w 78"/>
                <a:gd name="T5" fmla="*/ 0 h 68"/>
                <a:gd name="T6" fmla="*/ 0 w 78"/>
                <a:gd name="T7" fmla="*/ 68 h 68"/>
              </a:gdLst>
              <a:ahLst/>
              <a:cxnLst>
                <a:cxn ang="0">
                  <a:pos x="T0" y="T1"/>
                </a:cxn>
                <a:cxn ang="0">
                  <a:pos x="T2" y="T3"/>
                </a:cxn>
                <a:cxn ang="0">
                  <a:pos x="T4" y="T5"/>
                </a:cxn>
                <a:cxn ang="0">
                  <a:pos x="T6" y="T7"/>
                </a:cxn>
              </a:cxnLst>
              <a:rect l="0" t="0" r="r" b="b"/>
              <a:pathLst>
                <a:path w="78" h="68">
                  <a:moveTo>
                    <a:pt x="0" y="68"/>
                  </a:moveTo>
                  <a:cubicBezTo>
                    <a:pt x="28" y="67"/>
                    <a:pt x="54" y="63"/>
                    <a:pt x="78" y="55"/>
                  </a:cubicBezTo>
                  <a:cubicBezTo>
                    <a:pt x="63" y="39"/>
                    <a:pt x="51" y="21"/>
                    <a:pt x="41" y="0"/>
                  </a:cubicBezTo>
                  <a:cubicBezTo>
                    <a:pt x="25" y="20"/>
                    <a:pt x="10" y="43"/>
                    <a:pt x="0"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6" name="Freeform 29"/>
            <p:cNvSpPr>
              <a:spLocks/>
            </p:cNvSpPr>
            <p:nvPr/>
          </p:nvSpPr>
          <p:spPr bwMode="auto">
            <a:xfrm>
              <a:off x="9721850" y="5500688"/>
              <a:ext cx="57150" cy="50800"/>
            </a:xfrm>
            <a:custGeom>
              <a:avLst/>
              <a:gdLst>
                <a:gd name="T0" fmla="*/ 70 w 74"/>
                <a:gd name="T1" fmla="*/ 0 h 65"/>
                <a:gd name="T2" fmla="*/ 0 w 74"/>
                <a:gd name="T3" fmla="*/ 38 h 65"/>
                <a:gd name="T4" fmla="*/ 74 w 74"/>
                <a:gd name="T5" fmla="*/ 65 h 65"/>
                <a:gd name="T6" fmla="*/ 70 w 74"/>
                <a:gd name="T7" fmla="*/ 0 h 65"/>
              </a:gdLst>
              <a:ahLst/>
              <a:cxnLst>
                <a:cxn ang="0">
                  <a:pos x="T0" y="T1"/>
                </a:cxn>
                <a:cxn ang="0">
                  <a:pos x="T2" y="T3"/>
                </a:cxn>
                <a:cxn ang="0">
                  <a:pos x="T4" y="T5"/>
                </a:cxn>
                <a:cxn ang="0">
                  <a:pos x="T6" y="T7"/>
                </a:cxn>
              </a:cxnLst>
              <a:rect l="0" t="0" r="r" b="b"/>
              <a:pathLst>
                <a:path w="74" h="65">
                  <a:moveTo>
                    <a:pt x="70" y="0"/>
                  </a:moveTo>
                  <a:cubicBezTo>
                    <a:pt x="45" y="8"/>
                    <a:pt x="22" y="21"/>
                    <a:pt x="0" y="38"/>
                  </a:cubicBezTo>
                  <a:cubicBezTo>
                    <a:pt x="23" y="51"/>
                    <a:pt x="49" y="60"/>
                    <a:pt x="74" y="65"/>
                  </a:cubicBezTo>
                  <a:cubicBezTo>
                    <a:pt x="69" y="43"/>
                    <a:pt x="67" y="21"/>
                    <a:pt x="7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7" name="Freeform 30"/>
            <p:cNvSpPr>
              <a:spLocks/>
            </p:cNvSpPr>
            <p:nvPr/>
          </p:nvSpPr>
          <p:spPr bwMode="auto">
            <a:xfrm>
              <a:off x="9740900" y="5424488"/>
              <a:ext cx="63500" cy="49213"/>
            </a:xfrm>
            <a:custGeom>
              <a:avLst/>
              <a:gdLst>
                <a:gd name="T0" fmla="*/ 0 w 80"/>
                <a:gd name="T1" fmla="*/ 3 h 64"/>
                <a:gd name="T2" fmla="*/ 51 w 80"/>
                <a:gd name="T3" fmla="*/ 64 h 64"/>
                <a:gd name="T4" fmla="*/ 80 w 80"/>
                <a:gd name="T5" fmla="*/ 5 h 64"/>
                <a:gd name="T6" fmla="*/ 0 w 80"/>
                <a:gd name="T7" fmla="*/ 3 h 64"/>
              </a:gdLst>
              <a:ahLst/>
              <a:cxnLst>
                <a:cxn ang="0">
                  <a:pos x="T0" y="T1"/>
                </a:cxn>
                <a:cxn ang="0">
                  <a:pos x="T2" y="T3"/>
                </a:cxn>
                <a:cxn ang="0">
                  <a:pos x="T4" y="T5"/>
                </a:cxn>
                <a:cxn ang="0">
                  <a:pos x="T6" y="T7"/>
                </a:cxn>
              </a:cxnLst>
              <a:rect l="0" t="0" r="r" b="b"/>
              <a:pathLst>
                <a:path w="80" h="64">
                  <a:moveTo>
                    <a:pt x="0" y="3"/>
                  </a:moveTo>
                  <a:cubicBezTo>
                    <a:pt x="16" y="27"/>
                    <a:pt x="32" y="47"/>
                    <a:pt x="51" y="64"/>
                  </a:cubicBezTo>
                  <a:cubicBezTo>
                    <a:pt x="57" y="43"/>
                    <a:pt x="67" y="23"/>
                    <a:pt x="80" y="5"/>
                  </a:cubicBezTo>
                  <a:cubicBezTo>
                    <a:pt x="55" y="0"/>
                    <a:pt x="29" y="0"/>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8" name="Freeform 31"/>
            <p:cNvSpPr>
              <a:spLocks/>
            </p:cNvSpPr>
            <p:nvPr/>
          </p:nvSpPr>
          <p:spPr bwMode="auto">
            <a:xfrm>
              <a:off x="9812338" y="5346701"/>
              <a:ext cx="52388" cy="60325"/>
            </a:xfrm>
            <a:custGeom>
              <a:avLst/>
              <a:gdLst>
                <a:gd name="T0" fmla="*/ 0 w 67"/>
                <a:gd name="T1" fmla="*/ 0 h 78"/>
                <a:gd name="T2" fmla="*/ 12 w 67"/>
                <a:gd name="T3" fmla="*/ 78 h 78"/>
                <a:gd name="T4" fmla="*/ 67 w 67"/>
                <a:gd name="T5" fmla="*/ 41 h 78"/>
                <a:gd name="T6" fmla="*/ 0 w 67"/>
                <a:gd name="T7" fmla="*/ 0 h 78"/>
              </a:gdLst>
              <a:ahLst/>
              <a:cxnLst>
                <a:cxn ang="0">
                  <a:pos x="T0" y="T1"/>
                </a:cxn>
                <a:cxn ang="0">
                  <a:pos x="T2" y="T3"/>
                </a:cxn>
                <a:cxn ang="0">
                  <a:pos x="T4" y="T5"/>
                </a:cxn>
                <a:cxn ang="0">
                  <a:pos x="T6" y="T7"/>
                </a:cxn>
              </a:cxnLst>
              <a:rect l="0" t="0" r="r" b="b"/>
              <a:pathLst>
                <a:path w="67" h="78">
                  <a:moveTo>
                    <a:pt x="0" y="0"/>
                  </a:moveTo>
                  <a:cubicBezTo>
                    <a:pt x="0" y="27"/>
                    <a:pt x="4" y="53"/>
                    <a:pt x="12" y="78"/>
                  </a:cubicBezTo>
                  <a:cubicBezTo>
                    <a:pt x="28" y="63"/>
                    <a:pt x="46" y="50"/>
                    <a:pt x="67" y="41"/>
                  </a:cubicBezTo>
                  <a:cubicBezTo>
                    <a:pt x="47" y="24"/>
                    <a:pt x="24" y="9"/>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9" name="Freeform 32"/>
            <p:cNvSpPr>
              <a:spLocks/>
            </p:cNvSpPr>
            <p:nvPr/>
          </p:nvSpPr>
          <p:spPr bwMode="auto">
            <a:xfrm>
              <a:off x="9890125" y="5311776"/>
              <a:ext cx="50800" cy="57150"/>
            </a:xfrm>
            <a:custGeom>
              <a:avLst/>
              <a:gdLst>
                <a:gd name="T0" fmla="*/ 65 w 65"/>
                <a:gd name="T1" fmla="*/ 69 h 73"/>
                <a:gd name="T2" fmla="*/ 27 w 65"/>
                <a:gd name="T3" fmla="*/ 0 h 73"/>
                <a:gd name="T4" fmla="*/ 0 w 65"/>
                <a:gd name="T5" fmla="*/ 73 h 73"/>
                <a:gd name="T6" fmla="*/ 46 w 65"/>
                <a:gd name="T7" fmla="*/ 68 h 73"/>
                <a:gd name="T8" fmla="*/ 65 w 65"/>
                <a:gd name="T9" fmla="*/ 69 h 73"/>
              </a:gdLst>
              <a:ahLst/>
              <a:cxnLst>
                <a:cxn ang="0">
                  <a:pos x="T0" y="T1"/>
                </a:cxn>
                <a:cxn ang="0">
                  <a:pos x="T2" y="T3"/>
                </a:cxn>
                <a:cxn ang="0">
                  <a:pos x="T4" y="T5"/>
                </a:cxn>
                <a:cxn ang="0">
                  <a:pos x="T6" y="T7"/>
                </a:cxn>
                <a:cxn ang="0">
                  <a:pos x="T8" y="T9"/>
                </a:cxn>
              </a:cxnLst>
              <a:rect l="0" t="0" r="r" b="b"/>
              <a:pathLst>
                <a:path w="65" h="73">
                  <a:moveTo>
                    <a:pt x="65" y="69"/>
                  </a:moveTo>
                  <a:cubicBezTo>
                    <a:pt x="57" y="45"/>
                    <a:pt x="44" y="21"/>
                    <a:pt x="27" y="0"/>
                  </a:cubicBezTo>
                  <a:cubicBezTo>
                    <a:pt x="14" y="22"/>
                    <a:pt x="5" y="48"/>
                    <a:pt x="0" y="73"/>
                  </a:cubicBezTo>
                  <a:cubicBezTo>
                    <a:pt x="15" y="70"/>
                    <a:pt x="30" y="68"/>
                    <a:pt x="46" y="68"/>
                  </a:cubicBezTo>
                  <a:cubicBezTo>
                    <a:pt x="52" y="68"/>
                    <a:pt x="59" y="68"/>
                    <a:pt x="65"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0" name="Freeform 33"/>
            <p:cNvSpPr>
              <a:spLocks/>
            </p:cNvSpPr>
            <p:nvPr/>
          </p:nvSpPr>
          <p:spPr bwMode="auto">
            <a:xfrm>
              <a:off x="9967913" y="5330826"/>
              <a:ext cx="50800" cy="61913"/>
            </a:xfrm>
            <a:custGeom>
              <a:avLst/>
              <a:gdLst>
                <a:gd name="T0" fmla="*/ 62 w 64"/>
                <a:gd name="T1" fmla="*/ 0 h 79"/>
                <a:gd name="T2" fmla="*/ 0 w 64"/>
                <a:gd name="T3" fmla="*/ 50 h 79"/>
                <a:gd name="T4" fmla="*/ 59 w 64"/>
                <a:gd name="T5" fmla="*/ 79 h 79"/>
                <a:gd name="T6" fmla="*/ 62 w 64"/>
                <a:gd name="T7" fmla="*/ 0 h 79"/>
              </a:gdLst>
              <a:ahLst/>
              <a:cxnLst>
                <a:cxn ang="0">
                  <a:pos x="T0" y="T1"/>
                </a:cxn>
                <a:cxn ang="0">
                  <a:pos x="T2" y="T3"/>
                </a:cxn>
                <a:cxn ang="0">
                  <a:pos x="T4" y="T5"/>
                </a:cxn>
                <a:cxn ang="0">
                  <a:pos x="T6" y="T7"/>
                </a:cxn>
              </a:cxnLst>
              <a:rect l="0" t="0" r="r" b="b"/>
              <a:pathLst>
                <a:path w="64" h="79">
                  <a:moveTo>
                    <a:pt x="62" y="0"/>
                  </a:moveTo>
                  <a:cubicBezTo>
                    <a:pt x="37" y="15"/>
                    <a:pt x="17" y="32"/>
                    <a:pt x="0" y="50"/>
                  </a:cubicBezTo>
                  <a:cubicBezTo>
                    <a:pt x="22" y="57"/>
                    <a:pt x="42" y="66"/>
                    <a:pt x="59" y="79"/>
                  </a:cubicBezTo>
                  <a:cubicBezTo>
                    <a:pt x="64" y="54"/>
                    <a:pt x="64" y="29"/>
                    <a:pt x="6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1" name="Freeform 34"/>
            <p:cNvSpPr>
              <a:spLocks/>
            </p:cNvSpPr>
            <p:nvPr/>
          </p:nvSpPr>
          <p:spPr bwMode="auto">
            <a:xfrm>
              <a:off x="10036175" y="5400676"/>
              <a:ext cx="60325" cy="53975"/>
            </a:xfrm>
            <a:custGeom>
              <a:avLst/>
              <a:gdLst>
                <a:gd name="T0" fmla="*/ 77 w 77"/>
                <a:gd name="T1" fmla="*/ 0 h 67"/>
                <a:gd name="T2" fmla="*/ 0 w 77"/>
                <a:gd name="T3" fmla="*/ 13 h 67"/>
                <a:gd name="T4" fmla="*/ 36 w 77"/>
                <a:gd name="T5" fmla="*/ 67 h 67"/>
                <a:gd name="T6" fmla="*/ 77 w 77"/>
                <a:gd name="T7" fmla="*/ 0 h 67"/>
              </a:gdLst>
              <a:ahLst/>
              <a:cxnLst>
                <a:cxn ang="0">
                  <a:pos x="T0" y="T1"/>
                </a:cxn>
                <a:cxn ang="0">
                  <a:pos x="T2" y="T3"/>
                </a:cxn>
                <a:cxn ang="0">
                  <a:pos x="T4" y="T5"/>
                </a:cxn>
                <a:cxn ang="0">
                  <a:pos x="T6" y="T7"/>
                </a:cxn>
              </a:cxnLst>
              <a:rect l="0" t="0" r="r" b="b"/>
              <a:pathLst>
                <a:path w="77" h="67">
                  <a:moveTo>
                    <a:pt x="77" y="0"/>
                  </a:moveTo>
                  <a:cubicBezTo>
                    <a:pt x="50" y="0"/>
                    <a:pt x="24" y="5"/>
                    <a:pt x="0" y="13"/>
                  </a:cubicBezTo>
                  <a:cubicBezTo>
                    <a:pt x="15" y="29"/>
                    <a:pt x="27" y="47"/>
                    <a:pt x="36" y="67"/>
                  </a:cubicBezTo>
                  <a:cubicBezTo>
                    <a:pt x="53" y="48"/>
                    <a:pt x="68" y="25"/>
                    <a:pt x="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2" name="Freeform 35"/>
            <p:cNvSpPr>
              <a:spLocks/>
            </p:cNvSpPr>
            <p:nvPr/>
          </p:nvSpPr>
          <p:spPr bwMode="auto">
            <a:xfrm>
              <a:off x="9785350" y="5375276"/>
              <a:ext cx="280988" cy="280988"/>
            </a:xfrm>
            <a:custGeom>
              <a:avLst/>
              <a:gdLst>
                <a:gd name="T0" fmla="*/ 329 w 358"/>
                <a:gd name="T1" fmla="*/ 127 h 358"/>
                <a:gd name="T2" fmla="*/ 231 w 358"/>
                <a:gd name="T3" fmla="*/ 330 h 358"/>
                <a:gd name="T4" fmla="*/ 28 w 358"/>
                <a:gd name="T5" fmla="*/ 231 h 358"/>
                <a:gd name="T6" fmla="*/ 127 w 358"/>
                <a:gd name="T7" fmla="*/ 29 h 358"/>
                <a:gd name="T8" fmla="*/ 329 w 358"/>
                <a:gd name="T9" fmla="*/ 127 h 358"/>
              </a:gdLst>
              <a:ahLst/>
              <a:cxnLst>
                <a:cxn ang="0">
                  <a:pos x="T0" y="T1"/>
                </a:cxn>
                <a:cxn ang="0">
                  <a:pos x="T2" y="T3"/>
                </a:cxn>
                <a:cxn ang="0">
                  <a:pos x="T4" y="T5"/>
                </a:cxn>
                <a:cxn ang="0">
                  <a:pos x="T6" y="T7"/>
                </a:cxn>
                <a:cxn ang="0">
                  <a:pos x="T8" y="T9"/>
                </a:cxn>
              </a:cxnLst>
              <a:rect l="0" t="0" r="r" b="b"/>
              <a:pathLst>
                <a:path w="358" h="358">
                  <a:moveTo>
                    <a:pt x="329" y="127"/>
                  </a:moveTo>
                  <a:cubicBezTo>
                    <a:pt x="358" y="210"/>
                    <a:pt x="314" y="301"/>
                    <a:pt x="231" y="330"/>
                  </a:cubicBezTo>
                  <a:cubicBezTo>
                    <a:pt x="148" y="358"/>
                    <a:pt x="57" y="314"/>
                    <a:pt x="28" y="231"/>
                  </a:cubicBezTo>
                  <a:cubicBezTo>
                    <a:pt x="0" y="148"/>
                    <a:pt x="44" y="58"/>
                    <a:pt x="127" y="29"/>
                  </a:cubicBezTo>
                  <a:cubicBezTo>
                    <a:pt x="210" y="0"/>
                    <a:pt x="301" y="44"/>
                    <a:pt x="329" y="1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13" name="组合 812"/>
          <p:cNvGrpSpPr/>
          <p:nvPr/>
        </p:nvGrpSpPr>
        <p:grpSpPr>
          <a:xfrm>
            <a:off x="2577289" y="5360998"/>
            <a:ext cx="371265" cy="374035"/>
            <a:chOff x="8688388" y="5322888"/>
            <a:chExt cx="425450" cy="428625"/>
          </a:xfrm>
          <a:solidFill>
            <a:srgbClr val="707E84"/>
          </a:solidFill>
        </p:grpSpPr>
        <p:sp>
          <p:nvSpPr>
            <p:cNvPr id="814" name="Freeform 36"/>
            <p:cNvSpPr>
              <a:spLocks/>
            </p:cNvSpPr>
            <p:nvPr/>
          </p:nvSpPr>
          <p:spPr bwMode="auto">
            <a:xfrm>
              <a:off x="9053513" y="5499101"/>
              <a:ext cx="60325" cy="53975"/>
            </a:xfrm>
            <a:custGeom>
              <a:avLst/>
              <a:gdLst>
                <a:gd name="T0" fmla="*/ 5 w 77"/>
                <a:gd name="T1" fmla="*/ 68 h 68"/>
                <a:gd name="T2" fmla="*/ 77 w 77"/>
                <a:gd name="T3" fmla="*/ 29 h 68"/>
                <a:gd name="T4" fmla="*/ 0 w 77"/>
                <a:gd name="T5" fmla="*/ 0 h 68"/>
                <a:gd name="T6" fmla="*/ 5 w 77"/>
                <a:gd name="T7" fmla="*/ 68 h 68"/>
              </a:gdLst>
              <a:ahLst/>
              <a:cxnLst>
                <a:cxn ang="0">
                  <a:pos x="T0" y="T1"/>
                </a:cxn>
                <a:cxn ang="0">
                  <a:pos x="T2" y="T3"/>
                </a:cxn>
                <a:cxn ang="0">
                  <a:pos x="T4" y="T5"/>
                </a:cxn>
                <a:cxn ang="0">
                  <a:pos x="T6" y="T7"/>
                </a:cxn>
              </a:cxnLst>
              <a:rect l="0" t="0" r="r" b="b"/>
              <a:pathLst>
                <a:path w="77" h="68">
                  <a:moveTo>
                    <a:pt x="5" y="68"/>
                  </a:moveTo>
                  <a:cubicBezTo>
                    <a:pt x="30" y="59"/>
                    <a:pt x="54" y="46"/>
                    <a:pt x="77" y="29"/>
                  </a:cubicBezTo>
                  <a:cubicBezTo>
                    <a:pt x="54" y="15"/>
                    <a:pt x="26" y="5"/>
                    <a:pt x="0" y="0"/>
                  </a:cubicBezTo>
                  <a:cubicBezTo>
                    <a:pt x="6" y="23"/>
                    <a:pt x="7" y="45"/>
                    <a:pt x="5"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5" name="Freeform 37"/>
            <p:cNvSpPr>
              <a:spLocks/>
            </p:cNvSpPr>
            <p:nvPr/>
          </p:nvSpPr>
          <p:spPr bwMode="auto">
            <a:xfrm>
              <a:off x="9028113" y="5580063"/>
              <a:ext cx="65088" cy="52388"/>
            </a:xfrm>
            <a:custGeom>
              <a:avLst/>
              <a:gdLst>
                <a:gd name="T0" fmla="*/ 30 w 83"/>
                <a:gd name="T1" fmla="*/ 0 h 67"/>
                <a:gd name="T2" fmla="*/ 18 w 83"/>
                <a:gd name="T3" fmla="*/ 33 h 67"/>
                <a:gd name="T4" fmla="*/ 0 w 83"/>
                <a:gd name="T5" fmla="*/ 62 h 67"/>
                <a:gd name="T6" fmla="*/ 83 w 83"/>
                <a:gd name="T7" fmla="*/ 64 h 67"/>
                <a:gd name="T8" fmla="*/ 30 w 83"/>
                <a:gd name="T9" fmla="*/ 0 h 67"/>
              </a:gdLst>
              <a:ahLst/>
              <a:cxnLst>
                <a:cxn ang="0">
                  <a:pos x="T0" y="T1"/>
                </a:cxn>
                <a:cxn ang="0">
                  <a:pos x="T2" y="T3"/>
                </a:cxn>
                <a:cxn ang="0">
                  <a:pos x="T4" y="T5"/>
                </a:cxn>
                <a:cxn ang="0">
                  <a:pos x="T6" y="T7"/>
                </a:cxn>
                <a:cxn ang="0">
                  <a:pos x="T8" y="T9"/>
                </a:cxn>
              </a:cxnLst>
              <a:rect l="0" t="0" r="r" b="b"/>
              <a:pathLst>
                <a:path w="83" h="67">
                  <a:moveTo>
                    <a:pt x="30" y="0"/>
                  </a:moveTo>
                  <a:cubicBezTo>
                    <a:pt x="27" y="11"/>
                    <a:pt x="23" y="22"/>
                    <a:pt x="18" y="33"/>
                  </a:cubicBezTo>
                  <a:cubicBezTo>
                    <a:pt x="13" y="43"/>
                    <a:pt x="7" y="53"/>
                    <a:pt x="0" y="62"/>
                  </a:cubicBezTo>
                  <a:cubicBezTo>
                    <a:pt x="26" y="67"/>
                    <a:pt x="53" y="67"/>
                    <a:pt x="83" y="64"/>
                  </a:cubicBezTo>
                  <a:cubicBezTo>
                    <a:pt x="66" y="39"/>
                    <a:pt x="50" y="18"/>
                    <a:pt x="3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6" name="Freeform 38"/>
            <p:cNvSpPr>
              <a:spLocks/>
            </p:cNvSpPr>
            <p:nvPr/>
          </p:nvSpPr>
          <p:spPr bwMode="auto">
            <a:xfrm>
              <a:off x="8966200" y="5649913"/>
              <a:ext cx="55563" cy="65088"/>
            </a:xfrm>
            <a:custGeom>
              <a:avLst/>
              <a:gdLst>
                <a:gd name="T0" fmla="*/ 70 w 70"/>
                <a:gd name="T1" fmla="*/ 82 h 82"/>
                <a:gd name="T2" fmla="*/ 56 w 70"/>
                <a:gd name="T3" fmla="*/ 0 h 82"/>
                <a:gd name="T4" fmla="*/ 0 w 70"/>
                <a:gd name="T5" fmla="*/ 39 h 82"/>
                <a:gd name="T6" fmla="*/ 70 w 70"/>
                <a:gd name="T7" fmla="*/ 82 h 82"/>
              </a:gdLst>
              <a:ahLst/>
              <a:cxnLst>
                <a:cxn ang="0">
                  <a:pos x="T0" y="T1"/>
                </a:cxn>
                <a:cxn ang="0">
                  <a:pos x="T2" y="T3"/>
                </a:cxn>
                <a:cxn ang="0">
                  <a:pos x="T4" y="T5"/>
                </a:cxn>
                <a:cxn ang="0">
                  <a:pos x="T6" y="T7"/>
                </a:cxn>
              </a:cxnLst>
              <a:rect l="0" t="0" r="r" b="b"/>
              <a:pathLst>
                <a:path w="70" h="82">
                  <a:moveTo>
                    <a:pt x="70" y="82"/>
                  </a:moveTo>
                  <a:cubicBezTo>
                    <a:pt x="70" y="53"/>
                    <a:pt x="65" y="26"/>
                    <a:pt x="56" y="0"/>
                  </a:cubicBezTo>
                  <a:cubicBezTo>
                    <a:pt x="40" y="16"/>
                    <a:pt x="21" y="29"/>
                    <a:pt x="0" y="39"/>
                  </a:cubicBezTo>
                  <a:cubicBezTo>
                    <a:pt x="20" y="56"/>
                    <a:pt x="44" y="72"/>
                    <a:pt x="70"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7" name="Freeform 39"/>
            <p:cNvSpPr>
              <a:spLocks/>
            </p:cNvSpPr>
            <p:nvPr/>
          </p:nvSpPr>
          <p:spPr bwMode="auto">
            <a:xfrm>
              <a:off x="8885238" y="5691188"/>
              <a:ext cx="53975" cy="60325"/>
            </a:xfrm>
            <a:custGeom>
              <a:avLst/>
              <a:gdLst>
                <a:gd name="T0" fmla="*/ 0 w 68"/>
                <a:gd name="T1" fmla="*/ 4 h 77"/>
                <a:gd name="T2" fmla="*/ 40 w 68"/>
                <a:gd name="T3" fmla="*/ 77 h 77"/>
                <a:gd name="T4" fmla="*/ 68 w 68"/>
                <a:gd name="T5" fmla="*/ 0 h 77"/>
                <a:gd name="T6" fmla="*/ 20 w 68"/>
                <a:gd name="T7" fmla="*/ 6 h 77"/>
                <a:gd name="T8" fmla="*/ 0 w 68"/>
                <a:gd name="T9" fmla="*/ 4 h 77"/>
              </a:gdLst>
              <a:ahLst/>
              <a:cxnLst>
                <a:cxn ang="0">
                  <a:pos x="T0" y="T1"/>
                </a:cxn>
                <a:cxn ang="0">
                  <a:pos x="T2" y="T3"/>
                </a:cxn>
                <a:cxn ang="0">
                  <a:pos x="T4" y="T5"/>
                </a:cxn>
                <a:cxn ang="0">
                  <a:pos x="T6" y="T7"/>
                </a:cxn>
                <a:cxn ang="0">
                  <a:pos x="T8" y="T9"/>
                </a:cxn>
              </a:cxnLst>
              <a:rect l="0" t="0" r="r" b="b"/>
              <a:pathLst>
                <a:path w="68" h="77">
                  <a:moveTo>
                    <a:pt x="0" y="4"/>
                  </a:moveTo>
                  <a:cubicBezTo>
                    <a:pt x="9" y="30"/>
                    <a:pt x="22" y="54"/>
                    <a:pt x="40" y="77"/>
                  </a:cubicBezTo>
                  <a:cubicBezTo>
                    <a:pt x="54" y="53"/>
                    <a:pt x="63" y="26"/>
                    <a:pt x="68" y="0"/>
                  </a:cubicBezTo>
                  <a:cubicBezTo>
                    <a:pt x="53" y="4"/>
                    <a:pt x="37" y="6"/>
                    <a:pt x="20" y="6"/>
                  </a:cubicBezTo>
                  <a:cubicBezTo>
                    <a:pt x="14" y="6"/>
                    <a:pt x="7" y="5"/>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8" name="Freeform 40"/>
            <p:cNvSpPr>
              <a:spLocks/>
            </p:cNvSpPr>
            <p:nvPr/>
          </p:nvSpPr>
          <p:spPr bwMode="auto">
            <a:xfrm>
              <a:off x="8804275" y="5665788"/>
              <a:ext cx="53975" cy="65088"/>
            </a:xfrm>
            <a:custGeom>
              <a:avLst/>
              <a:gdLst>
                <a:gd name="T0" fmla="*/ 3 w 67"/>
                <a:gd name="T1" fmla="*/ 83 h 83"/>
                <a:gd name="T2" fmla="*/ 67 w 67"/>
                <a:gd name="T3" fmla="*/ 30 h 83"/>
                <a:gd name="T4" fmla="*/ 5 w 67"/>
                <a:gd name="T5" fmla="*/ 0 h 83"/>
                <a:gd name="T6" fmla="*/ 3 w 67"/>
                <a:gd name="T7" fmla="*/ 83 h 83"/>
              </a:gdLst>
              <a:ahLst/>
              <a:cxnLst>
                <a:cxn ang="0">
                  <a:pos x="T0" y="T1"/>
                </a:cxn>
                <a:cxn ang="0">
                  <a:pos x="T2" y="T3"/>
                </a:cxn>
                <a:cxn ang="0">
                  <a:pos x="T4" y="T5"/>
                </a:cxn>
                <a:cxn ang="0">
                  <a:pos x="T6" y="T7"/>
                </a:cxn>
              </a:cxnLst>
              <a:rect l="0" t="0" r="r" b="b"/>
              <a:pathLst>
                <a:path w="67" h="83">
                  <a:moveTo>
                    <a:pt x="3" y="83"/>
                  </a:moveTo>
                  <a:cubicBezTo>
                    <a:pt x="28" y="66"/>
                    <a:pt x="49" y="49"/>
                    <a:pt x="67" y="30"/>
                  </a:cubicBezTo>
                  <a:cubicBezTo>
                    <a:pt x="45" y="23"/>
                    <a:pt x="24" y="13"/>
                    <a:pt x="5" y="0"/>
                  </a:cubicBezTo>
                  <a:cubicBezTo>
                    <a:pt x="0" y="26"/>
                    <a:pt x="0" y="52"/>
                    <a:pt x="3"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9" name="Freeform 41"/>
            <p:cNvSpPr>
              <a:spLocks/>
            </p:cNvSpPr>
            <p:nvPr/>
          </p:nvSpPr>
          <p:spPr bwMode="auto">
            <a:xfrm>
              <a:off x="8724900" y="5602288"/>
              <a:ext cx="63500" cy="53975"/>
            </a:xfrm>
            <a:custGeom>
              <a:avLst/>
              <a:gdLst>
                <a:gd name="T0" fmla="*/ 0 w 81"/>
                <a:gd name="T1" fmla="*/ 70 h 70"/>
                <a:gd name="T2" fmla="*/ 81 w 81"/>
                <a:gd name="T3" fmla="*/ 57 h 70"/>
                <a:gd name="T4" fmla="*/ 43 w 81"/>
                <a:gd name="T5" fmla="*/ 0 h 70"/>
                <a:gd name="T6" fmla="*/ 0 w 81"/>
                <a:gd name="T7" fmla="*/ 70 h 70"/>
              </a:gdLst>
              <a:ahLst/>
              <a:cxnLst>
                <a:cxn ang="0">
                  <a:pos x="T0" y="T1"/>
                </a:cxn>
                <a:cxn ang="0">
                  <a:pos x="T2" y="T3"/>
                </a:cxn>
                <a:cxn ang="0">
                  <a:pos x="T4" y="T5"/>
                </a:cxn>
                <a:cxn ang="0">
                  <a:pos x="T6" y="T7"/>
                </a:cxn>
              </a:cxnLst>
              <a:rect l="0" t="0" r="r" b="b"/>
              <a:pathLst>
                <a:path w="81" h="70">
                  <a:moveTo>
                    <a:pt x="0" y="70"/>
                  </a:moveTo>
                  <a:cubicBezTo>
                    <a:pt x="28" y="70"/>
                    <a:pt x="56" y="65"/>
                    <a:pt x="81" y="57"/>
                  </a:cubicBezTo>
                  <a:cubicBezTo>
                    <a:pt x="65" y="41"/>
                    <a:pt x="52" y="22"/>
                    <a:pt x="43" y="0"/>
                  </a:cubicBezTo>
                  <a:cubicBezTo>
                    <a:pt x="25" y="21"/>
                    <a:pt x="10" y="45"/>
                    <a:pt x="0"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0" name="Freeform 42"/>
            <p:cNvSpPr>
              <a:spLocks/>
            </p:cNvSpPr>
            <p:nvPr/>
          </p:nvSpPr>
          <p:spPr bwMode="auto">
            <a:xfrm>
              <a:off x="8688388" y="5521326"/>
              <a:ext cx="60325" cy="53975"/>
            </a:xfrm>
            <a:custGeom>
              <a:avLst/>
              <a:gdLst>
                <a:gd name="T0" fmla="*/ 72 w 77"/>
                <a:gd name="T1" fmla="*/ 0 h 68"/>
                <a:gd name="T2" fmla="*/ 0 w 77"/>
                <a:gd name="T3" fmla="*/ 39 h 68"/>
                <a:gd name="T4" fmla="*/ 77 w 77"/>
                <a:gd name="T5" fmla="*/ 68 h 68"/>
                <a:gd name="T6" fmla="*/ 72 w 77"/>
                <a:gd name="T7" fmla="*/ 0 h 68"/>
              </a:gdLst>
              <a:ahLst/>
              <a:cxnLst>
                <a:cxn ang="0">
                  <a:pos x="T0" y="T1"/>
                </a:cxn>
                <a:cxn ang="0">
                  <a:pos x="T2" y="T3"/>
                </a:cxn>
                <a:cxn ang="0">
                  <a:pos x="T4" y="T5"/>
                </a:cxn>
                <a:cxn ang="0">
                  <a:pos x="T6" y="T7"/>
                </a:cxn>
              </a:cxnLst>
              <a:rect l="0" t="0" r="r" b="b"/>
              <a:pathLst>
                <a:path w="77" h="68">
                  <a:moveTo>
                    <a:pt x="72" y="0"/>
                  </a:moveTo>
                  <a:cubicBezTo>
                    <a:pt x="47" y="9"/>
                    <a:pt x="23" y="22"/>
                    <a:pt x="0" y="39"/>
                  </a:cubicBezTo>
                  <a:cubicBezTo>
                    <a:pt x="23" y="53"/>
                    <a:pt x="50" y="62"/>
                    <a:pt x="77" y="68"/>
                  </a:cubicBezTo>
                  <a:cubicBezTo>
                    <a:pt x="71" y="45"/>
                    <a:pt x="70" y="22"/>
                    <a:pt x="7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1" name="Freeform 43"/>
            <p:cNvSpPr>
              <a:spLocks/>
            </p:cNvSpPr>
            <p:nvPr/>
          </p:nvSpPr>
          <p:spPr bwMode="auto">
            <a:xfrm>
              <a:off x="8709025" y="5441951"/>
              <a:ext cx="65088" cy="50800"/>
            </a:xfrm>
            <a:custGeom>
              <a:avLst/>
              <a:gdLst>
                <a:gd name="T0" fmla="*/ 0 w 83"/>
                <a:gd name="T1" fmla="*/ 2 h 66"/>
                <a:gd name="T2" fmla="*/ 53 w 83"/>
                <a:gd name="T3" fmla="*/ 66 h 66"/>
                <a:gd name="T4" fmla="*/ 83 w 83"/>
                <a:gd name="T5" fmla="*/ 5 h 66"/>
                <a:gd name="T6" fmla="*/ 0 w 83"/>
                <a:gd name="T7" fmla="*/ 2 h 66"/>
              </a:gdLst>
              <a:ahLst/>
              <a:cxnLst>
                <a:cxn ang="0">
                  <a:pos x="T0" y="T1"/>
                </a:cxn>
                <a:cxn ang="0">
                  <a:pos x="T2" y="T3"/>
                </a:cxn>
                <a:cxn ang="0">
                  <a:pos x="T4" y="T5"/>
                </a:cxn>
                <a:cxn ang="0">
                  <a:pos x="T6" y="T7"/>
                </a:cxn>
              </a:cxnLst>
              <a:rect l="0" t="0" r="r" b="b"/>
              <a:pathLst>
                <a:path w="83" h="66">
                  <a:moveTo>
                    <a:pt x="0" y="2"/>
                  </a:moveTo>
                  <a:cubicBezTo>
                    <a:pt x="16" y="28"/>
                    <a:pt x="33" y="49"/>
                    <a:pt x="53" y="66"/>
                  </a:cubicBezTo>
                  <a:cubicBezTo>
                    <a:pt x="59" y="44"/>
                    <a:pt x="69" y="23"/>
                    <a:pt x="83" y="5"/>
                  </a:cubicBezTo>
                  <a:cubicBezTo>
                    <a:pt x="57" y="0"/>
                    <a:pt x="30"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2" name="Freeform 44"/>
            <p:cNvSpPr>
              <a:spLocks/>
            </p:cNvSpPr>
            <p:nvPr/>
          </p:nvSpPr>
          <p:spPr bwMode="auto">
            <a:xfrm>
              <a:off x="8782050" y="5359401"/>
              <a:ext cx="53975" cy="63500"/>
            </a:xfrm>
            <a:custGeom>
              <a:avLst/>
              <a:gdLst>
                <a:gd name="T0" fmla="*/ 0 w 70"/>
                <a:gd name="T1" fmla="*/ 0 h 81"/>
                <a:gd name="T2" fmla="*/ 13 w 70"/>
                <a:gd name="T3" fmla="*/ 81 h 81"/>
                <a:gd name="T4" fmla="*/ 70 w 70"/>
                <a:gd name="T5" fmla="*/ 43 h 81"/>
                <a:gd name="T6" fmla="*/ 0 w 70"/>
                <a:gd name="T7" fmla="*/ 0 h 81"/>
              </a:gdLst>
              <a:ahLst/>
              <a:cxnLst>
                <a:cxn ang="0">
                  <a:pos x="T0" y="T1"/>
                </a:cxn>
                <a:cxn ang="0">
                  <a:pos x="T2" y="T3"/>
                </a:cxn>
                <a:cxn ang="0">
                  <a:pos x="T4" y="T5"/>
                </a:cxn>
                <a:cxn ang="0">
                  <a:pos x="T6" y="T7"/>
                </a:cxn>
              </a:cxnLst>
              <a:rect l="0" t="0" r="r" b="b"/>
              <a:pathLst>
                <a:path w="70" h="81">
                  <a:moveTo>
                    <a:pt x="0" y="0"/>
                  </a:moveTo>
                  <a:cubicBezTo>
                    <a:pt x="0" y="29"/>
                    <a:pt x="5" y="56"/>
                    <a:pt x="13" y="81"/>
                  </a:cubicBezTo>
                  <a:cubicBezTo>
                    <a:pt x="30" y="66"/>
                    <a:pt x="49" y="53"/>
                    <a:pt x="70" y="43"/>
                  </a:cubicBezTo>
                  <a:cubicBezTo>
                    <a:pt x="50" y="26"/>
                    <a:pt x="26" y="1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3" name="Freeform 45"/>
            <p:cNvSpPr>
              <a:spLocks/>
            </p:cNvSpPr>
            <p:nvPr/>
          </p:nvSpPr>
          <p:spPr bwMode="auto">
            <a:xfrm>
              <a:off x="8864600" y="5322888"/>
              <a:ext cx="52388" cy="60325"/>
            </a:xfrm>
            <a:custGeom>
              <a:avLst/>
              <a:gdLst>
                <a:gd name="T0" fmla="*/ 68 w 68"/>
                <a:gd name="T1" fmla="*/ 72 h 77"/>
                <a:gd name="T2" fmla="*/ 28 w 68"/>
                <a:gd name="T3" fmla="*/ 0 h 77"/>
                <a:gd name="T4" fmla="*/ 0 w 68"/>
                <a:gd name="T5" fmla="*/ 77 h 77"/>
                <a:gd name="T6" fmla="*/ 47 w 68"/>
                <a:gd name="T7" fmla="*/ 71 h 77"/>
                <a:gd name="T8" fmla="*/ 68 w 68"/>
                <a:gd name="T9" fmla="*/ 72 h 77"/>
              </a:gdLst>
              <a:ahLst/>
              <a:cxnLst>
                <a:cxn ang="0">
                  <a:pos x="T0" y="T1"/>
                </a:cxn>
                <a:cxn ang="0">
                  <a:pos x="T2" y="T3"/>
                </a:cxn>
                <a:cxn ang="0">
                  <a:pos x="T4" y="T5"/>
                </a:cxn>
                <a:cxn ang="0">
                  <a:pos x="T6" y="T7"/>
                </a:cxn>
                <a:cxn ang="0">
                  <a:pos x="T8" y="T9"/>
                </a:cxn>
              </a:cxnLst>
              <a:rect l="0" t="0" r="r" b="b"/>
              <a:pathLst>
                <a:path w="68" h="77">
                  <a:moveTo>
                    <a:pt x="68" y="72"/>
                  </a:moveTo>
                  <a:cubicBezTo>
                    <a:pt x="59" y="47"/>
                    <a:pt x="46" y="23"/>
                    <a:pt x="28" y="0"/>
                  </a:cubicBezTo>
                  <a:cubicBezTo>
                    <a:pt x="14" y="24"/>
                    <a:pt x="5" y="51"/>
                    <a:pt x="0" y="77"/>
                  </a:cubicBezTo>
                  <a:cubicBezTo>
                    <a:pt x="15" y="73"/>
                    <a:pt x="31" y="71"/>
                    <a:pt x="47" y="71"/>
                  </a:cubicBezTo>
                  <a:cubicBezTo>
                    <a:pt x="54" y="71"/>
                    <a:pt x="61" y="72"/>
                    <a:pt x="68" y="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4" name="Freeform 46"/>
            <p:cNvSpPr>
              <a:spLocks/>
            </p:cNvSpPr>
            <p:nvPr/>
          </p:nvSpPr>
          <p:spPr bwMode="auto">
            <a:xfrm>
              <a:off x="8945563" y="5343526"/>
              <a:ext cx="52388" cy="65088"/>
            </a:xfrm>
            <a:custGeom>
              <a:avLst/>
              <a:gdLst>
                <a:gd name="T0" fmla="*/ 64 w 67"/>
                <a:gd name="T1" fmla="*/ 0 h 83"/>
                <a:gd name="T2" fmla="*/ 0 w 67"/>
                <a:gd name="T3" fmla="*/ 53 h 83"/>
                <a:gd name="T4" fmla="*/ 62 w 67"/>
                <a:gd name="T5" fmla="*/ 83 h 83"/>
                <a:gd name="T6" fmla="*/ 64 w 67"/>
                <a:gd name="T7" fmla="*/ 0 h 83"/>
              </a:gdLst>
              <a:ahLst/>
              <a:cxnLst>
                <a:cxn ang="0">
                  <a:pos x="T0" y="T1"/>
                </a:cxn>
                <a:cxn ang="0">
                  <a:pos x="T2" y="T3"/>
                </a:cxn>
                <a:cxn ang="0">
                  <a:pos x="T4" y="T5"/>
                </a:cxn>
                <a:cxn ang="0">
                  <a:pos x="T6" y="T7"/>
                </a:cxn>
              </a:cxnLst>
              <a:rect l="0" t="0" r="r" b="b"/>
              <a:pathLst>
                <a:path w="67" h="83">
                  <a:moveTo>
                    <a:pt x="64" y="0"/>
                  </a:moveTo>
                  <a:cubicBezTo>
                    <a:pt x="39" y="17"/>
                    <a:pt x="18" y="34"/>
                    <a:pt x="0" y="53"/>
                  </a:cubicBezTo>
                  <a:cubicBezTo>
                    <a:pt x="22" y="60"/>
                    <a:pt x="43" y="70"/>
                    <a:pt x="62" y="83"/>
                  </a:cubicBezTo>
                  <a:cubicBezTo>
                    <a:pt x="66" y="57"/>
                    <a:pt x="67" y="30"/>
                    <a:pt x="6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5" name="Freeform 47"/>
            <p:cNvSpPr>
              <a:spLocks/>
            </p:cNvSpPr>
            <p:nvPr/>
          </p:nvSpPr>
          <p:spPr bwMode="auto">
            <a:xfrm>
              <a:off x="9015413" y="5416551"/>
              <a:ext cx="63500" cy="55563"/>
            </a:xfrm>
            <a:custGeom>
              <a:avLst/>
              <a:gdLst>
                <a:gd name="T0" fmla="*/ 81 w 81"/>
                <a:gd name="T1" fmla="*/ 0 h 70"/>
                <a:gd name="T2" fmla="*/ 0 w 81"/>
                <a:gd name="T3" fmla="*/ 14 h 70"/>
                <a:gd name="T4" fmla="*/ 38 w 81"/>
                <a:gd name="T5" fmla="*/ 70 h 70"/>
                <a:gd name="T6" fmla="*/ 81 w 81"/>
                <a:gd name="T7" fmla="*/ 0 h 70"/>
              </a:gdLst>
              <a:ahLst/>
              <a:cxnLst>
                <a:cxn ang="0">
                  <a:pos x="T0" y="T1"/>
                </a:cxn>
                <a:cxn ang="0">
                  <a:pos x="T2" y="T3"/>
                </a:cxn>
                <a:cxn ang="0">
                  <a:pos x="T4" y="T5"/>
                </a:cxn>
                <a:cxn ang="0">
                  <a:pos x="T6" y="T7"/>
                </a:cxn>
              </a:cxnLst>
              <a:rect l="0" t="0" r="r" b="b"/>
              <a:pathLst>
                <a:path w="81" h="70">
                  <a:moveTo>
                    <a:pt x="81" y="0"/>
                  </a:moveTo>
                  <a:cubicBezTo>
                    <a:pt x="52" y="1"/>
                    <a:pt x="25" y="5"/>
                    <a:pt x="0" y="14"/>
                  </a:cubicBezTo>
                  <a:cubicBezTo>
                    <a:pt x="16" y="30"/>
                    <a:pt x="29" y="49"/>
                    <a:pt x="38" y="70"/>
                  </a:cubicBezTo>
                  <a:cubicBezTo>
                    <a:pt x="55" y="50"/>
                    <a:pt x="71" y="26"/>
                    <a:pt x="8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6" name="Freeform 48"/>
            <p:cNvSpPr>
              <a:spLocks/>
            </p:cNvSpPr>
            <p:nvPr/>
          </p:nvSpPr>
          <p:spPr bwMode="auto">
            <a:xfrm>
              <a:off x="8755063" y="5389563"/>
              <a:ext cx="292100" cy="295275"/>
            </a:xfrm>
            <a:custGeom>
              <a:avLst/>
              <a:gdLst>
                <a:gd name="T0" fmla="*/ 343 w 373"/>
                <a:gd name="T1" fmla="*/ 133 h 374"/>
                <a:gd name="T2" fmla="*/ 241 w 373"/>
                <a:gd name="T3" fmla="*/ 344 h 374"/>
                <a:gd name="T4" fmla="*/ 30 w 373"/>
                <a:gd name="T5" fmla="*/ 241 h 374"/>
                <a:gd name="T6" fmla="*/ 132 w 373"/>
                <a:gd name="T7" fmla="*/ 30 h 374"/>
                <a:gd name="T8" fmla="*/ 343 w 373"/>
                <a:gd name="T9" fmla="*/ 133 h 374"/>
              </a:gdLst>
              <a:ahLst/>
              <a:cxnLst>
                <a:cxn ang="0">
                  <a:pos x="T0" y="T1"/>
                </a:cxn>
                <a:cxn ang="0">
                  <a:pos x="T2" y="T3"/>
                </a:cxn>
                <a:cxn ang="0">
                  <a:pos x="T4" y="T5"/>
                </a:cxn>
                <a:cxn ang="0">
                  <a:pos x="T6" y="T7"/>
                </a:cxn>
                <a:cxn ang="0">
                  <a:pos x="T8" y="T9"/>
                </a:cxn>
              </a:cxnLst>
              <a:rect l="0" t="0" r="r" b="b"/>
              <a:pathLst>
                <a:path w="373" h="374">
                  <a:moveTo>
                    <a:pt x="343" y="133"/>
                  </a:moveTo>
                  <a:cubicBezTo>
                    <a:pt x="373" y="219"/>
                    <a:pt x="327" y="314"/>
                    <a:pt x="241" y="344"/>
                  </a:cubicBezTo>
                  <a:cubicBezTo>
                    <a:pt x="154" y="374"/>
                    <a:pt x="59" y="328"/>
                    <a:pt x="30" y="241"/>
                  </a:cubicBezTo>
                  <a:cubicBezTo>
                    <a:pt x="0" y="154"/>
                    <a:pt x="46" y="60"/>
                    <a:pt x="132" y="30"/>
                  </a:cubicBezTo>
                  <a:cubicBezTo>
                    <a:pt x="219" y="0"/>
                    <a:pt x="313" y="46"/>
                    <a:pt x="343"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27" name="组合 826"/>
          <p:cNvGrpSpPr/>
          <p:nvPr/>
        </p:nvGrpSpPr>
        <p:grpSpPr>
          <a:xfrm>
            <a:off x="2522819" y="6399545"/>
            <a:ext cx="363530" cy="277589"/>
            <a:chOff x="9421813" y="6034088"/>
            <a:chExt cx="671512" cy="512763"/>
          </a:xfrm>
          <a:solidFill>
            <a:srgbClr val="707E84"/>
          </a:solidFill>
        </p:grpSpPr>
        <p:sp>
          <p:nvSpPr>
            <p:cNvPr id="828" name="Freeform 49"/>
            <p:cNvSpPr>
              <a:spLocks/>
            </p:cNvSpPr>
            <p:nvPr/>
          </p:nvSpPr>
          <p:spPr bwMode="auto">
            <a:xfrm>
              <a:off x="9632950" y="6089651"/>
              <a:ext cx="460375" cy="177800"/>
            </a:xfrm>
            <a:custGeom>
              <a:avLst/>
              <a:gdLst>
                <a:gd name="T0" fmla="*/ 438 w 587"/>
                <a:gd name="T1" fmla="*/ 94 h 227"/>
                <a:gd name="T2" fmla="*/ 430 w 587"/>
                <a:gd name="T3" fmla="*/ 94 h 227"/>
                <a:gd name="T4" fmla="*/ 316 w 587"/>
                <a:gd name="T5" fmla="*/ 0 h 227"/>
                <a:gd name="T6" fmla="*/ 206 w 587"/>
                <a:gd name="T7" fmla="*/ 76 h 227"/>
                <a:gd name="T8" fmla="*/ 155 w 587"/>
                <a:gd name="T9" fmla="*/ 67 h 227"/>
                <a:gd name="T10" fmla="*/ 0 w 587"/>
                <a:gd name="T11" fmla="*/ 221 h 227"/>
                <a:gd name="T12" fmla="*/ 0 w 587"/>
                <a:gd name="T13" fmla="*/ 225 h 227"/>
                <a:gd name="T14" fmla="*/ 587 w 587"/>
                <a:gd name="T15" fmla="*/ 227 h 227"/>
                <a:gd name="T16" fmla="*/ 438 w 587"/>
                <a:gd name="T17" fmla="*/ 94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7" h="227">
                  <a:moveTo>
                    <a:pt x="438" y="94"/>
                  </a:moveTo>
                  <a:cubicBezTo>
                    <a:pt x="435" y="94"/>
                    <a:pt x="432" y="94"/>
                    <a:pt x="430" y="94"/>
                  </a:cubicBezTo>
                  <a:cubicBezTo>
                    <a:pt x="419" y="41"/>
                    <a:pt x="372" y="0"/>
                    <a:pt x="316" y="0"/>
                  </a:cubicBezTo>
                  <a:cubicBezTo>
                    <a:pt x="265" y="0"/>
                    <a:pt x="223" y="32"/>
                    <a:pt x="206" y="76"/>
                  </a:cubicBezTo>
                  <a:cubicBezTo>
                    <a:pt x="190" y="70"/>
                    <a:pt x="173" y="67"/>
                    <a:pt x="155" y="67"/>
                  </a:cubicBezTo>
                  <a:cubicBezTo>
                    <a:pt x="70" y="67"/>
                    <a:pt x="0" y="136"/>
                    <a:pt x="0" y="221"/>
                  </a:cubicBezTo>
                  <a:cubicBezTo>
                    <a:pt x="0" y="225"/>
                    <a:pt x="0" y="225"/>
                    <a:pt x="0" y="225"/>
                  </a:cubicBezTo>
                  <a:cubicBezTo>
                    <a:pt x="587" y="227"/>
                    <a:pt x="587" y="227"/>
                    <a:pt x="587" y="227"/>
                  </a:cubicBezTo>
                  <a:cubicBezTo>
                    <a:pt x="578" y="152"/>
                    <a:pt x="515" y="94"/>
                    <a:pt x="438"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9" name="Freeform 50"/>
            <p:cNvSpPr>
              <a:spLocks/>
            </p:cNvSpPr>
            <p:nvPr/>
          </p:nvSpPr>
          <p:spPr bwMode="auto">
            <a:xfrm>
              <a:off x="9421813" y="6034088"/>
              <a:ext cx="384175" cy="150813"/>
            </a:xfrm>
            <a:custGeom>
              <a:avLst/>
              <a:gdLst>
                <a:gd name="T0" fmla="*/ 423 w 489"/>
                <a:gd name="T1" fmla="*/ 110 h 191"/>
                <a:gd name="T2" fmla="*/ 460 w 489"/>
                <a:gd name="T3" fmla="*/ 115 h 191"/>
                <a:gd name="T4" fmla="*/ 489 w 489"/>
                <a:gd name="T5" fmla="*/ 80 h 191"/>
                <a:gd name="T6" fmla="*/ 384 w 489"/>
                <a:gd name="T7" fmla="*/ 23 h 191"/>
                <a:gd name="T8" fmla="*/ 320 w 489"/>
                <a:gd name="T9" fmla="*/ 40 h 191"/>
                <a:gd name="T10" fmla="*/ 233 w 489"/>
                <a:gd name="T11" fmla="*/ 0 h 191"/>
                <a:gd name="T12" fmla="*/ 119 w 489"/>
                <a:gd name="T13" fmla="*/ 96 h 191"/>
                <a:gd name="T14" fmla="*/ 106 w 489"/>
                <a:gd name="T15" fmla="*/ 95 h 191"/>
                <a:gd name="T16" fmla="*/ 0 w 489"/>
                <a:gd name="T17" fmla="*/ 190 h 191"/>
                <a:gd name="T18" fmla="*/ 273 w 489"/>
                <a:gd name="T19" fmla="*/ 191 h 191"/>
                <a:gd name="T20" fmla="*/ 423 w 489"/>
                <a:gd name="T21" fmla="*/ 11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9" h="191">
                  <a:moveTo>
                    <a:pt x="423" y="110"/>
                  </a:moveTo>
                  <a:cubicBezTo>
                    <a:pt x="435" y="111"/>
                    <a:pt x="448" y="112"/>
                    <a:pt x="460" y="115"/>
                  </a:cubicBezTo>
                  <a:cubicBezTo>
                    <a:pt x="468" y="102"/>
                    <a:pt x="478" y="90"/>
                    <a:pt x="489" y="80"/>
                  </a:cubicBezTo>
                  <a:cubicBezTo>
                    <a:pt x="467" y="46"/>
                    <a:pt x="429" y="23"/>
                    <a:pt x="384" y="23"/>
                  </a:cubicBezTo>
                  <a:cubicBezTo>
                    <a:pt x="361" y="23"/>
                    <a:pt x="339" y="29"/>
                    <a:pt x="320" y="40"/>
                  </a:cubicBezTo>
                  <a:cubicBezTo>
                    <a:pt x="299" y="16"/>
                    <a:pt x="268" y="0"/>
                    <a:pt x="233" y="0"/>
                  </a:cubicBezTo>
                  <a:cubicBezTo>
                    <a:pt x="176" y="0"/>
                    <a:pt x="128" y="41"/>
                    <a:pt x="119" y="96"/>
                  </a:cubicBezTo>
                  <a:cubicBezTo>
                    <a:pt x="114" y="95"/>
                    <a:pt x="110" y="95"/>
                    <a:pt x="106" y="95"/>
                  </a:cubicBezTo>
                  <a:cubicBezTo>
                    <a:pt x="51" y="95"/>
                    <a:pt x="6" y="136"/>
                    <a:pt x="0" y="190"/>
                  </a:cubicBezTo>
                  <a:cubicBezTo>
                    <a:pt x="273" y="191"/>
                    <a:pt x="273" y="191"/>
                    <a:pt x="273" y="191"/>
                  </a:cubicBezTo>
                  <a:cubicBezTo>
                    <a:pt x="305" y="142"/>
                    <a:pt x="360" y="110"/>
                    <a:pt x="423" y="1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0" name="Freeform 51"/>
            <p:cNvSpPr>
              <a:spLocks/>
            </p:cNvSpPr>
            <p:nvPr/>
          </p:nvSpPr>
          <p:spPr bwMode="auto">
            <a:xfrm>
              <a:off x="9674225" y="6278563"/>
              <a:ext cx="88900" cy="134938"/>
            </a:xfrm>
            <a:custGeom>
              <a:avLst/>
              <a:gdLst>
                <a:gd name="T0" fmla="*/ 112 w 112"/>
                <a:gd name="T1" fmla="*/ 114 h 170"/>
                <a:gd name="T2" fmla="*/ 56 w 112"/>
                <a:gd name="T3" fmla="*/ 170 h 170"/>
                <a:gd name="T4" fmla="*/ 0 w 112"/>
                <a:gd name="T5" fmla="*/ 114 h 170"/>
                <a:gd name="T6" fmla="*/ 56 w 112"/>
                <a:gd name="T7" fmla="*/ 0 h 170"/>
                <a:gd name="T8" fmla="*/ 112 w 112"/>
                <a:gd name="T9" fmla="*/ 114 h 170"/>
              </a:gdLst>
              <a:ahLst/>
              <a:cxnLst>
                <a:cxn ang="0">
                  <a:pos x="T0" y="T1"/>
                </a:cxn>
                <a:cxn ang="0">
                  <a:pos x="T2" y="T3"/>
                </a:cxn>
                <a:cxn ang="0">
                  <a:pos x="T4" y="T5"/>
                </a:cxn>
                <a:cxn ang="0">
                  <a:pos x="T6" y="T7"/>
                </a:cxn>
                <a:cxn ang="0">
                  <a:pos x="T8" y="T9"/>
                </a:cxn>
              </a:cxnLst>
              <a:rect l="0" t="0" r="r" b="b"/>
              <a:pathLst>
                <a:path w="112" h="170">
                  <a:moveTo>
                    <a:pt x="112" y="114"/>
                  </a:moveTo>
                  <a:cubicBezTo>
                    <a:pt x="112" y="145"/>
                    <a:pt x="87" y="170"/>
                    <a:pt x="56" y="170"/>
                  </a:cubicBezTo>
                  <a:cubicBezTo>
                    <a:pt x="25" y="170"/>
                    <a:pt x="0" y="145"/>
                    <a:pt x="0" y="114"/>
                  </a:cubicBezTo>
                  <a:cubicBezTo>
                    <a:pt x="0" y="83"/>
                    <a:pt x="56" y="0"/>
                    <a:pt x="56" y="0"/>
                  </a:cubicBezTo>
                  <a:cubicBezTo>
                    <a:pt x="56" y="0"/>
                    <a:pt x="112" y="83"/>
                    <a:pt x="112" y="1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1" name="Freeform 52"/>
            <p:cNvSpPr>
              <a:spLocks/>
            </p:cNvSpPr>
            <p:nvPr/>
          </p:nvSpPr>
          <p:spPr bwMode="auto">
            <a:xfrm>
              <a:off x="9964738" y="6278563"/>
              <a:ext cx="87313" cy="134938"/>
            </a:xfrm>
            <a:custGeom>
              <a:avLst/>
              <a:gdLst>
                <a:gd name="T0" fmla="*/ 112 w 112"/>
                <a:gd name="T1" fmla="*/ 114 h 170"/>
                <a:gd name="T2" fmla="*/ 56 w 112"/>
                <a:gd name="T3" fmla="*/ 170 h 170"/>
                <a:gd name="T4" fmla="*/ 0 w 112"/>
                <a:gd name="T5" fmla="*/ 114 h 170"/>
                <a:gd name="T6" fmla="*/ 56 w 112"/>
                <a:gd name="T7" fmla="*/ 0 h 170"/>
                <a:gd name="T8" fmla="*/ 112 w 112"/>
                <a:gd name="T9" fmla="*/ 114 h 170"/>
              </a:gdLst>
              <a:ahLst/>
              <a:cxnLst>
                <a:cxn ang="0">
                  <a:pos x="T0" y="T1"/>
                </a:cxn>
                <a:cxn ang="0">
                  <a:pos x="T2" y="T3"/>
                </a:cxn>
                <a:cxn ang="0">
                  <a:pos x="T4" y="T5"/>
                </a:cxn>
                <a:cxn ang="0">
                  <a:pos x="T6" y="T7"/>
                </a:cxn>
                <a:cxn ang="0">
                  <a:pos x="T8" y="T9"/>
                </a:cxn>
              </a:cxnLst>
              <a:rect l="0" t="0" r="r" b="b"/>
              <a:pathLst>
                <a:path w="112" h="170">
                  <a:moveTo>
                    <a:pt x="112" y="114"/>
                  </a:moveTo>
                  <a:cubicBezTo>
                    <a:pt x="112" y="145"/>
                    <a:pt x="87" y="170"/>
                    <a:pt x="56" y="170"/>
                  </a:cubicBezTo>
                  <a:cubicBezTo>
                    <a:pt x="25" y="170"/>
                    <a:pt x="0" y="145"/>
                    <a:pt x="0" y="114"/>
                  </a:cubicBezTo>
                  <a:cubicBezTo>
                    <a:pt x="0" y="83"/>
                    <a:pt x="56" y="0"/>
                    <a:pt x="56" y="0"/>
                  </a:cubicBezTo>
                  <a:cubicBezTo>
                    <a:pt x="56" y="0"/>
                    <a:pt x="112" y="83"/>
                    <a:pt x="112" y="1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2" name="Freeform 53"/>
            <p:cNvSpPr>
              <a:spLocks/>
            </p:cNvSpPr>
            <p:nvPr/>
          </p:nvSpPr>
          <p:spPr bwMode="auto">
            <a:xfrm>
              <a:off x="9820275" y="6278563"/>
              <a:ext cx="87313" cy="134938"/>
            </a:xfrm>
            <a:custGeom>
              <a:avLst/>
              <a:gdLst>
                <a:gd name="T0" fmla="*/ 112 w 112"/>
                <a:gd name="T1" fmla="*/ 114 h 170"/>
                <a:gd name="T2" fmla="*/ 56 w 112"/>
                <a:gd name="T3" fmla="*/ 170 h 170"/>
                <a:gd name="T4" fmla="*/ 0 w 112"/>
                <a:gd name="T5" fmla="*/ 114 h 170"/>
                <a:gd name="T6" fmla="*/ 56 w 112"/>
                <a:gd name="T7" fmla="*/ 0 h 170"/>
                <a:gd name="T8" fmla="*/ 112 w 112"/>
                <a:gd name="T9" fmla="*/ 114 h 170"/>
              </a:gdLst>
              <a:ahLst/>
              <a:cxnLst>
                <a:cxn ang="0">
                  <a:pos x="T0" y="T1"/>
                </a:cxn>
                <a:cxn ang="0">
                  <a:pos x="T2" y="T3"/>
                </a:cxn>
                <a:cxn ang="0">
                  <a:pos x="T4" y="T5"/>
                </a:cxn>
                <a:cxn ang="0">
                  <a:pos x="T6" y="T7"/>
                </a:cxn>
                <a:cxn ang="0">
                  <a:pos x="T8" y="T9"/>
                </a:cxn>
              </a:cxnLst>
              <a:rect l="0" t="0" r="r" b="b"/>
              <a:pathLst>
                <a:path w="112" h="170">
                  <a:moveTo>
                    <a:pt x="112" y="114"/>
                  </a:moveTo>
                  <a:cubicBezTo>
                    <a:pt x="112" y="145"/>
                    <a:pt x="87" y="170"/>
                    <a:pt x="56" y="170"/>
                  </a:cubicBezTo>
                  <a:cubicBezTo>
                    <a:pt x="25" y="170"/>
                    <a:pt x="0" y="145"/>
                    <a:pt x="0" y="114"/>
                  </a:cubicBezTo>
                  <a:cubicBezTo>
                    <a:pt x="0" y="83"/>
                    <a:pt x="56" y="0"/>
                    <a:pt x="56" y="0"/>
                  </a:cubicBezTo>
                  <a:cubicBezTo>
                    <a:pt x="56" y="0"/>
                    <a:pt x="112" y="83"/>
                    <a:pt x="112" y="1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3" name="Freeform 54"/>
            <p:cNvSpPr>
              <a:spLocks/>
            </p:cNvSpPr>
            <p:nvPr/>
          </p:nvSpPr>
          <p:spPr bwMode="auto">
            <a:xfrm>
              <a:off x="9893300" y="6413501"/>
              <a:ext cx="88900" cy="133350"/>
            </a:xfrm>
            <a:custGeom>
              <a:avLst/>
              <a:gdLst>
                <a:gd name="T0" fmla="*/ 112 w 112"/>
                <a:gd name="T1" fmla="*/ 114 h 170"/>
                <a:gd name="T2" fmla="*/ 56 w 112"/>
                <a:gd name="T3" fmla="*/ 170 h 170"/>
                <a:gd name="T4" fmla="*/ 0 w 112"/>
                <a:gd name="T5" fmla="*/ 114 h 170"/>
                <a:gd name="T6" fmla="*/ 56 w 112"/>
                <a:gd name="T7" fmla="*/ 0 h 170"/>
                <a:gd name="T8" fmla="*/ 112 w 112"/>
                <a:gd name="T9" fmla="*/ 114 h 170"/>
              </a:gdLst>
              <a:ahLst/>
              <a:cxnLst>
                <a:cxn ang="0">
                  <a:pos x="T0" y="T1"/>
                </a:cxn>
                <a:cxn ang="0">
                  <a:pos x="T2" y="T3"/>
                </a:cxn>
                <a:cxn ang="0">
                  <a:pos x="T4" y="T5"/>
                </a:cxn>
                <a:cxn ang="0">
                  <a:pos x="T6" y="T7"/>
                </a:cxn>
                <a:cxn ang="0">
                  <a:pos x="T8" y="T9"/>
                </a:cxn>
              </a:cxnLst>
              <a:rect l="0" t="0" r="r" b="b"/>
              <a:pathLst>
                <a:path w="112" h="170">
                  <a:moveTo>
                    <a:pt x="112" y="114"/>
                  </a:moveTo>
                  <a:cubicBezTo>
                    <a:pt x="112" y="145"/>
                    <a:pt x="87" y="170"/>
                    <a:pt x="56" y="170"/>
                  </a:cubicBezTo>
                  <a:cubicBezTo>
                    <a:pt x="25" y="170"/>
                    <a:pt x="0" y="145"/>
                    <a:pt x="0" y="114"/>
                  </a:cubicBezTo>
                  <a:cubicBezTo>
                    <a:pt x="0" y="83"/>
                    <a:pt x="56" y="0"/>
                    <a:pt x="56" y="0"/>
                  </a:cubicBezTo>
                  <a:cubicBezTo>
                    <a:pt x="56" y="0"/>
                    <a:pt x="112" y="83"/>
                    <a:pt x="112" y="1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4" name="Freeform 55"/>
            <p:cNvSpPr>
              <a:spLocks/>
            </p:cNvSpPr>
            <p:nvPr/>
          </p:nvSpPr>
          <p:spPr bwMode="auto">
            <a:xfrm>
              <a:off x="9748838" y="6413501"/>
              <a:ext cx="88900" cy="133350"/>
            </a:xfrm>
            <a:custGeom>
              <a:avLst/>
              <a:gdLst>
                <a:gd name="T0" fmla="*/ 112 w 112"/>
                <a:gd name="T1" fmla="*/ 114 h 170"/>
                <a:gd name="T2" fmla="*/ 56 w 112"/>
                <a:gd name="T3" fmla="*/ 170 h 170"/>
                <a:gd name="T4" fmla="*/ 0 w 112"/>
                <a:gd name="T5" fmla="*/ 114 h 170"/>
                <a:gd name="T6" fmla="*/ 56 w 112"/>
                <a:gd name="T7" fmla="*/ 0 h 170"/>
                <a:gd name="T8" fmla="*/ 112 w 112"/>
                <a:gd name="T9" fmla="*/ 114 h 170"/>
              </a:gdLst>
              <a:ahLst/>
              <a:cxnLst>
                <a:cxn ang="0">
                  <a:pos x="T0" y="T1"/>
                </a:cxn>
                <a:cxn ang="0">
                  <a:pos x="T2" y="T3"/>
                </a:cxn>
                <a:cxn ang="0">
                  <a:pos x="T4" y="T5"/>
                </a:cxn>
                <a:cxn ang="0">
                  <a:pos x="T6" y="T7"/>
                </a:cxn>
                <a:cxn ang="0">
                  <a:pos x="T8" y="T9"/>
                </a:cxn>
              </a:cxnLst>
              <a:rect l="0" t="0" r="r" b="b"/>
              <a:pathLst>
                <a:path w="112" h="170">
                  <a:moveTo>
                    <a:pt x="112" y="114"/>
                  </a:moveTo>
                  <a:cubicBezTo>
                    <a:pt x="112" y="145"/>
                    <a:pt x="87" y="170"/>
                    <a:pt x="56" y="170"/>
                  </a:cubicBezTo>
                  <a:cubicBezTo>
                    <a:pt x="25" y="170"/>
                    <a:pt x="0" y="145"/>
                    <a:pt x="0" y="114"/>
                  </a:cubicBezTo>
                  <a:cubicBezTo>
                    <a:pt x="0" y="83"/>
                    <a:pt x="56" y="0"/>
                    <a:pt x="56" y="0"/>
                  </a:cubicBezTo>
                  <a:cubicBezTo>
                    <a:pt x="56" y="0"/>
                    <a:pt x="112" y="83"/>
                    <a:pt x="112" y="1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35" name="组合 834"/>
          <p:cNvGrpSpPr/>
          <p:nvPr/>
        </p:nvGrpSpPr>
        <p:grpSpPr>
          <a:xfrm>
            <a:off x="2066574" y="6390950"/>
            <a:ext cx="363531" cy="294778"/>
            <a:chOff x="8505825" y="6046788"/>
            <a:chExt cx="671513" cy="544513"/>
          </a:xfrm>
          <a:solidFill>
            <a:srgbClr val="707E84"/>
          </a:solidFill>
        </p:grpSpPr>
        <p:sp>
          <p:nvSpPr>
            <p:cNvPr id="836" name="Freeform 56"/>
            <p:cNvSpPr>
              <a:spLocks/>
            </p:cNvSpPr>
            <p:nvPr/>
          </p:nvSpPr>
          <p:spPr bwMode="auto">
            <a:xfrm>
              <a:off x="8716963" y="6100763"/>
              <a:ext cx="460375" cy="177800"/>
            </a:xfrm>
            <a:custGeom>
              <a:avLst/>
              <a:gdLst>
                <a:gd name="T0" fmla="*/ 438 w 587"/>
                <a:gd name="T1" fmla="*/ 94 h 227"/>
                <a:gd name="T2" fmla="*/ 430 w 587"/>
                <a:gd name="T3" fmla="*/ 94 h 227"/>
                <a:gd name="T4" fmla="*/ 316 w 587"/>
                <a:gd name="T5" fmla="*/ 0 h 227"/>
                <a:gd name="T6" fmla="*/ 206 w 587"/>
                <a:gd name="T7" fmla="*/ 76 h 227"/>
                <a:gd name="T8" fmla="*/ 155 w 587"/>
                <a:gd name="T9" fmla="*/ 67 h 227"/>
                <a:gd name="T10" fmla="*/ 0 w 587"/>
                <a:gd name="T11" fmla="*/ 221 h 227"/>
                <a:gd name="T12" fmla="*/ 0 w 587"/>
                <a:gd name="T13" fmla="*/ 225 h 227"/>
                <a:gd name="T14" fmla="*/ 587 w 587"/>
                <a:gd name="T15" fmla="*/ 227 h 227"/>
                <a:gd name="T16" fmla="*/ 438 w 587"/>
                <a:gd name="T17" fmla="*/ 94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7" h="227">
                  <a:moveTo>
                    <a:pt x="438" y="94"/>
                  </a:moveTo>
                  <a:cubicBezTo>
                    <a:pt x="435" y="94"/>
                    <a:pt x="433" y="94"/>
                    <a:pt x="430" y="94"/>
                  </a:cubicBezTo>
                  <a:cubicBezTo>
                    <a:pt x="419" y="41"/>
                    <a:pt x="372" y="0"/>
                    <a:pt x="316" y="0"/>
                  </a:cubicBezTo>
                  <a:cubicBezTo>
                    <a:pt x="266" y="0"/>
                    <a:pt x="223" y="32"/>
                    <a:pt x="206" y="76"/>
                  </a:cubicBezTo>
                  <a:cubicBezTo>
                    <a:pt x="190" y="70"/>
                    <a:pt x="173" y="67"/>
                    <a:pt x="155" y="67"/>
                  </a:cubicBezTo>
                  <a:cubicBezTo>
                    <a:pt x="70" y="67"/>
                    <a:pt x="1" y="136"/>
                    <a:pt x="0" y="221"/>
                  </a:cubicBezTo>
                  <a:cubicBezTo>
                    <a:pt x="0" y="225"/>
                    <a:pt x="0" y="225"/>
                    <a:pt x="0" y="225"/>
                  </a:cubicBezTo>
                  <a:cubicBezTo>
                    <a:pt x="587" y="227"/>
                    <a:pt x="587" y="227"/>
                    <a:pt x="587" y="227"/>
                  </a:cubicBezTo>
                  <a:cubicBezTo>
                    <a:pt x="578" y="152"/>
                    <a:pt x="515" y="94"/>
                    <a:pt x="438"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7" name="Freeform 57"/>
            <p:cNvSpPr>
              <a:spLocks/>
            </p:cNvSpPr>
            <p:nvPr/>
          </p:nvSpPr>
          <p:spPr bwMode="auto">
            <a:xfrm>
              <a:off x="8505825" y="6046788"/>
              <a:ext cx="384175" cy="149225"/>
            </a:xfrm>
            <a:custGeom>
              <a:avLst/>
              <a:gdLst>
                <a:gd name="T0" fmla="*/ 423 w 489"/>
                <a:gd name="T1" fmla="*/ 111 h 191"/>
                <a:gd name="T2" fmla="*/ 460 w 489"/>
                <a:gd name="T3" fmla="*/ 115 h 191"/>
                <a:gd name="T4" fmla="*/ 489 w 489"/>
                <a:gd name="T5" fmla="*/ 80 h 191"/>
                <a:gd name="T6" fmla="*/ 384 w 489"/>
                <a:gd name="T7" fmla="*/ 23 h 191"/>
                <a:gd name="T8" fmla="*/ 320 w 489"/>
                <a:gd name="T9" fmla="*/ 40 h 191"/>
                <a:gd name="T10" fmla="*/ 233 w 489"/>
                <a:gd name="T11" fmla="*/ 0 h 191"/>
                <a:gd name="T12" fmla="*/ 119 w 489"/>
                <a:gd name="T13" fmla="*/ 96 h 191"/>
                <a:gd name="T14" fmla="*/ 106 w 489"/>
                <a:gd name="T15" fmla="*/ 95 h 191"/>
                <a:gd name="T16" fmla="*/ 0 w 489"/>
                <a:gd name="T17" fmla="*/ 190 h 191"/>
                <a:gd name="T18" fmla="*/ 273 w 489"/>
                <a:gd name="T19" fmla="*/ 191 h 191"/>
                <a:gd name="T20" fmla="*/ 423 w 489"/>
                <a:gd name="T21" fmla="*/ 111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9" h="191">
                  <a:moveTo>
                    <a:pt x="423" y="111"/>
                  </a:moveTo>
                  <a:cubicBezTo>
                    <a:pt x="436" y="111"/>
                    <a:pt x="448" y="112"/>
                    <a:pt x="460" y="115"/>
                  </a:cubicBezTo>
                  <a:cubicBezTo>
                    <a:pt x="468" y="102"/>
                    <a:pt x="478" y="90"/>
                    <a:pt x="489" y="80"/>
                  </a:cubicBezTo>
                  <a:cubicBezTo>
                    <a:pt x="468" y="46"/>
                    <a:pt x="429" y="23"/>
                    <a:pt x="384" y="23"/>
                  </a:cubicBezTo>
                  <a:cubicBezTo>
                    <a:pt x="361" y="23"/>
                    <a:pt x="339" y="29"/>
                    <a:pt x="320" y="40"/>
                  </a:cubicBezTo>
                  <a:cubicBezTo>
                    <a:pt x="299" y="16"/>
                    <a:pt x="268" y="0"/>
                    <a:pt x="233" y="0"/>
                  </a:cubicBezTo>
                  <a:cubicBezTo>
                    <a:pt x="176" y="0"/>
                    <a:pt x="129" y="41"/>
                    <a:pt x="119" y="96"/>
                  </a:cubicBezTo>
                  <a:cubicBezTo>
                    <a:pt x="115" y="95"/>
                    <a:pt x="110" y="95"/>
                    <a:pt x="106" y="95"/>
                  </a:cubicBezTo>
                  <a:cubicBezTo>
                    <a:pt x="51" y="95"/>
                    <a:pt x="6" y="136"/>
                    <a:pt x="0" y="190"/>
                  </a:cubicBezTo>
                  <a:cubicBezTo>
                    <a:pt x="273" y="191"/>
                    <a:pt x="273" y="191"/>
                    <a:pt x="273" y="191"/>
                  </a:cubicBezTo>
                  <a:cubicBezTo>
                    <a:pt x="306" y="142"/>
                    <a:pt x="361" y="111"/>
                    <a:pt x="423"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8" name="Freeform 58"/>
            <p:cNvSpPr>
              <a:spLocks/>
            </p:cNvSpPr>
            <p:nvPr/>
          </p:nvSpPr>
          <p:spPr bwMode="auto">
            <a:xfrm>
              <a:off x="8591550" y="6207126"/>
              <a:ext cx="71438" cy="107950"/>
            </a:xfrm>
            <a:custGeom>
              <a:avLst/>
              <a:gdLst>
                <a:gd name="T0" fmla="*/ 91 w 91"/>
                <a:gd name="T1" fmla="*/ 92 h 138"/>
                <a:gd name="T2" fmla="*/ 45 w 91"/>
                <a:gd name="T3" fmla="*/ 138 h 138"/>
                <a:gd name="T4" fmla="*/ 0 w 91"/>
                <a:gd name="T5" fmla="*/ 92 h 138"/>
                <a:gd name="T6" fmla="*/ 45 w 91"/>
                <a:gd name="T7" fmla="*/ 0 h 138"/>
                <a:gd name="T8" fmla="*/ 91 w 91"/>
                <a:gd name="T9" fmla="*/ 92 h 138"/>
              </a:gdLst>
              <a:ahLst/>
              <a:cxnLst>
                <a:cxn ang="0">
                  <a:pos x="T0" y="T1"/>
                </a:cxn>
                <a:cxn ang="0">
                  <a:pos x="T2" y="T3"/>
                </a:cxn>
                <a:cxn ang="0">
                  <a:pos x="T4" y="T5"/>
                </a:cxn>
                <a:cxn ang="0">
                  <a:pos x="T6" y="T7"/>
                </a:cxn>
                <a:cxn ang="0">
                  <a:pos x="T8" y="T9"/>
                </a:cxn>
              </a:cxnLst>
              <a:rect l="0" t="0" r="r" b="b"/>
              <a:pathLst>
                <a:path w="91" h="138">
                  <a:moveTo>
                    <a:pt x="91" y="92"/>
                  </a:moveTo>
                  <a:cubicBezTo>
                    <a:pt x="91" y="117"/>
                    <a:pt x="70" y="138"/>
                    <a:pt x="45" y="138"/>
                  </a:cubicBezTo>
                  <a:cubicBezTo>
                    <a:pt x="20" y="138"/>
                    <a:pt x="0" y="117"/>
                    <a:pt x="0" y="92"/>
                  </a:cubicBezTo>
                  <a:cubicBezTo>
                    <a:pt x="0" y="67"/>
                    <a:pt x="45" y="0"/>
                    <a:pt x="45" y="0"/>
                  </a:cubicBezTo>
                  <a:cubicBezTo>
                    <a:pt x="45" y="0"/>
                    <a:pt x="91" y="67"/>
                    <a:pt x="91" y="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9" name="Freeform 59"/>
            <p:cNvSpPr>
              <a:spLocks/>
            </p:cNvSpPr>
            <p:nvPr/>
          </p:nvSpPr>
          <p:spPr bwMode="auto">
            <a:xfrm>
              <a:off x="8831263" y="6299201"/>
              <a:ext cx="71438" cy="109538"/>
            </a:xfrm>
            <a:custGeom>
              <a:avLst/>
              <a:gdLst>
                <a:gd name="T0" fmla="*/ 91 w 91"/>
                <a:gd name="T1" fmla="*/ 93 h 138"/>
                <a:gd name="T2" fmla="*/ 46 w 91"/>
                <a:gd name="T3" fmla="*/ 138 h 138"/>
                <a:gd name="T4" fmla="*/ 0 w 91"/>
                <a:gd name="T5" fmla="*/ 93 h 138"/>
                <a:gd name="T6" fmla="*/ 46 w 91"/>
                <a:gd name="T7" fmla="*/ 0 h 138"/>
                <a:gd name="T8" fmla="*/ 91 w 91"/>
                <a:gd name="T9" fmla="*/ 93 h 138"/>
              </a:gdLst>
              <a:ahLst/>
              <a:cxnLst>
                <a:cxn ang="0">
                  <a:pos x="T0" y="T1"/>
                </a:cxn>
                <a:cxn ang="0">
                  <a:pos x="T2" y="T3"/>
                </a:cxn>
                <a:cxn ang="0">
                  <a:pos x="T4" y="T5"/>
                </a:cxn>
                <a:cxn ang="0">
                  <a:pos x="T6" y="T7"/>
                </a:cxn>
                <a:cxn ang="0">
                  <a:pos x="T8" y="T9"/>
                </a:cxn>
              </a:cxnLst>
              <a:rect l="0" t="0" r="r" b="b"/>
              <a:pathLst>
                <a:path w="91" h="138">
                  <a:moveTo>
                    <a:pt x="91" y="93"/>
                  </a:moveTo>
                  <a:cubicBezTo>
                    <a:pt x="91" y="118"/>
                    <a:pt x="71" y="138"/>
                    <a:pt x="46" y="138"/>
                  </a:cubicBezTo>
                  <a:cubicBezTo>
                    <a:pt x="21" y="138"/>
                    <a:pt x="0" y="118"/>
                    <a:pt x="0" y="93"/>
                  </a:cubicBezTo>
                  <a:cubicBezTo>
                    <a:pt x="0" y="68"/>
                    <a:pt x="46" y="0"/>
                    <a:pt x="46" y="0"/>
                  </a:cubicBezTo>
                  <a:cubicBezTo>
                    <a:pt x="46" y="0"/>
                    <a:pt x="91" y="68"/>
                    <a:pt x="91" y="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0" name="Freeform 60"/>
            <p:cNvSpPr>
              <a:spLocks/>
            </p:cNvSpPr>
            <p:nvPr/>
          </p:nvSpPr>
          <p:spPr bwMode="auto">
            <a:xfrm>
              <a:off x="8715375" y="6299201"/>
              <a:ext cx="71438" cy="109538"/>
            </a:xfrm>
            <a:custGeom>
              <a:avLst/>
              <a:gdLst>
                <a:gd name="T0" fmla="*/ 91 w 91"/>
                <a:gd name="T1" fmla="*/ 93 h 138"/>
                <a:gd name="T2" fmla="*/ 45 w 91"/>
                <a:gd name="T3" fmla="*/ 138 h 138"/>
                <a:gd name="T4" fmla="*/ 0 w 91"/>
                <a:gd name="T5" fmla="*/ 93 h 138"/>
                <a:gd name="T6" fmla="*/ 45 w 91"/>
                <a:gd name="T7" fmla="*/ 0 h 138"/>
                <a:gd name="T8" fmla="*/ 91 w 91"/>
                <a:gd name="T9" fmla="*/ 93 h 138"/>
              </a:gdLst>
              <a:ahLst/>
              <a:cxnLst>
                <a:cxn ang="0">
                  <a:pos x="T0" y="T1"/>
                </a:cxn>
                <a:cxn ang="0">
                  <a:pos x="T2" y="T3"/>
                </a:cxn>
                <a:cxn ang="0">
                  <a:pos x="T4" y="T5"/>
                </a:cxn>
                <a:cxn ang="0">
                  <a:pos x="T6" y="T7"/>
                </a:cxn>
                <a:cxn ang="0">
                  <a:pos x="T8" y="T9"/>
                </a:cxn>
              </a:cxnLst>
              <a:rect l="0" t="0" r="r" b="b"/>
              <a:pathLst>
                <a:path w="91" h="138">
                  <a:moveTo>
                    <a:pt x="91" y="93"/>
                  </a:moveTo>
                  <a:cubicBezTo>
                    <a:pt x="91" y="118"/>
                    <a:pt x="70" y="138"/>
                    <a:pt x="45" y="138"/>
                  </a:cubicBezTo>
                  <a:cubicBezTo>
                    <a:pt x="20" y="138"/>
                    <a:pt x="0" y="118"/>
                    <a:pt x="0" y="93"/>
                  </a:cubicBezTo>
                  <a:cubicBezTo>
                    <a:pt x="0" y="68"/>
                    <a:pt x="45" y="0"/>
                    <a:pt x="45" y="0"/>
                  </a:cubicBezTo>
                  <a:cubicBezTo>
                    <a:pt x="45" y="0"/>
                    <a:pt x="91" y="68"/>
                    <a:pt x="91" y="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1" name="Freeform 61"/>
            <p:cNvSpPr>
              <a:spLocks/>
            </p:cNvSpPr>
            <p:nvPr/>
          </p:nvSpPr>
          <p:spPr bwMode="auto">
            <a:xfrm>
              <a:off x="8775700" y="6408738"/>
              <a:ext cx="69850" cy="107950"/>
            </a:xfrm>
            <a:custGeom>
              <a:avLst/>
              <a:gdLst>
                <a:gd name="T0" fmla="*/ 90 w 90"/>
                <a:gd name="T1" fmla="*/ 93 h 138"/>
                <a:gd name="T2" fmla="*/ 45 w 90"/>
                <a:gd name="T3" fmla="*/ 138 h 138"/>
                <a:gd name="T4" fmla="*/ 0 w 90"/>
                <a:gd name="T5" fmla="*/ 93 h 138"/>
                <a:gd name="T6" fmla="*/ 45 w 90"/>
                <a:gd name="T7" fmla="*/ 0 h 138"/>
                <a:gd name="T8" fmla="*/ 90 w 90"/>
                <a:gd name="T9" fmla="*/ 93 h 138"/>
              </a:gdLst>
              <a:ahLst/>
              <a:cxnLst>
                <a:cxn ang="0">
                  <a:pos x="T0" y="T1"/>
                </a:cxn>
                <a:cxn ang="0">
                  <a:pos x="T2" y="T3"/>
                </a:cxn>
                <a:cxn ang="0">
                  <a:pos x="T4" y="T5"/>
                </a:cxn>
                <a:cxn ang="0">
                  <a:pos x="T6" y="T7"/>
                </a:cxn>
                <a:cxn ang="0">
                  <a:pos x="T8" y="T9"/>
                </a:cxn>
              </a:cxnLst>
              <a:rect l="0" t="0" r="r" b="b"/>
              <a:pathLst>
                <a:path w="90" h="138">
                  <a:moveTo>
                    <a:pt x="90" y="93"/>
                  </a:moveTo>
                  <a:cubicBezTo>
                    <a:pt x="90" y="118"/>
                    <a:pt x="70" y="138"/>
                    <a:pt x="45" y="138"/>
                  </a:cubicBezTo>
                  <a:cubicBezTo>
                    <a:pt x="20" y="138"/>
                    <a:pt x="0" y="118"/>
                    <a:pt x="0" y="93"/>
                  </a:cubicBezTo>
                  <a:cubicBezTo>
                    <a:pt x="0" y="68"/>
                    <a:pt x="45" y="0"/>
                    <a:pt x="45" y="0"/>
                  </a:cubicBezTo>
                  <a:cubicBezTo>
                    <a:pt x="45" y="0"/>
                    <a:pt x="90" y="68"/>
                    <a:pt x="90" y="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2" name="Freeform 62"/>
            <p:cNvSpPr>
              <a:spLocks/>
            </p:cNvSpPr>
            <p:nvPr/>
          </p:nvSpPr>
          <p:spPr bwMode="auto">
            <a:xfrm>
              <a:off x="8950325" y="6294438"/>
              <a:ext cx="195263" cy="296863"/>
            </a:xfrm>
            <a:custGeom>
              <a:avLst/>
              <a:gdLst>
                <a:gd name="T0" fmla="*/ 123 w 123"/>
                <a:gd name="T1" fmla="*/ 66 h 187"/>
                <a:gd name="T2" fmla="*/ 48 w 123"/>
                <a:gd name="T3" fmla="*/ 21 h 187"/>
                <a:gd name="T4" fmla="*/ 59 w 123"/>
                <a:gd name="T5" fmla="*/ 0 h 187"/>
                <a:gd name="T6" fmla="*/ 16 w 123"/>
                <a:gd name="T7" fmla="*/ 0 h 187"/>
                <a:gd name="T8" fmla="*/ 0 w 123"/>
                <a:gd name="T9" fmla="*/ 29 h 187"/>
                <a:gd name="T10" fmla="*/ 72 w 123"/>
                <a:gd name="T11" fmla="*/ 77 h 187"/>
                <a:gd name="T12" fmla="*/ 19 w 123"/>
                <a:gd name="T13" fmla="*/ 187 h 187"/>
                <a:gd name="T14" fmla="*/ 123 w 123"/>
                <a:gd name="T15" fmla="*/ 66 h 18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3" h="187">
                  <a:moveTo>
                    <a:pt x="123" y="66"/>
                  </a:moveTo>
                  <a:lnTo>
                    <a:pt x="48" y="21"/>
                  </a:lnTo>
                  <a:lnTo>
                    <a:pt x="59" y="0"/>
                  </a:lnTo>
                  <a:lnTo>
                    <a:pt x="16" y="0"/>
                  </a:lnTo>
                  <a:lnTo>
                    <a:pt x="0" y="29"/>
                  </a:lnTo>
                  <a:lnTo>
                    <a:pt x="72" y="77"/>
                  </a:lnTo>
                  <a:lnTo>
                    <a:pt x="19" y="187"/>
                  </a:lnTo>
                  <a:lnTo>
                    <a:pt x="123"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43" name="组合 842"/>
          <p:cNvGrpSpPr/>
          <p:nvPr/>
        </p:nvGrpSpPr>
        <p:grpSpPr>
          <a:xfrm>
            <a:off x="131119" y="6428765"/>
            <a:ext cx="362671" cy="219149"/>
            <a:chOff x="7575550" y="6007101"/>
            <a:chExt cx="669926" cy="404812"/>
          </a:xfrm>
          <a:solidFill>
            <a:srgbClr val="707E84"/>
          </a:solidFill>
        </p:grpSpPr>
        <p:sp>
          <p:nvSpPr>
            <p:cNvPr id="844" name="Freeform 63"/>
            <p:cNvSpPr>
              <a:spLocks/>
            </p:cNvSpPr>
            <p:nvPr/>
          </p:nvSpPr>
          <p:spPr bwMode="auto">
            <a:xfrm>
              <a:off x="7786688" y="6061076"/>
              <a:ext cx="458788" cy="179388"/>
            </a:xfrm>
            <a:custGeom>
              <a:avLst/>
              <a:gdLst>
                <a:gd name="T0" fmla="*/ 437 w 586"/>
                <a:gd name="T1" fmla="*/ 93 h 227"/>
                <a:gd name="T2" fmla="*/ 429 w 586"/>
                <a:gd name="T3" fmla="*/ 94 h 227"/>
                <a:gd name="T4" fmla="*/ 315 w 586"/>
                <a:gd name="T5" fmla="*/ 0 h 227"/>
                <a:gd name="T6" fmla="*/ 205 w 586"/>
                <a:gd name="T7" fmla="*/ 76 h 227"/>
                <a:gd name="T8" fmla="*/ 155 w 586"/>
                <a:gd name="T9" fmla="*/ 67 h 227"/>
                <a:gd name="T10" fmla="*/ 0 w 586"/>
                <a:gd name="T11" fmla="*/ 221 h 227"/>
                <a:gd name="T12" fmla="*/ 0 w 586"/>
                <a:gd name="T13" fmla="*/ 224 h 227"/>
                <a:gd name="T14" fmla="*/ 586 w 586"/>
                <a:gd name="T15" fmla="*/ 227 h 227"/>
                <a:gd name="T16" fmla="*/ 437 w 586"/>
                <a:gd name="T17" fmla="*/ 93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6" h="227">
                  <a:moveTo>
                    <a:pt x="437" y="93"/>
                  </a:moveTo>
                  <a:cubicBezTo>
                    <a:pt x="435" y="93"/>
                    <a:pt x="432" y="94"/>
                    <a:pt x="429" y="94"/>
                  </a:cubicBezTo>
                  <a:cubicBezTo>
                    <a:pt x="418" y="40"/>
                    <a:pt x="372" y="0"/>
                    <a:pt x="315" y="0"/>
                  </a:cubicBezTo>
                  <a:cubicBezTo>
                    <a:pt x="265" y="0"/>
                    <a:pt x="222" y="31"/>
                    <a:pt x="205" y="76"/>
                  </a:cubicBezTo>
                  <a:cubicBezTo>
                    <a:pt x="190" y="70"/>
                    <a:pt x="172" y="67"/>
                    <a:pt x="155" y="67"/>
                  </a:cubicBezTo>
                  <a:cubicBezTo>
                    <a:pt x="69" y="66"/>
                    <a:pt x="0" y="135"/>
                    <a:pt x="0" y="221"/>
                  </a:cubicBezTo>
                  <a:cubicBezTo>
                    <a:pt x="0" y="224"/>
                    <a:pt x="0" y="224"/>
                    <a:pt x="0" y="224"/>
                  </a:cubicBezTo>
                  <a:cubicBezTo>
                    <a:pt x="586" y="227"/>
                    <a:pt x="586" y="227"/>
                    <a:pt x="586" y="227"/>
                  </a:cubicBezTo>
                  <a:cubicBezTo>
                    <a:pt x="578" y="152"/>
                    <a:pt x="514" y="94"/>
                    <a:pt x="437" y="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5" name="Freeform 64"/>
            <p:cNvSpPr>
              <a:spLocks/>
            </p:cNvSpPr>
            <p:nvPr/>
          </p:nvSpPr>
          <p:spPr bwMode="auto">
            <a:xfrm>
              <a:off x="7575550" y="6007101"/>
              <a:ext cx="382588" cy="149225"/>
            </a:xfrm>
            <a:custGeom>
              <a:avLst/>
              <a:gdLst>
                <a:gd name="T0" fmla="*/ 422 w 488"/>
                <a:gd name="T1" fmla="*/ 110 h 190"/>
                <a:gd name="T2" fmla="*/ 460 w 488"/>
                <a:gd name="T3" fmla="*/ 114 h 190"/>
                <a:gd name="T4" fmla="*/ 488 w 488"/>
                <a:gd name="T5" fmla="*/ 80 h 190"/>
                <a:gd name="T6" fmla="*/ 383 w 488"/>
                <a:gd name="T7" fmla="*/ 22 h 190"/>
                <a:gd name="T8" fmla="*/ 320 w 488"/>
                <a:gd name="T9" fmla="*/ 39 h 190"/>
                <a:gd name="T10" fmla="*/ 233 w 488"/>
                <a:gd name="T11" fmla="*/ 0 h 190"/>
                <a:gd name="T12" fmla="*/ 118 w 488"/>
                <a:gd name="T13" fmla="*/ 95 h 190"/>
                <a:gd name="T14" fmla="*/ 105 w 488"/>
                <a:gd name="T15" fmla="*/ 94 h 190"/>
                <a:gd name="T16" fmla="*/ 0 w 488"/>
                <a:gd name="T17" fmla="*/ 190 h 190"/>
                <a:gd name="T18" fmla="*/ 273 w 488"/>
                <a:gd name="T19" fmla="*/ 190 h 190"/>
                <a:gd name="T20" fmla="*/ 422 w 488"/>
                <a:gd name="T21" fmla="*/ 11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8" h="190">
                  <a:moveTo>
                    <a:pt x="422" y="110"/>
                  </a:moveTo>
                  <a:cubicBezTo>
                    <a:pt x="435" y="110"/>
                    <a:pt x="447" y="112"/>
                    <a:pt x="460" y="114"/>
                  </a:cubicBezTo>
                  <a:cubicBezTo>
                    <a:pt x="467" y="101"/>
                    <a:pt x="477" y="90"/>
                    <a:pt x="488" y="80"/>
                  </a:cubicBezTo>
                  <a:cubicBezTo>
                    <a:pt x="467" y="46"/>
                    <a:pt x="428" y="23"/>
                    <a:pt x="383" y="22"/>
                  </a:cubicBezTo>
                  <a:cubicBezTo>
                    <a:pt x="360" y="22"/>
                    <a:pt x="338" y="29"/>
                    <a:pt x="320" y="39"/>
                  </a:cubicBezTo>
                  <a:cubicBezTo>
                    <a:pt x="298" y="15"/>
                    <a:pt x="267" y="0"/>
                    <a:pt x="233" y="0"/>
                  </a:cubicBezTo>
                  <a:cubicBezTo>
                    <a:pt x="176" y="0"/>
                    <a:pt x="128" y="41"/>
                    <a:pt x="118" y="95"/>
                  </a:cubicBezTo>
                  <a:cubicBezTo>
                    <a:pt x="114" y="95"/>
                    <a:pt x="110" y="94"/>
                    <a:pt x="105" y="94"/>
                  </a:cubicBezTo>
                  <a:cubicBezTo>
                    <a:pt x="50" y="94"/>
                    <a:pt x="5" y="136"/>
                    <a:pt x="0" y="190"/>
                  </a:cubicBezTo>
                  <a:cubicBezTo>
                    <a:pt x="273" y="190"/>
                    <a:pt x="273" y="190"/>
                    <a:pt x="273" y="190"/>
                  </a:cubicBezTo>
                  <a:cubicBezTo>
                    <a:pt x="305" y="142"/>
                    <a:pt x="360" y="110"/>
                    <a:pt x="422" y="1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6" name="Oval 65"/>
            <p:cNvSpPr>
              <a:spLocks noChangeArrowheads="1"/>
            </p:cNvSpPr>
            <p:nvPr/>
          </p:nvSpPr>
          <p:spPr bwMode="auto">
            <a:xfrm>
              <a:off x="7859713" y="6270626"/>
              <a:ext cx="50800" cy="492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7" name="Oval 66"/>
            <p:cNvSpPr>
              <a:spLocks noChangeArrowheads="1"/>
            </p:cNvSpPr>
            <p:nvPr/>
          </p:nvSpPr>
          <p:spPr bwMode="auto">
            <a:xfrm>
              <a:off x="7981950" y="6270626"/>
              <a:ext cx="50800" cy="492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8" name="Oval 67"/>
            <p:cNvSpPr>
              <a:spLocks noChangeArrowheads="1"/>
            </p:cNvSpPr>
            <p:nvPr/>
          </p:nvSpPr>
          <p:spPr bwMode="auto">
            <a:xfrm>
              <a:off x="8102600" y="6270626"/>
              <a:ext cx="50800" cy="492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9" name="Oval 68"/>
            <p:cNvSpPr>
              <a:spLocks noChangeArrowheads="1"/>
            </p:cNvSpPr>
            <p:nvPr/>
          </p:nvSpPr>
          <p:spPr bwMode="auto">
            <a:xfrm>
              <a:off x="7924800" y="6361113"/>
              <a:ext cx="50800" cy="508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0" name="Oval 69"/>
            <p:cNvSpPr>
              <a:spLocks noChangeArrowheads="1"/>
            </p:cNvSpPr>
            <p:nvPr/>
          </p:nvSpPr>
          <p:spPr bwMode="auto">
            <a:xfrm>
              <a:off x="8047038" y="6361113"/>
              <a:ext cx="49213" cy="508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1" name="Oval 70"/>
            <p:cNvSpPr>
              <a:spLocks noChangeArrowheads="1"/>
            </p:cNvSpPr>
            <p:nvPr/>
          </p:nvSpPr>
          <p:spPr bwMode="auto">
            <a:xfrm>
              <a:off x="8167688" y="6361113"/>
              <a:ext cx="52388" cy="508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852" name="Freeform 307"/>
          <p:cNvSpPr>
            <a:spLocks noChangeAspect="1" noEditPoints="1"/>
          </p:cNvSpPr>
          <p:nvPr/>
        </p:nvSpPr>
        <p:spPr bwMode="auto">
          <a:xfrm>
            <a:off x="666101" y="4849351"/>
            <a:ext cx="271065" cy="396000"/>
          </a:xfrm>
          <a:custGeom>
            <a:avLst/>
            <a:gdLst>
              <a:gd name="T0" fmla="*/ 151 w 243"/>
              <a:gd name="T1" fmla="*/ 4 h 354"/>
              <a:gd name="T2" fmla="*/ 236 w 243"/>
              <a:gd name="T3" fmla="*/ 91 h 354"/>
              <a:gd name="T4" fmla="*/ 212 w 243"/>
              <a:gd name="T5" fmla="*/ 202 h 354"/>
              <a:gd name="T6" fmla="*/ 201 w 243"/>
              <a:gd name="T7" fmla="*/ 243 h 354"/>
              <a:gd name="T8" fmla="*/ 199 w 243"/>
              <a:gd name="T9" fmla="*/ 276 h 354"/>
              <a:gd name="T10" fmla="*/ 183 w 243"/>
              <a:gd name="T11" fmla="*/ 322 h 354"/>
              <a:gd name="T12" fmla="*/ 143 w 243"/>
              <a:gd name="T13" fmla="*/ 354 h 354"/>
              <a:gd name="T14" fmla="*/ 63 w 243"/>
              <a:gd name="T15" fmla="*/ 328 h 354"/>
              <a:gd name="T16" fmla="*/ 43 w 243"/>
              <a:gd name="T17" fmla="*/ 281 h 354"/>
              <a:gd name="T18" fmla="*/ 43 w 243"/>
              <a:gd name="T19" fmla="*/ 253 h 354"/>
              <a:gd name="T20" fmla="*/ 39 w 243"/>
              <a:gd name="T21" fmla="*/ 231 h 354"/>
              <a:gd name="T22" fmla="*/ 10 w 243"/>
              <a:gd name="T23" fmla="*/ 163 h 354"/>
              <a:gd name="T24" fmla="*/ 74 w 243"/>
              <a:gd name="T25" fmla="*/ 10 h 354"/>
              <a:gd name="T26" fmla="*/ 114 w 243"/>
              <a:gd name="T27" fmla="*/ 0 h 354"/>
              <a:gd name="T28" fmla="*/ 121 w 243"/>
              <a:gd name="T29" fmla="*/ 245 h 354"/>
              <a:gd name="T30" fmla="*/ 180 w 243"/>
              <a:gd name="T31" fmla="*/ 233 h 354"/>
              <a:gd name="T32" fmla="*/ 205 w 243"/>
              <a:gd name="T33" fmla="*/ 168 h 354"/>
              <a:gd name="T34" fmla="*/ 182 w 243"/>
              <a:gd name="T35" fmla="*/ 44 h 354"/>
              <a:gd name="T36" fmla="*/ 26 w 243"/>
              <a:gd name="T37" fmla="*/ 138 h 354"/>
              <a:gd name="T38" fmla="*/ 62 w 243"/>
              <a:gd name="T39" fmla="*/ 235 h 354"/>
              <a:gd name="T40" fmla="*/ 121 w 243"/>
              <a:gd name="T41" fmla="*/ 245 h 354"/>
              <a:gd name="T42" fmla="*/ 74 w 243"/>
              <a:gd name="T43" fmla="*/ 254 h 354"/>
              <a:gd name="T44" fmla="*/ 74 w 243"/>
              <a:gd name="T45" fmla="*/ 274 h 354"/>
              <a:gd name="T46" fmla="*/ 169 w 243"/>
              <a:gd name="T47" fmla="*/ 274 h 354"/>
              <a:gd name="T48" fmla="*/ 169 w 243"/>
              <a:gd name="T49" fmla="*/ 254 h 354"/>
              <a:gd name="T50" fmla="*/ 121 w 243"/>
              <a:gd name="T51" fmla="*/ 283 h 354"/>
              <a:gd name="T52" fmla="*/ 64 w 243"/>
              <a:gd name="T53" fmla="*/ 289 h 354"/>
              <a:gd name="T54" fmla="*/ 140 w 243"/>
              <a:gd name="T55" fmla="*/ 303 h 354"/>
              <a:gd name="T56" fmla="*/ 178 w 243"/>
              <a:gd name="T57" fmla="*/ 297 h 354"/>
              <a:gd name="T58" fmla="*/ 121 w 243"/>
              <a:gd name="T59" fmla="*/ 283 h 354"/>
              <a:gd name="T60" fmla="*/ 100 w 243"/>
              <a:gd name="T61" fmla="*/ 332 h 354"/>
              <a:gd name="T62" fmla="*/ 159 w 243"/>
              <a:gd name="T63" fmla="*/ 31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3" h="354">
                <a:moveTo>
                  <a:pt x="128" y="0"/>
                </a:moveTo>
                <a:cubicBezTo>
                  <a:pt x="136" y="1"/>
                  <a:pt x="144" y="2"/>
                  <a:pt x="151" y="4"/>
                </a:cubicBezTo>
                <a:cubicBezTo>
                  <a:pt x="172" y="9"/>
                  <a:pt x="190" y="20"/>
                  <a:pt x="205" y="35"/>
                </a:cubicBezTo>
                <a:cubicBezTo>
                  <a:pt x="221" y="51"/>
                  <a:pt x="231" y="69"/>
                  <a:pt x="236" y="91"/>
                </a:cubicBezTo>
                <a:cubicBezTo>
                  <a:pt x="243" y="121"/>
                  <a:pt x="240" y="149"/>
                  <a:pt x="225" y="177"/>
                </a:cubicBezTo>
                <a:cubicBezTo>
                  <a:pt x="221" y="185"/>
                  <a:pt x="216" y="194"/>
                  <a:pt x="212" y="202"/>
                </a:cubicBezTo>
                <a:cubicBezTo>
                  <a:pt x="206" y="214"/>
                  <a:pt x="203" y="226"/>
                  <a:pt x="202" y="238"/>
                </a:cubicBezTo>
                <a:cubicBezTo>
                  <a:pt x="202" y="240"/>
                  <a:pt x="201" y="241"/>
                  <a:pt x="201" y="243"/>
                </a:cubicBezTo>
                <a:cubicBezTo>
                  <a:pt x="200" y="246"/>
                  <a:pt x="200" y="255"/>
                  <a:pt x="200" y="258"/>
                </a:cubicBezTo>
                <a:cubicBezTo>
                  <a:pt x="202" y="264"/>
                  <a:pt x="201" y="270"/>
                  <a:pt x="199" y="276"/>
                </a:cubicBezTo>
                <a:cubicBezTo>
                  <a:pt x="198" y="278"/>
                  <a:pt x="198" y="279"/>
                  <a:pt x="199" y="281"/>
                </a:cubicBezTo>
                <a:cubicBezTo>
                  <a:pt x="205" y="297"/>
                  <a:pt x="198" y="314"/>
                  <a:pt x="183" y="322"/>
                </a:cubicBezTo>
                <a:cubicBezTo>
                  <a:pt x="181" y="322"/>
                  <a:pt x="180" y="324"/>
                  <a:pt x="180" y="325"/>
                </a:cubicBezTo>
                <a:cubicBezTo>
                  <a:pt x="173" y="342"/>
                  <a:pt x="161" y="353"/>
                  <a:pt x="143" y="354"/>
                </a:cubicBezTo>
                <a:cubicBezTo>
                  <a:pt x="127" y="354"/>
                  <a:pt x="111" y="354"/>
                  <a:pt x="96" y="353"/>
                </a:cubicBezTo>
                <a:cubicBezTo>
                  <a:pt x="80" y="352"/>
                  <a:pt x="69" y="342"/>
                  <a:pt x="63" y="328"/>
                </a:cubicBezTo>
                <a:cubicBezTo>
                  <a:pt x="62" y="324"/>
                  <a:pt x="60" y="322"/>
                  <a:pt x="57" y="321"/>
                </a:cubicBezTo>
                <a:cubicBezTo>
                  <a:pt x="43" y="313"/>
                  <a:pt x="37" y="296"/>
                  <a:pt x="43" y="281"/>
                </a:cubicBezTo>
                <a:cubicBezTo>
                  <a:pt x="44" y="279"/>
                  <a:pt x="44" y="278"/>
                  <a:pt x="43" y="276"/>
                </a:cubicBezTo>
                <a:cubicBezTo>
                  <a:pt x="40" y="268"/>
                  <a:pt x="40" y="261"/>
                  <a:pt x="43" y="253"/>
                </a:cubicBezTo>
                <a:cubicBezTo>
                  <a:pt x="43" y="252"/>
                  <a:pt x="43" y="250"/>
                  <a:pt x="43" y="248"/>
                </a:cubicBezTo>
                <a:cubicBezTo>
                  <a:pt x="41" y="242"/>
                  <a:pt x="40" y="237"/>
                  <a:pt x="39" y="231"/>
                </a:cubicBezTo>
                <a:cubicBezTo>
                  <a:pt x="37" y="218"/>
                  <a:pt x="32" y="206"/>
                  <a:pt x="26" y="195"/>
                </a:cubicBezTo>
                <a:cubicBezTo>
                  <a:pt x="21" y="184"/>
                  <a:pt x="15" y="174"/>
                  <a:pt x="10" y="163"/>
                </a:cubicBezTo>
                <a:cubicBezTo>
                  <a:pt x="2" y="143"/>
                  <a:pt x="0" y="121"/>
                  <a:pt x="4" y="100"/>
                </a:cubicBezTo>
                <a:cubicBezTo>
                  <a:pt x="11" y="57"/>
                  <a:pt x="35" y="27"/>
                  <a:pt x="74" y="10"/>
                </a:cubicBezTo>
                <a:cubicBezTo>
                  <a:pt x="86" y="4"/>
                  <a:pt x="98" y="1"/>
                  <a:pt x="111" y="1"/>
                </a:cubicBezTo>
                <a:cubicBezTo>
                  <a:pt x="112" y="0"/>
                  <a:pt x="113" y="0"/>
                  <a:pt x="114" y="0"/>
                </a:cubicBezTo>
                <a:lnTo>
                  <a:pt x="128" y="0"/>
                </a:lnTo>
                <a:close/>
                <a:moveTo>
                  <a:pt x="121" y="245"/>
                </a:moveTo>
                <a:cubicBezTo>
                  <a:pt x="136" y="245"/>
                  <a:pt x="151" y="245"/>
                  <a:pt x="167" y="245"/>
                </a:cubicBezTo>
                <a:cubicBezTo>
                  <a:pt x="176" y="245"/>
                  <a:pt x="179" y="242"/>
                  <a:pt x="180" y="233"/>
                </a:cubicBezTo>
                <a:cubicBezTo>
                  <a:pt x="182" y="223"/>
                  <a:pt x="184" y="213"/>
                  <a:pt x="187" y="203"/>
                </a:cubicBezTo>
                <a:cubicBezTo>
                  <a:pt x="192" y="191"/>
                  <a:pt x="199" y="180"/>
                  <a:pt x="205" y="168"/>
                </a:cubicBezTo>
                <a:cubicBezTo>
                  <a:pt x="212" y="156"/>
                  <a:pt x="216" y="143"/>
                  <a:pt x="217" y="128"/>
                </a:cubicBezTo>
                <a:cubicBezTo>
                  <a:pt x="220" y="94"/>
                  <a:pt x="208" y="66"/>
                  <a:pt x="182" y="44"/>
                </a:cubicBezTo>
                <a:cubicBezTo>
                  <a:pt x="149" y="17"/>
                  <a:pt x="106" y="15"/>
                  <a:pt x="70" y="37"/>
                </a:cubicBezTo>
                <a:cubicBezTo>
                  <a:pt x="35" y="58"/>
                  <a:pt x="19" y="98"/>
                  <a:pt x="26" y="138"/>
                </a:cubicBezTo>
                <a:cubicBezTo>
                  <a:pt x="28" y="152"/>
                  <a:pt x="35" y="165"/>
                  <a:pt x="42" y="177"/>
                </a:cubicBezTo>
                <a:cubicBezTo>
                  <a:pt x="52" y="195"/>
                  <a:pt x="60" y="214"/>
                  <a:pt x="62" y="235"/>
                </a:cubicBezTo>
                <a:cubicBezTo>
                  <a:pt x="62" y="242"/>
                  <a:pt x="66" y="245"/>
                  <a:pt x="73" y="245"/>
                </a:cubicBezTo>
                <a:cubicBezTo>
                  <a:pt x="89" y="245"/>
                  <a:pt x="105" y="245"/>
                  <a:pt x="121" y="245"/>
                </a:cubicBezTo>
                <a:moveTo>
                  <a:pt x="121" y="254"/>
                </a:moveTo>
                <a:cubicBezTo>
                  <a:pt x="105" y="254"/>
                  <a:pt x="89" y="254"/>
                  <a:pt x="74" y="254"/>
                </a:cubicBezTo>
                <a:cubicBezTo>
                  <a:pt x="69" y="254"/>
                  <a:pt x="65" y="256"/>
                  <a:pt x="64" y="260"/>
                </a:cubicBezTo>
                <a:cubicBezTo>
                  <a:pt x="61" y="267"/>
                  <a:pt x="66" y="274"/>
                  <a:pt x="74" y="274"/>
                </a:cubicBezTo>
                <a:cubicBezTo>
                  <a:pt x="96" y="274"/>
                  <a:pt x="118" y="274"/>
                  <a:pt x="140" y="274"/>
                </a:cubicBezTo>
                <a:cubicBezTo>
                  <a:pt x="149" y="274"/>
                  <a:pt x="159" y="274"/>
                  <a:pt x="169" y="274"/>
                </a:cubicBezTo>
                <a:cubicBezTo>
                  <a:pt x="173" y="274"/>
                  <a:pt x="176" y="272"/>
                  <a:pt x="178" y="268"/>
                </a:cubicBezTo>
                <a:cubicBezTo>
                  <a:pt x="181" y="261"/>
                  <a:pt x="176" y="254"/>
                  <a:pt x="169" y="254"/>
                </a:cubicBezTo>
                <a:cubicBezTo>
                  <a:pt x="153" y="254"/>
                  <a:pt x="137" y="254"/>
                  <a:pt x="121" y="254"/>
                </a:cubicBezTo>
                <a:moveTo>
                  <a:pt x="121" y="283"/>
                </a:moveTo>
                <a:cubicBezTo>
                  <a:pt x="105" y="283"/>
                  <a:pt x="89" y="283"/>
                  <a:pt x="74" y="283"/>
                </a:cubicBezTo>
                <a:cubicBezTo>
                  <a:pt x="69" y="283"/>
                  <a:pt x="65" y="285"/>
                  <a:pt x="64" y="289"/>
                </a:cubicBezTo>
                <a:cubicBezTo>
                  <a:pt x="61" y="296"/>
                  <a:pt x="66" y="303"/>
                  <a:pt x="74" y="303"/>
                </a:cubicBezTo>
                <a:cubicBezTo>
                  <a:pt x="96" y="303"/>
                  <a:pt x="118" y="303"/>
                  <a:pt x="140" y="303"/>
                </a:cubicBezTo>
                <a:cubicBezTo>
                  <a:pt x="149" y="303"/>
                  <a:pt x="159" y="303"/>
                  <a:pt x="169" y="303"/>
                </a:cubicBezTo>
                <a:cubicBezTo>
                  <a:pt x="173" y="303"/>
                  <a:pt x="176" y="301"/>
                  <a:pt x="178" y="297"/>
                </a:cubicBezTo>
                <a:cubicBezTo>
                  <a:pt x="181" y="290"/>
                  <a:pt x="176" y="283"/>
                  <a:pt x="169" y="283"/>
                </a:cubicBezTo>
                <a:cubicBezTo>
                  <a:pt x="153" y="283"/>
                  <a:pt x="137" y="283"/>
                  <a:pt x="121" y="283"/>
                </a:cubicBezTo>
                <a:moveTo>
                  <a:pt x="82" y="313"/>
                </a:moveTo>
                <a:cubicBezTo>
                  <a:pt x="82" y="323"/>
                  <a:pt x="90" y="331"/>
                  <a:pt x="100" y="332"/>
                </a:cubicBezTo>
                <a:cubicBezTo>
                  <a:pt x="114" y="332"/>
                  <a:pt x="128" y="332"/>
                  <a:pt x="142" y="332"/>
                </a:cubicBezTo>
                <a:cubicBezTo>
                  <a:pt x="152" y="331"/>
                  <a:pt x="159" y="323"/>
                  <a:pt x="159" y="313"/>
                </a:cubicBezTo>
                <a:lnTo>
                  <a:pt x="82" y="313"/>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53" name="Freeform 83"/>
          <p:cNvSpPr>
            <a:spLocks noChangeAspect="1"/>
          </p:cNvSpPr>
          <p:nvPr/>
        </p:nvSpPr>
        <p:spPr bwMode="auto">
          <a:xfrm>
            <a:off x="3008321" y="4867351"/>
            <a:ext cx="396973" cy="360000"/>
          </a:xfrm>
          <a:custGeom>
            <a:avLst/>
            <a:gdLst>
              <a:gd name="T0" fmla="*/ 120 w 135"/>
              <a:gd name="T1" fmla="*/ 14 h 122"/>
              <a:gd name="T2" fmla="*/ 70 w 135"/>
              <a:gd name="T3" fmla="*/ 14 h 122"/>
              <a:gd name="T4" fmla="*/ 11 w 135"/>
              <a:gd name="T5" fmla="*/ 72 h 122"/>
              <a:gd name="T6" fmla="*/ 11 w 135"/>
              <a:gd name="T7" fmla="*/ 111 h 122"/>
              <a:gd name="T8" fmla="*/ 51 w 135"/>
              <a:gd name="T9" fmla="*/ 111 h 122"/>
              <a:gd name="T10" fmla="*/ 109 w 135"/>
              <a:gd name="T11" fmla="*/ 54 h 122"/>
              <a:gd name="T12" fmla="*/ 109 w 135"/>
              <a:gd name="T13" fmla="*/ 25 h 122"/>
              <a:gd name="T14" fmla="*/ 81 w 135"/>
              <a:gd name="T15" fmla="*/ 25 h 122"/>
              <a:gd name="T16" fmla="*/ 37 w 135"/>
              <a:gd name="T17" fmla="*/ 69 h 122"/>
              <a:gd name="T18" fmla="*/ 37 w 135"/>
              <a:gd name="T19" fmla="*/ 75 h 122"/>
              <a:gd name="T20" fmla="*/ 43 w 135"/>
              <a:gd name="T21" fmla="*/ 75 h 122"/>
              <a:gd name="T22" fmla="*/ 87 w 135"/>
              <a:gd name="T23" fmla="*/ 31 h 122"/>
              <a:gd name="T24" fmla="*/ 103 w 135"/>
              <a:gd name="T25" fmla="*/ 31 h 122"/>
              <a:gd name="T26" fmla="*/ 103 w 135"/>
              <a:gd name="T27" fmla="*/ 48 h 122"/>
              <a:gd name="T28" fmla="*/ 45 w 135"/>
              <a:gd name="T29" fmla="*/ 106 h 122"/>
              <a:gd name="T30" fmla="*/ 17 w 135"/>
              <a:gd name="T31" fmla="*/ 106 h 122"/>
              <a:gd name="T32" fmla="*/ 17 w 135"/>
              <a:gd name="T33" fmla="*/ 77 h 122"/>
              <a:gd name="T34" fmla="*/ 75 w 135"/>
              <a:gd name="T35" fmla="*/ 20 h 122"/>
              <a:gd name="T36" fmla="*/ 114 w 135"/>
              <a:gd name="T37" fmla="*/ 20 h 122"/>
              <a:gd name="T38" fmla="*/ 114 w 135"/>
              <a:gd name="T39" fmla="*/ 60 h 122"/>
              <a:gd name="T40" fmla="*/ 71 w 135"/>
              <a:gd name="T41" fmla="*/ 103 h 122"/>
              <a:gd name="T42" fmla="*/ 71 w 135"/>
              <a:gd name="T43" fmla="*/ 109 h 122"/>
              <a:gd name="T44" fmla="*/ 77 w 135"/>
              <a:gd name="T45" fmla="*/ 109 h 122"/>
              <a:gd name="T46" fmla="*/ 120 w 135"/>
              <a:gd name="T47" fmla="*/ 65 h 122"/>
              <a:gd name="T48" fmla="*/ 120 w 135"/>
              <a:gd name="T49" fmla="*/ 14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5" h="122">
                <a:moveTo>
                  <a:pt x="120" y="14"/>
                </a:moveTo>
                <a:cubicBezTo>
                  <a:pt x="106" y="0"/>
                  <a:pt x="84" y="0"/>
                  <a:pt x="70" y="14"/>
                </a:cubicBezTo>
                <a:cubicBezTo>
                  <a:pt x="11" y="72"/>
                  <a:pt x="11" y="72"/>
                  <a:pt x="11" y="72"/>
                </a:cubicBezTo>
                <a:cubicBezTo>
                  <a:pt x="0" y="83"/>
                  <a:pt x="0" y="101"/>
                  <a:pt x="11" y="111"/>
                </a:cubicBezTo>
                <a:cubicBezTo>
                  <a:pt x="22" y="122"/>
                  <a:pt x="40" y="122"/>
                  <a:pt x="51" y="111"/>
                </a:cubicBezTo>
                <a:cubicBezTo>
                  <a:pt x="109" y="54"/>
                  <a:pt x="109" y="54"/>
                  <a:pt x="109" y="54"/>
                </a:cubicBezTo>
                <a:cubicBezTo>
                  <a:pt x="117" y="46"/>
                  <a:pt x="117" y="33"/>
                  <a:pt x="109" y="25"/>
                </a:cubicBezTo>
                <a:cubicBezTo>
                  <a:pt x="101" y="18"/>
                  <a:pt x="89" y="18"/>
                  <a:pt x="81" y="25"/>
                </a:cubicBezTo>
                <a:cubicBezTo>
                  <a:pt x="37" y="69"/>
                  <a:pt x="37" y="69"/>
                  <a:pt x="37" y="69"/>
                </a:cubicBezTo>
                <a:cubicBezTo>
                  <a:pt x="35" y="71"/>
                  <a:pt x="35" y="73"/>
                  <a:pt x="37" y="75"/>
                </a:cubicBezTo>
                <a:cubicBezTo>
                  <a:pt x="39" y="77"/>
                  <a:pt x="41" y="77"/>
                  <a:pt x="43" y="75"/>
                </a:cubicBezTo>
                <a:cubicBezTo>
                  <a:pt x="87" y="31"/>
                  <a:pt x="87" y="31"/>
                  <a:pt x="87" y="31"/>
                </a:cubicBezTo>
                <a:cubicBezTo>
                  <a:pt x="91" y="26"/>
                  <a:pt x="99" y="26"/>
                  <a:pt x="103" y="31"/>
                </a:cubicBezTo>
                <a:cubicBezTo>
                  <a:pt x="108" y="36"/>
                  <a:pt x="108" y="43"/>
                  <a:pt x="103" y="48"/>
                </a:cubicBezTo>
                <a:cubicBezTo>
                  <a:pt x="45" y="106"/>
                  <a:pt x="45" y="106"/>
                  <a:pt x="45" y="106"/>
                </a:cubicBezTo>
                <a:cubicBezTo>
                  <a:pt x="37" y="114"/>
                  <a:pt x="25" y="114"/>
                  <a:pt x="17" y="106"/>
                </a:cubicBezTo>
                <a:cubicBezTo>
                  <a:pt x="9" y="98"/>
                  <a:pt x="9" y="85"/>
                  <a:pt x="17" y="77"/>
                </a:cubicBezTo>
                <a:cubicBezTo>
                  <a:pt x="75" y="20"/>
                  <a:pt x="75" y="20"/>
                  <a:pt x="75" y="20"/>
                </a:cubicBezTo>
                <a:cubicBezTo>
                  <a:pt x="86" y="9"/>
                  <a:pt x="103" y="9"/>
                  <a:pt x="114" y="20"/>
                </a:cubicBezTo>
                <a:cubicBezTo>
                  <a:pt x="125" y="31"/>
                  <a:pt x="125" y="49"/>
                  <a:pt x="114" y="60"/>
                </a:cubicBezTo>
                <a:cubicBezTo>
                  <a:pt x="71" y="103"/>
                  <a:pt x="71" y="103"/>
                  <a:pt x="71" y="103"/>
                </a:cubicBezTo>
                <a:cubicBezTo>
                  <a:pt x="69" y="105"/>
                  <a:pt x="69" y="107"/>
                  <a:pt x="71" y="109"/>
                </a:cubicBezTo>
                <a:cubicBezTo>
                  <a:pt x="72" y="111"/>
                  <a:pt x="75" y="111"/>
                  <a:pt x="77" y="109"/>
                </a:cubicBezTo>
                <a:cubicBezTo>
                  <a:pt x="120" y="65"/>
                  <a:pt x="120" y="65"/>
                  <a:pt x="120" y="65"/>
                </a:cubicBezTo>
                <a:cubicBezTo>
                  <a:pt x="135" y="51"/>
                  <a:pt x="135" y="28"/>
                  <a:pt x="120" y="14"/>
                </a:cubicBezTo>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54" name="Freeform 100"/>
          <p:cNvSpPr>
            <a:spLocks noChangeAspect="1" noEditPoints="1"/>
          </p:cNvSpPr>
          <p:nvPr/>
        </p:nvSpPr>
        <p:spPr bwMode="auto">
          <a:xfrm>
            <a:off x="114454" y="4849351"/>
            <a:ext cx="396000" cy="396000"/>
          </a:xfrm>
          <a:custGeom>
            <a:avLst/>
            <a:gdLst>
              <a:gd name="T0" fmla="*/ 80 w 128"/>
              <a:gd name="T1" fmla="*/ 14 h 128"/>
              <a:gd name="T2" fmla="*/ 52 w 128"/>
              <a:gd name="T3" fmla="*/ 36 h 128"/>
              <a:gd name="T4" fmla="*/ 32 w 128"/>
              <a:gd name="T5" fmla="*/ 36 h 128"/>
              <a:gd name="T6" fmla="*/ 0 w 128"/>
              <a:gd name="T7" fmla="*/ 56 h 128"/>
              <a:gd name="T8" fmla="*/ 24 w 128"/>
              <a:gd name="T9" fmla="*/ 84 h 128"/>
              <a:gd name="T10" fmla="*/ 32 w 128"/>
              <a:gd name="T11" fmla="*/ 128 h 128"/>
              <a:gd name="T12" fmla="*/ 56 w 128"/>
              <a:gd name="T13" fmla="*/ 120 h 128"/>
              <a:gd name="T14" fmla="*/ 52 w 128"/>
              <a:gd name="T15" fmla="*/ 108 h 128"/>
              <a:gd name="T16" fmla="*/ 52 w 128"/>
              <a:gd name="T17" fmla="*/ 79 h 128"/>
              <a:gd name="T18" fmla="*/ 52 w 128"/>
              <a:gd name="T19" fmla="*/ 77 h 128"/>
              <a:gd name="T20" fmla="*/ 54 w 128"/>
              <a:gd name="T21" fmla="*/ 76 h 128"/>
              <a:gd name="T22" fmla="*/ 55 w 128"/>
              <a:gd name="T23" fmla="*/ 76 h 128"/>
              <a:gd name="T24" fmla="*/ 80 w 128"/>
              <a:gd name="T25" fmla="*/ 97 h 128"/>
              <a:gd name="T26" fmla="*/ 128 w 128"/>
              <a:gd name="T27" fmla="*/ 56 h 128"/>
              <a:gd name="T28" fmla="*/ 80 w 128"/>
              <a:gd name="T29" fmla="*/ 56 h 128"/>
              <a:gd name="T30" fmla="*/ 92 w 128"/>
              <a:gd name="T31" fmla="*/ 44 h 128"/>
              <a:gd name="T32" fmla="*/ 92 w 128"/>
              <a:gd name="T33" fmla="*/ 68 h 128"/>
              <a:gd name="T34" fmla="*/ 80 w 128"/>
              <a:gd name="T35" fmla="*/ 56 h 128"/>
              <a:gd name="T36" fmla="*/ 16 w 128"/>
              <a:gd name="T37" fmla="*/ 44 h 128"/>
              <a:gd name="T38" fmla="*/ 40 w 128"/>
              <a:gd name="T39" fmla="*/ 56 h 128"/>
              <a:gd name="T40" fmla="*/ 16 w 128"/>
              <a:gd name="T41" fmla="*/ 68 h 128"/>
              <a:gd name="T42" fmla="*/ 48 w 128"/>
              <a:gd name="T43" fmla="*/ 120 h 128"/>
              <a:gd name="T44" fmla="*/ 32 w 128"/>
              <a:gd name="T45" fmla="*/ 84 h 128"/>
              <a:gd name="T46" fmla="*/ 32 w 128"/>
              <a:gd name="T47" fmla="*/ 76 h 128"/>
              <a:gd name="T48" fmla="*/ 44 w 128"/>
              <a:gd name="T49" fmla="*/ 76 h 128"/>
              <a:gd name="T50" fmla="*/ 44 w 128"/>
              <a:gd name="T51" fmla="*/ 108 h 128"/>
              <a:gd name="T52" fmla="*/ 48 w 128"/>
              <a:gd name="T53" fmla="*/ 116 h 128"/>
              <a:gd name="T54" fmla="*/ 52 w 128"/>
              <a:gd name="T55" fmla="*/ 68 h 128"/>
              <a:gd name="T56" fmla="*/ 52 w 128"/>
              <a:gd name="T57" fmla="*/ 68 h 128"/>
              <a:gd name="T58" fmla="*/ 52 w 128"/>
              <a:gd name="T59" fmla="*/ 44 h 128"/>
              <a:gd name="T60" fmla="*/ 73 w 128"/>
              <a:gd name="T61" fmla="*/ 36 h 128"/>
              <a:gd name="T62" fmla="*/ 73 w 128"/>
              <a:gd name="T63" fmla="*/ 76 h 128"/>
              <a:gd name="T64" fmla="*/ 100 w 128"/>
              <a:gd name="T65" fmla="*/ 104 h 128"/>
              <a:gd name="T66" fmla="*/ 92 w 128"/>
              <a:gd name="T67" fmla="*/ 76 h 128"/>
              <a:gd name="T68" fmla="*/ 92 w 128"/>
              <a:gd name="T69" fmla="*/ 36 h 128"/>
              <a:gd name="T70" fmla="*/ 100 w 128"/>
              <a:gd name="T71" fmla="*/ 8 h 128"/>
              <a:gd name="T72" fmla="*/ 100 w 128"/>
              <a:gd name="T73" fmla="*/ 10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8" h="128">
                <a:moveTo>
                  <a:pt x="100" y="0"/>
                </a:moveTo>
                <a:cubicBezTo>
                  <a:pt x="91" y="0"/>
                  <a:pt x="85" y="5"/>
                  <a:pt x="80" y="14"/>
                </a:cubicBezTo>
                <a:cubicBezTo>
                  <a:pt x="80" y="14"/>
                  <a:pt x="80" y="14"/>
                  <a:pt x="80" y="14"/>
                </a:cubicBezTo>
                <a:cubicBezTo>
                  <a:pt x="73" y="27"/>
                  <a:pt x="63" y="36"/>
                  <a:pt x="52" y="36"/>
                </a:cubicBezTo>
                <a:cubicBezTo>
                  <a:pt x="50" y="36"/>
                  <a:pt x="50" y="36"/>
                  <a:pt x="50" y="36"/>
                </a:cubicBezTo>
                <a:cubicBezTo>
                  <a:pt x="32" y="36"/>
                  <a:pt x="32" y="36"/>
                  <a:pt x="32" y="36"/>
                </a:cubicBezTo>
                <a:cubicBezTo>
                  <a:pt x="16" y="36"/>
                  <a:pt x="16" y="36"/>
                  <a:pt x="16" y="36"/>
                </a:cubicBezTo>
                <a:cubicBezTo>
                  <a:pt x="7" y="36"/>
                  <a:pt x="0" y="44"/>
                  <a:pt x="0" y="56"/>
                </a:cubicBezTo>
                <a:cubicBezTo>
                  <a:pt x="0" y="67"/>
                  <a:pt x="7" y="76"/>
                  <a:pt x="16" y="76"/>
                </a:cubicBezTo>
                <a:cubicBezTo>
                  <a:pt x="20" y="76"/>
                  <a:pt x="24" y="79"/>
                  <a:pt x="24" y="84"/>
                </a:cubicBezTo>
                <a:cubicBezTo>
                  <a:pt x="24" y="120"/>
                  <a:pt x="24" y="120"/>
                  <a:pt x="24" y="120"/>
                </a:cubicBezTo>
                <a:cubicBezTo>
                  <a:pt x="24" y="124"/>
                  <a:pt x="27" y="128"/>
                  <a:pt x="32" y="128"/>
                </a:cubicBezTo>
                <a:cubicBezTo>
                  <a:pt x="48" y="128"/>
                  <a:pt x="48" y="128"/>
                  <a:pt x="48" y="128"/>
                </a:cubicBezTo>
                <a:cubicBezTo>
                  <a:pt x="52" y="128"/>
                  <a:pt x="56" y="124"/>
                  <a:pt x="56" y="120"/>
                </a:cubicBezTo>
                <a:cubicBezTo>
                  <a:pt x="56" y="116"/>
                  <a:pt x="56" y="116"/>
                  <a:pt x="56" y="116"/>
                </a:cubicBezTo>
                <a:cubicBezTo>
                  <a:pt x="56" y="112"/>
                  <a:pt x="52" y="110"/>
                  <a:pt x="52" y="108"/>
                </a:cubicBezTo>
                <a:cubicBezTo>
                  <a:pt x="52" y="80"/>
                  <a:pt x="52" y="80"/>
                  <a:pt x="52" y="80"/>
                </a:cubicBezTo>
                <a:cubicBezTo>
                  <a:pt x="52" y="80"/>
                  <a:pt x="52" y="79"/>
                  <a:pt x="52" y="79"/>
                </a:cubicBezTo>
                <a:cubicBezTo>
                  <a:pt x="52" y="79"/>
                  <a:pt x="52" y="78"/>
                  <a:pt x="52" y="78"/>
                </a:cubicBezTo>
                <a:cubicBezTo>
                  <a:pt x="52" y="78"/>
                  <a:pt x="52" y="78"/>
                  <a:pt x="52" y="77"/>
                </a:cubicBezTo>
                <a:cubicBezTo>
                  <a:pt x="53" y="77"/>
                  <a:pt x="53" y="77"/>
                  <a:pt x="54" y="76"/>
                </a:cubicBezTo>
                <a:cubicBezTo>
                  <a:pt x="54" y="76"/>
                  <a:pt x="54" y="76"/>
                  <a:pt x="54" y="76"/>
                </a:cubicBezTo>
                <a:cubicBezTo>
                  <a:pt x="54" y="76"/>
                  <a:pt x="54" y="76"/>
                  <a:pt x="54" y="76"/>
                </a:cubicBezTo>
                <a:cubicBezTo>
                  <a:pt x="54" y="76"/>
                  <a:pt x="54" y="76"/>
                  <a:pt x="55" y="76"/>
                </a:cubicBezTo>
                <a:cubicBezTo>
                  <a:pt x="65" y="77"/>
                  <a:pt x="74" y="85"/>
                  <a:pt x="80" y="97"/>
                </a:cubicBezTo>
                <a:cubicBezTo>
                  <a:pt x="80" y="97"/>
                  <a:pt x="80" y="97"/>
                  <a:pt x="80" y="97"/>
                </a:cubicBezTo>
                <a:cubicBezTo>
                  <a:pt x="85" y="106"/>
                  <a:pt x="91" y="112"/>
                  <a:pt x="100" y="112"/>
                </a:cubicBezTo>
                <a:cubicBezTo>
                  <a:pt x="118" y="112"/>
                  <a:pt x="128" y="83"/>
                  <a:pt x="128" y="56"/>
                </a:cubicBezTo>
                <a:cubicBezTo>
                  <a:pt x="128" y="28"/>
                  <a:pt x="118" y="0"/>
                  <a:pt x="100" y="0"/>
                </a:cubicBezTo>
                <a:moveTo>
                  <a:pt x="80" y="56"/>
                </a:moveTo>
                <a:cubicBezTo>
                  <a:pt x="80" y="51"/>
                  <a:pt x="80" y="47"/>
                  <a:pt x="80" y="44"/>
                </a:cubicBezTo>
                <a:cubicBezTo>
                  <a:pt x="92" y="44"/>
                  <a:pt x="92" y="44"/>
                  <a:pt x="92" y="44"/>
                </a:cubicBezTo>
                <a:cubicBezTo>
                  <a:pt x="96" y="44"/>
                  <a:pt x="100" y="49"/>
                  <a:pt x="100" y="56"/>
                </a:cubicBezTo>
                <a:cubicBezTo>
                  <a:pt x="100" y="62"/>
                  <a:pt x="96" y="68"/>
                  <a:pt x="92" y="68"/>
                </a:cubicBezTo>
                <a:cubicBezTo>
                  <a:pt x="80" y="68"/>
                  <a:pt x="80" y="68"/>
                  <a:pt x="80" y="68"/>
                </a:cubicBezTo>
                <a:cubicBezTo>
                  <a:pt x="80" y="64"/>
                  <a:pt x="80" y="60"/>
                  <a:pt x="80" y="56"/>
                </a:cubicBezTo>
                <a:moveTo>
                  <a:pt x="8" y="56"/>
                </a:moveTo>
                <a:cubicBezTo>
                  <a:pt x="8" y="49"/>
                  <a:pt x="11" y="44"/>
                  <a:pt x="16" y="44"/>
                </a:cubicBezTo>
                <a:cubicBezTo>
                  <a:pt x="44" y="44"/>
                  <a:pt x="44" y="44"/>
                  <a:pt x="44" y="44"/>
                </a:cubicBezTo>
                <a:cubicBezTo>
                  <a:pt x="41" y="47"/>
                  <a:pt x="40" y="51"/>
                  <a:pt x="40" y="56"/>
                </a:cubicBezTo>
                <a:cubicBezTo>
                  <a:pt x="40" y="60"/>
                  <a:pt x="41" y="65"/>
                  <a:pt x="44" y="68"/>
                </a:cubicBezTo>
                <a:cubicBezTo>
                  <a:pt x="16" y="68"/>
                  <a:pt x="16" y="68"/>
                  <a:pt x="16" y="68"/>
                </a:cubicBezTo>
                <a:cubicBezTo>
                  <a:pt x="11" y="68"/>
                  <a:pt x="8" y="62"/>
                  <a:pt x="8" y="56"/>
                </a:cubicBezTo>
                <a:moveTo>
                  <a:pt x="48" y="120"/>
                </a:moveTo>
                <a:cubicBezTo>
                  <a:pt x="32" y="120"/>
                  <a:pt x="32" y="120"/>
                  <a:pt x="32" y="120"/>
                </a:cubicBezTo>
                <a:cubicBezTo>
                  <a:pt x="32" y="84"/>
                  <a:pt x="32" y="84"/>
                  <a:pt x="32" y="84"/>
                </a:cubicBezTo>
                <a:cubicBezTo>
                  <a:pt x="32" y="81"/>
                  <a:pt x="31" y="78"/>
                  <a:pt x="29" y="76"/>
                </a:cubicBezTo>
                <a:cubicBezTo>
                  <a:pt x="32" y="76"/>
                  <a:pt x="32" y="76"/>
                  <a:pt x="32" y="76"/>
                </a:cubicBezTo>
                <a:cubicBezTo>
                  <a:pt x="32" y="76"/>
                  <a:pt x="32" y="76"/>
                  <a:pt x="32" y="76"/>
                </a:cubicBezTo>
                <a:cubicBezTo>
                  <a:pt x="44" y="76"/>
                  <a:pt x="44" y="76"/>
                  <a:pt x="44" y="76"/>
                </a:cubicBezTo>
                <a:cubicBezTo>
                  <a:pt x="44" y="77"/>
                  <a:pt x="44" y="78"/>
                  <a:pt x="44" y="80"/>
                </a:cubicBezTo>
                <a:cubicBezTo>
                  <a:pt x="44" y="108"/>
                  <a:pt x="44" y="108"/>
                  <a:pt x="44" y="108"/>
                </a:cubicBezTo>
                <a:cubicBezTo>
                  <a:pt x="44" y="111"/>
                  <a:pt x="46" y="114"/>
                  <a:pt x="47" y="116"/>
                </a:cubicBezTo>
                <a:cubicBezTo>
                  <a:pt x="47" y="116"/>
                  <a:pt x="47" y="116"/>
                  <a:pt x="48" y="116"/>
                </a:cubicBezTo>
                <a:lnTo>
                  <a:pt x="48" y="120"/>
                </a:lnTo>
                <a:close/>
                <a:moveTo>
                  <a:pt x="52" y="68"/>
                </a:moveTo>
                <a:cubicBezTo>
                  <a:pt x="52" y="68"/>
                  <a:pt x="52" y="68"/>
                  <a:pt x="52" y="68"/>
                </a:cubicBezTo>
                <a:cubicBezTo>
                  <a:pt x="52" y="68"/>
                  <a:pt x="52" y="68"/>
                  <a:pt x="52" y="68"/>
                </a:cubicBezTo>
                <a:cubicBezTo>
                  <a:pt x="47" y="68"/>
                  <a:pt x="44" y="62"/>
                  <a:pt x="44" y="56"/>
                </a:cubicBezTo>
                <a:cubicBezTo>
                  <a:pt x="44" y="49"/>
                  <a:pt x="47" y="44"/>
                  <a:pt x="52" y="44"/>
                </a:cubicBezTo>
                <a:cubicBezTo>
                  <a:pt x="52" y="44"/>
                  <a:pt x="52" y="44"/>
                  <a:pt x="52" y="44"/>
                </a:cubicBezTo>
                <a:cubicBezTo>
                  <a:pt x="60" y="44"/>
                  <a:pt x="67" y="41"/>
                  <a:pt x="73" y="36"/>
                </a:cubicBezTo>
                <a:cubicBezTo>
                  <a:pt x="72" y="42"/>
                  <a:pt x="72" y="49"/>
                  <a:pt x="72" y="56"/>
                </a:cubicBezTo>
                <a:cubicBezTo>
                  <a:pt x="72" y="62"/>
                  <a:pt x="72" y="69"/>
                  <a:pt x="73" y="76"/>
                </a:cubicBezTo>
                <a:cubicBezTo>
                  <a:pt x="67" y="71"/>
                  <a:pt x="60" y="68"/>
                  <a:pt x="52" y="68"/>
                </a:cubicBezTo>
                <a:moveTo>
                  <a:pt x="100" y="104"/>
                </a:moveTo>
                <a:cubicBezTo>
                  <a:pt x="91" y="104"/>
                  <a:pt x="85" y="92"/>
                  <a:pt x="81" y="76"/>
                </a:cubicBezTo>
                <a:cubicBezTo>
                  <a:pt x="92" y="76"/>
                  <a:pt x="92" y="76"/>
                  <a:pt x="92" y="76"/>
                </a:cubicBezTo>
                <a:cubicBezTo>
                  <a:pt x="101" y="76"/>
                  <a:pt x="108" y="67"/>
                  <a:pt x="108" y="56"/>
                </a:cubicBezTo>
                <a:cubicBezTo>
                  <a:pt x="108" y="44"/>
                  <a:pt x="101" y="36"/>
                  <a:pt x="92" y="36"/>
                </a:cubicBezTo>
                <a:cubicBezTo>
                  <a:pt x="81" y="36"/>
                  <a:pt x="81" y="36"/>
                  <a:pt x="81" y="36"/>
                </a:cubicBezTo>
                <a:cubicBezTo>
                  <a:pt x="85" y="19"/>
                  <a:pt x="91" y="8"/>
                  <a:pt x="100" y="8"/>
                </a:cubicBezTo>
                <a:cubicBezTo>
                  <a:pt x="111" y="8"/>
                  <a:pt x="120" y="29"/>
                  <a:pt x="120" y="56"/>
                </a:cubicBezTo>
                <a:cubicBezTo>
                  <a:pt x="120" y="82"/>
                  <a:pt x="111" y="104"/>
                  <a:pt x="100" y="104"/>
                </a:cubicBezTo>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855" name="组合 854"/>
          <p:cNvGrpSpPr>
            <a:grpSpLocks noChangeAspect="1"/>
          </p:cNvGrpSpPr>
          <p:nvPr/>
        </p:nvGrpSpPr>
        <p:grpSpPr>
          <a:xfrm>
            <a:off x="176712" y="5350015"/>
            <a:ext cx="271485" cy="396000"/>
            <a:chOff x="1797050" y="5657850"/>
            <a:chExt cx="422275" cy="615950"/>
          </a:xfrm>
          <a:solidFill>
            <a:srgbClr val="707E84"/>
          </a:solidFill>
        </p:grpSpPr>
        <p:sp>
          <p:nvSpPr>
            <p:cNvPr id="856" name="Oval 114"/>
            <p:cNvSpPr>
              <a:spLocks noChangeArrowheads="1"/>
            </p:cNvSpPr>
            <p:nvPr/>
          </p:nvSpPr>
          <p:spPr bwMode="auto">
            <a:xfrm>
              <a:off x="1970088" y="5832475"/>
              <a:ext cx="38100" cy="38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7" name="Oval 115"/>
            <p:cNvSpPr>
              <a:spLocks noChangeArrowheads="1"/>
            </p:cNvSpPr>
            <p:nvPr/>
          </p:nvSpPr>
          <p:spPr bwMode="auto">
            <a:xfrm>
              <a:off x="1970088" y="6062663"/>
              <a:ext cx="38100" cy="38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8" name="Oval 116"/>
            <p:cNvSpPr>
              <a:spLocks noChangeArrowheads="1"/>
            </p:cNvSpPr>
            <p:nvPr/>
          </p:nvSpPr>
          <p:spPr bwMode="auto">
            <a:xfrm>
              <a:off x="1854200" y="5946775"/>
              <a:ext cx="38100" cy="38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9" name="Oval 117"/>
            <p:cNvSpPr>
              <a:spLocks noChangeArrowheads="1"/>
            </p:cNvSpPr>
            <p:nvPr/>
          </p:nvSpPr>
          <p:spPr bwMode="auto">
            <a:xfrm>
              <a:off x="2084388" y="5946775"/>
              <a:ext cx="38100" cy="38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0" name="Freeform 118"/>
            <p:cNvSpPr>
              <a:spLocks/>
            </p:cNvSpPr>
            <p:nvPr/>
          </p:nvSpPr>
          <p:spPr bwMode="auto">
            <a:xfrm>
              <a:off x="1887538" y="6024563"/>
              <a:ext cx="38100" cy="42862"/>
            </a:xfrm>
            <a:custGeom>
              <a:avLst/>
              <a:gdLst>
                <a:gd name="T0" fmla="*/ 1 w 8"/>
                <a:gd name="T1" fmla="*/ 2 h 9"/>
                <a:gd name="T2" fmla="*/ 1 w 8"/>
                <a:gd name="T3" fmla="*/ 7 h 9"/>
                <a:gd name="T4" fmla="*/ 7 w 8"/>
                <a:gd name="T5" fmla="*/ 7 h 9"/>
                <a:gd name="T6" fmla="*/ 7 w 8"/>
                <a:gd name="T7" fmla="*/ 2 h 9"/>
                <a:gd name="T8" fmla="*/ 1 w 8"/>
                <a:gd name="T9" fmla="*/ 2 h 9"/>
              </a:gdLst>
              <a:ahLst/>
              <a:cxnLst>
                <a:cxn ang="0">
                  <a:pos x="T0" y="T1"/>
                </a:cxn>
                <a:cxn ang="0">
                  <a:pos x="T2" y="T3"/>
                </a:cxn>
                <a:cxn ang="0">
                  <a:pos x="T4" y="T5"/>
                </a:cxn>
                <a:cxn ang="0">
                  <a:pos x="T6" y="T7"/>
                </a:cxn>
                <a:cxn ang="0">
                  <a:pos x="T8" y="T9"/>
                </a:cxn>
              </a:cxnLst>
              <a:rect l="0" t="0" r="r" b="b"/>
              <a:pathLst>
                <a:path w="8" h="9">
                  <a:moveTo>
                    <a:pt x="1" y="2"/>
                  </a:moveTo>
                  <a:cubicBezTo>
                    <a:pt x="0" y="3"/>
                    <a:pt x="0" y="6"/>
                    <a:pt x="1" y="7"/>
                  </a:cubicBezTo>
                  <a:cubicBezTo>
                    <a:pt x="3" y="9"/>
                    <a:pt x="5" y="9"/>
                    <a:pt x="7" y="7"/>
                  </a:cubicBezTo>
                  <a:cubicBezTo>
                    <a:pt x="8" y="6"/>
                    <a:pt x="8" y="3"/>
                    <a:pt x="7" y="2"/>
                  </a:cubicBezTo>
                  <a:cubicBezTo>
                    <a:pt x="5" y="0"/>
                    <a:pt x="3" y="0"/>
                    <a:pt x="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1" name="Freeform 119"/>
            <p:cNvSpPr>
              <a:spLocks/>
            </p:cNvSpPr>
            <p:nvPr/>
          </p:nvSpPr>
          <p:spPr bwMode="auto">
            <a:xfrm>
              <a:off x="1887538" y="5861050"/>
              <a:ext cx="38100" cy="42862"/>
            </a:xfrm>
            <a:custGeom>
              <a:avLst/>
              <a:gdLst>
                <a:gd name="T0" fmla="*/ 1 w 8"/>
                <a:gd name="T1" fmla="*/ 2 h 9"/>
                <a:gd name="T2" fmla="*/ 1 w 8"/>
                <a:gd name="T3" fmla="*/ 7 h 9"/>
                <a:gd name="T4" fmla="*/ 7 w 8"/>
                <a:gd name="T5" fmla="*/ 7 h 9"/>
                <a:gd name="T6" fmla="*/ 7 w 8"/>
                <a:gd name="T7" fmla="*/ 2 h 9"/>
                <a:gd name="T8" fmla="*/ 1 w 8"/>
                <a:gd name="T9" fmla="*/ 2 h 9"/>
              </a:gdLst>
              <a:ahLst/>
              <a:cxnLst>
                <a:cxn ang="0">
                  <a:pos x="T0" y="T1"/>
                </a:cxn>
                <a:cxn ang="0">
                  <a:pos x="T2" y="T3"/>
                </a:cxn>
                <a:cxn ang="0">
                  <a:pos x="T4" y="T5"/>
                </a:cxn>
                <a:cxn ang="0">
                  <a:pos x="T6" y="T7"/>
                </a:cxn>
                <a:cxn ang="0">
                  <a:pos x="T8" y="T9"/>
                </a:cxn>
              </a:cxnLst>
              <a:rect l="0" t="0" r="r" b="b"/>
              <a:pathLst>
                <a:path w="8" h="9">
                  <a:moveTo>
                    <a:pt x="1" y="2"/>
                  </a:moveTo>
                  <a:cubicBezTo>
                    <a:pt x="0" y="3"/>
                    <a:pt x="0" y="6"/>
                    <a:pt x="1" y="7"/>
                  </a:cubicBezTo>
                  <a:cubicBezTo>
                    <a:pt x="3" y="9"/>
                    <a:pt x="5" y="9"/>
                    <a:pt x="7" y="7"/>
                  </a:cubicBezTo>
                  <a:cubicBezTo>
                    <a:pt x="8" y="6"/>
                    <a:pt x="8" y="3"/>
                    <a:pt x="7" y="2"/>
                  </a:cubicBezTo>
                  <a:cubicBezTo>
                    <a:pt x="5" y="0"/>
                    <a:pt x="3" y="0"/>
                    <a:pt x="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2" name="Freeform 120"/>
            <p:cNvSpPr>
              <a:spLocks/>
            </p:cNvSpPr>
            <p:nvPr/>
          </p:nvSpPr>
          <p:spPr bwMode="auto">
            <a:xfrm>
              <a:off x="2051050" y="6024563"/>
              <a:ext cx="38100" cy="42862"/>
            </a:xfrm>
            <a:custGeom>
              <a:avLst/>
              <a:gdLst>
                <a:gd name="T0" fmla="*/ 1 w 8"/>
                <a:gd name="T1" fmla="*/ 2 h 9"/>
                <a:gd name="T2" fmla="*/ 1 w 8"/>
                <a:gd name="T3" fmla="*/ 7 h 9"/>
                <a:gd name="T4" fmla="*/ 7 w 8"/>
                <a:gd name="T5" fmla="*/ 7 h 9"/>
                <a:gd name="T6" fmla="*/ 7 w 8"/>
                <a:gd name="T7" fmla="*/ 2 h 9"/>
                <a:gd name="T8" fmla="*/ 1 w 8"/>
                <a:gd name="T9" fmla="*/ 2 h 9"/>
              </a:gdLst>
              <a:ahLst/>
              <a:cxnLst>
                <a:cxn ang="0">
                  <a:pos x="T0" y="T1"/>
                </a:cxn>
                <a:cxn ang="0">
                  <a:pos x="T2" y="T3"/>
                </a:cxn>
                <a:cxn ang="0">
                  <a:pos x="T4" y="T5"/>
                </a:cxn>
                <a:cxn ang="0">
                  <a:pos x="T6" y="T7"/>
                </a:cxn>
                <a:cxn ang="0">
                  <a:pos x="T8" y="T9"/>
                </a:cxn>
              </a:cxnLst>
              <a:rect l="0" t="0" r="r" b="b"/>
              <a:pathLst>
                <a:path w="8" h="9">
                  <a:moveTo>
                    <a:pt x="1" y="2"/>
                  </a:moveTo>
                  <a:cubicBezTo>
                    <a:pt x="0" y="3"/>
                    <a:pt x="0" y="6"/>
                    <a:pt x="1" y="7"/>
                  </a:cubicBezTo>
                  <a:cubicBezTo>
                    <a:pt x="3" y="9"/>
                    <a:pt x="5" y="9"/>
                    <a:pt x="7" y="7"/>
                  </a:cubicBezTo>
                  <a:cubicBezTo>
                    <a:pt x="8" y="6"/>
                    <a:pt x="8" y="3"/>
                    <a:pt x="7" y="2"/>
                  </a:cubicBezTo>
                  <a:cubicBezTo>
                    <a:pt x="5" y="0"/>
                    <a:pt x="3" y="0"/>
                    <a:pt x="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3" name="Freeform 121"/>
            <p:cNvSpPr>
              <a:spLocks noEditPoints="1"/>
            </p:cNvSpPr>
            <p:nvPr/>
          </p:nvSpPr>
          <p:spPr bwMode="auto">
            <a:xfrm>
              <a:off x="1797050" y="5657850"/>
              <a:ext cx="422275" cy="615950"/>
            </a:xfrm>
            <a:custGeom>
              <a:avLst/>
              <a:gdLst>
                <a:gd name="T0" fmla="*/ 80 w 88"/>
                <a:gd name="T1" fmla="*/ 56 h 128"/>
                <a:gd name="T2" fmla="*/ 79 w 88"/>
                <a:gd name="T3" fmla="*/ 56 h 128"/>
                <a:gd name="T4" fmla="*/ 70 w 88"/>
                <a:gd name="T5" fmla="*/ 37 h 128"/>
                <a:gd name="T6" fmla="*/ 64 w 88"/>
                <a:gd name="T7" fmla="*/ 6 h 128"/>
                <a:gd name="T8" fmla="*/ 56 w 88"/>
                <a:gd name="T9" fmla="*/ 0 h 128"/>
                <a:gd name="T10" fmla="*/ 24 w 88"/>
                <a:gd name="T11" fmla="*/ 0 h 128"/>
                <a:gd name="T12" fmla="*/ 17 w 88"/>
                <a:gd name="T13" fmla="*/ 6 h 128"/>
                <a:gd name="T14" fmla="*/ 11 w 88"/>
                <a:gd name="T15" fmla="*/ 36 h 128"/>
                <a:gd name="T16" fmla="*/ 0 w 88"/>
                <a:gd name="T17" fmla="*/ 64 h 128"/>
                <a:gd name="T18" fmla="*/ 10 w 88"/>
                <a:gd name="T19" fmla="*/ 90 h 128"/>
                <a:gd name="T20" fmla="*/ 16 w 88"/>
                <a:gd name="T21" fmla="*/ 121 h 128"/>
                <a:gd name="T22" fmla="*/ 24 w 88"/>
                <a:gd name="T23" fmla="*/ 128 h 128"/>
                <a:gd name="T24" fmla="*/ 56 w 88"/>
                <a:gd name="T25" fmla="*/ 128 h 128"/>
                <a:gd name="T26" fmla="*/ 64 w 88"/>
                <a:gd name="T27" fmla="*/ 121 h 128"/>
                <a:gd name="T28" fmla="*/ 70 w 88"/>
                <a:gd name="T29" fmla="*/ 90 h 128"/>
                <a:gd name="T30" fmla="*/ 79 w 88"/>
                <a:gd name="T31" fmla="*/ 71 h 128"/>
                <a:gd name="T32" fmla="*/ 80 w 88"/>
                <a:gd name="T33" fmla="*/ 72 h 128"/>
                <a:gd name="T34" fmla="*/ 88 w 88"/>
                <a:gd name="T35" fmla="*/ 64 h 128"/>
                <a:gd name="T36" fmla="*/ 80 w 88"/>
                <a:gd name="T37" fmla="*/ 56 h 128"/>
                <a:gd name="T38" fmla="*/ 24 w 88"/>
                <a:gd name="T39" fmla="*/ 8 h 128"/>
                <a:gd name="T40" fmla="*/ 56 w 88"/>
                <a:gd name="T41" fmla="*/ 8 h 128"/>
                <a:gd name="T42" fmla="*/ 60 w 88"/>
                <a:gd name="T43" fmla="*/ 29 h 128"/>
                <a:gd name="T44" fmla="*/ 40 w 88"/>
                <a:gd name="T45" fmla="*/ 24 h 128"/>
                <a:gd name="T46" fmla="*/ 20 w 88"/>
                <a:gd name="T47" fmla="*/ 29 h 128"/>
                <a:gd name="T48" fmla="*/ 24 w 88"/>
                <a:gd name="T49" fmla="*/ 8 h 128"/>
                <a:gd name="T50" fmla="*/ 56 w 88"/>
                <a:gd name="T51" fmla="*/ 120 h 128"/>
                <a:gd name="T52" fmla="*/ 24 w 88"/>
                <a:gd name="T53" fmla="*/ 120 h 128"/>
                <a:gd name="T54" fmla="*/ 20 w 88"/>
                <a:gd name="T55" fmla="*/ 98 h 128"/>
                <a:gd name="T56" fmla="*/ 40 w 88"/>
                <a:gd name="T57" fmla="*/ 104 h 128"/>
                <a:gd name="T58" fmla="*/ 60 w 88"/>
                <a:gd name="T59" fmla="*/ 98 h 128"/>
                <a:gd name="T60" fmla="*/ 56 w 88"/>
                <a:gd name="T61" fmla="*/ 120 h 128"/>
                <a:gd name="T62" fmla="*/ 40 w 88"/>
                <a:gd name="T63" fmla="*/ 96 h 128"/>
                <a:gd name="T64" fmla="*/ 8 w 88"/>
                <a:gd name="T65" fmla="*/ 64 h 128"/>
                <a:gd name="T66" fmla="*/ 40 w 88"/>
                <a:gd name="T67" fmla="*/ 32 h 128"/>
                <a:gd name="T68" fmla="*/ 72 w 88"/>
                <a:gd name="T69" fmla="*/ 64 h 128"/>
                <a:gd name="T70" fmla="*/ 40 w 88"/>
                <a:gd name="T71" fmla="*/ 9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8" h="128">
                  <a:moveTo>
                    <a:pt x="80" y="56"/>
                  </a:moveTo>
                  <a:cubicBezTo>
                    <a:pt x="80" y="56"/>
                    <a:pt x="79" y="56"/>
                    <a:pt x="79" y="56"/>
                  </a:cubicBezTo>
                  <a:cubicBezTo>
                    <a:pt x="78" y="49"/>
                    <a:pt x="75" y="43"/>
                    <a:pt x="70" y="37"/>
                  </a:cubicBezTo>
                  <a:cubicBezTo>
                    <a:pt x="64" y="6"/>
                    <a:pt x="64" y="6"/>
                    <a:pt x="64" y="6"/>
                  </a:cubicBezTo>
                  <a:cubicBezTo>
                    <a:pt x="64" y="2"/>
                    <a:pt x="60" y="0"/>
                    <a:pt x="56" y="0"/>
                  </a:cubicBezTo>
                  <a:cubicBezTo>
                    <a:pt x="24" y="0"/>
                    <a:pt x="24" y="0"/>
                    <a:pt x="24" y="0"/>
                  </a:cubicBezTo>
                  <a:cubicBezTo>
                    <a:pt x="21" y="0"/>
                    <a:pt x="17" y="2"/>
                    <a:pt x="17" y="6"/>
                  </a:cubicBezTo>
                  <a:cubicBezTo>
                    <a:pt x="11" y="36"/>
                    <a:pt x="11" y="36"/>
                    <a:pt x="11" y="36"/>
                  </a:cubicBezTo>
                  <a:cubicBezTo>
                    <a:pt x="4" y="43"/>
                    <a:pt x="0" y="53"/>
                    <a:pt x="0" y="64"/>
                  </a:cubicBezTo>
                  <a:cubicBezTo>
                    <a:pt x="0" y="74"/>
                    <a:pt x="4" y="83"/>
                    <a:pt x="10" y="90"/>
                  </a:cubicBezTo>
                  <a:cubicBezTo>
                    <a:pt x="16" y="121"/>
                    <a:pt x="16" y="121"/>
                    <a:pt x="16" y="121"/>
                  </a:cubicBezTo>
                  <a:cubicBezTo>
                    <a:pt x="17" y="125"/>
                    <a:pt x="20" y="128"/>
                    <a:pt x="24" y="128"/>
                  </a:cubicBezTo>
                  <a:cubicBezTo>
                    <a:pt x="56" y="128"/>
                    <a:pt x="56" y="128"/>
                    <a:pt x="56" y="128"/>
                  </a:cubicBezTo>
                  <a:cubicBezTo>
                    <a:pt x="60" y="128"/>
                    <a:pt x="63" y="125"/>
                    <a:pt x="64" y="121"/>
                  </a:cubicBezTo>
                  <a:cubicBezTo>
                    <a:pt x="70" y="90"/>
                    <a:pt x="70" y="90"/>
                    <a:pt x="70" y="90"/>
                  </a:cubicBezTo>
                  <a:cubicBezTo>
                    <a:pt x="74" y="85"/>
                    <a:pt x="78" y="79"/>
                    <a:pt x="79" y="71"/>
                  </a:cubicBezTo>
                  <a:cubicBezTo>
                    <a:pt x="79" y="71"/>
                    <a:pt x="80" y="72"/>
                    <a:pt x="80" y="72"/>
                  </a:cubicBezTo>
                  <a:cubicBezTo>
                    <a:pt x="84" y="72"/>
                    <a:pt x="88" y="68"/>
                    <a:pt x="88" y="64"/>
                  </a:cubicBezTo>
                  <a:cubicBezTo>
                    <a:pt x="88" y="59"/>
                    <a:pt x="84" y="56"/>
                    <a:pt x="80" y="56"/>
                  </a:cubicBezTo>
                  <a:moveTo>
                    <a:pt x="24" y="8"/>
                  </a:moveTo>
                  <a:cubicBezTo>
                    <a:pt x="56" y="8"/>
                    <a:pt x="56" y="8"/>
                    <a:pt x="56" y="8"/>
                  </a:cubicBezTo>
                  <a:cubicBezTo>
                    <a:pt x="60" y="29"/>
                    <a:pt x="60" y="29"/>
                    <a:pt x="60" y="29"/>
                  </a:cubicBezTo>
                  <a:cubicBezTo>
                    <a:pt x="55" y="26"/>
                    <a:pt x="48" y="24"/>
                    <a:pt x="40" y="24"/>
                  </a:cubicBezTo>
                  <a:cubicBezTo>
                    <a:pt x="33" y="24"/>
                    <a:pt x="26" y="26"/>
                    <a:pt x="20" y="29"/>
                  </a:cubicBezTo>
                  <a:lnTo>
                    <a:pt x="24" y="8"/>
                  </a:lnTo>
                  <a:close/>
                  <a:moveTo>
                    <a:pt x="56" y="120"/>
                  </a:moveTo>
                  <a:cubicBezTo>
                    <a:pt x="24" y="120"/>
                    <a:pt x="24" y="120"/>
                    <a:pt x="24" y="120"/>
                  </a:cubicBezTo>
                  <a:cubicBezTo>
                    <a:pt x="20" y="98"/>
                    <a:pt x="20" y="98"/>
                    <a:pt x="20" y="98"/>
                  </a:cubicBezTo>
                  <a:cubicBezTo>
                    <a:pt x="26" y="101"/>
                    <a:pt x="33" y="104"/>
                    <a:pt x="40" y="104"/>
                  </a:cubicBezTo>
                  <a:cubicBezTo>
                    <a:pt x="47" y="104"/>
                    <a:pt x="54" y="101"/>
                    <a:pt x="60" y="98"/>
                  </a:cubicBezTo>
                  <a:lnTo>
                    <a:pt x="56" y="120"/>
                  </a:lnTo>
                  <a:close/>
                  <a:moveTo>
                    <a:pt x="40" y="96"/>
                  </a:moveTo>
                  <a:cubicBezTo>
                    <a:pt x="22" y="96"/>
                    <a:pt x="8" y="81"/>
                    <a:pt x="8" y="64"/>
                  </a:cubicBezTo>
                  <a:cubicBezTo>
                    <a:pt x="8" y="46"/>
                    <a:pt x="22" y="32"/>
                    <a:pt x="40" y="32"/>
                  </a:cubicBezTo>
                  <a:cubicBezTo>
                    <a:pt x="58" y="32"/>
                    <a:pt x="72" y="46"/>
                    <a:pt x="72" y="64"/>
                  </a:cubicBezTo>
                  <a:cubicBezTo>
                    <a:pt x="72" y="81"/>
                    <a:pt x="58" y="96"/>
                    <a:pt x="40" y="9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4" name="Freeform 122"/>
            <p:cNvSpPr>
              <a:spLocks/>
            </p:cNvSpPr>
            <p:nvPr/>
          </p:nvSpPr>
          <p:spPr bwMode="auto">
            <a:xfrm>
              <a:off x="1970088" y="5865813"/>
              <a:ext cx="114300" cy="119062"/>
            </a:xfrm>
            <a:custGeom>
              <a:avLst/>
              <a:gdLst>
                <a:gd name="T0" fmla="*/ 24 w 24"/>
                <a:gd name="T1" fmla="*/ 1 h 25"/>
                <a:gd name="T2" fmla="*/ 22 w 24"/>
                <a:gd name="T3" fmla="*/ 1 h 25"/>
                <a:gd name="T4" fmla="*/ 1 w 24"/>
                <a:gd name="T5" fmla="*/ 18 h 25"/>
                <a:gd name="T6" fmla="*/ 0 w 24"/>
                <a:gd name="T7" fmla="*/ 21 h 25"/>
                <a:gd name="T8" fmla="*/ 1 w 24"/>
                <a:gd name="T9" fmla="*/ 23 h 25"/>
                <a:gd name="T10" fmla="*/ 4 w 24"/>
                <a:gd name="T11" fmla="*/ 25 h 25"/>
                <a:gd name="T12" fmla="*/ 7 w 24"/>
                <a:gd name="T13" fmla="*/ 23 h 25"/>
                <a:gd name="T14" fmla="*/ 14 w 24"/>
                <a:gd name="T15" fmla="*/ 15 h 25"/>
                <a:gd name="T16" fmla="*/ 24 w 24"/>
                <a:gd name="T17" fmla="*/ 3 h 25"/>
                <a:gd name="T18" fmla="*/ 24 w 24"/>
                <a:gd name="T19" fmla="*/ 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25">
                  <a:moveTo>
                    <a:pt x="24" y="1"/>
                  </a:moveTo>
                  <a:cubicBezTo>
                    <a:pt x="23" y="0"/>
                    <a:pt x="23" y="0"/>
                    <a:pt x="22" y="1"/>
                  </a:cubicBezTo>
                  <a:cubicBezTo>
                    <a:pt x="1" y="18"/>
                    <a:pt x="1" y="18"/>
                    <a:pt x="1" y="18"/>
                  </a:cubicBezTo>
                  <a:cubicBezTo>
                    <a:pt x="0" y="19"/>
                    <a:pt x="0" y="20"/>
                    <a:pt x="0" y="21"/>
                  </a:cubicBezTo>
                  <a:cubicBezTo>
                    <a:pt x="0" y="22"/>
                    <a:pt x="0" y="23"/>
                    <a:pt x="1" y="23"/>
                  </a:cubicBezTo>
                  <a:cubicBezTo>
                    <a:pt x="2" y="24"/>
                    <a:pt x="3" y="25"/>
                    <a:pt x="4" y="25"/>
                  </a:cubicBezTo>
                  <a:cubicBezTo>
                    <a:pt x="5" y="25"/>
                    <a:pt x="6" y="24"/>
                    <a:pt x="7" y="23"/>
                  </a:cubicBezTo>
                  <a:cubicBezTo>
                    <a:pt x="14" y="15"/>
                    <a:pt x="14" y="15"/>
                    <a:pt x="14" y="15"/>
                  </a:cubicBezTo>
                  <a:cubicBezTo>
                    <a:pt x="24" y="3"/>
                    <a:pt x="24" y="3"/>
                    <a:pt x="24" y="3"/>
                  </a:cubicBezTo>
                  <a:cubicBezTo>
                    <a:pt x="24" y="2"/>
                    <a:pt x="24" y="1"/>
                    <a:pt x="24"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865" name="Freeform 300"/>
          <p:cNvSpPr>
            <a:spLocks noChangeAspect="1" noEditPoints="1"/>
          </p:cNvSpPr>
          <p:nvPr/>
        </p:nvSpPr>
        <p:spPr bwMode="auto">
          <a:xfrm>
            <a:off x="592579" y="5350015"/>
            <a:ext cx="271041" cy="396000"/>
          </a:xfrm>
          <a:custGeom>
            <a:avLst/>
            <a:gdLst>
              <a:gd name="T0" fmla="*/ 109 w 172"/>
              <a:gd name="T1" fmla="*/ 51 h 242"/>
              <a:gd name="T2" fmla="*/ 116 w 172"/>
              <a:gd name="T3" fmla="*/ 28 h 242"/>
              <a:gd name="T4" fmla="*/ 132 w 172"/>
              <a:gd name="T5" fmla="*/ 67 h 242"/>
              <a:gd name="T6" fmla="*/ 132 w 172"/>
              <a:gd name="T7" fmla="*/ 176 h 242"/>
              <a:gd name="T8" fmla="*/ 116 w 172"/>
              <a:gd name="T9" fmla="*/ 214 h 242"/>
              <a:gd name="T10" fmla="*/ 109 w 172"/>
              <a:gd name="T11" fmla="*/ 191 h 242"/>
              <a:gd name="T12" fmla="*/ 45 w 172"/>
              <a:gd name="T13" fmla="*/ 191 h 242"/>
              <a:gd name="T14" fmla="*/ 38 w 172"/>
              <a:gd name="T15" fmla="*/ 214 h 242"/>
              <a:gd name="T16" fmla="*/ 23 w 172"/>
              <a:gd name="T17" fmla="*/ 176 h 242"/>
              <a:gd name="T18" fmla="*/ 23 w 172"/>
              <a:gd name="T19" fmla="*/ 67 h 242"/>
              <a:gd name="T20" fmla="*/ 38 w 172"/>
              <a:gd name="T21" fmla="*/ 28 h 242"/>
              <a:gd name="T22" fmla="*/ 45 w 172"/>
              <a:gd name="T23" fmla="*/ 51 h 242"/>
              <a:gd name="T24" fmla="*/ 49 w 172"/>
              <a:gd name="T25" fmla="*/ 38 h 242"/>
              <a:gd name="T26" fmla="*/ 106 w 172"/>
              <a:gd name="T27" fmla="*/ 9 h 242"/>
              <a:gd name="T28" fmla="*/ 58 w 172"/>
              <a:gd name="T29" fmla="*/ 0 h 242"/>
              <a:gd name="T30" fmla="*/ 49 w 172"/>
              <a:gd name="T31" fmla="*/ 38 h 242"/>
              <a:gd name="T32" fmla="*/ 49 w 172"/>
              <a:gd name="T33" fmla="*/ 204 h 242"/>
              <a:gd name="T34" fmla="*/ 58 w 172"/>
              <a:gd name="T35" fmla="*/ 242 h 242"/>
              <a:gd name="T36" fmla="*/ 106 w 172"/>
              <a:gd name="T37" fmla="*/ 233 h 242"/>
              <a:gd name="T38" fmla="*/ 68 w 172"/>
              <a:gd name="T39" fmla="*/ 124 h 242"/>
              <a:gd name="T40" fmla="*/ 78 w 172"/>
              <a:gd name="T41" fmla="*/ 127 h 242"/>
              <a:gd name="T42" fmla="*/ 83 w 172"/>
              <a:gd name="T43" fmla="*/ 133 h 242"/>
              <a:gd name="T44" fmla="*/ 82 w 172"/>
              <a:gd name="T45" fmla="*/ 124 h 242"/>
              <a:gd name="T46" fmla="*/ 102 w 172"/>
              <a:gd name="T47" fmla="*/ 102 h 242"/>
              <a:gd name="T48" fmla="*/ 76 w 172"/>
              <a:gd name="T49" fmla="*/ 116 h 242"/>
              <a:gd name="T50" fmla="*/ 49 w 172"/>
              <a:gd name="T51" fmla="*/ 87 h 242"/>
              <a:gd name="T52" fmla="*/ 72 w 172"/>
              <a:gd name="T53" fmla="*/ 120 h 242"/>
              <a:gd name="T54" fmla="*/ 158 w 172"/>
              <a:gd name="T55" fmla="*/ 106 h 242"/>
              <a:gd name="T56" fmla="*/ 172 w 172"/>
              <a:gd name="T57" fmla="*/ 112 h 242"/>
              <a:gd name="T58" fmla="*/ 166 w 172"/>
              <a:gd name="T59" fmla="*/ 139 h 242"/>
              <a:gd name="T60" fmla="*/ 158 w 172"/>
              <a:gd name="T61" fmla="*/ 106 h 242"/>
              <a:gd name="T62" fmla="*/ 77 w 172"/>
              <a:gd name="T63" fmla="*/ 66 h 242"/>
              <a:gd name="T64" fmla="*/ 22 w 172"/>
              <a:gd name="T65" fmla="*/ 121 h 242"/>
              <a:gd name="T66" fmla="*/ 77 w 172"/>
              <a:gd name="T67" fmla="*/ 177 h 242"/>
              <a:gd name="T68" fmla="*/ 133 w 172"/>
              <a:gd name="T69" fmla="*/ 121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2" h="242">
                <a:moveTo>
                  <a:pt x="77" y="44"/>
                </a:moveTo>
                <a:cubicBezTo>
                  <a:pt x="89" y="44"/>
                  <a:pt x="99" y="46"/>
                  <a:pt x="109" y="51"/>
                </a:cubicBezTo>
                <a:cubicBezTo>
                  <a:pt x="109" y="28"/>
                  <a:pt x="109" y="28"/>
                  <a:pt x="109" y="28"/>
                </a:cubicBezTo>
                <a:cubicBezTo>
                  <a:pt x="116" y="28"/>
                  <a:pt x="116" y="28"/>
                  <a:pt x="116" y="28"/>
                </a:cubicBezTo>
                <a:cubicBezTo>
                  <a:pt x="128" y="63"/>
                  <a:pt x="128" y="63"/>
                  <a:pt x="128" y="63"/>
                </a:cubicBezTo>
                <a:cubicBezTo>
                  <a:pt x="130" y="64"/>
                  <a:pt x="131" y="65"/>
                  <a:pt x="132" y="67"/>
                </a:cubicBezTo>
                <a:cubicBezTo>
                  <a:pt x="146" y="81"/>
                  <a:pt x="154" y="100"/>
                  <a:pt x="154" y="121"/>
                </a:cubicBezTo>
                <a:cubicBezTo>
                  <a:pt x="154" y="142"/>
                  <a:pt x="146" y="162"/>
                  <a:pt x="132" y="176"/>
                </a:cubicBezTo>
                <a:cubicBezTo>
                  <a:pt x="131" y="177"/>
                  <a:pt x="129" y="178"/>
                  <a:pt x="128" y="179"/>
                </a:cubicBezTo>
                <a:cubicBezTo>
                  <a:pt x="116" y="214"/>
                  <a:pt x="116" y="214"/>
                  <a:pt x="116" y="214"/>
                </a:cubicBezTo>
                <a:cubicBezTo>
                  <a:pt x="109" y="214"/>
                  <a:pt x="109" y="214"/>
                  <a:pt x="109" y="214"/>
                </a:cubicBezTo>
                <a:cubicBezTo>
                  <a:pt x="109" y="191"/>
                  <a:pt x="109" y="191"/>
                  <a:pt x="109" y="191"/>
                </a:cubicBezTo>
                <a:cubicBezTo>
                  <a:pt x="99" y="196"/>
                  <a:pt x="89" y="198"/>
                  <a:pt x="77" y="198"/>
                </a:cubicBezTo>
                <a:cubicBezTo>
                  <a:pt x="66" y="198"/>
                  <a:pt x="55" y="196"/>
                  <a:pt x="45" y="191"/>
                </a:cubicBezTo>
                <a:cubicBezTo>
                  <a:pt x="45" y="214"/>
                  <a:pt x="45" y="214"/>
                  <a:pt x="45" y="214"/>
                </a:cubicBezTo>
                <a:cubicBezTo>
                  <a:pt x="38" y="214"/>
                  <a:pt x="38" y="214"/>
                  <a:pt x="38" y="214"/>
                </a:cubicBezTo>
                <a:cubicBezTo>
                  <a:pt x="25" y="178"/>
                  <a:pt x="25" y="178"/>
                  <a:pt x="25" y="178"/>
                </a:cubicBezTo>
                <a:cubicBezTo>
                  <a:pt x="25" y="177"/>
                  <a:pt x="24" y="176"/>
                  <a:pt x="23" y="176"/>
                </a:cubicBezTo>
                <a:cubicBezTo>
                  <a:pt x="9" y="162"/>
                  <a:pt x="0" y="142"/>
                  <a:pt x="0" y="121"/>
                </a:cubicBezTo>
                <a:cubicBezTo>
                  <a:pt x="0" y="100"/>
                  <a:pt x="9" y="81"/>
                  <a:pt x="23" y="67"/>
                </a:cubicBezTo>
                <a:cubicBezTo>
                  <a:pt x="24" y="66"/>
                  <a:pt x="24" y="65"/>
                  <a:pt x="25" y="64"/>
                </a:cubicBezTo>
                <a:cubicBezTo>
                  <a:pt x="38" y="28"/>
                  <a:pt x="38" y="28"/>
                  <a:pt x="38" y="28"/>
                </a:cubicBezTo>
                <a:cubicBezTo>
                  <a:pt x="45" y="28"/>
                  <a:pt x="45" y="28"/>
                  <a:pt x="45" y="28"/>
                </a:cubicBezTo>
                <a:cubicBezTo>
                  <a:pt x="45" y="51"/>
                  <a:pt x="45" y="51"/>
                  <a:pt x="45" y="51"/>
                </a:cubicBezTo>
                <a:cubicBezTo>
                  <a:pt x="55" y="47"/>
                  <a:pt x="66" y="44"/>
                  <a:pt x="77" y="44"/>
                </a:cubicBezTo>
                <a:close/>
                <a:moveTo>
                  <a:pt x="49" y="38"/>
                </a:moveTo>
                <a:cubicBezTo>
                  <a:pt x="106" y="38"/>
                  <a:pt x="106" y="38"/>
                  <a:pt x="106" y="38"/>
                </a:cubicBezTo>
                <a:cubicBezTo>
                  <a:pt x="106" y="9"/>
                  <a:pt x="106" y="9"/>
                  <a:pt x="106" y="9"/>
                </a:cubicBezTo>
                <a:cubicBezTo>
                  <a:pt x="106" y="4"/>
                  <a:pt x="101" y="0"/>
                  <a:pt x="96" y="0"/>
                </a:cubicBezTo>
                <a:cubicBezTo>
                  <a:pt x="58" y="0"/>
                  <a:pt x="58" y="0"/>
                  <a:pt x="58" y="0"/>
                </a:cubicBezTo>
                <a:cubicBezTo>
                  <a:pt x="53" y="0"/>
                  <a:pt x="49" y="4"/>
                  <a:pt x="49" y="9"/>
                </a:cubicBezTo>
                <a:cubicBezTo>
                  <a:pt x="49" y="38"/>
                  <a:pt x="49" y="38"/>
                  <a:pt x="49" y="38"/>
                </a:cubicBezTo>
                <a:close/>
                <a:moveTo>
                  <a:pt x="106" y="204"/>
                </a:moveTo>
                <a:cubicBezTo>
                  <a:pt x="49" y="204"/>
                  <a:pt x="49" y="204"/>
                  <a:pt x="49" y="204"/>
                </a:cubicBezTo>
                <a:cubicBezTo>
                  <a:pt x="49" y="233"/>
                  <a:pt x="49" y="233"/>
                  <a:pt x="49" y="233"/>
                </a:cubicBezTo>
                <a:cubicBezTo>
                  <a:pt x="49" y="238"/>
                  <a:pt x="53" y="242"/>
                  <a:pt x="58" y="242"/>
                </a:cubicBezTo>
                <a:cubicBezTo>
                  <a:pt x="96" y="242"/>
                  <a:pt x="96" y="242"/>
                  <a:pt x="96" y="242"/>
                </a:cubicBezTo>
                <a:cubicBezTo>
                  <a:pt x="101" y="242"/>
                  <a:pt x="106" y="238"/>
                  <a:pt x="106" y="233"/>
                </a:cubicBezTo>
                <a:cubicBezTo>
                  <a:pt x="106" y="204"/>
                  <a:pt x="106" y="204"/>
                  <a:pt x="106" y="204"/>
                </a:cubicBezTo>
                <a:close/>
                <a:moveTo>
                  <a:pt x="68" y="124"/>
                </a:moveTo>
                <a:cubicBezTo>
                  <a:pt x="74" y="130"/>
                  <a:pt x="74" y="130"/>
                  <a:pt x="74" y="130"/>
                </a:cubicBezTo>
                <a:cubicBezTo>
                  <a:pt x="78" y="127"/>
                  <a:pt x="78" y="127"/>
                  <a:pt x="78" y="127"/>
                </a:cubicBezTo>
                <a:cubicBezTo>
                  <a:pt x="78" y="127"/>
                  <a:pt x="78" y="127"/>
                  <a:pt x="78" y="127"/>
                </a:cubicBezTo>
                <a:cubicBezTo>
                  <a:pt x="83" y="133"/>
                  <a:pt x="83" y="133"/>
                  <a:pt x="83" y="133"/>
                </a:cubicBezTo>
                <a:cubicBezTo>
                  <a:pt x="87" y="130"/>
                  <a:pt x="87" y="130"/>
                  <a:pt x="87" y="130"/>
                </a:cubicBezTo>
                <a:cubicBezTo>
                  <a:pt x="82" y="124"/>
                  <a:pt x="82" y="124"/>
                  <a:pt x="82" y="124"/>
                </a:cubicBezTo>
                <a:cubicBezTo>
                  <a:pt x="83" y="123"/>
                  <a:pt x="83" y="122"/>
                  <a:pt x="83" y="121"/>
                </a:cubicBezTo>
                <a:cubicBezTo>
                  <a:pt x="102" y="102"/>
                  <a:pt x="102" y="102"/>
                  <a:pt x="102" y="102"/>
                </a:cubicBezTo>
                <a:cubicBezTo>
                  <a:pt x="96" y="96"/>
                  <a:pt x="96" y="96"/>
                  <a:pt x="96" y="96"/>
                </a:cubicBezTo>
                <a:cubicBezTo>
                  <a:pt x="76" y="116"/>
                  <a:pt x="76" y="116"/>
                  <a:pt x="76" y="116"/>
                </a:cubicBezTo>
                <a:cubicBezTo>
                  <a:pt x="52" y="84"/>
                  <a:pt x="52" y="84"/>
                  <a:pt x="52" y="84"/>
                </a:cubicBezTo>
                <a:cubicBezTo>
                  <a:pt x="49" y="87"/>
                  <a:pt x="49" y="87"/>
                  <a:pt x="49" y="87"/>
                </a:cubicBezTo>
                <a:cubicBezTo>
                  <a:pt x="72" y="118"/>
                  <a:pt x="72" y="118"/>
                  <a:pt x="72" y="118"/>
                </a:cubicBezTo>
                <a:cubicBezTo>
                  <a:pt x="72" y="119"/>
                  <a:pt x="72" y="119"/>
                  <a:pt x="72" y="120"/>
                </a:cubicBezTo>
                <a:cubicBezTo>
                  <a:pt x="68" y="124"/>
                  <a:pt x="68" y="124"/>
                  <a:pt x="68" y="124"/>
                </a:cubicBezTo>
                <a:close/>
                <a:moveTo>
                  <a:pt x="158" y="106"/>
                </a:moveTo>
                <a:cubicBezTo>
                  <a:pt x="166" y="106"/>
                  <a:pt x="166" y="106"/>
                  <a:pt x="166" y="106"/>
                </a:cubicBezTo>
                <a:cubicBezTo>
                  <a:pt x="169" y="106"/>
                  <a:pt x="172" y="109"/>
                  <a:pt x="172" y="112"/>
                </a:cubicBezTo>
                <a:cubicBezTo>
                  <a:pt x="172" y="133"/>
                  <a:pt x="172" y="133"/>
                  <a:pt x="172" y="133"/>
                </a:cubicBezTo>
                <a:cubicBezTo>
                  <a:pt x="172" y="136"/>
                  <a:pt x="169" y="139"/>
                  <a:pt x="166" y="139"/>
                </a:cubicBezTo>
                <a:cubicBezTo>
                  <a:pt x="158" y="139"/>
                  <a:pt x="158" y="139"/>
                  <a:pt x="158" y="139"/>
                </a:cubicBezTo>
                <a:cubicBezTo>
                  <a:pt x="158" y="106"/>
                  <a:pt x="158" y="106"/>
                  <a:pt x="158" y="106"/>
                </a:cubicBezTo>
                <a:close/>
                <a:moveTo>
                  <a:pt x="117" y="82"/>
                </a:moveTo>
                <a:cubicBezTo>
                  <a:pt x="107" y="72"/>
                  <a:pt x="93" y="66"/>
                  <a:pt x="77" y="66"/>
                </a:cubicBezTo>
                <a:cubicBezTo>
                  <a:pt x="62" y="66"/>
                  <a:pt x="48" y="72"/>
                  <a:pt x="38" y="82"/>
                </a:cubicBezTo>
                <a:cubicBezTo>
                  <a:pt x="28" y="92"/>
                  <a:pt x="22" y="106"/>
                  <a:pt x="22" y="121"/>
                </a:cubicBezTo>
                <a:cubicBezTo>
                  <a:pt x="22" y="136"/>
                  <a:pt x="28" y="150"/>
                  <a:pt x="38" y="160"/>
                </a:cubicBezTo>
                <a:cubicBezTo>
                  <a:pt x="48" y="170"/>
                  <a:pt x="62" y="177"/>
                  <a:pt x="77" y="177"/>
                </a:cubicBezTo>
                <a:cubicBezTo>
                  <a:pt x="93" y="177"/>
                  <a:pt x="107" y="170"/>
                  <a:pt x="117" y="160"/>
                </a:cubicBezTo>
                <a:cubicBezTo>
                  <a:pt x="127" y="150"/>
                  <a:pt x="133" y="136"/>
                  <a:pt x="133" y="121"/>
                </a:cubicBezTo>
                <a:cubicBezTo>
                  <a:pt x="133" y="106"/>
                  <a:pt x="127" y="92"/>
                  <a:pt x="117" y="82"/>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66" name="Freeform 6"/>
          <p:cNvSpPr>
            <a:spLocks noChangeAspect="1" noEditPoints="1"/>
          </p:cNvSpPr>
          <p:nvPr/>
        </p:nvSpPr>
        <p:spPr bwMode="auto">
          <a:xfrm>
            <a:off x="1092813" y="4849351"/>
            <a:ext cx="268758" cy="396000"/>
          </a:xfrm>
          <a:custGeom>
            <a:avLst/>
            <a:gdLst>
              <a:gd name="T0" fmla="*/ 217 w 367"/>
              <a:gd name="T1" fmla="*/ 359 h 540"/>
              <a:gd name="T2" fmla="*/ 217 w 367"/>
              <a:gd name="T3" fmla="*/ 409 h 540"/>
              <a:gd name="T4" fmla="*/ 274 w 367"/>
              <a:gd name="T5" fmla="*/ 409 h 540"/>
              <a:gd name="T6" fmla="*/ 274 w 367"/>
              <a:gd name="T7" fmla="*/ 483 h 540"/>
              <a:gd name="T8" fmla="*/ 219 w 367"/>
              <a:gd name="T9" fmla="*/ 483 h 540"/>
              <a:gd name="T10" fmla="*/ 217 w 367"/>
              <a:gd name="T11" fmla="*/ 540 h 540"/>
              <a:gd name="T12" fmla="*/ 143 w 367"/>
              <a:gd name="T13" fmla="*/ 540 h 540"/>
              <a:gd name="T14" fmla="*/ 143 w 367"/>
              <a:gd name="T15" fmla="*/ 485 h 540"/>
              <a:gd name="T16" fmla="*/ 84 w 367"/>
              <a:gd name="T17" fmla="*/ 483 h 540"/>
              <a:gd name="T18" fmla="*/ 84 w 367"/>
              <a:gd name="T19" fmla="*/ 409 h 540"/>
              <a:gd name="T20" fmla="*/ 141 w 367"/>
              <a:gd name="T21" fmla="*/ 409 h 540"/>
              <a:gd name="T22" fmla="*/ 143 w 367"/>
              <a:gd name="T23" fmla="*/ 363 h 540"/>
              <a:gd name="T24" fmla="*/ 1 w 367"/>
              <a:gd name="T25" fmla="*/ 186 h 540"/>
              <a:gd name="T26" fmla="*/ 163 w 367"/>
              <a:gd name="T27" fmla="*/ 8 h 540"/>
              <a:gd name="T28" fmla="*/ 358 w 367"/>
              <a:gd name="T29" fmla="*/ 166 h 540"/>
              <a:gd name="T30" fmla="*/ 217 w 367"/>
              <a:gd name="T31" fmla="*/ 359 h 540"/>
              <a:gd name="T32" fmla="*/ 81 w 367"/>
              <a:gd name="T33" fmla="*/ 225 h 540"/>
              <a:gd name="T34" fmla="*/ 141 w 367"/>
              <a:gd name="T35" fmla="*/ 285 h 540"/>
              <a:gd name="T36" fmla="*/ 277 w 367"/>
              <a:gd name="T37" fmla="*/ 226 h 540"/>
              <a:gd name="T38" fmla="*/ 174 w 367"/>
              <a:gd name="T39" fmla="*/ 83 h 540"/>
              <a:gd name="T40" fmla="*/ 81 w 367"/>
              <a:gd name="T41" fmla="*/ 225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7" h="540">
                <a:moveTo>
                  <a:pt x="217" y="359"/>
                </a:moveTo>
                <a:cubicBezTo>
                  <a:pt x="217" y="376"/>
                  <a:pt x="217" y="392"/>
                  <a:pt x="217" y="409"/>
                </a:cubicBezTo>
                <a:cubicBezTo>
                  <a:pt x="236" y="409"/>
                  <a:pt x="255" y="409"/>
                  <a:pt x="274" y="409"/>
                </a:cubicBezTo>
                <a:cubicBezTo>
                  <a:pt x="274" y="434"/>
                  <a:pt x="274" y="458"/>
                  <a:pt x="274" y="483"/>
                </a:cubicBezTo>
                <a:cubicBezTo>
                  <a:pt x="256" y="483"/>
                  <a:pt x="237" y="483"/>
                  <a:pt x="219" y="483"/>
                </a:cubicBezTo>
                <a:cubicBezTo>
                  <a:pt x="215" y="498"/>
                  <a:pt x="219" y="522"/>
                  <a:pt x="217" y="540"/>
                </a:cubicBezTo>
                <a:cubicBezTo>
                  <a:pt x="192" y="540"/>
                  <a:pt x="168" y="540"/>
                  <a:pt x="143" y="540"/>
                </a:cubicBezTo>
                <a:cubicBezTo>
                  <a:pt x="143" y="522"/>
                  <a:pt x="143" y="503"/>
                  <a:pt x="143" y="485"/>
                </a:cubicBezTo>
                <a:cubicBezTo>
                  <a:pt x="127" y="481"/>
                  <a:pt x="103" y="484"/>
                  <a:pt x="84" y="483"/>
                </a:cubicBezTo>
                <a:cubicBezTo>
                  <a:pt x="84" y="458"/>
                  <a:pt x="84" y="434"/>
                  <a:pt x="84" y="409"/>
                </a:cubicBezTo>
                <a:cubicBezTo>
                  <a:pt x="103" y="409"/>
                  <a:pt x="122" y="409"/>
                  <a:pt x="141" y="409"/>
                </a:cubicBezTo>
                <a:cubicBezTo>
                  <a:pt x="145" y="397"/>
                  <a:pt x="141" y="378"/>
                  <a:pt x="143" y="363"/>
                </a:cubicBezTo>
                <a:cubicBezTo>
                  <a:pt x="65" y="336"/>
                  <a:pt x="1" y="286"/>
                  <a:pt x="1" y="186"/>
                </a:cubicBezTo>
                <a:cubicBezTo>
                  <a:pt x="0" y="90"/>
                  <a:pt x="73" y="15"/>
                  <a:pt x="163" y="8"/>
                </a:cubicBezTo>
                <a:cubicBezTo>
                  <a:pt x="262" y="0"/>
                  <a:pt x="349" y="68"/>
                  <a:pt x="358" y="166"/>
                </a:cubicBezTo>
                <a:cubicBezTo>
                  <a:pt x="367" y="272"/>
                  <a:pt x="305" y="336"/>
                  <a:pt x="217" y="359"/>
                </a:cubicBezTo>
                <a:close/>
                <a:moveTo>
                  <a:pt x="81" y="225"/>
                </a:moveTo>
                <a:cubicBezTo>
                  <a:pt x="90" y="248"/>
                  <a:pt x="113" y="274"/>
                  <a:pt x="141" y="285"/>
                </a:cubicBezTo>
                <a:cubicBezTo>
                  <a:pt x="205" y="309"/>
                  <a:pt x="262" y="266"/>
                  <a:pt x="277" y="226"/>
                </a:cubicBezTo>
                <a:cubicBezTo>
                  <a:pt x="308" y="151"/>
                  <a:pt x="246" y="78"/>
                  <a:pt x="174" y="83"/>
                </a:cubicBezTo>
                <a:cubicBezTo>
                  <a:pt x="106" y="87"/>
                  <a:pt x="52" y="152"/>
                  <a:pt x="81" y="225"/>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67" name="Freeform 7"/>
          <p:cNvSpPr>
            <a:spLocks noChangeAspect="1" noEditPoints="1"/>
          </p:cNvSpPr>
          <p:nvPr/>
        </p:nvSpPr>
        <p:spPr bwMode="auto">
          <a:xfrm>
            <a:off x="1517218" y="4867351"/>
            <a:ext cx="360955" cy="360000"/>
          </a:xfrm>
          <a:custGeom>
            <a:avLst/>
            <a:gdLst>
              <a:gd name="T0" fmla="*/ 209 w 320"/>
              <a:gd name="T1" fmla="*/ 3 h 319"/>
              <a:gd name="T2" fmla="*/ 317 w 320"/>
              <a:gd name="T3" fmla="*/ 1 h 319"/>
              <a:gd name="T4" fmla="*/ 318 w 320"/>
              <a:gd name="T5" fmla="*/ 107 h 319"/>
              <a:gd name="T6" fmla="*/ 299 w 320"/>
              <a:gd name="T7" fmla="*/ 93 h 319"/>
              <a:gd name="T8" fmla="*/ 282 w 320"/>
              <a:gd name="T9" fmla="*/ 74 h 319"/>
              <a:gd name="T10" fmla="*/ 254 w 320"/>
              <a:gd name="T11" fmla="*/ 102 h 319"/>
              <a:gd name="T12" fmla="*/ 226 w 320"/>
              <a:gd name="T13" fmla="*/ 130 h 319"/>
              <a:gd name="T14" fmla="*/ 245 w 320"/>
              <a:gd name="T15" fmla="*/ 204 h 319"/>
              <a:gd name="T16" fmla="*/ 117 w 320"/>
              <a:gd name="T17" fmla="*/ 315 h 319"/>
              <a:gd name="T18" fmla="*/ 5 w 320"/>
              <a:gd name="T19" fmla="*/ 184 h 319"/>
              <a:gd name="T20" fmla="*/ 125 w 320"/>
              <a:gd name="T21" fmla="*/ 74 h 319"/>
              <a:gd name="T22" fmla="*/ 189 w 320"/>
              <a:gd name="T23" fmla="*/ 94 h 319"/>
              <a:gd name="T24" fmla="*/ 232 w 320"/>
              <a:gd name="T25" fmla="*/ 53 h 319"/>
              <a:gd name="T26" fmla="*/ 246 w 320"/>
              <a:gd name="T27" fmla="*/ 39 h 319"/>
              <a:gd name="T28" fmla="*/ 229 w 320"/>
              <a:gd name="T29" fmla="*/ 22 h 319"/>
              <a:gd name="T30" fmla="*/ 209 w 320"/>
              <a:gd name="T31" fmla="*/ 3 h 319"/>
              <a:gd name="T32" fmla="*/ 62 w 320"/>
              <a:gd name="T33" fmla="*/ 161 h 319"/>
              <a:gd name="T34" fmla="*/ 154 w 320"/>
              <a:gd name="T35" fmla="*/ 260 h 319"/>
              <a:gd name="T36" fmla="*/ 196 w 320"/>
              <a:gd name="T37" fmla="*/ 200 h 319"/>
              <a:gd name="T38" fmla="*/ 115 w 320"/>
              <a:gd name="T39" fmla="*/ 125 h 319"/>
              <a:gd name="T40" fmla="*/ 62 w 320"/>
              <a:gd name="T41" fmla="*/ 16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0" h="319">
                <a:moveTo>
                  <a:pt x="209" y="3"/>
                </a:moveTo>
                <a:cubicBezTo>
                  <a:pt x="243" y="0"/>
                  <a:pt x="282" y="2"/>
                  <a:pt x="317" y="1"/>
                </a:cubicBezTo>
                <a:cubicBezTo>
                  <a:pt x="320" y="35"/>
                  <a:pt x="318" y="72"/>
                  <a:pt x="318" y="107"/>
                </a:cubicBezTo>
                <a:cubicBezTo>
                  <a:pt x="314" y="109"/>
                  <a:pt x="305" y="99"/>
                  <a:pt x="299" y="93"/>
                </a:cubicBezTo>
                <a:cubicBezTo>
                  <a:pt x="298" y="92"/>
                  <a:pt x="285" y="74"/>
                  <a:pt x="282" y="74"/>
                </a:cubicBezTo>
                <a:cubicBezTo>
                  <a:pt x="277" y="74"/>
                  <a:pt x="257" y="98"/>
                  <a:pt x="254" y="102"/>
                </a:cubicBezTo>
                <a:cubicBezTo>
                  <a:pt x="243" y="113"/>
                  <a:pt x="234" y="120"/>
                  <a:pt x="226" y="130"/>
                </a:cubicBezTo>
                <a:cubicBezTo>
                  <a:pt x="239" y="151"/>
                  <a:pt x="247" y="171"/>
                  <a:pt x="245" y="204"/>
                </a:cubicBezTo>
                <a:cubicBezTo>
                  <a:pt x="240" y="266"/>
                  <a:pt x="187" y="319"/>
                  <a:pt x="117" y="315"/>
                </a:cubicBezTo>
                <a:cubicBezTo>
                  <a:pt x="58" y="311"/>
                  <a:pt x="0" y="261"/>
                  <a:pt x="5" y="184"/>
                </a:cubicBezTo>
                <a:cubicBezTo>
                  <a:pt x="10" y="125"/>
                  <a:pt x="57" y="74"/>
                  <a:pt x="125" y="74"/>
                </a:cubicBezTo>
                <a:cubicBezTo>
                  <a:pt x="151" y="74"/>
                  <a:pt x="172" y="82"/>
                  <a:pt x="189" y="94"/>
                </a:cubicBezTo>
                <a:cubicBezTo>
                  <a:pt x="204" y="83"/>
                  <a:pt x="217" y="68"/>
                  <a:pt x="232" y="53"/>
                </a:cubicBezTo>
                <a:cubicBezTo>
                  <a:pt x="234" y="50"/>
                  <a:pt x="246" y="41"/>
                  <a:pt x="246" y="39"/>
                </a:cubicBezTo>
                <a:cubicBezTo>
                  <a:pt x="246" y="36"/>
                  <a:pt x="233" y="25"/>
                  <a:pt x="229" y="22"/>
                </a:cubicBezTo>
                <a:cubicBezTo>
                  <a:pt x="221" y="13"/>
                  <a:pt x="216" y="9"/>
                  <a:pt x="209" y="3"/>
                </a:cubicBezTo>
                <a:close/>
                <a:moveTo>
                  <a:pt x="62" y="161"/>
                </a:moveTo>
                <a:cubicBezTo>
                  <a:pt x="28" y="225"/>
                  <a:pt x="98" y="283"/>
                  <a:pt x="154" y="260"/>
                </a:cubicBezTo>
                <a:cubicBezTo>
                  <a:pt x="174" y="251"/>
                  <a:pt x="194" y="229"/>
                  <a:pt x="196" y="200"/>
                </a:cubicBezTo>
                <a:cubicBezTo>
                  <a:pt x="199" y="151"/>
                  <a:pt x="161" y="119"/>
                  <a:pt x="115" y="125"/>
                </a:cubicBezTo>
                <a:cubicBezTo>
                  <a:pt x="89" y="129"/>
                  <a:pt x="70" y="146"/>
                  <a:pt x="62" y="161"/>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68" name="Freeform 23"/>
          <p:cNvSpPr>
            <a:spLocks noChangeAspect="1" noEditPoints="1"/>
          </p:cNvSpPr>
          <p:nvPr/>
        </p:nvSpPr>
        <p:spPr bwMode="auto">
          <a:xfrm>
            <a:off x="2033820" y="4867351"/>
            <a:ext cx="470233" cy="360000"/>
          </a:xfrm>
          <a:custGeom>
            <a:avLst/>
            <a:gdLst>
              <a:gd name="T0" fmla="*/ 285 w 285"/>
              <a:gd name="T1" fmla="*/ 90 h 218"/>
              <a:gd name="T2" fmla="*/ 264 w 285"/>
              <a:gd name="T3" fmla="*/ 90 h 218"/>
              <a:gd name="T4" fmla="*/ 264 w 285"/>
              <a:gd name="T5" fmla="*/ 57 h 218"/>
              <a:gd name="T6" fmla="*/ 222 w 285"/>
              <a:gd name="T7" fmla="*/ 99 h 218"/>
              <a:gd name="T8" fmla="*/ 237 w 285"/>
              <a:gd name="T9" fmla="*/ 144 h 218"/>
              <a:gd name="T10" fmla="*/ 215 w 285"/>
              <a:gd name="T11" fmla="*/ 196 h 218"/>
              <a:gd name="T12" fmla="*/ 163 w 285"/>
              <a:gd name="T13" fmla="*/ 218 h 218"/>
              <a:gd name="T14" fmla="*/ 111 w 285"/>
              <a:gd name="T15" fmla="*/ 197 h 218"/>
              <a:gd name="T16" fmla="*/ 110 w 285"/>
              <a:gd name="T17" fmla="*/ 92 h 218"/>
              <a:gd name="T18" fmla="*/ 163 w 285"/>
              <a:gd name="T19" fmla="*/ 70 h 218"/>
              <a:gd name="T20" fmla="*/ 165 w 285"/>
              <a:gd name="T21" fmla="*/ 70 h 218"/>
              <a:gd name="T22" fmla="*/ 162 w 285"/>
              <a:gd name="T23" fmla="*/ 91 h 218"/>
              <a:gd name="T24" fmla="*/ 125 w 285"/>
              <a:gd name="T25" fmla="*/ 106 h 218"/>
              <a:gd name="T26" fmla="*/ 125 w 285"/>
              <a:gd name="T27" fmla="*/ 182 h 218"/>
              <a:gd name="T28" fmla="*/ 163 w 285"/>
              <a:gd name="T29" fmla="*/ 198 h 218"/>
              <a:gd name="T30" fmla="*/ 201 w 285"/>
              <a:gd name="T31" fmla="*/ 182 h 218"/>
              <a:gd name="T32" fmla="*/ 217 w 285"/>
              <a:gd name="T33" fmla="*/ 144 h 218"/>
              <a:gd name="T34" fmla="*/ 202 w 285"/>
              <a:gd name="T35" fmla="*/ 107 h 218"/>
              <a:gd name="T36" fmla="*/ 208 w 285"/>
              <a:gd name="T37" fmla="*/ 84 h 218"/>
              <a:gd name="T38" fmla="*/ 250 w 285"/>
              <a:gd name="T39" fmla="*/ 42 h 218"/>
              <a:gd name="T40" fmla="*/ 216 w 285"/>
              <a:gd name="T41" fmla="*/ 42 h 218"/>
              <a:gd name="T42" fmla="*/ 216 w 285"/>
              <a:gd name="T43" fmla="*/ 22 h 218"/>
              <a:gd name="T44" fmla="*/ 285 w 285"/>
              <a:gd name="T45" fmla="*/ 22 h 218"/>
              <a:gd name="T46" fmla="*/ 285 w 285"/>
              <a:gd name="T47" fmla="*/ 90 h 218"/>
              <a:gd name="T48" fmla="*/ 123 w 285"/>
              <a:gd name="T49" fmla="*/ 20 h 218"/>
              <a:gd name="T50" fmla="*/ 161 w 285"/>
              <a:gd name="T51" fmla="*/ 36 h 218"/>
              <a:gd name="T52" fmla="*/ 161 w 285"/>
              <a:gd name="T53" fmla="*/ 111 h 218"/>
              <a:gd name="T54" fmla="*/ 124 w 285"/>
              <a:gd name="T55" fmla="*/ 127 h 218"/>
              <a:gd name="T56" fmla="*/ 121 w 285"/>
              <a:gd name="T57" fmla="*/ 148 h 218"/>
              <a:gd name="T58" fmla="*/ 123 w 285"/>
              <a:gd name="T59" fmla="*/ 148 h 218"/>
              <a:gd name="T60" fmla="*/ 176 w 285"/>
              <a:gd name="T61" fmla="*/ 126 h 218"/>
              <a:gd name="T62" fmla="*/ 176 w 285"/>
              <a:gd name="T63" fmla="*/ 21 h 218"/>
              <a:gd name="T64" fmla="*/ 123 w 285"/>
              <a:gd name="T65" fmla="*/ 0 h 218"/>
              <a:gd name="T66" fmla="*/ 71 w 285"/>
              <a:gd name="T67" fmla="*/ 21 h 218"/>
              <a:gd name="T68" fmla="*/ 64 w 285"/>
              <a:gd name="T69" fmla="*/ 118 h 218"/>
              <a:gd name="T70" fmla="*/ 37 w 285"/>
              <a:gd name="T71" fmla="*/ 146 h 218"/>
              <a:gd name="T72" fmla="*/ 15 w 285"/>
              <a:gd name="T73" fmla="*/ 124 h 218"/>
              <a:gd name="T74" fmla="*/ 1 w 285"/>
              <a:gd name="T75" fmla="*/ 139 h 218"/>
              <a:gd name="T76" fmla="*/ 23 w 285"/>
              <a:gd name="T77" fmla="*/ 160 h 218"/>
              <a:gd name="T78" fmla="*/ 0 w 285"/>
              <a:gd name="T79" fmla="*/ 184 h 218"/>
              <a:gd name="T80" fmla="*/ 14 w 285"/>
              <a:gd name="T81" fmla="*/ 198 h 218"/>
              <a:gd name="T82" fmla="*/ 37 w 285"/>
              <a:gd name="T83" fmla="*/ 175 h 218"/>
              <a:gd name="T84" fmla="*/ 59 w 285"/>
              <a:gd name="T85" fmla="*/ 196 h 218"/>
              <a:gd name="T86" fmla="*/ 73 w 285"/>
              <a:gd name="T87" fmla="*/ 182 h 218"/>
              <a:gd name="T88" fmla="*/ 52 w 285"/>
              <a:gd name="T89" fmla="*/ 160 h 218"/>
              <a:gd name="T90" fmla="*/ 78 w 285"/>
              <a:gd name="T91" fmla="*/ 133 h 218"/>
              <a:gd name="T92" fmla="*/ 84 w 285"/>
              <a:gd name="T93" fmla="*/ 111 h 218"/>
              <a:gd name="T94" fmla="*/ 85 w 285"/>
              <a:gd name="T95" fmla="*/ 36 h 218"/>
              <a:gd name="T96" fmla="*/ 123 w 285"/>
              <a:gd name="T97" fmla="*/ 2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5" h="218">
                <a:moveTo>
                  <a:pt x="285" y="90"/>
                </a:moveTo>
                <a:cubicBezTo>
                  <a:pt x="264" y="90"/>
                  <a:pt x="264" y="90"/>
                  <a:pt x="264" y="90"/>
                </a:cubicBezTo>
                <a:cubicBezTo>
                  <a:pt x="264" y="57"/>
                  <a:pt x="264" y="57"/>
                  <a:pt x="264" y="57"/>
                </a:cubicBezTo>
                <a:cubicBezTo>
                  <a:pt x="222" y="99"/>
                  <a:pt x="222" y="99"/>
                  <a:pt x="222" y="99"/>
                </a:cubicBezTo>
                <a:cubicBezTo>
                  <a:pt x="232" y="112"/>
                  <a:pt x="237" y="128"/>
                  <a:pt x="237" y="144"/>
                </a:cubicBezTo>
                <a:cubicBezTo>
                  <a:pt x="237" y="164"/>
                  <a:pt x="229" y="182"/>
                  <a:pt x="215" y="196"/>
                </a:cubicBezTo>
                <a:cubicBezTo>
                  <a:pt x="201" y="210"/>
                  <a:pt x="183" y="218"/>
                  <a:pt x="163" y="218"/>
                </a:cubicBezTo>
                <a:cubicBezTo>
                  <a:pt x="143" y="218"/>
                  <a:pt x="125" y="211"/>
                  <a:pt x="111" y="197"/>
                </a:cubicBezTo>
                <a:cubicBezTo>
                  <a:pt x="82" y="168"/>
                  <a:pt x="82" y="121"/>
                  <a:pt x="110" y="92"/>
                </a:cubicBezTo>
                <a:cubicBezTo>
                  <a:pt x="124" y="78"/>
                  <a:pt x="143" y="70"/>
                  <a:pt x="163" y="70"/>
                </a:cubicBezTo>
                <a:cubicBezTo>
                  <a:pt x="164" y="70"/>
                  <a:pt x="165" y="70"/>
                  <a:pt x="165" y="70"/>
                </a:cubicBezTo>
                <a:cubicBezTo>
                  <a:pt x="166" y="77"/>
                  <a:pt x="165" y="84"/>
                  <a:pt x="162" y="91"/>
                </a:cubicBezTo>
                <a:cubicBezTo>
                  <a:pt x="148" y="91"/>
                  <a:pt x="135" y="96"/>
                  <a:pt x="125" y="106"/>
                </a:cubicBezTo>
                <a:cubicBezTo>
                  <a:pt x="104" y="127"/>
                  <a:pt x="104" y="161"/>
                  <a:pt x="125" y="182"/>
                </a:cubicBezTo>
                <a:cubicBezTo>
                  <a:pt x="135" y="192"/>
                  <a:pt x="149" y="198"/>
                  <a:pt x="163" y="198"/>
                </a:cubicBezTo>
                <a:cubicBezTo>
                  <a:pt x="177" y="198"/>
                  <a:pt x="191" y="192"/>
                  <a:pt x="201" y="182"/>
                </a:cubicBezTo>
                <a:cubicBezTo>
                  <a:pt x="211" y="172"/>
                  <a:pt x="217" y="158"/>
                  <a:pt x="217" y="144"/>
                </a:cubicBezTo>
                <a:cubicBezTo>
                  <a:pt x="217" y="130"/>
                  <a:pt x="211" y="117"/>
                  <a:pt x="202" y="107"/>
                </a:cubicBezTo>
                <a:cubicBezTo>
                  <a:pt x="205" y="100"/>
                  <a:pt x="207" y="92"/>
                  <a:pt x="208" y="84"/>
                </a:cubicBezTo>
                <a:cubicBezTo>
                  <a:pt x="250" y="42"/>
                  <a:pt x="250" y="42"/>
                  <a:pt x="250" y="42"/>
                </a:cubicBezTo>
                <a:cubicBezTo>
                  <a:pt x="216" y="42"/>
                  <a:pt x="216" y="42"/>
                  <a:pt x="216" y="42"/>
                </a:cubicBezTo>
                <a:cubicBezTo>
                  <a:pt x="216" y="22"/>
                  <a:pt x="216" y="22"/>
                  <a:pt x="216" y="22"/>
                </a:cubicBezTo>
                <a:cubicBezTo>
                  <a:pt x="285" y="22"/>
                  <a:pt x="285" y="22"/>
                  <a:pt x="285" y="22"/>
                </a:cubicBezTo>
                <a:lnTo>
                  <a:pt x="285" y="90"/>
                </a:lnTo>
                <a:close/>
                <a:moveTo>
                  <a:pt x="123" y="20"/>
                </a:moveTo>
                <a:cubicBezTo>
                  <a:pt x="138" y="20"/>
                  <a:pt x="151" y="25"/>
                  <a:pt x="161" y="36"/>
                </a:cubicBezTo>
                <a:cubicBezTo>
                  <a:pt x="182" y="56"/>
                  <a:pt x="182" y="90"/>
                  <a:pt x="161" y="111"/>
                </a:cubicBezTo>
                <a:cubicBezTo>
                  <a:pt x="151" y="121"/>
                  <a:pt x="138" y="127"/>
                  <a:pt x="124" y="127"/>
                </a:cubicBezTo>
                <a:cubicBezTo>
                  <a:pt x="121" y="134"/>
                  <a:pt x="120" y="141"/>
                  <a:pt x="121" y="148"/>
                </a:cubicBezTo>
                <a:cubicBezTo>
                  <a:pt x="122" y="148"/>
                  <a:pt x="122" y="148"/>
                  <a:pt x="123" y="148"/>
                </a:cubicBezTo>
                <a:cubicBezTo>
                  <a:pt x="143" y="148"/>
                  <a:pt x="162" y="140"/>
                  <a:pt x="176" y="126"/>
                </a:cubicBezTo>
                <a:cubicBezTo>
                  <a:pt x="205" y="97"/>
                  <a:pt x="205" y="50"/>
                  <a:pt x="176" y="21"/>
                </a:cubicBezTo>
                <a:cubicBezTo>
                  <a:pt x="162" y="7"/>
                  <a:pt x="143" y="0"/>
                  <a:pt x="123" y="0"/>
                </a:cubicBezTo>
                <a:cubicBezTo>
                  <a:pt x="103" y="0"/>
                  <a:pt x="85" y="7"/>
                  <a:pt x="71" y="21"/>
                </a:cubicBezTo>
                <a:cubicBezTo>
                  <a:pt x="44" y="48"/>
                  <a:pt x="42" y="90"/>
                  <a:pt x="64" y="118"/>
                </a:cubicBezTo>
                <a:cubicBezTo>
                  <a:pt x="37" y="146"/>
                  <a:pt x="37" y="146"/>
                  <a:pt x="37" y="146"/>
                </a:cubicBezTo>
                <a:cubicBezTo>
                  <a:pt x="15" y="124"/>
                  <a:pt x="15" y="124"/>
                  <a:pt x="15" y="124"/>
                </a:cubicBezTo>
                <a:cubicBezTo>
                  <a:pt x="1" y="139"/>
                  <a:pt x="1" y="139"/>
                  <a:pt x="1" y="139"/>
                </a:cubicBezTo>
                <a:cubicBezTo>
                  <a:pt x="23" y="160"/>
                  <a:pt x="23" y="160"/>
                  <a:pt x="23" y="160"/>
                </a:cubicBezTo>
                <a:cubicBezTo>
                  <a:pt x="0" y="184"/>
                  <a:pt x="0" y="184"/>
                  <a:pt x="0" y="184"/>
                </a:cubicBezTo>
                <a:cubicBezTo>
                  <a:pt x="14" y="198"/>
                  <a:pt x="14" y="198"/>
                  <a:pt x="14" y="198"/>
                </a:cubicBezTo>
                <a:cubicBezTo>
                  <a:pt x="37" y="175"/>
                  <a:pt x="37" y="175"/>
                  <a:pt x="37" y="175"/>
                </a:cubicBezTo>
                <a:cubicBezTo>
                  <a:pt x="59" y="196"/>
                  <a:pt x="59" y="196"/>
                  <a:pt x="59" y="196"/>
                </a:cubicBezTo>
                <a:cubicBezTo>
                  <a:pt x="73" y="182"/>
                  <a:pt x="73" y="182"/>
                  <a:pt x="73" y="182"/>
                </a:cubicBezTo>
                <a:cubicBezTo>
                  <a:pt x="52" y="160"/>
                  <a:pt x="52" y="160"/>
                  <a:pt x="52" y="160"/>
                </a:cubicBezTo>
                <a:cubicBezTo>
                  <a:pt x="78" y="133"/>
                  <a:pt x="78" y="133"/>
                  <a:pt x="78" y="133"/>
                </a:cubicBezTo>
                <a:cubicBezTo>
                  <a:pt x="79" y="126"/>
                  <a:pt x="81" y="118"/>
                  <a:pt x="84" y="111"/>
                </a:cubicBezTo>
                <a:cubicBezTo>
                  <a:pt x="65" y="90"/>
                  <a:pt x="65" y="56"/>
                  <a:pt x="85" y="36"/>
                </a:cubicBezTo>
                <a:cubicBezTo>
                  <a:pt x="95" y="26"/>
                  <a:pt x="109" y="20"/>
                  <a:pt x="123" y="20"/>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869" name="组合 868"/>
          <p:cNvGrpSpPr/>
          <p:nvPr/>
        </p:nvGrpSpPr>
        <p:grpSpPr>
          <a:xfrm>
            <a:off x="5433712" y="4859092"/>
            <a:ext cx="321928" cy="374229"/>
            <a:chOff x="4471362" y="1167037"/>
            <a:chExt cx="566738" cy="658812"/>
          </a:xfrm>
          <a:solidFill>
            <a:srgbClr val="707E84"/>
          </a:solidFill>
        </p:grpSpPr>
        <p:sp>
          <p:nvSpPr>
            <p:cNvPr id="870" name="Freeform 13"/>
            <p:cNvSpPr>
              <a:spLocks/>
            </p:cNvSpPr>
            <p:nvPr/>
          </p:nvSpPr>
          <p:spPr bwMode="auto">
            <a:xfrm>
              <a:off x="4601537" y="1244824"/>
              <a:ext cx="436563" cy="581025"/>
            </a:xfrm>
            <a:custGeom>
              <a:avLst/>
              <a:gdLst>
                <a:gd name="T0" fmla="*/ 104 w 154"/>
                <a:gd name="T1" fmla="*/ 85 h 205"/>
                <a:gd name="T2" fmla="*/ 124 w 154"/>
                <a:gd name="T3" fmla="*/ 47 h 205"/>
                <a:gd name="T4" fmla="*/ 77 w 154"/>
                <a:gd name="T5" fmla="*/ 0 h 205"/>
                <a:gd name="T6" fmla="*/ 30 w 154"/>
                <a:gd name="T7" fmla="*/ 47 h 205"/>
                <a:gd name="T8" fmla="*/ 50 w 154"/>
                <a:gd name="T9" fmla="*/ 85 h 205"/>
                <a:gd name="T10" fmla="*/ 0 w 154"/>
                <a:gd name="T11" fmla="*/ 157 h 205"/>
                <a:gd name="T12" fmla="*/ 6 w 154"/>
                <a:gd name="T13" fmla="*/ 186 h 205"/>
                <a:gd name="T14" fmla="*/ 77 w 154"/>
                <a:gd name="T15" fmla="*/ 205 h 205"/>
                <a:gd name="T16" fmla="*/ 148 w 154"/>
                <a:gd name="T17" fmla="*/ 186 h 205"/>
                <a:gd name="T18" fmla="*/ 154 w 154"/>
                <a:gd name="T19" fmla="*/ 157 h 205"/>
                <a:gd name="T20" fmla="*/ 104 w 154"/>
                <a:gd name="T21" fmla="*/ 8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4" h="205">
                  <a:moveTo>
                    <a:pt x="104" y="85"/>
                  </a:moveTo>
                  <a:cubicBezTo>
                    <a:pt x="116" y="77"/>
                    <a:pt x="124" y="63"/>
                    <a:pt x="124" y="47"/>
                  </a:cubicBezTo>
                  <a:cubicBezTo>
                    <a:pt x="124" y="21"/>
                    <a:pt x="103" y="0"/>
                    <a:pt x="77" y="0"/>
                  </a:cubicBezTo>
                  <a:cubicBezTo>
                    <a:pt x="51" y="0"/>
                    <a:pt x="30" y="21"/>
                    <a:pt x="30" y="47"/>
                  </a:cubicBezTo>
                  <a:cubicBezTo>
                    <a:pt x="30" y="63"/>
                    <a:pt x="38" y="77"/>
                    <a:pt x="50" y="85"/>
                  </a:cubicBezTo>
                  <a:cubicBezTo>
                    <a:pt x="21" y="96"/>
                    <a:pt x="0" y="124"/>
                    <a:pt x="0" y="157"/>
                  </a:cubicBezTo>
                  <a:cubicBezTo>
                    <a:pt x="0" y="167"/>
                    <a:pt x="2" y="177"/>
                    <a:pt x="6" y="186"/>
                  </a:cubicBezTo>
                  <a:cubicBezTo>
                    <a:pt x="27" y="198"/>
                    <a:pt x="51" y="205"/>
                    <a:pt x="77" y="205"/>
                  </a:cubicBezTo>
                  <a:cubicBezTo>
                    <a:pt x="103" y="205"/>
                    <a:pt x="127" y="198"/>
                    <a:pt x="148" y="186"/>
                  </a:cubicBezTo>
                  <a:cubicBezTo>
                    <a:pt x="152" y="177"/>
                    <a:pt x="154" y="167"/>
                    <a:pt x="154" y="157"/>
                  </a:cubicBezTo>
                  <a:cubicBezTo>
                    <a:pt x="154" y="124"/>
                    <a:pt x="133" y="96"/>
                    <a:pt x="104" y="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1" name="Freeform 14"/>
            <p:cNvSpPr>
              <a:spLocks/>
            </p:cNvSpPr>
            <p:nvPr/>
          </p:nvSpPr>
          <p:spPr bwMode="auto">
            <a:xfrm>
              <a:off x="4471362" y="1167037"/>
              <a:ext cx="303213" cy="519113"/>
            </a:xfrm>
            <a:custGeom>
              <a:avLst/>
              <a:gdLst>
                <a:gd name="T0" fmla="*/ 53 w 107"/>
                <a:gd name="T1" fmla="*/ 135 h 183"/>
                <a:gd name="T2" fmla="*/ 81 w 107"/>
                <a:gd name="T3" fmla="*/ 110 h 183"/>
                <a:gd name="T4" fmla="*/ 68 w 107"/>
                <a:gd name="T5" fmla="*/ 74 h 183"/>
                <a:gd name="T6" fmla="*/ 107 w 107"/>
                <a:gd name="T7" fmla="*/ 21 h 183"/>
                <a:gd name="T8" fmla="*/ 70 w 107"/>
                <a:gd name="T9" fmla="*/ 0 h 183"/>
                <a:gd name="T10" fmla="*/ 28 w 107"/>
                <a:gd name="T11" fmla="*/ 43 h 183"/>
                <a:gd name="T12" fmla="*/ 46 w 107"/>
                <a:gd name="T13" fmla="*/ 78 h 183"/>
                <a:gd name="T14" fmla="*/ 0 w 107"/>
                <a:gd name="T15" fmla="*/ 143 h 183"/>
                <a:gd name="T16" fmla="*/ 6 w 107"/>
                <a:gd name="T17" fmla="*/ 169 h 183"/>
                <a:gd name="T18" fmla="*/ 38 w 107"/>
                <a:gd name="T19" fmla="*/ 183 h 183"/>
                <a:gd name="T20" fmla="*/ 53 w 107"/>
                <a:gd name="T21" fmla="*/ 135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7" h="183">
                  <a:moveTo>
                    <a:pt x="53" y="135"/>
                  </a:moveTo>
                  <a:cubicBezTo>
                    <a:pt x="61" y="124"/>
                    <a:pt x="70" y="116"/>
                    <a:pt x="81" y="110"/>
                  </a:cubicBezTo>
                  <a:cubicBezTo>
                    <a:pt x="73" y="100"/>
                    <a:pt x="68" y="87"/>
                    <a:pt x="68" y="74"/>
                  </a:cubicBezTo>
                  <a:cubicBezTo>
                    <a:pt x="68" y="49"/>
                    <a:pt x="84" y="28"/>
                    <a:pt x="107" y="21"/>
                  </a:cubicBezTo>
                  <a:cubicBezTo>
                    <a:pt x="100" y="8"/>
                    <a:pt x="86" y="0"/>
                    <a:pt x="70" y="0"/>
                  </a:cubicBezTo>
                  <a:cubicBezTo>
                    <a:pt x="47" y="0"/>
                    <a:pt x="28" y="19"/>
                    <a:pt x="28" y="43"/>
                  </a:cubicBezTo>
                  <a:cubicBezTo>
                    <a:pt x="28" y="57"/>
                    <a:pt x="35" y="70"/>
                    <a:pt x="46" y="78"/>
                  </a:cubicBezTo>
                  <a:cubicBezTo>
                    <a:pt x="19" y="87"/>
                    <a:pt x="0" y="113"/>
                    <a:pt x="0" y="143"/>
                  </a:cubicBezTo>
                  <a:cubicBezTo>
                    <a:pt x="0" y="152"/>
                    <a:pt x="2" y="161"/>
                    <a:pt x="6" y="169"/>
                  </a:cubicBezTo>
                  <a:cubicBezTo>
                    <a:pt x="16" y="175"/>
                    <a:pt x="26" y="180"/>
                    <a:pt x="38" y="183"/>
                  </a:cubicBezTo>
                  <a:cubicBezTo>
                    <a:pt x="38" y="165"/>
                    <a:pt x="43" y="149"/>
                    <a:pt x="53"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872" name="Freeform 15"/>
          <p:cNvSpPr>
            <a:spLocks noEditPoints="1"/>
          </p:cNvSpPr>
          <p:nvPr/>
        </p:nvSpPr>
        <p:spPr bwMode="auto">
          <a:xfrm>
            <a:off x="6296865" y="4863149"/>
            <a:ext cx="360703" cy="366114"/>
          </a:xfrm>
          <a:custGeom>
            <a:avLst/>
            <a:gdLst>
              <a:gd name="T0" fmla="*/ 164 w 224"/>
              <a:gd name="T1" fmla="*/ 216 h 227"/>
              <a:gd name="T2" fmla="*/ 103 w 224"/>
              <a:gd name="T3" fmla="*/ 227 h 227"/>
              <a:gd name="T4" fmla="*/ 0 w 224"/>
              <a:gd name="T5" fmla="*/ 124 h 227"/>
              <a:gd name="T6" fmla="*/ 124 w 224"/>
              <a:gd name="T7" fmla="*/ 0 h 227"/>
              <a:gd name="T8" fmla="*/ 224 w 224"/>
              <a:gd name="T9" fmla="*/ 94 h 227"/>
              <a:gd name="T10" fmla="*/ 160 w 224"/>
              <a:gd name="T11" fmla="*/ 172 h 227"/>
              <a:gd name="T12" fmla="*/ 130 w 224"/>
              <a:gd name="T13" fmla="*/ 148 h 227"/>
              <a:gd name="T14" fmla="*/ 130 w 224"/>
              <a:gd name="T15" fmla="*/ 148 h 227"/>
              <a:gd name="T16" fmla="*/ 90 w 224"/>
              <a:gd name="T17" fmla="*/ 172 h 227"/>
              <a:gd name="T18" fmla="*/ 52 w 224"/>
              <a:gd name="T19" fmla="*/ 129 h 227"/>
              <a:gd name="T20" fmla="*/ 128 w 224"/>
              <a:gd name="T21" fmla="*/ 54 h 227"/>
              <a:gd name="T22" fmla="*/ 169 w 224"/>
              <a:gd name="T23" fmla="*/ 62 h 227"/>
              <a:gd name="T24" fmla="*/ 159 w 224"/>
              <a:gd name="T25" fmla="*/ 123 h 227"/>
              <a:gd name="T26" fmla="*/ 167 w 224"/>
              <a:gd name="T27" fmla="*/ 148 h 227"/>
              <a:gd name="T28" fmla="*/ 197 w 224"/>
              <a:gd name="T29" fmla="*/ 95 h 227"/>
              <a:gd name="T30" fmla="*/ 120 w 224"/>
              <a:gd name="T31" fmla="*/ 22 h 227"/>
              <a:gd name="T32" fmla="*/ 28 w 224"/>
              <a:gd name="T33" fmla="*/ 120 h 227"/>
              <a:gd name="T34" fmla="*/ 111 w 224"/>
              <a:gd name="T35" fmla="*/ 204 h 227"/>
              <a:gd name="T36" fmla="*/ 158 w 224"/>
              <a:gd name="T37" fmla="*/ 195 h 227"/>
              <a:gd name="T38" fmla="*/ 164 w 224"/>
              <a:gd name="T39" fmla="*/ 216 h 227"/>
              <a:gd name="T40" fmla="*/ 130 w 224"/>
              <a:gd name="T41" fmla="*/ 84 h 227"/>
              <a:gd name="T42" fmla="*/ 123 w 224"/>
              <a:gd name="T43" fmla="*/ 83 h 227"/>
              <a:gd name="T44" fmla="*/ 90 w 224"/>
              <a:gd name="T45" fmla="*/ 124 h 227"/>
              <a:gd name="T46" fmla="*/ 104 w 224"/>
              <a:gd name="T47" fmla="*/ 142 h 227"/>
              <a:gd name="T48" fmla="*/ 126 w 224"/>
              <a:gd name="T49" fmla="*/ 112 h 227"/>
              <a:gd name="T50" fmla="*/ 130 w 224"/>
              <a:gd name="T51" fmla="*/ 84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4" h="227">
                <a:moveTo>
                  <a:pt x="164" y="216"/>
                </a:moveTo>
                <a:cubicBezTo>
                  <a:pt x="143" y="224"/>
                  <a:pt x="127" y="227"/>
                  <a:pt x="103" y="227"/>
                </a:cubicBezTo>
                <a:cubicBezTo>
                  <a:pt x="49" y="227"/>
                  <a:pt x="0" y="188"/>
                  <a:pt x="0" y="124"/>
                </a:cubicBezTo>
                <a:cubicBezTo>
                  <a:pt x="0" y="58"/>
                  <a:pt x="50" y="0"/>
                  <a:pt x="124" y="0"/>
                </a:cubicBezTo>
                <a:cubicBezTo>
                  <a:pt x="181" y="0"/>
                  <a:pt x="224" y="39"/>
                  <a:pt x="224" y="94"/>
                </a:cubicBezTo>
                <a:cubicBezTo>
                  <a:pt x="224" y="141"/>
                  <a:pt x="197" y="172"/>
                  <a:pt x="160" y="172"/>
                </a:cubicBezTo>
                <a:cubicBezTo>
                  <a:pt x="144" y="172"/>
                  <a:pt x="133" y="164"/>
                  <a:pt x="130" y="148"/>
                </a:cubicBezTo>
                <a:cubicBezTo>
                  <a:pt x="130" y="148"/>
                  <a:pt x="130" y="148"/>
                  <a:pt x="130" y="148"/>
                </a:cubicBezTo>
                <a:cubicBezTo>
                  <a:pt x="120" y="164"/>
                  <a:pt x="106" y="172"/>
                  <a:pt x="90" y="172"/>
                </a:cubicBezTo>
                <a:cubicBezTo>
                  <a:pt x="68" y="172"/>
                  <a:pt x="52" y="156"/>
                  <a:pt x="52" y="129"/>
                </a:cubicBezTo>
                <a:cubicBezTo>
                  <a:pt x="52" y="89"/>
                  <a:pt x="81" y="54"/>
                  <a:pt x="128" y="54"/>
                </a:cubicBezTo>
                <a:cubicBezTo>
                  <a:pt x="143" y="54"/>
                  <a:pt x="161" y="58"/>
                  <a:pt x="169" y="62"/>
                </a:cubicBezTo>
                <a:cubicBezTo>
                  <a:pt x="159" y="123"/>
                  <a:pt x="159" y="123"/>
                  <a:pt x="159" y="123"/>
                </a:cubicBezTo>
                <a:cubicBezTo>
                  <a:pt x="157" y="139"/>
                  <a:pt x="159" y="147"/>
                  <a:pt x="167" y="148"/>
                </a:cubicBezTo>
                <a:cubicBezTo>
                  <a:pt x="180" y="148"/>
                  <a:pt x="197" y="132"/>
                  <a:pt x="197" y="95"/>
                </a:cubicBezTo>
                <a:cubicBezTo>
                  <a:pt x="197" y="54"/>
                  <a:pt x="170" y="22"/>
                  <a:pt x="120" y="22"/>
                </a:cubicBezTo>
                <a:cubicBezTo>
                  <a:pt x="71" y="22"/>
                  <a:pt x="28" y="59"/>
                  <a:pt x="28" y="120"/>
                </a:cubicBezTo>
                <a:cubicBezTo>
                  <a:pt x="28" y="175"/>
                  <a:pt x="63" y="204"/>
                  <a:pt x="111" y="204"/>
                </a:cubicBezTo>
                <a:cubicBezTo>
                  <a:pt x="127" y="204"/>
                  <a:pt x="145" y="201"/>
                  <a:pt x="158" y="195"/>
                </a:cubicBezTo>
                <a:lnTo>
                  <a:pt x="164" y="216"/>
                </a:lnTo>
                <a:close/>
                <a:moveTo>
                  <a:pt x="130" y="84"/>
                </a:moveTo>
                <a:cubicBezTo>
                  <a:pt x="127" y="83"/>
                  <a:pt x="125" y="83"/>
                  <a:pt x="123" y="83"/>
                </a:cubicBezTo>
                <a:cubicBezTo>
                  <a:pt x="104" y="83"/>
                  <a:pt x="90" y="102"/>
                  <a:pt x="90" y="124"/>
                </a:cubicBezTo>
                <a:cubicBezTo>
                  <a:pt x="90" y="135"/>
                  <a:pt x="95" y="142"/>
                  <a:pt x="104" y="142"/>
                </a:cubicBezTo>
                <a:cubicBezTo>
                  <a:pt x="113" y="142"/>
                  <a:pt x="124" y="130"/>
                  <a:pt x="126" y="112"/>
                </a:cubicBezTo>
                <a:lnTo>
                  <a:pt x="130" y="84"/>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73" name="Freeform 52"/>
          <p:cNvSpPr>
            <a:spLocks/>
          </p:cNvSpPr>
          <p:nvPr/>
        </p:nvSpPr>
        <p:spPr bwMode="auto">
          <a:xfrm>
            <a:off x="5882873" y="4853681"/>
            <a:ext cx="286759" cy="385051"/>
          </a:xfrm>
          <a:custGeom>
            <a:avLst/>
            <a:gdLst>
              <a:gd name="T0" fmla="*/ 120 w 178"/>
              <a:gd name="T1" fmla="*/ 99 h 239"/>
              <a:gd name="T2" fmla="*/ 143 w 178"/>
              <a:gd name="T3" fmla="*/ 55 h 239"/>
              <a:gd name="T4" fmla="*/ 89 w 178"/>
              <a:gd name="T5" fmla="*/ 0 h 239"/>
              <a:gd name="T6" fmla="*/ 34 w 178"/>
              <a:gd name="T7" fmla="*/ 55 h 239"/>
              <a:gd name="T8" fmla="*/ 58 w 178"/>
              <a:gd name="T9" fmla="*/ 99 h 239"/>
              <a:gd name="T10" fmla="*/ 0 w 178"/>
              <a:gd name="T11" fmla="*/ 183 h 239"/>
              <a:gd name="T12" fmla="*/ 6 w 178"/>
              <a:gd name="T13" fmla="*/ 216 h 239"/>
              <a:gd name="T14" fmla="*/ 89 w 178"/>
              <a:gd name="T15" fmla="*/ 239 h 239"/>
              <a:gd name="T16" fmla="*/ 171 w 178"/>
              <a:gd name="T17" fmla="*/ 216 h 239"/>
              <a:gd name="T18" fmla="*/ 178 w 178"/>
              <a:gd name="T19" fmla="*/ 183 h 239"/>
              <a:gd name="T20" fmla="*/ 120 w 178"/>
              <a:gd name="T21" fmla="*/ 99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8" h="239">
                <a:moveTo>
                  <a:pt x="120" y="99"/>
                </a:moveTo>
                <a:cubicBezTo>
                  <a:pt x="134" y="90"/>
                  <a:pt x="143" y="73"/>
                  <a:pt x="143" y="55"/>
                </a:cubicBezTo>
                <a:cubicBezTo>
                  <a:pt x="143" y="25"/>
                  <a:pt x="119" y="0"/>
                  <a:pt x="89" y="0"/>
                </a:cubicBezTo>
                <a:cubicBezTo>
                  <a:pt x="59" y="0"/>
                  <a:pt x="34" y="25"/>
                  <a:pt x="34" y="55"/>
                </a:cubicBezTo>
                <a:cubicBezTo>
                  <a:pt x="34" y="73"/>
                  <a:pt x="43" y="90"/>
                  <a:pt x="58" y="99"/>
                </a:cubicBezTo>
                <a:cubicBezTo>
                  <a:pt x="24" y="112"/>
                  <a:pt x="0" y="145"/>
                  <a:pt x="0" y="183"/>
                </a:cubicBezTo>
                <a:cubicBezTo>
                  <a:pt x="0" y="195"/>
                  <a:pt x="2" y="206"/>
                  <a:pt x="6" y="216"/>
                </a:cubicBezTo>
                <a:cubicBezTo>
                  <a:pt x="30" y="231"/>
                  <a:pt x="59" y="239"/>
                  <a:pt x="89" y="239"/>
                </a:cubicBezTo>
                <a:cubicBezTo>
                  <a:pt x="119" y="239"/>
                  <a:pt x="147" y="231"/>
                  <a:pt x="171" y="216"/>
                </a:cubicBezTo>
                <a:cubicBezTo>
                  <a:pt x="176" y="206"/>
                  <a:pt x="178" y="195"/>
                  <a:pt x="178" y="183"/>
                </a:cubicBezTo>
                <a:cubicBezTo>
                  <a:pt x="178" y="145"/>
                  <a:pt x="154" y="112"/>
                  <a:pt x="120" y="99"/>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874" name="组合 873"/>
          <p:cNvGrpSpPr>
            <a:grpSpLocks noChangeAspect="1"/>
          </p:cNvGrpSpPr>
          <p:nvPr/>
        </p:nvGrpSpPr>
        <p:grpSpPr>
          <a:xfrm>
            <a:off x="4460174" y="4866206"/>
            <a:ext cx="359072" cy="360000"/>
            <a:chOff x="4102100" y="2098675"/>
            <a:chExt cx="614362" cy="615950"/>
          </a:xfrm>
          <a:solidFill>
            <a:srgbClr val="707E84"/>
          </a:solidFill>
        </p:grpSpPr>
        <p:sp>
          <p:nvSpPr>
            <p:cNvPr id="875" name="Freeform 34"/>
            <p:cNvSpPr>
              <a:spLocks noEditPoints="1"/>
            </p:cNvSpPr>
            <p:nvPr/>
          </p:nvSpPr>
          <p:spPr bwMode="auto">
            <a:xfrm>
              <a:off x="4102100" y="2098675"/>
              <a:ext cx="614362" cy="615950"/>
            </a:xfrm>
            <a:custGeom>
              <a:avLst/>
              <a:gdLst>
                <a:gd name="T0" fmla="*/ 80 w 128"/>
                <a:gd name="T1" fmla="*/ 0 h 128"/>
                <a:gd name="T2" fmla="*/ 32 w 128"/>
                <a:gd name="T3" fmla="*/ 48 h 128"/>
                <a:gd name="T4" fmla="*/ 38 w 128"/>
                <a:gd name="T5" fmla="*/ 70 h 128"/>
                <a:gd name="T6" fmla="*/ 4 w 128"/>
                <a:gd name="T7" fmla="*/ 104 h 128"/>
                <a:gd name="T8" fmla="*/ 4 w 128"/>
                <a:gd name="T9" fmla="*/ 104 h 128"/>
                <a:gd name="T10" fmla="*/ 0 w 128"/>
                <a:gd name="T11" fmla="*/ 114 h 128"/>
                <a:gd name="T12" fmla="*/ 14 w 128"/>
                <a:gd name="T13" fmla="*/ 128 h 128"/>
                <a:gd name="T14" fmla="*/ 24 w 128"/>
                <a:gd name="T15" fmla="*/ 124 h 128"/>
                <a:gd name="T16" fmla="*/ 24 w 128"/>
                <a:gd name="T17" fmla="*/ 124 h 128"/>
                <a:gd name="T18" fmla="*/ 58 w 128"/>
                <a:gd name="T19" fmla="*/ 90 h 128"/>
                <a:gd name="T20" fmla="*/ 80 w 128"/>
                <a:gd name="T21" fmla="*/ 96 h 128"/>
                <a:gd name="T22" fmla="*/ 128 w 128"/>
                <a:gd name="T23" fmla="*/ 48 h 128"/>
                <a:gd name="T24" fmla="*/ 80 w 128"/>
                <a:gd name="T25" fmla="*/ 0 h 128"/>
                <a:gd name="T26" fmla="*/ 19 w 128"/>
                <a:gd name="T27" fmla="*/ 119 h 128"/>
                <a:gd name="T28" fmla="*/ 14 w 128"/>
                <a:gd name="T29" fmla="*/ 121 h 128"/>
                <a:gd name="T30" fmla="*/ 7 w 128"/>
                <a:gd name="T31" fmla="*/ 114 h 128"/>
                <a:gd name="T32" fmla="*/ 9 w 128"/>
                <a:gd name="T33" fmla="*/ 109 h 128"/>
                <a:gd name="T34" fmla="*/ 9 w 128"/>
                <a:gd name="T35" fmla="*/ 109 h 128"/>
                <a:gd name="T36" fmla="*/ 41 w 128"/>
                <a:gd name="T37" fmla="*/ 77 h 128"/>
                <a:gd name="T38" fmla="*/ 51 w 128"/>
                <a:gd name="T39" fmla="*/ 87 h 128"/>
                <a:gd name="T40" fmla="*/ 19 w 128"/>
                <a:gd name="T41" fmla="*/ 119 h 128"/>
                <a:gd name="T42" fmla="*/ 80 w 128"/>
                <a:gd name="T43" fmla="*/ 88 h 128"/>
                <a:gd name="T44" fmla="*/ 40 w 128"/>
                <a:gd name="T45" fmla="*/ 48 h 128"/>
                <a:gd name="T46" fmla="*/ 80 w 128"/>
                <a:gd name="T47" fmla="*/ 8 h 128"/>
                <a:gd name="T48" fmla="*/ 120 w 128"/>
                <a:gd name="T49" fmla="*/ 48 h 128"/>
                <a:gd name="T50" fmla="*/ 80 w 128"/>
                <a:gd name="T51" fmla="*/ 8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8" h="128">
                  <a:moveTo>
                    <a:pt x="80" y="0"/>
                  </a:moveTo>
                  <a:cubicBezTo>
                    <a:pt x="53" y="0"/>
                    <a:pt x="32" y="21"/>
                    <a:pt x="32" y="48"/>
                  </a:cubicBezTo>
                  <a:cubicBezTo>
                    <a:pt x="32" y="56"/>
                    <a:pt x="34" y="64"/>
                    <a:pt x="38" y="70"/>
                  </a:cubicBezTo>
                  <a:cubicBezTo>
                    <a:pt x="4" y="104"/>
                    <a:pt x="4" y="104"/>
                    <a:pt x="4" y="104"/>
                  </a:cubicBezTo>
                  <a:cubicBezTo>
                    <a:pt x="4" y="104"/>
                    <a:pt x="4" y="104"/>
                    <a:pt x="4" y="104"/>
                  </a:cubicBezTo>
                  <a:cubicBezTo>
                    <a:pt x="2" y="106"/>
                    <a:pt x="0" y="110"/>
                    <a:pt x="0" y="114"/>
                  </a:cubicBezTo>
                  <a:cubicBezTo>
                    <a:pt x="0" y="122"/>
                    <a:pt x="6" y="128"/>
                    <a:pt x="14" y="128"/>
                  </a:cubicBezTo>
                  <a:cubicBezTo>
                    <a:pt x="18" y="128"/>
                    <a:pt x="22" y="126"/>
                    <a:pt x="24" y="124"/>
                  </a:cubicBezTo>
                  <a:cubicBezTo>
                    <a:pt x="24" y="124"/>
                    <a:pt x="24" y="124"/>
                    <a:pt x="24" y="124"/>
                  </a:cubicBezTo>
                  <a:cubicBezTo>
                    <a:pt x="58" y="90"/>
                    <a:pt x="58" y="90"/>
                    <a:pt x="58" y="90"/>
                  </a:cubicBezTo>
                  <a:cubicBezTo>
                    <a:pt x="64" y="94"/>
                    <a:pt x="72" y="96"/>
                    <a:pt x="80" y="96"/>
                  </a:cubicBezTo>
                  <a:cubicBezTo>
                    <a:pt x="107" y="96"/>
                    <a:pt x="128" y="75"/>
                    <a:pt x="128" y="48"/>
                  </a:cubicBezTo>
                  <a:cubicBezTo>
                    <a:pt x="128" y="21"/>
                    <a:pt x="107" y="0"/>
                    <a:pt x="80" y="0"/>
                  </a:cubicBezTo>
                  <a:moveTo>
                    <a:pt x="19" y="119"/>
                  </a:moveTo>
                  <a:cubicBezTo>
                    <a:pt x="18" y="120"/>
                    <a:pt x="16" y="121"/>
                    <a:pt x="14" y="121"/>
                  </a:cubicBezTo>
                  <a:cubicBezTo>
                    <a:pt x="10" y="121"/>
                    <a:pt x="7" y="118"/>
                    <a:pt x="7" y="114"/>
                  </a:cubicBezTo>
                  <a:cubicBezTo>
                    <a:pt x="7" y="112"/>
                    <a:pt x="8" y="110"/>
                    <a:pt x="9" y="109"/>
                  </a:cubicBezTo>
                  <a:cubicBezTo>
                    <a:pt x="9" y="109"/>
                    <a:pt x="9" y="109"/>
                    <a:pt x="9" y="109"/>
                  </a:cubicBezTo>
                  <a:cubicBezTo>
                    <a:pt x="41" y="77"/>
                    <a:pt x="41" y="77"/>
                    <a:pt x="41" y="77"/>
                  </a:cubicBezTo>
                  <a:cubicBezTo>
                    <a:pt x="44" y="80"/>
                    <a:pt x="48" y="84"/>
                    <a:pt x="51" y="87"/>
                  </a:cubicBezTo>
                  <a:lnTo>
                    <a:pt x="19" y="119"/>
                  </a:lnTo>
                  <a:close/>
                  <a:moveTo>
                    <a:pt x="80" y="88"/>
                  </a:moveTo>
                  <a:cubicBezTo>
                    <a:pt x="58" y="88"/>
                    <a:pt x="40" y="70"/>
                    <a:pt x="40" y="48"/>
                  </a:cubicBezTo>
                  <a:cubicBezTo>
                    <a:pt x="40" y="26"/>
                    <a:pt x="58" y="8"/>
                    <a:pt x="80" y="8"/>
                  </a:cubicBezTo>
                  <a:cubicBezTo>
                    <a:pt x="102" y="8"/>
                    <a:pt x="120" y="26"/>
                    <a:pt x="120" y="48"/>
                  </a:cubicBezTo>
                  <a:cubicBezTo>
                    <a:pt x="120" y="70"/>
                    <a:pt x="102" y="88"/>
                    <a:pt x="80"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6" name="Freeform 35"/>
            <p:cNvSpPr>
              <a:spLocks/>
            </p:cNvSpPr>
            <p:nvPr/>
          </p:nvSpPr>
          <p:spPr bwMode="auto">
            <a:xfrm>
              <a:off x="4351338" y="2195513"/>
              <a:ext cx="144462" cy="142875"/>
            </a:xfrm>
            <a:custGeom>
              <a:avLst/>
              <a:gdLst>
                <a:gd name="T0" fmla="*/ 28 w 30"/>
                <a:gd name="T1" fmla="*/ 0 h 30"/>
                <a:gd name="T2" fmla="*/ 0 w 30"/>
                <a:gd name="T3" fmla="*/ 28 h 30"/>
                <a:gd name="T4" fmla="*/ 2 w 30"/>
                <a:gd name="T5" fmla="*/ 30 h 30"/>
                <a:gd name="T6" fmla="*/ 4 w 30"/>
                <a:gd name="T7" fmla="*/ 28 h 30"/>
                <a:gd name="T8" fmla="*/ 28 w 30"/>
                <a:gd name="T9" fmla="*/ 4 h 30"/>
                <a:gd name="T10" fmla="*/ 30 w 30"/>
                <a:gd name="T11" fmla="*/ 2 h 30"/>
                <a:gd name="T12" fmla="*/ 28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8" y="0"/>
                  </a:moveTo>
                  <a:cubicBezTo>
                    <a:pt x="13" y="0"/>
                    <a:pt x="0" y="13"/>
                    <a:pt x="0" y="28"/>
                  </a:cubicBezTo>
                  <a:cubicBezTo>
                    <a:pt x="0" y="29"/>
                    <a:pt x="1" y="30"/>
                    <a:pt x="2" y="30"/>
                  </a:cubicBezTo>
                  <a:cubicBezTo>
                    <a:pt x="3" y="30"/>
                    <a:pt x="4" y="29"/>
                    <a:pt x="4" y="28"/>
                  </a:cubicBezTo>
                  <a:cubicBezTo>
                    <a:pt x="4" y="15"/>
                    <a:pt x="15" y="4"/>
                    <a:pt x="28" y="4"/>
                  </a:cubicBezTo>
                  <a:cubicBezTo>
                    <a:pt x="29" y="4"/>
                    <a:pt x="30" y="3"/>
                    <a:pt x="30" y="2"/>
                  </a:cubicBezTo>
                  <a:cubicBezTo>
                    <a:pt x="30" y="1"/>
                    <a:pt x="29" y="0"/>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77" name="组合 876"/>
          <p:cNvGrpSpPr>
            <a:grpSpLocks noChangeAspect="1"/>
          </p:cNvGrpSpPr>
          <p:nvPr/>
        </p:nvGrpSpPr>
        <p:grpSpPr>
          <a:xfrm>
            <a:off x="4946479" y="4866206"/>
            <a:ext cx="360000" cy="360000"/>
            <a:chOff x="2737644" y="4676983"/>
            <a:chExt cx="615950" cy="615950"/>
          </a:xfrm>
          <a:solidFill>
            <a:srgbClr val="707E84"/>
          </a:solidFill>
        </p:grpSpPr>
        <p:sp>
          <p:nvSpPr>
            <p:cNvPr id="878" name="Freeform 36"/>
            <p:cNvSpPr>
              <a:spLocks noEditPoints="1"/>
            </p:cNvSpPr>
            <p:nvPr/>
          </p:nvSpPr>
          <p:spPr bwMode="auto">
            <a:xfrm>
              <a:off x="2737644" y="4676983"/>
              <a:ext cx="615950" cy="615950"/>
            </a:xfrm>
            <a:custGeom>
              <a:avLst/>
              <a:gdLst>
                <a:gd name="T0" fmla="*/ 88 w 128"/>
                <a:gd name="T1" fmla="*/ 0 h 128"/>
                <a:gd name="T2" fmla="*/ 48 w 128"/>
                <a:gd name="T3" fmla="*/ 40 h 128"/>
                <a:gd name="T4" fmla="*/ 51 w 128"/>
                <a:gd name="T5" fmla="*/ 55 h 128"/>
                <a:gd name="T6" fmla="*/ 2 w 128"/>
                <a:gd name="T7" fmla="*/ 103 h 128"/>
                <a:gd name="T8" fmla="*/ 0 w 128"/>
                <a:gd name="T9" fmla="*/ 108 h 128"/>
                <a:gd name="T10" fmla="*/ 0 w 128"/>
                <a:gd name="T11" fmla="*/ 120 h 128"/>
                <a:gd name="T12" fmla="*/ 8 w 128"/>
                <a:gd name="T13" fmla="*/ 128 h 128"/>
                <a:gd name="T14" fmla="*/ 20 w 128"/>
                <a:gd name="T15" fmla="*/ 128 h 128"/>
                <a:gd name="T16" fmla="*/ 25 w 128"/>
                <a:gd name="T17" fmla="*/ 126 h 128"/>
                <a:gd name="T18" fmla="*/ 31 w 128"/>
                <a:gd name="T19" fmla="*/ 120 h 128"/>
                <a:gd name="T20" fmla="*/ 40 w 128"/>
                <a:gd name="T21" fmla="*/ 120 h 128"/>
                <a:gd name="T22" fmla="*/ 48 w 128"/>
                <a:gd name="T23" fmla="*/ 112 h 128"/>
                <a:gd name="T24" fmla="*/ 48 w 128"/>
                <a:gd name="T25" fmla="*/ 104 h 128"/>
                <a:gd name="T26" fmla="*/ 56 w 128"/>
                <a:gd name="T27" fmla="*/ 104 h 128"/>
                <a:gd name="T28" fmla="*/ 64 w 128"/>
                <a:gd name="T29" fmla="*/ 96 h 128"/>
                <a:gd name="T30" fmla="*/ 64 w 128"/>
                <a:gd name="T31" fmla="*/ 87 h 128"/>
                <a:gd name="T32" fmla="*/ 73 w 128"/>
                <a:gd name="T33" fmla="*/ 77 h 128"/>
                <a:gd name="T34" fmla="*/ 88 w 128"/>
                <a:gd name="T35" fmla="*/ 80 h 128"/>
                <a:gd name="T36" fmla="*/ 128 w 128"/>
                <a:gd name="T37" fmla="*/ 40 h 128"/>
                <a:gd name="T38" fmla="*/ 88 w 128"/>
                <a:gd name="T39" fmla="*/ 0 h 128"/>
                <a:gd name="T40" fmla="*/ 88 w 128"/>
                <a:gd name="T41" fmla="*/ 72 h 128"/>
                <a:gd name="T42" fmla="*/ 72 w 128"/>
                <a:gd name="T43" fmla="*/ 67 h 128"/>
                <a:gd name="T44" fmla="*/ 70 w 128"/>
                <a:gd name="T45" fmla="*/ 69 h 128"/>
                <a:gd name="T46" fmla="*/ 66 w 128"/>
                <a:gd name="T47" fmla="*/ 73 h 128"/>
                <a:gd name="T48" fmla="*/ 58 w 128"/>
                <a:gd name="T49" fmla="*/ 81 h 128"/>
                <a:gd name="T50" fmla="*/ 56 w 128"/>
                <a:gd name="T51" fmla="*/ 87 h 128"/>
                <a:gd name="T52" fmla="*/ 56 w 128"/>
                <a:gd name="T53" fmla="*/ 96 h 128"/>
                <a:gd name="T54" fmla="*/ 48 w 128"/>
                <a:gd name="T55" fmla="*/ 96 h 128"/>
                <a:gd name="T56" fmla="*/ 40 w 128"/>
                <a:gd name="T57" fmla="*/ 104 h 128"/>
                <a:gd name="T58" fmla="*/ 40 w 128"/>
                <a:gd name="T59" fmla="*/ 112 h 128"/>
                <a:gd name="T60" fmla="*/ 31 w 128"/>
                <a:gd name="T61" fmla="*/ 112 h 128"/>
                <a:gd name="T62" fmla="*/ 25 w 128"/>
                <a:gd name="T63" fmla="*/ 114 h 128"/>
                <a:gd name="T64" fmla="*/ 19 w 128"/>
                <a:gd name="T65" fmla="*/ 120 h 128"/>
                <a:gd name="T66" fmla="*/ 8 w 128"/>
                <a:gd name="T67" fmla="*/ 120 h 128"/>
                <a:gd name="T68" fmla="*/ 8 w 128"/>
                <a:gd name="T69" fmla="*/ 109 h 128"/>
                <a:gd name="T70" fmla="*/ 55 w 128"/>
                <a:gd name="T71" fmla="*/ 62 h 128"/>
                <a:gd name="T72" fmla="*/ 55 w 128"/>
                <a:gd name="T73" fmla="*/ 62 h 128"/>
                <a:gd name="T74" fmla="*/ 61 w 128"/>
                <a:gd name="T75" fmla="*/ 56 h 128"/>
                <a:gd name="T76" fmla="*/ 56 w 128"/>
                <a:gd name="T77" fmla="*/ 40 h 128"/>
                <a:gd name="T78" fmla="*/ 88 w 128"/>
                <a:gd name="T79" fmla="*/ 8 h 128"/>
                <a:gd name="T80" fmla="*/ 120 w 128"/>
                <a:gd name="T81" fmla="*/ 40 h 128"/>
                <a:gd name="T82" fmla="*/ 88 w 128"/>
                <a:gd name="T83" fmla="*/ 7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8" h="128">
                  <a:moveTo>
                    <a:pt x="88" y="0"/>
                  </a:moveTo>
                  <a:cubicBezTo>
                    <a:pt x="66" y="0"/>
                    <a:pt x="48" y="18"/>
                    <a:pt x="48" y="40"/>
                  </a:cubicBezTo>
                  <a:cubicBezTo>
                    <a:pt x="48" y="45"/>
                    <a:pt x="49" y="50"/>
                    <a:pt x="51" y="55"/>
                  </a:cubicBezTo>
                  <a:cubicBezTo>
                    <a:pt x="2" y="103"/>
                    <a:pt x="2" y="103"/>
                    <a:pt x="2" y="103"/>
                  </a:cubicBezTo>
                  <a:cubicBezTo>
                    <a:pt x="1" y="105"/>
                    <a:pt x="0" y="106"/>
                    <a:pt x="0" y="108"/>
                  </a:cubicBezTo>
                  <a:cubicBezTo>
                    <a:pt x="0" y="120"/>
                    <a:pt x="0" y="120"/>
                    <a:pt x="0" y="120"/>
                  </a:cubicBezTo>
                  <a:cubicBezTo>
                    <a:pt x="0" y="124"/>
                    <a:pt x="4" y="128"/>
                    <a:pt x="8" y="128"/>
                  </a:cubicBezTo>
                  <a:cubicBezTo>
                    <a:pt x="20" y="128"/>
                    <a:pt x="20" y="128"/>
                    <a:pt x="20" y="128"/>
                  </a:cubicBezTo>
                  <a:cubicBezTo>
                    <a:pt x="22" y="128"/>
                    <a:pt x="23" y="127"/>
                    <a:pt x="25" y="126"/>
                  </a:cubicBezTo>
                  <a:cubicBezTo>
                    <a:pt x="31" y="120"/>
                    <a:pt x="31" y="120"/>
                    <a:pt x="31" y="120"/>
                  </a:cubicBezTo>
                  <a:cubicBezTo>
                    <a:pt x="40" y="120"/>
                    <a:pt x="40" y="120"/>
                    <a:pt x="40" y="120"/>
                  </a:cubicBezTo>
                  <a:cubicBezTo>
                    <a:pt x="44" y="120"/>
                    <a:pt x="48" y="116"/>
                    <a:pt x="48" y="112"/>
                  </a:cubicBezTo>
                  <a:cubicBezTo>
                    <a:pt x="48" y="104"/>
                    <a:pt x="48" y="104"/>
                    <a:pt x="48" y="104"/>
                  </a:cubicBezTo>
                  <a:cubicBezTo>
                    <a:pt x="56" y="104"/>
                    <a:pt x="56" y="104"/>
                    <a:pt x="56" y="104"/>
                  </a:cubicBezTo>
                  <a:cubicBezTo>
                    <a:pt x="60" y="104"/>
                    <a:pt x="64" y="100"/>
                    <a:pt x="64" y="96"/>
                  </a:cubicBezTo>
                  <a:cubicBezTo>
                    <a:pt x="64" y="87"/>
                    <a:pt x="64" y="87"/>
                    <a:pt x="64" y="87"/>
                  </a:cubicBezTo>
                  <a:cubicBezTo>
                    <a:pt x="73" y="77"/>
                    <a:pt x="73" y="77"/>
                    <a:pt x="73" y="77"/>
                  </a:cubicBezTo>
                  <a:cubicBezTo>
                    <a:pt x="78" y="79"/>
                    <a:pt x="83" y="80"/>
                    <a:pt x="88" y="80"/>
                  </a:cubicBezTo>
                  <a:cubicBezTo>
                    <a:pt x="110" y="80"/>
                    <a:pt x="128" y="62"/>
                    <a:pt x="128" y="40"/>
                  </a:cubicBezTo>
                  <a:cubicBezTo>
                    <a:pt x="128" y="18"/>
                    <a:pt x="110" y="0"/>
                    <a:pt x="88" y="0"/>
                  </a:cubicBezTo>
                  <a:moveTo>
                    <a:pt x="88" y="72"/>
                  </a:moveTo>
                  <a:cubicBezTo>
                    <a:pt x="82" y="72"/>
                    <a:pt x="77" y="70"/>
                    <a:pt x="72" y="67"/>
                  </a:cubicBezTo>
                  <a:cubicBezTo>
                    <a:pt x="70" y="69"/>
                    <a:pt x="70" y="69"/>
                    <a:pt x="70" y="69"/>
                  </a:cubicBezTo>
                  <a:cubicBezTo>
                    <a:pt x="66" y="73"/>
                    <a:pt x="66" y="73"/>
                    <a:pt x="66" y="73"/>
                  </a:cubicBezTo>
                  <a:cubicBezTo>
                    <a:pt x="58" y="81"/>
                    <a:pt x="58" y="81"/>
                    <a:pt x="58" y="81"/>
                  </a:cubicBezTo>
                  <a:cubicBezTo>
                    <a:pt x="57" y="82"/>
                    <a:pt x="56" y="85"/>
                    <a:pt x="56" y="87"/>
                  </a:cubicBezTo>
                  <a:cubicBezTo>
                    <a:pt x="56" y="96"/>
                    <a:pt x="56" y="96"/>
                    <a:pt x="56" y="96"/>
                  </a:cubicBezTo>
                  <a:cubicBezTo>
                    <a:pt x="48" y="96"/>
                    <a:pt x="48" y="96"/>
                    <a:pt x="48" y="96"/>
                  </a:cubicBezTo>
                  <a:cubicBezTo>
                    <a:pt x="44" y="96"/>
                    <a:pt x="40" y="100"/>
                    <a:pt x="40" y="104"/>
                  </a:cubicBezTo>
                  <a:cubicBezTo>
                    <a:pt x="40" y="112"/>
                    <a:pt x="40" y="112"/>
                    <a:pt x="40" y="112"/>
                  </a:cubicBezTo>
                  <a:cubicBezTo>
                    <a:pt x="31" y="112"/>
                    <a:pt x="31" y="112"/>
                    <a:pt x="31" y="112"/>
                  </a:cubicBezTo>
                  <a:cubicBezTo>
                    <a:pt x="29" y="112"/>
                    <a:pt x="26" y="113"/>
                    <a:pt x="25" y="114"/>
                  </a:cubicBezTo>
                  <a:cubicBezTo>
                    <a:pt x="19" y="120"/>
                    <a:pt x="19" y="120"/>
                    <a:pt x="19" y="120"/>
                  </a:cubicBezTo>
                  <a:cubicBezTo>
                    <a:pt x="8" y="120"/>
                    <a:pt x="8" y="120"/>
                    <a:pt x="8" y="120"/>
                  </a:cubicBezTo>
                  <a:cubicBezTo>
                    <a:pt x="8" y="109"/>
                    <a:pt x="8" y="109"/>
                    <a:pt x="8" y="109"/>
                  </a:cubicBezTo>
                  <a:cubicBezTo>
                    <a:pt x="55" y="62"/>
                    <a:pt x="55" y="62"/>
                    <a:pt x="55" y="62"/>
                  </a:cubicBezTo>
                  <a:cubicBezTo>
                    <a:pt x="55" y="62"/>
                    <a:pt x="55" y="62"/>
                    <a:pt x="55" y="62"/>
                  </a:cubicBezTo>
                  <a:cubicBezTo>
                    <a:pt x="61" y="56"/>
                    <a:pt x="61" y="56"/>
                    <a:pt x="61" y="56"/>
                  </a:cubicBezTo>
                  <a:cubicBezTo>
                    <a:pt x="58" y="51"/>
                    <a:pt x="56" y="46"/>
                    <a:pt x="56" y="40"/>
                  </a:cubicBezTo>
                  <a:cubicBezTo>
                    <a:pt x="56" y="22"/>
                    <a:pt x="70" y="8"/>
                    <a:pt x="88" y="8"/>
                  </a:cubicBezTo>
                  <a:cubicBezTo>
                    <a:pt x="106" y="8"/>
                    <a:pt x="120" y="22"/>
                    <a:pt x="120" y="40"/>
                  </a:cubicBezTo>
                  <a:cubicBezTo>
                    <a:pt x="120" y="58"/>
                    <a:pt x="106" y="72"/>
                    <a:pt x="88" y="7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9" name="Freeform 37"/>
            <p:cNvSpPr>
              <a:spLocks noEditPoints="1"/>
            </p:cNvSpPr>
            <p:nvPr/>
          </p:nvSpPr>
          <p:spPr bwMode="auto">
            <a:xfrm>
              <a:off x="3123406" y="4753183"/>
              <a:ext cx="152400" cy="153987"/>
            </a:xfrm>
            <a:custGeom>
              <a:avLst/>
              <a:gdLst>
                <a:gd name="T0" fmla="*/ 31 w 32"/>
                <a:gd name="T1" fmla="*/ 17 h 32"/>
                <a:gd name="T2" fmla="*/ 15 w 32"/>
                <a:gd name="T3" fmla="*/ 1 h 32"/>
                <a:gd name="T4" fmla="*/ 12 w 32"/>
                <a:gd name="T5" fmla="*/ 0 h 32"/>
                <a:gd name="T6" fmla="*/ 0 w 32"/>
                <a:gd name="T7" fmla="*/ 12 h 32"/>
                <a:gd name="T8" fmla="*/ 0 w 32"/>
                <a:gd name="T9" fmla="*/ 13 h 32"/>
                <a:gd name="T10" fmla="*/ 1 w 32"/>
                <a:gd name="T11" fmla="*/ 15 h 32"/>
                <a:gd name="T12" fmla="*/ 17 w 32"/>
                <a:gd name="T13" fmla="*/ 31 h 32"/>
                <a:gd name="T14" fmla="*/ 20 w 32"/>
                <a:gd name="T15" fmla="*/ 32 h 32"/>
                <a:gd name="T16" fmla="*/ 32 w 32"/>
                <a:gd name="T17" fmla="*/ 20 h 32"/>
                <a:gd name="T18" fmla="*/ 32 w 32"/>
                <a:gd name="T19" fmla="*/ 19 h 32"/>
                <a:gd name="T20" fmla="*/ 31 w 32"/>
                <a:gd name="T21" fmla="*/ 17 h 32"/>
                <a:gd name="T22" fmla="*/ 19 w 32"/>
                <a:gd name="T23" fmla="*/ 28 h 32"/>
                <a:gd name="T24" fmla="*/ 4 w 32"/>
                <a:gd name="T25" fmla="*/ 13 h 32"/>
                <a:gd name="T26" fmla="*/ 13 w 32"/>
                <a:gd name="T27" fmla="*/ 4 h 32"/>
                <a:gd name="T28" fmla="*/ 28 w 32"/>
                <a:gd name="T29" fmla="*/ 19 h 32"/>
                <a:gd name="T30" fmla="*/ 19 w 32"/>
                <a:gd name="T31"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2" h="32">
                  <a:moveTo>
                    <a:pt x="31" y="17"/>
                  </a:moveTo>
                  <a:cubicBezTo>
                    <a:pt x="27" y="11"/>
                    <a:pt x="21" y="5"/>
                    <a:pt x="15" y="1"/>
                  </a:cubicBezTo>
                  <a:cubicBezTo>
                    <a:pt x="14" y="0"/>
                    <a:pt x="13" y="0"/>
                    <a:pt x="12" y="0"/>
                  </a:cubicBezTo>
                  <a:cubicBezTo>
                    <a:pt x="6" y="2"/>
                    <a:pt x="2" y="6"/>
                    <a:pt x="0" y="12"/>
                  </a:cubicBezTo>
                  <a:cubicBezTo>
                    <a:pt x="0" y="12"/>
                    <a:pt x="0" y="12"/>
                    <a:pt x="0" y="13"/>
                  </a:cubicBezTo>
                  <a:cubicBezTo>
                    <a:pt x="0" y="14"/>
                    <a:pt x="0" y="14"/>
                    <a:pt x="1" y="15"/>
                  </a:cubicBezTo>
                  <a:cubicBezTo>
                    <a:pt x="5" y="21"/>
                    <a:pt x="11" y="27"/>
                    <a:pt x="17" y="31"/>
                  </a:cubicBezTo>
                  <a:cubicBezTo>
                    <a:pt x="18" y="32"/>
                    <a:pt x="19" y="32"/>
                    <a:pt x="20" y="32"/>
                  </a:cubicBezTo>
                  <a:cubicBezTo>
                    <a:pt x="26" y="30"/>
                    <a:pt x="30" y="26"/>
                    <a:pt x="32" y="20"/>
                  </a:cubicBezTo>
                  <a:cubicBezTo>
                    <a:pt x="32" y="20"/>
                    <a:pt x="32" y="20"/>
                    <a:pt x="32" y="19"/>
                  </a:cubicBezTo>
                  <a:cubicBezTo>
                    <a:pt x="32" y="18"/>
                    <a:pt x="32" y="18"/>
                    <a:pt x="31" y="17"/>
                  </a:cubicBezTo>
                  <a:moveTo>
                    <a:pt x="19" y="28"/>
                  </a:moveTo>
                  <a:cubicBezTo>
                    <a:pt x="13" y="24"/>
                    <a:pt x="8" y="19"/>
                    <a:pt x="4" y="13"/>
                  </a:cubicBezTo>
                  <a:cubicBezTo>
                    <a:pt x="6" y="8"/>
                    <a:pt x="8" y="6"/>
                    <a:pt x="13" y="4"/>
                  </a:cubicBezTo>
                  <a:cubicBezTo>
                    <a:pt x="19" y="8"/>
                    <a:pt x="24" y="13"/>
                    <a:pt x="28" y="19"/>
                  </a:cubicBezTo>
                  <a:cubicBezTo>
                    <a:pt x="26" y="24"/>
                    <a:pt x="24" y="26"/>
                    <a:pt x="19" y="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80" name="组合 879"/>
          <p:cNvGrpSpPr/>
          <p:nvPr/>
        </p:nvGrpSpPr>
        <p:grpSpPr>
          <a:xfrm>
            <a:off x="5988465" y="5824373"/>
            <a:ext cx="308713" cy="366832"/>
            <a:chOff x="798513" y="0"/>
            <a:chExt cx="784225" cy="931863"/>
          </a:xfrm>
          <a:solidFill>
            <a:srgbClr val="707E84"/>
          </a:solidFill>
        </p:grpSpPr>
        <p:sp>
          <p:nvSpPr>
            <p:cNvPr id="881" name="Freeform 5"/>
            <p:cNvSpPr>
              <a:spLocks/>
            </p:cNvSpPr>
            <p:nvPr/>
          </p:nvSpPr>
          <p:spPr bwMode="auto">
            <a:xfrm>
              <a:off x="1190626" y="152400"/>
              <a:ext cx="228600" cy="163513"/>
            </a:xfrm>
            <a:custGeom>
              <a:avLst/>
              <a:gdLst>
                <a:gd name="T0" fmla="*/ 18 w 144"/>
                <a:gd name="T1" fmla="*/ 33 h 103"/>
                <a:gd name="T2" fmla="*/ 18 w 144"/>
                <a:gd name="T3" fmla="*/ 33 h 103"/>
                <a:gd name="T4" fmla="*/ 13 w 144"/>
                <a:gd name="T5" fmla="*/ 35 h 103"/>
                <a:gd name="T6" fmla="*/ 8 w 144"/>
                <a:gd name="T7" fmla="*/ 33 h 103"/>
                <a:gd name="T8" fmla="*/ 3 w 144"/>
                <a:gd name="T9" fmla="*/ 32 h 103"/>
                <a:gd name="T10" fmla="*/ 2 w 144"/>
                <a:gd name="T11" fmla="*/ 27 h 103"/>
                <a:gd name="T12" fmla="*/ 2 w 144"/>
                <a:gd name="T13" fmla="*/ 27 h 103"/>
                <a:gd name="T14" fmla="*/ 0 w 144"/>
                <a:gd name="T15" fmla="*/ 22 h 103"/>
                <a:gd name="T16" fmla="*/ 0 w 144"/>
                <a:gd name="T17" fmla="*/ 17 h 103"/>
                <a:gd name="T18" fmla="*/ 3 w 144"/>
                <a:gd name="T19" fmla="*/ 12 h 103"/>
                <a:gd name="T20" fmla="*/ 8 w 144"/>
                <a:gd name="T21" fmla="*/ 10 h 103"/>
                <a:gd name="T22" fmla="*/ 8 w 144"/>
                <a:gd name="T23" fmla="*/ 10 h 103"/>
                <a:gd name="T24" fmla="*/ 23 w 144"/>
                <a:gd name="T25" fmla="*/ 4 h 103"/>
                <a:gd name="T26" fmla="*/ 37 w 144"/>
                <a:gd name="T27" fmla="*/ 0 h 103"/>
                <a:gd name="T28" fmla="*/ 52 w 144"/>
                <a:gd name="T29" fmla="*/ 0 h 103"/>
                <a:gd name="T30" fmla="*/ 65 w 144"/>
                <a:gd name="T31" fmla="*/ 0 h 103"/>
                <a:gd name="T32" fmla="*/ 65 w 144"/>
                <a:gd name="T33" fmla="*/ 0 h 103"/>
                <a:gd name="T34" fmla="*/ 76 w 144"/>
                <a:gd name="T35" fmla="*/ 2 h 103"/>
                <a:gd name="T36" fmla="*/ 88 w 144"/>
                <a:gd name="T37" fmla="*/ 5 h 103"/>
                <a:gd name="T38" fmla="*/ 100 w 144"/>
                <a:gd name="T39" fmla="*/ 10 h 103"/>
                <a:gd name="T40" fmla="*/ 110 w 144"/>
                <a:gd name="T41" fmla="*/ 15 h 103"/>
                <a:gd name="T42" fmla="*/ 110 w 144"/>
                <a:gd name="T43" fmla="*/ 15 h 103"/>
                <a:gd name="T44" fmla="*/ 118 w 144"/>
                <a:gd name="T45" fmla="*/ 23 h 103"/>
                <a:gd name="T46" fmla="*/ 126 w 144"/>
                <a:gd name="T47" fmla="*/ 32 h 103"/>
                <a:gd name="T48" fmla="*/ 133 w 144"/>
                <a:gd name="T49" fmla="*/ 40 h 103"/>
                <a:gd name="T50" fmla="*/ 138 w 144"/>
                <a:gd name="T51" fmla="*/ 50 h 103"/>
                <a:gd name="T52" fmla="*/ 138 w 144"/>
                <a:gd name="T53" fmla="*/ 50 h 103"/>
                <a:gd name="T54" fmla="*/ 141 w 144"/>
                <a:gd name="T55" fmla="*/ 60 h 103"/>
                <a:gd name="T56" fmla="*/ 143 w 144"/>
                <a:gd name="T57" fmla="*/ 70 h 103"/>
                <a:gd name="T58" fmla="*/ 144 w 144"/>
                <a:gd name="T59" fmla="*/ 82 h 103"/>
                <a:gd name="T60" fmla="*/ 143 w 144"/>
                <a:gd name="T61" fmla="*/ 91 h 103"/>
                <a:gd name="T62" fmla="*/ 143 w 144"/>
                <a:gd name="T63" fmla="*/ 91 h 103"/>
                <a:gd name="T64" fmla="*/ 143 w 144"/>
                <a:gd name="T65" fmla="*/ 96 h 103"/>
                <a:gd name="T66" fmla="*/ 139 w 144"/>
                <a:gd name="T67" fmla="*/ 100 h 103"/>
                <a:gd name="T68" fmla="*/ 134 w 144"/>
                <a:gd name="T69" fmla="*/ 103 h 103"/>
                <a:gd name="T70" fmla="*/ 129 w 144"/>
                <a:gd name="T71" fmla="*/ 103 h 103"/>
                <a:gd name="T72" fmla="*/ 129 w 144"/>
                <a:gd name="T73" fmla="*/ 103 h 103"/>
                <a:gd name="T74" fmla="*/ 125 w 144"/>
                <a:gd name="T75" fmla="*/ 101 h 103"/>
                <a:gd name="T76" fmla="*/ 121 w 144"/>
                <a:gd name="T77" fmla="*/ 98 h 103"/>
                <a:gd name="T78" fmla="*/ 118 w 144"/>
                <a:gd name="T79" fmla="*/ 95 h 103"/>
                <a:gd name="T80" fmla="*/ 118 w 144"/>
                <a:gd name="T81" fmla="*/ 90 h 103"/>
                <a:gd name="T82" fmla="*/ 118 w 144"/>
                <a:gd name="T83" fmla="*/ 90 h 103"/>
                <a:gd name="T84" fmla="*/ 116 w 144"/>
                <a:gd name="T85" fmla="*/ 75 h 103"/>
                <a:gd name="T86" fmla="*/ 113 w 144"/>
                <a:gd name="T87" fmla="*/ 62 h 103"/>
                <a:gd name="T88" fmla="*/ 113 w 144"/>
                <a:gd name="T89" fmla="*/ 62 h 103"/>
                <a:gd name="T90" fmla="*/ 110 w 144"/>
                <a:gd name="T91" fmla="*/ 53 h 103"/>
                <a:gd name="T92" fmla="*/ 105 w 144"/>
                <a:gd name="T93" fmla="*/ 48 h 103"/>
                <a:gd name="T94" fmla="*/ 100 w 144"/>
                <a:gd name="T95" fmla="*/ 42 h 103"/>
                <a:gd name="T96" fmla="*/ 95 w 144"/>
                <a:gd name="T97" fmla="*/ 37 h 103"/>
                <a:gd name="T98" fmla="*/ 95 w 144"/>
                <a:gd name="T99" fmla="*/ 37 h 103"/>
                <a:gd name="T100" fmla="*/ 86 w 144"/>
                <a:gd name="T101" fmla="*/ 33 h 103"/>
                <a:gd name="T102" fmla="*/ 80 w 144"/>
                <a:gd name="T103" fmla="*/ 30 h 103"/>
                <a:gd name="T104" fmla="*/ 71 w 144"/>
                <a:gd name="T105" fmla="*/ 27 h 103"/>
                <a:gd name="T106" fmla="*/ 63 w 144"/>
                <a:gd name="T107" fmla="*/ 25 h 103"/>
                <a:gd name="T108" fmla="*/ 63 w 144"/>
                <a:gd name="T109" fmla="*/ 25 h 103"/>
                <a:gd name="T110" fmla="*/ 52 w 144"/>
                <a:gd name="T111" fmla="*/ 25 h 103"/>
                <a:gd name="T112" fmla="*/ 42 w 144"/>
                <a:gd name="T113" fmla="*/ 27 h 103"/>
                <a:gd name="T114" fmla="*/ 30 w 144"/>
                <a:gd name="T115" fmla="*/ 30 h 103"/>
                <a:gd name="T116" fmla="*/ 18 w 144"/>
                <a:gd name="T117" fmla="*/ 33 h 103"/>
                <a:gd name="T118" fmla="*/ 18 w 144"/>
                <a:gd name="T119" fmla="*/ 3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 h="103">
                  <a:moveTo>
                    <a:pt x="18" y="33"/>
                  </a:moveTo>
                  <a:lnTo>
                    <a:pt x="18" y="33"/>
                  </a:lnTo>
                  <a:lnTo>
                    <a:pt x="13" y="35"/>
                  </a:lnTo>
                  <a:lnTo>
                    <a:pt x="8" y="33"/>
                  </a:lnTo>
                  <a:lnTo>
                    <a:pt x="3" y="32"/>
                  </a:lnTo>
                  <a:lnTo>
                    <a:pt x="2" y="27"/>
                  </a:lnTo>
                  <a:lnTo>
                    <a:pt x="2" y="27"/>
                  </a:lnTo>
                  <a:lnTo>
                    <a:pt x="0" y="22"/>
                  </a:lnTo>
                  <a:lnTo>
                    <a:pt x="0" y="17"/>
                  </a:lnTo>
                  <a:lnTo>
                    <a:pt x="3" y="12"/>
                  </a:lnTo>
                  <a:lnTo>
                    <a:pt x="8" y="10"/>
                  </a:lnTo>
                  <a:lnTo>
                    <a:pt x="8" y="10"/>
                  </a:lnTo>
                  <a:lnTo>
                    <a:pt x="23" y="4"/>
                  </a:lnTo>
                  <a:lnTo>
                    <a:pt x="37" y="0"/>
                  </a:lnTo>
                  <a:lnTo>
                    <a:pt x="52" y="0"/>
                  </a:lnTo>
                  <a:lnTo>
                    <a:pt x="65" y="0"/>
                  </a:lnTo>
                  <a:lnTo>
                    <a:pt x="65" y="0"/>
                  </a:lnTo>
                  <a:lnTo>
                    <a:pt x="76" y="2"/>
                  </a:lnTo>
                  <a:lnTo>
                    <a:pt x="88" y="5"/>
                  </a:lnTo>
                  <a:lnTo>
                    <a:pt x="100" y="10"/>
                  </a:lnTo>
                  <a:lnTo>
                    <a:pt x="110" y="15"/>
                  </a:lnTo>
                  <a:lnTo>
                    <a:pt x="110" y="15"/>
                  </a:lnTo>
                  <a:lnTo>
                    <a:pt x="118" y="23"/>
                  </a:lnTo>
                  <a:lnTo>
                    <a:pt x="126" y="32"/>
                  </a:lnTo>
                  <a:lnTo>
                    <a:pt x="133" y="40"/>
                  </a:lnTo>
                  <a:lnTo>
                    <a:pt x="138" y="50"/>
                  </a:lnTo>
                  <a:lnTo>
                    <a:pt x="138" y="50"/>
                  </a:lnTo>
                  <a:lnTo>
                    <a:pt x="141" y="60"/>
                  </a:lnTo>
                  <a:lnTo>
                    <a:pt x="143" y="70"/>
                  </a:lnTo>
                  <a:lnTo>
                    <a:pt x="144" y="82"/>
                  </a:lnTo>
                  <a:lnTo>
                    <a:pt x="143" y="91"/>
                  </a:lnTo>
                  <a:lnTo>
                    <a:pt x="143" y="91"/>
                  </a:lnTo>
                  <a:lnTo>
                    <a:pt x="143" y="96"/>
                  </a:lnTo>
                  <a:lnTo>
                    <a:pt x="139" y="100"/>
                  </a:lnTo>
                  <a:lnTo>
                    <a:pt x="134" y="103"/>
                  </a:lnTo>
                  <a:lnTo>
                    <a:pt x="129" y="103"/>
                  </a:lnTo>
                  <a:lnTo>
                    <a:pt x="129" y="103"/>
                  </a:lnTo>
                  <a:lnTo>
                    <a:pt x="125" y="101"/>
                  </a:lnTo>
                  <a:lnTo>
                    <a:pt x="121" y="98"/>
                  </a:lnTo>
                  <a:lnTo>
                    <a:pt x="118" y="95"/>
                  </a:lnTo>
                  <a:lnTo>
                    <a:pt x="118" y="90"/>
                  </a:lnTo>
                  <a:lnTo>
                    <a:pt x="118" y="90"/>
                  </a:lnTo>
                  <a:lnTo>
                    <a:pt x="116" y="75"/>
                  </a:lnTo>
                  <a:lnTo>
                    <a:pt x="113" y="62"/>
                  </a:lnTo>
                  <a:lnTo>
                    <a:pt x="113" y="62"/>
                  </a:lnTo>
                  <a:lnTo>
                    <a:pt x="110" y="53"/>
                  </a:lnTo>
                  <a:lnTo>
                    <a:pt x="105" y="48"/>
                  </a:lnTo>
                  <a:lnTo>
                    <a:pt x="100" y="42"/>
                  </a:lnTo>
                  <a:lnTo>
                    <a:pt x="95" y="37"/>
                  </a:lnTo>
                  <a:lnTo>
                    <a:pt x="95" y="37"/>
                  </a:lnTo>
                  <a:lnTo>
                    <a:pt x="86" y="33"/>
                  </a:lnTo>
                  <a:lnTo>
                    <a:pt x="80" y="30"/>
                  </a:lnTo>
                  <a:lnTo>
                    <a:pt x="71" y="27"/>
                  </a:lnTo>
                  <a:lnTo>
                    <a:pt x="63" y="25"/>
                  </a:lnTo>
                  <a:lnTo>
                    <a:pt x="63" y="25"/>
                  </a:lnTo>
                  <a:lnTo>
                    <a:pt x="52" y="25"/>
                  </a:lnTo>
                  <a:lnTo>
                    <a:pt x="42" y="27"/>
                  </a:lnTo>
                  <a:lnTo>
                    <a:pt x="30" y="30"/>
                  </a:lnTo>
                  <a:lnTo>
                    <a:pt x="18" y="33"/>
                  </a:lnTo>
                  <a:lnTo>
                    <a:pt x="18"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2" name="Freeform 6"/>
            <p:cNvSpPr>
              <a:spLocks/>
            </p:cNvSpPr>
            <p:nvPr/>
          </p:nvSpPr>
          <p:spPr bwMode="auto">
            <a:xfrm>
              <a:off x="1165226" y="76200"/>
              <a:ext cx="338138" cy="244475"/>
            </a:xfrm>
            <a:custGeom>
              <a:avLst/>
              <a:gdLst>
                <a:gd name="T0" fmla="*/ 16 w 213"/>
                <a:gd name="T1" fmla="*/ 33 h 154"/>
                <a:gd name="T2" fmla="*/ 16 w 213"/>
                <a:gd name="T3" fmla="*/ 33 h 154"/>
                <a:gd name="T4" fmla="*/ 11 w 213"/>
                <a:gd name="T5" fmla="*/ 35 h 154"/>
                <a:gd name="T6" fmla="*/ 8 w 213"/>
                <a:gd name="T7" fmla="*/ 33 h 154"/>
                <a:gd name="T8" fmla="*/ 3 w 213"/>
                <a:gd name="T9" fmla="*/ 30 h 154"/>
                <a:gd name="T10" fmla="*/ 1 w 213"/>
                <a:gd name="T11" fmla="*/ 25 h 154"/>
                <a:gd name="T12" fmla="*/ 1 w 213"/>
                <a:gd name="T13" fmla="*/ 25 h 154"/>
                <a:gd name="T14" fmla="*/ 0 w 213"/>
                <a:gd name="T15" fmla="*/ 20 h 154"/>
                <a:gd name="T16" fmla="*/ 1 w 213"/>
                <a:gd name="T17" fmla="*/ 15 h 154"/>
                <a:gd name="T18" fmla="*/ 4 w 213"/>
                <a:gd name="T19" fmla="*/ 12 h 154"/>
                <a:gd name="T20" fmla="*/ 9 w 213"/>
                <a:gd name="T21" fmla="*/ 8 h 154"/>
                <a:gd name="T22" fmla="*/ 9 w 213"/>
                <a:gd name="T23" fmla="*/ 8 h 154"/>
                <a:gd name="T24" fmla="*/ 24 w 213"/>
                <a:gd name="T25" fmla="*/ 5 h 154"/>
                <a:gd name="T26" fmla="*/ 39 w 213"/>
                <a:gd name="T27" fmla="*/ 2 h 154"/>
                <a:gd name="T28" fmla="*/ 53 w 213"/>
                <a:gd name="T29" fmla="*/ 0 h 154"/>
                <a:gd name="T30" fmla="*/ 66 w 213"/>
                <a:gd name="T31" fmla="*/ 0 h 154"/>
                <a:gd name="T32" fmla="*/ 66 w 213"/>
                <a:gd name="T33" fmla="*/ 0 h 154"/>
                <a:gd name="T34" fmla="*/ 92 w 213"/>
                <a:gd name="T35" fmla="*/ 2 h 154"/>
                <a:gd name="T36" fmla="*/ 116 w 213"/>
                <a:gd name="T37" fmla="*/ 8 h 154"/>
                <a:gd name="T38" fmla="*/ 137 w 213"/>
                <a:gd name="T39" fmla="*/ 17 h 154"/>
                <a:gd name="T40" fmla="*/ 155 w 213"/>
                <a:gd name="T41" fmla="*/ 28 h 154"/>
                <a:gd name="T42" fmla="*/ 155 w 213"/>
                <a:gd name="T43" fmla="*/ 28 h 154"/>
                <a:gd name="T44" fmla="*/ 174 w 213"/>
                <a:gd name="T45" fmla="*/ 43 h 154"/>
                <a:gd name="T46" fmla="*/ 187 w 213"/>
                <a:gd name="T47" fmla="*/ 60 h 154"/>
                <a:gd name="T48" fmla="*/ 199 w 213"/>
                <a:gd name="T49" fmla="*/ 80 h 154"/>
                <a:gd name="T50" fmla="*/ 207 w 213"/>
                <a:gd name="T51" fmla="*/ 100 h 154"/>
                <a:gd name="T52" fmla="*/ 207 w 213"/>
                <a:gd name="T53" fmla="*/ 100 h 154"/>
                <a:gd name="T54" fmla="*/ 212 w 213"/>
                <a:gd name="T55" fmla="*/ 121 h 154"/>
                <a:gd name="T56" fmla="*/ 213 w 213"/>
                <a:gd name="T57" fmla="*/ 141 h 154"/>
                <a:gd name="T58" fmla="*/ 213 w 213"/>
                <a:gd name="T59" fmla="*/ 141 h 154"/>
                <a:gd name="T60" fmla="*/ 212 w 213"/>
                <a:gd name="T61" fmla="*/ 146 h 154"/>
                <a:gd name="T62" fmla="*/ 209 w 213"/>
                <a:gd name="T63" fmla="*/ 151 h 154"/>
                <a:gd name="T64" fmla="*/ 205 w 213"/>
                <a:gd name="T65" fmla="*/ 153 h 154"/>
                <a:gd name="T66" fmla="*/ 200 w 213"/>
                <a:gd name="T67" fmla="*/ 154 h 154"/>
                <a:gd name="T68" fmla="*/ 200 w 213"/>
                <a:gd name="T69" fmla="*/ 154 h 154"/>
                <a:gd name="T70" fmla="*/ 195 w 213"/>
                <a:gd name="T71" fmla="*/ 153 h 154"/>
                <a:gd name="T72" fmla="*/ 190 w 213"/>
                <a:gd name="T73" fmla="*/ 151 h 154"/>
                <a:gd name="T74" fmla="*/ 187 w 213"/>
                <a:gd name="T75" fmla="*/ 146 h 154"/>
                <a:gd name="T76" fmla="*/ 187 w 213"/>
                <a:gd name="T77" fmla="*/ 141 h 154"/>
                <a:gd name="T78" fmla="*/ 187 w 213"/>
                <a:gd name="T79" fmla="*/ 141 h 154"/>
                <a:gd name="T80" fmla="*/ 185 w 213"/>
                <a:gd name="T81" fmla="*/ 125 h 154"/>
                <a:gd name="T82" fmla="*/ 182 w 213"/>
                <a:gd name="T83" fmla="*/ 108 h 154"/>
                <a:gd name="T84" fmla="*/ 182 w 213"/>
                <a:gd name="T85" fmla="*/ 108 h 154"/>
                <a:gd name="T86" fmla="*/ 175 w 213"/>
                <a:gd name="T87" fmla="*/ 91 h 154"/>
                <a:gd name="T88" fmla="*/ 167 w 213"/>
                <a:gd name="T89" fmla="*/ 75 h 154"/>
                <a:gd name="T90" fmla="*/ 155 w 213"/>
                <a:gd name="T91" fmla="*/ 61 h 154"/>
                <a:gd name="T92" fmla="*/ 141 w 213"/>
                <a:gd name="T93" fmla="*/ 50 h 154"/>
                <a:gd name="T94" fmla="*/ 141 w 213"/>
                <a:gd name="T95" fmla="*/ 50 h 154"/>
                <a:gd name="T96" fmla="*/ 126 w 213"/>
                <a:gd name="T97" fmla="*/ 40 h 154"/>
                <a:gd name="T98" fmla="*/ 107 w 213"/>
                <a:gd name="T99" fmla="*/ 33 h 154"/>
                <a:gd name="T100" fmla="*/ 87 w 213"/>
                <a:gd name="T101" fmla="*/ 28 h 154"/>
                <a:gd name="T102" fmla="*/ 66 w 213"/>
                <a:gd name="T103" fmla="*/ 27 h 154"/>
                <a:gd name="T104" fmla="*/ 66 w 213"/>
                <a:gd name="T105" fmla="*/ 27 h 154"/>
                <a:gd name="T106" fmla="*/ 43 w 213"/>
                <a:gd name="T107" fmla="*/ 28 h 154"/>
                <a:gd name="T108" fmla="*/ 16 w 213"/>
                <a:gd name="T109" fmla="*/ 33 h 154"/>
                <a:gd name="T110" fmla="*/ 16 w 213"/>
                <a:gd name="T111" fmla="*/ 33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13" h="154">
                  <a:moveTo>
                    <a:pt x="16" y="33"/>
                  </a:moveTo>
                  <a:lnTo>
                    <a:pt x="16" y="33"/>
                  </a:lnTo>
                  <a:lnTo>
                    <a:pt x="11" y="35"/>
                  </a:lnTo>
                  <a:lnTo>
                    <a:pt x="8" y="33"/>
                  </a:lnTo>
                  <a:lnTo>
                    <a:pt x="3" y="30"/>
                  </a:lnTo>
                  <a:lnTo>
                    <a:pt x="1" y="25"/>
                  </a:lnTo>
                  <a:lnTo>
                    <a:pt x="1" y="25"/>
                  </a:lnTo>
                  <a:lnTo>
                    <a:pt x="0" y="20"/>
                  </a:lnTo>
                  <a:lnTo>
                    <a:pt x="1" y="15"/>
                  </a:lnTo>
                  <a:lnTo>
                    <a:pt x="4" y="12"/>
                  </a:lnTo>
                  <a:lnTo>
                    <a:pt x="9" y="8"/>
                  </a:lnTo>
                  <a:lnTo>
                    <a:pt x="9" y="8"/>
                  </a:lnTo>
                  <a:lnTo>
                    <a:pt x="24" y="5"/>
                  </a:lnTo>
                  <a:lnTo>
                    <a:pt x="39" y="2"/>
                  </a:lnTo>
                  <a:lnTo>
                    <a:pt x="53" y="0"/>
                  </a:lnTo>
                  <a:lnTo>
                    <a:pt x="66" y="0"/>
                  </a:lnTo>
                  <a:lnTo>
                    <a:pt x="66" y="0"/>
                  </a:lnTo>
                  <a:lnTo>
                    <a:pt x="92" y="2"/>
                  </a:lnTo>
                  <a:lnTo>
                    <a:pt x="116" y="8"/>
                  </a:lnTo>
                  <a:lnTo>
                    <a:pt x="137" y="17"/>
                  </a:lnTo>
                  <a:lnTo>
                    <a:pt x="155" y="28"/>
                  </a:lnTo>
                  <a:lnTo>
                    <a:pt x="155" y="28"/>
                  </a:lnTo>
                  <a:lnTo>
                    <a:pt x="174" y="43"/>
                  </a:lnTo>
                  <a:lnTo>
                    <a:pt x="187" y="60"/>
                  </a:lnTo>
                  <a:lnTo>
                    <a:pt x="199" y="80"/>
                  </a:lnTo>
                  <a:lnTo>
                    <a:pt x="207" y="100"/>
                  </a:lnTo>
                  <a:lnTo>
                    <a:pt x="207" y="100"/>
                  </a:lnTo>
                  <a:lnTo>
                    <a:pt x="212" y="121"/>
                  </a:lnTo>
                  <a:lnTo>
                    <a:pt x="213" y="141"/>
                  </a:lnTo>
                  <a:lnTo>
                    <a:pt x="213" y="141"/>
                  </a:lnTo>
                  <a:lnTo>
                    <a:pt x="212" y="146"/>
                  </a:lnTo>
                  <a:lnTo>
                    <a:pt x="209" y="151"/>
                  </a:lnTo>
                  <a:lnTo>
                    <a:pt x="205" y="153"/>
                  </a:lnTo>
                  <a:lnTo>
                    <a:pt x="200" y="154"/>
                  </a:lnTo>
                  <a:lnTo>
                    <a:pt x="200" y="154"/>
                  </a:lnTo>
                  <a:lnTo>
                    <a:pt x="195" y="153"/>
                  </a:lnTo>
                  <a:lnTo>
                    <a:pt x="190" y="151"/>
                  </a:lnTo>
                  <a:lnTo>
                    <a:pt x="187" y="146"/>
                  </a:lnTo>
                  <a:lnTo>
                    <a:pt x="187" y="141"/>
                  </a:lnTo>
                  <a:lnTo>
                    <a:pt x="187" y="141"/>
                  </a:lnTo>
                  <a:lnTo>
                    <a:pt x="185" y="125"/>
                  </a:lnTo>
                  <a:lnTo>
                    <a:pt x="182" y="108"/>
                  </a:lnTo>
                  <a:lnTo>
                    <a:pt x="182" y="108"/>
                  </a:lnTo>
                  <a:lnTo>
                    <a:pt x="175" y="91"/>
                  </a:lnTo>
                  <a:lnTo>
                    <a:pt x="167" y="75"/>
                  </a:lnTo>
                  <a:lnTo>
                    <a:pt x="155" y="61"/>
                  </a:lnTo>
                  <a:lnTo>
                    <a:pt x="141" y="50"/>
                  </a:lnTo>
                  <a:lnTo>
                    <a:pt x="141" y="50"/>
                  </a:lnTo>
                  <a:lnTo>
                    <a:pt x="126" y="40"/>
                  </a:lnTo>
                  <a:lnTo>
                    <a:pt x="107" y="33"/>
                  </a:lnTo>
                  <a:lnTo>
                    <a:pt x="87" y="28"/>
                  </a:lnTo>
                  <a:lnTo>
                    <a:pt x="66" y="27"/>
                  </a:lnTo>
                  <a:lnTo>
                    <a:pt x="66" y="27"/>
                  </a:lnTo>
                  <a:lnTo>
                    <a:pt x="43" y="28"/>
                  </a:lnTo>
                  <a:lnTo>
                    <a:pt x="16" y="33"/>
                  </a:lnTo>
                  <a:lnTo>
                    <a:pt x="16"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3" name="Freeform 7"/>
            <p:cNvSpPr>
              <a:spLocks/>
            </p:cNvSpPr>
            <p:nvPr/>
          </p:nvSpPr>
          <p:spPr bwMode="auto">
            <a:xfrm>
              <a:off x="1141413" y="0"/>
              <a:ext cx="441325" cy="323850"/>
            </a:xfrm>
            <a:custGeom>
              <a:avLst/>
              <a:gdLst>
                <a:gd name="T0" fmla="*/ 16 w 278"/>
                <a:gd name="T1" fmla="*/ 35 h 204"/>
                <a:gd name="T2" fmla="*/ 6 w 278"/>
                <a:gd name="T3" fmla="*/ 33 h 204"/>
                <a:gd name="T4" fmla="*/ 0 w 278"/>
                <a:gd name="T5" fmla="*/ 27 h 204"/>
                <a:gd name="T6" fmla="*/ 0 w 278"/>
                <a:gd name="T7" fmla="*/ 22 h 204"/>
                <a:gd name="T8" fmla="*/ 5 w 278"/>
                <a:gd name="T9" fmla="*/ 12 h 204"/>
                <a:gd name="T10" fmla="*/ 10 w 278"/>
                <a:gd name="T11" fmla="*/ 10 h 204"/>
                <a:gd name="T12" fmla="*/ 48 w 278"/>
                <a:gd name="T13" fmla="*/ 2 h 204"/>
                <a:gd name="T14" fmla="*/ 84 w 278"/>
                <a:gd name="T15" fmla="*/ 0 h 204"/>
                <a:gd name="T16" fmla="*/ 101 w 278"/>
                <a:gd name="T17" fmla="*/ 2 h 204"/>
                <a:gd name="T18" fmla="*/ 134 w 278"/>
                <a:gd name="T19" fmla="*/ 7 h 204"/>
                <a:gd name="T20" fmla="*/ 164 w 278"/>
                <a:gd name="T21" fmla="*/ 17 h 204"/>
                <a:gd name="T22" fmla="*/ 192 w 278"/>
                <a:gd name="T23" fmla="*/ 32 h 204"/>
                <a:gd name="T24" fmla="*/ 204 w 278"/>
                <a:gd name="T25" fmla="*/ 40 h 204"/>
                <a:gd name="T26" fmla="*/ 227 w 278"/>
                <a:gd name="T27" fmla="*/ 60 h 204"/>
                <a:gd name="T28" fmla="*/ 245 w 278"/>
                <a:gd name="T29" fmla="*/ 83 h 204"/>
                <a:gd name="T30" fmla="*/ 260 w 278"/>
                <a:gd name="T31" fmla="*/ 109 h 204"/>
                <a:gd name="T32" fmla="*/ 272 w 278"/>
                <a:gd name="T33" fmla="*/ 138 h 204"/>
                <a:gd name="T34" fmla="*/ 277 w 278"/>
                <a:gd name="T35" fmla="*/ 164 h 204"/>
                <a:gd name="T36" fmla="*/ 278 w 278"/>
                <a:gd name="T37" fmla="*/ 191 h 204"/>
                <a:gd name="T38" fmla="*/ 277 w 278"/>
                <a:gd name="T39" fmla="*/ 196 h 204"/>
                <a:gd name="T40" fmla="*/ 270 w 278"/>
                <a:gd name="T41" fmla="*/ 202 h 204"/>
                <a:gd name="T42" fmla="*/ 265 w 278"/>
                <a:gd name="T43" fmla="*/ 204 h 204"/>
                <a:gd name="T44" fmla="*/ 255 w 278"/>
                <a:gd name="T45" fmla="*/ 201 h 204"/>
                <a:gd name="T46" fmla="*/ 252 w 278"/>
                <a:gd name="T47" fmla="*/ 191 h 204"/>
                <a:gd name="T48" fmla="*/ 250 w 278"/>
                <a:gd name="T49" fmla="*/ 168 h 204"/>
                <a:gd name="T50" fmla="*/ 247 w 278"/>
                <a:gd name="T51" fmla="*/ 144 h 204"/>
                <a:gd name="T52" fmla="*/ 237 w 278"/>
                <a:gd name="T53" fmla="*/ 119 h 204"/>
                <a:gd name="T54" fmla="*/ 224 w 278"/>
                <a:gd name="T55" fmla="*/ 98 h 204"/>
                <a:gd name="T56" fmla="*/ 209 w 278"/>
                <a:gd name="T57" fmla="*/ 78 h 204"/>
                <a:gd name="T58" fmla="*/ 189 w 278"/>
                <a:gd name="T59" fmla="*/ 61 h 204"/>
                <a:gd name="T60" fmla="*/ 177 w 278"/>
                <a:gd name="T61" fmla="*/ 53 h 204"/>
                <a:gd name="T62" fmla="*/ 154 w 278"/>
                <a:gd name="T63" fmla="*/ 41 h 204"/>
                <a:gd name="T64" fmla="*/ 127 w 278"/>
                <a:gd name="T65" fmla="*/ 32 h 204"/>
                <a:gd name="T66" fmla="*/ 99 w 278"/>
                <a:gd name="T67" fmla="*/ 27 h 204"/>
                <a:gd name="T68" fmla="*/ 83 w 278"/>
                <a:gd name="T69" fmla="*/ 27 h 204"/>
                <a:gd name="T70" fmla="*/ 51 w 278"/>
                <a:gd name="T71" fmla="*/ 28 h 204"/>
                <a:gd name="T72" fmla="*/ 16 w 278"/>
                <a:gd name="T73" fmla="*/ 35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78" h="204">
                  <a:moveTo>
                    <a:pt x="16" y="35"/>
                  </a:moveTo>
                  <a:lnTo>
                    <a:pt x="16" y="35"/>
                  </a:lnTo>
                  <a:lnTo>
                    <a:pt x="11" y="35"/>
                  </a:lnTo>
                  <a:lnTo>
                    <a:pt x="6" y="33"/>
                  </a:lnTo>
                  <a:lnTo>
                    <a:pt x="3" y="32"/>
                  </a:lnTo>
                  <a:lnTo>
                    <a:pt x="0" y="27"/>
                  </a:lnTo>
                  <a:lnTo>
                    <a:pt x="0" y="27"/>
                  </a:lnTo>
                  <a:lnTo>
                    <a:pt x="0" y="22"/>
                  </a:lnTo>
                  <a:lnTo>
                    <a:pt x="1" y="17"/>
                  </a:lnTo>
                  <a:lnTo>
                    <a:pt x="5" y="12"/>
                  </a:lnTo>
                  <a:lnTo>
                    <a:pt x="10" y="10"/>
                  </a:lnTo>
                  <a:lnTo>
                    <a:pt x="10" y="10"/>
                  </a:lnTo>
                  <a:lnTo>
                    <a:pt x="28" y="5"/>
                  </a:lnTo>
                  <a:lnTo>
                    <a:pt x="48" y="2"/>
                  </a:lnTo>
                  <a:lnTo>
                    <a:pt x="66" y="0"/>
                  </a:lnTo>
                  <a:lnTo>
                    <a:pt x="84" y="0"/>
                  </a:lnTo>
                  <a:lnTo>
                    <a:pt x="84" y="0"/>
                  </a:lnTo>
                  <a:lnTo>
                    <a:pt x="101" y="2"/>
                  </a:lnTo>
                  <a:lnTo>
                    <a:pt x="117" y="3"/>
                  </a:lnTo>
                  <a:lnTo>
                    <a:pt x="134" y="7"/>
                  </a:lnTo>
                  <a:lnTo>
                    <a:pt x="149" y="12"/>
                  </a:lnTo>
                  <a:lnTo>
                    <a:pt x="164" y="17"/>
                  </a:lnTo>
                  <a:lnTo>
                    <a:pt x="179" y="23"/>
                  </a:lnTo>
                  <a:lnTo>
                    <a:pt x="192" y="32"/>
                  </a:lnTo>
                  <a:lnTo>
                    <a:pt x="204" y="40"/>
                  </a:lnTo>
                  <a:lnTo>
                    <a:pt x="204" y="40"/>
                  </a:lnTo>
                  <a:lnTo>
                    <a:pt x="215" y="50"/>
                  </a:lnTo>
                  <a:lnTo>
                    <a:pt x="227" y="60"/>
                  </a:lnTo>
                  <a:lnTo>
                    <a:pt x="237" y="71"/>
                  </a:lnTo>
                  <a:lnTo>
                    <a:pt x="245" y="83"/>
                  </a:lnTo>
                  <a:lnTo>
                    <a:pt x="253" y="96"/>
                  </a:lnTo>
                  <a:lnTo>
                    <a:pt x="260" y="109"/>
                  </a:lnTo>
                  <a:lnTo>
                    <a:pt x="267" y="123"/>
                  </a:lnTo>
                  <a:lnTo>
                    <a:pt x="272" y="138"/>
                  </a:lnTo>
                  <a:lnTo>
                    <a:pt x="272" y="138"/>
                  </a:lnTo>
                  <a:lnTo>
                    <a:pt x="277" y="164"/>
                  </a:lnTo>
                  <a:lnTo>
                    <a:pt x="278" y="178"/>
                  </a:lnTo>
                  <a:lnTo>
                    <a:pt x="278" y="191"/>
                  </a:lnTo>
                  <a:lnTo>
                    <a:pt x="278" y="191"/>
                  </a:lnTo>
                  <a:lnTo>
                    <a:pt x="277" y="196"/>
                  </a:lnTo>
                  <a:lnTo>
                    <a:pt x="273" y="201"/>
                  </a:lnTo>
                  <a:lnTo>
                    <a:pt x="270" y="202"/>
                  </a:lnTo>
                  <a:lnTo>
                    <a:pt x="265" y="204"/>
                  </a:lnTo>
                  <a:lnTo>
                    <a:pt x="265" y="204"/>
                  </a:lnTo>
                  <a:lnTo>
                    <a:pt x="260" y="202"/>
                  </a:lnTo>
                  <a:lnTo>
                    <a:pt x="255" y="201"/>
                  </a:lnTo>
                  <a:lnTo>
                    <a:pt x="253" y="196"/>
                  </a:lnTo>
                  <a:lnTo>
                    <a:pt x="252" y="191"/>
                  </a:lnTo>
                  <a:lnTo>
                    <a:pt x="252" y="191"/>
                  </a:lnTo>
                  <a:lnTo>
                    <a:pt x="250" y="168"/>
                  </a:lnTo>
                  <a:lnTo>
                    <a:pt x="247" y="144"/>
                  </a:lnTo>
                  <a:lnTo>
                    <a:pt x="247" y="144"/>
                  </a:lnTo>
                  <a:lnTo>
                    <a:pt x="242" y="131"/>
                  </a:lnTo>
                  <a:lnTo>
                    <a:pt x="237" y="119"/>
                  </a:lnTo>
                  <a:lnTo>
                    <a:pt x="232" y="108"/>
                  </a:lnTo>
                  <a:lnTo>
                    <a:pt x="224" y="98"/>
                  </a:lnTo>
                  <a:lnTo>
                    <a:pt x="217" y="88"/>
                  </a:lnTo>
                  <a:lnTo>
                    <a:pt x="209" y="78"/>
                  </a:lnTo>
                  <a:lnTo>
                    <a:pt x="199" y="68"/>
                  </a:lnTo>
                  <a:lnTo>
                    <a:pt x="189" y="61"/>
                  </a:lnTo>
                  <a:lnTo>
                    <a:pt x="189" y="61"/>
                  </a:lnTo>
                  <a:lnTo>
                    <a:pt x="177" y="53"/>
                  </a:lnTo>
                  <a:lnTo>
                    <a:pt x="165" y="46"/>
                  </a:lnTo>
                  <a:lnTo>
                    <a:pt x="154" y="41"/>
                  </a:lnTo>
                  <a:lnTo>
                    <a:pt x="141" y="36"/>
                  </a:lnTo>
                  <a:lnTo>
                    <a:pt x="127" y="32"/>
                  </a:lnTo>
                  <a:lnTo>
                    <a:pt x="112" y="28"/>
                  </a:lnTo>
                  <a:lnTo>
                    <a:pt x="99" y="27"/>
                  </a:lnTo>
                  <a:lnTo>
                    <a:pt x="83" y="27"/>
                  </a:lnTo>
                  <a:lnTo>
                    <a:pt x="83" y="27"/>
                  </a:lnTo>
                  <a:lnTo>
                    <a:pt x="68" y="27"/>
                  </a:lnTo>
                  <a:lnTo>
                    <a:pt x="51" y="28"/>
                  </a:lnTo>
                  <a:lnTo>
                    <a:pt x="33" y="32"/>
                  </a:lnTo>
                  <a:lnTo>
                    <a:pt x="16" y="35"/>
                  </a:lnTo>
                  <a:lnTo>
                    <a:pt x="16"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4" name="Freeform 8"/>
            <p:cNvSpPr>
              <a:spLocks/>
            </p:cNvSpPr>
            <p:nvPr/>
          </p:nvSpPr>
          <p:spPr bwMode="auto">
            <a:xfrm>
              <a:off x="817563" y="727075"/>
              <a:ext cx="376238" cy="204788"/>
            </a:xfrm>
            <a:custGeom>
              <a:avLst/>
              <a:gdLst>
                <a:gd name="T0" fmla="*/ 227 w 237"/>
                <a:gd name="T1" fmla="*/ 76 h 129"/>
                <a:gd name="T2" fmla="*/ 232 w 237"/>
                <a:gd name="T3" fmla="*/ 89 h 129"/>
                <a:gd name="T4" fmla="*/ 232 w 237"/>
                <a:gd name="T5" fmla="*/ 89 h 129"/>
                <a:gd name="T6" fmla="*/ 235 w 237"/>
                <a:gd name="T7" fmla="*/ 96 h 129"/>
                <a:gd name="T8" fmla="*/ 237 w 237"/>
                <a:gd name="T9" fmla="*/ 104 h 129"/>
                <a:gd name="T10" fmla="*/ 237 w 237"/>
                <a:gd name="T11" fmla="*/ 104 h 129"/>
                <a:gd name="T12" fmla="*/ 233 w 237"/>
                <a:gd name="T13" fmla="*/ 113 h 129"/>
                <a:gd name="T14" fmla="*/ 232 w 237"/>
                <a:gd name="T15" fmla="*/ 118 h 129"/>
                <a:gd name="T16" fmla="*/ 228 w 237"/>
                <a:gd name="T17" fmla="*/ 121 h 129"/>
                <a:gd name="T18" fmla="*/ 228 w 237"/>
                <a:gd name="T19" fmla="*/ 121 h 129"/>
                <a:gd name="T20" fmla="*/ 223 w 237"/>
                <a:gd name="T21" fmla="*/ 124 h 129"/>
                <a:gd name="T22" fmla="*/ 219 w 237"/>
                <a:gd name="T23" fmla="*/ 128 h 129"/>
                <a:gd name="T24" fmla="*/ 214 w 237"/>
                <a:gd name="T25" fmla="*/ 129 h 129"/>
                <a:gd name="T26" fmla="*/ 207 w 237"/>
                <a:gd name="T27" fmla="*/ 129 h 129"/>
                <a:gd name="T28" fmla="*/ 26 w 237"/>
                <a:gd name="T29" fmla="*/ 129 h 129"/>
                <a:gd name="T30" fmla="*/ 26 w 237"/>
                <a:gd name="T31" fmla="*/ 129 h 129"/>
                <a:gd name="T32" fmla="*/ 18 w 237"/>
                <a:gd name="T33" fmla="*/ 128 h 129"/>
                <a:gd name="T34" fmla="*/ 18 w 237"/>
                <a:gd name="T35" fmla="*/ 128 h 129"/>
                <a:gd name="T36" fmla="*/ 11 w 237"/>
                <a:gd name="T37" fmla="*/ 124 h 129"/>
                <a:gd name="T38" fmla="*/ 5 w 237"/>
                <a:gd name="T39" fmla="*/ 121 h 129"/>
                <a:gd name="T40" fmla="*/ 1 w 237"/>
                <a:gd name="T41" fmla="*/ 116 h 129"/>
                <a:gd name="T42" fmla="*/ 0 w 237"/>
                <a:gd name="T43" fmla="*/ 109 h 129"/>
                <a:gd name="T44" fmla="*/ 0 w 237"/>
                <a:gd name="T45" fmla="*/ 104 h 129"/>
                <a:gd name="T46" fmla="*/ 0 w 237"/>
                <a:gd name="T47" fmla="*/ 99 h 129"/>
                <a:gd name="T48" fmla="*/ 3 w 237"/>
                <a:gd name="T49" fmla="*/ 91 h 129"/>
                <a:gd name="T50" fmla="*/ 58 w 237"/>
                <a:gd name="T51" fmla="*/ 0 h 129"/>
                <a:gd name="T52" fmla="*/ 61 w 237"/>
                <a:gd name="T53" fmla="*/ 3 h 129"/>
                <a:gd name="T54" fmla="*/ 68 w 237"/>
                <a:gd name="T55" fmla="*/ 8 h 129"/>
                <a:gd name="T56" fmla="*/ 76 w 237"/>
                <a:gd name="T57" fmla="*/ 15 h 129"/>
                <a:gd name="T58" fmla="*/ 86 w 237"/>
                <a:gd name="T59" fmla="*/ 20 h 129"/>
                <a:gd name="T60" fmla="*/ 94 w 237"/>
                <a:gd name="T61" fmla="*/ 26 h 129"/>
                <a:gd name="T62" fmla="*/ 104 w 237"/>
                <a:gd name="T63" fmla="*/ 31 h 129"/>
                <a:gd name="T64" fmla="*/ 112 w 237"/>
                <a:gd name="T65" fmla="*/ 38 h 129"/>
                <a:gd name="T66" fmla="*/ 122 w 237"/>
                <a:gd name="T67" fmla="*/ 43 h 129"/>
                <a:gd name="T68" fmla="*/ 132 w 237"/>
                <a:gd name="T69" fmla="*/ 48 h 129"/>
                <a:gd name="T70" fmla="*/ 141 w 237"/>
                <a:gd name="T71" fmla="*/ 51 h 129"/>
                <a:gd name="T72" fmla="*/ 150 w 237"/>
                <a:gd name="T73" fmla="*/ 56 h 129"/>
                <a:gd name="T74" fmla="*/ 160 w 237"/>
                <a:gd name="T75" fmla="*/ 60 h 129"/>
                <a:gd name="T76" fmla="*/ 169 w 237"/>
                <a:gd name="T77" fmla="*/ 63 h 129"/>
                <a:gd name="T78" fmla="*/ 179 w 237"/>
                <a:gd name="T79" fmla="*/ 66 h 129"/>
                <a:gd name="T80" fmla="*/ 187 w 237"/>
                <a:gd name="T81" fmla="*/ 70 h 129"/>
                <a:gd name="T82" fmla="*/ 195 w 237"/>
                <a:gd name="T83" fmla="*/ 71 h 129"/>
                <a:gd name="T84" fmla="*/ 204 w 237"/>
                <a:gd name="T85" fmla="*/ 73 h 129"/>
                <a:gd name="T86" fmla="*/ 212 w 237"/>
                <a:gd name="T87" fmla="*/ 75 h 129"/>
                <a:gd name="T88" fmla="*/ 220 w 237"/>
                <a:gd name="T89" fmla="*/ 76 h 129"/>
                <a:gd name="T90" fmla="*/ 227 w 237"/>
                <a:gd name="T91" fmla="*/ 76 h 129"/>
                <a:gd name="T92" fmla="*/ 227 w 237"/>
                <a:gd name="T93" fmla="*/ 76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37" h="129">
                  <a:moveTo>
                    <a:pt x="227" y="76"/>
                  </a:moveTo>
                  <a:lnTo>
                    <a:pt x="232" y="89"/>
                  </a:lnTo>
                  <a:lnTo>
                    <a:pt x="232" y="89"/>
                  </a:lnTo>
                  <a:lnTo>
                    <a:pt x="235" y="96"/>
                  </a:lnTo>
                  <a:lnTo>
                    <a:pt x="237" y="104"/>
                  </a:lnTo>
                  <a:lnTo>
                    <a:pt x="237" y="104"/>
                  </a:lnTo>
                  <a:lnTo>
                    <a:pt x="233" y="113"/>
                  </a:lnTo>
                  <a:lnTo>
                    <a:pt x="232" y="118"/>
                  </a:lnTo>
                  <a:lnTo>
                    <a:pt x="228" y="121"/>
                  </a:lnTo>
                  <a:lnTo>
                    <a:pt x="228" y="121"/>
                  </a:lnTo>
                  <a:lnTo>
                    <a:pt x="223" y="124"/>
                  </a:lnTo>
                  <a:lnTo>
                    <a:pt x="219" y="128"/>
                  </a:lnTo>
                  <a:lnTo>
                    <a:pt x="214" y="129"/>
                  </a:lnTo>
                  <a:lnTo>
                    <a:pt x="207" y="129"/>
                  </a:lnTo>
                  <a:lnTo>
                    <a:pt x="26" y="129"/>
                  </a:lnTo>
                  <a:lnTo>
                    <a:pt x="26" y="129"/>
                  </a:lnTo>
                  <a:lnTo>
                    <a:pt x="18" y="128"/>
                  </a:lnTo>
                  <a:lnTo>
                    <a:pt x="18" y="128"/>
                  </a:lnTo>
                  <a:lnTo>
                    <a:pt x="11" y="124"/>
                  </a:lnTo>
                  <a:lnTo>
                    <a:pt x="5" y="121"/>
                  </a:lnTo>
                  <a:lnTo>
                    <a:pt x="1" y="116"/>
                  </a:lnTo>
                  <a:lnTo>
                    <a:pt x="0" y="109"/>
                  </a:lnTo>
                  <a:lnTo>
                    <a:pt x="0" y="104"/>
                  </a:lnTo>
                  <a:lnTo>
                    <a:pt x="0" y="99"/>
                  </a:lnTo>
                  <a:lnTo>
                    <a:pt x="3" y="91"/>
                  </a:lnTo>
                  <a:lnTo>
                    <a:pt x="58" y="0"/>
                  </a:lnTo>
                  <a:lnTo>
                    <a:pt x="61" y="3"/>
                  </a:lnTo>
                  <a:lnTo>
                    <a:pt x="68" y="8"/>
                  </a:lnTo>
                  <a:lnTo>
                    <a:pt x="76" y="15"/>
                  </a:lnTo>
                  <a:lnTo>
                    <a:pt x="86" y="20"/>
                  </a:lnTo>
                  <a:lnTo>
                    <a:pt x="94" y="26"/>
                  </a:lnTo>
                  <a:lnTo>
                    <a:pt x="104" y="31"/>
                  </a:lnTo>
                  <a:lnTo>
                    <a:pt x="112" y="38"/>
                  </a:lnTo>
                  <a:lnTo>
                    <a:pt x="122" y="43"/>
                  </a:lnTo>
                  <a:lnTo>
                    <a:pt x="132" y="48"/>
                  </a:lnTo>
                  <a:lnTo>
                    <a:pt x="141" y="51"/>
                  </a:lnTo>
                  <a:lnTo>
                    <a:pt x="150" y="56"/>
                  </a:lnTo>
                  <a:lnTo>
                    <a:pt x="160" y="60"/>
                  </a:lnTo>
                  <a:lnTo>
                    <a:pt x="169" y="63"/>
                  </a:lnTo>
                  <a:lnTo>
                    <a:pt x="179" y="66"/>
                  </a:lnTo>
                  <a:lnTo>
                    <a:pt x="187" y="70"/>
                  </a:lnTo>
                  <a:lnTo>
                    <a:pt x="195" y="71"/>
                  </a:lnTo>
                  <a:lnTo>
                    <a:pt x="204" y="73"/>
                  </a:lnTo>
                  <a:lnTo>
                    <a:pt x="212" y="75"/>
                  </a:lnTo>
                  <a:lnTo>
                    <a:pt x="220" y="76"/>
                  </a:lnTo>
                  <a:lnTo>
                    <a:pt x="227" y="76"/>
                  </a:lnTo>
                  <a:lnTo>
                    <a:pt x="227" y="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5" name="Freeform 9"/>
            <p:cNvSpPr>
              <a:spLocks/>
            </p:cNvSpPr>
            <p:nvPr/>
          </p:nvSpPr>
          <p:spPr bwMode="auto">
            <a:xfrm>
              <a:off x="979488" y="276225"/>
              <a:ext cx="315913" cy="346075"/>
            </a:xfrm>
            <a:custGeom>
              <a:avLst/>
              <a:gdLst>
                <a:gd name="T0" fmla="*/ 107 w 199"/>
                <a:gd name="T1" fmla="*/ 169 h 218"/>
                <a:gd name="T2" fmla="*/ 107 w 199"/>
                <a:gd name="T3" fmla="*/ 169 h 218"/>
                <a:gd name="T4" fmla="*/ 103 w 199"/>
                <a:gd name="T5" fmla="*/ 173 h 218"/>
                <a:gd name="T6" fmla="*/ 98 w 199"/>
                <a:gd name="T7" fmla="*/ 176 h 218"/>
                <a:gd name="T8" fmla="*/ 93 w 199"/>
                <a:gd name="T9" fmla="*/ 176 h 218"/>
                <a:gd name="T10" fmla="*/ 90 w 199"/>
                <a:gd name="T11" fmla="*/ 174 h 218"/>
                <a:gd name="T12" fmla="*/ 90 w 199"/>
                <a:gd name="T13" fmla="*/ 174 h 218"/>
                <a:gd name="T14" fmla="*/ 85 w 199"/>
                <a:gd name="T15" fmla="*/ 171 h 218"/>
                <a:gd name="T16" fmla="*/ 83 w 199"/>
                <a:gd name="T17" fmla="*/ 166 h 218"/>
                <a:gd name="T18" fmla="*/ 83 w 199"/>
                <a:gd name="T19" fmla="*/ 161 h 218"/>
                <a:gd name="T20" fmla="*/ 85 w 199"/>
                <a:gd name="T21" fmla="*/ 156 h 218"/>
                <a:gd name="T22" fmla="*/ 140 w 199"/>
                <a:gd name="T23" fmla="*/ 62 h 218"/>
                <a:gd name="T24" fmla="*/ 20 w 199"/>
                <a:gd name="T25" fmla="*/ 116 h 218"/>
                <a:gd name="T26" fmla="*/ 20 w 199"/>
                <a:gd name="T27" fmla="*/ 116 h 218"/>
                <a:gd name="T28" fmla="*/ 15 w 199"/>
                <a:gd name="T29" fmla="*/ 118 h 218"/>
                <a:gd name="T30" fmla="*/ 10 w 199"/>
                <a:gd name="T31" fmla="*/ 116 h 218"/>
                <a:gd name="T32" fmla="*/ 5 w 199"/>
                <a:gd name="T33" fmla="*/ 115 h 218"/>
                <a:gd name="T34" fmla="*/ 2 w 199"/>
                <a:gd name="T35" fmla="*/ 110 h 218"/>
                <a:gd name="T36" fmla="*/ 2 w 199"/>
                <a:gd name="T37" fmla="*/ 110 h 218"/>
                <a:gd name="T38" fmla="*/ 0 w 199"/>
                <a:gd name="T39" fmla="*/ 105 h 218"/>
                <a:gd name="T40" fmla="*/ 2 w 199"/>
                <a:gd name="T41" fmla="*/ 100 h 218"/>
                <a:gd name="T42" fmla="*/ 5 w 199"/>
                <a:gd name="T43" fmla="*/ 96 h 218"/>
                <a:gd name="T44" fmla="*/ 9 w 199"/>
                <a:gd name="T45" fmla="*/ 93 h 218"/>
                <a:gd name="T46" fmla="*/ 151 w 199"/>
                <a:gd name="T47" fmla="*/ 27 h 218"/>
                <a:gd name="T48" fmla="*/ 151 w 199"/>
                <a:gd name="T49" fmla="*/ 27 h 218"/>
                <a:gd name="T50" fmla="*/ 151 w 199"/>
                <a:gd name="T51" fmla="*/ 23 h 218"/>
                <a:gd name="T52" fmla="*/ 151 w 199"/>
                <a:gd name="T53" fmla="*/ 23 h 218"/>
                <a:gd name="T54" fmla="*/ 153 w 199"/>
                <a:gd name="T55" fmla="*/ 13 h 218"/>
                <a:gd name="T56" fmla="*/ 158 w 199"/>
                <a:gd name="T57" fmla="*/ 7 h 218"/>
                <a:gd name="T58" fmla="*/ 166 w 199"/>
                <a:gd name="T59" fmla="*/ 2 h 218"/>
                <a:gd name="T60" fmla="*/ 175 w 199"/>
                <a:gd name="T61" fmla="*/ 0 h 218"/>
                <a:gd name="T62" fmla="*/ 175 w 199"/>
                <a:gd name="T63" fmla="*/ 0 h 218"/>
                <a:gd name="T64" fmla="*/ 185 w 199"/>
                <a:gd name="T65" fmla="*/ 2 h 218"/>
                <a:gd name="T66" fmla="*/ 193 w 199"/>
                <a:gd name="T67" fmla="*/ 7 h 218"/>
                <a:gd name="T68" fmla="*/ 198 w 199"/>
                <a:gd name="T69" fmla="*/ 13 h 218"/>
                <a:gd name="T70" fmla="*/ 199 w 199"/>
                <a:gd name="T71" fmla="*/ 23 h 218"/>
                <a:gd name="T72" fmla="*/ 199 w 199"/>
                <a:gd name="T73" fmla="*/ 23 h 218"/>
                <a:gd name="T74" fmla="*/ 198 w 199"/>
                <a:gd name="T75" fmla="*/ 30 h 218"/>
                <a:gd name="T76" fmla="*/ 196 w 199"/>
                <a:gd name="T77" fmla="*/ 35 h 218"/>
                <a:gd name="T78" fmla="*/ 193 w 199"/>
                <a:gd name="T79" fmla="*/ 40 h 218"/>
                <a:gd name="T80" fmla="*/ 188 w 199"/>
                <a:gd name="T81" fmla="*/ 43 h 218"/>
                <a:gd name="T82" fmla="*/ 198 w 199"/>
                <a:gd name="T83" fmla="*/ 204 h 218"/>
                <a:gd name="T84" fmla="*/ 198 w 199"/>
                <a:gd name="T85" fmla="*/ 204 h 218"/>
                <a:gd name="T86" fmla="*/ 196 w 199"/>
                <a:gd name="T87" fmla="*/ 209 h 218"/>
                <a:gd name="T88" fmla="*/ 194 w 199"/>
                <a:gd name="T89" fmla="*/ 213 h 218"/>
                <a:gd name="T90" fmla="*/ 189 w 199"/>
                <a:gd name="T91" fmla="*/ 216 h 218"/>
                <a:gd name="T92" fmla="*/ 185 w 199"/>
                <a:gd name="T93" fmla="*/ 218 h 218"/>
                <a:gd name="T94" fmla="*/ 185 w 199"/>
                <a:gd name="T95" fmla="*/ 218 h 218"/>
                <a:gd name="T96" fmla="*/ 180 w 199"/>
                <a:gd name="T97" fmla="*/ 216 h 218"/>
                <a:gd name="T98" fmla="*/ 176 w 199"/>
                <a:gd name="T99" fmla="*/ 214 h 218"/>
                <a:gd name="T100" fmla="*/ 173 w 199"/>
                <a:gd name="T101" fmla="*/ 209 h 218"/>
                <a:gd name="T102" fmla="*/ 171 w 199"/>
                <a:gd name="T103" fmla="*/ 204 h 218"/>
                <a:gd name="T104" fmla="*/ 163 w 199"/>
                <a:gd name="T105" fmla="*/ 72 h 218"/>
                <a:gd name="T106" fmla="*/ 107 w 199"/>
                <a:gd name="T107" fmla="*/ 169 h 218"/>
                <a:gd name="T108" fmla="*/ 107 w 199"/>
                <a:gd name="T109" fmla="*/ 169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99" h="218">
                  <a:moveTo>
                    <a:pt x="107" y="169"/>
                  </a:moveTo>
                  <a:lnTo>
                    <a:pt x="107" y="169"/>
                  </a:lnTo>
                  <a:lnTo>
                    <a:pt x="103" y="173"/>
                  </a:lnTo>
                  <a:lnTo>
                    <a:pt x="98" y="176"/>
                  </a:lnTo>
                  <a:lnTo>
                    <a:pt x="93" y="176"/>
                  </a:lnTo>
                  <a:lnTo>
                    <a:pt x="90" y="174"/>
                  </a:lnTo>
                  <a:lnTo>
                    <a:pt x="90" y="174"/>
                  </a:lnTo>
                  <a:lnTo>
                    <a:pt x="85" y="171"/>
                  </a:lnTo>
                  <a:lnTo>
                    <a:pt x="83" y="166"/>
                  </a:lnTo>
                  <a:lnTo>
                    <a:pt x="83" y="161"/>
                  </a:lnTo>
                  <a:lnTo>
                    <a:pt x="85" y="156"/>
                  </a:lnTo>
                  <a:lnTo>
                    <a:pt x="140" y="62"/>
                  </a:lnTo>
                  <a:lnTo>
                    <a:pt x="20" y="116"/>
                  </a:lnTo>
                  <a:lnTo>
                    <a:pt x="20" y="116"/>
                  </a:lnTo>
                  <a:lnTo>
                    <a:pt x="15" y="118"/>
                  </a:lnTo>
                  <a:lnTo>
                    <a:pt x="10" y="116"/>
                  </a:lnTo>
                  <a:lnTo>
                    <a:pt x="5" y="115"/>
                  </a:lnTo>
                  <a:lnTo>
                    <a:pt x="2" y="110"/>
                  </a:lnTo>
                  <a:lnTo>
                    <a:pt x="2" y="110"/>
                  </a:lnTo>
                  <a:lnTo>
                    <a:pt x="0" y="105"/>
                  </a:lnTo>
                  <a:lnTo>
                    <a:pt x="2" y="100"/>
                  </a:lnTo>
                  <a:lnTo>
                    <a:pt x="5" y="96"/>
                  </a:lnTo>
                  <a:lnTo>
                    <a:pt x="9" y="93"/>
                  </a:lnTo>
                  <a:lnTo>
                    <a:pt x="151" y="27"/>
                  </a:lnTo>
                  <a:lnTo>
                    <a:pt x="151" y="27"/>
                  </a:lnTo>
                  <a:lnTo>
                    <a:pt x="151" y="23"/>
                  </a:lnTo>
                  <a:lnTo>
                    <a:pt x="151" y="23"/>
                  </a:lnTo>
                  <a:lnTo>
                    <a:pt x="153" y="13"/>
                  </a:lnTo>
                  <a:lnTo>
                    <a:pt x="158" y="7"/>
                  </a:lnTo>
                  <a:lnTo>
                    <a:pt x="166" y="2"/>
                  </a:lnTo>
                  <a:lnTo>
                    <a:pt x="175" y="0"/>
                  </a:lnTo>
                  <a:lnTo>
                    <a:pt x="175" y="0"/>
                  </a:lnTo>
                  <a:lnTo>
                    <a:pt x="185" y="2"/>
                  </a:lnTo>
                  <a:lnTo>
                    <a:pt x="193" y="7"/>
                  </a:lnTo>
                  <a:lnTo>
                    <a:pt x="198" y="13"/>
                  </a:lnTo>
                  <a:lnTo>
                    <a:pt x="199" y="23"/>
                  </a:lnTo>
                  <a:lnTo>
                    <a:pt x="199" y="23"/>
                  </a:lnTo>
                  <a:lnTo>
                    <a:pt x="198" y="30"/>
                  </a:lnTo>
                  <a:lnTo>
                    <a:pt x="196" y="35"/>
                  </a:lnTo>
                  <a:lnTo>
                    <a:pt x="193" y="40"/>
                  </a:lnTo>
                  <a:lnTo>
                    <a:pt x="188" y="43"/>
                  </a:lnTo>
                  <a:lnTo>
                    <a:pt x="198" y="204"/>
                  </a:lnTo>
                  <a:lnTo>
                    <a:pt x="198" y="204"/>
                  </a:lnTo>
                  <a:lnTo>
                    <a:pt x="196" y="209"/>
                  </a:lnTo>
                  <a:lnTo>
                    <a:pt x="194" y="213"/>
                  </a:lnTo>
                  <a:lnTo>
                    <a:pt x="189" y="216"/>
                  </a:lnTo>
                  <a:lnTo>
                    <a:pt x="185" y="218"/>
                  </a:lnTo>
                  <a:lnTo>
                    <a:pt x="185" y="218"/>
                  </a:lnTo>
                  <a:lnTo>
                    <a:pt x="180" y="216"/>
                  </a:lnTo>
                  <a:lnTo>
                    <a:pt x="176" y="214"/>
                  </a:lnTo>
                  <a:lnTo>
                    <a:pt x="173" y="209"/>
                  </a:lnTo>
                  <a:lnTo>
                    <a:pt x="171" y="204"/>
                  </a:lnTo>
                  <a:lnTo>
                    <a:pt x="163" y="72"/>
                  </a:lnTo>
                  <a:lnTo>
                    <a:pt x="107" y="169"/>
                  </a:lnTo>
                  <a:lnTo>
                    <a:pt x="107" y="1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6" name="Freeform 10"/>
            <p:cNvSpPr>
              <a:spLocks/>
            </p:cNvSpPr>
            <p:nvPr/>
          </p:nvSpPr>
          <p:spPr bwMode="auto">
            <a:xfrm>
              <a:off x="798513" y="279400"/>
              <a:ext cx="671513" cy="531813"/>
            </a:xfrm>
            <a:custGeom>
              <a:avLst/>
              <a:gdLst>
                <a:gd name="T0" fmla="*/ 362 w 423"/>
                <a:gd name="T1" fmla="*/ 144 h 335"/>
                <a:gd name="T2" fmla="*/ 398 w 423"/>
                <a:gd name="T3" fmla="*/ 184 h 335"/>
                <a:gd name="T4" fmla="*/ 418 w 423"/>
                <a:gd name="T5" fmla="*/ 220 h 335"/>
                <a:gd name="T6" fmla="*/ 421 w 423"/>
                <a:gd name="T7" fmla="*/ 252 h 335"/>
                <a:gd name="T8" fmla="*/ 416 w 423"/>
                <a:gd name="T9" fmla="*/ 260 h 335"/>
                <a:gd name="T10" fmla="*/ 416 w 423"/>
                <a:gd name="T11" fmla="*/ 260 h 335"/>
                <a:gd name="T12" fmla="*/ 393 w 423"/>
                <a:gd name="T13" fmla="*/ 290 h 335"/>
                <a:gd name="T14" fmla="*/ 358 w 423"/>
                <a:gd name="T15" fmla="*/ 313 h 335"/>
                <a:gd name="T16" fmla="*/ 333 w 423"/>
                <a:gd name="T17" fmla="*/ 320 h 335"/>
                <a:gd name="T18" fmla="*/ 292 w 423"/>
                <a:gd name="T19" fmla="*/ 317 h 335"/>
                <a:gd name="T20" fmla="*/ 267 w 423"/>
                <a:gd name="T21" fmla="*/ 333 h 335"/>
                <a:gd name="T22" fmla="*/ 247 w 423"/>
                <a:gd name="T23" fmla="*/ 335 h 335"/>
                <a:gd name="T24" fmla="*/ 206 w 423"/>
                <a:gd name="T25" fmla="*/ 328 h 335"/>
                <a:gd name="T26" fmla="*/ 154 w 423"/>
                <a:gd name="T27" fmla="*/ 308 h 335"/>
                <a:gd name="T28" fmla="*/ 119 w 423"/>
                <a:gd name="T29" fmla="*/ 289 h 335"/>
                <a:gd name="T30" fmla="*/ 73 w 423"/>
                <a:gd name="T31" fmla="*/ 255 h 335"/>
                <a:gd name="T32" fmla="*/ 46 w 423"/>
                <a:gd name="T33" fmla="*/ 222 h 335"/>
                <a:gd name="T34" fmla="*/ 38 w 423"/>
                <a:gd name="T35" fmla="*/ 206 h 335"/>
                <a:gd name="T36" fmla="*/ 38 w 423"/>
                <a:gd name="T37" fmla="*/ 172 h 335"/>
                <a:gd name="T38" fmla="*/ 10 w 423"/>
                <a:gd name="T39" fmla="*/ 136 h 335"/>
                <a:gd name="T40" fmla="*/ 2 w 423"/>
                <a:gd name="T41" fmla="*/ 114 h 335"/>
                <a:gd name="T42" fmla="*/ 0 w 423"/>
                <a:gd name="T43" fmla="*/ 73 h 335"/>
                <a:gd name="T44" fmla="*/ 8 w 423"/>
                <a:gd name="T45" fmla="*/ 33 h 335"/>
                <a:gd name="T46" fmla="*/ 13 w 423"/>
                <a:gd name="T47" fmla="*/ 23 h 335"/>
                <a:gd name="T48" fmla="*/ 13 w 423"/>
                <a:gd name="T49" fmla="*/ 23 h 335"/>
                <a:gd name="T50" fmla="*/ 31 w 423"/>
                <a:gd name="T51" fmla="*/ 6 h 335"/>
                <a:gd name="T52" fmla="*/ 58 w 423"/>
                <a:gd name="T53" fmla="*/ 0 h 335"/>
                <a:gd name="T54" fmla="*/ 85 w 423"/>
                <a:gd name="T55" fmla="*/ 2 h 335"/>
                <a:gd name="T56" fmla="*/ 153 w 423"/>
                <a:gd name="T57" fmla="*/ 18 h 335"/>
                <a:gd name="T58" fmla="*/ 162 w 423"/>
                <a:gd name="T59" fmla="*/ 46 h 335"/>
                <a:gd name="T60" fmla="*/ 80 w 423"/>
                <a:gd name="T61" fmla="*/ 25 h 335"/>
                <a:gd name="T62" fmla="*/ 48 w 423"/>
                <a:gd name="T63" fmla="*/ 25 h 335"/>
                <a:gd name="T64" fmla="*/ 36 w 423"/>
                <a:gd name="T65" fmla="*/ 30 h 335"/>
                <a:gd name="T66" fmla="*/ 33 w 423"/>
                <a:gd name="T67" fmla="*/ 35 h 335"/>
                <a:gd name="T68" fmla="*/ 30 w 423"/>
                <a:gd name="T69" fmla="*/ 46 h 335"/>
                <a:gd name="T70" fmla="*/ 45 w 423"/>
                <a:gd name="T71" fmla="*/ 78 h 335"/>
                <a:gd name="T72" fmla="*/ 75 w 423"/>
                <a:gd name="T73" fmla="*/ 113 h 335"/>
                <a:gd name="T74" fmla="*/ 91 w 423"/>
                <a:gd name="T75" fmla="*/ 129 h 335"/>
                <a:gd name="T76" fmla="*/ 133 w 423"/>
                <a:gd name="T77" fmla="*/ 162 h 335"/>
                <a:gd name="T78" fmla="*/ 181 w 423"/>
                <a:gd name="T79" fmla="*/ 196 h 335"/>
                <a:gd name="T80" fmla="*/ 282 w 423"/>
                <a:gd name="T81" fmla="*/ 242 h 335"/>
                <a:gd name="T82" fmla="*/ 328 w 423"/>
                <a:gd name="T83" fmla="*/ 255 h 335"/>
                <a:gd name="T84" fmla="*/ 372 w 423"/>
                <a:gd name="T85" fmla="*/ 259 h 335"/>
                <a:gd name="T86" fmla="*/ 390 w 423"/>
                <a:gd name="T87" fmla="*/ 255 h 335"/>
                <a:gd name="T88" fmla="*/ 398 w 423"/>
                <a:gd name="T89" fmla="*/ 249 h 335"/>
                <a:gd name="T90" fmla="*/ 398 w 423"/>
                <a:gd name="T91" fmla="*/ 249 h 335"/>
                <a:gd name="T92" fmla="*/ 398 w 423"/>
                <a:gd name="T93" fmla="*/ 230 h 335"/>
                <a:gd name="T94" fmla="*/ 370 w 423"/>
                <a:gd name="T95" fmla="*/ 186 h 335"/>
                <a:gd name="T96" fmla="*/ 332 w 423"/>
                <a:gd name="T97" fmla="*/ 148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23" h="335">
                  <a:moveTo>
                    <a:pt x="330" y="116"/>
                  </a:moveTo>
                  <a:lnTo>
                    <a:pt x="330" y="116"/>
                  </a:lnTo>
                  <a:lnTo>
                    <a:pt x="362" y="144"/>
                  </a:lnTo>
                  <a:lnTo>
                    <a:pt x="388" y="171"/>
                  </a:lnTo>
                  <a:lnTo>
                    <a:pt x="388" y="171"/>
                  </a:lnTo>
                  <a:lnTo>
                    <a:pt x="398" y="184"/>
                  </a:lnTo>
                  <a:lnTo>
                    <a:pt x="406" y="197"/>
                  </a:lnTo>
                  <a:lnTo>
                    <a:pt x="413" y="209"/>
                  </a:lnTo>
                  <a:lnTo>
                    <a:pt x="418" y="220"/>
                  </a:lnTo>
                  <a:lnTo>
                    <a:pt x="421" y="232"/>
                  </a:lnTo>
                  <a:lnTo>
                    <a:pt x="423" y="242"/>
                  </a:lnTo>
                  <a:lnTo>
                    <a:pt x="421" y="252"/>
                  </a:lnTo>
                  <a:lnTo>
                    <a:pt x="418" y="260"/>
                  </a:lnTo>
                  <a:lnTo>
                    <a:pt x="416" y="260"/>
                  </a:lnTo>
                  <a:lnTo>
                    <a:pt x="416" y="260"/>
                  </a:lnTo>
                  <a:lnTo>
                    <a:pt x="416" y="260"/>
                  </a:lnTo>
                  <a:lnTo>
                    <a:pt x="416" y="260"/>
                  </a:lnTo>
                  <a:lnTo>
                    <a:pt x="416" y="260"/>
                  </a:lnTo>
                  <a:lnTo>
                    <a:pt x="411" y="270"/>
                  </a:lnTo>
                  <a:lnTo>
                    <a:pt x="401" y="280"/>
                  </a:lnTo>
                  <a:lnTo>
                    <a:pt x="393" y="290"/>
                  </a:lnTo>
                  <a:lnTo>
                    <a:pt x="381" y="298"/>
                  </a:lnTo>
                  <a:lnTo>
                    <a:pt x="370" y="307"/>
                  </a:lnTo>
                  <a:lnTo>
                    <a:pt x="358" y="313"/>
                  </a:lnTo>
                  <a:lnTo>
                    <a:pt x="345" y="318"/>
                  </a:lnTo>
                  <a:lnTo>
                    <a:pt x="333" y="320"/>
                  </a:lnTo>
                  <a:lnTo>
                    <a:pt x="333" y="320"/>
                  </a:lnTo>
                  <a:lnTo>
                    <a:pt x="315" y="320"/>
                  </a:lnTo>
                  <a:lnTo>
                    <a:pt x="292" y="317"/>
                  </a:lnTo>
                  <a:lnTo>
                    <a:pt x="292" y="317"/>
                  </a:lnTo>
                  <a:lnTo>
                    <a:pt x="284" y="323"/>
                  </a:lnTo>
                  <a:lnTo>
                    <a:pt x="275" y="328"/>
                  </a:lnTo>
                  <a:lnTo>
                    <a:pt x="267" y="333"/>
                  </a:lnTo>
                  <a:lnTo>
                    <a:pt x="259" y="335"/>
                  </a:lnTo>
                  <a:lnTo>
                    <a:pt x="259" y="335"/>
                  </a:lnTo>
                  <a:lnTo>
                    <a:pt x="247" y="335"/>
                  </a:lnTo>
                  <a:lnTo>
                    <a:pt x="235" y="335"/>
                  </a:lnTo>
                  <a:lnTo>
                    <a:pt x="221" y="332"/>
                  </a:lnTo>
                  <a:lnTo>
                    <a:pt x="206" y="328"/>
                  </a:lnTo>
                  <a:lnTo>
                    <a:pt x="189" y="323"/>
                  </a:lnTo>
                  <a:lnTo>
                    <a:pt x="172" y="317"/>
                  </a:lnTo>
                  <a:lnTo>
                    <a:pt x="154" y="308"/>
                  </a:lnTo>
                  <a:lnTo>
                    <a:pt x="136" y="298"/>
                  </a:lnTo>
                  <a:lnTo>
                    <a:pt x="136" y="298"/>
                  </a:lnTo>
                  <a:lnTo>
                    <a:pt x="119" y="289"/>
                  </a:lnTo>
                  <a:lnTo>
                    <a:pt x="103" y="277"/>
                  </a:lnTo>
                  <a:lnTo>
                    <a:pt x="86" y="265"/>
                  </a:lnTo>
                  <a:lnTo>
                    <a:pt x="73" y="255"/>
                  </a:lnTo>
                  <a:lnTo>
                    <a:pt x="63" y="244"/>
                  </a:lnTo>
                  <a:lnTo>
                    <a:pt x="53" y="232"/>
                  </a:lnTo>
                  <a:lnTo>
                    <a:pt x="46" y="222"/>
                  </a:lnTo>
                  <a:lnTo>
                    <a:pt x="41" y="214"/>
                  </a:lnTo>
                  <a:lnTo>
                    <a:pt x="41" y="214"/>
                  </a:lnTo>
                  <a:lnTo>
                    <a:pt x="38" y="206"/>
                  </a:lnTo>
                  <a:lnTo>
                    <a:pt x="38" y="196"/>
                  </a:lnTo>
                  <a:lnTo>
                    <a:pt x="38" y="172"/>
                  </a:lnTo>
                  <a:lnTo>
                    <a:pt x="38" y="172"/>
                  </a:lnTo>
                  <a:lnTo>
                    <a:pt x="26" y="161"/>
                  </a:lnTo>
                  <a:lnTo>
                    <a:pt x="18" y="148"/>
                  </a:lnTo>
                  <a:lnTo>
                    <a:pt x="10" y="136"/>
                  </a:lnTo>
                  <a:lnTo>
                    <a:pt x="5" y="124"/>
                  </a:lnTo>
                  <a:lnTo>
                    <a:pt x="5" y="124"/>
                  </a:lnTo>
                  <a:lnTo>
                    <a:pt x="2" y="114"/>
                  </a:lnTo>
                  <a:lnTo>
                    <a:pt x="0" y="101"/>
                  </a:lnTo>
                  <a:lnTo>
                    <a:pt x="0" y="88"/>
                  </a:lnTo>
                  <a:lnTo>
                    <a:pt x="0" y="73"/>
                  </a:lnTo>
                  <a:lnTo>
                    <a:pt x="2" y="58"/>
                  </a:lnTo>
                  <a:lnTo>
                    <a:pt x="5" y="45"/>
                  </a:lnTo>
                  <a:lnTo>
                    <a:pt x="8" y="33"/>
                  </a:lnTo>
                  <a:lnTo>
                    <a:pt x="13" y="23"/>
                  </a:lnTo>
                  <a:lnTo>
                    <a:pt x="13" y="23"/>
                  </a:lnTo>
                  <a:lnTo>
                    <a:pt x="13" y="23"/>
                  </a:lnTo>
                  <a:lnTo>
                    <a:pt x="13" y="23"/>
                  </a:lnTo>
                  <a:lnTo>
                    <a:pt x="13" y="23"/>
                  </a:lnTo>
                  <a:lnTo>
                    <a:pt x="13" y="23"/>
                  </a:lnTo>
                  <a:lnTo>
                    <a:pt x="17" y="18"/>
                  </a:lnTo>
                  <a:lnTo>
                    <a:pt x="20" y="13"/>
                  </a:lnTo>
                  <a:lnTo>
                    <a:pt x="31" y="6"/>
                  </a:lnTo>
                  <a:lnTo>
                    <a:pt x="31" y="6"/>
                  </a:lnTo>
                  <a:lnTo>
                    <a:pt x="43" y="3"/>
                  </a:lnTo>
                  <a:lnTo>
                    <a:pt x="58" y="0"/>
                  </a:lnTo>
                  <a:lnTo>
                    <a:pt x="58" y="0"/>
                  </a:lnTo>
                  <a:lnTo>
                    <a:pt x="70" y="0"/>
                  </a:lnTo>
                  <a:lnTo>
                    <a:pt x="85" y="2"/>
                  </a:lnTo>
                  <a:lnTo>
                    <a:pt x="99" y="3"/>
                  </a:lnTo>
                  <a:lnTo>
                    <a:pt x="116" y="8"/>
                  </a:lnTo>
                  <a:lnTo>
                    <a:pt x="153" y="18"/>
                  </a:lnTo>
                  <a:lnTo>
                    <a:pt x="191" y="33"/>
                  </a:lnTo>
                  <a:lnTo>
                    <a:pt x="162" y="46"/>
                  </a:lnTo>
                  <a:lnTo>
                    <a:pt x="162" y="46"/>
                  </a:lnTo>
                  <a:lnTo>
                    <a:pt x="133" y="35"/>
                  </a:lnTo>
                  <a:lnTo>
                    <a:pt x="104" y="28"/>
                  </a:lnTo>
                  <a:lnTo>
                    <a:pt x="80" y="25"/>
                  </a:lnTo>
                  <a:lnTo>
                    <a:pt x="58" y="23"/>
                  </a:lnTo>
                  <a:lnTo>
                    <a:pt x="58" y="23"/>
                  </a:lnTo>
                  <a:lnTo>
                    <a:pt x="48" y="25"/>
                  </a:lnTo>
                  <a:lnTo>
                    <a:pt x="41" y="28"/>
                  </a:lnTo>
                  <a:lnTo>
                    <a:pt x="41" y="28"/>
                  </a:lnTo>
                  <a:lnTo>
                    <a:pt x="36" y="30"/>
                  </a:lnTo>
                  <a:lnTo>
                    <a:pt x="33" y="35"/>
                  </a:lnTo>
                  <a:lnTo>
                    <a:pt x="33" y="35"/>
                  </a:lnTo>
                  <a:lnTo>
                    <a:pt x="33" y="35"/>
                  </a:lnTo>
                  <a:lnTo>
                    <a:pt x="33" y="35"/>
                  </a:lnTo>
                  <a:lnTo>
                    <a:pt x="30" y="40"/>
                  </a:lnTo>
                  <a:lnTo>
                    <a:pt x="30" y="46"/>
                  </a:lnTo>
                  <a:lnTo>
                    <a:pt x="31" y="53"/>
                  </a:lnTo>
                  <a:lnTo>
                    <a:pt x="35" y="60"/>
                  </a:lnTo>
                  <a:lnTo>
                    <a:pt x="45" y="78"/>
                  </a:lnTo>
                  <a:lnTo>
                    <a:pt x="60" y="98"/>
                  </a:lnTo>
                  <a:lnTo>
                    <a:pt x="60" y="98"/>
                  </a:lnTo>
                  <a:lnTo>
                    <a:pt x="75" y="113"/>
                  </a:lnTo>
                  <a:lnTo>
                    <a:pt x="91" y="129"/>
                  </a:lnTo>
                  <a:lnTo>
                    <a:pt x="91" y="129"/>
                  </a:lnTo>
                  <a:lnTo>
                    <a:pt x="91" y="129"/>
                  </a:lnTo>
                  <a:lnTo>
                    <a:pt x="91" y="129"/>
                  </a:lnTo>
                  <a:lnTo>
                    <a:pt x="109" y="146"/>
                  </a:lnTo>
                  <a:lnTo>
                    <a:pt x="133" y="162"/>
                  </a:lnTo>
                  <a:lnTo>
                    <a:pt x="156" y="179"/>
                  </a:lnTo>
                  <a:lnTo>
                    <a:pt x="181" y="196"/>
                  </a:lnTo>
                  <a:lnTo>
                    <a:pt x="181" y="196"/>
                  </a:lnTo>
                  <a:lnTo>
                    <a:pt x="216" y="214"/>
                  </a:lnTo>
                  <a:lnTo>
                    <a:pt x="250" y="230"/>
                  </a:lnTo>
                  <a:lnTo>
                    <a:pt x="282" y="242"/>
                  </a:lnTo>
                  <a:lnTo>
                    <a:pt x="312" y="252"/>
                  </a:lnTo>
                  <a:lnTo>
                    <a:pt x="312" y="252"/>
                  </a:lnTo>
                  <a:lnTo>
                    <a:pt x="328" y="255"/>
                  </a:lnTo>
                  <a:lnTo>
                    <a:pt x="328" y="255"/>
                  </a:lnTo>
                  <a:lnTo>
                    <a:pt x="352" y="259"/>
                  </a:lnTo>
                  <a:lnTo>
                    <a:pt x="372" y="259"/>
                  </a:lnTo>
                  <a:lnTo>
                    <a:pt x="372" y="259"/>
                  </a:lnTo>
                  <a:lnTo>
                    <a:pt x="381" y="259"/>
                  </a:lnTo>
                  <a:lnTo>
                    <a:pt x="390" y="255"/>
                  </a:lnTo>
                  <a:lnTo>
                    <a:pt x="390" y="255"/>
                  </a:lnTo>
                  <a:lnTo>
                    <a:pt x="395" y="252"/>
                  </a:lnTo>
                  <a:lnTo>
                    <a:pt x="398" y="249"/>
                  </a:lnTo>
                  <a:lnTo>
                    <a:pt x="398" y="249"/>
                  </a:lnTo>
                  <a:lnTo>
                    <a:pt x="398" y="249"/>
                  </a:lnTo>
                  <a:lnTo>
                    <a:pt x="398" y="249"/>
                  </a:lnTo>
                  <a:lnTo>
                    <a:pt x="400" y="244"/>
                  </a:lnTo>
                  <a:lnTo>
                    <a:pt x="400" y="237"/>
                  </a:lnTo>
                  <a:lnTo>
                    <a:pt x="398" y="230"/>
                  </a:lnTo>
                  <a:lnTo>
                    <a:pt x="396" y="222"/>
                  </a:lnTo>
                  <a:lnTo>
                    <a:pt x="386" y="206"/>
                  </a:lnTo>
                  <a:lnTo>
                    <a:pt x="370" y="186"/>
                  </a:lnTo>
                  <a:lnTo>
                    <a:pt x="370" y="186"/>
                  </a:lnTo>
                  <a:lnTo>
                    <a:pt x="353" y="167"/>
                  </a:lnTo>
                  <a:lnTo>
                    <a:pt x="332" y="148"/>
                  </a:lnTo>
                  <a:lnTo>
                    <a:pt x="330" y="116"/>
                  </a:lnTo>
                  <a:lnTo>
                    <a:pt x="330" y="1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887" name="Freeform 16"/>
          <p:cNvSpPr>
            <a:spLocks/>
          </p:cNvSpPr>
          <p:nvPr/>
        </p:nvSpPr>
        <p:spPr bwMode="auto">
          <a:xfrm>
            <a:off x="7361993" y="5372832"/>
            <a:ext cx="304067" cy="310663"/>
          </a:xfrm>
          <a:custGeom>
            <a:avLst/>
            <a:gdLst>
              <a:gd name="T0" fmla="*/ 63 w 461"/>
              <a:gd name="T1" fmla="*/ 199 h 471"/>
              <a:gd name="T2" fmla="*/ 73 w 461"/>
              <a:gd name="T3" fmla="*/ 172 h 471"/>
              <a:gd name="T4" fmla="*/ 82 w 461"/>
              <a:gd name="T5" fmla="*/ 150 h 471"/>
              <a:gd name="T6" fmla="*/ 86 w 461"/>
              <a:gd name="T7" fmla="*/ 122 h 471"/>
              <a:gd name="T8" fmla="*/ 100 w 461"/>
              <a:gd name="T9" fmla="*/ 86 h 471"/>
              <a:gd name="T10" fmla="*/ 118 w 461"/>
              <a:gd name="T11" fmla="*/ 55 h 471"/>
              <a:gd name="T12" fmla="*/ 154 w 461"/>
              <a:gd name="T13" fmla="*/ 27 h 471"/>
              <a:gd name="T14" fmla="*/ 194 w 461"/>
              <a:gd name="T15" fmla="*/ 9 h 471"/>
              <a:gd name="T16" fmla="*/ 240 w 461"/>
              <a:gd name="T17" fmla="*/ 0 h 471"/>
              <a:gd name="T18" fmla="*/ 289 w 461"/>
              <a:gd name="T19" fmla="*/ 9 h 471"/>
              <a:gd name="T20" fmla="*/ 339 w 461"/>
              <a:gd name="T21" fmla="*/ 27 h 471"/>
              <a:gd name="T22" fmla="*/ 366 w 461"/>
              <a:gd name="T23" fmla="*/ 50 h 471"/>
              <a:gd name="T24" fmla="*/ 388 w 461"/>
              <a:gd name="T25" fmla="*/ 82 h 471"/>
              <a:gd name="T26" fmla="*/ 402 w 461"/>
              <a:gd name="T27" fmla="*/ 118 h 471"/>
              <a:gd name="T28" fmla="*/ 407 w 461"/>
              <a:gd name="T29" fmla="*/ 154 h 471"/>
              <a:gd name="T30" fmla="*/ 420 w 461"/>
              <a:gd name="T31" fmla="*/ 181 h 471"/>
              <a:gd name="T32" fmla="*/ 420 w 461"/>
              <a:gd name="T33" fmla="*/ 199 h 471"/>
              <a:gd name="T34" fmla="*/ 425 w 461"/>
              <a:gd name="T35" fmla="*/ 227 h 471"/>
              <a:gd name="T36" fmla="*/ 447 w 461"/>
              <a:gd name="T37" fmla="*/ 267 h 471"/>
              <a:gd name="T38" fmla="*/ 461 w 461"/>
              <a:gd name="T39" fmla="*/ 303 h 471"/>
              <a:gd name="T40" fmla="*/ 461 w 461"/>
              <a:gd name="T41" fmla="*/ 340 h 471"/>
              <a:gd name="T42" fmla="*/ 452 w 461"/>
              <a:gd name="T43" fmla="*/ 362 h 471"/>
              <a:gd name="T44" fmla="*/ 443 w 461"/>
              <a:gd name="T45" fmla="*/ 371 h 471"/>
              <a:gd name="T46" fmla="*/ 434 w 461"/>
              <a:gd name="T47" fmla="*/ 362 h 471"/>
              <a:gd name="T48" fmla="*/ 416 w 461"/>
              <a:gd name="T49" fmla="*/ 335 h 471"/>
              <a:gd name="T50" fmla="*/ 407 w 461"/>
              <a:gd name="T51" fmla="*/ 353 h 471"/>
              <a:gd name="T52" fmla="*/ 384 w 461"/>
              <a:gd name="T53" fmla="*/ 389 h 471"/>
              <a:gd name="T54" fmla="*/ 407 w 461"/>
              <a:gd name="T55" fmla="*/ 412 h 471"/>
              <a:gd name="T56" fmla="*/ 420 w 461"/>
              <a:gd name="T57" fmla="*/ 426 h 471"/>
              <a:gd name="T58" fmla="*/ 420 w 461"/>
              <a:gd name="T59" fmla="*/ 439 h 471"/>
              <a:gd name="T60" fmla="*/ 411 w 461"/>
              <a:gd name="T61" fmla="*/ 453 h 471"/>
              <a:gd name="T62" fmla="*/ 384 w 461"/>
              <a:gd name="T63" fmla="*/ 466 h 471"/>
              <a:gd name="T64" fmla="*/ 339 w 461"/>
              <a:gd name="T65" fmla="*/ 471 h 471"/>
              <a:gd name="T66" fmla="*/ 289 w 461"/>
              <a:gd name="T67" fmla="*/ 462 h 471"/>
              <a:gd name="T68" fmla="*/ 253 w 461"/>
              <a:gd name="T69" fmla="*/ 453 h 471"/>
              <a:gd name="T70" fmla="*/ 226 w 461"/>
              <a:gd name="T71" fmla="*/ 453 h 471"/>
              <a:gd name="T72" fmla="*/ 194 w 461"/>
              <a:gd name="T73" fmla="*/ 471 h 471"/>
              <a:gd name="T74" fmla="*/ 158 w 461"/>
              <a:gd name="T75" fmla="*/ 471 h 471"/>
              <a:gd name="T76" fmla="*/ 100 w 461"/>
              <a:gd name="T77" fmla="*/ 471 h 471"/>
              <a:gd name="T78" fmla="*/ 68 w 461"/>
              <a:gd name="T79" fmla="*/ 457 h 471"/>
              <a:gd name="T80" fmla="*/ 59 w 461"/>
              <a:gd name="T81" fmla="*/ 444 h 471"/>
              <a:gd name="T82" fmla="*/ 59 w 461"/>
              <a:gd name="T83" fmla="*/ 430 h 471"/>
              <a:gd name="T84" fmla="*/ 59 w 461"/>
              <a:gd name="T85" fmla="*/ 417 h 471"/>
              <a:gd name="T86" fmla="*/ 73 w 461"/>
              <a:gd name="T87" fmla="*/ 407 h 471"/>
              <a:gd name="T88" fmla="*/ 95 w 461"/>
              <a:gd name="T89" fmla="*/ 403 h 471"/>
              <a:gd name="T90" fmla="*/ 91 w 461"/>
              <a:gd name="T91" fmla="*/ 394 h 471"/>
              <a:gd name="T92" fmla="*/ 63 w 461"/>
              <a:gd name="T93" fmla="*/ 367 h 471"/>
              <a:gd name="T94" fmla="*/ 50 w 461"/>
              <a:gd name="T95" fmla="*/ 335 h 471"/>
              <a:gd name="T96" fmla="*/ 45 w 461"/>
              <a:gd name="T97" fmla="*/ 331 h 471"/>
              <a:gd name="T98" fmla="*/ 41 w 461"/>
              <a:gd name="T99" fmla="*/ 344 h 471"/>
              <a:gd name="T100" fmla="*/ 18 w 461"/>
              <a:gd name="T101" fmla="*/ 362 h 471"/>
              <a:gd name="T102" fmla="*/ 9 w 461"/>
              <a:gd name="T103" fmla="*/ 362 h 471"/>
              <a:gd name="T104" fmla="*/ 0 w 461"/>
              <a:gd name="T105" fmla="*/ 344 h 471"/>
              <a:gd name="T106" fmla="*/ 5 w 461"/>
              <a:gd name="T107" fmla="*/ 303 h 471"/>
              <a:gd name="T108" fmla="*/ 18 w 461"/>
              <a:gd name="T109" fmla="*/ 267 h 471"/>
              <a:gd name="T110" fmla="*/ 45 w 461"/>
              <a:gd name="T111" fmla="*/ 236 h 471"/>
              <a:gd name="T112" fmla="*/ 68 w 461"/>
              <a:gd name="T113" fmla="*/ 213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1" h="471">
                <a:moveTo>
                  <a:pt x="68" y="213"/>
                </a:moveTo>
                <a:lnTo>
                  <a:pt x="68" y="213"/>
                </a:lnTo>
                <a:lnTo>
                  <a:pt x="63" y="208"/>
                </a:lnTo>
                <a:lnTo>
                  <a:pt x="63" y="204"/>
                </a:lnTo>
                <a:lnTo>
                  <a:pt x="63" y="204"/>
                </a:lnTo>
                <a:lnTo>
                  <a:pt x="63" y="199"/>
                </a:lnTo>
                <a:lnTo>
                  <a:pt x="63" y="199"/>
                </a:lnTo>
                <a:lnTo>
                  <a:pt x="63" y="195"/>
                </a:lnTo>
                <a:lnTo>
                  <a:pt x="68" y="190"/>
                </a:lnTo>
                <a:lnTo>
                  <a:pt x="68" y="186"/>
                </a:lnTo>
                <a:lnTo>
                  <a:pt x="68" y="181"/>
                </a:lnTo>
                <a:lnTo>
                  <a:pt x="73" y="181"/>
                </a:lnTo>
                <a:lnTo>
                  <a:pt x="73" y="177"/>
                </a:lnTo>
                <a:lnTo>
                  <a:pt x="73" y="172"/>
                </a:lnTo>
                <a:lnTo>
                  <a:pt x="73" y="168"/>
                </a:lnTo>
                <a:lnTo>
                  <a:pt x="77" y="168"/>
                </a:lnTo>
                <a:lnTo>
                  <a:pt x="77" y="163"/>
                </a:lnTo>
                <a:lnTo>
                  <a:pt x="77" y="159"/>
                </a:lnTo>
                <a:lnTo>
                  <a:pt x="77" y="154"/>
                </a:lnTo>
                <a:lnTo>
                  <a:pt x="77" y="154"/>
                </a:lnTo>
                <a:lnTo>
                  <a:pt x="82" y="150"/>
                </a:lnTo>
                <a:lnTo>
                  <a:pt x="82" y="150"/>
                </a:lnTo>
                <a:lnTo>
                  <a:pt x="82" y="145"/>
                </a:lnTo>
                <a:lnTo>
                  <a:pt x="82" y="145"/>
                </a:lnTo>
                <a:lnTo>
                  <a:pt x="82" y="141"/>
                </a:lnTo>
                <a:lnTo>
                  <a:pt x="82" y="136"/>
                </a:lnTo>
                <a:lnTo>
                  <a:pt x="82" y="127"/>
                </a:lnTo>
                <a:lnTo>
                  <a:pt x="86" y="122"/>
                </a:lnTo>
                <a:lnTo>
                  <a:pt x="86" y="113"/>
                </a:lnTo>
                <a:lnTo>
                  <a:pt x="91" y="109"/>
                </a:lnTo>
                <a:lnTo>
                  <a:pt x="91" y="104"/>
                </a:lnTo>
                <a:lnTo>
                  <a:pt x="91" y="100"/>
                </a:lnTo>
                <a:lnTo>
                  <a:pt x="95" y="95"/>
                </a:lnTo>
                <a:lnTo>
                  <a:pt x="95" y="91"/>
                </a:lnTo>
                <a:lnTo>
                  <a:pt x="100" y="86"/>
                </a:lnTo>
                <a:lnTo>
                  <a:pt x="100" y="82"/>
                </a:lnTo>
                <a:lnTo>
                  <a:pt x="104" y="77"/>
                </a:lnTo>
                <a:lnTo>
                  <a:pt x="104" y="73"/>
                </a:lnTo>
                <a:lnTo>
                  <a:pt x="109" y="73"/>
                </a:lnTo>
                <a:lnTo>
                  <a:pt x="113" y="68"/>
                </a:lnTo>
                <a:lnTo>
                  <a:pt x="113" y="64"/>
                </a:lnTo>
                <a:lnTo>
                  <a:pt x="118" y="55"/>
                </a:lnTo>
                <a:lnTo>
                  <a:pt x="122" y="50"/>
                </a:lnTo>
                <a:lnTo>
                  <a:pt x="127" y="46"/>
                </a:lnTo>
                <a:lnTo>
                  <a:pt x="131" y="41"/>
                </a:lnTo>
                <a:lnTo>
                  <a:pt x="140" y="37"/>
                </a:lnTo>
                <a:lnTo>
                  <a:pt x="145" y="32"/>
                </a:lnTo>
                <a:lnTo>
                  <a:pt x="149" y="27"/>
                </a:lnTo>
                <a:lnTo>
                  <a:pt x="154" y="27"/>
                </a:lnTo>
                <a:lnTo>
                  <a:pt x="158" y="23"/>
                </a:lnTo>
                <a:lnTo>
                  <a:pt x="163" y="18"/>
                </a:lnTo>
                <a:lnTo>
                  <a:pt x="167" y="18"/>
                </a:lnTo>
                <a:lnTo>
                  <a:pt x="176" y="14"/>
                </a:lnTo>
                <a:lnTo>
                  <a:pt x="181" y="14"/>
                </a:lnTo>
                <a:lnTo>
                  <a:pt x="185" y="9"/>
                </a:lnTo>
                <a:lnTo>
                  <a:pt x="194" y="9"/>
                </a:lnTo>
                <a:lnTo>
                  <a:pt x="199" y="5"/>
                </a:lnTo>
                <a:lnTo>
                  <a:pt x="208" y="5"/>
                </a:lnTo>
                <a:lnTo>
                  <a:pt x="212" y="5"/>
                </a:lnTo>
                <a:lnTo>
                  <a:pt x="221" y="5"/>
                </a:lnTo>
                <a:lnTo>
                  <a:pt x="226" y="0"/>
                </a:lnTo>
                <a:lnTo>
                  <a:pt x="235" y="0"/>
                </a:lnTo>
                <a:lnTo>
                  <a:pt x="240" y="0"/>
                </a:lnTo>
                <a:lnTo>
                  <a:pt x="249" y="0"/>
                </a:lnTo>
                <a:lnTo>
                  <a:pt x="253" y="0"/>
                </a:lnTo>
                <a:lnTo>
                  <a:pt x="262" y="5"/>
                </a:lnTo>
                <a:lnTo>
                  <a:pt x="271" y="5"/>
                </a:lnTo>
                <a:lnTo>
                  <a:pt x="276" y="5"/>
                </a:lnTo>
                <a:lnTo>
                  <a:pt x="285" y="5"/>
                </a:lnTo>
                <a:lnTo>
                  <a:pt x="289" y="9"/>
                </a:lnTo>
                <a:lnTo>
                  <a:pt x="298" y="9"/>
                </a:lnTo>
                <a:lnTo>
                  <a:pt x="303" y="9"/>
                </a:lnTo>
                <a:lnTo>
                  <a:pt x="312" y="14"/>
                </a:lnTo>
                <a:lnTo>
                  <a:pt x="316" y="18"/>
                </a:lnTo>
                <a:lnTo>
                  <a:pt x="325" y="18"/>
                </a:lnTo>
                <a:lnTo>
                  <a:pt x="330" y="23"/>
                </a:lnTo>
                <a:lnTo>
                  <a:pt x="339" y="27"/>
                </a:lnTo>
                <a:lnTo>
                  <a:pt x="343" y="32"/>
                </a:lnTo>
                <a:lnTo>
                  <a:pt x="348" y="32"/>
                </a:lnTo>
                <a:lnTo>
                  <a:pt x="352" y="37"/>
                </a:lnTo>
                <a:lnTo>
                  <a:pt x="352" y="37"/>
                </a:lnTo>
                <a:lnTo>
                  <a:pt x="357" y="41"/>
                </a:lnTo>
                <a:lnTo>
                  <a:pt x="361" y="46"/>
                </a:lnTo>
                <a:lnTo>
                  <a:pt x="366" y="50"/>
                </a:lnTo>
                <a:lnTo>
                  <a:pt x="370" y="55"/>
                </a:lnTo>
                <a:lnTo>
                  <a:pt x="375" y="59"/>
                </a:lnTo>
                <a:lnTo>
                  <a:pt x="375" y="64"/>
                </a:lnTo>
                <a:lnTo>
                  <a:pt x="379" y="68"/>
                </a:lnTo>
                <a:lnTo>
                  <a:pt x="384" y="73"/>
                </a:lnTo>
                <a:lnTo>
                  <a:pt x="384" y="77"/>
                </a:lnTo>
                <a:lnTo>
                  <a:pt x="388" y="82"/>
                </a:lnTo>
                <a:lnTo>
                  <a:pt x="393" y="91"/>
                </a:lnTo>
                <a:lnTo>
                  <a:pt x="393" y="95"/>
                </a:lnTo>
                <a:lnTo>
                  <a:pt x="393" y="100"/>
                </a:lnTo>
                <a:lnTo>
                  <a:pt x="398" y="104"/>
                </a:lnTo>
                <a:lnTo>
                  <a:pt x="398" y="109"/>
                </a:lnTo>
                <a:lnTo>
                  <a:pt x="398" y="113"/>
                </a:lnTo>
                <a:lnTo>
                  <a:pt x="402" y="118"/>
                </a:lnTo>
                <a:lnTo>
                  <a:pt x="402" y="122"/>
                </a:lnTo>
                <a:lnTo>
                  <a:pt x="402" y="132"/>
                </a:lnTo>
                <a:lnTo>
                  <a:pt x="402" y="141"/>
                </a:lnTo>
                <a:lnTo>
                  <a:pt x="407" y="145"/>
                </a:lnTo>
                <a:lnTo>
                  <a:pt x="407" y="154"/>
                </a:lnTo>
                <a:lnTo>
                  <a:pt x="407" y="154"/>
                </a:lnTo>
                <a:lnTo>
                  <a:pt x="407" y="154"/>
                </a:lnTo>
                <a:lnTo>
                  <a:pt x="411" y="159"/>
                </a:lnTo>
                <a:lnTo>
                  <a:pt x="411" y="163"/>
                </a:lnTo>
                <a:lnTo>
                  <a:pt x="416" y="168"/>
                </a:lnTo>
                <a:lnTo>
                  <a:pt x="416" y="168"/>
                </a:lnTo>
                <a:lnTo>
                  <a:pt x="416" y="172"/>
                </a:lnTo>
                <a:lnTo>
                  <a:pt x="420" y="177"/>
                </a:lnTo>
                <a:lnTo>
                  <a:pt x="420" y="181"/>
                </a:lnTo>
                <a:lnTo>
                  <a:pt x="420" y="186"/>
                </a:lnTo>
                <a:lnTo>
                  <a:pt x="420" y="186"/>
                </a:lnTo>
                <a:lnTo>
                  <a:pt x="420" y="190"/>
                </a:lnTo>
                <a:lnTo>
                  <a:pt x="420" y="195"/>
                </a:lnTo>
                <a:lnTo>
                  <a:pt x="420" y="195"/>
                </a:lnTo>
                <a:lnTo>
                  <a:pt x="420" y="199"/>
                </a:lnTo>
                <a:lnTo>
                  <a:pt x="420" y="199"/>
                </a:lnTo>
                <a:lnTo>
                  <a:pt x="420" y="208"/>
                </a:lnTo>
                <a:lnTo>
                  <a:pt x="416" y="208"/>
                </a:lnTo>
                <a:lnTo>
                  <a:pt x="416" y="213"/>
                </a:lnTo>
                <a:lnTo>
                  <a:pt x="416" y="213"/>
                </a:lnTo>
                <a:lnTo>
                  <a:pt x="416" y="213"/>
                </a:lnTo>
                <a:lnTo>
                  <a:pt x="420" y="217"/>
                </a:lnTo>
                <a:lnTo>
                  <a:pt x="425" y="227"/>
                </a:lnTo>
                <a:lnTo>
                  <a:pt x="429" y="231"/>
                </a:lnTo>
                <a:lnTo>
                  <a:pt x="434" y="236"/>
                </a:lnTo>
                <a:lnTo>
                  <a:pt x="434" y="245"/>
                </a:lnTo>
                <a:lnTo>
                  <a:pt x="438" y="249"/>
                </a:lnTo>
                <a:lnTo>
                  <a:pt x="443" y="254"/>
                </a:lnTo>
                <a:lnTo>
                  <a:pt x="443" y="263"/>
                </a:lnTo>
                <a:lnTo>
                  <a:pt x="447" y="267"/>
                </a:lnTo>
                <a:lnTo>
                  <a:pt x="452" y="272"/>
                </a:lnTo>
                <a:lnTo>
                  <a:pt x="452" y="276"/>
                </a:lnTo>
                <a:lnTo>
                  <a:pt x="452" y="281"/>
                </a:lnTo>
                <a:lnTo>
                  <a:pt x="456" y="285"/>
                </a:lnTo>
                <a:lnTo>
                  <a:pt x="456" y="290"/>
                </a:lnTo>
                <a:lnTo>
                  <a:pt x="456" y="294"/>
                </a:lnTo>
                <a:lnTo>
                  <a:pt x="461" y="303"/>
                </a:lnTo>
                <a:lnTo>
                  <a:pt x="461" y="312"/>
                </a:lnTo>
                <a:lnTo>
                  <a:pt x="461" y="322"/>
                </a:lnTo>
                <a:lnTo>
                  <a:pt x="461" y="326"/>
                </a:lnTo>
                <a:lnTo>
                  <a:pt x="461" y="326"/>
                </a:lnTo>
                <a:lnTo>
                  <a:pt x="461" y="331"/>
                </a:lnTo>
                <a:lnTo>
                  <a:pt x="461" y="335"/>
                </a:lnTo>
                <a:lnTo>
                  <a:pt x="461" y="340"/>
                </a:lnTo>
                <a:lnTo>
                  <a:pt x="456" y="349"/>
                </a:lnTo>
                <a:lnTo>
                  <a:pt x="456" y="353"/>
                </a:lnTo>
                <a:lnTo>
                  <a:pt x="456" y="353"/>
                </a:lnTo>
                <a:lnTo>
                  <a:pt x="456" y="358"/>
                </a:lnTo>
                <a:lnTo>
                  <a:pt x="452" y="358"/>
                </a:lnTo>
                <a:lnTo>
                  <a:pt x="452" y="362"/>
                </a:lnTo>
                <a:lnTo>
                  <a:pt x="452" y="362"/>
                </a:lnTo>
                <a:lnTo>
                  <a:pt x="452" y="362"/>
                </a:lnTo>
                <a:lnTo>
                  <a:pt x="447" y="367"/>
                </a:lnTo>
                <a:lnTo>
                  <a:pt x="447" y="367"/>
                </a:lnTo>
                <a:lnTo>
                  <a:pt x="447" y="367"/>
                </a:lnTo>
                <a:lnTo>
                  <a:pt x="443" y="367"/>
                </a:lnTo>
                <a:lnTo>
                  <a:pt x="443" y="371"/>
                </a:lnTo>
                <a:lnTo>
                  <a:pt x="443" y="371"/>
                </a:lnTo>
                <a:lnTo>
                  <a:pt x="443" y="371"/>
                </a:lnTo>
                <a:lnTo>
                  <a:pt x="438" y="367"/>
                </a:lnTo>
                <a:lnTo>
                  <a:pt x="438" y="367"/>
                </a:lnTo>
                <a:lnTo>
                  <a:pt x="434" y="367"/>
                </a:lnTo>
                <a:lnTo>
                  <a:pt x="434" y="367"/>
                </a:lnTo>
                <a:lnTo>
                  <a:pt x="434" y="367"/>
                </a:lnTo>
                <a:lnTo>
                  <a:pt x="434" y="362"/>
                </a:lnTo>
                <a:lnTo>
                  <a:pt x="429" y="362"/>
                </a:lnTo>
                <a:lnTo>
                  <a:pt x="429" y="358"/>
                </a:lnTo>
                <a:lnTo>
                  <a:pt x="425" y="353"/>
                </a:lnTo>
                <a:lnTo>
                  <a:pt x="425" y="353"/>
                </a:lnTo>
                <a:lnTo>
                  <a:pt x="420" y="349"/>
                </a:lnTo>
                <a:lnTo>
                  <a:pt x="420" y="344"/>
                </a:lnTo>
                <a:lnTo>
                  <a:pt x="416" y="335"/>
                </a:lnTo>
                <a:lnTo>
                  <a:pt x="416" y="335"/>
                </a:lnTo>
                <a:lnTo>
                  <a:pt x="416" y="335"/>
                </a:lnTo>
                <a:lnTo>
                  <a:pt x="416" y="340"/>
                </a:lnTo>
                <a:lnTo>
                  <a:pt x="416" y="340"/>
                </a:lnTo>
                <a:lnTo>
                  <a:pt x="411" y="340"/>
                </a:lnTo>
                <a:lnTo>
                  <a:pt x="411" y="349"/>
                </a:lnTo>
                <a:lnTo>
                  <a:pt x="407" y="353"/>
                </a:lnTo>
                <a:lnTo>
                  <a:pt x="402" y="367"/>
                </a:lnTo>
                <a:lnTo>
                  <a:pt x="402" y="371"/>
                </a:lnTo>
                <a:lnTo>
                  <a:pt x="398" y="376"/>
                </a:lnTo>
                <a:lnTo>
                  <a:pt x="393" y="380"/>
                </a:lnTo>
                <a:lnTo>
                  <a:pt x="388" y="385"/>
                </a:lnTo>
                <a:lnTo>
                  <a:pt x="388" y="389"/>
                </a:lnTo>
                <a:lnTo>
                  <a:pt x="384" y="389"/>
                </a:lnTo>
                <a:lnTo>
                  <a:pt x="379" y="398"/>
                </a:lnTo>
                <a:lnTo>
                  <a:pt x="379" y="398"/>
                </a:lnTo>
                <a:lnTo>
                  <a:pt x="379" y="398"/>
                </a:lnTo>
                <a:lnTo>
                  <a:pt x="384" y="398"/>
                </a:lnTo>
                <a:lnTo>
                  <a:pt x="393" y="403"/>
                </a:lnTo>
                <a:lnTo>
                  <a:pt x="402" y="407"/>
                </a:lnTo>
                <a:lnTo>
                  <a:pt x="407" y="412"/>
                </a:lnTo>
                <a:lnTo>
                  <a:pt x="411" y="412"/>
                </a:lnTo>
                <a:lnTo>
                  <a:pt x="416" y="417"/>
                </a:lnTo>
                <a:lnTo>
                  <a:pt x="416" y="421"/>
                </a:lnTo>
                <a:lnTo>
                  <a:pt x="416" y="421"/>
                </a:lnTo>
                <a:lnTo>
                  <a:pt x="420" y="426"/>
                </a:lnTo>
                <a:lnTo>
                  <a:pt x="420" y="426"/>
                </a:lnTo>
                <a:lnTo>
                  <a:pt x="420" y="426"/>
                </a:lnTo>
                <a:lnTo>
                  <a:pt x="420" y="430"/>
                </a:lnTo>
                <a:lnTo>
                  <a:pt x="425" y="430"/>
                </a:lnTo>
                <a:lnTo>
                  <a:pt x="425" y="435"/>
                </a:lnTo>
                <a:lnTo>
                  <a:pt x="425" y="435"/>
                </a:lnTo>
                <a:lnTo>
                  <a:pt x="425" y="439"/>
                </a:lnTo>
                <a:lnTo>
                  <a:pt x="420" y="439"/>
                </a:lnTo>
                <a:lnTo>
                  <a:pt x="420" y="439"/>
                </a:lnTo>
                <a:lnTo>
                  <a:pt x="420" y="444"/>
                </a:lnTo>
                <a:lnTo>
                  <a:pt x="420" y="444"/>
                </a:lnTo>
                <a:lnTo>
                  <a:pt x="420" y="448"/>
                </a:lnTo>
                <a:lnTo>
                  <a:pt x="416" y="448"/>
                </a:lnTo>
                <a:lnTo>
                  <a:pt x="416" y="453"/>
                </a:lnTo>
                <a:lnTo>
                  <a:pt x="416" y="453"/>
                </a:lnTo>
                <a:lnTo>
                  <a:pt x="411" y="453"/>
                </a:lnTo>
                <a:lnTo>
                  <a:pt x="407" y="457"/>
                </a:lnTo>
                <a:lnTo>
                  <a:pt x="402" y="457"/>
                </a:lnTo>
                <a:lnTo>
                  <a:pt x="398" y="462"/>
                </a:lnTo>
                <a:lnTo>
                  <a:pt x="393" y="462"/>
                </a:lnTo>
                <a:lnTo>
                  <a:pt x="393" y="462"/>
                </a:lnTo>
                <a:lnTo>
                  <a:pt x="388" y="462"/>
                </a:lnTo>
                <a:lnTo>
                  <a:pt x="384" y="466"/>
                </a:lnTo>
                <a:lnTo>
                  <a:pt x="379" y="466"/>
                </a:lnTo>
                <a:lnTo>
                  <a:pt x="375" y="466"/>
                </a:lnTo>
                <a:lnTo>
                  <a:pt x="366" y="466"/>
                </a:lnTo>
                <a:lnTo>
                  <a:pt x="361" y="466"/>
                </a:lnTo>
                <a:lnTo>
                  <a:pt x="352" y="471"/>
                </a:lnTo>
                <a:lnTo>
                  <a:pt x="348" y="471"/>
                </a:lnTo>
                <a:lnTo>
                  <a:pt x="339" y="471"/>
                </a:lnTo>
                <a:lnTo>
                  <a:pt x="334" y="471"/>
                </a:lnTo>
                <a:lnTo>
                  <a:pt x="325" y="471"/>
                </a:lnTo>
                <a:lnTo>
                  <a:pt x="321" y="466"/>
                </a:lnTo>
                <a:lnTo>
                  <a:pt x="312" y="466"/>
                </a:lnTo>
                <a:lnTo>
                  <a:pt x="307" y="466"/>
                </a:lnTo>
                <a:lnTo>
                  <a:pt x="298" y="466"/>
                </a:lnTo>
                <a:lnTo>
                  <a:pt x="289" y="462"/>
                </a:lnTo>
                <a:lnTo>
                  <a:pt x="285" y="462"/>
                </a:lnTo>
                <a:lnTo>
                  <a:pt x="276" y="462"/>
                </a:lnTo>
                <a:lnTo>
                  <a:pt x="271" y="457"/>
                </a:lnTo>
                <a:lnTo>
                  <a:pt x="262" y="457"/>
                </a:lnTo>
                <a:lnTo>
                  <a:pt x="258" y="453"/>
                </a:lnTo>
                <a:lnTo>
                  <a:pt x="253" y="453"/>
                </a:lnTo>
                <a:lnTo>
                  <a:pt x="253" y="453"/>
                </a:lnTo>
                <a:lnTo>
                  <a:pt x="253" y="453"/>
                </a:lnTo>
                <a:lnTo>
                  <a:pt x="249" y="453"/>
                </a:lnTo>
                <a:lnTo>
                  <a:pt x="244" y="453"/>
                </a:lnTo>
                <a:lnTo>
                  <a:pt x="240" y="453"/>
                </a:lnTo>
                <a:lnTo>
                  <a:pt x="235" y="453"/>
                </a:lnTo>
                <a:lnTo>
                  <a:pt x="230" y="448"/>
                </a:lnTo>
                <a:lnTo>
                  <a:pt x="226" y="453"/>
                </a:lnTo>
                <a:lnTo>
                  <a:pt x="221" y="457"/>
                </a:lnTo>
                <a:lnTo>
                  <a:pt x="217" y="457"/>
                </a:lnTo>
                <a:lnTo>
                  <a:pt x="212" y="462"/>
                </a:lnTo>
                <a:lnTo>
                  <a:pt x="208" y="462"/>
                </a:lnTo>
                <a:lnTo>
                  <a:pt x="203" y="466"/>
                </a:lnTo>
                <a:lnTo>
                  <a:pt x="199" y="466"/>
                </a:lnTo>
                <a:lnTo>
                  <a:pt x="194" y="471"/>
                </a:lnTo>
                <a:lnTo>
                  <a:pt x="190" y="471"/>
                </a:lnTo>
                <a:lnTo>
                  <a:pt x="181" y="471"/>
                </a:lnTo>
                <a:lnTo>
                  <a:pt x="176" y="471"/>
                </a:lnTo>
                <a:lnTo>
                  <a:pt x="172" y="471"/>
                </a:lnTo>
                <a:lnTo>
                  <a:pt x="167" y="471"/>
                </a:lnTo>
                <a:lnTo>
                  <a:pt x="163" y="471"/>
                </a:lnTo>
                <a:lnTo>
                  <a:pt x="158" y="471"/>
                </a:lnTo>
                <a:lnTo>
                  <a:pt x="154" y="471"/>
                </a:lnTo>
                <a:lnTo>
                  <a:pt x="140" y="471"/>
                </a:lnTo>
                <a:lnTo>
                  <a:pt x="131" y="471"/>
                </a:lnTo>
                <a:lnTo>
                  <a:pt x="118" y="471"/>
                </a:lnTo>
                <a:lnTo>
                  <a:pt x="113" y="471"/>
                </a:lnTo>
                <a:lnTo>
                  <a:pt x="109" y="471"/>
                </a:lnTo>
                <a:lnTo>
                  <a:pt x="100" y="471"/>
                </a:lnTo>
                <a:lnTo>
                  <a:pt x="95" y="466"/>
                </a:lnTo>
                <a:lnTo>
                  <a:pt x="91" y="466"/>
                </a:lnTo>
                <a:lnTo>
                  <a:pt x="86" y="466"/>
                </a:lnTo>
                <a:lnTo>
                  <a:pt x="82" y="462"/>
                </a:lnTo>
                <a:lnTo>
                  <a:pt x="77" y="462"/>
                </a:lnTo>
                <a:lnTo>
                  <a:pt x="73" y="457"/>
                </a:lnTo>
                <a:lnTo>
                  <a:pt x="68" y="457"/>
                </a:lnTo>
                <a:lnTo>
                  <a:pt x="63" y="453"/>
                </a:lnTo>
                <a:lnTo>
                  <a:pt x="63" y="453"/>
                </a:lnTo>
                <a:lnTo>
                  <a:pt x="63" y="453"/>
                </a:lnTo>
                <a:lnTo>
                  <a:pt x="59" y="448"/>
                </a:lnTo>
                <a:lnTo>
                  <a:pt x="59" y="448"/>
                </a:lnTo>
                <a:lnTo>
                  <a:pt x="59" y="448"/>
                </a:lnTo>
                <a:lnTo>
                  <a:pt x="59" y="444"/>
                </a:lnTo>
                <a:lnTo>
                  <a:pt x="59" y="444"/>
                </a:lnTo>
                <a:lnTo>
                  <a:pt x="54" y="439"/>
                </a:lnTo>
                <a:lnTo>
                  <a:pt x="54" y="439"/>
                </a:lnTo>
                <a:lnTo>
                  <a:pt x="54" y="439"/>
                </a:lnTo>
                <a:lnTo>
                  <a:pt x="54" y="435"/>
                </a:lnTo>
                <a:lnTo>
                  <a:pt x="54" y="435"/>
                </a:lnTo>
                <a:lnTo>
                  <a:pt x="59" y="430"/>
                </a:lnTo>
                <a:lnTo>
                  <a:pt x="59" y="430"/>
                </a:lnTo>
                <a:lnTo>
                  <a:pt x="59" y="426"/>
                </a:lnTo>
                <a:lnTo>
                  <a:pt x="59" y="426"/>
                </a:lnTo>
                <a:lnTo>
                  <a:pt x="59" y="421"/>
                </a:lnTo>
                <a:lnTo>
                  <a:pt x="59" y="421"/>
                </a:lnTo>
                <a:lnTo>
                  <a:pt x="59" y="417"/>
                </a:lnTo>
                <a:lnTo>
                  <a:pt x="59" y="417"/>
                </a:lnTo>
                <a:lnTo>
                  <a:pt x="63" y="417"/>
                </a:lnTo>
                <a:lnTo>
                  <a:pt x="63" y="412"/>
                </a:lnTo>
                <a:lnTo>
                  <a:pt x="68" y="412"/>
                </a:lnTo>
                <a:lnTo>
                  <a:pt x="68" y="412"/>
                </a:lnTo>
                <a:lnTo>
                  <a:pt x="68" y="407"/>
                </a:lnTo>
                <a:lnTo>
                  <a:pt x="73" y="407"/>
                </a:lnTo>
                <a:lnTo>
                  <a:pt x="73" y="407"/>
                </a:lnTo>
                <a:lnTo>
                  <a:pt x="77" y="407"/>
                </a:lnTo>
                <a:lnTo>
                  <a:pt x="77" y="403"/>
                </a:lnTo>
                <a:lnTo>
                  <a:pt x="82" y="403"/>
                </a:lnTo>
                <a:lnTo>
                  <a:pt x="86" y="403"/>
                </a:lnTo>
                <a:lnTo>
                  <a:pt x="86" y="403"/>
                </a:lnTo>
                <a:lnTo>
                  <a:pt x="91" y="403"/>
                </a:lnTo>
                <a:lnTo>
                  <a:pt x="95" y="403"/>
                </a:lnTo>
                <a:lnTo>
                  <a:pt x="95" y="403"/>
                </a:lnTo>
                <a:lnTo>
                  <a:pt x="95" y="403"/>
                </a:lnTo>
                <a:lnTo>
                  <a:pt x="95" y="403"/>
                </a:lnTo>
                <a:lnTo>
                  <a:pt x="95" y="398"/>
                </a:lnTo>
                <a:lnTo>
                  <a:pt x="95" y="398"/>
                </a:lnTo>
                <a:lnTo>
                  <a:pt x="95" y="398"/>
                </a:lnTo>
                <a:lnTo>
                  <a:pt x="91" y="394"/>
                </a:lnTo>
                <a:lnTo>
                  <a:pt x="86" y="389"/>
                </a:lnTo>
                <a:lnTo>
                  <a:pt x="82" y="389"/>
                </a:lnTo>
                <a:lnTo>
                  <a:pt x="77" y="385"/>
                </a:lnTo>
                <a:lnTo>
                  <a:pt x="73" y="380"/>
                </a:lnTo>
                <a:lnTo>
                  <a:pt x="68" y="371"/>
                </a:lnTo>
                <a:lnTo>
                  <a:pt x="68" y="371"/>
                </a:lnTo>
                <a:lnTo>
                  <a:pt x="63" y="367"/>
                </a:lnTo>
                <a:lnTo>
                  <a:pt x="63" y="362"/>
                </a:lnTo>
                <a:lnTo>
                  <a:pt x="59" y="358"/>
                </a:lnTo>
                <a:lnTo>
                  <a:pt x="59" y="353"/>
                </a:lnTo>
                <a:lnTo>
                  <a:pt x="54" y="349"/>
                </a:lnTo>
                <a:lnTo>
                  <a:pt x="54" y="344"/>
                </a:lnTo>
                <a:lnTo>
                  <a:pt x="50" y="340"/>
                </a:lnTo>
                <a:lnTo>
                  <a:pt x="50" y="335"/>
                </a:lnTo>
                <a:lnTo>
                  <a:pt x="50" y="331"/>
                </a:lnTo>
                <a:lnTo>
                  <a:pt x="50" y="331"/>
                </a:lnTo>
                <a:lnTo>
                  <a:pt x="50" y="331"/>
                </a:lnTo>
                <a:lnTo>
                  <a:pt x="50" y="331"/>
                </a:lnTo>
                <a:lnTo>
                  <a:pt x="50" y="331"/>
                </a:lnTo>
                <a:lnTo>
                  <a:pt x="45" y="331"/>
                </a:lnTo>
                <a:lnTo>
                  <a:pt x="45" y="331"/>
                </a:lnTo>
                <a:lnTo>
                  <a:pt x="45" y="331"/>
                </a:lnTo>
                <a:lnTo>
                  <a:pt x="45" y="335"/>
                </a:lnTo>
                <a:lnTo>
                  <a:pt x="45" y="335"/>
                </a:lnTo>
                <a:lnTo>
                  <a:pt x="45" y="335"/>
                </a:lnTo>
                <a:lnTo>
                  <a:pt x="41" y="340"/>
                </a:lnTo>
                <a:lnTo>
                  <a:pt x="41" y="344"/>
                </a:lnTo>
                <a:lnTo>
                  <a:pt x="41" y="344"/>
                </a:lnTo>
                <a:lnTo>
                  <a:pt x="36" y="349"/>
                </a:lnTo>
                <a:lnTo>
                  <a:pt x="36" y="349"/>
                </a:lnTo>
                <a:lnTo>
                  <a:pt x="32" y="353"/>
                </a:lnTo>
                <a:lnTo>
                  <a:pt x="27" y="358"/>
                </a:lnTo>
                <a:lnTo>
                  <a:pt x="27" y="358"/>
                </a:lnTo>
                <a:lnTo>
                  <a:pt x="23" y="362"/>
                </a:lnTo>
                <a:lnTo>
                  <a:pt x="18" y="362"/>
                </a:lnTo>
                <a:lnTo>
                  <a:pt x="18" y="362"/>
                </a:lnTo>
                <a:lnTo>
                  <a:pt x="14" y="362"/>
                </a:lnTo>
                <a:lnTo>
                  <a:pt x="9" y="367"/>
                </a:lnTo>
                <a:lnTo>
                  <a:pt x="9" y="367"/>
                </a:lnTo>
                <a:lnTo>
                  <a:pt x="9" y="367"/>
                </a:lnTo>
                <a:lnTo>
                  <a:pt x="9" y="362"/>
                </a:lnTo>
                <a:lnTo>
                  <a:pt x="9" y="362"/>
                </a:lnTo>
                <a:lnTo>
                  <a:pt x="5" y="362"/>
                </a:lnTo>
                <a:lnTo>
                  <a:pt x="5" y="358"/>
                </a:lnTo>
                <a:lnTo>
                  <a:pt x="5" y="358"/>
                </a:lnTo>
                <a:lnTo>
                  <a:pt x="5" y="353"/>
                </a:lnTo>
                <a:lnTo>
                  <a:pt x="5" y="353"/>
                </a:lnTo>
                <a:lnTo>
                  <a:pt x="5" y="349"/>
                </a:lnTo>
                <a:lnTo>
                  <a:pt x="0" y="344"/>
                </a:lnTo>
                <a:lnTo>
                  <a:pt x="0" y="340"/>
                </a:lnTo>
                <a:lnTo>
                  <a:pt x="0" y="335"/>
                </a:lnTo>
                <a:lnTo>
                  <a:pt x="0" y="326"/>
                </a:lnTo>
                <a:lnTo>
                  <a:pt x="0" y="317"/>
                </a:lnTo>
                <a:lnTo>
                  <a:pt x="0" y="312"/>
                </a:lnTo>
                <a:lnTo>
                  <a:pt x="5" y="308"/>
                </a:lnTo>
                <a:lnTo>
                  <a:pt x="5" y="303"/>
                </a:lnTo>
                <a:lnTo>
                  <a:pt x="5" y="299"/>
                </a:lnTo>
                <a:lnTo>
                  <a:pt x="5" y="294"/>
                </a:lnTo>
                <a:lnTo>
                  <a:pt x="9" y="290"/>
                </a:lnTo>
                <a:lnTo>
                  <a:pt x="9" y="285"/>
                </a:lnTo>
                <a:lnTo>
                  <a:pt x="14" y="281"/>
                </a:lnTo>
                <a:lnTo>
                  <a:pt x="14" y="276"/>
                </a:lnTo>
                <a:lnTo>
                  <a:pt x="18" y="267"/>
                </a:lnTo>
                <a:lnTo>
                  <a:pt x="18" y="263"/>
                </a:lnTo>
                <a:lnTo>
                  <a:pt x="23" y="258"/>
                </a:lnTo>
                <a:lnTo>
                  <a:pt x="27" y="254"/>
                </a:lnTo>
                <a:lnTo>
                  <a:pt x="32" y="249"/>
                </a:lnTo>
                <a:lnTo>
                  <a:pt x="36" y="245"/>
                </a:lnTo>
                <a:lnTo>
                  <a:pt x="41" y="240"/>
                </a:lnTo>
                <a:lnTo>
                  <a:pt x="45" y="236"/>
                </a:lnTo>
                <a:lnTo>
                  <a:pt x="45" y="231"/>
                </a:lnTo>
                <a:lnTo>
                  <a:pt x="50" y="231"/>
                </a:lnTo>
                <a:lnTo>
                  <a:pt x="50" y="227"/>
                </a:lnTo>
                <a:lnTo>
                  <a:pt x="54" y="222"/>
                </a:lnTo>
                <a:lnTo>
                  <a:pt x="59" y="217"/>
                </a:lnTo>
                <a:lnTo>
                  <a:pt x="63" y="213"/>
                </a:lnTo>
                <a:lnTo>
                  <a:pt x="68" y="213"/>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888" name="组合 887"/>
          <p:cNvGrpSpPr/>
          <p:nvPr/>
        </p:nvGrpSpPr>
        <p:grpSpPr>
          <a:xfrm>
            <a:off x="4472836" y="5849820"/>
            <a:ext cx="333748" cy="315939"/>
            <a:chOff x="4787900" y="539750"/>
            <a:chExt cx="803275" cy="760413"/>
          </a:xfrm>
          <a:solidFill>
            <a:srgbClr val="707E84"/>
          </a:solidFill>
        </p:grpSpPr>
        <p:sp>
          <p:nvSpPr>
            <p:cNvPr id="889" name="Freeform 17"/>
            <p:cNvSpPr>
              <a:spLocks/>
            </p:cNvSpPr>
            <p:nvPr/>
          </p:nvSpPr>
          <p:spPr bwMode="auto">
            <a:xfrm>
              <a:off x="4787900" y="619125"/>
              <a:ext cx="430212" cy="438150"/>
            </a:xfrm>
            <a:custGeom>
              <a:avLst/>
              <a:gdLst>
                <a:gd name="T0" fmla="*/ 30 w 60"/>
                <a:gd name="T1" fmla="*/ 0 h 61"/>
                <a:gd name="T2" fmla="*/ 0 w 60"/>
                <a:gd name="T3" fmla="*/ 31 h 61"/>
                <a:gd name="T4" fmla="*/ 3 w 60"/>
                <a:gd name="T5" fmla="*/ 44 h 61"/>
                <a:gd name="T6" fmla="*/ 7 w 60"/>
                <a:gd name="T7" fmla="*/ 46 h 61"/>
                <a:gd name="T8" fmla="*/ 8 w 60"/>
                <a:gd name="T9" fmla="*/ 42 h 61"/>
                <a:gd name="T10" fmla="*/ 5 w 60"/>
                <a:gd name="T11" fmla="*/ 31 h 61"/>
                <a:gd name="T12" fmla="*/ 30 w 60"/>
                <a:gd name="T13" fmla="*/ 6 h 61"/>
                <a:gd name="T14" fmla="*/ 55 w 60"/>
                <a:gd name="T15" fmla="*/ 31 h 61"/>
                <a:gd name="T16" fmla="*/ 30 w 60"/>
                <a:gd name="T17" fmla="*/ 55 h 61"/>
                <a:gd name="T18" fmla="*/ 24 w 60"/>
                <a:gd name="T19" fmla="*/ 55 h 61"/>
                <a:gd name="T20" fmla="*/ 21 w 60"/>
                <a:gd name="T21" fmla="*/ 57 h 61"/>
                <a:gd name="T22" fmla="*/ 23 w 60"/>
                <a:gd name="T23" fmla="*/ 60 h 61"/>
                <a:gd name="T24" fmla="*/ 30 w 60"/>
                <a:gd name="T25" fmla="*/ 61 h 61"/>
                <a:gd name="T26" fmla="*/ 60 w 60"/>
                <a:gd name="T27" fmla="*/ 31 h 61"/>
                <a:gd name="T28" fmla="*/ 30 w 60"/>
                <a:gd name="T29"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0" h="61">
                  <a:moveTo>
                    <a:pt x="30" y="0"/>
                  </a:moveTo>
                  <a:cubicBezTo>
                    <a:pt x="13" y="0"/>
                    <a:pt x="0" y="14"/>
                    <a:pt x="0" y="31"/>
                  </a:cubicBezTo>
                  <a:cubicBezTo>
                    <a:pt x="0" y="35"/>
                    <a:pt x="1" y="40"/>
                    <a:pt x="3" y="44"/>
                  </a:cubicBezTo>
                  <a:cubicBezTo>
                    <a:pt x="4" y="46"/>
                    <a:pt x="5" y="46"/>
                    <a:pt x="7" y="46"/>
                  </a:cubicBezTo>
                  <a:cubicBezTo>
                    <a:pt x="8" y="45"/>
                    <a:pt x="9" y="43"/>
                    <a:pt x="8" y="42"/>
                  </a:cubicBezTo>
                  <a:cubicBezTo>
                    <a:pt x="6" y="38"/>
                    <a:pt x="5" y="35"/>
                    <a:pt x="5" y="31"/>
                  </a:cubicBezTo>
                  <a:cubicBezTo>
                    <a:pt x="5" y="17"/>
                    <a:pt x="16" y="6"/>
                    <a:pt x="30" y="6"/>
                  </a:cubicBezTo>
                  <a:cubicBezTo>
                    <a:pt x="44" y="6"/>
                    <a:pt x="55" y="17"/>
                    <a:pt x="55" y="31"/>
                  </a:cubicBezTo>
                  <a:cubicBezTo>
                    <a:pt x="55" y="44"/>
                    <a:pt x="44" y="55"/>
                    <a:pt x="30" y="55"/>
                  </a:cubicBezTo>
                  <a:cubicBezTo>
                    <a:pt x="28" y="55"/>
                    <a:pt x="26" y="55"/>
                    <a:pt x="24" y="55"/>
                  </a:cubicBezTo>
                  <a:cubicBezTo>
                    <a:pt x="23" y="54"/>
                    <a:pt x="22" y="55"/>
                    <a:pt x="21" y="57"/>
                  </a:cubicBezTo>
                  <a:cubicBezTo>
                    <a:pt x="21" y="58"/>
                    <a:pt x="22" y="60"/>
                    <a:pt x="23" y="60"/>
                  </a:cubicBezTo>
                  <a:cubicBezTo>
                    <a:pt x="25" y="61"/>
                    <a:pt x="28" y="61"/>
                    <a:pt x="30" y="61"/>
                  </a:cubicBezTo>
                  <a:cubicBezTo>
                    <a:pt x="47" y="61"/>
                    <a:pt x="60" y="47"/>
                    <a:pt x="60" y="31"/>
                  </a:cubicBezTo>
                  <a:cubicBezTo>
                    <a:pt x="60" y="14"/>
                    <a:pt x="47" y="0"/>
                    <a:pt x="3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0" name="Freeform 18"/>
            <p:cNvSpPr>
              <a:spLocks/>
            </p:cNvSpPr>
            <p:nvPr/>
          </p:nvSpPr>
          <p:spPr bwMode="auto">
            <a:xfrm>
              <a:off x="4795838" y="762000"/>
              <a:ext cx="279400" cy="538163"/>
            </a:xfrm>
            <a:custGeom>
              <a:avLst/>
              <a:gdLst>
                <a:gd name="T0" fmla="*/ 24 w 39"/>
                <a:gd name="T1" fmla="*/ 18 h 75"/>
                <a:gd name="T2" fmla="*/ 29 w 39"/>
                <a:gd name="T3" fmla="*/ 20 h 75"/>
                <a:gd name="T4" fmla="*/ 39 w 39"/>
                <a:gd name="T5" fmla="*/ 10 h 75"/>
                <a:gd name="T6" fmla="*/ 29 w 39"/>
                <a:gd name="T7" fmla="*/ 0 h 75"/>
                <a:gd name="T8" fmla="*/ 19 w 39"/>
                <a:gd name="T9" fmla="*/ 10 h 75"/>
                <a:gd name="T10" fmla="*/ 20 w 39"/>
                <a:gd name="T11" fmla="*/ 14 h 75"/>
                <a:gd name="T12" fmla="*/ 13 w 39"/>
                <a:gd name="T13" fmla="*/ 23 h 75"/>
                <a:gd name="T14" fmla="*/ 2 w 39"/>
                <a:gd name="T15" fmla="*/ 72 h 75"/>
                <a:gd name="T16" fmla="*/ 4 w 39"/>
                <a:gd name="T17" fmla="*/ 75 h 75"/>
                <a:gd name="T18" fmla="*/ 5 w 39"/>
                <a:gd name="T19" fmla="*/ 75 h 75"/>
                <a:gd name="T20" fmla="*/ 7 w 39"/>
                <a:gd name="T21" fmla="*/ 71 h 75"/>
                <a:gd name="T22" fmla="*/ 18 w 39"/>
                <a:gd name="T23" fmla="*/ 26 h 75"/>
                <a:gd name="T24" fmla="*/ 24 w 39"/>
                <a:gd name="T25" fmla="*/ 1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5">
                  <a:moveTo>
                    <a:pt x="24" y="18"/>
                  </a:moveTo>
                  <a:cubicBezTo>
                    <a:pt x="25" y="19"/>
                    <a:pt x="27" y="20"/>
                    <a:pt x="29" y="20"/>
                  </a:cubicBezTo>
                  <a:cubicBezTo>
                    <a:pt x="35" y="20"/>
                    <a:pt x="39" y="16"/>
                    <a:pt x="39" y="10"/>
                  </a:cubicBezTo>
                  <a:cubicBezTo>
                    <a:pt x="39" y="4"/>
                    <a:pt x="35" y="0"/>
                    <a:pt x="29" y="0"/>
                  </a:cubicBezTo>
                  <a:cubicBezTo>
                    <a:pt x="24" y="0"/>
                    <a:pt x="19" y="4"/>
                    <a:pt x="19" y="10"/>
                  </a:cubicBezTo>
                  <a:cubicBezTo>
                    <a:pt x="19" y="11"/>
                    <a:pt x="20" y="13"/>
                    <a:pt x="20" y="14"/>
                  </a:cubicBezTo>
                  <a:cubicBezTo>
                    <a:pt x="18" y="16"/>
                    <a:pt x="16" y="19"/>
                    <a:pt x="13" y="23"/>
                  </a:cubicBezTo>
                  <a:cubicBezTo>
                    <a:pt x="7" y="32"/>
                    <a:pt x="0" y="49"/>
                    <a:pt x="2" y="72"/>
                  </a:cubicBezTo>
                  <a:cubicBezTo>
                    <a:pt x="2" y="73"/>
                    <a:pt x="3" y="75"/>
                    <a:pt x="4" y="75"/>
                  </a:cubicBezTo>
                  <a:cubicBezTo>
                    <a:pt x="5" y="75"/>
                    <a:pt x="5" y="75"/>
                    <a:pt x="5" y="75"/>
                  </a:cubicBezTo>
                  <a:cubicBezTo>
                    <a:pt x="6" y="75"/>
                    <a:pt x="7" y="73"/>
                    <a:pt x="7" y="71"/>
                  </a:cubicBezTo>
                  <a:cubicBezTo>
                    <a:pt x="6" y="54"/>
                    <a:pt x="9" y="39"/>
                    <a:pt x="18" y="26"/>
                  </a:cubicBezTo>
                  <a:cubicBezTo>
                    <a:pt x="20" y="23"/>
                    <a:pt x="22" y="20"/>
                    <a:pt x="24"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1" name="Freeform 19"/>
            <p:cNvSpPr>
              <a:spLocks/>
            </p:cNvSpPr>
            <p:nvPr/>
          </p:nvSpPr>
          <p:spPr bwMode="auto">
            <a:xfrm>
              <a:off x="5260975" y="539750"/>
              <a:ext cx="279400" cy="265113"/>
            </a:xfrm>
            <a:custGeom>
              <a:avLst/>
              <a:gdLst>
                <a:gd name="T0" fmla="*/ 20 w 39"/>
                <a:gd name="T1" fmla="*/ 34 h 37"/>
                <a:gd name="T2" fmla="*/ 14 w 39"/>
                <a:gd name="T3" fmla="*/ 32 h 37"/>
                <a:gd name="T4" fmla="*/ 7 w 39"/>
                <a:gd name="T5" fmla="*/ 13 h 37"/>
                <a:gd name="T6" fmla="*/ 26 w 39"/>
                <a:gd name="T7" fmla="*/ 7 h 37"/>
                <a:gd name="T8" fmla="*/ 33 w 39"/>
                <a:gd name="T9" fmla="*/ 25 h 37"/>
                <a:gd name="T10" fmla="*/ 31 w 39"/>
                <a:gd name="T11" fmla="*/ 28 h 37"/>
                <a:gd name="T12" fmla="*/ 31 w 39"/>
                <a:gd name="T13" fmla="*/ 30 h 37"/>
                <a:gd name="T14" fmla="*/ 33 w 39"/>
                <a:gd name="T15" fmla="*/ 30 h 37"/>
                <a:gd name="T16" fmla="*/ 35 w 39"/>
                <a:gd name="T17" fmla="*/ 27 h 37"/>
                <a:gd name="T18" fmla="*/ 27 w 39"/>
                <a:gd name="T19" fmla="*/ 4 h 37"/>
                <a:gd name="T20" fmla="*/ 4 w 39"/>
                <a:gd name="T21" fmla="*/ 12 h 37"/>
                <a:gd name="T22" fmla="*/ 12 w 39"/>
                <a:gd name="T23" fmla="*/ 35 h 37"/>
                <a:gd name="T24" fmla="*/ 20 w 39"/>
                <a:gd name="T25" fmla="*/ 37 h 37"/>
                <a:gd name="T26" fmla="*/ 22 w 39"/>
                <a:gd name="T27" fmla="*/ 35 h 37"/>
                <a:gd name="T28" fmla="*/ 20 w 39"/>
                <a:gd name="T29" fmla="*/ 3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9" h="37">
                  <a:moveTo>
                    <a:pt x="20" y="34"/>
                  </a:moveTo>
                  <a:cubicBezTo>
                    <a:pt x="18" y="34"/>
                    <a:pt x="16" y="33"/>
                    <a:pt x="14" y="32"/>
                  </a:cubicBezTo>
                  <a:cubicBezTo>
                    <a:pt x="7" y="29"/>
                    <a:pt x="4" y="20"/>
                    <a:pt x="7" y="13"/>
                  </a:cubicBezTo>
                  <a:cubicBezTo>
                    <a:pt x="10" y="6"/>
                    <a:pt x="19" y="3"/>
                    <a:pt x="26" y="7"/>
                  </a:cubicBezTo>
                  <a:cubicBezTo>
                    <a:pt x="33" y="10"/>
                    <a:pt x="36" y="18"/>
                    <a:pt x="33" y="25"/>
                  </a:cubicBezTo>
                  <a:cubicBezTo>
                    <a:pt x="32" y="26"/>
                    <a:pt x="32" y="27"/>
                    <a:pt x="31" y="28"/>
                  </a:cubicBezTo>
                  <a:cubicBezTo>
                    <a:pt x="30" y="29"/>
                    <a:pt x="30" y="30"/>
                    <a:pt x="31" y="30"/>
                  </a:cubicBezTo>
                  <a:cubicBezTo>
                    <a:pt x="32" y="31"/>
                    <a:pt x="33" y="31"/>
                    <a:pt x="33" y="30"/>
                  </a:cubicBezTo>
                  <a:cubicBezTo>
                    <a:pt x="34" y="29"/>
                    <a:pt x="35" y="28"/>
                    <a:pt x="35" y="27"/>
                  </a:cubicBezTo>
                  <a:cubicBezTo>
                    <a:pt x="39" y="18"/>
                    <a:pt x="36" y="8"/>
                    <a:pt x="27" y="4"/>
                  </a:cubicBezTo>
                  <a:cubicBezTo>
                    <a:pt x="19" y="0"/>
                    <a:pt x="8" y="3"/>
                    <a:pt x="4" y="12"/>
                  </a:cubicBezTo>
                  <a:cubicBezTo>
                    <a:pt x="0" y="21"/>
                    <a:pt x="4" y="31"/>
                    <a:pt x="12" y="35"/>
                  </a:cubicBezTo>
                  <a:cubicBezTo>
                    <a:pt x="15" y="36"/>
                    <a:pt x="18" y="37"/>
                    <a:pt x="20" y="37"/>
                  </a:cubicBezTo>
                  <a:cubicBezTo>
                    <a:pt x="21" y="37"/>
                    <a:pt x="22" y="36"/>
                    <a:pt x="22" y="35"/>
                  </a:cubicBezTo>
                  <a:cubicBezTo>
                    <a:pt x="22" y="34"/>
                    <a:pt x="21" y="33"/>
                    <a:pt x="20"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2" name="Freeform 20"/>
            <p:cNvSpPr>
              <a:spLocks/>
            </p:cNvSpPr>
            <p:nvPr/>
          </p:nvSpPr>
          <p:spPr bwMode="auto">
            <a:xfrm>
              <a:off x="5354638" y="633413"/>
              <a:ext cx="236537" cy="250825"/>
            </a:xfrm>
            <a:custGeom>
              <a:avLst/>
              <a:gdLst>
                <a:gd name="T0" fmla="*/ 32 w 33"/>
                <a:gd name="T1" fmla="*/ 32 h 35"/>
                <a:gd name="T2" fmla="*/ 12 w 33"/>
                <a:gd name="T3" fmla="*/ 16 h 35"/>
                <a:gd name="T4" fmla="*/ 9 w 33"/>
                <a:gd name="T5" fmla="*/ 11 h 35"/>
                <a:gd name="T6" fmla="*/ 12 w 33"/>
                <a:gd name="T7" fmla="*/ 8 h 35"/>
                <a:gd name="T8" fmla="*/ 9 w 33"/>
                <a:gd name="T9" fmla="*/ 1 h 35"/>
                <a:gd name="T10" fmla="*/ 1 w 33"/>
                <a:gd name="T11" fmla="*/ 4 h 35"/>
                <a:gd name="T12" fmla="*/ 4 w 33"/>
                <a:gd name="T13" fmla="*/ 11 h 35"/>
                <a:gd name="T14" fmla="*/ 6 w 33"/>
                <a:gd name="T15" fmla="*/ 12 h 35"/>
                <a:gd name="T16" fmla="*/ 9 w 33"/>
                <a:gd name="T17" fmla="*/ 17 h 35"/>
                <a:gd name="T18" fmla="*/ 31 w 33"/>
                <a:gd name="T19" fmla="*/ 35 h 35"/>
                <a:gd name="T20" fmla="*/ 33 w 33"/>
                <a:gd name="T21" fmla="*/ 34 h 35"/>
                <a:gd name="T22" fmla="*/ 33 w 33"/>
                <a:gd name="T23" fmla="*/ 34 h 35"/>
                <a:gd name="T24" fmla="*/ 32 w 33"/>
                <a:gd name="T25" fmla="*/ 3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35">
                  <a:moveTo>
                    <a:pt x="32" y="32"/>
                  </a:moveTo>
                  <a:cubicBezTo>
                    <a:pt x="23" y="29"/>
                    <a:pt x="16" y="23"/>
                    <a:pt x="12" y="16"/>
                  </a:cubicBezTo>
                  <a:cubicBezTo>
                    <a:pt x="11" y="14"/>
                    <a:pt x="10" y="12"/>
                    <a:pt x="9" y="11"/>
                  </a:cubicBezTo>
                  <a:cubicBezTo>
                    <a:pt x="10" y="10"/>
                    <a:pt x="11" y="10"/>
                    <a:pt x="12" y="8"/>
                  </a:cubicBezTo>
                  <a:cubicBezTo>
                    <a:pt x="13" y="6"/>
                    <a:pt x="12" y="2"/>
                    <a:pt x="9" y="1"/>
                  </a:cubicBezTo>
                  <a:cubicBezTo>
                    <a:pt x="6" y="0"/>
                    <a:pt x="3" y="1"/>
                    <a:pt x="1" y="4"/>
                  </a:cubicBezTo>
                  <a:cubicBezTo>
                    <a:pt x="0" y="6"/>
                    <a:pt x="1" y="10"/>
                    <a:pt x="4" y="11"/>
                  </a:cubicBezTo>
                  <a:cubicBezTo>
                    <a:pt x="5" y="12"/>
                    <a:pt x="6" y="12"/>
                    <a:pt x="6" y="12"/>
                  </a:cubicBezTo>
                  <a:cubicBezTo>
                    <a:pt x="7" y="13"/>
                    <a:pt x="8" y="15"/>
                    <a:pt x="9" y="17"/>
                  </a:cubicBezTo>
                  <a:cubicBezTo>
                    <a:pt x="12" y="23"/>
                    <a:pt x="19" y="31"/>
                    <a:pt x="31" y="35"/>
                  </a:cubicBezTo>
                  <a:cubicBezTo>
                    <a:pt x="32" y="35"/>
                    <a:pt x="33" y="35"/>
                    <a:pt x="33" y="34"/>
                  </a:cubicBezTo>
                  <a:cubicBezTo>
                    <a:pt x="33" y="34"/>
                    <a:pt x="33" y="34"/>
                    <a:pt x="33" y="34"/>
                  </a:cubicBezTo>
                  <a:cubicBezTo>
                    <a:pt x="33" y="33"/>
                    <a:pt x="33" y="32"/>
                    <a:pt x="32"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93" name="组合 892"/>
          <p:cNvGrpSpPr/>
          <p:nvPr/>
        </p:nvGrpSpPr>
        <p:grpSpPr>
          <a:xfrm>
            <a:off x="6839846" y="5372832"/>
            <a:ext cx="381240" cy="310663"/>
            <a:chOff x="7342977" y="642937"/>
            <a:chExt cx="917579" cy="747713"/>
          </a:xfrm>
          <a:solidFill>
            <a:srgbClr val="707E84"/>
          </a:solidFill>
        </p:grpSpPr>
        <p:sp>
          <p:nvSpPr>
            <p:cNvPr id="894" name="Freeform 21"/>
            <p:cNvSpPr>
              <a:spLocks noEditPoints="1"/>
            </p:cNvSpPr>
            <p:nvPr/>
          </p:nvSpPr>
          <p:spPr bwMode="auto">
            <a:xfrm>
              <a:off x="7342977" y="642937"/>
              <a:ext cx="652462" cy="596901"/>
            </a:xfrm>
            <a:custGeom>
              <a:avLst/>
              <a:gdLst>
                <a:gd name="T0" fmla="*/ 87 w 91"/>
                <a:gd name="T1" fmla="*/ 32 h 83"/>
                <a:gd name="T2" fmla="*/ 91 w 91"/>
                <a:gd name="T3" fmla="*/ 32 h 83"/>
                <a:gd name="T4" fmla="*/ 45 w 91"/>
                <a:gd name="T5" fmla="*/ 0 h 83"/>
                <a:gd name="T6" fmla="*/ 0 w 91"/>
                <a:gd name="T7" fmla="*/ 39 h 83"/>
                <a:gd name="T8" fmla="*/ 18 w 91"/>
                <a:gd name="T9" fmla="*/ 69 h 83"/>
                <a:gd name="T10" fmla="*/ 14 w 91"/>
                <a:gd name="T11" fmla="*/ 83 h 83"/>
                <a:gd name="T12" fmla="*/ 30 w 91"/>
                <a:gd name="T13" fmla="*/ 75 h 83"/>
                <a:gd name="T14" fmla="*/ 45 w 91"/>
                <a:gd name="T15" fmla="*/ 77 h 83"/>
                <a:gd name="T16" fmla="*/ 50 w 91"/>
                <a:gd name="T17" fmla="*/ 77 h 83"/>
                <a:gd name="T18" fmla="*/ 48 w 91"/>
                <a:gd name="T19" fmla="*/ 67 h 83"/>
                <a:gd name="T20" fmla="*/ 87 w 91"/>
                <a:gd name="T21" fmla="*/ 32 h 83"/>
                <a:gd name="T22" fmla="*/ 62 w 91"/>
                <a:gd name="T23" fmla="*/ 19 h 83"/>
                <a:gd name="T24" fmla="*/ 68 w 91"/>
                <a:gd name="T25" fmla="*/ 25 h 83"/>
                <a:gd name="T26" fmla="*/ 62 w 91"/>
                <a:gd name="T27" fmla="*/ 31 h 83"/>
                <a:gd name="T28" fmla="*/ 56 w 91"/>
                <a:gd name="T29" fmla="*/ 25 h 83"/>
                <a:gd name="T30" fmla="*/ 62 w 91"/>
                <a:gd name="T31" fmla="*/ 19 h 83"/>
                <a:gd name="T32" fmla="*/ 31 w 91"/>
                <a:gd name="T33" fmla="*/ 31 h 83"/>
                <a:gd name="T34" fmla="*/ 24 w 91"/>
                <a:gd name="T35" fmla="*/ 25 h 83"/>
                <a:gd name="T36" fmla="*/ 31 w 91"/>
                <a:gd name="T37" fmla="*/ 19 h 83"/>
                <a:gd name="T38" fmla="*/ 36 w 91"/>
                <a:gd name="T39" fmla="*/ 25 h 83"/>
                <a:gd name="T40" fmla="*/ 31 w 91"/>
                <a:gd name="T41" fmla="*/ 3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1" h="83">
                  <a:moveTo>
                    <a:pt x="87" y="32"/>
                  </a:moveTo>
                  <a:cubicBezTo>
                    <a:pt x="88" y="32"/>
                    <a:pt x="89" y="32"/>
                    <a:pt x="91" y="32"/>
                  </a:cubicBezTo>
                  <a:cubicBezTo>
                    <a:pt x="87" y="14"/>
                    <a:pt x="68" y="0"/>
                    <a:pt x="45" y="0"/>
                  </a:cubicBezTo>
                  <a:cubicBezTo>
                    <a:pt x="21" y="0"/>
                    <a:pt x="0" y="17"/>
                    <a:pt x="0" y="39"/>
                  </a:cubicBezTo>
                  <a:cubicBezTo>
                    <a:pt x="0" y="51"/>
                    <a:pt x="7" y="61"/>
                    <a:pt x="18" y="69"/>
                  </a:cubicBezTo>
                  <a:cubicBezTo>
                    <a:pt x="14" y="83"/>
                    <a:pt x="14" y="83"/>
                    <a:pt x="14" y="83"/>
                  </a:cubicBezTo>
                  <a:cubicBezTo>
                    <a:pt x="30" y="75"/>
                    <a:pt x="30" y="75"/>
                    <a:pt x="30" y="75"/>
                  </a:cubicBezTo>
                  <a:cubicBezTo>
                    <a:pt x="35" y="76"/>
                    <a:pt x="40" y="77"/>
                    <a:pt x="45" y="77"/>
                  </a:cubicBezTo>
                  <a:cubicBezTo>
                    <a:pt x="47" y="77"/>
                    <a:pt x="48" y="77"/>
                    <a:pt x="50" y="77"/>
                  </a:cubicBezTo>
                  <a:cubicBezTo>
                    <a:pt x="49" y="74"/>
                    <a:pt x="48" y="71"/>
                    <a:pt x="48" y="67"/>
                  </a:cubicBezTo>
                  <a:cubicBezTo>
                    <a:pt x="48" y="48"/>
                    <a:pt x="65" y="32"/>
                    <a:pt x="87" y="32"/>
                  </a:cubicBezTo>
                  <a:close/>
                  <a:moveTo>
                    <a:pt x="62" y="19"/>
                  </a:moveTo>
                  <a:cubicBezTo>
                    <a:pt x="66" y="19"/>
                    <a:pt x="68" y="22"/>
                    <a:pt x="68" y="25"/>
                  </a:cubicBezTo>
                  <a:cubicBezTo>
                    <a:pt x="68" y="29"/>
                    <a:pt x="66" y="31"/>
                    <a:pt x="62" y="31"/>
                  </a:cubicBezTo>
                  <a:cubicBezTo>
                    <a:pt x="59" y="31"/>
                    <a:pt x="56" y="29"/>
                    <a:pt x="56" y="25"/>
                  </a:cubicBezTo>
                  <a:cubicBezTo>
                    <a:pt x="56" y="22"/>
                    <a:pt x="59" y="19"/>
                    <a:pt x="62" y="19"/>
                  </a:cubicBezTo>
                  <a:close/>
                  <a:moveTo>
                    <a:pt x="31" y="31"/>
                  </a:moveTo>
                  <a:cubicBezTo>
                    <a:pt x="27" y="31"/>
                    <a:pt x="24" y="29"/>
                    <a:pt x="24" y="25"/>
                  </a:cubicBezTo>
                  <a:cubicBezTo>
                    <a:pt x="24" y="22"/>
                    <a:pt x="27" y="19"/>
                    <a:pt x="31" y="19"/>
                  </a:cubicBezTo>
                  <a:cubicBezTo>
                    <a:pt x="34" y="19"/>
                    <a:pt x="36" y="22"/>
                    <a:pt x="36" y="25"/>
                  </a:cubicBezTo>
                  <a:cubicBezTo>
                    <a:pt x="36" y="29"/>
                    <a:pt x="34" y="31"/>
                    <a:pt x="31"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5" name="Freeform 22"/>
            <p:cNvSpPr>
              <a:spLocks noEditPoints="1"/>
            </p:cNvSpPr>
            <p:nvPr/>
          </p:nvSpPr>
          <p:spPr bwMode="auto">
            <a:xfrm>
              <a:off x="7708107" y="887413"/>
              <a:ext cx="552449" cy="503237"/>
            </a:xfrm>
            <a:custGeom>
              <a:avLst/>
              <a:gdLst>
                <a:gd name="T0" fmla="*/ 77 w 77"/>
                <a:gd name="T1" fmla="*/ 33 h 70"/>
                <a:gd name="T2" fmla="*/ 38 w 77"/>
                <a:gd name="T3" fmla="*/ 0 h 70"/>
                <a:gd name="T4" fmla="*/ 0 w 77"/>
                <a:gd name="T5" fmla="*/ 33 h 70"/>
                <a:gd name="T6" fmla="*/ 38 w 77"/>
                <a:gd name="T7" fmla="*/ 66 h 70"/>
                <a:gd name="T8" fmla="*/ 52 w 77"/>
                <a:gd name="T9" fmla="*/ 63 h 70"/>
                <a:gd name="T10" fmla="*/ 64 w 77"/>
                <a:gd name="T11" fmla="*/ 70 h 70"/>
                <a:gd name="T12" fmla="*/ 61 w 77"/>
                <a:gd name="T13" fmla="*/ 59 h 70"/>
                <a:gd name="T14" fmla="*/ 77 w 77"/>
                <a:gd name="T15" fmla="*/ 33 h 70"/>
                <a:gd name="T16" fmla="*/ 26 w 77"/>
                <a:gd name="T17" fmla="*/ 27 h 70"/>
                <a:gd name="T18" fmla="*/ 21 w 77"/>
                <a:gd name="T19" fmla="*/ 23 h 70"/>
                <a:gd name="T20" fmla="*/ 26 w 77"/>
                <a:gd name="T21" fmla="*/ 18 h 70"/>
                <a:gd name="T22" fmla="*/ 32 w 77"/>
                <a:gd name="T23" fmla="*/ 23 h 70"/>
                <a:gd name="T24" fmla="*/ 26 w 77"/>
                <a:gd name="T25" fmla="*/ 27 h 70"/>
                <a:gd name="T26" fmla="*/ 51 w 77"/>
                <a:gd name="T27" fmla="*/ 27 h 70"/>
                <a:gd name="T28" fmla="*/ 46 w 77"/>
                <a:gd name="T29" fmla="*/ 23 h 70"/>
                <a:gd name="T30" fmla="*/ 51 w 77"/>
                <a:gd name="T31" fmla="*/ 18 h 70"/>
                <a:gd name="T32" fmla="*/ 56 w 77"/>
                <a:gd name="T33" fmla="*/ 23 h 70"/>
                <a:gd name="T34" fmla="*/ 51 w 77"/>
                <a:gd name="T35"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 h="70">
                  <a:moveTo>
                    <a:pt x="77" y="33"/>
                  </a:moveTo>
                  <a:cubicBezTo>
                    <a:pt x="77" y="15"/>
                    <a:pt x="59" y="0"/>
                    <a:pt x="38" y="0"/>
                  </a:cubicBezTo>
                  <a:cubicBezTo>
                    <a:pt x="17" y="0"/>
                    <a:pt x="0" y="15"/>
                    <a:pt x="0" y="33"/>
                  </a:cubicBezTo>
                  <a:cubicBezTo>
                    <a:pt x="0" y="51"/>
                    <a:pt x="17" y="66"/>
                    <a:pt x="38" y="66"/>
                  </a:cubicBezTo>
                  <a:cubicBezTo>
                    <a:pt x="43" y="66"/>
                    <a:pt x="47" y="65"/>
                    <a:pt x="52" y="63"/>
                  </a:cubicBezTo>
                  <a:cubicBezTo>
                    <a:pt x="64" y="70"/>
                    <a:pt x="64" y="70"/>
                    <a:pt x="64" y="70"/>
                  </a:cubicBezTo>
                  <a:cubicBezTo>
                    <a:pt x="61" y="59"/>
                    <a:pt x="61" y="59"/>
                    <a:pt x="61" y="59"/>
                  </a:cubicBezTo>
                  <a:cubicBezTo>
                    <a:pt x="70" y="52"/>
                    <a:pt x="77" y="43"/>
                    <a:pt x="77" y="33"/>
                  </a:cubicBezTo>
                  <a:close/>
                  <a:moveTo>
                    <a:pt x="26" y="27"/>
                  </a:moveTo>
                  <a:cubicBezTo>
                    <a:pt x="24" y="27"/>
                    <a:pt x="21" y="25"/>
                    <a:pt x="21" y="23"/>
                  </a:cubicBezTo>
                  <a:cubicBezTo>
                    <a:pt x="21" y="21"/>
                    <a:pt x="24" y="18"/>
                    <a:pt x="26" y="18"/>
                  </a:cubicBezTo>
                  <a:cubicBezTo>
                    <a:pt x="29" y="18"/>
                    <a:pt x="32" y="21"/>
                    <a:pt x="32" y="23"/>
                  </a:cubicBezTo>
                  <a:cubicBezTo>
                    <a:pt x="32" y="25"/>
                    <a:pt x="29" y="27"/>
                    <a:pt x="26" y="27"/>
                  </a:cubicBezTo>
                  <a:close/>
                  <a:moveTo>
                    <a:pt x="51" y="27"/>
                  </a:moveTo>
                  <a:cubicBezTo>
                    <a:pt x="49" y="27"/>
                    <a:pt x="46" y="25"/>
                    <a:pt x="46" y="23"/>
                  </a:cubicBezTo>
                  <a:cubicBezTo>
                    <a:pt x="46" y="21"/>
                    <a:pt x="49" y="18"/>
                    <a:pt x="51" y="18"/>
                  </a:cubicBezTo>
                  <a:cubicBezTo>
                    <a:pt x="54" y="18"/>
                    <a:pt x="56" y="21"/>
                    <a:pt x="56" y="23"/>
                  </a:cubicBezTo>
                  <a:cubicBezTo>
                    <a:pt x="56" y="25"/>
                    <a:pt x="54" y="27"/>
                    <a:pt x="51"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96" name="组合 895"/>
          <p:cNvGrpSpPr/>
          <p:nvPr/>
        </p:nvGrpSpPr>
        <p:grpSpPr>
          <a:xfrm>
            <a:off x="4925499" y="5848171"/>
            <a:ext cx="414217" cy="319237"/>
            <a:chOff x="2624138" y="539750"/>
            <a:chExt cx="996950" cy="768350"/>
          </a:xfrm>
          <a:solidFill>
            <a:srgbClr val="707E84"/>
          </a:solidFill>
        </p:grpSpPr>
        <p:sp>
          <p:nvSpPr>
            <p:cNvPr id="897" name="Freeform 23"/>
            <p:cNvSpPr>
              <a:spLocks noEditPoints="1"/>
            </p:cNvSpPr>
            <p:nvPr/>
          </p:nvSpPr>
          <p:spPr bwMode="auto">
            <a:xfrm>
              <a:off x="2624138" y="625475"/>
              <a:ext cx="860425" cy="682625"/>
            </a:xfrm>
            <a:custGeom>
              <a:avLst/>
              <a:gdLst>
                <a:gd name="T0" fmla="*/ 99 w 120"/>
                <a:gd name="T1" fmla="*/ 40 h 95"/>
                <a:gd name="T2" fmla="*/ 96 w 120"/>
                <a:gd name="T3" fmla="*/ 36 h 95"/>
                <a:gd name="T4" fmla="*/ 95 w 120"/>
                <a:gd name="T5" fmla="*/ 22 h 95"/>
                <a:gd name="T6" fmla="*/ 70 w 120"/>
                <a:gd name="T7" fmla="*/ 23 h 95"/>
                <a:gd name="T8" fmla="*/ 66 w 120"/>
                <a:gd name="T9" fmla="*/ 16 h 95"/>
                <a:gd name="T10" fmla="*/ 45 w 120"/>
                <a:gd name="T11" fmla="*/ 6 h 95"/>
                <a:gd name="T12" fmla="*/ 11 w 120"/>
                <a:gd name="T13" fmla="*/ 34 h 95"/>
                <a:gd name="T14" fmla="*/ 2 w 120"/>
                <a:gd name="T15" fmla="*/ 60 h 95"/>
                <a:gd name="T16" fmla="*/ 51 w 120"/>
                <a:gd name="T17" fmla="*/ 93 h 95"/>
                <a:gd name="T18" fmla="*/ 111 w 120"/>
                <a:gd name="T19" fmla="*/ 67 h 95"/>
                <a:gd name="T20" fmla="*/ 99 w 120"/>
                <a:gd name="T21" fmla="*/ 40 h 95"/>
                <a:gd name="T22" fmla="*/ 53 w 120"/>
                <a:gd name="T23" fmla="*/ 86 h 95"/>
                <a:gd name="T24" fmla="*/ 14 w 120"/>
                <a:gd name="T25" fmla="*/ 62 h 95"/>
                <a:gd name="T26" fmla="*/ 53 w 120"/>
                <a:gd name="T27" fmla="*/ 35 h 95"/>
                <a:gd name="T28" fmla="*/ 92 w 120"/>
                <a:gd name="T29" fmla="*/ 57 h 95"/>
                <a:gd name="T30" fmla="*/ 53 w 120"/>
                <a:gd name="T31" fmla="*/ 8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95">
                  <a:moveTo>
                    <a:pt x="99" y="40"/>
                  </a:moveTo>
                  <a:cubicBezTo>
                    <a:pt x="94" y="39"/>
                    <a:pt x="96" y="36"/>
                    <a:pt x="96" y="36"/>
                  </a:cubicBezTo>
                  <a:cubicBezTo>
                    <a:pt x="96" y="36"/>
                    <a:pt x="101" y="28"/>
                    <a:pt x="95" y="22"/>
                  </a:cubicBezTo>
                  <a:cubicBezTo>
                    <a:pt x="88" y="14"/>
                    <a:pt x="70" y="23"/>
                    <a:pt x="70" y="23"/>
                  </a:cubicBezTo>
                  <a:cubicBezTo>
                    <a:pt x="63" y="25"/>
                    <a:pt x="65" y="22"/>
                    <a:pt x="66" y="16"/>
                  </a:cubicBezTo>
                  <a:cubicBezTo>
                    <a:pt x="66" y="10"/>
                    <a:pt x="64" y="0"/>
                    <a:pt x="45" y="6"/>
                  </a:cubicBezTo>
                  <a:cubicBezTo>
                    <a:pt x="27" y="12"/>
                    <a:pt x="11" y="34"/>
                    <a:pt x="11" y="34"/>
                  </a:cubicBezTo>
                  <a:cubicBezTo>
                    <a:pt x="0" y="49"/>
                    <a:pt x="2" y="60"/>
                    <a:pt x="2" y="60"/>
                  </a:cubicBezTo>
                  <a:cubicBezTo>
                    <a:pt x="5" y="85"/>
                    <a:pt x="31" y="91"/>
                    <a:pt x="51" y="93"/>
                  </a:cubicBezTo>
                  <a:cubicBezTo>
                    <a:pt x="73" y="95"/>
                    <a:pt x="102" y="86"/>
                    <a:pt x="111" y="67"/>
                  </a:cubicBezTo>
                  <a:cubicBezTo>
                    <a:pt x="120" y="48"/>
                    <a:pt x="104" y="41"/>
                    <a:pt x="99" y="40"/>
                  </a:cubicBezTo>
                  <a:close/>
                  <a:moveTo>
                    <a:pt x="53" y="86"/>
                  </a:moveTo>
                  <a:cubicBezTo>
                    <a:pt x="32" y="87"/>
                    <a:pt x="14" y="76"/>
                    <a:pt x="14" y="62"/>
                  </a:cubicBezTo>
                  <a:cubicBezTo>
                    <a:pt x="14" y="48"/>
                    <a:pt x="32" y="36"/>
                    <a:pt x="53" y="35"/>
                  </a:cubicBezTo>
                  <a:cubicBezTo>
                    <a:pt x="74" y="34"/>
                    <a:pt x="92" y="43"/>
                    <a:pt x="92" y="57"/>
                  </a:cubicBezTo>
                  <a:cubicBezTo>
                    <a:pt x="92" y="72"/>
                    <a:pt x="74" y="85"/>
                    <a:pt x="53" y="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8" name="Freeform 24"/>
            <p:cNvSpPr>
              <a:spLocks noEditPoints="1"/>
            </p:cNvSpPr>
            <p:nvPr/>
          </p:nvSpPr>
          <p:spPr bwMode="auto">
            <a:xfrm>
              <a:off x="2817813" y="927100"/>
              <a:ext cx="336550" cy="301625"/>
            </a:xfrm>
            <a:custGeom>
              <a:avLst/>
              <a:gdLst>
                <a:gd name="T0" fmla="*/ 22 w 47"/>
                <a:gd name="T1" fmla="*/ 3 h 42"/>
                <a:gd name="T2" fmla="*/ 3 w 47"/>
                <a:gd name="T3" fmla="*/ 25 h 42"/>
                <a:gd name="T4" fmla="*/ 9 w 47"/>
                <a:gd name="T5" fmla="*/ 35 h 42"/>
                <a:gd name="T6" fmla="*/ 41 w 47"/>
                <a:gd name="T7" fmla="*/ 29 h 42"/>
                <a:gd name="T8" fmla="*/ 22 w 47"/>
                <a:gd name="T9" fmla="*/ 3 h 42"/>
                <a:gd name="T10" fmla="*/ 16 w 47"/>
                <a:gd name="T11" fmla="*/ 31 h 42"/>
                <a:gd name="T12" fmla="*/ 9 w 47"/>
                <a:gd name="T13" fmla="*/ 26 h 42"/>
                <a:gd name="T14" fmla="*/ 16 w 47"/>
                <a:gd name="T15" fmla="*/ 19 h 42"/>
                <a:gd name="T16" fmla="*/ 24 w 47"/>
                <a:gd name="T17" fmla="*/ 24 h 42"/>
                <a:gd name="T18" fmla="*/ 16 w 47"/>
                <a:gd name="T19" fmla="*/ 31 h 42"/>
                <a:gd name="T20" fmla="*/ 29 w 47"/>
                <a:gd name="T21" fmla="*/ 20 h 42"/>
                <a:gd name="T22" fmla="*/ 25 w 47"/>
                <a:gd name="T23" fmla="*/ 20 h 42"/>
                <a:gd name="T24" fmla="*/ 26 w 47"/>
                <a:gd name="T25" fmla="*/ 16 h 42"/>
                <a:gd name="T26" fmla="*/ 30 w 47"/>
                <a:gd name="T27" fmla="*/ 16 h 42"/>
                <a:gd name="T28" fmla="*/ 29 w 47"/>
                <a:gd name="T29" fmla="*/ 2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7" h="42">
                  <a:moveTo>
                    <a:pt x="22" y="3"/>
                  </a:moveTo>
                  <a:cubicBezTo>
                    <a:pt x="0" y="5"/>
                    <a:pt x="3" y="25"/>
                    <a:pt x="3" y="25"/>
                  </a:cubicBezTo>
                  <a:cubicBezTo>
                    <a:pt x="3" y="25"/>
                    <a:pt x="3" y="32"/>
                    <a:pt x="9" y="35"/>
                  </a:cubicBezTo>
                  <a:cubicBezTo>
                    <a:pt x="21" y="42"/>
                    <a:pt x="34" y="38"/>
                    <a:pt x="41" y="29"/>
                  </a:cubicBezTo>
                  <a:cubicBezTo>
                    <a:pt x="47" y="21"/>
                    <a:pt x="43" y="0"/>
                    <a:pt x="22" y="3"/>
                  </a:cubicBezTo>
                  <a:close/>
                  <a:moveTo>
                    <a:pt x="16" y="31"/>
                  </a:moveTo>
                  <a:cubicBezTo>
                    <a:pt x="12" y="31"/>
                    <a:pt x="9" y="29"/>
                    <a:pt x="9" y="26"/>
                  </a:cubicBezTo>
                  <a:cubicBezTo>
                    <a:pt x="9" y="22"/>
                    <a:pt x="12" y="19"/>
                    <a:pt x="16" y="19"/>
                  </a:cubicBezTo>
                  <a:cubicBezTo>
                    <a:pt x="21" y="18"/>
                    <a:pt x="24" y="21"/>
                    <a:pt x="24" y="24"/>
                  </a:cubicBezTo>
                  <a:cubicBezTo>
                    <a:pt x="24" y="27"/>
                    <a:pt x="20" y="31"/>
                    <a:pt x="16" y="31"/>
                  </a:cubicBezTo>
                  <a:close/>
                  <a:moveTo>
                    <a:pt x="29" y="20"/>
                  </a:moveTo>
                  <a:cubicBezTo>
                    <a:pt x="28" y="21"/>
                    <a:pt x="26" y="21"/>
                    <a:pt x="25" y="20"/>
                  </a:cubicBezTo>
                  <a:cubicBezTo>
                    <a:pt x="25" y="19"/>
                    <a:pt x="25" y="17"/>
                    <a:pt x="26" y="16"/>
                  </a:cubicBezTo>
                  <a:cubicBezTo>
                    <a:pt x="28" y="15"/>
                    <a:pt x="29" y="15"/>
                    <a:pt x="30" y="16"/>
                  </a:cubicBezTo>
                  <a:cubicBezTo>
                    <a:pt x="31" y="17"/>
                    <a:pt x="30" y="19"/>
                    <a:pt x="29"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9" name="Freeform 25"/>
            <p:cNvSpPr>
              <a:spLocks/>
            </p:cNvSpPr>
            <p:nvPr/>
          </p:nvSpPr>
          <p:spPr bwMode="auto">
            <a:xfrm>
              <a:off x="3268663" y="654050"/>
              <a:ext cx="179387" cy="193675"/>
            </a:xfrm>
            <a:custGeom>
              <a:avLst/>
              <a:gdLst>
                <a:gd name="T0" fmla="*/ 19 w 25"/>
                <a:gd name="T1" fmla="*/ 27 h 27"/>
                <a:gd name="T2" fmla="*/ 23 w 25"/>
                <a:gd name="T3" fmla="*/ 24 h 27"/>
                <a:gd name="T4" fmla="*/ 23 w 25"/>
                <a:gd name="T5" fmla="*/ 24 h 27"/>
                <a:gd name="T6" fmla="*/ 3 w 25"/>
                <a:gd name="T7" fmla="*/ 4 h 27"/>
                <a:gd name="T8" fmla="*/ 0 w 25"/>
                <a:gd name="T9" fmla="*/ 8 h 27"/>
                <a:gd name="T10" fmla="*/ 3 w 25"/>
                <a:gd name="T11" fmla="*/ 11 h 27"/>
                <a:gd name="T12" fmla="*/ 16 w 25"/>
                <a:gd name="T13" fmla="*/ 23 h 27"/>
                <a:gd name="T14" fmla="*/ 19 w 25"/>
                <a:gd name="T15" fmla="*/ 27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27">
                  <a:moveTo>
                    <a:pt x="19" y="27"/>
                  </a:moveTo>
                  <a:cubicBezTo>
                    <a:pt x="21" y="27"/>
                    <a:pt x="22" y="26"/>
                    <a:pt x="23" y="24"/>
                  </a:cubicBezTo>
                  <a:cubicBezTo>
                    <a:pt x="23" y="24"/>
                    <a:pt x="23" y="24"/>
                    <a:pt x="23" y="24"/>
                  </a:cubicBezTo>
                  <a:cubicBezTo>
                    <a:pt x="25" y="0"/>
                    <a:pt x="3" y="4"/>
                    <a:pt x="3" y="4"/>
                  </a:cubicBezTo>
                  <a:cubicBezTo>
                    <a:pt x="1" y="4"/>
                    <a:pt x="0" y="6"/>
                    <a:pt x="0" y="8"/>
                  </a:cubicBezTo>
                  <a:cubicBezTo>
                    <a:pt x="0" y="10"/>
                    <a:pt x="1" y="11"/>
                    <a:pt x="3" y="11"/>
                  </a:cubicBezTo>
                  <a:cubicBezTo>
                    <a:pt x="19" y="8"/>
                    <a:pt x="16" y="23"/>
                    <a:pt x="16" y="23"/>
                  </a:cubicBezTo>
                  <a:cubicBezTo>
                    <a:pt x="16" y="25"/>
                    <a:pt x="17" y="27"/>
                    <a:pt x="19"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0" name="Freeform 26"/>
            <p:cNvSpPr>
              <a:spLocks/>
            </p:cNvSpPr>
            <p:nvPr/>
          </p:nvSpPr>
          <p:spPr bwMode="auto">
            <a:xfrm>
              <a:off x="3233738" y="539750"/>
              <a:ext cx="387350" cy="358775"/>
            </a:xfrm>
            <a:custGeom>
              <a:avLst/>
              <a:gdLst>
                <a:gd name="T0" fmla="*/ 22 w 54"/>
                <a:gd name="T1" fmla="*/ 2 h 50"/>
                <a:gd name="T2" fmla="*/ 4 w 54"/>
                <a:gd name="T3" fmla="*/ 2 h 50"/>
                <a:gd name="T4" fmla="*/ 3 w 54"/>
                <a:gd name="T5" fmla="*/ 2 h 50"/>
                <a:gd name="T6" fmla="*/ 3 w 54"/>
                <a:gd name="T7" fmla="*/ 2 h 50"/>
                <a:gd name="T8" fmla="*/ 0 w 54"/>
                <a:gd name="T9" fmla="*/ 7 h 50"/>
                <a:gd name="T10" fmla="*/ 5 w 54"/>
                <a:gd name="T11" fmla="*/ 12 h 50"/>
                <a:gd name="T12" fmla="*/ 9 w 54"/>
                <a:gd name="T13" fmla="*/ 11 h 50"/>
                <a:gd name="T14" fmla="*/ 35 w 54"/>
                <a:gd name="T15" fmla="*/ 24 h 50"/>
                <a:gd name="T16" fmla="*/ 36 w 54"/>
                <a:gd name="T17" fmla="*/ 41 h 50"/>
                <a:gd name="T18" fmla="*/ 35 w 54"/>
                <a:gd name="T19" fmla="*/ 46 h 50"/>
                <a:gd name="T20" fmla="*/ 40 w 54"/>
                <a:gd name="T21" fmla="*/ 50 h 50"/>
                <a:gd name="T22" fmla="*/ 45 w 54"/>
                <a:gd name="T23" fmla="*/ 46 h 50"/>
                <a:gd name="T24" fmla="*/ 45 w 54"/>
                <a:gd name="T25" fmla="*/ 46 h 50"/>
                <a:gd name="T26" fmla="*/ 22 w 54"/>
                <a:gd name="T27"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 h="50">
                  <a:moveTo>
                    <a:pt x="22" y="2"/>
                  </a:moveTo>
                  <a:cubicBezTo>
                    <a:pt x="14" y="0"/>
                    <a:pt x="6" y="1"/>
                    <a:pt x="4" y="2"/>
                  </a:cubicBezTo>
                  <a:cubicBezTo>
                    <a:pt x="4" y="2"/>
                    <a:pt x="4" y="2"/>
                    <a:pt x="3" y="2"/>
                  </a:cubicBezTo>
                  <a:cubicBezTo>
                    <a:pt x="3" y="2"/>
                    <a:pt x="3" y="2"/>
                    <a:pt x="3" y="2"/>
                  </a:cubicBezTo>
                  <a:cubicBezTo>
                    <a:pt x="1" y="3"/>
                    <a:pt x="0" y="5"/>
                    <a:pt x="0" y="7"/>
                  </a:cubicBezTo>
                  <a:cubicBezTo>
                    <a:pt x="0" y="10"/>
                    <a:pt x="2" y="12"/>
                    <a:pt x="5" y="12"/>
                  </a:cubicBezTo>
                  <a:cubicBezTo>
                    <a:pt x="5" y="12"/>
                    <a:pt x="7" y="12"/>
                    <a:pt x="9" y="11"/>
                  </a:cubicBezTo>
                  <a:cubicBezTo>
                    <a:pt x="11" y="10"/>
                    <a:pt x="27" y="11"/>
                    <a:pt x="35" y="24"/>
                  </a:cubicBezTo>
                  <a:cubicBezTo>
                    <a:pt x="39" y="33"/>
                    <a:pt x="37" y="40"/>
                    <a:pt x="36" y="41"/>
                  </a:cubicBezTo>
                  <a:cubicBezTo>
                    <a:pt x="36" y="41"/>
                    <a:pt x="35" y="43"/>
                    <a:pt x="35" y="46"/>
                  </a:cubicBezTo>
                  <a:cubicBezTo>
                    <a:pt x="35" y="49"/>
                    <a:pt x="38" y="50"/>
                    <a:pt x="40" y="50"/>
                  </a:cubicBezTo>
                  <a:cubicBezTo>
                    <a:pt x="43" y="50"/>
                    <a:pt x="45" y="50"/>
                    <a:pt x="45" y="46"/>
                  </a:cubicBezTo>
                  <a:cubicBezTo>
                    <a:pt x="45" y="46"/>
                    <a:pt x="45" y="46"/>
                    <a:pt x="45" y="46"/>
                  </a:cubicBezTo>
                  <a:cubicBezTo>
                    <a:pt x="54" y="18"/>
                    <a:pt x="35" y="5"/>
                    <a:pt x="2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01" name="组合 900"/>
          <p:cNvGrpSpPr/>
          <p:nvPr/>
        </p:nvGrpSpPr>
        <p:grpSpPr>
          <a:xfrm>
            <a:off x="5458631" y="5827064"/>
            <a:ext cx="410919" cy="361450"/>
            <a:chOff x="568325" y="503238"/>
            <a:chExt cx="989013" cy="869950"/>
          </a:xfrm>
          <a:solidFill>
            <a:srgbClr val="707E84"/>
          </a:solidFill>
        </p:grpSpPr>
        <p:sp>
          <p:nvSpPr>
            <p:cNvPr id="902" name="Oval 27"/>
            <p:cNvSpPr>
              <a:spLocks noChangeArrowheads="1"/>
            </p:cNvSpPr>
            <p:nvPr/>
          </p:nvSpPr>
          <p:spPr bwMode="auto">
            <a:xfrm>
              <a:off x="654050" y="560388"/>
              <a:ext cx="171450" cy="1587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3" name="Freeform 28"/>
            <p:cNvSpPr>
              <a:spLocks/>
            </p:cNvSpPr>
            <p:nvPr/>
          </p:nvSpPr>
          <p:spPr bwMode="auto">
            <a:xfrm>
              <a:off x="568325" y="755650"/>
              <a:ext cx="271462" cy="523875"/>
            </a:xfrm>
            <a:custGeom>
              <a:avLst/>
              <a:gdLst>
                <a:gd name="T0" fmla="*/ 14 w 38"/>
                <a:gd name="T1" fmla="*/ 0 h 73"/>
                <a:gd name="T2" fmla="*/ 6 w 38"/>
                <a:gd name="T3" fmla="*/ 11 h 73"/>
                <a:gd name="T4" fmla="*/ 20 w 38"/>
                <a:gd name="T5" fmla="*/ 20 h 73"/>
                <a:gd name="T6" fmla="*/ 25 w 38"/>
                <a:gd name="T7" fmla="*/ 34 h 73"/>
                <a:gd name="T8" fmla="*/ 0 w 38"/>
                <a:gd name="T9" fmla="*/ 61 h 73"/>
                <a:gd name="T10" fmla="*/ 19 w 38"/>
                <a:gd name="T11" fmla="*/ 73 h 73"/>
                <a:gd name="T12" fmla="*/ 34 w 38"/>
                <a:gd name="T13" fmla="*/ 39 h 73"/>
                <a:gd name="T14" fmla="*/ 33 w 38"/>
                <a:gd name="T15" fmla="*/ 15 h 73"/>
                <a:gd name="T16" fmla="*/ 14 w 38"/>
                <a:gd name="T1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3">
                  <a:moveTo>
                    <a:pt x="14" y="0"/>
                  </a:moveTo>
                  <a:cubicBezTo>
                    <a:pt x="6" y="11"/>
                    <a:pt x="6" y="11"/>
                    <a:pt x="6" y="11"/>
                  </a:cubicBezTo>
                  <a:cubicBezTo>
                    <a:pt x="20" y="20"/>
                    <a:pt x="20" y="20"/>
                    <a:pt x="20" y="20"/>
                  </a:cubicBezTo>
                  <a:cubicBezTo>
                    <a:pt x="20" y="20"/>
                    <a:pt x="30" y="25"/>
                    <a:pt x="25" y="34"/>
                  </a:cubicBezTo>
                  <a:cubicBezTo>
                    <a:pt x="21" y="43"/>
                    <a:pt x="0" y="61"/>
                    <a:pt x="0" y="61"/>
                  </a:cubicBezTo>
                  <a:cubicBezTo>
                    <a:pt x="19" y="73"/>
                    <a:pt x="19" y="73"/>
                    <a:pt x="19" y="73"/>
                  </a:cubicBezTo>
                  <a:cubicBezTo>
                    <a:pt x="32" y="45"/>
                    <a:pt x="31" y="49"/>
                    <a:pt x="34" y="39"/>
                  </a:cubicBezTo>
                  <a:cubicBezTo>
                    <a:pt x="37" y="29"/>
                    <a:pt x="38" y="21"/>
                    <a:pt x="33" y="15"/>
                  </a:cubicBezTo>
                  <a:cubicBezTo>
                    <a:pt x="25" y="8"/>
                    <a:pt x="25" y="7"/>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4" name="Freeform 29"/>
            <p:cNvSpPr>
              <a:spLocks/>
            </p:cNvSpPr>
            <p:nvPr/>
          </p:nvSpPr>
          <p:spPr bwMode="auto">
            <a:xfrm>
              <a:off x="782638" y="503238"/>
              <a:ext cx="774700" cy="869950"/>
            </a:xfrm>
            <a:custGeom>
              <a:avLst/>
              <a:gdLst>
                <a:gd name="T0" fmla="*/ 104 w 108"/>
                <a:gd name="T1" fmla="*/ 31 h 121"/>
                <a:gd name="T2" fmla="*/ 31 w 108"/>
                <a:gd name="T3" fmla="*/ 20 h 121"/>
                <a:gd name="T4" fmla="*/ 36 w 108"/>
                <a:gd name="T5" fmla="*/ 11 h 121"/>
                <a:gd name="T6" fmla="*/ 19 w 108"/>
                <a:gd name="T7" fmla="*/ 6 h 121"/>
                <a:gd name="T8" fmla="*/ 0 w 108"/>
                <a:gd name="T9" fmla="*/ 39 h 121"/>
                <a:gd name="T10" fmla="*/ 11 w 108"/>
                <a:gd name="T11" fmla="*/ 46 h 121"/>
                <a:gd name="T12" fmla="*/ 20 w 108"/>
                <a:gd name="T13" fmla="*/ 36 h 121"/>
                <a:gd name="T14" fmla="*/ 28 w 108"/>
                <a:gd name="T15" fmla="*/ 32 h 121"/>
                <a:gd name="T16" fmla="*/ 15 w 108"/>
                <a:gd name="T17" fmla="*/ 52 h 121"/>
                <a:gd name="T18" fmla="*/ 22 w 108"/>
                <a:gd name="T19" fmla="*/ 58 h 121"/>
                <a:gd name="T20" fmla="*/ 32 w 108"/>
                <a:gd name="T21" fmla="*/ 48 h 121"/>
                <a:gd name="T22" fmla="*/ 39 w 108"/>
                <a:gd name="T23" fmla="*/ 48 h 121"/>
                <a:gd name="T24" fmla="*/ 39 w 108"/>
                <a:gd name="T25" fmla="*/ 58 h 121"/>
                <a:gd name="T26" fmla="*/ 15 w 108"/>
                <a:gd name="T27" fmla="*/ 58 h 121"/>
                <a:gd name="T28" fmla="*/ 15 w 108"/>
                <a:gd name="T29" fmla="*/ 67 h 121"/>
                <a:gd name="T30" fmla="*/ 39 w 108"/>
                <a:gd name="T31" fmla="*/ 67 h 121"/>
                <a:gd name="T32" fmla="*/ 39 w 108"/>
                <a:gd name="T33" fmla="*/ 87 h 121"/>
                <a:gd name="T34" fmla="*/ 38 w 108"/>
                <a:gd name="T35" fmla="*/ 87 h 121"/>
                <a:gd name="T36" fmla="*/ 29 w 108"/>
                <a:gd name="T37" fmla="*/ 84 h 121"/>
                <a:gd name="T38" fmla="*/ 29 w 108"/>
                <a:gd name="T39" fmla="*/ 71 h 121"/>
                <a:gd name="T40" fmla="*/ 12 w 108"/>
                <a:gd name="T41" fmla="*/ 71 h 121"/>
                <a:gd name="T42" fmla="*/ 12 w 108"/>
                <a:gd name="T43" fmla="*/ 72 h 121"/>
                <a:gd name="T44" fmla="*/ 29 w 108"/>
                <a:gd name="T45" fmla="*/ 98 h 121"/>
                <a:gd name="T46" fmla="*/ 70 w 108"/>
                <a:gd name="T47" fmla="*/ 87 h 121"/>
                <a:gd name="T48" fmla="*/ 72 w 108"/>
                <a:gd name="T49" fmla="*/ 96 h 121"/>
                <a:gd name="T50" fmla="*/ 86 w 108"/>
                <a:gd name="T51" fmla="*/ 91 h 121"/>
                <a:gd name="T52" fmla="*/ 76 w 108"/>
                <a:gd name="T53" fmla="*/ 68 h 121"/>
                <a:gd name="T54" fmla="*/ 65 w 108"/>
                <a:gd name="T55" fmla="*/ 72 h 121"/>
                <a:gd name="T56" fmla="*/ 68 w 108"/>
                <a:gd name="T57" fmla="*/ 79 h 121"/>
                <a:gd name="T58" fmla="*/ 58 w 108"/>
                <a:gd name="T59" fmla="*/ 84 h 121"/>
                <a:gd name="T60" fmla="*/ 58 w 108"/>
                <a:gd name="T61" fmla="*/ 67 h 121"/>
                <a:gd name="T62" fmla="*/ 81 w 108"/>
                <a:gd name="T63" fmla="*/ 67 h 121"/>
                <a:gd name="T64" fmla="*/ 81 w 108"/>
                <a:gd name="T65" fmla="*/ 58 h 121"/>
                <a:gd name="T66" fmla="*/ 58 w 108"/>
                <a:gd name="T67" fmla="*/ 58 h 121"/>
                <a:gd name="T68" fmla="*/ 58 w 108"/>
                <a:gd name="T69" fmla="*/ 48 h 121"/>
                <a:gd name="T70" fmla="*/ 81 w 108"/>
                <a:gd name="T71" fmla="*/ 48 h 121"/>
                <a:gd name="T72" fmla="*/ 81 w 108"/>
                <a:gd name="T73" fmla="*/ 39 h 121"/>
                <a:gd name="T74" fmla="*/ 40 w 108"/>
                <a:gd name="T75" fmla="*/ 39 h 121"/>
                <a:gd name="T76" fmla="*/ 46 w 108"/>
                <a:gd name="T77" fmla="*/ 30 h 121"/>
                <a:gd name="T78" fmla="*/ 39 w 108"/>
                <a:gd name="T79" fmla="*/ 28 h 121"/>
                <a:gd name="T80" fmla="*/ 87 w 108"/>
                <a:gd name="T81" fmla="*/ 37 h 121"/>
                <a:gd name="T82" fmla="*/ 87 w 108"/>
                <a:gd name="T83" fmla="*/ 85 h 121"/>
                <a:gd name="T84" fmla="*/ 70 w 108"/>
                <a:gd name="T85" fmla="*/ 101 h 121"/>
                <a:gd name="T86" fmla="*/ 59 w 108"/>
                <a:gd name="T87" fmla="*/ 98 h 121"/>
                <a:gd name="T88" fmla="*/ 57 w 108"/>
                <a:gd name="T89" fmla="*/ 108 h 121"/>
                <a:gd name="T90" fmla="*/ 105 w 108"/>
                <a:gd name="T91" fmla="*/ 87 h 121"/>
                <a:gd name="T92" fmla="*/ 104 w 108"/>
                <a:gd name="T93" fmla="*/ 3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8" h="121">
                  <a:moveTo>
                    <a:pt x="104" y="31"/>
                  </a:moveTo>
                  <a:cubicBezTo>
                    <a:pt x="104" y="31"/>
                    <a:pt x="100" y="0"/>
                    <a:pt x="31" y="20"/>
                  </a:cubicBezTo>
                  <a:cubicBezTo>
                    <a:pt x="34" y="14"/>
                    <a:pt x="36" y="11"/>
                    <a:pt x="36" y="11"/>
                  </a:cubicBezTo>
                  <a:cubicBezTo>
                    <a:pt x="19" y="6"/>
                    <a:pt x="19" y="6"/>
                    <a:pt x="19" y="6"/>
                  </a:cubicBezTo>
                  <a:cubicBezTo>
                    <a:pt x="19" y="6"/>
                    <a:pt x="12" y="29"/>
                    <a:pt x="0" y="39"/>
                  </a:cubicBezTo>
                  <a:cubicBezTo>
                    <a:pt x="0" y="39"/>
                    <a:pt x="11" y="46"/>
                    <a:pt x="11" y="46"/>
                  </a:cubicBezTo>
                  <a:cubicBezTo>
                    <a:pt x="15" y="43"/>
                    <a:pt x="18" y="39"/>
                    <a:pt x="20" y="36"/>
                  </a:cubicBezTo>
                  <a:cubicBezTo>
                    <a:pt x="23" y="35"/>
                    <a:pt x="26" y="33"/>
                    <a:pt x="28" y="32"/>
                  </a:cubicBezTo>
                  <a:cubicBezTo>
                    <a:pt x="25" y="38"/>
                    <a:pt x="20" y="47"/>
                    <a:pt x="15" y="52"/>
                  </a:cubicBezTo>
                  <a:cubicBezTo>
                    <a:pt x="22" y="58"/>
                    <a:pt x="22" y="58"/>
                    <a:pt x="22" y="58"/>
                  </a:cubicBezTo>
                  <a:cubicBezTo>
                    <a:pt x="22" y="58"/>
                    <a:pt x="27" y="54"/>
                    <a:pt x="32" y="48"/>
                  </a:cubicBezTo>
                  <a:cubicBezTo>
                    <a:pt x="39" y="48"/>
                    <a:pt x="39" y="48"/>
                    <a:pt x="39" y="48"/>
                  </a:cubicBezTo>
                  <a:cubicBezTo>
                    <a:pt x="39" y="58"/>
                    <a:pt x="39" y="58"/>
                    <a:pt x="39" y="58"/>
                  </a:cubicBezTo>
                  <a:cubicBezTo>
                    <a:pt x="15" y="58"/>
                    <a:pt x="15" y="58"/>
                    <a:pt x="15" y="58"/>
                  </a:cubicBezTo>
                  <a:cubicBezTo>
                    <a:pt x="15" y="67"/>
                    <a:pt x="15" y="67"/>
                    <a:pt x="15" y="67"/>
                  </a:cubicBezTo>
                  <a:cubicBezTo>
                    <a:pt x="39" y="67"/>
                    <a:pt x="39" y="67"/>
                    <a:pt x="39" y="67"/>
                  </a:cubicBezTo>
                  <a:cubicBezTo>
                    <a:pt x="39" y="87"/>
                    <a:pt x="39" y="87"/>
                    <a:pt x="39" y="87"/>
                  </a:cubicBezTo>
                  <a:cubicBezTo>
                    <a:pt x="38" y="87"/>
                    <a:pt x="38" y="87"/>
                    <a:pt x="38" y="87"/>
                  </a:cubicBezTo>
                  <a:cubicBezTo>
                    <a:pt x="35" y="87"/>
                    <a:pt x="31" y="86"/>
                    <a:pt x="29" y="84"/>
                  </a:cubicBezTo>
                  <a:cubicBezTo>
                    <a:pt x="27" y="81"/>
                    <a:pt x="29" y="75"/>
                    <a:pt x="29" y="71"/>
                  </a:cubicBezTo>
                  <a:cubicBezTo>
                    <a:pt x="12" y="71"/>
                    <a:pt x="12" y="71"/>
                    <a:pt x="12" y="71"/>
                  </a:cubicBezTo>
                  <a:cubicBezTo>
                    <a:pt x="12" y="72"/>
                    <a:pt x="12" y="72"/>
                    <a:pt x="12" y="72"/>
                  </a:cubicBezTo>
                  <a:cubicBezTo>
                    <a:pt x="12" y="72"/>
                    <a:pt x="6" y="99"/>
                    <a:pt x="29" y="98"/>
                  </a:cubicBezTo>
                  <a:cubicBezTo>
                    <a:pt x="51" y="99"/>
                    <a:pt x="64" y="92"/>
                    <a:pt x="70" y="87"/>
                  </a:cubicBezTo>
                  <a:cubicBezTo>
                    <a:pt x="72" y="96"/>
                    <a:pt x="72" y="96"/>
                    <a:pt x="72" y="96"/>
                  </a:cubicBezTo>
                  <a:cubicBezTo>
                    <a:pt x="86" y="91"/>
                    <a:pt x="86" y="91"/>
                    <a:pt x="86" y="91"/>
                  </a:cubicBezTo>
                  <a:cubicBezTo>
                    <a:pt x="76" y="68"/>
                    <a:pt x="76" y="68"/>
                    <a:pt x="76" y="68"/>
                  </a:cubicBezTo>
                  <a:cubicBezTo>
                    <a:pt x="65" y="72"/>
                    <a:pt x="65" y="72"/>
                    <a:pt x="65" y="72"/>
                  </a:cubicBezTo>
                  <a:cubicBezTo>
                    <a:pt x="68" y="79"/>
                    <a:pt x="68" y="79"/>
                    <a:pt x="68" y="79"/>
                  </a:cubicBezTo>
                  <a:cubicBezTo>
                    <a:pt x="65" y="82"/>
                    <a:pt x="61" y="83"/>
                    <a:pt x="58" y="84"/>
                  </a:cubicBezTo>
                  <a:cubicBezTo>
                    <a:pt x="58" y="67"/>
                    <a:pt x="58" y="67"/>
                    <a:pt x="58" y="67"/>
                  </a:cubicBezTo>
                  <a:cubicBezTo>
                    <a:pt x="81" y="67"/>
                    <a:pt x="81" y="67"/>
                    <a:pt x="81" y="67"/>
                  </a:cubicBezTo>
                  <a:cubicBezTo>
                    <a:pt x="81" y="58"/>
                    <a:pt x="81" y="58"/>
                    <a:pt x="81" y="58"/>
                  </a:cubicBezTo>
                  <a:cubicBezTo>
                    <a:pt x="58" y="58"/>
                    <a:pt x="58" y="58"/>
                    <a:pt x="58" y="58"/>
                  </a:cubicBezTo>
                  <a:cubicBezTo>
                    <a:pt x="58" y="48"/>
                    <a:pt x="58" y="48"/>
                    <a:pt x="58" y="48"/>
                  </a:cubicBezTo>
                  <a:cubicBezTo>
                    <a:pt x="81" y="48"/>
                    <a:pt x="81" y="48"/>
                    <a:pt x="81" y="48"/>
                  </a:cubicBezTo>
                  <a:cubicBezTo>
                    <a:pt x="81" y="39"/>
                    <a:pt x="81" y="39"/>
                    <a:pt x="81" y="39"/>
                  </a:cubicBezTo>
                  <a:cubicBezTo>
                    <a:pt x="40" y="39"/>
                    <a:pt x="40" y="39"/>
                    <a:pt x="40" y="39"/>
                  </a:cubicBezTo>
                  <a:cubicBezTo>
                    <a:pt x="43" y="36"/>
                    <a:pt x="45" y="33"/>
                    <a:pt x="46" y="30"/>
                  </a:cubicBezTo>
                  <a:cubicBezTo>
                    <a:pt x="39" y="28"/>
                    <a:pt x="39" y="28"/>
                    <a:pt x="39" y="28"/>
                  </a:cubicBezTo>
                  <a:cubicBezTo>
                    <a:pt x="70" y="17"/>
                    <a:pt x="87" y="19"/>
                    <a:pt x="87" y="37"/>
                  </a:cubicBezTo>
                  <a:cubicBezTo>
                    <a:pt x="87" y="85"/>
                    <a:pt x="87" y="85"/>
                    <a:pt x="87" y="85"/>
                  </a:cubicBezTo>
                  <a:cubicBezTo>
                    <a:pt x="87" y="85"/>
                    <a:pt x="89" y="102"/>
                    <a:pt x="70" y="101"/>
                  </a:cubicBezTo>
                  <a:cubicBezTo>
                    <a:pt x="59" y="98"/>
                    <a:pt x="59" y="98"/>
                    <a:pt x="59" y="98"/>
                  </a:cubicBezTo>
                  <a:cubicBezTo>
                    <a:pt x="57" y="108"/>
                    <a:pt x="57" y="108"/>
                    <a:pt x="57" y="108"/>
                  </a:cubicBezTo>
                  <a:cubicBezTo>
                    <a:pt x="57" y="108"/>
                    <a:pt x="101" y="121"/>
                    <a:pt x="105" y="87"/>
                  </a:cubicBezTo>
                  <a:cubicBezTo>
                    <a:pt x="108" y="53"/>
                    <a:pt x="104" y="31"/>
                    <a:pt x="104"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905" name="Freeform 39"/>
          <p:cNvSpPr>
            <a:spLocks noEditPoints="1"/>
          </p:cNvSpPr>
          <p:nvPr/>
        </p:nvSpPr>
        <p:spPr bwMode="auto">
          <a:xfrm>
            <a:off x="5450180" y="5375800"/>
            <a:ext cx="342322" cy="304726"/>
          </a:xfrm>
          <a:custGeom>
            <a:avLst/>
            <a:gdLst>
              <a:gd name="T0" fmla="*/ 115 w 115"/>
              <a:gd name="T1" fmla="*/ 37 h 102"/>
              <a:gd name="T2" fmla="*/ 114 w 115"/>
              <a:gd name="T3" fmla="*/ 36 h 102"/>
              <a:gd name="T4" fmla="*/ 101 w 115"/>
              <a:gd name="T5" fmla="*/ 36 h 102"/>
              <a:gd name="T6" fmla="*/ 79 w 115"/>
              <a:gd name="T7" fmla="*/ 36 h 102"/>
              <a:gd name="T8" fmla="*/ 74 w 115"/>
              <a:gd name="T9" fmla="*/ 27 h 102"/>
              <a:gd name="T10" fmla="*/ 60 w 115"/>
              <a:gd name="T11" fmla="*/ 0 h 102"/>
              <a:gd name="T12" fmla="*/ 58 w 115"/>
              <a:gd name="T13" fmla="*/ 0 h 102"/>
              <a:gd name="T14" fmla="*/ 45 w 115"/>
              <a:gd name="T15" fmla="*/ 27 h 102"/>
              <a:gd name="T16" fmla="*/ 40 w 115"/>
              <a:gd name="T17" fmla="*/ 36 h 102"/>
              <a:gd name="T18" fmla="*/ 18 w 115"/>
              <a:gd name="T19" fmla="*/ 36 h 102"/>
              <a:gd name="T20" fmla="*/ 0 w 115"/>
              <a:gd name="T21" fmla="*/ 36 h 102"/>
              <a:gd name="T22" fmla="*/ 0 w 115"/>
              <a:gd name="T23" fmla="*/ 37 h 102"/>
              <a:gd name="T24" fmla="*/ 7 w 115"/>
              <a:gd name="T25" fmla="*/ 42 h 102"/>
              <a:gd name="T26" fmla="*/ 27 w 115"/>
              <a:gd name="T27" fmla="*/ 60 h 102"/>
              <a:gd name="T28" fmla="*/ 23 w 115"/>
              <a:gd name="T29" fmla="*/ 100 h 102"/>
              <a:gd name="T30" fmla="*/ 26 w 115"/>
              <a:gd name="T31" fmla="*/ 102 h 102"/>
              <a:gd name="T32" fmla="*/ 59 w 115"/>
              <a:gd name="T33" fmla="*/ 81 h 102"/>
              <a:gd name="T34" fmla="*/ 92 w 115"/>
              <a:gd name="T35" fmla="*/ 102 h 102"/>
              <a:gd name="T36" fmla="*/ 95 w 115"/>
              <a:gd name="T37" fmla="*/ 100 h 102"/>
              <a:gd name="T38" fmla="*/ 88 w 115"/>
              <a:gd name="T39" fmla="*/ 60 h 102"/>
              <a:gd name="T40" fmla="*/ 107 w 115"/>
              <a:gd name="T41" fmla="*/ 43 h 102"/>
              <a:gd name="T42" fmla="*/ 115 w 115"/>
              <a:gd name="T43" fmla="*/ 37 h 102"/>
              <a:gd name="T44" fmla="*/ 31 w 115"/>
              <a:gd name="T45" fmla="*/ 76 h 102"/>
              <a:gd name="T46" fmla="*/ 68 w 115"/>
              <a:gd name="T47" fmla="*/ 46 h 102"/>
              <a:gd name="T48" fmla="*/ 33 w 115"/>
              <a:gd name="T49" fmla="*/ 40 h 102"/>
              <a:gd name="T50" fmla="*/ 86 w 115"/>
              <a:gd name="T51" fmla="*/ 40 h 102"/>
              <a:gd name="T52" fmla="*/ 54 w 115"/>
              <a:gd name="T53" fmla="*/ 69 h 102"/>
              <a:gd name="T54" fmla="*/ 87 w 115"/>
              <a:gd name="T55" fmla="*/ 76 h 102"/>
              <a:gd name="T56" fmla="*/ 31 w 115"/>
              <a:gd name="T57" fmla="*/ 76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5" h="102">
                <a:moveTo>
                  <a:pt x="115" y="37"/>
                </a:moveTo>
                <a:cubicBezTo>
                  <a:pt x="115" y="36"/>
                  <a:pt x="115" y="36"/>
                  <a:pt x="114" y="36"/>
                </a:cubicBezTo>
                <a:cubicBezTo>
                  <a:pt x="101" y="36"/>
                  <a:pt x="101" y="36"/>
                  <a:pt x="101" y="36"/>
                </a:cubicBezTo>
                <a:cubicBezTo>
                  <a:pt x="79" y="36"/>
                  <a:pt x="79" y="36"/>
                  <a:pt x="79" y="36"/>
                </a:cubicBezTo>
                <a:cubicBezTo>
                  <a:pt x="74" y="27"/>
                  <a:pt x="74" y="27"/>
                  <a:pt x="74" y="27"/>
                </a:cubicBezTo>
                <a:cubicBezTo>
                  <a:pt x="60" y="0"/>
                  <a:pt x="60" y="0"/>
                  <a:pt x="60" y="0"/>
                </a:cubicBezTo>
                <a:cubicBezTo>
                  <a:pt x="59" y="0"/>
                  <a:pt x="59" y="0"/>
                  <a:pt x="58" y="0"/>
                </a:cubicBezTo>
                <a:cubicBezTo>
                  <a:pt x="45" y="27"/>
                  <a:pt x="45" y="27"/>
                  <a:pt x="45" y="27"/>
                </a:cubicBezTo>
                <a:cubicBezTo>
                  <a:pt x="40" y="36"/>
                  <a:pt x="40" y="36"/>
                  <a:pt x="40" y="36"/>
                </a:cubicBezTo>
                <a:cubicBezTo>
                  <a:pt x="18" y="36"/>
                  <a:pt x="18" y="36"/>
                  <a:pt x="18" y="36"/>
                </a:cubicBezTo>
                <a:cubicBezTo>
                  <a:pt x="0" y="36"/>
                  <a:pt x="0" y="36"/>
                  <a:pt x="0" y="36"/>
                </a:cubicBezTo>
                <a:cubicBezTo>
                  <a:pt x="0" y="37"/>
                  <a:pt x="0" y="37"/>
                  <a:pt x="0" y="37"/>
                </a:cubicBezTo>
                <a:cubicBezTo>
                  <a:pt x="7" y="42"/>
                  <a:pt x="7" y="42"/>
                  <a:pt x="7" y="42"/>
                </a:cubicBezTo>
                <a:cubicBezTo>
                  <a:pt x="27" y="60"/>
                  <a:pt x="27" y="60"/>
                  <a:pt x="27" y="60"/>
                </a:cubicBezTo>
                <a:cubicBezTo>
                  <a:pt x="23" y="100"/>
                  <a:pt x="23" y="100"/>
                  <a:pt x="23" y="100"/>
                </a:cubicBezTo>
                <a:cubicBezTo>
                  <a:pt x="23" y="102"/>
                  <a:pt x="23" y="102"/>
                  <a:pt x="26" y="102"/>
                </a:cubicBezTo>
                <a:cubicBezTo>
                  <a:pt x="59" y="81"/>
                  <a:pt x="59" y="81"/>
                  <a:pt x="59" y="81"/>
                </a:cubicBezTo>
                <a:cubicBezTo>
                  <a:pt x="92" y="102"/>
                  <a:pt x="92" y="102"/>
                  <a:pt x="92" y="102"/>
                </a:cubicBezTo>
                <a:cubicBezTo>
                  <a:pt x="93" y="102"/>
                  <a:pt x="93" y="102"/>
                  <a:pt x="95" y="100"/>
                </a:cubicBezTo>
                <a:cubicBezTo>
                  <a:pt x="88" y="60"/>
                  <a:pt x="88" y="60"/>
                  <a:pt x="88" y="60"/>
                </a:cubicBezTo>
                <a:cubicBezTo>
                  <a:pt x="107" y="43"/>
                  <a:pt x="107" y="43"/>
                  <a:pt x="107" y="43"/>
                </a:cubicBezTo>
                <a:lnTo>
                  <a:pt x="115" y="37"/>
                </a:lnTo>
                <a:close/>
                <a:moveTo>
                  <a:pt x="31" y="76"/>
                </a:moveTo>
                <a:cubicBezTo>
                  <a:pt x="68" y="46"/>
                  <a:pt x="68" y="46"/>
                  <a:pt x="68" y="46"/>
                </a:cubicBezTo>
                <a:cubicBezTo>
                  <a:pt x="33" y="40"/>
                  <a:pt x="33" y="40"/>
                  <a:pt x="33" y="40"/>
                </a:cubicBezTo>
                <a:cubicBezTo>
                  <a:pt x="86" y="40"/>
                  <a:pt x="86" y="40"/>
                  <a:pt x="86" y="40"/>
                </a:cubicBezTo>
                <a:cubicBezTo>
                  <a:pt x="54" y="69"/>
                  <a:pt x="54" y="69"/>
                  <a:pt x="54" y="69"/>
                </a:cubicBezTo>
                <a:cubicBezTo>
                  <a:pt x="87" y="76"/>
                  <a:pt x="87" y="76"/>
                  <a:pt x="87" y="76"/>
                </a:cubicBezTo>
                <a:lnTo>
                  <a:pt x="31" y="76"/>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906" name="组合 905"/>
          <p:cNvGrpSpPr/>
          <p:nvPr/>
        </p:nvGrpSpPr>
        <p:grpSpPr>
          <a:xfrm>
            <a:off x="4963653" y="5356342"/>
            <a:ext cx="345620" cy="343642"/>
            <a:chOff x="8901113" y="2671763"/>
            <a:chExt cx="831850" cy="827088"/>
          </a:xfrm>
          <a:solidFill>
            <a:srgbClr val="707E84"/>
          </a:solidFill>
        </p:grpSpPr>
        <p:sp>
          <p:nvSpPr>
            <p:cNvPr id="907" name="Freeform 40"/>
            <p:cNvSpPr>
              <a:spLocks/>
            </p:cNvSpPr>
            <p:nvPr/>
          </p:nvSpPr>
          <p:spPr bwMode="auto">
            <a:xfrm>
              <a:off x="9194800" y="2916239"/>
              <a:ext cx="65088" cy="93662"/>
            </a:xfrm>
            <a:custGeom>
              <a:avLst/>
              <a:gdLst>
                <a:gd name="T0" fmla="*/ 1 w 9"/>
                <a:gd name="T1" fmla="*/ 5 h 13"/>
                <a:gd name="T2" fmla="*/ 2 w 9"/>
                <a:gd name="T3" fmla="*/ 13 h 13"/>
                <a:gd name="T4" fmla="*/ 8 w 9"/>
                <a:gd name="T5" fmla="*/ 8 h 13"/>
                <a:gd name="T6" fmla="*/ 6 w 9"/>
                <a:gd name="T7" fmla="*/ 0 h 13"/>
                <a:gd name="T8" fmla="*/ 1 w 9"/>
                <a:gd name="T9" fmla="*/ 5 h 13"/>
              </a:gdLst>
              <a:ahLst/>
              <a:cxnLst>
                <a:cxn ang="0">
                  <a:pos x="T0" y="T1"/>
                </a:cxn>
                <a:cxn ang="0">
                  <a:pos x="T2" y="T3"/>
                </a:cxn>
                <a:cxn ang="0">
                  <a:pos x="T4" y="T5"/>
                </a:cxn>
                <a:cxn ang="0">
                  <a:pos x="T6" y="T7"/>
                </a:cxn>
                <a:cxn ang="0">
                  <a:pos x="T8" y="T9"/>
                </a:cxn>
              </a:cxnLst>
              <a:rect l="0" t="0" r="r" b="b"/>
              <a:pathLst>
                <a:path w="9" h="13">
                  <a:moveTo>
                    <a:pt x="1" y="5"/>
                  </a:moveTo>
                  <a:cubicBezTo>
                    <a:pt x="0" y="9"/>
                    <a:pt x="0" y="12"/>
                    <a:pt x="2" y="13"/>
                  </a:cubicBezTo>
                  <a:cubicBezTo>
                    <a:pt x="4" y="13"/>
                    <a:pt x="6" y="10"/>
                    <a:pt x="8" y="8"/>
                  </a:cubicBezTo>
                  <a:cubicBezTo>
                    <a:pt x="9" y="4"/>
                    <a:pt x="8" y="1"/>
                    <a:pt x="6" y="0"/>
                  </a:cubicBezTo>
                  <a:cubicBezTo>
                    <a:pt x="4" y="0"/>
                    <a:pt x="2" y="2"/>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8" name="Freeform 41"/>
            <p:cNvSpPr>
              <a:spLocks/>
            </p:cNvSpPr>
            <p:nvPr/>
          </p:nvSpPr>
          <p:spPr bwMode="auto">
            <a:xfrm>
              <a:off x="9294813" y="2959100"/>
              <a:ext cx="58736" cy="79375"/>
            </a:xfrm>
            <a:custGeom>
              <a:avLst/>
              <a:gdLst>
                <a:gd name="T0" fmla="*/ 5 w 8"/>
                <a:gd name="T1" fmla="*/ 0 h 11"/>
                <a:gd name="T2" fmla="*/ 1 w 8"/>
                <a:gd name="T3" fmla="*/ 4 h 11"/>
                <a:gd name="T4" fmla="*/ 3 w 8"/>
                <a:gd name="T5" fmla="*/ 11 h 11"/>
                <a:gd name="T6" fmla="*/ 7 w 8"/>
                <a:gd name="T7" fmla="*/ 7 h 11"/>
                <a:gd name="T8" fmla="*/ 5 w 8"/>
                <a:gd name="T9" fmla="*/ 0 h 11"/>
              </a:gdLst>
              <a:ahLst/>
              <a:cxnLst>
                <a:cxn ang="0">
                  <a:pos x="T0" y="T1"/>
                </a:cxn>
                <a:cxn ang="0">
                  <a:pos x="T2" y="T3"/>
                </a:cxn>
                <a:cxn ang="0">
                  <a:pos x="T4" y="T5"/>
                </a:cxn>
                <a:cxn ang="0">
                  <a:pos x="T6" y="T7"/>
                </a:cxn>
                <a:cxn ang="0">
                  <a:pos x="T8" y="T9"/>
                </a:cxn>
              </a:cxnLst>
              <a:rect l="0" t="0" r="r" b="b"/>
              <a:pathLst>
                <a:path w="8" h="11">
                  <a:moveTo>
                    <a:pt x="5" y="0"/>
                  </a:moveTo>
                  <a:cubicBezTo>
                    <a:pt x="4" y="0"/>
                    <a:pt x="3" y="2"/>
                    <a:pt x="1" y="4"/>
                  </a:cubicBezTo>
                  <a:cubicBezTo>
                    <a:pt x="0" y="7"/>
                    <a:pt x="1" y="9"/>
                    <a:pt x="3" y="11"/>
                  </a:cubicBezTo>
                  <a:cubicBezTo>
                    <a:pt x="4" y="11"/>
                    <a:pt x="5" y="9"/>
                    <a:pt x="7" y="7"/>
                  </a:cubicBezTo>
                  <a:cubicBezTo>
                    <a:pt x="8" y="4"/>
                    <a:pt x="8" y="0"/>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9" name="Freeform 42"/>
            <p:cNvSpPr>
              <a:spLocks noEditPoints="1"/>
            </p:cNvSpPr>
            <p:nvPr/>
          </p:nvSpPr>
          <p:spPr bwMode="auto">
            <a:xfrm>
              <a:off x="8901113" y="2671763"/>
              <a:ext cx="831850" cy="827088"/>
            </a:xfrm>
            <a:custGeom>
              <a:avLst/>
              <a:gdLst>
                <a:gd name="T0" fmla="*/ 93 w 116"/>
                <a:gd name="T1" fmla="*/ 43 h 115"/>
                <a:gd name="T2" fmla="*/ 75 w 116"/>
                <a:gd name="T3" fmla="*/ 34 h 115"/>
                <a:gd name="T4" fmla="*/ 72 w 116"/>
                <a:gd name="T5" fmla="*/ 17 h 115"/>
                <a:gd name="T6" fmla="*/ 58 w 116"/>
                <a:gd name="T7" fmla="*/ 4 h 115"/>
                <a:gd name="T8" fmla="*/ 36 w 116"/>
                <a:gd name="T9" fmla="*/ 21 h 115"/>
                <a:gd name="T10" fmla="*/ 23 w 116"/>
                <a:gd name="T11" fmla="*/ 21 h 115"/>
                <a:gd name="T12" fmla="*/ 2 w 116"/>
                <a:gd name="T13" fmla="*/ 23 h 115"/>
                <a:gd name="T14" fmla="*/ 15 w 116"/>
                <a:gd name="T15" fmla="*/ 59 h 115"/>
                <a:gd name="T16" fmla="*/ 11 w 116"/>
                <a:gd name="T17" fmla="*/ 91 h 115"/>
                <a:gd name="T18" fmla="*/ 29 w 116"/>
                <a:gd name="T19" fmla="*/ 100 h 115"/>
                <a:gd name="T20" fmla="*/ 43 w 116"/>
                <a:gd name="T21" fmla="*/ 90 h 115"/>
                <a:gd name="T22" fmla="*/ 58 w 116"/>
                <a:gd name="T23" fmla="*/ 103 h 115"/>
                <a:gd name="T24" fmla="*/ 77 w 116"/>
                <a:gd name="T25" fmla="*/ 99 h 115"/>
                <a:gd name="T26" fmla="*/ 77 w 116"/>
                <a:gd name="T27" fmla="*/ 74 h 115"/>
                <a:gd name="T28" fmla="*/ 99 w 116"/>
                <a:gd name="T29" fmla="*/ 61 h 115"/>
                <a:gd name="T30" fmla="*/ 93 w 116"/>
                <a:gd name="T31" fmla="*/ 43 h 115"/>
                <a:gd name="T32" fmla="*/ 21 w 116"/>
                <a:gd name="T33" fmla="*/ 53 h 115"/>
                <a:gd name="T34" fmla="*/ 17 w 116"/>
                <a:gd name="T35" fmla="*/ 48 h 115"/>
                <a:gd name="T36" fmla="*/ 21 w 116"/>
                <a:gd name="T37" fmla="*/ 44 h 115"/>
                <a:gd name="T38" fmla="*/ 25 w 116"/>
                <a:gd name="T39" fmla="*/ 48 h 115"/>
                <a:gd name="T40" fmla="*/ 21 w 116"/>
                <a:gd name="T41" fmla="*/ 53 h 115"/>
                <a:gd name="T42" fmla="*/ 26 w 116"/>
                <a:gd name="T43" fmla="*/ 52 h 115"/>
                <a:gd name="T44" fmla="*/ 63 w 116"/>
                <a:gd name="T45" fmla="*/ 66 h 115"/>
                <a:gd name="T46" fmla="*/ 26 w 116"/>
                <a:gd name="T47" fmla="*/ 52 h 115"/>
                <a:gd name="T48" fmla="*/ 66 w 116"/>
                <a:gd name="T49" fmla="*/ 44 h 115"/>
                <a:gd name="T50" fmla="*/ 58 w 116"/>
                <a:gd name="T51" fmla="*/ 63 h 115"/>
                <a:gd name="T52" fmla="*/ 46 w 116"/>
                <a:gd name="T53" fmla="*/ 55 h 115"/>
                <a:gd name="T54" fmla="*/ 33 w 116"/>
                <a:gd name="T55" fmla="*/ 43 h 115"/>
                <a:gd name="T56" fmla="*/ 42 w 116"/>
                <a:gd name="T57" fmla="*/ 30 h 115"/>
                <a:gd name="T58" fmla="*/ 53 w 116"/>
                <a:gd name="T59" fmla="*/ 36 h 115"/>
                <a:gd name="T60" fmla="*/ 66 w 116"/>
                <a:gd name="T61" fmla="*/ 44 h 115"/>
                <a:gd name="T62" fmla="*/ 72 w 116"/>
                <a:gd name="T63" fmla="*/ 70 h 115"/>
                <a:gd name="T64" fmla="*/ 67 w 116"/>
                <a:gd name="T65" fmla="*/ 65 h 115"/>
                <a:gd name="T66" fmla="*/ 72 w 116"/>
                <a:gd name="T67" fmla="*/ 60 h 115"/>
                <a:gd name="T68" fmla="*/ 76 w 116"/>
                <a:gd name="T69" fmla="*/ 65 h 115"/>
                <a:gd name="T70" fmla="*/ 72 w 116"/>
                <a:gd name="T71" fmla="*/ 7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6" h="115">
                  <a:moveTo>
                    <a:pt x="93" y="43"/>
                  </a:moveTo>
                  <a:cubicBezTo>
                    <a:pt x="72" y="43"/>
                    <a:pt x="75" y="34"/>
                    <a:pt x="75" y="34"/>
                  </a:cubicBezTo>
                  <a:cubicBezTo>
                    <a:pt x="72" y="17"/>
                    <a:pt x="72" y="17"/>
                    <a:pt x="72" y="17"/>
                  </a:cubicBezTo>
                  <a:cubicBezTo>
                    <a:pt x="70" y="0"/>
                    <a:pt x="58" y="4"/>
                    <a:pt x="58" y="4"/>
                  </a:cubicBezTo>
                  <a:cubicBezTo>
                    <a:pt x="50" y="5"/>
                    <a:pt x="38" y="17"/>
                    <a:pt x="36" y="21"/>
                  </a:cubicBezTo>
                  <a:cubicBezTo>
                    <a:pt x="32" y="25"/>
                    <a:pt x="30" y="25"/>
                    <a:pt x="23" y="21"/>
                  </a:cubicBezTo>
                  <a:cubicBezTo>
                    <a:pt x="0" y="8"/>
                    <a:pt x="2" y="23"/>
                    <a:pt x="2" y="23"/>
                  </a:cubicBezTo>
                  <a:cubicBezTo>
                    <a:pt x="2" y="42"/>
                    <a:pt x="11" y="53"/>
                    <a:pt x="15" y="59"/>
                  </a:cubicBezTo>
                  <a:cubicBezTo>
                    <a:pt x="11" y="60"/>
                    <a:pt x="11" y="91"/>
                    <a:pt x="11" y="91"/>
                  </a:cubicBezTo>
                  <a:cubicBezTo>
                    <a:pt x="15" y="111"/>
                    <a:pt x="29" y="100"/>
                    <a:pt x="29" y="100"/>
                  </a:cubicBezTo>
                  <a:cubicBezTo>
                    <a:pt x="43" y="90"/>
                    <a:pt x="43" y="90"/>
                    <a:pt x="43" y="90"/>
                  </a:cubicBezTo>
                  <a:cubicBezTo>
                    <a:pt x="58" y="103"/>
                    <a:pt x="58" y="103"/>
                    <a:pt x="58" y="103"/>
                  </a:cubicBezTo>
                  <a:cubicBezTo>
                    <a:pt x="81" y="115"/>
                    <a:pt x="77" y="99"/>
                    <a:pt x="77" y="99"/>
                  </a:cubicBezTo>
                  <a:cubicBezTo>
                    <a:pt x="77" y="90"/>
                    <a:pt x="77" y="74"/>
                    <a:pt x="77" y="74"/>
                  </a:cubicBezTo>
                  <a:cubicBezTo>
                    <a:pt x="89" y="72"/>
                    <a:pt x="99" y="61"/>
                    <a:pt x="99" y="61"/>
                  </a:cubicBezTo>
                  <a:cubicBezTo>
                    <a:pt x="116" y="43"/>
                    <a:pt x="93" y="43"/>
                    <a:pt x="93" y="43"/>
                  </a:cubicBezTo>
                  <a:close/>
                  <a:moveTo>
                    <a:pt x="21" y="53"/>
                  </a:moveTo>
                  <a:cubicBezTo>
                    <a:pt x="20" y="53"/>
                    <a:pt x="17" y="51"/>
                    <a:pt x="17" y="48"/>
                  </a:cubicBezTo>
                  <a:cubicBezTo>
                    <a:pt x="17" y="46"/>
                    <a:pt x="20" y="44"/>
                    <a:pt x="21" y="44"/>
                  </a:cubicBezTo>
                  <a:cubicBezTo>
                    <a:pt x="24" y="44"/>
                    <a:pt x="25" y="46"/>
                    <a:pt x="25" y="48"/>
                  </a:cubicBezTo>
                  <a:cubicBezTo>
                    <a:pt x="25" y="51"/>
                    <a:pt x="24" y="53"/>
                    <a:pt x="21" y="53"/>
                  </a:cubicBezTo>
                  <a:close/>
                  <a:moveTo>
                    <a:pt x="26" y="52"/>
                  </a:moveTo>
                  <a:cubicBezTo>
                    <a:pt x="26" y="52"/>
                    <a:pt x="26" y="87"/>
                    <a:pt x="63" y="66"/>
                  </a:cubicBezTo>
                  <a:cubicBezTo>
                    <a:pt x="24" y="96"/>
                    <a:pt x="26" y="56"/>
                    <a:pt x="26" y="52"/>
                  </a:cubicBezTo>
                  <a:close/>
                  <a:moveTo>
                    <a:pt x="66" y="44"/>
                  </a:moveTo>
                  <a:cubicBezTo>
                    <a:pt x="66" y="44"/>
                    <a:pt x="64" y="57"/>
                    <a:pt x="58" y="63"/>
                  </a:cubicBezTo>
                  <a:cubicBezTo>
                    <a:pt x="47" y="69"/>
                    <a:pt x="46" y="55"/>
                    <a:pt x="46" y="55"/>
                  </a:cubicBezTo>
                  <a:cubicBezTo>
                    <a:pt x="46" y="55"/>
                    <a:pt x="29" y="64"/>
                    <a:pt x="33" y="43"/>
                  </a:cubicBezTo>
                  <a:cubicBezTo>
                    <a:pt x="33" y="43"/>
                    <a:pt x="36" y="31"/>
                    <a:pt x="42" y="30"/>
                  </a:cubicBezTo>
                  <a:cubicBezTo>
                    <a:pt x="49" y="27"/>
                    <a:pt x="53" y="32"/>
                    <a:pt x="53" y="36"/>
                  </a:cubicBezTo>
                  <a:cubicBezTo>
                    <a:pt x="53" y="36"/>
                    <a:pt x="67" y="27"/>
                    <a:pt x="66" y="44"/>
                  </a:cubicBezTo>
                  <a:close/>
                  <a:moveTo>
                    <a:pt x="72" y="70"/>
                  </a:moveTo>
                  <a:cubicBezTo>
                    <a:pt x="70" y="70"/>
                    <a:pt x="67" y="68"/>
                    <a:pt x="67" y="65"/>
                  </a:cubicBezTo>
                  <a:cubicBezTo>
                    <a:pt x="67" y="63"/>
                    <a:pt x="70" y="60"/>
                    <a:pt x="72" y="60"/>
                  </a:cubicBezTo>
                  <a:cubicBezTo>
                    <a:pt x="73" y="60"/>
                    <a:pt x="76" y="63"/>
                    <a:pt x="76" y="65"/>
                  </a:cubicBezTo>
                  <a:cubicBezTo>
                    <a:pt x="76" y="68"/>
                    <a:pt x="73" y="70"/>
                    <a:pt x="72"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10" name="组合 909"/>
          <p:cNvGrpSpPr/>
          <p:nvPr/>
        </p:nvGrpSpPr>
        <p:grpSpPr>
          <a:xfrm>
            <a:off x="5933409" y="5368214"/>
            <a:ext cx="333088" cy="319898"/>
            <a:chOff x="654052" y="2686045"/>
            <a:chExt cx="801686" cy="769940"/>
          </a:xfrm>
          <a:solidFill>
            <a:srgbClr val="707E84"/>
          </a:solidFill>
        </p:grpSpPr>
        <p:sp>
          <p:nvSpPr>
            <p:cNvPr id="911" name="Freeform 43"/>
            <p:cNvSpPr>
              <a:spLocks/>
            </p:cNvSpPr>
            <p:nvPr/>
          </p:nvSpPr>
          <p:spPr bwMode="auto">
            <a:xfrm>
              <a:off x="654052" y="2716210"/>
              <a:ext cx="430211" cy="344487"/>
            </a:xfrm>
            <a:custGeom>
              <a:avLst/>
              <a:gdLst>
                <a:gd name="T0" fmla="*/ 27 w 60"/>
                <a:gd name="T1" fmla="*/ 47 h 48"/>
                <a:gd name="T2" fmla="*/ 33 w 60"/>
                <a:gd name="T3" fmla="*/ 46 h 48"/>
                <a:gd name="T4" fmla="*/ 56 w 60"/>
                <a:gd name="T5" fmla="*/ 44 h 48"/>
                <a:gd name="T6" fmla="*/ 60 w 60"/>
                <a:gd name="T7" fmla="*/ 45 h 48"/>
                <a:gd name="T8" fmla="*/ 60 w 60"/>
                <a:gd name="T9" fmla="*/ 44 h 48"/>
                <a:gd name="T10" fmla="*/ 55 w 60"/>
                <a:gd name="T11" fmla="*/ 20 h 48"/>
                <a:gd name="T12" fmla="*/ 50 w 60"/>
                <a:gd name="T13" fmla="*/ 7 h 48"/>
                <a:gd name="T14" fmla="*/ 42 w 60"/>
                <a:gd name="T15" fmla="*/ 2 h 48"/>
                <a:gd name="T16" fmla="*/ 25 w 60"/>
                <a:gd name="T17" fmla="*/ 6 h 48"/>
                <a:gd name="T18" fmla="*/ 19 w 60"/>
                <a:gd name="T19" fmla="*/ 23 h 48"/>
                <a:gd name="T20" fmla="*/ 17 w 60"/>
                <a:gd name="T21" fmla="*/ 23 h 48"/>
                <a:gd name="T22" fmla="*/ 5 w 60"/>
                <a:gd name="T23" fmla="*/ 39 h 48"/>
                <a:gd name="T24" fmla="*/ 14 w 60"/>
                <a:gd name="T25" fmla="*/ 47 h 48"/>
                <a:gd name="T26" fmla="*/ 27 w 60"/>
                <a:gd name="T27" fmla="*/ 47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0" h="48">
                  <a:moveTo>
                    <a:pt x="27" y="47"/>
                  </a:moveTo>
                  <a:cubicBezTo>
                    <a:pt x="30" y="46"/>
                    <a:pt x="32" y="46"/>
                    <a:pt x="33" y="46"/>
                  </a:cubicBezTo>
                  <a:cubicBezTo>
                    <a:pt x="43" y="44"/>
                    <a:pt x="52" y="44"/>
                    <a:pt x="56" y="44"/>
                  </a:cubicBezTo>
                  <a:cubicBezTo>
                    <a:pt x="57" y="44"/>
                    <a:pt x="60" y="44"/>
                    <a:pt x="60" y="45"/>
                  </a:cubicBezTo>
                  <a:cubicBezTo>
                    <a:pt x="60" y="44"/>
                    <a:pt x="60" y="44"/>
                    <a:pt x="60" y="44"/>
                  </a:cubicBezTo>
                  <a:cubicBezTo>
                    <a:pt x="60" y="38"/>
                    <a:pt x="57" y="28"/>
                    <a:pt x="55" y="20"/>
                  </a:cubicBezTo>
                  <a:cubicBezTo>
                    <a:pt x="54" y="13"/>
                    <a:pt x="51" y="8"/>
                    <a:pt x="50" y="7"/>
                  </a:cubicBezTo>
                  <a:cubicBezTo>
                    <a:pt x="47" y="3"/>
                    <a:pt x="42" y="2"/>
                    <a:pt x="42" y="2"/>
                  </a:cubicBezTo>
                  <a:cubicBezTo>
                    <a:pt x="33" y="0"/>
                    <a:pt x="25" y="6"/>
                    <a:pt x="25" y="6"/>
                  </a:cubicBezTo>
                  <a:cubicBezTo>
                    <a:pt x="15" y="12"/>
                    <a:pt x="19" y="23"/>
                    <a:pt x="19" y="23"/>
                  </a:cubicBezTo>
                  <a:cubicBezTo>
                    <a:pt x="19" y="23"/>
                    <a:pt x="18" y="23"/>
                    <a:pt x="17" y="23"/>
                  </a:cubicBezTo>
                  <a:cubicBezTo>
                    <a:pt x="0" y="23"/>
                    <a:pt x="5" y="39"/>
                    <a:pt x="5" y="39"/>
                  </a:cubicBezTo>
                  <a:cubicBezTo>
                    <a:pt x="7" y="44"/>
                    <a:pt x="11" y="47"/>
                    <a:pt x="14" y="47"/>
                  </a:cubicBezTo>
                  <a:cubicBezTo>
                    <a:pt x="18" y="48"/>
                    <a:pt x="24" y="47"/>
                    <a:pt x="27"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2" name="Freeform 44"/>
            <p:cNvSpPr>
              <a:spLocks/>
            </p:cNvSpPr>
            <p:nvPr/>
          </p:nvSpPr>
          <p:spPr bwMode="auto">
            <a:xfrm>
              <a:off x="1076328" y="2686045"/>
              <a:ext cx="336549" cy="352425"/>
            </a:xfrm>
            <a:custGeom>
              <a:avLst/>
              <a:gdLst>
                <a:gd name="T0" fmla="*/ 1 w 47"/>
                <a:gd name="T1" fmla="*/ 48 h 49"/>
                <a:gd name="T2" fmla="*/ 1 w 47"/>
                <a:gd name="T3" fmla="*/ 49 h 49"/>
                <a:gd name="T4" fmla="*/ 25 w 47"/>
                <a:gd name="T5" fmla="*/ 44 h 49"/>
                <a:gd name="T6" fmla="*/ 38 w 47"/>
                <a:gd name="T7" fmla="*/ 40 h 49"/>
                <a:gd name="T8" fmla="*/ 43 w 47"/>
                <a:gd name="T9" fmla="*/ 34 h 49"/>
                <a:gd name="T10" fmla="*/ 42 w 47"/>
                <a:gd name="T11" fmla="*/ 17 h 49"/>
                <a:gd name="T12" fmla="*/ 28 w 47"/>
                <a:gd name="T13" fmla="*/ 12 h 49"/>
                <a:gd name="T14" fmla="*/ 25 w 47"/>
                <a:gd name="T15" fmla="*/ 14 h 49"/>
                <a:gd name="T16" fmla="*/ 25 w 47"/>
                <a:gd name="T17" fmla="*/ 9 h 49"/>
                <a:gd name="T18" fmla="*/ 11 w 47"/>
                <a:gd name="T19" fmla="*/ 2 h 49"/>
                <a:gd name="T20" fmla="*/ 2 w 47"/>
                <a:gd name="T21" fmla="*/ 8 h 49"/>
                <a:gd name="T22" fmla="*/ 0 w 47"/>
                <a:gd name="T23" fmla="*/ 18 h 49"/>
                <a:gd name="T24" fmla="*/ 1 w 47"/>
                <a:gd name="T25" fmla="*/ 46 h 49"/>
                <a:gd name="T26" fmla="*/ 1 w 47"/>
                <a:gd name="T27" fmla="*/ 48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7" h="49">
                  <a:moveTo>
                    <a:pt x="1" y="48"/>
                  </a:moveTo>
                  <a:cubicBezTo>
                    <a:pt x="1" y="49"/>
                    <a:pt x="1" y="49"/>
                    <a:pt x="1" y="49"/>
                  </a:cubicBezTo>
                  <a:cubicBezTo>
                    <a:pt x="9" y="46"/>
                    <a:pt x="12" y="45"/>
                    <a:pt x="25" y="44"/>
                  </a:cubicBezTo>
                  <a:cubicBezTo>
                    <a:pt x="32" y="43"/>
                    <a:pt x="37" y="41"/>
                    <a:pt x="38" y="40"/>
                  </a:cubicBezTo>
                  <a:cubicBezTo>
                    <a:pt x="41" y="37"/>
                    <a:pt x="43" y="34"/>
                    <a:pt x="43" y="34"/>
                  </a:cubicBezTo>
                  <a:cubicBezTo>
                    <a:pt x="47" y="25"/>
                    <a:pt x="43" y="18"/>
                    <a:pt x="42" y="17"/>
                  </a:cubicBezTo>
                  <a:cubicBezTo>
                    <a:pt x="36" y="8"/>
                    <a:pt x="28" y="12"/>
                    <a:pt x="28" y="12"/>
                  </a:cubicBezTo>
                  <a:cubicBezTo>
                    <a:pt x="28" y="13"/>
                    <a:pt x="26" y="13"/>
                    <a:pt x="25" y="14"/>
                  </a:cubicBezTo>
                  <a:cubicBezTo>
                    <a:pt x="25" y="13"/>
                    <a:pt x="25" y="10"/>
                    <a:pt x="25" y="9"/>
                  </a:cubicBezTo>
                  <a:cubicBezTo>
                    <a:pt x="23" y="0"/>
                    <a:pt x="13" y="1"/>
                    <a:pt x="11" y="2"/>
                  </a:cubicBezTo>
                  <a:cubicBezTo>
                    <a:pt x="5" y="3"/>
                    <a:pt x="3" y="6"/>
                    <a:pt x="2" y="8"/>
                  </a:cubicBezTo>
                  <a:cubicBezTo>
                    <a:pt x="0" y="12"/>
                    <a:pt x="0" y="14"/>
                    <a:pt x="0" y="18"/>
                  </a:cubicBezTo>
                  <a:cubicBezTo>
                    <a:pt x="0" y="27"/>
                    <a:pt x="0" y="36"/>
                    <a:pt x="1" y="46"/>
                  </a:cubicBezTo>
                  <a:cubicBezTo>
                    <a:pt x="1" y="47"/>
                    <a:pt x="1" y="48"/>
                    <a:pt x="1"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3" name="Freeform 45"/>
            <p:cNvSpPr>
              <a:spLocks/>
            </p:cNvSpPr>
            <p:nvPr/>
          </p:nvSpPr>
          <p:spPr bwMode="auto">
            <a:xfrm>
              <a:off x="747716" y="3046410"/>
              <a:ext cx="365126" cy="409575"/>
            </a:xfrm>
            <a:custGeom>
              <a:avLst/>
              <a:gdLst>
                <a:gd name="T0" fmla="*/ 45 w 51"/>
                <a:gd name="T1" fmla="*/ 0 h 57"/>
                <a:gd name="T2" fmla="*/ 41 w 51"/>
                <a:gd name="T3" fmla="*/ 0 h 57"/>
                <a:gd name="T4" fmla="*/ 14 w 51"/>
                <a:gd name="T5" fmla="*/ 7 h 57"/>
                <a:gd name="T6" fmla="*/ 5 w 51"/>
                <a:gd name="T7" fmla="*/ 14 h 57"/>
                <a:gd name="T8" fmla="*/ 1 w 51"/>
                <a:gd name="T9" fmla="*/ 25 h 57"/>
                <a:gd name="T10" fmla="*/ 14 w 51"/>
                <a:gd name="T11" fmla="*/ 41 h 57"/>
                <a:gd name="T12" fmla="*/ 19 w 51"/>
                <a:gd name="T13" fmla="*/ 41 h 57"/>
                <a:gd name="T14" fmla="*/ 19 w 51"/>
                <a:gd name="T15" fmla="*/ 43 h 57"/>
                <a:gd name="T16" fmla="*/ 27 w 51"/>
                <a:gd name="T17" fmla="*/ 54 h 57"/>
                <a:gd name="T18" fmla="*/ 48 w 51"/>
                <a:gd name="T19" fmla="*/ 48 h 57"/>
                <a:gd name="T20" fmla="*/ 51 w 51"/>
                <a:gd name="T21" fmla="*/ 39 h 57"/>
                <a:gd name="T22" fmla="*/ 50 w 51"/>
                <a:gd name="T23" fmla="*/ 24 h 57"/>
                <a:gd name="T24" fmla="*/ 45 w 51"/>
                <a:gd name="T25"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1" h="57">
                  <a:moveTo>
                    <a:pt x="45" y="0"/>
                  </a:moveTo>
                  <a:cubicBezTo>
                    <a:pt x="45" y="0"/>
                    <a:pt x="42" y="0"/>
                    <a:pt x="41" y="0"/>
                  </a:cubicBezTo>
                  <a:cubicBezTo>
                    <a:pt x="30" y="1"/>
                    <a:pt x="21" y="4"/>
                    <a:pt x="14" y="7"/>
                  </a:cubicBezTo>
                  <a:cubicBezTo>
                    <a:pt x="11" y="9"/>
                    <a:pt x="7" y="11"/>
                    <a:pt x="5" y="14"/>
                  </a:cubicBezTo>
                  <a:cubicBezTo>
                    <a:pt x="4" y="16"/>
                    <a:pt x="1" y="19"/>
                    <a:pt x="1" y="25"/>
                  </a:cubicBezTo>
                  <a:cubicBezTo>
                    <a:pt x="1" y="27"/>
                    <a:pt x="0" y="40"/>
                    <a:pt x="14" y="41"/>
                  </a:cubicBezTo>
                  <a:cubicBezTo>
                    <a:pt x="15" y="41"/>
                    <a:pt x="19" y="41"/>
                    <a:pt x="19" y="41"/>
                  </a:cubicBezTo>
                  <a:cubicBezTo>
                    <a:pt x="19" y="41"/>
                    <a:pt x="19" y="42"/>
                    <a:pt x="19" y="43"/>
                  </a:cubicBezTo>
                  <a:cubicBezTo>
                    <a:pt x="19" y="43"/>
                    <a:pt x="20" y="51"/>
                    <a:pt x="27" y="54"/>
                  </a:cubicBezTo>
                  <a:cubicBezTo>
                    <a:pt x="30" y="56"/>
                    <a:pt x="42" y="57"/>
                    <a:pt x="48" y="48"/>
                  </a:cubicBezTo>
                  <a:cubicBezTo>
                    <a:pt x="49" y="48"/>
                    <a:pt x="51" y="43"/>
                    <a:pt x="51" y="39"/>
                  </a:cubicBezTo>
                  <a:cubicBezTo>
                    <a:pt x="51" y="38"/>
                    <a:pt x="51" y="32"/>
                    <a:pt x="50" y="24"/>
                  </a:cubicBezTo>
                  <a:cubicBezTo>
                    <a:pt x="47" y="14"/>
                    <a:pt x="45" y="8"/>
                    <a:pt x="4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4" name="Freeform 46"/>
            <p:cNvSpPr>
              <a:spLocks/>
            </p:cNvSpPr>
            <p:nvPr/>
          </p:nvSpPr>
          <p:spPr bwMode="auto">
            <a:xfrm>
              <a:off x="1084263" y="3024188"/>
              <a:ext cx="371475" cy="323851"/>
            </a:xfrm>
            <a:custGeom>
              <a:avLst/>
              <a:gdLst>
                <a:gd name="T0" fmla="*/ 45 w 52"/>
                <a:gd name="T1" fmla="*/ 4 h 45"/>
                <a:gd name="T2" fmla="*/ 38 w 52"/>
                <a:gd name="T3" fmla="*/ 1 h 45"/>
                <a:gd name="T4" fmla="*/ 24 w 52"/>
                <a:gd name="T5" fmla="*/ 0 h 45"/>
                <a:gd name="T6" fmla="*/ 0 w 52"/>
                <a:gd name="T7" fmla="*/ 3 h 45"/>
                <a:gd name="T8" fmla="*/ 1 w 52"/>
                <a:gd name="T9" fmla="*/ 6 h 45"/>
                <a:gd name="T10" fmla="*/ 10 w 52"/>
                <a:gd name="T11" fmla="*/ 33 h 45"/>
                <a:gd name="T12" fmla="*/ 14 w 52"/>
                <a:gd name="T13" fmla="*/ 41 h 45"/>
                <a:gd name="T14" fmla="*/ 24 w 52"/>
                <a:gd name="T15" fmla="*/ 45 h 45"/>
                <a:gd name="T16" fmla="*/ 37 w 52"/>
                <a:gd name="T17" fmla="*/ 34 h 45"/>
                <a:gd name="T18" fmla="*/ 36 w 52"/>
                <a:gd name="T19" fmla="*/ 28 h 45"/>
                <a:gd name="T20" fmla="*/ 36 w 52"/>
                <a:gd name="T21" fmla="*/ 28 h 45"/>
                <a:gd name="T22" fmla="*/ 39 w 52"/>
                <a:gd name="T23" fmla="*/ 28 h 45"/>
                <a:gd name="T24" fmla="*/ 51 w 52"/>
                <a:gd name="T25" fmla="*/ 20 h 45"/>
                <a:gd name="T26" fmla="*/ 45 w 52"/>
                <a:gd name="T27" fmla="*/ 4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 h="45">
                  <a:moveTo>
                    <a:pt x="45" y="4"/>
                  </a:moveTo>
                  <a:cubicBezTo>
                    <a:pt x="45" y="4"/>
                    <a:pt x="43" y="3"/>
                    <a:pt x="38" y="1"/>
                  </a:cubicBezTo>
                  <a:cubicBezTo>
                    <a:pt x="37" y="1"/>
                    <a:pt x="32" y="0"/>
                    <a:pt x="24" y="0"/>
                  </a:cubicBezTo>
                  <a:cubicBezTo>
                    <a:pt x="13" y="1"/>
                    <a:pt x="8" y="3"/>
                    <a:pt x="0" y="3"/>
                  </a:cubicBezTo>
                  <a:cubicBezTo>
                    <a:pt x="1" y="4"/>
                    <a:pt x="1" y="5"/>
                    <a:pt x="1" y="6"/>
                  </a:cubicBezTo>
                  <a:cubicBezTo>
                    <a:pt x="3" y="15"/>
                    <a:pt x="7" y="25"/>
                    <a:pt x="10" y="33"/>
                  </a:cubicBezTo>
                  <a:cubicBezTo>
                    <a:pt x="11" y="36"/>
                    <a:pt x="12" y="38"/>
                    <a:pt x="14" y="41"/>
                  </a:cubicBezTo>
                  <a:cubicBezTo>
                    <a:pt x="16" y="43"/>
                    <a:pt x="19" y="45"/>
                    <a:pt x="24" y="45"/>
                  </a:cubicBezTo>
                  <a:cubicBezTo>
                    <a:pt x="27" y="45"/>
                    <a:pt x="38" y="43"/>
                    <a:pt x="37" y="34"/>
                  </a:cubicBezTo>
                  <a:cubicBezTo>
                    <a:pt x="37" y="33"/>
                    <a:pt x="36" y="28"/>
                    <a:pt x="36" y="28"/>
                  </a:cubicBezTo>
                  <a:cubicBezTo>
                    <a:pt x="36" y="28"/>
                    <a:pt x="36" y="28"/>
                    <a:pt x="36" y="28"/>
                  </a:cubicBezTo>
                  <a:cubicBezTo>
                    <a:pt x="36" y="28"/>
                    <a:pt x="39" y="28"/>
                    <a:pt x="39" y="28"/>
                  </a:cubicBezTo>
                  <a:cubicBezTo>
                    <a:pt x="40" y="28"/>
                    <a:pt x="48" y="29"/>
                    <a:pt x="51" y="20"/>
                  </a:cubicBezTo>
                  <a:cubicBezTo>
                    <a:pt x="52" y="18"/>
                    <a:pt x="52" y="8"/>
                    <a:pt x="45"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915" name="Freeform 47"/>
          <p:cNvSpPr>
            <a:spLocks noEditPoints="1"/>
          </p:cNvSpPr>
          <p:nvPr/>
        </p:nvSpPr>
        <p:spPr bwMode="auto">
          <a:xfrm>
            <a:off x="6407404" y="5363928"/>
            <a:ext cx="291535" cy="328471"/>
          </a:xfrm>
          <a:custGeom>
            <a:avLst/>
            <a:gdLst>
              <a:gd name="T0" fmla="*/ 15 w 98"/>
              <a:gd name="T1" fmla="*/ 55 h 110"/>
              <a:gd name="T2" fmla="*/ 25 w 98"/>
              <a:gd name="T3" fmla="*/ 36 h 110"/>
              <a:gd name="T4" fmla="*/ 11 w 98"/>
              <a:gd name="T5" fmla="*/ 24 h 110"/>
              <a:gd name="T6" fmla="*/ 1 w 98"/>
              <a:gd name="T7" fmla="*/ 38 h 110"/>
              <a:gd name="T8" fmla="*/ 15 w 98"/>
              <a:gd name="T9" fmla="*/ 55 h 110"/>
              <a:gd name="T10" fmla="*/ 27 w 98"/>
              <a:gd name="T11" fmla="*/ 79 h 110"/>
              <a:gd name="T12" fmla="*/ 27 w 98"/>
              <a:gd name="T13" fmla="*/ 84 h 110"/>
              <a:gd name="T14" fmla="*/ 32 w 98"/>
              <a:gd name="T15" fmla="*/ 89 h 110"/>
              <a:gd name="T16" fmla="*/ 38 w 98"/>
              <a:gd name="T17" fmla="*/ 89 h 110"/>
              <a:gd name="T18" fmla="*/ 38 w 98"/>
              <a:gd name="T19" fmla="*/ 75 h 110"/>
              <a:gd name="T20" fmla="*/ 32 w 98"/>
              <a:gd name="T21" fmla="*/ 75 h 110"/>
              <a:gd name="T22" fmla="*/ 27 w 98"/>
              <a:gd name="T23" fmla="*/ 79 h 110"/>
              <a:gd name="T24" fmla="*/ 36 w 98"/>
              <a:gd name="T25" fmla="*/ 33 h 110"/>
              <a:gd name="T26" fmla="*/ 48 w 98"/>
              <a:gd name="T27" fmla="*/ 16 h 110"/>
              <a:gd name="T28" fmla="*/ 36 w 98"/>
              <a:gd name="T29" fmla="*/ 0 h 110"/>
              <a:gd name="T30" fmla="*/ 25 w 98"/>
              <a:gd name="T31" fmla="*/ 16 h 110"/>
              <a:gd name="T32" fmla="*/ 36 w 98"/>
              <a:gd name="T33" fmla="*/ 33 h 110"/>
              <a:gd name="T34" fmla="*/ 63 w 98"/>
              <a:gd name="T35" fmla="*/ 34 h 110"/>
              <a:gd name="T36" fmla="*/ 78 w 98"/>
              <a:gd name="T37" fmla="*/ 19 h 110"/>
              <a:gd name="T38" fmla="*/ 68 w 98"/>
              <a:gd name="T39" fmla="*/ 3 h 110"/>
              <a:gd name="T40" fmla="*/ 54 w 98"/>
              <a:gd name="T41" fmla="*/ 17 h 110"/>
              <a:gd name="T42" fmla="*/ 63 w 98"/>
              <a:gd name="T43" fmla="*/ 34 h 110"/>
              <a:gd name="T44" fmla="*/ 84 w 98"/>
              <a:gd name="T45" fmla="*/ 73 h 110"/>
              <a:gd name="T46" fmla="*/ 63 w 98"/>
              <a:gd name="T47" fmla="*/ 52 h 110"/>
              <a:gd name="T48" fmla="*/ 34 w 98"/>
              <a:gd name="T49" fmla="*/ 51 h 110"/>
              <a:gd name="T50" fmla="*/ 20 w 98"/>
              <a:gd name="T51" fmla="*/ 66 h 110"/>
              <a:gd name="T52" fmla="*/ 8 w 98"/>
              <a:gd name="T53" fmla="*/ 89 h 110"/>
              <a:gd name="T54" fmla="*/ 22 w 98"/>
              <a:gd name="T55" fmla="*/ 103 h 110"/>
              <a:gd name="T56" fmla="*/ 40 w 98"/>
              <a:gd name="T57" fmla="*/ 102 h 110"/>
              <a:gd name="T58" fmla="*/ 58 w 98"/>
              <a:gd name="T59" fmla="*/ 102 h 110"/>
              <a:gd name="T60" fmla="*/ 87 w 98"/>
              <a:gd name="T61" fmla="*/ 95 h 110"/>
              <a:gd name="T62" fmla="*/ 84 w 98"/>
              <a:gd name="T63" fmla="*/ 73 h 110"/>
              <a:gd name="T64" fmla="*/ 45 w 98"/>
              <a:gd name="T65" fmla="*/ 95 h 110"/>
              <a:gd name="T66" fmla="*/ 30 w 98"/>
              <a:gd name="T67" fmla="*/ 95 h 110"/>
              <a:gd name="T68" fmla="*/ 21 w 98"/>
              <a:gd name="T69" fmla="*/ 89 h 110"/>
              <a:gd name="T70" fmla="*/ 20 w 98"/>
              <a:gd name="T71" fmla="*/ 78 h 110"/>
              <a:gd name="T72" fmla="*/ 30 w 98"/>
              <a:gd name="T73" fmla="*/ 69 h 110"/>
              <a:gd name="T74" fmla="*/ 38 w 98"/>
              <a:gd name="T75" fmla="*/ 69 h 110"/>
              <a:gd name="T76" fmla="*/ 38 w 98"/>
              <a:gd name="T77" fmla="*/ 59 h 110"/>
              <a:gd name="T78" fmla="*/ 45 w 98"/>
              <a:gd name="T79" fmla="*/ 59 h 110"/>
              <a:gd name="T80" fmla="*/ 45 w 98"/>
              <a:gd name="T81" fmla="*/ 95 h 110"/>
              <a:gd name="T82" fmla="*/ 72 w 98"/>
              <a:gd name="T83" fmla="*/ 95 h 110"/>
              <a:gd name="T84" fmla="*/ 55 w 98"/>
              <a:gd name="T85" fmla="*/ 95 h 110"/>
              <a:gd name="T86" fmla="*/ 48 w 98"/>
              <a:gd name="T87" fmla="*/ 89 h 110"/>
              <a:gd name="T88" fmla="*/ 48 w 98"/>
              <a:gd name="T89" fmla="*/ 70 h 110"/>
              <a:gd name="T90" fmla="*/ 55 w 98"/>
              <a:gd name="T91" fmla="*/ 70 h 110"/>
              <a:gd name="T92" fmla="*/ 55 w 98"/>
              <a:gd name="T93" fmla="*/ 86 h 110"/>
              <a:gd name="T94" fmla="*/ 58 w 98"/>
              <a:gd name="T95" fmla="*/ 89 h 110"/>
              <a:gd name="T96" fmla="*/ 65 w 98"/>
              <a:gd name="T97" fmla="*/ 89 h 110"/>
              <a:gd name="T98" fmla="*/ 65 w 98"/>
              <a:gd name="T99" fmla="*/ 70 h 110"/>
              <a:gd name="T100" fmla="*/ 72 w 98"/>
              <a:gd name="T101" fmla="*/ 70 h 110"/>
              <a:gd name="T102" fmla="*/ 72 w 98"/>
              <a:gd name="T103" fmla="*/ 95 h 110"/>
              <a:gd name="T104" fmla="*/ 96 w 98"/>
              <a:gd name="T105" fmla="*/ 45 h 110"/>
              <a:gd name="T106" fmla="*/ 84 w 98"/>
              <a:gd name="T107" fmla="*/ 32 h 110"/>
              <a:gd name="T108" fmla="*/ 72 w 98"/>
              <a:gd name="T109" fmla="*/ 48 h 110"/>
              <a:gd name="T110" fmla="*/ 85 w 98"/>
              <a:gd name="T111" fmla="*/ 62 h 110"/>
              <a:gd name="T112" fmla="*/ 96 w 98"/>
              <a:gd name="T113" fmla="*/ 4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8" h="110">
                <a:moveTo>
                  <a:pt x="15" y="55"/>
                </a:moveTo>
                <a:cubicBezTo>
                  <a:pt x="27" y="53"/>
                  <a:pt x="25" y="39"/>
                  <a:pt x="25" y="36"/>
                </a:cubicBezTo>
                <a:cubicBezTo>
                  <a:pt x="24" y="32"/>
                  <a:pt x="19" y="24"/>
                  <a:pt x="11" y="24"/>
                </a:cubicBezTo>
                <a:cubicBezTo>
                  <a:pt x="2" y="25"/>
                  <a:pt x="1" y="38"/>
                  <a:pt x="1" y="38"/>
                </a:cubicBezTo>
                <a:cubicBezTo>
                  <a:pt x="0" y="45"/>
                  <a:pt x="4" y="58"/>
                  <a:pt x="15" y="55"/>
                </a:cubicBezTo>
                <a:close/>
                <a:moveTo>
                  <a:pt x="27" y="79"/>
                </a:moveTo>
                <a:cubicBezTo>
                  <a:pt x="27" y="80"/>
                  <a:pt x="26" y="82"/>
                  <a:pt x="27" y="84"/>
                </a:cubicBezTo>
                <a:cubicBezTo>
                  <a:pt x="28" y="89"/>
                  <a:pt x="32" y="89"/>
                  <a:pt x="32" y="89"/>
                </a:cubicBezTo>
                <a:cubicBezTo>
                  <a:pt x="38" y="89"/>
                  <a:pt x="38" y="89"/>
                  <a:pt x="38" y="89"/>
                </a:cubicBezTo>
                <a:cubicBezTo>
                  <a:pt x="38" y="75"/>
                  <a:pt x="38" y="75"/>
                  <a:pt x="38" y="75"/>
                </a:cubicBezTo>
                <a:cubicBezTo>
                  <a:pt x="32" y="75"/>
                  <a:pt x="32" y="75"/>
                  <a:pt x="32" y="75"/>
                </a:cubicBezTo>
                <a:cubicBezTo>
                  <a:pt x="29" y="76"/>
                  <a:pt x="28" y="78"/>
                  <a:pt x="27" y="79"/>
                </a:cubicBezTo>
                <a:close/>
                <a:moveTo>
                  <a:pt x="36" y="33"/>
                </a:moveTo>
                <a:cubicBezTo>
                  <a:pt x="42" y="33"/>
                  <a:pt x="48" y="25"/>
                  <a:pt x="48" y="16"/>
                </a:cubicBezTo>
                <a:cubicBezTo>
                  <a:pt x="48" y="8"/>
                  <a:pt x="42" y="0"/>
                  <a:pt x="36" y="0"/>
                </a:cubicBezTo>
                <a:cubicBezTo>
                  <a:pt x="30" y="0"/>
                  <a:pt x="25" y="8"/>
                  <a:pt x="25" y="16"/>
                </a:cubicBezTo>
                <a:cubicBezTo>
                  <a:pt x="25" y="25"/>
                  <a:pt x="30" y="33"/>
                  <a:pt x="36" y="33"/>
                </a:cubicBezTo>
                <a:close/>
                <a:moveTo>
                  <a:pt x="63" y="34"/>
                </a:moveTo>
                <a:cubicBezTo>
                  <a:pt x="71" y="35"/>
                  <a:pt x="77" y="26"/>
                  <a:pt x="78" y="19"/>
                </a:cubicBezTo>
                <a:cubicBezTo>
                  <a:pt x="79" y="12"/>
                  <a:pt x="74" y="4"/>
                  <a:pt x="68" y="3"/>
                </a:cubicBezTo>
                <a:cubicBezTo>
                  <a:pt x="62" y="2"/>
                  <a:pt x="54" y="11"/>
                  <a:pt x="54" y="17"/>
                </a:cubicBezTo>
                <a:cubicBezTo>
                  <a:pt x="53" y="25"/>
                  <a:pt x="55" y="32"/>
                  <a:pt x="63" y="34"/>
                </a:cubicBezTo>
                <a:close/>
                <a:moveTo>
                  <a:pt x="84" y="73"/>
                </a:moveTo>
                <a:cubicBezTo>
                  <a:pt x="84" y="73"/>
                  <a:pt x="71" y="63"/>
                  <a:pt x="63" y="52"/>
                </a:cubicBezTo>
                <a:cubicBezTo>
                  <a:pt x="53" y="37"/>
                  <a:pt x="38" y="43"/>
                  <a:pt x="34" y="51"/>
                </a:cubicBezTo>
                <a:cubicBezTo>
                  <a:pt x="29" y="59"/>
                  <a:pt x="21" y="64"/>
                  <a:pt x="20" y="66"/>
                </a:cubicBezTo>
                <a:cubicBezTo>
                  <a:pt x="19" y="67"/>
                  <a:pt x="4" y="75"/>
                  <a:pt x="8" y="89"/>
                </a:cubicBezTo>
                <a:cubicBezTo>
                  <a:pt x="11" y="103"/>
                  <a:pt x="22" y="103"/>
                  <a:pt x="22" y="103"/>
                </a:cubicBezTo>
                <a:cubicBezTo>
                  <a:pt x="22" y="103"/>
                  <a:pt x="31" y="104"/>
                  <a:pt x="40" y="102"/>
                </a:cubicBezTo>
                <a:cubicBezTo>
                  <a:pt x="50" y="100"/>
                  <a:pt x="58" y="102"/>
                  <a:pt x="58" y="102"/>
                </a:cubicBezTo>
                <a:cubicBezTo>
                  <a:pt x="58" y="102"/>
                  <a:pt x="81" y="110"/>
                  <a:pt x="87" y="95"/>
                </a:cubicBezTo>
                <a:cubicBezTo>
                  <a:pt x="93" y="81"/>
                  <a:pt x="84" y="73"/>
                  <a:pt x="84" y="73"/>
                </a:cubicBezTo>
                <a:close/>
                <a:moveTo>
                  <a:pt x="45" y="95"/>
                </a:moveTo>
                <a:cubicBezTo>
                  <a:pt x="30" y="95"/>
                  <a:pt x="30" y="95"/>
                  <a:pt x="30" y="95"/>
                </a:cubicBezTo>
                <a:cubicBezTo>
                  <a:pt x="24" y="94"/>
                  <a:pt x="21" y="89"/>
                  <a:pt x="21" y="89"/>
                </a:cubicBezTo>
                <a:cubicBezTo>
                  <a:pt x="21" y="88"/>
                  <a:pt x="19" y="84"/>
                  <a:pt x="20" y="78"/>
                </a:cubicBezTo>
                <a:cubicBezTo>
                  <a:pt x="23" y="70"/>
                  <a:pt x="30" y="69"/>
                  <a:pt x="30" y="69"/>
                </a:cubicBezTo>
                <a:cubicBezTo>
                  <a:pt x="38" y="69"/>
                  <a:pt x="38" y="69"/>
                  <a:pt x="38" y="69"/>
                </a:cubicBezTo>
                <a:cubicBezTo>
                  <a:pt x="38" y="59"/>
                  <a:pt x="38" y="59"/>
                  <a:pt x="38" y="59"/>
                </a:cubicBezTo>
                <a:cubicBezTo>
                  <a:pt x="45" y="59"/>
                  <a:pt x="45" y="59"/>
                  <a:pt x="45" y="59"/>
                </a:cubicBezTo>
                <a:lnTo>
                  <a:pt x="45" y="95"/>
                </a:lnTo>
                <a:close/>
                <a:moveTo>
                  <a:pt x="72" y="95"/>
                </a:moveTo>
                <a:cubicBezTo>
                  <a:pt x="55" y="95"/>
                  <a:pt x="55" y="95"/>
                  <a:pt x="55" y="95"/>
                </a:cubicBezTo>
                <a:cubicBezTo>
                  <a:pt x="49" y="93"/>
                  <a:pt x="48" y="89"/>
                  <a:pt x="48" y="89"/>
                </a:cubicBezTo>
                <a:cubicBezTo>
                  <a:pt x="48" y="70"/>
                  <a:pt x="48" y="70"/>
                  <a:pt x="48" y="70"/>
                </a:cubicBezTo>
                <a:cubicBezTo>
                  <a:pt x="55" y="70"/>
                  <a:pt x="55" y="70"/>
                  <a:pt x="55" y="70"/>
                </a:cubicBezTo>
                <a:cubicBezTo>
                  <a:pt x="55" y="86"/>
                  <a:pt x="55" y="86"/>
                  <a:pt x="55" y="86"/>
                </a:cubicBezTo>
                <a:cubicBezTo>
                  <a:pt x="56" y="88"/>
                  <a:pt x="58" y="89"/>
                  <a:pt x="58" y="89"/>
                </a:cubicBezTo>
                <a:cubicBezTo>
                  <a:pt x="65" y="89"/>
                  <a:pt x="65" y="89"/>
                  <a:pt x="65" y="89"/>
                </a:cubicBezTo>
                <a:cubicBezTo>
                  <a:pt x="65" y="70"/>
                  <a:pt x="65" y="70"/>
                  <a:pt x="65" y="70"/>
                </a:cubicBezTo>
                <a:cubicBezTo>
                  <a:pt x="72" y="70"/>
                  <a:pt x="72" y="70"/>
                  <a:pt x="72" y="70"/>
                </a:cubicBezTo>
                <a:lnTo>
                  <a:pt x="72" y="95"/>
                </a:lnTo>
                <a:close/>
                <a:moveTo>
                  <a:pt x="96" y="45"/>
                </a:moveTo>
                <a:cubicBezTo>
                  <a:pt x="96" y="42"/>
                  <a:pt x="94" y="32"/>
                  <a:pt x="84" y="32"/>
                </a:cubicBezTo>
                <a:cubicBezTo>
                  <a:pt x="74" y="32"/>
                  <a:pt x="72" y="41"/>
                  <a:pt x="72" y="48"/>
                </a:cubicBezTo>
                <a:cubicBezTo>
                  <a:pt x="72" y="54"/>
                  <a:pt x="73" y="62"/>
                  <a:pt x="85" y="62"/>
                </a:cubicBezTo>
                <a:cubicBezTo>
                  <a:pt x="98" y="62"/>
                  <a:pt x="96" y="48"/>
                  <a:pt x="96" y="45"/>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916" name="组合 915"/>
          <p:cNvGrpSpPr/>
          <p:nvPr/>
        </p:nvGrpSpPr>
        <p:grpSpPr>
          <a:xfrm>
            <a:off x="4456678" y="5373161"/>
            <a:ext cx="366068" cy="310003"/>
            <a:chOff x="10929936" y="2679700"/>
            <a:chExt cx="881064" cy="746126"/>
          </a:xfrm>
          <a:solidFill>
            <a:srgbClr val="707E84"/>
          </a:solidFill>
        </p:grpSpPr>
        <p:sp>
          <p:nvSpPr>
            <p:cNvPr id="917" name="Freeform 51"/>
            <p:cNvSpPr>
              <a:spLocks/>
            </p:cNvSpPr>
            <p:nvPr/>
          </p:nvSpPr>
          <p:spPr bwMode="auto">
            <a:xfrm>
              <a:off x="10929936" y="3009901"/>
              <a:ext cx="457199" cy="415925"/>
            </a:xfrm>
            <a:custGeom>
              <a:avLst/>
              <a:gdLst>
                <a:gd name="T0" fmla="*/ 10 w 64"/>
                <a:gd name="T1" fmla="*/ 0 h 58"/>
                <a:gd name="T2" fmla="*/ 10 w 64"/>
                <a:gd name="T3" fmla="*/ 0 h 58"/>
                <a:gd name="T4" fmla="*/ 2 w 64"/>
                <a:gd name="T5" fmla="*/ 18 h 58"/>
                <a:gd name="T6" fmla="*/ 21 w 64"/>
                <a:gd name="T7" fmla="*/ 47 h 58"/>
                <a:gd name="T8" fmla="*/ 18 w 64"/>
                <a:gd name="T9" fmla="*/ 57 h 58"/>
                <a:gd name="T10" fmla="*/ 19 w 64"/>
                <a:gd name="T11" fmla="*/ 58 h 58"/>
                <a:gd name="T12" fmla="*/ 37 w 64"/>
                <a:gd name="T13" fmla="*/ 50 h 58"/>
                <a:gd name="T14" fmla="*/ 64 w 64"/>
                <a:gd name="T15" fmla="*/ 44 h 58"/>
                <a:gd name="T16" fmla="*/ 10 w 64"/>
                <a:gd name="T17"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 h="58">
                  <a:moveTo>
                    <a:pt x="10" y="0"/>
                  </a:moveTo>
                  <a:cubicBezTo>
                    <a:pt x="10" y="0"/>
                    <a:pt x="10" y="0"/>
                    <a:pt x="10" y="0"/>
                  </a:cubicBezTo>
                  <a:cubicBezTo>
                    <a:pt x="6" y="5"/>
                    <a:pt x="2" y="11"/>
                    <a:pt x="2" y="18"/>
                  </a:cubicBezTo>
                  <a:cubicBezTo>
                    <a:pt x="0" y="29"/>
                    <a:pt x="9" y="40"/>
                    <a:pt x="21" y="47"/>
                  </a:cubicBezTo>
                  <a:cubicBezTo>
                    <a:pt x="22" y="51"/>
                    <a:pt x="18" y="57"/>
                    <a:pt x="18" y="57"/>
                  </a:cubicBezTo>
                  <a:cubicBezTo>
                    <a:pt x="16" y="58"/>
                    <a:pt x="19" y="58"/>
                    <a:pt x="19" y="58"/>
                  </a:cubicBezTo>
                  <a:cubicBezTo>
                    <a:pt x="26" y="58"/>
                    <a:pt x="33" y="53"/>
                    <a:pt x="37" y="50"/>
                  </a:cubicBezTo>
                  <a:cubicBezTo>
                    <a:pt x="47" y="51"/>
                    <a:pt x="56" y="48"/>
                    <a:pt x="64" y="44"/>
                  </a:cubicBezTo>
                  <a:cubicBezTo>
                    <a:pt x="35" y="42"/>
                    <a:pt x="10" y="23"/>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8" name="Freeform 52"/>
            <p:cNvSpPr>
              <a:spLocks noEditPoints="1"/>
            </p:cNvSpPr>
            <p:nvPr/>
          </p:nvSpPr>
          <p:spPr bwMode="auto">
            <a:xfrm>
              <a:off x="11022014" y="2679700"/>
              <a:ext cx="788986" cy="739776"/>
            </a:xfrm>
            <a:custGeom>
              <a:avLst/>
              <a:gdLst>
                <a:gd name="T0" fmla="*/ 110 w 110"/>
                <a:gd name="T1" fmla="*/ 44 h 103"/>
                <a:gd name="T2" fmla="*/ 55 w 110"/>
                <a:gd name="T3" fmla="*/ 0 h 103"/>
                <a:gd name="T4" fmla="*/ 0 w 110"/>
                <a:gd name="T5" fmla="*/ 44 h 103"/>
                <a:gd name="T6" fmla="*/ 54 w 110"/>
                <a:gd name="T7" fmla="*/ 87 h 103"/>
                <a:gd name="T8" fmla="*/ 83 w 110"/>
                <a:gd name="T9" fmla="*/ 102 h 103"/>
                <a:gd name="T10" fmla="*/ 86 w 110"/>
                <a:gd name="T11" fmla="*/ 100 h 103"/>
                <a:gd name="T12" fmla="*/ 79 w 110"/>
                <a:gd name="T13" fmla="*/ 84 h 103"/>
                <a:gd name="T14" fmla="*/ 110 w 110"/>
                <a:gd name="T15" fmla="*/ 44 h 103"/>
                <a:gd name="T16" fmla="*/ 86 w 110"/>
                <a:gd name="T17" fmla="*/ 32 h 103"/>
                <a:gd name="T18" fmla="*/ 82 w 110"/>
                <a:gd name="T19" fmla="*/ 36 h 103"/>
                <a:gd name="T20" fmla="*/ 81 w 110"/>
                <a:gd name="T21" fmla="*/ 36 h 103"/>
                <a:gd name="T22" fmla="*/ 78 w 110"/>
                <a:gd name="T23" fmla="*/ 32 h 103"/>
                <a:gd name="T24" fmla="*/ 78 w 110"/>
                <a:gd name="T25" fmla="*/ 32 h 103"/>
                <a:gd name="T26" fmla="*/ 81 w 110"/>
                <a:gd name="T27" fmla="*/ 28 h 103"/>
                <a:gd name="T28" fmla="*/ 82 w 110"/>
                <a:gd name="T29" fmla="*/ 28 h 103"/>
                <a:gd name="T30" fmla="*/ 86 w 110"/>
                <a:gd name="T31" fmla="*/ 32 h 103"/>
                <a:gd name="T32" fmla="*/ 69 w 110"/>
                <a:gd name="T33" fmla="*/ 58 h 103"/>
                <a:gd name="T34" fmla="*/ 63 w 110"/>
                <a:gd name="T35" fmla="*/ 64 h 103"/>
                <a:gd name="T36" fmla="*/ 62 w 110"/>
                <a:gd name="T37" fmla="*/ 64 h 103"/>
                <a:gd name="T38" fmla="*/ 57 w 110"/>
                <a:gd name="T39" fmla="*/ 58 h 103"/>
                <a:gd name="T40" fmla="*/ 57 w 110"/>
                <a:gd name="T41" fmla="*/ 40 h 103"/>
                <a:gd name="T42" fmla="*/ 56 w 110"/>
                <a:gd name="T43" fmla="*/ 36 h 103"/>
                <a:gd name="T44" fmla="*/ 49 w 110"/>
                <a:gd name="T45" fmla="*/ 36 h 103"/>
                <a:gd name="T46" fmla="*/ 49 w 110"/>
                <a:gd name="T47" fmla="*/ 58 h 103"/>
                <a:gd name="T48" fmla="*/ 46 w 110"/>
                <a:gd name="T49" fmla="*/ 64 h 103"/>
                <a:gd name="T50" fmla="*/ 45 w 110"/>
                <a:gd name="T51" fmla="*/ 64 h 103"/>
                <a:gd name="T52" fmla="*/ 41 w 110"/>
                <a:gd name="T53" fmla="*/ 58 h 103"/>
                <a:gd name="T54" fmla="*/ 41 w 110"/>
                <a:gd name="T55" fmla="*/ 40 h 103"/>
                <a:gd name="T56" fmla="*/ 38 w 110"/>
                <a:gd name="T57" fmla="*/ 36 h 103"/>
                <a:gd name="T58" fmla="*/ 33 w 110"/>
                <a:gd name="T59" fmla="*/ 36 h 103"/>
                <a:gd name="T60" fmla="*/ 33 w 110"/>
                <a:gd name="T61" fmla="*/ 58 h 103"/>
                <a:gd name="T62" fmla="*/ 29 w 110"/>
                <a:gd name="T63" fmla="*/ 64 h 103"/>
                <a:gd name="T64" fmla="*/ 27 w 110"/>
                <a:gd name="T65" fmla="*/ 64 h 103"/>
                <a:gd name="T66" fmla="*/ 21 w 110"/>
                <a:gd name="T67" fmla="*/ 58 h 103"/>
                <a:gd name="T68" fmla="*/ 21 w 110"/>
                <a:gd name="T69" fmla="*/ 30 h 103"/>
                <a:gd name="T70" fmla="*/ 28 w 110"/>
                <a:gd name="T71" fmla="*/ 28 h 103"/>
                <a:gd name="T72" fmla="*/ 45 w 110"/>
                <a:gd name="T73" fmla="*/ 28 h 103"/>
                <a:gd name="T74" fmla="*/ 46 w 110"/>
                <a:gd name="T75" fmla="*/ 28 h 103"/>
                <a:gd name="T76" fmla="*/ 60 w 110"/>
                <a:gd name="T77" fmla="*/ 28 h 103"/>
                <a:gd name="T78" fmla="*/ 69 w 110"/>
                <a:gd name="T79" fmla="*/ 35 h 103"/>
                <a:gd name="T80" fmla="*/ 69 w 110"/>
                <a:gd name="T81" fmla="*/ 58 h 103"/>
                <a:gd name="T82" fmla="*/ 85 w 110"/>
                <a:gd name="T83" fmla="*/ 60 h 103"/>
                <a:gd name="T84" fmla="*/ 81 w 110"/>
                <a:gd name="T85" fmla="*/ 64 h 103"/>
                <a:gd name="T86" fmla="*/ 81 w 110"/>
                <a:gd name="T87" fmla="*/ 64 h 103"/>
                <a:gd name="T88" fmla="*/ 77 w 110"/>
                <a:gd name="T89" fmla="*/ 60 h 103"/>
                <a:gd name="T90" fmla="*/ 77 w 110"/>
                <a:gd name="T91" fmla="*/ 44 h 103"/>
                <a:gd name="T92" fmla="*/ 81 w 110"/>
                <a:gd name="T93" fmla="*/ 40 h 103"/>
                <a:gd name="T94" fmla="*/ 81 w 110"/>
                <a:gd name="T95" fmla="*/ 40 h 103"/>
                <a:gd name="T96" fmla="*/ 85 w 110"/>
                <a:gd name="T97" fmla="*/ 44 h 103"/>
                <a:gd name="T98" fmla="*/ 85 w 110"/>
                <a:gd name="T99" fmla="*/ 6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0" h="103">
                  <a:moveTo>
                    <a:pt x="110" y="44"/>
                  </a:moveTo>
                  <a:cubicBezTo>
                    <a:pt x="110" y="20"/>
                    <a:pt x="86" y="0"/>
                    <a:pt x="55" y="0"/>
                  </a:cubicBezTo>
                  <a:cubicBezTo>
                    <a:pt x="24" y="0"/>
                    <a:pt x="0" y="20"/>
                    <a:pt x="0" y="44"/>
                  </a:cubicBezTo>
                  <a:cubicBezTo>
                    <a:pt x="0" y="68"/>
                    <a:pt x="24" y="87"/>
                    <a:pt x="54" y="87"/>
                  </a:cubicBezTo>
                  <a:cubicBezTo>
                    <a:pt x="59" y="92"/>
                    <a:pt x="73" y="102"/>
                    <a:pt x="83" y="102"/>
                  </a:cubicBezTo>
                  <a:cubicBezTo>
                    <a:pt x="83" y="102"/>
                    <a:pt x="88" y="103"/>
                    <a:pt x="86" y="100"/>
                  </a:cubicBezTo>
                  <a:cubicBezTo>
                    <a:pt x="86" y="100"/>
                    <a:pt x="77" y="90"/>
                    <a:pt x="79" y="84"/>
                  </a:cubicBezTo>
                  <a:cubicBezTo>
                    <a:pt x="98" y="76"/>
                    <a:pt x="110" y="61"/>
                    <a:pt x="110" y="44"/>
                  </a:cubicBezTo>
                  <a:close/>
                  <a:moveTo>
                    <a:pt x="86" y="32"/>
                  </a:moveTo>
                  <a:cubicBezTo>
                    <a:pt x="86" y="34"/>
                    <a:pt x="84" y="36"/>
                    <a:pt x="82" y="36"/>
                  </a:cubicBezTo>
                  <a:cubicBezTo>
                    <a:pt x="81" y="36"/>
                    <a:pt x="81" y="36"/>
                    <a:pt x="81" y="36"/>
                  </a:cubicBezTo>
                  <a:cubicBezTo>
                    <a:pt x="79" y="36"/>
                    <a:pt x="78" y="34"/>
                    <a:pt x="78" y="32"/>
                  </a:cubicBezTo>
                  <a:cubicBezTo>
                    <a:pt x="78" y="32"/>
                    <a:pt x="78" y="32"/>
                    <a:pt x="78" y="32"/>
                  </a:cubicBezTo>
                  <a:cubicBezTo>
                    <a:pt x="78" y="30"/>
                    <a:pt x="79" y="28"/>
                    <a:pt x="81" y="28"/>
                  </a:cubicBezTo>
                  <a:cubicBezTo>
                    <a:pt x="82" y="28"/>
                    <a:pt x="82" y="28"/>
                    <a:pt x="82" y="28"/>
                  </a:cubicBezTo>
                  <a:cubicBezTo>
                    <a:pt x="84" y="28"/>
                    <a:pt x="86" y="30"/>
                    <a:pt x="86" y="32"/>
                  </a:cubicBezTo>
                  <a:close/>
                  <a:moveTo>
                    <a:pt x="69" y="58"/>
                  </a:moveTo>
                  <a:cubicBezTo>
                    <a:pt x="69" y="60"/>
                    <a:pt x="66" y="64"/>
                    <a:pt x="63" y="64"/>
                  </a:cubicBezTo>
                  <a:cubicBezTo>
                    <a:pt x="62" y="64"/>
                    <a:pt x="62" y="64"/>
                    <a:pt x="62" y="64"/>
                  </a:cubicBezTo>
                  <a:cubicBezTo>
                    <a:pt x="60" y="64"/>
                    <a:pt x="57" y="60"/>
                    <a:pt x="57" y="58"/>
                  </a:cubicBezTo>
                  <a:cubicBezTo>
                    <a:pt x="57" y="40"/>
                    <a:pt x="57" y="40"/>
                    <a:pt x="57" y="40"/>
                  </a:cubicBezTo>
                  <a:cubicBezTo>
                    <a:pt x="57" y="39"/>
                    <a:pt x="57" y="36"/>
                    <a:pt x="56" y="36"/>
                  </a:cubicBezTo>
                  <a:cubicBezTo>
                    <a:pt x="49" y="36"/>
                    <a:pt x="49" y="36"/>
                    <a:pt x="49" y="36"/>
                  </a:cubicBezTo>
                  <a:cubicBezTo>
                    <a:pt x="49" y="58"/>
                    <a:pt x="49" y="58"/>
                    <a:pt x="49" y="58"/>
                  </a:cubicBezTo>
                  <a:cubicBezTo>
                    <a:pt x="49" y="60"/>
                    <a:pt x="48" y="64"/>
                    <a:pt x="46" y="64"/>
                  </a:cubicBezTo>
                  <a:cubicBezTo>
                    <a:pt x="45" y="64"/>
                    <a:pt x="45" y="64"/>
                    <a:pt x="45" y="64"/>
                  </a:cubicBezTo>
                  <a:cubicBezTo>
                    <a:pt x="43" y="64"/>
                    <a:pt x="41" y="60"/>
                    <a:pt x="41" y="58"/>
                  </a:cubicBezTo>
                  <a:cubicBezTo>
                    <a:pt x="41" y="40"/>
                    <a:pt x="41" y="40"/>
                    <a:pt x="41" y="40"/>
                  </a:cubicBezTo>
                  <a:cubicBezTo>
                    <a:pt x="41" y="38"/>
                    <a:pt x="40" y="36"/>
                    <a:pt x="38" y="36"/>
                  </a:cubicBezTo>
                  <a:cubicBezTo>
                    <a:pt x="33" y="36"/>
                    <a:pt x="33" y="36"/>
                    <a:pt x="33" y="36"/>
                  </a:cubicBezTo>
                  <a:cubicBezTo>
                    <a:pt x="33" y="58"/>
                    <a:pt x="33" y="58"/>
                    <a:pt x="33" y="58"/>
                  </a:cubicBezTo>
                  <a:cubicBezTo>
                    <a:pt x="33" y="60"/>
                    <a:pt x="30" y="64"/>
                    <a:pt x="29" y="64"/>
                  </a:cubicBezTo>
                  <a:cubicBezTo>
                    <a:pt x="27" y="64"/>
                    <a:pt x="27" y="64"/>
                    <a:pt x="27" y="64"/>
                  </a:cubicBezTo>
                  <a:cubicBezTo>
                    <a:pt x="25" y="64"/>
                    <a:pt x="21" y="60"/>
                    <a:pt x="21" y="58"/>
                  </a:cubicBezTo>
                  <a:cubicBezTo>
                    <a:pt x="21" y="49"/>
                    <a:pt x="21" y="40"/>
                    <a:pt x="21" y="30"/>
                  </a:cubicBezTo>
                  <a:cubicBezTo>
                    <a:pt x="21" y="28"/>
                    <a:pt x="25" y="28"/>
                    <a:pt x="28" y="28"/>
                  </a:cubicBezTo>
                  <a:cubicBezTo>
                    <a:pt x="45" y="28"/>
                    <a:pt x="45" y="28"/>
                    <a:pt x="45" y="28"/>
                  </a:cubicBezTo>
                  <a:cubicBezTo>
                    <a:pt x="46" y="28"/>
                    <a:pt x="46" y="28"/>
                    <a:pt x="46" y="28"/>
                  </a:cubicBezTo>
                  <a:cubicBezTo>
                    <a:pt x="60" y="28"/>
                    <a:pt x="60" y="28"/>
                    <a:pt x="60" y="28"/>
                  </a:cubicBezTo>
                  <a:cubicBezTo>
                    <a:pt x="65" y="28"/>
                    <a:pt x="69" y="32"/>
                    <a:pt x="69" y="35"/>
                  </a:cubicBezTo>
                  <a:cubicBezTo>
                    <a:pt x="69" y="42"/>
                    <a:pt x="69" y="50"/>
                    <a:pt x="69" y="58"/>
                  </a:cubicBezTo>
                  <a:close/>
                  <a:moveTo>
                    <a:pt x="85" y="60"/>
                  </a:moveTo>
                  <a:cubicBezTo>
                    <a:pt x="85" y="62"/>
                    <a:pt x="83" y="64"/>
                    <a:pt x="81" y="64"/>
                  </a:cubicBezTo>
                  <a:cubicBezTo>
                    <a:pt x="81" y="64"/>
                    <a:pt x="81" y="64"/>
                    <a:pt x="81" y="64"/>
                  </a:cubicBezTo>
                  <a:cubicBezTo>
                    <a:pt x="79" y="64"/>
                    <a:pt x="77" y="62"/>
                    <a:pt x="77" y="60"/>
                  </a:cubicBezTo>
                  <a:cubicBezTo>
                    <a:pt x="77" y="44"/>
                    <a:pt x="77" y="44"/>
                    <a:pt x="77" y="44"/>
                  </a:cubicBezTo>
                  <a:cubicBezTo>
                    <a:pt x="77" y="42"/>
                    <a:pt x="79" y="40"/>
                    <a:pt x="81" y="40"/>
                  </a:cubicBezTo>
                  <a:cubicBezTo>
                    <a:pt x="81" y="40"/>
                    <a:pt x="81" y="40"/>
                    <a:pt x="81" y="40"/>
                  </a:cubicBezTo>
                  <a:cubicBezTo>
                    <a:pt x="83" y="40"/>
                    <a:pt x="85" y="42"/>
                    <a:pt x="85" y="44"/>
                  </a:cubicBezTo>
                  <a:lnTo>
                    <a:pt x="85"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919" name="Freeform 7"/>
          <p:cNvSpPr>
            <a:spLocks noEditPoints="1"/>
          </p:cNvSpPr>
          <p:nvPr/>
        </p:nvSpPr>
        <p:spPr bwMode="auto">
          <a:xfrm>
            <a:off x="6784801" y="4841419"/>
            <a:ext cx="412750" cy="409575"/>
          </a:xfrm>
          <a:custGeom>
            <a:avLst/>
            <a:gdLst>
              <a:gd name="T0" fmla="*/ 65 w 110"/>
              <a:gd name="T1" fmla="*/ 33 h 109"/>
              <a:gd name="T2" fmla="*/ 75 w 110"/>
              <a:gd name="T3" fmla="*/ 51 h 109"/>
              <a:gd name="T4" fmla="*/ 77 w 110"/>
              <a:gd name="T5" fmla="*/ 52 h 109"/>
              <a:gd name="T6" fmla="*/ 78 w 110"/>
              <a:gd name="T7" fmla="*/ 58 h 109"/>
              <a:gd name="T8" fmla="*/ 89 w 110"/>
              <a:gd name="T9" fmla="*/ 69 h 109"/>
              <a:gd name="T10" fmla="*/ 83 w 110"/>
              <a:gd name="T11" fmla="*/ 74 h 109"/>
              <a:gd name="T12" fmla="*/ 110 w 110"/>
              <a:gd name="T13" fmla="*/ 101 h 109"/>
              <a:gd name="T14" fmla="*/ 103 w 110"/>
              <a:gd name="T15" fmla="*/ 109 h 109"/>
              <a:gd name="T16" fmla="*/ 76 w 110"/>
              <a:gd name="T17" fmla="*/ 81 h 109"/>
              <a:gd name="T18" fmla="*/ 71 w 110"/>
              <a:gd name="T19" fmla="*/ 87 h 109"/>
              <a:gd name="T20" fmla="*/ 61 w 110"/>
              <a:gd name="T21" fmla="*/ 76 h 109"/>
              <a:gd name="T22" fmla="*/ 60 w 110"/>
              <a:gd name="T23" fmla="*/ 76 h 109"/>
              <a:gd name="T24" fmla="*/ 53 w 110"/>
              <a:gd name="T25" fmla="*/ 76 h 109"/>
              <a:gd name="T26" fmla="*/ 52 w 110"/>
              <a:gd name="T27" fmla="*/ 74 h 109"/>
              <a:gd name="T28" fmla="*/ 34 w 110"/>
              <a:gd name="T29" fmla="*/ 64 h 109"/>
              <a:gd name="T30" fmla="*/ 18 w 110"/>
              <a:gd name="T31" fmla="*/ 48 h 109"/>
              <a:gd name="T32" fmla="*/ 49 w 110"/>
              <a:gd name="T33" fmla="*/ 17 h 109"/>
              <a:gd name="T34" fmla="*/ 65 w 110"/>
              <a:gd name="T35" fmla="*/ 33 h 109"/>
              <a:gd name="T36" fmla="*/ 0 w 110"/>
              <a:gd name="T37" fmla="*/ 22 h 109"/>
              <a:gd name="T38" fmla="*/ 23 w 110"/>
              <a:gd name="T39" fmla="*/ 0 h 109"/>
              <a:gd name="T40" fmla="*/ 42 w 110"/>
              <a:gd name="T41" fmla="*/ 19 h 109"/>
              <a:gd name="T42" fmla="*/ 20 w 110"/>
              <a:gd name="T43" fmla="*/ 41 h 109"/>
              <a:gd name="T44" fmla="*/ 0 w 110"/>
              <a:gd name="T45" fmla="*/ 22 h 109"/>
              <a:gd name="T46" fmla="*/ 13 w 110"/>
              <a:gd name="T47" fmla="*/ 18 h 109"/>
              <a:gd name="T48" fmla="*/ 8 w 110"/>
              <a:gd name="T49" fmla="*/ 22 h 109"/>
              <a:gd name="T50" fmla="*/ 12 w 110"/>
              <a:gd name="T51" fmla="*/ 26 h 109"/>
              <a:gd name="T52" fmla="*/ 16 w 110"/>
              <a:gd name="T53" fmla="*/ 21 h 109"/>
              <a:gd name="T54" fmla="*/ 13 w 110"/>
              <a:gd name="T55" fmla="*/ 18 h 109"/>
              <a:gd name="T56" fmla="*/ 27 w 110"/>
              <a:gd name="T57" fmla="*/ 10 h 109"/>
              <a:gd name="T58" fmla="*/ 24 w 110"/>
              <a:gd name="T59" fmla="*/ 7 h 109"/>
              <a:gd name="T60" fmla="*/ 19 w 110"/>
              <a:gd name="T61" fmla="*/ 11 h 109"/>
              <a:gd name="T62" fmla="*/ 23 w 110"/>
              <a:gd name="T63" fmla="*/ 15 h 109"/>
              <a:gd name="T64" fmla="*/ 27 w 110"/>
              <a:gd name="T65" fmla="*/ 1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0" h="109">
                <a:moveTo>
                  <a:pt x="65" y="33"/>
                </a:moveTo>
                <a:cubicBezTo>
                  <a:pt x="67" y="36"/>
                  <a:pt x="74" y="45"/>
                  <a:pt x="75" y="51"/>
                </a:cubicBezTo>
                <a:cubicBezTo>
                  <a:pt x="76" y="51"/>
                  <a:pt x="77" y="52"/>
                  <a:pt x="77" y="52"/>
                </a:cubicBezTo>
                <a:cubicBezTo>
                  <a:pt x="79" y="54"/>
                  <a:pt x="79" y="56"/>
                  <a:pt x="78" y="58"/>
                </a:cubicBezTo>
                <a:cubicBezTo>
                  <a:pt x="89" y="69"/>
                  <a:pt x="89" y="69"/>
                  <a:pt x="89" y="69"/>
                </a:cubicBezTo>
                <a:cubicBezTo>
                  <a:pt x="83" y="74"/>
                  <a:pt x="83" y="74"/>
                  <a:pt x="83" y="74"/>
                </a:cubicBezTo>
                <a:cubicBezTo>
                  <a:pt x="110" y="101"/>
                  <a:pt x="110" y="101"/>
                  <a:pt x="110" y="101"/>
                </a:cubicBezTo>
                <a:cubicBezTo>
                  <a:pt x="103" y="109"/>
                  <a:pt x="103" y="109"/>
                  <a:pt x="103" y="109"/>
                </a:cubicBezTo>
                <a:cubicBezTo>
                  <a:pt x="76" y="81"/>
                  <a:pt x="76" y="81"/>
                  <a:pt x="76" y="81"/>
                </a:cubicBezTo>
                <a:cubicBezTo>
                  <a:pt x="71" y="87"/>
                  <a:pt x="71" y="87"/>
                  <a:pt x="71" y="87"/>
                </a:cubicBezTo>
                <a:cubicBezTo>
                  <a:pt x="61" y="76"/>
                  <a:pt x="61" y="76"/>
                  <a:pt x="61" y="76"/>
                </a:cubicBezTo>
                <a:cubicBezTo>
                  <a:pt x="60" y="76"/>
                  <a:pt x="60" y="76"/>
                  <a:pt x="60" y="76"/>
                </a:cubicBezTo>
                <a:cubicBezTo>
                  <a:pt x="58" y="78"/>
                  <a:pt x="55" y="78"/>
                  <a:pt x="53" y="76"/>
                </a:cubicBezTo>
                <a:cubicBezTo>
                  <a:pt x="53" y="75"/>
                  <a:pt x="53" y="75"/>
                  <a:pt x="52" y="74"/>
                </a:cubicBezTo>
                <a:cubicBezTo>
                  <a:pt x="46" y="72"/>
                  <a:pt x="37" y="67"/>
                  <a:pt x="34" y="64"/>
                </a:cubicBezTo>
                <a:cubicBezTo>
                  <a:pt x="18" y="48"/>
                  <a:pt x="18" y="48"/>
                  <a:pt x="18" y="48"/>
                </a:cubicBezTo>
                <a:cubicBezTo>
                  <a:pt x="49" y="17"/>
                  <a:pt x="49" y="17"/>
                  <a:pt x="49" y="17"/>
                </a:cubicBezTo>
                <a:lnTo>
                  <a:pt x="65" y="33"/>
                </a:lnTo>
                <a:close/>
                <a:moveTo>
                  <a:pt x="0" y="22"/>
                </a:moveTo>
                <a:cubicBezTo>
                  <a:pt x="23" y="0"/>
                  <a:pt x="23" y="0"/>
                  <a:pt x="23" y="0"/>
                </a:cubicBezTo>
                <a:cubicBezTo>
                  <a:pt x="42" y="19"/>
                  <a:pt x="42" y="19"/>
                  <a:pt x="42" y="19"/>
                </a:cubicBezTo>
                <a:cubicBezTo>
                  <a:pt x="20" y="41"/>
                  <a:pt x="20" y="41"/>
                  <a:pt x="20" y="41"/>
                </a:cubicBezTo>
                <a:lnTo>
                  <a:pt x="0" y="22"/>
                </a:lnTo>
                <a:close/>
                <a:moveTo>
                  <a:pt x="13" y="18"/>
                </a:moveTo>
                <a:cubicBezTo>
                  <a:pt x="8" y="22"/>
                  <a:pt x="8" y="22"/>
                  <a:pt x="8" y="22"/>
                </a:cubicBezTo>
                <a:cubicBezTo>
                  <a:pt x="12" y="26"/>
                  <a:pt x="12" y="26"/>
                  <a:pt x="12" y="26"/>
                </a:cubicBezTo>
                <a:cubicBezTo>
                  <a:pt x="16" y="21"/>
                  <a:pt x="16" y="21"/>
                  <a:pt x="16" y="21"/>
                </a:cubicBezTo>
                <a:lnTo>
                  <a:pt x="13" y="18"/>
                </a:lnTo>
                <a:close/>
                <a:moveTo>
                  <a:pt x="27" y="10"/>
                </a:moveTo>
                <a:cubicBezTo>
                  <a:pt x="24" y="7"/>
                  <a:pt x="24" y="7"/>
                  <a:pt x="24" y="7"/>
                </a:cubicBezTo>
                <a:cubicBezTo>
                  <a:pt x="19" y="11"/>
                  <a:pt x="19" y="11"/>
                  <a:pt x="19" y="11"/>
                </a:cubicBezTo>
                <a:cubicBezTo>
                  <a:pt x="23" y="15"/>
                  <a:pt x="23" y="15"/>
                  <a:pt x="23" y="15"/>
                </a:cubicBezTo>
                <a:lnTo>
                  <a:pt x="27" y="10"/>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920" name="组合 919"/>
          <p:cNvGrpSpPr/>
          <p:nvPr/>
        </p:nvGrpSpPr>
        <p:grpSpPr>
          <a:xfrm>
            <a:off x="7324785" y="4911034"/>
            <a:ext cx="378482" cy="270344"/>
            <a:chOff x="5419725" y="669925"/>
            <a:chExt cx="866776" cy="619126"/>
          </a:xfrm>
          <a:solidFill>
            <a:srgbClr val="707E84"/>
          </a:solidFill>
        </p:grpSpPr>
        <p:sp>
          <p:nvSpPr>
            <p:cNvPr id="921" name="Freeform 15"/>
            <p:cNvSpPr>
              <a:spLocks/>
            </p:cNvSpPr>
            <p:nvPr/>
          </p:nvSpPr>
          <p:spPr bwMode="auto">
            <a:xfrm>
              <a:off x="5441950" y="1008063"/>
              <a:ext cx="825500" cy="280988"/>
            </a:xfrm>
            <a:custGeom>
              <a:avLst/>
              <a:gdLst>
                <a:gd name="T0" fmla="*/ 110 w 220"/>
                <a:gd name="T1" fmla="*/ 25 h 75"/>
                <a:gd name="T2" fmla="*/ 81 w 220"/>
                <a:gd name="T3" fmla="*/ 0 h 75"/>
                <a:gd name="T4" fmla="*/ 0 w 220"/>
                <a:gd name="T5" fmla="*/ 70 h 75"/>
                <a:gd name="T6" fmla="*/ 11 w 220"/>
                <a:gd name="T7" fmla="*/ 75 h 75"/>
                <a:gd name="T8" fmla="*/ 209 w 220"/>
                <a:gd name="T9" fmla="*/ 75 h 75"/>
                <a:gd name="T10" fmla="*/ 220 w 220"/>
                <a:gd name="T11" fmla="*/ 70 h 75"/>
                <a:gd name="T12" fmla="*/ 138 w 220"/>
                <a:gd name="T13" fmla="*/ 0 h 75"/>
                <a:gd name="T14" fmla="*/ 110 w 220"/>
                <a:gd name="T15" fmla="*/ 25 h 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0" h="75">
                  <a:moveTo>
                    <a:pt x="110" y="25"/>
                  </a:moveTo>
                  <a:cubicBezTo>
                    <a:pt x="81" y="0"/>
                    <a:pt x="81" y="0"/>
                    <a:pt x="81" y="0"/>
                  </a:cubicBezTo>
                  <a:cubicBezTo>
                    <a:pt x="0" y="70"/>
                    <a:pt x="0" y="70"/>
                    <a:pt x="0" y="70"/>
                  </a:cubicBezTo>
                  <a:cubicBezTo>
                    <a:pt x="3" y="73"/>
                    <a:pt x="7" y="75"/>
                    <a:pt x="11" y="75"/>
                  </a:cubicBezTo>
                  <a:cubicBezTo>
                    <a:pt x="209" y="75"/>
                    <a:pt x="209" y="75"/>
                    <a:pt x="209" y="75"/>
                  </a:cubicBezTo>
                  <a:cubicBezTo>
                    <a:pt x="213" y="75"/>
                    <a:pt x="217" y="73"/>
                    <a:pt x="220" y="70"/>
                  </a:cubicBezTo>
                  <a:cubicBezTo>
                    <a:pt x="138" y="0"/>
                    <a:pt x="138" y="0"/>
                    <a:pt x="138" y="0"/>
                  </a:cubicBezTo>
                  <a:lnTo>
                    <a:pt x="110"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2" name="Freeform 16"/>
            <p:cNvSpPr>
              <a:spLocks/>
            </p:cNvSpPr>
            <p:nvPr/>
          </p:nvSpPr>
          <p:spPr bwMode="auto">
            <a:xfrm>
              <a:off x="5441950" y="669925"/>
              <a:ext cx="825500" cy="371475"/>
            </a:xfrm>
            <a:custGeom>
              <a:avLst/>
              <a:gdLst>
                <a:gd name="T0" fmla="*/ 220 w 220"/>
                <a:gd name="T1" fmla="*/ 4 h 99"/>
                <a:gd name="T2" fmla="*/ 209 w 220"/>
                <a:gd name="T3" fmla="*/ 0 h 99"/>
                <a:gd name="T4" fmla="*/ 11 w 220"/>
                <a:gd name="T5" fmla="*/ 0 h 99"/>
                <a:gd name="T6" fmla="*/ 0 w 220"/>
                <a:gd name="T7" fmla="*/ 4 h 99"/>
                <a:gd name="T8" fmla="*/ 110 w 220"/>
                <a:gd name="T9" fmla="*/ 99 h 99"/>
                <a:gd name="T10" fmla="*/ 220 w 220"/>
                <a:gd name="T11" fmla="*/ 4 h 99"/>
              </a:gdLst>
              <a:ahLst/>
              <a:cxnLst>
                <a:cxn ang="0">
                  <a:pos x="T0" y="T1"/>
                </a:cxn>
                <a:cxn ang="0">
                  <a:pos x="T2" y="T3"/>
                </a:cxn>
                <a:cxn ang="0">
                  <a:pos x="T4" y="T5"/>
                </a:cxn>
                <a:cxn ang="0">
                  <a:pos x="T6" y="T7"/>
                </a:cxn>
                <a:cxn ang="0">
                  <a:pos x="T8" y="T9"/>
                </a:cxn>
                <a:cxn ang="0">
                  <a:pos x="T10" y="T11"/>
                </a:cxn>
              </a:cxnLst>
              <a:rect l="0" t="0" r="r" b="b"/>
              <a:pathLst>
                <a:path w="220" h="99">
                  <a:moveTo>
                    <a:pt x="220" y="4"/>
                  </a:moveTo>
                  <a:cubicBezTo>
                    <a:pt x="217" y="1"/>
                    <a:pt x="213" y="0"/>
                    <a:pt x="209" y="0"/>
                  </a:cubicBezTo>
                  <a:cubicBezTo>
                    <a:pt x="11" y="0"/>
                    <a:pt x="11" y="0"/>
                    <a:pt x="11" y="0"/>
                  </a:cubicBezTo>
                  <a:cubicBezTo>
                    <a:pt x="7" y="0"/>
                    <a:pt x="3" y="1"/>
                    <a:pt x="0" y="4"/>
                  </a:cubicBezTo>
                  <a:cubicBezTo>
                    <a:pt x="110" y="99"/>
                    <a:pt x="110" y="99"/>
                    <a:pt x="110" y="99"/>
                  </a:cubicBezTo>
                  <a:lnTo>
                    <a:pt x="220"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3" name="Freeform 17"/>
            <p:cNvSpPr>
              <a:spLocks/>
            </p:cNvSpPr>
            <p:nvPr/>
          </p:nvSpPr>
          <p:spPr bwMode="auto">
            <a:xfrm>
              <a:off x="5419725" y="723900"/>
              <a:ext cx="300038" cy="512763"/>
            </a:xfrm>
            <a:custGeom>
              <a:avLst/>
              <a:gdLst>
                <a:gd name="T0" fmla="*/ 0 w 189"/>
                <a:gd name="T1" fmla="*/ 0 h 323"/>
                <a:gd name="T2" fmla="*/ 0 w 189"/>
                <a:gd name="T3" fmla="*/ 323 h 323"/>
                <a:gd name="T4" fmla="*/ 189 w 189"/>
                <a:gd name="T5" fmla="*/ 163 h 323"/>
                <a:gd name="T6" fmla="*/ 0 w 189"/>
                <a:gd name="T7" fmla="*/ 0 h 323"/>
              </a:gdLst>
              <a:ahLst/>
              <a:cxnLst>
                <a:cxn ang="0">
                  <a:pos x="T0" y="T1"/>
                </a:cxn>
                <a:cxn ang="0">
                  <a:pos x="T2" y="T3"/>
                </a:cxn>
                <a:cxn ang="0">
                  <a:pos x="T4" y="T5"/>
                </a:cxn>
                <a:cxn ang="0">
                  <a:pos x="T6" y="T7"/>
                </a:cxn>
              </a:cxnLst>
              <a:rect l="0" t="0" r="r" b="b"/>
              <a:pathLst>
                <a:path w="189" h="323">
                  <a:moveTo>
                    <a:pt x="0" y="0"/>
                  </a:moveTo>
                  <a:lnTo>
                    <a:pt x="0" y="323"/>
                  </a:lnTo>
                  <a:lnTo>
                    <a:pt x="189" y="16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4" name="Freeform 18"/>
            <p:cNvSpPr>
              <a:spLocks/>
            </p:cNvSpPr>
            <p:nvPr/>
          </p:nvSpPr>
          <p:spPr bwMode="auto">
            <a:xfrm>
              <a:off x="5986463" y="723900"/>
              <a:ext cx="300038" cy="512763"/>
            </a:xfrm>
            <a:custGeom>
              <a:avLst/>
              <a:gdLst>
                <a:gd name="T0" fmla="*/ 0 w 189"/>
                <a:gd name="T1" fmla="*/ 163 h 323"/>
                <a:gd name="T2" fmla="*/ 189 w 189"/>
                <a:gd name="T3" fmla="*/ 323 h 323"/>
                <a:gd name="T4" fmla="*/ 189 w 189"/>
                <a:gd name="T5" fmla="*/ 0 h 323"/>
                <a:gd name="T6" fmla="*/ 0 w 189"/>
                <a:gd name="T7" fmla="*/ 163 h 323"/>
              </a:gdLst>
              <a:ahLst/>
              <a:cxnLst>
                <a:cxn ang="0">
                  <a:pos x="T0" y="T1"/>
                </a:cxn>
                <a:cxn ang="0">
                  <a:pos x="T2" y="T3"/>
                </a:cxn>
                <a:cxn ang="0">
                  <a:pos x="T4" y="T5"/>
                </a:cxn>
                <a:cxn ang="0">
                  <a:pos x="T6" y="T7"/>
                </a:cxn>
              </a:cxnLst>
              <a:rect l="0" t="0" r="r" b="b"/>
              <a:pathLst>
                <a:path w="189" h="323">
                  <a:moveTo>
                    <a:pt x="0" y="163"/>
                  </a:moveTo>
                  <a:lnTo>
                    <a:pt x="189" y="323"/>
                  </a:lnTo>
                  <a:lnTo>
                    <a:pt x="189" y="0"/>
                  </a:lnTo>
                  <a:lnTo>
                    <a:pt x="0" y="1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925" name="Freeform 10"/>
          <p:cNvSpPr>
            <a:spLocks noEditPoints="1"/>
          </p:cNvSpPr>
          <p:nvPr/>
        </p:nvSpPr>
        <p:spPr bwMode="auto">
          <a:xfrm>
            <a:off x="4468940" y="6370806"/>
            <a:ext cx="341540" cy="259308"/>
          </a:xfrm>
          <a:custGeom>
            <a:avLst/>
            <a:gdLst>
              <a:gd name="T0" fmla="*/ 89 w 286"/>
              <a:gd name="T1" fmla="*/ 53 h 217"/>
              <a:gd name="T2" fmla="*/ 197 w 286"/>
              <a:gd name="T3" fmla="*/ 51 h 217"/>
              <a:gd name="T4" fmla="*/ 187 w 286"/>
              <a:gd name="T5" fmla="*/ 60 h 217"/>
              <a:gd name="T6" fmla="*/ 100 w 286"/>
              <a:gd name="T7" fmla="*/ 62 h 217"/>
              <a:gd name="T8" fmla="*/ 120 w 286"/>
              <a:gd name="T9" fmla="*/ 80 h 217"/>
              <a:gd name="T10" fmla="*/ 166 w 286"/>
              <a:gd name="T11" fmla="*/ 78 h 217"/>
              <a:gd name="T12" fmla="*/ 144 w 286"/>
              <a:gd name="T13" fmla="*/ 55 h 217"/>
              <a:gd name="T14" fmla="*/ 144 w 286"/>
              <a:gd name="T15" fmla="*/ 82 h 217"/>
              <a:gd name="T16" fmla="*/ 144 w 286"/>
              <a:gd name="T17" fmla="*/ 115 h 217"/>
              <a:gd name="T18" fmla="*/ 144 w 286"/>
              <a:gd name="T19" fmla="*/ 82 h 217"/>
              <a:gd name="T20" fmla="*/ 11 w 286"/>
              <a:gd name="T21" fmla="*/ 206 h 217"/>
              <a:gd name="T22" fmla="*/ 11 w 286"/>
              <a:gd name="T23" fmla="*/ 217 h 217"/>
              <a:gd name="T24" fmla="*/ 284 w 286"/>
              <a:gd name="T25" fmla="*/ 204 h 217"/>
              <a:gd name="T26" fmla="*/ 282 w 286"/>
              <a:gd name="T27" fmla="*/ 177 h 217"/>
              <a:gd name="T28" fmla="*/ 255 w 286"/>
              <a:gd name="T29" fmla="*/ 21 h 217"/>
              <a:gd name="T30" fmla="*/ 52 w 286"/>
              <a:gd name="T31" fmla="*/ 0 h 217"/>
              <a:gd name="T32" fmla="*/ 31 w 286"/>
              <a:gd name="T33" fmla="*/ 134 h 217"/>
              <a:gd name="T34" fmla="*/ 2 w 286"/>
              <a:gd name="T35" fmla="*/ 189 h 217"/>
              <a:gd name="T36" fmla="*/ 275 w 286"/>
              <a:gd name="T37" fmla="*/ 194 h 217"/>
              <a:gd name="T38" fmla="*/ 282 w 286"/>
              <a:gd name="T39" fmla="*/ 177 h 217"/>
              <a:gd name="T40" fmla="*/ 49 w 286"/>
              <a:gd name="T41" fmla="*/ 17 h 217"/>
              <a:gd name="T42" fmla="*/ 230 w 286"/>
              <a:gd name="T43" fmla="*/ 14 h 217"/>
              <a:gd name="T44" fmla="*/ 240 w 286"/>
              <a:gd name="T45" fmla="*/ 24 h 217"/>
              <a:gd name="T46" fmla="*/ 237 w 286"/>
              <a:gd name="T47" fmla="*/ 127 h 217"/>
              <a:gd name="T48" fmla="*/ 56 w 286"/>
              <a:gd name="T49" fmla="*/ 130 h 217"/>
              <a:gd name="T50" fmla="*/ 46 w 286"/>
              <a:gd name="T51" fmla="*/ 120 h 217"/>
              <a:gd name="T52" fmla="*/ 43 w 286"/>
              <a:gd name="T53" fmla="*/ 143 h 217"/>
              <a:gd name="T54" fmla="*/ 248 w 286"/>
              <a:gd name="T55" fmla="*/ 151 h 217"/>
              <a:gd name="T56" fmla="*/ 43 w 286"/>
              <a:gd name="T57" fmla="*/ 143 h 217"/>
              <a:gd name="T58" fmla="*/ 252 w 286"/>
              <a:gd name="T59" fmla="*/ 157 h 217"/>
              <a:gd name="T60" fmla="*/ 29 w 286"/>
              <a:gd name="T61" fmla="*/ 165 h 217"/>
              <a:gd name="T62" fmla="*/ 97 w 286"/>
              <a:gd name="T63" fmla="*/ 179 h 217"/>
              <a:gd name="T64" fmla="*/ 25 w 286"/>
              <a:gd name="T65" fmla="*/ 171 h 217"/>
              <a:gd name="T66" fmla="*/ 97 w 286"/>
              <a:gd name="T67" fmla="*/ 179 h 217"/>
              <a:gd name="T68" fmla="*/ 186 w 286"/>
              <a:gd name="T69" fmla="*/ 171 h 217"/>
              <a:gd name="T70" fmla="*/ 266 w 286"/>
              <a:gd name="T71" fmla="*/ 179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86" h="217">
                <a:moveTo>
                  <a:pt x="100" y="62"/>
                </a:moveTo>
                <a:cubicBezTo>
                  <a:pt x="89" y="53"/>
                  <a:pt x="89" y="53"/>
                  <a:pt x="89" y="53"/>
                </a:cubicBezTo>
                <a:cubicBezTo>
                  <a:pt x="102" y="38"/>
                  <a:pt x="122" y="28"/>
                  <a:pt x="144" y="28"/>
                </a:cubicBezTo>
                <a:cubicBezTo>
                  <a:pt x="165" y="28"/>
                  <a:pt x="184" y="37"/>
                  <a:pt x="197" y="51"/>
                </a:cubicBezTo>
                <a:cubicBezTo>
                  <a:pt x="191" y="56"/>
                  <a:pt x="191" y="56"/>
                  <a:pt x="191" y="56"/>
                </a:cubicBezTo>
                <a:cubicBezTo>
                  <a:pt x="187" y="60"/>
                  <a:pt x="187" y="60"/>
                  <a:pt x="187" y="60"/>
                </a:cubicBezTo>
                <a:cubicBezTo>
                  <a:pt x="176" y="49"/>
                  <a:pt x="161" y="41"/>
                  <a:pt x="144" y="41"/>
                </a:cubicBezTo>
                <a:cubicBezTo>
                  <a:pt x="126" y="41"/>
                  <a:pt x="110" y="50"/>
                  <a:pt x="100" y="62"/>
                </a:cubicBezTo>
                <a:close/>
                <a:moveTo>
                  <a:pt x="110" y="71"/>
                </a:moveTo>
                <a:cubicBezTo>
                  <a:pt x="120" y="80"/>
                  <a:pt x="120" y="80"/>
                  <a:pt x="120" y="80"/>
                </a:cubicBezTo>
                <a:cubicBezTo>
                  <a:pt x="126" y="73"/>
                  <a:pt x="134" y="69"/>
                  <a:pt x="144" y="69"/>
                </a:cubicBezTo>
                <a:cubicBezTo>
                  <a:pt x="153" y="69"/>
                  <a:pt x="160" y="72"/>
                  <a:pt x="166" y="78"/>
                </a:cubicBezTo>
                <a:cubicBezTo>
                  <a:pt x="176" y="69"/>
                  <a:pt x="176" y="69"/>
                  <a:pt x="176" y="69"/>
                </a:cubicBezTo>
                <a:cubicBezTo>
                  <a:pt x="168" y="60"/>
                  <a:pt x="157" y="55"/>
                  <a:pt x="144" y="55"/>
                </a:cubicBezTo>
                <a:cubicBezTo>
                  <a:pt x="130" y="55"/>
                  <a:pt x="118" y="61"/>
                  <a:pt x="110" y="71"/>
                </a:cubicBezTo>
                <a:close/>
                <a:moveTo>
                  <a:pt x="144" y="82"/>
                </a:moveTo>
                <a:cubicBezTo>
                  <a:pt x="135" y="82"/>
                  <a:pt x="128" y="90"/>
                  <a:pt x="128" y="99"/>
                </a:cubicBezTo>
                <a:cubicBezTo>
                  <a:pt x="128" y="108"/>
                  <a:pt x="135" y="115"/>
                  <a:pt x="144" y="115"/>
                </a:cubicBezTo>
                <a:cubicBezTo>
                  <a:pt x="153" y="115"/>
                  <a:pt x="160" y="108"/>
                  <a:pt x="160" y="99"/>
                </a:cubicBezTo>
                <a:cubicBezTo>
                  <a:pt x="160" y="90"/>
                  <a:pt x="153" y="82"/>
                  <a:pt x="144" y="82"/>
                </a:cubicBezTo>
                <a:close/>
                <a:moveTo>
                  <a:pt x="275" y="206"/>
                </a:moveTo>
                <a:cubicBezTo>
                  <a:pt x="11" y="206"/>
                  <a:pt x="11" y="206"/>
                  <a:pt x="11" y="206"/>
                </a:cubicBezTo>
                <a:cubicBezTo>
                  <a:pt x="8" y="206"/>
                  <a:pt x="5" y="205"/>
                  <a:pt x="2" y="204"/>
                </a:cubicBezTo>
                <a:cubicBezTo>
                  <a:pt x="2" y="207"/>
                  <a:pt x="2" y="217"/>
                  <a:pt x="11" y="217"/>
                </a:cubicBezTo>
                <a:cubicBezTo>
                  <a:pt x="13" y="217"/>
                  <a:pt x="273" y="217"/>
                  <a:pt x="275" y="217"/>
                </a:cubicBezTo>
                <a:cubicBezTo>
                  <a:pt x="284" y="217"/>
                  <a:pt x="284" y="207"/>
                  <a:pt x="284" y="204"/>
                </a:cubicBezTo>
                <a:cubicBezTo>
                  <a:pt x="281" y="205"/>
                  <a:pt x="278" y="206"/>
                  <a:pt x="275" y="206"/>
                </a:cubicBezTo>
                <a:close/>
                <a:moveTo>
                  <a:pt x="282" y="177"/>
                </a:moveTo>
                <a:cubicBezTo>
                  <a:pt x="255" y="134"/>
                  <a:pt x="255" y="134"/>
                  <a:pt x="255" y="134"/>
                </a:cubicBezTo>
                <a:cubicBezTo>
                  <a:pt x="255" y="21"/>
                  <a:pt x="255" y="21"/>
                  <a:pt x="255" y="21"/>
                </a:cubicBezTo>
                <a:cubicBezTo>
                  <a:pt x="255" y="9"/>
                  <a:pt x="245" y="0"/>
                  <a:pt x="234" y="0"/>
                </a:cubicBezTo>
                <a:cubicBezTo>
                  <a:pt x="52" y="0"/>
                  <a:pt x="52" y="0"/>
                  <a:pt x="52" y="0"/>
                </a:cubicBezTo>
                <a:cubicBezTo>
                  <a:pt x="41" y="0"/>
                  <a:pt x="31" y="9"/>
                  <a:pt x="31" y="21"/>
                </a:cubicBezTo>
                <a:cubicBezTo>
                  <a:pt x="31" y="134"/>
                  <a:pt x="31" y="134"/>
                  <a:pt x="31" y="134"/>
                </a:cubicBezTo>
                <a:cubicBezTo>
                  <a:pt x="4" y="177"/>
                  <a:pt x="4" y="177"/>
                  <a:pt x="4" y="177"/>
                </a:cubicBezTo>
                <a:cubicBezTo>
                  <a:pt x="1" y="181"/>
                  <a:pt x="0" y="185"/>
                  <a:pt x="2" y="189"/>
                </a:cubicBezTo>
                <a:cubicBezTo>
                  <a:pt x="4" y="192"/>
                  <a:pt x="7" y="194"/>
                  <a:pt x="11" y="194"/>
                </a:cubicBezTo>
                <a:cubicBezTo>
                  <a:pt x="275" y="194"/>
                  <a:pt x="275" y="194"/>
                  <a:pt x="275" y="194"/>
                </a:cubicBezTo>
                <a:cubicBezTo>
                  <a:pt x="279" y="194"/>
                  <a:pt x="283" y="192"/>
                  <a:pt x="284" y="188"/>
                </a:cubicBezTo>
                <a:cubicBezTo>
                  <a:pt x="286" y="184"/>
                  <a:pt x="284" y="180"/>
                  <a:pt x="282" y="177"/>
                </a:cubicBezTo>
                <a:close/>
                <a:moveTo>
                  <a:pt x="46" y="24"/>
                </a:moveTo>
                <a:cubicBezTo>
                  <a:pt x="46" y="22"/>
                  <a:pt x="47" y="19"/>
                  <a:pt x="49" y="17"/>
                </a:cubicBezTo>
                <a:cubicBezTo>
                  <a:pt x="51" y="15"/>
                  <a:pt x="53" y="14"/>
                  <a:pt x="56" y="14"/>
                </a:cubicBezTo>
                <a:cubicBezTo>
                  <a:pt x="230" y="14"/>
                  <a:pt x="230" y="14"/>
                  <a:pt x="230" y="14"/>
                </a:cubicBezTo>
                <a:cubicBezTo>
                  <a:pt x="233" y="14"/>
                  <a:pt x="235" y="15"/>
                  <a:pt x="237" y="17"/>
                </a:cubicBezTo>
                <a:cubicBezTo>
                  <a:pt x="239" y="19"/>
                  <a:pt x="240" y="22"/>
                  <a:pt x="240" y="24"/>
                </a:cubicBezTo>
                <a:cubicBezTo>
                  <a:pt x="240" y="120"/>
                  <a:pt x="240" y="120"/>
                  <a:pt x="240" y="120"/>
                </a:cubicBezTo>
                <a:cubicBezTo>
                  <a:pt x="240" y="123"/>
                  <a:pt x="239" y="125"/>
                  <a:pt x="237" y="127"/>
                </a:cubicBezTo>
                <a:cubicBezTo>
                  <a:pt x="235" y="129"/>
                  <a:pt x="233" y="130"/>
                  <a:pt x="230" y="130"/>
                </a:cubicBezTo>
                <a:cubicBezTo>
                  <a:pt x="228" y="130"/>
                  <a:pt x="56" y="130"/>
                  <a:pt x="56" y="130"/>
                </a:cubicBezTo>
                <a:cubicBezTo>
                  <a:pt x="53" y="130"/>
                  <a:pt x="51" y="129"/>
                  <a:pt x="49" y="127"/>
                </a:cubicBezTo>
                <a:cubicBezTo>
                  <a:pt x="47" y="125"/>
                  <a:pt x="46" y="123"/>
                  <a:pt x="46" y="120"/>
                </a:cubicBezTo>
                <a:lnTo>
                  <a:pt x="46" y="24"/>
                </a:lnTo>
                <a:close/>
                <a:moveTo>
                  <a:pt x="43" y="143"/>
                </a:moveTo>
                <a:cubicBezTo>
                  <a:pt x="243" y="143"/>
                  <a:pt x="243" y="143"/>
                  <a:pt x="243" y="143"/>
                </a:cubicBezTo>
                <a:cubicBezTo>
                  <a:pt x="248" y="151"/>
                  <a:pt x="248" y="151"/>
                  <a:pt x="248" y="151"/>
                </a:cubicBezTo>
                <a:cubicBezTo>
                  <a:pt x="38" y="151"/>
                  <a:pt x="38" y="151"/>
                  <a:pt x="38" y="151"/>
                </a:cubicBezTo>
                <a:lnTo>
                  <a:pt x="43" y="143"/>
                </a:lnTo>
                <a:close/>
                <a:moveTo>
                  <a:pt x="34" y="157"/>
                </a:moveTo>
                <a:cubicBezTo>
                  <a:pt x="252" y="157"/>
                  <a:pt x="252" y="157"/>
                  <a:pt x="252" y="157"/>
                </a:cubicBezTo>
                <a:cubicBezTo>
                  <a:pt x="257" y="165"/>
                  <a:pt x="257" y="165"/>
                  <a:pt x="257" y="165"/>
                </a:cubicBezTo>
                <a:cubicBezTo>
                  <a:pt x="29" y="165"/>
                  <a:pt x="29" y="165"/>
                  <a:pt x="29" y="165"/>
                </a:cubicBezTo>
                <a:lnTo>
                  <a:pt x="34" y="157"/>
                </a:lnTo>
                <a:close/>
                <a:moveTo>
                  <a:pt x="97" y="179"/>
                </a:moveTo>
                <a:cubicBezTo>
                  <a:pt x="20" y="179"/>
                  <a:pt x="20" y="179"/>
                  <a:pt x="20" y="179"/>
                </a:cubicBezTo>
                <a:cubicBezTo>
                  <a:pt x="25" y="171"/>
                  <a:pt x="25" y="171"/>
                  <a:pt x="25" y="171"/>
                </a:cubicBezTo>
                <a:cubicBezTo>
                  <a:pt x="100" y="171"/>
                  <a:pt x="100" y="171"/>
                  <a:pt x="100" y="171"/>
                </a:cubicBezTo>
                <a:lnTo>
                  <a:pt x="97" y="179"/>
                </a:lnTo>
                <a:close/>
                <a:moveTo>
                  <a:pt x="189" y="179"/>
                </a:moveTo>
                <a:cubicBezTo>
                  <a:pt x="186" y="171"/>
                  <a:pt x="186" y="171"/>
                  <a:pt x="186" y="171"/>
                </a:cubicBezTo>
                <a:cubicBezTo>
                  <a:pt x="261" y="171"/>
                  <a:pt x="261" y="171"/>
                  <a:pt x="261" y="171"/>
                </a:cubicBezTo>
                <a:cubicBezTo>
                  <a:pt x="266" y="179"/>
                  <a:pt x="266" y="179"/>
                  <a:pt x="266" y="179"/>
                </a:cubicBezTo>
                <a:lnTo>
                  <a:pt x="189" y="179"/>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26" name="Freeform 13"/>
          <p:cNvSpPr>
            <a:spLocks noEditPoints="1"/>
          </p:cNvSpPr>
          <p:nvPr/>
        </p:nvSpPr>
        <p:spPr bwMode="auto">
          <a:xfrm>
            <a:off x="7386980" y="5858202"/>
            <a:ext cx="254093" cy="299174"/>
          </a:xfrm>
          <a:custGeom>
            <a:avLst/>
            <a:gdLst>
              <a:gd name="T0" fmla="*/ 153 w 210"/>
              <a:gd name="T1" fmla="*/ 31 h 247"/>
              <a:gd name="T2" fmla="*/ 171 w 210"/>
              <a:gd name="T3" fmla="*/ 14 h 247"/>
              <a:gd name="T4" fmla="*/ 186 w 210"/>
              <a:gd name="T5" fmla="*/ 30 h 247"/>
              <a:gd name="T6" fmla="*/ 209 w 210"/>
              <a:gd name="T7" fmla="*/ 98 h 247"/>
              <a:gd name="T8" fmla="*/ 108 w 210"/>
              <a:gd name="T9" fmla="*/ 210 h 247"/>
              <a:gd name="T10" fmla="*/ 108 w 210"/>
              <a:gd name="T11" fmla="*/ 229 h 247"/>
              <a:gd name="T12" fmla="*/ 149 w 210"/>
              <a:gd name="T13" fmla="*/ 229 h 247"/>
              <a:gd name="T14" fmla="*/ 181 w 210"/>
              <a:gd name="T15" fmla="*/ 237 h 247"/>
              <a:gd name="T16" fmla="*/ 144 w 210"/>
              <a:gd name="T17" fmla="*/ 244 h 247"/>
              <a:gd name="T18" fmla="*/ 57 w 210"/>
              <a:gd name="T19" fmla="*/ 244 h 247"/>
              <a:gd name="T20" fmla="*/ 21 w 210"/>
              <a:gd name="T21" fmla="*/ 237 h 247"/>
              <a:gd name="T22" fmla="*/ 53 w 210"/>
              <a:gd name="T23" fmla="*/ 229 h 247"/>
              <a:gd name="T24" fmla="*/ 93 w 210"/>
              <a:gd name="T25" fmla="*/ 229 h 247"/>
              <a:gd name="T26" fmla="*/ 93 w 210"/>
              <a:gd name="T27" fmla="*/ 210 h 247"/>
              <a:gd name="T28" fmla="*/ 14 w 210"/>
              <a:gd name="T29" fmla="*/ 173 h 247"/>
              <a:gd name="T30" fmla="*/ 31 w 210"/>
              <a:gd name="T31" fmla="*/ 155 h 247"/>
              <a:gd name="T32" fmla="*/ 36 w 210"/>
              <a:gd name="T33" fmla="*/ 36 h 247"/>
              <a:gd name="T34" fmla="*/ 153 w 210"/>
              <a:gd name="T35" fmla="*/ 31 h 247"/>
              <a:gd name="T36" fmla="*/ 163 w 210"/>
              <a:gd name="T37" fmla="*/ 42 h 247"/>
              <a:gd name="T38" fmla="*/ 107 w 210"/>
              <a:gd name="T39" fmla="*/ 184 h 247"/>
              <a:gd name="T40" fmla="*/ 41 w 210"/>
              <a:gd name="T41" fmla="*/ 164 h 247"/>
              <a:gd name="T42" fmla="*/ 33 w 210"/>
              <a:gd name="T43" fmla="*/ 173 h 247"/>
              <a:gd name="T44" fmla="*/ 88 w 210"/>
              <a:gd name="T45" fmla="*/ 196 h 247"/>
              <a:gd name="T46" fmla="*/ 195 w 210"/>
              <a:gd name="T47" fmla="*/ 108 h 247"/>
              <a:gd name="T48" fmla="*/ 172 w 210"/>
              <a:gd name="T49" fmla="*/ 34 h 247"/>
              <a:gd name="T50" fmla="*/ 171 w 210"/>
              <a:gd name="T51" fmla="*/ 34 h 247"/>
              <a:gd name="T52" fmla="*/ 163 w 210"/>
              <a:gd name="T53" fmla="*/ 42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10" h="247">
                <a:moveTo>
                  <a:pt x="153" y="31"/>
                </a:moveTo>
                <a:cubicBezTo>
                  <a:pt x="159" y="32"/>
                  <a:pt x="166" y="15"/>
                  <a:pt x="171" y="14"/>
                </a:cubicBezTo>
                <a:cubicBezTo>
                  <a:pt x="174" y="14"/>
                  <a:pt x="182" y="26"/>
                  <a:pt x="186" y="30"/>
                </a:cubicBezTo>
                <a:cubicBezTo>
                  <a:pt x="199" y="47"/>
                  <a:pt x="209" y="69"/>
                  <a:pt x="209" y="98"/>
                </a:cubicBezTo>
                <a:cubicBezTo>
                  <a:pt x="210" y="161"/>
                  <a:pt x="165" y="202"/>
                  <a:pt x="108" y="210"/>
                </a:cubicBezTo>
                <a:cubicBezTo>
                  <a:pt x="108" y="216"/>
                  <a:pt x="108" y="222"/>
                  <a:pt x="108" y="229"/>
                </a:cubicBezTo>
                <a:cubicBezTo>
                  <a:pt x="121" y="229"/>
                  <a:pt x="133" y="229"/>
                  <a:pt x="149" y="229"/>
                </a:cubicBezTo>
                <a:cubicBezTo>
                  <a:pt x="158" y="229"/>
                  <a:pt x="181" y="225"/>
                  <a:pt x="181" y="237"/>
                </a:cubicBezTo>
                <a:cubicBezTo>
                  <a:pt x="180" y="247"/>
                  <a:pt x="158" y="244"/>
                  <a:pt x="144" y="244"/>
                </a:cubicBezTo>
                <a:cubicBezTo>
                  <a:pt x="117" y="244"/>
                  <a:pt x="86" y="244"/>
                  <a:pt x="57" y="244"/>
                </a:cubicBezTo>
                <a:cubicBezTo>
                  <a:pt x="45" y="244"/>
                  <a:pt x="21" y="247"/>
                  <a:pt x="21" y="237"/>
                </a:cubicBezTo>
                <a:cubicBezTo>
                  <a:pt x="21" y="225"/>
                  <a:pt x="47" y="229"/>
                  <a:pt x="53" y="229"/>
                </a:cubicBezTo>
                <a:cubicBezTo>
                  <a:pt x="69" y="229"/>
                  <a:pt x="78" y="229"/>
                  <a:pt x="93" y="229"/>
                </a:cubicBezTo>
                <a:cubicBezTo>
                  <a:pt x="94" y="224"/>
                  <a:pt x="93" y="216"/>
                  <a:pt x="93" y="210"/>
                </a:cubicBezTo>
                <a:cubicBezTo>
                  <a:pt x="58" y="206"/>
                  <a:pt x="34" y="192"/>
                  <a:pt x="14" y="173"/>
                </a:cubicBezTo>
                <a:cubicBezTo>
                  <a:pt x="19" y="166"/>
                  <a:pt x="25" y="161"/>
                  <a:pt x="31" y="155"/>
                </a:cubicBezTo>
                <a:cubicBezTo>
                  <a:pt x="0" y="122"/>
                  <a:pt x="8" y="64"/>
                  <a:pt x="36" y="36"/>
                </a:cubicBezTo>
                <a:cubicBezTo>
                  <a:pt x="63" y="9"/>
                  <a:pt x="123" y="0"/>
                  <a:pt x="153" y="31"/>
                </a:cubicBezTo>
                <a:close/>
                <a:moveTo>
                  <a:pt x="163" y="42"/>
                </a:moveTo>
                <a:cubicBezTo>
                  <a:pt x="208" y="92"/>
                  <a:pt x="173" y="179"/>
                  <a:pt x="107" y="184"/>
                </a:cubicBezTo>
                <a:cubicBezTo>
                  <a:pt x="78" y="186"/>
                  <a:pt x="58" y="176"/>
                  <a:pt x="41" y="164"/>
                </a:cubicBezTo>
                <a:cubicBezTo>
                  <a:pt x="39" y="167"/>
                  <a:pt x="34" y="168"/>
                  <a:pt x="33" y="173"/>
                </a:cubicBezTo>
                <a:cubicBezTo>
                  <a:pt x="49" y="184"/>
                  <a:pt x="65" y="194"/>
                  <a:pt x="88" y="196"/>
                </a:cubicBezTo>
                <a:cubicBezTo>
                  <a:pt x="148" y="200"/>
                  <a:pt x="192" y="158"/>
                  <a:pt x="195" y="108"/>
                </a:cubicBezTo>
                <a:cubicBezTo>
                  <a:pt x="197" y="80"/>
                  <a:pt x="189" y="54"/>
                  <a:pt x="172" y="34"/>
                </a:cubicBezTo>
                <a:cubicBezTo>
                  <a:pt x="172" y="34"/>
                  <a:pt x="171" y="34"/>
                  <a:pt x="171" y="34"/>
                </a:cubicBezTo>
                <a:cubicBezTo>
                  <a:pt x="168" y="37"/>
                  <a:pt x="165" y="39"/>
                  <a:pt x="163" y="42"/>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927" name="组合 926"/>
          <p:cNvGrpSpPr/>
          <p:nvPr/>
        </p:nvGrpSpPr>
        <p:grpSpPr>
          <a:xfrm>
            <a:off x="6852748" y="5874294"/>
            <a:ext cx="415318" cy="266990"/>
            <a:chOff x="4781551" y="1111250"/>
            <a:chExt cx="2066925" cy="1328738"/>
          </a:xfrm>
          <a:solidFill>
            <a:srgbClr val="707E84"/>
          </a:solidFill>
        </p:grpSpPr>
        <p:sp>
          <p:nvSpPr>
            <p:cNvPr id="928" name="Freeform 468"/>
            <p:cNvSpPr>
              <a:spLocks noEditPoints="1"/>
            </p:cNvSpPr>
            <p:nvPr/>
          </p:nvSpPr>
          <p:spPr bwMode="auto">
            <a:xfrm>
              <a:off x="5438776" y="1111250"/>
              <a:ext cx="1409700" cy="1319213"/>
            </a:xfrm>
            <a:custGeom>
              <a:avLst/>
              <a:gdLst>
                <a:gd name="T0" fmla="*/ 416 w 443"/>
                <a:gd name="T1" fmla="*/ 0 h 415"/>
                <a:gd name="T2" fmla="*/ 27 w 443"/>
                <a:gd name="T3" fmla="*/ 0 h 415"/>
                <a:gd name="T4" fmla="*/ 0 w 443"/>
                <a:gd name="T5" fmla="*/ 28 h 415"/>
                <a:gd name="T6" fmla="*/ 0 w 443"/>
                <a:gd name="T7" fmla="*/ 314 h 415"/>
                <a:gd name="T8" fmla="*/ 27 w 443"/>
                <a:gd name="T9" fmla="*/ 341 h 415"/>
                <a:gd name="T10" fmla="*/ 203 w 443"/>
                <a:gd name="T11" fmla="*/ 341 h 415"/>
                <a:gd name="T12" fmla="*/ 203 w 443"/>
                <a:gd name="T13" fmla="*/ 381 h 415"/>
                <a:gd name="T14" fmla="*/ 88 w 443"/>
                <a:gd name="T15" fmla="*/ 381 h 415"/>
                <a:gd name="T16" fmla="*/ 78 w 443"/>
                <a:gd name="T17" fmla="*/ 388 h 415"/>
                <a:gd name="T18" fmla="*/ 60 w 443"/>
                <a:gd name="T19" fmla="*/ 408 h 415"/>
                <a:gd name="T20" fmla="*/ 67 w 443"/>
                <a:gd name="T21" fmla="*/ 415 h 415"/>
                <a:gd name="T22" fmla="*/ 380 w 443"/>
                <a:gd name="T23" fmla="*/ 415 h 415"/>
                <a:gd name="T24" fmla="*/ 387 w 443"/>
                <a:gd name="T25" fmla="*/ 408 h 415"/>
                <a:gd name="T26" fmla="*/ 366 w 443"/>
                <a:gd name="T27" fmla="*/ 388 h 415"/>
                <a:gd name="T28" fmla="*/ 356 w 443"/>
                <a:gd name="T29" fmla="*/ 381 h 415"/>
                <a:gd name="T30" fmla="*/ 243 w 443"/>
                <a:gd name="T31" fmla="*/ 381 h 415"/>
                <a:gd name="T32" fmla="*/ 243 w 443"/>
                <a:gd name="T33" fmla="*/ 341 h 415"/>
                <a:gd name="T34" fmla="*/ 416 w 443"/>
                <a:gd name="T35" fmla="*/ 341 h 415"/>
                <a:gd name="T36" fmla="*/ 443 w 443"/>
                <a:gd name="T37" fmla="*/ 314 h 415"/>
                <a:gd name="T38" fmla="*/ 443 w 443"/>
                <a:gd name="T39" fmla="*/ 28 h 415"/>
                <a:gd name="T40" fmla="*/ 416 w 443"/>
                <a:gd name="T41" fmla="*/ 0 h 415"/>
                <a:gd name="T42" fmla="*/ 414 w 443"/>
                <a:gd name="T43" fmla="*/ 290 h 415"/>
                <a:gd name="T44" fmla="*/ 398 w 443"/>
                <a:gd name="T45" fmla="*/ 306 h 415"/>
                <a:gd name="T46" fmla="*/ 308 w 443"/>
                <a:gd name="T47" fmla="*/ 306 h 415"/>
                <a:gd name="T48" fmla="*/ 300 w 443"/>
                <a:gd name="T49" fmla="*/ 305 h 415"/>
                <a:gd name="T50" fmla="*/ 154 w 443"/>
                <a:gd name="T51" fmla="*/ 305 h 415"/>
                <a:gd name="T52" fmla="*/ 146 w 443"/>
                <a:gd name="T53" fmla="*/ 306 h 415"/>
                <a:gd name="T54" fmla="*/ 45 w 443"/>
                <a:gd name="T55" fmla="*/ 306 h 415"/>
                <a:gd name="T56" fmla="*/ 30 w 443"/>
                <a:gd name="T57" fmla="*/ 290 h 415"/>
                <a:gd name="T58" fmla="*/ 30 w 443"/>
                <a:gd name="T59" fmla="*/ 49 h 415"/>
                <a:gd name="T60" fmla="*/ 45 w 443"/>
                <a:gd name="T61" fmla="*/ 33 h 415"/>
                <a:gd name="T62" fmla="*/ 398 w 443"/>
                <a:gd name="T63" fmla="*/ 33 h 415"/>
                <a:gd name="T64" fmla="*/ 414 w 443"/>
                <a:gd name="T65" fmla="*/ 49 h 415"/>
                <a:gd name="T66" fmla="*/ 414 w 443"/>
                <a:gd name="T67" fmla="*/ 290 h 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43" h="415">
                  <a:moveTo>
                    <a:pt x="416" y="0"/>
                  </a:moveTo>
                  <a:cubicBezTo>
                    <a:pt x="27" y="0"/>
                    <a:pt x="27" y="0"/>
                    <a:pt x="27" y="0"/>
                  </a:cubicBezTo>
                  <a:cubicBezTo>
                    <a:pt x="12" y="0"/>
                    <a:pt x="0" y="13"/>
                    <a:pt x="0" y="28"/>
                  </a:cubicBezTo>
                  <a:cubicBezTo>
                    <a:pt x="0" y="314"/>
                    <a:pt x="0" y="314"/>
                    <a:pt x="0" y="314"/>
                  </a:cubicBezTo>
                  <a:cubicBezTo>
                    <a:pt x="0" y="329"/>
                    <a:pt x="12" y="341"/>
                    <a:pt x="27" y="341"/>
                  </a:cubicBezTo>
                  <a:cubicBezTo>
                    <a:pt x="203" y="341"/>
                    <a:pt x="203" y="341"/>
                    <a:pt x="203" y="341"/>
                  </a:cubicBezTo>
                  <a:cubicBezTo>
                    <a:pt x="203" y="381"/>
                    <a:pt x="203" y="381"/>
                    <a:pt x="203" y="381"/>
                  </a:cubicBezTo>
                  <a:cubicBezTo>
                    <a:pt x="88" y="381"/>
                    <a:pt x="88" y="381"/>
                    <a:pt x="88" y="381"/>
                  </a:cubicBezTo>
                  <a:cubicBezTo>
                    <a:pt x="84" y="381"/>
                    <a:pt x="78" y="384"/>
                    <a:pt x="78" y="388"/>
                  </a:cubicBezTo>
                  <a:cubicBezTo>
                    <a:pt x="60" y="408"/>
                    <a:pt x="60" y="408"/>
                    <a:pt x="60" y="408"/>
                  </a:cubicBezTo>
                  <a:cubicBezTo>
                    <a:pt x="60" y="412"/>
                    <a:pt x="63" y="415"/>
                    <a:pt x="67" y="415"/>
                  </a:cubicBezTo>
                  <a:cubicBezTo>
                    <a:pt x="380" y="415"/>
                    <a:pt x="380" y="415"/>
                    <a:pt x="380" y="415"/>
                  </a:cubicBezTo>
                  <a:cubicBezTo>
                    <a:pt x="384" y="415"/>
                    <a:pt x="387" y="412"/>
                    <a:pt x="387" y="408"/>
                  </a:cubicBezTo>
                  <a:cubicBezTo>
                    <a:pt x="366" y="388"/>
                    <a:pt x="366" y="388"/>
                    <a:pt x="366" y="388"/>
                  </a:cubicBezTo>
                  <a:cubicBezTo>
                    <a:pt x="366" y="384"/>
                    <a:pt x="360" y="381"/>
                    <a:pt x="356" y="381"/>
                  </a:cubicBezTo>
                  <a:cubicBezTo>
                    <a:pt x="243" y="381"/>
                    <a:pt x="243" y="381"/>
                    <a:pt x="243" y="381"/>
                  </a:cubicBezTo>
                  <a:cubicBezTo>
                    <a:pt x="243" y="341"/>
                    <a:pt x="243" y="341"/>
                    <a:pt x="243" y="341"/>
                  </a:cubicBezTo>
                  <a:cubicBezTo>
                    <a:pt x="416" y="341"/>
                    <a:pt x="416" y="341"/>
                    <a:pt x="416" y="341"/>
                  </a:cubicBezTo>
                  <a:cubicBezTo>
                    <a:pt x="431" y="341"/>
                    <a:pt x="443" y="329"/>
                    <a:pt x="443" y="314"/>
                  </a:cubicBezTo>
                  <a:cubicBezTo>
                    <a:pt x="443" y="28"/>
                    <a:pt x="443" y="28"/>
                    <a:pt x="443" y="28"/>
                  </a:cubicBezTo>
                  <a:cubicBezTo>
                    <a:pt x="443" y="13"/>
                    <a:pt x="431" y="0"/>
                    <a:pt x="416" y="0"/>
                  </a:cubicBezTo>
                  <a:close/>
                  <a:moveTo>
                    <a:pt x="414" y="290"/>
                  </a:moveTo>
                  <a:cubicBezTo>
                    <a:pt x="414" y="299"/>
                    <a:pt x="406" y="306"/>
                    <a:pt x="398" y="306"/>
                  </a:cubicBezTo>
                  <a:cubicBezTo>
                    <a:pt x="308" y="306"/>
                    <a:pt x="308" y="306"/>
                    <a:pt x="308" y="306"/>
                  </a:cubicBezTo>
                  <a:cubicBezTo>
                    <a:pt x="305" y="306"/>
                    <a:pt x="302" y="305"/>
                    <a:pt x="300" y="305"/>
                  </a:cubicBezTo>
                  <a:cubicBezTo>
                    <a:pt x="154" y="305"/>
                    <a:pt x="154" y="305"/>
                    <a:pt x="154" y="305"/>
                  </a:cubicBezTo>
                  <a:cubicBezTo>
                    <a:pt x="152" y="305"/>
                    <a:pt x="149" y="306"/>
                    <a:pt x="146" y="306"/>
                  </a:cubicBezTo>
                  <a:cubicBezTo>
                    <a:pt x="45" y="306"/>
                    <a:pt x="45" y="306"/>
                    <a:pt x="45" y="306"/>
                  </a:cubicBezTo>
                  <a:cubicBezTo>
                    <a:pt x="37" y="306"/>
                    <a:pt x="30" y="299"/>
                    <a:pt x="30" y="290"/>
                  </a:cubicBezTo>
                  <a:cubicBezTo>
                    <a:pt x="30" y="49"/>
                    <a:pt x="30" y="49"/>
                    <a:pt x="30" y="49"/>
                  </a:cubicBezTo>
                  <a:cubicBezTo>
                    <a:pt x="30" y="40"/>
                    <a:pt x="37" y="33"/>
                    <a:pt x="45" y="33"/>
                  </a:cubicBezTo>
                  <a:cubicBezTo>
                    <a:pt x="398" y="33"/>
                    <a:pt x="398" y="33"/>
                    <a:pt x="398" y="33"/>
                  </a:cubicBezTo>
                  <a:cubicBezTo>
                    <a:pt x="406" y="33"/>
                    <a:pt x="414" y="40"/>
                    <a:pt x="414" y="49"/>
                  </a:cubicBezTo>
                  <a:cubicBezTo>
                    <a:pt x="414" y="290"/>
                    <a:pt x="414" y="290"/>
                    <a:pt x="414" y="2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9" name="Freeform 469"/>
            <p:cNvSpPr>
              <a:spLocks noEditPoints="1"/>
            </p:cNvSpPr>
            <p:nvPr/>
          </p:nvSpPr>
          <p:spPr bwMode="auto">
            <a:xfrm>
              <a:off x="4781551" y="1212850"/>
              <a:ext cx="517525" cy="1227138"/>
            </a:xfrm>
            <a:custGeom>
              <a:avLst/>
              <a:gdLst>
                <a:gd name="T0" fmla="*/ 149 w 163"/>
                <a:gd name="T1" fmla="*/ 0 h 386"/>
                <a:gd name="T2" fmla="*/ 14 w 163"/>
                <a:gd name="T3" fmla="*/ 0 h 386"/>
                <a:gd name="T4" fmla="*/ 0 w 163"/>
                <a:gd name="T5" fmla="*/ 14 h 386"/>
                <a:gd name="T6" fmla="*/ 0 w 163"/>
                <a:gd name="T7" fmla="*/ 372 h 386"/>
                <a:gd name="T8" fmla="*/ 14 w 163"/>
                <a:gd name="T9" fmla="*/ 386 h 386"/>
                <a:gd name="T10" fmla="*/ 149 w 163"/>
                <a:gd name="T11" fmla="*/ 386 h 386"/>
                <a:gd name="T12" fmla="*/ 163 w 163"/>
                <a:gd name="T13" fmla="*/ 372 h 386"/>
                <a:gd name="T14" fmla="*/ 163 w 163"/>
                <a:gd name="T15" fmla="*/ 14 h 386"/>
                <a:gd name="T16" fmla="*/ 149 w 163"/>
                <a:gd name="T17" fmla="*/ 0 h 386"/>
                <a:gd name="T18" fmla="*/ 16 w 163"/>
                <a:gd name="T19" fmla="*/ 46 h 386"/>
                <a:gd name="T20" fmla="*/ 26 w 163"/>
                <a:gd name="T21" fmla="*/ 35 h 386"/>
                <a:gd name="T22" fmla="*/ 134 w 163"/>
                <a:gd name="T23" fmla="*/ 35 h 386"/>
                <a:gd name="T24" fmla="*/ 144 w 163"/>
                <a:gd name="T25" fmla="*/ 46 h 386"/>
                <a:gd name="T26" fmla="*/ 144 w 163"/>
                <a:gd name="T27" fmla="*/ 80 h 386"/>
                <a:gd name="T28" fmla="*/ 134 w 163"/>
                <a:gd name="T29" fmla="*/ 90 h 386"/>
                <a:gd name="T30" fmla="*/ 26 w 163"/>
                <a:gd name="T31" fmla="*/ 90 h 386"/>
                <a:gd name="T32" fmla="*/ 16 w 163"/>
                <a:gd name="T33" fmla="*/ 80 h 386"/>
                <a:gd name="T34" fmla="*/ 16 w 163"/>
                <a:gd name="T35" fmla="*/ 46 h 386"/>
                <a:gd name="T36" fmla="*/ 82 w 163"/>
                <a:gd name="T37" fmla="*/ 333 h 386"/>
                <a:gd name="T38" fmla="*/ 61 w 163"/>
                <a:gd name="T39" fmla="*/ 311 h 386"/>
                <a:gd name="T40" fmla="*/ 82 w 163"/>
                <a:gd name="T41" fmla="*/ 289 h 386"/>
                <a:gd name="T42" fmla="*/ 104 w 163"/>
                <a:gd name="T43" fmla="*/ 311 h 386"/>
                <a:gd name="T44" fmla="*/ 82 w 163"/>
                <a:gd name="T45" fmla="*/ 333 h 386"/>
                <a:gd name="T46" fmla="*/ 145 w 163"/>
                <a:gd name="T47" fmla="*/ 138 h 386"/>
                <a:gd name="T48" fmla="*/ 135 w 163"/>
                <a:gd name="T49" fmla="*/ 146 h 386"/>
                <a:gd name="T50" fmla="*/ 28 w 163"/>
                <a:gd name="T51" fmla="*/ 146 h 386"/>
                <a:gd name="T52" fmla="*/ 17 w 163"/>
                <a:gd name="T53" fmla="*/ 138 h 386"/>
                <a:gd name="T54" fmla="*/ 17 w 163"/>
                <a:gd name="T55" fmla="*/ 115 h 386"/>
                <a:gd name="T56" fmla="*/ 28 w 163"/>
                <a:gd name="T57" fmla="*/ 107 h 386"/>
                <a:gd name="T58" fmla="*/ 135 w 163"/>
                <a:gd name="T59" fmla="*/ 107 h 386"/>
                <a:gd name="T60" fmla="*/ 145 w 163"/>
                <a:gd name="T61" fmla="*/ 115 h 386"/>
                <a:gd name="T62" fmla="*/ 145 w 163"/>
                <a:gd name="T63" fmla="*/ 138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3" h="386">
                  <a:moveTo>
                    <a:pt x="149" y="0"/>
                  </a:moveTo>
                  <a:cubicBezTo>
                    <a:pt x="14" y="0"/>
                    <a:pt x="14" y="0"/>
                    <a:pt x="14" y="0"/>
                  </a:cubicBezTo>
                  <a:cubicBezTo>
                    <a:pt x="6" y="0"/>
                    <a:pt x="0" y="6"/>
                    <a:pt x="0" y="14"/>
                  </a:cubicBezTo>
                  <a:cubicBezTo>
                    <a:pt x="0" y="372"/>
                    <a:pt x="0" y="372"/>
                    <a:pt x="0" y="372"/>
                  </a:cubicBezTo>
                  <a:cubicBezTo>
                    <a:pt x="0" y="380"/>
                    <a:pt x="6" y="386"/>
                    <a:pt x="14" y="386"/>
                  </a:cubicBezTo>
                  <a:cubicBezTo>
                    <a:pt x="149" y="386"/>
                    <a:pt x="149" y="386"/>
                    <a:pt x="149" y="386"/>
                  </a:cubicBezTo>
                  <a:cubicBezTo>
                    <a:pt x="157" y="386"/>
                    <a:pt x="163" y="380"/>
                    <a:pt x="163" y="372"/>
                  </a:cubicBezTo>
                  <a:cubicBezTo>
                    <a:pt x="163" y="14"/>
                    <a:pt x="163" y="14"/>
                    <a:pt x="163" y="14"/>
                  </a:cubicBezTo>
                  <a:cubicBezTo>
                    <a:pt x="163" y="6"/>
                    <a:pt x="157" y="0"/>
                    <a:pt x="149" y="0"/>
                  </a:cubicBezTo>
                  <a:close/>
                  <a:moveTo>
                    <a:pt x="16" y="46"/>
                  </a:moveTo>
                  <a:cubicBezTo>
                    <a:pt x="16" y="40"/>
                    <a:pt x="21" y="35"/>
                    <a:pt x="26" y="35"/>
                  </a:cubicBezTo>
                  <a:cubicBezTo>
                    <a:pt x="134" y="35"/>
                    <a:pt x="134" y="35"/>
                    <a:pt x="134" y="35"/>
                  </a:cubicBezTo>
                  <a:cubicBezTo>
                    <a:pt x="139" y="35"/>
                    <a:pt x="144" y="40"/>
                    <a:pt x="144" y="46"/>
                  </a:cubicBezTo>
                  <a:cubicBezTo>
                    <a:pt x="144" y="80"/>
                    <a:pt x="144" y="80"/>
                    <a:pt x="144" y="80"/>
                  </a:cubicBezTo>
                  <a:cubicBezTo>
                    <a:pt x="144" y="86"/>
                    <a:pt x="139" y="90"/>
                    <a:pt x="134" y="90"/>
                  </a:cubicBezTo>
                  <a:cubicBezTo>
                    <a:pt x="26" y="90"/>
                    <a:pt x="26" y="90"/>
                    <a:pt x="26" y="90"/>
                  </a:cubicBezTo>
                  <a:cubicBezTo>
                    <a:pt x="21" y="90"/>
                    <a:pt x="16" y="86"/>
                    <a:pt x="16" y="80"/>
                  </a:cubicBezTo>
                  <a:lnTo>
                    <a:pt x="16" y="46"/>
                  </a:lnTo>
                  <a:close/>
                  <a:moveTo>
                    <a:pt x="82" y="333"/>
                  </a:moveTo>
                  <a:cubicBezTo>
                    <a:pt x="71" y="333"/>
                    <a:pt x="61" y="323"/>
                    <a:pt x="61" y="311"/>
                  </a:cubicBezTo>
                  <a:cubicBezTo>
                    <a:pt x="61" y="298"/>
                    <a:pt x="71" y="289"/>
                    <a:pt x="82" y="289"/>
                  </a:cubicBezTo>
                  <a:cubicBezTo>
                    <a:pt x="94" y="289"/>
                    <a:pt x="104" y="298"/>
                    <a:pt x="104" y="311"/>
                  </a:cubicBezTo>
                  <a:cubicBezTo>
                    <a:pt x="104" y="323"/>
                    <a:pt x="94" y="333"/>
                    <a:pt x="82" y="333"/>
                  </a:cubicBezTo>
                  <a:close/>
                  <a:moveTo>
                    <a:pt x="145" y="138"/>
                  </a:moveTo>
                  <a:cubicBezTo>
                    <a:pt x="145" y="142"/>
                    <a:pt x="141" y="146"/>
                    <a:pt x="135" y="146"/>
                  </a:cubicBezTo>
                  <a:cubicBezTo>
                    <a:pt x="28" y="146"/>
                    <a:pt x="28" y="146"/>
                    <a:pt x="28" y="146"/>
                  </a:cubicBezTo>
                  <a:cubicBezTo>
                    <a:pt x="22" y="146"/>
                    <a:pt x="17" y="142"/>
                    <a:pt x="17" y="138"/>
                  </a:cubicBezTo>
                  <a:cubicBezTo>
                    <a:pt x="17" y="115"/>
                    <a:pt x="17" y="115"/>
                    <a:pt x="17" y="115"/>
                  </a:cubicBezTo>
                  <a:cubicBezTo>
                    <a:pt x="17" y="111"/>
                    <a:pt x="22" y="107"/>
                    <a:pt x="28" y="107"/>
                  </a:cubicBezTo>
                  <a:cubicBezTo>
                    <a:pt x="135" y="107"/>
                    <a:pt x="135" y="107"/>
                    <a:pt x="135" y="107"/>
                  </a:cubicBezTo>
                  <a:cubicBezTo>
                    <a:pt x="141" y="107"/>
                    <a:pt x="145" y="111"/>
                    <a:pt x="145" y="115"/>
                  </a:cubicBezTo>
                  <a:lnTo>
                    <a:pt x="145"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30" name="组合 929"/>
          <p:cNvGrpSpPr/>
          <p:nvPr/>
        </p:nvGrpSpPr>
        <p:grpSpPr>
          <a:xfrm>
            <a:off x="6436231" y="6378449"/>
            <a:ext cx="279293" cy="244022"/>
            <a:chOff x="2871788" y="4600575"/>
            <a:chExt cx="615950" cy="538162"/>
          </a:xfrm>
          <a:solidFill>
            <a:srgbClr val="707E84"/>
          </a:solidFill>
        </p:grpSpPr>
        <p:sp>
          <p:nvSpPr>
            <p:cNvPr id="931" name="Freeform 11"/>
            <p:cNvSpPr>
              <a:spLocks/>
            </p:cNvSpPr>
            <p:nvPr/>
          </p:nvSpPr>
          <p:spPr bwMode="auto">
            <a:xfrm>
              <a:off x="2968625" y="4695825"/>
              <a:ext cx="220662" cy="144462"/>
            </a:xfrm>
            <a:custGeom>
              <a:avLst/>
              <a:gdLst>
                <a:gd name="T0" fmla="*/ 44 w 46"/>
                <a:gd name="T1" fmla="*/ 0 h 30"/>
                <a:gd name="T2" fmla="*/ 0 w 46"/>
                <a:gd name="T3" fmla="*/ 28 h 30"/>
                <a:gd name="T4" fmla="*/ 2 w 46"/>
                <a:gd name="T5" fmla="*/ 30 h 30"/>
                <a:gd name="T6" fmla="*/ 4 w 46"/>
                <a:gd name="T7" fmla="*/ 28 h 30"/>
                <a:gd name="T8" fmla="*/ 44 w 46"/>
                <a:gd name="T9" fmla="*/ 4 h 30"/>
                <a:gd name="T10" fmla="*/ 46 w 46"/>
                <a:gd name="T11" fmla="*/ 2 h 30"/>
                <a:gd name="T12" fmla="*/ 44 w 46"/>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46" h="30">
                  <a:moveTo>
                    <a:pt x="44" y="0"/>
                  </a:moveTo>
                  <a:cubicBezTo>
                    <a:pt x="20" y="0"/>
                    <a:pt x="0" y="13"/>
                    <a:pt x="0" y="28"/>
                  </a:cubicBezTo>
                  <a:cubicBezTo>
                    <a:pt x="0" y="29"/>
                    <a:pt x="1" y="30"/>
                    <a:pt x="2" y="30"/>
                  </a:cubicBezTo>
                  <a:cubicBezTo>
                    <a:pt x="3" y="30"/>
                    <a:pt x="4" y="29"/>
                    <a:pt x="4" y="28"/>
                  </a:cubicBezTo>
                  <a:cubicBezTo>
                    <a:pt x="4" y="15"/>
                    <a:pt x="23" y="4"/>
                    <a:pt x="44" y="4"/>
                  </a:cubicBezTo>
                  <a:cubicBezTo>
                    <a:pt x="45" y="4"/>
                    <a:pt x="46" y="3"/>
                    <a:pt x="46" y="2"/>
                  </a:cubicBezTo>
                  <a:cubicBezTo>
                    <a:pt x="46" y="1"/>
                    <a:pt x="45" y="0"/>
                    <a:pt x="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2" name="Freeform 12"/>
            <p:cNvSpPr>
              <a:spLocks noEditPoints="1"/>
            </p:cNvSpPr>
            <p:nvPr/>
          </p:nvSpPr>
          <p:spPr bwMode="auto">
            <a:xfrm>
              <a:off x="2871788" y="4600575"/>
              <a:ext cx="615950" cy="538162"/>
            </a:xfrm>
            <a:custGeom>
              <a:avLst/>
              <a:gdLst>
                <a:gd name="T0" fmla="*/ 64 w 128"/>
                <a:gd name="T1" fmla="*/ 0 h 112"/>
                <a:gd name="T2" fmla="*/ 0 w 128"/>
                <a:gd name="T3" fmla="*/ 48 h 112"/>
                <a:gd name="T4" fmla="*/ 28 w 128"/>
                <a:gd name="T5" fmla="*/ 88 h 112"/>
                <a:gd name="T6" fmla="*/ 28 w 128"/>
                <a:gd name="T7" fmla="*/ 88 h 112"/>
                <a:gd name="T8" fmla="*/ 20 w 128"/>
                <a:gd name="T9" fmla="*/ 107 h 112"/>
                <a:gd name="T10" fmla="*/ 20 w 128"/>
                <a:gd name="T11" fmla="*/ 107 h 112"/>
                <a:gd name="T12" fmla="*/ 20 w 128"/>
                <a:gd name="T13" fmla="*/ 108 h 112"/>
                <a:gd name="T14" fmla="*/ 24 w 128"/>
                <a:gd name="T15" fmla="*/ 112 h 112"/>
                <a:gd name="T16" fmla="*/ 25 w 128"/>
                <a:gd name="T17" fmla="*/ 112 h 112"/>
                <a:gd name="T18" fmla="*/ 52 w 128"/>
                <a:gd name="T19" fmla="*/ 95 h 112"/>
                <a:gd name="T20" fmla="*/ 64 w 128"/>
                <a:gd name="T21" fmla="*/ 96 h 112"/>
                <a:gd name="T22" fmla="*/ 128 w 128"/>
                <a:gd name="T23" fmla="*/ 48 h 112"/>
                <a:gd name="T24" fmla="*/ 64 w 128"/>
                <a:gd name="T25" fmla="*/ 0 h 112"/>
                <a:gd name="T26" fmla="*/ 64 w 128"/>
                <a:gd name="T27" fmla="*/ 88 h 112"/>
                <a:gd name="T28" fmla="*/ 53 w 128"/>
                <a:gd name="T29" fmla="*/ 87 h 112"/>
                <a:gd name="T30" fmla="*/ 52 w 128"/>
                <a:gd name="T31" fmla="*/ 87 h 112"/>
                <a:gd name="T32" fmla="*/ 45 w 128"/>
                <a:gd name="T33" fmla="*/ 90 h 112"/>
                <a:gd name="T34" fmla="*/ 33 w 128"/>
                <a:gd name="T35" fmla="*/ 100 h 112"/>
                <a:gd name="T36" fmla="*/ 36 w 128"/>
                <a:gd name="T37" fmla="*/ 88 h 112"/>
                <a:gd name="T38" fmla="*/ 36 w 128"/>
                <a:gd name="T39" fmla="*/ 88 h 112"/>
                <a:gd name="T40" fmla="*/ 32 w 128"/>
                <a:gd name="T41" fmla="*/ 81 h 112"/>
                <a:gd name="T42" fmla="*/ 8 w 128"/>
                <a:gd name="T43" fmla="*/ 48 h 112"/>
                <a:gd name="T44" fmla="*/ 64 w 128"/>
                <a:gd name="T45" fmla="*/ 8 h 112"/>
                <a:gd name="T46" fmla="*/ 120 w 128"/>
                <a:gd name="T47" fmla="*/ 48 h 112"/>
                <a:gd name="T48" fmla="*/ 64 w 128"/>
                <a:gd name="T49" fmla="*/ 8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8" h="112">
                  <a:moveTo>
                    <a:pt x="64" y="0"/>
                  </a:moveTo>
                  <a:cubicBezTo>
                    <a:pt x="29" y="0"/>
                    <a:pt x="0" y="21"/>
                    <a:pt x="0" y="48"/>
                  </a:cubicBezTo>
                  <a:cubicBezTo>
                    <a:pt x="0" y="65"/>
                    <a:pt x="11" y="79"/>
                    <a:pt x="28" y="88"/>
                  </a:cubicBezTo>
                  <a:cubicBezTo>
                    <a:pt x="28" y="88"/>
                    <a:pt x="28" y="88"/>
                    <a:pt x="28" y="88"/>
                  </a:cubicBezTo>
                  <a:cubicBezTo>
                    <a:pt x="28" y="95"/>
                    <a:pt x="23" y="103"/>
                    <a:pt x="20" y="107"/>
                  </a:cubicBezTo>
                  <a:cubicBezTo>
                    <a:pt x="20" y="107"/>
                    <a:pt x="20" y="107"/>
                    <a:pt x="20" y="107"/>
                  </a:cubicBezTo>
                  <a:cubicBezTo>
                    <a:pt x="20" y="107"/>
                    <a:pt x="20" y="108"/>
                    <a:pt x="20" y="108"/>
                  </a:cubicBezTo>
                  <a:cubicBezTo>
                    <a:pt x="20" y="110"/>
                    <a:pt x="22" y="112"/>
                    <a:pt x="24" y="112"/>
                  </a:cubicBezTo>
                  <a:cubicBezTo>
                    <a:pt x="24" y="112"/>
                    <a:pt x="25" y="112"/>
                    <a:pt x="25" y="112"/>
                  </a:cubicBezTo>
                  <a:cubicBezTo>
                    <a:pt x="37" y="110"/>
                    <a:pt x="49" y="98"/>
                    <a:pt x="52" y="95"/>
                  </a:cubicBezTo>
                  <a:cubicBezTo>
                    <a:pt x="56" y="96"/>
                    <a:pt x="60" y="96"/>
                    <a:pt x="64" y="96"/>
                  </a:cubicBezTo>
                  <a:cubicBezTo>
                    <a:pt x="99" y="96"/>
                    <a:pt x="128" y="75"/>
                    <a:pt x="128" y="48"/>
                  </a:cubicBezTo>
                  <a:cubicBezTo>
                    <a:pt x="128" y="21"/>
                    <a:pt x="99" y="0"/>
                    <a:pt x="64" y="0"/>
                  </a:cubicBezTo>
                  <a:moveTo>
                    <a:pt x="64" y="88"/>
                  </a:moveTo>
                  <a:cubicBezTo>
                    <a:pt x="60" y="88"/>
                    <a:pt x="57" y="88"/>
                    <a:pt x="53" y="87"/>
                  </a:cubicBezTo>
                  <a:cubicBezTo>
                    <a:pt x="52" y="87"/>
                    <a:pt x="52" y="87"/>
                    <a:pt x="52" y="87"/>
                  </a:cubicBezTo>
                  <a:cubicBezTo>
                    <a:pt x="49" y="87"/>
                    <a:pt x="47" y="88"/>
                    <a:pt x="45" y="90"/>
                  </a:cubicBezTo>
                  <a:cubicBezTo>
                    <a:pt x="44" y="92"/>
                    <a:pt x="39" y="97"/>
                    <a:pt x="33" y="100"/>
                  </a:cubicBezTo>
                  <a:cubicBezTo>
                    <a:pt x="35" y="97"/>
                    <a:pt x="36" y="93"/>
                    <a:pt x="36" y="88"/>
                  </a:cubicBezTo>
                  <a:cubicBezTo>
                    <a:pt x="36" y="88"/>
                    <a:pt x="36" y="88"/>
                    <a:pt x="36" y="88"/>
                  </a:cubicBezTo>
                  <a:cubicBezTo>
                    <a:pt x="36" y="85"/>
                    <a:pt x="34" y="82"/>
                    <a:pt x="32" y="81"/>
                  </a:cubicBezTo>
                  <a:cubicBezTo>
                    <a:pt x="17" y="73"/>
                    <a:pt x="8" y="61"/>
                    <a:pt x="8" y="48"/>
                  </a:cubicBezTo>
                  <a:cubicBezTo>
                    <a:pt x="8" y="26"/>
                    <a:pt x="33" y="8"/>
                    <a:pt x="64" y="8"/>
                  </a:cubicBezTo>
                  <a:cubicBezTo>
                    <a:pt x="95" y="8"/>
                    <a:pt x="120" y="26"/>
                    <a:pt x="120" y="48"/>
                  </a:cubicBezTo>
                  <a:cubicBezTo>
                    <a:pt x="120" y="70"/>
                    <a:pt x="95" y="88"/>
                    <a:pt x="64"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933" name="Freeform 58"/>
          <p:cNvSpPr>
            <a:spLocks noEditPoints="1"/>
          </p:cNvSpPr>
          <p:nvPr/>
        </p:nvSpPr>
        <p:spPr bwMode="auto">
          <a:xfrm>
            <a:off x="5976230" y="6366854"/>
            <a:ext cx="267211" cy="267212"/>
          </a:xfrm>
          <a:custGeom>
            <a:avLst/>
            <a:gdLst>
              <a:gd name="T0" fmla="*/ 0 w 124"/>
              <a:gd name="T1" fmla="*/ 62 h 124"/>
              <a:gd name="T2" fmla="*/ 124 w 124"/>
              <a:gd name="T3" fmla="*/ 62 h 124"/>
              <a:gd name="T4" fmla="*/ 116 w 124"/>
              <a:gd name="T5" fmla="*/ 60 h 124"/>
              <a:gd name="T6" fmla="*/ 88 w 124"/>
              <a:gd name="T7" fmla="*/ 35 h 124"/>
              <a:gd name="T8" fmla="*/ 116 w 124"/>
              <a:gd name="T9" fmla="*/ 60 h 124"/>
              <a:gd name="T10" fmla="*/ 44 w 124"/>
              <a:gd name="T11" fmla="*/ 94 h 124"/>
              <a:gd name="T12" fmla="*/ 60 w 124"/>
              <a:gd name="T13" fmla="*/ 116 h 124"/>
              <a:gd name="T14" fmla="*/ 82 w 124"/>
              <a:gd name="T15" fmla="*/ 32 h 124"/>
              <a:gd name="T16" fmla="*/ 64 w 124"/>
              <a:gd name="T17" fmla="*/ 8 h 124"/>
              <a:gd name="T18" fmla="*/ 71 w 124"/>
              <a:gd name="T19" fmla="*/ 8 h 124"/>
              <a:gd name="T20" fmla="*/ 86 w 124"/>
              <a:gd name="T21" fmla="*/ 31 h 124"/>
              <a:gd name="T22" fmla="*/ 60 w 124"/>
              <a:gd name="T23" fmla="*/ 8 h 124"/>
              <a:gd name="T24" fmla="*/ 42 w 124"/>
              <a:gd name="T25" fmla="*/ 32 h 124"/>
              <a:gd name="T26" fmla="*/ 60 w 124"/>
              <a:gd name="T27" fmla="*/ 8 h 124"/>
              <a:gd name="T28" fmla="*/ 25 w 124"/>
              <a:gd name="T29" fmla="*/ 23 h 124"/>
              <a:gd name="T30" fmla="*/ 38 w 124"/>
              <a:gd name="T31" fmla="*/ 31 h 124"/>
              <a:gd name="T32" fmla="*/ 60 w 124"/>
              <a:gd name="T33" fmla="*/ 40 h 124"/>
              <a:gd name="T34" fmla="*/ 36 w 124"/>
              <a:gd name="T35" fmla="*/ 60 h 124"/>
              <a:gd name="T36" fmla="*/ 60 w 124"/>
              <a:gd name="T37" fmla="*/ 64 h 124"/>
              <a:gd name="T38" fmla="*/ 42 w 124"/>
              <a:gd name="T39" fmla="*/ 91 h 124"/>
              <a:gd name="T40" fmla="*/ 60 w 124"/>
              <a:gd name="T41" fmla="*/ 64 h 124"/>
              <a:gd name="T42" fmla="*/ 27 w 124"/>
              <a:gd name="T43" fmla="*/ 103 h 124"/>
              <a:gd name="T44" fmla="*/ 53 w 124"/>
              <a:gd name="T45" fmla="*/ 115 h 124"/>
              <a:gd name="T46" fmla="*/ 64 w 124"/>
              <a:gd name="T47" fmla="*/ 92 h 124"/>
              <a:gd name="T48" fmla="*/ 64 w 124"/>
              <a:gd name="T49" fmla="*/ 116 h 124"/>
              <a:gd name="T50" fmla="*/ 97 w 124"/>
              <a:gd name="T51" fmla="*/ 103 h 124"/>
              <a:gd name="T52" fmla="*/ 85 w 124"/>
              <a:gd name="T53" fmla="*/ 96 h 124"/>
              <a:gd name="T54" fmla="*/ 64 w 124"/>
              <a:gd name="T55" fmla="*/ 88 h 124"/>
              <a:gd name="T56" fmla="*/ 88 w 124"/>
              <a:gd name="T57" fmla="*/ 64 h 124"/>
              <a:gd name="T58" fmla="*/ 64 w 124"/>
              <a:gd name="T59" fmla="*/ 60 h 124"/>
              <a:gd name="T60" fmla="*/ 84 w 124"/>
              <a:gd name="T61" fmla="*/ 36 h 124"/>
              <a:gd name="T62" fmla="*/ 64 w 124"/>
              <a:gd name="T63" fmla="*/ 60 h 124"/>
              <a:gd name="T64" fmla="*/ 37 w 124"/>
              <a:gd name="T65" fmla="*/ 35 h 124"/>
              <a:gd name="T66" fmla="*/ 8 w 124"/>
              <a:gd name="T67" fmla="*/ 60 h 124"/>
              <a:gd name="T68" fmla="*/ 8 w 124"/>
              <a:gd name="T69" fmla="*/ 64 h 124"/>
              <a:gd name="T70" fmla="*/ 38 w 124"/>
              <a:gd name="T71" fmla="*/ 92 h 124"/>
              <a:gd name="T72" fmla="*/ 8 w 124"/>
              <a:gd name="T73" fmla="*/ 64 h 124"/>
              <a:gd name="T74" fmla="*/ 86 w 124"/>
              <a:gd name="T75" fmla="*/ 92 h 124"/>
              <a:gd name="T76" fmla="*/ 116 w 124"/>
              <a:gd name="T77" fmla="*/ 6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4" h="124">
                <a:moveTo>
                  <a:pt x="62" y="0"/>
                </a:moveTo>
                <a:cubicBezTo>
                  <a:pt x="28" y="0"/>
                  <a:pt x="0" y="27"/>
                  <a:pt x="0" y="62"/>
                </a:cubicBezTo>
                <a:cubicBezTo>
                  <a:pt x="0" y="96"/>
                  <a:pt x="28" y="124"/>
                  <a:pt x="62" y="124"/>
                </a:cubicBezTo>
                <a:cubicBezTo>
                  <a:pt x="96" y="124"/>
                  <a:pt x="124" y="96"/>
                  <a:pt x="124" y="62"/>
                </a:cubicBezTo>
                <a:cubicBezTo>
                  <a:pt x="124" y="27"/>
                  <a:pt x="96" y="0"/>
                  <a:pt x="62" y="0"/>
                </a:cubicBezTo>
                <a:moveTo>
                  <a:pt x="116" y="60"/>
                </a:moveTo>
                <a:cubicBezTo>
                  <a:pt x="92" y="60"/>
                  <a:pt x="92" y="60"/>
                  <a:pt x="92" y="60"/>
                </a:cubicBezTo>
                <a:cubicBezTo>
                  <a:pt x="92" y="51"/>
                  <a:pt x="90" y="42"/>
                  <a:pt x="88" y="35"/>
                </a:cubicBezTo>
                <a:cubicBezTo>
                  <a:pt x="93" y="32"/>
                  <a:pt x="98" y="29"/>
                  <a:pt x="103" y="26"/>
                </a:cubicBezTo>
                <a:cubicBezTo>
                  <a:pt x="111" y="35"/>
                  <a:pt x="116" y="47"/>
                  <a:pt x="116" y="60"/>
                </a:cubicBezTo>
                <a:moveTo>
                  <a:pt x="60" y="116"/>
                </a:moveTo>
                <a:cubicBezTo>
                  <a:pt x="53" y="110"/>
                  <a:pt x="48" y="103"/>
                  <a:pt x="44" y="94"/>
                </a:cubicBezTo>
                <a:cubicBezTo>
                  <a:pt x="49" y="93"/>
                  <a:pt x="55" y="92"/>
                  <a:pt x="60" y="92"/>
                </a:cubicBezTo>
                <a:cubicBezTo>
                  <a:pt x="60" y="116"/>
                  <a:pt x="60" y="116"/>
                  <a:pt x="60" y="116"/>
                </a:cubicBezTo>
                <a:close/>
                <a:moveTo>
                  <a:pt x="64" y="8"/>
                </a:moveTo>
                <a:cubicBezTo>
                  <a:pt x="72" y="14"/>
                  <a:pt x="78" y="22"/>
                  <a:pt x="82" y="32"/>
                </a:cubicBezTo>
                <a:cubicBezTo>
                  <a:pt x="77" y="34"/>
                  <a:pt x="71" y="35"/>
                  <a:pt x="64" y="36"/>
                </a:cubicBezTo>
                <a:cubicBezTo>
                  <a:pt x="64" y="8"/>
                  <a:pt x="64" y="8"/>
                  <a:pt x="64" y="8"/>
                </a:cubicBezTo>
                <a:cubicBezTo>
                  <a:pt x="64" y="8"/>
                  <a:pt x="64" y="8"/>
                  <a:pt x="64" y="8"/>
                </a:cubicBezTo>
                <a:moveTo>
                  <a:pt x="71" y="8"/>
                </a:moveTo>
                <a:cubicBezTo>
                  <a:pt x="82" y="10"/>
                  <a:pt x="92" y="15"/>
                  <a:pt x="100" y="23"/>
                </a:cubicBezTo>
                <a:cubicBezTo>
                  <a:pt x="96" y="26"/>
                  <a:pt x="91" y="29"/>
                  <a:pt x="86" y="31"/>
                </a:cubicBezTo>
                <a:cubicBezTo>
                  <a:pt x="82" y="22"/>
                  <a:pt x="77" y="15"/>
                  <a:pt x="71" y="8"/>
                </a:cubicBezTo>
                <a:moveTo>
                  <a:pt x="60" y="8"/>
                </a:moveTo>
                <a:cubicBezTo>
                  <a:pt x="60" y="36"/>
                  <a:pt x="60" y="36"/>
                  <a:pt x="60" y="36"/>
                </a:cubicBezTo>
                <a:cubicBezTo>
                  <a:pt x="54" y="35"/>
                  <a:pt x="48" y="34"/>
                  <a:pt x="42" y="32"/>
                </a:cubicBezTo>
                <a:cubicBezTo>
                  <a:pt x="46" y="22"/>
                  <a:pt x="52" y="14"/>
                  <a:pt x="60" y="8"/>
                </a:cubicBezTo>
                <a:cubicBezTo>
                  <a:pt x="60" y="8"/>
                  <a:pt x="60" y="8"/>
                  <a:pt x="60" y="8"/>
                </a:cubicBezTo>
                <a:moveTo>
                  <a:pt x="38" y="31"/>
                </a:moveTo>
                <a:cubicBezTo>
                  <a:pt x="33" y="29"/>
                  <a:pt x="29" y="26"/>
                  <a:pt x="25" y="23"/>
                </a:cubicBezTo>
                <a:cubicBezTo>
                  <a:pt x="32" y="15"/>
                  <a:pt x="42" y="10"/>
                  <a:pt x="53" y="8"/>
                </a:cubicBezTo>
                <a:cubicBezTo>
                  <a:pt x="47" y="15"/>
                  <a:pt x="42" y="22"/>
                  <a:pt x="38" y="31"/>
                </a:cubicBezTo>
                <a:moveTo>
                  <a:pt x="41" y="36"/>
                </a:moveTo>
                <a:cubicBezTo>
                  <a:pt x="47" y="38"/>
                  <a:pt x="53" y="39"/>
                  <a:pt x="60" y="40"/>
                </a:cubicBezTo>
                <a:cubicBezTo>
                  <a:pt x="60" y="60"/>
                  <a:pt x="60" y="60"/>
                  <a:pt x="60" y="60"/>
                </a:cubicBezTo>
                <a:cubicBezTo>
                  <a:pt x="36" y="60"/>
                  <a:pt x="36" y="60"/>
                  <a:pt x="36" y="60"/>
                </a:cubicBezTo>
                <a:cubicBezTo>
                  <a:pt x="37" y="51"/>
                  <a:pt x="38" y="43"/>
                  <a:pt x="41" y="36"/>
                </a:cubicBezTo>
                <a:moveTo>
                  <a:pt x="60" y="64"/>
                </a:moveTo>
                <a:cubicBezTo>
                  <a:pt x="60" y="88"/>
                  <a:pt x="60" y="88"/>
                  <a:pt x="60" y="88"/>
                </a:cubicBezTo>
                <a:cubicBezTo>
                  <a:pt x="54" y="88"/>
                  <a:pt x="48" y="89"/>
                  <a:pt x="42" y="91"/>
                </a:cubicBezTo>
                <a:cubicBezTo>
                  <a:pt x="39" y="83"/>
                  <a:pt x="37" y="73"/>
                  <a:pt x="36" y="64"/>
                </a:cubicBezTo>
                <a:lnTo>
                  <a:pt x="60" y="64"/>
                </a:lnTo>
                <a:close/>
                <a:moveTo>
                  <a:pt x="53" y="115"/>
                </a:moveTo>
                <a:cubicBezTo>
                  <a:pt x="43" y="113"/>
                  <a:pt x="34" y="109"/>
                  <a:pt x="27" y="103"/>
                </a:cubicBezTo>
                <a:cubicBezTo>
                  <a:pt x="31" y="100"/>
                  <a:pt x="35" y="98"/>
                  <a:pt x="40" y="96"/>
                </a:cubicBezTo>
                <a:cubicBezTo>
                  <a:pt x="43" y="103"/>
                  <a:pt x="48" y="109"/>
                  <a:pt x="53" y="115"/>
                </a:cubicBezTo>
                <a:moveTo>
                  <a:pt x="64" y="116"/>
                </a:moveTo>
                <a:cubicBezTo>
                  <a:pt x="64" y="92"/>
                  <a:pt x="64" y="92"/>
                  <a:pt x="64" y="92"/>
                </a:cubicBezTo>
                <a:cubicBezTo>
                  <a:pt x="70" y="92"/>
                  <a:pt x="76" y="93"/>
                  <a:pt x="81" y="94"/>
                </a:cubicBezTo>
                <a:cubicBezTo>
                  <a:pt x="77" y="103"/>
                  <a:pt x="71" y="110"/>
                  <a:pt x="64" y="116"/>
                </a:cubicBezTo>
                <a:close/>
                <a:moveTo>
                  <a:pt x="85" y="96"/>
                </a:moveTo>
                <a:cubicBezTo>
                  <a:pt x="89" y="98"/>
                  <a:pt x="93" y="100"/>
                  <a:pt x="97" y="103"/>
                </a:cubicBezTo>
                <a:cubicBezTo>
                  <a:pt x="90" y="109"/>
                  <a:pt x="81" y="113"/>
                  <a:pt x="71" y="115"/>
                </a:cubicBezTo>
                <a:cubicBezTo>
                  <a:pt x="76" y="109"/>
                  <a:pt x="81" y="103"/>
                  <a:pt x="85" y="96"/>
                </a:cubicBezTo>
                <a:moveTo>
                  <a:pt x="82" y="91"/>
                </a:moveTo>
                <a:cubicBezTo>
                  <a:pt x="77" y="89"/>
                  <a:pt x="71" y="88"/>
                  <a:pt x="64" y="88"/>
                </a:cubicBezTo>
                <a:cubicBezTo>
                  <a:pt x="64" y="64"/>
                  <a:pt x="64" y="64"/>
                  <a:pt x="64" y="64"/>
                </a:cubicBezTo>
                <a:cubicBezTo>
                  <a:pt x="88" y="64"/>
                  <a:pt x="88" y="64"/>
                  <a:pt x="88" y="64"/>
                </a:cubicBezTo>
                <a:cubicBezTo>
                  <a:pt x="88" y="73"/>
                  <a:pt x="86" y="83"/>
                  <a:pt x="82" y="91"/>
                </a:cubicBezTo>
                <a:moveTo>
                  <a:pt x="64" y="60"/>
                </a:moveTo>
                <a:cubicBezTo>
                  <a:pt x="64" y="40"/>
                  <a:pt x="64" y="40"/>
                  <a:pt x="64" y="40"/>
                </a:cubicBezTo>
                <a:cubicBezTo>
                  <a:pt x="71" y="39"/>
                  <a:pt x="78" y="38"/>
                  <a:pt x="84" y="36"/>
                </a:cubicBezTo>
                <a:cubicBezTo>
                  <a:pt x="86" y="43"/>
                  <a:pt x="88" y="51"/>
                  <a:pt x="88" y="60"/>
                </a:cubicBezTo>
                <a:lnTo>
                  <a:pt x="64" y="60"/>
                </a:lnTo>
                <a:close/>
                <a:moveTo>
                  <a:pt x="22" y="26"/>
                </a:moveTo>
                <a:cubicBezTo>
                  <a:pt x="27" y="29"/>
                  <a:pt x="32" y="32"/>
                  <a:pt x="37" y="35"/>
                </a:cubicBezTo>
                <a:cubicBezTo>
                  <a:pt x="34" y="42"/>
                  <a:pt x="33" y="51"/>
                  <a:pt x="32" y="60"/>
                </a:cubicBezTo>
                <a:cubicBezTo>
                  <a:pt x="8" y="60"/>
                  <a:pt x="8" y="60"/>
                  <a:pt x="8" y="60"/>
                </a:cubicBezTo>
                <a:cubicBezTo>
                  <a:pt x="9" y="47"/>
                  <a:pt x="14" y="35"/>
                  <a:pt x="22" y="26"/>
                </a:cubicBezTo>
                <a:moveTo>
                  <a:pt x="8" y="64"/>
                </a:moveTo>
                <a:cubicBezTo>
                  <a:pt x="32" y="64"/>
                  <a:pt x="32" y="64"/>
                  <a:pt x="32" y="64"/>
                </a:cubicBezTo>
                <a:cubicBezTo>
                  <a:pt x="33" y="74"/>
                  <a:pt x="35" y="83"/>
                  <a:pt x="38" y="92"/>
                </a:cubicBezTo>
                <a:cubicBezTo>
                  <a:pt x="33" y="94"/>
                  <a:pt x="29" y="97"/>
                  <a:pt x="24" y="100"/>
                </a:cubicBezTo>
                <a:cubicBezTo>
                  <a:pt x="15" y="91"/>
                  <a:pt x="9" y="78"/>
                  <a:pt x="8" y="64"/>
                </a:cubicBezTo>
                <a:moveTo>
                  <a:pt x="100" y="100"/>
                </a:moveTo>
                <a:cubicBezTo>
                  <a:pt x="96" y="97"/>
                  <a:pt x="91" y="94"/>
                  <a:pt x="86" y="92"/>
                </a:cubicBezTo>
                <a:cubicBezTo>
                  <a:pt x="90" y="83"/>
                  <a:pt x="92" y="74"/>
                  <a:pt x="92" y="64"/>
                </a:cubicBezTo>
                <a:cubicBezTo>
                  <a:pt x="116" y="64"/>
                  <a:pt x="116" y="64"/>
                  <a:pt x="116" y="64"/>
                </a:cubicBezTo>
                <a:cubicBezTo>
                  <a:pt x="116" y="78"/>
                  <a:pt x="110" y="91"/>
                  <a:pt x="100" y="100"/>
                </a:cubicBezTo>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934" name="组合 933"/>
          <p:cNvGrpSpPr/>
          <p:nvPr/>
        </p:nvGrpSpPr>
        <p:grpSpPr>
          <a:xfrm>
            <a:off x="5003270" y="6367931"/>
            <a:ext cx="305927" cy="265058"/>
            <a:chOff x="3359150" y="5024438"/>
            <a:chExt cx="415925" cy="360362"/>
          </a:xfrm>
          <a:solidFill>
            <a:srgbClr val="707E84"/>
          </a:solidFill>
        </p:grpSpPr>
        <p:sp>
          <p:nvSpPr>
            <p:cNvPr id="935" name="Freeform 61"/>
            <p:cNvSpPr>
              <a:spLocks noEditPoints="1"/>
            </p:cNvSpPr>
            <p:nvPr/>
          </p:nvSpPr>
          <p:spPr bwMode="auto">
            <a:xfrm>
              <a:off x="3395663" y="5024438"/>
              <a:ext cx="341313" cy="244475"/>
            </a:xfrm>
            <a:custGeom>
              <a:avLst/>
              <a:gdLst>
                <a:gd name="T0" fmla="*/ 0 w 215"/>
                <a:gd name="T1" fmla="*/ 0 h 154"/>
                <a:gd name="T2" fmla="*/ 0 w 215"/>
                <a:gd name="T3" fmla="*/ 154 h 154"/>
                <a:gd name="T4" fmla="*/ 215 w 215"/>
                <a:gd name="T5" fmla="*/ 154 h 154"/>
                <a:gd name="T6" fmla="*/ 215 w 215"/>
                <a:gd name="T7" fmla="*/ 0 h 154"/>
                <a:gd name="T8" fmla="*/ 0 w 215"/>
                <a:gd name="T9" fmla="*/ 0 h 154"/>
                <a:gd name="T10" fmla="*/ 194 w 215"/>
                <a:gd name="T11" fmla="*/ 135 h 154"/>
                <a:gd name="T12" fmla="*/ 21 w 215"/>
                <a:gd name="T13" fmla="*/ 135 h 154"/>
                <a:gd name="T14" fmla="*/ 21 w 215"/>
                <a:gd name="T15" fmla="*/ 14 h 154"/>
                <a:gd name="T16" fmla="*/ 194 w 215"/>
                <a:gd name="T17" fmla="*/ 14 h 154"/>
                <a:gd name="T18" fmla="*/ 194 w 215"/>
                <a:gd name="T19" fmla="*/ 135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5" h="154">
                  <a:moveTo>
                    <a:pt x="0" y="0"/>
                  </a:moveTo>
                  <a:lnTo>
                    <a:pt x="0" y="154"/>
                  </a:lnTo>
                  <a:lnTo>
                    <a:pt x="215" y="154"/>
                  </a:lnTo>
                  <a:lnTo>
                    <a:pt x="215" y="0"/>
                  </a:lnTo>
                  <a:lnTo>
                    <a:pt x="0" y="0"/>
                  </a:lnTo>
                  <a:close/>
                  <a:moveTo>
                    <a:pt x="194" y="135"/>
                  </a:moveTo>
                  <a:lnTo>
                    <a:pt x="21" y="135"/>
                  </a:lnTo>
                  <a:lnTo>
                    <a:pt x="21" y="14"/>
                  </a:lnTo>
                  <a:lnTo>
                    <a:pt x="194" y="14"/>
                  </a:lnTo>
                  <a:lnTo>
                    <a:pt x="194"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6" name="Freeform 62"/>
            <p:cNvSpPr>
              <a:spLocks/>
            </p:cNvSpPr>
            <p:nvPr/>
          </p:nvSpPr>
          <p:spPr bwMode="auto">
            <a:xfrm>
              <a:off x="3359150" y="5365750"/>
              <a:ext cx="415925" cy="19050"/>
            </a:xfrm>
            <a:custGeom>
              <a:avLst/>
              <a:gdLst>
                <a:gd name="T0" fmla="*/ 0 w 262"/>
                <a:gd name="T1" fmla="*/ 0 h 12"/>
                <a:gd name="T2" fmla="*/ 7 w 262"/>
                <a:gd name="T3" fmla="*/ 12 h 12"/>
                <a:gd name="T4" fmla="*/ 255 w 262"/>
                <a:gd name="T5" fmla="*/ 12 h 12"/>
                <a:gd name="T6" fmla="*/ 262 w 262"/>
                <a:gd name="T7" fmla="*/ 0 h 12"/>
                <a:gd name="T8" fmla="*/ 0 w 262"/>
                <a:gd name="T9" fmla="*/ 0 h 12"/>
              </a:gdLst>
              <a:ahLst/>
              <a:cxnLst>
                <a:cxn ang="0">
                  <a:pos x="T0" y="T1"/>
                </a:cxn>
                <a:cxn ang="0">
                  <a:pos x="T2" y="T3"/>
                </a:cxn>
                <a:cxn ang="0">
                  <a:pos x="T4" y="T5"/>
                </a:cxn>
                <a:cxn ang="0">
                  <a:pos x="T6" y="T7"/>
                </a:cxn>
                <a:cxn ang="0">
                  <a:pos x="T8" y="T9"/>
                </a:cxn>
              </a:cxnLst>
              <a:rect l="0" t="0" r="r" b="b"/>
              <a:pathLst>
                <a:path w="262" h="12">
                  <a:moveTo>
                    <a:pt x="0" y="0"/>
                  </a:moveTo>
                  <a:lnTo>
                    <a:pt x="7" y="12"/>
                  </a:lnTo>
                  <a:lnTo>
                    <a:pt x="255" y="12"/>
                  </a:lnTo>
                  <a:lnTo>
                    <a:pt x="262"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7" name="Freeform 63"/>
            <p:cNvSpPr>
              <a:spLocks noEditPoints="1"/>
            </p:cNvSpPr>
            <p:nvPr/>
          </p:nvSpPr>
          <p:spPr bwMode="auto">
            <a:xfrm>
              <a:off x="3359150" y="5280025"/>
              <a:ext cx="415925" cy="77787"/>
            </a:xfrm>
            <a:custGeom>
              <a:avLst/>
              <a:gdLst>
                <a:gd name="T0" fmla="*/ 238 w 262"/>
                <a:gd name="T1" fmla="*/ 0 h 49"/>
                <a:gd name="T2" fmla="*/ 23 w 262"/>
                <a:gd name="T3" fmla="*/ 0 h 49"/>
                <a:gd name="T4" fmla="*/ 0 w 262"/>
                <a:gd name="T5" fmla="*/ 49 h 49"/>
                <a:gd name="T6" fmla="*/ 262 w 262"/>
                <a:gd name="T7" fmla="*/ 49 h 49"/>
                <a:gd name="T8" fmla="*/ 238 w 262"/>
                <a:gd name="T9" fmla="*/ 0 h 49"/>
                <a:gd name="T10" fmla="*/ 163 w 262"/>
                <a:gd name="T11" fmla="*/ 37 h 49"/>
                <a:gd name="T12" fmla="*/ 101 w 262"/>
                <a:gd name="T13" fmla="*/ 37 h 49"/>
                <a:gd name="T14" fmla="*/ 101 w 262"/>
                <a:gd name="T15" fmla="*/ 33 h 49"/>
                <a:gd name="T16" fmla="*/ 163 w 262"/>
                <a:gd name="T17" fmla="*/ 33 h 49"/>
                <a:gd name="T18" fmla="*/ 163 w 262"/>
                <a:gd name="T19" fmla="*/ 3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2" h="49">
                  <a:moveTo>
                    <a:pt x="238" y="0"/>
                  </a:moveTo>
                  <a:lnTo>
                    <a:pt x="23" y="0"/>
                  </a:lnTo>
                  <a:lnTo>
                    <a:pt x="0" y="49"/>
                  </a:lnTo>
                  <a:lnTo>
                    <a:pt x="262" y="49"/>
                  </a:lnTo>
                  <a:lnTo>
                    <a:pt x="238" y="0"/>
                  </a:lnTo>
                  <a:close/>
                  <a:moveTo>
                    <a:pt x="163" y="37"/>
                  </a:moveTo>
                  <a:lnTo>
                    <a:pt x="101" y="37"/>
                  </a:lnTo>
                  <a:lnTo>
                    <a:pt x="101" y="33"/>
                  </a:lnTo>
                  <a:lnTo>
                    <a:pt x="163" y="33"/>
                  </a:lnTo>
                  <a:lnTo>
                    <a:pt x="163"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8" name="Freeform 64"/>
            <p:cNvSpPr>
              <a:spLocks/>
            </p:cNvSpPr>
            <p:nvPr/>
          </p:nvSpPr>
          <p:spPr bwMode="auto">
            <a:xfrm>
              <a:off x="3527425" y="5068888"/>
              <a:ext cx="79375" cy="146050"/>
            </a:xfrm>
            <a:custGeom>
              <a:avLst/>
              <a:gdLst>
                <a:gd name="T0" fmla="*/ 13 w 21"/>
                <a:gd name="T1" fmla="*/ 17 h 39"/>
                <a:gd name="T2" fmla="*/ 7 w 21"/>
                <a:gd name="T3" fmla="*/ 13 h 39"/>
                <a:gd name="T4" fmla="*/ 12 w 21"/>
                <a:gd name="T5" fmla="*/ 10 h 39"/>
                <a:gd name="T6" fmla="*/ 17 w 21"/>
                <a:gd name="T7" fmla="*/ 11 h 39"/>
                <a:gd name="T8" fmla="*/ 18 w 21"/>
                <a:gd name="T9" fmla="*/ 12 h 39"/>
                <a:gd name="T10" fmla="*/ 20 w 21"/>
                <a:gd name="T11" fmla="*/ 6 h 39"/>
                <a:gd name="T12" fmla="*/ 19 w 21"/>
                <a:gd name="T13" fmla="*/ 6 h 39"/>
                <a:gd name="T14" fmla="*/ 14 w 21"/>
                <a:gd name="T15" fmla="*/ 4 h 39"/>
                <a:gd name="T16" fmla="*/ 14 w 21"/>
                <a:gd name="T17" fmla="*/ 0 h 39"/>
                <a:gd name="T18" fmla="*/ 8 w 21"/>
                <a:gd name="T19" fmla="*/ 0 h 39"/>
                <a:gd name="T20" fmla="*/ 8 w 21"/>
                <a:gd name="T21" fmla="*/ 5 h 39"/>
                <a:gd name="T22" fmla="*/ 1 w 21"/>
                <a:gd name="T23" fmla="*/ 13 h 39"/>
                <a:gd name="T24" fmla="*/ 10 w 21"/>
                <a:gd name="T25" fmla="*/ 22 h 39"/>
                <a:gd name="T26" fmla="*/ 15 w 21"/>
                <a:gd name="T27" fmla="*/ 26 h 39"/>
                <a:gd name="T28" fmla="*/ 10 w 21"/>
                <a:gd name="T29" fmla="*/ 30 h 39"/>
                <a:gd name="T30" fmla="*/ 3 w 21"/>
                <a:gd name="T31" fmla="*/ 28 h 39"/>
                <a:gd name="T32" fmla="*/ 2 w 21"/>
                <a:gd name="T33" fmla="*/ 27 h 39"/>
                <a:gd name="T34" fmla="*/ 0 w 21"/>
                <a:gd name="T35" fmla="*/ 33 h 39"/>
                <a:gd name="T36" fmla="*/ 1 w 21"/>
                <a:gd name="T37" fmla="*/ 33 h 39"/>
                <a:gd name="T38" fmla="*/ 8 w 21"/>
                <a:gd name="T39" fmla="*/ 35 h 39"/>
                <a:gd name="T40" fmla="*/ 8 w 21"/>
                <a:gd name="T41" fmla="*/ 39 h 39"/>
                <a:gd name="T42" fmla="*/ 14 w 21"/>
                <a:gd name="T43" fmla="*/ 39 h 39"/>
                <a:gd name="T44" fmla="*/ 14 w 21"/>
                <a:gd name="T45" fmla="*/ 35 h 39"/>
                <a:gd name="T46" fmla="*/ 21 w 21"/>
                <a:gd name="T47" fmla="*/ 26 h 39"/>
                <a:gd name="T48" fmla="*/ 13 w 21"/>
                <a:gd name="T49" fmla="*/ 1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 h="39">
                  <a:moveTo>
                    <a:pt x="13" y="17"/>
                  </a:moveTo>
                  <a:cubicBezTo>
                    <a:pt x="8" y="15"/>
                    <a:pt x="7" y="14"/>
                    <a:pt x="7" y="13"/>
                  </a:cubicBezTo>
                  <a:cubicBezTo>
                    <a:pt x="7" y="11"/>
                    <a:pt x="9" y="10"/>
                    <a:pt x="12" y="10"/>
                  </a:cubicBezTo>
                  <a:cubicBezTo>
                    <a:pt x="15" y="10"/>
                    <a:pt x="17" y="11"/>
                    <a:pt x="17" y="11"/>
                  </a:cubicBezTo>
                  <a:cubicBezTo>
                    <a:pt x="18" y="12"/>
                    <a:pt x="18" y="12"/>
                    <a:pt x="18" y="12"/>
                  </a:cubicBezTo>
                  <a:cubicBezTo>
                    <a:pt x="20" y="6"/>
                    <a:pt x="20" y="6"/>
                    <a:pt x="20" y="6"/>
                  </a:cubicBezTo>
                  <a:cubicBezTo>
                    <a:pt x="19" y="6"/>
                    <a:pt x="19" y="6"/>
                    <a:pt x="19" y="6"/>
                  </a:cubicBezTo>
                  <a:cubicBezTo>
                    <a:pt x="19" y="5"/>
                    <a:pt x="17" y="5"/>
                    <a:pt x="14" y="4"/>
                  </a:cubicBezTo>
                  <a:cubicBezTo>
                    <a:pt x="14" y="0"/>
                    <a:pt x="14" y="0"/>
                    <a:pt x="14" y="0"/>
                  </a:cubicBezTo>
                  <a:cubicBezTo>
                    <a:pt x="8" y="0"/>
                    <a:pt x="8" y="0"/>
                    <a:pt x="8" y="0"/>
                  </a:cubicBezTo>
                  <a:cubicBezTo>
                    <a:pt x="8" y="5"/>
                    <a:pt x="8" y="5"/>
                    <a:pt x="8" y="5"/>
                  </a:cubicBezTo>
                  <a:cubicBezTo>
                    <a:pt x="4" y="6"/>
                    <a:pt x="1" y="9"/>
                    <a:pt x="1" y="13"/>
                  </a:cubicBezTo>
                  <a:cubicBezTo>
                    <a:pt x="1" y="17"/>
                    <a:pt x="4" y="20"/>
                    <a:pt x="10" y="22"/>
                  </a:cubicBezTo>
                  <a:cubicBezTo>
                    <a:pt x="14" y="23"/>
                    <a:pt x="15" y="25"/>
                    <a:pt x="15" y="26"/>
                  </a:cubicBezTo>
                  <a:cubicBezTo>
                    <a:pt x="15" y="29"/>
                    <a:pt x="13" y="30"/>
                    <a:pt x="10" y="30"/>
                  </a:cubicBezTo>
                  <a:cubicBezTo>
                    <a:pt x="7" y="30"/>
                    <a:pt x="5" y="29"/>
                    <a:pt x="3" y="28"/>
                  </a:cubicBezTo>
                  <a:cubicBezTo>
                    <a:pt x="2" y="27"/>
                    <a:pt x="2" y="27"/>
                    <a:pt x="2" y="27"/>
                  </a:cubicBezTo>
                  <a:cubicBezTo>
                    <a:pt x="0" y="33"/>
                    <a:pt x="0" y="33"/>
                    <a:pt x="0" y="33"/>
                  </a:cubicBezTo>
                  <a:cubicBezTo>
                    <a:pt x="1" y="33"/>
                    <a:pt x="1" y="33"/>
                    <a:pt x="1" y="33"/>
                  </a:cubicBezTo>
                  <a:cubicBezTo>
                    <a:pt x="3" y="34"/>
                    <a:pt x="5" y="35"/>
                    <a:pt x="8" y="35"/>
                  </a:cubicBezTo>
                  <a:cubicBezTo>
                    <a:pt x="8" y="39"/>
                    <a:pt x="8" y="39"/>
                    <a:pt x="8" y="39"/>
                  </a:cubicBezTo>
                  <a:cubicBezTo>
                    <a:pt x="14" y="39"/>
                    <a:pt x="14" y="39"/>
                    <a:pt x="14" y="39"/>
                  </a:cubicBezTo>
                  <a:cubicBezTo>
                    <a:pt x="14" y="35"/>
                    <a:pt x="14" y="35"/>
                    <a:pt x="14" y="35"/>
                  </a:cubicBezTo>
                  <a:cubicBezTo>
                    <a:pt x="19" y="33"/>
                    <a:pt x="21" y="29"/>
                    <a:pt x="21" y="26"/>
                  </a:cubicBezTo>
                  <a:cubicBezTo>
                    <a:pt x="21" y="22"/>
                    <a:pt x="19" y="19"/>
                    <a:pt x="13"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39" name="组合 938"/>
          <p:cNvGrpSpPr/>
          <p:nvPr/>
        </p:nvGrpSpPr>
        <p:grpSpPr>
          <a:xfrm>
            <a:off x="6416093" y="5848919"/>
            <a:ext cx="317740" cy="317740"/>
            <a:chOff x="1539875" y="3062288"/>
            <a:chExt cx="811213" cy="811213"/>
          </a:xfrm>
          <a:solidFill>
            <a:srgbClr val="707E84"/>
          </a:solidFill>
        </p:grpSpPr>
        <p:sp>
          <p:nvSpPr>
            <p:cNvPr id="940" name="Freeform 47"/>
            <p:cNvSpPr>
              <a:spLocks noEditPoints="1"/>
            </p:cNvSpPr>
            <p:nvPr/>
          </p:nvSpPr>
          <p:spPr bwMode="auto">
            <a:xfrm>
              <a:off x="1795463" y="3062288"/>
              <a:ext cx="300038" cy="811213"/>
            </a:xfrm>
            <a:custGeom>
              <a:avLst/>
              <a:gdLst>
                <a:gd name="T0" fmla="*/ 40 w 80"/>
                <a:gd name="T1" fmla="*/ 199 h 216"/>
                <a:gd name="T2" fmla="*/ 10 w 80"/>
                <a:gd name="T3" fmla="*/ 180 h 216"/>
                <a:gd name="T4" fmla="*/ 70 w 80"/>
                <a:gd name="T5" fmla="*/ 180 h 216"/>
                <a:gd name="T6" fmla="*/ 77 w 80"/>
                <a:gd name="T7" fmla="*/ 145 h 216"/>
                <a:gd name="T8" fmla="*/ 65 w 80"/>
                <a:gd name="T9" fmla="*/ 168 h 216"/>
                <a:gd name="T10" fmla="*/ 77 w 80"/>
                <a:gd name="T11" fmla="*/ 145 h 216"/>
                <a:gd name="T12" fmla="*/ 8 w 80"/>
                <a:gd name="T13" fmla="*/ 172 h 216"/>
                <a:gd name="T14" fmla="*/ 10 w 80"/>
                <a:gd name="T15" fmla="*/ 146 h 216"/>
                <a:gd name="T16" fmla="*/ 79 w 80"/>
                <a:gd name="T17" fmla="*/ 124 h 216"/>
                <a:gd name="T18" fmla="*/ 71 w 80"/>
                <a:gd name="T19" fmla="*/ 139 h 216"/>
                <a:gd name="T20" fmla="*/ 79 w 80"/>
                <a:gd name="T21" fmla="*/ 124 h 216"/>
                <a:gd name="T22" fmla="*/ 2 w 80"/>
                <a:gd name="T23" fmla="*/ 138 h 216"/>
                <a:gd name="T24" fmla="*/ 8 w 80"/>
                <a:gd name="T25" fmla="*/ 132 h 216"/>
                <a:gd name="T26" fmla="*/ 7 w 80"/>
                <a:gd name="T27" fmla="*/ 94 h 216"/>
                <a:gd name="T28" fmla="*/ 0 w 80"/>
                <a:gd name="T29" fmla="*/ 108 h 216"/>
                <a:gd name="T30" fmla="*/ 7 w 80"/>
                <a:gd name="T31" fmla="*/ 122 h 216"/>
                <a:gd name="T32" fmla="*/ 7 w 80"/>
                <a:gd name="T33" fmla="*/ 94 h 216"/>
                <a:gd name="T34" fmla="*/ 73 w 80"/>
                <a:gd name="T35" fmla="*/ 108 h 216"/>
                <a:gd name="T36" fmla="*/ 80 w 80"/>
                <a:gd name="T37" fmla="*/ 114 h 216"/>
                <a:gd name="T38" fmla="*/ 80 w 80"/>
                <a:gd name="T39" fmla="*/ 102 h 216"/>
                <a:gd name="T40" fmla="*/ 71 w 80"/>
                <a:gd name="T41" fmla="*/ 77 h 216"/>
                <a:gd name="T42" fmla="*/ 79 w 80"/>
                <a:gd name="T43" fmla="*/ 92 h 216"/>
                <a:gd name="T44" fmla="*/ 71 w 80"/>
                <a:gd name="T45" fmla="*/ 77 h 216"/>
                <a:gd name="T46" fmla="*/ 2 w 80"/>
                <a:gd name="T47" fmla="*/ 78 h 216"/>
                <a:gd name="T48" fmla="*/ 8 w 80"/>
                <a:gd name="T49" fmla="*/ 84 h 216"/>
                <a:gd name="T50" fmla="*/ 72 w 80"/>
                <a:gd name="T51" fmla="*/ 44 h 216"/>
                <a:gd name="T52" fmla="*/ 70 w 80"/>
                <a:gd name="T53" fmla="*/ 70 h 216"/>
                <a:gd name="T54" fmla="*/ 72 w 80"/>
                <a:gd name="T55" fmla="*/ 44 h 216"/>
                <a:gd name="T56" fmla="*/ 2 w 80"/>
                <a:gd name="T57" fmla="*/ 71 h 216"/>
                <a:gd name="T58" fmla="*/ 15 w 80"/>
                <a:gd name="T59" fmla="*/ 48 h 216"/>
                <a:gd name="T60" fmla="*/ 40 w 80"/>
                <a:gd name="T61" fmla="*/ 0 h 216"/>
                <a:gd name="T62" fmla="*/ 18 w 80"/>
                <a:gd name="T63" fmla="*/ 40 h 216"/>
                <a:gd name="T64" fmla="*/ 62 w 80"/>
                <a:gd name="T65" fmla="*/ 40 h 216"/>
                <a:gd name="T66" fmla="*/ 40 w 80"/>
                <a:gd name="T67" fmla="*/ 0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0" h="216">
                  <a:moveTo>
                    <a:pt x="62" y="176"/>
                  </a:moveTo>
                  <a:cubicBezTo>
                    <a:pt x="56" y="190"/>
                    <a:pt x="48" y="199"/>
                    <a:pt x="40" y="199"/>
                  </a:cubicBezTo>
                  <a:cubicBezTo>
                    <a:pt x="31" y="199"/>
                    <a:pt x="24" y="190"/>
                    <a:pt x="18" y="176"/>
                  </a:cubicBezTo>
                  <a:cubicBezTo>
                    <a:pt x="15" y="177"/>
                    <a:pt x="13" y="179"/>
                    <a:pt x="10" y="180"/>
                  </a:cubicBezTo>
                  <a:cubicBezTo>
                    <a:pt x="17" y="202"/>
                    <a:pt x="28" y="216"/>
                    <a:pt x="40" y="216"/>
                  </a:cubicBezTo>
                  <a:cubicBezTo>
                    <a:pt x="52" y="216"/>
                    <a:pt x="62" y="202"/>
                    <a:pt x="70" y="180"/>
                  </a:cubicBezTo>
                  <a:cubicBezTo>
                    <a:pt x="67" y="179"/>
                    <a:pt x="65" y="177"/>
                    <a:pt x="62" y="176"/>
                  </a:cubicBezTo>
                  <a:moveTo>
                    <a:pt x="77" y="145"/>
                  </a:moveTo>
                  <a:cubicBezTo>
                    <a:pt x="75" y="146"/>
                    <a:pt x="73" y="146"/>
                    <a:pt x="70" y="146"/>
                  </a:cubicBezTo>
                  <a:cubicBezTo>
                    <a:pt x="69" y="154"/>
                    <a:pt x="67" y="162"/>
                    <a:pt x="65" y="168"/>
                  </a:cubicBezTo>
                  <a:cubicBezTo>
                    <a:pt x="67" y="170"/>
                    <a:pt x="70" y="171"/>
                    <a:pt x="72" y="172"/>
                  </a:cubicBezTo>
                  <a:cubicBezTo>
                    <a:pt x="74" y="164"/>
                    <a:pt x="76" y="155"/>
                    <a:pt x="77" y="145"/>
                  </a:cubicBezTo>
                  <a:moveTo>
                    <a:pt x="2" y="145"/>
                  </a:moveTo>
                  <a:cubicBezTo>
                    <a:pt x="4" y="155"/>
                    <a:pt x="5" y="164"/>
                    <a:pt x="8" y="172"/>
                  </a:cubicBezTo>
                  <a:cubicBezTo>
                    <a:pt x="10" y="171"/>
                    <a:pt x="12" y="170"/>
                    <a:pt x="15" y="168"/>
                  </a:cubicBezTo>
                  <a:cubicBezTo>
                    <a:pt x="13" y="162"/>
                    <a:pt x="11" y="154"/>
                    <a:pt x="10" y="146"/>
                  </a:cubicBezTo>
                  <a:cubicBezTo>
                    <a:pt x="7" y="146"/>
                    <a:pt x="5" y="146"/>
                    <a:pt x="2" y="145"/>
                  </a:cubicBezTo>
                  <a:moveTo>
                    <a:pt x="79" y="124"/>
                  </a:moveTo>
                  <a:cubicBezTo>
                    <a:pt x="77" y="127"/>
                    <a:pt x="75" y="130"/>
                    <a:pt x="72" y="132"/>
                  </a:cubicBezTo>
                  <a:cubicBezTo>
                    <a:pt x="72" y="135"/>
                    <a:pt x="72" y="137"/>
                    <a:pt x="71" y="139"/>
                  </a:cubicBezTo>
                  <a:cubicBezTo>
                    <a:pt x="74" y="139"/>
                    <a:pt x="76" y="139"/>
                    <a:pt x="78" y="138"/>
                  </a:cubicBezTo>
                  <a:cubicBezTo>
                    <a:pt x="79" y="134"/>
                    <a:pt x="79" y="129"/>
                    <a:pt x="79" y="124"/>
                  </a:cubicBezTo>
                  <a:moveTo>
                    <a:pt x="0" y="124"/>
                  </a:moveTo>
                  <a:cubicBezTo>
                    <a:pt x="1" y="129"/>
                    <a:pt x="1" y="134"/>
                    <a:pt x="2" y="138"/>
                  </a:cubicBezTo>
                  <a:cubicBezTo>
                    <a:pt x="4" y="139"/>
                    <a:pt x="6" y="139"/>
                    <a:pt x="9" y="139"/>
                  </a:cubicBezTo>
                  <a:cubicBezTo>
                    <a:pt x="8" y="137"/>
                    <a:pt x="8" y="135"/>
                    <a:pt x="8" y="132"/>
                  </a:cubicBezTo>
                  <a:cubicBezTo>
                    <a:pt x="5" y="130"/>
                    <a:pt x="3" y="127"/>
                    <a:pt x="0" y="124"/>
                  </a:cubicBezTo>
                  <a:moveTo>
                    <a:pt x="7" y="94"/>
                  </a:moveTo>
                  <a:cubicBezTo>
                    <a:pt x="5" y="97"/>
                    <a:pt x="2" y="100"/>
                    <a:pt x="0" y="102"/>
                  </a:cubicBezTo>
                  <a:cubicBezTo>
                    <a:pt x="0" y="104"/>
                    <a:pt x="0" y="106"/>
                    <a:pt x="0" y="108"/>
                  </a:cubicBezTo>
                  <a:cubicBezTo>
                    <a:pt x="0" y="110"/>
                    <a:pt x="0" y="112"/>
                    <a:pt x="0" y="114"/>
                  </a:cubicBezTo>
                  <a:cubicBezTo>
                    <a:pt x="2" y="116"/>
                    <a:pt x="5" y="119"/>
                    <a:pt x="7" y="122"/>
                  </a:cubicBezTo>
                  <a:cubicBezTo>
                    <a:pt x="7" y="117"/>
                    <a:pt x="7" y="113"/>
                    <a:pt x="7" y="108"/>
                  </a:cubicBezTo>
                  <a:cubicBezTo>
                    <a:pt x="7" y="103"/>
                    <a:pt x="7" y="99"/>
                    <a:pt x="7" y="94"/>
                  </a:cubicBezTo>
                  <a:moveTo>
                    <a:pt x="73" y="94"/>
                  </a:moveTo>
                  <a:cubicBezTo>
                    <a:pt x="73" y="99"/>
                    <a:pt x="73" y="103"/>
                    <a:pt x="73" y="108"/>
                  </a:cubicBezTo>
                  <a:cubicBezTo>
                    <a:pt x="73" y="113"/>
                    <a:pt x="73" y="117"/>
                    <a:pt x="73" y="122"/>
                  </a:cubicBezTo>
                  <a:cubicBezTo>
                    <a:pt x="75" y="119"/>
                    <a:pt x="78" y="116"/>
                    <a:pt x="80" y="114"/>
                  </a:cubicBezTo>
                  <a:cubicBezTo>
                    <a:pt x="80" y="112"/>
                    <a:pt x="80" y="110"/>
                    <a:pt x="80" y="108"/>
                  </a:cubicBezTo>
                  <a:cubicBezTo>
                    <a:pt x="80" y="106"/>
                    <a:pt x="80" y="104"/>
                    <a:pt x="80" y="102"/>
                  </a:cubicBezTo>
                  <a:cubicBezTo>
                    <a:pt x="78" y="100"/>
                    <a:pt x="75" y="97"/>
                    <a:pt x="73" y="94"/>
                  </a:cubicBezTo>
                  <a:moveTo>
                    <a:pt x="71" y="77"/>
                  </a:moveTo>
                  <a:cubicBezTo>
                    <a:pt x="72" y="79"/>
                    <a:pt x="72" y="81"/>
                    <a:pt x="72" y="84"/>
                  </a:cubicBezTo>
                  <a:cubicBezTo>
                    <a:pt x="75" y="86"/>
                    <a:pt x="77" y="89"/>
                    <a:pt x="79" y="92"/>
                  </a:cubicBezTo>
                  <a:cubicBezTo>
                    <a:pt x="79" y="87"/>
                    <a:pt x="79" y="82"/>
                    <a:pt x="78" y="78"/>
                  </a:cubicBezTo>
                  <a:cubicBezTo>
                    <a:pt x="76" y="77"/>
                    <a:pt x="74" y="77"/>
                    <a:pt x="71" y="77"/>
                  </a:cubicBezTo>
                  <a:moveTo>
                    <a:pt x="9" y="77"/>
                  </a:moveTo>
                  <a:cubicBezTo>
                    <a:pt x="6" y="77"/>
                    <a:pt x="4" y="77"/>
                    <a:pt x="2" y="78"/>
                  </a:cubicBezTo>
                  <a:cubicBezTo>
                    <a:pt x="1" y="82"/>
                    <a:pt x="1" y="87"/>
                    <a:pt x="0" y="92"/>
                  </a:cubicBezTo>
                  <a:cubicBezTo>
                    <a:pt x="3" y="89"/>
                    <a:pt x="5" y="86"/>
                    <a:pt x="8" y="84"/>
                  </a:cubicBezTo>
                  <a:cubicBezTo>
                    <a:pt x="8" y="81"/>
                    <a:pt x="8" y="79"/>
                    <a:pt x="9" y="77"/>
                  </a:cubicBezTo>
                  <a:moveTo>
                    <a:pt x="72" y="44"/>
                  </a:moveTo>
                  <a:cubicBezTo>
                    <a:pt x="70" y="45"/>
                    <a:pt x="67" y="46"/>
                    <a:pt x="65" y="48"/>
                  </a:cubicBezTo>
                  <a:cubicBezTo>
                    <a:pt x="67" y="54"/>
                    <a:pt x="69" y="62"/>
                    <a:pt x="70" y="70"/>
                  </a:cubicBezTo>
                  <a:cubicBezTo>
                    <a:pt x="73" y="70"/>
                    <a:pt x="75" y="70"/>
                    <a:pt x="77" y="71"/>
                  </a:cubicBezTo>
                  <a:cubicBezTo>
                    <a:pt x="76" y="61"/>
                    <a:pt x="74" y="52"/>
                    <a:pt x="72" y="44"/>
                  </a:cubicBezTo>
                  <a:moveTo>
                    <a:pt x="8" y="44"/>
                  </a:moveTo>
                  <a:cubicBezTo>
                    <a:pt x="5" y="52"/>
                    <a:pt x="4" y="61"/>
                    <a:pt x="2" y="71"/>
                  </a:cubicBezTo>
                  <a:cubicBezTo>
                    <a:pt x="5" y="70"/>
                    <a:pt x="7" y="70"/>
                    <a:pt x="10" y="70"/>
                  </a:cubicBezTo>
                  <a:cubicBezTo>
                    <a:pt x="11" y="62"/>
                    <a:pt x="13" y="54"/>
                    <a:pt x="15" y="48"/>
                  </a:cubicBezTo>
                  <a:cubicBezTo>
                    <a:pt x="12" y="46"/>
                    <a:pt x="10" y="45"/>
                    <a:pt x="8" y="44"/>
                  </a:cubicBezTo>
                  <a:moveTo>
                    <a:pt x="40" y="0"/>
                  </a:moveTo>
                  <a:cubicBezTo>
                    <a:pt x="28" y="0"/>
                    <a:pt x="17" y="14"/>
                    <a:pt x="10" y="36"/>
                  </a:cubicBezTo>
                  <a:cubicBezTo>
                    <a:pt x="13" y="37"/>
                    <a:pt x="15" y="39"/>
                    <a:pt x="18" y="40"/>
                  </a:cubicBezTo>
                  <a:cubicBezTo>
                    <a:pt x="24" y="26"/>
                    <a:pt x="31" y="17"/>
                    <a:pt x="40" y="17"/>
                  </a:cubicBezTo>
                  <a:cubicBezTo>
                    <a:pt x="48" y="17"/>
                    <a:pt x="56" y="26"/>
                    <a:pt x="62" y="40"/>
                  </a:cubicBezTo>
                  <a:cubicBezTo>
                    <a:pt x="65" y="39"/>
                    <a:pt x="67" y="37"/>
                    <a:pt x="70" y="36"/>
                  </a:cubicBezTo>
                  <a:cubicBezTo>
                    <a:pt x="62" y="14"/>
                    <a:pt x="52" y="0"/>
                    <a:pt x="40" y="0"/>
                  </a:cubicBezTo>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941" name="Freeform 48"/>
            <p:cNvSpPr>
              <a:spLocks noEditPoints="1"/>
            </p:cNvSpPr>
            <p:nvPr/>
          </p:nvSpPr>
          <p:spPr bwMode="auto">
            <a:xfrm>
              <a:off x="1539875" y="3317875"/>
              <a:ext cx="811213" cy="300038"/>
            </a:xfrm>
            <a:custGeom>
              <a:avLst/>
              <a:gdLst>
                <a:gd name="T0" fmla="*/ 108 w 216"/>
                <a:gd name="T1" fmla="*/ 73 h 80"/>
                <a:gd name="T2" fmla="*/ 102 w 216"/>
                <a:gd name="T3" fmla="*/ 80 h 80"/>
                <a:gd name="T4" fmla="*/ 114 w 216"/>
                <a:gd name="T5" fmla="*/ 80 h 80"/>
                <a:gd name="T6" fmla="*/ 48 w 216"/>
                <a:gd name="T7" fmla="*/ 65 h 80"/>
                <a:gd name="T8" fmla="*/ 70 w 216"/>
                <a:gd name="T9" fmla="*/ 77 h 80"/>
                <a:gd name="T10" fmla="*/ 92 w 216"/>
                <a:gd name="T11" fmla="*/ 79 h 80"/>
                <a:gd name="T12" fmla="*/ 77 w 216"/>
                <a:gd name="T13" fmla="*/ 71 h 80"/>
                <a:gd name="T14" fmla="*/ 48 w 216"/>
                <a:gd name="T15" fmla="*/ 65 h 80"/>
                <a:gd name="T16" fmla="*/ 146 w 216"/>
                <a:gd name="T17" fmla="*/ 70 h 80"/>
                <a:gd name="T18" fmla="*/ 132 w 216"/>
                <a:gd name="T19" fmla="*/ 72 h 80"/>
                <a:gd name="T20" fmla="*/ 138 w 216"/>
                <a:gd name="T21" fmla="*/ 78 h 80"/>
                <a:gd name="T22" fmla="*/ 172 w 216"/>
                <a:gd name="T23" fmla="*/ 72 h 80"/>
                <a:gd name="T24" fmla="*/ 180 w 216"/>
                <a:gd name="T25" fmla="*/ 10 h 80"/>
                <a:gd name="T26" fmla="*/ 199 w 216"/>
                <a:gd name="T27" fmla="*/ 40 h 80"/>
                <a:gd name="T28" fmla="*/ 180 w 216"/>
                <a:gd name="T29" fmla="*/ 70 h 80"/>
                <a:gd name="T30" fmla="*/ 180 w 216"/>
                <a:gd name="T31" fmla="*/ 10 h 80"/>
                <a:gd name="T32" fmla="*/ 0 w 216"/>
                <a:gd name="T33" fmla="*/ 40 h 80"/>
                <a:gd name="T34" fmla="*/ 40 w 216"/>
                <a:gd name="T35" fmla="*/ 62 h 80"/>
                <a:gd name="T36" fmla="*/ 40 w 216"/>
                <a:gd name="T37" fmla="*/ 18 h 80"/>
                <a:gd name="T38" fmla="*/ 124 w 216"/>
                <a:gd name="T39" fmla="*/ 1 h 80"/>
                <a:gd name="T40" fmla="*/ 139 w 216"/>
                <a:gd name="T41" fmla="*/ 9 h 80"/>
                <a:gd name="T42" fmla="*/ 168 w 216"/>
                <a:gd name="T43" fmla="*/ 15 h 80"/>
                <a:gd name="T44" fmla="*/ 145 w 216"/>
                <a:gd name="T45" fmla="*/ 3 h 80"/>
                <a:gd name="T46" fmla="*/ 124 w 216"/>
                <a:gd name="T47" fmla="*/ 1 h 80"/>
                <a:gd name="T48" fmla="*/ 78 w 216"/>
                <a:gd name="T49" fmla="*/ 2 h 80"/>
                <a:gd name="T50" fmla="*/ 44 w 216"/>
                <a:gd name="T51" fmla="*/ 8 h 80"/>
                <a:gd name="T52" fmla="*/ 70 w 216"/>
                <a:gd name="T53" fmla="*/ 10 h 80"/>
                <a:gd name="T54" fmla="*/ 84 w 216"/>
                <a:gd name="T55" fmla="*/ 8 h 80"/>
                <a:gd name="T56" fmla="*/ 108 w 216"/>
                <a:gd name="T57" fmla="*/ 0 h 80"/>
                <a:gd name="T58" fmla="*/ 94 w 216"/>
                <a:gd name="T59" fmla="*/ 7 h 80"/>
                <a:gd name="T60" fmla="*/ 122 w 216"/>
                <a:gd name="T61" fmla="*/ 7 h 80"/>
                <a:gd name="T62" fmla="*/ 108 w 216"/>
                <a:gd name="T6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16" h="80">
                  <a:moveTo>
                    <a:pt x="122" y="73"/>
                  </a:moveTo>
                  <a:cubicBezTo>
                    <a:pt x="117" y="73"/>
                    <a:pt x="113" y="73"/>
                    <a:pt x="108" y="73"/>
                  </a:cubicBezTo>
                  <a:cubicBezTo>
                    <a:pt x="103" y="73"/>
                    <a:pt x="99" y="73"/>
                    <a:pt x="94" y="73"/>
                  </a:cubicBezTo>
                  <a:cubicBezTo>
                    <a:pt x="97" y="75"/>
                    <a:pt x="100" y="78"/>
                    <a:pt x="102" y="80"/>
                  </a:cubicBezTo>
                  <a:cubicBezTo>
                    <a:pt x="104" y="80"/>
                    <a:pt x="106" y="80"/>
                    <a:pt x="108" y="80"/>
                  </a:cubicBezTo>
                  <a:cubicBezTo>
                    <a:pt x="110" y="80"/>
                    <a:pt x="112" y="80"/>
                    <a:pt x="114" y="80"/>
                  </a:cubicBezTo>
                  <a:cubicBezTo>
                    <a:pt x="116" y="78"/>
                    <a:pt x="119" y="75"/>
                    <a:pt x="122" y="73"/>
                  </a:cubicBezTo>
                  <a:moveTo>
                    <a:pt x="48" y="65"/>
                  </a:moveTo>
                  <a:cubicBezTo>
                    <a:pt x="46" y="67"/>
                    <a:pt x="45" y="70"/>
                    <a:pt x="44" y="72"/>
                  </a:cubicBezTo>
                  <a:cubicBezTo>
                    <a:pt x="52" y="74"/>
                    <a:pt x="61" y="76"/>
                    <a:pt x="70" y="77"/>
                  </a:cubicBezTo>
                  <a:cubicBezTo>
                    <a:pt x="73" y="78"/>
                    <a:pt x="75" y="78"/>
                    <a:pt x="78" y="78"/>
                  </a:cubicBezTo>
                  <a:cubicBezTo>
                    <a:pt x="82" y="79"/>
                    <a:pt x="87" y="79"/>
                    <a:pt x="92" y="79"/>
                  </a:cubicBezTo>
                  <a:cubicBezTo>
                    <a:pt x="89" y="77"/>
                    <a:pt x="86" y="75"/>
                    <a:pt x="84" y="72"/>
                  </a:cubicBezTo>
                  <a:cubicBezTo>
                    <a:pt x="81" y="72"/>
                    <a:pt x="79" y="72"/>
                    <a:pt x="77" y="71"/>
                  </a:cubicBezTo>
                  <a:cubicBezTo>
                    <a:pt x="74" y="71"/>
                    <a:pt x="72" y="71"/>
                    <a:pt x="70" y="70"/>
                  </a:cubicBezTo>
                  <a:cubicBezTo>
                    <a:pt x="62" y="69"/>
                    <a:pt x="54" y="67"/>
                    <a:pt x="48" y="65"/>
                  </a:cubicBezTo>
                  <a:moveTo>
                    <a:pt x="168" y="65"/>
                  </a:moveTo>
                  <a:cubicBezTo>
                    <a:pt x="162" y="67"/>
                    <a:pt x="154" y="69"/>
                    <a:pt x="146" y="70"/>
                  </a:cubicBezTo>
                  <a:cubicBezTo>
                    <a:pt x="144" y="71"/>
                    <a:pt x="142" y="71"/>
                    <a:pt x="139" y="71"/>
                  </a:cubicBezTo>
                  <a:cubicBezTo>
                    <a:pt x="137" y="72"/>
                    <a:pt x="135" y="72"/>
                    <a:pt x="132" y="72"/>
                  </a:cubicBezTo>
                  <a:cubicBezTo>
                    <a:pt x="129" y="75"/>
                    <a:pt x="127" y="77"/>
                    <a:pt x="124" y="79"/>
                  </a:cubicBezTo>
                  <a:cubicBezTo>
                    <a:pt x="129" y="79"/>
                    <a:pt x="134" y="79"/>
                    <a:pt x="138" y="78"/>
                  </a:cubicBezTo>
                  <a:cubicBezTo>
                    <a:pt x="141" y="78"/>
                    <a:pt x="143" y="78"/>
                    <a:pt x="145" y="77"/>
                  </a:cubicBezTo>
                  <a:cubicBezTo>
                    <a:pt x="155" y="76"/>
                    <a:pt x="164" y="74"/>
                    <a:pt x="172" y="72"/>
                  </a:cubicBezTo>
                  <a:cubicBezTo>
                    <a:pt x="171" y="70"/>
                    <a:pt x="169" y="67"/>
                    <a:pt x="168" y="65"/>
                  </a:cubicBezTo>
                  <a:moveTo>
                    <a:pt x="180" y="10"/>
                  </a:moveTo>
                  <a:cubicBezTo>
                    <a:pt x="179" y="13"/>
                    <a:pt x="177" y="15"/>
                    <a:pt x="176" y="18"/>
                  </a:cubicBezTo>
                  <a:cubicBezTo>
                    <a:pt x="190" y="24"/>
                    <a:pt x="199" y="31"/>
                    <a:pt x="199" y="40"/>
                  </a:cubicBezTo>
                  <a:cubicBezTo>
                    <a:pt x="199" y="49"/>
                    <a:pt x="190" y="56"/>
                    <a:pt x="176" y="62"/>
                  </a:cubicBezTo>
                  <a:cubicBezTo>
                    <a:pt x="177" y="65"/>
                    <a:pt x="179" y="67"/>
                    <a:pt x="180" y="70"/>
                  </a:cubicBezTo>
                  <a:cubicBezTo>
                    <a:pt x="202" y="63"/>
                    <a:pt x="216" y="52"/>
                    <a:pt x="216" y="40"/>
                  </a:cubicBezTo>
                  <a:cubicBezTo>
                    <a:pt x="216" y="28"/>
                    <a:pt x="202" y="17"/>
                    <a:pt x="180" y="10"/>
                  </a:cubicBezTo>
                  <a:moveTo>
                    <a:pt x="36" y="10"/>
                  </a:moveTo>
                  <a:cubicBezTo>
                    <a:pt x="14" y="17"/>
                    <a:pt x="0" y="28"/>
                    <a:pt x="0" y="40"/>
                  </a:cubicBezTo>
                  <a:cubicBezTo>
                    <a:pt x="0" y="52"/>
                    <a:pt x="14" y="63"/>
                    <a:pt x="36" y="70"/>
                  </a:cubicBezTo>
                  <a:cubicBezTo>
                    <a:pt x="37" y="67"/>
                    <a:pt x="39" y="65"/>
                    <a:pt x="40" y="62"/>
                  </a:cubicBezTo>
                  <a:cubicBezTo>
                    <a:pt x="26" y="56"/>
                    <a:pt x="17" y="49"/>
                    <a:pt x="17" y="40"/>
                  </a:cubicBezTo>
                  <a:cubicBezTo>
                    <a:pt x="17" y="31"/>
                    <a:pt x="26" y="24"/>
                    <a:pt x="40" y="18"/>
                  </a:cubicBezTo>
                  <a:cubicBezTo>
                    <a:pt x="39" y="15"/>
                    <a:pt x="37" y="13"/>
                    <a:pt x="36" y="10"/>
                  </a:cubicBezTo>
                  <a:moveTo>
                    <a:pt x="124" y="1"/>
                  </a:moveTo>
                  <a:cubicBezTo>
                    <a:pt x="127" y="3"/>
                    <a:pt x="129" y="5"/>
                    <a:pt x="132" y="8"/>
                  </a:cubicBezTo>
                  <a:cubicBezTo>
                    <a:pt x="135" y="8"/>
                    <a:pt x="137" y="8"/>
                    <a:pt x="139" y="9"/>
                  </a:cubicBezTo>
                  <a:cubicBezTo>
                    <a:pt x="142" y="9"/>
                    <a:pt x="144" y="9"/>
                    <a:pt x="146" y="10"/>
                  </a:cubicBezTo>
                  <a:cubicBezTo>
                    <a:pt x="154" y="11"/>
                    <a:pt x="162" y="13"/>
                    <a:pt x="168" y="15"/>
                  </a:cubicBezTo>
                  <a:cubicBezTo>
                    <a:pt x="169" y="13"/>
                    <a:pt x="171" y="10"/>
                    <a:pt x="172" y="8"/>
                  </a:cubicBezTo>
                  <a:cubicBezTo>
                    <a:pt x="164" y="6"/>
                    <a:pt x="155" y="4"/>
                    <a:pt x="145" y="3"/>
                  </a:cubicBezTo>
                  <a:cubicBezTo>
                    <a:pt x="143" y="2"/>
                    <a:pt x="141" y="2"/>
                    <a:pt x="138" y="2"/>
                  </a:cubicBezTo>
                  <a:cubicBezTo>
                    <a:pt x="134" y="1"/>
                    <a:pt x="129" y="1"/>
                    <a:pt x="124" y="1"/>
                  </a:cubicBezTo>
                  <a:moveTo>
                    <a:pt x="92" y="1"/>
                  </a:moveTo>
                  <a:cubicBezTo>
                    <a:pt x="87" y="1"/>
                    <a:pt x="82" y="1"/>
                    <a:pt x="78" y="2"/>
                  </a:cubicBezTo>
                  <a:cubicBezTo>
                    <a:pt x="75" y="2"/>
                    <a:pt x="73" y="2"/>
                    <a:pt x="70" y="3"/>
                  </a:cubicBezTo>
                  <a:cubicBezTo>
                    <a:pt x="61" y="4"/>
                    <a:pt x="52" y="6"/>
                    <a:pt x="44" y="8"/>
                  </a:cubicBezTo>
                  <a:cubicBezTo>
                    <a:pt x="45" y="10"/>
                    <a:pt x="46" y="13"/>
                    <a:pt x="48" y="15"/>
                  </a:cubicBezTo>
                  <a:cubicBezTo>
                    <a:pt x="54" y="13"/>
                    <a:pt x="62" y="11"/>
                    <a:pt x="70" y="10"/>
                  </a:cubicBezTo>
                  <a:cubicBezTo>
                    <a:pt x="72" y="9"/>
                    <a:pt x="74" y="9"/>
                    <a:pt x="77" y="9"/>
                  </a:cubicBezTo>
                  <a:cubicBezTo>
                    <a:pt x="79" y="8"/>
                    <a:pt x="81" y="8"/>
                    <a:pt x="84" y="8"/>
                  </a:cubicBezTo>
                  <a:cubicBezTo>
                    <a:pt x="86" y="5"/>
                    <a:pt x="89" y="3"/>
                    <a:pt x="92" y="1"/>
                  </a:cubicBezTo>
                  <a:moveTo>
                    <a:pt x="108" y="0"/>
                  </a:moveTo>
                  <a:cubicBezTo>
                    <a:pt x="106" y="0"/>
                    <a:pt x="104" y="0"/>
                    <a:pt x="102" y="0"/>
                  </a:cubicBezTo>
                  <a:cubicBezTo>
                    <a:pt x="100" y="2"/>
                    <a:pt x="97" y="5"/>
                    <a:pt x="94" y="7"/>
                  </a:cubicBezTo>
                  <a:cubicBezTo>
                    <a:pt x="99" y="7"/>
                    <a:pt x="103" y="7"/>
                    <a:pt x="108" y="7"/>
                  </a:cubicBezTo>
                  <a:cubicBezTo>
                    <a:pt x="113" y="7"/>
                    <a:pt x="117" y="7"/>
                    <a:pt x="122" y="7"/>
                  </a:cubicBezTo>
                  <a:cubicBezTo>
                    <a:pt x="119" y="5"/>
                    <a:pt x="116" y="2"/>
                    <a:pt x="114" y="0"/>
                  </a:cubicBezTo>
                  <a:cubicBezTo>
                    <a:pt x="112" y="0"/>
                    <a:pt x="110" y="0"/>
                    <a:pt x="108" y="0"/>
                  </a:cubicBezTo>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942" name="Freeform 49"/>
            <p:cNvSpPr>
              <a:spLocks noEditPoints="1"/>
            </p:cNvSpPr>
            <p:nvPr/>
          </p:nvSpPr>
          <p:spPr bwMode="auto">
            <a:xfrm>
              <a:off x="1625600" y="3160713"/>
              <a:ext cx="639763" cy="615950"/>
            </a:xfrm>
            <a:custGeom>
              <a:avLst/>
              <a:gdLst>
                <a:gd name="T0" fmla="*/ 17 w 170"/>
                <a:gd name="T1" fmla="*/ 104 h 164"/>
                <a:gd name="T2" fmla="*/ 8 w 170"/>
                <a:gd name="T3" fmla="*/ 159 h 164"/>
                <a:gd name="T4" fmla="*/ 55 w 170"/>
                <a:gd name="T5" fmla="*/ 154 h 164"/>
                <a:gd name="T6" fmla="*/ 85 w 170"/>
                <a:gd name="T7" fmla="*/ 135 h 164"/>
                <a:gd name="T8" fmla="*/ 60 w 170"/>
                <a:gd name="T9" fmla="*/ 142 h 164"/>
                <a:gd name="T10" fmla="*/ 33 w 170"/>
                <a:gd name="T11" fmla="*/ 150 h 164"/>
                <a:gd name="T12" fmla="*/ 21 w 170"/>
                <a:gd name="T13" fmla="*/ 114 h 164"/>
                <a:gd name="T14" fmla="*/ 36 w 170"/>
                <a:gd name="T15" fmla="*/ 88 h 164"/>
                <a:gd name="T16" fmla="*/ 129 w 170"/>
                <a:gd name="T17" fmla="*/ 82 h 164"/>
                <a:gd name="T18" fmla="*/ 118 w 170"/>
                <a:gd name="T19" fmla="*/ 96 h 164"/>
                <a:gd name="T20" fmla="*/ 99 w 170"/>
                <a:gd name="T21" fmla="*/ 115 h 164"/>
                <a:gd name="T22" fmla="*/ 85 w 170"/>
                <a:gd name="T23" fmla="*/ 126 h 164"/>
                <a:gd name="T24" fmla="*/ 101 w 170"/>
                <a:gd name="T25" fmla="*/ 121 h 164"/>
                <a:gd name="T26" fmla="*/ 113 w 170"/>
                <a:gd name="T27" fmla="*/ 110 h 164"/>
                <a:gd name="T28" fmla="*/ 124 w 170"/>
                <a:gd name="T29" fmla="*/ 98 h 164"/>
                <a:gd name="T30" fmla="*/ 129 w 170"/>
                <a:gd name="T31" fmla="*/ 82 h 164"/>
                <a:gd name="T32" fmla="*/ 69 w 170"/>
                <a:gd name="T33" fmla="*/ 43 h 164"/>
                <a:gd name="T34" fmla="*/ 57 w 170"/>
                <a:gd name="T35" fmla="*/ 54 h 164"/>
                <a:gd name="T36" fmla="*/ 45 w 170"/>
                <a:gd name="T37" fmla="*/ 66 h 164"/>
                <a:gd name="T38" fmla="*/ 41 w 170"/>
                <a:gd name="T39" fmla="*/ 82 h 164"/>
                <a:gd name="T40" fmla="*/ 52 w 170"/>
                <a:gd name="T41" fmla="*/ 68 h 164"/>
                <a:gd name="T42" fmla="*/ 71 w 170"/>
                <a:gd name="T43" fmla="*/ 49 h 164"/>
                <a:gd name="T44" fmla="*/ 85 w 170"/>
                <a:gd name="T45" fmla="*/ 38 h 164"/>
                <a:gd name="T46" fmla="*/ 147 w 170"/>
                <a:gd name="T47" fmla="*/ 0 h 164"/>
                <a:gd name="T48" fmla="*/ 107 w 170"/>
                <a:gd name="T49" fmla="*/ 14 h 164"/>
                <a:gd name="T50" fmla="*/ 91 w 170"/>
                <a:gd name="T51" fmla="*/ 33 h 164"/>
                <a:gd name="T52" fmla="*/ 117 w 170"/>
                <a:gd name="T53" fmla="*/ 18 h 164"/>
                <a:gd name="T54" fmla="*/ 149 w 170"/>
                <a:gd name="T55" fmla="*/ 18 h 164"/>
                <a:gd name="T56" fmla="*/ 145 w 170"/>
                <a:gd name="T57" fmla="*/ 57 h 164"/>
                <a:gd name="T58" fmla="*/ 138 w 170"/>
                <a:gd name="T59" fmla="*/ 82 h 164"/>
                <a:gd name="T60" fmla="*/ 157 w 170"/>
                <a:gd name="T61" fmla="*/ 52 h 164"/>
                <a:gd name="T62" fmla="*/ 147 w 170"/>
                <a:gd name="T63"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0" h="164">
                  <a:moveTo>
                    <a:pt x="32" y="82"/>
                  </a:moveTo>
                  <a:cubicBezTo>
                    <a:pt x="26" y="90"/>
                    <a:pt x="21" y="97"/>
                    <a:pt x="17" y="104"/>
                  </a:cubicBezTo>
                  <a:cubicBezTo>
                    <a:pt x="16" y="107"/>
                    <a:pt x="14" y="109"/>
                    <a:pt x="13" y="112"/>
                  </a:cubicBezTo>
                  <a:cubicBezTo>
                    <a:pt x="2" y="133"/>
                    <a:pt x="0" y="150"/>
                    <a:pt x="8" y="159"/>
                  </a:cubicBezTo>
                  <a:cubicBezTo>
                    <a:pt x="12" y="162"/>
                    <a:pt x="17" y="164"/>
                    <a:pt x="23" y="164"/>
                  </a:cubicBezTo>
                  <a:cubicBezTo>
                    <a:pt x="32" y="164"/>
                    <a:pt x="43" y="160"/>
                    <a:pt x="55" y="154"/>
                  </a:cubicBezTo>
                  <a:cubicBezTo>
                    <a:pt x="58" y="153"/>
                    <a:pt x="60" y="151"/>
                    <a:pt x="63" y="150"/>
                  </a:cubicBezTo>
                  <a:cubicBezTo>
                    <a:pt x="70" y="146"/>
                    <a:pt x="77" y="141"/>
                    <a:pt x="85" y="135"/>
                  </a:cubicBezTo>
                  <a:cubicBezTo>
                    <a:pt x="83" y="134"/>
                    <a:pt x="81" y="132"/>
                    <a:pt x="79" y="131"/>
                  </a:cubicBezTo>
                  <a:cubicBezTo>
                    <a:pt x="73" y="135"/>
                    <a:pt x="66" y="139"/>
                    <a:pt x="60" y="142"/>
                  </a:cubicBezTo>
                  <a:cubicBezTo>
                    <a:pt x="57" y="144"/>
                    <a:pt x="55" y="145"/>
                    <a:pt x="53" y="146"/>
                  </a:cubicBezTo>
                  <a:cubicBezTo>
                    <a:pt x="45" y="149"/>
                    <a:pt x="38" y="150"/>
                    <a:pt x="33" y="150"/>
                  </a:cubicBezTo>
                  <a:cubicBezTo>
                    <a:pt x="28" y="150"/>
                    <a:pt x="24" y="149"/>
                    <a:pt x="21" y="146"/>
                  </a:cubicBezTo>
                  <a:cubicBezTo>
                    <a:pt x="15" y="140"/>
                    <a:pt x="15" y="129"/>
                    <a:pt x="21" y="114"/>
                  </a:cubicBezTo>
                  <a:cubicBezTo>
                    <a:pt x="22" y="112"/>
                    <a:pt x="23" y="109"/>
                    <a:pt x="25" y="107"/>
                  </a:cubicBezTo>
                  <a:cubicBezTo>
                    <a:pt x="28" y="101"/>
                    <a:pt x="32" y="94"/>
                    <a:pt x="36" y="88"/>
                  </a:cubicBezTo>
                  <a:cubicBezTo>
                    <a:pt x="35" y="86"/>
                    <a:pt x="33" y="84"/>
                    <a:pt x="32" y="82"/>
                  </a:cubicBezTo>
                  <a:moveTo>
                    <a:pt x="129" y="82"/>
                  </a:moveTo>
                  <a:cubicBezTo>
                    <a:pt x="128" y="84"/>
                    <a:pt x="126" y="86"/>
                    <a:pt x="125" y="88"/>
                  </a:cubicBezTo>
                  <a:cubicBezTo>
                    <a:pt x="123" y="90"/>
                    <a:pt x="120" y="93"/>
                    <a:pt x="118" y="96"/>
                  </a:cubicBezTo>
                  <a:cubicBezTo>
                    <a:pt x="115" y="99"/>
                    <a:pt x="112" y="102"/>
                    <a:pt x="109" y="106"/>
                  </a:cubicBezTo>
                  <a:cubicBezTo>
                    <a:pt x="105" y="109"/>
                    <a:pt x="102" y="112"/>
                    <a:pt x="99" y="115"/>
                  </a:cubicBezTo>
                  <a:cubicBezTo>
                    <a:pt x="96" y="117"/>
                    <a:pt x="93" y="120"/>
                    <a:pt x="91" y="122"/>
                  </a:cubicBezTo>
                  <a:cubicBezTo>
                    <a:pt x="89" y="123"/>
                    <a:pt x="87" y="125"/>
                    <a:pt x="85" y="126"/>
                  </a:cubicBezTo>
                  <a:cubicBezTo>
                    <a:pt x="87" y="128"/>
                    <a:pt x="89" y="129"/>
                    <a:pt x="91" y="131"/>
                  </a:cubicBezTo>
                  <a:cubicBezTo>
                    <a:pt x="94" y="128"/>
                    <a:pt x="98" y="125"/>
                    <a:pt x="101" y="121"/>
                  </a:cubicBezTo>
                  <a:cubicBezTo>
                    <a:pt x="104" y="119"/>
                    <a:pt x="106" y="117"/>
                    <a:pt x="109" y="114"/>
                  </a:cubicBezTo>
                  <a:cubicBezTo>
                    <a:pt x="110" y="113"/>
                    <a:pt x="112" y="112"/>
                    <a:pt x="113" y="110"/>
                  </a:cubicBezTo>
                  <a:cubicBezTo>
                    <a:pt x="115" y="109"/>
                    <a:pt x="116" y="108"/>
                    <a:pt x="117" y="106"/>
                  </a:cubicBezTo>
                  <a:cubicBezTo>
                    <a:pt x="120" y="104"/>
                    <a:pt x="122" y="101"/>
                    <a:pt x="124" y="98"/>
                  </a:cubicBezTo>
                  <a:cubicBezTo>
                    <a:pt x="128" y="95"/>
                    <a:pt x="131" y="91"/>
                    <a:pt x="133" y="88"/>
                  </a:cubicBezTo>
                  <a:cubicBezTo>
                    <a:pt x="132" y="86"/>
                    <a:pt x="131" y="84"/>
                    <a:pt x="129" y="82"/>
                  </a:cubicBezTo>
                  <a:moveTo>
                    <a:pt x="79" y="33"/>
                  </a:moveTo>
                  <a:cubicBezTo>
                    <a:pt x="76" y="36"/>
                    <a:pt x="72" y="39"/>
                    <a:pt x="69" y="43"/>
                  </a:cubicBezTo>
                  <a:cubicBezTo>
                    <a:pt x="66" y="45"/>
                    <a:pt x="63" y="47"/>
                    <a:pt x="61" y="50"/>
                  </a:cubicBezTo>
                  <a:cubicBezTo>
                    <a:pt x="59" y="51"/>
                    <a:pt x="58" y="52"/>
                    <a:pt x="57" y="54"/>
                  </a:cubicBezTo>
                  <a:cubicBezTo>
                    <a:pt x="55" y="55"/>
                    <a:pt x="54" y="57"/>
                    <a:pt x="53" y="58"/>
                  </a:cubicBezTo>
                  <a:cubicBezTo>
                    <a:pt x="50" y="60"/>
                    <a:pt x="48" y="63"/>
                    <a:pt x="45" y="66"/>
                  </a:cubicBezTo>
                  <a:cubicBezTo>
                    <a:pt x="42" y="69"/>
                    <a:pt x="39" y="73"/>
                    <a:pt x="36" y="76"/>
                  </a:cubicBezTo>
                  <a:cubicBezTo>
                    <a:pt x="38" y="78"/>
                    <a:pt x="39" y="80"/>
                    <a:pt x="41" y="82"/>
                  </a:cubicBezTo>
                  <a:cubicBezTo>
                    <a:pt x="42" y="80"/>
                    <a:pt x="44" y="78"/>
                    <a:pt x="45" y="76"/>
                  </a:cubicBezTo>
                  <a:cubicBezTo>
                    <a:pt x="47" y="74"/>
                    <a:pt x="50" y="71"/>
                    <a:pt x="52" y="68"/>
                  </a:cubicBezTo>
                  <a:cubicBezTo>
                    <a:pt x="55" y="65"/>
                    <a:pt x="58" y="62"/>
                    <a:pt x="61" y="58"/>
                  </a:cubicBezTo>
                  <a:cubicBezTo>
                    <a:pt x="65" y="55"/>
                    <a:pt x="68" y="52"/>
                    <a:pt x="71" y="49"/>
                  </a:cubicBezTo>
                  <a:cubicBezTo>
                    <a:pt x="74" y="47"/>
                    <a:pt x="77" y="44"/>
                    <a:pt x="79" y="42"/>
                  </a:cubicBezTo>
                  <a:cubicBezTo>
                    <a:pt x="81" y="41"/>
                    <a:pt x="83" y="39"/>
                    <a:pt x="85" y="38"/>
                  </a:cubicBezTo>
                  <a:cubicBezTo>
                    <a:pt x="83" y="36"/>
                    <a:pt x="81" y="35"/>
                    <a:pt x="79" y="33"/>
                  </a:cubicBezTo>
                  <a:moveTo>
                    <a:pt x="147" y="0"/>
                  </a:moveTo>
                  <a:cubicBezTo>
                    <a:pt x="138" y="0"/>
                    <a:pt x="127" y="4"/>
                    <a:pt x="115" y="10"/>
                  </a:cubicBezTo>
                  <a:cubicBezTo>
                    <a:pt x="112" y="11"/>
                    <a:pt x="110" y="13"/>
                    <a:pt x="107" y="14"/>
                  </a:cubicBezTo>
                  <a:cubicBezTo>
                    <a:pt x="100" y="18"/>
                    <a:pt x="92" y="23"/>
                    <a:pt x="85" y="29"/>
                  </a:cubicBezTo>
                  <a:cubicBezTo>
                    <a:pt x="87" y="30"/>
                    <a:pt x="89" y="32"/>
                    <a:pt x="91" y="33"/>
                  </a:cubicBezTo>
                  <a:cubicBezTo>
                    <a:pt x="97" y="29"/>
                    <a:pt x="104" y="25"/>
                    <a:pt x="110" y="22"/>
                  </a:cubicBezTo>
                  <a:cubicBezTo>
                    <a:pt x="112" y="20"/>
                    <a:pt x="115" y="19"/>
                    <a:pt x="117" y="18"/>
                  </a:cubicBezTo>
                  <a:cubicBezTo>
                    <a:pt x="125" y="15"/>
                    <a:pt x="131" y="14"/>
                    <a:pt x="137" y="14"/>
                  </a:cubicBezTo>
                  <a:cubicBezTo>
                    <a:pt x="142" y="14"/>
                    <a:pt x="146" y="15"/>
                    <a:pt x="149" y="18"/>
                  </a:cubicBezTo>
                  <a:cubicBezTo>
                    <a:pt x="155" y="24"/>
                    <a:pt x="154" y="35"/>
                    <a:pt x="149" y="50"/>
                  </a:cubicBezTo>
                  <a:cubicBezTo>
                    <a:pt x="148" y="52"/>
                    <a:pt x="146" y="55"/>
                    <a:pt x="145" y="57"/>
                  </a:cubicBezTo>
                  <a:cubicBezTo>
                    <a:pt x="142" y="63"/>
                    <a:pt x="138" y="70"/>
                    <a:pt x="133" y="76"/>
                  </a:cubicBezTo>
                  <a:cubicBezTo>
                    <a:pt x="135" y="78"/>
                    <a:pt x="136" y="80"/>
                    <a:pt x="138" y="82"/>
                  </a:cubicBezTo>
                  <a:cubicBezTo>
                    <a:pt x="144" y="74"/>
                    <a:pt x="149" y="67"/>
                    <a:pt x="153" y="60"/>
                  </a:cubicBezTo>
                  <a:cubicBezTo>
                    <a:pt x="154" y="57"/>
                    <a:pt x="156" y="55"/>
                    <a:pt x="157" y="52"/>
                  </a:cubicBezTo>
                  <a:cubicBezTo>
                    <a:pt x="168" y="31"/>
                    <a:pt x="170" y="14"/>
                    <a:pt x="162" y="5"/>
                  </a:cubicBezTo>
                  <a:cubicBezTo>
                    <a:pt x="158" y="2"/>
                    <a:pt x="153" y="0"/>
                    <a:pt x="147" y="0"/>
                  </a:cubicBezTo>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943" name="Freeform 50"/>
            <p:cNvSpPr>
              <a:spLocks noEditPoints="1"/>
            </p:cNvSpPr>
            <p:nvPr/>
          </p:nvSpPr>
          <p:spPr bwMode="auto">
            <a:xfrm>
              <a:off x="1625600" y="3160713"/>
              <a:ext cx="639763" cy="615950"/>
            </a:xfrm>
            <a:custGeom>
              <a:avLst/>
              <a:gdLst>
                <a:gd name="T0" fmla="*/ 21 w 170"/>
                <a:gd name="T1" fmla="*/ 50 h 164"/>
                <a:gd name="T2" fmla="*/ 21 w 170"/>
                <a:gd name="T3" fmla="*/ 18 h 164"/>
                <a:gd name="T4" fmla="*/ 33 w 170"/>
                <a:gd name="T5" fmla="*/ 14 h 164"/>
                <a:gd name="T6" fmla="*/ 53 w 170"/>
                <a:gd name="T7" fmla="*/ 18 h 164"/>
                <a:gd name="T8" fmla="*/ 60 w 170"/>
                <a:gd name="T9" fmla="*/ 22 h 164"/>
                <a:gd name="T10" fmla="*/ 79 w 170"/>
                <a:gd name="T11" fmla="*/ 33 h 164"/>
                <a:gd name="T12" fmla="*/ 85 w 170"/>
                <a:gd name="T13" fmla="*/ 38 h 164"/>
                <a:gd name="T14" fmla="*/ 91 w 170"/>
                <a:gd name="T15" fmla="*/ 42 h 164"/>
                <a:gd name="T16" fmla="*/ 99 w 170"/>
                <a:gd name="T17" fmla="*/ 49 h 164"/>
                <a:gd name="T18" fmla="*/ 109 w 170"/>
                <a:gd name="T19" fmla="*/ 58 h 164"/>
                <a:gd name="T20" fmla="*/ 118 w 170"/>
                <a:gd name="T21" fmla="*/ 68 h 164"/>
                <a:gd name="T22" fmla="*/ 125 w 170"/>
                <a:gd name="T23" fmla="*/ 76 h 164"/>
                <a:gd name="T24" fmla="*/ 129 w 170"/>
                <a:gd name="T25" fmla="*/ 82 h 164"/>
                <a:gd name="T26" fmla="*/ 133 w 170"/>
                <a:gd name="T27" fmla="*/ 88 h 164"/>
                <a:gd name="T28" fmla="*/ 145 w 170"/>
                <a:gd name="T29" fmla="*/ 107 h 164"/>
                <a:gd name="T30" fmla="*/ 149 w 170"/>
                <a:gd name="T31" fmla="*/ 114 h 164"/>
                <a:gd name="T32" fmla="*/ 149 w 170"/>
                <a:gd name="T33" fmla="*/ 146 h 164"/>
                <a:gd name="T34" fmla="*/ 137 w 170"/>
                <a:gd name="T35" fmla="*/ 150 h 164"/>
                <a:gd name="T36" fmla="*/ 117 w 170"/>
                <a:gd name="T37" fmla="*/ 146 h 164"/>
                <a:gd name="T38" fmla="*/ 110 w 170"/>
                <a:gd name="T39" fmla="*/ 142 h 164"/>
                <a:gd name="T40" fmla="*/ 91 w 170"/>
                <a:gd name="T41" fmla="*/ 131 h 164"/>
                <a:gd name="T42" fmla="*/ 85 w 170"/>
                <a:gd name="T43" fmla="*/ 126 h 164"/>
                <a:gd name="T44" fmla="*/ 79 w 170"/>
                <a:gd name="T45" fmla="*/ 122 h 164"/>
                <a:gd name="T46" fmla="*/ 71 w 170"/>
                <a:gd name="T47" fmla="*/ 115 h 164"/>
                <a:gd name="T48" fmla="*/ 61 w 170"/>
                <a:gd name="T49" fmla="*/ 106 h 164"/>
                <a:gd name="T50" fmla="*/ 52 w 170"/>
                <a:gd name="T51" fmla="*/ 96 h 164"/>
                <a:gd name="T52" fmla="*/ 45 w 170"/>
                <a:gd name="T53" fmla="*/ 88 h 164"/>
                <a:gd name="T54" fmla="*/ 41 w 170"/>
                <a:gd name="T55" fmla="*/ 82 h 164"/>
                <a:gd name="T56" fmla="*/ 36 w 170"/>
                <a:gd name="T57" fmla="*/ 76 h 164"/>
                <a:gd name="T58" fmla="*/ 25 w 170"/>
                <a:gd name="T59" fmla="*/ 57 h 164"/>
                <a:gd name="T60" fmla="*/ 21 w 170"/>
                <a:gd name="T61" fmla="*/ 50 h 164"/>
                <a:gd name="T62" fmla="*/ 23 w 170"/>
                <a:gd name="T63" fmla="*/ 0 h 164"/>
                <a:gd name="T64" fmla="*/ 8 w 170"/>
                <a:gd name="T65" fmla="*/ 5 h 164"/>
                <a:gd name="T66" fmla="*/ 13 w 170"/>
                <a:gd name="T67" fmla="*/ 52 h 164"/>
                <a:gd name="T68" fmla="*/ 17 w 170"/>
                <a:gd name="T69" fmla="*/ 60 h 164"/>
                <a:gd name="T70" fmla="*/ 32 w 170"/>
                <a:gd name="T71" fmla="*/ 82 h 164"/>
                <a:gd name="T72" fmla="*/ 36 w 170"/>
                <a:gd name="T73" fmla="*/ 88 h 164"/>
                <a:gd name="T74" fmla="*/ 45 w 170"/>
                <a:gd name="T75" fmla="*/ 98 h 164"/>
                <a:gd name="T76" fmla="*/ 53 w 170"/>
                <a:gd name="T77" fmla="*/ 106 h 164"/>
                <a:gd name="T78" fmla="*/ 57 w 170"/>
                <a:gd name="T79" fmla="*/ 110 h 164"/>
                <a:gd name="T80" fmla="*/ 61 w 170"/>
                <a:gd name="T81" fmla="*/ 114 h 164"/>
                <a:gd name="T82" fmla="*/ 69 w 170"/>
                <a:gd name="T83" fmla="*/ 121 h 164"/>
                <a:gd name="T84" fmla="*/ 79 w 170"/>
                <a:gd name="T85" fmla="*/ 131 h 164"/>
                <a:gd name="T86" fmla="*/ 85 w 170"/>
                <a:gd name="T87" fmla="*/ 135 h 164"/>
                <a:gd name="T88" fmla="*/ 107 w 170"/>
                <a:gd name="T89" fmla="*/ 150 h 164"/>
                <a:gd name="T90" fmla="*/ 115 w 170"/>
                <a:gd name="T91" fmla="*/ 154 h 164"/>
                <a:gd name="T92" fmla="*/ 147 w 170"/>
                <a:gd name="T93" fmla="*/ 164 h 164"/>
                <a:gd name="T94" fmla="*/ 162 w 170"/>
                <a:gd name="T95" fmla="*/ 159 h 164"/>
                <a:gd name="T96" fmla="*/ 157 w 170"/>
                <a:gd name="T97" fmla="*/ 112 h 164"/>
                <a:gd name="T98" fmla="*/ 153 w 170"/>
                <a:gd name="T99" fmla="*/ 104 h 164"/>
                <a:gd name="T100" fmla="*/ 138 w 170"/>
                <a:gd name="T101" fmla="*/ 82 h 164"/>
                <a:gd name="T102" fmla="*/ 133 w 170"/>
                <a:gd name="T103" fmla="*/ 76 h 164"/>
                <a:gd name="T104" fmla="*/ 124 w 170"/>
                <a:gd name="T105" fmla="*/ 66 h 164"/>
                <a:gd name="T106" fmla="*/ 117 w 170"/>
                <a:gd name="T107" fmla="*/ 58 h 164"/>
                <a:gd name="T108" fmla="*/ 113 w 170"/>
                <a:gd name="T109" fmla="*/ 54 h 164"/>
                <a:gd name="T110" fmla="*/ 109 w 170"/>
                <a:gd name="T111" fmla="*/ 50 h 164"/>
                <a:gd name="T112" fmla="*/ 101 w 170"/>
                <a:gd name="T113" fmla="*/ 43 h 164"/>
                <a:gd name="T114" fmla="*/ 91 w 170"/>
                <a:gd name="T115" fmla="*/ 33 h 164"/>
                <a:gd name="T116" fmla="*/ 85 w 170"/>
                <a:gd name="T117" fmla="*/ 29 h 164"/>
                <a:gd name="T118" fmla="*/ 63 w 170"/>
                <a:gd name="T119" fmla="*/ 14 h 164"/>
                <a:gd name="T120" fmla="*/ 55 w 170"/>
                <a:gd name="T121" fmla="*/ 10 h 164"/>
                <a:gd name="T122" fmla="*/ 23 w 170"/>
                <a:gd name="T123"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0" h="164">
                  <a:moveTo>
                    <a:pt x="21" y="50"/>
                  </a:moveTo>
                  <a:cubicBezTo>
                    <a:pt x="15" y="35"/>
                    <a:pt x="15" y="24"/>
                    <a:pt x="21" y="18"/>
                  </a:cubicBezTo>
                  <a:cubicBezTo>
                    <a:pt x="24" y="15"/>
                    <a:pt x="28" y="14"/>
                    <a:pt x="33" y="14"/>
                  </a:cubicBezTo>
                  <a:cubicBezTo>
                    <a:pt x="38" y="14"/>
                    <a:pt x="45" y="15"/>
                    <a:pt x="53" y="18"/>
                  </a:cubicBezTo>
                  <a:cubicBezTo>
                    <a:pt x="55" y="19"/>
                    <a:pt x="57" y="20"/>
                    <a:pt x="60" y="22"/>
                  </a:cubicBezTo>
                  <a:cubicBezTo>
                    <a:pt x="66" y="25"/>
                    <a:pt x="73" y="29"/>
                    <a:pt x="79" y="33"/>
                  </a:cubicBezTo>
                  <a:cubicBezTo>
                    <a:pt x="81" y="35"/>
                    <a:pt x="83" y="36"/>
                    <a:pt x="85" y="38"/>
                  </a:cubicBezTo>
                  <a:cubicBezTo>
                    <a:pt x="87" y="39"/>
                    <a:pt x="89" y="41"/>
                    <a:pt x="91" y="42"/>
                  </a:cubicBezTo>
                  <a:cubicBezTo>
                    <a:pt x="93" y="44"/>
                    <a:pt x="96" y="47"/>
                    <a:pt x="99" y="49"/>
                  </a:cubicBezTo>
                  <a:cubicBezTo>
                    <a:pt x="102" y="52"/>
                    <a:pt x="105" y="55"/>
                    <a:pt x="109" y="58"/>
                  </a:cubicBezTo>
                  <a:cubicBezTo>
                    <a:pt x="112" y="62"/>
                    <a:pt x="115" y="65"/>
                    <a:pt x="118" y="68"/>
                  </a:cubicBezTo>
                  <a:cubicBezTo>
                    <a:pt x="120" y="71"/>
                    <a:pt x="123" y="74"/>
                    <a:pt x="125" y="76"/>
                  </a:cubicBezTo>
                  <a:cubicBezTo>
                    <a:pt x="126" y="78"/>
                    <a:pt x="128" y="80"/>
                    <a:pt x="129" y="82"/>
                  </a:cubicBezTo>
                  <a:cubicBezTo>
                    <a:pt x="131" y="84"/>
                    <a:pt x="132" y="86"/>
                    <a:pt x="133" y="88"/>
                  </a:cubicBezTo>
                  <a:cubicBezTo>
                    <a:pt x="138" y="94"/>
                    <a:pt x="142" y="101"/>
                    <a:pt x="145" y="107"/>
                  </a:cubicBezTo>
                  <a:cubicBezTo>
                    <a:pt x="146" y="109"/>
                    <a:pt x="148" y="112"/>
                    <a:pt x="149" y="114"/>
                  </a:cubicBezTo>
                  <a:cubicBezTo>
                    <a:pt x="154" y="129"/>
                    <a:pt x="155" y="140"/>
                    <a:pt x="149" y="146"/>
                  </a:cubicBezTo>
                  <a:cubicBezTo>
                    <a:pt x="146" y="149"/>
                    <a:pt x="142" y="150"/>
                    <a:pt x="137" y="150"/>
                  </a:cubicBezTo>
                  <a:cubicBezTo>
                    <a:pt x="131" y="150"/>
                    <a:pt x="125" y="149"/>
                    <a:pt x="117" y="146"/>
                  </a:cubicBezTo>
                  <a:cubicBezTo>
                    <a:pt x="115" y="145"/>
                    <a:pt x="112" y="144"/>
                    <a:pt x="110" y="142"/>
                  </a:cubicBezTo>
                  <a:cubicBezTo>
                    <a:pt x="104" y="139"/>
                    <a:pt x="97" y="135"/>
                    <a:pt x="91" y="131"/>
                  </a:cubicBezTo>
                  <a:cubicBezTo>
                    <a:pt x="89" y="129"/>
                    <a:pt x="87" y="128"/>
                    <a:pt x="85" y="126"/>
                  </a:cubicBezTo>
                  <a:cubicBezTo>
                    <a:pt x="83" y="125"/>
                    <a:pt x="81" y="123"/>
                    <a:pt x="79" y="122"/>
                  </a:cubicBezTo>
                  <a:cubicBezTo>
                    <a:pt x="77" y="120"/>
                    <a:pt x="74" y="117"/>
                    <a:pt x="71" y="115"/>
                  </a:cubicBezTo>
                  <a:cubicBezTo>
                    <a:pt x="68" y="112"/>
                    <a:pt x="65" y="109"/>
                    <a:pt x="61" y="106"/>
                  </a:cubicBezTo>
                  <a:cubicBezTo>
                    <a:pt x="58" y="102"/>
                    <a:pt x="55" y="99"/>
                    <a:pt x="52" y="96"/>
                  </a:cubicBezTo>
                  <a:cubicBezTo>
                    <a:pt x="50" y="93"/>
                    <a:pt x="47" y="90"/>
                    <a:pt x="45" y="88"/>
                  </a:cubicBezTo>
                  <a:cubicBezTo>
                    <a:pt x="44" y="86"/>
                    <a:pt x="42" y="84"/>
                    <a:pt x="41" y="82"/>
                  </a:cubicBezTo>
                  <a:cubicBezTo>
                    <a:pt x="39" y="80"/>
                    <a:pt x="38" y="78"/>
                    <a:pt x="36" y="76"/>
                  </a:cubicBezTo>
                  <a:cubicBezTo>
                    <a:pt x="32" y="70"/>
                    <a:pt x="28" y="63"/>
                    <a:pt x="25" y="57"/>
                  </a:cubicBezTo>
                  <a:cubicBezTo>
                    <a:pt x="23" y="55"/>
                    <a:pt x="22" y="52"/>
                    <a:pt x="21" y="50"/>
                  </a:cubicBezTo>
                  <a:moveTo>
                    <a:pt x="23" y="0"/>
                  </a:moveTo>
                  <a:cubicBezTo>
                    <a:pt x="17" y="0"/>
                    <a:pt x="12" y="2"/>
                    <a:pt x="8" y="5"/>
                  </a:cubicBezTo>
                  <a:cubicBezTo>
                    <a:pt x="0" y="14"/>
                    <a:pt x="2" y="31"/>
                    <a:pt x="13" y="52"/>
                  </a:cubicBezTo>
                  <a:cubicBezTo>
                    <a:pt x="14" y="55"/>
                    <a:pt x="16" y="57"/>
                    <a:pt x="17" y="60"/>
                  </a:cubicBezTo>
                  <a:cubicBezTo>
                    <a:pt x="21" y="67"/>
                    <a:pt x="26" y="74"/>
                    <a:pt x="32" y="82"/>
                  </a:cubicBezTo>
                  <a:cubicBezTo>
                    <a:pt x="33" y="84"/>
                    <a:pt x="35" y="86"/>
                    <a:pt x="36" y="88"/>
                  </a:cubicBezTo>
                  <a:cubicBezTo>
                    <a:pt x="39" y="91"/>
                    <a:pt x="42" y="95"/>
                    <a:pt x="45" y="98"/>
                  </a:cubicBezTo>
                  <a:cubicBezTo>
                    <a:pt x="48" y="101"/>
                    <a:pt x="50" y="104"/>
                    <a:pt x="53" y="106"/>
                  </a:cubicBezTo>
                  <a:cubicBezTo>
                    <a:pt x="54" y="108"/>
                    <a:pt x="55" y="109"/>
                    <a:pt x="57" y="110"/>
                  </a:cubicBezTo>
                  <a:cubicBezTo>
                    <a:pt x="58" y="112"/>
                    <a:pt x="59" y="113"/>
                    <a:pt x="61" y="114"/>
                  </a:cubicBezTo>
                  <a:cubicBezTo>
                    <a:pt x="63" y="117"/>
                    <a:pt x="66" y="119"/>
                    <a:pt x="69" y="121"/>
                  </a:cubicBezTo>
                  <a:cubicBezTo>
                    <a:pt x="72" y="125"/>
                    <a:pt x="76" y="128"/>
                    <a:pt x="79" y="131"/>
                  </a:cubicBezTo>
                  <a:cubicBezTo>
                    <a:pt x="81" y="132"/>
                    <a:pt x="83" y="134"/>
                    <a:pt x="85" y="135"/>
                  </a:cubicBezTo>
                  <a:cubicBezTo>
                    <a:pt x="92" y="141"/>
                    <a:pt x="100" y="146"/>
                    <a:pt x="107" y="150"/>
                  </a:cubicBezTo>
                  <a:cubicBezTo>
                    <a:pt x="110" y="151"/>
                    <a:pt x="112" y="153"/>
                    <a:pt x="115" y="154"/>
                  </a:cubicBezTo>
                  <a:cubicBezTo>
                    <a:pt x="127" y="160"/>
                    <a:pt x="138" y="164"/>
                    <a:pt x="147" y="164"/>
                  </a:cubicBezTo>
                  <a:cubicBezTo>
                    <a:pt x="153" y="164"/>
                    <a:pt x="158" y="162"/>
                    <a:pt x="162" y="159"/>
                  </a:cubicBezTo>
                  <a:cubicBezTo>
                    <a:pt x="170" y="150"/>
                    <a:pt x="168" y="133"/>
                    <a:pt x="157" y="112"/>
                  </a:cubicBezTo>
                  <a:cubicBezTo>
                    <a:pt x="156" y="109"/>
                    <a:pt x="154" y="107"/>
                    <a:pt x="153" y="104"/>
                  </a:cubicBezTo>
                  <a:cubicBezTo>
                    <a:pt x="149" y="97"/>
                    <a:pt x="144" y="90"/>
                    <a:pt x="138" y="82"/>
                  </a:cubicBezTo>
                  <a:cubicBezTo>
                    <a:pt x="136" y="80"/>
                    <a:pt x="135" y="78"/>
                    <a:pt x="133" y="76"/>
                  </a:cubicBezTo>
                  <a:cubicBezTo>
                    <a:pt x="131" y="73"/>
                    <a:pt x="128" y="69"/>
                    <a:pt x="124" y="66"/>
                  </a:cubicBezTo>
                  <a:cubicBezTo>
                    <a:pt x="122" y="63"/>
                    <a:pt x="120" y="60"/>
                    <a:pt x="117" y="58"/>
                  </a:cubicBezTo>
                  <a:cubicBezTo>
                    <a:pt x="116" y="57"/>
                    <a:pt x="115" y="55"/>
                    <a:pt x="113" y="54"/>
                  </a:cubicBezTo>
                  <a:cubicBezTo>
                    <a:pt x="112" y="52"/>
                    <a:pt x="110" y="51"/>
                    <a:pt x="109" y="50"/>
                  </a:cubicBezTo>
                  <a:cubicBezTo>
                    <a:pt x="106" y="47"/>
                    <a:pt x="104" y="45"/>
                    <a:pt x="101" y="43"/>
                  </a:cubicBezTo>
                  <a:cubicBezTo>
                    <a:pt x="98" y="39"/>
                    <a:pt x="94" y="36"/>
                    <a:pt x="91" y="33"/>
                  </a:cubicBezTo>
                  <a:cubicBezTo>
                    <a:pt x="89" y="32"/>
                    <a:pt x="87" y="30"/>
                    <a:pt x="85" y="29"/>
                  </a:cubicBezTo>
                  <a:cubicBezTo>
                    <a:pt x="77" y="23"/>
                    <a:pt x="70" y="18"/>
                    <a:pt x="63" y="14"/>
                  </a:cubicBezTo>
                  <a:cubicBezTo>
                    <a:pt x="60" y="13"/>
                    <a:pt x="58" y="11"/>
                    <a:pt x="55" y="10"/>
                  </a:cubicBezTo>
                  <a:cubicBezTo>
                    <a:pt x="43" y="4"/>
                    <a:pt x="32" y="0"/>
                    <a:pt x="23" y="0"/>
                  </a:cubicBezTo>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944" name="Oval 51"/>
            <p:cNvSpPr>
              <a:spLocks noChangeArrowheads="1"/>
            </p:cNvSpPr>
            <p:nvPr/>
          </p:nvSpPr>
          <p:spPr bwMode="auto">
            <a:xfrm>
              <a:off x="1881188" y="3403600"/>
              <a:ext cx="128588" cy="128588"/>
            </a:xfrm>
            <a:prstGeom prst="ellipse">
              <a:avLst/>
            </a:pr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grpSp>
      <p:grpSp>
        <p:nvGrpSpPr>
          <p:cNvPr id="945" name="组合 944"/>
          <p:cNvGrpSpPr/>
          <p:nvPr/>
        </p:nvGrpSpPr>
        <p:grpSpPr>
          <a:xfrm>
            <a:off x="6908314" y="6334762"/>
            <a:ext cx="278204" cy="331396"/>
            <a:chOff x="9217027" y="468312"/>
            <a:chExt cx="938213" cy="1117599"/>
          </a:xfrm>
          <a:solidFill>
            <a:srgbClr val="707E84"/>
          </a:solidFill>
        </p:grpSpPr>
        <p:sp>
          <p:nvSpPr>
            <p:cNvPr id="946" name="Freeform 6"/>
            <p:cNvSpPr>
              <a:spLocks/>
            </p:cNvSpPr>
            <p:nvPr/>
          </p:nvSpPr>
          <p:spPr bwMode="auto">
            <a:xfrm>
              <a:off x="9412290" y="468312"/>
              <a:ext cx="98425" cy="250825"/>
            </a:xfrm>
            <a:custGeom>
              <a:avLst/>
              <a:gdLst>
                <a:gd name="T0" fmla="*/ 17 w 26"/>
                <a:gd name="T1" fmla="*/ 26 h 67"/>
                <a:gd name="T2" fmla="*/ 12 w 26"/>
                <a:gd name="T3" fmla="*/ 14 h 67"/>
                <a:gd name="T4" fmla="*/ 18 w 26"/>
                <a:gd name="T5" fmla="*/ 1 h 67"/>
                <a:gd name="T6" fmla="*/ 9 w 26"/>
                <a:gd name="T7" fmla="*/ 4 h 67"/>
                <a:gd name="T8" fmla="*/ 0 w 26"/>
                <a:gd name="T9" fmla="*/ 16 h 67"/>
                <a:gd name="T10" fmla="*/ 5 w 26"/>
                <a:gd name="T11" fmla="*/ 32 h 67"/>
                <a:gd name="T12" fmla="*/ 13 w 26"/>
                <a:gd name="T13" fmla="*/ 47 h 67"/>
                <a:gd name="T14" fmla="*/ 4 w 26"/>
                <a:gd name="T15" fmla="*/ 65 h 67"/>
                <a:gd name="T16" fmla="*/ 24 w 26"/>
                <a:gd name="T17" fmla="*/ 51 h 67"/>
                <a:gd name="T18" fmla="*/ 19 w 26"/>
                <a:gd name="T19" fmla="*/ 28 h 67"/>
                <a:gd name="T20" fmla="*/ 17 w 26"/>
                <a:gd name="T21" fmla="*/ 26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67">
                  <a:moveTo>
                    <a:pt x="17" y="26"/>
                  </a:moveTo>
                  <a:cubicBezTo>
                    <a:pt x="15" y="22"/>
                    <a:pt x="12" y="18"/>
                    <a:pt x="12" y="14"/>
                  </a:cubicBezTo>
                  <a:cubicBezTo>
                    <a:pt x="11" y="9"/>
                    <a:pt x="16" y="4"/>
                    <a:pt x="18" y="1"/>
                  </a:cubicBezTo>
                  <a:cubicBezTo>
                    <a:pt x="16" y="0"/>
                    <a:pt x="12" y="2"/>
                    <a:pt x="9" y="4"/>
                  </a:cubicBezTo>
                  <a:cubicBezTo>
                    <a:pt x="4" y="7"/>
                    <a:pt x="1" y="11"/>
                    <a:pt x="0" y="16"/>
                  </a:cubicBezTo>
                  <a:cubicBezTo>
                    <a:pt x="0" y="22"/>
                    <a:pt x="2" y="27"/>
                    <a:pt x="5" y="32"/>
                  </a:cubicBezTo>
                  <a:cubicBezTo>
                    <a:pt x="8" y="36"/>
                    <a:pt x="13" y="41"/>
                    <a:pt x="13" y="47"/>
                  </a:cubicBezTo>
                  <a:cubicBezTo>
                    <a:pt x="13" y="57"/>
                    <a:pt x="8" y="64"/>
                    <a:pt x="4" y="65"/>
                  </a:cubicBezTo>
                  <a:cubicBezTo>
                    <a:pt x="5" y="65"/>
                    <a:pt x="20" y="67"/>
                    <a:pt x="24" y="51"/>
                  </a:cubicBezTo>
                  <a:cubicBezTo>
                    <a:pt x="26" y="43"/>
                    <a:pt x="23" y="35"/>
                    <a:pt x="19" y="28"/>
                  </a:cubicBezTo>
                  <a:cubicBezTo>
                    <a:pt x="18" y="27"/>
                    <a:pt x="18" y="26"/>
                    <a:pt x="17"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7" name="Freeform 7"/>
            <p:cNvSpPr>
              <a:spLocks/>
            </p:cNvSpPr>
            <p:nvPr/>
          </p:nvSpPr>
          <p:spPr bwMode="auto">
            <a:xfrm>
              <a:off x="9558340" y="468312"/>
              <a:ext cx="98425" cy="250825"/>
            </a:xfrm>
            <a:custGeom>
              <a:avLst/>
              <a:gdLst>
                <a:gd name="T0" fmla="*/ 17 w 26"/>
                <a:gd name="T1" fmla="*/ 26 h 67"/>
                <a:gd name="T2" fmla="*/ 12 w 26"/>
                <a:gd name="T3" fmla="*/ 14 h 67"/>
                <a:gd name="T4" fmla="*/ 18 w 26"/>
                <a:gd name="T5" fmla="*/ 1 h 67"/>
                <a:gd name="T6" fmla="*/ 9 w 26"/>
                <a:gd name="T7" fmla="*/ 4 h 67"/>
                <a:gd name="T8" fmla="*/ 0 w 26"/>
                <a:gd name="T9" fmla="*/ 16 h 67"/>
                <a:gd name="T10" fmla="*/ 5 w 26"/>
                <a:gd name="T11" fmla="*/ 32 h 67"/>
                <a:gd name="T12" fmla="*/ 13 w 26"/>
                <a:gd name="T13" fmla="*/ 47 h 67"/>
                <a:gd name="T14" fmla="*/ 4 w 26"/>
                <a:gd name="T15" fmla="*/ 65 h 67"/>
                <a:gd name="T16" fmla="*/ 24 w 26"/>
                <a:gd name="T17" fmla="*/ 51 h 67"/>
                <a:gd name="T18" fmla="*/ 18 w 26"/>
                <a:gd name="T19" fmla="*/ 28 h 67"/>
                <a:gd name="T20" fmla="*/ 17 w 26"/>
                <a:gd name="T21" fmla="*/ 26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67">
                  <a:moveTo>
                    <a:pt x="17" y="26"/>
                  </a:moveTo>
                  <a:cubicBezTo>
                    <a:pt x="15" y="22"/>
                    <a:pt x="12" y="18"/>
                    <a:pt x="12" y="14"/>
                  </a:cubicBezTo>
                  <a:cubicBezTo>
                    <a:pt x="11" y="9"/>
                    <a:pt x="16" y="4"/>
                    <a:pt x="18" y="1"/>
                  </a:cubicBezTo>
                  <a:cubicBezTo>
                    <a:pt x="16" y="0"/>
                    <a:pt x="12" y="2"/>
                    <a:pt x="9" y="4"/>
                  </a:cubicBezTo>
                  <a:cubicBezTo>
                    <a:pt x="4" y="7"/>
                    <a:pt x="1" y="11"/>
                    <a:pt x="0" y="16"/>
                  </a:cubicBezTo>
                  <a:cubicBezTo>
                    <a:pt x="0" y="22"/>
                    <a:pt x="2" y="27"/>
                    <a:pt x="5" y="32"/>
                  </a:cubicBezTo>
                  <a:cubicBezTo>
                    <a:pt x="8" y="36"/>
                    <a:pt x="13" y="41"/>
                    <a:pt x="13" y="47"/>
                  </a:cubicBezTo>
                  <a:cubicBezTo>
                    <a:pt x="13" y="57"/>
                    <a:pt x="7" y="64"/>
                    <a:pt x="4" y="65"/>
                  </a:cubicBezTo>
                  <a:cubicBezTo>
                    <a:pt x="5" y="65"/>
                    <a:pt x="20" y="67"/>
                    <a:pt x="24" y="51"/>
                  </a:cubicBezTo>
                  <a:cubicBezTo>
                    <a:pt x="26" y="43"/>
                    <a:pt x="23" y="35"/>
                    <a:pt x="18" y="28"/>
                  </a:cubicBezTo>
                  <a:cubicBezTo>
                    <a:pt x="18" y="27"/>
                    <a:pt x="17" y="26"/>
                    <a:pt x="17"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8" name="Freeform 8"/>
            <p:cNvSpPr>
              <a:spLocks/>
            </p:cNvSpPr>
            <p:nvPr/>
          </p:nvSpPr>
          <p:spPr bwMode="auto">
            <a:xfrm>
              <a:off x="9704390" y="468312"/>
              <a:ext cx="98425" cy="250825"/>
            </a:xfrm>
            <a:custGeom>
              <a:avLst/>
              <a:gdLst>
                <a:gd name="T0" fmla="*/ 17 w 26"/>
                <a:gd name="T1" fmla="*/ 26 h 67"/>
                <a:gd name="T2" fmla="*/ 12 w 26"/>
                <a:gd name="T3" fmla="*/ 14 h 67"/>
                <a:gd name="T4" fmla="*/ 18 w 26"/>
                <a:gd name="T5" fmla="*/ 1 h 67"/>
                <a:gd name="T6" fmla="*/ 9 w 26"/>
                <a:gd name="T7" fmla="*/ 4 h 67"/>
                <a:gd name="T8" fmla="*/ 0 w 26"/>
                <a:gd name="T9" fmla="*/ 16 h 67"/>
                <a:gd name="T10" fmla="*/ 5 w 26"/>
                <a:gd name="T11" fmla="*/ 32 h 67"/>
                <a:gd name="T12" fmla="*/ 13 w 26"/>
                <a:gd name="T13" fmla="*/ 47 h 67"/>
                <a:gd name="T14" fmla="*/ 4 w 26"/>
                <a:gd name="T15" fmla="*/ 65 h 67"/>
                <a:gd name="T16" fmla="*/ 24 w 26"/>
                <a:gd name="T17" fmla="*/ 51 h 67"/>
                <a:gd name="T18" fmla="*/ 18 w 26"/>
                <a:gd name="T19" fmla="*/ 28 h 67"/>
                <a:gd name="T20" fmla="*/ 17 w 26"/>
                <a:gd name="T21" fmla="*/ 26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67">
                  <a:moveTo>
                    <a:pt x="17" y="26"/>
                  </a:moveTo>
                  <a:cubicBezTo>
                    <a:pt x="15" y="22"/>
                    <a:pt x="12" y="18"/>
                    <a:pt x="12" y="14"/>
                  </a:cubicBezTo>
                  <a:cubicBezTo>
                    <a:pt x="11" y="9"/>
                    <a:pt x="16" y="4"/>
                    <a:pt x="18" y="1"/>
                  </a:cubicBezTo>
                  <a:cubicBezTo>
                    <a:pt x="15" y="0"/>
                    <a:pt x="12" y="2"/>
                    <a:pt x="9" y="4"/>
                  </a:cubicBezTo>
                  <a:cubicBezTo>
                    <a:pt x="4" y="7"/>
                    <a:pt x="1" y="11"/>
                    <a:pt x="0" y="16"/>
                  </a:cubicBezTo>
                  <a:cubicBezTo>
                    <a:pt x="0" y="22"/>
                    <a:pt x="2" y="27"/>
                    <a:pt x="5" y="32"/>
                  </a:cubicBezTo>
                  <a:cubicBezTo>
                    <a:pt x="8" y="36"/>
                    <a:pt x="13" y="41"/>
                    <a:pt x="13" y="47"/>
                  </a:cubicBezTo>
                  <a:cubicBezTo>
                    <a:pt x="13" y="57"/>
                    <a:pt x="7" y="64"/>
                    <a:pt x="4" y="65"/>
                  </a:cubicBezTo>
                  <a:cubicBezTo>
                    <a:pt x="5" y="65"/>
                    <a:pt x="20" y="67"/>
                    <a:pt x="24" y="51"/>
                  </a:cubicBezTo>
                  <a:cubicBezTo>
                    <a:pt x="26" y="43"/>
                    <a:pt x="23" y="35"/>
                    <a:pt x="18" y="28"/>
                  </a:cubicBezTo>
                  <a:cubicBezTo>
                    <a:pt x="18" y="27"/>
                    <a:pt x="17" y="26"/>
                    <a:pt x="17"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9" name="Freeform 9"/>
            <p:cNvSpPr>
              <a:spLocks/>
            </p:cNvSpPr>
            <p:nvPr/>
          </p:nvSpPr>
          <p:spPr bwMode="auto">
            <a:xfrm>
              <a:off x="9217027" y="1503361"/>
              <a:ext cx="800100" cy="82550"/>
            </a:xfrm>
            <a:custGeom>
              <a:avLst/>
              <a:gdLst>
                <a:gd name="T0" fmla="*/ 0 w 213"/>
                <a:gd name="T1" fmla="*/ 0 h 22"/>
                <a:gd name="T2" fmla="*/ 30 w 213"/>
                <a:gd name="T3" fmla="*/ 22 h 22"/>
                <a:gd name="T4" fmla="*/ 184 w 213"/>
                <a:gd name="T5" fmla="*/ 22 h 22"/>
                <a:gd name="T6" fmla="*/ 213 w 213"/>
                <a:gd name="T7" fmla="*/ 0 h 22"/>
                <a:gd name="T8" fmla="*/ 0 w 213"/>
                <a:gd name="T9" fmla="*/ 0 h 22"/>
              </a:gdLst>
              <a:ahLst/>
              <a:cxnLst>
                <a:cxn ang="0">
                  <a:pos x="T0" y="T1"/>
                </a:cxn>
                <a:cxn ang="0">
                  <a:pos x="T2" y="T3"/>
                </a:cxn>
                <a:cxn ang="0">
                  <a:pos x="T4" y="T5"/>
                </a:cxn>
                <a:cxn ang="0">
                  <a:pos x="T6" y="T7"/>
                </a:cxn>
                <a:cxn ang="0">
                  <a:pos x="T8" y="T9"/>
                </a:cxn>
              </a:cxnLst>
              <a:rect l="0" t="0" r="r" b="b"/>
              <a:pathLst>
                <a:path w="213" h="22">
                  <a:moveTo>
                    <a:pt x="0" y="0"/>
                  </a:moveTo>
                  <a:cubicBezTo>
                    <a:pt x="6" y="13"/>
                    <a:pt x="17" y="22"/>
                    <a:pt x="30" y="22"/>
                  </a:cubicBezTo>
                  <a:cubicBezTo>
                    <a:pt x="184" y="22"/>
                    <a:pt x="184" y="22"/>
                    <a:pt x="184" y="22"/>
                  </a:cubicBezTo>
                  <a:cubicBezTo>
                    <a:pt x="197" y="22"/>
                    <a:pt x="208" y="13"/>
                    <a:pt x="213" y="0"/>
                  </a:cubicBez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50" name="Freeform 10"/>
            <p:cNvSpPr>
              <a:spLocks/>
            </p:cNvSpPr>
            <p:nvPr/>
          </p:nvSpPr>
          <p:spPr bwMode="auto">
            <a:xfrm>
              <a:off x="9240840" y="771524"/>
              <a:ext cx="711200" cy="671511"/>
            </a:xfrm>
            <a:custGeom>
              <a:avLst/>
              <a:gdLst>
                <a:gd name="T0" fmla="*/ 0 w 190"/>
                <a:gd name="T1" fmla="*/ 0 h 179"/>
                <a:gd name="T2" fmla="*/ 7 w 190"/>
                <a:gd name="T3" fmla="*/ 121 h 179"/>
                <a:gd name="T4" fmla="*/ 93 w 190"/>
                <a:gd name="T5" fmla="*/ 177 h 179"/>
                <a:gd name="T6" fmla="*/ 98 w 190"/>
                <a:gd name="T7" fmla="*/ 177 h 179"/>
                <a:gd name="T8" fmla="*/ 184 w 190"/>
                <a:gd name="T9" fmla="*/ 128 h 179"/>
                <a:gd name="T10" fmla="*/ 190 w 190"/>
                <a:gd name="T11" fmla="*/ 0 h 179"/>
                <a:gd name="T12" fmla="*/ 0 w 190"/>
                <a:gd name="T13" fmla="*/ 0 h 179"/>
              </a:gdLst>
              <a:ahLst/>
              <a:cxnLst>
                <a:cxn ang="0">
                  <a:pos x="T0" y="T1"/>
                </a:cxn>
                <a:cxn ang="0">
                  <a:pos x="T2" y="T3"/>
                </a:cxn>
                <a:cxn ang="0">
                  <a:pos x="T4" y="T5"/>
                </a:cxn>
                <a:cxn ang="0">
                  <a:pos x="T6" y="T7"/>
                </a:cxn>
                <a:cxn ang="0">
                  <a:pos x="T8" y="T9"/>
                </a:cxn>
                <a:cxn ang="0">
                  <a:pos x="T10" y="T11"/>
                </a:cxn>
                <a:cxn ang="0">
                  <a:pos x="T12" y="T13"/>
                </a:cxn>
              </a:cxnLst>
              <a:rect l="0" t="0" r="r" b="b"/>
              <a:pathLst>
                <a:path w="190" h="179">
                  <a:moveTo>
                    <a:pt x="0" y="0"/>
                  </a:moveTo>
                  <a:cubicBezTo>
                    <a:pt x="7" y="121"/>
                    <a:pt x="7" y="121"/>
                    <a:pt x="7" y="121"/>
                  </a:cubicBezTo>
                  <a:cubicBezTo>
                    <a:pt x="7" y="121"/>
                    <a:pt x="2" y="179"/>
                    <a:pt x="93" y="177"/>
                  </a:cubicBezTo>
                  <a:cubicBezTo>
                    <a:pt x="98" y="177"/>
                    <a:pt x="98" y="177"/>
                    <a:pt x="98" y="177"/>
                  </a:cubicBezTo>
                  <a:cubicBezTo>
                    <a:pt x="189" y="179"/>
                    <a:pt x="184" y="128"/>
                    <a:pt x="184" y="128"/>
                  </a:cubicBezTo>
                  <a:cubicBezTo>
                    <a:pt x="190" y="0"/>
                    <a:pt x="190" y="0"/>
                    <a:pt x="190"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1" name="Freeform 11"/>
            <p:cNvSpPr>
              <a:spLocks noEditPoints="1"/>
            </p:cNvSpPr>
            <p:nvPr/>
          </p:nvSpPr>
          <p:spPr bwMode="auto">
            <a:xfrm>
              <a:off x="9840915" y="857249"/>
              <a:ext cx="314325" cy="315912"/>
            </a:xfrm>
            <a:custGeom>
              <a:avLst/>
              <a:gdLst>
                <a:gd name="T0" fmla="*/ 42 w 84"/>
                <a:gd name="T1" fmla="*/ 0 h 84"/>
                <a:gd name="T2" fmla="*/ 0 w 84"/>
                <a:gd name="T3" fmla="*/ 42 h 84"/>
                <a:gd name="T4" fmla="*/ 42 w 84"/>
                <a:gd name="T5" fmla="*/ 84 h 84"/>
                <a:gd name="T6" fmla="*/ 84 w 84"/>
                <a:gd name="T7" fmla="*/ 42 h 84"/>
                <a:gd name="T8" fmla="*/ 42 w 84"/>
                <a:gd name="T9" fmla="*/ 0 h 84"/>
                <a:gd name="T10" fmla="*/ 42 w 84"/>
                <a:gd name="T11" fmla="*/ 67 h 84"/>
                <a:gd name="T12" fmla="*/ 17 w 84"/>
                <a:gd name="T13" fmla="*/ 42 h 84"/>
                <a:gd name="T14" fmla="*/ 42 w 84"/>
                <a:gd name="T15" fmla="*/ 18 h 84"/>
                <a:gd name="T16" fmla="*/ 67 w 84"/>
                <a:gd name="T17" fmla="*/ 42 h 84"/>
                <a:gd name="T18" fmla="*/ 42 w 84"/>
                <a:gd name="T19" fmla="*/ 67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84">
                  <a:moveTo>
                    <a:pt x="42" y="0"/>
                  </a:moveTo>
                  <a:cubicBezTo>
                    <a:pt x="19" y="0"/>
                    <a:pt x="0" y="19"/>
                    <a:pt x="0" y="42"/>
                  </a:cubicBezTo>
                  <a:cubicBezTo>
                    <a:pt x="0" y="65"/>
                    <a:pt x="19" y="84"/>
                    <a:pt x="42" y="84"/>
                  </a:cubicBezTo>
                  <a:cubicBezTo>
                    <a:pt x="65" y="84"/>
                    <a:pt x="84" y="65"/>
                    <a:pt x="84" y="42"/>
                  </a:cubicBezTo>
                  <a:cubicBezTo>
                    <a:pt x="84" y="19"/>
                    <a:pt x="65" y="0"/>
                    <a:pt x="42" y="0"/>
                  </a:cubicBezTo>
                  <a:close/>
                  <a:moveTo>
                    <a:pt x="42" y="67"/>
                  </a:moveTo>
                  <a:cubicBezTo>
                    <a:pt x="28" y="67"/>
                    <a:pt x="17" y="56"/>
                    <a:pt x="17" y="42"/>
                  </a:cubicBezTo>
                  <a:cubicBezTo>
                    <a:pt x="17" y="29"/>
                    <a:pt x="28" y="18"/>
                    <a:pt x="42" y="18"/>
                  </a:cubicBezTo>
                  <a:cubicBezTo>
                    <a:pt x="56" y="18"/>
                    <a:pt x="67" y="29"/>
                    <a:pt x="67" y="42"/>
                  </a:cubicBezTo>
                  <a:cubicBezTo>
                    <a:pt x="67" y="56"/>
                    <a:pt x="56" y="67"/>
                    <a:pt x="42"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952" name="Freeform 26"/>
          <p:cNvSpPr>
            <a:spLocks noEditPoints="1"/>
          </p:cNvSpPr>
          <p:nvPr/>
        </p:nvSpPr>
        <p:spPr bwMode="auto">
          <a:xfrm>
            <a:off x="7379310" y="6334227"/>
            <a:ext cx="269433" cy="332466"/>
          </a:xfrm>
          <a:custGeom>
            <a:avLst/>
            <a:gdLst>
              <a:gd name="T0" fmla="*/ 308 w 436"/>
              <a:gd name="T1" fmla="*/ 399 h 538"/>
              <a:gd name="T2" fmla="*/ 293 w 436"/>
              <a:gd name="T3" fmla="*/ 425 h 538"/>
              <a:gd name="T4" fmla="*/ 285 w 436"/>
              <a:gd name="T5" fmla="*/ 456 h 538"/>
              <a:gd name="T6" fmla="*/ 286 w 436"/>
              <a:gd name="T7" fmla="*/ 490 h 538"/>
              <a:gd name="T8" fmla="*/ 307 w 436"/>
              <a:gd name="T9" fmla="*/ 492 h 538"/>
              <a:gd name="T10" fmla="*/ 344 w 436"/>
              <a:gd name="T11" fmla="*/ 487 h 538"/>
              <a:gd name="T12" fmla="*/ 369 w 436"/>
              <a:gd name="T13" fmla="*/ 475 h 538"/>
              <a:gd name="T14" fmla="*/ 385 w 436"/>
              <a:gd name="T15" fmla="*/ 462 h 538"/>
              <a:gd name="T16" fmla="*/ 406 w 436"/>
              <a:gd name="T17" fmla="*/ 435 h 538"/>
              <a:gd name="T18" fmla="*/ 426 w 436"/>
              <a:gd name="T19" fmla="*/ 386 h 538"/>
              <a:gd name="T20" fmla="*/ 436 w 436"/>
              <a:gd name="T21" fmla="*/ 341 h 538"/>
              <a:gd name="T22" fmla="*/ 409 w 436"/>
              <a:gd name="T23" fmla="*/ 346 h 538"/>
              <a:gd name="T24" fmla="*/ 351 w 436"/>
              <a:gd name="T25" fmla="*/ 367 h 538"/>
              <a:gd name="T26" fmla="*/ 323 w 436"/>
              <a:gd name="T27" fmla="*/ 384 h 538"/>
              <a:gd name="T28" fmla="*/ 356 w 436"/>
              <a:gd name="T29" fmla="*/ 58 h 538"/>
              <a:gd name="T30" fmla="*/ 344 w 436"/>
              <a:gd name="T31" fmla="*/ 61 h 538"/>
              <a:gd name="T32" fmla="*/ 309 w 436"/>
              <a:gd name="T33" fmla="*/ 80 h 538"/>
              <a:gd name="T34" fmla="*/ 274 w 436"/>
              <a:gd name="T35" fmla="*/ 108 h 538"/>
              <a:gd name="T36" fmla="*/ 249 w 436"/>
              <a:gd name="T37" fmla="*/ 46 h 538"/>
              <a:gd name="T38" fmla="*/ 224 w 436"/>
              <a:gd name="T39" fmla="*/ 8 h 538"/>
              <a:gd name="T40" fmla="*/ 212 w 436"/>
              <a:gd name="T41" fmla="*/ 8 h 538"/>
              <a:gd name="T42" fmla="*/ 187 w 436"/>
              <a:gd name="T43" fmla="*/ 46 h 538"/>
              <a:gd name="T44" fmla="*/ 160 w 436"/>
              <a:gd name="T45" fmla="*/ 108 h 538"/>
              <a:gd name="T46" fmla="*/ 127 w 436"/>
              <a:gd name="T47" fmla="*/ 80 h 538"/>
              <a:gd name="T48" fmla="*/ 92 w 436"/>
              <a:gd name="T49" fmla="*/ 61 h 538"/>
              <a:gd name="T50" fmla="*/ 80 w 436"/>
              <a:gd name="T51" fmla="*/ 58 h 538"/>
              <a:gd name="T52" fmla="*/ 64 w 436"/>
              <a:gd name="T53" fmla="*/ 115 h 538"/>
              <a:gd name="T54" fmla="*/ 58 w 436"/>
              <a:gd name="T55" fmla="*/ 164 h 538"/>
              <a:gd name="T56" fmla="*/ 58 w 436"/>
              <a:gd name="T57" fmla="*/ 208 h 538"/>
              <a:gd name="T58" fmla="*/ 65 w 436"/>
              <a:gd name="T59" fmla="*/ 245 h 538"/>
              <a:gd name="T60" fmla="*/ 77 w 436"/>
              <a:gd name="T61" fmla="*/ 278 h 538"/>
              <a:gd name="T62" fmla="*/ 94 w 436"/>
              <a:gd name="T63" fmla="*/ 304 h 538"/>
              <a:gd name="T64" fmla="*/ 136 w 436"/>
              <a:gd name="T65" fmla="*/ 342 h 538"/>
              <a:gd name="T66" fmla="*/ 187 w 436"/>
              <a:gd name="T67" fmla="*/ 362 h 538"/>
              <a:gd name="T68" fmla="*/ 234 w 436"/>
              <a:gd name="T69" fmla="*/ 538 h 538"/>
              <a:gd name="T70" fmla="*/ 234 w 436"/>
              <a:gd name="T71" fmla="*/ 364 h 538"/>
              <a:gd name="T72" fmla="*/ 283 w 436"/>
              <a:gd name="T73" fmla="*/ 350 h 538"/>
              <a:gd name="T74" fmla="*/ 329 w 436"/>
              <a:gd name="T75" fmla="*/ 318 h 538"/>
              <a:gd name="T76" fmla="*/ 354 w 436"/>
              <a:gd name="T77" fmla="*/ 287 h 538"/>
              <a:gd name="T78" fmla="*/ 367 w 436"/>
              <a:gd name="T79" fmla="*/ 256 h 538"/>
              <a:gd name="T80" fmla="*/ 376 w 436"/>
              <a:gd name="T81" fmla="*/ 221 h 538"/>
              <a:gd name="T82" fmla="*/ 378 w 436"/>
              <a:gd name="T83" fmla="*/ 180 h 538"/>
              <a:gd name="T84" fmla="*/ 374 w 436"/>
              <a:gd name="T85" fmla="*/ 131 h 538"/>
              <a:gd name="T86" fmla="*/ 362 w 436"/>
              <a:gd name="T87" fmla="*/ 78 h 538"/>
              <a:gd name="T88" fmla="*/ 0 w 436"/>
              <a:gd name="T89" fmla="*/ 341 h 538"/>
              <a:gd name="T90" fmla="*/ 5 w 436"/>
              <a:gd name="T91" fmla="*/ 369 h 538"/>
              <a:gd name="T92" fmla="*/ 25 w 436"/>
              <a:gd name="T93" fmla="*/ 426 h 538"/>
              <a:gd name="T94" fmla="*/ 43 w 436"/>
              <a:gd name="T95" fmla="*/ 454 h 538"/>
              <a:gd name="T96" fmla="*/ 58 w 436"/>
              <a:gd name="T97" fmla="*/ 469 h 538"/>
              <a:gd name="T98" fmla="*/ 83 w 436"/>
              <a:gd name="T99" fmla="*/ 484 h 538"/>
              <a:gd name="T100" fmla="*/ 116 w 436"/>
              <a:gd name="T101" fmla="*/ 491 h 538"/>
              <a:gd name="T102" fmla="*/ 150 w 436"/>
              <a:gd name="T103" fmla="*/ 490 h 538"/>
              <a:gd name="T104" fmla="*/ 151 w 436"/>
              <a:gd name="T105" fmla="*/ 470 h 538"/>
              <a:gd name="T106" fmla="*/ 145 w 436"/>
              <a:gd name="T107" fmla="*/ 433 h 538"/>
              <a:gd name="T108" fmla="*/ 133 w 436"/>
              <a:gd name="T109" fmla="*/ 408 h 538"/>
              <a:gd name="T110" fmla="*/ 121 w 436"/>
              <a:gd name="T111" fmla="*/ 392 h 538"/>
              <a:gd name="T112" fmla="*/ 94 w 436"/>
              <a:gd name="T113" fmla="*/ 372 h 538"/>
              <a:gd name="T114" fmla="*/ 45 w 436"/>
              <a:gd name="T115" fmla="*/ 351 h 538"/>
              <a:gd name="T116" fmla="*/ 0 w 436"/>
              <a:gd name="T117" fmla="*/ 341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36" h="538">
                <a:moveTo>
                  <a:pt x="315" y="392"/>
                </a:moveTo>
                <a:lnTo>
                  <a:pt x="315" y="392"/>
                </a:lnTo>
                <a:lnTo>
                  <a:pt x="308" y="399"/>
                </a:lnTo>
                <a:lnTo>
                  <a:pt x="302" y="408"/>
                </a:lnTo>
                <a:lnTo>
                  <a:pt x="297" y="416"/>
                </a:lnTo>
                <a:lnTo>
                  <a:pt x="293" y="425"/>
                </a:lnTo>
                <a:lnTo>
                  <a:pt x="290" y="433"/>
                </a:lnTo>
                <a:lnTo>
                  <a:pt x="287" y="441"/>
                </a:lnTo>
                <a:lnTo>
                  <a:pt x="285" y="456"/>
                </a:lnTo>
                <a:lnTo>
                  <a:pt x="284" y="470"/>
                </a:lnTo>
                <a:lnTo>
                  <a:pt x="285" y="480"/>
                </a:lnTo>
                <a:lnTo>
                  <a:pt x="286" y="490"/>
                </a:lnTo>
                <a:lnTo>
                  <a:pt x="286" y="490"/>
                </a:lnTo>
                <a:lnTo>
                  <a:pt x="296" y="491"/>
                </a:lnTo>
                <a:lnTo>
                  <a:pt x="307" y="492"/>
                </a:lnTo>
                <a:lnTo>
                  <a:pt x="320" y="491"/>
                </a:lnTo>
                <a:lnTo>
                  <a:pt x="335" y="489"/>
                </a:lnTo>
                <a:lnTo>
                  <a:pt x="344" y="487"/>
                </a:lnTo>
                <a:lnTo>
                  <a:pt x="352" y="484"/>
                </a:lnTo>
                <a:lnTo>
                  <a:pt x="361" y="480"/>
                </a:lnTo>
                <a:lnTo>
                  <a:pt x="369" y="475"/>
                </a:lnTo>
                <a:lnTo>
                  <a:pt x="377" y="469"/>
                </a:lnTo>
                <a:lnTo>
                  <a:pt x="385" y="462"/>
                </a:lnTo>
                <a:lnTo>
                  <a:pt x="385" y="462"/>
                </a:lnTo>
                <a:lnTo>
                  <a:pt x="392" y="454"/>
                </a:lnTo>
                <a:lnTo>
                  <a:pt x="399" y="445"/>
                </a:lnTo>
                <a:lnTo>
                  <a:pt x="406" y="435"/>
                </a:lnTo>
                <a:lnTo>
                  <a:pt x="411" y="426"/>
                </a:lnTo>
                <a:lnTo>
                  <a:pt x="420" y="406"/>
                </a:lnTo>
                <a:lnTo>
                  <a:pt x="426" y="386"/>
                </a:lnTo>
                <a:lnTo>
                  <a:pt x="431" y="369"/>
                </a:lnTo>
                <a:lnTo>
                  <a:pt x="434" y="355"/>
                </a:lnTo>
                <a:lnTo>
                  <a:pt x="436" y="341"/>
                </a:lnTo>
                <a:lnTo>
                  <a:pt x="436" y="341"/>
                </a:lnTo>
                <a:lnTo>
                  <a:pt x="423" y="344"/>
                </a:lnTo>
                <a:lnTo>
                  <a:pt x="409" y="346"/>
                </a:lnTo>
                <a:lnTo>
                  <a:pt x="390" y="351"/>
                </a:lnTo>
                <a:lnTo>
                  <a:pt x="372" y="358"/>
                </a:lnTo>
                <a:lnTo>
                  <a:pt x="351" y="367"/>
                </a:lnTo>
                <a:lnTo>
                  <a:pt x="341" y="372"/>
                </a:lnTo>
                <a:lnTo>
                  <a:pt x="332" y="377"/>
                </a:lnTo>
                <a:lnTo>
                  <a:pt x="323" y="384"/>
                </a:lnTo>
                <a:lnTo>
                  <a:pt x="315" y="392"/>
                </a:lnTo>
                <a:lnTo>
                  <a:pt x="315" y="392"/>
                </a:lnTo>
                <a:close/>
                <a:moveTo>
                  <a:pt x="356" y="58"/>
                </a:moveTo>
                <a:lnTo>
                  <a:pt x="356" y="58"/>
                </a:lnTo>
                <a:lnTo>
                  <a:pt x="351" y="59"/>
                </a:lnTo>
                <a:lnTo>
                  <a:pt x="344" y="61"/>
                </a:lnTo>
                <a:lnTo>
                  <a:pt x="334" y="66"/>
                </a:lnTo>
                <a:lnTo>
                  <a:pt x="323" y="71"/>
                </a:lnTo>
                <a:lnTo>
                  <a:pt x="309" y="80"/>
                </a:lnTo>
                <a:lnTo>
                  <a:pt x="293" y="92"/>
                </a:lnTo>
                <a:lnTo>
                  <a:pt x="274" y="108"/>
                </a:lnTo>
                <a:lnTo>
                  <a:pt x="274" y="108"/>
                </a:lnTo>
                <a:lnTo>
                  <a:pt x="267" y="85"/>
                </a:lnTo>
                <a:lnTo>
                  <a:pt x="258" y="65"/>
                </a:lnTo>
                <a:lnTo>
                  <a:pt x="249" y="46"/>
                </a:lnTo>
                <a:lnTo>
                  <a:pt x="239" y="31"/>
                </a:lnTo>
                <a:lnTo>
                  <a:pt x="230" y="18"/>
                </a:lnTo>
                <a:lnTo>
                  <a:pt x="224" y="8"/>
                </a:lnTo>
                <a:lnTo>
                  <a:pt x="217" y="0"/>
                </a:lnTo>
                <a:lnTo>
                  <a:pt x="217" y="0"/>
                </a:lnTo>
                <a:lnTo>
                  <a:pt x="212" y="8"/>
                </a:lnTo>
                <a:lnTo>
                  <a:pt x="204" y="18"/>
                </a:lnTo>
                <a:lnTo>
                  <a:pt x="197" y="31"/>
                </a:lnTo>
                <a:lnTo>
                  <a:pt x="187" y="46"/>
                </a:lnTo>
                <a:lnTo>
                  <a:pt x="177" y="65"/>
                </a:lnTo>
                <a:lnTo>
                  <a:pt x="168" y="85"/>
                </a:lnTo>
                <a:lnTo>
                  <a:pt x="160" y="108"/>
                </a:lnTo>
                <a:lnTo>
                  <a:pt x="160" y="108"/>
                </a:lnTo>
                <a:lnTo>
                  <a:pt x="143" y="92"/>
                </a:lnTo>
                <a:lnTo>
                  <a:pt x="127" y="80"/>
                </a:lnTo>
                <a:lnTo>
                  <a:pt x="112" y="71"/>
                </a:lnTo>
                <a:lnTo>
                  <a:pt x="100" y="66"/>
                </a:lnTo>
                <a:lnTo>
                  <a:pt x="92" y="61"/>
                </a:lnTo>
                <a:lnTo>
                  <a:pt x="85" y="59"/>
                </a:lnTo>
                <a:lnTo>
                  <a:pt x="80" y="58"/>
                </a:lnTo>
                <a:lnTo>
                  <a:pt x="80" y="58"/>
                </a:lnTo>
                <a:lnTo>
                  <a:pt x="73" y="78"/>
                </a:lnTo>
                <a:lnTo>
                  <a:pt x="69" y="96"/>
                </a:lnTo>
                <a:lnTo>
                  <a:pt x="64" y="115"/>
                </a:lnTo>
                <a:lnTo>
                  <a:pt x="61" y="131"/>
                </a:lnTo>
                <a:lnTo>
                  <a:pt x="59" y="149"/>
                </a:lnTo>
                <a:lnTo>
                  <a:pt x="58" y="164"/>
                </a:lnTo>
                <a:lnTo>
                  <a:pt x="57" y="180"/>
                </a:lnTo>
                <a:lnTo>
                  <a:pt x="58" y="194"/>
                </a:lnTo>
                <a:lnTo>
                  <a:pt x="58" y="208"/>
                </a:lnTo>
                <a:lnTo>
                  <a:pt x="60" y="221"/>
                </a:lnTo>
                <a:lnTo>
                  <a:pt x="62" y="234"/>
                </a:lnTo>
                <a:lnTo>
                  <a:pt x="65" y="245"/>
                </a:lnTo>
                <a:lnTo>
                  <a:pt x="69" y="257"/>
                </a:lnTo>
                <a:lnTo>
                  <a:pt x="73" y="268"/>
                </a:lnTo>
                <a:lnTo>
                  <a:pt x="77" y="278"/>
                </a:lnTo>
                <a:lnTo>
                  <a:pt x="82" y="287"/>
                </a:lnTo>
                <a:lnTo>
                  <a:pt x="88" y="295"/>
                </a:lnTo>
                <a:lnTo>
                  <a:pt x="94" y="304"/>
                </a:lnTo>
                <a:lnTo>
                  <a:pt x="107" y="320"/>
                </a:lnTo>
                <a:lnTo>
                  <a:pt x="121" y="332"/>
                </a:lnTo>
                <a:lnTo>
                  <a:pt x="136" y="342"/>
                </a:lnTo>
                <a:lnTo>
                  <a:pt x="153" y="351"/>
                </a:lnTo>
                <a:lnTo>
                  <a:pt x="169" y="358"/>
                </a:lnTo>
                <a:lnTo>
                  <a:pt x="187" y="362"/>
                </a:lnTo>
                <a:lnTo>
                  <a:pt x="203" y="364"/>
                </a:lnTo>
                <a:lnTo>
                  <a:pt x="203" y="538"/>
                </a:lnTo>
                <a:lnTo>
                  <a:pt x="234" y="538"/>
                </a:lnTo>
                <a:lnTo>
                  <a:pt x="234" y="364"/>
                </a:lnTo>
                <a:lnTo>
                  <a:pt x="234" y="364"/>
                </a:lnTo>
                <a:lnTo>
                  <a:pt x="234" y="364"/>
                </a:lnTo>
                <a:lnTo>
                  <a:pt x="250" y="362"/>
                </a:lnTo>
                <a:lnTo>
                  <a:pt x="267" y="357"/>
                </a:lnTo>
                <a:lnTo>
                  <a:pt x="283" y="350"/>
                </a:lnTo>
                <a:lnTo>
                  <a:pt x="299" y="341"/>
                </a:lnTo>
                <a:lnTo>
                  <a:pt x="315" y="332"/>
                </a:lnTo>
                <a:lnTo>
                  <a:pt x="329" y="318"/>
                </a:lnTo>
                <a:lnTo>
                  <a:pt x="342" y="304"/>
                </a:lnTo>
                <a:lnTo>
                  <a:pt x="348" y="295"/>
                </a:lnTo>
                <a:lnTo>
                  <a:pt x="354" y="287"/>
                </a:lnTo>
                <a:lnTo>
                  <a:pt x="358" y="277"/>
                </a:lnTo>
                <a:lnTo>
                  <a:pt x="363" y="267"/>
                </a:lnTo>
                <a:lnTo>
                  <a:pt x="367" y="256"/>
                </a:lnTo>
                <a:lnTo>
                  <a:pt x="371" y="245"/>
                </a:lnTo>
                <a:lnTo>
                  <a:pt x="374" y="233"/>
                </a:lnTo>
                <a:lnTo>
                  <a:pt x="376" y="221"/>
                </a:lnTo>
                <a:lnTo>
                  <a:pt x="377" y="208"/>
                </a:lnTo>
                <a:lnTo>
                  <a:pt x="378" y="194"/>
                </a:lnTo>
                <a:lnTo>
                  <a:pt x="378" y="180"/>
                </a:lnTo>
                <a:lnTo>
                  <a:pt x="378" y="164"/>
                </a:lnTo>
                <a:lnTo>
                  <a:pt x="376" y="148"/>
                </a:lnTo>
                <a:lnTo>
                  <a:pt x="374" y="131"/>
                </a:lnTo>
                <a:lnTo>
                  <a:pt x="372" y="114"/>
                </a:lnTo>
                <a:lnTo>
                  <a:pt x="367" y="96"/>
                </a:lnTo>
                <a:lnTo>
                  <a:pt x="362" y="78"/>
                </a:lnTo>
                <a:lnTo>
                  <a:pt x="356" y="58"/>
                </a:lnTo>
                <a:lnTo>
                  <a:pt x="356" y="58"/>
                </a:lnTo>
                <a:close/>
                <a:moveTo>
                  <a:pt x="0" y="341"/>
                </a:moveTo>
                <a:lnTo>
                  <a:pt x="0" y="341"/>
                </a:lnTo>
                <a:lnTo>
                  <a:pt x="2" y="355"/>
                </a:lnTo>
                <a:lnTo>
                  <a:pt x="5" y="369"/>
                </a:lnTo>
                <a:lnTo>
                  <a:pt x="10" y="386"/>
                </a:lnTo>
                <a:lnTo>
                  <a:pt x="16" y="406"/>
                </a:lnTo>
                <a:lnTo>
                  <a:pt x="25" y="426"/>
                </a:lnTo>
                <a:lnTo>
                  <a:pt x="30" y="435"/>
                </a:lnTo>
                <a:lnTo>
                  <a:pt x="36" y="445"/>
                </a:lnTo>
                <a:lnTo>
                  <a:pt x="43" y="454"/>
                </a:lnTo>
                <a:lnTo>
                  <a:pt x="50" y="462"/>
                </a:lnTo>
                <a:lnTo>
                  <a:pt x="50" y="462"/>
                </a:lnTo>
                <a:lnTo>
                  <a:pt x="58" y="469"/>
                </a:lnTo>
                <a:lnTo>
                  <a:pt x="66" y="475"/>
                </a:lnTo>
                <a:lnTo>
                  <a:pt x="75" y="480"/>
                </a:lnTo>
                <a:lnTo>
                  <a:pt x="83" y="484"/>
                </a:lnTo>
                <a:lnTo>
                  <a:pt x="92" y="487"/>
                </a:lnTo>
                <a:lnTo>
                  <a:pt x="99" y="489"/>
                </a:lnTo>
                <a:lnTo>
                  <a:pt x="116" y="491"/>
                </a:lnTo>
                <a:lnTo>
                  <a:pt x="129" y="492"/>
                </a:lnTo>
                <a:lnTo>
                  <a:pt x="140" y="491"/>
                </a:lnTo>
                <a:lnTo>
                  <a:pt x="150" y="490"/>
                </a:lnTo>
                <a:lnTo>
                  <a:pt x="150" y="490"/>
                </a:lnTo>
                <a:lnTo>
                  <a:pt x="151" y="480"/>
                </a:lnTo>
                <a:lnTo>
                  <a:pt x="151" y="470"/>
                </a:lnTo>
                <a:lnTo>
                  <a:pt x="151" y="456"/>
                </a:lnTo>
                <a:lnTo>
                  <a:pt x="147" y="441"/>
                </a:lnTo>
                <a:lnTo>
                  <a:pt x="145" y="433"/>
                </a:lnTo>
                <a:lnTo>
                  <a:pt x="143" y="425"/>
                </a:lnTo>
                <a:lnTo>
                  <a:pt x="139" y="416"/>
                </a:lnTo>
                <a:lnTo>
                  <a:pt x="133" y="408"/>
                </a:lnTo>
                <a:lnTo>
                  <a:pt x="128" y="399"/>
                </a:lnTo>
                <a:lnTo>
                  <a:pt x="121" y="392"/>
                </a:lnTo>
                <a:lnTo>
                  <a:pt x="121" y="392"/>
                </a:lnTo>
                <a:lnTo>
                  <a:pt x="112" y="384"/>
                </a:lnTo>
                <a:lnTo>
                  <a:pt x="104" y="377"/>
                </a:lnTo>
                <a:lnTo>
                  <a:pt x="94" y="372"/>
                </a:lnTo>
                <a:lnTo>
                  <a:pt x="84" y="367"/>
                </a:lnTo>
                <a:lnTo>
                  <a:pt x="64" y="358"/>
                </a:lnTo>
                <a:lnTo>
                  <a:pt x="45" y="351"/>
                </a:lnTo>
                <a:lnTo>
                  <a:pt x="27" y="346"/>
                </a:lnTo>
                <a:lnTo>
                  <a:pt x="13" y="344"/>
                </a:lnTo>
                <a:lnTo>
                  <a:pt x="0" y="341"/>
                </a:lnTo>
                <a:lnTo>
                  <a:pt x="0" y="341"/>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953" name="组合 952"/>
          <p:cNvGrpSpPr/>
          <p:nvPr/>
        </p:nvGrpSpPr>
        <p:grpSpPr>
          <a:xfrm>
            <a:off x="5450180" y="6326297"/>
            <a:ext cx="399780" cy="303817"/>
            <a:chOff x="10004425" y="1971676"/>
            <a:chExt cx="1593850" cy="1211262"/>
          </a:xfrm>
          <a:solidFill>
            <a:srgbClr val="707E84"/>
          </a:solidFill>
        </p:grpSpPr>
        <p:sp>
          <p:nvSpPr>
            <p:cNvPr id="954" name="Freeform 267"/>
            <p:cNvSpPr>
              <a:spLocks/>
            </p:cNvSpPr>
            <p:nvPr/>
          </p:nvSpPr>
          <p:spPr bwMode="auto">
            <a:xfrm>
              <a:off x="10004425" y="1971676"/>
              <a:ext cx="1535113" cy="688975"/>
            </a:xfrm>
            <a:custGeom>
              <a:avLst/>
              <a:gdLst>
                <a:gd name="T0" fmla="*/ 480 w 967"/>
                <a:gd name="T1" fmla="*/ 434 h 434"/>
                <a:gd name="T2" fmla="*/ 0 w 967"/>
                <a:gd name="T3" fmla="*/ 217 h 434"/>
                <a:gd name="T4" fmla="*/ 492 w 967"/>
                <a:gd name="T5" fmla="*/ 0 h 434"/>
                <a:gd name="T6" fmla="*/ 967 w 967"/>
                <a:gd name="T7" fmla="*/ 212 h 434"/>
                <a:gd name="T8" fmla="*/ 480 w 967"/>
                <a:gd name="T9" fmla="*/ 434 h 434"/>
              </a:gdLst>
              <a:ahLst/>
              <a:cxnLst>
                <a:cxn ang="0">
                  <a:pos x="T0" y="T1"/>
                </a:cxn>
                <a:cxn ang="0">
                  <a:pos x="T2" y="T3"/>
                </a:cxn>
                <a:cxn ang="0">
                  <a:pos x="T4" y="T5"/>
                </a:cxn>
                <a:cxn ang="0">
                  <a:pos x="T6" y="T7"/>
                </a:cxn>
                <a:cxn ang="0">
                  <a:pos x="T8" y="T9"/>
                </a:cxn>
              </a:cxnLst>
              <a:rect l="0" t="0" r="r" b="b"/>
              <a:pathLst>
                <a:path w="967" h="434">
                  <a:moveTo>
                    <a:pt x="480" y="434"/>
                  </a:moveTo>
                  <a:lnTo>
                    <a:pt x="0" y="217"/>
                  </a:lnTo>
                  <a:lnTo>
                    <a:pt x="492" y="0"/>
                  </a:lnTo>
                  <a:lnTo>
                    <a:pt x="967" y="212"/>
                  </a:lnTo>
                  <a:lnTo>
                    <a:pt x="480" y="4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5" name="Rectangle 268"/>
            <p:cNvSpPr>
              <a:spLocks noChangeArrowheads="1"/>
            </p:cNvSpPr>
            <p:nvPr/>
          </p:nvSpPr>
          <p:spPr bwMode="auto">
            <a:xfrm>
              <a:off x="11474450" y="2297113"/>
              <a:ext cx="46038" cy="5032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6" name="Oval 269"/>
            <p:cNvSpPr>
              <a:spLocks noChangeArrowheads="1"/>
            </p:cNvSpPr>
            <p:nvPr/>
          </p:nvSpPr>
          <p:spPr bwMode="auto">
            <a:xfrm>
              <a:off x="11422063" y="2743201"/>
              <a:ext cx="150813" cy="1508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7" name="Freeform 270"/>
            <p:cNvSpPr>
              <a:spLocks/>
            </p:cNvSpPr>
            <p:nvPr/>
          </p:nvSpPr>
          <p:spPr bwMode="auto">
            <a:xfrm>
              <a:off x="11404600" y="2822576"/>
              <a:ext cx="107950" cy="336550"/>
            </a:xfrm>
            <a:custGeom>
              <a:avLst/>
              <a:gdLst>
                <a:gd name="T0" fmla="*/ 16 w 29"/>
                <a:gd name="T1" fmla="*/ 5 h 90"/>
                <a:gd name="T2" fmla="*/ 6 w 29"/>
                <a:gd name="T3" fmla="*/ 90 h 90"/>
                <a:gd name="T4" fmla="*/ 29 w 29"/>
                <a:gd name="T5" fmla="*/ 90 h 90"/>
                <a:gd name="T6" fmla="*/ 29 w 29"/>
                <a:gd name="T7" fmla="*/ 0 h 90"/>
                <a:gd name="T8" fmla="*/ 16 w 29"/>
                <a:gd name="T9" fmla="*/ 5 h 90"/>
              </a:gdLst>
              <a:ahLst/>
              <a:cxnLst>
                <a:cxn ang="0">
                  <a:pos x="T0" y="T1"/>
                </a:cxn>
                <a:cxn ang="0">
                  <a:pos x="T2" y="T3"/>
                </a:cxn>
                <a:cxn ang="0">
                  <a:pos x="T4" y="T5"/>
                </a:cxn>
                <a:cxn ang="0">
                  <a:pos x="T6" y="T7"/>
                </a:cxn>
                <a:cxn ang="0">
                  <a:pos x="T8" y="T9"/>
                </a:cxn>
              </a:cxnLst>
              <a:rect l="0" t="0" r="r" b="b"/>
              <a:pathLst>
                <a:path w="29" h="90">
                  <a:moveTo>
                    <a:pt x="16" y="5"/>
                  </a:moveTo>
                  <a:cubicBezTo>
                    <a:pt x="16" y="5"/>
                    <a:pt x="0" y="39"/>
                    <a:pt x="6" y="90"/>
                  </a:cubicBezTo>
                  <a:cubicBezTo>
                    <a:pt x="29" y="90"/>
                    <a:pt x="29" y="90"/>
                    <a:pt x="29" y="90"/>
                  </a:cubicBezTo>
                  <a:cubicBezTo>
                    <a:pt x="29" y="0"/>
                    <a:pt x="29" y="0"/>
                    <a:pt x="29" y="0"/>
                  </a:cubicBezTo>
                  <a:cubicBezTo>
                    <a:pt x="29" y="0"/>
                    <a:pt x="16" y="8"/>
                    <a:pt x="16"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8" name="Freeform 271"/>
            <p:cNvSpPr>
              <a:spLocks/>
            </p:cNvSpPr>
            <p:nvPr/>
          </p:nvSpPr>
          <p:spPr bwMode="auto">
            <a:xfrm>
              <a:off x="11490325" y="2822576"/>
              <a:ext cx="107950" cy="336550"/>
            </a:xfrm>
            <a:custGeom>
              <a:avLst/>
              <a:gdLst>
                <a:gd name="T0" fmla="*/ 13 w 29"/>
                <a:gd name="T1" fmla="*/ 5 h 90"/>
                <a:gd name="T2" fmla="*/ 23 w 29"/>
                <a:gd name="T3" fmla="*/ 90 h 90"/>
                <a:gd name="T4" fmla="*/ 0 w 29"/>
                <a:gd name="T5" fmla="*/ 90 h 90"/>
                <a:gd name="T6" fmla="*/ 0 w 29"/>
                <a:gd name="T7" fmla="*/ 0 h 90"/>
                <a:gd name="T8" fmla="*/ 13 w 29"/>
                <a:gd name="T9" fmla="*/ 5 h 90"/>
              </a:gdLst>
              <a:ahLst/>
              <a:cxnLst>
                <a:cxn ang="0">
                  <a:pos x="T0" y="T1"/>
                </a:cxn>
                <a:cxn ang="0">
                  <a:pos x="T2" y="T3"/>
                </a:cxn>
                <a:cxn ang="0">
                  <a:pos x="T4" y="T5"/>
                </a:cxn>
                <a:cxn ang="0">
                  <a:pos x="T6" y="T7"/>
                </a:cxn>
                <a:cxn ang="0">
                  <a:pos x="T8" y="T9"/>
                </a:cxn>
              </a:cxnLst>
              <a:rect l="0" t="0" r="r" b="b"/>
              <a:pathLst>
                <a:path w="29" h="90">
                  <a:moveTo>
                    <a:pt x="13" y="5"/>
                  </a:moveTo>
                  <a:cubicBezTo>
                    <a:pt x="13" y="5"/>
                    <a:pt x="29" y="39"/>
                    <a:pt x="23" y="90"/>
                  </a:cubicBezTo>
                  <a:cubicBezTo>
                    <a:pt x="0" y="90"/>
                    <a:pt x="0" y="90"/>
                    <a:pt x="0" y="90"/>
                  </a:cubicBezTo>
                  <a:cubicBezTo>
                    <a:pt x="0" y="0"/>
                    <a:pt x="0" y="0"/>
                    <a:pt x="0" y="0"/>
                  </a:cubicBezTo>
                  <a:cubicBezTo>
                    <a:pt x="0" y="0"/>
                    <a:pt x="13" y="8"/>
                    <a:pt x="1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9" name="Freeform 272"/>
            <p:cNvSpPr>
              <a:spLocks/>
            </p:cNvSpPr>
            <p:nvPr/>
          </p:nvSpPr>
          <p:spPr bwMode="auto">
            <a:xfrm>
              <a:off x="10309225" y="2522538"/>
              <a:ext cx="889000" cy="660400"/>
            </a:xfrm>
            <a:custGeom>
              <a:avLst/>
              <a:gdLst>
                <a:gd name="T0" fmla="*/ 237 w 237"/>
                <a:gd name="T1" fmla="*/ 0 h 176"/>
                <a:gd name="T2" fmla="*/ 118 w 237"/>
                <a:gd name="T3" fmla="*/ 55 h 176"/>
                <a:gd name="T4" fmla="*/ 0 w 237"/>
                <a:gd name="T5" fmla="*/ 0 h 176"/>
                <a:gd name="T6" fmla="*/ 0 w 237"/>
                <a:gd name="T7" fmla="*/ 136 h 176"/>
                <a:gd name="T8" fmla="*/ 115 w 237"/>
                <a:gd name="T9" fmla="*/ 176 h 176"/>
                <a:gd name="T10" fmla="*/ 115 w 237"/>
                <a:gd name="T11" fmla="*/ 176 h 176"/>
                <a:gd name="T12" fmla="*/ 118 w 237"/>
                <a:gd name="T13" fmla="*/ 176 h 176"/>
                <a:gd name="T14" fmla="*/ 122 w 237"/>
                <a:gd name="T15" fmla="*/ 176 h 176"/>
                <a:gd name="T16" fmla="*/ 122 w 237"/>
                <a:gd name="T17" fmla="*/ 176 h 176"/>
                <a:gd name="T18" fmla="*/ 237 w 237"/>
                <a:gd name="T19" fmla="*/ 136 h 176"/>
                <a:gd name="T20" fmla="*/ 237 w 237"/>
                <a:gd name="T21"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7" h="176">
                  <a:moveTo>
                    <a:pt x="237" y="0"/>
                  </a:moveTo>
                  <a:cubicBezTo>
                    <a:pt x="237" y="1"/>
                    <a:pt x="138" y="47"/>
                    <a:pt x="118" y="55"/>
                  </a:cubicBezTo>
                  <a:cubicBezTo>
                    <a:pt x="99" y="47"/>
                    <a:pt x="0" y="1"/>
                    <a:pt x="0" y="0"/>
                  </a:cubicBezTo>
                  <a:cubicBezTo>
                    <a:pt x="0" y="136"/>
                    <a:pt x="0" y="136"/>
                    <a:pt x="0" y="136"/>
                  </a:cubicBezTo>
                  <a:cubicBezTo>
                    <a:pt x="32" y="170"/>
                    <a:pt x="95" y="175"/>
                    <a:pt x="115" y="176"/>
                  </a:cubicBezTo>
                  <a:cubicBezTo>
                    <a:pt x="115" y="176"/>
                    <a:pt x="115" y="176"/>
                    <a:pt x="115" y="176"/>
                  </a:cubicBezTo>
                  <a:cubicBezTo>
                    <a:pt x="115" y="176"/>
                    <a:pt x="116" y="176"/>
                    <a:pt x="118" y="176"/>
                  </a:cubicBezTo>
                  <a:cubicBezTo>
                    <a:pt x="121" y="176"/>
                    <a:pt x="122" y="176"/>
                    <a:pt x="122" y="176"/>
                  </a:cubicBezTo>
                  <a:cubicBezTo>
                    <a:pt x="122" y="176"/>
                    <a:pt x="122" y="176"/>
                    <a:pt x="122" y="176"/>
                  </a:cubicBezTo>
                  <a:cubicBezTo>
                    <a:pt x="142" y="175"/>
                    <a:pt x="205" y="170"/>
                    <a:pt x="237" y="136"/>
                  </a:cubicBezTo>
                  <a:lnTo>
                    <a:pt x="23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960" name="Freeform 45"/>
          <p:cNvSpPr>
            <a:spLocks noEditPoints="1"/>
          </p:cNvSpPr>
          <p:nvPr/>
        </p:nvSpPr>
        <p:spPr bwMode="auto">
          <a:xfrm>
            <a:off x="11749826" y="3918285"/>
            <a:ext cx="181568" cy="303012"/>
          </a:xfrm>
          <a:custGeom>
            <a:avLst/>
            <a:gdLst>
              <a:gd name="T0" fmla="*/ 427 w 463"/>
              <a:gd name="T1" fmla="*/ 0 h 773"/>
              <a:gd name="T2" fmla="*/ 42 w 463"/>
              <a:gd name="T3" fmla="*/ 0 h 773"/>
              <a:gd name="T4" fmla="*/ 0 w 463"/>
              <a:gd name="T5" fmla="*/ 35 h 773"/>
              <a:gd name="T6" fmla="*/ 0 w 463"/>
              <a:gd name="T7" fmla="*/ 733 h 773"/>
              <a:gd name="T8" fmla="*/ 42 w 463"/>
              <a:gd name="T9" fmla="*/ 773 h 773"/>
              <a:gd name="T10" fmla="*/ 427 w 463"/>
              <a:gd name="T11" fmla="*/ 773 h 773"/>
              <a:gd name="T12" fmla="*/ 463 w 463"/>
              <a:gd name="T13" fmla="*/ 733 h 773"/>
              <a:gd name="T14" fmla="*/ 463 w 463"/>
              <a:gd name="T15" fmla="*/ 35 h 773"/>
              <a:gd name="T16" fmla="*/ 427 w 463"/>
              <a:gd name="T17" fmla="*/ 0 h 773"/>
              <a:gd name="T18" fmla="*/ 152 w 463"/>
              <a:gd name="T19" fmla="*/ 730 h 773"/>
              <a:gd name="T20" fmla="*/ 139 w 463"/>
              <a:gd name="T21" fmla="*/ 743 h 773"/>
              <a:gd name="T22" fmla="*/ 112 w 463"/>
              <a:gd name="T23" fmla="*/ 743 h 773"/>
              <a:gd name="T24" fmla="*/ 99 w 463"/>
              <a:gd name="T25" fmla="*/ 730 h 773"/>
              <a:gd name="T26" fmla="*/ 99 w 463"/>
              <a:gd name="T27" fmla="*/ 722 h 773"/>
              <a:gd name="T28" fmla="*/ 112 w 463"/>
              <a:gd name="T29" fmla="*/ 709 h 773"/>
              <a:gd name="T30" fmla="*/ 139 w 463"/>
              <a:gd name="T31" fmla="*/ 709 h 773"/>
              <a:gd name="T32" fmla="*/ 152 w 463"/>
              <a:gd name="T33" fmla="*/ 722 h 773"/>
              <a:gd name="T34" fmla="*/ 152 w 463"/>
              <a:gd name="T35" fmla="*/ 730 h 773"/>
              <a:gd name="T36" fmla="*/ 263 w 463"/>
              <a:gd name="T37" fmla="*/ 724 h 773"/>
              <a:gd name="T38" fmla="*/ 247 w 463"/>
              <a:gd name="T39" fmla="*/ 743 h 773"/>
              <a:gd name="T40" fmla="*/ 219 w 463"/>
              <a:gd name="T41" fmla="*/ 743 h 773"/>
              <a:gd name="T42" fmla="*/ 202 w 463"/>
              <a:gd name="T43" fmla="*/ 724 h 773"/>
              <a:gd name="T44" fmla="*/ 202 w 463"/>
              <a:gd name="T45" fmla="*/ 716 h 773"/>
              <a:gd name="T46" fmla="*/ 219 w 463"/>
              <a:gd name="T47" fmla="*/ 699 h 773"/>
              <a:gd name="T48" fmla="*/ 247 w 463"/>
              <a:gd name="T49" fmla="*/ 699 h 773"/>
              <a:gd name="T50" fmla="*/ 263 w 463"/>
              <a:gd name="T51" fmla="*/ 716 h 773"/>
              <a:gd name="T52" fmla="*/ 263 w 463"/>
              <a:gd name="T53" fmla="*/ 724 h 773"/>
              <a:gd name="T54" fmla="*/ 366 w 463"/>
              <a:gd name="T55" fmla="*/ 730 h 773"/>
              <a:gd name="T56" fmla="*/ 354 w 463"/>
              <a:gd name="T57" fmla="*/ 743 h 773"/>
              <a:gd name="T58" fmla="*/ 326 w 463"/>
              <a:gd name="T59" fmla="*/ 743 h 773"/>
              <a:gd name="T60" fmla="*/ 314 w 463"/>
              <a:gd name="T61" fmla="*/ 730 h 773"/>
              <a:gd name="T62" fmla="*/ 314 w 463"/>
              <a:gd name="T63" fmla="*/ 722 h 773"/>
              <a:gd name="T64" fmla="*/ 326 w 463"/>
              <a:gd name="T65" fmla="*/ 709 h 773"/>
              <a:gd name="T66" fmla="*/ 354 w 463"/>
              <a:gd name="T67" fmla="*/ 709 h 773"/>
              <a:gd name="T68" fmla="*/ 366 w 463"/>
              <a:gd name="T69" fmla="*/ 722 h 773"/>
              <a:gd name="T70" fmla="*/ 366 w 463"/>
              <a:gd name="T71" fmla="*/ 730 h 773"/>
              <a:gd name="T72" fmla="*/ 417 w 463"/>
              <a:gd name="T73" fmla="*/ 644 h 773"/>
              <a:gd name="T74" fmla="*/ 394 w 463"/>
              <a:gd name="T75" fmla="*/ 671 h 773"/>
              <a:gd name="T76" fmla="*/ 74 w 463"/>
              <a:gd name="T77" fmla="*/ 671 h 773"/>
              <a:gd name="T78" fmla="*/ 49 w 463"/>
              <a:gd name="T79" fmla="*/ 644 h 773"/>
              <a:gd name="T80" fmla="*/ 49 w 463"/>
              <a:gd name="T81" fmla="*/ 67 h 773"/>
              <a:gd name="T82" fmla="*/ 74 w 463"/>
              <a:gd name="T83" fmla="*/ 46 h 773"/>
              <a:gd name="T84" fmla="*/ 394 w 463"/>
              <a:gd name="T85" fmla="*/ 46 h 773"/>
              <a:gd name="T86" fmla="*/ 417 w 463"/>
              <a:gd name="T87" fmla="*/ 67 h 773"/>
              <a:gd name="T88" fmla="*/ 417 w 463"/>
              <a:gd name="T89" fmla="*/ 644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3" h="773">
                <a:moveTo>
                  <a:pt x="427" y="0"/>
                </a:moveTo>
                <a:cubicBezTo>
                  <a:pt x="42" y="0"/>
                  <a:pt x="42" y="0"/>
                  <a:pt x="42" y="0"/>
                </a:cubicBezTo>
                <a:cubicBezTo>
                  <a:pt x="19" y="0"/>
                  <a:pt x="0" y="17"/>
                  <a:pt x="0" y="35"/>
                </a:cubicBezTo>
                <a:cubicBezTo>
                  <a:pt x="0" y="733"/>
                  <a:pt x="0" y="733"/>
                  <a:pt x="0" y="733"/>
                </a:cubicBezTo>
                <a:cubicBezTo>
                  <a:pt x="0" y="756"/>
                  <a:pt x="17" y="773"/>
                  <a:pt x="42" y="773"/>
                </a:cubicBezTo>
                <a:cubicBezTo>
                  <a:pt x="427" y="773"/>
                  <a:pt x="427" y="773"/>
                  <a:pt x="427" y="773"/>
                </a:cubicBezTo>
                <a:cubicBezTo>
                  <a:pt x="448" y="773"/>
                  <a:pt x="463" y="756"/>
                  <a:pt x="463" y="733"/>
                </a:cubicBezTo>
                <a:cubicBezTo>
                  <a:pt x="463" y="35"/>
                  <a:pt x="463" y="35"/>
                  <a:pt x="463" y="35"/>
                </a:cubicBezTo>
                <a:cubicBezTo>
                  <a:pt x="463" y="19"/>
                  <a:pt x="451" y="0"/>
                  <a:pt x="427" y="0"/>
                </a:cubicBezTo>
                <a:close/>
                <a:moveTo>
                  <a:pt x="152" y="730"/>
                </a:moveTo>
                <a:cubicBezTo>
                  <a:pt x="152" y="737"/>
                  <a:pt x="146" y="743"/>
                  <a:pt x="139" y="743"/>
                </a:cubicBezTo>
                <a:cubicBezTo>
                  <a:pt x="112" y="743"/>
                  <a:pt x="112" y="743"/>
                  <a:pt x="112" y="743"/>
                </a:cubicBezTo>
                <a:cubicBezTo>
                  <a:pt x="106" y="743"/>
                  <a:pt x="99" y="737"/>
                  <a:pt x="99" y="730"/>
                </a:cubicBezTo>
                <a:cubicBezTo>
                  <a:pt x="99" y="722"/>
                  <a:pt x="99" y="722"/>
                  <a:pt x="99" y="722"/>
                </a:cubicBezTo>
                <a:cubicBezTo>
                  <a:pt x="99" y="714"/>
                  <a:pt x="106" y="709"/>
                  <a:pt x="112" y="709"/>
                </a:cubicBezTo>
                <a:cubicBezTo>
                  <a:pt x="139" y="709"/>
                  <a:pt x="139" y="709"/>
                  <a:pt x="139" y="709"/>
                </a:cubicBezTo>
                <a:cubicBezTo>
                  <a:pt x="146" y="709"/>
                  <a:pt x="152" y="714"/>
                  <a:pt x="152" y="722"/>
                </a:cubicBezTo>
                <a:cubicBezTo>
                  <a:pt x="152" y="730"/>
                  <a:pt x="152" y="730"/>
                  <a:pt x="152" y="730"/>
                </a:cubicBezTo>
                <a:close/>
                <a:moveTo>
                  <a:pt x="263" y="724"/>
                </a:moveTo>
                <a:cubicBezTo>
                  <a:pt x="263" y="735"/>
                  <a:pt x="255" y="743"/>
                  <a:pt x="247" y="743"/>
                </a:cubicBezTo>
                <a:cubicBezTo>
                  <a:pt x="219" y="743"/>
                  <a:pt x="219" y="743"/>
                  <a:pt x="219" y="743"/>
                </a:cubicBezTo>
                <a:cubicBezTo>
                  <a:pt x="211" y="743"/>
                  <a:pt x="202" y="735"/>
                  <a:pt x="202" y="724"/>
                </a:cubicBezTo>
                <a:cubicBezTo>
                  <a:pt x="202" y="716"/>
                  <a:pt x="202" y="716"/>
                  <a:pt x="202" y="716"/>
                </a:cubicBezTo>
                <a:cubicBezTo>
                  <a:pt x="202" y="705"/>
                  <a:pt x="209" y="699"/>
                  <a:pt x="219" y="699"/>
                </a:cubicBezTo>
                <a:cubicBezTo>
                  <a:pt x="247" y="699"/>
                  <a:pt x="247" y="699"/>
                  <a:pt x="247" y="699"/>
                </a:cubicBezTo>
                <a:cubicBezTo>
                  <a:pt x="255" y="699"/>
                  <a:pt x="263" y="705"/>
                  <a:pt x="263" y="716"/>
                </a:cubicBezTo>
                <a:cubicBezTo>
                  <a:pt x="263" y="724"/>
                  <a:pt x="263" y="724"/>
                  <a:pt x="263" y="724"/>
                </a:cubicBezTo>
                <a:close/>
                <a:moveTo>
                  <a:pt x="366" y="730"/>
                </a:moveTo>
                <a:cubicBezTo>
                  <a:pt x="366" y="737"/>
                  <a:pt x="360" y="743"/>
                  <a:pt x="354" y="743"/>
                </a:cubicBezTo>
                <a:cubicBezTo>
                  <a:pt x="326" y="743"/>
                  <a:pt x="326" y="743"/>
                  <a:pt x="326" y="743"/>
                </a:cubicBezTo>
                <a:cubicBezTo>
                  <a:pt x="320" y="743"/>
                  <a:pt x="314" y="737"/>
                  <a:pt x="314" y="730"/>
                </a:cubicBezTo>
                <a:cubicBezTo>
                  <a:pt x="314" y="722"/>
                  <a:pt x="314" y="722"/>
                  <a:pt x="314" y="722"/>
                </a:cubicBezTo>
                <a:cubicBezTo>
                  <a:pt x="314" y="714"/>
                  <a:pt x="320" y="709"/>
                  <a:pt x="326" y="709"/>
                </a:cubicBezTo>
                <a:cubicBezTo>
                  <a:pt x="354" y="709"/>
                  <a:pt x="354" y="709"/>
                  <a:pt x="354" y="709"/>
                </a:cubicBezTo>
                <a:cubicBezTo>
                  <a:pt x="360" y="709"/>
                  <a:pt x="366" y="714"/>
                  <a:pt x="366" y="722"/>
                </a:cubicBezTo>
                <a:cubicBezTo>
                  <a:pt x="366" y="730"/>
                  <a:pt x="366" y="730"/>
                  <a:pt x="366" y="730"/>
                </a:cubicBezTo>
                <a:close/>
                <a:moveTo>
                  <a:pt x="417" y="644"/>
                </a:moveTo>
                <a:cubicBezTo>
                  <a:pt x="417" y="657"/>
                  <a:pt x="409" y="671"/>
                  <a:pt x="394" y="671"/>
                </a:cubicBezTo>
                <a:cubicBezTo>
                  <a:pt x="74" y="671"/>
                  <a:pt x="74" y="671"/>
                  <a:pt x="74" y="671"/>
                </a:cubicBezTo>
                <a:cubicBezTo>
                  <a:pt x="59" y="671"/>
                  <a:pt x="49" y="659"/>
                  <a:pt x="49" y="644"/>
                </a:cubicBezTo>
                <a:cubicBezTo>
                  <a:pt x="49" y="67"/>
                  <a:pt x="49" y="67"/>
                  <a:pt x="49" y="67"/>
                </a:cubicBezTo>
                <a:cubicBezTo>
                  <a:pt x="49" y="50"/>
                  <a:pt x="61" y="46"/>
                  <a:pt x="74" y="46"/>
                </a:cubicBezTo>
                <a:cubicBezTo>
                  <a:pt x="394" y="46"/>
                  <a:pt x="394" y="46"/>
                  <a:pt x="394" y="46"/>
                </a:cubicBezTo>
                <a:cubicBezTo>
                  <a:pt x="404" y="46"/>
                  <a:pt x="417" y="48"/>
                  <a:pt x="417" y="67"/>
                </a:cubicBezTo>
                <a:cubicBezTo>
                  <a:pt x="417" y="644"/>
                  <a:pt x="417" y="644"/>
                  <a:pt x="417" y="644"/>
                </a:cubicBezTo>
                <a:close/>
              </a:path>
            </a:pathLst>
          </a:custGeom>
          <a:solidFill>
            <a:srgbClr val="686868"/>
          </a:solidFill>
          <a:ln>
            <a:noFill/>
          </a:ln>
        </p:spPr>
        <p:txBody>
          <a:bodyPr vert="horz" wrap="square" lIns="93256" tIns="46627" rIns="93256" bIns="46627" numCol="1" anchor="t" anchorCtr="0" compatLnSpc="1">
            <a:prstTxWarp prst="textNoShape">
              <a:avLst/>
            </a:prstTxWarp>
          </a:bodyPr>
          <a:lstStyle/>
          <a:p>
            <a:pPr>
              <a:defRPr/>
            </a:pPr>
            <a:endParaRPr lang="en-US" kern="0" dirty="0">
              <a:solidFill>
                <a:srgbClr val="FFFFFF"/>
              </a:solidFill>
            </a:endParaRPr>
          </a:p>
        </p:txBody>
      </p:sp>
      <p:sp>
        <p:nvSpPr>
          <p:cNvPr id="961" name="Freeform 10"/>
          <p:cNvSpPr>
            <a:spLocks noEditPoints="1"/>
          </p:cNvSpPr>
          <p:nvPr/>
        </p:nvSpPr>
        <p:spPr bwMode="auto">
          <a:xfrm>
            <a:off x="11609385" y="3459652"/>
            <a:ext cx="462451" cy="292331"/>
          </a:xfrm>
          <a:custGeom>
            <a:avLst/>
            <a:gdLst>
              <a:gd name="T0" fmla="*/ 87 w 782"/>
              <a:gd name="T1" fmla="*/ 232 h 493"/>
              <a:gd name="T2" fmla="*/ 195 w 782"/>
              <a:gd name="T3" fmla="*/ 0 h 493"/>
              <a:gd name="T4" fmla="*/ 724 w 782"/>
              <a:gd name="T5" fmla="*/ 467 h 493"/>
              <a:gd name="T6" fmla="*/ 612 w 782"/>
              <a:gd name="T7" fmla="*/ 369 h 493"/>
              <a:gd name="T8" fmla="*/ 565 w 782"/>
              <a:gd name="T9" fmla="*/ 349 h 493"/>
              <a:gd name="T10" fmla="*/ 605 w 782"/>
              <a:gd name="T11" fmla="*/ 354 h 493"/>
              <a:gd name="T12" fmla="*/ 366 w 782"/>
              <a:gd name="T13" fmla="*/ 366 h 493"/>
              <a:gd name="T14" fmla="*/ 372 w 782"/>
              <a:gd name="T15" fmla="*/ 348 h 493"/>
              <a:gd name="T16" fmla="*/ 410 w 782"/>
              <a:gd name="T17" fmla="*/ 351 h 493"/>
              <a:gd name="T18" fmla="*/ 409 w 782"/>
              <a:gd name="T19" fmla="*/ 406 h 493"/>
              <a:gd name="T20" fmla="*/ 362 w 782"/>
              <a:gd name="T21" fmla="*/ 405 h 493"/>
              <a:gd name="T22" fmla="*/ 288 w 782"/>
              <a:gd name="T23" fmla="*/ 400 h 493"/>
              <a:gd name="T24" fmla="*/ 339 w 782"/>
              <a:gd name="T25" fmla="*/ 389 h 493"/>
              <a:gd name="T26" fmla="*/ 322 w 782"/>
              <a:gd name="T27" fmla="*/ 409 h 493"/>
              <a:gd name="T28" fmla="*/ 302 w 782"/>
              <a:gd name="T29" fmla="*/ 353 h 493"/>
              <a:gd name="T30" fmla="*/ 345 w 782"/>
              <a:gd name="T31" fmla="*/ 351 h 493"/>
              <a:gd name="T32" fmla="*/ 213 w 782"/>
              <a:gd name="T33" fmla="*/ 402 h 493"/>
              <a:gd name="T34" fmla="*/ 267 w 782"/>
              <a:gd name="T35" fmla="*/ 387 h 493"/>
              <a:gd name="T36" fmla="*/ 213 w 782"/>
              <a:gd name="T37" fmla="*/ 406 h 493"/>
              <a:gd name="T38" fmla="*/ 199 w 782"/>
              <a:gd name="T39" fmla="*/ 369 h 493"/>
              <a:gd name="T40" fmla="*/ 214 w 782"/>
              <a:gd name="T41" fmla="*/ 348 h 493"/>
              <a:gd name="T42" fmla="*/ 233 w 782"/>
              <a:gd name="T43" fmla="*/ 361 h 493"/>
              <a:gd name="T44" fmla="*/ 280 w 782"/>
              <a:gd name="T45" fmla="*/ 350 h 493"/>
              <a:gd name="T46" fmla="*/ 273 w 782"/>
              <a:gd name="T47" fmla="*/ 367 h 493"/>
              <a:gd name="T48" fmla="*/ 159 w 782"/>
              <a:gd name="T49" fmla="*/ 452 h 493"/>
              <a:gd name="T50" fmla="*/ 107 w 782"/>
              <a:gd name="T51" fmla="*/ 448 h 493"/>
              <a:gd name="T52" fmla="*/ 137 w 782"/>
              <a:gd name="T53" fmla="*/ 424 h 493"/>
              <a:gd name="T54" fmla="*/ 188 w 782"/>
              <a:gd name="T55" fmla="*/ 402 h 493"/>
              <a:gd name="T56" fmla="*/ 142 w 782"/>
              <a:gd name="T57" fmla="*/ 409 h 493"/>
              <a:gd name="T58" fmla="*/ 153 w 782"/>
              <a:gd name="T59" fmla="*/ 385 h 493"/>
              <a:gd name="T60" fmla="*/ 196 w 782"/>
              <a:gd name="T61" fmla="*/ 389 h 493"/>
              <a:gd name="T62" fmla="*/ 407 w 782"/>
              <a:gd name="T63" fmla="*/ 455 h 493"/>
              <a:gd name="T64" fmla="*/ 200 w 782"/>
              <a:gd name="T65" fmla="*/ 458 h 493"/>
              <a:gd name="T66" fmla="*/ 203 w 782"/>
              <a:gd name="T67" fmla="*/ 427 h 493"/>
              <a:gd name="T68" fmla="*/ 402 w 782"/>
              <a:gd name="T69" fmla="*/ 423 h 493"/>
              <a:gd name="T70" fmla="*/ 411 w 782"/>
              <a:gd name="T71" fmla="*/ 448 h 493"/>
              <a:gd name="T72" fmla="*/ 438 w 782"/>
              <a:gd name="T73" fmla="*/ 347 h 493"/>
              <a:gd name="T74" fmla="*/ 471 w 782"/>
              <a:gd name="T75" fmla="*/ 369 h 493"/>
              <a:gd name="T76" fmla="*/ 434 w 782"/>
              <a:gd name="T77" fmla="*/ 366 h 493"/>
              <a:gd name="T78" fmla="*/ 484 w 782"/>
              <a:gd name="T79" fmla="*/ 395 h 493"/>
              <a:gd name="T80" fmla="*/ 473 w 782"/>
              <a:gd name="T81" fmla="*/ 409 h 493"/>
              <a:gd name="T82" fmla="*/ 437 w 782"/>
              <a:gd name="T83" fmla="*/ 404 h 493"/>
              <a:gd name="T84" fmla="*/ 440 w 782"/>
              <a:gd name="T85" fmla="*/ 451 h 493"/>
              <a:gd name="T86" fmla="*/ 438 w 782"/>
              <a:gd name="T87" fmla="*/ 428 h 493"/>
              <a:gd name="T88" fmla="*/ 447 w 782"/>
              <a:gd name="T89" fmla="*/ 423 h 493"/>
              <a:gd name="T90" fmla="*/ 483 w 782"/>
              <a:gd name="T91" fmla="*/ 424 h 493"/>
              <a:gd name="T92" fmla="*/ 502 w 782"/>
              <a:gd name="T93" fmla="*/ 363 h 493"/>
              <a:gd name="T94" fmla="*/ 536 w 782"/>
              <a:gd name="T95" fmla="*/ 350 h 493"/>
              <a:gd name="T96" fmla="*/ 547 w 782"/>
              <a:gd name="T97" fmla="*/ 366 h 493"/>
              <a:gd name="T98" fmla="*/ 519 w 782"/>
              <a:gd name="T99" fmla="*/ 405 h 493"/>
              <a:gd name="T100" fmla="*/ 559 w 782"/>
              <a:gd name="T101" fmla="*/ 389 h 493"/>
              <a:gd name="T102" fmla="*/ 564 w 782"/>
              <a:gd name="T103" fmla="*/ 408 h 493"/>
              <a:gd name="T104" fmla="*/ 588 w 782"/>
              <a:gd name="T105" fmla="*/ 453 h 493"/>
              <a:gd name="T106" fmla="*/ 548 w 782"/>
              <a:gd name="T107" fmla="*/ 457 h 493"/>
              <a:gd name="T108" fmla="*/ 536 w 782"/>
              <a:gd name="T109" fmla="*/ 423 h 493"/>
              <a:gd name="T110" fmla="*/ 588 w 782"/>
              <a:gd name="T111" fmla="*/ 448 h 493"/>
              <a:gd name="T112" fmla="*/ 591 w 782"/>
              <a:gd name="T113" fmla="*/ 382 h 493"/>
              <a:gd name="T114" fmla="*/ 635 w 782"/>
              <a:gd name="T115" fmla="*/ 409 h 493"/>
              <a:gd name="T116" fmla="*/ 616 w 782"/>
              <a:gd name="T117" fmla="*/ 449 h 493"/>
              <a:gd name="T118" fmla="*/ 639 w 782"/>
              <a:gd name="T119" fmla="*/ 423 h 493"/>
              <a:gd name="T120" fmla="*/ 670 w 782"/>
              <a:gd name="T121" fmla="*/ 449 h 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2" h="493">
                <a:moveTo>
                  <a:pt x="111" y="206"/>
                </a:moveTo>
                <a:cubicBezTo>
                  <a:pt x="91" y="187"/>
                  <a:pt x="91" y="152"/>
                  <a:pt x="111" y="134"/>
                </a:cubicBezTo>
                <a:cubicBezTo>
                  <a:pt x="97" y="136"/>
                  <a:pt x="84" y="151"/>
                  <a:pt x="84" y="170"/>
                </a:cubicBezTo>
                <a:cubicBezTo>
                  <a:pt x="84" y="188"/>
                  <a:pt x="97" y="203"/>
                  <a:pt x="111" y="206"/>
                </a:cubicBezTo>
                <a:close/>
                <a:moveTo>
                  <a:pt x="698" y="170"/>
                </a:moveTo>
                <a:cubicBezTo>
                  <a:pt x="698" y="151"/>
                  <a:pt x="685" y="136"/>
                  <a:pt x="671" y="134"/>
                </a:cubicBezTo>
                <a:cubicBezTo>
                  <a:pt x="691" y="152"/>
                  <a:pt x="691" y="187"/>
                  <a:pt x="671" y="206"/>
                </a:cubicBezTo>
                <a:cubicBezTo>
                  <a:pt x="685" y="203"/>
                  <a:pt x="698" y="188"/>
                  <a:pt x="698" y="170"/>
                </a:cubicBezTo>
                <a:close/>
                <a:moveTo>
                  <a:pt x="696" y="232"/>
                </a:moveTo>
                <a:cubicBezTo>
                  <a:pt x="716" y="224"/>
                  <a:pt x="737" y="200"/>
                  <a:pt x="737" y="170"/>
                </a:cubicBezTo>
                <a:cubicBezTo>
                  <a:pt x="737" y="139"/>
                  <a:pt x="716" y="115"/>
                  <a:pt x="696" y="108"/>
                </a:cubicBezTo>
                <a:cubicBezTo>
                  <a:pt x="712" y="124"/>
                  <a:pt x="723" y="147"/>
                  <a:pt x="723" y="170"/>
                </a:cubicBezTo>
                <a:cubicBezTo>
                  <a:pt x="723" y="193"/>
                  <a:pt x="712" y="215"/>
                  <a:pt x="696" y="232"/>
                </a:cubicBezTo>
                <a:close/>
                <a:moveTo>
                  <a:pt x="87" y="232"/>
                </a:moveTo>
                <a:cubicBezTo>
                  <a:pt x="70" y="215"/>
                  <a:pt x="59" y="193"/>
                  <a:pt x="59" y="170"/>
                </a:cubicBezTo>
                <a:cubicBezTo>
                  <a:pt x="59" y="147"/>
                  <a:pt x="70" y="124"/>
                  <a:pt x="87" y="108"/>
                </a:cubicBezTo>
                <a:cubicBezTo>
                  <a:pt x="66" y="115"/>
                  <a:pt x="45" y="139"/>
                  <a:pt x="46" y="170"/>
                </a:cubicBezTo>
                <a:cubicBezTo>
                  <a:pt x="45" y="200"/>
                  <a:pt x="66" y="224"/>
                  <a:pt x="87" y="232"/>
                </a:cubicBezTo>
                <a:close/>
                <a:moveTo>
                  <a:pt x="714" y="448"/>
                </a:moveTo>
                <a:cubicBezTo>
                  <a:pt x="706" y="438"/>
                  <a:pt x="697" y="428"/>
                  <a:pt x="689" y="419"/>
                </a:cubicBezTo>
                <a:cubicBezTo>
                  <a:pt x="671" y="397"/>
                  <a:pt x="653" y="376"/>
                  <a:pt x="635" y="355"/>
                </a:cubicBezTo>
                <a:cubicBezTo>
                  <a:pt x="634" y="354"/>
                  <a:pt x="633" y="353"/>
                  <a:pt x="632" y="352"/>
                </a:cubicBezTo>
                <a:cubicBezTo>
                  <a:pt x="629" y="347"/>
                  <a:pt x="623" y="345"/>
                  <a:pt x="617" y="343"/>
                </a:cubicBezTo>
                <a:cubicBezTo>
                  <a:pt x="612" y="341"/>
                  <a:pt x="606" y="339"/>
                  <a:pt x="599" y="339"/>
                </a:cubicBezTo>
                <a:cubicBezTo>
                  <a:pt x="621" y="333"/>
                  <a:pt x="637" y="314"/>
                  <a:pt x="637" y="291"/>
                </a:cubicBezTo>
                <a:cubicBezTo>
                  <a:pt x="637" y="50"/>
                  <a:pt x="637" y="50"/>
                  <a:pt x="637" y="50"/>
                </a:cubicBezTo>
                <a:cubicBezTo>
                  <a:pt x="637" y="22"/>
                  <a:pt x="614" y="0"/>
                  <a:pt x="587" y="0"/>
                </a:cubicBezTo>
                <a:cubicBezTo>
                  <a:pt x="195" y="0"/>
                  <a:pt x="195" y="0"/>
                  <a:pt x="195" y="0"/>
                </a:cubicBezTo>
                <a:cubicBezTo>
                  <a:pt x="168" y="0"/>
                  <a:pt x="145" y="22"/>
                  <a:pt x="145" y="50"/>
                </a:cubicBezTo>
                <a:cubicBezTo>
                  <a:pt x="145" y="291"/>
                  <a:pt x="145" y="291"/>
                  <a:pt x="145" y="291"/>
                </a:cubicBezTo>
                <a:cubicBezTo>
                  <a:pt x="145" y="314"/>
                  <a:pt x="161" y="334"/>
                  <a:pt x="183" y="339"/>
                </a:cubicBezTo>
                <a:cubicBezTo>
                  <a:pt x="171" y="340"/>
                  <a:pt x="157" y="344"/>
                  <a:pt x="149" y="354"/>
                </a:cubicBezTo>
                <a:cubicBezTo>
                  <a:pt x="143" y="361"/>
                  <a:pt x="136" y="369"/>
                  <a:pt x="130" y="377"/>
                </a:cubicBezTo>
                <a:cubicBezTo>
                  <a:pt x="111" y="399"/>
                  <a:pt x="91" y="422"/>
                  <a:pt x="72" y="446"/>
                </a:cubicBezTo>
                <a:cubicBezTo>
                  <a:pt x="67" y="451"/>
                  <a:pt x="58" y="459"/>
                  <a:pt x="58" y="467"/>
                </a:cubicBezTo>
                <a:cubicBezTo>
                  <a:pt x="58" y="489"/>
                  <a:pt x="58" y="478"/>
                  <a:pt x="58" y="478"/>
                </a:cubicBezTo>
                <a:cubicBezTo>
                  <a:pt x="58" y="481"/>
                  <a:pt x="59" y="483"/>
                  <a:pt x="60" y="485"/>
                </a:cubicBezTo>
                <a:cubicBezTo>
                  <a:pt x="65" y="492"/>
                  <a:pt x="75" y="493"/>
                  <a:pt x="83" y="493"/>
                </a:cubicBezTo>
                <a:cubicBezTo>
                  <a:pt x="94" y="493"/>
                  <a:pt x="667" y="493"/>
                  <a:pt x="684" y="493"/>
                </a:cubicBezTo>
                <a:cubicBezTo>
                  <a:pt x="693" y="493"/>
                  <a:pt x="702" y="492"/>
                  <a:pt x="711" y="490"/>
                </a:cubicBezTo>
                <a:cubicBezTo>
                  <a:pt x="716" y="489"/>
                  <a:pt x="723" y="486"/>
                  <a:pt x="724" y="479"/>
                </a:cubicBezTo>
                <a:cubicBezTo>
                  <a:pt x="724" y="456"/>
                  <a:pt x="724" y="467"/>
                  <a:pt x="724" y="467"/>
                </a:cubicBezTo>
                <a:cubicBezTo>
                  <a:pt x="725" y="462"/>
                  <a:pt x="722" y="457"/>
                  <a:pt x="718" y="453"/>
                </a:cubicBezTo>
                <a:cubicBezTo>
                  <a:pt x="717" y="451"/>
                  <a:pt x="715" y="449"/>
                  <a:pt x="714" y="448"/>
                </a:cubicBezTo>
                <a:close/>
                <a:moveTo>
                  <a:pt x="164" y="299"/>
                </a:moveTo>
                <a:cubicBezTo>
                  <a:pt x="164" y="64"/>
                  <a:pt x="164" y="53"/>
                  <a:pt x="164" y="53"/>
                </a:cubicBezTo>
                <a:cubicBezTo>
                  <a:pt x="164" y="39"/>
                  <a:pt x="175" y="16"/>
                  <a:pt x="189" y="16"/>
                </a:cubicBezTo>
                <a:cubicBezTo>
                  <a:pt x="570" y="16"/>
                  <a:pt x="593" y="16"/>
                  <a:pt x="593" y="16"/>
                </a:cubicBezTo>
                <a:cubicBezTo>
                  <a:pt x="607" y="16"/>
                  <a:pt x="618" y="39"/>
                  <a:pt x="618" y="53"/>
                </a:cubicBezTo>
                <a:cubicBezTo>
                  <a:pt x="618" y="268"/>
                  <a:pt x="618" y="299"/>
                  <a:pt x="618" y="299"/>
                </a:cubicBezTo>
                <a:cubicBezTo>
                  <a:pt x="618" y="313"/>
                  <a:pt x="607" y="325"/>
                  <a:pt x="593" y="325"/>
                </a:cubicBezTo>
                <a:cubicBezTo>
                  <a:pt x="212" y="325"/>
                  <a:pt x="189" y="325"/>
                  <a:pt x="189" y="325"/>
                </a:cubicBezTo>
                <a:cubicBezTo>
                  <a:pt x="175" y="325"/>
                  <a:pt x="164" y="302"/>
                  <a:pt x="164" y="287"/>
                </a:cubicBezTo>
                <a:lnTo>
                  <a:pt x="164" y="299"/>
                </a:lnTo>
                <a:close/>
                <a:moveTo>
                  <a:pt x="613" y="367"/>
                </a:moveTo>
                <a:cubicBezTo>
                  <a:pt x="613" y="367"/>
                  <a:pt x="613" y="368"/>
                  <a:pt x="612" y="369"/>
                </a:cubicBezTo>
                <a:cubicBezTo>
                  <a:pt x="612" y="369"/>
                  <a:pt x="612" y="369"/>
                  <a:pt x="612" y="369"/>
                </a:cubicBezTo>
                <a:cubicBezTo>
                  <a:pt x="612" y="369"/>
                  <a:pt x="612" y="369"/>
                  <a:pt x="612" y="369"/>
                </a:cubicBezTo>
                <a:cubicBezTo>
                  <a:pt x="612" y="369"/>
                  <a:pt x="612" y="369"/>
                  <a:pt x="612" y="369"/>
                </a:cubicBezTo>
                <a:cubicBezTo>
                  <a:pt x="612" y="369"/>
                  <a:pt x="612" y="369"/>
                  <a:pt x="611" y="369"/>
                </a:cubicBezTo>
                <a:cubicBezTo>
                  <a:pt x="611" y="369"/>
                  <a:pt x="611" y="369"/>
                  <a:pt x="611" y="369"/>
                </a:cubicBezTo>
                <a:cubicBezTo>
                  <a:pt x="611" y="369"/>
                  <a:pt x="611" y="369"/>
                  <a:pt x="610" y="369"/>
                </a:cubicBezTo>
                <a:cubicBezTo>
                  <a:pt x="608" y="371"/>
                  <a:pt x="604" y="371"/>
                  <a:pt x="600" y="371"/>
                </a:cubicBezTo>
                <a:cubicBezTo>
                  <a:pt x="584" y="371"/>
                  <a:pt x="584" y="371"/>
                  <a:pt x="584" y="371"/>
                </a:cubicBezTo>
                <a:cubicBezTo>
                  <a:pt x="580" y="371"/>
                  <a:pt x="577" y="370"/>
                  <a:pt x="574" y="369"/>
                </a:cubicBezTo>
                <a:cubicBezTo>
                  <a:pt x="573" y="368"/>
                  <a:pt x="572" y="367"/>
                  <a:pt x="571" y="367"/>
                </a:cubicBezTo>
                <a:cubicBezTo>
                  <a:pt x="570" y="366"/>
                  <a:pt x="569" y="365"/>
                  <a:pt x="569" y="365"/>
                </a:cubicBezTo>
                <a:cubicBezTo>
                  <a:pt x="568" y="363"/>
                  <a:pt x="568" y="363"/>
                  <a:pt x="568" y="363"/>
                </a:cubicBezTo>
                <a:cubicBezTo>
                  <a:pt x="566" y="360"/>
                  <a:pt x="564" y="357"/>
                  <a:pt x="563" y="354"/>
                </a:cubicBezTo>
                <a:cubicBezTo>
                  <a:pt x="561" y="351"/>
                  <a:pt x="563" y="350"/>
                  <a:pt x="565" y="349"/>
                </a:cubicBezTo>
                <a:cubicBezTo>
                  <a:pt x="565" y="349"/>
                  <a:pt x="566" y="349"/>
                  <a:pt x="566" y="349"/>
                </a:cubicBezTo>
                <a:cubicBezTo>
                  <a:pt x="567" y="348"/>
                  <a:pt x="569" y="348"/>
                  <a:pt x="570" y="348"/>
                </a:cubicBezTo>
                <a:cubicBezTo>
                  <a:pt x="573" y="348"/>
                  <a:pt x="573" y="348"/>
                  <a:pt x="573" y="348"/>
                </a:cubicBezTo>
                <a:cubicBezTo>
                  <a:pt x="573" y="348"/>
                  <a:pt x="573" y="348"/>
                  <a:pt x="573" y="348"/>
                </a:cubicBezTo>
                <a:cubicBezTo>
                  <a:pt x="577" y="348"/>
                  <a:pt x="581" y="348"/>
                  <a:pt x="586" y="348"/>
                </a:cubicBezTo>
                <a:cubicBezTo>
                  <a:pt x="586" y="348"/>
                  <a:pt x="586" y="348"/>
                  <a:pt x="586" y="348"/>
                </a:cubicBezTo>
                <a:cubicBezTo>
                  <a:pt x="590" y="348"/>
                  <a:pt x="590" y="348"/>
                  <a:pt x="590" y="348"/>
                </a:cubicBezTo>
                <a:cubicBezTo>
                  <a:pt x="592" y="348"/>
                  <a:pt x="594" y="348"/>
                  <a:pt x="595" y="348"/>
                </a:cubicBezTo>
                <a:cubicBezTo>
                  <a:pt x="596" y="349"/>
                  <a:pt x="597" y="349"/>
                  <a:pt x="598" y="349"/>
                </a:cubicBezTo>
                <a:cubicBezTo>
                  <a:pt x="598" y="349"/>
                  <a:pt x="598" y="349"/>
                  <a:pt x="598" y="349"/>
                </a:cubicBezTo>
                <a:cubicBezTo>
                  <a:pt x="598" y="350"/>
                  <a:pt x="598" y="350"/>
                  <a:pt x="599" y="350"/>
                </a:cubicBezTo>
                <a:cubicBezTo>
                  <a:pt x="599" y="350"/>
                  <a:pt x="599" y="350"/>
                  <a:pt x="599" y="350"/>
                </a:cubicBezTo>
                <a:cubicBezTo>
                  <a:pt x="600" y="350"/>
                  <a:pt x="602" y="351"/>
                  <a:pt x="603" y="351"/>
                </a:cubicBezTo>
                <a:cubicBezTo>
                  <a:pt x="604" y="352"/>
                  <a:pt x="604" y="353"/>
                  <a:pt x="605" y="354"/>
                </a:cubicBezTo>
                <a:cubicBezTo>
                  <a:pt x="608" y="359"/>
                  <a:pt x="608" y="359"/>
                  <a:pt x="608" y="359"/>
                </a:cubicBezTo>
                <a:cubicBezTo>
                  <a:pt x="609" y="360"/>
                  <a:pt x="611" y="362"/>
                  <a:pt x="612" y="364"/>
                </a:cubicBezTo>
                <a:cubicBezTo>
                  <a:pt x="612" y="364"/>
                  <a:pt x="612" y="364"/>
                  <a:pt x="612" y="364"/>
                </a:cubicBezTo>
                <a:cubicBezTo>
                  <a:pt x="613" y="365"/>
                  <a:pt x="613" y="366"/>
                  <a:pt x="613" y="367"/>
                </a:cubicBezTo>
                <a:close/>
                <a:moveTo>
                  <a:pt x="410" y="363"/>
                </a:moveTo>
                <a:cubicBezTo>
                  <a:pt x="410" y="364"/>
                  <a:pt x="410" y="364"/>
                  <a:pt x="410" y="365"/>
                </a:cubicBezTo>
                <a:cubicBezTo>
                  <a:pt x="406" y="371"/>
                  <a:pt x="392" y="369"/>
                  <a:pt x="386" y="369"/>
                </a:cubicBezTo>
                <a:cubicBezTo>
                  <a:pt x="383" y="369"/>
                  <a:pt x="380" y="369"/>
                  <a:pt x="377" y="369"/>
                </a:cubicBezTo>
                <a:cubicBezTo>
                  <a:pt x="374" y="369"/>
                  <a:pt x="370" y="369"/>
                  <a:pt x="367" y="367"/>
                </a:cubicBezTo>
                <a:cubicBezTo>
                  <a:pt x="367" y="367"/>
                  <a:pt x="367" y="367"/>
                  <a:pt x="367" y="367"/>
                </a:cubicBezTo>
                <a:cubicBezTo>
                  <a:pt x="367" y="366"/>
                  <a:pt x="367" y="366"/>
                  <a:pt x="367" y="366"/>
                </a:cubicBezTo>
                <a:cubicBezTo>
                  <a:pt x="366" y="366"/>
                  <a:pt x="366" y="366"/>
                  <a:pt x="366" y="366"/>
                </a:cubicBezTo>
                <a:cubicBezTo>
                  <a:pt x="366" y="366"/>
                  <a:pt x="366" y="366"/>
                  <a:pt x="366" y="366"/>
                </a:cubicBezTo>
                <a:cubicBezTo>
                  <a:pt x="366" y="366"/>
                  <a:pt x="366" y="366"/>
                  <a:pt x="366" y="366"/>
                </a:cubicBezTo>
                <a:cubicBezTo>
                  <a:pt x="366" y="365"/>
                  <a:pt x="366" y="365"/>
                  <a:pt x="366" y="365"/>
                </a:cubicBezTo>
                <a:cubicBezTo>
                  <a:pt x="366" y="364"/>
                  <a:pt x="366" y="364"/>
                  <a:pt x="366" y="363"/>
                </a:cubicBezTo>
                <a:cubicBezTo>
                  <a:pt x="366" y="363"/>
                  <a:pt x="366" y="363"/>
                  <a:pt x="366" y="363"/>
                </a:cubicBezTo>
                <a:cubicBezTo>
                  <a:pt x="366" y="362"/>
                  <a:pt x="366" y="361"/>
                  <a:pt x="366" y="361"/>
                </a:cubicBezTo>
                <a:cubicBezTo>
                  <a:pt x="366" y="360"/>
                  <a:pt x="366" y="360"/>
                  <a:pt x="366" y="360"/>
                </a:cubicBezTo>
                <a:cubicBezTo>
                  <a:pt x="366" y="358"/>
                  <a:pt x="366" y="355"/>
                  <a:pt x="367" y="353"/>
                </a:cubicBezTo>
                <a:cubicBezTo>
                  <a:pt x="367" y="352"/>
                  <a:pt x="367" y="352"/>
                  <a:pt x="367" y="352"/>
                </a:cubicBezTo>
                <a:cubicBezTo>
                  <a:pt x="367" y="352"/>
                  <a:pt x="367" y="351"/>
                  <a:pt x="368" y="350"/>
                </a:cubicBezTo>
                <a:cubicBezTo>
                  <a:pt x="369" y="350"/>
                  <a:pt x="369" y="349"/>
                  <a:pt x="370" y="349"/>
                </a:cubicBezTo>
                <a:cubicBezTo>
                  <a:pt x="370" y="349"/>
                  <a:pt x="370" y="349"/>
                  <a:pt x="370" y="349"/>
                </a:cubicBezTo>
                <a:cubicBezTo>
                  <a:pt x="370" y="349"/>
                  <a:pt x="370" y="348"/>
                  <a:pt x="370" y="348"/>
                </a:cubicBezTo>
                <a:cubicBezTo>
                  <a:pt x="370" y="348"/>
                  <a:pt x="371" y="348"/>
                  <a:pt x="371" y="348"/>
                </a:cubicBezTo>
                <a:cubicBezTo>
                  <a:pt x="371" y="348"/>
                  <a:pt x="371" y="348"/>
                  <a:pt x="371" y="348"/>
                </a:cubicBezTo>
                <a:cubicBezTo>
                  <a:pt x="371" y="348"/>
                  <a:pt x="372" y="348"/>
                  <a:pt x="372" y="348"/>
                </a:cubicBezTo>
                <a:cubicBezTo>
                  <a:pt x="372" y="348"/>
                  <a:pt x="372" y="348"/>
                  <a:pt x="373" y="348"/>
                </a:cubicBezTo>
                <a:cubicBezTo>
                  <a:pt x="373" y="347"/>
                  <a:pt x="373" y="347"/>
                  <a:pt x="374" y="347"/>
                </a:cubicBezTo>
                <a:cubicBezTo>
                  <a:pt x="374" y="347"/>
                  <a:pt x="374" y="347"/>
                  <a:pt x="374" y="347"/>
                </a:cubicBezTo>
                <a:cubicBezTo>
                  <a:pt x="374" y="347"/>
                  <a:pt x="374" y="347"/>
                  <a:pt x="374" y="347"/>
                </a:cubicBezTo>
                <a:cubicBezTo>
                  <a:pt x="375" y="347"/>
                  <a:pt x="375" y="347"/>
                  <a:pt x="375" y="347"/>
                </a:cubicBezTo>
                <a:cubicBezTo>
                  <a:pt x="376" y="347"/>
                  <a:pt x="377" y="347"/>
                  <a:pt x="378" y="347"/>
                </a:cubicBezTo>
                <a:cubicBezTo>
                  <a:pt x="379" y="347"/>
                  <a:pt x="379" y="347"/>
                  <a:pt x="379" y="347"/>
                </a:cubicBezTo>
                <a:cubicBezTo>
                  <a:pt x="380" y="347"/>
                  <a:pt x="382" y="347"/>
                  <a:pt x="383" y="347"/>
                </a:cubicBezTo>
                <a:cubicBezTo>
                  <a:pt x="399" y="347"/>
                  <a:pt x="399" y="347"/>
                  <a:pt x="399" y="347"/>
                </a:cubicBezTo>
                <a:cubicBezTo>
                  <a:pt x="399" y="347"/>
                  <a:pt x="399" y="347"/>
                  <a:pt x="400" y="347"/>
                </a:cubicBezTo>
                <a:cubicBezTo>
                  <a:pt x="400" y="347"/>
                  <a:pt x="400" y="347"/>
                  <a:pt x="400" y="347"/>
                </a:cubicBezTo>
                <a:cubicBezTo>
                  <a:pt x="401" y="347"/>
                  <a:pt x="401" y="347"/>
                  <a:pt x="402" y="347"/>
                </a:cubicBezTo>
                <a:cubicBezTo>
                  <a:pt x="405" y="347"/>
                  <a:pt x="408" y="348"/>
                  <a:pt x="409" y="351"/>
                </a:cubicBezTo>
                <a:cubicBezTo>
                  <a:pt x="410" y="351"/>
                  <a:pt x="410" y="351"/>
                  <a:pt x="410" y="351"/>
                </a:cubicBezTo>
                <a:cubicBezTo>
                  <a:pt x="410" y="351"/>
                  <a:pt x="410" y="351"/>
                  <a:pt x="410" y="351"/>
                </a:cubicBezTo>
                <a:cubicBezTo>
                  <a:pt x="411" y="355"/>
                  <a:pt x="410" y="359"/>
                  <a:pt x="410" y="362"/>
                </a:cubicBezTo>
                <a:cubicBezTo>
                  <a:pt x="410" y="363"/>
                  <a:pt x="410" y="363"/>
                  <a:pt x="410" y="363"/>
                </a:cubicBezTo>
                <a:cubicBezTo>
                  <a:pt x="410" y="363"/>
                  <a:pt x="410" y="363"/>
                  <a:pt x="410" y="363"/>
                </a:cubicBezTo>
                <a:close/>
                <a:moveTo>
                  <a:pt x="387" y="381"/>
                </a:moveTo>
                <a:cubicBezTo>
                  <a:pt x="393" y="381"/>
                  <a:pt x="407" y="380"/>
                  <a:pt x="410" y="386"/>
                </a:cubicBezTo>
                <a:cubicBezTo>
                  <a:pt x="410" y="387"/>
                  <a:pt x="411" y="387"/>
                  <a:pt x="411" y="388"/>
                </a:cubicBezTo>
                <a:cubicBezTo>
                  <a:pt x="411" y="395"/>
                  <a:pt x="411" y="395"/>
                  <a:pt x="411" y="395"/>
                </a:cubicBezTo>
                <a:cubicBezTo>
                  <a:pt x="411" y="397"/>
                  <a:pt x="411" y="399"/>
                  <a:pt x="411" y="401"/>
                </a:cubicBezTo>
                <a:cubicBezTo>
                  <a:pt x="411" y="401"/>
                  <a:pt x="411" y="401"/>
                  <a:pt x="411" y="401"/>
                </a:cubicBezTo>
                <a:cubicBezTo>
                  <a:pt x="411" y="402"/>
                  <a:pt x="411" y="402"/>
                  <a:pt x="411" y="402"/>
                </a:cubicBezTo>
                <a:cubicBezTo>
                  <a:pt x="411" y="402"/>
                  <a:pt x="410" y="404"/>
                  <a:pt x="410" y="404"/>
                </a:cubicBezTo>
                <a:cubicBezTo>
                  <a:pt x="409" y="405"/>
                  <a:pt x="409" y="405"/>
                  <a:pt x="409" y="405"/>
                </a:cubicBezTo>
                <a:cubicBezTo>
                  <a:pt x="409" y="405"/>
                  <a:pt x="409" y="405"/>
                  <a:pt x="409" y="406"/>
                </a:cubicBezTo>
                <a:cubicBezTo>
                  <a:pt x="409" y="406"/>
                  <a:pt x="409" y="406"/>
                  <a:pt x="409" y="406"/>
                </a:cubicBezTo>
                <a:cubicBezTo>
                  <a:pt x="407" y="407"/>
                  <a:pt x="405" y="408"/>
                  <a:pt x="403" y="409"/>
                </a:cubicBezTo>
                <a:cubicBezTo>
                  <a:pt x="403" y="409"/>
                  <a:pt x="403" y="409"/>
                  <a:pt x="403" y="409"/>
                </a:cubicBezTo>
                <a:cubicBezTo>
                  <a:pt x="403" y="409"/>
                  <a:pt x="403" y="409"/>
                  <a:pt x="403" y="409"/>
                </a:cubicBezTo>
                <a:cubicBezTo>
                  <a:pt x="402" y="409"/>
                  <a:pt x="401" y="409"/>
                  <a:pt x="401" y="409"/>
                </a:cubicBezTo>
                <a:cubicBezTo>
                  <a:pt x="400" y="409"/>
                  <a:pt x="400" y="409"/>
                  <a:pt x="400" y="409"/>
                </a:cubicBezTo>
                <a:cubicBezTo>
                  <a:pt x="399" y="409"/>
                  <a:pt x="398" y="409"/>
                  <a:pt x="398" y="409"/>
                </a:cubicBezTo>
                <a:cubicBezTo>
                  <a:pt x="398" y="409"/>
                  <a:pt x="398" y="409"/>
                  <a:pt x="398" y="409"/>
                </a:cubicBezTo>
                <a:cubicBezTo>
                  <a:pt x="373" y="409"/>
                  <a:pt x="373" y="409"/>
                  <a:pt x="373" y="409"/>
                </a:cubicBezTo>
                <a:cubicBezTo>
                  <a:pt x="371" y="409"/>
                  <a:pt x="367" y="409"/>
                  <a:pt x="364" y="407"/>
                </a:cubicBezTo>
                <a:cubicBezTo>
                  <a:pt x="364" y="407"/>
                  <a:pt x="364" y="407"/>
                  <a:pt x="364" y="407"/>
                </a:cubicBezTo>
                <a:cubicBezTo>
                  <a:pt x="364" y="407"/>
                  <a:pt x="364" y="407"/>
                  <a:pt x="364" y="407"/>
                </a:cubicBezTo>
                <a:cubicBezTo>
                  <a:pt x="364" y="407"/>
                  <a:pt x="364" y="406"/>
                  <a:pt x="363" y="406"/>
                </a:cubicBezTo>
                <a:cubicBezTo>
                  <a:pt x="363" y="406"/>
                  <a:pt x="362" y="405"/>
                  <a:pt x="362" y="405"/>
                </a:cubicBezTo>
                <a:cubicBezTo>
                  <a:pt x="362" y="405"/>
                  <a:pt x="362" y="405"/>
                  <a:pt x="362" y="404"/>
                </a:cubicBezTo>
                <a:cubicBezTo>
                  <a:pt x="362" y="404"/>
                  <a:pt x="361" y="403"/>
                  <a:pt x="361" y="402"/>
                </a:cubicBezTo>
                <a:cubicBezTo>
                  <a:pt x="362" y="400"/>
                  <a:pt x="362" y="400"/>
                  <a:pt x="362" y="400"/>
                </a:cubicBezTo>
                <a:cubicBezTo>
                  <a:pt x="362" y="400"/>
                  <a:pt x="362" y="400"/>
                  <a:pt x="362" y="400"/>
                </a:cubicBezTo>
                <a:cubicBezTo>
                  <a:pt x="362" y="396"/>
                  <a:pt x="362" y="392"/>
                  <a:pt x="363" y="388"/>
                </a:cubicBezTo>
                <a:cubicBezTo>
                  <a:pt x="363" y="388"/>
                  <a:pt x="363" y="388"/>
                  <a:pt x="363" y="388"/>
                </a:cubicBezTo>
                <a:cubicBezTo>
                  <a:pt x="363" y="388"/>
                  <a:pt x="363" y="388"/>
                  <a:pt x="363" y="388"/>
                </a:cubicBezTo>
                <a:cubicBezTo>
                  <a:pt x="364" y="379"/>
                  <a:pt x="381" y="381"/>
                  <a:pt x="387" y="381"/>
                </a:cubicBezTo>
                <a:close/>
                <a:moveTo>
                  <a:pt x="289" y="407"/>
                </a:moveTo>
                <a:cubicBezTo>
                  <a:pt x="289" y="407"/>
                  <a:pt x="289" y="407"/>
                  <a:pt x="288" y="406"/>
                </a:cubicBezTo>
                <a:cubicBezTo>
                  <a:pt x="288" y="406"/>
                  <a:pt x="288" y="405"/>
                  <a:pt x="287" y="405"/>
                </a:cubicBezTo>
                <a:cubicBezTo>
                  <a:pt x="287" y="405"/>
                  <a:pt x="287" y="405"/>
                  <a:pt x="287" y="405"/>
                </a:cubicBezTo>
                <a:cubicBezTo>
                  <a:pt x="287" y="404"/>
                  <a:pt x="287" y="403"/>
                  <a:pt x="287" y="402"/>
                </a:cubicBezTo>
                <a:cubicBezTo>
                  <a:pt x="288" y="400"/>
                  <a:pt x="288" y="400"/>
                  <a:pt x="288" y="400"/>
                </a:cubicBezTo>
                <a:cubicBezTo>
                  <a:pt x="288" y="400"/>
                  <a:pt x="288" y="400"/>
                  <a:pt x="288" y="400"/>
                </a:cubicBezTo>
                <a:cubicBezTo>
                  <a:pt x="288" y="400"/>
                  <a:pt x="288" y="399"/>
                  <a:pt x="288" y="399"/>
                </a:cubicBezTo>
                <a:cubicBezTo>
                  <a:pt x="291" y="388"/>
                  <a:pt x="291" y="388"/>
                  <a:pt x="291" y="388"/>
                </a:cubicBezTo>
                <a:cubicBezTo>
                  <a:pt x="291" y="388"/>
                  <a:pt x="291" y="388"/>
                  <a:pt x="292" y="388"/>
                </a:cubicBezTo>
                <a:cubicBezTo>
                  <a:pt x="295" y="380"/>
                  <a:pt x="310" y="381"/>
                  <a:pt x="317" y="381"/>
                </a:cubicBezTo>
                <a:cubicBezTo>
                  <a:pt x="320" y="381"/>
                  <a:pt x="325" y="381"/>
                  <a:pt x="330" y="381"/>
                </a:cubicBezTo>
                <a:cubicBezTo>
                  <a:pt x="331" y="382"/>
                  <a:pt x="332" y="382"/>
                  <a:pt x="333" y="382"/>
                </a:cubicBezTo>
                <a:cubicBezTo>
                  <a:pt x="333" y="382"/>
                  <a:pt x="333" y="382"/>
                  <a:pt x="333" y="382"/>
                </a:cubicBezTo>
                <a:cubicBezTo>
                  <a:pt x="335" y="383"/>
                  <a:pt x="337" y="384"/>
                  <a:pt x="338" y="385"/>
                </a:cubicBezTo>
                <a:cubicBezTo>
                  <a:pt x="338" y="385"/>
                  <a:pt x="338" y="385"/>
                  <a:pt x="338" y="385"/>
                </a:cubicBezTo>
                <a:cubicBezTo>
                  <a:pt x="338" y="386"/>
                  <a:pt x="338" y="386"/>
                  <a:pt x="338" y="386"/>
                </a:cubicBezTo>
                <a:cubicBezTo>
                  <a:pt x="338" y="386"/>
                  <a:pt x="338" y="386"/>
                  <a:pt x="338" y="386"/>
                </a:cubicBezTo>
                <a:cubicBezTo>
                  <a:pt x="339" y="387"/>
                  <a:pt x="339" y="388"/>
                  <a:pt x="339" y="388"/>
                </a:cubicBezTo>
                <a:cubicBezTo>
                  <a:pt x="339" y="389"/>
                  <a:pt x="339" y="389"/>
                  <a:pt x="339" y="389"/>
                </a:cubicBezTo>
                <a:cubicBezTo>
                  <a:pt x="339" y="389"/>
                  <a:pt x="339" y="389"/>
                  <a:pt x="339" y="389"/>
                </a:cubicBezTo>
                <a:cubicBezTo>
                  <a:pt x="338" y="391"/>
                  <a:pt x="338" y="393"/>
                  <a:pt x="338" y="395"/>
                </a:cubicBezTo>
                <a:cubicBezTo>
                  <a:pt x="336" y="402"/>
                  <a:pt x="336" y="402"/>
                  <a:pt x="336" y="402"/>
                </a:cubicBezTo>
                <a:cubicBezTo>
                  <a:pt x="336" y="403"/>
                  <a:pt x="336" y="404"/>
                  <a:pt x="335" y="404"/>
                </a:cubicBezTo>
                <a:cubicBezTo>
                  <a:pt x="335" y="405"/>
                  <a:pt x="335" y="405"/>
                  <a:pt x="335" y="405"/>
                </a:cubicBezTo>
                <a:cubicBezTo>
                  <a:pt x="335" y="405"/>
                  <a:pt x="334" y="405"/>
                  <a:pt x="334" y="405"/>
                </a:cubicBezTo>
                <a:cubicBezTo>
                  <a:pt x="334" y="405"/>
                  <a:pt x="334" y="406"/>
                  <a:pt x="334" y="406"/>
                </a:cubicBezTo>
                <a:cubicBezTo>
                  <a:pt x="332" y="407"/>
                  <a:pt x="329" y="408"/>
                  <a:pt x="327" y="409"/>
                </a:cubicBezTo>
                <a:cubicBezTo>
                  <a:pt x="327" y="409"/>
                  <a:pt x="327" y="409"/>
                  <a:pt x="327" y="409"/>
                </a:cubicBezTo>
                <a:cubicBezTo>
                  <a:pt x="327" y="409"/>
                  <a:pt x="327" y="409"/>
                  <a:pt x="327" y="409"/>
                </a:cubicBezTo>
                <a:cubicBezTo>
                  <a:pt x="327" y="409"/>
                  <a:pt x="326" y="409"/>
                  <a:pt x="325" y="409"/>
                </a:cubicBezTo>
                <a:cubicBezTo>
                  <a:pt x="325" y="409"/>
                  <a:pt x="325" y="409"/>
                  <a:pt x="324" y="409"/>
                </a:cubicBezTo>
                <a:cubicBezTo>
                  <a:pt x="324" y="409"/>
                  <a:pt x="323" y="409"/>
                  <a:pt x="322" y="409"/>
                </a:cubicBezTo>
                <a:cubicBezTo>
                  <a:pt x="322" y="409"/>
                  <a:pt x="322" y="409"/>
                  <a:pt x="322" y="409"/>
                </a:cubicBezTo>
                <a:cubicBezTo>
                  <a:pt x="298" y="409"/>
                  <a:pt x="298" y="409"/>
                  <a:pt x="298" y="409"/>
                </a:cubicBezTo>
                <a:cubicBezTo>
                  <a:pt x="295" y="409"/>
                  <a:pt x="292" y="409"/>
                  <a:pt x="289" y="407"/>
                </a:cubicBezTo>
                <a:cubicBezTo>
                  <a:pt x="289" y="407"/>
                  <a:pt x="289" y="407"/>
                  <a:pt x="289" y="407"/>
                </a:cubicBezTo>
                <a:close/>
                <a:moveTo>
                  <a:pt x="320" y="369"/>
                </a:moveTo>
                <a:cubicBezTo>
                  <a:pt x="316" y="369"/>
                  <a:pt x="312" y="369"/>
                  <a:pt x="309" y="369"/>
                </a:cubicBezTo>
                <a:cubicBezTo>
                  <a:pt x="306" y="369"/>
                  <a:pt x="301" y="369"/>
                  <a:pt x="299" y="366"/>
                </a:cubicBezTo>
                <a:cubicBezTo>
                  <a:pt x="299" y="365"/>
                  <a:pt x="299" y="365"/>
                  <a:pt x="299" y="365"/>
                </a:cubicBezTo>
                <a:cubicBezTo>
                  <a:pt x="299" y="365"/>
                  <a:pt x="299" y="364"/>
                  <a:pt x="299" y="364"/>
                </a:cubicBezTo>
                <a:cubicBezTo>
                  <a:pt x="299" y="364"/>
                  <a:pt x="299" y="364"/>
                  <a:pt x="299" y="363"/>
                </a:cubicBezTo>
                <a:cubicBezTo>
                  <a:pt x="299" y="363"/>
                  <a:pt x="299" y="363"/>
                  <a:pt x="299" y="363"/>
                </a:cubicBezTo>
                <a:cubicBezTo>
                  <a:pt x="299" y="363"/>
                  <a:pt x="299" y="363"/>
                  <a:pt x="299" y="363"/>
                </a:cubicBezTo>
                <a:cubicBezTo>
                  <a:pt x="299" y="362"/>
                  <a:pt x="299" y="361"/>
                  <a:pt x="300" y="361"/>
                </a:cubicBezTo>
                <a:cubicBezTo>
                  <a:pt x="300" y="358"/>
                  <a:pt x="301" y="355"/>
                  <a:pt x="302" y="353"/>
                </a:cubicBezTo>
                <a:cubicBezTo>
                  <a:pt x="302" y="353"/>
                  <a:pt x="302" y="353"/>
                  <a:pt x="302" y="353"/>
                </a:cubicBezTo>
                <a:cubicBezTo>
                  <a:pt x="302" y="352"/>
                  <a:pt x="303" y="351"/>
                  <a:pt x="303" y="350"/>
                </a:cubicBezTo>
                <a:cubicBezTo>
                  <a:pt x="304" y="350"/>
                  <a:pt x="304" y="350"/>
                  <a:pt x="305" y="349"/>
                </a:cubicBezTo>
                <a:cubicBezTo>
                  <a:pt x="306" y="348"/>
                  <a:pt x="308" y="348"/>
                  <a:pt x="310" y="347"/>
                </a:cubicBezTo>
                <a:cubicBezTo>
                  <a:pt x="310" y="347"/>
                  <a:pt x="310" y="347"/>
                  <a:pt x="310" y="347"/>
                </a:cubicBezTo>
                <a:cubicBezTo>
                  <a:pt x="312" y="347"/>
                  <a:pt x="313" y="347"/>
                  <a:pt x="315" y="347"/>
                </a:cubicBezTo>
                <a:cubicBezTo>
                  <a:pt x="317" y="347"/>
                  <a:pt x="317" y="347"/>
                  <a:pt x="317" y="347"/>
                </a:cubicBezTo>
                <a:cubicBezTo>
                  <a:pt x="317" y="347"/>
                  <a:pt x="318" y="347"/>
                  <a:pt x="319" y="347"/>
                </a:cubicBezTo>
                <a:cubicBezTo>
                  <a:pt x="323" y="347"/>
                  <a:pt x="328" y="347"/>
                  <a:pt x="332" y="347"/>
                </a:cubicBezTo>
                <a:cubicBezTo>
                  <a:pt x="333" y="347"/>
                  <a:pt x="334" y="347"/>
                  <a:pt x="334" y="347"/>
                </a:cubicBezTo>
                <a:cubicBezTo>
                  <a:pt x="335" y="347"/>
                  <a:pt x="335" y="347"/>
                  <a:pt x="335" y="347"/>
                </a:cubicBezTo>
                <a:cubicBezTo>
                  <a:pt x="335" y="347"/>
                  <a:pt x="335" y="347"/>
                  <a:pt x="336" y="347"/>
                </a:cubicBezTo>
                <a:cubicBezTo>
                  <a:pt x="336" y="347"/>
                  <a:pt x="337" y="347"/>
                  <a:pt x="337" y="347"/>
                </a:cubicBezTo>
                <a:cubicBezTo>
                  <a:pt x="337" y="347"/>
                  <a:pt x="337" y="347"/>
                  <a:pt x="337" y="347"/>
                </a:cubicBezTo>
                <a:cubicBezTo>
                  <a:pt x="341" y="347"/>
                  <a:pt x="345" y="348"/>
                  <a:pt x="345" y="351"/>
                </a:cubicBezTo>
                <a:cubicBezTo>
                  <a:pt x="345" y="351"/>
                  <a:pt x="345" y="351"/>
                  <a:pt x="345" y="351"/>
                </a:cubicBezTo>
                <a:cubicBezTo>
                  <a:pt x="345" y="351"/>
                  <a:pt x="345" y="351"/>
                  <a:pt x="345" y="352"/>
                </a:cubicBezTo>
                <a:cubicBezTo>
                  <a:pt x="345" y="355"/>
                  <a:pt x="344" y="359"/>
                  <a:pt x="343" y="362"/>
                </a:cubicBezTo>
                <a:cubicBezTo>
                  <a:pt x="343" y="362"/>
                  <a:pt x="343" y="362"/>
                  <a:pt x="343" y="362"/>
                </a:cubicBezTo>
                <a:cubicBezTo>
                  <a:pt x="343" y="363"/>
                  <a:pt x="343" y="363"/>
                  <a:pt x="343" y="363"/>
                </a:cubicBezTo>
                <a:cubicBezTo>
                  <a:pt x="343" y="364"/>
                  <a:pt x="343" y="364"/>
                  <a:pt x="342" y="365"/>
                </a:cubicBezTo>
                <a:cubicBezTo>
                  <a:pt x="342" y="365"/>
                  <a:pt x="342" y="365"/>
                  <a:pt x="342" y="366"/>
                </a:cubicBezTo>
                <a:cubicBezTo>
                  <a:pt x="342" y="366"/>
                  <a:pt x="342" y="366"/>
                  <a:pt x="342" y="366"/>
                </a:cubicBezTo>
                <a:cubicBezTo>
                  <a:pt x="342" y="366"/>
                  <a:pt x="342" y="366"/>
                  <a:pt x="342" y="366"/>
                </a:cubicBezTo>
                <a:cubicBezTo>
                  <a:pt x="337" y="371"/>
                  <a:pt x="325" y="369"/>
                  <a:pt x="320" y="369"/>
                </a:cubicBezTo>
                <a:close/>
                <a:moveTo>
                  <a:pt x="212" y="404"/>
                </a:moveTo>
                <a:cubicBezTo>
                  <a:pt x="212" y="404"/>
                  <a:pt x="212" y="403"/>
                  <a:pt x="212" y="403"/>
                </a:cubicBezTo>
                <a:cubicBezTo>
                  <a:pt x="213" y="403"/>
                  <a:pt x="213" y="402"/>
                  <a:pt x="213" y="402"/>
                </a:cubicBezTo>
                <a:cubicBezTo>
                  <a:pt x="213" y="402"/>
                  <a:pt x="213" y="402"/>
                  <a:pt x="213" y="402"/>
                </a:cubicBezTo>
                <a:cubicBezTo>
                  <a:pt x="213" y="402"/>
                  <a:pt x="213" y="402"/>
                  <a:pt x="213" y="402"/>
                </a:cubicBezTo>
                <a:cubicBezTo>
                  <a:pt x="213" y="401"/>
                  <a:pt x="214" y="401"/>
                  <a:pt x="214" y="400"/>
                </a:cubicBezTo>
                <a:cubicBezTo>
                  <a:pt x="216" y="396"/>
                  <a:pt x="217" y="393"/>
                  <a:pt x="219" y="389"/>
                </a:cubicBezTo>
                <a:cubicBezTo>
                  <a:pt x="219" y="389"/>
                  <a:pt x="219" y="389"/>
                  <a:pt x="219" y="389"/>
                </a:cubicBezTo>
                <a:cubicBezTo>
                  <a:pt x="219" y="389"/>
                  <a:pt x="219" y="389"/>
                  <a:pt x="219" y="389"/>
                </a:cubicBezTo>
                <a:cubicBezTo>
                  <a:pt x="220" y="388"/>
                  <a:pt x="220" y="388"/>
                  <a:pt x="220" y="388"/>
                </a:cubicBezTo>
                <a:cubicBezTo>
                  <a:pt x="220" y="388"/>
                  <a:pt x="220" y="388"/>
                  <a:pt x="220" y="387"/>
                </a:cubicBezTo>
                <a:cubicBezTo>
                  <a:pt x="220" y="387"/>
                  <a:pt x="220" y="387"/>
                  <a:pt x="221" y="387"/>
                </a:cubicBezTo>
                <a:cubicBezTo>
                  <a:pt x="226" y="380"/>
                  <a:pt x="238" y="382"/>
                  <a:pt x="245" y="382"/>
                </a:cubicBezTo>
                <a:cubicBezTo>
                  <a:pt x="245" y="382"/>
                  <a:pt x="245" y="382"/>
                  <a:pt x="245" y="382"/>
                </a:cubicBezTo>
                <a:cubicBezTo>
                  <a:pt x="247" y="382"/>
                  <a:pt x="253" y="381"/>
                  <a:pt x="258" y="382"/>
                </a:cubicBezTo>
                <a:cubicBezTo>
                  <a:pt x="259" y="382"/>
                  <a:pt x="261" y="382"/>
                  <a:pt x="262" y="382"/>
                </a:cubicBezTo>
                <a:cubicBezTo>
                  <a:pt x="263" y="382"/>
                  <a:pt x="264" y="383"/>
                  <a:pt x="264" y="383"/>
                </a:cubicBezTo>
                <a:cubicBezTo>
                  <a:pt x="266" y="384"/>
                  <a:pt x="267" y="385"/>
                  <a:pt x="267" y="387"/>
                </a:cubicBezTo>
                <a:cubicBezTo>
                  <a:pt x="267" y="387"/>
                  <a:pt x="267" y="387"/>
                  <a:pt x="267" y="387"/>
                </a:cubicBezTo>
                <a:cubicBezTo>
                  <a:pt x="267" y="387"/>
                  <a:pt x="267" y="387"/>
                  <a:pt x="267" y="388"/>
                </a:cubicBezTo>
                <a:cubicBezTo>
                  <a:pt x="267" y="388"/>
                  <a:pt x="267" y="388"/>
                  <a:pt x="267" y="388"/>
                </a:cubicBezTo>
                <a:cubicBezTo>
                  <a:pt x="262" y="402"/>
                  <a:pt x="262" y="402"/>
                  <a:pt x="262" y="402"/>
                </a:cubicBezTo>
                <a:cubicBezTo>
                  <a:pt x="262" y="403"/>
                  <a:pt x="261" y="404"/>
                  <a:pt x="260" y="405"/>
                </a:cubicBezTo>
                <a:cubicBezTo>
                  <a:pt x="259" y="406"/>
                  <a:pt x="258" y="407"/>
                  <a:pt x="256" y="407"/>
                </a:cubicBezTo>
                <a:cubicBezTo>
                  <a:pt x="256" y="407"/>
                  <a:pt x="256" y="407"/>
                  <a:pt x="256" y="407"/>
                </a:cubicBezTo>
                <a:cubicBezTo>
                  <a:pt x="254" y="408"/>
                  <a:pt x="252" y="409"/>
                  <a:pt x="250" y="409"/>
                </a:cubicBezTo>
                <a:cubicBezTo>
                  <a:pt x="249" y="409"/>
                  <a:pt x="249" y="409"/>
                  <a:pt x="249" y="409"/>
                </a:cubicBezTo>
                <a:cubicBezTo>
                  <a:pt x="249" y="409"/>
                  <a:pt x="249" y="409"/>
                  <a:pt x="248" y="409"/>
                </a:cubicBezTo>
                <a:cubicBezTo>
                  <a:pt x="244" y="410"/>
                  <a:pt x="240" y="409"/>
                  <a:pt x="235" y="409"/>
                </a:cubicBezTo>
                <a:cubicBezTo>
                  <a:pt x="231" y="409"/>
                  <a:pt x="227" y="410"/>
                  <a:pt x="222" y="410"/>
                </a:cubicBezTo>
                <a:cubicBezTo>
                  <a:pt x="219" y="410"/>
                  <a:pt x="215" y="409"/>
                  <a:pt x="213" y="406"/>
                </a:cubicBezTo>
                <a:cubicBezTo>
                  <a:pt x="213" y="406"/>
                  <a:pt x="213" y="406"/>
                  <a:pt x="213" y="406"/>
                </a:cubicBezTo>
                <a:cubicBezTo>
                  <a:pt x="213" y="406"/>
                  <a:pt x="213" y="406"/>
                  <a:pt x="213" y="406"/>
                </a:cubicBezTo>
                <a:cubicBezTo>
                  <a:pt x="213" y="405"/>
                  <a:pt x="213" y="405"/>
                  <a:pt x="212" y="405"/>
                </a:cubicBezTo>
                <a:cubicBezTo>
                  <a:pt x="212" y="405"/>
                  <a:pt x="212" y="405"/>
                  <a:pt x="212" y="405"/>
                </a:cubicBezTo>
                <a:cubicBezTo>
                  <a:pt x="212" y="405"/>
                  <a:pt x="212" y="405"/>
                  <a:pt x="212" y="405"/>
                </a:cubicBezTo>
                <a:cubicBezTo>
                  <a:pt x="212" y="404"/>
                  <a:pt x="212" y="404"/>
                  <a:pt x="212" y="404"/>
                </a:cubicBezTo>
                <a:close/>
                <a:moveTo>
                  <a:pt x="212" y="359"/>
                </a:moveTo>
                <a:cubicBezTo>
                  <a:pt x="212" y="359"/>
                  <a:pt x="212" y="359"/>
                  <a:pt x="212" y="359"/>
                </a:cubicBezTo>
                <a:cubicBezTo>
                  <a:pt x="209" y="364"/>
                  <a:pt x="209" y="364"/>
                  <a:pt x="209" y="364"/>
                </a:cubicBezTo>
                <a:cubicBezTo>
                  <a:pt x="209" y="364"/>
                  <a:pt x="208" y="365"/>
                  <a:pt x="207" y="366"/>
                </a:cubicBezTo>
                <a:cubicBezTo>
                  <a:pt x="206" y="367"/>
                  <a:pt x="205" y="367"/>
                  <a:pt x="203" y="368"/>
                </a:cubicBezTo>
                <a:cubicBezTo>
                  <a:pt x="203" y="368"/>
                  <a:pt x="203" y="368"/>
                  <a:pt x="202" y="368"/>
                </a:cubicBezTo>
                <a:cubicBezTo>
                  <a:pt x="202" y="369"/>
                  <a:pt x="202" y="369"/>
                  <a:pt x="202" y="369"/>
                </a:cubicBezTo>
                <a:cubicBezTo>
                  <a:pt x="202" y="369"/>
                  <a:pt x="202" y="369"/>
                  <a:pt x="202" y="369"/>
                </a:cubicBezTo>
                <a:cubicBezTo>
                  <a:pt x="201" y="369"/>
                  <a:pt x="200" y="369"/>
                  <a:pt x="199" y="369"/>
                </a:cubicBezTo>
                <a:cubicBezTo>
                  <a:pt x="197" y="370"/>
                  <a:pt x="196" y="370"/>
                  <a:pt x="194" y="370"/>
                </a:cubicBezTo>
                <a:cubicBezTo>
                  <a:pt x="189" y="370"/>
                  <a:pt x="189" y="370"/>
                  <a:pt x="189" y="370"/>
                </a:cubicBezTo>
                <a:cubicBezTo>
                  <a:pt x="189" y="370"/>
                  <a:pt x="189" y="370"/>
                  <a:pt x="189" y="370"/>
                </a:cubicBezTo>
                <a:cubicBezTo>
                  <a:pt x="184" y="370"/>
                  <a:pt x="178" y="370"/>
                  <a:pt x="172" y="370"/>
                </a:cubicBezTo>
                <a:cubicBezTo>
                  <a:pt x="170" y="370"/>
                  <a:pt x="165" y="369"/>
                  <a:pt x="164" y="366"/>
                </a:cubicBezTo>
                <a:cubicBezTo>
                  <a:pt x="164" y="366"/>
                  <a:pt x="164" y="365"/>
                  <a:pt x="164" y="365"/>
                </a:cubicBezTo>
                <a:cubicBezTo>
                  <a:pt x="165" y="364"/>
                  <a:pt x="166" y="362"/>
                  <a:pt x="166" y="362"/>
                </a:cubicBezTo>
                <a:cubicBezTo>
                  <a:pt x="168" y="358"/>
                  <a:pt x="170" y="355"/>
                  <a:pt x="173" y="352"/>
                </a:cubicBezTo>
                <a:cubicBezTo>
                  <a:pt x="173" y="352"/>
                  <a:pt x="173" y="352"/>
                  <a:pt x="173" y="352"/>
                </a:cubicBezTo>
                <a:cubicBezTo>
                  <a:pt x="173" y="352"/>
                  <a:pt x="173" y="352"/>
                  <a:pt x="173" y="352"/>
                </a:cubicBezTo>
                <a:cubicBezTo>
                  <a:pt x="180" y="345"/>
                  <a:pt x="193" y="347"/>
                  <a:pt x="201" y="347"/>
                </a:cubicBezTo>
                <a:cubicBezTo>
                  <a:pt x="205" y="347"/>
                  <a:pt x="210" y="346"/>
                  <a:pt x="213" y="348"/>
                </a:cubicBezTo>
                <a:cubicBezTo>
                  <a:pt x="213" y="348"/>
                  <a:pt x="213" y="348"/>
                  <a:pt x="213" y="348"/>
                </a:cubicBezTo>
                <a:cubicBezTo>
                  <a:pt x="214" y="348"/>
                  <a:pt x="214" y="348"/>
                  <a:pt x="214" y="348"/>
                </a:cubicBezTo>
                <a:cubicBezTo>
                  <a:pt x="214" y="348"/>
                  <a:pt x="214" y="349"/>
                  <a:pt x="214" y="349"/>
                </a:cubicBezTo>
                <a:cubicBezTo>
                  <a:pt x="215" y="349"/>
                  <a:pt x="216" y="350"/>
                  <a:pt x="216" y="350"/>
                </a:cubicBezTo>
                <a:cubicBezTo>
                  <a:pt x="216" y="351"/>
                  <a:pt x="216" y="352"/>
                  <a:pt x="215" y="353"/>
                </a:cubicBezTo>
                <a:cubicBezTo>
                  <a:pt x="215" y="353"/>
                  <a:pt x="215" y="353"/>
                  <a:pt x="215" y="353"/>
                </a:cubicBezTo>
                <a:cubicBezTo>
                  <a:pt x="214" y="355"/>
                  <a:pt x="213" y="357"/>
                  <a:pt x="212" y="359"/>
                </a:cubicBezTo>
                <a:close/>
                <a:moveTo>
                  <a:pt x="266" y="369"/>
                </a:moveTo>
                <a:cubicBezTo>
                  <a:pt x="266" y="369"/>
                  <a:pt x="265" y="369"/>
                  <a:pt x="264" y="369"/>
                </a:cubicBezTo>
                <a:cubicBezTo>
                  <a:pt x="264" y="369"/>
                  <a:pt x="264" y="370"/>
                  <a:pt x="264" y="370"/>
                </a:cubicBezTo>
                <a:cubicBezTo>
                  <a:pt x="261" y="370"/>
                  <a:pt x="258" y="370"/>
                  <a:pt x="254" y="370"/>
                </a:cubicBezTo>
                <a:cubicBezTo>
                  <a:pt x="240" y="370"/>
                  <a:pt x="240" y="370"/>
                  <a:pt x="240" y="370"/>
                </a:cubicBezTo>
                <a:cubicBezTo>
                  <a:pt x="238" y="370"/>
                  <a:pt x="233" y="369"/>
                  <a:pt x="231" y="366"/>
                </a:cubicBezTo>
                <a:cubicBezTo>
                  <a:pt x="231" y="366"/>
                  <a:pt x="231" y="365"/>
                  <a:pt x="231" y="365"/>
                </a:cubicBezTo>
                <a:cubicBezTo>
                  <a:pt x="231" y="365"/>
                  <a:pt x="231" y="365"/>
                  <a:pt x="231" y="364"/>
                </a:cubicBezTo>
                <a:cubicBezTo>
                  <a:pt x="232" y="363"/>
                  <a:pt x="233" y="362"/>
                  <a:pt x="233" y="361"/>
                </a:cubicBezTo>
                <a:cubicBezTo>
                  <a:pt x="234" y="358"/>
                  <a:pt x="235" y="354"/>
                  <a:pt x="238" y="352"/>
                </a:cubicBezTo>
                <a:cubicBezTo>
                  <a:pt x="238" y="351"/>
                  <a:pt x="238" y="351"/>
                  <a:pt x="238" y="351"/>
                </a:cubicBezTo>
                <a:cubicBezTo>
                  <a:pt x="238" y="351"/>
                  <a:pt x="238" y="351"/>
                  <a:pt x="238" y="351"/>
                </a:cubicBezTo>
                <a:cubicBezTo>
                  <a:pt x="239" y="351"/>
                  <a:pt x="239" y="351"/>
                  <a:pt x="239" y="351"/>
                </a:cubicBezTo>
                <a:cubicBezTo>
                  <a:pt x="239" y="350"/>
                  <a:pt x="239" y="350"/>
                  <a:pt x="239" y="350"/>
                </a:cubicBezTo>
                <a:cubicBezTo>
                  <a:pt x="239" y="350"/>
                  <a:pt x="239" y="350"/>
                  <a:pt x="239" y="350"/>
                </a:cubicBezTo>
                <a:cubicBezTo>
                  <a:pt x="241" y="349"/>
                  <a:pt x="244" y="348"/>
                  <a:pt x="246" y="348"/>
                </a:cubicBezTo>
                <a:cubicBezTo>
                  <a:pt x="246" y="348"/>
                  <a:pt x="246" y="347"/>
                  <a:pt x="247" y="347"/>
                </a:cubicBezTo>
                <a:cubicBezTo>
                  <a:pt x="248" y="347"/>
                  <a:pt x="249" y="347"/>
                  <a:pt x="251" y="347"/>
                </a:cubicBezTo>
                <a:cubicBezTo>
                  <a:pt x="259" y="347"/>
                  <a:pt x="259" y="347"/>
                  <a:pt x="259" y="347"/>
                </a:cubicBezTo>
                <a:cubicBezTo>
                  <a:pt x="262" y="347"/>
                  <a:pt x="265" y="347"/>
                  <a:pt x="267" y="347"/>
                </a:cubicBezTo>
                <a:cubicBezTo>
                  <a:pt x="271" y="347"/>
                  <a:pt x="276" y="346"/>
                  <a:pt x="279" y="349"/>
                </a:cubicBezTo>
                <a:cubicBezTo>
                  <a:pt x="279" y="349"/>
                  <a:pt x="280" y="349"/>
                  <a:pt x="280" y="350"/>
                </a:cubicBezTo>
                <a:cubicBezTo>
                  <a:pt x="280" y="350"/>
                  <a:pt x="280" y="350"/>
                  <a:pt x="280" y="350"/>
                </a:cubicBezTo>
                <a:cubicBezTo>
                  <a:pt x="280" y="350"/>
                  <a:pt x="280" y="350"/>
                  <a:pt x="280" y="350"/>
                </a:cubicBezTo>
                <a:cubicBezTo>
                  <a:pt x="280" y="350"/>
                  <a:pt x="280" y="350"/>
                  <a:pt x="280" y="350"/>
                </a:cubicBezTo>
                <a:cubicBezTo>
                  <a:pt x="280" y="351"/>
                  <a:pt x="280" y="351"/>
                  <a:pt x="280" y="352"/>
                </a:cubicBezTo>
                <a:cubicBezTo>
                  <a:pt x="280" y="355"/>
                  <a:pt x="278" y="359"/>
                  <a:pt x="277" y="361"/>
                </a:cubicBezTo>
                <a:cubicBezTo>
                  <a:pt x="277" y="361"/>
                  <a:pt x="277" y="361"/>
                  <a:pt x="277" y="361"/>
                </a:cubicBezTo>
                <a:cubicBezTo>
                  <a:pt x="277" y="362"/>
                  <a:pt x="277" y="362"/>
                  <a:pt x="276" y="363"/>
                </a:cubicBezTo>
                <a:cubicBezTo>
                  <a:pt x="276" y="363"/>
                  <a:pt x="276" y="363"/>
                  <a:pt x="276" y="363"/>
                </a:cubicBezTo>
                <a:cubicBezTo>
                  <a:pt x="276" y="364"/>
                  <a:pt x="276" y="364"/>
                  <a:pt x="276" y="364"/>
                </a:cubicBezTo>
                <a:cubicBezTo>
                  <a:pt x="276" y="364"/>
                  <a:pt x="276" y="364"/>
                  <a:pt x="276" y="364"/>
                </a:cubicBezTo>
                <a:cubicBezTo>
                  <a:pt x="276" y="364"/>
                  <a:pt x="275" y="365"/>
                  <a:pt x="275" y="365"/>
                </a:cubicBezTo>
                <a:cubicBezTo>
                  <a:pt x="275" y="365"/>
                  <a:pt x="275" y="365"/>
                  <a:pt x="275" y="365"/>
                </a:cubicBezTo>
                <a:cubicBezTo>
                  <a:pt x="275" y="365"/>
                  <a:pt x="275" y="365"/>
                  <a:pt x="275" y="365"/>
                </a:cubicBezTo>
                <a:cubicBezTo>
                  <a:pt x="275" y="366"/>
                  <a:pt x="275" y="366"/>
                  <a:pt x="275" y="366"/>
                </a:cubicBezTo>
                <a:cubicBezTo>
                  <a:pt x="274" y="366"/>
                  <a:pt x="274" y="367"/>
                  <a:pt x="273" y="367"/>
                </a:cubicBezTo>
                <a:cubicBezTo>
                  <a:pt x="273" y="367"/>
                  <a:pt x="272" y="367"/>
                  <a:pt x="272" y="368"/>
                </a:cubicBezTo>
                <a:cubicBezTo>
                  <a:pt x="271" y="368"/>
                  <a:pt x="271" y="368"/>
                  <a:pt x="271" y="368"/>
                </a:cubicBezTo>
                <a:cubicBezTo>
                  <a:pt x="271" y="368"/>
                  <a:pt x="271" y="368"/>
                  <a:pt x="271" y="368"/>
                </a:cubicBezTo>
                <a:cubicBezTo>
                  <a:pt x="269" y="369"/>
                  <a:pt x="268" y="369"/>
                  <a:pt x="266" y="369"/>
                </a:cubicBezTo>
                <a:close/>
                <a:moveTo>
                  <a:pt x="172" y="430"/>
                </a:moveTo>
                <a:cubicBezTo>
                  <a:pt x="172" y="430"/>
                  <a:pt x="172" y="430"/>
                  <a:pt x="172" y="430"/>
                </a:cubicBezTo>
                <a:cubicBezTo>
                  <a:pt x="172" y="433"/>
                  <a:pt x="169" y="437"/>
                  <a:pt x="167" y="439"/>
                </a:cubicBezTo>
                <a:cubicBezTo>
                  <a:pt x="167" y="439"/>
                  <a:pt x="167" y="439"/>
                  <a:pt x="167" y="439"/>
                </a:cubicBezTo>
                <a:cubicBezTo>
                  <a:pt x="165" y="443"/>
                  <a:pt x="164" y="447"/>
                  <a:pt x="161" y="450"/>
                </a:cubicBezTo>
                <a:cubicBezTo>
                  <a:pt x="161" y="450"/>
                  <a:pt x="161" y="450"/>
                  <a:pt x="161" y="451"/>
                </a:cubicBezTo>
                <a:cubicBezTo>
                  <a:pt x="160" y="451"/>
                  <a:pt x="160" y="451"/>
                  <a:pt x="160" y="451"/>
                </a:cubicBezTo>
                <a:cubicBezTo>
                  <a:pt x="160" y="451"/>
                  <a:pt x="160" y="451"/>
                  <a:pt x="160" y="452"/>
                </a:cubicBezTo>
                <a:cubicBezTo>
                  <a:pt x="159" y="452"/>
                  <a:pt x="159" y="452"/>
                  <a:pt x="159" y="452"/>
                </a:cubicBezTo>
                <a:cubicBezTo>
                  <a:pt x="159" y="452"/>
                  <a:pt x="159" y="452"/>
                  <a:pt x="159" y="452"/>
                </a:cubicBezTo>
                <a:cubicBezTo>
                  <a:pt x="156" y="455"/>
                  <a:pt x="153" y="456"/>
                  <a:pt x="150" y="457"/>
                </a:cubicBezTo>
                <a:cubicBezTo>
                  <a:pt x="149" y="457"/>
                  <a:pt x="149" y="457"/>
                  <a:pt x="149" y="458"/>
                </a:cubicBezTo>
                <a:cubicBezTo>
                  <a:pt x="146" y="458"/>
                  <a:pt x="144" y="458"/>
                  <a:pt x="142" y="458"/>
                </a:cubicBezTo>
                <a:cubicBezTo>
                  <a:pt x="141" y="458"/>
                  <a:pt x="141" y="458"/>
                  <a:pt x="141" y="458"/>
                </a:cubicBezTo>
                <a:cubicBezTo>
                  <a:pt x="141" y="458"/>
                  <a:pt x="141" y="458"/>
                  <a:pt x="141" y="458"/>
                </a:cubicBezTo>
                <a:cubicBezTo>
                  <a:pt x="132" y="458"/>
                  <a:pt x="124" y="458"/>
                  <a:pt x="115" y="458"/>
                </a:cubicBezTo>
                <a:cubicBezTo>
                  <a:pt x="114" y="458"/>
                  <a:pt x="114" y="458"/>
                  <a:pt x="113" y="458"/>
                </a:cubicBezTo>
                <a:cubicBezTo>
                  <a:pt x="112" y="458"/>
                  <a:pt x="111" y="458"/>
                  <a:pt x="110" y="458"/>
                </a:cubicBezTo>
                <a:cubicBezTo>
                  <a:pt x="109" y="457"/>
                  <a:pt x="107" y="456"/>
                  <a:pt x="107" y="456"/>
                </a:cubicBezTo>
                <a:cubicBezTo>
                  <a:pt x="106" y="455"/>
                  <a:pt x="106" y="453"/>
                  <a:pt x="106" y="452"/>
                </a:cubicBezTo>
                <a:cubicBezTo>
                  <a:pt x="106" y="451"/>
                  <a:pt x="106" y="451"/>
                  <a:pt x="107" y="450"/>
                </a:cubicBezTo>
                <a:cubicBezTo>
                  <a:pt x="107" y="449"/>
                  <a:pt x="107" y="449"/>
                  <a:pt x="107" y="449"/>
                </a:cubicBezTo>
                <a:cubicBezTo>
                  <a:pt x="107" y="449"/>
                  <a:pt x="107" y="449"/>
                  <a:pt x="107" y="449"/>
                </a:cubicBezTo>
                <a:cubicBezTo>
                  <a:pt x="107" y="448"/>
                  <a:pt x="107" y="448"/>
                  <a:pt x="107" y="448"/>
                </a:cubicBezTo>
                <a:cubicBezTo>
                  <a:pt x="107" y="448"/>
                  <a:pt x="107" y="448"/>
                  <a:pt x="107" y="448"/>
                </a:cubicBezTo>
                <a:cubicBezTo>
                  <a:pt x="109" y="445"/>
                  <a:pt x="112" y="442"/>
                  <a:pt x="114" y="439"/>
                </a:cubicBezTo>
                <a:cubicBezTo>
                  <a:pt x="116" y="436"/>
                  <a:pt x="117" y="433"/>
                  <a:pt x="119" y="431"/>
                </a:cubicBezTo>
                <a:cubicBezTo>
                  <a:pt x="120" y="431"/>
                  <a:pt x="120" y="430"/>
                  <a:pt x="120" y="430"/>
                </a:cubicBezTo>
                <a:cubicBezTo>
                  <a:pt x="120" y="430"/>
                  <a:pt x="120" y="430"/>
                  <a:pt x="120" y="430"/>
                </a:cubicBezTo>
                <a:cubicBezTo>
                  <a:pt x="121" y="430"/>
                  <a:pt x="121" y="429"/>
                  <a:pt x="122" y="429"/>
                </a:cubicBezTo>
                <a:cubicBezTo>
                  <a:pt x="122" y="429"/>
                  <a:pt x="122" y="429"/>
                  <a:pt x="122" y="429"/>
                </a:cubicBezTo>
                <a:cubicBezTo>
                  <a:pt x="122" y="429"/>
                  <a:pt x="122" y="429"/>
                  <a:pt x="122" y="429"/>
                </a:cubicBezTo>
                <a:cubicBezTo>
                  <a:pt x="125" y="426"/>
                  <a:pt x="128" y="425"/>
                  <a:pt x="132" y="424"/>
                </a:cubicBezTo>
                <a:cubicBezTo>
                  <a:pt x="132" y="424"/>
                  <a:pt x="132" y="424"/>
                  <a:pt x="132" y="424"/>
                </a:cubicBezTo>
                <a:cubicBezTo>
                  <a:pt x="132" y="424"/>
                  <a:pt x="132" y="424"/>
                  <a:pt x="132" y="424"/>
                </a:cubicBezTo>
                <a:cubicBezTo>
                  <a:pt x="133" y="424"/>
                  <a:pt x="133" y="424"/>
                  <a:pt x="134" y="424"/>
                </a:cubicBezTo>
                <a:cubicBezTo>
                  <a:pt x="135" y="424"/>
                  <a:pt x="135" y="424"/>
                  <a:pt x="135" y="424"/>
                </a:cubicBezTo>
                <a:cubicBezTo>
                  <a:pt x="136" y="424"/>
                  <a:pt x="136" y="424"/>
                  <a:pt x="137" y="424"/>
                </a:cubicBezTo>
                <a:cubicBezTo>
                  <a:pt x="137" y="423"/>
                  <a:pt x="137" y="423"/>
                  <a:pt x="138" y="423"/>
                </a:cubicBezTo>
                <a:cubicBezTo>
                  <a:pt x="138" y="423"/>
                  <a:pt x="138" y="423"/>
                  <a:pt x="138" y="423"/>
                </a:cubicBezTo>
                <a:cubicBezTo>
                  <a:pt x="138" y="423"/>
                  <a:pt x="138" y="423"/>
                  <a:pt x="138" y="423"/>
                </a:cubicBezTo>
                <a:cubicBezTo>
                  <a:pt x="146" y="423"/>
                  <a:pt x="153" y="423"/>
                  <a:pt x="161" y="423"/>
                </a:cubicBezTo>
                <a:cubicBezTo>
                  <a:pt x="161" y="423"/>
                  <a:pt x="161" y="423"/>
                  <a:pt x="161" y="423"/>
                </a:cubicBezTo>
                <a:cubicBezTo>
                  <a:pt x="163" y="423"/>
                  <a:pt x="163" y="423"/>
                  <a:pt x="163" y="423"/>
                </a:cubicBezTo>
                <a:cubicBezTo>
                  <a:pt x="165" y="423"/>
                  <a:pt x="166" y="424"/>
                  <a:pt x="167" y="424"/>
                </a:cubicBezTo>
                <a:cubicBezTo>
                  <a:pt x="168" y="424"/>
                  <a:pt x="168" y="424"/>
                  <a:pt x="169" y="425"/>
                </a:cubicBezTo>
                <a:cubicBezTo>
                  <a:pt x="169" y="425"/>
                  <a:pt x="169" y="425"/>
                  <a:pt x="169" y="425"/>
                </a:cubicBezTo>
                <a:cubicBezTo>
                  <a:pt x="169" y="425"/>
                  <a:pt x="169" y="425"/>
                  <a:pt x="170" y="425"/>
                </a:cubicBezTo>
                <a:cubicBezTo>
                  <a:pt x="172" y="426"/>
                  <a:pt x="173" y="428"/>
                  <a:pt x="172" y="430"/>
                </a:cubicBezTo>
                <a:close/>
                <a:moveTo>
                  <a:pt x="188" y="402"/>
                </a:moveTo>
                <a:cubicBezTo>
                  <a:pt x="188" y="402"/>
                  <a:pt x="188" y="402"/>
                  <a:pt x="188" y="402"/>
                </a:cubicBezTo>
                <a:cubicBezTo>
                  <a:pt x="188" y="402"/>
                  <a:pt x="188" y="402"/>
                  <a:pt x="188" y="402"/>
                </a:cubicBezTo>
                <a:cubicBezTo>
                  <a:pt x="188" y="403"/>
                  <a:pt x="187" y="403"/>
                  <a:pt x="187" y="404"/>
                </a:cubicBezTo>
                <a:cubicBezTo>
                  <a:pt x="187" y="404"/>
                  <a:pt x="187" y="404"/>
                  <a:pt x="187" y="404"/>
                </a:cubicBezTo>
                <a:cubicBezTo>
                  <a:pt x="185" y="406"/>
                  <a:pt x="182" y="407"/>
                  <a:pt x="179" y="408"/>
                </a:cubicBezTo>
                <a:cubicBezTo>
                  <a:pt x="179" y="408"/>
                  <a:pt x="179" y="408"/>
                  <a:pt x="179" y="408"/>
                </a:cubicBezTo>
                <a:cubicBezTo>
                  <a:pt x="179" y="409"/>
                  <a:pt x="178" y="409"/>
                  <a:pt x="178" y="409"/>
                </a:cubicBezTo>
                <a:cubicBezTo>
                  <a:pt x="177" y="409"/>
                  <a:pt x="177" y="409"/>
                  <a:pt x="177" y="409"/>
                </a:cubicBezTo>
                <a:cubicBezTo>
                  <a:pt x="177" y="409"/>
                  <a:pt x="177" y="409"/>
                  <a:pt x="176" y="409"/>
                </a:cubicBezTo>
                <a:cubicBezTo>
                  <a:pt x="174" y="409"/>
                  <a:pt x="172" y="410"/>
                  <a:pt x="171" y="410"/>
                </a:cubicBezTo>
                <a:cubicBezTo>
                  <a:pt x="170" y="410"/>
                  <a:pt x="170" y="410"/>
                  <a:pt x="170" y="410"/>
                </a:cubicBezTo>
                <a:cubicBezTo>
                  <a:pt x="167" y="410"/>
                  <a:pt x="164" y="410"/>
                  <a:pt x="161" y="410"/>
                </a:cubicBezTo>
                <a:cubicBezTo>
                  <a:pt x="156" y="410"/>
                  <a:pt x="151" y="410"/>
                  <a:pt x="146" y="410"/>
                </a:cubicBezTo>
                <a:cubicBezTo>
                  <a:pt x="146" y="410"/>
                  <a:pt x="145" y="410"/>
                  <a:pt x="144" y="410"/>
                </a:cubicBezTo>
                <a:cubicBezTo>
                  <a:pt x="144" y="410"/>
                  <a:pt x="144" y="410"/>
                  <a:pt x="144" y="410"/>
                </a:cubicBezTo>
                <a:cubicBezTo>
                  <a:pt x="143" y="409"/>
                  <a:pt x="143" y="409"/>
                  <a:pt x="142" y="409"/>
                </a:cubicBezTo>
                <a:cubicBezTo>
                  <a:pt x="142" y="409"/>
                  <a:pt x="142" y="409"/>
                  <a:pt x="142" y="409"/>
                </a:cubicBezTo>
                <a:cubicBezTo>
                  <a:pt x="142" y="409"/>
                  <a:pt x="142" y="409"/>
                  <a:pt x="142" y="409"/>
                </a:cubicBezTo>
                <a:cubicBezTo>
                  <a:pt x="140" y="409"/>
                  <a:pt x="138" y="407"/>
                  <a:pt x="138" y="405"/>
                </a:cubicBezTo>
                <a:cubicBezTo>
                  <a:pt x="138" y="405"/>
                  <a:pt x="138" y="404"/>
                  <a:pt x="138" y="404"/>
                </a:cubicBezTo>
                <a:cubicBezTo>
                  <a:pt x="138" y="404"/>
                  <a:pt x="138" y="404"/>
                  <a:pt x="138" y="403"/>
                </a:cubicBezTo>
                <a:cubicBezTo>
                  <a:pt x="138" y="403"/>
                  <a:pt x="138" y="403"/>
                  <a:pt x="139" y="402"/>
                </a:cubicBezTo>
                <a:cubicBezTo>
                  <a:pt x="139" y="402"/>
                  <a:pt x="139" y="402"/>
                  <a:pt x="139" y="402"/>
                </a:cubicBezTo>
                <a:cubicBezTo>
                  <a:pt x="139" y="402"/>
                  <a:pt x="139" y="402"/>
                  <a:pt x="139" y="402"/>
                </a:cubicBezTo>
                <a:cubicBezTo>
                  <a:pt x="139" y="402"/>
                  <a:pt x="139" y="401"/>
                  <a:pt x="140" y="401"/>
                </a:cubicBezTo>
                <a:cubicBezTo>
                  <a:pt x="142" y="397"/>
                  <a:pt x="144" y="394"/>
                  <a:pt x="147" y="390"/>
                </a:cubicBezTo>
                <a:cubicBezTo>
                  <a:pt x="147" y="390"/>
                  <a:pt x="147" y="390"/>
                  <a:pt x="147" y="390"/>
                </a:cubicBezTo>
                <a:cubicBezTo>
                  <a:pt x="148" y="389"/>
                  <a:pt x="148" y="389"/>
                  <a:pt x="148" y="389"/>
                </a:cubicBezTo>
                <a:cubicBezTo>
                  <a:pt x="149" y="388"/>
                  <a:pt x="149" y="387"/>
                  <a:pt x="151" y="386"/>
                </a:cubicBezTo>
                <a:cubicBezTo>
                  <a:pt x="151" y="385"/>
                  <a:pt x="152" y="385"/>
                  <a:pt x="153" y="385"/>
                </a:cubicBezTo>
                <a:cubicBezTo>
                  <a:pt x="153" y="384"/>
                  <a:pt x="154" y="384"/>
                  <a:pt x="154" y="384"/>
                </a:cubicBezTo>
                <a:cubicBezTo>
                  <a:pt x="154" y="384"/>
                  <a:pt x="154" y="384"/>
                  <a:pt x="155" y="384"/>
                </a:cubicBezTo>
                <a:cubicBezTo>
                  <a:pt x="155" y="384"/>
                  <a:pt x="155" y="384"/>
                  <a:pt x="155" y="384"/>
                </a:cubicBezTo>
                <a:cubicBezTo>
                  <a:pt x="155" y="384"/>
                  <a:pt x="155" y="384"/>
                  <a:pt x="156" y="383"/>
                </a:cubicBezTo>
                <a:cubicBezTo>
                  <a:pt x="157" y="383"/>
                  <a:pt x="158" y="383"/>
                  <a:pt x="160" y="382"/>
                </a:cubicBezTo>
                <a:cubicBezTo>
                  <a:pt x="161" y="382"/>
                  <a:pt x="163" y="382"/>
                  <a:pt x="165" y="382"/>
                </a:cubicBezTo>
                <a:cubicBezTo>
                  <a:pt x="169" y="382"/>
                  <a:pt x="169" y="382"/>
                  <a:pt x="169" y="382"/>
                </a:cubicBezTo>
                <a:cubicBezTo>
                  <a:pt x="170" y="382"/>
                  <a:pt x="171" y="382"/>
                  <a:pt x="172" y="382"/>
                </a:cubicBezTo>
                <a:cubicBezTo>
                  <a:pt x="177" y="382"/>
                  <a:pt x="181" y="382"/>
                  <a:pt x="185" y="382"/>
                </a:cubicBezTo>
                <a:cubicBezTo>
                  <a:pt x="185" y="382"/>
                  <a:pt x="185" y="382"/>
                  <a:pt x="185" y="382"/>
                </a:cubicBezTo>
                <a:cubicBezTo>
                  <a:pt x="187" y="382"/>
                  <a:pt x="187" y="382"/>
                  <a:pt x="187" y="382"/>
                </a:cubicBezTo>
                <a:cubicBezTo>
                  <a:pt x="189" y="382"/>
                  <a:pt x="190" y="382"/>
                  <a:pt x="191" y="382"/>
                </a:cubicBezTo>
                <a:cubicBezTo>
                  <a:pt x="193" y="383"/>
                  <a:pt x="193" y="383"/>
                  <a:pt x="194" y="383"/>
                </a:cubicBezTo>
                <a:cubicBezTo>
                  <a:pt x="196" y="384"/>
                  <a:pt x="197" y="386"/>
                  <a:pt x="196" y="389"/>
                </a:cubicBezTo>
                <a:cubicBezTo>
                  <a:pt x="194" y="392"/>
                  <a:pt x="192" y="395"/>
                  <a:pt x="190" y="398"/>
                </a:cubicBezTo>
                <a:cubicBezTo>
                  <a:pt x="188" y="402"/>
                  <a:pt x="188" y="402"/>
                  <a:pt x="188" y="402"/>
                </a:cubicBezTo>
                <a:cubicBezTo>
                  <a:pt x="188" y="402"/>
                  <a:pt x="188" y="402"/>
                  <a:pt x="188" y="402"/>
                </a:cubicBezTo>
                <a:close/>
                <a:moveTo>
                  <a:pt x="411" y="448"/>
                </a:moveTo>
                <a:cubicBezTo>
                  <a:pt x="411" y="449"/>
                  <a:pt x="411" y="449"/>
                  <a:pt x="411" y="450"/>
                </a:cubicBezTo>
                <a:cubicBezTo>
                  <a:pt x="411" y="450"/>
                  <a:pt x="411" y="450"/>
                  <a:pt x="411" y="450"/>
                </a:cubicBezTo>
                <a:cubicBezTo>
                  <a:pt x="411" y="451"/>
                  <a:pt x="411" y="451"/>
                  <a:pt x="410" y="451"/>
                </a:cubicBezTo>
                <a:cubicBezTo>
                  <a:pt x="410" y="451"/>
                  <a:pt x="410" y="451"/>
                  <a:pt x="410" y="452"/>
                </a:cubicBezTo>
                <a:cubicBezTo>
                  <a:pt x="410" y="452"/>
                  <a:pt x="410" y="452"/>
                  <a:pt x="410" y="452"/>
                </a:cubicBezTo>
                <a:cubicBezTo>
                  <a:pt x="410" y="452"/>
                  <a:pt x="409" y="453"/>
                  <a:pt x="409" y="453"/>
                </a:cubicBezTo>
                <a:cubicBezTo>
                  <a:pt x="409" y="453"/>
                  <a:pt x="409" y="453"/>
                  <a:pt x="409" y="453"/>
                </a:cubicBezTo>
                <a:cubicBezTo>
                  <a:pt x="408" y="454"/>
                  <a:pt x="408" y="454"/>
                  <a:pt x="407" y="455"/>
                </a:cubicBezTo>
                <a:cubicBezTo>
                  <a:pt x="407" y="455"/>
                  <a:pt x="407" y="455"/>
                  <a:pt x="407" y="455"/>
                </a:cubicBezTo>
                <a:cubicBezTo>
                  <a:pt x="407" y="455"/>
                  <a:pt x="407" y="455"/>
                  <a:pt x="407" y="455"/>
                </a:cubicBezTo>
                <a:cubicBezTo>
                  <a:pt x="406" y="455"/>
                  <a:pt x="406" y="456"/>
                  <a:pt x="405" y="456"/>
                </a:cubicBezTo>
                <a:cubicBezTo>
                  <a:pt x="405" y="456"/>
                  <a:pt x="405" y="456"/>
                  <a:pt x="405" y="456"/>
                </a:cubicBezTo>
                <a:cubicBezTo>
                  <a:pt x="404" y="456"/>
                  <a:pt x="404" y="456"/>
                  <a:pt x="404" y="456"/>
                </a:cubicBezTo>
                <a:cubicBezTo>
                  <a:pt x="403" y="456"/>
                  <a:pt x="403" y="457"/>
                  <a:pt x="403" y="457"/>
                </a:cubicBezTo>
                <a:cubicBezTo>
                  <a:pt x="403" y="457"/>
                  <a:pt x="403" y="457"/>
                  <a:pt x="402" y="457"/>
                </a:cubicBezTo>
                <a:cubicBezTo>
                  <a:pt x="402" y="457"/>
                  <a:pt x="402" y="457"/>
                  <a:pt x="402" y="457"/>
                </a:cubicBezTo>
                <a:cubicBezTo>
                  <a:pt x="402" y="457"/>
                  <a:pt x="401" y="457"/>
                  <a:pt x="400" y="457"/>
                </a:cubicBezTo>
                <a:cubicBezTo>
                  <a:pt x="400" y="457"/>
                  <a:pt x="399" y="457"/>
                  <a:pt x="399" y="457"/>
                </a:cubicBezTo>
                <a:cubicBezTo>
                  <a:pt x="398" y="458"/>
                  <a:pt x="398" y="458"/>
                  <a:pt x="397" y="458"/>
                </a:cubicBezTo>
                <a:cubicBezTo>
                  <a:pt x="397" y="458"/>
                  <a:pt x="397" y="458"/>
                  <a:pt x="397" y="458"/>
                </a:cubicBezTo>
                <a:cubicBezTo>
                  <a:pt x="396" y="458"/>
                  <a:pt x="396" y="458"/>
                  <a:pt x="396" y="458"/>
                </a:cubicBezTo>
                <a:cubicBezTo>
                  <a:pt x="396" y="458"/>
                  <a:pt x="396" y="458"/>
                  <a:pt x="396" y="458"/>
                </a:cubicBezTo>
                <a:cubicBezTo>
                  <a:pt x="393" y="458"/>
                  <a:pt x="390" y="458"/>
                  <a:pt x="387" y="458"/>
                </a:cubicBezTo>
                <a:cubicBezTo>
                  <a:pt x="373" y="458"/>
                  <a:pt x="212" y="458"/>
                  <a:pt x="200" y="458"/>
                </a:cubicBezTo>
                <a:cubicBezTo>
                  <a:pt x="199" y="458"/>
                  <a:pt x="198" y="458"/>
                  <a:pt x="198" y="458"/>
                </a:cubicBezTo>
                <a:cubicBezTo>
                  <a:pt x="197" y="458"/>
                  <a:pt x="196" y="458"/>
                  <a:pt x="195" y="457"/>
                </a:cubicBezTo>
                <a:cubicBezTo>
                  <a:pt x="193" y="457"/>
                  <a:pt x="192" y="456"/>
                  <a:pt x="191" y="455"/>
                </a:cubicBezTo>
                <a:cubicBezTo>
                  <a:pt x="190" y="454"/>
                  <a:pt x="190" y="453"/>
                  <a:pt x="189" y="452"/>
                </a:cubicBezTo>
                <a:cubicBezTo>
                  <a:pt x="189" y="451"/>
                  <a:pt x="189" y="450"/>
                  <a:pt x="190" y="449"/>
                </a:cubicBezTo>
                <a:cubicBezTo>
                  <a:pt x="191" y="448"/>
                  <a:pt x="191" y="448"/>
                  <a:pt x="191" y="448"/>
                </a:cubicBezTo>
                <a:cubicBezTo>
                  <a:pt x="191" y="448"/>
                  <a:pt x="191" y="448"/>
                  <a:pt x="191" y="448"/>
                </a:cubicBezTo>
                <a:cubicBezTo>
                  <a:pt x="192" y="444"/>
                  <a:pt x="194" y="440"/>
                  <a:pt x="196" y="437"/>
                </a:cubicBezTo>
                <a:cubicBezTo>
                  <a:pt x="196" y="436"/>
                  <a:pt x="197" y="435"/>
                  <a:pt x="197" y="435"/>
                </a:cubicBezTo>
                <a:cubicBezTo>
                  <a:pt x="198" y="432"/>
                  <a:pt x="198" y="432"/>
                  <a:pt x="198" y="432"/>
                </a:cubicBezTo>
                <a:cubicBezTo>
                  <a:pt x="199" y="431"/>
                  <a:pt x="200" y="430"/>
                  <a:pt x="201" y="428"/>
                </a:cubicBezTo>
                <a:cubicBezTo>
                  <a:pt x="201" y="428"/>
                  <a:pt x="202" y="428"/>
                  <a:pt x="202" y="428"/>
                </a:cubicBezTo>
                <a:cubicBezTo>
                  <a:pt x="202" y="428"/>
                  <a:pt x="202" y="428"/>
                  <a:pt x="203" y="428"/>
                </a:cubicBezTo>
                <a:cubicBezTo>
                  <a:pt x="203" y="427"/>
                  <a:pt x="203" y="427"/>
                  <a:pt x="203" y="427"/>
                </a:cubicBezTo>
                <a:cubicBezTo>
                  <a:pt x="203" y="427"/>
                  <a:pt x="203" y="427"/>
                  <a:pt x="203" y="427"/>
                </a:cubicBezTo>
                <a:cubicBezTo>
                  <a:pt x="204" y="427"/>
                  <a:pt x="204" y="427"/>
                  <a:pt x="204" y="427"/>
                </a:cubicBezTo>
                <a:cubicBezTo>
                  <a:pt x="204" y="426"/>
                  <a:pt x="205" y="426"/>
                  <a:pt x="205" y="426"/>
                </a:cubicBezTo>
                <a:cubicBezTo>
                  <a:pt x="205" y="426"/>
                  <a:pt x="206" y="426"/>
                  <a:pt x="206" y="425"/>
                </a:cubicBezTo>
                <a:cubicBezTo>
                  <a:pt x="206" y="425"/>
                  <a:pt x="207" y="425"/>
                  <a:pt x="207" y="425"/>
                </a:cubicBezTo>
                <a:cubicBezTo>
                  <a:pt x="208" y="425"/>
                  <a:pt x="208" y="425"/>
                  <a:pt x="209" y="424"/>
                </a:cubicBezTo>
                <a:cubicBezTo>
                  <a:pt x="209" y="424"/>
                  <a:pt x="210" y="424"/>
                  <a:pt x="210" y="424"/>
                </a:cubicBezTo>
                <a:cubicBezTo>
                  <a:pt x="210" y="424"/>
                  <a:pt x="210" y="424"/>
                  <a:pt x="210" y="424"/>
                </a:cubicBezTo>
                <a:cubicBezTo>
                  <a:pt x="212" y="423"/>
                  <a:pt x="214" y="423"/>
                  <a:pt x="216" y="423"/>
                </a:cubicBezTo>
                <a:cubicBezTo>
                  <a:pt x="216" y="423"/>
                  <a:pt x="385" y="423"/>
                  <a:pt x="392" y="423"/>
                </a:cubicBezTo>
                <a:cubicBezTo>
                  <a:pt x="393" y="423"/>
                  <a:pt x="395" y="423"/>
                  <a:pt x="397" y="423"/>
                </a:cubicBezTo>
                <a:cubicBezTo>
                  <a:pt x="398" y="423"/>
                  <a:pt x="399" y="423"/>
                  <a:pt x="400" y="423"/>
                </a:cubicBezTo>
                <a:cubicBezTo>
                  <a:pt x="400" y="423"/>
                  <a:pt x="400" y="423"/>
                  <a:pt x="400" y="423"/>
                </a:cubicBezTo>
                <a:cubicBezTo>
                  <a:pt x="401" y="423"/>
                  <a:pt x="402" y="423"/>
                  <a:pt x="402" y="423"/>
                </a:cubicBezTo>
                <a:cubicBezTo>
                  <a:pt x="403" y="423"/>
                  <a:pt x="403" y="423"/>
                  <a:pt x="403" y="423"/>
                </a:cubicBezTo>
                <a:cubicBezTo>
                  <a:pt x="403" y="423"/>
                  <a:pt x="403" y="423"/>
                  <a:pt x="403" y="423"/>
                </a:cubicBezTo>
                <a:cubicBezTo>
                  <a:pt x="404" y="424"/>
                  <a:pt x="404" y="424"/>
                  <a:pt x="405" y="424"/>
                </a:cubicBezTo>
                <a:cubicBezTo>
                  <a:pt x="405" y="424"/>
                  <a:pt x="405" y="424"/>
                  <a:pt x="405" y="424"/>
                </a:cubicBezTo>
                <a:cubicBezTo>
                  <a:pt x="406" y="425"/>
                  <a:pt x="406" y="425"/>
                  <a:pt x="407" y="425"/>
                </a:cubicBezTo>
                <a:cubicBezTo>
                  <a:pt x="407" y="425"/>
                  <a:pt x="407" y="425"/>
                  <a:pt x="407" y="425"/>
                </a:cubicBezTo>
                <a:cubicBezTo>
                  <a:pt x="407" y="425"/>
                  <a:pt x="407" y="425"/>
                  <a:pt x="407" y="425"/>
                </a:cubicBezTo>
                <a:cubicBezTo>
                  <a:pt x="408" y="426"/>
                  <a:pt x="408" y="426"/>
                  <a:pt x="408" y="426"/>
                </a:cubicBezTo>
                <a:cubicBezTo>
                  <a:pt x="409" y="427"/>
                  <a:pt x="409" y="427"/>
                  <a:pt x="410" y="428"/>
                </a:cubicBezTo>
                <a:cubicBezTo>
                  <a:pt x="411" y="429"/>
                  <a:pt x="411" y="430"/>
                  <a:pt x="411" y="431"/>
                </a:cubicBezTo>
                <a:cubicBezTo>
                  <a:pt x="411" y="432"/>
                  <a:pt x="411" y="432"/>
                  <a:pt x="411" y="432"/>
                </a:cubicBezTo>
                <a:cubicBezTo>
                  <a:pt x="411" y="432"/>
                  <a:pt x="411" y="432"/>
                  <a:pt x="411" y="432"/>
                </a:cubicBezTo>
                <a:cubicBezTo>
                  <a:pt x="411" y="436"/>
                  <a:pt x="411" y="441"/>
                  <a:pt x="411" y="445"/>
                </a:cubicBezTo>
                <a:cubicBezTo>
                  <a:pt x="411" y="446"/>
                  <a:pt x="411" y="447"/>
                  <a:pt x="411" y="448"/>
                </a:cubicBezTo>
                <a:close/>
                <a:moveTo>
                  <a:pt x="434" y="366"/>
                </a:moveTo>
                <a:cubicBezTo>
                  <a:pt x="434" y="366"/>
                  <a:pt x="434" y="366"/>
                  <a:pt x="434" y="366"/>
                </a:cubicBezTo>
                <a:cubicBezTo>
                  <a:pt x="434" y="366"/>
                  <a:pt x="434" y="366"/>
                  <a:pt x="434" y="365"/>
                </a:cubicBezTo>
                <a:cubicBezTo>
                  <a:pt x="433" y="365"/>
                  <a:pt x="433" y="364"/>
                  <a:pt x="432" y="363"/>
                </a:cubicBezTo>
                <a:cubicBezTo>
                  <a:pt x="432" y="362"/>
                  <a:pt x="432" y="362"/>
                  <a:pt x="432" y="362"/>
                </a:cubicBezTo>
                <a:cubicBezTo>
                  <a:pt x="432" y="362"/>
                  <a:pt x="432" y="361"/>
                  <a:pt x="432" y="360"/>
                </a:cubicBezTo>
                <a:cubicBezTo>
                  <a:pt x="432" y="360"/>
                  <a:pt x="432" y="360"/>
                  <a:pt x="432" y="360"/>
                </a:cubicBezTo>
                <a:cubicBezTo>
                  <a:pt x="432" y="358"/>
                  <a:pt x="432" y="355"/>
                  <a:pt x="432" y="353"/>
                </a:cubicBezTo>
                <a:cubicBezTo>
                  <a:pt x="432" y="352"/>
                  <a:pt x="432" y="352"/>
                  <a:pt x="432" y="352"/>
                </a:cubicBezTo>
                <a:cubicBezTo>
                  <a:pt x="432" y="351"/>
                  <a:pt x="432" y="350"/>
                  <a:pt x="432" y="350"/>
                </a:cubicBezTo>
                <a:cubicBezTo>
                  <a:pt x="433" y="349"/>
                  <a:pt x="434" y="349"/>
                  <a:pt x="435" y="348"/>
                </a:cubicBezTo>
                <a:cubicBezTo>
                  <a:pt x="436" y="348"/>
                  <a:pt x="437" y="347"/>
                  <a:pt x="438" y="347"/>
                </a:cubicBezTo>
                <a:cubicBezTo>
                  <a:pt x="438" y="347"/>
                  <a:pt x="438" y="347"/>
                  <a:pt x="438" y="347"/>
                </a:cubicBezTo>
                <a:cubicBezTo>
                  <a:pt x="438" y="347"/>
                  <a:pt x="438" y="347"/>
                  <a:pt x="438" y="347"/>
                </a:cubicBezTo>
                <a:cubicBezTo>
                  <a:pt x="439" y="347"/>
                  <a:pt x="439" y="347"/>
                  <a:pt x="440" y="347"/>
                </a:cubicBezTo>
                <a:cubicBezTo>
                  <a:pt x="440" y="347"/>
                  <a:pt x="440" y="347"/>
                  <a:pt x="441" y="347"/>
                </a:cubicBezTo>
                <a:cubicBezTo>
                  <a:pt x="443" y="346"/>
                  <a:pt x="445" y="346"/>
                  <a:pt x="447" y="346"/>
                </a:cubicBezTo>
                <a:cubicBezTo>
                  <a:pt x="463" y="346"/>
                  <a:pt x="463" y="346"/>
                  <a:pt x="463" y="346"/>
                </a:cubicBezTo>
                <a:cubicBezTo>
                  <a:pt x="464" y="346"/>
                  <a:pt x="465" y="346"/>
                  <a:pt x="465" y="347"/>
                </a:cubicBezTo>
                <a:cubicBezTo>
                  <a:pt x="469" y="347"/>
                  <a:pt x="474" y="348"/>
                  <a:pt x="475" y="352"/>
                </a:cubicBezTo>
                <a:cubicBezTo>
                  <a:pt x="476" y="355"/>
                  <a:pt x="476" y="359"/>
                  <a:pt x="477" y="362"/>
                </a:cubicBezTo>
                <a:cubicBezTo>
                  <a:pt x="477" y="363"/>
                  <a:pt x="477" y="363"/>
                  <a:pt x="477" y="363"/>
                </a:cubicBezTo>
                <a:cubicBezTo>
                  <a:pt x="477" y="364"/>
                  <a:pt x="477" y="364"/>
                  <a:pt x="477" y="365"/>
                </a:cubicBezTo>
                <a:cubicBezTo>
                  <a:pt x="477" y="365"/>
                  <a:pt x="477" y="365"/>
                  <a:pt x="477" y="365"/>
                </a:cubicBezTo>
                <a:cubicBezTo>
                  <a:pt x="477" y="365"/>
                  <a:pt x="477" y="365"/>
                  <a:pt x="477" y="365"/>
                </a:cubicBezTo>
                <a:cubicBezTo>
                  <a:pt x="477" y="365"/>
                  <a:pt x="477" y="365"/>
                  <a:pt x="477" y="365"/>
                </a:cubicBezTo>
                <a:cubicBezTo>
                  <a:pt x="476" y="367"/>
                  <a:pt x="474" y="368"/>
                  <a:pt x="472" y="369"/>
                </a:cubicBezTo>
                <a:cubicBezTo>
                  <a:pt x="471" y="369"/>
                  <a:pt x="471" y="369"/>
                  <a:pt x="471" y="369"/>
                </a:cubicBezTo>
                <a:cubicBezTo>
                  <a:pt x="471" y="369"/>
                  <a:pt x="471" y="369"/>
                  <a:pt x="470" y="369"/>
                </a:cubicBezTo>
                <a:cubicBezTo>
                  <a:pt x="470" y="369"/>
                  <a:pt x="470" y="369"/>
                  <a:pt x="470" y="369"/>
                </a:cubicBezTo>
                <a:cubicBezTo>
                  <a:pt x="469" y="369"/>
                  <a:pt x="469" y="369"/>
                  <a:pt x="469" y="369"/>
                </a:cubicBezTo>
                <a:cubicBezTo>
                  <a:pt x="463" y="370"/>
                  <a:pt x="457" y="369"/>
                  <a:pt x="455" y="369"/>
                </a:cubicBezTo>
                <a:cubicBezTo>
                  <a:pt x="445" y="369"/>
                  <a:pt x="445" y="369"/>
                  <a:pt x="445" y="369"/>
                </a:cubicBezTo>
                <a:cubicBezTo>
                  <a:pt x="444" y="369"/>
                  <a:pt x="443" y="369"/>
                  <a:pt x="442" y="369"/>
                </a:cubicBezTo>
                <a:cubicBezTo>
                  <a:pt x="442" y="369"/>
                  <a:pt x="441" y="369"/>
                  <a:pt x="441" y="369"/>
                </a:cubicBezTo>
                <a:cubicBezTo>
                  <a:pt x="440" y="369"/>
                  <a:pt x="440" y="369"/>
                  <a:pt x="440" y="369"/>
                </a:cubicBezTo>
                <a:cubicBezTo>
                  <a:pt x="440" y="369"/>
                  <a:pt x="440" y="369"/>
                  <a:pt x="440" y="369"/>
                </a:cubicBezTo>
                <a:cubicBezTo>
                  <a:pt x="439" y="369"/>
                  <a:pt x="439" y="369"/>
                  <a:pt x="438" y="368"/>
                </a:cubicBezTo>
                <a:cubicBezTo>
                  <a:pt x="438" y="368"/>
                  <a:pt x="438" y="368"/>
                  <a:pt x="438" y="368"/>
                </a:cubicBezTo>
                <a:cubicBezTo>
                  <a:pt x="437" y="368"/>
                  <a:pt x="437" y="368"/>
                  <a:pt x="436" y="367"/>
                </a:cubicBezTo>
                <a:cubicBezTo>
                  <a:pt x="436" y="367"/>
                  <a:pt x="435" y="367"/>
                  <a:pt x="434" y="366"/>
                </a:cubicBezTo>
                <a:cubicBezTo>
                  <a:pt x="434" y="366"/>
                  <a:pt x="434" y="366"/>
                  <a:pt x="434" y="366"/>
                </a:cubicBezTo>
                <a:close/>
                <a:moveTo>
                  <a:pt x="437" y="404"/>
                </a:moveTo>
                <a:cubicBezTo>
                  <a:pt x="436" y="403"/>
                  <a:pt x="436" y="402"/>
                  <a:pt x="435" y="402"/>
                </a:cubicBezTo>
                <a:cubicBezTo>
                  <a:pt x="435" y="400"/>
                  <a:pt x="435" y="400"/>
                  <a:pt x="435" y="400"/>
                </a:cubicBezTo>
                <a:cubicBezTo>
                  <a:pt x="435" y="400"/>
                  <a:pt x="435" y="400"/>
                  <a:pt x="435" y="400"/>
                </a:cubicBezTo>
                <a:cubicBezTo>
                  <a:pt x="435" y="396"/>
                  <a:pt x="435" y="392"/>
                  <a:pt x="434" y="388"/>
                </a:cubicBezTo>
                <a:cubicBezTo>
                  <a:pt x="434" y="388"/>
                  <a:pt x="434" y="388"/>
                  <a:pt x="434" y="388"/>
                </a:cubicBezTo>
                <a:cubicBezTo>
                  <a:pt x="434" y="388"/>
                  <a:pt x="434" y="388"/>
                  <a:pt x="434" y="388"/>
                </a:cubicBezTo>
                <a:cubicBezTo>
                  <a:pt x="434" y="388"/>
                  <a:pt x="434" y="388"/>
                  <a:pt x="434" y="387"/>
                </a:cubicBezTo>
                <a:cubicBezTo>
                  <a:pt x="435" y="379"/>
                  <a:pt x="453" y="381"/>
                  <a:pt x="458" y="381"/>
                </a:cubicBezTo>
                <a:cubicBezTo>
                  <a:pt x="465" y="381"/>
                  <a:pt x="477" y="380"/>
                  <a:pt x="481" y="386"/>
                </a:cubicBezTo>
                <a:cubicBezTo>
                  <a:pt x="481" y="387"/>
                  <a:pt x="482" y="387"/>
                  <a:pt x="482" y="388"/>
                </a:cubicBezTo>
                <a:cubicBezTo>
                  <a:pt x="482" y="389"/>
                  <a:pt x="482" y="389"/>
                  <a:pt x="482" y="389"/>
                </a:cubicBezTo>
                <a:cubicBezTo>
                  <a:pt x="482" y="389"/>
                  <a:pt x="482" y="389"/>
                  <a:pt x="482" y="389"/>
                </a:cubicBezTo>
                <a:cubicBezTo>
                  <a:pt x="483" y="391"/>
                  <a:pt x="483" y="392"/>
                  <a:pt x="484" y="395"/>
                </a:cubicBezTo>
                <a:cubicBezTo>
                  <a:pt x="485" y="401"/>
                  <a:pt x="485" y="401"/>
                  <a:pt x="485" y="401"/>
                </a:cubicBezTo>
                <a:cubicBezTo>
                  <a:pt x="485" y="402"/>
                  <a:pt x="485" y="403"/>
                  <a:pt x="484" y="404"/>
                </a:cubicBezTo>
                <a:cubicBezTo>
                  <a:pt x="484" y="405"/>
                  <a:pt x="484" y="405"/>
                  <a:pt x="483" y="406"/>
                </a:cubicBezTo>
                <a:cubicBezTo>
                  <a:pt x="483" y="406"/>
                  <a:pt x="483" y="406"/>
                  <a:pt x="482" y="407"/>
                </a:cubicBezTo>
                <a:cubicBezTo>
                  <a:pt x="482" y="407"/>
                  <a:pt x="482" y="407"/>
                  <a:pt x="482" y="407"/>
                </a:cubicBezTo>
                <a:cubicBezTo>
                  <a:pt x="482" y="407"/>
                  <a:pt x="482" y="407"/>
                  <a:pt x="482" y="407"/>
                </a:cubicBezTo>
                <a:cubicBezTo>
                  <a:pt x="481" y="407"/>
                  <a:pt x="481" y="407"/>
                  <a:pt x="481" y="407"/>
                </a:cubicBezTo>
                <a:cubicBezTo>
                  <a:pt x="480" y="408"/>
                  <a:pt x="480" y="408"/>
                  <a:pt x="480" y="408"/>
                </a:cubicBezTo>
                <a:cubicBezTo>
                  <a:pt x="479" y="408"/>
                  <a:pt x="479" y="408"/>
                  <a:pt x="479" y="408"/>
                </a:cubicBezTo>
                <a:cubicBezTo>
                  <a:pt x="479" y="408"/>
                  <a:pt x="479" y="408"/>
                  <a:pt x="478" y="408"/>
                </a:cubicBezTo>
                <a:cubicBezTo>
                  <a:pt x="478" y="408"/>
                  <a:pt x="478" y="409"/>
                  <a:pt x="477" y="409"/>
                </a:cubicBezTo>
                <a:cubicBezTo>
                  <a:pt x="477" y="409"/>
                  <a:pt x="477" y="409"/>
                  <a:pt x="477" y="409"/>
                </a:cubicBezTo>
                <a:cubicBezTo>
                  <a:pt x="477" y="409"/>
                  <a:pt x="476" y="409"/>
                  <a:pt x="475" y="409"/>
                </a:cubicBezTo>
                <a:cubicBezTo>
                  <a:pt x="474" y="409"/>
                  <a:pt x="474" y="409"/>
                  <a:pt x="473" y="409"/>
                </a:cubicBezTo>
                <a:cubicBezTo>
                  <a:pt x="473" y="409"/>
                  <a:pt x="473" y="409"/>
                  <a:pt x="473" y="409"/>
                </a:cubicBezTo>
                <a:cubicBezTo>
                  <a:pt x="473" y="409"/>
                  <a:pt x="473" y="409"/>
                  <a:pt x="473" y="409"/>
                </a:cubicBezTo>
                <a:cubicBezTo>
                  <a:pt x="473" y="409"/>
                  <a:pt x="473" y="409"/>
                  <a:pt x="473" y="409"/>
                </a:cubicBezTo>
                <a:cubicBezTo>
                  <a:pt x="465" y="409"/>
                  <a:pt x="457" y="409"/>
                  <a:pt x="449" y="409"/>
                </a:cubicBezTo>
                <a:cubicBezTo>
                  <a:pt x="448" y="409"/>
                  <a:pt x="447" y="409"/>
                  <a:pt x="447" y="409"/>
                </a:cubicBezTo>
                <a:cubicBezTo>
                  <a:pt x="446" y="409"/>
                  <a:pt x="446" y="409"/>
                  <a:pt x="446" y="409"/>
                </a:cubicBezTo>
                <a:cubicBezTo>
                  <a:pt x="445" y="409"/>
                  <a:pt x="445" y="409"/>
                  <a:pt x="444" y="409"/>
                </a:cubicBezTo>
                <a:cubicBezTo>
                  <a:pt x="444" y="409"/>
                  <a:pt x="444" y="409"/>
                  <a:pt x="444" y="409"/>
                </a:cubicBezTo>
                <a:cubicBezTo>
                  <a:pt x="444" y="408"/>
                  <a:pt x="444" y="408"/>
                  <a:pt x="444" y="408"/>
                </a:cubicBezTo>
                <a:cubicBezTo>
                  <a:pt x="443" y="408"/>
                  <a:pt x="442" y="408"/>
                  <a:pt x="442" y="408"/>
                </a:cubicBezTo>
                <a:cubicBezTo>
                  <a:pt x="441" y="408"/>
                  <a:pt x="441" y="407"/>
                  <a:pt x="441" y="407"/>
                </a:cubicBezTo>
                <a:cubicBezTo>
                  <a:pt x="441" y="407"/>
                  <a:pt x="440" y="407"/>
                  <a:pt x="440" y="407"/>
                </a:cubicBezTo>
                <a:cubicBezTo>
                  <a:pt x="440" y="407"/>
                  <a:pt x="440" y="407"/>
                  <a:pt x="440" y="407"/>
                </a:cubicBezTo>
                <a:cubicBezTo>
                  <a:pt x="439" y="406"/>
                  <a:pt x="437" y="405"/>
                  <a:pt x="437" y="404"/>
                </a:cubicBezTo>
                <a:close/>
                <a:moveTo>
                  <a:pt x="494" y="451"/>
                </a:moveTo>
                <a:cubicBezTo>
                  <a:pt x="493" y="453"/>
                  <a:pt x="492" y="453"/>
                  <a:pt x="491" y="454"/>
                </a:cubicBezTo>
                <a:cubicBezTo>
                  <a:pt x="490" y="455"/>
                  <a:pt x="489" y="456"/>
                  <a:pt x="487" y="456"/>
                </a:cubicBezTo>
                <a:cubicBezTo>
                  <a:pt x="485" y="457"/>
                  <a:pt x="484" y="457"/>
                  <a:pt x="481" y="457"/>
                </a:cubicBezTo>
                <a:cubicBezTo>
                  <a:pt x="476" y="457"/>
                  <a:pt x="476" y="457"/>
                  <a:pt x="476" y="457"/>
                </a:cubicBezTo>
                <a:cubicBezTo>
                  <a:pt x="476" y="457"/>
                  <a:pt x="476" y="457"/>
                  <a:pt x="476" y="457"/>
                </a:cubicBezTo>
                <a:cubicBezTo>
                  <a:pt x="469" y="457"/>
                  <a:pt x="462" y="457"/>
                  <a:pt x="454" y="457"/>
                </a:cubicBezTo>
                <a:cubicBezTo>
                  <a:pt x="453" y="457"/>
                  <a:pt x="453" y="457"/>
                  <a:pt x="452" y="457"/>
                </a:cubicBezTo>
                <a:cubicBezTo>
                  <a:pt x="451" y="457"/>
                  <a:pt x="451" y="457"/>
                  <a:pt x="451" y="457"/>
                </a:cubicBezTo>
                <a:cubicBezTo>
                  <a:pt x="450" y="457"/>
                  <a:pt x="450" y="457"/>
                  <a:pt x="449" y="457"/>
                </a:cubicBezTo>
                <a:cubicBezTo>
                  <a:pt x="449" y="457"/>
                  <a:pt x="449" y="457"/>
                  <a:pt x="448" y="457"/>
                </a:cubicBezTo>
                <a:cubicBezTo>
                  <a:pt x="448" y="457"/>
                  <a:pt x="448" y="457"/>
                  <a:pt x="448" y="457"/>
                </a:cubicBezTo>
                <a:cubicBezTo>
                  <a:pt x="445" y="456"/>
                  <a:pt x="442" y="454"/>
                  <a:pt x="440" y="451"/>
                </a:cubicBezTo>
                <a:cubicBezTo>
                  <a:pt x="440" y="451"/>
                  <a:pt x="440" y="451"/>
                  <a:pt x="440" y="451"/>
                </a:cubicBezTo>
                <a:cubicBezTo>
                  <a:pt x="440" y="451"/>
                  <a:pt x="440" y="451"/>
                  <a:pt x="440" y="451"/>
                </a:cubicBezTo>
                <a:cubicBezTo>
                  <a:pt x="440" y="451"/>
                  <a:pt x="440" y="451"/>
                  <a:pt x="440" y="450"/>
                </a:cubicBezTo>
                <a:cubicBezTo>
                  <a:pt x="439" y="450"/>
                  <a:pt x="439" y="449"/>
                  <a:pt x="439" y="449"/>
                </a:cubicBezTo>
                <a:cubicBezTo>
                  <a:pt x="439" y="449"/>
                  <a:pt x="439" y="449"/>
                  <a:pt x="439" y="448"/>
                </a:cubicBezTo>
                <a:cubicBezTo>
                  <a:pt x="439" y="448"/>
                  <a:pt x="439" y="448"/>
                  <a:pt x="439" y="448"/>
                </a:cubicBezTo>
                <a:cubicBezTo>
                  <a:pt x="439" y="447"/>
                  <a:pt x="439" y="447"/>
                  <a:pt x="439" y="447"/>
                </a:cubicBezTo>
                <a:cubicBezTo>
                  <a:pt x="439" y="447"/>
                  <a:pt x="439" y="447"/>
                  <a:pt x="439" y="447"/>
                </a:cubicBezTo>
                <a:cubicBezTo>
                  <a:pt x="439" y="444"/>
                  <a:pt x="438" y="439"/>
                  <a:pt x="438" y="435"/>
                </a:cubicBezTo>
                <a:cubicBezTo>
                  <a:pt x="438" y="435"/>
                  <a:pt x="438" y="434"/>
                  <a:pt x="438" y="433"/>
                </a:cubicBezTo>
                <a:cubicBezTo>
                  <a:pt x="438" y="431"/>
                  <a:pt x="438" y="431"/>
                  <a:pt x="438" y="431"/>
                </a:cubicBezTo>
                <a:cubicBezTo>
                  <a:pt x="438" y="431"/>
                  <a:pt x="438" y="431"/>
                  <a:pt x="438" y="431"/>
                </a:cubicBezTo>
                <a:cubicBezTo>
                  <a:pt x="438" y="430"/>
                  <a:pt x="438" y="430"/>
                  <a:pt x="438" y="430"/>
                </a:cubicBezTo>
                <a:cubicBezTo>
                  <a:pt x="438" y="430"/>
                  <a:pt x="438" y="429"/>
                  <a:pt x="438" y="429"/>
                </a:cubicBezTo>
                <a:cubicBezTo>
                  <a:pt x="438" y="429"/>
                  <a:pt x="438" y="429"/>
                  <a:pt x="438" y="428"/>
                </a:cubicBezTo>
                <a:cubicBezTo>
                  <a:pt x="439" y="428"/>
                  <a:pt x="439" y="428"/>
                  <a:pt x="439" y="428"/>
                </a:cubicBezTo>
                <a:cubicBezTo>
                  <a:pt x="439" y="428"/>
                  <a:pt x="439" y="428"/>
                  <a:pt x="439" y="428"/>
                </a:cubicBezTo>
                <a:cubicBezTo>
                  <a:pt x="439" y="427"/>
                  <a:pt x="439" y="427"/>
                  <a:pt x="439" y="427"/>
                </a:cubicBezTo>
                <a:cubicBezTo>
                  <a:pt x="440" y="426"/>
                  <a:pt x="440" y="426"/>
                  <a:pt x="440" y="426"/>
                </a:cubicBezTo>
                <a:cubicBezTo>
                  <a:pt x="440" y="426"/>
                  <a:pt x="441" y="426"/>
                  <a:pt x="441" y="425"/>
                </a:cubicBezTo>
                <a:cubicBezTo>
                  <a:pt x="441" y="425"/>
                  <a:pt x="441" y="425"/>
                  <a:pt x="441" y="425"/>
                </a:cubicBezTo>
                <a:cubicBezTo>
                  <a:pt x="441" y="425"/>
                  <a:pt x="441" y="425"/>
                  <a:pt x="441" y="425"/>
                </a:cubicBezTo>
                <a:cubicBezTo>
                  <a:pt x="442" y="425"/>
                  <a:pt x="442" y="425"/>
                  <a:pt x="443" y="424"/>
                </a:cubicBezTo>
                <a:cubicBezTo>
                  <a:pt x="443" y="424"/>
                  <a:pt x="443" y="424"/>
                  <a:pt x="443" y="424"/>
                </a:cubicBezTo>
                <a:cubicBezTo>
                  <a:pt x="444" y="424"/>
                  <a:pt x="444" y="424"/>
                  <a:pt x="444" y="424"/>
                </a:cubicBezTo>
                <a:cubicBezTo>
                  <a:pt x="444" y="424"/>
                  <a:pt x="444" y="424"/>
                  <a:pt x="444" y="424"/>
                </a:cubicBezTo>
                <a:cubicBezTo>
                  <a:pt x="444" y="424"/>
                  <a:pt x="445" y="423"/>
                  <a:pt x="445" y="423"/>
                </a:cubicBezTo>
                <a:cubicBezTo>
                  <a:pt x="446" y="423"/>
                  <a:pt x="446" y="423"/>
                  <a:pt x="446" y="423"/>
                </a:cubicBezTo>
                <a:cubicBezTo>
                  <a:pt x="446" y="423"/>
                  <a:pt x="447" y="423"/>
                  <a:pt x="447" y="423"/>
                </a:cubicBezTo>
                <a:cubicBezTo>
                  <a:pt x="448" y="423"/>
                  <a:pt x="448" y="423"/>
                  <a:pt x="449" y="423"/>
                </a:cubicBezTo>
                <a:cubicBezTo>
                  <a:pt x="450" y="423"/>
                  <a:pt x="450" y="423"/>
                  <a:pt x="450" y="423"/>
                </a:cubicBezTo>
                <a:cubicBezTo>
                  <a:pt x="450" y="423"/>
                  <a:pt x="450" y="423"/>
                  <a:pt x="451" y="423"/>
                </a:cubicBezTo>
                <a:cubicBezTo>
                  <a:pt x="452" y="423"/>
                  <a:pt x="452" y="423"/>
                  <a:pt x="452" y="423"/>
                </a:cubicBezTo>
                <a:cubicBezTo>
                  <a:pt x="453" y="423"/>
                  <a:pt x="454" y="423"/>
                  <a:pt x="455" y="423"/>
                </a:cubicBezTo>
                <a:cubicBezTo>
                  <a:pt x="457" y="423"/>
                  <a:pt x="458" y="423"/>
                  <a:pt x="459" y="423"/>
                </a:cubicBezTo>
                <a:cubicBezTo>
                  <a:pt x="469" y="423"/>
                  <a:pt x="469" y="423"/>
                  <a:pt x="469" y="423"/>
                </a:cubicBezTo>
                <a:cubicBezTo>
                  <a:pt x="472" y="423"/>
                  <a:pt x="475" y="423"/>
                  <a:pt x="478" y="423"/>
                </a:cubicBezTo>
                <a:cubicBezTo>
                  <a:pt x="478" y="423"/>
                  <a:pt x="479" y="423"/>
                  <a:pt x="479" y="423"/>
                </a:cubicBezTo>
                <a:cubicBezTo>
                  <a:pt x="479" y="423"/>
                  <a:pt x="480" y="423"/>
                  <a:pt x="480" y="423"/>
                </a:cubicBezTo>
                <a:cubicBezTo>
                  <a:pt x="480" y="423"/>
                  <a:pt x="480" y="423"/>
                  <a:pt x="481" y="423"/>
                </a:cubicBezTo>
                <a:cubicBezTo>
                  <a:pt x="481" y="423"/>
                  <a:pt x="481" y="423"/>
                  <a:pt x="481" y="423"/>
                </a:cubicBezTo>
                <a:cubicBezTo>
                  <a:pt x="481" y="423"/>
                  <a:pt x="481" y="423"/>
                  <a:pt x="481" y="423"/>
                </a:cubicBezTo>
                <a:cubicBezTo>
                  <a:pt x="482" y="423"/>
                  <a:pt x="482" y="424"/>
                  <a:pt x="483" y="424"/>
                </a:cubicBezTo>
                <a:cubicBezTo>
                  <a:pt x="483" y="424"/>
                  <a:pt x="484" y="424"/>
                  <a:pt x="484" y="424"/>
                </a:cubicBezTo>
                <a:cubicBezTo>
                  <a:pt x="484" y="424"/>
                  <a:pt x="484" y="424"/>
                  <a:pt x="484" y="425"/>
                </a:cubicBezTo>
                <a:cubicBezTo>
                  <a:pt x="485" y="425"/>
                  <a:pt x="485" y="425"/>
                  <a:pt x="486" y="425"/>
                </a:cubicBezTo>
                <a:cubicBezTo>
                  <a:pt x="487" y="426"/>
                  <a:pt x="488" y="427"/>
                  <a:pt x="489" y="428"/>
                </a:cubicBezTo>
                <a:cubicBezTo>
                  <a:pt x="490" y="429"/>
                  <a:pt x="491" y="430"/>
                  <a:pt x="491" y="431"/>
                </a:cubicBezTo>
                <a:cubicBezTo>
                  <a:pt x="492" y="438"/>
                  <a:pt x="492" y="438"/>
                  <a:pt x="492" y="438"/>
                </a:cubicBezTo>
                <a:cubicBezTo>
                  <a:pt x="493" y="441"/>
                  <a:pt x="493" y="443"/>
                  <a:pt x="494" y="446"/>
                </a:cubicBezTo>
                <a:cubicBezTo>
                  <a:pt x="494" y="446"/>
                  <a:pt x="494" y="446"/>
                  <a:pt x="494" y="446"/>
                </a:cubicBezTo>
                <a:cubicBezTo>
                  <a:pt x="494" y="448"/>
                  <a:pt x="494" y="448"/>
                  <a:pt x="494" y="448"/>
                </a:cubicBezTo>
                <a:cubicBezTo>
                  <a:pt x="494" y="449"/>
                  <a:pt x="494" y="450"/>
                  <a:pt x="494" y="451"/>
                </a:cubicBezTo>
                <a:close/>
                <a:moveTo>
                  <a:pt x="508" y="369"/>
                </a:moveTo>
                <a:cubicBezTo>
                  <a:pt x="507" y="368"/>
                  <a:pt x="505" y="368"/>
                  <a:pt x="505" y="367"/>
                </a:cubicBezTo>
                <a:cubicBezTo>
                  <a:pt x="504" y="366"/>
                  <a:pt x="503" y="365"/>
                  <a:pt x="503" y="365"/>
                </a:cubicBezTo>
                <a:cubicBezTo>
                  <a:pt x="502" y="363"/>
                  <a:pt x="502" y="363"/>
                  <a:pt x="502" y="363"/>
                </a:cubicBezTo>
                <a:cubicBezTo>
                  <a:pt x="502" y="361"/>
                  <a:pt x="501" y="359"/>
                  <a:pt x="500" y="357"/>
                </a:cubicBezTo>
                <a:cubicBezTo>
                  <a:pt x="500" y="356"/>
                  <a:pt x="499" y="355"/>
                  <a:pt x="499" y="353"/>
                </a:cubicBezTo>
                <a:cubicBezTo>
                  <a:pt x="499" y="353"/>
                  <a:pt x="499" y="353"/>
                  <a:pt x="499" y="353"/>
                </a:cubicBezTo>
                <a:cubicBezTo>
                  <a:pt x="499" y="353"/>
                  <a:pt x="499" y="353"/>
                  <a:pt x="499" y="353"/>
                </a:cubicBezTo>
                <a:cubicBezTo>
                  <a:pt x="499" y="352"/>
                  <a:pt x="499" y="352"/>
                  <a:pt x="499" y="352"/>
                </a:cubicBezTo>
                <a:cubicBezTo>
                  <a:pt x="499" y="352"/>
                  <a:pt x="499" y="352"/>
                  <a:pt x="499" y="352"/>
                </a:cubicBezTo>
                <a:cubicBezTo>
                  <a:pt x="499" y="352"/>
                  <a:pt x="499" y="352"/>
                  <a:pt x="499" y="352"/>
                </a:cubicBezTo>
                <a:cubicBezTo>
                  <a:pt x="501" y="348"/>
                  <a:pt x="508" y="348"/>
                  <a:pt x="511" y="348"/>
                </a:cubicBezTo>
                <a:cubicBezTo>
                  <a:pt x="528" y="348"/>
                  <a:pt x="528" y="348"/>
                  <a:pt x="528" y="348"/>
                </a:cubicBezTo>
                <a:cubicBezTo>
                  <a:pt x="529" y="348"/>
                  <a:pt x="531" y="348"/>
                  <a:pt x="532" y="349"/>
                </a:cubicBezTo>
                <a:cubicBezTo>
                  <a:pt x="532" y="349"/>
                  <a:pt x="533" y="349"/>
                  <a:pt x="533" y="349"/>
                </a:cubicBezTo>
                <a:cubicBezTo>
                  <a:pt x="533" y="349"/>
                  <a:pt x="534" y="349"/>
                  <a:pt x="534" y="349"/>
                </a:cubicBezTo>
                <a:cubicBezTo>
                  <a:pt x="534" y="349"/>
                  <a:pt x="534" y="349"/>
                  <a:pt x="534" y="349"/>
                </a:cubicBezTo>
                <a:cubicBezTo>
                  <a:pt x="535" y="349"/>
                  <a:pt x="536" y="350"/>
                  <a:pt x="536" y="350"/>
                </a:cubicBezTo>
                <a:cubicBezTo>
                  <a:pt x="536" y="350"/>
                  <a:pt x="536" y="350"/>
                  <a:pt x="536" y="350"/>
                </a:cubicBezTo>
                <a:cubicBezTo>
                  <a:pt x="536" y="350"/>
                  <a:pt x="536" y="350"/>
                  <a:pt x="536" y="350"/>
                </a:cubicBezTo>
                <a:cubicBezTo>
                  <a:pt x="537" y="350"/>
                  <a:pt x="537" y="350"/>
                  <a:pt x="538" y="350"/>
                </a:cubicBezTo>
                <a:cubicBezTo>
                  <a:pt x="538" y="351"/>
                  <a:pt x="538" y="351"/>
                  <a:pt x="538" y="351"/>
                </a:cubicBezTo>
                <a:cubicBezTo>
                  <a:pt x="538" y="351"/>
                  <a:pt x="538" y="351"/>
                  <a:pt x="539" y="351"/>
                </a:cubicBezTo>
                <a:cubicBezTo>
                  <a:pt x="539" y="351"/>
                  <a:pt x="539" y="351"/>
                  <a:pt x="539" y="351"/>
                </a:cubicBezTo>
                <a:cubicBezTo>
                  <a:pt x="539" y="352"/>
                  <a:pt x="539" y="352"/>
                  <a:pt x="539" y="352"/>
                </a:cubicBezTo>
                <a:cubicBezTo>
                  <a:pt x="540" y="352"/>
                  <a:pt x="541" y="353"/>
                  <a:pt x="541" y="354"/>
                </a:cubicBezTo>
                <a:cubicBezTo>
                  <a:pt x="541" y="354"/>
                  <a:pt x="541" y="354"/>
                  <a:pt x="541" y="354"/>
                </a:cubicBezTo>
                <a:cubicBezTo>
                  <a:pt x="543" y="356"/>
                  <a:pt x="544" y="359"/>
                  <a:pt x="545" y="361"/>
                </a:cubicBezTo>
                <a:cubicBezTo>
                  <a:pt x="545" y="361"/>
                  <a:pt x="545" y="361"/>
                  <a:pt x="545" y="361"/>
                </a:cubicBezTo>
                <a:cubicBezTo>
                  <a:pt x="546" y="363"/>
                  <a:pt x="547" y="364"/>
                  <a:pt x="547" y="365"/>
                </a:cubicBezTo>
                <a:cubicBezTo>
                  <a:pt x="547" y="366"/>
                  <a:pt x="547" y="366"/>
                  <a:pt x="547" y="366"/>
                </a:cubicBezTo>
                <a:cubicBezTo>
                  <a:pt x="547" y="366"/>
                  <a:pt x="547" y="366"/>
                  <a:pt x="547" y="366"/>
                </a:cubicBezTo>
                <a:cubicBezTo>
                  <a:pt x="547" y="368"/>
                  <a:pt x="545" y="369"/>
                  <a:pt x="543" y="370"/>
                </a:cubicBezTo>
                <a:cubicBezTo>
                  <a:pt x="542" y="370"/>
                  <a:pt x="542" y="370"/>
                  <a:pt x="542" y="370"/>
                </a:cubicBezTo>
                <a:cubicBezTo>
                  <a:pt x="542" y="370"/>
                  <a:pt x="542" y="370"/>
                  <a:pt x="542" y="370"/>
                </a:cubicBezTo>
                <a:cubicBezTo>
                  <a:pt x="542" y="370"/>
                  <a:pt x="541" y="370"/>
                  <a:pt x="541" y="371"/>
                </a:cubicBezTo>
                <a:cubicBezTo>
                  <a:pt x="540" y="371"/>
                  <a:pt x="540" y="371"/>
                  <a:pt x="540" y="371"/>
                </a:cubicBezTo>
                <a:cubicBezTo>
                  <a:pt x="540" y="371"/>
                  <a:pt x="539" y="371"/>
                  <a:pt x="539" y="371"/>
                </a:cubicBezTo>
                <a:cubicBezTo>
                  <a:pt x="539" y="371"/>
                  <a:pt x="538" y="371"/>
                  <a:pt x="538" y="371"/>
                </a:cubicBezTo>
                <a:cubicBezTo>
                  <a:pt x="538" y="371"/>
                  <a:pt x="538" y="371"/>
                  <a:pt x="538" y="371"/>
                </a:cubicBezTo>
                <a:cubicBezTo>
                  <a:pt x="538" y="371"/>
                  <a:pt x="538" y="371"/>
                  <a:pt x="538" y="371"/>
                </a:cubicBezTo>
                <a:cubicBezTo>
                  <a:pt x="535" y="371"/>
                  <a:pt x="532" y="371"/>
                  <a:pt x="530" y="371"/>
                </a:cubicBezTo>
                <a:cubicBezTo>
                  <a:pt x="526" y="371"/>
                  <a:pt x="521" y="371"/>
                  <a:pt x="517" y="371"/>
                </a:cubicBezTo>
                <a:cubicBezTo>
                  <a:pt x="514" y="371"/>
                  <a:pt x="511" y="370"/>
                  <a:pt x="508" y="369"/>
                </a:cubicBezTo>
                <a:cubicBezTo>
                  <a:pt x="508" y="369"/>
                  <a:pt x="508" y="369"/>
                  <a:pt x="508" y="369"/>
                </a:cubicBezTo>
                <a:close/>
                <a:moveTo>
                  <a:pt x="519" y="405"/>
                </a:moveTo>
                <a:cubicBezTo>
                  <a:pt x="518" y="404"/>
                  <a:pt x="517" y="403"/>
                  <a:pt x="517" y="402"/>
                </a:cubicBezTo>
                <a:cubicBezTo>
                  <a:pt x="515" y="396"/>
                  <a:pt x="515" y="396"/>
                  <a:pt x="515" y="396"/>
                </a:cubicBezTo>
                <a:cubicBezTo>
                  <a:pt x="514" y="394"/>
                  <a:pt x="513" y="392"/>
                  <a:pt x="512" y="390"/>
                </a:cubicBezTo>
                <a:cubicBezTo>
                  <a:pt x="512" y="390"/>
                  <a:pt x="512" y="390"/>
                  <a:pt x="512" y="390"/>
                </a:cubicBezTo>
                <a:cubicBezTo>
                  <a:pt x="512" y="389"/>
                  <a:pt x="512" y="389"/>
                  <a:pt x="512" y="389"/>
                </a:cubicBezTo>
                <a:cubicBezTo>
                  <a:pt x="512" y="388"/>
                  <a:pt x="512" y="387"/>
                  <a:pt x="512" y="386"/>
                </a:cubicBezTo>
                <a:cubicBezTo>
                  <a:pt x="512" y="386"/>
                  <a:pt x="513" y="385"/>
                  <a:pt x="513" y="385"/>
                </a:cubicBezTo>
                <a:cubicBezTo>
                  <a:pt x="513" y="385"/>
                  <a:pt x="513" y="385"/>
                  <a:pt x="514" y="385"/>
                </a:cubicBezTo>
                <a:cubicBezTo>
                  <a:pt x="514" y="384"/>
                  <a:pt x="514" y="384"/>
                  <a:pt x="514" y="384"/>
                </a:cubicBezTo>
                <a:cubicBezTo>
                  <a:pt x="515" y="384"/>
                  <a:pt x="516" y="383"/>
                  <a:pt x="517" y="383"/>
                </a:cubicBezTo>
                <a:cubicBezTo>
                  <a:pt x="518" y="383"/>
                  <a:pt x="519" y="383"/>
                  <a:pt x="520" y="382"/>
                </a:cubicBezTo>
                <a:cubicBezTo>
                  <a:pt x="525" y="382"/>
                  <a:pt x="530" y="382"/>
                  <a:pt x="532" y="382"/>
                </a:cubicBezTo>
                <a:cubicBezTo>
                  <a:pt x="540" y="382"/>
                  <a:pt x="554" y="381"/>
                  <a:pt x="559" y="389"/>
                </a:cubicBezTo>
                <a:cubicBezTo>
                  <a:pt x="559" y="389"/>
                  <a:pt x="559" y="389"/>
                  <a:pt x="559" y="389"/>
                </a:cubicBezTo>
                <a:cubicBezTo>
                  <a:pt x="559" y="389"/>
                  <a:pt x="559" y="389"/>
                  <a:pt x="559" y="389"/>
                </a:cubicBezTo>
                <a:cubicBezTo>
                  <a:pt x="559" y="389"/>
                  <a:pt x="559" y="389"/>
                  <a:pt x="559" y="389"/>
                </a:cubicBezTo>
                <a:cubicBezTo>
                  <a:pt x="561" y="393"/>
                  <a:pt x="562" y="396"/>
                  <a:pt x="564" y="400"/>
                </a:cubicBezTo>
                <a:cubicBezTo>
                  <a:pt x="565" y="401"/>
                  <a:pt x="565" y="402"/>
                  <a:pt x="566" y="403"/>
                </a:cubicBezTo>
                <a:cubicBezTo>
                  <a:pt x="566" y="403"/>
                  <a:pt x="566" y="403"/>
                  <a:pt x="566" y="403"/>
                </a:cubicBezTo>
                <a:cubicBezTo>
                  <a:pt x="566" y="404"/>
                  <a:pt x="566" y="404"/>
                  <a:pt x="566" y="404"/>
                </a:cubicBezTo>
                <a:cubicBezTo>
                  <a:pt x="566" y="404"/>
                  <a:pt x="566" y="405"/>
                  <a:pt x="566" y="405"/>
                </a:cubicBezTo>
                <a:cubicBezTo>
                  <a:pt x="566" y="405"/>
                  <a:pt x="566" y="405"/>
                  <a:pt x="566" y="405"/>
                </a:cubicBezTo>
                <a:cubicBezTo>
                  <a:pt x="566" y="405"/>
                  <a:pt x="566" y="405"/>
                  <a:pt x="566" y="405"/>
                </a:cubicBezTo>
                <a:cubicBezTo>
                  <a:pt x="566" y="406"/>
                  <a:pt x="565" y="406"/>
                  <a:pt x="565" y="406"/>
                </a:cubicBezTo>
                <a:cubicBezTo>
                  <a:pt x="565" y="406"/>
                  <a:pt x="565" y="406"/>
                  <a:pt x="565" y="406"/>
                </a:cubicBezTo>
                <a:cubicBezTo>
                  <a:pt x="565" y="407"/>
                  <a:pt x="565" y="407"/>
                  <a:pt x="564" y="407"/>
                </a:cubicBezTo>
                <a:cubicBezTo>
                  <a:pt x="564" y="407"/>
                  <a:pt x="564" y="407"/>
                  <a:pt x="564" y="407"/>
                </a:cubicBezTo>
                <a:cubicBezTo>
                  <a:pt x="564" y="408"/>
                  <a:pt x="564" y="408"/>
                  <a:pt x="564" y="408"/>
                </a:cubicBezTo>
                <a:cubicBezTo>
                  <a:pt x="564" y="408"/>
                  <a:pt x="563" y="408"/>
                  <a:pt x="563" y="408"/>
                </a:cubicBezTo>
                <a:cubicBezTo>
                  <a:pt x="563" y="408"/>
                  <a:pt x="562" y="409"/>
                  <a:pt x="561" y="409"/>
                </a:cubicBezTo>
                <a:cubicBezTo>
                  <a:pt x="561" y="409"/>
                  <a:pt x="561" y="409"/>
                  <a:pt x="560" y="409"/>
                </a:cubicBezTo>
                <a:cubicBezTo>
                  <a:pt x="560" y="409"/>
                  <a:pt x="559" y="409"/>
                  <a:pt x="559" y="410"/>
                </a:cubicBezTo>
                <a:cubicBezTo>
                  <a:pt x="559" y="410"/>
                  <a:pt x="559" y="410"/>
                  <a:pt x="559" y="410"/>
                </a:cubicBezTo>
                <a:cubicBezTo>
                  <a:pt x="558" y="410"/>
                  <a:pt x="558" y="410"/>
                  <a:pt x="558" y="410"/>
                </a:cubicBezTo>
                <a:cubicBezTo>
                  <a:pt x="550" y="410"/>
                  <a:pt x="541" y="410"/>
                  <a:pt x="532" y="410"/>
                </a:cubicBezTo>
                <a:cubicBezTo>
                  <a:pt x="532" y="410"/>
                  <a:pt x="531" y="410"/>
                  <a:pt x="530" y="410"/>
                </a:cubicBezTo>
                <a:cubicBezTo>
                  <a:pt x="530" y="410"/>
                  <a:pt x="530" y="410"/>
                  <a:pt x="530" y="410"/>
                </a:cubicBezTo>
                <a:cubicBezTo>
                  <a:pt x="527" y="409"/>
                  <a:pt x="524" y="408"/>
                  <a:pt x="521" y="406"/>
                </a:cubicBezTo>
                <a:cubicBezTo>
                  <a:pt x="520" y="406"/>
                  <a:pt x="520" y="406"/>
                  <a:pt x="519" y="405"/>
                </a:cubicBezTo>
                <a:close/>
                <a:moveTo>
                  <a:pt x="589" y="451"/>
                </a:moveTo>
                <a:cubicBezTo>
                  <a:pt x="589" y="452"/>
                  <a:pt x="588" y="452"/>
                  <a:pt x="588" y="452"/>
                </a:cubicBezTo>
                <a:cubicBezTo>
                  <a:pt x="588" y="452"/>
                  <a:pt x="588" y="452"/>
                  <a:pt x="588" y="453"/>
                </a:cubicBezTo>
                <a:cubicBezTo>
                  <a:pt x="588" y="453"/>
                  <a:pt x="588" y="453"/>
                  <a:pt x="588" y="453"/>
                </a:cubicBezTo>
                <a:cubicBezTo>
                  <a:pt x="588" y="453"/>
                  <a:pt x="588" y="453"/>
                  <a:pt x="588" y="454"/>
                </a:cubicBezTo>
                <a:cubicBezTo>
                  <a:pt x="588" y="454"/>
                  <a:pt x="588" y="454"/>
                  <a:pt x="587" y="454"/>
                </a:cubicBezTo>
                <a:cubicBezTo>
                  <a:pt x="587" y="454"/>
                  <a:pt x="587" y="454"/>
                  <a:pt x="587" y="454"/>
                </a:cubicBezTo>
                <a:cubicBezTo>
                  <a:pt x="587" y="454"/>
                  <a:pt x="587" y="454"/>
                  <a:pt x="587" y="455"/>
                </a:cubicBezTo>
                <a:cubicBezTo>
                  <a:pt x="585" y="456"/>
                  <a:pt x="583" y="457"/>
                  <a:pt x="581" y="457"/>
                </a:cubicBezTo>
                <a:cubicBezTo>
                  <a:pt x="581" y="457"/>
                  <a:pt x="581" y="457"/>
                  <a:pt x="581" y="457"/>
                </a:cubicBezTo>
                <a:cubicBezTo>
                  <a:pt x="580" y="457"/>
                  <a:pt x="579" y="457"/>
                  <a:pt x="578" y="457"/>
                </a:cubicBezTo>
                <a:cubicBezTo>
                  <a:pt x="578" y="457"/>
                  <a:pt x="578" y="457"/>
                  <a:pt x="578" y="457"/>
                </a:cubicBezTo>
                <a:cubicBezTo>
                  <a:pt x="577" y="457"/>
                  <a:pt x="577" y="457"/>
                  <a:pt x="577" y="457"/>
                </a:cubicBezTo>
                <a:cubicBezTo>
                  <a:pt x="577" y="457"/>
                  <a:pt x="576" y="457"/>
                  <a:pt x="575" y="457"/>
                </a:cubicBezTo>
                <a:cubicBezTo>
                  <a:pt x="552" y="457"/>
                  <a:pt x="552" y="457"/>
                  <a:pt x="552" y="457"/>
                </a:cubicBezTo>
                <a:cubicBezTo>
                  <a:pt x="551" y="457"/>
                  <a:pt x="550" y="457"/>
                  <a:pt x="549" y="457"/>
                </a:cubicBezTo>
                <a:cubicBezTo>
                  <a:pt x="549" y="457"/>
                  <a:pt x="549" y="457"/>
                  <a:pt x="548" y="457"/>
                </a:cubicBezTo>
                <a:cubicBezTo>
                  <a:pt x="543" y="456"/>
                  <a:pt x="538" y="454"/>
                  <a:pt x="535" y="450"/>
                </a:cubicBezTo>
                <a:cubicBezTo>
                  <a:pt x="534" y="449"/>
                  <a:pt x="534" y="449"/>
                  <a:pt x="534" y="448"/>
                </a:cubicBezTo>
                <a:cubicBezTo>
                  <a:pt x="534" y="448"/>
                  <a:pt x="534" y="448"/>
                  <a:pt x="534" y="448"/>
                </a:cubicBezTo>
                <a:cubicBezTo>
                  <a:pt x="534" y="448"/>
                  <a:pt x="534" y="448"/>
                  <a:pt x="534" y="448"/>
                </a:cubicBezTo>
                <a:cubicBezTo>
                  <a:pt x="533" y="444"/>
                  <a:pt x="531" y="441"/>
                  <a:pt x="530" y="438"/>
                </a:cubicBezTo>
                <a:cubicBezTo>
                  <a:pt x="530" y="436"/>
                  <a:pt x="528" y="434"/>
                  <a:pt x="528" y="432"/>
                </a:cubicBezTo>
                <a:cubicBezTo>
                  <a:pt x="528" y="432"/>
                  <a:pt x="528" y="432"/>
                  <a:pt x="528" y="432"/>
                </a:cubicBezTo>
                <a:cubicBezTo>
                  <a:pt x="528" y="431"/>
                  <a:pt x="528" y="431"/>
                  <a:pt x="528" y="431"/>
                </a:cubicBezTo>
                <a:cubicBezTo>
                  <a:pt x="528" y="431"/>
                  <a:pt x="528" y="431"/>
                  <a:pt x="528" y="431"/>
                </a:cubicBezTo>
                <a:cubicBezTo>
                  <a:pt x="528" y="430"/>
                  <a:pt x="528" y="429"/>
                  <a:pt x="528" y="428"/>
                </a:cubicBezTo>
                <a:cubicBezTo>
                  <a:pt x="528" y="428"/>
                  <a:pt x="528" y="427"/>
                  <a:pt x="528" y="427"/>
                </a:cubicBezTo>
                <a:cubicBezTo>
                  <a:pt x="528" y="427"/>
                  <a:pt x="528" y="427"/>
                  <a:pt x="528" y="427"/>
                </a:cubicBezTo>
                <a:cubicBezTo>
                  <a:pt x="530" y="425"/>
                  <a:pt x="532" y="424"/>
                  <a:pt x="535" y="423"/>
                </a:cubicBezTo>
                <a:cubicBezTo>
                  <a:pt x="535" y="423"/>
                  <a:pt x="535" y="423"/>
                  <a:pt x="536" y="423"/>
                </a:cubicBezTo>
                <a:cubicBezTo>
                  <a:pt x="536" y="423"/>
                  <a:pt x="537" y="423"/>
                  <a:pt x="538" y="423"/>
                </a:cubicBezTo>
                <a:cubicBezTo>
                  <a:pt x="538" y="423"/>
                  <a:pt x="538" y="423"/>
                  <a:pt x="538" y="423"/>
                </a:cubicBezTo>
                <a:cubicBezTo>
                  <a:pt x="540" y="423"/>
                  <a:pt x="540" y="423"/>
                  <a:pt x="540" y="423"/>
                </a:cubicBezTo>
                <a:cubicBezTo>
                  <a:pt x="540" y="423"/>
                  <a:pt x="540" y="423"/>
                  <a:pt x="541" y="423"/>
                </a:cubicBezTo>
                <a:cubicBezTo>
                  <a:pt x="548" y="423"/>
                  <a:pt x="555" y="423"/>
                  <a:pt x="563" y="423"/>
                </a:cubicBezTo>
                <a:cubicBezTo>
                  <a:pt x="563" y="423"/>
                  <a:pt x="563" y="423"/>
                  <a:pt x="563" y="423"/>
                </a:cubicBezTo>
                <a:cubicBezTo>
                  <a:pt x="563" y="423"/>
                  <a:pt x="563" y="423"/>
                  <a:pt x="563" y="423"/>
                </a:cubicBezTo>
                <a:cubicBezTo>
                  <a:pt x="563" y="423"/>
                  <a:pt x="564" y="423"/>
                  <a:pt x="565" y="423"/>
                </a:cubicBezTo>
                <a:cubicBezTo>
                  <a:pt x="565" y="423"/>
                  <a:pt x="565" y="423"/>
                  <a:pt x="565" y="423"/>
                </a:cubicBezTo>
                <a:cubicBezTo>
                  <a:pt x="570" y="424"/>
                  <a:pt x="576" y="426"/>
                  <a:pt x="579" y="430"/>
                </a:cubicBezTo>
                <a:cubicBezTo>
                  <a:pt x="579" y="430"/>
                  <a:pt x="579" y="431"/>
                  <a:pt x="580" y="431"/>
                </a:cubicBezTo>
                <a:cubicBezTo>
                  <a:pt x="581" y="433"/>
                  <a:pt x="581" y="433"/>
                  <a:pt x="581" y="433"/>
                </a:cubicBezTo>
                <a:cubicBezTo>
                  <a:pt x="582" y="436"/>
                  <a:pt x="584" y="439"/>
                  <a:pt x="585" y="442"/>
                </a:cubicBezTo>
                <a:cubicBezTo>
                  <a:pt x="586" y="443"/>
                  <a:pt x="588" y="446"/>
                  <a:pt x="588" y="448"/>
                </a:cubicBezTo>
                <a:cubicBezTo>
                  <a:pt x="589" y="449"/>
                  <a:pt x="589" y="450"/>
                  <a:pt x="589" y="451"/>
                </a:cubicBezTo>
                <a:close/>
                <a:moveTo>
                  <a:pt x="594" y="406"/>
                </a:moveTo>
                <a:cubicBezTo>
                  <a:pt x="593" y="406"/>
                  <a:pt x="593" y="405"/>
                  <a:pt x="592" y="405"/>
                </a:cubicBezTo>
                <a:cubicBezTo>
                  <a:pt x="591" y="404"/>
                  <a:pt x="590" y="403"/>
                  <a:pt x="590" y="402"/>
                </a:cubicBezTo>
                <a:cubicBezTo>
                  <a:pt x="589" y="401"/>
                  <a:pt x="589" y="401"/>
                  <a:pt x="589" y="401"/>
                </a:cubicBezTo>
                <a:cubicBezTo>
                  <a:pt x="589" y="401"/>
                  <a:pt x="589" y="401"/>
                  <a:pt x="589" y="401"/>
                </a:cubicBezTo>
                <a:cubicBezTo>
                  <a:pt x="587" y="398"/>
                  <a:pt x="585" y="394"/>
                  <a:pt x="583" y="390"/>
                </a:cubicBezTo>
                <a:cubicBezTo>
                  <a:pt x="583" y="390"/>
                  <a:pt x="583" y="390"/>
                  <a:pt x="583" y="390"/>
                </a:cubicBezTo>
                <a:cubicBezTo>
                  <a:pt x="582" y="389"/>
                  <a:pt x="582" y="389"/>
                  <a:pt x="582" y="389"/>
                </a:cubicBezTo>
                <a:cubicBezTo>
                  <a:pt x="582" y="388"/>
                  <a:pt x="582" y="387"/>
                  <a:pt x="582" y="386"/>
                </a:cubicBezTo>
                <a:cubicBezTo>
                  <a:pt x="582" y="385"/>
                  <a:pt x="582" y="385"/>
                  <a:pt x="583" y="384"/>
                </a:cubicBezTo>
                <a:cubicBezTo>
                  <a:pt x="584" y="383"/>
                  <a:pt x="585" y="383"/>
                  <a:pt x="586" y="383"/>
                </a:cubicBezTo>
                <a:cubicBezTo>
                  <a:pt x="588" y="382"/>
                  <a:pt x="589" y="382"/>
                  <a:pt x="591" y="382"/>
                </a:cubicBezTo>
                <a:cubicBezTo>
                  <a:pt x="591" y="382"/>
                  <a:pt x="591" y="382"/>
                  <a:pt x="591" y="382"/>
                </a:cubicBezTo>
                <a:cubicBezTo>
                  <a:pt x="594" y="382"/>
                  <a:pt x="598" y="382"/>
                  <a:pt x="600" y="382"/>
                </a:cubicBezTo>
                <a:cubicBezTo>
                  <a:pt x="609" y="382"/>
                  <a:pt x="623" y="380"/>
                  <a:pt x="629" y="389"/>
                </a:cubicBezTo>
                <a:cubicBezTo>
                  <a:pt x="631" y="392"/>
                  <a:pt x="633" y="394"/>
                  <a:pt x="635" y="397"/>
                </a:cubicBezTo>
                <a:cubicBezTo>
                  <a:pt x="636" y="399"/>
                  <a:pt x="637" y="401"/>
                  <a:pt x="638" y="402"/>
                </a:cubicBezTo>
                <a:cubicBezTo>
                  <a:pt x="639" y="403"/>
                  <a:pt x="639" y="404"/>
                  <a:pt x="639" y="405"/>
                </a:cubicBezTo>
                <a:cubicBezTo>
                  <a:pt x="639" y="405"/>
                  <a:pt x="639" y="406"/>
                  <a:pt x="639" y="406"/>
                </a:cubicBezTo>
                <a:cubicBezTo>
                  <a:pt x="639" y="407"/>
                  <a:pt x="638" y="407"/>
                  <a:pt x="638" y="407"/>
                </a:cubicBezTo>
                <a:cubicBezTo>
                  <a:pt x="638" y="407"/>
                  <a:pt x="638" y="407"/>
                  <a:pt x="638" y="407"/>
                </a:cubicBezTo>
                <a:cubicBezTo>
                  <a:pt x="638" y="407"/>
                  <a:pt x="638" y="407"/>
                  <a:pt x="638" y="407"/>
                </a:cubicBezTo>
                <a:cubicBezTo>
                  <a:pt x="638" y="408"/>
                  <a:pt x="638" y="408"/>
                  <a:pt x="637" y="408"/>
                </a:cubicBezTo>
                <a:cubicBezTo>
                  <a:pt x="637" y="408"/>
                  <a:pt x="637" y="408"/>
                  <a:pt x="637" y="408"/>
                </a:cubicBezTo>
                <a:cubicBezTo>
                  <a:pt x="637" y="408"/>
                  <a:pt x="637" y="408"/>
                  <a:pt x="636" y="408"/>
                </a:cubicBezTo>
                <a:cubicBezTo>
                  <a:pt x="636" y="408"/>
                  <a:pt x="635" y="409"/>
                  <a:pt x="635" y="409"/>
                </a:cubicBezTo>
                <a:cubicBezTo>
                  <a:pt x="635" y="409"/>
                  <a:pt x="635" y="409"/>
                  <a:pt x="635" y="409"/>
                </a:cubicBezTo>
                <a:cubicBezTo>
                  <a:pt x="635" y="409"/>
                  <a:pt x="635" y="409"/>
                  <a:pt x="635" y="409"/>
                </a:cubicBezTo>
                <a:cubicBezTo>
                  <a:pt x="631" y="410"/>
                  <a:pt x="625" y="410"/>
                  <a:pt x="621" y="410"/>
                </a:cubicBezTo>
                <a:cubicBezTo>
                  <a:pt x="616" y="410"/>
                  <a:pt x="611" y="410"/>
                  <a:pt x="607" y="410"/>
                </a:cubicBezTo>
                <a:cubicBezTo>
                  <a:pt x="602" y="410"/>
                  <a:pt x="598" y="408"/>
                  <a:pt x="594" y="406"/>
                </a:cubicBezTo>
                <a:close/>
                <a:moveTo>
                  <a:pt x="670" y="454"/>
                </a:moveTo>
                <a:cubicBezTo>
                  <a:pt x="670" y="454"/>
                  <a:pt x="670" y="454"/>
                  <a:pt x="670" y="454"/>
                </a:cubicBezTo>
                <a:cubicBezTo>
                  <a:pt x="669" y="455"/>
                  <a:pt x="668" y="456"/>
                  <a:pt x="666" y="456"/>
                </a:cubicBezTo>
                <a:cubicBezTo>
                  <a:pt x="665" y="457"/>
                  <a:pt x="664" y="457"/>
                  <a:pt x="662" y="457"/>
                </a:cubicBezTo>
                <a:cubicBezTo>
                  <a:pt x="660" y="457"/>
                  <a:pt x="660" y="457"/>
                  <a:pt x="660" y="457"/>
                </a:cubicBezTo>
                <a:cubicBezTo>
                  <a:pt x="660" y="457"/>
                  <a:pt x="660" y="457"/>
                  <a:pt x="660" y="457"/>
                </a:cubicBezTo>
                <a:cubicBezTo>
                  <a:pt x="651" y="457"/>
                  <a:pt x="643" y="457"/>
                  <a:pt x="635" y="457"/>
                </a:cubicBezTo>
                <a:cubicBezTo>
                  <a:pt x="634" y="457"/>
                  <a:pt x="633" y="457"/>
                  <a:pt x="632" y="457"/>
                </a:cubicBezTo>
                <a:cubicBezTo>
                  <a:pt x="632" y="457"/>
                  <a:pt x="632" y="457"/>
                  <a:pt x="632" y="457"/>
                </a:cubicBezTo>
                <a:cubicBezTo>
                  <a:pt x="626" y="456"/>
                  <a:pt x="620" y="454"/>
                  <a:pt x="616" y="449"/>
                </a:cubicBezTo>
                <a:cubicBezTo>
                  <a:pt x="616" y="449"/>
                  <a:pt x="616" y="448"/>
                  <a:pt x="615" y="448"/>
                </a:cubicBezTo>
                <a:cubicBezTo>
                  <a:pt x="615" y="448"/>
                  <a:pt x="615" y="448"/>
                  <a:pt x="615" y="448"/>
                </a:cubicBezTo>
                <a:cubicBezTo>
                  <a:pt x="615" y="448"/>
                  <a:pt x="615" y="448"/>
                  <a:pt x="615" y="448"/>
                </a:cubicBezTo>
                <a:cubicBezTo>
                  <a:pt x="614" y="445"/>
                  <a:pt x="612" y="441"/>
                  <a:pt x="610" y="438"/>
                </a:cubicBezTo>
                <a:cubicBezTo>
                  <a:pt x="609" y="436"/>
                  <a:pt x="606" y="433"/>
                  <a:pt x="606" y="430"/>
                </a:cubicBezTo>
                <a:cubicBezTo>
                  <a:pt x="606" y="430"/>
                  <a:pt x="606" y="430"/>
                  <a:pt x="606" y="430"/>
                </a:cubicBezTo>
                <a:cubicBezTo>
                  <a:pt x="605" y="429"/>
                  <a:pt x="605" y="429"/>
                  <a:pt x="605" y="429"/>
                </a:cubicBezTo>
                <a:cubicBezTo>
                  <a:pt x="605" y="426"/>
                  <a:pt x="607" y="425"/>
                  <a:pt x="610" y="424"/>
                </a:cubicBezTo>
                <a:cubicBezTo>
                  <a:pt x="610" y="424"/>
                  <a:pt x="610" y="424"/>
                  <a:pt x="610" y="424"/>
                </a:cubicBezTo>
                <a:cubicBezTo>
                  <a:pt x="610" y="424"/>
                  <a:pt x="610" y="424"/>
                  <a:pt x="610" y="424"/>
                </a:cubicBezTo>
                <a:cubicBezTo>
                  <a:pt x="610" y="424"/>
                  <a:pt x="610" y="424"/>
                  <a:pt x="611" y="423"/>
                </a:cubicBezTo>
                <a:cubicBezTo>
                  <a:pt x="612" y="423"/>
                  <a:pt x="613" y="423"/>
                  <a:pt x="615" y="423"/>
                </a:cubicBezTo>
                <a:cubicBezTo>
                  <a:pt x="631" y="423"/>
                  <a:pt x="631" y="423"/>
                  <a:pt x="631" y="423"/>
                </a:cubicBezTo>
                <a:cubicBezTo>
                  <a:pt x="634" y="423"/>
                  <a:pt x="637" y="423"/>
                  <a:pt x="639" y="423"/>
                </a:cubicBezTo>
                <a:cubicBezTo>
                  <a:pt x="639" y="423"/>
                  <a:pt x="639" y="423"/>
                  <a:pt x="639" y="423"/>
                </a:cubicBezTo>
                <a:cubicBezTo>
                  <a:pt x="639" y="423"/>
                  <a:pt x="639" y="423"/>
                  <a:pt x="640" y="423"/>
                </a:cubicBezTo>
                <a:cubicBezTo>
                  <a:pt x="640" y="423"/>
                  <a:pt x="641" y="423"/>
                  <a:pt x="642" y="423"/>
                </a:cubicBezTo>
                <a:cubicBezTo>
                  <a:pt x="642" y="423"/>
                  <a:pt x="642" y="423"/>
                  <a:pt x="642" y="423"/>
                </a:cubicBezTo>
                <a:cubicBezTo>
                  <a:pt x="647" y="424"/>
                  <a:pt x="653" y="426"/>
                  <a:pt x="656" y="429"/>
                </a:cubicBezTo>
                <a:cubicBezTo>
                  <a:pt x="657" y="429"/>
                  <a:pt x="657" y="430"/>
                  <a:pt x="657" y="430"/>
                </a:cubicBezTo>
                <a:cubicBezTo>
                  <a:pt x="657" y="430"/>
                  <a:pt x="657" y="430"/>
                  <a:pt x="657" y="431"/>
                </a:cubicBezTo>
                <a:cubicBezTo>
                  <a:pt x="658" y="431"/>
                  <a:pt x="658" y="431"/>
                  <a:pt x="658" y="431"/>
                </a:cubicBezTo>
                <a:cubicBezTo>
                  <a:pt x="658" y="431"/>
                  <a:pt x="658" y="431"/>
                  <a:pt x="658" y="431"/>
                </a:cubicBezTo>
                <a:cubicBezTo>
                  <a:pt x="659" y="432"/>
                  <a:pt x="659" y="432"/>
                  <a:pt x="659" y="432"/>
                </a:cubicBezTo>
                <a:cubicBezTo>
                  <a:pt x="660" y="434"/>
                  <a:pt x="662" y="436"/>
                  <a:pt x="663" y="439"/>
                </a:cubicBezTo>
                <a:cubicBezTo>
                  <a:pt x="663" y="439"/>
                  <a:pt x="663" y="439"/>
                  <a:pt x="663" y="439"/>
                </a:cubicBezTo>
                <a:cubicBezTo>
                  <a:pt x="665" y="442"/>
                  <a:pt x="668" y="445"/>
                  <a:pt x="670" y="449"/>
                </a:cubicBezTo>
                <a:cubicBezTo>
                  <a:pt x="670" y="449"/>
                  <a:pt x="670" y="449"/>
                  <a:pt x="670" y="449"/>
                </a:cubicBezTo>
                <a:cubicBezTo>
                  <a:pt x="670" y="449"/>
                  <a:pt x="670" y="449"/>
                  <a:pt x="670" y="449"/>
                </a:cubicBezTo>
                <a:cubicBezTo>
                  <a:pt x="671" y="451"/>
                  <a:pt x="671" y="453"/>
                  <a:pt x="670" y="454"/>
                </a:cubicBezTo>
                <a:close/>
                <a:moveTo>
                  <a:pt x="729" y="79"/>
                </a:moveTo>
                <a:cubicBezTo>
                  <a:pt x="753" y="103"/>
                  <a:pt x="766" y="136"/>
                  <a:pt x="766" y="170"/>
                </a:cubicBezTo>
                <a:cubicBezTo>
                  <a:pt x="766" y="204"/>
                  <a:pt x="753" y="237"/>
                  <a:pt x="729" y="261"/>
                </a:cubicBezTo>
                <a:cubicBezTo>
                  <a:pt x="757" y="248"/>
                  <a:pt x="782" y="212"/>
                  <a:pt x="782" y="170"/>
                </a:cubicBezTo>
                <a:cubicBezTo>
                  <a:pt x="782" y="127"/>
                  <a:pt x="757" y="92"/>
                  <a:pt x="729" y="79"/>
                </a:cubicBezTo>
                <a:close/>
                <a:moveTo>
                  <a:pt x="53" y="79"/>
                </a:moveTo>
                <a:cubicBezTo>
                  <a:pt x="26" y="92"/>
                  <a:pt x="0" y="127"/>
                  <a:pt x="0" y="170"/>
                </a:cubicBezTo>
                <a:cubicBezTo>
                  <a:pt x="0" y="212"/>
                  <a:pt x="26" y="248"/>
                  <a:pt x="53" y="261"/>
                </a:cubicBezTo>
                <a:cubicBezTo>
                  <a:pt x="30" y="237"/>
                  <a:pt x="16" y="204"/>
                  <a:pt x="16" y="170"/>
                </a:cubicBezTo>
                <a:cubicBezTo>
                  <a:pt x="16" y="136"/>
                  <a:pt x="30" y="103"/>
                  <a:pt x="53" y="79"/>
                </a:cubicBezTo>
                <a:close/>
              </a:path>
            </a:pathLst>
          </a:custGeom>
          <a:solidFill>
            <a:srgbClr val="686868"/>
          </a:solidFill>
          <a:ln w="9525">
            <a:noFill/>
            <a:round/>
            <a:headEnd/>
            <a:tailEnd/>
          </a:ln>
        </p:spPr>
        <p:txBody>
          <a:bodyPr vert="horz" wrap="square" lIns="91427" tIns="45713" rIns="91427" bIns="45713" numCol="1" anchor="t" anchorCtr="0" compatLnSpc="1">
            <a:prstTxWarp prst="textNoShape">
              <a:avLst/>
            </a:prstTxWarp>
          </a:bodyPr>
          <a:lstStyle/>
          <a:p>
            <a:pPr defTabSz="932563"/>
            <a:endParaRPr lang="en-GB">
              <a:solidFill>
                <a:srgbClr val="FFFFFF"/>
              </a:solidFill>
            </a:endParaRPr>
          </a:p>
        </p:txBody>
      </p:sp>
      <p:grpSp>
        <p:nvGrpSpPr>
          <p:cNvPr id="962" name="组合 961"/>
          <p:cNvGrpSpPr/>
          <p:nvPr/>
        </p:nvGrpSpPr>
        <p:grpSpPr>
          <a:xfrm>
            <a:off x="11699009" y="2911123"/>
            <a:ext cx="283202" cy="382227"/>
            <a:chOff x="10544485" y="4845124"/>
            <a:chExt cx="370834" cy="500500"/>
          </a:xfrm>
          <a:solidFill>
            <a:srgbClr val="707E84"/>
          </a:solidFill>
        </p:grpSpPr>
        <p:sp>
          <p:nvSpPr>
            <p:cNvPr id="963" name="Freeform 41"/>
            <p:cNvSpPr>
              <a:spLocks/>
            </p:cNvSpPr>
            <p:nvPr/>
          </p:nvSpPr>
          <p:spPr bwMode="auto">
            <a:xfrm>
              <a:off x="10604483" y="4845124"/>
              <a:ext cx="310836" cy="403323"/>
            </a:xfrm>
            <a:custGeom>
              <a:avLst/>
              <a:gdLst>
                <a:gd name="T0" fmla="*/ 533 w 594"/>
                <a:gd name="T1" fmla="*/ 0 h 771"/>
                <a:gd name="T2" fmla="*/ 63 w 594"/>
                <a:gd name="T3" fmla="*/ 0 h 771"/>
                <a:gd name="T4" fmla="*/ 0 w 594"/>
                <a:gd name="T5" fmla="*/ 61 h 771"/>
                <a:gd name="T6" fmla="*/ 0 w 594"/>
                <a:gd name="T7" fmla="*/ 554 h 771"/>
                <a:gd name="T8" fmla="*/ 10 w 594"/>
                <a:gd name="T9" fmla="*/ 536 h 771"/>
                <a:gd name="T10" fmla="*/ 57 w 594"/>
                <a:gd name="T11" fmla="*/ 445 h 771"/>
                <a:gd name="T12" fmla="*/ 57 w 594"/>
                <a:gd name="T13" fmla="*/ 61 h 771"/>
                <a:gd name="T14" fmla="*/ 63 w 594"/>
                <a:gd name="T15" fmla="*/ 56 h 771"/>
                <a:gd name="T16" fmla="*/ 533 w 594"/>
                <a:gd name="T17" fmla="*/ 56 h 771"/>
                <a:gd name="T18" fmla="*/ 537 w 594"/>
                <a:gd name="T19" fmla="*/ 61 h 771"/>
                <a:gd name="T20" fmla="*/ 537 w 594"/>
                <a:gd name="T21" fmla="*/ 708 h 771"/>
                <a:gd name="T22" fmla="*/ 533 w 594"/>
                <a:gd name="T23" fmla="*/ 714 h 771"/>
                <a:gd name="T24" fmla="*/ 255 w 594"/>
                <a:gd name="T25" fmla="*/ 714 h 771"/>
                <a:gd name="T26" fmla="*/ 258 w 594"/>
                <a:gd name="T27" fmla="*/ 771 h 771"/>
                <a:gd name="T28" fmla="*/ 533 w 594"/>
                <a:gd name="T29" fmla="*/ 771 h 771"/>
                <a:gd name="T30" fmla="*/ 594 w 594"/>
                <a:gd name="T31" fmla="*/ 708 h 771"/>
                <a:gd name="T32" fmla="*/ 594 w 594"/>
                <a:gd name="T33" fmla="*/ 61 h 771"/>
                <a:gd name="T34" fmla="*/ 533 w 594"/>
                <a:gd name="T35" fmla="*/ 0 h 7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4" h="771">
                  <a:moveTo>
                    <a:pt x="533" y="0"/>
                  </a:moveTo>
                  <a:cubicBezTo>
                    <a:pt x="63" y="0"/>
                    <a:pt x="63" y="0"/>
                    <a:pt x="63" y="0"/>
                  </a:cubicBezTo>
                  <a:cubicBezTo>
                    <a:pt x="28" y="0"/>
                    <a:pt x="0" y="28"/>
                    <a:pt x="0" y="61"/>
                  </a:cubicBezTo>
                  <a:cubicBezTo>
                    <a:pt x="0" y="554"/>
                    <a:pt x="0" y="554"/>
                    <a:pt x="0" y="554"/>
                  </a:cubicBezTo>
                  <a:cubicBezTo>
                    <a:pt x="10" y="536"/>
                    <a:pt x="10" y="536"/>
                    <a:pt x="10" y="536"/>
                  </a:cubicBezTo>
                  <a:cubicBezTo>
                    <a:pt x="57" y="445"/>
                    <a:pt x="57" y="445"/>
                    <a:pt x="57" y="445"/>
                  </a:cubicBezTo>
                  <a:cubicBezTo>
                    <a:pt x="57" y="61"/>
                    <a:pt x="57" y="61"/>
                    <a:pt x="57" y="61"/>
                  </a:cubicBezTo>
                  <a:cubicBezTo>
                    <a:pt x="57" y="58"/>
                    <a:pt x="59" y="56"/>
                    <a:pt x="63" y="56"/>
                  </a:cubicBezTo>
                  <a:cubicBezTo>
                    <a:pt x="533" y="56"/>
                    <a:pt x="533" y="56"/>
                    <a:pt x="533" y="56"/>
                  </a:cubicBezTo>
                  <a:cubicBezTo>
                    <a:pt x="535" y="56"/>
                    <a:pt x="537" y="58"/>
                    <a:pt x="537" y="61"/>
                  </a:cubicBezTo>
                  <a:cubicBezTo>
                    <a:pt x="537" y="708"/>
                    <a:pt x="537" y="708"/>
                    <a:pt x="537" y="708"/>
                  </a:cubicBezTo>
                  <a:cubicBezTo>
                    <a:pt x="537" y="712"/>
                    <a:pt x="535" y="714"/>
                    <a:pt x="533" y="714"/>
                  </a:cubicBezTo>
                  <a:cubicBezTo>
                    <a:pt x="255" y="714"/>
                    <a:pt x="255" y="714"/>
                    <a:pt x="255" y="714"/>
                  </a:cubicBezTo>
                  <a:cubicBezTo>
                    <a:pt x="266" y="734"/>
                    <a:pt x="266" y="755"/>
                    <a:pt x="258" y="771"/>
                  </a:cubicBezTo>
                  <a:cubicBezTo>
                    <a:pt x="533" y="771"/>
                    <a:pt x="533" y="771"/>
                    <a:pt x="533" y="771"/>
                  </a:cubicBezTo>
                  <a:cubicBezTo>
                    <a:pt x="568" y="771"/>
                    <a:pt x="594" y="742"/>
                    <a:pt x="594" y="708"/>
                  </a:cubicBezTo>
                  <a:cubicBezTo>
                    <a:pt x="594" y="61"/>
                    <a:pt x="594" y="61"/>
                    <a:pt x="594" y="61"/>
                  </a:cubicBezTo>
                  <a:cubicBezTo>
                    <a:pt x="594" y="28"/>
                    <a:pt x="568" y="0"/>
                    <a:pt x="533" y="0"/>
                  </a:cubicBezTo>
                  <a:close/>
                </a:path>
              </a:pathLst>
            </a:custGeom>
            <a:grpFill/>
            <a:ln>
              <a:noFill/>
            </a:ln>
          </p:spPr>
          <p:txBody>
            <a:bodyPr vert="horz" wrap="square" lIns="91427" tIns="45713" rIns="91427" bIns="45713" numCol="1" anchor="t" anchorCtr="0" compatLnSpc="1">
              <a:prstTxWarp prst="textNoShape">
                <a:avLst/>
              </a:prstTxWarp>
            </a:bodyPr>
            <a:lstStyle/>
            <a:p>
              <a:pPr>
                <a:defRPr/>
              </a:pPr>
              <a:endParaRPr lang="en-US" kern="0" dirty="0">
                <a:solidFill>
                  <a:srgbClr val="FFFFFF"/>
                </a:solidFill>
              </a:endParaRPr>
            </a:p>
          </p:txBody>
        </p:sp>
        <p:sp>
          <p:nvSpPr>
            <p:cNvPr id="964" name="Freeform 42"/>
            <p:cNvSpPr>
              <a:spLocks/>
            </p:cNvSpPr>
            <p:nvPr/>
          </p:nvSpPr>
          <p:spPr bwMode="auto">
            <a:xfrm>
              <a:off x="10544485" y="5056525"/>
              <a:ext cx="178886" cy="289099"/>
            </a:xfrm>
            <a:custGeom>
              <a:avLst/>
              <a:gdLst>
                <a:gd name="T0" fmla="*/ 306 w 342"/>
                <a:gd name="T1" fmla="*/ 296 h 553"/>
                <a:gd name="T2" fmla="*/ 196 w 342"/>
                <a:gd name="T3" fmla="*/ 225 h 553"/>
                <a:gd name="T4" fmla="*/ 277 w 342"/>
                <a:gd name="T5" fmla="*/ 56 h 553"/>
                <a:gd name="T6" fmla="*/ 263 w 342"/>
                <a:gd name="T7" fmla="*/ 10 h 553"/>
                <a:gd name="T8" fmla="*/ 223 w 342"/>
                <a:gd name="T9" fmla="*/ 29 h 553"/>
                <a:gd name="T10" fmla="*/ 102 w 342"/>
                <a:gd name="T11" fmla="*/ 261 h 553"/>
                <a:gd name="T12" fmla="*/ 85 w 342"/>
                <a:gd name="T13" fmla="*/ 186 h 553"/>
                <a:gd name="T14" fmla="*/ 20 w 342"/>
                <a:gd name="T15" fmla="*/ 135 h 553"/>
                <a:gd name="T16" fmla="*/ 20 w 342"/>
                <a:gd name="T17" fmla="*/ 196 h 553"/>
                <a:gd name="T18" fmla="*/ 50 w 342"/>
                <a:gd name="T19" fmla="*/ 434 h 553"/>
                <a:gd name="T20" fmla="*/ 56 w 342"/>
                <a:gd name="T21" fmla="*/ 471 h 553"/>
                <a:gd name="T22" fmla="*/ 64 w 342"/>
                <a:gd name="T23" fmla="*/ 488 h 553"/>
                <a:gd name="T24" fmla="*/ 106 w 342"/>
                <a:gd name="T25" fmla="*/ 528 h 553"/>
                <a:gd name="T26" fmla="*/ 244 w 342"/>
                <a:gd name="T27" fmla="*/ 490 h 553"/>
                <a:gd name="T28" fmla="*/ 246 w 342"/>
                <a:gd name="T29" fmla="*/ 486 h 553"/>
                <a:gd name="T30" fmla="*/ 335 w 342"/>
                <a:gd name="T31" fmla="*/ 357 h 553"/>
                <a:gd name="T32" fmla="*/ 306 w 342"/>
                <a:gd name="T33" fmla="*/ 296 h 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42" h="553">
                  <a:moveTo>
                    <a:pt x="306" y="296"/>
                  </a:moveTo>
                  <a:cubicBezTo>
                    <a:pt x="196" y="225"/>
                    <a:pt x="196" y="225"/>
                    <a:pt x="196" y="225"/>
                  </a:cubicBezTo>
                  <a:cubicBezTo>
                    <a:pt x="225" y="169"/>
                    <a:pt x="248" y="111"/>
                    <a:pt x="277" y="56"/>
                  </a:cubicBezTo>
                  <a:cubicBezTo>
                    <a:pt x="287" y="40"/>
                    <a:pt x="279" y="17"/>
                    <a:pt x="263" y="10"/>
                  </a:cubicBezTo>
                  <a:cubicBezTo>
                    <a:pt x="246" y="0"/>
                    <a:pt x="233" y="12"/>
                    <a:pt x="223" y="29"/>
                  </a:cubicBezTo>
                  <a:cubicBezTo>
                    <a:pt x="187" y="102"/>
                    <a:pt x="141" y="188"/>
                    <a:pt x="102" y="261"/>
                  </a:cubicBezTo>
                  <a:cubicBezTo>
                    <a:pt x="100" y="244"/>
                    <a:pt x="85" y="186"/>
                    <a:pt x="85" y="186"/>
                  </a:cubicBezTo>
                  <a:cubicBezTo>
                    <a:pt x="81" y="165"/>
                    <a:pt x="45" y="133"/>
                    <a:pt x="20" y="135"/>
                  </a:cubicBezTo>
                  <a:cubicBezTo>
                    <a:pt x="0" y="135"/>
                    <a:pt x="16" y="173"/>
                    <a:pt x="20" y="196"/>
                  </a:cubicBezTo>
                  <a:cubicBezTo>
                    <a:pt x="33" y="277"/>
                    <a:pt x="37" y="354"/>
                    <a:pt x="50" y="434"/>
                  </a:cubicBezTo>
                  <a:cubicBezTo>
                    <a:pt x="50" y="448"/>
                    <a:pt x="52" y="459"/>
                    <a:pt x="56" y="471"/>
                  </a:cubicBezTo>
                  <a:cubicBezTo>
                    <a:pt x="58" y="477"/>
                    <a:pt x="62" y="484"/>
                    <a:pt x="64" y="488"/>
                  </a:cubicBezTo>
                  <a:cubicBezTo>
                    <a:pt x="75" y="503"/>
                    <a:pt x="89" y="519"/>
                    <a:pt x="106" y="528"/>
                  </a:cubicBezTo>
                  <a:cubicBezTo>
                    <a:pt x="156" y="553"/>
                    <a:pt x="216" y="536"/>
                    <a:pt x="244" y="490"/>
                  </a:cubicBezTo>
                  <a:cubicBezTo>
                    <a:pt x="244" y="490"/>
                    <a:pt x="246" y="488"/>
                    <a:pt x="246" y="486"/>
                  </a:cubicBezTo>
                  <a:cubicBezTo>
                    <a:pt x="335" y="357"/>
                    <a:pt x="335" y="357"/>
                    <a:pt x="335" y="357"/>
                  </a:cubicBezTo>
                  <a:cubicBezTo>
                    <a:pt x="342" y="340"/>
                    <a:pt x="323" y="306"/>
                    <a:pt x="306" y="296"/>
                  </a:cubicBezTo>
                  <a:close/>
                </a:path>
              </a:pathLst>
            </a:custGeom>
            <a:grpFill/>
            <a:ln>
              <a:noFill/>
            </a:ln>
          </p:spPr>
          <p:txBody>
            <a:bodyPr vert="horz" wrap="square" lIns="91427" tIns="45713" rIns="91427" bIns="45713" numCol="1" anchor="t" anchorCtr="0" compatLnSpc="1">
              <a:prstTxWarp prst="textNoShape">
                <a:avLst/>
              </a:prstTxWarp>
            </a:bodyPr>
            <a:lstStyle/>
            <a:p>
              <a:pPr>
                <a:defRPr/>
              </a:pPr>
              <a:endParaRPr lang="en-US" kern="0" dirty="0">
                <a:solidFill>
                  <a:srgbClr val="FFFFFF"/>
                </a:solidFill>
              </a:endParaRPr>
            </a:p>
          </p:txBody>
        </p:sp>
      </p:grpSp>
      <p:grpSp>
        <p:nvGrpSpPr>
          <p:cNvPr id="965" name="组合 964"/>
          <p:cNvGrpSpPr/>
          <p:nvPr/>
        </p:nvGrpSpPr>
        <p:grpSpPr>
          <a:xfrm>
            <a:off x="10241771" y="5841577"/>
            <a:ext cx="317419" cy="362507"/>
            <a:chOff x="254023" y="3154398"/>
            <a:chExt cx="317419" cy="362507"/>
          </a:xfrm>
          <a:solidFill>
            <a:srgbClr val="707E84"/>
          </a:solidFill>
        </p:grpSpPr>
        <p:sp>
          <p:nvSpPr>
            <p:cNvPr id="966" name="Freeform 33"/>
            <p:cNvSpPr>
              <a:spLocks/>
            </p:cNvSpPr>
            <p:nvPr/>
          </p:nvSpPr>
          <p:spPr bwMode="auto">
            <a:xfrm>
              <a:off x="318949" y="3336553"/>
              <a:ext cx="61320" cy="119032"/>
            </a:xfrm>
            <a:custGeom>
              <a:avLst/>
              <a:gdLst>
                <a:gd name="T0" fmla="*/ 34 w 68"/>
                <a:gd name="T1" fmla="*/ 32 h 132"/>
                <a:gd name="T2" fmla="*/ 32 w 68"/>
                <a:gd name="T3" fmla="*/ 32 h 132"/>
                <a:gd name="T4" fmla="*/ 7 w 68"/>
                <a:gd name="T5" fmla="*/ 43 h 132"/>
                <a:gd name="T6" fmla="*/ 0 w 68"/>
                <a:gd name="T7" fmla="*/ 16 h 132"/>
                <a:gd name="T8" fmla="*/ 39 w 68"/>
                <a:gd name="T9" fmla="*/ 0 h 132"/>
                <a:gd name="T10" fmla="*/ 68 w 68"/>
                <a:gd name="T11" fmla="*/ 0 h 132"/>
                <a:gd name="T12" fmla="*/ 68 w 68"/>
                <a:gd name="T13" fmla="*/ 132 h 132"/>
                <a:gd name="T14" fmla="*/ 34 w 68"/>
                <a:gd name="T15" fmla="*/ 132 h 132"/>
                <a:gd name="T16" fmla="*/ 34 w 68"/>
                <a:gd name="T17" fmla="*/ 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132">
                  <a:moveTo>
                    <a:pt x="34" y="32"/>
                  </a:moveTo>
                  <a:lnTo>
                    <a:pt x="32" y="32"/>
                  </a:lnTo>
                  <a:lnTo>
                    <a:pt x="7" y="43"/>
                  </a:lnTo>
                  <a:lnTo>
                    <a:pt x="0" y="16"/>
                  </a:lnTo>
                  <a:lnTo>
                    <a:pt x="39" y="0"/>
                  </a:lnTo>
                  <a:lnTo>
                    <a:pt x="68" y="0"/>
                  </a:lnTo>
                  <a:lnTo>
                    <a:pt x="68" y="132"/>
                  </a:lnTo>
                  <a:lnTo>
                    <a:pt x="34" y="132"/>
                  </a:lnTo>
                  <a:lnTo>
                    <a:pt x="34"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7" name="Freeform 34"/>
            <p:cNvSpPr>
              <a:spLocks/>
            </p:cNvSpPr>
            <p:nvPr/>
          </p:nvSpPr>
          <p:spPr bwMode="auto">
            <a:xfrm>
              <a:off x="418143" y="3332946"/>
              <a:ext cx="89274" cy="122639"/>
            </a:xfrm>
            <a:custGeom>
              <a:avLst/>
              <a:gdLst>
                <a:gd name="T0" fmla="*/ 0 w 55"/>
                <a:gd name="T1" fmla="*/ 76 h 76"/>
                <a:gd name="T2" fmla="*/ 0 w 55"/>
                <a:gd name="T3" fmla="*/ 63 h 76"/>
                <a:gd name="T4" fmla="*/ 10 w 55"/>
                <a:gd name="T5" fmla="*/ 54 h 76"/>
                <a:gd name="T6" fmla="*/ 33 w 55"/>
                <a:gd name="T7" fmla="*/ 26 h 76"/>
                <a:gd name="T8" fmla="*/ 22 w 55"/>
                <a:gd name="T9" fmla="*/ 17 h 76"/>
                <a:gd name="T10" fmla="*/ 6 w 55"/>
                <a:gd name="T11" fmla="*/ 23 h 76"/>
                <a:gd name="T12" fmla="*/ 0 w 55"/>
                <a:gd name="T13" fmla="*/ 8 h 76"/>
                <a:gd name="T14" fmla="*/ 26 w 55"/>
                <a:gd name="T15" fmla="*/ 0 h 76"/>
                <a:gd name="T16" fmla="*/ 54 w 55"/>
                <a:gd name="T17" fmla="*/ 24 h 76"/>
                <a:gd name="T18" fmla="*/ 36 w 55"/>
                <a:gd name="T19" fmla="*/ 53 h 76"/>
                <a:gd name="T20" fmla="*/ 29 w 55"/>
                <a:gd name="T21" fmla="*/ 59 h 76"/>
                <a:gd name="T22" fmla="*/ 29 w 55"/>
                <a:gd name="T23" fmla="*/ 59 h 76"/>
                <a:gd name="T24" fmla="*/ 55 w 55"/>
                <a:gd name="T25" fmla="*/ 59 h 76"/>
                <a:gd name="T26" fmla="*/ 55 w 55"/>
                <a:gd name="T27" fmla="*/ 76 h 76"/>
                <a:gd name="T28" fmla="*/ 0 w 55"/>
                <a:gd name="T29"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5" h="76">
                  <a:moveTo>
                    <a:pt x="0" y="76"/>
                  </a:moveTo>
                  <a:cubicBezTo>
                    <a:pt x="0" y="63"/>
                    <a:pt x="0" y="63"/>
                    <a:pt x="0" y="63"/>
                  </a:cubicBezTo>
                  <a:cubicBezTo>
                    <a:pt x="10" y="54"/>
                    <a:pt x="10" y="54"/>
                    <a:pt x="10" y="54"/>
                  </a:cubicBezTo>
                  <a:cubicBezTo>
                    <a:pt x="25" y="41"/>
                    <a:pt x="33" y="34"/>
                    <a:pt x="33" y="26"/>
                  </a:cubicBezTo>
                  <a:cubicBezTo>
                    <a:pt x="33" y="21"/>
                    <a:pt x="29" y="17"/>
                    <a:pt x="22" y="17"/>
                  </a:cubicBezTo>
                  <a:cubicBezTo>
                    <a:pt x="16" y="17"/>
                    <a:pt x="10" y="20"/>
                    <a:pt x="6" y="23"/>
                  </a:cubicBezTo>
                  <a:cubicBezTo>
                    <a:pt x="0" y="8"/>
                    <a:pt x="0" y="8"/>
                    <a:pt x="0" y="8"/>
                  </a:cubicBezTo>
                  <a:cubicBezTo>
                    <a:pt x="6" y="4"/>
                    <a:pt x="15" y="0"/>
                    <a:pt x="26" y="0"/>
                  </a:cubicBezTo>
                  <a:cubicBezTo>
                    <a:pt x="43" y="0"/>
                    <a:pt x="54" y="10"/>
                    <a:pt x="54" y="24"/>
                  </a:cubicBezTo>
                  <a:cubicBezTo>
                    <a:pt x="54" y="36"/>
                    <a:pt x="45" y="46"/>
                    <a:pt x="36" y="53"/>
                  </a:cubicBezTo>
                  <a:cubicBezTo>
                    <a:pt x="29" y="59"/>
                    <a:pt x="29" y="59"/>
                    <a:pt x="29" y="59"/>
                  </a:cubicBezTo>
                  <a:cubicBezTo>
                    <a:pt x="29" y="59"/>
                    <a:pt x="29" y="59"/>
                    <a:pt x="29" y="59"/>
                  </a:cubicBezTo>
                  <a:cubicBezTo>
                    <a:pt x="55" y="59"/>
                    <a:pt x="55" y="59"/>
                    <a:pt x="55" y="59"/>
                  </a:cubicBezTo>
                  <a:cubicBezTo>
                    <a:pt x="55" y="76"/>
                    <a:pt x="55" y="76"/>
                    <a:pt x="55" y="76"/>
                  </a:cubicBezTo>
                  <a:lnTo>
                    <a:pt x="0" y="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8" name="Freeform 35"/>
            <p:cNvSpPr>
              <a:spLocks/>
            </p:cNvSpPr>
            <p:nvPr/>
          </p:nvSpPr>
          <p:spPr bwMode="auto">
            <a:xfrm>
              <a:off x="454213" y="3154398"/>
              <a:ext cx="47793" cy="95586"/>
            </a:xfrm>
            <a:custGeom>
              <a:avLst/>
              <a:gdLst>
                <a:gd name="T0" fmla="*/ 30 w 30"/>
                <a:gd name="T1" fmla="*/ 9 h 59"/>
                <a:gd name="T2" fmla="*/ 20 w 30"/>
                <a:gd name="T3" fmla="*/ 0 h 59"/>
                <a:gd name="T4" fmla="*/ 10 w 30"/>
                <a:gd name="T5" fmla="*/ 0 h 59"/>
                <a:gd name="T6" fmla="*/ 0 w 30"/>
                <a:gd name="T7" fmla="*/ 9 h 59"/>
                <a:gd name="T8" fmla="*/ 0 w 30"/>
                <a:gd name="T9" fmla="*/ 50 h 59"/>
                <a:gd name="T10" fmla="*/ 10 w 30"/>
                <a:gd name="T11" fmla="*/ 59 h 59"/>
                <a:gd name="T12" fmla="*/ 20 w 30"/>
                <a:gd name="T13" fmla="*/ 59 h 59"/>
                <a:gd name="T14" fmla="*/ 30 w 30"/>
                <a:gd name="T15" fmla="*/ 50 h 59"/>
                <a:gd name="T16" fmla="*/ 30 w 30"/>
                <a:gd name="T17" fmla="*/ 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30" y="9"/>
                  </a:moveTo>
                  <a:cubicBezTo>
                    <a:pt x="30" y="4"/>
                    <a:pt x="25" y="0"/>
                    <a:pt x="20" y="0"/>
                  </a:cubicBezTo>
                  <a:cubicBezTo>
                    <a:pt x="10" y="0"/>
                    <a:pt x="10" y="0"/>
                    <a:pt x="10" y="0"/>
                  </a:cubicBezTo>
                  <a:cubicBezTo>
                    <a:pt x="5" y="0"/>
                    <a:pt x="0" y="4"/>
                    <a:pt x="0" y="9"/>
                  </a:cubicBezTo>
                  <a:cubicBezTo>
                    <a:pt x="0" y="50"/>
                    <a:pt x="0" y="50"/>
                    <a:pt x="0" y="50"/>
                  </a:cubicBezTo>
                  <a:cubicBezTo>
                    <a:pt x="0" y="55"/>
                    <a:pt x="5" y="59"/>
                    <a:pt x="10" y="59"/>
                  </a:cubicBezTo>
                  <a:cubicBezTo>
                    <a:pt x="20" y="59"/>
                    <a:pt x="20" y="59"/>
                    <a:pt x="20" y="59"/>
                  </a:cubicBezTo>
                  <a:cubicBezTo>
                    <a:pt x="25" y="59"/>
                    <a:pt x="30" y="55"/>
                    <a:pt x="30" y="50"/>
                  </a:cubicBezTo>
                  <a:lnTo>
                    <a:pt x="3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9" name="Freeform 36"/>
            <p:cNvSpPr>
              <a:spLocks/>
            </p:cNvSpPr>
            <p:nvPr/>
          </p:nvSpPr>
          <p:spPr bwMode="auto">
            <a:xfrm>
              <a:off x="325262" y="3154398"/>
              <a:ext cx="46891" cy="95586"/>
            </a:xfrm>
            <a:custGeom>
              <a:avLst/>
              <a:gdLst>
                <a:gd name="T0" fmla="*/ 29 w 29"/>
                <a:gd name="T1" fmla="*/ 9 h 59"/>
                <a:gd name="T2" fmla="*/ 19 w 29"/>
                <a:gd name="T3" fmla="*/ 0 h 59"/>
                <a:gd name="T4" fmla="*/ 9 w 29"/>
                <a:gd name="T5" fmla="*/ 0 h 59"/>
                <a:gd name="T6" fmla="*/ 0 w 29"/>
                <a:gd name="T7" fmla="*/ 9 h 59"/>
                <a:gd name="T8" fmla="*/ 0 w 29"/>
                <a:gd name="T9" fmla="*/ 50 h 59"/>
                <a:gd name="T10" fmla="*/ 9 w 29"/>
                <a:gd name="T11" fmla="*/ 59 h 59"/>
                <a:gd name="T12" fmla="*/ 19 w 29"/>
                <a:gd name="T13" fmla="*/ 59 h 59"/>
                <a:gd name="T14" fmla="*/ 29 w 29"/>
                <a:gd name="T15" fmla="*/ 50 h 59"/>
                <a:gd name="T16" fmla="*/ 29 w 29"/>
                <a:gd name="T17" fmla="*/ 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59">
                  <a:moveTo>
                    <a:pt x="29" y="9"/>
                  </a:moveTo>
                  <a:cubicBezTo>
                    <a:pt x="29" y="4"/>
                    <a:pt x="24" y="0"/>
                    <a:pt x="19" y="0"/>
                  </a:cubicBezTo>
                  <a:cubicBezTo>
                    <a:pt x="9" y="0"/>
                    <a:pt x="9" y="0"/>
                    <a:pt x="9" y="0"/>
                  </a:cubicBezTo>
                  <a:cubicBezTo>
                    <a:pt x="4" y="0"/>
                    <a:pt x="0" y="4"/>
                    <a:pt x="0" y="9"/>
                  </a:cubicBezTo>
                  <a:cubicBezTo>
                    <a:pt x="0" y="50"/>
                    <a:pt x="0" y="50"/>
                    <a:pt x="0" y="50"/>
                  </a:cubicBezTo>
                  <a:cubicBezTo>
                    <a:pt x="0" y="55"/>
                    <a:pt x="4" y="59"/>
                    <a:pt x="9" y="59"/>
                  </a:cubicBezTo>
                  <a:cubicBezTo>
                    <a:pt x="19" y="59"/>
                    <a:pt x="19" y="59"/>
                    <a:pt x="19" y="59"/>
                  </a:cubicBezTo>
                  <a:cubicBezTo>
                    <a:pt x="24" y="59"/>
                    <a:pt x="29" y="55"/>
                    <a:pt x="29" y="50"/>
                  </a:cubicBezTo>
                  <a:lnTo>
                    <a:pt x="29"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0" name="Freeform 37"/>
            <p:cNvSpPr>
              <a:spLocks noEditPoints="1"/>
            </p:cNvSpPr>
            <p:nvPr/>
          </p:nvSpPr>
          <p:spPr bwMode="auto">
            <a:xfrm>
              <a:off x="254023" y="3199486"/>
              <a:ext cx="317419" cy="317419"/>
            </a:xfrm>
            <a:custGeom>
              <a:avLst/>
              <a:gdLst>
                <a:gd name="T0" fmla="*/ 181 w 197"/>
                <a:gd name="T1" fmla="*/ 0 h 197"/>
                <a:gd name="T2" fmla="*/ 158 w 197"/>
                <a:gd name="T3" fmla="*/ 0 h 197"/>
                <a:gd name="T4" fmla="*/ 158 w 197"/>
                <a:gd name="T5" fmla="*/ 22 h 197"/>
                <a:gd name="T6" fmla="*/ 144 w 197"/>
                <a:gd name="T7" fmla="*/ 36 h 197"/>
                <a:gd name="T8" fmla="*/ 134 w 197"/>
                <a:gd name="T9" fmla="*/ 36 h 197"/>
                <a:gd name="T10" fmla="*/ 120 w 197"/>
                <a:gd name="T11" fmla="*/ 22 h 197"/>
                <a:gd name="T12" fmla="*/ 120 w 197"/>
                <a:gd name="T13" fmla="*/ 0 h 197"/>
                <a:gd name="T14" fmla="*/ 77 w 197"/>
                <a:gd name="T15" fmla="*/ 0 h 197"/>
                <a:gd name="T16" fmla="*/ 77 w 197"/>
                <a:gd name="T17" fmla="*/ 22 h 197"/>
                <a:gd name="T18" fmla="*/ 63 w 197"/>
                <a:gd name="T19" fmla="*/ 36 h 197"/>
                <a:gd name="T20" fmla="*/ 53 w 197"/>
                <a:gd name="T21" fmla="*/ 36 h 197"/>
                <a:gd name="T22" fmla="*/ 39 w 197"/>
                <a:gd name="T23" fmla="*/ 22 h 197"/>
                <a:gd name="T24" fmla="*/ 39 w 197"/>
                <a:gd name="T25" fmla="*/ 0 h 197"/>
                <a:gd name="T26" fmla="*/ 17 w 197"/>
                <a:gd name="T27" fmla="*/ 0 h 197"/>
                <a:gd name="T28" fmla="*/ 0 w 197"/>
                <a:gd name="T29" fmla="*/ 17 h 197"/>
                <a:gd name="T30" fmla="*/ 0 w 197"/>
                <a:gd name="T31" fmla="*/ 181 h 197"/>
                <a:gd name="T32" fmla="*/ 17 w 197"/>
                <a:gd name="T33" fmla="*/ 197 h 197"/>
                <a:gd name="T34" fmla="*/ 181 w 197"/>
                <a:gd name="T35" fmla="*/ 197 h 197"/>
                <a:gd name="T36" fmla="*/ 197 w 197"/>
                <a:gd name="T37" fmla="*/ 181 h 197"/>
                <a:gd name="T38" fmla="*/ 197 w 197"/>
                <a:gd name="T39" fmla="*/ 17 h 197"/>
                <a:gd name="T40" fmla="*/ 181 w 197"/>
                <a:gd name="T41" fmla="*/ 0 h 197"/>
                <a:gd name="T42" fmla="*/ 183 w 197"/>
                <a:gd name="T43" fmla="*/ 181 h 197"/>
                <a:gd name="T44" fmla="*/ 181 w 197"/>
                <a:gd name="T45" fmla="*/ 183 h 197"/>
                <a:gd name="T46" fmla="*/ 17 w 197"/>
                <a:gd name="T47" fmla="*/ 183 h 197"/>
                <a:gd name="T48" fmla="*/ 14 w 197"/>
                <a:gd name="T49" fmla="*/ 181 h 197"/>
                <a:gd name="T50" fmla="*/ 14 w 197"/>
                <a:gd name="T51" fmla="*/ 60 h 197"/>
                <a:gd name="T52" fmla="*/ 183 w 197"/>
                <a:gd name="T53" fmla="*/ 60 h 197"/>
                <a:gd name="T54" fmla="*/ 183 w 197"/>
                <a:gd name="T55" fmla="*/ 181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7" h="197">
                  <a:moveTo>
                    <a:pt x="181" y="0"/>
                  </a:moveTo>
                  <a:cubicBezTo>
                    <a:pt x="158" y="0"/>
                    <a:pt x="158" y="0"/>
                    <a:pt x="158" y="0"/>
                  </a:cubicBezTo>
                  <a:cubicBezTo>
                    <a:pt x="158" y="22"/>
                    <a:pt x="158" y="22"/>
                    <a:pt x="158" y="22"/>
                  </a:cubicBezTo>
                  <a:cubicBezTo>
                    <a:pt x="158" y="30"/>
                    <a:pt x="152" y="36"/>
                    <a:pt x="144" y="36"/>
                  </a:cubicBezTo>
                  <a:cubicBezTo>
                    <a:pt x="134" y="36"/>
                    <a:pt x="134" y="36"/>
                    <a:pt x="134" y="36"/>
                  </a:cubicBezTo>
                  <a:cubicBezTo>
                    <a:pt x="126" y="36"/>
                    <a:pt x="120" y="30"/>
                    <a:pt x="120" y="22"/>
                  </a:cubicBezTo>
                  <a:cubicBezTo>
                    <a:pt x="120" y="0"/>
                    <a:pt x="120" y="0"/>
                    <a:pt x="120" y="0"/>
                  </a:cubicBezTo>
                  <a:cubicBezTo>
                    <a:pt x="77" y="0"/>
                    <a:pt x="77" y="0"/>
                    <a:pt x="77" y="0"/>
                  </a:cubicBezTo>
                  <a:cubicBezTo>
                    <a:pt x="77" y="22"/>
                    <a:pt x="77" y="22"/>
                    <a:pt x="77" y="22"/>
                  </a:cubicBezTo>
                  <a:cubicBezTo>
                    <a:pt x="77" y="30"/>
                    <a:pt x="71" y="36"/>
                    <a:pt x="63" y="36"/>
                  </a:cubicBezTo>
                  <a:cubicBezTo>
                    <a:pt x="53" y="36"/>
                    <a:pt x="53" y="36"/>
                    <a:pt x="53" y="36"/>
                  </a:cubicBezTo>
                  <a:cubicBezTo>
                    <a:pt x="45" y="36"/>
                    <a:pt x="39" y="30"/>
                    <a:pt x="39" y="22"/>
                  </a:cubicBezTo>
                  <a:cubicBezTo>
                    <a:pt x="39" y="0"/>
                    <a:pt x="39" y="0"/>
                    <a:pt x="39" y="0"/>
                  </a:cubicBezTo>
                  <a:cubicBezTo>
                    <a:pt x="17" y="0"/>
                    <a:pt x="17" y="0"/>
                    <a:pt x="17" y="0"/>
                  </a:cubicBezTo>
                  <a:cubicBezTo>
                    <a:pt x="8" y="0"/>
                    <a:pt x="0" y="8"/>
                    <a:pt x="0" y="17"/>
                  </a:cubicBezTo>
                  <a:cubicBezTo>
                    <a:pt x="0" y="181"/>
                    <a:pt x="0" y="181"/>
                    <a:pt x="0" y="181"/>
                  </a:cubicBezTo>
                  <a:cubicBezTo>
                    <a:pt x="0" y="190"/>
                    <a:pt x="8" y="197"/>
                    <a:pt x="17" y="197"/>
                  </a:cubicBezTo>
                  <a:cubicBezTo>
                    <a:pt x="181" y="197"/>
                    <a:pt x="181" y="197"/>
                    <a:pt x="181" y="197"/>
                  </a:cubicBezTo>
                  <a:cubicBezTo>
                    <a:pt x="190" y="197"/>
                    <a:pt x="197" y="190"/>
                    <a:pt x="197" y="181"/>
                  </a:cubicBezTo>
                  <a:cubicBezTo>
                    <a:pt x="197" y="17"/>
                    <a:pt x="197" y="17"/>
                    <a:pt x="197" y="17"/>
                  </a:cubicBezTo>
                  <a:cubicBezTo>
                    <a:pt x="197" y="8"/>
                    <a:pt x="190" y="0"/>
                    <a:pt x="181" y="0"/>
                  </a:cubicBezTo>
                  <a:close/>
                  <a:moveTo>
                    <a:pt x="183" y="181"/>
                  </a:moveTo>
                  <a:cubicBezTo>
                    <a:pt x="183" y="182"/>
                    <a:pt x="182" y="183"/>
                    <a:pt x="181" y="183"/>
                  </a:cubicBezTo>
                  <a:cubicBezTo>
                    <a:pt x="17" y="183"/>
                    <a:pt x="17" y="183"/>
                    <a:pt x="17" y="183"/>
                  </a:cubicBezTo>
                  <a:cubicBezTo>
                    <a:pt x="15" y="183"/>
                    <a:pt x="14" y="182"/>
                    <a:pt x="14" y="181"/>
                  </a:cubicBezTo>
                  <a:cubicBezTo>
                    <a:pt x="14" y="60"/>
                    <a:pt x="14" y="60"/>
                    <a:pt x="14" y="60"/>
                  </a:cubicBezTo>
                  <a:cubicBezTo>
                    <a:pt x="183" y="60"/>
                    <a:pt x="183" y="60"/>
                    <a:pt x="183" y="60"/>
                  </a:cubicBezTo>
                  <a:lnTo>
                    <a:pt x="183" y="1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71" name="组合 970"/>
          <p:cNvGrpSpPr/>
          <p:nvPr/>
        </p:nvGrpSpPr>
        <p:grpSpPr>
          <a:xfrm>
            <a:off x="8770737" y="5849852"/>
            <a:ext cx="309620" cy="361950"/>
            <a:chOff x="1652588" y="6300788"/>
            <a:chExt cx="338138" cy="395288"/>
          </a:xfrm>
          <a:solidFill>
            <a:srgbClr val="707E84"/>
          </a:solidFill>
        </p:grpSpPr>
        <p:sp>
          <p:nvSpPr>
            <p:cNvPr id="972" name="Freeform 29"/>
            <p:cNvSpPr>
              <a:spLocks/>
            </p:cNvSpPr>
            <p:nvPr/>
          </p:nvSpPr>
          <p:spPr bwMode="auto">
            <a:xfrm>
              <a:off x="1749425" y="6489700"/>
              <a:ext cx="101600" cy="106363"/>
            </a:xfrm>
            <a:custGeom>
              <a:avLst/>
              <a:gdLst>
                <a:gd name="T0" fmla="*/ 21 w 27"/>
                <a:gd name="T1" fmla="*/ 15 h 28"/>
                <a:gd name="T2" fmla="*/ 9 w 27"/>
                <a:gd name="T3" fmla="*/ 16 h 28"/>
                <a:gd name="T4" fmla="*/ 21 w 27"/>
                <a:gd name="T5" fmla="*/ 3 h 28"/>
                <a:gd name="T6" fmla="*/ 13 w 27"/>
                <a:gd name="T7" fmla="*/ 0 h 28"/>
                <a:gd name="T8" fmla="*/ 0 w 27"/>
                <a:gd name="T9" fmla="*/ 14 h 28"/>
                <a:gd name="T10" fmla="*/ 13 w 27"/>
                <a:gd name="T11" fmla="*/ 28 h 28"/>
                <a:gd name="T12" fmla="*/ 27 w 27"/>
                <a:gd name="T13" fmla="*/ 14 h 28"/>
                <a:gd name="T14" fmla="*/ 26 w 27"/>
                <a:gd name="T15" fmla="*/ 10 h 28"/>
                <a:gd name="T16" fmla="*/ 21 w 27"/>
                <a:gd name="T17" fmla="*/ 1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28">
                  <a:moveTo>
                    <a:pt x="21" y="15"/>
                  </a:moveTo>
                  <a:cubicBezTo>
                    <a:pt x="9" y="16"/>
                    <a:pt x="9" y="16"/>
                    <a:pt x="9" y="16"/>
                  </a:cubicBezTo>
                  <a:cubicBezTo>
                    <a:pt x="21" y="3"/>
                    <a:pt x="21" y="3"/>
                    <a:pt x="21" y="3"/>
                  </a:cubicBezTo>
                  <a:cubicBezTo>
                    <a:pt x="19" y="1"/>
                    <a:pt x="16" y="0"/>
                    <a:pt x="13" y="0"/>
                  </a:cubicBezTo>
                  <a:cubicBezTo>
                    <a:pt x="6" y="0"/>
                    <a:pt x="0" y="7"/>
                    <a:pt x="0" y="14"/>
                  </a:cubicBezTo>
                  <a:cubicBezTo>
                    <a:pt x="0" y="22"/>
                    <a:pt x="6" y="28"/>
                    <a:pt x="13" y="28"/>
                  </a:cubicBezTo>
                  <a:cubicBezTo>
                    <a:pt x="21" y="28"/>
                    <a:pt x="27" y="22"/>
                    <a:pt x="27" y="14"/>
                  </a:cubicBezTo>
                  <a:cubicBezTo>
                    <a:pt x="27" y="12"/>
                    <a:pt x="27" y="11"/>
                    <a:pt x="26" y="10"/>
                  </a:cubicBezTo>
                  <a:lnTo>
                    <a:pt x="21"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3" name="Freeform 30"/>
            <p:cNvSpPr>
              <a:spLocks/>
            </p:cNvSpPr>
            <p:nvPr/>
          </p:nvSpPr>
          <p:spPr bwMode="auto">
            <a:xfrm>
              <a:off x="1652588" y="6389688"/>
              <a:ext cx="296863" cy="306388"/>
            </a:xfrm>
            <a:custGeom>
              <a:avLst/>
              <a:gdLst>
                <a:gd name="T0" fmla="*/ 62 w 79"/>
                <a:gd name="T1" fmla="*/ 25 h 80"/>
                <a:gd name="T2" fmla="*/ 67 w 79"/>
                <a:gd name="T3" fmla="*/ 40 h 80"/>
                <a:gd name="T4" fmla="*/ 39 w 79"/>
                <a:gd name="T5" fmla="*/ 67 h 80"/>
                <a:gd name="T6" fmla="*/ 12 w 79"/>
                <a:gd name="T7" fmla="*/ 40 h 80"/>
                <a:gd name="T8" fmla="*/ 39 w 79"/>
                <a:gd name="T9" fmla="*/ 13 h 80"/>
                <a:gd name="T10" fmla="*/ 57 w 79"/>
                <a:gd name="T11" fmla="*/ 19 h 80"/>
                <a:gd name="T12" fmla="*/ 65 w 79"/>
                <a:gd name="T13" fmla="*/ 9 h 80"/>
                <a:gd name="T14" fmla="*/ 39 w 79"/>
                <a:gd name="T15" fmla="*/ 0 h 80"/>
                <a:gd name="T16" fmla="*/ 0 w 79"/>
                <a:gd name="T17" fmla="*/ 40 h 80"/>
                <a:gd name="T18" fmla="*/ 39 w 79"/>
                <a:gd name="T19" fmla="*/ 80 h 80"/>
                <a:gd name="T20" fmla="*/ 79 w 79"/>
                <a:gd name="T21" fmla="*/ 40 h 80"/>
                <a:gd name="T22" fmla="*/ 70 w 79"/>
                <a:gd name="T23" fmla="*/ 15 h 80"/>
                <a:gd name="T24" fmla="*/ 62 w 79"/>
                <a:gd name="T25" fmla="*/ 2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9" h="80">
                  <a:moveTo>
                    <a:pt x="62" y="25"/>
                  </a:moveTo>
                  <a:cubicBezTo>
                    <a:pt x="65" y="30"/>
                    <a:pt x="67" y="35"/>
                    <a:pt x="67" y="40"/>
                  </a:cubicBezTo>
                  <a:cubicBezTo>
                    <a:pt x="67" y="55"/>
                    <a:pt x="54" y="67"/>
                    <a:pt x="39" y="67"/>
                  </a:cubicBezTo>
                  <a:cubicBezTo>
                    <a:pt x="24" y="67"/>
                    <a:pt x="12" y="55"/>
                    <a:pt x="12" y="40"/>
                  </a:cubicBezTo>
                  <a:cubicBezTo>
                    <a:pt x="12" y="25"/>
                    <a:pt x="24" y="13"/>
                    <a:pt x="39" y="13"/>
                  </a:cubicBezTo>
                  <a:cubicBezTo>
                    <a:pt x="46" y="13"/>
                    <a:pt x="52" y="15"/>
                    <a:pt x="57" y="19"/>
                  </a:cubicBezTo>
                  <a:cubicBezTo>
                    <a:pt x="65" y="9"/>
                    <a:pt x="65" y="9"/>
                    <a:pt x="65" y="9"/>
                  </a:cubicBezTo>
                  <a:cubicBezTo>
                    <a:pt x="58" y="4"/>
                    <a:pt x="49" y="0"/>
                    <a:pt x="39" y="0"/>
                  </a:cubicBezTo>
                  <a:cubicBezTo>
                    <a:pt x="18" y="0"/>
                    <a:pt x="0" y="18"/>
                    <a:pt x="0" y="40"/>
                  </a:cubicBezTo>
                  <a:cubicBezTo>
                    <a:pt x="0" y="62"/>
                    <a:pt x="18" y="80"/>
                    <a:pt x="39" y="80"/>
                  </a:cubicBezTo>
                  <a:cubicBezTo>
                    <a:pt x="61" y="80"/>
                    <a:pt x="79" y="62"/>
                    <a:pt x="79" y="40"/>
                  </a:cubicBezTo>
                  <a:cubicBezTo>
                    <a:pt x="79" y="31"/>
                    <a:pt x="76" y="22"/>
                    <a:pt x="70" y="15"/>
                  </a:cubicBezTo>
                  <a:lnTo>
                    <a:pt x="62"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4" name="Freeform 31"/>
            <p:cNvSpPr>
              <a:spLocks/>
            </p:cNvSpPr>
            <p:nvPr/>
          </p:nvSpPr>
          <p:spPr bwMode="auto">
            <a:xfrm>
              <a:off x="1782763" y="6300788"/>
              <a:ext cx="207963" cy="249238"/>
            </a:xfrm>
            <a:custGeom>
              <a:avLst/>
              <a:gdLst>
                <a:gd name="T0" fmla="*/ 131 w 131"/>
                <a:gd name="T1" fmla="*/ 27 h 157"/>
                <a:gd name="T2" fmla="*/ 102 w 131"/>
                <a:gd name="T3" fmla="*/ 29 h 157"/>
                <a:gd name="T4" fmla="*/ 97 w 131"/>
                <a:gd name="T5" fmla="*/ 0 h 157"/>
                <a:gd name="T6" fmla="*/ 74 w 131"/>
                <a:gd name="T7" fmla="*/ 32 h 157"/>
                <a:gd name="T8" fmla="*/ 71 w 131"/>
                <a:gd name="T9" fmla="*/ 53 h 157"/>
                <a:gd name="T10" fmla="*/ 3 w 131"/>
                <a:gd name="T11" fmla="*/ 138 h 157"/>
                <a:gd name="T12" fmla="*/ 0 w 131"/>
                <a:gd name="T13" fmla="*/ 157 h 157"/>
                <a:gd name="T14" fmla="*/ 19 w 131"/>
                <a:gd name="T15" fmla="*/ 153 h 157"/>
                <a:gd name="T16" fmla="*/ 88 w 131"/>
                <a:gd name="T17" fmla="*/ 66 h 157"/>
                <a:gd name="T18" fmla="*/ 107 w 131"/>
                <a:gd name="T19" fmla="*/ 58 h 157"/>
                <a:gd name="T20" fmla="*/ 131 w 131"/>
                <a:gd name="T21" fmla="*/ 2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1" h="157">
                  <a:moveTo>
                    <a:pt x="131" y="27"/>
                  </a:moveTo>
                  <a:lnTo>
                    <a:pt x="102" y="29"/>
                  </a:lnTo>
                  <a:lnTo>
                    <a:pt x="97" y="0"/>
                  </a:lnTo>
                  <a:lnTo>
                    <a:pt x="74" y="32"/>
                  </a:lnTo>
                  <a:lnTo>
                    <a:pt x="71" y="53"/>
                  </a:lnTo>
                  <a:lnTo>
                    <a:pt x="3" y="138"/>
                  </a:lnTo>
                  <a:lnTo>
                    <a:pt x="0" y="157"/>
                  </a:lnTo>
                  <a:lnTo>
                    <a:pt x="19" y="153"/>
                  </a:lnTo>
                  <a:lnTo>
                    <a:pt x="88" y="66"/>
                  </a:lnTo>
                  <a:lnTo>
                    <a:pt x="107" y="58"/>
                  </a:lnTo>
                  <a:lnTo>
                    <a:pt x="131"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75" name="组合 974"/>
          <p:cNvGrpSpPr/>
          <p:nvPr/>
        </p:nvGrpSpPr>
        <p:grpSpPr>
          <a:xfrm>
            <a:off x="8763465" y="6356422"/>
            <a:ext cx="324164" cy="273051"/>
            <a:chOff x="2309813" y="6335713"/>
            <a:chExt cx="382588" cy="322263"/>
          </a:xfrm>
          <a:solidFill>
            <a:srgbClr val="707E84"/>
          </a:solidFill>
        </p:grpSpPr>
        <p:sp>
          <p:nvSpPr>
            <p:cNvPr id="976" name="Freeform 32"/>
            <p:cNvSpPr>
              <a:spLocks/>
            </p:cNvSpPr>
            <p:nvPr/>
          </p:nvSpPr>
          <p:spPr bwMode="auto">
            <a:xfrm>
              <a:off x="2309813" y="6608763"/>
              <a:ext cx="382588" cy="49213"/>
            </a:xfrm>
            <a:custGeom>
              <a:avLst/>
              <a:gdLst>
                <a:gd name="T0" fmla="*/ 102 w 102"/>
                <a:gd name="T1" fmla="*/ 7 h 13"/>
                <a:gd name="T2" fmla="*/ 96 w 102"/>
                <a:gd name="T3" fmla="*/ 13 h 13"/>
                <a:gd name="T4" fmla="*/ 7 w 102"/>
                <a:gd name="T5" fmla="*/ 13 h 13"/>
                <a:gd name="T6" fmla="*/ 0 w 102"/>
                <a:gd name="T7" fmla="*/ 7 h 13"/>
                <a:gd name="T8" fmla="*/ 0 w 102"/>
                <a:gd name="T9" fmla="*/ 7 h 13"/>
                <a:gd name="T10" fmla="*/ 7 w 102"/>
                <a:gd name="T11" fmla="*/ 0 h 13"/>
                <a:gd name="T12" fmla="*/ 96 w 102"/>
                <a:gd name="T13" fmla="*/ 0 h 13"/>
                <a:gd name="T14" fmla="*/ 102 w 102"/>
                <a:gd name="T15" fmla="*/ 7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 h="13">
                  <a:moveTo>
                    <a:pt x="102" y="7"/>
                  </a:moveTo>
                  <a:cubicBezTo>
                    <a:pt x="102" y="10"/>
                    <a:pt x="99" y="13"/>
                    <a:pt x="96" y="13"/>
                  </a:cubicBezTo>
                  <a:cubicBezTo>
                    <a:pt x="7" y="13"/>
                    <a:pt x="7" y="13"/>
                    <a:pt x="7" y="13"/>
                  </a:cubicBezTo>
                  <a:cubicBezTo>
                    <a:pt x="3" y="13"/>
                    <a:pt x="0" y="10"/>
                    <a:pt x="0" y="7"/>
                  </a:cubicBezTo>
                  <a:cubicBezTo>
                    <a:pt x="0" y="7"/>
                    <a:pt x="0" y="7"/>
                    <a:pt x="0" y="7"/>
                  </a:cubicBezTo>
                  <a:cubicBezTo>
                    <a:pt x="0" y="3"/>
                    <a:pt x="3" y="0"/>
                    <a:pt x="7" y="0"/>
                  </a:cubicBezTo>
                  <a:cubicBezTo>
                    <a:pt x="96" y="0"/>
                    <a:pt x="96" y="0"/>
                    <a:pt x="96" y="0"/>
                  </a:cubicBezTo>
                  <a:cubicBezTo>
                    <a:pt x="99" y="0"/>
                    <a:pt x="102" y="3"/>
                    <a:pt x="102"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7" name="Freeform 33"/>
            <p:cNvSpPr>
              <a:spLocks/>
            </p:cNvSpPr>
            <p:nvPr/>
          </p:nvSpPr>
          <p:spPr bwMode="auto">
            <a:xfrm>
              <a:off x="2343150" y="6430963"/>
              <a:ext cx="52388" cy="153988"/>
            </a:xfrm>
            <a:custGeom>
              <a:avLst/>
              <a:gdLst>
                <a:gd name="T0" fmla="*/ 7 w 14"/>
                <a:gd name="T1" fmla="*/ 40 h 40"/>
                <a:gd name="T2" fmla="*/ 0 w 14"/>
                <a:gd name="T3" fmla="*/ 33 h 40"/>
                <a:gd name="T4" fmla="*/ 0 w 14"/>
                <a:gd name="T5" fmla="*/ 6 h 40"/>
                <a:gd name="T6" fmla="*/ 7 w 14"/>
                <a:gd name="T7" fmla="*/ 0 h 40"/>
                <a:gd name="T8" fmla="*/ 7 w 14"/>
                <a:gd name="T9" fmla="*/ 0 h 40"/>
                <a:gd name="T10" fmla="*/ 14 w 14"/>
                <a:gd name="T11" fmla="*/ 6 h 40"/>
                <a:gd name="T12" fmla="*/ 14 w 14"/>
                <a:gd name="T13" fmla="*/ 33 h 40"/>
                <a:gd name="T14" fmla="*/ 7 w 14"/>
                <a:gd name="T15" fmla="*/ 40 h 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40">
                  <a:moveTo>
                    <a:pt x="7" y="40"/>
                  </a:moveTo>
                  <a:cubicBezTo>
                    <a:pt x="3" y="40"/>
                    <a:pt x="0" y="37"/>
                    <a:pt x="0" y="33"/>
                  </a:cubicBezTo>
                  <a:cubicBezTo>
                    <a:pt x="0" y="6"/>
                    <a:pt x="0" y="6"/>
                    <a:pt x="0" y="6"/>
                  </a:cubicBezTo>
                  <a:cubicBezTo>
                    <a:pt x="0" y="3"/>
                    <a:pt x="3" y="0"/>
                    <a:pt x="7" y="0"/>
                  </a:cubicBezTo>
                  <a:cubicBezTo>
                    <a:pt x="7" y="0"/>
                    <a:pt x="7" y="0"/>
                    <a:pt x="7" y="0"/>
                  </a:cubicBezTo>
                  <a:cubicBezTo>
                    <a:pt x="11" y="0"/>
                    <a:pt x="14" y="3"/>
                    <a:pt x="14" y="6"/>
                  </a:cubicBezTo>
                  <a:cubicBezTo>
                    <a:pt x="14" y="33"/>
                    <a:pt x="14" y="33"/>
                    <a:pt x="14" y="33"/>
                  </a:cubicBezTo>
                  <a:cubicBezTo>
                    <a:pt x="14" y="37"/>
                    <a:pt x="11" y="40"/>
                    <a:pt x="7"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8" name="Freeform 34"/>
            <p:cNvSpPr>
              <a:spLocks/>
            </p:cNvSpPr>
            <p:nvPr/>
          </p:nvSpPr>
          <p:spPr bwMode="auto">
            <a:xfrm>
              <a:off x="2433638" y="6381750"/>
              <a:ext cx="52388" cy="203200"/>
            </a:xfrm>
            <a:custGeom>
              <a:avLst/>
              <a:gdLst>
                <a:gd name="T0" fmla="*/ 7 w 14"/>
                <a:gd name="T1" fmla="*/ 53 h 53"/>
                <a:gd name="T2" fmla="*/ 0 w 14"/>
                <a:gd name="T3" fmla="*/ 46 h 53"/>
                <a:gd name="T4" fmla="*/ 0 w 14"/>
                <a:gd name="T5" fmla="*/ 7 h 53"/>
                <a:gd name="T6" fmla="*/ 7 w 14"/>
                <a:gd name="T7" fmla="*/ 0 h 53"/>
                <a:gd name="T8" fmla="*/ 7 w 14"/>
                <a:gd name="T9" fmla="*/ 0 h 53"/>
                <a:gd name="T10" fmla="*/ 14 w 14"/>
                <a:gd name="T11" fmla="*/ 7 h 53"/>
                <a:gd name="T12" fmla="*/ 14 w 14"/>
                <a:gd name="T13" fmla="*/ 46 h 53"/>
                <a:gd name="T14" fmla="*/ 7 w 14"/>
                <a:gd name="T15" fmla="*/ 53 h 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53">
                  <a:moveTo>
                    <a:pt x="7" y="53"/>
                  </a:moveTo>
                  <a:cubicBezTo>
                    <a:pt x="3" y="53"/>
                    <a:pt x="0" y="50"/>
                    <a:pt x="0" y="46"/>
                  </a:cubicBezTo>
                  <a:cubicBezTo>
                    <a:pt x="0" y="7"/>
                    <a:pt x="0" y="7"/>
                    <a:pt x="0" y="7"/>
                  </a:cubicBezTo>
                  <a:cubicBezTo>
                    <a:pt x="0" y="3"/>
                    <a:pt x="3" y="0"/>
                    <a:pt x="7" y="0"/>
                  </a:cubicBezTo>
                  <a:cubicBezTo>
                    <a:pt x="7" y="0"/>
                    <a:pt x="7" y="0"/>
                    <a:pt x="7" y="0"/>
                  </a:cubicBezTo>
                  <a:cubicBezTo>
                    <a:pt x="11" y="0"/>
                    <a:pt x="14" y="3"/>
                    <a:pt x="14" y="7"/>
                  </a:cubicBezTo>
                  <a:cubicBezTo>
                    <a:pt x="14" y="46"/>
                    <a:pt x="14" y="46"/>
                    <a:pt x="14" y="46"/>
                  </a:cubicBezTo>
                  <a:cubicBezTo>
                    <a:pt x="14" y="50"/>
                    <a:pt x="11" y="53"/>
                    <a:pt x="7"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9" name="Freeform 35"/>
            <p:cNvSpPr>
              <a:spLocks/>
            </p:cNvSpPr>
            <p:nvPr/>
          </p:nvSpPr>
          <p:spPr bwMode="auto">
            <a:xfrm>
              <a:off x="2522538" y="6335713"/>
              <a:ext cx="52388" cy="249238"/>
            </a:xfrm>
            <a:custGeom>
              <a:avLst/>
              <a:gdLst>
                <a:gd name="T0" fmla="*/ 7 w 14"/>
                <a:gd name="T1" fmla="*/ 65 h 65"/>
                <a:gd name="T2" fmla="*/ 0 w 14"/>
                <a:gd name="T3" fmla="*/ 58 h 65"/>
                <a:gd name="T4" fmla="*/ 0 w 14"/>
                <a:gd name="T5" fmla="*/ 7 h 65"/>
                <a:gd name="T6" fmla="*/ 7 w 14"/>
                <a:gd name="T7" fmla="*/ 0 h 65"/>
                <a:gd name="T8" fmla="*/ 7 w 14"/>
                <a:gd name="T9" fmla="*/ 0 h 65"/>
                <a:gd name="T10" fmla="*/ 14 w 14"/>
                <a:gd name="T11" fmla="*/ 7 h 65"/>
                <a:gd name="T12" fmla="*/ 14 w 14"/>
                <a:gd name="T13" fmla="*/ 58 h 65"/>
                <a:gd name="T14" fmla="*/ 7 w 14"/>
                <a:gd name="T15" fmla="*/ 65 h 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65">
                  <a:moveTo>
                    <a:pt x="7" y="65"/>
                  </a:moveTo>
                  <a:cubicBezTo>
                    <a:pt x="3" y="65"/>
                    <a:pt x="0" y="62"/>
                    <a:pt x="0" y="58"/>
                  </a:cubicBezTo>
                  <a:cubicBezTo>
                    <a:pt x="0" y="7"/>
                    <a:pt x="0" y="7"/>
                    <a:pt x="0" y="7"/>
                  </a:cubicBezTo>
                  <a:cubicBezTo>
                    <a:pt x="0" y="3"/>
                    <a:pt x="3" y="0"/>
                    <a:pt x="7" y="0"/>
                  </a:cubicBezTo>
                  <a:cubicBezTo>
                    <a:pt x="7" y="0"/>
                    <a:pt x="7" y="0"/>
                    <a:pt x="7" y="0"/>
                  </a:cubicBezTo>
                  <a:cubicBezTo>
                    <a:pt x="11" y="0"/>
                    <a:pt x="14" y="3"/>
                    <a:pt x="14" y="7"/>
                  </a:cubicBezTo>
                  <a:cubicBezTo>
                    <a:pt x="14" y="58"/>
                    <a:pt x="14" y="58"/>
                    <a:pt x="14" y="58"/>
                  </a:cubicBezTo>
                  <a:cubicBezTo>
                    <a:pt x="14" y="62"/>
                    <a:pt x="11" y="65"/>
                    <a:pt x="7"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0" name="Freeform 36"/>
            <p:cNvSpPr>
              <a:spLocks/>
            </p:cNvSpPr>
            <p:nvPr/>
          </p:nvSpPr>
          <p:spPr bwMode="auto">
            <a:xfrm>
              <a:off x="2613025" y="6346825"/>
              <a:ext cx="52388" cy="238125"/>
            </a:xfrm>
            <a:custGeom>
              <a:avLst/>
              <a:gdLst>
                <a:gd name="T0" fmla="*/ 7 w 14"/>
                <a:gd name="T1" fmla="*/ 62 h 62"/>
                <a:gd name="T2" fmla="*/ 0 w 14"/>
                <a:gd name="T3" fmla="*/ 55 h 62"/>
                <a:gd name="T4" fmla="*/ 0 w 14"/>
                <a:gd name="T5" fmla="*/ 7 h 62"/>
                <a:gd name="T6" fmla="*/ 7 w 14"/>
                <a:gd name="T7" fmla="*/ 0 h 62"/>
                <a:gd name="T8" fmla="*/ 7 w 14"/>
                <a:gd name="T9" fmla="*/ 0 h 62"/>
                <a:gd name="T10" fmla="*/ 14 w 14"/>
                <a:gd name="T11" fmla="*/ 7 h 62"/>
                <a:gd name="T12" fmla="*/ 14 w 14"/>
                <a:gd name="T13" fmla="*/ 55 h 62"/>
                <a:gd name="T14" fmla="*/ 7 w 14"/>
                <a:gd name="T15" fmla="*/ 62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62">
                  <a:moveTo>
                    <a:pt x="7" y="62"/>
                  </a:moveTo>
                  <a:cubicBezTo>
                    <a:pt x="3" y="62"/>
                    <a:pt x="0" y="59"/>
                    <a:pt x="0" y="55"/>
                  </a:cubicBezTo>
                  <a:cubicBezTo>
                    <a:pt x="0" y="7"/>
                    <a:pt x="0" y="7"/>
                    <a:pt x="0" y="7"/>
                  </a:cubicBezTo>
                  <a:cubicBezTo>
                    <a:pt x="0" y="3"/>
                    <a:pt x="3" y="0"/>
                    <a:pt x="7" y="0"/>
                  </a:cubicBezTo>
                  <a:cubicBezTo>
                    <a:pt x="7" y="0"/>
                    <a:pt x="7" y="0"/>
                    <a:pt x="7" y="0"/>
                  </a:cubicBezTo>
                  <a:cubicBezTo>
                    <a:pt x="11" y="0"/>
                    <a:pt x="14" y="3"/>
                    <a:pt x="14" y="7"/>
                  </a:cubicBezTo>
                  <a:cubicBezTo>
                    <a:pt x="14" y="55"/>
                    <a:pt x="14" y="55"/>
                    <a:pt x="14" y="55"/>
                  </a:cubicBezTo>
                  <a:cubicBezTo>
                    <a:pt x="14" y="59"/>
                    <a:pt x="11" y="62"/>
                    <a:pt x="7"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81" name="组合 980"/>
          <p:cNvGrpSpPr/>
          <p:nvPr/>
        </p:nvGrpSpPr>
        <p:grpSpPr>
          <a:xfrm>
            <a:off x="9799008" y="4790674"/>
            <a:ext cx="247650" cy="484188"/>
            <a:chOff x="5602288" y="6216650"/>
            <a:chExt cx="247650" cy="484188"/>
          </a:xfrm>
          <a:solidFill>
            <a:srgbClr val="707E84"/>
          </a:solidFill>
        </p:grpSpPr>
        <p:sp>
          <p:nvSpPr>
            <p:cNvPr id="982" name="Freeform 37"/>
            <p:cNvSpPr>
              <a:spLocks/>
            </p:cNvSpPr>
            <p:nvPr/>
          </p:nvSpPr>
          <p:spPr bwMode="auto">
            <a:xfrm>
              <a:off x="5619750" y="6216650"/>
              <a:ext cx="230188" cy="192088"/>
            </a:xfrm>
            <a:custGeom>
              <a:avLst/>
              <a:gdLst>
                <a:gd name="T0" fmla="*/ 46 w 61"/>
                <a:gd name="T1" fmla="*/ 3 h 50"/>
                <a:gd name="T2" fmla="*/ 22 w 61"/>
                <a:gd name="T3" fmla="*/ 5 h 50"/>
                <a:gd name="T4" fmla="*/ 1 w 61"/>
                <a:gd name="T5" fmla="*/ 23 h 50"/>
                <a:gd name="T6" fmla="*/ 0 w 61"/>
                <a:gd name="T7" fmla="*/ 25 h 50"/>
                <a:gd name="T8" fmla="*/ 2 w 61"/>
                <a:gd name="T9" fmla="*/ 45 h 50"/>
                <a:gd name="T10" fmla="*/ 4 w 61"/>
                <a:gd name="T11" fmla="*/ 47 h 50"/>
                <a:gd name="T12" fmla="*/ 5 w 61"/>
                <a:gd name="T13" fmla="*/ 47 h 50"/>
                <a:gd name="T14" fmla="*/ 5 w 61"/>
                <a:gd name="T15" fmla="*/ 48 h 50"/>
                <a:gd name="T16" fmla="*/ 7 w 61"/>
                <a:gd name="T17" fmla="*/ 50 h 50"/>
                <a:gd name="T18" fmla="*/ 10 w 61"/>
                <a:gd name="T19" fmla="*/ 48 h 50"/>
                <a:gd name="T20" fmla="*/ 11 w 61"/>
                <a:gd name="T21" fmla="*/ 45 h 50"/>
                <a:gd name="T22" fmla="*/ 13 w 61"/>
                <a:gd name="T23" fmla="*/ 29 h 50"/>
                <a:gd name="T24" fmla="*/ 24 w 61"/>
                <a:gd name="T25" fmla="*/ 20 h 50"/>
                <a:gd name="T26" fmla="*/ 27 w 61"/>
                <a:gd name="T27" fmla="*/ 21 h 50"/>
                <a:gd name="T28" fmla="*/ 31 w 61"/>
                <a:gd name="T29" fmla="*/ 27 h 50"/>
                <a:gd name="T30" fmla="*/ 31 w 61"/>
                <a:gd name="T31" fmla="*/ 31 h 50"/>
                <a:gd name="T32" fmla="*/ 23 w 61"/>
                <a:gd name="T33" fmla="*/ 41 h 50"/>
                <a:gd name="T34" fmla="*/ 24 w 61"/>
                <a:gd name="T35" fmla="*/ 47 h 50"/>
                <a:gd name="T36" fmla="*/ 27 w 61"/>
                <a:gd name="T37" fmla="*/ 48 h 50"/>
                <a:gd name="T38" fmla="*/ 30 w 61"/>
                <a:gd name="T39" fmla="*/ 46 h 50"/>
                <a:gd name="T40" fmla="*/ 41 w 61"/>
                <a:gd name="T41" fmla="*/ 31 h 50"/>
                <a:gd name="T42" fmla="*/ 54 w 61"/>
                <a:gd name="T43" fmla="*/ 21 h 50"/>
                <a:gd name="T44" fmla="*/ 57 w 61"/>
                <a:gd name="T45" fmla="*/ 21 h 50"/>
                <a:gd name="T46" fmla="*/ 61 w 61"/>
                <a:gd name="T47" fmla="*/ 16 h 50"/>
                <a:gd name="T48" fmla="*/ 61 w 61"/>
                <a:gd name="T49" fmla="*/ 3 h 50"/>
                <a:gd name="T50" fmla="*/ 57 w 61"/>
                <a:gd name="T51" fmla="*/ 0 h 50"/>
                <a:gd name="T52" fmla="*/ 46 w 61"/>
                <a:gd name="T53" fmla="*/ 3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50">
                  <a:moveTo>
                    <a:pt x="46" y="3"/>
                  </a:moveTo>
                  <a:cubicBezTo>
                    <a:pt x="46" y="3"/>
                    <a:pt x="25" y="4"/>
                    <a:pt x="22" y="5"/>
                  </a:cubicBezTo>
                  <a:cubicBezTo>
                    <a:pt x="18" y="5"/>
                    <a:pt x="1" y="23"/>
                    <a:pt x="1" y="23"/>
                  </a:cubicBezTo>
                  <a:cubicBezTo>
                    <a:pt x="0" y="23"/>
                    <a:pt x="0" y="24"/>
                    <a:pt x="0" y="25"/>
                  </a:cubicBezTo>
                  <a:cubicBezTo>
                    <a:pt x="2" y="45"/>
                    <a:pt x="2" y="45"/>
                    <a:pt x="2" y="45"/>
                  </a:cubicBezTo>
                  <a:cubicBezTo>
                    <a:pt x="2" y="46"/>
                    <a:pt x="3" y="47"/>
                    <a:pt x="4" y="47"/>
                  </a:cubicBezTo>
                  <a:cubicBezTo>
                    <a:pt x="4" y="47"/>
                    <a:pt x="4" y="47"/>
                    <a:pt x="5" y="47"/>
                  </a:cubicBezTo>
                  <a:cubicBezTo>
                    <a:pt x="5" y="48"/>
                    <a:pt x="5" y="48"/>
                    <a:pt x="5" y="48"/>
                  </a:cubicBezTo>
                  <a:cubicBezTo>
                    <a:pt x="5" y="49"/>
                    <a:pt x="6" y="50"/>
                    <a:pt x="7" y="50"/>
                  </a:cubicBezTo>
                  <a:cubicBezTo>
                    <a:pt x="8" y="50"/>
                    <a:pt x="10" y="49"/>
                    <a:pt x="10" y="48"/>
                  </a:cubicBezTo>
                  <a:cubicBezTo>
                    <a:pt x="11" y="47"/>
                    <a:pt x="11" y="47"/>
                    <a:pt x="11" y="45"/>
                  </a:cubicBezTo>
                  <a:cubicBezTo>
                    <a:pt x="13" y="29"/>
                    <a:pt x="13" y="29"/>
                    <a:pt x="13" y="29"/>
                  </a:cubicBezTo>
                  <a:cubicBezTo>
                    <a:pt x="24" y="20"/>
                    <a:pt x="24" y="20"/>
                    <a:pt x="24" y="20"/>
                  </a:cubicBezTo>
                  <a:cubicBezTo>
                    <a:pt x="24" y="20"/>
                    <a:pt x="26" y="19"/>
                    <a:pt x="27" y="21"/>
                  </a:cubicBezTo>
                  <a:cubicBezTo>
                    <a:pt x="28" y="22"/>
                    <a:pt x="30" y="25"/>
                    <a:pt x="31" y="27"/>
                  </a:cubicBezTo>
                  <a:cubicBezTo>
                    <a:pt x="32" y="29"/>
                    <a:pt x="31" y="31"/>
                    <a:pt x="31" y="31"/>
                  </a:cubicBezTo>
                  <a:cubicBezTo>
                    <a:pt x="23" y="41"/>
                    <a:pt x="23" y="41"/>
                    <a:pt x="23" y="41"/>
                  </a:cubicBezTo>
                  <a:cubicBezTo>
                    <a:pt x="22" y="43"/>
                    <a:pt x="22" y="45"/>
                    <a:pt x="24" y="47"/>
                  </a:cubicBezTo>
                  <a:cubicBezTo>
                    <a:pt x="25" y="47"/>
                    <a:pt x="26" y="48"/>
                    <a:pt x="27" y="48"/>
                  </a:cubicBezTo>
                  <a:cubicBezTo>
                    <a:pt x="28" y="48"/>
                    <a:pt x="29" y="47"/>
                    <a:pt x="30" y="46"/>
                  </a:cubicBezTo>
                  <a:cubicBezTo>
                    <a:pt x="41" y="31"/>
                    <a:pt x="41" y="31"/>
                    <a:pt x="41" y="31"/>
                  </a:cubicBezTo>
                  <a:cubicBezTo>
                    <a:pt x="54" y="21"/>
                    <a:pt x="54" y="21"/>
                    <a:pt x="54" y="21"/>
                  </a:cubicBezTo>
                  <a:cubicBezTo>
                    <a:pt x="57" y="21"/>
                    <a:pt x="57" y="21"/>
                    <a:pt x="57" y="21"/>
                  </a:cubicBezTo>
                  <a:cubicBezTo>
                    <a:pt x="57" y="21"/>
                    <a:pt x="61" y="21"/>
                    <a:pt x="61" y="16"/>
                  </a:cubicBezTo>
                  <a:cubicBezTo>
                    <a:pt x="61" y="11"/>
                    <a:pt x="61" y="5"/>
                    <a:pt x="61" y="3"/>
                  </a:cubicBezTo>
                  <a:cubicBezTo>
                    <a:pt x="61" y="0"/>
                    <a:pt x="57" y="0"/>
                    <a:pt x="57" y="0"/>
                  </a:cubicBezTo>
                  <a:lnTo>
                    <a:pt x="46"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3" name="Freeform 38"/>
            <p:cNvSpPr>
              <a:spLocks noEditPoints="1"/>
            </p:cNvSpPr>
            <p:nvPr/>
          </p:nvSpPr>
          <p:spPr bwMode="auto">
            <a:xfrm>
              <a:off x="5602288" y="6477000"/>
              <a:ext cx="212725" cy="223838"/>
            </a:xfrm>
            <a:custGeom>
              <a:avLst/>
              <a:gdLst>
                <a:gd name="T0" fmla="*/ 11 w 57"/>
                <a:gd name="T1" fmla="*/ 4 h 58"/>
                <a:gd name="T2" fmla="*/ 34 w 57"/>
                <a:gd name="T3" fmla="*/ 55 h 58"/>
                <a:gd name="T4" fmla="*/ 30 w 57"/>
                <a:gd name="T5" fmla="*/ 0 h 58"/>
                <a:gd name="T6" fmla="*/ 40 w 57"/>
                <a:gd name="T7" fmla="*/ 40 h 58"/>
                <a:gd name="T8" fmla="*/ 33 w 57"/>
                <a:gd name="T9" fmla="*/ 45 h 58"/>
                <a:gd name="T10" fmla="*/ 32 w 57"/>
                <a:gd name="T11" fmla="*/ 49 h 58"/>
                <a:gd name="T12" fmla="*/ 29 w 57"/>
                <a:gd name="T13" fmla="*/ 46 h 58"/>
                <a:gd name="T14" fmla="*/ 22 w 57"/>
                <a:gd name="T15" fmla="*/ 46 h 58"/>
                <a:gd name="T16" fmla="*/ 18 w 57"/>
                <a:gd name="T17" fmla="*/ 43 h 58"/>
                <a:gd name="T18" fmla="*/ 19 w 57"/>
                <a:gd name="T19" fmla="*/ 41 h 58"/>
                <a:gd name="T20" fmla="*/ 24 w 57"/>
                <a:gd name="T21" fmla="*/ 41 h 58"/>
                <a:gd name="T22" fmla="*/ 31 w 57"/>
                <a:gd name="T23" fmla="*/ 41 h 58"/>
                <a:gd name="T24" fmla="*/ 35 w 57"/>
                <a:gd name="T25" fmla="*/ 38 h 58"/>
                <a:gd name="T26" fmla="*/ 36 w 57"/>
                <a:gd name="T27" fmla="*/ 34 h 58"/>
                <a:gd name="T28" fmla="*/ 31 w 57"/>
                <a:gd name="T29" fmla="*/ 32 h 58"/>
                <a:gd name="T30" fmla="*/ 23 w 57"/>
                <a:gd name="T31" fmla="*/ 32 h 58"/>
                <a:gd name="T32" fmla="*/ 17 w 57"/>
                <a:gd name="T33" fmla="*/ 31 h 58"/>
                <a:gd name="T34" fmla="*/ 13 w 57"/>
                <a:gd name="T35" fmla="*/ 26 h 58"/>
                <a:gd name="T36" fmla="*/ 15 w 57"/>
                <a:gd name="T37" fmla="*/ 19 h 58"/>
                <a:gd name="T38" fmla="*/ 21 w 57"/>
                <a:gd name="T39" fmla="*/ 15 h 58"/>
                <a:gd name="T40" fmla="*/ 22 w 57"/>
                <a:gd name="T41" fmla="*/ 10 h 58"/>
                <a:gd name="T42" fmla="*/ 25 w 57"/>
                <a:gd name="T43" fmla="*/ 14 h 58"/>
                <a:gd name="T44" fmla="*/ 32 w 57"/>
                <a:gd name="T45" fmla="*/ 14 h 58"/>
                <a:gd name="T46" fmla="*/ 36 w 57"/>
                <a:gd name="T47" fmla="*/ 16 h 58"/>
                <a:gd name="T48" fmla="*/ 34 w 57"/>
                <a:gd name="T49" fmla="*/ 19 h 58"/>
                <a:gd name="T50" fmla="*/ 33 w 57"/>
                <a:gd name="T51" fmla="*/ 19 h 58"/>
                <a:gd name="T52" fmla="*/ 25 w 57"/>
                <a:gd name="T53" fmla="*/ 19 h 58"/>
                <a:gd name="T54" fmla="*/ 21 w 57"/>
                <a:gd name="T55" fmla="*/ 21 h 58"/>
                <a:gd name="T56" fmla="*/ 20 w 57"/>
                <a:gd name="T57" fmla="*/ 24 h 58"/>
                <a:gd name="T58" fmla="*/ 22 w 57"/>
                <a:gd name="T59" fmla="*/ 26 h 58"/>
                <a:gd name="T60" fmla="*/ 28 w 57"/>
                <a:gd name="T61" fmla="*/ 26 h 58"/>
                <a:gd name="T62" fmla="*/ 34 w 57"/>
                <a:gd name="T63" fmla="*/ 27 h 58"/>
                <a:gd name="T64" fmla="*/ 42 w 57"/>
                <a:gd name="T65" fmla="*/ 3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7" h="58">
                  <a:moveTo>
                    <a:pt x="30" y="0"/>
                  </a:moveTo>
                  <a:cubicBezTo>
                    <a:pt x="11" y="4"/>
                    <a:pt x="11" y="4"/>
                    <a:pt x="11" y="4"/>
                  </a:cubicBezTo>
                  <a:cubicBezTo>
                    <a:pt x="5" y="13"/>
                    <a:pt x="0" y="27"/>
                    <a:pt x="2" y="37"/>
                  </a:cubicBezTo>
                  <a:cubicBezTo>
                    <a:pt x="6" y="52"/>
                    <a:pt x="20" y="58"/>
                    <a:pt x="34" y="55"/>
                  </a:cubicBezTo>
                  <a:cubicBezTo>
                    <a:pt x="48" y="51"/>
                    <a:pt x="57" y="39"/>
                    <a:pt x="53" y="24"/>
                  </a:cubicBezTo>
                  <a:cubicBezTo>
                    <a:pt x="51" y="14"/>
                    <a:pt x="40" y="4"/>
                    <a:pt x="30" y="0"/>
                  </a:cubicBezTo>
                  <a:close/>
                  <a:moveTo>
                    <a:pt x="42" y="36"/>
                  </a:moveTo>
                  <a:cubicBezTo>
                    <a:pt x="42" y="38"/>
                    <a:pt x="41" y="39"/>
                    <a:pt x="40" y="40"/>
                  </a:cubicBezTo>
                  <a:cubicBezTo>
                    <a:pt x="39" y="41"/>
                    <a:pt x="38" y="42"/>
                    <a:pt x="36" y="43"/>
                  </a:cubicBezTo>
                  <a:cubicBezTo>
                    <a:pt x="35" y="44"/>
                    <a:pt x="34" y="44"/>
                    <a:pt x="33" y="45"/>
                  </a:cubicBezTo>
                  <a:cubicBezTo>
                    <a:pt x="34" y="47"/>
                    <a:pt x="34" y="47"/>
                    <a:pt x="34" y="47"/>
                  </a:cubicBezTo>
                  <a:cubicBezTo>
                    <a:pt x="34" y="48"/>
                    <a:pt x="33" y="49"/>
                    <a:pt x="32" y="49"/>
                  </a:cubicBezTo>
                  <a:cubicBezTo>
                    <a:pt x="31" y="49"/>
                    <a:pt x="30" y="49"/>
                    <a:pt x="30" y="48"/>
                  </a:cubicBezTo>
                  <a:cubicBezTo>
                    <a:pt x="29" y="46"/>
                    <a:pt x="29" y="46"/>
                    <a:pt x="29" y="46"/>
                  </a:cubicBezTo>
                  <a:cubicBezTo>
                    <a:pt x="28" y="46"/>
                    <a:pt x="27" y="46"/>
                    <a:pt x="27" y="46"/>
                  </a:cubicBezTo>
                  <a:cubicBezTo>
                    <a:pt x="25" y="46"/>
                    <a:pt x="23" y="46"/>
                    <a:pt x="22" y="46"/>
                  </a:cubicBezTo>
                  <a:cubicBezTo>
                    <a:pt x="21" y="46"/>
                    <a:pt x="20" y="45"/>
                    <a:pt x="19" y="45"/>
                  </a:cubicBezTo>
                  <a:cubicBezTo>
                    <a:pt x="18" y="45"/>
                    <a:pt x="18" y="44"/>
                    <a:pt x="18" y="43"/>
                  </a:cubicBezTo>
                  <a:cubicBezTo>
                    <a:pt x="17" y="43"/>
                    <a:pt x="18" y="42"/>
                    <a:pt x="18" y="42"/>
                  </a:cubicBezTo>
                  <a:cubicBezTo>
                    <a:pt x="18" y="41"/>
                    <a:pt x="19" y="41"/>
                    <a:pt x="19" y="41"/>
                  </a:cubicBezTo>
                  <a:cubicBezTo>
                    <a:pt x="20" y="41"/>
                    <a:pt x="20" y="41"/>
                    <a:pt x="21" y="41"/>
                  </a:cubicBezTo>
                  <a:cubicBezTo>
                    <a:pt x="22" y="41"/>
                    <a:pt x="23" y="41"/>
                    <a:pt x="24" y="41"/>
                  </a:cubicBezTo>
                  <a:cubicBezTo>
                    <a:pt x="25" y="41"/>
                    <a:pt x="26" y="41"/>
                    <a:pt x="27" y="41"/>
                  </a:cubicBezTo>
                  <a:cubicBezTo>
                    <a:pt x="28" y="41"/>
                    <a:pt x="29" y="41"/>
                    <a:pt x="31" y="41"/>
                  </a:cubicBezTo>
                  <a:cubicBezTo>
                    <a:pt x="32" y="40"/>
                    <a:pt x="32" y="40"/>
                    <a:pt x="33" y="40"/>
                  </a:cubicBezTo>
                  <a:cubicBezTo>
                    <a:pt x="34" y="39"/>
                    <a:pt x="34" y="39"/>
                    <a:pt x="35" y="38"/>
                  </a:cubicBezTo>
                  <a:cubicBezTo>
                    <a:pt x="35" y="38"/>
                    <a:pt x="36" y="37"/>
                    <a:pt x="36" y="37"/>
                  </a:cubicBezTo>
                  <a:cubicBezTo>
                    <a:pt x="36" y="36"/>
                    <a:pt x="36" y="35"/>
                    <a:pt x="36" y="34"/>
                  </a:cubicBezTo>
                  <a:cubicBezTo>
                    <a:pt x="36" y="34"/>
                    <a:pt x="35" y="33"/>
                    <a:pt x="34" y="33"/>
                  </a:cubicBezTo>
                  <a:cubicBezTo>
                    <a:pt x="34" y="32"/>
                    <a:pt x="33" y="32"/>
                    <a:pt x="31" y="32"/>
                  </a:cubicBezTo>
                  <a:cubicBezTo>
                    <a:pt x="30" y="32"/>
                    <a:pt x="29" y="32"/>
                    <a:pt x="27" y="32"/>
                  </a:cubicBezTo>
                  <a:cubicBezTo>
                    <a:pt x="26" y="32"/>
                    <a:pt x="25" y="32"/>
                    <a:pt x="23" y="32"/>
                  </a:cubicBezTo>
                  <a:cubicBezTo>
                    <a:pt x="22" y="32"/>
                    <a:pt x="21" y="32"/>
                    <a:pt x="20" y="32"/>
                  </a:cubicBezTo>
                  <a:cubicBezTo>
                    <a:pt x="19" y="32"/>
                    <a:pt x="18" y="31"/>
                    <a:pt x="17" y="31"/>
                  </a:cubicBezTo>
                  <a:cubicBezTo>
                    <a:pt x="16" y="30"/>
                    <a:pt x="15" y="30"/>
                    <a:pt x="15" y="29"/>
                  </a:cubicBezTo>
                  <a:cubicBezTo>
                    <a:pt x="14" y="28"/>
                    <a:pt x="13" y="27"/>
                    <a:pt x="13" y="26"/>
                  </a:cubicBezTo>
                  <a:cubicBezTo>
                    <a:pt x="13" y="25"/>
                    <a:pt x="13" y="24"/>
                    <a:pt x="13" y="22"/>
                  </a:cubicBezTo>
                  <a:cubicBezTo>
                    <a:pt x="14" y="21"/>
                    <a:pt x="14" y="20"/>
                    <a:pt x="15" y="19"/>
                  </a:cubicBezTo>
                  <a:cubicBezTo>
                    <a:pt x="16" y="18"/>
                    <a:pt x="17" y="17"/>
                    <a:pt x="19" y="16"/>
                  </a:cubicBezTo>
                  <a:cubicBezTo>
                    <a:pt x="20" y="16"/>
                    <a:pt x="20" y="16"/>
                    <a:pt x="21" y="15"/>
                  </a:cubicBezTo>
                  <a:cubicBezTo>
                    <a:pt x="21" y="12"/>
                    <a:pt x="21" y="12"/>
                    <a:pt x="21" y="12"/>
                  </a:cubicBezTo>
                  <a:cubicBezTo>
                    <a:pt x="20" y="11"/>
                    <a:pt x="21" y="10"/>
                    <a:pt x="22" y="10"/>
                  </a:cubicBezTo>
                  <a:cubicBezTo>
                    <a:pt x="23" y="10"/>
                    <a:pt x="24" y="10"/>
                    <a:pt x="24" y="11"/>
                  </a:cubicBezTo>
                  <a:cubicBezTo>
                    <a:pt x="25" y="14"/>
                    <a:pt x="25" y="14"/>
                    <a:pt x="25" y="14"/>
                  </a:cubicBezTo>
                  <a:cubicBezTo>
                    <a:pt x="26" y="14"/>
                    <a:pt x="28" y="14"/>
                    <a:pt x="29" y="14"/>
                  </a:cubicBezTo>
                  <a:cubicBezTo>
                    <a:pt x="30" y="14"/>
                    <a:pt x="31" y="14"/>
                    <a:pt x="32" y="14"/>
                  </a:cubicBezTo>
                  <a:cubicBezTo>
                    <a:pt x="33" y="14"/>
                    <a:pt x="34" y="14"/>
                    <a:pt x="35" y="15"/>
                  </a:cubicBezTo>
                  <a:cubicBezTo>
                    <a:pt x="35" y="15"/>
                    <a:pt x="36" y="16"/>
                    <a:pt x="36" y="16"/>
                  </a:cubicBezTo>
                  <a:cubicBezTo>
                    <a:pt x="36" y="17"/>
                    <a:pt x="36" y="17"/>
                    <a:pt x="36" y="18"/>
                  </a:cubicBezTo>
                  <a:cubicBezTo>
                    <a:pt x="35" y="18"/>
                    <a:pt x="35" y="19"/>
                    <a:pt x="34" y="19"/>
                  </a:cubicBezTo>
                  <a:cubicBezTo>
                    <a:pt x="34" y="19"/>
                    <a:pt x="34" y="19"/>
                    <a:pt x="33" y="19"/>
                  </a:cubicBezTo>
                  <a:cubicBezTo>
                    <a:pt x="33" y="19"/>
                    <a:pt x="33" y="19"/>
                    <a:pt x="33" y="19"/>
                  </a:cubicBezTo>
                  <a:cubicBezTo>
                    <a:pt x="32" y="19"/>
                    <a:pt x="31" y="18"/>
                    <a:pt x="30" y="18"/>
                  </a:cubicBezTo>
                  <a:cubicBezTo>
                    <a:pt x="28" y="18"/>
                    <a:pt x="27" y="19"/>
                    <a:pt x="25" y="19"/>
                  </a:cubicBezTo>
                  <a:cubicBezTo>
                    <a:pt x="24" y="19"/>
                    <a:pt x="23" y="20"/>
                    <a:pt x="23" y="20"/>
                  </a:cubicBezTo>
                  <a:cubicBezTo>
                    <a:pt x="22" y="20"/>
                    <a:pt x="21" y="21"/>
                    <a:pt x="21" y="21"/>
                  </a:cubicBezTo>
                  <a:cubicBezTo>
                    <a:pt x="20" y="22"/>
                    <a:pt x="20" y="22"/>
                    <a:pt x="20" y="23"/>
                  </a:cubicBezTo>
                  <a:cubicBezTo>
                    <a:pt x="20" y="23"/>
                    <a:pt x="20" y="24"/>
                    <a:pt x="20" y="24"/>
                  </a:cubicBezTo>
                  <a:cubicBezTo>
                    <a:pt x="20" y="25"/>
                    <a:pt x="20" y="25"/>
                    <a:pt x="21" y="26"/>
                  </a:cubicBezTo>
                  <a:cubicBezTo>
                    <a:pt x="21" y="26"/>
                    <a:pt x="22" y="26"/>
                    <a:pt x="22" y="26"/>
                  </a:cubicBezTo>
                  <a:cubicBezTo>
                    <a:pt x="23" y="26"/>
                    <a:pt x="24" y="27"/>
                    <a:pt x="25" y="27"/>
                  </a:cubicBezTo>
                  <a:cubicBezTo>
                    <a:pt x="26" y="27"/>
                    <a:pt x="27" y="27"/>
                    <a:pt x="28" y="26"/>
                  </a:cubicBezTo>
                  <a:cubicBezTo>
                    <a:pt x="29" y="26"/>
                    <a:pt x="30" y="26"/>
                    <a:pt x="31" y="26"/>
                  </a:cubicBezTo>
                  <a:cubicBezTo>
                    <a:pt x="32" y="26"/>
                    <a:pt x="33" y="27"/>
                    <a:pt x="34" y="27"/>
                  </a:cubicBezTo>
                  <a:cubicBezTo>
                    <a:pt x="36" y="27"/>
                    <a:pt x="38" y="27"/>
                    <a:pt x="39" y="28"/>
                  </a:cubicBezTo>
                  <a:cubicBezTo>
                    <a:pt x="41" y="29"/>
                    <a:pt x="42" y="30"/>
                    <a:pt x="42" y="32"/>
                  </a:cubicBezTo>
                  <a:cubicBezTo>
                    <a:pt x="43" y="34"/>
                    <a:pt x="43" y="35"/>
                    <a:pt x="42"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4" name="Freeform 39"/>
            <p:cNvSpPr>
              <a:spLocks/>
            </p:cNvSpPr>
            <p:nvPr/>
          </p:nvSpPr>
          <p:spPr bwMode="auto">
            <a:xfrm>
              <a:off x="5616575" y="6400800"/>
              <a:ext cx="90488" cy="80963"/>
            </a:xfrm>
            <a:custGeom>
              <a:avLst/>
              <a:gdLst>
                <a:gd name="T0" fmla="*/ 8 w 24"/>
                <a:gd name="T1" fmla="*/ 21 h 21"/>
                <a:gd name="T2" fmla="*/ 16 w 24"/>
                <a:gd name="T3" fmla="*/ 19 h 21"/>
                <a:gd name="T4" fmla="*/ 24 w 24"/>
                <a:gd name="T5" fmla="*/ 17 h 21"/>
                <a:gd name="T6" fmla="*/ 24 w 24"/>
                <a:gd name="T7" fmla="*/ 5 h 21"/>
                <a:gd name="T8" fmla="*/ 19 w 24"/>
                <a:gd name="T9" fmla="*/ 9 h 21"/>
                <a:gd name="T10" fmla="*/ 18 w 24"/>
                <a:gd name="T11" fmla="*/ 8 h 21"/>
                <a:gd name="T12" fmla="*/ 18 w 24"/>
                <a:gd name="T13" fmla="*/ 7 h 21"/>
                <a:gd name="T14" fmla="*/ 14 w 24"/>
                <a:gd name="T15" fmla="*/ 4 h 21"/>
                <a:gd name="T16" fmla="*/ 10 w 24"/>
                <a:gd name="T17" fmla="*/ 6 h 21"/>
                <a:gd name="T18" fmla="*/ 9 w 24"/>
                <a:gd name="T19" fmla="*/ 10 h 21"/>
                <a:gd name="T20" fmla="*/ 9 w 24"/>
                <a:gd name="T21" fmla="*/ 11 h 21"/>
                <a:gd name="T22" fmla="*/ 2 w 24"/>
                <a:gd name="T23" fmla="*/ 10 h 21"/>
                <a:gd name="T24" fmla="*/ 8 w 24"/>
                <a:gd name="T25"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21">
                  <a:moveTo>
                    <a:pt x="8" y="21"/>
                  </a:moveTo>
                  <a:cubicBezTo>
                    <a:pt x="8" y="21"/>
                    <a:pt x="16" y="19"/>
                    <a:pt x="16" y="19"/>
                  </a:cubicBezTo>
                  <a:cubicBezTo>
                    <a:pt x="24" y="17"/>
                    <a:pt x="24" y="17"/>
                    <a:pt x="24" y="17"/>
                  </a:cubicBezTo>
                  <a:cubicBezTo>
                    <a:pt x="24" y="17"/>
                    <a:pt x="24" y="9"/>
                    <a:pt x="24" y="5"/>
                  </a:cubicBezTo>
                  <a:cubicBezTo>
                    <a:pt x="24" y="0"/>
                    <a:pt x="19" y="3"/>
                    <a:pt x="19" y="9"/>
                  </a:cubicBezTo>
                  <a:cubicBezTo>
                    <a:pt x="19" y="9"/>
                    <a:pt x="19" y="8"/>
                    <a:pt x="18" y="8"/>
                  </a:cubicBezTo>
                  <a:cubicBezTo>
                    <a:pt x="18" y="8"/>
                    <a:pt x="18" y="7"/>
                    <a:pt x="18" y="7"/>
                  </a:cubicBezTo>
                  <a:cubicBezTo>
                    <a:pt x="17" y="6"/>
                    <a:pt x="15" y="5"/>
                    <a:pt x="14" y="4"/>
                  </a:cubicBezTo>
                  <a:cubicBezTo>
                    <a:pt x="12" y="3"/>
                    <a:pt x="10" y="5"/>
                    <a:pt x="10" y="6"/>
                  </a:cubicBezTo>
                  <a:cubicBezTo>
                    <a:pt x="9" y="8"/>
                    <a:pt x="9" y="9"/>
                    <a:pt x="9" y="10"/>
                  </a:cubicBezTo>
                  <a:cubicBezTo>
                    <a:pt x="9" y="11"/>
                    <a:pt x="9" y="11"/>
                    <a:pt x="9" y="11"/>
                  </a:cubicBezTo>
                  <a:cubicBezTo>
                    <a:pt x="6" y="7"/>
                    <a:pt x="0" y="7"/>
                    <a:pt x="2" y="10"/>
                  </a:cubicBezTo>
                  <a:cubicBezTo>
                    <a:pt x="4" y="14"/>
                    <a:pt x="8" y="21"/>
                    <a:pt x="8"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85" name="组合 984"/>
          <p:cNvGrpSpPr/>
          <p:nvPr/>
        </p:nvGrpSpPr>
        <p:grpSpPr>
          <a:xfrm>
            <a:off x="9278101" y="6289367"/>
            <a:ext cx="268905" cy="419991"/>
            <a:chOff x="4981575" y="6200775"/>
            <a:chExt cx="307975" cy="481013"/>
          </a:xfrm>
          <a:solidFill>
            <a:srgbClr val="707E84"/>
          </a:solidFill>
        </p:grpSpPr>
        <p:sp>
          <p:nvSpPr>
            <p:cNvPr id="986" name="Freeform 40"/>
            <p:cNvSpPr>
              <a:spLocks/>
            </p:cNvSpPr>
            <p:nvPr/>
          </p:nvSpPr>
          <p:spPr bwMode="auto">
            <a:xfrm>
              <a:off x="4981575" y="6557963"/>
              <a:ext cx="307975" cy="123825"/>
            </a:xfrm>
            <a:custGeom>
              <a:avLst/>
              <a:gdLst>
                <a:gd name="T0" fmla="*/ 0 w 82"/>
                <a:gd name="T1" fmla="*/ 14 h 32"/>
                <a:gd name="T2" fmla="*/ 14 w 82"/>
                <a:gd name="T3" fmla="*/ 31 h 32"/>
                <a:gd name="T4" fmla="*/ 22 w 82"/>
                <a:gd name="T5" fmla="*/ 29 h 32"/>
                <a:gd name="T6" fmla="*/ 56 w 82"/>
                <a:gd name="T7" fmla="*/ 28 h 32"/>
                <a:gd name="T8" fmla="*/ 82 w 82"/>
                <a:gd name="T9" fmla="*/ 4 h 32"/>
                <a:gd name="T10" fmla="*/ 75 w 82"/>
                <a:gd name="T11" fmla="*/ 3 h 32"/>
                <a:gd name="T12" fmla="*/ 63 w 82"/>
                <a:gd name="T13" fmla="*/ 14 h 32"/>
                <a:gd name="T14" fmla="*/ 32 w 82"/>
                <a:gd name="T15" fmla="*/ 12 h 32"/>
                <a:gd name="T16" fmla="*/ 56 w 82"/>
                <a:gd name="T17" fmla="*/ 10 h 32"/>
                <a:gd name="T18" fmla="*/ 52 w 82"/>
                <a:gd name="T19" fmla="*/ 2 h 32"/>
                <a:gd name="T20" fmla="*/ 28 w 82"/>
                <a:gd name="T21" fmla="*/ 3 h 32"/>
                <a:gd name="T22" fmla="*/ 12 w 82"/>
                <a:gd name="T23" fmla="*/ 2 h 32"/>
                <a:gd name="T24" fmla="*/ 0 w 82"/>
                <a:gd name="T25" fmla="*/ 14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2" h="32">
                  <a:moveTo>
                    <a:pt x="0" y="14"/>
                  </a:moveTo>
                  <a:cubicBezTo>
                    <a:pt x="0" y="20"/>
                    <a:pt x="10" y="29"/>
                    <a:pt x="14" y="31"/>
                  </a:cubicBezTo>
                  <a:cubicBezTo>
                    <a:pt x="18" y="32"/>
                    <a:pt x="19" y="29"/>
                    <a:pt x="22" y="29"/>
                  </a:cubicBezTo>
                  <a:cubicBezTo>
                    <a:pt x="23" y="29"/>
                    <a:pt x="49" y="31"/>
                    <a:pt x="56" y="28"/>
                  </a:cubicBezTo>
                  <a:cubicBezTo>
                    <a:pt x="62" y="26"/>
                    <a:pt x="82" y="8"/>
                    <a:pt x="82" y="4"/>
                  </a:cubicBezTo>
                  <a:cubicBezTo>
                    <a:pt x="82" y="1"/>
                    <a:pt x="79" y="0"/>
                    <a:pt x="75" y="3"/>
                  </a:cubicBezTo>
                  <a:cubicBezTo>
                    <a:pt x="70" y="6"/>
                    <a:pt x="67" y="10"/>
                    <a:pt x="63" y="14"/>
                  </a:cubicBezTo>
                  <a:cubicBezTo>
                    <a:pt x="54" y="20"/>
                    <a:pt x="39" y="22"/>
                    <a:pt x="32" y="12"/>
                  </a:cubicBezTo>
                  <a:cubicBezTo>
                    <a:pt x="32" y="12"/>
                    <a:pt x="52" y="15"/>
                    <a:pt x="56" y="10"/>
                  </a:cubicBezTo>
                  <a:cubicBezTo>
                    <a:pt x="59" y="4"/>
                    <a:pt x="56" y="2"/>
                    <a:pt x="52" y="2"/>
                  </a:cubicBezTo>
                  <a:cubicBezTo>
                    <a:pt x="48" y="2"/>
                    <a:pt x="32" y="3"/>
                    <a:pt x="28" y="3"/>
                  </a:cubicBezTo>
                  <a:cubicBezTo>
                    <a:pt x="23" y="2"/>
                    <a:pt x="16" y="0"/>
                    <a:pt x="12" y="2"/>
                  </a:cubicBezTo>
                  <a:cubicBezTo>
                    <a:pt x="9" y="4"/>
                    <a:pt x="1" y="9"/>
                    <a:pt x="0"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7" name="Freeform 41"/>
            <p:cNvSpPr>
              <a:spLocks/>
            </p:cNvSpPr>
            <p:nvPr/>
          </p:nvSpPr>
          <p:spPr bwMode="auto">
            <a:xfrm>
              <a:off x="5091113" y="6492875"/>
              <a:ext cx="127000" cy="46038"/>
            </a:xfrm>
            <a:custGeom>
              <a:avLst/>
              <a:gdLst>
                <a:gd name="T0" fmla="*/ 30 w 34"/>
                <a:gd name="T1" fmla="*/ 0 h 12"/>
                <a:gd name="T2" fmla="*/ 4 w 34"/>
                <a:gd name="T3" fmla="*/ 0 h 12"/>
                <a:gd name="T4" fmla="*/ 0 w 34"/>
                <a:gd name="T5" fmla="*/ 3 h 12"/>
                <a:gd name="T6" fmla="*/ 4 w 34"/>
                <a:gd name="T7" fmla="*/ 7 h 12"/>
                <a:gd name="T8" fmla="*/ 10 w 34"/>
                <a:gd name="T9" fmla="*/ 7 h 12"/>
                <a:gd name="T10" fmla="*/ 10 w 34"/>
                <a:gd name="T11" fmla="*/ 7 h 12"/>
                <a:gd name="T12" fmla="*/ 17 w 34"/>
                <a:gd name="T13" fmla="*/ 12 h 12"/>
                <a:gd name="T14" fmla="*/ 25 w 34"/>
                <a:gd name="T15" fmla="*/ 7 h 12"/>
                <a:gd name="T16" fmla="*/ 25 w 34"/>
                <a:gd name="T17" fmla="*/ 7 h 12"/>
                <a:gd name="T18" fmla="*/ 30 w 34"/>
                <a:gd name="T19" fmla="*/ 7 h 12"/>
                <a:gd name="T20" fmla="*/ 34 w 34"/>
                <a:gd name="T21" fmla="*/ 3 h 12"/>
                <a:gd name="T22" fmla="*/ 30 w 34"/>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12">
                  <a:moveTo>
                    <a:pt x="30" y="0"/>
                  </a:moveTo>
                  <a:cubicBezTo>
                    <a:pt x="4" y="0"/>
                    <a:pt x="4" y="0"/>
                    <a:pt x="4" y="0"/>
                  </a:cubicBezTo>
                  <a:cubicBezTo>
                    <a:pt x="2" y="0"/>
                    <a:pt x="0" y="1"/>
                    <a:pt x="0" y="3"/>
                  </a:cubicBezTo>
                  <a:cubicBezTo>
                    <a:pt x="0" y="5"/>
                    <a:pt x="2" y="7"/>
                    <a:pt x="4" y="7"/>
                  </a:cubicBezTo>
                  <a:cubicBezTo>
                    <a:pt x="10" y="7"/>
                    <a:pt x="10" y="7"/>
                    <a:pt x="10" y="7"/>
                  </a:cubicBezTo>
                  <a:cubicBezTo>
                    <a:pt x="10" y="7"/>
                    <a:pt x="10" y="7"/>
                    <a:pt x="10" y="7"/>
                  </a:cubicBezTo>
                  <a:cubicBezTo>
                    <a:pt x="10" y="10"/>
                    <a:pt x="13" y="12"/>
                    <a:pt x="17" y="12"/>
                  </a:cubicBezTo>
                  <a:cubicBezTo>
                    <a:pt x="21" y="12"/>
                    <a:pt x="25" y="10"/>
                    <a:pt x="25" y="7"/>
                  </a:cubicBezTo>
                  <a:cubicBezTo>
                    <a:pt x="25" y="7"/>
                    <a:pt x="25" y="7"/>
                    <a:pt x="25" y="7"/>
                  </a:cubicBezTo>
                  <a:cubicBezTo>
                    <a:pt x="30" y="7"/>
                    <a:pt x="30" y="7"/>
                    <a:pt x="30" y="7"/>
                  </a:cubicBezTo>
                  <a:cubicBezTo>
                    <a:pt x="32" y="7"/>
                    <a:pt x="34" y="5"/>
                    <a:pt x="34" y="3"/>
                  </a:cubicBezTo>
                  <a:cubicBezTo>
                    <a:pt x="34" y="1"/>
                    <a:pt x="32" y="0"/>
                    <a:pt x="3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8" name="Freeform 42"/>
            <p:cNvSpPr>
              <a:spLocks noEditPoints="1"/>
            </p:cNvSpPr>
            <p:nvPr/>
          </p:nvSpPr>
          <p:spPr bwMode="auto">
            <a:xfrm>
              <a:off x="5046663" y="6200775"/>
              <a:ext cx="220663" cy="250825"/>
            </a:xfrm>
            <a:custGeom>
              <a:avLst/>
              <a:gdLst>
                <a:gd name="T0" fmla="*/ 29 w 59"/>
                <a:gd name="T1" fmla="*/ 0 h 65"/>
                <a:gd name="T2" fmla="*/ 0 w 59"/>
                <a:gd name="T3" fmla="*/ 30 h 65"/>
                <a:gd name="T4" fmla="*/ 13 w 59"/>
                <a:gd name="T5" fmla="*/ 65 h 65"/>
                <a:gd name="T6" fmla="*/ 46 w 59"/>
                <a:gd name="T7" fmla="*/ 65 h 65"/>
                <a:gd name="T8" fmla="*/ 59 w 59"/>
                <a:gd name="T9" fmla="*/ 30 h 65"/>
                <a:gd name="T10" fmla="*/ 29 w 59"/>
                <a:gd name="T11" fmla="*/ 0 h 65"/>
                <a:gd name="T12" fmla="*/ 37 w 59"/>
                <a:gd name="T13" fmla="*/ 40 h 65"/>
                <a:gd name="T14" fmla="*/ 29 w 59"/>
                <a:gd name="T15" fmla="*/ 36 h 65"/>
                <a:gd name="T16" fmla="*/ 22 w 59"/>
                <a:gd name="T17" fmla="*/ 40 h 65"/>
                <a:gd name="T18" fmla="*/ 23 w 59"/>
                <a:gd name="T19" fmla="*/ 32 h 65"/>
                <a:gd name="T20" fmla="*/ 17 w 59"/>
                <a:gd name="T21" fmla="*/ 26 h 65"/>
                <a:gd name="T22" fmla="*/ 26 w 59"/>
                <a:gd name="T23" fmla="*/ 25 h 65"/>
                <a:gd name="T24" fmla="*/ 29 w 59"/>
                <a:gd name="T25" fmla="*/ 17 h 65"/>
                <a:gd name="T26" fmla="*/ 33 w 59"/>
                <a:gd name="T27" fmla="*/ 25 h 65"/>
                <a:gd name="T28" fmla="*/ 41 w 59"/>
                <a:gd name="T29" fmla="*/ 26 h 65"/>
                <a:gd name="T30" fmla="*/ 35 w 59"/>
                <a:gd name="T31" fmla="*/ 32 h 65"/>
                <a:gd name="T32" fmla="*/ 37 w 59"/>
                <a:gd name="T33" fmla="*/ 4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9" h="65">
                  <a:moveTo>
                    <a:pt x="29" y="0"/>
                  </a:moveTo>
                  <a:cubicBezTo>
                    <a:pt x="13" y="0"/>
                    <a:pt x="0" y="13"/>
                    <a:pt x="0" y="30"/>
                  </a:cubicBezTo>
                  <a:cubicBezTo>
                    <a:pt x="0" y="43"/>
                    <a:pt x="13" y="51"/>
                    <a:pt x="13" y="65"/>
                  </a:cubicBezTo>
                  <a:cubicBezTo>
                    <a:pt x="46" y="65"/>
                    <a:pt x="46" y="65"/>
                    <a:pt x="46" y="65"/>
                  </a:cubicBezTo>
                  <a:cubicBezTo>
                    <a:pt x="46" y="51"/>
                    <a:pt x="59" y="43"/>
                    <a:pt x="59" y="30"/>
                  </a:cubicBezTo>
                  <a:cubicBezTo>
                    <a:pt x="59" y="13"/>
                    <a:pt x="45" y="0"/>
                    <a:pt x="29" y="0"/>
                  </a:cubicBezTo>
                  <a:close/>
                  <a:moveTo>
                    <a:pt x="37" y="40"/>
                  </a:moveTo>
                  <a:cubicBezTo>
                    <a:pt x="29" y="36"/>
                    <a:pt x="29" y="36"/>
                    <a:pt x="29" y="36"/>
                  </a:cubicBezTo>
                  <a:cubicBezTo>
                    <a:pt x="22" y="40"/>
                    <a:pt x="22" y="40"/>
                    <a:pt x="22" y="40"/>
                  </a:cubicBezTo>
                  <a:cubicBezTo>
                    <a:pt x="23" y="32"/>
                    <a:pt x="23" y="32"/>
                    <a:pt x="23" y="32"/>
                  </a:cubicBezTo>
                  <a:cubicBezTo>
                    <a:pt x="17" y="26"/>
                    <a:pt x="17" y="26"/>
                    <a:pt x="17" y="26"/>
                  </a:cubicBezTo>
                  <a:cubicBezTo>
                    <a:pt x="26" y="25"/>
                    <a:pt x="26" y="25"/>
                    <a:pt x="26" y="25"/>
                  </a:cubicBezTo>
                  <a:cubicBezTo>
                    <a:pt x="29" y="17"/>
                    <a:pt x="29" y="17"/>
                    <a:pt x="29" y="17"/>
                  </a:cubicBezTo>
                  <a:cubicBezTo>
                    <a:pt x="33" y="25"/>
                    <a:pt x="33" y="25"/>
                    <a:pt x="33" y="25"/>
                  </a:cubicBezTo>
                  <a:cubicBezTo>
                    <a:pt x="41" y="26"/>
                    <a:pt x="41" y="26"/>
                    <a:pt x="41" y="26"/>
                  </a:cubicBezTo>
                  <a:cubicBezTo>
                    <a:pt x="35" y="32"/>
                    <a:pt x="35" y="32"/>
                    <a:pt x="35" y="32"/>
                  </a:cubicBezTo>
                  <a:lnTo>
                    <a:pt x="37"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9" name="Freeform 43"/>
            <p:cNvSpPr>
              <a:spLocks/>
            </p:cNvSpPr>
            <p:nvPr/>
          </p:nvSpPr>
          <p:spPr bwMode="auto">
            <a:xfrm>
              <a:off x="5091113" y="6462713"/>
              <a:ext cx="127000" cy="19050"/>
            </a:xfrm>
            <a:custGeom>
              <a:avLst/>
              <a:gdLst>
                <a:gd name="T0" fmla="*/ 3 w 34"/>
                <a:gd name="T1" fmla="*/ 5 h 5"/>
                <a:gd name="T2" fmla="*/ 31 w 34"/>
                <a:gd name="T3" fmla="*/ 5 h 5"/>
                <a:gd name="T4" fmla="*/ 34 w 34"/>
                <a:gd name="T5" fmla="*/ 3 h 5"/>
                <a:gd name="T6" fmla="*/ 31 w 34"/>
                <a:gd name="T7" fmla="*/ 0 h 5"/>
                <a:gd name="T8" fmla="*/ 3 w 34"/>
                <a:gd name="T9" fmla="*/ 0 h 5"/>
                <a:gd name="T10" fmla="*/ 0 w 34"/>
                <a:gd name="T11" fmla="*/ 3 h 5"/>
                <a:gd name="T12" fmla="*/ 3 w 34"/>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34" h="5">
                  <a:moveTo>
                    <a:pt x="3" y="5"/>
                  </a:moveTo>
                  <a:cubicBezTo>
                    <a:pt x="31" y="5"/>
                    <a:pt x="31" y="5"/>
                    <a:pt x="31" y="5"/>
                  </a:cubicBezTo>
                  <a:cubicBezTo>
                    <a:pt x="33" y="5"/>
                    <a:pt x="34" y="4"/>
                    <a:pt x="34" y="3"/>
                  </a:cubicBezTo>
                  <a:cubicBezTo>
                    <a:pt x="34" y="1"/>
                    <a:pt x="33" y="0"/>
                    <a:pt x="31" y="0"/>
                  </a:cubicBezTo>
                  <a:cubicBezTo>
                    <a:pt x="3" y="0"/>
                    <a:pt x="3" y="0"/>
                    <a:pt x="3" y="0"/>
                  </a:cubicBezTo>
                  <a:cubicBezTo>
                    <a:pt x="1" y="0"/>
                    <a:pt x="0" y="1"/>
                    <a:pt x="0" y="3"/>
                  </a:cubicBezTo>
                  <a:cubicBezTo>
                    <a:pt x="0" y="4"/>
                    <a:pt x="1"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90" name="组合 989"/>
          <p:cNvGrpSpPr/>
          <p:nvPr/>
        </p:nvGrpSpPr>
        <p:grpSpPr>
          <a:xfrm>
            <a:off x="8725963" y="5386144"/>
            <a:ext cx="399168" cy="319088"/>
            <a:chOff x="819150" y="6292850"/>
            <a:chExt cx="514351" cy="411163"/>
          </a:xfrm>
          <a:solidFill>
            <a:srgbClr val="707E84"/>
          </a:solidFill>
        </p:grpSpPr>
        <p:sp>
          <p:nvSpPr>
            <p:cNvPr id="991" name="Freeform 44"/>
            <p:cNvSpPr>
              <a:spLocks/>
            </p:cNvSpPr>
            <p:nvPr/>
          </p:nvSpPr>
          <p:spPr bwMode="auto">
            <a:xfrm>
              <a:off x="819150" y="6519863"/>
              <a:ext cx="273050" cy="184150"/>
            </a:xfrm>
            <a:custGeom>
              <a:avLst/>
              <a:gdLst>
                <a:gd name="T0" fmla="*/ 67 w 73"/>
                <a:gd name="T1" fmla="*/ 16 h 48"/>
                <a:gd name="T2" fmla="*/ 64 w 73"/>
                <a:gd name="T3" fmla="*/ 12 h 48"/>
                <a:gd name="T4" fmla="*/ 29 w 73"/>
                <a:gd name="T5" fmla="*/ 0 h 48"/>
                <a:gd name="T6" fmla="*/ 0 w 73"/>
                <a:gd name="T7" fmla="*/ 30 h 48"/>
                <a:gd name="T8" fmla="*/ 0 w 73"/>
                <a:gd name="T9" fmla="*/ 48 h 48"/>
                <a:gd name="T10" fmla="*/ 32 w 73"/>
                <a:gd name="T11" fmla="*/ 15 h 48"/>
                <a:gd name="T12" fmla="*/ 73 w 73"/>
                <a:gd name="T13" fmla="*/ 29 h 48"/>
                <a:gd name="T14" fmla="*/ 67 w 73"/>
                <a:gd name="T15" fmla="*/ 16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48">
                  <a:moveTo>
                    <a:pt x="67" y="16"/>
                  </a:moveTo>
                  <a:cubicBezTo>
                    <a:pt x="66" y="14"/>
                    <a:pt x="65" y="13"/>
                    <a:pt x="64" y="12"/>
                  </a:cubicBezTo>
                  <a:cubicBezTo>
                    <a:pt x="29" y="0"/>
                    <a:pt x="29" y="0"/>
                    <a:pt x="29" y="0"/>
                  </a:cubicBezTo>
                  <a:cubicBezTo>
                    <a:pt x="0" y="30"/>
                    <a:pt x="0" y="30"/>
                    <a:pt x="0" y="30"/>
                  </a:cubicBezTo>
                  <a:cubicBezTo>
                    <a:pt x="0" y="48"/>
                    <a:pt x="0" y="48"/>
                    <a:pt x="0" y="48"/>
                  </a:cubicBezTo>
                  <a:cubicBezTo>
                    <a:pt x="32" y="15"/>
                    <a:pt x="32" y="15"/>
                    <a:pt x="32" y="15"/>
                  </a:cubicBezTo>
                  <a:cubicBezTo>
                    <a:pt x="73" y="29"/>
                    <a:pt x="73" y="29"/>
                    <a:pt x="73" y="29"/>
                  </a:cubicBezTo>
                  <a:cubicBezTo>
                    <a:pt x="71" y="24"/>
                    <a:pt x="69" y="18"/>
                    <a:pt x="67"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2" name="Freeform 45"/>
            <p:cNvSpPr>
              <a:spLocks/>
            </p:cNvSpPr>
            <p:nvPr/>
          </p:nvSpPr>
          <p:spPr bwMode="auto">
            <a:xfrm>
              <a:off x="1119188" y="6354763"/>
              <a:ext cx="214313" cy="230188"/>
            </a:xfrm>
            <a:custGeom>
              <a:avLst/>
              <a:gdLst>
                <a:gd name="T0" fmla="*/ 57 w 57"/>
                <a:gd name="T1" fmla="*/ 0 h 60"/>
                <a:gd name="T2" fmla="*/ 24 w 57"/>
                <a:gd name="T3" fmla="*/ 0 h 60"/>
                <a:gd name="T4" fmla="*/ 36 w 57"/>
                <a:gd name="T5" fmla="*/ 12 h 60"/>
                <a:gd name="T6" fmla="*/ 0 w 57"/>
                <a:gd name="T7" fmla="*/ 48 h 60"/>
                <a:gd name="T8" fmla="*/ 6 w 57"/>
                <a:gd name="T9" fmla="*/ 60 h 60"/>
                <a:gd name="T10" fmla="*/ 45 w 57"/>
                <a:gd name="T11" fmla="*/ 21 h 60"/>
                <a:gd name="T12" fmla="*/ 57 w 57"/>
                <a:gd name="T13" fmla="*/ 33 h 60"/>
                <a:gd name="T14" fmla="*/ 57 w 57"/>
                <a:gd name="T15" fmla="*/ 0 h 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60">
                  <a:moveTo>
                    <a:pt x="57" y="0"/>
                  </a:moveTo>
                  <a:cubicBezTo>
                    <a:pt x="24" y="0"/>
                    <a:pt x="24" y="0"/>
                    <a:pt x="24" y="0"/>
                  </a:cubicBezTo>
                  <a:cubicBezTo>
                    <a:pt x="36" y="12"/>
                    <a:pt x="36" y="12"/>
                    <a:pt x="36" y="12"/>
                  </a:cubicBezTo>
                  <a:cubicBezTo>
                    <a:pt x="0" y="48"/>
                    <a:pt x="0" y="48"/>
                    <a:pt x="0" y="48"/>
                  </a:cubicBezTo>
                  <a:cubicBezTo>
                    <a:pt x="2" y="51"/>
                    <a:pt x="4" y="56"/>
                    <a:pt x="6" y="60"/>
                  </a:cubicBezTo>
                  <a:cubicBezTo>
                    <a:pt x="45" y="21"/>
                    <a:pt x="45" y="21"/>
                    <a:pt x="45" y="21"/>
                  </a:cubicBezTo>
                  <a:cubicBezTo>
                    <a:pt x="57" y="33"/>
                    <a:pt x="57" y="33"/>
                    <a:pt x="57" y="33"/>
                  </a:cubicBezTo>
                  <a:lnTo>
                    <a:pt x="5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3" name="Oval 46"/>
            <p:cNvSpPr>
              <a:spLocks noChangeArrowheads="1"/>
            </p:cNvSpPr>
            <p:nvPr/>
          </p:nvSpPr>
          <p:spPr bwMode="auto">
            <a:xfrm>
              <a:off x="1039813" y="6292850"/>
              <a:ext cx="68263" cy="698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4" name="Freeform 47"/>
            <p:cNvSpPr>
              <a:spLocks/>
            </p:cNvSpPr>
            <p:nvPr/>
          </p:nvSpPr>
          <p:spPr bwMode="auto">
            <a:xfrm>
              <a:off x="885825" y="6346825"/>
              <a:ext cx="312738" cy="322263"/>
            </a:xfrm>
            <a:custGeom>
              <a:avLst/>
              <a:gdLst>
                <a:gd name="T0" fmla="*/ 61 w 83"/>
                <a:gd name="T1" fmla="*/ 25 h 84"/>
                <a:gd name="T2" fmla="*/ 81 w 83"/>
                <a:gd name="T3" fmla="*/ 12 h 84"/>
                <a:gd name="T4" fmla="*/ 76 w 83"/>
                <a:gd name="T5" fmla="*/ 5 h 84"/>
                <a:gd name="T6" fmla="*/ 63 w 83"/>
                <a:gd name="T7" fmla="*/ 13 h 84"/>
                <a:gd name="T8" fmla="*/ 57 w 83"/>
                <a:gd name="T9" fmla="*/ 12 h 84"/>
                <a:gd name="T10" fmla="*/ 50 w 83"/>
                <a:gd name="T11" fmla="*/ 11 h 84"/>
                <a:gd name="T12" fmla="*/ 47 w 83"/>
                <a:gd name="T13" fmla="*/ 17 h 84"/>
                <a:gd name="T14" fmla="*/ 44 w 83"/>
                <a:gd name="T15" fmla="*/ 19 h 84"/>
                <a:gd name="T16" fmla="*/ 45 w 83"/>
                <a:gd name="T17" fmla="*/ 11 h 84"/>
                <a:gd name="T18" fmla="*/ 47 w 83"/>
                <a:gd name="T19" fmla="*/ 10 h 84"/>
                <a:gd name="T20" fmla="*/ 46 w 83"/>
                <a:gd name="T21" fmla="*/ 7 h 84"/>
                <a:gd name="T22" fmla="*/ 43 w 83"/>
                <a:gd name="T23" fmla="*/ 8 h 84"/>
                <a:gd name="T24" fmla="*/ 44 w 83"/>
                <a:gd name="T25" fmla="*/ 10 h 84"/>
                <a:gd name="T26" fmla="*/ 40 w 83"/>
                <a:gd name="T27" fmla="*/ 17 h 84"/>
                <a:gd name="T28" fmla="*/ 39 w 83"/>
                <a:gd name="T29" fmla="*/ 17 h 84"/>
                <a:gd name="T30" fmla="*/ 39 w 83"/>
                <a:gd name="T31" fmla="*/ 12 h 84"/>
                <a:gd name="T32" fmla="*/ 40 w 83"/>
                <a:gd name="T33" fmla="*/ 4 h 84"/>
                <a:gd name="T34" fmla="*/ 19 w 83"/>
                <a:gd name="T35" fmla="*/ 0 h 84"/>
                <a:gd name="T36" fmla="*/ 3 w 83"/>
                <a:gd name="T37" fmla="*/ 12 h 84"/>
                <a:gd name="T38" fmla="*/ 2 w 83"/>
                <a:gd name="T39" fmla="*/ 18 h 84"/>
                <a:gd name="T40" fmla="*/ 10 w 83"/>
                <a:gd name="T41" fmla="*/ 17 h 84"/>
                <a:gd name="T42" fmla="*/ 23 w 83"/>
                <a:gd name="T43" fmla="*/ 10 h 84"/>
                <a:gd name="T44" fmla="*/ 30 w 83"/>
                <a:gd name="T45" fmla="*/ 14 h 84"/>
                <a:gd name="T46" fmla="*/ 24 w 83"/>
                <a:gd name="T47" fmla="*/ 35 h 84"/>
                <a:gd name="T48" fmla="*/ 34 w 83"/>
                <a:gd name="T49" fmla="*/ 50 h 84"/>
                <a:gd name="T50" fmla="*/ 52 w 83"/>
                <a:gd name="T51" fmla="*/ 59 h 84"/>
                <a:gd name="T52" fmla="*/ 60 w 83"/>
                <a:gd name="T53" fmla="*/ 79 h 84"/>
                <a:gd name="T54" fmla="*/ 67 w 83"/>
                <a:gd name="T55" fmla="*/ 82 h 84"/>
                <a:gd name="T56" fmla="*/ 67 w 83"/>
                <a:gd name="T57" fmla="*/ 68 h 84"/>
                <a:gd name="T58" fmla="*/ 56 w 83"/>
                <a:gd name="T59" fmla="*/ 47 h 84"/>
                <a:gd name="T60" fmla="*/ 43 w 83"/>
                <a:gd name="T61" fmla="*/ 40 h 84"/>
                <a:gd name="T62" fmla="*/ 50 w 83"/>
                <a:gd name="T63" fmla="*/ 20 h 84"/>
                <a:gd name="T64" fmla="*/ 61 w 83"/>
                <a:gd name="T65" fmla="*/ 2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3" h="84">
                  <a:moveTo>
                    <a:pt x="61" y="25"/>
                  </a:moveTo>
                  <a:cubicBezTo>
                    <a:pt x="65" y="25"/>
                    <a:pt x="80" y="13"/>
                    <a:pt x="81" y="12"/>
                  </a:cubicBezTo>
                  <a:cubicBezTo>
                    <a:pt x="83" y="10"/>
                    <a:pt x="81" y="2"/>
                    <a:pt x="76" y="5"/>
                  </a:cubicBezTo>
                  <a:cubicBezTo>
                    <a:pt x="70" y="9"/>
                    <a:pt x="65" y="12"/>
                    <a:pt x="63" y="13"/>
                  </a:cubicBezTo>
                  <a:cubicBezTo>
                    <a:pt x="62" y="14"/>
                    <a:pt x="60" y="14"/>
                    <a:pt x="57" y="12"/>
                  </a:cubicBezTo>
                  <a:cubicBezTo>
                    <a:pt x="54" y="10"/>
                    <a:pt x="51" y="9"/>
                    <a:pt x="50" y="11"/>
                  </a:cubicBezTo>
                  <a:cubicBezTo>
                    <a:pt x="49" y="13"/>
                    <a:pt x="48" y="15"/>
                    <a:pt x="47" y="17"/>
                  </a:cubicBezTo>
                  <a:cubicBezTo>
                    <a:pt x="46" y="18"/>
                    <a:pt x="45" y="19"/>
                    <a:pt x="44" y="19"/>
                  </a:cubicBezTo>
                  <a:cubicBezTo>
                    <a:pt x="45" y="11"/>
                    <a:pt x="45" y="11"/>
                    <a:pt x="45" y="11"/>
                  </a:cubicBezTo>
                  <a:cubicBezTo>
                    <a:pt x="47" y="10"/>
                    <a:pt x="47" y="10"/>
                    <a:pt x="47" y="10"/>
                  </a:cubicBezTo>
                  <a:cubicBezTo>
                    <a:pt x="46" y="7"/>
                    <a:pt x="46" y="7"/>
                    <a:pt x="46" y="7"/>
                  </a:cubicBezTo>
                  <a:cubicBezTo>
                    <a:pt x="43" y="8"/>
                    <a:pt x="43" y="8"/>
                    <a:pt x="43" y="8"/>
                  </a:cubicBezTo>
                  <a:cubicBezTo>
                    <a:pt x="44" y="10"/>
                    <a:pt x="44" y="10"/>
                    <a:pt x="44" y="10"/>
                  </a:cubicBezTo>
                  <a:cubicBezTo>
                    <a:pt x="40" y="17"/>
                    <a:pt x="40" y="17"/>
                    <a:pt x="40" y="17"/>
                  </a:cubicBezTo>
                  <a:cubicBezTo>
                    <a:pt x="40" y="17"/>
                    <a:pt x="39" y="17"/>
                    <a:pt x="39" y="17"/>
                  </a:cubicBezTo>
                  <a:cubicBezTo>
                    <a:pt x="39" y="16"/>
                    <a:pt x="38" y="15"/>
                    <a:pt x="39" y="12"/>
                  </a:cubicBezTo>
                  <a:cubicBezTo>
                    <a:pt x="41" y="9"/>
                    <a:pt x="43" y="5"/>
                    <a:pt x="40" y="4"/>
                  </a:cubicBezTo>
                  <a:cubicBezTo>
                    <a:pt x="37" y="3"/>
                    <a:pt x="25" y="0"/>
                    <a:pt x="19" y="0"/>
                  </a:cubicBezTo>
                  <a:cubicBezTo>
                    <a:pt x="14" y="1"/>
                    <a:pt x="5" y="9"/>
                    <a:pt x="3" y="12"/>
                  </a:cubicBezTo>
                  <a:cubicBezTo>
                    <a:pt x="1" y="14"/>
                    <a:pt x="0" y="16"/>
                    <a:pt x="2" y="18"/>
                  </a:cubicBezTo>
                  <a:cubicBezTo>
                    <a:pt x="5" y="20"/>
                    <a:pt x="9" y="18"/>
                    <a:pt x="10" y="17"/>
                  </a:cubicBezTo>
                  <a:cubicBezTo>
                    <a:pt x="13" y="15"/>
                    <a:pt x="20" y="9"/>
                    <a:pt x="23" y="10"/>
                  </a:cubicBezTo>
                  <a:cubicBezTo>
                    <a:pt x="26" y="12"/>
                    <a:pt x="29" y="13"/>
                    <a:pt x="30" y="14"/>
                  </a:cubicBezTo>
                  <a:cubicBezTo>
                    <a:pt x="30" y="16"/>
                    <a:pt x="26" y="29"/>
                    <a:pt x="24" y="35"/>
                  </a:cubicBezTo>
                  <a:cubicBezTo>
                    <a:pt x="23" y="40"/>
                    <a:pt x="22" y="45"/>
                    <a:pt x="34" y="50"/>
                  </a:cubicBezTo>
                  <a:cubicBezTo>
                    <a:pt x="46" y="54"/>
                    <a:pt x="49" y="54"/>
                    <a:pt x="52" y="59"/>
                  </a:cubicBezTo>
                  <a:cubicBezTo>
                    <a:pt x="55" y="64"/>
                    <a:pt x="58" y="76"/>
                    <a:pt x="60" y="79"/>
                  </a:cubicBezTo>
                  <a:cubicBezTo>
                    <a:pt x="62" y="83"/>
                    <a:pt x="63" y="84"/>
                    <a:pt x="67" y="82"/>
                  </a:cubicBezTo>
                  <a:cubicBezTo>
                    <a:pt x="71" y="81"/>
                    <a:pt x="69" y="74"/>
                    <a:pt x="67" y="68"/>
                  </a:cubicBezTo>
                  <a:cubicBezTo>
                    <a:pt x="65" y="62"/>
                    <a:pt x="60" y="50"/>
                    <a:pt x="56" y="47"/>
                  </a:cubicBezTo>
                  <a:cubicBezTo>
                    <a:pt x="53" y="43"/>
                    <a:pt x="43" y="40"/>
                    <a:pt x="43" y="40"/>
                  </a:cubicBezTo>
                  <a:cubicBezTo>
                    <a:pt x="43" y="40"/>
                    <a:pt x="50" y="27"/>
                    <a:pt x="50" y="20"/>
                  </a:cubicBezTo>
                  <a:cubicBezTo>
                    <a:pt x="50" y="20"/>
                    <a:pt x="58" y="24"/>
                    <a:pt x="61"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95" name="组合 994"/>
          <p:cNvGrpSpPr/>
          <p:nvPr/>
        </p:nvGrpSpPr>
        <p:grpSpPr>
          <a:xfrm>
            <a:off x="9279203" y="4866231"/>
            <a:ext cx="266700" cy="357187"/>
            <a:chOff x="3011488" y="6319838"/>
            <a:chExt cx="266700" cy="357187"/>
          </a:xfrm>
          <a:solidFill>
            <a:srgbClr val="707E84"/>
          </a:solidFill>
        </p:grpSpPr>
        <p:sp>
          <p:nvSpPr>
            <p:cNvPr id="996" name="Freeform 48"/>
            <p:cNvSpPr>
              <a:spLocks/>
            </p:cNvSpPr>
            <p:nvPr/>
          </p:nvSpPr>
          <p:spPr bwMode="auto">
            <a:xfrm>
              <a:off x="3130550" y="6378575"/>
              <a:ext cx="79375" cy="87313"/>
            </a:xfrm>
            <a:custGeom>
              <a:avLst/>
              <a:gdLst>
                <a:gd name="T0" fmla="*/ 18 w 21"/>
                <a:gd name="T1" fmla="*/ 23 h 23"/>
                <a:gd name="T2" fmla="*/ 3 w 21"/>
                <a:gd name="T3" fmla="*/ 23 h 23"/>
                <a:gd name="T4" fmla="*/ 0 w 21"/>
                <a:gd name="T5" fmla="*/ 20 h 23"/>
                <a:gd name="T6" fmla="*/ 0 w 21"/>
                <a:gd name="T7" fmla="*/ 3 h 23"/>
                <a:gd name="T8" fmla="*/ 3 w 21"/>
                <a:gd name="T9" fmla="*/ 0 h 23"/>
                <a:gd name="T10" fmla="*/ 6 w 21"/>
                <a:gd name="T11" fmla="*/ 3 h 23"/>
                <a:gd name="T12" fmla="*/ 6 w 21"/>
                <a:gd name="T13" fmla="*/ 17 h 23"/>
                <a:gd name="T14" fmla="*/ 18 w 21"/>
                <a:gd name="T15" fmla="*/ 17 h 23"/>
                <a:gd name="T16" fmla="*/ 21 w 21"/>
                <a:gd name="T17" fmla="*/ 20 h 23"/>
                <a:gd name="T18" fmla="*/ 18 w 21"/>
                <a:gd name="T19"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23">
                  <a:moveTo>
                    <a:pt x="18" y="23"/>
                  </a:moveTo>
                  <a:cubicBezTo>
                    <a:pt x="3" y="23"/>
                    <a:pt x="3" y="23"/>
                    <a:pt x="3" y="23"/>
                  </a:cubicBezTo>
                  <a:cubicBezTo>
                    <a:pt x="1" y="23"/>
                    <a:pt x="0" y="22"/>
                    <a:pt x="0" y="20"/>
                  </a:cubicBezTo>
                  <a:cubicBezTo>
                    <a:pt x="0" y="3"/>
                    <a:pt x="0" y="3"/>
                    <a:pt x="0" y="3"/>
                  </a:cubicBezTo>
                  <a:cubicBezTo>
                    <a:pt x="0" y="1"/>
                    <a:pt x="1" y="0"/>
                    <a:pt x="3" y="0"/>
                  </a:cubicBezTo>
                  <a:cubicBezTo>
                    <a:pt x="4" y="0"/>
                    <a:pt x="6" y="1"/>
                    <a:pt x="6" y="3"/>
                  </a:cubicBezTo>
                  <a:cubicBezTo>
                    <a:pt x="6" y="17"/>
                    <a:pt x="6" y="17"/>
                    <a:pt x="6" y="17"/>
                  </a:cubicBezTo>
                  <a:cubicBezTo>
                    <a:pt x="18" y="17"/>
                    <a:pt x="18" y="17"/>
                    <a:pt x="18" y="17"/>
                  </a:cubicBezTo>
                  <a:cubicBezTo>
                    <a:pt x="20" y="17"/>
                    <a:pt x="21" y="19"/>
                    <a:pt x="21" y="20"/>
                  </a:cubicBezTo>
                  <a:cubicBezTo>
                    <a:pt x="21" y="22"/>
                    <a:pt x="20" y="23"/>
                    <a:pt x="18"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7" name="Freeform 49"/>
            <p:cNvSpPr>
              <a:spLocks/>
            </p:cNvSpPr>
            <p:nvPr/>
          </p:nvSpPr>
          <p:spPr bwMode="auto">
            <a:xfrm>
              <a:off x="3011488" y="6319838"/>
              <a:ext cx="266700" cy="265113"/>
            </a:xfrm>
            <a:custGeom>
              <a:avLst/>
              <a:gdLst>
                <a:gd name="T0" fmla="*/ 36 w 71"/>
                <a:gd name="T1" fmla="*/ 0 h 69"/>
                <a:gd name="T2" fmla="*/ 0 w 71"/>
                <a:gd name="T3" fmla="*/ 35 h 69"/>
                <a:gd name="T4" fmla="*/ 1 w 71"/>
                <a:gd name="T5" fmla="*/ 43 h 69"/>
                <a:gd name="T6" fmla="*/ 5 w 71"/>
                <a:gd name="T7" fmla="*/ 41 h 69"/>
                <a:gd name="T8" fmla="*/ 9 w 71"/>
                <a:gd name="T9" fmla="*/ 39 h 69"/>
                <a:gd name="T10" fmla="*/ 9 w 71"/>
                <a:gd name="T11" fmla="*/ 35 h 69"/>
                <a:gd name="T12" fmla="*/ 36 w 71"/>
                <a:gd name="T13" fmla="*/ 8 h 69"/>
                <a:gd name="T14" fmla="*/ 62 w 71"/>
                <a:gd name="T15" fmla="*/ 35 h 69"/>
                <a:gd name="T16" fmla="*/ 39 w 71"/>
                <a:gd name="T17" fmla="*/ 61 h 69"/>
                <a:gd name="T18" fmla="*/ 41 w 71"/>
                <a:gd name="T19" fmla="*/ 63 h 69"/>
                <a:gd name="T20" fmla="*/ 44 w 71"/>
                <a:gd name="T21" fmla="*/ 69 h 69"/>
                <a:gd name="T22" fmla="*/ 71 w 71"/>
                <a:gd name="T23" fmla="*/ 35 h 69"/>
                <a:gd name="T24" fmla="*/ 36 w 71"/>
                <a:gd name="T25"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9">
                  <a:moveTo>
                    <a:pt x="36" y="0"/>
                  </a:moveTo>
                  <a:cubicBezTo>
                    <a:pt x="16" y="0"/>
                    <a:pt x="0" y="15"/>
                    <a:pt x="0" y="35"/>
                  </a:cubicBezTo>
                  <a:cubicBezTo>
                    <a:pt x="0" y="38"/>
                    <a:pt x="1" y="41"/>
                    <a:pt x="1" y="43"/>
                  </a:cubicBezTo>
                  <a:cubicBezTo>
                    <a:pt x="2" y="42"/>
                    <a:pt x="3" y="41"/>
                    <a:pt x="5" y="41"/>
                  </a:cubicBezTo>
                  <a:cubicBezTo>
                    <a:pt x="6" y="40"/>
                    <a:pt x="8" y="39"/>
                    <a:pt x="9" y="39"/>
                  </a:cubicBezTo>
                  <a:cubicBezTo>
                    <a:pt x="9" y="37"/>
                    <a:pt x="9" y="36"/>
                    <a:pt x="9" y="35"/>
                  </a:cubicBezTo>
                  <a:cubicBezTo>
                    <a:pt x="9" y="20"/>
                    <a:pt x="21" y="8"/>
                    <a:pt x="36" y="8"/>
                  </a:cubicBezTo>
                  <a:cubicBezTo>
                    <a:pt x="50" y="8"/>
                    <a:pt x="62" y="20"/>
                    <a:pt x="62" y="35"/>
                  </a:cubicBezTo>
                  <a:cubicBezTo>
                    <a:pt x="62" y="48"/>
                    <a:pt x="52" y="60"/>
                    <a:pt x="39" y="61"/>
                  </a:cubicBezTo>
                  <a:cubicBezTo>
                    <a:pt x="40" y="62"/>
                    <a:pt x="40" y="62"/>
                    <a:pt x="41" y="63"/>
                  </a:cubicBezTo>
                  <a:cubicBezTo>
                    <a:pt x="43" y="65"/>
                    <a:pt x="44" y="67"/>
                    <a:pt x="44" y="69"/>
                  </a:cubicBezTo>
                  <a:cubicBezTo>
                    <a:pt x="60" y="65"/>
                    <a:pt x="71" y="51"/>
                    <a:pt x="71" y="35"/>
                  </a:cubicBezTo>
                  <a:cubicBezTo>
                    <a:pt x="71" y="15"/>
                    <a:pt x="55" y="0"/>
                    <a:pt x="3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8" name="Freeform 50"/>
            <p:cNvSpPr>
              <a:spLocks/>
            </p:cNvSpPr>
            <p:nvPr/>
          </p:nvSpPr>
          <p:spPr bwMode="auto">
            <a:xfrm>
              <a:off x="3014663" y="6451600"/>
              <a:ext cx="146050" cy="225425"/>
            </a:xfrm>
            <a:custGeom>
              <a:avLst/>
              <a:gdLst>
                <a:gd name="T0" fmla="*/ 37 w 39"/>
                <a:gd name="T1" fmla="*/ 32 h 59"/>
                <a:gd name="T2" fmla="*/ 30 w 39"/>
                <a:gd name="T3" fmla="*/ 28 h 59"/>
                <a:gd name="T4" fmla="*/ 25 w 39"/>
                <a:gd name="T5" fmla="*/ 27 h 59"/>
                <a:gd name="T6" fmla="*/ 21 w 39"/>
                <a:gd name="T7" fmla="*/ 25 h 59"/>
                <a:gd name="T8" fmla="*/ 17 w 39"/>
                <a:gd name="T9" fmla="*/ 24 h 59"/>
                <a:gd name="T10" fmla="*/ 13 w 39"/>
                <a:gd name="T11" fmla="*/ 23 h 59"/>
                <a:gd name="T12" fmla="*/ 11 w 39"/>
                <a:gd name="T13" fmla="*/ 22 h 59"/>
                <a:gd name="T14" fmla="*/ 10 w 39"/>
                <a:gd name="T15" fmla="*/ 19 h 59"/>
                <a:gd name="T16" fmla="*/ 11 w 39"/>
                <a:gd name="T17" fmla="*/ 17 h 59"/>
                <a:gd name="T18" fmla="*/ 13 w 39"/>
                <a:gd name="T19" fmla="*/ 15 h 59"/>
                <a:gd name="T20" fmla="*/ 16 w 39"/>
                <a:gd name="T21" fmla="*/ 14 h 59"/>
                <a:gd name="T22" fmla="*/ 20 w 39"/>
                <a:gd name="T23" fmla="*/ 14 h 59"/>
                <a:gd name="T24" fmla="*/ 26 w 39"/>
                <a:gd name="T25" fmla="*/ 15 h 59"/>
                <a:gd name="T26" fmla="*/ 31 w 39"/>
                <a:gd name="T27" fmla="*/ 16 h 59"/>
                <a:gd name="T28" fmla="*/ 32 w 39"/>
                <a:gd name="T29" fmla="*/ 17 h 59"/>
                <a:gd name="T30" fmla="*/ 33 w 39"/>
                <a:gd name="T31" fmla="*/ 17 h 59"/>
                <a:gd name="T32" fmla="*/ 35 w 39"/>
                <a:gd name="T33" fmla="*/ 16 h 59"/>
                <a:gd name="T34" fmla="*/ 36 w 39"/>
                <a:gd name="T35" fmla="*/ 14 h 59"/>
                <a:gd name="T36" fmla="*/ 35 w 39"/>
                <a:gd name="T37" fmla="*/ 12 h 59"/>
                <a:gd name="T38" fmla="*/ 32 w 39"/>
                <a:gd name="T39" fmla="*/ 9 h 59"/>
                <a:gd name="T40" fmla="*/ 27 w 39"/>
                <a:gd name="T41" fmla="*/ 8 h 59"/>
                <a:gd name="T42" fmla="*/ 22 w 39"/>
                <a:gd name="T43" fmla="*/ 7 h 59"/>
                <a:gd name="T44" fmla="*/ 22 w 39"/>
                <a:gd name="T45" fmla="*/ 3 h 59"/>
                <a:gd name="T46" fmla="*/ 19 w 39"/>
                <a:gd name="T47" fmla="*/ 0 h 59"/>
                <a:gd name="T48" fmla="*/ 16 w 39"/>
                <a:gd name="T49" fmla="*/ 3 h 59"/>
                <a:gd name="T50" fmla="*/ 16 w 39"/>
                <a:gd name="T51" fmla="*/ 7 h 59"/>
                <a:gd name="T52" fmla="*/ 12 w 39"/>
                <a:gd name="T53" fmla="*/ 8 h 59"/>
                <a:gd name="T54" fmla="*/ 6 w 39"/>
                <a:gd name="T55" fmla="*/ 10 h 59"/>
                <a:gd name="T56" fmla="*/ 2 w 39"/>
                <a:gd name="T57" fmla="*/ 14 h 59"/>
                <a:gd name="T58" fmla="*/ 1 w 39"/>
                <a:gd name="T59" fmla="*/ 20 h 59"/>
                <a:gd name="T60" fmla="*/ 1 w 39"/>
                <a:gd name="T61" fmla="*/ 24 h 59"/>
                <a:gd name="T62" fmla="*/ 4 w 39"/>
                <a:gd name="T63" fmla="*/ 28 h 59"/>
                <a:gd name="T64" fmla="*/ 8 w 39"/>
                <a:gd name="T65" fmla="*/ 30 h 59"/>
                <a:gd name="T66" fmla="*/ 13 w 39"/>
                <a:gd name="T67" fmla="*/ 32 h 59"/>
                <a:gd name="T68" fmla="*/ 18 w 39"/>
                <a:gd name="T69" fmla="*/ 33 h 59"/>
                <a:gd name="T70" fmla="*/ 24 w 39"/>
                <a:gd name="T71" fmla="*/ 34 h 59"/>
                <a:gd name="T72" fmla="*/ 28 w 39"/>
                <a:gd name="T73" fmla="*/ 37 h 59"/>
                <a:gd name="T74" fmla="*/ 30 w 39"/>
                <a:gd name="T75" fmla="*/ 40 h 59"/>
                <a:gd name="T76" fmla="*/ 29 w 39"/>
                <a:gd name="T77" fmla="*/ 43 h 59"/>
                <a:gd name="T78" fmla="*/ 27 w 39"/>
                <a:gd name="T79" fmla="*/ 45 h 59"/>
                <a:gd name="T80" fmla="*/ 24 w 39"/>
                <a:gd name="T81" fmla="*/ 46 h 59"/>
                <a:gd name="T82" fmla="*/ 20 w 39"/>
                <a:gd name="T83" fmla="*/ 46 h 59"/>
                <a:gd name="T84" fmla="*/ 15 w 39"/>
                <a:gd name="T85" fmla="*/ 46 h 59"/>
                <a:gd name="T86" fmla="*/ 10 w 39"/>
                <a:gd name="T87" fmla="*/ 44 h 59"/>
                <a:gd name="T88" fmla="*/ 6 w 39"/>
                <a:gd name="T89" fmla="*/ 43 h 59"/>
                <a:gd name="T90" fmla="*/ 4 w 39"/>
                <a:gd name="T91" fmla="*/ 42 h 59"/>
                <a:gd name="T92" fmla="*/ 1 w 39"/>
                <a:gd name="T93" fmla="*/ 43 h 59"/>
                <a:gd name="T94" fmla="*/ 0 w 39"/>
                <a:gd name="T95" fmla="*/ 45 h 59"/>
                <a:gd name="T96" fmla="*/ 2 w 39"/>
                <a:gd name="T97" fmla="*/ 48 h 59"/>
                <a:gd name="T98" fmla="*/ 6 w 39"/>
                <a:gd name="T99" fmla="*/ 51 h 59"/>
                <a:gd name="T100" fmla="*/ 12 w 39"/>
                <a:gd name="T101" fmla="*/ 53 h 59"/>
                <a:gd name="T102" fmla="*/ 16 w 39"/>
                <a:gd name="T103" fmla="*/ 53 h 59"/>
                <a:gd name="T104" fmla="*/ 16 w 39"/>
                <a:gd name="T105" fmla="*/ 56 h 59"/>
                <a:gd name="T106" fmla="*/ 19 w 39"/>
                <a:gd name="T107" fmla="*/ 59 h 59"/>
                <a:gd name="T108" fmla="*/ 22 w 39"/>
                <a:gd name="T109" fmla="*/ 56 h 59"/>
                <a:gd name="T110" fmla="*/ 22 w 39"/>
                <a:gd name="T111" fmla="*/ 53 h 59"/>
                <a:gd name="T112" fmla="*/ 27 w 39"/>
                <a:gd name="T113" fmla="*/ 52 h 59"/>
                <a:gd name="T114" fmla="*/ 33 w 39"/>
                <a:gd name="T115" fmla="*/ 50 h 59"/>
                <a:gd name="T116" fmla="*/ 38 w 39"/>
                <a:gd name="T117" fmla="*/ 45 h 59"/>
                <a:gd name="T118" fmla="*/ 39 w 39"/>
                <a:gd name="T119" fmla="*/ 39 h 59"/>
                <a:gd name="T120" fmla="*/ 37 w 39"/>
                <a:gd name="T121" fmla="*/ 3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9" h="59">
                  <a:moveTo>
                    <a:pt x="37" y="32"/>
                  </a:moveTo>
                  <a:cubicBezTo>
                    <a:pt x="35" y="30"/>
                    <a:pt x="33" y="29"/>
                    <a:pt x="30" y="28"/>
                  </a:cubicBezTo>
                  <a:cubicBezTo>
                    <a:pt x="29" y="28"/>
                    <a:pt x="27" y="27"/>
                    <a:pt x="25" y="27"/>
                  </a:cubicBezTo>
                  <a:cubicBezTo>
                    <a:pt x="24" y="26"/>
                    <a:pt x="22" y="26"/>
                    <a:pt x="21" y="25"/>
                  </a:cubicBezTo>
                  <a:cubicBezTo>
                    <a:pt x="19" y="25"/>
                    <a:pt x="18" y="25"/>
                    <a:pt x="17" y="24"/>
                  </a:cubicBezTo>
                  <a:cubicBezTo>
                    <a:pt x="15" y="24"/>
                    <a:pt x="14" y="24"/>
                    <a:pt x="13" y="23"/>
                  </a:cubicBezTo>
                  <a:cubicBezTo>
                    <a:pt x="12" y="23"/>
                    <a:pt x="12" y="22"/>
                    <a:pt x="11" y="22"/>
                  </a:cubicBezTo>
                  <a:cubicBezTo>
                    <a:pt x="11" y="21"/>
                    <a:pt x="10" y="20"/>
                    <a:pt x="10" y="19"/>
                  </a:cubicBezTo>
                  <a:cubicBezTo>
                    <a:pt x="10" y="19"/>
                    <a:pt x="11" y="18"/>
                    <a:pt x="11" y="17"/>
                  </a:cubicBezTo>
                  <a:cubicBezTo>
                    <a:pt x="12" y="17"/>
                    <a:pt x="12" y="16"/>
                    <a:pt x="13" y="15"/>
                  </a:cubicBezTo>
                  <a:cubicBezTo>
                    <a:pt x="14" y="15"/>
                    <a:pt x="15" y="15"/>
                    <a:pt x="16" y="14"/>
                  </a:cubicBezTo>
                  <a:cubicBezTo>
                    <a:pt x="17" y="14"/>
                    <a:pt x="18" y="14"/>
                    <a:pt x="20" y="14"/>
                  </a:cubicBezTo>
                  <a:cubicBezTo>
                    <a:pt x="22" y="14"/>
                    <a:pt x="25" y="14"/>
                    <a:pt x="26" y="15"/>
                  </a:cubicBezTo>
                  <a:cubicBezTo>
                    <a:pt x="28" y="15"/>
                    <a:pt x="30" y="16"/>
                    <a:pt x="31" y="16"/>
                  </a:cubicBezTo>
                  <a:cubicBezTo>
                    <a:pt x="31" y="17"/>
                    <a:pt x="31" y="17"/>
                    <a:pt x="32" y="17"/>
                  </a:cubicBezTo>
                  <a:cubicBezTo>
                    <a:pt x="32" y="17"/>
                    <a:pt x="32" y="17"/>
                    <a:pt x="33" y="17"/>
                  </a:cubicBezTo>
                  <a:cubicBezTo>
                    <a:pt x="34" y="17"/>
                    <a:pt x="35" y="17"/>
                    <a:pt x="35" y="16"/>
                  </a:cubicBezTo>
                  <a:cubicBezTo>
                    <a:pt x="36" y="16"/>
                    <a:pt x="36" y="15"/>
                    <a:pt x="36" y="14"/>
                  </a:cubicBezTo>
                  <a:cubicBezTo>
                    <a:pt x="36" y="13"/>
                    <a:pt x="36" y="13"/>
                    <a:pt x="35" y="12"/>
                  </a:cubicBezTo>
                  <a:cubicBezTo>
                    <a:pt x="35" y="11"/>
                    <a:pt x="33" y="10"/>
                    <a:pt x="32" y="9"/>
                  </a:cubicBezTo>
                  <a:cubicBezTo>
                    <a:pt x="31" y="9"/>
                    <a:pt x="29" y="8"/>
                    <a:pt x="27" y="8"/>
                  </a:cubicBezTo>
                  <a:cubicBezTo>
                    <a:pt x="25" y="8"/>
                    <a:pt x="24" y="7"/>
                    <a:pt x="22" y="7"/>
                  </a:cubicBezTo>
                  <a:cubicBezTo>
                    <a:pt x="22" y="3"/>
                    <a:pt x="22" y="3"/>
                    <a:pt x="22" y="3"/>
                  </a:cubicBezTo>
                  <a:cubicBezTo>
                    <a:pt x="22" y="2"/>
                    <a:pt x="20" y="0"/>
                    <a:pt x="19" y="0"/>
                  </a:cubicBezTo>
                  <a:cubicBezTo>
                    <a:pt x="17" y="0"/>
                    <a:pt x="16" y="2"/>
                    <a:pt x="16" y="3"/>
                  </a:cubicBezTo>
                  <a:cubicBezTo>
                    <a:pt x="16" y="7"/>
                    <a:pt x="16" y="7"/>
                    <a:pt x="16" y="7"/>
                  </a:cubicBezTo>
                  <a:cubicBezTo>
                    <a:pt x="15" y="7"/>
                    <a:pt x="13" y="8"/>
                    <a:pt x="12" y="8"/>
                  </a:cubicBezTo>
                  <a:cubicBezTo>
                    <a:pt x="10" y="8"/>
                    <a:pt x="8" y="9"/>
                    <a:pt x="6" y="10"/>
                  </a:cubicBezTo>
                  <a:cubicBezTo>
                    <a:pt x="4" y="11"/>
                    <a:pt x="3" y="13"/>
                    <a:pt x="2" y="14"/>
                  </a:cubicBezTo>
                  <a:cubicBezTo>
                    <a:pt x="1" y="16"/>
                    <a:pt x="1" y="18"/>
                    <a:pt x="1" y="20"/>
                  </a:cubicBezTo>
                  <a:cubicBezTo>
                    <a:pt x="1" y="21"/>
                    <a:pt x="1" y="23"/>
                    <a:pt x="1" y="24"/>
                  </a:cubicBezTo>
                  <a:cubicBezTo>
                    <a:pt x="2" y="26"/>
                    <a:pt x="3" y="27"/>
                    <a:pt x="4" y="28"/>
                  </a:cubicBezTo>
                  <a:cubicBezTo>
                    <a:pt x="5" y="29"/>
                    <a:pt x="6" y="29"/>
                    <a:pt x="8" y="30"/>
                  </a:cubicBezTo>
                  <a:cubicBezTo>
                    <a:pt x="9" y="31"/>
                    <a:pt x="11" y="31"/>
                    <a:pt x="13" y="32"/>
                  </a:cubicBezTo>
                  <a:cubicBezTo>
                    <a:pt x="14" y="32"/>
                    <a:pt x="16" y="32"/>
                    <a:pt x="18" y="33"/>
                  </a:cubicBezTo>
                  <a:cubicBezTo>
                    <a:pt x="20" y="33"/>
                    <a:pt x="22" y="34"/>
                    <a:pt x="24" y="34"/>
                  </a:cubicBezTo>
                  <a:cubicBezTo>
                    <a:pt x="26" y="35"/>
                    <a:pt x="27" y="36"/>
                    <a:pt x="28" y="37"/>
                  </a:cubicBezTo>
                  <a:cubicBezTo>
                    <a:pt x="29" y="37"/>
                    <a:pt x="30" y="38"/>
                    <a:pt x="30" y="40"/>
                  </a:cubicBezTo>
                  <a:cubicBezTo>
                    <a:pt x="30" y="41"/>
                    <a:pt x="29" y="42"/>
                    <a:pt x="29" y="43"/>
                  </a:cubicBezTo>
                  <a:cubicBezTo>
                    <a:pt x="28" y="43"/>
                    <a:pt x="27" y="44"/>
                    <a:pt x="27" y="45"/>
                  </a:cubicBezTo>
                  <a:cubicBezTo>
                    <a:pt x="26" y="45"/>
                    <a:pt x="25" y="46"/>
                    <a:pt x="24" y="46"/>
                  </a:cubicBezTo>
                  <a:cubicBezTo>
                    <a:pt x="22" y="46"/>
                    <a:pt x="21" y="46"/>
                    <a:pt x="20" y="46"/>
                  </a:cubicBezTo>
                  <a:cubicBezTo>
                    <a:pt x="18" y="46"/>
                    <a:pt x="16" y="46"/>
                    <a:pt x="15" y="46"/>
                  </a:cubicBezTo>
                  <a:cubicBezTo>
                    <a:pt x="13" y="45"/>
                    <a:pt x="11" y="45"/>
                    <a:pt x="10" y="44"/>
                  </a:cubicBezTo>
                  <a:cubicBezTo>
                    <a:pt x="9" y="44"/>
                    <a:pt x="7" y="43"/>
                    <a:pt x="6" y="43"/>
                  </a:cubicBezTo>
                  <a:cubicBezTo>
                    <a:pt x="5" y="43"/>
                    <a:pt x="5" y="42"/>
                    <a:pt x="4" y="42"/>
                  </a:cubicBezTo>
                  <a:cubicBezTo>
                    <a:pt x="3" y="42"/>
                    <a:pt x="2" y="43"/>
                    <a:pt x="1" y="43"/>
                  </a:cubicBezTo>
                  <a:cubicBezTo>
                    <a:pt x="1" y="44"/>
                    <a:pt x="0" y="45"/>
                    <a:pt x="0" y="45"/>
                  </a:cubicBezTo>
                  <a:cubicBezTo>
                    <a:pt x="0" y="46"/>
                    <a:pt x="1" y="47"/>
                    <a:pt x="2" y="48"/>
                  </a:cubicBezTo>
                  <a:cubicBezTo>
                    <a:pt x="3" y="49"/>
                    <a:pt x="4" y="50"/>
                    <a:pt x="6" y="51"/>
                  </a:cubicBezTo>
                  <a:cubicBezTo>
                    <a:pt x="8" y="52"/>
                    <a:pt x="10" y="52"/>
                    <a:pt x="12" y="53"/>
                  </a:cubicBezTo>
                  <a:cubicBezTo>
                    <a:pt x="13" y="53"/>
                    <a:pt x="15" y="53"/>
                    <a:pt x="16" y="53"/>
                  </a:cubicBezTo>
                  <a:cubicBezTo>
                    <a:pt x="16" y="56"/>
                    <a:pt x="16" y="56"/>
                    <a:pt x="16" y="56"/>
                  </a:cubicBezTo>
                  <a:cubicBezTo>
                    <a:pt x="16" y="58"/>
                    <a:pt x="17" y="59"/>
                    <a:pt x="19" y="59"/>
                  </a:cubicBezTo>
                  <a:cubicBezTo>
                    <a:pt x="20" y="59"/>
                    <a:pt x="22" y="58"/>
                    <a:pt x="22" y="56"/>
                  </a:cubicBezTo>
                  <a:cubicBezTo>
                    <a:pt x="22" y="53"/>
                    <a:pt x="22" y="53"/>
                    <a:pt x="22" y="53"/>
                  </a:cubicBezTo>
                  <a:cubicBezTo>
                    <a:pt x="24" y="53"/>
                    <a:pt x="25" y="53"/>
                    <a:pt x="27" y="52"/>
                  </a:cubicBezTo>
                  <a:cubicBezTo>
                    <a:pt x="29" y="52"/>
                    <a:pt x="32" y="51"/>
                    <a:pt x="33" y="50"/>
                  </a:cubicBezTo>
                  <a:cubicBezTo>
                    <a:pt x="35" y="48"/>
                    <a:pt x="37" y="47"/>
                    <a:pt x="38" y="45"/>
                  </a:cubicBezTo>
                  <a:cubicBezTo>
                    <a:pt x="39" y="43"/>
                    <a:pt x="39" y="41"/>
                    <a:pt x="39" y="39"/>
                  </a:cubicBezTo>
                  <a:cubicBezTo>
                    <a:pt x="39" y="36"/>
                    <a:pt x="38" y="34"/>
                    <a:pt x="37"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99" name="组合 998"/>
          <p:cNvGrpSpPr/>
          <p:nvPr/>
        </p:nvGrpSpPr>
        <p:grpSpPr>
          <a:xfrm>
            <a:off x="9226816" y="5816576"/>
            <a:ext cx="371475" cy="360362"/>
            <a:chOff x="4291013" y="6316663"/>
            <a:chExt cx="371475" cy="360362"/>
          </a:xfrm>
          <a:solidFill>
            <a:srgbClr val="707E84"/>
          </a:solidFill>
        </p:grpSpPr>
        <p:sp>
          <p:nvSpPr>
            <p:cNvPr id="1000" name="Freeform 53"/>
            <p:cNvSpPr>
              <a:spLocks noEditPoints="1"/>
            </p:cNvSpPr>
            <p:nvPr/>
          </p:nvSpPr>
          <p:spPr bwMode="auto">
            <a:xfrm>
              <a:off x="4291013" y="6384925"/>
              <a:ext cx="288925" cy="292100"/>
            </a:xfrm>
            <a:custGeom>
              <a:avLst/>
              <a:gdLst>
                <a:gd name="T0" fmla="*/ 70 w 77"/>
                <a:gd name="T1" fmla="*/ 31 h 76"/>
                <a:gd name="T2" fmla="*/ 70 w 77"/>
                <a:gd name="T3" fmla="*/ 31 h 76"/>
                <a:gd name="T4" fmla="*/ 70 w 77"/>
                <a:gd name="T5" fmla="*/ 30 h 76"/>
                <a:gd name="T6" fmla="*/ 70 w 77"/>
                <a:gd name="T7" fmla="*/ 29 h 76"/>
                <a:gd name="T8" fmla="*/ 67 w 77"/>
                <a:gd name="T9" fmla="*/ 32 h 76"/>
                <a:gd name="T10" fmla="*/ 58 w 77"/>
                <a:gd name="T11" fmla="*/ 26 h 76"/>
                <a:gd name="T12" fmla="*/ 59 w 77"/>
                <a:gd name="T13" fmla="*/ 23 h 76"/>
                <a:gd name="T14" fmla="*/ 55 w 77"/>
                <a:gd name="T15" fmla="*/ 24 h 76"/>
                <a:gd name="T16" fmla="*/ 50 w 77"/>
                <a:gd name="T17" fmla="*/ 14 h 76"/>
                <a:gd name="T18" fmla="*/ 52 w 77"/>
                <a:gd name="T19" fmla="*/ 12 h 76"/>
                <a:gd name="T20" fmla="*/ 49 w 77"/>
                <a:gd name="T21" fmla="*/ 11 h 76"/>
                <a:gd name="T22" fmla="*/ 49 w 77"/>
                <a:gd name="T23" fmla="*/ 7 h 76"/>
                <a:gd name="T24" fmla="*/ 45 w 77"/>
                <a:gd name="T25" fmla="*/ 6 h 76"/>
                <a:gd name="T26" fmla="*/ 43 w 77"/>
                <a:gd name="T27" fmla="*/ 0 h 76"/>
                <a:gd name="T28" fmla="*/ 38 w 77"/>
                <a:gd name="T29" fmla="*/ 0 h 76"/>
                <a:gd name="T30" fmla="*/ 34 w 77"/>
                <a:gd name="T31" fmla="*/ 0 h 76"/>
                <a:gd name="T32" fmla="*/ 32 w 77"/>
                <a:gd name="T33" fmla="*/ 6 h 76"/>
                <a:gd name="T34" fmla="*/ 28 w 77"/>
                <a:gd name="T35" fmla="*/ 7 h 76"/>
                <a:gd name="T36" fmla="*/ 23 w 77"/>
                <a:gd name="T37" fmla="*/ 2 h 76"/>
                <a:gd name="T38" fmla="*/ 15 w 77"/>
                <a:gd name="T39" fmla="*/ 7 h 76"/>
                <a:gd name="T40" fmla="*/ 17 w 77"/>
                <a:gd name="T41" fmla="*/ 14 h 76"/>
                <a:gd name="T42" fmla="*/ 14 w 77"/>
                <a:gd name="T43" fmla="*/ 16 h 76"/>
                <a:gd name="T44" fmla="*/ 7 w 77"/>
                <a:gd name="T45" fmla="*/ 15 h 76"/>
                <a:gd name="T46" fmla="*/ 3 w 77"/>
                <a:gd name="T47" fmla="*/ 23 h 76"/>
                <a:gd name="T48" fmla="*/ 7 w 77"/>
                <a:gd name="T49" fmla="*/ 28 h 76"/>
                <a:gd name="T50" fmla="*/ 6 w 77"/>
                <a:gd name="T51" fmla="*/ 31 h 76"/>
                <a:gd name="T52" fmla="*/ 0 w 77"/>
                <a:gd name="T53" fmla="*/ 33 h 76"/>
                <a:gd name="T54" fmla="*/ 0 w 77"/>
                <a:gd name="T55" fmla="*/ 38 h 76"/>
                <a:gd name="T56" fmla="*/ 0 w 77"/>
                <a:gd name="T57" fmla="*/ 42 h 76"/>
                <a:gd name="T58" fmla="*/ 6 w 77"/>
                <a:gd name="T59" fmla="*/ 45 h 76"/>
                <a:gd name="T60" fmla="*/ 7 w 77"/>
                <a:gd name="T61" fmla="*/ 48 h 76"/>
                <a:gd name="T62" fmla="*/ 3 w 77"/>
                <a:gd name="T63" fmla="*/ 53 h 76"/>
                <a:gd name="T64" fmla="*/ 7 w 77"/>
                <a:gd name="T65" fmla="*/ 61 h 76"/>
                <a:gd name="T66" fmla="*/ 14 w 77"/>
                <a:gd name="T67" fmla="*/ 60 h 76"/>
                <a:gd name="T68" fmla="*/ 17 w 77"/>
                <a:gd name="T69" fmla="*/ 62 h 76"/>
                <a:gd name="T70" fmla="*/ 15 w 77"/>
                <a:gd name="T71" fmla="*/ 69 h 76"/>
                <a:gd name="T72" fmla="*/ 23 w 77"/>
                <a:gd name="T73" fmla="*/ 73 h 76"/>
                <a:gd name="T74" fmla="*/ 28 w 77"/>
                <a:gd name="T75" fmla="*/ 69 h 76"/>
                <a:gd name="T76" fmla="*/ 32 w 77"/>
                <a:gd name="T77" fmla="*/ 70 h 76"/>
                <a:gd name="T78" fmla="*/ 34 w 77"/>
                <a:gd name="T79" fmla="*/ 76 h 76"/>
                <a:gd name="T80" fmla="*/ 38 w 77"/>
                <a:gd name="T81" fmla="*/ 76 h 76"/>
                <a:gd name="T82" fmla="*/ 43 w 77"/>
                <a:gd name="T83" fmla="*/ 76 h 76"/>
                <a:gd name="T84" fmla="*/ 45 w 77"/>
                <a:gd name="T85" fmla="*/ 70 h 76"/>
                <a:gd name="T86" fmla="*/ 48 w 77"/>
                <a:gd name="T87" fmla="*/ 69 h 76"/>
                <a:gd name="T88" fmla="*/ 54 w 77"/>
                <a:gd name="T89" fmla="*/ 73 h 76"/>
                <a:gd name="T90" fmla="*/ 61 w 77"/>
                <a:gd name="T91" fmla="*/ 69 h 76"/>
                <a:gd name="T92" fmla="*/ 60 w 77"/>
                <a:gd name="T93" fmla="*/ 62 h 76"/>
                <a:gd name="T94" fmla="*/ 63 w 77"/>
                <a:gd name="T95" fmla="*/ 60 h 76"/>
                <a:gd name="T96" fmla="*/ 69 w 77"/>
                <a:gd name="T97" fmla="*/ 61 h 76"/>
                <a:gd name="T98" fmla="*/ 74 w 77"/>
                <a:gd name="T99" fmla="*/ 53 h 76"/>
                <a:gd name="T100" fmla="*/ 69 w 77"/>
                <a:gd name="T101" fmla="*/ 48 h 76"/>
                <a:gd name="T102" fmla="*/ 70 w 77"/>
                <a:gd name="T103" fmla="*/ 45 h 76"/>
                <a:gd name="T104" fmla="*/ 77 w 77"/>
                <a:gd name="T105" fmla="*/ 42 h 76"/>
                <a:gd name="T106" fmla="*/ 77 w 77"/>
                <a:gd name="T107" fmla="*/ 38 h 76"/>
                <a:gd name="T108" fmla="*/ 77 w 77"/>
                <a:gd name="T109" fmla="*/ 33 h 76"/>
                <a:gd name="T110" fmla="*/ 74 w 77"/>
                <a:gd name="T111" fmla="*/ 32 h 76"/>
                <a:gd name="T112" fmla="*/ 71 w 77"/>
                <a:gd name="T113" fmla="*/ 32 h 76"/>
                <a:gd name="T114" fmla="*/ 70 w 77"/>
                <a:gd name="T115" fmla="*/ 31 h 76"/>
                <a:gd name="T116" fmla="*/ 38 w 77"/>
                <a:gd name="T117" fmla="*/ 47 h 76"/>
                <a:gd name="T118" fmla="*/ 30 w 77"/>
                <a:gd name="T119" fmla="*/ 38 h 76"/>
                <a:gd name="T120" fmla="*/ 38 w 77"/>
                <a:gd name="T121" fmla="*/ 29 h 76"/>
                <a:gd name="T122" fmla="*/ 47 w 77"/>
                <a:gd name="T123" fmla="*/ 38 h 76"/>
                <a:gd name="T124" fmla="*/ 38 w 77"/>
                <a:gd name="T125" fmla="*/ 47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7" h="76">
                  <a:moveTo>
                    <a:pt x="70" y="31"/>
                  </a:moveTo>
                  <a:cubicBezTo>
                    <a:pt x="70" y="31"/>
                    <a:pt x="70" y="31"/>
                    <a:pt x="70" y="31"/>
                  </a:cubicBezTo>
                  <a:cubicBezTo>
                    <a:pt x="70" y="31"/>
                    <a:pt x="70" y="31"/>
                    <a:pt x="70" y="30"/>
                  </a:cubicBezTo>
                  <a:cubicBezTo>
                    <a:pt x="70" y="29"/>
                    <a:pt x="70" y="29"/>
                    <a:pt x="70" y="29"/>
                  </a:cubicBezTo>
                  <a:cubicBezTo>
                    <a:pt x="67" y="32"/>
                    <a:pt x="67" y="32"/>
                    <a:pt x="67" y="32"/>
                  </a:cubicBezTo>
                  <a:cubicBezTo>
                    <a:pt x="58" y="26"/>
                    <a:pt x="58" y="26"/>
                    <a:pt x="58" y="26"/>
                  </a:cubicBezTo>
                  <a:cubicBezTo>
                    <a:pt x="59" y="23"/>
                    <a:pt x="59" y="23"/>
                    <a:pt x="59" y="23"/>
                  </a:cubicBezTo>
                  <a:cubicBezTo>
                    <a:pt x="55" y="24"/>
                    <a:pt x="55" y="24"/>
                    <a:pt x="55" y="24"/>
                  </a:cubicBezTo>
                  <a:cubicBezTo>
                    <a:pt x="50" y="14"/>
                    <a:pt x="50" y="14"/>
                    <a:pt x="50" y="14"/>
                  </a:cubicBezTo>
                  <a:cubicBezTo>
                    <a:pt x="52" y="12"/>
                    <a:pt x="52" y="12"/>
                    <a:pt x="52" y="12"/>
                  </a:cubicBezTo>
                  <a:cubicBezTo>
                    <a:pt x="49" y="11"/>
                    <a:pt x="49" y="11"/>
                    <a:pt x="49" y="11"/>
                  </a:cubicBezTo>
                  <a:cubicBezTo>
                    <a:pt x="49" y="7"/>
                    <a:pt x="49" y="7"/>
                    <a:pt x="49" y="7"/>
                  </a:cubicBezTo>
                  <a:cubicBezTo>
                    <a:pt x="49" y="7"/>
                    <a:pt x="46" y="6"/>
                    <a:pt x="45" y="6"/>
                  </a:cubicBezTo>
                  <a:cubicBezTo>
                    <a:pt x="43" y="0"/>
                    <a:pt x="43" y="0"/>
                    <a:pt x="43" y="0"/>
                  </a:cubicBezTo>
                  <a:cubicBezTo>
                    <a:pt x="38" y="0"/>
                    <a:pt x="38" y="0"/>
                    <a:pt x="38" y="0"/>
                  </a:cubicBezTo>
                  <a:cubicBezTo>
                    <a:pt x="34" y="0"/>
                    <a:pt x="34" y="0"/>
                    <a:pt x="34" y="0"/>
                  </a:cubicBezTo>
                  <a:cubicBezTo>
                    <a:pt x="32" y="6"/>
                    <a:pt x="32" y="6"/>
                    <a:pt x="32" y="6"/>
                  </a:cubicBezTo>
                  <a:cubicBezTo>
                    <a:pt x="30" y="6"/>
                    <a:pt x="29" y="7"/>
                    <a:pt x="28" y="7"/>
                  </a:cubicBezTo>
                  <a:cubicBezTo>
                    <a:pt x="23" y="2"/>
                    <a:pt x="23" y="2"/>
                    <a:pt x="23" y="2"/>
                  </a:cubicBezTo>
                  <a:cubicBezTo>
                    <a:pt x="15" y="7"/>
                    <a:pt x="15" y="7"/>
                    <a:pt x="15" y="7"/>
                  </a:cubicBezTo>
                  <a:cubicBezTo>
                    <a:pt x="17" y="14"/>
                    <a:pt x="17" y="14"/>
                    <a:pt x="17" y="14"/>
                  </a:cubicBezTo>
                  <a:cubicBezTo>
                    <a:pt x="16" y="14"/>
                    <a:pt x="15" y="15"/>
                    <a:pt x="14" y="16"/>
                  </a:cubicBezTo>
                  <a:cubicBezTo>
                    <a:pt x="7" y="15"/>
                    <a:pt x="7" y="15"/>
                    <a:pt x="7" y="15"/>
                  </a:cubicBezTo>
                  <a:cubicBezTo>
                    <a:pt x="3" y="23"/>
                    <a:pt x="3" y="23"/>
                    <a:pt x="3" y="23"/>
                  </a:cubicBezTo>
                  <a:cubicBezTo>
                    <a:pt x="7" y="28"/>
                    <a:pt x="7" y="28"/>
                    <a:pt x="7" y="28"/>
                  </a:cubicBezTo>
                  <a:cubicBezTo>
                    <a:pt x="7" y="29"/>
                    <a:pt x="7" y="30"/>
                    <a:pt x="6" y="31"/>
                  </a:cubicBezTo>
                  <a:cubicBezTo>
                    <a:pt x="0" y="33"/>
                    <a:pt x="0" y="33"/>
                    <a:pt x="0" y="33"/>
                  </a:cubicBezTo>
                  <a:cubicBezTo>
                    <a:pt x="0" y="38"/>
                    <a:pt x="0" y="38"/>
                    <a:pt x="0" y="38"/>
                  </a:cubicBezTo>
                  <a:cubicBezTo>
                    <a:pt x="0" y="42"/>
                    <a:pt x="0" y="42"/>
                    <a:pt x="0" y="42"/>
                  </a:cubicBezTo>
                  <a:cubicBezTo>
                    <a:pt x="6" y="45"/>
                    <a:pt x="6" y="45"/>
                    <a:pt x="6" y="45"/>
                  </a:cubicBezTo>
                  <a:cubicBezTo>
                    <a:pt x="7" y="46"/>
                    <a:pt x="7" y="47"/>
                    <a:pt x="7" y="48"/>
                  </a:cubicBezTo>
                  <a:cubicBezTo>
                    <a:pt x="3" y="53"/>
                    <a:pt x="3" y="53"/>
                    <a:pt x="3" y="53"/>
                  </a:cubicBezTo>
                  <a:cubicBezTo>
                    <a:pt x="7" y="61"/>
                    <a:pt x="7" y="61"/>
                    <a:pt x="7" y="61"/>
                  </a:cubicBezTo>
                  <a:cubicBezTo>
                    <a:pt x="14" y="60"/>
                    <a:pt x="14" y="60"/>
                    <a:pt x="14" y="60"/>
                  </a:cubicBezTo>
                  <a:cubicBezTo>
                    <a:pt x="15" y="61"/>
                    <a:pt x="16" y="61"/>
                    <a:pt x="17" y="62"/>
                  </a:cubicBezTo>
                  <a:cubicBezTo>
                    <a:pt x="15" y="69"/>
                    <a:pt x="15" y="69"/>
                    <a:pt x="15" y="69"/>
                  </a:cubicBezTo>
                  <a:cubicBezTo>
                    <a:pt x="23" y="73"/>
                    <a:pt x="23" y="73"/>
                    <a:pt x="23" y="73"/>
                  </a:cubicBezTo>
                  <a:cubicBezTo>
                    <a:pt x="28" y="69"/>
                    <a:pt x="28" y="69"/>
                    <a:pt x="28" y="69"/>
                  </a:cubicBezTo>
                  <a:cubicBezTo>
                    <a:pt x="29" y="69"/>
                    <a:pt x="30" y="70"/>
                    <a:pt x="32" y="70"/>
                  </a:cubicBezTo>
                  <a:cubicBezTo>
                    <a:pt x="34" y="76"/>
                    <a:pt x="34" y="76"/>
                    <a:pt x="34" y="76"/>
                  </a:cubicBezTo>
                  <a:cubicBezTo>
                    <a:pt x="38" y="76"/>
                    <a:pt x="38" y="76"/>
                    <a:pt x="38" y="76"/>
                  </a:cubicBezTo>
                  <a:cubicBezTo>
                    <a:pt x="43" y="76"/>
                    <a:pt x="43" y="76"/>
                    <a:pt x="43" y="76"/>
                  </a:cubicBezTo>
                  <a:cubicBezTo>
                    <a:pt x="45" y="70"/>
                    <a:pt x="45" y="70"/>
                    <a:pt x="45" y="70"/>
                  </a:cubicBezTo>
                  <a:cubicBezTo>
                    <a:pt x="46" y="70"/>
                    <a:pt x="47" y="69"/>
                    <a:pt x="48" y="69"/>
                  </a:cubicBezTo>
                  <a:cubicBezTo>
                    <a:pt x="54" y="73"/>
                    <a:pt x="54" y="73"/>
                    <a:pt x="54" y="73"/>
                  </a:cubicBezTo>
                  <a:cubicBezTo>
                    <a:pt x="61" y="69"/>
                    <a:pt x="61" y="69"/>
                    <a:pt x="61" y="69"/>
                  </a:cubicBezTo>
                  <a:cubicBezTo>
                    <a:pt x="60" y="62"/>
                    <a:pt x="60" y="62"/>
                    <a:pt x="60" y="62"/>
                  </a:cubicBezTo>
                  <a:cubicBezTo>
                    <a:pt x="61" y="61"/>
                    <a:pt x="62" y="61"/>
                    <a:pt x="63" y="60"/>
                  </a:cubicBezTo>
                  <a:cubicBezTo>
                    <a:pt x="69" y="61"/>
                    <a:pt x="69" y="61"/>
                    <a:pt x="69" y="61"/>
                  </a:cubicBezTo>
                  <a:cubicBezTo>
                    <a:pt x="74" y="53"/>
                    <a:pt x="74" y="53"/>
                    <a:pt x="74" y="53"/>
                  </a:cubicBezTo>
                  <a:cubicBezTo>
                    <a:pt x="69" y="48"/>
                    <a:pt x="69" y="48"/>
                    <a:pt x="69" y="48"/>
                  </a:cubicBezTo>
                  <a:cubicBezTo>
                    <a:pt x="70" y="47"/>
                    <a:pt x="70" y="46"/>
                    <a:pt x="70" y="45"/>
                  </a:cubicBezTo>
                  <a:cubicBezTo>
                    <a:pt x="77" y="42"/>
                    <a:pt x="77" y="42"/>
                    <a:pt x="77" y="42"/>
                  </a:cubicBezTo>
                  <a:cubicBezTo>
                    <a:pt x="77" y="38"/>
                    <a:pt x="77" y="38"/>
                    <a:pt x="77" y="38"/>
                  </a:cubicBezTo>
                  <a:cubicBezTo>
                    <a:pt x="77" y="33"/>
                    <a:pt x="77" y="33"/>
                    <a:pt x="77" y="33"/>
                  </a:cubicBezTo>
                  <a:cubicBezTo>
                    <a:pt x="74" y="32"/>
                    <a:pt x="74" y="32"/>
                    <a:pt x="74" y="32"/>
                  </a:cubicBezTo>
                  <a:cubicBezTo>
                    <a:pt x="71" y="32"/>
                    <a:pt x="71" y="32"/>
                    <a:pt x="71" y="32"/>
                  </a:cubicBezTo>
                  <a:lnTo>
                    <a:pt x="70" y="31"/>
                  </a:lnTo>
                  <a:close/>
                  <a:moveTo>
                    <a:pt x="38" y="47"/>
                  </a:moveTo>
                  <a:cubicBezTo>
                    <a:pt x="34" y="47"/>
                    <a:pt x="30" y="43"/>
                    <a:pt x="30" y="38"/>
                  </a:cubicBezTo>
                  <a:cubicBezTo>
                    <a:pt x="30" y="33"/>
                    <a:pt x="34" y="29"/>
                    <a:pt x="38" y="29"/>
                  </a:cubicBezTo>
                  <a:cubicBezTo>
                    <a:pt x="43" y="29"/>
                    <a:pt x="47" y="33"/>
                    <a:pt x="47" y="38"/>
                  </a:cubicBezTo>
                  <a:cubicBezTo>
                    <a:pt x="47" y="43"/>
                    <a:pt x="43" y="47"/>
                    <a:pt x="38"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1" name="Freeform 54"/>
            <p:cNvSpPr>
              <a:spLocks noEditPoints="1"/>
            </p:cNvSpPr>
            <p:nvPr/>
          </p:nvSpPr>
          <p:spPr bwMode="auto">
            <a:xfrm>
              <a:off x="4491038" y="6316663"/>
              <a:ext cx="171450" cy="180975"/>
            </a:xfrm>
            <a:custGeom>
              <a:avLst/>
              <a:gdLst>
                <a:gd name="T0" fmla="*/ 42 w 46"/>
                <a:gd name="T1" fmla="*/ 20 h 47"/>
                <a:gd name="T2" fmla="*/ 42 w 46"/>
                <a:gd name="T3" fmla="*/ 17 h 47"/>
                <a:gd name="T4" fmla="*/ 45 w 46"/>
                <a:gd name="T5" fmla="*/ 14 h 47"/>
                <a:gd name="T6" fmla="*/ 42 w 46"/>
                <a:gd name="T7" fmla="*/ 10 h 47"/>
                <a:gd name="T8" fmla="*/ 38 w 46"/>
                <a:gd name="T9" fmla="*/ 10 h 47"/>
                <a:gd name="T10" fmla="*/ 36 w 46"/>
                <a:gd name="T11" fmla="*/ 9 h 47"/>
                <a:gd name="T12" fmla="*/ 37 w 46"/>
                <a:gd name="T13" fmla="*/ 5 h 47"/>
                <a:gd name="T14" fmla="*/ 32 w 46"/>
                <a:gd name="T15" fmla="*/ 2 h 47"/>
                <a:gd name="T16" fmla="*/ 29 w 46"/>
                <a:gd name="T17" fmla="*/ 5 h 47"/>
                <a:gd name="T18" fmla="*/ 27 w 46"/>
                <a:gd name="T19" fmla="*/ 4 h 47"/>
                <a:gd name="T20" fmla="*/ 26 w 46"/>
                <a:gd name="T21" fmla="*/ 0 h 47"/>
                <a:gd name="T22" fmla="*/ 23 w 46"/>
                <a:gd name="T23" fmla="*/ 0 h 47"/>
                <a:gd name="T24" fmla="*/ 20 w 46"/>
                <a:gd name="T25" fmla="*/ 0 h 47"/>
                <a:gd name="T26" fmla="*/ 19 w 46"/>
                <a:gd name="T27" fmla="*/ 4 h 47"/>
                <a:gd name="T28" fmla="*/ 17 w 46"/>
                <a:gd name="T29" fmla="*/ 5 h 47"/>
                <a:gd name="T30" fmla="*/ 14 w 46"/>
                <a:gd name="T31" fmla="*/ 2 h 47"/>
                <a:gd name="T32" fmla="*/ 9 w 46"/>
                <a:gd name="T33" fmla="*/ 5 h 47"/>
                <a:gd name="T34" fmla="*/ 10 w 46"/>
                <a:gd name="T35" fmla="*/ 9 h 47"/>
                <a:gd name="T36" fmla="*/ 8 w 46"/>
                <a:gd name="T37" fmla="*/ 10 h 47"/>
                <a:gd name="T38" fmla="*/ 4 w 46"/>
                <a:gd name="T39" fmla="*/ 10 h 47"/>
                <a:gd name="T40" fmla="*/ 1 w 46"/>
                <a:gd name="T41" fmla="*/ 14 h 47"/>
                <a:gd name="T42" fmla="*/ 4 w 46"/>
                <a:gd name="T43" fmla="*/ 17 h 47"/>
                <a:gd name="T44" fmla="*/ 4 w 46"/>
                <a:gd name="T45" fmla="*/ 20 h 47"/>
                <a:gd name="T46" fmla="*/ 0 w 46"/>
                <a:gd name="T47" fmla="*/ 21 h 47"/>
                <a:gd name="T48" fmla="*/ 0 w 46"/>
                <a:gd name="T49" fmla="*/ 26 h 47"/>
                <a:gd name="T50" fmla="*/ 4 w 46"/>
                <a:gd name="T51" fmla="*/ 28 h 47"/>
                <a:gd name="T52" fmla="*/ 4 w 46"/>
                <a:gd name="T53" fmla="*/ 30 h 47"/>
                <a:gd name="T54" fmla="*/ 1 w 46"/>
                <a:gd name="T55" fmla="*/ 33 h 47"/>
                <a:gd name="T56" fmla="*/ 4 w 46"/>
                <a:gd name="T57" fmla="*/ 38 h 47"/>
                <a:gd name="T58" fmla="*/ 8 w 46"/>
                <a:gd name="T59" fmla="*/ 37 h 47"/>
                <a:gd name="T60" fmla="*/ 10 w 46"/>
                <a:gd name="T61" fmla="*/ 38 h 47"/>
                <a:gd name="T62" fmla="*/ 9 w 46"/>
                <a:gd name="T63" fmla="*/ 42 h 47"/>
                <a:gd name="T64" fmla="*/ 14 w 46"/>
                <a:gd name="T65" fmla="*/ 45 h 47"/>
                <a:gd name="T66" fmla="*/ 17 w 46"/>
                <a:gd name="T67" fmla="*/ 42 h 47"/>
                <a:gd name="T68" fmla="*/ 19 w 46"/>
                <a:gd name="T69" fmla="*/ 43 h 47"/>
                <a:gd name="T70" fmla="*/ 20 w 46"/>
                <a:gd name="T71" fmla="*/ 47 h 47"/>
                <a:gd name="T72" fmla="*/ 26 w 46"/>
                <a:gd name="T73" fmla="*/ 47 h 47"/>
                <a:gd name="T74" fmla="*/ 27 w 46"/>
                <a:gd name="T75" fmla="*/ 43 h 47"/>
                <a:gd name="T76" fmla="*/ 29 w 46"/>
                <a:gd name="T77" fmla="*/ 42 h 47"/>
                <a:gd name="T78" fmla="*/ 32 w 46"/>
                <a:gd name="T79" fmla="*/ 45 h 47"/>
                <a:gd name="T80" fmla="*/ 37 w 46"/>
                <a:gd name="T81" fmla="*/ 42 h 47"/>
                <a:gd name="T82" fmla="*/ 36 w 46"/>
                <a:gd name="T83" fmla="*/ 38 h 47"/>
                <a:gd name="T84" fmla="*/ 38 w 46"/>
                <a:gd name="T85" fmla="*/ 37 h 47"/>
                <a:gd name="T86" fmla="*/ 42 w 46"/>
                <a:gd name="T87" fmla="*/ 38 h 47"/>
                <a:gd name="T88" fmla="*/ 45 w 46"/>
                <a:gd name="T89" fmla="*/ 33 h 47"/>
                <a:gd name="T90" fmla="*/ 42 w 46"/>
                <a:gd name="T91" fmla="*/ 30 h 47"/>
                <a:gd name="T92" fmla="*/ 42 w 46"/>
                <a:gd name="T93" fmla="*/ 28 h 47"/>
                <a:gd name="T94" fmla="*/ 46 w 46"/>
                <a:gd name="T95" fmla="*/ 26 h 47"/>
                <a:gd name="T96" fmla="*/ 46 w 46"/>
                <a:gd name="T97" fmla="*/ 24 h 47"/>
                <a:gd name="T98" fmla="*/ 46 w 46"/>
                <a:gd name="T99" fmla="*/ 21 h 47"/>
                <a:gd name="T100" fmla="*/ 42 w 46"/>
                <a:gd name="T101" fmla="*/ 20 h 47"/>
                <a:gd name="T102" fmla="*/ 23 w 46"/>
                <a:gd name="T103" fmla="*/ 29 h 47"/>
                <a:gd name="T104" fmla="*/ 18 w 46"/>
                <a:gd name="T105" fmla="*/ 24 h 47"/>
                <a:gd name="T106" fmla="*/ 23 w 46"/>
                <a:gd name="T107" fmla="*/ 18 h 47"/>
                <a:gd name="T108" fmla="*/ 28 w 46"/>
                <a:gd name="T109" fmla="*/ 24 h 47"/>
                <a:gd name="T110" fmla="*/ 23 w 46"/>
                <a:gd name="T111" fmla="*/ 2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6" h="47">
                  <a:moveTo>
                    <a:pt x="42" y="20"/>
                  </a:moveTo>
                  <a:cubicBezTo>
                    <a:pt x="42" y="19"/>
                    <a:pt x="42" y="18"/>
                    <a:pt x="42" y="17"/>
                  </a:cubicBezTo>
                  <a:cubicBezTo>
                    <a:pt x="45" y="14"/>
                    <a:pt x="45" y="14"/>
                    <a:pt x="45" y="14"/>
                  </a:cubicBezTo>
                  <a:cubicBezTo>
                    <a:pt x="42" y="10"/>
                    <a:pt x="42" y="10"/>
                    <a:pt x="42" y="10"/>
                  </a:cubicBezTo>
                  <a:cubicBezTo>
                    <a:pt x="38" y="10"/>
                    <a:pt x="38" y="10"/>
                    <a:pt x="38" y="10"/>
                  </a:cubicBezTo>
                  <a:cubicBezTo>
                    <a:pt x="37" y="10"/>
                    <a:pt x="37" y="9"/>
                    <a:pt x="36" y="9"/>
                  </a:cubicBezTo>
                  <a:cubicBezTo>
                    <a:pt x="37" y="5"/>
                    <a:pt x="37" y="5"/>
                    <a:pt x="37" y="5"/>
                  </a:cubicBezTo>
                  <a:cubicBezTo>
                    <a:pt x="32" y="2"/>
                    <a:pt x="32" y="2"/>
                    <a:pt x="32" y="2"/>
                  </a:cubicBezTo>
                  <a:cubicBezTo>
                    <a:pt x="29" y="5"/>
                    <a:pt x="29" y="5"/>
                    <a:pt x="29" y="5"/>
                  </a:cubicBezTo>
                  <a:cubicBezTo>
                    <a:pt x="29" y="5"/>
                    <a:pt x="28" y="4"/>
                    <a:pt x="27" y="4"/>
                  </a:cubicBezTo>
                  <a:cubicBezTo>
                    <a:pt x="26" y="0"/>
                    <a:pt x="26" y="0"/>
                    <a:pt x="26" y="0"/>
                  </a:cubicBezTo>
                  <a:cubicBezTo>
                    <a:pt x="23" y="0"/>
                    <a:pt x="23" y="0"/>
                    <a:pt x="23" y="0"/>
                  </a:cubicBezTo>
                  <a:cubicBezTo>
                    <a:pt x="20" y="0"/>
                    <a:pt x="20" y="0"/>
                    <a:pt x="20" y="0"/>
                  </a:cubicBezTo>
                  <a:cubicBezTo>
                    <a:pt x="19" y="4"/>
                    <a:pt x="19" y="4"/>
                    <a:pt x="19" y="4"/>
                  </a:cubicBezTo>
                  <a:cubicBezTo>
                    <a:pt x="18" y="4"/>
                    <a:pt x="18" y="5"/>
                    <a:pt x="17" y="5"/>
                  </a:cubicBezTo>
                  <a:cubicBezTo>
                    <a:pt x="14" y="2"/>
                    <a:pt x="14" y="2"/>
                    <a:pt x="14" y="2"/>
                  </a:cubicBezTo>
                  <a:cubicBezTo>
                    <a:pt x="9" y="5"/>
                    <a:pt x="9" y="5"/>
                    <a:pt x="9" y="5"/>
                  </a:cubicBezTo>
                  <a:cubicBezTo>
                    <a:pt x="10" y="9"/>
                    <a:pt x="10" y="9"/>
                    <a:pt x="10" y="9"/>
                  </a:cubicBezTo>
                  <a:cubicBezTo>
                    <a:pt x="9" y="9"/>
                    <a:pt x="9" y="10"/>
                    <a:pt x="8" y="10"/>
                  </a:cubicBezTo>
                  <a:cubicBezTo>
                    <a:pt x="4" y="10"/>
                    <a:pt x="4" y="10"/>
                    <a:pt x="4" y="10"/>
                  </a:cubicBezTo>
                  <a:cubicBezTo>
                    <a:pt x="1" y="14"/>
                    <a:pt x="1" y="14"/>
                    <a:pt x="1" y="14"/>
                  </a:cubicBezTo>
                  <a:cubicBezTo>
                    <a:pt x="4" y="17"/>
                    <a:pt x="4" y="17"/>
                    <a:pt x="4" y="17"/>
                  </a:cubicBezTo>
                  <a:cubicBezTo>
                    <a:pt x="4" y="18"/>
                    <a:pt x="4" y="19"/>
                    <a:pt x="4" y="20"/>
                  </a:cubicBezTo>
                  <a:cubicBezTo>
                    <a:pt x="0" y="21"/>
                    <a:pt x="0" y="21"/>
                    <a:pt x="0" y="21"/>
                  </a:cubicBezTo>
                  <a:cubicBezTo>
                    <a:pt x="0" y="26"/>
                    <a:pt x="0" y="26"/>
                    <a:pt x="0" y="26"/>
                  </a:cubicBezTo>
                  <a:cubicBezTo>
                    <a:pt x="4" y="28"/>
                    <a:pt x="4" y="28"/>
                    <a:pt x="4" y="28"/>
                  </a:cubicBezTo>
                  <a:cubicBezTo>
                    <a:pt x="4" y="28"/>
                    <a:pt x="4" y="29"/>
                    <a:pt x="4" y="30"/>
                  </a:cubicBezTo>
                  <a:cubicBezTo>
                    <a:pt x="1" y="33"/>
                    <a:pt x="1" y="33"/>
                    <a:pt x="1" y="33"/>
                  </a:cubicBezTo>
                  <a:cubicBezTo>
                    <a:pt x="4" y="38"/>
                    <a:pt x="4" y="38"/>
                    <a:pt x="4" y="38"/>
                  </a:cubicBezTo>
                  <a:cubicBezTo>
                    <a:pt x="8" y="37"/>
                    <a:pt x="8" y="37"/>
                    <a:pt x="8" y="37"/>
                  </a:cubicBezTo>
                  <a:cubicBezTo>
                    <a:pt x="9" y="37"/>
                    <a:pt x="9" y="38"/>
                    <a:pt x="10" y="38"/>
                  </a:cubicBezTo>
                  <a:cubicBezTo>
                    <a:pt x="9" y="42"/>
                    <a:pt x="9" y="42"/>
                    <a:pt x="9" y="42"/>
                  </a:cubicBezTo>
                  <a:cubicBezTo>
                    <a:pt x="14" y="45"/>
                    <a:pt x="14" y="45"/>
                    <a:pt x="14" y="45"/>
                  </a:cubicBezTo>
                  <a:cubicBezTo>
                    <a:pt x="17" y="42"/>
                    <a:pt x="17" y="42"/>
                    <a:pt x="17" y="42"/>
                  </a:cubicBezTo>
                  <a:cubicBezTo>
                    <a:pt x="17" y="43"/>
                    <a:pt x="19" y="43"/>
                    <a:pt x="19" y="43"/>
                  </a:cubicBezTo>
                  <a:cubicBezTo>
                    <a:pt x="20" y="47"/>
                    <a:pt x="20" y="47"/>
                    <a:pt x="20" y="47"/>
                  </a:cubicBezTo>
                  <a:cubicBezTo>
                    <a:pt x="26" y="47"/>
                    <a:pt x="26" y="47"/>
                    <a:pt x="26" y="47"/>
                  </a:cubicBezTo>
                  <a:cubicBezTo>
                    <a:pt x="27" y="43"/>
                    <a:pt x="27" y="43"/>
                    <a:pt x="27" y="43"/>
                  </a:cubicBezTo>
                  <a:cubicBezTo>
                    <a:pt x="28" y="43"/>
                    <a:pt x="29" y="43"/>
                    <a:pt x="29" y="42"/>
                  </a:cubicBezTo>
                  <a:cubicBezTo>
                    <a:pt x="32" y="45"/>
                    <a:pt x="32" y="45"/>
                    <a:pt x="32" y="45"/>
                  </a:cubicBezTo>
                  <a:cubicBezTo>
                    <a:pt x="37" y="42"/>
                    <a:pt x="37" y="42"/>
                    <a:pt x="37" y="42"/>
                  </a:cubicBezTo>
                  <a:cubicBezTo>
                    <a:pt x="36" y="38"/>
                    <a:pt x="36" y="38"/>
                    <a:pt x="36" y="38"/>
                  </a:cubicBezTo>
                  <a:cubicBezTo>
                    <a:pt x="37" y="38"/>
                    <a:pt x="37" y="37"/>
                    <a:pt x="38" y="37"/>
                  </a:cubicBezTo>
                  <a:cubicBezTo>
                    <a:pt x="42" y="38"/>
                    <a:pt x="42" y="38"/>
                    <a:pt x="42" y="38"/>
                  </a:cubicBezTo>
                  <a:cubicBezTo>
                    <a:pt x="45" y="33"/>
                    <a:pt x="45" y="33"/>
                    <a:pt x="45" y="33"/>
                  </a:cubicBezTo>
                  <a:cubicBezTo>
                    <a:pt x="42" y="30"/>
                    <a:pt x="42" y="30"/>
                    <a:pt x="42" y="30"/>
                  </a:cubicBezTo>
                  <a:cubicBezTo>
                    <a:pt x="42" y="29"/>
                    <a:pt x="42" y="28"/>
                    <a:pt x="42" y="28"/>
                  </a:cubicBezTo>
                  <a:cubicBezTo>
                    <a:pt x="46" y="26"/>
                    <a:pt x="46" y="26"/>
                    <a:pt x="46" y="26"/>
                  </a:cubicBezTo>
                  <a:cubicBezTo>
                    <a:pt x="46" y="24"/>
                    <a:pt x="46" y="24"/>
                    <a:pt x="46" y="24"/>
                  </a:cubicBezTo>
                  <a:cubicBezTo>
                    <a:pt x="46" y="21"/>
                    <a:pt x="46" y="21"/>
                    <a:pt x="46" y="21"/>
                  </a:cubicBezTo>
                  <a:lnTo>
                    <a:pt x="42" y="20"/>
                  </a:lnTo>
                  <a:close/>
                  <a:moveTo>
                    <a:pt x="23" y="29"/>
                  </a:moveTo>
                  <a:cubicBezTo>
                    <a:pt x="20" y="29"/>
                    <a:pt x="18" y="27"/>
                    <a:pt x="18" y="24"/>
                  </a:cubicBezTo>
                  <a:cubicBezTo>
                    <a:pt x="18" y="21"/>
                    <a:pt x="20" y="18"/>
                    <a:pt x="23" y="18"/>
                  </a:cubicBezTo>
                  <a:cubicBezTo>
                    <a:pt x="26" y="18"/>
                    <a:pt x="28" y="21"/>
                    <a:pt x="28" y="24"/>
                  </a:cubicBezTo>
                  <a:cubicBezTo>
                    <a:pt x="28" y="27"/>
                    <a:pt x="26" y="29"/>
                    <a:pt x="23"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02" name="组合 1001"/>
          <p:cNvGrpSpPr/>
          <p:nvPr/>
        </p:nvGrpSpPr>
        <p:grpSpPr>
          <a:xfrm>
            <a:off x="9222847" y="5335847"/>
            <a:ext cx="379413" cy="368300"/>
            <a:chOff x="3597275" y="6316663"/>
            <a:chExt cx="379413" cy="368300"/>
          </a:xfrm>
          <a:solidFill>
            <a:srgbClr val="707E84"/>
          </a:solidFill>
        </p:grpSpPr>
        <p:sp>
          <p:nvSpPr>
            <p:cNvPr id="1003" name="Freeform 55"/>
            <p:cNvSpPr>
              <a:spLocks/>
            </p:cNvSpPr>
            <p:nvPr/>
          </p:nvSpPr>
          <p:spPr bwMode="auto">
            <a:xfrm>
              <a:off x="3608388" y="6316663"/>
              <a:ext cx="214313" cy="88900"/>
            </a:xfrm>
            <a:custGeom>
              <a:avLst/>
              <a:gdLst>
                <a:gd name="T0" fmla="*/ 7 w 57"/>
                <a:gd name="T1" fmla="*/ 17 h 23"/>
                <a:gd name="T2" fmla="*/ 17 w 57"/>
                <a:gd name="T3" fmla="*/ 6 h 23"/>
                <a:gd name="T4" fmla="*/ 40 w 57"/>
                <a:gd name="T5" fmla="*/ 6 h 23"/>
                <a:gd name="T6" fmla="*/ 50 w 57"/>
                <a:gd name="T7" fmla="*/ 17 h 23"/>
                <a:gd name="T8" fmla="*/ 50 w 57"/>
                <a:gd name="T9" fmla="*/ 23 h 23"/>
                <a:gd name="T10" fmla="*/ 57 w 57"/>
                <a:gd name="T11" fmla="*/ 23 h 23"/>
                <a:gd name="T12" fmla="*/ 57 w 57"/>
                <a:gd name="T13" fmla="*/ 17 h 23"/>
                <a:gd name="T14" fmla="*/ 40 w 57"/>
                <a:gd name="T15" fmla="*/ 0 h 23"/>
                <a:gd name="T16" fmla="*/ 17 w 57"/>
                <a:gd name="T17" fmla="*/ 0 h 23"/>
                <a:gd name="T18" fmla="*/ 0 w 57"/>
                <a:gd name="T19" fmla="*/ 17 h 23"/>
                <a:gd name="T20" fmla="*/ 0 w 57"/>
                <a:gd name="T21" fmla="*/ 23 h 23"/>
                <a:gd name="T22" fmla="*/ 7 w 57"/>
                <a:gd name="T23" fmla="*/ 23 h 23"/>
                <a:gd name="T24" fmla="*/ 7 w 57"/>
                <a:gd name="T25" fmla="*/ 1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 h="23">
                  <a:moveTo>
                    <a:pt x="7" y="17"/>
                  </a:moveTo>
                  <a:cubicBezTo>
                    <a:pt x="7" y="11"/>
                    <a:pt x="12" y="6"/>
                    <a:pt x="17" y="6"/>
                  </a:cubicBezTo>
                  <a:cubicBezTo>
                    <a:pt x="40" y="6"/>
                    <a:pt x="40" y="6"/>
                    <a:pt x="40" y="6"/>
                  </a:cubicBezTo>
                  <a:cubicBezTo>
                    <a:pt x="46" y="6"/>
                    <a:pt x="50" y="11"/>
                    <a:pt x="50" y="17"/>
                  </a:cubicBezTo>
                  <a:cubicBezTo>
                    <a:pt x="50" y="23"/>
                    <a:pt x="50" y="23"/>
                    <a:pt x="50" y="23"/>
                  </a:cubicBezTo>
                  <a:cubicBezTo>
                    <a:pt x="57" y="23"/>
                    <a:pt x="57" y="23"/>
                    <a:pt x="57" y="23"/>
                  </a:cubicBezTo>
                  <a:cubicBezTo>
                    <a:pt x="57" y="17"/>
                    <a:pt x="57" y="17"/>
                    <a:pt x="57" y="17"/>
                  </a:cubicBezTo>
                  <a:cubicBezTo>
                    <a:pt x="57" y="7"/>
                    <a:pt x="49" y="0"/>
                    <a:pt x="40" y="0"/>
                  </a:cubicBezTo>
                  <a:cubicBezTo>
                    <a:pt x="17" y="0"/>
                    <a:pt x="17" y="0"/>
                    <a:pt x="17" y="0"/>
                  </a:cubicBezTo>
                  <a:cubicBezTo>
                    <a:pt x="8" y="0"/>
                    <a:pt x="0" y="7"/>
                    <a:pt x="0" y="17"/>
                  </a:cubicBezTo>
                  <a:cubicBezTo>
                    <a:pt x="0" y="23"/>
                    <a:pt x="0" y="23"/>
                    <a:pt x="0" y="23"/>
                  </a:cubicBezTo>
                  <a:cubicBezTo>
                    <a:pt x="7" y="23"/>
                    <a:pt x="7" y="23"/>
                    <a:pt x="7" y="23"/>
                  </a:cubicBezTo>
                  <a:lnTo>
                    <a:pt x="7"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4" name="Freeform 56"/>
            <p:cNvSpPr>
              <a:spLocks/>
            </p:cNvSpPr>
            <p:nvPr/>
          </p:nvSpPr>
          <p:spPr bwMode="auto">
            <a:xfrm>
              <a:off x="3803650" y="6554788"/>
              <a:ext cx="33338" cy="49213"/>
            </a:xfrm>
            <a:custGeom>
              <a:avLst/>
              <a:gdLst>
                <a:gd name="T0" fmla="*/ 2 w 9"/>
                <a:gd name="T1" fmla="*/ 4 h 13"/>
                <a:gd name="T2" fmla="*/ 1 w 9"/>
                <a:gd name="T3" fmla="*/ 10 h 13"/>
                <a:gd name="T4" fmla="*/ 2 w 9"/>
                <a:gd name="T5" fmla="*/ 13 h 13"/>
                <a:gd name="T6" fmla="*/ 9 w 9"/>
                <a:gd name="T7" fmla="*/ 7 h 13"/>
                <a:gd name="T8" fmla="*/ 9 w 9"/>
                <a:gd name="T9" fmla="*/ 0 h 13"/>
                <a:gd name="T10" fmla="*/ 2 w 9"/>
                <a:gd name="T11" fmla="*/ 4 h 13"/>
              </a:gdLst>
              <a:ahLst/>
              <a:cxnLst>
                <a:cxn ang="0">
                  <a:pos x="T0" y="T1"/>
                </a:cxn>
                <a:cxn ang="0">
                  <a:pos x="T2" y="T3"/>
                </a:cxn>
                <a:cxn ang="0">
                  <a:pos x="T4" y="T5"/>
                </a:cxn>
                <a:cxn ang="0">
                  <a:pos x="T6" y="T7"/>
                </a:cxn>
                <a:cxn ang="0">
                  <a:pos x="T8" y="T9"/>
                </a:cxn>
                <a:cxn ang="0">
                  <a:pos x="T10" y="T11"/>
                </a:cxn>
              </a:cxnLst>
              <a:rect l="0" t="0" r="r" b="b"/>
              <a:pathLst>
                <a:path w="9" h="13">
                  <a:moveTo>
                    <a:pt x="2" y="4"/>
                  </a:moveTo>
                  <a:cubicBezTo>
                    <a:pt x="1" y="6"/>
                    <a:pt x="0" y="8"/>
                    <a:pt x="1" y="10"/>
                  </a:cubicBezTo>
                  <a:cubicBezTo>
                    <a:pt x="1" y="11"/>
                    <a:pt x="2" y="12"/>
                    <a:pt x="2" y="13"/>
                  </a:cubicBezTo>
                  <a:cubicBezTo>
                    <a:pt x="6" y="13"/>
                    <a:pt x="9" y="10"/>
                    <a:pt x="9" y="7"/>
                  </a:cubicBezTo>
                  <a:cubicBezTo>
                    <a:pt x="9" y="0"/>
                    <a:pt x="9" y="0"/>
                    <a:pt x="9" y="0"/>
                  </a:cubicBezTo>
                  <a:cubicBezTo>
                    <a:pt x="6" y="0"/>
                    <a:pt x="3" y="2"/>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5" name="Freeform 57"/>
            <p:cNvSpPr>
              <a:spLocks noEditPoints="1"/>
            </p:cNvSpPr>
            <p:nvPr/>
          </p:nvSpPr>
          <p:spPr bwMode="auto">
            <a:xfrm>
              <a:off x="3597275" y="6416675"/>
              <a:ext cx="239713" cy="187325"/>
            </a:xfrm>
            <a:custGeom>
              <a:avLst/>
              <a:gdLst>
                <a:gd name="T0" fmla="*/ 43 w 64"/>
                <a:gd name="T1" fmla="*/ 31 h 49"/>
                <a:gd name="T2" fmla="*/ 64 w 64"/>
                <a:gd name="T3" fmla="*/ 19 h 49"/>
                <a:gd name="T4" fmla="*/ 64 w 64"/>
                <a:gd name="T5" fmla="*/ 7 h 49"/>
                <a:gd name="T6" fmla="*/ 57 w 64"/>
                <a:gd name="T7" fmla="*/ 0 h 49"/>
                <a:gd name="T8" fmla="*/ 7 w 64"/>
                <a:gd name="T9" fmla="*/ 0 h 49"/>
                <a:gd name="T10" fmla="*/ 0 w 64"/>
                <a:gd name="T11" fmla="*/ 7 h 49"/>
                <a:gd name="T12" fmla="*/ 0 w 64"/>
                <a:gd name="T13" fmla="*/ 43 h 49"/>
                <a:gd name="T14" fmla="*/ 7 w 64"/>
                <a:gd name="T15" fmla="*/ 49 h 49"/>
                <a:gd name="T16" fmla="*/ 40 w 64"/>
                <a:gd name="T17" fmla="*/ 49 h 49"/>
                <a:gd name="T18" fmla="*/ 43 w 64"/>
                <a:gd name="T19" fmla="*/ 31 h 49"/>
                <a:gd name="T20" fmla="*/ 36 w 64"/>
                <a:gd name="T21" fmla="*/ 26 h 49"/>
                <a:gd name="T22" fmla="*/ 36 w 64"/>
                <a:gd name="T23" fmla="*/ 31 h 49"/>
                <a:gd name="T24" fmla="*/ 32 w 64"/>
                <a:gd name="T25" fmla="*/ 36 h 49"/>
                <a:gd name="T26" fmla="*/ 27 w 64"/>
                <a:gd name="T27" fmla="*/ 31 h 49"/>
                <a:gd name="T28" fmla="*/ 27 w 64"/>
                <a:gd name="T29" fmla="*/ 26 h 49"/>
                <a:gd name="T30" fmla="*/ 24 w 64"/>
                <a:gd name="T31" fmla="*/ 20 h 49"/>
                <a:gd name="T32" fmla="*/ 32 w 64"/>
                <a:gd name="T33" fmla="*/ 13 h 49"/>
                <a:gd name="T34" fmla="*/ 39 w 64"/>
                <a:gd name="T35" fmla="*/ 20 h 49"/>
                <a:gd name="T36" fmla="*/ 36 w 64"/>
                <a:gd name="T37" fmla="*/ 2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 h="49">
                  <a:moveTo>
                    <a:pt x="43" y="31"/>
                  </a:moveTo>
                  <a:cubicBezTo>
                    <a:pt x="47" y="24"/>
                    <a:pt x="55" y="20"/>
                    <a:pt x="64" y="19"/>
                  </a:cubicBezTo>
                  <a:cubicBezTo>
                    <a:pt x="64" y="7"/>
                    <a:pt x="64" y="7"/>
                    <a:pt x="64" y="7"/>
                  </a:cubicBezTo>
                  <a:cubicBezTo>
                    <a:pt x="64" y="3"/>
                    <a:pt x="61" y="0"/>
                    <a:pt x="57" y="0"/>
                  </a:cubicBezTo>
                  <a:cubicBezTo>
                    <a:pt x="7" y="0"/>
                    <a:pt x="7" y="0"/>
                    <a:pt x="7" y="0"/>
                  </a:cubicBezTo>
                  <a:cubicBezTo>
                    <a:pt x="3" y="0"/>
                    <a:pt x="0" y="3"/>
                    <a:pt x="0" y="7"/>
                  </a:cubicBezTo>
                  <a:cubicBezTo>
                    <a:pt x="0" y="43"/>
                    <a:pt x="0" y="43"/>
                    <a:pt x="0" y="43"/>
                  </a:cubicBezTo>
                  <a:cubicBezTo>
                    <a:pt x="0" y="46"/>
                    <a:pt x="3" y="49"/>
                    <a:pt x="7" y="49"/>
                  </a:cubicBezTo>
                  <a:cubicBezTo>
                    <a:pt x="40" y="49"/>
                    <a:pt x="40" y="49"/>
                    <a:pt x="40" y="49"/>
                  </a:cubicBezTo>
                  <a:cubicBezTo>
                    <a:pt x="38" y="43"/>
                    <a:pt x="39" y="37"/>
                    <a:pt x="43" y="31"/>
                  </a:cubicBezTo>
                  <a:close/>
                  <a:moveTo>
                    <a:pt x="36" y="26"/>
                  </a:moveTo>
                  <a:cubicBezTo>
                    <a:pt x="36" y="31"/>
                    <a:pt x="36" y="31"/>
                    <a:pt x="36" y="31"/>
                  </a:cubicBezTo>
                  <a:cubicBezTo>
                    <a:pt x="36" y="34"/>
                    <a:pt x="34" y="36"/>
                    <a:pt x="32" y="36"/>
                  </a:cubicBezTo>
                  <a:cubicBezTo>
                    <a:pt x="29" y="36"/>
                    <a:pt x="27" y="34"/>
                    <a:pt x="27" y="31"/>
                  </a:cubicBezTo>
                  <a:cubicBezTo>
                    <a:pt x="27" y="26"/>
                    <a:pt x="27" y="26"/>
                    <a:pt x="27" y="26"/>
                  </a:cubicBezTo>
                  <a:cubicBezTo>
                    <a:pt x="26" y="24"/>
                    <a:pt x="24" y="22"/>
                    <a:pt x="24" y="20"/>
                  </a:cubicBezTo>
                  <a:cubicBezTo>
                    <a:pt x="24" y="16"/>
                    <a:pt x="28" y="13"/>
                    <a:pt x="32" y="13"/>
                  </a:cubicBezTo>
                  <a:cubicBezTo>
                    <a:pt x="36" y="13"/>
                    <a:pt x="39" y="16"/>
                    <a:pt x="39" y="20"/>
                  </a:cubicBezTo>
                  <a:cubicBezTo>
                    <a:pt x="39" y="22"/>
                    <a:pt x="38" y="24"/>
                    <a:pt x="36"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6" name="Freeform 58"/>
            <p:cNvSpPr>
              <a:spLocks noEditPoints="1"/>
            </p:cNvSpPr>
            <p:nvPr/>
          </p:nvSpPr>
          <p:spPr bwMode="auto">
            <a:xfrm>
              <a:off x="3746500" y="6497638"/>
              <a:ext cx="230188" cy="187325"/>
            </a:xfrm>
            <a:custGeom>
              <a:avLst/>
              <a:gdLst>
                <a:gd name="T0" fmla="*/ 35 w 61"/>
                <a:gd name="T1" fmla="*/ 6 h 49"/>
                <a:gd name="T2" fmla="*/ 6 w 61"/>
                <a:gd name="T3" fmla="*/ 13 h 49"/>
                <a:gd name="T4" fmla="*/ 13 w 61"/>
                <a:gd name="T5" fmla="*/ 41 h 49"/>
                <a:gd name="T6" fmla="*/ 37 w 61"/>
                <a:gd name="T7" fmla="*/ 39 h 49"/>
                <a:gd name="T8" fmla="*/ 38 w 61"/>
                <a:gd name="T9" fmla="*/ 40 h 49"/>
                <a:gd name="T10" fmla="*/ 50 w 61"/>
                <a:gd name="T11" fmla="*/ 47 h 49"/>
                <a:gd name="T12" fmla="*/ 59 w 61"/>
                <a:gd name="T13" fmla="*/ 45 h 49"/>
                <a:gd name="T14" fmla="*/ 57 w 61"/>
                <a:gd name="T15" fmla="*/ 35 h 49"/>
                <a:gd name="T16" fmla="*/ 45 w 61"/>
                <a:gd name="T17" fmla="*/ 28 h 49"/>
                <a:gd name="T18" fmla="*/ 44 w 61"/>
                <a:gd name="T19" fmla="*/ 28 h 49"/>
                <a:gd name="T20" fmla="*/ 35 w 61"/>
                <a:gd name="T21" fmla="*/ 6 h 49"/>
                <a:gd name="T22" fmla="*/ 35 w 61"/>
                <a:gd name="T23" fmla="*/ 30 h 49"/>
                <a:gd name="T24" fmla="*/ 18 w 61"/>
                <a:gd name="T25" fmla="*/ 34 h 49"/>
                <a:gd name="T26" fmla="*/ 13 w 61"/>
                <a:gd name="T27" fmla="*/ 17 h 49"/>
                <a:gd name="T28" fmla="*/ 31 w 61"/>
                <a:gd name="T29" fmla="*/ 13 h 49"/>
                <a:gd name="T30" fmla="*/ 35 w 61"/>
                <a:gd name="T31" fmla="*/ 3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9">
                  <a:moveTo>
                    <a:pt x="35" y="6"/>
                  </a:moveTo>
                  <a:cubicBezTo>
                    <a:pt x="25" y="0"/>
                    <a:pt x="12" y="3"/>
                    <a:pt x="6" y="13"/>
                  </a:cubicBezTo>
                  <a:cubicBezTo>
                    <a:pt x="0" y="22"/>
                    <a:pt x="4" y="35"/>
                    <a:pt x="13" y="41"/>
                  </a:cubicBezTo>
                  <a:cubicBezTo>
                    <a:pt x="21" y="46"/>
                    <a:pt x="31" y="45"/>
                    <a:pt x="37" y="39"/>
                  </a:cubicBezTo>
                  <a:cubicBezTo>
                    <a:pt x="38" y="39"/>
                    <a:pt x="38" y="40"/>
                    <a:pt x="38" y="40"/>
                  </a:cubicBezTo>
                  <a:cubicBezTo>
                    <a:pt x="50" y="47"/>
                    <a:pt x="50" y="47"/>
                    <a:pt x="50" y="47"/>
                  </a:cubicBezTo>
                  <a:cubicBezTo>
                    <a:pt x="53" y="49"/>
                    <a:pt x="57" y="48"/>
                    <a:pt x="59" y="45"/>
                  </a:cubicBezTo>
                  <a:cubicBezTo>
                    <a:pt x="61" y="41"/>
                    <a:pt x="60" y="37"/>
                    <a:pt x="57" y="35"/>
                  </a:cubicBezTo>
                  <a:cubicBezTo>
                    <a:pt x="45" y="28"/>
                    <a:pt x="45" y="28"/>
                    <a:pt x="45" y="28"/>
                  </a:cubicBezTo>
                  <a:cubicBezTo>
                    <a:pt x="45" y="28"/>
                    <a:pt x="45" y="28"/>
                    <a:pt x="44" y="28"/>
                  </a:cubicBezTo>
                  <a:cubicBezTo>
                    <a:pt x="46" y="19"/>
                    <a:pt x="43" y="10"/>
                    <a:pt x="35" y="6"/>
                  </a:cubicBezTo>
                  <a:close/>
                  <a:moveTo>
                    <a:pt x="35" y="30"/>
                  </a:moveTo>
                  <a:cubicBezTo>
                    <a:pt x="31" y="36"/>
                    <a:pt x="23" y="38"/>
                    <a:pt x="18" y="34"/>
                  </a:cubicBezTo>
                  <a:cubicBezTo>
                    <a:pt x="12" y="30"/>
                    <a:pt x="10" y="23"/>
                    <a:pt x="13" y="17"/>
                  </a:cubicBezTo>
                  <a:cubicBezTo>
                    <a:pt x="17" y="11"/>
                    <a:pt x="25" y="9"/>
                    <a:pt x="31" y="13"/>
                  </a:cubicBezTo>
                  <a:cubicBezTo>
                    <a:pt x="37" y="16"/>
                    <a:pt x="39" y="24"/>
                    <a:pt x="35"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07" name="组合 1006"/>
          <p:cNvGrpSpPr/>
          <p:nvPr/>
        </p:nvGrpSpPr>
        <p:grpSpPr>
          <a:xfrm>
            <a:off x="10229033" y="4867744"/>
            <a:ext cx="326924" cy="373780"/>
            <a:chOff x="6973888" y="144463"/>
            <a:chExt cx="487362" cy="557212"/>
          </a:xfrm>
          <a:solidFill>
            <a:srgbClr val="707E84"/>
          </a:solidFill>
        </p:grpSpPr>
        <p:sp>
          <p:nvSpPr>
            <p:cNvPr id="1008" name="Oval 29"/>
            <p:cNvSpPr>
              <a:spLocks noChangeArrowheads="1"/>
            </p:cNvSpPr>
            <p:nvPr/>
          </p:nvSpPr>
          <p:spPr bwMode="auto">
            <a:xfrm>
              <a:off x="7138988" y="369888"/>
              <a:ext cx="71437" cy="714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9" name="Freeform 30"/>
            <p:cNvSpPr>
              <a:spLocks/>
            </p:cNvSpPr>
            <p:nvPr/>
          </p:nvSpPr>
          <p:spPr bwMode="auto">
            <a:xfrm>
              <a:off x="6973888" y="438150"/>
              <a:ext cx="303212" cy="263525"/>
            </a:xfrm>
            <a:custGeom>
              <a:avLst/>
              <a:gdLst>
                <a:gd name="T0" fmla="*/ 76 w 81"/>
                <a:gd name="T1" fmla="*/ 20 h 69"/>
                <a:gd name="T2" fmla="*/ 59 w 81"/>
                <a:gd name="T3" fmla="*/ 18 h 69"/>
                <a:gd name="T4" fmla="*/ 58 w 81"/>
                <a:gd name="T5" fmla="*/ 16 h 69"/>
                <a:gd name="T6" fmla="*/ 63 w 81"/>
                <a:gd name="T7" fmla="*/ 16 h 69"/>
                <a:gd name="T8" fmla="*/ 67 w 81"/>
                <a:gd name="T9" fmla="*/ 6 h 69"/>
                <a:gd name="T10" fmla="*/ 55 w 81"/>
                <a:gd name="T11" fmla="*/ 7 h 69"/>
                <a:gd name="T12" fmla="*/ 50 w 81"/>
                <a:gd name="T13" fmla="*/ 3 h 69"/>
                <a:gd name="T14" fmla="*/ 44 w 81"/>
                <a:gd name="T15" fmla="*/ 1 h 69"/>
                <a:gd name="T16" fmla="*/ 34 w 81"/>
                <a:gd name="T17" fmla="*/ 6 h 69"/>
                <a:gd name="T18" fmla="*/ 27 w 81"/>
                <a:gd name="T19" fmla="*/ 30 h 69"/>
                <a:gd name="T20" fmla="*/ 27 w 81"/>
                <a:gd name="T21" fmla="*/ 31 h 69"/>
                <a:gd name="T22" fmla="*/ 21 w 81"/>
                <a:gd name="T23" fmla="*/ 44 h 69"/>
                <a:gd name="T24" fmla="*/ 6 w 81"/>
                <a:gd name="T25" fmla="*/ 44 h 69"/>
                <a:gd name="T26" fmla="*/ 0 w 81"/>
                <a:gd name="T27" fmla="*/ 50 h 69"/>
                <a:gd name="T28" fmla="*/ 6 w 81"/>
                <a:gd name="T29" fmla="*/ 56 h 69"/>
                <a:gd name="T30" fmla="*/ 25 w 81"/>
                <a:gd name="T31" fmla="*/ 56 h 69"/>
                <a:gd name="T32" fmla="*/ 30 w 81"/>
                <a:gd name="T33" fmla="*/ 52 h 69"/>
                <a:gd name="T34" fmla="*/ 35 w 81"/>
                <a:gd name="T35" fmla="*/ 40 h 69"/>
                <a:gd name="T36" fmla="*/ 38 w 81"/>
                <a:gd name="T37" fmla="*/ 41 h 69"/>
                <a:gd name="T38" fmla="*/ 40 w 81"/>
                <a:gd name="T39" fmla="*/ 42 h 69"/>
                <a:gd name="T40" fmla="*/ 49 w 81"/>
                <a:gd name="T41" fmla="*/ 65 h 69"/>
                <a:gd name="T42" fmla="*/ 54 w 81"/>
                <a:gd name="T43" fmla="*/ 69 h 69"/>
                <a:gd name="T44" fmla="*/ 56 w 81"/>
                <a:gd name="T45" fmla="*/ 68 h 69"/>
                <a:gd name="T46" fmla="*/ 59 w 81"/>
                <a:gd name="T47" fmla="*/ 61 h 69"/>
                <a:gd name="T48" fmla="*/ 49 w 81"/>
                <a:gd name="T49" fmla="*/ 33 h 69"/>
                <a:gd name="T50" fmla="*/ 51 w 81"/>
                <a:gd name="T51" fmla="*/ 25 h 69"/>
                <a:gd name="T52" fmla="*/ 55 w 81"/>
                <a:gd name="T53" fmla="*/ 27 h 69"/>
                <a:gd name="T54" fmla="*/ 75 w 81"/>
                <a:gd name="T55" fmla="*/ 30 h 69"/>
                <a:gd name="T56" fmla="*/ 76 w 81"/>
                <a:gd name="T57" fmla="*/ 30 h 69"/>
                <a:gd name="T58" fmla="*/ 80 w 81"/>
                <a:gd name="T59" fmla="*/ 26 h 69"/>
                <a:gd name="T60" fmla="*/ 76 w 81"/>
                <a:gd name="T61" fmla="*/ 2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1" h="69">
                  <a:moveTo>
                    <a:pt x="76" y="20"/>
                  </a:moveTo>
                  <a:cubicBezTo>
                    <a:pt x="59" y="18"/>
                    <a:pt x="59" y="18"/>
                    <a:pt x="59" y="18"/>
                  </a:cubicBezTo>
                  <a:cubicBezTo>
                    <a:pt x="58" y="16"/>
                    <a:pt x="58" y="16"/>
                    <a:pt x="58" y="16"/>
                  </a:cubicBezTo>
                  <a:cubicBezTo>
                    <a:pt x="63" y="16"/>
                    <a:pt x="63" y="16"/>
                    <a:pt x="63" y="16"/>
                  </a:cubicBezTo>
                  <a:cubicBezTo>
                    <a:pt x="67" y="6"/>
                    <a:pt x="67" y="6"/>
                    <a:pt x="67" y="6"/>
                  </a:cubicBezTo>
                  <a:cubicBezTo>
                    <a:pt x="55" y="7"/>
                    <a:pt x="55" y="7"/>
                    <a:pt x="55" y="7"/>
                  </a:cubicBezTo>
                  <a:cubicBezTo>
                    <a:pt x="54" y="5"/>
                    <a:pt x="52" y="4"/>
                    <a:pt x="50" y="3"/>
                  </a:cubicBezTo>
                  <a:cubicBezTo>
                    <a:pt x="44" y="1"/>
                    <a:pt x="44" y="1"/>
                    <a:pt x="44" y="1"/>
                  </a:cubicBezTo>
                  <a:cubicBezTo>
                    <a:pt x="40" y="0"/>
                    <a:pt x="36" y="2"/>
                    <a:pt x="34" y="6"/>
                  </a:cubicBezTo>
                  <a:cubicBezTo>
                    <a:pt x="27" y="30"/>
                    <a:pt x="27" y="30"/>
                    <a:pt x="27" y="30"/>
                  </a:cubicBezTo>
                  <a:cubicBezTo>
                    <a:pt x="27" y="30"/>
                    <a:pt x="27" y="31"/>
                    <a:pt x="27" y="31"/>
                  </a:cubicBezTo>
                  <a:cubicBezTo>
                    <a:pt x="21" y="44"/>
                    <a:pt x="21" y="44"/>
                    <a:pt x="21" y="44"/>
                  </a:cubicBezTo>
                  <a:cubicBezTo>
                    <a:pt x="6" y="44"/>
                    <a:pt x="6" y="44"/>
                    <a:pt x="6" y="44"/>
                  </a:cubicBezTo>
                  <a:cubicBezTo>
                    <a:pt x="2" y="44"/>
                    <a:pt x="0" y="47"/>
                    <a:pt x="0" y="50"/>
                  </a:cubicBezTo>
                  <a:cubicBezTo>
                    <a:pt x="0" y="53"/>
                    <a:pt x="2" y="56"/>
                    <a:pt x="6" y="56"/>
                  </a:cubicBezTo>
                  <a:cubicBezTo>
                    <a:pt x="25" y="56"/>
                    <a:pt x="25" y="56"/>
                    <a:pt x="25" y="56"/>
                  </a:cubicBezTo>
                  <a:cubicBezTo>
                    <a:pt x="27" y="56"/>
                    <a:pt x="30" y="54"/>
                    <a:pt x="30" y="52"/>
                  </a:cubicBezTo>
                  <a:cubicBezTo>
                    <a:pt x="35" y="40"/>
                    <a:pt x="35" y="40"/>
                    <a:pt x="35" y="40"/>
                  </a:cubicBezTo>
                  <a:cubicBezTo>
                    <a:pt x="38" y="41"/>
                    <a:pt x="38" y="41"/>
                    <a:pt x="38" y="41"/>
                  </a:cubicBezTo>
                  <a:cubicBezTo>
                    <a:pt x="39" y="42"/>
                    <a:pt x="39" y="42"/>
                    <a:pt x="40" y="42"/>
                  </a:cubicBezTo>
                  <a:cubicBezTo>
                    <a:pt x="49" y="65"/>
                    <a:pt x="49" y="65"/>
                    <a:pt x="49" y="65"/>
                  </a:cubicBezTo>
                  <a:cubicBezTo>
                    <a:pt x="50" y="67"/>
                    <a:pt x="52" y="69"/>
                    <a:pt x="54" y="69"/>
                  </a:cubicBezTo>
                  <a:cubicBezTo>
                    <a:pt x="55" y="69"/>
                    <a:pt x="55" y="69"/>
                    <a:pt x="56" y="68"/>
                  </a:cubicBezTo>
                  <a:cubicBezTo>
                    <a:pt x="59" y="67"/>
                    <a:pt x="60" y="64"/>
                    <a:pt x="59" y="61"/>
                  </a:cubicBezTo>
                  <a:cubicBezTo>
                    <a:pt x="49" y="33"/>
                    <a:pt x="49" y="33"/>
                    <a:pt x="49" y="33"/>
                  </a:cubicBezTo>
                  <a:cubicBezTo>
                    <a:pt x="51" y="25"/>
                    <a:pt x="51" y="25"/>
                    <a:pt x="51" y="25"/>
                  </a:cubicBezTo>
                  <a:cubicBezTo>
                    <a:pt x="52" y="26"/>
                    <a:pt x="53" y="27"/>
                    <a:pt x="55" y="27"/>
                  </a:cubicBezTo>
                  <a:cubicBezTo>
                    <a:pt x="75" y="30"/>
                    <a:pt x="75" y="30"/>
                    <a:pt x="75" y="30"/>
                  </a:cubicBezTo>
                  <a:cubicBezTo>
                    <a:pt x="75" y="30"/>
                    <a:pt x="75" y="30"/>
                    <a:pt x="76" y="30"/>
                  </a:cubicBezTo>
                  <a:cubicBezTo>
                    <a:pt x="78" y="30"/>
                    <a:pt x="80" y="28"/>
                    <a:pt x="80" y="26"/>
                  </a:cubicBezTo>
                  <a:cubicBezTo>
                    <a:pt x="81" y="23"/>
                    <a:pt x="79" y="21"/>
                    <a:pt x="76"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0" name="Freeform 31"/>
            <p:cNvSpPr>
              <a:spLocks/>
            </p:cNvSpPr>
            <p:nvPr/>
          </p:nvSpPr>
          <p:spPr bwMode="auto">
            <a:xfrm>
              <a:off x="7262813" y="460375"/>
              <a:ext cx="26987" cy="39688"/>
            </a:xfrm>
            <a:custGeom>
              <a:avLst/>
              <a:gdLst>
                <a:gd name="T0" fmla="*/ 3 w 7"/>
                <a:gd name="T1" fmla="*/ 0 h 10"/>
                <a:gd name="T2" fmla="*/ 0 w 7"/>
                <a:gd name="T3" fmla="*/ 10 h 10"/>
                <a:gd name="T4" fmla="*/ 2 w 7"/>
                <a:gd name="T5" fmla="*/ 9 h 10"/>
                <a:gd name="T6" fmla="*/ 7 w 7"/>
                <a:gd name="T7" fmla="*/ 4 h 10"/>
                <a:gd name="T8" fmla="*/ 3 w 7"/>
                <a:gd name="T9" fmla="*/ 0 h 10"/>
              </a:gdLst>
              <a:ahLst/>
              <a:cxnLst>
                <a:cxn ang="0">
                  <a:pos x="T0" y="T1"/>
                </a:cxn>
                <a:cxn ang="0">
                  <a:pos x="T2" y="T3"/>
                </a:cxn>
                <a:cxn ang="0">
                  <a:pos x="T4" y="T5"/>
                </a:cxn>
                <a:cxn ang="0">
                  <a:pos x="T6" y="T7"/>
                </a:cxn>
                <a:cxn ang="0">
                  <a:pos x="T8" y="T9"/>
                </a:cxn>
              </a:cxnLst>
              <a:rect l="0" t="0" r="r" b="b"/>
              <a:pathLst>
                <a:path w="7" h="10">
                  <a:moveTo>
                    <a:pt x="3" y="0"/>
                  </a:moveTo>
                  <a:cubicBezTo>
                    <a:pt x="0" y="10"/>
                    <a:pt x="0" y="10"/>
                    <a:pt x="0" y="10"/>
                  </a:cubicBezTo>
                  <a:cubicBezTo>
                    <a:pt x="2" y="9"/>
                    <a:pt x="2" y="9"/>
                    <a:pt x="2" y="9"/>
                  </a:cubicBezTo>
                  <a:cubicBezTo>
                    <a:pt x="5" y="9"/>
                    <a:pt x="7" y="7"/>
                    <a:pt x="7" y="4"/>
                  </a:cubicBezTo>
                  <a:cubicBezTo>
                    <a:pt x="7" y="3"/>
                    <a:pt x="5" y="1"/>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1" name="Freeform 32"/>
            <p:cNvSpPr>
              <a:spLocks/>
            </p:cNvSpPr>
            <p:nvPr/>
          </p:nvSpPr>
          <p:spPr bwMode="auto">
            <a:xfrm>
              <a:off x="7188200" y="552450"/>
              <a:ext cx="41275" cy="42863"/>
            </a:xfrm>
            <a:custGeom>
              <a:avLst/>
              <a:gdLst>
                <a:gd name="T0" fmla="*/ 4 w 11"/>
                <a:gd name="T1" fmla="*/ 0 h 11"/>
                <a:gd name="T2" fmla="*/ 3 w 11"/>
                <a:gd name="T3" fmla="*/ 0 h 11"/>
                <a:gd name="T4" fmla="*/ 1 w 11"/>
                <a:gd name="T5" fmla="*/ 5 h 11"/>
                <a:gd name="T6" fmla="*/ 3 w 11"/>
                <a:gd name="T7" fmla="*/ 10 h 11"/>
                <a:gd name="T8" fmla="*/ 8 w 11"/>
                <a:gd name="T9" fmla="*/ 8 h 11"/>
                <a:gd name="T10" fmla="*/ 11 w 11"/>
                <a:gd name="T11" fmla="*/ 1 h 11"/>
                <a:gd name="T12" fmla="*/ 4 w 11"/>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4" y="0"/>
                  </a:moveTo>
                  <a:cubicBezTo>
                    <a:pt x="3" y="0"/>
                    <a:pt x="3" y="0"/>
                    <a:pt x="3" y="0"/>
                  </a:cubicBezTo>
                  <a:cubicBezTo>
                    <a:pt x="1" y="5"/>
                    <a:pt x="1" y="5"/>
                    <a:pt x="1" y="5"/>
                  </a:cubicBezTo>
                  <a:cubicBezTo>
                    <a:pt x="0" y="7"/>
                    <a:pt x="1" y="9"/>
                    <a:pt x="3" y="10"/>
                  </a:cubicBezTo>
                  <a:cubicBezTo>
                    <a:pt x="5" y="11"/>
                    <a:pt x="7" y="10"/>
                    <a:pt x="8" y="8"/>
                  </a:cubicBezTo>
                  <a:cubicBezTo>
                    <a:pt x="11" y="1"/>
                    <a:pt x="11" y="1"/>
                    <a:pt x="11" y="1"/>
                  </a:cubicBezTo>
                  <a:cubicBezTo>
                    <a:pt x="9" y="1"/>
                    <a:pt x="6"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2" name="Freeform 33"/>
            <p:cNvSpPr>
              <a:spLocks/>
            </p:cNvSpPr>
            <p:nvPr/>
          </p:nvSpPr>
          <p:spPr bwMode="auto">
            <a:xfrm>
              <a:off x="7240588" y="430213"/>
              <a:ext cx="36512" cy="23813"/>
            </a:xfrm>
            <a:custGeom>
              <a:avLst/>
              <a:gdLst>
                <a:gd name="T0" fmla="*/ 10 w 10"/>
                <a:gd name="T1" fmla="*/ 5 h 6"/>
                <a:gd name="T2" fmla="*/ 9 w 10"/>
                <a:gd name="T3" fmla="*/ 3 h 6"/>
                <a:gd name="T4" fmla="*/ 2 w 10"/>
                <a:gd name="T5" fmla="*/ 0 h 6"/>
                <a:gd name="T6" fmla="*/ 0 w 10"/>
                <a:gd name="T7" fmla="*/ 1 h 6"/>
                <a:gd name="T8" fmla="*/ 0 w 10"/>
                <a:gd name="T9" fmla="*/ 1 h 6"/>
                <a:gd name="T10" fmla="*/ 1 w 10"/>
                <a:gd name="T11" fmla="*/ 3 h 6"/>
                <a:gd name="T12" fmla="*/ 8 w 10"/>
                <a:gd name="T13" fmla="*/ 6 h 6"/>
                <a:gd name="T14" fmla="*/ 10 w 10"/>
                <a:gd name="T15" fmla="*/ 5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6">
                  <a:moveTo>
                    <a:pt x="10" y="5"/>
                  </a:moveTo>
                  <a:cubicBezTo>
                    <a:pt x="10" y="4"/>
                    <a:pt x="10" y="3"/>
                    <a:pt x="9" y="3"/>
                  </a:cubicBezTo>
                  <a:cubicBezTo>
                    <a:pt x="2" y="0"/>
                    <a:pt x="2" y="0"/>
                    <a:pt x="2" y="0"/>
                  </a:cubicBezTo>
                  <a:cubicBezTo>
                    <a:pt x="2" y="0"/>
                    <a:pt x="1" y="0"/>
                    <a:pt x="0" y="1"/>
                  </a:cubicBezTo>
                  <a:cubicBezTo>
                    <a:pt x="0" y="1"/>
                    <a:pt x="0" y="1"/>
                    <a:pt x="0" y="1"/>
                  </a:cubicBezTo>
                  <a:cubicBezTo>
                    <a:pt x="0" y="2"/>
                    <a:pt x="0" y="3"/>
                    <a:pt x="1" y="3"/>
                  </a:cubicBezTo>
                  <a:cubicBezTo>
                    <a:pt x="8" y="6"/>
                    <a:pt x="8" y="6"/>
                    <a:pt x="8" y="6"/>
                  </a:cubicBezTo>
                  <a:cubicBezTo>
                    <a:pt x="8" y="6"/>
                    <a:pt x="9" y="6"/>
                    <a:pt x="1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3" name="Freeform 34"/>
            <p:cNvSpPr>
              <a:spLocks/>
            </p:cNvSpPr>
            <p:nvPr/>
          </p:nvSpPr>
          <p:spPr bwMode="auto">
            <a:xfrm>
              <a:off x="7248525" y="419100"/>
              <a:ext cx="33337" cy="19050"/>
            </a:xfrm>
            <a:custGeom>
              <a:avLst/>
              <a:gdLst>
                <a:gd name="T0" fmla="*/ 18 w 21"/>
                <a:gd name="T1" fmla="*/ 12 h 12"/>
                <a:gd name="T2" fmla="*/ 21 w 21"/>
                <a:gd name="T3" fmla="*/ 7 h 12"/>
                <a:gd name="T4" fmla="*/ 2 w 21"/>
                <a:gd name="T5" fmla="*/ 0 h 12"/>
                <a:gd name="T6" fmla="*/ 0 w 21"/>
                <a:gd name="T7" fmla="*/ 5 h 12"/>
                <a:gd name="T8" fmla="*/ 18 w 21"/>
                <a:gd name="T9" fmla="*/ 12 h 12"/>
              </a:gdLst>
              <a:ahLst/>
              <a:cxnLst>
                <a:cxn ang="0">
                  <a:pos x="T0" y="T1"/>
                </a:cxn>
                <a:cxn ang="0">
                  <a:pos x="T2" y="T3"/>
                </a:cxn>
                <a:cxn ang="0">
                  <a:pos x="T4" y="T5"/>
                </a:cxn>
                <a:cxn ang="0">
                  <a:pos x="T6" y="T7"/>
                </a:cxn>
                <a:cxn ang="0">
                  <a:pos x="T8" y="T9"/>
                </a:cxn>
              </a:cxnLst>
              <a:rect l="0" t="0" r="r" b="b"/>
              <a:pathLst>
                <a:path w="21" h="12">
                  <a:moveTo>
                    <a:pt x="18" y="12"/>
                  </a:moveTo>
                  <a:lnTo>
                    <a:pt x="21" y="7"/>
                  </a:lnTo>
                  <a:lnTo>
                    <a:pt x="2" y="0"/>
                  </a:lnTo>
                  <a:lnTo>
                    <a:pt x="0" y="5"/>
                  </a:lnTo>
                  <a:lnTo>
                    <a:pt x="1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4" name="Freeform 35"/>
            <p:cNvSpPr>
              <a:spLocks noEditPoints="1"/>
            </p:cNvSpPr>
            <p:nvPr/>
          </p:nvSpPr>
          <p:spPr bwMode="auto">
            <a:xfrm>
              <a:off x="7169150" y="144463"/>
              <a:ext cx="292100" cy="285750"/>
            </a:xfrm>
            <a:custGeom>
              <a:avLst/>
              <a:gdLst>
                <a:gd name="T0" fmla="*/ 40 w 78"/>
                <a:gd name="T1" fmla="*/ 75 h 75"/>
                <a:gd name="T2" fmla="*/ 27 w 78"/>
                <a:gd name="T3" fmla="*/ 72 h 75"/>
                <a:gd name="T4" fmla="*/ 8 w 78"/>
                <a:gd name="T5" fmla="*/ 24 h 75"/>
                <a:gd name="T6" fmla="*/ 43 w 78"/>
                <a:gd name="T7" fmla="*/ 0 h 75"/>
                <a:gd name="T8" fmla="*/ 56 w 78"/>
                <a:gd name="T9" fmla="*/ 2 h 75"/>
                <a:gd name="T10" fmla="*/ 75 w 78"/>
                <a:gd name="T11" fmla="*/ 22 h 75"/>
                <a:gd name="T12" fmla="*/ 74 w 78"/>
                <a:gd name="T13" fmla="*/ 51 h 75"/>
                <a:gd name="T14" fmla="*/ 40 w 78"/>
                <a:gd name="T15" fmla="*/ 75 h 75"/>
                <a:gd name="T16" fmla="*/ 43 w 78"/>
                <a:gd name="T17" fmla="*/ 7 h 75"/>
                <a:gd name="T18" fmla="*/ 15 w 78"/>
                <a:gd name="T19" fmla="*/ 27 h 75"/>
                <a:gd name="T20" fmla="*/ 30 w 78"/>
                <a:gd name="T21" fmla="*/ 65 h 75"/>
                <a:gd name="T22" fmla="*/ 40 w 78"/>
                <a:gd name="T23" fmla="*/ 67 h 75"/>
                <a:gd name="T24" fmla="*/ 67 w 78"/>
                <a:gd name="T25" fmla="*/ 48 h 75"/>
                <a:gd name="T26" fmla="*/ 68 w 78"/>
                <a:gd name="T27" fmla="*/ 25 h 75"/>
                <a:gd name="T28" fmla="*/ 53 w 78"/>
                <a:gd name="T29" fmla="*/ 9 h 75"/>
                <a:gd name="T30" fmla="*/ 43 w 78"/>
                <a:gd name="T31"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8" h="75">
                  <a:moveTo>
                    <a:pt x="40" y="75"/>
                  </a:moveTo>
                  <a:cubicBezTo>
                    <a:pt x="35" y="75"/>
                    <a:pt x="31" y="74"/>
                    <a:pt x="27" y="72"/>
                  </a:cubicBezTo>
                  <a:cubicBezTo>
                    <a:pt x="9" y="65"/>
                    <a:pt x="0" y="43"/>
                    <a:pt x="8" y="24"/>
                  </a:cubicBezTo>
                  <a:cubicBezTo>
                    <a:pt x="14" y="9"/>
                    <a:pt x="28" y="0"/>
                    <a:pt x="43" y="0"/>
                  </a:cubicBezTo>
                  <a:cubicBezTo>
                    <a:pt x="47" y="0"/>
                    <a:pt x="51" y="1"/>
                    <a:pt x="56" y="2"/>
                  </a:cubicBezTo>
                  <a:cubicBezTo>
                    <a:pt x="64" y="6"/>
                    <a:pt x="71" y="13"/>
                    <a:pt x="75" y="22"/>
                  </a:cubicBezTo>
                  <a:cubicBezTo>
                    <a:pt x="78" y="31"/>
                    <a:pt x="78" y="41"/>
                    <a:pt x="74" y="51"/>
                  </a:cubicBezTo>
                  <a:cubicBezTo>
                    <a:pt x="68" y="65"/>
                    <a:pt x="54" y="75"/>
                    <a:pt x="40" y="75"/>
                  </a:cubicBezTo>
                  <a:close/>
                  <a:moveTo>
                    <a:pt x="43" y="7"/>
                  </a:moveTo>
                  <a:cubicBezTo>
                    <a:pt x="31" y="7"/>
                    <a:pt x="20" y="15"/>
                    <a:pt x="15" y="27"/>
                  </a:cubicBezTo>
                  <a:cubicBezTo>
                    <a:pt x="9" y="42"/>
                    <a:pt x="15" y="59"/>
                    <a:pt x="30" y="65"/>
                  </a:cubicBezTo>
                  <a:cubicBezTo>
                    <a:pt x="33" y="66"/>
                    <a:pt x="36" y="67"/>
                    <a:pt x="40" y="67"/>
                  </a:cubicBezTo>
                  <a:cubicBezTo>
                    <a:pt x="51" y="67"/>
                    <a:pt x="62" y="59"/>
                    <a:pt x="67" y="48"/>
                  </a:cubicBezTo>
                  <a:cubicBezTo>
                    <a:pt x="70" y="40"/>
                    <a:pt x="70" y="32"/>
                    <a:pt x="68" y="25"/>
                  </a:cubicBezTo>
                  <a:cubicBezTo>
                    <a:pt x="65" y="18"/>
                    <a:pt x="60" y="12"/>
                    <a:pt x="53" y="9"/>
                  </a:cubicBezTo>
                  <a:cubicBezTo>
                    <a:pt x="49" y="8"/>
                    <a:pt x="46" y="7"/>
                    <a:pt x="4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5" name="Freeform 36"/>
            <p:cNvSpPr>
              <a:spLocks/>
            </p:cNvSpPr>
            <p:nvPr/>
          </p:nvSpPr>
          <p:spPr bwMode="auto">
            <a:xfrm>
              <a:off x="7224713" y="239713"/>
              <a:ext cx="128587" cy="149225"/>
            </a:xfrm>
            <a:custGeom>
              <a:avLst/>
              <a:gdLst>
                <a:gd name="T0" fmla="*/ 25 w 34"/>
                <a:gd name="T1" fmla="*/ 39 h 39"/>
                <a:gd name="T2" fmla="*/ 16 w 34"/>
                <a:gd name="T3" fmla="*/ 37 h 39"/>
                <a:gd name="T4" fmla="*/ 2 w 34"/>
                <a:gd name="T5" fmla="*/ 23 h 39"/>
                <a:gd name="T6" fmla="*/ 3 w 34"/>
                <a:gd name="T7" fmla="*/ 2 h 39"/>
                <a:gd name="T8" fmla="*/ 6 w 34"/>
                <a:gd name="T9" fmla="*/ 1 h 39"/>
                <a:gd name="T10" fmla="*/ 8 w 34"/>
                <a:gd name="T11" fmla="*/ 5 h 39"/>
                <a:gd name="T12" fmla="*/ 7 w 34"/>
                <a:gd name="T13" fmla="*/ 21 h 39"/>
                <a:gd name="T14" fmla="*/ 18 w 34"/>
                <a:gd name="T15" fmla="*/ 32 h 39"/>
                <a:gd name="T16" fmla="*/ 30 w 34"/>
                <a:gd name="T17" fmla="*/ 33 h 39"/>
                <a:gd name="T18" fmla="*/ 34 w 34"/>
                <a:gd name="T19" fmla="*/ 35 h 39"/>
                <a:gd name="T20" fmla="*/ 32 w 34"/>
                <a:gd name="T21" fmla="*/ 38 h 39"/>
                <a:gd name="T22" fmla="*/ 25 w 34"/>
                <a:gd name="T23"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39">
                  <a:moveTo>
                    <a:pt x="25" y="39"/>
                  </a:moveTo>
                  <a:cubicBezTo>
                    <a:pt x="22" y="39"/>
                    <a:pt x="19" y="39"/>
                    <a:pt x="16" y="37"/>
                  </a:cubicBezTo>
                  <a:cubicBezTo>
                    <a:pt x="9" y="35"/>
                    <a:pt x="5" y="30"/>
                    <a:pt x="2" y="23"/>
                  </a:cubicBezTo>
                  <a:cubicBezTo>
                    <a:pt x="0" y="16"/>
                    <a:pt x="0" y="9"/>
                    <a:pt x="3" y="2"/>
                  </a:cubicBezTo>
                  <a:cubicBezTo>
                    <a:pt x="3" y="1"/>
                    <a:pt x="5" y="0"/>
                    <a:pt x="6" y="1"/>
                  </a:cubicBezTo>
                  <a:cubicBezTo>
                    <a:pt x="7" y="2"/>
                    <a:pt x="8" y="3"/>
                    <a:pt x="8" y="5"/>
                  </a:cubicBezTo>
                  <a:cubicBezTo>
                    <a:pt x="5" y="10"/>
                    <a:pt x="5" y="16"/>
                    <a:pt x="7" y="21"/>
                  </a:cubicBezTo>
                  <a:cubicBezTo>
                    <a:pt x="9" y="26"/>
                    <a:pt x="13" y="30"/>
                    <a:pt x="18" y="32"/>
                  </a:cubicBezTo>
                  <a:cubicBezTo>
                    <a:pt x="22" y="34"/>
                    <a:pt x="26" y="34"/>
                    <a:pt x="30" y="33"/>
                  </a:cubicBezTo>
                  <a:cubicBezTo>
                    <a:pt x="32" y="33"/>
                    <a:pt x="33" y="33"/>
                    <a:pt x="34" y="35"/>
                  </a:cubicBezTo>
                  <a:cubicBezTo>
                    <a:pt x="34" y="36"/>
                    <a:pt x="33" y="38"/>
                    <a:pt x="32" y="38"/>
                  </a:cubicBezTo>
                  <a:cubicBezTo>
                    <a:pt x="30" y="39"/>
                    <a:pt x="27" y="39"/>
                    <a:pt x="25"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6" name="Freeform 37"/>
            <p:cNvSpPr>
              <a:spLocks/>
            </p:cNvSpPr>
            <p:nvPr/>
          </p:nvSpPr>
          <p:spPr bwMode="auto">
            <a:xfrm>
              <a:off x="7218363" y="446088"/>
              <a:ext cx="52387" cy="60325"/>
            </a:xfrm>
            <a:custGeom>
              <a:avLst/>
              <a:gdLst>
                <a:gd name="T0" fmla="*/ 0 w 14"/>
                <a:gd name="T1" fmla="*/ 15 h 16"/>
                <a:gd name="T2" fmla="*/ 6 w 14"/>
                <a:gd name="T3" fmla="*/ 16 h 16"/>
                <a:gd name="T4" fmla="*/ 8 w 14"/>
                <a:gd name="T5" fmla="*/ 16 h 16"/>
                <a:gd name="T6" fmla="*/ 14 w 14"/>
                <a:gd name="T7" fmla="*/ 3 h 16"/>
                <a:gd name="T8" fmla="*/ 6 w 14"/>
                <a:gd name="T9" fmla="*/ 0 h 16"/>
                <a:gd name="T10" fmla="*/ 0 w 14"/>
                <a:gd name="T11" fmla="*/ 15 h 16"/>
                <a:gd name="T12" fmla="*/ 0 w 14"/>
                <a:gd name="T13" fmla="*/ 15 h 16"/>
              </a:gdLst>
              <a:ahLst/>
              <a:cxnLst>
                <a:cxn ang="0">
                  <a:pos x="T0" y="T1"/>
                </a:cxn>
                <a:cxn ang="0">
                  <a:pos x="T2" y="T3"/>
                </a:cxn>
                <a:cxn ang="0">
                  <a:pos x="T4" y="T5"/>
                </a:cxn>
                <a:cxn ang="0">
                  <a:pos x="T6" y="T7"/>
                </a:cxn>
                <a:cxn ang="0">
                  <a:pos x="T8" y="T9"/>
                </a:cxn>
                <a:cxn ang="0">
                  <a:pos x="T10" y="T11"/>
                </a:cxn>
                <a:cxn ang="0">
                  <a:pos x="T12" y="T13"/>
                </a:cxn>
              </a:cxnLst>
              <a:rect l="0" t="0" r="r" b="b"/>
              <a:pathLst>
                <a:path w="14" h="16">
                  <a:moveTo>
                    <a:pt x="0" y="15"/>
                  </a:moveTo>
                  <a:cubicBezTo>
                    <a:pt x="2" y="15"/>
                    <a:pt x="4" y="16"/>
                    <a:pt x="6" y="16"/>
                  </a:cubicBezTo>
                  <a:cubicBezTo>
                    <a:pt x="7" y="16"/>
                    <a:pt x="8" y="16"/>
                    <a:pt x="8" y="16"/>
                  </a:cubicBezTo>
                  <a:cubicBezTo>
                    <a:pt x="14" y="3"/>
                    <a:pt x="14" y="3"/>
                    <a:pt x="14" y="3"/>
                  </a:cubicBezTo>
                  <a:cubicBezTo>
                    <a:pt x="6" y="0"/>
                    <a:pt x="6" y="0"/>
                    <a:pt x="6" y="0"/>
                  </a:cubicBezTo>
                  <a:cubicBezTo>
                    <a:pt x="0" y="15"/>
                    <a:pt x="0" y="15"/>
                    <a:pt x="0" y="15"/>
                  </a:cubicBezTo>
                  <a:cubicBezTo>
                    <a:pt x="0" y="15"/>
                    <a:pt x="0" y="15"/>
                    <a:pt x="0"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17" name="组合 1016"/>
          <p:cNvGrpSpPr/>
          <p:nvPr/>
        </p:nvGrpSpPr>
        <p:grpSpPr>
          <a:xfrm>
            <a:off x="9715766" y="5816576"/>
            <a:ext cx="353045" cy="347982"/>
            <a:chOff x="7769225" y="242888"/>
            <a:chExt cx="442913" cy="436562"/>
          </a:xfrm>
          <a:solidFill>
            <a:srgbClr val="707E84"/>
          </a:solidFill>
        </p:grpSpPr>
        <p:sp>
          <p:nvSpPr>
            <p:cNvPr id="1018" name="Freeform 38"/>
            <p:cNvSpPr>
              <a:spLocks noEditPoints="1"/>
            </p:cNvSpPr>
            <p:nvPr/>
          </p:nvSpPr>
          <p:spPr bwMode="auto">
            <a:xfrm>
              <a:off x="7810500" y="242888"/>
              <a:ext cx="365125" cy="241300"/>
            </a:xfrm>
            <a:custGeom>
              <a:avLst/>
              <a:gdLst>
                <a:gd name="T0" fmla="*/ 88 w 97"/>
                <a:gd name="T1" fmla="*/ 0 h 63"/>
                <a:gd name="T2" fmla="*/ 8 w 97"/>
                <a:gd name="T3" fmla="*/ 0 h 63"/>
                <a:gd name="T4" fmla="*/ 0 w 97"/>
                <a:gd name="T5" fmla="*/ 9 h 63"/>
                <a:gd name="T6" fmla="*/ 0 w 97"/>
                <a:gd name="T7" fmla="*/ 55 h 63"/>
                <a:gd name="T8" fmla="*/ 8 w 97"/>
                <a:gd name="T9" fmla="*/ 63 h 63"/>
                <a:gd name="T10" fmla="*/ 57 w 97"/>
                <a:gd name="T11" fmla="*/ 63 h 63"/>
                <a:gd name="T12" fmla="*/ 57 w 97"/>
                <a:gd name="T13" fmla="*/ 44 h 63"/>
                <a:gd name="T14" fmla="*/ 32 w 97"/>
                <a:gd name="T15" fmla="*/ 30 h 63"/>
                <a:gd name="T16" fmla="*/ 31 w 97"/>
                <a:gd name="T17" fmla="*/ 23 h 63"/>
                <a:gd name="T18" fmla="*/ 39 w 97"/>
                <a:gd name="T19" fmla="*/ 22 h 63"/>
                <a:gd name="T20" fmla="*/ 47 w 97"/>
                <a:gd name="T21" fmla="*/ 28 h 63"/>
                <a:gd name="T22" fmla="*/ 58 w 97"/>
                <a:gd name="T23" fmla="*/ 33 h 63"/>
                <a:gd name="T24" fmla="*/ 70 w 97"/>
                <a:gd name="T25" fmla="*/ 33 h 63"/>
                <a:gd name="T26" fmla="*/ 79 w 97"/>
                <a:gd name="T27" fmla="*/ 42 h 63"/>
                <a:gd name="T28" fmla="*/ 79 w 97"/>
                <a:gd name="T29" fmla="*/ 63 h 63"/>
                <a:gd name="T30" fmla="*/ 88 w 97"/>
                <a:gd name="T31" fmla="*/ 63 h 63"/>
                <a:gd name="T32" fmla="*/ 97 w 97"/>
                <a:gd name="T33" fmla="*/ 55 h 63"/>
                <a:gd name="T34" fmla="*/ 97 w 97"/>
                <a:gd name="T35" fmla="*/ 9 h 63"/>
                <a:gd name="T36" fmla="*/ 88 w 97"/>
                <a:gd name="T37" fmla="*/ 0 h 63"/>
                <a:gd name="T38" fmla="*/ 69 w 97"/>
                <a:gd name="T39" fmla="*/ 30 h 63"/>
                <a:gd name="T40" fmla="*/ 58 w 97"/>
                <a:gd name="T41" fmla="*/ 20 h 63"/>
                <a:gd name="T42" fmla="*/ 69 w 97"/>
                <a:gd name="T43" fmla="*/ 9 h 63"/>
                <a:gd name="T44" fmla="*/ 79 w 97"/>
                <a:gd name="T45" fmla="*/ 20 h 63"/>
                <a:gd name="T46" fmla="*/ 69 w 97"/>
                <a:gd name="T47" fmla="*/ 3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7" h="63">
                  <a:moveTo>
                    <a:pt x="88" y="0"/>
                  </a:moveTo>
                  <a:cubicBezTo>
                    <a:pt x="8" y="0"/>
                    <a:pt x="8" y="0"/>
                    <a:pt x="8" y="0"/>
                  </a:cubicBezTo>
                  <a:cubicBezTo>
                    <a:pt x="4" y="0"/>
                    <a:pt x="0" y="4"/>
                    <a:pt x="0" y="9"/>
                  </a:cubicBezTo>
                  <a:cubicBezTo>
                    <a:pt x="0" y="55"/>
                    <a:pt x="0" y="55"/>
                    <a:pt x="0" y="55"/>
                  </a:cubicBezTo>
                  <a:cubicBezTo>
                    <a:pt x="0" y="59"/>
                    <a:pt x="4" y="63"/>
                    <a:pt x="8" y="63"/>
                  </a:cubicBezTo>
                  <a:cubicBezTo>
                    <a:pt x="57" y="63"/>
                    <a:pt x="57" y="63"/>
                    <a:pt x="57" y="63"/>
                  </a:cubicBezTo>
                  <a:cubicBezTo>
                    <a:pt x="57" y="44"/>
                    <a:pt x="57" y="44"/>
                    <a:pt x="57" y="44"/>
                  </a:cubicBezTo>
                  <a:cubicBezTo>
                    <a:pt x="52" y="43"/>
                    <a:pt x="43" y="40"/>
                    <a:pt x="32" y="30"/>
                  </a:cubicBezTo>
                  <a:cubicBezTo>
                    <a:pt x="30" y="28"/>
                    <a:pt x="29" y="25"/>
                    <a:pt x="31" y="23"/>
                  </a:cubicBezTo>
                  <a:cubicBezTo>
                    <a:pt x="33" y="20"/>
                    <a:pt x="37" y="20"/>
                    <a:pt x="39" y="22"/>
                  </a:cubicBezTo>
                  <a:cubicBezTo>
                    <a:pt x="42" y="24"/>
                    <a:pt x="44" y="26"/>
                    <a:pt x="47" y="28"/>
                  </a:cubicBezTo>
                  <a:cubicBezTo>
                    <a:pt x="50" y="30"/>
                    <a:pt x="54" y="32"/>
                    <a:pt x="58" y="33"/>
                  </a:cubicBezTo>
                  <a:cubicBezTo>
                    <a:pt x="62" y="34"/>
                    <a:pt x="66" y="33"/>
                    <a:pt x="70" y="33"/>
                  </a:cubicBezTo>
                  <a:cubicBezTo>
                    <a:pt x="75" y="33"/>
                    <a:pt x="79" y="37"/>
                    <a:pt x="79" y="42"/>
                  </a:cubicBezTo>
                  <a:cubicBezTo>
                    <a:pt x="79" y="63"/>
                    <a:pt x="79" y="63"/>
                    <a:pt x="79" y="63"/>
                  </a:cubicBezTo>
                  <a:cubicBezTo>
                    <a:pt x="88" y="63"/>
                    <a:pt x="88" y="63"/>
                    <a:pt x="88" y="63"/>
                  </a:cubicBezTo>
                  <a:cubicBezTo>
                    <a:pt x="93" y="63"/>
                    <a:pt x="97" y="59"/>
                    <a:pt x="97" y="55"/>
                  </a:cubicBezTo>
                  <a:cubicBezTo>
                    <a:pt x="97" y="9"/>
                    <a:pt x="97" y="9"/>
                    <a:pt x="97" y="9"/>
                  </a:cubicBezTo>
                  <a:cubicBezTo>
                    <a:pt x="97" y="4"/>
                    <a:pt x="93" y="0"/>
                    <a:pt x="88" y="0"/>
                  </a:cubicBezTo>
                  <a:close/>
                  <a:moveTo>
                    <a:pt x="69" y="30"/>
                  </a:moveTo>
                  <a:cubicBezTo>
                    <a:pt x="63" y="30"/>
                    <a:pt x="58" y="25"/>
                    <a:pt x="58" y="20"/>
                  </a:cubicBezTo>
                  <a:cubicBezTo>
                    <a:pt x="58" y="14"/>
                    <a:pt x="63" y="9"/>
                    <a:pt x="69" y="9"/>
                  </a:cubicBezTo>
                  <a:cubicBezTo>
                    <a:pt x="74" y="9"/>
                    <a:pt x="79" y="14"/>
                    <a:pt x="79" y="20"/>
                  </a:cubicBezTo>
                  <a:cubicBezTo>
                    <a:pt x="79" y="25"/>
                    <a:pt x="74" y="30"/>
                    <a:pt x="69" y="3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19" name="Freeform 39"/>
            <p:cNvSpPr>
              <a:spLocks/>
            </p:cNvSpPr>
            <p:nvPr/>
          </p:nvSpPr>
          <p:spPr bwMode="auto">
            <a:xfrm>
              <a:off x="7769225" y="511175"/>
              <a:ext cx="90487" cy="168275"/>
            </a:xfrm>
            <a:custGeom>
              <a:avLst/>
              <a:gdLst>
                <a:gd name="T0" fmla="*/ 16 w 24"/>
                <a:gd name="T1" fmla="*/ 18 h 44"/>
                <a:gd name="T2" fmla="*/ 22 w 24"/>
                <a:gd name="T3" fmla="*/ 9 h 44"/>
                <a:gd name="T4" fmla="*/ 12 w 24"/>
                <a:gd name="T5" fmla="*/ 0 h 44"/>
                <a:gd name="T6" fmla="*/ 3 w 24"/>
                <a:gd name="T7" fmla="*/ 9 h 44"/>
                <a:gd name="T8" fmla="*/ 8 w 24"/>
                <a:gd name="T9" fmla="*/ 18 h 44"/>
                <a:gd name="T10" fmla="*/ 0 w 24"/>
                <a:gd name="T11" fmla="*/ 29 h 44"/>
                <a:gd name="T12" fmla="*/ 0 w 24"/>
                <a:gd name="T13" fmla="*/ 44 h 44"/>
                <a:gd name="T14" fmla="*/ 24 w 24"/>
                <a:gd name="T15" fmla="*/ 44 h 44"/>
                <a:gd name="T16" fmla="*/ 24 w 24"/>
                <a:gd name="T17" fmla="*/ 29 h 44"/>
                <a:gd name="T18" fmla="*/ 16 w 24"/>
                <a:gd name="T19" fmla="*/ 1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44">
                  <a:moveTo>
                    <a:pt x="16" y="18"/>
                  </a:moveTo>
                  <a:cubicBezTo>
                    <a:pt x="19" y="16"/>
                    <a:pt x="22" y="13"/>
                    <a:pt x="22" y="9"/>
                  </a:cubicBezTo>
                  <a:cubicBezTo>
                    <a:pt x="22" y="4"/>
                    <a:pt x="17" y="0"/>
                    <a:pt x="12" y="0"/>
                  </a:cubicBezTo>
                  <a:cubicBezTo>
                    <a:pt x="7" y="0"/>
                    <a:pt x="3" y="4"/>
                    <a:pt x="3" y="9"/>
                  </a:cubicBezTo>
                  <a:cubicBezTo>
                    <a:pt x="3" y="13"/>
                    <a:pt x="5" y="16"/>
                    <a:pt x="8" y="18"/>
                  </a:cubicBezTo>
                  <a:cubicBezTo>
                    <a:pt x="4" y="19"/>
                    <a:pt x="0" y="24"/>
                    <a:pt x="0" y="29"/>
                  </a:cubicBezTo>
                  <a:cubicBezTo>
                    <a:pt x="0" y="44"/>
                    <a:pt x="0" y="44"/>
                    <a:pt x="0" y="44"/>
                  </a:cubicBezTo>
                  <a:cubicBezTo>
                    <a:pt x="24" y="44"/>
                    <a:pt x="24" y="44"/>
                    <a:pt x="24" y="44"/>
                  </a:cubicBezTo>
                  <a:cubicBezTo>
                    <a:pt x="24" y="29"/>
                    <a:pt x="24" y="29"/>
                    <a:pt x="24" y="29"/>
                  </a:cubicBezTo>
                  <a:cubicBezTo>
                    <a:pt x="24" y="24"/>
                    <a:pt x="21" y="19"/>
                    <a:pt x="16"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0" name="Freeform 40"/>
            <p:cNvSpPr>
              <a:spLocks/>
            </p:cNvSpPr>
            <p:nvPr/>
          </p:nvSpPr>
          <p:spPr bwMode="auto">
            <a:xfrm>
              <a:off x="7889875" y="511175"/>
              <a:ext cx="85725" cy="168275"/>
            </a:xfrm>
            <a:custGeom>
              <a:avLst/>
              <a:gdLst>
                <a:gd name="T0" fmla="*/ 16 w 23"/>
                <a:gd name="T1" fmla="*/ 18 h 44"/>
                <a:gd name="T2" fmla="*/ 21 w 23"/>
                <a:gd name="T3" fmla="*/ 9 h 44"/>
                <a:gd name="T4" fmla="*/ 12 w 23"/>
                <a:gd name="T5" fmla="*/ 0 h 44"/>
                <a:gd name="T6" fmla="*/ 2 w 23"/>
                <a:gd name="T7" fmla="*/ 9 h 44"/>
                <a:gd name="T8" fmla="*/ 8 w 23"/>
                <a:gd name="T9" fmla="*/ 18 h 44"/>
                <a:gd name="T10" fmla="*/ 0 w 23"/>
                <a:gd name="T11" fmla="*/ 29 h 44"/>
                <a:gd name="T12" fmla="*/ 0 w 23"/>
                <a:gd name="T13" fmla="*/ 44 h 44"/>
                <a:gd name="T14" fmla="*/ 23 w 23"/>
                <a:gd name="T15" fmla="*/ 44 h 44"/>
                <a:gd name="T16" fmla="*/ 23 w 23"/>
                <a:gd name="T17" fmla="*/ 29 h 44"/>
                <a:gd name="T18" fmla="*/ 16 w 23"/>
                <a:gd name="T19" fmla="*/ 1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44">
                  <a:moveTo>
                    <a:pt x="16" y="18"/>
                  </a:moveTo>
                  <a:cubicBezTo>
                    <a:pt x="19" y="16"/>
                    <a:pt x="21" y="13"/>
                    <a:pt x="21" y="9"/>
                  </a:cubicBezTo>
                  <a:cubicBezTo>
                    <a:pt x="21" y="4"/>
                    <a:pt x="17" y="0"/>
                    <a:pt x="12" y="0"/>
                  </a:cubicBezTo>
                  <a:cubicBezTo>
                    <a:pt x="6" y="0"/>
                    <a:pt x="2" y="4"/>
                    <a:pt x="2" y="9"/>
                  </a:cubicBezTo>
                  <a:cubicBezTo>
                    <a:pt x="2" y="13"/>
                    <a:pt x="4" y="16"/>
                    <a:pt x="8" y="18"/>
                  </a:cubicBezTo>
                  <a:cubicBezTo>
                    <a:pt x="3" y="19"/>
                    <a:pt x="0" y="24"/>
                    <a:pt x="0" y="29"/>
                  </a:cubicBezTo>
                  <a:cubicBezTo>
                    <a:pt x="0" y="44"/>
                    <a:pt x="0" y="44"/>
                    <a:pt x="0" y="44"/>
                  </a:cubicBezTo>
                  <a:cubicBezTo>
                    <a:pt x="23" y="44"/>
                    <a:pt x="23" y="44"/>
                    <a:pt x="23" y="44"/>
                  </a:cubicBezTo>
                  <a:cubicBezTo>
                    <a:pt x="23" y="29"/>
                    <a:pt x="23" y="29"/>
                    <a:pt x="23" y="29"/>
                  </a:cubicBezTo>
                  <a:cubicBezTo>
                    <a:pt x="23" y="24"/>
                    <a:pt x="20" y="19"/>
                    <a:pt x="16"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1" name="Freeform 41"/>
            <p:cNvSpPr>
              <a:spLocks/>
            </p:cNvSpPr>
            <p:nvPr/>
          </p:nvSpPr>
          <p:spPr bwMode="auto">
            <a:xfrm>
              <a:off x="8005763" y="511175"/>
              <a:ext cx="90487" cy="168275"/>
            </a:xfrm>
            <a:custGeom>
              <a:avLst/>
              <a:gdLst>
                <a:gd name="T0" fmla="*/ 16 w 24"/>
                <a:gd name="T1" fmla="*/ 18 h 44"/>
                <a:gd name="T2" fmla="*/ 21 w 24"/>
                <a:gd name="T3" fmla="*/ 9 h 44"/>
                <a:gd name="T4" fmla="*/ 12 w 24"/>
                <a:gd name="T5" fmla="*/ 0 h 44"/>
                <a:gd name="T6" fmla="*/ 3 w 24"/>
                <a:gd name="T7" fmla="*/ 9 h 44"/>
                <a:gd name="T8" fmla="*/ 8 w 24"/>
                <a:gd name="T9" fmla="*/ 18 h 44"/>
                <a:gd name="T10" fmla="*/ 0 w 24"/>
                <a:gd name="T11" fmla="*/ 29 h 44"/>
                <a:gd name="T12" fmla="*/ 0 w 24"/>
                <a:gd name="T13" fmla="*/ 44 h 44"/>
                <a:gd name="T14" fmla="*/ 24 w 24"/>
                <a:gd name="T15" fmla="*/ 44 h 44"/>
                <a:gd name="T16" fmla="*/ 24 w 24"/>
                <a:gd name="T17" fmla="*/ 29 h 44"/>
                <a:gd name="T18" fmla="*/ 16 w 24"/>
                <a:gd name="T19" fmla="*/ 1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44">
                  <a:moveTo>
                    <a:pt x="16" y="18"/>
                  </a:moveTo>
                  <a:cubicBezTo>
                    <a:pt x="19" y="16"/>
                    <a:pt x="21" y="13"/>
                    <a:pt x="21" y="9"/>
                  </a:cubicBezTo>
                  <a:cubicBezTo>
                    <a:pt x="21" y="4"/>
                    <a:pt x="17" y="0"/>
                    <a:pt x="12" y="0"/>
                  </a:cubicBezTo>
                  <a:cubicBezTo>
                    <a:pt x="7" y="0"/>
                    <a:pt x="3" y="4"/>
                    <a:pt x="3" y="9"/>
                  </a:cubicBezTo>
                  <a:cubicBezTo>
                    <a:pt x="3" y="13"/>
                    <a:pt x="5" y="16"/>
                    <a:pt x="8" y="18"/>
                  </a:cubicBezTo>
                  <a:cubicBezTo>
                    <a:pt x="3" y="19"/>
                    <a:pt x="0" y="24"/>
                    <a:pt x="0" y="29"/>
                  </a:cubicBezTo>
                  <a:cubicBezTo>
                    <a:pt x="0" y="44"/>
                    <a:pt x="0" y="44"/>
                    <a:pt x="0" y="44"/>
                  </a:cubicBezTo>
                  <a:cubicBezTo>
                    <a:pt x="24" y="44"/>
                    <a:pt x="24" y="44"/>
                    <a:pt x="24" y="44"/>
                  </a:cubicBezTo>
                  <a:cubicBezTo>
                    <a:pt x="24" y="29"/>
                    <a:pt x="24" y="29"/>
                    <a:pt x="24" y="29"/>
                  </a:cubicBezTo>
                  <a:cubicBezTo>
                    <a:pt x="24" y="24"/>
                    <a:pt x="20" y="19"/>
                    <a:pt x="16"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2" name="Freeform 42"/>
            <p:cNvSpPr>
              <a:spLocks/>
            </p:cNvSpPr>
            <p:nvPr/>
          </p:nvSpPr>
          <p:spPr bwMode="auto">
            <a:xfrm>
              <a:off x="8123238" y="511175"/>
              <a:ext cx="88900" cy="168275"/>
            </a:xfrm>
            <a:custGeom>
              <a:avLst/>
              <a:gdLst>
                <a:gd name="T0" fmla="*/ 16 w 24"/>
                <a:gd name="T1" fmla="*/ 18 h 44"/>
                <a:gd name="T2" fmla="*/ 21 w 24"/>
                <a:gd name="T3" fmla="*/ 9 h 44"/>
                <a:gd name="T4" fmla="*/ 12 w 24"/>
                <a:gd name="T5" fmla="*/ 0 h 44"/>
                <a:gd name="T6" fmla="*/ 3 w 24"/>
                <a:gd name="T7" fmla="*/ 9 h 44"/>
                <a:gd name="T8" fmla="*/ 8 w 24"/>
                <a:gd name="T9" fmla="*/ 18 h 44"/>
                <a:gd name="T10" fmla="*/ 0 w 24"/>
                <a:gd name="T11" fmla="*/ 29 h 44"/>
                <a:gd name="T12" fmla="*/ 0 w 24"/>
                <a:gd name="T13" fmla="*/ 44 h 44"/>
                <a:gd name="T14" fmla="*/ 24 w 24"/>
                <a:gd name="T15" fmla="*/ 44 h 44"/>
                <a:gd name="T16" fmla="*/ 24 w 24"/>
                <a:gd name="T17" fmla="*/ 29 h 44"/>
                <a:gd name="T18" fmla="*/ 16 w 24"/>
                <a:gd name="T19" fmla="*/ 1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44">
                  <a:moveTo>
                    <a:pt x="16" y="18"/>
                  </a:moveTo>
                  <a:cubicBezTo>
                    <a:pt x="19" y="16"/>
                    <a:pt x="21" y="13"/>
                    <a:pt x="21" y="9"/>
                  </a:cubicBezTo>
                  <a:cubicBezTo>
                    <a:pt x="21" y="4"/>
                    <a:pt x="17" y="0"/>
                    <a:pt x="12" y="0"/>
                  </a:cubicBezTo>
                  <a:cubicBezTo>
                    <a:pt x="7" y="0"/>
                    <a:pt x="3" y="4"/>
                    <a:pt x="3" y="9"/>
                  </a:cubicBezTo>
                  <a:cubicBezTo>
                    <a:pt x="3" y="13"/>
                    <a:pt x="5" y="16"/>
                    <a:pt x="8" y="18"/>
                  </a:cubicBezTo>
                  <a:cubicBezTo>
                    <a:pt x="4" y="19"/>
                    <a:pt x="0" y="24"/>
                    <a:pt x="0" y="29"/>
                  </a:cubicBezTo>
                  <a:cubicBezTo>
                    <a:pt x="0" y="44"/>
                    <a:pt x="0" y="44"/>
                    <a:pt x="0" y="44"/>
                  </a:cubicBezTo>
                  <a:cubicBezTo>
                    <a:pt x="24" y="44"/>
                    <a:pt x="24" y="44"/>
                    <a:pt x="24" y="44"/>
                  </a:cubicBezTo>
                  <a:cubicBezTo>
                    <a:pt x="24" y="29"/>
                    <a:pt x="24" y="29"/>
                    <a:pt x="24" y="29"/>
                  </a:cubicBezTo>
                  <a:cubicBezTo>
                    <a:pt x="24" y="24"/>
                    <a:pt x="21" y="19"/>
                    <a:pt x="16"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23" name="组合 1022"/>
          <p:cNvGrpSpPr/>
          <p:nvPr/>
        </p:nvGrpSpPr>
        <p:grpSpPr>
          <a:xfrm>
            <a:off x="9762516" y="5328660"/>
            <a:ext cx="268498" cy="357249"/>
            <a:chOff x="9762516" y="5328660"/>
            <a:chExt cx="268498" cy="357249"/>
          </a:xfrm>
          <a:solidFill>
            <a:srgbClr val="707E84"/>
          </a:solidFill>
        </p:grpSpPr>
        <p:sp>
          <p:nvSpPr>
            <p:cNvPr id="1024" name="Oval 54"/>
            <p:cNvSpPr>
              <a:spLocks noChangeArrowheads="1"/>
            </p:cNvSpPr>
            <p:nvPr/>
          </p:nvSpPr>
          <p:spPr bwMode="auto">
            <a:xfrm>
              <a:off x="9788355" y="5536493"/>
              <a:ext cx="58418" cy="629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5" name="Freeform 55"/>
            <p:cNvSpPr>
              <a:spLocks/>
            </p:cNvSpPr>
            <p:nvPr/>
          </p:nvSpPr>
          <p:spPr bwMode="auto">
            <a:xfrm>
              <a:off x="9762516" y="5601652"/>
              <a:ext cx="111218" cy="84257"/>
            </a:xfrm>
            <a:custGeom>
              <a:avLst/>
              <a:gdLst>
                <a:gd name="T0" fmla="*/ 32 w 42"/>
                <a:gd name="T1" fmla="*/ 0 h 31"/>
                <a:gd name="T2" fmla="*/ 21 w 42"/>
                <a:gd name="T3" fmla="*/ 11 h 31"/>
                <a:gd name="T4" fmla="*/ 11 w 42"/>
                <a:gd name="T5" fmla="*/ 0 h 31"/>
                <a:gd name="T6" fmla="*/ 0 w 42"/>
                <a:gd name="T7" fmla="*/ 20 h 31"/>
                <a:gd name="T8" fmla="*/ 2 w 42"/>
                <a:gd name="T9" fmla="*/ 28 h 31"/>
                <a:gd name="T10" fmla="*/ 21 w 42"/>
                <a:gd name="T11" fmla="*/ 31 h 31"/>
                <a:gd name="T12" fmla="*/ 40 w 42"/>
                <a:gd name="T13" fmla="*/ 28 h 31"/>
                <a:gd name="T14" fmla="*/ 42 w 42"/>
                <a:gd name="T15" fmla="*/ 20 h 31"/>
                <a:gd name="T16" fmla="*/ 32 w 42"/>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31">
                  <a:moveTo>
                    <a:pt x="32" y="0"/>
                  </a:moveTo>
                  <a:cubicBezTo>
                    <a:pt x="21" y="11"/>
                    <a:pt x="21" y="11"/>
                    <a:pt x="21" y="11"/>
                  </a:cubicBezTo>
                  <a:cubicBezTo>
                    <a:pt x="11" y="0"/>
                    <a:pt x="11" y="0"/>
                    <a:pt x="11" y="0"/>
                  </a:cubicBezTo>
                  <a:cubicBezTo>
                    <a:pt x="4" y="4"/>
                    <a:pt x="0" y="11"/>
                    <a:pt x="0" y="20"/>
                  </a:cubicBezTo>
                  <a:cubicBezTo>
                    <a:pt x="0" y="23"/>
                    <a:pt x="1" y="26"/>
                    <a:pt x="2" y="28"/>
                  </a:cubicBezTo>
                  <a:cubicBezTo>
                    <a:pt x="8" y="30"/>
                    <a:pt x="14" y="31"/>
                    <a:pt x="21" y="31"/>
                  </a:cubicBezTo>
                  <a:cubicBezTo>
                    <a:pt x="28" y="31"/>
                    <a:pt x="35" y="30"/>
                    <a:pt x="40" y="28"/>
                  </a:cubicBezTo>
                  <a:cubicBezTo>
                    <a:pt x="41" y="26"/>
                    <a:pt x="42" y="23"/>
                    <a:pt x="42" y="20"/>
                  </a:cubicBezTo>
                  <a:cubicBezTo>
                    <a:pt x="42" y="11"/>
                    <a:pt x="38" y="4"/>
                    <a:pt x="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6" name="Oval 56"/>
            <p:cNvSpPr>
              <a:spLocks noChangeArrowheads="1"/>
            </p:cNvSpPr>
            <p:nvPr/>
          </p:nvSpPr>
          <p:spPr bwMode="auto">
            <a:xfrm>
              <a:off x="9945634" y="5536493"/>
              <a:ext cx="58418" cy="629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7" name="Freeform 57"/>
            <p:cNvSpPr>
              <a:spLocks/>
            </p:cNvSpPr>
            <p:nvPr/>
          </p:nvSpPr>
          <p:spPr bwMode="auto">
            <a:xfrm>
              <a:off x="9918672" y="5601652"/>
              <a:ext cx="112342" cy="84257"/>
            </a:xfrm>
            <a:custGeom>
              <a:avLst/>
              <a:gdLst>
                <a:gd name="T0" fmla="*/ 32 w 42"/>
                <a:gd name="T1" fmla="*/ 0 h 31"/>
                <a:gd name="T2" fmla="*/ 21 w 42"/>
                <a:gd name="T3" fmla="*/ 11 h 31"/>
                <a:gd name="T4" fmla="*/ 11 w 42"/>
                <a:gd name="T5" fmla="*/ 0 h 31"/>
                <a:gd name="T6" fmla="*/ 0 w 42"/>
                <a:gd name="T7" fmla="*/ 20 h 31"/>
                <a:gd name="T8" fmla="*/ 2 w 42"/>
                <a:gd name="T9" fmla="*/ 28 h 31"/>
                <a:gd name="T10" fmla="*/ 21 w 42"/>
                <a:gd name="T11" fmla="*/ 31 h 31"/>
                <a:gd name="T12" fmla="*/ 41 w 42"/>
                <a:gd name="T13" fmla="*/ 28 h 31"/>
                <a:gd name="T14" fmla="*/ 42 w 42"/>
                <a:gd name="T15" fmla="*/ 20 h 31"/>
                <a:gd name="T16" fmla="*/ 32 w 42"/>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31">
                  <a:moveTo>
                    <a:pt x="32" y="0"/>
                  </a:moveTo>
                  <a:cubicBezTo>
                    <a:pt x="21" y="11"/>
                    <a:pt x="21" y="11"/>
                    <a:pt x="21" y="11"/>
                  </a:cubicBezTo>
                  <a:cubicBezTo>
                    <a:pt x="11" y="0"/>
                    <a:pt x="11" y="0"/>
                    <a:pt x="11" y="0"/>
                  </a:cubicBezTo>
                  <a:cubicBezTo>
                    <a:pt x="5" y="4"/>
                    <a:pt x="0" y="11"/>
                    <a:pt x="0" y="20"/>
                  </a:cubicBezTo>
                  <a:cubicBezTo>
                    <a:pt x="0" y="23"/>
                    <a:pt x="1" y="26"/>
                    <a:pt x="2" y="28"/>
                  </a:cubicBezTo>
                  <a:cubicBezTo>
                    <a:pt x="8" y="30"/>
                    <a:pt x="14" y="31"/>
                    <a:pt x="21" y="31"/>
                  </a:cubicBezTo>
                  <a:cubicBezTo>
                    <a:pt x="28" y="31"/>
                    <a:pt x="35" y="30"/>
                    <a:pt x="41" y="28"/>
                  </a:cubicBezTo>
                  <a:cubicBezTo>
                    <a:pt x="41" y="26"/>
                    <a:pt x="42" y="23"/>
                    <a:pt x="42" y="20"/>
                  </a:cubicBezTo>
                  <a:cubicBezTo>
                    <a:pt x="42" y="11"/>
                    <a:pt x="38" y="4"/>
                    <a:pt x="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8" name="Freeform 58"/>
            <p:cNvSpPr>
              <a:spLocks/>
            </p:cNvSpPr>
            <p:nvPr/>
          </p:nvSpPr>
          <p:spPr bwMode="auto">
            <a:xfrm>
              <a:off x="9844526" y="5388202"/>
              <a:ext cx="108971" cy="13481"/>
            </a:xfrm>
            <a:custGeom>
              <a:avLst/>
              <a:gdLst>
                <a:gd name="T0" fmla="*/ 41 w 41"/>
                <a:gd name="T1" fmla="*/ 2 h 5"/>
                <a:gd name="T2" fmla="*/ 39 w 41"/>
                <a:gd name="T3" fmla="*/ 5 h 5"/>
                <a:gd name="T4" fmla="*/ 2 w 41"/>
                <a:gd name="T5" fmla="*/ 5 h 5"/>
                <a:gd name="T6" fmla="*/ 0 w 41"/>
                <a:gd name="T7" fmla="*/ 2 h 5"/>
                <a:gd name="T8" fmla="*/ 0 w 41"/>
                <a:gd name="T9" fmla="*/ 2 h 5"/>
                <a:gd name="T10" fmla="*/ 2 w 41"/>
                <a:gd name="T11" fmla="*/ 0 h 5"/>
                <a:gd name="T12" fmla="*/ 39 w 41"/>
                <a:gd name="T13" fmla="*/ 0 h 5"/>
                <a:gd name="T14" fmla="*/ 41 w 41"/>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 h="5">
                  <a:moveTo>
                    <a:pt x="41" y="2"/>
                  </a:moveTo>
                  <a:cubicBezTo>
                    <a:pt x="41" y="4"/>
                    <a:pt x="40" y="5"/>
                    <a:pt x="39" y="5"/>
                  </a:cubicBezTo>
                  <a:cubicBezTo>
                    <a:pt x="2" y="5"/>
                    <a:pt x="2" y="5"/>
                    <a:pt x="2" y="5"/>
                  </a:cubicBezTo>
                  <a:cubicBezTo>
                    <a:pt x="1" y="5"/>
                    <a:pt x="0" y="4"/>
                    <a:pt x="0" y="2"/>
                  </a:cubicBezTo>
                  <a:cubicBezTo>
                    <a:pt x="0" y="2"/>
                    <a:pt x="0" y="2"/>
                    <a:pt x="0" y="2"/>
                  </a:cubicBezTo>
                  <a:cubicBezTo>
                    <a:pt x="0" y="1"/>
                    <a:pt x="1" y="0"/>
                    <a:pt x="2" y="0"/>
                  </a:cubicBezTo>
                  <a:cubicBezTo>
                    <a:pt x="39" y="0"/>
                    <a:pt x="39" y="0"/>
                    <a:pt x="39" y="0"/>
                  </a:cubicBezTo>
                  <a:cubicBezTo>
                    <a:pt x="40" y="0"/>
                    <a:pt x="41" y="1"/>
                    <a:pt x="41" y="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29" name="Freeform 59"/>
            <p:cNvSpPr>
              <a:spLocks/>
            </p:cNvSpPr>
            <p:nvPr/>
          </p:nvSpPr>
          <p:spPr bwMode="auto">
            <a:xfrm>
              <a:off x="9844526" y="5415164"/>
              <a:ext cx="108971" cy="13481"/>
            </a:xfrm>
            <a:custGeom>
              <a:avLst/>
              <a:gdLst>
                <a:gd name="T0" fmla="*/ 41 w 41"/>
                <a:gd name="T1" fmla="*/ 2 h 5"/>
                <a:gd name="T2" fmla="*/ 39 w 41"/>
                <a:gd name="T3" fmla="*/ 5 h 5"/>
                <a:gd name="T4" fmla="*/ 2 w 41"/>
                <a:gd name="T5" fmla="*/ 5 h 5"/>
                <a:gd name="T6" fmla="*/ 0 w 41"/>
                <a:gd name="T7" fmla="*/ 2 h 5"/>
                <a:gd name="T8" fmla="*/ 0 w 41"/>
                <a:gd name="T9" fmla="*/ 2 h 5"/>
                <a:gd name="T10" fmla="*/ 2 w 41"/>
                <a:gd name="T11" fmla="*/ 0 h 5"/>
                <a:gd name="T12" fmla="*/ 39 w 41"/>
                <a:gd name="T13" fmla="*/ 0 h 5"/>
                <a:gd name="T14" fmla="*/ 41 w 41"/>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 h="5">
                  <a:moveTo>
                    <a:pt x="41" y="2"/>
                  </a:moveTo>
                  <a:cubicBezTo>
                    <a:pt x="41" y="4"/>
                    <a:pt x="40" y="5"/>
                    <a:pt x="39" y="5"/>
                  </a:cubicBezTo>
                  <a:cubicBezTo>
                    <a:pt x="2" y="5"/>
                    <a:pt x="2" y="5"/>
                    <a:pt x="2" y="5"/>
                  </a:cubicBezTo>
                  <a:cubicBezTo>
                    <a:pt x="1" y="5"/>
                    <a:pt x="0" y="4"/>
                    <a:pt x="0" y="2"/>
                  </a:cubicBezTo>
                  <a:cubicBezTo>
                    <a:pt x="0" y="2"/>
                    <a:pt x="0" y="2"/>
                    <a:pt x="0" y="2"/>
                  </a:cubicBezTo>
                  <a:cubicBezTo>
                    <a:pt x="0" y="1"/>
                    <a:pt x="1" y="0"/>
                    <a:pt x="2" y="0"/>
                  </a:cubicBezTo>
                  <a:cubicBezTo>
                    <a:pt x="39" y="0"/>
                    <a:pt x="39" y="0"/>
                    <a:pt x="39" y="0"/>
                  </a:cubicBezTo>
                  <a:cubicBezTo>
                    <a:pt x="40" y="0"/>
                    <a:pt x="41" y="1"/>
                    <a:pt x="41" y="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30" name="Freeform 60"/>
            <p:cNvSpPr>
              <a:spLocks/>
            </p:cNvSpPr>
            <p:nvPr/>
          </p:nvSpPr>
          <p:spPr bwMode="auto">
            <a:xfrm>
              <a:off x="9844526" y="5442126"/>
              <a:ext cx="108971" cy="13481"/>
            </a:xfrm>
            <a:custGeom>
              <a:avLst/>
              <a:gdLst>
                <a:gd name="T0" fmla="*/ 41 w 41"/>
                <a:gd name="T1" fmla="*/ 2 h 5"/>
                <a:gd name="T2" fmla="*/ 39 w 41"/>
                <a:gd name="T3" fmla="*/ 5 h 5"/>
                <a:gd name="T4" fmla="*/ 2 w 41"/>
                <a:gd name="T5" fmla="*/ 5 h 5"/>
                <a:gd name="T6" fmla="*/ 0 w 41"/>
                <a:gd name="T7" fmla="*/ 2 h 5"/>
                <a:gd name="T8" fmla="*/ 0 w 41"/>
                <a:gd name="T9" fmla="*/ 2 h 5"/>
                <a:gd name="T10" fmla="*/ 2 w 41"/>
                <a:gd name="T11" fmla="*/ 0 h 5"/>
                <a:gd name="T12" fmla="*/ 39 w 41"/>
                <a:gd name="T13" fmla="*/ 0 h 5"/>
                <a:gd name="T14" fmla="*/ 41 w 41"/>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 h="5">
                  <a:moveTo>
                    <a:pt x="41" y="2"/>
                  </a:moveTo>
                  <a:cubicBezTo>
                    <a:pt x="41" y="4"/>
                    <a:pt x="40" y="5"/>
                    <a:pt x="39" y="5"/>
                  </a:cubicBezTo>
                  <a:cubicBezTo>
                    <a:pt x="2" y="5"/>
                    <a:pt x="2" y="5"/>
                    <a:pt x="2" y="5"/>
                  </a:cubicBezTo>
                  <a:cubicBezTo>
                    <a:pt x="1" y="5"/>
                    <a:pt x="0" y="4"/>
                    <a:pt x="0" y="2"/>
                  </a:cubicBezTo>
                  <a:cubicBezTo>
                    <a:pt x="0" y="2"/>
                    <a:pt x="0" y="2"/>
                    <a:pt x="0" y="2"/>
                  </a:cubicBezTo>
                  <a:cubicBezTo>
                    <a:pt x="0" y="1"/>
                    <a:pt x="1" y="0"/>
                    <a:pt x="2" y="0"/>
                  </a:cubicBezTo>
                  <a:cubicBezTo>
                    <a:pt x="39" y="0"/>
                    <a:pt x="39" y="0"/>
                    <a:pt x="39" y="0"/>
                  </a:cubicBezTo>
                  <a:cubicBezTo>
                    <a:pt x="40" y="0"/>
                    <a:pt x="41" y="1"/>
                    <a:pt x="41" y="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31" name="Freeform 61"/>
            <p:cNvSpPr>
              <a:spLocks noEditPoints="1"/>
            </p:cNvSpPr>
            <p:nvPr/>
          </p:nvSpPr>
          <p:spPr bwMode="auto">
            <a:xfrm>
              <a:off x="9791725" y="5328660"/>
              <a:ext cx="212326" cy="243783"/>
            </a:xfrm>
            <a:custGeom>
              <a:avLst/>
              <a:gdLst>
                <a:gd name="T0" fmla="*/ 40 w 80"/>
                <a:gd name="T1" fmla="*/ 90 h 90"/>
                <a:gd name="T2" fmla="*/ 30 w 80"/>
                <a:gd name="T3" fmla="*/ 66 h 90"/>
                <a:gd name="T4" fmla="*/ 0 w 80"/>
                <a:gd name="T5" fmla="*/ 33 h 90"/>
                <a:gd name="T6" fmla="*/ 40 w 80"/>
                <a:gd name="T7" fmla="*/ 0 h 90"/>
                <a:gd name="T8" fmla="*/ 80 w 80"/>
                <a:gd name="T9" fmla="*/ 33 h 90"/>
                <a:gd name="T10" fmla="*/ 49 w 80"/>
                <a:gd name="T11" fmla="*/ 66 h 90"/>
                <a:gd name="T12" fmla="*/ 40 w 80"/>
                <a:gd name="T13" fmla="*/ 90 h 90"/>
                <a:gd name="T14" fmla="*/ 40 w 80"/>
                <a:gd name="T15" fmla="*/ 7 h 90"/>
                <a:gd name="T16" fmla="*/ 6 w 80"/>
                <a:gd name="T17" fmla="*/ 33 h 90"/>
                <a:gd name="T18" fmla="*/ 33 w 80"/>
                <a:gd name="T19" fmla="*/ 59 h 90"/>
                <a:gd name="T20" fmla="*/ 35 w 80"/>
                <a:gd name="T21" fmla="*/ 60 h 90"/>
                <a:gd name="T22" fmla="*/ 40 w 80"/>
                <a:gd name="T23" fmla="*/ 72 h 90"/>
                <a:gd name="T24" fmla="*/ 44 w 80"/>
                <a:gd name="T25" fmla="*/ 60 h 90"/>
                <a:gd name="T26" fmla="*/ 46 w 80"/>
                <a:gd name="T27" fmla="*/ 59 h 90"/>
                <a:gd name="T28" fmla="*/ 73 w 80"/>
                <a:gd name="T29" fmla="*/ 33 h 90"/>
                <a:gd name="T30" fmla="*/ 40 w 80"/>
                <a:gd name="T31" fmla="*/ 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0" h="90">
                  <a:moveTo>
                    <a:pt x="40" y="90"/>
                  </a:moveTo>
                  <a:cubicBezTo>
                    <a:pt x="30" y="66"/>
                    <a:pt x="30" y="66"/>
                    <a:pt x="30" y="66"/>
                  </a:cubicBezTo>
                  <a:cubicBezTo>
                    <a:pt x="12" y="62"/>
                    <a:pt x="0" y="49"/>
                    <a:pt x="0" y="33"/>
                  </a:cubicBezTo>
                  <a:cubicBezTo>
                    <a:pt x="0" y="15"/>
                    <a:pt x="18" y="0"/>
                    <a:pt x="40" y="0"/>
                  </a:cubicBezTo>
                  <a:cubicBezTo>
                    <a:pt x="62" y="0"/>
                    <a:pt x="80" y="15"/>
                    <a:pt x="80" y="33"/>
                  </a:cubicBezTo>
                  <a:cubicBezTo>
                    <a:pt x="80" y="49"/>
                    <a:pt x="67" y="62"/>
                    <a:pt x="49" y="66"/>
                  </a:cubicBezTo>
                  <a:lnTo>
                    <a:pt x="40" y="90"/>
                  </a:lnTo>
                  <a:close/>
                  <a:moveTo>
                    <a:pt x="40" y="7"/>
                  </a:moveTo>
                  <a:cubicBezTo>
                    <a:pt x="21" y="7"/>
                    <a:pt x="6" y="19"/>
                    <a:pt x="6" y="33"/>
                  </a:cubicBezTo>
                  <a:cubicBezTo>
                    <a:pt x="6" y="46"/>
                    <a:pt x="18" y="57"/>
                    <a:pt x="33" y="59"/>
                  </a:cubicBezTo>
                  <a:cubicBezTo>
                    <a:pt x="35" y="60"/>
                    <a:pt x="35" y="60"/>
                    <a:pt x="35" y="60"/>
                  </a:cubicBezTo>
                  <a:cubicBezTo>
                    <a:pt x="40" y="72"/>
                    <a:pt x="40" y="72"/>
                    <a:pt x="40" y="72"/>
                  </a:cubicBezTo>
                  <a:cubicBezTo>
                    <a:pt x="44" y="60"/>
                    <a:pt x="44" y="60"/>
                    <a:pt x="44" y="60"/>
                  </a:cubicBezTo>
                  <a:cubicBezTo>
                    <a:pt x="46" y="59"/>
                    <a:pt x="46" y="59"/>
                    <a:pt x="46" y="59"/>
                  </a:cubicBezTo>
                  <a:cubicBezTo>
                    <a:pt x="62" y="57"/>
                    <a:pt x="73" y="46"/>
                    <a:pt x="73" y="33"/>
                  </a:cubicBezTo>
                  <a:cubicBezTo>
                    <a:pt x="73" y="19"/>
                    <a:pt x="58" y="7"/>
                    <a:pt x="40"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032" name="组合 1031"/>
          <p:cNvGrpSpPr/>
          <p:nvPr/>
        </p:nvGrpSpPr>
        <p:grpSpPr>
          <a:xfrm>
            <a:off x="8783054" y="4824011"/>
            <a:ext cx="284987" cy="417513"/>
            <a:chOff x="2897188" y="120650"/>
            <a:chExt cx="385762" cy="565151"/>
          </a:xfrm>
          <a:solidFill>
            <a:srgbClr val="707E84"/>
          </a:solidFill>
        </p:grpSpPr>
        <p:sp>
          <p:nvSpPr>
            <p:cNvPr id="1033" name="Freeform 68"/>
            <p:cNvSpPr>
              <a:spLocks/>
            </p:cNvSpPr>
            <p:nvPr/>
          </p:nvSpPr>
          <p:spPr bwMode="auto">
            <a:xfrm>
              <a:off x="3040063" y="120650"/>
              <a:ext cx="242887" cy="238125"/>
            </a:xfrm>
            <a:custGeom>
              <a:avLst/>
              <a:gdLst>
                <a:gd name="T0" fmla="*/ 134 w 153"/>
                <a:gd name="T1" fmla="*/ 113 h 150"/>
                <a:gd name="T2" fmla="*/ 120 w 153"/>
                <a:gd name="T3" fmla="*/ 113 h 150"/>
                <a:gd name="T4" fmla="*/ 132 w 153"/>
                <a:gd name="T5" fmla="*/ 125 h 150"/>
                <a:gd name="T6" fmla="*/ 23 w 153"/>
                <a:gd name="T7" fmla="*/ 125 h 150"/>
                <a:gd name="T8" fmla="*/ 23 w 153"/>
                <a:gd name="T9" fmla="*/ 20 h 150"/>
                <a:gd name="T10" fmla="*/ 35 w 153"/>
                <a:gd name="T11" fmla="*/ 34 h 150"/>
                <a:gd name="T12" fmla="*/ 35 w 153"/>
                <a:gd name="T13" fmla="*/ 17 h 150"/>
                <a:gd name="T14" fmla="*/ 18 w 153"/>
                <a:gd name="T15" fmla="*/ 0 h 150"/>
                <a:gd name="T16" fmla="*/ 0 w 153"/>
                <a:gd name="T17" fmla="*/ 17 h 150"/>
                <a:gd name="T18" fmla="*/ 0 w 153"/>
                <a:gd name="T19" fmla="*/ 34 h 150"/>
                <a:gd name="T20" fmla="*/ 11 w 153"/>
                <a:gd name="T21" fmla="*/ 20 h 150"/>
                <a:gd name="T22" fmla="*/ 11 w 153"/>
                <a:gd name="T23" fmla="*/ 135 h 150"/>
                <a:gd name="T24" fmla="*/ 132 w 153"/>
                <a:gd name="T25" fmla="*/ 135 h 150"/>
                <a:gd name="T26" fmla="*/ 120 w 153"/>
                <a:gd name="T27" fmla="*/ 150 h 150"/>
                <a:gd name="T28" fmla="*/ 134 w 153"/>
                <a:gd name="T29" fmla="*/ 150 h 150"/>
                <a:gd name="T30" fmla="*/ 153 w 153"/>
                <a:gd name="T31" fmla="*/ 130 h 150"/>
                <a:gd name="T32" fmla="*/ 134 w 153"/>
                <a:gd name="T33" fmla="*/ 113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3" h="150">
                  <a:moveTo>
                    <a:pt x="134" y="113"/>
                  </a:moveTo>
                  <a:lnTo>
                    <a:pt x="120" y="113"/>
                  </a:lnTo>
                  <a:lnTo>
                    <a:pt x="132" y="125"/>
                  </a:lnTo>
                  <a:lnTo>
                    <a:pt x="23" y="125"/>
                  </a:lnTo>
                  <a:lnTo>
                    <a:pt x="23" y="20"/>
                  </a:lnTo>
                  <a:lnTo>
                    <a:pt x="35" y="34"/>
                  </a:lnTo>
                  <a:lnTo>
                    <a:pt x="35" y="17"/>
                  </a:lnTo>
                  <a:lnTo>
                    <a:pt x="18" y="0"/>
                  </a:lnTo>
                  <a:lnTo>
                    <a:pt x="0" y="17"/>
                  </a:lnTo>
                  <a:lnTo>
                    <a:pt x="0" y="34"/>
                  </a:lnTo>
                  <a:lnTo>
                    <a:pt x="11" y="20"/>
                  </a:lnTo>
                  <a:lnTo>
                    <a:pt x="11" y="135"/>
                  </a:lnTo>
                  <a:lnTo>
                    <a:pt x="132" y="135"/>
                  </a:lnTo>
                  <a:lnTo>
                    <a:pt x="120" y="150"/>
                  </a:lnTo>
                  <a:lnTo>
                    <a:pt x="134" y="150"/>
                  </a:lnTo>
                  <a:lnTo>
                    <a:pt x="153" y="130"/>
                  </a:lnTo>
                  <a:lnTo>
                    <a:pt x="134" y="113"/>
                  </a:ln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34" name="Freeform 69"/>
            <p:cNvSpPr>
              <a:spLocks/>
            </p:cNvSpPr>
            <p:nvPr/>
          </p:nvSpPr>
          <p:spPr bwMode="auto">
            <a:xfrm>
              <a:off x="3087688" y="133350"/>
              <a:ext cx="158750" cy="174625"/>
            </a:xfrm>
            <a:custGeom>
              <a:avLst/>
              <a:gdLst>
                <a:gd name="T0" fmla="*/ 0 w 100"/>
                <a:gd name="T1" fmla="*/ 74 h 110"/>
                <a:gd name="T2" fmla="*/ 29 w 100"/>
                <a:gd name="T3" fmla="*/ 48 h 110"/>
                <a:gd name="T4" fmla="*/ 36 w 100"/>
                <a:gd name="T5" fmla="*/ 53 h 110"/>
                <a:gd name="T6" fmla="*/ 0 w 100"/>
                <a:gd name="T7" fmla="*/ 86 h 110"/>
                <a:gd name="T8" fmla="*/ 0 w 100"/>
                <a:gd name="T9" fmla="*/ 93 h 110"/>
                <a:gd name="T10" fmla="*/ 40 w 100"/>
                <a:gd name="T11" fmla="*/ 57 h 110"/>
                <a:gd name="T12" fmla="*/ 45 w 100"/>
                <a:gd name="T13" fmla="*/ 62 h 110"/>
                <a:gd name="T14" fmla="*/ 0 w 100"/>
                <a:gd name="T15" fmla="*/ 103 h 110"/>
                <a:gd name="T16" fmla="*/ 0 w 100"/>
                <a:gd name="T17" fmla="*/ 110 h 110"/>
                <a:gd name="T18" fmla="*/ 3 w 100"/>
                <a:gd name="T19" fmla="*/ 110 h 110"/>
                <a:gd name="T20" fmla="*/ 100 w 100"/>
                <a:gd name="T21" fmla="*/ 19 h 110"/>
                <a:gd name="T22" fmla="*/ 100 w 100"/>
                <a:gd name="T23" fmla="*/ 0 h 110"/>
                <a:gd name="T24" fmla="*/ 48 w 100"/>
                <a:gd name="T25" fmla="*/ 50 h 110"/>
                <a:gd name="T26" fmla="*/ 29 w 100"/>
                <a:gd name="T27" fmla="*/ 33 h 110"/>
                <a:gd name="T28" fmla="*/ 0 w 100"/>
                <a:gd name="T29" fmla="*/ 60 h 110"/>
                <a:gd name="T30" fmla="*/ 0 w 100"/>
                <a:gd name="T31" fmla="*/ 74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0" h="110">
                  <a:moveTo>
                    <a:pt x="0" y="74"/>
                  </a:moveTo>
                  <a:lnTo>
                    <a:pt x="29" y="48"/>
                  </a:lnTo>
                  <a:lnTo>
                    <a:pt x="36" y="53"/>
                  </a:lnTo>
                  <a:lnTo>
                    <a:pt x="0" y="86"/>
                  </a:lnTo>
                  <a:lnTo>
                    <a:pt x="0" y="93"/>
                  </a:lnTo>
                  <a:lnTo>
                    <a:pt x="40" y="57"/>
                  </a:lnTo>
                  <a:lnTo>
                    <a:pt x="45" y="62"/>
                  </a:lnTo>
                  <a:lnTo>
                    <a:pt x="0" y="103"/>
                  </a:lnTo>
                  <a:lnTo>
                    <a:pt x="0" y="110"/>
                  </a:lnTo>
                  <a:lnTo>
                    <a:pt x="3" y="110"/>
                  </a:lnTo>
                  <a:lnTo>
                    <a:pt x="100" y="19"/>
                  </a:lnTo>
                  <a:lnTo>
                    <a:pt x="100" y="0"/>
                  </a:lnTo>
                  <a:lnTo>
                    <a:pt x="48" y="50"/>
                  </a:lnTo>
                  <a:lnTo>
                    <a:pt x="29" y="33"/>
                  </a:lnTo>
                  <a:lnTo>
                    <a:pt x="0" y="60"/>
                  </a:lnTo>
                  <a:lnTo>
                    <a:pt x="0" y="74"/>
                  </a:ln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35" name="Freeform 70"/>
            <p:cNvSpPr>
              <a:spLocks/>
            </p:cNvSpPr>
            <p:nvPr/>
          </p:nvSpPr>
          <p:spPr bwMode="auto">
            <a:xfrm>
              <a:off x="3109913" y="177800"/>
              <a:ext cx="136525" cy="130175"/>
            </a:xfrm>
            <a:custGeom>
              <a:avLst/>
              <a:gdLst>
                <a:gd name="T0" fmla="*/ 86 w 86"/>
                <a:gd name="T1" fmla="*/ 0 h 82"/>
                <a:gd name="T2" fmla="*/ 0 w 86"/>
                <a:gd name="T3" fmla="*/ 82 h 82"/>
                <a:gd name="T4" fmla="*/ 8 w 86"/>
                <a:gd name="T5" fmla="*/ 82 h 82"/>
                <a:gd name="T6" fmla="*/ 86 w 86"/>
                <a:gd name="T7" fmla="*/ 8 h 82"/>
                <a:gd name="T8" fmla="*/ 86 w 86"/>
                <a:gd name="T9" fmla="*/ 0 h 82"/>
              </a:gdLst>
              <a:ahLst/>
              <a:cxnLst>
                <a:cxn ang="0">
                  <a:pos x="T0" y="T1"/>
                </a:cxn>
                <a:cxn ang="0">
                  <a:pos x="T2" y="T3"/>
                </a:cxn>
                <a:cxn ang="0">
                  <a:pos x="T4" y="T5"/>
                </a:cxn>
                <a:cxn ang="0">
                  <a:pos x="T6" y="T7"/>
                </a:cxn>
                <a:cxn ang="0">
                  <a:pos x="T8" y="T9"/>
                </a:cxn>
              </a:cxnLst>
              <a:rect l="0" t="0" r="r" b="b"/>
              <a:pathLst>
                <a:path w="86" h="82">
                  <a:moveTo>
                    <a:pt x="86" y="0"/>
                  </a:moveTo>
                  <a:lnTo>
                    <a:pt x="0" y="82"/>
                  </a:lnTo>
                  <a:lnTo>
                    <a:pt x="8" y="82"/>
                  </a:lnTo>
                  <a:lnTo>
                    <a:pt x="86" y="8"/>
                  </a:lnTo>
                  <a:lnTo>
                    <a:pt x="86" y="0"/>
                  </a:ln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36" name="Freeform 71"/>
            <p:cNvSpPr>
              <a:spLocks/>
            </p:cNvSpPr>
            <p:nvPr/>
          </p:nvSpPr>
          <p:spPr bwMode="auto">
            <a:xfrm>
              <a:off x="3140075" y="204788"/>
              <a:ext cx="106362" cy="103188"/>
            </a:xfrm>
            <a:custGeom>
              <a:avLst/>
              <a:gdLst>
                <a:gd name="T0" fmla="*/ 67 w 67"/>
                <a:gd name="T1" fmla="*/ 0 h 65"/>
                <a:gd name="T2" fmla="*/ 0 w 67"/>
                <a:gd name="T3" fmla="*/ 65 h 65"/>
                <a:gd name="T4" fmla="*/ 7 w 67"/>
                <a:gd name="T5" fmla="*/ 65 h 65"/>
                <a:gd name="T6" fmla="*/ 67 w 67"/>
                <a:gd name="T7" fmla="*/ 10 h 65"/>
                <a:gd name="T8" fmla="*/ 67 w 67"/>
                <a:gd name="T9" fmla="*/ 0 h 65"/>
              </a:gdLst>
              <a:ahLst/>
              <a:cxnLst>
                <a:cxn ang="0">
                  <a:pos x="T0" y="T1"/>
                </a:cxn>
                <a:cxn ang="0">
                  <a:pos x="T2" y="T3"/>
                </a:cxn>
                <a:cxn ang="0">
                  <a:pos x="T4" y="T5"/>
                </a:cxn>
                <a:cxn ang="0">
                  <a:pos x="T6" y="T7"/>
                </a:cxn>
                <a:cxn ang="0">
                  <a:pos x="T8" y="T9"/>
                </a:cxn>
              </a:cxnLst>
              <a:rect l="0" t="0" r="r" b="b"/>
              <a:pathLst>
                <a:path w="67" h="65">
                  <a:moveTo>
                    <a:pt x="67" y="0"/>
                  </a:moveTo>
                  <a:lnTo>
                    <a:pt x="0" y="65"/>
                  </a:lnTo>
                  <a:lnTo>
                    <a:pt x="7" y="65"/>
                  </a:lnTo>
                  <a:lnTo>
                    <a:pt x="67" y="10"/>
                  </a:lnTo>
                  <a:lnTo>
                    <a:pt x="67" y="0"/>
                  </a:ln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37" name="Freeform 72"/>
            <p:cNvSpPr>
              <a:spLocks/>
            </p:cNvSpPr>
            <p:nvPr/>
          </p:nvSpPr>
          <p:spPr bwMode="auto">
            <a:xfrm>
              <a:off x="3170238" y="236538"/>
              <a:ext cx="76200" cy="71438"/>
            </a:xfrm>
            <a:custGeom>
              <a:avLst/>
              <a:gdLst>
                <a:gd name="T0" fmla="*/ 48 w 48"/>
                <a:gd name="T1" fmla="*/ 0 h 45"/>
                <a:gd name="T2" fmla="*/ 0 w 48"/>
                <a:gd name="T3" fmla="*/ 45 h 45"/>
                <a:gd name="T4" fmla="*/ 7 w 48"/>
                <a:gd name="T5" fmla="*/ 45 h 45"/>
                <a:gd name="T6" fmla="*/ 48 w 48"/>
                <a:gd name="T7" fmla="*/ 7 h 45"/>
                <a:gd name="T8" fmla="*/ 48 w 48"/>
                <a:gd name="T9" fmla="*/ 0 h 45"/>
              </a:gdLst>
              <a:ahLst/>
              <a:cxnLst>
                <a:cxn ang="0">
                  <a:pos x="T0" y="T1"/>
                </a:cxn>
                <a:cxn ang="0">
                  <a:pos x="T2" y="T3"/>
                </a:cxn>
                <a:cxn ang="0">
                  <a:pos x="T4" y="T5"/>
                </a:cxn>
                <a:cxn ang="0">
                  <a:pos x="T6" y="T7"/>
                </a:cxn>
                <a:cxn ang="0">
                  <a:pos x="T8" y="T9"/>
                </a:cxn>
              </a:cxnLst>
              <a:rect l="0" t="0" r="r" b="b"/>
              <a:pathLst>
                <a:path w="48" h="45">
                  <a:moveTo>
                    <a:pt x="48" y="0"/>
                  </a:moveTo>
                  <a:lnTo>
                    <a:pt x="0" y="45"/>
                  </a:lnTo>
                  <a:lnTo>
                    <a:pt x="7" y="45"/>
                  </a:lnTo>
                  <a:lnTo>
                    <a:pt x="48" y="7"/>
                  </a:lnTo>
                  <a:lnTo>
                    <a:pt x="48" y="0"/>
                  </a:ln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38" name="Freeform 73"/>
            <p:cNvSpPr>
              <a:spLocks/>
            </p:cNvSpPr>
            <p:nvPr/>
          </p:nvSpPr>
          <p:spPr bwMode="auto">
            <a:xfrm>
              <a:off x="3200400" y="266700"/>
              <a:ext cx="46037" cy="41275"/>
            </a:xfrm>
            <a:custGeom>
              <a:avLst/>
              <a:gdLst>
                <a:gd name="T0" fmla="*/ 29 w 29"/>
                <a:gd name="T1" fmla="*/ 7 h 26"/>
                <a:gd name="T2" fmla="*/ 29 w 29"/>
                <a:gd name="T3" fmla="*/ 0 h 26"/>
                <a:gd name="T4" fmla="*/ 0 w 29"/>
                <a:gd name="T5" fmla="*/ 26 h 26"/>
                <a:gd name="T6" fmla="*/ 7 w 29"/>
                <a:gd name="T7" fmla="*/ 26 h 26"/>
                <a:gd name="T8" fmla="*/ 29 w 29"/>
                <a:gd name="T9" fmla="*/ 7 h 26"/>
              </a:gdLst>
              <a:ahLst/>
              <a:cxnLst>
                <a:cxn ang="0">
                  <a:pos x="T0" y="T1"/>
                </a:cxn>
                <a:cxn ang="0">
                  <a:pos x="T2" y="T3"/>
                </a:cxn>
                <a:cxn ang="0">
                  <a:pos x="T4" y="T5"/>
                </a:cxn>
                <a:cxn ang="0">
                  <a:pos x="T6" y="T7"/>
                </a:cxn>
                <a:cxn ang="0">
                  <a:pos x="T8" y="T9"/>
                </a:cxn>
              </a:cxnLst>
              <a:rect l="0" t="0" r="r" b="b"/>
              <a:pathLst>
                <a:path w="29" h="26">
                  <a:moveTo>
                    <a:pt x="29" y="7"/>
                  </a:moveTo>
                  <a:lnTo>
                    <a:pt x="29" y="0"/>
                  </a:lnTo>
                  <a:lnTo>
                    <a:pt x="0" y="26"/>
                  </a:lnTo>
                  <a:lnTo>
                    <a:pt x="7" y="26"/>
                  </a:lnTo>
                  <a:lnTo>
                    <a:pt x="29" y="7"/>
                  </a:ln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39" name="Oval 74"/>
            <p:cNvSpPr>
              <a:spLocks noChangeArrowheads="1"/>
            </p:cNvSpPr>
            <p:nvPr/>
          </p:nvSpPr>
          <p:spPr bwMode="auto">
            <a:xfrm>
              <a:off x="2938463" y="258763"/>
              <a:ext cx="85725" cy="920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0" name="Freeform 75"/>
            <p:cNvSpPr>
              <a:spLocks/>
            </p:cNvSpPr>
            <p:nvPr/>
          </p:nvSpPr>
          <p:spPr bwMode="auto">
            <a:xfrm>
              <a:off x="2897188" y="369888"/>
              <a:ext cx="258762" cy="315913"/>
            </a:xfrm>
            <a:custGeom>
              <a:avLst/>
              <a:gdLst>
                <a:gd name="T0" fmla="*/ 69 w 69"/>
                <a:gd name="T1" fmla="*/ 7 h 83"/>
                <a:gd name="T2" fmla="*/ 61 w 69"/>
                <a:gd name="T3" fmla="*/ 0 h 83"/>
                <a:gd name="T4" fmla="*/ 32 w 69"/>
                <a:gd name="T5" fmla="*/ 0 h 83"/>
                <a:gd name="T6" fmla="*/ 23 w 69"/>
                <a:gd name="T7" fmla="*/ 9 h 83"/>
                <a:gd name="T8" fmla="*/ 22 w 69"/>
                <a:gd name="T9" fmla="*/ 9 h 83"/>
                <a:gd name="T10" fmla="*/ 13 w 69"/>
                <a:gd name="T11" fmla="*/ 0 h 83"/>
                <a:gd name="T12" fmla="*/ 9 w 69"/>
                <a:gd name="T13" fmla="*/ 0 h 83"/>
                <a:gd name="T14" fmla="*/ 0 w 69"/>
                <a:gd name="T15" fmla="*/ 9 h 83"/>
                <a:gd name="T16" fmla="*/ 0 w 69"/>
                <a:gd name="T17" fmla="*/ 30 h 83"/>
                <a:gd name="T18" fmla="*/ 9 w 69"/>
                <a:gd name="T19" fmla="*/ 40 h 83"/>
                <a:gd name="T20" fmla="*/ 10 w 69"/>
                <a:gd name="T21" fmla="*/ 40 h 83"/>
                <a:gd name="T22" fmla="*/ 9 w 69"/>
                <a:gd name="T23" fmla="*/ 42 h 83"/>
                <a:gd name="T24" fmla="*/ 9 w 69"/>
                <a:gd name="T25" fmla="*/ 76 h 83"/>
                <a:gd name="T26" fmla="*/ 16 w 69"/>
                <a:gd name="T27" fmla="*/ 83 h 83"/>
                <a:gd name="T28" fmla="*/ 23 w 69"/>
                <a:gd name="T29" fmla="*/ 76 h 83"/>
                <a:gd name="T30" fmla="*/ 30 w 69"/>
                <a:gd name="T31" fmla="*/ 83 h 83"/>
                <a:gd name="T32" fmla="*/ 37 w 69"/>
                <a:gd name="T33" fmla="*/ 76 h 83"/>
                <a:gd name="T34" fmla="*/ 37 w 69"/>
                <a:gd name="T35" fmla="*/ 13 h 83"/>
                <a:gd name="T36" fmla="*/ 61 w 69"/>
                <a:gd name="T37" fmla="*/ 13 h 83"/>
                <a:gd name="T38" fmla="*/ 69 w 69"/>
                <a:gd name="T39" fmla="*/ 7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9" h="83">
                  <a:moveTo>
                    <a:pt x="69" y="7"/>
                  </a:moveTo>
                  <a:cubicBezTo>
                    <a:pt x="69" y="2"/>
                    <a:pt x="65" y="0"/>
                    <a:pt x="61" y="0"/>
                  </a:cubicBezTo>
                  <a:cubicBezTo>
                    <a:pt x="57" y="0"/>
                    <a:pt x="32" y="0"/>
                    <a:pt x="32" y="0"/>
                  </a:cubicBezTo>
                  <a:cubicBezTo>
                    <a:pt x="23" y="9"/>
                    <a:pt x="23" y="9"/>
                    <a:pt x="23" y="9"/>
                  </a:cubicBezTo>
                  <a:cubicBezTo>
                    <a:pt x="22" y="9"/>
                    <a:pt x="22" y="9"/>
                    <a:pt x="22" y="9"/>
                  </a:cubicBezTo>
                  <a:cubicBezTo>
                    <a:pt x="13" y="0"/>
                    <a:pt x="13" y="0"/>
                    <a:pt x="13" y="0"/>
                  </a:cubicBezTo>
                  <a:cubicBezTo>
                    <a:pt x="9" y="0"/>
                    <a:pt x="9" y="0"/>
                    <a:pt x="9" y="0"/>
                  </a:cubicBezTo>
                  <a:cubicBezTo>
                    <a:pt x="4" y="0"/>
                    <a:pt x="0" y="4"/>
                    <a:pt x="0" y="9"/>
                  </a:cubicBezTo>
                  <a:cubicBezTo>
                    <a:pt x="0" y="30"/>
                    <a:pt x="0" y="30"/>
                    <a:pt x="0" y="30"/>
                  </a:cubicBezTo>
                  <a:cubicBezTo>
                    <a:pt x="0" y="35"/>
                    <a:pt x="4" y="40"/>
                    <a:pt x="9" y="40"/>
                  </a:cubicBezTo>
                  <a:cubicBezTo>
                    <a:pt x="10" y="40"/>
                    <a:pt x="10" y="40"/>
                    <a:pt x="10" y="40"/>
                  </a:cubicBezTo>
                  <a:cubicBezTo>
                    <a:pt x="9" y="41"/>
                    <a:pt x="9" y="41"/>
                    <a:pt x="9" y="42"/>
                  </a:cubicBezTo>
                  <a:cubicBezTo>
                    <a:pt x="9" y="76"/>
                    <a:pt x="9" y="76"/>
                    <a:pt x="9" y="76"/>
                  </a:cubicBezTo>
                  <a:cubicBezTo>
                    <a:pt x="9" y="80"/>
                    <a:pt x="12" y="83"/>
                    <a:pt x="16" y="83"/>
                  </a:cubicBezTo>
                  <a:cubicBezTo>
                    <a:pt x="20" y="83"/>
                    <a:pt x="23" y="80"/>
                    <a:pt x="23" y="76"/>
                  </a:cubicBezTo>
                  <a:cubicBezTo>
                    <a:pt x="23" y="80"/>
                    <a:pt x="26" y="83"/>
                    <a:pt x="30" y="83"/>
                  </a:cubicBezTo>
                  <a:cubicBezTo>
                    <a:pt x="33" y="83"/>
                    <a:pt x="37" y="80"/>
                    <a:pt x="37" y="76"/>
                  </a:cubicBezTo>
                  <a:cubicBezTo>
                    <a:pt x="37" y="13"/>
                    <a:pt x="37" y="13"/>
                    <a:pt x="37" y="13"/>
                  </a:cubicBezTo>
                  <a:cubicBezTo>
                    <a:pt x="37" y="13"/>
                    <a:pt x="58" y="13"/>
                    <a:pt x="61" y="13"/>
                  </a:cubicBezTo>
                  <a:cubicBezTo>
                    <a:pt x="64" y="13"/>
                    <a:pt x="69" y="11"/>
                    <a:pt x="69"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41" name="组合 1040"/>
          <p:cNvGrpSpPr>
            <a:grpSpLocks noChangeAspect="1"/>
          </p:cNvGrpSpPr>
          <p:nvPr/>
        </p:nvGrpSpPr>
        <p:grpSpPr>
          <a:xfrm>
            <a:off x="9792174" y="6286426"/>
            <a:ext cx="288000" cy="393466"/>
            <a:chOff x="5979332" y="6196014"/>
            <a:chExt cx="338137" cy="461962"/>
          </a:xfrm>
          <a:solidFill>
            <a:srgbClr val="707E84"/>
          </a:solidFill>
        </p:grpSpPr>
        <p:sp>
          <p:nvSpPr>
            <p:cNvPr id="1042" name="Freeform 76"/>
            <p:cNvSpPr>
              <a:spLocks/>
            </p:cNvSpPr>
            <p:nvPr/>
          </p:nvSpPr>
          <p:spPr bwMode="auto">
            <a:xfrm>
              <a:off x="5979332" y="6334126"/>
              <a:ext cx="261937" cy="323850"/>
            </a:xfrm>
            <a:custGeom>
              <a:avLst/>
              <a:gdLst>
                <a:gd name="T0" fmla="*/ 62 w 70"/>
                <a:gd name="T1" fmla="*/ 0 h 85"/>
                <a:gd name="T2" fmla="*/ 33 w 70"/>
                <a:gd name="T3" fmla="*/ 0 h 85"/>
                <a:gd name="T4" fmla="*/ 23 w 70"/>
                <a:gd name="T5" fmla="*/ 10 h 85"/>
                <a:gd name="T6" fmla="*/ 23 w 70"/>
                <a:gd name="T7" fmla="*/ 10 h 85"/>
                <a:gd name="T8" fmla="*/ 13 w 70"/>
                <a:gd name="T9" fmla="*/ 0 h 85"/>
                <a:gd name="T10" fmla="*/ 10 w 70"/>
                <a:gd name="T11" fmla="*/ 0 h 85"/>
                <a:gd name="T12" fmla="*/ 0 w 70"/>
                <a:gd name="T13" fmla="*/ 10 h 85"/>
                <a:gd name="T14" fmla="*/ 0 w 70"/>
                <a:gd name="T15" fmla="*/ 32 h 85"/>
                <a:gd name="T16" fmla="*/ 10 w 70"/>
                <a:gd name="T17" fmla="*/ 41 h 85"/>
                <a:gd name="T18" fmla="*/ 10 w 70"/>
                <a:gd name="T19" fmla="*/ 41 h 85"/>
                <a:gd name="T20" fmla="*/ 9 w 70"/>
                <a:gd name="T21" fmla="*/ 44 h 85"/>
                <a:gd name="T22" fmla="*/ 9 w 70"/>
                <a:gd name="T23" fmla="*/ 78 h 85"/>
                <a:gd name="T24" fmla="*/ 16 w 70"/>
                <a:gd name="T25" fmla="*/ 85 h 85"/>
                <a:gd name="T26" fmla="*/ 23 w 70"/>
                <a:gd name="T27" fmla="*/ 78 h 85"/>
                <a:gd name="T28" fmla="*/ 30 w 70"/>
                <a:gd name="T29" fmla="*/ 85 h 85"/>
                <a:gd name="T30" fmla="*/ 37 w 70"/>
                <a:gd name="T31" fmla="*/ 78 h 85"/>
                <a:gd name="T32" fmla="*/ 37 w 70"/>
                <a:gd name="T33" fmla="*/ 14 h 85"/>
                <a:gd name="T34" fmla="*/ 62 w 70"/>
                <a:gd name="T35" fmla="*/ 14 h 85"/>
                <a:gd name="T36" fmla="*/ 70 w 70"/>
                <a:gd name="T37" fmla="*/ 8 h 85"/>
                <a:gd name="T38" fmla="*/ 62 w 70"/>
                <a:gd name="T3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0" h="85">
                  <a:moveTo>
                    <a:pt x="62" y="0"/>
                  </a:moveTo>
                  <a:cubicBezTo>
                    <a:pt x="58" y="0"/>
                    <a:pt x="33" y="0"/>
                    <a:pt x="33" y="0"/>
                  </a:cubicBezTo>
                  <a:cubicBezTo>
                    <a:pt x="23" y="10"/>
                    <a:pt x="23" y="10"/>
                    <a:pt x="23" y="10"/>
                  </a:cubicBezTo>
                  <a:cubicBezTo>
                    <a:pt x="23" y="10"/>
                    <a:pt x="23" y="10"/>
                    <a:pt x="23" y="10"/>
                  </a:cubicBezTo>
                  <a:cubicBezTo>
                    <a:pt x="13" y="0"/>
                    <a:pt x="13" y="0"/>
                    <a:pt x="13" y="0"/>
                  </a:cubicBezTo>
                  <a:cubicBezTo>
                    <a:pt x="10" y="0"/>
                    <a:pt x="10" y="0"/>
                    <a:pt x="10" y="0"/>
                  </a:cubicBezTo>
                  <a:cubicBezTo>
                    <a:pt x="4" y="0"/>
                    <a:pt x="0" y="5"/>
                    <a:pt x="0" y="10"/>
                  </a:cubicBezTo>
                  <a:cubicBezTo>
                    <a:pt x="0" y="32"/>
                    <a:pt x="0" y="32"/>
                    <a:pt x="0" y="32"/>
                  </a:cubicBezTo>
                  <a:cubicBezTo>
                    <a:pt x="0" y="37"/>
                    <a:pt x="4" y="41"/>
                    <a:pt x="10" y="41"/>
                  </a:cubicBezTo>
                  <a:cubicBezTo>
                    <a:pt x="10" y="41"/>
                    <a:pt x="10" y="41"/>
                    <a:pt x="10" y="41"/>
                  </a:cubicBezTo>
                  <a:cubicBezTo>
                    <a:pt x="10" y="42"/>
                    <a:pt x="9" y="43"/>
                    <a:pt x="9" y="44"/>
                  </a:cubicBezTo>
                  <a:cubicBezTo>
                    <a:pt x="9" y="78"/>
                    <a:pt x="9" y="78"/>
                    <a:pt x="9" y="78"/>
                  </a:cubicBezTo>
                  <a:cubicBezTo>
                    <a:pt x="9" y="82"/>
                    <a:pt x="12" y="85"/>
                    <a:pt x="16" y="85"/>
                  </a:cubicBezTo>
                  <a:cubicBezTo>
                    <a:pt x="20" y="85"/>
                    <a:pt x="23" y="82"/>
                    <a:pt x="23" y="78"/>
                  </a:cubicBezTo>
                  <a:cubicBezTo>
                    <a:pt x="23" y="82"/>
                    <a:pt x="27" y="85"/>
                    <a:pt x="30" y="85"/>
                  </a:cubicBezTo>
                  <a:cubicBezTo>
                    <a:pt x="34" y="85"/>
                    <a:pt x="37" y="82"/>
                    <a:pt x="37" y="78"/>
                  </a:cubicBezTo>
                  <a:cubicBezTo>
                    <a:pt x="37" y="14"/>
                    <a:pt x="37" y="14"/>
                    <a:pt x="37" y="14"/>
                  </a:cubicBezTo>
                  <a:cubicBezTo>
                    <a:pt x="37" y="14"/>
                    <a:pt x="59" y="14"/>
                    <a:pt x="62" y="14"/>
                  </a:cubicBezTo>
                  <a:cubicBezTo>
                    <a:pt x="66" y="14"/>
                    <a:pt x="70" y="12"/>
                    <a:pt x="70" y="8"/>
                  </a:cubicBezTo>
                  <a:cubicBezTo>
                    <a:pt x="70" y="3"/>
                    <a:pt x="66" y="0"/>
                    <a:pt x="6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3" name="Freeform 77"/>
            <p:cNvSpPr>
              <a:spLocks noEditPoints="1"/>
            </p:cNvSpPr>
            <p:nvPr/>
          </p:nvSpPr>
          <p:spPr bwMode="auto">
            <a:xfrm>
              <a:off x="6020607" y="6196014"/>
              <a:ext cx="296862" cy="127000"/>
            </a:xfrm>
            <a:custGeom>
              <a:avLst/>
              <a:gdLst>
                <a:gd name="T0" fmla="*/ 68 w 79"/>
                <a:gd name="T1" fmla="*/ 1 h 33"/>
                <a:gd name="T2" fmla="*/ 62 w 79"/>
                <a:gd name="T3" fmla="*/ 3 h 33"/>
                <a:gd name="T4" fmla="*/ 56 w 79"/>
                <a:gd name="T5" fmla="*/ 7 h 33"/>
                <a:gd name="T6" fmla="*/ 46 w 79"/>
                <a:gd name="T7" fmla="*/ 0 h 33"/>
                <a:gd name="T8" fmla="*/ 38 w 79"/>
                <a:gd name="T9" fmla="*/ 4 h 33"/>
                <a:gd name="T10" fmla="*/ 23 w 79"/>
                <a:gd name="T11" fmla="*/ 14 h 33"/>
                <a:gd name="T12" fmla="*/ 12 w 79"/>
                <a:gd name="T13" fmla="*/ 7 h 33"/>
                <a:gd name="T14" fmla="*/ 0 w 79"/>
                <a:gd name="T15" fmla="*/ 20 h 33"/>
                <a:gd name="T16" fmla="*/ 12 w 79"/>
                <a:gd name="T17" fmla="*/ 32 h 33"/>
                <a:gd name="T18" fmla="*/ 22 w 79"/>
                <a:gd name="T19" fmla="*/ 27 h 33"/>
                <a:gd name="T20" fmla="*/ 46 w 79"/>
                <a:gd name="T21" fmla="*/ 33 h 33"/>
                <a:gd name="T22" fmla="*/ 54 w 79"/>
                <a:gd name="T23" fmla="*/ 28 h 33"/>
                <a:gd name="T24" fmla="*/ 68 w 79"/>
                <a:gd name="T25" fmla="*/ 33 h 33"/>
                <a:gd name="T26" fmla="*/ 79 w 79"/>
                <a:gd name="T27" fmla="*/ 17 h 33"/>
                <a:gd name="T28" fmla="*/ 68 w 79"/>
                <a:gd name="T29" fmla="*/ 1 h 33"/>
                <a:gd name="T30" fmla="*/ 46 w 79"/>
                <a:gd name="T31" fmla="*/ 27 h 33"/>
                <a:gd name="T32" fmla="*/ 39 w 79"/>
                <a:gd name="T33" fmla="*/ 16 h 33"/>
                <a:gd name="T34" fmla="*/ 46 w 79"/>
                <a:gd name="T35" fmla="*/ 6 h 33"/>
                <a:gd name="T36" fmla="*/ 53 w 79"/>
                <a:gd name="T37" fmla="*/ 16 h 33"/>
                <a:gd name="T38" fmla="*/ 46 w 79"/>
                <a:gd name="T39" fmla="*/ 27 h 33"/>
                <a:gd name="T40" fmla="*/ 68 w 79"/>
                <a:gd name="T41" fmla="*/ 27 h 33"/>
                <a:gd name="T42" fmla="*/ 60 w 79"/>
                <a:gd name="T43" fmla="*/ 17 h 33"/>
                <a:gd name="T44" fmla="*/ 68 w 79"/>
                <a:gd name="T45" fmla="*/ 7 h 33"/>
                <a:gd name="T46" fmla="*/ 75 w 79"/>
                <a:gd name="T47" fmla="*/ 17 h 33"/>
                <a:gd name="T48" fmla="*/ 68 w 79"/>
                <a:gd name="T49" fmla="*/ 2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33">
                  <a:moveTo>
                    <a:pt x="68" y="1"/>
                  </a:moveTo>
                  <a:cubicBezTo>
                    <a:pt x="65" y="1"/>
                    <a:pt x="64" y="2"/>
                    <a:pt x="62" y="3"/>
                  </a:cubicBezTo>
                  <a:cubicBezTo>
                    <a:pt x="56" y="7"/>
                    <a:pt x="56" y="7"/>
                    <a:pt x="56" y="7"/>
                  </a:cubicBezTo>
                  <a:cubicBezTo>
                    <a:pt x="53" y="3"/>
                    <a:pt x="50" y="0"/>
                    <a:pt x="46" y="0"/>
                  </a:cubicBezTo>
                  <a:cubicBezTo>
                    <a:pt x="43" y="0"/>
                    <a:pt x="41" y="2"/>
                    <a:pt x="38" y="4"/>
                  </a:cubicBezTo>
                  <a:cubicBezTo>
                    <a:pt x="36" y="5"/>
                    <a:pt x="26" y="11"/>
                    <a:pt x="23" y="14"/>
                  </a:cubicBezTo>
                  <a:cubicBezTo>
                    <a:pt x="21" y="10"/>
                    <a:pt x="17" y="7"/>
                    <a:pt x="12" y="7"/>
                  </a:cubicBezTo>
                  <a:cubicBezTo>
                    <a:pt x="6" y="7"/>
                    <a:pt x="0" y="13"/>
                    <a:pt x="0" y="20"/>
                  </a:cubicBezTo>
                  <a:cubicBezTo>
                    <a:pt x="0" y="26"/>
                    <a:pt x="6" y="32"/>
                    <a:pt x="12" y="32"/>
                  </a:cubicBezTo>
                  <a:cubicBezTo>
                    <a:pt x="16" y="32"/>
                    <a:pt x="20" y="30"/>
                    <a:pt x="22" y="27"/>
                  </a:cubicBezTo>
                  <a:cubicBezTo>
                    <a:pt x="26" y="28"/>
                    <a:pt x="45" y="33"/>
                    <a:pt x="46" y="33"/>
                  </a:cubicBezTo>
                  <a:cubicBezTo>
                    <a:pt x="49" y="33"/>
                    <a:pt x="52" y="31"/>
                    <a:pt x="54" y="28"/>
                  </a:cubicBezTo>
                  <a:cubicBezTo>
                    <a:pt x="54" y="28"/>
                    <a:pt x="64" y="33"/>
                    <a:pt x="68" y="33"/>
                  </a:cubicBezTo>
                  <a:cubicBezTo>
                    <a:pt x="74" y="33"/>
                    <a:pt x="79" y="26"/>
                    <a:pt x="79" y="17"/>
                  </a:cubicBezTo>
                  <a:cubicBezTo>
                    <a:pt x="79" y="8"/>
                    <a:pt x="74" y="1"/>
                    <a:pt x="68" y="1"/>
                  </a:cubicBezTo>
                  <a:close/>
                  <a:moveTo>
                    <a:pt x="46" y="27"/>
                  </a:moveTo>
                  <a:cubicBezTo>
                    <a:pt x="42" y="27"/>
                    <a:pt x="39" y="22"/>
                    <a:pt x="39" y="16"/>
                  </a:cubicBezTo>
                  <a:cubicBezTo>
                    <a:pt x="39" y="11"/>
                    <a:pt x="42" y="6"/>
                    <a:pt x="46" y="6"/>
                  </a:cubicBezTo>
                  <a:cubicBezTo>
                    <a:pt x="50" y="6"/>
                    <a:pt x="53" y="11"/>
                    <a:pt x="53" y="16"/>
                  </a:cubicBezTo>
                  <a:cubicBezTo>
                    <a:pt x="53" y="22"/>
                    <a:pt x="50" y="27"/>
                    <a:pt x="46" y="27"/>
                  </a:cubicBezTo>
                  <a:close/>
                  <a:moveTo>
                    <a:pt x="68" y="27"/>
                  </a:moveTo>
                  <a:cubicBezTo>
                    <a:pt x="64" y="27"/>
                    <a:pt x="60" y="23"/>
                    <a:pt x="60" y="17"/>
                  </a:cubicBezTo>
                  <a:cubicBezTo>
                    <a:pt x="60" y="11"/>
                    <a:pt x="64" y="7"/>
                    <a:pt x="68" y="7"/>
                  </a:cubicBezTo>
                  <a:cubicBezTo>
                    <a:pt x="72" y="7"/>
                    <a:pt x="75" y="11"/>
                    <a:pt x="75" y="17"/>
                  </a:cubicBezTo>
                  <a:cubicBezTo>
                    <a:pt x="75" y="23"/>
                    <a:pt x="72" y="27"/>
                    <a:pt x="68"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044" name="组合 1043"/>
          <p:cNvGrpSpPr/>
          <p:nvPr/>
        </p:nvGrpSpPr>
        <p:grpSpPr>
          <a:xfrm>
            <a:off x="10254699" y="5329088"/>
            <a:ext cx="301061" cy="349040"/>
            <a:chOff x="8613775" y="228600"/>
            <a:chExt cx="398462" cy="461963"/>
          </a:xfrm>
          <a:solidFill>
            <a:srgbClr val="707E84"/>
          </a:solidFill>
        </p:grpSpPr>
        <p:sp>
          <p:nvSpPr>
            <p:cNvPr id="1045" name="Oval 84"/>
            <p:cNvSpPr>
              <a:spLocks noChangeArrowheads="1"/>
            </p:cNvSpPr>
            <p:nvPr/>
          </p:nvSpPr>
          <p:spPr bwMode="auto">
            <a:xfrm>
              <a:off x="8772525" y="228600"/>
              <a:ext cx="77787" cy="793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6" name="Freeform 85"/>
            <p:cNvSpPr>
              <a:spLocks/>
            </p:cNvSpPr>
            <p:nvPr/>
          </p:nvSpPr>
          <p:spPr bwMode="auto">
            <a:xfrm>
              <a:off x="8737600" y="323850"/>
              <a:ext cx="150812" cy="282575"/>
            </a:xfrm>
            <a:custGeom>
              <a:avLst/>
              <a:gdLst>
                <a:gd name="T0" fmla="*/ 32 w 40"/>
                <a:gd name="T1" fmla="*/ 0 h 74"/>
                <a:gd name="T2" fmla="*/ 28 w 40"/>
                <a:gd name="T3" fmla="*/ 0 h 74"/>
                <a:gd name="T4" fmla="*/ 20 w 40"/>
                <a:gd name="T5" fmla="*/ 9 h 74"/>
                <a:gd name="T6" fmla="*/ 11 w 40"/>
                <a:gd name="T7" fmla="*/ 0 h 74"/>
                <a:gd name="T8" fmla="*/ 8 w 40"/>
                <a:gd name="T9" fmla="*/ 0 h 74"/>
                <a:gd name="T10" fmla="*/ 0 w 40"/>
                <a:gd name="T11" fmla="*/ 9 h 74"/>
                <a:gd name="T12" fmla="*/ 0 w 40"/>
                <a:gd name="T13" fmla="*/ 27 h 74"/>
                <a:gd name="T14" fmla="*/ 8 w 40"/>
                <a:gd name="T15" fmla="*/ 36 h 74"/>
                <a:gd name="T16" fmla="*/ 8 w 40"/>
                <a:gd name="T17" fmla="*/ 36 h 74"/>
                <a:gd name="T18" fmla="*/ 8 w 40"/>
                <a:gd name="T19" fmla="*/ 38 h 74"/>
                <a:gd name="T20" fmla="*/ 8 w 40"/>
                <a:gd name="T21" fmla="*/ 68 h 74"/>
                <a:gd name="T22" fmla="*/ 14 w 40"/>
                <a:gd name="T23" fmla="*/ 74 h 74"/>
                <a:gd name="T24" fmla="*/ 20 w 40"/>
                <a:gd name="T25" fmla="*/ 68 h 74"/>
                <a:gd name="T26" fmla="*/ 26 w 40"/>
                <a:gd name="T27" fmla="*/ 74 h 74"/>
                <a:gd name="T28" fmla="*/ 32 w 40"/>
                <a:gd name="T29" fmla="*/ 68 h 74"/>
                <a:gd name="T30" fmla="*/ 32 w 40"/>
                <a:gd name="T31" fmla="*/ 38 h 74"/>
                <a:gd name="T32" fmla="*/ 32 w 40"/>
                <a:gd name="T33" fmla="*/ 36 h 74"/>
                <a:gd name="T34" fmla="*/ 32 w 40"/>
                <a:gd name="T35" fmla="*/ 36 h 74"/>
                <a:gd name="T36" fmla="*/ 40 w 40"/>
                <a:gd name="T37" fmla="*/ 27 h 74"/>
                <a:gd name="T38" fmla="*/ 40 w 40"/>
                <a:gd name="T39" fmla="*/ 9 h 74"/>
                <a:gd name="T40" fmla="*/ 32 w 40"/>
                <a:gd name="T41"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 h="74">
                  <a:moveTo>
                    <a:pt x="32" y="0"/>
                  </a:moveTo>
                  <a:cubicBezTo>
                    <a:pt x="28" y="0"/>
                    <a:pt x="28" y="0"/>
                    <a:pt x="28" y="0"/>
                  </a:cubicBezTo>
                  <a:cubicBezTo>
                    <a:pt x="20" y="9"/>
                    <a:pt x="20" y="9"/>
                    <a:pt x="20" y="9"/>
                  </a:cubicBezTo>
                  <a:cubicBezTo>
                    <a:pt x="11" y="0"/>
                    <a:pt x="11" y="0"/>
                    <a:pt x="11" y="0"/>
                  </a:cubicBezTo>
                  <a:cubicBezTo>
                    <a:pt x="8" y="0"/>
                    <a:pt x="8" y="0"/>
                    <a:pt x="8" y="0"/>
                  </a:cubicBezTo>
                  <a:cubicBezTo>
                    <a:pt x="3" y="0"/>
                    <a:pt x="0" y="4"/>
                    <a:pt x="0" y="9"/>
                  </a:cubicBezTo>
                  <a:cubicBezTo>
                    <a:pt x="0" y="27"/>
                    <a:pt x="0" y="27"/>
                    <a:pt x="0" y="27"/>
                  </a:cubicBezTo>
                  <a:cubicBezTo>
                    <a:pt x="0" y="32"/>
                    <a:pt x="3" y="36"/>
                    <a:pt x="8" y="36"/>
                  </a:cubicBezTo>
                  <a:cubicBezTo>
                    <a:pt x="8" y="36"/>
                    <a:pt x="8" y="36"/>
                    <a:pt x="8" y="36"/>
                  </a:cubicBezTo>
                  <a:cubicBezTo>
                    <a:pt x="8" y="37"/>
                    <a:pt x="8" y="37"/>
                    <a:pt x="8" y="38"/>
                  </a:cubicBezTo>
                  <a:cubicBezTo>
                    <a:pt x="8" y="68"/>
                    <a:pt x="8" y="68"/>
                    <a:pt x="8" y="68"/>
                  </a:cubicBezTo>
                  <a:cubicBezTo>
                    <a:pt x="8" y="72"/>
                    <a:pt x="11" y="74"/>
                    <a:pt x="14" y="74"/>
                  </a:cubicBezTo>
                  <a:cubicBezTo>
                    <a:pt x="17" y="74"/>
                    <a:pt x="20" y="72"/>
                    <a:pt x="20" y="68"/>
                  </a:cubicBezTo>
                  <a:cubicBezTo>
                    <a:pt x="20" y="72"/>
                    <a:pt x="23" y="74"/>
                    <a:pt x="26" y="74"/>
                  </a:cubicBezTo>
                  <a:cubicBezTo>
                    <a:pt x="29" y="74"/>
                    <a:pt x="32" y="72"/>
                    <a:pt x="32" y="68"/>
                  </a:cubicBezTo>
                  <a:cubicBezTo>
                    <a:pt x="32" y="38"/>
                    <a:pt x="32" y="38"/>
                    <a:pt x="32" y="38"/>
                  </a:cubicBezTo>
                  <a:cubicBezTo>
                    <a:pt x="32" y="37"/>
                    <a:pt x="32" y="37"/>
                    <a:pt x="32" y="36"/>
                  </a:cubicBezTo>
                  <a:cubicBezTo>
                    <a:pt x="32" y="36"/>
                    <a:pt x="32" y="36"/>
                    <a:pt x="32" y="36"/>
                  </a:cubicBezTo>
                  <a:cubicBezTo>
                    <a:pt x="37" y="36"/>
                    <a:pt x="40" y="32"/>
                    <a:pt x="40" y="27"/>
                  </a:cubicBezTo>
                  <a:cubicBezTo>
                    <a:pt x="40" y="9"/>
                    <a:pt x="40" y="9"/>
                    <a:pt x="40" y="9"/>
                  </a:cubicBezTo>
                  <a:cubicBezTo>
                    <a:pt x="40" y="4"/>
                    <a:pt x="37" y="0"/>
                    <a:pt x="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7" name="Freeform 86"/>
            <p:cNvSpPr>
              <a:spLocks/>
            </p:cNvSpPr>
            <p:nvPr/>
          </p:nvSpPr>
          <p:spPr bwMode="auto">
            <a:xfrm>
              <a:off x="8613775" y="601663"/>
              <a:ext cx="142875" cy="88900"/>
            </a:xfrm>
            <a:custGeom>
              <a:avLst/>
              <a:gdLst>
                <a:gd name="T0" fmla="*/ 0 w 38"/>
                <a:gd name="T1" fmla="*/ 19 h 23"/>
                <a:gd name="T2" fmla="*/ 9 w 38"/>
                <a:gd name="T3" fmla="*/ 23 h 23"/>
                <a:gd name="T4" fmla="*/ 29 w 38"/>
                <a:gd name="T5" fmla="*/ 11 h 23"/>
                <a:gd name="T6" fmla="*/ 31 w 38"/>
                <a:gd name="T7" fmla="*/ 20 h 23"/>
                <a:gd name="T8" fmla="*/ 38 w 38"/>
                <a:gd name="T9" fmla="*/ 16 h 23"/>
                <a:gd name="T10" fmla="*/ 36 w 38"/>
                <a:gd name="T11" fmla="*/ 3 h 23"/>
                <a:gd name="T12" fmla="*/ 17 w 38"/>
                <a:gd name="T13" fmla="*/ 0 h 23"/>
                <a:gd name="T14" fmla="*/ 9 w 38"/>
                <a:gd name="T15" fmla="*/ 4 h 23"/>
                <a:gd name="T16" fmla="*/ 23 w 38"/>
                <a:gd name="T17" fmla="*/ 6 h 23"/>
                <a:gd name="T18" fmla="*/ 0 w 38"/>
                <a:gd name="T19" fmla="*/ 1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23">
                  <a:moveTo>
                    <a:pt x="0" y="19"/>
                  </a:moveTo>
                  <a:cubicBezTo>
                    <a:pt x="4" y="20"/>
                    <a:pt x="6" y="21"/>
                    <a:pt x="9" y="23"/>
                  </a:cubicBezTo>
                  <a:cubicBezTo>
                    <a:pt x="29" y="11"/>
                    <a:pt x="29" y="11"/>
                    <a:pt x="29" y="11"/>
                  </a:cubicBezTo>
                  <a:cubicBezTo>
                    <a:pt x="31" y="20"/>
                    <a:pt x="31" y="20"/>
                    <a:pt x="31" y="20"/>
                  </a:cubicBezTo>
                  <a:cubicBezTo>
                    <a:pt x="38" y="16"/>
                    <a:pt x="38" y="16"/>
                    <a:pt x="38" y="16"/>
                  </a:cubicBezTo>
                  <a:cubicBezTo>
                    <a:pt x="36" y="3"/>
                    <a:pt x="36" y="3"/>
                    <a:pt x="36" y="3"/>
                  </a:cubicBezTo>
                  <a:cubicBezTo>
                    <a:pt x="17" y="0"/>
                    <a:pt x="17" y="0"/>
                    <a:pt x="17" y="0"/>
                  </a:cubicBezTo>
                  <a:cubicBezTo>
                    <a:pt x="9" y="4"/>
                    <a:pt x="9" y="4"/>
                    <a:pt x="9" y="4"/>
                  </a:cubicBezTo>
                  <a:cubicBezTo>
                    <a:pt x="23" y="6"/>
                    <a:pt x="23" y="6"/>
                    <a:pt x="23" y="6"/>
                  </a:cubicBezTo>
                  <a:lnTo>
                    <a:pt x="0" y="19"/>
                  </a:ln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48" name="Freeform 87"/>
            <p:cNvSpPr>
              <a:spLocks/>
            </p:cNvSpPr>
            <p:nvPr/>
          </p:nvSpPr>
          <p:spPr bwMode="auto">
            <a:xfrm>
              <a:off x="8877300" y="473075"/>
              <a:ext cx="134937" cy="84138"/>
            </a:xfrm>
            <a:custGeom>
              <a:avLst/>
              <a:gdLst>
                <a:gd name="T0" fmla="*/ 2 w 36"/>
                <a:gd name="T1" fmla="*/ 19 h 22"/>
                <a:gd name="T2" fmla="*/ 21 w 36"/>
                <a:gd name="T3" fmla="*/ 22 h 22"/>
                <a:gd name="T4" fmla="*/ 29 w 36"/>
                <a:gd name="T5" fmla="*/ 18 h 22"/>
                <a:gd name="T6" fmla="*/ 15 w 36"/>
                <a:gd name="T7" fmla="*/ 16 h 22"/>
                <a:gd name="T8" fmla="*/ 36 w 36"/>
                <a:gd name="T9" fmla="*/ 4 h 22"/>
                <a:gd name="T10" fmla="*/ 28 w 36"/>
                <a:gd name="T11" fmla="*/ 0 h 22"/>
                <a:gd name="T12" fmla="*/ 9 w 36"/>
                <a:gd name="T13" fmla="*/ 11 h 22"/>
                <a:gd name="T14" fmla="*/ 7 w 36"/>
                <a:gd name="T15" fmla="*/ 2 h 22"/>
                <a:gd name="T16" fmla="*/ 0 w 36"/>
                <a:gd name="T17" fmla="*/ 6 h 22"/>
                <a:gd name="T18" fmla="*/ 2 w 36"/>
                <a:gd name="T19" fmla="*/ 1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22">
                  <a:moveTo>
                    <a:pt x="2" y="19"/>
                  </a:moveTo>
                  <a:cubicBezTo>
                    <a:pt x="21" y="22"/>
                    <a:pt x="21" y="22"/>
                    <a:pt x="21" y="22"/>
                  </a:cubicBezTo>
                  <a:cubicBezTo>
                    <a:pt x="29" y="18"/>
                    <a:pt x="29" y="18"/>
                    <a:pt x="29" y="18"/>
                  </a:cubicBezTo>
                  <a:cubicBezTo>
                    <a:pt x="15" y="16"/>
                    <a:pt x="15" y="16"/>
                    <a:pt x="15" y="16"/>
                  </a:cubicBezTo>
                  <a:cubicBezTo>
                    <a:pt x="36" y="4"/>
                    <a:pt x="36" y="4"/>
                    <a:pt x="36" y="4"/>
                  </a:cubicBezTo>
                  <a:cubicBezTo>
                    <a:pt x="33" y="3"/>
                    <a:pt x="30" y="2"/>
                    <a:pt x="28" y="0"/>
                  </a:cubicBezTo>
                  <a:cubicBezTo>
                    <a:pt x="9" y="11"/>
                    <a:pt x="9" y="11"/>
                    <a:pt x="9" y="11"/>
                  </a:cubicBezTo>
                  <a:cubicBezTo>
                    <a:pt x="7" y="2"/>
                    <a:pt x="7" y="2"/>
                    <a:pt x="7" y="2"/>
                  </a:cubicBezTo>
                  <a:cubicBezTo>
                    <a:pt x="0" y="6"/>
                    <a:pt x="0" y="6"/>
                    <a:pt x="0" y="6"/>
                  </a:cubicBezTo>
                  <a:lnTo>
                    <a:pt x="2" y="19"/>
                  </a:ln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49" name="Freeform 88"/>
            <p:cNvSpPr>
              <a:spLocks/>
            </p:cNvSpPr>
            <p:nvPr/>
          </p:nvSpPr>
          <p:spPr bwMode="auto">
            <a:xfrm>
              <a:off x="8613775" y="473075"/>
              <a:ext cx="142875" cy="87313"/>
            </a:xfrm>
            <a:custGeom>
              <a:avLst/>
              <a:gdLst>
                <a:gd name="T0" fmla="*/ 0 w 38"/>
                <a:gd name="T1" fmla="*/ 4 h 23"/>
                <a:gd name="T2" fmla="*/ 9 w 38"/>
                <a:gd name="T3" fmla="*/ 0 h 23"/>
                <a:gd name="T4" fmla="*/ 29 w 38"/>
                <a:gd name="T5" fmla="*/ 12 h 23"/>
                <a:gd name="T6" fmla="*/ 31 w 38"/>
                <a:gd name="T7" fmla="*/ 3 h 23"/>
                <a:gd name="T8" fmla="*/ 38 w 38"/>
                <a:gd name="T9" fmla="*/ 7 h 23"/>
                <a:gd name="T10" fmla="*/ 36 w 38"/>
                <a:gd name="T11" fmla="*/ 20 h 23"/>
                <a:gd name="T12" fmla="*/ 17 w 38"/>
                <a:gd name="T13" fmla="*/ 23 h 23"/>
                <a:gd name="T14" fmla="*/ 9 w 38"/>
                <a:gd name="T15" fmla="*/ 19 h 23"/>
                <a:gd name="T16" fmla="*/ 23 w 38"/>
                <a:gd name="T17" fmla="*/ 17 h 23"/>
                <a:gd name="T18" fmla="*/ 0 w 38"/>
                <a:gd name="T19"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23">
                  <a:moveTo>
                    <a:pt x="0" y="4"/>
                  </a:moveTo>
                  <a:cubicBezTo>
                    <a:pt x="4" y="3"/>
                    <a:pt x="6" y="1"/>
                    <a:pt x="9" y="0"/>
                  </a:cubicBezTo>
                  <a:cubicBezTo>
                    <a:pt x="29" y="12"/>
                    <a:pt x="29" y="12"/>
                    <a:pt x="29" y="12"/>
                  </a:cubicBezTo>
                  <a:cubicBezTo>
                    <a:pt x="31" y="3"/>
                    <a:pt x="31" y="3"/>
                    <a:pt x="31" y="3"/>
                  </a:cubicBezTo>
                  <a:cubicBezTo>
                    <a:pt x="38" y="7"/>
                    <a:pt x="38" y="7"/>
                    <a:pt x="38" y="7"/>
                  </a:cubicBezTo>
                  <a:cubicBezTo>
                    <a:pt x="36" y="20"/>
                    <a:pt x="36" y="20"/>
                    <a:pt x="36" y="20"/>
                  </a:cubicBezTo>
                  <a:cubicBezTo>
                    <a:pt x="17" y="23"/>
                    <a:pt x="17" y="23"/>
                    <a:pt x="17" y="23"/>
                  </a:cubicBezTo>
                  <a:cubicBezTo>
                    <a:pt x="9" y="19"/>
                    <a:pt x="9" y="19"/>
                    <a:pt x="9" y="19"/>
                  </a:cubicBezTo>
                  <a:cubicBezTo>
                    <a:pt x="23" y="17"/>
                    <a:pt x="23" y="17"/>
                    <a:pt x="23" y="17"/>
                  </a:cubicBezTo>
                  <a:lnTo>
                    <a:pt x="0" y="4"/>
                  </a:ln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50" name="Freeform 89"/>
            <p:cNvSpPr>
              <a:spLocks/>
            </p:cNvSpPr>
            <p:nvPr/>
          </p:nvSpPr>
          <p:spPr bwMode="auto">
            <a:xfrm>
              <a:off x="8877300" y="606425"/>
              <a:ext cx="134937" cy="84138"/>
            </a:xfrm>
            <a:custGeom>
              <a:avLst/>
              <a:gdLst>
                <a:gd name="T0" fmla="*/ 2 w 36"/>
                <a:gd name="T1" fmla="*/ 3 h 22"/>
                <a:gd name="T2" fmla="*/ 21 w 36"/>
                <a:gd name="T3" fmla="*/ 0 h 22"/>
                <a:gd name="T4" fmla="*/ 29 w 36"/>
                <a:gd name="T5" fmla="*/ 4 h 22"/>
                <a:gd name="T6" fmla="*/ 15 w 36"/>
                <a:gd name="T7" fmla="*/ 6 h 22"/>
                <a:gd name="T8" fmla="*/ 36 w 36"/>
                <a:gd name="T9" fmla="*/ 18 h 22"/>
                <a:gd name="T10" fmla="*/ 28 w 36"/>
                <a:gd name="T11" fmla="*/ 22 h 22"/>
                <a:gd name="T12" fmla="*/ 9 w 36"/>
                <a:gd name="T13" fmla="*/ 11 h 22"/>
                <a:gd name="T14" fmla="*/ 7 w 36"/>
                <a:gd name="T15" fmla="*/ 20 h 22"/>
                <a:gd name="T16" fmla="*/ 0 w 36"/>
                <a:gd name="T17" fmla="*/ 16 h 22"/>
                <a:gd name="T18" fmla="*/ 2 w 36"/>
                <a:gd name="T19" fmla="*/ 3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22">
                  <a:moveTo>
                    <a:pt x="2" y="3"/>
                  </a:moveTo>
                  <a:cubicBezTo>
                    <a:pt x="21" y="0"/>
                    <a:pt x="21" y="0"/>
                    <a:pt x="21" y="0"/>
                  </a:cubicBezTo>
                  <a:cubicBezTo>
                    <a:pt x="29" y="4"/>
                    <a:pt x="29" y="4"/>
                    <a:pt x="29" y="4"/>
                  </a:cubicBezTo>
                  <a:cubicBezTo>
                    <a:pt x="15" y="6"/>
                    <a:pt x="15" y="6"/>
                    <a:pt x="15" y="6"/>
                  </a:cubicBezTo>
                  <a:cubicBezTo>
                    <a:pt x="36" y="18"/>
                    <a:pt x="36" y="18"/>
                    <a:pt x="36" y="18"/>
                  </a:cubicBezTo>
                  <a:cubicBezTo>
                    <a:pt x="33" y="19"/>
                    <a:pt x="30" y="20"/>
                    <a:pt x="28" y="22"/>
                  </a:cubicBezTo>
                  <a:cubicBezTo>
                    <a:pt x="9" y="11"/>
                    <a:pt x="9" y="11"/>
                    <a:pt x="9" y="11"/>
                  </a:cubicBezTo>
                  <a:cubicBezTo>
                    <a:pt x="7" y="20"/>
                    <a:pt x="7" y="20"/>
                    <a:pt x="7" y="20"/>
                  </a:cubicBezTo>
                  <a:cubicBezTo>
                    <a:pt x="0" y="16"/>
                    <a:pt x="0" y="16"/>
                    <a:pt x="0" y="16"/>
                  </a:cubicBezTo>
                  <a:lnTo>
                    <a:pt x="2" y="3"/>
                  </a:ln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051" name="组合 1050"/>
          <p:cNvGrpSpPr/>
          <p:nvPr/>
        </p:nvGrpSpPr>
        <p:grpSpPr>
          <a:xfrm>
            <a:off x="10679891" y="5357018"/>
            <a:ext cx="378209" cy="313570"/>
            <a:chOff x="7131050" y="5026025"/>
            <a:chExt cx="873125" cy="723900"/>
          </a:xfrm>
          <a:solidFill>
            <a:srgbClr val="707E84"/>
          </a:solidFill>
        </p:grpSpPr>
        <p:sp>
          <p:nvSpPr>
            <p:cNvPr id="1052" name="Freeform 24"/>
            <p:cNvSpPr>
              <a:spLocks/>
            </p:cNvSpPr>
            <p:nvPr/>
          </p:nvSpPr>
          <p:spPr bwMode="auto">
            <a:xfrm>
              <a:off x="7702550" y="5026025"/>
              <a:ext cx="98425" cy="292100"/>
            </a:xfrm>
            <a:custGeom>
              <a:avLst/>
              <a:gdLst>
                <a:gd name="T0" fmla="*/ 22 w 38"/>
                <a:gd name="T1" fmla="*/ 110 h 113"/>
                <a:gd name="T2" fmla="*/ 27 w 38"/>
                <a:gd name="T3" fmla="*/ 113 h 113"/>
                <a:gd name="T4" fmla="*/ 30 w 38"/>
                <a:gd name="T5" fmla="*/ 112 h 113"/>
                <a:gd name="T6" fmla="*/ 32 w 38"/>
                <a:gd name="T7" fmla="*/ 104 h 113"/>
                <a:gd name="T8" fmla="*/ 29 w 38"/>
                <a:gd name="T9" fmla="*/ 58 h 113"/>
                <a:gd name="T10" fmla="*/ 33 w 38"/>
                <a:gd name="T11" fmla="*/ 20 h 113"/>
                <a:gd name="T12" fmla="*/ 23 w 38"/>
                <a:gd name="T13" fmla="*/ 2 h 113"/>
                <a:gd name="T14" fmla="*/ 15 w 38"/>
                <a:gd name="T15" fmla="*/ 2 h 113"/>
                <a:gd name="T16" fmla="*/ 14 w 38"/>
                <a:gd name="T17" fmla="*/ 10 h 113"/>
                <a:gd name="T18" fmla="*/ 20 w 38"/>
                <a:gd name="T19" fmla="*/ 51 h 113"/>
                <a:gd name="T20" fmla="*/ 22 w 38"/>
                <a:gd name="T21" fmla="*/ 11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113">
                  <a:moveTo>
                    <a:pt x="22" y="110"/>
                  </a:moveTo>
                  <a:cubicBezTo>
                    <a:pt x="23" y="112"/>
                    <a:pt x="25" y="113"/>
                    <a:pt x="27" y="113"/>
                  </a:cubicBezTo>
                  <a:cubicBezTo>
                    <a:pt x="28" y="113"/>
                    <a:pt x="29" y="112"/>
                    <a:pt x="30" y="112"/>
                  </a:cubicBezTo>
                  <a:cubicBezTo>
                    <a:pt x="33" y="110"/>
                    <a:pt x="33" y="107"/>
                    <a:pt x="32" y="104"/>
                  </a:cubicBezTo>
                  <a:cubicBezTo>
                    <a:pt x="31" y="104"/>
                    <a:pt x="14" y="76"/>
                    <a:pt x="29" y="58"/>
                  </a:cubicBezTo>
                  <a:cubicBezTo>
                    <a:pt x="37" y="47"/>
                    <a:pt x="38" y="34"/>
                    <a:pt x="33" y="20"/>
                  </a:cubicBezTo>
                  <a:cubicBezTo>
                    <a:pt x="29" y="10"/>
                    <a:pt x="23" y="3"/>
                    <a:pt x="23" y="2"/>
                  </a:cubicBezTo>
                  <a:cubicBezTo>
                    <a:pt x="21" y="0"/>
                    <a:pt x="17" y="0"/>
                    <a:pt x="15" y="2"/>
                  </a:cubicBezTo>
                  <a:cubicBezTo>
                    <a:pt x="12" y="4"/>
                    <a:pt x="12" y="7"/>
                    <a:pt x="14" y="10"/>
                  </a:cubicBezTo>
                  <a:cubicBezTo>
                    <a:pt x="14" y="10"/>
                    <a:pt x="34" y="33"/>
                    <a:pt x="20" y="51"/>
                  </a:cubicBezTo>
                  <a:cubicBezTo>
                    <a:pt x="0" y="76"/>
                    <a:pt x="21" y="109"/>
                    <a:pt x="22" y="1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3" name="Freeform 25"/>
            <p:cNvSpPr>
              <a:spLocks/>
            </p:cNvSpPr>
            <p:nvPr/>
          </p:nvSpPr>
          <p:spPr bwMode="auto">
            <a:xfrm>
              <a:off x="7800975" y="5026025"/>
              <a:ext cx="98425" cy="292100"/>
            </a:xfrm>
            <a:custGeom>
              <a:avLst/>
              <a:gdLst>
                <a:gd name="T0" fmla="*/ 22 w 38"/>
                <a:gd name="T1" fmla="*/ 110 h 113"/>
                <a:gd name="T2" fmla="*/ 27 w 38"/>
                <a:gd name="T3" fmla="*/ 113 h 113"/>
                <a:gd name="T4" fmla="*/ 30 w 38"/>
                <a:gd name="T5" fmla="*/ 112 h 113"/>
                <a:gd name="T6" fmla="*/ 31 w 38"/>
                <a:gd name="T7" fmla="*/ 104 h 113"/>
                <a:gd name="T8" fmla="*/ 28 w 38"/>
                <a:gd name="T9" fmla="*/ 58 h 113"/>
                <a:gd name="T10" fmla="*/ 33 w 38"/>
                <a:gd name="T11" fmla="*/ 20 h 113"/>
                <a:gd name="T12" fmla="*/ 22 w 38"/>
                <a:gd name="T13" fmla="*/ 2 h 113"/>
                <a:gd name="T14" fmla="*/ 14 w 38"/>
                <a:gd name="T15" fmla="*/ 2 h 113"/>
                <a:gd name="T16" fmla="*/ 14 w 38"/>
                <a:gd name="T17" fmla="*/ 10 h 113"/>
                <a:gd name="T18" fmla="*/ 20 w 38"/>
                <a:gd name="T19" fmla="*/ 51 h 113"/>
                <a:gd name="T20" fmla="*/ 22 w 38"/>
                <a:gd name="T21" fmla="*/ 11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113">
                  <a:moveTo>
                    <a:pt x="22" y="110"/>
                  </a:moveTo>
                  <a:cubicBezTo>
                    <a:pt x="23" y="112"/>
                    <a:pt x="25" y="113"/>
                    <a:pt x="27" y="113"/>
                  </a:cubicBezTo>
                  <a:cubicBezTo>
                    <a:pt x="28" y="113"/>
                    <a:pt x="29" y="112"/>
                    <a:pt x="30" y="112"/>
                  </a:cubicBezTo>
                  <a:cubicBezTo>
                    <a:pt x="32" y="110"/>
                    <a:pt x="33" y="107"/>
                    <a:pt x="31" y="104"/>
                  </a:cubicBezTo>
                  <a:cubicBezTo>
                    <a:pt x="31" y="104"/>
                    <a:pt x="14" y="76"/>
                    <a:pt x="28" y="58"/>
                  </a:cubicBezTo>
                  <a:cubicBezTo>
                    <a:pt x="37" y="47"/>
                    <a:pt x="38" y="34"/>
                    <a:pt x="33" y="20"/>
                  </a:cubicBezTo>
                  <a:cubicBezTo>
                    <a:pt x="29" y="10"/>
                    <a:pt x="23" y="3"/>
                    <a:pt x="22" y="2"/>
                  </a:cubicBezTo>
                  <a:cubicBezTo>
                    <a:pt x="20" y="0"/>
                    <a:pt x="17" y="0"/>
                    <a:pt x="14" y="2"/>
                  </a:cubicBezTo>
                  <a:cubicBezTo>
                    <a:pt x="12" y="4"/>
                    <a:pt x="12" y="7"/>
                    <a:pt x="14" y="10"/>
                  </a:cubicBezTo>
                  <a:cubicBezTo>
                    <a:pt x="14" y="10"/>
                    <a:pt x="33" y="33"/>
                    <a:pt x="20" y="51"/>
                  </a:cubicBezTo>
                  <a:cubicBezTo>
                    <a:pt x="0" y="76"/>
                    <a:pt x="21" y="109"/>
                    <a:pt x="22" y="1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4" name="Freeform 26"/>
            <p:cNvSpPr>
              <a:spLocks/>
            </p:cNvSpPr>
            <p:nvPr/>
          </p:nvSpPr>
          <p:spPr bwMode="auto">
            <a:xfrm>
              <a:off x="7196138" y="5032375"/>
              <a:ext cx="96837" cy="290513"/>
            </a:xfrm>
            <a:custGeom>
              <a:avLst/>
              <a:gdLst>
                <a:gd name="T0" fmla="*/ 21 w 38"/>
                <a:gd name="T1" fmla="*/ 111 h 113"/>
                <a:gd name="T2" fmla="*/ 26 w 38"/>
                <a:gd name="T3" fmla="*/ 113 h 113"/>
                <a:gd name="T4" fmla="*/ 29 w 38"/>
                <a:gd name="T5" fmla="*/ 112 h 113"/>
                <a:gd name="T6" fmla="*/ 31 w 38"/>
                <a:gd name="T7" fmla="*/ 105 h 113"/>
                <a:gd name="T8" fmla="*/ 28 w 38"/>
                <a:gd name="T9" fmla="*/ 58 h 113"/>
                <a:gd name="T10" fmla="*/ 32 w 38"/>
                <a:gd name="T11" fmla="*/ 21 h 113"/>
                <a:gd name="T12" fmla="*/ 22 w 38"/>
                <a:gd name="T13" fmla="*/ 3 h 113"/>
                <a:gd name="T14" fmla="*/ 14 w 38"/>
                <a:gd name="T15" fmla="*/ 2 h 113"/>
                <a:gd name="T16" fmla="*/ 13 w 38"/>
                <a:gd name="T17" fmla="*/ 10 h 113"/>
                <a:gd name="T18" fmla="*/ 19 w 38"/>
                <a:gd name="T19" fmla="*/ 51 h 113"/>
                <a:gd name="T20" fmla="*/ 21 w 38"/>
                <a:gd name="T21" fmla="*/ 111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113">
                  <a:moveTo>
                    <a:pt x="21" y="111"/>
                  </a:moveTo>
                  <a:cubicBezTo>
                    <a:pt x="23" y="112"/>
                    <a:pt x="24" y="113"/>
                    <a:pt x="26" y="113"/>
                  </a:cubicBezTo>
                  <a:cubicBezTo>
                    <a:pt x="27" y="113"/>
                    <a:pt x="28" y="113"/>
                    <a:pt x="29" y="112"/>
                  </a:cubicBezTo>
                  <a:cubicBezTo>
                    <a:pt x="32" y="111"/>
                    <a:pt x="33" y="107"/>
                    <a:pt x="31" y="105"/>
                  </a:cubicBezTo>
                  <a:cubicBezTo>
                    <a:pt x="31" y="104"/>
                    <a:pt x="13" y="77"/>
                    <a:pt x="28" y="58"/>
                  </a:cubicBezTo>
                  <a:cubicBezTo>
                    <a:pt x="36" y="48"/>
                    <a:pt x="38" y="35"/>
                    <a:pt x="32" y="21"/>
                  </a:cubicBezTo>
                  <a:cubicBezTo>
                    <a:pt x="28" y="11"/>
                    <a:pt x="22" y="3"/>
                    <a:pt x="22" y="3"/>
                  </a:cubicBezTo>
                  <a:cubicBezTo>
                    <a:pt x="20" y="1"/>
                    <a:pt x="16" y="0"/>
                    <a:pt x="14" y="2"/>
                  </a:cubicBezTo>
                  <a:cubicBezTo>
                    <a:pt x="12" y="4"/>
                    <a:pt x="11" y="8"/>
                    <a:pt x="13" y="10"/>
                  </a:cubicBezTo>
                  <a:cubicBezTo>
                    <a:pt x="14" y="10"/>
                    <a:pt x="33" y="34"/>
                    <a:pt x="19" y="51"/>
                  </a:cubicBezTo>
                  <a:cubicBezTo>
                    <a:pt x="0" y="76"/>
                    <a:pt x="21" y="109"/>
                    <a:pt x="21"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5" name="Freeform 27"/>
            <p:cNvSpPr>
              <a:spLocks/>
            </p:cNvSpPr>
            <p:nvPr/>
          </p:nvSpPr>
          <p:spPr bwMode="auto">
            <a:xfrm>
              <a:off x="7291388" y="5032375"/>
              <a:ext cx="96837" cy="290513"/>
            </a:xfrm>
            <a:custGeom>
              <a:avLst/>
              <a:gdLst>
                <a:gd name="T0" fmla="*/ 22 w 38"/>
                <a:gd name="T1" fmla="*/ 111 h 113"/>
                <a:gd name="T2" fmla="*/ 27 w 38"/>
                <a:gd name="T3" fmla="*/ 113 h 113"/>
                <a:gd name="T4" fmla="*/ 30 w 38"/>
                <a:gd name="T5" fmla="*/ 112 h 113"/>
                <a:gd name="T6" fmla="*/ 31 w 38"/>
                <a:gd name="T7" fmla="*/ 105 h 113"/>
                <a:gd name="T8" fmla="*/ 29 w 38"/>
                <a:gd name="T9" fmla="*/ 58 h 113"/>
                <a:gd name="T10" fmla="*/ 33 w 38"/>
                <a:gd name="T11" fmla="*/ 21 h 113"/>
                <a:gd name="T12" fmla="*/ 23 w 38"/>
                <a:gd name="T13" fmla="*/ 3 h 113"/>
                <a:gd name="T14" fmla="*/ 15 w 38"/>
                <a:gd name="T15" fmla="*/ 2 h 113"/>
                <a:gd name="T16" fmla="*/ 14 w 38"/>
                <a:gd name="T17" fmla="*/ 10 h 113"/>
                <a:gd name="T18" fmla="*/ 20 w 38"/>
                <a:gd name="T19" fmla="*/ 51 h 113"/>
                <a:gd name="T20" fmla="*/ 22 w 38"/>
                <a:gd name="T21" fmla="*/ 111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113">
                  <a:moveTo>
                    <a:pt x="22" y="111"/>
                  </a:moveTo>
                  <a:cubicBezTo>
                    <a:pt x="23" y="112"/>
                    <a:pt x="25" y="113"/>
                    <a:pt x="27" y="113"/>
                  </a:cubicBezTo>
                  <a:cubicBezTo>
                    <a:pt x="28" y="113"/>
                    <a:pt x="29" y="113"/>
                    <a:pt x="30" y="112"/>
                  </a:cubicBezTo>
                  <a:cubicBezTo>
                    <a:pt x="32" y="111"/>
                    <a:pt x="33" y="107"/>
                    <a:pt x="31" y="105"/>
                  </a:cubicBezTo>
                  <a:cubicBezTo>
                    <a:pt x="31" y="104"/>
                    <a:pt x="14" y="77"/>
                    <a:pt x="29" y="58"/>
                  </a:cubicBezTo>
                  <a:cubicBezTo>
                    <a:pt x="37" y="48"/>
                    <a:pt x="38" y="35"/>
                    <a:pt x="33" y="21"/>
                  </a:cubicBezTo>
                  <a:cubicBezTo>
                    <a:pt x="29" y="11"/>
                    <a:pt x="23" y="3"/>
                    <a:pt x="23" y="3"/>
                  </a:cubicBezTo>
                  <a:cubicBezTo>
                    <a:pt x="21" y="1"/>
                    <a:pt x="17" y="0"/>
                    <a:pt x="15" y="2"/>
                  </a:cubicBezTo>
                  <a:cubicBezTo>
                    <a:pt x="12" y="4"/>
                    <a:pt x="12" y="8"/>
                    <a:pt x="14" y="10"/>
                  </a:cubicBezTo>
                  <a:cubicBezTo>
                    <a:pt x="14" y="10"/>
                    <a:pt x="34" y="34"/>
                    <a:pt x="20" y="51"/>
                  </a:cubicBezTo>
                  <a:cubicBezTo>
                    <a:pt x="0" y="76"/>
                    <a:pt x="21" y="109"/>
                    <a:pt x="22"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6" name="Freeform 28"/>
            <p:cNvSpPr>
              <a:spLocks noEditPoints="1"/>
            </p:cNvSpPr>
            <p:nvPr/>
          </p:nvSpPr>
          <p:spPr bwMode="auto">
            <a:xfrm>
              <a:off x="7131050" y="5168900"/>
              <a:ext cx="873125" cy="581025"/>
            </a:xfrm>
            <a:custGeom>
              <a:avLst/>
              <a:gdLst>
                <a:gd name="T0" fmla="*/ 320 w 339"/>
                <a:gd name="T1" fmla="*/ 181 h 226"/>
                <a:gd name="T2" fmla="*/ 308 w 339"/>
                <a:gd name="T3" fmla="*/ 181 h 226"/>
                <a:gd name="T4" fmla="*/ 182 w 339"/>
                <a:gd name="T5" fmla="*/ 49 h 226"/>
                <a:gd name="T6" fmla="*/ 182 w 339"/>
                <a:gd name="T7" fmla="*/ 43 h 226"/>
                <a:gd name="T8" fmla="*/ 193 w 339"/>
                <a:gd name="T9" fmla="*/ 23 h 226"/>
                <a:gd name="T10" fmla="*/ 170 w 339"/>
                <a:gd name="T11" fmla="*/ 0 h 226"/>
                <a:gd name="T12" fmla="*/ 169 w 339"/>
                <a:gd name="T13" fmla="*/ 0 h 226"/>
                <a:gd name="T14" fmla="*/ 146 w 339"/>
                <a:gd name="T15" fmla="*/ 23 h 226"/>
                <a:gd name="T16" fmla="*/ 157 w 339"/>
                <a:gd name="T17" fmla="*/ 43 h 226"/>
                <a:gd name="T18" fmla="*/ 157 w 339"/>
                <a:gd name="T19" fmla="*/ 49 h 226"/>
                <a:gd name="T20" fmla="*/ 30 w 339"/>
                <a:gd name="T21" fmla="*/ 181 h 226"/>
                <a:gd name="T22" fmla="*/ 19 w 339"/>
                <a:gd name="T23" fmla="*/ 181 h 226"/>
                <a:gd name="T24" fmla="*/ 0 w 339"/>
                <a:gd name="T25" fmla="*/ 200 h 226"/>
                <a:gd name="T26" fmla="*/ 0 w 339"/>
                <a:gd name="T27" fmla="*/ 207 h 226"/>
                <a:gd name="T28" fmla="*/ 19 w 339"/>
                <a:gd name="T29" fmla="*/ 226 h 226"/>
                <a:gd name="T30" fmla="*/ 320 w 339"/>
                <a:gd name="T31" fmla="*/ 226 h 226"/>
                <a:gd name="T32" fmla="*/ 339 w 339"/>
                <a:gd name="T33" fmla="*/ 207 h 226"/>
                <a:gd name="T34" fmla="*/ 339 w 339"/>
                <a:gd name="T35" fmla="*/ 200 h 226"/>
                <a:gd name="T36" fmla="*/ 320 w 339"/>
                <a:gd name="T37" fmla="*/ 181 h 226"/>
                <a:gd name="T38" fmla="*/ 157 w 339"/>
                <a:gd name="T39" fmla="*/ 23 h 226"/>
                <a:gd name="T40" fmla="*/ 169 w 339"/>
                <a:gd name="T41" fmla="*/ 11 h 226"/>
                <a:gd name="T42" fmla="*/ 170 w 339"/>
                <a:gd name="T43" fmla="*/ 11 h 226"/>
                <a:gd name="T44" fmla="*/ 182 w 339"/>
                <a:gd name="T45" fmla="*/ 23 h 226"/>
                <a:gd name="T46" fmla="*/ 174 w 339"/>
                <a:gd name="T47" fmla="*/ 34 h 226"/>
                <a:gd name="T48" fmla="*/ 171 w 339"/>
                <a:gd name="T49" fmla="*/ 40 h 226"/>
                <a:gd name="T50" fmla="*/ 171 w 339"/>
                <a:gd name="T51" fmla="*/ 48 h 226"/>
                <a:gd name="T52" fmla="*/ 168 w 339"/>
                <a:gd name="T53" fmla="*/ 48 h 226"/>
                <a:gd name="T54" fmla="*/ 168 w 339"/>
                <a:gd name="T55" fmla="*/ 40 h 226"/>
                <a:gd name="T56" fmla="*/ 165 w 339"/>
                <a:gd name="T57" fmla="*/ 34 h 226"/>
                <a:gd name="T58" fmla="*/ 157 w 339"/>
                <a:gd name="T59" fmla="*/ 23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39" h="226">
                  <a:moveTo>
                    <a:pt x="320" y="181"/>
                  </a:moveTo>
                  <a:cubicBezTo>
                    <a:pt x="308" y="181"/>
                    <a:pt x="308" y="181"/>
                    <a:pt x="308" y="181"/>
                  </a:cubicBezTo>
                  <a:cubicBezTo>
                    <a:pt x="306" y="112"/>
                    <a:pt x="251" y="55"/>
                    <a:pt x="182" y="49"/>
                  </a:cubicBezTo>
                  <a:cubicBezTo>
                    <a:pt x="182" y="43"/>
                    <a:pt x="182" y="43"/>
                    <a:pt x="182" y="43"/>
                  </a:cubicBezTo>
                  <a:cubicBezTo>
                    <a:pt x="189" y="39"/>
                    <a:pt x="193" y="31"/>
                    <a:pt x="193" y="23"/>
                  </a:cubicBezTo>
                  <a:cubicBezTo>
                    <a:pt x="193" y="10"/>
                    <a:pt x="183" y="0"/>
                    <a:pt x="170" y="0"/>
                  </a:cubicBezTo>
                  <a:cubicBezTo>
                    <a:pt x="169" y="0"/>
                    <a:pt x="169" y="0"/>
                    <a:pt x="169" y="0"/>
                  </a:cubicBezTo>
                  <a:cubicBezTo>
                    <a:pt x="156" y="0"/>
                    <a:pt x="146" y="10"/>
                    <a:pt x="146" y="23"/>
                  </a:cubicBezTo>
                  <a:cubicBezTo>
                    <a:pt x="146" y="31"/>
                    <a:pt x="150" y="39"/>
                    <a:pt x="157" y="43"/>
                  </a:cubicBezTo>
                  <a:cubicBezTo>
                    <a:pt x="157" y="49"/>
                    <a:pt x="157" y="49"/>
                    <a:pt x="157" y="49"/>
                  </a:cubicBezTo>
                  <a:cubicBezTo>
                    <a:pt x="88" y="55"/>
                    <a:pt x="33" y="112"/>
                    <a:pt x="30" y="181"/>
                  </a:cubicBezTo>
                  <a:cubicBezTo>
                    <a:pt x="19" y="181"/>
                    <a:pt x="19" y="181"/>
                    <a:pt x="19" y="181"/>
                  </a:cubicBezTo>
                  <a:cubicBezTo>
                    <a:pt x="8" y="181"/>
                    <a:pt x="0" y="190"/>
                    <a:pt x="0" y="200"/>
                  </a:cubicBezTo>
                  <a:cubicBezTo>
                    <a:pt x="0" y="207"/>
                    <a:pt x="0" y="207"/>
                    <a:pt x="0" y="207"/>
                  </a:cubicBezTo>
                  <a:cubicBezTo>
                    <a:pt x="0" y="217"/>
                    <a:pt x="8" y="226"/>
                    <a:pt x="19" y="226"/>
                  </a:cubicBezTo>
                  <a:cubicBezTo>
                    <a:pt x="320" y="226"/>
                    <a:pt x="320" y="226"/>
                    <a:pt x="320" y="226"/>
                  </a:cubicBezTo>
                  <a:cubicBezTo>
                    <a:pt x="331" y="226"/>
                    <a:pt x="339" y="217"/>
                    <a:pt x="339" y="207"/>
                  </a:cubicBezTo>
                  <a:cubicBezTo>
                    <a:pt x="339" y="200"/>
                    <a:pt x="339" y="200"/>
                    <a:pt x="339" y="200"/>
                  </a:cubicBezTo>
                  <a:cubicBezTo>
                    <a:pt x="339" y="190"/>
                    <a:pt x="331" y="181"/>
                    <a:pt x="320" y="181"/>
                  </a:cubicBezTo>
                  <a:close/>
                  <a:moveTo>
                    <a:pt x="157" y="23"/>
                  </a:moveTo>
                  <a:cubicBezTo>
                    <a:pt x="157" y="16"/>
                    <a:pt x="162" y="11"/>
                    <a:pt x="169" y="11"/>
                  </a:cubicBezTo>
                  <a:cubicBezTo>
                    <a:pt x="170" y="11"/>
                    <a:pt x="170" y="11"/>
                    <a:pt x="170" y="11"/>
                  </a:cubicBezTo>
                  <a:cubicBezTo>
                    <a:pt x="176" y="11"/>
                    <a:pt x="182" y="16"/>
                    <a:pt x="182" y="23"/>
                  </a:cubicBezTo>
                  <a:cubicBezTo>
                    <a:pt x="182" y="28"/>
                    <a:pt x="179" y="33"/>
                    <a:pt x="174" y="34"/>
                  </a:cubicBezTo>
                  <a:cubicBezTo>
                    <a:pt x="172" y="35"/>
                    <a:pt x="171" y="37"/>
                    <a:pt x="171" y="40"/>
                  </a:cubicBezTo>
                  <a:cubicBezTo>
                    <a:pt x="171" y="48"/>
                    <a:pt x="171" y="48"/>
                    <a:pt x="171" y="48"/>
                  </a:cubicBezTo>
                  <a:cubicBezTo>
                    <a:pt x="168" y="48"/>
                    <a:pt x="168" y="48"/>
                    <a:pt x="168" y="48"/>
                  </a:cubicBezTo>
                  <a:cubicBezTo>
                    <a:pt x="168" y="40"/>
                    <a:pt x="168" y="40"/>
                    <a:pt x="168" y="40"/>
                  </a:cubicBezTo>
                  <a:cubicBezTo>
                    <a:pt x="168" y="37"/>
                    <a:pt x="167" y="35"/>
                    <a:pt x="165" y="34"/>
                  </a:cubicBezTo>
                  <a:cubicBezTo>
                    <a:pt x="160" y="33"/>
                    <a:pt x="157" y="28"/>
                    <a:pt x="157"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57" name="组合 1056"/>
          <p:cNvGrpSpPr/>
          <p:nvPr/>
        </p:nvGrpSpPr>
        <p:grpSpPr>
          <a:xfrm>
            <a:off x="10687327" y="5805558"/>
            <a:ext cx="363336" cy="337206"/>
            <a:chOff x="2414588" y="4962525"/>
            <a:chExt cx="927100" cy="860425"/>
          </a:xfrm>
          <a:solidFill>
            <a:srgbClr val="707E84"/>
          </a:solidFill>
        </p:grpSpPr>
        <p:sp>
          <p:nvSpPr>
            <p:cNvPr id="1058" name="Freeform 34"/>
            <p:cNvSpPr>
              <a:spLocks/>
            </p:cNvSpPr>
            <p:nvPr/>
          </p:nvSpPr>
          <p:spPr bwMode="auto">
            <a:xfrm>
              <a:off x="2414588" y="5299075"/>
              <a:ext cx="927100" cy="523875"/>
            </a:xfrm>
            <a:custGeom>
              <a:avLst/>
              <a:gdLst>
                <a:gd name="T0" fmla="*/ 331 w 360"/>
                <a:gd name="T1" fmla="*/ 162 h 203"/>
                <a:gd name="T2" fmla="*/ 331 w 360"/>
                <a:gd name="T3" fmla="*/ 203 h 203"/>
                <a:gd name="T4" fmla="*/ 360 w 360"/>
                <a:gd name="T5" fmla="*/ 203 h 203"/>
                <a:gd name="T6" fmla="*/ 360 w 360"/>
                <a:gd name="T7" fmla="*/ 133 h 203"/>
                <a:gd name="T8" fmla="*/ 29 w 360"/>
                <a:gd name="T9" fmla="*/ 133 h 203"/>
                <a:gd name="T10" fmla="*/ 29 w 360"/>
                <a:gd name="T11" fmla="*/ 15 h 203"/>
                <a:gd name="T12" fmla="*/ 25 w 360"/>
                <a:gd name="T13" fmla="*/ 5 h 203"/>
                <a:gd name="T14" fmla="*/ 14 w 360"/>
                <a:gd name="T15" fmla="*/ 0 h 203"/>
                <a:gd name="T16" fmla="*/ 4 w 360"/>
                <a:gd name="T17" fmla="*/ 5 h 203"/>
                <a:gd name="T18" fmla="*/ 0 w 360"/>
                <a:gd name="T19" fmla="*/ 15 h 203"/>
                <a:gd name="T20" fmla="*/ 0 w 360"/>
                <a:gd name="T21" fmla="*/ 203 h 203"/>
                <a:gd name="T22" fmla="*/ 29 w 360"/>
                <a:gd name="T23" fmla="*/ 203 h 203"/>
                <a:gd name="T24" fmla="*/ 29 w 360"/>
                <a:gd name="T25" fmla="*/ 162 h 203"/>
                <a:gd name="T26" fmla="*/ 331 w 360"/>
                <a:gd name="T27" fmla="*/ 162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0" h="203">
                  <a:moveTo>
                    <a:pt x="331" y="162"/>
                  </a:moveTo>
                  <a:cubicBezTo>
                    <a:pt x="331" y="203"/>
                    <a:pt x="331" y="203"/>
                    <a:pt x="331" y="203"/>
                  </a:cubicBezTo>
                  <a:cubicBezTo>
                    <a:pt x="360" y="203"/>
                    <a:pt x="360" y="203"/>
                    <a:pt x="360" y="203"/>
                  </a:cubicBezTo>
                  <a:cubicBezTo>
                    <a:pt x="360" y="133"/>
                    <a:pt x="360" y="133"/>
                    <a:pt x="360" y="133"/>
                  </a:cubicBezTo>
                  <a:cubicBezTo>
                    <a:pt x="29" y="133"/>
                    <a:pt x="29" y="133"/>
                    <a:pt x="29" y="133"/>
                  </a:cubicBezTo>
                  <a:cubicBezTo>
                    <a:pt x="29" y="15"/>
                    <a:pt x="29" y="15"/>
                    <a:pt x="29" y="15"/>
                  </a:cubicBezTo>
                  <a:cubicBezTo>
                    <a:pt x="29" y="11"/>
                    <a:pt x="27" y="8"/>
                    <a:pt x="25" y="5"/>
                  </a:cubicBezTo>
                  <a:cubicBezTo>
                    <a:pt x="22" y="2"/>
                    <a:pt x="18" y="0"/>
                    <a:pt x="14" y="0"/>
                  </a:cubicBezTo>
                  <a:cubicBezTo>
                    <a:pt x="10" y="0"/>
                    <a:pt x="7" y="2"/>
                    <a:pt x="4" y="5"/>
                  </a:cubicBezTo>
                  <a:cubicBezTo>
                    <a:pt x="1" y="8"/>
                    <a:pt x="0" y="11"/>
                    <a:pt x="0" y="15"/>
                  </a:cubicBezTo>
                  <a:cubicBezTo>
                    <a:pt x="0" y="203"/>
                    <a:pt x="0" y="203"/>
                    <a:pt x="0" y="203"/>
                  </a:cubicBezTo>
                  <a:cubicBezTo>
                    <a:pt x="29" y="203"/>
                    <a:pt x="29" y="203"/>
                    <a:pt x="29" y="203"/>
                  </a:cubicBezTo>
                  <a:cubicBezTo>
                    <a:pt x="29" y="162"/>
                    <a:pt x="29" y="162"/>
                    <a:pt x="29" y="162"/>
                  </a:cubicBezTo>
                  <a:lnTo>
                    <a:pt x="331" y="1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9" name="Freeform 35"/>
            <p:cNvSpPr>
              <a:spLocks/>
            </p:cNvSpPr>
            <p:nvPr/>
          </p:nvSpPr>
          <p:spPr bwMode="auto">
            <a:xfrm>
              <a:off x="2554288" y="5397500"/>
              <a:ext cx="138112" cy="136525"/>
            </a:xfrm>
            <a:custGeom>
              <a:avLst/>
              <a:gdLst>
                <a:gd name="T0" fmla="*/ 27 w 54"/>
                <a:gd name="T1" fmla="*/ 53 h 53"/>
                <a:gd name="T2" fmla="*/ 46 w 54"/>
                <a:gd name="T3" fmla="*/ 45 h 53"/>
                <a:gd name="T4" fmla="*/ 54 w 54"/>
                <a:gd name="T5" fmla="*/ 26 h 53"/>
                <a:gd name="T6" fmla="*/ 46 w 54"/>
                <a:gd name="T7" fmla="*/ 8 h 53"/>
                <a:gd name="T8" fmla="*/ 27 w 54"/>
                <a:gd name="T9" fmla="*/ 0 h 53"/>
                <a:gd name="T10" fmla="*/ 8 w 54"/>
                <a:gd name="T11" fmla="*/ 8 h 53"/>
                <a:gd name="T12" fmla="*/ 0 w 54"/>
                <a:gd name="T13" fmla="*/ 26 h 53"/>
                <a:gd name="T14" fmla="*/ 8 w 54"/>
                <a:gd name="T15" fmla="*/ 45 h 53"/>
                <a:gd name="T16" fmla="*/ 27 w 54"/>
                <a:gd name="T17"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53">
                  <a:moveTo>
                    <a:pt x="27" y="53"/>
                  </a:moveTo>
                  <a:cubicBezTo>
                    <a:pt x="34" y="53"/>
                    <a:pt x="40" y="50"/>
                    <a:pt x="46" y="45"/>
                  </a:cubicBezTo>
                  <a:cubicBezTo>
                    <a:pt x="51" y="40"/>
                    <a:pt x="54" y="33"/>
                    <a:pt x="54" y="26"/>
                  </a:cubicBezTo>
                  <a:cubicBezTo>
                    <a:pt x="54" y="19"/>
                    <a:pt x="51" y="13"/>
                    <a:pt x="46" y="8"/>
                  </a:cubicBezTo>
                  <a:cubicBezTo>
                    <a:pt x="40" y="2"/>
                    <a:pt x="34" y="0"/>
                    <a:pt x="27" y="0"/>
                  </a:cubicBezTo>
                  <a:cubicBezTo>
                    <a:pt x="20" y="0"/>
                    <a:pt x="13" y="2"/>
                    <a:pt x="8" y="8"/>
                  </a:cubicBezTo>
                  <a:cubicBezTo>
                    <a:pt x="3" y="13"/>
                    <a:pt x="0" y="19"/>
                    <a:pt x="0" y="26"/>
                  </a:cubicBezTo>
                  <a:cubicBezTo>
                    <a:pt x="0" y="33"/>
                    <a:pt x="3" y="40"/>
                    <a:pt x="8" y="45"/>
                  </a:cubicBezTo>
                  <a:cubicBezTo>
                    <a:pt x="13" y="50"/>
                    <a:pt x="20" y="53"/>
                    <a:pt x="27"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0" name="Freeform 36"/>
            <p:cNvSpPr>
              <a:spLocks/>
            </p:cNvSpPr>
            <p:nvPr/>
          </p:nvSpPr>
          <p:spPr bwMode="auto">
            <a:xfrm>
              <a:off x="2530475" y="5407025"/>
              <a:ext cx="809625" cy="196850"/>
            </a:xfrm>
            <a:custGeom>
              <a:avLst/>
              <a:gdLst>
                <a:gd name="T0" fmla="*/ 308 w 314"/>
                <a:gd name="T1" fmla="*/ 27 h 76"/>
                <a:gd name="T2" fmla="*/ 293 w 314"/>
                <a:gd name="T3" fmla="*/ 20 h 76"/>
                <a:gd name="T4" fmla="*/ 84 w 314"/>
                <a:gd name="T5" fmla="*/ 0 h 76"/>
                <a:gd name="T6" fmla="*/ 83 w 314"/>
                <a:gd name="T7" fmla="*/ 0 h 76"/>
                <a:gd name="T8" fmla="*/ 73 w 314"/>
                <a:gd name="T9" fmla="*/ 4 h 76"/>
                <a:gd name="T10" fmla="*/ 70 w 314"/>
                <a:gd name="T11" fmla="*/ 13 h 76"/>
                <a:gd name="T12" fmla="*/ 70 w 314"/>
                <a:gd name="T13" fmla="*/ 49 h 76"/>
                <a:gd name="T14" fmla="*/ 36 w 314"/>
                <a:gd name="T15" fmla="*/ 55 h 76"/>
                <a:gd name="T16" fmla="*/ 13 w 314"/>
                <a:gd name="T17" fmla="*/ 45 h 76"/>
                <a:gd name="T18" fmla="*/ 10 w 314"/>
                <a:gd name="T19" fmla="*/ 42 h 76"/>
                <a:gd name="T20" fmla="*/ 0 w 314"/>
                <a:gd name="T21" fmla="*/ 55 h 76"/>
                <a:gd name="T22" fmla="*/ 0 w 314"/>
                <a:gd name="T23" fmla="*/ 62 h 76"/>
                <a:gd name="T24" fmla="*/ 14 w 314"/>
                <a:gd name="T25" fmla="*/ 76 h 76"/>
                <a:gd name="T26" fmla="*/ 314 w 314"/>
                <a:gd name="T27" fmla="*/ 76 h 76"/>
                <a:gd name="T28" fmla="*/ 314 w 314"/>
                <a:gd name="T29" fmla="*/ 40 h 76"/>
                <a:gd name="T30" fmla="*/ 308 w 314"/>
                <a:gd name="T31" fmla="*/ 27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4" h="76">
                  <a:moveTo>
                    <a:pt x="308" y="27"/>
                  </a:moveTo>
                  <a:cubicBezTo>
                    <a:pt x="304" y="23"/>
                    <a:pt x="299" y="21"/>
                    <a:pt x="293" y="20"/>
                  </a:cubicBezTo>
                  <a:cubicBezTo>
                    <a:pt x="84" y="0"/>
                    <a:pt x="84" y="0"/>
                    <a:pt x="84" y="0"/>
                  </a:cubicBezTo>
                  <a:cubicBezTo>
                    <a:pt x="83" y="0"/>
                    <a:pt x="83" y="0"/>
                    <a:pt x="83" y="0"/>
                  </a:cubicBezTo>
                  <a:cubicBezTo>
                    <a:pt x="79" y="0"/>
                    <a:pt x="76" y="1"/>
                    <a:pt x="73" y="4"/>
                  </a:cubicBezTo>
                  <a:cubicBezTo>
                    <a:pt x="71" y="6"/>
                    <a:pt x="70" y="9"/>
                    <a:pt x="70" y="13"/>
                  </a:cubicBezTo>
                  <a:cubicBezTo>
                    <a:pt x="70" y="49"/>
                    <a:pt x="70" y="49"/>
                    <a:pt x="70" y="49"/>
                  </a:cubicBezTo>
                  <a:cubicBezTo>
                    <a:pt x="68" y="46"/>
                    <a:pt x="45" y="55"/>
                    <a:pt x="36" y="55"/>
                  </a:cubicBezTo>
                  <a:cubicBezTo>
                    <a:pt x="27" y="55"/>
                    <a:pt x="19" y="52"/>
                    <a:pt x="13" y="45"/>
                  </a:cubicBezTo>
                  <a:cubicBezTo>
                    <a:pt x="12" y="44"/>
                    <a:pt x="11" y="43"/>
                    <a:pt x="10" y="42"/>
                  </a:cubicBezTo>
                  <a:cubicBezTo>
                    <a:pt x="4" y="44"/>
                    <a:pt x="0" y="49"/>
                    <a:pt x="0" y="55"/>
                  </a:cubicBezTo>
                  <a:cubicBezTo>
                    <a:pt x="0" y="62"/>
                    <a:pt x="0" y="62"/>
                    <a:pt x="0" y="62"/>
                  </a:cubicBezTo>
                  <a:cubicBezTo>
                    <a:pt x="0" y="69"/>
                    <a:pt x="6" y="76"/>
                    <a:pt x="14" y="76"/>
                  </a:cubicBezTo>
                  <a:cubicBezTo>
                    <a:pt x="314" y="76"/>
                    <a:pt x="314" y="76"/>
                    <a:pt x="314" y="76"/>
                  </a:cubicBezTo>
                  <a:cubicBezTo>
                    <a:pt x="314" y="40"/>
                    <a:pt x="314" y="40"/>
                    <a:pt x="314" y="40"/>
                  </a:cubicBezTo>
                  <a:cubicBezTo>
                    <a:pt x="314" y="35"/>
                    <a:pt x="312" y="30"/>
                    <a:pt x="308"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1" name="Freeform 37"/>
            <p:cNvSpPr>
              <a:spLocks noEditPoints="1"/>
            </p:cNvSpPr>
            <p:nvPr/>
          </p:nvSpPr>
          <p:spPr bwMode="auto">
            <a:xfrm>
              <a:off x="2773363" y="4962525"/>
              <a:ext cx="265112" cy="265113"/>
            </a:xfrm>
            <a:custGeom>
              <a:avLst/>
              <a:gdLst>
                <a:gd name="T0" fmla="*/ 52 w 103"/>
                <a:gd name="T1" fmla="*/ 0 h 103"/>
                <a:gd name="T2" fmla="*/ 0 w 103"/>
                <a:gd name="T3" fmla="*/ 51 h 103"/>
                <a:gd name="T4" fmla="*/ 52 w 103"/>
                <a:gd name="T5" fmla="*/ 103 h 103"/>
                <a:gd name="T6" fmla="*/ 103 w 103"/>
                <a:gd name="T7" fmla="*/ 51 h 103"/>
                <a:gd name="T8" fmla="*/ 52 w 103"/>
                <a:gd name="T9" fmla="*/ 0 h 103"/>
                <a:gd name="T10" fmla="*/ 52 w 103"/>
                <a:gd name="T11" fmla="*/ 87 h 103"/>
                <a:gd name="T12" fmla="*/ 16 w 103"/>
                <a:gd name="T13" fmla="*/ 51 h 103"/>
                <a:gd name="T14" fmla="*/ 52 w 103"/>
                <a:gd name="T15" fmla="*/ 15 h 103"/>
                <a:gd name="T16" fmla="*/ 88 w 103"/>
                <a:gd name="T17" fmla="*/ 51 h 103"/>
                <a:gd name="T18" fmla="*/ 52 w 103"/>
                <a:gd name="T19" fmla="*/ 87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3" h="103">
                  <a:moveTo>
                    <a:pt x="52" y="0"/>
                  </a:moveTo>
                  <a:cubicBezTo>
                    <a:pt x="23" y="0"/>
                    <a:pt x="0" y="23"/>
                    <a:pt x="0" y="51"/>
                  </a:cubicBezTo>
                  <a:cubicBezTo>
                    <a:pt x="0" y="80"/>
                    <a:pt x="23" y="103"/>
                    <a:pt x="52" y="103"/>
                  </a:cubicBezTo>
                  <a:cubicBezTo>
                    <a:pt x="80" y="103"/>
                    <a:pt x="103" y="80"/>
                    <a:pt x="103" y="51"/>
                  </a:cubicBezTo>
                  <a:cubicBezTo>
                    <a:pt x="103" y="23"/>
                    <a:pt x="80" y="0"/>
                    <a:pt x="52" y="0"/>
                  </a:cubicBezTo>
                  <a:close/>
                  <a:moveTo>
                    <a:pt x="52" y="87"/>
                  </a:moveTo>
                  <a:cubicBezTo>
                    <a:pt x="32" y="87"/>
                    <a:pt x="16" y="71"/>
                    <a:pt x="16" y="51"/>
                  </a:cubicBezTo>
                  <a:cubicBezTo>
                    <a:pt x="16" y="31"/>
                    <a:pt x="32" y="15"/>
                    <a:pt x="52" y="15"/>
                  </a:cubicBezTo>
                  <a:cubicBezTo>
                    <a:pt x="72" y="15"/>
                    <a:pt x="88" y="31"/>
                    <a:pt x="88" y="51"/>
                  </a:cubicBezTo>
                  <a:cubicBezTo>
                    <a:pt x="88" y="71"/>
                    <a:pt x="72" y="87"/>
                    <a:pt x="52"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2" name="Freeform 38"/>
            <p:cNvSpPr>
              <a:spLocks/>
            </p:cNvSpPr>
            <p:nvPr/>
          </p:nvSpPr>
          <p:spPr bwMode="auto">
            <a:xfrm>
              <a:off x="2894013" y="5024438"/>
              <a:ext cx="87312" cy="84138"/>
            </a:xfrm>
            <a:custGeom>
              <a:avLst/>
              <a:gdLst>
                <a:gd name="T0" fmla="*/ 9 w 34"/>
                <a:gd name="T1" fmla="*/ 24 h 33"/>
                <a:gd name="T2" fmla="*/ 9 w 34"/>
                <a:gd name="T3" fmla="*/ 4 h 33"/>
                <a:gd name="T4" fmla="*/ 5 w 34"/>
                <a:gd name="T5" fmla="*/ 0 h 33"/>
                <a:gd name="T6" fmla="*/ 0 w 34"/>
                <a:gd name="T7" fmla="*/ 4 h 33"/>
                <a:gd name="T8" fmla="*/ 0 w 34"/>
                <a:gd name="T9" fmla="*/ 33 h 33"/>
                <a:gd name="T10" fmla="*/ 9 w 34"/>
                <a:gd name="T11" fmla="*/ 33 h 33"/>
                <a:gd name="T12" fmla="*/ 9 w 34"/>
                <a:gd name="T13" fmla="*/ 33 h 33"/>
                <a:gd name="T14" fmla="*/ 29 w 34"/>
                <a:gd name="T15" fmla="*/ 33 h 33"/>
                <a:gd name="T16" fmla="*/ 34 w 34"/>
                <a:gd name="T17" fmla="*/ 29 h 33"/>
                <a:gd name="T18" fmla="*/ 29 w 34"/>
                <a:gd name="T19" fmla="*/ 24 h 33"/>
                <a:gd name="T20" fmla="*/ 9 w 34"/>
                <a:gd name="T21" fmla="*/ 24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 h="33">
                  <a:moveTo>
                    <a:pt x="9" y="24"/>
                  </a:moveTo>
                  <a:cubicBezTo>
                    <a:pt x="9" y="4"/>
                    <a:pt x="9" y="4"/>
                    <a:pt x="9" y="4"/>
                  </a:cubicBezTo>
                  <a:cubicBezTo>
                    <a:pt x="9" y="2"/>
                    <a:pt x="7" y="0"/>
                    <a:pt x="5" y="0"/>
                  </a:cubicBezTo>
                  <a:cubicBezTo>
                    <a:pt x="2" y="0"/>
                    <a:pt x="0" y="2"/>
                    <a:pt x="0" y="4"/>
                  </a:cubicBezTo>
                  <a:cubicBezTo>
                    <a:pt x="0" y="33"/>
                    <a:pt x="0" y="33"/>
                    <a:pt x="0" y="33"/>
                  </a:cubicBezTo>
                  <a:cubicBezTo>
                    <a:pt x="9" y="33"/>
                    <a:pt x="9" y="33"/>
                    <a:pt x="9" y="33"/>
                  </a:cubicBezTo>
                  <a:cubicBezTo>
                    <a:pt x="9" y="33"/>
                    <a:pt x="9" y="33"/>
                    <a:pt x="9" y="33"/>
                  </a:cubicBezTo>
                  <a:cubicBezTo>
                    <a:pt x="29" y="33"/>
                    <a:pt x="29" y="33"/>
                    <a:pt x="29" y="33"/>
                  </a:cubicBezTo>
                  <a:cubicBezTo>
                    <a:pt x="32" y="33"/>
                    <a:pt x="34" y="31"/>
                    <a:pt x="34" y="29"/>
                  </a:cubicBezTo>
                  <a:cubicBezTo>
                    <a:pt x="34" y="26"/>
                    <a:pt x="32" y="24"/>
                    <a:pt x="29" y="24"/>
                  </a:cubicBezTo>
                  <a:lnTo>
                    <a:pt x="9"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63" name="组合 1062"/>
          <p:cNvGrpSpPr/>
          <p:nvPr/>
        </p:nvGrpSpPr>
        <p:grpSpPr>
          <a:xfrm>
            <a:off x="10699718" y="4871628"/>
            <a:ext cx="407110" cy="373465"/>
            <a:chOff x="2468563" y="476250"/>
            <a:chExt cx="960437" cy="881063"/>
          </a:xfrm>
          <a:solidFill>
            <a:srgbClr val="707E84"/>
          </a:solidFill>
        </p:grpSpPr>
        <p:sp>
          <p:nvSpPr>
            <p:cNvPr id="1064" name="Freeform 21"/>
            <p:cNvSpPr>
              <a:spLocks noEditPoints="1"/>
            </p:cNvSpPr>
            <p:nvPr/>
          </p:nvSpPr>
          <p:spPr bwMode="auto">
            <a:xfrm>
              <a:off x="3006725" y="681038"/>
              <a:ext cx="279400" cy="279400"/>
            </a:xfrm>
            <a:custGeom>
              <a:avLst/>
              <a:gdLst>
                <a:gd name="T0" fmla="*/ 176 w 176"/>
                <a:gd name="T1" fmla="*/ 165 h 176"/>
                <a:gd name="T2" fmla="*/ 176 w 176"/>
                <a:gd name="T3" fmla="*/ 176 h 176"/>
                <a:gd name="T4" fmla="*/ 0 w 176"/>
                <a:gd name="T5" fmla="*/ 176 h 176"/>
                <a:gd name="T6" fmla="*/ 0 w 176"/>
                <a:gd name="T7" fmla="*/ 0 h 176"/>
                <a:gd name="T8" fmla="*/ 12 w 176"/>
                <a:gd name="T9" fmla="*/ 0 h 176"/>
                <a:gd name="T10" fmla="*/ 12 w 176"/>
                <a:gd name="T11" fmla="*/ 165 h 176"/>
                <a:gd name="T12" fmla="*/ 176 w 176"/>
                <a:gd name="T13" fmla="*/ 165 h 176"/>
                <a:gd name="T14" fmla="*/ 78 w 176"/>
                <a:gd name="T15" fmla="*/ 61 h 176"/>
                <a:gd name="T16" fmla="*/ 124 w 176"/>
                <a:gd name="T17" fmla="*/ 73 h 176"/>
                <a:gd name="T18" fmla="*/ 140 w 176"/>
                <a:gd name="T19" fmla="*/ 47 h 176"/>
                <a:gd name="T20" fmla="*/ 153 w 176"/>
                <a:gd name="T21" fmla="*/ 55 h 176"/>
                <a:gd name="T22" fmla="*/ 154 w 176"/>
                <a:gd name="T23" fmla="*/ 11 h 176"/>
                <a:gd name="T24" fmla="*/ 115 w 176"/>
                <a:gd name="T25" fmla="*/ 32 h 176"/>
                <a:gd name="T26" fmla="*/ 130 w 176"/>
                <a:gd name="T27" fmla="*/ 42 h 176"/>
                <a:gd name="T28" fmla="*/ 119 w 176"/>
                <a:gd name="T29" fmla="*/ 60 h 176"/>
                <a:gd name="T30" fmla="*/ 75 w 176"/>
                <a:gd name="T31" fmla="*/ 50 h 176"/>
                <a:gd name="T32" fmla="*/ 29 w 176"/>
                <a:gd name="T33" fmla="*/ 95 h 176"/>
                <a:gd name="T34" fmla="*/ 38 w 176"/>
                <a:gd name="T35" fmla="*/ 103 h 176"/>
                <a:gd name="T36" fmla="*/ 78 w 176"/>
                <a:gd name="T37" fmla="*/ 61 h 176"/>
                <a:gd name="T38" fmla="*/ 67 w 176"/>
                <a:gd name="T39" fmla="*/ 154 h 176"/>
                <a:gd name="T40" fmla="*/ 88 w 176"/>
                <a:gd name="T41" fmla="*/ 154 h 176"/>
                <a:gd name="T42" fmla="*/ 88 w 176"/>
                <a:gd name="T43" fmla="*/ 76 h 176"/>
                <a:gd name="T44" fmla="*/ 81 w 176"/>
                <a:gd name="T45" fmla="*/ 74 h 176"/>
                <a:gd name="T46" fmla="*/ 67 w 176"/>
                <a:gd name="T47" fmla="*/ 90 h 176"/>
                <a:gd name="T48" fmla="*/ 67 w 176"/>
                <a:gd name="T49" fmla="*/ 154 h 176"/>
                <a:gd name="T50" fmla="*/ 33 w 176"/>
                <a:gd name="T51" fmla="*/ 115 h 176"/>
                <a:gd name="T52" fmla="*/ 33 w 176"/>
                <a:gd name="T53" fmla="*/ 154 h 176"/>
                <a:gd name="T54" fmla="*/ 55 w 176"/>
                <a:gd name="T55" fmla="*/ 154 h 176"/>
                <a:gd name="T56" fmla="*/ 55 w 176"/>
                <a:gd name="T57" fmla="*/ 100 h 176"/>
                <a:gd name="T58" fmla="*/ 38 w 176"/>
                <a:gd name="T59" fmla="*/ 118 h 176"/>
                <a:gd name="T60" fmla="*/ 33 w 176"/>
                <a:gd name="T61" fmla="*/ 115 h 176"/>
                <a:gd name="T62" fmla="*/ 132 w 176"/>
                <a:gd name="T63" fmla="*/ 81 h 176"/>
                <a:gd name="T64" fmla="*/ 132 w 176"/>
                <a:gd name="T65" fmla="*/ 154 h 176"/>
                <a:gd name="T66" fmla="*/ 154 w 176"/>
                <a:gd name="T67" fmla="*/ 154 h 176"/>
                <a:gd name="T68" fmla="*/ 154 w 176"/>
                <a:gd name="T69" fmla="*/ 68 h 176"/>
                <a:gd name="T70" fmla="*/ 143 w 176"/>
                <a:gd name="T71" fmla="*/ 61 h 176"/>
                <a:gd name="T72" fmla="*/ 132 w 176"/>
                <a:gd name="T73" fmla="*/ 81 h 176"/>
                <a:gd name="T74" fmla="*/ 120 w 176"/>
                <a:gd name="T75" fmla="*/ 154 h 176"/>
                <a:gd name="T76" fmla="*/ 120 w 176"/>
                <a:gd name="T77" fmla="*/ 84 h 176"/>
                <a:gd name="T78" fmla="*/ 99 w 176"/>
                <a:gd name="T79" fmla="*/ 77 h 176"/>
                <a:gd name="T80" fmla="*/ 99 w 176"/>
                <a:gd name="T81" fmla="*/ 154 h 176"/>
                <a:gd name="T82" fmla="*/ 120 w 176"/>
                <a:gd name="T83" fmla="*/ 154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76" h="176">
                  <a:moveTo>
                    <a:pt x="176" y="165"/>
                  </a:moveTo>
                  <a:lnTo>
                    <a:pt x="176" y="176"/>
                  </a:lnTo>
                  <a:lnTo>
                    <a:pt x="0" y="176"/>
                  </a:lnTo>
                  <a:lnTo>
                    <a:pt x="0" y="0"/>
                  </a:lnTo>
                  <a:lnTo>
                    <a:pt x="12" y="0"/>
                  </a:lnTo>
                  <a:lnTo>
                    <a:pt x="12" y="165"/>
                  </a:lnTo>
                  <a:lnTo>
                    <a:pt x="176" y="165"/>
                  </a:lnTo>
                  <a:close/>
                  <a:moveTo>
                    <a:pt x="78" y="61"/>
                  </a:moveTo>
                  <a:lnTo>
                    <a:pt x="124" y="73"/>
                  </a:lnTo>
                  <a:lnTo>
                    <a:pt x="140" y="47"/>
                  </a:lnTo>
                  <a:lnTo>
                    <a:pt x="153" y="55"/>
                  </a:lnTo>
                  <a:lnTo>
                    <a:pt x="154" y="11"/>
                  </a:lnTo>
                  <a:lnTo>
                    <a:pt x="115" y="32"/>
                  </a:lnTo>
                  <a:lnTo>
                    <a:pt x="130" y="42"/>
                  </a:lnTo>
                  <a:lnTo>
                    <a:pt x="119" y="60"/>
                  </a:lnTo>
                  <a:lnTo>
                    <a:pt x="75" y="50"/>
                  </a:lnTo>
                  <a:lnTo>
                    <a:pt x="29" y="95"/>
                  </a:lnTo>
                  <a:lnTo>
                    <a:pt x="38" y="103"/>
                  </a:lnTo>
                  <a:lnTo>
                    <a:pt x="78" y="61"/>
                  </a:lnTo>
                  <a:close/>
                  <a:moveTo>
                    <a:pt x="67" y="154"/>
                  </a:moveTo>
                  <a:lnTo>
                    <a:pt x="88" y="154"/>
                  </a:lnTo>
                  <a:lnTo>
                    <a:pt x="88" y="76"/>
                  </a:lnTo>
                  <a:lnTo>
                    <a:pt x="81" y="74"/>
                  </a:lnTo>
                  <a:lnTo>
                    <a:pt x="67" y="90"/>
                  </a:lnTo>
                  <a:lnTo>
                    <a:pt x="67" y="154"/>
                  </a:lnTo>
                  <a:close/>
                  <a:moveTo>
                    <a:pt x="33" y="115"/>
                  </a:moveTo>
                  <a:lnTo>
                    <a:pt x="33" y="154"/>
                  </a:lnTo>
                  <a:lnTo>
                    <a:pt x="55" y="154"/>
                  </a:lnTo>
                  <a:lnTo>
                    <a:pt x="55" y="100"/>
                  </a:lnTo>
                  <a:lnTo>
                    <a:pt x="38" y="118"/>
                  </a:lnTo>
                  <a:lnTo>
                    <a:pt x="33" y="115"/>
                  </a:lnTo>
                  <a:close/>
                  <a:moveTo>
                    <a:pt x="132" y="81"/>
                  </a:moveTo>
                  <a:lnTo>
                    <a:pt x="132" y="154"/>
                  </a:lnTo>
                  <a:lnTo>
                    <a:pt x="154" y="154"/>
                  </a:lnTo>
                  <a:lnTo>
                    <a:pt x="154" y="68"/>
                  </a:lnTo>
                  <a:lnTo>
                    <a:pt x="143" y="61"/>
                  </a:lnTo>
                  <a:lnTo>
                    <a:pt x="132" y="81"/>
                  </a:lnTo>
                  <a:close/>
                  <a:moveTo>
                    <a:pt x="120" y="154"/>
                  </a:moveTo>
                  <a:lnTo>
                    <a:pt x="120" y="84"/>
                  </a:lnTo>
                  <a:lnTo>
                    <a:pt x="99" y="77"/>
                  </a:lnTo>
                  <a:lnTo>
                    <a:pt x="99" y="154"/>
                  </a:lnTo>
                  <a:lnTo>
                    <a:pt x="120" y="1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5" name="Freeform 22"/>
            <p:cNvSpPr>
              <a:spLocks noEditPoints="1"/>
            </p:cNvSpPr>
            <p:nvPr/>
          </p:nvSpPr>
          <p:spPr bwMode="auto">
            <a:xfrm>
              <a:off x="2468563" y="523875"/>
              <a:ext cx="960437" cy="833438"/>
            </a:xfrm>
            <a:custGeom>
              <a:avLst/>
              <a:gdLst>
                <a:gd name="T0" fmla="*/ 271 w 373"/>
                <a:gd name="T1" fmla="*/ 23 h 324"/>
                <a:gd name="T2" fmla="*/ 263 w 373"/>
                <a:gd name="T3" fmla="*/ 0 h 324"/>
                <a:gd name="T4" fmla="*/ 255 w 373"/>
                <a:gd name="T5" fmla="*/ 23 h 324"/>
                <a:gd name="T6" fmla="*/ 154 w 373"/>
                <a:gd name="T7" fmla="*/ 44 h 324"/>
                <a:gd name="T8" fmla="*/ 143 w 373"/>
                <a:gd name="T9" fmla="*/ 68 h 324"/>
                <a:gd name="T10" fmla="*/ 88 w 373"/>
                <a:gd name="T11" fmla="*/ 63 h 324"/>
                <a:gd name="T12" fmla="*/ 97 w 373"/>
                <a:gd name="T13" fmla="*/ 132 h 324"/>
                <a:gd name="T14" fmla="*/ 76 w 373"/>
                <a:gd name="T15" fmla="*/ 132 h 324"/>
                <a:gd name="T16" fmla="*/ 85 w 373"/>
                <a:gd name="T17" fmla="*/ 63 h 324"/>
                <a:gd name="T18" fmla="*/ 30 w 373"/>
                <a:gd name="T19" fmla="*/ 68 h 324"/>
                <a:gd name="T20" fmla="*/ 27 w 373"/>
                <a:gd name="T21" fmla="*/ 70 h 324"/>
                <a:gd name="T22" fmla="*/ 24 w 373"/>
                <a:gd name="T23" fmla="*/ 74 h 324"/>
                <a:gd name="T24" fmla="*/ 22 w 373"/>
                <a:gd name="T25" fmla="*/ 78 h 324"/>
                <a:gd name="T26" fmla="*/ 11 w 373"/>
                <a:gd name="T27" fmla="*/ 187 h 324"/>
                <a:gd name="T28" fmla="*/ 27 w 373"/>
                <a:gd name="T29" fmla="*/ 177 h 324"/>
                <a:gd name="T30" fmla="*/ 50 w 373"/>
                <a:gd name="T31" fmla="*/ 89 h 324"/>
                <a:gd name="T32" fmla="*/ 40 w 373"/>
                <a:gd name="T33" fmla="*/ 307 h 324"/>
                <a:gd name="T34" fmla="*/ 56 w 373"/>
                <a:gd name="T35" fmla="*/ 324 h 324"/>
                <a:gd name="T36" fmla="*/ 80 w 373"/>
                <a:gd name="T37" fmla="*/ 193 h 324"/>
                <a:gd name="T38" fmla="*/ 93 w 373"/>
                <a:gd name="T39" fmla="*/ 193 h 324"/>
                <a:gd name="T40" fmla="*/ 118 w 373"/>
                <a:gd name="T41" fmla="*/ 324 h 324"/>
                <a:gd name="T42" fmla="*/ 134 w 373"/>
                <a:gd name="T43" fmla="*/ 307 h 324"/>
                <a:gd name="T44" fmla="*/ 123 w 373"/>
                <a:gd name="T45" fmla="*/ 89 h 324"/>
                <a:gd name="T46" fmla="*/ 135 w 373"/>
                <a:gd name="T47" fmla="*/ 93 h 324"/>
                <a:gd name="T48" fmla="*/ 154 w 373"/>
                <a:gd name="T49" fmla="*/ 99 h 324"/>
                <a:gd name="T50" fmla="*/ 175 w 373"/>
                <a:gd name="T51" fmla="*/ 190 h 324"/>
                <a:gd name="T52" fmla="*/ 179 w 373"/>
                <a:gd name="T53" fmla="*/ 314 h 324"/>
                <a:gd name="T54" fmla="*/ 187 w 373"/>
                <a:gd name="T55" fmla="*/ 324 h 324"/>
                <a:gd name="T56" fmla="*/ 229 w 373"/>
                <a:gd name="T57" fmla="*/ 190 h 324"/>
                <a:gd name="T58" fmla="*/ 255 w 373"/>
                <a:gd name="T59" fmla="*/ 281 h 324"/>
                <a:gd name="T60" fmla="*/ 271 w 373"/>
                <a:gd name="T61" fmla="*/ 281 h 324"/>
                <a:gd name="T62" fmla="*/ 298 w 373"/>
                <a:gd name="T63" fmla="*/ 190 h 324"/>
                <a:gd name="T64" fmla="*/ 340 w 373"/>
                <a:gd name="T65" fmla="*/ 324 h 324"/>
                <a:gd name="T66" fmla="*/ 347 w 373"/>
                <a:gd name="T67" fmla="*/ 314 h 324"/>
                <a:gd name="T68" fmla="*/ 352 w 373"/>
                <a:gd name="T69" fmla="*/ 190 h 324"/>
                <a:gd name="T70" fmla="*/ 373 w 373"/>
                <a:gd name="T71" fmla="*/ 44 h 324"/>
                <a:gd name="T72" fmla="*/ 362 w 373"/>
                <a:gd name="T73" fmla="*/ 169 h 324"/>
                <a:gd name="T74" fmla="*/ 175 w 373"/>
                <a:gd name="T75" fmla="*/ 180 h 324"/>
                <a:gd name="T76" fmla="*/ 164 w 373"/>
                <a:gd name="T77" fmla="*/ 103 h 324"/>
                <a:gd name="T78" fmla="*/ 201 w 373"/>
                <a:gd name="T79" fmla="*/ 114 h 324"/>
                <a:gd name="T80" fmla="*/ 214 w 373"/>
                <a:gd name="T81" fmla="*/ 103 h 324"/>
                <a:gd name="T82" fmla="*/ 294 w 373"/>
                <a:gd name="T83" fmla="*/ 63 h 324"/>
                <a:gd name="T84" fmla="*/ 213 w 373"/>
                <a:gd name="T85" fmla="*/ 97 h 324"/>
                <a:gd name="T86" fmla="*/ 164 w 373"/>
                <a:gd name="T87" fmla="*/ 75 h 324"/>
                <a:gd name="T88" fmla="*/ 175 w 373"/>
                <a:gd name="T89" fmla="*/ 34 h 324"/>
                <a:gd name="T90" fmla="*/ 362 w 373"/>
                <a:gd name="T91" fmla="*/ 44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73" h="324">
                  <a:moveTo>
                    <a:pt x="352" y="23"/>
                  </a:moveTo>
                  <a:cubicBezTo>
                    <a:pt x="271" y="23"/>
                    <a:pt x="271" y="23"/>
                    <a:pt x="271" y="23"/>
                  </a:cubicBezTo>
                  <a:cubicBezTo>
                    <a:pt x="271" y="8"/>
                    <a:pt x="271" y="8"/>
                    <a:pt x="271" y="8"/>
                  </a:cubicBezTo>
                  <a:cubicBezTo>
                    <a:pt x="271" y="3"/>
                    <a:pt x="268" y="0"/>
                    <a:pt x="263" y="0"/>
                  </a:cubicBezTo>
                  <a:cubicBezTo>
                    <a:pt x="259" y="0"/>
                    <a:pt x="255" y="3"/>
                    <a:pt x="255" y="8"/>
                  </a:cubicBezTo>
                  <a:cubicBezTo>
                    <a:pt x="255" y="23"/>
                    <a:pt x="255" y="23"/>
                    <a:pt x="255" y="23"/>
                  </a:cubicBezTo>
                  <a:cubicBezTo>
                    <a:pt x="175" y="23"/>
                    <a:pt x="175" y="23"/>
                    <a:pt x="175" y="23"/>
                  </a:cubicBezTo>
                  <a:cubicBezTo>
                    <a:pt x="163" y="23"/>
                    <a:pt x="154" y="33"/>
                    <a:pt x="154" y="44"/>
                  </a:cubicBezTo>
                  <a:cubicBezTo>
                    <a:pt x="154" y="72"/>
                    <a:pt x="154" y="72"/>
                    <a:pt x="154" y="72"/>
                  </a:cubicBezTo>
                  <a:cubicBezTo>
                    <a:pt x="143" y="68"/>
                    <a:pt x="143" y="68"/>
                    <a:pt x="143" y="68"/>
                  </a:cubicBezTo>
                  <a:cubicBezTo>
                    <a:pt x="140" y="67"/>
                    <a:pt x="115" y="58"/>
                    <a:pt x="92" y="57"/>
                  </a:cubicBezTo>
                  <a:cubicBezTo>
                    <a:pt x="88" y="63"/>
                    <a:pt x="88" y="63"/>
                    <a:pt x="88" y="63"/>
                  </a:cubicBezTo>
                  <a:cubicBezTo>
                    <a:pt x="88" y="63"/>
                    <a:pt x="88" y="63"/>
                    <a:pt x="88" y="63"/>
                  </a:cubicBezTo>
                  <a:cubicBezTo>
                    <a:pt x="97" y="132"/>
                    <a:pt x="97" y="132"/>
                    <a:pt x="97" y="132"/>
                  </a:cubicBezTo>
                  <a:cubicBezTo>
                    <a:pt x="87" y="150"/>
                    <a:pt x="87" y="150"/>
                    <a:pt x="87" y="150"/>
                  </a:cubicBezTo>
                  <a:cubicBezTo>
                    <a:pt x="76" y="132"/>
                    <a:pt x="76" y="132"/>
                    <a:pt x="76" y="132"/>
                  </a:cubicBezTo>
                  <a:cubicBezTo>
                    <a:pt x="85" y="63"/>
                    <a:pt x="85" y="63"/>
                    <a:pt x="85" y="63"/>
                  </a:cubicBezTo>
                  <a:cubicBezTo>
                    <a:pt x="85" y="63"/>
                    <a:pt x="85" y="63"/>
                    <a:pt x="85" y="63"/>
                  </a:cubicBezTo>
                  <a:cubicBezTo>
                    <a:pt x="82" y="57"/>
                    <a:pt x="82" y="57"/>
                    <a:pt x="82" y="57"/>
                  </a:cubicBezTo>
                  <a:cubicBezTo>
                    <a:pt x="58" y="58"/>
                    <a:pt x="31" y="68"/>
                    <a:pt x="30" y="68"/>
                  </a:cubicBezTo>
                  <a:cubicBezTo>
                    <a:pt x="30" y="68"/>
                    <a:pt x="30" y="69"/>
                    <a:pt x="29" y="69"/>
                  </a:cubicBezTo>
                  <a:cubicBezTo>
                    <a:pt x="28" y="69"/>
                    <a:pt x="27" y="70"/>
                    <a:pt x="27" y="70"/>
                  </a:cubicBezTo>
                  <a:cubicBezTo>
                    <a:pt x="26" y="71"/>
                    <a:pt x="26" y="71"/>
                    <a:pt x="25" y="72"/>
                  </a:cubicBezTo>
                  <a:cubicBezTo>
                    <a:pt x="24" y="73"/>
                    <a:pt x="24" y="73"/>
                    <a:pt x="24" y="74"/>
                  </a:cubicBezTo>
                  <a:cubicBezTo>
                    <a:pt x="23" y="75"/>
                    <a:pt x="23" y="75"/>
                    <a:pt x="23" y="76"/>
                  </a:cubicBezTo>
                  <a:cubicBezTo>
                    <a:pt x="22" y="77"/>
                    <a:pt x="22" y="77"/>
                    <a:pt x="22" y="78"/>
                  </a:cubicBezTo>
                  <a:cubicBezTo>
                    <a:pt x="1" y="171"/>
                    <a:pt x="1" y="171"/>
                    <a:pt x="1" y="171"/>
                  </a:cubicBezTo>
                  <a:cubicBezTo>
                    <a:pt x="0" y="178"/>
                    <a:pt x="4" y="185"/>
                    <a:pt x="11" y="187"/>
                  </a:cubicBezTo>
                  <a:cubicBezTo>
                    <a:pt x="12" y="187"/>
                    <a:pt x="13" y="187"/>
                    <a:pt x="14" y="187"/>
                  </a:cubicBezTo>
                  <a:cubicBezTo>
                    <a:pt x="20" y="187"/>
                    <a:pt x="25" y="183"/>
                    <a:pt x="27" y="177"/>
                  </a:cubicBezTo>
                  <a:cubicBezTo>
                    <a:pt x="46" y="90"/>
                    <a:pt x="46" y="90"/>
                    <a:pt x="46" y="90"/>
                  </a:cubicBezTo>
                  <a:cubicBezTo>
                    <a:pt x="47" y="90"/>
                    <a:pt x="49" y="90"/>
                    <a:pt x="50" y="89"/>
                  </a:cubicBezTo>
                  <a:cubicBezTo>
                    <a:pt x="50" y="178"/>
                    <a:pt x="50" y="178"/>
                    <a:pt x="50" y="178"/>
                  </a:cubicBezTo>
                  <a:cubicBezTo>
                    <a:pt x="40" y="307"/>
                    <a:pt x="40" y="307"/>
                    <a:pt x="40" y="307"/>
                  </a:cubicBezTo>
                  <a:cubicBezTo>
                    <a:pt x="39" y="316"/>
                    <a:pt x="46" y="323"/>
                    <a:pt x="54" y="324"/>
                  </a:cubicBezTo>
                  <a:cubicBezTo>
                    <a:pt x="55" y="324"/>
                    <a:pt x="55" y="324"/>
                    <a:pt x="56" y="324"/>
                  </a:cubicBezTo>
                  <a:cubicBezTo>
                    <a:pt x="64" y="324"/>
                    <a:pt x="70" y="318"/>
                    <a:pt x="71" y="309"/>
                  </a:cubicBezTo>
                  <a:cubicBezTo>
                    <a:pt x="80" y="193"/>
                    <a:pt x="80" y="193"/>
                    <a:pt x="80" y="193"/>
                  </a:cubicBezTo>
                  <a:cubicBezTo>
                    <a:pt x="82" y="194"/>
                    <a:pt x="85" y="194"/>
                    <a:pt x="87" y="194"/>
                  </a:cubicBezTo>
                  <a:cubicBezTo>
                    <a:pt x="89" y="194"/>
                    <a:pt x="91" y="194"/>
                    <a:pt x="93" y="193"/>
                  </a:cubicBezTo>
                  <a:cubicBezTo>
                    <a:pt x="102" y="309"/>
                    <a:pt x="102" y="309"/>
                    <a:pt x="102" y="309"/>
                  </a:cubicBezTo>
                  <a:cubicBezTo>
                    <a:pt x="103" y="318"/>
                    <a:pt x="110" y="324"/>
                    <a:pt x="118" y="324"/>
                  </a:cubicBezTo>
                  <a:cubicBezTo>
                    <a:pt x="118" y="324"/>
                    <a:pt x="119" y="324"/>
                    <a:pt x="119" y="324"/>
                  </a:cubicBezTo>
                  <a:cubicBezTo>
                    <a:pt x="128" y="323"/>
                    <a:pt x="134" y="315"/>
                    <a:pt x="134" y="307"/>
                  </a:cubicBezTo>
                  <a:cubicBezTo>
                    <a:pt x="123" y="178"/>
                    <a:pt x="123" y="178"/>
                    <a:pt x="123" y="178"/>
                  </a:cubicBezTo>
                  <a:cubicBezTo>
                    <a:pt x="123" y="89"/>
                    <a:pt x="123" y="89"/>
                    <a:pt x="123" y="89"/>
                  </a:cubicBezTo>
                  <a:cubicBezTo>
                    <a:pt x="130" y="91"/>
                    <a:pt x="134" y="93"/>
                    <a:pt x="134" y="93"/>
                  </a:cubicBezTo>
                  <a:cubicBezTo>
                    <a:pt x="135" y="93"/>
                    <a:pt x="135" y="93"/>
                    <a:pt x="135" y="93"/>
                  </a:cubicBezTo>
                  <a:cubicBezTo>
                    <a:pt x="135" y="93"/>
                    <a:pt x="135" y="93"/>
                    <a:pt x="135" y="93"/>
                  </a:cubicBezTo>
                  <a:cubicBezTo>
                    <a:pt x="154" y="99"/>
                    <a:pt x="154" y="99"/>
                    <a:pt x="154" y="99"/>
                  </a:cubicBezTo>
                  <a:cubicBezTo>
                    <a:pt x="154" y="169"/>
                    <a:pt x="154" y="169"/>
                    <a:pt x="154" y="169"/>
                  </a:cubicBezTo>
                  <a:cubicBezTo>
                    <a:pt x="154" y="181"/>
                    <a:pt x="163" y="190"/>
                    <a:pt x="175" y="190"/>
                  </a:cubicBezTo>
                  <a:cubicBezTo>
                    <a:pt x="213" y="190"/>
                    <a:pt x="213" y="190"/>
                    <a:pt x="213" y="190"/>
                  </a:cubicBezTo>
                  <a:cubicBezTo>
                    <a:pt x="179" y="314"/>
                    <a:pt x="179" y="314"/>
                    <a:pt x="179" y="314"/>
                  </a:cubicBezTo>
                  <a:cubicBezTo>
                    <a:pt x="178" y="318"/>
                    <a:pt x="181" y="323"/>
                    <a:pt x="185" y="324"/>
                  </a:cubicBezTo>
                  <a:cubicBezTo>
                    <a:pt x="186" y="324"/>
                    <a:pt x="186" y="324"/>
                    <a:pt x="187" y="324"/>
                  </a:cubicBezTo>
                  <a:cubicBezTo>
                    <a:pt x="190" y="324"/>
                    <a:pt x="193" y="322"/>
                    <a:pt x="194" y="318"/>
                  </a:cubicBezTo>
                  <a:cubicBezTo>
                    <a:pt x="229" y="190"/>
                    <a:pt x="229" y="190"/>
                    <a:pt x="229" y="190"/>
                  </a:cubicBezTo>
                  <a:cubicBezTo>
                    <a:pt x="255" y="190"/>
                    <a:pt x="255" y="190"/>
                    <a:pt x="255" y="190"/>
                  </a:cubicBezTo>
                  <a:cubicBezTo>
                    <a:pt x="255" y="281"/>
                    <a:pt x="255" y="281"/>
                    <a:pt x="255" y="281"/>
                  </a:cubicBezTo>
                  <a:cubicBezTo>
                    <a:pt x="255" y="285"/>
                    <a:pt x="259" y="289"/>
                    <a:pt x="263" y="289"/>
                  </a:cubicBezTo>
                  <a:cubicBezTo>
                    <a:pt x="268" y="289"/>
                    <a:pt x="271" y="285"/>
                    <a:pt x="271" y="281"/>
                  </a:cubicBezTo>
                  <a:cubicBezTo>
                    <a:pt x="271" y="190"/>
                    <a:pt x="271" y="190"/>
                    <a:pt x="271" y="190"/>
                  </a:cubicBezTo>
                  <a:cubicBezTo>
                    <a:pt x="298" y="190"/>
                    <a:pt x="298" y="190"/>
                    <a:pt x="298" y="190"/>
                  </a:cubicBezTo>
                  <a:cubicBezTo>
                    <a:pt x="332" y="318"/>
                    <a:pt x="332" y="318"/>
                    <a:pt x="332" y="318"/>
                  </a:cubicBezTo>
                  <a:cubicBezTo>
                    <a:pt x="333" y="322"/>
                    <a:pt x="336" y="324"/>
                    <a:pt x="340" y="324"/>
                  </a:cubicBezTo>
                  <a:cubicBezTo>
                    <a:pt x="340" y="324"/>
                    <a:pt x="341" y="324"/>
                    <a:pt x="342" y="324"/>
                  </a:cubicBezTo>
                  <a:cubicBezTo>
                    <a:pt x="346" y="323"/>
                    <a:pt x="348" y="318"/>
                    <a:pt x="347" y="314"/>
                  </a:cubicBezTo>
                  <a:cubicBezTo>
                    <a:pt x="314" y="190"/>
                    <a:pt x="314" y="190"/>
                    <a:pt x="314" y="190"/>
                  </a:cubicBezTo>
                  <a:cubicBezTo>
                    <a:pt x="352" y="190"/>
                    <a:pt x="352" y="190"/>
                    <a:pt x="352" y="190"/>
                  </a:cubicBezTo>
                  <a:cubicBezTo>
                    <a:pt x="363" y="190"/>
                    <a:pt x="373" y="181"/>
                    <a:pt x="373" y="169"/>
                  </a:cubicBezTo>
                  <a:cubicBezTo>
                    <a:pt x="373" y="44"/>
                    <a:pt x="373" y="44"/>
                    <a:pt x="373" y="44"/>
                  </a:cubicBezTo>
                  <a:cubicBezTo>
                    <a:pt x="373" y="33"/>
                    <a:pt x="363" y="23"/>
                    <a:pt x="352" y="23"/>
                  </a:cubicBezTo>
                  <a:close/>
                  <a:moveTo>
                    <a:pt x="362" y="169"/>
                  </a:moveTo>
                  <a:cubicBezTo>
                    <a:pt x="362" y="175"/>
                    <a:pt x="358" y="180"/>
                    <a:pt x="352" y="180"/>
                  </a:cubicBezTo>
                  <a:cubicBezTo>
                    <a:pt x="175" y="180"/>
                    <a:pt x="175" y="180"/>
                    <a:pt x="175" y="180"/>
                  </a:cubicBezTo>
                  <a:cubicBezTo>
                    <a:pt x="169" y="180"/>
                    <a:pt x="164" y="175"/>
                    <a:pt x="164" y="169"/>
                  </a:cubicBezTo>
                  <a:cubicBezTo>
                    <a:pt x="164" y="103"/>
                    <a:pt x="164" y="103"/>
                    <a:pt x="164" y="103"/>
                  </a:cubicBezTo>
                  <a:cubicBezTo>
                    <a:pt x="197" y="114"/>
                    <a:pt x="197" y="114"/>
                    <a:pt x="197" y="114"/>
                  </a:cubicBezTo>
                  <a:cubicBezTo>
                    <a:pt x="199" y="114"/>
                    <a:pt x="200" y="114"/>
                    <a:pt x="201" y="114"/>
                  </a:cubicBezTo>
                  <a:cubicBezTo>
                    <a:pt x="207" y="114"/>
                    <a:pt x="212" y="111"/>
                    <a:pt x="214" y="105"/>
                  </a:cubicBezTo>
                  <a:cubicBezTo>
                    <a:pt x="214" y="104"/>
                    <a:pt x="214" y="103"/>
                    <a:pt x="214" y="103"/>
                  </a:cubicBezTo>
                  <a:cubicBezTo>
                    <a:pt x="292" y="66"/>
                    <a:pt x="292" y="66"/>
                    <a:pt x="292" y="66"/>
                  </a:cubicBezTo>
                  <a:cubicBezTo>
                    <a:pt x="294" y="66"/>
                    <a:pt x="294" y="64"/>
                    <a:pt x="294" y="63"/>
                  </a:cubicBezTo>
                  <a:cubicBezTo>
                    <a:pt x="293" y="62"/>
                    <a:pt x="291" y="61"/>
                    <a:pt x="290" y="62"/>
                  </a:cubicBezTo>
                  <a:cubicBezTo>
                    <a:pt x="213" y="97"/>
                    <a:pt x="213" y="97"/>
                    <a:pt x="213" y="97"/>
                  </a:cubicBezTo>
                  <a:cubicBezTo>
                    <a:pt x="212" y="93"/>
                    <a:pt x="210" y="90"/>
                    <a:pt x="205" y="89"/>
                  </a:cubicBezTo>
                  <a:cubicBezTo>
                    <a:pt x="164" y="75"/>
                    <a:pt x="164" y="75"/>
                    <a:pt x="164" y="75"/>
                  </a:cubicBezTo>
                  <a:cubicBezTo>
                    <a:pt x="164" y="44"/>
                    <a:pt x="164" y="44"/>
                    <a:pt x="164" y="44"/>
                  </a:cubicBezTo>
                  <a:cubicBezTo>
                    <a:pt x="164" y="38"/>
                    <a:pt x="169" y="34"/>
                    <a:pt x="175" y="34"/>
                  </a:cubicBezTo>
                  <a:cubicBezTo>
                    <a:pt x="352" y="34"/>
                    <a:pt x="352" y="34"/>
                    <a:pt x="352" y="34"/>
                  </a:cubicBezTo>
                  <a:cubicBezTo>
                    <a:pt x="358" y="34"/>
                    <a:pt x="362" y="38"/>
                    <a:pt x="362" y="44"/>
                  </a:cubicBezTo>
                  <a:cubicBezTo>
                    <a:pt x="362" y="169"/>
                    <a:pt x="362" y="169"/>
                    <a:pt x="362" y="1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6" name="Oval 23"/>
            <p:cNvSpPr>
              <a:spLocks noChangeArrowheads="1"/>
            </p:cNvSpPr>
            <p:nvPr/>
          </p:nvSpPr>
          <p:spPr bwMode="auto">
            <a:xfrm>
              <a:off x="2608263" y="476250"/>
              <a:ext cx="169862" cy="1857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67" name="组合 1066"/>
          <p:cNvGrpSpPr/>
          <p:nvPr/>
        </p:nvGrpSpPr>
        <p:grpSpPr>
          <a:xfrm>
            <a:off x="11204906" y="4876636"/>
            <a:ext cx="321384" cy="310205"/>
            <a:chOff x="3240088" y="2892426"/>
            <a:chExt cx="365126" cy="352425"/>
          </a:xfrm>
          <a:solidFill>
            <a:srgbClr val="707E84"/>
          </a:solidFill>
        </p:grpSpPr>
        <p:sp>
          <p:nvSpPr>
            <p:cNvPr id="1068" name="Freeform 3889"/>
            <p:cNvSpPr>
              <a:spLocks/>
            </p:cNvSpPr>
            <p:nvPr/>
          </p:nvSpPr>
          <p:spPr bwMode="auto">
            <a:xfrm>
              <a:off x="3259138" y="3087688"/>
              <a:ext cx="142875" cy="157163"/>
            </a:xfrm>
            <a:custGeom>
              <a:avLst/>
              <a:gdLst>
                <a:gd name="T0" fmla="*/ 33 w 38"/>
                <a:gd name="T1" fmla="*/ 0 h 42"/>
                <a:gd name="T2" fmla="*/ 33 w 38"/>
                <a:gd name="T3" fmla="*/ 34 h 42"/>
                <a:gd name="T4" fmla="*/ 30 w 38"/>
                <a:gd name="T5" fmla="*/ 37 h 42"/>
                <a:gd name="T6" fmla="*/ 27 w 38"/>
                <a:gd name="T7" fmla="*/ 37 h 42"/>
                <a:gd name="T8" fmla="*/ 27 w 38"/>
                <a:gd name="T9" fmla="*/ 0 h 42"/>
                <a:gd name="T10" fmla="*/ 22 w 38"/>
                <a:gd name="T11" fmla="*/ 0 h 42"/>
                <a:gd name="T12" fmla="*/ 22 w 38"/>
                <a:gd name="T13" fmla="*/ 37 h 42"/>
                <a:gd name="T14" fmla="*/ 15 w 38"/>
                <a:gd name="T15" fmla="*/ 37 h 42"/>
                <a:gd name="T16" fmla="*/ 15 w 38"/>
                <a:gd name="T17" fmla="*/ 0 h 42"/>
                <a:gd name="T18" fmla="*/ 11 w 38"/>
                <a:gd name="T19" fmla="*/ 0 h 42"/>
                <a:gd name="T20" fmla="*/ 11 w 38"/>
                <a:gd name="T21" fmla="*/ 37 h 42"/>
                <a:gd name="T22" fmla="*/ 9 w 38"/>
                <a:gd name="T23" fmla="*/ 37 h 42"/>
                <a:gd name="T24" fmla="*/ 5 w 38"/>
                <a:gd name="T25" fmla="*/ 34 h 42"/>
                <a:gd name="T26" fmla="*/ 5 w 38"/>
                <a:gd name="T27" fmla="*/ 0 h 42"/>
                <a:gd name="T28" fmla="*/ 0 w 38"/>
                <a:gd name="T29" fmla="*/ 0 h 42"/>
                <a:gd name="T30" fmla="*/ 0 w 38"/>
                <a:gd name="T31" fmla="*/ 34 h 42"/>
                <a:gd name="T32" fmla="*/ 9 w 38"/>
                <a:gd name="T33" fmla="*/ 42 h 42"/>
                <a:gd name="T34" fmla="*/ 30 w 38"/>
                <a:gd name="T35" fmla="*/ 42 h 42"/>
                <a:gd name="T36" fmla="*/ 38 w 38"/>
                <a:gd name="T37" fmla="*/ 34 h 42"/>
                <a:gd name="T38" fmla="*/ 38 w 38"/>
                <a:gd name="T39" fmla="*/ 0 h 42"/>
                <a:gd name="T40" fmla="*/ 33 w 38"/>
                <a:gd name="T4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 h="42">
                  <a:moveTo>
                    <a:pt x="33" y="0"/>
                  </a:moveTo>
                  <a:cubicBezTo>
                    <a:pt x="33" y="34"/>
                    <a:pt x="33" y="34"/>
                    <a:pt x="33" y="34"/>
                  </a:cubicBezTo>
                  <a:cubicBezTo>
                    <a:pt x="33" y="35"/>
                    <a:pt x="32" y="37"/>
                    <a:pt x="30" y="37"/>
                  </a:cubicBezTo>
                  <a:cubicBezTo>
                    <a:pt x="27" y="37"/>
                    <a:pt x="27" y="37"/>
                    <a:pt x="27" y="37"/>
                  </a:cubicBezTo>
                  <a:cubicBezTo>
                    <a:pt x="27" y="0"/>
                    <a:pt x="27" y="0"/>
                    <a:pt x="27" y="0"/>
                  </a:cubicBezTo>
                  <a:cubicBezTo>
                    <a:pt x="22" y="0"/>
                    <a:pt x="22" y="0"/>
                    <a:pt x="22" y="0"/>
                  </a:cubicBezTo>
                  <a:cubicBezTo>
                    <a:pt x="22" y="37"/>
                    <a:pt x="22" y="37"/>
                    <a:pt x="22" y="37"/>
                  </a:cubicBezTo>
                  <a:cubicBezTo>
                    <a:pt x="15" y="37"/>
                    <a:pt x="15" y="37"/>
                    <a:pt x="15" y="37"/>
                  </a:cubicBezTo>
                  <a:cubicBezTo>
                    <a:pt x="15" y="0"/>
                    <a:pt x="15" y="0"/>
                    <a:pt x="15" y="0"/>
                  </a:cubicBezTo>
                  <a:cubicBezTo>
                    <a:pt x="11" y="0"/>
                    <a:pt x="11" y="0"/>
                    <a:pt x="11" y="0"/>
                  </a:cubicBezTo>
                  <a:cubicBezTo>
                    <a:pt x="11" y="37"/>
                    <a:pt x="11" y="37"/>
                    <a:pt x="11" y="37"/>
                  </a:cubicBezTo>
                  <a:cubicBezTo>
                    <a:pt x="9" y="37"/>
                    <a:pt x="9" y="37"/>
                    <a:pt x="9" y="37"/>
                  </a:cubicBezTo>
                  <a:cubicBezTo>
                    <a:pt x="7" y="37"/>
                    <a:pt x="5" y="35"/>
                    <a:pt x="5" y="34"/>
                  </a:cubicBezTo>
                  <a:cubicBezTo>
                    <a:pt x="5" y="0"/>
                    <a:pt x="5" y="0"/>
                    <a:pt x="5" y="0"/>
                  </a:cubicBezTo>
                  <a:cubicBezTo>
                    <a:pt x="0" y="0"/>
                    <a:pt x="0" y="0"/>
                    <a:pt x="0" y="0"/>
                  </a:cubicBezTo>
                  <a:cubicBezTo>
                    <a:pt x="0" y="34"/>
                    <a:pt x="0" y="34"/>
                    <a:pt x="0" y="34"/>
                  </a:cubicBezTo>
                  <a:cubicBezTo>
                    <a:pt x="0" y="38"/>
                    <a:pt x="4" y="42"/>
                    <a:pt x="9" y="42"/>
                  </a:cubicBezTo>
                  <a:cubicBezTo>
                    <a:pt x="30" y="42"/>
                    <a:pt x="30" y="42"/>
                    <a:pt x="30" y="42"/>
                  </a:cubicBezTo>
                  <a:cubicBezTo>
                    <a:pt x="34" y="42"/>
                    <a:pt x="38" y="38"/>
                    <a:pt x="38" y="34"/>
                  </a:cubicBezTo>
                  <a:cubicBezTo>
                    <a:pt x="38" y="0"/>
                    <a:pt x="38" y="0"/>
                    <a:pt x="38" y="0"/>
                  </a:cubicBezTo>
                  <a:lnTo>
                    <a:pt x="3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9" name="Freeform 3890"/>
            <p:cNvSpPr>
              <a:spLocks/>
            </p:cNvSpPr>
            <p:nvPr/>
          </p:nvSpPr>
          <p:spPr bwMode="auto">
            <a:xfrm>
              <a:off x="3240088" y="3071813"/>
              <a:ext cx="180975" cy="19050"/>
            </a:xfrm>
            <a:custGeom>
              <a:avLst/>
              <a:gdLst>
                <a:gd name="T0" fmla="*/ 45 w 48"/>
                <a:gd name="T1" fmla="*/ 5 h 5"/>
                <a:gd name="T2" fmla="*/ 3 w 48"/>
                <a:gd name="T3" fmla="*/ 5 h 5"/>
                <a:gd name="T4" fmla="*/ 0 w 48"/>
                <a:gd name="T5" fmla="*/ 2 h 5"/>
                <a:gd name="T6" fmla="*/ 3 w 48"/>
                <a:gd name="T7" fmla="*/ 0 h 5"/>
                <a:gd name="T8" fmla="*/ 45 w 48"/>
                <a:gd name="T9" fmla="*/ 0 h 5"/>
                <a:gd name="T10" fmla="*/ 48 w 48"/>
                <a:gd name="T11" fmla="*/ 2 h 5"/>
                <a:gd name="T12" fmla="*/ 45 w 48"/>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48" h="5">
                  <a:moveTo>
                    <a:pt x="45" y="5"/>
                  </a:moveTo>
                  <a:cubicBezTo>
                    <a:pt x="3" y="5"/>
                    <a:pt x="3" y="5"/>
                    <a:pt x="3" y="5"/>
                  </a:cubicBezTo>
                  <a:cubicBezTo>
                    <a:pt x="2" y="5"/>
                    <a:pt x="0" y="4"/>
                    <a:pt x="0" y="2"/>
                  </a:cubicBezTo>
                  <a:cubicBezTo>
                    <a:pt x="0" y="1"/>
                    <a:pt x="2" y="0"/>
                    <a:pt x="3" y="0"/>
                  </a:cubicBezTo>
                  <a:cubicBezTo>
                    <a:pt x="45" y="0"/>
                    <a:pt x="45" y="0"/>
                    <a:pt x="45" y="0"/>
                  </a:cubicBezTo>
                  <a:cubicBezTo>
                    <a:pt x="47" y="0"/>
                    <a:pt x="48" y="1"/>
                    <a:pt x="48" y="2"/>
                  </a:cubicBezTo>
                  <a:cubicBezTo>
                    <a:pt x="48" y="4"/>
                    <a:pt x="47" y="5"/>
                    <a:pt x="4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0" name="Freeform 3891"/>
            <p:cNvSpPr>
              <a:spLocks noEditPoints="1"/>
            </p:cNvSpPr>
            <p:nvPr/>
          </p:nvSpPr>
          <p:spPr bwMode="auto">
            <a:xfrm>
              <a:off x="3368676" y="2970213"/>
              <a:ext cx="236538" cy="274638"/>
            </a:xfrm>
            <a:custGeom>
              <a:avLst/>
              <a:gdLst>
                <a:gd name="T0" fmla="*/ 62 w 63"/>
                <a:gd name="T1" fmla="*/ 14 h 73"/>
                <a:gd name="T2" fmla="*/ 45 w 63"/>
                <a:gd name="T3" fmla="*/ 1 h 73"/>
                <a:gd name="T4" fmla="*/ 43 w 63"/>
                <a:gd name="T5" fmla="*/ 0 h 73"/>
                <a:gd name="T6" fmla="*/ 43 w 63"/>
                <a:gd name="T7" fmla="*/ 0 h 73"/>
                <a:gd name="T8" fmla="*/ 30 w 63"/>
                <a:gd name="T9" fmla="*/ 0 h 73"/>
                <a:gd name="T10" fmla="*/ 30 w 63"/>
                <a:gd name="T11" fmla="*/ 0 h 73"/>
                <a:gd name="T12" fmla="*/ 26 w 63"/>
                <a:gd name="T13" fmla="*/ 2 h 73"/>
                <a:gd name="T14" fmla="*/ 16 w 63"/>
                <a:gd name="T15" fmla="*/ 15 h 73"/>
                <a:gd name="T16" fmla="*/ 7 w 63"/>
                <a:gd name="T17" fmla="*/ 5 h 73"/>
                <a:gd name="T18" fmla="*/ 1 w 63"/>
                <a:gd name="T19" fmla="*/ 5 h 73"/>
                <a:gd name="T20" fmla="*/ 1 w 63"/>
                <a:gd name="T21" fmla="*/ 11 h 73"/>
                <a:gd name="T22" fmla="*/ 13 w 63"/>
                <a:gd name="T23" fmla="*/ 24 h 73"/>
                <a:gd name="T24" fmla="*/ 16 w 63"/>
                <a:gd name="T25" fmla="*/ 25 h 73"/>
                <a:gd name="T26" fmla="*/ 16 w 63"/>
                <a:gd name="T27" fmla="*/ 25 h 73"/>
                <a:gd name="T28" fmla="*/ 19 w 63"/>
                <a:gd name="T29" fmla="*/ 23 h 73"/>
                <a:gd name="T30" fmla="*/ 26 w 63"/>
                <a:gd name="T31" fmla="*/ 15 h 73"/>
                <a:gd name="T32" fmla="*/ 26 w 63"/>
                <a:gd name="T33" fmla="*/ 69 h 73"/>
                <a:gd name="T34" fmla="*/ 30 w 63"/>
                <a:gd name="T35" fmla="*/ 73 h 73"/>
                <a:gd name="T36" fmla="*/ 35 w 63"/>
                <a:gd name="T37" fmla="*/ 69 h 73"/>
                <a:gd name="T38" fmla="*/ 35 w 63"/>
                <a:gd name="T39" fmla="*/ 37 h 73"/>
                <a:gd name="T40" fmla="*/ 37 w 63"/>
                <a:gd name="T41" fmla="*/ 37 h 73"/>
                <a:gd name="T42" fmla="*/ 37 w 63"/>
                <a:gd name="T43" fmla="*/ 69 h 73"/>
                <a:gd name="T44" fmla="*/ 42 w 63"/>
                <a:gd name="T45" fmla="*/ 73 h 73"/>
                <a:gd name="T46" fmla="*/ 46 w 63"/>
                <a:gd name="T47" fmla="*/ 69 h 73"/>
                <a:gd name="T48" fmla="*/ 46 w 63"/>
                <a:gd name="T49" fmla="*/ 34 h 73"/>
                <a:gd name="T50" fmla="*/ 47 w 63"/>
                <a:gd name="T51" fmla="*/ 34 h 73"/>
                <a:gd name="T52" fmla="*/ 49 w 63"/>
                <a:gd name="T53" fmla="*/ 33 h 73"/>
                <a:gd name="T54" fmla="*/ 62 w 63"/>
                <a:gd name="T55" fmla="*/ 20 h 73"/>
                <a:gd name="T56" fmla="*/ 63 w 63"/>
                <a:gd name="T57" fmla="*/ 17 h 73"/>
                <a:gd name="T58" fmla="*/ 62 w 63"/>
                <a:gd name="T59" fmla="*/ 14 h 73"/>
                <a:gd name="T60" fmla="*/ 46 w 63"/>
                <a:gd name="T61" fmla="*/ 24 h 73"/>
                <a:gd name="T62" fmla="*/ 46 w 63"/>
                <a:gd name="T63" fmla="*/ 12 h 73"/>
                <a:gd name="T64" fmla="*/ 53 w 63"/>
                <a:gd name="T65" fmla="*/ 18 h 73"/>
                <a:gd name="T66" fmla="*/ 46 w 63"/>
                <a:gd name="T67" fmla="*/ 24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3" h="73">
                  <a:moveTo>
                    <a:pt x="62" y="14"/>
                  </a:moveTo>
                  <a:cubicBezTo>
                    <a:pt x="45" y="1"/>
                    <a:pt x="45" y="1"/>
                    <a:pt x="45" y="1"/>
                  </a:cubicBezTo>
                  <a:cubicBezTo>
                    <a:pt x="44" y="0"/>
                    <a:pt x="44" y="0"/>
                    <a:pt x="43" y="0"/>
                  </a:cubicBezTo>
                  <a:cubicBezTo>
                    <a:pt x="43" y="0"/>
                    <a:pt x="43" y="0"/>
                    <a:pt x="43" y="0"/>
                  </a:cubicBezTo>
                  <a:cubicBezTo>
                    <a:pt x="30" y="0"/>
                    <a:pt x="30" y="0"/>
                    <a:pt x="30" y="0"/>
                  </a:cubicBezTo>
                  <a:cubicBezTo>
                    <a:pt x="30" y="0"/>
                    <a:pt x="30" y="0"/>
                    <a:pt x="30" y="0"/>
                  </a:cubicBezTo>
                  <a:cubicBezTo>
                    <a:pt x="29" y="0"/>
                    <a:pt x="27" y="1"/>
                    <a:pt x="26" y="2"/>
                  </a:cubicBezTo>
                  <a:cubicBezTo>
                    <a:pt x="16" y="15"/>
                    <a:pt x="16" y="15"/>
                    <a:pt x="16" y="15"/>
                  </a:cubicBezTo>
                  <a:cubicBezTo>
                    <a:pt x="7" y="5"/>
                    <a:pt x="7" y="5"/>
                    <a:pt x="7" y="5"/>
                  </a:cubicBezTo>
                  <a:cubicBezTo>
                    <a:pt x="5" y="4"/>
                    <a:pt x="3" y="4"/>
                    <a:pt x="1" y="5"/>
                  </a:cubicBezTo>
                  <a:cubicBezTo>
                    <a:pt x="0" y="7"/>
                    <a:pt x="0" y="9"/>
                    <a:pt x="1" y="11"/>
                  </a:cubicBezTo>
                  <a:cubicBezTo>
                    <a:pt x="13" y="24"/>
                    <a:pt x="13" y="24"/>
                    <a:pt x="13" y="24"/>
                  </a:cubicBezTo>
                  <a:cubicBezTo>
                    <a:pt x="14" y="24"/>
                    <a:pt x="15" y="25"/>
                    <a:pt x="16" y="25"/>
                  </a:cubicBezTo>
                  <a:cubicBezTo>
                    <a:pt x="16" y="25"/>
                    <a:pt x="16" y="25"/>
                    <a:pt x="16" y="25"/>
                  </a:cubicBezTo>
                  <a:cubicBezTo>
                    <a:pt x="18" y="25"/>
                    <a:pt x="19" y="24"/>
                    <a:pt x="19" y="23"/>
                  </a:cubicBezTo>
                  <a:cubicBezTo>
                    <a:pt x="26" y="15"/>
                    <a:pt x="26" y="15"/>
                    <a:pt x="26" y="15"/>
                  </a:cubicBezTo>
                  <a:cubicBezTo>
                    <a:pt x="26" y="69"/>
                    <a:pt x="26" y="69"/>
                    <a:pt x="26" y="69"/>
                  </a:cubicBezTo>
                  <a:cubicBezTo>
                    <a:pt x="26" y="71"/>
                    <a:pt x="28" y="73"/>
                    <a:pt x="30" y="73"/>
                  </a:cubicBezTo>
                  <a:cubicBezTo>
                    <a:pt x="33" y="73"/>
                    <a:pt x="35" y="71"/>
                    <a:pt x="35" y="69"/>
                  </a:cubicBezTo>
                  <a:cubicBezTo>
                    <a:pt x="35" y="37"/>
                    <a:pt x="35" y="37"/>
                    <a:pt x="35" y="37"/>
                  </a:cubicBezTo>
                  <a:cubicBezTo>
                    <a:pt x="37" y="37"/>
                    <a:pt x="37" y="37"/>
                    <a:pt x="37" y="37"/>
                  </a:cubicBezTo>
                  <a:cubicBezTo>
                    <a:pt x="37" y="69"/>
                    <a:pt x="37" y="69"/>
                    <a:pt x="37" y="69"/>
                  </a:cubicBezTo>
                  <a:cubicBezTo>
                    <a:pt x="37" y="71"/>
                    <a:pt x="39" y="73"/>
                    <a:pt x="42" y="73"/>
                  </a:cubicBezTo>
                  <a:cubicBezTo>
                    <a:pt x="44" y="73"/>
                    <a:pt x="46" y="71"/>
                    <a:pt x="46" y="69"/>
                  </a:cubicBezTo>
                  <a:cubicBezTo>
                    <a:pt x="46" y="34"/>
                    <a:pt x="46" y="34"/>
                    <a:pt x="46" y="34"/>
                  </a:cubicBezTo>
                  <a:cubicBezTo>
                    <a:pt x="46" y="34"/>
                    <a:pt x="47" y="34"/>
                    <a:pt x="47" y="34"/>
                  </a:cubicBezTo>
                  <a:cubicBezTo>
                    <a:pt x="48" y="34"/>
                    <a:pt x="49" y="33"/>
                    <a:pt x="49" y="33"/>
                  </a:cubicBezTo>
                  <a:cubicBezTo>
                    <a:pt x="62" y="20"/>
                    <a:pt x="62" y="20"/>
                    <a:pt x="62" y="20"/>
                  </a:cubicBezTo>
                  <a:cubicBezTo>
                    <a:pt x="63" y="19"/>
                    <a:pt x="63" y="18"/>
                    <a:pt x="63" y="17"/>
                  </a:cubicBezTo>
                  <a:cubicBezTo>
                    <a:pt x="63" y="16"/>
                    <a:pt x="63" y="15"/>
                    <a:pt x="62" y="14"/>
                  </a:cubicBezTo>
                  <a:close/>
                  <a:moveTo>
                    <a:pt x="46" y="24"/>
                  </a:moveTo>
                  <a:cubicBezTo>
                    <a:pt x="46" y="12"/>
                    <a:pt x="46" y="12"/>
                    <a:pt x="46" y="12"/>
                  </a:cubicBezTo>
                  <a:cubicBezTo>
                    <a:pt x="53" y="18"/>
                    <a:pt x="53" y="18"/>
                    <a:pt x="53" y="18"/>
                  </a:cubicBezTo>
                  <a:lnTo>
                    <a:pt x="46"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1" name="Oval 3892"/>
            <p:cNvSpPr>
              <a:spLocks noChangeArrowheads="1"/>
            </p:cNvSpPr>
            <p:nvPr/>
          </p:nvSpPr>
          <p:spPr bwMode="auto">
            <a:xfrm>
              <a:off x="3465513" y="2892426"/>
              <a:ext cx="71438" cy="714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2" name="Freeform 3893"/>
            <p:cNvSpPr>
              <a:spLocks/>
            </p:cNvSpPr>
            <p:nvPr/>
          </p:nvSpPr>
          <p:spPr bwMode="auto">
            <a:xfrm>
              <a:off x="3305176" y="3000376"/>
              <a:ext cx="63500" cy="60325"/>
            </a:xfrm>
            <a:custGeom>
              <a:avLst/>
              <a:gdLst>
                <a:gd name="T0" fmla="*/ 12 w 17"/>
                <a:gd name="T1" fmla="*/ 8 h 16"/>
                <a:gd name="T2" fmla="*/ 13 w 17"/>
                <a:gd name="T3" fmla="*/ 0 h 16"/>
                <a:gd name="T4" fmla="*/ 5 w 17"/>
                <a:gd name="T5" fmla="*/ 1 h 16"/>
                <a:gd name="T6" fmla="*/ 9 w 17"/>
                <a:gd name="T7" fmla="*/ 5 h 16"/>
                <a:gd name="T8" fmla="*/ 0 w 17"/>
                <a:gd name="T9" fmla="*/ 8 h 16"/>
                <a:gd name="T10" fmla="*/ 5 w 17"/>
                <a:gd name="T11" fmla="*/ 15 h 16"/>
                <a:gd name="T12" fmla="*/ 15 w 17"/>
                <a:gd name="T13" fmla="*/ 16 h 16"/>
                <a:gd name="T14" fmla="*/ 17 w 17"/>
                <a:gd name="T15" fmla="*/ 12 h 16"/>
                <a:gd name="T16" fmla="*/ 12 w 17"/>
                <a:gd name="T17" fmla="*/ 11 h 16"/>
                <a:gd name="T18" fmla="*/ 15 w 17"/>
                <a:gd name="T19" fmla="*/ 8 h 16"/>
                <a:gd name="T20" fmla="*/ 12 w 17"/>
                <a:gd name="T2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6">
                  <a:moveTo>
                    <a:pt x="12" y="8"/>
                  </a:moveTo>
                  <a:cubicBezTo>
                    <a:pt x="13" y="0"/>
                    <a:pt x="13" y="0"/>
                    <a:pt x="13" y="0"/>
                  </a:cubicBezTo>
                  <a:cubicBezTo>
                    <a:pt x="5" y="1"/>
                    <a:pt x="5" y="1"/>
                    <a:pt x="5" y="1"/>
                  </a:cubicBezTo>
                  <a:cubicBezTo>
                    <a:pt x="9" y="5"/>
                    <a:pt x="9" y="5"/>
                    <a:pt x="9" y="5"/>
                  </a:cubicBezTo>
                  <a:cubicBezTo>
                    <a:pt x="0" y="8"/>
                    <a:pt x="0" y="8"/>
                    <a:pt x="0" y="8"/>
                  </a:cubicBezTo>
                  <a:cubicBezTo>
                    <a:pt x="5" y="15"/>
                    <a:pt x="5" y="15"/>
                    <a:pt x="5" y="15"/>
                  </a:cubicBezTo>
                  <a:cubicBezTo>
                    <a:pt x="7" y="12"/>
                    <a:pt x="15" y="16"/>
                    <a:pt x="15" y="16"/>
                  </a:cubicBezTo>
                  <a:cubicBezTo>
                    <a:pt x="17" y="12"/>
                    <a:pt x="17" y="12"/>
                    <a:pt x="17" y="12"/>
                  </a:cubicBezTo>
                  <a:cubicBezTo>
                    <a:pt x="12" y="11"/>
                    <a:pt x="12" y="11"/>
                    <a:pt x="12" y="11"/>
                  </a:cubicBezTo>
                  <a:cubicBezTo>
                    <a:pt x="15" y="8"/>
                    <a:pt x="15" y="8"/>
                    <a:pt x="15" y="8"/>
                  </a:cubicBezTo>
                  <a:lnTo>
                    <a:pt x="12"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73" name="组合 1072"/>
          <p:cNvGrpSpPr/>
          <p:nvPr/>
        </p:nvGrpSpPr>
        <p:grpSpPr>
          <a:xfrm>
            <a:off x="11203577" y="5355922"/>
            <a:ext cx="280066" cy="299754"/>
            <a:chOff x="6491289" y="457200"/>
            <a:chExt cx="1106488" cy="1184273"/>
          </a:xfrm>
          <a:solidFill>
            <a:srgbClr val="707E84"/>
          </a:solidFill>
        </p:grpSpPr>
        <p:sp>
          <p:nvSpPr>
            <p:cNvPr id="1074" name="Freeform 12"/>
            <p:cNvSpPr>
              <a:spLocks noEditPoints="1"/>
            </p:cNvSpPr>
            <p:nvPr/>
          </p:nvSpPr>
          <p:spPr bwMode="auto">
            <a:xfrm>
              <a:off x="6600827" y="573087"/>
              <a:ext cx="996950" cy="1068386"/>
            </a:xfrm>
            <a:custGeom>
              <a:avLst/>
              <a:gdLst>
                <a:gd name="T0" fmla="*/ 260 w 266"/>
                <a:gd name="T1" fmla="*/ 57 h 285"/>
                <a:gd name="T2" fmla="*/ 206 w 266"/>
                <a:gd name="T3" fmla="*/ 6 h 285"/>
                <a:gd name="T4" fmla="*/ 186 w 266"/>
                <a:gd name="T5" fmla="*/ 7 h 285"/>
                <a:gd name="T6" fmla="*/ 127 w 266"/>
                <a:gd name="T7" fmla="*/ 81 h 285"/>
                <a:gd name="T8" fmla="*/ 129 w 266"/>
                <a:gd name="T9" fmla="*/ 103 h 285"/>
                <a:gd name="T10" fmla="*/ 142 w 266"/>
                <a:gd name="T11" fmla="*/ 116 h 285"/>
                <a:gd name="T12" fmla="*/ 111 w 266"/>
                <a:gd name="T13" fmla="*/ 150 h 285"/>
                <a:gd name="T14" fmla="*/ 96 w 266"/>
                <a:gd name="T15" fmla="*/ 158 h 285"/>
                <a:gd name="T16" fmla="*/ 7 w 266"/>
                <a:gd name="T17" fmla="*/ 249 h 285"/>
                <a:gd name="T18" fmla="*/ 10 w 266"/>
                <a:gd name="T19" fmla="*/ 278 h 285"/>
                <a:gd name="T20" fmla="*/ 38 w 266"/>
                <a:gd name="T21" fmla="*/ 277 h 285"/>
                <a:gd name="T22" fmla="*/ 118 w 266"/>
                <a:gd name="T23" fmla="*/ 175 h 285"/>
                <a:gd name="T24" fmla="*/ 123 w 266"/>
                <a:gd name="T25" fmla="*/ 159 h 285"/>
                <a:gd name="T26" fmla="*/ 154 w 266"/>
                <a:gd name="T27" fmla="*/ 126 h 285"/>
                <a:gd name="T28" fmla="*/ 165 w 266"/>
                <a:gd name="T29" fmla="*/ 137 h 285"/>
                <a:gd name="T30" fmla="*/ 188 w 266"/>
                <a:gd name="T31" fmla="*/ 138 h 285"/>
                <a:gd name="T32" fmla="*/ 260 w 266"/>
                <a:gd name="T33" fmla="*/ 77 h 285"/>
                <a:gd name="T34" fmla="*/ 260 w 266"/>
                <a:gd name="T35" fmla="*/ 57 h 285"/>
                <a:gd name="T36" fmla="*/ 146 w 266"/>
                <a:gd name="T37" fmla="*/ 83 h 285"/>
                <a:gd name="T38" fmla="*/ 193 w 266"/>
                <a:gd name="T39" fmla="*/ 27 h 285"/>
                <a:gd name="T40" fmla="*/ 206 w 266"/>
                <a:gd name="T41" fmla="*/ 24 h 285"/>
                <a:gd name="T42" fmla="*/ 204 w 266"/>
                <a:gd name="T43" fmla="*/ 37 h 285"/>
                <a:gd name="T44" fmla="*/ 154 w 266"/>
                <a:gd name="T45" fmla="*/ 90 h 285"/>
                <a:gd name="T46" fmla="*/ 143 w 266"/>
                <a:gd name="T47" fmla="*/ 94 h 285"/>
                <a:gd name="T48" fmla="*/ 146 w 266"/>
                <a:gd name="T49" fmla="*/ 83 h 285"/>
                <a:gd name="T50" fmla="*/ 160 w 266"/>
                <a:gd name="T51" fmla="*/ 110 h 285"/>
                <a:gd name="T52" fmla="*/ 163 w 266"/>
                <a:gd name="T53" fmla="*/ 98 h 285"/>
                <a:gd name="T54" fmla="*/ 211 w 266"/>
                <a:gd name="T55" fmla="*/ 44 h 285"/>
                <a:gd name="T56" fmla="*/ 224 w 266"/>
                <a:gd name="T57" fmla="*/ 41 h 285"/>
                <a:gd name="T58" fmla="*/ 222 w 266"/>
                <a:gd name="T59" fmla="*/ 54 h 285"/>
                <a:gd name="T60" fmla="*/ 171 w 266"/>
                <a:gd name="T61" fmla="*/ 105 h 285"/>
                <a:gd name="T62" fmla="*/ 160 w 266"/>
                <a:gd name="T63" fmla="*/ 110 h 285"/>
                <a:gd name="T64" fmla="*/ 241 w 266"/>
                <a:gd name="T65" fmla="*/ 73 h 285"/>
                <a:gd name="T66" fmla="*/ 185 w 266"/>
                <a:gd name="T67" fmla="*/ 120 h 285"/>
                <a:gd name="T68" fmla="*/ 174 w 266"/>
                <a:gd name="T69" fmla="*/ 123 h 285"/>
                <a:gd name="T70" fmla="*/ 178 w 266"/>
                <a:gd name="T71" fmla="*/ 112 h 285"/>
                <a:gd name="T72" fmla="*/ 230 w 266"/>
                <a:gd name="T73" fmla="*/ 61 h 285"/>
                <a:gd name="T74" fmla="*/ 243 w 266"/>
                <a:gd name="T75" fmla="*/ 60 h 285"/>
                <a:gd name="T76" fmla="*/ 241 w 266"/>
                <a:gd name="T77" fmla="*/ 73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66" h="285">
                  <a:moveTo>
                    <a:pt x="260" y="57"/>
                  </a:moveTo>
                  <a:cubicBezTo>
                    <a:pt x="206" y="6"/>
                    <a:pt x="206" y="6"/>
                    <a:pt x="206" y="6"/>
                  </a:cubicBezTo>
                  <a:cubicBezTo>
                    <a:pt x="200" y="0"/>
                    <a:pt x="191" y="1"/>
                    <a:pt x="186" y="7"/>
                  </a:cubicBezTo>
                  <a:cubicBezTo>
                    <a:pt x="127" y="81"/>
                    <a:pt x="127" y="81"/>
                    <a:pt x="127" y="81"/>
                  </a:cubicBezTo>
                  <a:cubicBezTo>
                    <a:pt x="122" y="87"/>
                    <a:pt x="123" y="97"/>
                    <a:pt x="129" y="103"/>
                  </a:cubicBezTo>
                  <a:cubicBezTo>
                    <a:pt x="142" y="116"/>
                    <a:pt x="142" y="116"/>
                    <a:pt x="142" y="116"/>
                  </a:cubicBezTo>
                  <a:cubicBezTo>
                    <a:pt x="111" y="150"/>
                    <a:pt x="111" y="150"/>
                    <a:pt x="111" y="150"/>
                  </a:cubicBezTo>
                  <a:cubicBezTo>
                    <a:pt x="107" y="151"/>
                    <a:pt x="100" y="154"/>
                    <a:pt x="96" y="158"/>
                  </a:cubicBezTo>
                  <a:cubicBezTo>
                    <a:pt x="7" y="249"/>
                    <a:pt x="7" y="249"/>
                    <a:pt x="7" y="249"/>
                  </a:cubicBezTo>
                  <a:cubicBezTo>
                    <a:pt x="0" y="256"/>
                    <a:pt x="2" y="271"/>
                    <a:pt x="10" y="278"/>
                  </a:cubicBezTo>
                  <a:cubicBezTo>
                    <a:pt x="18" y="285"/>
                    <a:pt x="32" y="285"/>
                    <a:pt x="38" y="277"/>
                  </a:cubicBezTo>
                  <a:cubicBezTo>
                    <a:pt x="118" y="175"/>
                    <a:pt x="118" y="175"/>
                    <a:pt x="118" y="175"/>
                  </a:cubicBezTo>
                  <a:cubicBezTo>
                    <a:pt x="122" y="171"/>
                    <a:pt x="123" y="164"/>
                    <a:pt x="123" y="159"/>
                  </a:cubicBezTo>
                  <a:cubicBezTo>
                    <a:pt x="154" y="126"/>
                    <a:pt x="154" y="126"/>
                    <a:pt x="154" y="126"/>
                  </a:cubicBezTo>
                  <a:cubicBezTo>
                    <a:pt x="165" y="137"/>
                    <a:pt x="165" y="137"/>
                    <a:pt x="165" y="137"/>
                  </a:cubicBezTo>
                  <a:cubicBezTo>
                    <a:pt x="171" y="143"/>
                    <a:pt x="182" y="144"/>
                    <a:pt x="188" y="138"/>
                  </a:cubicBezTo>
                  <a:cubicBezTo>
                    <a:pt x="260" y="77"/>
                    <a:pt x="260" y="77"/>
                    <a:pt x="260" y="77"/>
                  </a:cubicBezTo>
                  <a:cubicBezTo>
                    <a:pt x="266" y="72"/>
                    <a:pt x="266" y="63"/>
                    <a:pt x="260" y="57"/>
                  </a:cubicBezTo>
                  <a:close/>
                  <a:moveTo>
                    <a:pt x="146" y="83"/>
                  </a:moveTo>
                  <a:cubicBezTo>
                    <a:pt x="193" y="27"/>
                    <a:pt x="193" y="27"/>
                    <a:pt x="193" y="27"/>
                  </a:cubicBezTo>
                  <a:cubicBezTo>
                    <a:pt x="196" y="23"/>
                    <a:pt x="202" y="21"/>
                    <a:pt x="206" y="24"/>
                  </a:cubicBezTo>
                  <a:cubicBezTo>
                    <a:pt x="209" y="27"/>
                    <a:pt x="208" y="33"/>
                    <a:pt x="204" y="37"/>
                  </a:cubicBezTo>
                  <a:cubicBezTo>
                    <a:pt x="154" y="90"/>
                    <a:pt x="154" y="90"/>
                    <a:pt x="154" y="90"/>
                  </a:cubicBezTo>
                  <a:cubicBezTo>
                    <a:pt x="150" y="94"/>
                    <a:pt x="145" y="96"/>
                    <a:pt x="143" y="94"/>
                  </a:cubicBezTo>
                  <a:cubicBezTo>
                    <a:pt x="141" y="93"/>
                    <a:pt x="143" y="88"/>
                    <a:pt x="146" y="83"/>
                  </a:cubicBezTo>
                  <a:close/>
                  <a:moveTo>
                    <a:pt x="160" y="110"/>
                  </a:moveTo>
                  <a:cubicBezTo>
                    <a:pt x="158" y="108"/>
                    <a:pt x="159" y="103"/>
                    <a:pt x="163" y="98"/>
                  </a:cubicBezTo>
                  <a:cubicBezTo>
                    <a:pt x="211" y="44"/>
                    <a:pt x="211" y="44"/>
                    <a:pt x="211" y="44"/>
                  </a:cubicBezTo>
                  <a:cubicBezTo>
                    <a:pt x="215" y="39"/>
                    <a:pt x="220" y="38"/>
                    <a:pt x="224" y="41"/>
                  </a:cubicBezTo>
                  <a:cubicBezTo>
                    <a:pt x="227" y="44"/>
                    <a:pt x="226" y="50"/>
                    <a:pt x="222" y="54"/>
                  </a:cubicBezTo>
                  <a:cubicBezTo>
                    <a:pt x="171" y="105"/>
                    <a:pt x="171" y="105"/>
                    <a:pt x="171" y="105"/>
                  </a:cubicBezTo>
                  <a:cubicBezTo>
                    <a:pt x="166" y="110"/>
                    <a:pt x="161" y="111"/>
                    <a:pt x="160" y="110"/>
                  </a:cubicBezTo>
                  <a:close/>
                  <a:moveTo>
                    <a:pt x="241" y="73"/>
                  </a:moveTo>
                  <a:cubicBezTo>
                    <a:pt x="185" y="120"/>
                    <a:pt x="185" y="120"/>
                    <a:pt x="185" y="120"/>
                  </a:cubicBezTo>
                  <a:cubicBezTo>
                    <a:pt x="180" y="123"/>
                    <a:pt x="175" y="125"/>
                    <a:pt x="174" y="123"/>
                  </a:cubicBezTo>
                  <a:cubicBezTo>
                    <a:pt x="172" y="121"/>
                    <a:pt x="174" y="116"/>
                    <a:pt x="178" y="112"/>
                  </a:cubicBezTo>
                  <a:cubicBezTo>
                    <a:pt x="230" y="61"/>
                    <a:pt x="230" y="61"/>
                    <a:pt x="230" y="61"/>
                  </a:cubicBezTo>
                  <a:cubicBezTo>
                    <a:pt x="234" y="57"/>
                    <a:pt x="240" y="57"/>
                    <a:pt x="243" y="60"/>
                  </a:cubicBezTo>
                  <a:cubicBezTo>
                    <a:pt x="246" y="64"/>
                    <a:pt x="245" y="69"/>
                    <a:pt x="241" y="73"/>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75" name="Freeform 13"/>
            <p:cNvSpPr>
              <a:spLocks/>
            </p:cNvSpPr>
            <p:nvPr/>
          </p:nvSpPr>
          <p:spPr bwMode="auto">
            <a:xfrm>
              <a:off x="6491289" y="457200"/>
              <a:ext cx="996950" cy="1184273"/>
            </a:xfrm>
            <a:custGeom>
              <a:avLst/>
              <a:gdLst>
                <a:gd name="T0" fmla="*/ 256 w 266"/>
                <a:gd name="T1" fmla="*/ 282 h 316"/>
                <a:gd name="T2" fmla="*/ 152 w 266"/>
                <a:gd name="T3" fmla="*/ 210 h 316"/>
                <a:gd name="T4" fmla="*/ 138 w 266"/>
                <a:gd name="T5" fmla="*/ 205 h 316"/>
                <a:gd name="T6" fmla="*/ 76 w 266"/>
                <a:gd name="T7" fmla="*/ 154 h 316"/>
                <a:gd name="T8" fmla="*/ 86 w 266"/>
                <a:gd name="T9" fmla="*/ 146 h 316"/>
                <a:gd name="T10" fmla="*/ 116 w 266"/>
                <a:gd name="T11" fmla="*/ 112 h 316"/>
                <a:gd name="T12" fmla="*/ 144 w 266"/>
                <a:gd name="T13" fmla="*/ 50 h 316"/>
                <a:gd name="T14" fmla="*/ 139 w 266"/>
                <a:gd name="T15" fmla="*/ 38 h 316"/>
                <a:gd name="T16" fmla="*/ 136 w 266"/>
                <a:gd name="T17" fmla="*/ 37 h 316"/>
                <a:gd name="T18" fmla="*/ 37 w 266"/>
                <a:gd name="T19" fmla="*/ 53 h 316"/>
                <a:gd name="T20" fmla="*/ 51 w 266"/>
                <a:gd name="T21" fmla="*/ 155 h 316"/>
                <a:gd name="T22" fmla="*/ 130 w 266"/>
                <a:gd name="T23" fmla="*/ 218 h 316"/>
                <a:gd name="T24" fmla="*/ 138 w 266"/>
                <a:gd name="T25" fmla="*/ 228 h 316"/>
                <a:gd name="T26" fmla="*/ 235 w 266"/>
                <a:gd name="T27" fmla="*/ 310 h 316"/>
                <a:gd name="T28" fmla="*/ 260 w 266"/>
                <a:gd name="T29" fmla="*/ 307 h 316"/>
                <a:gd name="T30" fmla="*/ 256 w 266"/>
                <a:gd name="T31" fmla="*/ 282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6" h="316">
                  <a:moveTo>
                    <a:pt x="256" y="282"/>
                  </a:moveTo>
                  <a:cubicBezTo>
                    <a:pt x="152" y="210"/>
                    <a:pt x="152" y="210"/>
                    <a:pt x="152" y="210"/>
                  </a:cubicBezTo>
                  <a:cubicBezTo>
                    <a:pt x="147" y="207"/>
                    <a:pt x="142" y="205"/>
                    <a:pt x="138" y="205"/>
                  </a:cubicBezTo>
                  <a:cubicBezTo>
                    <a:pt x="76" y="154"/>
                    <a:pt x="76" y="154"/>
                    <a:pt x="76" y="154"/>
                  </a:cubicBezTo>
                  <a:cubicBezTo>
                    <a:pt x="79" y="152"/>
                    <a:pt x="82" y="149"/>
                    <a:pt x="86" y="146"/>
                  </a:cubicBezTo>
                  <a:cubicBezTo>
                    <a:pt x="95" y="138"/>
                    <a:pt x="106" y="126"/>
                    <a:pt x="116" y="112"/>
                  </a:cubicBezTo>
                  <a:cubicBezTo>
                    <a:pt x="133" y="88"/>
                    <a:pt x="144" y="65"/>
                    <a:pt x="144" y="50"/>
                  </a:cubicBezTo>
                  <a:cubicBezTo>
                    <a:pt x="144" y="46"/>
                    <a:pt x="143" y="41"/>
                    <a:pt x="139" y="38"/>
                  </a:cubicBezTo>
                  <a:cubicBezTo>
                    <a:pt x="138" y="38"/>
                    <a:pt x="137" y="37"/>
                    <a:pt x="136" y="37"/>
                  </a:cubicBezTo>
                  <a:cubicBezTo>
                    <a:pt x="118" y="23"/>
                    <a:pt x="75" y="0"/>
                    <a:pt x="37" y="53"/>
                  </a:cubicBezTo>
                  <a:cubicBezTo>
                    <a:pt x="0" y="106"/>
                    <a:pt x="33" y="142"/>
                    <a:pt x="51" y="155"/>
                  </a:cubicBezTo>
                  <a:cubicBezTo>
                    <a:pt x="52" y="156"/>
                    <a:pt x="130" y="218"/>
                    <a:pt x="130" y="218"/>
                  </a:cubicBezTo>
                  <a:cubicBezTo>
                    <a:pt x="131" y="221"/>
                    <a:pt x="134" y="225"/>
                    <a:pt x="138" y="228"/>
                  </a:cubicBezTo>
                  <a:cubicBezTo>
                    <a:pt x="235" y="310"/>
                    <a:pt x="235" y="310"/>
                    <a:pt x="235" y="310"/>
                  </a:cubicBezTo>
                  <a:cubicBezTo>
                    <a:pt x="243" y="316"/>
                    <a:pt x="254" y="315"/>
                    <a:pt x="260" y="307"/>
                  </a:cubicBezTo>
                  <a:cubicBezTo>
                    <a:pt x="266" y="299"/>
                    <a:pt x="264" y="287"/>
                    <a:pt x="256" y="2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6" name="Freeform 14"/>
            <p:cNvSpPr>
              <a:spLocks/>
            </p:cNvSpPr>
            <p:nvPr/>
          </p:nvSpPr>
          <p:spPr bwMode="auto">
            <a:xfrm>
              <a:off x="6678614" y="625475"/>
              <a:ext cx="300038" cy="374649"/>
            </a:xfrm>
            <a:custGeom>
              <a:avLst/>
              <a:gdLst>
                <a:gd name="T0" fmla="*/ 74 w 80"/>
                <a:gd name="T1" fmla="*/ 5 h 100"/>
                <a:gd name="T2" fmla="*/ 52 w 80"/>
                <a:gd name="T3" fmla="*/ 59 h 100"/>
                <a:gd name="T4" fmla="*/ 7 w 80"/>
                <a:gd name="T5" fmla="*/ 95 h 100"/>
                <a:gd name="T6" fmla="*/ 28 w 80"/>
                <a:gd name="T7" fmla="*/ 41 h 100"/>
                <a:gd name="T8" fmla="*/ 74 w 80"/>
                <a:gd name="T9" fmla="*/ 5 h 100"/>
              </a:gdLst>
              <a:ahLst/>
              <a:cxnLst>
                <a:cxn ang="0">
                  <a:pos x="T0" y="T1"/>
                </a:cxn>
                <a:cxn ang="0">
                  <a:pos x="T2" y="T3"/>
                </a:cxn>
                <a:cxn ang="0">
                  <a:pos x="T4" y="T5"/>
                </a:cxn>
                <a:cxn ang="0">
                  <a:pos x="T6" y="T7"/>
                </a:cxn>
                <a:cxn ang="0">
                  <a:pos x="T8" y="T9"/>
                </a:cxn>
              </a:cxnLst>
              <a:rect l="0" t="0" r="r" b="b"/>
              <a:pathLst>
                <a:path w="80" h="100">
                  <a:moveTo>
                    <a:pt x="74" y="5"/>
                  </a:moveTo>
                  <a:cubicBezTo>
                    <a:pt x="80" y="10"/>
                    <a:pt x="71" y="34"/>
                    <a:pt x="52" y="59"/>
                  </a:cubicBezTo>
                  <a:cubicBezTo>
                    <a:pt x="34" y="84"/>
                    <a:pt x="14" y="100"/>
                    <a:pt x="7" y="95"/>
                  </a:cubicBezTo>
                  <a:cubicBezTo>
                    <a:pt x="0" y="90"/>
                    <a:pt x="10" y="66"/>
                    <a:pt x="28" y="41"/>
                  </a:cubicBezTo>
                  <a:cubicBezTo>
                    <a:pt x="47" y="16"/>
                    <a:pt x="67" y="0"/>
                    <a:pt x="7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077" name="Freeform 910"/>
          <p:cNvSpPr>
            <a:spLocks/>
          </p:cNvSpPr>
          <p:nvPr/>
        </p:nvSpPr>
        <p:spPr bwMode="auto">
          <a:xfrm>
            <a:off x="11679218" y="4842332"/>
            <a:ext cx="342847" cy="345945"/>
          </a:xfrm>
          <a:custGeom>
            <a:avLst/>
            <a:gdLst>
              <a:gd name="T0" fmla="*/ 140 w 280"/>
              <a:gd name="T1" fmla="*/ 0 h 283"/>
              <a:gd name="T2" fmla="*/ 0 w 280"/>
              <a:gd name="T3" fmla="*/ 122 h 283"/>
              <a:gd name="T4" fmla="*/ 34 w 280"/>
              <a:gd name="T5" fmla="*/ 104 h 283"/>
              <a:gd name="T6" fmla="*/ 70 w 280"/>
              <a:gd name="T7" fmla="*/ 124 h 283"/>
              <a:gd name="T8" fmla="*/ 105 w 280"/>
              <a:gd name="T9" fmla="*/ 104 h 283"/>
              <a:gd name="T10" fmla="*/ 135 w 280"/>
              <a:gd name="T11" fmla="*/ 117 h 283"/>
              <a:gd name="T12" fmla="*/ 135 w 280"/>
              <a:gd name="T13" fmla="*/ 194 h 283"/>
              <a:gd name="T14" fmla="*/ 129 w 280"/>
              <a:gd name="T15" fmla="*/ 194 h 283"/>
              <a:gd name="T16" fmla="*/ 129 w 280"/>
              <a:gd name="T17" fmla="*/ 222 h 283"/>
              <a:gd name="T18" fmla="*/ 129 w 280"/>
              <a:gd name="T19" fmla="*/ 250 h 283"/>
              <a:gd name="T20" fmla="*/ 127 w 280"/>
              <a:gd name="T21" fmla="*/ 259 h 283"/>
              <a:gd name="T22" fmla="*/ 117 w 280"/>
              <a:gd name="T23" fmla="*/ 264 h 283"/>
              <a:gd name="T24" fmla="*/ 113 w 280"/>
              <a:gd name="T25" fmla="*/ 264 h 283"/>
              <a:gd name="T26" fmla="*/ 107 w 280"/>
              <a:gd name="T27" fmla="*/ 261 h 283"/>
              <a:gd name="T28" fmla="*/ 105 w 280"/>
              <a:gd name="T29" fmla="*/ 257 h 283"/>
              <a:gd name="T30" fmla="*/ 104 w 280"/>
              <a:gd name="T31" fmla="*/ 251 h 283"/>
              <a:gd name="T32" fmla="*/ 101 w 280"/>
              <a:gd name="T33" fmla="*/ 244 h 283"/>
              <a:gd name="T34" fmla="*/ 93 w 280"/>
              <a:gd name="T35" fmla="*/ 240 h 283"/>
              <a:gd name="T36" fmla="*/ 86 w 280"/>
              <a:gd name="T37" fmla="*/ 243 h 283"/>
              <a:gd name="T38" fmla="*/ 83 w 280"/>
              <a:gd name="T39" fmla="*/ 251 h 283"/>
              <a:gd name="T40" fmla="*/ 85 w 280"/>
              <a:gd name="T41" fmla="*/ 264 h 283"/>
              <a:gd name="T42" fmla="*/ 91 w 280"/>
              <a:gd name="T43" fmla="*/ 274 h 283"/>
              <a:gd name="T44" fmla="*/ 107 w 280"/>
              <a:gd name="T45" fmla="*/ 282 h 283"/>
              <a:gd name="T46" fmla="*/ 117 w 280"/>
              <a:gd name="T47" fmla="*/ 283 h 283"/>
              <a:gd name="T48" fmla="*/ 117 w 280"/>
              <a:gd name="T49" fmla="*/ 283 h 283"/>
              <a:gd name="T50" fmla="*/ 117 w 280"/>
              <a:gd name="T51" fmla="*/ 283 h 283"/>
              <a:gd name="T52" fmla="*/ 117 w 280"/>
              <a:gd name="T53" fmla="*/ 283 h 283"/>
              <a:gd name="T54" fmla="*/ 117 w 280"/>
              <a:gd name="T55" fmla="*/ 283 h 283"/>
              <a:gd name="T56" fmla="*/ 117 w 280"/>
              <a:gd name="T57" fmla="*/ 283 h 283"/>
              <a:gd name="T58" fmla="*/ 117 w 280"/>
              <a:gd name="T59" fmla="*/ 283 h 283"/>
              <a:gd name="T60" fmla="*/ 117 w 280"/>
              <a:gd name="T61" fmla="*/ 283 h 283"/>
              <a:gd name="T62" fmla="*/ 143 w 280"/>
              <a:gd name="T63" fmla="*/ 272 h 283"/>
              <a:gd name="T64" fmla="*/ 151 w 280"/>
              <a:gd name="T65" fmla="*/ 250 h 283"/>
              <a:gd name="T66" fmla="*/ 151 w 280"/>
              <a:gd name="T67" fmla="*/ 250 h 283"/>
              <a:gd name="T68" fmla="*/ 151 w 280"/>
              <a:gd name="T69" fmla="*/ 250 h 283"/>
              <a:gd name="T70" fmla="*/ 151 w 280"/>
              <a:gd name="T71" fmla="*/ 222 h 283"/>
              <a:gd name="T72" fmla="*/ 151 w 280"/>
              <a:gd name="T73" fmla="*/ 194 h 283"/>
              <a:gd name="T74" fmla="*/ 145 w 280"/>
              <a:gd name="T75" fmla="*/ 194 h 283"/>
              <a:gd name="T76" fmla="*/ 145 w 280"/>
              <a:gd name="T77" fmla="*/ 117 h 283"/>
              <a:gd name="T78" fmla="*/ 175 w 280"/>
              <a:gd name="T79" fmla="*/ 105 h 283"/>
              <a:gd name="T80" fmla="*/ 210 w 280"/>
              <a:gd name="T81" fmla="*/ 124 h 283"/>
              <a:gd name="T82" fmla="*/ 246 w 280"/>
              <a:gd name="T83" fmla="*/ 105 h 283"/>
              <a:gd name="T84" fmla="*/ 280 w 280"/>
              <a:gd name="T85" fmla="*/ 123 h 283"/>
              <a:gd name="T86" fmla="*/ 140 w 280"/>
              <a:gd name="T87" fmla="*/ 0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80" h="283">
                <a:moveTo>
                  <a:pt x="140" y="0"/>
                </a:moveTo>
                <a:cubicBezTo>
                  <a:pt x="68" y="0"/>
                  <a:pt x="9" y="54"/>
                  <a:pt x="0" y="122"/>
                </a:cubicBezTo>
                <a:cubicBezTo>
                  <a:pt x="7" y="112"/>
                  <a:pt x="20" y="104"/>
                  <a:pt x="34" y="104"/>
                </a:cubicBezTo>
                <a:cubicBezTo>
                  <a:pt x="50" y="104"/>
                  <a:pt x="63" y="112"/>
                  <a:pt x="70" y="124"/>
                </a:cubicBezTo>
                <a:cubicBezTo>
                  <a:pt x="76" y="113"/>
                  <a:pt x="89" y="104"/>
                  <a:pt x="105" y="104"/>
                </a:cubicBezTo>
                <a:cubicBezTo>
                  <a:pt x="117" y="104"/>
                  <a:pt x="128" y="110"/>
                  <a:pt x="135" y="117"/>
                </a:cubicBezTo>
                <a:cubicBezTo>
                  <a:pt x="135" y="194"/>
                  <a:pt x="135" y="194"/>
                  <a:pt x="135" y="194"/>
                </a:cubicBezTo>
                <a:cubicBezTo>
                  <a:pt x="129" y="194"/>
                  <a:pt x="129" y="194"/>
                  <a:pt x="129" y="194"/>
                </a:cubicBezTo>
                <a:cubicBezTo>
                  <a:pt x="129" y="194"/>
                  <a:pt x="129" y="208"/>
                  <a:pt x="129" y="222"/>
                </a:cubicBezTo>
                <a:cubicBezTo>
                  <a:pt x="129" y="236"/>
                  <a:pt x="129" y="250"/>
                  <a:pt x="129" y="250"/>
                </a:cubicBezTo>
                <a:cubicBezTo>
                  <a:pt x="129" y="252"/>
                  <a:pt x="129" y="256"/>
                  <a:pt x="127" y="259"/>
                </a:cubicBezTo>
                <a:cubicBezTo>
                  <a:pt x="125" y="262"/>
                  <a:pt x="122" y="264"/>
                  <a:pt x="117" y="264"/>
                </a:cubicBezTo>
                <a:cubicBezTo>
                  <a:pt x="116" y="264"/>
                  <a:pt x="115" y="264"/>
                  <a:pt x="113" y="264"/>
                </a:cubicBezTo>
                <a:cubicBezTo>
                  <a:pt x="111" y="263"/>
                  <a:pt x="109" y="262"/>
                  <a:pt x="107" y="261"/>
                </a:cubicBezTo>
                <a:cubicBezTo>
                  <a:pt x="106" y="259"/>
                  <a:pt x="106" y="258"/>
                  <a:pt x="105" y="257"/>
                </a:cubicBezTo>
                <a:cubicBezTo>
                  <a:pt x="104" y="255"/>
                  <a:pt x="104" y="253"/>
                  <a:pt x="104" y="251"/>
                </a:cubicBezTo>
                <a:cubicBezTo>
                  <a:pt x="104" y="248"/>
                  <a:pt x="103" y="245"/>
                  <a:pt x="101" y="244"/>
                </a:cubicBezTo>
                <a:cubicBezTo>
                  <a:pt x="99" y="242"/>
                  <a:pt x="96" y="240"/>
                  <a:pt x="93" y="240"/>
                </a:cubicBezTo>
                <a:cubicBezTo>
                  <a:pt x="90" y="240"/>
                  <a:pt x="88" y="242"/>
                  <a:pt x="86" y="243"/>
                </a:cubicBezTo>
                <a:cubicBezTo>
                  <a:pt x="84" y="245"/>
                  <a:pt x="83" y="248"/>
                  <a:pt x="83" y="251"/>
                </a:cubicBezTo>
                <a:cubicBezTo>
                  <a:pt x="83" y="256"/>
                  <a:pt x="83" y="260"/>
                  <a:pt x="85" y="264"/>
                </a:cubicBezTo>
                <a:cubicBezTo>
                  <a:pt x="86" y="267"/>
                  <a:pt x="88" y="271"/>
                  <a:pt x="91" y="274"/>
                </a:cubicBezTo>
                <a:cubicBezTo>
                  <a:pt x="96" y="278"/>
                  <a:pt x="102" y="281"/>
                  <a:pt x="107" y="282"/>
                </a:cubicBezTo>
                <a:cubicBezTo>
                  <a:pt x="112" y="283"/>
                  <a:pt x="116" y="283"/>
                  <a:pt x="117" y="283"/>
                </a:cubicBezTo>
                <a:cubicBezTo>
                  <a:pt x="117" y="283"/>
                  <a:pt x="117" y="283"/>
                  <a:pt x="117" y="283"/>
                </a:cubicBezTo>
                <a:cubicBezTo>
                  <a:pt x="117" y="283"/>
                  <a:pt x="117" y="283"/>
                  <a:pt x="117" y="283"/>
                </a:cubicBezTo>
                <a:cubicBezTo>
                  <a:pt x="117" y="283"/>
                  <a:pt x="117" y="283"/>
                  <a:pt x="117" y="283"/>
                </a:cubicBezTo>
                <a:cubicBezTo>
                  <a:pt x="117" y="283"/>
                  <a:pt x="117" y="283"/>
                  <a:pt x="117" y="283"/>
                </a:cubicBezTo>
                <a:cubicBezTo>
                  <a:pt x="117" y="283"/>
                  <a:pt x="117" y="283"/>
                  <a:pt x="117" y="283"/>
                </a:cubicBezTo>
                <a:cubicBezTo>
                  <a:pt x="117" y="283"/>
                  <a:pt x="117" y="283"/>
                  <a:pt x="117" y="283"/>
                </a:cubicBezTo>
                <a:cubicBezTo>
                  <a:pt x="117" y="283"/>
                  <a:pt x="117" y="283"/>
                  <a:pt x="117" y="283"/>
                </a:cubicBezTo>
                <a:cubicBezTo>
                  <a:pt x="129" y="283"/>
                  <a:pt x="137" y="278"/>
                  <a:pt x="143" y="272"/>
                </a:cubicBezTo>
                <a:cubicBezTo>
                  <a:pt x="148" y="265"/>
                  <a:pt x="150" y="257"/>
                  <a:pt x="151" y="250"/>
                </a:cubicBezTo>
                <a:cubicBezTo>
                  <a:pt x="151" y="250"/>
                  <a:pt x="151" y="250"/>
                  <a:pt x="151" y="250"/>
                </a:cubicBezTo>
                <a:cubicBezTo>
                  <a:pt x="151" y="250"/>
                  <a:pt x="151" y="250"/>
                  <a:pt x="151" y="250"/>
                </a:cubicBezTo>
                <a:cubicBezTo>
                  <a:pt x="151" y="222"/>
                  <a:pt x="151" y="222"/>
                  <a:pt x="151" y="222"/>
                </a:cubicBezTo>
                <a:cubicBezTo>
                  <a:pt x="151" y="194"/>
                  <a:pt x="151" y="194"/>
                  <a:pt x="151" y="194"/>
                </a:cubicBezTo>
                <a:cubicBezTo>
                  <a:pt x="145" y="194"/>
                  <a:pt x="145" y="194"/>
                  <a:pt x="145" y="194"/>
                </a:cubicBezTo>
                <a:cubicBezTo>
                  <a:pt x="145" y="117"/>
                  <a:pt x="145" y="117"/>
                  <a:pt x="145" y="117"/>
                </a:cubicBezTo>
                <a:cubicBezTo>
                  <a:pt x="152" y="109"/>
                  <a:pt x="163" y="104"/>
                  <a:pt x="175" y="105"/>
                </a:cubicBezTo>
                <a:cubicBezTo>
                  <a:pt x="191" y="105"/>
                  <a:pt x="204" y="113"/>
                  <a:pt x="210" y="124"/>
                </a:cubicBezTo>
                <a:cubicBezTo>
                  <a:pt x="217" y="113"/>
                  <a:pt x="230" y="105"/>
                  <a:pt x="246" y="105"/>
                </a:cubicBezTo>
                <a:cubicBezTo>
                  <a:pt x="260" y="105"/>
                  <a:pt x="273" y="112"/>
                  <a:pt x="280" y="123"/>
                </a:cubicBezTo>
                <a:cubicBezTo>
                  <a:pt x="271" y="54"/>
                  <a:pt x="212" y="0"/>
                  <a:pt x="140" y="0"/>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1078" name="组合 1077"/>
          <p:cNvGrpSpPr/>
          <p:nvPr/>
        </p:nvGrpSpPr>
        <p:grpSpPr>
          <a:xfrm>
            <a:off x="10691610" y="6313287"/>
            <a:ext cx="346504" cy="352691"/>
            <a:chOff x="2944873" y="2910551"/>
            <a:chExt cx="711200" cy="723900"/>
          </a:xfrm>
          <a:solidFill>
            <a:srgbClr val="707E84"/>
          </a:solidFill>
        </p:grpSpPr>
        <p:sp>
          <p:nvSpPr>
            <p:cNvPr id="1079" name="Freeform 9"/>
            <p:cNvSpPr>
              <a:spLocks/>
            </p:cNvSpPr>
            <p:nvPr/>
          </p:nvSpPr>
          <p:spPr bwMode="auto">
            <a:xfrm>
              <a:off x="3084573" y="3116926"/>
              <a:ext cx="368300" cy="373063"/>
            </a:xfrm>
            <a:custGeom>
              <a:avLst/>
              <a:gdLst>
                <a:gd name="T0" fmla="*/ 83 w 98"/>
                <a:gd name="T1" fmla="*/ 49 h 98"/>
                <a:gd name="T2" fmla="*/ 49 w 98"/>
                <a:gd name="T3" fmla="*/ 82 h 98"/>
                <a:gd name="T4" fmla="*/ 16 w 98"/>
                <a:gd name="T5" fmla="*/ 49 h 98"/>
                <a:gd name="T6" fmla="*/ 49 w 98"/>
                <a:gd name="T7" fmla="*/ 16 h 98"/>
                <a:gd name="T8" fmla="*/ 67 w 98"/>
                <a:gd name="T9" fmla="*/ 21 h 98"/>
                <a:gd name="T10" fmla="*/ 78 w 98"/>
                <a:gd name="T11" fmla="*/ 9 h 98"/>
                <a:gd name="T12" fmla="*/ 49 w 98"/>
                <a:gd name="T13" fmla="*/ 0 h 98"/>
                <a:gd name="T14" fmla="*/ 0 w 98"/>
                <a:gd name="T15" fmla="*/ 49 h 98"/>
                <a:gd name="T16" fmla="*/ 49 w 98"/>
                <a:gd name="T17" fmla="*/ 98 h 98"/>
                <a:gd name="T18" fmla="*/ 98 w 98"/>
                <a:gd name="T19" fmla="*/ 49 h 98"/>
                <a:gd name="T20" fmla="*/ 89 w 98"/>
                <a:gd name="T21" fmla="*/ 20 h 98"/>
                <a:gd name="T22" fmla="*/ 78 w 98"/>
                <a:gd name="T23" fmla="*/ 32 h 98"/>
                <a:gd name="T24" fmla="*/ 83 w 98"/>
                <a:gd name="T25" fmla="*/ 49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8" h="98">
                  <a:moveTo>
                    <a:pt x="83" y="49"/>
                  </a:moveTo>
                  <a:cubicBezTo>
                    <a:pt x="83" y="67"/>
                    <a:pt x="68" y="82"/>
                    <a:pt x="49" y="82"/>
                  </a:cubicBezTo>
                  <a:cubicBezTo>
                    <a:pt x="31" y="82"/>
                    <a:pt x="16" y="67"/>
                    <a:pt x="16" y="49"/>
                  </a:cubicBezTo>
                  <a:cubicBezTo>
                    <a:pt x="16" y="31"/>
                    <a:pt x="31" y="16"/>
                    <a:pt x="49" y="16"/>
                  </a:cubicBezTo>
                  <a:cubicBezTo>
                    <a:pt x="56" y="16"/>
                    <a:pt x="62" y="18"/>
                    <a:pt x="67" y="21"/>
                  </a:cubicBezTo>
                  <a:cubicBezTo>
                    <a:pt x="78" y="9"/>
                    <a:pt x="78" y="9"/>
                    <a:pt x="78" y="9"/>
                  </a:cubicBezTo>
                  <a:cubicBezTo>
                    <a:pt x="70" y="4"/>
                    <a:pt x="60" y="0"/>
                    <a:pt x="49" y="0"/>
                  </a:cubicBezTo>
                  <a:cubicBezTo>
                    <a:pt x="22" y="0"/>
                    <a:pt x="0" y="22"/>
                    <a:pt x="0" y="49"/>
                  </a:cubicBezTo>
                  <a:cubicBezTo>
                    <a:pt x="0" y="76"/>
                    <a:pt x="22" y="98"/>
                    <a:pt x="49" y="98"/>
                  </a:cubicBezTo>
                  <a:cubicBezTo>
                    <a:pt x="76" y="98"/>
                    <a:pt x="98" y="76"/>
                    <a:pt x="98" y="49"/>
                  </a:cubicBezTo>
                  <a:cubicBezTo>
                    <a:pt x="98" y="38"/>
                    <a:pt x="95" y="29"/>
                    <a:pt x="89" y="20"/>
                  </a:cubicBezTo>
                  <a:cubicBezTo>
                    <a:pt x="78" y="32"/>
                    <a:pt x="78" y="32"/>
                    <a:pt x="78" y="32"/>
                  </a:cubicBezTo>
                  <a:cubicBezTo>
                    <a:pt x="81" y="37"/>
                    <a:pt x="83" y="43"/>
                    <a:pt x="83"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0" name="Freeform 10"/>
            <p:cNvSpPr>
              <a:spLocks/>
            </p:cNvSpPr>
            <p:nvPr/>
          </p:nvSpPr>
          <p:spPr bwMode="auto">
            <a:xfrm>
              <a:off x="3211573" y="3245514"/>
              <a:ext cx="117475" cy="119063"/>
            </a:xfrm>
            <a:custGeom>
              <a:avLst/>
              <a:gdLst>
                <a:gd name="T0" fmla="*/ 21 w 31"/>
                <a:gd name="T1" fmla="*/ 1 h 31"/>
                <a:gd name="T2" fmla="*/ 15 w 31"/>
                <a:gd name="T3" fmla="*/ 0 h 31"/>
                <a:gd name="T4" fmla="*/ 0 w 31"/>
                <a:gd name="T5" fmla="*/ 15 h 31"/>
                <a:gd name="T6" fmla="*/ 15 w 31"/>
                <a:gd name="T7" fmla="*/ 31 h 31"/>
                <a:gd name="T8" fmla="*/ 31 w 31"/>
                <a:gd name="T9" fmla="*/ 15 h 31"/>
                <a:gd name="T10" fmla="*/ 30 w 31"/>
                <a:gd name="T11" fmla="*/ 10 h 31"/>
                <a:gd name="T12" fmla="*/ 15 w 31"/>
                <a:gd name="T13" fmla="*/ 16 h 31"/>
                <a:gd name="T14" fmla="*/ 21 w 31"/>
                <a:gd name="T15" fmla="*/ 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31">
                  <a:moveTo>
                    <a:pt x="21" y="1"/>
                  </a:moveTo>
                  <a:cubicBezTo>
                    <a:pt x="19" y="0"/>
                    <a:pt x="17" y="0"/>
                    <a:pt x="15" y="0"/>
                  </a:cubicBezTo>
                  <a:cubicBezTo>
                    <a:pt x="7" y="0"/>
                    <a:pt x="0" y="6"/>
                    <a:pt x="0" y="15"/>
                  </a:cubicBezTo>
                  <a:cubicBezTo>
                    <a:pt x="0" y="24"/>
                    <a:pt x="7" y="31"/>
                    <a:pt x="15" y="31"/>
                  </a:cubicBezTo>
                  <a:cubicBezTo>
                    <a:pt x="24" y="31"/>
                    <a:pt x="31" y="24"/>
                    <a:pt x="31" y="15"/>
                  </a:cubicBezTo>
                  <a:cubicBezTo>
                    <a:pt x="31" y="13"/>
                    <a:pt x="31" y="11"/>
                    <a:pt x="30" y="10"/>
                  </a:cubicBezTo>
                  <a:cubicBezTo>
                    <a:pt x="15" y="16"/>
                    <a:pt x="15" y="16"/>
                    <a:pt x="15" y="16"/>
                  </a:cubicBezTo>
                  <a:lnTo>
                    <a:pt x="2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1" name="Freeform 11"/>
            <p:cNvSpPr>
              <a:spLocks/>
            </p:cNvSpPr>
            <p:nvPr/>
          </p:nvSpPr>
          <p:spPr bwMode="auto">
            <a:xfrm>
              <a:off x="2944873" y="2970876"/>
              <a:ext cx="650875" cy="663575"/>
            </a:xfrm>
            <a:custGeom>
              <a:avLst/>
              <a:gdLst>
                <a:gd name="T0" fmla="*/ 145 w 173"/>
                <a:gd name="T1" fmla="*/ 39 h 174"/>
                <a:gd name="T2" fmla="*/ 142 w 173"/>
                <a:gd name="T3" fmla="*/ 43 h 174"/>
                <a:gd name="T4" fmla="*/ 158 w 173"/>
                <a:gd name="T5" fmla="*/ 87 h 174"/>
                <a:gd name="T6" fmla="*/ 86 w 173"/>
                <a:gd name="T7" fmla="*/ 158 h 174"/>
                <a:gd name="T8" fmla="*/ 15 w 173"/>
                <a:gd name="T9" fmla="*/ 87 h 174"/>
                <a:gd name="T10" fmla="*/ 86 w 173"/>
                <a:gd name="T11" fmla="*/ 16 h 174"/>
                <a:gd name="T12" fmla="*/ 131 w 173"/>
                <a:gd name="T13" fmla="*/ 32 h 174"/>
                <a:gd name="T14" fmla="*/ 134 w 173"/>
                <a:gd name="T15" fmla="*/ 28 h 174"/>
                <a:gd name="T16" fmla="*/ 134 w 173"/>
                <a:gd name="T17" fmla="*/ 15 h 174"/>
                <a:gd name="T18" fmla="*/ 86 w 173"/>
                <a:gd name="T19" fmla="*/ 0 h 174"/>
                <a:gd name="T20" fmla="*/ 0 w 173"/>
                <a:gd name="T21" fmla="*/ 87 h 174"/>
                <a:gd name="T22" fmla="*/ 86 w 173"/>
                <a:gd name="T23" fmla="*/ 174 h 174"/>
                <a:gd name="T24" fmla="*/ 173 w 173"/>
                <a:gd name="T25" fmla="*/ 87 h 174"/>
                <a:gd name="T26" fmla="*/ 158 w 173"/>
                <a:gd name="T27" fmla="*/ 39 h 174"/>
                <a:gd name="T28" fmla="*/ 145 w 173"/>
                <a:gd name="T29" fmla="*/ 39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3" h="174">
                  <a:moveTo>
                    <a:pt x="145" y="39"/>
                  </a:moveTo>
                  <a:cubicBezTo>
                    <a:pt x="142" y="43"/>
                    <a:pt x="142" y="43"/>
                    <a:pt x="142" y="43"/>
                  </a:cubicBezTo>
                  <a:cubicBezTo>
                    <a:pt x="152" y="55"/>
                    <a:pt x="158" y="70"/>
                    <a:pt x="158" y="87"/>
                  </a:cubicBezTo>
                  <a:cubicBezTo>
                    <a:pt x="158" y="126"/>
                    <a:pt x="126" y="158"/>
                    <a:pt x="86" y="158"/>
                  </a:cubicBezTo>
                  <a:cubicBezTo>
                    <a:pt x="47" y="158"/>
                    <a:pt x="15" y="126"/>
                    <a:pt x="15" y="87"/>
                  </a:cubicBezTo>
                  <a:cubicBezTo>
                    <a:pt x="15" y="48"/>
                    <a:pt x="47" y="16"/>
                    <a:pt x="86" y="16"/>
                  </a:cubicBezTo>
                  <a:cubicBezTo>
                    <a:pt x="103" y="16"/>
                    <a:pt x="119" y="22"/>
                    <a:pt x="131" y="32"/>
                  </a:cubicBezTo>
                  <a:cubicBezTo>
                    <a:pt x="134" y="28"/>
                    <a:pt x="134" y="28"/>
                    <a:pt x="134" y="28"/>
                  </a:cubicBezTo>
                  <a:cubicBezTo>
                    <a:pt x="134" y="15"/>
                    <a:pt x="134" y="15"/>
                    <a:pt x="134" y="15"/>
                  </a:cubicBezTo>
                  <a:cubicBezTo>
                    <a:pt x="121" y="6"/>
                    <a:pt x="104" y="0"/>
                    <a:pt x="86" y="0"/>
                  </a:cubicBezTo>
                  <a:cubicBezTo>
                    <a:pt x="39" y="0"/>
                    <a:pt x="0" y="39"/>
                    <a:pt x="0" y="87"/>
                  </a:cubicBezTo>
                  <a:cubicBezTo>
                    <a:pt x="0" y="135"/>
                    <a:pt x="39" y="174"/>
                    <a:pt x="86" y="174"/>
                  </a:cubicBezTo>
                  <a:cubicBezTo>
                    <a:pt x="134" y="174"/>
                    <a:pt x="173" y="135"/>
                    <a:pt x="173" y="87"/>
                  </a:cubicBezTo>
                  <a:cubicBezTo>
                    <a:pt x="173" y="69"/>
                    <a:pt x="168" y="53"/>
                    <a:pt x="158" y="39"/>
                  </a:cubicBezTo>
                  <a:lnTo>
                    <a:pt x="145"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2" name="Freeform 12"/>
            <p:cNvSpPr>
              <a:spLocks/>
            </p:cNvSpPr>
            <p:nvPr/>
          </p:nvSpPr>
          <p:spPr bwMode="auto">
            <a:xfrm>
              <a:off x="3268723" y="2910551"/>
              <a:ext cx="387350" cy="392113"/>
            </a:xfrm>
            <a:custGeom>
              <a:avLst/>
              <a:gdLst>
                <a:gd name="T0" fmla="*/ 187 w 244"/>
                <a:gd name="T1" fmla="*/ 58 h 247"/>
                <a:gd name="T2" fmla="*/ 189 w 244"/>
                <a:gd name="T3" fmla="*/ 0 h 247"/>
                <a:gd name="T4" fmla="*/ 156 w 244"/>
                <a:gd name="T5" fmla="*/ 31 h 247"/>
                <a:gd name="T6" fmla="*/ 125 w 244"/>
                <a:gd name="T7" fmla="*/ 65 h 247"/>
                <a:gd name="T8" fmla="*/ 123 w 244"/>
                <a:gd name="T9" fmla="*/ 110 h 247"/>
                <a:gd name="T10" fmla="*/ 71 w 244"/>
                <a:gd name="T11" fmla="*/ 163 h 247"/>
                <a:gd name="T12" fmla="*/ 26 w 244"/>
                <a:gd name="T13" fmla="*/ 211 h 247"/>
                <a:gd name="T14" fmla="*/ 0 w 244"/>
                <a:gd name="T15" fmla="*/ 247 h 247"/>
                <a:gd name="T16" fmla="*/ 35 w 244"/>
                <a:gd name="T17" fmla="*/ 223 h 247"/>
                <a:gd name="T18" fmla="*/ 83 w 244"/>
                <a:gd name="T19" fmla="*/ 175 h 247"/>
                <a:gd name="T20" fmla="*/ 135 w 244"/>
                <a:gd name="T21" fmla="*/ 122 h 247"/>
                <a:gd name="T22" fmla="*/ 182 w 244"/>
                <a:gd name="T23" fmla="*/ 120 h 247"/>
                <a:gd name="T24" fmla="*/ 213 w 244"/>
                <a:gd name="T25" fmla="*/ 89 h 247"/>
                <a:gd name="T26" fmla="*/ 244 w 244"/>
                <a:gd name="T27" fmla="*/ 58 h 247"/>
                <a:gd name="T28" fmla="*/ 187 w 244"/>
                <a:gd name="T29" fmla="*/ 5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4" h="247">
                  <a:moveTo>
                    <a:pt x="187" y="58"/>
                  </a:moveTo>
                  <a:lnTo>
                    <a:pt x="189" y="0"/>
                  </a:lnTo>
                  <a:lnTo>
                    <a:pt x="156" y="31"/>
                  </a:lnTo>
                  <a:lnTo>
                    <a:pt x="125" y="65"/>
                  </a:lnTo>
                  <a:lnTo>
                    <a:pt x="123" y="110"/>
                  </a:lnTo>
                  <a:lnTo>
                    <a:pt x="71" y="163"/>
                  </a:lnTo>
                  <a:lnTo>
                    <a:pt x="26" y="211"/>
                  </a:lnTo>
                  <a:lnTo>
                    <a:pt x="0" y="247"/>
                  </a:lnTo>
                  <a:lnTo>
                    <a:pt x="35" y="223"/>
                  </a:lnTo>
                  <a:lnTo>
                    <a:pt x="83" y="175"/>
                  </a:lnTo>
                  <a:lnTo>
                    <a:pt x="135" y="122"/>
                  </a:lnTo>
                  <a:lnTo>
                    <a:pt x="182" y="120"/>
                  </a:lnTo>
                  <a:lnTo>
                    <a:pt x="213" y="89"/>
                  </a:lnTo>
                  <a:lnTo>
                    <a:pt x="244" y="58"/>
                  </a:lnTo>
                  <a:lnTo>
                    <a:pt x="187"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083" name="Freeform 54"/>
          <p:cNvSpPr>
            <a:spLocks noEditPoints="1"/>
          </p:cNvSpPr>
          <p:nvPr/>
        </p:nvSpPr>
        <p:spPr bwMode="auto">
          <a:xfrm>
            <a:off x="11166556" y="6299126"/>
            <a:ext cx="372434" cy="372434"/>
          </a:xfrm>
          <a:custGeom>
            <a:avLst/>
            <a:gdLst>
              <a:gd name="T0" fmla="*/ 56 w 112"/>
              <a:gd name="T1" fmla="*/ 8 h 112"/>
              <a:gd name="T2" fmla="*/ 61 w 112"/>
              <a:gd name="T3" fmla="*/ 8 h 112"/>
              <a:gd name="T4" fmla="*/ 64 w 112"/>
              <a:gd name="T5" fmla="*/ 0 h 112"/>
              <a:gd name="T6" fmla="*/ 81 w 112"/>
              <a:gd name="T7" fmla="*/ 5 h 112"/>
              <a:gd name="T8" fmla="*/ 78 w 112"/>
              <a:gd name="T9" fmla="*/ 13 h 112"/>
              <a:gd name="T10" fmla="*/ 94 w 112"/>
              <a:gd name="T11" fmla="*/ 26 h 112"/>
              <a:gd name="T12" fmla="*/ 101 w 112"/>
              <a:gd name="T13" fmla="*/ 22 h 112"/>
              <a:gd name="T14" fmla="*/ 109 w 112"/>
              <a:gd name="T15" fmla="*/ 37 h 112"/>
              <a:gd name="T16" fmla="*/ 102 w 112"/>
              <a:gd name="T17" fmla="*/ 41 h 112"/>
              <a:gd name="T18" fmla="*/ 104 w 112"/>
              <a:gd name="T19" fmla="*/ 61 h 112"/>
              <a:gd name="T20" fmla="*/ 112 w 112"/>
              <a:gd name="T21" fmla="*/ 64 h 112"/>
              <a:gd name="T22" fmla="*/ 107 w 112"/>
              <a:gd name="T23" fmla="*/ 81 h 112"/>
              <a:gd name="T24" fmla="*/ 99 w 112"/>
              <a:gd name="T25" fmla="*/ 78 h 112"/>
              <a:gd name="T26" fmla="*/ 86 w 112"/>
              <a:gd name="T27" fmla="*/ 94 h 112"/>
              <a:gd name="T28" fmla="*/ 90 w 112"/>
              <a:gd name="T29" fmla="*/ 101 h 112"/>
              <a:gd name="T30" fmla="*/ 74 w 112"/>
              <a:gd name="T31" fmla="*/ 110 h 112"/>
              <a:gd name="T32" fmla="*/ 70 w 112"/>
              <a:gd name="T33" fmla="*/ 102 h 112"/>
              <a:gd name="T34" fmla="*/ 56 w 112"/>
              <a:gd name="T35" fmla="*/ 105 h 112"/>
              <a:gd name="T36" fmla="*/ 56 w 112"/>
              <a:gd name="T37" fmla="*/ 92 h 112"/>
              <a:gd name="T38" fmla="*/ 90 w 112"/>
              <a:gd name="T39" fmla="*/ 66 h 112"/>
              <a:gd name="T40" fmla="*/ 66 w 112"/>
              <a:gd name="T41" fmla="*/ 22 h 112"/>
              <a:gd name="T42" fmla="*/ 56 w 112"/>
              <a:gd name="T43" fmla="*/ 20 h 112"/>
              <a:gd name="T44" fmla="*/ 56 w 112"/>
              <a:gd name="T45" fmla="*/ 8 h 112"/>
              <a:gd name="T46" fmla="*/ 25 w 112"/>
              <a:gd name="T47" fmla="*/ 18 h 112"/>
              <a:gd name="T48" fmla="*/ 22 w 112"/>
              <a:gd name="T49" fmla="*/ 11 h 112"/>
              <a:gd name="T50" fmla="*/ 37 w 112"/>
              <a:gd name="T51" fmla="*/ 2 h 112"/>
              <a:gd name="T52" fmla="*/ 41 w 112"/>
              <a:gd name="T53" fmla="*/ 10 h 112"/>
              <a:gd name="T54" fmla="*/ 56 w 112"/>
              <a:gd name="T55" fmla="*/ 8 h 112"/>
              <a:gd name="T56" fmla="*/ 56 w 112"/>
              <a:gd name="T57" fmla="*/ 20 h 112"/>
              <a:gd name="T58" fmla="*/ 21 w 112"/>
              <a:gd name="T59" fmla="*/ 46 h 112"/>
              <a:gd name="T60" fmla="*/ 45 w 112"/>
              <a:gd name="T61" fmla="*/ 90 h 112"/>
              <a:gd name="T62" fmla="*/ 56 w 112"/>
              <a:gd name="T63" fmla="*/ 92 h 112"/>
              <a:gd name="T64" fmla="*/ 56 w 112"/>
              <a:gd name="T65" fmla="*/ 105 h 112"/>
              <a:gd name="T66" fmla="*/ 50 w 112"/>
              <a:gd name="T67" fmla="*/ 104 h 112"/>
              <a:gd name="T68" fmla="*/ 48 w 112"/>
              <a:gd name="T69" fmla="*/ 112 h 112"/>
              <a:gd name="T70" fmla="*/ 31 w 112"/>
              <a:gd name="T71" fmla="*/ 107 h 112"/>
              <a:gd name="T72" fmla="*/ 33 w 112"/>
              <a:gd name="T73" fmla="*/ 99 h 112"/>
              <a:gd name="T74" fmla="*/ 18 w 112"/>
              <a:gd name="T75" fmla="*/ 86 h 112"/>
              <a:gd name="T76" fmla="*/ 10 w 112"/>
              <a:gd name="T77" fmla="*/ 90 h 112"/>
              <a:gd name="T78" fmla="*/ 2 w 112"/>
              <a:gd name="T79" fmla="*/ 75 h 112"/>
              <a:gd name="T80" fmla="*/ 10 w 112"/>
              <a:gd name="T81" fmla="*/ 71 h 112"/>
              <a:gd name="T82" fmla="*/ 8 w 112"/>
              <a:gd name="T83" fmla="*/ 51 h 112"/>
              <a:gd name="T84" fmla="*/ 0 w 112"/>
              <a:gd name="T85" fmla="*/ 48 h 112"/>
              <a:gd name="T86" fmla="*/ 5 w 112"/>
              <a:gd name="T87" fmla="*/ 31 h 112"/>
              <a:gd name="T88" fmla="*/ 13 w 112"/>
              <a:gd name="T89" fmla="*/ 34 h 112"/>
              <a:gd name="T90" fmla="*/ 25 w 112"/>
              <a:gd name="T91" fmla="*/ 1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2" h="112">
                <a:moveTo>
                  <a:pt x="56" y="8"/>
                </a:moveTo>
                <a:cubicBezTo>
                  <a:pt x="58" y="8"/>
                  <a:pt x="59" y="8"/>
                  <a:pt x="61" y="8"/>
                </a:cubicBezTo>
                <a:cubicBezTo>
                  <a:pt x="64" y="0"/>
                  <a:pt x="64" y="0"/>
                  <a:pt x="64" y="0"/>
                </a:cubicBezTo>
                <a:cubicBezTo>
                  <a:pt x="81" y="5"/>
                  <a:pt x="81" y="5"/>
                  <a:pt x="81" y="5"/>
                </a:cubicBezTo>
                <a:cubicBezTo>
                  <a:pt x="78" y="13"/>
                  <a:pt x="78" y="13"/>
                  <a:pt x="78" y="13"/>
                </a:cubicBezTo>
                <a:cubicBezTo>
                  <a:pt x="84" y="16"/>
                  <a:pt x="89" y="21"/>
                  <a:pt x="94" y="26"/>
                </a:cubicBezTo>
                <a:cubicBezTo>
                  <a:pt x="101" y="22"/>
                  <a:pt x="101" y="22"/>
                  <a:pt x="101" y="22"/>
                </a:cubicBezTo>
                <a:cubicBezTo>
                  <a:pt x="109" y="37"/>
                  <a:pt x="109" y="37"/>
                  <a:pt x="109" y="37"/>
                </a:cubicBezTo>
                <a:cubicBezTo>
                  <a:pt x="102" y="41"/>
                  <a:pt x="102" y="41"/>
                  <a:pt x="102" y="41"/>
                </a:cubicBezTo>
                <a:cubicBezTo>
                  <a:pt x="104" y="48"/>
                  <a:pt x="105" y="55"/>
                  <a:pt x="104" y="61"/>
                </a:cubicBezTo>
                <a:cubicBezTo>
                  <a:pt x="112" y="64"/>
                  <a:pt x="112" y="64"/>
                  <a:pt x="112" y="64"/>
                </a:cubicBezTo>
                <a:cubicBezTo>
                  <a:pt x="107" y="81"/>
                  <a:pt x="107" y="81"/>
                  <a:pt x="107" y="81"/>
                </a:cubicBezTo>
                <a:cubicBezTo>
                  <a:pt x="99" y="78"/>
                  <a:pt x="99" y="78"/>
                  <a:pt x="99" y="78"/>
                </a:cubicBezTo>
                <a:cubicBezTo>
                  <a:pt x="96" y="85"/>
                  <a:pt x="91" y="90"/>
                  <a:pt x="86" y="94"/>
                </a:cubicBezTo>
                <a:cubicBezTo>
                  <a:pt x="90" y="101"/>
                  <a:pt x="90" y="101"/>
                  <a:pt x="90" y="101"/>
                </a:cubicBezTo>
                <a:cubicBezTo>
                  <a:pt x="74" y="110"/>
                  <a:pt x="74" y="110"/>
                  <a:pt x="74" y="110"/>
                </a:cubicBezTo>
                <a:cubicBezTo>
                  <a:pt x="70" y="102"/>
                  <a:pt x="70" y="102"/>
                  <a:pt x="70" y="102"/>
                </a:cubicBezTo>
                <a:cubicBezTo>
                  <a:pt x="66" y="104"/>
                  <a:pt x="61" y="105"/>
                  <a:pt x="56" y="105"/>
                </a:cubicBezTo>
                <a:cubicBezTo>
                  <a:pt x="56" y="92"/>
                  <a:pt x="56" y="92"/>
                  <a:pt x="56" y="92"/>
                </a:cubicBezTo>
                <a:cubicBezTo>
                  <a:pt x="71" y="92"/>
                  <a:pt x="85" y="82"/>
                  <a:pt x="90" y="66"/>
                </a:cubicBezTo>
                <a:cubicBezTo>
                  <a:pt x="96" y="48"/>
                  <a:pt x="85" y="28"/>
                  <a:pt x="66" y="22"/>
                </a:cubicBezTo>
                <a:cubicBezTo>
                  <a:pt x="63" y="21"/>
                  <a:pt x="59" y="20"/>
                  <a:pt x="56" y="20"/>
                </a:cubicBezTo>
                <a:lnTo>
                  <a:pt x="56" y="8"/>
                </a:lnTo>
                <a:close/>
                <a:moveTo>
                  <a:pt x="25" y="18"/>
                </a:moveTo>
                <a:cubicBezTo>
                  <a:pt x="22" y="11"/>
                  <a:pt x="22" y="11"/>
                  <a:pt x="22" y="11"/>
                </a:cubicBezTo>
                <a:cubicBezTo>
                  <a:pt x="37" y="2"/>
                  <a:pt x="37" y="2"/>
                  <a:pt x="37" y="2"/>
                </a:cubicBezTo>
                <a:cubicBezTo>
                  <a:pt x="41" y="10"/>
                  <a:pt x="41" y="10"/>
                  <a:pt x="41" y="10"/>
                </a:cubicBezTo>
                <a:cubicBezTo>
                  <a:pt x="46" y="8"/>
                  <a:pt x="51" y="8"/>
                  <a:pt x="56" y="8"/>
                </a:cubicBezTo>
                <a:cubicBezTo>
                  <a:pt x="56" y="20"/>
                  <a:pt x="56" y="20"/>
                  <a:pt x="56" y="20"/>
                </a:cubicBezTo>
                <a:cubicBezTo>
                  <a:pt x="40" y="20"/>
                  <a:pt x="26" y="30"/>
                  <a:pt x="21" y="46"/>
                </a:cubicBezTo>
                <a:cubicBezTo>
                  <a:pt x="16" y="65"/>
                  <a:pt x="26" y="85"/>
                  <a:pt x="45" y="90"/>
                </a:cubicBezTo>
                <a:cubicBezTo>
                  <a:pt x="49" y="91"/>
                  <a:pt x="52" y="92"/>
                  <a:pt x="56" y="92"/>
                </a:cubicBezTo>
                <a:cubicBezTo>
                  <a:pt x="56" y="105"/>
                  <a:pt x="56" y="105"/>
                  <a:pt x="56" y="105"/>
                </a:cubicBezTo>
                <a:cubicBezTo>
                  <a:pt x="54" y="105"/>
                  <a:pt x="52" y="104"/>
                  <a:pt x="50" y="104"/>
                </a:cubicBezTo>
                <a:cubicBezTo>
                  <a:pt x="48" y="112"/>
                  <a:pt x="48" y="112"/>
                  <a:pt x="48" y="112"/>
                </a:cubicBezTo>
                <a:cubicBezTo>
                  <a:pt x="31" y="107"/>
                  <a:pt x="31" y="107"/>
                  <a:pt x="31" y="107"/>
                </a:cubicBezTo>
                <a:cubicBezTo>
                  <a:pt x="33" y="99"/>
                  <a:pt x="33" y="99"/>
                  <a:pt x="33" y="99"/>
                </a:cubicBezTo>
                <a:cubicBezTo>
                  <a:pt x="27" y="96"/>
                  <a:pt x="22" y="92"/>
                  <a:pt x="18" y="86"/>
                </a:cubicBezTo>
                <a:cubicBezTo>
                  <a:pt x="10" y="90"/>
                  <a:pt x="10" y="90"/>
                  <a:pt x="10" y="90"/>
                </a:cubicBezTo>
                <a:cubicBezTo>
                  <a:pt x="2" y="75"/>
                  <a:pt x="2" y="75"/>
                  <a:pt x="2" y="75"/>
                </a:cubicBezTo>
                <a:cubicBezTo>
                  <a:pt x="10" y="71"/>
                  <a:pt x="10" y="71"/>
                  <a:pt x="10" y="71"/>
                </a:cubicBezTo>
                <a:cubicBezTo>
                  <a:pt x="7" y="64"/>
                  <a:pt x="7" y="58"/>
                  <a:pt x="8" y="51"/>
                </a:cubicBezTo>
                <a:cubicBezTo>
                  <a:pt x="0" y="48"/>
                  <a:pt x="0" y="48"/>
                  <a:pt x="0" y="48"/>
                </a:cubicBezTo>
                <a:cubicBezTo>
                  <a:pt x="5" y="31"/>
                  <a:pt x="5" y="31"/>
                  <a:pt x="5" y="31"/>
                </a:cubicBezTo>
                <a:cubicBezTo>
                  <a:pt x="13" y="34"/>
                  <a:pt x="13" y="34"/>
                  <a:pt x="13" y="34"/>
                </a:cubicBezTo>
                <a:cubicBezTo>
                  <a:pt x="16" y="28"/>
                  <a:pt x="20" y="22"/>
                  <a:pt x="25" y="18"/>
                </a:cubicBezTo>
                <a:close/>
              </a:path>
            </a:pathLst>
          </a:custGeom>
          <a:solidFill>
            <a:srgbClr val="4E62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1084" name="组合 1083"/>
          <p:cNvGrpSpPr/>
          <p:nvPr/>
        </p:nvGrpSpPr>
        <p:grpSpPr>
          <a:xfrm>
            <a:off x="11656490" y="5223418"/>
            <a:ext cx="372835" cy="494515"/>
            <a:chOff x="1404938" y="6886575"/>
            <a:chExt cx="379412" cy="503238"/>
          </a:xfrm>
          <a:solidFill>
            <a:srgbClr val="707E84"/>
          </a:solidFill>
        </p:grpSpPr>
        <p:sp>
          <p:nvSpPr>
            <p:cNvPr id="1085" name="Freeform 12"/>
            <p:cNvSpPr>
              <a:spLocks noEditPoints="1"/>
            </p:cNvSpPr>
            <p:nvPr/>
          </p:nvSpPr>
          <p:spPr bwMode="auto">
            <a:xfrm>
              <a:off x="1438275" y="6965950"/>
              <a:ext cx="319088" cy="315913"/>
            </a:xfrm>
            <a:custGeom>
              <a:avLst/>
              <a:gdLst>
                <a:gd name="T0" fmla="*/ 66 w 85"/>
                <a:gd name="T1" fmla="*/ 10 h 84"/>
                <a:gd name="T2" fmla="*/ 42 w 85"/>
                <a:gd name="T3" fmla="*/ 0 h 84"/>
                <a:gd name="T4" fmla="*/ 42 w 85"/>
                <a:gd name="T5" fmla="*/ 0 h 84"/>
                <a:gd name="T6" fmla="*/ 41 w 85"/>
                <a:gd name="T7" fmla="*/ 0 h 84"/>
                <a:gd name="T8" fmla="*/ 17 w 85"/>
                <a:gd name="T9" fmla="*/ 10 h 84"/>
                <a:gd name="T10" fmla="*/ 17 w 85"/>
                <a:gd name="T11" fmla="*/ 60 h 84"/>
                <a:gd name="T12" fmla="*/ 23 w 85"/>
                <a:gd name="T13" fmla="*/ 80 h 84"/>
                <a:gd name="T14" fmla="*/ 23 w 85"/>
                <a:gd name="T15" fmla="*/ 81 h 84"/>
                <a:gd name="T16" fmla="*/ 23 w 85"/>
                <a:gd name="T17" fmla="*/ 81 h 84"/>
                <a:gd name="T18" fmla="*/ 23 w 85"/>
                <a:gd name="T19" fmla="*/ 84 h 84"/>
                <a:gd name="T20" fmla="*/ 60 w 85"/>
                <a:gd name="T21" fmla="*/ 84 h 84"/>
                <a:gd name="T22" fmla="*/ 60 w 85"/>
                <a:gd name="T23" fmla="*/ 81 h 84"/>
                <a:gd name="T24" fmla="*/ 60 w 85"/>
                <a:gd name="T25" fmla="*/ 81 h 84"/>
                <a:gd name="T26" fmla="*/ 60 w 85"/>
                <a:gd name="T27" fmla="*/ 80 h 84"/>
                <a:gd name="T28" fmla="*/ 66 w 85"/>
                <a:gd name="T29" fmla="*/ 60 h 84"/>
                <a:gd name="T30" fmla="*/ 66 w 85"/>
                <a:gd name="T31" fmla="*/ 10 h 84"/>
                <a:gd name="T32" fmla="*/ 39 w 85"/>
                <a:gd name="T33" fmla="*/ 45 h 84"/>
                <a:gd name="T34" fmla="*/ 44 w 85"/>
                <a:gd name="T35" fmla="*/ 45 h 84"/>
                <a:gd name="T36" fmla="*/ 44 w 85"/>
                <a:gd name="T37" fmla="*/ 78 h 84"/>
                <a:gd name="T38" fmla="*/ 39 w 85"/>
                <a:gd name="T39" fmla="*/ 78 h 84"/>
                <a:gd name="T40" fmla="*/ 39 w 85"/>
                <a:gd name="T41" fmla="*/ 45 h 84"/>
                <a:gd name="T42" fmla="*/ 63 w 85"/>
                <a:gd name="T43" fmla="*/ 58 h 84"/>
                <a:gd name="T44" fmla="*/ 57 w 85"/>
                <a:gd name="T45" fmla="*/ 78 h 84"/>
                <a:gd name="T46" fmla="*/ 48 w 85"/>
                <a:gd name="T47" fmla="*/ 78 h 84"/>
                <a:gd name="T48" fmla="*/ 48 w 85"/>
                <a:gd name="T49" fmla="*/ 46 h 84"/>
                <a:gd name="T50" fmla="*/ 58 w 85"/>
                <a:gd name="T51" fmla="*/ 42 h 84"/>
                <a:gd name="T52" fmla="*/ 58 w 85"/>
                <a:gd name="T53" fmla="*/ 33 h 84"/>
                <a:gd name="T54" fmla="*/ 48 w 85"/>
                <a:gd name="T55" fmla="*/ 33 h 84"/>
                <a:gd name="T56" fmla="*/ 45 w 85"/>
                <a:gd name="T57" fmla="*/ 42 h 84"/>
                <a:gd name="T58" fmla="*/ 38 w 85"/>
                <a:gd name="T59" fmla="*/ 42 h 84"/>
                <a:gd name="T60" fmla="*/ 35 w 85"/>
                <a:gd name="T61" fmla="*/ 33 h 84"/>
                <a:gd name="T62" fmla="*/ 25 w 85"/>
                <a:gd name="T63" fmla="*/ 33 h 84"/>
                <a:gd name="T64" fmla="*/ 23 w 85"/>
                <a:gd name="T65" fmla="*/ 38 h 84"/>
                <a:gd name="T66" fmla="*/ 25 w 85"/>
                <a:gd name="T67" fmla="*/ 42 h 84"/>
                <a:gd name="T68" fmla="*/ 35 w 85"/>
                <a:gd name="T69" fmla="*/ 46 h 84"/>
                <a:gd name="T70" fmla="*/ 35 w 85"/>
                <a:gd name="T71" fmla="*/ 78 h 84"/>
                <a:gd name="T72" fmla="*/ 26 w 85"/>
                <a:gd name="T73" fmla="*/ 78 h 84"/>
                <a:gd name="T74" fmla="*/ 20 w 85"/>
                <a:gd name="T75" fmla="*/ 58 h 84"/>
                <a:gd name="T76" fmla="*/ 19 w 85"/>
                <a:gd name="T77" fmla="*/ 12 h 84"/>
                <a:gd name="T78" fmla="*/ 41 w 85"/>
                <a:gd name="T79" fmla="*/ 3 h 84"/>
                <a:gd name="T80" fmla="*/ 42 w 85"/>
                <a:gd name="T81" fmla="*/ 3 h 84"/>
                <a:gd name="T82" fmla="*/ 64 w 85"/>
                <a:gd name="T83" fmla="*/ 12 h 84"/>
                <a:gd name="T84" fmla="*/ 63 w 85"/>
                <a:gd name="T85" fmla="*/ 58 h 84"/>
                <a:gd name="T86" fmla="*/ 48 w 85"/>
                <a:gd name="T87" fmla="*/ 43 h 84"/>
                <a:gd name="T88" fmla="*/ 50 w 85"/>
                <a:gd name="T89" fmla="*/ 35 h 84"/>
                <a:gd name="T90" fmla="*/ 53 w 85"/>
                <a:gd name="T91" fmla="*/ 34 h 84"/>
                <a:gd name="T92" fmla="*/ 56 w 85"/>
                <a:gd name="T93" fmla="*/ 35 h 84"/>
                <a:gd name="T94" fmla="*/ 56 w 85"/>
                <a:gd name="T95" fmla="*/ 40 h 84"/>
                <a:gd name="T96" fmla="*/ 48 w 85"/>
                <a:gd name="T97" fmla="*/ 43 h 84"/>
                <a:gd name="T98" fmla="*/ 35 w 85"/>
                <a:gd name="T99" fmla="*/ 43 h 84"/>
                <a:gd name="T100" fmla="*/ 27 w 85"/>
                <a:gd name="T101" fmla="*/ 40 h 84"/>
                <a:gd name="T102" fmla="*/ 26 w 85"/>
                <a:gd name="T103" fmla="*/ 38 h 84"/>
                <a:gd name="T104" fmla="*/ 27 w 85"/>
                <a:gd name="T105" fmla="*/ 35 h 84"/>
                <a:gd name="T106" fmla="*/ 30 w 85"/>
                <a:gd name="T107" fmla="*/ 34 h 84"/>
                <a:gd name="T108" fmla="*/ 33 w 85"/>
                <a:gd name="T109" fmla="*/ 35 h 84"/>
                <a:gd name="T110" fmla="*/ 35 w 85"/>
                <a:gd name="T111" fmla="*/ 43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5" h="84">
                  <a:moveTo>
                    <a:pt x="66" y="10"/>
                  </a:moveTo>
                  <a:cubicBezTo>
                    <a:pt x="56" y="1"/>
                    <a:pt x="44" y="0"/>
                    <a:pt x="42" y="0"/>
                  </a:cubicBezTo>
                  <a:cubicBezTo>
                    <a:pt x="42" y="0"/>
                    <a:pt x="42" y="0"/>
                    <a:pt x="42" y="0"/>
                  </a:cubicBezTo>
                  <a:cubicBezTo>
                    <a:pt x="42" y="0"/>
                    <a:pt x="41" y="0"/>
                    <a:pt x="41" y="0"/>
                  </a:cubicBezTo>
                  <a:cubicBezTo>
                    <a:pt x="37" y="0"/>
                    <a:pt x="25" y="1"/>
                    <a:pt x="17" y="10"/>
                  </a:cubicBezTo>
                  <a:cubicBezTo>
                    <a:pt x="0" y="26"/>
                    <a:pt x="10" y="50"/>
                    <a:pt x="17" y="60"/>
                  </a:cubicBezTo>
                  <a:cubicBezTo>
                    <a:pt x="23" y="67"/>
                    <a:pt x="23" y="79"/>
                    <a:pt x="23" y="80"/>
                  </a:cubicBezTo>
                  <a:cubicBezTo>
                    <a:pt x="23" y="81"/>
                    <a:pt x="23" y="81"/>
                    <a:pt x="23" y="81"/>
                  </a:cubicBezTo>
                  <a:cubicBezTo>
                    <a:pt x="23" y="81"/>
                    <a:pt x="23" y="81"/>
                    <a:pt x="23" y="81"/>
                  </a:cubicBezTo>
                  <a:cubicBezTo>
                    <a:pt x="23" y="84"/>
                    <a:pt x="23" y="84"/>
                    <a:pt x="23" y="84"/>
                  </a:cubicBezTo>
                  <a:cubicBezTo>
                    <a:pt x="60" y="84"/>
                    <a:pt x="60" y="84"/>
                    <a:pt x="60" y="84"/>
                  </a:cubicBezTo>
                  <a:cubicBezTo>
                    <a:pt x="60" y="81"/>
                    <a:pt x="60" y="81"/>
                    <a:pt x="60" y="81"/>
                  </a:cubicBezTo>
                  <a:cubicBezTo>
                    <a:pt x="60" y="81"/>
                    <a:pt x="60" y="81"/>
                    <a:pt x="60" y="81"/>
                  </a:cubicBezTo>
                  <a:cubicBezTo>
                    <a:pt x="60" y="80"/>
                    <a:pt x="60" y="80"/>
                    <a:pt x="60" y="80"/>
                  </a:cubicBezTo>
                  <a:cubicBezTo>
                    <a:pt x="60" y="79"/>
                    <a:pt x="60" y="67"/>
                    <a:pt x="66" y="60"/>
                  </a:cubicBezTo>
                  <a:cubicBezTo>
                    <a:pt x="72" y="52"/>
                    <a:pt x="85" y="26"/>
                    <a:pt x="66" y="10"/>
                  </a:cubicBezTo>
                  <a:close/>
                  <a:moveTo>
                    <a:pt x="39" y="45"/>
                  </a:moveTo>
                  <a:cubicBezTo>
                    <a:pt x="44" y="45"/>
                    <a:pt x="44" y="45"/>
                    <a:pt x="44" y="45"/>
                  </a:cubicBezTo>
                  <a:cubicBezTo>
                    <a:pt x="44" y="78"/>
                    <a:pt x="44" y="78"/>
                    <a:pt x="44" y="78"/>
                  </a:cubicBezTo>
                  <a:cubicBezTo>
                    <a:pt x="39" y="78"/>
                    <a:pt x="39" y="78"/>
                    <a:pt x="39" y="78"/>
                  </a:cubicBezTo>
                  <a:lnTo>
                    <a:pt x="39" y="45"/>
                  </a:lnTo>
                  <a:close/>
                  <a:moveTo>
                    <a:pt x="63" y="58"/>
                  </a:moveTo>
                  <a:cubicBezTo>
                    <a:pt x="58" y="65"/>
                    <a:pt x="57" y="74"/>
                    <a:pt x="57" y="78"/>
                  </a:cubicBezTo>
                  <a:cubicBezTo>
                    <a:pt x="48" y="78"/>
                    <a:pt x="48" y="78"/>
                    <a:pt x="48" y="78"/>
                  </a:cubicBezTo>
                  <a:cubicBezTo>
                    <a:pt x="48" y="46"/>
                    <a:pt x="48" y="46"/>
                    <a:pt x="48" y="46"/>
                  </a:cubicBezTo>
                  <a:cubicBezTo>
                    <a:pt x="50" y="45"/>
                    <a:pt x="56" y="44"/>
                    <a:pt x="58" y="42"/>
                  </a:cubicBezTo>
                  <a:cubicBezTo>
                    <a:pt x="61" y="40"/>
                    <a:pt x="61" y="35"/>
                    <a:pt x="58" y="33"/>
                  </a:cubicBezTo>
                  <a:cubicBezTo>
                    <a:pt x="56" y="30"/>
                    <a:pt x="51" y="30"/>
                    <a:pt x="48" y="33"/>
                  </a:cubicBezTo>
                  <a:cubicBezTo>
                    <a:pt x="46" y="34"/>
                    <a:pt x="45" y="39"/>
                    <a:pt x="45" y="42"/>
                  </a:cubicBezTo>
                  <a:cubicBezTo>
                    <a:pt x="38" y="42"/>
                    <a:pt x="38" y="42"/>
                    <a:pt x="38" y="42"/>
                  </a:cubicBezTo>
                  <a:cubicBezTo>
                    <a:pt x="38" y="39"/>
                    <a:pt x="37" y="34"/>
                    <a:pt x="35" y="33"/>
                  </a:cubicBezTo>
                  <a:cubicBezTo>
                    <a:pt x="32" y="30"/>
                    <a:pt x="27" y="30"/>
                    <a:pt x="25" y="33"/>
                  </a:cubicBezTo>
                  <a:cubicBezTo>
                    <a:pt x="23" y="34"/>
                    <a:pt x="23" y="36"/>
                    <a:pt x="23" y="38"/>
                  </a:cubicBezTo>
                  <a:cubicBezTo>
                    <a:pt x="23" y="39"/>
                    <a:pt x="23" y="41"/>
                    <a:pt x="25" y="42"/>
                  </a:cubicBezTo>
                  <a:cubicBezTo>
                    <a:pt x="27" y="44"/>
                    <a:pt x="33" y="45"/>
                    <a:pt x="35" y="46"/>
                  </a:cubicBezTo>
                  <a:cubicBezTo>
                    <a:pt x="35" y="78"/>
                    <a:pt x="35" y="78"/>
                    <a:pt x="35" y="78"/>
                  </a:cubicBezTo>
                  <a:cubicBezTo>
                    <a:pt x="26" y="78"/>
                    <a:pt x="26" y="78"/>
                    <a:pt x="26" y="78"/>
                  </a:cubicBezTo>
                  <a:cubicBezTo>
                    <a:pt x="26" y="74"/>
                    <a:pt x="25" y="65"/>
                    <a:pt x="20" y="58"/>
                  </a:cubicBezTo>
                  <a:cubicBezTo>
                    <a:pt x="15" y="52"/>
                    <a:pt x="3" y="28"/>
                    <a:pt x="19" y="12"/>
                  </a:cubicBezTo>
                  <a:cubicBezTo>
                    <a:pt x="28" y="3"/>
                    <a:pt x="41" y="3"/>
                    <a:pt x="41" y="3"/>
                  </a:cubicBezTo>
                  <a:cubicBezTo>
                    <a:pt x="42" y="3"/>
                    <a:pt x="42" y="3"/>
                    <a:pt x="42" y="3"/>
                  </a:cubicBezTo>
                  <a:cubicBezTo>
                    <a:pt x="43" y="3"/>
                    <a:pt x="54" y="4"/>
                    <a:pt x="64" y="12"/>
                  </a:cubicBezTo>
                  <a:cubicBezTo>
                    <a:pt x="81" y="27"/>
                    <a:pt x="69" y="51"/>
                    <a:pt x="63" y="58"/>
                  </a:cubicBezTo>
                  <a:close/>
                  <a:moveTo>
                    <a:pt x="48" y="43"/>
                  </a:moveTo>
                  <a:cubicBezTo>
                    <a:pt x="48" y="40"/>
                    <a:pt x="49" y="36"/>
                    <a:pt x="50" y="35"/>
                  </a:cubicBezTo>
                  <a:cubicBezTo>
                    <a:pt x="51" y="34"/>
                    <a:pt x="52" y="34"/>
                    <a:pt x="53" y="34"/>
                  </a:cubicBezTo>
                  <a:cubicBezTo>
                    <a:pt x="54" y="34"/>
                    <a:pt x="55" y="34"/>
                    <a:pt x="56" y="35"/>
                  </a:cubicBezTo>
                  <a:cubicBezTo>
                    <a:pt x="58" y="36"/>
                    <a:pt x="58" y="39"/>
                    <a:pt x="56" y="40"/>
                  </a:cubicBezTo>
                  <a:cubicBezTo>
                    <a:pt x="55" y="41"/>
                    <a:pt x="51" y="42"/>
                    <a:pt x="48" y="43"/>
                  </a:cubicBezTo>
                  <a:close/>
                  <a:moveTo>
                    <a:pt x="35" y="43"/>
                  </a:moveTo>
                  <a:cubicBezTo>
                    <a:pt x="32" y="42"/>
                    <a:pt x="28" y="41"/>
                    <a:pt x="27" y="40"/>
                  </a:cubicBezTo>
                  <a:cubicBezTo>
                    <a:pt x="26" y="40"/>
                    <a:pt x="26" y="39"/>
                    <a:pt x="26" y="38"/>
                  </a:cubicBezTo>
                  <a:cubicBezTo>
                    <a:pt x="26" y="37"/>
                    <a:pt x="26" y="36"/>
                    <a:pt x="27" y="35"/>
                  </a:cubicBezTo>
                  <a:cubicBezTo>
                    <a:pt x="28" y="34"/>
                    <a:pt x="29" y="34"/>
                    <a:pt x="30" y="34"/>
                  </a:cubicBezTo>
                  <a:cubicBezTo>
                    <a:pt x="31" y="34"/>
                    <a:pt x="32" y="34"/>
                    <a:pt x="33" y="35"/>
                  </a:cubicBezTo>
                  <a:cubicBezTo>
                    <a:pt x="34" y="36"/>
                    <a:pt x="35" y="40"/>
                    <a:pt x="35"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6" name="Rectangle 13"/>
            <p:cNvSpPr>
              <a:spLocks noChangeArrowheads="1"/>
            </p:cNvSpPr>
            <p:nvPr/>
          </p:nvSpPr>
          <p:spPr bwMode="auto">
            <a:xfrm>
              <a:off x="1524000" y="7292975"/>
              <a:ext cx="13970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7" name="Freeform 14"/>
            <p:cNvSpPr>
              <a:spLocks/>
            </p:cNvSpPr>
            <p:nvPr/>
          </p:nvSpPr>
          <p:spPr bwMode="auto">
            <a:xfrm>
              <a:off x="1524000" y="7323138"/>
              <a:ext cx="139700" cy="19050"/>
            </a:xfrm>
            <a:custGeom>
              <a:avLst/>
              <a:gdLst>
                <a:gd name="T0" fmla="*/ 1 w 37"/>
                <a:gd name="T1" fmla="*/ 5 h 5"/>
                <a:gd name="T2" fmla="*/ 36 w 37"/>
                <a:gd name="T3" fmla="*/ 5 h 5"/>
                <a:gd name="T4" fmla="*/ 37 w 37"/>
                <a:gd name="T5" fmla="*/ 0 h 5"/>
                <a:gd name="T6" fmla="*/ 0 w 37"/>
                <a:gd name="T7" fmla="*/ 0 h 5"/>
                <a:gd name="T8" fmla="*/ 1 w 37"/>
                <a:gd name="T9" fmla="*/ 5 h 5"/>
              </a:gdLst>
              <a:ahLst/>
              <a:cxnLst>
                <a:cxn ang="0">
                  <a:pos x="T0" y="T1"/>
                </a:cxn>
                <a:cxn ang="0">
                  <a:pos x="T2" y="T3"/>
                </a:cxn>
                <a:cxn ang="0">
                  <a:pos x="T4" y="T5"/>
                </a:cxn>
                <a:cxn ang="0">
                  <a:pos x="T6" y="T7"/>
                </a:cxn>
                <a:cxn ang="0">
                  <a:pos x="T8" y="T9"/>
                </a:cxn>
              </a:cxnLst>
              <a:rect l="0" t="0" r="r" b="b"/>
              <a:pathLst>
                <a:path w="37" h="5">
                  <a:moveTo>
                    <a:pt x="1" y="5"/>
                  </a:moveTo>
                  <a:cubicBezTo>
                    <a:pt x="36" y="5"/>
                    <a:pt x="36" y="5"/>
                    <a:pt x="36" y="5"/>
                  </a:cubicBezTo>
                  <a:cubicBezTo>
                    <a:pt x="36" y="3"/>
                    <a:pt x="36" y="2"/>
                    <a:pt x="37" y="0"/>
                  </a:cubicBezTo>
                  <a:cubicBezTo>
                    <a:pt x="0" y="0"/>
                    <a:pt x="0" y="0"/>
                    <a:pt x="0" y="0"/>
                  </a:cubicBezTo>
                  <a:cubicBezTo>
                    <a:pt x="1" y="2"/>
                    <a:pt x="1" y="3"/>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8" name="Freeform 15"/>
            <p:cNvSpPr>
              <a:spLocks/>
            </p:cNvSpPr>
            <p:nvPr/>
          </p:nvSpPr>
          <p:spPr bwMode="auto">
            <a:xfrm>
              <a:off x="1535113" y="7353300"/>
              <a:ext cx="117475" cy="36513"/>
            </a:xfrm>
            <a:custGeom>
              <a:avLst/>
              <a:gdLst>
                <a:gd name="T0" fmla="*/ 15 w 31"/>
                <a:gd name="T1" fmla="*/ 10 h 10"/>
                <a:gd name="T2" fmla="*/ 31 w 31"/>
                <a:gd name="T3" fmla="*/ 0 h 10"/>
                <a:gd name="T4" fmla="*/ 0 w 31"/>
                <a:gd name="T5" fmla="*/ 0 h 10"/>
                <a:gd name="T6" fmla="*/ 15 w 31"/>
                <a:gd name="T7" fmla="*/ 10 h 10"/>
              </a:gdLst>
              <a:ahLst/>
              <a:cxnLst>
                <a:cxn ang="0">
                  <a:pos x="T0" y="T1"/>
                </a:cxn>
                <a:cxn ang="0">
                  <a:pos x="T2" y="T3"/>
                </a:cxn>
                <a:cxn ang="0">
                  <a:pos x="T4" y="T5"/>
                </a:cxn>
                <a:cxn ang="0">
                  <a:pos x="T6" y="T7"/>
                </a:cxn>
              </a:cxnLst>
              <a:rect l="0" t="0" r="r" b="b"/>
              <a:pathLst>
                <a:path w="31" h="10">
                  <a:moveTo>
                    <a:pt x="15" y="10"/>
                  </a:moveTo>
                  <a:cubicBezTo>
                    <a:pt x="22" y="10"/>
                    <a:pt x="28" y="6"/>
                    <a:pt x="31" y="0"/>
                  </a:cubicBezTo>
                  <a:cubicBezTo>
                    <a:pt x="0" y="0"/>
                    <a:pt x="0" y="0"/>
                    <a:pt x="0" y="0"/>
                  </a:cubicBezTo>
                  <a:cubicBezTo>
                    <a:pt x="3" y="6"/>
                    <a:pt x="9" y="10"/>
                    <a:pt x="15"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9" name="Freeform 16"/>
            <p:cNvSpPr>
              <a:spLocks/>
            </p:cNvSpPr>
            <p:nvPr/>
          </p:nvSpPr>
          <p:spPr bwMode="auto">
            <a:xfrm>
              <a:off x="1584325" y="6886575"/>
              <a:ext cx="19050" cy="57150"/>
            </a:xfrm>
            <a:custGeom>
              <a:avLst/>
              <a:gdLst>
                <a:gd name="T0" fmla="*/ 2 w 5"/>
                <a:gd name="T1" fmla="*/ 15 h 15"/>
                <a:gd name="T2" fmla="*/ 0 w 5"/>
                <a:gd name="T3" fmla="*/ 13 h 15"/>
                <a:gd name="T4" fmla="*/ 0 w 5"/>
                <a:gd name="T5" fmla="*/ 3 h 15"/>
                <a:gd name="T6" fmla="*/ 2 w 5"/>
                <a:gd name="T7" fmla="*/ 0 h 15"/>
                <a:gd name="T8" fmla="*/ 5 w 5"/>
                <a:gd name="T9" fmla="*/ 3 h 15"/>
                <a:gd name="T10" fmla="*/ 5 w 5"/>
                <a:gd name="T11" fmla="*/ 13 h 15"/>
                <a:gd name="T12" fmla="*/ 2 w 5"/>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5" h="15">
                  <a:moveTo>
                    <a:pt x="2" y="15"/>
                  </a:moveTo>
                  <a:cubicBezTo>
                    <a:pt x="1" y="15"/>
                    <a:pt x="0" y="14"/>
                    <a:pt x="0" y="13"/>
                  </a:cubicBezTo>
                  <a:cubicBezTo>
                    <a:pt x="0" y="3"/>
                    <a:pt x="0" y="3"/>
                    <a:pt x="0" y="3"/>
                  </a:cubicBezTo>
                  <a:cubicBezTo>
                    <a:pt x="0" y="1"/>
                    <a:pt x="1" y="0"/>
                    <a:pt x="2" y="0"/>
                  </a:cubicBezTo>
                  <a:cubicBezTo>
                    <a:pt x="4" y="0"/>
                    <a:pt x="5" y="1"/>
                    <a:pt x="5" y="3"/>
                  </a:cubicBezTo>
                  <a:cubicBezTo>
                    <a:pt x="5" y="13"/>
                    <a:pt x="5" y="13"/>
                    <a:pt x="5" y="13"/>
                  </a:cubicBezTo>
                  <a:cubicBezTo>
                    <a:pt x="5" y="14"/>
                    <a:pt x="4" y="15"/>
                    <a:pt x="2"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0" name="Freeform 17"/>
            <p:cNvSpPr>
              <a:spLocks/>
            </p:cNvSpPr>
            <p:nvPr/>
          </p:nvSpPr>
          <p:spPr bwMode="auto">
            <a:xfrm>
              <a:off x="1644650" y="6902450"/>
              <a:ext cx="30163" cy="52388"/>
            </a:xfrm>
            <a:custGeom>
              <a:avLst/>
              <a:gdLst>
                <a:gd name="T0" fmla="*/ 2 w 8"/>
                <a:gd name="T1" fmla="*/ 14 h 14"/>
                <a:gd name="T2" fmla="*/ 1 w 8"/>
                <a:gd name="T3" fmla="*/ 14 h 14"/>
                <a:gd name="T4" fmla="*/ 0 w 8"/>
                <a:gd name="T5" fmla="*/ 11 h 14"/>
                <a:gd name="T6" fmla="*/ 4 w 8"/>
                <a:gd name="T7" fmla="*/ 1 h 14"/>
                <a:gd name="T8" fmla="*/ 6 w 8"/>
                <a:gd name="T9" fmla="*/ 0 h 14"/>
                <a:gd name="T10" fmla="*/ 8 w 8"/>
                <a:gd name="T11" fmla="*/ 3 h 14"/>
                <a:gd name="T12" fmla="*/ 4 w 8"/>
                <a:gd name="T13" fmla="*/ 13 h 14"/>
                <a:gd name="T14" fmla="*/ 2 w 8"/>
                <a:gd name="T15" fmla="*/ 14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4">
                  <a:moveTo>
                    <a:pt x="2" y="14"/>
                  </a:moveTo>
                  <a:cubicBezTo>
                    <a:pt x="2" y="14"/>
                    <a:pt x="1" y="14"/>
                    <a:pt x="1" y="14"/>
                  </a:cubicBezTo>
                  <a:cubicBezTo>
                    <a:pt x="0" y="14"/>
                    <a:pt x="0" y="12"/>
                    <a:pt x="0" y="11"/>
                  </a:cubicBezTo>
                  <a:cubicBezTo>
                    <a:pt x="4" y="1"/>
                    <a:pt x="4" y="1"/>
                    <a:pt x="4" y="1"/>
                  </a:cubicBezTo>
                  <a:cubicBezTo>
                    <a:pt x="4" y="0"/>
                    <a:pt x="5" y="0"/>
                    <a:pt x="6" y="0"/>
                  </a:cubicBezTo>
                  <a:cubicBezTo>
                    <a:pt x="7" y="0"/>
                    <a:pt x="8" y="2"/>
                    <a:pt x="8" y="3"/>
                  </a:cubicBezTo>
                  <a:cubicBezTo>
                    <a:pt x="4" y="13"/>
                    <a:pt x="4" y="13"/>
                    <a:pt x="4" y="13"/>
                  </a:cubicBezTo>
                  <a:cubicBezTo>
                    <a:pt x="4" y="14"/>
                    <a:pt x="3" y="14"/>
                    <a:pt x="2"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1" name="Freeform 18"/>
            <p:cNvSpPr>
              <a:spLocks/>
            </p:cNvSpPr>
            <p:nvPr/>
          </p:nvSpPr>
          <p:spPr bwMode="auto">
            <a:xfrm>
              <a:off x="1693863" y="6935788"/>
              <a:ext cx="44450" cy="49213"/>
            </a:xfrm>
            <a:custGeom>
              <a:avLst/>
              <a:gdLst>
                <a:gd name="T0" fmla="*/ 2 w 12"/>
                <a:gd name="T1" fmla="*/ 13 h 13"/>
                <a:gd name="T2" fmla="*/ 1 w 12"/>
                <a:gd name="T3" fmla="*/ 12 h 13"/>
                <a:gd name="T4" fmla="*/ 1 w 12"/>
                <a:gd name="T5" fmla="*/ 10 h 13"/>
                <a:gd name="T6" fmla="*/ 8 w 12"/>
                <a:gd name="T7" fmla="*/ 1 h 13"/>
                <a:gd name="T8" fmla="*/ 11 w 12"/>
                <a:gd name="T9" fmla="*/ 1 h 13"/>
                <a:gd name="T10" fmla="*/ 11 w 12"/>
                <a:gd name="T11" fmla="*/ 4 h 13"/>
                <a:gd name="T12" fmla="*/ 4 w 12"/>
                <a:gd name="T13" fmla="*/ 12 h 13"/>
                <a:gd name="T14" fmla="*/ 2 w 12"/>
                <a:gd name="T15" fmla="*/ 1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3">
                  <a:moveTo>
                    <a:pt x="2" y="13"/>
                  </a:moveTo>
                  <a:cubicBezTo>
                    <a:pt x="2" y="13"/>
                    <a:pt x="2" y="13"/>
                    <a:pt x="1" y="12"/>
                  </a:cubicBezTo>
                  <a:cubicBezTo>
                    <a:pt x="0" y="12"/>
                    <a:pt x="0" y="10"/>
                    <a:pt x="1" y="10"/>
                  </a:cubicBezTo>
                  <a:cubicBezTo>
                    <a:pt x="8" y="1"/>
                    <a:pt x="8" y="1"/>
                    <a:pt x="8" y="1"/>
                  </a:cubicBezTo>
                  <a:cubicBezTo>
                    <a:pt x="9" y="0"/>
                    <a:pt x="10" y="0"/>
                    <a:pt x="11" y="1"/>
                  </a:cubicBezTo>
                  <a:cubicBezTo>
                    <a:pt x="12" y="2"/>
                    <a:pt x="12" y="3"/>
                    <a:pt x="11" y="4"/>
                  </a:cubicBezTo>
                  <a:cubicBezTo>
                    <a:pt x="4" y="12"/>
                    <a:pt x="4" y="12"/>
                    <a:pt x="4" y="12"/>
                  </a:cubicBezTo>
                  <a:cubicBezTo>
                    <a:pt x="4" y="13"/>
                    <a:pt x="3" y="13"/>
                    <a:pt x="2"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2" name="Freeform 19"/>
            <p:cNvSpPr>
              <a:spLocks/>
            </p:cNvSpPr>
            <p:nvPr/>
          </p:nvSpPr>
          <p:spPr bwMode="auto">
            <a:xfrm>
              <a:off x="1730375" y="6992938"/>
              <a:ext cx="53975" cy="36513"/>
            </a:xfrm>
            <a:custGeom>
              <a:avLst/>
              <a:gdLst>
                <a:gd name="T0" fmla="*/ 3 w 14"/>
                <a:gd name="T1" fmla="*/ 10 h 10"/>
                <a:gd name="T2" fmla="*/ 1 w 14"/>
                <a:gd name="T3" fmla="*/ 9 h 10"/>
                <a:gd name="T4" fmla="*/ 1 w 14"/>
                <a:gd name="T5" fmla="*/ 6 h 10"/>
                <a:gd name="T6" fmla="*/ 11 w 14"/>
                <a:gd name="T7" fmla="*/ 1 h 10"/>
                <a:gd name="T8" fmla="*/ 14 w 14"/>
                <a:gd name="T9" fmla="*/ 1 h 10"/>
                <a:gd name="T10" fmla="*/ 13 w 14"/>
                <a:gd name="T11" fmla="*/ 4 h 10"/>
                <a:gd name="T12" fmla="*/ 4 w 14"/>
                <a:gd name="T13" fmla="*/ 10 h 10"/>
                <a:gd name="T14" fmla="*/ 3 w 14"/>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0">
                  <a:moveTo>
                    <a:pt x="3" y="10"/>
                  </a:moveTo>
                  <a:cubicBezTo>
                    <a:pt x="2" y="10"/>
                    <a:pt x="1" y="10"/>
                    <a:pt x="1" y="9"/>
                  </a:cubicBezTo>
                  <a:cubicBezTo>
                    <a:pt x="0" y="8"/>
                    <a:pt x="1" y="7"/>
                    <a:pt x="1" y="6"/>
                  </a:cubicBezTo>
                  <a:cubicBezTo>
                    <a:pt x="11" y="1"/>
                    <a:pt x="11" y="1"/>
                    <a:pt x="11" y="1"/>
                  </a:cubicBezTo>
                  <a:cubicBezTo>
                    <a:pt x="12" y="0"/>
                    <a:pt x="13" y="0"/>
                    <a:pt x="14" y="1"/>
                  </a:cubicBezTo>
                  <a:cubicBezTo>
                    <a:pt x="14" y="2"/>
                    <a:pt x="14" y="4"/>
                    <a:pt x="13" y="4"/>
                  </a:cubicBezTo>
                  <a:cubicBezTo>
                    <a:pt x="4" y="10"/>
                    <a:pt x="4" y="10"/>
                    <a:pt x="4" y="10"/>
                  </a:cubicBezTo>
                  <a:cubicBezTo>
                    <a:pt x="3" y="10"/>
                    <a:pt x="3" y="10"/>
                    <a:pt x="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3" name="Freeform 20"/>
            <p:cNvSpPr>
              <a:spLocks/>
            </p:cNvSpPr>
            <p:nvPr/>
          </p:nvSpPr>
          <p:spPr bwMode="auto">
            <a:xfrm>
              <a:off x="1512888" y="6902450"/>
              <a:ext cx="30163" cy="52388"/>
            </a:xfrm>
            <a:custGeom>
              <a:avLst/>
              <a:gdLst>
                <a:gd name="T0" fmla="*/ 6 w 8"/>
                <a:gd name="T1" fmla="*/ 14 h 14"/>
                <a:gd name="T2" fmla="*/ 4 w 8"/>
                <a:gd name="T3" fmla="*/ 13 h 14"/>
                <a:gd name="T4" fmla="*/ 0 w 8"/>
                <a:gd name="T5" fmla="*/ 3 h 14"/>
                <a:gd name="T6" fmla="*/ 2 w 8"/>
                <a:gd name="T7" fmla="*/ 0 h 14"/>
                <a:gd name="T8" fmla="*/ 4 w 8"/>
                <a:gd name="T9" fmla="*/ 1 h 14"/>
                <a:gd name="T10" fmla="*/ 8 w 8"/>
                <a:gd name="T11" fmla="*/ 11 h 14"/>
                <a:gd name="T12" fmla="*/ 7 w 8"/>
                <a:gd name="T13" fmla="*/ 14 h 14"/>
                <a:gd name="T14" fmla="*/ 6 w 8"/>
                <a:gd name="T15" fmla="*/ 14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4">
                  <a:moveTo>
                    <a:pt x="6" y="14"/>
                  </a:moveTo>
                  <a:cubicBezTo>
                    <a:pt x="5" y="14"/>
                    <a:pt x="4" y="14"/>
                    <a:pt x="4" y="13"/>
                  </a:cubicBezTo>
                  <a:cubicBezTo>
                    <a:pt x="0" y="3"/>
                    <a:pt x="0" y="3"/>
                    <a:pt x="0" y="3"/>
                  </a:cubicBezTo>
                  <a:cubicBezTo>
                    <a:pt x="0" y="2"/>
                    <a:pt x="1" y="0"/>
                    <a:pt x="2" y="0"/>
                  </a:cubicBezTo>
                  <a:cubicBezTo>
                    <a:pt x="3" y="0"/>
                    <a:pt x="4" y="0"/>
                    <a:pt x="4" y="1"/>
                  </a:cubicBezTo>
                  <a:cubicBezTo>
                    <a:pt x="8" y="11"/>
                    <a:pt x="8" y="11"/>
                    <a:pt x="8" y="11"/>
                  </a:cubicBezTo>
                  <a:cubicBezTo>
                    <a:pt x="8" y="12"/>
                    <a:pt x="8" y="14"/>
                    <a:pt x="7" y="14"/>
                  </a:cubicBezTo>
                  <a:cubicBezTo>
                    <a:pt x="7" y="14"/>
                    <a:pt x="6" y="14"/>
                    <a:pt x="6"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4" name="Freeform 21"/>
            <p:cNvSpPr>
              <a:spLocks/>
            </p:cNvSpPr>
            <p:nvPr/>
          </p:nvSpPr>
          <p:spPr bwMode="auto">
            <a:xfrm>
              <a:off x="1449388" y="6935788"/>
              <a:ext cx="44450" cy="49213"/>
            </a:xfrm>
            <a:custGeom>
              <a:avLst/>
              <a:gdLst>
                <a:gd name="T0" fmla="*/ 10 w 12"/>
                <a:gd name="T1" fmla="*/ 13 h 13"/>
                <a:gd name="T2" fmla="*/ 8 w 12"/>
                <a:gd name="T3" fmla="*/ 12 h 13"/>
                <a:gd name="T4" fmla="*/ 1 w 12"/>
                <a:gd name="T5" fmla="*/ 4 h 13"/>
                <a:gd name="T6" fmla="*/ 1 w 12"/>
                <a:gd name="T7" fmla="*/ 1 h 13"/>
                <a:gd name="T8" fmla="*/ 4 w 12"/>
                <a:gd name="T9" fmla="*/ 1 h 13"/>
                <a:gd name="T10" fmla="*/ 11 w 12"/>
                <a:gd name="T11" fmla="*/ 10 h 13"/>
                <a:gd name="T12" fmla="*/ 11 w 12"/>
                <a:gd name="T13" fmla="*/ 12 h 13"/>
                <a:gd name="T14" fmla="*/ 10 w 12"/>
                <a:gd name="T15" fmla="*/ 1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3">
                  <a:moveTo>
                    <a:pt x="10" y="13"/>
                  </a:moveTo>
                  <a:cubicBezTo>
                    <a:pt x="9" y="13"/>
                    <a:pt x="8" y="13"/>
                    <a:pt x="8" y="12"/>
                  </a:cubicBezTo>
                  <a:cubicBezTo>
                    <a:pt x="1" y="4"/>
                    <a:pt x="1" y="4"/>
                    <a:pt x="1" y="4"/>
                  </a:cubicBezTo>
                  <a:cubicBezTo>
                    <a:pt x="0" y="3"/>
                    <a:pt x="0" y="2"/>
                    <a:pt x="1" y="1"/>
                  </a:cubicBezTo>
                  <a:cubicBezTo>
                    <a:pt x="2" y="0"/>
                    <a:pt x="3" y="0"/>
                    <a:pt x="4" y="1"/>
                  </a:cubicBezTo>
                  <a:cubicBezTo>
                    <a:pt x="11" y="10"/>
                    <a:pt x="11" y="10"/>
                    <a:pt x="11" y="10"/>
                  </a:cubicBezTo>
                  <a:cubicBezTo>
                    <a:pt x="12" y="10"/>
                    <a:pt x="12" y="12"/>
                    <a:pt x="11" y="12"/>
                  </a:cubicBezTo>
                  <a:cubicBezTo>
                    <a:pt x="10" y="13"/>
                    <a:pt x="10" y="13"/>
                    <a:pt x="10"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5" name="Freeform 22"/>
            <p:cNvSpPr>
              <a:spLocks/>
            </p:cNvSpPr>
            <p:nvPr/>
          </p:nvSpPr>
          <p:spPr bwMode="auto">
            <a:xfrm>
              <a:off x="1404938" y="6992938"/>
              <a:ext cx="52388" cy="36513"/>
            </a:xfrm>
            <a:custGeom>
              <a:avLst/>
              <a:gdLst>
                <a:gd name="T0" fmla="*/ 12 w 14"/>
                <a:gd name="T1" fmla="*/ 10 h 10"/>
                <a:gd name="T2" fmla="*/ 10 w 14"/>
                <a:gd name="T3" fmla="*/ 10 h 10"/>
                <a:gd name="T4" fmla="*/ 1 w 14"/>
                <a:gd name="T5" fmla="*/ 4 h 10"/>
                <a:gd name="T6" fmla="*/ 0 w 14"/>
                <a:gd name="T7" fmla="*/ 1 h 10"/>
                <a:gd name="T8" fmla="*/ 3 w 14"/>
                <a:gd name="T9" fmla="*/ 1 h 10"/>
                <a:gd name="T10" fmla="*/ 13 w 14"/>
                <a:gd name="T11" fmla="*/ 6 h 10"/>
                <a:gd name="T12" fmla="*/ 13 w 14"/>
                <a:gd name="T13" fmla="*/ 9 h 10"/>
                <a:gd name="T14" fmla="*/ 12 w 14"/>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0">
                  <a:moveTo>
                    <a:pt x="12" y="10"/>
                  </a:moveTo>
                  <a:cubicBezTo>
                    <a:pt x="11" y="10"/>
                    <a:pt x="11" y="10"/>
                    <a:pt x="10" y="10"/>
                  </a:cubicBezTo>
                  <a:cubicBezTo>
                    <a:pt x="1" y="4"/>
                    <a:pt x="1" y="4"/>
                    <a:pt x="1" y="4"/>
                  </a:cubicBezTo>
                  <a:cubicBezTo>
                    <a:pt x="0" y="4"/>
                    <a:pt x="0" y="2"/>
                    <a:pt x="0" y="1"/>
                  </a:cubicBezTo>
                  <a:cubicBezTo>
                    <a:pt x="1" y="0"/>
                    <a:pt x="2" y="0"/>
                    <a:pt x="3" y="1"/>
                  </a:cubicBezTo>
                  <a:cubicBezTo>
                    <a:pt x="13" y="6"/>
                    <a:pt x="13" y="6"/>
                    <a:pt x="13" y="6"/>
                  </a:cubicBezTo>
                  <a:cubicBezTo>
                    <a:pt x="13" y="7"/>
                    <a:pt x="14" y="8"/>
                    <a:pt x="13" y="9"/>
                  </a:cubicBezTo>
                  <a:cubicBezTo>
                    <a:pt x="13" y="10"/>
                    <a:pt x="12" y="10"/>
                    <a:pt x="12"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96" name="组合 1095"/>
          <p:cNvGrpSpPr/>
          <p:nvPr/>
        </p:nvGrpSpPr>
        <p:grpSpPr>
          <a:xfrm>
            <a:off x="11699291" y="5806958"/>
            <a:ext cx="263526" cy="338137"/>
            <a:chOff x="2057400" y="3438526"/>
            <a:chExt cx="263526" cy="338137"/>
          </a:xfrm>
          <a:solidFill>
            <a:srgbClr val="707E84"/>
          </a:solidFill>
        </p:grpSpPr>
        <p:sp>
          <p:nvSpPr>
            <p:cNvPr id="1097" name="Freeform 5"/>
            <p:cNvSpPr>
              <a:spLocks/>
            </p:cNvSpPr>
            <p:nvPr/>
          </p:nvSpPr>
          <p:spPr bwMode="auto">
            <a:xfrm>
              <a:off x="2243138" y="3438526"/>
              <a:ext cx="77788" cy="90488"/>
            </a:xfrm>
            <a:custGeom>
              <a:avLst/>
              <a:gdLst>
                <a:gd name="T0" fmla="*/ 18 w 49"/>
                <a:gd name="T1" fmla="*/ 0 h 57"/>
                <a:gd name="T2" fmla="*/ 0 w 49"/>
                <a:gd name="T3" fmla="*/ 24 h 57"/>
                <a:gd name="T4" fmla="*/ 30 w 49"/>
                <a:gd name="T5" fmla="*/ 57 h 57"/>
                <a:gd name="T6" fmla="*/ 49 w 49"/>
                <a:gd name="T7" fmla="*/ 35 h 57"/>
                <a:gd name="T8" fmla="*/ 18 w 49"/>
                <a:gd name="T9" fmla="*/ 0 h 57"/>
              </a:gdLst>
              <a:ahLst/>
              <a:cxnLst>
                <a:cxn ang="0">
                  <a:pos x="T0" y="T1"/>
                </a:cxn>
                <a:cxn ang="0">
                  <a:pos x="T2" y="T3"/>
                </a:cxn>
                <a:cxn ang="0">
                  <a:pos x="T4" y="T5"/>
                </a:cxn>
                <a:cxn ang="0">
                  <a:pos x="T6" y="T7"/>
                </a:cxn>
                <a:cxn ang="0">
                  <a:pos x="T8" y="T9"/>
                </a:cxn>
              </a:cxnLst>
              <a:rect l="0" t="0" r="r" b="b"/>
              <a:pathLst>
                <a:path w="49" h="57">
                  <a:moveTo>
                    <a:pt x="18" y="0"/>
                  </a:moveTo>
                  <a:lnTo>
                    <a:pt x="0" y="24"/>
                  </a:lnTo>
                  <a:lnTo>
                    <a:pt x="30" y="57"/>
                  </a:lnTo>
                  <a:lnTo>
                    <a:pt x="49" y="35"/>
                  </a:lnTo>
                  <a:lnTo>
                    <a:pt x="1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8" name="Freeform 6"/>
            <p:cNvSpPr>
              <a:spLocks/>
            </p:cNvSpPr>
            <p:nvPr/>
          </p:nvSpPr>
          <p:spPr bwMode="auto">
            <a:xfrm>
              <a:off x="2243138" y="3438526"/>
              <a:ext cx="77788" cy="90488"/>
            </a:xfrm>
            <a:custGeom>
              <a:avLst/>
              <a:gdLst>
                <a:gd name="T0" fmla="*/ 18 w 49"/>
                <a:gd name="T1" fmla="*/ 0 h 57"/>
                <a:gd name="T2" fmla="*/ 0 w 49"/>
                <a:gd name="T3" fmla="*/ 24 h 57"/>
                <a:gd name="T4" fmla="*/ 30 w 49"/>
                <a:gd name="T5" fmla="*/ 57 h 57"/>
                <a:gd name="T6" fmla="*/ 49 w 49"/>
                <a:gd name="T7" fmla="*/ 35 h 57"/>
                <a:gd name="T8" fmla="*/ 18 w 49"/>
                <a:gd name="T9" fmla="*/ 0 h 57"/>
              </a:gdLst>
              <a:ahLst/>
              <a:cxnLst>
                <a:cxn ang="0">
                  <a:pos x="T0" y="T1"/>
                </a:cxn>
                <a:cxn ang="0">
                  <a:pos x="T2" y="T3"/>
                </a:cxn>
                <a:cxn ang="0">
                  <a:pos x="T4" y="T5"/>
                </a:cxn>
                <a:cxn ang="0">
                  <a:pos x="T6" y="T7"/>
                </a:cxn>
                <a:cxn ang="0">
                  <a:pos x="T8" y="T9"/>
                </a:cxn>
              </a:cxnLst>
              <a:rect l="0" t="0" r="r" b="b"/>
              <a:pathLst>
                <a:path w="49" h="57">
                  <a:moveTo>
                    <a:pt x="18" y="0"/>
                  </a:moveTo>
                  <a:lnTo>
                    <a:pt x="0" y="24"/>
                  </a:lnTo>
                  <a:lnTo>
                    <a:pt x="30" y="57"/>
                  </a:lnTo>
                  <a:lnTo>
                    <a:pt x="49" y="35"/>
                  </a:lnTo>
                  <a:lnTo>
                    <a:pt x="1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9" name="Freeform 7"/>
            <p:cNvSpPr>
              <a:spLocks/>
            </p:cNvSpPr>
            <p:nvPr/>
          </p:nvSpPr>
          <p:spPr bwMode="auto">
            <a:xfrm>
              <a:off x="2141538" y="3487738"/>
              <a:ext cx="138113" cy="153988"/>
            </a:xfrm>
            <a:custGeom>
              <a:avLst/>
              <a:gdLst>
                <a:gd name="T0" fmla="*/ 28 w 37"/>
                <a:gd name="T1" fmla="*/ 0 h 41"/>
                <a:gd name="T2" fmla="*/ 25 w 37"/>
                <a:gd name="T3" fmla="*/ 3 h 41"/>
                <a:gd name="T4" fmla="*/ 8 w 37"/>
                <a:gd name="T5" fmla="*/ 12 h 41"/>
                <a:gd name="T6" fmla="*/ 4 w 37"/>
                <a:gd name="T7" fmla="*/ 14 h 41"/>
                <a:gd name="T8" fmla="*/ 0 w 37"/>
                <a:gd name="T9" fmla="*/ 27 h 41"/>
                <a:gd name="T10" fmla="*/ 0 w 37"/>
                <a:gd name="T11" fmla="*/ 30 h 41"/>
                <a:gd name="T12" fmla="*/ 1 w 37"/>
                <a:gd name="T13" fmla="*/ 40 h 41"/>
                <a:gd name="T14" fmla="*/ 1 w 37"/>
                <a:gd name="T15" fmla="*/ 40 h 41"/>
                <a:gd name="T16" fmla="*/ 1 w 37"/>
                <a:gd name="T17" fmla="*/ 40 h 41"/>
                <a:gd name="T18" fmla="*/ 1 w 37"/>
                <a:gd name="T19" fmla="*/ 41 h 41"/>
                <a:gd name="T20" fmla="*/ 1 w 37"/>
                <a:gd name="T21" fmla="*/ 32 h 41"/>
                <a:gd name="T22" fmla="*/ 8 w 37"/>
                <a:gd name="T23" fmla="*/ 32 h 41"/>
                <a:gd name="T24" fmla="*/ 7 w 37"/>
                <a:gd name="T25" fmla="*/ 29 h 41"/>
                <a:gd name="T26" fmla="*/ 11 w 37"/>
                <a:gd name="T27" fmla="*/ 23 h 41"/>
                <a:gd name="T28" fmla="*/ 15 w 37"/>
                <a:gd name="T29" fmla="*/ 24 h 41"/>
                <a:gd name="T30" fmla="*/ 14 w 37"/>
                <a:gd name="T31" fmla="*/ 27 h 41"/>
                <a:gd name="T32" fmla="*/ 10 w 37"/>
                <a:gd name="T33" fmla="*/ 32 h 41"/>
                <a:gd name="T34" fmla="*/ 11 w 37"/>
                <a:gd name="T35" fmla="*/ 37 h 41"/>
                <a:gd name="T36" fmla="*/ 13 w 37"/>
                <a:gd name="T37" fmla="*/ 37 h 41"/>
                <a:gd name="T38" fmla="*/ 16 w 37"/>
                <a:gd name="T39" fmla="*/ 36 h 41"/>
                <a:gd name="T40" fmla="*/ 16 w 37"/>
                <a:gd name="T41" fmla="*/ 36 h 41"/>
                <a:gd name="T42" fmla="*/ 16 w 37"/>
                <a:gd name="T43" fmla="*/ 36 h 41"/>
                <a:gd name="T44" fmla="*/ 24 w 37"/>
                <a:gd name="T45" fmla="*/ 28 h 41"/>
                <a:gd name="T46" fmla="*/ 34 w 37"/>
                <a:gd name="T47" fmla="*/ 14 h 41"/>
                <a:gd name="T48" fmla="*/ 37 w 37"/>
                <a:gd name="T49" fmla="*/ 10 h 41"/>
                <a:gd name="T50" fmla="*/ 28 w 37"/>
                <a:gd name="T5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7" h="41">
                  <a:moveTo>
                    <a:pt x="28" y="0"/>
                  </a:moveTo>
                  <a:cubicBezTo>
                    <a:pt x="25" y="3"/>
                    <a:pt x="25" y="3"/>
                    <a:pt x="25" y="3"/>
                  </a:cubicBezTo>
                  <a:cubicBezTo>
                    <a:pt x="8" y="12"/>
                    <a:pt x="8" y="12"/>
                    <a:pt x="8" y="12"/>
                  </a:cubicBezTo>
                  <a:cubicBezTo>
                    <a:pt x="8" y="12"/>
                    <a:pt x="5" y="13"/>
                    <a:pt x="4" y="14"/>
                  </a:cubicBezTo>
                  <a:cubicBezTo>
                    <a:pt x="4" y="16"/>
                    <a:pt x="0" y="26"/>
                    <a:pt x="0" y="27"/>
                  </a:cubicBezTo>
                  <a:cubicBezTo>
                    <a:pt x="0" y="28"/>
                    <a:pt x="0" y="30"/>
                    <a:pt x="0" y="30"/>
                  </a:cubicBezTo>
                  <a:cubicBezTo>
                    <a:pt x="0" y="31"/>
                    <a:pt x="0" y="37"/>
                    <a:pt x="1" y="40"/>
                  </a:cubicBezTo>
                  <a:cubicBezTo>
                    <a:pt x="1" y="40"/>
                    <a:pt x="1" y="40"/>
                    <a:pt x="1" y="40"/>
                  </a:cubicBezTo>
                  <a:cubicBezTo>
                    <a:pt x="1" y="40"/>
                    <a:pt x="1" y="40"/>
                    <a:pt x="1" y="40"/>
                  </a:cubicBezTo>
                  <a:cubicBezTo>
                    <a:pt x="1" y="40"/>
                    <a:pt x="1" y="41"/>
                    <a:pt x="1" y="41"/>
                  </a:cubicBezTo>
                  <a:cubicBezTo>
                    <a:pt x="1" y="32"/>
                    <a:pt x="1" y="32"/>
                    <a:pt x="1" y="32"/>
                  </a:cubicBezTo>
                  <a:cubicBezTo>
                    <a:pt x="8" y="32"/>
                    <a:pt x="8" y="32"/>
                    <a:pt x="8" y="32"/>
                  </a:cubicBezTo>
                  <a:cubicBezTo>
                    <a:pt x="7" y="29"/>
                    <a:pt x="7" y="29"/>
                    <a:pt x="7" y="29"/>
                  </a:cubicBezTo>
                  <a:cubicBezTo>
                    <a:pt x="11" y="23"/>
                    <a:pt x="11" y="23"/>
                    <a:pt x="11" y="23"/>
                  </a:cubicBezTo>
                  <a:cubicBezTo>
                    <a:pt x="12" y="23"/>
                    <a:pt x="14" y="24"/>
                    <a:pt x="15" y="24"/>
                  </a:cubicBezTo>
                  <a:cubicBezTo>
                    <a:pt x="15" y="25"/>
                    <a:pt x="15" y="27"/>
                    <a:pt x="14" y="27"/>
                  </a:cubicBezTo>
                  <a:cubicBezTo>
                    <a:pt x="14" y="28"/>
                    <a:pt x="12" y="31"/>
                    <a:pt x="10" y="32"/>
                  </a:cubicBezTo>
                  <a:cubicBezTo>
                    <a:pt x="10" y="33"/>
                    <a:pt x="9" y="35"/>
                    <a:pt x="11" y="37"/>
                  </a:cubicBezTo>
                  <a:cubicBezTo>
                    <a:pt x="11" y="37"/>
                    <a:pt x="12" y="37"/>
                    <a:pt x="13" y="37"/>
                  </a:cubicBezTo>
                  <a:cubicBezTo>
                    <a:pt x="14" y="37"/>
                    <a:pt x="16" y="36"/>
                    <a:pt x="16" y="36"/>
                  </a:cubicBezTo>
                  <a:cubicBezTo>
                    <a:pt x="16" y="36"/>
                    <a:pt x="16" y="36"/>
                    <a:pt x="16" y="36"/>
                  </a:cubicBezTo>
                  <a:cubicBezTo>
                    <a:pt x="16" y="36"/>
                    <a:pt x="16" y="36"/>
                    <a:pt x="16" y="36"/>
                  </a:cubicBezTo>
                  <a:cubicBezTo>
                    <a:pt x="16" y="36"/>
                    <a:pt x="22" y="29"/>
                    <a:pt x="24" y="28"/>
                  </a:cubicBezTo>
                  <a:cubicBezTo>
                    <a:pt x="27" y="27"/>
                    <a:pt x="34" y="21"/>
                    <a:pt x="34" y="14"/>
                  </a:cubicBezTo>
                  <a:cubicBezTo>
                    <a:pt x="37" y="10"/>
                    <a:pt x="37" y="10"/>
                    <a:pt x="37" y="10"/>
                  </a:cubicBezTo>
                  <a:cubicBezTo>
                    <a:pt x="28" y="0"/>
                    <a:pt x="28" y="0"/>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0" name="Freeform 8"/>
            <p:cNvSpPr>
              <a:spLocks/>
            </p:cNvSpPr>
            <p:nvPr/>
          </p:nvSpPr>
          <p:spPr bwMode="auto">
            <a:xfrm>
              <a:off x="2057400" y="3611563"/>
              <a:ext cx="219075" cy="165100"/>
            </a:xfrm>
            <a:custGeom>
              <a:avLst/>
              <a:gdLst>
                <a:gd name="T0" fmla="*/ 31 w 58"/>
                <a:gd name="T1" fmla="*/ 0 h 44"/>
                <a:gd name="T2" fmla="*/ 24 w 58"/>
                <a:gd name="T3" fmla="*/ 0 h 44"/>
                <a:gd name="T4" fmla="*/ 24 w 58"/>
                <a:gd name="T5" fmla="*/ 41 h 44"/>
                <a:gd name="T6" fmla="*/ 22 w 58"/>
                <a:gd name="T7" fmla="*/ 41 h 44"/>
                <a:gd name="T8" fmla="*/ 22 w 58"/>
                <a:gd name="T9" fmla="*/ 14 h 44"/>
                <a:gd name="T10" fmla="*/ 12 w 58"/>
                <a:gd name="T11" fmla="*/ 14 h 44"/>
                <a:gd name="T12" fmla="*/ 12 w 58"/>
                <a:gd name="T13" fmla="*/ 41 h 44"/>
                <a:gd name="T14" fmla="*/ 9 w 58"/>
                <a:gd name="T15" fmla="*/ 41 h 44"/>
                <a:gd name="T16" fmla="*/ 9 w 58"/>
                <a:gd name="T17" fmla="*/ 26 h 44"/>
                <a:gd name="T18" fmla="*/ 0 w 58"/>
                <a:gd name="T19" fmla="*/ 26 h 44"/>
                <a:gd name="T20" fmla="*/ 0 w 58"/>
                <a:gd name="T21" fmla="*/ 41 h 44"/>
                <a:gd name="T22" fmla="*/ 0 w 58"/>
                <a:gd name="T23" fmla="*/ 44 h 44"/>
                <a:gd name="T24" fmla="*/ 58 w 58"/>
                <a:gd name="T25" fmla="*/ 44 h 44"/>
                <a:gd name="T26" fmla="*/ 58 w 58"/>
                <a:gd name="T27" fmla="*/ 41 h 44"/>
                <a:gd name="T28" fmla="*/ 58 w 58"/>
                <a:gd name="T29" fmla="*/ 19 h 44"/>
                <a:gd name="T30" fmla="*/ 49 w 58"/>
                <a:gd name="T31" fmla="*/ 19 h 44"/>
                <a:gd name="T32" fmla="*/ 49 w 58"/>
                <a:gd name="T33" fmla="*/ 41 h 44"/>
                <a:gd name="T34" fmla="*/ 46 w 58"/>
                <a:gd name="T35" fmla="*/ 41 h 44"/>
                <a:gd name="T36" fmla="*/ 46 w 58"/>
                <a:gd name="T37" fmla="*/ 11 h 44"/>
                <a:gd name="T38" fmla="*/ 37 w 58"/>
                <a:gd name="T39" fmla="*/ 11 h 44"/>
                <a:gd name="T40" fmla="*/ 37 w 58"/>
                <a:gd name="T41" fmla="*/ 41 h 44"/>
                <a:gd name="T42" fmla="*/ 34 w 58"/>
                <a:gd name="T43" fmla="*/ 41 h 44"/>
                <a:gd name="T44" fmla="*/ 34 w 58"/>
                <a:gd name="T45" fmla="*/ 5 h 44"/>
                <a:gd name="T46" fmla="*/ 31 w 58"/>
                <a:gd name="T47" fmla="*/ 4 h 44"/>
                <a:gd name="T48" fmla="*/ 31 w 58"/>
                <a:gd name="T49"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8" h="44">
                  <a:moveTo>
                    <a:pt x="31" y="0"/>
                  </a:moveTo>
                  <a:cubicBezTo>
                    <a:pt x="24" y="0"/>
                    <a:pt x="24" y="0"/>
                    <a:pt x="24" y="0"/>
                  </a:cubicBezTo>
                  <a:cubicBezTo>
                    <a:pt x="24" y="41"/>
                    <a:pt x="24" y="41"/>
                    <a:pt x="24" y="41"/>
                  </a:cubicBezTo>
                  <a:cubicBezTo>
                    <a:pt x="22" y="41"/>
                    <a:pt x="22" y="41"/>
                    <a:pt x="22" y="41"/>
                  </a:cubicBezTo>
                  <a:cubicBezTo>
                    <a:pt x="22" y="14"/>
                    <a:pt x="22" y="14"/>
                    <a:pt x="22" y="14"/>
                  </a:cubicBezTo>
                  <a:cubicBezTo>
                    <a:pt x="12" y="14"/>
                    <a:pt x="12" y="14"/>
                    <a:pt x="12" y="14"/>
                  </a:cubicBezTo>
                  <a:cubicBezTo>
                    <a:pt x="12" y="41"/>
                    <a:pt x="12" y="41"/>
                    <a:pt x="12" y="41"/>
                  </a:cubicBezTo>
                  <a:cubicBezTo>
                    <a:pt x="9" y="41"/>
                    <a:pt x="9" y="41"/>
                    <a:pt x="9" y="41"/>
                  </a:cubicBezTo>
                  <a:cubicBezTo>
                    <a:pt x="9" y="26"/>
                    <a:pt x="9" y="26"/>
                    <a:pt x="9" y="26"/>
                  </a:cubicBezTo>
                  <a:cubicBezTo>
                    <a:pt x="0" y="26"/>
                    <a:pt x="0" y="26"/>
                    <a:pt x="0" y="26"/>
                  </a:cubicBezTo>
                  <a:cubicBezTo>
                    <a:pt x="0" y="41"/>
                    <a:pt x="0" y="41"/>
                    <a:pt x="0" y="41"/>
                  </a:cubicBezTo>
                  <a:cubicBezTo>
                    <a:pt x="0" y="44"/>
                    <a:pt x="0" y="44"/>
                    <a:pt x="0" y="44"/>
                  </a:cubicBezTo>
                  <a:cubicBezTo>
                    <a:pt x="58" y="44"/>
                    <a:pt x="58" y="44"/>
                    <a:pt x="58" y="44"/>
                  </a:cubicBezTo>
                  <a:cubicBezTo>
                    <a:pt x="58" y="41"/>
                    <a:pt x="58" y="41"/>
                    <a:pt x="58" y="41"/>
                  </a:cubicBezTo>
                  <a:cubicBezTo>
                    <a:pt x="58" y="19"/>
                    <a:pt x="58" y="19"/>
                    <a:pt x="58" y="19"/>
                  </a:cubicBezTo>
                  <a:cubicBezTo>
                    <a:pt x="49" y="19"/>
                    <a:pt x="49" y="19"/>
                    <a:pt x="49" y="19"/>
                  </a:cubicBezTo>
                  <a:cubicBezTo>
                    <a:pt x="49" y="41"/>
                    <a:pt x="49" y="41"/>
                    <a:pt x="49" y="41"/>
                  </a:cubicBezTo>
                  <a:cubicBezTo>
                    <a:pt x="46" y="41"/>
                    <a:pt x="46" y="41"/>
                    <a:pt x="46" y="41"/>
                  </a:cubicBezTo>
                  <a:cubicBezTo>
                    <a:pt x="46" y="11"/>
                    <a:pt x="46" y="11"/>
                    <a:pt x="46" y="11"/>
                  </a:cubicBezTo>
                  <a:cubicBezTo>
                    <a:pt x="37" y="11"/>
                    <a:pt x="37" y="11"/>
                    <a:pt x="37" y="11"/>
                  </a:cubicBezTo>
                  <a:cubicBezTo>
                    <a:pt x="37" y="41"/>
                    <a:pt x="37" y="41"/>
                    <a:pt x="37" y="41"/>
                  </a:cubicBezTo>
                  <a:cubicBezTo>
                    <a:pt x="34" y="41"/>
                    <a:pt x="34" y="41"/>
                    <a:pt x="34" y="41"/>
                  </a:cubicBezTo>
                  <a:cubicBezTo>
                    <a:pt x="34" y="5"/>
                    <a:pt x="34" y="5"/>
                    <a:pt x="34" y="5"/>
                  </a:cubicBezTo>
                  <a:cubicBezTo>
                    <a:pt x="33" y="5"/>
                    <a:pt x="32" y="5"/>
                    <a:pt x="31" y="4"/>
                  </a:cubicBezTo>
                  <a:cubicBezTo>
                    <a:pt x="30" y="3"/>
                    <a:pt x="31" y="1"/>
                    <a:pt x="3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101" name="组合 1100"/>
          <p:cNvGrpSpPr/>
          <p:nvPr/>
        </p:nvGrpSpPr>
        <p:grpSpPr>
          <a:xfrm>
            <a:off x="10236618" y="6325721"/>
            <a:ext cx="300038" cy="323850"/>
            <a:chOff x="3432175" y="1060451"/>
            <a:chExt cx="300038" cy="323850"/>
          </a:xfrm>
          <a:solidFill>
            <a:srgbClr val="707E84"/>
          </a:solidFill>
        </p:grpSpPr>
        <p:sp>
          <p:nvSpPr>
            <p:cNvPr id="1102" name="Freeform 9"/>
            <p:cNvSpPr>
              <a:spLocks/>
            </p:cNvSpPr>
            <p:nvPr/>
          </p:nvSpPr>
          <p:spPr bwMode="auto">
            <a:xfrm>
              <a:off x="3608388" y="1060451"/>
              <a:ext cx="123825" cy="142875"/>
            </a:xfrm>
            <a:custGeom>
              <a:avLst/>
              <a:gdLst>
                <a:gd name="T0" fmla="*/ 26 w 33"/>
                <a:gd name="T1" fmla="*/ 0 h 38"/>
                <a:gd name="T2" fmla="*/ 17 w 33"/>
                <a:gd name="T3" fmla="*/ 7 h 38"/>
                <a:gd name="T4" fmla="*/ 16 w 33"/>
                <a:gd name="T5" fmla="*/ 17 h 38"/>
                <a:gd name="T6" fmla="*/ 0 w 33"/>
                <a:gd name="T7" fmla="*/ 34 h 38"/>
                <a:gd name="T8" fmla="*/ 4 w 33"/>
                <a:gd name="T9" fmla="*/ 38 h 38"/>
                <a:gd name="T10" fmla="*/ 18 w 33"/>
                <a:gd name="T11" fmla="*/ 19 h 38"/>
                <a:gd name="T12" fmla="*/ 19 w 33"/>
                <a:gd name="T13" fmla="*/ 19 h 38"/>
                <a:gd name="T14" fmla="*/ 28 w 33"/>
                <a:gd name="T15" fmla="*/ 17 h 38"/>
                <a:gd name="T16" fmla="*/ 33 w 33"/>
                <a:gd name="T17" fmla="*/ 6 h 38"/>
                <a:gd name="T18" fmla="*/ 26 w 33"/>
                <a:gd name="T19" fmla="*/ 9 h 38"/>
                <a:gd name="T20" fmla="*/ 26 w 33"/>
                <a:gd name="T21" fmla="*/ 8 h 38"/>
                <a:gd name="T22" fmla="*/ 25 w 33"/>
                <a:gd name="T23" fmla="*/ 8 h 38"/>
                <a:gd name="T24" fmla="*/ 25 w 33"/>
                <a:gd name="T25" fmla="*/ 8 h 38"/>
                <a:gd name="T26" fmla="*/ 26 w 33"/>
                <a:gd name="T2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 h="38">
                  <a:moveTo>
                    <a:pt x="26" y="0"/>
                  </a:moveTo>
                  <a:cubicBezTo>
                    <a:pt x="26" y="0"/>
                    <a:pt x="19" y="1"/>
                    <a:pt x="17" y="7"/>
                  </a:cubicBezTo>
                  <a:cubicBezTo>
                    <a:pt x="15" y="12"/>
                    <a:pt x="15" y="16"/>
                    <a:pt x="16" y="17"/>
                  </a:cubicBezTo>
                  <a:cubicBezTo>
                    <a:pt x="0" y="34"/>
                    <a:pt x="0" y="34"/>
                    <a:pt x="0" y="34"/>
                  </a:cubicBezTo>
                  <a:cubicBezTo>
                    <a:pt x="4" y="38"/>
                    <a:pt x="4" y="38"/>
                    <a:pt x="4" y="38"/>
                  </a:cubicBezTo>
                  <a:cubicBezTo>
                    <a:pt x="18" y="19"/>
                    <a:pt x="18" y="19"/>
                    <a:pt x="18" y="19"/>
                  </a:cubicBezTo>
                  <a:cubicBezTo>
                    <a:pt x="19" y="19"/>
                    <a:pt x="19" y="19"/>
                    <a:pt x="19" y="19"/>
                  </a:cubicBezTo>
                  <a:cubicBezTo>
                    <a:pt x="21" y="19"/>
                    <a:pt x="24" y="19"/>
                    <a:pt x="28" y="17"/>
                  </a:cubicBezTo>
                  <a:cubicBezTo>
                    <a:pt x="33" y="13"/>
                    <a:pt x="33" y="6"/>
                    <a:pt x="33" y="6"/>
                  </a:cubicBezTo>
                  <a:cubicBezTo>
                    <a:pt x="26" y="9"/>
                    <a:pt x="26" y="9"/>
                    <a:pt x="26" y="9"/>
                  </a:cubicBezTo>
                  <a:cubicBezTo>
                    <a:pt x="26" y="8"/>
                    <a:pt x="26" y="8"/>
                    <a:pt x="26" y="8"/>
                  </a:cubicBezTo>
                  <a:cubicBezTo>
                    <a:pt x="25" y="8"/>
                    <a:pt x="25" y="8"/>
                    <a:pt x="25" y="8"/>
                  </a:cubicBezTo>
                  <a:cubicBezTo>
                    <a:pt x="25" y="8"/>
                    <a:pt x="25" y="8"/>
                    <a:pt x="25" y="8"/>
                  </a:cubicBezTo>
                  <a:cubicBezTo>
                    <a:pt x="26" y="0"/>
                    <a:pt x="26" y="0"/>
                    <a:pt x="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3" name="Freeform 10"/>
            <p:cNvSpPr>
              <a:spLocks/>
            </p:cNvSpPr>
            <p:nvPr/>
          </p:nvSpPr>
          <p:spPr bwMode="auto">
            <a:xfrm>
              <a:off x="3432175" y="1157288"/>
              <a:ext cx="239713" cy="227013"/>
            </a:xfrm>
            <a:custGeom>
              <a:avLst/>
              <a:gdLst>
                <a:gd name="T0" fmla="*/ 28 w 64"/>
                <a:gd name="T1" fmla="*/ 0 h 60"/>
                <a:gd name="T2" fmla="*/ 2 w 64"/>
                <a:gd name="T3" fmla="*/ 30 h 60"/>
                <a:gd name="T4" fmla="*/ 36 w 64"/>
                <a:gd name="T5" fmla="*/ 60 h 60"/>
                <a:gd name="T6" fmla="*/ 62 w 64"/>
                <a:gd name="T7" fmla="*/ 30 h 60"/>
                <a:gd name="T8" fmla="*/ 53 w 64"/>
                <a:gd name="T9" fmla="*/ 11 h 60"/>
                <a:gd name="T10" fmla="*/ 46 w 64"/>
                <a:gd name="T11" fmla="*/ 20 h 60"/>
                <a:gd name="T12" fmla="*/ 50 w 64"/>
                <a:gd name="T13" fmla="*/ 29 h 60"/>
                <a:gd name="T14" fmla="*/ 35 w 64"/>
                <a:gd name="T15" fmla="*/ 45 h 60"/>
                <a:gd name="T16" fmla="*/ 16 w 64"/>
                <a:gd name="T17" fmla="*/ 29 h 60"/>
                <a:gd name="T18" fmla="*/ 31 w 64"/>
                <a:gd name="T19" fmla="*/ 12 h 60"/>
                <a:gd name="T20" fmla="*/ 39 w 64"/>
                <a:gd name="T21" fmla="*/ 14 h 60"/>
                <a:gd name="T22" fmla="*/ 47 w 64"/>
                <a:gd name="T23" fmla="*/ 6 h 60"/>
                <a:gd name="T24" fmla="*/ 28 w 64"/>
                <a:gd name="T25"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60">
                  <a:moveTo>
                    <a:pt x="28" y="0"/>
                  </a:moveTo>
                  <a:cubicBezTo>
                    <a:pt x="12" y="0"/>
                    <a:pt x="0" y="13"/>
                    <a:pt x="2" y="30"/>
                  </a:cubicBezTo>
                  <a:cubicBezTo>
                    <a:pt x="4" y="46"/>
                    <a:pt x="20" y="60"/>
                    <a:pt x="36" y="60"/>
                  </a:cubicBezTo>
                  <a:cubicBezTo>
                    <a:pt x="53" y="60"/>
                    <a:pt x="64" y="46"/>
                    <a:pt x="62" y="30"/>
                  </a:cubicBezTo>
                  <a:cubicBezTo>
                    <a:pt x="61" y="23"/>
                    <a:pt x="58" y="16"/>
                    <a:pt x="53" y="11"/>
                  </a:cubicBezTo>
                  <a:cubicBezTo>
                    <a:pt x="46" y="20"/>
                    <a:pt x="46" y="20"/>
                    <a:pt x="46" y="20"/>
                  </a:cubicBezTo>
                  <a:cubicBezTo>
                    <a:pt x="48" y="23"/>
                    <a:pt x="49" y="26"/>
                    <a:pt x="50" y="29"/>
                  </a:cubicBezTo>
                  <a:cubicBezTo>
                    <a:pt x="51" y="38"/>
                    <a:pt x="44" y="45"/>
                    <a:pt x="35" y="45"/>
                  </a:cubicBezTo>
                  <a:cubicBezTo>
                    <a:pt x="26" y="45"/>
                    <a:pt x="18" y="38"/>
                    <a:pt x="16" y="29"/>
                  </a:cubicBezTo>
                  <a:cubicBezTo>
                    <a:pt x="15" y="20"/>
                    <a:pt x="22" y="12"/>
                    <a:pt x="31" y="12"/>
                  </a:cubicBezTo>
                  <a:cubicBezTo>
                    <a:pt x="34" y="12"/>
                    <a:pt x="37" y="13"/>
                    <a:pt x="39" y="14"/>
                  </a:cubicBezTo>
                  <a:cubicBezTo>
                    <a:pt x="47" y="6"/>
                    <a:pt x="47" y="6"/>
                    <a:pt x="47" y="6"/>
                  </a:cubicBezTo>
                  <a:cubicBezTo>
                    <a:pt x="41" y="2"/>
                    <a:pt x="35" y="0"/>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4" name="Freeform 11"/>
            <p:cNvSpPr>
              <a:spLocks/>
            </p:cNvSpPr>
            <p:nvPr/>
          </p:nvSpPr>
          <p:spPr bwMode="auto">
            <a:xfrm>
              <a:off x="3506788" y="1217613"/>
              <a:ext cx="101600" cy="95250"/>
            </a:xfrm>
            <a:custGeom>
              <a:avLst/>
              <a:gdLst>
                <a:gd name="T0" fmla="*/ 12 w 27"/>
                <a:gd name="T1" fmla="*/ 0 h 25"/>
                <a:gd name="T2" fmla="*/ 1 w 27"/>
                <a:gd name="T3" fmla="*/ 13 h 25"/>
                <a:gd name="T4" fmla="*/ 15 w 27"/>
                <a:gd name="T5" fmla="*/ 25 h 25"/>
                <a:gd name="T6" fmla="*/ 26 w 27"/>
                <a:gd name="T7" fmla="*/ 13 h 25"/>
                <a:gd name="T8" fmla="*/ 24 w 27"/>
                <a:gd name="T9" fmla="*/ 7 h 25"/>
                <a:gd name="T10" fmla="*/ 22 w 27"/>
                <a:gd name="T11" fmla="*/ 7 h 25"/>
                <a:gd name="T12" fmla="*/ 21 w 27"/>
                <a:gd name="T13" fmla="*/ 7 h 25"/>
                <a:gd name="T14" fmla="*/ 15 w 27"/>
                <a:gd name="T15" fmla="*/ 13 h 25"/>
                <a:gd name="T16" fmla="*/ 13 w 27"/>
                <a:gd name="T17" fmla="*/ 11 h 25"/>
                <a:gd name="T18" fmla="*/ 17 w 27"/>
                <a:gd name="T19" fmla="*/ 4 h 25"/>
                <a:gd name="T20" fmla="*/ 17 w 27"/>
                <a:gd name="T21" fmla="*/ 1 h 25"/>
                <a:gd name="T22" fmla="*/ 12 w 27"/>
                <a:gd name="T23"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 h="25">
                  <a:moveTo>
                    <a:pt x="12" y="0"/>
                  </a:moveTo>
                  <a:cubicBezTo>
                    <a:pt x="5" y="0"/>
                    <a:pt x="0" y="6"/>
                    <a:pt x="1" y="13"/>
                  </a:cubicBezTo>
                  <a:cubicBezTo>
                    <a:pt x="2" y="20"/>
                    <a:pt x="8" y="25"/>
                    <a:pt x="15" y="25"/>
                  </a:cubicBezTo>
                  <a:cubicBezTo>
                    <a:pt x="22" y="25"/>
                    <a:pt x="27" y="20"/>
                    <a:pt x="26" y="13"/>
                  </a:cubicBezTo>
                  <a:cubicBezTo>
                    <a:pt x="26" y="10"/>
                    <a:pt x="25" y="8"/>
                    <a:pt x="24" y="7"/>
                  </a:cubicBezTo>
                  <a:cubicBezTo>
                    <a:pt x="23" y="7"/>
                    <a:pt x="22" y="7"/>
                    <a:pt x="22" y="7"/>
                  </a:cubicBezTo>
                  <a:cubicBezTo>
                    <a:pt x="21" y="7"/>
                    <a:pt x="21" y="7"/>
                    <a:pt x="21" y="7"/>
                  </a:cubicBezTo>
                  <a:cubicBezTo>
                    <a:pt x="15" y="13"/>
                    <a:pt x="15" y="13"/>
                    <a:pt x="15" y="13"/>
                  </a:cubicBezTo>
                  <a:cubicBezTo>
                    <a:pt x="13" y="11"/>
                    <a:pt x="13" y="11"/>
                    <a:pt x="13" y="11"/>
                  </a:cubicBezTo>
                  <a:cubicBezTo>
                    <a:pt x="17" y="4"/>
                    <a:pt x="17" y="4"/>
                    <a:pt x="17" y="4"/>
                  </a:cubicBezTo>
                  <a:cubicBezTo>
                    <a:pt x="17" y="3"/>
                    <a:pt x="17" y="2"/>
                    <a:pt x="17" y="1"/>
                  </a:cubicBezTo>
                  <a:cubicBezTo>
                    <a:pt x="16" y="0"/>
                    <a:pt x="14"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5" name="Freeform 12"/>
            <p:cNvSpPr>
              <a:spLocks/>
            </p:cNvSpPr>
            <p:nvPr/>
          </p:nvSpPr>
          <p:spPr bwMode="auto">
            <a:xfrm>
              <a:off x="3563938" y="1192213"/>
              <a:ext cx="55563" cy="66675"/>
            </a:xfrm>
            <a:custGeom>
              <a:avLst/>
              <a:gdLst>
                <a:gd name="T0" fmla="*/ 11 w 15"/>
                <a:gd name="T1" fmla="*/ 0 h 18"/>
                <a:gd name="T2" fmla="*/ 5 w 15"/>
                <a:gd name="T3" fmla="*/ 8 h 18"/>
                <a:gd name="T4" fmla="*/ 4 w 15"/>
                <a:gd name="T5" fmla="*/ 11 h 18"/>
                <a:gd name="T6" fmla="*/ 0 w 15"/>
                <a:gd name="T7" fmla="*/ 18 h 18"/>
                <a:gd name="T8" fmla="*/ 0 w 15"/>
                <a:gd name="T9" fmla="*/ 18 h 18"/>
                <a:gd name="T10" fmla="*/ 6 w 15"/>
                <a:gd name="T11" fmla="*/ 12 h 18"/>
                <a:gd name="T12" fmla="*/ 7 w 15"/>
                <a:gd name="T13" fmla="*/ 12 h 18"/>
                <a:gd name="T14" fmla="*/ 9 w 15"/>
                <a:gd name="T15" fmla="*/ 11 h 18"/>
                <a:gd name="T16" fmla="*/ 15 w 15"/>
                <a:gd name="T17" fmla="*/ 3 h 18"/>
                <a:gd name="T18" fmla="*/ 11 w 15"/>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18">
                  <a:moveTo>
                    <a:pt x="11" y="0"/>
                  </a:moveTo>
                  <a:cubicBezTo>
                    <a:pt x="5" y="8"/>
                    <a:pt x="5" y="8"/>
                    <a:pt x="5" y="8"/>
                  </a:cubicBezTo>
                  <a:cubicBezTo>
                    <a:pt x="4" y="9"/>
                    <a:pt x="4" y="10"/>
                    <a:pt x="4" y="11"/>
                  </a:cubicBezTo>
                  <a:cubicBezTo>
                    <a:pt x="0" y="18"/>
                    <a:pt x="0" y="18"/>
                    <a:pt x="0" y="18"/>
                  </a:cubicBezTo>
                  <a:cubicBezTo>
                    <a:pt x="0" y="18"/>
                    <a:pt x="0" y="18"/>
                    <a:pt x="0" y="18"/>
                  </a:cubicBezTo>
                  <a:cubicBezTo>
                    <a:pt x="6" y="12"/>
                    <a:pt x="6" y="12"/>
                    <a:pt x="6" y="12"/>
                  </a:cubicBezTo>
                  <a:cubicBezTo>
                    <a:pt x="6" y="12"/>
                    <a:pt x="6" y="12"/>
                    <a:pt x="7" y="12"/>
                  </a:cubicBezTo>
                  <a:cubicBezTo>
                    <a:pt x="7" y="12"/>
                    <a:pt x="8" y="12"/>
                    <a:pt x="9" y="11"/>
                  </a:cubicBezTo>
                  <a:cubicBezTo>
                    <a:pt x="15" y="3"/>
                    <a:pt x="15" y="3"/>
                    <a:pt x="15" y="3"/>
                  </a:cubicBezTo>
                  <a:cubicBezTo>
                    <a:pt x="11" y="0"/>
                    <a:pt x="11"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106" name="组合 1105"/>
          <p:cNvGrpSpPr/>
          <p:nvPr/>
        </p:nvGrpSpPr>
        <p:grpSpPr>
          <a:xfrm>
            <a:off x="11168029" y="5816576"/>
            <a:ext cx="358775" cy="293688"/>
            <a:chOff x="3378200" y="2670176"/>
            <a:chExt cx="358775" cy="293688"/>
          </a:xfrm>
          <a:solidFill>
            <a:srgbClr val="707E84"/>
          </a:solidFill>
        </p:grpSpPr>
        <p:sp>
          <p:nvSpPr>
            <p:cNvPr id="1107" name="Freeform 18"/>
            <p:cNvSpPr>
              <a:spLocks/>
            </p:cNvSpPr>
            <p:nvPr/>
          </p:nvSpPr>
          <p:spPr bwMode="auto">
            <a:xfrm>
              <a:off x="3578225" y="2705101"/>
              <a:ext cx="158750" cy="258763"/>
            </a:xfrm>
            <a:custGeom>
              <a:avLst/>
              <a:gdLst>
                <a:gd name="T0" fmla="*/ 22 w 42"/>
                <a:gd name="T1" fmla="*/ 0 h 69"/>
                <a:gd name="T2" fmla="*/ 18 w 42"/>
                <a:gd name="T3" fmla="*/ 0 h 69"/>
                <a:gd name="T4" fmla="*/ 18 w 42"/>
                <a:gd name="T5" fmla="*/ 1 h 69"/>
                <a:gd name="T6" fmla="*/ 18 w 42"/>
                <a:gd name="T7" fmla="*/ 1 h 69"/>
                <a:gd name="T8" fmla="*/ 18 w 42"/>
                <a:gd name="T9" fmla="*/ 1 h 69"/>
                <a:gd name="T10" fmla="*/ 18 w 42"/>
                <a:gd name="T11" fmla="*/ 1 h 69"/>
                <a:gd name="T12" fmla="*/ 22 w 42"/>
                <a:gd name="T13" fmla="*/ 1 h 69"/>
                <a:gd name="T14" fmla="*/ 24 w 42"/>
                <a:gd name="T15" fmla="*/ 4 h 69"/>
                <a:gd name="T16" fmla="*/ 24 w 42"/>
                <a:gd name="T17" fmla="*/ 15 h 69"/>
                <a:gd name="T18" fmla="*/ 24 w 42"/>
                <a:gd name="T19" fmla="*/ 15 h 69"/>
                <a:gd name="T20" fmla="*/ 6 w 42"/>
                <a:gd name="T21" fmla="*/ 33 h 69"/>
                <a:gd name="T22" fmla="*/ 6 w 42"/>
                <a:gd name="T23" fmla="*/ 38 h 69"/>
                <a:gd name="T24" fmla="*/ 0 w 42"/>
                <a:gd name="T25" fmla="*/ 48 h 69"/>
                <a:gd name="T26" fmla="*/ 6 w 42"/>
                <a:gd name="T27" fmla="*/ 48 h 69"/>
                <a:gd name="T28" fmla="*/ 6 w 42"/>
                <a:gd name="T29" fmla="*/ 60 h 69"/>
                <a:gd name="T30" fmla="*/ 10 w 42"/>
                <a:gd name="T31" fmla="*/ 60 h 69"/>
                <a:gd name="T32" fmla="*/ 17 w 42"/>
                <a:gd name="T33" fmla="*/ 60 h 69"/>
                <a:gd name="T34" fmla="*/ 19 w 42"/>
                <a:gd name="T35" fmla="*/ 69 h 69"/>
                <a:gd name="T36" fmla="*/ 42 w 42"/>
                <a:gd name="T37" fmla="*/ 69 h 69"/>
                <a:gd name="T38" fmla="*/ 37 w 42"/>
                <a:gd name="T39" fmla="*/ 49 h 69"/>
                <a:gd name="T40" fmla="*/ 42 w 42"/>
                <a:gd name="T41" fmla="*/ 33 h 69"/>
                <a:gd name="T42" fmla="*/ 26 w 42"/>
                <a:gd name="T43" fmla="*/ 15 h 69"/>
                <a:gd name="T44" fmla="*/ 26 w 42"/>
                <a:gd name="T45" fmla="*/ 15 h 69"/>
                <a:gd name="T46" fmla="*/ 26 w 42"/>
                <a:gd name="T47" fmla="*/ 4 h 69"/>
                <a:gd name="T48" fmla="*/ 22 w 42"/>
                <a:gd name="T49"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 h="69">
                  <a:moveTo>
                    <a:pt x="22" y="0"/>
                  </a:moveTo>
                  <a:cubicBezTo>
                    <a:pt x="18" y="0"/>
                    <a:pt x="18" y="0"/>
                    <a:pt x="18" y="0"/>
                  </a:cubicBezTo>
                  <a:cubicBezTo>
                    <a:pt x="18" y="1"/>
                    <a:pt x="18" y="1"/>
                    <a:pt x="18" y="1"/>
                  </a:cubicBezTo>
                  <a:cubicBezTo>
                    <a:pt x="18" y="1"/>
                    <a:pt x="18" y="1"/>
                    <a:pt x="18" y="1"/>
                  </a:cubicBezTo>
                  <a:cubicBezTo>
                    <a:pt x="18" y="1"/>
                    <a:pt x="18" y="1"/>
                    <a:pt x="18" y="1"/>
                  </a:cubicBezTo>
                  <a:cubicBezTo>
                    <a:pt x="18" y="1"/>
                    <a:pt x="18" y="1"/>
                    <a:pt x="18" y="1"/>
                  </a:cubicBezTo>
                  <a:cubicBezTo>
                    <a:pt x="22" y="1"/>
                    <a:pt x="22" y="1"/>
                    <a:pt x="22" y="1"/>
                  </a:cubicBezTo>
                  <a:cubicBezTo>
                    <a:pt x="23" y="1"/>
                    <a:pt x="24" y="2"/>
                    <a:pt x="24" y="4"/>
                  </a:cubicBezTo>
                  <a:cubicBezTo>
                    <a:pt x="24" y="15"/>
                    <a:pt x="24" y="15"/>
                    <a:pt x="24" y="15"/>
                  </a:cubicBezTo>
                  <a:cubicBezTo>
                    <a:pt x="24" y="15"/>
                    <a:pt x="24" y="15"/>
                    <a:pt x="24" y="15"/>
                  </a:cubicBezTo>
                  <a:cubicBezTo>
                    <a:pt x="14" y="15"/>
                    <a:pt x="6" y="23"/>
                    <a:pt x="6" y="33"/>
                  </a:cubicBezTo>
                  <a:cubicBezTo>
                    <a:pt x="6" y="38"/>
                    <a:pt x="6" y="38"/>
                    <a:pt x="6" y="38"/>
                  </a:cubicBezTo>
                  <a:cubicBezTo>
                    <a:pt x="0" y="48"/>
                    <a:pt x="0" y="48"/>
                    <a:pt x="0" y="48"/>
                  </a:cubicBezTo>
                  <a:cubicBezTo>
                    <a:pt x="6" y="48"/>
                    <a:pt x="6" y="48"/>
                    <a:pt x="6" y="48"/>
                  </a:cubicBezTo>
                  <a:cubicBezTo>
                    <a:pt x="6" y="60"/>
                    <a:pt x="6" y="60"/>
                    <a:pt x="6" y="60"/>
                  </a:cubicBezTo>
                  <a:cubicBezTo>
                    <a:pt x="6" y="60"/>
                    <a:pt x="8" y="60"/>
                    <a:pt x="10" y="60"/>
                  </a:cubicBezTo>
                  <a:cubicBezTo>
                    <a:pt x="12" y="60"/>
                    <a:pt x="14" y="60"/>
                    <a:pt x="17" y="60"/>
                  </a:cubicBezTo>
                  <a:cubicBezTo>
                    <a:pt x="19" y="69"/>
                    <a:pt x="19" y="69"/>
                    <a:pt x="19" y="69"/>
                  </a:cubicBezTo>
                  <a:cubicBezTo>
                    <a:pt x="42" y="69"/>
                    <a:pt x="42" y="69"/>
                    <a:pt x="42" y="69"/>
                  </a:cubicBezTo>
                  <a:cubicBezTo>
                    <a:pt x="37" y="49"/>
                    <a:pt x="37" y="49"/>
                    <a:pt x="37" y="49"/>
                  </a:cubicBezTo>
                  <a:cubicBezTo>
                    <a:pt x="38" y="46"/>
                    <a:pt x="42" y="41"/>
                    <a:pt x="42" y="33"/>
                  </a:cubicBezTo>
                  <a:cubicBezTo>
                    <a:pt x="42" y="24"/>
                    <a:pt x="35" y="16"/>
                    <a:pt x="26" y="15"/>
                  </a:cubicBezTo>
                  <a:cubicBezTo>
                    <a:pt x="26" y="15"/>
                    <a:pt x="26" y="15"/>
                    <a:pt x="26" y="15"/>
                  </a:cubicBezTo>
                  <a:cubicBezTo>
                    <a:pt x="26" y="4"/>
                    <a:pt x="26" y="4"/>
                    <a:pt x="26" y="4"/>
                  </a:cubicBezTo>
                  <a:cubicBezTo>
                    <a:pt x="26" y="2"/>
                    <a:pt x="24" y="0"/>
                    <a:pt x="2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8" name="Freeform 19"/>
            <p:cNvSpPr>
              <a:spLocks/>
            </p:cNvSpPr>
            <p:nvPr/>
          </p:nvSpPr>
          <p:spPr bwMode="auto">
            <a:xfrm>
              <a:off x="3378200" y="2705101"/>
              <a:ext cx="158750" cy="258763"/>
            </a:xfrm>
            <a:custGeom>
              <a:avLst/>
              <a:gdLst>
                <a:gd name="T0" fmla="*/ 24 w 42"/>
                <a:gd name="T1" fmla="*/ 0 h 69"/>
                <a:gd name="T2" fmla="*/ 21 w 42"/>
                <a:gd name="T3" fmla="*/ 0 h 69"/>
                <a:gd name="T4" fmla="*/ 17 w 42"/>
                <a:gd name="T5" fmla="*/ 4 h 69"/>
                <a:gd name="T6" fmla="*/ 17 w 42"/>
                <a:gd name="T7" fmla="*/ 15 h 69"/>
                <a:gd name="T8" fmla="*/ 17 w 42"/>
                <a:gd name="T9" fmla="*/ 15 h 69"/>
                <a:gd name="T10" fmla="*/ 0 w 42"/>
                <a:gd name="T11" fmla="*/ 33 h 69"/>
                <a:gd name="T12" fmla="*/ 6 w 42"/>
                <a:gd name="T13" fmla="*/ 49 h 69"/>
                <a:gd name="T14" fmla="*/ 0 w 42"/>
                <a:gd name="T15" fmla="*/ 69 h 69"/>
                <a:gd name="T16" fmla="*/ 24 w 42"/>
                <a:gd name="T17" fmla="*/ 69 h 69"/>
                <a:gd name="T18" fmla="*/ 26 w 42"/>
                <a:gd name="T19" fmla="*/ 60 h 69"/>
                <a:gd name="T20" fmla="*/ 32 w 42"/>
                <a:gd name="T21" fmla="*/ 60 h 69"/>
                <a:gd name="T22" fmla="*/ 37 w 42"/>
                <a:gd name="T23" fmla="*/ 60 h 69"/>
                <a:gd name="T24" fmla="*/ 37 w 42"/>
                <a:gd name="T25" fmla="*/ 48 h 69"/>
                <a:gd name="T26" fmla="*/ 42 w 42"/>
                <a:gd name="T27" fmla="*/ 48 h 69"/>
                <a:gd name="T28" fmla="*/ 37 w 42"/>
                <a:gd name="T29" fmla="*/ 38 h 69"/>
                <a:gd name="T30" fmla="*/ 37 w 42"/>
                <a:gd name="T31" fmla="*/ 33 h 69"/>
                <a:gd name="T32" fmla="*/ 18 w 42"/>
                <a:gd name="T33" fmla="*/ 15 h 69"/>
                <a:gd name="T34" fmla="*/ 18 w 42"/>
                <a:gd name="T35" fmla="*/ 4 h 69"/>
                <a:gd name="T36" fmla="*/ 21 w 42"/>
                <a:gd name="T37" fmla="*/ 1 h 69"/>
                <a:gd name="T38" fmla="*/ 24 w 42"/>
                <a:gd name="T39" fmla="*/ 1 h 69"/>
                <a:gd name="T40" fmla="*/ 24 w 42"/>
                <a:gd name="T41" fmla="*/ 1 h 69"/>
                <a:gd name="T42" fmla="*/ 24 w 42"/>
                <a:gd name="T4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 h="69">
                  <a:moveTo>
                    <a:pt x="24" y="0"/>
                  </a:moveTo>
                  <a:cubicBezTo>
                    <a:pt x="21" y="0"/>
                    <a:pt x="21" y="0"/>
                    <a:pt x="21" y="0"/>
                  </a:cubicBezTo>
                  <a:cubicBezTo>
                    <a:pt x="19" y="0"/>
                    <a:pt x="17" y="2"/>
                    <a:pt x="17" y="4"/>
                  </a:cubicBezTo>
                  <a:cubicBezTo>
                    <a:pt x="17" y="15"/>
                    <a:pt x="17" y="15"/>
                    <a:pt x="17" y="15"/>
                  </a:cubicBezTo>
                  <a:cubicBezTo>
                    <a:pt x="17" y="15"/>
                    <a:pt x="17" y="15"/>
                    <a:pt x="17" y="15"/>
                  </a:cubicBezTo>
                  <a:cubicBezTo>
                    <a:pt x="8" y="16"/>
                    <a:pt x="0" y="24"/>
                    <a:pt x="0" y="33"/>
                  </a:cubicBezTo>
                  <a:cubicBezTo>
                    <a:pt x="0" y="41"/>
                    <a:pt x="4" y="46"/>
                    <a:pt x="6" y="49"/>
                  </a:cubicBezTo>
                  <a:cubicBezTo>
                    <a:pt x="0" y="69"/>
                    <a:pt x="0" y="69"/>
                    <a:pt x="0" y="69"/>
                  </a:cubicBezTo>
                  <a:cubicBezTo>
                    <a:pt x="24" y="69"/>
                    <a:pt x="24" y="69"/>
                    <a:pt x="24" y="69"/>
                  </a:cubicBezTo>
                  <a:cubicBezTo>
                    <a:pt x="26" y="60"/>
                    <a:pt x="26" y="60"/>
                    <a:pt x="26" y="60"/>
                  </a:cubicBezTo>
                  <a:cubicBezTo>
                    <a:pt x="28" y="60"/>
                    <a:pt x="30" y="60"/>
                    <a:pt x="32" y="60"/>
                  </a:cubicBezTo>
                  <a:cubicBezTo>
                    <a:pt x="35" y="60"/>
                    <a:pt x="37" y="60"/>
                    <a:pt x="37" y="60"/>
                  </a:cubicBezTo>
                  <a:cubicBezTo>
                    <a:pt x="37" y="48"/>
                    <a:pt x="37" y="48"/>
                    <a:pt x="37" y="48"/>
                  </a:cubicBezTo>
                  <a:cubicBezTo>
                    <a:pt x="42" y="48"/>
                    <a:pt x="42" y="48"/>
                    <a:pt x="42" y="48"/>
                  </a:cubicBezTo>
                  <a:cubicBezTo>
                    <a:pt x="37" y="38"/>
                    <a:pt x="37" y="38"/>
                    <a:pt x="37" y="38"/>
                  </a:cubicBezTo>
                  <a:cubicBezTo>
                    <a:pt x="37" y="33"/>
                    <a:pt x="37" y="33"/>
                    <a:pt x="37" y="33"/>
                  </a:cubicBezTo>
                  <a:cubicBezTo>
                    <a:pt x="37" y="23"/>
                    <a:pt x="28" y="15"/>
                    <a:pt x="18" y="15"/>
                  </a:cubicBezTo>
                  <a:cubicBezTo>
                    <a:pt x="18" y="4"/>
                    <a:pt x="18" y="4"/>
                    <a:pt x="18" y="4"/>
                  </a:cubicBezTo>
                  <a:cubicBezTo>
                    <a:pt x="18" y="2"/>
                    <a:pt x="19" y="1"/>
                    <a:pt x="21" y="1"/>
                  </a:cubicBezTo>
                  <a:cubicBezTo>
                    <a:pt x="24" y="1"/>
                    <a:pt x="24" y="1"/>
                    <a:pt x="24" y="1"/>
                  </a:cubicBezTo>
                  <a:cubicBezTo>
                    <a:pt x="24" y="1"/>
                    <a:pt x="24" y="1"/>
                    <a:pt x="24" y="1"/>
                  </a:cubicBezTo>
                  <a:cubicBezTo>
                    <a:pt x="24" y="0"/>
                    <a:pt x="24" y="0"/>
                    <a:pt x="2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9" name="Freeform 20"/>
            <p:cNvSpPr>
              <a:spLocks/>
            </p:cNvSpPr>
            <p:nvPr/>
          </p:nvSpPr>
          <p:spPr bwMode="auto">
            <a:xfrm>
              <a:off x="3552825" y="2670176"/>
              <a:ext cx="93663" cy="71438"/>
            </a:xfrm>
            <a:custGeom>
              <a:avLst/>
              <a:gdLst>
                <a:gd name="T0" fmla="*/ 16 w 25"/>
                <a:gd name="T1" fmla="*/ 0 h 19"/>
                <a:gd name="T2" fmla="*/ 8 w 25"/>
                <a:gd name="T3" fmla="*/ 0 h 19"/>
                <a:gd name="T4" fmla="*/ 8 w 25"/>
                <a:gd name="T5" fmla="*/ 3 h 19"/>
                <a:gd name="T6" fmla="*/ 1 w 25"/>
                <a:gd name="T7" fmla="*/ 3 h 19"/>
                <a:gd name="T8" fmla="*/ 0 w 25"/>
                <a:gd name="T9" fmla="*/ 5 h 19"/>
                <a:gd name="T10" fmla="*/ 1 w 25"/>
                <a:gd name="T11" fmla="*/ 6 h 19"/>
                <a:gd name="T12" fmla="*/ 8 w 25"/>
                <a:gd name="T13" fmla="*/ 6 h 19"/>
                <a:gd name="T14" fmla="*/ 8 w 25"/>
                <a:gd name="T15" fmla="*/ 13 h 19"/>
                <a:gd name="T16" fmla="*/ 1 w 25"/>
                <a:gd name="T17" fmla="*/ 13 h 19"/>
                <a:gd name="T18" fmla="*/ 0 w 25"/>
                <a:gd name="T19" fmla="*/ 14 h 19"/>
                <a:gd name="T20" fmla="*/ 1 w 25"/>
                <a:gd name="T21" fmla="*/ 16 h 19"/>
                <a:gd name="T22" fmla="*/ 8 w 25"/>
                <a:gd name="T23" fmla="*/ 16 h 19"/>
                <a:gd name="T24" fmla="*/ 8 w 25"/>
                <a:gd name="T25" fmla="*/ 19 h 19"/>
                <a:gd name="T26" fmla="*/ 16 w 25"/>
                <a:gd name="T27" fmla="*/ 19 h 19"/>
                <a:gd name="T28" fmla="*/ 25 w 25"/>
                <a:gd name="T29" fmla="*/ 10 h 19"/>
                <a:gd name="T30" fmla="*/ 25 w 25"/>
                <a:gd name="T31" fmla="*/ 10 h 19"/>
                <a:gd name="T32" fmla="*/ 25 w 25"/>
                <a:gd name="T33" fmla="*/ 10 h 19"/>
                <a:gd name="T34" fmla="*/ 16 w 25"/>
                <a:gd name="T3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 h="19">
                  <a:moveTo>
                    <a:pt x="16" y="0"/>
                  </a:moveTo>
                  <a:cubicBezTo>
                    <a:pt x="8" y="0"/>
                    <a:pt x="8" y="0"/>
                    <a:pt x="8" y="0"/>
                  </a:cubicBezTo>
                  <a:cubicBezTo>
                    <a:pt x="8" y="3"/>
                    <a:pt x="8" y="3"/>
                    <a:pt x="8" y="3"/>
                  </a:cubicBezTo>
                  <a:cubicBezTo>
                    <a:pt x="1" y="3"/>
                    <a:pt x="1" y="3"/>
                    <a:pt x="1" y="3"/>
                  </a:cubicBezTo>
                  <a:cubicBezTo>
                    <a:pt x="1" y="3"/>
                    <a:pt x="0" y="4"/>
                    <a:pt x="0" y="5"/>
                  </a:cubicBezTo>
                  <a:cubicBezTo>
                    <a:pt x="0" y="6"/>
                    <a:pt x="1" y="6"/>
                    <a:pt x="1" y="6"/>
                  </a:cubicBezTo>
                  <a:cubicBezTo>
                    <a:pt x="8" y="6"/>
                    <a:pt x="8" y="6"/>
                    <a:pt x="8" y="6"/>
                  </a:cubicBezTo>
                  <a:cubicBezTo>
                    <a:pt x="8" y="13"/>
                    <a:pt x="8" y="13"/>
                    <a:pt x="8" y="13"/>
                  </a:cubicBezTo>
                  <a:cubicBezTo>
                    <a:pt x="1" y="13"/>
                    <a:pt x="1" y="13"/>
                    <a:pt x="1" y="13"/>
                  </a:cubicBezTo>
                  <a:cubicBezTo>
                    <a:pt x="1" y="13"/>
                    <a:pt x="0" y="14"/>
                    <a:pt x="0" y="14"/>
                  </a:cubicBezTo>
                  <a:cubicBezTo>
                    <a:pt x="0" y="15"/>
                    <a:pt x="1" y="16"/>
                    <a:pt x="1" y="16"/>
                  </a:cubicBezTo>
                  <a:cubicBezTo>
                    <a:pt x="8" y="16"/>
                    <a:pt x="8" y="16"/>
                    <a:pt x="8" y="16"/>
                  </a:cubicBezTo>
                  <a:cubicBezTo>
                    <a:pt x="8" y="19"/>
                    <a:pt x="8" y="19"/>
                    <a:pt x="8" y="19"/>
                  </a:cubicBezTo>
                  <a:cubicBezTo>
                    <a:pt x="16" y="19"/>
                    <a:pt x="16" y="19"/>
                    <a:pt x="16" y="19"/>
                  </a:cubicBezTo>
                  <a:cubicBezTo>
                    <a:pt x="21" y="19"/>
                    <a:pt x="25" y="15"/>
                    <a:pt x="25" y="10"/>
                  </a:cubicBezTo>
                  <a:cubicBezTo>
                    <a:pt x="25" y="10"/>
                    <a:pt x="25" y="10"/>
                    <a:pt x="25" y="10"/>
                  </a:cubicBezTo>
                  <a:cubicBezTo>
                    <a:pt x="25" y="10"/>
                    <a:pt x="25" y="10"/>
                    <a:pt x="25" y="10"/>
                  </a:cubicBezTo>
                  <a:cubicBezTo>
                    <a:pt x="25" y="5"/>
                    <a:pt x="21" y="0"/>
                    <a:pt x="1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0" name="Freeform 21"/>
            <p:cNvSpPr>
              <a:spLocks/>
            </p:cNvSpPr>
            <p:nvPr/>
          </p:nvSpPr>
          <p:spPr bwMode="auto">
            <a:xfrm>
              <a:off x="3468688" y="2670176"/>
              <a:ext cx="68263" cy="71438"/>
            </a:xfrm>
            <a:custGeom>
              <a:avLst/>
              <a:gdLst>
                <a:gd name="T0" fmla="*/ 18 w 18"/>
                <a:gd name="T1" fmla="*/ 0 h 19"/>
                <a:gd name="T2" fmla="*/ 10 w 18"/>
                <a:gd name="T3" fmla="*/ 0 h 19"/>
                <a:gd name="T4" fmla="*/ 0 w 18"/>
                <a:gd name="T5" fmla="*/ 10 h 19"/>
                <a:gd name="T6" fmla="*/ 10 w 18"/>
                <a:gd name="T7" fmla="*/ 19 h 19"/>
                <a:gd name="T8" fmla="*/ 18 w 18"/>
                <a:gd name="T9" fmla="*/ 19 h 19"/>
                <a:gd name="T10" fmla="*/ 18 w 18"/>
                <a:gd name="T11" fmla="*/ 0 h 19"/>
              </a:gdLst>
              <a:ahLst/>
              <a:cxnLst>
                <a:cxn ang="0">
                  <a:pos x="T0" y="T1"/>
                </a:cxn>
                <a:cxn ang="0">
                  <a:pos x="T2" y="T3"/>
                </a:cxn>
                <a:cxn ang="0">
                  <a:pos x="T4" y="T5"/>
                </a:cxn>
                <a:cxn ang="0">
                  <a:pos x="T6" y="T7"/>
                </a:cxn>
                <a:cxn ang="0">
                  <a:pos x="T8" y="T9"/>
                </a:cxn>
                <a:cxn ang="0">
                  <a:pos x="T10" y="T11"/>
                </a:cxn>
              </a:cxnLst>
              <a:rect l="0" t="0" r="r" b="b"/>
              <a:pathLst>
                <a:path w="18" h="19">
                  <a:moveTo>
                    <a:pt x="18" y="0"/>
                  </a:moveTo>
                  <a:cubicBezTo>
                    <a:pt x="10" y="0"/>
                    <a:pt x="10" y="0"/>
                    <a:pt x="10" y="0"/>
                  </a:cubicBezTo>
                  <a:cubicBezTo>
                    <a:pt x="4" y="0"/>
                    <a:pt x="0" y="5"/>
                    <a:pt x="0" y="10"/>
                  </a:cubicBezTo>
                  <a:cubicBezTo>
                    <a:pt x="0" y="15"/>
                    <a:pt x="4" y="19"/>
                    <a:pt x="10" y="19"/>
                  </a:cubicBezTo>
                  <a:cubicBezTo>
                    <a:pt x="18" y="19"/>
                    <a:pt x="18" y="19"/>
                    <a:pt x="18" y="19"/>
                  </a:cubicBezTo>
                  <a:cubicBezTo>
                    <a:pt x="18" y="0"/>
                    <a:pt x="18" y="0"/>
                    <a:pt x="1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111" name="Freeform 28"/>
          <p:cNvSpPr>
            <a:spLocks noEditPoints="1"/>
          </p:cNvSpPr>
          <p:nvPr/>
        </p:nvSpPr>
        <p:spPr bwMode="auto">
          <a:xfrm>
            <a:off x="11642678" y="6172715"/>
            <a:ext cx="415925" cy="517525"/>
          </a:xfrm>
          <a:custGeom>
            <a:avLst/>
            <a:gdLst>
              <a:gd name="T0" fmla="*/ 32 w 111"/>
              <a:gd name="T1" fmla="*/ 108 h 136"/>
              <a:gd name="T2" fmla="*/ 39 w 111"/>
              <a:gd name="T3" fmla="*/ 115 h 136"/>
              <a:gd name="T4" fmla="*/ 73 w 111"/>
              <a:gd name="T5" fmla="*/ 115 h 136"/>
              <a:gd name="T6" fmla="*/ 81 w 111"/>
              <a:gd name="T7" fmla="*/ 108 h 136"/>
              <a:gd name="T8" fmla="*/ 83 w 111"/>
              <a:gd name="T9" fmla="*/ 95 h 136"/>
              <a:gd name="T10" fmla="*/ 94 w 111"/>
              <a:gd name="T11" fmla="*/ 99 h 136"/>
              <a:gd name="T12" fmla="*/ 111 w 111"/>
              <a:gd name="T13" fmla="*/ 83 h 136"/>
              <a:gd name="T14" fmla="*/ 94 w 111"/>
              <a:gd name="T15" fmla="*/ 67 h 136"/>
              <a:gd name="T16" fmla="*/ 89 w 111"/>
              <a:gd name="T17" fmla="*/ 68 h 136"/>
              <a:gd name="T18" fmla="*/ 90 w 111"/>
              <a:gd name="T19" fmla="*/ 62 h 136"/>
              <a:gd name="T20" fmla="*/ 83 w 111"/>
              <a:gd name="T21" fmla="*/ 55 h 136"/>
              <a:gd name="T22" fmla="*/ 29 w 111"/>
              <a:gd name="T23" fmla="*/ 55 h 136"/>
              <a:gd name="T24" fmla="*/ 22 w 111"/>
              <a:gd name="T25" fmla="*/ 62 h 136"/>
              <a:gd name="T26" fmla="*/ 32 w 111"/>
              <a:gd name="T27" fmla="*/ 108 h 136"/>
              <a:gd name="T28" fmla="*/ 94 w 111"/>
              <a:gd name="T29" fmla="*/ 75 h 136"/>
              <a:gd name="T30" fmla="*/ 102 w 111"/>
              <a:gd name="T31" fmla="*/ 83 h 136"/>
              <a:gd name="T32" fmla="*/ 94 w 111"/>
              <a:gd name="T33" fmla="*/ 91 h 136"/>
              <a:gd name="T34" fmla="*/ 86 w 111"/>
              <a:gd name="T35" fmla="*/ 83 h 136"/>
              <a:gd name="T36" fmla="*/ 94 w 111"/>
              <a:gd name="T37" fmla="*/ 75 h 136"/>
              <a:gd name="T38" fmla="*/ 55 w 111"/>
              <a:gd name="T39" fmla="*/ 136 h 136"/>
              <a:gd name="T40" fmla="*/ 110 w 111"/>
              <a:gd name="T41" fmla="*/ 121 h 136"/>
              <a:gd name="T42" fmla="*/ 0 w 111"/>
              <a:gd name="T43" fmla="*/ 121 h 136"/>
              <a:gd name="T44" fmla="*/ 55 w 111"/>
              <a:gd name="T45" fmla="*/ 136 h 136"/>
              <a:gd name="T46" fmla="*/ 55 w 111"/>
              <a:gd name="T47" fmla="*/ 49 h 136"/>
              <a:gd name="T48" fmla="*/ 68 w 111"/>
              <a:gd name="T49" fmla="*/ 26 h 136"/>
              <a:gd name="T50" fmla="*/ 58 w 111"/>
              <a:gd name="T51" fmla="*/ 0 h 136"/>
              <a:gd name="T52" fmla="*/ 51 w 111"/>
              <a:gd name="T53" fmla="*/ 24 h 136"/>
              <a:gd name="T54" fmla="*/ 55 w 111"/>
              <a:gd name="T55" fmla="*/ 49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11" h="136">
                <a:moveTo>
                  <a:pt x="32" y="108"/>
                </a:moveTo>
                <a:cubicBezTo>
                  <a:pt x="33" y="112"/>
                  <a:pt x="35" y="115"/>
                  <a:pt x="39" y="115"/>
                </a:cubicBezTo>
                <a:cubicBezTo>
                  <a:pt x="73" y="115"/>
                  <a:pt x="73" y="115"/>
                  <a:pt x="73" y="115"/>
                </a:cubicBezTo>
                <a:cubicBezTo>
                  <a:pt x="77" y="115"/>
                  <a:pt x="80" y="112"/>
                  <a:pt x="81" y="108"/>
                </a:cubicBezTo>
                <a:cubicBezTo>
                  <a:pt x="83" y="95"/>
                  <a:pt x="83" y="95"/>
                  <a:pt x="83" y="95"/>
                </a:cubicBezTo>
                <a:cubicBezTo>
                  <a:pt x="86" y="98"/>
                  <a:pt x="90" y="99"/>
                  <a:pt x="94" y="99"/>
                </a:cubicBezTo>
                <a:cubicBezTo>
                  <a:pt x="103" y="99"/>
                  <a:pt x="111" y="92"/>
                  <a:pt x="111" y="83"/>
                </a:cubicBezTo>
                <a:cubicBezTo>
                  <a:pt x="111" y="74"/>
                  <a:pt x="103" y="67"/>
                  <a:pt x="94" y="67"/>
                </a:cubicBezTo>
                <a:cubicBezTo>
                  <a:pt x="92" y="67"/>
                  <a:pt x="91" y="67"/>
                  <a:pt x="89" y="68"/>
                </a:cubicBezTo>
                <a:cubicBezTo>
                  <a:pt x="90" y="62"/>
                  <a:pt x="90" y="62"/>
                  <a:pt x="90" y="62"/>
                </a:cubicBezTo>
                <a:cubicBezTo>
                  <a:pt x="91" y="58"/>
                  <a:pt x="87" y="55"/>
                  <a:pt x="83" y="55"/>
                </a:cubicBezTo>
                <a:cubicBezTo>
                  <a:pt x="29" y="55"/>
                  <a:pt x="29" y="55"/>
                  <a:pt x="29" y="55"/>
                </a:cubicBezTo>
                <a:cubicBezTo>
                  <a:pt x="25" y="55"/>
                  <a:pt x="21" y="58"/>
                  <a:pt x="22" y="62"/>
                </a:cubicBezTo>
                <a:lnTo>
                  <a:pt x="32" y="108"/>
                </a:lnTo>
                <a:close/>
                <a:moveTo>
                  <a:pt x="94" y="75"/>
                </a:moveTo>
                <a:cubicBezTo>
                  <a:pt x="99" y="75"/>
                  <a:pt x="102" y="79"/>
                  <a:pt x="102" y="83"/>
                </a:cubicBezTo>
                <a:cubicBezTo>
                  <a:pt x="102" y="88"/>
                  <a:pt x="99" y="91"/>
                  <a:pt x="94" y="91"/>
                </a:cubicBezTo>
                <a:cubicBezTo>
                  <a:pt x="90" y="91"/>
                  <a:pt x="86" y="88"/>
                  <a:pt x="86" y="83"/>
                </a:cubicBezTo>
                <a:cubicBezTo>
                  <a:pt x="86" y="79"/>
                  <a:pt x="90" y="75"/>
                  <a:pt x="94" y="75"/>
                </a:cubicBezTo>
                <a:close/>
                <a:moveTo>
                  <a:pt x="55" y="136"/>
                </a:moveTo>
                <a:cubicBezTo>
                  <a:pt x="83" y="136"/>
                  <a:pt x="106" y="130"/>
                  <a:pt x="110" y="121"/>
                </a:cubicBezTo>
                <a:cubicBezTo>
                  <a:pt x="0" y="121"/>
                  <a:pt x="0" y="121"/>
                  <a:pt x="0" y="121"/>
                </a:cubicBezTo>
                <a:cubicBezTo>
                  <a:pt x="5" y="130"/>
                  <a:pt x="28" y="136"/>
                  <a:pt x="55" y="136"/>
                </a:cubicBezTo>
                <a:close/>
                <a:moveTo>
                  <a:pt x="55" y="49"/>
                </a:moveTo>
                <a:cubicBezTo>
                  <a:pt x="50" y="38"/>
                  <a:pt x="58" y="36"/>
                  <a:pt x="68" y="26"/>
                </a:cubicBezTo>
                <a:cubicBezTo>
                  <a:pt x="80" y="15"/>
                  <a:pt x="75" y="4"/>
                  <a:pt x="58" y="0"/>
                </a:cubicBezTo>
                <a:cubicBezTo>
                  <a:pt x="64" y="6"/>
                  <a:pt x="65" y="14"/>
                  <a:pt x="51" y="24"/>
                </a:cubicBezTo>
                <a:cubicBezTo>
                  <a:pt x="38" y="34"/>
                  <a:pt x="44" y="44"/>
                  <a:pt x="55" y="49"/>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12" name="Freeform 6"/>
          <p:cNvSpPr>
            <a:spLocks noEditPoints="1"/>
          </p:cNvSpPr>
          <p:nvPr/>
        </p:nvSpPr>
        <p:spPr bwMode="auto">
          <a:xfrm>
            <a:off x="2977240" y="3492437"/>
            <a:ext cx="428054" cy="307226"/>
          </a:xfrm>
          <a:custGeom>
            <a:avLst/>
            <a:gdLst>
              <a:gd name="T0" fmla="*/ 541 w 4999"/>
              <a:gd name="T1" fmla="*/ 3585 h 3596"/>
              <a:gd name="T2" fmla="*/ 4147 w 4999"/>
              <a:gd name="T3" fmla="*/ 3585 h 3596"/>
              <a:gd name="T4" fmla="*/ 4492 w 4999"/>
              <a:gd name="T5" fmla="*/ 3472 h 3596"/>
              <a:gd name="T6" fmla="*/ 4546 w 4999"/>
              <a:gd name="T7" fmla="*/ 3180 h 3596"/>
              <a:gd name="T8" fmla="*/ 3651 w 4999"/>
              <a:gd name="T9" fmla="*/ 1568 h 3596"/>
              <a:gd name="T10" fmla="*/ 3468 w 4999"/>
              <a:gd name="T11" fmla="*/ 825 h 3596"/>
              <a:gd name="T12" fmla="*/ 3479 w 4999"/>
              <a:gd name="T13" fmla="*/ 637 h 3596"/>
              <a:gd name="T14" fmla="*/ 3700 w 4999"/>
              <a:gd name="T15" fmla="*/ 658 h 3596"/>
              <a:gd name="T16" fmla="*/ 3829 w 4999"/>
              <a:gd name="T17" fmla="*/ 798 h 3596"/>
              <a:gd name="T18" fmla="*/ 3802 w 4999"/>
              <a:gd name="T19" fmla="*/ 906 h 3596"/>
              <a:gd name="T20" fmla="*/ 3770 w 4999"/>
              <a:gd name="T21" fmla="*/ 992 h 3596"/>
              <a:gd name="T22" fmla="*/ 3732 w 4999"/>
              <a:gd name="T23" fmla="*/ 1073 h 3596"/>
              <a:gd name="T24" fmla="*/ 3716 w 4999"/>
              <a:gd name="T25" fmla="*/ 1186 h 3596"/>
              <a:gd name="T26" fmla="*/ 4066 w 4999"/>
              <a:gd name="T27" fmla="*/ 1477 h 3596"/>
              <a:gd name="T28" fmla="*/ 4686 w 4999"/>
              <a:gd name="T29" fmla="*/ 1601 h 3596"/>
              <a:gd name="T30" fmla="*/ 4923 w 4999"/>
              <a:gd name="T31" fmla="*/ 1536 h 3596"/>
              <a:gd name="T32" fmla="*/ 4999 w 4999"/>
              <a:gd name="T33" fmla="*/ 1213 h 3596"/>
              <a:gd name="T34" fmla="*/ 4379 w 4999"/>
              <a:gd name="T35" fmla="*/ 324 h 3596"/>
              <a:gd name="T36" fmla="*/ 2492 w 4999"/>
              <a:gd name="T37" fmla="*/ 0 h 3596"/>
              <a:gd name="T38" fmla="*/ 579 w 4999"/>
              <a:gd name="T39" fmla="*/ 394 h 3596"/>
              <a:gd name="T40" fmla="*/ 8 w 4999"/>
              <a:gd name="T41" fmla="*/ 1251 h 3596"/>
              <a:gd name="T42" fmla="*/ 83 w 4999"/>
              <a:gd name="T43" fmla="*/ 1574 h 3596"/>
              <a:gd name="T44" fmla="*/ 298 w 4999"/>
              <a:gd name="T45" fmla="*/ 1644 h 3596"/>
              <a:gd name="T46" fmla="*/ 1021 w 4999"/>
              <a:gd name="T47" fmla="*/ 1477 h 3596"/>
              <a:gd name="T48" fmla="*/ 1301 w 4999"/>
              <a:gd name="T49" fmla="*/ 1180 h 3596"/>
              <a:gd name="T50" fmla="*/ 1285 w 4999"/>
              <a:gd name="T51" fmla="*/ 1067 h 3596"/>
              <a:gd name="T52" fmla="*/ 1248 w 4999"/>
              <a:gd name="T53" fmla="*/ 992 h 3596"/>
              <a:gd name="T54" fmla="*/ 1210 w 4999"/>
              <a:gd name="T55" fmla="*/ 927 h 3596"/>
              <a:gd name="T56" fmla="*/ 1204 w 4999"/>
              <a:gd name="T57" fmla="*/ 846 h 3596"/>
              <a:gd name="T58" fmla="*/ 1318 w 4999"/>
              <a:gd name="T59" fmla="*/ 647 h 3596"/>
              <a:gd name="T60" fmla="*/ 1522 w 4999"/>
              <a:gd name="T61" fmla="*/ 582 h 3596"/>
              <a:gd name="T62" fmla="*/ 1533 w 4999"/>
              <a:gd name="T63" fmla="*/ 889 h 3596"/>
              <a:gd name="T64" fmla="*/ 1339 w 4999"/>
              <a:gd name="T65" fmla="*/ 1596 h 3596"/>
              <a:gd name="T66" fmla="*/ 945 w 4999"/>
              <a:gd name="T67" fmla="*/ 2054 h 3596"/>
              <a:gd name="T68" fmla="*/ 854 w 4999"/>
              <a:gd name="T69" fmla="*/ 2145 h 3596"/>
              <a:gd name="T70" fmla="*/ 617 w 4999"/>
              <a:gd name="T71" fmla="*/ 2539 h 3596"/>
              <a:gd name="T72" fmla="*/ 390 w 4999"/>
              <a:gd name="T73" fmla="*/ 3380 h 3596"/>
              <a:gd name="T74" fmla="*/ 541 w 4999"/>
              <a:gd name="T75" fmla="*/ 3585 h 3596"/>
              <a:gd name="T76" fmla="*/ 3161 w 4999"/>
              <a:gd name="T77" fmla="*/ 496 h 3596"/>
              <a:gd name="T78" fmla="*/ 3118 w 4999"/>
              <a:gd name="T79" fmla="*/ 496 h 3596"/>
              <a:gd name="T80" fmla="*/ 2390 w 4999"/>
              <a:gd name="T81" fmla="*/ 545 h 3596"/>
              <a:gd name="T82" fmla="*/ 1840 w 4999"/>
              <a:gd name="T83" fmla="*/ 480 h 3596"/>
              <a:gd name="T84" fmla="*/ 1840 w 4999"/>
              <a:gd name="T85" fmla="*/ 889 h 3596"/>
              <a:gd name="T86" fmla="*/ 1938 w 4999"/>
              <a:gd name="T87" fmla="*/ 1062 h 3596"/>
              <a:gd name="T88" fmla="*/ 2164 w 4999"/>
              <a:gd name="T89" fmla="*/ 1110 h 3596"/>
              <a:gd name="T90" fmla="*/ 2789 w 4999"/>
              <a:gd name="T91" fmla="*/ 1110 h 3596"/>
              <a:gd name="T92" fmla="*/ 3069 w 4999"/>
              <a:gd name="T93" fmla="*/ 1062 h 3596"/>
              <a:gd name="T94" fmla="*/ 3161 w 4999"/>
              <a:gd name="T95" fmla="*/ 878 h 3596"/>
              <a:gd name="T96" fmla="*/ 3161 w 4999"/>
              <a:gd name="T97" fmla="*/ 496 h 3596"/>
              <a:gd name="T98" fmla="*/ 2488 w 4999"/>
              <a:gd name="T99" fmla="*/ 1234 h 3596"/>
              <a:gd name="T100" fmla="*/ 1679 w 4999"/>
              <a:gd name="T101" fmla="*/ 1563 h 3596"/>
              <a:gd name="T102" fmla="*/ 1409 w 4999"/>
              <a:gd name="T103" fmla="*/ 2301 h 3596"/>
              <a:gd name="T104" fmla="*/ 1679 w 4999"/>
              <a:gd name="T105" fmla="*/ 3024 h 3596"/>
              <a:gd name="T106" fmla="*/ 2488 w 4999"/>
              <a:gd name="T107" fmla="*/ 3358 h 3596"/>
              <a:gd name="T108" fmla="*/ 3295 w 4999"/>
              <a:gd name="T109" fmla="*/ 3024 h 3596"/>
              <a:gd name="T110" fmla="*/ 3565 w 4999"/>
              <a:gd name="T111" fmla="*/ 2301 h 3596"/>
              <a:gd name="T112" fmla="*/ 3295 w 4999"/>
              <a:gd name="T113" fmla="*/ 1563 h 3596"/>
              <a:gd name="T114" fmla="*/ 2488 w 4999"/>
              <a:gd name="T115" fmla="*/ 1234 h 3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999" h="3596">
                <a:moveTo>
                  <a:pt x="541" y="3585"/>
                </a:moveTo>
                <a:lnTo>
                  <a:pt x="4147" y="3585"/>
                </a:lnTo>
                <a:cubicBezTo>
                  <a:pt x="4287" y="3596"/>
                  <a:pt x="4402" y="3558"/>
                  <a:pt x="4492" y="3472"/>
                </a:cubicBezTo>
                <a:cubicBezTo>
                  <a:pt x="4586" y="3381"/>
                  <a:pt x="4603" y="3285"/>
                  <a:pt x="4546" y="3180"/>
                </a:cubicBezTo>
                <a:cubicBezTo>
                  <a:pt x="4318" y="2676"/>
                  <a:pt x="4000" y="2031"/>
                  <a:pt x="3651" y="1568"/>
                </a:cubicBezTo>
                <a:cubicBezTo>
                  <a:pt x="3522" y="1346"/>
                  <a:pt x="3461" y="1098"/>
                  <a:pt x="3468" y="825"/>
                </a:cubicBezTo>
                <a:lnTo>
                  <a:pt x="3479" y="637"/>
                </a:lnTo>
                <a:cubicBezTo>
                  <a:pt x="3561" y="622"/>
                  <a:pt x="3636" y="629"/>
                  <a:pt x="3700" y="658"/>
                </a:cubicBezTo>
                <a:cubicBezTo>
                  <a:pt x="3768" y="686"/>
                  <a:pt x="3811" y="733"/>
                  <a:pt x="3829" y="798"/>
                </a:cubicBezTo>
                <a:cubicBezTo>
                  <a:pt x="3825" y="833"/>
                  <a:pt x="3817" y="869"/>
                  <a:pt x="3802" y="906"/>
                </a:cubicBezTo>
                <a:cubicBezTo>
                  <a:pt x="3795" y="927"/>
                  <a:pt x="3784" y="956"/>
                  <a:pt x="3770" y="992"/>
                </a:cubicBezTo>
                <a:cubicBezTo>
                  <a:pt x="3751" y="1027"/>
                  <a:pt x="3739" y="1055"/>
                  <a:pt x="3732" y="1073"/>
                </a:cubicBezTo>
                <a:cubicBezTo>
                  <a:pt x="3721" y="1108"/>
                  <a:pt x="3716" y="1146"/>
                  <a:pt x="3716" y="1186"/>
                </a:cubicBezTo>
                <a:cubicBezTo>
                  <a:pt x="3730" y="1297"/>
                  <a:pt x="3847" y="1394"/>
                  <a:pt x="4066" y="1477"/>
                </a:cubicBezTo>
                <a:cubicBezTo>
                  <a:pt x="4260" y="1549"/>
                  <a:pt x="4467" y="1590"/>
                  <a:pt x="4686" y="1601"/>
                </a:cubicBezTo>
                <a:cubicBezTo>
                  <a:pt x="4797" y="1604"/>
                  <a:pt x="4876" y="1583"/>
                  <a:pt x="4923" y="1536"/>
                </a:cubicBezTo>
                <a:cubicBezTo>
                  <a:pt x="4974" y="1479"/>
                  <a:pt x="4999" y="1371"/>
                  <a:pt x="4999" y="1213"/>
                </a:cubicBezTo>
                <a:cubicBezTo>
                  <a:pt x="4967" y="818"/>
                  <a:pt x="4760" y="522"/>
                  <a:pt x="4379" y="324"/>
                </a:cubicBezTo>
                <a:cubicBezTo>
                  <a:pt x="3966" y="108"/>
                  <a:pt x="3337" y="0"/>
                  <a:pt x="2492" y="0"/>
                </a:cubicBezTo>
                <a:cubicBezTo>
                  <a:pt x="1644" y="0"/>
                  <a:pt x="1007" y="132"/>
                  <a:pt x="579" y="394"/>
                </a:cubicBezTo>
                <a:cubicBezTo>
                  <a:pt x="230" y="609"/>
                  <a:pt x="40" y="895"/>
                  <a:pt x="8" y="1251"/>
                </a:cubicBezTo>
                <a:cubicBezTo>
                  <a:pt x="0" y="1402"/>
                  <a:pt x="26" y="1509"/>
                  <a:pt x="83" y="1574"/>
                </a:cubicBezTo>
                <a:cubicBezTo>
                  <a:pt x="134" y="1632"/>
                  <a:pt x="205" y="1655"/>
                  <a:pt x="298" y="1644"/>
                </a:cubicBezTo>
                <a:cubicBezTo>
                  <a:pt x="594" y="1612"/>
                  <a:pt x="835" y="1556"/>
                  <a:pt x="1021" y="1477"/>
                </a:cubicBezTo>
                <a:cubicBezTo>
                  <a:pt x="1223" y="1387"/>
                  <a:pt x="1316" y="1289"/>
                  <a:pt x="1301" y="1180"/>
                </a:cubicBezTo>
                <a:cubicBezTo>
                  <a:pt x="1305" y="1141"/>
                  <a:pt x="1300" y="1103"/>
                  <a:pt x="1285" y="1067"/>
                </a:cubicBezTo>
                <a:cubicBezTo>
                  <a:pt x="1278" y="1050"/>
                  <a:pt x="1265" y="1024"/>
                  <a:pt x="1248" y="992"/>
                </a:cubicBezTo>
                <a:cubicBezTo>
                  <a:pt x="1229" y="967"/>
                  <a:pt x="1217" y="945"/>
                  <a:pt x="1210" y="927"/>
                </a:cubicBezTo>
                <a:cubicBezTo>
                  <a:pt x="1203" y="902"/>
                  <a:pt x="1201" y="875"/>
                  <a:pt x="1204" y="846"/>
                </a:cubicBezTo>
                <a:cubicBezTo>
                  <a:pt x="1219" y="763"/>
                  <a:pt x="1257" y="697"/>
                  <a:pt x="1318" y="647"/>
                </a:cubicBezTo>
                <a:cubicBezTo>
                  <a:pt x="1379" y="593"/>
                  <a:pt x="1447" y="571"/>
                  <a:pt x="1522" y="582"/>
                </a:cubicBezTo>
                <a:lnTo>
                  <a:pt x="1533" y="889"/>
                </a:lnTo>
                <a:cubicBezTo>
                  <a:pt x="1533" y="1152"/>
                  <a:pt x="1468" y="1387"/>
                  <a:pt x="1339" y="1596"/>
                </a:cubicBezTo>
                <a:cubicBezTo>
                  <a:pt x="1267" y="1715"/>
                  <a:pt x="1135" y="1867"/>
                  <a:pt x="945" y="2054"/>
                </a:cubicBezTo>
                <a:lnTo>
                  <a:pt x="854" y="2145"/>
                </a:lnTo>
                <a:cubicBezTo>
                  <a:pt x="746" y="2271"/>
                  <a:pt x="667" y="2403"/>
                  <a:pt x="617" y="2539"/>
                </a:cubicBezTo>
                <a:cubicBezTo>
                  <a:pt x="577" y="2637"/>
                  <a:pt x="378" y="3282"/>
                  <a:pt x="390" y="3380"/>
                </a:cubicBezTo>
                <a:cubicBezTo>
                  <a:pt x="408" y="3498"/>
                  <a:pt x="458" y="3566"/>
                  <a:pt x="541" y="3585"/>
                </a:cubicBezTo>
                <a:close/>
                <a:moveTo>
                  <a:pt x="3161" y="496"/>
                </a:moveTo>
                <a:lnTo>
                  <a:pt x="3118" y="496"/>
                </a:lnTo>
                <a:cubicBezTo>
                  <a:pt x="2859" y="535"/>
                  <a:pt x="2616" y="552"/>
                  <a:pt x="2390" y="545"/>
                </a:cubicBezTo>
                <a:cubicBezTo>
                  <a:pt x="2221" y="537"/>
                  <a:pt x="2038" y="516"/>
                  <a:pt x="1840" y="480"/>
                </a:cubicBezTo>
                <a:lnTo>
                  <a:pt x="1840" y="889"/>
                </a:lnTo>
                <a:cubicBezTo>
                  <a:pt x="1840" y="969"/>
                  <a:pt x="1872" y="1026"/>
                  <a:pt x="1938" y="1062"/>
                </a:cubicBezTo>
                <a:cubicBezTo>
                  <a:pt x="1987" y="1094"/>
                  <a:pt x="2063" y="1110"/>
                  <a:pt x="2164" y="1110"/>
                </a:cubicBezTo>
                <a:lnTo>
                  <a:pt x="2789" y="1110"/>
                </a:lnTo>
                <a:cubicBezTo>
                  <a:pt x="2922" y="1110"/>
                  <a:pt x="3016" y="1094"/>
                  <a:pt x="3069" y="1062"/>
                </a:cubicBezTo>
                <a:cubicBezTo>
                  <a:pt x="3131" y="1026"/>
                  <a:pt x="3161" y="965"/>
                  <a:pt x="3161" y="878"/>
                </a:cubicBezTo>
                <a:lnTo>
                  <a:pt x="3161" y="496"/>
                </a:lnTo>
                <a:close/>
                <a:moveTo>
                  <a:pt x="2488" y="1234"/>
                </a:moveTo>
                <a:cubicBezTo>
                  <a:pt x="2146" y="1234"/>
                  <a:pt x="1877" y="1344"/>
                  <a:pt x="1679" y="1563"/>
                </a:cubicBezTo>
                <a:cubicBezTo>
                  <a:pt x="1500" y="1764"/>
                  <a:pt x="1409" y="2011"/>
                  <a:pt x="1409" y="2301"/>
                </a:cubicBezTo>
                <a:cubicBezTo>
                  <a:pt x="1409" y="2586"/>
                  <a:pt x="1500" y="2827"/>
                  <a:pt x="1679" y="3024"/>
                </a:cubicBezTo>
                <a:cubicBezTo>
                  <a:pt x="1877" y="3247"/>
                  <a:pt x="2146" y="3358"/>
                  <a:pt x="2488" y="3358"/>
                </a:cubicBezTo>
                <a:cubicBezTo>
                  <a:pt x="2825" y="3358"/>
                  <a:pt x="3094" y="3247"/>
                  <a:pt x="3295" y="3024"/>
                </a:cubicBezTo>
                <a:cubicBezTo>
                  <a:pt x="3475" y="2827"/>
                  <a:pt x="3565" y="2586"/>
                  <a:pt x="3565" y="2301"/>
                </a:cubicBezTo>
                <a:cubicBezTo>
                  <a:pt x="3565" y="2011"/>
                  <a:pt x="3475" y="1764"/>
                  <a:pt x="3295" y="1563"/>
                </a:cubicBezTo>
                <a:cubicBezTo>
                  <a:pt x="3094" y="1344"/>
                  <a:pt x="2825" y="1234"/>
                  <a:pt x="2488" y="1234"/>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13" name="Freeform 58"/>
          <p:cNvSpPr>
            <a:spLocks noEditPoints="1"/>
          </p:cNvSpPr>
          <p:nvPr/>
        </p:nvSpPr>
        <p:spPr bwMode="auto">
          <a:xfrm>
            <a:off x="3004547" y="3887273"/>
            <a:ext cx="332942" cy="431400"/>
          </a:xfrm>
          <a:custGeom>
            <a:avLst/>
            <a:gdLst>
              <a:gd name="T0" fmla="*/ 81 w 106"/>
              <a:gd name="T1" fmla="*/ 67 h 140"/>
              <a:gd name="T2" fmla="*/ 106 w 106"/>
              <a:gd name="T3" fmla="*/ 26 h 140"/>
              <a:gd name="T4" fmla="*/ 89 w 106"/>
              <a:gd name="T5" fmla="*/ 1 h 140"/>
              <a:gd name="T6" fmla="*/ 58 w 106"/>
              <a:gd name="T7" fmla="*/ 57 h 140"/>
              <a:gd name="T8" fmla="*/ 81 w 106"/>
              <a:gd name="T9" fmla="*/ 67 h 140"/>
              <a:gd name="T10" fmla="*/ 74 w 106"/>
              <a:gd name="T11" fmla="*/ 25 h 140"/>
              <a:gd name="T12" fmla="*/ 88 w 106"/>
              <a:gd name="T13" fmla="*/ 0 h 140"/>
              <a:gd name="T14" fmla="*/ 18 w 106"/>
              <a:gd name="T15" fmla="*/ 0 h 140"/>
              <a:gd name="T16" fmla="*/ 32 w 106"/>
              <a:gd name="T17" fmla="*/ 25 h 140"/>
              <a:gd name="T18" fmla="*/ 74 w 106"/>
              <a:gd name="T19" fmla="*/ 25 h 140"/>
              <a:gd name="T20" fmla="*/ 48 w 106"/>
              <a:gd name="T21" fmla="*/ 57 h 140"/>
              <a:gd name="T22" fmla="*/ 17 w 106"/>
              <a:gd name="T23" fmla="*/ 1 h 140"/>
              <a:gd name="T24" fmla="*/ 0 w 106"/>
              <a:gd name="T25" fmla="*/ 26 h 140"/>
              <a:gd name="T26" fmla="*/ 24 w 106"/>
              <a:gd name="T27" fmla="*/ 68 h 140"/>
              <a:gd name="T28" fmla="*/ 48 w 106"/>
              <a:gd name="T29" fmla="*/ 57 h 140"/>
              <a:gd name="T30" fmla="*/ 53 w 106"/>
              <a:gd name="T31" fmla="*/ 58 h 140"/>
              <a:gd name="T32" fmla="*/ 12 w 106"/>
              <a:gd name="T33" fmla="*/ 99 h 140"/>
              <a:gd name="T34" fmla="*/ 53 w 106"/>
              <a:gd name="T35" fmla="*/ 140 h 140"/>
              <a:gd name="T36" fmla="*/ 94 w 106"/>
              <a:gd name="T37" fmla="*/ 99 h 140"/>
              <a:gd name="T38" fmla="*/ 53 w 106"/>
              <a:gd name="T39" fmla="*/ 58 h 140"/>
              <a:gd name="T40" fmla="*/ 53 w 106"/>
              <a:gd name="T41" fmla="*/ 134 h 140"/>
              <a:gd name="T42" fmla="*/ 18 w 106"/>
              <a:gd name="T43" fmla="*/ 99 h 140"/>
              <a:gd name="T44" fmla="*/ 53 w 106"/>
              <a:gd name="T45" fmla="*/ 65 h 140"/>
              <a:gd name="T46" fmla="*/ 88 w 106"/>
              <a:gd name="T47" fmla="*/ 99 h 140"/>
              <a:gd name="T48" fmla="*/ 53 w 106"/>
              <a:gd name="T49" fmla="*/ 13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6" h="140">
                <a:moveTo>
                  <a:pt x="81" y="67"/>
                </a:moveTo>
                <a:cubicBezTo>
                  <a:pt x="106" y="26"/>
                  <a:pt x="106" y="26"/>
                  <a:pt x="106" y="26"/>
                </a:cubicBezTo>
                <a:cubicBezTo>
                  <a:pt x="89" y="1"/>
                  <a:pt x="89" y="1"/>
                  <a:pt x="89" y="1"/>
                </a:cubicBezTo>
                <a:cubicBezTo>
                  <a:pt x="58" y="57"/>
                  <a:pt x="58" y="57"/>
                  <a:pt x="58" y="57"/>
                </a:cubicBezTo>
                <a:cubicBezTo>
                  <a:pt x="71" y="58"/>
                  <a:pt x="81" y="67"/>
                  <a:pt x="81" y="67"/>
                </a:cubicBezTo>
                <a:close/>
                <a:moveTo>
                  <a:pt x="74" y="25"/>
                </a:moveTo>
                <a:cubicBezTo>
                  <a:pt x="88" y="0"/>
                  <a:pt x="88" y="0"/>
                  <a:pt x="88" y="0"/>
                </a:cubicBezTo>
                <a:cubicBezTo>
                  <a:pt x="18" y="0"/>
                  <a:pt x="18" y="0"/>
                  <a:pt x="18" y="0"/>
                </a:cubicBezTo>
                <a:cubicBezTo>
                  <a:pt x="32" y="25"/>
                  <a:pt x="32" y="25"/>
                  <a:pt x="32" y="25"/>
                </a:cubicBezTo>
                <a:lnTo>
                  <a:pt x="74" y="25"/>
                </a:lnTo>
                <a:close/>
                <a:moveTo>
                  <a:pt x="48" y="57"/>
                </a:moveTo>
                <a:cubicBezTo>
                  <a:pt x="17" y="1"/>
                  <a:pt x="17" y="1"/>
                  <a:pt x="17" y="1"/>
                </a:cubicBezTo>
                <a:cubicBezTo>
                  <a:pt x="0" y="26"/>
                  <a:pt x="0" y="26"/>
                  <a:pt x="0" y="26"/>
                </a:cubicBezTo>
                <a:cubicBezTo>
                  <a:pt x="24" y="68"/>
                  <a:pt x="24" y="68"/>
                  <a:pt x="24" y="68"/>
                </a:cubicBezTo>
                <a:cubicBezTo>
                  <a:pt x="24" y="68"/>
                  <a:pt x="33" y="59"/>
                  <a:pt x="48" y="57"/>
                </a:cubicBezTo>
                <a:close/>
                <a:moveTo>
                  <a:pt x="53" y="58"/>
                </a:moveTo>
                <a:cubicBezTo>
                  <a:pt x="30" y="58"/>
                  <a:pt x="12" y="76"/>
                  <a:pt x="12" y="99"/>
                </a:cubicBezTo>
                <a:cubicBezTo>
                  <a:pt x="12" y="122"/>
                  <a:pt x="30" y="140"/>
                  <a:pt x="53" y="140"/>
                </a:cubicBezTo>
                <a:cubicBezTo>
                  <a:pt x="76" y="140"/>
                  <a:pt x="94" y="122"/>
                  <a:pt x="94" y="99"/>
                </a:cubicBezTo>
                <a:cubicBezTo>
                  <a:pt x="94" y="76"/>
                  <a:pt x="76" y="58"/>
                  <a:pt x="53" y="58"/>
                </a:cubicBezTo>
                <a:close/>
                <a:moveTo>
                  <a:pt x="53" y="134"/>
                </a:moveTo>
                <a:cubicBezTo>
                  <a:pt x="34" y="134"/>
                  <a:pt x="18" y="119"/>
                  <a:pt x="18" y="99"/>
                </a:cubicBezTo>
                <a:cubicBezTo>
                  <a:pt x="18" y="80"/>
                  <a:pt x="34" y="65"/>
                  <a:pt x="53" y="65"/>
                </a:cubicBezTo>
                <a:cubicBezTo>
                  <a:pt x="72" y="65"/>
                  <a:pt x="88" y="80"/>
                  <a:pt x="88" y="99"/>
                </a:cubicBezTo>
                <a:cubicBezTo>
                  <a:pt x="88" y="119"/>
                  <a:pt x="72" y="134"/>
                  <a:pt x="53" y="134"/>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14" name="Freeform 29"/>
          <p:cNvSpPr>
            <a:spLocks noEditPoints="1"/>
          </p:cNvSpPr>
          <p:nvPr/>
        </p:nvSpPr>
        <p:spPr bwMode="auto">
          <a:xfrm>
            <a:off x="1020036" y="2521564"/>
            <a:ext cx="451224" cy="267587"/>
          </a:xfrm>
          <a:custGeom>
            <a:avLst/>
            <a:gdLst>
              <a:gd name="T0" fmla="*/ 72 w 109"/>
              <a:gd name="T1" fmla="*/ 0 h 64"/>
              <a:gd name="T2" fmla="*/ 54 w 109"/>
              <a:gd name="T3" fmla="*/ 6 h 64"/>
              <a:gd name="T4" fmla="*/ 37 w 109"/>
              <a:gd name="T5" fmla="*/ 0 h 64"/>
              <a:gd name="T6" fmla="*/ 17 w 109"/>
              <a:gd name="T7" fmla="*/ 64 h 64"/>
              <a:gd name="T8" fmla="*/ 54 w 109"/>
              <a:gd name="T9" fmla="*/ 45 h 64"/>
              <a:gd name="T10" fmla="*/ 91 w 109"/>
              <a:gd name="T11" fmla="*/ 63 h 64"/>
              <a:gd name="T12" fmla="*/ 72 w 109"/>
              <a:gd name="T13" fmla="*/ 0 h 64"/>
              <a:gd name="T14" fmla="*/ 35 w 109"/>
              <a:gd name="T15" fmla="*/ 36 h 64"/>
              <a:gd name="T16" fmla="*/ 23 w 109"/>
              <a:gd name="T17" fmla="*/ 24 h 64"/>
              <a:gd name="T18" fmla="*/ 35 w 109"/>
              <a:gd name="T19" fmla="*/ 11 h 64"/>
              <a:gd name="T20" fmla="*/ 47 w 109"/>
              <a:gd name="T21" fmla="*/ 24 h 64"/>
              <a:gd name="T22" fmla="*/ 35 w 109"/>
              <a:gd name="T23" fmla="*/ 36 h 64"/>
              <a:gd name="T24" fmla="*/ 68 w 109"/>
              <a:gd name="T25" fmla="*/ 29 h 64"/>
              <a:gd name="T26" fmla="*/ 65 w 109"/>
              <a:gd name="T27" fmla="*/ 26 h 64"/>
              <a:gd name="T28" fmla="*/ 68 w 109"/>
              <a:gd name="T29" fmla="*/ 24 h 64"/>
              <a:gd name="T30" fmla="*/ 71 w 109"/>
              <a:gd name="T31" fmla="*/ 26 h 64"/>
              <a:gd name="T32" fmla="*/ 68 w 109"/>
              <a:gd name="T33" fmla="*/ 29 h 64"/>
              <a:gd name="T34" fmla="*/ 76 w 109"/>
              <a:gd name="T35" fmla="*/ 37 h 64"/>
              <a:gd name="T36" fmla="*/ 73 w 109"/>
              <a:gd name="T37" fmla="*/ 35 h 64"/>
              <a:gd name="T38" fmla="*/ 76 w 109"/>
              <a:gd name="T39" fmla="*/ 32 h 64"/>
              <a:gd name="T40" fmla="*/ 79 w 109"/>
              <a:gd name="T41" fmla="*/ 35 h 64"/>
              <a:gd name="T42" fmla="*/ 76 w 109"/>
              <a:gd name="T43" fmla="*/ 37 h 64"/>
              <a:gd name="T44" fmla="*/ 76 w 109"/>
              <a:gd name="T45" fmla="*/ 21 h 64"/>
              <a:gd name="T46" fmla="*/ 73 w 109"/>
              <a:gd name="T47" fmla="*/ 18 h 64"/>
              <a:gd name="T48" fmla="*/ 76 w 109"/>
              <a:gd name="T49" fmla="*/ 15 h 64"/>
              <a:gd name="T50" fmla="*/ 79 w 109"/>
              <a:gd name="T51" fmla="*/ 18 h 64"/>
              <a:gd name="T52" fmla="*/ 76 w 109"/>
              <a:gd name="T53" fmla="*/ 21 h 64"/>
              <a:gd name="T54" fmla="*/ 84 w 109"/>
              <a:gd name="T55" fmla="*/ 29 h 64"/>
              <a:gd name="T56" fmla="*/ 82 w 109"/>
              <a:gd name="T57" fmla="*/ 26 h 64"/>
              <a:gd name="T58" fmla="*/ 84 w 109"/>
              <a:gd name="T59" fmla="*/ 24 h 64"/>
              <a:gd name="T60" fmla="*/ 87 w 109"/>
              <a:gd name="T61" fmla="*/ 26 h 64"/>
              <a:gd name="T62" fmla="*/ 84 w 109"/>
              <a:gd name="T63" fmla="*/ 29 h 64"/>
              <a:gd name="T64" fmla="*/ 35 w 109"/>
              <a:gd name="T65" fmla="*/ 17 h 64"/>
              <a:gd name="T66" fmla="*/ 28 w 109"/>
              <a:gd name="T67" fmla="*/ 24 h 64"/>
              <a:gd name="T68" fmla="*/ 35 w 109"/>
              <a:gd name="T69" fmla="*/ 31 h 64"/>
              <a:gd name="T70" fmla="*/ 42 w 109"/>
              <a:gd name="T71" fmla="*/ 24 h 64"/>
              <a:gd name="T72" fmla="*/ 35 w 109"/>
              <a:gd name="T73" fmla="*/ 17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9" h="64">
                <a:moveTo>
                  <a:pt x="72" y="0"/>
                </a:moveTo>
                <a:cubicBezTo>
                  <a:pt x="68" y="0"/>
                  <a:pt x="61" y="6"/>
                  <a:pt x="54" y="6"/>
                </a:cubicBezTo>
                <a:cubicBezTo>
                  <a:pt x="48" y="6"/>
                  <a:pt x="40" y="0"/>
                  <a:pt x="37" y="0"/>
                </a:cubicBezTo>
                <a:cubicBezTo>
                  <a:pt x="13" y="0"/>
                  <a:pt x="0" y="64"/>
                  <a:pt x="17" y="64"/>
                </a:cubicBezTo>
                <a:cubicBezTo>
                  <a:pt x="32" y="64"/>
                  <a:pt x="34" y="45"/>
                  <a:pt x="54" y="45"/>
                </a:cubicBezTo>
                <a:cubicBezTo>
                  <a:pt x="71" y="45"/>
                  <a:pt x="80" y="63"/>
                  <a:pt x="91" y="63"/>
                </a:cubicBezTo>
                <a:cubicBezTo>
                  <a:pt x="109" y="63"/>
                  <a:pt x="96" y="0"/>
                  <a:pt x="72" y="0"/>
                </a:cubicBezTo>
                <a:close/>
                <a:moveTo>
                  <a:pt x="35" y="36"/>
                </a:moveTo>
                <a:cubicBezTo>
                  <a:pt x="28" y="36"/>
                  <a:pt x="23" y="30"/>
                  <a:pt x="23" y="24"/>
                </a:cubicBezTo>
                <a:cubicBezTo>
                  <a:pt x="23" y="17"/>
                  <a:pt x="28" y="11"/>
                  <a:pt x="35" y="11"/>
                </a:cubicBezTo>
                <a:cubicBezTo>
                  <a:pt x="42" y="11"/>
                  <a:pt x="47" y="17"/>
                  <a:pt x="47" y="24"/>
                </a:cubicBezTo>
                <a:cubicBezTo>
                  <a:pt x="47" y="30"/>
                  <a:pt x="42" y="36"/>
                  <a:pt x="35" y="36"/>
                </a:cubicBezTo>
                <a:close/>
                <a:moveTo>
                  <a:pt x="68" y="29"/>
                </a:moveTo>
                <a:cubicBezTo>
                  <a:pt x="66" y="29"/>
                  <a:pt x="65" y="28"/>
                  <a:pt x="65" y="26"/>
                </a:cubicBezTo>
                <a:cubicBezTo>
                  <a:pt x="65" y="25"/>
                  <a:pt x="66" y="24"/>
                  <a:pt x="68" y="24"/>
                </a:cubicBezTo>
                <a:cubicBezTo>
                  <a:pt x="69" y="24"/>
                  <a:pt x="71" y="25"/>
                  <a:pt x="71" y="26"/>
                </a:cubicBezTo>
                <a:cubicBezTo>
                  <a:pt x="71" y="28"/>
                  <a:pt x="69" y="29"/>
                  <a:pt x="68" y="29"/>
                </a:cubicBezTo>
                <a:close/>
                <a:moveTo>
                  <a:pt x="76" y="37"/>
                </a:moveTo>
                <a:cubicBezTo>
                  <a:pt x="75" y="37"/>
                  <a:pt x="73" y="36"/>
                  <a:pt x="73" y="35"/>
                </a:cubicBezTo>
                <a:cubicBezTo>
                  <a:pt x="73" y="33"/>
                  <a:pt x="75" y="32"/>
                  <a:pt x="76" y="32"/>
                </a:cubicBezTo>
                <a:cubicBezTo>
                  <a:pt x="78" y="32"/>
                  <a:pt x="79" y="33"/>
                  <a:pt x="79" y="35"/>
                </a:cubicBezTo>
                <a:cubicBezTo>
                  <a:pt x="79" y="36"/>
                  <a:pt x="78" y="37"/>
                  <a:pt x="76" y="37"/>
                </a:cubicBezTo>
                <a:close/>
                <a:moveTo>
                  <a:pt x="76" y="21"/>
                </a:moveTo>
                <a:cubicBezTo>
                  <a:pt x="75" y="21"/>
                  <a:pt x="73" y="20"/>
                  <a:pt x="73" y="18"/>
                </a:cubicBezTo>
                <a:cubicBezTo>
                  <a:pt x="73" y="17"/>
                  <a:pt x="75" y="15"/>
                  <a:pt x="76" y="15"/>
                </a:cubicBezTo>
                <a:cubicBezTo>
                  <a:pt x="78" y="15"/>
                  <a:pt x="79" y="17"/>
                  <a:pt x="79" y="18"/>
                </a:cubicBezTo>
                <a:cubicBezTo>
                  <a:pt x="79" y="20"/>
                  <a:pt x="78" y="21"/>
                  <a:pt x="76" y="21"/>
                </a:cubicBezTo>
                <a:close/>
                <a:moveTo>
                  <a:pt x="84" y="29"/>
                </a:moveTo>
                <a:cubicBezTo>
                  <a:pt x="83" y="29"/>
                  <a:pt x="82" y="28"/>
                  <a:pt x="82" y="26"/>
                </a:cubicBezTo>
                <a:cubicBezTo>
                  <a:pt x="82" y="25"/>
                  <a:pt x="83" y="24"/>
                  <a:pt x="84" y="24"/>
                </a:cubicBezTo>
                <a:cubicBezTo>
                  <a:pt x="86" y="24"/>
                  <a:pt x="87" y="25"/>
                  <a:pt x="87" y="26"/>
                </a:cubicBezTo>
                <a:cubicBezTo>
                  <a:pt x="87" y="28"/>
                  <a:pt x="86" y="29"/>
                  <a:pt x="84" y="29"/>
                </a:cubicBezTo>
                <a:close/>
                <a:moveTo>
                  <a:pt x="35" y="17"/>
                </a:moveTo>
                <a:cubicBezTo>
                  <a:pt x="31" y="17"/>
                  <a:pt x="28" y="20"/>
                  <a:pt x="28" y="24"/>
                </a:cubicBezTo>
                <a:cubicBezTo>
                  <a:pt x="28" y="27"/>
                  <a:pt x="31" y="31"/>
                  <a:pt x="35" y="31"/>
                </a:cubicBezTo>
                <a:cubicBezTo>
                  <a:pt x="39" y="31"/>
                  <a:pt x="42" y="27"/>
                  <a:pt x="42" y="24"/>
                </a:cubicBezTo>
                <a:cubicBezTo>
                  <a:pt x="42" y="20"/>
                  <a:pt x="39" y="17"/>
                  <a:pt x="35" y="17"/>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Tree>
    <p:extLst>
      <p:ext uri="{BB962C8B-B14F-4D97-AF65-F5344CB8AC3E}">
        <p14:creationId xmlns:p14="http://schemas.microsoft.com/office/powerpoint/2010/main" val="1862500834"/>
      </p:ext>
    </p:extLst>
  </p:cSld>
  <p:clrMapOvr>
    <a:masterClrMapping/>
  </p:clrMapOvr>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4957541" y="154691"/>
            <a:ext cx="270174" cy="224776"/>
            <a:chOff x="280988" y="153988"/>
            <a:chExt cx="387350" cy="322263"/>
          </a:xfrm>
          <a:solidFill>
            <a:srgbClr val="707E84"/>
          </a:solidFill>
        </p:grpSpPr>
        <p:sp>
          <p:nvSpPr>
            <p:cNvPr id="3" name="Oval 5"/>
            <p:cNvSpPr>
              <a:spLocks noChangeArrowheads="1"/>
            </p:cNvSpPr>
            <p:nvPr/>
          </p:nvSpPr>
          <p:spPr bwMode="auto">
            <a:xfrm>
              <a:off x="280988" y="153988"/>
              <a:ext cx="33338" cy="333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 name="Oval 6"/>
            <p:cNvSpPr>
              <a:spLocks noChangeArrowheads="1"/>
            </p:cNvSpPr>
            <p:nvPr/>
          </p:nvSpPr>
          <p:spPr bwMode="auto">
            <a:xfrm>
              <a:off x="280988" y="300038"/>
              <a:ext cx="33338" cy="317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 name="Oval 7"/>
            <p:cNvSpPr>
              <a:spLocks noChangeArrowheads="1"/>
            </p:cNvSpPr>
            <p:nvPr/>
          </p:nvSpPr>
          <p:spPr bwMode="auto">
            <a:xfrm>
              <a:off x="280988" y="444501"/>
              <a:ext cx="33338" cy="317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 name="Rectangle 8"/>
            <p:cNvSpPr>
              <a:spLocks noChangeArrowheads="1"/>
            </p:cNvSpPr>
            <p:nvPr/>
          </p:nvSpPr>
          <p:spPr bwMode="auto">
            <a:xfrm>
              <a:off x="360363" y="160338"/>
              <a:ext cx="307975"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 name="Rectangle 9"/>
            <p:cNvSpPr>
              <a:spLocks noChangeArrowheads="1"/>
            </p:cNvSpPr>
            <p:nvPr/>
          </p:nvSpPr>
          <p:spPr bwMode="auto">
            <a:xfrm>
              <a:off x="360363" y="306388"/>
              <a:ext cx="307975"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 name="Rectangle 10"/>
            <p:cNvSpPr>
              <a:spLocks noChangeArrowheads="1"/>
            </p:cNvSpPr>
            <p:nvPr/>
          </p:nvSpPr>
          <p:spPr bwMode="auto">
            <a:xfrm>
              <a:off x="360363" y="449263"/>
              <a:ext cx="307975"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9" name="组合 8"/>
          <p:cNvGrpSpPr/>
          <p:nvPr/>
        </p:nvGrpSpPr>
        <p:grpSpPr>
          <a:xfrm>
            <a:off x="5436593" y="124795"/>
            <a:ext cx="308929" cy="285676"/>
            <a:chOff x="1120775" y="111126"/>
            <a:chExt cx="442913" cy="409575"/>
          </a:xfrm>
          <a:solidFill>
            <a:srgbClr val="707E84"/>
          </a:solidFill>
        </p:grpSpPr>
        <p:sp>
          <p:nvSpPr>
            <p:cNvPr id="10" name="Freeform 11"/>
            <p:cNvSpPr>
              <a:spLocks noEditPoints="1"/>
            </p:cNvSpPr>
            <p:nvPr/>
          </p:nvSpPr>
          <p:spPr bwMode="auto">
            <a:xfrm>
              <a:off x="1120775" y="111126"/>
              <a:ext cx="442913" cy="409575"/>
            </a:xfrm>
            <a:custGeom>
              <a:avLst/>
              <a:gdLst>
                <a:gd name="T0" fmla="*/ 822 w 1032"/>
                <a:gd name="T1" fmla="*/ 954 h 954"/>
                <a:gd name="T2" fmla="*/ 210 w 1032"/>
                <a:gd name="T3" fmla="*/ 954 h 954"/>
                <a:gd name="T4" fmla="*/ 190 w 1032"/>
                <a:gd name="T5" fmla="*/ 934 h 954"/>
                <a:gd name="T6" fmla="*/ 190 w 1032"/>
                <a:gd name="T7" fmla="*/ 537 h 954"/>
                <a:gd name="T8" fmla="*/ 22 w 1032"/>
                <a:gd name="T9" fmla="*/ 537 h 954"/>
                <a:gd name="T10" fmla="*/ 4 w 1032"/>
                <a:gd name="T11" fmla="*/ 524 h 954"/>
                <a:gd name="T12" fmla="*/ 8 w 1032"/>
                <a:gd name="T13" fmla="*/ 503 h 954"/>
                <a:gd name="T14" fmla="*/ 502 w 1032"/>
                <a:gd name="T15" fmla="*/ 8 h 954"/>
                <a:gd name="T16" fmla="*/ 531 w 1032"/>
                <a:gd name="T17" fmla="*/ 8 h 954"/>
                <a:gd name="T18" fmla="*/ 1025 w 1032"/>
                <a:gd name="T19" fmla="*/ 503 h 954"/>
                <a:gd name="T20" fmla="*/ 1029 w 1032"/>
                <a:gd name="T21" fmla="*/ 524 h 954"/>
                <a:gd name="T22" fmla="*/ 1011 w 1032"/>
                <a:gd name="T23" fmla="*/ 537 h 954"/>
                <a:gd name="T24" fmla="*/ 843 w 1032"/>
                <a:gd name="T25" fmla="*/ 537 h 954"/>
                <a:gd name="T26" fmla="*/ 842 w 1032"/>
                <a:gd name="T27" fmla="*/ 642 h 954"/>
                <a:gd name="T28" fmla="*/ 842 w 1032"/>
                <a:gd name="T29" fmla="*/ 934 h 954"/>
                <a:gd name="T30" fmla="*/ 822 w 1032"/>
                <a:gd name="T31" fmla="*/ 954 h 954"/>
                <a:gd name="T32" fmla="*/ 230 w 1032"/>
                <a:gd name="T33" fmla="*/ 914 h 954"/>
                <a:gd name="T34" fmla="*/ 802 w 1032"/>
                <a:gd name="T35" fmla="*/ 914 h 954"/>
                <a:gd name="T36" fmla="*/ 802 w 1032"/>
                <a:gd name="T37" fmla="*/ 642 h 954"/>
                <a:gd name="T38" fmla="*/ 803 w 1032"/>
                <a:gd name="T39" fmla="*/ 517 h 954"/>
                <a:gd name="T40" fmla="*/ 823 w 1032"/>
                <a:gd name="T41" fmla="*/ 497 h 954"/>
                <a:gd name="T42" fmla="*/ 963 w 1032"/>
                <a:gd name="T43" fmla="*/ 497 h 954"/>
                <a:gd name="T44" fmla="*/ 516 w 1032"/>
                <a:gd name="T45" fmla="*/ 51 h 954"/>
                <a:gd name="T46" fmla="*/ 70 w 1032"/>
                <a:gd name="T47" fmla="*/ 497 h 954"/>
                <a:gd name="T48" fmla="*/ 210 w 1032"/>
                <a:gd name="T49" fmla="*/ 497 h 954"/>
                <a:gd name="T50" fmla="*/ 225 w 1032"/>
                <a:gd name="T51" fmla="*/ 503 h 954"/>
                <a:gd name="T52" fmla="*/ 230 w 1032"/>
                <a:gd name="T53" fmla="*/ 517 h 954"/>
                <a:gd name="T54" fmla="*/ 230 w 1032"/>
                <a:gd name="T55" fmla="*/ 542 h 954"/>
                <a:gd name="T56" fmla="*/ 230 w 1032"/>
                <a:gd name="T57" fmla="*/ 914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32" h="954">
                  <a:moveTo>
                    <a:pt x="822" y="954"/>
                  </a:moveTo>
                  <a:cubicBezTo>
                    <a:pt x="210" y="954"/>
                    <a:pt x="210" y="954"/>
                    <a:pt x="210" y="954"/>
                  </a:cubicBezTo>
                  <a:cubicBezTo>
                    <a:pt x="199" y="954"/>
                    <a:pt x="190" y="945"/>
                    <a:pt x="190" y="934"/>
                  </a:cubicBezTo>
                  <a:cubicBezTo>
                    <a:pt x="190" y="537"/>
                    <a:pt x="190" y="537"/>
                    <a:pt x="190" y="537"/>
                  </a:cubicBezTo>
                  <a:cubicBezTo>
                    <a:pt x="22" y="537"/>
                    <a:pt x="22" y="537"/>
                    <a:pt x="22" y="537"/>
                  </a:cubicBezTo>
                  <a:cubicBezTo>
                    <a:pt x="14" y="537"/>
                    <a:pt x="7" y="532"/>
                    <a:pt x="4" y="524"/>
                  </a:cubicBezTo>
                  <a:cubicBezTo>
                    <a:pt x="0" y="517"/>
                    <a:pt x="2" y="508"/>
                    <a:pt x="8" y="503"/>
                  </a:cubicBezTo>
                  <a:cubicBezTo>
                    <a:pt x="502" y="8"/>
                    <a:pt x="502" y="8"/>
                    <a:pt x="502" y="8"/>
                  </a:cubicBezTo>
                  <a:cubicBezTo>
                    <a:pt x="510" y="0"/>
                    <a:pt x="523" y="0"/>
                    <a:pt x="531" y="8"/>
                  </a:cubicBezTo>
                  <a:cubicBezTo>
                    <a:pt x="1025" y="503"/>
                    <a:pt x="1025" y="503"/>
                    <a:pt x="1025" y="503"/>
                  </a:cubicBezTo>
                  <a:cubicBezTo>
                    <a:pt x="1031" y="508"/>
                    <a:pt x="1032" y="517"/>
                    <a:pt x="1029" y="524"/>
                  </a:cubicBezTo>
                  <a:cubicBezTo>
                    <a:pt x="1026" y="532"/>
                    <a:pt x="1019" y="537"/>
                    <a:pt x="1011" y="537"/>
                  </a:cubicBezTo>
                  <a:cubicBezTo>
                    <a:pt x="843" y="537"/>
                    <a:pt x="843" y="537"/>
                    <a:pt x="843" y="537"/>
                  </a:cubicBezTo>
                  <a:cubicBezTo>
                    <a:pt x="842" y="642"/>
                    <a:pt x="842" y="642"/>
                    <a:pt x="842" y="642"/>
                  </a:cubicBezTo>
                  <a:cubicBezTo>
                    <a:pt x="842" y="934"/>
                    <a:pt x="842" y="934"/>
                    <a:pt x="842" y="934"/>
                  </a:cubicBezTo>
                  <a:cubicBezTo>
                    <a:pt x="842" y="945"/>
                    <a:pt x="833" y="954"/>
                    <a:pt x="822" y="954"/>
                  </a:cubicBezTo>
                  <a:close/>
                  <a:moveTo>
                    <a:pt x="230" y="914"/>
                  </a:moveTo>
                  <a:cubicBezTo>
                    <a:pt x="802" y="914"/>
                    <a:pt x="802" y="914"/>
                    <a:pt x="802" y="914"/>
                  </a:cubicBezTo>
                  <a:cubicBezTo>
                    <a:pt x="802" y="642"/>
                    <a:pt x="802" y="642"/>
                    <a:pt x="802" y="642"/>
                  </a:cubicBezTo>
                  <a:cubicBezTo>
                    <a:pt x="803" y="517"/>
                    <a:pt x="803" y="517"/>
                    <a:pt x="803" y="517"/>
                  </a:cubicBezTo>
                  <a:cubicBezTo>
                    <a:pt x="803" y="506"/>
                    <a:pt x="812" y="497"/>
                    <a:pt x="823" y="497"/>
                  </a:cubicBezTo>
                  <a:cubicBezTo>
                    <a:pt x="963" y="497"/>
                    <a:pt x="963" y="497"/>
                    <a:pt x="963" y="497"/>
                  </a:cubicBezTo>
                  <a:cubicBezTo>
                    <a:pt x="516" y="51"/>
                    <a:pt x="516" y="51"/>
                    <a:pt x="516" y="51"/>
                  </a:cubicBezTo>
                  <a:cubicBezTo>
                    <a:pt x="70" y="497"/>
                    <a:pt x="70" y="497"/>
                    <a:pt x="70" y="497"/>
                  </a:cubicBezTo>
                  <a:cubicBezTo>
                    <a:pt x="210" y="497"/>
                    <a:pt x="210" y="497"/>
                    <a:pt x="210" y="497"/>
                  </a:cubicBezTo>
                  <a:cubicBezTo>
                    <a:pt x="216" y="497"/>
                    <a:pt x="221" y="499"/>
                    <a:pt x="225" y="503"/>
                  </a:cubicBezTo>
                  <a:cubicBezTo>
                    <a:pt x="228" y="506"/>
                    <a:pt x="230" y="512"/>
                    <a:pt x="230" y="517"/>
                  </a:cubicBezTo>
                  <a:cubicBezTo>
                    <a:pt x="230" y="542"/>
                    <a:pt x="230" y="542"/>
                    <a:pt x="230" y="542"/>
                  </a:cubicBezTo>
                  <a:lnTo>
                    <a:pt x="230" y="9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 name="Freeform 12"/>
            <p:cNvSpPr>
              <a:spLocks/>
            </p:cNvSpPr>
            <p:nvPr/>
          </p:nvSpPr>
          <p:spPr bwMode="auto">
            <a:xfrm>
              <a:off x="1273175" y="363538"/>
              <a:ext cx="138113" cy="119063"/>
            </a:xfrm>
            <a:custGeom>
              <a:avLst/>
              <a:gdLst>
                <a:gd name="T0" fmla="*/ 319 w 319"/>
                <a:gd name="T1" fmla="*/ 279 h 279"/>
                <a:gd name="T2" fmla="*/ 279 w 319"/>
                <a:gd name="T3" fmla="*/ 279 h 279"/>
                <a:gd name="T4" fmla="*/ 279 w 319"/>
                <a:gd name="T5" fmla="*/ 40 h 279"/>
                <a:gd name="T6" fmla="*/ 40 w 319"/>
                <a:gd name="T7" fmla="*/ 40 h 279"/>
                <a:gd name="T8" fmla="*/ 40 w 319"/>
                <a:gd name="T9" fmla="*/ 279 h 279"/>
                <a:gd name="T10" fmla="*/ 0 w 319"/>
                <a:gd name="T11" fmla="*/ 279 h 279"/>
                <a:gd name="T12" fmla="*/ 0 w 319"/>
                <a:gd name="T13" fmla="*/ 20 h 279"/>
                <a:gd name="T14" fmla="*/ 20 w 319"/>
                <a:gd name="T15" fmla="*/ 0 h 279"/>
                <a:gd name="T16" fmla="*/ 299 w 319"/>
                <a:gd name="T17" fmla="*/ 0 h 279"/>
                <a:gd name="T18" fmla="*/ 319 w 319"/>
                <a:gd name="T19" fmla="*/ 20 h 279"/>
                <a:gd name="T20" fmla="*/ 319 w 319"/>
                <a:gd name="T21" fmla="*/ 279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9" h="279">
                  <a:moveTo>
                    <a:pt x="319" y="279"/>
                  </a:moveTo>
                  <a:cubicBezTo>
                    <a:pt x="279" y="279"/>
                    <a:pt x="279" y="279"/>
                    <a:pt x="279" y="279"/>
                  </a:cubicBezTo>
                  <a:cubicBezTo>
                    <a:pt x="279" y="40"/>
                    <a:pt x="279" y="40"/>
                    <a:pt x="279" y="40"/>
                  </a:cubicBezTo>
                  <a:cubicBezTo>
                    <a:pt x="40" y="40"/>
                    <a:pt x="40" y="40"/>
                    <a:pt x="40" y="40"/>
                  </a:cubicBezTo>
                  <a:cubicBezTo>
                    <a:pt x="40" y="279"/>
                    <a:pt x="40" y="279"/>
                    <a:pt x="40" y="279"/>
                  </a:cubicBezTo>
                  <a:cubicBezTo>
                    <a:pt x="0" y="279"/>
                    <a:pt x="0" y="279"/>
                    <a:pt x="0" y="279"/>
                  </a:cubicBezTo>
                  <a:cubicBezTo>
                    <a:pt x="0" y="20"/>
                    <a:pt x="0" y="20"/>
                    <a:pt x="0" y="20"/>
                  </a:cubicBezTo>
                  <a:cubicBezTo>
                    <a:pt x="0" y="9"/>
                    <a:pt x="9" y="0"/>
                    <a:pt x="20" y="0"/>
                  </a:cubicBezTo>
                  <a:cubicBezTo>
                    <a:pt x="299" y="0"/>
                    <a:pt x="299" y="0"/>
                    <a:pt x="299" y="0"/>
                  </a:cubicBezTo>
                  <a:cubicBezTo>
                    <a:pt x="310" y="0"/>
                    <a:pt x="319" y="9"/>
                    <a:pt x="319" y="20"/>
                  </a:cubicBezTo>
                  <a:lnTo>
                    <a:pt x="319" y="2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2" name="组合 11"/>
          <p:cNvGrpSpPr/>
          <p:nvPr/>
        </p:nvGrpSpPr>
        <p:grpSpPr>
          <a:xfrm>
            <a:off x="5954400" y="132546"/>
            <a:ext cx="288998" cy="270174"/>
            <a:chOff x="2014538" y="122238"/>
            <a:chExt cx="414338" cy="387350"/>
          </a:xfrm>
          <a:solidFill>
            <a:srgbClr val="707E84"/>
          </a:solidFill>
        </p:grpSpPr>
        <p:sp>
          <p:nvSpPr>
            <p:cNvPr id="13" name="Oval 13"/>
            <p:cNvSpPr>
              <a:spLocks noChangeArrowheads="1"/>
            </p:cNvSpPr>
            <p:nvPr/>
          </p:nvSpPr>
          <p:spPr bwMode="auto">
            <a:xfrm>
              <a:off x="2301875" y="269876"/>
              <a:ext cx="44450"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 name="Oval 14"/>
            <p:cNvSpPr>
              <a:spLocks noChangeArrowheads="1"/>
            </p:cNvSpPr>
            <p:nvPr/>
          </p:nvSpPr>
          <p:spPr bwMode="auto">
            <a:xfrm>
              <a:off x="2200275" y="269876"/>
              <a:ext cx="44450"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 name="Oval 15"/>
            <p:cNvSpPr>
              <a:spLocks noChangeArrowheads="1"/>
            </p:cNvSpPr>
            <p:nvPr/>
          </p:nvSpPr>
          <p:spPr bwMode="auto">
            <a:xfrm>
              <a:off x="2097088" y="269876"/>
              <a:ext cx="46038"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 name="Freeform 19"/>
            <p:cNvSpPr>
              <a:spLocks noEditPoints="1"/>
            </p:cNvSpPr>
            <p:nvPr/>
          </p:nvSpPr>
          <p:spPr bwMode="auto">
            <a:xfrm>
              <a:off x="2014538" y="122238"/>
              <a:ext cx="414338" cy="387350"/>
            </a:xfrm>
            <a:custGeom>
              <a:avLst/>
              <a:gdLst>
                <a:gd name="T0" fmla="*/ 209 w 967"/>
                <a:gd name="T1" fmla="*/ 904 h 904"/>
                <a:gd name="T2" fmla="*/ 196 w 967"/>
                <a:gd name="T3" fmla="*/ 899 h 904"/>
                <a:gd name="T4" fmla="*/ 190 w 967"/>
                <a:gd name="T5" fmla="*/ 879 h 904"/>
                <a:gd name="T6" fmla="*/ 223 w 967"/>
                <a:gd name="T7" fmla="*/ 758 h 904"/>
                <a:gd name="T8" fmla="*/ 99 w 967"/>
                <a:gd name="T9" fmla="*/ 758 h 904"/>
                <a:gd name="T10" fmla="*/ 0 w 967"/>
                <a:gd name="T11" fmla="*/ 660 h 904"/>
                <a:gd name="T12" fmla="*/ 0 w 967"/>
                <a:gd name="T13" fmla="*/ 99 h 904"/>
                <a:gd name="T14" fmla="*/ 99 w 967"/>
                <a:gd name="T15" fmla="*/ 0 h 904"/>
                <a:gd name="T16" fmla="*/ 868 w 967"/>
                <a:gd name="T17" fmla="*/ 0 h 904"/>
                <a:gd name="T18" fmla="*/ 967 w 967"/>
                <a:gd name="T19" fmla="*/ 99 h 904"/>
                <a:gd name="T20" fmla="*/ 967 w 967"/>
                <a:gd name="T21" fmla="*/ 660 h 904"/>
                <a:gd name="T22" fmla="*/ 868 w 967"/>
                <a:gd name="T23" fmla="*/ 758 h 904"/>
                <a:gd name="T24" fmla="*/ 515 w 967"/>
                <a:gd name="T25" fmla="*/ 758 h 904"/>
                <a:gd name="T26" fmla="*/ 404 w 967"/>
                <a:gd name="T27" fmla="*/ 812 h 904"/>
                <a:gd name="T28" fmla="*/ 217 w 967"/>
                <a:gd name="T29" fmla="*/ 902 h 904"/>
                <a:gd name="T30" fmla="*/ 209 w 967"/>
                <a:gd name="T31" fmla="*/ 904 h 904"/>
                <a:gd name="T32" fmla="*/ 99 w 967"/>
                <a:gd name="T33" fmla="*/ 40 h 904"/>
                <a:gd name="T34" fmla="*/ 40 w 967"/>
                <a:gd name="T35" fmla="*/ 99 h 904"/>
                <a:gd name="T36" fmla="*/ 40 w 967"/>
                <a:gd name="T37" fmla="*/ 660 h 904"/>
                <a:gd name="T38" fmla="*/ 99 w 967"/>
                <a:gd name="T39" fmla="*/ 718 h 904"/>
                <a:gd name="T40" fmla="*/ 249 w 967"/>
                <a:gd name="T41" fmla="*/ 718 h 904"/>
                <a:gd name="T42" fmla="*/ 265 w 967"/>
                <a:gd name="T43" fmla="*/ 726 h 904"/>
                <a:gd name="T44" fmla="*/ 269 w 967"/>
                <a:gd name="T45" fmla="*/ 744 h 904"/>
                <a:gd name="T46" fmla="*/ 240 w 967"/>
                <a:gd name="T47" fmla="*/ 847 h 904"/>
                <a:gd name="T48" fmla="*/ 386 w 967"/>
                <a:gd name="T49" fmla="*/ 776 h 904"/>
                <a:gd name="T50" fmla="*/ 502 w 967"/>
                <a:gd name="T51" fmla="*/ 720 h 904"/>
                <a:gd name="T52" fmla="*/ 510 w 967"/>
                <a:gd name="T53" fmla="*/ 718 h 904"/>
                <a:gd name="T54" fmla="*/ 868 w 967"/>
                <a:gd name="T55" fmla="*/ 718 h 904"/>
                <a:gd name="T56" fmla="*/ 927 w 967"/>
                <a:gd name="T57" fmla="*/ 660 h 904"/>
                <a:gd name="T58" fmla="*/ 927 w 967"/>
                <a:gd name="T59" fmla="*/ 99 h 904"/>
                <a:gd name="T60" fmla="*/ 868 w 967"/>
                <a:gd name="T61" fmla="*/ 40 h 904"/>
                <a:gd name="T62" fmla="*/ 99 w 967"/>
                <a:gd name="T63" fmla="*/ 40 h 9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7" h="904">
                  <a:moveTo>
                    <a:pt x="209" y="904"/>
                  </a:moveTo>
                  <a:cubicBezTo>
                    <a:pt x="204" y="904"/>
                    <a:pt x="200" y="902"/>
                    <a:pt x="196" y="899"/>
                  </a:cubicBezTo>
                  <a:cubicBezTo>
                    <a:pt x="190" y="894"/>
                    <a:pt x="188" y="886"/>
                    <a:pt x="190" y="879"/>
                  </a:cubicBezTo>
                  <a:cubicBezTo>
                    <a:pt x="223" y="758"/>
                    <a:pt x="223" y="758"/>
                    <a:pt x="223" y="758"/>
                  </a:cubicBezTo>
                  <a:cubicBezTo>
                    <a:pt x="99" y="758"/>
                    <a:pt x="99" y="758"/>
                    <a:pt x="99" y="758"/>
                  </a:cubicBezTo>
                  <a:cubicBezTo>
                    <a:pt x="44" y="758"/>
                    <a:pt x="0" y="714"/>
                    <a:pt x="0" y="660"/>
                  </a:cubicBezTo>
                  <a:cubicBezTo>
                    <a:pt x="0" y="99"/>
                    <a:pt x="0" y="99"/>
                    <a:pt x="0" y="99"/>
                  </a:cubicBezTo>
                  <a:cubicBezTo>
                    <a:pt x="0" y="44"/>
                    <a:pt x="44" y="0"/>
                    <a:pt x="99" y="0"/>
                  </a:cubicBezTo>
                  <a:cubicBezTo>
                    <a:pt x="868" y="0"/>
                    <a:pt x="868" y="0"/>
                    <a:pt x="868" y="0"/>
                  </a:cubicBezTo>
                  <a:cubicBezTo>
                    <a:pt x="923" y="0"/>
                    <a:pt x="967" y="44"/>
                    <a:pt x="967" y="99"/>
                  </a:cubicBezTo>
                  <a:cubicBezTo>
                    <a:pt x="967" y="660"/>
                    <a:pt x="967" y="660"/>
                    <a:pt x="967" y="660"/>
                  </a:cubicBezTo>
                  <a:cubicBezTo>
                    <a:pt x="967" y="714"/>
                    <a:pt x="923" y="758"/>
                    <a:pt x="868" y="758"/>
                  </a:cubicBezTo>
                  <a:cubicBezTo>
                    <a:pt x="515" y="758"/>
                    <a:pt x="515" y="758"/>
                    <a:pt x="515" y="758"/>
                  </a:cubicBezTo>
                  <a:cubicBezTo>
                    <a:pt x="489" y="770"/>
                    <a:pt x="449" y="790"/>
                    <a:pt x="404" y="812"/>
                  </a:cubicBezTo>
                  <a:cubicBezTo>
                    <a:pt x="341" y="843"/>
                    <a:pt x="270" y="878"/>
                    <a:pt x="217" y="902"/>
                  </a:cubicBezTo>
                  <a:cubicBezTo>
                    <a:pt x="215" y="903"/>
                    <a:pt x="212" y="904"/>
                    <a:pt x="209" y="904"/>
                  </a:cubicBezTo>
                  <a:close/>
                  <a:moveTo>
                    <a:pt x="99" y="40"/>
                  </a:moveTo>
                  <a:cubicBezTo>
                    <a:pt x="66" y="40"/>
                    <a:pt x="40" y="66"/>
                    <a:pt x="40" y="99"/>
                  </a:cubicBezTo>
                  <a:cubicBezTo>
                    <a:pt x="40" y="660"/>
                    <a:pt x="40" y="660"/>
                    <a:pt x="40" y="660"/>
                  </a:cubicBezTo>
                  <a:cubicBezTo>
                    <a:pt x="40" y="692"/>
                    <a:pt x="66" y="718"/>
                    <a:pt x="99" y="718"/>
                  </a:cubicBezTo>
                  <a:cubicBezTo>
                    <a:pt x="249" y="718"/>
                    <a:pt x="249" y="718"/>
                    <a:pt x="249" y="718"/>
                  </a:cubicBezTo>
                  <a:cubicBezTo>
                    <a:pt x="256" y="718"/>
                    <a:pt x="261" y="721"/>
                    <a:pt x="265" y="726"/>
                  </a:cubicBezTo>
                  <a:cubicBezTo>
                    <a:pt x="269" y="731"/>
                    <a:pt x="270" y="738"/>
                    <a:pt x="269" y="744"/>
                  </a:cubicBezTo>
                  <a:cubicBezTo>
                    <a:pt x="240" y="847"/>
                    <a:pt x="240" y="847"/>
                    <a:pt x="240" y="847"/>
                  </a:cubicBezTo>
                  <a:cubicBezTo>
                    <a:pt x="285" y="826"/>
                    <a:pt x="338" y="800"/>
                    <a:pt x="386" y="776"/>
                  </a:cubicBezTo>
                  <a:cubicBezTo>
                    <a:pt x="434" y="753"/>
                    <a:pt x="476" y="732"/>
                    <a:pt x="502" y="720"/>
                  </a:cubicBezTo>
                  <a:cubicBezTo>
                    <a:pt x="505" y="719"/>
                    <a:pt x="508" y="718"/>
                    <a:pt x="510" y="718"/>
                  </a:cubicBezTo>
                  <a:cubicBezTo>
                    <a:pt x="868" y="718"/>
                    <a:pt x="868" y="718"/>
                    <a:pt x="868" y="718"/>
                  </a:cubicBezTo>
                  <a:cubicBezTo>
                    <a:pt x="900" y="718"/>
                    <a:pt x="927" y="692"/>
                    <a:pt x="927" y="660"/>
                  </a:cubicBezTo>
                  <a:cubicBezTo>
                    <a:pt x="927" y="99"/>
                    <a:pt x="927" y="99"/>
                    <a:pt x="927" y="99"/>
                  </a:cubicBezTo>
                  <a:cubicBezTo>
                    <a:pt x="927" y="66"/>
                    <a:pt x="900" y="40"/>
                    <a:pt x="868" y="40"/>
                  </a:cubicBezTo>
                  <a:lnTo>
                    <a:pt x="99"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7" name="组合 16"/>
          <p:cNvGrpSpPr/>
          <p:nvPr/>
        </p:nvGrpSpPr>
        <p:grpSpPr>
          <a:xfrm>
            <a:off x="6452276" y="132546"/>
            <a:ext cx="214811" cy="286784"/>
            <a:chOff x="2946400" y="122238"/>
            <a:chExt cx="307975" cy="411163"/>
          </a:xfrm>
          <a:solidFill>
            <a:srgbClr val="707E84"/>
          </a:solidFill>
        </p:grpSpPr>
        <p:sp>
          <p:nvSpPr>
            <p:cNvPr id="18" name="Rectangle 20"/>
            <p:cNvSpPr>
              <a:spLocks noChangeArrowheads="1"/>
            </p:cNvSpPr>
            <p:nvPr/>
          </p:nvSpPr>
          <p:spPr bwMode="auto">
            <a:xfrm>
              <a:off x="3090863" y="487363"/>
              <a:ext cx="17463" cy="460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 name="Freeform 21"/>
            <p:cNvSpPr>
              <a:spLocks noEditPoints="1"/>
            </p:cNvSpPr>
            <p:nvPr/>
          </p:nvSpPr>
          <p:spPr bwMode="auto">
            <a:xfrm>
              <a:off x="2994025" y="122238"/>
              <a:ext cx="212725" cy="322263"/>
            </a:xfrm>
            <a:custGeom>
              <a:avLst/>
              <a:gdLst>
                <a:gd name="T0" fmla="*/ 253 w 493"/>
                <a:gd name="T1" fmla="*/ 751 h 751"/>
                <a:gd name="T2" fmla="*/ 240 w 493"/>
                <a:gd name="T3" fmla="*/ 751 h 751"/>
                <a:gd name="T4" fmla="*/ 0 w 493"/>
                <a:gd name="T5" fmla="*/ 511 h 751"/>
                <a:gd name="T6" fmla="*/ 0 w 493"/>
                <a:gd name="T7" fmla="*/ 240 h 751"/>
                <a:gd name="T8" fmla="*/ 240 w 493"/>
                <a:gd name="T9" fmla="*/ 0 h 751"/>
                <a:gd name="T10" fmla="*/ 253 w 493"/>
                <a:gd name="T11" fmla="*/ 0 h 751"/>
                <a:gd name="T12" fmla="*/ 493 w 493"/>
                <a:gd name="T13" fmla="*/ 240 h 751"/>
                <a:gd name="T14" fmla="*/ 493 w 493"/>
                <a:gd name="T15" fmla="*/ 511 h 751"/>
                <a:gd name="T16" fmla="*/ 253 w 493"/>
                <a:gd name="T17" fmla="*/ 751 h 751"/>
                <a:gd name="T18" fmla="*/ 240 w 493"/>
                <a:gd name="T19" fmla="*/ 40 h 751"/>
                <a:gd name="T20" fmla="*/ 40 w 493"/>
                <a:gd name="T21" fmla="*/ 240 h 751"/>
                <a:gd name="T22" fmla="*/ 40 w 493"/>
                <a:gd name="T23" fmla="*/ 511 h 751"/>
                <a:gd name="T24" fmla="*/ 240 w 493"/>
                <a:gd name="T25" fmla="*/ 711 h 751"/>
                <a:gd name="T26" fmla="*/ 253 w 493"/>
                <a:gd name="T27" fmla="*/ 711 h 751"/>
                <a:gd name="T28" fmla="*/ 453 w 493"/>
                <a:gd name="T29" fmla="*/ 511 h 751"/>
                <a:gd name="T30" fmla="*/ 453 w 493"/>
                <a:gd name="T31" fmla="*/ 240 h 751"/>
                <a:gd name="T32" fmla="*/ 253 w 493"/>
                <a:gd name="T33" fmla="*/ 40 h 751"/>
                <a:gd name="T34" fmla="*/ 240 w 493"/>
                <a:gd name="T35" fmla="*/ 40 h 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93" h="751">
                  <a:moveTo>
                    <a:pt x="253" y="751"/>
                  </a:moveTo>
                  <a:cubicBezTo>
                    <a:pt x="240" y="751"/>
                    <a:pt x="240" y="751"/>
                    <a:pt x="240" y="751"/>
                  </a:cubicBezTo>
                  <a:cubicBezTo>
                    <a:pt x="108" y="751"/>
                    <a:pt x="0" y="644"/>
                    <a:pt x="0" y="511"/>
                  </a:cubicBezTo>
                  <a:cubicBezTo>
                    <a:pt x="0" y="240"/>
                    <a:pt x="0" y="240"/>
                    <a:pt x="0" y="240"/>
                  </a:cubicBezTo>
                  <a:cubicBezTo>
                    <a:pt x="0" y="108"/>
                    <a:pt x="108" y="0"/>
                    <a:pt x="240" y="0"/>
                  </a:cubicBezTo>
                  <a:cubicBezTo>
                    <a:pt x="253" y="0"/>
                    <a:pt x="253" y="0"/>
                    <a:pt x="253" y="0"/>
                  </a:cubicBezTo>
                  <a:cubicBezTo>
                    <a:pt x="385" y="0"/>
                    <a:pt x="493" y="108"/>
                    <a:pt x="493" y="240"/>
                  </a:cubicBezTo>
                  <a:cubicBezTo>
                    <a:pt x="493" y="511"/>
                    <a:pt x="493" y="511"/>
                    <a:pt x="493" y="511"/>
                  </a:cubicBezTo>
                  <a:cubicBezTo>
                    <a:pt x="493" y="644"/>
                    <a:pt x="385" y="751"/>
                    <a:pt x="253" y="751"/>
                  </a:cubicBezTo>
                  <a:close/>
                  <a:moveTo>
                    <a:pt x="240" y="40"/>
                  </a:moveTo>
                  <a:cubicBezTo>
                    <a:pt x="130" y="40"/>
                    <a:pt x="40" y="130"/>
                    <a:pt x="40" y="240"/>
                  </a:cubicBezTo>
                  <a:cubicBezTo>
                    <a:pt x="40" y="511"/>
                    <a:pt x="40" y="511"/>
                    <a:pt x="40" y="511"/>
                  </a:cubicBezTo>
                  <a:cubicBezTo>
                    <a:pt x="40" y="622"/>
                    <a:pt x="130" y="711"/>
                    <a:pt x="240" y="711"/>
                  </a:cubicBezTo>
                  <a:cubicBezTo>
                    <a:pt x="253" y="711"/>
                    <a:pt x="253" y="711"/>
                    <a:pt x="253" y="711"/>
                  </a:cubicBezTo>
                  <a:cubicBezTo>
                    <a:pt x="363" y="711"/>
                    <a:pt x="453" y="622"/>
                    <a:pt x="453" y="511"/>
                  </a:cubicBezTo>
                  <a:cubicBezTo>
                    <a:pt x="453" y="240"/>
                    <a:pt x="453" y="240"/>
                    <a:pt x="453" y="240"/>
                  </a:cubicBezTo>
                  <a:cubicBezTo>
                    <a:pt x="453" y="130"/>
                    <a:pt x="363" y="40"/>
                    <a:pt x="253" y="40"/>
                  </a:cubicBezTo>
                  <a:lnTo>
                    <a:pt x="240"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 name="Freeform 22"/>
            <p:cNvSpPr>
              <a:spLocks/>
            </p:cNvSpPr>
            <p:nvPr/>
          </p:nvSpPr>
          <p:spPr bwMode="auto">
            <a:xfrm>
              <a:off x="2946400" y="315913"/>
              <a:ext cx="307975" cy="177800"/>
            </a:xfrm>
            <a:custGeom>
              <a:avLst/>
              <a:gdLst>
                <a:gd name="T0" fmla="*/ 366 w 720"/>
                <a:gd name="T1" fmla="*/ 415 h 415"/>
                <a:gd name="T2" fmla="*/ 353 w 720"/>
                <a:gd name="T3" fmla="*/ 415 h 415"/>
                <a:gd name="T4" fmla="*/ 0 w 720"/>
                <a:gd name="T5" fmla="*/ 79 h 415"/>
                <a:gd name="T6" fmla="*/ 0 w 720"/>
                <a:gd name="T7" fmla="*/ 0 h 415"/>
                <a:gd name="T8" fmla="*/ 40 w 720"/>
                <a:gd name="T9" fmla="*/ 0 h 415"/>
                <a:gd name="T10" fmla="*/ 40 w 720"/>
                <a:gd name="T11" fmla="*/ 79 h 415"/>
                <a:gd name="T12" fmla="*/ 353 w 720"/>
                <a:gd name="T13" fmla="*/ 375 h 415"/>
                <a:gd name="T14" fmla="*/ 366 w 720"/>
                <a:gd name="T15" fmla="*/ 375 h 415"/>
                <a:gd name="T16" fmla="*/ 680 w 720"/>
                <a:gd name="T17" fmla="*/ 79 h 415"/>
                <a:gd name="T18" fmla="*/ 680 w 720"/>
                <a:gd name="T19" fmla="*/ 0 h 415"/>
                <a:gd name="T20" fmla="*/ 720 w 720"/>
                <a:gd name="T21" fmla="*/ 0 h 415"/>
                <a:gd name="T22" fmla="*/ 720 w 720"/>
                <a:gd name="T23" fmla="*/ 79 h 415"/>
                <a:gd name="T24" fmla="*/ 366 w 720"/>
                <a:gd name="T25" fmla="*/ 415 h 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0" h="415">
                  <a:moveTo>
                    <a:pt x="366" y="415"/>
                  </a:moveTo>
                  <a:cubicBezTo>
                    <a:pt x="353" y="415"/>
                    <a:pt x="353" y="415"/>
                    <a:pt x="353" y="415"/>
                  </a:cubicBezTo>
                  <a:cubicBezTo>
                    <a:pt x="158" y="415"/>
                    <a:pt x="0" y="264"/>
                    <a:pt x="0" y="79"/>
                  </a:cubicBezTo>
                  <a:cubicBezTo>
                    <a:pt x="0" y="0"/>
                    <a:pt x="0" y="0"/>
                    <a:pt x="0" y="0"/>
                  </a:cubicBezTo>
                  <a:cubicBezTo>
                    <a:pt x="40" y="0"/>
                    <a:pt x="40" y="0"/>
                    <a:pt x="40" y="0"/>
                  </a:cubicBezTo>
                  <a:cubicBezTo>
                    <a:pt x="40" y="79"/>
                    <a:pt x="40" y="79"/>
                    <a:pt x="40" y="79"/>
                  </a:cubicBezTo>
                  <a:cubicBezTo>
                    <a:pt x="40" y="242"/>
                    <a:pt x="180" y="375"/>
                    <a:pt x="353" y="375"/>
                  </a:cubicBezTo>
                  <a:cubicBezTo>
                    <a:pt x="366" y="375"/>
                    <a:pt x="366" y="375"/>
                    <a:pt x="366" y="375"/>
                  </a:cubicBezTo>
                  <a:cubicBezTo>
                    <a:pt x="539" y="375"/>
                    <a:pt x="680" y="242"/>
                    <a:pt x="680" y="79"/>
                  </a:cubicBezTo>
                  <a:cubicBezTo>
                    <a:pt x="680" y="0"/>
                    <a:pt x="680" y="0"/>
                    <a:pt x="680" y="0"/>
                  </a:cubicBezTo>
                  <a:cubicBezTo>
                    <a:pt x="720" y="0"/>
                    <a:pt x="720" y="0"/>
                    <a:pt x="720" y="0"/>
                  </a:cubicBezTo>
                  <a:cubicBezTo>
                    <a:pt x="720" y="79"/>
                    <a:pt x="720" y="79"/>
                    <a:pt x="720" y="79"/>
                  </a:cubicBezTo>
                  <a:cubicBezTo>
                    <a:pt x="720" y="264"/>
                    <a:pt x="561" y="415"/>
                    <a:pt x="366" y="4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 name="Rectangle 23"/>
            <p:cNvSpPr>
              <a:spLocks noChangeArrowheads="1"/>
            </p:cNvSpPr>
            <p:nvPr/>
          </p:nvSpPr>
          <p:spPr bwMode="auto">
            <a:xfrm>
              <a:off x="3062288" y="217488"/>
              <a:ext cx="79375"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 name="Rectangle 24"/>
            <p:cNvSpPr>
              <a:spLocks noChangeArrowheads="1"/>
            </p:cNvSpPr>
            <p:nvPr/>
          </p:nvSpPr>
          <p:spPr bwMode="auto">
            <a:xfrm>
              <a:off x="3062288" y="276226"/>
              <a:ext cx="79375"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 name="Rectangle 25"/>
            <p:cNvSpPr>
              <a:spLocks noChangeArrowheads="1"/>
            </p:cNvSpPr>
            <p:nvPr/>
          </p:nvSpPr>
          <p:spPr bwMode="auto">
            <a:xfrm>
              <a:off x="3062288" y="334963"/>
              <a:ext cx="79375"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4" name="组合 23"/>
          <p:cNvGrpSpPr/>
          <p:nvPr/>
        </p:nvGrpSpPr>
        <p:grpSpPr>
          <a:xfrm>
            <a:off x="6875966" y="119259"/>
            <a:ext cx="296749" cy="296749"/>
            <a:chOff x="3762375" y="103188"/>
            <a:chExt cx="425450" cy="425450"/>
          </a:xfrm>
          <a:solidFill>
            <a:srgbClr val="707E84"/>
          </a:solidFill>
        </p:grpSpPr>
        <p:sp>
          <p:nvSpPr>
            <p:cNvPr id="25" name="Freeform 26"/>
            <p:cNvSpPr>
              <a:spLocks noEditPoints="1"/>
            </p:cNvSpPr>
            <p:nvPr/>
          </p:nvSpPr>
          <p:spPr bwMode="auto">
            <a:xfrm>
              <a:off x="3762375" y="103188"/>
              <a:ext cx="425450" cy="425450"/>
            </a:xfrm>
            <a:custGeom>
              <a:avLst/>
              <a:gdLst>
                <a:gd name="T0" fmla="*/ 497 w 994"/>
                <a:gd name="T1" fmla="*/ 994 h 994"/>
                <a:gd name="T2" fmla="*/ 0 w 994"/>
                <a:gd name="T3" fmla="*/ 497 h 994"/>
                <a:gd name="T4" fmla="*/ 497 w 994"/>
                <a:gd name="T5" fmla="*/ 0 h 994"/>
                <a:gd name="T6" fmla="*/ 994 w 994"/>
                <a:gd name="T7" fmla="*/ 497 h 994"/>
                <a:gd name="T8" fmla="*/ 497 w 994"/>
                <a:gd name="T9" fmla="*/ 994 h 994"/>
                <a:gd name="T10" fmla="*/ 497 w 994"/>
                <a:gd name="T11" fmla="*/ 40 h 994"/>
                <a:gd name="T12" fmla="*/ 40 w 994"/>
                <a:gd name="T13" fmla="*/ 497 h 994"/>
                <a:gd name="T14" fmla="*/ 497 w 994"/>
                <a:gd name="T15" fmla="*/ 954 h 994"/>
                <a:gd name="T16" fmla="*/ 954 w 994"/>
                <a:gd name="T17" fmla="*/ 497 h 994"/>
                <a:gd name="T18" fmla="*/ 497 w 994"/>
                <a:gd name="T19" fmla="*/ 40 h 9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94" h="994">
                  <a:moveTo>
                    <a:pt x="497" y="994"/>
                  </a:moveTo>
                  <a:cubicBezTo>
                    <a:pt x="223" y="994"/>
                    <a:pt x="0" y="771"/>
                    <a:pt x="0" y="497"/>
                  </a:cubicBezTo>
                  <a:cubicBezTo>
                    <a:pt x="0" y="223"/>
                    <a:pt x="223" y="0"/>
                    <a:pt x="497" y="0"/>
                  </a:cubicBezTo>
                  <a:cubicBezTo>
                    <a:pt x="771" y="0"/>
                    <a:pt x="994" y="223"/>
                    <a:pt x="994" y="497"/>
                  </a:cubicBezTo>
                  <a:cubicBezTo>
                    <a:pt x="994" y="771"/>
                    <a:pt x="771" y="994"/>
                    <a:pt x="497" y="994"/>
                  </a:cubicBezTo>
                  <a:close/>
                  <a:moveTo>
                    <a:pt x="497" y="40"/>
                  </a:moveTo>
                  <a:cubicBezTo>
                    <a:pt x="245" y="40"/>
                    <a:pt x="40" y="245"/>
                    <a:pt x="40" y="497"/>
                  </a:cubicBezTo>
                  <a:cubicBezTo>
                    <a:pt x="40" y="749"/>
                    <a:pt x="245" y="954"/>
                    <a:pt x="497" y="954"/>
                  </a:cubicBezTo>
                  <a:cubicBezTo>
                    <a:pt x="749" y="954"/>
                    <a:pt x="954" y="749"/>
                    <a:pt x="954" y="497"/>
                  </a:cubicBezTo>
                  <a:cubicBezTo>
                    <a:pt x="954" y="245"/>
                    <a:pt x="749" y="40"/>
                    <a:pt x="497"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 name="Freeform 30"/>
            <p:cNvSpPr>
              <a:spLocks noEditPoints="1"/>
            </p:cNvSpPr>
            <p:nvPr/>
          </p:nvSpPr>
          <p:spPr bwMode="auto">
            <a:xfrm>
              <a:off x="3856038" y="196851"/>
              <a:ext cx="238125" cy="238125"/>
            </a:xfrm>
            <a:custGeom>
              <a:avLst/>
              <a:gdLst>
                <a:gd name="T0" fmla="*/ 221 w 554"/>
                <a:gd name="T1" fmla="*/ 221 h 554"/>
                <a:gd name="T2" fmla="*/ 0 w 554"/>
                <a:gd name="T3" fmla="*/ 554 h 554"/>
                <a:gd name="T4" fmla="*/ 334 w 554"/>
                <a:gd name="T5" fmla="*/ 333 h 554"/>
                <a:gd name="T6" fmla="*/ 554 w 554"/>
                <a:gd name="T7" fmla="*/ 0 h 554"/>
                <a:gd name="T8" fmla="*/ 221 w 554"/>
                <a:gd name="T9" fmla="*/ 221 h 554"/>
                <a:gd name="T10" fmla="*/ 312 w 554"/>
                <a:gd name="T11" fmla="*/ 311 h 554"/>
                <a:gd name="T12" fmla="*/ 243 w 554"/>
                <a:gd name="T13" fmla="*/ 311 h 554"/>
                <a:gd name="T14" fmla="*/ 243 w 554"/>
                <a:gd name="T15" fmla="*/ 243 h 554"/>
                <a:gd name="T16" fmla="*/ 312 w 554"/>
                <a:gd name="T17" fmla="*/ 243 h 554"/>
                <a:gd name="T18" fmla="*/ 312 w 554"/>
                <a:gd name="T19" fmla="*/ 311 h 5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4" h="554">
                  <a:moveTo>
                    <a:pt x="221" y="221"/>
                  </a:moveTo>
                  <a:cubicBezTo>
                    <a:pt x="0" y="554"/>
                    <a:pt x="0" y="554"/>
                    <a:pt x="0" y="554"/>
                  </a:cubicBezTo>
                  <a:cubicBezTo>
                    <a:pt x="334" y="333"/>
                    <a:pt x="334" y="333"/>
                    <a:pt x="334" y="333"/>
                  </a:cubicBezTo>
                  <a:cubicBezTo>
                    <a:pt x="554" y="0"/>
                    <a:pt x="554" y="0"/>
                    <a:pt x="554" y="0"/>
                  </a:cubicBezTo>
                  <a:lnTo>
                    <a:pt x="221" y="221"/>
                  </a:lnTo>
                  <a:close/>
                  <a:moveTo>
                    <a:pt x="312" y="311"/>
                  </a:moveTo>
                  <a:cubicBezTo>
                    <a:pt x="293" y="330"/>
                    <a:pt x="262" y="330"/>
                    <a:pt x="243" y="311"/>
                  </a:cubicBezTo>
                  <a:cubicBezTo>
                    <a:pt x="224" y="292"/>
                    <a:pt x="224" y="262"/>
                    <a:pt x="243" y="243"/>
                  </a:cubicBezTo>
                  <a:cubicBezTo>
                    <a:pt x="262" y="224"/>
                    <a:pt x="293" y="224"/>
                    <a:pt x="312" y="243"/>
                  </a:cubicBezTo>
                  <a:cubicBezTo>
                    <a:pt x="331" y="262"/>
                    <a:pt x="331" y="292"/>
                    <a:pt x="312" y="3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27" name="Freeform 31"/>
          <p:cNvSpPr>
            <a:spLocks noEditPoints="1"/>
          </p:cNvSpPr>
          <p:nvPr/>
        </p:nvSpPr>
        <p:spPr bwMode="auto">
          <a:xfrm>
            <a:off x="7381595" y="117044"/>
            <a:ext cx="296749" cy="301178"/>
          </a:xfrm>
          <a:custGeom>
            <a:avLst/>
            <a:gdLst>
              <a:gd name="T0" fmla="*/ 529 w 993"/>
              <a:gd name="T1" fmla="*/ 1008 h 1008"/>
              <a:gd name="T2" fmla="*/ 471 w 993"/>
              <a:gd name="T3" fmla="*/ 1008 h 1008"/>
              <a:gd name="T4" fmla="*/ 27 w 993"/>
              <a:gd name="T5" fmla="*/ 916 h 1008"/>
              <a:gd name="T6" fmla="*/ 77 w 993"/>
              <a:gd name="T7" fmla="*/ 738 h 1008"/>
              <a:gd name="T8" fmla="*/ 139 w 993"/>
              <a:gd name="T9" fmla="*/ 691 h 1008"/>
              <a:gd name="T10" fmla="*/ 335 w 993"/>
              <a:gd name="T11" fmla="*/ 595 h 1008"/>
              <a:gd name="T12" fmla="*/ 343 w 993"/>
              <a:gd name="T13" fmla="*/ 566 h 1008"/>
              <a:gd name="T14" fmla="*/ 303 w 993"/>
              <a:gd name="T15" fmla="*/ 480 h 1008"/>
              <a:gd name="T16" fmla="*/ 280 w 993"/>
              <a:gd name="T17" fmla="*/ 360 h 1008"/>
              <a:gd name="T18" fmla="*/ 283 w 993"/>
              <a:gd name="T19" fmla="*/ 181 h 1008"/>
              <a:gd name="T20" fmla="*/ 513 w 993"/>
              <a:gd name="T21" fmla="*/ 2 h 1008"/>
              <a:gd name="T22" fmla="*/ 539 w 993"/>
              <a:gd name="T23" fmla="*/ 21 h 1008"/>
              <a:gd name="T24" fmla="*/ 565 w 993"/>
              <a:gd name="T25" fmla="*/ 50 h 1008"/>
              <a:gd name="T26" fmla="*/ 595 w 993"/>
              <a:gd name="T27" fmla="*/ 67 h 1008"/>
              <a:gd name="T28" fmla="*/ 720 w 993"/>
              <a:gd name="T29" fmla="*/ 347 h 1008"/>
              <a:gd name="T30" fmla="*/ 723 w 993"/>
              <a:gd name="T31" fmla="*/ 426 h 1008"/>
              <a:gd name="T32" fmla="*/ 655 w 993"/>
              <a:gd name="T33" fmla="*/ 565 h 1008"/>
              <a:gd name="T34" fmla="*/ 659 w 993"/>
              <a:gd name="T35" fmla="*/ 580 h 1008"/>
              <a:gd name="T36" fmla="*/ 801 w 993"/>
              <a:gd name="T37" fmla="*/ 671 h 1008"/>
              <a:gd name="T38" fmla="*/ 990 w 993"/>
              <a:gd name="T39" fmla="*/ 894 h 1008"/>
              <a:gd name="T40" fmla="*/ 971 w 993"/>
              <a:gd name="T41" fmla="*/ 928 h 1008"/>
              <a:gd name="T42" fmla="*/ 529 w 993"/>
              <a:gd name="T43" fmla="*/ 1008 h 1008"/>
              <a:gd name="T44" fmla="*/ 496 w 993"/>
              <a:gd name="T45" fmla="*/ 967 h 1008"/>
              <a:gd name="T46" fmla="*/ 529 w 993"/>
              <a:gd name="T47" fmla="*/ 968 h 1008"/>
              <a:gd name="T48" fmla="*/ 594 w 993"/>
              <a:gd name="T49" fmla="*/ 966 h 1008"/>
              <a:gd name="T50" fmla="*/ 904 w 993"/>
              <a:gd name="T51" fmla="*/ 769 h 1008"/>
              <a:gd name="T52" fmla="*/ 783 w 993"/>
              <a:gd name="T53" fmla="*/ 707 h 1008"/>
              <a:gd name="T54" fmla="*/ 634 w 993"/>
              <a:gd name="T55" fmla="*/ 622 h 1008"/>
              <a:gd name="T56" fmla="*/ 621 w 993"/>
              <a:gd name="T57" fmla="*/ 592 h 1008"/>
              <a:gd name="T58" fmla="*/ 615 w 993"/>
              <a:gd name="T59" fmla="*/ 557 h 1008"/>
              <a:gd name="T60" fmla="*/ 658 w 993"/>
              <a:gd name="T61" fmla="*/ 474 h 1008"/>
              <a:gd name="T62" fmla="*/ 684 w 993"/>
              <a:gd name="T63" fmla="*/ 417 h 1008"/>
              <a:gd name="T64" fmla="*/ 691 w 993"/>
              <a:gd name="T65" fmla="*/ 388 h 1008"/>
              <a:gd name="T66" fmla="*/ 675 w 993"/>
              <a:gd name="T67" fmla="*/ 362 h 1008"/>
              <a:gd name="T68" fmla="*/ 677 w 993"/>
              <a:gd name="T69" fmla="*/ 350 h 1008"/>
              <a:gd name="T70" fmla="*/ 677 w 993"/>
              <a:gd name="T71" fmla="*/ 350 h 1008"/>
              <a:gd name="T72" fmla="*/ 680 w 993"/>
              <a:gd name="T73" fmla="*/ 341 h 1008"/>
              <a:gd name="T74" fmla="*/ 665 w 993"/>
              <a:gd name="T75" fmla="*/ 154 h 1008"/>
              <a:gd name="T76" fmla="*/ 576 w 993"/>
              <a:gd name="T77" fmla="*/ 102 h 1008"/>
              <a:gd name="T78" fmla="*/ 539 w 993"/>
              <a:gd name="T79" fmla="*/ 81 h 1008"/>
              <a:gd name="T80" fmla="*/ 436 w 993"/>
              <a:gd name="T81" fmla="*/ 76 h 1008"/>
              <a:gd name="T82" fmla="*/ 321 w 993"/>
              <a:gd name="T83" fmla="*/ 194 h 1008"/>
              <a:gd name="T84" fmla="*/ 330 w 993"/>
              <a:gd name="T85" fmla="*/ 356 h 1008"/>
              <a:gd name="T86" fmla="*/ 331 w 993"/>
              <a:gd name="T87" fmla="*/ 371 h 1008"/>
              <a:gd name="T88" fmla="*/ 313 w 993"/>
              <a:gd name="T89" fmla="*/ 391 h 1008"/>
              <a:gd name="T90" fmla="*/ 319 w 993"/>
              <a:gd name="T91" fmla="*/ 430 h 1008"/>
              <a:gd name="T92" fmla="*/ 339 w 993"/>
              <a:gd name="T93" fmla="*/ 462 h 1008"/>
              <a:gd name="T94" fmla="*/ 384 w 993"/>
              <a:gd name="T95" fmla="*/ 567 h 1008"/>
              <a:gd name="T96" fmla="*/ 373 w 993"/>
              <a:gd name="T97" fmla="*/ 609 h 1008"/>
              <a:gd name="T98" fmla="*/ 168 w 993"/>
              <a:gd name="T99" fmla="*/ 719 h 1008"/>
              <a:gd name="T100" fmla="*/ 109 w 993"/>
              <a:gd name="T101" fmla="*/ 761 h 1008"/>
              <a:gd name="T102" fmla="*/ 192 w 993"/>
              <a:gd name="T103" fmla="*/ 926 h 1008"/>
              <a:gd name="T104" fmla="*/ 471 w 993"/>
              <a:gd name="T105" fmla="*/ 968 h 1008"/>
              <a:gd name="T106" fmla="*/ 495 w 993"/>
              <a:gd name="T107" fmla="*/ 967 h 1008"/>
              <a:gd name="T108" fmla="*/ 343 w 993"/>
              <a:gd name="T109" fmla="*/ 592 h 1008"/>
              <a:gd name="T110" fmla="*/ 353 w 993"/>
              <a:gd name="T111" fmla="*/ 589 h 1008"/>
              <a:gd name="T112" fmla="*/ 365 w 993"/>
              <a:gd name="T113" fmla="*/ 580 h 1008"/>
              <a:gd name="T114" fmla="*/ 383 w 993"/>
              <a:gd name="T115" fmla="*/ 569 h 1008"/>
              <a:gd name="T116" fmla="*/ 365 w 993"/>
              <a:gd name="T117" fmla="*/ 580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93" h="1008">
                <a:moveTo>
                  <a:pt x="529" y="1008"/>
                </a:moveTo>
                <a:cubicBezTo>
                  <a:pt x="529" y="1008"/>
                  <a:pt x="529" y="1008"/>
                  <a:pt x="529" y="1008"/>
                </a:cubicBezTo>
                <a:cubicBezTo>
                  <a:pt x="517" y="1008"/>
                  <a:pt x="506" y="1008"/>
                  <a:pt x="495" y="1007"/>
                </a:cubicBezTo>
                <a:cubicBezTo>
                  <a:pt x="487" y="1008"/>
                  <a:pt x="479" y="1008"/>
                  <a:pt x="471" y="1008"/>
                </a:cubicBezTo>
                <a:cubicBezTo>
                  <a:pt x="366" y="1008"/>
                  <a:pt x="245" y="981"/>
                  <a:pt x="183" y="965"/>
                </a:cubicBezTo>
                <a:cubicBezTo>
                  <a:pt x="121" y="951"/>
                  <a:pt x="69" y="934"/>
                  <a:pt x="27" y="916"/>
                </a:cubicBezTo>
                <a:cubicBezTo>
                  <a:pt x="23" y="914"/>
                  <a:pt x="19" y="910"/>
                  <a:pt x="17" y="905"/>
                </a:cubicBezTo>
                <a:cubicBezTo>
                  <a:pt x="14" y="897"/>
                  <a:pt x="0" y="851"/>
                  <a:pt x="77" y="738"/>
                </a:cubicBezTo>
                <a:cubicBezTo>
                  <a:pt x="77" y="738"/>
                  <a:pt x="77" y="738"/>
                  <a:pt x="77" y="738"/>
                </a:cubicBezTo>
                <a:cubicBezTo>
                  <a:pt x="78" y="736"/>
                  <a:pt x="97" y="711"/>
                  <a:pt x="139" y="691"/>
                </a:cubicBezTo>
                <a:cubicBezTo>
                  <a:pt x="140" y="689"/>
                  <a:pt x="142" y="687"/>
                  <a:pt x="145" y="686"/>
                </a:cubicBezTo>
                <a:cubicBezTo>
                  <a:pt x="335" y="595"/>
                  <a:pt x="335" y="595"/>
                  <a:pt x="335" y="595"/>
                </a:cubicBezTo>
                <a:cubicBezTo>
                  <a:pt x="336" y="593"/>
                  <a:pt x="337" y="590"/>
                  <a:pt x="337" y="587"/>
                </a:cubicBezTo>
                <a:cubicBezTo>
                  <a:pt x="339" y="580"/>
                  <a:pt x="341" y="572"/>
                  <a:pt x="343" y="566"/>
                </a:cubicBezTo>
                <a:cubicBezTo>
                  <a:pt x="343" y="565"/>
                  <a:pt x="343" y="565"/>
                  <a:pt x="343" y="564"/>
                </a:cubicBezTo>
                <a:cubicBezTo>
                  <a:pt x="325" y="538"/>
                  <a:pt x="311" y="509"/>
                  <a:pt x="303" y="480"/>
                </a:cubicBezTo>
                <a:cubicBezTo>
                  <a:pt x="294" y="473"/>
                  <a:pt x="284" y="461"/>
                  <a:pt x="280" y="437"/>
                </a:cubicBezTo>
                <a:cubicBezTo>
                  <a:pt x="273" y="411"/>
                  <a:pt x="267" y="377"/>
                  <a:pt x="280" y="360"/>
                </a:cubicBezTo>
                <a:cubicBezTo>
                  <a:pt x="282" y="357"/>
                  <a:pt x="285" y="354"/>
                  <a:pt x="288" y="353"/>
                </a:cubicBezTo>
                <a:cubicBezTo>
                  <a:pt x="266" y="236"/>
                  <a:pt x="279" y="190"/>
                  <a:pt x="283" y="181"/>
                </a:cubicBezTo>
                <a:cubicBezTo>
                  <a:pt x="313" y="89"/>
                  <a:pt x="410" y="44"/>
                  <a:pt x="419" y="40"/>
                </a:cubicBezTo>
                <a:cubicBezTo>
                  <a:pt x="459" y="20"/>
                  <a:pt x="510" y="3"/>
                  <a:pt x="513" y="2"/>
                </a:cubicBezTo>
                <a:cubicBezTo>
                  <a:pt x="519" y="0"/>
                  <a:pt x="525" y="1"/>
                  <a:pt x="531" y="5"/>
                </a:cubicBezTo>
                <a:cubicBezTo>
                  <a:pt x="536" y="9"/>
                  <a:pt x="539" y="15"/>
                  <a:pt x="539" y="21"/>
                </a:cubicBezTo>
                <a:cubicBezTo>
                  <a:pt x="539" y="29"/>
                  <a:pt x="552" y="42"/>
                  <a:pt x="562" y="48"/>
                </a:cubicBezTo>
                <a:cubicBezTo>
                  <a:pt x="563" y="49"/>
                  <a:pt x="564" y="50"/>
                  <a:pt x="565" y="50"/>
                </a:cubicBezTo>
                <a:cubicBezTo>
                  <a:pt x="568" y="53"/>
                  <a:pt x="580" y="59"/>
                  <a:pt x="586" y="62"/>
                </a:cubicBezTo>
                <a:cubicBezTo>
                  <a:pt x="590" y="64"/>
                  <a:pt x="593" y="66"/>
                  <a:pt x="595" y="67"/>
                </a:cubicBezTo>
                <a:cubicBezTo>
                  <a:pt x="661" y="87"/>
                  <a:pt x="692" y="123"/>
                  <a:pt x="697" y="130"/>
                </a:cubicBezTo>
                <a:cubicBezTo>
                  <a:pt x="761" y="203"/>
                  <a:pt x="731" y="314"/>
                  <a:pt x="720" y="347"/>
                </a:cubicBezTo>
                <a:cubicBezTo>
                  <a:pt x="722" y="349"/>
                  <a:pt x="724" y="352"/>
                  <a:pt x="726" y="355"/>
                </a:cubicBezTo>
                <a:cubicBezTo>
                  <a:pt x="735" y="372"/>
                  <a:pt x="734" y="396"/>
                  <a:pt x="723" y="426"/>
                </a:cubicBezTo>
                <a:cubicBezTo>
                  <a:pt x="721" y="435"/>
                  <a:pt x="712" y="471"/>
                  <a:pt x="695" y="492"/>
                </a:cubicBezTo>
                <a:cubicBezTo>
                  <a:pt x="685" y="517"/>
                  <a:pt x="672" y="542"/>
                  <a:pt x="655" y="565"/>
                </a:cubicBezTo>
                <a:cubicBezTo>
                  <a:pt x="656" y="569"/>
                  <a:pt x="657" y="572"/>
                  <a:pt x="659" y="579"/>
                </a:cubicBezTo>
                <a:cubicBezTo>
                  <a:pt x="659" y="580"/>
                  <a:pt x="659" y="580"/>
                  <a:pt x="659" y="580"/>
                </a:cubicBezTo>
                <a:cubicBezTo>
                  <a:pt x="661" y="586"/>
                  <a:pt x="663" y="592"/>
                  <a:pt x="665" y="595"/>
                </a:cubicBezTo>
                <a:cubicBezTo>
                  <a:pt x="801" y="671"/>
                  <a:pt x="801" y="671"/>
                  <a:pt x="801" y="671"/>
                </a:cubicBezTo>
                <a:cubicBezTo>
                  <a:pt x="847" y="691"/>
                  <a:pt x="914" y="726"/>
                  <a:pt x="930" y="739"/>
                </a:cubicBezTo>
                <a:cubicBezTo>
                  <a:pt x="945" y="752"/>
                  <a:pt x="993" y="848"/>
                  <a:pt x="990" y="894"/>
                </a:cubicBezTo>
                <a:cubicBezTo>
                  <a:pt x="989" y="912"/>
                  <a:pt x="981" y="922"/>
                  <a:pt x="974" y="926"/>
                </a:cubicBezTo>
                <a:cubicBezTo>
                  <a:pt x="973" y="927"/>
                  <a:pt x="972" y="927"/>
                  <a:pt x="971" y="928"/>
                </a:cubicBezTo>
                <a:cubicBezTo>
                  <a:pt x="965" y="930"/>
                  <a:pt x="815" y="994"/>
                  <a:pt x="596" y="1005"/>
                </a:cubicBezTo>
                <a:cubicBezTo>
                  <a:pt x="572" y="1007"/>
                  <a:pt x="550" y="1008"/>
                  <a:pt x="529" y="1008"/>
                </a:cubicBezTo>
                <a:close/>
                <a:moveTo>
                  <a:pt x="495" y="967"/>
                </a:moveTo>
                <a:cubicBezTo>
                  <a:pt x="496" y="967"/>
                  <a:pt x="496" y="967"/>
                  <a:pt x="496" y="967"/>
                </a:cubicBezTo>
                <a:cubicBezTo>
                  <a:pt x="507" y="968"/>
                  <a:pt x="518" y="968"/>
                  <a:pt x="529" y="968"/>
                </a:cubicBezTo>
                <a:cubicBezTo>
                  <a:pt x="529" y="968"/>
                  <a:pt x="529" y="968"/>
                  <a:pt x="529" y="968"/>
                </a:cubicBezTo>
                <a:cubicBezTo>
                  <a:pt x="549" y="968"/>
                  <a:pt x="571" y="967"/>
                  <a:pt x="593" y="966"/>
                </a:cubicBezTo>
                <a:cubicBezTo>
                  <a:pt x="594" y="966"/>
                  <a:pt x="594" y="966"/>
                  <a:pt x="594" y="966"/>
                </a:cubicBezTo>
                <a:cubicBezTo>
                  <a:pt x="785" y="955"/>
                  <a:pt x="924" y="903"/>
                  <a:pt x="951" y="893"/>
                </a:cubicBezTo>
                <a:cubicBezTo>
                  <a:pt x="955" y="870"/>
                  <a:pt x="918" y="785"/>
                  <a:pt x="904" y="769"/>
                </a:cubicBezTo>
                <a:cubicBezTo>
                  <a:pt x="892" y="760"/>
                  <a:pt x="830" y="727"/>
                  <a:pt x="785" y="708"/>
                </a:cubicBezTo>
                <a:cubicBezTo>
                  <a:pt x="784" y="707"/>
                  <a:pt x="783" y="707"/>
                  <a:pt x="783" y="707"/>
                </a:cubicBezTo>
                <a:cubicBezTo>
                  <a:pt x="641" y="628"/>
                  <a:pt x="641" y="628"/>
                  <a:pt x="641" y="628"/>
                </a:cubicBezTo>
                <a:cubicBezTo>
                  <a:pt x="638" y="626"/>
                  <a:pt x="636" y="624"/>
                  <a:pt x="634" y="622"/>
                </a:cubicBezTo>
                <a:cubicBezTo>
                  <a:pt x="633" y="620"/>
                  <a:pt x="631" y="618"/>
                  <a:pt x="629" y="614"/>
                </a:cubicBezTo>
                <a:cubicBezTo>
                  <a:pt x="628" y="611"/>
                  <a:pt x="624" y="602"/>
                  <a:pt x="621" y="592"/>
                </a:cubicBezTo>
                <a:cubicBezTo>
                  <a:pt x="621" y="591"/>
                  <a:pt x="621" y="591"/>
                  <a:pt x="621" y="591"/>
                </a:cubicBezTo>
                <a:cubicBezTo>
                  <a:pt x="617" y="580"/>
                  <a:pt x="615" y="571"/>
                  <a:pt x="615" y="557"/>
                </a:cubicBezTo>
                <a:cubicBezTo>
                  <a:pt x="616" y="553"/>
                  <a:pt x="617" y="550"/>
                  <a:pt x="619" y="546"/>
                </a:cubicBezTo>
                <a:cubicBezTo>
                  <a:pt x="636" y="524"/>
                  <a:pt x="649" y="500"/>
                  <a:pt x="658" y="474"/>
                </a:cubicBezTo>
                <a:cubicBezTo>
                  <a:pt x="659" y="472"/>
                  <a:pt x="661" y="469"/>
                  <a:pt x="663" y="467"/>
                </a:cubicBezTo>
                <a:cubicBezTo>
                  <a:pt x="672" y="458"/>
                  <a:pt x="681" y="432"/>
                  <a:pt x="684" y="417"/>
                </a:cubicBezTo>
                <a:cubicBezTo>
                  <a:pt x="685" y="416"/>
                  <a:pt x="685" y="415"/>
                  <a:pt x="685" y="414"/>
                </a:cubicBezTo>
                <a:cubicBezTo>
                  <a:pt x="689" y="403"/>
                  <a:pt x="691" y="395"/>
                  <a:pt x="691" y="388"/>
                </a:cubicBezTo>
                <a:cubicBezTo>
                  <a:pt x="681" y="387"/>
                  <a:pt x="674" y="378"/>
                  <a:pt x="675" y="367"/>
                </a:cubicBezTo>
                <a:cubicBezTo>
                  <a:pt x="675" y="366"/>
                  <a:pt x="675" y="364"/>
                  <a:pt x="675" y="362"/>
                </a:cubicBezTo>
                <a:cubicBezTo>
                  <a:pt x="675" y="361"/>
                  <a:pt x="675" y="360"/>
                  <a:pt x="675" y="358"/>
                </a:cubicBezTo>
                <a:cubicBezTo>
                  <a:pt x="677" y="350"/>
                  <a:pt x="677" y="350"/>
                  <a:pt x="677" y="350"/>
                </a:cubicBezTo>
                <a:cubicBezTo>
                  <a:pt x="677" y="350"/>
                  <a:pt x="677" y="350"/>
                  <a:pt x="677" y="350"/>
                </a:cubicBezTo>
                <a:cubicBezTo>
                  <a:pt x="677" y="350"/>
                  <a:pt x="677" y="350"/>
                  <a:pt x="677" y="350"/>
                </a:cubicBezTo>
                <a:cubicBezTo>
                  <a:pt x="679" y="344"/>
                  <a:pt x="679" y="344"/>
                  <a:pt x="679" y="344"/>
                </a:cubicBezTo>
                <a:cubicBezTo>
                  <a:pt x="679" y="343"/>
                  <a:pt x="679" y="342"/>
                  <a:pt x="680" y="341"/>
                </a:cubicBezTo>
                <a:cubicBezTo>
                  <a:pt x="680" y="340"/>
                  <a:pt x="725" y="222"/>
                  <a:pt x="666" y="156"/>
                </a:cubicBezTo>
                <a:cubicBezTo>
                  <a:pt x="666" y="155"/>
                  <a:pt x="666" y="155"/>
                  <a:pt x="665" y="154"/>
                </a:cubicBezTo>
                <a:cubicBezTo>
                  <a:pt x="665" y="154"/>
                  <a:pt x="640" y="122"/>
                  <a:pt x="581" y="104"/>
                </a:cubicBezTo>
                <a:cubicBezTo>
                  <a:pt x="579" y="104"/>
                  <a:pt x="577" y="103"/>
                  <a:pt x="576" y="102"/>
                </a:cubicBezTo>
                <a:cubicBezTo>
                  <a:pt x="574" y="101"/>
                  <a:pt x="570" y="99"/>
                  <a:pt x="567" y="97"/>
                </a:cubicBezTo>
                <a:cubicBezTo>
                  <a:pt x="552" y="89"/>
                  <a:pt x="544" y="85"/>
                  <a:pt x="539" y="81"/>
                </a:cubicBezTo>
                <a:cubicBezTo>
                  <a:pt x="533" y="77"/>
                  <a:pt x="516" y="64"/>
                  <a:pt x="506" y="47"/>
                </a:cubicBezTo>
                <a:cubicBezTo>
                  <a:pt x="488" y="54"/>
                  <a:pt x="459" y="65"/>
                  <a:pt x="436" y="76"/>
                </a:cubicBezTo>
                <a:cubicBezTo>
                  <a:pt x="436" y="76"/>
                  <a:pt x="435" y="76"/>
                  <a:pt x="435" y="76"/>
                </a:cubicBezTo>
                <a:cubicBezTo>
                  <a:pt x="434" y="77"/>
                  <a:pt x="346" y="116"/>
                  <a:pt x="321" y="194"/>
                </a:cubicBezTo>
                <a:cubicBezTo>
                  <a:pt x="320" y="195"/>
                  <a:pt x="320" y="195"/>
                  <a:pt x="320" y="195"/>
                </a:cubicBezTo>
                <a:cubicBezTo>
                  <a:pt x="319" y="199"/>
                  <a:pt x="306" y="242"/>
                  <a:pt x="330" y="356"/>
                </a:cubicBezTo>
                <a:cubicBezTo>
                  <a:pt x="330" y="357"/>
                  <a:pt x="330" y="358"/>
                  <a:pt x="330" y="360"/>
                </a:cubicBezTo>
                <a:cubicBezTo>
                  <a:pt x="331" y="371"/>
                  <a:pt x="331" y="371"/>
                  <a:pt x="331" y="371"/>
                </a:cubicBezTo>
                <a:cubicBezTo>
                  <a:pt x="331" y="378"/>
                  <a:pt x="327" y="384"/>
                  <a:pt x="321" y="388"/>
                </a:cubicBezTo>
                <a:cubicBezTo>
                  <a:pt x="319" y="390"/>
                  <a:pt x="316" y="391"/>
                  <a:pt x="313" y="391"/>
                </a:cubicBezTo>
                <a:cubicBezTo>
                  <a:pt x="313" y="401"/>
                  <a:pt x="316" y="415"/>
                  <a:pt x="319" y="427"/>
                </a:cubicBezTo>
                <a:cubicBezTo>
                  <a:pt x="319" y="428"/>
                  <a:pt x="319" y="429"/>
                  <a:pt x="319" y="430"/>
                </a:cubicBezTo>
                <a:cubicBezTo>
                  <a:pt x="322" y="446"/>
                  <a:pt x="329" y="450"/>
                  <a:pt x="329" y="450"/>
                </a:cubicBezTo>
                <a:cubicBezTo>
                  <a:pt x="334" y="452"/>
                  <a:pt x="338" y="457"/>
                  <a:pt x="339" y="462"/>
                </a:cubicBezTo>
                <a:cubicBezTo>
                  <a:pt x="347" y="492"/>
                  <a:pt x="362" y="522"/>
                  <a:pt x="381" y="548"/>
                </a:cubicBezTo>
                <a:cubicBezTo>
                  <a:pt x="385" y="554"/>
                  <a:pt x="386" y="561"/>
                  <a:pt x="384" y="567"/>
                </a:cubicBezTo>
                <a:cubicBezTo>
                  <a:pt x="382" y="571"/>
                  <a:pt x="379" y="587"/>
                  <a:pt x="376" y="597"/>
                </a:cubicBezTo>
                <a:cubicBezTo>
                  <a:pt x="375" y="601"/>
                  <a:pt x="374" y="606"/>
                  <a:pt x="373" y="609"/>
                </a:cubicBezTo>
                <a:cubicBezTo>
                  <a:pt x="372" y="614"/>
                  <a:pt x="369" y="625"/>
                  <a:pt x="359" y="628"/>
                </a:cubicBezTo>
                <a:cubicBezTo>
                  <a:pt x="168" y="719"/>
                  <a:pt x="168" y="719"/>
                  <a:pt x="168" y="719"/>
                </a:cubicBezTo>
                <a:cubicBezTo>
                  <a:pt x="167" y="721"/>
                  <a:pt x="164" y="723"/>
                  <a:pt x="162" y="724"/>
                </a:cubicBezTo>
                <a:cubicBezTo>
                  <a:pt x="128" y="739"/>
                  <a:pt x="111" y="759"/>
                  <a:pt x="109" y="761"/>
                </a:cubicBezTo>
                <a:cubicBezTo>
                  <a:pt x="62" y="832"/>
                  <a:pt x="55" y="869"/>
                  <a:pt x="54" y="884"/>
                </a:cubicBezTo>
                <a:cubicBezTo>
                  <a:pt x="92" y="900"/>
                  <a:pt x="138" y="914"/>
                  <a:pt x="192" y="926"/>
                </a:cubicBezTo>
                <a:cubicBezTo>
                  <a:pt x="192" y="926"/>
                  <a:pt x="192" y="926"/>
                  <a:pt x="192" y="926"/>
                </a:cubicBezTo>
                <a:cubicBezTo>
                  <a:pt x="253" y="942"/>
                  <a:pt x="370" y="968"/>
                  <a:pt x="471" y="968"/>
                </a:cubicBezTo>
                <a:cubicBezTo>
                  <a:pt x="479" y="968"/>
                  <a:pt x="487" y="968"/>
                  <a:pt x="494" y="967"/>
                </a:cubicBezTo>
                <a:cubicBezTo>
                  <a:pt x="495" y="967"/>
                  <a:pt x="495" y="967"/>
                  <a:pt x="495" y="967"/>
                </a:cubicBezTo>
                <a:close/>
                <a:moveTo>
                  <a:pt x="352" y="589"/>
                </a:moveTo>
                <a:cubicBezTo>
                  <a:pt x="349" y="589"/>
                  <a:pt x="346" y="590"/>
                  <a:pt x="343" y="592"/>
                </a:cubicBezTo>
                <a:cubicBezTo>
                  <a:pt x="344" y="591"/>
                  <a:pt x="344" y="591"/>
                  <a:pt x="344" y="591"/>
                </a:cubicBezTo>
                <a:cubicBezTo>
                  <a:pt x="347" y="590"/>
                  <a:pt x="350" y="589"/>
                  <a:pt x="353" y="589"/>
                </a:cubicBezTo>
                <a:cubicBezTo>
                  <a:pt x="353" y="589"/>
                  <a:pt x="352" y="589"/>
                  <a:pt x="352" y="589"/>
                </a:cubicBezTo>
                <a:close/>
                <a:moveTo>
                  <a:pt x="365" y="580"/>
                </a:moveTo>
                <a:cubicBezTo>
                  <a:pt x="374" y="580"/>
                  <a:pt x="381" y="574"/>
                  <a:pt x="383" y="568"/>
                </a:cubicBezTo>
                <a:cubicBezTo>
                  <a:pt x="383" y="569"/>
                  <a:pt x="383" y="569"/>
                  <a:pt x="383" y="569"/>
                </a:cubicBezTo>
                <a:cubicBezTo>
                  <a:pt x="379" y="576"/>
                  <a:pt x="372" y="580"/>
                  <a:pt x="365" y="580"/>
                </a:cubicBezTo>
                <a:cubicBezTo>
                  <a:pt x="365" y="580"/>
                  <a:pt x="365" y="580"/>
                  <a:pt x="365" y="580"/>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28" name="组合 27"/>
          <p:cNvGrpSpPr/>
          <p:nvPr/>
        </p:nvGrpSpPr>
        <p:grpSpPr>
          <a:xfrm>
            <a:off x="4451914" y="132546"/>
            <a:ext cx="296749" cy="296749"/>
            <a:chOff x="5518150" y="103188"/>
            <a:chExt cx="425450" cy="425450"/>
          </a:xfrm>
          <a:solidFill>
            <a:srgbClr val="707E84"/>
          </a:solidFill>
        </p:grpSpPr>
        <p:sp>
          <p:nvSpPr>
            <p:cNvPr id="29" name="Freeform 29"/>
            <p:cNvSpPr>
              <a:spLocks noEditPoints="1"/>
            </p:cNvSpPr>
            <p:nvPr/>
          </p:nvSpPr>
          <p:spPr bwMode="auto">
            <a:xfrm>
              <a:off x="5518150" y="103188"/>
              <a:ext cx="425450" cy="425450"/>
            </a:xfrm>
            <a:custGeom>
              <a:avLst/>
              <a:gdLst>
                <a:gd name="T0" fmla="*/ 497 w 994"/>
                <a:gd name="T1" fmla="*/ 994 h 994"/>
                <a:gd name="T2" fmla="*/ 0 w 994"/>
                <a:gd name="T3" fmla="*/ 497 h 994"/>
                <a:gd name="T4" fmla="*/ 497 w 994"/>
                <a:gd name="T5" fmla="*/ 0 h 994"/>
                <a:gd name="T6" fmla="*/ 994 w 994"/>
                <a:gd name="T7" fmla="*/ 497 h 994"/>
                <a:gd name="T8" fmla="*/ 497 w 994"/>
                <a:gd name="T9" fmla="*/ 994 h 994"/>
                <a:gd name="T10" fmla="*/ 497 w 994"/>
                <a:gd name="T11" fmla="*/ 40 h 994"/>
                <a:gd name="T12" fmla="*/ 40 w 994"/>
                <a:gd name="T13" fmla="*/ 497 h 994"/>
                <a:gd name="T14" fmla="*/ 497 w 994"/>
                <a:gd name="T15" fmla="*/ 954 h 994"/>
                <a:gd name="T16" fmla="*/ 954 w 994"/>
                <a:gd name="T17" fmla="*/ 497 h 994"/>
                <a:gd name="T18" fmla="*/ 497 w 994"/>
                <a:gd name="T19" fmla="*/ 40 h 9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94" h="994">
                  <a:moveTo>
                    <a:pt x="497" y="994"/>
                  </a:moveTo>
                  <a:cubicBezTo>
                    <a:pt x="223" y="994"/>
                    <a:pt x="0" y="771"/>
                    <a:pt x="0" y="497"/>
                  </a:cubicBezTo>
                  <a:cubicBezTo>
                    <a:pt x="0" y="223"/>
                    <a:pt x="223" y="0"/>
                    <a:pt x="497" y="0"/>
                  </a:cubicBezTo>
                  <a:cubicBezTo>
                    <a:pt x="771" y="0"/>
                    <a:pt x="994" y="223"/>
                    <a:pt x="994" y="497"/>
                  </a:cubicBezTo>
                  <a:cubicBezTo>
                    <a:pt x="994" y="771"/>
                    <a:pt x="771" y="994"/>
                    <a:pt x="497" y="994"/>
                  </a:cubicBezTo>
                  <a:close/>
                  <a:moveTo>
                    <a:pt x="497" y="40"/>
                  </a:moveTo>
                  <a:cubicBezTo>
                    <a:pt x="245" y="40"/>
                    <a:pt x="40" y="245"/>
                    <a:pt x="40" y="497"/>
                  </a:cubicBezTo>
                  <a:cubicBezTo>
                    <a:pt x="40" y="749"/>
                    <a:pt x="245" y="954"/>
                    <a:pt x="497" y="954"/>
                  </a:cubicBezTo>
                  <a:cubicBezTo>
                    <a:pt x="749" y="954"/>
                    <a:pt x="954" y="749"/>
                    <a:pt x="954" y="497"/>
                  </a:cubicBezTo>
                  <a:cubicBezTo>
                    <a:pt x="954" y="245"/>
                    <a:pt x="749" y="40"/>
                    <a:pt x="497"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 name="Freeform 32"/>
            <p:cNvSpPr>
              <a:spLocks/>
            </p:cNvSpPr>
            <p:nvPr/>
          </p:nvSpPr>
          <p:spPr bwMode="auto">
            <a:xfrm>
              <a:off x="5673725" y="207963"/>
              <a:ext cx="122238" cy="215900"/>
            </a:xfrm>
            <a:custGeom>
              <a:avLst/>
              <a:gdLst>
                <a:gd name="T0" fmla="*/ 9 w 77"/>
                <a:gd name="T1" fmla="*/ 136 h 136"/>
                <a:gd name="T2" fmla="*/ 0 w 77"/>
                <a:gd name="T3" fmla="*/ 127 h 136"/>
                <a:gd name="T4" fmla="*/ 59 w 77"/>
                <a:gd name="T5" fmla="*/ 68 h 136"/>
                <a:gd name="T6" fmla="*/ 0 w 77"/>
                <a:gd name="T7" fmla="*/ 9 h 136"/>
                <a:gd name="T8" fmla="*/ 9 w 77"/>
                <a:gd name="T9" fmla="*/ 0 h 136"/>
                <a:gd name="T10" fmla="*/ 77 w 77"/>
                <a:gd name="T11" fmla="*/ 68 h 136"/>
                <a:gd name="T12" fmla="*/ 9 w 77"/>
                <a:gd name="T13" fmla="*/ 136 h 136"/>
              </a:gdLst>
              <a:ahLst/>
              <a:cxnLst>
                <a:cxn ang="0">
                  <a:pos x="T0" y="T1"/>
                </a:cxn>
                <a:cxn ang="0">
                  <a:pos x="T2" y="T3"/>
                </a:cxn>
                <a:cxn ang="0">
                  <a:pos x="T4" y="T5"/>
                </a:cxn>
                <a:cxn ang="0">
                  <a:pos x="T6" y="T7"/>
                </a:cxn>
                <a:cxn ang="0">
                  <a:pos x="T8" y="T9"/>
                </a:cxn>
                <a:cxn ang="0">
                  <a:pos x="T10" y="T11"/>
                </a:cxn>
                <a:cxn ang="0">
                  <a:pos x="T12" y="T13"/>
                </a:cxn>
              </a:cxnLst>
              <a:rect l="0" t="0" r="r" b="b"/>
              <a:pathLst>
                <a:path w="77" h="136">
                  <a:moveTo>
                    <a:pt x="9" y="136"/>
                  </a:moveTo>
                  <a:lnTo>
                    <a:pt x="0" y="127"/>
                  </a:lnTo>
                  <a:lnTo>
                    <a:pt x="59" y="68"/>
                  </a:lnTo>
                  <a:lnTo>
                    <a:pt x="0" y="9"/>
                  </a:lnTo>
                  <a:lnTo>
                    <a:pt x="9" y="0"/>
                  </a:lnTo>
                  <a:lnTo>
                    <a:pt x="77" y="68"/>
                  </a:lnTo>
                  <a:lnTo>
                    <a:pt x="9" y="1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1" name="组合 30"/>
          <p:cNvGrpSpPr/>
          <p:nvPr/>
        </p:nvGrpSpPr>
        <p:grpSpPr>
          <a:xfrm>
            <a:off x="4929491" y="610886"/>
            <a:ext cx="283462" cy="273496"/>
            <a:chOff x="265113" y="1006476"/>
            <a:chExt cx="406400" cy="392112"/>
          </a:xfrm>
          <a:solidFill>
            <a:srgbClr val="707E84"/>
          </a:solidFill>
        </p:grpSpPr>
        <p:sp>
          <p:nvSpPr>
            <p:cNvPr id="32" name="Oval 16"/>
            <p:cNvSpPr>
              <a:spLocks noChangeArrowheads="1"/>
            </p:cNvSpPr>
            <p:nvPr/>
          </p:nvSpPr>
          <p:spPr bwMode="auto">
            <a:xfrm>
              <a:off x="546100" y="1158876"/>
              <a:ext cx="46038"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 name="Oval 17"/>
            <p:cNvSpPr>
              <a:spLocks noChangeArrowheads="1"/>
            </p:cNvSpPr>
            <p:nvPr/>
          </p:nvSpPr>
          <p:spPr bwMode="auto">
            <a:xfrm>
              <a:off x="444500" y="1158876"/>
              <a:ext cx="46038"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 name="Oval 18"/>
            <p:cNvSpPr>
              <a:spLocks noChangeArrowheads="1"/>
            </p:cNvSpPr>
            <p:nvPr/>
          </p:nvSpPr>
          <p:spPr bwMode="auto">
            <a:xfrm>
              <a:off x="342900" y="1158876"/>
              <a:ext cx="46038"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 name="Freeform 59"/>
            <p:cNvSpPr>
              <a:spLocks/>
            </p:cNvSpPr>
            <p:nvPr/>
          </p:nvSpPr>
          <p:spPr bwMode="auto">
            <a:xfrm>
              <a:off x="304800" y="1325563"/>
              <a:ext cx="122238" cy="73025"/>
            </a:xfrm>
            <a:custGeom>
              <a:avLst/>
              <a:gdLst>
                <a:gd name="T0" fmla="*/ 211 w 286"/>
                <a:gd name="T1" fmla="*/ 27 h 170"/>
                <a:gd name="T2" fmla="*/ 123 w 286"/>
                <a:gd name="T3" fmla="*/ 0 h 170"/>
                <a:gd name="T4" fmla="*/ 0 w 286"/>
                <a:gd name="T5" fmla="*/ 170 h 170"/>
                <a:gd name="T6" fmla="*/ 286 w 286"/>
                <a:gd name="T7" fmla="*/ 34 h 170"/>
                <a:gd name="T8" fmla="*/ 211 w 286"/>
                <a:gd name="T9" fmla="*/ 27 h 170"/>
              </a:gdLst>
              <a:ahLst/>
              <a:cxnLst>
                <a:cxn ang="0">
                  <a:pos x="T0" y="T1"/>
                </a:cxn>
                <a:cxn ang="0">
                  <a:pos x="T2" y="T3"/>
                </a:cxn>
                <a:cxn ang="0">
                  <a:pos x="T4" y="T5"/>
                </a:cxn>
                <a:cxn ang="0">
                  <a:pos x="T6" y="T7"/>
                </a:cxn>
                <a:cxn ang="0">
                  <a:pos x="T8" y="T9"/>
                </a:cxn>
              </a:cxnLst>
              <a:rect l="0" t="0" r="r" b="b"/>
              <a:pathLst>
                <a:path w="286" h="170">
                  <a:moveTo>
                    <a:pt x="211" y="27"/>
                  </a:moveTo>
                  <a:cubicBezTo>
                    <a:pt x="156" y="12"/>
                    <a:pt x="176" y="21"/>
                    <a:pt x="123" y="0"/>
                  </a:cubicBezTo>
                  <a:cubicBezTo>
                    <a:pt x="77" y="92"/>
                    <a:pt x="50" y="120"/>
                    <a:pt x="0" y="170"/>
                  </a:cubicBezTo>
                  <a:cubicBezTo>
                    <a:pt x="120" y="150"/>
                    <a:pt x="172" y="123"/>
                    <a:pt x="286" y="34"/>
                  </a:cubicBezTo>
                  <a:cubicBezTo>
                    <a:pt x="247" y="30"/>
                    <a:pt x="248" y="37"/>
                    <a:pt x="211"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 name="Freeform 60"/>
            <p:cNvSpPr>
              <a:spLocks noEditPoints="1"/>
            </p:cNvSpPr>
            <p:nvPr/>
          </p:nvSpPr>
          <p:spPr bwMode="auto">
            <a:xfrm>
              <a:off x="265113" y="1006476"/>
              <a:ext cx="406400" cy="349250"/>
            </a:xfrm>
            <a:custGeom>
              <a:avLst/>
              <a:gdLst>
                <a:gd name="T0" fmla="*/ 474 w 949"/>
                <a:gd name="T1" fmla="*/ 817 h 817"/>
                <a:gd name="T2" fmla="*/ 0 w 949"/>
                <a:gd name="T3" fmla="*/ 408 h 817"/>
                <a:gd name="T4" fmla="*/ 474 w 949"/>
                <a:gd name="T5" fmla="*/ 0 h 817"/>
                <a:gd name="T6" fmla="*/ 949 w 949"/>
                <a:gd name="T7" fmla="*/ 408 h 817"/>
                <a:gd name="T8" fmla="*/ 474 w 949"/>
                <a:gd name="T9" fmla="*/ 817 h 817"/>
                <a:gd name="T10" fmla="*/ 474 w 949"/>
                <a:gd name="T11" fmla="*/ 40 h 817"/>
                <a:gd name="T12" fmla="*/ 40 w 949"/>
                <a:gd name="T13" fmla="*/ 408 h 817"/>
                <a:gd name="T14" fmla="*/ 474 w 949"/>
                <a:gd name="T15" fmla="*/ 777 h 817"/>
                <a:gd name="T16" fmla="*/ 909 w 949"/>
                <a:gd name="T17" fmla="*/ 408 h 817"/>
                <a:gd name="T18" fmla="*/ 474 w 949"/>
                <a:gd name="T19" fmla="*/ 40 h 8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49" h="817">
                  <a:moveTo>
                    <a:pt x="474" y="817"/>
                  </a:moveTo>
                  <a:cubicBezTo>
                    <a:pt x="213" y="817"/>
                    <a:pt x="0" y="634"/>
                    <a:pt x="0" y="408"/>
                  </a:cubicBezTo>
                  <a:cubicBezTo>
                    <a:pt x="0" y="183"/>
                    <a:pt x="213" y="0"/>
                    <a:pt x="474" y="0"/>
                  </a:cubicBezTo>
                  <a:cubicBezTo>
                    <a:pt x="736" y="0"/>
                    <a:pt x="949" y="183"/>
                    <a:pt x="949" y="408"/>
                  </a:cubicBezTo>
                  <a:cubicBezTo>
                    <a:pt x="949" y="634"/>
                    <a:pt x="736" y="817"/>
                    <a:pt x="474" y="817"/>
                  </a:cubicBezTo>
                  <a:close/>
                  <a:moveTo>
                    <a:pt x="474" y="40"/>
                  </a:moveTo>
                  <a:cubicBezTo>
                    <a:pt x="235" y="40"/>
                    <a:pt x="40" y="205"/>
                    <a:pt x="40" y="408"/>
                  </a:cubicBezTo>
                  <a:cubicBezTo>
                    <a:pt x="40" y="612"/>
                    <a:pt x="235" y="777"/>
                    <a:pt x="474" y="777"/>
                  </a:cubicBezTo>
                  <a:cubicBezTo>
                    <a:pt x="714" y="777"/>
                    <a:pt x="909" y="612"/>
                    <a:pt x="909" y="408"/>
                  </a:cubicBezTo>
                  <a:cubicBezTo>
                    <a:pt x="909" y="205"/>
                    <a:pt x="714" y="40"/>
                    <a:pt x="474"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7" name="组合 36"/>
          <p:cNvGrpSpPr/>
          <p:nvPr/>
        </p:nvGrpSpPr>
        <p:grpSpPr>
          <a:xfrm>
            <a:off x="5432535" y="624174"/>
            <a:ext cx="262424" cy="288998"/>
            <a:chOff x="1158875" y="989013"/>
            <a:chExt cx="376238" cy="414338"/>
          </a:xfrm>
          <a:solidFill>
            <a:srgbClr val="707E84"/>
          </a:solidFill>
        </p:grpSpPr>
        <p:sp>
          <p:nvSpPr>
            <p:cNvPr id="38" name="Freeform 61"/>
            <p:cNvSpPr>
              <a:spLocks noEditPoints="1"/>
            </p:cNvSpPr>
            <p:nvPr/>
          </p:nvSpPr>
          <p:spPr bwMode="auto">
            <a:xfrm>
              <a:off x="1303338" y="1104901"/>
              <a:ext cx="123825" cy="115888"/>
            </a:xfrm>
            <a:custGeom>
              <a:avLst/>
              <a:gdLst>
                <a:gd name="T0" fmla="*/ 150 w 288"/>
                <a:gd name="T1" fmla="*/ 269 h 269"/>
                <a:gd name="T2" fmla="*/ 47 w 288"/>
                <a:gd name="T3" fmla="*/ 220 h 269"/>
                <a:gd name="T4" fmla="*/ 65 w 288"/>
                <a:gd name="T5" fmla="*/ 31 h 269"/>
                <a:gd name="T6" fmla="*/ 150 w 288"/>
                <a:gd name="T7" fmla="*/ 0 h 269"/>
                <a:gd name="T8" fmla="*/ 254 w 288"/>
                <a:gd name="T9" fmla="*/ 48 h 269"/>
                <a:gd name="T10" fmla="*/ 284 w 288"/>
                <a:gd name="T11" fmla="*/ 147 h 269"/>
                <a:gd name="T12" fmla="*/ 236 w 288"/>
                <a:gd name="T13" fmla="*/ 238 h 269"/>
                <a:gd name="T14" fmla="*/ 150 w 288"/>
                <a:gd name="T15" fmla="*/ 269 h 269"/>
                <a:gd name="T16" fmla="*/ 150 w 288"/>
                <a:gd name="T17" fmla="*/ 40 h 269"/>
                <a:gd name="T18" fmla="*/ 90 w 288"/>
                <a:gd name="T19" fmla="*/ 61 h 269"/>
                <a:gd name="T20" fmla="*/ 78 w 288"/>
                <a:gd name="T21" fmla="*/ 195 h 269"/>
                <a:gd name="T22" fmla="*/ 150 w 288"/>
                <a:gd name="T23" fmla="*/ 229 h 269"/>
                <a:gd name="T24" fmla="*/ 211 w 288"/>
                <a:gd name="T25" fmla="*/ 207 h 269"/>
                <a:gd name="T26" fmla="*/ 245 w 288"/>
                <a:gd name="T27" fmla="*/ 143 h 269"/>
                <a:gd name="T28" fmla="*/ 223 w 288"/>
                <a:gd name="T29" fmla="*/ 74 h 269"/>
                <a:gd name="T30" fmla="*/ 150 w 288"/>
                <a:gd name="T31" fmla="*/ 4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8" h="269">
                  <a:moveTo>
                    <a:pt x="150" y="269"/>
                  </a:moveTo>
                  <a:cubicBezTo>
                    <a:pt x="110" y="269"/>
                    <a:pt x="73" y="251"/>
                    <a:pt x="47" y="220"/>
                  </a:cubicBezTo>
                  <a:cubicBezTo>
                    <a:pt x="0" y="163"/>
                    <a:pt x="7" y="78"/>
                    <a:pt x="65" y="31"/>
                  </a:cubicBezTo>
                  <a:cubicBezTo>
                    <a:pt x="89" y="11"/>
                    <a:pt x="119" y="0"/>
                    <a:pt x="150" y="0"/>
                  </a:cubicBezTo>
                  <a:cubicBezTo>
                    <a:pt x="191" y="0"/>
                    <a:pt x="228" y="17"/>
                    <a:pt x="254" y="48"/>
                  </a:cubicBezTo>
                  <a:cubicBezTo>
                    <a:pt x="277" y="76"/>
                    <a:pt x="288" y="111"/>
                    <a:pt x="284" y="147"/>
                  </a:cubicBezTo>
                  <a:cubicBezTo>
                    <a:pt x="281" y="182"/>
                    <a:pt x="264" y="215"/>
                    <a:pt x="236" y="238"/>
                  </a:cubicBezTo>
                  <a:cubicBezTo>
                    <a:pt x="212" y="258"/>
                    <a:pt x="182" y="269"/>
                    <a:pt x="150" y="269"/>
                  </a:cubicBezTo>
                  <a:close/>
                  <a:moveTo>
                    <a:pt x="150" y="40"/>
                  </a:moveTo>
                  <a:cubicBezTo>
                    <a:pt x="128" y="40"/>
                    <a:pt x="107" y="47"/>
                    <a:pt x="90" y="61"/>
                  </a:cubicBezTo>
                  <a:cubicBezTo>
                    <a:pt x="50" y="95"/>
                    <a:pt x="44" y="154"/>
                    <a:pt x="78" y="195"/>
                  </a:cubicBezTo>
                  <a:cubicBezTo>
                    <a:pt x="96" y="216"/>
                    <a:pt x="122" y="229"/>
                    <a:pt x="150" y="229"/>
                  </a:cubicBezTo>
                  <a:cubicBezTo>
                    <a:pt x="172" y="229"/>
                    <a:pt x="194" y="221"/>
                    <a:pt x="211" y="207"/>
                  </a:cubicBezTo>
                  <a:cubicBezTo>
                    <a:pt x="230" y="191"/>
                    <a:pt x="242" y="168"/>
                    <a:pt x="245" y="143"/>
                  </a:cubicBezTo>
                  <a:cubicBezTo>
                    <a:pt x="247" y="118"/>
                    <a:pt x="239" y="93"/>
                    <a:pt x="223" y="74"/>
                  </a:cubicBezTo>
                  <a:cubicBezTo>
                    <a:pt x="205" y="52"/>
                    <a:pt x="179" y="40"/>
                    <a:pt x="150"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 name="Freeform 62"/>
            <p:cNvSpPr>
              <a:spLocks/>
            </p:cNvSpPr>
            <p:nvPr/>
          </p:nvSpPr>
          <p:spPr bwMode="auto">
            <a:xfrm>
              <a:off x="1377950" y="1017588"/>
              <a:ext cx="144463" cy="141288"/>
            </a:xfrm>
            <a:custGeom>
              <a:avLst/>
              <a:gdLst>
                <a:gd name="T0" fmla="*/ 95 w 336"/>
                <a:gd name="T1" fmla="*/ 328 h 328"/>
                <a:gd name="T2" fmla="*/ 81 w 336"/>
                <a:gd name="T3" fmla="*/ 291 h 328"/>
                <a:gd name="T4" fmla="*/ 258 w 336"/>
                <a:gd name="T5" fmla="*/ 225 h 328"/>
                <a:gd name="T6" fmla="*/ 286 w 336"/>
                <a:gd name="T7" fmla="*/ 171 h 328"/>
                <a:gd name="T8" fmla="*/ 250 w 336"/>
                <a:gd name="T9" fmla="*/ 103 h 328"/>
                <a:gd name="T10" fmla="*/ 190 w 336"/>
                <a:gd name="T11" fmla="*/ 55 h 328"/>
                <a:gd name="T12" fmla="*/ 131 w 336"/>
                <a:gd name="T13" fmla="*/ 73 h 328"/>
                <a:gd name="T14" fmla="*/ 34 w 336"/>
                <a:gd name="T15" fmla="*/ 235 h 328"/>
                <a:gd name="T16" fmla="*/ 0 w 336"/>
                <a:gd name="T17" fmla="*/ 214 h 328"/>
                <a:gd name="T18" fmla="*/ 97 w 336"/>
                <a:gd name="T19" fmla="*/ 52 h 328"/>
                <a:gd name="T20" fmla="*/ 208 w 336"/>
                <a:gd name="T21" fmla="*/ 19 h 328"/>
                <a:gd name="T22" fmla="*/ 281 w 336"/>
                <a:gd name="T23" fmla="*/ 77 h 328"/>
                <a:gd name="T24" fmla="*/ 325 w 336"/>
                <a:gd name="T25" fmla="*/ 160 h 328"/>
                <a:gd name="T26" fmla="*/ 272 w 336"/>
                <a:gd name="T27" fmla="*/ 263 h 328"/>
                <a:gd name="T28" fmla="*/ 95 w 336"/>
                <a:gd name="T29" fmla="*/ 328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6" h="328">
                  <a:moveTo>
                    <a:pt x="95" y="328"/>
                  </a:moveTo>
                  <a:cubicBezTo>
                    <a:pt x="81" y="291"/>
                    <a:pt x="81" y="291"/>
                    <a:pt x="81" y="291"/>
                  </a:cubicBezTo>
                  <a:cubicBezTo>
                    <a:pt x="258" y="225"/>
                    <a:pt x="258" y="225"/>
                    <a:pt x="258" y="225"/>
                  </a:cubicBezTo>
                  <a:cubicBezTo>
                    <a:pt x="279" y="217"/>
                    <a:pt x="292" y="192"/>
                    <a:pt x="286" y="171"/>
                  </a:cubicBezTo>
                  <a:cubicBezTo>
                    <a:pt x="286" y="170"/>
                    <a:pt x="275" y="133"/>
                    <a:pt x="250" y="103"/>
                  </a:cubicBezTo>
                  <a:cubicBezTo>
                    <a:pt x="226" y="73"/>
                    <a:pt x="191" y="56"/>
                    <a:pt x="190" y="55"/>
                  </a:cubicBezTo>
                  <a:cubicBezTo>
                    <a:pt x="170" y="45"/>
                    <a:pt x="143" y="53"/>
                    <a:pt x="131" y="73"/>
                  </a:cubicBezTo>
                  <a:cubicBezTo>
                    <a:pt x="34" y="235"/>
                    <a:pt x="34" y="235"/>
                    <a:pt x="34" y="235"/>
                  </a:cubicBezTo>
                  <a:cubicBezTo>
                    <a:pt x="0" y="214"/>
                    <a:pt x="0" y="214"/>
                    <a:pt x="0" y="214"/>
                  </a:cubicBezTo>
                  <a:cubicBezTo>
                    <a:pt x="97" y="52"/>
                    <a:pt x="97" y="52"/>
                    <a:pt x="97" y="52"/>
                  </a:cubicBezTo>
                  <a:cubicBezTo>
                    <a:pt x="119" y="15"/>
                    <a:pt x="169" y="0"/>
                    <a:pt x="208" y="19"/>
                  </a:cubicBezTo>
                  <a:cubicBezTo>
                    <a:pt x="210" y="20"/>
                    <a:pt x="251" y="41"/>
                    <a:pt x="281" y="77"/>
                  </a:cubicBezTo>
                  <a:cubicBezTo>
                    <a:pt x="312" y="114"/>
                    <a:pt x="324" y="158"/>
                    <a:pt x="325" y="160"/>
                  </a:cubicBezTo>
                  <a:cubicBezTo>
                    <a:pt x="336" y="202"/>
                    <a:pt x="312" y="248"/>
                    <a:pt x="272" y="263"/>
                  </a:cubicBezTo>
                  <a:lnTo>
                    <a:pt x="95" y="3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 name="Freeform 63"/>
            <p:cNvSpPr>
              <a:spLocks/>
            </p:cNvSpPr>
            <p:nvPr/>
          </p:nvSpPr>
          <p:spPr bwMode="auto">
            <a:xfrm>
              <a:off x="1211263" y="1162051"/>
              <a:ext cx="144463" cy="136525"/>
            </a:xfrm>
            <a:custGeom>
              <a:avLst/>
              <a:gdLst>
                <a:gd name="T0" fmla="*/ 165 w 336"/>
                <a:gd name="T1" fmla="*/ 317 h 317"/>
                <a:gd name="T2" fmla="*/ 129 w 336"/>
                <a:gd name="T3" fmla="*/ 309 h 317"/>
                <a:gd name="T4" fmla="*/ 55 w 336"/>
                <a:gd name="T5" fmla="*/ 251 h 317"/>
                <a:gd name="T6" fmla="*/ 12 w 336"/>
                <a:gd name="T7" fmla="*/ 168 h 317"/>
                <a:gd name="T8" fmla="*/ 65 w 336"/>
                <a:gd name="T9" fmla="*/ 66 h 317"/>
                <a:gd name="T10" fmla="*/ 242 w 336"/>
                <a:gd name="T11" fmla="*/ 0 h 317"/>
                <a:gd name="T12" fmla="*/ 256 w 336"/>
                <a:gd name="T13" fmla="*/ 37 h 317"/>
                <a:gd name="T14" fmla="*/ 78 w 336"/>
                <a:gd name="T15" fmla="*/ 103 h 317"/>
                <a:gd name="T16" fmla="*/ 50 w 336"/>
                <a:gd name="T17" fmla="*/ 158 h 317"/>
                <a:gd name="T18" fmla="*/ 86 w 336"/>
                <a:gd name="T19" fmla="*/ 226 h 317"/>
                <a:gd name="T20" fmla="*/ 146 w 336"/>
                <a:gd name="T21" fmla="*/ 273 h 317"/>
                <a:gd name="T22" fmla="*/ 205 w 336"/>
                <a:gd name="T23" fmla="*/ 255 h 317"/>
                <a:gd name="T24" fmla="*/ 302 w 336"/>
                <a:gd name="T25" fmla="*/ 93 h 317"/>
                <a:gd name="T26" fmla="*/ 336 w 336"/>
                <a:gd name="T27" fmla="*/ 114 h 317"/>
                <a:gd name="T28" fmla="*/ 239 w 336"/>
                <a:gd name="T29" fmla="*/ 276 h 317"/>
                <a:gd name="T30" fmla="*/ 165 w 336"/>
                <a:gd name="T31"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36" h="317">
                  <a:moveTo>
                    <a:pt x="165" y="317"/>
                  </a:moveTo>
                  <a:cubicBezTo>
                    <a:pt x="153" y="317"/>
                    <a:pt x="140" y="314"/>
                    <a:pt x="129" y="309"/>
                  </a:cubicBezTo>
                  <a:cubicBezTo>
                    <a:pt x="127" y="308"/>
                    <a:pt x="86" y="288"/>
                    <a:pt x="55" y="251"/>
                  </a:cubicBezTo>
                  <a:cubicBezTo>
                    <a:pt x="25" y="214"/>
                    <a:pt x="12" y="170"/>
                    <a:pt x="12" y="168"/>
                  </a:cubicBezTo>
                  <a:cubicBezTo>
                    <a:pt x="0" y="127"/>
                    <a:pt x="24" y="81"/>
                    <a:pt x="65" y="66"/>
                  </a:cubicBezTo>
                  <a:cubicBezTo>
                    <a:pt x="242" y="0"/>
                    <a:pt x="242" y="0"/>
                    <a:pt x="242" y="0"/>
                  </a:cubicBezTo>
                  <a:cubicBezTo>
                    <a:pt x="256" y="37"/>
                    <a:pt x="256" y="37"/>
                    <a:pt x="256" y="37"/>
                  </a:cubicBezTo>
                  <a:cubicBezTo>
                    <a:pt x="78" y="103"/>
                    <a:pt x="78" y="103"/>
                    <a:pt x="78" y="103"/>
                  </a:cubicBezTo>
                  <a:cubicBezTo>
                    <a:pt x="57" y="111"/>
                    <a:pt x="44" y="136"/>
                    <a:pt x="50" y="158"/>
                  </a:cubicBezTo>
                  <a:cubicBezTo>
                    <a:pt x="51" y="158"/>
                    <a:pt x="61" y="196"/>
                    <a:pt x="86" y="226"/>
                  </a:cubicBezTo>
                  <a:cubicBezTo>
                    <a:pt x="111" y="256"/>
                    <a:pt x="146" y="273"/>
                    <a:pt x="146" y="273"/>
                  </a:cubicBezTo>
                  <a:cubicBezTo>
                    <a:pt x="166" y="283"/>
                    <a:pt x="193" y="275"/>
                    <a:pt x="205" y="255"/>
                  </a:cubicBezTo>
                  <a:cubicBezTo>
                    <a:pt x="302" y="93"/>
                    <a:pt x="302" y="93"/>
                    <a:pt x="302" y="93"/>
                  </a:cubicBezTo>
                  <a:cubicBezTo>
                    <a:pt x="336" y="114"/>
                    <a:pt x="336" y="114"/>
                    <a:pt x="336" y="114"/>
                  </a:cubicBezTo>
                  <a:cubicBezTo>
                    <a:pt x="239" y="276"/>
                    <a:pt x="239" y="276"/>
                    <a:pt x="239" y="276"/>
                  </a:cubicBezTo>
                  <a:cubicBezTo>
                    <a:pt x="224" y="302"/>
                    <a:pt x="194" y="317"/>
                    <a:pt x="165" y="3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 name="Freeform 64"/>
            <p:cNvSpPr>
              <a:spLocks/>
            </p:cNvSpPr>
            <p:nvPr/>
          </p:nvSpPr>
          <p:spPr bwMode="auto">
            <a:xfrm>
              <a:off x="1279525" y="989013"/>
              <a:ext cx="128588" cy="136525"/>
            </a:xfrm>
            <a:custGeom>
              <a:avLst/>
              <a:gdLst>
                <a:gd name="T0" fmla="*/ 113 w 298"/>
                <a:gd name="T1" fmla="*/ 320 h 320"/>
                <a:gd name="T2" fmla="*/ 21 w 298"/>
                <a:gd name="T3" fmla="*/ 155 h 320"/>
                <a:gd name="T4" fmla="*/ 48 w 298"/>
                <a:gd name="T5" fmla="*/ 42 h 320"/>
                <a:gd name="T6" fmla="*/ 135 w 298"/>
                <a:gd name="T7" fmla="*/ 8 h 320"/>
                <a:gd name="T8" fmla="*/ 228 w 298"/>
                <a:gd name="T9" fmla="*/ 12 h 320"/>
                <a:gd name="T10" fmla="*/ 291 w 298"/>
                <a:gd name="T11" fmla="*/ 109 h 320"/>
                <a:gd name="T12" fmla="*/ 259 w 298"/>
                <a:gd name="T13" fmla="*/ 295 h 320"/>
                <a:gd name="T14" fmla="*/ 220 w 298"/>
                <a:gd name="T15" fmla="*/ 288 h 320"/>
                <a:gd name="T16" fmla="*/ 251 w 298"/>
                <a:gd name="T17" fmla="*/ 102 h 320"/>
                <a:gd name="T18" fmla="*/ 218 w 298"/>
                <a:gd name="T19" fmla="*/ 50 h 320"/>
                <a:gd name="T20" fmla="*/ 142 w 298"/>
                <a:gd name="T21" fmla="*/ 47 h 320"/>
                <a:gd name="T22" fmla="*/ 71 w 298"/>
                <a:gd name="T23" fmla="*/ 76 h 320"/>
                <a:gd name="T24" fmla="*/ 56 w 298"/>
                <a:gd name="T25" fmla="*/ 135 h 320"/>
                <a:gd name="T26" fmla="*/ 148 w 298"/>
                <a:gd name="T27" fmla="*/ 300 h 320"/>
                <a:gd name="T28" fmla="*/ 113 w 298"/>
                <a:gd name="T29" fmla="*/ 320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8" h="320">
                  <a:moveTo>
                    <a:pt x="113" y="320"/>
                  </a:moveTo>
                  <a:cubicBezTo>
                    <a:pt x="21" y="155"/>
                    <a:pt x="21" y="155"/>
                    <a:pt x="21" y="155"/>
                  </a:cubicBezTo>
                  <a:cubicBezTo>
                    <a:pt x="0" y="117"/>
                    <a:pt x="12" y="67"/>
                    <a:pt x="48" y="42"/>
                  </a:cubicBezTo>
                  <a:cubicBezTo>
                    <a:pt x="50" y="41"/>
                    <a:pt x="88" y="16"/>
                    <a:pt x="135" y="8"/>
                  </a:cubicBezTo>
                  <a:cubicBezTo>
                    <a:pt x="182" y="0"/>
                    <a:pt x="226" y="11"/>
                    <a:pt x="228" y="12"/>
                  </a:cubicBezTo>
                  <a:cubicBezTo>
                    <a:pt x="270" y="23"/>
                    <a:pt x="298" y="66"/>
                    <a:pt x="291" y="109"/>
                  </a:cubicBezTo>
                  <a:cubicBezTo>
                    <a:pt x="259" y="295"/>
                    <a:pt x="259" y="295"/>
                    <a:pt x="259" y="295"/>
                  </a:cubicBezTo>
                  <a:cubicBezTo>
                    <a:pt x="220" y="288"/>
                    <a:pt x="220" y="288"/>
                    <a:pt x="220" y="288"/>
                  </a:cubicBezTo>
                  <a:cubicBezTo>
                    <a:pt x="251" y="102"/>
                    <a:pt x="251" y="102"/>
                    <a:pt x="251" y="102"/>
                  </a:cubicBezTo>
                  <a:cubicBezTo>
                    <a:pt x="255" y="80"/>
                    <a:pt x="240" y="56"/>
                    <a:pt x="218" y="50"/>
                  </a:cubicBezTo>
                  <a:cubicBezTo>
                    <a:pt x="218" y="50"/>
                    <a:pt x="180" y="41"/>
                    <a:pt x="142" y="47"/>
                  </a:cubicBezTo>
                  <a:cubicBezTo>
                    <a:pt x="103" y="54"/>
                    <a:pt x="71" y="75"/>
                    <a:pt x="71" y="76"/>
                  </a:cubicBezTo>
                  <a:cubicBezTo>
                    <a:pt x="52" y="88"/>
                    <a:pt x="45" y="116"/>
                    <a:pt x="56" y="135"/>
                  </a:cubicBezTo>
                  <a:cubicBezTo>
                    <a:pt x="148" y="300"/>
                    <a:pt x="148" y="300"/>
                    <a:pt x="148" y="300"/>
                  </a:cubicBezTo>
                  <a:lnTo>
                    <a:pt x="113" y="3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 name="Freeform 65"/>
            <p:cNvSpPr>
              <a:spLocks/>
            </p:cNvSpPr>
            <p:nvPr/>
          </p:nvSpPr>
          <p:spPr bwMode="auto">
            <a:xfrm>
              <a:off x="1325563" y="1195388"/>
              <a:ext cx="128588" cy="134938"/>
            </a:xfrm>
            <a:custGeom>
              <a:avLst/>
              <a:gdLst>
                <a:gd name="T0" fmla="*/ 128 w 298"/>
                <a:gd name="T1" fmla="*/ 315 h 315"/>
                <a:gd name="T2" fmla="*/ 70 w 298"/>
                <a:gd name="T3" fmla="*/ 309 h 315"/>
                <a:gd name="T4" fmla="*/ 8 w 298"/>
                <a:gd name="T5" fmla="*/ 212 h 315"/>
                <a:gd name="T6" fmla="*/ 39 w 298"/>
                <a:gd name="T7" fmla="*/ 25 h 315"/>
                <a:gd name="T8" fmla="*/ 79 w 298"/>
                <a:gd name="T9" fmla="*/ 32 h 315"/>
                <a:gd name="T10" fmla="*/ 47 w 298"/>
                <a:gd name="T11" fmla="*/ 218 h 315"/>
                <a:gd name="T12" fmla="*/ 80 w 298"/>
                <a:gd name="T13" fmla="*/ 270 h 315"/>
                <a:gd name="T14" fmla="*/ 157 w 298"/>
                <a:gd name="T15" fmla="*/ 273 h 315"/>
                <a:gd name="T16" fmla="*/ 228 w 298"/>
                <a:gd name="T17" fmla="*/ 245 h 315"/>
                <a:gd name="T18" fmla="*/ 242 w 298"/>
                <a:gd name="T19" fmla="*/ 185 h 315"/>
                <a:gd name="T20" fmla="*/ 150 w 298"/>
                <a:gd name="T21" fmla="*/ 20 h 315"/>
                <a:gd name="T22" fmla="*/ 185 w 298"/>
                <a:gd name="T23" fmla="*/ 0 h 315"/>
                <a:gd name="T24" fmla="*/ 277 w 298"/>
                <a:gd name="T25" fmla="*/ 166 h 315"/>
                <a:gd name="T26" fmla="*/ 250 w 298"/>
                <a:gd name="T27" fmla="*/ 278 h 315"/>
                <a:gd name="T28" fmla="*/ 164 w 298"/>
                <a:gd name="T29" fmla="*/ 312 h 315"/>
                <a:gd name="T30" fmla="*/ 128 w 298"/>
                <a:gd name="T31" fmla="*/ 315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8" h="315">
                  <a:moveTo>
                    <a:pt x="128" y="315"/>
                  </a:moveTo>
                  <a:cubicBezTo>
                    <a:pt x="96" y="315"/>
                    <a:pt x="72" y="309"/>
                    <a:pt x="70" y="309"/>
                  </a:cubicBezTo>
                  <a:cubicBezTo>
                    <a:pt x="28" y="298"/>
                    <a:pt x="0" y="254"/>
                    <a:pt x="8" y="212"/>
                  </a:cubicBezTo>
                  <a:cubicBezTo>
                    <a:pt x="39" y="25"/>
                    <a:pt x="39" y="25"/>
                    <a:pt x="39" y="25"/>
                  </a:cubicBezTo>
                  <a:cubicBezTo>
                    <a:pt x="79" y="32"/>
                    <a:pt x="79" y="32"/>
                    <a:pt x="79" y="32"/>
                  </a:cubicBezTo>
                  <a:cubicBezTo>
                    <a:pt x="47" y="218"/>
                    <a:pt x="47" y="218"/>
                    <a:pt x="47" y="218"/>
                  </a:cubicBezTo>
                  <a:cubicBezTo>
                    <a:pt x="43" y="241"/>
                    <a:pt x="58" y="264"/>
                    <a:pt x="80" y="270"/>
                  </a:cubicBezTo>
                  <a:cubicBezTo>
                    <a:pt x="81" y="270"/>
                    <a:pt x="119" y="280"/>
                    <a:pt x="157" y="273"/>
                  </a:cubicBezTo>
                  <a:cubicBezTo>
                    <a:pt x="195" y="266"/>
                    <a:pt x="228" y="245"/>
                    <a:pt x="228" y="245"/>
                  </a:cubicBezTo>
                  <a:cubicBezTo>
                    <a:pt x="247" y="232"/>
                    <a:pt x="253" y="205"/>
                    <a:pt x="242" y="185"/>
                  </a:cubicBezTo>
                  <a:cubicBezTo>
                    <a:pt x="150" y="20"/>
                    <a:pt x="150" y="20"/>
                    <a:pt x="150" y="20"/>
                  </a:cubicBezTo>
                  <a:cubicBezTo>
                    <a:pt x="185" y="0"/>
                    <a:pt x="185" y="0"/>
                    <a:pt x="185" y="0"/>
                  </a:cubicBezTo>
                  <a:cubicBezTo>
                    <a:pt x="277" y="166"/>
                    <a:pt x="277" y="166"/>
                    <a:pt x="277" y="166"/>
                  </a:cubicBezTo>
                  <a:cubicBezTo>
                    <a:pt x="298" y="203"/>
                    <a:pt x="286" y="254"/>
                    <a:pt x="250" y="278"/>
                  </a:cubicBezTo>
                  <a:cubicBezTo>
                    <a:pt x="249" y="279"/>
                    <a:pt x="210" y="304"/>
                    <a:pt x="164" y="312"/>
                  </a:cubicBezTo>
                  <a:cubicBezTo>
                    <a:pt x="151" y="315"/>
                    <a:pt x="139" y="315"/>
                    <a:pt x="128" y="3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 name="Freeform 66"/>
            <p:cNvSpPr>
              <a:spLocks/>
            </p:cNvSpPr>
            <p:nvPr/>
          </p:nvSpPr>
          <p:spPr bwMode="auto">
            <a:xfrm>
              <a:off x="1200150" y="1052513"/>
              <a:ext cx="139700" cy="123825"/>
            </a:xfrm>
            <a:custGeom>
              <a:avLst/>
              <a:gdLst>
                <a:gd name="T0" fmla="*/ 275 w 327"/>
                <a:gd name="T1" fmla="*/ 287 h 287"/>
                <a:gd name="T2" fmla="*/ 86 w 327"/>
                <a:gd name="T3" fmla="*/ 284 h 287"/>
                <a:gd name="T4" fmla="*/ 3 w 327"/>
                <a:gd name="T5" fmla="*/ 204 h 287"/>
                <a:gd name="T6" fmla="*/ 16 w 327"/>
                <a:gd name="T7" fmla="*/ 112 h 287"/>
                <a:gd name="T8" fmla="*/ 66 w 327"/>
                <a:gd name="T9" fmla="*/ 33 h 287"/>
                <a:gd name="T10" fmla="*/ 181 w 327"/>
                <a:gd name="T11" fmla="*/ 27 h 287"/>
                <a:gd name="T12" fmla="*/ 327 w 327"/>
                <a:gd name="T13" fmla="*/ 148 h 287"/>
                <a:gd name="T14" fmla="*/ 301 w 327"/>
                <a:gd name="T15" fmla="*/ 178 h 287"/>
                <a:gd name="T16" fmla="*/ 156 w 327"/>
                <a:gd name="T17" fmla="*/ 58 h 287"/>
                <a:gd name="T18" fmla="*/ 94 w 327"/>
                <a:gd name="T19" fmla="*/ 61 h 287"/>
                <a:gd name="T20" fmla="*/ 54 w 327"/>
                <a:gd name="T21" fmla="*/ 126 h 287"/>
                <a:gd name="T22" fmla="*/ 43 w 327"/>
                <a:gd name="T23" fmla="*/ 201 h 287"/>
                <a:gd name="T24" fmla="*/ 87 w 327"/>
                <a:gd name="T25" fmla="*/ 244 h 287"/>
                <a:gd name="T26" fmla="*/ 276 w 327"/>
                <a:gd name="T27" fmla="*/ 247 h 287"/>
                <a:gd name="T28" fmla="*/ 275 w 327"/>
                <a:gd name="T29" fmla="*/ 287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7" h="287">
                  <a:moveTo>
                    <a:pt x="275" y="287"/>
                  </a:moveTo>
                  <a:cubicBezTo>
                    <a:pt x="86" y="284"/>
                    <a:pt x="86" y="284"/>
                    <a:pt x="86" y="284"/>
                  </a:cubicBezTo>
                  <a:cubicBezTo>
                    <a:pt x="43" y="283"/>
                    <a:pt x="6" y="247"/>
                    <a:pt x="3" y="204"/>
                  </a:cubicBezTo>
                  <a:cubicBezTo>
                    <a:pt x="2" y="202"/>
                    <a:pt x="0" y="156"/>
                    <a:pt x="16" y="112"/>
                  </a:cubicBezTo>
                  <a:cubicBezTo>
                    <a:pt x="33" y="67"/>
                    <a:pt x="65" y="34"/>
                    <a:pt x="66" y="33"/>
                  </a:cubicBezTo>
                  <a:cubicBezTo>
                    <a:pt x="96" y="2"/>
                    <a:pt x="148" y="0"/>
                    <a:pt x="181" y="27"/>
                  </a:cubicBezTo>
                  <a:cubicBezTo>
                    <a:pt x="327" y="148"/>
                    <a:pt x="327" y="148"/>
                    <a:pt x="327" y="148"/>
                  </a:cubicBezTo>
                  <a:cubicBezTo>
                    <a:pt x="301" y="178"/>
                    <a:pt x="301" y="178"/>
                    <a:pt x="301" y="178"/>
                  </a:cubicBezTo>
                  <a:cubicBezTo>
                    <a:pt x="156" y="58"/>
                    <a:pt x="156" y="58"/>
                    <a:pt x="156" y="58"/>
                  </a:cubicBezTo>
                  <a:cubicBezTo>
                    <a:pt x="138" y="43"/>
                    <a:pt x="110" y="45"/>
                    <a:pt x="94" y="61"/>
                  </a:cubicBezTo>
                  <a:cubicBezTo>
                    <a:pt x="94" y="61"/>
                    <a:pt x="67" y="89"/>
                    <a:pt x="54" y="126"/>
                  </a:cubicBezTo>
                  <a:cubicBezTo>
                    <a:pt x="40" y="162"/>
                    <a:pt x="42" y="201"/>
                    <a:pt x="43" y="201"/>
                  </a:cubicBezTo>
                  <a:cubicBezTo>
                    <a:pt x="44" y="224"/>
                    <a:pt x="64" y="243"/>
                    <a:pt x="87" y="244"/>
                  </a:cubicBezTo>
                  <a:cubicBezTo>
                    <a:pt x="276" y="247"/>
                    <a:pt x="276" y="247"/>
                    <a:pt x="276" y="247"/>
                  </a:cubicBezTo>
                  <a:lnTo>
                    <a:pt x="275" y="2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 name="Freeform 67"/>
            <p:cNvSpPr>
              <a:spLocks/>
            </p:cNvSpPr>
            <p:nvPr/>
          </p:nvSpPr>
          <p:spPr bwMode="auto">
            <a:xfrm>
              <a:off x="1393825" y="1144588"/>
              <a:ext cx="141288" cy="119063"/>
            </a:xfrm>
            <a:custGeom>
              <a:avLst/>
              <a:gdLst>
                <a:gd name="T0" fmla="*/ 199 w 327"/>
                <a:gd name="T1" fmla="*/ 278 h 278"/>
                <a:gd name="T2" fmla="*/ 145 w 327"/>
                <a:gd name="T3" fmla="*/ 259 h 278"/>
                <a:gd name="T4" fmla="*/ 0 w 327"/>
                <a:gd name="T5" fmla="*/ 139 h 278"/>
                <a:gd name="T6" fmla="*/ 25 w 327"/>
                <a:gd name="T7" fmla="*/ 108 h 278"/>
                <a:gd name="T8" fmla="*/ 171 w 327"/>
                <a:gd name="T9" fmla="*/ 228 h 278"/>
                <a:gd name="T10" fmla="*/ 232 w 327"/>
                <a:gd name="T11" fmla="*/ 225 h 278"/>
                <a:gd name="T12" fmla="*/ 273 w 327"/>
                <a:gd name="T13" fmla="*/ 161 h 278"/>
                <a:gd name="T14" fmla="*/ 284 w 327"/>
                <a:gd name="T15" fmla="*/ 85 h 278"/>
                <a:gd name="T16" fmla="*/ 239 w 327"/>
                <a:gd name="T17" fmla="*/ 43 h 278"/>
                <a:gd name="T18" fmla="*/ 51 w 327"/>
                <a:gd name="T19" fmla="*/ 40 h 278"/>
                <a:gd name="T20" fmla="*/ 51 w 327"/>
                <a:gd name="T21" fmla="*/ 0 h 278"/>
                <a:gd name="T22" fmla="*/ 240 w 327"/>
                <a:gd name="T23" fmla="*/ 3 h 278"/>
                <a:gd name="T24" fmla="*/ 324 w 327"/>
                <a:gd name="T25" fmla="*/ 82 h 278"/>
                <a:gd name="T26" fmla="*/ 310 w 327"/>
                <a:gd name="T27" fmla="*/ 174 h 278"/>
                <a:gd name="T28" fmla="*/ 261 w 327"/>
                <a:gd name="T29" fmla="*/ 253 h 278"/>
                <a:gd name="T30" fmla="*/ 199 w 327"/>
                <a:gd name="T31" fmla="*/ 278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27" h="278">
                  <a:moveTo>
                    <a:pt x="199" y="278"/>
                  </a:moveTo>
                  <a:cubicBezTo>
                    <a:pt x="180" y="278"/>
                    <a:pt x="161" y="272"/>
                    <a:pt x="145" y="259"/>
                  </a:cubicBezTo>
                  <a:cubicBezTo>
                    <a:pt x="0" y="139"/>
                    <a:pt x="0" y="139"/>
                    <a:pt x="0" y="139"/>
                  </a:cubicBezTo>
                  <a:cubicBezTo>
                    <a:pt x="25" y="108"/>
                    <a:pt x="25" y="108"/>
                    <a:pt x="25" y="108"/>
                  </a:cubicBezTo>
                  <a:cubicBezTo>
                    <a:pt x="171" y="228"/>
                    <a:pt x="171" y="228"/>
                    <a:pt x="171" y="228"/>
                  </a:cubicBezTo>
                  <a:cubicBezTo>
                    <a:pt x="188" y="243"/>
                    <a:pt x="216" y="241"/>
                    <a:pt x="232" y="225"/>
                  </a:cubicBezTo>
                  <a:cubicBezTo>
                    <a:pt x="232" y="225"/>
                    <a:pt x="260" y="197"/>
                    <a:pt x="273" y="161"/>
                  </a:cubicBezTo>
                  <a:cubicBezTo>
                    <a:pt x="286" y="124"/>
                    <a:pt x="284" y="85"/>
                    <a:pt x="284" y="85"/>
                  </a:cubicBezTo>
                  <a:cubicBezTo>
                    <a:pt x="282" y="62"/>
                    <a:pt x="262" y="43"/>
                    <a:pt x="239" y="43"/>
                  </a:cubicBezTo>
                  <a:cubicBezTo>
                    <a:pt x="51" y="40"/>
                    <a:pt x="51" y="40"/>
                    <a:pt x="51" y="40"/>
                  </a:cubicBezTo>
                  <a:cubicBezTo>
                    <a:pt x="51" y="0"/>
                    <a:pt x="51" y="0"/>
                    <a:pt x="51" y="0"/>
                  </a:cubicBezTo>
                  <a:cubicBezTo>
                    <a:pt x="240" y="3"/>
                    <a:pt x="240" y="3"/>
                    <a:pt x="240" y="3"/>
                  </a:cubicBezTo>
                  <a:cubicBezTo>
                    <a:pt x="283" y="3"/>
                    <a:pt x="321" y="39"/>
                    <a:pt x="324" y="82"/>
                  </a:cubicBezTo>
                  <a:cubicBezTo>
                    <a:pt x="324" y="84"/>
                    <a:pt x="327" y="130"/>
                    <a:pt x="310" y="174"/>
                  </a:cubicBezTo>
                  <a:cubicBezTo>
                    <a:pt x="294" y="219"/>
                    <a:pt x="262" y="252"/>
                    <a:pt x="261" y="253"/>
                  </a:cubicBezTo>
                  <a:cubicBezTo>
                    <a:pt x="244" y="270"/>
                    <a:pt x="222" y="278"/>
                    <a:pt x="199" y="2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 name="Freeform 68"/>
            <p:cNvSpPr>
              <a:spLocks/>
            </p:cNvSpPr>
            <p:nvPr/>
          </p:nvSpPr>
          <p:spPr bwMode="auto">
            <a:xfrm>
              <a:off x="1158875" y="1204913"/>
              <a:ext cx="198438" cy="198438"/>
            </a:xfrm>
            <a:custGeom>
              <a:avLst/>
              <a:gdLst>
                <a:gd name="T0" fmla="*/ 10 w 463"/>
                <a:gd name="T1" fmla="*/ 464 h 464"/>
                <a:gd name="T2" fmla="*/ 0 w 463"/>
                <a:gd name="T3" fmla="*/ 426 h 464"/>
                <a:gd name="T4" fmla="*/ 423 w 463"/>
                <a:gd name="T5" fmla="*/ 0 h 464"/>
                <a:gd name="T6" fmla="*/ 463 w 463"/>
                <a:gd name="T7" fmla="*/ 6 h 464"/>
                <a:gd name="T8" fmla="*/ 343 w 463"/>
                <a:gd name="T9" fmla="*/ 255 h 464"/>
                <a:gd name="T10" fmla="*/ 10 w 463"/>
                <a:gd name="T11" fmla="*/ 464 h 464"/>
              </a:gdLst>
              <a:ahLst/>
              <a:cxnLst>
                <a:cxn ang="0">
                  <a:pos x="T0" y="T1"/>
                </a:cxn>
                <a:cxn ang="0">
                  <a:pos x="T2" y="T3"/>
                </a:cxn>
                <a:cxn ang="0">
                  <a:pos x="T4" y="T5"/>
                </a:cxn>
                <a:cxn ang="0">
                  <a:pos x="T6" y="T7"/>
                </a:cxn>
                <a:cxn ang="0">
                  <a:pos x="T8" y="T9"/>
                </a:cxn>
                <a:cxn ang="0">
                  <a:pos x="T10" y="T11"/>
                </a:cxn>
              </a:cxnLst>
              <a:rect l="0" t="0" r="r" b="b"/>
              <a:pathLst>
                <a:path w="463" h="464">
                  <a:moveTo>
                    <a:pt x="10" y="464"/>
                  </a:moveTo>
                  <a:cubicBezTo>
                    <a:pt x="0" y="426"/>
                    <a:pt x="0" y="426"/>
                    <a:pt x="0" y="426"/>
                  </a:cubicBezTo>
                  <a:cubicBezTo>
                    <a:pt x="297" y="345"/>
                    <a:pt x="407" y="112"/>
                    <a:pt x="423" y="0"/>
                  </a:cubicBezTo>
                  <a:cubicBezTo>
                    <a:pt x="463" y="6"/>
                    <a:pt x="463" y="6"/>
                    <a:pt x="463" y="6"/>
                  </a:cubicBezTo>
                  <a:cubicBezTo>
                    <a:pt x="451" y="86"/>
                    <a:pt x="406" y="180"/>
                    <a:pt x="343" y="255"/>
                  </a:cubicBezTo>
                  <a:cubicBezTo>
                    <a:pt x="260" y="355"/>
                    <a:pt x="145" y="428"/>
                    <a:pt x="10" y="4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46" name="组合 45"/>
          <p:cNvGrpSpPr/>
          <p:nvPr/>
        </p:nvGrpSpPr>
        <p:grpSpPr>
          <a:xfrm>
            <a:off x="5914541" y="620483"/>
            <a:ext cx="284569" cy="261316"/>
            <a:chOff x="2017713" y="1012826"/>
            <a:chExt cx="407988" cy="374650"/>
          </a:xfrm>
          <a:solidFill>
            <a:srgbClr val="707E84"/>
          </a:solidFill>
        </p:grpSpPr>
        <p:sp>
          <p:nvSpPr>
            <p:cNvPr id="47" name="Freeform 69"/>
            <p:cNvSpPr>
              <a:spLocks/>
            </p:cNvSpPr>
            <p:nvPr/>
          </p:nvSpPr>
          <p:spPr bwMode="auto">
            <a:xfrm>
              <a:off x="2281238" y="1211263"/>
              <a:ext cx="84138" cy="73025"/>
            </a:xfrm>
            <a:custGeom>
              <a:avLst/>
              <a:gdLst>
                <a:gd name="T0" fmla="*/ 14 w 197"/>
                <a:gd name="T1" fmla="*/ 42 h 171"/>
                <a:gd name="T2" fmla="*/ 38 w 197"/>
                <a:gd name="T3" fmla="*/ 0 h 171"/>
                <a:gd name="T4" fmla="*/ 160 w 197"/>
                <a:gd name="T5" fmla="*/ 0 h 171"/>
                <a:gd name="T6" fmla="*/ 184 w 197"/>
                <a:gd name="T7" fmla="*/ 42 h 171"/>
                <a:gd name="T8" fmla="*/ 123 w 197"/>
                <a:gd name="T9" fmla="*/ 148 h 171"/>
                <a:gd name="T10" fmla="*/ 75 w 197"/>
                <a:gd name="T11" fmla="*/ 148 h 171"/>
                <a:gd name="T12" fmla="*/ 14 w 197"/>
                <a:gd name="T13" fmla="*/ 42 h 171"/>
              </a:gdLst>
              <a:ahLst/>
              <a:cxnLst>
                <a:cxn ang="0">
                  <a:pos x="T0" y="T1"/>
                </a:cxn>
                <a:cxn ang="0">
                  <a:pos x="T2" y="T3"/>
                </a:cxn>
                <a:cxn ang="0">
                  <a:pos x="T4" y="T5"/>
                </a:cxn>
                <a:cxn ang="0">
                  <a:pos x="T6" y="T7"/>
                </a:cxn>
                <a:cxn ang="0">
                  <a:pos x="T8" y="T9"/>
                </a:cxn>
                <a:cxn ang="0">
                  <a:pos x="T10" y="T11"/>
                </a:cxn>
                <a:cxn ang="0">
                  <a:pos x="T12" y="T13"/>
                </a:cxn>
              </a:cxnLst>
              <a:rect l="0" t="0" r="r" b="b"/>
              <a:pathLst>
                <a:path w="197" h="171">
                  <a:moveTo>
                    <a:pt x="14" y="42"/>
                  </a:moveTo>
                  <a:cubicBezTo>
                    <a:pt x="0" y="19"/>
                    <a:pt x="11" y="0"/>
                    <a:pt x="38" y="0"/>
                  </a:cubicBezTo>
                  <a:cubicBezTo>
                    <a:pt x="160" y="0"/>
                    <a:pt x="160" y="0"/>
                    <a:pt x="160" y="0"/>
                  </a:cubicBezTo>
                  <a:cubicBezTo>
                    <a:pt x="186" y="0"/>
                    <a:pt x="197" y="19"/>
                    <a:pt x="184" y="42"/>
                  </a:cubicBezTo>
                  <a:cubicBezTo>
                    <a:pt x="123" y="148"/>
                    <a:pt x="123" y="148"/>
                    <a:pt x="123" y="148"/>
                  </a:cubicBezTo>
                  <a:cubicBezTo>
                    <a:pt x="110" y="171"/>
                    <a:pt x="88" y="171"/>
                    <a:pt x="75" y="148"/>
                  </a:cubicBezTo>
                  <a:lnTo>
                    <a:pt x="14"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 name="Freeform 70"/>
            <p:cNvSpPr>
              <a:spLocks/>
            </p:cNvSpPr>
            <p:nvPr/>
          </p:nvSpPr>
          <p:spPr bwMode="auto">
            <a:xfrm>
              <a:off x="2187575" y="1106488"/>
              <a:ext cx="146050" cy="128588"/>
            </a:xfrm>
            <a:custGeom>
              <a:avLst/>
              <a:gdLst>
                <a:gd name="T0" fmla="*/ 300 w 339"/>
                <a:gd name="T1" fmla="*/ 299 h 299"/>
                <a:gd name="T2" fmla="*/ 0 w 339"/>
                <a:gd name="T3" fmla="*/ 40 h 299"/>
                <a:gd name="T4" fmla="*/ 0 w 339"/>
                <a:gd name="T5" fmla="*/ 0 h 299"/>
                <a:gd name="T6" fmla="*/ 216 w 339"/>
                <a:gd name="T7" fmla="*/ 63 h 299"/>
                <a:gd name="T8" fmla="*/ 339 w 339"/>
                <a:gd name="T9" fmla="*/ 296 h 299"/>
                <a:gd name="T10" fmla="*/ 300 w 339"/>
                <a:gd name="T11" fmla="*/ 299 h 299"/>
              </a:gdLst>
              <a:ahLst/>
              <a:cxnLst>
                <a:cxn ang="0">
                  <a:pos x="T0" y="T1"/>
                </a:cxn>
                <a:cxn ang="0">
                  <a:pos x="T2" y="T3"/>
                </a:cxn>
                <a:cxn ang="0">
                  <a:pos x="T4" y="T5"/>
                </a:cxn>
                <a:cxn ang="0">
                  <a:pos x="T6" y="T7"/>
                </a:cxn>
                <a:cxn ang="0">
                  <a:pos x="T8" y="T9"/>
                </a:cxn>
                <a:cxn ang="0">
                  <a:pos x="T10" y="T11"/>
                </a:cxn>
              </a:cxnLst>
              <a:rect l="0" t="0" r="r" b="b"/>
              <a:pathLst>
                <a:path w="339" h="299">
                  <a:moveTo>
                    <a:pt x="300" y="299"/>
                  </a:moveTo>
                  <a:cubicBezTo>
                    <a:pt x="276" y="65"/>
                    <a:pt x="82" y="40"/>
                    <a:pt x="0" y="40"/>
                  </a:cubicBezTo>
                  <a:cubicBezTo>
                    <a:pt x="0" y="0"/>
                    <a:pt x="0" y="0"/>
                    <a:pt x="0" y="0"/>
                  </a:cubicBezTo>
                  <a:cubicBezTo>
                    <a:pt x="58" y="0"/>
                    <a:pt x="144" y="11"/>
                    <a:pt x="216" y="63"/>
                  </a:cubicBezTo>
                  <a:cubicBezTo>
                    <a:pt x="288" y="114"/>
                    <a:pt x="329" y="192"/>
                    <a:pt x="339" y="296"/>
                  </a:cubicBezTo>
                  <a:lnTo>
                    <a:pt x="300" y="29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 name="Freeform 71"/>
            <p:cNvSpPr>
              <a:spLocks/>
            </p:cNvSpPr>
            <p:nvPr/>
          </p:nvSpPr>
          <p:spPr bwMode="auto">
            <a:xfrm>
              <a:off x="2078038" y="1154113"/>
              <a:ext cx="84138" cy="73025"/>
            </a:xfrm>
            <a:custGeom>
              <a:avLst/>
              <a:gdLst>
                <a:gd name="T0" fmla="*/ 183 w 196"/>
                <a:gd name="T1" fmla="*/ 128 h 171"/>
                <a:gd name="T2" fmla="*/ 159 w 196"/>
                <a:gd name="T3" fmla="*/ 170 h 171"/>
                <a:gd name="T4" fmla="*/ 37 w 196"/>
                <a:gd name="T5" fmla="*/ 171 h 171"/>
                <a:gd name="T6" fmla="*/ 13 w 196"/>
                <a:gd name="T7" fmla="*/ 129 h 171"/>
                <a:gd name="T8" fmla="*/ 74 w 196"/>
                <a:gd name="T9" fmla="*/ 23 h 171"/>
                <a:gd name="T10" fmla="*/ 121 w 196"/>
                <a:gd name="T11" fmla="*/ 23 h 171"/>
                <a:gd name="T12" fmla="*/ 183 w 196"/>
                <a:gd name="T13" fmla="*/ 128 h 171"/>
              </a:gdLst>
              <a:ahLst/>
              <a:cxnLst>
                <a:cxn ang="0">
                  <a:pos x="T0" y="T1"/>
                </a:cxn>
                <a:cxn ang="0">
                  <a:pos x="T2" y="T3"/>
                </a:cxn>
                <a:cxn ang="0">
                  <a:pos x="T4" y="T5"/>
                </a:cxn>
                <a:cxn ang="0">
                  <a:pos x="T6" y="T7"/>
                </a:cxn>
                <a:cxn ang="0">
                  <a:pos x="T8" y="T9"/>
                </a:cxn>
                <a:cxn ang="0">
                  <a:pos x="T10" y="T11"/>
                </a:cxn>
                <a:cxn ang="0">
                  <a:pos x="T12" y="T13"/>
                </a:cxn>
              </a:cxnLst>
              <a:rect l="0" t="0" r="r" b="b"/>
              <a:pathLst>
                <a:path w="196" h="171">
                  <a:moveTo>
                    <a:pt x="183" y="128"/>
                  </a:moveTo>
                  <a:cubicBezTo>
                    <a:pt x="196" y="151"/>
                    <a:pt x="186" y="170"/>
                    <a:pt x="159" y="170"/>
                  </a:cubicBezTo>
                  <a:cubicBezTo>
                    <a:pt x="37" y="171"/>
                    <a:pt x="37" y="171"/>
                    <a:pt x="37" y="171"/>
                  </a:cubicBezTo>
                  <a:cubicBezTo>
                    <a:pt x="11" y="171"/>
                    <a:pt x="0" y="152"/>
                    <a:pt x="13" y="129"/>
                  </a:cubicBezTo>
                  <a:cubicBezTo>
                    <a:pt x="74" y="23"/>
                    <a:pt x="74" y="23"/>
                    <a:pt x="74" y="23"/>
                  </a:cubicBezTo>
                  <a:cubicBezTo>
                    <a:pt x="87" y="0"/>
                    <a:pt x="108" y="0"/>
                    <a:pt x="121" y="23"/>
                  </a:cubicBezTo>
                  <a:lnTo>
                    <a:pt x="183" y="1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 name="Freeform 72"/>
            <p:cNvSpPr>
              <a:spLocks/>
            </p:cNvSpPr>
            <p:nvPr/>
          </p:nvSpPr>
          <p:spPr bwMode="auto">
            <a:xfrm>
              <a:off x="2109788" y="1203326"/>
              <a:ext cx="147638" cy="128588"/>
            </a:xfrm>
            <a:custGeom>
              <a:avLst/>
              <a:gdLst>
                <a:gd name="T0" fmla="*/ 339 w 341"/>
                <a:gd name="T1" fmla="*/ 299 h 299"/>
                <a:gd name="T2" fmla="*/ 124 w 341"/>
                <a:gd name="T3" fmla="*/ 237 h 299"/>
                <a:gd name="T4" fmla="*/ 0 w 341"/>
                <a:gd name="T5" fmla="*/ 4 h 299"/>
                <a:gd name="T6" fmla="*/ 40 w 341"/>
                <a:gd name="T7" fmla="*/ 0 h 299"/>
                <a:gd name="T8" fmla="*/ 341 w 341"/>
                <a:gd name="T9" fmla="*/ 259 h 299"/>
                <a:gd name="T10" fmla="*/ 341 w 341"/>
                <a:gd name="T11" fmla="*/ 299 h 299"/>
                <a:gd name="T12" fmla="*/ 339 w 341"/>
                <a:gd name="T13" fmla="*/ 299 h 299"/>
              </a:gdLst>
              <a:ahLst/>
              <a:cxnLst>
                <a:cxn ang="0">
                  <a:pos x="T0" y="T1"/>
                </a:cxn>
                <a:cxn ang="0">
                  <a:pos x="T2" y="T3"/>
                </a:cxn>
                <a:cxn ang="0">
                  <a:pos x="T4" y="T5"/>
                </a:cxn>
                <a:cxn ang="0">
                  <a:pos x="T6" y="T7"/>
                </a:cxn>
                <a:cxn ang="0">
                  <a:pos x="T8" y="T9"/>
                </a:cxn>
                <a:cxn ang="0">
                  <a:pos x="T10" y="T11"/>
                </a:cxn>
                <a:cxn ang="0">
                  <a:pos x="T12" y="T13"/>
                </a:cxn>
              </a:cxnLst>
              <a:rect l="0" t="0" r="r" b="b"/>
              <a:pathLst>
                <a:path w="341" h="299">
                  <a:moveTo>
                    <a:pt x="339" y="299"/>
                  </a:moveTo>
                  <a:cubicBezTo>
                    <a:pt x="281" y="299"/>
                    <a:pt x="196" y="288"/>
                    <a:pt x="124" y="237"/>
                  </a:cubicBezTo>
                  <a:cubicBezTo>
                    <a:pt x="53" y="186"/>
                    <a:pt x="11" y="107"/>
                    <a:pt x="0" y="4"/>
                  </a:cubicBezTo>
                  <a:cubicBezTo>
                    <a:pt x="40" y="0"/>
                    <a:pt x="40" y="0"/>
                    <a:pt x="40" y="0"/>
                  </a:cubicBezTo>
                  <a:cubicBezTo>
                    <a:pt x="64" y="234"/>
                    <a:pt x="258" y="259"/>
                    <a:pt x="341" y="259"/>
                  </a:cubicBezTo>
                  <a:cubicBezTo>
                    <a:pt x="341" y="299"/>
                    <a:pt x="341" y="299"/>
                    <a:pt x="341" y="299"/>
                  </a:cubicBezTo>
                  <a:cubicBezTo>
                    <a:pt x="340" y="299"/>
                    <a:pt x="340" y="299"/>
                    <a:pt x="339" y="2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 name="Freeform 73"/>
            <p:cNvSpPr>
              <a:spLocks noEditPoints="1"/>
            </p:cNvSpPr>
            <p:nvPr/>
          </p:nvSpPr>
          <p:spPr bwMode="auto">
            <a:xfrm>
              <a:off x="2017713" y="1012826"/>
              <a:ext cx="407988" cy="374650"/>
            </a:xfrm>
            <a:custGeom>
              <a:avLst/>
              <a:gdLst>
                <a:gd name="T0" fmla="*/ 836 w 951"/>
                <a:gd name="T1" fmla="*/ 873 h 873"/>
                <a:gd name="T2" fmla="*/ 115 w 951"/>
                <a:gd name="T3" fmla="*/ 873 h 873"/>
                <a:gd name="T4" fmla="*/ 0 w 951"/>
                <a:gd name="T5" fmla="*/ 758 h 873"/>
                <a:gd name="T6" fmla="*/ 0 w 951"/>
                <a:gd name="T7" fmla="*/ 281 h 873"/>
                <a:gd name="T8" fmla="*/ 115 w 951"/>
                <a:gd name="T9" fmla="*/ 166 h 873"/>
                <a:gd name="T10" fmla="*/ 200 w 951"/>
                <a:gd name="T11" fmla="*/ 166 h 873"/>
                <a:gd name="T12" fmla="*/ 251 w 951"/>
                <a:gd name="T13" fmla="*/ 62 h 873"/>
                <a:gd name="T14" fmla="*/ 352 w 951"/>
                <a:gd name="T15" fmla="*/ 0 h 873"/>
                <a:gd name="T16" fmla="*/ 599 w 951"/>
                <a:gd name="T17" fmla="*/ 0 h 873"/>
                <a:gd name="T18" fmla="*/ 699 w 951"/>
                <a:gd name="T19" fmla="*/ 62 h 873"/>
                <a:gd name="T20" fmla="*/ 751 w 951"/>
                <a:gd name="T21" fmla="*/ 166 h 873"/>
                <a:gd name="T22" fmla="*/ 836 w 951"/>
                <a:gd name="T23" fmla="*/ 166 h 873"/>
                <a:gd name="T24" fmla="*/ 951 w 951"/>
                <a:gd name="T25" fmla="*/ 281 h 873"/>
                <a:gd name="T26" fmla="*/ 951 w 951"/>
                <a:gd name="T27" fmla="*/ 758 h 873"/>
                <a:gd name="T28" fmla="*/ 836 w 951"/>
                <a:gd name="T29" fmla="*/ 873 h 873"/>
                <a:gd name="T30" fmla="*/ 115 w 951"/>
                <a:gd name="T31" fmla="*/ 206 h 873"/>
                <a:gd name="T32" fmla="*/ 40 w 951"/>
                <a:gd name="T33" fmla="*/ 281 h 873"/>
                <a:gd name="T34" fmla="*/ 40 w 951"/>
                <a:gd name="T35" fmla="*/ 758 h 873"/>
                <a:gd name="T36" fmla="*/ 115 w 951"/>
                <a:gd name="T37" fmla="*/ 833 h 873"/>
                <a:gd name="T38" fmla="*/ 836 w 951"/>
                <a:gd name="T39" fmla="*/ 833 h 873"/>
                <a:gd name="T40" fmla="*/ 911 w 951"/>
                <a:gd name="T41" fmla="*/ 758 h 873"/>
                <a:gd name="T42" fmla="*/ 911 w 951"/>
                <a:gd name="T43" fmla="*/ 281 h 873"/>
                <a:gd name="T44" fmla="*/ 836 w 951"/>
                <a:gd name="T45" fmla="*/ 206 h 873"/>
                <a:gd name="T46" fmla="*/ 739 w 951"/>
                <a:gd name="T47" fmla="*/ 206 h 873"/>
                <a:gd name="T48" fmla="*/ 721 w 951"/>
                <a:gd name="T49" fmla="*/ 195 h 873"/>
                <a:gd name="T50" fmla="*/ 664 w 951"/>
                <a:gd name="T51" fmla="*/ 80 h 873"/>
                <a:gd name="T52" fmla="*/ 599 w 951"/>
                <a:gd name="T53" fmla="*/ 40 h 873"/>
                <a:gd name="T54" fmla="*/ 352 w 951"/>
                <a:gd name="T55" fmla="*/ 40 h 873"/>
                <a:gd name="T56" fmla="*/ 287 w 951"/>
                <a:gd name="T57" fmla="*/ 80 h 873"/>
                <a:gd name="T58" fmla="*/ 230 w 951"/>
                <a:gd name="T59" fmla="*/ 195 h 873"/>
                <a:gd name="T60" fmla="*/ 212 w 951"/>
                <a:gd name="T61" fmla="*/ 206 h 873"/>
                <a:gd name="T62" fmla="*/ 115 w 951"/>
                <a:gd name="T63" fmla="*/ 206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51" h="873">
                  <a:moveTo>
                    <a:pt x="836" y="873"/>
                  </a:moveTo>
                  <a:cubicBezTo>
                    <a:pt x="115" y="873"/>
                    <a:pt x="115" y="873"/>
                    <a:pt x="115" y="873"/>
                  </a:cubicBezTo>
                  <a:cubicBezTo>
                    <a:pt x="52" y="873"/>
                    <a:pt x="0" y="821"/>
                    <a:pt x="0" y="758"/>
                  </a:cubicBezTo>
                  <a:cubicBezTo>
                    <a:pt x="0" y="281"/>
                    <a:pt x="0" y="281"/>
                    <a:pt x="0" y="281"/>
                  </a:cubicBezTo>
                  <a:cubicBezTo>
                    <a:pt x="0" y="217"/>
                    <a:pt x="52" y="166"/>
                    <a:pt x="115" y="166"/>
                  </a:cubicBezTo>
                  <a:cubicBezTo>
                    <a:pt x="200" y="166"/>
                    <a:pt x="200" y="166"/>
                    <a:pt x="200" y="166"/>
                  </a:cubicBezTo>
                  <a:cubicBezTo>
                    <a:pt x="251" y="62"/>
                    <a:pt x="251" y="62"/>
                    <a:pt x="251" y="62"/>
                  </a:cubicBezTo>
                  <a:cubicBezTo>
                    <a:pt x="269" y="27"/>
                    <a:pt x="313" y="0"/>
                    <a:pt x="352" y="0"/>
                  </a:cubicBezTo>
                  <a:cubicBezTo>
                    <a:pt x="599" y="0"/>
                    <a:pt x="599" y="0"/>
                    <a:pt x="599" y="0"/>
                  </a:cubicBezTo>
                  <a:cubicBezTo>
                    <a:pt x="638" y="0"/>
                    <a:pt x="682" y="27"/>
                    <a:pt x="699" y="62"/>
                  </a:cubicBezTo>
                  <a:cubicBezTo>
                    <a:pt x="751" y="166"/>
                    <a:pt x="751" y="166"/>
                    <a:pt x="751" y="166"/>
                  </a:cubicBezTo>
                  <a:cubicBezTo>
                    <a:pt x="836" y="166"/>
                    <a:pt x="836" y="166"/>
                    <a:pt x="836" y="166"/>
                  </a:cubicBezTo>
                  <a:cubicBezTo>
                    <a:pt x="899" y="166"/>
                    <a:pt x="951" y="217"/>
                    <a:pt x="951" y="281"/>
                  </a:cubicBezTo>
                  <a:cubicBezTo>
                    <a:pt x="951" y="758"/>
                    <a:pt x="951" y="758"/>
                    <a:pt x="951" y="758"/>
                  </a:cubicBezTo>
                  <a:cubicBezTo>
                    <a:pt x="951" y="821"/>
                    <a:pt x="899" y="873"/>
                    <a:pt x="836" y="873"/>
                  </a:cubicBezTo>
                  <a:close/>
                  <a:moveTo>
                    <a:pt x="115" y="206"/>
                  </a:moveTo>
                  <a:cubicBezTo>
                    <a:pt x="74" y="206"/>
                    <a:pt x="40" y="239"/>
                    <a:pt x="40" y="281"/>
                  </a:cubicBezTo>
                  <a:cubicBezTo>
                    <a:pt x="40" y="758"/>
                    <a:pt x="40" y="758"/>
                    <a:pt x="40" y="758"/>
                  </a:cubicBezTo>
                  <a:cubicBezTo>
                    <a:pt x="40" y="799"/>
                    <a:pt x="74" y="833"/>
                    <a:pt x="115" y="833"/>
                  </a:cubicBezTo>
                  <a:cubicBezTo>
                    <a:pt x="836" y="833"/>
                    <a:pt x="836" y="833"/>
                    <a:pt x="836" y="833"/>
                  </a:cubicBezTo>
                  <a:cubicBezTo>
                    <a:pt x="877" y="833"/>
                    <a:pt x="911" y="799"/>
                    <a:pt x="911" y="758"/>
                  </a:cubicBezTo>
                  <a:cubicBezTo>
                    <a:pt x="911" y="281"/>
                    <a:pt x="911" y="281"/>
                    <a:pt x="911" y="281"/>
                  </a:cubicBezTo>
                  <a:cubicBezTo>
                    <a:pt x="911" y="239"/>
                    <a:pt x="877" y="206"/>
                    <a:pt x="836" y="206"/>
                  </a:cubicBezTo>
                  <a:cubicBezTo>
                    <a:pt x="739" y="206"/>
                    <a:pt x="739" y="206"/>
                    <a:pt x="739" y="206"/>
                  </a:cubicBezTo>
                  <a:cubicBezTo>
                    <a:pt x="731" y="206"/>
                    <a:pt x="724" y="201"/>
                    <a:pt x="721" y="195"/>
                  </a:cubicBezTo>
                  <a:cubicBezTo>
                    <a:pt x="664" y="80"/>
                    <a:pt x="664" y="80"/>
                    <a:pt x="664" y="80"/>
                  </a:cubicBezTo>
                  <a:cubicBezTo>
                    <a:pt x="653" y="58"/>
                    <a:pt x="623" y="40"/>
                    <a:pt x="599" y="40"/>
                  </a:cubicBezTo>
                  <a:cubicBezTo>
                    <a:pt x="352" y="40"/>
                    <a:pt x="352" y="40"/>
                    <a:pt x="352" y="40"/>
                  </a:cubicBezTo>
                  <a:cubicBezTo>
                    <a:pt x="328" y="40"/>
                    <a:pt x="298" y="58"/>
                    <a:pt x="287" y="80"/>
                  </a:cubicBezTo>
                  <a:cubicBezTo>
                    <a:pt x="230" y="195"/>
                    <a:pt x="230" y="195"/>
                    <a:pt x="230" y="195"/>
                  </a:cubicBezTo>
                  <a:cubicBezTo>
                    <a:pt x="227" y="201"/>
                    <a:pt x="220" y="206"/>
                    <a:pt x="212" y="206"/>
                  </a:cubicBezTo>
                  <a:lnTo>
                    <a:pt x="115" y="2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52" name="Freeform 74"/>
          <p:cNvSpPr>
            <a:spLocks noEditPoints="1"/>
          </p:cNvSpPr>
          <p:nvPr/>
        </p:nvSpPr>
        <p:spPr bwMode="auto">
          <a:xfrm>
            <a:off x="6418692" y="624543"/>
            <a:ext cx="233635" cy="286784"/>
          </a:xfrm>
          <a:custGeom>
            <a:avLst/>
            <a:gdLst>
              <a:gd name="T0" fmla="*/ 391 w 782"/>
              <a:gd name="T1" fmla="*/ 959 h 959"/>
              <a:gd name="T2" fmla="*/ 376 w 782"/>
              <a:gd name="T3" fmla="*/ 952 h 959"/>
              <a:gd name="T4" fmla="*/ 100 w 782"/>
              <a:gd name="T5" fmla="*/ 654 h 959"/>
              <a:gd name="T6" fmla="*/ 98 w 782"/>
              <a:gd name="T7" fmla="*/ 650 h 959"/>
              <a:gd name="T8" fmla="*/ 0 w 782"/>
              <a:gd name="T9" fmla="*/ 391 h 959"/>
              <a:gd name="T10" fmla="*/ 391 w 782"/>
              <a:gd name="T11" fmla="*/ 0 h 959"/>
              <a:gd name="T12" fmla="*/ 782 w 782"/>
              <a:gd name="T13" fmla="*/ 391 h 959"/>
              <a:gd name="T14" fmla="*/ 667 w 782"/>
              <a:gd name="T15" fmla="*/ 669 h 959"/>
              <a:gd name="T16" fmla="*/ 405 w 782"/>
              <a:gd name="T17" fmla="*/ 952 h 959"/>
              <a:gd name="T18" fmla="*/ 391 w 782"/>
              <a:gd name="T19" fmla="*/ 959 h 959"/>
              <a:gd name="T20" fmla="*/ 133 w 782"/>
              <a:gd name="T21" fmla="*/ 630 h 959"/>
              <a:gd name="T22" fmla="*/ 391 w 782"/>
              <a:gd name="T23" fmla="*/ 909 h 959"/>
              <a:gd name="T24" fmla="*/ 638 w 782"/>
              <a:gd name="T25" fmla="*/ 641 h 959"/>
              <a:gd name="T26" fmla="*/ 639 w 782"/>
              <a:gd name="T27" fmla="*/ 640 h 959"/>
              <a:gd name="T28" fmla="*/ 742 w 782"/>
              <a:gd name="T29" fmla="*/ 391 h 959"/>
              <a:gd name="T30" fmla="*/ 391 w 782"/>
              <a:gd name="T31" fmla="*/ 40 h 959"/>
              <a:gd name="T32" fmla="*/ 40 w 782"/>
              <a:gd name="T33" fmla="*/ 391 h 959"/>
              <a:gd name="T34" fmla="*/ 130 w 782"/>
              <a:gd name="T35" fmla="*/ 626 h 959"/>
              <a:gd name="T36" fmla="*/ 133 w 782"/>
              <a:gd name="T37" fmla="*/ 630 h 959"/>
              <a:gd name="T38" fmla="*/ 391 w 782"/>
              <a:gd name="T39" fmla="*/ 529 h 959"/>
              <a:gd name="T40" fmla="*/ 247 w 782"/>
              <a:gd name="T41" fmla="*/ 385 h 959"/>
              <a:gd name="T42" fmla="*/ 391 w 782"/>
              <a:gd name="T43" fmla="*/ 241 h 959"/>
              <a:gd name="T44" fmla="*/ 535 w 782"/>
              <a:gd name="T45" fmla="*/ 385 h 959"/>
              <a:gd name="T46" fmla="*/ 391 w 782"/>
              <a:gd name="T47" fmla="*/ 529 h 959"/>
              <a:gd name="T48" fmla="*/ 391 w 782"/>
              <a:gd name="T49" fmla="*/ 281 h 959"/>
              <a:gd name="T50" fmla="*/ 287 w 782"/>
              <a:gd name="T51" fmla="*/ 385 h 959"/>
              <a:gd name="T52" fmla="*/ 391 w 782"/>
              <a:gd name="T53" fmla="*/ 489 h 959"/>
              <a:gd name="T54" fmla="*/ 495 w 782"/>
              <a:gd name="T55" fmla="*/ 385 h 959"/>
              <a:gd name="T56" fmla="*/ 391 w 782"/>
              <a:gd name="T57" fmla="*/ 281 h 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82" h="959">
                <a:moveTo>
                  <a:pt x="391" y="959"/>
                </a:moveTo>
                <a:cubicBezTo>
                  <a:pt x="385" y="959"/>
                  <a:pt x="380" y="956"/>
                  <a:pt x="376" y="952"/>
                </a:cubicBezTo>
                <a:cubicBezTo>
                  <a:pt x="100" y="654"/>
                  <a:pt x="100" y="654"/>
                  <a:pt x="100" y="654"/>
                </a:cubicBezTo>
                <a:cubicBezTo>
                  <a:pt x="99" y="652"/>
                  <a:pt x="98" y="651"/>
                  <a:pt x="98" y="650"/>
                </a:cubicBezTo>
                <a:cubicBezTo>
                  <a:pt x="34" y="578"/>
                  <a:pt x="0" y="487"/>
                  <a:pt x="0" y="391"/>
                </a:cubicBezTo>
                <a:cubicBezTo>
                  <a:pt x="0" y="175"/>
                  <a:pt x="175" y="0"/>
                  <a:pt x="391" y="0"/>
                </a:cubicBezTo>
                <a:cubicBezTo>
                  <a:pt x="607" y="0"/>
                  <a:pt x="782" y="175"/>
                  <a:pt x="782" y="391"/>
                </a:cubicBezTo>
                <a:cubicBezTo>
                  <a:pt x="782" y="496"/>
                  <a:pt x="741" y="594"/>
                  <a:pt x="667" y="669"/>
                </a:cubicBezTo>
                <a:cubicBezTo>
                  <a:pt x="405" y="952"/>
                  <a:pt x="405" y="952"/>
                  <a:pt x="405" y="952"/>
                </a:cubicBezTo>
                <a:cubicBezTo>
                  <a:pt x="401" y="956"/>
                  <a:pt x="396" y="959"/>
                  <a:pt x="391" y="959"/>
                </a:cubicBezTo>
                <a:close/>
                <a:moveTo>
                  <a:pt x="133" y="630"/>
                </a:moveTo>
                <a:cubicBezTo>
                  <a:pt x="391" y="909"/>
                  <a:pt x="391" y="909"/>
                  <a:pt x="391" y="909"/>
                </a:cubicBezTo>
                <a:cubicBezTo>
                  <a:pt x="638" y="641"/>
                  <a:pt x="638" y="641"/>
                  <a:pt x="638" y="641"/>
                </a:cubicBezTo>
                <a:cubicBezTo>
                  <a:pt x="638" y="641"/>
                  <a:pt x="638" y="641"/>
                  <a:pt x="639" y="640"/>
                </a:cubicBezTo>
                <a:cubicBezTo>
                  <a:pt x="706" y="574"/>
                  <a:pt x="742" y="485"/>
                  <a:pt x="742" y="391"/>
                </a:cubicBezTo>
                <a:cubicBezTo>
                  <a:pt x="742" y="197"/>
                  <a:pt x="585" y="40"/>
                  <a:pt x="391" y="40"/>
                </a:cubicBezTo>
                <a:cubicBezTo>
                  <a:pt x="197" y="40"/>
                  <a:pt x="40" y="197"/>
                  <a:pt x="40" y="391"/>
                </a:cubicBezTo>
                <a:cubicBezTo>
                  <a:pt x="40" y="478"/>
                  <a:pt x="72" y="562"/>
                  <a:pt x="130" y="626"/>
                </a:cubicBezTo>
                <a:cubicBezTo>
                  <a:pt x="131" y="627"/>
                  <a:pt x="132" y="628"/>
                  <a:pt x="133" y="630"/>
                </a:cubicBezTo>
                <a:close/>
                <a:moveTo>
                  <a:pt x="391" y="529"/>
                </a:moveTo>
                <a:cubicBezTo>
                  <a:pt x="312" y="529"/>
                  <a:pt x="247" y="465"/>
                  <a:pt x="247" y="385"/>
                </a:cubicBezTo>
                <a:cubicBezTo>
                  <a:pt x="247" y="306"/>
                  <a:pt x="312" y="241"/>
                  <a:pt x="391" y="241"/>
                </a:cubicBezTo>
                <a:cubicBezTo>
                  <a:pt x="470" y="241"/>
                  <a:pt x="535" y="306"/>
                  <a:pt x="535" y="385"/>
                </a:cubicBezTo>
                <a:cubicBezTo>
                  <a:pt x="535" y="465"/>
                  <a:pt x="470" y="529"/>
                  <a:pt x="391" y="529"/>
                </a:cubicBezTo>
                <a:close/>
                <a:moveTo>
                  <a:pt x="391" y="281"/>
                </a:moveTo>
                <a:cubicBezTo>
                  <a:pt x="334" y="281"/>
                  <a:pt x="287" y="328"/>
                  <a:pt x="287" y="385"/>
                </a:cubicBezTo>
                <a:cubicBezTo>
                  <a:pt x="287" y="443"/>
                  <a:pt x="334" y="489"/>
                  <a:pt x="391" y="489"/>
                </a:cubicBezTo>
                <a:cubicBezTo>
                  <a:pt x="448" y="489"/>
                  <a:pt x="495" y="443"/>
                  <a:pt x="495" y="385"/>
                </a:cubicBezTo>
                <a:cubicBezTo>
                  <a:pt x="495" y="328"/>
                  <a:pt x="448" y="281"/>
                  <a:pt x="391" y="281"/>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53" name="组合 52"/>
          <p:cNvGrpSpPr/>
          <p:nvPr/>
        </p:nvGrpSpPr>
        <p:grpSpPr>
          <a:xfrm>
            <a:off x="6871909" y="627865"/>
            <a:ext cx="296749" cy="297856"/>
            <a:chOff x="3767138" y="985838"/>
            <a:chExt cx="425450" cy="427038"/>
          </a:xfrm>
          <a:solidFill>
            <a:srgbClr val="707E84"/>
          </a:solidFill>
        </p:grpSpPr>
        <p:sp>
          <p:nvSpPr>
            <p:cNvPr id="54" name="Freeform 27"/>
            <p:cNvSpPr>
              <a:spLocks noEditPoints="1"/>
            </p:cNvSpPr>
            <p:nvPr/>
          </p:nvSpPr>
          <p:spPr bwMode="auto">
            <a:xfrm>
              <a:off x="3767138" y="985838"/>
              <a:ext cx="425450" cy="427038"/>
            </a:xfrm>
            <a:custGeom>
              <a:avLst/>
              <a:gdLst>
                <a:gd name="T0" fmla="*/ 497 w 994"/>
                <a:gd name="T1" fmla="*/ 995 h 995"/>
                <a:gd name="T2" fmla="*/ 0 w 994"/>
                <a:gd name="T3" fmla="*/ 498 h 995"/>
                <a:gd name="T4" fmla="*/ 497 w 994"/>
                <a:gd name="T5" fmla="*/ 0 h 995"/>
                <a:gd name="T6" fmla="*/ 994 w 994"/>
                <a:gd name="T7" fmla="*/ 498 h 995"/>
                <a:gd name="T8" fmla="*/ 497 w 994"/>
                <a:gd name="T9" fmla="*/ 995 h 995"/>
                <a:gd name="T10" fmla="*/ 497 w 994"/>
                <a:gd name="T11" fmla="*/ 40 h 995"/>
                <a:gd name="T12" fmla="*/ 40 w 994"/>
                <a:gd name="T13" fmla="*/ 498 h 995"/>
                <a:gd name="T14" fmla="*/ 497 w 994"/>
                <a:gd name="T15" fmla="*/ 955 h 995"/>
                <a:gd name="T16" fmla="*/ 954 w 994"/>
                <a:gd name="T17" fmla="*/ 498 h 995"/>
                <a:gd name="T18" fmla="*/ 497 w 994"/>
                <a:gd name="T19" fmla="*/ 40 h 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94" h="995">
                  <a:moveTo>
                    <a:pt x="497" y="995"/>
                  </a:moveTo>
                  <a:cubicBezTo>
                    <a:pt x="223" y="995"/>
                    <a:pt x="0" y="772"/>
                    <a:pt x="0" y="498"/>
                  </a:cubicBezTo>
                  <a:cubicBezTo>
                    <a:pt x="0" y="224"/>
                    <a:pt x="223" y="0"/>
                    <a:pt x="497" y="0"/>
                  </a:cubicBezTo>
                  <a:cubicBezTo>
                    <a:pt x="771" y="0"/>
                    <a:pt x="994" y="224"/>
                    <a:pt x="994" y="498"/>
                  </a:cubicBezTo>
                  <a:cubicBezTo>
                    <a:pt x="994" y="772"/>
                    <a:pt x="771" y="995"/>
                    <a:pt x="497" y="995"/>
                  </a:cubicBezTo>
                  <a:close/>
                  <a:moveTo>
                    <a:pt x="497" y="40"/>
                  </a:moveTo>
                  <a:cubicBezTo>
                    <a:pt x="245" y="40"/>
                    <a:pt x="40" y="246"/>
                    <a:pt x="40" y="498"/>
                  </a:cubicBezTo>
                  <a:cubicBezTo>
                    <a:pt x="40" y="750"/>
                    <a:pt x="245" y="955"/>
                    <a:pt x="497" y="955"/>
                  </a:cubicBezTo>
                  <a:cubicBezTo>
                    <a:pt x="749" y="955"/>
                    <a:pt x="954" y="750"/>
                    <a:pt x="954" y="498"/>
                  </a:cubicBezTo>
                  <a:cubicBezTo>
                    <a:pt x="954" y="246"/>
                    <a:pt x="749" y="40"/>
                    <a:pt x="497"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 name="Rectangle 75"/>
            <p:cNvSpPr>
              <a:spLocks noChangeArrowheads="1"/>
            </p:cNvSpPr>
            <p:nvPr/>
          </p:nvSpPr>
          <p:spPr bwMode="auto">
            <a:xfrm>
              <a:off x="3970338" y="1112838"/>
              <a:ext cx="20638" cy="1746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 name="Rectangle 76"/>
            <p:cNvSpPr>
              <a:spLocks noChangeArrowheads="1"/>
            </p:cNvSpPr>
            <p:nvPr/>
          </p:nvSpPr>
          <p:spPr bwMode="auto">
            <a:xfrm>
              <a:off x="3892550" y="1189038"/>
              <a:ext cx="174625"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57" name="组合 56"/>
          <p:cNvGrpSpPr/>
          <p:nvPr/>
        </p:nvGrpSpPr>
        <p:grpSpPr>
          <a:xfrm>
            <a:off x="7388239" y="627865"/>
            <a:ext cx="296749" cy="297856"/>
            <a:chOff x="4645025" y="985838"/>
            <a:chExt cx="425450" cy="427038"/>
          </a:xfrm>
          <a:solidFill>
            <a:srgbClr val="707E84"/>
          </a:solidFill>
        </p:grpSpPr>
        <p:sp>
          <p:nvSpPr>
            <p:cNvPr id="58" name="Freeform 28"/>
            <p:cNvSpPr>
              <a:spLocks noEditPoints="1"/>
            </p:cNvSpPr>
            <p:nvPr/>
          </p:nvSpPr>
          <p:spPr bwMode="auto">
            <a:xfrm>
              <a:off x="4645025" y="985838"/>
              <a:ext cx="425450" cy="427038"/>
            </a:xfrm>
            <a:custGeom>
              <a:avLst/>
              <a:gdLst>
                <a:gd name="T0" fmla="*/ 497 w 995"/>
                <a:gd name="T1" fmla="*/ 994 h 994"/>
                <a:gd name="T2" fmla="*/ 0 w 995"/>
                <a:gd name="T3" fmla="*/ 497 h 994"/>
                <a:gd name="T4" fmla="*/ 497 w 995"/>
                <a:gd name="T5" fmla="*/ 0 h 994"/>
                <a:gd name="T6" fmla="*/ 995 w 995"/>
                <a:gd name="T7" fmla="*/ 497 h 994"/>
                <a:gd name="T8" fmla="*/ 497 w 995"/>
                <a:gd name="T9" fmla="*/ 994 h 994"/>
                <a:gd name="T10" fmla="*/ 497 w 995"/>
                <a:gd name="T11" fmla="*/ 40 h 994"/>
                <a:gd name="T12" fmla="*/ 40 w 995"/>
                <a:gd name="T13" fmla="*/ 497 h 994"/>
                <a:gd name="T14" fmla="*/ 497 w 995"/>
                <a:gd name="T15" fmla="*/ 954 h 994"/>
                <a:gd name="T16" fmla="*/ 955 w 995"/>
                <a:gd name="T17" fmla="*/ 497 h 994"/>
                <a:gd name="T18" fmla="*/ 497 w 995"/>
                <a:gd name="T19" fmla="*/ 40 h 9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95" h="994">
                  <a:moveTo>
                    <a:pt x="497" y="994"/>
                  </a:moveTo>
                  <a:cubicBezTo>
                    <a:pt x="223" y="994"/>
                    <a:pt x="0" y="771"/>
                    <a:pt x="0" y="497"/>
                  </a:cubicBezTo>
                  <a:cubicBezTo>
                    <a:pt x="0" y="223"/>
                    <a:pt x="223" y="0"/>
                    <a:pt x="497" y="0"/>
                  </a:cubicBezTo>
                  <a:cubicBezTo>
                    <a:pt x="771" y="0"/>
                    <a:pt x="995" y="223"/>
                    <a:pt x="995" y="497"/>
                  </a:cubicBezTo>
                  <a:cubicBezTo>
                    <a:pt x="995" y="771"/>
                    <a:pt x="771" y="994"/>
                    <a:pt x="497" y="994"/>
                  </a:cubicBezTo>
                  <a:close/>
                  <a:moveTo>
                    <a:pt x="497" y="40"/>
                  </a:moveTo>
                  <a:cubicBezTo>
                    <a:pt x="245" y="40"/>
                    <a:pt x="40" y="245"/>
                    <a:pt x="40" y="497"/>
                  </a:cubicBezTo>
                  <a:cubicBezTo>
                    <a:pt x="40" y="749"/>
                    <a:pt x="245" y="954"/>
                    <a:pt x="497" y="954"/>
                  </a:cubicBezTo>
                  <a:cubicBezTo>
                    <a:pt x="749" y="954"/>
                    <a:pt x="955" y="749"/>
                    <a:pt x="955" y="497"/>
                  </a:cubicBezTo>
                  <a:cubicBezTo>
                    <a:pt x="955" y="245"/>
                    <a:pt x="749" y="40"/>
                    <a:pt x="497"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 name="Freeform 83"/>
            <p:cNvSpPr>
              <a:spLocks/>
            </p:cNvSpPr>
            <p:nvPr/>
          </p:nvSpPr>
          <p:spPr bwMode="auto">
            <a:xfrm>
              <a:off x="4775200" y="1141413"/>
              <a:ext cx="165100" cy="122238"/>
            </a:xfrm>
            <a:custGeom>
              <a:avLst/>
              <a:gdLst>
                <a:gd name="T0" fmla="*/ 36 w 104"/>
                <a:gd name="T1" fmla="*/ 77 h 77"/>
                <a:gd name="T2" fmla="*/ 0 w 104"/>
                <a:gd name="T3" fmla="*/ 41 h 77"/>
                <a:gd name="T4" fmla="*/ 9 w 104"/>
                <a:gd name="T5" fmla="*/ 32 h 77"/>
                <a:gd name="T6" fmla="*/ 36 w 104"/>
                <a:gd name="T7" fmla="*/ 59 h 77"/>
                <a:gd name="T8" fmla="*/ 95 w 104"/>
                <a:gd name="T9" fmla="*/ 0 h 77"/>
                <a:gd name="T10" fmla="*/ 104 w 104"/>
                <a:gd name="T11" fmla="*/ 9 h 77"/>
                <a:gd name="T12" fmla="*/ 36 w 104"/>
                <a:gd name="T13" fmla="*/ 77 h 77"/>
              </a:gdLst>
              <a:ahLst/>
              <a:cxnLst>
                <a:cxn ang="0">
                  <a:pos x="T0" y="T1"/>
                </a:cxn>
                <a:cxn ang="0">
                  <a:pos x="T2" y="T3"/>
                </a:cxn>
                <a:cxn ang="0">
                  <a:pos x="T4" y="T5"/>
                </a:cxn>
                <a:cxn ang="0">
                  <a:pos x="T6" y="T7"/>
                </a:cxn>
                <a:cxn ang="0">
                  <a:pos x="T8" y="T9"/>
                </a:cxn>
                <a:cxn ang="0">
                  <a:pos x="T10" y="T11"/>
                </a:cxn>
                <a:cxn ang="0">
                  <a:pos x="T12" y="T13"/>
                </a:cxn>
              </a:cxnLst>
              <a:rect l="0" t="0" r="r" b="b"/>
              <a:pathLst>
                <a:path w="104" h="77">
                  <a:moveTo>
                    <a:pt x="36" y="77"/>
                  </a:moveTo>
                  <a:lnTo>
                    <a:pt x="0" y="41"/>
                  </a:lnTo>
                  <a:lnTo>
                    <a:pt x="9" y="32"/>
                  </a:lnTo>
                  <a:lnTo>
                    <a:pt x="36" y="59"/>
                  </a:lnTo>
                  <a:lnTo>
                    <a:pt x="95" y="0"/>
                  </a:lnTo>
                  <a:lnTo>
                    <a:pt x="104" y="9"/>
                  </a:lnTo>
                  <a:lnTo>
                    <a:pt x="36" y="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60" name="组合 59"/>
          <p:cNvGrpSpPr/>
          <p:nvPr/>
        </p:nvGrpSpPr>
        <p:grpSpPr>
          <a:xfrm>
            <a:off x="4491776" y="650379"/>
            <a:ext cx="218133" cy="238064"/>
            <a:chOff x="5575300" y="1033463"/>
            <a:chExt cx="312738" cy="341313"/>
          </a:xfrm>
          <a:solidFill>
            <a:srgbClr val="707E84"/>
          </a:solidFill>
        </p:grpSpPr>
        <p:sp>
          <p:nvSpPr>
            <p:cNvPr id="61" name="Freeform 84"/>
            <p:cNvSpPr>
              <a:spLocks/>
            </p:cNvSpPr>
            <p:nvPr/>
          </p:nvSpPr>
          <p:spPr bwMode="auto">
            <a:xfrm>
              <a:off x="5575300" y="1033463"/>
              <a:ext cx="303213" cy="112713"/>
            </a:xfrm>
            <a:custGeom>
              <a:avLst/>
              <a:gdLst>
                <a:gd name="T0" fmla="*/ 709 w 709"/>
                <a:gd name="T1" fmla="*/ 261 h 261"/>
                <a:gd name="T2" fmla="*/ 22 w 709"/>
                <a:gd name="T3" fmla="*/ 261 h 261"/>
                <a:gd name="T4" fmla="*/ 3 w 709"/>
                <a:gd name="T5" fmla="*/ 248 h 261"/>
                <a:gd name="T6" fmla="*/ 7 w 709"/>
                <a:gd name="T7" fmla="*/ 226 h 261"/>
                <a:gd name="T8" fmla="*/ 234 w 709"/>
                <a:gd name="T9" fmla="*/ 0 h 261"/>
                <a:gd name="T10" fmla="*/ 262 w 709"/>
                <a:gd name="T11" fmla="*/ 28 h 261"/>
                <a:gd name="T12" fmla="*/ 70 w 709"/>
                <a:gd name="T13" fmla="*/ 221 h 261"/>
                <a:gd name="T14" fmla="*/ 709 w 709"/>
                <a:gd name="T15" fmla="*/ 221 h 261"/>
                <a:gd name="T16" fmla="*/ 709 w 709"/>
                <a:gd name="T17" fmla="*/ 261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9" h="261">
                  <a:moveTo>
                    <a:pt x="709" y="261"/>
                  </a:moveTo>
                  <a:cubicBezTo>
                    <a:pt x="22" y="261"/>
                    <a:pt x="22" y="261"/>
                    <a:pt x="22" y="261"/>
                  </a:cubicBezTo>
                  <a:cubicBezTo>
                    <a:pt x="13" y="261"/>
                    <a:pt x="6" y="256"/>
                    <a:pt x="3" y="248"/>
                  </a:cubicBezTo>
                  <a:cubicBezTo>
                    <a:pt x="0" y="241"/>
                    <a:pt x="2" y="232"/>
                    <a:pt x="7" y="226"/>
                  </a:cubicBezTo>
                  <a:cubicBezTo>
                    <a:pt x="234" y="0"/>
                    <a:pt x="234" y="0"/>
                    <a:pt x="234" y="0"/>
                  </a:cubicBezTo>
                  <a:cubicBezTo>
                    <a:pt x="262" y="28"/>
                    <a:pt x="262" y="28"/>
                    <a:pt x="262" y="28"/>
                  </a:cubicBezTo>
                  <a:cubicBezTo>
                    <a:pt x="70" y="221"/>
                    <a:pt x="70" y="221"/>
                    <a:pt x="70" y="221"/>
                  </a:cubicBezTo>
                  <a:cubicBezTo>
                    <a:pt x="709" y="221"/>
                    <a:pt x="709" y="221"/>
                    <a:pt x="709" y="221"/>
                  </a:cubicBezTo>
                  <a:lnTo>
                    <a:pt x="709"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 name="Freeform 85"/>
            <p:cNvSpPr>
              <a:spLocks/>
            </p:cNvSpPr>
            <p:nvPr/>
          </p:nvSpPr>
          <p:spPr bwMode="auto">
            <a:xfrm>
              <a:off x="5583238" y="1262063"/>
              <a:ext cx="304800" cy="112713"/>
            </a:xfrm>
            <a:custGeom>
              <a:avLst/>
              <a:gdLst>
                <a:gd name="T0" fmla="*/ 474 w 708"/>
                <a:gd name="T1" fmla="*/ 261 h 261"/>
                <a:gd name="T2" fmla="*/ 446 w 708"/>
                <a:gd name="T3" fmla="*/ 233 h 261"/>
                <a:gd name="T4" fmla="*/ 638 w 708"/>
                <a:gd name="T5" fmla="*/ 41 h 261"/>
                <a:gd name="T6" fmla="*/ 0 w 708"/>
                <a:gd name="T7" fmla="*/ 40 h 261"/>
                <a:gd name="T8" fmla="*/ 0 w 708"/>
                <a:gd name="T9" fmla="*/ 0 h 261"/>
                <a:gd name="T10" fmla="*/ 687 w 708"/>
                <a:gd name="T11" fmla="*/ 1 h 261"/>
                <a:gd name="T12" fmla="*/ 705 w 708"/>
                <a:gd name="T13" fmla="*/ 13 h 261"/>
                <a:gd name="T14" fmla="*/ 701 w 708"/>
                <a:gd name="T15" fmla="*/ 35 h 261"/>
                <a:gd name="T16" fmla="*/ 474 w 708"/>
                <a:gd name="T17" fmla="*/ 261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8" h="261">
                  <a:moveTo>
                    <a:pt x="474" y="261"/>
                  </a:moveTo>
                  <a:cubicBezTo>
                    <a:pt x="446" y="233"/>
                    <a:pt x="446" y="233"/>
                    <a:pt x="446" y="233"/>
                  </a:cubicBezTo>
                  <a:cubicBezTo>
                    <a:pt x="638" y="41"/>
                    <a:pt x="638" y="41"/>
                    <a:pt x="638" y="41"/>
                  </a:cubicBezTo>
                  <a:cubicBezTo>
                    <a:pt x="0" y="40"/>
                    <a:pt x="0" y="40"/>
                    <a:pt x="0" y="40"/>
                  </a:cubicBezTo>
                  <a:cubicBezTo>
                    <a:pt x="0" y="0"/>
                    <a:pt x="0" y="0"/>
                    <a:pt x="0" y="0"/>
                  </a:cubicBezTo>
                  <a:cubicBezTo>
                    <a:pt x="687" y="1"/>
                    <a:pt x="687" y="1"/>
                    <a:pt x="687" y="1"/>
                  </a:cubicBezTo>
                  <a:cubicBezTo>
                    <a:pt x="695" y="1"/>
                    <a:pt x="702" y="5"/>
                    <a:pt x="705" y="13"/>
                  </a:cubicBezTo>
                  <a:cubicBezTo>
                    <a:pt x="708" y="20"/>
                    <a:pt x="707" y="29"/>
                    <a:pt x="701" y="35"/>
                  </a:cubicBezTo>
                  <a:lnTo>
                    <a:pt x="474"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63" name="组合 62"/>
          <p:cNvGrpSpPr/>
          <p:nvPr/>
        </p:nvGrpSpPr>
        <p:grpSpPr>
          <a:xfrm>
            <a:off x="6438622" y="1116540"/>
            <a:ext cx="281247" cy="280139"/>
            <a:chOff x="2901950" y="1876426"/>
            <a:chExt cx="403225" cy="401637"/>
          </a:xfrm>
          <a:solidFill>
            <a:srgbClr val="707E84"/>
          </a:solidFill>
        </p:grpSpPr>
        <p:sp>
          <p:nvSpPr>
            <p:cNvPr id="64" name="Freeform 121"/>
            <p:cNvSpPr>
              <a:spLocks/>
            </p:cNvSpPr>
            <p:nvPr/>
          </p:nvSpPr>
          <p:spPr bwMode="auto">
            <a:xfrm>
              <a:off x="3186113" y="1962151"/>
              <a:ext cx="41275" cy="39688"/>
            </a:xfrm>
            <a:custGeom>
              <a:avLst/>
              <a:gdLst>
                <a:gd name="T0" fmla="*/ 92 w 93"/>
                <a:gd name="T1" fmla="*/ 50 h 93"/>
                <a:gd name="T2" fmla="*/ 44 w 93"/>
                <a:gd name="T3" fmla="*/ 92 h 93"/>
                <a:gd name="T4" fmla="*/ 2 w 93"/>
                <a:gd name="T5" fmla="*/ 44 h 93"/>
                <a:gd name="T6" fmla="*/ 50 w 93"/>
                <a:gd name="T7" fmla="*/ 2 h 93"/>
                <a:gd name="T8" fmla="*/ 92 w 93"/>
                <a:gd name="T9" fmla="*/ 50 h 93"/>
              </a:gdLst>
              <a:ahLst/>
              <a:cxnLst>
                <a:cxn ang="0">
                  <a:pos x="T0" y="T1"/>
                </a:cxn>
                <a:cxn ang="0">
                  <a:pos x="T2" y="T3"/>
                </a:cxn>
                <a:cxn ang="0">
                  <a:pos x="T4" y="T5"/>
                </a:cxn>
                <a:cxn ang="0">
                  <a:pos x="T6" y="T7"/>
                </a:cxn>
                <a:cxn ang="0">
                  <a:pos x="T8" y="T9"/>
                </a:cxn>
              </a:cxnLst>
              <a:rect l="0" t="0" r="r" b="b"/>
              <a:pathLst>
                <a:path w="93" h="93">
                  <a:moveTo>
                    <a:pt x="92" y="50"/>
                  </a:moveTo>
                  <a:cubicBezTo>
                    <a:pt x="90" y="75"/>
                    <a:pt x="69" y="93"/>
                    <a:pt x="44" y="92"/>
                  </a:cubicBezTo>
                  <a:cubicBezTo>
                    <a:pt x="19" y="90"/>
                    <a:pt x="0" y="68"/>
                    <a:pt x="2" y="44"/>
                  </a:cubicBezTo>
                  <a:cubicBezTo>
                    <a:pt x="3" y="19"/>
                    <a:pt x="25" y="0"/>
                    <a:pt x="50" y="2"/>
                  </a:cubicBezTo>
                  <a:cubicBezTo>
                    <a:pt x="75" y="3"/>
                    <a:pt x="93" y="25"/>
                    <a:pt x="92"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 name="Freeform 122"/>
            <p:cNvSpPr>
              <a:spLocks/>
            </p:cNvSpPr>
            <p:nvPr/>
          </p:nvSpPr>
          <p:spPr bwMode="auto">
            <a:xfrm>
              <a:off x="3109913" y="2028826"/>
              <a:ext cx="39688" cy="39688"/>
            </a:xfrm>
            <a:custGeom>
              <a:avLst/>
              <a:gdLst>
                <a:gd name="T0" fmla="*/ 91 w 93"/>
                <a:gd name="T1" fmla="*/ 49 h 93"/>
                <a:gd name="T2" fmla="*/ 43 w 93"/>
                <a:gd name="T3" fmla="*/ 91 h 93"/>
                <a:gd name="T4" fmla="*/ 1 w 93"/>
                <a:gd name="T5" fmla="*/ 43 h 93"/>
                <a:gd name="T6" fmla="*/ 49 w 93"/>
                <a:gd name="T7" fmla="*/ 1 h 93"/>
                <a:gd name="T8" fmla="*/ 91 w 93"/>
                <a:gd name="T9" fmla="*/ 49 h 93"/>
              </a:gdLst>
              <a:ahLst/>
              <a:cxnLst>
                <a:cxn ang="0">
                  <a:pos x="T0" y="T1"/>
                </a:cxn>
                <a:cxn ang="0">
                  <a:pos x="T2" y="T3"/>
                </a:cxn>
                <a:cxn ang="0">
                  <a:pos x="T4" y="T5"/>
                </a:cxn>
                <a:cxn ang="0">
                  <a:pos x="T6" y="T7"/>
                </a:cxn>
                <a:cxn ang="0">
                  <a:pos x="T8" y="T9"/>
                </a:cxn>
              </a:cxnLst>
              <a:rect l="0" t="0" r="r" b="b"/>
              <a:pathLst>
                <a:path w="93" h="93">
                  <a:moveTo>
                    <a:pt x="91" y="49"/>
                  </a:moveTo>
                  <a:cubicBezTo>
                    <a:pt x="90" y="74"/>
                    <a:pt x="68" y="93"/>
                    <a:pt x="43" y="91"/>
                  </a:cubicBezTo>
                  <a:cubicBezTo>
                    <a:pt x="18" y="90"/>
                    <a:pt x="0" y="68"/>
                    <a:pt x="1" y="43"/>
                  </a:cubicBezTo>
                  <a:cubicBezTo>
                    <a:pt x="3" y="19"/>
                    <a:pt x="24" y="0"/>
                    <a:pt x="49" y="1"/>
                  </a:cubicBezTo>
                  <a:cubicBezTo>
                    <a:pt x="74" y="3"/>
                    <a:pt x="93" y="25"/>
                    <a:pt x="91"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 name="Freeform 123"/>
            <p:cNvSpPr>
              <a:spLocks/>
            </p:cNvSpPr>
            <p:nvPr/>
          </p:nvSpPr>
          <p:spPr bwMode="auto">
            <a:xfrm>
              <a:off x="3114675" y="1957388"/>
              <a:ext cx="39688" cy="39688"/>
            </a:xfrm>
            <a:custGeom>
              <a:avLst/>
              <a:gdLst>
                <a:gd name="T0" fmla="*/ 50 w 93"/>
                <a:gd name="T1" fmla="*/ 1 h 93"/>
                <a:gd name="T2" fmla="*/ 92 w 93"/>
                <a:gd name="T3" fmla="*/ 49 h 93"/>
                <a:gd name="T4" fmla="*/ 44 w 93"/>
                <a:gd name="T5" fmla="*/ 91 h 93"/>
                <a:gd name="T6" fmla="*/ 2 w 93"/>
                <a:gd name="T7" fmla="*/ 43 h 93"/>
                <a:gd name="T8" fmla="*/ 50 w 93"/>
                <a:gd name="T9" fmla="*/ 1 h 93"/>
              </a:gdLst>
              <a:ahLst/>
              <a:cxnLst>
                <a:cxn ang="0">
                  <a:pos x="T0" y="T1"/>
                </a:cxn>
                <a:cxn ang="0">
                  <a:pos x="T2" y="T3"/>
                </a:cxn>
                <a:cxn ang="0">
                  <a:pos x="T4" y="T5"/>
                </a:cxn>
                <a:cxn ang="0">
                  <a:pos x="T6" y="T7"/>
                </a:cxn>
                <a:cxn ang="0">
                  <a:pos x="T8" y="T9"/>
                </a:cxn>
              </a:cxnLst>
              <a:rect l="0" t="0" r="r" b="b"/>
              <a:pathLst>
                <a:path w="93" h="93">
                  <a:moveTo>
                    <a:pt x="50" y="1"/>
                  </a:moveTo>
                  <a:cubicBezTo>
                    <a:pt x="75" y="3"/>
                    <a:pt x="93" y="25"/>
                    <a:pt x="92" y="49"/>
                  </a:cubicBezTo>
                  <a:cubicBezTo>
                    <a:pt x="90" y="74"/>
                    <a:pt x="68" y="93"/>
                    <a:pt x="44" y="91"/>
                  </a:cubicBezTo>
                  <a:cubicBezTo>
                    <a:pt x="19" y="90"/>
                    <a:pt x="0" y="68"/>
                    <a:pt x="2" y="43"/>
                  </a:cubicBezTo>
                  <a:cubicBezTo>
                    <a:pt x="3" y="18"/>
                    <a:pt x="25" y="0"/>
                    <a:pt x="5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 name="Freeform 124"/>
            <p:cNvSpPr>
              <a:spLocks/>
            </p:cNvSpPr>
            <p:nvPr/>
          </p:nvSpPr>
          <p:spPr bwMode="auto">
            <a:xfrm>
              <a:off x="3181350" y="2033588"/>
              <a:ext cx="41275" cy="39688"/>
            </a:xfrm>
            <a:custGeom>
              <a:avLst/>
              <a:gdLst>
                <a:gd name="T0" fmla="*/ 49 w 93"/>
                <a:gd name="T1" fmla="*/ 2 h 93"/>
                <a:gd name="T2" fmla="*/ 91 w 93"/>
                <a:gd name="T3" fmla="*/ 50 h 93"/>
                <a:gd name="T4" fmla="*/ 43 w 93"/>
                <a:gd name="T5" fmla="*/ 92 h 93"/>
                <a:gd name="T6" fmla="*/ 1 w 93"/>
                <a:gd name="T7" fmla="*/ 44 h 93"/>
                <a:gd name="T8" fmla="*/ 49 w 93"/>
                <a:gd name="T9" fmla="*/ 2 h 93"/>
              </a:gdLst>
              <a:ahLst/>
              <a:cxnLst>
                <a:cxn ang="0">
                  <a:pos x="T0" y="T1"/>
                </a:cxn>
                <a:cxn ang="0">
                  <a:pos x="T2" y="T3"/>
                </a:cxn>
                <a:cxn ang="0">
                  <a:pos x="T4" y="T5"/>
                </a:cxn>
                <a:cxn ang="0">
                  <a:pos x="T6" y="T7"/>
                </a:cxn>
                <a:cxn ang="0">
                  <a:pos x="T8" y="T9"/>
                </a:cxn>
              </a:cxnLst>
              <a:rect l="0" t="0" r="r" b="b"/>
              <a:pathLst>
                <a:path w="93" h="93">
                  <a:moveTo>
                    <a:pt x="49" y="2"/>
                  </a:moveTo>
                  <a:cubicBezTo>
                    <a:pt x="74" y="3"/>
                    <a:pt x="93" y="25"/>
                    <a:pt x="91" y="50"/>
                  </a:cubicBezTo>
                  <a:cubicBezTo>
                    <a:pt x="90" y="75"/>
                    <a:pt x="68" y="93"/>
                    <a:pt x="43" y="92"/>
                  </a:cubicBezTo>
                  <a:cubicBezTo>
                    <a:pt x="18" y="90"/>
                    <a:pt x="0" y="69"/>
                    <a:pt x="1" y="44"/>
                  </a:cubicBezTo>
                  <a:cubicBezTo>
                    <a:pt x="3" y="19"/>
                    <a:pt x="25" y="0"/>
                    <a:pt x="4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 name="Freeform 125"/>
            <p:cNvSpPr>
              <a:spLocks/>
            </p:cNvSpPr>
            <p:nvPr/>
          </p:nvSpPr>
          <p:spPr bwMode="auto">
            <a:xfrm>
              <a:off x="2901950" y="2074863"/>
              <a:ext cx="207963" cy="203200"/>
            </a:xfrm>
            <a:custGeom>
              <a:avLst/>
              <a:gdLst>
                <a:gd name="T0" fmla="*/ 110 w 484"/>
                <a:gd name="T1" fmla="*/ 474 h 474"/>
                <a:gd name="T2" fmla="*/ 39 w 484"/>
                <a:gd name="T3" fmla="*/ 445 h 474"/>
                <a:gd name="T4" fmla="*/ 38 w 484"/>
                <a:gd name="T5" fmla="*/ 305 h 474"/>
                <a:gd name="T6" fmla="*/ 251 w 484"/>
                <a:gd name="T7" fmla="*/ 0 h 474"/>
                <a:gd name="T8" fmla="*/ 290 w 484"/>
                <a:gd name="T9" fmla="*/ 28 h 474"/>
                <a:gd name="T10" fmla="*/ 75 w 484"/>
                <a:gd name="T11" fmla="*/ 335 h 474"/>
                <a:gd name="T12" fmla="*/ 73 w 484"/>
                <a:gd name="T13" fmla="*/ 337 h 474"/>
                <a:gd name="T14" fmla="*/ 73 w 484"/>
                <a:gd name="T15" fmla="*/ 411 h 474"/>
                <a:gd name="T16" fmla="*/ 147 w 484"/>
                <a:gd name="T17" fmla="*/ 411 h 474"/>
                <a:gd name="T18" fmla="*/ 149 w 484"/>
                <a:gd name="T19" fmla="*/ 409 h 474"/>
                <a:gd name="T20" fmla="*/ 151 w 484"/>
                <a:gd name="T21" fmla="*/ 408 h 474"/>
                <a:gd name="T22" fmla="*/ 457 w 484"/>
                <a:gd name="T23" fmla="*/ 194 h 474"/>
                <a:gd name="T24" fmla="*/ 484 w 484"/>
                <a:gd name="T25" fmla="*/ 234 h 474"/>
                <a:gd name="T26" fmla="*/ 180 w 484"/>
                <a:gd name="T27" fmla="*/ 446 h 474"/>
                <a:gd name="T28" fmla="*/ 110 w 484"/>
                <a:gd name="T29" fmla="*/ 474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84" h="474">
                  <a:moveTo>
                    <a:pt x="110" y="474"/>
                  </a:moveTo>
                  <a:cubicBezTo>
                    <a:pt x="85" y="474"/>
                    <a:pt x="59" y="464"/>
                    <a:pt x="39" y="445"/>
                  </a:cubicBezTo>
                  <a:cubicBezTo>
                    <a:pt x="1" y="406"/>
                    <a:pt x="0" y="344"/>
                    <a:pt x="38" y="305"/>
                  </a:cubicBezTo>
                  <a:cubicBezTo>
                    <a:pt x="251" y="0"/>
                    <a:pt x="251" y="0"/>
                    <a:pt x="251" y="0"/>
                  </a:cubicBezTo>
                  <a:cubicBezTo>
                    <a:pt x="290" y="28"/>
                    <a:pt x="290" y="28"/>
                    <a:pt x="290" y="28"/>
                  </a:cubicBezTo>
                  <a:cubicBezTo>
                    <a:pt x="75" y="335"/>
                    <a:pt x="75" y="335"/>
                    <a:pt x="75" y="335"/>
                  </a:cubicBezTo>
                  <a:cubicBezTo>
                    <a:pt x="73" y="337"/>
                    <a:pt x="73" y="337"/>
                    <a:pt x="73" y="337"/>
                  </a:cubicBezTo>
                  <a:cubicBezTo>
                    <a:pt x="53" y="357"/>
                    <a:pt x="53" y="391"/>
                    <a:pt x="73" y="411"/>
                  </a:cubicBezTo>
                  <a:cubicBezTo>
                    <a:pt x="94" y="431"/>
                    <a:pt x="127" y="431"/>
                    <a:pt x="147" y="411"/>
                  </a:cubicBezTo>
                  <a:cubicBezTo>
                    <a:pt x="149" y="409"/>
                    <a:pt x="149" y="409"/>
                    <a:pt x="149" y="409"/>
                  </a:cubicBezTo>
                  <a:cubicBezTo>
                    <a:pt x="151" y="408"/>
                    <a:pt x="151" y="408"/>
                    <a:pt x="151" y="408"/>
                  </a:cubicBezTo>
                  <a:cubicBezTo>
                    <a:pt x="457" y="194"/>
                    <a:pt x="457" y="194"/>
                    <a:pt x="457" y="194"/>
                  </a:cubicBezTo>
                  <a:cubicBezTo>
                    <a:pt x="484" y="234"/>
                    <a:pt x="484" y="234"/>
                    <a:pt x="484" y="234"/>
                  </a:cubicBezTo>
                  <a:cubicBezTo>
                    <a:pt x="180" y="446"/>
                    <a:pt x="180" y="446"/>
                    <a:pt x="180" y="446"/>
                  </a:cubicBezTo>
                  <a:cubicBezTo>
                    <a:pt x="160" y="465"/>
                    <a:pt x="135" y="474"/>
                    <a:pt x="110" y="4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 name="Freeform 126"/>
            <p:cNvSpPr>
              <a:spLocks noEditPoints="1"/>
            </p:cNvSpPr>
            <p:nvPr/>
          </p:nvSpPr>
          <p:spPr bwMode="auto">
            <a:xfrm>
              <a:off x="3028950" y="1876426"/>
              <a:ext cx="276225" cy="276225"/>
            </a:xfrm>
            <a:custGeom>
              <a:avLst/>
              <a:gdLst>
                <a:gd name="T0" fmla="*/ 323 w 645"/>
                <a:gd name="T1" fmla="*/ 645 h 645"/>
                <a:gd name="T2" fmla="*/ 0 w 645"/>
                <a:gd name="T3" fmla="*/ 323 h 645"/>
                <a:gd name="T4" fmla="*/ 323 w 645"/>
                <a:gd name="T5" fmla="*/ 0 h 645"/>
                <a:gd name="T6" fmla="*/ 645 w 645"/>
                <a:gd name="T7" fmla="*/ 323 h 645"/>
                <a:gd name="T8" fmla="*/ 323 w 645"/>
                <a:gd name="T9" fmla="*/ 645 h 645"/>
                <a:gd name="T10" fmla="*/ 323 w 645"/>
                <a:gd name="T11" fmla="*/ 48 h 645"/>
                <a:gd name="T12" fmla="*/ 48 w 645"/>
                <a:gd name="T13" fmla="*/ 323 h 645"/>
                <a:gd name="T14" fmla="*/ 323 w 645"/>
                <a:gd name="T15" fmla="*/ 597 h 645"/>
                <a:gd name="T16" fmla="*/ 597 w 645"/>
                <a:gd name="T17" fmla="*/ 323 h 645"/>
                <a:gd name="T18" fmla="*/ 323 w 645"/>
                <a:gd name="T19" fmla="*/ 48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5" h="645">
                  <a:moveTo>
                    <a:pt x="323" y="645"/>
                  </a:moveTo>
                  <a:cubicBezTo>
                    <a:pt x="145" y="645"/>
                    <a:pt x="0" y="500"/>
                    <a:pt x="0" y="323"/>
                  </a:cubicBezTo>
                  <a:cubicBezTo>
                    <a:pt x="0" y="145"/>
                    <a:pt x="145" y="0"/>
                    <a:pt x="323" y="0"/>
                  </a:cubicBezTo>
                  <a:cubicBezTo>
                    <a:pt x="501" y="0"/>
                    <a:pt x="645" y="145"/>
                    <a:pt x="645" y="323"/>
                  </a:cubicBezTo>
                  <a:cubicBezTo>
                    <a:pt x="645" y="500"/>
                    <a:pt x="501" y="645"/>
                    <a:pt x="323" y="645"/>
                  </a:cubicBezTo>
                  <a:close/>
                  <a:moveTo>
                    <a:pt x="323" y="48"/>
                  </a:moveTo>
                  <a:cubicBezTo>
                    <a:pt x="171" y="48"/>
                    <a:pt x="48" y="171"/>
                    <a:pt x="48" y="323"/>
                  </a:cubicBezTo>
                  <a:cubicBezTo>
                    <a:pt x="48" y="474"/>
                    <a:pt x="171" y="597"/>
                    <a:pt x="323" y="597"/>
                  </a:cubicBezTo>
                  <a:cubicBezTo>
                    <a:pt x="474" y="597"/>
                    <a:pt x="597" y="474"/>
                    <a:pt x="597" y="323"/>
                  </a:cubicBezTo>
                  <a:cubicBezTo>
                    <a:pt x="597" y="171"/>
                    <a:pt x="474" y="48"/>
                    <a:pt x="323"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70" name="组合 69"/>
          <p:cNvGrpSpPr/>
          <p:nvPr/>
        </p:nvGrpSpPr>
        <p:grpSpPr>
          <a:xfrm>
            <a:off x="6932808" y="1137578"/>
            <a:ext cx="286784" cy="254672"/>
            <a:chOff x="3768725" y="1898651"/>
            <a:chExt cx="411163" cy="365125"/>
          </a:xfrm>
          <a:solidFill>
            <a:srgbClr val="707E84"/>
          </a:solidFill>
        </p:grpSpPr>
        <p:sp>
          <p:nvSpPr>
            <p:cNvPr id="71" name="Freeform 127"/>
            <p:cNvSpPr>
              <a:spLocks noEditPoints="1"/>
            </p:cNvSpPr>
            <p:nvPr/>
          </p:nvSpPr>
          <p:spPr bwMode="auto">
            <a:xfrm>
              <a:off x="3768725" y="1898651"/>
              <a:ext cx="411163" cy="365125"/>
            </a:xfrm>
            <a:custGeom>
              <a:avLst/>
              <a:gdLst>
                <a:gd name="T0" fmla="*/ 880 w 960"/>
                <a:gd name="T1" fmla="*/ 851 h 851"/>
                <a:gd name="T2" fmla="*/ 80 w 960"/>
                <a:gd name="T3" fmla="*/ 851 h 851"/>
                <a:gd name="T4" fmla="*/ 0 w 960"/>
                <a:gd name="T5" fmla="*/ 771 h 851"/>
                <a:gd name="T6" fmla="*/ 0 w 960"/>
                <a:gd name="T7" fmla="*/ 80 h 851"/>
                <a:gd name="T8" fmla="*/ 80 w 960"/>
                <a:gd name="T9" fmla="*/ 0 h 851"/>
                <a:gd name="T10" fmla="*/ 408 w 960"/>
                <a:gd name="T11" fmla="*/ 0 h 851"/>
                <a:gd name="T12" fmla="*/ 488 w 960"/>
                <a:gd name="T13" fmla="*/ 80 h 851"/>
                <a:gd name="T14" fmla="*/ 488 w 960"/>
                <a:gd name="T15" fmla="*/ 110 h 851"/>
                <a:gd name="T16" fmla="*/ 528 w 960"/>
                <a:gd name="T17" fmla="*/ 150 h 851"/>
                <a:gd name="T18" fmla="*/ 880 w 960"/>
                <a:gd name="T19" fmla="*/ 150 h 851"/>
                <a:gd name="T20" fmla="*/ 960 w 960"/>
                <a:gd name="T21" fmla="*/ 230 h 851"/>
                <a:gd name="T22" fmla="*/ 960 w 960"/>
                <a:gd name="T23" fmla="*/ 771 h 851"/>
                <a:gd name="T24" fmla="*/ 880 w 960"/>
                <a:gd name="T25" fmla="*/ 851 h 851"/>
                <a:gd name="T26" fmla="*/ 80 w 960"/>
                <a:gd name="T27" fmla="*/ 40 h 851"/>
                <a:gd name="T28" fmla="*/ 40 w 960"/>
                <a:gd name="T29" fmla="*/ 80 h 851"/>
                <a:gd name="T30" fmla="*/ 40 w 960"/>
                <a:gd name="T31" fmla="*/ 771 h 851"/>
                <a:gd name="T32" fmla="*/ 80 w 960"/>
                <a:gd name="T33" fmla="*/ 811 h 851"/>
                <a:gd name="T34" fmla="*/ 880 w 960"/>
                <a:gd name="T35" fmla="*/ 811 h 851"/>
                <a:gd name="T36" fmla="*/ 920 w 960"/>
                <a:gd name="T37" fmla="*/ 771 h 851"/>
                <a:gd name="T38" fmla="*/ 920 w 960"/>
                <a:gd name="T39" fmla="*/ 230 h 851"/>
                <a:gd name="T40" fmla="*/ 880 w 960"/>
                <a:gd name="T41" fmla="*/ 190 h 851"/>
                <a:gd name="T42" fmla="*/ 528 w 960"/>
                <a:gd name="T43" fmla="*/ 190 h 851"/>
                <a:gd name="T44" fmla="*/ 448 w 960"/>
                <a:gd name="T45" fmla="*/ 110 h 851"/>
                <a:gd name="T46" fmla="*/ 448 w 960"/>
                <a:gd name="T47" fmla="*/ 80 h 851"/>
                <a:gd name="T48" fmla="*/ 408 w 960"/>
                <a:gd name="T49" fmla="*/ 40 h 851"/>
                <a:gd name="T50" fmla="*/ 80 w 960"/>
                <a:gd name="T51" fmla="*/ 40 h 8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60" h="851">
                  <a:moveTo>
                    <a:pt x="880" y="851"/>
                  </a:moveTo>
                  <a:cubicBezTo>
                    <a:pt x="80" y="851"/>
                    <a:pt x="80" y="851"/>
                    <a:pt x="80" y="851"/>
                  </a:cubicBezTo>
                  <a:cubicBezTo>
                    <a:pt x="36" y="851"/>
                    <a:pt x="0" y="816"/>
                    <a:pt x="0" y="771"/>
                  </a:cubicBezTo>
                  <a:cubicBezTo>
                    <a:pt x="0" y="80"/>
                    <a:pt x="0" y="80"/>
                    <a:pt x="0" y="80"/>
                  </a:cubicBezTo>
                  <a:cubicBezTo>
                    <a:pt x="0" y="36"/>
                    <a:pt x="36" y="0"/>
                    <a:pt x="80" y="0"/>
                  </a:cubicBezTo>
                  <a:cubicBezTo>
                    <a:pt x="408" y="0"/>
                    <a:pt x="408" y="0"/>
                    <a:pt x="408" y="0"/>
                  </a:cubicBezTo>
                  <a:cubicBezTo>
                    <a:pt x="452" y="0"/>
                    <a:pt x="488" y="36"/>
                    <a:pt x="488" y="80"/>
                  </a:cubicBezTo>
                  <a:cubicBezTo>
                    <a:pt x="488" y="110"/>
                    <a:pt x="488" y="110"/>
                    <a:pt x="488" y="110"/>
                  </a:cubicBezTo>
                  <a:cubicBezTo>
                    <a:pt x="488" y="132"/>
                    <a:pt x="506" y="150"/>
                    <a:pt x="528" y="150"/>
                  </a:cubicBezTo>
                  <a:cubicBezTo>
                    <a:pt x="880" y="150"/>
                    <a:pt x="880" y="150"/>
                    <a:pt x="880" y="150"/>
                  </a:cubicBezTo>
                  <a:cubicBezTo>
                    <a:pt x="924" y="150"/>
                    <a:pt x="960" y="185"/>
                    <a:pt x="960" y="230"/>
                  </a:cubicBezTo>
                  <a:cubicBezTo>
                    <a:pt x="960" y="771"/>
                    <a:pt x="960" y="771"/>
                    <a:pt x="960" y="771"/>
                  </a:cubicBezTo>
                  <a:cubicBezTo>
                    <a:pt x="960" y="816"/>
                    <a:pt x="924" y="851"/>
                    <a:pt x="880" y="851"/>
                  </a:cubicBezTo>
                  <a:close/>
                  <a:moveTo>
                    <a:pt x="80" y="40"/>
                  </a:moveTo>
                  <a:cubicBezTo>
                    <a:pt x="58" y="40"/>
                    <a:pt x="40" y="58"/>
                    <a:pt x="40" y="80"/>
                  </a:cubicBezTo>
                  <a:cubicBezTo>
                    <a:pt x="40" y="771"/>
                    <a:pt x="40" y="771"/>
                    <a:pt x="40" y="771"/>
                  </a:cubicBezTo>
                  <a:cubicBezTo>
                    <a:pt x="40" y="793"/>
                    <a:pt x="58" y="811"/>
                    <a:pt x="80" y="811"/>
                  </a:cubicBezTo>
                  <a:cubicBezTo>
                    <a:pt x="880" y="811"/>
                    <a:pt x="880" y="811"/>
                    <a:pt x="880" y="811"/>
                  </a:cubicBezTo>
                  <a:cubicBezTo>
                    <a:pt x="902" y="811"/>
                    <a:pt x="920" y="793"/>
                    <a:pt x="920" y="771"/>
                  </a:cubicBezTo>
                  <a:cubicBezTo>
                    <a:pt x="920" y="230"/>
                    <a:pt x="920" y="230"/>
                    <a:pt x="920" y="230"/>
                  </a:cubicBezTo>
                  <a:cubicBezTo>
                    <a:pt x="920" y="208"/>
                    <a:pt x="902" y="190"/>
                    <a:pt x="880" y="190"/>
                  </a:cubicBezTo>
                  <a:cubicBezTo>
                    <a:pt x="528" y="190"/>
                    <a:pt x="528" y="190"/>
                    <a:pt x="528" y="190"/>
                  </a:cubicBezTo>
                  <a:cubicBezTo>
                    <a:pt x="484" y="190"/>
                    <a:pt x="448" y="154"/>
                    <a:pt x="448" y="110"/>
                  </a:cubicBezTo>
                  <a:cubicBezTo>
                    <a:pt x="448" y="80"/>
                    <a:pt x="448" y="80"/>
                    <a:pt x="448" y="80"/>
                  </a:cubicBezTo>
                  <a:cubicBezTo>
                    <a:pt x="448" y="58"/>
                    <a:pt x="430" y="40"/>
                    <a:pt x="408" y="40"/>
                  </a:cubicBezTo>
                  <a:lnTo>
                    <a:pt x="80"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 name="Rectangle 128"/>
            <p:cNvSpPr>
              <a:spLocks noChangeArrowheads="1"/>
            </p:cNvSpPr>
            <p:nvPr/>
          </p:nvSpPr>
          <p:spPr bwMode="auto">
            <a:xfrm>
              <a:off x="3776663" y="2036763"/>
              <a:ext cx="403225"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73" name="组合 72"/>
          <p:cNvGrpSpPr/>
          <p:nvPr/>
        </p:nvGrpSpPr>
        <p:grpSpPr>
          <a:xfrm>
            <a:off x="7432530" y="1135364"/>
            <a:ext cx="208167" cy="303392"/>
            <a:chOff x="4708525" y="1862138"/>
            <a:chExt cx="298450" cy="434975"/>
          </a:xfrm>
          <a:solidFill>
            <a:srgbClr val="707E84"/>
          </a:solidFill>
        </p:grpSpPr>
        <p:sp>
          <p:nvSpPr>
            <p:cNvPr id="74" name="Freeform 129"/>
            <p:cNvSpPr>
              <a:spLocks noEditPoints="1"/>
            </p:cNvSpPr>
            <p:nvPr/>
          </p:nvSpPr>
          <p:spPr bwMode="auto">
            <a:xfrm>
              <a:off x="4708525" y="1862138"/>
              <a:ext cx="298450" cy="434975"/>
            </a:xfrm>
            <a:custGeom>
              <a:avLst/>
              <a:gdLst>
                <a:gd name="T0" fmla="*/ 616 w 696"/>
                <a:gd name="T1" fmla="*/ 1012 h 1012"/>
                <a:gd name="T2" fmla="*/ 80 w 696"/>
                <a:gd name="T3" fmla="*/ 1012 h 1012"/>
                <a:gd name="T4" fmla="*/ 0 w 696"/>
                <a:gd name="T5" fmla="*/ 932 h 1012"/>
                <a:gd name="T6" fmla="*/ 0 w 696"/>
                <a:gd name="T7" fmla="*/ 80 h 1012"/>
                <a:gd name="T8" fmla="*/ 80 w 696"/>
                <a:gd name="T9" fmla="*/ 0 h 1012"/>
                <a:gd name="T10" fmla="*/ 616 w 696"/>
                <a:gd name="T11" fmla="*/ 0 h 1012"/>
                <a:gd name="T12" fmla="*/ 696 w 696"/>
                <a:gd name="T13" fmla="*/ 80 h 1012"/>
                <a:gd name="T14" fmla="*/ 696 w 696"/>
                <a:gd name="T15" fmla="*/ 932 h 1012"/>
                <a:gd name="T16" fmla="*/ 616 w 696"/>
                <a:gd name="T17" fmla="*/ 1012 h 1012"/>
                <a:gd name="T18" fmla="*/ 80 w 696"/>
                <a:gd name="T19" fmla="*/ 40 h 1012"/>
                <a:gd name="T20" fmla="*/ 40 w 696"/>
                <a:gd name="T21" fmla="*/ 80 h 1012"/>
                <a:gd name="T22" fmla="*/ 40 w 696"/>
                <a:gd name="T23" fmla="*/ 932 h 1012"/>
                <a:gd name="T24" fmla="*/ 80 w 696"/>
                <a:gd name="T25" fmla="*/ 972 h 1012"/>
                <a:gd name="T26" fmla="*/ 616 w 696"/>
                <a:gd name="T27" fmla="*/ 972 h 1012"/>
                <a:gd name="T28" fmla="*/ 656 w 696"/>
                <a:gd name="T29" fmla="*/ 932 h 1012"/>
                <a:gd name="T30" fmla="*/ 656 w 696"/>
                <a:gd name="T31" fmla="*/ 80 h 1012"/>
                <a:gd name="T32" fmla="*/ 616 w 696"/>
                <a:gd name="T33" fmla="*/ 40 h 1012"/>
                <a:gd name="T34" fmla="*/ 80 w 696"/>
                <a:gd name="T35" fmla="*/ 40 h 10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6" h="1012">
                  <a:moveTo>
                    <a:pt x="616" y="1012"/>
                  </a:moveTo>
                  <a:cubicBezTo>
                    <a:pt x="80" y="1012"/>
                    <a:pt x="80" y="1012"/>
                    <a:pt x="80" y="1012"/>
                  </a:cubicBezTo>
                  <a:cubicBezTo>
                    <a:pt x="36" y="1012"/>
                    <a:pt x="0" y="976"/>
                    <a:pt x="0" y="932"/>
                  </a:cubicBezTo>
                  <a:cubicBezTo>
                    <a:pt x="0" y="80"/>
                    <a:pt x="0" y="80"/>
                    <a:pt x="0" y="80"/>
                  </a:cubicBezTo>
                  <a:cubicBezTo>
                    <a:pt x="0" y="36"/>
                    <a:pt x="36" y="0"/>
                    <a:pt x="80" y="0"/>
                  </a:cubicBezTo>
                  <a:cubicBezTo>
                    <a:pt x="616" y="0"/>
                    <a:pt x="616" y="0"/>
                    <a:pt x="616" y="0"/>
                  </a:cubicBezTo>
                  <a:cubicBezTo>
                    <a:pt x="660" y="0"/>
                    <a:pt x="696" y="36"/>
                    <a:pt x="696" y="80"/>
                  </a:cubicBezTo>
                  <a:cubicBezTo>
                    <a:pt x="696" y="932"/>
                    <a:pt x="696" y="932"/>
                    <a:pt x="696" y="932"/>
                  </a:cubicBezTo>
                  <a:cubicBezTo>
                    <a:pt x="696" y="976"/>
                    <a:pt x="660" y="1012"/>
                    <a:pt x="616" y="1012"/>
                  </a:cubicBezTo>
                  <a:close/>
                  <a:moveTo>
                    <a:pt x="80" y="40"/>
                  </a:moveTo>
                  <a:cubicBezTo>
                    <a:pt x="58" y="40"/>
                    <a:pt x="40" y="58"/>
                    <a:pt x="40" y="80"/>
                  </a:cubicBezTo>
                  <a:cubicBezTo>
                    <a:pt x="40" y="932"/>
                    <a:pt x="40" y="932"/>
                    <a:pt x="40" y="932"/>
                  </a:cubicBezTo>
                  <a:cubicBezTo>
                    <a:pt x="40" y="954"/>
                    <a:pt x="58" y="972"/>
                    <a:pt x="80" y="972"/>
                  </a:cubicBezTo>
                  <a:cubicBezTo>
                    <a:pt x="616" y="972"/>
                    <a:pt x="616" y="972"/>
                    <a:pt x="616" y="972"/>
                  </a:cubicBezTo>
                  <a:cubicBezTo>
                    <a:pt x="638" y="972"/>
                    <a:pt x="656" y="954"/>
                    <a:pt x="656" y="932"/>
                  </a:cubicBezTo>
                  <a:cubicBezTo>
                    <a:pt x="656" y="80"/>
                    <a:pt x="656" y="80"/>
                    <a:pt x="656" y="80"/>
                  </a:cubicBezTo>
                  <a:cubicBezTo>
                    <a:pt x="656" y="58"/>
                    <a:pt x="638" y="40"/>
                    <a:pt x="616" y="40"/>
                  </a:cubicBezTo>
                  <a:lnTo>
                    <a:pt x="80"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 name="Rectangle 130"/>
            <p:cNvSpPr>
              <a:spLocks noChangeArrowheads="1"/>
            </p:cNvSpPr>
            <p:nvPr/>
          </p:nvSpPr>
          <p:spPr bwMode="auto">
            <a:xfrm>
              <a:off x="4719638" y="2179638"/>
              <a:ext cx="277813"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 name="Rectangle 131"/>
            <p:cNvSpPr>
              <a:spLocks noChangeArrowheads="1"/>
            </p:cNvSpPr>
            <p:nvPr/>
          </p:nvSpPr>
          <p:spPr bwMode="auto">
            <a:xfrm>
              <a:off x="4719638" y="1908176"/>
              <a:ext cx="277813"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 name="Oval 132"/>
            <p:cNvSpPr>
              <a:spLocks noChangeArrowheads="1"/>
            </p:cNvSpPr>
            <p:nvPr/>
          </p:nvSpPr>
          <p:spPr bwMode="auto">
            <a:xfrm>
              <a:off x="4832350" y="2216151"/>
              <a:ext cx="52388" cy="460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78" name="组合 77"/>
          <p:cNvGrpSpPr/>
          <p:nvPr/>
        </p:nvGrpSpPr>
        <p:grpSpPr>
          <a:xfrm>
            <a:off x="4451914" y="1109527"/>
            <a:ext cx="297856" cy="297856"/>
            <a:chOff x="5518150" y="1860551"/>
            <a:chExt cx="427038" cy="427038"/>
          </a:xfrm>
          <a:solidFill>
            <a:srgbClr val="707E84"/>
          </a:solidFill>
        </p:grpSpPr>
        <p:sp>
          <p:nvSpPr>
            <p:cNvPr id="79" name="Freeform 133"/>
            <p:cNvSpPr>
              <a:spLocks noEditPoints="1"/>
            </p:cNvSpPr>
            <p:nvPr/>
          </p:nvSpPr>
          <p:spPr bwMode="auto">
            <a:xfrm>
              <a:off x="5518150" y="1860551"/>
              <a:ext cx="427038" cy="427038"/>
            </a:xfrm>
            <a:custGeom>
              <a:avLst/>
              <a:gdLst>
                <a:gd name="T0" fmla="*/ 498 w 997"/>
                <a:gd name="T1" fmla="*/ 996 h 996"/>
                <a:gd name="T2" fmla="*/ 0 w 997"/>
                <a:gd name="T3" fmla="*/ 498 h 996"/>
                <a:gd name="T4" fmla="*/ 498 w 997"/>
                <a:gd name="T5" fmla="*/ 0 h 996"/>
                <a:gd name="T6" fmla="*/ 997 w 997"/>
                <a:gd name="T7" fmla="*/ 498 h 996"/>
                <a:gd name="T8" fmla="*/ 498 w 997"/>
                <a:gd name="T9" fmla="*/ 996 h 996"/>
                <a:gd name="T10" fmla="*/ 498 w 997"/>
                <a:gd name="T11" fmla="*/ 40 h 996"/>
                <a:gd name="T12" fmla="*/ 40 w 997"/>
                <a:gd name="T13" fmla="*/ 498 h 996"/>
                <a:gd name="T14" fmla="*/ 498 w 997"/>
                <a:gd name="T15" fmla="*/ 956 h 996"/>
                <a:gd name="T16" fmla="*/ 957 w 997"/>
                <a:gd name="T17" fmla="*/ 498 h 996"/>
                <a:gd name="T18" fmla="*/ 498 w 997"/>
                <a:gd name="T19" fmla="*/ 40 h 9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97" h="996">
                  <a:moveTo>
                    <a:pt x="498" y="996"/>
                  </a:moveTo>
                  <a:cubicBezTo>
                    <a:pt x="224" y="996"/>
                    <a:pt x="0" y="773"/>
                    <a:pt x="0" y="498"/>
                  </a:cubicBezTo>
                  <a:cubicBezTo>
                    <a:pt x="0" y="223"/>
                    <a:pt x="224" y="0"/>
                    <a:pt x="498" y="0"/>
                  </a:cubicBezTo>
                  <a:cubicBezTo>
                    <a:pt x="773" y="0"/>
                    <a:pt x="997" y="223"/>
                    <a:pt x="997" y="498"/>
                  </a:cubicBezTo>
                  <a:cubicBezTo>
                    <a:pt x="997" y="773"/>
                    <a:pt x="773" y="996"/>
                    <a:pt x="498" y="996"/>
                  </a:cubicBezTo>
                  <a:close/>
                  <a:moveTo>
                    <a:pt x="498" y="40"/>
                  </a:moveTo>
                  <a:cubicBezTo>
                    <a:pt x="246" y="40"/>
                    <a:pt x="40" y="245"/>
                    <a:pt x="40" y="498"/>
                  </a:cubicBezTo>
                  <a:cubicBezTo>
                    <a:pt x="40" y="751"/>
                    <a:pt x="246" y="956"/>
                    <a:pt x="498" y="956"/>
                  </a:cubicBezTo>
                  <a:cubicBezTo>
                    <a:pt x="751" y="956"/>
                    <a:pt x="957" y="751"/>
                    <a:pt x="957" y="498"/>
                  </a:cubicBezTo>
                  <a:cubicBezTo>
                    <a:pt x="957" y="245"/>
                    <a:pt x="751" y="40"/>
                    <a:pt x="498"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 name="Freeform 135"/>
            <p:cNvSpPr>
              <a:spLocks noEditPoints="1"/>
            </p:cNvSpPr>
            <p:nvPr/>
          </p:nvSpPr>
          <p:spPr bwMode="auto">
            <a:xfrm>
              <a:off x="5681663" y="2006601"/>
              <a:ext cx="125413" cy="136525"/>
            </a:xfrm>
            <a:custGeom>
              <a:avLst/>
              <a:gdLst>
                <a:gd name="T0" fmla="*/ 43 w 291"/>
                <a:gd name="T1" fmla="*/ 320 h 320"/>
                <a:gd name="T2" fmla="*/ 11 w 291"/>
                <a:gd name="T3" fmla="*/ 305 h 320"/>
                <a:gd name="T4" fmla="*/ 0 w 291"/>
                <a:gd name="T5" fmla="*/ 271 h 320"/>
                <a:gd name="T6" fmla="*/ 0 w 291"/>
                <a:gd name="T7" fmla="*/ 50 h 320"/>
                <a:gd name="T8" fmla="*/ 44 w 291"/>
                <a:gd name="T9" fmla="*/ 0 h 320"/>
                <a:gd name="T10" fmla="*/ 72 w 291"/>
                <a:gd name="T11" fmla="*/ 8 h 320"/>
                <a:gd name="T12" fmla="*/ 264 w 291"/>
                <a:gd name="T13" fmla="*/ 119 h 320"/>
                <a:gd name="T14" fmla="*/ 291 w 291"/>
                <a:gd name="T15" fmla="*/ 160 h 320"/>
                <a:gd name="T16" fmla="*/ 264 w 291"/>
                <a:gd name="T17" fmla="*/ 201 h 320"/>
                <a:gd name="T18" fmla="*/ 72 w 291"/>
                <a:gd name="T19" fmla="*/ 312 h 320"/>
                <a:gd name="T20" fmla="*/ 43 w 291"/>
                <a:gd name="T21" fmla="*/ 320 h 320"/>
                <a:gd name="T22" fmla="*/ 44 w 291"/>
                <a:gd name="T23" fmla="*/ 40 h 320"/>
                <a:gd name="T24" fmla="*/ 43 w 291"/>
                <a:gd name="T25" fmla="*/ 40 h 320"/>
                <a:gd name="T26" fmla="*/ 40 w 291"/>
                <a:gd name="T27" fmla="*/ 50 h 320"/>
                <a:gd name="T28" fmla="*/ 40 w 291"/>
                <a:gd name="T29" fmla="*/ 271 h 320"/>
                <a:gd name="T30" fmla="*/ 43 w 291"/>
                <a:gd name="T31" fmla="*/ 280 h 320"/>
                <a:gd name="T32" fmla="*/ 43 w 291"/>
                <a:gd name="T33" fmla="*/ 280 h 320"/>
                <a:gd name="T34" fmla="*/ 52 w 291"/>
                <a:gd name="T35" fmla="*/ 277 h 320"/>
                <a:gd name="T36" fmla="*/ 244 w 291"/>
                <a:gd name="T37" fmla="*/ 167 h 320"/>
                <a:gd name="T38" fmla="*/ 251 w 291"/>
                <a:gd name="T39" fmla="*/ 160 h 320"/>
                <a:gd name="T40" fmla="*/ 244 w 291"/>
                <a:gd name="T41" fmla="*/ 154 h 320"/>
                <a:gd name="T42" fmla="*/ 52 w 291"/>
                <a:gd name="T43" fmla="*/ 43 h 320"/>
                <a:gd name="T44" fmla="*/ 44 w 291"/>
                <a:gd name="T45" fmla="*/ 40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91" h="320">
                  <a:moveTo>
                    <a:pt x="43" y="320"/>
                  </a:moveTo>
                  <a:cubicBezTo>
                    <a:pt x="31" y="320"/>
                    <a:pt x="19" y="315"/>
                    <a:pt x="11" y="305"/>
                  </a:cubicBezTo>
                  <a:cubicBezTo>
                    <a:pt x="4" y="296"/>
                    <a:pt x="0" y="284"/>
                    <a:pt x="0" y="271"/>
                  </a:cubicBezTo>
                  <a:cubicBezTo>
                    <a:pt x="0" y="50"/>
                    <a:pt x="0" y="50"/>
                    <a:pt x="0" y="50"/>
                  </a:cubicBezTo>
                  <a:cubicBezTo>
                    <a:pt x="0" y="20"/>
                    <a:pt x="18" y="0"/>
                    <a:pt x="44" y="0"/>
                  </a:cubicBezTo>
                  <a:cubicBezTo>
                    <a:pt x="53" y="0"/>
                    <a:pt x="62" y="3"/>
                    <a:pt x="72" y="8"/>
                  </a:cubicBezTo>
                  <a:cubicBezTo>
                    <a:pt x="264" y="119"/>
                    <a:pt x="264" y="119"/>
                    <a:pt x="264" y="119"/>
                  </a:cubicBezTo>
                  <a:cubicBezTo>
                    <a:pt x="281" y="129"/>
                    <a:pt x="291" y="144"/>
                    <a:pt x="291" y="160"/>
                  </a:cubicBezTo>
                  <a:cubicBezTo>
                    <a:pt x="291" y="176"/>
                    <a:pt x="281" y="192"/>
                    <a:pt x="264" y="201"/>
                  </a:cubicBezTo>
                  <a:cubicBezTo>
                    <a:pt x="72" y="312"/>
                    <a:pt x="72" y="312"/>
                    <a:pt x="72" y="312"/>
                  </a:cubicBezTo>
                  <a:cubicBezTo>
                    <a:pt x="62" y="318"/>
                    <a:pt x="53" y="320"/>
                    <a:pt x="43" y="320"/>
                  </a:cubicBezTo>
                  <a:close/>
                  <a:moveTo>
                    <a:pt x="44" y="40"/>
                  </a:moveTo>
                  <a:cubicBezTo>
                    <a:pt x="43" y="40"/>
                    <a:pt x="43" y="40"/>
                    <a:pt x="43" y="40"/>
                  </a:cubicBezTo>
                  <a:cubicBezTo>
                    <a:pt x="42" y="40"/>
                    <a:pt x="40" y="43"/>
                    <a:pt x="40" y="50"/>
                  </a:cubicBezTo>
                  <a:cubicBezTo>
                    <a:pt x="40" y="271"/>
                    <a:pt x="40" y="271"/>
                    <a:pt x="40" y="271"/>
                  </a:cubicBezTo>
                  <a:cubicBezTo>
                    <a:pt x="40" y="277"/>
                    <a:pt x="42" y="280"/>
                    <a:pt x="43" y="280"/>
                  </a:cubicBezTo>
                  <a:cubicBezTo>
                    <a:pt x="43" y="280"/>
                    <a:pt x="43" y="280"/>
                    <a:pt x="43" y="280"/>
                  </a:cubicBezTo>
                  <a:cubicBezTo>
                    <a:pt x="45" y="280"/>
                    <a:pt x="47" y="280"/>
                    <a:pt x="52" y="277"/>
                  </a:cubicBezTo>
                  <a:cubicBezTo>
                    <a:pt x="244" y="167"/>
                    <a:pt x="244" y="167"/>
                    <a:pt x="244" y="167"/>
                  </a:cubicBezTo>
                  <a:cubicBezTo>
                    <a:pt x="250" y="164"/>
                    <a:pt x="251" y="161"/>
                    <a:pt x="251" y="160"/>
                  </a:cubicBezTo>
                  <a:cubicBezTo>
                    <a:pt x="251" y="160"/>
                    <a:pt x="250" y="157"/>
                    <a:pt x="244" y="154"/>
                  </a:cubicBezTo>
                  <a:cubicBezTo>
                    <a:pt x="52" y="43"/>
                    <a:pt x="52" y="43"/>
                    <a:pt x="52" y="43"/>
                  </a:cubicBezTo>
                  <a:cubicBezTo>
                    <a:pt x="47" y="40"/>
                    <a:pt x="45" y="40"/>
                    <a:pt x="44"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81" name="组合 80"/>
          <p:cNvGrpSpPr/>
          <p:nvPr/>
        </p:nvGrpSpPr>
        <p:grpSpPr>
          <a:xfrm>
            <a:off x="4900148" y="1628468"/>
            <a:ext cx="284569" cy="251351"/>
            <a:chOff x="265113" y="2776538"/>
            <a:chExt cx="407988" cy="360363"/>
          </a:xfrm>
          <a:solidFill>
            <a:srgbClr val="707E84"/>
          </a:solidFill>
        </p:grpSpPr>
        <p:sp>
          <p:nvSpPr>
            <p:cNvPr id="82" name="Freeform 157"/>
            <p:cNvSpPr>
              <a:spLocks noEditPoints="1"/>
            </p:cNvSpPr>
            <p:nvPr/>
          </p:nvSpPr>
          <p:spPr bwMode="auto">
            <a:xfrm>
              <a:off x="265113" y="2776538"/>
              <a:ext cx="407988" cy="360363"/>
            </a:xfrm>
            <a:custGeom>
              <a:avLst/>
              <a:gdLst>
                <a:gd name="T0" fmla="*/ 830 w 954"/>
                <a:gd name="T1" fmla="*/ 841 h 841"/>
                <a:gd name="T2" fmla="*/ 124 w 954"/>
                <a:gd name="T3" fmla="*/ 841 h 841"/>
                <a:gd name="T4" fmla="*/ 0 w 954"/>
                <a:gd name="T5" fmla="*/ 717 h 841"/>
                <a:gd name="T6" fmla="*/ 0 w 954"/>
                <a:gd name="T7" fmla="*/ 124 h 841"/>
                <a:gd name="T8" fmla="*/ 124 w 954"/>
                <a:gd name="T9" fmla="*/ 0 h 841"/>
                <a:gd name="T10" fmla="*/ 830 w 954"/>
                <a:gd name="T11" fmla="*/ 0 h 841"/>
                <a:gd name="T12" fmla="*/ 954 w 954"/>
                <a:gd name="T13" fmla="*/ 124 h 841"/>
                <a:gd name="T14" fmla="*/ 954 w 954"/>
                <a:gd name="T15" fmla="*/ 717 h 841"/>
                <a:gd name="T16" fmla="*/ 830 w 954"/>
                <a:gd name="T17" fmla="*/ 841 h 841"/>
                <a:gd name="T18" fmla="*/ 124 w 954"/>
                <a:gd name="T19" fmla="*/ 48 h 841"/>
                <a:gd name="T20" fmla="*/ 48 w 954"/>
                <a:gd name="T21" fmla="*/ 124 h 841"/>
                <a:gd name="T22" fmla="*/ 48 w 954"/>
                <a:gd name="T23" fmla="*/ 717 h 841"/>
                <a:gd name="T24" fmla="*/ 124 w 954"/>
                <a:gd name="T25" fmla="*/ 793 h 841"/>
                <a:gd name="T26" fmla="*/ 830 w 954"/>
                <a:gd name="T27" fmla="*/ 793 h 841"/>
                <a:gd name="T28" fmla="*/ 906 w 954"/>
                <a:gd name="T29" fmla="*/ 717 h 841"/>
                <a:gd name="T30" fmla="*/ 906 w 954"/>
                <a:gd name="T31" fmla="*/ 124 h 841"/>
                <a:gd name="T32" fmla="*/ 830 w 954"/>
                <a:gd name="T33" fmla="*/ 48 h 841"/>
                <a:gd name="T34" fmla="*/ 124 w 954"/>
                <a:gd name="T35" fmla="*/ 48 h 8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54" h="841">
                  <a:moveTo>
                    <a:pt x="830" y="841"/>
                  </a:moveTo>
                  <a:cubicBezTo>
                    <a:pt x="124" y="841"/>
                    <a:pt x="124" y="841"/>
                    <a:pt x="124" y="841"/>
                  </a:cubicBezTo>
                  <a:cubicBezTo>
                    <a:pt x="56" y="841"/>
                    <a:pt x="0" y="786"/>
                    <a:pt x="0" y="717"/>
                  </a:cubicBezTo>
                  <a:cubicBezTo>
                    <a:pt x="0" y="124"/>
                    <a:pt x="0" y="124"/>
                    <a:pt x="0" y="124"/>
                  </a:cubicBezTo>
                  <a:cubicBezTo>
                    <a:pt x="0" y="56"/>
                    <a:pt x="56" y="0"/>
                    <a:pt x="124" y="0"/>
                  </a:cubicBezTo>
                  <a:cubicBezTo>
                    <a:pt x="830" y="0"/>
                    <a:pt x="830" y="0"/>
                    <a:pt x="830" y="0"/>
                  </a:cubicBezTo>
                  <a:cubicBezTo>
                    <a:pt x="898" y="0"/>
                    <a:pt x="954" y="56"/>
                    <a:pt x="954" y="124"/>
                  </a:cubicBezTo>
                  <a:cubicBezTo>
                    <a:pt x="954" y="717"/>
                    <a:pt x="954" y="717"/>
                    <a:pt x="954" y="717"/>
                  </a:cubicBezTo>
                  <a:cubicBezTo>
                    <a:pt x="954" y="786"/>
                    <a:pt x="898" y="841"/>
                    <a:pt x="830" y="841"/>
                  </a:cubicBezTo>
                  <a:close/>
                  <a:moveTo>
                    <a:pt x="124" y="48"/>
                  </a:moveTo>
                  <a:cubicBezTo>
                    <a:pt x="82" y="48"/>
                    <a:pt x="48" y="82"/>
                    <a:pt x="48" y="124"/>
                  </a:cubicBezTo>
                  <a:cubicBezTo>
                    <a:pt x="48" y="717"/>
                    <a:pt x="48" y="717"/>
                    <a:pt x="48" y="717"/>
                  </a:cubicBezTo>
                  <a:cubicBezTo>
                    <a:pt x="48" y="759"/>
                    <a:pt x="82" y="793"/>
                    <a:pt x="124" y="793"/>
                  </a:cubicBezTo>
                  <a:cubicBezTo>
                    <a:pt x="830" y="793"/>
                    <a:pt x="830" y="793"/>
                    <a:pt x="830" y="793"/>
                  </a:cubicBezTo>
                  <a:cubicBezTo>
                    <a:pt x="872" y="793"/>
                    <a:pt x="906" y="759"/>
                    <a:pt x="906" y="717"/>
                  </a:cubicBezTo>
                  <a:cubicBezTo>
                    <a:pt x="906" y="124"/>
                    <a:pt x="906" y="124"/>
                    <a:pt x="906" y="124"/>
                  </a:cubicBezTo>
                  <a:cubicBezTo>
                    <a:pt x="906" y="82"/>
                    <a:pt x="872" y="48"/>
                    <a:pt x="830" y="48"/>
                  </a:cubicBezTo>
                  <a:lnTo>
                    <a:pt x="124"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 name="Freeform 158"/>
            <p:cNvSpPr>
              <a:spLocks/>
            </p:cNvSpPr>
            <p:nvPr/>
          </p:nvSpPr>
          <p:spPr bwMode="auto">
            <a:xfrm>
              <a:off x="268288" y="2921001"/>
              <a:ext cx="403225" cy="161925"/>
            </a:xfrm>
            <a:custGeom>
              <a:avLst/>
              <a:gdLst>
                <a:gd name="T0" fmla="*/ 8 w 254"/>
                <a:gd name="T1" fmla="*/ 102 h 102"/>
                <a:gd name="T2" fmla="*/ 0 w 254"/>
                <a:gd name="T3" fmla="*/ 92 h 102"/>
                <a:gd name="T4" fmla="*/ 67 w 254"/>
                <a:gd name="T5" fmla="*/ 42 h 102"/>
                <a:gd name="T6" fmla="*/ 115 w 254"/>
                <a:gd name="T7" fmla="*/ 81 h 102"/>
                <a:gd name="T8" fmla="*/ 193 w 254"/>
                <a:gd name="T9" fmla="*/ 0 h 102"/>
                <a:gd name="T10" fmla="*/ 254 w 254"/>
                <a:gd name="T11" fmla="*/ 88 h 102"/>
                <a:gd name="T12" fmla="*/ 244 w 254"/>
                <a:gd name="T13" fmla="*/ 96 h 102"/>
                <a:gd name="T14" fmla="*/ 191 w 254"/>
                <a:gd name="T15" fmla="*/ 21 h 102"/>
                <a:gd name="T16" fmla="*/ 116 w 254"/>
                <a:gd name="T17" fmla="*/ 98 h 102"/>
                <a:gd name="T18" fmla="*/ 67 w 254"/>
                <a:gd name="T19" fmla="*/ 58 h 102"/>
                <a:gd name="T20" fmla="*/ 8 w 254"/>
                <a:gd name="T21"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4" h="102">
                  <a:moveTo>
                    <a:pt x="8" y="102"/>
                  </a:moveTo>
                  <a:lnTo>
                    <a:pt x="0" y="92"/>
                  </a:lnTo>
                  <a:lnTo>
                    <a:pt x="67" y="42"/>
                  </a:lnTo>
                  <a:lnTo>
                    <a:pt x="115" y="81"/>
                  </a:lnTo>
                  <a:lnTo>
                    <a:pt x="193" y="0"/>
                  </a:lnTo>
                  <a:lnTo>
                    <a:pt x="254" y="88"/>
                  </a:lnTo>
                  <a:lnTo>
                    <a:pt x="244" y="96"/>
                  </a:lnTo>
                  <a:lnTo>
                    <a:pt x="191" y="21"/>
                  </a:lnTo>
                  <a:lnTo>
                    <a:pt x="116" y="98"/>
                  </a:lnTo>
                  <a:lnTo>
                    <a:pt x="67" y="58"/>
                  </a:lnTo>
                  <a:lnTo>
                    <a:pt x="8"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 name="Freeform 159"/>
            <p:cNvSpPr>
              <a:spLocks noEditPoints="1"/>
            </p:cNvSpPr>
            <p:nvPr/>
          </p:nvSpPr>
          <p:spPr bwMode="auto">
            <a:xfrm>
              <a:off x="339725" y="2822576"/>
              <a:ext cx="115888" cy="115888"/>
            </a:xfrm>
            <a:custGeom>
              <a:avLst/>
              <a:gdLst>
                <a:gd name="T0" fmla="*/ 134 w 269"/>
                <a:gd name="T1" fmla="*/ 268 h 268"/>
                <a:gd name="T2" fmla="*/ 0 w 269"/>
                <a:gd name="T3" fmla="*/ 134 h 268"/>
                <a:gd name="T4" fmla="*/ 134 w 269"/>
                <a:gd name="T5" fmla="*/ 0 h 268"/>
                <a:gd name="T6" fmla="*/ 269 w 269"/>
                <a:gd name="T7" fmla="*/ 134 h 268"/>
                <a:gd name="T8" fmla="*/ 134 w 269"/>
                <a:gd name="T9" fmla="*/ 268 h 268"/>
                <a:gd name="T10" fmla="*/ 134 w 269"/>
                <a:gd name="T11" fmla="*/ 48 h 268"/>
                <a:gd name="T12" fmla="*/ 48 w 269"/>
                <a:gd name="T13" fmla="*/ 134 h 268"/>
                <a:gd name="T14" fmla="*/ 134 w 269"/>
                <a:gd name="T15" fmla="*/ 220 h 268"/>
                <a:gd name="T16" fmla="*/ 221 w 269"/>
                <a:gd name="T17" fmla="*/ 134 h 268"/>
                <a:gd name="T18" fmla="*/ 134 w 269"/>
                <a:gd name="T19" fmla="*/ 48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9" h="268">
                  <a:moveTo>
                    <a:pt x="134" y="268"/>
                  </a:moveTo>
                  <a:cubicBezTo>
                    <a:pt x="60" y="268"/>
                    <a:pt x="0" y="208"/>
                    <a:pt x="0" y="134"/>
                  </a:cubicBezTo>
                  <a:cubicBezTo>
                    <a:pt x="0" y="60"/>
                    <a:pt x="60" y="0"/>
                    <a:pt x="134" y="0"/>
                  </a:cubicBezTo>
                  <a:cubicBezTo>
                    <a:pt x="209" y="0"/>
                    <a:pt x="269" y="60"/>
                    <a:pt x="269" y="134"/>
                  </a:cubicBezTo>
                  <a:cubicBezTo>
                    <a:pt x="269" y="208"/>
                    <a:pt x="209" y="268"/>
                    <a:pt x="134" y="268"/>
                  </a:cubicBezTo>
                  <a:close/>
                  <a:moveTo>
                    <a:pt x="134" y="48"/>
                  </a:moveTo>
                  <a:cubicBezTo>
                    <a:pt x="87" y="48"/>
                    <a:pt x="48" y="86"/>
                    <a:pt x="48" y="134"/>
                  </a:cubicBezTo>
                  <a:cubicBezTo>
                    <a:pt x="48" y="182"/>
                    <a:pt x="87" y="220"/>
                    <a:pt x="134" y="220"/>
                  </a:cubicBezTo>
                  <a:cubicBezTo>
                    <a:pt x="182" y="220"/>
                    <a:pt x="221" y="182"/>
                    <a:pt x="221" y="134"/>
                  </a:cubicBezTo>
                  <a:cubicBezTo>
                    <a:pt x="221" y="86"/>
                    <a:pt x="182" y="48"/>
                    <a:pt x="134"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85" name="组合 84"/>
          <p:cNvGrpSpPr/>
          <p:nvPr/>
        </p:nvGrpSpPr>
        <p:grpSpPr>
          <a:xfrm>
            <a:off x="5383815" y="1621824"/>
            <a:ext cx="284569" cy="265746"/>
            <a:chOff x="1136650" y="2767013"/>
            <a:chExt cx="407988" cy="381001"/>
          </a:xfrm>
          <a:solidFill>
            <a:srgbClr val="707E84"/>
          </a:solidFill>
        </p:grpSpPr>
        <p:sp>
          <p:nvSpPr>
            <p:cNvPr id="86" name="Freeform 160"/>
            <p:cNvSpPr>
              <a:spLocks noEditPoints="1"/>
            </p:cNvSpPr>
            <p:nvPr/>
          </p:nvSpPr>
          <p:spPr bwMode="auto">
            <a:xfrm>
              <a:off x="1136650" y="2798763"/>
              <a:ext cx="347663" cy="325438"/>
            </a:xfrm>
            <a:custGeom>
              <a:avLst/>
              <a:gdLst>
                <a:gd name="T0" fmla="*/ 148 w 811"/>
                <a:gd name="T1" fmla="*/ 760 h 760"/>
                <a:gd name="T2" fmla="*/ 148 w 811"/>
                <a:gd name="T3" fmla="*/ 760 h 760"/>
                <a:gd name="T4" fmla="*/ 56 w 811"/>
                <a:gd name="T5" fmla="*/ 717 h 760"/>
                <a:gd name="T6" fmla="*/ 29 w 811"/>
                <a:gd name="T7" fmla="*/ 681 h 760"/>
                <a:gd name="T8" fmla="*/ 22 w 811"/>
                <a:gd name="T9" fmla="*/ 555 h 760"/>
                <a:gd name="T10" fmla="*/ 335 w 811"/>
                <a:gd name="T11" fmla="*/ 34 h 760"/>
                <a:gd name="T12" fmla="*/ 390 w 811"/>
                <a:gd name="T13" fmla="*/ 0 h 760"/>
                <a:gd name="T14" fmla="*/ 442 w 811"/>
                <a:gd name="T15" fmla="*/ 28 h 760"/>
                <a:gd name="T16" fmla="*/ 792 w 811"/>
                <a:gd name="T17" fmla="*/ 485 h 760"/>
                <a:gd name="T18" fmla="*/ 804 w 811"/>
                <a:gd name="T19" fmla="*/ 546 h 760"/>
                <a:gd name="T20" fmla="*/ 758 w 811"/>
                <a:gd name="T21" fmla="*/ 587 h 760"/>
                <a:gd name="T22" fmla="*/ 175 w 811"/>
                <a:gd name="T23" fmla="*/ 757 h 760"/>
                <a:gd name="T24" fmla="*/ 148 w 811"/>
                <a:gd name="T25" fmla="*/ 760 h 760"/>
                <a:gd name="T26" fmla="*/ 390 w 811"/>
                <a:gd name="T27" fmla="*/ 48 h 760"/>
                <a:gd name="T28" fmla="*/ 376 w 811"/>
                <a:gd name="T29" fmla="*/ 58 h 760"/>
                <a:gd name="T30" fmla="*/ 64 w 811"/>
                <a:gd name="T31" fmla="*/ 580 h 760"/>
                <a:gd name="T32" fmla="*/ 67 w 811"/>
                <a:gd name="T33" fmla="*/ 652 h 760"/>
                <a:gd name="T34" fmla="*/ 94 w 811"/>
                <a:gd name="T35" fmla="*/ 688 h 760"/>
                <a:gd name="T36" fmla="*/ 148 w 811"/>
                <a:gd name="T37" fmla="*/ 712 h 760"/>
                <a:gd name="T38" fmla="*/ 148 w 811"/>
                <a:gd name="T39" fmla="*/ 712 h 760"/>
                <a:gd name="T40" fmla="*/ 162 w 811"/>
                <a:gd name="T41" fmla="*/ 710 h 760"/>
                <a:gd name="T42" fmla="*/ 745 w 811"/>
                <a:gd name="T43" fmla="*/ 541 h 760"/>
                <a:gd name="T44" fmla="*/ 758 w 811"/>
                <a:gd name="T45" fmla="*/ 531 h 760"/>
                <a:gd name="T46" fmla="*/ 753 w 811"/>
                <a:gd name="T47" fmla="*/ 514 h 760"/>
                <a:gd name="T48" fmla="*/ 404 w 811"/>
                <a:gd name="T49" fmla="*/ 57 h 760"/>
                <a:gd name="T50" fmla="*/ 390 w 811"/>
                <a:gd name="T51" fmla="*/ 48 h 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11" h="760">
                  <a:moveTo>
                    <a:pt x="148" y="760"/>
                  </a:moveTo>
                  <a:cubicBezTo>
                    <a:pt x="148" y="760"/>
                    <a:pt x="148" y="760"/>
                    <a:pt x="148" y="760"/>
                  </a:cubicBezTo>
                  <a:cubicBezTo>
                    <a:pt x="112" y="760"/>
                    <a:pt x="75" y="743"/>
                    <a:pt x="56" y="717"/>
                  </a:cubicBezTo>
                  <a:cubicBezTo>
                    <a:pt x="29" y="681"/>
                    <a:pt x="29" y="681"/>
                    <a:pt x="29" y="681"/>
                  </a:cubicBezTo>
                  <a:cubicBezTo>
                    <a:pt x="3" y="647"/>
                    <a:pt x="0" y="591"/>
                    <a:pt x="22" y="555"/>
                  </a:cubicBezTo>
                  <a:cubicBezTo>
                    <a:pt x="335" y="34"/>
                    <a:pt x="335" y="34"/>
                    <a:pt x="335" y="34"/>
                  </a:cubicBezTo>
                  <a:cubicBezTo>
                    <a:pt x="348" y="12"/>
                    <a:pt x="368" y="0"/>
                    <a:pt x="390" y="0"/>
                  </a:cubicBezTo>
                  <a:cubicBezTo>
                    <a:pt x="410" y="0"/>
                    <a:pt x="428" y="10"/>
                    <a:pt x="442" y="28"/>
                  </a:cubicBezTo>
                  <a:cubicBezTo>
                    <a:pt x="792" y="485"/>
                    <a:pt x="792" y="485"/>
                    <a:pt x="792" y="485"/>
                  </a:cubicBezTo>
                  <a:cubicBezTo>
                    <a:pt x="806" y="504"/>
                    <a:pt x="811" y="526"/>
                    <a:pt x="804" y="546"/>
                  </a:cubicBezTo>
                  <a:cubicBezTo>
                    <a:pt x="798" y="566"/>
                    <a:pt x="781" y="581"/>
                    <a:pt x="758" y="587"/>
                  </a:cubicBezTo>
                  <a:cubicBezTo>
                    <a:pt x="175" y="757"/>
                    <a:pt x="175" y="757"/>
                    <a:pt x="175" y="757"/>
                  </a:cubicBezTo>
                  <a:cubicBezTo>
                    <a:pt x="166" y="759"/>
                    <a:pt x="157" y="760"/>
                    <a:pt x="148" y="760"/>
                  </a:cubicBezTo>
                  <a:close/>
                  <a:moveTo>
                    <a:pt x="390" y="48"/>
                  </a:moveTo>
                  <a:cubicBezTo>
                    <a:pt x="385" y="48"/>
                    <a:pt x="380" y="52"/>
                    <a:pt x="376" y="58"/>
                  </a:cubicBezTo>
                  <a:cubicBezTo>
                    <a:pt x="64" y="580"/>
                    <a:pt x="64" y="580"/>
                    <a:pt x="64" y="580"/>
                  </a:cubicBezTo>
                  <a:cubicBezTo>
                    <a:pt x="52" y="600"/>
                    <a:pt x="53" y="634"/>
                    <a:pt x="67" y="652"/>
                  </a:cubicBezTo>
                  <a:cubicBezTo>
                    <a:pt x="94" y="688"/>
                    <a:pt x="94" y="688"/>
                    <a:pt x="94" y="688"/>
                  </a:cubicBezTo>
                  <a:cubicBezTo>
                    <a:pt x="105" y="702"/>
                    <a:pt x="127" y="712"/>
                    <a:pt x="148" y="712"/>
                  </a:cubicBezTo>
                  <a:cubicBezTo>
                    <a:pt x="148" y="712"/>
                    <a:pt x="148" y="712"/>
                    <a:pt x="148" y="712"/>
                  </a:cubicBezTo>
                  <a:cubicBezTo>
                    <a:pt x="153" y="712"/>
                    <a:pt x="157" y="712"/>
                    <a:pt x="162" y="710"/>
                  </a:cubicBezTo>
                  <a:cubicBezTo>
                    <a:pt x="745" y="541"/>
                    <a:pt x="745" y="541"/>
                    <a:pt x="745" y="541"/>
                  </a:cubicBezTo>
                  <a:cubicBezTo>
                    <a:pt x="752" y="539"/>
                    <a:pt x="757" y="535"/>
                    <a:pt x="758" y="531"/>
                  </a:cubicBezTo>
                  <a:cubicBezTo>
                    <a:pt x="760" y="527"/>
                    <a:pt x="758" y="521"/>
                    <a:pt x="753" y="514"/>
                  </a:cubicBezTo>
                  <a:cubicBezTo>
                    <a:pt x="404" y="57"/>
                    <a:pt x="404" y="57"/>
                    <a:pt x="404" y="57"/>
                  </a:cubicBezTo>
                  <a:cubicBezTo>
                    <a:pt x="399" y="51"/>
                    <a:pt x="394" y="48"/>
                    <a:pt x="390"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 name="Freeform 161"/>
            <p:cNvSpPr>
              <a:spLocks/>
            </p:cNvSpPr>
            <p:nvPr/>
          </p:nvSpPr>
          <p:spPr bwMode="auto">
            <a:xfrm>
              <a:off x="1231900" y="3057526"/>
              <a:ext cx="165100" cy="90488"/>
            </a:xfrm>
            <a:custGeom>
              <a:avLst/>
              <a:gdLst>
                <a:gd name="T0" fmla="*/ 106 w 387"/>
                <a:gd name="T1" fmla="*/ 211 h 211"/>
                <a:gd name="T2" fmla="*/ 23 w 387"/>
                <a:gd name="T3" fmla="*/ 166 h 211"/>
                <a:gd name="T4" fmla="*/ 0 w 387"/>
                <a:gd name="T5" fmla="*/ 122 h 211"/>
                <a:gd name="T6" fmla="*/ 43 w 387"/>
                <a:gd name="T7" fmla="*/ 100 h 211"/>
                <a:gd name="T8" fmla="*/ 66 w 387"/>
                <a:gd name="T9" fmla="*/ 144 h 211"/>
                <a:gd name="T10" fmla="*/ 120 w 387"/>
                <a:gd name="T11" fmla="*/ 162 h 211"/>
                <a:gd name="T12" fmla="*/ 318 w 387"/>
                <a:gd name="T13" fmla="*/ 112 h 211"/>
                <a:gd name="T14" fmla="*/ 335 w 387"/>
                <a:gd name="T15" fmla="*/ 100 h 211"/>
                <a:gd name="T16" fmla="*/ 332 w 387"/>
                <a:gd name="T17" fmla="*/ 80 h 211"/>
                <a:gd name="T18" fmla="*/ 301 w 387"/>
                <a:gd name="T19" fmla="*/ 23 h 211"/>
                <a:gd name="T20" fmla="*/ 344 w 387"/>
                <a:gd name="T21" fmla="*/ 0 h 211"/>
                <a:gd name="T22" fmla="*/ 375 w 387"/>
                <a:gd name="T23" fmla="*/ 57 h 211"/>
                <a:gd name="T24" fmla="*/ 379 w 387"/>
                <a:gd name="T25" fmla="*/ 120 h 211"/>
                <a:gd name="T26" fmla="*/ 330 w 387"/>
                <a:gd name="T27" fmla="*/ 159 h 211"/>
                <a:gd name="T28" fmla="*/ 131 w 387"/>
                <a:gd name="T29" fmla="*/ 208 h 211"/>
                <a:gd name="T30" fmla="*/ 106 w 387"/>
                <a:gd name="T31"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87" h="211">
                  <a:moveTo>
                    <a:pt x="106" y="211"/>
                  </a:moveTo>
                  <a:cubicBezTo>
                    <a:pt x="71" y="211"/>
                    <a:pt x="38" y="194"/>
                    <a:pt x="23" y="166"/>
                  </a:cubicBezTo>
                  <a:cubicBezTo>
                    <a:pt x="0" y="122"/>
                    <a:pt x="0" y="122"/>
                    <a:pt x="0" y="122"/>
                  </a:cubicBezTo>
                  <a:cubicBezTo>
                    <a:pt x="43" y="100"/>
                    <a:pt x="43" y="100"/>
                    <a:pt x="43" y="100"/>
                  </a:cubicBezTo>
                  <a:cubicBezTo>
                    <a:pt x="66" y="144"/>
                    <a:pt x="66" y="144"/>
                    <a:pt x="66" y="144"/>
                  </a:cubicBezTo>
                  <a:cubicBezTo>
                    <a:pt x="72" y="157"/>
                    <a:pt x="97" y="167"/>
                    <a:pt x="120" y="162"/>
                  </a:cubicBezTo>
                  <a:cubicBezTo>
                    <a:pt x="318" y="112"/>
                    <a:pt x="318" y="112"/>
                    <a:pt x="318" y="112"/>
                  </a:cubicBezTo>
                  <a:cubicBezTo>
                    <a:pt x="326" y="110"/>
                    <a:pt x="332" y="106"/>
                    <a:pt x="335" y="100"/>
                  </a:cubicBezTo>
                  <a:cubicBezTo>
                    <a:pt x="337" y="94"/>
                    <a:pt x="336" y="87"/>
                    <a:pt x="332" y="80"/>
                  </a:cubicBezTo>
                  <a:cubicBezTo>
                    <a:pt x="301" y="23"/>
                    <a:pt x="301" y="23"/>
                    <a:pt x="301" y="23"/>
                  </a:cubicBezTo>
                  <a:cubicBezTo>
                    <a:pt x="344" y="0"/>
                    <a:pt x="344" y="0"/>
                    <a:pt x="344" y="0"/>
                  </a:cubicBezTo>
                  <a:cubicBezTo>
                    <a:pt x="375" y="57"/>
                    <a:pt x="375" y="57"/>
                    <a:pt x="375" y="57"/>
                  </a:cubicBezTo>
                  <a:cubicBezTo>
                    <a:pt x="386" y="77"/>
                    <a:pt x="387" y="100"/>
                    <a:pt x="379" y="120"/>
                  </a:cubicBezTo>
                  <a:cubicBezTo>
                    <a:pt x="370" y="139"/>
                    <a:pt x="352" y="153"/>
                    <a:pt x="330" y="159"/>
                  </a:cubicBezTo>
                  <a:cubicBezTo>
                    <a:pt x="131" y="208"/>
                    <a:pt x="131" y="208"/>
                    <a:pt x="131" y="208"/>
                  </a:cubicBezTo>
                  <a:cubicBezTo>
                    <a:pt x="123" y="210"/>
                    <a:pt x="115" y="211"/>
                    <a:pt x="106" y="2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 name="Freeform 162"/>
            <p:cNvSpPr>
              <a:spLocks/>
            </p:cNvSpPr>
            <p:nvPr/>
          </p:nvSpPr>
          <p:spPr bwMode="auto">
            <a:xfrm>
              <a:off x="1371600" y="2767013"/>
              <a:ext cx="50800" cy="80963"/>
            </a:xfrm>
            <a:custGeom>
              <a:avLst/>
              <a:gdLst>
                <a:gd name="T0" fmla="*/ 12 w 32"/>
                <a:gd name="T1" fmla="*/ 51 h 51"/>
                <a:gd name="T2" fmla="*/ 0 w 32"/>
                <a:gd name="T3" fmla="*/ 46 h 51"/>
                <a:gd name="T4" fmla="*/ 20 w 32"/>
                <a:gd name="T5" fmla="*/ 0 h 51"/>
                <a:gd name="T6" fmla="*/ 32 w 32"/>
                <a:gd name="T7" fmla="*/ 4 h 51"/>
                <a:gd name="T8" fmla="*/ 12 w 32"/>
                <a:gd name="T9" fmla="*/ 51 h 51"/>
              </a:gdLst>
              <a:ahLst/>
              <a:cxnLst>
                <a:cxn ang="0">
                  <a:pos x="T0" y="T1"/>
                </a:cxn>
                <a:cxn ang="0">
                  <a:pos x="T2" y="T3"/>
                </a:cxn>
                <a:cxn ang="0">
                  <a:pos x="T4" y="T5"/>
                </a:cxn>
                <a:cxn ang="0">
                  <a:pos x="T6" y="T7"/>
                </a:cxn>
                <a:cxn ang="0">
                  <a:pos x="T8" y="T9"/>
                </a:cxn>
              </a:cxnLst>
              <a:rect l="0" t="0" r="r" b="b"/>
              <a:pathLst>
                <a:path w="32" h="51">
                  <a:moveTo>
                    <a:pt x="12" y="51"/>
                  </a:moveTo>
                  <a:lnTo>
                    <a:pt x="0" y="46"/>
                  </a:lnTo>
                  <a:lnTo>
                    <a:pt x="20" y="0"/>
                  </a:lnTo>
                  <a:lnTo>
                    <a:pt x="32" y="4"/>
                  </a:lnTo>
                  <a:lnTo>
                    <a:pt x="12" y="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 name="Freeform 163"/>
            <p:cNvSpPr>
              <a:spLocks/>
            </p:cNvSpPr>
            <p:nvPr/>
          </p:nvSpPr>
          <p:spPr bwMode="auto">
            <a:xfrm>
              <a:off x="1423988" y="2819401"/>
              <a:ext cx="100013" cy="82550"/>
            </a:xfrm>
            <a:custGeom>
              <a:avLst/>
              <a:gdLst>
                <a:gd name="T0" fmla="*/ 8 w 63"/>
                <a:gd name="T1" fmla="*/ 52 h 52"/>
                <a:gd name="T2" fmla="*/ 0 w 63"/>
                <a:gd name="T3" fmla="*/ 42 h 52"/>
                <a:gd name="T4" fmla="*/ 56 w 63"/>
                <a:gd name="T5" fmla="*/ 0 h 52"/>
                <a:gd name="T6" fmla="*/ 63 w 63"/>
                <a:gd name="T7" fmla="*/ 10 h 52"/>
                <a:gd name="T8" fmla="*/ 8 w 63"/>
                <a:gd name="T9" fmla="*/ 52 h 52"/>
              </a:gdLst>
              <a:ahLst/>
              <a:cxnLst>
                <a:cxn ang="0">
                  <a:pos x="T0" y="T1"/>
                </a:cxn>
                <a:cxn ang="0">
                  <a:pos x="T2" y="T3"/>
                </a:cxn>
                <a:cxn ang="0">
                  <a:pos x="T4" y="T5"/>
                </a:cxn>
                <a:cxn ang="0">
                  <a:pos x="T6" y="T7"/>
                </a:cxn>
                <a:cxn ang="0">
                  <a:pos x="T8" y="T9"/>
                </a:cxn>
              </a:cxnLst>
              <a:rect l="0" t="0" r="r" b="b"/>
              <a:pathLst>
                <a:path w="63" h="52">
                  <a:moveTo>
                    <a:pt x="8" y="52"/>
                  </a:moveTo>
                  <a:lnTo>
                    <a:pt x="0" y="42"/>
                  </a:lnTo>
                  <a:lnTo>
                    <a:pt x="56" y="0"/>
                  </a:lnTo>
                  <a:lnTo>
                    <a:pt x="63" y="10"/>
                  </a:lnTo>
                  <a:lnTo>
                    <a:pt x="8" y="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 name="Freeform 164"/>
            <p:cNvSpPr>
              <a:spLocks/>
            </p:cNvSpPr>
            <p:nvPr/>
          </p:nvSpPr>
          <p:spPr bwMode="auto">
            <a:xfrm>
              <a:off x="1466850" y="2925763"/>
              <a:ext cx="77788" cy="33338"/>
            </a:xfrm>
            <a:custGeom>
              <a:avLst/>
              <a:gdLst>
                <a:gd name="T0" fmla="*/ 2 w 49"/>
                <a:gd name="T1" fmla="*/ 21 h 21"/>
                <a:gd name="T2" fmla="*/ 0 w 49"/>
                <a:gd name="T3" fmla="*/ 8 h 21"/>
                <a:gd name="T4" fmla="*/ 46 w 49"/>
                <a:gd name="T5" fmla="*/ 0 h 21"/>
                <a:gd name="T6" fmla="*/ 49 w 49"/>
                <a:gd name="T7" fmla="*/ 12 h 21"/>
                <a:gd name="T8" fmla="*/ 2 w 49"/>
                <a:gd name="T9" fmla="*/ 21 h 21"/>
              </a:gdLst>
              <a:ahLst/>
              <a:cxnLst>
                <a:cxn ang="0">
                  <a:pos x="T0" y="T1"/>
                </a:cxn>
                <a:cxn ang="0">
                  <a:pos x="T2" y="T3"/>
                </a:cxn>
                <a:cxn ang="0">
                  <a:pos x="T4" y="T5"/>
                </a:cxn>
                <a:cxn ang="0">
                  <a:pos x="T6" y="T7"/>
                </a:cxn>
                <a:cxn ang="0">
                  <a:pos x="T8" y="T9"/>
                </a:cxn>
              </a:cxnLst>
              <a:rect l="0" t="0" r="r" b="b"/>
              <a:pathLst>
                <a:path w="49" h="21">
                  <a:moveTo>
                    <a:pt x="2" y="21"/>
                  </a:moveTo>
                  <a:lnTo>
                    <a:pt x="0" y="8"/>
                  </a:lnTo>
                  <a:lnTo>
                    <a:pt x="46" y="0"/>
                  </a:lnTo>
                  <a:lnTo>
                    <a:pt x="49" y="12"/>
                  </a:lnTo>
                  <a:lnTo>
                    <a:pt x="2"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91" name="组合 90"/>
          <p:cNvGrpSpPr/>
          <p:nvPr/>
        </p:nvGrpSpPr>
        <p:grpSpPr>
          <a:xfrm>
            <a:off x="5867482" y="1598572"/>
            <a:ext cx="307821" cy="307821"/>
            <a:chOff x="2000250" y="2733676"/>
            <a:chExt cx="441325" cy="441325"/>
          </a:xfrm>
          <a:solidFill>
            <a:srgbClr val="707E84"/>
          </a:solidFill>
        </p:grpSpPr>
        <p:sp>
          <p:nvSpPr>
            <p:cNvPr id="92" name="Freeform 165"/>
            <p:cNvSpPr>
              <a:spLocks noEditPoints="1"/>
            </p:cNvSpPr>
            <p:nvPr/>
          </p:nvSpPr>
          <p:spPr bwMode="auto">
            <a:xfrm>
              <a:off x="2000250" y="2733676"/>
              <a:ext cx="441325" cy="441325"/>
            </a:xfrm>
            <a:custGeom>
              <a:avLst/>
              <a:gdLst>
                <a:gd name="T0" fmla="*/ 485 w 1028"/>
                <a:gd name="T1" fmla="*/ 1028 h 1028"/>
                <a:gd name="T2" fmla="*/ 357 w 1028"/>
                <a:gd name="T3" fmla="*/ 893 h 1028"/>
                <a:gd name="T4" fmla="*/ 242 w 1028"/>
                <a:gd name="T5" fmla="*/ 925 h 1028"/>
                <a:gd name="T6" fmla="*/ 130 w 1028"/>
                <a:gd name="T7" fmla="*/ 856 h 1028"/>
                <a:gd name="T8" fmla="*/ 135 w 1028"/>
                <a:gd name="T9" fmla="*/ 671 h 1028"/>
                <a:gd name="T10" fmla="*/ 0 w 1028"/>
                <a:gd name="T11" fmla="*/ 543 h 1028"/>
                <a:gd name="T12" fmla="*/ 51 w 1028"/>
                <a:gd name="T13" fmla="*/ 400 h 1028"/>
                <a:gd name="T14" fmla="*/ 107 w 1028"/>
                <a:gd name="T15" fmla="*/ 267 h 1028"/>
                <a:gd name="T16" fmla="*/ 172 w 1028"/>
                <a:gd name="T17" fmla="*/ 130 h 1028"/>
                <a:gd name="T18" fmla="*/ 267 w 1028"/>
                <a:gd name="T19" fmla="*/ 106 h 1028"/>
                <a:gd name="T20" fmla="*/ 401 w 1028"/>
                <a:gd name="T21" fmla="*/ 51 h 1028"/>
                <a:gd name="T22" fmla="*/ 544 w 1028"/>
                <a:gd name="T23" fmla="*/ 0 h 1028"/>
                <a:gd name="T24" fmla="*/ 671 w 1028"/>
                <a:gd name="T25" fmla="*/ 135 h 1028"/>
                <a:gd name="T26" fmla="*/ 787 w 1028"/>
                <a:gd name="T27" fmla="*/ 103 h 1028"/>
                <a:gd name="T28" fmla="*/ 898 w 1028"/>
                <a:gd name="T29" fmla="*/ 172 h 1028"/>
                <a:gd name="T30" fmla="*/ 893 w 1028"/>
                <a:gd name="T31" fmla="*/ 357 h 1028"/>
                <a:gd name="T32" fmla="*/ 1028 w 1028"/>
                <a:gd name="T33" fmla="*/ 484 h 1028"/>
                <a:gd name="T34" fmla="*/ 977 w 1028"/>
                <a:gd name="T35" fmla="*/ 627 h 1028"/>
                <a:gd name="T36" fmla="*/ 922 w 1028"/>
                <a:gd name="T37" fmla="*/ 761 h 1028"/>
                <a:gd name="T38" fmla="*/ 857 w 1028"/>
                <a:gd name="T39" fmla="*/ 898 h 1028"/>
                <a:gd name="T40" fmla="*/ 787 w 1028"/>
                <a:gd name="T41" fmla="*/ 925 h 1028"/>
                <a:gd name="T42" fmla="*/ 671 w 1028"/>
                <a:gd name="T43" fmla="*/ 893 h 1028"/>
                <a:gd name="T44" fmla="*/ 544 w 1028"/>
                <a:gd name="T45" fmla="*/ 1028 h 1028"/>
                <a:gd name="T46" fmla="*/ 443 w 1028"/>
                <a:gd name="T47" fmla="*/ 954 h 1028"/>
                <a:gd name="T48" fmla="*/ 544 w 1028"/>
                <a:gd name="T49" fmla="*/ 980 h 1028"/>
                <a:gd name="T50" fmla="*/ 647 w 1028"/>
                <a:gd name="T51" fmla="*/ 835 h 1028"/>
                <a:gd name="T52" fmla="*/ 787 w 1028"/>
                <a:gd name="T53" fmla="*/ 877 h 1028"/>
                <a:gd name="T54" fmla="*/ 864 w 1028"/>
                <a:gd name="T55" fmla="*/ 822 h 1028"/>
                <a:gd name="T56" fmla="*/ 836 w 1028"/>
                <a:gd name="T57" fmla="*/ 647 h 1028"/>
                <a:gd name="T58" fmla="*/ 980 w 1028"/>
                <a:gd name="T59" fmla="*/ 543 h 1028"/>
                <a:gd name="T60" fmla="*/ 955 w 1028"/>
                <a:gd name="T61" fmla="*/ 443 h 1028"/>
                <a:gd name="T62" fmla="*/ 876 w 1028"/>
                <a:gd name="T63" fmla="*/ 253 h 1028"/>
                <a:gd name="T64" fmla="*/ 823 w 1028"/>
                <a:gd name="T65" fmla="*/ 164 h 1028"/>
                <a:gd name="T66" fmla="*/ 775 w 1028"/>
                <a:gd name="T67" fmla="*/ 152 h 1028"/>
                <a:gd name="T68" fmla="*/ 585 w 1028"/>
                <a:gd name="T69" fmla="*/ 73 h 1028"/>
                <a:gd name="T70" fmla="*/ 485 w 1028"/>
                <a:gd name="T71" fmla="*/ 48 h 1028"/>
                <a:gd name="T72" fmla="*/ 381 w 1028"/>
                <a:gd name="T73" fmla="*/ 192 h 1028"/>
                <a:gd name="T74" fmla="*/ 242 w 1028"/>
                <a:gd name="T75" fmla="*/ 151 h 1028"/>
                <a:gd name="T76" fmla="*/ 164 w 1028"/>
                <a:gd name="T77" fmla="*/ 205 h 1028"/>
                <a:gd name="T78" fmla="*/ 193 w 1028"/>
                <a:gd name="T79" fmla="*/ 381 h 1028"/>
                <a:gd name="T80" fmla="*/ 48 w 1028"/>
                <a:gd name="T81" fmla="*/ 484 h 1028"/>
                <a:gd name="T82" fmla="*/ 74 w 1028"/>
                <a:gd name="T83" fmla="*/ 585 h 1028"/>
                <a:gd name="T84" fmla="*/ 152 w 1028"/>
                <a:gd name="T85" fmla="*/ 775 h 1028"/>
                <a:gd name="T86" fmla="*/ 206 w 1028"/>
                <a:gd name="T87" fmla="*/ 864 h 1028"/>
                <a:gd name="T88" fmla="*/ 253 w 1028"/>
                <a:gd name="T89" fmla="*/ 876 h 10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28" h="1028">
                  <a:moveTo>
                    <a:pt x="544" y="1028"/>
                  </a:moveTo>
                  <a:cubicBezTo>
                    <a:pt x="485" y="1028"/>
                    <a:pt x="485" y="1028"/>
                    <a:pt x="485" y="1028"/>
                  </a:cubicBezTo>
                  <a:cubicBezTo>
                    <a:pt x="452" y="1028"/>
                    <a:pt x="416" y="1006"/>
                    <a:pt x="401" y="977"/>
                  </a:cubicBezTo>
                  <a:cubicBezTo>
                    <a:pt x="357" y="893"/>
                    <a:pt x="357" y="893"/>
                    <a:pt x="357" y="893"/>
                  </a:cubicBezTo>
                  <a:cubicBezTo>
                    <a:pt x="267" y="921"/>
                    <a:pt x="267" y="921"/>
                    <a:pt x="267" y="921"/>
                  </a:cubicBezTo>
                  <a:cubicBezTo>
                    <a:pt x="259" y="924"/>
                    <a:pt x="251" y="925"/>
                    <a:pt x="242" y="925"/>
                  </a:cubicBezTo>
                  <a:cubicBezTo>
                    <a:pt x="215" y="925"/>
                    <a:pt x="188" y="915"/>
                    <a:pt x="172" y="898"/>
                  </a:cubicBezTo>
                  <a:cubicBezTo>
                    <a:pt x="130" y="856"/>
                    <a:pt x="130" y="856"/>
                    <a:pt x="130" y="856"/>
                  </a:cubicBezTo>
                  <a:cubicBezTo>
                    <a:pt x="107" y="833"/>
                    <a:pt x="97" y="792"/>
                    <a:pt x="107" y="761"/>
                  </a:cubicBezTo>
                  <a:cubicBezTo>
                    <a:pt x="135" y="671"/>
                    <a:pt x="135" y="671"/>
                    <a:pt x="135" y="671"/>
                  </a:cubicBezTo>
                  <a:cubicBezTo>
                    <a:pt x="51" y="627"/>
                    <a:pt x="51" y="627"/>
                    <a:pt x="51" y="627"/>
                  </a:cubicBezTo>
                  <a:cubicBezTo>
                    <a:pt x="22" y="612"/>
                    <a:pt x="0" y="576"/>
                    <a:pt x="0" y="543"/>
                  </a:cubicBezTo>
                  <a:cubicBezTo>
                    <a:pt x="0" y="484"/>
                    <a:pt x="0" y="484"/>
                    <a:pt x="0" y="484"/>
                  </a:cubicBezTo>
                  <a:cubicBezTo>
                    <a:pt x="0" y="452"/>
                    <a:pt x="22" y="416"/>
                    <a:pt x="51" y="400"/>
                  </a:cubicBezTo>
                  <a:cubicBezTo>
                    <a:pt x="135" y="357"/>
                    <a:pt x="135" y="357"/>
                    <a:pt x="135" y="357"/>
                  </a:cubicBezTo>
                  <a:cubicBezTo>
                    <a:pt x="107" y="267"/>
                    <a:pt x="107" y="267"/>
                    <a:pt x="107" y="267"/>
                  </a:cubicBezTo>
                  <a:cubicBezTo>
                    <a:pt x="97" y="236"/>
                    <a:pt x="107" y="195"/>
                    <a:pt x="130" y="172"/>
                  </a:cubicBezTo>
                  <a:cubicBezTo>
                    <a:pt x="172" y="130"/>
                    <a:pt x="172" y="130"/>
                    <a:pt x="172" y="130"/>
                  </a:cubicBezTo>
                  <a:cubicBezTo>
                    <a:pt x="188" y="113"/>
                    <a:pt x="215" y="103"/>
                    <a:pt x="242" y="103"/>
                  </a:cubicBezTo>
                  <a:cubicBezTo>
                    <a:pt x="251" y="103"/>
                    <a:pt x="259" y="104"/>
                    <a:pt x="267" y="106"/>
                  </a:cubicBezTo>
                  <a:cubicBezTo>
                    <a:pt x="357" y="135"/>
                    <a:pt x="357" y="135"/>
                    <a:pt x="357" y="135"/>
                  </a:cubicBezTo>
                  <a:cubicBezTo>
                    <a:pt x="401" y="51"/>
                    <a:pt x="401" y="51"/>
                    <a:pt x="401" y="51"/>
                  </a:cubicBezTo>
                  <a:cubicBezTo>
                    <a:pt x="416" y="22"/>
                    <a:pt x="452" y="0"/>
                    <a:pt x="485" y="0"/>
                  </a:cubicBezTo>
                  <a:cubicBezTo>
                    <a:pt x="544" y="0"/>
                    <a:pt x="544" y="0"/>
                    <a:pt x="544" y="0"/>
                  </a:cubicBezTo>
                  <a:cubicBezTo>
                    <a:pt x="576" y="0"/>
                    <a:pt x="612" y="22"/>
                    <a:pt x="628" y="51"/>
                  </a:cubicBezTo>
                  <a:cubicBezTo>
                    <a:pt x="671" y="135"/>
                    <a:pt x="671" y="135"/>
                    <a:pt x="671" y="135"/>
                  </a:cubicBezTo>
                  <a:cubicBezTo>
                    <a:pt x="761" y="106"/>
                    <a:pt x="761" y="106"/>
                    <a:pt x="761" y="106"/>
                  </a:cubicBezTo>
                  <a:cubicBezTo>
                    <a:pt x="769" y="104"/>
                    <a:pt x="777" y="103"/>
                    <a:pt x="787" y="103"/>
                  </a:cubicBezTo>
                  <a:cubicBezTo>
                    <a:pt x="813" y="103"/>
                    <a:pt x="840" y="113"/>
                    <a:pt x="857" y="130"/>
                  </a:cubicBezTo>
                  <a:cubicBezTo>
                    <a:pt x="898" y="172"/>
                    <a:pt x="898" y="172"/>
                    <a:pt x="898" y="172"/>
                  </a:cubicBezTo>
                  <a:cubicBezTo>
                    <a:pt x="921" y="195"/>
                    <a:pt x="931" y="236"/>
                    <a:pt x="922" y="267"/>
                  </a:cubicBezTo>
                  <a:cubicBezTo>
                    <a:pt x="893" y="357"/>
                    <a:pt x="893" y="357"/>
                    <a:pt x="893" y="357"/>
                  </a:cubicBezTo>
                  <a:cubicBezTo>
                    <a:pt x="977" y="400"/>
                    <a:pt x="977" y="400"/>
                    <a:pt x="977" y="400"/>
                  </a:cubicBezTo>
                  <a:cubicBezTo>
                    <a:pt x="1006" y="416"/>
                    <a:pt x="1028" y="452"/>
                    <a:pt x="1028" y="484"/>
                  </a:cubicBezTo>
                  <a:cubicBezTo>
                    <a:pt x="1028" y="543"/>
                    <a:pt x="1028" y="543"/>
                    <a:pt x="1028" y="543"/>
                  </a:cubicBezTo>
                  <a:cubicBezTo>
                    <a:pt x="1028" y="576"/>
                    <a:pt x="1006" y="612"/>
                    <a:pt x="977" y="627"/>
                  </a:cubicBezTo>
                  <a:cubicBezTo>
                    <a:pt x="893" y="671"/>
                    <a:pt x="893" y="671"/>
                    <a:pt x="893" y="671"/>
                  </a:cubicBezTo>
                  <a:cubicBezTo>
                    <a:pt x="922" y="761"/>
                    <a:pt x="922" y="761"/>
                    <a:pt x="922" y="761"/>
                  </a:cubicBezTo>
                  <a:cubicBezTo>
                    <a:pt x="931" y="792"/>
                    <a:pt x="921" y="833"/>
                    <a:pt x="898" y="856"/>
                  </a:cubicBezTo>
                  <a:cubicBezTo>
                    <a:pt x="857" y="898"/>
                    <a:pt x="857" y="898"/>
                    <a:pt x="857" y="898"/>
                  </a:cubicBezTo>
                  <a:cubicBezTo>
                    <a:pt x="840" y="915"/>
                    <a:pt x="813" y="925"/>
                    <a:pt x="787" y="925"/>
                  </a:cubicBezTo>
                  <a:cubicBezTo>
                    <a:pt x="787" y="925"/>
                    <a:pt x="787" y="925"/>
                    <a:pt x="787" y="925"/>
                  </a:cubicBezTo>
                  <a:cubicBezTo>
                    <a:pt x="777" y="925"/>
                    <a:pt x="769" y="924"/>
                    <a:pt x="761" y="921"/>
                  </a:cubicBezTo>
                  <a:cubicBezTo>
                    <a:pt x="671" y="893"/>
                    <a:pt x="671" y="893"/>
                    <a:pt x="671" y="893"/>
                  </a:cubicBezTo>
                  <a:cubicBezTo>
                    <a:pt x="628" y="977"/>
                    <a:pt x="628" y="977"/>
                    <a:pt x="628" y="977"/>
                  </a:cubicBezTo>
                  <a:cubicBezTo>
                    <a:pt x="612" y="1006"/>
                    <a:pt x="576" y="1028"/>
                    <a:pt x="544" y="1028"/>
                  </a:cubicBezTo>
                  <a:close/>
                  <a:moveTo>
                    <a:pt x="381" y="835"/>
                  </a:moveTo>
                  <a:cubicBezTo>
                    <a:pt x="443" y="954"/>
                    <a:pt x="443" y="954"/>
                    <a:pt x="443" y="954"/>
                  </a:cubicBezTo>
                  <a:cubicBezTo>
                    <a:pt x="450" y="967"/>
                    <a:pt x="470" y="980"/>
                    <a:pt x="485" y="980"/>
                  </a:cubicBezTo>
                  <a:cubicBezTo>
                    <a:pt x="544" y="980"/>
                    <a:pt x="544" y="980"/>
                    <a:pt x="544" y="980"/>
                  </a:cubicBezTo>
                  <a:cubicBezTo>
                    <a:pt x="558" y="980"/>
                    <a:pt x="578" y="967"/>
                    <a:pt x="585" y="954"/>
                  </a:cubicBezTo>
                  <a:cubicBezTo>
                    <a:pt x="647" y="835"/>
                    <a:pt x="647" y="835"/>
                    <a:pt x="647" y="835"/>
                  </a:cubicBezTo>
                  <a:cubicBezTo>
                    <a:pt x="775" y="876"/>
                    <a:pt x="775" y="876"/>
                    <a:pt x="775" y="876"/>
                  </a:cubicBezTo>
                  <a:cubicBezTo>
                    <a:pt x="779" y="877"/>
                    <a:pt x="782" y="877"/>
                    <a:pt x="787" y="877"/>
                  </a:cubicBezTo>
                  <a:cubicBezTo>
                    <a:pt x="800" y="877"/>
                    <a:pt x="815" y="872"/>
                    <a:pt x="823" y="864"/>
                  </a:cubicBezTo>
                  <a:cubicBezTo>
                    <a:pt x="864" y="822"/>
                    <a:pt x="864" y="822"/>
                    <a:pt x="864" y="822"/>
                  </a:cubicBezTo>
                  <a:cubicBezTo>
                    <a:pt x="875" y="812"/>
                    <a:pt x="880" y="789"/>
                    <a:pt x="876" y="775"/>
                  </a:cubicBezTo>
                  <a:cubicBezTo>
                    <a:pt x="836" y="647"/>
                    <a:pt x="836" y="647"/>
                    <a:pt x="836" y="647"/>
                  </a:cubicBezTo>
                  <a:cubicBezTo>
                    <a:pt x="955" y="585"/>
                    <a:pt x="955" y="585"/>
                    <a:pt x="955" y="585"/>
                  </a:cubicBezTo>
                  <a:cubicBezTo>
                    <a:pt x="968" y="578"/>
                    <a:pt x="980" y="558"/>
                    <a:pt x="980" y="543"/>
                  </a:cubicBezTo>
                  <a:cubicBezTo>
                    <a:pt x="980" y="484"/>
                    <a:pt x="980" y="484"/>
                    <a:pt x="980" y="484"/>
                  </a:cubicBezTo>
                  <a:cubicBezTo>
                    <a:pt x="980" y="470"/>
                    <a:pt x="968" y="450"/>
                    <a:pt x="955" y="443"/>
                  </a:cubicBezTo>
                  <a:cubicBezTo>
                    <a:pt x="836" y="381"/>
                    <a:pt x="836" y="381"/>
                    <a:pt x="836" y="381"/>
                  </a:cubicBezTo>
                  <a:cubicBezTo>
                    <a:pt x="876" y="253"/>
                    <a:pt x="876" y="253"/>
                    <a:pt x="876" y="253"/>
                  </a:cubicBezTo>
                  <a:cubicBezTo>
                    <a:pt x="880" y="239"/>
                    <a:pt x="875" y="216"/>
                    <a:pt x="864" y="205"/>
                  </a:cubicBezTo>
                  <a:cubicBezTo>
                    <a:pt x="823" y="164"/>
                    <a:pt x="823" y="164"/>
                    <a:pt x="823" y="164"/>
                  </a:cubicBezTo>
                  <a:cubicBezTo>
                    <a:pt x="815" y="156"/>
                    <a:pt x="800" y="151"/>
                    <a:pt x="787" y="151"/>
                  </a:cubicBezTo>
                  <a:cubicBezTo>
                    <a:pt x="782" y="151"/>
                    <a:pt x="779" y="151"/>
                    <a:pt x="775" y="152"/>
                  </a:cubicBezTo>
                  <a:cubicBezTo>
                    <a:pt x="647" y="192"/>
                    <a:pt x="647" y="192"/>
                    <a:pt x="647" y="192"/>
                  </a:cubicBezTo>
                  <a:cubicBezTo>
                    <a:pt x="585" y="73"/>
                    <a:pt x="585" y="73"/>
                    <a:pt x="585" y="73"/>
                  </a:cubicBezTo>
                  <a:cubicBezTo>
                    <a:pt x="578" y="60"/>
                    <a:pt x="558" y="48"/>
                    <a:pt x="544" y="48"/>
                  </a:cubicBezTo>
                  <a:cubicBezTo>
                    <a:pt x="485" y="48"/>
                    <a:pt x="485" y="48"/>
                    <a:pt x="485" y="48"/>
                  </a:cubicBezTo>
                  <a:cubicBezTo>
                    <a:pt x="470" y="48"/>
                    <a:pt x="450" y="60"/>
                    <a:pt x="443" y="73"/>
                  </a:cubicBezTo>
                  <a:cubicBezTo>
                    <a:pt x="381" y="192"/>
                    <a:pt x="381" y="192"/>
                    <a:pt x="381" y="192"/>
                  </a:cubicBezTo>
                  <a:cubicBezTo>
                    <a:pt x="253" y="152"/>
                    <a:pt x="253" y="152"/>
                    <a:pt x="253" y="152"/>
                  </a:cubicBezTo>
                  <a:cubicBezTo>
                    <a:pt x="250" y="151"/>
                    <a:pt x="246" y="151"/>
                    <a:pt x="242" y="151"/>
                  </a:cubicBezTo>
                  <a:cubicBezTo>
                    <a:pt x="228" y="151"/>
                    <a:pt x="213" y="156"/>
                    <a:pt x="206" y="164"/>
                  </a:cubicBezTo>
                  <a:cubicBezTo>
                    <a:pt x="164" y="205"/>
                    <a:pt x="164" y="205"/>
                    <a:pt x="164" y="205"/>
                  </a:cubicBezTo>
                  <a:cubicBezTo>
                    <a:pt x="154" y="216"/>
                    <a:pt x="148" y="239"/>
                    <a:pt x="152" y="253"/>
                  </a:cubicBezTo>
                  <a:cubicBezTo>
                    <a:pt x="193" y="381"/>
                    <a:pt x="193" y="381"/>
                    <a:pt x="193" y="381"/>
                  </a:cubicBezTo>
                  <a:cubicBezTo>
                    <a:pt x="74" y="443"/>
                    <a:pt x="74" y="443"/>
                    <a:pt x="74" y="443"/>
                  </a:cubicBezTo>
                  <a:cubicBezTo>
                    <a:pt x="61" y="450"/>
                    <a:pt x="48" y="470"/>
                    <a:pt x="48" y="484"/>
                  </a:cubicBezTo>
                  <a:cubicBezTo>
                    <a:pt x="48" y="543"/>
                    <a:pt x="48" y="543"/>
                    <a:pt x="48" y="543"/>
                  </a:cubicBezTo>
                  <a:cubicBezTo>
                    <a:pt x="48" y="558"/>
                    <a:pt x="61" y="578"/>
                    <a:pt x="74" y="585"/>
                  </a:cubicBezTo>
                  <a:cubicBezTo>
                    <a:pt x="193" y="647"/>
                    <a:pt x="193" y="647"/>
                    <a:pt x="193" y="647"/>
                  </a:cubicBezTo>
                  <a:cubicBezTo>
                    <a:pt x="152" y="775"/>
                    <a:pt x="152" y="775"/>
                    <a:pt x="152" y="775"/>
                  </a:cubicBezTo>
                  <a:cubicBezTo>
                    <a:pt x="148" y="789"/>
                    <a:pt x="154" y="812"/>
                    <a:pt x="164" y="822"/>
                  </a:cubicBezTo>
                  <a:cubicBezTo>
                    <a:pt x="206" y="864"/>
                    <a:pt x="206" y="864"/>
                    <a:pt x="206" y="864"/>
                  </a:cubicBezTo>
                  <a:cubicBezTo>
                    <a:pt x="213" y="872"/>
                    <a:pt x="228" y="877"/>
                    <a:pt x="242" y="877"/>
                  </a:cubicBezTo>
                  <a:cubicBezTo>
                    <a:pt x="246" y="877"/>
                    <a:pt x="250" y="877"/>
                    <a:pt x="253" y="876"/>
                  </a:cubicBezTo>
                  <a:lnTo>
                    <a:pt x="381" y="8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 name="Freeform 166"/>
            <p:cNvSpPr>
              <a:spLocks noEditPoints="1"/>
            </p:cNvSpPr>
            <p:nvPr/>
          </p:nvSpPr>
          <p:spPr bwMode="auto">
            <a:xfrm>
              <a:off x="2127250" y="2860676"/>
              <a:ext cx="187325" cy="187325"/>
            </a:xfrm>
            <a:custGeom>
              <a:avLst/>
              <a:gdLst>
                <a:gd name="T0" fmla="*/ 218 w 436"/>
                <a:gd name="T1" fmla="*/ 436 h 436"/>
                <a:gd name="T2" fmla="*/ 0 w 436"/>
                <a:gd name="T3" fmla="*/ 218 h 436"/>
                <a:gd name="T4" fmla="*/ 218 w 436"/>
                <a:gd name="T5" fmla="*/ 0 h 436"/>
                <a:gd name="T6" fmla="*/ 436 w 436"/>
                <a:gd name="T7" fmla="*/ 218 h 436"/>
                <a:gd name="T8" fmla="*/ 218 w 436"/>
                <a:gd name="T9" fmla="*/ 436 h 436"/>
                <a:gd name="T10" fmla="*/ 218 w 436"/>
                <a:gd name="T11" fmla="*/ 48 h 436"/>
                <a:gd name="T12" fmla="*/ 48 w 436"/>
                <a:gd name="T13" fmla="*/ 218 h 436"/>
                <a:gd name="T14" fmla="*/ 218 w 436"/>
                <a:gd name="T15" fmla="*/ 388 h 436"/>
                <a:gd name="T16" fmla="*/ 388 w 436"/>
                <a:gd name="T17" fmla="*/ 218 h 436"/>
                <a:gd name="T18" fmla="*/ 218 w 436"/>
                <a:gd name="T19" fmla="*/ 48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6" h="436">
                  <a:moveTo>
                    <a:pt x="218" y="436"/>
                  </a:moveTo>
                  <a:cubicBezTo>
                    <a:pt x="98" y="436"/>
                    <a:pt x="0" y="338"/>
                    <a:pt x="0" y="218"/>
                  </a:cubicBezTo>
                  <a:cubicBezTo>
                    <a:pt x="0" y="98"/>
                    <a:pt x="98" y="0"/>
                    <a:pt x="218" y="0"/>
                  </a:cubicBezTo>
                  <a:cubicBezTo>
                    <a:pt x="338" y="0"/>
                    <a:pt x="436" y="98"/>
                    <a:pt x="436" y="218"/>
                  </a:cubicBezTo>
                  <a:cubicBezTo>
                    <a:pt x="436" y="338"/>
                    <a:pt x="338" y="436"/>
                    <a:pt x="218" y="436"/>
                  </a:cubicBezTo>
                  <a:close/>
                  <a:moveTo>
                    <a:pt x="218" y="48"/>
                  </a:moveTo>
                  <a:cubicBezTo>
                    <a:pt x="125" y="48"/>
                    <a:pt x="48" y="124"/>
                    <a:pt x="48" y="218"/>
                  </a:cubicBezTo>
                  <a:cubicBezTo>
                    <a:pt x="48" y="312"/>
                    <a:pt x="125" y="388"/>
                    <a:pt x="218" y="388"/>
                  </a:cubicBezTo>
                  <a:cubicBezTo>
                    <a:pt x="312" y="388"/>
                    <a:pt x="388" y="312"/>
                    <a:pt x="388" y="218"/>
                  </a:cubicBezTo>
                  <a:cubicBezTo>
                    <a:pt x="388" y="124"/>
                    <a:pt x="312" y="48"/>
                    <a:pt x="218"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94" name="组合 93"/>
          <p:cNvGrpSpPr/>
          <p:nvPr/>
        </p:nvGrpSpPr>
        <p:grpSpPr>
          <a:xfrm>
            <a:off x="6374401" y="1601893"/>
            <a:ext cx="314465" cy="306715"/>
            <a:chOff x="2884488" y="2738438"/>
            <a:chExt cx="450850" cy="439738"/>
          </a:xfrm>
          <a:solidFill>
            <a:srgbClr val="707E84"/>
          </a:solidFill>
        </p:grpSpPr>
        <p:sp>
          <p:nvSpPr>
            <p:cNvPr id="95" name="Freeform 167"/>
            <p:cNvSpPr>
              <a:spLocks noEditPoints="1"/>
            </p:cNvSpPr>
            <p:nvPr/>
          </p:nvSpPr>
          <p:spPr bwMode="auto">
            <a:xfrm>
              <a:off x="2949575" y="2738438"/>
              <a:ext cx="257175" cy="257175"/>
            </a:xfrm>
            <a:custGeom>
              <a:avLst/>
              <a:gdLst>
                <a:gd name="T0" fmla="*/ 300 w 600"/>
                <a:gd name="T1" fmla="*/ 600 h 600"/>
                <a:gd name="T2" fmla="*/ 0 w 600"/>
                <a:gd name="T3" fmla="*/ 300 h 600"/>
                <a:gd name="T4" fmla="*/ 300 w 600"/>
                <a:gd name="T5" fmla="*/ 0 h 600"/>
                <a:gd name="T6" fmla="*/ 600 w 600"/>
                <a:gd name="T7" fmla="*/ 300 h 600"/>
                <a:gd name="T8" fmla="*/ 300 w 600"/>
                <a:gd name="T9" fmla="*/ 600 h 600"/>
                <a:gd name="T10" fmla="*/ 300 w 600"/>
                <a:gd name="T11" fmla="*/ 48 h 600"/>
                <a:gd name="T12" fmla="*/ 48 w 600"/>
                <a:gd name="T13" fmla="*/ 300 h 600"/>
                <a:gd name="T14" fmla="*/ 300 w 600"/>
                <a:gd name="T15" fmla="*/ 552 h 600"/>
                <a:gd name="T16" fmla="*/ 552 w 600"/>
                <a:gd name="T17" fmla="*/ 300 h 600"/>
                <a:gd name="T18" fmla="*/ 300 w 600"/>
                <a:gd name="T19" fmla="*/ 48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0" h="600">
                  <a:moveTo>
                    <a:pt x="300" y="600"/>
                  </a:moveTo>
                  <a:cubicBezTo>
                    <a:pt x="134" y="600"/>
                    <a:pt x="0" y="466"/>
                    <a:pt x="0" y="300"/>
                  </a:cubicBezTo>
                  <a:cubicBezTo>
                    <a:pt x="0" y="135"/>
                    <a:pt x="134" y="0"/>
                    <a:pt x="300" y="0"/>
                  </a:cubicBezTo>
                  <a:cubicBezTo>
                    <a:pt x="465" y="0"/>
                    <a:pt x="600" y="135"/>
                    <a:pt x="600" y="300"/>
                  </a:cubicBezTo>
                  <a:cubicBezTo>
                    <a:pt x="600" y="466"/>
                    <a:pt x="465" y="600"/>
                    <a:pt x="300" y="600"/>
                  </a:cubicBezTo>
                  <a:close/>
                  <a:moveTo>
                    <a:pt x="300" y="48"/>
                  </a:moveTo>
                  <a:cubicBezTo>
                    <a:pt x="161" y="48"/>
                    <a:pt x="48" y="161"/>
                    <a:pt x="48" y="300"/>
                  </a:cubicBezTo>
                  <a:cubicBezTo>
                    <a:pt x="48" y="439"/>
                    <a:pt x="161" y="552"/>
                    <a:pt x="300" y="552"/>
                  </a:cubicBezTo>
                  <a:cubicBezTo>
                    <a:pt x="439" y="552"/>
                    <a:pt x="552" y="439"/>
                    <a:pt x="552" y="300"/>
                  </a:cubicBezTo>
                  <a:cubicBezTo>
                    <a:pt x="552" y="161"/>
                    <a:pt x="439" y="48"/>
                    <a:pt x="300"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 name="Freeform 168"/>
            <p:cNvSpPr>
              <a:spLocks/>
            </p:cNvSpPr>
            <p:nvPr/>
          </p:nvSpPr>
          <p:spPr bwMode="auto">
            <a:xfrm>
              <a:off x="3144838" y="2952751"/>
              <a:ext cx="39688" cy="34925"/>
            </a:xfrm>
            <a:custGeom>
              <a:avLst/>
              <a:gdLst>
                <a:gd name="T0" fmla="*/ 62 w 90"/>
                <a:gd name="T1" fmla="*/ 81 h 81"/>
                <a:gd name="T2" fmla="*/ 0 w 90"/>
                <a:gd name="T3" fmla="*/ 43 h 81"/>
                <a:gd name="T4" fmla="*/ 21 w 90"/>
                <a:gd name="T5" fmla="*/ 0 h 81"/>
                <a:gd name="T6" fmla="*/ 90 w 90"/>
                <a:gd name="T7" fmla="*/ 42 h 81"/>
                <a:gd name="T8" fmla="*/ 62 w 90"/>
                <a:gd name="T9" fmla="*/ 81 h 81"/>
              </a:gdLst>
              <a:ahLst/>
              <a:cxnLst>
                <a:cxn ang="0">
                  <a:pos x="T0" y="T1"/>
                </a:cxn>
                <a:cxn ang="0">
                  <a:pos x="T2" y="T3"/>
                </a:cxn>
                <a:cxn ang="0">
                  <a:pos x="T4" y="T5"/>
                </a:cxn>
                <a:cxn ang="0">
                  <a:pos x="T6" y="T7"/>
                </a:cxn>
                <a:cxn ang="0">
                  <a:pos x="T8" y="T9"/>
                </a:cxn>
              </a:cxnLst>
              <a:rect l="0" t="0" r="r" b="b"/>
              <a:pathLst>
                <a:path w="90" h="81">
                  <a:moveTo>
                    <a:pt x="62" y="81"/>
                  </a:moveTo>
                  <a:cubicBezTo>
                    <a:pt x="42" y="67"/>
                    <a:pt x="22" y="54"/>
                    <a:pt x="0" y="43"/>
                  </a:cubicBezTo>
                  <a:cubicBezTo>
                    <a:pt x="21" y="0"/>
                    <a:pt x="21" y="0"/>
                    <a:pt x="21" y="0"/>
                  </a:cubicBezTo>
                  <a:cubicBezTo>
                    <a:pt x="45" y="12"/>
                    <a:pt x="69" y="26"/>
                    <a:pt x="90" y="42"/>
                  </a:cubicBezTo>
                  <a:lnTo>
                    <a:pt x="62" y="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 name="Freeform 169"/>
            <p:cNvSpPr>
              <a:spLocks/>
            </p:cNvSpPr>
            <p:nvPr/>
          </p:nvSpPr>
          <p:spPr bwMode="auto">
            <a:xfrm>
              <a:off x="2884488" y="2952751"/>
              <a:ext cx="122238" cy="180975"/>
            </a:xfrm>
            <a:custGeom>
              <a:avLst/>
              <a:gdLst>
                <a:gd name="T0" fmla="*/ 48 w 284"/>
                <a:gd name="T1" fmla="*/ 421 h 421"/>
                <a:gd name="T2" fmla="*/ 0 w 284"/>
                <a:gd name="T3" fmla="*/ 421 h 421"/>
                <a:gd name="T4" fmla="*/ 73 w 284"/>
                <a:gd name="T5" fmla="*/ 170 h 421"/>
                <a:gd name="T6" fmla="*/ 262 w 284"/>
                <a:gd name="T7" fmla="*/ 0 h 421"/>
                <a:gd name="T8" fmla="*/ 284 w 284"/>
                <a:gd name="T9" fmla="*/ 42 h 421"/>
                <a:gd name="T10" fmla="*/ 48 w 284"/>
                <a:gd name="T11" fmla="*/ 421 h 421"/>
              </a:gdLst>
              <a:ahLst/>
              <a:cxnLst>
                <a:cxn ang="0">
                  <a:pos x="T0" y="T1"/>
                </a:cxn>
                <a:cxn ang="0">
                  <a:pos x="T2" y="T3"/>
                </a:cxn>
                <a:cxn ang="0">
                  <a:pos x="T4" y="T5"/>
                </a:cxn>
                <a:cxn ang="0">
                  <a:pos x="T6" y="T7"/>
                </a:cxn>
                <a:cxn ang="0">
                  <a:pos x="T8" y="T9"/>
                </a:cxn>
                <a:cxn ang="0">
                  <a:pos x="T10" y="T11"/>
                </a:cxn>
              </a:cxnLst>
              <a:rect l="0" t="0" r="r" b="b"/>
              <a:pathLst>
                <a:path w="284" h="421">
                  <a:moveTo>
                    <a:pt x="48" y="421"/>
                  </a:moveTo>
                  <a:cubicBezTo>
                    <a:pt x="0" y="421"/>
                    <a:pt x="0" y="421"/>
                    <a:pt x="0" y="421"/>
                  </a:cubicBezTo>
                  <a:cubicBezTo>
                    <a:pt x="0" y="333"/>
                    <a:pt x="26" y="245"/>
                    <a:pt x="73" y="170"/>
                  </a:cubicBezTo>
                  <a:cubicBezTo>
                    <a:pt x="119" y="97"/>
                    <a:pt x="185" y="38"/>
                    <a:pt x="262" y="0"/>
                  </a:cubicBezTo>
                  <a:cubicBezTo>
                    <a:pt x="284" y="42"/>
                    <a:pt x="284" y="42"/>
                    <a:pt x="284" y="42"/>
                  </a:cubicBezTo>
                  <a:cubicBezTo>
                    <a:pt x="139" y="114"/>
                    <a:pt x="48" y="261"/>
                    <a:pt x="48" y="4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 name="Freeform 170"/>
            <p:cNvSpPr>
              <a:spLocks noEditPoints="1"/>
            </p:cNvSpPr>
            <p:nvPr/>
          </p:nvSpPr>
          <p:spPr bwMode="auto">
            <a:xfrm>
              <a:off x="3095625" y="2951163"/>
              <a:ext cx="239713" cy="227013"/>
            </a:xfrm>
            <a:custGeom>
              <a:avLst/>
              <a:gdLst>
                <a:gd name="T0" fmla="*/ 122 w 151"/>
                <a:gd name="T1" fmla="*/ 143 h 143"/>
                <a:gd name="T2" fmla="*/ 75 w 151"/>
                <a:gd name="T3" fmla="*/ 119 h 143"/>
                <a:gd name="T4" fmla="*/ 29 w 151"/>
                <a:gd name="T5" fmla="*/ 143 h 143"/>
                <a:gd name="T6" fmla="*/ 38 w 151"/>
                <a:gd name="T7" fmla="*/ 92 h 143"/>
                <a:gd name="T8" fmla="*/ 0 w 151"/>
                <a:gd name="T9" fmla="*/ 55 h 143"/>
                <a:gd name="T10" fmla="*/ 52 w 151"/>
                <a:gd name="T11" fmla="*/ 47 h 143"/>
                <a:gd name="T12" fmla="*/ 76 w 151"/>
                <a:gd name="T13" fmla="*/ 0 h 143"/>
                <a:gd name="T14" fmla="*/ 99 w 151"/>
                <a:gd name="T15" fmla="*/ 47 h 143"/>
                <a:gd name="T16" fmla="*/ 151 w 151"/>
                <a:gd name="T17" fmla="*/ 55 h 143"/>
                <a:gd name="T18" fmla="*/ 113 w 151"/>
                <a:gd name="T19" fmla="*/ 92 h 143"/>
                <a:gd name="T20" fmla="*/ 122 w 151"/>
                <a:gd name="T21" fmla="*/ 143 h 143"/>
                <a:gd name="T22" fmla="*/ 75 w 151"/>
                <a:gd name="T23" fmla="*/ 104 h 143"/>
                <a:gd name="T24" fmla="*/ 105 w 151"/>
                <a:gd name="T25" fmla="*/ 120 h 143"/>
                <a:gd name="T26" fmla="*/ 99 w 151"/>
                <a:gd name="T27" fmla="*/ 87 h 143"/>
                <a:gd name="T28" fmla="*/ 123 w 151"/>
                <a:gd name="T29" fmla="*/ 64 h 143"/>
                <a:gd name="T30" fmla="*/ 90 w 151"/>
                <a:gd name="T31" fmla="*/ 59 h 143"/>
                <a:gd name="T32" fmla="*/ 76 w 151"/>
                <a:gd name="T33" fmla="*/ 29 h 143"/>
                <a:gd name="T34" fmla="*/ 61 w 151"/>
                <a:gd name="T35" fmla="*/ 59 h 143"/>
                <a:gd name="T36" fmla="*/ 28 w 151"/>
                <a:gd name="T37" fmla="*/ 64 h 143"/>
                <a:gd name="T38" fmla="*/ 51 w 151"/>
                <a:gd name="T39" fmla="*/ 87 h 143"/>
                <a:gd name="T40" fmla="*/ 46 w 151"/>
                <a:gd name="T41" fmla="*/ 120 h 143"/>
                <a:gd name="T42" fmla="*/ 75 w 151"/>
                <a:gd name="T43" fmla="*/ 104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1" h="143">
                  <a:moveTo>
                    <a:pt x="122" y="143"/>
                  </a:moveTo>
                  <a:lnTo>
                    <a:pt x="75" y="119"/>
                  </a:lnTo>
                  <a:lnTo>
                    <a:pt x="29" y="143"/>
                  </a:lnTo>
                  <a:lnTo>
                    <a:pt x="38" y="92"/>
                  </a:lnTo>
                  <a:lnTo>
                    <a:pt x="0" y="55"/>
                  </a:lnTo>
                  <a:lnTo>
                    <a:pt x="52" y="47"/>
                  </a:lnTo>
                  <a:lnTo>
                    <a:pt x="76" y="0"/>
                  </a:lnTo>
                  <a:lnTo>
                    <a:pt x="99" y="47"/>
                  </a:lnTo>
                  <a:lnTo>
                    <a:pt x="151" y="55"/>
                  </a:lnTo>
                  <a:lnTo>
                    <a:pt x="113" y="92"/>
                  </a:lnTo>
                  <a:lnTo>
                    <a:pt x="122" y="143"/>
                  </a:lnTo>
                  <a:close/>
                  <a:moveTo>
                    <a:pt x="75" y="104"/>
                  </a:moveTo>
                  <a:lnTo>
                    <a:pt x="105" y="120"/>
                  </a:lnTo>
                  <a:lnTo>
                    <a:pt x="99" y="87"/>
                  </a:lnTo>
                  <a:lnTo>
                    <a:pt x="123" y="64"/>
                  </a:lnTo>
                  <a:lnTo>
                    <a:pt x="90" y="59"/>
                  </a:lnTo>
                  <a:lnTo>
                    <a:pt x="76" y="29"/>
                  </a:lnTo>
                  <a:lnTo>
                    <a:pt x="61" y="59"/>
                  </a:lnTo>
                  <a:lnTo>
                    <a:pt x="28" y="64"/>
                  </a:lnTo>
                  <a:lnTo>
                    <a:pt x="51" y="87"/>
                  </a:lnTo>
                  <a:lnTo>
                    <a:pt x="46" y="120"/>
                  </a:lnTo>
                  <a:lnTo>
                    <a:pt x="75" y="1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99" name="组合 98"/>
          <p:cNvGrpSpPr/>
          <p:nvPr/>
        </p:nvGrpSpPr>
        <p:grpSpPr>
          <a:xfrm>
            <a:off x="6887964" y="1604108"/>
            <a:ext cx="297856" cy="297856"/>
            <a:chOff x="3760788" y="2741613"/>
            <a:chExt cx="427038" cy="427038"/>
          </a:xfrm>
          <a:solidFill>
            <a:srgbClr val="707E84"/>
          </a:solidFill>
        </p:grpSpPr>
        <p:sp>
          <p:nvSpPr>
            <p:cNvPr id="100" name="Freeform 171"/>
            <p:cNvSpPr>
              <a:spLocks noEditPoints="1"/>
            </p:cNvSpPr>
            <p:nvPr/>
          </p:nvSpPr>
          <p:spPr bwMode="auto">
            <a:xfrm>
              <a:off x="3760788" y="2741613"/>
              <a:ext cx="427038" cy="427038"/>
            </a:xfrm>
            <a:custGeom>
              <a:avLst/>
              <a:gdLst>
                <a:gd name="T0" fmla="*/ 497 w 995"/>
                <a:gd name="T1" fmla="*/ 996 h 996"/>
                <a:gd name="T2" fmla="*/ 0 w 995"/>
                <a:gd name="T3" fmla="*/ 498 h 996"/>
                <a:gd name="T4" fmla="*/ 497 w 995"/>
                <a:gd name="T5" fmla="*/ 0 h 996"/>
                <a:gd name="T6" fmla="*/ 995 w 995"/>
                <a:gd name="T7" fmla="*/ 498 h 996"/>
                <a:gd name="T8" fmla="*/ 497 w 995"/>
                <a:gd name="T9" fmla="*/ 996 h 996"/>
                <a:gd name="T10" fmla="*/ 497 w 995"/>
                <a:gd name="T11" fmla="*/ 40 h 996"/>
                <a:gd name="T12" fmla="*/ 40 w 995"/>
                <a:gd name="T13" fmla="*/ 498 h 996"/>
                <a:gd name="T14" fmla="*/ 497 w 995"/>
                <a:gd name="T15" fmla="*/ 956 h 996"/>
                <a:gd name="T16" fmla="*/ 955 w 995"/>
                <a:gd name="T17" fmla="*/ 498 h 996"/>
                <a:gd name="T18" fmla="*/ 497 w 995"/>
                <a:gd name="T19" fmla="*/ 40 h 9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95" h="996">
                  <a:moveTo>
                    <a:pt x="497" y="996"/>
                  </a:moveTo>
                  <a:cubicBezTo>
                    <a:pt x="223" y="996"/>
                    <a:pt x="0" y="772"/>
                    <a:pt x="0" y="498"/>
                  </a:cubicBezTo>
                  <a:cubicBezTo>
                    <a:pt x="0" y="223"/>
                    <a:pt x="223" y="0"/>
                    <a:pt x="497" y="0"/>
                  </a:cubicBezTo>
                  <a:cubicBezTo>
                    <a:pt x="772" y="0"/>
                    <a:pt x="995" y="223"/>
                    <a:pt x="995" y="498"/>
                  </a:cubicBezTo>
                  <a:cubicBezTo>
                    <a:pt x="995" y="772"/>
                    <a:pt x="772" y="996"/>
                    <a:pt x="497" y="996"/>
                  </a:cubicBezTo>
                  <a:close/>
                  <a:moveTo>
                    <a:pt x="497" y="40"/>
                  </a:moveTo>
                  <a:cubicBezTo>
                    <a:pt x="245" y="40"/>
                    <a:pt x="40" y="246"/>
                    <a:pt x="40" y="498"/>
                  </a:cubicBezTo>
                  <a:cubicBezTo>
                    <a:pt x="40" y="750"/>
                    <a:pt x="245" y="956"/>
                    <a:pt x="497" y="956"/>
                  </a:cubicBezTo>
                  <a:cubicBezTo>
                    <a:pt x="750" y="956"/>
                    <a:pt x="955" y="750"/>
                    <a:pt x="955" y="498"/>
                  </a:cubicBezTo>
                  <a:cubicBezTo>
                    <a:pt x="955" y="246"/>
                    <a:pt x="750" y="40"/>
                    <a:pt x="497"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 name="Freeform 172"/>
            <p:cNvSpPr>
              <a:spLocks/>
            </p:cNvSpPr>
            <p:nvPr/>
          </p:nvSpPr>
          <p:spPr bwMode="auto">
            <a:xfrm>
              <a:off x="3927475" y="2905126"/>
              <a:ext cx="23813" cy="98425"/>
            </a:xfrm>
            <a:custGeom>
              <a:avLst/>
              <a:gdLst>
                <a:gd name="T0" fmla="*/ 56 w 56"/>
                <a:gd name="T1" fmla="*/ 208 h 228"/>
                <a:gd name="T2" fmla="*/ 36 w 56"/>
                <a:gd name="T3" fmla="*/ 228 h 228"/>
                <a:gd name="T4" fmla="*/ 20 w 56"/>
                <a:gd name="T5" fmla="*/ 228 h 228"/>
                <a:gd name="T6" fmla="*/ 0 w 56"/>
                <a:gd name="T7" fmla="*/ 208 h 228"/>
                <a:gd name="T8" fmla="*/ 0 w 56"/>
                <a:gd name="T9" fmla="*/ 20 h 228"/>
                <a:gd name="T10" fmla="*/ 20 w 56"/>
                <a:gd name="T11" fmla="*/ 0 h 228"/>
                <a:gd name="T12" fmla="*/ 36 w 56"/>
                <a:gd name="T13" fmla="*/ 0 h 228"/>
                <a:gd name="T14" fmla="*/ 56 w 56"/>
                <a:gd name="T15" fmla="*/ 20 h 228"/>
                <a:gd name="T16" fmla="*/ 56 w 56"/>
                <a:gd name="T17" fmla="*/ 208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228">
                  <a:moveTo>
                    <a:pt x="56" y="208"/>
                  </a:moveTo>
                  <a:cubicBezTo>
                    <a:pt x="56" y="219"/>
                    <a:pt x="47" y="228"/>
                    <a:pt x="36" y="228"/>
                  </a:cubicBezTo>
                  <a:cubicBezTo>
                    <a:pt x="20" y="228"/>
                    <a:pt x="20" y="228"/>
                    <a:pt x="20" y="228"/>
                  </a:cubicBezTo>
                  <a:cubicBezTo>
                    <a:pt x="9" y="228"/>
                    <a:pt x="0" y="219"/>
                    <a:pt x="0" y="208"/>
                  </a:cubicBezTo>
                  <a:cubicBezTo>
                    <a:pt x="0" y="20"/>
                    <a:pt x="0" y="20"/>
                    <a:pt x="0" y="20"/>
                  </a:cubicBezTo>
                  <a:cubicBezTo>
                    <a:pt x="0" y="9"/>
                    <a:pt x="9" y="0"/>
                    <a:pt x="20" y="0"/>
                  </a:cubicBezTo>
                  <a:cubicBezTo>
                    <a:pt x="36" y="0"/>
                    <a:pt x="36" y="0"/>
                    <a:pt x="36" y="0"/>
                  </a:cubicBezTo>
                  <a:cubicBezTo>
                    <a:pt x="47" y="0"/>
                    <a:pt x="56" y="9"/>
                    <a:pt x="56" y="20"/>
                  </a:cubicBezTo>
                  <a:lnTo>
                    <a:pt x="56" y="2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 name="Freeform 173"/>
            <p:cNvSpPr>
              <a:spLocks/>
            </p:cNvSpPr>
            <p:nvPr/>
          </p:nvSpPr>
          <p:spPr bwMode="auto">
            <a:xfrm>
              <a:off x="3997325" y="2905126"/>
              <a:ext cx="23813" cy="98425"/>
            </a:xfrm>
            <a:custGeom>
              <a:avLst/>
              <a:gdLst>
                <a:gd name="T0" fmla="*/ 56 w 56"/>
                <a:gd name="T1" fmla="*/ 208 h 228"/>
                <a:gd name="T2" fmla="*/ 36 w 56"/>
                <a:gd name="T3" fmla="*/ 228 h 228"/>
                <a:gd name="T4" fmla="*/ 20 w 56"/>
                <a:gd name="T5" fmla="*/ 228 h 228"/>
                <a:gd name="T6" fmla="*/ 0 w 56"/>
                <a:gd name="T7" fmla="*/ 208 h 228"/>
                <a:gd name="T8" fmla="*/ 0 w 56"/>
                <a:gd name="T9" fmla="*/ 20 h 228"/>
                <a:gd name="T10" fmla="*/ 20 w 56"/>
                <a:gd name="T11" fmla="*/ 0 h 228"/>
                <a:gd name="T12" fmla="*/ 36 w 56"/>
                <a:gd name="T13" fmla="*/ 0 h 228"/>
                <a:gd name="T14" fmla="*/ 56 w 56"/>
                <a:gd name="T15" fmla="*/ 20 h 228"/>
                <a:gd name="T16" fmla="*/ 56 w 56"/>
                <a:gd name="T17" fmla="*/ 208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228">
                  <a:moveTo>
                    <a:pt x="56" y="208"/>
                  </a:moveTo>
                  <a:cubicBezTo>
                    <a:pt x="56" y="219"/>
                    <a:pt x="47" y="228"/>
                    <a:pt x="36" y="228"/>
                  </a:cubicBezTo>
                  <a:cubicBezTo>
                    <a:pt x="20" y="228"/>
                    <a:pt x="20" y="228"/>
                    <a:pt x="20" y="228"/>
                  </a:cubicBezTo>
                  <a:cubicBezTo>
                    <a:pt x="9" y="228"/>
                    <a:pt x="0" y="219"/>
                    <a:pt x="0" y="208"/>
                  </a:cubicBezTo>
                  <a:cubicBezTo>
                    <a:pt x="0" y="20"/>
                    <a:pt x="0" y="20"/>
                    <a:pt x="0" y="20"/>
                  </a:cubicBezTo>
                  <a:cubicBezTo>
                    <a:pt x="0" y="9"/>
                    <a:pt x="9" y="0"/>
                    <a:pt x="20" y="0"/>
                  </a:cubicBezTo>
                  <a:cubicBezTo>
                    <a:pt x="36" y="0"/>
                    <a:pt x="36" y="0"/>
                    <a:pt x="36" y="0"/>
                  </a:cubicBezTo>
                  <a:cubicBezTo>
                    <a:pt x="47" y="0"/>
                    <a:pt x="56" y="9"/>
                    <a:pt x="56" y="20"/>
                  </a:cubicBezTo>
                  <a:lnTo>
                    <a:pt x="56" y="2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03" name="组合 102"/>
          <p:cNvGrpSpPr/>
          <p:nvPr/>
        </p:nvGrpSpPr>
        <p:grpSpPr>
          <a:xfrm>
            <a:off x="7384917" y="1648399"/>
            <a:ext cx="293427" cy="228098"/>
            <a:chOff x="4640263" y="2805113"/>
            <a:chExt cx="420688" cy="327025"/>
          </a:xfrm>
          <a:solidFill>
            <a:srgbClr val="707E84"/>
          </a:solidFill>
        </p:grpSpPr>
        <p:sp>
          <p:nvSpPr>
            <p:cNvPr id="104" name="Freeform 174"/>
            <p:cNvSpPr>
              <a:spLocks noEditPoints="1"/>
            </p:cNvSpPr>
            <p:nvPr/>
          </p:nvSpPr>
          <p:spPr bwMode="auto">
            <a:xfrm>
              <a:off x="4640263" y="2805113"/>
              <a:ext cx="420688" cy="327025"/>
            </a:xfrm>
            <a:custGeom>
              <a:avLst/>
              <a:gdLst>
                <a:gd name="T0" fmla="*/ 874 w 978"/>
                <a:gd name="T1" fmla="*/ 766 h 766"/>
                <a:gd name="T2" fmla="*/ 104 w 978"/>
                <a:gd name="T3" fmla="*/ 766 h 766"/>
                <a:gd name="T4" fmla="*/ 0 w 978"/>
                <a:gd name="T5" fmla="*/ 662 h 766"/>
                <a:gd name="T6" fmla="*/ 0 w 978"/>
                <a:gd name="T7" fmla="*/ 104 h 766"/>
                <a:gd name="T8" fmla="*/ 104 w 978"/>
                <a:gd name="T9" fmla="*/ 0 h 766"/>
                <a:gd name="T10" fmla="*/ 874 w 978"/>
                <a:gd name="T11" fmla="*/ 0 h 766"/>
                <a:gd name="T12" fmla="*/ 978 w 978"/>
                <a:gd name="T13" fmla="*/ 104 h 766"/>
                <a:gd name="T14" fmla="*/ 978 w 978"/>
                <a:gd name="T15" fmla="*/ 662 h 766"/>
                <a:gd name="T16" fmla="*/ 874 w 978"/>
                <a:gd name="T17" fmla="*/ 766 h 766"/>
                <a:gd name="T18" fmla="*/ 104 w 978"/>
                <a:gd name="T19" fmla="*/ 40 h 766"/>
                <a:gd name="T20" fmla="*/ 40 w 978"/>
                <a:gd name="T21" fmla="*/ 104 h 766"/>
                <a:gd name="T22" fmla="*/ 40 w 978"/>
                <a:gd name="T23" fmla="*/ 662 h 766"/>
                <a:gd name="T24" fmla="*/ 104 w 978"/>
                <a:gd name="T25" fmla="*/ 726 h 766"/>
                <a:gd name="T26" fmla="*/ 874 w 978"/>
                <a:gd name="T27" fmla="*/ 726 h 766"/>
                <a:gd name="T28" fmla="*/ 938 w 978"/>
                <a:gd name="T29" fmla="*/ 662 h 766"/>
                <a:gd name="T30" fmla="*/ 938 w 978"/>
                <a:gd name="T31" fmla="*/ 104 h 766"/>
                <a:gd name="T32" fmla="*/ 874 w 978"/>
                <a:gd name="T33" fmla="*/ 40 h 766"/>
                <a:gd name="T34" fmla="*/ 104 w 978"/>
                <a:gd name="T35" fmla="*/ 40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78" h="766">
                  <a:moveTo>
                    <a:pt x="874" y="766"/>
                  </a:moveTo>
                  <a:cubicBezTo>
                    <a:pt x="104" y="766"/>
                    <a:pt x="104" y="766"/>
                    <a:pt x="104" y="766"/>
                  </a:cubicBezTo>
                  <a:cubicBezTo>
                    <a:pt x="47" y="766"/>
                    <a:pt x="0" y="719"/>
                    <a:pt x="0" y="662"/>
                  </a:cubicBezTo>
                  <a:cubicBezTo>
                    <a:pt x="0" y="104"/>
                    <a:pt x="0" y="104"/>
                    <a:pt x="0" y="104"/>
                  </a:cubicBezTo>
                  <a:cubicBezTo>
                    <a:pt x="0" y="47"/>
                    <a:pt x="47" y="0"/>
                    <a:pt x="104" y="0"/>
                  </a:cubicBezTo>
                  <a:cubicBezTo>
                    <a:pt x="874" y="0"/>
                    <a:pt x="874" y="0"/>
                    <a:pt x="874" y="0"/>
                  </a:cubicBezTo>
                  <a:cubicBezTo>
                    <a:pt x="931" y="0"/>
                    <a:pt x="978" y="47"/>
                    <a:pt x="978" y="104"/>
                  </a:cubicBezTo>
                  <a:cubicBezTo>
                    <a:pt x="978" y="662"/>
                    <a:pt x="978" y="662"/>
                    <a:pt x="978" y="662"/>
                  </a:cubicBezTo>
                  <a:cubicBezTo>
                    <a:pt x="978" y="719"/>
                    <a:pt x="931" y="766"/>
                    <a:pt x="874" y="766"/>
                  </a:cubicBezTo>
                  <a:close/>
                  <a:moveTo>
                    <a:pt x="104" y="40"/>
                  </a:moveTo>
                  <a:cubicBezTo>
                    <a:pt x="69" y="40"/>
                    <a:pt x="40" y="69"/>
                    <a:pt x="40" y="104"/>
                  </a:cubicBezTo>
                  <a:cubicBezTo>
                    <a:pt x="40" y="662"/>
                    <a:pt x="40" y="662"/>
                    <a:pt x="40" y="662"/>
                  </a:cubicBezTo>
                  <a:cubicBezTo>
                    <a:pt x="40" y="697"/>
                    <a:pt x="69" y="726"/>
                    <a:pt x="104" y="726"/>
                  </a:cubicBezTo>
                  <a:cubicBezTo>
                    <a:pt x="874" y="726"/>
                    <a:pt x="874" y="726"/>
                    <a:pt x="874" y="726"/>
                  </a:cubicBezTo>
                  <a:cubicBezTo>
                    <a:pt x="909" y="726"/>
                    <a:pt x="938" y="697"/>
                    <a:pt x="938" y="662"/>
                  </a:cubicBezTo>
                  <a:cubicBezTo>
                    <a:pt x="938" y="104"/>
                    <a:pt x="938" y="104"/>
                    <a:pt x="938" y="104"/>
                  </a:cubicBezTo>
                  <a:cubicBezTo>
                    <a:pt x="938" y="69"/>
                    <a:pt x="909" y="40"/>
                    <a:pt x="874" y="40"/>
                  </a:cubicBezTo>
                  <a:lnTo>
                    <a:pt x="104"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5" name="Freeform 175"/>
            <p:cNvSpPr>
              <a:spLocks/>
            </p:cNvSpPr>
            <p:nvPr/>
          </p:nvSpPr>
          <p:spPr bwMode="auto">
            <a:xfrm>
              <a:off x="4659313" y="2970213"/>
              <a:ext cx="147638" cy="147638"/>
            </a:xfrm>
            <a:custGeom>
              <a:avLst/>
              <a:gdLst>
                <a:gd name="T0" fmla="*/ 8 w 93"/>
                <a:gd name="T1" fmla="*/ 93 h 93"/>
                <a:gd name="T2" fmla="*/ 0 w 93"/>
                <a:gd name="T3" fmla="*/ 86 h 93"/>
                <a:gd name="T4" fmla="*/ 86 w 93"/>
                <a:gd name="T5" fmla="*/ 0 h 93"/>
                <a:gd name="T6" fmla="*/ 93 w 93"/>
                <a:gd name="T7" fmla="*/ 8 h 93"/>
                <a:gd name="T8" fmla="*/ 8 w 93"/>
                <a:gd name="T9" fmla="*/ 93 h 93"/>
              </a:gdLst>
              <a:ahLst/>
              <a:cxnLst>
                <a:cxn ang="0">
                  <a:pos x="T0" y="T1"/>
                </a:cxn>
                <a:cxn ang="0">
                  <a:pos x="T2" y="T3"/>
                </a:cxn>
                <a:cxn ang="0">
                  <a:pos x="T4" y="T5"/>
                </a:cxn>
                <a:cxn ang="0">
                  <a:pos x="T6" y="T7"/>
                </a:cxn>
                <a:cxn ang="0">
                  <a:pos x="T8" y="T9"/>
                </a:cxn>
              </a:cxnLst>
              <a:rect l="0" t="0" r="r" b="b"/>
              <a:pathLst>
                <a:path w="93" h="93">
                  <a:moveTo>
                    <a:pt x="8" y="93"/>
                  </a:moveTo>
                  <a:lnTo>
                    <a:pt x="0" y="86"/>
                  </a:lnTo>
                  <a:lnTo>
                    <a:pt x="86" y="0"/>
                  </a:lnTo>
                  <a:lnTo>
                    <a:pt x="93" y="8"/>
                  </a:lnTo>
                  <a:lnTo>
                    <a:pt x="8" y="9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6" name="Freeform 178"/>
            <p:cNvSpPr>
              <a:spLocks/>
            </p:cNvSpPr>
            <p:nvPr/>
          </p:nvSpPr>
          <p:spPr bwMode="auto">
            <a:xfrm>
              <a:off x="4894263" y="2968626"/>
              <a:ext cx="149225" cy="149225"/>
            </a:xfrm>
            <a:custGeom>
              <a:avLst/>
              <a:gdLst>
                <a:gd name="T0" fmla="*/ 86 w 94"/>
                <a:gd name="T1" fmla="*/ 94 h 94"/>
                <a:gd name="T2" fmla="*/ 0 w 94"/>
                <a:gd name="T3" fmla="*/ 8 h 94"/>
                <a:gd name="T4" fmla="*/ 8 w 94"/>
                <a:gd name="T5" fmla="*/ 0 h 94"/>
                <a:gd name="T6" fmla="*/ 94 w 94"/>
                <a:gd name="T7" fmla="*/ 87 h 94"/>
                <a:gd name="T8" fmla="*/ 86 w 94"/>
                <a:gd name="T9" fmla="*/ 94 h 94"/>
              </a:gdLst>
              <a:ahLst/>
              <a:cxnLst>
                <a:cxn ang="0">
                  <a:pos x="T0" y="T1"/>
                </a:cxn>
                <a:cxn ang="0">
                  <a:pos x="T2" y="T3"/>
                </a:cxn>
                <a:cxn ang="0">
                  <a:pos x="T4" y="T5"/>
                </a:cxn>
                <a:cxn ang="0">
                  <a:pos x="T6" y="T7"/>
                </a:cxn>
                <a:cxn ang="0">
                  <a:pos x="T8" y="T9"/>
                </a:cxn>
              </a:cxnLst>
              <a:rect l="0" t="0" r="r" b="b"/>
              <a:pathLst>
                <a:path w="94" h="94">
                  <a:moveTo>
                    <a:pt x="86" y="94"/>
                  </a:moveTo>
                  <a:lnTo>
                    <a:pt x="0" y="8"/>
                  </a:lnTo>
                  <a:lnTo>
                    <a:pt x="8" y="0"/>
                  </a:lnTo>
                  <a:lnTo>
                    <a:pt x="94" y="87"/>
                  </a:lnTo>
                  <a:lnTo>
                    <a:pt x="86" y="9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7" name="Freeform 179"/>
            <p:cNvSpPr>
              <a:spLocks/>
            </p:cNvSpPr>
            <p:nvPr/>
          </p:nvSpPr>
          <p:spPr bwMode="auto">
            <a:xfrm>
              <a:off x="4660900" y="2890838"/>
              <a:ext cx="379413" cy="125413"/>
            </a:xfrm>
            <a:custGeom>
              <a:avLst/>
              <a:gdLst>
                <a:gd name="T0" fmla="*/ 0 w 239"/>
                <a:gd name="T1" fmla="*/ 0 h 79"/>
                <a:gd name="T2" fmla="*/ 120 w 239"/>
                <a:gd name="T3" fmla="*/ 66 h 79"/>
                <a:gd name="T4" fmla="*/ 239 w 239"/>
                <a:gd name="T5" fmla="*/ 0 h 79"/>
                <a:gd name="T6" fmla="*/ 120 w 239"/>
                <a:gd name="T7" fmla="*/ 79 h 79"/>
                <a:gd name="T8" fmla="*/ 0 w 239"/>
                <a:gd name="T9" fmla="*/ 0 h 79"/>
              </a:gdLst>
              <a:ahLst/>
              <a:cxnLst>
                <a:cxn ang="0">
                  <a:pos x="T0" y="T1"/>
                </a:cxn>
                <a:cxn ang="0">
                  <a:pos x="T2" y="T3"/>
                </a:cxn>
                <a:cxn ang="0">
                  <a:pos x="T4" y="T5"/>
                </a:cxn>
                <a:cxn ang="0">
                  <a:pos x="T6" y="T7"/>
                </a:cxn>
                <a:cxn ang="0">
                  <a:pos x="T8" y="T9"/>
                </a:cxn>
              </a:cxnLst>
              <a:rect l="0" t="0" r="r" b="b"/>
              <a:pathLst>
                <a:path w="239" h="79">
                  <a:moveTo>
                    <a:pt x="0" y="0"/>
                  </a:moveTo>
                  <a:lnTo>
                    <a:pt x="120" y="66"/>
                  </a:lnTo>
                  <a:lnTo>
                    <a:pt x="239" y="0"/>
                  </a:lnTo>
                  <a:lnTo>
                    <a:pt x="120" y="79"/>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08" name="组合 107"/>
          <p:cNvGrpSpPr/>
          <p:nvPr/>
        </p:nvGrpSpPr>
        <p:grpSpPr>
          <a:xfrm>
            <a:off x="4480703" y="1628468"/>
            <a:ext cx="220347" cy="273496"/>
            <a:chOff x="5559425" y="2757488"/>
            <a:chExt cx="315913" cy="392113"/>
          </a:xfrm>
          <a:solidFill>
            <a:srgbClr val="707E84"/>
          </a:solidFill>
        </p:grpSpPr>
        <p:sp>
          <p:nvSpPr>
            <p:cNvPr id="109" name="Freeform 180"/>
            <p:cNvSpPr>
              <a:spLocks noEditPoints="1"/>
            </p:cNvSpPr>
            <p:nvPr/>
          </p:nvSpPr>
          <p:spPr bwMode="auto">
            <a:xfrm>
              <a:off x="5559425" y="2757488"/>
              <a:ext cx="315913" cy="392113"/>
            </a:xfrm>
            <a:custGeom>
              <a:avLst/>
              <a:gdLst>
                <a:gd name="T0" fmla="*/ 589 w 735"/>
                <a:gd name="T1" fmla="*/ 915 h 915"/>
                <a:gd name="T2" fmla="*/ 279 w 735"/>
                <a:gd name="T3" fmla="*/ 915 h 915"/>
                <a:gd name="T4" fmla="*/ 185 w 735"/>
                <a:gd name="T5" fmla="*/ 846 h 915"/>
                <a:gd name="T6" fmla="*/ 181 w 735"/>
                <a:gd name="T7" fmla="*/ 840 h 915"/>
                <a:gd name="T8" fmla="*/ 176 w 735"/>
                <a:gd name="T9" fmla="*/ 833 h 915"/>
                <a:gd name="T10" fmla="*/ 31 w 735"/>
                <a:gd name="T11" fmla="*/ 617 h 915"/>
                <a:gd name="T12" fmla="*/ 58 w 735"/>
                <a:gd name="T13" fmla="*/ 479 h 915"/>
                <a:gd name="T14" fmla="*/ 113 w 735"/>
                <a:gd name="T15" fmla="*/ 462 h 915"/>
                <a:gd name="T16" fmla="*/ 176 w 735"/>
                <a:gd name="T17" fmla="*/ 484 h 915"/>
                <a:gd name="T18" fmla="*/ 176 w 735"/>
                <a:gd name="T19" fmla="*/ 100 h 915"/>
                <a:gd name="T20" fmla="*/ 272 w 735"/>
                <a:gd name="T21" fmla="*/ 0 h 915"/>
                <a:gd name="T22" fmla="*/ 367 w 735"/>
                <a:gd name="T23" fmla="*/ 100 h 915"/>
                <a:gd name="T24" fmla="*/ 367 w 735"/>
                <a:gd name="T25" fmla="*/ 237 h 915"/>
                <a:gd name="T26" fmla="*/ 408 w 735"/>
                <a:gd name="T27" fmla="*/ 225 h 915"/>
                <a:gd name="T28" fmla="*/ 480 w 735"/>
                <a:gd name="T29" fmla="*/ 267 h 915"/>
                <a:gd name="T30" fmla="*/ 533 w 735"/>
                <a:gd name="T31" fmla="*/ 246 h 915"/>
                <a:gd name="T32" fmla="*/ 612 w 735"/>
                <a:gd name="T33" fmla="*/ 305 h 915"/>
                <a:gd name="T34" fmla="*/ 647 w 735"/>
                <a:gd name="T35" fmla="*/ 297 h 915"/>
                <a:gd name="T36" fmla="*/ 735 w 735"/>
                <a:gd name="T37" fmla="*/ 397 h 915"/>
                <a:gd name="T38" fmla="*/ 735 w 735"/>
                <a:gd name="T39" fmla="*/ 699 h 915"/>
                <a:gd name="T40" fmla="*/ 589 w 735"/>
                <a:gd name="T41" fmla="*/ 915 h 915"/>
                <a:gd name="T42" fmla="*/ 113 w 735"/>
                <a:gd name="T43" fmla="*/ 502 h 915"/>
                <a:gd name="T44" fmla="*/ 80 w 735"/>
                <a:gd name="T45" fmla="*/ 512 h 915"/>
                <a:gd name="T46" fmla="*/ 64 w 735"/>
                <a:gd name="T47" fmla="*/ 595 h 915"/>
                <a:gd name="T48" fmla="*/ 209 w 735"/>
                <a:gd name="T49" fmla="*/ 810 h 915"/>
                <a:gd name="T50" fmla="*/ 213 w 735"/>
                <a:gd name="T51" fmla="*/ 817 h 915"/>
                <a:gd name="T52" fmla="*/ 218 w 735"/>
                <a:gd name="T53" fmla="*/ 824 h 915"/>
                <a:gd name="T54" fmla="*/ 219 w 735"/>
                <a:gd name="T55" fmla="*/ 825 h 915"/>
                <a:gd name="T56" fmla="*/ 279 w 735"/>
                <a:gd name="T57" fmla="*/ 875 h 915"/>
                <a:gd name="T58" fmla="*/ 589 w 735"/>
                <a:gd name="T59" fmla="*/ 875 h 915"/>
                <a:gd name="T60" fmla="*/ 695 w 735"/>
                <a:gd name="T61" fmla="*/ 699 h 915"/>
                <a:gd name="T62" fmla="*/ 695 w 735"/>
                <a:gd name="T63" fmla="*/ 397 h 915"/>
                <a:gd name="T64" fmla="*/ 647 w 735"/>
                <a:gd name="T65" fmla="*/ 337 h 915"/>
                <a:gd name="T66" fmla="*/ 615 w 735"/>
                <a:gd name="T67" fmla="*/ 353 h 915"/>
                <a:gd name="T68" fmla="*/ 584 w 735"/>
                <a:gd name="T69" fmla="*/ 388 h 915"/>
                <a:gd name="T70" fmla="*/ 580 w 735"/>
                <a:gd name="T71" fmla="*/ 341 h 915"/>
                <a:gd name="T72" fmla="*/ 533 w 735"/>
                <a:gd name="T73" fmla="*/ 286 h 915"/>
                <a:gd name="T74" fmla="*/ 492 w 735"/>
                <a:gd name="T75" fmla="*/ 315 h 915"/>
                <a:gd name="T76" fmla="*/ 466 w 735"/>
                <a:gd name="T77" fmla="*/ 366 h 915"/>
                <a:gd name="T78" fmla="*/ 455 w 735"/>
                <a:gd name="T79" fmla="*/ 310 h 915"/>
                <a:gd name="T80" fmla="*/ 408 w 735"/>
                <a:gd name="T81" fmla="*/ 265 h 915"/>
                <a:gd name="T82" fmla="*/ 366 w 735"/>
                <a:gd name="T83" fmla="*/ 299 h 915"/>
                <a:gd name="T84" fmla="*/ 327 w 735"/>
                <a:gd name="T85" fmla="*/ 395 h 915"/>
                <a:gd name="T86" fmla="*/ 327 w 735"/>
                <a:gd name="T87" fmla="*/ 100 h 915"/>
                <a:gd name="T88" fmla="*/ 272 w 735"/>
                <a:gd name="T89" fmla="*/ 40 h 915"/>
                <a:gd name="T90" fmla="*/ 216 w 735"/>
                <a:gd name="T91" fmla="*/ 100 h 915"/>
                <a:gd name="T92" fmla="*/ 216 w 735"/>
                <a:gd name="T93" fmla="*/ 607 h 915"/>
                <a:gd name="T94" fmla="*/ 163 w 735"/>
                <a:gd name="T95" fmla="*/ 528 h 915"/>
                <a:gd name="T96" fmla="*/ 113 w 735"/>
                <a:gd name="T97" fmla="*/ 502 h 9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35" h="915">
                  <a:moveTo>
                    <a:pt x="589" y="915"/>
                  </a:moveTo>
                  <a:cubicBezTo>
                    <a:pt x="279" y="915"/>
                    <a:pt x="279" y="915"/>
                    <a:pt x="279" y="915"/>
                  </a:cubicBezTo>
                  <a:cubicBezTo>
                    <a:pt x="229" y="915"/>
                    <a:pt x="205" y="879"/>
                    <a:pt x="185" y="846"/>
                  </a:cubicBezTo>
                  <a:cubicBezTo>
                    <a:pt x="184" y="844"/>
                    <a:pt x="182" y="842"/>
                    <a:pt x="181" y="840"/>
                  </a:cubicBezTo>
                  <a:cubicBezTo>
                    <a:pt x="179" y="838"/>
                    <a:pt x="177" y="835"/>
                    <a:pt x="176" y="833"/>
                  </a:cubicBezTo>
                  <a:cubicBezTo>
                    <a:pt x="31" y="617"/>
                    <a:pt x="31" y="617"/>
                    <a:pt x="31" y="617"/>
                  </a:cubicBezTo>
                  <a:cubicBezTo>
                    <a:pt x="0" y="572"/>
                    <a:pt x="12" y="509"/>
                    <a:pt x="58" y="479"/>
                  </a:cubicBezTo>
                  <a:cubicBezTo>
                    <a:pt x="74" y="468"/>
                    <a:pt x="93" y="462"/>
                    <a:pt x="113" y="462"/>
                  </a:cubicBezTo>
                  <a:cubicBezTo>
                    <a:pt x="137" y="462"/>
                    <a:pt x="159" y="470"/>
                    <a:pt x="176" y="484"/>
                  </a:cubicBezTo>
                  <a:cubicBezTo>
                    <a:pt x="176" y="100"/>
                    <a:pt x="176" y="100"/>
                    <a:pt x="176" y="100"/>
                  </a:cubicBezTo>
                  <a:cubicBezTo>
                    <a:pt x="176" y="45"/>
                    <a:pt x="219" y="0"/>
                    <a:pt x="272" y="0"/>
                  </a:cubicBezTo>
                  <a:cubicBezTo>
                    <a:pt x="324" y="0"/>
                    <a:pt x="367" y="45"/>
                    <a:pt x="367" y="100"/>
                  </a:cubicBezTo>
                  <a:cubicBezTo>
                    <a:pt x="367" y="237"/>
                    <a:pt x="367" y="237"/>
                    <a:pt x="367" y="237"/>
                  </a:cubicBezTo>
                  <a:cubicBezTo>
                    <a:pt x="380" y="229"/>
                    <a:pt x="394" y="225"/>
                    <a:pt x="408" y="225"/>
                  </a:cubicBezTo>
                  <a:cubicBezTo>
                    <a:pt x="437" y="225"/>
                    <a:pt x="464" y="241"/>
                    <a:pt x="480" y="267"/>
                  </a:cubicBezTo>
                  <a:cubicBezTo>
                    <a:pt x="495" y="254"/>
                    <a:pt x="513" y="246"/>
                    <a:pt x="533" y="246"/>
                  </a:cubicBezTo>
                  <a:cubicBezTo>
                    <a:pt x="567" y="246"/>
                    <a:pt x="598" y="270"/>
                    <a:pt x="612" y="305"/>
                  </a:cubicBezTo>
                  <a:cubicBezTo>
                    <a:pt x="623" y="300"/>
                    <a:pt x="635" y="297"/>
                    <a:pt x="647" y="297"/>
                  </a:cubicBezTo>
                  <a:cubicBezTo>
                    <a:pt x="695" y="297"/>
                    <a:pt x="735" y="342"/>
                    <a:pt x="735" y="397"/>
                  </a:cubicBezTo>
                  <a:cubicBezTo>
                    <a:pt x="735" y="699"/>
                    <a:pt x="735" y="699"/>
                    <a:pt x="735" y="699"/>
                  </a:cubicBezTo>
                  <a:cubicBezTo>
                    <a:pt x="735" y="808"/>
                    <a:pt x="651" y="915"/>
                    <a:pt x="589" y="915"/>
                  </a:cubicBezTo>
                  <a:close/>
                  <a:moveTo>
                    <a:pt x="113" y="502"/>
                  </a:moveTo>
                  <a:cubicBezTo>
                    <a:pt x="101" y="502"/>
                    <a:pt x="90" y="505"/>
                    <a:pt x="80" y="512"/>
                  </a:cubicBezTo>
                  <a:cubicBezTo>
                    <a:pt x="53" y="530"/>
                    <a:pt x="45" y="568"/>
                    <a:pt x="64" y="595"/>
                  </a:cubicBezTo>
                  <a:cubicBezTo>
                    <a:pt x="209" y="810"/>
                    <a:pt x="209" y="810"/>
                    <a:pt x="209" y="810"/>
                  </a:cubicBezTo>
                  <a:cubicBezTo>
                    <a:pt x="210" y="812"/>
                    <a:pt x="212" y="815"/>
                    <a:pt x="213" y="817"/>
                  </a:cubicBezTo>
                  <a:cubicBezTo>
                    <a:pt x="215" y="819"/>
                    <a:pt x="217" y="822"/>
                    <a:pt x="218" y="824"/>
                  </a:cubicBezTo>
                  <a:cubicBezTo>
                    <a:pt x="219" y="825"/>
                    <a:pt x="219" y="825"/>
                    <a:pt x="219" y="825"/>
                  </a:cubicBezTo>
                  <a:cubicBezTo>
                    <a:pt x="241" y="860"/>
                    <a:pt x="253" y="875"/>
                    <a:pt x="279" y="875"/>
                  </a:cubicBezTo>
                  <a:cubicBezTo>
                    <a:pt x="589" y="875"/>
                    <a:pt x="589" y="875"/>
                    <a:pt x="589" y="875"/>
                  </a:cubicBezTo>
                  <a:cubicBezTo>
                    <a:pt x="623" y="875"/>
                    <a:pt x="695" y="792"/>
                    <a:pt x="695" y="699"/>
                  </a:cubicBezTo>
                  <a:cubicBezTo>
                    <a:pt x="695" y="397"/>
                    <a:pt x="695" y="397"/>
                    <a:pt x="695" y="397"/>
                  </a:cubicBezTo>
                  <a:cubicBezTo>
                    <a:pt x="695" y="364"/>
                    <a:pt x="673" y="337"/>
                    <a:pt x="647" y="337"/>
                  </a:cubicBezTo>
                  <a:cubicBezTo>
                    <a:pt x="635" y="337"/>
                    <a:pt x="624" y="342"/>
                    <a:pt x="615" y="353"/>
                  </a:cubicBezTo>
                  <a:cubicBezTo>
                    <a:pt x="584" y="388"/>
                    <a:pt x="584" y="388"/>
                    <a:pt x="584" y="388"/>
                  </a:cubicBezTo>
                  <a:cubicBezTo>
                    <a:pt x="580" y="341"/>
                    <a:pt x="580" y="341"/>
                    <a:pt x="580" y="341"/>
                  </a:cubicBezTo>
                  <a:cubicBezTo>
                    <a:pt x="578" y="310"/>
                    <a:pt x="557" y="286"/>
                    <a:pt x="533" y="286"/>
                  </a:cubicBezTo>
                  <a:cubicBezTo>
                    <a:pt x="516" y="286"/>
                    <a:pt x="501" y="297"/>
                    <a:pt x="492" y="315"/>
                  </a:cubicBezTo>
                  <a:cubicBezTo>
                    <a:pt x="466" y="366"/>
                    <a:pt x="466" y="366"/>
                    <a:pt x="466" y="366"/>
                  </a:cubicBezTo>
                  <a:cubicBezTo>
                    <a:pt x="455" y="310"/>
                    <a:pt x="455" y="310"/>
                    <a:pt x="455" y="310"/>
                  </a:cubicBezTo>
                  <a:cubicBezTo>
                    <a:pt x="449" y="284"/>
                    <a:pt x="430" y="265"/>
                    <a:pt x="408" y="265"/>
                  </a:cubicBezTo>
                  <a:cubicBezTo>
                    <a:pt x="391" y="265"/>
                    <a:pt x="374" y="278"/>
                    <a:pt x="366" y="299"/>
                  </a:cubicBezTo>
                  <a:cubicBezTo>
                    <a:pt x="327" y="395"/>
                    <a:pt x="327" y="395"/>
                    <a:pt x="327" y="395"/>
                  </a:cubicBezTo>
                  <a:cubicBezTo>
                    <a:pt x="327" y="100"/>
                    <a:pt x="327" y="100"/>
                    <a:pt x="327" y="100"/>
                  </a:cubicBezTo>
                  <a:cubicBezTo>
                    <a:pt x="327" y="67"/>
                    <a:pt x="302" y="40"/>
                    <a:pt x="272" y="40"/>
                  </a:cubicBezTo>
                  <a:cubicBezTo>
                    <a:pt x="241" y="40"/>
                    <a:pt x="216" y="67"/>
                    <a:pt x="216" y="100"/>
                  </a:cubicBezTo>
                  <a:cubicBezTo>
                    <a:pt x="216" y="607"/>
                    <a:pt x="216" y="607"/>
                    <a:pt x="216" y="607"/>
                  </a:cubicBezTo>
                  <a:cubicBezTo>
                    <a:pt x="163" y="528"/>
                    <a:pt x="163" y="528"/>
                    <a:pt x="163" y="528"/>
                  </a:cubicBezTo>
                  <a:cubicBezTo>
                    <a:pt x="152" y="512"/>
                    <a:pt x="134" y="502"/>
                    <a:pt x="113" y="5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0" name="Rectangle 181"/>
            <p:cNvSpPr>
              <a:spLocks noChangeArrowheads="1"/>
            </p:cNvSpPr>
            <p:nvPr/>
          </p:nvSpPr>
          <p:spPr bwMode="auto">
            <a:xfrm>
              <a:off x="5700713" y="2867026"/>
              <a:ext cx="15875" cy="603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1" name="Rectangle 182"/>
            <p:cNvSpPr>
              <a:spLocks noChangeArrowheads="1"/>
            </p:cNvSpPr>
            <p:nvPr/>
          </p:nvSpPr>
          <p:spPr bwMode="auto">
            <a:xfrm>
              <a:off x="5754688" y="2878138"/>
              <a:ext cx="17463"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2" name="Rectangle 183"/>
            <p:cNvSpPr>
              <a:spLocks noChangeArrowheads="1"/>
            </p:cNvSpPr>
            <p:nvPr/>
          </p:nvSpPr>
          <p:spPr bwMode="auto">
            <a:xfrm>
              <a:off x="5808663" y="2894013"/>
              <a:ext cx="17463" cy="603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13" name="组合 112"/>
          <p:cNvGrpSpPr/>
          <p:nvPr/>
        </p:nvGrpSpPr>
        <p:grpSpPr>
          <a:xfrm>
            <a:off x="4962709" y="1115801"/>
            <a:ext cx="279032" cy="281247"/>
            <a:chOff x="269875" y="1870076"/>
            <a:chExt cx="400050" cy="403225"/>
          </a:xfrm>
          <a:solidFill>
            <a:srgbClr val="707E84"/>
          </a:solidFill>
        </p:grpSpPr>
        <p:sp>
          <p:nvSpPr>
            <p:cNvPr id="114" name="Freeform 222"/>
            <p:cNvSpPr>
              <a:spLocks noEditPoints="1"/>
            </p:cNvSpPr>
            <p:nvPr/>
          </p:nvSpPr>
          <p:spPr bwMode="auto">
            <a:xfrm>
              <a:off x="355600" y="1870076"/>
              <a:ext cx="314325" cy="314325"/>
            </a:xfrm>
            <a:custGeom>
              <a:avLst/>
              <a:gdLst>
                <a:gd name="T0" fmla="*/ 366 w 732"/>
                <a:gd name="T1" fmla="*/ 733 h 733"/>
                <a:gd name="T2" fmla="*/ 0 w 732"/>
                <a:gd name="T3" fmla="*/ 366 h 733"/>
                <a:gd name="T4" fmla="*/ 366 w 732"/>
                <a:gd name="T5" fmla="*/ 0 h 733"/>
                <a:gd name="T6" fmla="*/ 732 w 732"/>
                <a:gd name="T7" fmla="*/ 366 h 733"/>
                <a:gd name="T8" fmla="*/ 366 w 732"/>
                <a:gd name="T9" fmla="*/ 733 h 733"/>
                <a:gd name="T10" fmla="*/ 366 w 732"/>
                <a:gd name="T11" fmla="*/ 48 h 733"/>
                <a:gd name="T12" fmla="*/ 48 w 732"/>
                <a:gd name="T13" fmla="*/ 366 h 733"/>
                <a:gd name="T14" fmla="*/ 366 w 732"/>
                <a:gd name="T15" fmla="*/ 685 h 733"/>
                <a:gd name="T16" fmla="*/ 684 w 732"/>
                <a:gd name="T17" fmla="*/ 366 h 733"/>
                <a:gd name="T18" fmla="*/ 366 w 732"/>
                <a:gd name="T19" fmla="*/ 48 h 7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2" h="733">
                  <a:moveTo>
                    <a:pt x="366" y="733"/>
                  </a:moveTo>
                  <a:cubicBezTo>
                    <a:pt x="164" y="733"/>
                    <a:pt x="0" y="568"/>
                    <a:pt x="0" y="366"/>
                  </a:cubicBezTo>
                  <a:cubicBezTo>
                    <a:pt x="0" y="165"/>
                    <a:pt x="164" y="0"/>
                    <a:pt x="366" y="0"/>
                  </a:cubicBezTo>
                  <a:cubicBezTo>
                    <a:pt x="568" y="0"/>
                    <a:pt x="732" y="165"/>
                    <a:pt x="732" y="366"/>
                  </a:cubicBezTo>
                  <a:cubicBezTo>
                    <a:pt x="732" y="568"/>
                    <a:pt x="568" y="733"/>
                    <a:pt x="366" y="733"/>
                  </a:cubicBezTo>
                  <a:close/>
                  <a:moveTo>
                    <a:pt x="366" y="48"/>
                  </a:moveTo>
                  <a:cubicBezTo>
                    <a:pt x="190" y="48"/>
                    <a:pt x="48" y="191"/>
                    <a:pt x="48" y="366"/>
                  </a:cubicBezTo>
                  <a:cubicBezTo>
                    <a:pt x="48" y="542"/>
                    <a:pt x="190" y="685"/>
                    <a:pt x="366" y="685"/>
                  </a:cubicBezTo>
                  <a:cubicBezTo>
                    <a:pt x="541" y="685"/>
                    <a:pt x="684" y="542"/>
                    <a:pt x="684" y="366"/>
                  </a:cubicBezTo>
                  <a:cubicBezTo>
                    <a:pt x="684" y="191"/>
                    <a:pt x="541" y="48"/>
                    <a:pt x="366"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5" name="Freeform 223"/>
            <p:cNvSpPr>
              <a:spLocks/>
            </p:cNvSpPr>
            <p:nvPr/>
          </p:nvSpPr>
          <p:spPr bwMode="auto">
            <a:xfrm>
              <a:off x="287338" y="2122488"/>
              <a:ext cx="131763" cy="133350"/>
            </a:xfrm>
            <a:custGeom>
              <a:avLst/>
              <a:gdLst>
                <a:gd name="T0" fmla="*/ 0 w 83"/>
                <a:gd name="T1" fmla="*/ 75 h 84"/>
                <a:gd name="T2" fmla="*/ 9 w 83"/>
                <a:gd name="T3" fmla="*/ 84 h 84"/>
                <a:gd name="T4" fmla="*/ 83 w 83"/>
                <a:gd name="T5" fmla="*/ 9 h 84"/>
                <a:gd name="T6" fmla="*/ 74 w 83"/>
                <a:gd name="T7" fmla="*/ 0 h 84"/>
                <a:gd name="T8" fmla="*/ 0 w 83"/>
                <a:gd name="T9" fmla="*/ 75 h 84"/>
              </a:gdLst>
              <a:ahLst/>
              <a:cxnLst>
                <a:cxn ang="0">
                  <a:pos x="T0" y="T1"/>
                </a:cxn>
                <a:cxn ang="0">
                  <a:pos x="T2" y="T3"/>
                </a:cxn>
                <a:cxn ang="0">
                  <a:pos x="T4" y="T5"/>
                </a:cxn>
                <a:cxn ang="0">
                  <a:pos x="T6" y="T7"/>
                </a:cxn>
                <a:cxn ang="0">
                  <a:pos x="T8" y="T9"/>
                </a:cxn>
              </a:cxnLst>
              <a:rect l="0" t="0" r="r" b="b"/>
              <a:pathLst>
                <a:path w="83" h="84">
                  <a:moveTo>
                    <a:pt x="0" y="75"/>
                  </a:moveTo>
                  <a:lnTo>
                    <a:pt x="9" y="84"/>
                  </a:lnTo>
                  <a:lnTo>
                    <a:pt x="83" y="9"/>
                  </a:lnTo>
                  <a:lnTo>
                    <a:pt x="74" y="0"/>
                  </a:lnTo>
                  <a:lnTo>
                    <a:pt x="0"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6" name="Freeform 224"/>
            <p:cNvSpPr>
              <a:spLocks/>
            </p:cNvSpPr>
            <p:nvPr/>
          </p:nvSpPr>
          <p:spPr bwMode="auto">
            <a:xfrm>
              <a:off x="269875" y="2171701"/>
              <a:ext cx="101600" cy="101600"/>
            </a:xfrm>
            <a:custGeom>
              <a:avLst/>
              <a:gdLst>
                <a:gd name="T0" fmla="*/ 16 w 238"/>
                <a:gd name="T1" fmla="*/ 155 h 237"/>
                <a:gd name="T2" fmla="*/ 16 w 238"/>
                <a:gd name="T3" fmla="*/ 212 h 237"/>
                <a:gd name="T4" fmla="*/ 26 w 238"/>
                <a:gd name="T5" fmla="*/ 221 h 237"/>
                <a:gd name="T6" fmla="*/ 82 w 238"/>
                <a:gd name="T7" fmla="*/ 221 h 237"/>
                <a:gd name="T8" fmla="*/ 222 w 238"/>
                <a:gd name="T9" fmla="*/ 82 h 237"/>
                <a:gd name="T10" fmla="*/ 222 w 238"/>
                <a:gd name="T11" fmla="*/ 25 h 237"/>
                <a:gd name="T12" fmla="*/ 212 w 238"/>
                <a:gd name="T13" fmla="*/ 15 h 237"/>
                <a:gd name="T14" fmla="*/ 156 w 238"/>
                <a:gd name="T15" fmla="*/ 15 h 237"/>
                <a:gd name="T16" fmla="*/ 16 w 238"/>
                <a:gd name="T17" fmla="*/ 155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237">
                  <a:moveTo>
                    <a:pt x="16" y="155"/>
                  </a:moveTo>
                  <a:cubicBezTo>
                    <a:pt x="0" y="171"/>
                    <a:pt x="0" y="196"/>
                    <a:pt x="16" y="212"/>
                  </a:cubicBezTo>
                  <a:cubicBezTo>
                    <a:pt x="26" y="221"/>
                    <a:pt x="26" y="221"/>
                    <a:pt x="26" y="221"/>
                  </a:cubicBezTo>
                  <a:cubicBezTo>
                    <a:pt x="41" y="237"/>
                    <a:pt x="67" y="237"/>
                    <a:pt x="82" y="221"/>
                  </a:cubicBezTo>
                  <a:cubicBezTo>
                    <a:pt x="222" y="82"/>
                    <a:pt x="222" y="82"/>
                    <a:pt x="222" y="82"/>
                  </a:cubicBezTo>
                  <a:cubicBezTo>
                    <a:pt x="238" y="66"/>
                    <a:pt x="238" y="41"/>
                    <a:pt x="222" y="25"/>
                  </a:cubicBezTo>
                  <a:cubicBezTo>
                    <a:pt x="212" y="15"/>
                    <a:pt x="212" y="15"/>
                    <a:pt x="212" y="15"/>
                  </a:cubicBezTo>
                  <a:cubicBezTo>
                    <a:pt x="197" y="0"/>
                    <a:pt x="171" y="0"/>
                    <a:pt x="156" y="15"/>
                  </a:cubicBezTo>
                  <a:lnTo>
                    <a:pt x="16" y="1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17" name="组合 116"/>
          <p:cNvGrpSpPr/>
          <p:nvPr/>
        </p:nvGrpSpPr>
        <p:grpSpPr>
          <a:xfrm>
            <a:off x="5454680" y="1126875"/>
            <a:ext cx="279032" cy="281247"/>
            <a:chOff x="1146175" y="1870076"/>
            <a:chExt cx="400050" cy="403225"/>
          </a:xfrm>
          <a:solidFill>
            <a:srgbClr val="707E84"/>
          </a:solidFill>
        </p:grpSpPr>
        <p:sp>
          <p:nvSpPr>
            <p:cNvPr id="118" name="Rectangle 80"/>
            <p:cNvSpPr>
              <a:spLocks noChangeArrowheads="1"/>
            </p:cNvSpPr>
            <p:nvPr/>
          </p:nvSpPr>
          <p:spPr bwMode="auto">
            <a:xfrm>
              <a:off x="1382713" y="1944688"/>
              <a:ext cx="20638" cy="1746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9" name="Rectangle 81"/>
            <p:cNvSpPr>
              <a:spLocks noChangeArrowheads="1"/>
            </p:cNvSpPr>
            <p:nvPr/>
          </p:nvSpPr>
          <p:spPr bwMode="auto">
            <a:xfrm>
              <a:off x="1306513" y="2020888"/>
              <a:ext cx="174625"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 name="Freeform 225"/>
            <p:cNvSpPr>
              <a:spLocks noEditPoints="1"/>
            </p:cNvSpPr>
            <p:nvPr/>
          </p:nvSpPr>
          <p:spPr bwMode="auto">
            <a:xfrm>
              <a:off x="1231900" y="1870076"/>
              <a:ext cx="314325" cy="314325"/>
            </a:xfrm>
            <a:custGeom>
              <a:avLst/>
              <a:gdLst>
                <a:gd name="T0" fmla="*/ 367 w 733"/>
                <a:gd name="T1" fmla="*/ 733 h 733"/>
                <a:gd name="T2" fmla="*/ 0 w 733"/>
                <a:gd name="T3" fmla="*/ 366 h 733"/>
                <a:gd name="T4" fmla="*/ 367 w 733"/>
                <a:gd name="T5" fmla="*/ 0 h 733"/>
                <a:gd name="T6" fmla="*/ 733 w 733"/>
                <a:gd name="T7" fmla="*/ 366 h 733"/>
                <a:gd name="T8" fmla="*/ 367 w 733"/>
                <a:gd name="T9" fmla="*/ 733 h 733"/>
                <a:gd name="T10" fmla="*/ 367 w 733"/>
                <a:gd name="T11" fmla="*/ 48 h 733"/>
                <a:gd name="T12" fmla="*/ 48 w 733"/>
                <a:gd name="T13" fmla="*/ 366 h 733"/>
                <a:gd name="T14" fmla="*/ 367 w 733"/>
                <a:gd name="T15" fmla="*/ 685 h 733"/>
                <a:gd name="T16" fmla="*/ 685 w 733"/>
                <a:gd name="T17" fmla="*/ 366 h 733"/>
                <a:gd name="T18" fmla="*/ 367 w 733"/>
                <a:gd name="T19" fmla="*/ 48 h 7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3" h="733">
                  <a:moveTo>
                    <a:pt x="367" y="733"/>
                  </a:moveTo>
                  <a:cubicBezTo>
                    <a:pt x="165" y="733"/>
                    <a:pt x="0" y="568"/>
                    <a:pt x="0" y="366"/>
                  </a:cubicBezTo>
                  <a:cubicBezTo>
                    <a:pt x="0" y="165"/>
                    <a:pt x="165" y="0"/>
                    <a:pt x="367" y="0"/>
                  </a:cubicBezTo>
                  <a:cubicBezTo>
                    <a:pt x="568" y="0"/>
                    <a:pt x="733" y="165"/>
                    <a:pt x="733" y="366"/>
                  </a:cubicBezTo>
                  <a:cubicBezTo>
                    <a:pt x="733" y="568"/>
                    <a:pt x="568" y="733"/>
                    <a:pt x="367" y="733"/>
                  </a:cubicBezTo>
                  <a:close/>
                  <a:moveTo>
                    <a:pt x="367" y="48"/>
                  </a:moveTo>
                  <a:cubicBezTo>
                    <a:pt x="191" y="48"/>
                    <a:pt x="48" y="191"/>
                    <a:pt x="48" y="366"/>
                  </a:cubicBezTo>
                  <a:cubicBezTo>
                    <a:pt x="48" y="542"/>
                    <a:pt x="191" y="685"/>
                    <a:pt x="367" y="685"/>
                  </a:cubicBezTo>
                  <a:cubicBezTo>
                    <a:pt x="542" y="685"/>
                    <a:pt x="685" y="542"/>
                    <a:pt x="685" y="366"/>
                  </a:cubicBezTo>
                  <a:cubicBezTo>
                    <a:pt x="685" y="191"/>
                    <a:pt x="542" y="48"/>
                    <a:pt x="367"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1" name="Freeform 226"/>
            <p:cNvSpPr>
              <a:spLocks/>
            </p:cNvSpPr>
            <p:nvPr/>
          </p:nvSpPr>
          <p:spPr bwMode="auto">
            <a:xfrm>
              <a:off x="1163638" y="2122488"/>
              <a:ext cx="133350" cy="133350"/>
            </a:xfrm>
            <a:custGeom>
              <a:avLst/>
              <a:gdLst>
                <a:gd name="T0" fmla="*/ 0 w 84"/>
                <a:gd name="T1" fmla="*/ 75 h 84"/>
                <a:gd name="T2" fmla="*/ 9 w 84"/>
                <a:gd name="T3" fmla="*/ 84 h 84"/>
                <a:gd name="T4" fmla="*/ 84 w 84"/>
                <a:gd name="T5" fmla="*/ 9 h 84"/>
                <a:gd name="T6" fmla="*/ 75 w 84"/>
                <a:gd name="T7" fmla="*/ 0 h 84"/>
                <a:gd name="T8" fmla="*/ 0 w 84"/>
                <a:gd name="T9" fmla="*/ 75 h 84"/>
              </a:gdLst>
              <a:ahLst/>
              <a:cxnLst>
                <a:cxn ang="0">
                  <a:pos x="T0" y="T1"/>
                </a:cxn>
                <a:cxn ang="0">
                  <a:pos x="T2" y="T3"/>
                </a:cxn>
                <a:cxn ang="0">
                  <a:pos x="T4" y="T5"/>
                </a:cxn>
                <a:cxn ang="0">
                  <a:pos x="T6" y="T7"/>
                </a:cxn>
                <a:cxn ang="0">
                  <a:pos x="T8" y="T9"/>
                </a:cxn>
              </a:cxnLst>
              <a:rect l="0" t="0" r="r" b="b"/>
              <a:pathLst>
                <a:path w="84" h="84">
                  <a:moveTo>
                    <a:pt x="0" y="75"/>
                  </a:moveTo>
                  <a:lnTo>
                    <a:pt x="9" y="84"/>
                  </a:lnTo>
                  <a:lnTo>
                    <a:pt x="84" y="9"/>
                  </a:lnTo>
                  <a:lnTo>
                    <a:pt x="75" y="0"/>
                  </a:lnTo>
                  <a:lnTo>
                    <a:pt x="0"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 name="Freeform 227"/>
            <p:cNvSpPr>
              <a:spLocks/>
            </p:cNvSpPr>
            <p:nvPr/>
          </p:nvSpPr>
          <p:spPr bwMode="auto">
            <a:xfrm>
              <a:off x="1146175" y="2171701"/>
              <a:ext cx="101600" cy="101600"/>
            </a:xfrm>
            <a:custGeom>
              <a:avLst/>
              <a:gdLst>
                <a:gd name="T0" fmla="*/ 15 w 237"/>
                <a:gd name="T1" fmla="*/ 155 h 237"/>
                <a:gd name="T2" fmla="*/ 15 w 237"/>
                <a:gd name="T3" fmla="*/ 212 h 237"/>
                <a:gd name="T4" fmla="*/ 25 w 237"/>
                <a:gd name="T5" fmla="*/ 221 h 237"/>
                <a:gd name="T6" fmla="*/ 82 w 237"/>
                <a:gd name="T7" fmla="*/ 221 h 237"/>
                <a:gd name="T8" fmla="*/ 222 w 237"/>
                <a:gd name="T9" fmla="*/ 82 h 237"/>
                <a:gd name="T10" fmla="*/ 222 w 237"/>
                <a:gd name="T11" fmla="*/ 25 h 237"/>
                <a:gd name="T12" fmla="*/ 212 w 237"/>
                <a:gd name="T13" fmla="*/ 15 h 237"/>
                <a:gd name="T14" fmla="*/ 155 w 237"/>
                <a:gd name="T15" fmla="*/ 15 h 237"/>
                <a:gd name="T16" fmla="*/ 15 w 237"/>
                <a:gd name="T17" fmla="*/ 155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7" h="237">
                  <a:moveTo>
                    <a:pt x="15" y="155"/>
                  </a:moveTo>
                  <a:cubicBezTo>
                    <a:pt x="0" y="171"/>
                    <a:pt x="0" y="196"/>
                    <a:pt x="15" y="212"/>
                  </a:cubicBezTo>
                  <a:cubicBezTo>
                    <a:pt x="25" y="221"/>
                    <a:pt x="25" y="221"/>
                    <a:pt x="25" y="221"/>
                  </a:cubicBezTo>
                  <a:cubicBezTo>
                    <a:pt x="41" y="237"/>
                    <a:pt x="66" y="237"/>
                    <a:pt x="82" y="221"/>
                  </a:cubicBezTo>
                  <a:cubicBezTo>
                    <a:pt x="222" y="82"/>
                    <a:pt x="222" y="82"/>
                    <a:pt x="222" y="82"/>
                  </a:cubicBezTo>
                  <a:cubicBezTo>
                    <a:pt x="237" y="66"/>
                    <a:pt x="237" y="41"/>
                    <a:pt x="222" y="25"/>
                  </a:cubicBezTo>
                  <a:cubicBezTo>
                    <a:pt x="212" y="15"/>
                    <a:pt x="212" y="15"/>
                    <a:pt x="212" y="15"/>
                  </a:cubicBezTo>
                  <a:cubicBezTo>
                    <a:pt x="196" y="0"/>
                    <a:pt x="171" y="0"/>
                    <a:pt x="155" y="15"/>
                  </a:cubicBezTo>
                  <a:lnTo>
                    <a:pt x="15" y="1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23" name="组合 122"/>
          <p:cNvGrpSpPr/>
          <p:nvPr/>
        </p:nvGrpSpPr>
        <p:grpSpPr>
          <a:xfrm>
            <a:off x="5946651" y="1099562"/>
            <a:ext cx="279032" cy="281247"/>
            <a:chOff x="2028825" y="1870076"/>
            <a:chExt cx="400050" cy="403225"/>
          </a:xfrm>
          <a:solidFill>
            <a:srgbClr val="707E84"/>
          </a:solidFill>
        </p:grpSpPr>
        <p:sp>
          <p:nvSpPr>
            <p:cNvPr id="124" name="Rectangle 82"/>
            <p:cNvSpPr>
              <a:spLocks noChangeArrowheads="1"/>
            </p:cNvSpPr>
            <p:nvPr/>
          </p:nvSpPr>
          <p:spPr bwMode="auto">
            <a:xfrm>
              <a:off x="2189163" y="2020888"/>
              <a:ext cx="174625"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5" name="Freeform 228"/>
            <p:cNvSpPr>
              <a:spLocks noEditPoints="1"/>
            </p:cNvSpPr>
            <p:nvPr/>
          </p:nvSpPr>
          <p:spPr bwMode="auto">
            <a:xfrm>
              <a:off x="2114550" y="1870076"/>
              <a:ext cx="314325" cy="314325"/>
            </a:xfrm>
            <a:custGeom>
              <a:avLst/>
              <a:gdLst>
                <a:gd name="T0" fmla="*/ 366 w 732"/>
                <a:gd name="T1" fmla="*/ 733 h 733"/>
                <a:gd name="T2" fmla="*/ 0 w 732"/>
                <a:gd name="T3" fmla="*/ 366 h 733"/>
                <a:gd name="T4" fmla="*/ 366 w 732"/>
                <a:gd name="T5" fmla="*/ 0 h 733"/>
                <a:gd name="T6" fmla="*/ 732 w 732"/>
                <a:gd name="T7" fmla="*/ 366 h 733"/>
                <a:gd name="T8" fmla="*/ 366 w 732"/>
                <a:gd name="T9" fmla="*/ 733 h 733"/>
                <a:gd name="T10" fmla="*/ 366 w 732"/>
                <a:gd name="T11" fmla="*/ 48 h 733"/>
                <a:gd name="T12" fmla="*/ 48 w 732"/>
                <a:gd name="T13" fmla="*/ 366 h 733"/>
                <a:gd name="T14" fmla="*/ 366 w 732"/>
                <a:gd name="T15" fmla="*/ 685 h 733"/>
                <a:gd name="T16" fmla="*/ 684 w 732"/>
                <a:gd name="T17" fmla="*/ 366 h 733"/>
                <a:gd name="T18" fmla="*/ 366 w 732"/>
                <a:gd name="T19" fmla="*/ 48 h 7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2" h="733">
                  <a:moveTo>
                    <a:pt x="366" y="733"/>
                  </a:moveTo>
                  <a:cubicBezTo>
                    <a:pt x="164" y="733"/>
                    <a:pt x="0" y="568"/>
                    <a:pt x="0" y="366"/>
                  </a:cubicBezTo>
                  <a:cubicBezTo>
                    <a:pt x="0" y="165"/>
                    <a:pt x="164" y="0"/>
                    <a:pt x="366" y="0"/>
                  </a:cubicBezTo>
                  <a:cubicBezTo>
                    <a:pt x="568" y="0"/>
                    <a:pt x="732" y="165"/>
                    <a:pt x="732" y="366"/>
                  </a:cubicBezTo>
                  <a:cubicBezTo>
                    <a:pt x="732" y="568"/>
                    <a:pt x="568" y="733"/>
                    <a:pt x="366" y="733"/>
                  </a:cubicBezTo>
                  <a:close/>
                  <a:moveTo>
                    <a:pt x="366" y="48"/>
                  </a:moveTo>
                  <a:cubicBezTo>
                    <a:pt x="190" y="48"/>
                    <a:pt x="48" y="191"/>
                    <a:pt x="48" y="366"/>
                  </a:cubicBezTo>
                  <a:cubicBezTo>
                    <a:pt x="48" y="542"/>
                    <a:pt x="190" y="685"/>
                    <a:pt x="366" y="685"/>
                  </a:cubicBezTo>
                  <a:cubicBezTo>
                    <a:pt x="541" y="685"/>
                    <a:pt x="684" y="542"/>
                    <a:pt x="684" y="366"/>
                  </a:cubicBezTo>
                  <a:cubicBezTo>
                    <a:pt x="684" y="191"/>
                    <a:pt x="541" y="48"/>
                    <a:pt x="366"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6" name="Freeform 229"/>
            <p:cNvSpPr>
              <a:spLocks/>
            </p:cNvSpPr>
            <p:nvPr/>
          </p:nvSpPr>
          <p:spPr bwMode="auto">
            <a:xfrm>
              <a:off x="2046288" y="2122488"/>
              <a:ext cx="131763" cy="133350"/>
            </a:xfrm>
            <a:custGeom>
              <a:avLst/>
              <a:gdLst>
                <a:gd name="T0" fmla="*/ 0 w 83"/>
                <a:gd name="T1" fmla="*/ 75 h 84"/>
                <a:gd name="T2" fmla="*/ 9 w 83"/>
                <a:gd name="T3" fmla="*/ 84 h 84"/>
                <a:gd name="T4" fmla="*/ 83 w 83"/>
                <a:gd name="T5" fmla="*/ 9 h 84"/>
                <a:gd name="T6" fmla="*/ 74 w 83"/>
                <a:gd name="T7" fmla="*/ 0 h 84"/>
                <a:gd name="T8" fmla="*/ 0 w 83"/>
                <a:gd name="T9" fmla="*/ 75 h 84"/>
              </a:gdLst>
              <a:ahLst/>
              <a:cxnLst>
                <a:cxn ang="0">
                  <a:pos x="T0" y="T1"/>
                </a:cxn>
                <a:cxn ang="0">
                  <a:pos x="T2" y="T3"/>
                </a:cxn>
                <a:cxn ang="0">
                  <a:pos x="T4" y="T5"/>
                </a:cxn>
                <a:cxn ang="0">
                  <a:pos x="T6" y="T7"/>
                </a:cxn>
                <a:cxn ang="0">
                  <a:pos x="T8" y="T9"/>
                </a:cxn>
              </a:cxnLst>
              <a:rect l="0" t="0" r="r" b="b"/>
              <a:pathLst>
                <a:path w="83" h="84">
                  <a:moveTo>
                    <a:pt x="0" y="75"/>
                  </a:moveTo>
                  <a:lnTo>
                    <a:pt x="9" y="84"/>
                  </a:lnTo>
                  <a:lnTo>
                    <a:pt x="83" y="9"/>
                  </a:lnTo>
                  <a:lnTo>
                    <a:pt x="74" y="0"/>
                  </a:lnTo>
                  <a:lnTo>
                    <a:pt x="0"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7" name="Freeform 230"/>
            <p:cNvSpPr>
              <a:spLocks/>
            </p:cNvSpPr>
            <p:nvPr/>
          </p:nvSpPr>
          <p:spPr bwMode="auto">
            <a:xfrm>
              <a:off x="2028825" y="2171701"/>
              <a:ext cx="101600" cy="101600"/>
            </a:xfrm>
            <a:custGeom>
              <a:avLst/>
              <a:gdLst>
                <a:gd name="T0" fmla="*/ 16 w 237"/>
                <a:gd name="T1" fmla="*/ 155 h 237"/>
                <a:gd name="T2" fmla="*/ 16 w 237"/>
                <a:gd name="T3" fmla="*/ 212 h 237"/>
                <a:gd name="T4" fmla="*/ 25 w 237"/>
                <a:gd name="T5" fmla="*/ 221 h 237"/>
                <a:gd name="T6" fmla="*/ 82 w 237"/>
                <a:gd name="T7" fmla="*/ 221 h 237"/>
                <a:gd name="T8" fmla="*/ 222 w 237"/>
                <a:gd name="T9" fmla="*/ 82 h 237"/>
                <a:gd name="T10" fmla="*/ 222 w 237"/>
                <a:gd name="T11" fmla="*/ 25 h 237"/>
                <a:gd name="T12" fmla="*/ 212 w 237"/>
                <a:gd name="T13" fmla="*/ 15 h 237"/>
                <a:gd name="T14" fmla="*/ 155 w 237"/>
                <a:gd name="T15" fmla="*/ 15 h 237"/>
                <a:gd name="T16" fmla="*/ 16 w 237"/>
                <a:gd name="T17" fmla="*/ 155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7" h="237">
                  <a:moveTo>
                    <a:pt x="16" y="155"/>
                  </a:moveTo>
                  <a:cubicBezTo>
                    <a:pt x="0" y="171"/>
                    <a:pt x="0" y="196"/>
                    <a:pt x="16" y="212"/>
                  </a:cubicBezTo>
                  <a:cubicBezTo>
                    <a:pt x="25" y="221"/>
                    <a:pt x="25" y="221"/>
                    <a:pt x="25" y="221"/>
                  </a:cubicBezTo>
                  <a:cubicBezTo>
                    <a:pt x="41" y="237"/>
                    <a:pt x="66" y="237"/>
                    <a:pt x="82" y="221"/>
                  </a:cubicBezTo>
                  <a:cubicBezTo>
                    <a:pt x="222" y="82"/>
                    <a:pt x="222" y="82"/>
                    <a:pt x="222" y="82"/>
                  </a:cubicBezTo>
                  <a:cubicBezTo>
                    <a:pt x="237" y="66"/>
                    <a:pt x="237" y="41"/>
                    <a:pt x="222" y="25"/>
                  </a:cubicBezTo>
                  <a:cubicBezTo>
                    <a:pt x="212" y="15"/>
                    <a:pt x="212" y="15"/>
                    <a:pt x="212" y="15"/>
                  </a:cubicBezTo>
                  <a:cubicBezTo>
                    <a:pt x="196" y="0"/>
                    <a:pt x="171" y="0"/>
                    <a:pt x="155" y="15"/>
                  </a:cubicBezTo>
                  <a:lnTo>
                    <a:pt x="16" y="1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28" name="组合 127"/>
          <p:cNvGrpSpPr/>
          <p:nvPr/>
        </p:nvGrpSpPr>
        <p:grpSpPr>
          <a:xfrm>
            <a:off x="134168" y="4917010"/>
            <a:ext cx="341044" cy="346457"/>
            <a:chOff x="715698" y="740234"/>
            <a:chExt cx="726699" cy="738234"/>
          </a:xfrm>
          <a:solidFill>
            <a:srgbClr val="707E84"/>
          </a:solidFill>
        </p:grpSpPr>
        <p:sp>
          <p:nvSpPr>
            <p:cNvPr id="129" name="Freeform 9"/>
            <p:cNvSpPr>
              <a:spLocks noEditPoints="1"/>
            </p:cNvSpPr>
            <p:nvPr/>
          </p:nvSpPr>
          <p:spPr bwMode="auto">
            <a:xfrm>
              <a:off x="874623" y="740234"/>
              <a:ext cx="410130" cy="510099"/>
            </a:xfrm>
            <a:custGeom>
              <a:avLst/>
              <a:gdLst>
                <a:gd name="T0" fmla="*/ 126 w 252"/>
                <a:gd name="T1" fmla="*/ 314 h 314"/>
                <a:gd name="T2" fmla="*/ 0 w 252"/>
                <a:gd name="T3" fmla="*/ 188 h 314"/>
                <a:gd name="T4" fmla="*/ 0 w 252"/>
                <a:gd name="T5" fmla="*/ 126 h 314"/>
                <a:gd name="T6" fmla="*/ 126 w 252"/>
                <a:gd name="T7" fmla="*/ 0 h 314"/>
                <a:gd name="T8" fmla="*/ 252 w 252"/>
                <a:gd name="T9" fmla="*/ 126 h 314"/>
                <a:gd name="T10" fmla="*/ 252 w 252"/>
                <a:gd name="T11" fmla="*/ 188 h 314"/>
                <a:gd name="T12" fmla="*/ 126 w 252"/>
                <a:gd name="T13" fmla="*/ 314 h 314"/>
                <a:gd name="T14" fmla="*/ 126 w 252"/>
                <a:gd name="T15" fmla="*/ 20 h 314"/>
                <a:gd name="T16" fmla="*/ 20 w 252"/>
                <a:gd name="T17" fmla="*/ 126 h 314"/>
                <a:gd name="T18" fmla="*/ 20 w 252"/>
                <a:gd name="T19" fmla="*/ 188 h 314"/>
                <a:gd name="T20" fmla="*/ 126 w 252"/>
                <a:gd name="T21" fmla="*/ 294 h 314"/>
                <a:gd name="T22" fmla="*/ 232 w 252"/>
                <a:gd name="T23" fmla="*/ 188 h 314"/>
                <a:gd name="T24" fmla="*/ 232 w 252"/>
                <a:gd name="T25" fmla="*/ 126 h 314"/>
                <a:gd name="T26" fmla="*/ 126 w 252"/>
                <a:gd name="T27" fmla="*/ 20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2" h="314">
                  <a:moveTo>
                    <a:pt x="126" y="314"/>
                  </a:moveTo>
                  <a:cubicBezTo>
                    <a:pt x="57" y="314"/>
                    <a:pt x="0" y="257"/>
                    <a:pt x="0" y="188"/>
                  </a:cubicBezTo>
                  <a:cubicBezTo>
                    <a:pt x="0" y="126"/>
                    <a:pt x="0" y="126"/>
                    <a:pt x="0" y="126"/>
                  </a:cubicBezTo>
                  <a:cubicBezTo>
                    <a:pt x="0" y="56"/>
                    <a:pt x="57" y="0"/>
                    <a:pt x="126" y="0"/>
                  </a:cubicBezTo>
                  <a:cubicBezTo>
                    <a:pt x="196" y="0"/>
                    <a:pt x="252" y="56"/>
                    <a:pt x="252" y="126"/>
                  </a:cubicBezTo>
                  <a:cubicBezTo>
                    <a:pt x="252" y="188"/>
                    <a:pt x="252" y="188"/>
                    <a:pt x="252" y="188"/>
                  </a:cubicBezTo>
                  <a:cubicBezTo>
                    <a:pt x="252" y="257"/>
                    <a:pt x="196" y="314"/>
                    <a:pt x="126" y="314"/>
                  </a:cubicBezTo>
                  <a:moveTo>
                    <a:pt x="126" y="20"/>
                  </a:moveTo>
                  <a:cubicBezTo>
                    <a:pt x="68" y="20"/>
                    <a:pt x="20" y="68"/>
                    <a:pt x="20" y="126"/>
                  </a:cubicBezTo>
                  <a:cubicBezTo>
                    <a:pt x="20" y="188"/>
                    <a:pt x="20" y="188"/>
                    <a:pt x="20" y="188"/>
                  </a:cubicBezTo>
                  <a:cubicBezTo>
                    <a:pt x="20" y="246"/>
                    <a:pt x="68" y="294"/>
                    <a:pt x="126" y="294"/>
                  </a:cubicBezTo>
                  <a:cubicBezTo>
                    <a:pt x="185" y="294"/>
                    <a:pt x="232" y="246"/>
                    <a:pt x="232" y="188"/>
                  </a:cubicBezTo>
                  <a:cubicBezTo>
                    <a:pt x="232" y="126"/>
                    <a:pt x="232" y="126"/>
                    <a:pt x="232" y="126"/>
                  </a:cubicBezTo>
                  <a:cubicBezTo>
                    <a:pt x="232" y="68"/>
                    <a:pt x="185" y="20"/>
                    <a:pt x="126"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0" name="Freeform 10"/>
            <p:cNvSpPr>
              <a:spLocks/>
            </p:cNvSpPr>
            <p:nvPr/>
          </p:nvSpPr>
          <p:spPr bwMode="auto">
            <a:xfrm>
              <a:off x="715698" y="1204194"/>
              <a:ext cx="726699" cy="274274"/>
            </a:xfrm>
            <a:custGeom>
              <a:avLst/>
              <a:gdLst>
                <a:gd name="T0" fmla="*/ 393 w 447"/>
                <a:gd name="T1" fmla="*/ 169 h 169"/>
                <a:gd name="T2" fmla="*/ 54 w 447"/>
                <a:gd name="T3" fmla="*/ 169 h 169"/>
                <a:gd name="T4" fmla="*/ 0 w 447"/>
                <a:gd name="T5" fmla="*/ 116 h 169"/>
                <a:gd name="T6" fmla="*/ 0 w 447"/>
                <a:gd name="T7" fmla="*/ 69 h 169"/>
                <a:gd name="T8" fmla="*/ 51 w 447"/>
                <a:gd name="T9" fmla="*/ 15 h 169"/>
                <a:gd name="T10" fmla="*/ 102 w 447"/>
                <a:gd name="T11" fmla="*/ 1 h 169"/>
                <a:gd name="T12" fmla="*/ 114 w 447"/>
                <a:gd name="T13" fmla="*/ 8 h 169"/>
                <a:gd name="T14" fmla="*/ 107 w 447"/>
                <a:gd name="T15" fmla="*/ 21 h 169"/>
                <a:gd name="T16" fmla="*/ 56 w 447"/>
                <a:gd name="T17" fmla="*/ 35 h 169"/>
                <a:gd name="T18" fmla="*/ 20 w 447"/>
                <a:gd name="T19" fmla="*/ 69 h 169"/>
                <a:gd name="T20" fmla="*/ 20 w 447"/>
                <a:gd name="T21" fmla="*/ 116 h 169"/>
                <a:gd name="T22" fmla="*/ 54 w 447"/>
                <a:gd name="T23" fmla="*/ 149 h 169"/>
                <a:gd name="T24" fmla="*/ 393 w 447"/>
                <a:gd name="T25" fmla="*/ 149 h 169"/>
                <a:gd name="T26" fmla="*/ 427 w 447"/>
                <a:gd name="T27" fmla="*/ 116 h 169"/>
                <a:gd name="T28" fmla="*/ 427 w 447"/>
                <a:gd name="T29" fmla="*/ 69 h 169"/>
                <a:gd name="T30" fmla="*/ 390 w 447"/>
                <a:gd name="T31" fmla="*/ 35 h 169"/>
                <a:gd name="T32" fmla="*/ 342 w 447"/>
                <a:gd name="T33" fmla="*/ 21 h 169"/>
                <a:gd name="T34" fmla="*/ 335 w 447"/>
                <a:gd name="T35" fmla="*/ 9 h 169"/>
                <a:gd name="T36" fmla="*/ 347 w 447"/>
                <a:gd name="T37" fmla="*/ 2 h 169"/>
                <a:gd name="T38" fmla="*/ 396 w 447"/>
                <a:gd name="T39" fmla="*/ 15 h 169"/>
                <a:gd name="T40" fmla="*/ 447 w 447"/>
                <a:gd name="T41" fmla="*/ 69 h 169"/>
                <a:gd name="T42" fmla="*/ 447 w 447"/>
                <a:gd name="T43" fmla="*/ 116 h 169"/>
                <a:gd name="T44" fmla="*/ 393 w 447"/>
                <a:gd name="T45" fmla="*/ 16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47" h="169">
                  <a:moveTo>
                    <a:pt x="393" y="169"/>
                  </a:moveTo>
                  <a:cubicBezTo>
                    <a:pt x="54" y="169"/>
                    <a:pt x="54" y="169"/>
                    <a:pt x="54" y="169"/>
                  </a:cubicBezTo>
                  <a:cubicBezTo>
                    <a:pt x="24" y="169"/>
                    <a:pt x="0" y="145"/>
                    <a:pt x="0" y="116"/>
                  </a:cubicBezTo>
                  <a:cubicBezTo>
                    <a:pt x="0" y="69"/>
                    <a:pt x="0" y="69"/>
                    <a:pt x="0" y="69"/>
                  </a:cubicBezTo>
                  <a:cubicBezTo>
                    <a:pt x="0" y="51"/>
                    <a:pt x="9" y="28"/>
                    <a:pt x="51" y="15"/>
                  </a:cubicBezTo>
                  <a:cubicBezTo>
                    <a:pt x="102" y="1"/>
                    <a:pt x="102" y="1"/>
                    <a:pt x="102" y="1"/>
                  </a:cubicBezTo>
                  <a:cubicBezTo>
                    <a:pt x="107" y="0"/>
                    <a:pt x="112" y="3"/>
                    <a:pt x="114" y="8"/>
                  </a:cubicBezTo>
                  <a:cubicBezTo>
                    <a:pt x="115" y="14"/>
                    <a:pt x="112" y="19"/>
                    <a:pt x="107" y="21"/>
                  </a:cubicBezTo>
                  <a:cubicBezTo>
                    <a:pt x="56" y="35"/>
                    <a:pt x="56" y="35"/>
                    <a:pt x="56" y="35"/>
                  </a:cubicBezTo>
                  <a:cubicBezTo>
                    <a:pt x="20" y="45"/>
                    <a:pt x="20" y="63"/>
                    <a:pt x="20" y="69"/>
                  </a:cubicBezTo>
                  <a:cubicBezTo>
                    <a:pt x="20" y="116"/>
                    <a:pt x="20" y="116"/>
                    <a:pt x="20" y="116"/>
                  </a:cubicBezTo>
                  <a:cubicBezTo>
                    <a:pt x="20" y="134"/>
                    <a:pt x="35" y="149"/>
                    <a:pt x="54" y="149"/>
                  </a:cubicBezTo>
                  <a:cubicBezTo>
                    <a:pt x="393" y="149"/>
                    <a:pt x="393" y="149"/>
                    <a:pt x="393" y="149"/>
                  </a:cubicBezTo>
                  <a:cubicBezTo>
                    <a:pt x="412" y="149"/>
                    <a:pt x="427" y="134"/>
                    <a:pt x="427" y="116"/>
                  </a:cubicBezTo>
                  <a:cubicBezTo>
                    <a:pt x="427" y="69"/>
                    <a:pt x="427" y="69"/>
                    <a:pt x="427" y="69"/>
                  </a:cubicBezTo>
                  <a:cubicBezTo>
                    <a:pt x="427" y="53"/>
                    <a:pt x="414" y="42"/>
                    <a:pt x="390" y="35"/>
                  </a:cubicBezTo>
                  <a:cubicBezTo>
                    <a:pt x="342" y="21"/>
                    <a:pt x="342" y="21"/>
                    <a:pt x="342" y="21"/>
                  </a:cubicBezTo>
                  <a:cubicBezTo>
                    <a:pt x="337" y="20"/>
                    <a:pt x="334" y="14"/>
                    <a:pt x="335" y="9"/>
                  </a:cubicBezTo>
                  <a:cubicBezTo>
                    <a:pt x="337" y="3"/>
                    <a:pt x="342" y="0"/>
                    <a:pt x="347" y="2"/>
                  </a:cubicBezTo>
                  <a:cubicBezTo>
                    <a:pt x="396" y="15"/>
                    <a:pt x="396" y="15"/>
                    <a:pt x="396" y="15"/>
                  </a:cubicBezTo>
                  <a:cubicBezTo>
                    <a:pt x="438" y="27"/>
                    <a:pt x="447" y="51"/>
                    <a:pt x="447" y="69"/>
                  </a:cubicBezTo>
                  <a:cubicBezTo>
                    <a:pt x="447" y="116"/>
                    <a:pt x="447" y="116"/>
                    <a:pt x="447" y="116"/>
                  </a:cubicBezTo>
                  <a:cubicBezTo>
                    <a:pt x="447" y="145"/>
                    <a:pt x="423" y="169"/>
                    <a:pt x="393" y="16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31" name="组合 130"/>
          <p:cNvGrpSpPr/>
          <p:nvPr/>
        </p:nvGrpSpPr>
        <p:grpSpPr>
          <a:xfrm>
            <a:off x="622625" y="4930543"/>
            <a:ext cx="362698" cy="319390"/>
            <a:chOff x="1870469" y="768431"/>
            <a:chExt cx="772839" cy="680559"/>
          </a:xfrm>
          <a:solidFill>
            <a:srgbClr val="707E84"/>
          </a:solidFill>
        </p:grpSpPr>
        <p:sp>
          <p:nvSpPr>
            <p:cNvPr id="132" name="Freeform 11"/>
            <p:cNvSpPr>
              <a:spLocks/>
            </p:cNvSpPr>
            <p:nvPr/>
          </p:nvSpPr>
          <p:spPr bwMode="auto">
            <a:xfrm>
              <a:off x="2040930" y="768431"/>
              <a:ext cx="431918" cy="353737"/>
            </a:xfrm>
            <a:custGeom>
              <a:avLst/>
              <a:gdLst>
                <a:gd name="T0" fmla="*/ 255 w 265"/>
                <a:gd name="T1" fmla="*/ 217 h 217"/>
                <a:gd name="T2" fmla="*/ 245 w 265"/>
                <a:gd name="T3" fmla="*/ 207 h 217"/>
                <a:gd name="T4" fmla="*/ 245 w 265"/>
                <a:gd name="T5" fmla="*/ 68 h 217"/>
                <a:gd name="T6" fmla="*/ 197 w 265"/>
                <a:gd name="T7" fmla="*/ 20 h 217"/>
                <a:gd name="T8" fmla="*/ 68 w 265"/>
                <a:gd name="T9" fmla="*/ 20 h 217"/>
                <a:gd name="T10" fmla="*/ 20 w 265"/>
                <a:gd name="T11" fmla="*/ 68 h 217"/>
                <a:gd name="T12" fmla="*/ 20 w 265"/>
                <a:gd name="T13" fmla="*/ 207 h 217"/>
                <a:gd name="T14" fmla="*/ 10 w 265"/>
                <a:gd name="T15" fmla="*/ 217 h 217"/>
                <a:gd name="T16" fmla="*/ 0 w 265"/>
                <a:gd name="T17" fmla="*/ 207 h 217"/>
                <a:gd name="T18" fmla="*/ 0 w 265"/>
                <a:gd name="T19" fmla="*/ 68 h 217"/>
                <a:gd name="T20" fmla="*/ 68 w 265"/>
                <a:gd name="T21" fmla="*/ 0 h 217"/>
                <a:gd name="T22" fmla="*/ 197 w 265"/>
                <a:gd name="T23" fmla="*/ 0 h 217"/>
                <a:gd name="T24" fmla="*/ 265 w 265"/>
                <a:gd name="T25" fmla="*/ 68 h 217"/>
                <a:gd name="T26" fmla="*/ 265 w 265"/>
                <a:gd name="T27" fmla="*/ 207 h 217"/>
                <a:gd name="T28" fmla="*/ 255 w 265"/>
                <a:gd name="T29" fmla="*/ 217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5" h="217">
                  <a:moveTo>
                    <a:pt x="255" y="217"/>
                  </a:moveTo>
                  <a:cubicBezTo>
                    <a:pt x="249" y="217"/>
                    <a:pt x="245" y="212"/>
                    <a:pt x="245" y="207"/>
                  </a:cubicBezTo>
                  <a:cubicBezTo>
                    <a:pt x="245" y="68"/>
                    <a:pt x="245" y="68"/>
                    <a:pt x="245" y="68"/>
                  </a:cubicBezTo>
                  <a:cubicBezTo>
                    <a:pt x="245" y="42"/>
                    <a:pt x="223" y="20"/>
                    <a:pt x="197" y="20"/>
                  </a:cubicBezTo>
                  <a:cubicBezTo>
                    <a:pt x="68" y="20"/>
                    <a:pt x="68" y="20"/>
                    <a:pt x="68" y="20"/>
                  </a:cubicBezTo>
                  <a:cubicBezTo>
                    <a:pt x="41" y="20"/>
                    <a:pt x="20" y="42"/>
                    <a:pt x="20" y="68"/>
                  </a:cubicBezTo>
                  <a:cubicBezTo>
                    <a:pt x="20" y="207"/>
                    <a:pt x="20" y="207"/>
                    <a:pt x="20" y="207"/>
                  </a:cubicBezTo>
                  <a:cubicBezTo>
                    <a:pt x="20" y="212"/>
                    <a:pt x="15" y="217"/>
                    <a:pt x="10" y="217"/>
                  </a:cubicBezTo>
                  <a:cubicBezTo>
                    <a:pt x="4" y="217"/>
                    <a:pt x="0" y="212"/>
                    <a:pt x="0" y="207"/>
                  </a:cubicBezTo>
                  <a:cubicBezTo>
                    <a:pt x="0" y="68"/>
                    <a:pt x="0" y="68"/>
                    <a:pt x="0" y="68"/>
                  </a:cubicBezTo>
                  <a:cubicBezTo>
                    <a:pt x="0" y="31"/>
                    <a:pt x="30" y="0"/>
                    <a:pt x="68" y="0"/>
                  </a:cubicBezTo>
                  <a:cubicBezTo>
                    <a:pt x="197" y="0"/>
                    <a:pt x="197" y="0"/>
                    <a:pt x="197" y="0"/>
                  </a:cubicBezTo>
                  <a:cubicBezTo>
                    <a:pt x="234" y="0"/>
                    <a:pt x="265" y="31"/>
                    <a:pt x="265" y="68"/>
                  </a:cubicBezTo>
                  <a:cubicBezTo>
                    <a:pt x="265" y="207"/>
                    <a:pt x="265" y="207"/>
                    <a:pt x="265" y="207"/>
                  </a:cubicBezTo>
                  <a:cubicBezTo>
                    <a:pt x="265" y="212"/>
                    <a:pt x="260" y="217"/>
                    <a:pt x="255" y="2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 name="Freeform 12"/>
            <p:cNvSpPr>
              <a:spLocks noEditPoints="1"/>
            </p:cNvSpPr>
            <p:nvPr/>
          </p:nvSpPr>
          <p:spPr bwMode="auto">
            <a:xfrm>
              <a:off x="2040930" y="1183687"/>
              <a:ext cx="431918" cy="219164"/>
            </a:xfrm>
            <a:custGeom>
              <a:avLst/>
              <a:gdLst>
                <a:gd name="T0" fmla="*/ 337 w 337"/>
                <a:gd name="T1" fmla="*/ 171 h 171"/>
                <a:gd name="T2" fmla="*/ 0 w 337"/>
                <a:gd name="T3" fmla="*/ 171 h 171"/>
                <a:gd name="T4" fmla="*/ 0 w 337"/>
                <a:gd name="T5" fmla="*/ 0 h 171"/>
                <a:gd name="T6" fmla="*/ 337 w 337"/>
                <a:gd name="T7" fmla="*/ 0 h 171"/>
                <a:gd name="T8" fmla="*/ 337 w 337"/>
                <a:gd name="T9" fmla="*/ 171 h 171"/>
                <a:gd name="T10" fmla="*/ 26 w 337"/>
                <a:gd name="T11" fmla="*/ 145 h 171"/>
                <a:gd name="T12" fmla="*/ 311 w 337"/>
                <a:gd name="T13" fmla="*/ 145 h 171"/>
                <a:gd name="T14" fmla="*/ 311 w 337"/>
                <a:gd name="T15" fmla="*/ 26 h 171"/>
                <a:gd name="T16" fmla="*/ 26 w 337"/>
                <a:gd name="T17" fmla="*/ 26 h 171"/>
                <a:gd name="T18" fmla="*/ 26 w 337"/>
                <a:gd name="T19" fmla="*/ 145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7" h="171">
                  <a:moveTo>
                    <a:pt x="337" y="171"/>
                  </a:moveTo>
                  <a:lnTo>
                    <a:pt x="0" y="171"/>
                  </a:lnTo>
                  <a:lnTo>
                    <a:pt x="0" y="0"/>
                  </a:lnTo>
                  <a:lnTo>
                    <a:pt x="337" y="0"/>
                  </a:lnTo>
                  <a:lnTo>
                    <a:pt x="337" y="171"/>
                  </a:lnTo>
                  <a:close/>
                  <a:moveTo>
                    <a:pt x="26" y="145"/>
                  </a:moveTo>
                  <a:lnTo>
                    <a:pt x="311" y="145"/>
                  </a:lnTo>
                  <a:lnTo>
                    <a:pt x="311" y="26"/>
                  </a:lnTo>
                  <a:lnTo>
                    <a:pt x="26" y="26"/>
                  </a:lnTo>
                  <a:lnTo>
                    <a:pt x="26" y="1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 name="Freeform 13"/>
            <p:cNvSpPr>
              <a:spLocks noEditPoints="1"/>
            </p:cNvSpPr>
            <p:nvPr/>
          </p:nvSpPr>
          <p:spPr bwMode="auto">
            <a:xfrm>
              <a:off x="1870469" y="945299"/>
              <a:ext cx="203784" cy="457551"/>
            </a:xfrm>
            <a:custGeom>
              <a:avLst/>
              <a:gdLst>
                <a:gd name="T0" fmla="*/ 125 w 125"/>
                <a:gd name="T1" fmla="*/ 281 h 281"/>
                <a:gd name="T2" fmla="*/ 52 w 125"/>
                <a:gd name="T3" fmla="*/ 281 h 281"/>
                <a:gd name="T4" fmla="*/ 52 w 125"/>
                <a:gd name="T5" fmla="*/ 124 h 281"/>
                <a:gd name="T6" fmla="*/ 0 w 125"/>
                <a:gd name="T7" fmla="*/ 63 h 281"/>
                <a:gd name="T8" fmla="*/ 62 w 125"/>
                <a:gd name="T9" fmla="*/ 0 h 281"/>
                <a:gd name="T10" fmla="*/ 125 w 125"/>
                <a:gd name="T11" fmla="*/ 63 h 281"/>
                <a:gd name="T12" fmla="*/ 125 w 125"/>
                <a:gd name="T13" fmla="*/ 281 h 281"/>
                <a:gd name="T14" fmla="*/ 72 w 125"/>
                <a:gd name="T15" fmla="*/ 261 h 281"/>
                <a:gd name="T16" fmla="*/ 105 w 125"/>
                <a:gd name="T17" fmla="*/ 261 h 281"/>
                <a:gd name="T18" fmla="*/ 105 w 125"/>
                <a:gd name="T19" fmla="*/ 63 h 281"/>
                <a:gd name="T20" fmla="*/ 62 w 125"/>
                <a:gd name="T21" fmla="*/ 20 h 281"/>
                <a:gd name="T22" fmla="*/ 20 w 125"/>
                <a:gd name="T23" fmla="*/ 63 h 281"/>
                <a:gd name="T24" fmla="*/ 62 w 125"/>
                <a:gd name="T25" fmla="*/ 105 h 281"/>
                <a:gd name="T26" fmla="*/ 72 w 125"/>
                <a:gd name="T27" fmla="*/ 105 h 281"/>
                <a:gd name="T28" fmla="*/ 72 w 125"/>
                <a:gd name="T29" fmla="*/ 261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5" h="281">
                  <a:moveTo>
                    <a:pt x="125" y="281"/>
                  </a:moveTo>
                  <a:cubicBezTo>
                    <a:pt x="52" y="281"/>
                    <a:pt x="52" y="281"/>
                    <a:pt x="52" y="281"/>
                  </a:cubicBezTo>
                  <a:cubicBezTo>
                    <a:pt x="52" y="124"/>
                    <a:pt x="52" y="124"/>
                    <a:pt x="52" y="124"/>
                  </a:cubicBezTo>
                  <a:cubicBezTo>
                    <a:pt x="22" y="120"/>
                    <a:pt x="0" y="94"/>
                    <a:pt x="0" y="63"/>
                  </a:cubicBezTo>
                  <a:cubicBezTo>
                    <a:pt x="0" y="28"/>
                    <a:pt x="28" y="0"/>
                    <a:pt x="62" y="0"/>
                  </a:cubicBezTo>
                  <a:cubicBezTo>
                    <a:pt x="97" y="0"/>
                    <a:pt x="125" y="28"/>
                    <a:pt x="125" y="63"/>
                  </a:cubicBezTo>
                  <a:lnTo>
                    <a:pt x="125" y="281"/>
                  </a:lnTo>
                  <a:close/>
                  <a:moveTo>
                    <a:pt x="72" y="261"/>
                  </a:moveTo>
                  <a:cubicBezTo>
                    <a:pt x="105" y="261"/>
                    <a:pt x="105" y="261"/>
                    <a:pt x="105" y="261"/>
                  </a:cubicBezTo>
                  <a:cubicBezTo>
                    <a:pt x="105" y="63"/>
                    <a:pt x="105" y="63"/>
                    <a:pt x="105" y="63"/>
                  </a:cubicBezTo>
                  <a:cubicBezTo>
                    <a:pt x="105" y="39"/>
                    <a:pt x="86" y="20"/>
                    <a:pt x="62" y="20"/>
                  </a:cubicBezTo>
                  <a:cubicBezTo>
                    <a:pt x="39" y="20"/>
                    <a:pt x="20" y="39"/>
                    <a:pt x="20" y="63"/>
                  </a:cubicBezTo>
                  <a:cubicBezTo>
                    <a:pt x="20" y="86"/>
                    <a:pt x="39" y="105"/>
                    <a:pt x="62" y="105"/>
                  </a:cubicBezTo>
                  <a:cubicBezTo>
                    <a:pt x="72" y="105"/>
                    <a:pt x="72" y="105"/>
                    <a:pt x="72" y="105"/>
                  </a:cubicBezTo>
                  <a:lnTo>
                    <a:pt x="72"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 name="Freeform 14"/>
            <p:cNvSpPr>
              <a:spLocks noEditPoints="1"/>
            </p:cNvSpPr>
            <p:nvPr/>
          </p:nvSpPr>
          <p:spPr bwMode="auto">
            <a:xfrm>
              <a:off x="2439524" y="945299"/>
              <a:ext cx="203784" cy="457551"/>
            </a:xfrm>
            <a:custGeom>
              <a:avLst/>
              <a:gdLst>
                <a:gd name="T0" fmla="*/ 72 w 125"/>
                <a:gd name="T1" fmla="*/ 281 h 281"/>
                <a:gd name="T2" fmla="*/ 0 w 125"/>
                <a:gd name="T3" fmla="*/ 281 h 281"/>
                <a:gd name="T4" fmla="*/ 0 w 125"/>
                <a:gd name="T5" fmla="*/ 63 h 281"/>
                <a:gd name="T6" fmla="*/ 62 w 125"/>
                <a:gd name="T7" fmla="*/ 0 h 281"/>
                <a:gd name="T8" fmla="*/ 125 w 125"/>
                <a:gd name="T9" fmla="*/ 63 h 281"/>
                <a:gd name="T10" fmla="*/ 72 w 125"/>
                <a:gd name="T11" fmla="*/ 124 h 281"/>
                <a:gd name="T12" fmla="*/ 72 w 125"/>
                <a:gd name="T13" fmla="*/ 281 h 281"/>
                <a:gd name="T14" fmla="*/ 20 w 125"/>
                <a:gd name="T15" fmla="*/ 261 h 281"/>
                <a:gd name="T16" fmla="*/ 52 w 125"/>
                <a:gd name="T17" fmla="*/ 261 h 281"/>
                <a:gd name="T18" fmla="*/ 52 w 125"/>
                <a:gd name="T19" fmla="*/ 105 h 281"/>
                <a:gd name="T20" fmla="*/ 62 w 125"/>
                <a:gd name="T21" fmla="*/ 105 h 281"/>
                <a:gd name="T22" fmla="*/ 105 w 125"/>
                <a:gd name="T23" fmla="*/ 63 h 281"/>
                <a:gd name="T24" fmla="*/ 62 w 125"/>
                <a:gd name="T25" fmla="*/ 20 h 281"/>
                <a:gd name="T26" fmla="*/ 20 w 125"/>
                <a:gd name="T27" fmla="*/ 63 h 281"/>
                <a:gd name="T28" fmla="*/ 20 w 125"/>
                <a:gd name="T29" fmla="*/ 261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5" h="281">
                  <a:moveTo>
                    <a:pt x="72" y="281"/>
                  </a:moveTo>
                  <a:cubicBezTo>
                    <a:pt x="0" y="281"/>
                    <a:pt x="0" y="281"/>
                    <a:pt x="0" y="281"/>
                  </a:cubicBezTo>
                  <a:cubicBezTo>
                    <a:pt x="0" y="63"/>
                    <a:pt x="0" y="63"/>
                    <a:pt x="0" y="63"/>
                  </a:cubicBezTo>
                  <a:cubicBezTo>
                    <a:pt x="0" y="28"/>
                    <a:pt x="28" y="0"/>
                    <a:pt x="62" y="0"/>
                  </a:cubicBezTo>
                  <a:cubicBezTo>
                    <a:pt x="97" y="0"/>
                    <a:pt x="125" y="28"/>
                    <a:pt x="125" y="63"/>
                  </a:cubicBezTo>
                  <a:cubicBezTo>
                    <a:pt x="125" y="94"/>
                    <a:pt x="102" y="120"/>
                    <a:pt x="72" y="124"/>
                  </a:cubicBezTo>
                  <a:lnTo>
                    <a:pt x="72" y="281"/>
                  </a:lnTo>
                  <a:close/>
                  <a:moveTo>
                    <a:pt x="20" y="261"/>
                  </a:moveTo>
                  <a:cubicBezTo>
                    <a:pt x="52" y="261"/>
                    <a:pt x="52" y="261"/>
                    <a:pt x="52" y="261"/>
                  </a:cubicBezTo>
                  <a:cubicBezTo>
                    <a:pt x="52" y="105"/>
                    <a:pt x="52" y="105"/>
                    <a:pt x="52" y="105"/>
                  </a:cubicBezTo>
                  <a:cubicBezTo>
                    <a:pt x="62" y="105"/>
                    <a:pt x="62" y="105"/>
                    <a:pt x="62" y="105"/>
                  </a:cubicBezTo>
                  <a:cubicBezTo>
                    <a:pt x="86" y="105"/>
                    <a:pt x="105" y="86"/>
                    <a:pt x="105" y="63"/>
                  </a:cubicBezTo>
                  <a:cubicBezTo>
                    <a:pt x="105" y="39"/>
                    <a:pt x="86" y="20"/>
                    <a:pt x="62" y="20"/>
                  </a:cubicBezTo>
                  <a:cubicBezTo>
                    <a:pt x="39" y="20"/>
                    <a:pt x="20" y="39"/>
                    <a:pt x="20" y="63"/>
                  </a:cubicBezTo>
                  <a:lnTo>
                    <a:pt x="2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 name="Freeform 15"/>
            <p:cNvSpPr>
              <a:spLocks/>
            </p:cNvSpPr>
            <p:nvPr/>
          </p:nvSpPr>
          <p:spPr bwMode="auto">
            <a:xfrm>
              <a:off x="2040930" y="1382344"/>
              <a:ext cx="33323" cy="66646"/>
            </a:xfrm>
            <a:custGeom>
              <a:avLst/>
              <a:gdLst>
                <a:gd name="T0" fmla="*/ 10 w 20"/>
                <a:gd name="T1" fmla="*/ 41 h 41"/>
                <a:gd name="T2" fmla="*/ 0 w 20"/>
                <a:gd name="T3" fmla="*/ 31 h 41"/>
                <a:gd name="T4" fmla="*/ 0 w 20"/>
                <a:gd name="T5" fmla="*/ 10 h 41"/>
                <a:gd name="T6" fmla="*/ 10 w 20"/>
                <a:gd name="T7" fmla="*/ 0 h 41"/>
                <a:gd name="T8" fmla="*/ 20 w 20"/>
                <a:gd name="T9" fmla="*/ 10 h 41"/>
                <a:gd name="T10" fmla="*/ 20 w 20"/>
                <a:gd name="T11" fmla="*/ 31 h 41"/>
                <a:gd name="T12" fmla="*/ 10 w 20"/>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20" h="41">
                  <a:moveTo>
                    <a:pt x="10" y="41"/>
                  </a:moveTo>
                  <a:cubicBezTo>
                    <a:pt x="4" y="41"/>
                    <a:pt x="0" y="36"/>
                    <a:pt x="0" y="31"/>
                  </a:cubicBezTo>
                  <a:cubicBezTo>
                    <a:pt x="0" y="10"/>
                    <a:pt x="0" y="10"/>
                    <a:pt x="0" y="10"/>
                  </a:cubicBezTo>
                  <a:cubicBezTo>
                    <a:pt x="0" y="4"/>
                    <a:pt x="4" y="0"/>
                    <a:pt x="10" y="0"/>
                  </a:cubicBezTo>
                  <a:cubicBezTo>
                    <a:pt x="15" y="0"/>
                    <a:pt x="20" y="4"/>
                    <a:pt x="20" y="10"/>
                  </a:cubicBezTo>
                  <a:cubicBezTo>
                    <a:pt x="20" y="31"/>
                    <a:pt x="20" y="31"/>
                    <a:pt x="20" y="31"/>
                  </a:cubicBezTo>
                  <a:cubicBezTo>
                    <a:pt x="20" y="36"/>
                    <a:pt x="15" y="41"/>
                    <a:pt x="10" y="4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 name="Freeform 16"/>
            <p:cNvSpPr>
              <a:spLocks/>
            </p:cNvSpPr>
            <p:nvPr/>
          </p:nvSpPr>
          <p:spPr bwMode="auto">
            <a:xfrm>
              <a:off x="2439524" y="1382344"/>
              <a:ext cx="33323" cy="66646"/>
            </a:xfrm>
            <a:custGeom>
              <a:avLst/>
              <a:gdLst>
                <a:gd name="T0" fmla="*/ 10 w 20"/>
                <a:gd name="T1" fmla="*/ 41 h 41"/>
                <a:gd name="T2" fmla="*/ 0 w 20"/>
                <a:gd name="T3" fmla="*/ 31 h 41"/>
                <a:gd name="T4" fmla="*/ 0 w 20"/>
                <a:gd name="T5" fmla="*/ 10 h 41"/>
                <a:gd name="T6" fmla="*/ 10 w 20"/>
                <a:gd name="T7" fmla="*/ 0 h 41"/>
                <a:gd name="T8" fmla="*/ 20 w 20"/>
                <a:gd name="T9" fmla="*/ 10 h 41"/>
                <a:gd name="T10" fmla="*/ 20 w 20"/>
                <a:gd name="T11" fmla="*/ 31 h 41"/>
                <a:gd name="T12" fmla="*/ 10 w 20"/>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20" h="41">
                  <a:moveTo>
                    <a:pt x="10" y="41"/>
                  </a:moveTo>
                  <a:cubicBezTo>
                    <a:pt x="4" y="41"/>
                    <a:pt x="0" y="36"/>
                    <a:pt x="0" y="31"/>
                  </a:cubicBezTo>
                  <a:cubicBezTo>
                    <a:pt x="0" y="10"/>
                    <a:pt x="0" y="10"/>
                    <a:pt x="0" y="10"/>
                  </a:cubicBezTo>
                  <a:cubicBezTo>
                    <a:pt x="0" y="4"/>
                    <a:pt x="4" y="0"/>
                    <a:pt x="10" y="0"/>
                  </a:cubicBezTo>
                  <a:cubicBezTo>
                    <a:pt x="15" y="0"/>
                    <a:pt x="20" y="4"/>
                    <a:pt x="20" y="10"/>
                  </a:cubicBezTo>
                  <a:cubicBezTo>
                    <a:pt x="20" y="31"/>
                    <a:pt x="20" y="31"/>
                    <a:pt x="20" y="31"/>
                  </a:cubicBezTo>
                  <a:cubicBezTo>
                    <a:pt x="20" y="36"/>
                    <a:pt x="15" y="41"/>
                    <a:pt x="10" y="4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38" name="组合 137"/>
          <p:cNvGrpSpPr/>
          <p:nvPr/>
        </p:nvGrpSpPr>
        <p:grpSpPr>
          <a:xfrm>
            <a:off x="1132736" y="4906183"/>
            <a:ext cx="334428" cy="368111"/>
            <a:chOff x="3064972" y="710756"/>
            <a:chExt cx="712601" cy="784374"/>
          </a:xfrm>
          <a:solidFill>
            <a:srgbClr val="707E84"/>
          </a:solidFill>
        </p:grpSpPr>
        <p:sp>
          <p:nvSpPr>
            <p:cNvPr id="139" name="Freeform 17"/>
            <p:cNvSpPr>
              <a:spLocks noEditPoints="1"/>
            </p:cNvSpPr>
            <p:nvPr/>
          </p:nvSpPr>
          <p:spPr bwMode="auto">
            <a:xfrm>
              <a:off x="3064972" y="879935"/>
              <a:ext cx="712601" cy="203784"/>
            </a:xfrm>
            <a:custGeom>
              <a:avLst/>
              <a:gdLst>
                <a:gd name="T0" fmla="*/ 413 w 438"/>
                <a:gd name="T1" fmla="*/ 125 h 125"/>
                <a:gd name="T2" fmla="*/ 25 w 438"/>
                <a:gd name="T3" fmla="*/ 125 h 125"/>
                <a:gd name="T4" fmla="*/ 0 w 438"/>
                <a:gd name="T5" fmla="*/ 99 h 125"/>
                <a:gd name="T6" fmla="*/ 0 w 438"/>
                <a:gd name="T7" fmla="*/ 25 h 125"/>
                <a:gd name="T8" fmla="*/ 25 w 438"/>
                <a:gd name="T9" fmla="*/ 0 h 125"/>
                <a:gd name="T10" fmla="*/ 413 w 438"/>
                <a:gd name="T11" fmla="*/ 0 h 125"/>
                <a:gd name="T12" fmla="*/ 438 w 438"/>
                <a:gd name="T13" fmla="*/ 25 h 125"/>
                <a:gd name="T14" fmla="*/ 438 w 438"/>
                <a:gd name="T15" fmla="*/ 99 h 125"/>
                <a:gd name="T16" fmla="*/ 413 w 438"/>
                <a:gd name="T17" fmla="*/ 125 h 125"/>
                <a:gd name="T18" fmla="*/ 25 w 438"/>
                <a:gd name="T19" fmla="*/ 20 h 125"/>
                <a:gd name="T20" fmla="*/ 20 w 438"/>
                <a:gd name="T21" fmla="*/ 25 h 125"/>
                <a:gd name="T22" fmla="*/ 20 w 438"/>
                <a:gd name="T23" fmla="*/ 99 h 125"/>
                <a:gd name="T24" fmla="*/ 25 w 438"/>
                <a:gd name="T25" fmla="*/ 105 h 125"/>
                <a:gd name="T26" fmla="*/ 413 w 438"/>
                <a:gd name="T27" fmla="*/ 105 h 125"/>
                <a:gd name="T28" fmla="*/ 418 w 438"/>
                <a:gd name="T29" fmla="*/ 99 h 125"/>
                <a:gd name="T30" fmla="*/ 418 w 438"/>
                <a:gd name="T31" fmla="*/ 25 h 125"/>
                <a:gd name="T32" fmla="*/ 413 w 438"/>
                <a:gd name="T33" fmla="*/ 20 h 125"/>
                <a:gd name="T34" fmla="*/ 25 w 438"/>
                <a:gd name="T35" fmla="*/ 2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8" h="125">
                  <a:moveTo>
                    <a:pt x="413" y="125"/>
                  </a:moveTo>
                  <a:cubicBezTo>
                    <a:pt x="25" y="125"/>
                    <a:pt x="25" y="125"/>
                    <a:pt x="25" y="125"/>
                  </a:cubicBezTo>
                  <a:cubicBezTo>
                    <a:pt x="11" y="125"/>
                    <a:pt x="0" y="113"/>
                    <a:pt x="0" y="99"/>
                  </a:cubicBezTo>
                  <a:cubicBezTo>
                    <a:pt x="0" y="25"/>
                    <a:pt x="0" y="25"/>
                    <a:pt x="0" y="25"/>
                  </a:cubicBezTo>
                  <a:cubicBezTo>
                    <a:pt x="0" y="12"/>
                    <a:pt x="11" y="0"/>
                    <a:pt x="25" y="0"/>
                  </a:cubicBezTo>
                  <a:cubicBezTo>
                    <a:pt x="413" y="0"/>
                    <a:pt x="413" y="0"/>
                    <a:pt x="413" y="0"/>
                  </a:cubicBezTo>
                  <a:cubicBezTo>
                    <a:pt x="427" y="0"/>
                    <a:pt x="438" y="12"/>
                    <a:pt x="438" y="25"/>
                  </a:cubicBezTo>
                  <a:cubicBezTo>
                    <a:pt x="438" y="99"/>
                    <a:pt x="438" y="99"/>
                    <a:pt x="438" y="99"/>
                  </a:cubicBezTo>
                  <a:cubicBezTo>
                    <a:pt x="438" y="113"/>
                    <a:pt x="427" y="125"/>
                    <a:pt x="413" y="125"/>
                  </a:cubicBezTo>
                  <a:moveTo>
                    <a:pt x="25" y="20"/>
                  </a:moveTo>
                  <a:cubicBezTo>
                    <a:pt x="23" y="20"/>
                    <a:pt x="20" y="23"/>
                    <a:pt x="20" y="25"/>
                  </a:cubicBezTo>
                  <a:cubicBezTo>
                    <a:pt x="20" y="99"/>
                    <a:pt x="20" y="99"/>
                    <a:pt x="20" y="99"/>
                  </a:cubicBezTo>
                  <a:cubicBezTo>
                    <a:pt x="20" y="102"/>
                    <a:pt x="23" y="105"/>
                    <a:pt x="25" y="105"/>
                  </a:cubicBezTo>
                  <a:cubicBezTo>
                    <a:pt x="413" y="105"/>
                    <a:pt x="413" y="105"/>
                    <a:pt x="413" y="105"/>
                  </a:cubicBezTo>
                  <a:cubicBezTo>
                    <a:pt x="416" y="105"/>
                    <a:pt x="418" y="102"/>
                    <a:pt x="418" y="99"/>
                  </a:cubicBezTo>
                  <a:cubicBezTo>
                    <a:pt x="418" y="25"/>
                    <a:pt x="418" y="25"/>
                    <a:pt x="418" y="25"/>
                  </a:cubicBezTo>
                  <a:cubicBezTo>
                    <a:pt x="418" y="23"/>
                    <a:pt x="416" y="20"/>
                    <a:pt x="413" y="20"/>
                  </a:cubicBezTo>
                  <a:lnTo>
                    <a:pt x="25"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0" name="Freeform 18"/>
            <p:cNvSpPr>
              <a:spLocks/>
            </p:cNvSpPr>
            <p:nvPr/>
          </p:nvSpPr>
          <p:spPr bwMode="auto">
            <a:xfrm>
              <a:off x="3114957" y="1050395"/>
              <a:ext cx="611350" cy="444735"/>
            </a:xfrm>
            <a:custGeom>
              <a:avLst/>
              <a:gdLst>
                <a:gd name="T0" fmla="*/ 328 w 376"/>
                <a:gd name="T1" fmla="*/ 273 h 273"/>
                <a:gd name="T2" fmla="*/ 48 w 376"/>
                <a:gd name="T3" fmla="*/ 273 h 273"/>
                <a:gd name="T4" fmla="*/ 0 w 376"/>
                <a:gd name="T5" fmla="*/ 225 h 273"/>
                <a:gd name="T6" fmla="*/ 0 w 376"/>
                <a:gd name="T7" fmla="*/ 10 h 273"/>
                <a:gd name="T8" fmla="*/ 10 w 376"/>
                <a:gd name="T9" fmla="*/ 0 h 273"/>
                <a:gd name="T10" fmla="*/ 20 w 376"/>
                <a:gd name="T11" fmla="*/ 10 h 273"/>
                <a:gd name="T12" fmla="*/ 20 w 376"/>
                <a:gd name="T13" fmla="*/ 225 h 273"/>
                <a:gd name="T14" fmla="*/ 48 w 376"/>
                <a:gd name="T15" fmla="*/ 253 h 273"/>
                <a:gd name="T16" fmla="*/ 328 w 376"/>
                <a:gd name="T17" fmla="*/ 253 h 273"/>
                <a:gd name="T18" fmla="*/ 356 w 376"/>
                <a:gd name="T19" fmla="*/ 225 h 273"/>
                <a:gd name="T20" fmla="*/ 356 w 376"/>
                <a:gd name="T21" fmla="*/ 10 h 273"/>
                <a:gd name="T22" fmla="*/ 366 w 376"/>
                <a:gd name="T23" fmla="*/ 0 h 273"/>
                <a:gd name="T24" fmla="*/ 376 w 376"/>
                <a:gd name="T25" fmla="*/ 10 h 273"/>
                <a:gd name="T26" fmla="*/ 376 w 376"/>
                <a:gd name="T27" fmla="*/ 225 h 273"/>
                <a:gd name="T28" fmla="*/ 328 w 376"/>
                <a:gd name="T29" fmla="*/ 273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76" h="273">
                  <a:moveTo>
                    <a:pt x="328" y="273"/>
                  </a:moveTo>
                  <a:cubicBezTo>
                    <a:pt x="48" y="273"/>
                    <a:pt x="48" y="273"/>
                    <a:pt x="48" y="273"/>
                  </a:cubicBezTo>
                  <a:cubicBezTo>
                    <a:pt x="22" y="273"/>
                    <a:pt x="0" y="251"/>
                    <a:pt x="0" y="225"/>
                  </a:cubicBezTo>
                  <a:cubicBezTo>
                    <a:pt x="0" y="10"/>
                    <a:pt x="0" y="10"/>
                    <a:pt x="0" y="10"/>
                  </a:cubicBezTo>
                  <a:cubicBezTo>
                    <a:pt x="0" y="4"/>
                    <a:pt x="5" y="0"/>
                    <a:pt x="10" y="0"/>
                  </a:cubicBezTo>
                  <a:cubicBezTo>
                    <a:pt x="16" y="0"/>
                    <a:pt x="20" y="4"/>
                    <a:pt x="20" y="10"/>
                  </a:cubicBezTo>
                  <a:cubicBezTo>
                    <a:pt x="20" y="225"/>
                    <a:pt x="20" y="225"/>
                    <a:pt x="20" y="225"/>
                  </a:cubicBezTo>
                  <a:cubicBezTo>
                    <a:pt x="20" y="240"/>
                    <a:pt x="33" y="253"/>
                    <a:pt x="48" y="253"/>
                  </a:cubicBezTo>
                  <a:cubicBezTo>
                    <a:pt x="328" y="253"/>
                    <a:pt x="328" y="253"/>
                    <a:pt x="328" y="253"/>
                  </a:cubicBezTo>
                  <a:cubicBezTo>
                    <a:pt x="343" y="253"/>
                    <a:pt x="356" y="240"/>
                    <a:pt x="356" y="225"/>
                  </a:cubicBezTo>
                  <a:cubicBezTo>
                    <a:pt x="356" y="10"/>
                    <a:pt x="356" y="10"/>
                    <a:pt x="356" y="10"/>
                  </a:cubicBezTo>
                  <a:cubicBezTo>
                    <a:pt x="356" y="4"/>
                    <a:pt x="360" y="0"/>
                    <a:pt x="366" y="0"/>
                  </a:cubicBezTo>
                  <a:cubicBezTo>
                    <a:pt x="371" y="0"/>
                    <a:pt x="376" y="4"/>
                    <a:pt x="376" y="10"/>
                  </a:cubicBezTo>
                  <a:cubicBezTo>
                    <a:pt x="376" y="225"/>
                    <a:pt x="376" y="225"/>
                    <a:pt x="376" y="225"/>
                  </a:cubicBezTo>
                  <a:cubicBezTo>
                    <a:pt x="376" y="251"/>
                    <a:pt x="354" y="273"/>
                    <a:pt x="328" y="27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 name="Freeform 19"/>
            <p:cNvSpPr>
              <a:spLocks/>
            </p:cNvSpPr>
            <p:nvPr/>
          </p:nvSpPr>
          <p:spPr bwMode="auto">
            <a:xfrm>
              <a:off x="3404611" y="1050395"/>
              <a:ext cx="32042" cy="444735"/>
            </a:xfrm>
            <a:custGeom>
              <a:avLst/>
              <a:gdLst>
                <a:gd name="T0" fmla="*/ 10 w 20"/>
                <a:gd name="T1" fmla="*/ 273 h 273"/>
                <a:gd name="T2" fmla="*/ 0 w 20"/>
                <a:gd name="T3" fmla="*/ 263 h 273"/>
                <a:gd name="T4" fmla="*/ 0 w 20"/>
                <a:gd name="T5" fmla="*/ 10 h 273"/>
                <a:gd name="T6" fmla="*/ 10 w 20"/>
                <a:gd name="T7" fmla="*/ 0 h 273"/>
                <a:gd name="T8" fmla="*/ 20 w 20"/>
                <a:gd name="T9" fmla="*/ 10 h 273"/>
                <a:gd name="T10" fmla="*/ 20 w 20"/>
                <a:gd name="T11" fmla="*/ 263 h 273"/>
                <a:gd name="T12" fmla="*/ 10 w 20"/>
                <a:gd name="T13" fmla="*/ 273 h 273"/>
              </a:gdLst>
              <a:ahLst/>
              <a:cxnLst>
                <a:cxn ang="0">
                  <a:pos x="T0" y="T1"/>
                </a:cxn>
                <a:cxn ang="0">
                  <a:pos x="T2" y="T3"/>
                </a:cxn>
                <a:cxn ang="0">
                  <a:pos x="T4" y="T5"/>
                </a:cxn>
                <a:cxn ang="0">
                  <a:pos x="T6" y="T7"/>
                </a:cxn>
                <a:cxn ang="0">
                  <a:pos x="T8" y="T9"/>
                </a:cxn>
                <a:cxn ang="0">
                  <a:pos x="T10" y="T11"/>
                </a:cxn>
                <a:cxn ang="0">
                  <a:pos x="T12" y="T13"/>
                </a:cxn>
              </a:cxnLst>
              <a:rect l="0" t="0" r="r" b="b"/>
              <a:pathLst>
                <a:path w="20" h="273">
                  <a:moveTo>
                    <a:pt x="10" y="273"/>
                  </a:moveTo>
                  <a:cubicBezTo>
                    <a:pt x="5" y="273"/>
                    <a:pt x="0" y="268"/>
                    <a:pt x="0" y="263"/>
                  </a:cubicBezTo>
                  <a:cubicBezTo>
                    <a:pt x="0" y="10"/>
                    <a:pt x="0" y="10"/>
                    <a:pt x="0" y="10"/>
                  </a:cubicBezTo>
                  <a:cubicBezTo>
                    <a:pt x="0" y="4"/>
                    <a:pt x="5" y="0"/>
                    <a:pt x="10" y="0"/>
                  </a:cubicBezTo>
                  <a:cubicBezTo>
                    <a:pt x="16" y="0"/>
                    <a:pt x="20" y="4"/>
                    <a:pt x="20" y="10"/>
                  </a:cubicBezTo>
                  <a:cubicBezTo>
                    <a:pt x="20" y="263"/>
                    <a:pt x="20" y="263"/>
                    <a:pt x="20" y="263"/>
                  </a:cubicBezTo>
                  <a:cubicBezTo>
                    <a:pt x="20" y="268"/>
                    <a:pt x="16" y="273"/>
                    <a:pt x="10" y="27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2" name="Freeform 20"/>
            <p:cNvSpPr>
              <a:spLocks/>
            </p:cNvSpPr>
            <p:nvPr/>
          </p:nvSpPr>
          <p:spPr bwMode="auto">
            <a:xfrm>
              <a:off x="3162378" y="710756"/>
              <a:ext cx="276838" cy="201220"/>
            </a:xfrm>
            <a:custGeom>
              <a:avLst/>
              <a:gdLst>
                <a:gd name="T0" fmla="*/ 41 w 170"/>
                <a:gd name="T1" fmla="*/ 124 h 124"/>
                <a:gd name="T2" fmla="*/ 16 w 170"/>
                <a:gd name="T3" fmla="*/ 41 h 124"/>
                <a:gd name="T4" fmla="*/ 100 w 170"/>
                <a:gd name="T5" fmla="*/ 16 h 124"/>
                <a:gd name="T6" fmla="*/ 170 w 170"/>
                <a:gd name="T7" fmla="*/ 112 h 124"/>
                <a:gd name="T8" fmla="*/ 151 w 170"/>
                <a:gd name="T9" fmla="*/ 118 h 124"/>
                <a:gd name="T10" fmla="*/ 90 w 170"/>
                <a:gd name="T11" fmla="*/ 33 h 124"/>
                <a:gd name="T12" fmla="*/ 34 w 170"/>
                <a:gd name="T13" fmla="*/ 50 h 124"/>
                <a:gd name="T14" fmla="*/ 50 w 170"/>
                <a:gd name="T15" fmla="*/ 106 h 124"/>
                <a:gd name="T16" fmla="*/ 41 w 170"/>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0" h="124">
                  <a:moveTo>
                    <a:pt x="41" y="124"/>
                  </a:moveTo>
                  <a:cubicBezTo>
                    <a:pt x="11" y="108"/>
                    <a:pt x="0" y="70"/>
                    <a:pt x="16" y="41"/>
                  </a:cubicBezTo>
                  <a:cubicBezTo>
                    <a:pt x="32" y="11"/>
                    <a:pt x="70" y="0"/>
                    <a:pt x="100" y="16"/>
                  </a:cubicBezTo>
                  <a:cubicBezTo>
                    <a:pt x="145" y="40"/>
                    <a:pt x="169" y="109"/>
                    <a:pt x="170" y="112"/>
                  </a:cubicBezTo>
                  <a:cubicBezTo>
                    <a:pt x="151" y="118"/>
                    <a:pt x="151" y="118"/>
                    <a:pt x="151" y="118"/>
                  </a:cubicBezTo>
                  <a:cubicBezTo>
                    <a:pt x="151" y="118"/>
                    <a:pt x="128" y="54"/>
                    <a:pt x="90" y="33"/>
                  </a:cubicBezTo>
                  <a:cubicBezTo>
                    <a:pt x="70" y="22"/>
                    <a:pt x="45" y="30"/>
                    <a:pt x="34" y="50"/>
                  </a:cubicBezTo>
                  <a:cubicBezTo>
                    <a:pt x="23" y="70"/>
                    <a:pt x="30" y="96"/>
                    <a:pt x="50" y="106"/>
                  </a:cubicBezTo>
                  <a:lnTo>
                    <a:pt x="41" y="1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3" name="Freeform 21"/>
            <p:cNvSpPr>
              <a:spLocks/>
            </p:cNvSpPr>
            <p:nvPr/>
          </p:nvSpPr>
          <p:spPr bwMode="auto">
            <a:xfrm>
              <a:off x="3403329" y="710756"/>
              <a:ext cx="266584" cy="201220"/>
            </a:xfrm>
            <a:custGeom>
              <a:avLst/>
              <a:gdLst>
                <a:gd name="T0" fmla="*/ 129 w 164"/>
                <a:gd name="T1" fmla="*/ 124 h 124"/>
                <a:gd name="T2" fmla="*/ 120 w 164"/>
                <a:gd name="T3" fmla="*/ 106 h 124"/>
                <a:gd name="T4" fmla="*/ 140 w 164"/>
                <a:gd name="T5" fmla="*/ 82 h 124"/>
                <a:gd name="T6" fmla="*/ 137 w 164"/>
                <a:gd name="T7" fmla="*/ 50 h 124"/>
                <a:gd name="T8" fmla="*/ 80 w 164"/>
                <a:gd name="T9" fmla="*/ 33 h 124"/>
                <a:gd name="T10" fmla="*/ 19 w 164"/>
                <a:gd name="T11" fmla="*/ 118 h 124"/>
                <a:gd name="T12" fmla="*/ 0 w 164"/>
                <a:gd name="T13" fmla="*/ 112 h 124"/>
                <a:gd name="T14" fmla="*/ 71 w 164"/>
                <a:gd name="T15" fmla="*/ 16 h 124"/>
                <a:gd name="T16" fmla="*/ 154 w 164"/>
                <a:gd name="T17" fmla="*/ 41 h 124"/>
                <a:gd name="T18" fmla="*/ 159 w 164"/>
                <a:gd name="T19" fmla="*/ 87 h 124"/>
                <a:gd name="T20" fmla="*/ 129 w 164"/>
                <a:gd name="T21"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4" h="124">
                  <a:moveTo>
                    <a:pt x="129" y="124"/>
                  </a:moveTo>
                  <a:cubicBezTo>
                    <a:pt x="120" y="106"/>
                    <a:pt x="120" y="106"/>
                    <a:pt x="120" y="106"/>
                  </a:cubicBezTo>
                  <a:cubicBezTo>
                    <a:pt x="130" y="101"/>
                    <a:pt x="137" y="92"/>
                    <a:pt x="140" y="82"/>
                  </a:cubicBezTo>
                  <a:cubicBezTo>
                    <a:pt x="143" y="71"/>
                    <a:pt x="142" y="60"/>
                    <a:pt x="137" y="50"/>
                  </a:cubicBezTo>
                  <a:cubicBezTo>
                    <a:pt x="126" y="30"/>
                    <a:pt x="100" y="22"/>
                    <a:pt x="80" y="33"/>
                  </a:cubicBezTo>
                  <a:cubicBezTo>
                    <a:pt x="42" y="54"/>
                    <a:pt x="19" y="118"/>
                    <a:pt x="19" y="118"/>
                  </a:cubicBezTo>
                  <a:cubicBezTo>
                    <a:pt x="0" y="112"/>
                    <a:pt x="0" y="112"/>
                    <a:pt x="0" y="112"/>
                  </a:cubicBezTo>
                  <a:cubicBezTo>
                    <a:pt x="1" y="109"/>
                    <a:pt x="25" y="40"/>
                    <a:pt x="71" y="16"/>
                  </a:cubicBezTo>
                  <a:cubicBezTo>
                    <a:pt x="101" y="0"/>
                    <a:pt x="138" y="11"/>
                    <a:pt x="154" y="41"/>
                  </a:cubicBezTo>
                  <a:cubicBezTo>
                    <a:pt x="162" y="55"/>
                    <a:pt x="164" y="72"/>
                    <a:pt x="159" y="87"/>
                  </a:cubicBezTo>
                  <a:cubicBezTo>
                    <a:pt x="154" y="103"/>
                    <a:pt x="144" y="116"/>
                    <a:pt x="129" y="1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4" name="Freeform 22"/>
            <p:cNvSpPr>
              <a:spLocks/>
            </p:cNvSpPr>
            <p:nvPr/>
          </p:nvSpPr>
          <p:spPr bwMode="auto">
            <a:xfrm>
              <a:off x="3114957" y="1255460"/>
              <a:ext cx="611350" cy="33323"/>
            </a:xfrm>
            <a:custGeom>
              <a:avLst/>
              <a:gdLst>
                <a:gd name="T0" fmla="*/ 366 w 376"/>
                <a:gd name="T1" fmla="*/ 20 h 20"/>
                <a:gd name="T2" fmla="*/ 10 w 376"/>
                <a:gd name="T3" fmla="*/ 20 h 20"/>
                <a:gd name="T4" fmla="*/ 0 w 376"/>
                <a:gd name="T5" fmla="*/ 10 h 20"/>
                <a:gd name="T6" fmla="*/ 10 w 376"/>
                <a:gd name="T7" fmla="*/ 0 h 20"/>
                <a:gd name="T8" fmla="*/ 366 w 376"/>
                <a:gd name="T9" fmla="*/ 0 h 20"/>
                <a:gd name="T10" fmla="*/ 376 w 376"/>
                <a:gd name="T11" fmla="*/ 10 h 20"/>
                <a:gd name="T12" fmla="*/ 366 w 376"/>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376" h="20">
                  <a:moveTo>
                    <a:pt x="366" y="20"/>
                  </a:moveTo>
                  <a:cubicBezTo>
                    <a:pt x="10" y="20"/>
                    <a:pt x="10" y="20"/>
                    <a:pt x="10" y="20"/>
                  </a:cubicBezTo>
                  <a:cubicBezTo>
                    <a:pt x="5" y="20"/>
                    <a:pt x="0" y="16"/>
                    <a:pt x="0" y="10"/>
                  </a:cubicBezTo>
                  <a:cubicBezTo>
                    <a:pt x="0" y="5"/>
                    <a:pt x="5" y="0"/>
                    <a:pt x="10" y="0"/>
                  </a:cubicBezTo>
                  <a:cubicBezTo>
                    <a:pt x="366" y="0"/>
                    <a:pt x="366" y="0"/>
                    <a:pt x="366" y="0"/>
                  </a:cubicBezTo>
                  <a:cubicBezTo>
                    <a:pt x="371" y="0"/>
                    <a:pt x="376" y="5"/>
                    <a:pt x="376" y="10"/>
                  </a:cubicBezTo>
                  <a:cubicBezTo>
                    <a:pt x="376" y="16"/>
                    <a:pt x="371" y="20"/>
                    <a:pt x="366"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145" name="Freeform 23"/>
          <p:cNvSpPr>
            <a:spLocks noEditPoints="1"/>
          </p:cNvSpPr>
          <p:nvPr/>
        </p:nvSpPr>
        <p:spPr bwMode="auto">
          <a:xfrm>
            <a:off x="1614577" y="4931445"/>
            <a:ext cx="331420" cy="317586"/>
          </a:xfrm>
          <a:custGeom>
            <a:avLst/>
            <a:gdLst>
              <a:gd name="T0" fmla="*/ 406 w 434"/>
              <a:gd name="T1" fmla="*/ 137 h 416"/>
              <a:gd name="T2" fmla="*/ 281 w 434"/>
              <a:gd name="T3" fmla="*/ 137 h 416"/>
              <a:gd name="T4" fmla="*/ 243 w 434"/>
              <a:gd name="T5" fmla="*/ 20 h 416"/>
              <a:gd name="T6" fmla="*/ 217 w 434"/>
              <a:gd name="T7" fmla="*/ 0 h 416"/>
              <a:gd name="T8" fmla="*/ 190 w 434"/>
              <a:gd name="T9" fmla="*/ 19 h 416"/>
              <a:gd name="T10" fmla="*/ 152 w 434"/>
              <a:gd name="T11" fmla="*/ 137 h 416"/>
              <a:gd name="T12" fmla="*/ 27 w 434"/>
              <a:gd name="T13" fmla="*/ 137 h 416"/>
              <a:gd name="T14" fmla="*/ 0 w 434"/>
              <a:gd name="T15" fmla="*/ 165 h 416"/>
              <a:gd name="T16" fmla="*/ 12 w 434"/>
              <a:gd name="T17" fmla="*/ 188 h 416"/>
              <a:gd name="T18" fmla="*/ 112 w 434"/>
              <a:gd name="T19" fmla="*/ 261 h 416"/>
              <a:gd name="T20" fmla="*/ 74 w 434"/>
              <a:gd name="T21" fmla="*/ 379 h 416"/>
              <a:gd name="T22" fmla="*/ 74 w 434"/>
              <a:gd name="T23" fmla="*/ 379 h 416"/>
              <a:gd name="T24" fmla="*/ 72 w 434"/>
              <a:gd name="T25" fmla="*/ 389 h 416"/>
              <a:gd name="T26" fmla="*/ 100 w 434"/>
              <a:gd name="T27" fmla="*/ 416 h 416"/>
              <a:gd name="T28" fmla="*/ 116 w 434"/>
              <a:gd name="T29" fmla="*/ 411 h 416"/>
              <a:gd name="T30" fmla="*/ 217 w 434"/>
              <a:gd name="T31" fmla="*/ 338 h 416"/>
              <a:gd name="T32" fmla="*/ 318 w 434"/>
              <a:gd name="T33" fmla="*/ 412 h 416"/>
              <a:gd name="T34" fmla="*/ 333 w 434"/>
              <a:gd name="T35" fmla="*/ 416 h 416"/>
              <a:gd name="T36" fmla="*/ 361 w 434"/>
              <a:gd name="T37" fmla="*/ 389 h 416"/>
              <a:gd name="T38" fmla="*/ 359 w 434"/>
              <a:gd name="T39" fmla="*/ 379 h 416"/>
              <a:gd name="T40" fmla="*/ 321 w 434"/>
              <a:gd name="T41" fmla="*/ 261 h 416"/>
              <a:gd name="T42" fmla="*/ 422 w 434"/>
              <a:gd name="T43" fmla="*/ 188 h 416"/>
              <a:gd name="T44" fmla="*/ 434 w 434"/>
              <a:gd name="T45" fmla="*/ 165 h 416"/>
              <a:gd name="T46" fmla="*/ 406 w 434"/>
              <a:gd name="T47" fmla="*/ 137 h 416"/>
              <a:gd name="T48" fmla="*/ 409 w 434"/>
              <a:gd name="T49" fmla="*/ 170 h 416"/>
              <a:gd name="T50" fmla="*/ 301 w 434"/>
              <a:gd name="T51" fmla="*/ 248 h 416"/>
              <a:gd name="T52" fmla="*/ 295 w 434"/>
              <a:gd name="T53" fmla="*/ 253 h 416"/>
              <a:gd name="T54" fmla="*/ 297 w 434"/>
              <a:gd name="T55" fmla="*/ 261 h 416"/>
              <a:gd name="T56" fmla="*/ 339 w 434"/>
              <a:gd name="T57" fmla="*/ 386 h 416"/>
              <a:gd name="T58" fmla="*/ 339 w 434"/>
              <a:gd name="T59" fmla="*/ 386 h 416"/>
              <a:gd name="T60" fmla="*/ 339 w 434"/>
              <a:gd name="T61" fmla="*/ 389 h 416"/>
              <a:gd name="T62" fmla="*/ 333 w 434"/>
              <a:gd name="T63" fmla="*/ 394 h 416"/>
              <a:gd name="T64" fmla="*/ 330 w 434"/>
              <a:gd name="T65" fmla="*/ 393 h 416"/>
              <a:gd name="T66" fmla="*/ 223 w 434"/>
              <a:gd name="T67" fmla="*/ 315 h 416"/>
              <a:gd name="T68" fmla="*/ 217 w 434"/>
              <a:gd name="T69" fmla="*/ 311 h 416"/>
              <a:gd name="T70" fmla="*/ 103 w 434"/>
              <a:gd name="T71" fmla="*/ 393 h 416"/>
              <a:gd name="T72" fmla="*/ 100 w 434"/>
              <a:gd name="T73" fmla="*/ 394 h 416"/>
              <a:gd name="T74" fmla="*/ 94 w 434"/>
              <a:gd name="T75" fmla="*/ 389 h 416"/>
              <a:gd name="T76" fmla="*/ 95 w 434"/>
              <a:gd name="T77" fmla="*/ 386 h 416"/>
              <a:gd name="T78" fmla="*/ 95 w 434"/>
              <a:gd name="T79" fmla="*/ 386 h 416"/>
              <a:gd name="T80" fmla="*/ 136 w 434"/>
              <a:gd name="T81" fmla="*/ 261 h 416"/>
              <a:gd name="T82" fmla="*/ 138 w 434"/>
              <a:gd name="T83" fmla="*/ 253 h 416"/>
              <a:gd name="T84" fmla="*/ 132 w 434"/>
              <a:gd name="T85" fmla="*/ 248 h 416"/>
              <a:gd name="T86" fmla="*/ 24 w 434"/>
              <a:gd name="T87" fmla="*/ 170 h 416"/>
              <a:gd name="T88" fmla="*/ 22 w 434"/>
              <a:gd name="T89" fmla="*/ 165 h 416"/>
              <a:gd name="T90" fmla="*/ 27 w 434"/>
              <a:gd name="T91" fmla="*/ 159 h 416"/>
              <a:gd name="T92" fmla="*/ 168 w 434"/>
              <a:gd name="T93" fmla="*/ 159 h 416"/>
              <a:gd name="T94" fmla="*/ 211 w 434"/>
              <a:gd name="T95" fmla="*/ 26 h 416"/>
              <a:gd name="T96" fmla="*/ 217 w 434"/>
              <a:gd name="T97" fmla="*/ 22 h 416"/>
              <a:gd name="T98" fmla="*/ 222 w 434"/>
              <a:gd name="T99" fmla="*/ 26 h 416"/>
              <a:gd name="T100" fmla="*/ 265 w 434"/>
              <a:gd name="T101" fmla="*/ 159 h 416"/>
              <a:gd name="T102" fmla="*/ 406 w 434"/>
              <a:gd name="T103" fmla="*/ 159 h 416"/>
              <a:gd name="T104" fmla="*/ 412 w 434"/>
              <a:gd name="T105" fmla="*/ 165 h 416"/>
              <a:gd name="T106" fmla="*/ 409 w 434"/>
              <a:gd name="T107" fmla="*/ 17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34" h="416">
                <a:moveTo>
                  <a:pt x="406" y="137"/>
                </a:moveTo>
                <a:cubicBezTo>
                  <a:pt x="281" y="137"/>
                  <a:pt x="281" y="137"/>
                  <a:pt x="281" y="137"/>
                </a:cubicBezTo>
                <a:cubicBezTo>
                  <a:pt x="243" y="20"/>
                  <a:pt x="243" y="20"/>
                  <a:pt x="243" y="20"/>
                </a:cubicBezTo>
                <a:cubicBezTo>
                  <a:pt x="240" y="8"/>
                  <a:pt x="229" y="0"/>
                  <a:pt x="217" y="0"/>
                </a:cubicBezTo>
                <a:cubicBezTo>
                  <a:pt x="204" y="0"/>
                  <a:pt x="193" y="8"/>
                  <a:pt x="190" y="19"/>
                </a:cubicBezTo>
                <a:cubicBezTo>
                  <a:pt x="152" y="137"/>
                  <a:pt x="152" y="137"/>
                  <a:pt x="152" y="137"/>
                </a:cubicBezTo>
                <a:cubicBezTo>
                  <a:pt x="27" y="137"/>
                  <a:pt x="27" y="137"/>
                  <a:pt x="27" y="137"/>
                </a:cubicBezTo>
                <a:cubicBezTo>
                  <a:pt x="12" y="137"/>
                  <a:pt x="0" y="150"/>
                  <a:pt x="0" y="165"/>
                </a:cubicBezTo>
                <a:cubicBezTo>
                  <a:pt x="0" y="174"/>
                  <a:pt x="4" y="183"/>
                  <a:pt x="12" y="188"/>
                </a:cubicBezTo>
                <a:cubicBezTo>
                  <a:pt x="14" y="190"/>
                  <a:pt x="71" y="231"/>
                  <a:pt x="112" y="261"/>
                </a:cubicBezTo>
                <a:cubicBezTo>
                  <a:pt x="96" y="310"/>
                  <a:pt x="75" y="376"/>
                  <a:pt x="74" y="379"/>
                </a:cubicBezTo>
                <a:cubicBezTo>
                  <a:pt x="74" y="379"/>
                  <a:pt x="74" y="379"/>
                  <a:pt x="74" y="379"/>
                </a:cubicBezTo>
                <a:cubicBezTo>
                  <a:pt x="73" y="383"/>
                  <a:pt x="72" y="386"/>
                  <a:pt x="72" y="389"/>
                </a:cubicBezTo>
                <a:cubicBezTo>
                  <a:pt x="72" y="404"/>
                  <a:pt x="85" y="416"/>
                  <a:pt x="100" y="416"/>
                </a:cubicBezTo>
                <a:cubicBezTo>
                  <a:pt x="105" y="416"/>
                  <a:pt x="111" y="415"/>
                  <a:pt x="116" y="411"/>
                </a:cubicBezTo>
                <a:cubicBezTo>
                  <a:pt x="217" y="338"/>
                  <a:pt x="217" y="338"/>
                  <a:pt x="217" y="338"/>
                </a:cubicBezTo>
                <a:cubicBezTo>
                  <a:pt x="240" y="355"/>
                  <a:pt x="315" y="410"/>
                  <a:pt x="318" y="412"/>
                </a:cubicBezTo>
                <a:cubicBezTo>
                  <a:pt x="322" y="415"/>
                  <a:pt x="328" y="416"/>
                  <a:pt x="333" y="416"/>
                </a:cubicBezTo>
                <a:cubicBezTo>
                  <a:pt x="349" y="416"/>
                  <a:pt x="361" y="404"/>
                  <a:pt x="361" y="389"/>
                </a:cubicBezTo>
                <a:cubicBezTo>
                  <a:pt x="361" y="386"/>
                  <a:pt x="361" y="383"/>
                  <a:pt x="359" y="379"/>
                </a:cubicBezTo>
                <a:cubicBezTo>
                  <a:pt x="358" y="376"/>
                  <a:pt x="337" y="310"/>
                  <a:pt x="321" y="261"/>
                </a:cubicBezTo>
                <a:cubicBezTo>
                  <a:pt x="362" y="231"/>
                  <a:pt x="419" y="190"/>
                  <a:pt x="422" y="188"/>
                </a:cubicBezTo>
                <a:cubicBezTo>
                  <a:pt x="429" y="183"/>
                  <a:pt x="434" y="174"/>
                  <a:pt x="434" y="165"/>
                </a:cubicBezTo>
                <a:cubicBezTo>
                  <a:pt x="434" y="150"/>
                  <a:pt x="421" y="137"/>
                  <a:pt x="406" y="137"/>
                </a:cubicBezTo>
                <a:moveTo>
                  <a:pt x="409" y="170"/>
                </a:moveTo>
                <a:cubicBezTo>
                  <a:pt x="407" y="172"/>
                  <a:pt x="319" y="236"/>
                  <a:pt x="301" y="248"/>
                </a:cubicBezTo>
                <a:cubicBezTo>
                  <a:pt x="295" y="253"/>
                  <a:pt x="295" y="253"/>
                  <a:pt x="295" y="253"/>
                </a:cubicBezTo>
                <a:cubicBezTo>
                  <a:pt x="297" y="261"/>
                  <a:pt x="297" y="261"/>
                  <a:pt x="297" y="261"/>
                </a:cubicBezTo>
                <a:cubicBezTo>
                  <a:pt x="312" y="305"/>
                  <a:pt x="336" y="379"/>
                  <a:pt x="339" y="386"/>
                </a:cubicBezTo>
                <a:cubicBezTo>
                  <a:pt x="339" y="386"/>
                  <a:pt x="339" y="386"/>
                  <a:pt x="339" y="386"/>
                </a:cubicBezTo>
                <a:cubicBezTo>
                  <a:pt x="339" y="387"/>
                  <a:pt x="339" y="388"/>
                  <a:pt x="339" y="389"/>
                </a:cubicBezTo>
                <a:cubicBezTo>
                  <a:pt x="339" y="392"/>
                  <a:pt x="336" y="394"/>
                  <a:pt x="333" y="394"/>
                </a:cubicBezTo>
                <a:cubicBezTo>
                  <a:pt x="332" y="394"/>
                  <a:pt x="331" y="394"/>
                  <a:pt x="330" y="393"/>
                </a:cubicBezTo>
                <a:cubicBezTo>
                  <a:pt x="328" y="392"/>
                  <a:pt x="259" y="342"/>
                  <a:pt x="223" y="315"/>
                </a:cubicBezTo>
                <a:cubicBezTo>
                  <a:pt x="217" y="311"/>
                  <a:pt x="217" y="311"/>
                  <a:pt x="217" y="311"/>
                </a:cubicBezTo>
                <a:cubicBezTo>
                  <a:pt x="103" y="393"/>
                  <a:pt x="103" y="393"/>
                  <a:pt x="103" y="393"/>
                </a:cubicBezTo>
                <a:cubicBezTo>
                  <a:pt x="102" y="394"/>
                  <a:pt x="101" y="394"/>
                  <a:pt x="100" y="394"/>
                </a:cubicBezTo>
                <a:cubicBezTo>
                  <a:pt x="97" y="394"/>
                  <a:pt x="94" y="392"/>
                  <a:pt x="94" y="389"/>
                </a:cubicBezTo>
                <a:cubicBezTo>
                  <a:pt x="94" y="388"/>
                  <a:pt x="94" y="387"/>
                  <a:pt x="95" y="386"/>
                </a:cubicBezTo>
                <a:cubicBezTo>
                  <a:pt x="95" y="386"/>
                  <a:pt x="95" y="386"/>
                  <a:pt x="95" y="386"/>
                </a:cubicBezTo>
                <a:cubicBezTo>
                  <a:pt x="97" y="379"/>
                  <a:pt x="118" y="315"/>
                  <a:pt x="136" y="261"/>
                </a:cubicBezTo>
                <a:cubicBezTo>
                  <a:pt x="138" y="253"/>
                  <a:pt x="138" y="253"/>
                  <a:pt x="138" y="253"/>
                </a:cubicBezTo>
                <a:cubicBezTo>
                  <a:pt x="132" y="248"/>
                  <a:pt x="132" y="248"/>
                  <a:pt x="132" y="248"/>
                </a:cubicBezTo>
                <a:cubicBezTo>
                  <a:pt x="114" y="236"/>
                  <a:pt x="27" y="172"/>
                  <a:pt x="24" y="170"/>
                </a:cubicBezTo>
                <a:cubicBezTo>
                  <a:pt x="23" y="169"/>
                  <a:pt x="22" y="167"/>
                  <a:pt x="22" y="165"/>
                </a:cubicBezTo>
                <a:cubicBezTo>
                  <a:pt x="22" y="162"/>
                  <a:pt x="24" y="159"/>
                  <a:pt x="27" y="159"/>
                </a:cubicBezTo>
                <a:cubicBezTo>
                  <a:pt x="168" y="159"/>
                  <a:pt x="168" y="159"/>
                  <a:pt x="168" y="159"/>
                </a:cubicBezTo>
                <a:cubicBezTo>
                  <a:pt x="211" y="26"/>
                  <a:pt x="211" y="26"/>
                  <a:pt x="211" y="26"/>
                </a:cubicBezTo>
                <a:cubicBezTo>
                  <a:pt x="212" y="24"/>
                  <a:pt x="214" y="22"/>
                  <a:pt x="217" y="22"/>
                </a:cubicBezTo>
                <a:cubicBezTo>
                  <a:pt x="219" y="22"/>
                  <a:pt x="221" y="24"/>
                  <a:pt x="222" y="26"/>
                </a:cubicBezTo>
                <a:cubicBezTo>
                  <a:pt x="265" y="159"/>
                  <a:pt x="265" y="159"/>
                  <a:pt x="265" y="159"/>
                </a:cubicBezTo>
                <a:cubicBezTo>
                  <a:pt x="406" y="159"/>
                  <a:pt x="406" y="159"/>
                  <a:pt x="406" y="159"/>
                </a:cubicBezTo>
                <a:cubicBezTo>
                  <a:pt x="409" y="159"/>
                  <a:pt x="412" y="162"/>
                  <a:pt x="412" y="165"/>
                </a:cubicBezTo>
                <a:cubicBezTo>
                  <a:pt x="412" y="167"/>
                  <a:pt x="411" y="169"/>
                  <a:pt x="409" y="170"/>
                </a:cubicBezTo>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146" name="组合 145"/>
          <p:cNvGrpSpPr/>
          <p:nvPr/>
        </p:nvGrpSpPr>
        <p:grpSpPr>
          <a:xfrm>
            <a:off x="122739" y="5413238"/>
            <a:ext cx="357886" cy="294128"/>
            <a:chOff x="691346" y="1791192"/>
            <a:chExt cx="762586" cy="626730"/>
          </a:xfrm>
          <a:solidFill>
            <a:srgbClr val="707E84"/>
          </a:solidFill>
        </p:grpSpPr>
        <p:sp>
          <p:nvSpPr>
            <p:cNvPr id="147" name="Freeform 24"/>
            <p:cNvSpPr>
              <a:spLocks noEditPoints="1"/>
            </p:cNvSpPr>
            <p:nvPr/>
          </p:nvSpPr>
          <p:spPr bwMode="auto">
            <a:xfrm>
              <a:off x="691346" y="1791192"/>
              <a:ext cx="615195" cy="615195"/>
            </a:xfrm>
            <a:custGeom>
              <a:avLst/>
              <a:gdLst>
                <a:gd name="T0" fmla="*/ 189 w 378"/>
                <a:gd name="T1" fmla="*/ 378 h 378"/>
                <a:gd name="T2" fmla="*/ 0 w 378"/>
                <a:gd name="T3" fmla="*/ 189 h 378"/>
                <a:gd name="T4" fmla="*/ 189 w 378"/>
                <a:gd name="T5" fmla="*/ 0 h 378"/>
                <a:gd name="T6" fmla="*/ 378 w 378"/>
                <a:gd name="T7" fmla="*/ 189 h 378"/>
                <a:gd name="T8" fmla="*/ 189 w 378"/>
                <a:gd name="T9" fmla="*/ 378 h 378"/>
                <a:gd name="T10" fmla="*/ 189 w 378"/>
                <a:gd name="T11" fmla="*/ 20 h 378"/>
                <a:gd name="T12" fmla="*/ 20 w 378"/>
                <a:gd name="T13" fmla="*/ 189 h 378"/>
                <a:gd name="T14" fmla="*/ 189 w 378"/>
                <a:gd name="T15" fmla="*/ 358 h 378"/>
                <a:gd name="T16" fmla="*/ 358 w 378"/>
                <a:gd name="T17" fmla="*/ 189 h 378"/>
                <a:gd name="T18" fmla="*/ 189 w 378"/>
                <a:gd name="T19" fmla="*/ 20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8" h="378">
                  <a:moveTo>
                    <a:pt x="189" y="378"/>
                  </a:moveTo>
                  <a:cubicBezTo>
                    <a:pt x="85" y="378"/>
                    <a:pt x="0" y="293"/>
                    <a:pt x="0" y="189"/>
                  </a:cubicBezTo>
                  <a:cubicBezTo>
                    <a:pt x="0" y="85"/>
                    <a:pt x="85" y="0"/>
                    <a:pt x="189" y="0"/>
                  </a:cubicBezTo>
                  <a:cubicBezTo>
                    <a:pt x="293" y="0"/>
                    <a:pt x="378" y="85"/>
                    <a:pt x="378" y="189"/>
                  </a:cubicBezTo>
                  <a:cubicBezTo>
                    <a:pt x="378" y="293"/>
                    <a:pt x="293" y="378"/>
                    <a:pt x="189" y="378"/>
                  </a:cubicBezTo>
                  <a:moveTo>
                    <a:pt x="189" y="20"/>
                  </a:moveTo>
                  <a:cubicBezTo>
                    <a:pt x="96" y="20"/>
                    <a:pt x="20" y="96"/>
                    <a:pt x="20" y="189"/>
                  </a:cubicBezTo>
                  <a:cubicBezTo>
                    <a:pt x="20" y="282"/>
                    <a:pt x="96" y="358"/>
                    <a:pt x="189" y="358"/>
                  </a:cubicBezTo>
                  <a:cubicBezTo>
                    <a:pt x="282" y="358"/>
                    <a:pt x="358" y="282"/>
                    <a:pt x="358" y="189"/>
                  </a:cubicBezTo>
                  <a:cubicBezTo>
                    <a:pt x="358" y="96"/>
                    <a:pt x="282" y="20"/>
                    <a:pt x="189"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 name="Freeform 25"/>
            <p:cNvSpPr>
              <a:spLocks noEditPoints="1"/>
            </p:cNvSpPr>
            <p:nvPr/>
          </p:nvSpPr>
          <p:spPr bwMode="auto">
            <a:xfrm>
              <a:off x="796442" y="1897569"/>
              <a:ext cx="403722" cy="403722"/>
            </a:xfrm>
            <a:custGeom>
              <a:avLst/>
              <a:gdLst>
                <a:gd name="T0" fmla="*/ 124 w 248"/>
                <a:gd name="T1" fmla="*/ 248 h 248"/>
                <a:gd name="T2" fmla="*/ 0 w 248"/>
                <a:gd name="T3" fmla="*/ 124 h 248"/>
                <a:gd name="T4" fmla="*/ 124 w 248"/>
                <a:gd name="T5" fmla="*/ 0 h 248"/>
                <a:gd name="T6" fmla="*/ 248 w 248"/>
                <a:gd name="T7" fmla="*/ 124 h 248"/>
                <a:gd name="T8" fmla="*/ 124 w 248"/>
                <a:gd name="T9" fmla="*/ 248 h 248"/>
                <a:gd name="T10" fmla="*/ 124 w 248"/>
                <a:gd name="T11" fmla="*/ 20 h 248"/>
                <a:gd name="T12" fmla="*/ 20 w 248"/>
                <a:gd name="T13" fmla="*/ 124 h 248"/>
                <a:gd name="T14" fmla="*/ 124 w 248"/>
                <a:gd name="T15" fmla="*/ 228 h 248"/>
                <a:gd name="T16" fmla="*/ 228 w 248"/>
                <a:gd name="T17" fmla="*/ 124 h 248"/>
                <a:gd name="T18" fmla="*/ 124 w 248"/>
                <a:gd name="T19" fmla="*/ 20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8" h="248">
                  <a:moveTo>
                    <a:pt x="124" y="248"/>
                  </a:moveTo>
                  <a:cubicBezTo>
                    <a:pt x="56" y="248"/>
                    <a:pt x="0" y="192"/>
                    <a:pt x="0" y="124"/>
                  </a:cubicBezTo>
                  <a:cubicBezTo>
                    <a:pt x="0" y="55"/>
                    <a:pt x="56" y="0"/>
                    <a:pt x="124" y="0"/>
                  </a:cubicBezTo>
                  <a:cubicBezTo>
                    <a:pt x="192" y="0"/>
                    <a:pt x="248" y="55"/>
                    <a:pt x="248" y="124"/>
                  </a:cubicBezTo>
                  <a:cubicBezTo>
                    <a:pt x="248" y="192"/>
                    <a:pt x="192" y="248"/>
                    <a:pt x="124" y="248"/>
                  </a:cubicBezTo>
                  <a:moveTo>
                    <a:pt x="124" y="20"/>
                  </a:moveTo>
                  <a:cubicBezTo>
                    <a:pt x="67" y="20"/>
                    <a:pt x="20" y="66"/>
                    <a:pt x="20" y="124"/>
                  </a:cubicBezTo>
                  <a:cubicBezTo>
                    <a:pt x="20" y="181"/>
                    <a:pt x="67" y="228"/>
                    <a:pt x="124" y="228"/>
                  </a:cubicBezTo>
                  <a:cubicBezTo>
                    <a:pt x="181" y="228"/>
                    <a:pt x="228" y="181"/>
                    <a:pt x="228" y="124"/>
                  </a:cubicBezTo>
                  <a:cubicBezTo>
                    <a:pt x="228" y="66"/>
                    <a:pt x="181" y="20"/>
                    <a:pt x="124"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9" name="Freeform 26"/>
            <p:cNvSpPr>
              <a:spLocks noEditPoints="1"/>
            </p:cNvSpPr>
            <p:nvPr/>
          </p:nvSpPr>
          <p:spPr bwMode="auto">
            <a:xfrm>
              <a:off x="902820" y="2001384"/>
              <a:ext cx="192248" cy="193530"/>
            </a:xfrm>
            <a:custGeom>
              <a:avLst/>
              <a:gdLst>
                <a:gd name="T0" fmla="*/ 59 w 118"/>
                <a:gd name="T1" fmla="*/ 119 h 119"/>
                <a:gd name="T2" fmla="*/ 0 w 118"/>
                <a:gd name="T3" fmla="*/ 60 h 119"/>
                <a:gd name="T4" fmla="*/ 59 w 118"/>
                <a:gd name="T5" fmla="*/ 0 h 119"/>
                <a:gd name="T6" fmla="*/ 118 w 118"/>
                <a:gd name="T7" fmla="*/ 60 h 119"/>
                <a:gd name="T8" fmla="*/ 59 w 118"/>
                <a:gd name="T9" fmla="*/ 119 h 119"/>
                <a:gd name="T10" fmla="*/ 59 w 118"/>
                <a:gd name="T11" fmla="*/ 20 h 119"/>
                <a:gd name="T12" fmla="*/ 20 w 118"/>
                <a:gd name="T13" fmla="*/ 60 h 119"/>
                <a:gd name="T14" fmla="*/ 59 w 118"/>
                <a:gd name="T15" fmla="*/ 99 h 119"/>
                <a:gd name="T16" fmla="*/ 98 w 118"/>
                <a:gd name="T17" fmla="*/ 60 h 119"/>
                <a:gd name="T18" fmla="*/ 59 w 118"/>
                <a:gd name="T19" fmla="*/ 2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8" h="119">
                  <a:moveTo>
                    <a:pt x="59" y="119"/>
                  </a:moveTo>
                  <a:cubicBezTo>
                    <a:pt x="26" y="119"/>
                    <a:pt x="0" y="93"/>
                    <a:pt x="0" y="60"/>
                  </a:cubicBezTo>
                  <a:cubicBezTo>
                    <a:pt x="0" y="27"/>
                    <a:pt x="26" y="0"/>
                    <a:pt x="59" y="0"/>
                  </a:cubicBezTo>
                  <a:cubicBezTo>
                    <a:pt x="92" y="0"/>
                    <a:pt x="118" y="27"/>
                    <a:pt x="118" y="60"/>
                  </a:cubicBezTo>
                  <a:cubicBezTo>
                    <a:pt x="118" y="93"/>
                    <a:pt x="92" y="119"/>
                    <a:pt x="59" y="119"/>
                  </a:cubicBezTo>
                  <a:moveTo>
                    <a:pt x="59" y="20"/>
                  </a:moveTo>
                  <a:cubicBezTo>
                    <a:pt x="37" y="20"/>
                    <a:pt x="20" y="38"/>
                    <a:pt x="20" y="60"/>
                  </a:cubicBezTo>
                  <a:cubicBezTo>
                    <a:pt x="20" y="82"/>
                    <a:pt x="37" y="99"/>
                    <a:pt x="59" y="99"/>
                  </a:cubicBezTo>
                  <a:cubicBezTo>
                    <a:pt x="81" y="99"/>
                    <a:pt x="98" y="82"/>
                    <a:pt x="98" y="60"/>
                  </a:cubicBezTo>
                  <a:cubicBezTo>
                    <a:pt x="98" y="38"/>
                    <a:pt x="81" y="20"/>
                    <a:pt x="59"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0" name="Freeform 27"/>
            <p:cNvSpPr>
              <a:spLocks/>
            </p:cNvSpPr>
            <p:nvPr/>
          </p:nvSpPr>
          <p:spPr bwMode="auto">
            <a:xfrm>
              <a:off x="729796" y="2316671"/>
              <a:ext cx="108941" cy="101251"/>
            </a:xfrm>
            <a:custGeom>
              <a:avLst/>
              <a:gdLst>
                <a:gd name="T0" fmla="*/ 11 w 67"/>
                <a:gd name="T1" fmla="*/ 62 h 62"/>
                <a:gd name="T2" fmla="*/ 4 w 67"/>
                <a:gd name="T3" fmla="*/ 58 h 62"/>
                <a:gd name="T4" fmla="*/ 4 w 67"/>
                <a:gd name="T5" fmla="*/ 44 h 62"/>
                <a:gd name="T6" fmla="*/ 49 w 67"/>
                <a:gd name="T7" fmla="*/ 3 h 62"/>
                <a:gd name="T8" fmla="*/ 63 w 67"/>
                <a:gd name="T9" fmla="*/ 4 h 62"/>
                <a:gd name="T10" fmla="*/ 62 w 67"/>
                <a:gd name="T11" fmla="*/ 18 h 62"/>
                <a:gd name="T12" fmla="*/ 18 w 67"/>
                <a:gd name="T13" fmla="*/ 59 h 62"/>
                <a:gd name="T14" fmla="*/ 11 w 67"/>
                <a:gd name="T15" fmla="*/ 62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62">
                  <a:moveTo>
                    <a:pt x="11" y="62"/>
                  </a:moveTo>
                  <a:cubicBezTo>
                    <a:pt x="8" y="62"/>
                    <a:pt x="6" y="60"/>
                    <a:pt x="4" y="58"/>
                  </a:cubicBezTo>
                  <a:cubicBezTo>
                    <a:pt x="0" y="54"/>
                    <a:pt x="0" y="48"/>
                    <a:pt x="4" y="44"/>
                  </a:cubicBezTo>
                  <a:cubicBezTo>
                    <a:pt x="49" y="3"/>
                    <a:pt x="49" y="3"/>
                    <a:pt x="49" y="3"/>
                  </a:cubicBezTo>
                  <a:cubicBezTo>
                    <a:pt x="53" y="0"/>
                    <a:pt x="59" y="0"/>
                    <a:pt x="63" y="4"/>
                  </a:cubicBezTo>
                  <a:cubicBezTo>
                    <a:pt x="67" y="8"/>
                    <a:pt x="66" y="14"/>
                    <a:pt x="62" y="18"/>
                  </a:cubicBezTo>
                  <a:cubicBezTo>
                    <a:pt x="18" y="59"/>
                    <a:pt x="18" y="59"/>
                    <a:pt x="18" y="59"/>
                  </a:cubicBezTo>
                  <a:cubicBezTo>
                    <a:pt x="16" y="61"/>
                    <a:pt x="13" y="62"/>
                    <a:pt x="11" y="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1" name="Freeform 28"/>
            <p:cNvSpPr>
              <a:spLocks/>
            </p:cNvSpPr>
            <p:nvPr/>
          </p:nvSpPr>
          <p:spPr bwMode="auto">
            <a:xfrm>
              <a:off x="1157869" y="2316671"/>
              <a:ext cx="108941" cy="101251"/>
            </a:xfrm>
            <a:custGeom>
              <a:avLst/>
              <a:gdLst>
                <a:gd name="T0" fmla="*/ 56 w 67"/>
                <a:gd name="T1" fmla="*/ 62 h 62"/>
                <a:gd name="T2" fmla="*/ 49 w 67"/>
                <a:gd name="T3" fmla="*/ 59 h 62"/>
                <a:gd name="T4" fmla="*/ 5 w 67"/>
                <a:gd name="T5" fmla="*/ 18 h 62"/>
                <a:gd name="T6" fmla="*/ 4 w 67"/>
                <a:gd name="T7" fmla="*/ 4 h 62"/>
                <a:gd name="T8" fmla="*/ 18 w 67"/>
                <a:gd name="T9" fmla="*/ 3 h 62"/>
                <a:gd name="T10" fmla="*/ 63 w 67"/>
                <a:gd name="T11" fmla="*/ 44 h 62"/>
                <a:gd name="T12" fmla="*/ 63 w 67"/>
                <a:gd name="T13" fmla="*/ 58 h 62"/>
                <a:gd name="T14" fmla="*/ 56 w 67"/>
                <a:gd name="T15" fmla="*/ 62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62">
                  <a:moveTo>
                    <a:pt x="56" y="62"/>
                  </a:moveTo>
                  <a:cubicBezTo>
                    <a:pt x="54" y="62"/>
                    <a:pt x="51" y="61"/>
                    <a:pt x="49" y="59"/>
                  </a:cubicBezTo>
                  <a:cubicBezTo>
                    <a:pt x="5" y="18"/>
                    <a:pt x="5" y="18"/>
                    <a:pt x="5" y="18"/>
                  </a:cubicBezTo>
                  <a:cubicBezTo>
                    <a:pt x="1" y="14"/>
                    <a:pt x="0" y="8"/>
                    <a:pt x="4" y="4"/>
                  </a:cubicBezTo>
                  <a:cubicBezTo>
                    <a:pt x="8" y="0"/>
                    <a:pt x="14" y="0"/>
                    <a:pt x="18" y="3"/>
                  </a:cubicBezTo>
                  <a:cubicBezTo>
                    <a:pt x="63" y="44"/>
                    <a:pt x="63" y="44"/>
                    <a:pt x="63" y="44"/>
                  </a:cubicBezTo>
                  <a:cubicBezTo>
                    <a:pt x="67" y="48"/>
                    <a:pt x="67" y="54"/>
                    <a:pt x="63" y="58"/>
                  </a:cubicBezTo>
                  <a:cubicBezTo>
                    <a:pt x="61" y="60"/>
                    <a:pt x="59" y="62"/>
                    <a:pt x="56" y="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2" name="Freeform 29"/>
            <p:cNvSpPr>
              <a:spLocks/>
            </p:cNvSpPr>
            <p:nvPr/>
          </p:nvSpPr>
          <p:spPr bwMode="auto">
            <a:xfrm>
              <a:off x="982282" y="2083410"/>
              <a:ext cx="412693" cy="32042"/>
            </a:xfrm>
            <a:custGeom>
              <a:avLst/>
              <a:gdLst>
                <a:gd name="T0" fmla="*/ 244 w 254"/>
                <a:gd name="T1" fmla="*/ 20 h 20"/>
                <a:gd name="T2" fmla="*/ 10 w 254"/>
                <a:gd name="T3" fmla="*/ 20 h 20"/>
                <a:gd name="T4" fmla="*/ 0 w 254"/>
                <a:gd name="T5" fmla="*/ 10 h 20"/>
                <a:gd name="T6" fmla="*/ 10 w 254"/>
                <a:gd name="T7" fmla="*/ 0 h 20"/>
                <a:gd name="T8" fmla="*/ 244 w 254"/>
                <a:gd name="T9" fmla="*/ 0 h 20"/>
                <a:gd name="T10" fmla="*/ 254 w 254"/>
                <a:gd name="T11" fmla="*/ 10 h 20"/>
                <a:gd name="T12" fmla="*/ 244 w 254"/>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254" h="20">
                  <a:moveTo>
                    <a:pt x="244" y="20"/>
                  </a:moveTo>
                  <a:cubicBezTo>
                    <a:pt x="10" y="20"/>
                    <a:pt x="10" y="20"/>
                    <a:pt x="10" y="20"/>
                  </a:cubicBezTo>
                  <a:cubicBezTo>
                    <a:pt x="5" y="20"/>
                    <a:pt x="0" y="15"/>
                    <a:pt x="0" y="10"/>
                  </a:cubicBezTo>
                  <a:cubicBezTo>
                    <a:pt x="0" y="4"/>
                    <a:pt x="5" y="0"/>
                    <a:pt x="10" y="0"/>
                  </a:cubicBezTo>
                  <a:cubicBezTo>
                    <a:pt x="244" y="0"/>
                    <a:pt x="244" y="0"/>
                    <a:pt x="244" y="0"/>
                  </a:cubicBezTo>
                  <a:cubicBezTo>
                    <a:pt x="249" y="0"/>
                    <a:pt x="254" y="4"/>
                    <a:pt x="254" y="10"/>
                  </a:cubicBezTo>
                  <a:cubicBezTo>
                    <a:pt x="254" y="15"/>
                    <a:pt x="249" y="20"/>
                    <a:pt x="244"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3" name="Freeform 30"/>
            <p:cNvSpPr>
              <a:spLocks noEditPoints="1"/>
            </p:cNvSpPr>
            <p:nvPr/>
          </p:nvSpPr>
          <p:spPr bwMode="auto">
            <a:xfrm>
              <a:off x="1364216" y="2042397"/>
              <a:ext cx="89716" cy="111504"/>
            </a:xfrm>
            <a:custGeom>
              <a:avLst/>
              <a:gdLst>
                <a:gd name="T0" fmla="*/ 45 w 55"/>
                <a:gd name="T1" fmla="*/ 69 h 69"/>
                <a:gd name="T2" fmla="*/ 3 w 55"/>
                <a:gd name="T3" fmla="*/ 41 h 69"/>
                <a:gd name="T4" fmla="*/ 3 w 55"/>
                <a:gd name="T5" fmla="*/ 28 h 69"/>
                <a:gd name="T6" fmla="*/ 45 w 55"/>
                <a:gd name="T7" fmla="*/ 0 h 69"/>
                <a:gd name="T8" fmla="*/ 55 w 55"/>
                <a:gd name="T9" fmla="*/ 10 h 69"/>
                <a:gd name="T10" fmla="*/ 55 w 55"/>
                <a:gd name="T11" fmla="*/ 59 h 69"/>
                <a:gd name="T12" fmla="*/ 45 w 55"/>
                <a:gd name="T13" fmla="*/ 69 h 69"/>
                <a:gd name="T14" fmla="*/ 24 w 55"/>
                <a:gd name="T15" fmla="*/ 35 h 69"/>
                <a:gd name="T16" fmla="*/ 35 w 55"/>
                <a:gd name="T17" fmla="*/ 44 h 69"/>
                <a:gd name="T18" fmla="*/ 35 w 55"/>
                <a:gd name="T19" fmla="*/ 26 h 69"/>
                <a:gd name="T20" fmla="*/ 24 w 55"/>
                <a:gd name="T21" fmla="*/ 3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5" h="69">
                  <a:moveTo>
                    <a:pt x="45" y="69"/>
                  </a:moveTo>
                  <a:cubicBezTo>
                    <a:pt x="28" y="69"/>
                    <a:pt x="8" y="48"/>
                    <a:pt x="3" y="41"/>
                  </a:cubicBezTo>
                  <a:cubicBezTo>
                    <a:pt x="0" y="38"/>
                    <a:pt x="0" y="32"/>
                    <a:pt x="3" y="28"/>
                  </a:cubicBezTo>
                  <a:cubicBezTo>
                    <a:pt x="8" y="22"/>
                    <a:pt x="28" y="0"/>
                    <a:pt x="45" y="0"/>
                  </a:cubicBezTo>
                  <a:cubicBezTo>
                    <a:pt x="50" y="0"/>
                    <a:pt x="55" y="5"/>
                    <a:pt x="55" y="10"/>
                  </a:cubicBezTo>
                  <a:cubicBezTo>
                    <a:pt x="55" y="59"/>
                    <a:pt x="55" y="59"/>
                    <a:pt x="55" y="59"/>
                  </a:cubicBezTo>
                  <a:cubicBezTo>
                    <a:pt x="55" y="65"/>
                    <a:pt x="50" y="69"/>
                    <a:pt x="45" y="69"/>
                  </a:cubicBezTo>
                  <a:moveTo>
                    <a:pt x="24" y="35"/>
                  </a:moveTo>
                  <a:cubicBezTo>
                    <a:pt x="28" y="38"/>
                    <a:pt x="31" y="42"/>
                    <a:pt x="35" y="44"/>
                  </a:cubicBezTo>
                  <a:cubicBezTo>
                    <a:pt x="35" y="26"/>
                    <a:pt x="35" y="26"/>
                    <a:pt x="35" y="26"/>
                  </a:cubicBezTo>
                  <a:cubicBezTo>
                    <a:pt x="31" y="28"/>
                    <a:pt x="28" y="31"/>
                    <a:pt x="24" y="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54" name="组合 153"/>
          <p:cNvGrpSpPr/>
          <p:nvPr/>
        </p:nvGrpSpPr>
        <p:grpSpPr>
          <a:xfrm>
            <a:off x="644078" y="5393089"/>
            <a:ext cx="296534" cy="334427"/>
            <a:chOff x="1940961" y="1747616"/>
            <a:chExt cx="631856" cy="712600"/>
          </a:xfrm>
          <a:solidFill>
            <a:srgbClr val="707E84"/>
          </a:solidFill>
        </p:grpSpPr>
        <p:sp>
          <p:nvSpPr>
            <p:cNvPr id="155" name="Freeform 31"/>
            <p:cNvSpPr>
              <a:spLocks/>
            </p:cNvSpPr>
            <p:nvPr/>
          </p:nvSpPr>
          <p:spPr bwMode="auto">
            <a:xfrm>
              <a:off x="2062718" y="1804009"/>
              <a:ext cx="510099" cy="330667"/>
            </a:xfrm>
            <a:custGeom>
              <a:avLst/>
              <a:gdLst>
                <a:gd name="T0" fmla="*/ 304 w 314"/>
                <a:gd name="T1" fmla="*/ 203 h 203"/>
                <a:gd name="T2" fmla="*/ 294 w 314"/>
                <a:gd name="T3" fmla="*/ 193 h 203"/>
                <a:gd name="T4" fmla="*/ 121 w 314"/>
                <a:gd name="T5" fmla="*/ 20 h 203"/>
                <a:gd name="T6" fmla="*/ 18 w 314"/>
                <a:gd name="T7" fmla="*/ 54 h 203"/>
                <a:gd name="T8" fmla="*/ 4 w 314"/>
                <a:gd name="T9" fmla="*/ 52 h 203"/>
                <a:gd name="T10" fmla="*/ 6 w 314"/>
                <a:gd name="T11" fmla="*/ 38 h 203"/>
                <a:gd name="T12" fmla="*/ 121 w 314"/>
                <a:gd name="T13" fmla="*/ 0 h 203"/>
                <a:gd name="T14" fmla="*/ 314 w 314"/>
                <a:gd name="T15" fmla="*/ 193 h 203"/>
                <a:gd name="T16" fmla="*/ 304 w 314"/>
                <a:gd name="T17" fmla="*/ 20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4" h="203">
                  <a:moveTo>
                    <a:pt x="304" y="203"/>
                  </a:moveTo>
                  <a:cubicBezTo>
                    <a:pt x="298" y="203"/>
                    <a:pt x="294" y="199"/>
                    <a:pt x="294" y="193"/>
                  </a:cubicBezTo>
                  <a:cubicBezTo>
                    <a:pt x="294" y="98"/>
                    <a:pt x="216" y="20"/>
                    <a:pt x="121" y="20"/>
                  </a:cubicBezTo>
                  <a:cubicBezTo>
                    <a:pt x="83" y="20"/>
                    <a:pt x="48" y="32"/>
                    <a:pt x="18" y="54"/>
                  </a:cubicBezTo>
                  <a:cubicBezTo>
                    <a:pt x="13" y="57"/>
                    <a:pt x="7" y="56"/>
                    <a:pt x="4" y="52"/>
                  </a:cubicBezTo>
                  <a:cubicBezTo>
                    <a:pt x="0" y="48"/>
                    <a:pt x="1" y="41"/>
                    <a:pt x="6" y="38"/>
                  </a:cubicBezTo>
                  <a:cubicBezTo>
                    <a:pt x="39" y="13"/>
                    <a:pt x="79" y="0"/>
                    <a:pt x="121" y="0"/>
                  </a:cubicBezTo>
                  <a:cubicBezTo>
                    <a:pt x="227" y="0"/>
                    <a:pt x="314" y="87"/>
                    <a:pt x="314" y="193"/>
                  </a:cubicBezTo>
                  <a:cubicBezTo>
                    <a:pt x="314" y="199"/>
                    <a:pt x="309" y="203"/>
                    <a:pt x="304" y="20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6" name="Freeform 32"/>
            <p:cNvSpPr>
              <a:spLocks/>
            </p:cNvSpPr>
            <p:nvPr/>
          </p:nvSpPr>
          <p:spPr bwMode="auto">
            <a:xfrm>
              <a:off x="2052464" y="1747616"/>
              <a:ext cx="157644" cy="205065"/>
            </a:xfrm>
            <a:custGeom>
              <a:avLst/>
              <a:gdLst>
                <a:gd name="T0" fmla="*/ 86 w 97"/>
                <a:gd name="T1" fmla="*/ 126 h 126"/>
                <a:gd name="T2" fmla="*/ 82 w 97"/>
                <a:gd name="T3" fmla="*/ 126 h 126"/>
                <a:gd name="T4" fmla="*/ 0 w 97"/>
                <a:gd name="T5" fmla="*/ 95 h 126"/>
                <a:gd name="T6" fmla="*/ 18 w 97"/>
                <a:gd name="T7" fmla="*/ 9 h 126"/>
                <a:gd name="T8" fmla="*/ 30 w 97"/>
                <a:gd name="T9" fmla="*/ 1 h 126"/>
                <a:gd name="T10" fmla="*/ 38 w 97"/>
                <a:gd name="T11" fmla="*/ 13 h 126"/>
                <a:gd name="T12" fmla="*/ 23 w 97"/>
                <a:gd name="T13" fmla="*/ 82 h 126"/>
                <a:gd name="T14" fmla="*/ 89 w 97"/>
                <a:gd name="T15" fmla="*/ 107 h 126"/>
                <a:gd name="T16" fmla="*/ 95 w 97"/>
                <a:gd name="T17" fmla="*/ 120 h 126"/>
                <a:gd name="T18" fmla="*/ 86 w 97"/>
                <a:gd name="T19"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 h="126">
                  <a:moveTo>
                    <a:pt x="86" y="126"/>
                  </a:moveTo>
                  <a:cubicBezTo>
                    <a:pt x="85" y="126"/>
                    <a:pt x="83" y="126"/>
                    <a:pt x="82" y="126"/>
                  </a:cubicBezTo>
                  <a:cubicBezTo>
                    <a:pt x="0" y="95"/>
                    <a:pt x="0" y="95"/>
                    <a:pt x="0" y="95"/>
                  </a:cubicBezTo>
                  <a:cubicBezTo>
                    <a:pt x="18" y="9"/>
                    <a:pt x="18" y="9"/>
                    <a:pt x="18" y="9"/>
                  </a:cubicBezTo>
                  <a:cubicBezTo>
                    <a:pt x="19" y="3"/>
                    <a:pt x="25" y="0"/>
                    <a:pt x="30" y="1"/>
                  </a:cubicBezTo>
                  <a:cubicBezTo>
                    <a:pt x="35" y="2"/>
                    <a:pt x="39" y="7"/>
                    <a:pt x="38" y="13"/>
                  </a:cubicBezTo>
                  <a:cubicBezTo>
                    <a:pt x="23" y="82"/>
                    <a:pt x="23" y="82"/>
                    <a:pt x="23" y="82"/>
                  </a:cubicBezTo>
                  <a:cubicBezTo>
                    <a:pt x="89" y="107"/>
                    <a:pt x="89" y="107"/>
                    <a:pt x="89" y="107"/>
                  </a:cubicBezTo>
                  <a:cubicBezTo>
                    <a:pt x="95" y="109"/>
                    <a:pt x="97" y="115"/>
                    <a:pt x="95" y="120"/>
                  </a:cubicBezTo>
                  <a:cubicBezTo>
                    <a:pt x="94" y="124"/>
                    <a:pt x="90" y="126"/>
                    <a:pt x="86" y="1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 name="Freeform 33"/>
            <p:cNvSpPr>
              <a:spLocks/>
            </p:cNvSpPr>
            <p:nvPr/>
          </p:nvSpPr>
          <p:spPr bwMode="auto">
            <a:xfrm>
              <a:off x="1940961" y="2074438"/>
              <a:ext cx="508818" cy="330667"/>
            </a:xfrm>
            <a:custGeom>
              <a:avLst/>
              <a:gdLst>
                <a:gd name="T0" fmla="*/ 193 w 313"/>
                <a:gd name="T1" fmla="*/ 203 h 203"/>
                <a:gd name="T2" fmla="*/ 0 w 313"/>
                <a:gd name="T3" fmla="*/ 10 h 203"/>
                <a:gd name="T4" fmla="*/ 10 w 313"/>
                <a:gd name="T5" fmla="*/ 0 h 203"/>
                <a:gd name="T6" fmla="*/ 20 w 313"/>
                <a:gd name="T7" fmla="*/ 10 h 203"/>
                <a:gd name="T8" fmla="*/ 193 w 313"/>
                <a:gd name="T9" fmla="*/ 183 h 203"/>
                <a:gd name="T10" fmla="*/ 296 w 313"/>
                <a:gd name="T11" fmla="*/ 149 h 203"/>
                <a:gd name="T12" fmla="*/ 310 w 313"/>
                <a:gd name="T13" fmla="*/ 151 h 203"/>
                <a:gd name="T14" fmla="*/ 308 w 313"/>
                <a:gd name="T15" fmla="*/ 165 h 203"/>
                <a:gd name="T16" fmla="*/ 193 w 313"/>
                <a:gd name="T17" fmla="*/ 20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3" h="203">
                  <a:moveTo>
                    <a:pt x="193" y="203"/>
                  </a:moveTo>
                  <a:cubicBezTo>
                    <a:pt x="86" y="203"/>
                    <a:pt x="0" y="116"/>
                    <a:pt x="0" y="10"/>
                  </a:cubicBezTo>
                  <a:cubicBezTo>
                    <a:pt x="0" y="4"/>
                    <a:pt x="4" y="0"/>
                    <a:pt x="10" y="0"/>
                  </a:cubicBezTo>
                  <a:cubicBezTo>
                    <a:pt x="15" y="0"/>
                    <a:pt x="20" y="4"/>
                    <a:pt x="20" y="10"/>
                  </a:cubicBezTo>
                  <a:cubicBezTo>
                    <a:pt x="20" y="105"/>
                    <a:pt x="97" y="183"/>
                    <a:pt x="193" y="183"/>
                  </a:cubicBezTo>
                  <a:cubicBezTo>
                    <a:pt x="230" y="183"/>
                    <a:pt x="266" y="171"/>
                    <a:pt x="296" y="149"/>
                  </a:cubicBezTo>
                  <a:cubicBezTo>
                    <a:pt x="300" y="145"/>
                    <a:pt x="307" y="146"/>
                    <a:pt x="310" y="151"/>
                  </a:cubicBezTo>
                  <a:cubicBezTo>
                    <a:pt x="313" y="155"/>
                    <a:pt x="312" y="161"/>
                    <a:pt x="308" y="165"/>
                  </a:cubicBezTo>
                  <a:cubicBezTo>
                    <a:pt x="275" y="189"/>
                    <a:pt x="235" y="203"/>
                    <a:pt x="193" y="20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8" name="Freeform 34"/>
            <p:cNvSpPr>
              <a:spLocks/>
            </p:cNvSpPr>
            <p:nvPr/>
          </p:nvSpPr>
          <p:spPr bwMode="auto">
            <a:xfrm>
              <a:off x="2303669" y="2253869"/>
              <a:ext cx="157644" cy="206347"/>
            </a:xfrm>
            <a:custGeom>
              <a:avLst/>
              <a:gdLst>
                <a:gd name="T0" fmla="*/ 69 w 97"/>
                <a:gd name="T1" fmla="*/ 127 h 127"/>
                <a:gd name="T2" fmla="*/ 67 w 97"/>
                <a:gd name="T3" fmla="*/ 127 h 127"/>
                <a:gd name="T4" fmla="*/ 59 w 97"/>
                <a:gd name="T5" fmla="*/ 115 h 127"/>
                <a:gd name="T6" fmla="*/ 74 w 97"/>
                <a:gd name="T7" fmla="*/ 46 h 127"/>
                <a:gd name="T8" fmla="*/ 7 w 97"/>
                <a:gd name="T9" fmla="*/ 21 h 127"/>
                <a:gd name="T10" fmla="*/ 1 w 97"/>
                <a:gd name="T11" fmla="*/ 8 h 127"/>
                <a:gd name="T12" fmla="*/ 14 w 97"/>
                <a:gd name="T13" fmla="*/ 2 h 127"/>
                <a:gd name="T14" fmla="*/ 97 w 97"/>
                <a:gd name="T15" fmla="*/ 33 h 127"/>
                <a:gd name="T16" fmla="*/ 79 w 97"/>
                <a:gd name="T17" fmla="*/ 119 h 127"/>
                <a:gd name="T18" fmla="*/ 69 w 97"/>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 h="127">
                  <a:moveTo>
                    <a:pt x="69" y="127"/>
                  </a:moveTo>
                  <a:cubicBezTo>
                    <a:pt x="68" y="127"/>
                    <a:pt x="67" y="127"/>
                    <a:pt x="67" y="127"/>
                  </a:cubicBezTo>
                  <a:cubicBezTo>
                    <a:pt x="61" y="125"/>
                    <a:pt x="58" y="120"/>
                    <a:pt x="59" y="115"/>
                  </a:cubicBezTo>
                  <a:cubicBezTo>
                    <a:pt x="74" y="46"/>
                    <a:pt x="74" y="46"/>
                    <a:pt x="74" y="46"/>
                  </a:cubicBezTo>
                  <a:cubicBezTo>
                    <a:pt x="7" y="21"/>
                    <a:pt x="7" y="21"/>
                    <a:pt x="7" y="21"/>
                  </a:cubicBezTo>
                  <a:cubicBezTo>
                    <a:pt x="2" y="19"/>
                    <a:pt x="0" y="13"/>
                    <a:pt x="1" y="8"/>
                  </a:cubicBezTo>
                  <a:cubicBezTo>
                    <a:pt x="3" y="3"/>
                    <a:pt x="9" y="0"/>
                    <a:pt x="14" y="2"/>
                  </a:cubicBezTo>
                  <a:cubicBezTo>
                    <a:pt x="97" y="33"/>
                    <a:pt x="97" y="33"/>
                    <a:pt x="97" y="33"/>
                  </a:cubicBezTo>
                  <a:cubicBezTo>
                    <a:pt x="79" y="119"/>
                    <a:pt x="79" y="119"/>
                    <a:pt x="79" y="119"/>
                  </a:cubicBezTo>
                  <a:cubicBezTo>
                    <a:pt x="78" y="124"/>
                    <a:pt x="73" y="127"/>
                    <a:pt x="69" y="1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159" name="Freeform 35"/>
          <p:cNvSpPr>
            <a:spLocks/>
          </p:cNvSpPr>
          <p:nvPr/>
        </p:nvSpPr>
        <p:spPr bwMode="auto">
          <a:xfrm>
            <a:off x="1104065" y="5403013"/>
            <a:ext cx="303150" cy="314578"/>
          </a:xfrm>
          <a:custGeom>
            <a:avLst/>
            <a:gdLst>
              <a:gd name="T0" fmla="*/ 112 w 397"/>
              <a:gd name="T1" fmla="*/ 412 h 412"/>
              <a:gd name="T2" fmla="*/ 40 w 397"/>
              <a:gd name="T3" fmla="*/ 382 h 412"/>
              <a:gd name="T4" fmla="*/ 40 w 397"/>
              <a:gd name="T5" fmla="*/ 238 h 412"/>
              <a:gd name="T6" fmla="*/ 249 w 397"/>
              <a:gd name="T7" fmla="*/ 29 h 412"/>
              <a:gd name="T8" fmla="*/ 354 w 397"/>
              <a:gd name="T9" fmla="*/ 29 h 412"/>
              <a:gd name="T10" fmla="*/ 376 w 397"/>
              <a:gd name="T11" fmla="*/ 82 h 412"/>
              <a:gd name="T12" fmla="*/ 355 w 397"/>
              <a:gd name="T13" fmla="*/ 134 h 412"/>
              <a:gd name="T14" fmla="*/ 162 w 397"/>
              <a:gd name="T15" fmla="*/ 327 h 412"/>
              <a:gd name="T16" fmla="*/ 159 w 397"/>
              <a:gd name="T17" fmla="*/ 329 h 412"/>
              <a:gd name="T18" fmla="*/ 100 w 397"/>
              <a:gd name="T19" fmla="*/ 329 h 412"/>
              <a:gd name="T20" fmla="*/ 99 w 397"/>
              <a:gd name="T21" fmla="*/ 329 h 412"/>
              <a:gd name="T22" fmla="*/ 87 w 397"/>
              <a:gd name="T23" fmla="*/ 299 h 412"/>
              <a:gd name="T24" fmla="*/ 100 w 397"/>
              <a:gd name="T25" fmla="*/ 269 h 412"/>
              <a:gd name="T26" fmla="*/ 200 w 397"/>
              <a:gd name="T27" fmla="*/ 169 h 412"/>
              <a:gd name="T28" fmla="*/ 214 w 397"/>
              <a:gd name="T29" fmla="*/ 169 h 412"/>
              <a:gd name="T30" fmla="*/ 214 w 397"/>
              <a:gd name="T31" fmla="*/ 183 h 412"/>
              <a:gd name="T32" fmla="*/ 114 w 397"/>
              <a:gd name="T33" fmla="*/ 284 h 412"/>
              <a:gd name="T34" fmla="*/ 107 w 397"/>
              <a:gd name="T35" fmla="*/ 299 h 412"/>
              <a:gd name="T36" fmla="*/ 114 w 397"/>
              <a:gd name="T37" fmla="*/ 315 h 412"/>
              <a:gd name="T38" fmla="*/ 114 w 397"/>
              <a:gd name="T39" fmla="*/ 315 h 412"/>
              <a:gd name="T40" fmla="*/ 145 w 397"/>
              <a:gd name="T41" fmla="*/ 315 h 412"/>
              <a:gd name="T42" fmla="*/ 340 w 397"/>
              <a:gd name="T43" fmla="*/ 120 h 412"/>
              <a:gd name="T44" fmla="*/ 356 w 397"/>
              <a:gd name="T45" fmla="*/ 82 h 412"/>
              <a:gd name="T46" fmla="*/ 340 w 397"/>
              <a:gd name="T47" fmla="*/ 43 h 412"/>
              <a:gd name="T48" fmla="*/ 263 w 397"/>
              <a:gd name="T49" fmla="*/ 43 h 412"/>
              <a:gd name="T50" fmla="*/ 54 w 397"/>
              <a:gd name="T51" fmla="*/ 252 h 412"/>
              <a:gd name="T52" fmla="*/ 54 w 397"/>
              <a:gd name="T53" fmla="*/ 368 h 412"/>
              <a:gd name="T54" fmla="*/ 170 w 397"/>
              <a:gd name="T55" fmla="*/ 368 h 412"/>
              <a:gd name="T56" fmla="*/ 379 w 397"/>
              <a:gd name="T57" fmla="*/ 159 h 412"/>
              <a:gd name="T58" fmla="*/ 393 w 397"/>
              <a:gd name="T59" fmla="*/ 159 h 412"/>
              <a:gd name="T60" fmla="*/ 393 w 397"/>
              <a:gd name="T61" fmla="*/ 173 h 412"/>
              <a:gd name="T62" fmla="*/ 184 w 397"/>
              <a:gd name="T63" fmla="*/ 382 h 412"/>
              <a:gd name="T64" fmla="*/ 112 w 397"/>
              <a:gd name="T65" fmla="*/ 412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97" h="412">
                <a:moveTo>
                  <a:pt x="112" y="412"/>
                </a:moveTo>
                <a:cubicBezTo>
                  <a:pt x="86" y="412"/>
                  <a:pt x="60" y="402"/>
                  <a:pt x="40" y="382"/>
                </a:cubicBezTo>
                <a:cubicBezTo>
                  <a:pt x="0" y="342"/>
                  <a:pt x="0" y="278"/>
                  <a:pt x="40" y="238"/>
                </a:cubicBezTo>
                <a:cubicBezTo>
                  <a:pt x="249" y="29"/>
                  <a:pt x="249" y="29"/>
                  <a:pt x="249" y="29"/>
                </a:cubicBezTo>
                <a:cubicBezTo>
                  <a:pt x="278" y="0"/>
                  <a:pt x="325" y="0"/>
                  <a:pt x="354" y="29"/>
                </a:cubicBezTo>
                <a:cubicBezTo>
                  <a:pt x="369" y="43"/>
                  <a:pt x="376" y="62"/>
                  <a:pt x="376" y="82"/>
                </a:cubicBezTo>
                <a:cubicBezTo>
                  <a:pt x="376" y="101"/>
                  <a:pt x="369" y="120"/>
                  <a:pt x="355" y="134"/>
                </a:cubicBezTo>
                <a:cubicBezTo>
                  <a:pt x="162" y="327"/>
                  <a:pt x="162" y="327"/>
                  <a:pt x="162" y="327"/>
                </a:cubicBezTo>
                <a:cubicBezTo>
                  <a:pt x="159" y="329"/>
                  <a:pt x="159" y="329"/>
                  <a:pt x="159" y="329"/>
                </a:cubicBezTo>
                <a:cubicBezTo>
                  <a:pt x="143" y="346"/>
                  <a:pt x="116" y="345"/>
                  <a:pt x="100" y="329"/>
                </a:cubicBezTo>
                <a:cubicBezTo>
                  <a:pt x="99" y="329"/>
                  <a:pt x="99" y="329"/>
                  <a:pt x="99" y="329"/>
                </a:cubicBezTo>
                <a:cubicBezTo>
                  <a:pt x="92" y="321"/>
                  <a:pt x="87" y="310"/>
                  <a:pt x="87" y="299"/>
                </a:cubicBezTo>
                <a:cubicBezTo>
                  <a:pt x="87" y="288"/>
                  <a:pt x="92" y="277"/>
                  <a:pt x="100" y="269"/>
                </a:cubicBezTo>
                <a:cubicBezTo>
                  <a:pt x="200" y="169"/>
                  <a:pt x="200" y="169"/>
                  <a:pt x="200" y="169"/>
                </a:cubicBezTo>
                <a:cubicBezTo>
                  <a:pt x="204" y="165"/>
                  <a:pt x="210" y="165"/>
                  <a:pt x="214" y="169"/>
                </a:cubicBezTo>
                <a:cubicBezTo>
                  <a:pt x="218" y="173"/>
                  <a:pt x="218" y="179"/>
                  <a:pt x="214" y="183"/>
                </a:cubicBezTo>
                <a:cubicBezTo>
                  <a:pt x="114" y="284"/>
                  <a:pt x="114" y="284"/>
                  <a:pt x="114" y="284"/>
                </a:cubicBezTo>
                <a:cubicBezTo>
                  <a:pt x="110" y="288"/>
                  <a:pt x="107" y="293"/>
                  <a:pt x="107" y="299"/>
                </a:cubicBezTo>
                <a:cubicBezTo>
                  <a:pt x="107" y="305"/>
                  <a:pt x="110" y="311"/>
                  <a:pt x="114" y="315"/>
                </a:cubicBezTo>
                <a:cubicBezTo>
                  <a:pt x="114" y="315"/>
                  <a:pt x="114" y="315"/>
                  <a:pt x="114" y="315"/>
                </a:cubicBezTo>
                <a:cubicBezTo>
                  <a:pt x="123" y="324"/>
                  <a:pt x="136" y="324"/>
                  <a:pt x="145" y="315"/>
                </a:cubicBezTo>
                <a:cubicBezTo>
                  <a:pt x="340" y="120"/>
                  <a:pt x="340" y="120"/>
                  <a:pt x="340" y="120"/>
                </a:cubicBezTo>
                <a:cubicBezTo>
                  <a:pt x="351" y="110"/>
                  <a:pt x="356" y="96"/>
                  <a:pt x="356" y="82"/>
                </a:cubicBezTo>
                <a:cubicBezTo>
                  <a:pt x="356" y="67"/>
                  <a:pt x="351" y="53"/>
                  <a:pt x="340" y="43"/>
                </a:cubicBezTo>
                <a:cubicBezTo>
                  <a:pt x="319" y="22"/>
                  <a:pt x="285" y="22"/>
                  <a:pt x="263" y="43"/>
                </a:cubicBezTo>
                <a:cubicBezTo>
                  <a:pt x="54" y="252"/>
                  <a:pt x="54" y="252"/>
                  <a:pt x="54" y="252"/>
                </a:cubicBezTo>
                <a:cubicBezTo>
                  <a:pt x="22" y="284"/>
                  <a:pt x="22" y="336"/>
                  <a:pt x="54" y="368"/>
                </a:cubicBezTo>
                <a:cubicBezTo>
                  <a:pt x="86" y="400"/>
                  <a:pt x="138" y="400"/>
                  <a:pt x="170" y="368"/>
                </a:cubicBezTo>
                <a:cubicBezTo>
                  <a:pt x="379" y="159"/>
                  <a:pt x="379" y="159"/>
                  <a:pt x="379" y="159"/>
                </a:cubicBezTo>
                <a:cubicBezTo>
                  <a:pt x="383" y="155"/>
                  <a:pt x="389" y="155"/>
                  <a:pt x="393" y="159"/>
                </a:cubicBezTo>
                <a:cubicBezTo>
                  <a:pt x="397" y="162"/>
                  <a:pt x="397" y="169"/>
                  <a:pt x="393" y="173"/>
                </a:cubicBezTo>
                <a:cubicBezTo>
                  <a:pt x="184" y="382"/>
                  <a:pt x="184" y="382"/>
                  <a:pt x="184" y="382"/>
                </a:cubicBezTo>
                <a:cubicBezTo>
                  <a:pt x="164" y="402"/>
                  <a:pt x="138" y="412"/>
                  <a:pt x="112" y="412"/>
                </a:cubicBezTo>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160" name="组合 159"/>
          <p:cNvGrpSpPr/>
          <p:nvPr/>
        </p:nvGrpSpPr>
        <p:grpSpPr>
          <a:xfrm>
            <a:off x="1570668" y="5410532"/>
            <a:ext cx="297737" cy="299541"/>
            <a:chOff x="4232561" y="1784783"/>
            <a:chExt cx="634420" cy="638265"/>
          </a:xfrm>
          <a:solidFill>
            <a:srgbClr val="707E84"/>
          </a:solidFill>
        </p:grpSpPr>
        <p:sp>
          <p:nvSpPr>
            <p:cNvPr id="161" name="Freeform 36"/>
            <p:cNvSpPr>
              <a:spLocks noEditPoints="1"/>
            </p:cNvSpPr>
            <p:nvPr/>
          </p:nvSpPr>
          <p:spPr bwMode="auto">
            <a:xfrm>
              <a:off x="4232561" y="1784783"/>
              <a:ext cx="634420" cy="638265"/>
            </a:xfrm>
            <a:custGeom>
              <a:avLst/>
              <a:gdLst>
                <a:gd name="T0" fmla="*/ 245 w 390"/>
                <a:gd name="T1" fmla="*/ 392 h 392"/>
                <a:gd name="T2" fmla="*/ 235 w 390"/>
                <a:gd name="T3" fmla="*/ 386 h 392"/>
                <a:gd name="T4" fmla="*/ 161 w 390"/>
                <a:gd name="T5" fmla="*/ 228 h 392"/>
                <a:gd name="T6" fmla="*/ 6 w 390"/>
                <a:gd name="T7" fmla="*/ 157 h 392"/>
                <a:gd name="T8" fmla="*/ 0 w 390"/>
                <a:gd name="T9" fmla="*/ 148 h 392"/>
                <a:gd name="T10" fmla="*/ 7 w 390"/>
                <a:gd name="T11" fmla="*/ 139 h 392"/>
                <a:gd name="T12" fmla="*/ 375 w 390"/>
                <a:gd name="T13" fmla="*/ 1 h 392"/>
                <a:gd name="T14" fmla="*/ 386 w 390"/>
                <a:gd name="T15" fmla="*/ 3 h 392"/>
                <a:gd name="T16" fmla="*/ 388 w 390"/>
                <a:gd name="T17" fmla="*/ 14 h 392"/>
                <a:gd name="T18" fmla="*/ 254 w 390"/>
                <a:gd name="T19" fmla="*/ 385 h 392"/>
                <a:gd name="T20" fmla="*/ 245 w 390"/>
                <a:gd name="T21" fmla="*/ 392 h 392"/>
                <a:gd name="T22" fmla="*/ 245 w 390"/>
                <a:gd name="T23" fmla="*/ 392 h 392"/>
                <a:gd name="T24" fmla="*/ 36 w 390"/>
                <a:gd name="T25" fmla="*/ 149 h 392"/>
                <a:gd name="T26" fmla="*/ 173 w 390"/>
                <a:gd name="T27" fmla="*/ 212 h 392"/>
                <a:gd name="T28" fmla="*/ 178 w 390"/>
                <a:gd name="T29" fmla="*/ 216 h 392"/>
                <a:gd name="T30" fmla="*/ 243 w 390"/>
                <a:gd name="T31" fmla="*/ 356 h 392"/>
                <a:gd name="T32" fmla="*/ 362 w 390"/>
                <a:gd name="T33" fmla="*/ 27 h 392"/>
                <a:gd name="T34" fmla="*/ 36 w 390"/>
                <a:gd name="T35" fmla="*/ 149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0" h="392">
                  <a:moveTo>
                    <a:pt x="245" y="392"/>
                  </a:moveTo>
                  <a:cubicBezTo>
                    <a:pt x="241" y="392"/>
                    <a:pt x="237" y="390"/>
                    <a:pt x="235" y="386"/>
                  </a:cubicBezTo>
                  <a:cubicBezTo>
                    <a:pt x="161" y="228"/>
                    <a:pt x="161" y="228"/>
                    <a:pt x="161" y="228"/>
                  </a:cubicBezTo>
                  <a:cubicBezTo>
                    <a:pt x="6" y="157"/>
                    <a:pt x="6" y="157"/>
                    <a:pt x="6" y="157"/>
                  </a:cubicBezTo>
                  <a:cubicBezTo>
                    <a:pt x="3" y="155"/>
                    <a:pt x="0" y="152"/>
                    <a:pt x="0" y="148"/>
                  </a:cubicBezTo>
                  <a:cubicBezTo>
                    <a:pt x="1" y="144"/>
                    <a:pt x="3" y="140"/>
                    <a:pt x="7" y="139"/>
                  </a:cubicBezTo>
                  <a:cubicBezTo>
                    <a:pt x="375" y="1"/>
                    <a:pt x="375" y="1"/>
                    <a:pt x="375" y="1"/>
                  </a:cubicBezTo>
                  <a:cubicBezTo>
                    <a:pt x="379" y="0"/>
                    <a:pt x="383" y="1"/>
                    <a:pt x="386" y="3"/>
                  </a:cubicBezTo>
                  <a:cubicBezTo>
                    <a:pt x="389" y="6"/>
                    <a:pt x="390" y="10"/>
                    <a:pt x="388" y="14"/>
                  </a:cubicBezTo>
                  <a:cubicBezTo>
                    <a:pt x="254" y="385"/>
                    <a:pt x="254" y="385"/>
                    <a:pt x="254" y="385"/>
                  </a:cubicBezTo>
                  <a:cubicBezTo>
                    <a:pt x="253" y="389"/>
                    <a:pt x="249" y="392"/>
                    <a:pt x="245" y="392"/>
                  </a:cubicBezTo>
                  <a:cubicBezTo>
                    <a:pt x="245" y="392"/>
                    <a:pt x="245" y="392"/>
                    <a:pt x="245" y="392"/>
                  </a:cubicBezTo>
                  <a:moveTo>
                    <a:pt x="36" y="149"/>
                  </a:moveTo>
                  <a:cubicBezTo>
                    <a:pt x="173" y="212"/>
                    <a:pt x="173" y="212"/>
                    <a:pt x="173" y="212"/>
                  </a:cubicBezTo>
                  <a:cubicBezTo>
                    <a:pt x="175" y="213"/>
                    <a:pt x="177" y="214"/>
                    <a:pt x="178" y="216"/>
                  </a:cubicBezTo>
                  <a:cubicBezTo>
                    <a:pt x="243" y="356"/>
                    <a:pt x="243" y="356"/>
                    <a:pt x="243" y="356"/>
                  </a:cubicBezTo>
                  <a:cubicBezTo>
                    <a:pt x="362" y="27"/>
                    <a:pt x="362" y="27"/>
                    <a:pt x="362" y="27"/>
                  </a:cubicBezTo>
                  <a:lnTo>
                    <a:pt x="36" y="1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2" name="Freeform 37"/>
            <p:cNvSpPr>
              <a:spLocks/>
            </p:cNvSpPr>
            <p:nvPr/>
          </p:nvSpPr>
          <p:spPr bwMode="auto">
            <a:xfrm>
              <a:off x="4490173" y="1784783"/>
              <a:ext cx="376807" cy="375526"/>
            </a:xfrm>
            <a:custGeom>
              <a:avLst/>
              <a:gdLst>
                <a:gd name="T0" fmla="*/ 11 w 232"/>
                <a:gd name="T1" fmla="*/ 231 h 231"/>
                <a:gd name="T2" fmla="*/ 4 w 232"/>
                <a:gd name="T3" fmla="*/ 228 h 231"/>
                <a:gd name="T4" fmla="*/ 4 w 232"/>
                <a:gd name="T5" fmla="*/ 214 h 231"/>
                <a:gd name="T6" fmla="*/ 214 w 232"/>
                <a:gd name="T7" fmla="*/ 3 h 231"/>
                <a:gd name="T8" fmla="*/ 228 w 232"/>
                <a:gd name="T9" fmla="*/ 3 h 231"/>
                <a:gd name="T10" fmla="*/ 228 w 232"/>
                <a:gd name="T11" fmla="*/ 18 h 231"/>
                <a:gd name="T12" fmla="*/ 18 w 232"/>
                <a:gd name="T13" fmla="*/ 228 h 231"/>
                <a:gd name="T14" fmla="*/ 11 w 232"/>
                <a:gd name="T15" fmla="*/ 231 h 2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2" h="231">
                  <a:moveTo>
                    <a:pt x="11" y="231"/>
                  </a:moveTo>
                  <a:cubicBezTo>
                    <a:pt x="8" y="231"/>
                    <a:pt x="5" y="230"/>
                    <a:pt x="4" y="228"/>
                  </a:cubicBezTo>
                  <a:cubicBezTo>
                    <a:pt x="0" y="224"/>
                    <a:pt x="0" y="218"/>
                    <a:pt x="4" y="214"/>
                  </a:cubicBezTo>
                  <a:cubicBezTo>
                    <a:pt x="214" y="3"/>
                    <a:pt x="214" y="3"/>
                    <a:pt x="214" y="3"/>
                  </a:cubicBezTo>
                  <a:cubicBezTo>
                    <a:pt x="218" y="0"/>
                    <a:pt x="224" y="0"/>
                    <a:pt x="228" y="3"/>
                  </a:cubicBezTo>
                  <a:cubicBezTo>
                    <a:pt x="232" y="7"/>
                    <a:pt x="232" y="14"/>
                    <a:pt x="228" y="18"/>
                  </a:cubicBezTo>
                  <a:cubicBezTo>
                    <a:pt x="18" y="228"/>
                    <a:pt x="18" y="228"/>
                    <a:pt x="18" y="228"/>
                  </a:cubicBezTo>
                  <a:cubicBezTo>
                    <a:pt x="16" y="230"/>
                    <a:pt x="13" y="231"/>
                    <a:pt x="11" y="2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63" name="组合 162"/>
          <p:cNvGrpSpPr/>
          <p:nvPr/>
        </p:nvGrpSpPr>
        <p:grpSpPr>
          <a:xfrm>
            <a:off x="141987" y="5919992"/>
            <a:ext cx="324804" cy="250821"/>
            <a:chOff x="732359" y="2870346"/>
            <a:chExt cx="692094" cy="534451"/>
          </a:xfrm>
          <a:solidFill>
            <a:srgbClr val="707E84"/>
          </a:solidFill>
        </p:grpSpPr>
        <p:sp>
          <p:nvSpPr>
            <p:cNvPr id="164" name="Freeform 38"/>
            <p:cNvSpPr>
              <a:spLocks noEditPoints="1"/>
            </p:cNvSpPr>
            <p:nvPr/>
          </p:nvSpPr>
          <p:spPr bwMode="auto">
            <a:xfrm>
              <a:off x="732359" y="2870346"/>
              <a:ext cx="692094" cy="534451"/>
            </a:xfrm>
            <a:custGeom>
              <a:avLst/>
              <a:gdLst>
                <a:gd name="T0" fmla="*/ 405 w 426"/>
                <a:gd name="T1" fmla="*/ 328 h 328"/>
                <a:gd name="T2" fmla="*/ 22 w 426"/>
                <a:gd name="T3" fmla="*/ 328 h 328"/>
                <a:gd name="T4" fmla="*/ 0 w 426"/>
                <a:gd name="T5" fmla="*/ 306 h 328"/>
                <a:gd name="T6" fmla="*/ 0 w 426"/>
                <a:gd name="T7" fmla="*/ 52 h 328"/>
                <a:gd name="T8" fmla="*/ 22 w 426"/>
                <a:gd name="T9" fmla="*/ 31 h 328"/>
                <a:gd name="T10" fmla="*/ 126 w 426"/>
                <a:gd name="T11" fmla="*/ 31 h 328"/>
                <a:gd name="T12" fmla="*/ 137 w 426"/>
                <a:gd name="T13" fmla="*/ 25 h 328"/>
                <a:gd name="T14" fmla="*/ 149 w 426"/>
                <a:gd name="T15" fmla="*/ 12 h 328"/>
                <a:gd name="T16" fmla="*/ 175 w 426"/>
                <a:gd name="T17" fmla="*/ 0 h 328"/>
                <a:gd name="T18" fmla="*/ 250 w 426"/>
                <a:gd name="T19" fmla="*/ 0 h 328"/>
                <a:gd name="T20" fmla="*/ 277 w 426"/>
                <a:gd name="T21" fmla="*/ 12 h 328"/>
                <a:gd name="T22" fmla="*/ 288 w 426"/>
                <a:gd name="T23" fmla="*/ 25 h 328"/>
                <a:gd name="T24" fmla="*/ 300 w 426"/>
                <a:gd name="T25" fmla="*/ 31 h 328"/>
                <a:gd name="T26" fmla="*/ 405 w 426"/>
                <a:gd name="T27" fmla="*/ 31 h 328"/>
                <a:gd name="T28" fmla="*/ 426 w 426"/>
                <a:gd name="T29" fmla="*/ 52 h 328"/>
                <a:gd name="T30" fmla="*/ 426 w 426"/>
                <a:gd name="T31" fmla="*/ 306 h 328"/>
                <a:gd name="T32" fmla="*/ 405 w 426"/>
                <a:gd name="T33" fmla="*/ 328 h 328"/>
                <a:gd name="T34" fmla="*/ 22 w 426"/>
                <a:gd name="T35" fmla="*/ 51 h 328"/>
                <a:gd name="T36" fmla="*/ 20 w 426"/>
                <a:gd name="T37" fmla="*/ 52 h 328"/>
                <a:gd name="T38" fmla="*/ 20 w 426"/>
                <a:gd name="T39" fmla="*/ 306 h 328"/>
                <a:gd name="T40" fmla="*/ 22 w 426"/>
                <a:gd name="T41" fmla="*/ 308 h 328"/>
                <a:gd name="T42" fmla="*/ 405 w 426"/>
                <a:gd name="T43" fmla="*/ 308 h 328"/>
                <a:gd name="T44" fmla="*/ 406 w 426"/>
                <a:gd name="T45" fmla="*/ 306 h 328"/>
                <a:gd name="T46" fmla="*/ 406 w 426"/>
                <a:gd name="T47" fmla="*/ 52 h 328"/>
                <a:gd name="T48" fmla="*/ 405 w 426"/>
                <a:gd name="T49" fmla="*/ 51 h 328"/>
                <a:gd name="T50" fmla="*/ 300 w 426"/>
                <a:gd name="T51" fmla="*/ 51 h 328"/>
                <a:gd name="T52" fmla="*/ 273 w 426"/>
                <a:gd name="T53" fmla="*/ 39 h 328"/>
                <a:gd name="T54" fmla="*/ 262 w 426"/>
                <a:gd name="T55" fmla="*/ 25 h 328"/>
                <a:gd name="T56" fmla="*/ 250 w 426"/>
                <a:gd name="T57" fmla="*/ 20 h 328"/>
                <a:gd name="T58" fmla="*/ 175 w 426"/>
                <a:gd name="T59" fmla="*/ 20 h 328"/>
                <a:gd name="T60" fmla="*/ 164 w 426"/>
                <a:gd name="T61" fmla="*/ 25 h 328"/>
                <a:gd name="T62" fmla="*/ 152 w 426"/>
                <a:gd name="T63" fmla="*/ 39 h 328"/>
                <a:gd name="T64" fmla="*/ 126 w 426"/>
                <a:gd name="T65" fmla="*/ 51 h 328"/>
                <a:gd name="T66" fmla="*/ 22 w 426"/>
                <a:gd name="T67" fmla="*/ 51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6" h="328">
                  <a:moveTo>
                    <a:pt x="405" y="328"/>
                  </a:moveTo>
                  <a:cubicBezTo>
                    <a:pt x="22" y="328"/>
                    <a:pt x="22" y="328"/>
                    <a:pt x="22" y="328"/>
                  </a:cubicBezTo>
                  <a:cubicBezTo>
                    <a:pt x="10" y="328"/>
                    <a:pt x="0" y="318"/>
                    <a:pt x="0" y="306"/>
                  </a:cubicBezTo>
                  <a:cubicBezTo>
                    <a:pt x="0" y="52"/>
                    <a:pt x="0" y="52"/>
                    <a:pt x="0" y="52"/>
                  </a:cubicBezTo>
                  <a:cubicBezTo>
                    <a:pt x="0" y="40"/>
                    <a:pt x="10" y="31"/>
                    <a:pt x="22" y="31"/>
                  </a:cubicBezTo>
                  <a:cubicBezTo>
                    <a:pt x="126" y="31"/>
                    <a:pt x="126" y="31"/>
                    <a:pt x="126" y="31"/>
                  </a:cubicBezTo>
                  <a:cubicBezTo>
                    <a:pt x="129" y="31"/>
                    <a:pt x="135" y="28"/>
                    <a:pt x="137" y="25"/>
                  </a:cubicBezTo>
                  <a:cubicBezTo>
                    <a:pt x="149" y="12"/>
                    <a:pt x="149" y="12"/>
                    <a:pt x="149" y="12"/>
                  </a:cubicBezTo>
                  <a:cubicBezTo>
                    <a:pt x="155" y="5"/>
                    <a:pt x="166" y="0"/>
                    <a:pt x="175" y="0"/>
                  </a:cubicBezTo>
                  <a:cubicBezTo>
                    <a:pt x="250" y="0"/>
                    <a:pt x="250" y="0"/>
                    <a:pt x="250" y="0"/>
                  </a:cubicBezTo>
                  <a:cubicBezTo>
                    <a:pt x="259" y="0"/>
                    <a:pt x="271" y="5"/>
                    <a:pt x="277" y="12"/>
                  </a:cubicBezTo>
                  <a:cubicBezTo>
                    <a:pt x="288" y="25"/>
                    <a:pt x="288" y="25"/>
                    <a:pt x="288" y="25"/>
                  </a:cubicBezTo>
                  <a:cubicBezTo>
                    <a:pt x="290" y="28"/>
                    <a:pt x="296" y="31"/>
                    <a:pt x="300" y="31"/>
                  </a:cubicBezTo>
                  <a:cubicBezTo>
                    <a:pt x="405" y="31"/>
                    <a:pt x="405" y="31"/>
                    <a:pt x="405" y="31"/>
                  </a:cubicBezTo>
                  <a:cubicBezTo>
                    <a:pt x="417" y="31"/>
                    <a:pt x="426" y="40"/>
                    <a:pt x="426" y="52"/>
                  </a:cubicBezTo>
                  <a:cubicBezTo>
                    <a:pt x="426" y="306"/>
                    <a:pt x="426" y="306"/>
                    <a:pt x="426" y="306"/>
                  </a:cubicBezTo>
                  <a:cubicBezTo>
                    <a:pt x="426" y="318"/>
                    <a:pt x="417" y="328"/>
                    <a:pt x="405" y="328"/>
                  </a:cubicBezTo>
                  <a:moveTo>
                    <a:pt x="22" y="51"/>
                  </a:moveTo>
                  <a:cubicBezTo>
                    <a:pt x="21" y="51"/>
                    <a:pt x="20" y="51"/>
                    <a:pt x="20" y="52"/>
                  </a:cubicBezTo>
                  <a:cubicBezTo>
                    <a:pt x="20" y="306"/>
                    <a:pt x="20" y="306"/>
                    <a:pt x="20" y="306"/>
                  </a:cubicBezTo>
                  <a:cubicBezTo>
                    <a:pt x="20" y="307"/>
                    <a:pt x="21" y="308"/>
                    <a:pt x="22" y="308"/>
                  </a:cubicBezTo>
                  <a:cubicBezTo>
                    <a:pt x="405" y="308"/>
                    <a:pt x="405" y="308"/>
                    <a:pt x="405" y="308"/>
                  </a:cubicBezTo>
                  <a:cubicBezTo>
                    <a:pt x="406" y="308"/>
                    <a:pt x="406" y="307"/>
                    <a:pt x="406" y="306"/>
                  </a:cubicBezTo>
                  <a:cubicBezTo>
                    <a:pt x="406" y="52"/>
                    <a:pt x="406" y="52"/>
                    <a:pt x="406" y="52"/>
                  </a:cubicBezTo>
                  <a:cubicBezTo>
                    <a:pt x="406" y="51"/>
                    <a:pt x="406" y="51"/>
                    <a:pt x="405" y="51"/>
                  </a:cubicBezTo>
                  <a:cubicBezTo>
                    <a:pt x="300" y="51"/>
                    <a:pt x="300" y="51"/>
                    <a:pt x="300" y="51"/>
                  </a:cubicBezTo>
                  <a:cubicBezTo>
                    <a:pt x="291" y="51"/>
                    <a:pt x="279" y="45"/>
                    <a:pt x="273" y="39"/>
                  </a:cubicBezTo>
                  <a:cubicBezTo>
                    <a:pt x="262" y="25"/>
                    <a:pt x="262" y="25"/>
                    <a:pt x="262" y="25"/>
                  </a:cubicBezTo>
                  <a:cubicBezTo>
                    <a:pt x="259" y="23"/>
                    <a:pt x="254" y="20"/>
                    <a:pt x="250" y="20"/>
                  </a:cubicBezTo>
                  <a:cubicBezTo>
                    <a:pt x="175" y="20"/>
                    <a:pt x="175" y="20"/>
                    <a:pt x="175" y="20"/>
                  </a:cubicBezTo>
                  <a:cubicBezTo>
                    <a:pt x="172" y="20"/>
                    <a:pt x="166" y="23"/>
                    <a:pt x="164" y="25"/>
                  </a:cubicBezTo>
                  <a:cubicBezTo>
                    <a:pt x="152" y="39"/>
                    <a:pt x="152" y="39"/>
                    <a:pt x="152" y="39"/>
                  </a:cubicBezTo>
                  <a:cubicBezTo>
                    <a:pt x="146" y="45"/>
                    <a:pt x="135" y="51"/>
                    <a:pt x="126" y="51"/>
                  </a:cubicBezTo>
                  <a:lnTo>
                    <a:pt x="22" y="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5" name="Freeform 39"/>
            <p:cNvSpPr>
              <a:spLocks noEditPoints="1"/>
            </p:cNvSpPr>
            <p:nvPr/>
          </p:nvSpPr>
          <p:spPr bwMode="auto">
            <a:xfrm>
              <a:off x="915636" y="3006202"/>
              <a:ext cx="325541" cy="325541"/>
            </a:xfrm>
            <a:custGeom>
              <a:avLst/>
              <a:gdLst>
                <a:gd name="T0" fmla="*/ 100 w 200"/>
                <a:gd name="T1" fmla="*/ 200 h 200"/>
                <a:gd name="T2" fmla="*/ 0 w 200"/>
                <a:gd name="T3" fmla="*/ 100 h 200"/>
                <a:gd name="T4" fmla="*/ 100 w 200"/>
                <a:gd name="T5" fmla="*/ 0 h 200"/>
                <a:gd name="T6" fmla="*/ 200 w 200"/>
                <a:gd name="T7" fmla="*/ 100 h 200"/>
                <a:gd name="T8" fmla="*/ 100 w 200"/>
                <a:gd name="T9" fmla="*/ 200 h 200"/>
                <a:gd name="T10" fmla="*/ 100 w 200"/>
                <a:gd name="T11" fmla="*/ 20 h 200"/>
                <a:gd name="T12" fmla="*/ 20 w 200"/>
                <a:gd name="T13" fmla="*/ 100 h 200"/>
                <a:gd name="T14" fmla="*/ 100 w 200"/>
                <a:gd name="T15" fmla="*/ 180 h 200"/>
                <a:gd name="T16" fmla="*/ 180 w 200"/>
                <a:gd name="T17" fmla="*/ 100 h 200"/>
                <a:gd name="T18" fmla="*/ 100 w 200"/>
                <a:gd name="T19" fmla="*/ 2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0" h="200">
                  <a:moveTo>
                    <a:pt x="100" y="200"/>
                  </a:moveTo>
                  <a:cubicBezTo>
                    <a:pt x="45" y="200"/>
                    <a:pt x="0" y="155"/>
                    <a:pt x="0" y="100"/>
                  </a:cubicBezTo>
                  <a:cubicBezTo>
                    <a:pt x="0" y="45"/>
                    <a:pt x="45" y="0"/>
                    <a:pt x="100" y="0"/>
                  </a:cubicBezTo>
                  <a:cubicBezTo>
                    <a:pt x="155" y="0"/>
                    <a:pt x="200" y="45"/>
                    <a:pt x="200" y="100"/>
                  </a:cubicBezTo>
                  <a:cubicBezTo>
                    <a:pt x="200" y="155"/>
                    <a:pt x="155" y="200"/>
                    <a:pt x="100" y="200"/>
                  </a:cubicBezTo>
                  <a:moveTo>
                    <a:pt x="100" y="20"/>
                  </a:moveTo>
                  <a:cubicBezTo>
                    <a:pt x="56" y="20"/>
                    <a:pt x="20" y="56"/>
                    <a:pt x="20" y="100"/>
                  </a:cubicBezTo>
                  <a:cubicBezTo>
                    <a:pt x="20" y="144"/>
                    <a:pt x="56" y="180"/>
                    <a:pt x="100" y="180"/>
                  </a:cubicBezTo>
                  <a:cubicBezTo>
                    <a:pt x="144" y="180"/>
                    <a:pt x="180" y="144"/>
                    <a:pt x="180" y="100"/>
                  </a:cubicBezTo>
                  <a:cubicBezTo>
                    <a:pt x="180" y="56"/>
                    <a:pt x="144" y="20"/>
                    <a:pt x="100"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6" name="Freeform 40"/>
            <p:cNvSpPr>
              <a:spLocks/>
            </p:cNvSpPr>
            <p:nvPr/>
          </p:nvSpPr>
          <p:spPr bwMode="auto">
            <a:xfrm>
              <a:off x="1296287" y="3156156"/>
              <a:ext cx="124321" cy="32042"/>
            </a:xfrm>
            <a:custGeom>
              <a:avLst/>
              <a:gdLst>
                <a:gd name="T0" fmla="*/ 66 w 76"/>
                <a:gd name="T1" fmla="*/ 20 h 20"/>
                <a:gd name="T2" fmla="*/ 10 w 76"/>
                <a:gd name="T3" fmla="*/ 20 h 20"/>
                <a:gd name="T4" fmla="*/ 0 w 76"/>
                <a:gd name="T5" fmla="*/ 10 h 20"/>
                <a:gd name="T6" fmla="*/ 10 w 76"/>
                <a:gd name="T7" fmla="*/ 0 h 20"/>
                <a:gd name="T8" fmla="*/ 66 w 76"/>
                <a:gd name="T9" fmla="*/ 0 h 20"/>
                <a:gd name="T10" fmla="*/ 76 w 76"/>
                <a:gd name="T11" fmla="*/ 10 h 20"/>
                <a:gd name="T12" fmla="*/ 66 w 76"/>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76" h="20">
                  <a:moveTo>
                    <a:pt x="66" y="20"/>
                  </a:moveTo>
                  <a:cubicBezTo>
                    <a:pt x="10" y="20"/>
                    <a:pt x="10" y="20"/>
                    <a:pt x="10" y="20"/>
                  </a:cubicBezTo>
                  <a:cubicBezTo>
                    <a:pt x="4" y="20"/>
                    <a:pt x="0" y="16"/>
                    <a:pt x="0" y="10"/>
                  </a:cubicBezTo>
                  <a:cubicBezTo>
                    <a:pt x="0" y="5"/>
                    <a:pt x="4" y="0"/>
                    <a:pt x="10" y="0"/>
                  </a:cubicBezTo>
                  <a:cubicBezTo>
                    <a:pt x="66" y="0"/>
                    <a:pt x="66" y="0"/>
                    <a:pt x="66" y="0"/>
                  </a:cubicBezTo>
                  <a:cubicBezTo>
                    <a:pt x="72" y="0"/>
                    <a:pt x="76" y="5"/>
                    <a:pt x="76" y="10"/>
                  </a:cubicBezTo>
                  <a:cubicBezTo>
                    <a:pt x="76" y="16"/>
                    <a:pt x="72" y="20"/>
                    <a:pt x="66"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 name="Freeform 41"/>
            <p:cNvSpPr>
              <a:spLocks/>
            </p:cNvSpPr>
            <p:nvPr/>
          </p:nvSpPr>
          <p:spPr bwMode="auto">
            <a:xfrm>
              <a:off x="738768" y="3156156"/>
              <a:ext cx="129448" cy="32042"/>
            </a:xfrm>
            <a:custGeom>
              <a:avLst/>
              <a:gdLst>
                <a:gd name="T0" fmla="*/ 70 w 80"/>
                <a:gd name="T1" fmla="*/ 20 h 20"/>
                <a:gd name="T2" fmla="*/ 10 w 80"/>
                <a:gd name="T3" fmla="*/ 20 h 20"/>
                <a:gd name="T4" fmla="*/ 0 w 80"/>
                <a:gd name="T5" fmla="*/ 10 h 20"/>
                <a:gd name="T6" fmla="*/ 10 w 80"/>
                <a:gd name="T7" fmla="*/ 0 h 20"/>
                <a:gd name="T8" fmla="*/ 70 w 80"/>
                <a:gd name="T9" fmla="*/ 0 h 20"/>
                <a:gd name="T10" fmla="*/ 80 w 80"/>
                <a:gd name="T11" fmla="*/ 10 h 20"/>
                <a:gd name="T12" fmla="*/ 70 w 80"/>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80" h="20">
                  <a:moveTo>
                    <a:pt x="70" y="20"/>
                  </a:moveTo>
                  <a:cubicBezTo>
                    <a:pt x="10" y="20"/>
                    <a:pt x="10" y="20"/>
                    <a:pt x="10" y="20"/>
                  </a:cubicBezTo>
                  <a:cubicBezTo>
                    <a:pt x="4" y="20"/>
                    <a:pt x="0" y="16"/>
                    <a:pt x="0" y="10"/>
                  </a:cubicBezTo>
                  <a:cubicBezTo>
                    <a:pt x="0" y="5"/>
                    <a:pt x="4" y="0"/>
                    <a:pt x="10" y="0"/>
                  </a:cubicBezTo>
                  <a:cubicBezTo>
                    <a:pt x="70" y="0"/>
                    <a:pt x="70" y="0"/>
                    <a:pt x="70" y="0"/>
                  </a:cubicBezTo>
                  <a:cubicBezTo>
                    <a:pt x="75" y="0"/>
                    <a:pt x="80" y="5"/>
                    <a:pt x="80" y="10"/>
                  </a:cubicBezTo>
                  <a:cubicBezTo>
                    <a:pt x="80" y="16"/>
                    <a:pt x="75" y="20"/>
                    <a:pt x="70"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 name="Freeform 42"/>
            <p:cNvSpPr>
              <a:spLocks noEditPoints="1"/>
            </p:cNvSpPr>
            <p:nvPr/>
          </p:nvSpPr>
          <p:spPr bwMode="auto">
            <a:xfrm>
              <a:off x="981000" y="3071567"/>
              <a:ext cx="196094" cy="194812"/>
            </a:xfrm>
            <a:custGeom>
              <a:avLst/>
              <a:gdLst>
                <a:gd name="T0" fmla="*/ 60 w 121"/>
                <a:gd name="T1" fmla="*/ 120 h 120"/>
                <a:gd name="T2" fmla="*/ 0 w 121"/>
                <a:gd name="T3" fmla="*/ 60 h 120"/>
                <a:gd name="T4" fmla="*/ 60 w 121"/>
                <a:gd name="T5" fmla="*/ 0 h 120"/>
                <a:gd name="T6" fmla="*/ 121 w 121"/>
                <a:gd name="T7" fmla="*/ 60 h 120"/>
                <a:gd name="T8" fmla="*/ 60 w 121"/>
                <a:gd name="T9" fmla="*/ 120 h 120"/>
                <a:gd name="T10" fmla="*/ 60 w 121"/>
                <a:gd name="T11" fmla="*/ 20 h 120"/>
                <a:gd name="T12" fmla="*/ 20 w 121"/>
                <a:gd name="T13" fmla="*/ 60 h 120"/>
                <a:gd name="T14" fmla="*/ 60 w 121"/>
                <a:gd name="T15" fmla="*/ 100 h 120"/>
                <a:gd name="T16" fmla="*/ 101 w 121"/>
                <a:gd name="T17" fmla="*/ 60 h 120"/>
                <a:gd name="T18" fmla="*/ 60 w 121"/>
                <a:gd name="T19" fmla="*/ 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20">
                  <a:moveTo>
                    <a:pt x="60" y="120"/>
                  </a:moveTo>
                  <a:cubicBezTo>
                    <a:pt x="27" y="120"/>
                    <a:pt x="0" y="93"/>
                    <a:pt x="0" y="60"/>
                  </a:cubicBezTo>
                  <a:cubicBezTo>
                    <a:pt x="0" y="27"/>
                    <a:pt x="27" y="0"/>
                    <a:pt x="60" y="0"/>
                  </a:cubicBezTo>
                  <a:cubicBezTo>
                    <a:pt x="94" y="0"/>
                    <a:pt x="121" y="27"/>
                    <a:pt x="121" y="60"/>
                  </a:cubicBezTo>
                  <a:cubicBezTo>
                    <a:pt x="121" y="93"/>
                    <a:pt x="94" y="120"/>
                    <a:pt x="60" y="120"/>
                  </a:cubicBezTo>
                  <a:moveTo>
                    <a:pt x="60" y="20"/>
                  </a:moveTo>
                  <a:cubicBezTo>
                    <a:pt x="38" y="20"/>
                    <a:pt x="20" y="38"/>
                    <a:pt x="20" y="60"/>
                  </a:cubicBezTo>
                  <a:cubicBezTo>
                    <a:pt x="20" y="82"/>
                    <a:pt x="38" y="100"/>
                    <a:pt x="60" y="100"/>
                  </a:cubicBezTo>
                  <a:cubicBezTo>
                    <a:pt x="82" y="100"/>
                    <a:pt x="101" y="82"/>
                    <a:pt x="101" y="60"/>
                  </a:cubicBezTo>
                  <a:cubicBezTo>
                    <a:pt x="101" y="38"/>
                    <a:pt x="82" y="20"/>
                    <a:pt x="60"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69" name="组合 168"/>
          <p:cNvGrpSpPr/>
          <p:nvPr/>
        </p:nvGrpSpPr>
        <p:grpSpPr>
          <a:xfrm>
            <a:off x="649792" y="5862850"/>
            <a:ext cx="267662" cy="365104"/>
            <a:chOff x="1971720" y="2748589"/>
            <a:chExt cx="570337" cy="777966"/>
          </a:xfrm>
          <a:solidFill>
            <a:srgbClr val="707E84"/>
          </a:solidFill>
        </p:grpSpPr>
        <p:sp>
          <p:nvSpPr>
            <p:cNvPr id="170" name="Freeform 43"/>
            <p:cNvSpPr>
              <a:spLocks noEditPoints="1"/>
            </p:cNvSpPr>
            <p:nvPr/>
          </p:nvSpPr>
          <p:spPr bwMode="auto">
            <a:xfrm>
              <a:off x="1971720" y="2748589"/>
              <a:ext cx="570337" cy="645954"/>
            </a:xfrm>
            <a:custGeom>
              <a:avLst/>
              <a:gdLst>
                <a:gd name="T0" fmla="*/ 351 w 351"/>
                <a:gd name="T1" fmla="*/ 397 h 397"/>
                <a:gd name="T2" fmla="*/ 0 w 351"/>
                <a:gd name="T3" fmla="*/ 397 h 397"/>
                <a:gd name="T4" fmla="*/ 9 w 351"/>
                <a:gd name="T5" fmla="*/ 382 h 397"/>
                <a:gd name="T6" fmla="*/ 47 w 351"/>
                <a:gd name="T7" fmla="*/ 171 h 397"/>
                <a:gd name="T8" fmla="*/ 167 w 351"/>
                <a:gd name="T9" fmla="*/ 44 h 397"/>
                <a:gd name="T10" fmla="*/ 167 w 351"/>
                <a:gd name="T11" fmla="*/ 10 h 397"/>
                <a:gd name="T12" fmla="*/ 177 w 351"/>
                <a:gd name="T13" fmla="*/ 0 h 397"/>
                <a:gd name="T14" fmla="*/ 187 w 351"/>
                <a:gd name="T15" fmla="*/ 10 h 397"/>
                <a:gd name="T16" fmla="*/ 187 w 351"/>
                <a:gd name="T17" fmla="*/ 44 h 397"/>
                <a:gd name="T18" fmla="*/ 304 w 351"/>
                <a:gd name="T19" fmla="*/ 171 h 397"/>
                <a:gd name="T20" fmla="*/ 341 w 351"/>
                <a:gd name="T21" fmla="*/ 382 h 397"/>
                <a:gd name="T22" fmla="*/ 351 w 351"/>
                <a:gd name="T23" fmla="*/ 397 h 397"/>
                <a:gd name="T24" fmla="*/ 34 w 351"/>
                <a:gd name="T25" fmla="*/ 377 h 397"/>
                <a:gd name="T26" fmla="*/ 316 w 351"/>
                <a:gd name="T27" fmla="*/ 377 h 397"/>
                <a:gd name="T28" fmla="*/ 284 w 351"/>
                <a:gd name="T29" fmla="*/ 171 h 397"/>
                <a:gd name="T30" fmla="*/ 177 w 351"/>
                <a:gd name="T31" fmla="*/ 64 h 397"/>
                <a:gd name="T32" fmla="*/ 174 w 351"/>
                <a:gd name="T33" fmla="*/ 64 h 397"/>
                <a:gd name="T34" fmla="*/ 67 w 351"/>
                <a:gd name="T35" fmla="*/ 171 h 397"/>
                <a:gd name="T36" fmla="*/ 34 w 351"/>
                <a:gd name="T37" fmla="*/ 377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1" h="397">
                  <a:moveTo>
                    <a:pt x="351" y="397"/>
                  </a:moveTo>
                  <a:cubicBezTo>
                    <a:pt x="0" y="397"/>
                    <a:pt x="0" y="397"/>
                    <a:pt x="0" y="397"/>
                  </a:cubicBezTo>
                  <a:cubicBezTo>
                    <a:pt x="9" y="382"/>
                    <a:pt x="9" y="382"/>
                    <a:pt x="9" y="382"/>
                  </a:cubicBezTo>
                  <a:cubicBezTo>
                    <a:pt x="46" y="322"/>
                    <a:pt x="47" y="172"/>
                    <a:pt x="47" y="171"/>
                  </a:cubicBezTo>
                  <a:cubicBezTo>
                    <a:pt x="47" y="103"/>
                    <a:pt x="100" y="47"/>
                    <a:pt x="167" y="44"/>
                  </a:cubicBezTo>
                  <a:cubicBezTo>
                    <a:pt x="167" y="10"/>
                    <a:pt x="167" y="10"/>
                    <a:pt x="167" y="10"/>
                  </a:cubicBezTo>
                  <a:cubicBezTo>
                    <a:pt x="167" y="4"/>
                    <a:pt x="172" y="0"/>
                    <a:pt x="177" y="0"/>
                  </a:cubicBezTo>
                  <a:cubicBezTo>
                    <a:pt x="183" y="0"/>
                    <a:pt x="187" y="4"/>
                    <a:pt x="187" y="10"/>
                  </a:cubicBezTo>
                  <a:cubicBezTo>
                    <a:pt x="187" y="44"/>
                    <a:pt x="187" y="44"/>
                    <a:pt x="187" y="44"/>
                  </a:cubicBezTo>
                  <a:cubicBezTo>
                    <a:pt x="252" y="49"/>
                    <a:pt x="304" y="104"/>
                    <a:pt x="304" y="171"/>
                  </a:cubicBezTo>
                  <a:cubicBezTo>
                    <a:pt x="304" y="172"/>
                    <a:pt x="304" y="322"/>
                    <a:pt x="341" y="382"/>
                  </a:cubicBezTo>
                  <a:lnTo>
                    <a:pt x="351" y="397"/>
                  </a:lnTo>
                  <a:close/>
                  <a:moveTo>
                    <a:pt x="34" y="377"/>
                  </a:moveTo>
                  <a:cubicBezTo>
                    <a:pt x="316" y="377"/>
                    <a:pt x="316" y="377"/>
                    <a:pt x="316" y="377"/>
                  </a:cubicBezTo>
                  <a:cubicBezTo>
                    <a:pt x="284" y="307"/>
                    <a:pt x="284" y="176"/>
                    <a:pt x="284" y="171"/>
                  </a:cubicBezTo>
                  <a:cubicBezTo>
                    <a:pt x="284" y="112"/>
                    <a:pt x="236" y="64"/>
                    <a:pt x="177" y="64"/>
                  </a:cubicBezTo>
                  <a:cubicBezTo>
                    <a:pt x="174" y="64"/>
                    <a:pt x="174" y="64"/>
                    <a:pt x="174" y="64"/>
                  </a:cubicBezTo>
                  <a:cubicBezTo>
                    <a:pt x="115" y="64"/>
                    <a:pt x="67" y="112"/>
                    <a:pt x="67" y="171"/>
                  </a:cubicBezTo>
                  <a:cubicBezTo>
                    <a:pt x="67" y="176"/>
                    <a:pt x="66" y="307"/>
                    <a:pt x="34" y="3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1" name="Freeform 44"/>
            <p:cNvSpPr>
              <a:spLocks/>
            </p:cNvSpPr>
            <p:nvPr/>
          </p:nvSpPr>
          <p:spPr bwMode="auto">
            <a:xfrm>
              <a:off x="2167813" y="3422740"/>
              <a:ext cx="178151" cy="103815"/>
            </a:xfrm>
            <a:custGeom>
              <a:avLst/>
              <a:gdLst>
                <a:gd name="T0" fmla="*/ 54 w 109"/>
                <a:gd name="T1" fmla="*/ 64 h 64"/>
                <a:gd name="T2" fmla="*/ 0 w 109"/>
                <a:gd name="T3" fmla="*/ 10 h 64"/>
                <a:gd name="T4" fmla="*/ 10 w 109"/>
                <a:gd name="T5" fmla="*/ 0 h 64"/>
                <a:gd name="T6" fmla="*/ 20 w 109"/>
                <a:gd name="T7" fmla="*/ 10 h 64"/>
                <a:gd name="T8" fmla="*/ 54 w 109"/>
                <a:gd name="T9" fmla="*/ 44 h 64"/>
                <a:gd name="T10" fmla="*/ 89 w 109"/>
                <a:gd name="T11" fmla="*/ 10 h 64"/>
                <a:gd name="T12" fmla="*/ 99 w 109"/>
                <a:gd name="T13" fmla="*/ 0 h 64"/>
                <a:gd name="T14" fmla="*/ 109 w 109"/>
                <a:gd name="T15" fmla="*/ 10 h 64"/>
                <a:gd name="T16" fmla="*/ 54 w 109"/>
                <a:gd name="T17"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 h="64">
                  <a:moveTo>
                    <a:pt x="54" y="64"/>
                  </a:moveTo>
                  <a:cubicBezTo>
                    <a:pt x="24" y="64"/>
                    <a:pt x="0" y="40"/>
                    <a:pt x="0" y="10"/>
                  </a:cubicBezTo>
                  <a:cubicBezTo>
                    <a:pt x="0" y="4"/>
                    <a:pt x="5" y="0"/>
                    <a:pt x="10" y="0"/>
                  </a:cubicBezTo>
                  <a:cubicBezTo>
                    <a:pt x="16" y="0"/>
                    <a:pt x="20" y="4"/>
                    <a:pt x="20" y="10"/>
                  </a:cubicBezTo>
                  <a:cubicBezTo>
                    <a:pt x="20" y="29"/>
                    <a:pt x="35" y="44"/>
                    <a:pt x="54" y="44"/>
                  </a:cubicBezTo>
                  <a:cubicBezTo>
                    <a:pt x="73" y="44"/>
                    <a:pt x="89" y="29"/>
                    <a:pt x="89" y="10"/>
                  </a:cubicBezTo>
                  <a:cubicBezTo>
                    <a:pt x="89" y="4"/>
                    <a:pt x="93" y="0"/>
                    <a:pt x="99" y="0"/>
                  </a:cubicBezTo>
                  <a:cubicBezTo>
                    <a:pt x="104" y="0"/>
                    <a:pt x="109" y="4"/>
                    <a:pt x="109" y="10"/>
                  </a:cubicBezTo>
                  <a:cubicBezTo>
                    <a:pt x="109" y="40"/>
                    <a:pt x="84" y="64"/>
                    <a:pt x="54" y="6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72" name="组合 171"/>
          <p:cNvGrpSpPr/>
          <p:nvPr/>
        </p:nvGrpSpPr>
        <p:grpSpPr>
          <a:xfrm>
            <a:off x="1100455" y="5867662"/>
            <a:ext cx="288113" cy="355480"/>
            <a:chOff x="3114957" y="2770377"/>
            <a:chExt cx="613913" cy="757459"/>
          </a:xfrm>
          <a:solidFill>
            <a:srgbClr val="707E84"/>
          </a:solidFill>
        </p:grpSpPr>
        <p:sp>
          <p:nvSpPr>
            <p:cNvPr id="173" name="Freeform 45"/>
            <p:cNvSpPr>
              <a:spLocks noEditPoints="1"/>
            </p:cNvSpPr>
            <p:nvPr/>
          </p:nvSpPr>
          <p:spPr bwMode="auto">
            <a:xfrm>
              <a:off x="3114957" y="2770377"/>
              <a:ext cx="613913" cy="757459"/>
            </a:xfrm>
            <a:custGeom>
              <a:avLst/>
              <a:gdLst>
                <a:gd name="T0" fmla="*/ 176 w 377"/>
                <a:gd name="T1" fmla="*/ 466 h 466"/>
                <a:gd name="T2" fmla="*/ 176 w 377"/>
                <a:gd name="T3" fmla="*/ 376 h 466"/>
                <a:gd name="T4" fmla="*/ 0 w 377"/>
                <a:gd name="T5" fmla="*/ 188 h 466"/>
                <a:gd name="T6" fmla="*/ 188 w 377"/>
                <a:gd name="T7" fmla="*/ 0 h 466"/>
                <a:gd name="T8" fmla="*/ 377 w 377"/>
                <a:gd name="T9" fmla="*/ 188 h 466"/>
                <a:gd name="T10" fmla="*/ 315 w 377"/>
                <a:gd name="T11" fmla="*/ 328 h 466"/>
                <a:gd name="T12" fmla="*/ 176 w 377"/>
                <a:gd name="T13" fmla="*/ 466 h 466"/>
                <a:gd name="T14" fmla="*/ 188 w 377"/>
                <a:gd name="T15" fmla="*/ 20 h 466"/>
                <a:gd name="T16" fmla="*/ 20 w 377"/>
                <a:gd name="T17" fmla="*/ 188 h 466"/>
                <a:gd name="T18" fmla="*/ 186 w 377"/>
                <a:gd name="T19" fmla="*/ 356 h 466"/>
                <a:gd name="T20" fmla="*/ 196 w 377"/>
                <a:gd name="T21" fmla="*/ 357 h 466"/>
                <a:gd name="T22" fmla="*/ 196 w 377"/>
                <a:gd name="T23" fmla="*/ 418 h 466"/>
                <a:gd name="T24" fmla="*/ 301 w 377"/>
                <a:gd name="T25" fmla="*/ 313 h 466"/>
                <a:gd name="T26" fmla="*/ 357 w 377"/>
                <a:gd name="T27" fmla="*/ 188 h 466"/>
                <a:gd name="T28" fmla="*/ 188 w 377"/>
                <a:gd name="T29" fmla="*/ 20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77" h="466">
                  <a:moveTo>
                    <a:pt x="176" y="466"/>
                  </a:moveTo>
                  <a:cubicBezTo>
                    <a:pt x="176" y="376"/>
                    <a:pt x="176" y="376"/>
                    <a:pt x="176" y="376"/>
                  </a:cubicBezTo>
                  <a:cubicBezTo>
                    <a:pt x="78" y="370"/>
                    <a:pt x="0" y="287"/>
                    <a:pt x="0" y="188"/>
                  </a:cubicBezTo>
                  <a:cubicBezTo>
                    <a:pt x="0" y="84"/>
                    <a:pt x="84" y="0"/>
                    <a:pt x="188" y="0"/>
                  </a:cubicBezTo>
                  <a:cubicBezTo>
                    <a:pt x="292" y="0"/>
                    <a:pt x="377" y="84"/>
                    <a:pt x="377" y="188"/>
                  </a:cubicBezTo>
                  <a:cubicBezTo>
                    <a:pt x="377" y="241"/>
                    <a:pt x="354" y="292"/>
                    <a:pt x="315" y="328"/>
                  </a:cubicBezTo>
                  <a:lnTo>
                    <a:pt x="176" y="466"/>
                  </a:lnTo>
                  <a:close/>
                  <a:moveTo>
                    <a:pt x="188" y="20"/>
                  </a:moveTo>
                  <a:cubicBezTo>
                    <a:pt x="95" y="20"/>
                    <a:pt x="20" y="95"/>
                    <a:pt x="20" y="188"/>
                  </a:cubicBezTo>
                  <a:cubicBezTo>
                    <a:pt x="20" y="280"/>
                    <a:pt x="94" y="355"/>
                    <a:pt x="186" y="356"/>
                  </a:cubicBezTo>
                  <a:cubicBezTo>
                    <a:pt x="196" y="357"/>
                    <a:pt x="196" y="357"/>
                    <a:pt x="196" y="357"/>
                  </a:cubicBezTo>
                  <a:cubicBezTo>
                    <a:pt x="196" y="418"/>
                    <a:pt x="196" y="418"/>
                    <a:pt x="196" y="418"/>
                  </a:cubicBezTo>
                  <a:cubicBezTo>
                    <a:pt x="301" y="313"/>
                    <a:pt x="301" y="313"/>
                    <a:pt x="301" y="313"/>
                  </a:cubicBezTo>
                  <a:cubicBezTo>
                    <a:pt x="336" y="281"/>
                    <a:pt x="357" y="236"/>
                    <a:pt x="357" y="188"/>
                  </a:cubicBezTo>
                  <a:cubicBezTo>
                    <a:pt x="357" y="95"/>
                    <a:pt x="281" y="20"/>
                    <a:pt x="188"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4" name="Freeform 46"/>
            <p:cNvSpPr>
              <a:spLocks noEditPoints="1"/>
            </p:cNvSpPr>
            <p:nvPr/>
          </p:nvSpPr>
          <p:spPr bwMode="auto">
            <a:xfrm>
              <a:off x="3276446" y="2961343"/>
              <a:ext cx="290936" cy="262740"/>
            </a:xfrm>
            <a:custGeom>
              <a:avLst/>
              <a:gdLst>
                <a:gd name="T0" fmla="*/ 89 w 179"/>
                <a:gd name="T1" fmla="*/ 161 h 161"/>
                <a:gd name="T2" fmla="*/ 89 w 179"/>
                <a:gd name="T3" fmla="*/ 161 h 161"/>
                <a:gd name="T4" fmla="*/ 82 w 179"/>
                <a:gd name="T5" fmla="*/ 159 h 161"/>
                <a:gd name="T6" fmla="*/ 22 w 179"/>
                <a:gd name="T7" fmla="*/ 98 h 161"/>
                <a:gd name="T8" fmla="*/ 0 w 179"/>
                <a:gd name="T9" fmla="*/ 48 h 161"/>
                <a:gd name="T10" fmla="*/ 48 w 179"/>
                <a:gd name="T11" fmla="*/ 0 h 161"/>
                <a:gd name="T12" fmla="*/ 89 w 179"/>
                <a:gd name="T13" fmla="*/ 19 h 161"/>
                <a:gd name="T14" fmla="*/ 130 w 179"/>
                <a:gd name="T15" fmla="*/ 0 h 161"/>
                <a:gd name="T16" fmla="*/ 179 w 179"/>
                <a:gd name="T17" fmla="*/ 48 h 161"/>
                <a:gd name="T18" fmla="*/ 156 w 179"/>
                <a:gd name="T19" fmla="*/ 98 h 161"/>
                <a:gd name="T20" fmla="*/ 96 w 179"/>
                <a:gd name="T21" fmla="*/ 159 h 161"/>
                <a:gd name="T22" fmla="*/ 89 w 179"/>
                <a:gd name="T23" fmla="*/ 161 h 161"/>
                <a:gd name="T24" fmla="*/ 48 w 179"/>
                <a:gd name="T25" fmla="*/ 20 h 161"/>
                <a:gd name="T26" fmla="*/ 20 w 179"/>
                <a:gd name="T27" fmla="*/ 48 h 161"/>
                <a:gd name="T28" fmla="*/ 37 w 179"/>
                <a:gd name="T29" fmla="*/ 84 h 161"/>
                <a:gd name="T30" fmla="*/ 89 w 179"/>
                <a:gd name="T31" fmla="*/ 137 h 161"/>
                <a:gd name="T32" fmla="*/ 142 w 179"/>
                <a:gd name="T33" fmla="*/ 84 h 161"/>
                <a:gd name="T34" fmla="*/ 159 w 179"/>
                <a:gd name="T35" fmla="*/ 48 h 161"/>
                <a:gd name="T36" fmla="*/ 130 w 179"/>
                <a:gd name="T37" fmla="*/ 20 h 161"/>
                <a:gd name="T38" fmla="*/ 99 w 179"/>
                <a:gd name="T39" fmla="*/ 38 h 161"/>
                <a:gd name="T40" fmla="*/ 97 w 179"/>
                <a:gd name="T41" fmla="*/ 41 h 161"/>
                <a:gd name="T42" fmla="*/ 89 w 179"/>
                <a:gd name="T43" fmla="*/ 44 h 161"/>
                <a:gd name="T44" fmla="*/ 82 w 179"/>
                <a:gd name="T45" fmla="*/ 41 h 161"/>
                <a:gd name="T46" fmla="*/ 79 w 179"/>
                <a:gd name="T47" fmla="*/ 38 h 161"/>
                <a:gd name="T48" fmla="*/ 48 w 179"/>
                <a:gd name="T49" fmla="*/ 2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9" h="161">
                  <a:moveTo>
                    <a:pt x="89" y="161"/>
                  </a:moveTo>
                  <a:cubicBezTo>
                    <a:pt x="89" y="161"/>
                    <a:pt x="89" y="161"/>
                    <a:pt x="89" y="161"/>
                  </a:cubicBezTo>
                  <a:cubicBezTo>
                    <a:pt x="86" y="161"/>
                    <a:pt x="84" y="160"/>
                    <a:pt x="82" y="159"/>
                  </a:cubicBezTo>
                  <a:cubicBezTo>
                    <a:pt x="22" y="98"/>
                    <a:pt x="22" y="98"/>
                    <a:pt x="22" y="98"/>
                  </a:cubicBezTo>
                  <a:cubicBezTo>
                    <a:pt x="8" y="83"/>
                    <a:pt x="0" y="66"/>
                    <a:pt x="0" y="48"/>
                  </a:cubicBezTo>
                  <a:cubicBezTo>
                    <a:pt x="0" y="20"/>
                    <a:pt x="19" y="0"/>
                    <a:pt x="48" y="0"/>
                  </a:cubicBezTo>
                  <a:cubicBezTo>
                    <a:pt x="69" y="0"/>
                    <a:pt x="79" y="8"/>
                    <a:pt x="89" y="19"/>
                  </a:cubicBezTo>
                  <a:cubicBezTo>
                    <a:pt x="99" y="8"/>
                    <a:pt x="110" y="0"/>
                    <a:pt x="130" y="0"/>
                  </a:cubicBezTo>
                  <a:cubicBezTo>
                    <a:pt x="159" y="0"/>
                    <a:pt x="179" y="20"/>
                    <a:pt x="179" y="48"/>
                  </a:cubicBezTo>
                  <a:cubicBezTo>
                    <a:pt x="179" y="66"/>
                    <a:pt x="171" y="83"/>
                    <a:pt x="156" y="98"/>
                  </a:cubicBezTo>
                  <a:cubicBezTo>
                    <a:pt x="96" y="159"/>
                    <a:pt x="96" y="159"/>
                    <a:pt x="96" y="159"/>
                  </a:cubicBezTo>
                  <a:cubicBezTo>
                    <a:pt x="94" y="160"/>
                    <a:pt x="92" y="161"/>
                    <a:pt x="89" y="161"/>
                  </a:cubicBezTo>
                  <a:moveTo>
                    <a:pt x="48" y="20"/>
                  </a:moveTo>
                  <a:cubicBezTo>
                    <a:pt x="30" y="20"/>
                    <a:pt x="20" y="31"/>
                    <a:pt x="20" y="48"/>
                  </a:cubicBezTo>
                  <a:cubicBezTo>
                    <a:pt x="20" y="60"/>
                    <a:pt x="26" y="73"/>
                    <a:pt x="37" y="84"/>
                  </a:cubicBezTo>
                  <a:cubicBezTo>
                    <a:pt x="89" y="137"/>
                    <a:pt x="89" y="137"/>
                    <a:pt x="89" y="137"/>
                  </a:cubicBezTo>
                  <a:cubicBezTo>
                    <a:pt x="142" y="84"/>
                    <a:pt x="142" y="84"/>
                    <a:pt x="142" y="84"/>
                  </a:cubicBezTo>
                  <a:cubicBezTo>
                    <a:pt x="153" y="73"/>
                    <a:pt x="159" y="60"/>
                    <a:pt x="159" y="48"/>
                  </a:cubicBezTo>
                  <a:cubicBezTo>
                    <a:pt x="159" y="31"/>
                    <a:pt x="148" y="20"/>
                    <a:pt x="130" y="20"/>
                  </a:cubicBezTo>
                  <a:cubicBezTo>
                    <a:pt x="115" y="20"/>
                    <a:pt x="110" y="26"/>
                    <a:pt x="99" y="38"/>
                  </a:cubicBezTo>
                  <a:cubicBezTo>
                    <a:pt x="97" y="41"/>
                    <a:pt x="97" y="41"/>
                    <a:pt x="97" y="41"/>
                  </a:cubicBezTo>
                  <a:cubicBezTo>
                    <a:pt x="95" y="43"/>
                    <a:pt x="92" y="44"/>
                    <a:pt x="89" y="44"/>
                  </a:cubicBezTo>
                  <a:cubicBezTo>
                    <a:pt x="86" y="44"/>
                    <a:pt x="83" y="43"/>
                    <a:pt x="82" y="41"/>
                  </a:cubicBezTo>
                  <a:cubicBezTo>
                    <a:pt x="79" y="38"/>
                    <a:pt x="79" y="38"/>
                    <a:pt x="79" y="38"/>
                  </a:cubicBezTo>
                  <a:cubicBezTo>
                    <a:pt x="68" y="26"/>
                    <a:pt x="63" y="20"/>
                    <a:pt x="48"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175" name="Freeform 47"/>
          <p:cNvSpPr>
            <a:spLocks noEditPoints="1"/>
          </p:cNvSpPr>
          <p:nvPr/>
        </p:nvSpPr>
        <p:spPr bwMode="auto">
          <a:xfrm>
            <a:off x="1571569" y="5886309"/>
            <a:ext cx="353675" cy="318187"/>
          </a:xfrm>
          <a:custGeom>
            <a:avLst/>
            <a:gdLst>
              <a:gd name="T0" fmla="*/ 232 w 463"/>
              <a:gd name="T1" fmla="*/ 416 h 416"/>
              <a:gd name="T2" fmla="*/ 232 w 463"/>
              <a:gd name="T3" fmla="*/ 416 h 416"/>
              <a:gd name="T4" fmla="*/ 224 w 463"/>
              <a:gd name="T5" fmla="*/ 413 h 416"/>
              <a:gd name="T6" fmla="*/ 58 w 463"/>
              <a:gd name="T7" fmla="*/ 244 h 416"/>
              <a:gd name="T8" fmla="*/ 0 w 463"/>
              <a:gd name="T9" fmla="*/ 118 h 416"/>
              <a:gd name="T10" fmla="*/ 116 w 463"/>
              <a:gd name="T11" fmla="*/ 0 h 416"/>
              <a:gd name="T12" fmla="*/ 232 w 463"/>
              <a:gd name="T13" fmla="*/ 64 h 416"/>
              <a:gd name="T14" fmla="*/ 347 w 463"/>
              <a:gd name="T15" fmla="*/ 0 h 416"/>
              <a:gd name="T16" fmla="*/ 463 w 463"/>
              <a:gd name="T17" fmla="*/ 118 h 416"/>
              <a:gd name="T18" fmla="*/ 405 w 463"/>
              <a:gd name="T19" fmla="*/ 244 h 416"/>
              <a:gd name="T20" fmla="*/ 239 w 463"/>
              <a:gd name="T21" fmla="*/ 413 h 416"/>
              <a:gd name="T22" fmla="*/ 232 w 463"/>
              <a:gd name="T23" fmla="*/ 416 h 416"/>
              <a:gd name="T24" fmla="*/ 116 w 463"/>
              <a:gd name="T25" fmla="*/ 20 h 416"/>
              <a:gd name="T26" fmla="*/ 20 w 463"/>
              <a:gd name="T27" fmla="*/ 118 h 416"/>
              <a:gd name="T28" fmla="*/ 72 w 463"/>
              <a:gd name="T29" fmla="*/ 230 h 416"/>
              <a:gd name="T30" fmla="*/ 232 w 463"/>
              <a:gd name="T31" fmla="*/ 391 h 416"/>
              <a:gd name="T32" fmla="*/ 391 w 463"/>
              <a:gd name="T33" fmla="*/ 230 h 416"/>
              <a:gd name="T34" fmla="*/ 443 w 463"/>
              <a:gd name="T35" fmla="*/ 118 h 416"/>
              <a:gd name="T36" fmla="*/ 347 w 463"/>
              <a:gd name="T37" fmla="*/ 20 h 416"/>
              <a:gd name="T38" fmla="*/ 245 w 463"/>
              <a:gd name="T39" fmla="*/ 79 h 416"/>
              <a:gd name="T40" fmla="*/ 239 w 463"/>
              <a:gd name="T41" fmla="*/ 86 h 416"/>
              <a:gd name="T42" fmla="*/ 232 w 463"/>
              <a:gd name="T43" fmla="*/ 89 h 416"/>
              <a:gd name="T44" fmla="*/ 224 w 463"/>
              <a:gd name="T45" fmla="*/ 86 h 416"/>
              <a:gd name="T46" fmla="*/ 218 w 463"/>
              <a:gd name="T47" fmla="*/ 79 h 416"/>
              <a:gd name="T48" fmla="*/ 116 w 463"/>
              <a:gd name="T49" fmla="*/ 2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3" h="416">
                <a:moveTo>
                  <a:pt x="232" y="416"/>
                </a:moveTo>
                <a:cubicBezTo>
                  <a:pt x="232" y="416"/>
                  <a:pt x="232" y="416"/>
                  <a:pt x="232" y="416"/>
                </a:cubicBezTo>
                <a:cubicBezTo>
                  <a:pt x="229" y="416"/>
                  <a:pt x="226" y="415"/>
                  <a:pt x="224" y="413"/>
                </a:cubicBezTo>
                <a:cubicBezTo>
                  <a:pt x="58" y="244"/>
                  <a:pt x="58" y="244"/>
                  <a:pt x="58" y="244"/>
                </a:cubicBezTo>
                <a:cubicBezTo>
                  <a:pt x="21" y="206"/>
                  <a:pt x="0" y="162"/>
                  <a:pt x="0" y="118"/>
                </a:cubicBezTo>
                <a:cubicBezTo>
                  <a:pt x="0" y="48"/>
                  <a:pt x="47" y="0"/>
                  <a:pt x="116" y="0"/>
                </a:cubicBezTo>
                <a:cubicBezTo>
                  <a:pt x="176" y="0"/>
                  <a:pt x="200" y="27"/>
                  <a:pt x="232" y="64"/>
                </a:cubicBezTo>
                <a:cubicBezTo>
                  <a:pt x="263" y="27"/>
                  <a:pt x="287" y="0"/>
                  <a:pt x="347" y="0"/>
                </a:cubicBezTo>
                <a:cubicBezTo>
                  <a:pt x="416" y="0"/>
                  <a:pt x="463" y="48"/>
                  <a:pt x="463" y="118"/>
                </a:cubicBezTo>
                <a:cubicBezTo>
                  <a:pt x="463" y="162"/>
                  <a:pt x="443" y="206"/>
                  <a:pt x="405" y="244"/>
                </a:cubicBezTo>
                <a:cubicBezTo>
                  <a:pt x="239" y="413"/>
                  <a:pt x="239" y="413"/>
                  <a:pt x="239" y="413"/>
                </a:cubicBezTo>
                <a:cubicBezTo>
                  <a:pt x="237" y="415"/>
                  <a:pt x="234" y="416"/>
                  <a:pt x="232" y="416"/>
                </a:cubicBezTo>
                <a:moveTo>
                  <a:pt x="116" y="20"/>
                </a:moveTo>
                <a:cubicBezTo>
                  <a:pt x="58" y="20"/>
                  <a:pt x="20" y="59"/>
                  <a:pt x="20" y="118"/>
                </a:cubicBezTo>
                <a:cubicBezTo>
                  <a:pt x="20" y="156"/>
                  <a:pt x="39" y="196"/>
                  <a:pt x="72" y="230"/>
                </a:cubicBezTo>
                <a:cubicBezTo>
                  <a:pt x="232" y="391"/>
                  <a:pt x="232" y="391"/>
                  <a:pt x="232" y="391"/>
                </a:cubicBezTo>
                <a:cubicBezTo>
                  <a:pt x="391" y="230"/>
                  <a:pt x="391" y="230"/>
                  <a:pt x="391" y="230"/>
                </a:cubicBezTo>
                <a:cubicBezTo>
                  <a:pt x="425" y="196"/>
                  <a:pt x="443" y="156"/>
                  <a:pt x="443" y="118"/>
                </a:cubicBezTo>
                <a:cubicBezTo>
                  <a:pt x="443" y="59"/>
                  <a:pt x="405" y="20"/>
                  <a:pt x="347" y="20"/>
                </a:cubicBezTo>
                <a:cubicBezTo>
                  <a:pt x="295" y="20"/>
                  <a:pt x="276" y="42"/>
                  <a:pt x="245" y="79"/>
                </a:cubicBezTo>
                <a:cubicBezTo>
                  <a:pt x="239" y="86"/>
                  <a:pt x="239" y="86"/>
                  <a:pt x="239" y="86"/>
                </a:cubicBezTo>
                <a:cubicBezTo>
                  <a:pt x="237" y="88"/>
                  <a:pt x="235" y="89"/>
                  <a:pt x="232" y="89"/>
                </a:cubicBezTo>
                <a:cubicBezTo>
                  <a:pt x="229" y="89"/>
                  <a:pt x="226" y="88"/>
                  <a:pt x="224" y="86"/>
                </a:cubicBezTo>
                <a:cubicBezTo>
                  <a:pt x="218" y="79"/>
                  <a:pt x="218" y="79"/>
                  <a:pt x="218" y="79"/>
                </a:cubicBezTo>
                <a:cubicBezTo>
                  <a:pt x="187" y="42"/>
                  <a:pt x="168" y="20"/>
                  <a:pt x="116" y="20"/>
                </a:cubicBezTo>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176" name="组合 175"/>
          <p:cNvGrpSpPr/>
          <p:nvPr/>
        </p:nvGrpSpPr>
        <p:grpSpPr>
          <a:xfrm>
            <a:off x="2108245" y="5908564"/>
            <a:ext cx="321796" cy="273677"/>
            <a:chOff x="5330939" y="2845994"/>
            <a:chExt cx="685686" cy="583154"/>
          </a:xfrm>
          <a:solidFill>
            <a:srgbClr val="707E84"/>
          </a:solidFill>
        </p:grpSpPr>
        <p:sp>
          <p:nvSpPr>
            <p:cNvPr id="177" name="Freeform 48"/>
            <p:cNvSpPr>
              <a:spLocks/>
            </p:cNvSpPr>
            <p:nvPr/>
          </p:nvSpPr>
          <p:spPr bwMode="auto">
            <a:xfrm>
              <a:off x="5330939" y="2845994"/>
              <a:ext cx="685686" cy="148672"/>
            </a:xfrm>
            <a:custGeom>
              <a:avLst/>
              <a:gdLst>
                <a:gd name="T0" fmla="*/ 412 w 422"/>
                <a:gd name="T1" fmla="*/ 91 h 91"/>
                <a:gd name="T2" fmla="*/ 402 w 422"/>
                <a:gd name="T3" fmla="*/ 81 h 91"/>
                <a:gd name="T4" fmla="*/ 402 w 422"/>
                <a:gd name="T5" fmla="*/ 50 h 91"/>
                <a:gd name="T6" fmla="*/ 399 w 422"/>
                <a:gd name="T7" fmla="*/ 47 h 91"/>
                <a:gd name="T8" fmla="*/ 153 w 422"/>
                <a:gd name="T9" fmla="*/ 47 h 91"/>
                <a:gd name="T10" fmla="*/ 124 w 422"/>
                <a:gd name="T11" fmla="*/ 35 h 91"/>
                <a:gd name="T12" fmla="*/ 117 w 422"/>
                <a:gd name="T13" fmla="*/ 27 h 91"/>
                <a:gd name="T14" fmla="*/ 102 w 422"/>
                <a:gd name="T15" fmla="*/ 20 h 91"/>
                <a:gd name="T16" fmla="*/ 23 w 422"/>
                <a:gd name="T17" fmla="*/ 20 h 91"/>
                <a:gd name="T18" fmla="*/ 20 w 422"/>
                <a:gd name="T19" fmla="*/ 23 h 91"/>
                <a:gd name="T20" fmla="*/ 20 w 422"/>
                <a:gd name="T21" fmla="*/ 81 h 91"/>
                <a:gd name="T22" fmla="*/ 10 w 422"/>
                <a:gd name="T23" fmla="*/ 91 h 91"/>
                <a:gd name="T24" fmla="*/ 0 w 422"/>
                <a:gd name="T25" fmla="*/ 81 h 91"/>
                <a:gd name="T26" fmla="*/ 0 w 422"/>
                <a:gd name="T27" fmla="*/ 23 h 91"/>
                <a:gd name="T28" fmla="*/ 23 w 422"/>
                <a:gd name="T29" fmla="*/ 0 h 91"/>
                <a:gd name="T30" fmla="*/ 102 w 422"/>
                <a:gd name="T31" fmla="*/ 0 h 91"/>
                <a:gd name="T32" fmla="*/ 131 w 422"/>
                <a:gd name="T33" fmla="*/ 13 h 91"/>
                <a:gd name="T34" fmla="*/ 139 w 422"/>
                <a:gd name="T35" fmla="*/ 21 h 91"/>
                <a:gd name="T36" fmla="*/ 153 w 422"/>
                <a:gd name="T37" fmla="*/ 27 h 91"/>
                <a:gd name="T38" fmla="*/ 399 w 422"/>
                <a:gd name="T39" fmla="*/ 27 h 91"/>
                <a:gd name="T40" fmla="*/ 422 w 422"/>
                <a:gd name="T41" fmla="*/ 50 h 91"/>
                <a:gd name="T42" fmla="*/ 422 w 422"/>
                <a:gd name="T43" fmla="*/ 81 h 91"/>
                <a:gd name="T44" fmla="*/ 412 w 422"/>
                <a:gd name="T45"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22" h="91">
                  <a:moveTo>
                    <a:pt x="412" y="91"/>
                  </a:moveTo>
                  <a:cubicBezTo>
                    <a:pt x="407" y="91"/>
                    <a:pt x="402" y="87"/>
                    <a:pt x="402" y="81"/>
                  </a:cubicBezTo>
                  <a:cubicBezTo>
                    <a:pt x="402" y="50"/>
                    <a:pt x="402" y="50"/>
                    <a:pt x="402" y="50"/>
                  </a:cubicBezTo>
                  <a:cubicBezTo>
                    <a:pt x="402" y="49"/>
                    <a:pt x="401" y="47"/>
                    <a:pt x="399" y="47"/>
                  </a:cubicBezTo>
                  <a:cubicBezTo>
                    <a:pt x="153" y="47"/>
                    <a:pt x="153" y="47"/>
                    <a:pt x="153" y="47"/>
                  </a:cubicBezTo>
                  <a:cubicBezTo>
                    <a:pt x="143" y="47"/>
                    <a:pt x="131" y="42"/>
                    <a:pt x="124" y="35"/>
                  </a:cubicBezTo>
                  <a:cubicBezTo>
                    <a:pt x="117" y="27"/>
                    <a:pt x="117" y="27"/>
                    <a:pt x="117" y="27"/>
                  </a:cubicBezTo>
                  <a:cubicBezTo>
                    <a:pt x="114" y="24"/>
                    <a:pt x="107" y="20"/>
                    <a:pt x="102" y="20"/>
                  </a:cubicBezTo>
                  <a:cubicBezTo>
                    <a:pt x="23" y="20"/>
                    <a:pt x="23" y="20"/>
                    <a:pt x="23" y="20"/>
                  </a:cubicBezTo>
                  <a:cubicBezTo>
                    <a:pt x="21" y="20"/>
                    <a:pt x="20" y="22"/>
                    <a:pt x="20" y="23"/>
                  </a:cubicBezTo>
                  <a:cubicBezTo>
                    <a:pt x="20" y="81"/>
                    <a:pt x="20" y="81"/>
                    <a:pt x="20" y="81"/>
                  </a:cubicBezTo>
                  <a:cubicBezTo>
                    <a:pt x="20" y="87"/>
                    <a:pt x="15" y="91"/>
                    <a:pt x="10" y="91"/>
                  </a:cubicBezTo>
                  <a:cubicBezTo>
                    <a:pt x="4" y="91"/>
                    <a:pt x="0" y="87"/>
                    <a:pt x="0" y="81"/>
                  </a:cubicBezTo>
                  <a:cubicBezTo>
                    <a:pt x="0" y="23"/>
                    <a:pt x="0" y="23"/>
                    <a:pt x="0" y="23"/>
                  </a:cubicBezTo>
                  <a:cubicBezTo>
                    <a:pt x="0" y="11"/>
                    <a:pt x="10" y="0"/>
                    <a:pt x="23" y="0"/>
                  </a:cubicBezTo>
                  <a:cubicBezTo>
                    <a:pt x="102" y="0"/>
                    <a:pt x="102" y="0"/>
                    <a:pt x="102" y="0"/>
                  </a:cubicBezTo>
                  <a:cubicBezTo>
                    <a:pt x="112" y="0"/>
                    <a:pt x="124" y="6"/>
                    <a:pt x="131" y="13"/>
                  </a:cubicBezTo>
                  <a:cubicBezTo>
                    <a:pt x="139" y="21"/>
                    <a:pt x="139" y="21"/>
                    <a:pt x="139" y="21"/>
                  </a:cubicBezTo>
                  <a:cubicBezTo>
                    <a:pt x="142" y="24"/>
                    <a:pt x="149" y="27"/>
                    <a:pt x="153" y="27"/>
                  </a:cubicBezTo>
                  <a:cubicBezTo>
                    <a:pt x="399" y="27"/>
                    <a:pt x="399" y="27"/>
                    <a:pt x="399" y="27"/>
                  </a:cubicBezTo>
                  <a:cubicBezTo>
                    <a:pt x="412" y="27"/>
                    <a:pt x="422" y="37"/>
                    <a:pt x="422" y="50"/>
                  </a:cubicBezTo>
                  <a:cubicBezTo>
                    <a:pt x="422" y="81"/>
                    <a:pt x="422" y="81"/>
                    <a:pt x="422" y="81"/>
                  </a:cubicBezTo>
                  <a:cubicBezTo>
                    <a:pt x="422" y="87"/>
                    <a:pt x="418" y="91"/>
                    <a:pt x="412" y="9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8" name="Freeform 49"/>
            <p:cNvSpPr>
              <a:spLocks noEditPoints="1"/>
            </p:cNvSpPr>
            <p:nvPr/>
          </p:nvSpPr>
          <p:spPr bwMode="auto">
            <a:xfrm>
              <a:off x="5330939" y="3039525"/>
              <a:ext cx="685686" cy="389623"/>
            </a:xfrm>
            <a:custGeom>
              <a:avLst/>
              <a:gdLst>
                <a:gd name="T0" fmla="*/ 399 w 422"/>
                <a:gd name="T1" fmla="*/ 239 h 239"/>
                <a:gd name="T2" fmla="*/ 23 w 422"/>
                <a:gd name="T3" fmla="*/ 239 h 239"/>
                <a:gd name="T4" fmla="*/ 0 w 422"/>
                <a:gd name="T5" fmla="*/ 216 h 239"/>
                <a:gd name="T6" fmla="*/ 0 w 422"/>
                <a:gd name="T7" fmla="*/ 22 h 239"/>
                <a:gd name="T8" fmla="*/ 23 w 422"/>
                <a:gd name="T9" fmla="*/ 0 h 239"/>
                <a:gd name="T10" fmla="*/ 399 w 422"/>
                <a:gd name="T11" fmla="*/ 0 h 239"/>
                <a:gd name="T12" fmla="*/ 422 w 422"/>
                <a:gd name="T13" fmla="*/ 22 h 239"/>
                <a:gd name="T14" fmla="*/ 422 w 422"/>
                <a:gd name="T15" fmla="*/ 216 h 239"/>
                <a:gd name="T16" fmla="*/ 399 w 422"/>
                <a:gd name="T17" fmla="*/ 239 h 239"/>
                <a:gd name="T18" fmla="*/ 23 w 422"/>
                <a:gd name="T19" fmla="*/ 20 h 239"/>
                <a:gd name="T20" fmla="*/ 20 w 422"/>
                <a:gd name="T21" fmla="*/ 22 h 239"/>
                <a:gd name="T22" fmla="*/ 20 w 422"/>
                <a:gd name="T23" fmla="*/ 216 h 239"/>
                <a:gd name="T24" fmla="*/ 23 w 422"/>
                <a:gd name="T25" fmla="*/ 219 h 239"/>
                <a:gd name="T26" fmla="*/ 399 w 422"/>
                <a:gd name="T27" fmla="*/ 219 h 239"/>
                <a:gd name="T28" fmla="*/ 402 w 422"/>
                <a:gd name="T29" fmla="*/ 216 h 239"/>
                <a:gd name="T30" fmla="*/ 402 w 422"/>
                <a:gd name="T31" fmla="*/ 22 h 239"/>
                <a:gd name="T32" fmla="*/ 399 w 422"/>
                <a:gd name="T33" fmla="*/ 20 h 239"/>
                <a:gd name="T34" fmla="*/ 23 w 422"/>
                <a:gd name="T35" fmla="*/ 20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22" h="239">
                  <a:moveTo>
                    <a:pt x="399" y="239"/>
                  </a:moveTo>
                  <a:cubicBezTo>
                    <a:pt x="23" y="239"/>
                    <a:pt x="23" y="239"/>
                    <a:pt x="23" y="239"/>
                  </a:cubicBezTo>
                  <a:cubicBezTo>
                    <a:pt x="10" y="239"/>
                    <a:pt x="0" y="228"/>
                    <a:pt x="0" y="216"/>
                  </a:cubicBezTo>
                  <a:cubicBezTo>
                    <a:pt x="0" y="22"/>
                    <a:pt x="0" y="22"/>
                    <a:pt x="0" y="22"/>
                  </a:cubicBezTo>
                  <a:cubicBezTo>
                    <a:pt x="0" y="10"/>
                    <a:pt x="10" y="0"/>
                    <a:pt x="23" y="0"/>
                  </a:cubicBezTo>
                  <a:cubicBezTo>
                    <a:pt x="399" y="0"/>
                    <a:pt x="399" y="0"/>
                    <a:pt x="399" y="0"/>
                  </a:cubicBezTo>
                  <a:cubicBezTo>
                    <a:pt x="412" y="0"/>
                    <a:pt x="422" y="10"/>
                    <a:pt x="422" y="22"/>
                  </a:cubicBezTo>
                  <a:cubicBezTo>
                    <a:pt x="422" y="216"/>
                    <a:pt x="422" y="216"/>
                    <a:pt x="422" y="216"/>
                  </a:cubicBezTo>
                  <a:cubicBezTo>
                    <a:pt x="422" y="228"/>
                    <a:pt x="412" y="239"/>
                    <a:pt x="399" y="239"/>
                  </a:cubicBezTo>
                  <a:moveTo>
                    <a:pt x="23" y="20"/>
                  </a:moveTo>
                  <a:cubicBezTo>
                    <a:pt x="21" y="20"/>
                    <a:pt x="20" y="21"/>
                    <a:pt x="20" y="22"/>
                  </a:cubicBezTo>
                  <a:cubicBezTo>
                    <a:pt x="20" y="216"/>
                    <a:pt x="20" y="216"/>
                    <a:pt x="20" y="216"/>
                  </a:cubicBezTo>
                  <a:cubicBezTo>
                    <a:pt x="20" y="217"/>
                    <a:pt x="21" y="219"/>
                    <a:pt x="23" y="219"/>
                  </a:cubicBezTo>
                  <a:cubicBezTo>
                    <a:pt x="399" y="219"/>
                    <a:pt x="399" y="219"/>
                    <a:pt x="399" y="219"/>
                  </a:cubicBezTo>
                  <a:cubicBezTo>
                    <a:pt x="401" y="219"/>
                    <a:pt x="402" y="217"/>
                    <a:pt x="402" y="216"/>
                  </a:cubicBezTo>
                  <a:cubicBezTo>
                    <a:pt x="402" y="22"/>
                    <a:pt x="402" y="22"/>
                    <a:pt x="402" y="22"/>
                  </a:cubicBezTo>
                  <a:cubicBezTo>
                    <a:pt x="402" y="21"/>
                    <a:pt x="401" y="20"/>
                    <a:pt x="399" y="20"/>
                  </a:cubicBezTo>
                  <a:lnTo>
                    <a:pt x="23"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79" name="组合 178"/>
          <p:cNvGrpSpPr/>
          <p:nvPr/>
        </p:nvGrpSpPr>
        <p:grpSpPr>
          <a:xfrm>
            <a:off x="2031858" y="5391885"/>
            <a:ext cx="336232" cy="336834"/>
            <a:chOff x="5315560" y="1746334"/>
            <a:chExt cx="716446" cy="717728"/>
          </a:xfrm>
          <a:solidFill>
            <a:srgbClr val="707E84"/>
          </a:solidFill>
        </p:grpSpPr>
        <p:sp>
          <p:nvSpPr>
            <p:cNvPr id="180" name="Freeform 50"/>
            <p:cNvSpPr>
              <a:spLocks noEditPoints="1"/>
            </p:cNvSpPr>
            <p:nvPr/>
          </p:nvSpPr>
          <p:spPr bwMode="auto">
            <a:xfrm>
              <a:off x="5465514" y="1746334"/>
              <a:ext cx="416538" cy="144827"/>
            </a:xfrm>
            <a:custGeom>
              <a:avLst/>
              <a:gdLst>
                <a:gd name="T0" fmla="*/ 240 w 256"/>
                <a:gd name="T1" fmla="*/ 89 h 89"/>
                <a:gd name="T2" fmla="*/ 16 w 256"/>
                <a:gd name="T3" fmla="*/ 89 h 89"/>
                <a:gd name="T4" fmla="*/ 0 w 256"/>
                <a:gd name="T5" fmla="*/ 72 h 89"/>
                <a:gd name="T6" fmla="*/ 0 w 256"/>
                <a:gd name="T7" fmla="*/ 17 h 89"/>
                <a:gd name="T8" fmla="*/ 16 w 256"/>
                <a:gd name="T9" fmla="*/ 0 h 89"/>
                <a:gd name="T10" fmla="*/ 240 w 256"/>
                <a:gd name="T11" fmla="*/ 0 h 89"/>
                <a:gd name="T12" fmla="*/ 256 w 256"/>
                <a:gd name="T13" fmla="*/ 17 h 89"/>
                <a:gd name="T14" fmla="*/ 256 w 256"/>
                <a:gd name="T15" fmla="*/ 72 h 89"/>
                <a:gd name="T16" fmla="*/ 240 w 256"/>
                <a:gd name="T17" fmla="*/ 89 h 89"/>
                <a:gd name="T18" fmla="*/ 20 w 256"/>
                <a:gd name="T19" fmla="*/ 69 h 89"/>
                <a:gd name="T20" fmla="*/ 236 w 256"/>
                <a:gd name="T21" fmla="*/ 69 h 89"/>
                <a:gd name="T22" fmla="*/ 236 w 256"/>
                <a:gd name="T23" fmla="*/ 20 h 89"/>
                <a:gd name="T24" fmla="*/ 20 w 256"/>
                <a:gd name="T25" fmla="*/ 20 h 89"/>
                <a:gd name="T26" fmla="*/ 20 w 256"/>
                <a:gd name="T27" fmla="*/ 6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6" h="89">
                  <a:moveTo>
                    <a:pt x="240" y="89"/>
                  </a:moveTo>
                  <a:cubicBezTo>
                    <a:pt x="16" y="89"/>
                    <a:pt x="16" y="89"/>
                    <a:pt x="16" y="89"/>
                  </a:cubicBezTo>
                  <a:cubicBezTo>
                    <a:pt x="7" y="89"/>
                    <a:pt x="0" y="82"/>
                    <a:pt x="0" y="72"/>
                  </a:cubicBezTo>
                  <a:cubicBezTo>
                    <a:pt x="0" y="17"/>
                    <a:pt x="0" y="17"/>
                    <a:pt x="0" y="17"/>
                  </a:cubicBezTo>
                  <a:cubicBezTo>
                    <a:pt x="0" y="7"/>
                    <a:pt x="7" y="0"/>
                    <a:pt x="16" y="0"/>
                  </a:cubicBezTo>
                  <a:cubicBezTo>
                    <a:pt x="240" y="0"/>
                    <a:pt x="240" y="0"/>
                    <a:pt x="240" y="0"/>
                  </a:cubicBezTo>
                  <a:cubicBezTo>
                    <a:pt x="249" y="0"/>
                    <a:pt x="256" y="7"/>
                    <a:pt x="256" y="17"/>
                  </a:cubicBezTo>
                  <a:cubicBezTo>
                    <a:pt x="256" y="72"/>
                    <a:pt x="256" y="72"/>
                    <a:pt x="256" y="72"/>
                  </a:cubicBezTo>
                  <a:cubicBezTo>
                    <a:pt x="256" y="82"/>
                    <a:pt x="249" y="89"/>
                    <a:pt x="240" y="89"/>
                  </a:cubicBezTo>
                  <a:moveTo>
                    <a:pt x="20" y="69"/>
                  </a:moveTo>
                  <a:cubicBezTo>
                    <a:pt x="236" y="69"/>
                    <a:pt x="236" y="69"/>
                    <a:pt x="236" y="69"/>
                  </a:cubicBezTo>
                  <a:cubicBezTo>
                    <a:pt x="236" y="20"/>
                    <a:pt x="236" y="20"/>
                    <a:pt x="236" y="20"/>
                  </a:cubicBezTo>
                  <a:cubicBezTo>
                    <a:pt x="20" y="20"/>
                    <a:pt x="20" y="20"/>
                    <a:pt x="20" y="20"/>
                  </a:cubicBezTo>
                  <a:lnTo>
                    <a:pt x="20"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1" name="Freeform 51"/>
            <p:cNvSpPr>
              <a:spLocks/>
            </p:cNvSpPr>
            <p:nvPr/>
          </p:nvSpPr>
          <p:spPr bwMode="auto">
            <a:xfrm>
              <a:off x="5477048" y="1874499"/>
              <a:ext cx="394750" cy="488311"/>
            </a:xfrm>
            <a:custGeom>
              <a:avLst/>
              <a:gdLst>
                <a:gd name="T0" fmla="*/ 122 w 243"/>
                <a:gd name="T1" fmla="*/ 300 h 300"/>
                <a:gd name="T2" fmla="*/ 112 w 243"/>
                <a:gd name="T3" fmla="*/ 279 h 300"/>
                <a:gd name="T4" fmla="*/ 5 w 243"/>
                <a:gd name="T5" fmla="*/ 134 h 300"/>
                <a:gd name="T6" fmla="*/ 0 w 243"/>
                <a:gd name="T7" fmla="*/ 128 h 300"/>
                <a:gd name="T8" fmla="*/ 4 w 243"/>
                <a:gd name="T9" fmla="*/ 121 h 300"/>
                <a:gd name="T10" fmla="*/ 50 w 243"/>
                <a:gd name="T11" fmla="*/ 2 h 300"/>
                <a:gd name="T12" fmla="*/ 70 w 243"/>
                <a:gd name="T13" fmla="*/ 2 h 300"/>
                <a:gd name="T14" fmla="*/ 25 w 243"/>
                <a:gd name="T15" fmla="*/ 125 h 300"/>
                <a:gd name="T16" fmla="*/ 121 w 243"/>
                <a:gd name="T17" fmla="*/ 252 h 300"/>
                <a:gd name="T18" fmla="*/ 217 w 243"/>
                <a:gd name="T19" fmla="*/ 125 h 300"/>
                <a:gd name="T20" fmla="*/ 169 w 243"/>
                <a:gd name="T21" fmla="*/ 1 h 300"/>
                <a:gd name="T22" fmla="*/ 189 w 243"/>
                <a:gd name="T23" fmla="*/ 0 h 300"/>
                <a:gd name="T24" fmla="*/ 238 w 243"/>
                <a:gd name="T25" fmla="*/ 121 h 300"/>
                <a:gd name="T26" fmla="*/ 243 w 243"/>
                <a:gd name="T27" fmla="*/ 128 h 300"/>
                <a:gd name="T28" fmla="*/ 237 w 243"/>
                <a:gd name="T29" fmla="*/ 134 h 300"/>
                <a:gd name="T30" fmla="*/ 130 w 243"/>
                <a:gd name="T31" fmla="*/ 278 h 300"/>
                <a:gd name="T32" fmla="*/ 122 w 243"/>
                <a:gd name="T33" fmla="*/ 300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3" h="300">
                  <a:moveTo>
                    <a:pt x="122" y="300"/>
                  </a:moveTo>
                  <a:cubicBezTo>
                    <a:pt x="112" y="279"/>
                    <a:pt x="112" y="279"/>
                    <a:pt x="112" y="279"/>
                  </a:cubicBezTo>
                  <a:cubicBezTo>
                    <a:pt x="112" y="278"/>
                    <a:pt x="78" y="207"/>
                    <a:pt x="5" y="134"/>
                  </a:cubicBezTo>
                  <a:cubicBezTo>
                    <a:pt x="0" y="128"/>
                    <a:pt x="0" y="128"/>
                    <a:pt x="0" y="128"/>
                  </a:cubicBezTo>
                  <a:cubicBezTo>
                    <a:pt x="4" y="121"/>
                    <a:pt x="4" y="121"/>
                    <a:pt x="4" y="121"/>
                  </a:cubicBezTo>
                  <a:cubicBezTo>
                    <a:pt x="50" y="47"/>
                    <a:pt x="50" y="3"/>
                    <a:pt x="50" y="2"/>
                  </a:cubicBezTo>
                  <a:cubicBezTo>
                    <a:pt x="70" y="2"/>
                    <a:pt x="70" y="2"/>
                    <a:pt x="70" y="2"/>
                  </a:cubicBezTo>
                  <a:cubicBezTo>
                    <a:pt x="70" y="4"/>
                    <a:pt x="71" y="49"/>
                    <a:pt x="25" y="125"/>
                  </a:cubicBezTo>
                  <a:cubicBezTo>
                    <a:pt x="75" y="177"/>
                    <a:pt x="106" y="226"/>
                    <a:pt x="121" y="252"/>
                  </a:cubicBezTo>
                  <a:cubicBezTo>
                    <a:pt x="134" y="228"/>
                    <a:pt x="162" y="181"/>
                    <a:pt x="217" y="125"/>
                  </a:cubicBezTo>
                  <a:cubicBezTo>
                    <a:pt x="172" y="57"/>
                    <a:pt x="169" y="3"/>
                    <a:pt x="169" y="1"/>
                  </a:cubicBezTo>
                  <a:cubicBezTo>
                    <a:pt x="189" y="0"/>
                    <a:pt x="189" y="0"/>
                    <a:pt x="189" y="0"/>
                  </a:cubicBezTo>
                  <a:cubicBezTo>
                    <a:pt x="189" y="0"/>
                    <a:pt x="192" y="55"/>
                    <a:pt x="238" y="121"/>
                  </a:cubicBezTo>
                  <a:cubicBezTo>
                    <a:pt x="243" y="128"/>
                    <a:pt x="243" y="128"/>
                    <a:pt x="243" y="128"/>
                  </a:cubicBezTo>
                  <a:cubicBezTo>
                    <a:pt x="237" y="134"/>
                    <a:pt x="237" y="134"/>
                    <a:pt x="237" y="134"/>
                  </a:cubicBezTo>
                  <a:cubicBezTo>
                    <a:pt x="156" y="214"/>
                    <a:pt x="131" y="278"/>
                    <a:pt x="130" y="278"/>
                  </a:cubicBezTo>
                  <a:lnTo>
                    <a:pt x="122" y="3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2" name="Rectangle 52"/>
            <p:cNvSpPr>
              <a:spLocks noChangeArrowheads="1"/>
            </p:cNvSpPr>
            <p:nvPr/>
          </p:nvSpPr>
          <p:spPr bwMode="auto">
            <a:xfrm>
              <a:off x="5657762" y="2093663"/>
              <a:ext cx="32042" cy="23198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3" name="Freeform 53"/>
            <p:cNvSpPr>
              <a:spLocks noEditPoints="1"/>
            </p:cNvSpPr>
            <p:nvPr/>
          </p:nvSpPr>
          <p:spPr bwMode="auto">
            <a:xfrm>
              <a:off x="5603933" y="1973187"/>
              <a:ext cx="139701" cy="140982"/>
            </a:xfrm>
            <a:custGeom>
              <a:avLst/>
              <a:gdLst>
                <a:gd name="T0" fmla="*/ 43 w 86"/>
                <a:gd name="T1" fmla="*/ 86 h 86"/>
                <a:gd name="T2" fmla="*/ 0 w 86"/>
                <a:gd name="T3" fmla="*/ 43 h 86"/>
                <a:gd name="T4" fmla="*/ 43 w 86"/>
                <a:gd name="T5" fmla="*/ 0 h 86"/>
                <a:gd name="T6" fmla="*/ 86 w 86"/>
                <a:gd name="T7" fmla="*/ 43 h 86"/>
                <a:gd name="T8" fmla="*/ 43 w 86"/>
                <a:gd name="T9" fmla="*/ 86 h 86"/>
                <a:gd name="T10" fmla="*/ 43 w 86"/>
                <a:gd name="T11" fmla="*/ 20 h 86"/>
                <a:gd name="T12" fmla="*/ 20 w 86"/>
                <a:gd name="T13" fmla="*/ 43 h 86"/>
                <a:gd name="T14" fmla="*/ 43 w 86"/>
                <a:gd name="T15" fmla="*/ 66 h 86"/>
                <a:gd name="T16" fmla="*/ 66 w 86"/>
                <a:gd name="T17" fmla="*/ 43 h 86"/>
                <a:gd name="T18" fmla="*/ 43 w 86"/>
                <a:gd name="T19" fmla="*/ 2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6" h="86">
                  <a:moveTo>
                    <a:pt x="43" y="86"/>
                  </a:moveTo>
                  <a:cubicBezTo>
                    <a:pt x="19" y="86"/>
                    <a:pt x="0" y="67"/>
                    <a:pt x="0" y="43"/>
                  </a:cubicBezTo>
                  <a:cubicBezTo>
                    <a:pt x="0" y="19"/>
                    <a:pt x="19" y="0"/>
                    <a:pt x="43" y="0"/>
                  </a:cubicBezTo>
                  <a:cubicBezTo>
                    <a:pt x="67" y="0"/>
                    <a:pt x="86" y="19"/>
                    <a:pt x="86" y="43"/>
                  </a:cubicBezTo>
                  <a:cubicBezTo>
                    <a:pt x="86" y="67"/>
                    <a:pt x="67" y="86"/>
                    <a:pt x="43" y="86"/>
                  </a:cubicBezTo>
                  <a:moveTo>
                    <a:pt x="43" y="20"/>
                  </a:moveTo>
                  <a:cubicBezTo>
                    <a:pt x="30" y="20"/>
                    <a:pt x="20" y="31"/>
                    <a:pt x="20" y="43"/>
                  </a:cubicBezTo>
                  <a:cubicBezTo>
                    <a:pt x="20" y="56"/>
                    <a:pt x="30" y="66"/>
                    <a:pt x="43" y="66"/>
                  </a:cubicBezTo>
                  <a:cubicBezTo>
                    <a:pt x="56" y="66"/>
                    <a:pt x="66" y="56"/>
                    <a:pt x="66" y="43"/>
                  </a:cubicBezTo>
                  <a:cubicBezTo>
                    <a:pt x="66" y="31"/>
                    <a:pt x="56" y="20"/>
                    <a:pt x="43"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4" name="Freeform 54"/>
            <p:cNvSpPr>
              <a:spLocks/>
            </p:cNvSpPr>
            <p:nvPr/>
          </p:nvSpPr>
          <p:spPr bwMode="auto">
            <a:xfrm>
              <a:off x="5437317" y="2369218"/>
              <a:ext cx="470368" cy="32042"/>
            </a:xfrm>
            <a:custGeom>
              <a:avLst/>
              <a:gdLst>
                <a:gd name="T0" fmla="*/ 279 w 289"/>
                <a:gd name="T1" fmla="*/ 20 h 20"/>
                <a:gd name="T2" fmla="*/ 10 w 289"/>
                <a:gd name="T3" fmla="*/ 20 h 20"/>
                <a:gd name="T4" fmla="*/ 0 w 289"/>
                <a:gd name="T5" fmla="*/ 10 h 20"/>
                <a:gd name="T6" fmla="*/ 10 w 289"/>
                <a:gd name="T7" fmla="*/ 0 h 20"/>
                <a:gd name="T8" fmla="*/ 279 w 289"/>
                <a:gd name="T9" fmla="*/ 0 h 20"/>
                <a:gd name="T10" fmla="*/ 289 w 289"/>
                <a:gd name="T11" fmla="*/ 10 h 20"/>
                <a:gd name="T12" fmla="*/ 279 w 289"/>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289" h="20">
                  <a:moveTo>
                    <a:pt x="279" y="20"/>
                  </a:moveTo>
                  <a:cubicBezTo>
                    <a:pt x="10" y="20"/>
                    <a:pt x="10" y="20"/>
                    <a:pt x="10" y="20"/>
                  </a:cubicBezTo>
                  <a:cubicBezTo>
                    <a:pt x="4" y="20"/>
                    <a:pt x="0" y="16"/>
                    <a:pt x="0" y="10"/>
                  </a:cubicBezTo>
                  <a:cubicBezTo>
                    <a:pt x="0" y="5"/>
                    <a:pt x="4" y="0"/>
                    <a:pt x="10" y="0"/>
                  </a:cubicBezTo>
                  <a:cubicBezTo>
                    <a:pt x="279" y="0"/>
                    <a:pt x="279" y="0"/>
                    <a:pt x="279" y="0"/>
                  </a:cubicBezTo>
                  <a:cubicBezTo>
                    <a:pt x="285" y="0"/>
                    <a:pt x="289" y="5"/>
                    <a:pt x="289" y="10"/>
                  </a:cubicBezTo>
                  <a:cubicBezTo>
                    <a:pt x="289" y="16"/>
                    <a:pt x="285" y="20"/>
                    <a:pt x="279"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5" name="Freeform 55"/>
            <p:cNvSpPr>
              <a:spLocks noEditPoints="1"/>
            </p:cNvSpPr>
            <p:nvPr/>
          </p:nvSpPr>
          <p:spPr bwMode="auto">
            <a:xfrm>
              <a:off x="5315560" y="2306418"/>
              <a:ext cx="156362" cy="157644"/>
            </a:xfrm>
            <a:custGeom>
              <a:avLst/>
              <a:gdLst>
                <a:gd name="T0" fmla="*/ 76 w 96"/>
                <a:gd name="T1" fmla="*/ 97 h 97"/>
                <a:gd name="T2" fmla="*/ 21 w 96"/>
                <a:gd name="T3" fmla="*/ 97 h 97"/>
                <a:gd name="T4" fmla="*/ 0 w 96"/>
                <a:gd name="T5" fmla="*/ 76 h 97"/>
                <a:gd name="T6" fmla="*/ 0 w 96"/>
                <a:gd name="T7" fmla="*/ 20 h 97"/>
                <a:gd name="T8" fmla="*/ 21 w 96"/>
                <a:gd name="T9" fmla="*/ 0 h 97"/>
                <a:gd name="T10" fmla="*/ 76 w 96"/>
                <a:gd name="T11" fmla="*/ 0 h 97"/>
                <a:gd name="T12" fmla="*/ 96 w 96"/>
                <a:gd name="T13" fmla="*/ 20 h 97"/>
                <a:gd name="T14" fmla="*/ 96 w 96"/>
                <a:gd name="T15" fmla="*/ 76 h 97"/>
                <a:gd name="T16" fmla="*/ 76 w 96"/>
                <a:gd name="T17" fmla="*/ 97 h 97"/>
                <a:gd name="T18" fmla="*/ 21 w 96"/>
                <a:gd name="T19" fmla="*/ 20 h 97"/>
                <a:gd name="T20" fmla="*/ 20 w 96"/>
                <a:gd name="T21" fmla="*/ 20 h 97"/>
                <a:gd name="T22" fmla="*/ 20 w 96"/>
                <a:gd name="T23" fmla="*/ 76 h 97"/>
                <a:gd name="T24" fmla="*/ 21 w 96"/>
                <a:gd name="T25" fmla="*/ 77 h 97"/>
                <a:gd name="T26" fmla="*/ 76 w 96"/>
                <a:gd name="T27" fmla="*/ 77 h 97"/>
                <a:gd name="T28" fmla="*/ 76 w 96"/>
                <a:gd name="T29" fmla="*/ 76 h 97"/>
                <a:gd name="T30" fmla="*/ 76 w 96"/>
                <a:gd name="T31" fmla="*/ 20 h 97"/>
                <a:gd name="T32" fmla="*/ 76 w 96"/>
                <a:gd name="T33" fmla="*/ 20 h 97"/>
                <a:gd name="T34" fmla="*/ 21 w 96"/>
                <a:gd name="T35" fmla="*/ 2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6" h="97">
                  <a:moveTo>
                    <a:pt x="76" y="97"/>
                  </a:moveTo>
                  <a:cubicBezTo>
                    <a:pt x="21" y="97"/>
                    <a:pt x="21" y="97"/>
                    <a:pt x="21" y="97"/>
                  </a:cubicBezTo>
                  <a:cubicBezTo>
                    <a:pt x="9" y="97"/>
                    <a:pt x="0" y="88"/>
                    <a:pt x="0" y="76"/>
                  </a:cubicBezTo>
                  <a:cubicBezTo>
                    <a:pt x="0" y="20"/>
                    <a:pt x="0" y="20"/>
                    <a:pt x="0" y="20"/>
                  </a:cubicBezTo>
                  <a:cubicBezTo>
                    <a:pt x="0" y="9"/>
                    <a:pt x="9" y="0"/>
                    <a:pt x="21" y="0"/>
                  </a:cubicBezTo>
                  <a:cubicBezTo>
                    <a:pt x="76" y="0"/>
                    <a:pt x="76" y="0"/>
                    <a:pt x="76" y="0"/>
                  </a:cubicBezTo>
                  <a:cubicBezTo>
                    <a:pt x="87" y="0"/>
                    <a:pt x="96" y="9"/>
                    <a:pt x="96" y="20"/>
                  </a:cubicBezTo>
                  <a:cubicBezTo>
                    <a:pt x="96" y="76"/>
                    <a:pt x="96" y="76"/>
                    <a:pt x="96" y="76"/>
                  </a:cubicBezTo>
                  <a:cubicBezTo>
                    <a:pt x="96" y="88"/>
                    <a:pt x="87" y="97"/>
                    <a:pt x="76" y="97"/>
                  </a:cubicBezTo>
                  <a:moveTo>
                    <a:pt x="21" y="20"/>
                  </a:moveTo>
                  <a:cubicBezTo>
                    <a:pt x="20" y="20"/>
                    <a:pt x="20" y="20"/>
                    <a:pt x="20" y="20"/>
                  </a:cubicBezTo>
                  <a:cubicBezTo>
                    <a:pt x="20" y="76"/>
                    <a:pt x="20" y="76"/>
                    <a:pt x="20" y="76"/>
                  </a:cubicBezTo>
                  <a:cubicBezTo>
                    <a:pt x="21" y="77"/>
                    <a:pt x="21" y="77"/>
                    <a:pt x="21" y="77"/>
                  </a:cubicBezTo>
                  <a:cubicBezTo>
                    <a:pt x="76" y="77"/>
                    <a:pt x="76" y="77"/>
                    <a:pt x="76" y="77"/>
                  </a:cubicBezTo>
                  <a:cubicBezTo>
                    <a:pt x="76" y="76"/>
                    <a:pt x="76" y="76"/>
                    <a:pt x="76" y="76"/>
                  </a:cubicBezTo>
                  <a:cubicBezTo>
                    <a:pt x="76" y="20"/>
                    <a:pt x="76" y="20"/>
                    <a:pt x="76" y="20"/>
                  </a:cubicBezTo>
                  <a:cubicBezTo>
                    <a:pt x="76" y="20"/>
                    <a:pt x="76" y="20"/>
                    <a:pt x="76" y="20"/>
                  </a:cubicBezTo>
                  <a:lnTo>
                    <a:pt x="21"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6" name="Freeform 56"/>
            <p:cNvSpPr>
              <a:spLocks noEditPoints="1"/>
            </p:cNvSpPr>
            <p:nvPr/>
          </p:nvSpPr>
          <p:spPr bwMode="auto">
            <a:xfrm>
              <a:off x="5875644" y="2302572"/>
              <a:ext cx="156362" cy="157644"/>
            </a:xfrm>
            <a:custGeom>
              <a:avLst/>
              <a:gdLst>
                <a:gd name="T0" fmla="*/ 75 w 96"/>
                <a:gd name="T1" fmla="*/ 97 h 97"/>
                <a:gd name="T2" fmla="*/ 20 w 96"/>
                <a:gd name="T3" fmla="*/ 97 h 97"/>
                <a:gd name="T4" fmla="*/ 0 w 96"/>
                <a:gd name="T5" fmla="*/ 77 h 97"/>
                <a:gd name="T6" fmla="*/ 0 w 96"/>
                <a:gd name="T7" fmla="*/ 21 h 97"/>
                <a:gd name="T8" fmla="*/ 20 w 96"/>
                <a:gd name="T9" fmla="*/ 0 h 97"/>
                <a:gd name="T10" fmla="*/ 75 w 96"/>
                <a:gd name="T11" fmla="*/ 0 h 97"/>
                <a:gd name="T12" fmla="*/ 96 w 96"/>
                <a:gd name="T13" fmla="*/ 21 h 97"/>
                <a:gd name="T14" fmla="*/ 96 w 96"/>
                <a:gd name="T15" fmla="*/ 77 h 97"/>
                <a:gd name="T16" fmla="*/ 75 w 96"/>
                <a:gd name="T17" fmla="*/ 97 h 97"/>
                <a:gd name="T18" fmla="*/ 20 w 96"/>
                <a:gd name="T19" fmla="*/ 20 h 97"/>
                <a:gd name="T20" fmla="*/ 20 w 96"/>
                <a:gd name="T21" fmla="*/ 21 h 97"/>
                <a:gd name="T22" fmla="*/ 20 w 96"/>
                <a:gd name="T23" fmla="*/ 77 h 97"/>
                <a:gd name="T24" fmla="*/ 20 w 96"/>
                <a:gd name="T25" fmla="*/ 77 h 97"/>
                <a:gd name="T26" fmla="*/ 75 w 96"/>
                <a:gd name="T27" fmla="*/ 77 h 97"/>
                <a:gd name="T28" fmla="*/ 76 w 96"/>
                <a:gd name="T29" fmla="*/ 77 h 97"/>
                <a:gd name="T30" fmla="*/ 76 w 96"/>
                <a:gd name="T31" fmla="*/ 21 h 97"/>
                <a:gd name="T32" fmla="*/ 75 w 96"/>
                <a:gd name="T33" fmla="*/ 20 h 97"/>
                <a:gd name="T34" fmla="*/ 20 w 96"/>
                <a:gd name="T35" fmla="*/ 2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6" h="97">
                  <a:moveTo>
                    <a:pt x="75" y="97"/>
                  </a:moveTo>
                  <a:cubicBezTo>
                    <a:pt x="20" y="97"/>
                    <a:pt x="20" y="97"/>
                    <a:pt x="20" y="97"/>
                  </a:cubicBezTo>
                  <a:cubicBezTo>
                    <a:pt x="9" y="97"/>
                    <a:pt x="0" y="88"/>
                    <a:pt x="0" y="77"/>
                  </a:cubicBezTo>
                  <a:cubicBezTo>
                    <a:pt x="0" y="21"/>
                    <a:pt x="0" y="21"/>
                    <a:pt x="0" y="21"/>
                  </a:cubicBezTo>
                  <a:cubicBezTo>
                    <a:pt x="0" y="9"/>
                    <a:pt x="9" y="0"/>
                    <a:pt x="20" y="0"/>
                  </a:cubicBezTo>
                  <a:cubicBezTo>
                    <a:pt x="75" y="0"/>
                    <a:pt x="75" y="0"/>
                    <a:pt x="75" y="0"/>
                  </a:cubicBezTo>
                  <a:cubicBezTo>
                    <a:pt x="87" y="0"/>
                    <a:pt x="96" y="9"/>
                    <a:pt x="96" y="21"/>
                  </a:cubicBezTo>
                  <a:cubicBezTo>
                    <a:pt x="96" y="77"/>
                    <a:pt x="96" y="77"/>
                    <a:pt x="96" y="77"/>
                  </a:cubicBezTo>
                  <a:cubicBezTo>
                    <a:pt x="96" y="88"/>
                    <a:pt x="87" y="97"/>
                    <a:pt x="75" y="97"/>
                  </a:cubicBezTo>
                  <a:moveTo>
                    <a:pt x="20" y="20"/>
                  </a:moveTo>
                  <a:cubicBezTo>
                    <a:pt x="20" y="21"/>
                    <a:pt x="20" y="21"/>
                    <a:pt x="20" y="21"/>
                  </a:cubicBezTo>
                  <a:cubicBezTo>
                    <a:pt x="20" y="77"/>
                    <a:pt x="20" y="77"/>
                    <a:pt x="20" y="77"/>
                  </a:cubicBezTo>
                  <a:cubicBezTo>
                    <a:pt x="20" y="77"/>
                    <a:pt x="20" y="77"/>
                    <a:pt x="20" y="77"/>
                  </a:cubicBezTo>
                  <a:cubicBezTo>
                    <a:pt x="75" y="77"/>
                    <a:pt x="75" y="77"/>
                    <a:pt x="75" y="77"/>
                  </a:cubicBezTo>
                  <a:cubicBezTo>
                    <a:pt x="76" y="77"/>
                    <a:pt x="76" y="77"/>
                    <a:pt x="76" y="77"/>
                  </a:cubicBezTo>
                  <a:cubicBezTo>
                    <a:pt x="76" y="21"/>
                    <a:pt x="76" y="21"/>
                    <a:pt x="76" y="21"/>
                  </a:cubicBezTo>
                  <a:cubicBezTo>
                    <a:pt x="75" y="20"/>
                    <a:pt x="75" y="20"/>
                    <a:pt x="75" y="20"/>
                  </a:cubicBezTo>
                  <a:lnTo>
                    <a:pt x="20"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87" name="组合 186"/>
          <p:cNvGrpSpPr/>
          <p:nvPr/>
        </p:nvGrpSpPr>
        <p:grpSpPr>
          <a:xfrm>
            <a:off x="2093410" y="4931746"/>
            <a:ext cx="355480" cy="316984"/>
            <a:chOff x="5295053" y="776121"/>
            <a:chExt cx="757459" cy="675432"/>
          </a:xfrm>
          <a:solidFill>
            <a:srgbClr val="707E84"/>
          </a:solidFill>
        </p:grpSpPr>
        <p:sp>
          <p:nvSpPr>
            <p:cNvPr id="188" name="Freeform 57"/>
            <p:cNvSpPr>
              <a:spLocks noEditPoints="1"/>
            </p:cNvSpPr>
            <p:nvPr/>
          </p:nvSpPr>
          <p:spPr bwMode="auto">
            <a:xfrm>
              <a:off x="5295053" y="776121"/>
              <a:ext cx="757459" cy="237107"/>
            </a:xfrm>
            <a:custGeom>
              <a:avLst/>
              <a:gdLst>
                <a:gd name="T0" fmla="*/ 455 w 466"/>
                <a:gd name="T1" fmla="*/ 146 h 146"/>
                <a:gd name="T2" fmla="*/ 11 w 466"/>
                <a:gd name="T3" fmla="*/ 146 h 146"/>
                <a:gd name="T4" fmla="*/ 2 w 466"/>
                <a:gd name="T5" fmla="*/ 141 h 146"/>
                <a:gd name="T6" fmla="*/ 4 w 466"/>
                <a:gd name="T7" fmla="*/ 130 h 146"/>
                <a:gd name="T8" fmla="*/ 110 w 466"/>
                <a:gd name="T9" fmla="*/ 4 h 146"/>
                <a:gd name="T10" fmla="*/ 118 w 466"/>
                <a:gd name="T11" fmla="*/ 0 h 146"/>
                <a:gd name="T12" fmla="*/ 348 w 466"/>
                <a:gd name="T13" fmla="*/ 0 h 146"/>
                <a:gd name="T14" fmla="*/ 356 w 466"/>
                <a:gd name="T15" fmla="*/ 4 h 146"/>
                <a:gd name="T16" fmla="*/ 462 w 466"/>
                <a:gd name="T17" fmla="*/ 130 h 146"/>
                <a:gd name="T18" fmla="*/ 464 w 466"/>
                <a:gd name="T19" fmla="*/ 141 h 146"/>
                <a:gd name="T20" fmla="*/ 455 w 466"/>
                <a:gd name="T21" fmla="*/ 146 h 146"/>
                <a:gd name="T22" fmla="*/ 33 w 466"/>
                <a:gd name="T23" fmla="*/ 126 h 146"/>
                <a:gd name="T24" fmla="*/ 433 w 466"/>
                <a:gd name="T25" fmla="*/ 126 h 146"/>
                <a:gd name="T26" fmla="*/ 344 w 466"/>
                <a:gd name="T27" fmla="*/ 20 h 146"/>
                <a:gd name="T28" fmla="*/ 122 w 466"/>
                <a:gd name="T29" fmla="*/ 20 h 146"/>
                <a:gd name="T30" fmla="*/ 33 w 466"/>
                <a:gd name="T31" fmla="*/ 12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66" h="146">
                  <a:moveTo>
                    <a:pt x="455" y="146"/>
                  </a:moveTo>
                  <a:cubicBezTo>
                    <a:pt x="11" y="146"/>
                    <a:pt x="11" y="146"/>
                    <a:pt x="11" y="146"/>
                  </a:cubicBezTo>
                  <a:cubicBezTo>
                    <a:pt x="7" y="146"/>
                    <a:pt x="4" y="144"/>
                    <a:pt x="2" y="141"/>
                  </a:cubicBezTo>
                  <a:cubicBezTo>
                    <a:pt x="0" y="137"/>
                    <a:pt x="1" y="133"/>
                    <a:pt x="4" y="130"/>
                  </a:cubicBezTo>
                  <a:cubicBezTo>
                    <a:pt x="110" y="4"/>
                    <a:pt x="110" y="4"/>
                    <a:pt x="110" y="4"/>
                  </a:cubicBezTo>
                  <a:cubicBezTo>
                    <a:pt x="112" y="2"/>
                    <a:pt x="115" y="0"/>
                    <a:pt x="118" y="0"/>
                  </a:cubicBezTo>
                  <a:cubicBezTo>
                    <a:pt x="348" y="0"/>
                    <a:pt x="348" y="0"/>
                    <a:pt x="348" y="0"/>
                  </a:cubicBezTo>
                  <a:cubicBezTo>
                    <a:pt x="351" y="0"/>
                    <a:pt x="354" y="2"/>
                    <a:pt x="356" y="4"/>
                  </a:cubicBezTo>
                  <a:cubicBezTo>
                    <a:pt x="462" y="130"/>
                    <a:pt x="462" y="130"/>
                    <a:pt x="462" y="130"/>
                  </a:cubicBezTo>
                  <a:cubicBezTo>
                    <a:pt x="465" y="133"/>
                    <a:pt x="466" y="137"/>
                    <a:pt x="464" y="141"/>
                  </a:cubicBezTo>
                  <a:cubicBezTo>
                    <a:pt x="462" y="144"/>
                    <a:pt x="459" y="146"/>
                    <a:pt x="455" y="146"/>
                  </a:cubicBezTo>
                  <a:moveTo>
                    <a:pt x="33" y="126"/>
                  </a:moveTo>
                  <a:cubicBezTo>
                    <a:pt x="433" y="126"/>
                    <a:pt x="433" y="126"/>
                    <a:pt x="433" y="126"/>
                  </a:cubicBezTo>
                  <a:cubicBezTo>
                    <a:pt x="344" y="20"/>
                    <a:pt x="344" y="20"/>
                    <a:pt x="344" y="20"/>
                  </a:cubicBezTo>
                  <a:cubicBezTo>
                    <a:pt x="122" y="20"/>
                    <a:pt x="122" y="20"/>
                    <a:pt x="122" y="20"/>
                  </a:cubicBezTo>
                  <a:lnTo>
                    <a:pt x="33" y="1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9" name="Freeform 58"/>
            <p:cNvSpPr>
              <a:spLocks/>
            </p:cNvSpPr>
            <p:nvPr/>
          </p:nvSpPr>
          <p:spPr bwMode="auto">
            <a:xfrm>
              <a:off x="5301462" y="987594"/>
              <a:ext cx="744642" cy="463959"/>
            </a:xfrm>
            <a:custGeom>
              <a:avLst/>
              <a:gdLst>
                <a:gd name="T0" fmla="*/ 291 w 581"/>
                <a:gd name="T1" fmla="*/ 362 h 362"/>
                <a:gd name="T2" fmla="*/ 0 w 581"/>
                <a:gd name="T3" fmla="*/ 16 h 362"/>
                <a:gd name="T4" fmla="*/ 19 w 581"/>
                <a:gd name="T5" fmla="*/ 0 h 362"/>
                <a:gd name="T6" fmla="*/ 291 w 581"/>
                <a:gd name="T7" fmla="*/ 322 h 362"/>
                <a:gd name="T8" fmla="*/ 562 w 581"/>
                <a:gd name="T9" fmla="*/ 0 h 362"/>
                <a:gd name="T10" fmla="*/ 581 w 581"/>
                <a:gd name="T11" fmla="*/ 16 h 362"/>
                <a:gd name="T12" fmla="*/ 291 w 581"/>
                <a:gd name="T13" fmla="*/ 362 h 362"/>
              </a:gdLst>
              <a:ahLst/>
              <a:cxnLst>
                <a:cxn ang="0">
                  <a:pos x="T0" y="T1"/>
                </a:cxn>
                <a:cxn ang="0">
                  <a:pos x="T2" y="T3"/>
                </a:cxn>
                <a:cxn ang="0">
                  <a:pos x="T4" y="T5"/>
                </a:cxn>
                <a:cxn ang="0">
                  <a:pos x="T6" y="T7"/>
                </a:cxn>
                <a:cxn ang="0">
                  <a:pos x="T8" y="T9"/>
                </a:cxn>
                <a:cxn ang="0">
                  <a:pos x="T10" y="T11"/>
                </a:cxn>
                <a:cxn ang="0">
                  <a:pos x="T12" y="T13"/>
                </a:cxn>
              </a:cxnLst>
              <a:rect l="0" t="0" r="r" b="b"/>
              <a:pathLst>
                <a:path w="581" h="362">
                  <a:moveTo>
                    <a:pt x="291" y="362"/>
                  </a:moveTo>
                  <a:lnTo>
                    <a:pt x="0" y="16"/>
                  </a:lnTo>
                  <a:lnTo>
                    <a:pt x="19" y="0"/>
                  </a:lnTo>
                  <a:lnTo>
                    <a:pt x="291" y="322"/>
                  </a:lnTo>
                  <a:lnTo>
                    <a:pt x="562" y="0"/>
                  </a:lnTo>
                  <a:lnTo>
                    <a:pt x="581" y="16"/>
                  </a:lnTo>
                  <a:lnTo>
                    <a:pt x="291" y="3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0" name="Freeform 59"/>
            <p:cNvSpPr>
              <a:spLocks noEditPoints="1"/>
            </p:cNvSpPr>
            <p:nvPr/>
          </p:nvSpPr>
          <p:spPr bwMode="auto">
            <a:xfrm>
              <a:off x="5506527" y="776121"/>
              <a:ext cx="334513" cy="666461"/>
            </a:xfrm>
            <a:custGeom>
              <a:avLst/>
              <a:gdLst>
                <a:gd name="T0" fmla="*/ 103 w 206"/>
                <a:gd name="T1" fmla="*/ 410 h 410"/>
                <a:gd name="T2" fmla="*/ 94 w 206"/>
                <a:gd name="T3" fmla="*/ 403 h 410"/>
                <a:gd name="T4" fmla="*/ 1 w 206"/>
                <a:gd name="T5" fmla="*/ 140 h 410"/>
                <a:gd name="T6" fmla="*/ 2 w 206"/>
                <a:gd name="T7" fmla="*/ 130 h 410"/>
                <a:gd name="T8" fmla="*/ 95 w 206"/>
                <a:gd name="T9" fmla="*/ 4 h 410"/>
                <a:gd name="T10" fmla="*/ 103 w 206"/>
                <a:gd name="T11" fmla="*/ 0 h 410"/>
                <a:gd name="T12" fmla="*/ 111 w 206"/>
                <a:gd name="T13" fmla="*/ 4 h 410"/>
                <a:gd name="T14" fmla="*/ 204 w 206"/>
                <a:gd name="T15" fmla="*/ 130 h 410"/>
                <a:gd name="T16" fmla="*/ 205 w 206"/>
                <a:gd name="T17" fmla="*/ 140 h 410"/>
                <a:gd name="T18" fmla="*/ 112 w 206"/>
                <a:gd name="T19" fmla="*/ 403 h 410"/>
                <a:gd name="T20" fmla="*/ 103 w 206"/>
                <a:gd name="T21" fmla="*/ 410 h 410"/>
                <a:gd name="T22" fmla="*/ 21 w 206"/>
                <a:gd name="T23" fmla="*/ 138 h 410"/>
                <a:gd name="T24" fmla="*/ 103 w 206"/>
                <a:gd name="T25" fmla="*/ 370 h 410"/>
                <a:gd name="T26" fmla="*/ 185 w 206"/>
                <a:gd name="T27" fmla="*/ 138 h 410"/>
                <a:gd name="T28" fmla="*/ 103 w 206"/>
                <a:gd name="T29" fmla="*/ 27 h 410"/>
                <a:gd name="T30" fmla="*/ 21 w 206"/>
                <a:gd name="T31" fmla="*/ 138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6" h="410">
                  <a:moveTo>
                    <a:pt x="103" y="410"/>
                  </a:moveTo>
                  <a:cubicBezTo>
                    <a:pt x="99" y="410"/>
                    <a:pt x="95" y="407"/>
                    <a:pt x="94" y="403"/>
                  </a:cubicBezTo>
                  <a:cubicBezTo>
                    <a:pt x="1" y="140"/>
                    <a:pt x="1" y="140"/>
                    <a:pt x="1" y="140"/>
                  </a:cubicBezTo>
                  <a:cubicBezTo>
                    <a:pt x="0" y="137"/>
                    <a:pt x="0" y="133"/>
                    <a:pt x="2" y="130"/>
                  </a:cubicBezTo>
                  <a:cubicBezTo>
                    <a:pt x="95" y="4"/>
                    <a:pt x="95" y="4"/>
                    <a:pt x="95" y="4"/>
                  </a:cubicBezTo>
                  <a:cubicBezTo>
                    <a:pt x="97" y="2"/>
                    <a:pt x="100" y="0"/>
                    <a:pt x="103" y="0"/>
                  </a:cubicBezTo>
                  <a:cubicBezTo>
                    <a:pt x="106" y="0"/>
                    <a:pt x="109" y="2"/>
                    <a:pt x="111" y="4"/>
                  </a:cubicBezTo>
                  <a:cubicBezTo>
                    <a:pt x="204" y="130"/>
                    <a:pt x="204" y="130"/>
                    <a:pt x="204" y="130"/>
                  </a:cubicBezTo>
                  <a:cubicBezTo>
                    <a:pt x="206" y="133"/>
                    <a:pt x="206" y="137"/>
                    <a:pt x="205" y="140"/>
                  </a:cubicBezTo>
                  <a:cubicBezTo>
                    <a:pt x="112" y="403"/>
                    <a:pt x="112" y="403"/>
                    <a:pt x="112" y="403"/>
                  </a:cubicBezTo>
                  <a:cubicBezTo>
                    <a:pt x="111" y="407"/>
                    <a:pt x="107" y="410"/>
                    <a:pt x="103" y="410"/>
                  </a:cubicBezTo>
                  <a:moveTo>
                    <a:pt x="21" y="138"/>
                  </a:moveTo>
                  <a:cubicBezTo>
                    <a:pt x="103" y="370"/>
                    <a:pt x="103" y="370"/>
                    <a:pt x="103" y="370"/>
                  </a:cubicBezTo>
                  <a:cubicBezTo>
                    <a:pt x="185" y="138"/>
                    <a:pt x="185" y="138"/>
                    <a:pt x="185" y="138"/>
                  </a:cubicBezTo>
                  <a:cubicBezTo>
                    <a:pt x="103" y="27"/>
                    <a:pt x="103" y="27"/>
                    <a:pt x="103" y="27"/>
                  </a:cubicBezTo>
                  <a:lnTo>
                    <a:pt x="21"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91" name="组合 190"/>
          <p:cNvGrpSpPr/>
          <p:nvPr/>
        </p:nvGrpSpPr>
        <p:grpSpPr>
          <a:xfrm>
            <a:off x="134769" y="6380431"/>
            <a:ext cx="339239" cy="318789"/>
            <a:chOff x="716979" y="3852095"/>
            <a:chExt cx="722854" cy="679278"/>
          </a:xfrm>
          <a:solidFill>
            <a:srgbClr val="707E84"/>
          </a:solidFill>
        </p:grpSpPr>
        <p:sp>
          <p:nvSpPr>
            <p:cNvPr id="192" name="Freeform 60"/>
            <p:cNvSpPr>
              <a:spLocks noEditPoints="1"/>
            </p:cNvSpPr>
            <p:nvPr/>
          </p:nvSpPr>
          <p:spPr bwMode="auto">
            <a:xfrm>
              <a:off x="716979" y="4050752"/>
              <a:ext cx="722854" cy="480621"/>
            </a:xfrm>
            <a:custGeom>
              <a:avLst/>
              <a:gdLst>
                <a:gd name="T0" fmla="*/ 392 w 444"/>
                <a:gd name="T1" fmla="*/ 295 h 295"/>
                <a:gd name="T2" fmla="*/ 348 w 444"/>
                <a:gd name="T3" fmla="*/ 295 h 295"/>
                <a:gd name="T4" fmla="*/ 296 w 444"/>
                <a:gd name="T5" fmla="*/ 243 h 295"/>
                <a:gd name="T6" fmla="*/ 296 w 444"/>
                <a:gd name="T7" fmla="*/ 233 h 295"/>
                <a:gd name="T8" fmla="*/ 263 w 444"/>
                <a:gd name="T9" fmla="*/ 200 h 295"/>
                <a:gd name="T10" fmla="*/ 181 w 444"/>
                <a:gd name="T11" fmla="*/ 200 h 295"/>
                <a:gd name="T12" fmla="*/ 149 w 444"/>
                <a:gd name="T13" fmla="*/ 233 h 295"/>
                <a:gd name="T14" fmla="*/ 149 w 444"/>
                <a:gd name="T15" fmla="*/ 243 h 295"/>
                <a:gd name="T16" fmla="*/ 97 w 444"/>
                <a:gd name="T17" fmla="*/ 295 h 295"/>
                <a:gd name="T18" fmla="*/ 53 w 444"/>
                <a:gd name="T19" fmla="*/ 295 h 295"/>
                <a:gd name="T20" fmla="*/ 0 w 444"/>
                <a:gd name="T21" fmla="*/ 243 h 295"/>
                <a:gd name="T22" fmla="*/ 0 w 444"/>
                <a:gd name="T23" fmla="*/ 53 h 295"/>
                <a:gd name="T24" fmla="*/ 53 w 444"/>
                <a:gd name="T25" fmla="*/ 0 h 295"/>
                <a:gd name="T26" fmla="*/ 392 w 444"/>
                <a:gd name="T27" fmla="*/ 0 h 295"/>
                <a:gd name="T28" fmla="*/ 444 w 444"/>
                <a:gd name="T29" fmla="*/ 53 h 295"/>
                <a:gd name="T30" fmla="*/ 444 w 444"/>
                <a:gd name="T31" fmla="*/ 243 h 295"/>
                <a:gd name="T32" fmla="*/ 392 w 444"/>
                <a:gd name="T33" fmla="*/ 295 h 295"/>
                <a:gd name="T34" fmla="*/ 181 w 444"/>
                <a:gd name="T35" fmla="*/ 180 h 295"/>
                <a:gd name="T36" fmla="*/ 263 w 444"/>
                <a:gd name="T37" fmla="*/ 180 h 295"/>
                <a:gd name="T38" fmla="*/ 316 w 444"/>
                <a:gd name="T39" fmla="*/ 233 h 295"/>
                <a:gd name="T40" fmla="*/ 316 w 444"/>
                <a:gd name="T41" fmla="*/ 243 h 295"/>
                <a:gd name="T42" fmla="*/ 348 w 444"/>
                <a:gd name="T43" fmla="*/ 275 h 295"/>
                <a:gd name="T44" fmla="*/ 392 w 444"/>
                <a:gd name="T45" fmla="*/ 275 h 295"/>
                <a:gd name="T46" fmla="*/ 424 w 444"/>
                <a:gd name="T47" fmla="*/ 243 h 295"/>
                <a:gd name="T48" fmla="*/ 424 w 444"/>
                <a:gd name="T49" fmla="*/ 53 h 295"/>
                <a:gd name="T50" fmla="*/ 392 w 444"/>
                <a:gd name="T51" fmla="*/ 20 h 295"/>
                <a:gd name="T52" fmla="*/ 53 w 444"/>
                <a:gd name="T53" fmla="*/ 20 h 295"/>
                <a:gd name="T54" fmla="*/ 20 w 444"/>
                <a:gd name="T55" fmla="*/ 53 h 295"/>
                <a:gd name="T56" fmla="*/ 20 w 444"/>
                <a:gd name="T57" fmla="*/ 243 h 295"/>
                <a:gd name="T58" fmla="*/ 53 w 444"/>
                <a:gd name="T59" fmla="*/ 275 h 295"/>
                <a:gd name="T60" fmla="*/ 97 w 444"/>
                <a:gd name="T61" fmla="*/ 275 h 295"/>
                <a:gd name="T62" fmla="*/ 129 w 444"/>
                <a:gd name="T63" fmla="*/ 243 h 295"/>
                <a:gd name="T64" fmla="*/ 129 w 444"/>
                <a:gd name="T65" fmla="*/ 233 h 295"/>
                <a:gd name="T66" fmla="*/ 181 w 444"/>
                <a:gd name="T67" fmla="*/ 18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44" h="295">
                  <a:moveTo>
                    <a:pt x="392" y="295"/>
                  </a:moveTo>
                  <a:cubicBezTo>
                    <a:pt x="348" y="295"/>
                    <a:pt x="348" y="295"/>
                    <a:pt x="348" y="295"/>
                  </a:cubicBezTo>
                  <a:cubicBezTo>
                    <a:pt x="319" y="295"/>
                    <a:pt x="296" y="272"/>
                    <a:pt x="296" y="243"/>
                  </a:cubicBezTo>
                  <a:cubicBezTo>
                    <a:pt x="296" y="233"/>
                    <a:pt x="296" y="233"/>
                    <a:pt x="296" y="233"/>
                  </a:cubicBezTo>
                  <a:cubicBezTo>
                    <a:pt x="296" y="215"/>
                    <a:pt x="281" y="200"/>
                    <a:pt x="263" y="200"/>
                  </a:cubicBezTo>
                  <a:cubicBezTo>
                    <a:pt x="181" y="200"/>
                    <a:pt x="181" y="200"/>
                    <a:pt x="181" y="200"/>
                  </a:cubicBezTo>
                  <a:cubicBezTo>
                    <a:pt x="164" y="200"/>
                    <a:pt x="149" y="215"/>
                    <a:pt x="149" y="233"/>
                  </a:cubicBezTo>
                  <a:cubicBezTo>
                    <a:pt x="149" y="243"/>
                    <a:pt x="149" y="243"/>
                    <a:pt x="149" y="243"/>
                  </a:cubicBezTo>
                  <a:cubicBezTo>
                    <a:pt x="149" y="272"/>
                    <a:pt x="126" y="295"/>
                    <a:pt x="97" y="295"/>
                  </a:cubicBezTo>
                  <a:cubicBezTo>
                    <a:pt x="53" y="295"/>
                    <a:pt x="53" y="295"/>
                    <a:pt x="53" y="295"/>
                  </a:cubicBezTo>
                  <a:cubicBezTo>
                    <a:pt x="24" y="295"/>
                    <a:pt x="0" y="272"/>
                    <a:pt x="0" y="243"/>
                  </a:cubicBezTo>
                  <a:cubicBezTo>
                    <a:pt x="0" y="53"/>
                    <a:pt x="0" y="53"/>
                    <a:pt x="0" y="53"/>
                  </a:cubicBezTo>
                  <a:cubicBezTo>
                    <a:pt x="0" y="24"/>
                    <a:pt x="24" y="0"/>
                    <a:pt x="53" y="0"/>
                  </a:cubicBezTo>
                  <a:cubicBezTo>
                    <a:pt x="392" y="0"/>
                    <a:pt x="392" y="0"/>
                    <a:pt x="392" y="0"/>
                  </a:cubicBezTo>
                  <a:cubicBezTo>
                    <a:pt x="421" y="0"/>
                    <a:pt x="444" y="24"/>
                    <a:pt x="444" y="53"/>
                  </a:cubicBezTo>
                  <a:cubicBezTo>
                    <a:pt x="444" y="243"/>
                    <a:pt x="444" y="243"/>
                    <a:pt x="444" y="243"/>
                  </a:cubicBezTo>
                  <a:cubicBezTo>
                    <a:pt x="444" y="272"/>
                    <a:pt x="421" y="295"/>
                    <a:pt x="392" y="295"/>
                  </a:cubicBezTo>
                  <a:moveTo>
                    <a:pt x="181" y="180"/>
                  </a:moveTo>
                  <a:cubicBezTo>
                    <a:pt x="263" y="180"/>
                    <a:pt x="263" y="180"/>
                    <a:pt x="263" y="180"/>
                  </a:cubicBezTo>
                  <a:cubicBezTo>
                    <a:pt x="292" y="180"/>
                    <a:pt x="316" y="204"/>
                    <a:pt x="316" y="233"/>
                  </a:cubicBezTo>
                  <a:cubicBezTo>
                    <a:pt x="316" y="243"/>
                    <a:pt x="316" y="243"/>
                    <a:pt x="316" y="243"/>
                  </a:cubicBezTo>
                  <a:cubicBezTo>
                    <a:pt x="316" y="261"/>
                    <a:pt x="330" y="275"/>
                    <a:pt x="348" y="275"/>
                  </a:cubicBezTo>
                  <a:cubicBezTo>
                    <a:pt x="392" y="275"/>
                    <a:pt x="392" y="275"/>
                    <a:pt x="392" y="275"/>
                  </a:cubicBezTo>
                  <a:cubicBezTo>
                    <a:pt x="410" y="275"/>
                    <a:pt x="424" y="261"/>
                    <a:pt x="424" y="243"/>
                  </a:cubicBezTo>
                  <a:cubicBezTo>
                    <a:pt x="424" y="53"/>
                    <a:pt x="424" y="53"/>
                    <a:pt x="424" y="53"/>
                  </a:cubicBezTo>
                  <a:cubicBezTo>
                    <a:pt x="424" y="35"/>
                    <a:pt x="410" y="20"/>
                    <a:pt x="392" y="20"/>
                  </a:cubicBezTo>
                  <a:cubicBezTo>
                    <a:pt x="53" y="20"/>
                    <a:pt x="53" y="20"/>
                    <a:pt x="53" y="20"/>
                  </a:cubicBezTo>
                  <a:cubicBezTo>
                    <a:pt x="35" y="20"/>
                    <a:pt x="20" y="35"/>
                    <a:pt x="20" y="53"/>
                  </a:cubicBezTo>
                  <a:cubicBezTo>
                    <a:pt x="20" y="243"/>
                    <a:pt x="20" y="243"/>
                    <a:pt x="20" y="243"/>
                  </a:cubicBezTo>
                  <a:cubicBezTo>
                    <a:pt x="20" y="261"/>
                    <a:pt x="35" y="275"/>
                    <a:pt x="53" y="275"/>
                  </a:cubicBezTo>
                  <a:cubicBezTo>
                    <a:pt x="97" y="275"/>
                    <a:pt x="97" y="275"/>
                    <a:pt x="97" y="275"/>
                  </a:cubicBezTo>
                  <a:cubicBezTo>
                    <a:pt x="114" y="275"/>
                    <a:pt x="129" y="261"/>
                    <a:pt x="129" y="243"/>
                  </a:cubicBezTo>
                  <a:cubicBezTo>
                    <a:pt x="129" y="233"/>
                    <a:pt x="129" y="233"/>
                    <a:pt x="129" y="233"/>
                  </a:cubicBezTo>
                  <a:cubicBezTo>
                    <a:pt x="129" y="204"/>
                    <a:pt x="153" y="180"/>
                    <a:pt x="181" y="18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3" name="Freeform 61"/>
            <p:cNvSpPr>
              <a:spLocks noEditPoints="1"/>
            </p:cNvSpPr>
            <p:nvPr/>
          </p:nvSpPr>
          <p:spPr bwMode="auto">
            <a:xfrm>
              <a:off x="818230" y="4141749"/>
              <a:ext cx="164052" cy="165334"/>
            </a:xfrm>
            <a:custGeom>
              <a:avLst/>
              <a:gdLst>
                <a:gd name="T0" fmla="*/ 50 w 101"/>
                <a:gd name="T1" fmla="*/ 101 h 101"/>
                <a:gd name="T2" fmla="*/ 0 w 101"/>
                <a:gd name="T3" fmla="*/ 51 h 101"/>
                <a:gd name="T4" fmla="*/ 50 w 101"/>
                <a:gd name="T5" fmla="*/ 0 h 101"/>
                <a:gd name="T6" fmla="*/ 101 w 101"/>
                <a:gd name="T7" fmla="*/ 51 h 101"/>
                <a:gd name="T8" fmla="*/ 50 w 101"/>
                <a:gd name="T9" fmla="*/ 101 h 101"/>
                <a:gd name="T10" fmla="*/ 50 w 101"/>
                <a:gd name="T11" fmla="*/ 20 h 101"/>
                <a:gd name="T12" fmla="*/ 20 w 101"/>
                <a:gd name="T13" fmla="*/ 51 h 101"/>
                <a:gd name="T14" fmla="*/ 50 w 101"/>
                <a:gd name="T15" fmla="*/ 81 h 101"/>
                <a:gd name="T16" fmla="*/ 81 w 101"/>
                <a:gd name="T17" fmla="*/ 51 h 101"/>
                <a:gd name="T18" fmla="*/ 50 w 101"/>
                <a:gd name="T19" fmla="*/ 2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1" h="101">
                  <a:moveTo>
                    <a:pt x="50" y="101"/>
                  </a:moveTo>
                  <a:cubicBezTo>
                    <a:pt x="23" y="101"/>
                    <a:pt x="0" y="78"/>
                    <a:pt x="0" y="51"/>
                  </a:cubicBezTo>
                  <a:cubicBezTo>
                    <a:pt x="0" y="23"/>
                    <a:pt x="23" y="0"/>
                    <a:pt x="50" y="0"/>
                  </a:cubicBezTo>
                  <a:cubicBezTo>
                    <a:pt x="78" y="0"/>
                    <a:pt x="101" y="23"/>
                    <a:pt x="101" y="51"/>
                  </a:cubicBezTo>
                  <a:cubicBezTo>
                    <a:pt x="101" y="78"/>
                    <a:pt x="78" y="101"/>
                    <a:pt x="50" y="101"/>
                  </a:cubicBezTo>
                  <a:moveTo>
                    <a:pt x="50" y="20"/>
                  </a:moveTo>
                  <a:cubicBezTo>
                    <a:pt x="34" y="20"/>
                    <a:pt x="20" y="34"/>
                    <a:pt x="20" y="51"/>
                  </a:cubicBezTo>
                  <a:cubicBezTo>
                    <a:pt x="20" y="67"/>
                    <a:pt x="34" y="81"/>
                    <a:pt x="50" y="81"/>
                  </a:cubicBezTo>
                  <a:cubicBezTo>
                    <a:pt x="67" y="81"/>
                    <a:pt x="81" y="67"/>
                    <a:pt x="81" y="51"/>
                  </a:cubicBezTo>
                  <a:cubicBezTo>
                    <a:pt x="81" y="34"/>
                    <a:pt x="67" y="20"/>
                    <a:pt x="50"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4" name="Freeform 62"/>
            <p:cNvSpPr>
              <a:spLocks/>
            </p:cNvSpPr>
            <p:nvPr/>
          </p:nvSpPr>
          <p:spPr bwMode="auto">
            <a:xfrm>
              <a:off x="1247585" y="4146875"/>
              <a:ext cx="32042" cy="64083"/>
            </a:xfrm>
            <a:custGeom>
              <a:avLst/>
              <a:gdLst>
                <a:gd name="T0" fmla="*/ 10 w 20"/>
                <a:gd name="T1" fmla="*/ 39 h 39"/>
                <a:gd name="T2" fmla="*/ 0 w 20"/>
                <a:gd name="T3" fmla="*/ 29 h 39"/>
                <a:gd name="T4" fmla="*/ 0 w 20"/>
                <a:gd name="T5" fmla="*/ 10 h 39"/>
                <a:gd name="T6" fmla="*/ 10 w 20"/>
                <a:gd name="T7" fmla="*/ 0 h 39"/>
                <a:gd name="T8" fmla="*/ 20 w 20"/>
                <a:gd name="T9" fmla="*/ 10 h 39"/>
                <a:gd name="T10" fmla="*/ 20 w 20"/>
                <a:gd name="T11" fmla="*/ 29 h 39"/>
                <a:gd name="T12" fmla="*/ 10 w 20"/>
                <a:gd name="T13" fmla="*/ 39 h 39"/>
              </a:gdLst>
              <a:ahLst/>
              <a:cxnLst>
                <a:cxn ang="0">
                  <a:pos x="T0" y="T1"/>
                </a:cxn>
                <a:cxn ang="0">
                  <a:pos x="T2" y="T3"/>
                </a:cxn>
                <a:cxn ang="0">
                  <a:pos x="T4" y="T5"/>
                </a:cxn>
                <a:cxn ang="0">
                  <a:pos x="T6" y="T7"/>
                </a:cxn>
                <a:cxn ang="0">
                  <a:pos x="T8" y="T9"/>
                </a:cxn>
                <a:cxn ang="0">
                  <a:pos x="T10" y="T11"/>
                </a:cxn>
                <a:cxn ang="0">
                  <a:pos x="T12" y="T13"/>
                </a:cxn>
              </a:cxnLst>
              <a:rect l="0" t="0" r="r" b="b"/>
              <a:pathLst>
                <a:path w="20" h="39">
                  <a:moveTo>
                    <a:pt x="10" y="39"/>
                  </a:moveTo>
                  <a:cubicBezTo>
                    <a:pt x="4" y="39"/>
                    <a:pt x="0" y="35"/>
                    <a:pt x="0" y="29"/>
                  </a:cubicBezTo>
                  <a:cubicBezTo>
                    <a:pt x="0" y="10"/>
                    <a:pt x="0" y="10"/>
                    <a:pt x="0" y="10"/>
                  </a:cubicBezTo>
                  <a:cubicBezTo>
                    <a:pt x="0" y="4"/>
                    <a:pt x="4" y="0"/>
                    <a:pt x="10" y="0"/>
                  </a:cubicBezTo>
                  <a:cubicBezTo>
                    <a:pt x="15" y="0"/>
                    <a:pt x="20" y="4"/>
                    <a:pt x="20" y="10"/>
                  </a:cubicBezTo>
                  <a:cubicBezTo>
                    <a:pt x="20" y="29"/>
                    <a:pt x="20" y="29"/>
                    <a:pt x="20" y="29"/>
                  </a:cubicBezTo>
                  <a:cubicBezTo>
                    <a:pt x="20" y="35"/>
                    <a:pt x="15" y="39"/>
                    <a:pt x="10" y="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5" name="Freeform 63"/>
            <p:cNvSpPr>
              <a:spLocks/>
            </p:cNvSpPr>
            <p:nvPr/>
          </p:nvSpPr>
          <p:spPr bwMode="auto">
            <a:xfrm>
              <a:off x="1247585" y="4237873"/>
              <a:ext cx="32042" cy="65365"/>
            </a:xfrm>
            <a:custGeom>
              <a:avLst/>
              <a:gdLst>
                <a:gd name="T0" fmla="*/ 10 w 20"/>
                <a:gd name="T1" fmla="*/ 40 h 40"/>
                <a:gd name="T2" fmla="*/ 0 w 20"/>
                <a:gd name="T3" fmla="*/ 30 h 40"/>
                <a:gd name="T4" fmla="*/ 0 w 20"/>
                <a:gd name="T5" fmla="*/ 10 h 40"/>
                <a:gd name="T6" fmla="*/ 10 w 20"/>
                <a:gd name="T7" fmla="*/ 0 h 40"/>
                <a:gd name="T8" fmla="*/ 20 w 20"/>
                <a:gd name="T9" fmla="*/ 10 h 40"/>
                <a:gd name="T10" fmla="*/ 20 w 20"/>
                <a:gd name="T11" fmla="*/ 30 h 40"/>
                <a:gd name="T12" fmla="*/ 10 w 20"/>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20" h="40">
                  <a:moveTo>
                    <a:pt x="10" y="40"/>
                  </a:moveTo>
                  <a:cubicBezTo>
                    <a:pt x="4" y="40"/>
                    <a:pt x="0" y="35"/>
                    <a:pt x="0" y="30"/>
                  </a:cubicBezTo>
                  <a:cubicBezTo>
                    <a:pt x="0" y="10"/>
                    <a:pt x="0" y="10"/>
                    <a:pt x="0" y="10"/>
                  </a:cubicBezTo>
                  <a:cubicBezTo>
                    <a:pt x="0" y="5"/>
                    <a:pt x="4" y="0"/>
                    <a:pt x="10" y="0"/>
                  </a:cubicBezTo>
                  <a:cubicBezTo>
                    <a:pt x="15" y="0"/>
                    <a:pt x="20" y="5"/>
                    <a:pt x="20" y="10"/>
                  </a:cubicBezTo>
                  <a:cubicBezTo>
                    <a:pt x="20" y="30"/>
                    <a:pt x="20" y="30"/>
                    <a:pt x="20" y="30"/>
                  </a:cubicBezTo>
                  <a:cubicBezTo>
                    <a:pt x="20" y="35"/>
                    <a:pt x="15" y="40"/>
                    <a:pt x="10" y="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6" name="Freeform 64"/>
            <p:cNvSpPr>
              <a:spLocks/>
            </p:cNvSpPr>
            <p:nvPr/>
          </p:nvSpPr>
          <p:spPr bwMode="auto">
            <a:xfrm>
              <a:off x="1187347" y="4208395"/>
              <a:ext cx="64083" cy="33323"/>
            </a:xfrm>
            <a:custGeom>
              <a:avLst/>
              <a:gdLst>
                <a:gd name="T0" fmla="*/ 29 w 39"/>
                <a:gd name="T1" fmla="*/ 20 h 20"/>
                <a:gd name="T2" fmla="*/ 10 w 39"/>
                <a:gd name="T3" fmla="*/ 20 h 20"/>
                <a:gd name="T4" fmla="*/ 0 w 39"/>
                <a:gd name="T5" fmla="*/ 10 h 20"/>
                <a:gd name="T6" fmla="*/ 10 w 39"/>
                <a:gd name="T7" fmla="*/ 0 h 20"/>
                <a:gd name="T8" fmla="*/ 29 w 39"/>
                <a:gd name="T9" fmla="*/ 0 h 20"/>
                <a:gd name="T10" fmla="*/ 39 w 39"/>
                <a:gd name="T11" fmla="*/ 10 h 20"/>
                <a:gd name="T12" fmla="*/ 29 w 39"/>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39" h="20">
                  <a:moveTo>
                    <a:pt x="29" y="20"/>
                  </a:moveTo>
                  <a:cubicBezTo>
                    <a:pt x="10" y="20"/>
                    <a:pt x="10" y="20"/>
                    <a:pt x="10" y="20"/>
                  </a:cubicBezTo>
                  <a:cubicBezTo>
                    <a:pt x="4" y="20"/>
                    <a:pt x="0" y="15"/>
                    <a:pt x="0" y="10"/>
                  </a:cubicBezTo>
                  <a:cubicBezTo>
                    <a:pt x="0" y="4"/>
                    <a:pt x="4" y="0"/>
                    <a:pt x="10" y="0"/>
                  </a:cubicBezTo>
                  <a:cubicBezTo>
                    <a:pt x="29" y="0"/>
                    <a:pt x="29" y="0"/>
                    <a:pt x="29" y="0"/>
                  </a:cubicBezTo>
                  <a:cubicBezTo>
                    <a:pt x="35" y="0"/>
                    <a:pt x="39" y="4"/>
                    <a:pt x="39" y="10"/>
                  </a:cubicBezTo>
                  <a:cubicBezTo>
                    <a:pt x="39" y="15"/>
                    <a:pt x="35" y="20"/>
                    <a:pt x="29"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7" name="Freeform 65"/>
            <p:cNvSpPr>
              <a:spLocks/>
            </p:cNvSpPr>
            <p:nvPr/>
          </p:nvSpPr>
          <p:spPr bwMode="auto">
            <a:xfrm>
              <a:off x="1275781" y="4208395"/>
              <a:ext cx="64083" cy="33323"/>
            </a:xfrm>
            <a:custGeom>
              <a:avLst/>
              <a:gdLst>
                <a:gd name="T0" fmla="*/ 30 w 40"/>
                <a:gd name="T1" fmla="*/ 20 h 20"/>
                <a:gd name="T2" fmla="*/ 10 w 40"/>
                <a:gd name="T3" fmla="*/ 20 h 20"/>
                <a:gd name="T4" fmla="*/ 0 w 40"/>
                <a:gd name="T5" fmla="*/ 10 h 20"/>
                <a:gd name="T6" fmla="*/ 10 w 40"/>
                <a:gd name="T7" fmla="*/ 0 h 20"/>
                <a:gd name="T8" fmla="*/ 30 w 40"/>
                <a:gd name="T9" fmla="*/ 0 h 20"/>
                <a:gd name="T10" fmla="*/ 40 w 40"/>
                <a:gd name="T11" fmla="*/ 10 h 20"/>
                <a:gd name="T12" fmla="*/ 30 w 40"/>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40" h="20">
                  <a:moveTo>
                    <a:pt x="30" y="20"/>
                  </a:moveTo>
                  <a:cubicBezTo>
                    <a:pt x="10" y="20"/>
                    <a:pt x="10" y="20"/>
                    <a:pt x="10" y="20"/>
                  </a:cubicBezTo>
                  <a:cubicBezTo>
                    <a:pt x="5" y="20"/>
                    <a:pt x="0" y="15"/>
                    <a:pt x="0" y="10"/>
                  </a:cubicBezTo>
                  <a:cubicBezTo>
                    <a:pt x="0" y="4"/>
                    <a:pt x="5" y="0"/>
                    <a:pt x="10" y="0"/>
                  </a:cubicBezTo>
                  <a:cubicBezTo>
                    <a:pt x="30" y="0"/>
                    <a:pt x="30" y="0"/>
                    <a:pt x="30" y="0"/>
                  </a:cubicBezTo>
                  <a:cubicBezTo>
                    <a:pt x="35" y="0"/>
                    <a:pt x="40" y="4"/>
                    <a:pt x="40" y="10"/>
                  </a:cubicBezTo>
                  <a:cubicBezTo>
                    <a:pt x="40" y="15"/>
                    <a:pt x="35" y="20"/>
                    <a:pt x="30"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8" name="Freeform 66"/>
            <p:cNvSpPr>
              <a:spLocks/>
            </p:cNvSpPr>
            <p:nvPr/>
          </p:nvSpPr>
          <p:spPr bwMode="auto">
            <a:xfrm>
              <a:off x="1061745" y="3852095"/>
              <a:ext cx="33323" cy="231980"/>
            </a:xfrm>
            <a:custGeom>
              <a:avLst/>
              <a:gdLst>
                <a:gd name="T0" fmla="*/ 10 w 20"/>
                <a:gd name="T1" fmla="*/ 142 h 142"/>
                <a:gd name="T2" fmla="*/ 0 w 20"/>
                <a:gd name="T3" fmla="*/ 132 h 142"/>
                <a:gd name="T4" fmla="*/ 0 w 20"/>
                <a:gd name="T5" fmla="*/ 10 h 142"/>
                <a:gd name="T6" fmla="*/ 10 w 20"/>
                <a:gd name="T7" fmla="*/ 0 h 142"/>
                <a:gd name="T8" fmla="*/ 20 w 20"/>
                <a:gd name="T9" fmla="*/ 10 h 142"/>
                <a:gd name="T10" fmla="*/ 20 w 20"/>
                <a:gd name="T11" fmla="*/ 132 h 142"/>
                <a:gd name="T12" fmla="*/ 10 w 20"/>
                <a:gd name="T13" fmla="*/ 142 h 142"/>
              </a:gdLst>
              <a:ahLst/>
              <a:cxnLst>
                <a:cxn ang="0">
                  <a:pos x="T0" y="T1"/>
                </a:cxn>
                <a:cxn ang="0">
                  <a:pos x="T2" y="T3"/>
                </a:cxn>
                <a:cxn ang="0">
                  <a:pos x="T4" y="T5"/>
                </a:cxn>
                <a:cxn ang="0">
                  <a:pos x="T6" y="T7"/>
                </a:cxn>
                <a:cxn ang="0">
                  <a:pos x="T8" y="T9"/>
                </a:cxn>
                <a:cxn ang="0">
                  <a:pos x="T10" y="T11"/>
                </a:cxn>
                <a:cxn ang="0">
                  <a:pos x="T12" y="T13"/>
                </a:cxn>
              </a:cxnLst>
              <a:rect l="0" t="0" r="r" b="b"/>
              <a:pathLst>
                <a:path w="20" h="142">
                  <a:moveTo>
                    <a:pt x="10" y="142"/>
                  </a:moveTo>
                  <a:cubicBezTo>
                    <a:pt x="5" y="142"/>
                    <a:pt x="0" y="138"/>
                    <a:pt x="0" y="132"/>
                  </a:cubicBezTo>
                  <a:cubicBezTo>
                    <a:pt x="0" y="10"/>
                    <a:pt x="0" y="10"/>
                    <a:pt x="0" y="10"/>
                  </a:cubicBezTo>
                  <a:cubicBezTo>
                    <a:pt x="0" y="4"/>
                    <a:pt x="5" y="0"/>
                    <a:pt x="10" y="0"/>
                  </a:cubicBezTo>
                  <a:cubicBezTo>
                    <a:pt x="16" y="0"/>
                    <a:pt x="20" y="4"/>
                    <a:pt x="20" y="10"/>
                  </a:cubicBezTo>
                  <a:cubicBezTo>
                    <a:pt x="20" y="132"/>
                    <a:pt x="20" y="132"/>
                    <a:pt x="20" y="132"/>
                  </a:cubicBezTo>
                  <a:cubicBezTo>
                    <a:pt x="20" y="138"/>
                    <a:pt x="16" y="142"/>
                    <a:pt x="10" y="14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99" name="组合 198"/>
          <p:cNvGrpSpPr/>
          <p:nvPr/>
        </p:nvGrpSpPr>
        <p:grpSpPr>
          <a:xfrm>
            <a:off x="641872" y="6371108"/>
            <a:ext cx="345856" cy="337435"/>
            <a:chOff x="1888412" y="3831588"/>
            <a:chExt cx="736952" cy="719009"/>
          </a:xfrm>
          <a:solidFill>
            <a:srgbClr val="707E84"/>
          </a:solidFill>
        </p:grpSpPr>
        <p:sp>
          <p:nvSpPr>
            <p:cNvPr id="200" name="Freeform 67"/>
            <p:cNvSpPr>
              <a:spLocks/>
            </p:cNvSpPr>
            <p:nvPr/>
          </p:nvSpPr>
          <p:spPr bwMode="auto">
            <a:xfrm>
              <a:off x="1888412" y="3831588"/>
              <a:ext cx="736952" cy="385779"/>
            </a:xfrm>
            <a:custGeom>
              <a:avLst/>
              <a:gdLst>
                <a:gd name="T0" fmla="*/ 443 w 453"/>
                <a:gd name="T1" fmla="*/ 237 h 237"/>
                <a:gd name="T2" fmla="*/ 433 w 453"/>
                <a:gd name="T3" fmla="*/ 227 h 237"/>
                <a:gd name="T4" fmla="*/ 226 w 453"/>
                <a:gd name="T5" fmla="*/ 20 h 237"/>
                <a:gd name="T6" fmla="*/ 20 w 453"/>
                <a:gd name="T7" fmla="*/ 227 h 237"/>
                <a:gd name="T8" fmla="*/ 10 w 453"/>
                <a:gd name="T9" fmla="*/ 237 h 237"/>
                <a:gd name="T10" fmla="*/ 0 w 453"/>
                <a:gd name="T11" fmla="*/ 227 h 237"/>
                <a:gd name="T12" fmla="*/ 226 w 453"/>
                <a:gd name="T13" fmla="*/ 0 h 237"/>
                <a:gd name="T14" fmla="*/ 453 w 453"/>
                <a:gd name="T15" fmla="*/ 227 h 237"/>
                <a:gd name="T16" fmla="*/ 443 w 453"/>
                <a:gd name="T17" fmla="*/ 237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3" h="237">
                  <a:moveTo>
                    <a:pt x="443" y="237"/>
                  </a:moveTo>
                  <a:cubicBezTo>
                    <a:pt x="437" y="237"/>
                    <a:pt x="433" y="233"/>
                    <a:pt x="433" y="227"/>
                  </a:cubicBezTo>
                  <a:cubicBezTo>
                    <a:pt x="433" y="113"/>
                    <a:pt x="340" y="20"/>
                    <a:pt x="226" y="20"/>
                  </a:cubicBezTo>
                  <a:cubicBezTo>
                    <a:pt x="112" y="20"/>
                    <a:pt x="20" y="113"/>
                    <a:pt x="20" y="227"/>
                  </a:cubicBezTo>
                  <a:cubicBezTo>
                    <a:pt x="20" y="233"/>
                    <a:pt x="15" y="237"/>
                    <a:pt x="10" y="237"/>
                  </a:cubicBezTo>
                  <a:cubicBezTo>
                    <a:pt x="4" y="237"/>
                    <a:pt x="0" y="233"/>
                    <a:pt x="0" y="227"/>
                  </a:cubicBezTo>
                  <a:cubicBezTo>
                    <a:pt x="0" y="102"/>
                    <a:pt x="101" y="0"/>
                    <a:pt x="226" y="0"/>
                  </a:cubicBezTo>
                  <a:cubicBezTo>
                    <a:pt x="351" y="0"/>
                    <a:pt x="453" y="102"/>
                    <a:pt x="453" y="227"/>
                  </a:cubicBezTo>
                  <a:cubicBezTo>
                    <a:pt x="453" y="233"/>
                    <a:pt x="449" y="237"/>
                    <a:pt x="443" y="2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1" name="Freeform 68"/>
            <p:cNvSpPr>
              <a:spLocks/>
            </p:cNvSpPr>
            <p:nvPr/>
          </p:nvSpPr>
          <p:spPr bwMode="auto">
            <a:xfrm>
              <a:off x="1888412" y="4102018"/>
              <a:ext cx="736952" cy="124321"/>
            </a:xfrm>
            <a:custGeom>
              <a:avLst/>
              <a:gdLst>
                <a:gd name="T0" fmla="*/ 443 w 453"/>
                <a:gd name="T1" fmla="*/ 77 h 77"/>
                <a:gd name="T2" fmla="*/ 433 w 453"/>
                <a:gd name="T3" fmla="*/ 67 h 77"/>
                <a:gd name="T4" fmla="*/ 388 w 453"/>
                <a:gd name="T5" fmla="*/ 23 h 77"/>
                <a:gd name="T6" fmla="*/ 344 w 453"/>
                <a:gd name="T7" fmla="*/ 67 h 77"/>
                <a:gd name="T8" fmla="*/ 334 w 453"/>
                <a:gd name="T9" fmla="*/ 77 h 77"/>
                <a:gd name="T10" fmla="*/ 324 w 453"/>
                <a:gd name="T11" fmla="*/ 67 h 77"/>
                <a:gd name="T12" fmla="*/ 324 w 453"/>
                <a:gd name="T13" fmla="*/ 65 h 77"/>
                <a:gd name="T14" fmla="*/ 280 w 453"/>
                <a:gd name="T15" fmla="*/ 20 h 77"/>
                <a:gd name="T16" fmla="*/ 236 w 453"/>
                <a:gd name="T17" fmla="*/ 65 h 77"/>
                <a:gd name="T18" fmla="*/ 236 w 453"/>
                <a:gd name="T19" fmla="*/ 67 h 77"/>
                <a:gd name="T20" fmla="*/ 226 w 453"/>
                <a:gd name="T21" fmla="*/ 77 h 77"/>
                <a:gd name="T22" fmla="*/ 216 w 453"/>
                <a:gd name="T23" fmla="*/ 67 h 77"/>
                <a:gd name="T24" fmla="*/ 172 w 453"/>
                <a:gd name="T25" fmla="*/ 23 h 77"/>
                <a:gd name="T26" fmla="*/ 128 w 453"/>
                <a:gd name="T27" fmla="*/ 67 h 77"/>
                <a:gd name="T28" fmla="*/ 118 w 453"/>
                <a:gd name="T29" fmla="*/ 77 h 77"/>
                <a:gd name="T30" fmla="*/ 108 w 453"/>
                <a:gd name="T31" fmla="*/ 67 h 77"/>
                <a:gd name="T32" fmla="*/ 64 w 453"/>
                <a:gd name="T33" fmla="*/ 23 h 77"/>
                <a:gd name="T34" fmla="*/ 20 w 453"/>
                <a:gd name="T35" fmla="*/ 67 h 77"/>
                <a:gd name="T36" fmla="*/ 10 w 453"/>
                <a:gd name="T37" fmla="*/ 77 h 77"/>
                <a:gd name="T38" fmla="*/ 0 w 453"/>
                <a:gd name="T39" fmla="*/ 67 h 77"/>
                <a:gd name="T40" fmla="*/ 64 w 453"/>
                <a:gd name="T41" fmla="*/ 3 h 77"/>
                <a:gd name="T42" fmla="*/ 118 w 453"/>
                <a:gd name="T43" fmla="*/ 33 h 77"/>
                <a:gd name="T44" fmla="*/ 172 w 453"/>
                <a:gd name="T45" fmla="*/ 3 h 77"/>
                <a:gd name="T46" fmla="*/ 225 w 453"/>
                <a:gd name="T47" fmla="*/ 32 h 77"/>
                <a:gd name="T48" fmla="*/ 280 w 453"/>
                <a:gd name="T49" fmla="*/ 0 h 77"/>
                <a:gd name="T50" fmla="*/ 335 w 453"/>
                <a:gd name="T51" fmla="*/ 32 h 77"/>
                <a:gd name="T52" fmla="*/ 388 w 453"/>
                <a:gd name="T53" fmla="*/ 3 h 77"/>
                <a:gd name="T54" fmla="*/ 453 w 453"/>
                <a:gd name="T55" fmla="*/ 67 h 77"/>
                <a:gd name="T56" fmla="*/ 443 w 453"/>
                <a:gd name="T5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53" h="77">
                  <a:moveTo>
                    <a:pt x="443" y="77"/>
                  </a:moveTo>
                  <a:cubicBezTo>
                    <a:pt x="437" y="77"/>
                    <a:pt x="433" y="73"/>
                    <a:pt x="433" y="67"/>
                  </a:cubicBezTo>
                  <a:cubicBezTo>
                    <a:pt x="433" y="43"/>
                    <a:pt x="413" y="23"/>
                    <a:pt x="388" y="23"/>
                  </a:cubicBezTo>
                  <a:cubicBezTo>
                    <a:pt x="364" y="23"/>
                    <a:pt x="344" y="43"/>
                    <a:pt x="344" y="67"/>
                  </a:cubicBezTo>
                  <a:cubicBezTo>
                    <a:pt x="344" y="73"/>
                    <a:pt x="340" y="77"/>
                    <a:pt x="334" y="77"/>
                  </a:cubicBezTo>
                  <a:cubicBezTo>
                    <a:pt x="329" y="77"/>
                    <a:pt x="324" y="73"/>
                    <a:pt x="324" y="67"/>
                  </a:cubicBezTo>
                  <a:cubicBezTo>
                    <a:pt x="324" y="65"/>
                    <a:pt x="324" y="65"/>
                    <a:pt x="324" y="65"/>
                  </a:cubicBezTo>
                  <a:cubicBezTo>
                    <a:pt x="324" y="40"/>
                    <a:pt x="305" y="20"/>
                    <a:pt x="280" y="20"/>
                  </a:cubicBezTo>
                  <a:cubicBezTo>
                    <a:pt x="256" y="20"/>
                    <a:pt x="236" y="40"/>
                    <a:pt x="236" y="65"/>
                  </a:cubicBezTo>
                  <a:cubicBezTo>
                    <a:pt x="236" y="67"/>
                    <a:pt x="236" y="67"/>
                    <a:pt x="236" y="67"/>
                  </a:cubicBezTo>
                  <a:cubicBezTo>
                    <a:pt x="236" y="73"/>
                    <a:pt x="232" y="77"/>
                    <a:pt x="226" y="77"/>
                  </a:cubicBezTo>
                  <a:cubicBezTo>
                    <a:pt x="221" y="77"/>
                    <a:pt x="216" y="73"/>
                    <a:pt x="216" y="67"/>
                  </a:cubicBezTo>
                  <a:cubicBezTo>
                    <a:pt x="216" y="43"/>
                    <a:pt x="196" y="23"/>
                    <a:pt x="172" y="23"/>
                  </a:cubicBezTo>
                  <a:cubicBezTo>
                    <a:pt x="148" y="23"/>
                    <a:pt x="128" y="43"/>
                    <a:pt x="128" y="67"/>
                  </a:cubicBezTo>
                  <a:cubicBezTo>
                    <a:pt x="128" y="73"/>
                    <a:pt x="123" y="77"/>
                    <a:pt x="118" y="77"/>
                  </a:cubicBezTo>
                  <a:cubicBezTo>
                    <a:pt x="112" y="77"/>
                    <a:pt x="108" y="73"/>
                    <a:pt x="108" y="67"/>
                  </a:cubicBezTo>
                  <a:cubicBezTo>
                    <a:pt x="108" y="43"/>
                    <a:pt x="88" y="23"/>
                    <a:pt x="64" y="23"/>
                  </a:cubicBezTo>
                  <a:cubicBezTo>
                    <a:pt x="39" y="23"/>
                    <a:pt x="20" y="43"/>
                    <a:pt x="20" y="67"/>
                  </a:cubicBezTo>
                  <a:cubicBezTo>
                    <a:pt x="20" y="73"/>
                    <a:pt x="15" y="77"/>
                    <a:pt x="10" y="77"/>
                  </a:cubicBezTo>
                  <a:cubicBezTo>
                    <a:pt x="4" y="77"/>
                    <a:pt x="0" y="73"/>
                    <a:pt x="0" y="67"/>
                  </a:cubicBezTo>
                  <a:cubicBezTo>
                    <a:pt x="0" y="32"/>
                    <a:pt x="28" y="3"/>
                    <a:pt x="64" y="3"/>
                  </a:cubicBezTo>
                  <a:cubicBezTo>
                    <a:pt x="87" y="3"/>
                    <a:pt x="107" y="15"/>
                    <a:pt x="118" y="33"/>
                  </a:cubicBezTo>
                  <a:cubicBezTo>
                    <a:pt x="129" y="15"/>
                    <a:pt x="149" y="3"/>
                    <a:pt x="172" y="3"/>
                  </a:cubicBezTo>
                  <a:cubicBezTo>
                    <a:pt x="194" y="3"/>
                    <a:pt x="214" y="14"/>
                    <a:pt x="225" y="32"/>
                  </a:cubicBezTo>
                  <a:cubicBezTo>
                    <a:pt x="237" y="13"/>
                    <a:pt x="257" y="0"/>
                    <a:pt x="280" y="0"/>
                  </a:cubicBezTo>
                  <a:cubicBezTo>
                    <a:pt x="303" y="0"/>
                    <a:pt x="324" y="13"/>
                    <a:pt x="335" y="32"/>
                  </a:cubicBezTo>
                  <a:cubicBezTo>
                    <a:pt x="347" y="14"/>
                    <a:pt x="366" y="3"/>
                    <a:pt x="388" y="3"/>
                  </a:cubicBezTo>
                  <a:cubicBezTo>
                    <a:pt x="424" y="3"/>
                    <a:pt x="453" y="32"/>
                    <a:pt x="453" y="67"/>
                  </a:cubicBezTo>
                  <a:cubicBezTo>
                    <a:pt x="453" y="73"/>
                    <a:pt x="448" y="77"/>
                    <a:pt x="443" y="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2" name="Freeform 69"/>
            <p:cNvSpPr>
              <a:spLocks/>
            </p:cNvSpPr>
            <p:nvPr/>
          </p:nvSpPr>
          <p:spPr bwMode="auto">
            <a:xfrm>
              <a:off x="2239586" y="4184044"/>
              <a:ext cx="33323" cy="321696"/>
            </a:xfrm>
            <a:custGeom>
              <a:avLst/>
              <a:gdLst>
                <a:gd name="T0" fmla="*/ 10 w 20"/>
                <a:gd name="T1" fmla="*/ 197 h 197"/>
                <a:gd name="T2" fmla="*/ 0 w 20"/>
                <a:gd name="T3" fmla="*/ 187 h 197"/>
                <a:gd name="T4" fmla="*/ 0 w 20"/>
                <a:gd name="T5" fmla="*/ 10 h 197"/>
                <a:gd name="T6" fmla="*/ 10 w 20"/>
                <a:gd name="T7" fmla="*/ 0 h 197"/>
                <a:gd name="T8" fmla="*/ 20 w 20"/>
                <a:gd name="T9" fmla="*/ 10 h 197"/>
                <a:gd name="T10" fmla="*/ 20 w 20"/>
                <a:gd name="T11" fmla="*/ 187 h 197"/>
                <a:gd name="T12" fmla="*/ 10 w 20"/>
                <a:gd name="T13" fmla="*/ 197 h 197"/>
              </a:gdLst>
              <a:ahLst/>
              <a:cxnLst>
                <a:cxn ang="0">
                  <a:pos x="T0" y="T1"/>
                </a:cxn>
                <a:cxn ang="0">
                  <a:pos x="T2" y="T3"/>
                </a:cxn>
                <a:cxn ang="0">
                  <a:pos x="T4" y="T5"/>
                </a:cxn>
                <a:cxn ang="0">
                  <a:pos x="T6" y="T7"/>
                </a:cxn>
                <a:cxn ang="0">
                  <a:pos x="T8" y="T9"/>
                </a:cxn>
                <a:cxn ang="0">
                  <a:pos x="T10" y="T11"/>
                </a:cxn>
                <a:cxn ang="0">
                  <a:pos x="T12" y="T13"/>
                </a:cxn>
              </a:cxnLst>
              <a:rect l="0" t="0" r="r" b="b"/>
              <a:pathLst>
                <a:path w="20" h="197">
                  <a:moveTo>
                    <a:pt x="10" y="197"/>
                  </a:moveTo>
                  <a:cubicBezTo>
                    <a:pt x="4" y="197"/>
                    <a:pt x="0" y="193"/>
                    <a:pt x="0" y="187"/>
                  </a:cubicBezTo>
                  <a:cubicBezTo>
                    <a:pt x="0" y="10"/>
                    <a:pt x="0" y="10"/>
                    <a:pt x="0" y="10"/>
                  </a:cubicBezTo>
                  <a:cubicBezTo>
                    <a:pt x="0" y="5"/>
                    <a:pt x="4" y="0"/>
                    <a:pt x="10" y="0"/>
                  </a:cubicBezTo>
                  <a:cubicBezTo>
                    <a:pt x="15" y="0"/>
                    <a:pt x="20" y="5"/>
                    <a:pt x="20" y="10"/>
                  </a:cubicBezTo>
                  <a:cubicBezTo>
                    <a:pt x="20" y="187"/>
                    <a:pt x="20" y="187"/>
                    <a:pt x="20" y="187"/>
                  </a:cubicBezTo>
                  <a:cubicBezTo>
                    <a:pt x="20" y="193"/>
                    <a:pt x="15" y="197"/>
                    <a:pt x="10"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3" name="Freeform 70"/>
            <p:cNvSpPr>
              <a:spLocks/>
            </p:cNvSpPr>
            <p:nvPr/>
          </p:nvSpPr>
          <p:spPr bwMode="auto">
            <a:xfrm>
              <a:off x="2239586" y="4472416"/>
              <a:ext cx="126884" cy="78181"/>
            </a:xfrm>
            <a:custGeom>
              <a:avLst/>
              <a:gdLst>
                <a:gd name="T0" fmla="*/ 39 w 78"/>
                <a:gd name="T1" fmla="*/ 48 h 48"/>
                <a:gd name="T2" fmla="*/ 38 w 78"/>
                <a:gd name="T3" fmla="*/ 48 h 48"/>
                <a:gd name="T4" fmla="*/ 0 w 78"/>
                <a:gd name="T5" fmla="*/ 10 h 48"/>
                <a:gd name="T6" fmla="*/ 10 w 78"/>
                <a:gd name="T7" fmla="*/ 0 h 48"/>
                <a:gd name="T8" fmla="*/ 20 w 78"/>
                <a:gd name="T9" fmla="*/ 10 h 48"/>
                <a:gd name="T10" fmla="*/ 38 w 78"/>
                <a:gd name="T11" fmla="*/ 28 h 48"/>
                <a:gd name="T12" fmla="*/ 39 w 78"/>
                <a:gd name="T13" fmla="*/ 28 h 48"/>
                <a:gd name="T14" fmla="*/ 58 w 78"/>
                <a:gd name="T15" fmla="*/ 10 h 48"/>
                <a:gd name="T16" fmla="*/ 68 w 78"/>
                <a:gd name="T17" fmla="*/ 0 h 48"/>
                <a:gd name="T18" fmla="*/ 78 w 78"/>
                <a:gd name="T19" fmla="*/ 10 h 48"/>
                <a:gd name="T20" fmla="*/ 39 w 78"/>
                <a:gd name="T21"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8" h="48">
                  <a:moveTo>
                    <a:pt x="39" y="48"/>
                  </a:moveTo>
                  <a:cubicBezTo>
                    <a:pt x="38" y="48"/>
                    <a:pt x="38" y="48"/>
                    <a:pt x="38" y="48"/>
                  </a:cubicBezTo>
                  <a:cubicBezTo>
                    <a:pt x="17" y="48"/>
                    <a:pt x="0" y="31"/>
                    <a:pt x="0" y="10"/>
                  </a:cubicBezTo>
                  <a:cubicBezTo>
                    <a:pt x="0" y="5"/>
                    <a:pt x="4" y="0"/>
                    <a:pt x="10" y="0"/>
                  </a:cubicBezTo>
                  <a:cubicBezTo>
                    <a:pt x="15" y="0"/>
                    <a:pt x="20" y="5"/>
                    <a:pt x="20" y="10"/>
                  </a:cubicBezTo>
                  <a:cubicBezTo>
                    <a:pt x="20" y="20"/>
                    <a:pt x="28" y="28"/>
                    <a:pt x="38" y="28"/>
                  </a:cubicBezTo>
                  <a:cubicBezTo>
                    <a:pt x="39" y="28"/>
                    <a:pt x="39" y="28"/>
                    <a:pt x="39" y="28"/>
                  </a:cubicBezTo>
                  <a:cubicBezTo>
                    <a:pt x="49" y="28"/>
                    <a:pt x="58" y="20"/>
                    <a:pt x="58" y="10"/>
                  </a:cubicBezTo>
                  <a:cubicBezTo>
                    <a:pt x="58" y="5"/>
                    <a:pt x="62" y="0"/>
                    <a:pt x="68" y="0"/>
                  </a:cubicBezTo>
                  <a:cubicBezTo>
                    <a:pt x="73" y="0"/>
                    <a:pt x="78" y="5"/>
                    <a:pt x="78" y="10"/>
                  </a:cubicBezTo>
                  <a:cubicBezTo>
                    <a:pt x="78" y="31"/>
                    <a:pt x="60" y="48"/>
                    <a:pt x="39" y="4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04" name="组合 203"/>
          <p:cNvGrpSpPr/>
          <p:nvPr/>
        </p:nvGrpSpPr>
        <p:grpSpPr>
          <a:xfrm>
            <a:off x="1155592" y="6393663"/>
            <a:ext cx="316985" cy="292324"/>
            <a:chOff x="3084198" y="3880291"/>
            <a:chExt cx="675433" cy="622886"/>
          </a:xfrm>
          <a:solidFill>
            <a:srgbClr val="707E84"/>
          </a:solidFill>
        </p:grpSpPr>
        <p:sp>
          <p:nvSpPr>
            <p:cNvPr id="205" name="Freeform 71"/>
            <p:cNvSpPr>
              <a:spLocks noEditPoints="1"/>
            </p:cNvSpPr>
            <p:nvPr/>
          </p:nvSpPr>
          <p:spPr bwMode="auto">
            <a:xfrm>
              <a:off x="3084198" y="3880291"/>
              <a:ext cx="210192" cy="210192"/>
            </a:xfrm>
            <a:custGeom>
              <a:avLst/>
              <a:gdLst>
                <a:gd name="T0" fmla="*/ 64 w 129"/>
                <a:gd name="T1" fmla="*/ 129 h 129"/>
                <a:gd name="T2" fmla="*/ 0 w 129"/>
                <a:gd name="T3" fmla="*/ 65 h 129"/>
                <a:gd name="T4" fmla="*/ 64 w 129"/>
                <a:gd name="T5" fmla="*/ 0 h 129"/>
                <a:gd name="T6" fmla="*/ 129 w 129"/>
                <a:gd name="T7" fmla="*/ 65 h 129"/>
                <a:gd name="T8" fmla="*/ 64 w 129"/>
                <a:gd name="T9" fmla="*/ 129 h 129"/>
                <a:gd name="T10" fmla="*/ 64 w 129"/>
                <a:gd name="T11" fmla="*/ 20 h 129"/>
                <a:gd name="T12" fmla="*/ 20 w 129"/>
                <a:gd name="T13" fmla="*/ 65 h 129"/>
                <a:gd name="T14" fmla="*/ 64 w 129"/>
                <a:gd name="T15" fmla="*/ 109 h 129"/>
                <a:gd name="T16" fmla="*/ 109 w 129"/>
                <a:gd name="T17" fmla="*/ 65 h 129"/>
                <a:gd name="T18" fmla="*/ 64 w 129"/>
                <a:gd name="T19" fmla="*/ 2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129">
                  <a:moveTo>
                    <a:pt x="64" y="129"/>
                  </a:moveTo>
                  <a:cubicBezTo>
                    <a:pt x="29" y="129"/>
                    <a:pt x="0" y="100"/>
                    <a:pt x="0" y="65"/>
                  </a:cubicBezTo>
                  <a:cubicBezTo>
                    <a:pt x="0" y="29"/>
                    <a:pt x="29" y="0"/>
                    <a:pt x="64" y="0"/>
                  </a:cubicBezTo>
                  <a:cubicBezTo>
                    <a:pt x="100" y="0"/>
                    <a:pt x="129" y="29"/>
                    <a:pt x="129" y="65"/>
                  </a:cubicBezTo>
                  <a:cubicBezTo>
                    <a:pt x="129" y="100"/>
                    <a:pt x="100" y="129"/>
                    <a:pt x="64" y="129"/>
                  </a:cubicBezTo>
                  <a:moveTo>
                    <a:pt x="64" y="20"/>
                  </a:moveTo>
                  <a:cubicBezTo>
                    <a:pt x="40" y="20"/>
                    <a:pt x="20" y="40"/>
                    <a:pt x="20" y="65"/>
                  </a:cubicBezTo>
                  <a:cubicBezTo>
                    <a:pt x="20" y="89"/>
                    <a:pt x="40" y="109"/>
                    <a:pt x="64" y="109"/>
                  </a:cubicBezTo>
                  <a:cubicBezTo>
                    <a:pt x="89" y="109"/>
                    <a:pt x="109" y="89"/>
                    <a:pt x="109" y="65"/>
                  </a:cubicBezTo>
                  <a:cubicBezTo>
                    <a:pt x="109" y="40"/>
                    <a:pt x="89" y="20"/>
                    <a:pt x="64"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6" name="Freeform 72"/>
            <p:cNvSpPr>
              <a:spLocks noEditPoints="1"/>
            </p:cNvSpPr>
            <p:nvPr/>
          </p:nvSpPr>
          <p:spPr bwMode="auto">
            <a:xfrm>
              <a:off x="3548157" y="3880291"/>
              <a:ext cx="211474" cy="210192"/>
            </a:xfrm>
            <a:custGeom>
              <a:avLst/>
              <a:gdLst>
                <a:gd name="T0" fmla="*/ 65 w 130"/>
                <a:gd name="T1" fmla="*/ 129 h 129"/>
                <a:gd name="T2" fmla="*/ 0 w 130"/>
                <a:gd name="T3" fmla="*/ 65 h 129"/>
                <a:gd name="T4" fmla="*/ 65 w 130"/>
                <a:gd name="T5" fmla="*/ 0 h 129"/>
                <a:gd name="T6" fmla="*/ 130 w 130"/>
                <a:gd name="T7" fmla="*/ 65 h 129"/>
                <a:gd name="T8" fmla="*/ 65 w 130"/>
                <a:gd name="T9" fmla="*/ 129 h 129"/>
                <a:gd name="T10" fmla="*/ 65 w 130"/>
                <a:gd name="T11" fmla="*/ 20 h 129"/>
                <a:gd name="T12" fmla="*/ 20 w 130"/>
                <a:gd name="T13" fmla="*/ 65 h 129"/>
                <a:gd name="T14" fmla="*/ 65 w 130"/>
                <a:gd name="T15" fmla="*/ 109 h 129"/>
                <a:gd name="T16" fmla="*/ 110 w 130"/>
                <a:gd name="T17" fmla="*/ 65 h 129"/>
                <a:gd name="T18" fmla="*/ 65 w 130"/>
                <a:gd name="T19" fmla="*/ 2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29">
                  <a:moveTo>
                    <a:pt x="65" y="129"/>
                  </a:moveTo>
                  <a:cubicBezTo>
                    <a:pt x="29" y="129"/>
                    <a:pt x="0" y="100"/>
                    <a:pt x="0" y="65"/>
                  </a:cubicBezTo>
                  <a:cubicBezTo>
                    <a:pt x="0" y="29"/>
                    <a:pt x="29" y="0"/>
                    <a:pt x="65" y="0"/>
                  </a:cubicBezTo>
                  <a:cubicBezTo>
                    <a:pt x="101" y="0"/>
                    <a:pt x="130" y="29"/>
                    <a:pt x="130" y="65"/>
                  </a:cubicBezTo>
                  <a:cubicBezTo>
                    <a:pt x="130" y="100"/>
                    <a:pt x="101" y="129"/>
                    <a:pt x="65" y="129"/>
                  </a:cubicBezTo>
                  <a:moveTo>
                    <a:pt x="65" y="20"/>
                  </a:moveTo>
                  <a:cubicBezTo>
                    <a:pt x="40" y="20"/>
                    <a:pt x="20" y="40"/>
                    <a:pt x="20" y="65"/>
                  </a:cubicBezTo>
                  <a:cubicBezTo>
                    <a:pt x="20" y="89"/>
                    <a:pt x="40" y="109"/>
                    <a:pt x="65" y="109"/>
                  </a:cubicBezTo>
                  <a:cubicBezTo>
                    <a:pt x="90" y="109"/>
                    <a:pt x="110" y="89"/>
                    <a:pt x="110" y="65"/>
                  </a:cubicBezTo>
                  <a:cubicBezTo>
                    <a:pt x="110" y="40"/>
                    <a:pt x="90" y="20"/>
                    <a:pt x="65"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7" name="Freeform 73"/>
            <p:cNvSpPr>
              <a:spLocks noEditPoints="1"/>
            </p:cNvSpPr>
            <p:nvPr/>
          </p:nvSpPr>
          <p:spPr bwMode="auto">
            <a:xfrm>
              <a:off x="3314896" y="4291703"/>
              <a:ext cx="211474" cy="211474"/>
            </a:xfrm>
            <a:custGeom>
              <a:avLst/>
              <a:gdLst>
                <a:gd name="T0" fmla="*/ 65 w 130"/>
                <a:gd name="T1" fmla="*/ 130 h 130"/>
                <a:gd name="T2" fmla="*/ 0 w 130"/>
                <a:gd name="T3" fmla="*/ 65 h 130"/>
                <a:gd name="T4" fmla="*/ 65 w 130"/>
                <a:gd name="T5" fmla="*/ 0 h 130"/>
                <a:gd name="T6" fmla="*/ 130 w 130"/>
                <a:gd name="T7" fmla="*/ 65 h 130"/>
                <a:gd name="T8" fmla="*/ 65 w 130"/>
                <a:gd name="T9" fmla="*/ 130 h 130"/>
                <a:gd name="T10" fmla="*/ 65 w 130"/>
                <a:gd name="T11" fmla="*/ 20 h 130"/>
                <a:gd name="T12" fmla="*/ 20 w 130"/>
                <a:gd name="T13" fmla="*/ 65 h 130"/>
                <a:gd name="T14" fmla="*/ 65 w 130"/>
                <a:gd name="T15" fmla="*/ 110 h 130"/>
                <a:gd name="T16" fmla="*/ 110 w 130"/>
                <a:gd name="T17" fmla="*/ 65 h 130"/>
                <a:gd name="T18" fmla="*/ 65 w 130"/>
                <a:gd name="T19" fmla="*/ 2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130"/>
                  </a:moveTo>
                  <a:cubicBezTo>
                    <a:pt x="29" y="130"/>
                    <a:pt x="0" y="101"/>
                    <a:pt x="0" y="65"/>
                  </a:cubicBezTo>
                  <a:cubicBezTo>
                    <a:pt x="0" y="29"/>
                    <a:pt x="29" y="0"/>
                    <a:pt x="65" y="0"/>
                  </a:cubicBezTo>
                  <a:cubicBezTo>
                    <a:pt x="101" y="0"/>
                    <a:pt x="130" y="29"/>
                    <a:pt x="130" y="65"/>
                  </a:cubicBezTo>
                  <a:cubicBezTo>
                    <a:pt x="130" y="101"/>
                    <a:pt x="101" y="130"/>
                    <a:pt x="65" y="130"/>
                  </a:cubicBezTo>
                  <a:moveTo>
                    <a:pt x="65" y="20"/>
                  </a:moveTo>
                  <a:cubicBezTo>
                    <a:pt x="40" y="20"/>
                    <a:pt x="20" y="41"/>
                    <a:pt x="20" y="65"/>
                  </a:cubicBezTo>
                  <a:cubicBezTo>
                    <a:pt x="20" y="90"/>
                    <a:pt x="40" y="110"/>
                    <a:pt x="65" y="110"/>
                  </a:cubicBezTo>
                  <a:cubicBezTo>
                    <a:pt x="90" y="110"/>
                    <a:pt x="110" y="90"/>
                    <a:pt x="110" y="65"/>
                  </a:cubicBezTo>
                  <a:cubicBezTo>
                    <a:pt x="110" y="41"/>
                    <a:pt x="90" y="20"/>
                    <a:pt x="65"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8" name="Freeform 74"/>
            <p:cNvSpPr>
              <a:spLocks/>
            </p:cNvSpPr>
            <p:nvPr/>
          </p:nvSpPr>
          <p:spPr bwMode="auto">
            <a:xfrm>
              <a:off x="3446906" y="4044343"/>
              <a:ext cx="181995" cy="292218"/>
            </a:xfrm>
            <a:custGeom>
              <a:avLst/>
              <a:gdLst>
                <a:gd name="T0" fmla="*/ 11 w 112"/>
                <a:gd name="T1" fmla="*/ 179 h 179"/>
                <a:gd name="T2" fmla="*/ 6 w 112"/>
                <a:gd name="T3" fmla="*/ 178 h 179"/>
                <a:gd name="T4" fmla="*/ 2 w 112"/>
                <a:gd name="T5" fmla="*/ 165 h 179"/>
                <a:gd name="T6" fmla="*/ 91 w 112"/>
                <a:gd name="T7" fmla="*/ 6 h 179"/>
                <a:gd name="T8" fmla="*/ 105 w 112"/>
                <a:gd name="T9" fmla="*/ 3 h 179"/>
                <a:gd name="T10" fmla="*/ 109 w 112"/>
                <a:gd name="T11" fmla="*/ 16 h 179"/>
                <a:gd name="T12" fmla="*/ 20 w 112"/>
                <a:gd name="T13" fmla="*/ 174 h 179"/>
                <a:gd name="T14" fmla="*/ 11 w 112"/>
                <a:gd name="T15" fmla="*/ 179 h 17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79">
                  <a:moveTo>
                    <a:pt x="11" y="179"/>
                  </a:moveTo>
                  <a:cubicBezTo>
                    <a:pt x="9" y="179"/>
                    <a:pt x="8" y="179"/>
                    <a:pt x="6" y="178"/>
                  </a:cubicBezTo>
                  <a:cubicBezTo>
                    <a:pt x="1" y="175"/>
                    <a:pt x="0" y="169"/>
                    <a:pt x="2" y="165"/>
                  </a:cubicBezTo>
                  <a:cubicBezTo>
                    <a:pt x="91" y="6"/>
                    <a:pt x="91" y="6"/>
                    <a:pt x="91" y="6"/>
                  </a:cubicBezTo>
                  <a:cubicBezTo>
                    <a:pt x="94" y="2"/>
                    <a:pt x="100" y="0"/>
                    <a:pt x="105" y="3"/>
                  </a:cubicBezTo>
                  <a:cubicBezTo>
                    <a:pt x="110" y="5"/>
                    <a:pt x="112" y="11"/>
                    <a:pt x="109" y="16"/>
                  </a:cubicBezTo>
                  <a:cubicBezTo>
                    <a:pt x="20" y="174"/>
                    <a:pt x="20" y="174"/>
                    <a:pt x="20" y="174"/>
                  </a:cubicBezTo>
                  <a:cubicBezTo>
                    <a:pt x="18" y="178"/>
                    <a:pt x="15" y="179"/>
                    <a:pt x="11"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9" name="Freeform 75"/>
            <p:cNvSpPr>
              <a:spLocks/>
            </p:cNvSpPr>
            <p:nvPr/>
          </p:nvSpPr>
          <p:spPr bwMode="auto">
            <a:xfrm>
              <a:off x="3213644" y="4044343"/>
              <a:ext cx="183277" cy="292218"/>
            </a:xfrm>
            <a:custGeom>
              <a:avLst/>
              <a:gdLst>
                <a:gd name="T0" fmla="*/ 100 w 112"/>
                <a:gd name="T1" fmla="*/ 179 h 179"/>
                <a:gd name="T2" fmla="*/ 92 w 112"/>
                <a:gd name="T3" fmla="*/ 174 h 179"/>
                <a:gd name="T4" fmla="*/ 3 w 112"/>
                <a:gd name="T5" fmla="*/ 16 h 179"/>
                <a:gd name="T6" fmla="*/ 6 w 112"/>
                <a:gd name="T7" fmla="*/ 3 h 179"/>
                <a:gd name="T8" fmla="*/ 20 w 112"/>
                <a:gd name="T9" fmla="*/ 6 h 179"/>
                <a:gd name="T10" fmla="*/ 109 w 112"/>
                <a:gd name="T11" fmla="*/ 165 h 179"/>
                <a:gd name="T12" fmla="*/ 105 w 112"/>
                <a:gd name="T13" fmla="*/ 178 h 179"/>
                <a:gd name="T14" fmla="*/ 100 w 112"/>
                <a:gd name="T15" fmla="*/ 179 h 17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79">
                  <a:moveTo>
                    <a:pt x="100" y="179"/>
                  </a:moveTo>
                  <a:cubicBezTo>
                    <a:pt x="97" y="179"/>
                    <a:pt x="93" y="178"/>
                    <a:pt x="92" y="174"/>
                  </a:cubicBezTo>
                  <a:cubicBezTo>
                    <a:pt x="3" y="16"/>
                    <a:pt x="3" y="16"/>
                    <a:pt x="3" y="16"/>
                  </a:cubicBezTo>
                  <a:cubicBezTo>
                    <a:pt x="0" y="11"/>
                    <a:pt x="2" y="5"/>
                    <a:pt x="6" y="3"/>
                  </a:cubicBezTo>
                  <a:cubicBezTo>
                    <a:pt x="11" y="0"/>
                    <a:pt x="17" y="2"/>
                    <a:pt x="20" y="6"/>
                  </a:cubicBezTo>
                  <a:cubicBezTo>
                    <a:pt x="109" y="165"/>
                    <a:pt x="109" y="165"/>
                    <a:pt x="109" y="165"/>
                  </a:cubicBezTo>
                  <a:cubicBezTo>
                    <a:pt x="112" y="169"/>
                    <a:pt x="110" y="175"/>
                    <a:pt x="105" y="178"/>
                  </a:cubicBezTo>
                  <a:cubicBezTo>
                    <a:pt x="104" y="179"/>
                    <a:pt x="102" y="179"/>
                    <a:pt x="100"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10" name="组合 209"/>
          <p:cNvGrpSpPr/>
          <p:nvPr/>
        </p:nvGrpSpPr>
        <p:grpSpPr>
          <a:xfrm>
            <a:off x="1640441" y="6372912"/>
            <a:ext cx="315180" cy="333826"/>
            <a:chOff x="4213336" y="3836715"/>
            <a:chExt cx="671588" cy="711319"/>
          </a:xfrm>
          <a:solidFill>
            <a:srgbClr val="707E84"/>
          </a:solidFill>
        </p:grpSpPr>
        <p:sp>
          <p:nvSpPr>
            <p:cNvPr id="211" name="Freeform 76"/>
            <p:cNvSpPr>
              <a:spLocks noEditPoints="1"/>
            </p:cNvSpPr>
            <p:nvPr/>
          </p:nvSpPr>
          <p:spPr bwMode="auto">
            <a:xfrm>
              <a:off x="4291517" y="3918741"/>
              <a:ext cx="516508" cy="629293"/>
            </a:xfrm>
            <a:custGeom>
              <a:avLst/>
              <a:gdLst>
                <a:gd name="T0" fmla="*/ 308 w 318"/>
                <a:gd name="T1" fmla="*/ 386 h 386"/>
                <a:gd name="T2" fmla="*/ 206 w 318"/>
                <a:gd name="T3" fmla="*/ 386 h 386"/>
                <a:gd name="T4" fmla="*/ 196 w 318"/>
                <a:gd name="T5" fmla="*/ 376 h 386"/>
                <a:gd name="T6" fmla="*/ 196 w 318"/>
                <a:gd name="T7" fmla="*/ 266 h 386"/>
                <a:gd name="T8" fmla="*/ 122 w 318"/>
                <a:gd name="T9" fmla="*/ 266 h 386"/>
                <a:gd name="T10" fmla="*/ 122 w 318"/>
                <a:gd name="T11" fmla="*/ 376 h 386"/>
                <a:gd name="T12" fmla="*/ 112 w 318"/>
                <a:gd name="T13" fmla="*/ 386 h 386"/>
                <a:gd name="T14" fmla="*/ 10 w 318"/>
                <a:gd name="T15" fmla="*/ 386 h 386"/>
                <a:gd name="T16" fmla="*/ 0 w 318"/>
                <a:gd name="T17" fmla="*/ 376 h 386"/>
                <a:gd name="T18" fmla="*/ 0 w 318"/>
                <a:gd name="T19" fmla="*/ 163 h 386"/>
                <a:gd name="T20" fmla="*/ 3 w 318"/>
                <a:gd name="T21" fmla="*/ 156 h 386"/>
                <a:gd name="T22" fmla="*/ 152 w 318"/>
                <a:gd name="T23" fmla="*/ 3 h 386"/>
                <a:gd name="T24" fmla="*/ 160 w 318"/>
                <a:gd name="T25" fmla="*/ 0 h 386"/>
                <a:gd name="T26" fmla="*/ 160 w 318"/>
                <a:gd name="T27" fmla="*/ 0 h 386"/>
                <a:gd name="T28" fmla="*/ 167 w 318"/>
                <a:gd name="T29" fmla="*/ 3 h 386"/>
                <a:gd name="T30" fmla="*/ 315 w 318"/>
                <a:gd name="T31" fmla="*/ 156 h 386"/>
                <a:gd name="T32" fmla="*/ 318 w 318"/>
                <a:gd name="T33" fmla="*/ 163 h 386"/>
                <a:gd name="T34" fmla="*/ 318 w 318"/>
                <a:gd name="T35" fmla="*/ 376 h 386"/>
                <a:gd name="T36" fmla="*/ 308 w 318"/>
                <a:gd name="T37" fmla="*/ 386 h 386"/>
                <a:gd name="T38" fmla="*/ 216 w 318"/>
                <a:gd name="T39" fmla="*/ 366 h 386"/>
                <a:gd name="T40" fmla="*/ 298 w 318"/>
                <a:gd name="T41" fmla="*/ 366 h 386"/>
                <a:gd name="T42" fmla="*/ 298 w 318"/>
                <a:gd name="T43" fmla="*/ 167 h 386"/>
                <a:gd name="T44" fmla="*/ 160 w 318"/>
                <a:gd name="T45" fmla="*/ 24 h 386"/>
                <a:gd name="T46" fmla="*/ 20 w 318"/>
                <a:gd name="T47" fmla="*/ 167 h 386"/>
                <a:gd name="T48" fmla="*/ 20 w 318"/>
                <a:gd name="T49" fmla="*/ 366 h 386"/>
                <a:gd name="T50" fmla="*/ 102 w 318"/>
                <a:gd name="T51" fmla="*/ 366 h 386"/>
                <a:gd name="T52" fmla="*/ 102 w 318"/>
                <a:gd name="T53" fmla="*/ 256 h 386"/>
                <a:gd name="T54" fmla="*/ 112 w 318"/>
                <a:gd name="T55" fmla="*/ 246 h 386"/>
                <a:gd name="T56" fmla="*/ 206 w 318"/>
                <a:gd name="T57" fmla="*/ 246 h 386"/>
                <a:gd name="T58" fmla="*/ 216 w 318"/>
                <a:gd name="T59" fmla="*/ 256 h 386"/>
                <a:gd name="T60" fmla="*/ 216 w 318"/>
                <a:gd name="T61" fmla="*/ 366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18" h="386">
                  <a:moveTo>
                    <a:pt x="308" y="386"/>
                  </a:moveTo>
                  <a:cubicBezTo>
                    <a:pt x="206" y="386"/>
                    <a:pt x="206" y="386"/>
                    <a:pt x="206" y="386"/>
                  </a:cubicBezTo>
                  <a:cubicBezTo>
                    <a:pt x="201" y="386"/>
                    <a:pt x="196" y="381"/>
                    <a:pt x="196" y="376"/>
                  </a:cubicBezTo>
                  <a:cubicBezTo>
                    <a:pt x="196" y="266"/>
                    <a:pt x="196" y="266"/>
                    <a:pt x="196" y="266"/>
                  </a:cubicBezTo>
                  <a:cubicBezTo>
                    <a:pt x="122" y="266"/>
                    <a:pt x="122" y="266"/>
                    <a:pt x="122" y="266"/>
                  </a:cubicBezTo>
                  <a:cubicBezTo>
                    <a:pt x="122" y="376"/>
                    <a:pt x="122" y="376"/>
                    <a:pt x="122" y="376"/>
                  </a:cubicBezTo>
                  <a:cubicBezTo>
                    <a:pt x="122" y="381"/>
                    <a:pt x="118" y="386"/>
                    <a:pt x="112" y="386"/>
                  </a:cubicBezTo>
                  <a:cubicBezTo>
                    <a:pt x="10" y="386"/>
                    <a:pt x="10" y="386"/>
                    <a:pt x="10" y="386"/>
                  </a:cubicBezTo>
                  <a:cubicBezTo>
                    <a:pt x="5" y="386"/>
                    <a:pt x="0" y="381"/>
                    <a:pt x="0" y="376"/>
                  </a:cubicBezTo>
                  <a:cubicBezTo>
                    <a:pt x="0" y="163"/>
                    <a:pt x="0" y="163"/>
                    <a:pt x="0" y="163"/>
                  </a:cubicBezTo>
                  <a:cubicBezTo>
                    <a:pt x="0" y="161"/>
                    <a:pt x="1" y="158"/>
                    <a:pt x="3" y="156"/>
                  </a:cubicBezTo>
                  <a:cubicBezTo>
                    <a:pt x="152" y="3"/>
                    <a:pt x="152" y="3"/>
                    <a:pt x="152" y="3"/>
                  </a:cubicBezTo>
                  <a:cubicBezTo>
                    <a:pt x="154" y="1"/>
                    <a:pt x="157" y="0"/>
                    <a:pt x="160" y="0"/>
                  </a:cubicBezTo>
                  <a:cubicBezTo>
                    <a:pt x="160" y="0"/>
                    <a:pt x="160" y="0"/>
                    <a:pt x="160" y="0"/>
                  </a:cubicBezTo>
                  <a:cubicBezTo>
                    <a:pt x="162" y="0"/>
                    <a:pt x="165" y="1"/>
                    <a:pt x="167" y="3"/>
                  </a:cubicBezTo>
                  <a:cubicBezTo>
                    <a:pt x="315" y="156"/>
                    <a:pt x="315" y="156"/>
                    <a:pt x="315" y="156"/>
                  </a:cubicBezTo>
                  <a:cubicBezTo>
                    <a:pt x="317" y="158"/>
                    <a:pt x="318" y="161"/>
                    <a:pt x="318" y="163"/>
                  </a:cubicBezTo>
                  <a:cubicBezTo>
                    <a:pt x="318" y="376"/>
                    <a:pt x="318" y="376"/>
                    <a:pt x="318" y="376"/>
                  </a:cubicBezTo>
                  <a:cubicBezTo>
                    <a:pt x="318" y="381"/>
                    <a:pt x="314" y="386"/>
                    <a:pt x="308" y="386"/>
                  </a:cubicBezTo>
                  <a:moveTo>
                    <a:pt x="216" y="366"/>
                  </a:moveTo>
                  <a:cubicBezTo>
                    <a:pt x="298" y="366"/>
                    <a:pt x="298" y="366"/>
                    <a:pt x="298" y="366"/>
                  </a:cubicBezTo>
                  <a:cubicBezTo>
                    <a:pt x="298" y="167"/>
                    <a:pt x="298" y="167"/>
                    <a:pt x="298" y="167"/>
                  </a:cubicBezTo>
                  <a:cubicBezTo>
                    <a:pt x="160" y="24"/>
                    <a:pt x="160" y="24"/>
                    <a:pt x="160" y="24"/>
                  </a:cubicBezTo>
                  <a:cubicBezTo>
                    <a:pt x="20" y="167"/>
                    <a:pt x="20" y="167"/>
                    <a:pt x="20" y="167"/>
                  </a:cubicBezTo>
                  <a:cubicBezTo>
                    <a:pt x="20" y="366"/>
                    <a:pt x="20" y="366"/>
                    <a:pt x="20" y="366"/>
                  </a:cubicBezTo>
                  <a:cubicBezTo>
                    <a:pt x="102" y="366"/>
                    <a:pt x="102" y="366"/>
                    <a:pt x="102" y="366"/>
                  </a:cubicBezTo>
                  <a:cubicBezTo>
                    <a:pt x="102" y="256"/>
                    <a:pt x="102" y="256"/>
                    <a:pt x="102" y="256"/>
                  </a:cubicBezTo>
                  <a:cubicBezTo>
                    <a:pt x="102" y="250"/>
                    <a:pt x="107" y="246"/>
                    <a:pt x="112" y="246"/>
                  </a:cubicBezTo>
                  <a:cubicBezTo>
                    <a:pt x="206" y="246"/>
                    <a:pt x="206" y="246"/>
                    <a:pt x="206" y="246"/>
                  </a:cubicBezTo>
                  <a:cubicBezTo>
                    <a:pt x="212" y="246"/>
                    <a:pt x="216" y="250"/>
                    <a:pt x="216" y="256"/>
                  </a:cubicBezTo>
                  <a:lnTo>
                    <a:pt x="216" y="3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2" name="Freeform 77"/>
            <p:cNvSpPr>
              <a:spLocks/>
            </p:cNvSpPr>
            <p:nvPr/>
          </p:nvSpPr>
          <p:spPr bwMode="auto">
            <a:xfrm>
              <a:off x="4213336" y="3836715"/>
              <a:ext cx="671588" cy="362709"/>
            </a:xfrm>
            <a:custGeom>
              <a:avLst/>
              <a:gdLst>
                <a:gd name="T0" fmla="*/ 11 w 413"/>
                <a:gd name="T1" fmla="*/ 223 h 223"/>
                <a:gd name="T2" fmla="*/ 4 w 413"/>
                <a:gd name="T3" fmla="*/ 220 h 223"/>
                <a:gd name="T4" fmla="*/ 4 w 413"/>
                <a:gd name="T5" fmla="*/ 206 h 223"/>
                <a:gd name="T6" fmla="*/ 200 w 413"/>
                <a:gd name="T7" fmla="*/ 3 h 223"/>
                <a:gd name="T8" fmla="*/ 207 w 413"/>
                <a:gd name="T9" fmla="*/ 0 h 223"/>
                <a:gd name="T10" fmla="*/ 207 w 413"/>
                <a:gd name="T11" fmla="*/ 0 h 223"/>
                <a:gd name="T12" fmla="*/ 214 w 413"/>
                <a:gd name="T13" fmla="*/ 3 h 223"/>
                <a:gd name="T14" fmla="*/ 409 w 413"/>
                <a:gd name="T15" fmla="*/ 203 h 223"/>
                <a:gd name="T16" fmla="*/ 409 w 413"/>
                <a:gd name="T17" fmla="*/ 217 h 223"/>
                <a:gd name="T18" fmla="*/ 395 w 413"/>
                <a:gd name="T19" fmla="*/ 217 h 223"/>
                <a:gd name="T20" fmla="*/ 207 w 413"/>
                <a:gd name="T21" fmla="*/ 25 h 223"/>
                <a:gd name="T22" fmla="*/ 18 w 413"/>
                <a:gd name="T23" fmla="*/ 220 h 223"/>
                <a:gd name="T24" fmla="*/ 11 w 413"/>
                <a:gd name="T25"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13" h="223">
                  <a:moveTo>
                    <a:pt x="11" y="223"/>
                  </a:moveTo>
                  <a:cubicBezTo>
                    <a:pt x="9" y="223"/>
                    <a:pt x="6" y="222"/>
                    <a:pt x="4" y="220"/>
                  </a:cubicBezTo>
                  <a:cubicBezTo>
                    <a:pt x="0" y="217"/>
                    <a:pt x="0" y="210"/>
                    <a:pt x="4" y="206"/>
                  </a:cubicBezTo>
                  <a:cubicBezTo>
                    <a:pt x="200" y="3"/>
                    <a:pt x="200" y="3"/>
                    <a:pt x="200" y="3"/>
                  </a:cubicBezTo>
                  <a:cubicBezTo>
                    <a:pt x="202" y="1"/>
                    <a:pt x="204" y="0"/>
                    <a:pt x="207" y="0"/>
                  </a:cubicBezTo>
                  <a:cubicBezTo>
                    <a:pt x="207" y="0"/>
                    <a:pt x="207" y="0"/>
                    <a:pt x="207" y="0"/>
                  </a:cubicBezTo>
                  <a:cubicBezTo>
                    <a:pt x="210" y="0"/>
                    <a:pt x="212" y="1"/>
                    <a:pt x="214" y="3"/>
                  </a:cubicBezTo>
                  <a:cubicBezTo>
                    <a:pt x="409" y="203"/>
                    <a:pt x="409" y="203"/>
                    <a:pt x="409" y="203"/>
                  </a:cubicBezTo>
                  <a:cubicBezTo>
                    <a:pt x="413" y="207"/>
                    <a:pt x="413" y="213"/>
                    <a:pt x="409" y="217"/>
                  </a:cubicBezTo>
                  <a:cubicBezTo>
                    <a:pt x="405" y="221"/>
                    <a:pt x="399" y="221"/>
                    <a:pt x="395" y="217"/>
                  </a:cubicBezTo>
                  <a:cubicBezTo>
                    <a:pt x="207" y="25"/>
                    <a:pt x="207" y="25"/>
                    <a:pt x="207" y="25"/>
                  </a:cubicBezTo>
                  <a:cubicBezTo>
                    <a:pt x="18" y="220"/>
                    <a:pt x="18" y="220"/>
                    <a:pt x="18" y="220"/>
                  </a:cubicBezTo>
                  <a:cubicBezTo>
                    <a:pt x="17" y="222"/>
                    <a:pt x="14" y="223"/>
                    <a:pt x="11" y="2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3" name="Freeform 78"/>
            <p:cNvSpPr>
              <a:spLocks/>
            </p:cNvSpPr>
            <p:nvPr/>
          </p:nvSpPr>
          <p:spPr bwMode="auto">
            <a:xfrm>
              <a:off x="4341501" y="3885418"/>
              <a:ext cx="32042" cy="181995"/>
            </a:xfrm>
            <a:custGeom>
              <a:avLst/>
              <a:gdLst>
                <a:gd name="T0" fmla="*/ 10 w 20"/>
                <a:gd name="T1" fmla="*/ 112 h 112"/>
                <a:gd name="T2" fmla="*/ 0 w 20"/>
                <a:gd name="T3" fmla="*/ 102 h 112"/>
                <a:gd name="T4" fmla="*/ 0 w 20"/>
                <a:gd name="T5" fmla="*/ 10 h 112"/>
                <a:gd name="T6" fmla="*/ 10 w 20"/>
                <a:gd name="T7" fmla="*/ 0 h 112"/>
                <a:gd name="T8" fmla="*/ 20 w 20"/>
                <a:gd name="T9" fmla="*/ 10 h 112"/>
                <a:gd name="T10" fmla="*/ 20 w 20"/>
                <a:gd name="T11" fmla="*/ 102 h 112"/>
                <a:gd name="T12" fmla="*/ 10 w 20"/>
                <a:gd name="T13" fmla="*/ 112 h 112"/>
              </a:gdLst>
              <a:ahLst/>
              <a:cxnLst>
                <a:cxn ang="0">
                  <a:pos x="T0" y="T1"/>
                </a:cxn>
                <a:cxn ang="0">
                  <a:pos x="T2" y="T3"/>
                </a:cxn>
                <a:cxn ang="0">
                  <a:pos x="T4" y="T5"/>
                </a:cxn>
                <a:cxn ang="0">
                  <a:pos x="T6" y="T7"/>
                </a:cxn>
                <a:cxn ang="0">
                  <a:pos x="T8" y="T9"/>
                </a:cxn>
                <a:cxn ang="0">
                  <a:pos x="T10" y="T11"/>
                </a:cxn>
                <a:cxn ang="0">
                  <a:pos x="T12" y="T13"/>
                </a:cxn>
              </a:cxnLst>
              <a:rect l="0" t="0" r="r" b="b"/>
              <a:pathLst>
                <a:path w="20" h="112">
                  <a:moveTo>
                    <a:pt x="10" y="112"/>
                  </a:moveTo>
                  <a:cubicBezTo>
                    <a:pt x="5" y="112"/>
                    <a:pt x="0" y="108"/>
                    <a:pt x="0" y="102"/>
                  </a:cubicBezTo>
                  <a:cubicBezTo>
                    <a:pt x="0" y="10"/>
                    <a:pt x="0" y="10"/>
                    <a:pt x="0" y="10"/>
                  </a:cubicBezTo>
                  <a:cubicBezTo>
                    <a:pt x="0" y="5"/>
                    <a:pt x="5" y="0"/>
                    <a:pt x="10" y="0"/>
                  </a:cubicBezTo>
                  <a:cubicBezTo>
                    <a:pt x="16" y="0"/>
                    <a:pt x="20" y="5"/>
                    <a:pt x="20" y="10"/>
                  </a:cubicBezTo>
                  <a:cubicBezTo>
                    <a:pt x="20" y="102"/>
                    <a:pt x="20" y="102"/>
                    <a:pt x="20" y="102"/>
                  </a:cubicBezTo>
                  <a:cubicBezTo>
                    <a:pt x="20" y="108"/>
                    <a:pt x="16" y="112"/>
                    <a:pt x="10" y="1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14" name="组合 213"/>
          <p:cNvGrpSpPr/>
          <p:nvPr/>
        </p:nvGrpSpPr>
        <p:grpSpPr>
          <a:xfrm>
            <a:off x="2123485" y="6372912"/>
            <a:ext cx="332623" cy="333826"/>
            <a:chOff x="5319405" y="3836715"/>
            <a:chExt cx="708756" cy="711319"/>
          </a:xfrm>
          <a:solidFill>
            <a:srgbClr val="707E84"/>
          </a:solidFill>
        </p:grpSpPr>
        <p:sp>
          <p:nvSpPr>
            <p:cNvPr id="215" name="Freeform 79"/>
            <p:cNvSpPr>
              <a:spLocks noEditPoints="1"/>
            </p:cNvSpPr>
            <p:nvPr/>
          </p:nvSpPr>
          <p:spPr bwMode="auto">
            <a:xfrm>
              <a:off x="5319405" y="3836715"/>
              <a:ext cx="708756" cy="711319"/>
            </a:xfrm>
            <a:custGeom>
              <a:avLst/>
              <a:gdLst>
                <a:gd name="T0" fmla="*/ 218 w 436"/>
                <a:gd name="T1" fmla="*/ 437 h 437"/>
                <a:gd name="T2" fmla="*/ 218 w 436"/>
                <a:gd name="T3" fmla="*/ 427 h 437"/>
                <a:gd name="T4" fmla="*/ 218 w 436"/>
                <a:gd name="T5" fmla="*/ 437 h 437"/>
                <a:gd name="T6" fmla="*/ 0 w 436"/>
                <a:gd name="T7" fmla="*/ 218 h 437"/>
                <a:gd name="T8" fmla="*/ 218 w 436"/>
                <a:gd name="T9" fmla="*/ 0 h 437"/>
                <a:gd name="T10" fmla="*/ 436 w 436"/>
                <a:gd name="T11" fmla="*/ 218 h 437"/>
                <a:gd name="T12" fmla="*/ 218 w 436"/>
                <a:gd name="T13" fmla="*/ 437 h 437"/>
                <a:gd name="T14" fmla="*/ 218 w 436"/>
                <a:gd name="T15" fmla="*/ 20 h 437"/>
                <a:gd name="T16" fmla="*/ 20 w 436"/>
                <a:gd name="T17" fmla="*/ 218 h 437"/>
                <a:gd name="T18" fmla="*/ 218 w 436"/>
                <a:gd name="T19" fmla="*/ 417 h 437"/>
                <a:gd name="T20" fmla="*/ 218 w 436"/>
                <a:gd name="T21" fmla="*/ 417 h 437"/>
                <a:gd name="T22" fmla="*/ 416 w 436"/>
                <a:gd name="T23" fmla="*/ 218 h 437"/>
                <a:gd name="T24" fmla="*/ 218 w 436"/>
                <a:gd name="T25" fmla="*/ 20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6" h="437">
                  <a:moveTo>
                    <a:pt x="218" y="437"/>
                  </a:moveTo>
                  <a:cubicBezTo>
                    <a:pt x="218" y="427"/>
                    <a:pt x="218" y="427"/>
                    <a:pt x="218" y="427"/>
                  </a:cubicBezTo>
                  <a:cubicBezTo>
                    <a:pt x="218" y="437"/>
                    <a:pt x="218" y="437"/>
                    <a:pt x="218" y="437"/>
                  </a:cubicBezTo>
                  <a:cubicBezTo>
                    <a:pt x="98" y="437"/>
                    <a:pt x="0" y="339"/>
                    <a:pt x="0" y="218"/>
                  </a:cubicBezTo>
                  <a:cubicBezTo>
                    <a:pt x="0" y="98"/>
                    <a:pt x="98" y="0"/>
                    <a:pt x="218" y="0"/>
                  </a:cubicBezTo>
                  <a:cubicBezTo>
                    <a:pt x="338" y="0"/>
                    <a:pt x="436" y="98"/>
                    <a:pt x="436" y="218"/>
                  </a:cubicBezTo>
                  <a:cubicBezTo>
                    <a:pt x="436" y="339"/>
                    <a:pt x="338" y="437"/>
                    <a:pt x="218" y="437"/>
                  </a:cubicBezTo>
                  <a:moveTo>
                    <a:pt x="218" y="20"/>
                  </a:moveTo>
                  <a:cubicBezTo>
                    <a:pt x="109" y="20"/>
                    <a:pt x="20" y="109"/>
                    <a:pt x="20" y="218"/>
                  </a:cubicBezTo>
                  <a:cubicBezTo>
                    <a:pt x="20" y="328"/>
                    <a:pt x="109" y="417"/>
                    <a:pt x="218" y="417"/>
                  </a:cubicBezTo>
                  <a:cubicBezTo>
                    <a:pt x="218" y="417"/>
                    <a:pt x="218" y="417"/>
                    <a:pt x="218" y="417"/>
                  </a:cubicBezTo>
                  <a:cubicBezTo>
                    <a:pt x="327" y="417"/>
                    <a:pt x="416" y="328"/>
                    <a:pt x="416" y="218"/>
                  </a:cubicBezTo>
                  <a:cubicBezTo>
                    <a:pt x="416" y="109"/>
                    <a:pt x="327" y="20"/>
                    <a:pt x="218"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6" name="Freeform 80"/>
            <p:cNvSpPr>
              <a:spLocks noEditPoints="1"/>
            </p:cNvSpPr>
            <p:nvPr/>
          </p:nvSpPr>
          <p:spPr bwMode="auto">
            <a:xfrm>
              <a:off x="5421937" y="3939247"/>
              <a:ext cx="506254" cy="503691"/>
            </a:xfrm>
            <a:custGeom>
              <a:avLst/>
              <a:gdLst>
                <a:gd name="T0" fmla="*/ 156 w 311"/>
                <a:gd name="T1" fmla="*/ 310 h 310"/>
                <a:gd name="T2" fmla="*/ 155 w 311"/>
                <a:gd name="T3" fmla="*/ 310 h 310"/>
                <a:gd name="T4" fmla="*/ 0 w 311"/>
                <a:gd name="T5" fmla="*/ 155 h 310"/>
                <a:gd name="T6" fmla="*/ 155 w 311"/>
                <a:gd name="T7" fmla="*/ 0 h 310"/>
                <a:gd name="T8" fmla="*/ 311 w 311"/>
                <a:gd name="T9" fmla="*/ 155 h 310"/>
                <a:gd name="T10" fmla="*/ 156 w 311"/>
                <a:gd name="T11" fmla="*/ 310 h 310"/>
                <a:gd name="T12" fmla="*/ 155 w 311"/>
                <a:gd name="T13" fmla="*/ 20 h 310"/>
                <a:gd name="T14" fmla="*/ 20 w 311"/>
                <a:gd name="T15" fmla="*/ 155 h 310"/>
                <a:gd name="T16" fmla="*/ 155 w 311"/>
                <a:gd name="T17" fmla="*/ 290 h 310"/>
                <a:gd name="T18" fmla="*/ 156 w 311"/>
                <a:gd name="T19" fmla="*/ 290 h 310"/>
                <a:gd name="T20" fmla="*/ 291 w 311"/>
                <a:gd name="T21" fmla="*/ 155 h 310"/>
                <a:gd name="T22" fmla="*/ 155 w 311"/>
                <a:gd name="T23" fmla="*/ 20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1" h="310">
                  <a:moveTo>
                    <a:pt x="156" y="310"/>
                  </a:moveTo>
                  <a:cubicBezTo>
                    <a:pt x="155" y="310"/>
                    <a:pt x="155" y="310"/>
                    <a:pt x="155" y="310"/>
                  </a:cubicBezTo>
                  <a:cubicBezTo>
                    <a:pt x="70" y="310"/>
                    <a:pt x="0" y="241"/>
                    <a:pt x="0" y="155"/>
                  </a:cubicBezTo>
                  <a:cubicBezTo>
                    <a:pt x="0" y="70"/>
                    <a:pt x="70" y="0"/>
                    <a:pt x="155" y="0"/>
                  </a:cubicBezTo>
                  <a:cubicBezTo>
                    <a:pt x="241" y="0"/>
                    <a:pt x="311" y="70"/>
                    <a:pt x="311" y="155"/>
                  </a:cubicBezTo>
                  <a:cubicBezTo>
                    <a:pt x="311" y="241"/>
                    <a:pt x="241" y="310"/>
                    <a:pt x="156" y="310"/>
                  </a:cubicBezTo>
                  <a:moveTo>
                    <a:pt x="155" y="20"/>
                  </a:moveTo>
                  <a:cubicBezTo>
                    <a:pt x="81" y="20"/>
                    <a:pt x="20" y="81"/>
                    <a:pt x="20" y="155"/>
                  </a:cubicBezTo>
                  <a:cubicBezTo>
                    <a:pt x="20" y="230"/>
                    <a:pt x="81" y="290"/>
                    <a:pt x="155" y="290"/>
                  </a:cubicBezTo>
                  <a:cubicBezTo>
                    <a:pt x="156" y="290"/>
                    <a:pt x="156" y="290"/>
                    <a:pt x="156" y="290"/>
                  </a:cubicBezTo>
                  <a:cubicBezTo>
                    <a:pt x="230" y="290"/>
                    <a:pt x="291" y="230"/>
                    <a:pt x="291" y="155"/>
                  </a:cubicBezTo>
                  <a:cubicBezTo>
                    <a:pt x="291" y="81"/>
                    <a:pt x="230" y="20"/>
                    <a:pt x="155"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7" name="Freeform 81"/>
            <p:cNvSpPr>
              <a:spLocks noEditPoints="1"/>
            </p:cNvSpPr>
            <p:nvPr/>
          </p:nvSpPr>
          <p:spPr bwMode="auto">
            <a:xfrm>
              <a:off x="5634692" y="4163537"/>
              <a:ext cx="76899" cy="73055"/>
            </a:xfrm>
            <a:custGeom>
              <a:avLst/>
              <a:gdLst>
                <a:gd name="T0" fmla="*/ 22 w 47"/>
                <a:gd name="T1" fmla="*/ 45 h 45"/>
                <a:gd name="T2" fmla="*/ 6 w 47"/>
                <a:gd name="T3" fmla="*/ 38 h 45"/>
                <a:gd name="T4" fmla="*/ 0 w 47"/>
                <a:gd name="T5" fmla="*/ 22 h 45"/>
                <a:gd name="T6" fmla="*/ 6 w 47"/>
                <a:gd name="T7" fmla="*/ 7 h 45"/>
                <a:gd name="T8" fmla="*/ 22 w 47"/>
                <a:gd name="T9" fmla="*/ 0 h 45"/>
                <a:gd name="T10" fmla="*/ 38 w 47"/>
                <a:gd name="T11" fmla="*/ 7 h 45"/>
                <a:gd name="T12" fmla="*/ 38 w 47"/>
                <a:gd name="T13" fmla="*/ 38 h 45"/>
                <a:gd name="T14" fmla="*/ 22 w 47"/>
                <a:gd name="T15" fmla="*/ 45 h 45"/>
                <a:gd name="T16" fmla="*/ 22 w 47"/>
                <a:gd name="T17" fmla="*/ 20 h 45"/>
                <a:gd name="T18" fmla="*/ 20 w 47"/>
                <a:gd name="T19" fmla="*/ 21 h 45"/>
                <a:gd name="T20" fmla="*/ 20 w 47"/>
                <a:gd name="T21" fmla="*/ 22 h 45"/>
                <a:gd name="T22" fmla="*/ 20 w 47"/>
                <a:gd name="T23" fmla="*/ 24 h 45"/>
                <a:gd name="T24" fmla="*/ 24 w 47"/>
                <a:gd name="T25" fmla="*/ 24 h 45"/>
                <a:gd name="T26" fmla="*/ 24 w 47"/>
                <a:gd name="T27" fmla="*/ 21 h 45"/>
                <a:gd name="T28" fmla="*/ 22 w 47"/>
                <a:gd name="T29" fmla="*/ 2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7" h="45">
                  <a:moveTo>
                    <a:pt x="22" y="45"/>
                  </a:moveTo>
                  <a:cubicBezTo>
                    <a:pt x="16" y="45"/>
                    <a:pt x="11" y="42"/>
                    <a:pt x="6" y="38"/>
                  </a:cubicBezTo>
                  <a:cubicBezTo>
                    <a:pt x="2" y="34"/>
                    <a:pt x="0" y="28"/>
                    <a:pt x="0" y="22"/>
                  </a:cubicBezTo>
                  <a:cubicBezTo>
                    <a:pt x="0" y="16"/>
                    <a:pt x="2" y="11"/>
                    <a:pt x="6" y="7"/>
                  </a:cubicBezTo>
                  <a:cubicBezTo>
                    <a:pt x="11" y="2"/>
                    <a:pt x="16" y="0"/>
                    <a:pt x="22" y="0"/>
                  </a:cubicBezTo>
                  <a:cubicBezTo>
                    <a:pt x="28" y="0"/>
                    <a:pt x="34" y="2"/>
                    <a:pt x="38" y="7"/>
                  </a:cubicBezTo>
                  <a:cubicBezTo>
                    <a:pt x="47" y="15"/>
                    <a:pt x="47" y="29"/>
                    <a:pt x="38" y="38"/>
                  </a:cubicBezTo>
                  <a:cubicBezTo>
                    <a:pt x="34" y="42"/>
                    <a:pt x="28" y="45"/>
                    <a:pt x="22" y="45"/>
                  </a:cubicBezTo>
                  <a:moveTo>
                    <a:pt x="22" y="20"/>
                  </a:moveTo>
                  <a:cubicBezTo>
                    <a:pt x="22" y="20"/>
                    <a:pt x="21" y="20"/>
                    <a:pt x="20" y="21"/>
                  </a:cubicBezTo>
                  <a:cubicBezTo>
                    <a:pt x="20" y="21"/>
                    <a:pt x="20" y="22"/>
                    <a:pt x="20" y="22"/>
                  </a:cubicBezTo>
                  <a:cubicBezTo>
                    <a:pt x="20" y="23"/>
                    <a:pt x="20" y="23"/>
                    <a:pt x="20" y="24"/>
                  </a:cubicBezTo>
                  <a:cubicBezTo>
                    <a:pt x="22" y="25"/>
                    <a:pt x="23" y="25"/>
                    <a:pt x="24" y="24"/>
                  </a:cubicBezTo>
                  <a:cubicBezTo>
                    <a:pt x="25" y="23"/>
                    <a:pt x="25" y="22"/>
                    <a:pt x="24" y="21"/>
                  </a:cubicBezTo>
                  <a:cubicBezTo>
                    <a:pt x="23" y="20"/>
                    <a:pt x="23" y="20"/>
                    <a:pt x="22"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8" name="Freeform 82"/>
            <p:cNvSpPr>
              <a:spLocks/>
            </p:cNvSpPr>
            <p:nvPr/>
          </p:nvSpPr>
          <p:spPr bwMode="auto">
            <a:xfrm>
              <a:off x="5666733" y="4062286"/>
              <a:ext cx="149954" cy="139701"/>
            </a:xfrm>
            <a:custGeom>
              <a:avLst/>
              <a:gdLst>
                <a:gd name="T0" fmla="*/ 11 w 92"/>
                <a:gd name="T1" fmla="*/ 86 h 86"/>
                <a:gd name="T2" fmla="*/ 3 w 92"/>
                <a:gd name="T3" fmla="*/ 82 h 86"/>
                <a:gd name="T4" fmla="*/ 4 w 92"/>
                <a:gd name="T5" fmla="*/ 68 h 86"/>
                <a:gd name="T6" fmla="*/ 74 w 92"/>
                <a:gd name="T7" fmla="*/ 4 h 86"/>
                <a:gd name="T8" fmla="*/ 88 w 92"/>
                <a:gd name="T9" fmla="*/ 4 h 86"/>
                <a:gd name="T10" fmla="*/ 87 w 92"/>
                <a:gd name="T11" fmla="*/ 18 h 86"/>
                <a:gd name="T12" fmla="*/ 18 w 92"/>
                <a:gd name="T13" fmla="*/ 83 h 86"/>
                <a:gd name="T14" fmla="*/ 11 w 92"/>
                <a:gd name="T15" fmla="*/ 86 h 8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2" h="86">
                  <a:moveTo>
                    <a:pt x="11" y="86"/>
                  </a:moveTo>
                  <a:cubicBezTo>
                    <a:pt x="8" y="86"/>
                    <a:pt x="5" y="85"/>
                    <a:pt x="3" y="82"/>
                  </a:cubicBezTo>
                  <a:cubicBezTo>
                    <a:pt x="0" y="78"/>
                    <a:pt x="0" y="72"/>
                    <a:pt x="4" y="68"/>
                  </a:cubicBezTo>
                  <a:cubicBezTo>
                    <a:pt x="74" y="4"/>
                    <a:pt x="74" y="4"/>
                    <a:pt x="74" y="4"/>
                  </a:cubicBezTo>
                  <a:cubicBezTo>
                    <a:pt x="78" y="0"/>
                    <a:pt x="84" y="0"/>
                    <a:pt x="88" y="4"/>
                  </a:cubicBezTo>
                  <a:cubicBezTo>
                    <a:pt x="92" y="8"/>
                    <a:pt x="91" y="15"/>
                    <a:pt x="87" y="18"/>
                  </a:cubicBezTo>
                  <a:cubicBezTo>
                    <a:pt x="18" y="83"/>
                    <a:pt x="18" y="83"/>
                    <a:pt x="18" y="83"/>
                  </a:cubicBezTo>
                  <a:cubicBezTo>
                    <a:pt x="16" y="85"/>
                    <a:pt x="13" y="86"/>
                    <a:pt x="11" y="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9" name="Freeform 83"/>
            <p:cNvSpPr>
              <a:spLocks/>
            </p:cNvSpPr>
            <p:nvPr/>
          </p:nvSpPr>
          <p:spPr bwMode="auto">
            <a:xfrm>
              <a:off x="5556511" y="4099454"/>
              <a:ext cx="108941" cy="98688"/>
            </a:xfrm>
            <a:custGeom>
              <a:avLst/>
              <a:gdLst>
                <a:gd name="T0" fmla="*/ 56 w 67"/>
                <a:gd name="T1" fmla="*/ 60 h 60"/>
                <a:gd name="T2" fmla="*/ 49 w 67"/>
                <a:gd name="T3" fmla="*/ 58 h 60"/>
                <a:gd name="T4" fmla="*/ 4 w 67"/>
                <a:gd name="T5" fmla="*/ 19 h 60"/>
                <a:gd name="T6" fmla="*/ 4 w 67"/>
                <a:gd name="T7" fmla="*/ 5 h 60"/>
                <a:gd name="T8" fmla="*/ 18 w 67"/>
                <a:gd name="T9" fmla="*/ 4 h 60"/>
                <a:gd name="T10" fmla="*/ 62 w 67"/>
                <a:gd name="T11" fmla="*/ 43 h 60"/>
                <a:gd name="T12" fmla="*/ 63 w 67"/>
                <a:gd name="T13" fmla="*/ 57 h 60"/>
                <a:gd name="T14" fmla="*/ 56 w 67"/>
                <a:gd name="T15" fmla="*/ 60 h 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60">
                  <a:moveTo>
                    <a:pt x="56" y="60"/>
                  </a:moveTo>
                  <a:cubicBezTo>
                    <a:pt x="53" y="60"/>
                    <a:pt x="51" y="60"/>
                    <a:pt x="49" y="58"/>
                  </a:cubicBezTo>
                  <a:cubicBezTo>
                    <a:pt x="4" y="19"/>
                    <a:pt x="4" y="19"/>
                    <a:pt x="4" y="19"/>
                  </a:cubicBezTo>
                  <a:cubicBezTo>
                    <a:pt x="0" y="15"/>
                    <a:pt x="0" y="9"/>
                    <a:pt x="4" y="5"/>
                  </a:cubicBezTo>
                  <a:cubicBezTo>
                    <a:pt x="7" y="1"/>
                    <a:pt x="13" y="0"/>
                    <a:pt x="18" y="4"/>
                  </a:cubicBezTo>
                  <a:cubicBezTo>
                    <a:pt x="62" y="43"/>
                    <a:pt x="62" y="43"/>
                    <a:pt x="62" y="43"/>
                  </a:cubicBezTo>
                  <a:cubicBezTo>
                    <a:pt x="66" y="46"/>
                    <a:pt x="67" y="53"/>
                    <a:pt x="63" y="57"/>
                  </a:cubicBezTo>
                  <a:cubicBezTo>
                    <a:pt x="61" y="59"/>
                    <a:pt x="58" y="60"/>
                    <a:pt x="56" y="6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20" name="组合 219"/>
          <p:cNvGrpSpPr/>
          <p:nvPr/>
        </p:nvGrpSpPr>
        <p:grpSpPr>
          <a:xfrm>
            <a:off x="2596303" y="4929641"/>
            <a:ext cx="319992" cy="321195"/>
            <a:chOff x="6462642" y="767149"/>
            <a:chExt cx="681841" cy="684404"/>
          </a:xfrm>
          <a:solidFill>
            <a:srgbClr val="707E84"/>
          </a:solidFill>
        </p:grpSpPr>
        <p:sp>
          <p:nvSpPr>
            <p:cNvPr id="221" name="Freeform 111"/>
            <p:cNvSpPr>
              <a:spLocks noEditPoints="1"/>
            </p:cNvSpPr>
            <p:nvPr/>
          </p:nvSpPr>
          <p:spPr bwMode="auto">
            <a:xfrm>
              <a:off x="6667707" y="767149"/>
              <a:ext cx="476776" cy="456269"/>
            </a:xfrm>
            <a:custGeom>
              <a:avLst/>
              <a:gdLst>
                <a:gd name="T0" fmla="*/ 154 w 293"/>
                <a:gd name="T1" fmla="*/ 280 h 280"/>
                <a:gd name="T2" fmla="*/ 55 w 293"/>
                <a:gd name="T3" fmla="*/ 239 h 280"/>
                <a:gd name="T4" fmla="*/ 55 w 293"/>
                <a:gd name="T5" fmla="*/ 41 h 280"/>
                <a:gd name="T6" fmla="*/ 154 w 293"/>
                <a:gd name="T7" fmla="*/ 0 h 280"/>
                <a:gd name="T8" fmla="*/ 253 w 293"/>
                <a:gd name="T9" fmla="*/ 41 h 280"/>
                <a:gd name="T10" fmla="*/ 293 w 293"/>
                <a:gd name="T11" fmla="*/ 140 h 280"/>
                <a:gd name="T12" fmla="*/ 253 w 293"/>
                <a:gd name="T13" fmla="*/ 239 h 280"/>
                <a:gd name="T14" fmla="*/ 154 w 293"/>
                <a:gd name="T15" fmla="*/ 280 h 280"/>
                <a:gd name="T16" fmla="*/ 154 w 293"/>
                <a:gd name="T17" fmla="*/ 20 h 280"/>
                <a:gd name="T18" fmla="*/ 69 w 293"/>
                <a:gd name="T19" fmla="*/ 55 h 280"/>
                <a:gd name="T20" fmla="*/ 69 w 293"/>
                <a:gd name="T21" fmla="*/ 225 h 280"/>
                <a:gd name="T22" fmla="*/ 154 w 293"/>
                <a:gd name="T23" fmla="*/ 260 h 280"/>
                <a:gd name="T24" fmla="*/ 238 w 293"/>
                <a:gd name="T25" fmla="*/ 225 h 280"/>
                <a:gd name="T26" fmla="*/ 273 w 293"/>
                <a:gd name="T27" fmla="*/ 140 h 280"/>
                <a:gd name="T28" fmla="*/ 238 w 293"/>
                <a:gd name="T29" fmla="*/ 55 h 280"/>
                <a:gd name="T30" fmla="*/ 154 w 293"/>
                <a:gd name="T31" fmla="*/ 20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3" h="280">
                  <a:moveTo>
                    <a:pt x="154" y="280"/>
                  </a:moveTo>
                  <a:cubicBezTo>
                    <a:pt x="116" y="280"/>
                    <a:pt x="81" y="265"/>
                    <a:pt x="55" y="239"/>
                  </a:cubicBezTo>
                  <a:cubicBezTo>
                    <a:pt x="0" y="184"/>
                    <a:pt x="0" y="96"/>
                    <a:pt x="55" y="41"/>
                  </a:cubicBezTo>
                  <a:cubicBezTo>
                    <a:pt x="81" y="15"/>
                    <a:pt x="116" y="0"/>
                    <a:pt x="154" y="0"/>
                  </a:cubicBezTo>
                  <a:cubicBezTo>
                    <a:pt x="191" y="0"/>
                    <a:pt x="226" y="15"/>
                    <a:pt x="253" y="41"/>
                  </a:cubicBezTo>
                  <a:cubicBezTo>
                    <a:pt x="279" y="68"/>
                    <a:pt x="293" y="103"/>
                    <a:pt x="293" y="140"/>
                  </a:cubicBezTo>
                  <a:cubicBezTo>
                    <a:pt x="293" y="177"/>
                    <a:pt x="279" y="213"/>
                    <a:pt x="253" y="239"/>
                  </a:cubicBezTo>
                  <a:cubicBezTo>
                    <a:pt x="226" y="265"/>
                    <a:pt x="191" y="280"/>
                    <a:pt x="154" y="280"/>
                  </a:cubicBezTo>
                  <a:moveTo>
                    <a:pt x="154" y="20"/>
                  </a:moveTo>
                  <a:cubicBezTo>
                    <a:pt x="122" y="20"/>
                    <a:pt x="92" y="33"/>
                    <a:pt x="69" y="55"/>
                  </a:cubicBezTo>
                  <a:cubicBezTo>
                    <a:pt x="22" y="102"/>
                    <a:pt x="22" y="178"/>
                    <a:pt x="69" y="225"/>
                  </a:cubicBezTo>
                  <a:cubicBezTo>
                    <a:pt x="92" y="247"/>
                    <a:pt x="122" y="260"/>
                    <a:pt x="154" y="260"/>
                  </a:cubicBezTo>
                  <a:cubicBezTo>
                    <a:pt x="186" y="260"/>
                    <a:pt x="216" y="247"/>
                    <a:pt x="238" y="225"/>
                  </a:cubicBezTo>
                  <a:cubicBezTo>
                    <a:pt x="261" y="202"/>
                    <a:pt x="273" y="172"/>
                    <a:pt x="273" y="140"/>
                  </a:cubicBezTo>
                  <a:cubicBezTo>
                    <a:pt x="273" y="108"/>
                    <a:pt x="261" y="78"/>
                    <a:pt x="238" y="55"/>
                  </a:cubicBezTo>
                  <a:cubicBezTo>
                    <a:pt x="216" y="33"/>
                    <a:pt x="186" y="20"/>
                    <a:pt x="154"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2" name="Freeform 112"/>
            <p:cNvSpPr>
              <a:spLocks/>
            </p:cNvSpPr>
            <p:nvPr/>
          </p:nvSpPr>
          <p:spPr bwMode="auto">
            <a:xfrm>
              <a:off x="6716410" y="1133702"/>
              <a:ext cx="61519" cy="60238"/>
            </a:xfrm>
            <a:custGeom>
              <a:avLst/>
              <a:gdLst>
                <a:gd name="T0" fmla="*/ 11 w 38"/>
                <a:gd name="T1" fmla="*/ 37 h 37"/>
                <a:gd name="T2" fmla="*/ 4 w 38"/>
                <a:gd name="T3" fmla="*/ 34 h 37"/>
                <a:gd name="T4" fmla="*/ 4 w 38"/>
                <a:gd name="T5" fmla="*/ 20 h 37"/>
                <a:gd name="T6" fmla="*/ 20 w 38"/>
                <a:gd name="T7" fmla="*/ 4 h 37"/>
                <a:gd name="T8" fmla="*/ 35 w 38"/>
                <a:gd name="T9" fmla="*/ 4 h 37"/>
                <a:gd name="T10" fmla="*/ 35 w 38"/>
                <a:gd name="T11" fmla="*/ 18 h 37"/>
                <a:gd name="T12" fmla="*/ 19 w 38"/>
                <a:gd name="T13" fmla="*/ 34 h 37"/>
                <a:gd name="T14" fmla="*/ 11 w 38"/>
                <a:gd name="T15" fmla="*/ 37 h 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 h="37">
                  <a:moveTo>
                    <a:pt x="11" y="37"/>
                  </a:moveTo>
                  <a:cubicBezTo>
                    <a:pt x="9" y="37"/>
                    <a:pt x="6" y="36"/>
                    <a:pt x="4" y="34"/>
                  </a:cubicBezTo>
                  <a:cubicBezTo>
                    <a:pt x="0" y="31"/>
                    <a:pt x="0" y="24"/>
                    <a:pt x="4" y="20"/>
                  </a:cubicBezTo>
                  <a:cubicBezTo>
                    <a:pt x="20" y="4"/>
                    <a:pt x="20" y="4"/>
                    <a:pt x="20" y="4"/>
                  </a:cubicBezTo>
                  <a:cubicBezTo>
                    <a:pt x="24" y="0"/>
                    <a:pt x="31" y="0"/>
                    <a:pt x="35" y="4"/>
                  </a:cubicBezTo>
                  <a:cubicBezTo>
                    <a:pt x="38" y="8"/>
                    <a:pt x="38" y="15"/>
                    <a:pt x="35" y="18"/>
                  </a:cubicBezTo>
                  <a:cubicBezTo>
                    <a:pt x="19" y="34"/>
                    <a:pt x="19" y="34"/>
                    <a:pt x="19" y="34"/>
                  </a:cubicBezTo>
                  <a:cubicBezTo>
                    <a:pt x="17" y="36"/>
                    <a:pt x="14" y="37"/>
                    <a:pt x="11"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3" name="Freeform 113"/>
            <p:cNvSpPr>
              <a:spLocks noEditPoints="1"/>
            </p:cNvSpPr>
            <p:nvPr/>
          </p:nvSpPr>
          <p:spPr bwMode="auto">
            <a:xfrm>
              <a:off x="6462642" y="1151646"/>
              <a:ext cx="306316" cy="299907"/>
            </a:xfrm>
            <a:custGeom>
              <a:avLst/>
              <a:gdLst>
                <a:gd name="T0" fmla="*/ 52 w 188"/>
                <a:gd name="T1" fmla="*/ 184 h 184"/>
                <a:gd name="T2" fmla="*/ 15 w 188"/>
                <a:gd name="T3" fmla="*/ 169 h 184"/>
                <a:gd name="T4" fmla="*/ 0 w 188"/>
                <a:gd name="T5" fmla="*/ 132 h 184"/>
                <a:gd name="T6" fmla="*/ 15 w 188"/>
                <a:gd name="T7" fmla="*/ 95 h 184"/>
                <a:gd name="T8" fmla="*/ 95 w 188"/>
                <a:gd name="T9" fmla="*/ 16 h 184"/>
                <a:gd name="T10" fmla="*/ 132 w 188"/>
                <a:gd name="T11" fmla="*/ 0 h 184"/>
                <a:gd name="T12" fmla="*/ 168 w 188"/>
                <a:gd name="T13" fmla="*/ 16 h 184"/>
                <a:gd name="T14" fmla="*/ 168 w 188"/>
                <a:gd name="T15" fmla="*/ 89 h 184"/>
                <a:gd name="T16" fmla="*/ 89 w 188"/>
                <a:gd name="T17" fmla="*/ 169 h 184"/>
                <a:gd name="T18" fmla="*/ 52 w 188"/>
                <a:gd name="T19" fmla="*/ 184 h 184"/>
                <a:gd name="T20" fmla="*/ 132 w 188"/>
                <a:gd name="T21" fmla="*/ 20 h 184"/>
                <a:gd name="T22" fmla="*/ 109 w 188"/>
                <a:gd name="T23" fmla="*/ 30 h 184"/>
                <a:gd name="T24" fmla="*/ 29 w 188"/>
                <a:gd name="T25" fmla="*/ 109 h 184"/>
                <a:gd name="T26" fmla="*/ 20 w 188"/>
                <a:gd name="T27" fmla="*/ 132 h 184"/>
                <a:gd name="T28" fmla="*/ 29 w 188"/>
                <a:gd name="T29" fmla="*/ 154 h 184"/>
                <a:gd name="T30" fmla="*/ 52 w 188"/>
                <a:gd name="T31" fmla="*/ 164 h 184"/>
                <a:gd name="T32" fmla="*/ 74 w 188"/>
                <a:gd name="T33" fmla="*/ 154 h 184"/>
                <a:gd name="T34" fmla="*/ 154 w 188"/>
                <a:gd name="T35" fmla="*/ 75 h 184"/>
                <a:gd name="T36" fmla="*/ 154 w 188"/>
                <a:gd name="T37" fmla="*/ 30 h 184"/>
                <a:gd name="T38" fmla="*/ 132 w 188"/>
                <a:gd name="T39" fmla="*/ 2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8" h="184">
                  <a:moveTo>
                    <a:pt x="52" y="184"/>
                  </a:moveTo>
                  <a:cubicBezTo>
                    <a:pt x="38" y="184"/>
                    <a:pt x="25" y="178"/>
                    <a:pt x="15" y="169"/>
                  </a:cubicBezTo>
                  <a:cubicBezTo>
                    <a:pt x="6" y="159"/>
                    <a:pt x="0" y="146"/>
                    <a:pt x="0" y="132"/>
                  </a:cubicBezTo>
                  <a:cubicBezTo>
                    <a:pt x="0" y="118"/>
                    <a:pt x="6" y="105"/>
                    <a:pt x="15" y="95"/>
                  </a:cubicBezTo>
                  <a:cubicBezTo>
                    <a:pt x="95" y="16"/>
                    <a:pt x="95" y="16"/>
                    <a:pt x="95" y="16"/>
                  </a:cubicBezTo>
                  <a:cubicBezTo>
                    <a:pt x="105" y="6"/>
                    <a:pt x="118" y="0"/>
                    <a:pt x="132" y="0"/>
                  </a:cubicBezTo>
                  <a:cubicBezTo>
                    <a:pt x="145" y="0"/>
                    <a:pt x="158" y="6"/>
                    <a:pt x="168" y="16"/>
                  </a:cubicBezTo>
                  <a:cubicBezTo>
                    <a:pt x="188" y="36"/>
                    <a:pt x="188" y="69"/>
                    <a:pt x="168" y="89"/>
                  </a:cubicBezTo>
                  <a:cubicBezTo>
                    <a:pt x="89" y="169"/>
                    <a:pt x="89" y="169"/>
                    <a:pt x="89" y="169"/>
                  </a:cubicBezTo>
                  <a:cubicBezTo>
                    <a:pt x="79" y="178"/>
                    <a:pt x="66" y="184"/>
                    <a:pt x="52" y="184"/>
                  </a:cubicBezTo>
                  <a:moveTo>
                    <a:pt x="132" y="20"/>
                  </a:moveTo>
                  <a:cubicBezTo>
                    <a:pt x="123" y="20"/>
                    <a:pt x="115" y="24"/>
                    <a:pt x="109" y="30"/>
                  </a:cubicBezTo>
                  <a:cubicBezTo>
                    <a:pt x="29" y="109"/>
                    <a:pt x="29" y="109"/>
                    <a:pt x="29" y="109"/>
                  </a:cubicBezTo>
                  <a:cubicBezTo>
                    <a:pt x="23" y="115"/>
                    <a:pt x="20" y="123"/>
                    <a:pt x="20" y="132"/>
                  </a:cubicBezTo>
                  <a:cubicBezTo>
                    <a:pt x="20" y="140"/>
                    <a:pt x="23" y="148"/>
                    <a:pt x="29" y="154"/>
                  </a:cubicBezTo>
                  <a:cubicBezTo>
                    <a:pt x="35" y="160"/>
                    <a:pt x="43" y="164"/>
                    <a:pt x="52" y="164"/>
                  </a:cubicBezTo>
                  <a:cubicBezTo>
                    <a:pt x="60" y="164"/>
                    <a:pt x="68" y="160"/>
                    <a:pt x="74" y="154"/>
                  </a:cubicBezTo>
                  <a:cubicBezTo>
                    <a:pt x="154" y="75"/>
                    <a:pt x="154" y="75"/>
                    <a:pt x="154" y="75"/>
                  </a:cubicBezTo>
                  <a:cubicBezTo>
                    <a:pt x="166" y="62"/>
                    <a:pt x="166" y="42"/>
                    <a:pt x="154" y="30"/>
                  </a:cubicBezTo>
                  <a:cubicBezTo>
                    <a:pt x="148" y="24"/>
                    <a:pt x="140" y="20"/>
                    <a:pt x="132"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4" name="Freeform 114"/>
            <p:cNvSpPr>
              <a:spLocks noEditPoints="1"/>
            </p:cNvSpPr>
            <p:nvPr/>
          </p:nvSpPr>
          <p:spPr bwMode="auto">
            <a:xfrm>
              <a:off x="6759986" y="851738"/>
              <a:ext cx="314006" cy="287091"/>
            </a:xfrm>
            <a:custGeom>
              <a:avLst/>
              <a:gdLst>
                <a:gd name="T0" fmla="*/ 97 w 193"/>
                <a:gd name="T1" fmla="*/ 176 h 176"/>
                <a:gd name="T2" fmla="*/ 35 w 193"/>
                <a:gd name="T3" fmla="*/ 150 h 176"/>
                <a:gd name="T4" fmla="*/ 35 w 193"/>
                <a:gd name="T5" fmla="*/ 26 h 176"/>
                <a:gd name="T6" fmla="*/ 97 w 193"/>
                <a:gd name="T7" fmla="*/ 0 h 176"/>
                <a:gd name="T8" fmla="*/ 159 w 193"/>
                <a:gd name="T9" fmla="*/ 26 h 176"/>
                <a:gd name="T10" fmla="*/ 159 w 193"/>
                <a:gd name="T11" fmla="*/ 150 h 176"/>
                <a:gd name="T12" fmla="*/ 97 w 193"/>
                <a:gd name="T13" fmla="*/ 176 h 176"/>
                <a:gd name="T14" fmla="*/ 97 w 193"/>
                <a:gd name="T15" fmla="*/ 20 h 176"/>
                <a:gd name="T16" fmla="*/ 49 w 193"/>
                <a:gd name="T17" fmla="*/ 40 h 176"/>
                <a:gd name="T18" fmla="*/ 49 w 193"/>
                <a:gd name="T19" fmla="*/ 136 h 176"/>
                <a:gd name="T20" fmla="*/ 97 w 193"/>
                <a:gd name="T21" fmla="*/ 156 h 176"/>
                <a:gd name="T22" fmla="*/ 145 w 193"/>
                <a:gd name="T23" fmla="*/ 136 h 176"/>
                <a:gd name="T24" fmla="*/ 145 w 193"/>
                <a:gd name="T25" fmla="*/ 40 h 176"/>
                <a:gd name="T26" fmla="*/ 97 w 193"/>
                <a:gd name="T27" fmla="*/ 2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3" h="176">
                  <a:moveTo>
                    <a:pt x="97" y="176"/>
                  </a:moveTo>
                  <a:cubicBezTo>
                    <a:pt x="73" y="176"/>
                    <a:pt x="51" y="167"/>
                    <a:pt x="35" y="150"/>
                  </a:cubicBezTo>
                  <a:cubicBezTo>
                    <a:pt x="0" y="116"/>
                    <a:pt x="0" y="60"/>
                    <a:pt x="35" y="26"/>
                  </a:cubicBezTo>
                  <a:cubicBezTo>
                    <a:pt x="51" y="9"/>
                    <a:pt x="73" y="0"/>
                    <a:pt x="97" y="0"/>
                  </a:cubicBezTo>
                  <a:cubicBezTo>
                    <a:pt x="120" y="0"/>
                    <a:pt x="142" y="9"/>
                    <a:pt x="159" y="26"/>
                  </a:cubicBezTo>
                  <a:cubicBezTo>
                    <a:pt x="193" y="60"/>
                    <a:pt x="193" y="116"/>
                    <a:pt x="159" y="150"/>
                  </a:cubicBezTo>
                  <a:cubicBezTo>
                    <a:pt x="142" y="167"/>
                    <a:pt x="120" y="176"/>
                    <a:pt x="97" y="176"/>
                  </a:cubicBezTo>
                  <a:moveTo>
                    <a:pt x="97" y="20"/>
                  </a:moveTo>
                  <a:cubicBezTo>
                    <a:pt x="79" y="20"/>
                    <a:pt x="62" y="27"/>
                    <a:pt x="49" y="40"/>
                  </a:cubicBezTo>
                  <a:cubicBezTo>
                    <a:pt x="22" y="67"/>
                    <a:pt x="22" y="110"/>
                    <a:pt x="49" y="136"/>
                  </a:cubicBezTo>
                  <a:cubicBezTo>
                    <a:pt x="62" y="149"/>
                    <a:pt x="79" y="156"/>
                    <a:pt x="97" y="156"/>
                  </a:cubicBezTo>
                  <a:cubicBezTo>
                    <a:pt x="115" y="156"/>
                    <a:pt x="132" y="149"/>
                    <a:pt x="145" y="136"/>
                  </a:cubicBezTo>
                  <a:cubicBezTo>
                    <a:pt x="171" y="110"/>
                    <a:pt x="171" y="67"/>
                    <a:pt x="145" y="40"/>
                  </a:cubicBezTo>
                  <a:cubicBezTo>
                    <a:pt x="132" y="27"/>
                    <a:pt x="115" y="20"/>
                    <a:pt x="97"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25" name="组合 224"/>
          <p:cNvGrpSpPr/>
          <p:nvPr/>
        </p:nvGrpSpPr>
        <p:grpSpPr>
          <a:xfrm>
            <a:off x="2531543" y="5396096"/>
            <a:ext cx="344051" cy="328413"/>
            <a:chOff x="6407530" y="1754024"/>
            <a:chExt cx="733107" cy="699784"/>
          </a:xfrm>
          <a:solidFill>
            <a:srgbClr val="707E84"/>
          </a:solidFill>
        </p:grpSpPr>
        <p:sp>
          <p:nvSpPr>
            <p:cNvPr id="226" name="Freeform 115"/>
            <p:cNvSpPr>
              <a:spLocks/>
            </p:cNvSpPr>
            <p:nvPr/>
          </p:nvSpPr>
          <p:spPr bwMode="auto">
            <a:xfrm>
              <a:off x="6536978" y="2234645"/>
              <a:ext cx="124321" cy="121758"/>
            </a:xfrm>
            <a:custGeom>
              <a:avLst/>
              <a:gdLst>
                <a:gd name="T0" fmla="*/ 11 w 76"/>
                <a:gd name="T1" fmla="*/ 75 h 75"/>
                <a:gd name="T2" fmla="*/ 4 w 76"/>
                <a:gd name="T3" fmla="*/ 72 h 75"/>
                <a:gd name="T4" fmla="*/ 4 w 76"/>
                <a:gd name="T5" fmla="*/ 58 h 75"/>
                <a:gd name="T6" fmla="*/ 58 w 76"/>
                <a:gd name="T7" fmla="*/ 4 h 75"/>
                <a:gd name="T8" fmla="*/ 72 w 76"/>
                <a:gd name="T9" fmla="*/ 4 h 75"/>
                <a:gd name="T10" fmla="*/ 72 w 76"/>
                <a:gd name="T11" fmla="*/ 18 h 75"/>
                <a:gd name="T12" fmla="*/ 18 w 76"/>
                <a:gd name="T13" fmla="*/ 72 h 75"/>
                <a:gd name="T14" fmla="*/ 11 w 76"/>
                <a:gd name="T15" fmla="*/ 75 h 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75">
                  <a:moveTo>
                    <a:pt x="11" y="75"/>
                  </a:moveTo>
                  <a:cubicBezTo>
                    <a:pt x="8" y="75"/>
                    <a:pt x="6" y="74"/>
                    <a:pt x="4" y="72"/>
                  </a:cubicBezTo>
                  <a:cubicBezTo>
                    <a:pt x="0" y="68"/>
                    <a:pt x="0" y="62"/>
                    <a:pt x="4" y="58"/>
                  </a:cubicBezTo>
                  <a:cubicBezTo>
                    <a:pt x="58" y="4"/>
                    <a:pt x="58" y="4"/>
                    <a:pt x="58" y="4"/>
                  </a:cubicBezTo>
                  <a:cubicBezTo>
                    <a:pt x="62" y="0"/>
                    <a:pt x="68" y="0"/>
                    <a:pt x="72" y="4"/>
                  </a:cubicBezTo>
                  <a:cubicBezTo>
                    <a:pt x="76" y="8"/>
                    <a:pt x="76" y="14"/>
                    <a:pt x="72" y="18"/>
                  </a:cubicBezTo>
                  <a:cubicBezTo>
                    <a:pt x="18" y="72"/>
                    <a:pt x="18" y="72"/>
                    <a:pt x="18" y="72"/>
                  </a:cubicBezTo>
                  <a:cubicBezTo>
                    <a:pt x="16" y="74"/>
                    <a:pt x="14" y="75"/>
                    <a:pt x="11" y="7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7" name="Freeform 116"/>
            <p:cNvSpPr>
              <a:spLocks/>
            </p:cNvSpPr>
            <p:nvPr/>
          </p:nvSpPr>
          <p:spPr bwMode="auto">
            <a:xfrm>
              <a:off x="6921475" y="1851430"/>
              <a:ext cx="123039" cy="120476"/>
            </a:xfrm>
            <a:custGeom>
              <a:avLst/>
              <a:gdLst>
                <a:gd name="T0" fmla="*/ 11 w 76"/>
                <a:gd name="T1" fmla="*/ 74 h 74"/>
                <a:gd name="T2" fmla="*/ 4 w 76"/>
                <a:gd name="T3" fmla="*/ 72 h 74"/>
                <a:gd name="T4" fmla="*/ 4 w 76"/>
                <a:gd name="T5" fmla="*/ 57 h 74"/>
                <a:gd name="T6" fmla="*/ 57 w 76"/>
                <a:gd name="T7" fmla="*/ 3 h 74"/>
                <a:gd name="T8" fmla="*/ 72 w 76"/>
                <a:gd name="T9" fmla="*/ 3 h 74"/>
                <a:gd name="T10" fmla="*/ 72 w 76"/>
                <a:gd name="T11" fmla="*/ 18 h 74"/>
                <a:gd name="T12" fmla="*/ 18 w 76"/>
                <a:gd name="T13" fmla="*/ 72 h 74"/>
                <a:gd name="T14" fmla="*/ 11 w 76"/>
                <a:gd name="T15" fmla="*/ 74 h 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74">
                  <a:moveTo>
                    <a:pt x="11" y="74"/>
                  </a:moveTo>
                  <a:cubicBezTo>
                    <a:pt x="8" y="74"/>
                    <a:pt x="5" y="74"/>
                    <a:pt x="4" y="72"/>
                  </a:cubicBezTo>
                  <a:cubicBezTo>
                    <a:pt x="0" y="68"/>
                    <a:pt x="0" y="61"/>
                    <a:pt x="4" y="57"/>
                  </a:cubicBezTo>
                  <a:cubicBezTo>
                    <a:pt x="57" y="3"/>
                    <a:pt x="57" y="3"/>
                    <a:pt x="57" y="3"/>
                  </a:cubicBezTo>
                  <a:cubicBezTo>
                    <a:pt x="61" y="0"/>
                    <a:pt x="68" y="0"/>
                    <a:pt x="72" y="3"/>
                  </a:cubicBezTo>
                  <a:cubicBezTo>
                    <a:pt x="76" y="7"/>
                    <a:pt x="76" y="14"/>
                    <a:pt x="72" y="18"/>
                  </a:cubicBezTo>
                  <a:cubicBezTo>
                    <a:pt x="18" y="72"/>
                    <a:pt x="18" y="72"/>
                    <a:pt x="18" y="72"/>
                  </a:cubicBezTo>
                  <a:cubicBezTo>
                    <a:pt x="16" y="74"/>
                    <a:pt x="13" y="74"/>
                    <a:pt x="11" y="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8" name="Freeform 117"/>
            <p:cNvSpPr>
              <a:spLocks/>
            </p:cNvSpPr>
            <p:nvPr/>
          </p:nvSpPr>
          <p:spPr bwMode="auto">
            <a:xfrm>
              <a:off x="6921475" y="2234645"/>
              <a:ext cx="123039" cy="121758"/>
            </a:xfrm>
            <a:custGeom>
              <a:avLst/>
              <a:gdLst>
                <a:gd name="T0" fmla="*/ 65 w 76"/>
                <a:gd name="T1" fmla="*/ 75 h 75"/>
                <a:gd name="T2" fmla="*/ 57 w 76"/>
                <a:gd name="T3" fmla="*/ 72 h 75"/>
                <a:gd name="T4" fmla="*/ 4 w 76"/>
                <a:gd name="T5" fmla="*/ 19 h 75"/>
                <a:gd name="T6" fmla="*/ 4 w 76"/>
                <a:gd name="T7" fmla="*/ 4 h 75"/>
                <a:gd name="T8" fmla="*/ 18 w 76"/>
                <a:gd name="T9" fmla="*/ 4 h 75"/>
                <a:gd name="T10" fmla="*/ 72 w 76"/>
                <a:gd name="T11" fmla="*/ 58 h 75"/>
                <a:gd name="T12" fmla="*/ 72 w 76"/>
                <a:gd name="T13" fmla="*/ 72 h 75"/>
                <a:gd name="T14" fmla="*/ 65 w 76"/>
                <a:gd name="T15" fmla="*/ 75 h 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75">
                  <a:moveTo>
                    <a:pt x="65" y="75"/>
                  </a:moveTo>
                  <a:cubicBezTo>
                    <a:pt x="62" y="75"/>
                    <a:pt x="59" y="74"/>
                    <a:pt x="57" y="72"/>
                  </a:cubicBezTo>
                  <a:cubicBezTo>
                    <a:pt x="4" y="19"/>
                    <a:pt x="4" y="19"/>
                    <a:pt x="4" y="19"/>
                  </a:cubicBezTo>
                  <a:cubicBezTo>
                    <a:pt x="0" y="15"/>
                    <a:pt x="0" y="8"/>
                    <a:pt x="4" y="4"/>
                  </a:cubicBezTo>
                  <a:cubicBezTo>
                    <a:pt x="8" y="0"/>
                    <a:pt x="14" y="0"/>
                    <a:pt x="18" y="4"/>
                  </a:cubicBezTo>
                  <a:cubicBezTo>
                    <a:pt x="72" y="58"/>
                    <a:pt x="72" y="58"/>
                    <a:pt x="72" y="58"/>
                  </a:cubicBezTo>
                  <a:cubicBezTo>
                    <a:pt x="76" y="62"/>
                    <a:pt x="76" y="68"/>
                    <a:pt x="72" y="72"/>
                  </a:cubicBezTo>
                  <a:cubicBezTo>
                    <a:pt x="70" y="74"/>
                    <a:pt x="67" y="75"/>
                    <a:pt x="65" y="7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9" name="Freeform 118"/>
            <p:cNvSpPr>
              <a:spLocks/>
            </p:cNvSpPr>
            <p:nvPr/>
          </p:nvSpPr>
          <p:spPr bwMode="auto">
            <a:xfrm>
              <a:off x="6536978" y="1851430"/>
              <a:ext cx="124321" cy="121758"/>
            </a:xfrm>
            <a:custGeom>
              <a:avLst/>
              <a:gdLst>
                <a:gd name="T0" fmla="*/ 65 w 76"/>
                <a:gd name="T1" fmla="*/ 75 h 75"/>
                <a:gd name="T2" fmla="*/ 58 w 76"/>
                <a:gd name="T3" fmla="*/ 72 h 75"/>
                <a:gd name="T4" fmla="*/ 4 w 76"/>
                <a:gd name="T5" fmla="*/ 18 h 75"/>
                <a:gd name="T6" fmla="*/ 4 w 76"/>
                <a:gd name="T7" fmla="*/ 3 h 75"/>
                <a:gd name="T8" fmla="*/ 18 w 76"/>
                <a:gd name="T9" fmla="*/ 3 h 75"/>
                <a:gd name="T10" fmla="*/ 72 w 76"/>
                <a:gd name="T11" fmla="*/ 58 h 75"/>
                <a:gd name="T12" fmla="*/ 72 w 76"/>
                <a:gd name="T13" fmla="*/ 72 h 75"/>
                <a:gd name="T14" fmla="*/ 65 w 76"/>
                <a:gd name="T15" fmla="*/ 75 h 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75">
                  <a:moveTo>
                    <a:pt x="65" y="75"/>
                  </a:moveTo>
                  <a:cubicBezTo>
                    <a:pt x="63" y="75"/>
                    <a:pt x="60" y="74"/>
                    <a:pt x="58" y="72"/>
                  </a:cubicBezTo>
                  <a:cubicBezTo>
                    <a:pt x="4" y="18"/>
                    <a:pt x="4" y="18"/>
                    <a:pt x="4" y="18"/>
                  </a:cubicBezTo>
                  <a:cubicBezTo>
                    <a:pt x="0" y="14"/>
                    <a:pt x="0" y="7"/>
                    <a:pt x="4" y="3"/>
                  </a:cubicBezTo>
                  <a:cubicBezTo>
                    <a:pt x="8" y="0"/>
                    <a:pt x="14" y="0"/>
                    <a:pt x="18" y="3"/>
                  </a:cubicBezTo>
                  <a:cubicBezTo>
                    <a:pt x="72" y="58"/>
                    <a:pt x="72" y="58"/>
                    <a:pt x="72" y="58"/>
                  </a:cubicBezTo>
                  <a:cubicBezTo>
                    <a:pt x="76" y="62"/>
                    <a:pt x="76" y="68"/>
                    <a:pt x="72" y="72"/>
                  </a:cubicBezTo>
                  <a:cubicBezTo>
                    <a:pt x="70" y="74"/>
                    <a:pt x="68" y="75"/>
                    <a:pt x="65" y="7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0" name="Freeform 119"/>
            <p:cNvSpPr>
              <a:spLocks noEditPoints="1"/>
            </p:cNvSpPr>
            <p:nvPr/>
          </p:nvSpPr>
          <p:spPr bwMode="auto">
            <a:xfrm>
              <a:off x="6407530" y="1754024"/>
              <a:ext cx="733107" cy="699784"/>
            </a:xfrm>
            <a:custGeom>
              <a:avLst/>
              <a:gdLst>
                <a:gd name="T0" fmla="*/ 236 w 451"/>
                <a:gd name="T1" fmla="*/ 430 h 430"/>
                <a:gd name="T2" fmla="*/ 84 w 451"/>
                <a:gd name="T3" fmla="*/ 367 h 430"/>
                <a:gd name="T4" fmla="*/ 84 w 451"/>
                <a:gd name="T5" fmla="*/ 63 h 430"/>
                <a:gd name="T6" fmla="*/ 236 w 451"/>
                <a:gd name="T7" fmla="*/ 0 h 430"/>
                <a:gd name="T8" fmla="*/ 388 w 451"/>
                <a:gd name="T9" fmla="*/ 63 h 430"/>
                <a:gd name="T10" fmla="*/ 451 w 451"/>
                <a:gd name="T11" fmla="*/ 215 h 430"/>
                <a:gd name="T12" fmla="*/ 388 w 451"/>
                <a:gd name="T13" fmla="*/ 367 h 430"/>
                <a:gd name="T14" fmla="*/ 236 w 451"/>
                <a:gd name="T15" fmla="*/ 430 h 430"/>
                <a:gd name="T16" fmla="*/ 236 w 451"/>
                <a:gd name="T17" fmla="*/ 20 h 430"/>
                <a:gd name="T18" fmla="*/ 98 w 451"/>
                <a:gd name="T19" fmla="*/ 77 h 430"/>
                <a:gd name="T20" fmla="*/ 98 w 451"/>
                <a:gd name="T21" fmla="*/ 353 h 430"/>
                <a:gd name="T22" fmla="*/ 236 w 451"/>
                <a:gd name="T23" fmla="*/ 410 h 430"/>
                <a:gd name="T24" fmla="*/ 374 w 451"/>
                <a:gd name="T25" fmla="*/ 353 h 430"/>
                <a:gd name="T26" fmla="*/ 431 w 451"/>
                <a:gd name="T27" fmla="*/ 215 h 430"/>
                <a:gd name="T28" fmla="*/ 374 w 451"/>
                <a:gd name="T29" fmla="*/ 77 h 430"/>
                <a:gd name="T30" fmla="*/ 236 w 451"/>
                <a:gd name="T31" fmla="*/ 20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1" h="430">
                  <a:moveTo>
                    <a:pt x="236" y="430"/>
                  </a:moveTo>
                  <a:cubicBezTo>
                    <a:pt x="178" y="430"/>
                    <a:pt x="124" y="408"/>
                    <a:pt x="84" y="367"/>
                  </a:cubicBezTo>
                  <a:cubicBezTo>
                    <a:pt x="0" y="284"/>
                    <a:pt x="0" y="147"/>
                    <a:pt x="84" y="63"/>
                  </a:cubicBezTo>
                  <a:cubicBezTo>
                    <a:pt x="124" y="23"/>
                    <a:pt x="178" y="0"/>
                    <a:pt x="236" y="0"/>
                  </a:cubicBezTo>
                  <a:cubicBezTo>
                    <a:pt x="293" y="0"/>
                    <a:pt x="347" y="23"/>
                    <a:pt x="388" y="63"/>
                  </a:cubicBezTo>
                  <a:cubicBezTo>
                    <a:pt x="428" y="104"/>
                    <a:pt x="451" y="158"/>
                    <a:pt x="451" y="215"/>
                  </a:cubicBezTo>
                  <a:cubicBezTo>
                    <a:pt x="451" y="273"/>
                    <a:pt x="428" y="327"/>
                    <a:pt x="388" y="367"/>
                  </a:cubicBezTo>
                  <a:cubicBezTo>
                    <a:pt x="347" y="408"/>
                    <a:pt x="293" y="430"/>
                    <a:pt x="236" y="430"/>
                  </a:cubicBezTo>
                  <a:moveTo>
                    <a:pt x="236" y="20"/>
                  </a:moveTo>
                  <a:cubicBezTo>
                    <a:pt x="184" y="20"/>
                    <a:pt x="135" y="41"/>
                    <a:pt x="98" y="77"/>
                  </a:cubicBezTo>
                  <a:cubicBezTo>
                    <a:pt x="22" y="153"/>
                    <a:pt x="22" y="277"/>
                    <a:pt x="98" y="353"/>
                  </a:cubicBezTo>
                  <a:cubicBezTo>
                    <a:pt x="135" y="390"/>
                    <a:pt x="184" y="410"/>
                    <a:pt x="236" y="410"/>
                  </a:cubicBezTo>
                  <a:cubicBezTo>
                    <a:pt x="288" y="410"/>
                    <a:pt x="337" y="390"/>
                    <a:pt x="374" y="353"/>
                  </a:cubicBezTo>
                  <a:cubicBezTo>
                    <a:pt x="411" y="316"/>
                    <a:pt x="431" y="267"/>
                    <a:pt x="431" y="215"/>
                  </a:cubicBezTo>
                  <a:cubicBezTo>
                    <a:pt x="431" y="163"/>
                    <a:pt x="411" y="114"/>
                    <a:pt x="374" y="77"/>
                  </a:cubicBezTo>
                  <a:cubicBezTo>
                    <a:pt x="337" y="41"/>
                    <a:pt x="288" y="20"/>
                    <a:pt x="236"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1" name="Freeform 120"/>
            <p:cNvSpPr>
              <a:spLocks noEditPoints="1"/>
            </p:cNvSpPr>
            <p:nvPr/>
          </p:nvSpPr>
          <p:spPr bwMode="auto">
            <a:xfrm>
              <a:off x="6544668" y="1879626"/>
              <a:ext cx="493438" cy="451143"/>
            </a:xfrm>
            <a:custGeom>
              <a:avLst/>
              <a:gdLst>
                <a:gd name="T0" fmla="*/ 152 w 304"/>
                <a:gd name="T1" fmla="*/ 277 h 277"/>
                <a:gd name="T2" fmla="*/ 54 w 304"/>
                <a:gd name="T3" fmla="*/ 237 h 277"/>
                <a:gd name="T4" fmla="*/ 54 w 304"/>
                <a:gd name="T5" fmla="*/ 41 h 277"/>
                <a:gd name="T6" fmla="*/ 152 w 304"/>
                <a:gd name="T7" fmla="*/ 0 h 277"/>
                <a:gd name="T8" fmla="*/ 250 w 304"/>
                <a:gd name="T9" fmla="*/ 41 h 277"/>
                <a:gd name="T10" fmla="*/ 250 w 304"/>
                <a:gd name="T11" fmla="*/ 237 h 277"/>
                <a:gd name="T12" fmla="*/ 152 w 304"/>
                <a:gd name="T13" fmla="*/ 277 h 277"/>
                <a:gd name="T14" fmla="*/ 152 w 304"/>
                <a:gd name="T15" fmla="*/ 20 h 277"/>
                <a:gd name="T16" fmla="*/ 68 w 304"/>
                <a:gd name="T17" fmla="*/ 55 h 277"/>
                <a:gd name="T18" fmla="*/ 68 w 304"/>
                <a:gd name="T19" fmla="*/ 222 h 277"/>
                <a:gd name="T20" fmla="*/ 152 w 304"/>
                <a:gd name="T21" fmla="*/ 257 h 277"/>
                <a:gd name="T22" fmla="*/ 236 w 304"/>
                <a:gd name="T23" fmla="*/ 222 h 277"/>
                <a:gd name="T24" fmla="*/ 236 w 304"/>
                <a:gd name="T25" fmla="*/ 55 h 277"/>
                <a:gd name="T26" fmla="*/ 152 w 304"/>
                <a:gd name="T27" fmla="*/ 20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4" h="277">
                  <a:moveTo>
                    <a:pt x="152" y="277"/>
                  </a:moveTo>
                  <a:cubicBezTo>
                    <a:pt x="115" y="277"/>
                    <a:pt x="80" y="263"/>
                    <a:pt x="54" y="237"/>
                  </a:cubicBezTo>
                  <a:cubicBezTo>
                    <a:pt x="0" y="183"/>
                    <a:pt x="0" y="95"/>
                    <a:pt x="54" y="41"/>
                  </a:cubicBezTo>
                  <a:cubicBezTo>
                    <a:pt x="80" y="15"/>
                    <a:pt x="115" y="0"/>
                    <a:pt x="152" y="0"/>
                  </a:cubicBezTo>
                  <a:cubicBezTo>
                    <a:pt x="189" y="0"/>
                    <a:pt x="224" y="15"/>
                    <a:pt x="250" y="41"/>
                  </a:cubicBezTo>
                  <a:cubicBezTo>
                    <a:pt x="304" y="95"/>
                    <a:pt x="304" y="183"/>
                    <a:pt x="250" y="237"/>
                  </a:cubicBezTo>
                  <a:cubicBezTo>
                    <a:pt x="224" y="263"/>
                    <a:pt x="189" y="277"/>
                    <a:pt x="152" y="277"/>
                  </a:cubicBezTo>
                  <a:moveTo>
                    <a:pt x="152" y="20"/>
                  </a:moveTo>
                  <a:cubicBezTo>
                    <a:pt x="121" y="20"/>
                    <a:pt x="91" y="33"/>
                    <a:pt x="68" y="55"/>
                  </a:cubicBezTo>
                  <a:cubicBezTo>
                    <a:pt x="22" y="101"/>
                    <a:pt x="22" y="176"/>
                    <a:pt x="68" y="222"/>
                  </a:cubicBezTo>
                  <a:cubicBezTo>
                    <a:pt x="91" y="245"/>
                    <a:pt x="121" y="257"/>
                    <a:pt x="152" y="257"/>
                  </a:cubicBezTo>
                  <a:cubicBezTo>
                    <a:pt x="184" y="257"/>
                    <a:pt x="214" y="245"/>
                    <a:pt x="236" y="222"/>
                  </a:cubicBezTo>
                  <a:cubicBezTo>
                    <a:pt x="282" y="176"/>
                    <a:pt x="282" y="101"/>
                    <a:pt x="236" y="55"/>
                  </a:cubicBezTo>
                  <a:cubicBezTo>
                    <a:pt x="214" y="33"/>
                    <a:pt x="184" y="20"/>
                    <a:pt x="152"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32" name="组合 231"/>
          <p:cNvGrpSpPr/>
          <p:nvPr/>
        </p:nvGrpSpPr>
        <p:grpSpPr>
          <a:xfrm>
            <a:off x="2613042" y="5878790"/>
            <a:ext cx="277888" cy="333225"/>
            <a:chOff x="6494683" y="2783194"/>
            <a:chExt cx="592125" cy="710038"/>
          </a:xfrm>
          <a:solidFill>
            <a:srgbClr val="707E84"/>
          </a:solidFill>
        </p:grpSpPr>
        <p:sp>
          <p:nvSpPr>
            <p:cNvPr id="233" name="Freeform 121"/>
            <p:cNvSpPr>
              <a:spLocks noEditPoints="1"/>
            </p:cNvSpPr>
            <p:nvPr/>
          </p:nvSpPr>
          <p:spPr bwMode="auto">
            <a:xfrm>
              <a:off x="6698466" y="2783194"/>
              <a:ext cx="185840" cy="183277"/>
            </a:xfrm>
            <a:custGeom>
              <a:avLst/>
              <a:gdLst>
                <a:gd name="T0" fmla="*/ 57 w 114"/>
                <a:gd name="T1" fmla="*/ 113 h 113"/>
                <a:gd name="T2" fmla="*/ 0 w 114"/>
                <a:gd name="T3" fmla="*/ 56 h 113"/>
                <a:gd name="T4" fmla="*/ 57 w 114"/>
                <a:gd name="T5" fmla="*/ 0 h 113"/>
                <a:gd name="T6" fmla="*/ 114 w 114"/>
                <a:gd name="T7" fmla="*/ 56 h 113"/>
                <a:gd name="T8" fmla="*/ 57 w 114"/>
                <a:gd name="T9" fmla="*/ 113 h 113"/>
                <a:gd name="T10" fmla="*/ 57 w 114"/>
                <a:gd name="T11" fmla="*/ 20 h 113"/>
                <a:gd name="T12" fmla="*/ 20 w 114"/>
                <a:gd name="T13" fmla="*/ 56 h 113"/>
                <a:gd name="T14" fmla="*/ 57 w 114"/>
                <a:gd name="T15" fmla="*/ 93 h 113"/>
                <a:gd name="T16" fmla="*/ 94 w 114"/>
                <a:gd name="T17" fmla="*/ 56 h 113"/>
                <a:gd name="T18" fmla="*/ 57 w 114"/>
                <a:gd name="T19" fmla="*/ 2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4" h="113">
                  <a:moveTo>
                    <a:pt x="57" y="113"/>
                  </a:moveTo>
                  <a:cubicBezTo>
                    <a:pt x="25" y="113"/>
                    <a:pt x="0" y="88"/>
                    <a:pt x="0" y="56"/>
                  </a:cubicBezTo>
                  <a:cubicBezTo>
                    <a:pt x="0" y="25"/>
                    <a:pt x="25" y="0"/>
                    <a:pt x="57" y="0"/>
                  </a:cubicBezTo>
                  <a:cubicBezTo>
                    <a:pt x="88" y="0"/>
                    <a:pt x="114" y="25"/>
                    <a:pt x="114" y="56"/>
                  </a:cubicBezTo>
                  <a:cubicBezTo>
                    <a:pt x="114" y="88"/>
                    <a:pt x="88" y="113"/>
                    <a:pt x="57" y="113"/>
                  </a:cubicBezTo>
                  <a:moveTo>
                    <a:pt x="57" y="20"/>
                  </a:moveTo>
                  <a:cubicBezTo>
                    <a:pt x="36" y="20"/>
                    <a:pt x="20" y="36"/>
                    <a:pt x="20" y="56"/>
                  </a:cubicBezTo>
                  <a:cubicBezTo>
                    <a:pt x="20" y="77"/>
                    <a:pt x="36" y="93"/>
                    <a:pt x="57" y="93"/>
                  </a:cubicBezTo>
                  <a:cubicBezTo>
                    <a:pt x="77" y="93"/>
                    <a:pt x="94" y="77"/>
                    <a:pt x="94" y="56"/>
                  </a:cubicBezTo>
                  <a:cubicBezTo>
                    <a:pt x="94" y="36"/>
                    <a:pt x="77" y="20"/>
                    <a:pt x="57"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4" name="Freeform 122"/>
            <p:cNvSpPr>
              <a:spLocks/>
            </p:cNvSpPr>
            <p:nvPr/>
          </p:nvSpPr>
          <p:spPr bwMode="auto">
            <a:xfrm>
              <a:off x="6775366" y="2947246"/>
              <a:ext cx="32042" cy="545985"/>
            </a:xfrm>
            <a:custGeom>
              <a:avLst/>
              <a:gdLst>
                <a:gd name="T0" fmla="*/ 10 w 20"/>
                <a:gd name="T1" fmla="*/ 335 h 335"/>
                <a:gd name="T2" fmla="*/ 0 w 20"/>
                <a:gd name="T3" fmla="*/ 325 h 335"/>
                <a:gd name="T4" fmla="*/ 0 w 20"/>
                <a:gd name="T5" fmla="*/ 10 h 335"/>
                <a:gd name="T6" fmla="*/ 10 w 20"/>
                <a:gd name="T7" fmla="*/ 0 h 335"/>
                <a:gd name="T8" fmla="*/ 20 w 20"/>
                <a:gd name="T9" fmla="*/ 10 h 335"/>
                <a:gd name="T10" fmla="*/ 20 w 20"/>
                <a:gd name="T11" fmla="*/ 325 h 335"/>
                <a:gd name="T12" fmla="*/ 10 w 20"/>
                <a:gd name="T13" fmla="*/ 335 h 335"/>
              </a:gdLst>
              <a:ahLst/>
              <a:cxnLst>
                <a:cxn ang="0">
                  <a:pos x="T0" y="T1"/>
                </a:cxn>
                <a:cxn ang="0">
                  <a:pos x="T2" y="T3"/>
                </a:cxn>
                <a:cxn ang="0">
                  <a:pos x="T4" y="T5"/>
                </a:cxn>
                <a:cxn ang="0">
                  <a:pos x="T6" y="T7"/>
                </a:cxn>
                <a:cxn ang="0">
                  <a:pos x="T8" y="T9"/>
                </a:cxn>
                <a:cxn ang="0">
                  <a:pos x="T10" y="T11"/>
                </a:cxn>
                <a:cxn ang="0">
                  <a:pos x="T12" y="T13"/>
                </a:cxn>
              </a:cxnLst>
              <a:rect l="0" t="0" r="r" b="b"/>
              <a:pathLst>
                <a:path w="20" h="335">
                  <a:moveTo>
                    <a:pt x="10" y="335"/>
                  </a:moveTo>
                  <a:cubicBezTo>
                    <a:pt x="4" y="335"/>
                    <a:pt x="0" y="331"/>
                    <a:pt x="0" y="325"/>
                  </a:cubicBezTo>
                  <a:cubicBezTo>
                    <a:pt x="0" y="10"/>
                    <a:pt x="0" y="10"/>
                    <a:pt x="0" y="10"/>
                  </a:cubicBezTo>
                  <a:cubicBezTo>
                    <a:pt x="0" y="4"/>
                    <a:pt x="4" y="0"/>
                    <a:pt x="10" y="0"/>
                  </a:cubicBezTo>
                  <a:cubicBezTo>
                    <a:pt x="15" y="0"/>
                    <a:pt x="20" y="4"/>
                    <a:pt x="20" y="10"/>
                  </a:cubicBezTo>
                  <a:cubicBezTo>
                    <a:pt x="20" y="325"/>
                    <a:pt x="20" y="325"/>
                    <a:pt x="20" y="325"/>
                  </a:cubicBezTo>
                  <a:cubicBezTo>
                    <a:pt x="20" y="331"/>
                    <a:pt x="15" y="335"/>
                    <a:pt x="10" y="3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5" name="Freeform 123"/>
            <p:cNvSpPr>
              <a:spLocks/>
            </p:cNvSpPr>
            <p:nvPr/>
          </p:nvSpPr>
          <p:spPr bwMode="auto">
            <a:xfrm>
              <a:off x="6494683" y="3181789"/>
              <a:ext cx="592125" cy="311443"/>
            </a:xfrm>
            <a:custGeom>
              <a:avLst/>
              <a:gdLst>
                <a:gd name="T0" fmla="*/ 182 w 364"/>
                <a:gd name="T1" fmla="*/ 191 h 191"/>
                <a:gd name="T2" fmla="*/ 0 w 364"/>
                <a:gd name="T3" fmla="*/ 10 h 191"/>
                <a:gd name="T4" fmla="*/ 10 w 364"/>
                <a:gd name="T5" fmla="*/ 0 h 191"/>
                <a:gd name="T6" fmla="*/ 47 w 364"/>
                <a:gd name="T7" fmla="*/ 0 h 191"/>
                <a:gd name="T8" fmla="*/ 57 w 364"/>
                <a:gd name="T9" fmla="*/ 10 h 191"/>
                <a:gd name="T10" fmla="*/ 47 w 364"/>
                <a:gd name="T11" fmla="*/ 20 h 191"/>
                <a:gd name="T12" fmla="*/ 20 w 364"/>
                <a:gd name="T13" fmla="*/ 20 h 191"/>
                <a:gd name="T14" fmla="*/ 182 w 364"/>
                <a:gd name="T15" fmla="*/ 171 h 191"/>
                <a:gd name="T16" fmla="*/ 343 w 364"/>
                <a:gd name="T17" fmla="*/ 20 h 191"/>
                <a:gd name="T18" fmla="*/ 317 w 364"/>
                <a:gd name="T19" fmla="*/ 20 h 191"/>
                <a:gd name="T20" fmla="*/ 307 w 364"/>
                <a:gd name="T21" fmla="*/ 10 h 191"/>
                <a:gd name="T22" fmla="*/ 317 w 364"/>
                <a:gd name="T23" fmla="*/ 0 h 191"/>
                <a:gd name="T24" fmla="*/ 354 w 364"/>
                <a:gd name="T25" fmla="*/ 0 h 191"/>
                <a:gd name="T26" fmla="*/ 364 w 364"/>
                <a:gd name="T27" fmla="*/ 10 h 191"/>
                <a:gd name="T28" fmla="*/ 182 w 364"/>
                <a:gd name="T29" fmla="*/ 191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4" h="191">
                  <a:moveTo>
                    <a:pt x="182" y="191"/>
                  </a:moveTo>
                  <a:cubicBezTo>
                    <a:pt x="82" y="191"/>
                    <a:pt x="0" y="110"/>
                    <a:pt x="0" y="10"/>
                  </a:cubicBezTo>
                  <a:cubicBezTo>
                    <a:pt x="0" y="4"/>
                    <a:pt x="4" y="0"/>
                    <a:pt x="10" y="0"/>
                  </a:cubicBezTo>
                  <a:cubicBezTo>
                    <a:pt x="47" y="0"/>
                    <a:pt x="47" y="0"/>
                    <a:pt x="47" y="0"/>
                  </a:cubicBezTo>
                  <a:cubicBezTo>
                    <a:pt x="53" y="0"/>
                    <a:pt x="57" y="4"/>
                    <a:pt x="57" y="10"/>
                  </a:cubicBezTo>
                  <a:cubicBezTo>
                    <a:pt x="57" y="15"/>
                    <a:pt x="53" y="20"/>
                    <a:pt x="47" y="20"/>
                  </a:cubicBezTo>
                  <a:cubicBezTo>
                    <a:pt x="20" y="20"/>
                    <a:pt x="20" y="20"/>
                    <a:pt x="20" y="20"/>
                  </a:cubicBezTo>
                  <a:cubicBezTo>
                    <a:pt x="25" y="104"/>
                    <a:pt x="96" y="171"/>
                    <a:pt x="182" y="171"/>
                  </a:cubicBezTo>
                  <a:cubicBezTo>
                    <a:pt x="268" y="171"/>
                    <a:pt x="338" y="104"/>
                    <a:pt x="343" y="20"/>
                  </a:cubicBezTo>
                  <a:cubicBezTo>
                    <a:pt x="317" y="20"/>
                    <a:pt x="317" y="20"/>
                    <a:pt x="317" y="20"/>
                  </a:cubicBezTo>
                  <a:cubicBezTo>
                    <a:pt x="311" y="20"/>
                    <a:pt x="307" y="15"/>
                    <a:pt x="307" y="10"/>
                  </a:cubicBezTo>
                  <a:cubicBezTo>
                    <a:pt x="307" y="4"/>
                    <a:pt x="311" y="0"/>
                    <a:pt x="317" y="0"/>
                  </a:cubicBezTo>
                  <a:cubicBezTo>
                    <a:pt x="354" y="0"/>
                    <a:pt x="354" y="0"/>
                    <a:pt x="354" y="0"/>
                  </a:cubicBezTo>
                  <a:cubicBezTo>
                    <a:pt x="359" y="0"/>
                    <a:pt x="364" y="4"/>
                    <a:pt x="364" y="10"/>
                  </a:cubicBezTo>
                  <a:cubicBezTo>
                    <a:pt x="364" y="110"/>
                    <a:pt x="282" y="191"/>
                    <a:pt x="182" y="19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6" name="Freeform 124"/>
            <p:cNvSpPr>
              <a:spLocks/>
            </p:cNvSpPr>
            <p:nvPr/>
          </p:nvSpPr>
          <p:spPr bwMode="auto">
            <a:xfrm>
              <a:off x="6681805" y="3056186"/>
              <a:ext cx="219164" cy="33323"/>
            </a:xfrm>
            <a:custGeom>
              <a:avLst/>
              <a:gdLst>
                <a:gd name="T0" fmla="*/ 124 w 134"/>
                <a:gd name="T1" fmla="*/ 20 h 20"/>
                <a:gd name="T2" fmla="*/ 10 w 134"/>
                <a:gd name="T3" fmla="*/ 20 h 20"/>
                <a:gd name="T4" fmla="*/ 0 w 134"/>
                <a:gd name="T5" fmla="*/ 10 h 20"/>
                <a:gd name="T6" fmla="*/ 10 w 134"/>
                <a:gd name="T7" fmla="*/ 0 h 20"/>
                <a:gd name="T8" fmla="*/ 124 w 134"/>
                <a:gd name="T9" fmla="*/ 0 h 20"/>
                <a:gd name="T10" fmla="*/ 134 w 134"/>
                <a:gd name="T11" fmla="*/ 10 h 20"/>
                <a:gd name="T12" fmla="*/ 124 w 134"/>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134" h="20">
                  <a:moveTo>
                    <a:pt x="124" y="20"/>
                  </a:moveTo>
                  <a:cubicBezTo>
                    <a:pt x="10" y="20"/>
                    <a:pt x="10" y="20"/>
                    <a:pt x="10" y="20"/>
                  </a:cubicBezTo>
                  <a:cubicBezTo>
                    <a:pt x="4" y="20"/>
                    <a:pt x="0" y="15"/>
                    <a:pt x="0" y="10"/>
                  </a:cubicBezTo>
                  <a:cubicBezTo>
                    <a:pt x="0" y="4"/>
                    <a:pt x="4" y="0"/>
                    <a:pt x="10" y="0"/>
                  </a:cubicBezTo>
                  <a:cubicBezTo>
                    <a:pt x="124" y="0"/>
                    <a:pt x="124" y="0"/>
                    <a:pt x="124" y="0"/>
                  </a:cubicBezTo>
                  <a:cubicBezTo>
                    <a:pt x="129" y="0"/>
                    <a:pt x="134" y="4"/>
                    <a:pt x="134" y="10"/>
                  </a:cubicBezTo>
                  <a:cubicBezTo>
                    <a:pt x="134" y="15"/>
                    <a:pt x="129" y="20"/>
                    <a:pt x="124"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37" name="组合 236"/>
          <p:cNvGrpSpPr/>
          <p:nvPr/>
        </p:nvGrpSpPr>
        <p:grpSpPr>
          <a:xfrm>
            <a:off x="2623972" y="6389453"/>
            <a:ext cx="276685" cy="300744"/>
            <a:chOff x="2822081" y="6389454"/>
            <a:chExt cx="276685" cy="300744"/>
          </a:xfrm>
        </p:grpSpPr>
        <p:sp>
          <p:nvSpPr>
            <p:cNvPr id="238" name="Freeform 125"/>
            <p:cNvSpPr>
              <a:spLocks noEditPoints="1"/>
            </p:cNvSpPr>
            <p:nvPr/>
          </p:nvSpPr>
          <p:spPr bwMode="auto">
            <a:xfrm>
              <a:off x="2822081" y="6389454"/>
              <a:ext cx="276685" cy="300744"/>
            </a:xfrm>
            <a:custGeom>
              <a:avLst/>
              <a:gdLst>
                <a:gd name="T0" fmla="*/ 181 w 363"/>
                <a:gd name="T1" fmla="*/ 393 h 393"/>
                <a:gd name="T2" fmla="*/ 0 w 363"/>
                <a:gd name="T3" fmla="*/ 211 h 393"/>
                <a:gd name="T4" fmla="*/ 0 w 363"/>
                <a:gd name="T5" fmla="*/ 0 h 393"/>
                <a:gd name="T6" fmla="*/ 84 w 363"/>
                <a:gd name="T7" fmla="*/ 0 h 393"/>
                <a:gd name="T8" fmla="*/ 84 w 363"/>
                <a:gd name="T9" fmla="*/ 211 h 393"/>
                <a:gd name="T10" fmla="*/ 181 w 363"/>
                <a:gd name="T11" fmla="*/ 309 h 393"/>
                <a:gd name="T12" fmla="*/ 279 w 363"/>
                <a:gd name="T13" fmla="*/ 211 h 393"/>
                <a:gd name="T14" fmla="*/ 279 w 363"/>
                <a:gd name="T15" fmla="*/ 0 h 393"/>
                <a:gd name="T16" fmla="*/ 363 w 363"/>
                <a:gd name="T17" fmla="*/ 0 h 393"/>
                <a:gd name="T18" fmla="*/ 363 w 363"/>
                <a:gd name="T19" fmla="*/ 211 h 393"/>
                <a:gd name="T20" fmla="*/ 181 w 363"/>
                <a:gd name="T21" fmla="*/ 393 h 393"/>
                <a:gd name="T22" fmla="*/ 20 w 363"/>
                <a:gd name="T23" fmla="*/ 20 h 393"/>
                <a:gd name="T24" fmla="*/ 20 w 363"/>
                <a:gd name="T25" fmla="*/ 211 h 393"/>
                <a:gd name="T26" fmla="*/ 181 w 363"/>
                <a:gd name="T27" fmla="*/ 373 h 393"/>
                <a:gd name="T28" fmla="*/ 343 w 363"/>
                <a:gd name="T29" fmla="*/ 211 h 393"/>
                <a:gd name="T30" fmla="*/ 343 w 363"/>
                <a:gd name="T31" fmla="*/ 20 h 393"/>
                <a:gd name="T32" fmla="*/ 299 w 363"/>
                <a:gd name="T33" fmla="*/ 20 h 393"/>
                <a:gd name="T34" fmla="*/ 299 w 363"/>
                <a:gd name="T35" fmla="*/ 211 h 393"/>
                <a:gd name="T36" fmla="*/ 181 w 363"/>
                <a:gd name="T37" fmla="*/ 329 h 393"/>
                <a:gd name="T38" fmla="*/ 64 w 363"/>
                <a:gd name="T39" fmla="*/ 211 h 393"/>
                <a:gd name="T40" fmla="*/ 64 w 363"/>
                <a:gd name="T41" fmla="*/ 20 h 393"/>
                <a:gd name="T42" fmla="*/ 20 w 363"/>
                <a:gd name="T43" fmla="*/ 20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3" h="393">
                  <a:moveTo>
                    <a:pt x="181" y="393"/>
                  </a:moveTo>
                  <a:cubicBezTo>
                    <a:pt x="81" y="393"/>
                    <a:pt x="0" y="312"/>
                    <a:pt x="0" y="211"/>
                  </a:cubicBezTo>
                  <a:cubicBezTo>
                    <a:pt x="0" y="0"/>
                    <a:pt x="0" y="0"/>
                    <a:pt x="0" y="0"/>
                  </a:cubicBezTo>
                  <a:cubicBezTo>
                    <a:pt x="84" y="0"/>
                    <a:pt x="84" y="0"/>
                    <a:pt x="84" y="0"/>
                  </a:cubicBezTo>
                  <a:cubicBezTo>
                    <a:pt x="84" y="211"/>
                    <a:pt x="84" y="211"/>
                    <a:pt x="84" y="211"/>
                  </a:cubicBezTo>
                  <a:cubicBezTo>
                    <a:pt x="84" y="265"/>
                    <a:pt x="127" y="309"/>
                    <a:pt x="181" y="309"/>
                  </a:cubicBezTo>
                  <a:cubicBezTo>
                    <a:pt x="235" y="309"/>
                    <a:pt x="279" y="265"/>
                    <a:pt x="279" y="211"/>
                  </a:cubicBezTo>
                  <a:cubicBezTo>
                    <a:pt x="279" y="0"/>
                    <a:pt x="279" y="0"/>
                    <a:pt x="279" y="0"/>
                  </a:cubicBezTo>
                  <a:cubicBezTo>
                    <a:pt x="363" y="0"/>
                    <a:pt x="363" y="0"/>
                    <a:pt x="363" y="0"/>
                  </a:cubicBezTo>
                  <a:cubicBezTo>
                    <a:pt x="363" y="211"/>
                    <a:pt x="363" y="211"/>
                    <a:pt x="363" y="211"/>
                  </a:cubicBezTo>
                  <a:cubicBezTo>
                    <a:pt x="363" y="312"/>
                    <a:pt x="281" y="393"/>
                    <a:pt x="181" y="393"/>
                  </a:cubicBezTo>
                  <a:moveTo>
                    <a:pt x="20" y="20"/>
                  </a:moveTo>
                  <a:cubicBezTo>
                    <a:pt x="20" y="211"/>
                    <a:pt x="20" y="211"/>
                    <a:pt x="20" y="211"/>
                  </a:cubicBezTo>
                  <a:cubicBezTo>
                    <a:pt x="20" y="300"/>
                    <a:pt x="92" y="373"/>
                    <a:pt x="181" y="373"/>
                  </a:cubicBezTo>
                  <a:cubicBezTo>
                    <a:pt x="270" y="373"/>
                    <a:pt x="343" y="300"/>
                    <a:pt x="343" y="211"/>
                  </a:cubicBezTo>
                  <a:cubicBezTo>
                    <a:pt x="343" y="20"/>
                    <a:pt x="343" y="20"/>
                    <a:pt x="343" y="20"/>
                  </a:cubicBezTo>
                  <a:cubicBezTo>
                    <a:pt x="299" y="20"/>
                    <a:pt x="299" y="20"/>
                    <a:pt x="299" y="20"/>
                  </a:cubicBezTo>
                  <a:cubicBezTo>
                    <a:pt x="299" y="211"/>
                    <a:pt x="299" y="211"/>
                    <a:pt x="299" y="211"/>
                  </a:cubicBezTo>
                  <a:cubicBezTo>
                    <a:pt x="299" y="276"/>
                    <a:pt x="246" y="329"/>
                    <a:pt x="181" y="329"/>
                  </a:cubicBezTo>
                  <a:cubicBezTo>
                    <a:pt x="116" y="329"/>
                    <a:pt x="64" y="276"/>
                    <a:pt x="64" y="211"/>
                  </a:cubicBezTo>
                  <a:cubicBezTo>
                    <a:pt x="64" y="20"/>
                    <a:pt x="64" y="20"/>
                    <a:pt x="64" y="20"/>
                  </a:cubicBezTo>
                  <a:lnTo>
                    <a:pt x="20" y="20"/>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9" name="Freeform 126"/>
            <p:cNvSpPr>
              <a:spLocks/>
            </p:cNvSpPr>
            <p:nvPr/>
          </p:nvSpPr>
          <p:spPr bwMode="auto">
            <a:xfrm>
              <a:off x="2822081" y="6447197"/>
              <a:ext cx="63758" cy="15037"/>
            </a:xfrm>
            <a:custGeom>
              <a:avLst/>
              <a:gdLst>
                <a:gd name="T0" fmla="*/ 74 w 84"/>
                <a:gd name="T1" fmla="*/ 20 h 20"/>
                <a:gd name="T2" fmla="*/ 10 w 84"/>
                <a:gd name="T3" fmla="*/ 20 h 20"/>
                <a:gd name="T4" fmla="*/ 0 w 84"/>
                <a:gd name="T5" fmla="*/ 10 h 20"/>
                <a:gd name="T6" fmla="*/ 10 w 84"/>
                <a:gd name="T7" fmla="*/ 0 h 20"/>
                <a:gd name="T8" fmla="*/ 74 w 84"/>
                <a:gd name="T9" fmla="*/ 0 h 20"/>
                <a:gd name="T10" fmla="*/ 84 w 84"/>
                <a:gd name="T11" fmla="*/ 10 h 20"/>
                <a:gd name="T12" fmla="*/ 74 w 84"/>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84" h="20">
                  <a:moveTo>
                    <a:pt x="74" y="20"/>
                  </a:moveTo>
                  <a:cubicBezTo>
                    <a:pt x="10" y="20"/>
                    <a:pt x="10" y="20"/>
                    <a:pt x="10" y="20"/>
                  </a:cubicBezTo>
                  <a:cubicBezTo>
                    <a:pt x="4" y="20"/>
                    <a:pt x="0" y="16"/>
                    <a:pt x="0" y="10"/>
                  </a:cubicBezTo>
                  <a:cubicBezTo>
                    <a:pt x="0" y="4"/>
                    <a:pt x="4" y="0"/>
                    <a:pt x="10" y="0"/>
                  </a:cubicBezTo>
                  <a:cubicBezTo>
                    <a:pt x="74" y="0"/>
                    <a:pt x="74" y="0"/>
                    <a:pt x="74" y="0"/>
                  </a:cubicBezTo>
                  <a:cubicBezTo>
                    <a:pt x="79" y="0"/>
                    <a:pt x="84" y="4"/>
                    <a:pt x="84" y="10"/>
                  </a:cubicBezTo>
                  <a:cubicBezTo>
                    <a:pt x="84" y="16"/>
                    <a:pt x="79" y="20"/>
                    <a:pt x="74" y="20"/>
                  </a:cubicBezTo>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0" name="Freeform 127"/>
            <p:cNvSpPr>
              <a:spLocks/>
            </p:cNvSpPr>
            <p:nvPr/>
          </p:nvSpPr>
          <p:spPr bwMode="auto">
            <a:xfrm>
              <a:off x="3035008" y="6447197"/>
              <a:ext cx="63758" cy="15037"/>
            </a:xfrm>
            <a:custGeom>
              <a:avLst/>
              <a:gdLst>
                <a:gd name="T0" fmla="*/ 74 w 84"/>
                <a:gd name="T1" fmla="*/ 20 h 20"/>
                <a:gd name="T2" fmla="*/ 10 w 84"/>
                <a:gd name="T3" fmla="*/ 20 h 20"/>
                <a:gd name="T4" fmla="*/ 0 w 84"/>
                <a:gd name="T5" fmla="*/ 10 h 20"/>
                <a:gd name="T6" fmla="*/ 10 w 84"/>
                <a:gd name="T7" fmla="*/ 0 h 20"/>
                <a:gd name="T8" fmla="*/ 74 w 84"/>
                <a:gd name="T9" fmla="*/ 0 h 20"/>
                <a:gd name="T10" fmla="*/ 84 w 84"/>
                <a:gd name="T11" fmla="*/ 10 h 20"/>
                <a:gd name="T12" fmla="*/ 74 w 84"/>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84" h="20">
                  <a:moveTo>
                    <a:pt x="74" y="20"/>
                  </a:moveTo>
                  <a:cubicBezTo>
                    <a:pt x="10" y="20"/>
                    <a:pt x="10" y="20"/>
                    <a:pt x="10" y="20"/>
                  </a:cubicBezTo>
                  <a:cubicBezTo>
                    <a:pt x="4" y="20"/>
                    <a:pt x="0" y="16"/>
                    <a:pt x="0" y="10"/>
                  </a:cubicBezTo>
                  <a:cubicBezTo>
                    <a:pt x="0" y="4"/>
                    <a:pt x="4" y="0"/>
                    <a:pt x="10" y="0"/>
                  </a:cubicBezTo>
                  <a:cubicBezTo>
                    <a:pt x="74" y="0"/>
                    <a:pt x="74" y="0"/>
                    <a:pt x="74" y="0"/>
                  </a:cubicBezTo>
                  <a:cubicBezTo>
                    <a:pt x="79" y="0"/>
                    <a:pt x="84" y="4"/>
                    <a:pt x="84" y="10"/>
                  </a:cubicBezTo>
                  <a:cubicBezTo>
                    <a:pt x="84" y="16"/>
                    <a:pt x="79" y="20"/>
                    <a:pt x="74" y="20"/>
                  </a:cubicBezTo>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41" name="组合 240"/>
          <p:cNvGrpSpPr/>
          <p:nvPr/>
        </p:nvGrpSpPr>
        <p:grpSpPr>
          <a:xfrm>
            <a:off x="3063709" y="4940468"/>
            <a:ext cx="278489" cy="299541"/>
            <a:chOff x="7555894" y="790219"/>
            <a:chExt cx="593407" cy="638265"/>
          </a:xfrm>
          <a:solidFill>
            <a:srgbClr val="707E84"/>
          </a:solidFill>
        </p:grpSpPr>
        <p:sp>
          <p:nvSpPr>
            <p:cNvPr id="242" name="Freeform 131"/>
            <p:cNvSpPr>
              <a:spLocks noEditPoints="1"/>
            </p:cNvSpPr>
            <p:nvPr/>
          </p:nvSpPr>
          <p:spPr bwMode="auto">
            <a:xfrm>
              <a:off x="7555894" y="1047832"/>
              <a:ext cx="465241" cy="111504"/>
            </a:xfrm>
            <a:custGeom>
              <a:avLst/>
              <a:gdLst>
                <a:gd name="T0" fmla="*/ 248 w 286"/>
                <a:gd name="T1" fmla="*/ 69 h 69"/>
                <a:gd name="T2" fmla="*/ 10 w 286"/>
                <a:gd name="T3" fmla="*/ 69 h 69"/>
                <a:gd name="T4" fmla="*/ 0 w 286"/>
                <a:gd name="T5" fmla="*/ 59 h 69"/>
                <a:gd name="T6" fmla="*/ 10 w 286"/>
                <a:gd name="T7" fmla="*/ 49 h 69"/>
                <a:gd name="T8" fmla="*/ 248 w 286"/>
                <a:gd name="T9" fmla="*/ 49 h 69"/>
                <a:gd name="T10" fmla="*/ 258 w 286"/>
                <a:gd name="T11" fmla="*/ 59 h 69"/>
                <a:gd name="T12" fmla="*/ 248 w 286"/>
                <a:gd name="T13" fmla="*/ 69 h 69"/>
                <a:gd name="T14" fmla="*/ 276 w 286"/>
                <a:gd name="T15" fmla="*/ 20 h 69"/>
                <a:gd name="T16" fmla="*/ 10 w 286"/>
                <a:gd name="T17" fmla="*/ 20 h 69"/>
                <a:gd name="T18" fmla="*/ 0 w 286"/>
                <a:gd name="T19" fmla="*/ 10 h 69"/>
                <a:gd name="T20" fmla="*/ 10 w 286"/>
                <a:gd name="T21" fmla="*/ 0 h 69"/>
                <a:gd name="T22" fmla="*/ 276 w 286"/>
                <a:gd name="T23" fmla="*/ 0 h 69"/>
                <a:gd name="T24" fmla="*/ 286 w 286"/>
                <a:gd name="T25" fmla="*/ 10 h 69"/>
                <a:gd name="T26" fmla="*/ 276 w 286"/>
                <a:gd name="T27" fmla="*/ 2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6" h="69">
                  <a:moveTo>
                    <a:pt x="248" y="69"/>
                  </a:moveTo>
                  <a:cubicBezTo>
                    <a:pt x="10" y="69"/>
                    <a:pt x="10" y="69"/>
                    <a:pt x="10" y="69"/>
                  </a:cubicBezTo>
                  <a:cubicBezTo>
                    <a:pt x="5" y="69"/>
                    <a:pt x="0" y="64"/>
                    <a:pt x="0" y="59"/>
                  </a:cubicBezTo>
                  <a:cubicBezTo>
                    <a:pt x="0" y="53"/>
                    <a:pt x="5" y="49"/>
                    <a:pt x="10" y="49"/>
                  </a:cubicBezTo>
                  <a:cubicBezTo>
                    <a:pt x="248" y="49"/>
                    <a:pt x="248" y="49"/>
                    <a:pt x="248" y="49"/>
                  </a:cubicBezTo>
                  <a:cubicBezTo>
                    <a:pt x="253" y="49"/>
                    <a:pt x="258" y="53"/>
                    <a:pt x="258" y="59"/>
                  </a:cubicBezTo>
                  <a:cubicBezTo>
                    <a:pt x="258" y="64"/>
                    <a:pt x="253" y="69"/>
                    <a:pt x="248" y="69"/>
                  </a:cubicBezTo>
                  <a:moveTo>
                    <a:pt x="276" y="20"/>
                  </a:moveTo>
                  <a:cubicBezTo>
                    <a:pt x="10" y="20"/>
                    <a:pt x="10" y="20"/>
                    <a:pt x="10" y="20"/>
                  </a:cubicBezTo>
                  <a:cubicBezTo>
                    <a:pt x="5" y="20"/>
                    <a:pt x="0" y="16"/>
                    <a:pt x="0" y="10"/>
                  </a:cubicBezTo>
                  <a:cubicBezTo>
                    <a:pt x="0" y="5"/>
                    <a:pt x="5" y="0"/>
                    <a:pt x="10" y="0"/>
                  </a:cubicBezTo>
                  <a:cubicBezTo>
                    <a:pt x="276" y="0"/>
                    <a:pt x="276" y="0"/>
                    <a:pt x="276" y="0"/>
                  </a:cubicBezTo>
                  <a:cubicBezTo>
                    <a:pt x="281" y="0"/>
                    <a:pt x="286" y="5"/>
                    <a:pt x="286" y="10"/>
                  </a:cubicBezTo>
                  <a:cubicBezTo>
                    <a:pt x="286" y="16"/>
                    <a:pt x="281" y="20"/>
                    <a:pt x="276"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3" name="Freeform 132"/>
            <p:cNvSpPr>
              <a:spLocks/>
            </p:cNvSpPr>
            <p:nvPr/>
          </p:nvSpPr>
          <p:spPr bwMode="auto">
            <a:xfrm>
              <a:off x="7608442" y="790219"/>
              <a:ext cx="540859" cy="638265"/>
            </a:xfrm>
            <a:custGeom>
              <a:avLst/>
              <a:gdLst>
                <a:gd name="T0" fmla="*/ 200 w 333"/>
                <a:gd name="T1" fmla="*/ 392 h 392"/>
                <a:gd name="T2" fmla="*/ 0 w 333"/>
                <a:gd name="T3" fmla="*/ 196 h 392"/>
                <a:gd name="T4" fmla="*/ 200 w 333"/>
                <a:gd name="T5" fmla="*/ 0 h 392"/>
                <a:gd name="T6" fmla="*/ 328 w 333"/>
                <a:gd name="T7" fmla="*/ 44 h 392"/>
                <a:gd name="T8" fmla="*/ 329 w 333"/>
                <a:gd name="T9" fmla="*/ 58 h 392"/>
                <a:gd name="T10" fmla="*/ 315 w 333"/>
                <a:gd name="T11" fmla="*/ 60 h 392"/>
                <a:gd name="T12" fmla="*/ 200 w 333"/>
                <a:gd name="T13" fmla="*/ 20 h 392"/>
                <a:gd name="T14" fmla="*/ 20 w 333"/>
                <a:gd name="T15" fmla="*/ 196 h 392"/>
                <a:gd name="T16" fmla="*/ 200 w 333"/>
                <a:gd name="T17" fmla="*/ 372 h 392"/>
                <a:gd name="T18" fmla="*/ 315 w 333"/>
                <a:gd name="T19" fmla="*/ 332 h 392"/>
                <a:gd name="T20" fmla="*/ 329 w 333"/>
                <a:gd name="T21" fmla="*/ 334 h 392"/>
                <a:gd name="T22" fmla="*/ 328 w 333"/>
                <a:gd name="T23" fmla="*/ 348 h 392"/>
                <a:gd name="T24" fmla="*/ 200 w 333"/>
                <a:gd name="T25" fmla="*/ 392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3" h="392">
                  <a:moveTo>
                    <a:pt x="200" y="392"/>
                  </a:moveTo>
                  <a:cubicBezTo>
                    <a:pt x="90" y="392"/>
                    <a:pt x="0" y="304"/>
                    <a:pt x="0" y="196"/>
                  </a:cubicBezTo>
                  <a:cubicBezTo>
                    <a:pt x="0" y="88"/>
                    <a:pt x="90" y="0"/>
                    <a:pt x="200" y="0"/>
                  </a:cubicBezTo>
                  <a:cubicBezTo>
                    <a:pt x="247" y="0"/>
                    <a:pt x="292" y="16"/>
                    <a:pt x="328" y="44"/>
                  </a:cubicBezTo>
                  <a:cubicBezTo>
                    <a:pt x="332" y="48"/>
                    <a:pt x="333" y="54"/>
                    <a:pt x="329" y="58"/>
                  </a:cubicBezTo>
                  <a:cubicBezTo>
                    <a:pt x="326" y="63"/>
                    <a:pt x="319" y="63"/>
                    <a:pt x="315" y="60"/>
                  </a:cubicBezTo>
                  <a:cubicBezTo>
                    <a:pt x="283" y="34"/>
                    <a:pt x="242" y="20"/>
                    <a:pt x="200" y="20"/>
                  </a:cubicBezTo>
                  <a:cubicBezTo>
                    <a:pt x="101" y="20"/>
                    <a:pt x="20" y="99"/>
                    <a:pt x="20" y="196"/>
                  </a:cubicBezTo>
                  <a:cubicBezTo>
                    <a:pt x="20" y="293"/>
                    <a:pt x="101" y="372"/>
                    <a:pt x="200" y="372"/>
                  </a:cubicBezTo>
                  <a:cubicBezTo>
                    <a:pt x="242" y="372"/>
                    <a:pt x="283" y="358"/>
                    <a:pt x="315" y="332"/>
                  </a:cubicBezTo>
                  <a:cubicBezTo>
                    <a:pt x="319" y="329"/>
                    <a:pt x="326" y="329"/>
                    <a:pt x="329" y="334"/>
                  </a:cubicBezTo>
                  <a:cubicBezTo>
                    <a:pt x="333" y="338"/>
                    <a:pt x="332" y="344"/>
                    <a:pt x="328" y="348"/>
                  </a:cubicBezTo>
                  <a:cubicBezTo>
                    <a:pt x="292" y="376"/>
                    <a:pt x="247" y="392"/>
                    <a:pt x="200" y="39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44" name="组合 243"/>
          <p:cNvGrpSpPr/>
          <p:nvPr/>
        </p:nvGrpSpPr>
        <p:grpSpPr>
          <a:xfrm>
            <a:off x="3039048" y="5384968"/>
            <a:ext cx="350668" cy="350668"/>
            <a:chOff x="7503346" y="1730954"/>
            <a:chExt cx="747205" cy="747205"/>
          </a:xfrm>
          <a:solidFill>
            <a:srgbClr val="707E84"/>
          </a:solidFill>
        </p:grpSpPr>
        <p:sp>
          <p:nvSpPr>
            <p:cNvPr id="245" name="Freeform 133"/>
            <p:cNvSpPr>
              <a:spLocks noEditPoints="1"/>
            </p:cNvSpPr>
            <p:nvPr/>
          </p:nvSpPr>
          <p:spPr bwMode="auto">
            <a:xfrm>
              <a:off x="7641765" y="1868092"/>
              <a:ext cx="471649" cy="471649"/>
            </a:xfrm>
            <a:custGeom>
              <a:avLst/>
              <a:gdLst>
                <a:gd name="T0" fmla="*/ 145 w 290"/>
                <a:gd name="T1" fmla="*/ 290 h 290"/>
                <a:gd name="T2" fmla="*/ 0 w 290"/>
                <a:gd name="T3" fmla="*/ 145 h 290"/>
                <a:gd name="T4" fmla="*/ 145 w 290"/>
                <a:gd name="T5" fmla="*/ 0 h 290"/>
                <a:gd name="T6" fmla="*/ 290 w 290"/>
                <a:gd name="T7" fmla="*/ 145 h 290"/>
                <a:gd name="T8" fmla="*/ 145 w 290"/>
                <a:gd name="T9" fmla="*/ 290 h 290"/>
                <a:gd name="T10" fmla="*/ 145 w 290"/>
                <a:gd name="T11" fmla="*/ 20 h 290"/>
                <a:gd name="T12" fmla="*/ 20 w 290"/>
                <a:gd name="T13" fmla="*/ 145 h 290"/>
                <a:gd name="T14" fmla="*/ 145 w 290"/>
                <a:gd name="T15" fmla="*/ 270 h 290"/>
                <a:gd name="T16" fmla="*/ 270 w 290"/>
                <a:gd name="T17" fmla="*/ 145 h 290"/>
                <a:gd name="T18" fmla="*/ 145 w 290"/>
                <a:gd name="T19" fmla="*/ 20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0" h="290">
                  <a:moveTo>
                    <a:pt x="145" y="290"/>
                  </a:moveTo>
                  <a:cubicBezTo>
                    <a:pt x="65" y="290"/>
                    <a:pt x="0" y="225"/>
                    <a:pt x="0" y="145"/>
                  </a:cubicBezTo>
                  <a:cubicBezTo>
                    <a:pt x="0" y="65"/>
                    <a:pt x="65" y="0"/>
                    <a:pt x="145" y="0"/>
                  </a:cubicBezTo>
                  <a:cubicBezTo>
                    <a:pt x="224" y="0"/>
                    <a:pt x="290" y="65"/>
                    <a:pt x="290" y="145"/>
                  </a:cubicBezTo>
                  <a:cubicBezTo>
                    <a:pt x="290" y="225"/>
                    <a:pt x="224" y="290"/>
                    <a:pt x="145" y="290"/>
                  </a:cubicBezTo>
                  <a:moveTo>
                    <a:pt x="145" y="20"/>
                  </a:moveTo>
                  <a:cubicBezTo>
                    <a:pt x="76" y="20"/>
                    <a:pt x="20" y="76"/>
                    <a:pt x="20" y="145"/>
                  </a:cubicBezTo>
                  <a:cubicBezTo>
                    <a:pt x="20" y="214"/>
                    <a:pt x="76" y="270"/>
                    <a:pt x="145" y="270"/>
                  </a:cubicBezTo>
                  <a:cubicBezTo>
                    <a:pt x="213" y="270"/>
                    <a:pt x="270" y="214"/>
                    <a:pt x="270" y="145"/>
                  </a:cubicBezTo>
                  <a:cubicBezTo>
                    <a:pt x="270" y="76"/>
                    <a:pt x="213" y="20"/>
                    <a:pt x="145"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6" name="Freeform 134"/>
            <p:cNvSpPr>
              <a:spLocks/>
            </p:cNvSpPr>
            <p:nvPr/>
          </p:nvSpPr>
          <p:spPr bwMode="auto">
            <a:xfrm>
              <a:off x="7862210" y="2366655"/>
              <a:ext cx="32042" cy="111504"/>
            </a:xfrm>
            <a:custGeom>
              <a:avLst/>
              <a:gdLst>
                <a:gd name="T0" fmla="*/ 10 w 20"/>
                <a:gd name="T1" fmla="*/ 69 h 69"/>
                <a:gd name="T2" fmla="*/ 0 w 20"/>
                <a:gd name="T3" fmla="*/ 59 h 69"/>
                <a:gd name="T4" fmla="*/ 0 w 20"/>
                <a:gd name="T5" fmla="*/ 10 h 69"/>
                <a:gd name="T6" fmla="*/ 10 w 20"/>
                <a:gd name="T7" fmla="*/ 0 h 69"/>
                <a:gd name="T8" fmla="*/ 20 w 20"/>
                <a:gd name="T9" fmla="*/ 10 h 69"/>
                <a:gd name="T10" fmla="*/ 20 w 20"/>
                <a:gd name="T11" fmla="*/ 59 h 69"/>
                <a:gd name="T12" fmla="*/ 10 w 20"/>
                <a:gd name="T13" fmla="*/ 69 h 69"/>
              </a:gdLst>
              <a:ahLst/>
              <a:cxnLst>
                <a:cxn ang="0">
                  <a:pos x="T0" y="T1"/>
                </a:cxn>
                <a:cxn ang="0">
                  <a:pos x="T2" y="T3"/>
                </a:cxn>
                <a:cxn ang="0">
                  <a:pos x="T4" y="T5"/>
                </a:cxn>
                <a:cxn ang="0">
                  <a:pos x="T6" y="T7"/>
                </a:cxn>
                <a:cxn ang="0">
                  <a:pos x="T8" y="T9"/>
                </a:cxn>
                <a:cxn ang="0">
                  <a:pos x="T10" y="T11"/>
                </a:cxn>
                <a:cxn ang="0">
                  <a:pos x="T12" y="T13"/>
                </a:cxn>
              </a:cxnLst>
              <a:rect l="0" t="0" r="r" b="b"/>
              <a:pathLst>
                <a:path w="20" h="69">
                  <a:moveTo>
                    <a:pt x="10" y="69"/>
                  </a:moveTo>
                  <a:cubicBezTo>
                    <a:pt x="4" y="69"/>
                    <a:pt x="0" y="65"/>
                    <a:pt x="0" y="59"/>
                  </a:cubicBezTo>
                  <a:cubicBezTo>
                    <a:pt x="0" y="10"/>
                    <a:pt x="0" y="10"/>
                    <a:pt x="0" y="10"/>
                  </a:cubicBezTo>
                  <a:cubicBezTo>
                    <a:pt x="0" y="5"/>
                    <a:pt x="4" y="0"/>
                    <a:pt x="10" y="0"/>
                  </a:cubicBezTo>
                  <a:cubicBezTo>
                    <a:pt x="15" y="0"/>
                    <a:pt x="20" y="5"/>
                    <a:pt x="20" y="10"/>
                  </a:cubicBezTo>
                  <a:cubicBezTo>
                    <a:pt x="20" y="59"/>
                    <a:pt x="20" y="59"/>
                    <a:pt x="20" y="59"/>
                  </a:cubicBezTo>
                  <a:cubicBezTo>
                    <a:pt x="20" y="65"/>
                    <a:pt x="15" y="69"/>
                    <a:pt x="10" y="6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7" name="Freeform 135"/>
            <p:cNvSpPr>
              <a:spLocks/>
            </p:cNvSpPr>
            <p:nvPr/>
          </p:nvSpPr>
          <p:spPr bwMode="auto">
            <a:xfrm>
              <a:off x="7862210" y="1730954"/>
              <a:ext cx="32042" cy="111504"/>
            </a:xfrm>
            <a:custGeom>
              <a:avLst/>
              <a:gdLst>
                <a:gd name="T0" fmla="*/ 10 w 20"/>
                <a:gd name="T1" fmla="*/ 68 h 68"/>
                <a:gd name="T2" fmla="*/ 0 w 20"/>
                <a:gd name="T3" fmla="*/ 58 h 68"/>
                <a:gd name="T4" fmla="*/ 0 w 20"/>
                <a:gd name="T5" fmla="*/ 10 h 68"/>
                <a:gd name="T6" fmla="*/ 10 w 20"/>
                <a:gd name="T7" fmla="*/ 0 h 68"/>
                <a:gd name="T8" fmla="*/ 20 w 20"/>
                <a:gd name="T9" fmla="*/ 10 h 68"/>
                <a:gd name="T10" fmla="*/ 20 w 20"/>
                <a:gd name="T11" fmla="*/ 58 h 68"/>
                <a:gd name="T12" fmla="*/ 10 w 20"/>
                <a:gd name="T13" fmla="*/ 68 h 68"/>
              </a:gdLst>
              <a:ahLst/>
              <a:cxnLst>
                <a:cxn ang="0">
                  <a:pos x="T0" y="T1"/>
                </a:cxn>
                <a:cxn ang="0">
                  <a:pos x="T2" y="T3"/>
                </a:cxn>
                <a:cxn ang="0">
                  <a:pos x="T4" y="T5"/>
                </a:cxn>
                <a:cxn ang="0">
                  <a:pos x="T6" y="T7"/>
                </a:cxn>
                <a:cxn ang="0">
                  <a:pos x="T8" y="T9"/>
                </a:cxn>
                <a:cxn ang="0">
                  <a:pos x="T10" y="T11"/>
                </a:cxn>
                <a:cxn ang="0">
                  <a:pos x="T12" y="T13"/>
                </a:cxn>
              </a:cxnLst>
              <a:rect l="0" t="0" r="r" b="b"/>
              <a:pathLst>
                <a:path w="20" h="68">
                  <a:moveTo>
                    <a:pt x="10" y="68"/>
                  </a:moveTo>
                  <a:cubicBezTo>
                    <a:pt x="4" y="68"/>
                    <a:pt x="0" y="64"/>
                    <a:pt x="0" y="58"/>
                  </a:cubicBezTo>
                  <a:cubicBezTo>
                    <a:pt x="0" y="10"/>
                    <a:pt x="0" y="10"/>
                    <a:pt x="0" y="10"/>
                  </a:cubicBezTo>
                  <a:cubicBezTo>
                    <a:pt x="0" y="4"/>
                    <a:pt x="4" y="0"/>
                    <a:pt x="10" y="0"/>
                  </a:cubicBezTo>
                  <a:cubicBezTo>
                    <a:pt x="15" y="0"/>
                    <a:pt x="20" y="4"/>
                    <a:pt x="20" y="10"/>
                  </a:cubicBezTo>
                  <a:cubicBezTo>
                    <a:pt x="20" y="58"/>
                    <a:pt x="20" y="58"/>
                    <a:pt x="20" y="58"/>
                  </a:cubicBezTo>
                  <a:cubicBezTo>
                    <a:pt x="20" y="64"/>
                    <a:pt x="15" y="68"/>
                    <a:pt x="10" y="6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8" name="Freeform 136"/>
            <p:cNvSpPr>
              <a:spLocks/>
            </p:cNvSpPr>
            <p:nvPr/>
          </p:nvSpPr>
          <p:spPr bwMode="auto">
            <a:xfrm>
              <a:off x="8137765" y="2087254"/>
              <a:ext cx="112786" cy="33323"/>
            </a:xfrm>
            <a:custGeom>
              <a:avLst/>
              <a:gdLst>
                <a:gd name="T0" fmla="*/ 59 w 69"/>
                <a:gd name="T1" fmla="*/ 20 h 20"/>
                <a:gd name="T2" fmla="*/ 10 w 69"/>
                <a:gd name="T3" fmla="*/ 20 h 20"/>
                <a:gd name="T4" fmla="*/ 0 w 69"/>
                <a:gd name="T5" fmla="*/ 10 h 20"/>
                <a:gd name="T6" fmla="*/ 10 w 69"/>
                <a:gd name="T7" fmla="*/ 0 h 20"/>
                <a:gd name="T8" fmla="*/ 59 w 69"/>
                <a:gd name="T9" fmla="*/ 0 h 20"/>
                <a:gd name="T10" fmla="*/ 69 w 69"/>
                <a:gd name="T11" fmla="*/ 10 h 20"/>
                <a:gd name="T12" fmla="*/ 59 w 69"/>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69" h="20">
                  <a:moveTo>
                    <a:pt x="59" y="20"/>
                  </a:moveTo>
                  <a:cubicBezTo>
                    <a:pt x="10" y="20"/>
                    <a:pt x="10" y="20"/>
                    <a:pt x="10" y="20"/>
                  </a:cubicBezTo>
                  <a:cubicBezTo>
                    <a:pt x="5" y="20"/>
                    <a:pt x="0" y="16"/>
                    <a:pt x="0" y="10"/>
                  </a:cubicBezTo>
                  <a:cubicBezTo>
                    <a:pt x="0" y="5"/>
                    <a:pt x="5" y="0"/>
                    <a:pt x="10" y="0"/>
                  </a:cubicBezTo>
                  <a:cubicBezTo>
                    <a:pt x="59" y="0"/>
                    <a:pt x="59" y="0"/>
                    <a:pt x="59" y="0"/>
                  </a:cubicBezTo>
                  <a:cubicBezTo>
                    <a:pt x="65" y="0"/>
                    <a:pt x="69" y="5"/>
                    <a:pt x="69" y="10"/>
                  </a:cubicBezTo>
                  <a:cubicBezTo>
                    <a:pt x="69" y="16"/>
                    <a:pt x="65" y="20"/>
                    <a:pt x="59"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9" name="Freeform 137"/>
            <p:cNvSpPr>
              <a:spLocks/>
            </p:cNvSpPr>
            <p:nvPr/>
          </p:nvSpPr>
          <p:spPr bwMode="auto">
            <a:xfrm>
              <a:off x="7503346" y="2087254"/>
              <a:ext cx="112786" cy="33323"/>
            </a:xfrm>
            <a:custGeom>
              <a:avLst/>
              <a:gdLst>
                <a:gd name="T0" fmla="*/ 59 w 69"/>
                <a:gd name="T1" fmla="*/ 20 h 20"/>
                <a:gd name="T2" fmla="*/ 10 w 69"/>
                <a:gd name="T3" fmla="*/ 20 h 20"/>
                <a:gd name="T4" fmla="*/ 0 w 69"/>
                <a:gd name="T5" fmla="*/ 10 h 20"/>
                <a:gd name="T6" fmla="*/ 10 w 69"/>
                <a:gd name="T7" fmla="*/ 0 h 20"/>
                <a:gd name="T8" fmla="*/ 59 w 69"/>
                <a:gd name="T9" fmla="*/ 0 h 20"/>
                <a:gd name="T10" fmla="*/ 69 w 69"/>
                <a:gd name="T11" fmla="*/ 10 h 20"/>
                <a:gd name="T12" fmla="*/ 59 w 69"/>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69" h="20">
                  <a:moveTo>
                    <a:pt x="59" y="20"/>
                  </a:moveTo>
                  <a:cubicBezTo>
                    <a:pt x="10" y="20"/>
                    <a:pt x="10" y="20"/>
                    <a:pt x="10" y="20"/>
                  </a:cubicBezTo>
                  <a:cubicBezTo>
                    <a:pt x="4" y="20"/>
                    <a:pt x="0" y="16"/>
                    <a:pt x="0" y="10"/>
                  </a:cubicBezTo>
                  <a:cubicBezTo>
                    <a:pt x="0" y="5"/>
                    <a:pt x="4" y="0"/>
                    <a:pt x="10" y="0"/>
                  </a:cubicBezTo>
                  <a:cubicBezTo>
                    <a:pt x="59" y="0"/>
                    <a:pt x="59" y="0"/>
                    <a:pt x="59" y="0"/>
                  </a:cubicBezTo>
                  <a:cubicBezTo>
                    <a:pt x="64" y="0"/>
                    <a:pt x="69" y="5"/>
                    <a:pt x="69" y="10"/>
                  </a:cubicBezTo>
                  <a:cubicBezTo>
                    <a:pt x="69" y="16"/>
                    <a:pt x="64" y="20"/>
                    <a:pt x="59"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0" name="Freeform 138"/>
            <p:cNvSpPr>
              <a:spLocks/>
            </p:cNvSpPr>
            <p:nvPr/>
          </p:nvSpPr>
          <p:spPr bwMode="auto">
            <a:xfrm>
              <a:off x="8055739" y="2283348"/>
              <a:ext cx="92279" cy="90998"/>
            </a:xfrm>
            <a:custGeom>
              <a:avLst/>
              <a:gdLst>
                <a:gd name="T0" fmla="*/ 46 w 57"/>
                <a:gd name="T1" fmla="*/ 56 h 56"/>
                <a:gd name="T2" fmla="*/ 39 w 57"/>
                <a:gd name="T3" fmla="*/ 53 h 56"/>
                <a:gd name="T4" fmla="*/ 4 w 57"/>
                <a:gd name="T5" fmla="*/ 18 h 56"/>
                <a:gd name="T6" fmla="*/ 4 w 57"/>
                <a:gd name="T7" fmla="*/ 4 h 56"/>
                <a:gd name="T8" fmla="*/ 18 w 57"/>
                <a:gd name="T9" fmla="*/ 4 h 56"/>
                <a:gd name="T10" fmla="*/ 53 w 57"/>
                <a:gd name="T11" fmla="*/ 39 h 56"/>
                <a:gd name="T12" fmla="*/ 53 w 57"/>
                <a:gd name="T13" fmla="*/ 53 h 56"/>
                <a:gd name="T14" fmla="*/ 46 w 57"/>
                <a:gd name="T15" fmla="*/ 56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6">
                  <a:moveTo>
                    <a:pt x="46" y="56"/>
                  </a:moveTo>
                  <a:cubicBezTo>
                    <a:pt x="43" y="56"/>
                    <a:pt x="41" y="55"/>
                    <a:pt x="39" y="53"/>
                  </a:cubicBezTo>
                  <a:cubicBezTo>
                    <a:pt x="4" y="18"/>
                    <a:pt x="4" y="18"/>
                    <a:pt x="4" y="18"/>
                  </a:cubicBezTo>
                  <a:cubicBezTo>
                    <a:pt x="0" y="14"/>
                    <a:pt x="0" y="8"/>
                    <a:pt x="4" y="4"/>
                  </a:cubicBezTo>
                  <a:cubicBezTo>
                    <a:pt x="8" y="0"/>
                    <a:pt x="15" y="0"/>
                    <a:pt x="18" y="4"/>
                  </a:cubicBezTo>
                  <a:cubicBezTo>
                    <a:pt x="53" y="39"/>
                    <a:pt x="53" y="39"/>
                    <a:pt x="53" y="39"/>
                  </a:cubicBezTo>
                  <a:cubicBezTo>
                    <a:pt x="57" y="42"/>
                    <a:pt x="57" y="49"/>
                    <a:pt x="53" y="53"/>
                  </a:cubicBezTo>
                  <a:cubicBezTo>
                    <a:pt x="51" y="55"/>
                    <a:pt x="48" y="56"/>
                    <a:pt x="46" y="5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1" name="Freeform 139"/>
            <p:cNvSpPr>
              <a:spLocks/>
            </p:cNvSpPr>
            <p:nvPr/>
          </p:nvSpPr>
          <p:spPr bwMode="auto">
            <a:xfrm>
              <a:off x="7605879" y="1833486"/>
              <a:ext cx="93561" cy="89716"/>
            </a:xfrm>
            <a:custGeom>
              <a:avLst/>
              <a:gdLst>
                <a:gd name="T0" fmla="*/ 46 w 57"/>
                <a:gd name="T1" fmla="*/ 55 h 55"/>
                <a:gd name="T2" fmla="*/ 39 w 57"/>
                <a:gd name="T3" fmla="*/ 53 h 55"/>
                <a:gd name="T4" fmla="*/ 4 w 57"/>
                <a:gd name="T5" fmla="*/ 18 h 55"/>
                <a:gd name="T6" fmla="*/ 4 w 57"/>
                <a:gd name="T7" fmla="*/ 4 h 55"/>
                <a:gd name="T8" fmla="*/ 18 w 57"/>
                <a:gd name="T9" fmla="*/ 4 h 55"/>
                <a:gd name="T10" fmla="*/ 53 w 57"/>
                <a:gd name="T11" fmla="*/ 38 h 55"/>
                <a:gd name="T12" fmla="*/ 53 w 57"/>
                <a:gd name="T13" fmla="*/ 53 h 55"/>
                <a:gd name="T14" fmla="*/ 46 w 57"/>
                <a:gd name="T15" fmla="*/ 55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5">
                  <a:moveTo>
                    <a:pt x="46" y="55"/>
                  </a:moveTo>
                  <a:cubicBezTo>
                    <a:pt x="43" y="55"/>
                    <a:pt x="41" y="54"/>
                    <a:pt x="39" y="53"/>
                  </a:cubicBezTo>
                  <a:cubicBezTo>
                    <a:pt x="4" y="18"/>
                    <a:pt x="4" y="18"/>
                    <a:pt x="4" y="18"/>
                  </a:cubicBezTo>
                  <a:cubicBezTo>
                    <a:pt x="0" y="14"/>
                    <a:pt x="0" y="8"/>
                    <a:pt x="4" y="4"/>
                  </a:cubicBezTo>
                  <a:cubicBezTo>
                    <a:pt x="8" y="0"/>
                    <a:pt x="14" y="0"/>
                    <a:pt x="18" y="4"/>
                  </a:cubicBezTo>
                  <a:cubicBezTo>
                    <a:pt x="53" y="38"/>
                    <a:pt x="53" y="38"/>
                    <a:pt x="53" y="38"/>
                  </a:cubicBezTo>
                  <a:cubicBezTo>
                    <a:pt x="57" y="42"/>
                    <a:pt x="57" y="49"/>
                    <a:pt x="53" y="53"/>
                  </a:cubicBezTo>
                  <a:cubicBezTo>
                    <a:pt x="51" y="54"/>
                    <a:pt x="48" y="55"/>
                    <a:pt x="46" y="5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2" name="Freeform 140"/>
            <p:cNvSpPr>
              <a:spLocks/>
            </p:cNvSpPr>
            <p:nvPr/>
          </p:nvSpPr>
          <p:spPr bwMode="auto">
            <a:xfrm>
              <a:off x="8055739" y="1833486"/>
              <a:ext cx="92279" cy="89716"/>
            </a:xfrm>
            <a:custGeom>
              <a:avLst/>
              <a:gdLst>
                <a:gd name="T0" fmla="*/ 11 w 57"/>
                <a:gd name="T1" fmla="*/ 55 h 55"/>
                <a:gd name="T2" fmla="*/ 4 w 57"/>
                <a:gd name="T3" fmla="*/ 53 h 55"/>
                <a:gd name="T4" fmla="*/ 4 w 57"/>
                <a:gd name="T5" fmla="*/ 38 h 55"/>
                <a:gd name="T6" fmla="*/ 39 w 57"/>
                <a:gd name="T7" fmla="*/ 4 h 55"/>
                <a:gd name="T8" fmla="*/ 53 w 57"/>
                <a:gd name="T9" fmla="*/ 4 h 55"/>
                <a:gd name="T10" fmla="*/ 53 w 57"/>
                <a:gd name="T11" fmla="*/ 18 h 55"/>
                <a:gd name="T12" fmla="*/ 18 w 57"/>
                <a:gd name="T13" fmla="*/ 53 h 55"/>
                <a:gd name="T14" fmla="*/ 11 w 57"/>
                <a:gd name="T15" fmla="*/ 55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5">
                  <a:moveTo>
                    <a:pt x="11" y="55"/>
                  </a:moveTo>
                  <a:cubicBezTo>
                    <a:pt x="9" y="55"/>
                    <a:pt x="6" y="54"/>
                    <a:pt x="4" y="53"/>
                  </a:cubicBezTo>
                  <a:cubicBezTo>
                    <a:pt x="0" y="49"/>
                    <a:pt x="0" y="42"/>
                    <a:pt x="4" y="38"/>
                  </a:cubicBezTo>
                  <a:cubicBezTo>
                    <a:pt x="39" y="4"/>
                    <a:pt x="39" y="4"/>
                    <a:pt x="39" y="4"/>
                  </a:cubicBezTo>
                  <a:cubicBezTo>
                    <a:pt x="43" y="0"/>
                    <a:pt x="49" y="0"/>
                    <a:pt x="53" y="4"/>
                  </a:cubicBezTo>
                  <a:cubicBezTo>
                    <a:pt x="57" y="8"/>
                    <a:pt x="57" y="14"/>
                    <a:pt x="53" y="18"/>
                  </a:cubicBezTo>
                  <a:cubicBezTo>
                    <a:pt x="18" y="53"/>
                    <a:pt x="18" y="53"/>
                    <a:pt x="18" y="53"/>
                  </a:cubicBezTo>
                  <a:cubicBezTo>
                    <a:pt x="17" y="54"/>
                    <a:pt x="14" y="55"/>
                    <a:pt x="11" y="5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3" name="Freeform 141"/>
            <p:cNvSpPr>
              <a:spLocks/>
            </p:cNvSpPr>
            <p:nvPr/>
          </p:nvSpPr>
          <p:spPr bwMode="auto">
            <a:xfrm>
              <a:off x="7605879" y="2283348"/>
              <a:ext cx="93561" cy="90998"/>
            </a:xfrm>
            <a:custGeom>
              <a:avLst/>
              <a:gdLst>
                <a:gd name="T0" fmla="*/ 11 w 57"/>
                <a:gd name="T1" fmla="*/ 56 h 56"/>
                <a:gd name="T2" fmla="*/ 4 w 57"/>
                <a:gd name="T3" fmla="*/ 53 h 56"/>
                <a:gd name="T4" fmla="*/ 4 w 57"/>
                <a:gd name="T5" fmla="*/ 39 h 56"/>
                <a:gd name="T6" fmla="*/ 39 w 57"/>
                <a:gd name="T7" fmla="*/ 4 h 56"/>
                <a:gd name="T8" fmla="*/ 53 w 57"/>
                <a:gd name="T9" fmla="*/ 4 h 56"/>
                <a:gd name="T10" fmla="*/ 53 w 57"/>
                <a:gd name="T11" fmla="*/ 18 h 56"/>
                <a:gd name="T12" fmla="*/ 18 w 57"/>
                <a:gd name="T13" fmla="*/ 53 h 56"/>
                <a:gd name="T14" fmla="*/ 11 w 57"/>
                <a:gd name="T15" fmla="*/ 56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6">
                  <a:moveTo>
                    <a:pt x="11" y="56"/>
                  </a:moveTo>
                  <a:cubicBezTo>
                    <a:pt x="9" y="56"/>
                    <a:pt x="6" y="55"/>
                    <a:pt x="4" y="53"/>
                  </a:cubicBezTo>
                  <a:cubicBezTo>
                    <a:pt x="0" y="49"/>
                    <a:pt x="0" y="42"/>
                    <a:pt x="4" y="39"/>
                  </a:cubicBezTo>
                  <a:cubicBezTo>
                    <a:pt x="39" y="4"/>
                    <a:pt x="39" y="4"/>
                    <a:pt x="39" y="4"/>
                  </a:cubicBezTo>
                  <a:cubicBezTo>
                    <a:pt x="43" y="0"/>
                    <a:pt x="49" y="0"/>
                    <a:pt x="53" y="4"/>
                  </a:cubicBezTo>
                  <a:cubicBezTo>
                    <a:pt x="57" y="8"/>
                    <a:pt x="57" y="14"/>
                    <a:pt x="53" y="18"/>
                  </a:cubicBezTo>
                  <a:cubicBezTo>
                    <a:pt x="18" y="53"/>
                    <a:pt x="18" y="53"/>
                    <a:pt x="18" y="53"/>
                  </a:cubicBezTo>
                  <a:cubicBezTo>
                    <a:pt x="16" y="55"/>
                    <a:pt x="14" y="56"/>
                    <a:pt x="11" y="5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54" name="组合 253"/>
          <p:cNvGrpSpPr/>
          <p:nvPr/>
        </p:nvGrpSpPr>
        <p:grpSpPr>
          <a:xfrm>
            <a:off x="3073934" y="5904053"/>
            <a:ext cx="281497" cy="282699"/>
            <a:chOff x="7577682" y="2837023"/>
            <a:chExt cx="599815" cy="602378"/>
          </a:xfrm>
          <a:solidFill>
            <a:srgbClr val="707E84"/>
          </a:solidFill>
        </p:grpSpPr>
        <p:sp>
          <p:nvSpPr>
            <p:cNvPr id="255" name="Freeform 142"/>
            <p:cNvSpPr>
              <a:spLocks noEditPoints="1"/>
            </p:cNvSpPr>
            <p:nvPr/>
          </p:nvSpPr>
          <p:spPr bwMode="auto">
            <a:xfrm>
              <a:off x="7577682" y="2837023"/>
              <a:ext cx="599815" cy="602378"/>
            </a:xfrm>
            <a:custGeom>
              <a:avLst/>
              <a:gdLst>
                <a:gd name="T0" fmla="*/ 216 w 369"/>
                <a:gd name="T1" fmla="*/ 370 h 370"/>
                <a:gd name="T2" fmla="*/ 209 w 369"/>
                <a:gd name="T3" fmla="*/ 367 h 370"/>
                <a:gd name="T4" fmla="*/ 3 w 369"/>
                <a:gd name="T5" fmla="*/ 161 h 370"/>
                <a:gd name="T6" fmla="*/ 0 w 369"/>
                <a:gd name="T7" fmla="*/ 154 h 370"/>
                <a:gd name="T8" fmla="*/ 0 w 369"/>
                <a:gd name="T9" fmla="*/ 10 h 370"/>
                <a:gd name="T10" fmla="*/ 10 w 369"/>
                <a:gd name="T11" fmla="*/ 0 h 370"/>
                <a:gd name="T12" fmla="*/ 153 w 369"/>
                <a:gd name="T13" fmla="*/ 0 h 370"/>
                <a:gd name="T14" fmla="*/ 160 w 369"/>
                <a:gd name="T15" fmla="*/ 3 h 370"/>
                <a:gd name="T16" fmla="*/ 366 w 369"/>
                <a:gd name="T17" fmla="*/ 209 h 370"/>
                <a:gd name="T18" fmla="*/ 369 w 369"/>
                <a:gd name="T19" fmla="*/ 216 h 370"/>
                <a:gd name="T20" fmla="*/ 366 w 369"/>
                <a:gd name="T21" fmla="*/ 223 h 370"/>
                <a:gd name="T22" fmla="*/ 223 w 369"/>
                <a:gd name="T23" fmla="*/ 367 h 370"/>
                <a:gd name="T24" fmla="*/ 216 w 369"/>
                <a:gd name="T25" fmla="*/ 370 h 370"/>
                <a:gd name="T26" fmla="*/ 20 w 369"/>
                <a:gd name="T27" fmla="*/ 150 h 370"/>
                <a:gd name="T28" fmla="*/ 216 w 369"/>
                <a:gd name="T29" fmla="*/ 346 h 370"/>
                <a:gd name="T30" fmla="*/ 345 w 369"/>
                <a:gd name="T31" fmla="*/ 216 h 370"/>
                <a:gd name="T32" fmla="*/ 149 w 369"/>
                <a:gd name="T33" fmla="*/ 20 h 370"/>
                <a:gd name="T34" fmla="*/ 20 w 369"/>
                <a:gd name="T35" fmla="*/ 20 h 370"/>
                <a:gd name="T36" fmla="*/ 20 w 369"/>
                <a:gd name="T37" fmla="*/ 150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69" h="370">
                  <a:moveTo>
                    <a:pt x="216" y="370"/>
                  </a:moveTo>
                  <a:cubicBezTo>
                    <a:pt x="213" y="370"/>
                    <a:pt x="211" y="369"/>
                    <a:pt x="209" y="367"/>
                  </a:cubicBezTo>
                  <a:cubicBezTo>
                    <a:pt x="3" y="161"/>
                    <a:pt x="3" y="161"/>
                    <a:pt x="3" y="161"/>
                  </a:cubicBezTo>
                  <a:cubicBezTo>
                    <a:pt x="1" y="159"/>
                    <a:pt x="0" y="156"/>
                    <a:pt x="0" y="154"/>
                  </a:cubicBezTo>
                  <a:cubicBezTo>
                    <a:pt x="0" y="10"/>
                    <a:pt x="0" y="10"/>
                    <a:pt x="0" y="10"/>
                  </a:cubicBezTo>
                  <a:cubicBezTo>
                    <a:pt x="0" y="5"/>
                    <a:pt x="4" y="0"/>
                    <a:pt x="10" y="0"/>
                  </a:cubicBezTo>
                  <a:cubicBezTo>
                    <a:pt x="153" y="0"/>
                    <a:pt x="153" y="0"/>
                    <a:pt x="153" y="0"/>
                  </a:cubicBezTo>
                  <a:cubicBezTo>
                    <a:pt x="156" y="0"/>
                    <a:pt x="159" y="1"/>
                    <a:pt x="160" y="3"/>
                  </a:cubicBezTo>
                  <a:cubicBezTo>
                    <a:pt x="366" y="209"/>
                    <a:pt x="366" y="209"/>
                    <a:pt x="366" y="209"/>
                  </a:cubicBezTo>
                  <a:cubicBezTo>
                    <a:pt x="368" y="211"/>
                    <a:pt x="369" y="214"/>
                    <a:pt x="369" y="216"/>
                  </a:cubicBezTo>
                  <a:cubicBezTo>
                    <a:pt x="369" y="219"/>
                    <a:pt x="368" y="221"/>
                    <a:pt x="366" y="223"/>
                  </a:cubicBezTo>
                  <a:cubicBezTo>
                    <a:pt x="223" y="367"/>
                    <a:pt x="223" y="367"/>
                    <a:pt x="223" y="367"/>
                  </a:cubicBezTo>
                  <a:cubicBezTo>
                    <a:pt x="221" y="369"/>
                    <a:pt x="218" y="370"/>
                    <a:pt x="216" y="370"/>
                  </a:cubicBezTo>
                  <a:moveTo>
                    <a:pt x="20" y="150"/>
                  </a:moveTo>
                  <a:cubicBezTo>
                    <a:pt x="216" y="346"/>
                    <a:pt x="216" y="346"/>
                    <a:pt x="216" y="346"/>
                  </a:cubicBezTo>
                  <a:cubicBezTo>
                    <a:pt x="345" y="216"/>
                    <a:pt x="345" y="216"/>
                    <a:pt x="345" y="216"/>
                  </a:cubicBezTo>
                  <a:cubicBezTo>
                    <a:pt x="149" y="20"/>
                    <a:pt x="149" y="20"/>
                    <a:pt x="149" y="20"/>
                  </a:cubicBezTo>
                  <a:cubicBezTo>
                    <a:pt x="20" y="20"/>
                    <a:pt x="20" y="20"/>
                    <a:pt x="20" y="20"/>
                  </a:cubicBezTo>
                  <a:lnTo>
                    <a:pt x="20" y="1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6" name="Freeform 143"/>
            <p:cNvSpPr>
              <a:spLocks noEditPoints="1"/>
            </p:cNvSpPr>
            <p:nvPr/>
          </p:nvSpPr>
          <p:spPr bwMode="auto">
            <a:xfrm>
              <a:off x="7648173" y="2916486"/>
              <a:ext cx="143545" cy="128166"/>
            </a:xfrm>
            <a:custGeom>
              <a:avLst/>
              <a:gdLst>
                <a:gd name="T0" fmla="*/ 44 w 88"/>
                <a:gd name="T1" fmla="*/ 79 h 79"/>
                <a:gd name="T2" fmla="*/ 16 w 88"/>
                <a:gd name="T3" fmla="*/ 68 h 79"/>
                <a:gd name="T4" fmla="*/ 16 w 88"/>
                <a:gd name="T5" fmla="*/ 11 h 79"/>
                <a:gd name="T6" fmla="*/ 44 w 88"/>
                <a:gd name="T7" fmla="*/ 0 h 79"/>
                <a:gd name="T8" fmla="*/ 72 w 88"/>
                <a:gd name="T9" fmla="*/ 11 h 79"/>
                <a:gd name="T10" fmla="*/ 72 w 88"/>
                <a:gd name="T11" fmla="*/ 68 h 79"/>
                <a:gd name="T12" fmla="*/ 44 w 88"/>
                <a:gd name="T13" fmla="*/ 79 h 79"/>
                <a:gd name="T14" fmla="*/ 44 w 88"/>
                <a:gd name="T15" fmla="*/ 20 h 79"/>
                <a:gd name="T16" fmla="*/ 30 w 88"/>
                <a:gd name="T17" fmla="*/ 26 h 79"/>
                <a:gd name="T18" fmla="*/ 30 w 88"/>
                <a:gd name="T19" fmla="*/ 53 h 79"/>
                <a:gd name="T20" fmla="*/ 44 w 88"/>
                <a:gd name="T21" fmla="*/ 59 h 79"/>
                <a:gd name="T22" fmla="*/ 58 w 88"/>
                <a:gd name="T23" fmla="*/ 53 h 79"/>
                <a:gd name="T24" fmla="*/ 58 w 88"/>
                <a:gd name="T25" fmla="*/ 26 h 79"/>
                <a:gd name="T26" fmla="*/ 44 w 88"/>
                <a:gd name="T27" fmla="*/ 2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79">
                  <a:moveTo>
                    <a:pt x="44" y="79"/>
                  </a:moveTo>
                  <a:cubicBezTo>
                    <a:pt x="33" y="79"/>
                    <a:pt x="23" y="75"/>
                    <a:pt x="16" y="68"/>
                  </a:cubicBezTo>
                  <a:cubicBezTo>
                    <a:pt x="0" y="52"/>
                    <a:pt x="0" y="27"/>
                    <a:pt x="16" y="11"/>
                  </a:cubicBezTo>
                  <a:cubicBezTo>
                    <a:pt x="23" y="4"/>
                    <a:pt x="33" y="0"/>
                    <a:pt x="44" y="0"/>
                  </a:cubicBezTo>
                  <a:cubicBezTo>
                    <a:pt x="55" y="0"/>
                    <a:pt x="65" y="4"/>
                    <a:pt x="72" y="11"/>
                  </a:cubicBezTo>
                  <a:cubicBezTo>
                    <a:pt x="88" y="27"/>
                    <a:pt x="88" y="52"/>
                    <a:pt x="72" y="68"/>
                  </a:cubicBezTo>
                  <a:cubicBezTo>
                    <a:pt x="65" y="75"/>
                    <a:pt x="55" y="79"/>
                    <a:pt x="44" y="79"/>
                  </a:cubicBezTo>
                  <a:moveTo>
                    <a:pt x="44" y="20"/>
                  </a:moveTo>
                  <a:cubicBezTo>
                    <a:pt x="39" y="20"/>
                    <a:pt x="34" y="22"/>
                    <a:pt x="30" y="26"/>
                  </a:cubicBezTo>
                  <a:cubicBezTo>
                    <a:pt x="22" y="33"/>
                    <a:pt x="22" y="46"/>
                    <a:pt x="30" y="53"/>
                  </a:cubicBezTo>
                  <a:cubicBezTo>
                    <a:pt x="34" y="57"/>
                    <a:pt x="39" y="59"/>
                    <a:pt x="44" y="59"/>
                  </a:cubicBezTo>
                  <a:cubicBezTo>
                    <a:pt x="49" y="59"/>
                    <a:pt x="54" y="57"/>
                    <a:pt x="58" y="53"/>
                  </a:cubicBezTo>
                  <a:cubicBezTo>
                    <a:pt x="66" y="46"/>
                    <a:pt x="66" y="33"/>
                    <a:pt x="58" y="26"/>
                  </a:cubicBezTo>
                  <a:cubicBezTo>
                    <a:pt x="54" y="22"/>
                    <a:pt x="49" y="20"/>
                    <a:pt x="44"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57" name="组合 256"/>
          <p:cNvGrpSpPr/>
          <p:nvPr/>
        </p:nvGrpSpPr>
        <p:grpSpPr>
          <a:xfrm>
            <a:off x="3068521" y="6366597"/>
            <a:ext cx="292324" cy="346457"/>
            <a:chOff x="3323722" y="6366597"/>
            <a:chExt cx="292324" cy="346457"/>
          </a:xfrm>
        </p:grpSpPr>
        <p:sp>
          <p:nvSpPr>
            <p:cNvPr id="258" name="Freeform 144"/>
            <p:cNvSpPr>
              <a:spLocks/>
            </p:cNvSpPr>
            <p:nvPr/>
          </p:nvSpPr>
          <p:spPr bwMode="auto">
            <a:xfrm>
              <a:off x="3382067" y="6366597"/>
              <a:ext cx="15639" cy="67968"/>
            </a:xfrm>
            <a:custGeom>
              <a:avLst/>
              <a:gdLst>
                <a:gd name="T0" fmla="*/ 10 w 20"/>
                <a:gd name="T1" fmla="*/ 89 h 89"/>
                <a:gd name="T2" fmla="*/ 0 w 20"/>
                <a:gd name="T3" fmla="*/ 79 h 89"/>
                <a:gd name="T4" fmla="*/ 0 w 20"/>
                <a:gd name="T5" fmla="*/ 10 h 89"/>
                <a:gd name="T6" fmla="*/ 10 w 20"/>
                <a:gd name="T7" fmla="*/ 0 h 89"/>
                <a:gd name="T8" fmla="*/ 20 w 20"/>
                <a:gd name="T9" fmla="*/ 10 h 89"/>
                <a:gd name="T10" fmla="*/ 20 w 20"/>
                <a:gd name="T11" fmla="*/ 79 h 89"/>
                <a:gd name="T12" fmla="*/ 10 w 20"/>
                <a:gd name="T13" fmla="*/ 89 h 89"/>
              </a:gdLst>
              <a:ahLst/>
              <a:cxnLst>
                <a:cxn ang="0">
                  <a:pos x="T0" y="T1"/>
                </a:cxn>
                <a:cxn ang="0">
                  <a:pos x="T2" y="T3"/>
                </a:cxn>
                <a:cxn ang="0">
                  <a:pos x="T4" y="T5"/>
                </a:cxn>
                <a:cxn ang="0">
                  <a:pos x="T6" y="T7"/>
                </a:cxn>
                <a:cxn ang="0">
                  <a:pos x="T8" y="T9"/>
                </a:cxn>
                <a:cxn ang="0">
                  <a:pos x="T10" y="T11"/>
                </a:cxn>
                <a:cxn ang="0">
                  <a:pos x="T12" y="T13"/>
                </a:cxn>
              </a:cxnLst>
              <a:rect l="0" t="0" r="r" b="b"/>
              <a:pathLst>
                <a:path w="20" h="89">
                  <a:moveTo>
                    <a:pt x="10" y="89"/>
                  </a:moveTo>
                  <a:cubicBezTo>
                    <a:pt x="4" y="89"/>
                    <a:pt x="0" y="85"/>
                    <a:pt x="0" y="79"/>
                  </a:cubicBezTo>
                  <a:cubicBezTo>
                    <a:pt x="0" y="10"/>
                    <a:pt x="0" y="10"/>
                    <a:pt x="0" y="10"/>
                  </a:cubicBezTo>
                  <a:cubicBezTo>
                    <a:pt x="0" y="4"/>
                    <a:pt x="4" y="0"/>
                    <a:pt x="10" y="0"/>
                  </a:cubicBezTo>
                  <a:cubicBezTo>
                    <a:pt x="15" y="0"/>
                    <a:pt x="20" y="4"/>
                    <a:pt x="20" y="10"/>
                  </a:cubicBezTo>
                  <a:cubicBezTo>
                    <a:pt x="20" y="79"/>
                    <a:pt x="20" y="79"/>
                    <a:pt x="20" y="79"/>
                  </a:cubicBezTo>
                  <a:cubicBezTo>
                    <a:pt x="20" y="85"/>
                    <a:pt x="15" y="89"/>
                    <a:pt x="10" y="89"/>
                  </a:cubicBezTo>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9" name="Freeform 145"/>
            <p:cNvSpPr>
              <a:spLocks/>
            </p:cNvSpPr>
            <p:nvPr/>
          </p:nvSpPr>
          <p:spPr bwMode="auto">
            <a:xfrm>
              <a:off x="3422968" y="6366597"/>
              <a:ext cx="15037" cy="67968"/>
            </a:xfrm>
            <a:custGeom>
              <a:avLst/>
              <a:gdLst>
                <a:gd name="T0" fmla="*/ 10 w 20"/>
                <a:gd name="T1" fmla="*/ 89 h 89"/>
                <a:gd name="T2" fmla="*/ 0 w 20"/>
                <a:gd name="T3" fmla="*/ 79 h 89"/>
                <a:gd name="T4" fmla="*/ 0 w 20"/>
                <a:gd name="T5" fmla="*/ 10 h 89"/>
                <a:gd name="T6" fmla="*/ 10 w 20"/>
                <a:gd name="T7" fmla="*/ 0 h 89"/>
                <a:gd name="T8" fmla="*/ 20 w 20"/>
                <a:gd name="T9" fmla="*/ 10 h 89"/>
                <a:gd name="T10" fmla="*/ 20 w 20"/>
                <a:gd name="T11" fmla="*/ 79 h 89"/>
                <a:gd name="T12" fmla="*/ 10 w 20"/>
                <a:gd name="T13" fmla="*/ 89 h 89"/>
              </a:gdLst>
              <a:ahLst/>
              <a:cxnLst>
                <a:cxn ang="0">
                  <a:pos x="T0" y="T1"/>
                </a:cxn>
                <a:cxn ang="0">
                  <a:pos x="T2" y="T3"/>
                </a:cxn>
                <a:cxn ang="0">
                  <a:pos x="T4" y="T5"/>
                </a:cxn>
                <a:cxn ang="0">
                  <a:pos x="T6" y="T7"/>
                </a:cxn>
                <a:cxn ang="0">
                  <a:pos x="T8" y="T9"/>
                </a:cxn>
                <a:cxn ang="0">
                  <a:pos x="T10" y="T11"/>
                </a:cxn>
                <a:cxn ang="0">
                  <a:pos x="T12" y="T13"/>
                </a:cxn>
              </a:cxnLst>
              <a:rect l="0" t="0" r="r" b="b"/>
              <a:pathLst>
                <a:path w="20" h="89">
                  <a:moveTo>
                    <a:pt x="10" y="89"/>
                  </a:moveTo>
                  <a:cubicBezTo>
                    <a:pt x="4" y="89"/>
                    <a:pt x="0" y="85"/>
                    <a:pt x="0" y="79"/>
                  </a:cubicBezTo>
                  <a:cubicBezTo>
                    <a:pt x="0" y="10"/>
                    <a:pt x="0" y="10"/>
                    <a:pt x="0" y="10"/>
                  </a:cubicBezTo>
                  <a:cubicBezTo>
                    <a:pt x="0" y="4"/>
                    <a:pt x="4" y="0"/>
                    <a:pt x="10" y="0"/>
                  </a:cubicBezTo>
                  <a:cubicBezTo>
                    <a:pt x="15" y="0"/>
                    <a:pt x="20" y="4"/>
                    <a:pt x="20" y="10"/>
                  </a:cubicBezTo>
                  <a:cubicBezTo>
                    <a:pt x="20" y="79"/>
                    <a:pt x="20" y="79"/>
                    <a:pt x="20" y="79"/>
                  </a:cubicBezTo>
                  <a:cubicBezTo>
                    <a:pt x="20" y="85"/>
                    <a:pt x="15" y="89"/>
                    <a:pt x="10" y="89"/>
                  </a:cubicBezTo>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0" name="Freeform 146"/>
            <p:cNvSpPr>
              <a:spLocks/>
            </p:cNvSpPr>
            <p:nvPr/>
          </p:nvSpPr>
          <p:spPr bwMode="auto">
            <a:xfrm>
              <a:off x="3463869" y="6366597"/>
              <a:ext cx="15639" cy="67968"/>
            </a:xfrm>
            <a:custGeom>
              <a:avLst/>
              <a:gdLst>
                <a:gd name="T0" fmla="*/ 10 w 20"/>
                <a:gd name="T1" fmla="*/ 89 h 89"/>
                <a:gd name="T2" fmla="*/ 0 w 20"/>
                <a:gd name="T3" fmla="*/ 79 h 89"/>
                <a:gd name="T4" fmla="*/ 0 w 20"/>
                <a:gd name="T5" fmla="*/ 10 h 89"/>
                <a:gd name="T6" fmla="*/ 10 w 20"/>
                <a:gd name="T7" fmla="*/ 0 h 89"/>
                <a:gd name="T8" fmla="*/ 20 w 20"/>
                <a:gd name="T9" fmla="*/ 10 h 89"/>
                <a:gd name="T10" fmla="*/ 20 w 20"/>
                <a:gd name="T11" fmla="*/ 79 h 89"/>
                <a:gd name="T12" fmla="*/ 10 w 20"/>
                <a:gd name="T13" fmla="*/ 89 h 89"/>
              </a:gdLst>
              <a:ahLst/>
              <a:cxnLst>
                <a:cxn ang="0">
                  <a:pos x="T0" y="T1"/>
                </a:cxn>
                <a:cxn ang="0">
                  <a:pos x="T2" y="T3"/>
                </a:cxn>
                <a:cxn ang="0">
                  <a:pos x="T4" y="T5"/>
                </a:cxn>
                <a:cxn ang="0">
                  <a:pos x="T6" y="T7"/>
                </a:cxn>
                <a:cxn ang="0">
                  <a:pos x="T8" y="T9"/>
                </a:cxn>
                <a:cxn ang="0">
                  <a:pos x="T10" y="T11"/>
                </a:cxn>
                <a:cxn ang="0">
                  <a:pos x="T12" y="T13"/>
                </a:cxn>
              </a:cxnLst>
              <a:rect l="0" t="0" r="r" b="b"/>
              <a:pathLst>
                <a:path w="20" h="89">
                  <a:moveTo>
                    <a:pt x="10" y="89"/>
                  </a:moveTo>
                  <a:cubicBezTo>
                    <a:pt x="5" y="89"/>
                    <a:pt x="0" y="85"/>
                    <a:pt x="0" y="79"/>
                  </a:cubicBezTo>
                  <a:cubicBezTo>
                    <a:pt x="0" y="10"/>
                    <a:pt x="0" y="10"/>
                    <a:pt x="0" y="10"/>
                  </a:cubicBezTo>
                  <a:cubicBezTo>
                    <a:pt x="0" y="4"/>
                    <a:pt x="5" y="0"/>
                    <a:pt x="10" y="0"/>
                  </a:cubicBezTo>
                  <a:cubicBezTo>
                    <a:pt x="16" y="0"/>
                    <a:pt x="20" y="4"/>
                    <a:pt x="20" y="10"/>
                  </a:cubicBezTo>
                  <a:cubicBezTo>
                    <a:pt x="20" y="79"/>
                    <a:pt x="20" y="79"/>
                    <a:pt x="20" y="79"/>
                  </a:cubicBezTo>
                  <a:cubicBezTo>
                    <a:pt x="20" y="85"/>
                    <a:pt x="16" y="89"/>
                    <a:pt x="10" y="89"/>
                  </a:cubicBezTo>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1" name="Freeform 147"/>
            <p:cNvSpPr>
              <a:spLocks/>
            </p:cNvSpPr>
            <p:nvPr/>
          </p:nvSpPr>
          <p:spPr bwMode="auto">
            <a:xfrm>
              <a:off x="3323722" y="6697415"/>
              <a:ext cx="214130" cy="15639"/>
            </a:xfrm>
            <a:custGeom>
              <a:avLst/>
              <a:gdLst>
                <a:gd name="T0" fmla="*/ 271 w 281"/>
                <a:gd name="T1" fmla="*/ 20 h 20"/>
                <a:gd name="T2" fmla="*/ 10 w 281"/>
                <a:gd name="T3" fmla="*/ 20 h 20"/>
                <a:gd name="T4" fmla="*/ 0 w 281"/>
                <a:gd name="T5" fmla="*/ 10 h 20"/>
                <a:gd name="T6" fmla="*/ 10 w 281"/>
                <a:gd name="T7" fmla="*/ 0 h 20"/>
                <a:gd name="T8" fmla="*/ 271 w 281"/>
                <a:gd name="T9" fmla="*/ 0 h 20"/>
                <a:gd name="T10" fmla="*/ 281 w 281"/>
                <a:gd name="T11" fmla="*/ 10 h 20"/>
                <a:gd name="T12" fmla="*/ 271 w 281"/>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281" h="20">
                  <a:moveTo>
                    <a:pt x="271" y="20"/>
                  </a:moveTo>
                  <a:cubicBezTo>
                    <a:pt x="10" y="20"/>
                    <a:pt x="10" y="20"/>
                    <a:pt x="10" y="20"/>
                  </a:cubicBezTo>
                  <a:cubicBezTo>
                    <a:pt x="5" y="20"/>
                    <a:pt x="0" y="16"/>
                    <a:pt x="0" y="10"/>
                  </a:cubicBezTo>
                  <a:cubicBezTo>
                    <a:pt x="0" y="5"/>
                    <a:pt x="5" y="0"/>
                    <a:pt x="10" y="0"/>
                  </a:cubicBezTo>
                  <a:cubicBezTo>
                    <a:pt x="271" y="0"/>
                    <a:pt x="271" y="0"/>
                    <a:pt x="271" y="0"/>
                  </a:cubicBezTo>
                  <a:cubicBezTo>
                    <a:pt x="276" y="0"/>
                    <a:pt x="281" y="5"/>
                    <a:pt x="281" y="10"/>
                  </a:cubicBezTo>
                  <a:cubicBezTo>
                    <a:pt x="281" y="16"/>
                    <a:pt x="276" y="20"/>
                    <a:pt x="271" y="20"/>
                  </a:cubicBezTo>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2" name="Freeform 148"/>
            <p:cNvSpPr>
              <a:spLocks/>
            </p:cNvSpPr>
            <p:nvPr/>
          </p:nvSpPr>
          <p:spPr bwMode="auto">
            <a:xfrm>
              <a:off x="3532439" y="6486895"/>
              <a:ext cx="83607" cy="122704"/>
            </a:xfrm>
            <a:custGeom>
              <a:avLst/>
              <a:gdLst>
                <a:gd name="T0" fmla="*/ 28 w 109"/>
                <a:gd name="T1" fmla="*/ 161 h 161"/>
                <a:gd name="T2" fmla="*/ 0 w 109"/>
                <a:gd name="T3" fmla="*/ 161 h 161"/>
                <a:gd name="T4" fmla="*/ 0 w 109"/>
                <a:gd name="T5" fmla="*/ 141 h 161"/>
                <a:gd name="T6" fmla="*/ 28 w 109"/>
                <a:gd name="T7" fmla="*/ 141 h 161"/>
                <a:gd name="T8" fmla="*/ 89 w 109"/>
                <a:gd name="T9" fmla="*/ 80 h 161"/>
                <a:gd name="T10" fmla="*/ 28 w 109"/>
                <a:gd name="T11" fmla="*/ 20 h 161"/>
                <a:gd name="T12" fmla="*/ 0 w 109"/>
                <a:gd name="T13" fmla="*/ 20 h 161"/>
                <a:gd name="T14" fmla="*/ 0 w 109"/>
                <a:gd name="T15" fmla="*/ 0 h 161"/>
                <a:gd name="T16" fmla="*/ 28 w 109"/>
                <a:gd name="T17" fmla="*/ 0 h 161"/>
                <a:gd name="T18" fmla="*/ 109 w 109"/>
                <a:gd name="T19" fmla="*/ 80 h 161"/>
                <a:gd name="T20" fmla="*/ 28 w 109"/>
                <a:gd name="T21" fmla="*/ 161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9" h="161">
                  <a:moveTo>
                    <a:pt x="28" y="161"/>
                  </a:moveTo>
                  <a:cubicBezTo>
                    <a:pt x="0" y="161"/>
                    <a:pt x="0" y="161"/>
                    <a:pt x="0" y="161"/>
                  </a:cubicBezTo>
                  <a:cubicBezTo>
                    <a:pt x="0" y="141"/>
                    <a:pt x="0" y="141"/>
                    <a:pt x="0" y="141"/>
                  </a:cubicBezTo>
                  <a:cubicBezTo>
                    <a:pt x="28" y="141"/>
                    <a:pt x="28" y="141"/>
                    <a:pt x="28" y="141"/>
                  </a:cubicBezTo>
                  <a:cubicBezTo>
                    <a:pt x="61" y="141"/>
                    <a:pt x="89" y="114"/>
                    <a:pt x="89" y="80"/>
                  </a:cubicBezTo>
                  <a:cubicBezTo>
                    <a:pt x="89" y="47"/>
                    <a:pt x="61" y="20"/>
                    <a:pt x="28" y="20"/>
                  </a:cubicBezTo>
                  <a:cubicBezTo>
                    <a:pt x="0" y="20"/>
                    <a:pt x="0" y="20"/>
                    <a:pt x="0" y="20"/>
                  </a:cubicBezTo>
                  <a:cubicBezTo>
                    <a:pt x="0" y="0"/>
                    <a:pt x="0" y="0"/>
                    <a:pt x="0" y="0"/>
                  </a:cubicBezTo>
                  <a:cubicBezTo>
                    <a:pt x="28" y="0"/>
                    <a:pt x="28" y="0"/>
                    <a:pt x="28" y="0"/>
                  </a:cubicBezTo>
                  <a:cubicBezTo>
                    <a:pt x="72" y="0"/>
                    <a:pt x="109" y="36"/>
                    <a:pt x="109" y="80"/>
                  </a:cubicBezTo>
                  <a:cubicBezTo>
                    <a:pt x="109" y="125"/>
                    <a:pt x="72" y="161"/>
                    <a:pt x="28" y="161"/>
                  </a:cubicBezTo>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3" name="Freeform 149"/>
            <p:cNvSpPr>
              <a:spLocks noEditPoints="1"/>
            </p:cNvSpPr>
            <p:nvPr/>
          </p:nvSpPr>
          <p:spPr bwMode="auto">
            <a:xfrm>
              <a:off x="3323722" y="6451407"/>
              <a:ext cx="214130" cy="236986"/>
            </a:xfrm>
            <a:custGeom>
              <a:avLst/>
              <a:gdLst>
                <a:gd name="T0" fmla="*/ 141 w 281"/>
                <a:gd name="T1" fmla="*/ 310 h 310"/>
                <a:gd name="T2" fmla="*/ 0 w 281"/>
                <a:gd name="T3" fmla="*/ 170 h 310"/>
                <a:gd name="T4" fmla="*/ 0 w 281"/>
                <a:gd name="T5" fmla="*/ 0 h 310"/>
                <a:gd name="T6" fmla="*/ 281 w 281"/>
                <a:gd name="T7" fmla="*/ 0 h 310"/>
                <a:gd name="T8" fmla="*/ 281 w 281"/>
                <a:gd name="T9" fmla="*/ 170 h 310"/>
                <a:gd name="T10" fmla="*/ 141 w 281"/>
                <a:gd name="T11" fmla="*/ 310 h 310"/>
                <a:gd name="T12" fmla="*/ 20 w 281"/>
                <a:gd name="T13" fmla="*/ 20 h 310"/>
                <a:gd name="T14" fmla="*/ 20 w 281"/>
                <a:gd name="T15" fmla="*/ 170 h 310"/>
                <a:gd name="T16" fmla="*/ 141 w 281"/>
                <a:gd name="T17" fmla="*/ 290 h 310"/>
                <a:gd name="T18" fmla="*/ 261 w 281"/>
                <a:gd name="T19" fmla="*/ 170 h 310"/>
                <a:gd name="T20" fmla="*/ 261 w 281"/>
                <a:gd name="T21" fmla="*/ 20 h 310"/>
                <a:gd name="T22" fmla="*/ 20 w 281"/>
                <a:gd name="T23" fmla="*/ 20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1" h="310">
                  <a:moveTo>
                    <a:pt x="141" y="310"/>
                  </a:moveTo>
                  <a:cubicBezTo>
                    <a:pt x="63" y="310"/>
                    <a:pt x="0" y="247"/>
                    <a:pt x="0" y="170"/>
                  </a:cubicBezTo>
                  <a:cubicBezTo>
                    <a:pt x="0" y="0"/>
                    <a:pt x="0" y="0"/>
                    <a:pt x="0" y="0"/>
                  </a:cubicBezTo>
                  <a:cubicBezTo>
                    <a:pt x="281" y="0"/>
                    <a:pt x="281" y="0"/>
                    <a:pt x="281" y="0"/>
                  </a:cubicBezTo>
                  <a:cubicBezTo>
                    <a:pt x="281" y="170"/>
                    <a:pt x="281" y="170"/>
                    <a:pt x="281" y="170"/>
                  </a:cubicBezTo>
                  <a:cubicBezTo>
                    <a:pt x="281" y="247"/>
                    <a:pt x="218" y="310"/>
                    <a:pt x="141" y="310"/>
                  </a:cubicBezTo>
                  <a:moveTo>
                    <a:pt x="20" y="20"/>
                  </a:moveTo>
                  <a:cubicBezTo>
                    <a:pt x="20" y="170"/>
                    <a:pt x="20" y="170"/>
                    <a:pt x="20" y="170"/>
                  </a:cubicBezTo>
                  <a:cubicBezTo>
                    <a:pt x="20" y="236"/>
                    <a:pt x="74" y="290"/>
                    <a:pt x="141" y="290"/>
                  </a:cubicBezTo>
                  <a:cubicBezTo>
                    <a:pt x="207" y="290"/>
                    <a:pt x="261" y="236"/>
                    <a:pt x="261" y="170"/>
                  </a:cubicBezTo>
                  <a:cubicBezTo>
                    <a:pt x="261" y="20"/>
                    <a:pt x="261" y="20"/>
                    <a:pt x="261" y="20"/>
                  </a:cubicBezTo>
                  <a:lnTo>
                    <a:pt x="20" y="20"/>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64" name="组合 263"/>
          <p:cNvGrpSpPr/>
          <p:nvPr/>
        </p:nvGrpSpPr>
        <p:grpSpPr>
          <a:xfrm>
            <a:off x="9305364" y="122220"/>
            <a:ext cx="243600" cy="280139"/>
            <a:chOff x="7292975" y="111126"/>
            <a:chExt cx="349251" cy="401637"/>
          </a:xfrm>
          <a:solidFill>
            <a:srgbClr val="707E84"/>
          </a:solidFill>
        </p:grpSpPr>
        <p:sp>
          <p:nvSpPr>
            <p:cNvPr id="265" name="Freeform 33"/>
            <p:cNvSpPr>
              <a:spLocks noEditPoints="1"/>
            </p:cNvSpPr>
            <p:nvPr/>
          </p:nvSpPr>
          <p:spPr bwMode="auto">
            <a:xfrm>
              <a:off x="7292975" y="392113"/>
              <a:ext cx="200025" cy="120650"/>
            </a:xfrm>
            <a:custGeom>
              <a:avLst/>
              <a:gdLst>
                <a:gd name="T0" fmla="*/ 182 w 466"/>
                <a:gd name="T1" fmla="*/ 279 h 279"/>
                <a:gd name="T2" fmla="*/ 182 w 466"/>
                <a:gd name="T3" fmla="*/ 279 h 279"/>
                <a:gd name="T4" fmla="*/ 8 w 466"/>
                <a:gd name="T5" fmla="*/ 186 h 279"/>
                <a:gd name="T6" fmla="*/ 60 w 466"/>
                <a:gd name="T7" fmla="*/ 74 h 279"/>
                <a:gd name="T8" fmla="*/ 206 w 466"/>
                <a:gd name="T9" fmla="*/ 8 h 279"/>
                <a:gd name="T10" fmla="*/ 284 w 466"/>
                <a:gd name="T11" fmla="*/ 0 h 279"/>
                <a:gd name="T12" fmla="*/ 458 w 466"/>
                <a:gd name="T13" fmla="*/ 93 h 279"/>
                <a:gd name="T14" fmla="*/ 407 w 466"/>
                <a:gd name="T15" fmla="*/ 205 h 279"/>
                <a:gd name="T16" fmla="*/ 260 w 466"/>
                <a:gd name="T17" fmla="*/ 271 h 279"/>
                <a:gd name="T18" fmla="*/ 182 w 466"/>
                <a:gd name="T19" fmla="*/ 279 h 279"/>
                <a:gd name="T20" fmla="*/ 284 w 466"/>
                <a:gd name="T21" fmla="*/ 48 h 279"/>
                <a:gd name="T22" fmla="*/ 216 w 466"/>
                <a:gd name="T23" fmla="*/ 55 h 279"/>
                <a:gd name="T24" fmla="*/ 90 w 466"/>
                <a:gd name="T25" fmla="*/ 111 h 279"/>
                <a:gd name="T26" fmla="*/ 55 w 466"/>
                <a:gd name="T27" fmla="*/ 176 h 279"/>
                <a:gd name="T28" fmla="*/ 182 w 466"/>
                <a:gd name="T29" fmla="*/ 231 h 279"/>
                <a:gd name="T30" fmla="*/ 182 w 466"/>
                <a:gd name="T31" fmla="*/ 231 h 279"/>
                <a:gd name="T32" fmla="*/ 250 w 466"/>
                <a:gd name="T33" fmla="*/ 224 h 279"/>
                <a:gd name="T34" fmla="*/ 376 w 466"/>
                <a:gd name="T35" fmla="*/ 168 h 279"/>
                <a:gd name="T36" fmla="*/ 411 w 466"/>
                <a:gd name="T37" fmla="*/ 103 h 279"/>
                <a:gd name="T38" fmla="*/ 284 w 466"/>
                <a:gd name="T39" fmla="*/ 48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66" h="279">
                  <a:moveTo>
                    <a:pt x="182" y="279"/>
                  </a:moveTo>
                  <a:cubicBezTo>
                    <a:pt x="182" y="279"/>
                    <a:pt x="182" y="279"/>
                    <a:pt x="182" y="279"/>
                  </a:cubicBezTo>
                  <a:cubicBezTo>
                    <a:pt x="88" y="279"/>
                    <a:pt x="20" y="243"/>
                    <a:pt x="8" y="186"/>
                  </a:cubicBezTo>
                  <a:cubicBezTo>
                    <a:pt x="0" y="148"/>
                    <a:pt x="19" y="108"/>
                    <a:pt x="60" y="74"/>
                  </a:cubicBezTo>
                  <a:cubicBezTo>
                    <a:pt x="96" y="43"/>
                    <a:pt x="148" y="20"/>
                    <a:pt x="206" y="8"/>
                  </a:cubicBezTo>
                  <a:cubicBezTo>
                    <a:pt x="232" y="2"/>
                    <a:pt x="259" y="0"/>
                    <a:pt x="284" y="0"/>
                  </a:cubicBezTo>
                  <a:cubicBezTo>
                    <a:pt x="378" y="0"/>
                    <a:pt x="447" y="36"/>
                    <a:pt x="458" y="93"/>
                  </a:cubicBezTo>
                  <a:cubicBezTo>
                    <a:pt x="466" y="131"/>
                    <a:pt x="448" y="171"/>
                    <a:pt x="407" y="205"/>
                  </a:cubicBezTo>
                  <a:cubicBezTo>
                    <a:pt x="370" y="236"/>
                    <a:pt x="318" y="259"/>
                    <a:pt x="260" y="271"/>
                  </a:cubicBezTo>
                  <a:cubicBezTo>
                    <a:pt x="234" y="277"/>
                    <a:pt x="207" y="279"/>
                    <a:pt x="182" y="279"/>
                  </a:cubicBezTo>
                  <a:close/>
                  <a:moveTo>
                    <a:pt x="284" y="48"/>
                  </a:moveTo>
                  <a:cubicBezTo>
                    <a:pt x="262" y="48"/>
                    <a:pt x="239" y="50"/>
                    <a:pt x="216" y="55"/>
                  </a:cubicBezTo>
                  <a:cubicBezTo>
                    <a:pt x="166" y="65"/>
                    <a:pt x="121" y="85"/>
                    <a:pt x="90" y="111"/>
                  </a:cubicBezTo>
                  <a:cubicBezTo>
                    <a:pt x="64" y="133"/>
                    <a:pt x="51" y="156"/>
                    <a:pt x="55" y="176"/>
                  </a:cubicBezTo>
                  <a:cubicBezTo>
                    <a:pt x="62" y="209"/>
                    <a:pt x="114" y="231"/>
                    <a:pt x="182" y="231"/>
                  </a:cubicBezTo>
                  <a:cubicBezTo>
                    <a:pt x="182" y="231"/>
                    <a:pt x="182" y="231"/>
                    <a:pt x="182" y="231"/>
                  </a:cubicBezTo>
                  <a:cubicBezTo>
                    <a:pt x="204" y="231"/>
                    <a:pt x="227" y="229"/>
                    <a:pt x="250" y="224"/>
                  </a:cubicBezTo>
                  <a:cubicBezTo>
                    <a:pt x="301" y="214"/>
                    <a:pt x="345" y="194"/>
                    <a:pt x="376" y="168"/>
                  </a:cubicBezTo>
                  <a:cubicBezTo>
                    <a:pt x="402" y="146"/>
                    <a:pt x="415" y="123"/>
                    <a:pt x="411" y="103"/>
                  </a:cubicBezTo>
                  <a:cubicBezTo>
                    <a:pt x="404" y="70"/>
                    <a:pt x="352" y="48"/>
                    <a:pt x="284"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6" name="Freeform 34"/>
            <p:cNvSpPr>
              <a:spLocks/>
            </p:cNvSpPr>
            <p:nvPr/>
          </p:nvSpPr>
          <p:spPr bwMode="auto">
            <a:xfrm>
              <a:off x="7469188" y="111126"/>
              <a:ext cx="173038" cy="334963"/>
            </a:xfrm>
            <a:custGeom>
              <a:avLst/>
              <a:gdLst>
                <a:gd name="T0" fmla="*/ 47 w 403"/>
                <a:gd name="T1" fmla="*/ 783 h 783"/>
                <a:gd name="T2" fmla="*/ 0 w 403"/>
                <a:gd name="T3" fmla="*/ 774 h 783"/>
                <a:gd name="T4" fmla="*/ 150 w 403"/>
                <a:gd name="T5" fmla="*/ 0 h 783"/>
                <a:gd name="T6" fmla="*/ 180 w 403"/>
                <a:gd name="T7" fmla="*/ 24 h 783"/>
                <a:gd name="T8" fmla="*/ 338 w 403"/>
                <a:gd name="T9" fmla="*/ 165 h 783"/>
                <a:gd name="T10" fmla="*/ 400 w 403"/>
                <a:gd name="T11" fmla="*/ 307 h 783"/>
                <a:gd name="T12" fmla="*/ 350 w 403"/>
                <a:gd name="T13" fmla="*/ 459 h 783"/>
                <a:gd name="T14" fmla="*/ 312 w 403"/>
                <a:gd name="T15" fmla="*/ 429 h 783"/>
                <a:gd name="T16" fmla="*/ 303 w 403"/>
                <a:gd name="T17" fmla="*/ 198 h 783"/>
                <a:gd name="T18" fmla="*/ 182 w 403"/>
                <a:gd name="T19" fmla="*/ 86 h 783"/>
                <a:gd name="T20" fmla="*/ 47 w 403"/>
                <a:gd name="T21" fmla="*/ 783 h 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3" h="783">
                  <a:moveTo>
                    <a:pt x="47" y="783"/>
                  </a:moveTo>
                  <a:cubicBezTo>
                    <a:pt x="0" y="774"/>
                    <a:pt x="0" y="774"/>
                    <a:pt x="0" y="774"/>
                  </a:cubicBezTo>
                  <a:cubicBezTo>
                    <a:pt x="150" y="0"/>
                    <a:pt x="150" y="0"/>
                    <a:pt x="150" y="0"/>
                  </a:cubicBezTo>
                  <a:cubicBezTo>
                    <a:pt x="180" y="24"/>
                    <a:pt x="180" y="24"/>
                    <a:pt x="180" y="24"/>
                  </a:cubicBezTo>
                  <a:cubicBezTo>
                    <a:pt x="184" y="26"/>
                    <a:pt x="270" y="92"/>
                    <a:pt x="338" y="165"/>
                  </a:cubicBezTo>
                  <a:cubicBezTo>
                    <a:pt x="376" y="205"/>
                    <a:pt x="398" y="255"/>
                    <a:pt x="400" y="307"/>
                  </a:cubicBezTo>
                  <a:cubicBezTo>
                    <a:pt x="403" y="361"/>
                    <a:pt x="386" y="414"/>
                    <a:pt x="350" y="459"/>
                  </a:cubicBezTo>
                  <a:cubicBezTo>
                    <a:pt x="312" y="429"/>
                    <a:pt x="312" y="429"/>
                    <a:pt x="312" y="429"/>
                  </a:cubicBezTo>
                  <a:cubicBezTo>
                    <a:pt x="369" y="357"/>
                    <a:pt x="366" y="264"/>
                    <a:pt x="303" y="198"/>
                  </a:cubicBezTo>
                  <a:cubicBezTo>
                    <a:pt x="262" y="154"/>
                    <a:pt x="213" y="111"/>
                    <a:pt x="182" y="86"/>
                  </a:cubicBezTo>
                  <a:lnTo>
                    <a:pt x="47" y="7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67" name="组合 266"/>
          <p:cNvGrpSpPr/>
          <p:nvPr/>
        </p:nvGrpSpPr>
        <p:grpSpPr>
          <a:xfrm>
            <a:off x="9780411" y="149280"/>
            <a:ext cx="265745" cy="276818"/>
            <a:chOff x="8174038" y="115888"/>
            <a:chExt cx="381000" cy="396875"/>
          </a:xfrm>
          <a:solidFill>
            <a:srgbClr val="707E84"/>
          </a:solidFill>
        </p:grpSpPr>
        <p:sp>
          <p:nvSpPr>
            <p:cNvPr id="268" name="Freeform 35"/>
            <p:cNvSpPr>
              <a:spLocks/>
            </p:cNvSpPr>
            <p:nvPr/>
          </p:nvSpPr>
          <p:spPr bwMode="auto">
            <a:xfrm>
              <a:off x="8174038" y="115888"/>
              <a:ext cx="315913" cy="396875"/>
            </a:xfrm>
            <a:custGeom>
              <a:avLst/>
              <a:gdLst>
                <a:gd name="T0" fmla="*/ 81 w 199"/>
                <a:gd name="T1" fmla="*/ 250 h 250"/>
                <a:gd name="T2" fmla="*/ 0 w 199"/>
                <a:gd name="T3" fmla="*/ 250 h 250"/>
                <a:gd name="T4" fmla="*/ 0 w 199"/>
                <a:gd name="T5" fmla="*/ 52 h 250"/>
                <a:gd name="T6" fmla="*/ 53 w 199"/>
                <a:gd name="T7" fmla="*/ 0 h 250"/>
                <a:gd name="T8" fmla="*/ 199 w 199"/>
                <a:gd name="T9" fmla="*/ 0 h 250"/>
                <a:gd name="T10" fmla="*/ 199 w 199"/>
                <a:gd name="T11" fmla="*/ 64 h 250"/>
                <a:gd name="T12" fmla="*/ 186 w 199"/>
                <a:gd name="T13" fmla="*/ 64 h 250"/>
                <a:gd name="T14" fmla="*/ 186 w 199"/>
                <a:gd name="T15" fmla="*/ 12 h 250"/>
                <a:gd name="T16" fmla="*/ 58 w 199"/>
                <a:gd name="T17" fmla="*/ 12 h 250"/>
                <a:gd name="T18" fmla="*/ 13 w 199"/>
                <a:gd name="T19" fmla="*/ 57 h 250"/>
                <a:gd name="T20" fmla="*/ 13 w 199"/>
                <a:gd name="T21" fmla="*/ 237 h 250"/>
                <a:gd name="T22" fmla="*/ 81 w 199"/>
                <a:gd name="T23" fmla="*/ 237 h 250"/>
                <a:gd name="T24" fmla="*/ 81 w 199"/>
                <a:gd name="T25"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9" h="250">
                  <a:moveTo>
                    <a:pt x="81" y="250"/>
                  </a:moveTo>
                  <a:lnTo>
                    <a:pt x="0" y="250"/>
                  </a:lnTo>
                  <a:lnTo>
                    <a:pt x="0" y="52"/>
                  </a:lnTo>
                  <a:lnTo>
                    <a:pt x="53" y="0"/>
                  </a:lnTo>
                  <a:lnTo>
                    <a:pt x="199" y="0"/>
                  </a:lnTo>
                  <a:lnTo>
                    <a:pt x="199" y="64"/>
                  </a:lnTo>
                  <a:lnTo>
                    <a:pt x="186" y="64"/>
                  </a:lnTo>
                  <a:lnTo>
                    <a:pt x="186" y="12"/>
                  </a:lnTo>
                  <a:lnTo>
                    <a:pt x="58" y="12"/>
                  </a:lnTo>
                  <a:lnTo>
                    <a:pt x="13" y="57"/>
                  </a:lnTo>
                  <a:lnTo>
                    <a:pt x="13" y="237"/>
                  </a:lnTo>
                  <a:lnTo>
                    <a:pt x="81" y="237"/>
                  </a:lnTo>
                  <a:lnTo>
                    <a:pt x="81" y="2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9" name="Rectangle 36"/>
            <p:cNvSpPr>
              <a:spLocks noChangeArrowheads="1"/>
            </p:cNvSpPr>
            <p:nvPr/>
          </p:nvSpPr>
          <p:spPr bwMode="auto">
            <a:xfrm>
              <a:off x="8331200" y="269876"/>
              <a:ext cx="223838"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0" name="Rectangle 37"/>
            <p:cNvSpPr>
              <a:spLocks noChangeArrowheads="1"/>
            </p:cNvSpPr>
            <p:nvPr/>
          </p:nvSpPr>
          <p:spPr bwMode="auto">
            <a:xfrm>
              <a:off x="8331200" y="358776"/>
              <a:ext cx="223838"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1" name="Rectangle 38"/>
            <p:cNvSpPr>
              <a:spLocks noChangeArrowheads="1"/>
            </p:cNvSpPr>
            <p:nvPr/>
          </p:nvSpPr>
          <p:spPr bwMode="auto">
            <a:xfrm>
              <a:off x="8331200" y="458788"/>
              <a:ext cx="223838"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72" name="组合 271"/>
          <p:cNvGrpSpPr/>
          <p:nvPr/>
        </p:nvGrpSpPr>
        <p:grpSpPr>
          <a:xfrm>
            <a:off x="11251431" y="1120109"/>
            <a:ext cx="229206" cy="286784"/>
            <a:chOff x="296863" y="3614738"/>
            <a:chExt cx="328613" cy="411163"/>
          </a:xfrm>
          <a:solidFill>
            <a:srgbClr val="707E84"/>
          </a:solidFill>
        </p:grpSpPr>
        <p:sp>
          <p:nvSpPr>
            <p:cNvPr id="273" name="Freeform 40"/>
            <p:cNvSpPr>
              <a:spLocks/>
            </p:cNvSpPr>
            <p:nvPr/>
          </p:nvSpPr>
          <p:spPr bwMode="auto">
            <a:xfrm>
              <a:off x="296863" y="3614738"/>
              <a:ext cx="328613" cy="411163"/>
            </a:xfrm>
            <a:custGeom>
              <a:avLst/>
              <a:gdLst>
                <a:gd name="T0" fmla="*/ 204 w 207"/>
                <a:gd name="T1" fmla="*/ 259 h 259"/>
                <a:gd name="T2" fmla="*/ 0 w 207"/>
                <a:gd name="T3" fmla="*/ 259 h 259"/>
                <a:gd name="T4" fmla="*/ 0 w 207"/>
                <a:gd name="T5" fmla="*/ 54 h 259"/>
                <a:gd name="T6" fmla="*/ 55 w 207"/>
                <a:gd name="T7" fmla="*/ 0 h 259"/>
                <a:gd name="T8" fmla="*/ 207 w 207"/>
                <a:gd name="T9" fmla="*/ 0 h 259"/>
                <a:gd name="T10" fmla="*/ 207 w 207"/>
                <a:gd name="T11" fmla="*/ 221 h 259"/>
                <a:gd name="T12" fmla="*/ 194 w 207"/>
                <a:gd name="T13" fmla="*/ 221 h 259"/>
                <a:gd name="T14" fmla="*/ 194 w 207"/>
                <a:gd name="T15" fmla="*/ 13 h 259"/>
                <a:gd name="T16" fmla="*/ 61 w 207"/>
                <a:gd name="T17" fmla="*/ 13 h 259"/>
                <a:gd name="T18" fmla="*/ 13 w 207"/>
                <a:gd name="T19" fmla="*/ 59 h 259"/>
                <a:gd name="T20" fmla="*/ 13 w 207"/>
                <a:gd name="T21" fmla="*/ 246 h 259"/>
                <a:gd name="T22" fmla="*/ 204 w 207"/>
                <a:gd name="T23" fmla="*/ 246 h 259"/>
                <a:gd name="T24" fmla="*/ 204 w 207"/>
                <a:gd name="T25" fmla="*/ 259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7" h="259">
                  <a:moveTo>
                    <a:pt x="204" y="259"/>
                  </a:moveTo>
                  <a:lnTo>
                    <a:pt x="0" y="259"/>
                  </a:lnTo>
                  <a:lnTo>
                    <a:pt x="0" y="54"/>
                  </a:lnTo>
                  <a:lnTo>
                    <a:pt x="55" y="0"/>
                  </a:lnTo>
                  <a:lnTo>
                    <a:pt x="207" y="0"/>
                  </a:lnTo>
                  <a:lnTo>
                    <a:pt x="207" y="221"/>
                  </a:lnTo>
                  <a:lnTo>
                    <a:pt x="194" y="221"/>
                  </a:lnTo>
                  <a:lnTo>
                    <a:pt x="194" y="13"/>
                  </a:lnTo>
                  <a:lnTo>
                    <a:pt x="61" y="13"/>
                  </a:lnTo>
                  <a:lnTo>
                    <a:pt x="13" y="59"/>
                  </a:lnTo>
                  <a:lnTo>
                    <a:pt x="13" y="246"/>
                  </a:lnTo>
                  <a:lnTo>
                    <a:pt x="204" y="246"/>
                  </a:lnTo>
                  <a:lnTo>
                    <a:pt x="204" y="2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4" name="Rectangle 41"/>
            <p:cNvSpPr>
              <a:spLocks noChangeArrowheads="1"/>
            </p:cNvSpPr>
            <p:nvPr/>
          </p:nvSpPr>
          <p:spPr bwMode="auto">
            <a:xfrm>
              <a:off x="452438" y="3748088"/>
              <a:ext cx="20638" cy="1809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5" name="Rectangle 42"/>
            <p:cNvSpPr>
              <a:spLocks noChangeArrowheads="1"/>
            </p:cNvSpPr>
            <p:nvPr/>
          </p:nvSpPr>
          <p:spPr bwMode="auto">
            <a:xfrm>
              <a:off x="373063" y="3827463"/>
              <a:ext cx="180975"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6" name="Freeform 43"/>
            <p:cNvSpPr>
              <a:spLocks/>
            </p:cNvSpPr>
            <p:nvPr/>
          </p:nvSpPr>
          <p:spPr bwMode="auto">
            <a:xfrm>
              <a:off x="304800" y="3624263"/>
              <a:ext cx="107950" cy="98425"/>
            </a:xfrm>
            <a:custGeom>
              <a:avLst/>
              <a:gdLst>
                <a:gd name="T0" fmla="*/ 68 w 68"/>
                <a:gd name="T1" fmla="*/ 62 h 62"/>
                <a:gd name="T2" fmla="*/ 0 w 68"/>
                <a:gd name="T3" fmla="*/ 62 h 62"/>
                <a:gd name="T4" fmla="*/ 0 w 68"/>
                <a:gd name="T5" fmla="*/ 49 h 62"/>
                <a:gd name="T6" fmla="*/ 55 w 68"/>
                <a:gd name="T7" fmla="*/ 49 h 62"/>
                <a:gd name="T8" fmla="*/ 55 w 68"/>
                <a:gd name="T9" fmla="*/ 0 h 62"/>
                <a:gd name="T10" fmla="*/ 68 w 68"/>
                <a:gd name="T11" fmla="*/ 0 h 62"/>
                <a:gd name="T12" fmla="*/ 68 w 68"/>
                <a:gd name="T13" fmla="*/ 62 h 62"/>
              </a:gdLst>
              <a:ahLst/>
              <a:cxnLst>
                <a:cxn ang="0">
                  <a:pos x="T0" y="T1"/>
                </a:cxn>
                <a:cxn ang="0">
                  <a:pos x="T2" y="T3"/>
                </a:cxn>
                <a:cxn ang="0">
                  <a:pos x="T4" y="T5"/>
                </a:cxn>
                <a:cxn ang="0">
                  <a:pos x="T6" y="T7"/>
                </a:cxn>
                <a:cxn ang="0">
                  <a:pos x="T8" y="T9"/>
                </a:cxn>
                <a:cxn ang="0">
                  <a:pos x="T10" y="T11"/>
                </a:cxn>
                <a:cxn ang="0">
                  <a:pos x="T12" y="T13"/>
                </a:cxn>
              </a:cxnLst>
              <a:rect l="0" t="0" r="r" b="b"/>
              <a:pathLst>
                <a:path w="68" h="62">
                  <a:moveTo>
                    <a:pt x="68" y="62"/>
                  </a:moveTo>
                  <a:lnTo>
                    <a:pt x="0" y="62"/>
                  </a:lnTo>
                  <a:lnTo>
                    <a:pt x="0" y="49"/>
                  </a:lnTo>
                  <a:lnTo>
                    <a:pt x="55" y="49"/>
                  </a:lnTo>
                  <a:lnTo>
                    <a:pt x="55" y="0"/>
                  </a:lnTo>
                  <a:lnTo>
                    <a:pt x="68" y="0"/>
                  </a:lnTo>
                  <a:lnTo>
                    <a:pt x="68"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77" name="组合 276"/>
          <p:cNvGrpSpPr/>
          <p:nvPr/>
        </p:nvGrpSpPr>
        <p:grpSpPr>
          <a:xfrm>
            <a:off x="10793691" y="1601340"/>
            <a:ext cx="280140" cy="274603"/>
            <a:chOff x="1149350" y="3619501"/>
            <a:chExt cx="401638" cy="393700"/>
          </a:xfrm>
          <a:solidFill>
            <a:srgbClr val="707E84"/>
          </a:solidFill>
        </p:grpSpPr>
        <p:sp>
          <p:nvSpPr>
            <p:cNvPr id="278" name="Rectangle 44"/>
            <p:cNvSpPr>
              <a:spLocks noChangeArrowheads="1"/>
            </p:cNvSpPr>
            <p:nvPr/>
          </p:nvSpPr>
          <p:spPr bwMode="auto">
            <a:xfrm>
              <a:off x="1179513" y="3857626"/>
              <a:ext cx="20638" cy="1555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9" name="Rectangle 45"/>
            <p:cNvSpPr>
              <a:spLocks noChangeArrowheads="1"/>
            </p:cNvSpPr>
            <p:nvPr/>
          </p:nvSpPr>
          <p:spPr bwMode="auto">
            <a:xfrm>
              <a:off x="1179513" y="3619501"/>
              <a:ext cx="20638" cy="777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0" name="Rectangle 46"/>
            <p:cNvSpPr>
              <a:spLocks noChangeArrowheads="1"/>
            </p:cNvSpPr>
            <p:nvPr/>
          </p:nvSpPr>
          <p:spPr bwMode="auto">
            <a:xfrm>
              <a:off x="1339850" y="3956051"/>
              <a:ext cx="20638" cy="571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1" name="Rectangle 47"/>
            <p:cNvSpPr>
              <a:spLocks noChangeArrowheads="1"/>
            </p:cNvSpPr>
            <p:nvPr/>
          </p:nvSpPr>
          <p:spPr bwMode="auto">
            <a:xfrm>
              <a:off x="1339850" y="3619501"/>
              <a:ext cx="20638" cy="1809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2" name="Rectangle 48"/>
            <p:cNvSpPr>
              <a:spLocks noChangeArrowheads="1"/>
            </p:cNvSpPr>
            <p:nvPr/>
          </p:nvSpPr>
          <p:spPr bwMode="auto">
            <a:xfrm>
              <a:off x="1498600" y="3829051"/>
              <a:ext cx="20638" cy="1841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3" name="Rectangle 49"/>
            <p:cNvSpPr>
              <a:spLocks noChangeArrowheads="1"/>
            </p:cNvSpPr>
            <p:nvPr/>
          </p:nvSpPr>
          <p:spPr bwMode="auto">
            <a:xfrm>
              <a:off x="1498600" y="3619501"/>
              <a:ext cx="20638" cy="635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4" name="Oval 50"/>
            <p:cNvSpPr>
              <a:spLocks noChangeArrowheads="1"/>
            </p:cNvSpPr>
            <p:nvPr/>
          </p:nvSpPr>
          <p:spPr bwMode="auto">
            <a:xfrm>
              <a:off x="1468438" y="3708401"/>
              <a:ext cx="82550" cy="825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5" name="Oval 51"/>
            <p:cNvSpPr>
              <a:spLocks noChangeArrowheads="1"/>
            </p:cNvSpPr>
            <p:nvPr/>
          </p:nvSpPr>
          <p:spPr bwMode="auto">
            <a:xfrm>
              <a:off x="1308100" y="3841751"/>
              <a:ext cx="82550"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6" name="Oval 52"/>
            <p:cNvSpPr>
              <a:spLocks noChangeArrowheads="1"/>
            </p:cNvSpPr>
            <p:nvPr/>
          </p:nvSpPr>
          <p:spPr bwMode="auto">
            <a:xfrm>
              <a:off x="1149350" y="3735388"/>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87" name="组合 286"/>
          <p:cNvGrpSpPr/>
          <p:nvPr/>
        </p:nvGrpSpPr>
        <p:grpSpPr>
          <a:xfrm>
            <a:off x="11709558" y="1095954"/>
            <a:ext cx="274603" cy="280140"/>
            <a:chOff x="2027238" y="3619501"/>
            <a:chExt cx="393700" cy="401638"/>
          </a:xfrm>
          <a:solidFill>
            <a:srgbClr val="707E84"/>
          </a:solidFill>
        </p:grpSpPr>
        <p:sp>
          <p:nvSpPr>
            <p:cNvPr id="288" name="Freeform 53"/>
            <p:cNvSpPr>
              <a:spLocks noEditPoints="1"/>
            </p:cNvSpPr>
            <p:nvPr/>
          </p:nvSpPr>
          <p:spPr bwMode="auto">
            <a:xfrm>
              <a:off x="2027238" y="3619501"/>
              <a:ext cx="265113" cy="401638"/>
            </a:xfrm>
            <a:custGeom>
              <a:avLst/>
              <a:gdLst>
                <a:gd name="T0" fmla="*/ 462 w 620"/>
                <a:gd name="T1" fmla="*/ 939 h 939"/>
                <a:gd name="T2" fmla="*/ 462 w 620"/>
                <a:gd name="T3" fmla="*/ 939 h 939"/>
                <a:gd name="T4" fmla="*/ 408 w 620"/>
                <a:gd name="T5" fmla="*/ 918 h 939"/>
                <a:gd name="T6" fmla="*/ 408 w 620"/>
                <a:gd name="T7" fmla="*/ 917 h 939"/>
                <a:gd name="T8" fmla="*/ 225 w 620"/>
                <a:gd name="T9" fmla="*/ 746 h 939"/>
                <a:gd name="T10" fmla="*/ 218 w 620"/>
                <a:gd name="T11" fmla="*/ 740 h 939"/>
                <a:gd name="T12" fmla="*/ 132 w 620"/>
                <a:gd name="T13" fmla="*/ 683 h 939"/>
                <a:gd name="T14" fmla="*/ 112 w 620"/>
                <a:gd name="T15" fmla="*/ 678 h 939"/>
                <a:gd name="T16" fmla="*/ 111 w 620"/>
                <a:gd name="T17" fmla="*/ 678 h 939"/>
                <a:gd name="T18" fmla="*/ 109 w 620"/>
                <a:gd name="T19" fmla="*/ 678 h 939"/>
                <a:gd name="T20" fmla="*/ 81 w 620"/>
                <a:gd name="T21" fmla="*/ 673 h 939"/>
                <a:gd name="T22" fmla="*/ 82 w 620"/>
                <a:gd name="T23" fmla="*/ 670 h 939"/>
                <a:gd name="T24" fmla="*/ 81 w 620"/>
                <a:gd name="T25" fmla="*/ 670 h 939"/>
                <a:gd name="T26" fmla="*/ 0 w 620"/>
                <a:gd name="T27" fmla="*/ 561 h 939"/>
                <a:gd name="T28" fmla="*/ 0 w 620"/>
                <a:gd name="T29" fmla="*/ 378 h 939"/>
                <a:gd name="T30" fmla="*/ 81 w 620"/>
                <a:gd name="T31" fmla="*/ 269 h 939"/>
                <a:gd name="T32" fmla="*/ 82 w 620"/>
                <a:gd name="T33" fmla="*/ 268 h 939"/>
                <a:gd name="T34" fmla="*/ 81 w 620"/>
                <a:gd name="T35" fmla="*/ 266 h 939"/>
                <a:gd name="T36" fmla="*/ 109 w 620"/>
                <a:gd name="T37" fmla="*/ 261 h 939"/>
                <a:gd name="T38" fmla="*/ 111 w 620"/>
                <a:gd name="T39" fmla="*/ 261 h 939"/>
                <a:gd name="T40" fmla="*/ 112 w 620"/>
                <a:gd name="T41" fmla="*/ 261 h 939"/>
                <a:gd name="T42" fmla="*/ 132 w 620"/>
                <a:gd name="T43" fmla="*/ 255 h 939"/>
                <a:gd name="T44" fmla="*/ 218 w 620"/>
                <a:gd name="T45" fmla="*/ 199 h 939"/>
                <a:gd name="T46" fmla="*/ 225 w 620"/>
                <a:gd name="T47" fmla="*/ 193 h 939"/>
                <a:gd name="T48" fmla="*/ 409 w 620"/>
                <a:gd name="T49" fmla="*/ 21 h 939"/>
                <a:gd name="T50" fmla="*/ 462 w 620"/>
                <a:gd name="T51" fmla="*/ 0 h 939"/>
                <a:gd name="T52" fmla="*/ 525 w 620"/>
                <a:gd name="T53" fmla="*/ 57 h 939"/>
                <a:gd name="T54" fmla="*/ 525 w 620"/>
                <a:gd name="T55" fmla="*/ 277 h 939"/>
                <a:gd name="T56" fmla="*/ 620 w 620"/>
                <a:gd name="T57" fmla="*/ 456 h 939"/>
                <a:gd name="T58" fmla="*/ 525 w 620"/>
                <a:gd name="T59" fmla="*/ 635 h 939"/>
                <a:gd name="T60" fmla="*/ 525 w 620"/>
                <a:gd name="T61" fmla="*/ 882 h 939"/>
                <a:gd name="T62" fmla="*/ 504 w 620"/>
                <a:gd name="T63" fmla="*/ 926 h 939"/>
                <a:gd name="T64" fmla="*/ 462 w 620"/>
                <a:gd name="T65" fmla="*/ 939 h 939"/>
                <a:gd name="T66" fmla="*/ 145 w 620"/>
                <a:gd name="T67" fmla="*/ 637 h 939"/>
                <a:gd name="T68" fmla="*/ 146 w 620"/>
                <a:gd name="T69" fmla="*/ 637 h 939"/>
                <a:gd name="T70" fmla="*/ 251 w 620"/>
                <a:gd name="T71" fmla="*/ 706 h 939"/>
                <a:gd name="T72" fmla="*/ 257 w 620"/>
                <a:gd name="T73" fmla="*/ 711 h 939"/>
                <a:gd name="T74" fmla="*/ 441 w 620"/>
                <a:gd name="T75" fmla="*/ 883 h 939"/>
                <a:gd name="T76" fmla="*/ 462 w 620"/>
                <a:gd name="T77" fmla="*/ 891 h 939"/>
                <a:gd name="T78" fmla="*/ 462 w 620"/>
                <a:gd name="T79" fmla="*/ 891 h 939"/>
                <a:gd name="T80" fmla="*/ 474 w 620"/>
                <a:gd name="T81" fmla="*/ 888 h 939"/>
                <a:gd name="T82" fmla="*/ 477 w 620"/>
                <a:gd name="T83" fmla="*/ 882 h 939"/>
                <a:gd name="T84" fmla="*/ 477 w 620"/>
                <a:gd name="T85" fmla="*/ 590 h 939"/>
                <a:gd name="T86" fmla="*/ 501 w 620"/>
                <a:gd name="T87" fmla="*/ 590 h 939"/>
                <a:gd name="T88" fmla="*/ 572 w 620"/>
                <a:gd name="T89" fmla="*/ 456 h 939"/>
                <a:gd name="T90" fmla="*/ 501 w 620"/>
                <a:gd name="T91" fmla="*/ 321 h 939"/>
                <a:gd name="T92" fmla="*/ 477 w 620"/>
                <a:gd name="T93" fmla="*/ 321 h 939"/>
                <a:gd name="T94" fmla="*/ 477 w 620"/>
                <a:gd name="T95" fmla="*/ 57 h 939"/>
                <a:gd name="T96" fmla="*/ 462 w 620"/>
                <a:gd name="T97" fmla="*/ 48 h 939"/>
                <a:gd name="T98" fmla="*/ 441 w 620"/>
                <a:gd name="T99" fmla="*/ 56 h 939"/>
                <a:gd name="T100" fmla="*/ 440 w 620"/>
                <a:gd name="T101" fmla="*/ 57 h 939"/>
                <a:gd name="T102" fmla="*/ 257 w 620"/>
                <a:gd name="T103" fmla="*/ 228 h 939"/>
                <a:gd name="T104" fmla="*/ 251 w 620"/>
                <a:gd name="T105" fmla="*/ 233 h 939"/>
                <a:gd name="T106" fmla="*/ 146 w 620"/>
                <a:gd name="T107" fmla="*/ 301 h 939"/>
                <a:gd name="T108" fmla="*/ 144 w 620"/>
                <a:gd name="T109" fmla="*/ 302 h 939"/>
                <a:gd name="T110" fmla="*/ 93 w 620"/>
                <a:gd name="T111" fmla="*/ 315 h 939"/>
                <a:gd name="T112" fmla="*/ 48 w 620"/>
                <a:gd name="T113" fmla="*/ 378 h 939"/>
                <a:gd name="T114" fmla="*/ 48 w 620"/>
                <a:gd name="T115" fmla="*/ 561 h 939"/>
                <a:gd name="T116" fmla="*/ 93 w 620"/>
                <a:gd name="T117" fmla="*/ 624 h 939"/>
                <a:gd name="T118" fmla="*/ 145 w 620"/>
                <a:gd name="T119" fmla="*/ 637 h 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20" h="939">
                  <a:moveTo>
                    <a:pt x="462" y="939"/>
                  </a:moveTo>
                  <a:cubicBezTo>
                    <a:pt x="462" y="939"/>
                    <a:pt x="462" y="939"/>
                    <a:pt x="462" y="939"/>
                  </a:cubicBezTo>
                  <a:cubicBezTo>
                    <a:pt x="442" y="939"/>
                    <a:pt x="422" y="931"/>
                    <a:pt x="408" y="918"/>
                  </a:cubicBezTo>
                  <a:cubicBezTo>
                    <a:pt x="408" y="917"/>
                    <a:pt x="408" y="917"/>
                    <a:pt x="408" y="917"/>
                  </a:cubicBezTo>
                  <a:cubicBezTo>
                    <a:pt x="225" y="746"/>
                    <a:pt x="225" y="746"/>
                    <a:pt x="225" y="746"/>
                  </a:cubicBezTo>
                  <a:cubicBezTo>
                    <a:pt x="222" y="744"/>
                    <a:pt x="220" y="742"/>
                    <a:pt x="218" y="740"/>
                  </a:cubicBezTo>
                  <a:cubicBezTo>
                    <a:pt x="198" y="721"/>
                    <a:pt x="172" y="696"/>
                    <a:pt x="132" y="683"/>
                  </a:cubicBezTo>
                  <a:cubicBezTo>
                    <a:pt x="112" y="678"/>
                    <a:pt x="112" y="678"/>
                    <a:pt x="112" y="678"/>
                  </a:cubicBezTo>
                  <a:cubicBezTo>
                    <a:pt x="112" y="678"/>
                    <a:pt x="111" y="678"/>
                    <a:pt x="111" y="678"/>
                  </a:cubicBezTo>
                  <a:cubicBezTo>
                    <a:pt x="110" y="678"/>
                    <a:pt x="110" y="678"/>
                    <a:pt x="109" y="678"/>
                  </a:cubicBezTo>
                  <a:cubicBezTo>
                    <a:pt x="81" y="673"/>
                    <a:pt x="81" y="673"/>
                    <a:pt x="81" y="673"/>
                  </a:cubicBezTo>
                  <a:cubicBezTo>
                    <a:pt x="82" y="670"/>
                    <a:pt x="82" y="670"/>
                    <a:pt x="82" y="670"/>
                  </a:cubicBezTo>
                  <a:cubicBezTo>
                    <a:pt x="81" y="670"/>
                    <a:pt x="81" y="670"/>
                    <a:pt x="81" y="670"/>
                  </a:cubicBezTo>
                  <a:cubicBezTo>
                    <a:pt x="36" y="659"/>
                    <a:pt x="0" y="610"/>
                    <a:pt x="0" y="561"/>
                  </a:cubicBezTo>
                  <a:cubicBezTo>
                    <a:pt x="0" y="378"/>
                    <a:pt x="0" y="378"/>
                    <a:pt x="0" y="378"/>
                  </a:cubicBezTo>
                  <a:cubicBezTo>
                    <a:pt x="0" y="329"/>
                    <a:pt x="36" y="280"/>
                    <a:pt x="81" y="269"/>
                  </a:cubicBezTo>
                  <a:cubicBezTo>
                    <a:pt x="82" y="268"/>
                    <a:pt x="82" y="268"/>
                    <a:pt x="82" y="268"/>
                  </a:cubicBezTo>
                  <a:cubicBezTo>
                    <a:pt x="81" y="266"/>
                    <a:pt x="81" y="266"/>
                    <a:pt x="81" y="266"/>
                  </a:cubicBezTo>
                  <a:cubicBezTo>
                    <a:pt x="109" y="261"/>
                    <a:pt x="109" y="261"/>
                    <a:pt x="109" y="261"/>
                  </a:cubicBezTo>
                  <a:cubicBezTo>
                    <a:pt x="110" y="261"/>
                    <a:pt x="110" y="261"/>
                    <a:pt x="111" y="261"/>
                  </a:cubicBezTo>
                  <a:cubicBezTo>
                    <a:pt x="112" y="261"/>
                    <a:pt x="112" y="261"/>
                    <a:pt x="112" y="261"/>
                  </a:cubicBezTo>
                  <a:cubicBezTo>
                    <a:pt x="132" y="255"/>
                    <a:pt x="132" y="255"/>
                    <a:pt x="132" y="255"/>
                  </a:cubicBezTo>
                  <a:cubicBezTo>
                    <a:pt x="172" y="243"/>
                    <a:pt x="198" y="218"/>
                    <a:pt x="218" y="199"/>
                  </a:cubicBezTo>
                  <a:cubicBezTo>
                    <a:pt x="220" y="196"/>
                    <a:pt x="222" y="194"/>
                    <a:pt x="225" y="193"/>
                  </a:cubicBezTo>
                  <a:cubicBezTo>
                    <a:pt x="409" y="21"/>
                    <a:pt x="409" y="21"/>
                    <a:pt x="409" y="21"/>
                  </a:cubicBezTo>
                  <a:cubicBezTo>
                    <a:pt x="422" y="8"/>
                    <a:pt x="442" y="0"/>
                    <a:pt x="462" y="0"/>
                  </a:cubicBezTo>
                  <a:cubicBezTo>
                    <a:pt x="498" y="0"/>
                    <a:pt x="525" y="24"/>
                    <a:pt x="525" y="57"/>
                  </a:cubicBezTo>
                  <a:cubicBezTo>
                    <a:pt x="525" y="277"/>
                    <a:pt x="525" y="277"/>
                    <a:pt x="525" y="277"/>
                  </a:cubicBezTo>
                  <a:cubicBezTo>
                    <a:pt x="580" y="293"/>
                    <a:pt x="620" y="366"/>
                    <a:pt x="620" y="456"/>
                  </a:cubicBezTo>
                  <a:cubicBezTo>
                    <a:pt x="620" y="545"/>
                    <a:pt x="580" y="618"/>
                    <a:pt x="525" y="635"/>
                  </a:cubicBezTo>
                  <a:cubicBezTo>
                    <a:pt x="525" y="882"/>
                    <a:pt x="525" y="882"/>
                    <a:pt x="525" y="882"/>
                  </a:cubicBezTo>
                  <a:cubicBezTo>
                    <a:pt x="525" y="900"/>
                    <a:pt x="517" y="915"/>
                    <a:pt x="504" y="926"/>
                  </a:cubicBezTo>
                  <a:cubicBezTo>
                    <a:pt x="493" y="934"/>
                    <a:pt x="478" y="939"/>
                    <a:pt x="462" y="939"/>
                  </a:cubicBezTo>
                  <a:close/>
                  <a:moveTo>
                    <a:pt x="145" y="637"/>
                  </a:moveTo>
                  <a:cubicBezTo>
                    <a:pt x="146" y="637"/>
                    <a:pt x="146" y="637"/>
                    <a:pt x="146" y="637"/>
                  </a:cubicBezTo>
                  <a:cubicBezTo>
                    <a:pt x="197" y="654"/>
                    <a:pt x="228" y="684"/>
                    <a:pt x="251" y="706"/>
                  </a:cubicBezTo>
                  <a:cubicBezTo>
                    <a:pt x="253" y="707"/>
                    <a:pt x="255" y="709"/>
                    <a:pt x="257" y="711"/>
                  </a:cubicBezTo>
                  <a:cubicBezTo>
                    <a:pt x="441" y="883"/>
                    <a:pt x="441" y="883"/>
                    <a:pt x="441" y="883"/>
                  </a:cubicBezTo>
                  <a:cubicBezTo>
                    <a:pt x="446" y="888"/>
                    <a:pt x="454" y="891"/>
                    <a:pt x="462" y="891"/>
                  </a:cubicBezTo>
                  <a:cubicBezTo>
                    <a:pt x="462" y="891"/>
                    <a:pt x="462" y="891"/>
                    <a:pt x="462" y="891"/>
                  </a:cubicBezTo>
                  <a:cubicBezTo>
                    <a:pt x="467" y="891"/>
                    <a:pt x="472" y="890"/>
                    <a:pt x="474" y="888"/>
                  </a:cubicBezTo>
                  <a:cubicBezTo>
                    <a:pt x="476" y="886"/>
                    <a:pt x="477" y="885"/>
                    <a:pt x="477" y="882"/>
                  </a:cubicBezTo>
                  <a:cubicBezTo>
                    <a:pt x="477" y="590"/>
                    <a:pt x="477" y="590"/>
                    <a:pt x="477" y="590"/>
                  </a:cubicBezTo>
                  <a:cubicBezTo>
                    <a:pt x="501" y="590"/>
                    <a:pt x="501" y="590"/>
                    <a:pt x="501" y="590"/>
                  </a:cubicBezTo>
                  <a:cubicBezTo>
                    <a:pt x="534" y="590"/>
                    <a:pt x="572" y="535"/>
                    <a:pt x="572" y="456"/>
                  </a:cubicBezTo>
                  <a:cubicBezTo>
                    <a:pt x="572" y="376"/>
                    <a:pt x="534" y="321"/>
                    <a:pt x="501" y="321"/>
                  </a:cubicBezTo>
                  <a:cubicBezTo>
                    <a:pt x="477" y="321"/>
                    <a:pt x="477" y="321"/>
                    <a:pt x="477" y="321"/>
                  </a:cubicBezTo>
                  <a:cubicBezTo>
                    <a:pt x="477" y="57"/>
                    <a:pt x="477" y="57"/>
                    <a:pt x="477" y="57"/>
                  </a:cubicBezTo>
                  <a:cubicBezTo>
                    <a:pt x="477" y="49"/>
                    <a:pt x="466" y="48"/>
                    <a:pt x="462" y="48"/>
                  </a:cubicBezTo>
                  <a:cubicBezTo>
                    <a:pt x="454" y="48"/>
                    <a:pt x="446" y="51"/>
                    <a:pt x="441" y="56"/>
                  </a:cubicBezTo>
                  <a:cubicBezTo>
                    <a:pt x="440" y="57"/>
                    <a:pt x="440" y="57"/>
                    <a:pt x="440" y="57"/>
                  </a:cubicBezTo>
                  <a:cubicBezTo>
                    <a:pt x="257" y="228"/>
                    <a:pt x="257" y="228"/>
                    <a:pt x="257" y="228"/>
                  </a:cubicBezTo>
                  <a:cubicBezTo>
                    <a:pt x="255" y="229"/>
                    <a:pt x="253" y="231"/>
                    <a:pt x="251" y="233"/>
                  </a:cubicBezTo>
                  <a:cubicBezTo>
                    <a:pt x="228" y="255"/>
                    <a:pt x="197" y="285"/>
                    <a:pt x="146" y="301"/>
                  </a:cubicBezTo>
                  <a:cubicBezTo>
                    <a:pt x="144" y="302"/>
                    <a:pt x="144" y="302"/>
                    <a:pt x="144" y="302"/>
                  </a:cubicBezTo>
                  <a:cubicBezTo>
                    <a:pt x="93" y="315"/>
                    <a:pt x="93" y="315"/>
                    <a:pt x="93" y="315"/>
                  </a:cubicBezTo>
                  <a:cubicBezTo>
                    <a:pt x="69" y="321"/>
                    <a:pt x="48" y="351"/>
                    <a:pt x="48" y="378"/>
                  </a:cubicBezTo>
                  <a:cubicBezTo>
                    <a:pt x="48" y="561"/>
                    <a:pt x="48" y="561"/>
                    <a:pt x="48" y="561"/>
                  </a:cubicBezTo>
                  <a:cubicBezTo>
                    <a:pt x="48" y="588"/>
                    <a:pt x="69" y="618"/>
                    <a:pt x="93" y="624"/>
                  </a:cubicBezTo>
                  <a:cubicBezTo>
                    <a:pt x="145" y="637"/>
                    <a:pt x="145" y="637"/>
                    <a:pt x="145" y="6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9" name="Freeform 54"/>
            <p:cNvSpPr>
              <a:spLocks/>
            </p:cNvSpPr>
            <p:nvPr/>
          </p:nvSpPr>
          <p:spPr bwMode="auto">
            <a:xfrm>
              <a:off x="2365375" y="3716338"/>
              <a:ext cx="55563" cy="188913"/>
            </a:xfrm>
            <a:custGeom>
              <a:avLst/>
              <a:gdLst>
                <a:gd name="T0" fmla="*/ 45 w 133"/>
                <a:gd name="T1" fmla="*/ 442 h 442"/>
                <a:gd name="T2" fmla="*/ 10 w 133"/>
                <a:gd name="T3" fmla="*/ 409 h 442"/>
                <a:gd name="T4" fmla="*/ 82 w 133"/>
                <a:gd name="T5" fmla="*/ 220 h 442"/>
                <a:gd name="T6" fmla="*/ 0 w 133"/>
                <a:gd name="T7" fmla="*/ 35 h 442"/>
                <a:gd name="T8" fmla="*/ 33 w 133"/>
                <a:gd name="T9" fmla="*/ 0 h 442"/>
                <a:gd name="T10" fmla="*/ 130 w 133"/>
                <a:gd name="T11" fmla="*/ 219 h 442"/>
                <a:gd name="T12" fmla="*/ 45 w 133"/>
                <a:gd name="T13" fmla="*/ 442 h 442"/>
              </a:gdLst>
              <a:ahLst/>
              <a:cxnLst>
                <a:cxn ang="0">
                  <a:pos x="T0" y="T1"/>
                </a:cxn>
                <a:cxn ang="0">
                  <a:pos x="T2" y="T3"/>
                </a:cxn>
                <a:cxn ang="0">
                  <a:pos x="T4" y="T5"/>
                </a:cxn>
                <a:cxn ang="0">
                  <a:pos x="T6" y="T7"/>
                </a:cxn>
                <a:cxn ang="0">
                  <a:pos x="T8" y="T9"/>
                </a:cxn>
                <a:cxn ang="0">
                  <a:pos x="T10" y="T11"/>
                </a:cxn>
                <a:cxn ang="0">
                  <a:pos x="T12" y="T13"/>
                </a:cxn>
              </a:cxnLst>
              <a:rect l="0" t="0" r="r" b="b"/>
              <a:pathLst>
                <a:path w="133" h="442">
                  <a:moveTo>
                    <a:pt x="45" y="442"/>
                  </a:moveTo>
                  <a:cubicBezTo>
                    <a:pt x="10" y="409"/>
                    <a:pt x="10" y="409"/>
                    <a:pt x="10" y="409"/>
                  </a:cubicBezTo>
                  <a:cubicBezTo>
                    <a:pt x="59" y="358"/>
                    <a:pt x="84" y="291"/>
                    <a:pt x="82" y="220"/>
                  </a:cubicBezTo>
                  <a:cubicBezTo>
                    <a:pt x="81" y="150"/>
                    <a:pt x="51" y="84"/>
                    <a:pt x="0" y="35"/>
                  </a:cubicBezTo>
                  <a:cubicBezTo>
                    <a:pt x="33" y="0"/>
                    <a:pt x="33" y="0"/>
                    <a:pt x="33" y="0"/>
                  </a:cubicBezTo>
                  <a:cubicBezTo>
                    <a:pt x="94" y="58"/>
                    <a:pt x="128" y="135"/>
                    <a:pt x="130" y="219"/>
                  </a:cubicBezTo>
                  <a:cubicBezTo>
                    <a:pt x="133" y="302"/>
                    <a:pt x="102" y="382"/>
                    <a:pt x="45" y="4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0" name="Freeform 55"/>
            <p:cNvSpPr>
              <a:spLocks/>
            </p:cNvSpPr>
            <p:nvPr/>
          </p:nvSpPr>
          <p:spPr bwMode="auto">
            <a:xfrm>
              <a:off x="2324100" y="3763963"/>
              <a:ext cx="38100" cy="100013"/>
            </a:xfrm>
            <a:custGeom>
              <a:avLst/>
              <a:gdLst>
                <a:gd name="T0" fmla="*/ 40 w 86"/>
                <a:gd name="T1" fmla="*/ 235 h 235"/>
                <a:gd name="T2" fmla="*/ 5 w 86"/>
                <a:gd name="T3" fmla="*/ 202 h 235"/>
                <a:gd name="T4" fmla="*/ 37 w 86"/>
                <a:gd name="T5" fmla="*/ 118 h 235"/>
                <a:gd name="T6" fmla="*/ 0 w 86"/>
                <a:gd name="T7" fmla="*/ 35 h 235"/>
                <a:gd name="T8" fmla="*/ 33 w 86"/>
                <a:gd name="T9" fmla="*/ 0 h 235"/>
                <a:gd name="T10" fmla="*/ 85 w 86"/>
                <a:gd name="T11" fmla="*/ 116 h 235"/>
                <a:gd name="T12" fmla="*/ 40 w 86"/>
                <a:gd name="T13" fmla="*/ 235 h 235"/>
              </a:gdLst>
              <a:ahLst/>
              <a:cxnLst>
                <a:cxn ang="0">
                  <a:pos x="T0" y="T1"/>
                </a:cxn>
                <a:cxn ang="0">
                  <a:pos x="T2" y="T3"/>
                </a:cxn>
                <a:cxn ang="0">
                  <a:pos x="T4" y="T5"/>
                </a:cxn>
                <a:cxn ang="0">
                  <a:pos x="T6" y="T7"/>
                </a:cxn>
                <a:cxn ang="0">
                  <a:pos x="T8" y="T9"/>
                </a:cxn>
                <a:cxn ang="0">
                  <a:pos x="T10" y="T11"/>
                </a:cxn>
                <a:cxn ang="0">
                  <a:pos x="T12" y="T13"/>
                </a:cxn>
              </a:cxnLst>
              <a:rect l="0" t="0" r="r" b="b"/>
              <a:pathLst>
                <a:path w="86" h="235">
                  <a:moveTo>
                    <a:pt x="40" y="235"/>
                  </a:moveTo>
                  <a:cubicBezTo>
                    <a:pt x="5" y="202"/>
                    <a:pt x="5" y="202"/>
                    <a:pt x="5" y="202"/>
                  </a:cubicBezTo>
                  <a:cubicBezTo>
                    <a:pt x="26" y="179"/>
                    <a:pt x="38" y="149"/>
                    <a:pt x="37" y="118"/>
                  </a:cubicBezTo>
                  <a:cubicBezTo>
                    <a:pt x="36" y="86"/>
                    <a:pt x="23" y="57"/>
                    <a:pt x="0" y="35"/>
                  </a:cubicBezTo>
                  <a:cubicBezTo>
                    <a:pt x="33" y="0"/>
                    <a:pt x="33" y="0"/>
                    <a:pt x="33" y="0"/>
                  </a:cubicBezTo>
                  <a:cubicBezTo>
                    <a:pt x="66" y="31"/>
                    <a:pt x="84" y="72"/>
                    <a:pt x="85" y="116"/>
                  </a:cubicBezTo>
                  <a:cubicBezTo>
                    <a:pt x="86" y="161"/>
                    <a:pt x="70" y="203"/>
                    <a:pt x="40" y="2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91" name="组合 290"/>
          <p:cNvGrpSpPr/>
          <p:nvPr/>
        </p:nvGrpSpPr>
        <p:grpSpPr>
          <a:xfrm>
            <a:off x="8731938" y="619135"/>
            <a:ext cx="282355" cy="269067"/>
            <a:chOff x="6408738" y="1009651"/>
            <a:chExt cx="404813" cy="385762"/>
          </a:xfrm>
          <a:solidFill>
            <a:srgbClr val="707E84"/>
          </a:solidFill>
        </p:grpSpPr>
        <p:sp>
          <p:nvSpPr>
            <p:cNvPr id="292" name="Freeform 86"/>
            <p:cNvSpPr>
              <a:spLocks/>
            </p:cNvSpPr>
            <p:nvPr/>
          </p:nvSpPr>
          <p:spPr bwMode="auto">
            <a:xfrm>
              <a:off x="6408738" y="1014413"/>
              <a:ext cx="377825" cy="381000"/>
            </a:xfrm>
            <a:custGeom>
              <a:avLst/>
              <a:gdLst>
                <a:gd name="T0" fmla="*/ 780 w 883"/>
                <a:gd name="T1" fmla="*/ 889 h 889"/>
                <a:gd name="T2" fmla="*/ 103 w 883"/>
                <a:gd name="T3" fmla="*/ 889 h 889"/>
                <a:gd name="T4" fmla="*/ 0 w 883"/>
                <a:gd name="T5" fmla="*/ 786 h 889"/>
                <a:gd name="T6" fmla="*/ 0 w 883"/>
                <a:gd name="T7" fmla="*/ 103 h 889"/>
                <a:gd name="T8" fmla="*/ 103 w 883"/>
                <a:gd name="T9" fmla="*/ 0 h 889"/>
                <a:gd name="T10" fmla="*/ 479 w 883"/>
                <a:gd name="T11" fmla="*/ 0 h 889"/>
                <a:gd name="T12" fmla="*/ 479 w 883"/>
                <a:gd name="T13" fmla="*/ 40 h 889"/>
                <a:gd name="T14" fmla="*/ 103 w 883"/>
                <a:gd name="T15" fmla="*/ 40 h 889"/>
                <a:gd name="T16" fmla="*/ 40 w 883"/>
                <a:gd name="T17" fmla="*/ 103 h 889"/>
                <a:gd name="T18" fmla="*/ 40 w 883"/>
                <a:gd name="T19" fmla="*/ 786 h 889"/>
                <a:gd name="T20" fmla="*/ 103 w 883"/>
                <a:gd name="T21" fmla="*/ 849 h 889"/>
                <a:gd name="T22" fmla="*/ 780 w 883"/>
                <a:gd name="T23" fmla="*/ 849 h 889"/>
                <a:gd name="T24" fmla="*/ 843 w 883"/>
                <a:gd name="T25" fmla="*/ 786 h 889"/>
                <a:gd name="T26" fmla="*/ 843 w 883"/>
                <a:gd name="T27" fmla="*/ 558 h 889"/>
                <a:gd name="T28" fmla="*/ 883 w 883"/>
                <a:gd name="T29" fmla="*/ 558 h 889"/>
                <a:gd name="T30" fmla="*/ 883 w 883"/>
                <a:gd name="T31" fmla="*/ 786 h 889"/>
                <a:gd name="T32" fmla="*/ 780 w 883"/>
                <a:gd name="T33" fmla="*/ 889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83" h="889">
                  <a:moveTo>
                    <a:pt x="780" y="889"/>
                  </a:moveTo>
                  <a:cubicBezTo>
                    <a:pt x="103" y="889"/>
                    <a:pt x="103" y="889"/>
                    <a:pt x="103" y="889"/>
                  </a:cubicBezTo>
                  <a:cubicBezTo>
                    <a:pt x="46" y="889"/>
                    <a:pt x="0" y="843"/>
                    <a:pt x="0" y="786"/>
                  </a:cubicBezTo>
                  <a:cubicBezTo>
                    <a:pt x="0" y="103"/>
                    <a:pt x="0" y="103"/>
                    <a:pt x="0" y="103"/>
                  </a:cubicBezTo>
                  <a:cubicBezTo>
                    <a:pt x="0" y="46"/>
                    <a:pt x="46" y="0"/>
                    <a:pt x="103" y="0"/>
                  </a:cubicBezTo>
                  <a:cubicBezTo>
                    <a:pt x="479" y="0"/>
                    <a:pt x="479" y="0"/>
                    <a:pt x="479" y="0"/>
                  </a:cubicBezTo>
                  <a:cubicBezTo>
                    <a:pt x="479" y="40"/>
                    <a:pt x="479" y="40"/>
                    <a:pt x="479" y="40"/>
                  </a:cubicBezTo>
                  <a:cubicBezTo>
                    <a:pt x="103" y="40"/>
                    <a:pt x="103" y="40"/>
                    <a:pt x="103" y="40"/>
                  </a:cubicBezTo>
                  <a:cubicBezTo>
                    <a:pt x="68" y="40"/>
                    <a:pt x="40" y="69"/>
                    <a:pt x="40" y="103"/>
                  </a:cubicBezTo>
                  <a:cubicBezTo>
                    <a:pt x="40" y="786"/>
                    <a:pt x="40" y="786"/>
                    <a:pt x="40" y="786"/>
                  </a:cubicBezTo>
                  <a:cubicBezTo>
                    <a:pt x="40" y="821"/>
                    <a:pt x="68" y="849"/>
                    <a:pt x="103" y="849"/>
                  </a:cubicBezTo>
                  <a:cubicBezTo>
                    <a:pt x="780" y="849"/>
                    <a:pt x="780" y="849"/>
                    <a:pt x="780" y="849"/>
                  </a:cubicBezTo>
                  <a:cubicBezTo>
                    <a:pt x="815" y="849"/>
                    <a:pt x="843" y="821"/>
                    <a:pt x="843" y="786"/>
                  </a:cubicBezTo>
                  <a:cubicBezTo>
                    <a:pt x="843" y="558"/>
                    <a:pt x="843" y="558"/>
                    <a:pt x="843" y="558"/>
                  </a:cubicBezTo>
                  <a:cubicBezTo>
                    <a:pt x="883" y="558"/>
                    <a:pt x="883" y="558"/>
                    <a:pt x="883" y="558"/>
                  </a:cubicBezTo>
                  <a:cubicBezTo>
                    <a:pt x="883" y="786"/>
                    <a:pt x="883" y="786"/>
                    <a:pt x="883" y="786"/>
                  </a:cubicBezTo>
                  <a:cubicBezTo>
                    <a:pt x="883" y="843"/>
                    <a:pt x="837" y="889"/>
                    <a:pt x="780" y="8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3" name="Freeform 87"/>
            <p:cNvSpPr>
              <a:spLocks noEditPoints="1"/>
            </p:cNvSpPr>
            <p:nvPr/>
          </p:nvSpPr>
          <p:spPr bwMode="auto">
            <a:xfrm>
              <a:off x="6500813" y="1009651"/>
              <a:ext cx="312738" cy="311150"/>
            </a:xfrm>
            <a:custGeom>
              <a:avLst/>
              <a:gdLst>
                <a:gd name="T0" fmla="*/ 21 w 730"/>
                <a:gd name="T1" fmla="*/ 726 h 726"/>
                <a:gd name="T2" fmla="*/ 7 w 730"/>
                <a:gd name="T3" fmla="*/ 720 h 726"/>
                <a:gd name="T4" fmla="*/ 2 w 730"/>
                <a:gd name="T5" fmla="*/ 701 h 726"/>
                <a:gd name="T6" fmla="*/ 65 w 730"/>
                <a:gd name="T7" fmla="*/ 479 h 726"/>
                <a:gd name="T8" fmla="*/ 70 w 730"/>
                <a:gd name="T9" fmla="*/ 470 h 726"/>
                <a:gd name="T10" fmla="*/ 534 w 730"/>
                <a:gd name="T11" fmla="*/ 6 h 726"/>
                <a:gd name="T12" fmla="*/ 549 w 730"/>
                <a:gd name="T13" fmla="*/ 0 h 726"/>
                <a:gd name="T14" fmla="*/ 563 w 730"/>
                <a:gd name="T15" fmla="*/ 6 h 726"/>
                <a:gd name="T16" fmla="*/ 724 w 730"/>
                <a:gd name="T17" fmla="*/ 167 h 726"/>
                <a:gd name="T18" fmla="*/ 730 w 730"/>
                <a:gd name="T19" fmla="*/ 181 h 726"/>
                <a:gd name="T20" fmla="*/ 724 w 730"/>
                <a:gd name="T21" fmla="*/ 196 h 726"/>
                <a:gd name="T22" fmla="*/ 260 w 730"/>
                <a:gd name="T23" fmla="*/ 660 h 726"/>
                <a:gd name="T24" fmla="*/ 251 w 730"/>
                <a:gd name="T25" fmla="*/ 665 h 726"/>
                <a:gd name="T26" fmla="*/ 27 w 730"/>
                <a:gd name="T27" fmla="*/ 726 h 726"/>
                <a:gd name="T28" fmla="*/ 21 w 730"/>
                <a:gd name="T29" fmla="*/ 726 h 726"/>
                <a:gd name="T30" fmla="*/ 102 w 730"/>
                <a:gd name="T31" fmla="*/ 495 h 726"/>
                <a:gd name="T32" fmla="*/ 50 w 730"/>
                <a:gd name="T33" fmla="*/ 678 h 726"/>
                <a:gd name="T34" fmla="*/ 235 w 730"/>
                <a:gd name="T35" fmla="*/ 628 h 726"/>
                <a:gd name="T36" fmla="*/ 682 w 730"/>
                <a:gd name="T37" fmla="*/ 181 h 726"/>
                <a:gd name="T38" fmla="*/ 549 w 730"/>
                <a:gd name="T39" fmla="*/ 49 h 726"/>
                <a:gd name="T40" fmla="*/ 102 w 730"/>
                <a:gd name="T41" fmla="*/ 495 h 7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30" h="726">
                  <a:moveTo>
                    <a:pt x="21" y="726"/>
                  </a:moveTo>
                  <a:cubicBezTo>
                    <a:pt x="16" y="726"/>
                    <a:pt x="11" y="724"/>
                    <a:pt x="7" y="720"/>
                  </a:cubicBezTo>
                  <a:cubicBezTo>
                    <a:pt x="2" y="715"/>
                    <a:pt x="0" y="708"/>
                    <a:pt x="2" y="701"/>
                  </a:cubicBezTo>
                  <a:cubicBezTo>
                    <a:pt x="65" y="479"/>
                    <a:pt x="65" y="479"/>
                    <a:pt x="65" y="479"/>
                  </a:cubicBezTo>
                  <a:cubicBezTo>
                    <a:pt x="66" y="476"/>
                    <a:pt x="68" y="473"/>
                    <a:pt x="70" y="470"/>
                  </a:cubicBezTo>
                  <a:cubicBezTo>
                    <a:pt x="534" y="6"/>
                    <a:pt x="534" y="6"/>
                    <a:pt x="534" y="6"/>
                  </a:cubicBezTo>
                  <a:cubicBezTo>
                    <a:pt x="538" y="2"/>
                    <a:pt x="543" y="0"/>
                    <a:pt x="549" y="0"/>
                  </a:cubicBezTo>
                  <a:cubicBezTo>
                    <a:pt x="554" y="0"/>
                    <a:pt x="559" y="2"/>
                    <a:pt x="563" y="6"/>
                  </a:cubicBezTo>
                  <a:cubicBezTo>
                    <a:pt x="724" y="167"/>
                    <a:pt x="724" y="167"/>
                    <a:pt x="724" y="167"/>
                  </a:cubicBezTo>
                  <a:cubicBezTo>
                    <a:pt x="728" y="171"/>
                    <a:pt x="730" y="176"/>
                    <a:pt x="730" y="181"/>
                  </a:cubicBezTo>
                  <a:cubicBezTo>
                    <a:pt x="730" y="187"/>
                    <a:pt x="728" y="192"/>
                    <a:pt x="724" y="196"/>
                  </a:cubicBezTo>
                  <a:cubicBezTo>
                    <a:pt x="260" y="660"/>
                    <a:pt x="260" y="660"/>
                    <a:pt x="260" y="660"/>
                  </a:cubicBezTo>
                  <a:cubicBezTo>
                    <a:pt x="257" y="662"/>
                    <a:pt x="254" y="664"/>
                    <a:pt x="251" y="665"/>
                  </a:cubicBezTo>
                  <a:cubicBezTo>
                    <a:pt x="27" y="726"/>
                    <a:pt x="27" y="726"/>
                    <a:pt x="27" y="726"/>
                  </a:cubicBezTo>
                  <a:cubicBezTo>
                    <a:pt x="25" y="726"/>
                    <a:pt x="23" y="726"/>
                    <a:pt x="21" y="726"/>
                  </a:cubicBezTo>
                  <a:close/>
                  <a:moveTo>
                    <a:pt x="102" y="495"/>
                  </a:moveTo>
                  <a:cubicBezTo>
                    <a:pt x="50" y="678"/>
                    <a:pt x="50" y="678"/>
                    <a:pt x="50" y="678"/>
                  </a:cubicBezTo>
                  <a:cubicBezTo>
                    <a:pt x="235" y="628"/>
                    <a:pt x="235" y="628"/>
                    <a:pt x="235" y="628"/>
                  </a:cubicBezTo>
                  <a:cubicBezTo>
                    <a:pt x="682" y="181"/>
                    <a:pt x="682" y="181"/>
                    <a:pt x="682" y="181"/>
                  </a:cubicBezTo>
                  <a:cubicBezTo>
                    <a:pt x="549" y="49"/>
                    <a:pt x="549" y="49"/>
                    <a:pt x="549" y="49"/>
                  </a:cubicBezTo>
                  <a:lnTo>
                    <a:pt x="102" y="4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4" name="Freeform 88"/>
            <p:cNvSpPr>
              <a:spLocks/>
            </p:cNvSpPr>
            <p:nvPr/>
          </p:nvSpPr>
          <p:spPr bwMode="auto">
            <a:xfrm>
              <a:off x="6537325" y="1203326"/>
              <a:ext cx="87313" cy="87313"/>
            </a:xfrm>
            <a:custGeom>
              <a:avLst/>
              <a:gdLst>
                <a:gd name="T0" fmla="*/ 47 w 55"/>
                <a:gd name="T1" fmla="*/ 55 h 55"/>
                <a:gd name="T2" fmla="*/ 0 w 55"/>
                <a:gd name="T3" fmla="*/ 8 h 55"/>
                <a:gd name="T4" fmla="*/ 8 w 55"/>
                <a:gd name="T5" fmla="*/ 0 h 55"/>
                <a:gd name="T6" fmla="*/ 55 w 55"/>
                <a:gd name="T7" fmla="*/ 47 h 55"/>
                <a:gd name="T8" fmla="*/ 47 w 55"/>
                <a:gd name="T9" fmla="*/ 55 h 55"/>
              </a:gdLst>
              <a:ahLst/>
              <a:cxnLst>
                <a:cxn ang="0">
                  <a:pos x="T0" y="T1"/>
                </a:cxn>
                <a:cxn ang="0">
                  <a:pos x="T2" y="T3"/>
                </a:cxn>
                <a:cxn ang="0">
                  <a:pos x="T4" y="T5"/>
                </a:cxn>
                <a:cxn ang="0">
                  <a:pos x="T6" y="T7"/>
                </a:cxn>
                <a:cxn ang="0">
                  <a:pos x="T8" y="T9"/>
                </a:cxn>
              </a:cxnLst>
              <a:rect l="0" t="0" r="r" b="b"/>
              <a:pathLst>
                <a:path w="55" h="55">
                  <a:moveTo>
                    <a:pt x="47" y="55"/>
                  </a:moveTo>
                  <a:lnTo>
                    <a:pt x="0" y="8"/>
                  </a:lnTo>
                  <a:lnTo>
                    <a:pt x="8" y="0"/>
                  </a:lnTo>
                  <a:lnTo>
                    <a:pt x="55" y="47"/>
                  </a:lnTo>
                  <a:lnTo>
                    <a:pt x="47" y="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95" name="组合 294"/>
          <p:cNvGrpSpPr/>
          <p:nvPr/>
        </p:nvGrpSpPr>
        <p:grpSpPr>
          <a:xfrm>
            <a:off x="9282112" y="624118"/>
            <a:ext cx="290105" cy="250243"/>
            <a:chOff x="7277100" y="1022351"/>
            <a:chExt cx="415925" cy="358775"/>
          </a:xfrm>
          <a:solidFill>
            <a:srgbClr val="707E84"/>
          </a:solidFill>
        </p:grpSpPr>
        <p:sp>
          <p:nvSpPr>
            <p:cNvPr id="296" name="Freeform 89"/>
            <p:cNvSpPr>
              <a:spLocks/>
            </p:cNvSpPr>
            <p:nvPr/>
          </p:nvSpPr>
          <p:spPr bwMode="auto">
            <a:xfrm>
              <a:off x="7427913" y="1274763"/>
              <a:ext cx="90488" cy="106363"/>
            </a:xfrm>
            <a:custGeom>
              <a:avLst/>
              <a:gdLst>
                <a:gd name="T0" fmla="*/ 43 w 214"/>
                <a:gd name="T1" fmla="*/ 233 h 246"/>
                <a:gd name="T2" fmla="*/ 1 w 214"/>
                <a:gd name="T3" fmla="*/ 209 h 246"/>
                <a:gd name="T4" fmla="*/ 0 w 214"/>
                <a:gd name="T5" fmla="*/ 37 h 246"/>
                <a:gd name="T6" fmla="*/ 41 w 214"/>
                <a:gd name="T7" fmla="*/ 13 h 246"/>
                <a:gd name="T8" fmla="*/ 191 w 214"/>
                <a:gd name="T9" fmla="*/ 98 h 246"/>
                <a:gd name="T10" fmla="*/ 192 w 214"/>
                <a:gd name="T11" fmla="*/ 146 h 246"/>
                <a:gd name="T12" fmla="*/ 43 w 214"/>
                <a:gd name="T13" fmla="*/ 233 h 246"/>
              </a:gdLst>
              <a:ahLst/>
              <a:cxnLst>
                <a:cxn ang="0">
                  <a:pos x="T0" y="T1"/>
                </a:cxn>
                <a:cxn ang="0">
                  <a:pos x="T2" y="T3"/>
                </a:cxn>
                <a:cxn ang="0">
                  <a:pos x="T4" y="T5"/>
                </a:cxn>
                <a:cxn ang="0">
                  <a:pos x="T6" y="T7"/>
                </a:cxn>
                <a:cxn ang="0">
                  <a:pos x="T8" y="T9"/>
                </a:cxn>
                <a:cxn ang="0">
                  <a:pos x="T10" y="T11"/>
                </a:cxn>
                <a:cxn ang="0">
                  <a:pos x="T12" y="T13"/>
                </a:cxn>
              </a:cxnLst>
              <a:rect l="0" t="0" r="r" b="b"/>
              <a:pathLst>
                <a:path w="214" h="246">
                  <a:moveTo>
                    <a:pt x="43" y="233"/>
                  </a:moveTo>
                  <a:cubicBezTo>
                    <a:pt x="20" y="246"/>
                    <a:pt x="1" y="236"/>
                    <a:pt x="1" y="209"/>
                  </a:cubicBezTo>
                  <a:cubicBezTo>
                    <a:pt x="0" y="37"/>
                    <a:pt x="0" y="37"/>
                    <a:pt x="0" y="37"/>
                  </a:cubicBezTo>
                  <a:cubicBezTo>
                    <a:pt x="0" y="11"/>
                    <a:pt x="18" y="0"/>
                    <a:pt x="41" y="13"/>
                  </a:cubicBezTo>
                  <a:cubicBezTo>
                    <a:pt x="191" y="98"/>
                    <a:pt x="191" y="98"/>
                    <a:pt x="191" y="98"/>
                  </a:cubicBezTo>
                  <a:cubicBezTo>
                    <a:pt x="214" y="111"/>
                    <a:pt x="214" y="133"/>
                    <a:pt x="192" y="146"/>
                  </a:cubicBezTo>
                  <a:lnTo>
                    <a:pt x="43" y="2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7" name="Freeform 90"/>
            <p:cNvSpPr>
              <a:spLocks/>
            </p:cNvSpPr>
            <p:nvPr/>
          </p:nvSpPr>
          <p:spPr bwMode="auto">
            <a:xfrm>
              <a:off x="7466013" y="1022351"/>
              <a:ext cx="92075" cy="106363"/>
            </a:xfrm>
            <a:custGeom>
              <a:avLst/>
              <a:gdLst>
                <a:gd name="T0" fmla="*/ 172 w 215"/>
                <a:gd name="T1" fmla="*/ 233 h 246"/>
                <a:gd name="T2" fmla="*/ 214 w 215"/>
                <a:gd name="T3" fmla="*/ 209 h 246"/>
                <a:gd name="T4" fmla="*/ 215 w 215"/>
                <a:gd name="T5" fmla="*/ 37 h 246"/>
                <a:gd name="T6" fmla="*/ 173 w 215"/>
                <a:gd name="T7" fmla="*/ 13 h 246"/>
                <a:gd name="T8" fmla="*/ 23 w 215"/>
                <a:gd name="T9" fmla="*/ 98 h 246"/>
                <a:gd name="T10" fmla="*/ 23 w 215"/>
                <a:gd name="T11" fmla="*/ 146 h 246"/>
                <a:gd name="T12" fmla="*/ 172 w 215"/>
                <a:gd name="T13" fmla="*/ 233 h 246"/>
              </a:gdLst>
              <a:ahLst/>
              <a:cxnLst>
                <a:cxn ang="0">
                  <a:pos x="T0" y="T1"/>
                </a:cxn>
                <a:cxn ang="0">
                  <a:pos x="T2" y="T3"/>
                </a:cxn>
                <a:cxn ang="0">
                  <a:pos x="T4" y="T5"/>
                </a:cxn>
                <a:cxn ang="0">
                  <a:pos x="T6" y="T7"/>
                </a:cxn>
                <a:cxn ang="0">
                  <a:pos x="T8" y="T9"/>
                </a:cxn>
                <a:cxn ang="0">
                  <a:pos x="T10" y="T11"/>
                </a:cxn>
                <a:cxn ang="0">
                  <a:pos x="T12" y="T13"/>
                </a:cxn>
              </a:cxnLst>
              <a:rect l="0" t="0" r="r" b="b"/>
              <a:pathLst>
                <a:path w="215" h="246">
                  <a:moveTo>
                    <a:pt x="172" y="233"/>
                  </a:moveTo>
                  <a:cubicBezTo>
                    <a:pt x="195" y="246"/>
                    <a:pt x="214" y="235"/>
                    <a:pt x="214" y="209"/>
                  </a:cubicBezTo>
                  <a:cubicBezTo>
                    <a:pt x="215" y="37"/>
                    <a:pt x="215" y="37"/>
                    <a:pt x="215" y="37"/>
                  </a:cubicBezTo>
                  <a:cubicBezTo>
                    <a:pt x="215" y="11"/>
                    <a:pt x="196" y="0"/>
                    <a:pt x="173" y="13"/>
                  </a:cubicBezTo>
                  <a:cubicBezTo>
                    <a:pt x="23" y="98"/>
                    <a:pt x="23" y="98"/>
                    <a:pt x="23" y="98"/>
                  </a:cubicBezTo>
                  <a:cubicBezTo>
                    <a:pt x="0" y="111"/>
                    <a:pt x="0" y="132"/>
                    <a:pt x="23" y="146"/>
                  </a:cubicBezTo>
                  <a:lnTo>
                    <a:pt x="172" y="2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8" name="Freeform 91"/>
            <p:cNvSpPr>
              <a:spLocks/>
            </p:cNvSpPr>
            <p:nvPr/>
          </p:nvSpPr>
          <p:spPr bwMode="auto">
            <a:xfrm>
              <a:off x="7477125" y="1066801"/>
              <a:ext cx="215900" cy="276225"/>
            </a:xfrm>
            <a:custGeom>
              <a:avLst/>
              <a:gdLst>
                <a:gd name="T0" fmla="*/ 391 w 505"/>
                <a:gd name="T1" fmla="*/ 642 h 642"/>
                <a:gd name="T2" fmla="*/ 283 w 505"/>
                <a:gd name="T3" fmla="*/ 642 h 642"/>
                <a:gd name="T4" fmla="*/ 283 w 505"/>
                <a:gd name="T5" fmla="*/ 602 h 642"/>
                <a:gd name="T6" fmla="*/ 391 w 505"/>
                <a:gd name="T7" fmla="*/ 602 h 642"/>
                <a:gd name="T8" fmla="*/ 465 w 505"/>
                <a:gd name="T9" fmla="*/ 528 h 642"/>
                <a:gd name="T10" fmla="*/ 465 w 505"/>
                <a:gd name="T11" fmla="*/ 114 h 642"/>
                <a:gd name="T12" fmla="*/ 391 w 505"/>
                <a:gd name="T13" fmla="*/ 40 h 642"/>
                <a:gd name="T14" fmla="*/ 0 w 505"/>
                <a:gd name="T15" fmla="*/ 40 h 642"/>
                <a:gd name="T16" fmla="*/ 0 w 505"/>
                <a:gd name="T17" fmla="*/ 0 h 642"/>
                <a:gd name="T18" fmla="*/ 391 w 505"/>
                <a:gd name="T19" fmla="*/ 0 h 642"/>
                <a:gd name="T20" fmla="*/ 505 w 505"/>
                <a:gd name="T21" fmla="*/ 114 h 642"/>
                <a:gd name="T22" fmla="*/ 505 w 505"/>
                <a:gd name="T23" fmla="*/ 528 h 642"/>
                <a:gd name="T24" fmla="*/ 391 w 505"/>
                <a:gd name="T25" fmla="*/ 642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5" h="642">
                  <a:moveTo>
                    <a:pt x="391" y="642"/>
                  </a:moveTo>
                  <a:cubicBezTo>
                    <a:pt x="283" y="642"/>
                    <a:pt x="283" y="642"/>
                    <a:pt x="283" y="642"/>
                  </a:cubicBezTo>
                  <a:cubicBezTo>
                    <a:pt x="283" y="602"/>
                    <a:pt x="283" y="602"/>
                    <a:pt x="283" y="602"/>
                  </a:cubicBezTo>
                  <a:cubicBezTo>
                    <a:pt x="391" y="602"/>
                    <a:pt x="391" y="602"/>
                    <a:pt x="391" y="602"/>
                  </a:cubicBezTo>
                  <a:cubicBezTo>
                    <a:pt x="432" y="602"/>
                    <a:pt x="465" y="569"/>
                    <a:pt x="465" y="528"/>
                  </a:cubicBezTo>
                  <a:cubicBezTo>
                    <a:pt x="465" y="114"/>
                    <a:pt x="465" y="114"/>
                    <a:pt x="465" y="114"/>
                  </a:cubicBezTo>
                  <a:cubicBezTo>
                    <a:pt x="465" y="73"/>
                    <a:pt x="432" y="40"/>
                    <a:pt x="391" y="40"/>
                  </a:cubicBezTo>
                  <a:cubicBezTo>
                    <a:pt x="0" y="40"/>
                    <a:pt x="0" y="40"/>
                    <a:pt x="0" y="40"/>
                  </a:cubicBezTo>
                  <a:cubicBezTo>
                    <a:pt x="0" y="0"/>
                    <a:pt x="0" y="0"/>
                    <a:pt x="0" y="0"/>
                  </a:cubicBezTo>
                  <a:cubicBezTo>
                    <a:pt x="391" y="0"/>
                    <a:pt x="391" y="0"/>
                    <a:pt x="391" y="0"/>
                  </a:cubicBezTo>
                  <a:cubicBezTo>
                    <a:pt x="454" y="0"/>
                    <a:pt x="505" y="51"/>
                    <a:pt x="505" y="114"/>
                  </a:cubicBezTo>
                  <a:cubicBezTo>
                    <a:pt x="505" y="528"/>
                    <a:pt x="505" y="528"/>
                    <a:pt x="505" y="528"/>
                  </a:cubicBezTo>
                  <a:cubicBezTo>
                    <a:pt x="505" y="591"/>
                    <a:pt x="454" y="642"/>
                    <a:pt x="391" y="6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9" name="Freeform 92"/>
            <p:cNvSpPr>
              <a:spLocks/>
            </p:cNvSpPr>
            <p:nvPr/>
          </p:nvSpPr>
          <p:spPr bwMode="auto">
            <a:xfrm>
              <a:off x="7277100" y="1066801"/>
              <a:ext cx="227013" cy="276225"/>
            </a:xfrm>
            <a:custGeom>
              <a:avLst/>
              <a:gdLst>
                <a:gd name="T0" fmla="*/ 527 w 527"/>
                <a:gd name="T1" fmla="*/ 642 h 642"/>
                <a:gd name="T2" fmla="*/ 114 w 527"/>
                <a:gd name="T3" fmla="*/ 642 h 642"/>
                <a:gd name="T4" fmla="*/ 0 w 527"/>
                <a:gd name="T5" fmla="*/ 528 h 642"/>
                <a:gd name="T6" fmla="*/ 0 w 527"/>
                <a:gd name="T7" fmla="*/ 114 h 642"/>
                <a:gd name="T8" fmla="*/ 114 w 527"/>
                <a:gd name="T9" fmla="*/ 0 h 642"/>
                <a:gd name="T10" fmla="*/ 254 w 527"/>
                <a:gd name="T11" fmla="*/ 0 h 642"/>
                <a:gd name="T12" fmla="*/ 254 w 527"/>
                <a:gd name="T13" fmla="*/ 40 h 642"/>
                <a:gd name="T14" fmla="*/ 114 w 527"/>
                <a:gd name="T15" fmla="*/ 40 h 642"/>
                <a:gd name="T16" fmla="*/ 40 w 527"/>
                <a:gd name="T17" fmla="*/ 114 h 642"/>
                <a:gd name="T18" fmla="*/ 40 w 527"/>
                <a:gd name="T19" fmla="*/ 528 h 642"/>
                <a:gd name="T20" fmla="*/ 114 w 527"/>
                <a:gd name="T21" fmla="*/ 602 h 642"/>
                <a:gd name="T22" fmla="*/ 527 w 527"/>
                <a:gd name="T23" fmla="*/ 602 h 642"/>
                <a:gd name="T24" fmla="*/ 527 w 527"/>
                <a:gd name="T25" fmla="*/ 642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27" h="642">
                  <a:moveTo>
                    <a:pt x="527" y="642"/>
                  </a:moveTo>
                  <a:cubicBezTo>
                    <a:pt x="114" y="642"/>
                    <a:pt x="114" y="642"/>
                    <a:pt x="114" y="642"/>
                  </a:cubicBezTo>
                  <a:cubicBezTo>
                    <a:pt x="51" y="642"/>
                    <a:pt x="0" y="591"/>
                    <a:pt x="0" y="528"/>
                  </a:cubicBezTo>
                  <a:cubicBezTo>
                    <a:pt x="0" y="114"/>
                    <a:pt x="0" y="114"/>
                    <a:pt x="0" y="114"/>
                  </a:cubicBezTo>
                  <a:cubicBezTo>
                    <a:pt x="0" y="51"/>
                    <a:pt x="51" y="0"/>
                    <a:pt x="114" y="0"/>
                  </a:cubicBezTo>
                  <a:cubicBezTo>
                    <a:pt x="254" y="0"/>
                    <a:pt x="254" y="0"/>
                    <a:pt x="254" y="0"/>
                  </a:cubicBezTo>
                  <a:cubicBezTo>
                    <a:pt x="254" y="40"/>
                    <a:pt x="254" y="40"/>
                    <a:pt x="254" y="40"/>
                  </a:cubicBezTo>
                  <a:cubicBezTo>
                    <a:pt x="114" y="40"/>
                    <a:pt x="114" y="40"/>
                    <a:pt x="114" y="40"/>
                  </a:cubicBezTo>
                  <a:cubicBezTo>
                    <a:pt x="73" y="40"/>
                    <a:pt x="40" y="73"/>
                    <a:pt x="40" y="114"/>
                  </a:cubicBezTo>
                  <a:cubicBezTo>
                    <a:pt x="40" y="528"/>
                    <a:pt x="40" y="528"/>
                    <a:pt x="40" y="528"/>
                  </a:cubicBezTo>
                  <a:cubicBezTo>
                    <a:pt x="40" y="569"/>
                    <a:pt x="73" y="602"/>
                    <a:pt x="114" y="602"/>
                  </a:cubicBezTo>
                  <a:cubicBezTo>
                    <a:pt x="527" y="602"/>
                    <a:pt x="527" y="602"/>
                    <a:pt x="527" y="602"/>
                  </a:cubicBezTo>
                  <a:lnTo>
                    <a:pt x="527" y="6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00" name="组合 299"/>
          <p:cNvGrpSpPr/>
          <p:nvPr/>
        </p:nvGrpSpPr>
        <p:grpSpPr>
          <a:xfrm>
            <a:off x="9768231" y="657637"/>
            <a:ext cx="290105" cy="221455"/>
            <a:chOff x="8161338" y="1058863"/>
            <a:chExt cx="415925" cy="317501"/>
          </a:xfrm>
          <a:solidFill>
            <a:srgbClr val="707E84"/>
          </a:solidFill>
        </p:grpSpPr>
        <p:sp>
          <p:nvSpPr>
            <p:cNvPr id="301" name="Freeform 93"/>
            <p:cNvSpPr>
              <a:spLocks/>
            </p:cNvSpPr>
            <p:nvPr/>
          </p:nvSpPr>
          <p:spPr bwMode="auto">
            <a:xfrm>
              <a:off x="8335963" y="1247776"/>
              <a:ext cx="101600" cy="128588"/>
            </a:xfrm>
            <a:custGeom>
              <a:avLst/>
              <a:gdLst>
                <a:gd name="T0" fmla="*/ 43 w 240"/>
                <a:gd name="T1" fmla="*/ 288 h 301"/>
                <a:gd name="T2" fmla="*/ 1 w 240"/>
                <a:gd name="T3" fmla="*/ 264 h 301"/>
                <a:gd name="T4" fmla="*/ 0 w 240"/>
                <a:gd name="T5" fmla="*/ 36 h 301"/>
                <a:gd name="T6" fmla="*/ 40 w 240"/>
                <a:gd name="T7" fmla="*/ 15 h 301"/>
                <a:gd name="T8" fmla="*/ 218 w 240"/>
                <a:gd name="T9" fmla="*/ 136 h 301"/>
                <a:gd name="T10" fmla="*/ 216 w 240"/>
                <a:gd name="T11" fmla="*/ 187 h 301"/>
                <a:gd name="T12" fmla="*/ 43 w 240"/>
                <a:gd name="T13" fmla="*/ 288 h 301"/>
              </a:gdLst>
              <a:ahLst/>
              <a:cxnLst>
                <a:cxn ang="0">
                  <a:pos x="T0" y="T1"/>
                </a:cxn>
                <a:cxn ang="0">
                  <a:pos x="T2" y="T3"/>
                </a:cxn>
                <a:cxn ang="0">
                  <a:pos x="T4" y="T5"/>
                </a:cxn>
                <a:cxn ang="0">
                  <a:pos x="T6" y="T7"/>
                </a:cxn>
                <a:cxn ang="0">
                  <a:pos x="T8" y="T9"/>
                </a:cxn>
                <a:cxn ang="0">
                  <a:pos x="T10" y="T11"/>
                </a:cxn>
                <a:cxn ang="0">
                  <a:pos x="T12" y="T13"/>
                </a:cxn>
              </a:cxnLst>
              <a:rect l="0" t="0" r="r" b="b"/>
              <a:pathLst>
                <a:path w="240" h="301">
                  <a:moveTo>
                    <a:pt x="43" y="288"/>
                  </a:moveTo>
                  <a:cubicBezTo>
                    <a:pt x="20" y="301"/>
                    <a:pt x="1" y="290"/>
                    <a:pt x="1" y="264"/>
                  </a:cubicBezTo>
                  <a:cubicBezTo>
                    <a:pt x="0" y="36"/>
                    <a:pt x="0" y="36"/>
                    <a:pt x="0" y="36"/>
                  </a:cubicBezTo>
                  <a:cubicBezTo>
                    <a:pt x="0" y="10"/>
                    <a:pt x="18" y="0"/>
                    <a:pt x="40" y="15"/>
                  </a:cubicBezTo>
                  <a:cubicBezTo>
                    <a:pt x="218" y="136"/>
                    <a:pt x="218" y="136"/>
                    <a:pt x="218" y="136"/>
                  </a:cubicBezTo>
                  <a:cubicBezTo>
                    <a:pt x="240" y="150"/>
                    <a:pt x="239" y="173"/>
                    <a:pt x="216" y="187"/>
                  </a:cubicBezTo>
                  <a:lnTo>
                    <a:pt x="43" y="2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2" name="Freeform 94"/>
            <p:cNvSpPr>
              <a:spLocks/>
            </p:cNvSpPr>
            <p:nvPr/>
          </p:nvSpPr>
          <p:spPr bwMode="auto">
            <a:xfrm>
              <a:off x="8229600" y="1058863"/>
              <a:ext cx="347663" cy="263525"/>
            </a:xfrm>
            <a:custGeom>
              <a:avLst/>
              <a:gdLst>
                <a:gd name="T0" fmla="*/ 703 w 809"/>
                <a:gd name="T1" fmla="*/ 615 h 615"/>
                <a:gd name="T2" fmla="*/ 661 w 809"/>
                <a:gd name="T3" fmla="*/ 615 h 615"/>
                <a:gd name="T4" fmla="*/ 661 w 809"/>
                <a:gd name="T5" fmla="*/ 575 h 615"/>
                <a:gd name="T6" fmla="*/ 703 w 809"/>
                <a:gd name="T7" fmla="*/ 575 h 615"/>
                <a:gd name="T8" fmla="*/ 769 w 809"/>
                <a:gd name="T9" fmla="*/ 509 h 615"/>
                <a:gd name="T10" fmla="*/ 769 w 809"/>
                <a:gd name="T11" fmla="*/ 106 h 615"/>
                <a:gd name="T12" fmla="*/ 703 w 809"/>
                <a:gd name="T13" fmla="*/ 40 h 615"/>
                <a:gd name="T14" fmla="*/ 0 w 809"/>
                <a:gd name="T15" fmla="*/ 40 h 615"/>
                <a:gd name="T16" fmla="*/ 0 w 809"/>
                <a:gd name="T17" fmla="*/ 0 h 615"/>
                <a:gd name="T18" fmla="*/ 703 w 809"/>
                <a:gd name="T19" fmla="*/ 0 h 615"/>
                <a:gd name="T20" fmla="*/ 809 w 809"/>
                <a:gd name="T21" fmla="*/ 106 h 615"/>
                <a:gd name="T22" fmla="*/ 809 w 809"/>
                <a:gd name="T23" fmla="*/ 509 h 615"/>
                <a:gd name="T24" fmla="*/ 703 w 809"/>
                <a:gd name="T25" fmla="*/ 615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9" h="615">
                  <a:moveTo>
                    <a:pt x="703" y="615"/>
                  </a:moveTo>
                  <a:cubicBezTo>
                    <a:pt x="661" y="615"/>
                    <a:pt x="661" y="615"/>
                    <a:pt x="661" y="615"/>
                  </a:cubicBezTo>
                  <a:cubicBezTo>
                    <a:pt x="661" y="575"/>
                    <a:pt x="661" y="575"/>
                    <a:pt x="661" y="575"/>
                  </a:cubicBezTo>
                  <a:cubicBezTo>
                    <a:pt x="703" y="575"/>
                    <a:pt x="703" y="575"/>
                    <a:pt x="703" y="575"/>
                  </a:cubicBezTo>
                  <a:cubicBezTo>
                    <a:pt x="739" y="575"/>
                    <a:pt x="769" y="546"/>
                    <a:pt x="769" y="509"/>
                  </a:cubicBezTo>
                  <a:cubicBezTo>
                    <a:pt x="769" y="106"/>
                    <a:pt x="769" y="106"/>
                    <a:pt x="769" y="106"/>
                  </a:cubicBezTo>
                  <a:cubicBezTo>
                    <a:pt x="769" y="69"/>
                    <a:pt x="739" y="40"/>
                    <a:pt x="703" y="40"/>
                  </a:cubicBezTo>
                  <a:cubicBezTo>
                    <a:pt x="0" y="40"/>
                    <a:pt x="0" y="40"/>
                    <a:pt x="0" y="40"/>
                  </a:cubicBezTo>
                  <a:cubicBezTo>
                    <a:pt x="0" y="0"/>
                    <a:pt x="0" y="0"/>
                    <a:pt x="0" y="0"/>
                  </a:cubicBezTo>
                  <a:cubicBezTo>
                    <a:pt x="703" y="0"/>
                    <a:pt x="703" y="0"/>
                    <a:pt x="703" y="0"/>
                  </a:cubicBezTo>
                  <a:cubicBezTo>
                    <a:pt x="761" y="0"/>
                    <a:pt x="809" y="47"/>
                    <a:pt x="809" y="106"/>
                  </a:cubicBezTo>
                  <a:cubicBezTo>
                    <a:pt x="809" y="509"/>
                    <a:pt x="809" y="509"/>
                    <a:pt x="809" y="509"/>
                  </a:cubicBezTo>
                  <a:cubicBezTo>
                    <a:pt x="809" y="568"/>
                    <a:pt x="761" y="615"/>
                    <a:pt x="703" y="6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3" name="Freeform 95"/>
            <p:cNvSpPr>
              <a:spLocks/>
            </p:cNvSpPr>
            <p:nvPr/>
          </p:nvSpPr>
          <p:spPr bwMode="auto">
            <a:xfrm>
              <a:off x="8161338" y="1058863"/>
              <a:ext cx="207963" cy="263525"/>
            </a:xfrm>
            <a:custGeom>
              <a:avLst/>
              <a:gdLst>
                <a:gd name="T0" fmla="*/ 485 w 485"/>
                <a:gd name="T1" fmla="*/ 615 h 615"/>
                <a:gd name="T2" fmla="*/ 106 w 485"/>
                <a:gd name="T3" fmla="*/ 615 h 615"/>
                <a:gd name="T4" fmla="*/ 0 w 485"/>
                <a:gd name="T5" fmla="*/ 509 h 615"/>
                <a:gd name="T6" fmla="*/ 0 w 485"/>
                <a:gd name="T7" fmla="*/ 106 h 615"/>
                <a:gd name="T8" fmla="*/ 106 w 485"/>
                <a:gd name="T9" fmla="*/ 0 h 615"/>
                <a:gd name="T10" fmla="*/ 235 w 485"/>
                <a:gd name="T11" fmla="*/ 0 h 615"/>
                <a:gd name="T12" fmla="*/ 235 w 485"/>
                <a:gd name="T13" fmla="*/ 40 h 615"/>
                <a:gd name="T14" fmla="*/ 106 w 485"/>
                <a:gd name="T15" fmla="*/ 40 h 615"/>
                <a:gd name="T16" fmla="*/ 40 w 485"/>
                <a:gd name="T17" fmla="*/ 106 h 615"/>
                <a:gd name="T18" fmla="*/ 40 w 485"/>
                <a:gd name="T19" fmla="*/ 509 h 615"/>
                <a:gd name="T20" fmla="*/ 106 w 485"/>
                <a:gd name="T21" fmla="*/ 575 h 615"/>
                <a:gd name="T22" fmla="*/ 485 w 485"/>
                <a:gd name="T23" fmla="*/ 575 h 615"/>
                <a:gd name="T24" fmla="*/ 485 w 485"/>
                <a:gd name="T25" fmla="*/ 615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5" h="615">
                  <a:moveTo>
                    <a:pt x="485" y="615"/>
                  </a:moveTo>
                  <a:cubicBezTo>
                    <a:pt x="106" y="615"/>
                    <a:pt x="106" y="615"/>
                    <a:pt x="106" y="615"/>
                  </a:cubicBezTo>
                  <a:cubicBezTo>
                    <a:pt x="48" y="615"/>
                    <a:pt x="0" y="568"/>
                    <a:pt x="0" y="509"/>
                  </a:cubicBezTo>
                  <a:cubicBezTo>
                    <a:pt x="0" y="106"/>
                    <a:pt x="0" y="106"/>
                    <a:pt x="0" y="106"/>
                  </a:cubicBezTo>
                  <a:cubicBezTo>
                    <a:pt x="0" y="47"/>
                    <a:pt x="48" y="0"/>
                    <a:pt x="106" y="0"/>
                  </a:cubicBezTo>
                  <a:cubicBezTo>
                    <a:pt x="235" y="0"/>
                    <a:pt x="235" y="0"/>
                    <a:pt x="235" y="0"/>
                  </a:cubicBezTo>
                  <a:cubicBezTo>
                    <a:pt x="235" y="40"/>
                    <a:pt x="235" y="40"/>
                    <a:pt x="235" y="40"/>
                  </a:cubicBezTo>
                  <a:cubicBezTo>
                    <a:pt x="106" y="40"/>
                    <a:pt x="106" y="40"/>
                    <a:pt x="106" y="40"/>
                  </a:cubicBezTo>
                  <a:cubicBezTo>
                    <a:pt x="70" y="40"/>
                    <a:pt x="40" y="69"/>
                    <a:pt x="40" y="106"/>
                  </a:cubicBezTo>
                  <a:cubicBezTo>
                    <a:pt x="40" y="509"/>
                    <a:pt x="40" y="509"/>
                    <a:pt x="40" y="509"/>
                  </a:cubicBezTo>
                  <a:cubicBezTo>
                    <a:pt x="40" y="546"/>
                    <a:pt x="70" y="575"/>
                    <a:pt x="106" y="575"/>
                  </a:cubicBezTo>
                  <a:cubicBezTo>
                    <a:pt x="485" y="575"/>
                    <a:pt x="485" y="575"/>
                    <a:pt x="485" y="575"/>
                  </a:cubicBezTo>
                  <a:lnTo>
                    <a:pt x="485" y="6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04" name="组合 303"/>
          <p:cNvGrpSpPr/>
          <p:nvPr/>
        </p:nvGrpSpPr>
        <p:grpSpPr>
          <a:xfrm>
            <a:off x="8733045" y="123880"/>
            <a:ext cx="270175" cy="276818"/>
            <a:chOff x="6410325" y="114301"/>
            <a:chExt cx="387351" cy="396875"/>
          </a:xfrm>
          <a:solidFill>
            <a:srgbClr val="707E84"/>
          </a:solidFill>
        </p:grpSpPr>
        <p:sp>
          <p:nvSpPr>
            <p:cNvPr id="305" name="Freeform 118"/>
            <p:cNvSpPr>
              <a:spLocks noEditPoints="1"/>
            </p:cNvSpPr>
            <p:nvPr/>
          </p:nvSpPr>
          <p:spPr bwMode="auto">
            <a:xfrm>
              <a:off x="6410325" y="409576"/>
              <a:ext cx="139700" cy="101600"/>
            </a:xfrm>
            <a:custGeom>
              <a:avLst/>
              <a:gdLst>
                <a:gd name="T0" fmla="*/ 129 w 327"/>
                <a:gd name="T1" fmla="*/ 235 h 235"/>
                <a:gd name="T2" fmla="*/ 9 w 327"/>
                <a:gd name="T3" fmla="*/ 166 h 235"/>
                <a:gd name="T4" fmla="*/ 34 w 327"/>
                <a:gd name="T5" fmla="*/ 72 h 235"/>
                <a:gd name="T6" fmla="*/ 130 w 327"/>
                <a:gd name="T7" fmla="*/ 11 h 235"/>
                <a:gd name="T8" fmla="*/ 197 w 327"/>
                <a:gd name="T9" fmla="*/ 0 h 235"/>
                <a:gd name="T10" fmla="*/ 317 w 327"/>
                <a:gd name="T11" fmla="*/ 69 h 235"/>
                <a:gd name="T12" fmla="*/ 293 w 327"/>
                <a:gd name="T13" fmla="*/ 163 h 235"/>
                <a:gd name="T14" fmla="*/ 197 w 327"/>
                <a:gd name="T15" fmla="*/ 224 h 235"/>
                <a:gd name="T16" fmla="*/ 129 w 327"/>
                <a:gd name="T17" fmla="*/ 235 h 235"/>
                <a:gd name="T18" fmla="*/ 197 w 327"/>
                <a:gd name="T19" fmla="*/ 48 h 235"/>
                <a:gd name="T20" fmla="*/ 144 w 327"/>
                <a:gd name="T21" fmla="*/ 57 h 235"/>
                <a:gd name="T22" fmla="*/ 70 w 327"/>
                <a:gd name="T23" fmla="*/ 103 h 235"/>
                <a:gd name="T24" fmla="*/ 55 w 327"/>
                <a:gd name="T25" fmla="*/ 152 h 235"/>
                <a:gd name="T26" fmla="*/ 129 w 327"/>
                <a:gd name="T27" fmla="*/ 187 h 235"/>
                <a:gd name="T28" fmla="*/ 183 w 327"/>
                <a:gd name="T29" fmla="*/ 179 h 235"/>
                <a:gd name="T30" fmla="*/ 256 w 327"/>
                <a:gd name="T31" fmla="*/ 132 h 235"/>
                <a:gd name="T32" fmla="*/ 271 w 327"/>
                <a:gd name="T33" fmla="*/ 84 h 235"/>
                <a:gd name="T34" fmla="*/ 197 w 327"/>
                <a:gd name="T35" fmla="*/ 48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7" h="235">
                  <a:moveTo>
                    <a:pt x="129" y="235"/>
                  </a:moveTo>
                  <a:cubicBezTo>
                    <a:pt x="69" y="235"/>
                    <a:pt x="23" y="209"/>
                    <a:pt x="9" y="166"/>
                  </a:cubicBezTo>
                  <a:cubicBezTo>
                    <a:pt x="0" y="136"/>
                    <a:pt x="8" y="102"/>
                    <a:pt x="34" y="72"/>
                  </a:cubicBezTo>
                  <a:cubicBezTo>
                    <a:pt x="56" y="45"/>
                    <a:pt x="90" y="23"/>
                    <a:pt x="130" y="11"/>
                  </a:cubicBezTo>
                  <a:cubicBezTo>
                    <a:pt x="152" y="4"/>
                    <a:pt x="175" y="0"/>
                    <a:pt x="197" y="0"/>
                  </a:cubicBezTo>
                  <a:cubicBezTo>
                    <a:pt x="258" y="0"/>
                    <a:pt x="304" y="27"/>
                    <a:pt x="317" y="69"/>
                  </a:cubicBezTo>
                  <a:cubicBezTo>
                    <a:pt x="327" y="100"/>
                    <a:pt x="318" y="133"/>
                    <a:pt x="293" y="163"/>
                  </a:cubicBezTo>
                  <a:cubicBezTo>
                    <a:pt x="270" y="190"/>
                    <a:pt x="236" y="212"/>
                    <a:pt x="197" y="224"/>
                  </a:cubicBezTo>
                  <a:cubicBezTo>
                    <a:pt x="174" y="232"/>
                    <a:pt x="152" y="235"/>
                    <a:pt x="129" y="235"/>
                  </a:cubicBezTo>
                  <a:close/>
                  <a:moveTo>
                    <a:pt x="197" y="48"/>
                  </a:moveTo>
                  <a:cubicBezTo>
                    <a:pt x="180" y="48"/>
                    <a:pt x="162" y="51"/>
                    <a:pt x="144" y="57"/>
                  </a:cubicBezTo>
                  <a:cubicBezTo>
                    <a:pt x="114" y="66"/>
                    <a:pt x="87" y="83"/>
                    <a:pt x="70" y="103"/>
                  </a:cubicBezTo>
                  <a:cubicBezTo>
                    <a:pt x="62" y="113"/>
                    <a:pt x="49" y="132"/>
                    <a:pt x="55" y="152"/>
                  </a:cubicBezTo>
                  <a:cubicBezTo>
                    <a:pt x="62" y="173"/>
                    <a:pt x="91" y="187"/>
                    <a:pt x="129" y="187"/>
                  </a:cubicBezTo>
                  <a:cubicBezTo>
                    <a:pt x="147" y="187"/>
                    <a:pt x="165" y="184"/>
                    <a:pt x="183" y="179"/>
                  </a:cubicBezTo>
                  <a:cubicBezTo>
                    <a:pt x="213" y="169"/>
                    <a:pt x="240" y="152"/>
                    <a:pt x="256" y="132"/>
                  </a:cubicBezTo>
                  <a:cubicBezTo>
                    <a:pt x="265" y="122"/>
                    <a:pt x="278" y="103"/>
                    <a:pt x="271" y="84"/>
                  </a:cubicBezTo>
                  <a:cubicBezTo>
                    <a:pt x="265" y="62"/>
                    <a:pt x="236" y="48"/>
                    <a:pt x="197"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6" name="Freeform 119"/>
            <p:cNvSpPr>
              <a:spLocks/>
            </p:cNvSpPr>
            <p:nvPr/>
          </p:nvSpPr>
          <p:spPr bwMode="auto">
            <a:xfrm>
              <a:off x="6529388" y="114301"/>
              <a:ext cx="260350" cy="338138"/>
            </a:xfrm>
            <a:custGeom>
              <a:avLst/>
              <a:gdLst>
                <a:gd name="T0" fmla="*/ 11 w 164"/>
                <a:gd name="T1" fmla="*/ 213 h 213"/>
                <a:gd name="T2" fmla="*/ 0 w 164"/>
                <a:gd name="T3" fmla="*/ 213 h 213"/>
                <a:gd name="T4" fmla="*/ 0 w 164"/>
                <a:gd name="T5" fmla="*/ 38 h 213"/>
                <a:gd name="T6" fmla="*/ 164 w 164"/>
                <a:gd name="T7" fmla="*/ 0 h 213"/>
                <a:gd name="T8" fmla="*/ 164 w 164"/>
                <a:gd name="T9" fmla="*/ 177 h 213"/>
                <a:gd name="T10" fmla="*/ 153 w 164"/>
                <a:gd name="T11" fmla="*/ 177 h 213"/>
                <a:gd name="T12" fmla="*/ 153 w 164"/>
                <a:gd name="T13" fmla="*/ 13 h 213"/>
                <a:gd name="T14" fmla="*/ 11 w 164"/>
                <a:gd name="T15" fmla="*/ 46 h 213"/>
                <a:gd name="T16" fmla="*/ 11 w 164"/>
                <a:gd name="T17" fmla="*/ 21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4" h="213">
                  <a:moveTo>
                    <a:pt x="11" y="213"/>
                  </a:moveTo>
                  <a:lnTo>
                    <a:pt x="0" y="213"/>
                  </a:lnTo>
                  <a:lnTo>
                    <a:pt x="0" y="38"/>
                  </a:lnTo>
                  <a:lnTo>
                    <a:pt x="164" y="0"/>
                  </a:lnTo>
                  <a:lnTo>
                    <a:pt x="164" y="177"/>
                  </a:lnTo>
                  <a:lnTo>
                    <a:pt x="153" y="177"/>
                  </a:lnTo>
                  <a:lnTo>
                    <a:pt x="153" y="13"/>
                  </a:lnTo>
                  <a:lnTo>
                    <a:pt x="11" y="46"/>
                  </a:lnTo>
                  <a:lnTo>
                    <a:pt x="11" y="2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7" name="Freeform 120"/>
            <p:cNvSpPr>
              <a:spLocks noEditPoints="1"/>
            </p:cNvSpPr>
            <p:nvPr/>
          </p:nvSpPr>
          <p:spPr bwMode="auto">
            <a:xfrm>
              <a:off x="6650038" y="350838"/>
              <a:ext cx="147638" cy="100013"/>
            </a:xfrm>
            <a:custGeom>
              <a:avLst/>
              <a:gdLst>
                <a:gd name="T0" fmla="*/ 139 w 346"/>
                <a:gd name="T1" fmla="*/ 235 h 235"/>
                <a:gd name="T2" fmla="*/ 19 w 346"/>
                <a:gd name="T3" fmla="*/ 166 h 235"/>
                <a:gd name="T4" fmla="*/ 139 w 346"/>
                <a:gd name="T5" fmla="*/ 11 h 235"/>
                <a:gd name="T6" fmla="*/ 207 w 346"/>
                <a:gd name="T7" fmla="*/ 0 h 235"/>
                <a:gd name="T8" fmla="*/ 327 w 346"/>
                <a:gd name="T9" fmla="*/ 69 h 235"/>
                <a:gd name="T10" fmla="*/ 207 w 346"/>
                <a:gd name="T11" fmla="*/ 224 h 235"/>
                <a:gd name="T12" fmla="*/ 139 w 346"/>
                <a:gd name="T13" fmla="*/ 235 h 235"/>
                <a:gd name="T14" fmla="*/ 207 w 346"/>
                <a:gd name="T15" fmla="*/ 48 h 235"/>
                <a:gd name="T16" fmla="*/ 154 w 346"/>
                <a:gd name="T17" fmla="*/ 57 h 235"/>
                <a:gd name="T18" fmla="*/ 65 w 346"/>
                <a:gd name="T19" fmla="*/ 152 h 235"/>
                <a:gd name="T20" fmla="*/ 139 w 346"/>
                <a:gd name="T21" fmla="*/ 187 h 235"/>
                <a:gd name="T22" fmla="*/ 192 w 346"/>
                <a:gd name="T23" fmla="*/ 179 h 235"/>
                <a:gd name="T24" fmla="*/ 281 w 346"/>
                <a:gd name="T25" fmla="*/ 84 h 235"/>
                <a:gd name="T26" fmla="*/ 207 w 346"/>
                <a:gd name="T27" fmla="*/ 48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6" h="235">
                  <a:moveTo>
                    <a:pt x="139" y="235"/>
                  </a:moveTo>
                  <a:cubicBezTo>
                    <a:pt x="79" y="235"/>
                    <a:pt x="33" y="209"/>
                    <a:pt x="19" y="166"/>
                  </a:cubicBezTo>
                  <a:cubicBezTo>
                    <a:pt x="0" y="106"/>
                    <a:pt x="53" y="38"/>
                    <a:pt x="139" y="11"/>
                  </a:cubicBezTo>
                  <a:cubicBezTo>
                    <a:pt x="162" y="4"/>
                    <a:pt x="185" y="0"/>
                    <a:pt x="207" y="0"/>
                  </a:cubicBezTo>
                  <a:cubicBezTo>
                    <a:pt x="268" y="0"/>
                    <a:pt x="314" y="27"/>
                    <a:pt x="327" y="69"/>
                  </a:cubicBezTo>
                  <a:cubicBezTo>
                    <a:pt x="346" y="129"/>
                    <a:pt x="293" y="197"/>
                    <a:pt x="207" y="224"/>
                  </a:cubicBezTo>
                  <a:cubicBezTo>
                    <a:pt x="184" y="232"/>
                    <a:pt x="161" y="235"/>
                    <a:pt x="139" y="235"/>
                  </a:cubicBezTo>
                  <a:close/>
                  <a:moveTo>
                    <a:pt x="207" y="48"/>
                  </a:moveTo>
                  <a:cubicBezTo>
                    <a:pt x="190" y="48"/>
                    <a:pt x="172" y="51"/>
                    <a:pt x="154" y="57"/>
                  </a:cubicBezTo>
                  <a:cubicBezTo>
                    <a:pt x="90" y="77"/>
                    <a:pt x="56" y="123"/>
                    <a:pt x="65" y="152"/>
                  </a:cubicBezTo>
                  <a:cubicBezTo>
                    <a:pt x="72" y="173"/>
                    <a:pt x="101" y="187"/>
                    <a:pt x="139" y="187"/>
                  </a:cubicBezTo>
                  <a:cubicBezTo>
                    <a:pt x="156" y="187"/>
                    <a:pt x="174" y="184"/>
                    <a:pt x="192" y="179"/>
                  </a:cubicBezTo>
                  <a:cubicBezTo>
                    <a:pt x="250" y="161"/>
                    <a:pt x="291" y="116"/>
                    <a:pt x="281" y="84"/>
                  </a:cubicBezTo>
                  <a:cubicBezTo>
                    <a:pt x="274" y="62"/>
                    <a:pt x="245" y="48"/>
                    <a:pt x="207"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08" name="组合 307"/>
          <p:cNvGrpSpPr/>
          <p:nvPr/>
        </p:nvGrpSpPr>
        <p:grpSpPr>
          <a:xfrm>
            <a:off x="8725294" y="1106639"/>
            <a:ext cx="298963" cy="297856"/>
            <a:chOff x="6399213" y="1863726"/>
            <a:chExt cx="428625" cy="427038"/>
          </a:xfrm>
          <a:solidFill>
            <a:srgbClr val="707E84"/>
          </a:solidFill>
        </p:grpSpPr>
        <p:sp>
          <p:nvSpPr>
            <p:cNvPr id="309" name="Freeform 134"/>
            <p:cNvSpPr>
              <a:spLocks noEditPoints="1"/>
            </p:cNvSpPr>
            <p:nvPr/>
          </p:nvSpPr>
          <p:spPr bwMode="auto">
            <a:xfrm>
              <a:off x="6399213" y="1863726"/>
              <a:ext cx="428625" cy="427038"/>
            </a:xfrm>
            <a:custGeom>
              <a:avLst/>
              <a:gdLst>
                <a:gd name="T0" fmla="*/ 498 w 997"/>
                <a:gd name="T1" fmla="*/ 997 h 997"/>
                <a:gd name="T2" fmla="*/ 0 w 997"/>
                <a:gd name="T3" fmla="*/ 499 h 997"/>
                <a:gd name="T4" fmla="*/ 498 w 997"/>
                <a:gd name="T5" fmla="*/ 0 h 997"/>
                <a:gd name="T6" fmla="*/ 997 w 997"/>
                <a:gd name="T7" fmla="*/ 499 h 997"/>
                <a:gd name="T8" fmla="*/ 498 w 997"/>
                <a:gd name="T9" fmla="*/ 997 h 997"/>
                <a:gd name="T10" fmla="*/ 498 w 997"/>
                <a:gd name="T11" fmla="*/ 40 h 997"/>
                <a:gd name="T12" fmla="*/ 40 w 997"/>
                <a:gd name="T13" fmla="*/ 499 h 997"/>
                <a:gd name="T14" fmla="*/ 498 w 997"/>
                <a:gd name="T15" fmla="*/ 957 h 997"/>
                <a:gd name="T16" fmla="*/ 957 w 997"/>
                <a:gd name="T17" fmla="*/ 499 h 997"/>
                <a:gd name="T18" fmla="*/ 498 w 997"/>
                <a:gd name="T19" fmla="*/ 40 h 9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97" h="997">
                  <a:moveTo>
                    <a:pt x="498" y="997"/>
                  </a:moveTo>
                  <a:cubicBezTo>
                    <a:pt x="224" y="997"/>
                    <a:pt x="0" y="773"/>
                    <a:pt x="0" y="499"/>
                  </a:cubicBezTo>
                  <a:cubicBezTo>
                    <a:pt x="0" y="224"/>
                    <a:pt x="224" y="0"/>
                    <a:pt x="498" y="0"/>
                  </a:cubicBezTo>
                  <a:cubicBezTo>
                    <a:pt x="773" y="0"/>
                    <a:pt x="997" y="224"/>
                    <a:pt x="997" y="499"/>
                  </a:cubicBezTo>
                  <a:cubicBezTo>
                    <a:pt x="997" y="773"/>
                    <a:pt x="773" y="997"/>
                    <a:pt x="498" y="997"/>
                  </a:cubicBezTo>
                  <a:close/>
                  <a:moveTo>
                    <a:pt x="498" y="40"/>
                  </a:moveTo>
                  <a:cubicBezTo>
                    <a:pt x="246" y="40"/>
                    <a:pt x="40" y="246"/>
                    <a:pt x="40" y="499"/>
                  </a:cubicBezTo>
                  <a:cubicBezTo>
                    <a:pt x="40" y="751"/>
                    <a:pt x="246" y="957"/>
                    <a:pt x="498" y="957"/>
                  </a:cubicBezTo>
                  <a:cubicBezTo>
                    <a:pt x="751" y="957"/>
                    <a:pt x="957" y="751"/>
                    <a:pt x="957" y="499"/>
                  </a:cubicBezTo>
                  <a:cubicBezTo>
                    <a:pt x="957" y="246"/>
                    <a:pt x="751" y="40"/>
                    <a:pt x="498"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0" name="Freeform 136"/>
            <p:cNvSpPr>
              <a:spLocks/>
            </p:cNvSpPr>
            <p:nvPr/>
          </p:nvSpPr>
          <p:spPr bwMode="auto">
            <a:xfrm>
              <a:off x="6550025" y="1992313"/>
              <a:ext cx="96838" cy="169863"/>
            </a:xfrm>
            <a:custGeom>
              <a:avLst/>
              <a:gdLst>
                <a:gd name="T0" fmla="*/ 7 w 61"/>
                <a:gd name="T1" fmla="*/ 107 h 107"/>
                <a:gd name="T2" fmla="*/ 0 w 61"/>
                <a:gd name="T3" fmla="*/ 99 h 107"/>
                <a:gd name="T4" fmla="*/ 45 w 61"/>
                <a:gd name="T5" fmla="*/ 53 h 107"/>
                <a:gd name="T6" fmla="*/ 0 w 61"/>
                <a:gd name="T7" fmla="*/ 7 h 107"/>
                <a:gd name="T8" fmla="*/ 7 w 61"/>
                <a:gd name="T9" fmla="*/ 0 h 107"/>
                <a:gd name="T10" fmla="*/ 61 w 61"/>
                <a:gd name="T11" fmla="*/ 53 h 107"/>
                <a:gd name="T12" fmla="*/ 7 w 61"/>
                <a:gd name="T13" fmla="*/ 107 h 107"/>
              </a:gdLst>
              <a:ahLst/>
              <a:cxnLst>
                <a:cxn ang="0">
                  <a:pos x="T0" y="T1"/>
                </a:cxn>
                <a:cxn ang="0">
                  <a:pos x="T2" y="T3"/>
                </a:cxn>
                <a:cxn ang="0">
                  <a:pos x="T4" y="T5"/>
                </a:cxn>
                <a:cxn ang="0">
                  <a:pos x="T6" y="T7"/>
                </a:cxn>
                <a:cxn ang="0">
                  <a:pos x="T8" y="T9"/>
                </a:cxn>
                <a:cxn ang="0">
                  <a:pos x="T10" y="T11"/>
                </a:cxn>
                <a:cxn ang="0">
                  <a:pos x="T12" y="T13"/>
                </a:cxn>
              </a:cxnLst>
              <a:rect l="0" t="0" r="r" b="b"/>
              <a:pathLst>
                <a:path w="61" h="107">
                  <a:moveTo>
                    <a:pt x="7" y="107"/>
                  </a:moveTo>
                  <a:lnTo>
                    <a:pt x="0" y="99"/>
                  </a:lnTo>
                  <a:lnTo>
                    <a:pt x="45" y="53"/>
                  </a:lnTo>
                  <a:lnTo>
                    <a:pt x="0" y="7"/>
                  </a:lnTo>
                  <a:lnTo>
                    <a:pt x="7" y="0"/>
                  </a:lnTo>
                  <a:lnTo>
                    <a:pt x="61" y="53"/>
                  </a:lnTo>
                  <a:lnTo>
                    <a:pt x="7" y="10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1" name="Rectangle 137"/>
            <p:cNvSpPr>
              <a:spLocks noChangeArrowheads="1"/>
            </p:cNvSpPr>
            <p:nvPr/>
          </p:nvSpPr>
          <p:spPr bwMode="auto">
            <a:xfrm>
              <a:off x="6662738" y="1985963"/>
              <a:ext cx="17463" cy="1809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312" name="Freeform 138"/>
          <p:cNvSpPr>
            <a:spLocks noEditPoints="1"/>
          </p:cNvSpPr>
          <p:nvPr/>
        </p:nvSpPr>
        <p:spPr bwMode="auto">
          <a:xfrm>
            <a:off x="9270485" y="1096120"/>
            <a:ext cx="313358" cy="274603"/>
          </a:xfrm>
          <a:custGeom>
            <a:avLst/>
            <a:gdLst>
              <a:gd name="T0" fmla="*/ 525 w 1050"/>
              <a:gd name="T1" fmla="*/ 919 h 919"/>
              <a:gd name="T2" fmla="*/ 510 w 1050"/>
              <a:gd name="T3" fmla="*/ 904 h 919"/>
              <a:gd name="T4" fmla="*/ 314 w 1050"/>
              <a:gd name="T5" fmla="*/ 730 h 919"/>
              <a:gd name="T6" fmla="*/ 0 w 1050"/>
              <a:gd name="T7" fmla="*/ 304 h 919"/>
              <a:gd name="T8" fmla="*/ 252 w 1050"/>
              <a:gd name="T9" fmla="*/ 0 h 919"/>
              <a:gd name="T10" fmla="*/ 525 w 1050"/>
              <a:gd name="T11" fmla="*/ 144 h 919"/>
              <a:gd name="T12" fmla="*/ 797 w 1050"/>
              <a:gd name="T13" fmla="*/ 0 h 919"/>
              <a:gd name="T14" fmla="*/ 1050 w 1050"/>
              <a:gd name="T15" fmla="*/ 304 h 919"/>
              <a:gd name="T16" fmla="*/ 733 w 1050"/>
              <a:gd name="T17" fmla="*/ 733 h 919"/>
              <a:gd name="T18" fmla="*/ 539 w 1050"/>
              <a:gd name="T19" fmla="*/ 904 h 919"/>
              <a:gd name="T20" fmla="*/ 525 w 1050"/>
              <a:gd name="T21" fmla="*/ 919 h 919"/>
              <a:gd name="T22" fmla="*/ 252 w 1050"/>
              <a:gd name="T23" fmla="*/ 40 h 919"/>
              <a:gd name="T24" fmla="*/ 40 w 1050"/>
              <a:gd name="T25" fmla="*/ 304 h 919"/>
              <a:gd name="T26" fmla="*/ 339 w 1050"/>
              <a:gd name="T27" fmla="*/ 699 h 919"/>
              <a:gd name="T28" fmla="*/ 525 w 1050"/>
              <a:gd name="T29" fmla="*/ 862 h 919"/>
              <a:gd name="T30" fmla="*/ 707 w 1050"/>
              <a:gd name="T31" fmla="*/ 702 h 919"/>
              <a:gd name="T32" fmla="*/ 1010 w 1050"/>
              <a:gd name="T33" fmla="*/ 304 h 919"/>
              <a:gd name="T34" fmla="*/ 797 w 1050"/>
              <a:gd name="T35" fmla="*/ 40 h 919"/>
              <a:gd name="T36" fmla="*/ 540 w 1050"/>
              <a:gd name="T37" fmla="*/ 187 h 919"/>
              <a:gd name="T38" fmla="*/ 525 w 1050"/>
              <a:gd name="T39" fmla="*/ 206 h 919"/>
              <a:gd name="T40" fmla="*/ 509 w 1050"/>
              <a:gd name="T41" fmla="*/ 187 h 919"/>
              <a:gd name="T42" fmla="*/ 252 w 1050"/>
              <a:gd name="T43" fmla="*/ 40 h 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50" h="919">
                <a:moveTo>
                  <a:pt x="525" y="919"/>
                </a:moveTo>
                <a:cubicBezTo>
                  <a:pt x="510" y="904"/>
                  <a:pt x="510" y="904"/>
                  <a:pt x="510" y="904"/>
                </a:cubicBezTo>
                <a:cubicBezTo>
                  <a:pt x="453" y="843"/>
                  <a:pt x="382" y="786"/>
                  <a:pt x="314" y="730"/>
                </a:cubicBezTo>
                <a:cubicBezTo>
                  <a:pt x="152" y="597"/>
                  <a:pt x="0" y="472"/>
                  <a:pt x="0" y="304"/>
                </a:cubicBezTo>
                <a:cubicBezTo>
                  <a:pt x="0" y="125"/>
                  <a:pt x="103" y="0"/>
                  <a:pt x="252" y="0"/>
                </a:cubicBezTo>
                <a:cubicBezTo>
                  <a:pt x="346" y="0"/>
                  <a:pt x="443" y="51"/>
                  <a:pt x="525" y="144"/>
                </a:cubicBezTo>
                <a:cubicBezTo>
                  <a:pt x="607" y="51"/>
                  <a:pt x="703" y="0"/>
                  <a:pt x="797" y="0"/>
                </a:cubicBezTo>
                <a:cubicBezTo>
                  <a:pt x="946" y="0"/>
                  <a:pt x="1050" y="125"/>
                  <a:pt x="1050" y="304"/>
                </a:cubicBezTo>
                <a:cubicBezTo>
                  <a:pt x="1050" y="474"/>
                  <a:pt x="896" y="600"/>
                  <a:pt x="733" y="733"/>
                </a:cubicBezTo>
                <a:cubicBezTo>
                  <a:pt x="666" y="788"/>
                  <a:pt x="597" y="844"/>
                  <a:pt x="539" y="904"/>
                </a:cubicBezTo>
                <a:lnTo>
                  <a:pt x="525" y="919"/>
                </a:lnTo>
                <a:close/>
                <a:moveTo>
                  <a:pt x="252" y="40"/>
                </a:moveTo>
                <a:cubicBezTo>
                  <a:pt x="127" y="40"/>
                  <a:pt x="40" y="148"/>
                  <a:pt x="40" y="304"/>
                </a:cubicBezTo>
                <a:cubicBezTo>
                  <a:pt x="40" y="453"/>
                  <a:pt x="185" y="573"/>
                  <a:pt x="339" y="699"/>
                </a:cubicBezTo>
                <a:cubicBezTo>
                  <a:pt x="403" y="751"/>
                  <a:pt x="469" y="805"/>
                  <a:pt x="525" y="862"/>
                </a:cubicBezTo>
                <a:cubicBezTo>
                  <a:pt x="581" y="806"/>
                  <a:pt x="645" y="753"/>
                  <a:pt x="707" y="702"/>
                </a:cubicBezTo>
                <a:cubicBezTo>
                  <a:pt x="863" y="575"/>
                  <a:pt x="1010" y="455"/>
                  <a:pt x="1010" y="304"/>
                </a:cubicBezTo>
                <a:cubicBezTo>
                  <a:pt x="1010" y="148"/>
                  <a:pt x="922" y="40"/>
                  <a:pt x="797" y="40"/>
                </a:cubicBezTo>
                <a:cubicBezTo>
                  <a:pt x="709" y="40"/>
                  <a:pt x="618" y="92"/>
                  <a:pt x="540" y="187"/>
                </a:cubicBezTo>
                <a:cubicBezTo>
                  <a:pt x="525" y="206"/>
                  <a:pt x="525" y="206"/>
                  <a:pt x="525" y="206"/>
                </a:cubicBezTo>
                <a:cubicBezTo>
                  <a:pt x="509" y="187"/>
                  <a:pt x="509" y="187"/>
                  <a:pt x="509" y="187"/>
                </a:cubicBezTo>
                <a:cubicBezTo>
                  <a:pt x="432" y="92"/>
                  <a:pt x="340" y="40"/>
                  <a:pt x="252" y="40"/>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313" name="组合 312"/>
          <p:cNvGrpSpPr/>
          <p:nvPr/>
        </p:nvGrpSpPr>
        <p:grpSpPr>
          <a:xfrm>
            <a:off x="9764355" y="1110631"/>
            <a:ext cx="297856" cy="288998"/>
            <a:chOff x="8148638" y="1866901"/>
            <a:chExt cx="427037" cy="414337"/>
          </a:xfrm>
          <a:solidFill>
            <a:srgbClr val="707E84"/>
          </a:solidFill>
        </p:grpSpPr>
        <p:sp>
          <p:nvSpPr>
            <p:cNvPr id="314" name="Freeform 139"/>
            <p:cNvSpPr>
              <a:spLocks noEditPoints="1"/>
            </p:cNvSpPr>
            <p:nvPr/>
          </p:nvSpPr>
          <p:spPr bwMode="auto">
            <a:xfrm>
              <a:off x="8204200" y="1866901"/>
              <a:ext cx="269875" cy="268288"/>
            </a:xfrm>
            <a:custGeom>
              <a:avLst/>
              <a:gdLst>
                <a:gd name="T0" fmla="*/ 314 w 627"/>
                <a:gd name="T1" fmla="*/ 627 h 627"/>
                <a:gd name="T2" fmla="*/ 0 w 627"/>
                <a:gd name="T3" fmla="*/ 313 h 627"/>
                <a:gd name="T4" fmla="*/ 314 w 627"/>
                <a:gd name="T5" fmla="*/ 0 h 627"/>
                <a:gd name="T6" fmla="*/ 627 w 627"/>
                <a:gd name="T7" fmla="*/ 313 h 627"/>
                <a:gd name="T8" fmla="*/ 314 w 627"/>
                <a:gd name="T9" fmla="*/ 627 h 627"/>
                <a:gd name="T10" fmla="*/ 314 w 627"/>
                <a:gd name="T11" fmla="*/ 40 h 627"/>
                <a:gd name="T12" fmla="*/ 40 w 627"/>
                <a:gd name="T13" fmla="*/ 313 h 627"/>
                <a:gd name="T14" fmla="*/ 314 w 627"/>
                <a:gd name="T15" fmla="*/ 587 h 627"/>
                <a:gd name="T16" fmla="*/ 587 w 627"/>
                <a:gd name="T17" fmla="*/ 313 h 627"/>
                <a:gd name="T18" fmla="*/ 314 w 627"/>
                <a:gd name="T19" fmla="*/ 40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7" h="627">
                  <a:moveTo>
                    <a:pt x="314" y="627"/>
                  </a:moveTo>
                  <a:cubicBezTo>
                    <a:pt x="141" y="627"/>
                    <a:pt x="0" y="486"/>
                    <a:pt x="0" y="313"/>
                  </a:cubicBezTo>
                  <a:cubicBezTo>
                    <a:pt x="0" y="140"/>
                    <a:pt x="141" y="0"/>
                    <a:pt x="314" y="0"/>
                  </a:cubicBezTo>
                  <a:cubicBezTo>
                    <a:pt x="487" y="0"/>
                    <a:pt x="627" y="140"/>
                    <a:pt x="627" y="313"/>
                  </a:cubicBezTo>
                  <a:cubicBezTo>
                    <a:pt x="627" y="486"/>
                    <a:pt x="487" y="627"/>
                    <a:pt x="314" y="627"/>
                  </a:cubicBezTo>
                  <a:close/>
                  <a:moveTo>
                    <a:pt x="314" y="40"/>
                  </a:moveTo>
                  <a:cubicBezTo>
                    <a:pt x="163" y="40"/>
                    <a:pt x="40" y="162"/>
                    <a:pt x="40" y="313"/>
                  </a:cubicBezTo>
                  <a:cubicBezTo>
                    <a:pt x="40" y="464"/>
                    <a:pt x="163" y="587"/>
                    <a:pt x="314" y="587"/>
                  </a:cubicBezTo>
                  <a:cubicBezTo>
                    <a:pt x="465" y="587"/>
                    <a:pt x="587" y="464"/>
                    <a:pt x="587" y="313"/>
                  </a:cubicBezTo>
                  <a:cubicBezTo>
                    <a:pt x="587" y="162"/>
                    <a:pt x="465" y="40"/>
                    <a:pt x="314"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5" name="Freeform 140"/>
            <p:cNvSpPr>
              <a:spLocks/>
            </p:cNvSpPr>
            <p:nvPr/>
          </p:nvSpPr>
          <p:spPr bwMode="auto">
            <a:xfrm>
              <a:off x="8416925" y="2092326"/>
              <a:ext cx="46038" cy="39688"/>
            </a:xfrm>
            <a:custGeom>
              <a:avLst/>
              <a:gdLst>
                <a:gd name="T0" fmla="*/ 81 w 107"/>
                <a:gd name="T1" fmla="*/ 90 h 90"/>
                <a:gd name="T2" fmla="*/ 0 w 107"/>
                <a:gd name="T3" fmla="*/ 36 h 90"/>
                <a:gd name="T4" fmla="*/ 17 w 107"/>
                <a:gd name="T5" fmla="*/ 0 h 90"/>
                <a:gd name="T6" fmla="*/ 107 w 107"/>
                <a:gd name="T7" fmla="*/ 59 h 90"/>
                <a:gd name="T8" fmla="*/ 81 w 107"/>
                <a:gd name="T9" fmla="*/ 90 h 90"/>
              </a:gdLst>
              <a:ahLst/>
              <a:cxnLst>
                <a:cxn ang="0">
                  <a:pos x="T0" y="T1"/>
                </a:cxn>
                <a:cxn ang="0">
                  <a:pos x="T2" y="T3"/>
                </a:cxn>
                <a:cxn ang="0">
                  <a:pos x="T4" y="T5"/>
                </a:cxn>
                <a:cxn ang="0">
                  <a:pos x="T6" y="T7"/>
                </a:cxn>
                <a:cxn ang="0">
                  <a:pos x="T8" y="T9"/>
                </a:cxn>
              </a:cxnLst>
              <a:rect l="0" t="0" r="r" b="b"/>
              <a:pathLst>
                <a:path w="107" h="90">
                  <a:moveTo>
                    <a:pt x="81" y="90"/>
                  </a:moveTo>
                  <a:cubicBezTo>
                    <a:pt x="56" y="68"/>
                    <a:pt x="29" y="50"/>
                    <a:pt x="0" y="36"/>
                  </a:cubicBezTo>
                  <a:cubicBezTo>
                    <a:pt x="17" y="0"/>
                    <a:pt x="17" y="0"/>
                    <a:pt x="17" y="0"/>
                  </a:cubicBezTo>
                  <a:cubicBezTo>
                    <a:pt x="49" y="16"/>
                    <a:pt x="79" y="36"/>
                    <a:pt x="107" y="59"/>
                  </a:cubicBezTo>
                  <a:lnTo>
                    <a:pt x="81" y="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6" name="Freeform 141"/>
            <p:cNvSpPr>
              <a:spLocks/>
            </p:cNvSpPr>
            <p:nvPr/>
          </p:nvSpPr>
          <p:spPr bwMode="auto">
            <a:xfrm>
              <a:off x="8148638" y="2092326"/>
              <a:ext cx="112713" cy="171450"/>
            </a:xfrm>
            <a:custGeom>
              <a:avLst/>
              <a:gdLst>
                <a:gd name="T0" fmla="*/ 40 w 265"/>
                <a:gd name="T1" fmla="*/ 399 h 399"/>
                <a:gd name="T2" fmla="*/ 0 w 265"/>
                <a:gd name="T3" fmla="*/ 399 h 399"/>
                <a:gd name="T4" fmla="*/ 69 w 265"/>
                <a:gd name="T5" fmla="*/ 161 h 399"/>
                <a:gd name="T6" fmla="*/ 247 w 265"/>
                <a:gd name="T7" fmla="*/ 0 h 399"/>
                <a:gd name="T8" fmla="*/ 265 w 265"/>
                <a:gd name="T9" fmla="*/ 36 h 399"/>
                <a:gd name="T10" fmla="*/ 40 w 265"/>
                <a:gd name="T11" fmla="*/ 399 h 399"/>
              </a:gdLst>
              <a:ahLst/>
              <a:cxnLst>
                <a:cxn ang="0">
                  <a:pos x="T0" y="T1"/>
                </a:cxn>
                <a:cxn ang="0">
                  <a:pos x="T2" y="T3"/>
                </a:cxn>
                <a:cxn ang="0">
                  <a:pos x="T4" y="T5"/>
                </a:cxn>
                <a:cxn ang="0">
                  <a:pos x="T6" y="T7"/>
                </a:cxn>
                <a:cxn ang="0">
                  <a:pos x="T8" y="T9"/>
                </a:cxn>
                <a:cxn ang="0">
                  <a:pos x="T10" y="T11"/>
                </a:cxn>
              </a:cxnLst>
              <a:rect l="0" t="0" r="r" b="b"/>
              <a:pathLst>
                <a:path w="265" h="399">
                  <a:moveTo>
                    <a:pt x="40" y="399"/>
                  </a:moveTo>
                  <a:cubicBezTo>
                    <a:pt x="0" y="399"/>
                    <a:pt x="0" y="399"/>
                    <a:pt x="0" y="399"/>
                  </a:cubicBezTo>
                  <a:cubicBezTo>
                    <a:pt x="0" y="315"/>
                    <a:pt x="24" y="232"/>
                    <a:pt x="69" y="161"/>
                  </a:cubicBezTo>
                  <a:cubicBezTo>
                    <a:pt x="113" y="92"/>
                    <a:pt x="174" y="37"/>
                    <a:pt x="247" y="0"/>
                  </a:cubicBezTo>
                  <a:cubicBezTo>
                    <a:pt x="265" y="36"/>
                    <a:pt x="265" y="36"/>
                    <a:pt x="265" y="36"/>
                  </a:cubicBezTo>
                  <a:cubicBezTo>
                    <a:pt x="126" y="105"/>
                    <a:pt x="40" y="243"/>
                    <a:pt x="40" y="3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7" name="Rectangle 142"/>
            <p:cNvSpPr>
              <a:spLocks noChangeArrowheads="1"/>
            </p:cNvSpPr>
            <p:nvPr/>
          </p:nvSpPr>
          <p:spPr bwMode="auto">
            <a:xfrm>
              <a:off x="8413750" y="2192338"/>
              <a:ext cx="161925"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8" name="Rectangle 143"/>
            <p:cNvSpPr>
              <a:spLocks noChangeArrowheads="1"/>
            </p:cNvSpPr>
            <p:nvPr/>
          </p:nvSpPr>
          <p:spPr bwMode="auto">
            <a:xfrm>
              <a:off x="8486775" y="2119313"/>
              <a:ext cx="17463" cy="161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19" name="组合 318"/>
          <p:cNvGrpSpPr/>
          <p:nvPr/>
        </p:nvGrpSpPr>
        <p:grpSpPr>
          <a:xfrm>
            <a:off x="11250878" y="1597464"/>
            <a:ext cx="230312" cy="282355"/>
            <a:chOff x="3806825" y="3630613"/>
            <a:chExt cx="330200" cy="404813"/>
          </a:xfrm>
          <a:solidFill>
            <a:srgbClr val="707E84"/>
          </a:solidFill>
        </p:grpSpPr>
        <p:sp>
          <p:nvSpPr>
            <p:cNvPr id="320" name="Oval 144"/>
            <p:cNvSpPr>
              <a:spLocks noChangeArrowheads="1"/>
            </p:cNvSpPr>
            <p:nvPr/>
          </p:nvSpPr>
          <p:spPr bwMode="auto">
            <a:xfrm>
              <a:off x="3806825" y="3797301"/>
              <a:ext cx="71438" cy="714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1" name="Freeform 145"/>
            <p:cNvSpPr>
              <a:spLocks/>
            </p:cNvSpPr>
            <p:nvPr/>
          </p:nvSpPr>
          <p:spPr bwMode="auto">
            <a:xfrm>
              <a:off x="3890963" y="3738563"/>
              <a:ext cx="68263" cy="190500"/>
            </a:xfrm>
            <a:custGeom>
              <a:avLst/>
              <a:gdLst>
                <a:gd name="T0" fmla="*/ 26 w 159"/>
                <a:gd name="T1" fmla="*/ 445 h 445"/>
                <a:gd name="T2" fmla="*/ 0 w 159"/>
                <a:gd name="T3" fmla="*/ 404 h 445"/>
                <a:gd name="T4" fmla="*/ 61 w 159"/>
                <a:gd name="T5" fmla="*/ 347 h 445"/>
                <a:gd name="T6" fmla="*/ 99 w 159"/>
                <a:gd name="T7" fmla="*/ 184 h 445"/>
                <a:gd name="T8" fmla="*/ 0 w 159"/>
                <a:gd name="T9" fmla="*/ 40 h 445"/>
                <a:gd name="T10" fmla="*/ 26 w 159"/>
                <a:gd name="T11" fmla="*/ 0 h 445"/>
                <a:gd name="T12" fmla="*/ 146 w 159"/>
                <a:gd name="T13" fmla="*/ 176 h 445"/>
                <a:gd name="T14" fmla="*/ 100 w 159"/>
                <a:gd name="T15" fmla="*/ 375 h 445"/>
                <a:gd name="T16" fmla="*/ 26 w 159"/>
                <a:gd name="T17" fmla="*/ 445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9" h="445">
                  <a:moveTo>
                    <a:pt x="26" y="445"/>
                  </a:moveTo>
                  <a:cubicBezTo>
                    <a:pt x="0" y="404"/>
                    <a:pt x="0" y="404"/>
                    <a:pt x="0" y="404"/>
                  </a:cubicBezTo>
                  <a:cubicBezTo>
                    <a:pt x="24" y="389"/>
                    <a:pt x="45" y="370"/>
                    <a:pt x="61" y="347"/>
                  </a:cubicBezTo>
                  <a:cubicBezTo>
                    <a:pt x="96" y="299"/>
                    <a:pt x="109" y="241"/>
                    <a:pt x="99" y="184"/>
                  </a:cubicBezTo>
                  <a:cubicBezTo>
                    <a:pt x="88" y="125"/>
                    <a:pt x="53" y="74"/>
                    <a:pt x="0" y="40"/>
                  </a:cubicBezTo>
                  <a:cubicBezTo>
                    <a:pt x="26" y="0"/>
                    <a:pt x="26" y="0"/>
                    <a:pt x="26" y="0"/>
                  </a:cubicBezTo>
                  <a:cubicBezTo>
                    <a:pt x="90" y="41"/>
                    <a:pt x="133" y="103"/>
                    <a:pt x="146" y="176"/>
                  </a:cubicBezTo>
                  <a:cubicBezTo>
                    <a:pt x="159" y="246"/>
                    <a:pt x="143" y="317"/>
                    <a:pt x="100" y="375"/>
                  </a:cubicBezTo>
                  <a:cubicBezTo>
                    <a:pt x="80" y="403"/>
                    <a:pt x="55" y="426"/>
                    <a:pt x="26" y="4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2" name="Freeform 146"/>
            <p:cNvSpPr>
              <a:spLocks/>
            </p:cNvSpPr>
            <p:nvPr/>
          </p:nvSpPr>
          <p:spPr bwMode="auto">
            <a:xfrm>
              <a:off x="3938588" y="3686176"/>
              <a:ext cx="112713" cy="293688"/>
            </a:xfrm>
            <a:custGeom>
              <a:avLst/>
              <a:gdLst>
                <a:gd name="T0" fmla="*/ 28 w 264"/>
                <a:gd name="T1" fmla="*/ 685 h 685"/>
                <a:gd name="T2" fmla="*/ 0 w 264"/>
                <a:gd name="T3" fmla="*/ 645 h 685"/>
                <a:gd name="T4" fmla="*/ 95 w 264"/>
                <a:gd name="T5" fmla="*/ 550 h 685"/>
                <a:gd name="T6" fmla="*/ 0 w 264"/>
                <a:gd name="T7" fmla="*/ 39 h 685"/>
                <a:gd name="T8" fmla="*/ 27 w 264"/>
                <a:gd name="T9" fmla="*/ 0 h 685"/>
                <a:gd name="T10" fmla="*/ 135 w 264"/>
                <a:gd name="T11" fmla="*/ 577 h 685"/>
                <a:gd name="T12" fmla="*/ 28 w 264"/>
                <a:gd name="T13" fmla="*/ 685 h 685"/>
              </a:gdLst>
              <a:ahLst/>
              <a:cxnLst>
                <a:cxn ang="0">
                  <a:pos x="T0" y="T1"/>
                </a:cxn>
                <a:cxn ang="0">
                  <a:pos x="T2" y="T3"/>
                </a:cxn>
                <a:cxn ang="0">
                  <a:pos x="T4" y="T5"/>
                </a:cxn>
                <a:cxn ang="0">
                  <a:pos x="T6" y="T7"/>
                </a:cxn>
                <a:cxn ang="0">
                  <a:pos x="T8" y="T9"/>
                </a:cxn>
                <a:cxn ang="0">
                  <a:pos x="T10" y="T11"/>
                </a:cxn>
                <a:cxn ang="0">
                  <a:pos x="T12" y="T13"/>
                </a:cxn>
              </a:cxnLst>
              <a:rect l="0" t="0" r="r" b="b"/>
              <a:pathLst>
                <a:path w="264" h="685">
                  <a:moveTo>
                    <a:pt x="28" y="685"/>
                  </a:moveTo>
                  <a:cubicBezTo>
                    <a:pt x="0" y="645"/>
                    <a:pt x="0" y="645"/>
                    <a:pt x="0" y="645"/>
                  </a:cubicBezTo>
                  <a:cubicBezTo>
                    <a:pt x="38" y="620"/>
                    <a:pt x="70" y="588"/>
                    <a:pt x="95" y="550"/>
                  </a:cubicBezTo>
                  <a:cubicBezTo>
                    <a:pt x="210" y="383"/>
                    <a:pt x="167" y="154"/>
                    <a:pt x="0" y="39"/>
                  </a:cubicBezTo>
                  <a:cubicBezTo>
                    <a:pt x="27" y="0"/>
                    <a:pt x="27" y="0"/>
                    <a:pt x="27" y="0"/>
                  </a:cubicBezTo>
                  <a:cubicBezTo>
                    <a:pt x="216" y="129"/>
                    <a:pt x="264" y="388"/>
                    <a:pt x="135" y="577"/>
                  </a:cubicBezTo>
                  <a:cubicBezTo>
                    <a:pt x="106" y="620"/>
                    <a:pt x="70" y="656"/>
                    <a:pt x="28" y="6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3" name="Freeform 147"/>
            <p:cNvSpPr>
              <a:spLocks/>
            </p:cNvSpPr>
            <p:nvPr/>
          </p:nvSpPr>
          <p:spPr bwMode="auto">
            <a:xfrm>
              <a:off x="3984625" y="3630613"/>
              <a:ext cx="152400" cy="404813"/>
            </a:xfrm>
            <a:custGeom>
              <a:avLst/>
              <a:gdLst>
                <a:gd name="T0" fmla="*/ 28 w 354"/>
                <a:gd name="T1" fmla="*/ 942 h 942"/>
                <a:gd name="T2" fmla="*/ 1 w 354"/>
                <a:gd name="T3" fmla="*/ 903 h 942"/>
                <a:gd name="T4" fmla="*/ 136 w 354"/>
                <a:gd name="T5" fmla="*/ 767 h 942"/>
                <a:gd name="T6" fmla="*/ 0 w 354"/>
                <a:gd name="T7" fmla="*/ 40 h 942"/>
                <a:gd name="T8" fmla="*/ 27 w 354"/>
                <a:gd name="T9" fmla="*/ 0 h 942"/>
                <a:gd name="T10" fmla="*/ 175 w 354"/>
                <a:gd name="T11" fmla="*/ 794 h 942"/>
                <a:gd name="T12" fmla="*/ 28 w 354"/>
                <a:gd name="T13" fmla="*/ 942 h 942"/>
              </a:gdLst>
              <a:ahLst/>
              <a:cxnLst>
                <a:cxn ang="0">
                  <a:pos x="T0" y="T1"/>
                </a:cxn>
                <a:cxn ang="0">
                  <a:pos x="T2" y="T3"/>
                </a:cxn>
                <a:cxn ang="0">
                  <a:pos x="T4" y="T5"/>
                </a:cxn>
                <a:cxn ang="0">
                  <a:pos x="T6" y="T7"/>
                </a:cxn>
                <a:cxn ang="0">
                  <a:pos x="T8" y="T9"/>
                </a:cxn>
                <a:cxn ang="0">
                  <a:pos x="T10" y="T11"/>
                </a:cxn>
                <a:cxn ang="0">
                  <a:pos x="T12" y="T13"/>
                </a:cxn>
              </a:cxnLst>
              <a:rect l="0" t="0" r="r" b="b"/>
              <a:pathLst>
                <a:path w="354" h="942">
                  <a:moveTo>
                    <a:pt x="28" y="942"/>
                  </a:moveTo>
                  <a:cubicBezTo>
                    <a:pt x="1" y="903"/>
                    <a:pt x="1" y="903"/>
                    <a:pt x="1" y="903"/>
                  </a:cubicBezTo>
                  <a:cubicBezTo>
                    <a:pt x="54" y="866"/>
                    <a:pt x="99" y="821"/>
                    <a:pt x="136" y="767"/>
                  </a:cubicBezTo>
                  <a:cubicBezTo>
                    <a:pt x="299" y="529"/>
                    <a:pt x="238" y="203"/>
                    <a:pt x="0" y="40"/>
                  </a:cubicBezTo>
                  <a:cubicBezTo>
                    <a:pt x="27" y="0"/>
                    <a:pt x="27" y="0"/>
                    <a:pt x="27" y="0"/>
                  </a:cubicBezTo>
                  <a:cubicBezTo>
                    <a:pt x="287" y="178"/>
                    <a:pt x="354" y="535"/>
                    <a:pt x="175" y="794"/>
                  </a:cubicBezTo>
                  <a:cubicBezTo>
                    <a:pt x="135" y="853"/>
                    <a:pt x="86" y="903"/>
                    <a:pt x="28" y="9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24" name="组合 323"/>
          <p:cNvGrpSpPr/>
          <p:nvPr/>
        </p:nvGrpSpPr>
        <p:grpSpPr>
          <a:xfrm>
            <a:off x="8736367" y="1622932"/>
            <a:ext cx="257995" cy="231419"/>
            <a:chOff x="6415088" y="2803526"/>
            <a:chExt cx="369888" cy="331787"/>
          </a:xfrm>
          <a:solidFill>
            <a:srgbClr val="707E84"/>
          </a:solidFill>
        </p:grpSpPr>
        <p:sp>
          <p:nvSpPr>
            <p:cNvPr id="325" name="Freeform 176"/>
            <p:cNvSpPr>
              <a:spLocks/>
            </p:cNvSpPr>
            <p:nvPr/>
          </p:nvSpPr>
          <p:spPr bwMode="auto">
            <a:xfrm>
              <a:off x="6416675" y="3013076"/>
              <a:ext cx="84138" cy="120650"/>
            </a:xfrm>
            <a:custGeom>
              <a:avLst/>
              <a:gdLst>
                <a:gd name="T0" fmla="*/ 9 w 53"/>
                <a:gd name="T1" fmla="*/ 76 h 76"/>
                <a:gd name="T2" fmla="*/ 0 w 53"/>
                <a:gd name="T3" fmla="*/ 71 h 76"/>
                <a:gd name="T4" fmla="*/ 44 w 53"/>
                <a:gd name="T5" fmla="*/ 0 h 76"/>
                <a:gd name="T6" fmla="*/ 53 w 53"/>
                <a:gd name="T7" fmla="*/ 5 h 76"/>
                <a:gd name="T8" fmla="*/ 9 w 53"/>
                <a:gd name="T9" fmla="*/ 76 h 76"/>
              </a:gdLst>
              <a:ahLst/>
              <a:cxnLst>
                <a:cxn ang="0">
                  <a:pos x="T0" y="T1"/>
                </a:cxn>
                <a:cxn ang="0">
                  <a:pos x="T2" y="T3"/>
                </a:cxn>
                <a:cxn ang="0">
                  <a:pos x="T4" y="T5"/>
                </a:cxn>
                <a:cxn ang="0">
                  <a:pos x="T6" y="T7"/>
                </a:cxn>
                <a:cxn ang="0">
                  <a:pos x="T8" y="T9"/>
                </a:cxn>
              </a:cxnLst>
              <a:rect l="0" t="0" r="r" b="b"/>
              <a:pathLst>
                <a:path w="53" h="76">
                  <a:moveTo>
                    <a:pt x="9" y="76"/>
                  </a:moveTo>
                  <a:lnTo>
                    <a:pt x="0" y="71"/>
                  </a:lnTo>
                  <a:lnTo>
                    <a:pt x="44" y="0"/>
                  </a:lnTo>
                  <a:lnTo>
                    <a:pt x="53" y="5"/>
                  </a:lnTo>
                  <a:lnTo>
                    <a:pt x="9" y="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6" name="Freeform 177"/>
            <p:cNvSpPr>
              <a:spLocks/>
            </p:cNvSpPr>
            <p:nvPr/>
          </p:nvSpPr>
          <p:spPr bwMode="auto">
            <a:xfrm>
              <a:off x="6588125" y="3011488"/>
              <a:ext cx="96838" cy="123825"/>
            </a:xfrm>
            <a:custGeom>
              <a:avLst/>
              <a:gdLst>
                <a:gd name="T0" fmla="*/ 52 w 61"/>
                <a:gd name="T1" fmla="*/ 78 h 78"/>
                <a:gd name="T2" fmla="*/ 0 w 61"/>
                <a:gd name="T3" fmla="*/ 7 h 78"/>
                <a:gd name="T4" fmla="*/ 9 w 61"/>
                <a:gd name="T5" fmla="*/ 0 h 78"/>
                <a:gd name="T6" fmla="*/ 61 w 61"/>
                <a:gd name="T7" fmla="*/ 71 h 78"/>
                <a:gd name="T8" fmla="*/ 52 w 61"/>
                <a:gd name="T9" fmla="*/ 78 h 78"/>
              </a:gdLst>
              <a:ahLst/>
              <a:cxnLst>
                <a:cxn ang="0">
                  <a:pos x="T0" y="T1"/>
                </a:cxn>
                <a:cxn ang="0">
                  <a:pos x="T2" y="T3"/>
                </a:cxn>
                <a:cxn ang="0">
                  <a:pos x="T4" y="T5"/>
                </a:cxn>
                <a:cxn ang="0">
                  <a:pos x="T6" y="T7"/>
                </a:cxn>
                <a:cxn ang="0">
                  <a:pos x="T8" y="T9"/>
                </a:cxn>
              </a:cxnLst>
              <a:rect l="0" t="0" r="r" b="b"/>
              <a:pathLst>
                <a:path w="61" h="78">
                  <a:moveTo>
                    <a:pt x="52" y="78"/>
                  </a:moveTo>
                  <a:lnTo>
                    <a:pt x="0" y="7"/>
                  </a:lnTo>
                  <a:lnTo>
                    <a:pt x="9" y="0"/>
                  </a:lnTo>
                  <a:lnTo>
                    <a:pt x="61" y="71"/>
                  </a:lnTo>
                  <a:lnTo>
                    <a:pt x="52" y="7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7" name="Freeform 184"/>
            <p:cNvSpPr>
              <a:spLocks noEditPoints="1"/>
            </p:cNvSpPr>
            <p:nvPr/>
          </p:nvSpPr>
          <p:spPr bwMode="auto">
            <a:xfrm>
              <a:off x="6415088" y="2803526"/>
              <a:ext cx="255588" cy="222250"/>
            </a:xfrm>
            <a:custGeom>
              <a:avLst/>
              <a:gdLst>
                <a:gd name="T0" fmla="*/ 536 w 596"/>
                <a:gd name="T1" fmla="*/ 516 h 516"/>
                <a:gd name="T2" fmla="*/ 60 w 596"/>
                <a:gd name="T3" fmla="*/ 516 h 516"/>
                <a:gd name="T4" fmla="*/ 0 w 596"/>
                <a:gd name="T5" fmla="*/ 456 h 516"/>
                <a:gd name="T6" fmla="*/ 0 w 596"/>
                <a:gd name="T7" fmla="*/ 60 h 516"/>
                <a:gd name="T8" fmla="*/ 60 w 596"/>
                <a:gd name="T9" fmla="*/ 0 h 516"/>
                <a:gd name="T10" fmla="*/ 536 w 596"/>
                <a:gd name="T11" fmla="*/ 0 h 516"/>
                <a:gd name="T12" fmla="*/ 596 w 596"/>
                <a:gd name="T13" fmla="*/ 60 h 516"/>
                <a:gd name="T14" fmla="*/ 596 w 596"/>
                <a:gd name="T15" fmla="*/ 456 h 516"/>
                <a:gd name="T16" fmla="*/ 536 w 596"/>
                <a:gd name="T17" fmla="*/ 516 h 516"/>
                <a:gd name="T18" fmla="*/ 60 w 596"/>
                <a:gd name="T19" fmla="*/ 40 h 516"/>
                <a:gd name="T20" fmla="*/ 40 w 596"/>
                <a:gd name="T21" fmla="*/ 60 h 516"/>
                <a:gd name="T22" fmla="*/ 40 w 596"/>
                <a:gd name="T23" fmla="*/ 456 h 516"/>
                <a:gd name="T24" fmla="*/ 60 w 596"/>
                <a:gd name="T25" fmla="*/ 476 h 516"/>
                <a:gd name="T26" fmla="*/ 536 w 596"/>
                <a:gd name="T27" fmla="*/ 476 h 516"/>
                <a:gd name="T28" fmla="*/ 556 w 596"/>
                <a:gd name="T29" fmla="*/ 456 h 516"/>
                <a:gd name="T30" fmla="*/ 556 w 596"/>
                <a:gd name="T31" fmla="*/ 60 h 516"/>
                <a:gd name="T32" fmla="*/ 536 w 596"/>
                <a:gd name="T33" fmla="*/ 40 h 516"/>
                <a:gd name="T34" fmla="*/ 60 w 596"/>
                <a:gd name="T35" fmla="*/ 40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6" h="516">
                  <a:moveTo>
                    <a:pt x="536" y="516"/>
                  </a:moveTo>
                  <a:cubicBezTo>
                    <a:pt x="60" y="516"/>
                    <a:pt x="60" y="516"/>
                    <a:pt x="60" y="516"/>
                  </a:cubicBezTo>
                  <a:cubicBezTo>
                    <a:pt x="27" y="516"/>
                    <a:pt x="0" y="489"/>
                    <a:pt x="0" y="456"/>
                  </a:cubicBezTo>
                  <a:cubicBezTo>
                    <a:pt x="0" y="60"/>
                    <a:pt x="0" y="60"/>
                    <a:pt x="0" y="60"/>
                  </a:cubicBezTo>
                  <a:cubicBezTo>
                    <a:pt x="0" y="27"/>
                    <a:pt x="27" y="0"/>
                    <a:pt x="60" y="0"/>
                  </a:cubicBezTo>
                  <a:cubicBezTo>
                    <a:pt x="536" y="0"/>
                    <a:pt x="536" y="0"/>
                    <a:pt x="536" y="0"/>
                  </a:cubicBezTo>
                  <a:cubicBezTo>
                    <a:pt x="569" y="0"/>
                    <a:pt x="596" y="27"/>
                    <a:pt x="596" y="60"/>
                  </a:cubicBezTo>
                  <a:cubicBezTo>
                    <a:pt x="596" y="456"/>
                    <a:pt x="596" y="456"/>
                    <a:pt x="596" y="456"/>
                  </a:cubicBezTo>
                  <a:cubicBezTo>
                    <a:pt x="596" y="489"/>
                    <a:pt x="569" y="516"/>
                    <a:pt x="536" y="516"/>
                  </a:cubicBezTo>
                  <a:close/>
                  <a:moveTo>
                    <a:pt x="60" y="40"/>
                  </a:moveTo>
                  <a:cubicBezTo>
                    <a:pt x="49" y="40"/>
                    <a:pt x="40" y="49"/>
                    <a:pt x="40" y="60"/>
                  </a:cubicBezTo>
                  <a:cubicBezTo>
                    <a:pt x="40" y="456"/>
                    <a:pt x="40" y="456"/>
                    <a:pt x="40" y="456"/>
                  </a:cubicBezTo>
                  <a:cubicBezTo>
                    <a:pt x="40" y="467"/>
                    <a:pt x="49" y="476"/>
                    <a:pt x="60" y="476"/>
                  </a:cubicBezTo>
                  <a:cubicBezTo>
                    <a:pt x="536" y="476"/>
                    <a:pt x="536" y="476"/>
                    <a:pt x="536" y="476"/>
                  </a:cubicBezTo>
                  <a:cubicBezTo>
                    <a:pt x="547" y="476"/>
                    <a:pt x="556" y="467"/>
                    <a:pt x="556" y="456"/>
                  </a:cubicBezTo>
                  <a:cubicBezTo>
                    <a:pt x="556" y="60"/>
                    <a:pt x="556" y="60"/>
                    <a:pt x="556" y="60"/>
                  </a:cubicBezTo>
                  <a:cubicBezTo>
                    <a:pt x="556" y="49"/>
                    <a:pt x="547" y="40"/>
                    <a:pt x="536" y="40"/>
                  </a:cubicBezTo>
                  <a:lnTo>
                    <a:pt x="60"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8" name="Freeform 185"/>
            <p:cNvSpPr>
              <a:spLocks noEditPoints="1"/>
            </p:cNvSpPr>
            <p:nvPr/>
          </p:nvSpPr>
          <p:spPr bwMode="auto">
            <a:xfrm>
              <a:off x="6653213" y="2814638"/>
              <a:ext cx="131763" cy="200025"/>
            </a:xfrm>
            <a:custGeom>
              <a:avLst/>
              <a:gdLst>
                <a:gd name="T0" fmla="*/ 275 w 308"/>
                <a:gd name="T1" fmla="*/ 464 h 464"/>
                <a:gd name="T2" fmla="*/ 258 w 308"/>
                <a:gd name="T3" fmla="*/ 460 h 464"/>
                <a:gd name="T4" fmla="*/ 34 w 308"/>
                <a:gd name="T5" fmla="*/ 362 h 464"/>
                <a:gd name="T6" fmla="*/ 0 w 308"/>
                <a:gd name="T7" fmla="*/ 310 h 464"/>
                <a:gd name="T8" fmla="*/ 0 w 308"/>
                <a:gd name="T9" fmla="*/ 154 h 464"/>
                <a:gd name="T10" fmla="*/ 34 w 308"/>
                <a:gd name="T11" fmla="*/ 102 h 464"/>
                <a:gd name="T12" fmla="*/ 258 w 308"/>
                <a:gd name="T13" fmla="*/ 4 h 464"/>
                <a:gd name="T14" fmla="*/ 275 w 308"/>
                <a:gd name="T15" fmla="*/ 0 h 464"/>
                <a:gd name="T16" fmla="*/ 308 w 308"/>
                <a:gd name="T17" fmla="*/ 36 h 464"/>
                <a:gd name="T18" fmla="*/ 308 w 308"/>
                <a:gd name="T19" fmla="*/ 428 h 464"/>
                <a:gd name="T20" fmla="*/ 275 w 308"/>
                <a:gd name="T21" fmla="*/ 464 h 464"/>
                <a:gd name="T22" fmla="*/ 268 w 308"/>
                <a:gd name="T23" fmla="*/ 43 h 464"/>
                <a:gd name="T24" fmla="*/ 50 w 308"/>
                <a:gd name="T25" fmla="*/ 139 h 464"/>
                <a:gd name="T26" fmla="*/ 40 w 308"/>
                <a:gd name="T27" fmla="*/ 154 h 464"/>
                <a:gd name="T28" fmla="*/ 40 w 308"/>
                <a:gd name="T29" fmla="*/ 310 h 464"/>
                <a:gd name="T30" fmla="*/ 50 w 308"/>
                <a:gd name="T31" fmla="*/ 325 h 464"/>
                <a:gd name="T32" fmla="*/ 268 w 308"/>
                <a:gd name="T33" fmla="*/ 421 h 464"/>
                <a:gd name="T34" fmla="*/ 268 w 308"/>
                <a:gd name="T35" fmla="*/ 43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8" h="464">
                  <a:moveTo>
                    <a:pt x="275" y="464"/>
                  </a:moveTo>
                  <a:cubicBezTo>
                    <a:pt x="269" y="464"/>
                    <a:pt x="264" y="463"/>
                    <a:pt x="258" y="460"/>
                  </a:cubicBezTo>
                  <a:cubicBezTo>
                    <a:pt x="34" y="362"/>
                    <a:pt x="34" y="362"/>
                    <a:pt x="34" y="362"/>
                  </a:cubicBezTo>
                  <a:cubicBezTo>
                    <a:pt x="14" y="353"/>
                    <a:pt x="0" y="331"/>
                    <a:pt x="0" y="310"/>
                  </a:cubicBezTo>
                  <a:cubicBezTo>
                    <a:pt x="0" y="154"/>
                    <a:pt x="0" y="154"/>
                    <a:pt x="0" y="154"/>
                  </a:cubicBezTo>
                  <a:cubicBezTo>
                    <a:pt x="0" y="133"/>
                    <a:pt x="14" y="111"/>
                    <a:pt x="34" y="102"/>
                  </a:cubicBezTo>
                  <a:cubicBezTo>
                    <a:pt x="258" y="4"/>
                    <a:pt x="258" y="4"/>
                    <a:pt x="258" y="4"/>
                  </a:cubicBezTo>
                  <a:cubicBezTo>
                    <a:pt x="264" y="1"/>
                    <a:pt x="269" y="0"/>
                    <a:pt x="275" y="0"/>
                  </a:cubicBezTo>
                  <a:cubicBezTo>
                    <a:pt x="294" y="0"/>
                    <a:pt x="308" y="15"/>
                    <a:pt x="308" y="36"/>
                  </a:cubicBezTo>
                  <a:cubicBezTo>
                    <a:pt x="308" y="428"/>
                    <a:pt x="308" y="428"/>
                    <a:pt x="308" y="428"/>
                  </a:cubicBezTo>
                  <a:cubicBezTo>
                    <a:pt x="308" y="449"/>
                    <a:pt x="294" y="464"/>
                    <a:pt x="275" y="464"/>
                  </a:cubicBezTo>
                  <a:close/>
                  <a:moveTo>
                    <a:pt x="268" y="43"/>
                  </a:moveTo>
                  <a:cubicBezTo>
                    <a:pt x="50" y="139"/>
                    <a:pt x="50" y="139"/>
                    <a:pt x="50" y="139"/>
                  </a:cubicBezTo>
                  <a:cubicBezTo>
                    <a:pt x="45" y="141"/>
                    <a:pt x="40" y="149"/>
                    <a:pt x="40" y="154"/>
                  </a:cubicBezTo>
                  <a:cubicBezTo>
                    <a:pt x="40" y="310"/>
                    <a:pt x="40" y="310"/>
                    <a:pt x="40" y="310"/>
                  </a:cubicBezTo>
                  <a:cubicBezTo>
                    <a:pt x="40" y="315"/>
                    <a:pt x="45" y="323"/>
                    <a:pt x="50" y="325"/>
                  </a:cubicBezTo>
                  <a:cubicBezTo>
                    <a:pt x="268" y="421"/>
                    <a:pt x="268" y="421"/>
                    <a:pt x="268" y="421"/>
                  </a:cubicBezTo>
                  <a:lnTo>
                    <a:pt x="268"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29" name="组合 328"/>
          <p:cNvGrpSpPr/>
          <p:nvPr/>
        </p:nvGrpSpPr>
        <p:grpSpPr>
          <a:xfrm>
            <a:off x="9285433" y="1592481"/>
            <a:ext cx="283462" cy="292320"/>
            <a:chOff x="7288213" y="2740026"/>
            <a:chExt cx="406400" cy="419100"/>
          </a:xfrm>
          <a:solidFill>
            <a:srgbClr val="707E84"/>
          </a:solidFill>
        </p:grpSpPr>
        <p:sp>
          <p:nvSpPr>
            <p:cNvPr id="330" name="Freeform 186"/>
            <p:cNvSpPr>
              <a:spLocks noEditPoints="1"/>
            </p:cNvSpPr>
            <p:nvPr/>
          </p:nvSpPr>
          <p:spPr bwMode="auto">
            <a:xfrm>
              <a:off x="7288213" y="2740026"/>
              <a:ext cx="406400" cy="354013"/>
            </a:xfrm>
            <a:custGeom>
              <a:avLst/>
              <a:gdLst>
                <a:gd name="T0" fmla="*/ 667 w 948"/>
                <a:gd name="T1" fmla="*/ 824 h 824"/>
                <a:gd name="T2" fmla="*/ 474 w 948"/>
                <a:gd name="T3" fmla="*/ 747 h 824"/>
                <a:gd name="T4" fmla="*/ 281 w 948"/>
                <a:gd name="T5" fmla="*/ 824 h 824"/>
                <a:gd name="T6" fmla="*/ 0 w 948"/>
                <a:gd name="T7" fmla="*/ 542 h 824"/>
                <a:gd name="T8" fmla="*/ 192 w 948"/>
                <a:gd name="T9" fmla="*/ 275 h 824"/>
                <a:gd name="T10" fmla="*/ 474 w 948"/>
                <a:gd name="T11" fmla="*/ 0 h 824"/>
                <a:gd name="T12" fmla="*/ 755 w 948"/>
                <a:gd name="T13" fmla="*/ 275 h 824"/>
                <a:gd name="T14" fmla="*/ 948 w 948"/>
                <a:gd name="T15" fmla="*/ 542 h 824"/>
                <a:gd name="T16" fmla="*/ 667 w 948"/>
                <a:gd name="T17" fmla="*/ 824 h 824"/>
                <a:gd name="T18" fmla="*/ 474 w 948"/>
                <a:gd name="T19" fmla="*/ 689 h 824"/>
                <a:gd name="T20" fmla="*/ 488 w 948"/>
                <a:gd name="T21" fmla="*/ 705 h 824"/>
                <a:gd name="T22" fmla="*/ 667 w 948"/>
                <a:gd name="T23" fmla="*/ 784 h 824"/>
                <a:gd name="T24" fmla="*/ 908 w 948"/>
                <a:gd name="T25" fmla="*/ 542 h 824"/>
                <a:gd name="T26" fmla="*/ 730 w 948"/>
                <a:gd name="T27" fmla="*/ 309 h 824"/>
                <a:gd name="T28" fmla="*/ 714 w 948"/>
                <a:gd name="T29" fmla="*/ 305 h 824"/>
                <a:gd name="T30" fmla="*/ 715 w 948"/>
                <a:gd name="T31" fmla="*/ 288 h 824"/>
                <a:gd name="T32" fmla="*/ 715 w 948"/>
                <a:gd name="T33" fmla="*/ 281 h 824"/>
                <a:gd name="T34" fmla="*/ 474 w 948"/>
                <a:gd name="T35" fmla="*/ 40 h 824"/>
                <a:gd name="T36" fmla="*/ 232 w 948"/>
                <a:gd name="T37" fmla="*/ 281 h 824"/>
                <a:gd name="T38" fmla="*/ 233 w 948"/>
                <a:gd name="T39" fmla="*/ 288 h 824"/>
                <a:gd name="T40" fmla="*/ 233 w 948"/>
                <a:gd name="T41" fmla="*/ 305 h 824"/>
                <a:gd name="T42" fmla="*/ 218 w 948"/>
                <a:gd name="T43" fmla="*/ 309 h 824"/>
                <a:gd name="T44" fmla="*/ 40 w 948"/>
                <a:gd name="T45" fmla="*/ 542 h 824"/>
                <a:gd name="T46" fmla="*/ 281 w 948"/>
                <a:gd name="T47" fmla="*/ 784 h 824"/>
                <a:gd name="T48" fmla="*/ 459 w 948"/>
                <a:gd name="T49" fmla="*/ 705 h 824"/>
                <a:gd name="T50" fmla="*/ 474 w 948"/>
                <a:gd name="T51" fmla="*/ 689 h 8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48" h="824">
                  <a:moveTo>
                    <a:pt x="667" y="824"/>
                  </a:moveTo>
                  <a:cubicBezTo>
                    <a:pt x="595" y="824"/>
                    <a:pt x="526" y="796"/>
                    <a:pt x="474" y="747"/>
                  </a:cubicBezTo>
                  <a:cubicBezTo>
                    <a:pt x="422" y="796"/>
                    <a:pt x="353" y="824"/>
                    <a:pt x="281" y="824"/>
                  </a:cubicBezTo>
                  <a:cubicBezTo>
                    <a:pt x="126" y="824"/>
                    <a:pt x="0" y="697"/>
                    <a:pt x="0" y="542"/>
                  </a:cubicBezTo>
                  <a:cubicBezTo>
                    <a:pt x="0" y="421"/>
                    <a:pt x="78" y="313"/>
                    <a:pt x="192" y="275"/>
                  </a:cubicBezTo>
                  <a:cubicBezTo>
                    <a:pt x="196" y="123"/>
                    <a:pt x="320" y="0"/>
                    <a:pt x="474" y="0"/>
                  </a:cubicBezTo>
                  <a:cubicBezTo>
                    <a:pt x="627" y="0"/>
                    <a:pt x="752" y="123"/>
                    <a:pt x="755" y="275"/>
                  </a:cubicBezTo>
                  <a:cubicBezTo>
                    <a:pt x="869" y="313"/>
                    <a:pt x="948" y="421"/>
                    <a:pt x="948" y="542"/>
                  </a:cubicBezTo>
                  <a:cubicBezTo>
                    <a:pt x="948" y="697"/>
                    <a:pt x="822" y="824"/>
                    <a:pt x="667" y="824"/>
                  </a:cubicBezTo>
                  <a:close/>
                  <a:moveTo>
                    <a:pt x="474" y="689"/>
                  </a:moveTo>
                  <a:cubicBezTo>
                    <a:pt x="488" y="705"/>
                    <a:pt x="488" y="705"/>
                    <a:pt x="488" y="705"/>
                  </a:cubicBezTo>
                  <a:cubicBezTo>
                    <a:pt x="534" y="755"/>
                    <a:pt x="599" y="784"/>
                    <a:pt x="667" y="784"/>
                  </a:cubicBezTo>
                  <a:cubicBezTo>
                    <a:pt x="800" y="784"/>
                    <a:pt x="908" y="675"/>
                    <a:pt x="908" y="542"/>
                  </a:cubicBezTo>
                  <a:cubicBezTo>
                    <a:pt x="908" y="433"/>
                    <a:pt x="835" y="338"/>
                    <a:pt x="730" y="309"/>
                  </a:cubicBezTo>
                  <a:cubicBezTo>
                    <a:pt x="714" y="305"/>
                    <a:pt x="714" y="305"/>
                    <a:pt x="714" y="305"/>
                  </a:cubicBezTo>
                  <a:cubicBezTo>
                    <a:pt x="715" y="288"/>
                    <a:pt x="715" y="288"/>
                    <a:pt x="715" y="288"/>
                  </a:cubicBezTo>
                  <a:cubicBezTo>
                    <a:pt x="715" y="285"/>
                    <a:pt x="715" y="283"/>
                    <a:pt x="715" y="281"/>
                  </a:cubicBezTo>
                  <a:cubicBezTo>
                    <a:pt x="715" y="148"/>
                    <a:pt x="607" y="40"/>
                    <a:pt x="474" y="40"/>
                  </a:cubicBezTo>
                  <a:cubicBezTo>
                    <a:pt x="341" y="40"/>
                    <a:pt x="232" y="148"/>
                    <a:pt x="232" y="281"/>
                  </a:cubicBezTo>
                  <a:cubicBezTo>
                    <a:pt x="232" y="283"/>
                    <a:pt x="232" y="285"/>
                    <a:pt x="233" y="288"/>
                  </a:cubicBezTo>
                  <a:cubicBezTo>
                    <a:pt x="233" y="305"/>
                    <a:pt x="233" y="305"/>
                    <a:pt x="233" y="305"/>
                  </a:cubicBezTo>
                  <a:cubicBezTo>
                    <a:pt x="218" y="309"/>
                    <a:pt x="218" y="309"/>
                    <a:pt x="218" y="309"/>
                  </a:cubicBezTo>
                  <a:cubicBezTo>
                    <a:pt x="113" y="338"/>
                    <a:pt x="40" y="433"/>
                    <a:pt x="40" y="542"/>
                  </a:cubicBezTo>
                  <a:cubicBezTo>
                    <a:pt x="40" y="675"/>
                    <a:pt x="148" y="784"/>
                    <a:pt x="281" y="784"/>
                  </a:cubicBezTo>
                  <a:cubicBezTo>
                    <a:pt x="348" y="784"/>
                    <a:pt x="413" y="755"/>
                    <a:pt x="459" y="705"/>
                  </a:cubicBezTo>
                  <a:lnTo>
                    <a:pt x="474" y="6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1" name="Rectangle 187"/>
            <p:cNvSpPr>
              <a:spLocks noChangeArrowheads="1"/>
            </p:cNvSpPr>
            <p:nvPr/>
          </p:nvSpPr>
          <p:spPr bwMode="auto">
            <a:xfrm>
              <a:off x="7483475" y="3051176"/>
              <a:ext cx="17463" cy="1079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32" name="组合 331"/>
          <p:cNvGrpSpPr/>
          <p:nvPr/>
        </p:nvGrpSpPr>
        <p:grpSpPr>
          <a:xfrm>
            <a:off x="9772106" y="1631169"/>
            <a:ext cx="282355" cy="265745"/>
            <a:chOff x="8167688" y="2763838"/>
            <a:chExt cx="404813" cy="381000"/>
          </a:xfrm>
          <a:solidFill>
            <a:srgbClr val="707E84"/>
          </a:solidFill>
        </p:grpSpPr>
        <p:sp>
          <p:nvSpPr>
            <p:cNvPr id="333" name="Freeform 188"/>
            <p:cNvSpPr>
              <a:spLocks noEditPoints="1"/>
            </p:cNvSpPr>
            <p:nvPr/>
          </p:nvSpPr>
          <p:spPr bwMode="auto">
            <a:xfrm>
              <a:off x="8167688" y="2763838"/>
              <a:ext cx="404813" cy="381000"/>
            </a:xfrm>
            <a:custGeom>
              <a:avLst/>
              <a:gdLst>
                <a:gd name="T0" fmla="*/ 845 w 945"/>
                <a:gd name="T1" fmla="*/ 890 h 890"/>
                <a:gd name="T2" fmla="*/ 100 w 945"/>
                <a:gd name="T3" fmla="*/ 890 h 890"/>
                <a:gd name="T4" fmla="*/ 0 w 945"/>
                <a:gd name="T5" fmla="*/ 790 h 890"/>
                <a:gd name="T6" fmla="*/ 0 w 945"/>
                <a:gd name="T7" fmla="*/ 267 h 890"/>
                <a:gd name="T8" fmla="*/ 100 w 945"/>
                <a:gd name="T9" fmla="*/ 167 h 890"/>
                <a:gd name="T10" fmla="*/ 171 w 945"/>
                <a:gd name="T11" fmla="*/ 167 h 890"/>
                <a:gd name="T12" fmla="*/ 231 w 945"/>
                <a:gd name="T13" fmla="*/ 107 h 890"/>
                <a:gd name="T14" fmla="*/ 231 w 945"/>
                <a:gd name="T15" fmla="*/ 100 h 890"/>
                <a:gd name="T16" fmla="*/ 331 w 945"/>
                <a:gd name="T17" fmla="*/ 0 h 890"/>
                <a:gd name="T18" fmla="*/ 609 w 945"/>
                <a:gd name="T19" fmla="*/ 0 h 890"/>
                <a:gd name="T20" fmla="*/ 709 w 945"/>
                <a:gd name="T21" fmla="*/ 100 h 890"/>
                <a:gd name="T22" fmla="*/ 709 w 945"/>
                <a:gd name="T23" fmla="*/ 107 h 890"/>
                <a:gd name="T24" fmla="*/ 769 w 945"/>
                <a:gd name="T25" fmla="*/ 167 h 890"/>
                <a:gd name="T26" fmla="*/ 845 w 945"/>
                <a:gd name="T27" fmla="*/ 167 h 890"/>
                <a:gd name="T28" fmla="*/ 945 w 945"/>
                <a:gd name="T29" fmla="*/ 267 h 890"/>
                <a:gd name="T30" fmla="*/ 945 w 945"/>
                <a:gd name="T31" fmla="*/ 790 h 890"/>
                <a:gd name="T32" fmla="*/ 845 w 945"/>
                <a:gd name="T33" fmla="*/ 890 h 890"/>
                <a:gd name="T34" fmla="*/ 100 w 945"/>
                <a:gd name="T35" fmla="*/ 207 h 890"/>
                <a:gd name="T36" fmla="*/ 40 w 945"/>
                <a:gd name="T37" fmla="*/ 267 h 890"/>
                <a:gd name="T38" fmla="*/ 40 w 945"/>
                <a:gd name="T39" fmla="*/ 790 h 890"/>
                <a:gd name="T40" fmla="*/ 100 w 945"/>
                <a:gd name="T41" fmla="*/ 850 h 890"/>
                <a:gd name="T42" fmla="*/ 845 w 945"/>
                <a:gd name="T43" fmla="*/ 850 h 890"/>
                <a:gd name="T44" fmla="*/ 905 w 945"/>
                <a:gd name="T45" fmla="*/ 790 h 890"/>
                <a:gd name="T46" fmla="*/ 905 w 945"/>
                <a:gd name="T47" fmla="*/ 267 h 890"/>
                <a:gd name="T48" fmla="*/ 845 w 945"/>
                <a:gd name="T49" fmla="*/ 207 h 890"/>
                <a:gd name="T50" fmla="*/ 769 w 945"/>
                <a:gd name="T51" fmla="*/ 207 h 890"/>
                <a:gd name="T52" fmla="*/ 669 w 945"/>
                <a:gd name="T53" fmla="*/ 107 h 890"/>
                <a:gd name="T54" fmla="*/ 669 w 945"/>
                <a:gd name="T55" fmla="*/ 100 h 890"/>
                <a:gd name="T56" fmla="*/ 609 w 945"/>
                <a:gd name="T57" fmla="*/ 40 h 890"/>
                <a:gd name="T58" fmla="*/ 331 w 945"/>
                <a:gd name="T59" fmla="*/ 40 h 890"/>
                <a:gd name="T60" fmla="*/ 271 w 945"/>
                <a:gd name="T61" fmla="*/ 100 h 890"/>
                <a:gd name="T62" fmla="*/ 271 w 945"/>
                <a:gd name="T63" fmla="*/ 107 h 890"/>
                <a:gd name="T64" fmla="*/ 171 w 945"/>
                <a:gd name="T65" fmla="*/ 207 h 890"/>
                <a:gd name="T66" fmla="*/ 100 w 945"/>
                <a:gd name="T67" fmla="*/ 207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45" h="890">
                  <a:moveTo>
                    <a:pt x="845" y="890"/>
                  </a:moveTo>
                  <a:cubicBezTo>
                    <a:pt x="100" y="890"/>
                    <a:pt x="100" y="890"/>
                    <a:pt x="100" y="890"/>
                  </a:cubicBezTo>
                  <a:cubicBezTo>
                    <a:pt x="45" y="890"/>
                    <a:pt x="0" y="845"/>
                    <a:pt x="0" y="790"/>
                  </a:cubicBezTo>
                  <a:cubicBezTo>
                    <a:pt x="0" y="267"/>
                    <a:pt x="0" y="267"/>
                    <a:pt x="0" y="267"/>
                  </a:cubicBezTo>
                  <a:cubicBezTo>
                    <a:pt x="0" y="212"/>
                    <a:pt x="45" y="167"/>
                    <a:pt x="100" y="167"/>
                  </a:cubicBezTo>
                  <a:cubicBezTo>
                    <a:pt x="171" y="167"/>
                    <a:pt x="171" y="167"/>
                    <a:pt x="171" y="167"/>
                  </a:cubicBezTo>
                  <a:cubicBezTo>
                    <a:pt x="204" y="167"/>
                    <a:pt x="231" y="140"/>
                    <a:pt x="231" y="107"/>
                  </a:cubicBezTo>
                  <a:cubicBezTo>
                    <a:pt x="231" y="100"/>
                    <a:pt x="231" y="100"/>
                    <a:pt x="231" y="100"/>
                  </a:cubicBezTo>
                  <a:cubicBezTo>
                    <a:pt x="231" y="44"/>
                    <a:pt x="275" y="0"/>
                    <a:pt x="331" y="0"/>
                  </a:cubicBezTo>
                  <a:cubicBezTo>
                    <a:pt x="609" y="0"/>
                    <a:pt x="609" y="0"/>
                    <a:pt x="609" y="0"/>
                  </a:cubicBezTo>
                  <a:cubicBezTo>
                    <a:pt x="664" y="0"/>
                    <a:pt x="709" y="44"/>
                    <a:pt x="709" y="100"/>
                  </a:cubicBezTo>
                  <a:cubicBezTo>
                    <a:pt x="709" y="107"/>
                    <a:pt x="709" y="107"/>
                    <a:pt x="709" y="107"/>
                  </a:cubicBezTo>
                  <a:cubicBezTo>
                    <a:pt x="709" y="140"/>
                    <a:pt x="736" y="167"/>
                    <a:pt x="769" y="167"/>
                  </a:cubicBezTo>
                  <a:cubicBezTo>
                    <a:pt x="845" y="167"/>
                    <a:pt x="845" y="167"/>
                    <a:pt x="845" y="167"/>
                  </a:cubicBezTo>
                  <a:cubicBezTo>
                    <a:pt x="900" y="167"/>
                    <a:pt x="945" y="212"/>
                    <a:pt x="945" y="267"/>
                  </a:cubicBezTo>
                  <a:cubicBezTo>
                    <a:pt x="945" y="790"/>
                    <a:pt x="945" y="790"/>
                    <a:pt x="945" y="790"/>
                  </a:cubicBezTo>
                  <a:cubicBezTo>
                    <a:pt x="945" y="845"/>
                    <a:pt x="900" y="890"/>
                    <a:pt x="845" y="890"/>
                  </a:cubicBezTo>
                  <a:close/>
                  <a:moveTo>
                    <a:pt x="100" y="207"/>
                  </a:moveTo>
                  <a:cubicBezTo>
                    <a:pt x="67" y="207"/>
                    <a:pt x="40" y="234"/>
                    <a:pt x="40" y="267"/>
                  </a:cubicBezTo>
                  <a:cubicBezTo>
                    <a:pt x="40" y="790"/>
                    <a:pt x="40" y="790"/>
                    <a:pt x="40" y="790"/>
                  </a:cubicBezTo>
                  <a:cubicBezTo>
                    <a:pt x="40" y="823"/>
                    <a:pt x="67" y="850"/>
                    <a:pt x="100" y="850"/>
                  </a:cubicBezTo>
                  <a:cubicBezTo>
                    <a:pt x="845" y="850"/>
                    <a:pt x="845" y="850"/>
                    <a:pt x="845" y="850"/>
                  </a:cubicBezTo>
                  <a:cubicBezTo>
                    <a:pt x="878" y="850"/>
                    <a:pt x="905" y="823"/>
                    <a:pt x="905" y="790"/>
                  </a:cubicBezTo>
                  <a:cubicBezTo>
                    <a:pt x="905" y="267"/>
                    <a:pt x="905" y="267"/>
                    <a:pt x="905" y="267"/>
                  </a:cubicBezTo>
                  <a:cubicBezTo>
                    <a:pt x="905" y="234"/>
                    <a:pt x="878" y="207"/>
                    <a:pt x="845" y="207"/>
                  </a:cubicBezTo>
                  <a:cubicBezTo>
                    <a:pt x="769" y="207"/>
                    <a:pt x="769" y="207"/>
                    <a:pt x="769" y="207"/>
                  </a:cubicBezTo>
                  <a:cubicBezTo>
                    <a:pt x="714" y="207"/>
                    <a:pt x="669" y="162"/>
                    <a:pt x="669" y="107"/>
                  </a:cubicBezTo>
                  <a:cubicBezTo>
                    <a:pt x="669" y="100"/>
                    <a:pt x="669" y="100"/>
                    <a:pt x="669" y="100"/>
                  </a:cubicBezTo>
                  <a:cubicBezTo>
                    <a:pt x="669" y="66"/>
                    <a:pt x="642" y="40"/>
                    <a:pt x="609" y="40"/>
                  </a:cubicBezTo>
                  <a:cubicBezTo>
                    <a:pt x="331" y="40"/>
                    <a:pt x="331" y="40"/>
                    <a:pt x="331" y="40"/>
                  </a:cubicBezTo>
                  <a:cubicBezTo>
                    <a:pt x="298" y="40"/>
                    <a:pt x="271" y="66"/>
                    <a:pt x="271" y="100"/>
                  </a:cubicBezTo>
                  <a:cubicBezTo>
                    <a:pt x="271" y="107"/>
                    <a:pt x="271" y="107"/>
                    <a:pt x="271" y="107"/>
                  </a:cubicBezTo>
                  <a:cubicBezTo>
                    <a:pt x="271" y="162"/>
                    <a:pt x="226" y="207"/>
                    <a:pt x="171" y="207"/>
                  </a:cubicBezTo>
                  <a:lnTo>
                    <a:pt x="100" y="20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4" name="Rectangle 189"/>
            <p:cNvSpPr>
              <a:spLocks noChangeArrowheads="1"/>
            </p:cNvSpPr>
            <p:nvPr/>
          </p:nvSpPr>
          <p:spPr bwMode="auto">
            <a:xfrm>
              <a:off x="8318500" y="2805113"/>
              <a:ext cx="104775"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5" name="Freeform 190"/>
            <p:cNvSpPr>
              <a:spLocks noEditPoints="1"/>
            </p:cNvSpPr>
            <p:nvPr/>
          </p:nvSpPr>
          <p:spPr bwMode="auto">
            <a:xfrm>
              <a:off x="8253413" y="2874963"/>
              <a:ext cx="234950" cy="234950"/>
            </a:xfrm>
            <a:custGeom>
              <a:avLst/>
              <a:gdLst>
                <a:gd name="T0" fmla="*/ 273 w 547"/>
                <a:gd name="T1" fmla="*/ 547 h 547"/>
                <a:gd name="T2" fmla="*/ 0 w 547"/>
                <a:gd name="T3" fmla="*/ 273 h 547"/>
                <a:gd name="T4" fmla="*/ 273 w 547"/>
                <a:gd name="T5" fmla="*/ 0 h 547"/>
                <a:gd name="T6" fmla="*/ 547 w 547"/>
                <a:gd name="T7" fmla="*/ 273 h 547"/>
                <a:gd name="T8" fmla="*/ 273 w 547"/>
                <a:gd name="T9" fmla="*/ 547 h 547"/>
                <a:gd name="T10" fmla="*/ 273 w 547"/>
                <a:gd name="T11" fmla="*/ 40 h 547"/>
                <a:gd name="T12" fmla="*/ 40 w 547"/>
                <a:gd name="T13" fmla="*/ 273 h 547"/>
                <a:gd name="T14" fmla="*/ 273 w 547"/>
                <a:gd name="T15" fmla="*/ 507 h 547"/>
                <a:gd name="T16" fmla="*/ 507 w 547"/>
                <a:gd name="T17" fmla="*/ 273 h 547"/>
                <a:gd name="T18" fmla="*/ 273 w 547"/>
                <a:gd name="T19" fmla="*/ 40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7" h="547">
                  <a:moveTo>
                    <a:pt x="273" y="547"/>
                  </a:moveTo>
                  <a:cubicBezTo>
                    <a:pt x="122" y="547"/>
                    <a:pt x="0" y="424"/>
                    <a:pt x="0" y="273"/>
                  </a:cubicBezTo>
                  <a:cubicBezTo>
                    <a:pt x="0" y="122"/>
                    <a:pt x="122" y="0"/>
                    <a:pt x="273" y="0"/>
                  </a:cubicBezTo>
                  <a:cubicBezTo>
                    <a:pt x="424" y="0"/>
                    <a:pt x="547" y="122"/>
                    <a:pt x="547" y="273"/>
                  </a:cubicBezTo>
                  <a:cubicBezTo>
                    <a:pt x="547" y="424"/>
                    <a:pt x="424" y="547"/>
                    <a:pt x="273" y="547"/>
                  </a:cubicBezTo>
                  <a:close/>
                  <a:moveTo>
                    <a:pt x="273" y="40"/>
                  </a:moveTo>
                  <a:cubicBezTo>
                    <a:pt x="144" y="40"/>
                    <a:pt x="40" y="144"/>
                    <a:pt x="40" y="273"/>
                  </a:cubicBezTo>
                  <a:cubicBezTo>
                    <a:pt x="40" y="402"/>
                    <a:pt x="144" y="507"/>
                    <a:pt x="273" y="507"/>
                  </a:cubicBezTo>
                  <a:cubicBezTo>
                    <a:pt x="402" y="507"/>
                    <a:pt x="507" y="402"/>
                    <a:pt x="507" y="273"/>
                  </a:cubicBezTo>
                  <a:cubicBezTo>
                    <a:pt x="507" y="144"/>
                    <a:pt x="402" y="40"/>
                    <a:pt x="273"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6" name="Freeform 191"/>
            <p:cNvSpPr>
              <a:spLocks noEditPoints="1"/>
            </p:cNvSpPr>
            <p:nvPr/>
          </p:nvSpPr>
          <p:spPr bwMode="auto">
            <a:xfrm>
              <a:off x="8297863" y="2921001"/>
              <a:ext cx="144463" cy="144463"/>
            </a:xfrm>
            <a:custGeom>
              <a:avLst/>
              <a:gdLst>
                <a:gd name="T0" fmla="*/ 169 w 339"/>
                <a:gd name="T1" fmla="*/ 339 h 339"/>
                <a:gd name="T2" fmla="*/ 0 w 339"/>
                <a:gd name="T3" fmla="*/ 169 h 339"/>
                <a:gd name="T4" fmla="*/ 169 w 339"/>
                <a:gd name="T5" fmla="*/ 0 h 339"/>
                <a:gd name="T6" fmla="*/ 339 w 339"/>
                <a:gd name="T7" fmla="*/ 169 h 339"/>
                <a:gd name="T8" fmla="*/ 169 w 339"/>
                <a:gd name="T9" fmla="*/ 339 h 339"/>
                <a:gd name="T10" fmla="*/ 169 w 339"/>
                <a:gd name="T11" fmla="*/ 40 h 339"/>
                <a:gd name="T12" fmla="*/ 40 w 339"/>
                <a:gd name="T13" fmla="*/ 169 h 339"/>
                <a:gd name="T14" fmla="*/ 169 w 339"/>
                <a:gd name="T15" fmla="*/ 299 h 339"/>
                <a:gd name="T16" fmla="*/ 299 w 339"/>
                <a:gd name="T17" fmla="*/ 169 h 339"/>
                <a:gd name="T18" fmla="*/ 169 w 339"/>
                <a:gd name="T19" fmla="*/ 40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9" h="339">
                  <a:moveTo>
                    <a:pt x="169" y="339"/>
                  </a:moveTo>
                  <a:cubicBezTo>
                    <a:pt x="76" y="339"/>
                    <a:pt x="0" y="263"/>
                    <a:pt x="0" y="169"/>
                  </a:cubicBezTo>
                  <a:cubicBezTo>
                    <a:pt x="0" y="76"/>
                    <a:pt x="76" y="0"/>
                    <a:pt x="169" y="0"/>
                  </a:cubicBezTo>
                  <a:cubicBezTo>
                    <a:pt x="263" y="0"/>
                    <a:pt x="339" y="76"/>
                    <a:pt x="339" y="169"/>
                  </a:cubicBezTo>
                  <a:cubicBezTo>
                    <a:pt x="339" y="263"/>
                    <a:pt x="263" y="339"/>
                    <a:pt x="169" y="339"/>
                  </a:cubicBezTo>
                  <a:close/>
                  <a:moveTo>
                    <a:pt x="169" y="40"/>
                  </a:moveTo>
                  <a:cubicBezTo>
                    <a:pt x="98" y="40"/>
                    <a:pt x="40" y="98"/>
                    <a:pt x="40" y="169"/>
                  </a:cubicBezTo>
                  <a:cubicBezTo>
                    <a:pt x="40" y="241"/>
                    <a:pt x="98" y="299"/>
                    <a:pt x="169" y="299"/>
                  </a:cubicBezTo>
                  <a:cubicBezTo>
                    <a:pt x="241" y="299"/>
                    <a:pt x="299" y="241"/>
                    <a:pt x="299" y="169"/>
                  </a:cubicBezTo>
                  <a:cubicBezTo>
                    <a:pt x="299" y="98"/>
                    <a:pt x="241" y="40"/>
                    <a:pt x="169"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37" name="组合 336"/>
          <p:cNvGrpSpPr/>
          <p:nvPr/>
        </p:nvGrpSpPr>
        <p:grpSpPr>
          <a:xfrm>
            <a:off x="10226505" y="151985"/>
            <a:ext cx="348262" cy="246009"/>
            <a:chOff x="709289" y="5013275"/>
            <a:chExt cx="742079" cy="524197"/>
          </a:xfrm>
          <a:solidFill>
            <a:srgbClr val="707E84"/>
          </a:solidFill>
        </p:grpSpPr>
        <p:sp>
          <p:nvSpPr>
            <p:cNvPr id="338" name="Freeform 84"/>
            <p:cNvSpPr>
              <a:spLocks noEditPoints="1"/>
            </p:cNvSpPr>
            <p:nvPr/>
          </p:nvSpPr>
          <p:spPr bwMode="auto">
            <a:xfrm>
              <a:off x="709289" y="5214495"/>
              <a:ext cx="320414" cy="322977"/>
            </a:xfrm>
            <a:custGeom>
              <a:avLst/>
              <a:gdLst>
                <a:gd name="T0" fmla="*/ 99 w 197"/>
                <a:gd name="T1" fmla="*/ 198 h 198"/>
                <a:gd name="T2" fmla="*/ 0 w 197"/>
                <a:gd name="T3" fmla="*/ 99 h 198"/>
                <a:gd name="T4" fmla="*/ 99 w 197"/>
                <a:gd name="T5" fmla="*/ 0 h 198"/>
                <a:gd name="T6" fmla="*/ 197 w 197"/>
                <a:gd name="T7" fmla="*/ 99 h 198"/>
                <a:gd name="T8" fmla="*/ 99 w 197"/>
                <a:gd name="T9" fmla="*/ 198 h 198"/>
                <a:gd name="T10" fmla="*/ 99 w 197"/>
                <a:gd name="T11" fmla="*/ 20 h 198"/>
                <a:gd name="T12" fmla="*/ 20 w 197"/>
                <a:gd name="T13" fmla="*/ 99 h 198"/>
                <a:gd name="T14" fmla="*/ 99 w 197"/>
                <a:gd name="T15" fmla="*/ 178 h 198"/>
                <a:gd name="T16" fmla="*/ 177 w 197"/>
                <a:gd name="T17" fmla="*/ 99 h 198"/>
                <a:gd name="T18" fmla="*/ 99 w 197"/>
                <a:gd name="T19" fmla="*/ 2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198">
                  <a:moveTo>
                    <a:pt x="99" y="198"/>
                  </a:moveTo>
                  <a:cubicBezTo>
                    <a:pt x="44" y="198"/>
                    <a:pt x="0" y="153"/>
                    <a:pt x="0" y="99"/>
                  </a:cubicBezTo>
                  <a:cubicBezTo>
                    <a:pt x="0" y="44"/>
                    <a:pt x="44" y="0"/>
                    <a:pt x="99" y="0"/>
                  </a:cubicBezTo>
                  <a:cubicBezTo>
                    <a:pt x="153" y="0"/>
                    <a:pt x="197" y="44"/>
                    <a:pt x="197" y="99"/>
                  </a:cubicBezTo>
                  <a:cubicBezTo>
                    <a:pt x="197" y="153"/>
                    <a:pt x="153" y="198"/>
                    <a:pt x="99" y="198"/>
                  </a:cubicBezTo>
                  <a:moveTo>
                    <a:pt x="99" y="20"/>
                  </a:moveTo>
                  <a:cubicBezTo>
                    <a:pt x="55" y="20"/>
                    <a:pt x="20" y="55"/>
                    <a:pt x="20" y="99"/>
                  </a:cubicBezTo>
                  <a:cubicBezTo>
                    <a:pt x="20" y="142"/>
                    <a:pt x="55" y="178"/>
                    <a:pt x="99" y="178"/>
                  </a:cubicBezTo>
                  <a:cubicBezTo>
                    <a:pt x="142" y="178"/>
                    <a:pt x="177" y="142"/>
                    <a:pt x="177" y="99"/>
                  </a:cubicBezTo>
                  <a:cubicBezTo>
                    <a:pt x="177" y="55"/>
                    <a:pt x="142" y="20"/>
                    <a:pt x="99"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9" name="Freeform 85"/>
            <p:cNvSpPr>
              <a:spLocks noEditPoints="1"/>
            </p:cNvSpPr>
            <p:nvPr/>
          </p:nvSpPr>
          <p:spPr bwMode="auto">
            <a:xfrm>
              <a:off x="1130954" y="5214495"/>
              <a:ext cx="320414" cy="322977"/>
            </a:xfrm>
            <a:custGeom>
              <a:avLst/>
              <a:gdLst>
                <a:gd name="T0" fmla="*/ 99 w 197"/>
                <a:gd name="T1" fmla="*/ 198 h 198"/>
                <a:gd name="T2" fmla="*/ 0 w 197"/>
                <a:gd name="T3" fmla="*/ 99 h 198"/>
                <a:gd name="T4" fmla="*/ 99 w 197"/>
                <a:gd name="T5" fmla="*/ 0 h 198"/>
                <a:gd name="T6" fmla="*/ 197 w 197"/>
                <a:gd name="T7" fmla="*/ 99 h 198"/>
                <a:gd name="T8" fmla="*/ 99 w 197"/>
                <a:gd name="T9" fmla="*/ 198 h 198"/>
                <a:gd name="T10" fmla="*/ 99 w 197"/>
                <a:gd name="T11" fmla="*/ 20 h 198"/>
                <a:gd name="T12" fmla="*/ 20 w 197"/>
                <a:gd name="T13" fmla="*/ 99 h 198"/>
                <a:gd name="T14" fmla="*/ 99 w 197"/>
                <a:gd name="T15" fmla="*/ 178 h 198"/>
                <a:gd name="T16" fmla="*/ 177 w 197"/>
                <a:gd name="T17" fmla="*/ 99 h 198"/>
                <a:gd name="T18" fmla="*/ 99 w 197"/>
                <a:gd name="T19" fmla="*/ 2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198">
                  <a:moveTo>
                    <a:pt x="99" y="198"/>
                  </a:moveTo>
                  <a:cubicBezTo>
                    <a:pt x="44" y="198"/>
                    <a:pt x="0" y="153"/>
                    <a:pt x="0" y="99"/>
                  </a:cubicBezTo>
                  <a:cubicBezTo>
                    <a:pt x="0" y="44"/>
                    <a:pt x="44" y="0"/>
                    <a:pt x="99" y="0"/>
                  </a:cubicBezTo>
                  <a:cubicBezTo>
                    <a:pt x="153" y="0"/>
                    <a:pt x="197" y="44"/>
                    <a:pt x="197" y="99"/>
                  </a:cubicBezTo>
                  <a:cubicBezTo>
                    <a:pt x="197" y="153"/>
                    <a:pt x="153" y="198"/>
                    <a:pt x="99" y="198"/>
                  </a:cubicBezTo>
                  <a:moveTo>
                    <a:pt x="99" y="20"/>
                  </a:moveTo>
                  <a:cubicBezTo>
                    <a:pt x="55" y="20"/>
                    <a:pt x="20" y="55"/>
                    <a:pt x="20" y="99"/>
                  </a:cubicBezTo>
                  <a:cubicBezTo>
                    <a:pt x="20" y="142"/>
                    <a:pt x="55" y="178"/>
                    <a:pt x="99" y="178"/>
                  </a:cubicBezTo>
                  <a:cubicBezTo>
                    <a:pt x="142" y="178"/>
                    <a:pt x="177" y="142"/>
                    <a:pt x="177" y="99"/>
                  </a:cubicBezTo>
                  <a:cubicBezTo>
                    <a:pt x="177" y="55"/>
                    <a:pt x="142" y="20"/>
                    <a:pt x="99"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0" name="Freeform 86"/>
            <p:cNvSpPr>
              <a:spLocks/>
            </p:cNvSpPr>
            <p:nvPr/>
          </p:nvSpPr>
          <p:spPr bwMode="auto">
            <a:xfrm>
              <a:off x="722106" y="5013275"/>
              <a:ext cx="199938" cy="312724"/>
            </a:xfrm>
            <a:custGeom>
              <a:avLst/>
              <a:gdLst>
                <a:gd name="T0" fmla="*/ 11 w 123"/>
                <a:gd name="T1" fmla="*/ 192 h 192"/>
                <a:gd name="T2" fmla="*/ 8 w 123"/>
                <a:gd name="T3" fmla="*/ 192 h 192"/>
                <a:gd name="T4" fmla="*/ 1 w 123"/>
                <a:gd name="T5" fmla="*/ 179 h 192"/>
                <a:gd name="T6" fmla="*/ 51 w 123"/>
                <a:gd name="T7" fmla="*/ 32 h 192"/>
                <a:gd name="T8" fmla="*/ 75 w 123"/>
                <a:gd name="T9" fmla="*/ 6 h 192"/>
                <a:gd name="T10" fmla="*/ 114 w 123"/>
                <a:gd name="T11" fmla="*/ 3 h 192"/>
                <a:gd name="T12" fmla="*/ 121 w 123"/>
                <a:gd name="T13" fmla="*/ 15 h 192"/>
                <a:gd name="T14" fmla="*/ 109 w 123"/>
                <a:gd name="T15" fmla="*/ 23 h 192"/>
                <a:gd name="T16" fmla="*/ 83 w 123"/>
                <a:gd name="T17" fmla="*/ 25 h 192"/>
                <a:gd name="T18" fmla="*/ 71 w 123"/>
                <a:gd name="T19" fmla="*/ 38 h 192"/>
                <a:gd name="T20" fmla="*/ 70 w 123"/>
                <a:gd name="T21" fmla="*/ 39 h 192"/>
                <a:gd name="T22" fmla="*/ 20 w 123"/>
                <a:gd name="T23" fmla="*/ 186 h 192"/>
                <a:gd name="T24" fmla="*/ 11 w 123"/>
                <a:gd name="T25" fmla="*/ 19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3" h="192">
                  <a:moveTo>
                    <a:pt x="11" y="192"/>
                  </a:moveTo>
                  <a:cubicBezTo>
                    <a:pt x="10" y="192"/>
                    <a:pt x="9" y="192"/>
                    <a:pt x="8" y="192"/>
                  </a:cubicBezTo>
                  <a:cubicBezTo>
                    <a:pt x="2" y="190"/>
                    <a:pt x="0" y="184"/>
                    <a:pt x="1" y="179"/>
                  </a:cubicBezTo>
                  <a:cubicBezTo>
                    <a:pt x="51" y="32"/>
                    <a:pt x="51" y="32"/>
                    <a:pt x="51" y="32"/>
                  </a:cubicBezTo>
                  <a:cubicBezTo>
                    <a:pt x="54" y="21"/>
                    <a:pt x="63" y="12"/>
                    <a:pt x="75" y="6"/>
                  </a:cubicBezTo>
                  <a:cubicBezTo>
                    <a:pt x="87" y="1"/>
                    <a:pt x="100" y="0"/>
                    <a:pt x="114" y="3"/>
                  </a:cubicBezTo>
                  <a:cubicBezTo>
                    <a:pt x="119" y="5"/>
                    <a:pt x="123" y="10"/>
                    <a:pt x="121" y="15"/>
                  </a:cubicBezTo>
                  <a:cubicBezTo>
                    <a:pt x="120" y="21"/>
                    <a:pt x="115" y="24"/>
                    <a:pt x="109" y="23"/>
                  </a:cubicBezTo>
                  <a:cubicBezTo>
                    <a:pt x="100" y="21"/>
                    <a:pt x="91" y="21"/>
                    <a:pt x="83" y="25"/>
                  </a:cubicBezTo>
                  <a:cubicBezTo>
                    <a:pt x="76" y="27"/>
                    <a:pt x="72" y="32"/>
                    <a:pt x="71" y="38"/>
                  </a:cubicBezTo>
                  <a:cubicBezTo>
                    <a:pt x="70" y="39"/>
                    <a:pt x="70" y="39"/>
                    <a:pt x="70" y="39"/>
                  </a:cubicBezTo>
                  <a:cubicBezTo>
                    <a:pt x="20" y="186"/>
                    <a:pt x="20" y="186"/>
                    <a:pt x="20" y="186"/>
                  </a:cubicBezTo>
                  <a:cubicBezTo>
                    <a:pt x="19" y="190"/>
                    <a:pt x="15" y="192"/>
                    <a:pt x="11" y="19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1" name="Freeform 87"/>
            <p:cNvSpPr>
              <a:spLocks/>
            </p:cNvSpPr>
            <p:nvPr/>
          </p:nvSpPr>
          <p:spPr bwMode="auto">
            <a:xfrm>
              <a:off x="1237331" y="5013275"/>
              <a:ext cx="199938" cy="312724"/>
            </a:xfrm>
            <a:custGeom>
              <a:avLst/>
              <a:gdLst>
                <a:gd name="T0" fmla="*/ 112 w 123"/>
                <a:gd name="T1" fmla="*/ 192 h 192"/>
                <a:gd name="T2" fmla="*/ 102 w 123"/>
                <a:gd name="T3" fmla="*/ 186 h 192"/>
                <a:gd name="T4" fmla="*/ 52 w 123"/>
                <a:gd name="T5" fmla="*/ 38 h 192"/>
                <a:gd name="T6" fmla="*/ 40 w 123"/>
                <a:gd name="T7" fmla="*/ 25 h 192"/>
                <a:gd name="T8" fmla="*/ 13 w 123"/>
                <a:gd name="T9" fmla="*/ 23 h 192"/>
                <a:gd name="T10" fmla="*/ 1 w 123"/>
                <a:gd name="T11" fmla="*/ 15 h 192"/>
                <a:gd name="T12" fmla="*/ 9 w 123"/>
                <a:gd name="T13" fmla="*/ 3 h 192"/>
                <a:gd name="T14" fmla="*/ 48 w 123"/>
                <a:gd name="T15" fmla="*/ 6 h 192"/>
                <a:gd name="T16" fmla="*/ 71 w 123"/>
                <a:gd name="T17" fmla="*/ 32 h 192"/>
                <a:gd name="T18" fmla="*/ 121 w 123"/>
                <a:gd name="T19" fmla="*/ 179 h 192"/>
                <a:gd name="T20" fmla="*/ 115 w 123"/>
                <a:gd name="T21" fmla="*/ 192 h 192"/>
                <a:gd name="T22" fmla="*/ 112 w 123"/>
                <a:gd name="T23" fmla="*/ 19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3" h="192">
                  <a:moveTo>
                    <a:pt x="112" y="192"/>
                  </a:moveTo>
                  <a:cubicBezTo>
                    <a:pt x="108" y="192"/>
                    <a:pt x="104" y="190"/>
                    <a:pt x="102" y="186"/>
                  </a:cubicBezTo>
                  <a:cubicBezTo>
                    <a:pt x="52" y="38"/>
                    <a:pt x="52" y="38"/>
                    <a:pt x="52" y="38"/>
                  </a:cubicBezTo>
                  <a:cubicBezTo>
                    <a:pt x="51" y="32"/>
                    <a:pt x="46" y="27"/>
                    <a:pt x="40" y="25"/>
                  </a:cubicBezTo>
                  <a:cubicBezTo>
                    <a:pt x="32" y="21"/>
                    <a:pt x="23" y="21"/>
                    <a:pt x="13" y="23"/>
                  </a:cubicBezTo>
                  <a:cubicBezTo>
                    <a:pt x="8" y="24"/>
                    <a:pt x="3" y="21"/>
                    <a:pt x="1" y="15"/>
                  </a:cubicBezTo>
                  <a:cubicBezTo>
                    <a:pt x="0" y="10"/>
                    <a:pt x="3" y="5"/>
                    <a:pt x="9" y="3"/>
                  </a:cubicBezTo>
                  <a:cubicBezTo>
                    <a:pt x="22" y="0"/>
                    <a:pt x="36" y="1"/>
                    <a:pt x="48" y="6"/>
                  </a:cubicBezTo>
                  <a:cubicBezTo>
                    <a:pt x="60" y="12"/>
                    <a:pt x="68" y="21"/>
                    <a:pt x="71" y="32"/>
                  </a:cubicBezTo>
                  <a:cubicBezTo>
                    <a:pt x="121" y="179"/>
                    <a:pt x="121" y="179"/>
                    <a:pt x="121" y="179"/>
                  </a:cubicBezTo>
                  <a:cubicBezTo>
                    <a:pt x="123" y="184"/>
                    <a:pt x="120" y="190"/>
                    <a:pt x="115" y="192"/>
                  </a:cubicBezTo>
                  <a:cubicBezTo>
                    <a:pt x="114" y="192"/>
                    <a:pt x="113" y="192"/>
                    <a:pt x="112" y="19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2" name="Freeform 88"/>
            <p:cNvSpPr>
              <a:spLocks/>
            </p:cNvSpPr>
            <p:nvPr/>
          </p:nvSpPr>
          <p:spPr bwMode="auto">
            <a:xfrm>
              <a:off x="995099" y="5345224"/>
              <a:ext cx="169179" cy="48703"/>
            </a:xfrm>
            <a:custGeom>
              <a:avLst/>
              <a:gdLst>
                <a:gd name="T0" fmla="*/ 93 w 104"/>
                <a:gd name="T1" fmla="*/ 29 h 30"/>
                <a:gd name="T2" fmla="*/ 88 w 104"/>
                <a:gd name="T3" fmla="*/ 28 h 30"/>
                <a:gd name="T4" fmla="*/ 51 w 104"/>
                <a:gd name="T5" fmla="*/ 20 h 30"/>
                <a:gd name="T6" fmla="*/ 16 w 104"/>
                <a:gd name="T7" fmla="*/ 28 h 30"/>
                <a:gd name="T8" fmla="*/ 3 w 104"/>
                <a:gd name="T9" fmla="*/ 24 h 30"/>
                <a:gd name="T10" fmla="*/ 6 w 104"/>
                <a:gd name="T11" fmla="*/ 10 h 30"/>
                <a:gd name="T12" fmla="*/ 51 w 104"/>
                <a:gd name="T13" fmla="*/ 0 h 30"/>
                <a:gd name="T14" fmla="*/ 97 w 104"/>
                <a:gd name="T15" fmla="*/ 10 h 30"/>
                <a:gd name="T16" fmla="*/ 102 w 104"/>
                <a:gd name="T17" fmla="*/ 23 h 30"/>
                <a:gd name="T18" fmla="*/ 93 w 104"/>
                <a:gd name="T1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4" h="30">
                  <a:moveTo>
                    <a:pt x="93" y="29"/>
                  </a:moveTo>
                  <a:cubicBezTo>
                    <a:pt x="91" y="29"/>
                    <a:pt x="90" y="28"/>
                    <a:pt x="88" y="28"/>
                  </a:cubicBezTo>
                  <a:cubicBezTo>
                    <a:pt x="88" y="28"/>
                    <a:pt x="73" y="20"/>
                    <a:pt x="51" y="20"/>
                  </a:cubicBezTo>
                  <a:cubicBezTo>
                    <a:pt x="30" y="20"/>
                    <a:pt x="17" y="27"/>
                    <a:pt x="16" y="28"/>
                  </a:cubicBezTo>
                  <a:cubicBezTo>
                    <a:pt x="12" y="30"/>
                    <a:pt x="5" y="29"/>
                    <a:pt x="3" y="24"/>
                  </a:cubicBezTo>
                  <a:cubicBezTo>
                    <a:pt x="0" y="19"/>
                    <a:pt x="2" y="13"/>
                    <a:pt x="6" y="10"/>
                  </a:cubicBezTo>
                  <a:cubicBezTo>
                    <a:pt x="7" y="10"/>
                    <a:pt x="24" y="0"/>
                    <a:pt x="51" y="0"/>
                  </a:cubicBezTo>
                  <a:cubicBezTo>
                    <a:pt x="78" y="0"/>
                    <a:pt x="97" y="10"/>
                    <a:pt x="97" y="10"/>
                  </a:cubicBezTo>
                  <a:cubicBezTo>
                    <a:pt x="102" y="12"/>
                    <a:pt x="104" y="18"/>
                    <a:pt x="102" y="23"/>
                  </a:cubicBezTo>
                  <a:cubicBezTo>
                    <a:pt x="100" y="27"/>
                    <a:pt x="97" y="29"/>
                    <a:pt x="93" y="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43" name="组合 342"/>
          <p:cNvGrpSpPr/>
          <p:nvPr/>
        </p:nvGrpSpPr>
        <p:grpSpPr>
          <a:xfrm>
            <a:off x="10213273" y="684860"/>
            <a:ext cx="374727" cy="375329"/>
            <a:chOff x="1857653" y="4876138"/>
            <a:chExt cx="798472" cy="799753"/>
          </a:xfrm>
          <a:solidFill>
            <a:srgbClr val="707E84"/>
          </a:solidFill>
        </p:grpSpPr>
        <p:sp>
          <p:nvSpPr>
            <p:cNvPr id="344" name="Freeform 89"/>
            <p:cNvSpPr>
              <a:spLocks noEditPoints="1"/>
            </p:cNvSpPr>
            <p:nvPr/>
          </p:nvSpPr>
          <p:spPr bwMode="auto">
            <a:xfrm>
              <a:off x="1990945" y="5011993"/>
              <a:ext cx="549831" cy="548549"/>
            </a:xfrm>
            <a:custGeom>
              <a:avLst/>
              <a:gdLst>
                <a:gd name="T0" fmla="*/ 169 w 338"/>
                <a:gd name="T1" fmla="*/ 337 h 337"/>
                <a:gd name="T2" fmla="*/ 0 w 338"/>
                <a:gd name="T3" fmla="*/ 168 h 337"/>
                <a:gd name="T4" fmla="*/ 169 w 338"/>
                <a:gd name="T5" fmla="*/ 0 h 337"/>
                <a:gd name="T6" fmla="*/ 338 w 338"/>
                <a:gd name="T7" fmla="*/ 168 h 337"/>
                <a:gd name="T8" fmla="*/ 169 w 338"/>
                <a:gd name="T9" fmla="*/ 337 h 337"/>
                <a:gd name="T10" fmla="*/ 169 w 338"/>
                <a:gd name="T11" fmla="*/ 20 h 337"/>
                <a:gd name="T12" fmla="*/ 20 w 338"/>
                <a:gd name="T13" fmla="*/ 168 h 337"/>
                <a:gd name="T14" fmla="*/ 169 w 338"/>
                <a:gd name="T15" fmla="*/ 317 h 337"/>
                <a:gd name="T16" fmla="*/ 318 w 338"/>
                <a:gd name="T17" fmla="*/ 168 h 337"/>
                <a:gd name="T18" fmla="*/ 169 w 338"/>
                <a:gd name="T19" fmla="*/ 2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8" h="337">
                  <a:moveTo>
                    <a:pt x="169" y="337"/>
                  </a:moveTo>
                  <a:cubicBezTo>
                    <a:pt x="76" y="337"/>
                    <a:pt x="0" y="261"/>
                    <a:pt x="0" y="168"/>
                  </a:cubicBezTo>
                  <a:cubicBezTo>
                    <a:pt x="0" y="75"/>
                    <a:pt x="76" y="0"/>
                    <a:pt x="169" y="0"/>
                  </a:cubicBezTo>
                  <a:cubicBezTo>
                    <a:pt x="262" y="0"/>
                    <a:pt x="338" y="75"/>
                    <a:pt x="338" y="168"/>
                  </a:cubicBezTo>
                  <a:cubicBezTo>
                    <a:pt x="338" y="261"/>
                    <a:pt x="262" y="337"/>
                    <a:pt x="169" y="337"/>
                  </a:cubicBezTo>
                  <a:moveTo>
                    <a:pt x="169" y="20"/>
                  </a:moveTo>
                  <a:cubicBezTo>
                    <a:pt x="87" y="20"/>
                    <a:pt x="20" y="86"/>
                    <a:pt x="20" y="168"/>
                  </a:cubicBezTo>
                  <a:cubicBezTo>
                    <a:pt x="20" y="250"/>
                    <a:pt x="87" y="317"/>
                    <a:pt x="169" y="317"/>
                  </a:cubicBezTo>
                  <a:cubicBezTo>
                    <a:pt x="251" y="317"/>
                    <a:pt x="318" y="250"/>
                    <a:pt x="318" y="168"/>
                  </a:cubicBezTo>
                  <a:cubicBezTo>
                    <a:pt x="318" y="86"/>
                    <a:pt x="251" y="20"/>
                    <a:pt x="169"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5" name="Freeform 90"/>
            <p:cNvSpPr>
              <a:spLocks noEditPoints="1"/>
            </p:cNvSpPr>
            <p:nvPr/>
          </p:nvSpPr>
          <p:spPr bwMode="auto">
            <a:xfrm>
              <a:off x="2130646" y="5150412"/>
              <a:ext cx="271711" cy="271711"/>
            </a:xfrm>
            <a:custGeom>
              <a:avLst/>
              <a:gdLst>
                <a:gd name="T0" fmla="*/ 83 w 167"/>
                <a:gd name="T1" fmla="*/ 167 h 167"/>
                <a:gd name="T2" fmla="*/ 0 w 167"/>
                <a:gd name="T3" fmla="*/ 83 h 167"/>
                <a:gd name="T4" fmla="*/ 83 w 167"/>
                <a:gd name="T5" fmla="*/ 0 h 167"/>
                <a:gd name="T6" fmla="*/ 167 w 167"/>
                <a:gd name="T7" fmla="*/ 83 h 167"/>
                <a:gd name="T8" fmla="*/ 83 w 167"/>
                <a:gd name="T9" fmla="*/ 167 h 167"/>
                <a:gd name="T10" fmla="*/ 83 w 167"/>
                <a:gd name="T11" fmla="*/ 20 h 167"/>
                <a:gd name="T12" fmla="*/ 20 w 167"/>
                <a:gd name="T13" fmla="*/ 83 h 167"/>
                <a:gd name="T14" fmla="*/ 83 w 167"/>
                <a:gd name="T15" fmla="*/ 147 h 167"/>
                <a:gd name="T16" fmla="*/ 147 w 167"/>
                <a:gd name="T17" fmla="*/ 83 h 167"/>
                <a:gd name="T18" fmla="*/ 83 w 167"/>
                <a:gd name="T19" fmla="*/ 2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7" h="167">
                  <a:moveTo>
                    <a:pt x="83" y="167"/>
                  </a:moveTo>
                  <a:cubicBezTo>
                    <a:pt x="37" y="167"/>
                    <a:pt x="0" y="129"/>
                    <a:pt x="0" y="83"/>
                  </a:cubicBezTo>
                  <a:cubicBezTo>
                    <a:pt x="0" y="37"/>
                    <a:pt x="37" y="0"/>
                    <a:pt x="83" y="0"/>
                  </a:cubicBezTo>
                  <a:cubicBezTo>
                    <a:pt x="129" y="0"/>
                    <a:pt x="167" y="37"/>
                    <a:pt x="167" y="83"/>
                  </a:cubicBezTo>
                  <a:cubicBezTo>
                    <a:pt x="167" y="129"/>
                    <a:pt x="129" y="167"/>
                    <a:pt x="83" y="167"/>
                  </a:cubicBezTo>
                  <a:moveTo>
                    <a:pt x="83" y="20"/>
                  </a:moveTo>
                  <a:cubicBezTo>
                    <a:pt x="48" y="20"/>
                    <a:pt x="20" y="48"/>
                    <a:pt x="20" y="83"/>
                  </a:cubicBezTo>
                  <a:cubicBezTo>
                    <a:pt x="20" y="118"/>
                    <a:pt x="48" y="147"/>
                    <a:pt x="83" y="147"/>
                  </a:cubicBezTo>
                  <a:cubicBezTo>
                    <a:pt x="118" y="147"/>
                    <a:pt x="147" y="118"/>
                    <a:pt x="147" y="83"/>
                  </a:cubicBezTo>
                  <a:cubicBezTo>
                    <a:pt x="147" y="48"/>
                    <a:pt x="118" y="20"/>
                    <a:pt x="83"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6" name="Freeform 91"/>
            <p:cNvSpPr>
              <a:spLocks/>
            </p:cNvSpPr>
            <p:nvPr/>
          </p:nvSpPr>
          <p:spPr bwMode="auto">
            <a:xfrm>
              <a:off x="2249839" y="4876138"/>
              <a:ext cx="32042" cy="167897"/>
            </a:xfrm>
            <a:custGeom>
              <a:avLst/>
              <a:gdLst>
                <a:gd name="T0" fmla="*/ 10 w 20"/>
                <a:gd name="T1" fmla="*/ 103 h 103"/>
                <a:gd name="T2" fmla="*/ 0 w 20"/>
                <a:gd name="T3" fmla="*/ 93 h 103"/>
                <a:gd name="T4" fmla="*/ 0 w 20"/>
                <a:gd name="T5" fmla="*/ 10 h 103"/>
                <a:gd name="T6" fmla="*/ 10 w 20"/>
                <a:gd name="T7" fmla="*/ 0 h 103"/>
                <a:gd name="T8" fmla="*/ 20 w 20"/>
                <a:gd name="T9" fmla="*/ 10 h 103"/>
                <a:gd name="T10" fmla="*/ 20 w 20"/>
                <a:gd name="T11" fmla="*/ 93 h 103"/>
                <a:gd name="T12" fmla="*/ 10 w 20"/>
                <a:gd name="T13" fmla="*/ 103 h 103"/>
              </a:gdLst>
              <a:ahLst/>
              <a:cxnLst>
                <a:cxn ang="0">
                  <a:pos x="T0" y="T1"/>
                </a:cxn>
                <a:cxn ang="0">
                  <a:pos x="T2" y="T3"/>
                </a:cxn>
                <a:cxn ang="0">
                  <a:pos x="T4" y="T5"/>
                </a:cxn>
                <a:cxn ang="0">
                  <a:pos x="T6" y="T7"/>
                </a:cxn>
                <a:cxn ang="0">
                  <a:pos x="T8" y="T9"/>
                </a:cxn>
                <a:cxn ang="0">
                  <a:pos x="T10" y="T11"/>
                </a:cxn>
                <a:cxn ang="0">
                  <a:pos x="T12" y="T13"/>
                </a:cxn>
              </a:cxnLst>
              <a:rect l="0" t="0" r="r" b="b"/>
              <a:pathLst>
                <a:path w="20" h="103">
                  <a:moveTo>
                    <a:pt x="10" y="103"/>
                  </a:moveTo>
                  <a:cubicBezTo>
                    <a:pt x="5" y="103"/>
                    <a:pt x="0" y="98"/>
                    <a:pt x="0" y="93"/>
                  </a:cubicBezTo>
                  <a:cubicBezTo>
                    <a:pt x="0" y="10"/>
                    <a:pt x="0" y="10"/>
                    <a:pt x="0" y="10"/>
                  </a:cubicBezTo>
                  <a:cubicBezTo>
                    <a:pt x="0" y="4"/>
                    <a:pt x="5" y="0"/>
                    <a:pt x="10" y="0"/>
                  </a:cubicBezTo>
                  <a:cubicBezTo>
                    <a:pt x="16" y="0"/>
                    <a:pt x="20" y="4"/>
                    <a:pt x="20" y="10"/>
                  </a:cubicBezTo>
                  <a:cubicBezTo>
                    <a:pt x="20" y="93"/>
                    <a:pt x="20" y="93"/>
                    <a:pt x="20" y="93"/>
                  </a:cubicBezTo>
                  <a:cubicBezTo>
                    <a:pt x="20" y="98"/>
                    <a:pt x="16" y="103"/>
                    <a:pt x="10" y="10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7" name="Freeform 92"/>
            <p:cNvSpPr>
              <a:spLocks/>
            </p:cNvSpPr>
            <p:nvPr/>
          </p:nvSpPr>
          <p:spPr bwMode="auto">
            <a:xfrm>
              <a:off x="2249839" y="5527219"/>
              <a:ext cx="32042" cy="148672"/>
            </a:xfrm>
            <a:custGeom>
              <a:avLst/>
              <a:gdLst>
                <a:gd name="T0" fmla="*/ 10 w 20"/>
                <a:gd name="T1" fmla="*/ 91 h 91"/>
                <a:gd name="T2" fmla="*/ 0 w 20"/>
                <a:gd name="T3" fmla="*/ 81 h 91"/>
                <a:gd name="T4" fmla="*/ 0 w 20"/>
                <a:gd name="T5" fmla="*/ 10 h 91"/>
                <a:gd name="T6" fmla="*/ 10 w 20"/>
                <a:gd name="T7" fmla="*/ 0 h 91"/>
                <a:gd name="T8" fmla="*/ 20 w 20"/>
                <a:gd name="T9" fmla="*/ 10 h 91"/>
                <a:gd name="T10" fmla="*/ 20 w 20"/>
                <a:gd name="T11" fmla="*/ 81 h 91"/>
                <a:gd name="T12" fmla="*/ 10 w 20"/>
                <a:gd name="T13" fmla="*/ 91 h 91"/>
              </a:gdLst>
              <a:ahLst/>
              <a:cxnLst>
                <a:cxn ang="0">
                  <a:pos x="T0" y="T1"/>
                </a:cxn>
                <a:cxn ang="0">
                  <a:pos x="T2" y="T3"/>
                </a:cxn>
                <a:cxn ang="0">
                  <a:pos x="T4" y="T5"/>
                </a:cxn>
                <a:cxn ang="0">
                  <a:pos x="T6" y="T7"/>
                </a:cxn>
                <a:cxn ang="0">
                  <a:pos x="T8" y="T9"/>
                </a:cxn>
                <a:cxn ang="0">
                  <a:pos x="T10" y="T11"/>
                </a:cxn>
                <a:cxn ang="0">
                  <a:pos x="T12" y="T13"/>
                </a:cxn>
              </a:cxnLst>
              <a:rect l="0" t="0" r="r" b="b"/>
              <a:pathLst>
                <a:path w="20" h="91">
                  <a:moveTo>
                    <a:pt x="10" y="91"/>
                  </a:moveTo>
                  <a:cubicBezTo>
                    <a:pt x="5" y="91"/>
                    <a:pt x="0" y="87"/>
                    <a:pt x="0" y="81"/>
                  </a:cubicBezTo>
                  <a:cubicBezTo>
                    <a:pt x="0" y="10"/>
                    <a:pt x="0" y="10"/>
                    <a:pt x="0" y="10"/>
                  </a:cubicBezTo>
                  <a:cubicBezTo>
                    <a:pt x="0" y="4"/>
                    <a:pt x="5" y="0"/>
                    <a:pt x="10" y="0"/>
                  </a:cubicBezTo>
                  <a:cubicBezTo>
                    <a:pt x="16" y="0"/>
                    <a:pt x="20" y="4"/>
                    <a:pt x="20" y="10"/>
                  </a:cubicBezTo>
                  <a:cubicBezTo>
                    <a:pt x="20" y="81"/>
                    <a:pt x="20" y="81"/>
                    <a:pt x="20" y="81"/>
                  </a:cubicBezTo>
                  <a:cubicBezTo>
                    <a:pt x="20" y="87"/>
                    <a:pt x="16" y="91"/>
                    <a:pt x="10" y="9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8" name="Freeform 93"/>
            <p:cNvSpPr>
              <a:spLocks/>
            </p:cNvSpPr>
            <p:nvPr/>
          </p:nvSpPr>
          <p:spPr bwMode="auto">
            <a:xfrm>
              <a:off x="1857653" y="5268324"/>
              <a:ext cx="165334" cy="33323"/>
            </a:xfrm>
            <a:custGeom>
              <a:avLst/>
              <a:gdLst>
                <a:gd name="T0" fmla="*/ 92 w 102"/>
                <a:gd name="T1" fmla="*/ 20 h 20"/>
                <a:gd name="T2" fmla="*/ 10 w 102"/>
                <a:gd name="T3" fmla="*/ 20 h 20"/>
                <a:gd name="T4" fmla="*/ 0 w 102"/>
                <a:gd name="T5" fmla="*/ 10 h 20"/>
                <a:gd name="T6" fmla="*/ 10 w 102"/>
                <a:gd name="T7" fmla="*/ 0 h 20"/>
                <a:gd name="T8" fmla="*/ 92 w 102"/>
                <a:gd name="T9" fmla="*/ 0 h 20"/>
                <a:gd name="T10" fmla="*/ 102 w 102"/>
                <a:gd name="T11" fmla="*/ 10 h 20"/>
                <a:gd name="T12" fmla="*/ 92 w 102"/>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102" h="20">
                  <a:moveTo>
                    <a:pt x="92" y="20"/>
                  </a:moveTo>
                  <a:cubicBezTo>
                    <a:pt x="10" y="20"/>
                    <a:pt x="10" y="20"/>
                    <a:pt x="10" y="20"/>
                  </a:cubicBezTo>
                  <a:cubicBezTo>
                    <a:pt x="4" y="20"/>
                    <a:pt x="0" y="16"/>
                    <a:pt x="0" y="10"/>
                  </a:cubicBezTo>
                  <a:cubicBezTo>
                    <a:pt x="0" y="5"/>
                    <a:pt x="4" y="0"/>
                    <a:pt x="10" y="0"/>
                  </a:cubicBezTo>
                  <a:cubicBezTo>
                    <a:pt x="92" y="0"/>
                    <a:pt x="92" y="0"/>
                    <a:pt x="92" y="0"/>
                  </a:cubicBezTo>
                  <a:cubicBezTo>
                    <a:pt x="98" y="0"/>
                    <a:pt x="102" y="5"/>
                    <a:pt x="102" y="10"/>
                  </a:cubicBezTo>
                  <a:cubicBezTo>
                    <a:pt x="102" y="16"/>
                    <a:pt x="98" y="20"/>
                    <a:pt x="92"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9" name="Freeform 94"/>
            <p:cNvSpPr>
              <a:spLocks/>
            </p:cNvSpPr>
            <p:nvPr/>
          </p:nvSpPr>
          <p:spPr bwMode="auto">
            <a:xfrm>
              <a:off x="2508734" y="5268324"/>
              <a:ext cx="147391" cy="33323"/>
            </a:xfrm>
            <a:custGeom>
              <a:avLst/>
              <a:gdLst>
                <a:gd name="T0" fmla="*/ 81 w 91"/>
                <a:gd name="T1" fmla="*/ 20 h 20"/>
                <a:gd name="T2" fmla="*/ 10 w 91"/>
                <a:gd name="T3" fmla="*/ 20 h 20"/>
                <a:gd name="T4" fmla="*/ 0 w 91"/>
                <a:gd name="T5" fmla="*/ 10 h 20"/>
                <a:gd name="T6" fmla="*/ 10 w 91"/>
                <a:gd name="T7" fmla="*/ 0 h 20"/>
                <a:gd name="T8" fmla="*/ 81 w 91"/>
                <a:gd name="T9" fmla="*/ 0 h 20"/>
                <a:gd name="T10" fmla="*/ 91 w 91"/>
                <a:gd name="T11" fmla="*/ 10 h 20"/>
                <a:gd name="T12" fmla="*/ 81 w 91"/>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91" h="20">
                  <a:moveTo>
                    <a:pt x="81" y="20"/>
                  </a:moveTo>
                  <a:cubicBezTo>
                    <a:pt x="10" y="20"/>
                    <a:pt x="10" y="20"/>
                    <a:pt x="10" y="20"/>
                  </a:cubicBezTo>
                  <a:cubicBezTo>
                    <a:pt x="4" y="20"/>
                    <a:pt x="0" y="16"/>
                    <a:pt x="0" y="10"/>
                  </a:cubicBezTo>
                  <a:cubicBezTo>
                    <a:pt x="0" y="5"/>
                    <a:pt x="4" y="0"/>
                    <a:pt x="10" y="0"/>
                  </a:cubicBezTo>
                  <a:cubicBezTo>
                    <a:pt x="81" y="0"/>
                    <a:pt x="81" y="0"/>
                    <a:pt x="81" y="0"/>
                  </a:cubicBezTo>
                  <a:cubicBezTo>
                    <a:pt x="87" y="0"/>
                    <a:pt x="91" y="5"/>
                    <a:pt x="91" y="10"/>
                  </a:cubicBezTo>
                  <a:cubicBezTo>
                    <a:pt x="91" y="16"/>
                    <a:pt x="87" y="20"/>
                    <a:pt x="81"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50" name="组合 349"/>
          <p:cNvGrpSpPr/>
          <p:nvPr/>
        </p:nvGrpSpPr>
        <p:grpSpPr>
          <a:xfrm>
            <a:off x="10243347" y="1624127"/>
            <a:ext cx="314578" cy="254429"/>
            <a:chOff x="3089324" y="5005585"/>
            <a:chExt cx="670306" cy="542140"/>
          </a:xfrm>
          <a:solidFill>
            <a:srgbClr val="707E84"/>
          </a:solidFill>
        </p:grpSpPr>
        <p:sp>
          <p:nvSpPr>
            <p:cNvPr id="351" name="Freeform 95"/>
            <p:cNvSpPr>
              <a:spLocks/>
            </p:cNvSpPr>
            <p:nvPr/>
          </p:nvSpPr>
          <p:spPr bwMode="auto">
            <a:xfrm>
              <a:off x="3089324" y="5256789"/>
              <a:ext cx="335794" cy="33323"/>
            </a:xfrm>
            <a:custGeom>
              <a:avLst/>
              <a:gdLst>
                <a:gd name="T0" fmla="*/ 197 w 207"/>
                <a:gd name="T1" fmla="*/ 20 h 20"/>
                <a:gd name="T2" fmla="*/ 10 w 207"/>
                <a:gd name="T3" fmla="*/ 20 h 20"/>
                <a:gd name="T4" fmla="*/ 0 w 207"/>
                <a:gd name="T5" fmla="*/ 10 h 20"/>
                <a:gd name="T6" fmla="*/ 10 w 207"/>
                <a:gd name="T7" fmla="*/ 0 h 20"/>
                <a:gd name="T8" fmla="*/ 197 w 207"/>
                <a:gd name="T9" fmla="*/ 0 h 20"/>
                <a:gd name="T10" fmla="*/ 207 w 207"/>
                <a:gd name="T11" fmla="*/ 10 h 20"/>
                <a:gd name="T12" fmla="*/ 197 w 207"/>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207" h="20">
                  <a:moveTo>
                    <a:pt x="197" y="20"/>
                  </a:moveTo>
                  <a:cubicBezTo>
                    <a:pt x="10" y="20"/>
                    <a:pt x="10" y="20"/>
                    <a:pt x="10" y="20"/>
                  </a:cubicBezTo>
                  <a:cubicBezTo>
                    <a:pt x="4" y="20"/>
                    <a:pt x="0" y="16"/>
                    <a:pt x="0" y="10"/>
                  </a:cubicBezTo>
                  <a:cubicBezTo>
                    <a:pt x="0" y="5"/>
                    <a:pt x="4" y="0"/>
                    <a:pt x="10" y="0"/>
                  </a:cubicBezTo>
                  <a:cubicBezTo>
                    <a:pt x="197" y="0"/>
                    <a:pt x="197" y="0"/>
                    <a:pt x="197" y="0"/>
                  </a:cubicBezTo>
                  <a:cubicBezTo>
                    <a:pt x="203" y="0"/>
                    <a:pt x="207" y="5"/>
                    <a:pt x="207" y="10"/>
                  </a:cubicBezTo>
                  <a:cubicBezTo>
                    <a:pt x="207" y="16"/>
                    <a:pt x="203" y="20"/>
                    <a:pt x="197"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2" name="Freeform 96"/>
            <p:cNvSpPr>
              <a:spLocks/>
            </p:cNvSpPr>
            <p:nvPr/>
          </p:nvSpPr>
          <p:spPr bwMode="auto">
            <a:xfrm>
              <a:off x="3566100" y="5256789"/>
              <a:ext cx="193530" cy="33323"/>
            </a:xfrm>
            <a:custGeom>
              <a:avLst/>
              <a:gdLst>
                <a:gd name="T0" fmla="*/ 109 w 119"/>
                <a:gd name="T1" fmla="*/ 20 h 20"/>
                <a:gd name="T2" fmla="*/ 10 w 119"/>
                <a:gd name="T3" fmla="*/ 20 h 20"/>
                <a:gd name="T4" fmla="*/ 0 w 119"/>
                <a:gd name="T5" fmla="*/ 10 h 20"/>
                <a:gd name="T6" fmla="*/ 10 w 119"/>
                <a:gd name="T7" fmla="*/ 0 h 20"/>
                <a:gd name="T8" fmla="*/ 109 w 119"/>
                <a:gd name="T9" fmla="*/ 0 h 20"/>
                <a:gd name="T10" fmla="*/ 119 w 119"/>
                <a:gd name="T11" fmla="*/ 10 h 20"/>
                <a:gd name="T12" fmla="*/ 109 w 119"/>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119" h="20">
                  <a:moveTo>
                    <a:pt x="109" y="20"/>
                  </a:moveTo>
                  <a:cubicBezTo>
                    <a:pt x="10" y="20"/>
                    <a:pt x="10" y="20"/>
                    <a:pt x="10" y="20"/>
                  </a:cubicBezTo>
                  <a:cubicBezTo>
                    <a:pt x="4" y="20"/>
                    <a:pt x="0" y="16"/>
                    <a:pt x="0" y="10"/>
                  </a:cubicBezTo>
                  <a:cubicBezTo>
                    <a:pt x="0" y="5"/>
                    <a:pt x="4" y="0"/>
                    <a:pt x="10" y="0"/>
                  </a:cubicBezTo>
                  <a:cubicBezTo>
                    <a:pt x="109" y="0"/>
                    <a:pt x="109" y="0"/>
                    <a:pt x="109" y="0"/>
                  </a:cubicBezTo>
                  <a:cubicBezTo>
                    <a:pt x="115" y="0"/>
                    <a:pt x="119" y="5"/>
                    <a:pt x="119" y="10"/>
                  </a:cubicBezTo>
                  <a:cubicBezTo>
                    <a:pt x="119" y="16"/>
                    <a:pt x="115" y="20"/>
                    <a:pt x="109"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3" name="Freeform 97"/>
            <p:cNvSpPr>
              <a:spLocks/>
            </p:cNvSpPr>
            <p:nvPr/>
          </p:nvSpPr>
          <p:spPr bwMode="auto">
            <a:xfrm>
              <a:off x="3089324" y="5464417"/>
              <a:ext cx="249923" cy="32042"/>
            </a:xfrm>
            <a:custGeom>
              <a:avLst/>
              <a:gdLst>
                <a:gd name="T0" fmla="*/ 144 w 154"/>
                <a:gd name="T1" fmla="*/ 20 h 20"/>
                <a:gd name="T2" fmla="*/ 10 w 154"/>
                <a:gd name="T3" fmla="*/ 20 h 20"/>
                <a:gd name="T4" fmla="*/ 0 w 154"/>
                <a:gd name="T5" fmla="*/ 10 h 20"/>
                <a:gd name="T6" fmla="*/ 10 w 154"/>
                <a:gd name="T7" fmla="*/ 0 h 20"/>
                <a:gd name="T8" fmla="*/ 144 w 154"/>
                <a:gd name="T9" fmla="*/ 0 h 20"/>
                <a:gd name="T10" fmla="*/ 154 w 154"/>
                <a:gd name="T11" fmla="*/ 10 h 20"/>
                <a:gd name="T12" fmla="*/ 144 w 154"/>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154" h="20">
                  <a:moveTo>
                    <a:pt x="144" y="20"/>
                  </a:moveTo>
                  <a:cubicBezTo>
                    <a:pt x="10" y="20"/>
                    <a:pt x="10" y="20"/>
                    <a:pt x="10" y="20"/>
                  </a:cubicBezTo>
                  <a:cubicBezTo>
                    <a:pt x="4" y="20"/>
                    <a:pt x="0" y="15"/>
                    <a:pt x="0" y="10"/>
                  </a:cubicBezTo>
                  <a:cubicBezTo>
                    <a:pt x="0" y="4"/>
                    <a:pt x="4" y="0"/>
                    <a:pt x="10" y="0"/>
                  </a:cubicBezTo>
                  <a:cubicBezTo>
                    <a:pt x="144" y="0"/>
                    <a:pt x="144" y="0"/>
                    <a:pt x="144" y="0"/>
                  </a:cubicBezTo>
                  <a:cubicBezTo>
                    <a:pt x="150" y="0"/>
                    <a:pt x="154" y="4"/>
                    <a:pt x="154" y="10"/>
                  </a:cubicBezTo>
                  <a:cubicBezTo>
                    <a:pt x="154" y="15"/>
                    <a:pt x="150" y="20"/>
                    <a:pt x="144"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4" name="Freeform 98"/>
            <p:cNvSpPr>
              <a:spLocks/>
            </p:cNvSpPr>
            <p:nvPr/>
          </p:nvSpPr>
          <p:spPr bwMode="auto">
            <a:xfrm>
              <a:off x="3478947" y="5464417"/>
              <a:ext cx="280683" cy="32042"/>
            </a:xfrm>
            <a:custGeom>
              <a:avLst/>
              <a:gdLst>
                <a:gd name="T0" fmla="*/ 162 w 172"/>
                <a:gd name="T1" fmla="*/ 20 h 20"/>
                <a:gd name="T2" fmla="*/ 10 w 172"/>
                <a:gd name="T3" fmla="*/ 20 h 20"/>
                <a:gd name="T4" fmla="*/ 0 w 172"/>
                <a:gd name="T5" fmla="*/ 10 h 20"/>
                <a:gd name="T6" fmla="*/ 10 w 172"/>
                <a:gd name="T7" fmla="*/ 0 h 20"/>
                <a:gd name="T8" fmla="*/ 162 w 172"/>
                <a:gd name="T9" fmla="*/ 0 h 20"/>
                <a:gd name="T10" fmla="*/ 172 w 172"/>
                <a:gd name="T11" fmla="*/ 10 h 20"/>
                <a:gd name="T12" fmla="*/ 162 w 172"/>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172" h="20">
                  <a:moveTo>
                    <a:pt x="162" y="20"/>
                  </a:moveTo>
                  <a:cubicBezTo>
                    <a:pt x="10" y="20"/>
                    <a:pt x="10" y="20"/>
                    <a:pt x="10" y="20"/>
                  </a:cubicBezTo>
                  <a:cubicBezTo>
                    <a:pt x="4" y="20"/>
                    <a:pt x="0" y="15"/>
                    <a:pt x="0" y="10"/>
                  </a:cubicBezTo>
                  <a:cubicBezTo>
                    <a:pt x="0" y="4"/>
                    <a:pt x="4" y="0"/>
                    <a:pt x="10" y="0"/>
                  </a:cubicBezTo>
                  <a:cubicBezTo>
                    <a:pt x="162" y="0"/>
                    <a:pt x="162" y="0"/>
                    <a:pt x="162" y="0"/>
                  </a:cubicBezTo>
                  <a:cubicBezTo>
                    <a:pt x="168" y="0"/>
                    <a:pt x="172" y="4"/>
                    <a:pt x="172" y="10"/>
                  </a:cubicBezTo>
                  <a:cubicBezTo>
                    <a:pt x="172" y="15"/>
                    <a:pt x="168" y="20"/>
                    <a:pt x="162"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5" name="Freeform 99"/>
            <p:cNvSpPr>
              <a:spLocks/>
            </p:cNvSpPr>
            <p:nvPr/>
          </p:nvSpPr>
          <p:spPr bwMode="auto">
            <a:xfrm>
              <a:off x="3089324" y="5055570"/>
              <a:ext cx="157644" cy="32042"/>
            </a:xfrm>
            <a:custGeom>
              <a:avLst/>
              <a:gdLst>
                <a:gd name="T0" fmla="*/ 87 w 97"/>
                <a:gd name="T1" fmla="*/ 20 h 20"/>
                <a:gd name="T2" fmla="*/ 10 w 97"/>
                <a:gd name="T3" fmla="*/ 20 h 20"/>
                <a:gd name="T4" fmla="*/ 0 w 97"/>
                <a:gd name="T5" fmla="*/ 10 h 20"/>
                <a:gd name="T6" fmla="*/ 10 w 97"/>
                <a:gd name="T7" fmla="*/ 0 h 20"/>
                <a:gd name="T8" fmla="*/ 87 w 97"/>
                <a:gd name="T9" fmla="*/ 0 h 20"/>
                <a:gd name="T10" fmla="*/ 97 w 97"/>
                <a:gd name="T11" fmla="*/ 10 h 20"/>
                <a:gd name="T12" fmla="*/ 87 w 97"/>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97" h="20">
                  <a:moveTo>
                    <a:pt x="87" y="20"/>
                  </a:moveTo>
                  <a:cubicBezTo>
                    <a:pt x="10" y="20"/>
                    <a:pt x="10" y="20"/>
                    <a:pt x="10" y="20"/>
                  </a:cubicBezTo>
                  <a:cubicBezTo>
                    <a:pt x="4" y="20"/>
                    <a:pt x="0" y="16"/>
                    <a:pt x="0" y="10"/>
                  </a:cubicBezTo>
                  <a:cubicBezTo>
                    <a:pt x="0" y="5"/>
                    <a:pt x="4" y="0"/>
                    <a:pt x="10" y="0"/>
                  </a:cubicBezTo>
                  <a:cubicBezTo>
                    <a:pt x="87" y="0"/>
                    <a:pt x="87" y="0"/>
                    <a:pt x="87" y="0"/>
                  </a:cubicBezTo>
                  <a:cubicBezTo>
                    <a:pt x="92" y="0"/>
                    <a:pt x="97" y="5"/>
                    <a:pt x="97" y="10"/>
                  </a:cubicBezTo>
                  <a:cubicBezTo>
                    <a:pt x="97" y="16"/>
                    <a:pt x="92" y="20"/>
                    <a:pt x="87"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6" name="Freeform 100"/>
            <p:cNvSpPr>
              <a:spLocks/>
            </p:cNvSpPr>
            <p:nvPr/>
          </p:nvSpPr>
          <p:spPr bwMode="auto">
            <a:xfrm>
              <a:off x="3385386" y="5055570"/>
              <a:ext cx="374243" cy="32042"/>
            </a:xfrm>
            <a:custGeom>
              <a:avLst/>
              <a:gdLst>
                <a:gd name="T0" fmla="*/ 220 w 230"/>
                <a:gd name="T1" fmla="*/ 20 h 20"/>
                <a:gd name="T2" fmla="*/ 10 w 230"/>
                <a:gd name="T3" fmla="*/ 20 h 20"/>
                <a:gd name="T4" fmla="*/ 0 w 230"/>
                <a:gd name="T5" fmla="*/ 10 h 20"/>
                <a:gd name="T6" fmla="*/ 10 w 230"/>
                <a:gd name="T7" fmla="*/ 0 h 20"/>
                <a:gd name="T8" fmla="*/ 220 w 230"/>
                <a:gd name="T9" fmla="*/ 0 h 20"/>
                <a:gd name="T10" fmla="*/ 230 w 230"/>
                <a:gd name="T11" fmla="*/ 10 h 20"/>
                <a:gd name="T12" fmla="*/ 220 w 230"/>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230" h="20">
                  <a:moveTo>
                    <a:pt x="220" y="20"/>
                  </a:moveTo>
                  <a:cubicBezTo>
                    <a:pt x="10" y="20"/>
                    <a:pt x="10" y="20"/>
                    <a:pt x="10" y="20"/>
                  </a:cubicBezTo>
                  <a:cubicBezTo>
                    <a:pt x="5" y="20"/>
                    <a:pt x="0" y="16"/>
                    <a:pt x="0" y="10"/>
                  </a:cubicBezTo>
                  <a:cubicBezTo>
                    <a:pt x="0" y="5"/>
                    <a:pt x="5" y="0"/>
                    <a:pt x="10" y="0"/>
                  </a:cubicBezTo>
                  <a:cubicBezTo>
                    <a:pt x="220" y="0"/>
                    <a:pt x="220" y="0"/>
                    <a:pt x="220" y="0"/>
                  </a:cubicBezTo>
                  <a:cubicBezTo>
                    <a:pt x="226" y="0"/>
                    <a:pt x="230" y="5"/>
                    <a:pt x="230" y="10"/>
                  </a:cubicBezTo>
                  <a:cubicBezTo>
                    <a:pt x="230" y="16"/>
                    <a:pt x="226" y="20"/>
                    <a:pt x="220"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7" name="Freeform 101"/>
            <p:cNvSpPr>
              <a:spLocks noEditPoints="1"/>
            </p:cNvSpPr>
            <p:nvPr/>
          </p:nvSpPr>
          <p:spPr bwMode="auto">
            <a:xfrm>
              <a:off x="3213644" y="5005585"/>
              <a:ext cx="134574" cy="133292"/>
            </a:xfrm>
            <a:custGeom>
              <a:avLst/>
              <a:gdLst>
                <a:gd name="T0" fmla="*/ 41 w 82"/>
                <a:gd name="T1" fmla="*/ 82 h 82"/>
                <a:gd name="T2" fmla="*/ 0 w 82"/>
                <a:gd name="T3" fmla="*/ 41 h 82"/>
                <a:gd name="T4" fmla="*/ 41 w 82"/>
                <a:gd name="T5" fmla="*/ 0 h 82"/>
                <a:gd name="T6" fmla="*/ 82 w 82"/>
                <a:gd name="T7" fmla="*/ 41 h 82"/>
                <a:gd name="T8" fmla="*/ 41 w 82"/>
                <a:gd name="T9" fmla="*/ 82 h 82"/>
                <a:gd name="T10" fmla="*/ 41 w 82"/>
                <a:gd name="T11" fmla="*/ 20 h 82"/>
                <a:gd name="T12" fmla="*/ 20 w 82"/>
                <a:gd name="T13" fmla="*/ 41 h 82"/>
                <a:gd name="T14" fmla="*/ 41 w 82"/>
                <a:gd name="T15" fmla="*/ 62 h 82"/>
                <a:gd name="T16" fmla="*/ 62 w 82"/>
                <a:gd name="T17" fmla="*/ 41 h 82"/>
                <a:gd name="T18" fmla="*/ 41 w 82"/>
                <a:gd name="T19" fmla="*/ 2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2" h="82">
                  <a:moveTo>
                    <a:pt x="41" y="82"/>
                  </a:moveTo>
                  <a:cubicBezTo>
                    <a:pt x="18" y="82"/>
                    <a:pt x="0" y="64"/>
                    <a:pt x="0" y="41"/>
                  </a:cubicBezTo>
                  <a:cubicBezTo>
                    <a:pt x="0" y="19"/>
                    <a:pt x="18" y="0"/>
                    <a:pt x="41" y="0"/>
                  </a:cubicBezTo>
                  <a:cubicBezTo>
                    <a:pt x="64" y="0"/>
                    <a:pt x="82" y="19"/>
                    <a:pt x="82" y="41"/>
                  </a:cubicBezTo>
                  <a:cubicBezTo>
                    <a:pt x="82" y="64"/>
                    <a:pt x="64" y="82"/>
                    <a:pt x="41" y="82"/>
                  </a:cubicBezTo>
                  <a:moveTo>
                    <a:pt x="41" y="20"/>
                  </a:moveTo>
                  <a:cubicBezTo>
                    <a:pt x="29" y="20"/>
                    <a:pt x="20" y="30"/>
                    <a:pt x="20" y="41"/>
                  </a:cubicBezTo>
                  <a:cubicBezTo>
                    <a:pt x="20" y="53"/>
                    <a:pt x="29" y="62"/>
                    <a:pt x="41" y="62"/>
                  </a:cubicBezTo>
                  <a:cubicBezTo>
                    <a:pt x="53" y="62"/>
                    <a:pt x="62" y="53"/>
                    <a:pt x="62" y="41"/>
                  </a:cubicBezTo>
                  <a:cubicBezTo>
                    <a:pt x="62" y="30"/>
                    <a:pt x="53" y="20"/>
                    <a:pt x="41"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8" name="Freeform 102"/>
            <p:cNvSpPr>
              <a:spLocks noEditPoints="1"/>
            </p:cNvSpPr>
            <p:nvPr/>
          </p:nvSpPr>
          <p:spPr bwMode="auto">
            <a:xfrm>
              <a:off x="3303360" y="5413151"/>
              <a:ext cx="133292" cy="134574"/>
            </a:xfrm>
            <a:custGeom>
              <a:avLst/>
              <a:gdLst>
                <a:gd name="T0" fmla="*/ 41 w 82"/>
                <a:gd name="T1" fmla="*/ 82 h 82"/>
                <a:gd name="T2" fmla="*/ 0 w 82"/>
                <a:gd name="T3" fmla="*/ 41 h 82"/>
                <a:gd name="T4" fmla="*/ 41 w 82"/>
                <a:gd name="T5" fmla="*/ 0 h 82"/>
                <a:gd name="T6" fmla="*/ 82 w 82"/>
                <a:gd name="T7" fmla="*/ 41 h 82"/>
                <a:gd name="T8" fmla="*/ 41 w 82"/>
                <a:gd name="T9" fmla="*/ 82 h 82"/>
                <a:gd name="T10" fmla="*/ 41 w 82"/>
                <a:gd name="T11" fmla="*/ 20 h 82"/>
                <a:gd name="T12" fmla="*/ 20 w 82"/>
                <a:gd name="T13" fmla="*/ 41 h 82"/>
                <a:gd name="T14" fmla="*/ 41 w 82"/>
                <a:gd name="T15" fmla="*/ 62 h 82"/>
                <a:gd name="T16" fmla="*/ 62 w 82"/>
                <a:gd name="T17" fmla="*/ 41 h 82"/>
                <a:gd name="T18" fmla="*/ 41 w 82"/>
                <a:gd name="T19" fmla="*/ 2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2" h="82">
                  <a:moveTo>
                    <a:pt x="41" y="82"/>
                  </a:moveTo>
                  <a:cubicBezTo>
                    <a:pt x="19" y="82"/>
                    <a:pt x="0" y="64"/>
                    <a:pt x="0" y="41"/>
                  </a:cubicBezTo>
                  <a:cubicBezTo>
                    <a:pt x="0" y="18"/>
                    <a:pt x="19" y="0"/>
                    <a:pt x="41" y="0"/>
                  </a:cubicBezTo>
                  <a:cubicBezTo>
                    <a:pt x="64" y="0"/>
                    <a:pt x="82" y="18"/>
                    <a:pt x="82" y="41"/>
                  </a:cubicBezTo>
                  <a:cubicBezTo>
                    <a:pt x="82" y="64"/>
                    <a:pt x="64" y="82"/>
                    <a:pt x="41" y="82"/>
                  </a:cubicBezTo>
                  <a:moveTo>
                    <a:pt x="41" y="20"/>
                  </a:moveTo>
                  <a:cubicBezTo>
                    <a:pt x="30" y="20"/>
                    <a:pt x="20" y="29"/>
                    <a:pt x="20" y="41"/>
                  </a:cubicBezTo>
                  <a:cubicBezTo>
                    <a:pt x="20" y="53"/>
                    <a:pt x="30" y="62"/>
                    <a:pt x="41" y="62"/>
                  </a:cubicBezTo>
                  <a:cubicBezTo>
                    <a:pt x="53" y="62"/>
                    <a:pt x="62" y="53"/>
                    <a:pt x="62" y="41"/>
                  </a:cubicBezTo>
                  <a:cubicBezTo>
                    <a:pt x="62" y="29"/>
                    <a:pt x="53" y="20"/>
                    <a:pt x="41"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9" name="Freeform 103"/>
            <p:cNvSpPr>
              <a:spLocks noEditPoints="1"/>
            </p:cNvSpPr>
            <p:nvPr/>
          </p:nvSpPr>
          <p:spPr bwMode="auto">
            <a:xfrm>
              <a:off x="3393076" y="5206805"/>
              <a:ext cx="133292" cy="133292"/>
            </a:xfrm>
            <a:custGeom>
              <a:avLst/>
              <a:gdLst>
                <a:gd name="T0" fmla="*/ 41 w 82"/>
                <a:gd name="T1" fmla="*/ 82 h 82"/>
                <a:gd name="T2" fmla="*/ 0 w 82"/>
                <a:gd name="T3" fmla="*/ 41 h 82"/>
                <a:gd name="T4" fmla="*/ 41 w 82"/>
                <a:gd name="T5" fmla="*/ 0 h 82"/>
                <a:gd name="T6" fmla="*/ 82 w 82"/>
                <a:gd name="T7" fmla="*/ 41 h 82"/>
                <a:gd name="T8" fmla="*/ 41 w 82"/>
                <a:gd name="T9" fmla="*/ 82 h 82"/>
                <a:gd name="T10" fmla="*/ 41 w 82"/>
                <a:gd name="T11" fmla="*/ 20 h 82"/>
                <a:gd name="T12" fmla="*/ 20 w 82"/>
                <a:gd name="T13" fmla="*/ 41 h 82"/>
                <a:gd name="T14" fmla="*/ 41 w 82"/>
                <a:gd name="T15" fmla="*/ 62 h 82"/>
                <a:gd name="T16" fmla="*/ 62 w 82"/>
                <a:gd name="T17" fmla="*/ 41 h 82"/>
                <a:gd name="T18" fmla="*/ 41 w 82"/>
                <a:gd name="T19" fmla="*/ 2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2" h="82">
                  <a:moveTo>
                    <a:pt x="41" y="82"/>
                  </a:moveTo>
                  <a:cubicBezTo>
                    <a:pt x="18" y="82"/>
                    <a:pt x="0" y="64"/>
                    <a:pt x="0" y="41"/>
                  </a:cubicBezTo>
                  <a:cubicBezTo>
                    <a:pt x="0" y="19"/>
                    <a:pt x="18" y="0"/>
                    <a:pt x="41" y="0"/>
                  </a:cubicBezTo>
                  <a:cubicBezTo>
                    <a:pt x="64" y="0"/>
                    <a:pt x="82" y="19"/>
                    <a:pt x="82" y="41"/>
                  </a:cubicBezTo>
                  <a:cubicBezTo>
                    <a:pt x="82" y="64"/>
                    <a:pt x="64" y="82"/>
                    <a:pt x="41" y="82"/>
                  </a:cubicBezTo>
                  <a:moveTo>
                    <a:pt x="41" y="20"/>
                  </a:moveTo>
                  <a:cubicBezTo>
                    <a:pt x="30" y="20"/>
                    <a:pt x="20" y="30"/>
                    <a:pt x="20" y="41"/>
                  </a:cubicBezTo>
                  <a:cubicBezTo>
                    <a:pt x="20" y="53"/>
                    <a:pt x="30" y="62"/>
                    <a:pt x="41" y="62"/>
                  </a:cubicBezTo>
                  <a:cubicBezTo>
                    <a:pt x="53" y="62"/>
                    <a:pt x="62" y="53"/>
                    <a:pt x="62" y="41"/>
                  </a:cubicBezTo>
                  <a:cubicBezTo>
                    <a:pt x="62" y="30"/>
                    <a:pt x="53" y="20"/>
                    <a:pt x="41"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60" name="组合 359"/>
          <p:cNvGrpSpPr/>
          <p:nvPr/>
        </p:nvGrpSpPr>
        <p:grpSpPr>
          <a:xfrm>
            <a:off x="10233723" y="1244546"/>
            <a:ext cx="333826" cy="333826"/>
            <a:chOff x="4194111" y="4920995"/>
            <a:chExt cx="711319" cy="711319"/>
          </a:xfrm>
          <a:solidFill>
            <a:srgbClr val="707E84"/>
          </a:solidFill>
        </p:grpSpPr>
        <p:sp>
          <p:nvSpPr>
            <p:cNvPr id="361" name="Freeform 104"/>
            <p:cNvSpPr>
              <a:spLocks noEditPoints="1"/>
            </p:cNvSpPr>
            <p:nvPr/>
          </p:nvSpPr>
          <p:spPr bwMode="auto">
            <a:xfrm>
              <a:off x="4194111" y="4920995"/>
              <a:ext cx="711319" cy="711319"/>
            </a:xfrm>
            <a:custGeom>
              <a:avLst/>
              <a:gdLst>
                <a:gd name="T0" fmla="*/ 219 w 438"/>
                <a:gd name="T1" fmla="*/ 437 h 437"/>
                <a:gd name="T2" fmla="*/ 219 w 438"/>
                <a:gd name="T3" fmla="*/ 427 h 437"/>
                <a:gd name="T4" fmla="*/ 219 w 438"/>
                <a:gd name="T5" fmla="*/ 437 h 437"/>
                <a:gd name="T6" fmla="*/ 0 w 438"/>
                <a:gd name="T7" fmla="*/ 219 h 437"/>
                <a:gd name="T8" fmla="*/ 219 w 438"/>
                <a:gd name="T9" fmla="*/ 0 h 437"/>
                <a:gd name="T10" fmla="*/ 438 w 438"/>
                <a:gd name="T11" fmla="*/ 219 h 437"/>
                <a:gd name="T12" fmla="*/ 219 w 438"/>
                <a:gd name="T13" fmla="*/ 437 h 437"/>
                <a:gd name="T14" fmla="*/ 219 w 438"/>
                <a:gd name="T15" fmla="*/ 20 h 437"/>
                <a:gd name="T16" fmla="*/ 20 w 438"/>
                <a:gd name="T17" fmla="*/ 219 h 437"/>
                <a:gd name="T18" fmla="*/ 219 w 438"/>
                <a:gd name="T19" fmla="*/ 417 h 437"/>
                <a:gd name="T20" fmla="*/ 219 w 438"/>
                <a:gd name="T21" fmla="*/ 417 h 437"/>
                <a:gd name="T22" fmla="*/ 418 w 438"/>
                <a:gd name="T23" fmla="*/ 219 h 437"/>
                <a:gd name="T24" fmla="*/ 219 w 438"/>
                <a:gd name="T25" fmla="*/ 20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8" h="437">
                  <a:moveTo>
                    <a:pt x="219" y="437"/>
                  </a:moveTo>
                  <a:cubicBezTo>
                    <a:pt x="219" y="427"/>
                    <a:pt x="219" y="427"/>
                    <a:pt x="219" y="427"/>
                  </a:cubicBezTo>
                  <a:cubicBezTo>
                    <a:pt x="219" y="437"/>
                    <a:pt x="219" y="437"/>
                    <a:pt x="219" y="437"/>
                  </a:cubicBezTo>
                  <a:cubicBezTo>
                    <a:pt x="99" y="437"/>
                    <a:pt x="0" y="339"/>
                    <a:pt x="0" y="219"/>
                  </a:cubicBezTo>
                  <a:cubicBezTo>
                    <a:pt x="0" y="98"/>
                    <a:pt x="99" y="0"/>
                    <a:pt x="219" y="0"/>
                  </a:cubicBezTo>
                  <a:cubicBezTo>
                    <a:pt x="340" y="0"/>
                    <a:pt x="438" y="98"/>
                    <a:pt x="438" y="219"/>
                  </a:cubicBezTo>
                  <a:cubicBezTo>
                    <a:pt x="438" y="339"/>
                    <a:pt x="340" y="437"/>
                    <a:pt x="219" y="437"/>
                  </a:cubicBezTo>
                  <a:moveTo>
                    <a:pt x="219" y="20"/>
                  </a:moveTo>
                  <a:cubicBezTo>
                    <a:pt x="110" y="20"/>
                    <a:pt x="20" y="109"/>
                    <a:pt x="20" y="219"/>
                  </a:cubicBezTo>
                  <a:cubicBezTo>
                    <a:pt x="20" y="328"/>
                    <a:pt x="110" y="417"/>
                    <a:pt x="219" y="417"/>
                  </a:cubicBezTo>
                  <a:cubicBezTo>
                    <a:pt x="219" y="417"/>
                    <a:pt x="219" y="417"/>
                    <a:pt x="219" y="417"/>
                  </a:cubicBezTo>
                  <a:cubicBezTo>
                    <a:pt x="329" y="417"/>
                    <a:pt x="418" y="328"/>
                    <a:pt x="418" y="219"/>
                  </a:cubicBezTo>
                  <a:cubicBezTo>
                    <a:pt x="418" y="109"/>
                    <a:pt x="329" y="20"/>
                    <a:pt x="219"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2" name="Freeform 105"/>
            <p:cNvSpPr>
              <a:spLocks/>
            </p:cNvSpPr>
            <p:nvPr/>
          </p:nvSpPr>
          <p:spPr bwMode="auto">
            <a:xfrm>
              <a:off x="4451724" y="5086329"/>
              <a:ext cx="196094" cy="265303"/>
            </a:xfrm>
            <a:custGeom>
              <a:avLst/>
              <a:gdLst>
                <a:gd name="T0" fmla="*/ 60 w 120"/>
                <a:gd name="T1" fmla="*/ 163 h 163"/>
                <a:gd name="T2" fmla="*/ 50 w 120"/>
                <a:gd name="T3" fmla="*/ 153 h 163"/>
                <a:gd name="T4" fmla="*/ 50 w 120"/>
                <a:gd name="T5" fmla="*/ 110 h 163"/>
                <a:gd name="T6" fmla="*/ 60 w 120"/>
                <a:gd name="T7" fmla="*/ 100 h 163"/>
                <a:gd name="T8" fmla="*/ 100 w 120"/>
                <a:gd name="T9" fmla="*/ 60 h 163"/>
                <a:gd name="T10" fmla="*/ 60 w 120"/>
                <a:gd name="T11" fmla="*/ 20 h 163"/>
                <a:gd name="T12" fmla="*/ 20 w 120"/>
                <a:gd name="T13" fmla="*/ 60 h 163"/>
                <a:gd name="T14" fmla="*/ 10 w 120"/>
                <a:gd name="T15" fmla="*/ 70 h 163"/>
                <a:gd name="T16" fmla="*/ 0 w 120"/>
                <a:gd name="T17" fmla="*/ 60 h 163"/>
                <a:gd name="T18" fmla="*/ 60 w 120"/>
                <a:gd name="T19" fmla="*/ 0 h 163"/>
                <a:gd name="T20" fmla="*/ 120 w 120"/>
                <a:gd name="T21" fmla="*/ 60 h 163"/>
                <a:gd name="T22" fmla="*/ 70 w 120"/>
                <a:gd name="T23" fmla="*/ 119 h 163"/>
                <a:gd name="T24" fmla="*/ 70 w 120"/>
                <a:gd name="T25" fmla="*/ 153 h 163"/>
                <a:gd name="T26" fmla="*/ 60 w 120"/>
                <a:gd name="T27"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0" h="163">
                  <a:moveTo>
                    <a:pt x="60" y="163"/>
                  </a:moveTo>
                  <a:cubicBezTo>
                    <a:pt x="55" y="163"/>
                    <a:pt x="50" y="158"/>
                    <a:pt x="50" y="153"/>
                  </a:cubicBezTo>
                  <a:cubicBezTo>
                    <a:pt x="50" y="110"/>
                    <a:pt x="50" y="110"/>
                    <a:pt x="50" y="110"/>
                  </a:cubicBezTo>
                  <a:cubicBezTo>
                    <a:pt x="50" y="105"/>
                    <a:pt x="55" y="100"/>
                    <a:pt x="60" y="100"/>
                  </a:cubicBezTo>
                  <a:cubicBezTo>
                    <a:pt x="82" y="100"/>
                    <a:pt x="100" y="82"/>
                    <a:pt x="100" y="60"/>
                  </a:cubicBezTo>
                  <a:cubicBezTo>
                    <a:pt x="100" y="38"/>
                    <a:pt x="82" y="20"/>
                    <a:pt x="60" y="20"/>
                  </a:cubicBezTo>
                  <a:cubicBezTo>
                    <a:pt x="38" y="20"/>
                    <a:pt x="20" y="38"/>
                    <a:pt x="20" y="60"/>
                  </a:cubicBezTo>
                  <a:cubicBezTo>
                    <a:pt x="20" y="66"/>
                    <a:pt x="16" y="70"/>
                    <a:pt x="10" y="70"/>
                  </a:cubicBezTo>
                  <a:cubicBezTo>
                    <a:pt x="5" y="70"/>
                    <a:pt x="0" y="66"/>
                    <a:pt x="0" y="60"/>
                  </a:cubicBezTo>
                  <a:cubicBezTo>
                    <a:pt x="0" y="27"/>
                    <a:pt x="27" y="0"/>
                    <a:pt x="60" y="0"/>
                  </a:cubicBezTo>
                  <a:cubicBezTo>
                    <a:pt x="93" y="0"/>
                    <a:pt x="120" y="27"/>
                    <a:pt x="120" y="60"/>
                  </a:cubicBezTo>
                  <a:cubicBezTo>
                    <a:pt x="120" y="90"/>
                    <a:pt x="99" y="115"/>
                    <a:pt x="70" y="119"/>
                  </a:cubicBezTo>
                  <a:cubicBezTo>
                    <a:pt x="70" y="153"/>
                    <a:pt x="70" y="153"/>
                    <a:pt x="70" y="153"/>
                  </a:cubicBezTo>
                  <a:cubicBezTo>
                    <a:pt x="70" y="158"/>
                    <a:pt x="66" y="163"/>
                    <a:pt x="60"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3" name="Oval 106"/>
            <p:cNvSpPr>
              <a:spLocks noChangeArrowheads="1"/>
            </p:cNvSpPr>
            <p:nvPr/>
          </p:nvSpPr>
          <p:spPr bwMode="auto">
            <a:xfrm>
              <a:off x="4523496" y="5397771"/>
              <a:ext cx="53830" cy="5383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64" name="组合 363"/>
          <p:cNvGrpSpPr/>
          <p:nvPr/>
        </p:nvGrpSpPr>
        <p:grpSpPr>
          <a:xfrm>
            <a:off x="10771660" y="134172"/>
            <a:ext cx="324202" cy="256234"/>
            <a:chOff x="5338629" y="5003021"/>
            <a:chExt cx="690813" cy="545986"/>
          </a:xfrm>
          <a:solidFill>
            <a:srgbClr val="707E84"/>
          </a:solidFill>
        </p:grpSpPr>
        <p:sp>
          <p:nvSpPr>
            <p:cNvPr id="365" name="Freeform 107"/>
            <p:cNvSpPr>
              <a:spLocks/>
            </p:cNvSpPr>
            <p:nvPr/>
          </p:nvSpPr>
          <p:spPr bwMode="auto">
            <a:xfrm>
              <a:off x="5525751" y="5301648"/>
              <a:ext cx="317851" cy="98688"/>
            </a:xfrm>
            <a:custGeom>
              <a:avLst/>
              <a:gdLst>
                <a:gd name="T0" fmla="*/ 184 w 195"/>
                <a:gd name="T1" fmla="*/ 61 h 61"/>
                <a:gd name="T2" fmla="*/ 176 w 195"/>
                <a:gd name="T3" fmla="*/ 58 h 61"/>
                <a:gd name="T4" fmla="*/ 97 w 195"/>
                <a:gd name="T5" fmla="*/ 20 h 61"/>
                <a:gd name="T6" fmla="*/ 19 w 195"/>
                <a:gd name="T7" fmla="*/ 56 h 61"/>
                <a:gd name="T8" fmla="*/ 5 w 195"/>
                <a:gd name="T9" fmla="*/ 57 h 61"/>
                <a:gd name="T10" fmla="*/ 4 w 195"/>
                <a:gd name="T11" fmla="*/ 43 h 61"/>
                <a:gd name="T12" fmla="*/ 97 w 195"/>
                <a:gd name="T13" fmla="*/ 0 h 61"/>
                <a:gd name="T14" fmla="*/ 192 w 195"/>
                <a:gd name="T15" fmla="*/ 45 h 61"/>
                <a:gd name="T16" fmla="*/ 190 w 195"/>
                <a:gd name="T17" fmla="*/ 59 h 61"/>
                <a:gd name="T18" fmla="*/ 184 w 195"/>
                <a:gd name="T19"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5" h="61">
                  <a:moveTo>
                    <a:pt x="184" y="61"/>
                  </a:moveTo>
                  <a:cubicBezTo>
                    <a:pt x="181" y="61"/>
                    <a:pt x="178" y="60"/>
                    <a:pt x="176" y="58"/>
                  </a:cubicBezTo>
                  <a:cubicBezTo>
                    <a:pt x="157" y="34"/>
                    <a:pt x="128" y="20"/>
                    <a:pt x="97" y="20"/>
                  </a:cubicBezTo>
                  <a:cubicBezTo>
                    <a:pt x="67" y="20"/>
                    <a:pt x="39" y="33"/>
                    <a:pt x="19" y="56"/>
                  </a:cubicBezTo>
                  <a:cubicBezTo>
                    <a:pt x="16" y="60"/>
                    <a:pt x="9" y="60"/>
                    <a:pt x="5" y="57"/>
                  </a:cubicBezTo>
                  <a:cubicBezTo>
                    <a:pt x="1" y="53"/>
                    <a:pt x="0" y="47"/>
                    <a:pt x="4" y="43"/>
                  </a:cubicBezTo>
                  <a:cubicBezTo>
                    <a:pt x="27" y="16"/>
                    <a:pt x="61" y="0"/>
                    <a:pt x="97" y="0"/>
                  </a:cubicBezTo>
                  <a:cubicBezTo>
                    <a:pt x="134" y="0"/>
                    <a:pt x="168" y="16"/>
                    <a:pt x="192" y="45"/>
                  </a:cubicBezTo>
                  <a:cubicBezTo>
                    <a:pt x="195" y="49"/>
                    <a:pt x="194" y="55"/>
                    <a:pt x="190" y="59"/>
                  </a:cubicBezTo>
                  <a:cubicBezTo>
                    <a:pt x="188" y="60"/>
                    <a:pt x="186" y="61"/>
                    <a:pt x="184" y="6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6" name="Freeform 108"/>
            <p:cNvSpPr>
              <a:spLocks/>
            </p:cNvSpPr>
            <p:nvPr/>
          </p:nvSpPr>
          <p:spPr bwMode="auto">
            <a:xfrm>
              <a:off x="5429627" y="5147849"/>
              <a:ext cx="511381" cy="138419"/>
            </a:xfrm>
            <a:custGeom>
              <a:avLst/>
              <a:gdLst>
                <a:gd name="T0" fmla="*/ 303 w 314"/>
                <a:gd name="T1" fmla="*/ 85 h 85"/>
                <a:gd name="T2" fmla="*/ 295 w 314"/>
                <a:gd name="T3" fmla="*/ 82 h 85"/>
                <a:gd name="T4" fmla="*/ 156 w 314"/>
                <a:gd name="T5" fmla="*/ 20 h 85"/>
                <a:gd name="T6" fmla="*/ 18 w 314"/>
                <a:gd name="T7" fmla="*/ 80 h 85"/>
                <a:gd name="T8" fmla="*/ 4 w 314"/>
                <a:gd name="T9" fmla="*/ 80 h 85"/>
                <a:gd name="T10" fmla="*/ 4 w 314"/>
                <a:gd name="T11" fmla="*/ 66 h 85"/>
                <a:gd name="T12" fmla="*/ 156 w 314"/>
                <a:gd name="T13" fmla="*/ 0 h 85"/>
                <a:gd name="T14" fmla="*/ 310 w 314"/>
                <a:gd name="T15" fmla="*/ 68 h 85"/>
                <a:gd name="T16" fmla="*/ 309 w 314"/>
                <a:gd name="T17" fmla="*/ 83 h 85"/>
                <a:gd name="T18" fmla="*/ 303 w 314"/>
                <a:gd name="T19"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4" h="85">
                  <a:moveTo>
                    <a:pt x="303" y="85"/>
                  </a:moveTo>
                  <a:cubicBezTo>
                    <a:pt x="300" y="85"/>
                    <a:pt x="297" y="84"/>
                    <a:pt x="295" y="82"/>
                  </a:cubicBezTo>
                  <a:cubicBezTo>
                    <a:pt x="260" y="42"/>
                    <a:pt x="209" y="20"/>
                    <a:pt x="156" y="20"/>
                  </a:cubicBezTo>
                  <a:cubicBezTo>
                    <a:pt x="104" y="20"/>
                    <a:pt x="54" y="41"/>
                    <a:pt x="18" y="80"/>
                  </a:cubicBezTo>
                  <a:cubicBezTo>
                    <a:pt x="15" y="84"/>
                    <a:pt x="8" y="84"/>
                    <a:pt x="4" y="80"/>
                  </a:cubicBezTo>
                  <a:cubicBezTo>
                    <a:pt x="0" y="77"/>
                    <a:pt x="0" y="70"/>
                    <a:pt x="4" y="66"/>
                  </a:cubicBezTo>
                  <a:cubicBezTo>
                    <a:pt x="43" y="24"/>
                    <a:pt x="98" y="0"/>
                    <a:pt x="156" y="0"/>
                  </a:cubicBezTo>
                  <a:cubicBezTo>
                    <a:pt x="215" y="0"/>
                    <a:pt x="271" y="25"/>
                    <a:pt x="310" y="68"/>
                  </a:cubicBezTo>
                  <a:cubicBezTo>
                    <a:pt x="314" y="73"/>
                    <a:pt x="313" y="79"/>
                    <a:pt x="309" y="83"/>
                  </a:cubicBezTo>
                  <a:cubicBezTo>
                    <a:pt x="307" y="84"/>
                    <a:pt x="305" y="85"/>
                    <a:pt x="303" y="8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7" name="Freeform 109"/>
            <p:cNvSpPr>
              <a:spLocks/>
            </p:cNvSpPr>
            <p:nvPr/>
          </p:nvSpPr>
          <p:spPr bwMode="auto">
            <a:xfrm>
              <a:off x="5338629" y="5003021"/>
              <a:ext cx="690813" cy="175587"/>
            </a:xfrm>
            <a:custGeom>
              <a:avLst/>
              <a:gdLst>
                <a:gd name="T0" fmla="*/ 414 w 425"/>
                <a:gd name="T1" fmla="*/ 108 h 108"/>
                <a:gd name="T2" fmla="*/ 407 w 425"/>
                <a:gd name="T3" fmla="*/ 105 h 108"/>
                <a:gd name="T4" fmla="*/ 212 w 425"/>
                <a:gd name="T5" fmla="*/ 20 h 108"/>
                <a:gd name="T6" fmla="*/ 19 w 425"/>
                <a:gd name="T7" fmla="*/ 103 h 108"/>
                <a:gd name="T8" fmla="*/ 4 w 425"/>
                <a:gd name="T9" fmla="*/ 103 h 108"/>
                <a:gd name="T10" fmla="*/ 4 w 425"/>
                <a:gd name="T11" fmla="*/ 89 h 108"/>
                <a:gd name="T12" fmla="*/ 212 w 425"/>
                <a:gd name="T13" fmla="*/ 0 h 108"/>
                <a:gd name="T14" fmla="*/ 422 w 425"/>
                <a:gd name="T15" fmla="*/ 91 h 108"/>
                <a:gd name="T16" fmla="*/ 421 w 425"/>
                <a:gd name="T17" fmla="*/ 106 h 108"/>
                <a:gd name="T18" fmla="*/ 414 w 425"/>
                <a:gd name="T19"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5" h="108">
                  <a:moveTo>
                    <a:pt x="414" y="108"/>
                  </a:moveTo>
                  <a:cubicBezTo>
                    <a:pt x="412" y="108"/>
                    <a:pt x="409" y="107"/>
                    <a:pt x="407" y="105"/>
                  </a:cubicBezTo>
                  <a:cubicBezTo>
                    <a:pt x="357" y="51"/>
                    <a:pt x="286" y="20"/>
                    <a:pt x="212" y="20"/>
                  </a:cubicBezTo>
                  <a:cubicBezTo>
                    <a:pt x="138" y="20"/>
                    <a:pt x="69" y="49"/>
                    <a:pt x="19" y="103"/>
                  </a:cubicBezTo>
                  <a:cubicBezTo>
                    <a:pt x="15" y="107"/>
                    <a:pt x="8" y="107"/>
                    <a:pt x="4" y="103"/>
                  </a:cubicBezTo>
                  <a:cubicBezTo>
                    <a:pt x="0" y="100"/>
                    <a:pt x="0" y="93"/>
                    <a:pt x="4" y="89"/>
                  </a:cubicBezTo>
                  <a:cubicBezTo>
                    <a:pt x="59" y="31"/>
                    <a:pt x="132" y="0"/>
                    <a:pt x="212" y="0"/>
                  </a:cubicBezTo>
                  <a:cubicBezTo>
                    <a:pt x="291" y="0"/>
                    <a:pt x="368" y="33"/>
                    <a:pt x="422" y="91"/>
                  </a:cubicBezTo>
                  <a:cubicBezTo>
                    <a:pt x="425" y="95"/>
                    <a:pt x="425" y="102"/>
                    <a:pt x="421" y="106"/>
                  </a:cubicBezTo>
                  <a:cubicBezTo>
                    <a:pt x="419" y="107"/>
                    <a:pt x="417" y="108"/>
                    <a:pt x="414" y="1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8" name="Freeform 110"/>
            <p:cNvSpPr>
              <a:spLocks noEditPoints="1"/>
            </p:cNvSpPr>
            <p:nvPr/>
          </p:nvSpPr>
          <p:spPr bwMode="auto">
            <a:xfrm>
              <a:off x="5624439" y="5429813"/>
              <a:ext cx="119194" cy="119194"/>
            </a:xfrm>
            <a:custGeom>
              <a:avLst/>
              <a:gdLst>
                <a:gd name="T0" fmla="*/ 37 w 73"/>
                <a:gd name="T1" fmla="*/ 73 h 73"/>
                <a:gd name="T2" fmla="*/ 0 w 73"/>
                <a:gd name="T3" fmla="*/ 37 h 73"/>
                <a:gd name="T4" fmla="*/ 37 w 73"/>
                <a:gd name="T5" fmla="*/ 0 h 73"/>
                <a:gd name="T6" fmla="*/ 73 w 73"/>
                <a:gd name="T7" fmla="*/ 37 h 73"/>
                <a:gd name="T8" fmla="*/ 37 w 73"/>
                <a:gd name="T9" fmla="*/ 73 h 73"/>
                <a:gd name="T10" fmla="*/ 37 w 73"/>
                <a:gd name="T11" fmla="*/ 20 h 73"/>
                <a:gd name="T12" fmla="*/ 20 w 73"/>
                <a:gd name="T13" fmla="*/ 37 h 73"/>
                <a:gd name="T14" fmla="*/ 37 w 73"/>
                <a:gd name="T15" fmla="*/ 53 h 73"/>
                <a:gd name="T16" fmla="*/ 53 w 73"/>
                <a:gd name="T17" fmla="*/ 37 h 73"/>
                <a:gd name="T18" fmla="*/ 37 w 73"/>
                <a:gd name="T19" fmla="*/ 2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 h="73">
                  <a:moveTo>
                    <a:pt x="37" y="73"/>
                  </a:moveTo>
                  <a:cubicBezTo>
                    <a:pt x="17" y="73"/>
                    <a:pt x="0" y="57"/>
                    <a:pt x="0" y="37"/>
                  </a:cubicBezTo>
                  <a:cubicBezTo>
                    <a:pt x="0" y="17"/>
                    <a:pt x="17" y="0"/>
                    <a:pt x="37" y="0"/>
                  </a:cubicBezTo>
                  <a:cubicBezTo>
                    <a:pt x="57" y="0"/>
                    <a:pt x="73" y="17"/>
                    <a:pt x="73" y="37"/>
                  </a:cubicBezTo>
                  <a:cubicBezTo>
                    <a:pt x="73" y="57"/>
                    <a:pt x="57" y="73"/>
                    <a:pt x="37" y="73"/>
                  </a:cubicBezTo>
                  <a:moveTo>
                    <a:pt x="37" y="20"/>
                  </a:moveTo>
                  <a:cubicBezTo>
                    <a:pt x="28" y="20"/>
                    <a:pt x="20" y="28"/>
                    <a:pt x="20" y="37"/>
                  </a:cubicBezTo>
                  <a:cubicBezTo>
                    <a:pt x="20" y="46"/>
                    <a:pt x="28" y="53"/>
                    <a:pt x="37" y="53"/>
                  </a:cubicBezTo>
                  <a:cubicBezTo>
                    <a:pt x="46" y="53"/>
                    <a:pt x="53" y="46"/>
                    <a:pt x="53" y="37"/>
                  </a:cubicBezTo>
                  <a:cubicBezTo>
                    <a:pt x="53" y="28"/>
                    <a:pt x="46" y="20"/>
                    <a:pt x="37"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69" name="组合 368"/>
          <p:cNvGrpSpPr/>
          <p:nvPr/>
        </p:nvGrpSpPr>
        <p:grpSpPr>
          <a:xfrm>
            <a:off x="10769254" y="574307"/>
            <a:ext cx="329014" cy="329615"/>
            <a:chOff x="6442135" y="4924841"/>
            <a:chExt cx="701066" cy="702347"/>
          </a:xfrm>
          <a:solidFill>
            <a:srgbClr val="707E84"/>
          </a:solidFill>
        </p:grpSpPr>
        <p:sp>
          <p:nvSpPr>
            <p:cNvPr id="370" name="Freeform 128"/>
            <p:cNvSpPr>
              <a:spLocks noEditPoints="1"/>
            </p:cNvSpPr>
            <p:nvPr/>
          </p:nvSpPr>
          <p:spPr bwMode="auto">
            <a:xfrm>
              <a:off x="6442135" y="4924841"/>
              <a:ext cx="701066" cy="702347"/>
            </a:xfrm>
            <a:custGeom>
              <a:avLst/>
              <a:gdLst>
                <a:gd name="T0" fmla="*/ 215 w 431"/>
                <a:gd name="T1" fmla="*/ 431 h 431"/>
                <a:gd name="T2" fmla="*/ 0 w 431"/>
                <a:gd name="T3" fmla="*/ 216 h 431"/>
                <a:gd name="T4" fmla="*/ 215 w 431"/>
                <a:gd name="T5" fmla="*/ 0 h 431"/>
                <a:gd name="T6" fmla="*/ 431 w 431"/>
                <a:gd name="T7" fmla="*/ 216 h 431"/>
                <a:gd name="T8" fmla="*/ 215 w 431"/>
                <a:gd name="T9" fmla="*/ 431 h 431"/>
                <a:gd name="T10" fmla="*/ 215 w 431"/>
                <a:gd name="T11" fmla="*/ 20 h 431"/>
                <a:gd name="T12" fmla="*/ 20 w 431"/>
                <a:gd name="T13" fmla="*/ 216 h 431"/>
                <a:gd name="T14" fmla="*/ 215 w 431"/>
                <a:gd name="T15" fmla="*/ 411 h 431"/>
                <a:gd name="T16" fmla="*/ 215 w 431"/>
                <a:gd name="T17" fmla="*/ 411 h 431"/>
                <a:gd name="T18" fmla="*/ 411 w 431"/>
                <a:gd name="T19" fmla="*/ 216 h 431"/>
                <a:gd name="T20" fmla="*/ 215 w 431"/>
                <a:gd name="T21" fmla="*/ 20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1" h="431">
                  <a:moveTo>
                    <a:pt x="215" y="431"/>
                  </a:moveTo>
                  <a:cubicBezTo>
                    <a:pt x="96" y="431"/>
                    <a:pt x="0" y="334"/>
                    <a:pt x="0" y="216"/>
                  </a:cubicBezTo>
                  <a:cubicBezTo>
                    <a:pt x="0" y="97"/>
                    <a:pt x="96" y="0"/>
                    <a:pt x="215" y="0"/>
                  </a:cubicBezTo>
                  <a:cubicBezTo>
                    <a:pt x="334" y="0"/>
                    <a:pt x="431" y="97"/>
                    <a:pt x="431" y="216"/>
                  </a:cubicBezTo>
                  <a:cubicBezTo>
                    <a:pt x="431" y="334"/>
                    <a:pt x="334" y="431"/>
                    <a:pt x="215" y="431"/>
                  </a:cubicBezTo>
                  <a:moveTo>
                    <a:pt x="215" y="20"/>
                  </a:moveTo>
                  <a:cubicBezTo>
                    <a:pt x="107" y="20"/>
                    <a:pt x="20" y="108"/>
                    <a:pt x="20" y="216"/>
                  </a:cubicBezTo>
                  <a:cubicBezTo>
                    <a:pt x="20" y="323"/>
                    <a:pt x="107" y="411"/>
                    <a:pt x="215" y="411"/>
                  </a:cubicBezTo>
                  <a:cubicBezTo>
                    <a:pt x="215" y="411"/>
                    <a:pt x="215" y="411"/>
                    <a:pt x="215" y="411"/>
                  </a:cubicBezTo>
                  <a:cubicBezTo>
                    <a:pt x="323" y="411"/>
                    <a:pt x="411" y="323"/>
                    <a:pt x="411" y="216"/>
                  </a:cubicBezTo>
                  <a:cubicBezTo>
                    <a:pt x="411" y="108"/>
                    <a:pt x="323" y="20"/>
                    <a:pt x="215"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1" name="Freeform 129"/>
            <p:cNvSpPr>
              <a:spLocks/>
            </p:cNvSpPr>
            <p:nvPr/>
          </p:nvSpPr>
          <p:spPr bwMode="auto">
            <a:xfrm>
              <a:off x="6662580" y="5302929"/>
              <a:ext cx="257613" cy="133292"/>
            </a:xfrm>
            <a:custGeom>
              <a:avLst/>
              <a:gdLst>
                <a:gd name="T0" fmla="*/ 79 w 158"/>
                <a:gd name="T1" fmla="*/ 82 h 82"/>
                <a:gd name="T2" fmla="*/ 5 w 158"/>
                <a:gd name="T3" fmla="*/ 19 h 82"/>
                <a:gd name="T4" fmla="*/ 4 w 158"/>
                <a:gd name="T5" fmla="*/ 5 h 82"/>
                <a:gd name="T6" fmla="*/ 18 w 158"/>
                <a:gd name="T7" fmla="*/ 3 h 82"/>
                <a:gd name="T8" fmla="*/ 79 w 158"/>
                <a:gd name="T9" fmla="*/ 56 h 82"/>
                <a:gd name="T10" fmla="*/ 140 w 158"/>
                <a:gd name="T11" fmla="*/ 3 h 82"/>
                <a:gd name="T12" fmla="*/ 154 w 158"/>
                <a:gd name="T13" fmla="*/ 5 h 82"/>
                <a:gd name="T14" fmla="*/ 153 w 158"/>
                <a:gd name="T15" fmla="*/ 19 h 82"/>
                <a:gd name="T16" fmla="*/ 79 w 158"/>
                <a:gd name="T17" fmla="*/ 8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8" h="82">
                  <a:moveTo>
                    <a:pt x="79" y="82"/>
                  </a:moveTo>
                  <a:cubicBezTo>
                    <a:pt x="5" y="19"/>
                    <a:pt x="5" y="19"/>
                    <a:pt x="5" y="19"/>
                  </a:cubicBezTo>
                  <a:cubicBezTo>
                    <a:pt x="1" y="15"/>
                    <a:pt x="0" y="9"/>
                    <a:pt x="4" y="5"/>
                  </a:cubicBezTo>
                  <a:cubicBezTo>
                    <a:pt x="8" y="0"/>
                    <a:pt x="14" y="0"/>
                    <a:pt x="18" y="3"/>
                  </a:cubicBezTo>
                  <a:cubicBezTo>
                    <a:pt x="79" y="56"/>
                    <a:pt x="79" y="56"/>
                    <a:pt x="79" y="56"/>
                  </a:cubicBezTo>
                  <a:cubicBezTo>
                    <a:pt x="140" y="3"/>
                    <a:pt x="140" y="3"/>
                    <a:pt x="140" y="3"/>
                  </a:cubicBezTo>
                  <a:cubicBezTo>
                    <a:pt x="144" y="0"/>
                    <a:pt x="151" y="0"/>
                    <a:pt x="154" y="5"/>
                  </a:cubicBezTo>
                  <a:cubicBezTo>
                    <a:pt x="158" y="9"/>
                    <a:pt x="157" y="15"/>
                    <a:pt x="153" y="19"/>
                  </a:cubicBezTo>
                  <a:lnTo>
                    <a:pt x="79" y="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2" name="Freeform 130"/>
            <p:cNvSpPr>
              <a:spLocks/>
            </p:cNvSpPr>
            <p:nvPr/>
          </p:nvSpPr>
          <p:spPr bwMode="auto">
            <a:xfrm>
              <a:off x="6775366" y="5120934"/>
              <a:ext cx="32042" cy="310161"/>
            </a:xfrm>
            <a:custGeom>
              <a:avLst/>
              <a:gdLst>
                <a:gd name="T0" fmla="*/ 10 w 20"/>
                <a:gd name="T1" fmla="*/ 191 h 191"/>
                <a:gd name="T2" fmla="*/ 0 w 20"/>
                <a:gd name="T3" fmla="*/ 181 h 191"/>
                <a:gd name="T4" fmla="*/ 0 w 20"/>
                <a:gd name="T5" fmla="*/ 10 h 191"/>
                <a:gd name="T6" fmla="*/ 10 w 20"/>
                <a:gd name="T7" fmla="*/ 0 h 191"/>
                <a:gd name="T8" fmla="*/ 20 w 20"/>
                <a:gd name="T9" fmla="*/ 10 h 191"/>
                <a:gd name="T10" fmla="*/ 20 w 20"/>
                <a:gd name="T11" fmla="*/ 181 h 191"/>
                <a:gd name="T12" fmla="*/ 10 w 20"/>
                <a:gd name="T13" fmla="*/ 191 h 191"/>
              </a:gdLst>
              <a:ahLst/>
              <a:cxnLst>
                <a:cxn ang="0">
                  <a:pos x="T0" y="T1"/>
                </a:cxn>
                <a:cxn ang="0">
                  <a:pos x="T2" y="T3"/>
                </a:cxn>
                <a:cxn ang="0">
                  <a:pos x="T4" y="T5"/>
                </a:cxn>
                <a:cxn ang="0">
                  <a:pos x="T6" y="T7"/>
                </a:cxn>
                <a:cxn ang="0">
                  <a:pos x="T8" y="T9"/>
                </a:cxn>
                <a:cxn ang="0">
                  <a:pos x="T10" y="T11"/>
                </a:cxn>
                <a:cxn ang="0">
                  <a:pos x="T12" y="T13"/>
                </a:cxn>
              </a:cxnLst>
              <a:rect l="0" t="0" r="r" b="b"/>
              <a:pathLst>
                <a:path w="20" h="191">
                  <a:moveTo>
                    <a:pt x="10" y="191"/>
                  </a:moveTo>
                  <a:cubicBezTo>
                    <a:pt x="5" y="191"/>
                    <a:pt x="0" y="187"/>
                    <a:pt x="0" y="181"/>
                  </a:cubicBezTo>
                  <a:cubicBezTo>
                    <a:pt x="0" y="10"/>
                    <a:pt x="0" y="10"/>
                    <a:pt x="0" y="10"/>
                  </a:cubicBezTo>
                  <a:cubicBezTo>
                    <a:pt x="0" y="4"/>
                    <a:pt x="5" y="0"/>
                    <a:pt x="10" y="0"/>
                  </a:cubicBezTo>
                  <a:cubicBezTo>
                    <a:pt x="16" y="0"/>
                    <a:pt x="20" y="4"/>
                    <a:pt x="20" y="10"/>
                  </a:cubicBezTo>
                  <a:cubicBezTo>
                    <a:pt x="20" y="181"/>
                    <a:pt x="20" y="181"/>
                    <a:pt x="20" y="181"/>
                  </a:cubicBezTo>
                  <a:cubicBezTo>
                    <a:pt x="20" y="187"/>
                    <a:pt x="16" y="191"/>
                    <a:pt x="10" y="19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73" name="组合 372"/>
          <p:cNvGrpSpPr/>
          <p:nvPr/>
        </p:nvGrpSpPr>
        <p:grpSpPr>
          <a:xfrm>
            <a:off x="10769254" y="1087823"/>
            <a:ext cx="329014" cy="329615"/>
            <a:chOff x="7475150" y="4924841"/>
            <a:chExt cx="701066" cy="702347"/>
          </a:xfrm>
          <a:solidFill>
            <a:srgbClr val="707E84"/>
          </a:solidFill>
        </p:grpSpPr>
        <p:sp>
          <p:nvSpPr>
            <p:cNvPr id="374" name="Freeform 150"/>
            <p:cNvSpPr>
              <a:spLocks noEditPoints="1"/>
            </p:cNvSpPr>
            <p:nvPr/>
          </p:nvSpPr>
          <p:spPr bwMode="auto">
            <a:xfrm>
              <a:off x="7475150" y="5256789"/>
              <a:ext cx="380652" cy="370399"/>
            </a:xfrm>
            <a:custGeom>
              <a:avLst/>
              <a:gdLst>
                <a:gd name="T0" fmla="*/ 77 w 234"/>
                <a:gd name="T1" fmla="*/ 227 h 227"/>
                <a:gd name="T2" fmla="*/ 23 w 234"/>
                <a:gd name="T3" fmla="*/ 204 h 227"/>
                <a:gd name="T4" fmla="*/ 0 w 234"/>
                <a:gd name="T5" fmla="*/ 150 h 227"/>
                <a:gd name="T6" fmla="*/ 23 w 234"/>
                <a:gd name="T7" fmla="*/ 95 h 227"/>
                <a:gd name="T8" fmla="*/ 81 w 234"/>
                <a:gd name="T9" fmla="*/ 37 h 227"/>
                <a:gd name="T10" fmla="*/ 189 w 234"/>
                <a:gd name="T11" fmla="*/ 0 h 227"/>
                <a:gd name="T12" fmla="*/ 217 w 234"/>
                <a:gd name="T13" fmla="*/ 2 h 227"/>
                <a:gd name="T14" fmla="*/ 225 w 234"/>
                <a:gd name="T15" fmla="*/ 11 h 227"/>
                <a:gd name="T16" fmla="*/ 190 w 234"/>
                <a:gd name="T17" fmla="*/ 146 h 227"/>
                <a:gd name="T18" fmla="*/ 132 w 234"/>
                <a:gd name="T19" fmla="*/ 204 h 227"/>
                <a:gd name="T20" fmla="*/ 77 w 234"/>
                <a:gd name="T21" fmla="*/ 227 h 227"/>
                <a:gd name="T22" fmla="*/ 189 w 234"/>
                <a:gd name="T23" fmla="*/ 20 h 227"/>
                <a:gd name="T24" fmla="*/ 95 w 234"/>
                <a:gd name="T25" fmla="*/ 51 h 227"/>
                <a:gd name="T26" fmla="*/ 37 w 234"/>
                <a:gd name="T27" fmla="*/ 109 h 227"/>
                <a:gd name="T28" fmla="*/ 20 w 234"/>
                <a:gd name="T29" fmla="*/ 150 h 227"/>
                <a:gd name="T30" fmla="*/ 37 w 234"/>
                <a:gd name="T31" fmla="*/ 190 h 227"/>
                <a:gd name="T32" fmla="*/ 77 w 234"/>
                <a:gd name="T33" fmla="*/ 207 h 227"/>
                <a:gd name="T34" fmla="*/ 118 w 234"/>
                <a:gd name="T35" fmla="*/ 190 h 227"/>
                <a:gd name="T36" fmla="*/ 176 w 234"/>
                <a:gd name="T37" fmla="*/ 132 h 227"/>
                <a:gd name="T38" fmla="*/ 206 w 234"/>
                <a:gd name="T39" fmla="*/ 21 h 227"/>
                <a:gd name="T40" fmla="*/ 189 w 234"/>
                <a:gd name="T41" fmla="*/ 20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4" h="227">
                  <a:moveTo>
                    <a:pt x="77" y="227"/>
                  </a:moveTo>
                  <a:cubicBezTo>
                    <a:pt x="57" y="227"/>
                    <a:pt x="37" y="219"/>
                    <a:pt x="23" y="204"/>
                  </a:cubicBezTo>
                  <a:cubicBezTo>
                    <a:pt x="8" y="190"/>
                    <a:pt x="0" y="170"/>
                    <a:pt x="0" y="150"/>
                  </a:cubicBezTo>
                  <a:cubicBezTo>
                    <a:pt x="0" y="129"/>
                    <a:pt x="8" y="110"/>
                    <a:pt x="23" y="95"/>
                  </a:cubicBezTo>
                  <a:cubicBezTo>
                    <a:pt x="81" y="37"/>
                    <a:pt x="81" y="37"/>
                    <a:pt x="81" y="37"/>
                  </a:cubicBezTo>
                  <a:cubicBezTo>
                    <a:pt x="111" y="6"/>
                    <a:pt x="157" y="0"/>
                    <a:pt x="189" y="0"/>
                  </a:cubicBezTo>
                  <a:cubicBezTo>
                    <a:pt x="205" y="0"/>
                    <a:pt x="216" y="2"/>
                    <a:pt x="217" y="2"/>
                  </a:cubicBezTo>
                  <a:cubicBezTo>
                    <a:pt x="221" y="2"/>
                    <a:pt x="225" y="6"/>
                    <a:pt x="225" y="11"/>
                  </a:cubicBezTo>
                  <a:cubicBezTo>
                    <a:pt x="226" y="14"/>
                    <a:pt x="234" y="102"/>
                    <a:pt x="190" y="146"/>
                  </a:cubicBezTo>
                  <a:cubicBezTo>
                    <a:pt x="132" y="204"/>
                    <a:pt x="132" y="204"/>
                    <a:pt x="132" y="204"/>
                  </a:cubicBezTo>
                  <a:cubicBezTo>
                    <a:pt x="117" y="219"/>
                    <a:pt x="98" y="227"/>
                    <a:pt x="77" y="227"/>
                  </a:cubicBezTo>
                  <a:moveTo>
                    <a:pt x="189" y="20"/>
                  </a:moveTo>
                  <a:cubicBezTo>
                    <a:pt x="166" y="20"/>
                    <a:pt x="122" y="24"/>
                    <a:pt x="95" y="51"/>
                  </a:cubicBezTo>
                  <a:cubicBezTo>
                    <a:pt x="37" y="109"/>
                    <a:pt x="37" y="109"/>
                    <a:pt x="37" y="109"/>
                  </a:cubicBezTo>
                  <a:cubicBezTo>
                    <a:pt x="26" y="120"/>
                    <a:pt x="20" y="134"/>
                    <a:pt x="20" y="150"/>
                  </a:cubicBezTo>
                  <a:cubicBezTo>
                    <a:pt x="20" y="165"/>
                    <a:pt x="26" y="179"/>
                    <a:pt x="37" y="190"/>
                  </a:cubicBezTo>
                  <a:cubicBezTo>
                    <a:pt x="48" y="201"/>
                    <a:pt x="62" y="207"/>
                    <a:pt x="77" y="207"/>
                  </a:cubicBezTo>
                  <a:cubicBezTo>
                    <a:pt x="93" y="207"/>
                    <a:pt x="107" y="201"/>
                    <a:pt x="118" y="190"/>
                  </a:cubicBezTo>
                  <a:cubicBezTo>
                    <a:pt x="176" y="132"/>
                    <a:pt x="176" y="132"/>
                    <a:pt x="176" y="132"/>
                  </a:cubicBezTo>
                  <a:cubicBezTo>
                    <a:pt x="206" y="102"/>
                    <a:pt x="207" y="42"/>
                    <a:pt x="206" y="21"/>
                  </a:cubicBezTo>
                  <a:cubicBezTo>
                    <a:pt x="202" y="20"/>
                    <a:pt x="196" y="20"/>
                    <a:pt x="189"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5" name="Freeform 151"/>
            <p:cNvSpPr>
              <a:spLocks noEditPoints="1"/>
            </p:cNvSpPr>
            <p:nvPr/>
          </p:nvSpPr>
          <p:spPr bwMode="auto">
            <a:xfrm>
              <a:off x="7795564" y="4924841"/>
              <a:ext cx="380652" cy="370399"/>
            </a:xfrm>
            <a:custGeom>
              <a:avLst/>
              <a:gdLst>
                <a:gd name="T0" fmla="*/ 44 w 234"/>
                <a:gd name="T1" fmla="*/ 227 h 227"/>
                <a:gd name="T2" fmla="*/ 44 w 234"/>
                <a:gd name="T3" fmla="*/ 227 h 227"/>
                <a:gd name="T4" fmla="*/ 17 w 234"/>
                <a:gd name="T5" fmla="*/ 225 h 227"/>
                <a:gd name="T6" fmla="*/ 8 w 234"/>
                <a:gd name="T7" fmla="*/ 217 h 227"/>
                <a:gd name="T8" fmla="*/ 44 w 234"/>
                <a:gd name="T9" fmla="*/ 81 h 227"/>
                <a:gd name="T10" fmla="*/ 102 w 234"/>
                <a:gd name="T11" fmla="*/ 23 h 227"/>
                <a:gd name="T12" fmla="*/ 156 w 234"/>
                <a:gd name="T13" fmla="*/ 0 h 227"/>
                <a:gd name="T14" fmla="*/ 211 w 234"/>
                <a:gd name="T15" fmla="*/ 23 h 227"/>
                <a:gd name="T16" fmla="*/ 234 w 234"/>
                <a:gd name="T17" fmla="*/ 78 h 227"/>
                <a:gd name="T18" fmla="*/ 211 w 234"/>
                <a:gd name="T19" fmla="*/ 132 h 227"/>
                <a:gd name="T20" fmla="*/ 153 w 234"/>
                <a:gd name="T21" fmla="*/ 190 h 227"/>
                <a:gd name="T22" fmla="*/ 44 w 234"/>
                <a:gd name="T23" fmla="*/ 227 h 227"/>
                <a:gd name="T24" fmla="*/ 28 w 234"/>
                <a:gd name="T25" fmla="*/ 206 h 227"/>
                <a:gd name="T26" fmla="*/ 44 w 234"/>
                <a:gd name="T27" fmla="*/ 207 h 227"/>
                <a:gd name="T28" fmla="*/ 139 w 234"/>
                <a:gd name="T29" fmla="*/ 176 h 227"/>
                <a:gd name="T30" fmla="*/ 197 w 234"/>
                <a:gd name="T31" fmla="*/ 118 h 227"/>
                <a:gd name="T32" fmla="*/ 214 w 234"/>
                <a:gd name="T33" fmla="*/ 78 h 227"/>
                <a:gd name="T34" fmla="*/ 197 w 234"/>
                <a:gd name="T35" fmla="*/ 37 h 227"/>
                <a:gd name="T36" fmla="*/ 156 w 234"/>
                <a:gd name="T37" fmla="*/ 20 h 227"/>
                <a:gd name="T38" fmla="*/ 116 w 234"/>
                <a:gd name="T39" fmla="*/ 37 h 227"/>
                <a:gd name="T40" fmla="*/ 58 w 234"/>
                <a:gd name="T41" fmla="*/ 95 h 227"/>
                <a:gd name="T42" fmla="*/ 28 w 234"/>
                <a:gd name="T43" fmla="*/ 206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4" h="227">
                  <a:moveTo>
                    <a:pt x="44" y="227"/>
                  </a:moveTo>
                  <a:cubicBezTo>
                    <a:pt x="44" y="227"/>
                    <a:pt x="44" y="227"/>
                    <a:pt x="44" y="227"/>
                  </a:cubicBezTo>
                  <a:cubicBezTo>
                    <a:pt x="28" y="227"/>
                    <a:pt x="17" y="226"/>
                    <a:pt x="17" y="225"/>
                  </a:cubicBezTo>
                  <a:cubicBezTo>
                    <a:pt x="12" y="225"/>
                    <a:pt x="9" y="221"/>
                    <a:pt x="8" y="217"/>
                  </a:cubicBezTo>
                  <a:cubicBezTo>
                    <a:pt x="8" y="213"/>
                    <a:pt x="0" y="125"/>
                    <a:pt x="44" y="81"/>
                  </a:cubicBezTo>
                  <a:cubicBezTo>
                    <a:pt x="102" y="23"/>
                    <a:pt x="102" y="23"/>
                    <a:pt x="102" y="23"/>
                  </a:cubicBezTo>
                  <a:cubicBezTo>
                    <a:pt x="116" y="8"/>
                    <a:pt x="136" y="0"/>
                    <a:pt x="156" y="0"/>
                  </a:cubicBezTo>
                  <a:cubicBezTo>
                    <a:pt x="177" y="0"/>
                    <a:pt x="196" y="8"/>
                    <a:pt x="211" y="23"/>
                  </a:cubicBezTo>
                  <a:cubicBezTo>
                    <a:pt x="226" y="38"/>
                    <a:pt x="234" y="57"/>
                    <a:pt x="234" y="78"/>
                  </a:cubicBezTo>
                  <a:cubicBezTo>
                    <a:pt x="234" y="98"/>
                    <a:pt x="226" y="117"/>
                    <a:pt x="211" y="132"/>
                  </a:cubicBezTo>
                  <a:cubicBezTo>
                    <a:pt x="153" y="190"/>
                    <a:pt x="153" y="190"/>
                    <a:pt x="153" y="190"/>
                  </a:cubicBezTo>
                  <a:cubicBezTo>
                    <a:pt x="122" y="221"/>
                    <a:pt x="77" y="227"/>
                    <a:pt x="44" y="227"/>
                  </a:cubicBezTo>
                  <a:moveTo>
                    <a:pt x="28" y="206"/>
                  </a:moveTo>
                  <a:cubicBezTo>
                    <a:pt x="32" y="207"/>
                    <a:pt x="38" y="207"/>
                    <a:pt x="44" y="207"/>
                  </a:cubicBezTo>
                  <a:cubicBezTo>
                    <a:pt x="68" y="207"/>
                    <a:pt x="112" y="203"/>
                    <a:pt x="139" y="176"/>
                  </a:cubicBezTo>
                  <a:cubicBezTo>
                    <a:pt x="197" y="118"/>
                    <a:pt x="197" y="118"/>
                    <a:pt x="197" y="118"/>
                  </a:cubicBezTo>
                  <a:cubicBezTo>
                    <a:pt x="208" y="107"/>
                    <a:pt x="214" y="93"/>
                    <a:pt x="214" y="78"/>
                  </a:cubicBezTo>
                  <a:cubicBezTo>
                    <a:pt x="214" y="62"/>
                    <a:pt x="208" y="48"/>
                    <a:pt x="197" y="37"/>
                  </a:cubicBezTo>
                  <a:cubicBezTo>
                    <a:pt x="186" y="26"/>
                    <a:pt x="172" y="20"/>
                    <a:pt x="156" y="20"/>
                  </a:cubicBezTo>
                  <a:cubicBezTo>
                    <a:pt x="141" y="20"/>
                    <a:pt x="127" y="26"/>
                    <a:pt x="116" y="37"/>
                  </a:cubicBezTo>
                  <a:cubicBezTo>
                    <a:pt x="58" y="95"/>
                    <a:pt x="58" y="95"/>
                    <a:pt x="58" y="95"/>
                  </a:cubicBezTo>
                  <a:cubicBezTo>
                    <a:pt x="28" y="126"/>
                    <a:pt x="27" y="185"/>
                    <a:pt x="28" y="20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76" name="组合 375"/>
          <p:cNvGrpSpPr/>
          <p:nvPr/>
        </p:nvGrpSpPr>
        <p:grpSpPr>
          <a:xfrm>
            <a:off x="11206941" y="611352"/>
            <a:ext cx="318187" cy="318187"/>
            <a:chOff x="8592754" y="764586"/>
            <a:chExt cx="677996" cy="677996"/>
          </a:xfrm>
          <a:solidFill>
            <a:srgbClr val="707E84"/>
          </a:solidFill>
        </p:grpSpPr>
        <p:sp>
          <p:nvSpPr>
            <p:cNvPr id="377" name="Freeform 152"/>
            <p:cNvSpPr>
              <a:spLocks noEditPoints="1"/>
            </p:cNvSpPr>
            <p:nvPr/>
          </p:nvSpPr>
          <p:spPr bwMode="auto">
            <a:xfrm>
              <a:off x="8592754" y="764586"/>
              <a:ext cx="677996" cy="677996"/>
            </a:xfrm>
            <a:custGeom>
              <a:avLst/>
              <a:gdLst>
                <a:gd name="T0" fmla="*/ 208 w 417"/>
                <a:gd name="T1" fmla="*/ 417 h 417"/>
                <a:gd name="T2" fmla="*/ 208 w 417"/>
                <a:gd name="T3" fmla="*/ 407 h 417"/>
                <a:gd name="T4" fmla="*/ 208 w 417"/>
                <a:gd name="T5" fmla="*/ 417 h 417"/>
                <a:gd name="T6" fmla="*/ 0 w 417"/>
                <a:gd name="T7" fmla="*/ 208 h 417"/>
                <a:gd name="T8" fmla="*/ 208 w 417"/>
                <a:gd name="T9" fmla="*/ 0 h 417"/>
                <a:gd name="T10" fmla="*/ 417 w 417"/>
                <a:gd name="T11" fmla="*/ 208 h 417"/>
                <a:gd name="T12" fmla="*/ 208 w 417"/>
                <a:gd name="T13" fmla="*/ 417 h 417"/>
                <a:gd name="T14" fmla="*/ 208 w 417"/>
                <a:gd name="T15" fmla="*/ 20 h 417"/>
                <a:gd name="T16" fmla="*/ 20 w 417"/>
                <a:gd name="T17" fmla="*/ 208 h 417"/>
                <a:gd name="T18" fmla="*/ 208 w 417"/>
                <a:gd name="T19" fmla="*/ 397 h 417"/>
                <a:gd name="T20" fmla="*/ 208 w 417"/>
                <a:gd name="T21" fmla="*/ 397 h 417"/>
                <a:gd name="T22" fmla="*/ 397 w 417"/>
                <a:gd name="T23" fmla="*/ 208 h 417"/>
                <a:gd name="T24" fmla="*/ 208 w 417"/>
                <a:gd name="T25" fmla="*/ 20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17" h="417">
                  <a:moveTo>
                    <a:pt x="208" y="417"/>
                  </a:moveTo>
                  <a:cubicBezTo>
                    <a:pt x="208" y="407"/>
                    <a:pt x="208" y="407"/>
                    <a:pt x="208" y="407"/>
                  </a:cubicBezTo>
                  <a:cubicBezTo>
                    <a:pt x="208" y="417"/>
                    <a:pt x="208" y="417"/>
                    <a:pt x="208" y="417"/>
                  </a:cubicBezTo>
                  <a:cubicBezTo>
                    <a:pt x="94" y="417"/>
                    <a:pt x="0" y="323"/>
                    <a:pt x="0" y="208"/>
                  </a:cubicBezTo>
                  <a:cubicBezTo>
                    <a:pt x="0" y="94"/>
                    <a:pt x="94" y="0"/>
                    <a:pt x="208" y="0"/>
                  </a:cubicBezTo>
                  <a:cubicBezTo>
                    <a:pt x="323" y="0"/>
                    <a:pt x="417" y="94"/>
                    <a:pt x="417" y="208"/>
                  </a:cubicBezTo>
                  <a:cubicBezTo>
                    <a:pt x="417" y="323"/>
                    <a:pt x="323" y="417"/>
                    <a:pt x="208" y="417"/>
                  </a:cubicBezTo>
                  <a:moveTo>
                    <a:pt x="208" y="20"/>
                  </a:moveTo>
                  <a:cubicBezTo>
                    <a:pt x="105" y="20"/>
                    <a:pt x="20" y="105"/>
                    <a:pt x="20" y="208"/>
                  </a:cubicBezTo>
                  <a:cubicBezTo>
                    <a:pt x="20" y="312"/>
                    <a:pt x="105" y="397"/>
                    <a:pt x="208" y="397"/>
                  </a:cubicBezTo>
                  <a:cubicBezTo>
                    <a:pt x="208" y="397"/>
                    <a:pt x="208" y="397"/>
                    <a:pt x="208" y="397"/>
                  </a:cubicBezTo>
                  <a:cubicBezTo>
                    <a:pt x="312" y="397"/>
                    <a:pt x="397" y="312"/>
                    <a:pt x="397" y="208"/>
                  </a:cubicBezTo>
                  <a:cubicBezTo>
                    <a:pt x="397" y="105"/>
                    <a:pt x="312" y="20"/>
                    <a:pt x="208"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8" name="Freeform 153"/>
            <p:cNvSpPr>
              <a:spLocks/>
            </p:cNvSpPr>
            <p:nvPr/>
          </p:nvSpPr>
          <p:spPr bwMode="auto">
            <a:xfrm>
              <a:off x="8819606" y="909413"/>
              <a:ext cx="223008" cy="388342"/>
            </a:xfrm>
            <a:custGeom>
              <a:avLst/>
              <a:gdLst>
                <a:gd name="T0" fmla="*/ 68 w 137"/>
                <a:gd name="T1" fmla="*/ 239 h 239"/>
                <a:gd name="T2" fmla="*/ 0 w 137"/>
                <a:gd name="T3" fmla="*/ 174 h 239"/>
                <a:gd name="T4" fmla="*/ 10 w 137"/>
                <a:gd name="T5" fmla="*/ 164 h 239"/>
                <a:gd name="T6" fmla="*/ 20 w 137"/>
                <a:gd name="T7" fmla="*/ 174 h 239"/>
                <a:gd name="T8" fmla="*/ 68 w 137"/>
                <a:gd name="T9" fmla="*/ 219 h 239"/>
                <a:gd name="T10" fmla="*/ 117 w 137"/>
                <a:gd name="T11" fmla="*/ 174 h 239"/>
                <a:gd name="T12" fmla="*/ 68 w 137"/>
                <a:gd name="T13" fmla="*/ 129 h 239"/>
                <a:gd name="T14" fmla="*/ 0 w 137"/>
                <a:gd name="T15" fmla="*/ 65 h 239"/>
                <a:gd name="T16" fmla="*/ 68 w 137"/>
                <a:gd name="T17" fmla="*/ 0 h 239"/>
                <a:gd name="T18" fmla="*/ 121 w 137"/>
                <a:gd name="T19" fmla="*/ 23 h 239"/>
                <a:gd name="T20" fmla="*/ 120 w 137"/>
                <a:gd name="T21" fmla="*/ 37 h 239"/>
                <a:gd name="T22" fmla="*/ 106 w 137"/>
                <a:gd name="T23" fmla="*/ 37 h 239"/>
                <a:gd name="T24" fmla="*/ 68 w 137"/>
                <a:gd name="T25" fmla="*/ 20 h 239"/>
                <a:gd name="T26" fmla="*/ 20 w 137"/>
                <a:gd name="T27" fmla="*/ 65 h 239"/>
                <a:gd name="T28" fmla="*/ 68 w 137"/>
                <a:gd name="T29" fmla="*/ 109 h 239"/>
                <a:gd name="T30" fmla="*/ 137 w 137"/>
                <a:gd name="T31" fmla="*/ 174 h 239"/>
                <a:gd name="T32" fmla="*/ 68 w 137"/>
                <a:gd name="T33" fmla="*/ 239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7" h="239">
                  <a:moveTo>
                    <a:pt x="68" y="239"/>
                  </a:moveTo>
                  <a:cubicBezTo>
                    <a:pt x="31" y="239"/>
                    <a:pt x="0" y="210"/>
                    <a:pt x="0" y="174"/>
                  </a:cubicBezTo>
                  <a:cubicBezTo>
                    <a:pt x="0" y="168"/>
                    <a:pt x="4" y="164"/>
                    <a:pt x="10" y="164"/>
                  </a:cubicBezTo>
                  <a:cubicBezTo>
                    <a:pt x="15" y="164"/>
                    <a:pt x="20" y="168"/>
                    <a:pt x="20" y="174"/>
                  </a:cubicBezTo>
                  <a:cubicBezTo>
                    <a:pt x="20" y="199"/>
                    <a:pt x="42" y="219"/>
                    <a:pt x="68" y="219"/>
                  </a:cubicBezTo>
                  <a:cubicBezTo>
                    <a:pt x="95" y="219"/>
                    <a:pt x="117" y="199"/>
                    <a:pt x="117" y="174"/>
                  </a:cubicBezTo>
                  <a:cubicBezTo>
                    <a:pt x="117" y="149"/>
                    <a:pt x="95" y="129"/>
                    <a:pt x="68" y="129"/>
                  </a:cubicBezTo>
                  <a:cubicBezTo>
                    <a:pt x="31" y="129"/>
                    <a:pt x="0" y="100"/>
                    <a:pt x="0" y="65"/>
                  </a:cubicBezTo>
                  <a:cubicBezTo>
                    <a:pt x="0" y="29"/>
                    <a:pt x="31" y="0"/>
                    <a:pt x="68" y="0"/>
                  </a:cubicBezTo>
                  <a:cubicBezTo>
                    <a:pt x="89" y="0"/>
                    <a:pt x="108" y="9"/>
                    <a:pt x="121" y="23"/>
                  </a:cubicBezTo>
                  <a:cubicBezTo>
                    <a:pt x="125" y="27"/>
                    <a:pt x="124" y="34"/>
                    <a:pt x="120" y="37"/>
                  </a:cubicBezTo>
                  <a:cubicBezTo>
                    <a:pt x="116" y="41"/>
                    <a:pt x="110" y="41"/>
                    <a:pt x="106" y="37"/>
                  </a:cubicBezTo>
                  <a:cubicBezTo>
                    <a:pt x="97" y="26"/>
                    <a:pt x="83" y="20"/>
                    <a:pt x="68" y="20"/>
                  </a:cubicBezTo>
                  <a:cubicBezTo>
                    <a:pt x="42" y="20"/>
                    <a:pt x="20" y="40"/>
                    <a:pt x="20" y="65"/>
                  </a:cubicBezTo>
                  <a:cubicBezTo>
                    <a:pt x="20" y="89"/>
                    <a:pt x="42" y="109"/>
                    <a:pt x="68" y="109"/>
                  </a:cubicBezTo>
                  <a:cubicBezTo>
                    <a:pt x="106" y="109"/>
                    <a:pt x="137" y="138"/>
                    <a:pt x="137" y="174"/>
                  </a:cubicBezTo>
                  <a:cubicBezTo>
                    <a:pt x="137" y="210"/>
                    <a:pt x="106" y="239"/>
                    <a:pt x="68" y="2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9" name="Freeform 154"/>
            <p:cNvSpPr>
              <a:spLocks/>
            </p:cNvSpPr>
            <p:nvPr/>
          </p:nvSpPr>
          <p:spPr bwMode="auto">
            <a:xfrm>
              <a:off x="8913167" y="860710"/>
              <a:ext cx="32042" cy="485748"/>
            </a:xfrm>
            <a:custGeom>
              <a:avLst/>
              <a:gdLst>
                <a:gd name="T0" fmla="*/ 10 w 20"/>
                <a:gd name="T1" fmla="*/ 299 h 299"/>
                <a:gd name="T2" fmla="*/ 0 w 20"/>
                <a:gd name="T3" fmla="*/ 289 h 299"/>
                <a:gd name="T4" fmla="*/ 0 w 20"/>
                <a:gd name="T5" fmla="*/ 10 h 299"/>
                <a:gd name="T6" fmla="*/ 10 w 20"/>
                <a:gd name="T7" fmla="*/ 0 h 299"/>
                <a:gd name="T8" fmla="*/ 20 w 20"/>
                <a:gd name="T9" fmla="*/ 10 h 299"/>
                <a:gd name="T10" fmla="*/ 20 w 20"/>
                <a:gd name="T11" fmla="*/ 289 h 299"/>
                <a:gd name="T12" fmla="*/ 10 w 20"/>
                <a:gd name="T13" fmla="*/ 299 h 299"/>
              </a:gdLst>
              <a:ahLst/>
              <a:cxnLst>
                <a:cxn ang="0">
                  <a:pos x="T0" y="T1"/>
                </a:cxn>
                <a:cxn ang="0">
                  <a:pos x="T2" y="T3"/>
                </a:cxn>
                <a:cxn ang="0">
                  <a:pos x="T4" y="T5"/>
                </a:cxn>
                <a:cxn ang="0">
                  <a:pos x="T6" y="T7"/>
                </a:cxn>
                <a:cxn ang="0">
                  <a:pos x="T8" y="T9"/>
                </a:cxn>
                <a:cxn ang="0">
                  <a:pos x="T10" y="T11"/>
                </a:cxn>
                <a:cxn ang="0">
                  <a:pos x="T12" y="T13"/>
                </a:cxn>
              </a:cxnLst>
              <a:rect l="0" t="0" r="r" b="b"/>
              <a:pathLst>
                <a:path w="20" h="299">
                  <a:moveTo>
                    <a:pt x="10" y="299"/>
                  </a:moveTo>
                  <a:cubicBezTo>
                    <a:pt x="4" y="299"/>
                    <a:pt x="0" y="294"/>
                    <a:pt x="0" y="289"/>
                  </a:cubicBezTo>
                  <a:cubicBezTo>
                    <a:pt x="0" y="10"/>
                    <a:pt x="0" y="10"/>
                    <a:pt x="0" y="10"/>
                  </a:cubicBezTo>
                  <a:cubicBezTo>
                    <a:pt x="0" y="5"/>
                    <a:pt x="4" y="0"/>
                    <a:pt x="10" y="0"/>
                  </a:cubicBezTo>
                  <a:cubicBezTo>
                    <a:pt x="15" y="0"/>
                    <a:pt x="20" y="5"/>
                    <a:pt x="20" y="10"/>
                  </a:cubicBezTo>
                  <a:cubicBezTo>
                    <a:pt x="20" y="289"/>
                    <a:pt x="20" y="289"/>
                    <a:pt x="20" y="289"/>
                  </a:cubicBezTo>
                  <a:cubicBezTo>
                    <a:pt x="20" y="294"/>
                    <a:pt x="15" y="299"/>
                    <a:pt x="10" y="2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80" name="组合 379"/>
          <p:cNvGrpSpPr/>
          <p:nvPr/>
        </p:nvGrpSpPr>
        <p:grpSpPr>
          <a:xfrm>
            <a:off x="11685360" y="100188"/>
            <a:ext cx="322999" cy="324202"/>
            <a:chOff x="8587627" y="3887981"/>
            <a:chExt cx="688249" cy="690813"/>
          </a:xfrm>
          <a:solidFill>
            <a:srgbClr val="707E84"/>
          </a:solidFill>
        </p:grpSpPr>
        <p:sp>
          <p:nvSpPr>
            <p:cNvPr id="381" name="Freeform 155"/>
            <p:cNvSpPr>
              <a:spLocks/>
            </p:cNvSpPr>
            <p:nvPr/>
          </p:nvSpPr>
          <p:spPr bwMode="auto">
            <a:xfrm>
              <a:off x="8758087" y="4104581"/>
              <a:ext cx="344766" cy="260177"/>
            </a:xfrm>
            <a:custGeom>
              <a:avLst/>
              <a:gdLst>
                <a:gd name="T0" fmla="*/ 66 w 212"/>
                <a:gd name="T1" fmla="*/ 160 h 160"/>
                <a:gd name="T2" fmla="*/ 4 w 212"/>
                <a:gd name="T3" fmla="*/ 98 h 160"/>
                <a:gd name="T4" fmla="*/ 4 w 212"/>
                <a:gd name="T5" fmla="*/ 84 h 160"/>
                <a:gd name="T6" fmla="*/ 19 w 212"/>
                <a:gd name="T7" fmla="*/ 84 h 160"/>
                <a:gd name="T8" fmla="*/ 66 w 212"/>
                <a:gd name="T9" fmla="*/ 132 h 160"/>
                <a:gd name="T10" fmla="*/ 194 w 212"/>
                <a:gd name="T11" fmla="*/ 4 h 160"/>
                <a:gd name="T12" fmla="*/ 209 w 212"/>
                <a:gd name="T13" fmla="*/ 4 h 160"/>
                <a:gd name="T14" fmla="*/ 209 w 212"/>
                <a:gd name="T15" fmla="*/ 18 h 160"/>
                <a:gd name="T16" fmla="*/ 66 w 212"/>
                <a:gd name="T17" fmla="*/ 16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2" h="160">
                  <a:moveTo>
                    <a:pt x="66" y="160"/>
                  </a:moveTo>
                  <a:cubicBezTo>
                    <a:pt x="4" y="98"/>
                    <a:pt x="4" y="98"/>
                    <a:pt x="4" y="98"/>
                  </a:cubicBezTo>
                  <a:cubicBezTo>
                    <a:pt x="0" y="94"/>
                    <a:pt x="0" y="88"/>
                    <a:pt x="4" y="84"/>
                  </a:cubicBezTo>
                  <a:cubicBezTo>
                    <a:pt x="8" y="80"/>
                    <a:pt x="15" y="80"/>
                    <a:pt x="19" y="84"/>
                  </a:cubicBezTo>
                  <a:cubicBezTo>
                    <a:pt x="66" y="132"/>
                    <a:pt x="66" y="132"/>
                    <a:pt x="66" y="132"/>
                  </a:cubicBezTo>
                  <a:cubicBezTo>
                    <a:pt x="194" y="4"/>
                    <a:pt x="194" y="4"/>
                    <a:pt x="194" y="4"/>
                  </a:cubicBezTo>
                  <a:cubicBezTo>
                    <a:pt x="198" y="0"/>
                    <a:pt x="205" y="0"/>
                    <a:pt x="209" y="4"/>
                  </a:cubicBezTo>
                  <a:cubicBezTo>
                    <a:pt x="212" y="8"/>
                    <a:pt x="212" y="14"/>
                    <a:pt x="209" y="18"/>
                  </a:cubicBezTo>
                  <a:lnTo>
                    <a:pt x="66" y="1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2" name="Freeform 156"/>
            <p:cNvSpPr>
              <a:spLocks noEditPoints="1"/>
            </p:cNvSpPr>
            <p:nvPr/>
          </p:nvSpPr>
          <p:spPr bwMode="auto">
            <a:xfrm>
              <a:off x="8587627" y="3887981"/>
              <a:ext cx="688249" cy="690813"/>
            </a:xfrm>
            <a:custGeom>
              <a:avLst/>
              <a:gdLst>
                <a:gd name="T0" fmla="*/ 211 w 423"/>
                <a:gd name="T1" fmla="*/ 424 h 424"/>
                <a:gd name="T2" fmla="*/ 211 w 423"/>
                <a:gd name="T3" fmla="*/ 414 h 424"/>
                <a:gd name="T4" fmla="*/ 211 w 423"/>
                <a:gd name="T5" fmla="*/ 424 h 424"/>
                <a:gd name="T6" fmla="*/ 0 w 423"/>
                <a:gd name="T7" fmla="*/ 212 h 424"/>
                <a:gd name="T8" fmla="*/ 211 w 423"/>
                <a:gd name="T9" fmla="*/ 0 h 424"/>
                <a:gd name="T10" fmla="*/ 423 w 423"/>
                <a:gd name="T11" fmla="*/ 212 h 424"/>
                <a:gd name="T12" fmla="*/ 211 w 423"/>
                <a:gd name="T13" fmla="*/ 424 h 424"/>
                <a:gd name="T14" fmla="*/ 211 w 423"/>
                <a:gd name="T15" fmla="*/ 20 h 424"/>
                <a:gd name="T16" fmla="*/ 20 w 423"/>
                <a:gd name="T17" fmla="*/ 212 h 424"/>
                <a:gd name="T18" fmla="*/ 211 w 423"/>
                <a:gd name="T19" fmla="*/ 404 h 424"/>
                <a:gd name="T20" fmla="*/ 211 w 423"/>
                <a:gd name="T21" fmla="*/ 404 h 424"/>
                <a:gd name="T22" fmla="*/ 403 w 423"/>
                <a:gd name="T23" fmla="*/ 212 h 424"/>
                <a:gd name="T24" fmla="*/ 211 w 423"/>
                <a:gd name="T25" fmla="*/ 20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3" h="424">
                  <a:moveTo>
                    <a:pt x="211" y="424"/>
                  </a:moveTo>
                  <a:cubicBezTo>
                    <a:pt x="211" y="414"/>
                    <a:pt x="211" y="414"/>
                    <a:pt x="211" y="414"/>
                  </a:cubicBezTo>
                  <a:cubicBezTo>
                    <a:pt x="211" y="424"/>
                    <a:pt x="211" y="424"/>
                    <a:pt x="211" y="424"/>
                  </a:cubicBezTo>
                  <a:cubicBezTo>
                    <a:pt x="95" y="424"/>
                    <a:pt x="0" y="329"/>
                    <a:pt x="0" y="212"/>
                  </a:cubicBezTo>
                  <a:cubicBezTo>
                    <a:pt x="0" y="95"/>
                    <a:pt x="95" y="0"/>
                    <a:pt x="211" y="0"/>
                  </a:cubicBezTo>
                  <a:cubicBezTo>
                    <a:pt x="328" y="0"/>
                    <a:pt x="423" y="95"/>
                    <a:pt x="423" y="212"/>
                  </a:cubicBezTo>
                  <a:cubicBezTo>
                    <a:pt x="423" y="329"/>
                    <a:pt x="328" y="424"/>
                    <a:pt x="211" y="424"/>
                  </a:cubicBezTo>
                  <a:moveTo>
                    <a:pt x="211" y="20"/>
                  </a:moveTo>
                  <a:cubicBezTo>
                    <a:pt x="106" y="20"/>
                    <a:pt x="20" y="106"/>
                    <a:pt x="20" y="212"/>
                  </a:cubicBezTo>
                  <a:cubicBezTo>
                    <a:pt x="20" y="318"/>
                    <a:pt x="106" y="404"/>
                    <a:pt x="211" y="404"/>
                  </a:cubicBezTo>
                  <a:cubicBezTo>
                    <a:pt x="211" y="404"/>
                    <a:pt x="211" y="404"/>
                    <a:pt x="211" y="404"/>
                  </a:cubicBezTo>
                  <a:cubicBezTo>
                    <a:pt x="317" y="404"/>
                    <a:pt x="403" y="318"/>
                    <a:pt x="403" y="212"/>
                  </a:cubicBezTo>
                  <a:cubicBezTo>
                    <a:pt x="403" y="106"/>
                    <a:pt x="317" y="20"/>
                    <a:pt x="211"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83" name="组合 382"/>
          <p:cNvGrpSpPr/>
          <p:nvPr/>
        </p:nvGrpSpPr>
        <p:grpSpPr>
          <a:xfrm>
            <a:off x="11710622" y="609198"/>
            <a:ext cx="272474" cy="301948"/>
            <a:chOff x="8641456" y="1783502"/>
            <a:chExt cx="580590" cy="643392"/>
          </a:xfrm>
          <a:solidFill>
            <a:srgbClr val="707E84"/>
          </a:solidFill>
        </p:grpSpPr>
        <p:sp>
          <p:nvSpPr>
            <p:cNvPr id="384" name="Freeform 157"/>
            <p:cNvSpPr>
              <a:spLocks noEditPoints="1"/>
            </p:cNvSpPr>
            <p:nvPr/>
          </p:nvSpPr>
          <p:spPr bwMode="auto">
            <a:xfrm>
              <a:off x="8641456" y="1783502"/>
              <a:ext cx="580590" cy="411412"/>
            </a:xfrm>
            <a:custGeom>
              <a:avLst/>
              <a:gdLst>
                <a:gd name="T0" fmla="*/ 338 w 357"/>
                <a:gd name="T1" fmla="*/ 253 h 253"/>
                <a:gd name="T2" fmla="*/ 19 w 357"/>
                <a:gd name="T3" fmla="*/ 253 h 253"/>
                <a:gd name="T4" fmla="*/ 0 w 357"/>
                <a:gd name="T5" fmla="*/ 234 h 253"/>
                <a:gd name="T6" fmla="*/ 0 w 357"/>
                <a:gd name="T7" fmla="*/ 19 h 253"/>
                <a:gd name="T8" fmla="*/ 19 w 357"/>
                <a:gd name="T9" fmla="*/ 0 h 253"/>
                <a:gd name="T10" fmla="*/ 338 w 357"/>
                <a:gd name="T11" fmla="*/ 0 h 253"/>
                <a:gd name="T12" fmla="*/ 357 w 357"/>
                <a:gd name="T13" fmla="*/ 19 h 253"/>
                <a:gd name="T14" fmla="*/ 357 w 357"/>
                <a:gd name="T15" fmla="*/ 234 h 253"/>
                <a:gd name="T16" fmla="*/ 338 w 357"/>
                <a:gd name="T17" fmla="*/ 253 h 253"/>
                <a:gd name="T18" fmla="*/ 20 w 357"/>
                <a:gd name="T19" fmla="*/ 233 h 253"/>
                <a:gd name="T20" fmla="*/ 337 w 357"/>
                <a:gd name="T21" fmla="*/ 233 h 253"/>
                <a:gd name="T22" fmla="*/ 337 w 357"/>
                <a:gd name="T23" fmla="*/ 20 h 253"/>
                <a:gd name="T24" fmla="*/ 20 w 357"/>
                <a:gd name="T25" fmla="*/ 20 h 253"/>
                <a:gd name="T26" fmla="*/ 20 w 357"/>
                <a:gd name="T27" fmla="*/ 233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7" h="253">
                  <a:moveTo>
                    <a:pt x="338" y="253"/>
                  </a:moveTo>
                  <a:cubicBezTo>
                    <a:pt x="19" y="253"/>
                    <a:pt x="19" y="253"/>
                    <a:pt x="19" y="253"/>
                  </a:cubicBezTo>
                  <a:cubicBezTo>
                    <a:pt x="8" y="253"/>
                    <a:pt x="0" y="245"/>
                    <a:pt x="0" y="234"/>
                  </a:cubicBezTo>
                  <a:cubicBezTo>
                    <a:pt x="0" y="19"/>
                    <a:pt x="0" y="19"/>
                    <a:pt x="0" y="19"/>
                  </a:cubicBezTo>
                  <a:cubicBezTo>
                    <a:pt x="0" y="9"/>
                    <a:pt x="8" y="0"/>
                    <a:pt x="19" y="0"/>
                  </a:cubicBezTo>
                  <a:cubicBezTo>
                    <a:pt x="338" y="0"/>
                    <a:pt x="338" y="0"/>
                    <a:pt x="338" y="0"/>
                  </a:cubicBezTo>
                  <a:cubicBezTo>
                    <a:pt x="349" y="0"/>
                    <a:pt x="357" y="9"/>
                    <a:pt x="357" y="19"/>
                  </a:cubicBezTo>
                  <a:cubicBezTo>
                    <a:pt x="357" y="234"/>
                    <a:pt x="357" y="234"/>
                    <a:pt x="357" y="234"/>
                  </a:cubicBezTo>
                  <a:cubicBezTo>
                    <a:pt x="357" y="245"/>
                    <a:pt x="349" y="253"/>
                    <a:pt x="338" y="253"/>
                  </a:cubicBezTo>
                  <a:moveTo>
                    <a:pt x="20" y="233"/>
                  </a:moveTo>
                  <a:cubicBezTo>
                    <a:pt x="337" y="233"/>
                    <a:pt x="337" y="233"/>
                    <a:pt x="337" y="233"/>
                  </a:cubicBezTo>
                  <a:cubicBezTo>
                    <a:pt x="337" y="20"/>
                    <a:pt x="337" y="20"/>
                    <a:pt x="337" y="20"/>
                  </a:cubicBezTo>
                  <a:cubicBezTo>
                    <a:pt x="20" y="20"/>
                    <a:pt x="20" y="20"/>
                    <a:pt x="20" y="20"/>
                  </a:cubicBezTo>
                  <a:lnTo>
                    <a:pt x="20" y="2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5" name="Freeform 158"/>
            <p:cNvSpPr>
              <a:spLocks/>
            </p:cNvSpPr>
            <p:nvPr/>
          </p:nvSpPr>
          <p:spPr bwMode="auto">
            <a:xfrm>
              <a:off x="8823452" y="2235926"/>
              <a:ext cx="216600" cy="32042"/>
            </a:xfrm>
            <a:custGeom>
              <a:avLst/>
              <a:gdLst>
                <a:gd name="T0" fmla="*/ 123 w 133"/>
                <a:gd name="T1" fmla="*/ 20 h 20"/>
                <a:gd name="T2" fmla="*/ 10 w 133"/>
                <a:gd name="T3" fmla="*/ 20 h 20"/>
                <a:gd name="T4" fmla="*/ 0 w 133"/>
                <a:gd name="T5" fmla="*/ 10 h 20"/>
                <a:gd name="T6" fmla="*/ 10 w 133"/>
                <a:gd name="T7" fmla="*/ 0 h 20"/>
                <a:gd name="T8" fmla="*/ 123 w 133"/>
                <a:gd name="T9" fmla="*/ 0 h 20"/>
                <a:gd name="T10" fmla="*/ 133 w 133"/>
                <a:gd name="T11" fmla="*/ 10 h 20"/>
                <a:gd name="T12" fmla="*/ 123 w 133"/>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133" h="20">
                  <a:moveTo>
                    <a:pt x="123" y="20"/>
                  </a:moveTo>
                  <a:cubicBezTo>
                    <a:pt x="10" y="20"/>
                    <a:pt x="10" y="20"/>
                    <a:pt x="10" y="20"/>
                  </a:cubicBezTo>
                  <a:cubicBezTo>
                    <a:pt x="4" y="20"/>
                    <a:pt x="0" y="15"/>
                    <a:pt x="0" y="10"/>
                  </a:cubicBezTo>
                  <a:cubicBezTo>
                    <a:pt x="0" y="4"/>
                    <a:pt x="4" y="0"/>
                    <a:pt x="10" y="0"/>
                  </a:cubicBezTo>
                  <a:cubicBezTo>
                    <a:pt x="123" y="0"/>
                    <a:pt x="123" y="0"/>
                    <a:pt x="123" y="0"/>
                  </a:cubicBezTo>
                  <a:cubicBezTo>
                    <a:pt x="129" y="0"/>
                    <a:pt x="133" y="4"/>
                    <a:pt x="133" y="10"/>
                  </a:cubicBezTo>
                  <a:cubicBezTo>
                    <a:pt x="133" y="15"/>
                    <a:pt x="129" y="20"/>
                    <a:pt x="123"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6" name="Freeform 159"/>
            <p:cNvSpPr>
              <a:spLocks/>
            </p:cNvSpPr>
            <p:nvPr/>
          </p:nvSpPr>
          <p:spPr bwMode="auto">
            <a:xfrm>
              <a:off x="8910604" y="2298728"/>
              <a:ext cx="33323" cy="128166"/>
            </a:xfrm>
            <a:custGeom>
              <a:avLst/>
              <a:gdLst>
                <a:gd name="T0" fmla="*/ 10 w 20"/>
                <a:gd name="T1" fmla="*/ 78 h 78"/>
                <a:gd name="T2" fmla="*/ 0 w 20"/>
                <a:gd name="T3" fmla="*/ 68 h 78"/>
                <a:gd name="T4" fmla="*/ 0 w 20"/>
                <a:gd name="T5" fmla="*/ 10 h 78"/>
                <a:gd name="T6" fmla="*/ 10 w 20"/>
                <a:gd name="T7" fmla="*/ 0 h 78"/>
                <a:gd name="T8" fmla="*/ 20 w 20"/>
                <a:gd name="T9" fmla="*/ 10 h 78"/>
                <a:gd name="T10" fmla="*/ 20 w 20"/>
                <a:gd name="T11" fmla="*/ 68 h 78"/>
                <a:gd name="T12" fmla="*/ 10 w 20"/>
                <a:gd name="T13" fmla="*/ 78 h 78"/>
              </a:gdLst>
              <a:ahLst/>
              <a:cxnLst>
                <a:cxn ang="0">
                  <a:pos x="T0" y="T1"/>
                </a:cxn>
                <a:cxn ang="0">
                  <a:pos x="T2" y="T3"/>
                </a:cxn>
                <a:cxn ang="0">
                  <a:pos x="T4" y="T5"/>
                </a:cxn>
                <a:cxn ang="0">
                  <a:pos x="T6" y="T7"/>
                </a:cxn>
                <a:cxn ang="0">
                  <a:pos x="T8" y="T9"/>
                </a:cxn>
                <a:cxn ang="0">
                  <a:pos x="T10" y="T11"/>
                </a:cxn>
                <a:cxn ang="0">
                  <a:pos x="T12" y="T13"/>
                </a:cxn>
              </a:cxnLst>
              <a:rect l="0" t="0" r="r" b="b"/>
              <a:pathLst>
                <a:path w="20" h="78">
                  <a:moveTo>
                    <a:pt x="10" y="78"/>
                  </a:moveTo>
                  <a:cubicBezTo>
                    <a:pt x="5" y="78"/>
                    <a:pt x="0" y="74"/>
                    <a:pt x="0" y="68"/>
                  </a:cubicBezTo>
                  <a:cubicBezTo>
                    <a:pt x="0" y="10"/>
                    <a:pt x="0" y="10"/>
                    <a:pt x="0" y="10"/>
                  </a:cubicBezTo>
                  <a:cubicBezTo>
                    <a:pt x="0" y="5"/>
                    <a:pt x="5" y="0"/>
                    <a:pt x="10" y="0"/>
                  </a:cubicBezTo>
                  <a:cubicBezTo>
                    <a:pt x="16" y="0"/>
                    <a:pt x="20" y="5"/>
                    <a:pt x="20" y="10"/>
                  </a:cubicBezTo>
                  <a:cubicBezTo>
                    <a:pt x="20" y="68"/>
                    <a:pt x="20" y="68"/>
                    <a:pt x="20" y="68"/>
                  </a:cubicBezTo>
                  <a:cubicBezTo>
                    <a:pt x="20" y="74"/>
                    <a:pt x="16" y="78"/>
                    <a:pt x="10" y="7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7" name="Freeform 160"/>
            <p:cNvSpPr>
              <a:spLocks/>
            </p:cNvSpPr>
            <p:nvPr/>
          </p:nvSpPr>
          <p:spPr bwMode="auto">
            <a:xfrm>
              <a:off x="8641456" y="2393570"/>
              <a:ext cx="580590" cy="33323"/>
            </a:xfrm>
            <a:custGeom>
              <a:avLst/>
              <a:gdLst>
                <a:gd name="T0" fmla="*/ 347 w 357"/>
                <a:gd name="T1" fmla="*/ 20 h 20"/>
                <a:gd name="T2" fmla="*/ 10 w 357"/>
                <a:gd name="T3" fmla="*/ 20 h 20"/>
                <a:gd name="T4" fmla="*/ 0 w 357"/>
                <a:gd name="T5" fmla="*/ 10 h 20"/>
                <a:gd name="T6" fmla="*/ 10 w 357"/>
                <a:gd name="T7" fmla="*/ 0 h 20"/>
                <a:gd name="T8" fmla="*/ 347 w 357"/>
                <a:gd name="T9" fmla="*/ 0 h 20"/>
                <a:gd name="T10" fmla="*/ 357 w 357"/>
                <a:gd name="T11" fmla="*/ 10 h 20"/>
                <a:gd name="T12" fmla="*/ 347 w 357"/>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357" h="20">
                  <a:moveTo>
                    <a:pt x="347" y="20"/>
                  </a:moveTo>
                  <a:cubicBezTo>
                    <a:pt x="10" y="20"/>
                    <a:pt x="10" y="20"/>
                    <a:pt x="10" y="20"/>
                  </a:cubicBezTo>
                  <a:cubicBezTo>
                    <a:pt x="4" y="20"/>
                    <a:pt x="0" y="16"/>
                    <a:pt x="0" y="10"/>
                  </a:cubicBezTo>
                  <a:cubicBezTo>
                    <a:pt x="0" y="5"/>
                    <a:pt x="4" y="0"/>
                    <a:pt x="10" y="0"/>
                  </a:cubicBezTo>
                  <a:cubicBezTo>
                    <a:pt x="347" y="0"/>
                    <a:pt x="347" y="0"/>
                    <a:pt x="347" y="0"/>
                  </a:cubicBezTo>
                  <a:cubicBezTo>
                    <a:pt x="353" y="0"/>
                    <a:pt x="357" y="5"/>
                    <a:pt x="357" y="10"/>
                  </a:cubicBezTo>
                  <a:cubicBezTo>
                    <a:pt x="357" y="16"/>
                    <a:pt x="353" y="20"/>
                    <a:pt x="347"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88" name="组合 387"/>
          <p:cNvGrpSpPr/>
          <p:nvPr/>
        </p:nvGrpSpPr>
        <p:grpSpPr>
          <a:xfrm>
            <a:off x="11207843" y="103797"/>
            <a:ext cx="316383" cy="316985"/>
            <a:chOff x="8594035" y="2754997"/>
            <a:chExt cx="674151" cy="675433"/>
          </a:xfrm>
          <a:solidFill>
            <a:srgbClr val="707E84"/>
          </a:solidFill>
        </p:grpSpPr>
        <p:sp>
          <p:nvSpPr>
            <p:cNvPr id="389" name="Freeform 161"/>
            <p:cNvSpPr>
              <a:spLocks/>
            </p:cNvSpPr>
            <p:nvPr/>
          </p:nvSpPr>
          <p:spPr bwMode="auto">
            <a:xfrm>
              <a:off x="8783720" y="2945964"/>
              <a:ext cx="294781" cy="292218"/>
            </a:xfrm>
            <a:custGeom>
              <a:avLst/>
              <a:gdLst>
                <a:gd name="T0" fmla="*/ 170 w 181"/>
                <a:gd name="T1" fmla="*/ 180 h 180"/>
                <a:gd name="T2" fmla="*/ 163 w 181"/>
                <a:gd name="T3" fmla="*/ 177 h 180"/>
                <a:gd name="T4" fmla="*/ 4 w 181"/>
                <a:gd name="T5" fmla="*/ 18 h 180"/>
                <a:gd name="T6" fmla="*/ 4 w 181"/>
                <a:gd name="T7" fmla="*/ 4 h 180"/>
                <a:gd name="T8" fmla="*/ 18 w 181"/>
                <a:gd name="T9" fmla="*/ 4 h 180"/>
                <a:gd name="T10" fmla="*/ 177 w 181"/>
                <a:gd name="T11" fmla="*/ 163 h 180"/>
                <a:gd name="T12" fmla="*/ 177 w 181"/>
                <a:gd name="T13" fmla="*/ 177 h 180"/>
                <a:gd name="T14" fmla="*/ 170 w 181"/>
                <a:gd name="T15" fmla="*/ 180 h 1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1" h="180">
                  <a:moveTo>
                    <a:pt x="170" y="180"/>
                  </a:moveTo>
                  <a:cubicBezTo>
                    <a:pt x="168" y="180"/>
                    <a:pt x="165" y="179"/>
                    <a:pt x="163" y="177"/>
                  </a:cubicBezTo>
                  <a:cubicBezTo>
                    <a:pt x="4" y="18"/>
                    <a:pt x="4" y="18"/>
                    <a:pt x="4" y="18"/>
                  </a:cubicBezTo>
                  <a:cubicBezTo>
                    <a:pt x="0" y="14"/>
                    <a:pt x="0" y="8"/>
                    <a:pt x="4" y="4"/>
                  </a:cubicBezTo>
                  <a:cubicBezTo>
                    <a:pt x="8" y="0"/>
                    <a:pt x="14" y="0"/>
                    <a:pt x="18" y="4"/>
                  </a:cubicBezTo>
                  <a:cubicBezTo>
                    <a:pt x="177" y="163"/>
                    <a:pt x="177" y="163"/>
                    <a:pt x="177" y="163"/>
                  </a:cubicBezTo>
                  <a:cubicBezTo>
                    <a:pt x="181" y="167"/>
                    <a:pt x="181" y="173"/>
                    <a:pt x="177" y="177"/>
                  </a:cubicBezTo>
                  <a:cubicBezTo>
                    <a:pt x="175" y="179"/>
                    <a:pt x="173" y="180"/>
                    <a:pt x="170" y="18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0" name="Freeform 162"/>
            <p:cNvSpPr>
              <a:spLocks/>
            </p:cNvSpPr>
            <p:nvPr/>
          </p:nvSpPr>
          <p:spPr bwMode="auto">
            <a:xfrm>
              <a:off x="8783720" y="2945964"/>
              <a:ext cx="294781" cy="292218"/>
            </a:xfrm>
            <a:custGeom>
              <a:avLst/>
              <a:gdLst>
                <a:gd name="T0" fmla="*/ 11 w 181"/>
                <a:gd name="T1" fmla="*/ 180 h 180"/>
                <a:gd name="T2" fmla="*/ 4 w 181"/>
                <a:gd name="T3" fmla="*/ 177 h 180"/>
                <a:gd name="T4" fmla="*/ 4 w 181"/>
                <a:gd name="T5" fmla="*/ 163 h 180"/>
                <a:gd name="T6" fmla="*/ 163 w 181"/>
                <a:gd name="T7" fmla="*/ 4 h 180"/>
                <a:gd name="T8" fmla="*/ 177 w 181"/>
                <a:gd name="T9" fmla="*/ 4 h 180"/>
                <a:gd name="T10" fmla="*/ 177 w 181"/>
                <a:gd name="T11" fmla="*/ 18 h 180"/>
                <a:gd name="T12" fmla="*/ 18 w 181"/>
                <a:gd name="T13" fmla="*/ 177 h 180"/>
                <a:gd name="T14" fmla="*/ 11 w 181"/>
                <a:gd name="T15" fmla="*/ 180 h 1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1" h="180">
                  <a:moveTo>
                    <a:pt x="11" y="180"/>
                  </a:moveTo>
                  <a:cubicBezTo>
                    <a:pt x="8" y="180"/>
                    <a:pt x="6" y="179"/>
                    <a:pt x="4" y="177"/>
                  </a:cubicBezTo>
                  <a:cubicBezTo>
                    <a:pt x="0" y="173"/>
                    <a:pt x="0" y="167"/>
                    <a:pt x="4" y="163"/>
                  </a:cubicBezTo>
                  <a:cubicBezTo>
                    <a:pt x="163" y="4"/>
                    <a:pt x="163" y="4"/>
                    <a:pt x="163" y="4"/>
                  </a:cubicBezTo>
                  <a:cubicBezTo>
                    <a:pt x="167" y="0"/>
                    <a:pt x="173" y="0"/>
                    <a:pt x="177" y="4"/>
                  </a:cubicBezTo>
                  <a:cubicBezTo>
                    <a:pt x="181" y="8"/>
                    <a:pt x="181" y="14"/>
                    <a:pt x="177" y="18"/>
                  </a:cubicBezTo>
                  <a:cubicBezTo>
                    <a:pt x="18" y="177"/>
                    <a:pt x="18" y="177"/>
                    <a:pt x="18" y="177"/>
                  </a:cubicBezTo>
                  <a:cubicBezTo>
                    <a:pt x="16" y="179"/>
                    <a:pt x="13" y="180"/>
                    <a:pt x="11" y="18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1" name="Freeform 163"/>
            <p:cNvSpPr>
              <a:spLocks noEditPoints="1"/>
            </p:cNvSpPr>
            <p:nvPr/>
          </p:nvSpPr>
          <p:spPr bwMode="auto">
            <a:xfrm>
              <a:off x="8594035" y="2754997"/>
              <a:ext cx="674151" cy="675433"/>
            </a:xfrm>
            <a:custGeom>
              <a:avLst/>
              <a:gdLst>
                <a:gd name="T0" fmla="*/ 207 w 415"/>
                <a:gd name="T1" fmla="*/ 415 h 415"/>
                <a:gd name="T2" fmla="*/ 207 w 415"/>
                <a:gd name="T3" fmla="*/ 405 h 415"/>
                <a:gd name="T4" fmla="*/ 207 w 415"/>
                <a:gd name="T5" fmla="*/ 415 h 415"/>
                <a:gd name="T6" fmla="*/ 0 w 415"/>
                <a:gd name="T7" fmla="*/ 208 h 415"/>
                <a:gd name="T8" fmla="*/ 207 w 415"/>
                <a:gd name="T9" fmla="*/ 0 h 415"/>
                <a:gd name="T10" fmla="*/ 415 w 415"/>
                <a:gd name="T11" fmla="*/ 208 h 415"/>
                <a:gd name="T12" fmla="*/ 207 w 415"/>
                <a:gd name="T13" fmla="*/ 415 h 415"/>
                <a:gd name="T14" fmla="*/ 207 w 415"/>
                <a:gd name="T15" fmla="*/ 20 h 415"/>
                <a:gd name="T16" fmla="*/ 20 w 415"/>
                <a:gd name="T17" fmla="*/ 208 h 415"/>
                <a:gd name="T18" fmla="*/ 207 w 415"/>
                <a:gd name="T19" fmla="*/ 395 h 415"/>
                <a:gd name="T20" fmla="*/ 207 w 415"/>
                <a:gd name="T21" fmla="*/ 395 h 415"/>
                <a:gd name="T22" fmla="*/ 395 w 415"/>
                <a:gd name="T23" fmla="*/ 208 h 415"/>
                <a:gd name="T24" fmla="*/ 207 w 415"/>
                <a:gd name="T25" fmla="*/ 20 h 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15" h="415">
                  <a:moveTo>
                    <a:pt x="207" y="415"/>
                  </a:moveTo>
                  <a:cubicBezTo>
                    <a:pt x="207" y="405"/>
                    <a:pt x="207" y="405"/>
                    <a:pt x="207" y="405"/>
                  </a:cubicBezTo>
                  <a:cubicBezTo>
                    <a:pt x="207" y="415"/>
                    <a:pt x="207" y="415"/>
                    <a:pt x="207" y="415"/>
                  </a:cubicBezTo>
                  <a:cubicBezTo>
                    <a:pt x="93" y="415"/>
                    <a:pt x="0" y="322"/>
                    <a:pt x="0" y="208"/>
                  </a:cubicBezTo>
                  <a:cubicBezTo>
                    <a:pt x="0" y="93"/>
                    <a:pt x="93" y="0"/>
                    <a:pt x="207" y="0"/>
                  </a:cubicBezTo>
                  <a:cubicBezTo>
                    <a:pt x="322" y="0"/>
                    <a:pt x="415" y="93"/>
                    <a:pt x="415" y="208"/>
                  </a:cubicBezTo>
                  <a:cubicBezTo>
                    <a:pt x="415" y="322"/>
                    <a:pt x="322" y="415"/>
                    <a:pt x="207" y="415"/>
                  </a:cubicBezTo>
                  <a:moveTo>
                    <a:pt x="207" y="20"/>
                  </a:moveTo>
                  <a:cubicBezTo>
                    <a:pt x="104" y="20"/>
                    <a:pt x="20" y="104"/>
                    <a:pt x="20" y="208"/>
                  </a:cubicBezTo>
                  <a:cubicBezTo>
                    <a:pt x="20" y="311"/>
                    <a:pt x="104" y="395"/>
                    <a:pt x="207" y="395"/>
                  </a:cubicBezTo>
                  <a:cubicBezTo>
                    <a:pt x="207" y="395"/>
                    <a:pt x="207" y="395"/>
                    <a:pt x="207" y="395"/>
                  </a:cubicBezTo>
                  <a:cubicBezTo>
                    <a:pt x="311" y="395"/>
                    <a:pt x="395" y="311"/>
                    <a:pt x="395" y="208"/>
                  </a:cubicBezTo>
                  <a:cubicBezTo>
                    <a:pt x="395" y="104"/>
                    <a:pt x="311" y="20"/>
                    <a:pt x="207"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92" name="组合 391"/>
          <p:cNvGrpSpPr/>
          <p:nvPr/>
        </p:nvGrpSpPr>
        <p:grpSpPr>
          <a:xfrm>
            <a:off x="11682954" y="1560901"/>
            <a:ext cx="327811" cy="355480"/>
            <a:chOff x="8581218" y="4906898"/>
            <a:chExt cx="698503" cy="757459"/>
          </a:xfrm>
          <a:solidFill>
            <a:srgbClr val="707E84"/>
          </a:solidFill>
        </p:grpSpPr>
        <p:sp>
          <p:nvSpPr>
            <p:cNvPr id="393" name="Freeform 164"/>
            <p:cNvSpPr>
              <a:spLocks noEditPoints="1"/>
            </p:cNvSpPr>
            <p:nvPr/>
          </p:nvSpPr>
          <p:spPr bwMode="auto">
            <a:xfrm>
              <a:off x="9086191" y="4906898"/>
              <a:ext cx="193530" cy="194812"/>
            </a:xfrm>
            <a:custGeom>
              <a:avLst/>
              <a:gdLst>
                <a:gd name="T0" fmla="*/ 59 w 119"/>
                <a:gd name="T1" fmla="*/ 119 h 119"/>
                <a:gd name="T2" fmla="*/ 0 w 119"/>
                <a:gd name="T3" fmla="*/ 60 h 119"/>
                <a:gd name="T4" fmla="*/ 59 w 119"/>
                <a:gd name="T5" fmla="*/ 0 h 119"/>
                <a:gd name="T6" fmla="*/ 119 w 119"/>
                <a:gd name="T7" fmla="*/ 60 h 119"/>
                <a:gd name="T8" fmla="*/ 59 w 119"/>
                <a:gd name="T9" fmla="*/ 119 h 119"/>
                <a:gd name="T10" fmla="*/ 59 w 119"/>
                <a:gd name="T11" fmla="*/ 20 h 119"/>
                <a:gd name="T12" fmla="*/ 20 w 119"/>
                <a:gd name="T13" fmla="*/ 60 h 119"/>
                <a:gd name="T14" fmla="*/ 59 w 119"/>
                <a:gd name="T15" fmla="*/ 99 h 119"/>
                <a:gd name="T16" fmla="*/ 99 w 119"/>
                <a:gd name="T17" fmla="*/ 60 h 119"/>
                <a:gd name="T18" fmla="*/ 59 w 119"/>
                <a:gd name="T19" fmla="*/ 2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9" h="119">
                  <a:moveTo>
                    <a:pt x="59" y="119"/>
                  </a:moveTo>
                  <a:cubicBezTo>
                    <a:pt x="26" y="119"/>
                    <a:pt x="0" y="93"/>
                    <a:pt x="0" y="60"/>
                  </a:cubicBezTo>
                  <a:cubicBezTo>
                    <a:pt x="0" y="27"/>
                    <a:pt x="26" y="0"/>
                    <a:pt x="59" y="0"/>
                  </a:cubicBezTo>
                  <a:cubicBezTo>
                    <a:pt x="92" y="0"/>
                    <a:pt x="119" y="27"/>
                    <a:pt x="119" y="60"/>
                  </a:cubicBezTo>
                  <a:cubicBezTo>
                    <a:pt x="119" y="93"/>
                    <a:pt x="92" y="119"/>
                    <a:pt x="59" y="119"/>
                  </a:cubicBezTo>
                  <a:moveTo>
                    <a:pt x="59" y="20"/>
                  </a:moveTo>
                  <a:cubicBezTo>
                    <a:pt x="37" y="20"/>
                    <a:pt x="20" y="38"/>
                    <a:pt x="20" y="60"/>
                  </a:cubicBezTo>
                  <a:cubicBezTo>
                    <a:pt x="20" y="82"/>
                    <a:pt x="37" y="99"/>
                    <a:pt x="59" y="99"/>
                  </a:cubicBezTo>
                  <a:cubicBezTo>
                    <a:pt x="81" y="99"/>
                    <a:pt x="99" y="82"/>
                    <a:pt x="99" y="60"/>
                  </a:cubicBezTo>
                  <a:cubicBezTo>
                    <a:pt x="99" y="38"/>
                    <a:pt x="81" y="20"/>
                    <a:pt x="59"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4" name="Freeform 165"/>
            <p:cNvSpPr>
              <a:spLocks noEditPoints="1"/>
            </p:cNvSpPr>
            <p:nvPr/>
          </p:nvSpPr>
          <p:spPr bwMode="auto">
            <a:xfrm>
              <a:off x="9086191" y="5076076"/>
              <a:ext cx="193530" cy="194812"/>
            </a:xfrm>
            <a:custGeom>
              <a:avLst/>
              <a:gdLst>
                <a:gd name="T0" fmla="*/ 59 w 119"/>
                <a:gd name="T1" fmla="*/ 119 h 119"/>
                <a:gd name="T2" fmla="*/ 59 w 119"/>
                <a:gd name="T3" fmla="*/ 119 h 119"/>
                <a:gd name="T4" fmla="*/ 0 w 119"/>
                <a:gd name="T5" fmla="*/ 59 h 119"/>
                <a:gd name="T6" fmla="*/ 59 w 119"/>
                <a:gd name="T7" fmla="*/ 0 h 119"/>
                <a:gd name="T8" fmla="*/ 119 w 119"/>
                <a:gd name="T9" fmla="*/ 59 h 119"/>
                <a:gd name="T10" fmla="*/ 59 w 119"/>
                <a:gd name="T11" fmla="*/ 119 h 119"/>
                <a:gd name="T12" fmla="*/ 59 w 119"/>
                <a:gd name="T13" fmla="*/ 20 h 119"/>
                <a:gd name="T14" fmla="*/ 20 w 119"/>
                <a:gd name="T15" fmla="*/ 59 h 119"/>
                <a:gd name="T16" fmla="*/ 59 w 119"/>
                <a:gd name="T17" fmla="*/ 99 h 119"/>
                <a:gd name="T18" fmla="*/ 99 w 119"/>
                <a:gd name="T19" fmla="*/ 59 h 119"/>
                <a:gd name="T20" fmla="*/ 59 w 119"/>
                <a:gd name="T21" fmla="*/ 2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9" h="119">
                  <a:moveTo>
                    <a:pt x="59" y="119"/>
                  </a:moveTo>
                  <a:cubicBezTo>
                    <a:pt x="59" y="119"/>
                    <a:pt x="59" y="119"/>
                    <a:pt x="59" y="119"/>
                  </a:cubicBezTo>
                  <a:cubicBezTo>
                    <a:pt x="26" y="119"/>
                    <a:pt x="0" y="92"/>
                    <a:pt x="0" y="59"/>
                  </a:cubicBezTo>
                  <a:cubicBezTo>
                    <a:pt x="0" y="27"/>
                    <a:pt x="26" y="0"/>
                    <a:pt x="59" y="0"/>
                  </a:cubicBezTo>
                  <a:cubicBezTo>
                    <a:pt x="92" y="0"/>
                    <a:pt x="119" y="27"/>
                    <a:pt x="119" y="59"/>
                  </a:cubicBezTo>
                  <a:cubicBezTo>
                    <a:pt x="119" y="92"/>
                    <a:pt x="92" y="119"/>
                    <a:pt x="59" y="119"/>
                  </a:cubicBezTo>
                  <a:moveTo>
                    <a:pt x="59" y="20"/>
                  </a:moveTo>
                  <a:cubicBezTo>
                    <a:pt x="37" y="20"/>
                    <a:pt x="20" y="38"/>
                    <a:pt x="20" y="59"/>
                  </a:cubicBezTo>
                  <a:cubicBezTo>
                    <a:pt x="20" y="81"/>
                    <a:pt x="37" y="99"/>
                    <a:pt x="59" y="99"/>
                  </a:cubicBezTo>
                  <a:cubicBezTo>
                    <a:pt x="81" y="99"/>
                    <a:pt x="99" y="81"/>
                    <a:pt x="99" y="59"/>
                  </a:cubicBezTo>
                  <a:cubicBezTo>
                    <a:pt x="99" y="38"/>
                    <a:pt x="81" y="20"/>
                    <a:pt x="59"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5" name="Freeform 166"/>
            <p:cNvSpPr>
              <a:spLocks noEditPoints="1"/>
            </p:cNvSpPr>
            <p:nvPr/>
          </p:nvSpPr>
          <p:spPr bwMode="auto">
            <a:xfrm>
              <a:off x="8923421" y="4906898"/>
              <a:ext cx="193530" cy="194812"/>
            </a:xfrm>
            <a:custGeom>
              <a:avLst/>
              <a:gdLst>
                <a:gd name="T0" fmla="*/ 60 w 119"/>
                <a:gd name="T1" fmla="*/ 119 h 119"/>
                <a:gd name="T2" fmla="*/ 60 w 119"/>
                <a:gd name="T3" fmla="*/ 119 h 119"/>
                <a:gd name="T4" fmla="*/ 0 w 119"/>
                <a:gd name="T5" fmla="*/ 60 h 119"/>
                <a:gd name="T6" fmla="*/ 60 w 119"/>
                <a:gd name="T7" fmla="*/ 0 h 119"/>
                <a:gd name="T8" fmla="*/ 119 w 119"/>
                <a:gd name="T9" fmla="*/ 60 h 119"/>
                <a:gd name="T10" fmla="*/ 102 w 119"/>
                <a:gd name="T11" fmla="*/ 102 h 119"/>
                <a:gd name="T12" fmla="*/ 60 w 119"/>
                <a:gd name="T13" fmla="*/ 119 h 119"/>
                <a:gd name="T14" fmla="*/ 60 w 119"/>
                <a:gd name="T15" fmla="*/ 20 h 119"/>
                <a:gd name="T16" fmla="*/ 20 w 119"/>
                <a:gd name="T17" fmla="*/ 60 h 119"/>
                <a:gd name="T18" fmla="*/ 60 w 119"/>
                <a:gd name="T19" fmla="*/ 99 h 119"/>
                <a:gd name="T20" fmla="*/ 60 w 119"/>
                <a:gd name="T21" fmla="*/ 99 h 119"/>
                <a:gd name="T22" fmla="*/ 88 w 119"/>
                <a:gd name="T23" fmla="*/ 88 h 119"/>
                <a:gd name="T24" fmla="*/ 99 w 119"/>
                <a:gd name="T25" fmla="*/ 60 h 119"/>
                <a:gd name="T26" fmla="*/ 60 w 119"/>
                <a:gd name="T27" fmla="*/ 2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9" h="119">
                  <a:moveTo>
                    <a:pt x="60" y="119"/>
                  </a:moveTo>
                  <a:cubicBezTo>
                    <a:pt x="60" y="119"/>
                    <a:pt x="60" y="119"/>
                    <a:pt x="60" y="119"/>
                  </a:cubicBezTo>
                  <a:cubicBezTo>
                    <a:pt x="27" y="119"/>
                    <a:pt x="0" y="93"/>
                    <a:pt x="0" y="60"/>
                  </a:cubicBezTo>
                  <a:cubicBezTo>
                    <a:pt x="0" y="27"/>
                    <a:pt x="27" y="0"/>
                    <a:pt x="60" y="0"/>
                  </a:cubicBezTo>
                  <a:cubicBezTo>
                    <a:pt x="92" y="0"/>
                    <a:pt x="119" y="27"/>
                    <a:pt x="119" y="60"/>
                  </a:cubicBezTo>
                  <a:cubicBezTo>
                    <a:pt x="119" y="76"/>
                    <a:pt x="113" y="91"/>
                    <a:pt x="102" y="102"/>
                  </a:cubicBezTo>
                  <a:cubicBezTo>
                    <a:pt x="91" y="113"/>
                    <a:pt x="76" y="119"/>
                    <a:pt x="60" y="119"/>
                  </a:cubicBezTo>
                  <a:moveTo>
                    <a:pt x="60" y="20"/>
                  </a:moveTo>
                  <a:cubicBezTo>
                    <a:pt x="38" y="20"/>
                    <a:pt x="20" y="38"/>
                    <a:pt x="20" y="60"/>
                  </a:cubicBezTo>
                  <a:cubicBezTo>
                    <a:pt x="20" y="82"/>
                    <a:pt x="38" y="99"/>
                    <a:pt x="60" y="99"/>
                  </a:cubicBezTo>
                  <a:cubicBezTo>
                    <a:pt x="60" y="99"/>
                    <a:pt x="60" y="99"/>
                    <a:pt x="60" y="99"/>
                  </a:cubicBezTo>
                  <a:cubicBezTo>
                    <a:pt x="70" y="99"/>
                    <a:pt x="80" y="95"/>
                    <a:pt x="88" y="88"/>
                  </a:cubicBezTo>
                  <a:cubicBezTo>
                    <a:pt x="95" y="80"/>
                    <a:pt x="99" y="70"/>
                    <a:pt x="99" y="60"/>
                  </a:cubicBezTo>
                  <a:cubicBezTo>
                    <a:pt x="99" y="38"/>
                    <a:pt x="81" y="20"/>
                    <a:pt x="60"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6" name="Freeform 167"/>
            <p:cNvSpPr>
              <a:spLocks noEditPoints="1"/>
            </p:cNvSpPr>
            <p:nvPr/>
          </p:nvSpPr>
          <p:spPr bwMode="auto">
            <a:xfrm>
              <a:off x="8923421" y="5076076"/>
              <a:ext cx="193530" cy="194812"/>
            </a:xfrm>
            <a:custGeom>
              <a:avLst/>
              <a:gdLst>
                <a:gd name="T0" fmla="*/ 60 w 119"/>
                <a:gd name="T1" fmla="*/ 119 h 119"/>
                <a:gd name="T2" fmla="*/ 60 w 119"/>
                <a:gd name="T3" fmla="*/ 119 h 119"/>
                <a:gd name="T4" fmla="*/ 0 w 119"/>
                <a:gd name="T5" fmla="*/ 59 h 119"/>
                <a:gd name="T6" fmla="*/ 60 w 119"/>
                <a:gd name="T7" fmla="*/ 0 h 119"/>
                <a:gd name="T8" fmla="*/ 119 w 119"/>
                <a:gd name="T9" fmla="*/ 59 h 119"/>
                <a:gd name="T10" fmla="*/ 60 w 119"/>
                <a:gd name="T11" fmla="*/ 119 h 119"/>
                <a:gd name="T12" fmla="*/ 60 w 119"/>
                <a:gd name="T13" fmla="*/ 20 h 119"/>
                <a:gd name="T14" fmla="*/ 20 w 119"/>
                <a:gd name="T15" fmla="*/ 59 h 119"/>
                <a:gd name="T16" fmla="*/ 60 w 119"/>
                <a:gd name="T17" fmla="*/ 99 h 119"/>
                <a:gd name="T18" fmla="*/ 99 w 119"/>
                <a:gd name="T19" fmla="*/ 59 h 119"/>
                <a:gd name="T20" fmla="*/ 60 w 119"/>
                <a:gd name="T21" fmla="*/ 2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9" h="119">
                  <a:moveTo>
                    <a:pt x="60" y="119"/>
                  </a:moveTo>
                  <a:cubicBezTo>
                    <a:pt x="60" y="119"/>
                    <a:pt x="60" y="119"/>
                    <a:pt x="60" y="119"/>
                  </a:cubicBezTo>
                  <a:cubicBezTo>
                    <a:pt x="27" y="119"/>
                    <a:pt x="0" y="92"/>
                    <a:pt x="0" y="59"/>
                  </a:cubicBezTo>
                  <a:cubicBezTo>
                    <a:pt x="0" y="27"/>
                    <a:pt x="27" y="0"/>
                    <a:pt x="60" y="0"/>
                  </a:cubicBezTo>
                  <a:cubicBezTo>
                    <a:pt x="92" y="0"/>
                    <a:pt x="119" y="27"/>
                    <a:pt x="119" y="59"/>
                  </a:cubicBezTo>
                  <a:cubicBezTo>
                    <a:pt x="119" y="92"/>
                    <a:pt x="92" y="119"/>
                    <a:pt x="60" y="119"/>
                  </a:cubicBezTo>
                  <a:moveTo>
                    <a:pt x="60" y="20"/>
                  </a:moveTo>
                  <a:cubicBezTo>
                    <a:pt x="38" y="20"/>
                    <a:pt x="20" y="38"/>
                    <a:pt x="20" y="59"/>
                  </a:cubicBezTo>
                  <a:cubicBezTo>
                    <a:pt x="20" y="81"/>
                    <a:pt x="38" y="99"/>
                    <a:pt x="60" y="99"/>
                  </a:cubicBezTo>
                  <a:cubicBezTo>
                    <a:pt x="81" y="99"/>
                    <a:pt x="99" y="81"/>
                    <a:pt x="99" y="59"/>
                  </a:cubicBezTo>
                  <a:cubicBezTo>
                    <a:pt x="99" y="38"/>
                    <a:pt x="81" y="20"/>
                    <a:pt x="60"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7" name="Freeform 168"/>
            <p:cNvSpPr>
              <a:spLocks/>
            </p:cNvSpPr>
            <p:nvPr/>
          </p:nvSpPr>
          <p:spPr bwMode="auto">
            <a:xfrm>
              <a:off x="8581218" y="5213213"/>
              <a:ext cx="393469" cy="390905"/>
            </a:xfrm>
            <a:custGeom>
              <a:avLst/>
              <a:gdLst>
                <a:gd name="T0" fmla="*/ 11 w 242"/>
                <a:gd name="T1" fmla="*/ 240 h 240"/>
                <a:gd name="T2" fmla="*/ 4 w 242"/>
                <a:gd name="T3" fmla="*/ 237 h 240"/>
                <a:gd name="T4" fmla="*/ 4 w 242"/>
                <a:gd name="T5" fmla="*/ 223 h 240"/>
                <a:gd name="T6" fmla="*/ 224 w 242"/>
                <a:gd name="T7" fmla="*/ 4 h 240"/>
                <a:gd name="T8" fmla="*/ 238 w 242"/>
                <a:gd name="T9" fmla="*/ 4 h 240"/>
                <a:gd name="T10" fmla="*/ 238 w 242"/>
                <a:gd name="T11" fmla="*/ 18 h 240"/>
                <a:gd name="T12" fmla="*/ 18 w 242"/>
                <a:gd name="T13" fmla="*/ 237 h 240"/>
                <a:gd name="T14" fmla="*/ 11 w 242"/>
                <a:gd name="T15" fmla="*/ 240 h 2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2" h="240">
                  <a:moveTo>
                    <a:pt x="11" y="240"/>
                  </a:moveTo>
                  <a:cubicBezTo>
                    <a:pt x="9" y="240"/>
                    <a:pt x="6" y="239"/>
                    <a:pt x="4" y="237"/>
                  </a:cubicBezTo>
                  <a:cubicBezTo>
                    <a:pt x="0" y="233"/>
                    <a:pt x="0" y="227"/>
                    <a:pt x="4" y="223"/>
                  </a:cubicBezTo>
                  <a:cubicBezTo>
                    <a:pt x="224" y="4"/>
                    <a:pt x="224" y="4"/>
                    <a:pt x="224" y="4"/>
                  </a:cubicBezTo>
                  <a:cubicBezTo>
                    <a:pt x="228" y="0"/>
                    <a:pt x="234" y="0"/>
                    <a:pt x="238" y="4"/>
                  </a:cubicBezTo>
                  <a:cubicBezTo>
                    <a:pt x="242" y="8"/>
                    <a:pt x="242" y="14"/>
                    <a:pt x="238" y="18"/>
                  </a:cubicBezTo>
                  <a:cubicBezTo>
                    <a:pt x="18" y="237"/>
                    <a:pt x="18" y="237"/>
                    <a:pt x="18" y="237"/>
                  </a:cubicBezTo>
                  <a:cubicBezTo>
                    <a:pt x="16" y="239"/>
                    <a:pt x="14" y="240"/>
                    <a:pt x="11" y="2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8" name="Freeform 169"/>
            <p:cNvSpPr>
              <a:spLocks/>
            </p:cNvSpPr>
            <p:nvPr/>
          </p:nvSpPr>
          <p:spPr bwMode="auto">
            <a:xfrm>
              <a:off x="8694004" y="5469544"/>
              <a:ext cx="107659" cy="105096"/>
            </a:xfrm>
            <a:custGeom>
              <a:avLst/>
              <a:gdLst>
                <a:gd name="T0" fmla="*/ 55 w 66"/>
                <a:gd name="T1" fmla="*/ 65 h 65"/>
                <a:gd name="T2" fmla="*/ 48 w 66"/>
                <a:gd name="T3" fmla="*/ 62 h 65"/>
                <a:gd name="T4" fmla="*/ 4 w 66"/>
                <a:gd name="T5" fmla="*/ 18 h 65"/>
                <a:gd name="T6" fmla="*/ 4 w 66"/>
                <a:gd name="T7" fmla="*/ 4 h 65"/>
                <a:gd name="T8" fmla="*/ 18 w 66"/>
                <a:gd name="T9" fmla="*/ 4 h 65"/>
                <a:gd name="T10" fmla="*/ 62 w 66"/>
                <a:gd name="T11" fmla="*/ 48 h 65"/>
                <a:gd name="T12" fmla="*/ 62 w 66"/>
                <a:gd name="T13" fmla="*/ 62 h 65"/>
                <a:gd name="T14" fmla="*/ 55 w 66"/>
                <a:gd name="T15" fmla="*/ 65 h 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65">
                  <a:moveTo>
                    <a:pt x="55" y="65"/>
                  </a:moveTo>
                  <a:cubicBezTo>
                    <a:pt x="53" y="65"/>
                    <a:pt x="50" y="64"/>
                    <a:pt x="48" y="62"/>
                  </a:cubicBezTo>
                  <a:cubicBezTo>
                    <a:pt x="4" y="18"/>
                    <a:pt x="4" y="18"/>
                    <a:pt x="4" y="18"/>
                  </a:cubicBezTo>
                  <a:cubicBezTo>
                    <a:pt x="0" y="14"/>
                    <a:pt x="0" y="8"/>
                    <a:pt x="4" y="4"/>
                  </a:cubicBezTo>
                  <a:cubicBezTo>
                    <a:pt x="8" y="0"/>
                    <a:pt x="14" y="0"/>
                    <a:pt x="18" y="4"/>
                  </a:cubicBezTo>
                  <a:cubicBezTo>
                    <a:pt x="62" y="48"/>
                    <a:pt x="62" y="48"/>
                    <a:pt x="62" y="48"/>
                  </a:cubicBezTo>
                  <a:cubicBezTo>
                    <a:pt x="66" y="52"/>
                    <a:pt x="66" y="58"/>
                    <a:pt x="62" y="62"/>
                  </a:cubicBezTo>
                  <a:cubicBezTo>
                    <a:pt x="60" y="64"/>
                    <a:pt x="58" y="65"/>
                    <a:pt x="55" y="6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9" name="Freeform 170"/>
            <p:cNvSpPr>
              <a:spLocks/>
            </p:cNvSpPr>
            <p:nvPr/>
          </p:nvSpPr>
          <p:spPr bwMode="auto">
            <a:xfrm>
              <a:off x="8635048" y="5527219"/>
              <a:ext cx="137138" cy="137138"/>
            </a:xfrm>
            <a:custGeom>
              <a:avLst/>
              <a:gdLst>
                <a:gd name="T0" fmla="*/ 74 w 85"/>
                <a:gd name="T1" fmla="*/ 84 h 84"/>
                <a:gd name="T2" fmla="*/ 66 w 85"/>
                <a:gd name="T3" fmla="*/ 81 h 84"/>
                <a:gd name="T4" fmla="*/ 4 w 85"/>
                <a:gd name="T5" fmla="*/ 18 h 84"/>
                <a:gd name="T6" fmla="*/ 4 w 85"/>
                <a:gd name="T7" fmla="*/ 4 h 84"/>
                <a:gd name="T8" fmla="*/ 18 w 85"/>
                <a:gd name="T9" fmla="*/ 4 h 84"/>
                <a:gd name="T10" fmla="*/ 81 w 85"/>
                <a:gd name="T11" fmla="*/ 66 h 84"/>
                <a:gd name="T12" fmla="*/ 81 w 85"/>
                <a:gd name="T13" fmla="*/ 81 h 84"/>
                <a:gd name="T14" fmla="*/ 74 w 85"/>
                <a:gd name="T15" fmla="*/ 84 h 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5" h="84">
                  <a:moveTo>
                    <a:pt x="74" y="84"/>
                  </a:moveTo>
                  <a:cubicBezTo>
                    <a:pt x="71" y="84"/>
                    <a:pt x="68" y="83"/>
                    <a:pt x="66" y="81"/>
                  </a:cubicBezTo>
                  <a:cubicBezTo>
                    <a:pt x="4" y="18"/>
                    <a:pt x="4" y="18"/>
                    <a:pt x="4" y="18"/>
                  </a:cubicBezTo>
                  <a:cubicBezTo>
                    <a:pt x="0" y="14"/>
                    <a:pt x="0" y="8"/>
                    <a:pt x="4" y="4"/>
                  </a:cubicBezTo>
                  <a:cubicBezTo>
                    <a:pt x="8" y="0"/>
                    <a:pt x="14" y="0"/>
                    <a:pt x="18" y="4"/>
                  </a:cubicBezTo>
                  <a:cubicBezTo>
                    <a:pt x="81" y="66"/>
                    <a:pt x="81" y="66"/>
                    <a:pt x="81" y="66"/>
                  </a:cubicBezTo>
                  <a:cubicBezTo>
                    <a:pt x="85" y="70"/>
                    <a:pt x="85" y="77"/>
                    <a:pt x="81" y="81"/>
                  </a:cubicBezTo>
                  <a:cubicBezTo>
                    <a:pt x="79" y="83"/>
                    <a:pt x="76" y="84"/>
                    <a:pt x="74" y="8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400" name="Freeform 39"/>
          <p:cNvSpPr>
            <a:spLocks noEditPoints="1"/>
          </p:cNvSpPr>
          <p:nvPr/>
        </p:nvSpPr>
        <p:spPr bwMode="auto">
          <a:xfrm>
            <a:off x="8756610" y="3495389"/>
            <a:ext cx="328860" cy="312251"/>
          </a:xfrm>
          <a:custGeom>
            <a:avLst/>
            <a:gdLst>
              <a:gd name="T0" fmla="*/ 240 w 297"/>
              <a:gd name="T1" fmla="*/ 282 h 282"/>
              <a:gd name="T2" fmla="*/ 148 w 297"/>
              <a:gd name="T3" fmla="*/ 233 h 282"/>
              <a:gd name="T4" fmla="*/ 57 w 297"/>
              <a:gd name="T5" fmla="*/ 281 h 282"/>
              <a:gd name="T6" fmla="*/ 74 w 297"/>
              <a:gd name="T7" fmla="*/ 180 h 282"/>
              <a:gd name="T8" fmla="*/ 0 w 297"/>
              <a:gd name="T9" fmla="*/ 107 h 282"/>
              <a:gd name="T10" fmla="*/ 103 w 297"/>
              <a:gd name="T11" fmla="*/ 92 h 282"/>
              <a:gd name="T12" fmla="*/ 149 w 297"/>
              <a:gd name="T13" fmla="*/ 0 h 282"/>
              <a:gd name="T14" fmla="*/ 194 w 297"/>
              <a:gd name="T15" fmla="*/ 93 h 282"/>
              <a:gd name="T16" fmla="*/ 297 w 297"/>
              <a:gd name="T17" fmla="*/ 108 h 282"/>
              <a:gd name="T18" fmla="*/ 223 w 297"/>
              <a:gd name="T19" fmla="*/ 180 h 282"/>
              <a:gd name="T20" fmla="*/ 240 w 297"/>
              <a:gd name="T21" fmla="*/ 282 h 282"/>
              <a:gd name="T22" fmla="*/ 148 w 297"/>
              <a:gd name="T23" fmla="*/ 219 h 282"/>
              <a:gd name="T24" fmla="*/ 223 w 297"/>
              <a:gd name="T25" fmla="*/ 258 h 282"/>
              <a:gd name="T26" fmla="*/ 209 w 297"/>
              <a:gd name="T27" fmla="*/ 175 h 282"/>
              <a:gd name="T28" fmla="*/ 269 w 297"/>
              <a:gd name="T29" fmla="*/ 117 h 282"/>
              <a:gd name="T30" fmla="*/ 186 w 297"/>
              <a:gd name="T31" fmla="*/ 105 h 282"/>
              <a:gd name="T32" fmla="*/ 149 w 297"/>
              <a:gd name="T33" fmla="*/ 29 h 282"/>
              <a:gd name="T34" fmla="*/ 111 w 297"/>
              <a:gd name="T35" fmla="*/ 104 h 282"/>
              <a:gd name="T36" fmla="*/ 28 w 297"/>
              <a:gd name="T37" fmla="*/ 116 h 282"/>
              <a:gd name="T38" fmla="*/ 88 w 297"/>
              <a:gd name="T39" fmla="*/ 175 h 282"/>
              <a:gd name="T40" fmla="*/ 74 w 297"/>
              <a:gd name="T41" fmla="*/ 258 h 282"/>
              <a:gd name="T42" fmla="*/ 148 w 297"/>
              <a:gd name="T43" fmla="*/ 219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7" h="282">
                <a:moveTo>
                  <a:pt x="240" y="282"/>
                </a:moveTo>
                <a:lnTo>
                  <a:pt x="148" y="233"/>
                </a:lnTo>
                <a:lnTo>
                  <a:pt x="57" y="281"/>
                </a:lnTo>
                <a:lnTo>
                  <a:pt x="74" y="180"/>
                </a:lnTo>
                <a:lnTo>
                  <a:pt x="0" y="107"/>
                </a:lnTo>
                <a:lnTo>
                  <a:pt x="103" y="92"/>
                </a:lnTo>
                <a:lnTo>
                  <a:pt x="149" y="0"/>
                </a:lnTo>
                <a:lnTo>
                  <a:pt x="194" y="93"/>
                </a:lnTo>
                <a:lnTo>
                  <a:pt x="297" y="108"/>
                </a:lnTo>
                <a:lnTo>
                  <a:pt x="223" y="180"/>
                </a:lnTo>
                <a:lnTo>
                  <a:pt x="240" y="282"/>
                </a:lnTo>
                <a:close/>
                <a:moveTo>
                  <a:pt x="148" y="219"/>
                </a:moveTo>
                <a:lnTo>
                  <a:pt x="223" y="258"/>
                </a:lnTo>
                <a:lnTo>
                  <a:pt x="209" y="175"/>
                </a:lnTo>
                <a:lnTo>
                  <a:pt x="269" y="117"/>
                </a:lnTo>
                <a:lnTo>
                  <a:pt x="186" y="105"/>
                </a:lnTo>
                <a:lnTo>
                  <a:pt x="149" y="29"/>
                </a:lnTo>
                <a:lnTo>
                  <a:pt x="111" y="104"/>
                </a:lnTo>
                <a:lnTo>
                  <a:pt x="28" y="116"/>
                </a:lnTo>
                <a:lnTo>
                  <a:pt x="88" y="175"/>
                </a:lnTo>
                <a:lnTo>
                  <a:pt x="74" y="258"/>
                </a:lnTo>
                <a:lnTo>
                  <a:pt x="148" y="219"/>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401" name="组合 400"/>
          <p:cNvGrpSpPr/>
          <p:nvPr/>
        </p:nvGrpSpPr>
        <p:grpSpPr>
          <a:xfrm>
            <a:off x="8790382" y="4083577"/>
            <a:ext cx="264638" cy="241385"/>
            <a:chOff x="2922588" y="3671888"/>
            <a:chExt cx="379413" cy="346075"/>
          </a:xfrm>
          <a:solidFill>
            <a:srgbClr val="707E84"/>
          </a:solidFill>
        </p:grpSpPr>
        <p:sp>
          <p:nvSpPr>
            <p:cNvPr id="402" name="Freeform 56"/>
            <p:cNvSpPr>
              <a:spLocks/>
            </p:cNvSpPr>
            <p:nvPr/>
          </p:nvSpPr>
          <p:spPr bwMode="auto">
            <a:xfrm>
              <a:off x="2922588" y="3849688"/>
              <a:ext cx="379413" cy="168275"/>
            </a:xfrm>
            <a:custGeom>
              <a:avLst/>
              <a:gdLst>
                <a:gd name="T0" fmla="*/ 760 w 884"/>
                <a:gd name="T1" fmla="*/ 390 h 390"/>
                <a:gd name="T2" fmla="*/ 124 w 884"/>
                <a:gd name="T3" fmla="*/ 390 h 390"/>
                <a:gd name="T4" fmla="*/ 0 w 884"/>
                <a:gd name="T5" fmla="*/ 266 h 390"/>
                <a:gd name="T6" fmla="*/ 0 w 884"/>
                <a:gd name="T7" fmla="*/ 0 h 390"/>
                <a:gd name="T8" fmla="*/ 48 w 884"/>
                <a:gd name="T9" fmla="*/ 0 h 390"/>
                <a:gd name="T10" fmla="*/ 48 w 884"/>
                <a:gd name="T11" fmla="*/ 266 h 390"/>
                <a:gd name="T12" fmla="*/ 124 w 884"/>
                <a:gd name="T13" fmla="*/ 342 h 390"/>
                <a:gd name="T14" fmla="*/ 760 w 884"/>
                <a:gd name="T15" fmla="*/ 342 h 390"/>
                <a:gd name="T16" fmla="*/ 836 w 884"/>
                <a:gd name="T17" fmla="*/ 266 h 390"/>
                <a:gd name="T18" fmla="*/ 836 w 884"/>
                <a:gd name="T19" fmla="*/ 0 h 390"/>
                <a:gd name="T20" fmla="*/ 884 w 884"/>
                <a:gd name="T21" fmla="*/ 0 h 390"/>
                <a:gd name="T22" fmla="*/ 884 w 884"/>
                <a:gd name="T23" fmla="*/ 266 h 390"/>
                <a:gd name="T24" fmla="*/ 760 w 884"/>
                <a:gd name="T25" fmla="*/ 390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84" h="390">
                  <a:moveTo>
                    <a:pt x="760" y="390"/>
                  </a:moveTo>
                  <a:cubicBezTo>
                    <a:pt x="124" y="390"/>
                    <a:pt x="124" y="390"/>
                    <a:pt x="124" y="390"/>
                  </a:cubicBezTo>
                  <a:cubicBezTo>
                    <a:pt x="55" y="390"/>
                    <a:pt x="0" y="334"/>
                    <a:pt x="0" y="266"/>
                  </a:cubicBezTo>
                  <a:cubicBezTo>
                    <a:pt x="0" y="0"/>
                    <a:pt x="0" y="0"/>
                    <a:pt x="0" y="0"/>
                  </a:cubicBezTo>
                  <a:cubicBezTo>
                    <a:pt x="48" y="0"/>
                    <a:pt x="48" y="0"/>
                    <a:pt x="48" y="0"/>
                  </a:cubicBezTo>
                  <a:cubicBezTo>
                    <a:pt x="48" y="266"/>
                    <a:pt x="48" y="266"/>
                    <a:pt x="48" y="266"/>
                  </a:cubicBezTo>
                  <a:cubicBezTo>
                    <a:pt x="48" y="308"/>
                    <a:pt x="82" y="342"/>
                    <a:pt x="124" y="342"/>
                  </a:cubicBezTo>
                  <a:cubicBezTo>
                    <a:pt x="760" y="342"/>
                    <a:pt x="760" y="342"/>
                    <a:pt x="760" y="342"/>
                  </a:cubicBezTo>
                  <a:cubicBezTo>
                    <a:pt x="802" y="342"/>
                    <a:pt x="836" y="308"/>
                    <a:pt x="836" y="266"/>
                  </a:cubicBezTo>
                  <a:cubicBezTo>
                    <a:pt x="836" y="0"/>
                    <a:pt x="836" y="0"/>
                    <a:pt x="836" y="0"/>
                  </a:cubicBezTo>
                  <a:cubicBezTo>
                    <a:pt x="884" y="0"/>
                    <a:pt x="884" y="0"/>
                    <a:pt x="884" y="0"/>
                  </a:cubicBezTo>
                  <a:cubicBezTo>
                    <a:pt x="884" y="266"/>
                    <a:pt x="884" y="266"/>
                    <a:pt x="884" y="266"/>
                  </a:cubicBezTo>
                  <a:cubicBezTo>
                    <a:pt x="884" y="334"/>
                    <a:pt x="828" y="390"/>
                    <a:pt x="760" y="3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3" name="Freeform 57"/>
            <p:cNvSpPr>
              <a:spLocks/>
            </p:cNvSpPr>
            <p:nvPr/>
          </p:nvSpPr>
          <p:spPr bwMode="auto">
            <a:xfrm>
              <a:off x="3148013" y="3671888"/>
              <a:ext cx="98425" cy="100013"/>
            </a:xfrm>
            <a:custGeom>
              <a:avLst/>
              <a:gdLst>
                <a:gd name="T0" fmla="*/ 91 w 232"/>
                <a:gd name="T1" fmla="*/ 217 h 235"/>
                <a:gd name="T2" fmla="*/ 45 w 232"/>
                <a:gd name="T3" fmla="*/ 203 h 235"/>
                <a:gd name="T4" fmla="*/ 6 w 232"/>
                <a:gd name="T5" fmla="*/ 40 h 235"/>
                <a:gd name="T6" fmla="*/ 41 w 232"/>
                <a:gd name="T7" fmla="*/ 7 h 235"/>
                <a:gd name="T8" fmla="*/ 202 w 232"/>
                <a:gd name="T9" fmla="*/ 55 h 235"/>
                <a:gd name="T10" fmla="*/ 213 w 232"/>
                <a:gd name="T11" fmla="*/ 102 h 235"/>
                <a:gd name="T12" fmla="*/ 91 w 232"/>
                <a:gd name="T13" fmla="*/ 217 h 235"/>
              </a:gdLst>
              <a:ahLst/>
              <a:cxnLst>
                <a:cxn ang="0">
                  <a:pos x="T0" y="T1"/>
                </a:cxn>
                <a:cxn ang="0">
                  <a:pos x="T2" y="T3"/>
                </a:cxn>
                <a:cxn ang="0">
                  <a:pos x="T4" y="T5"/>
                </a:cxn>
                <a:cxn ang="0">
                  <a:pos x="T6" y="T7"/>
                </a:cxn>
                <a:cxn ang="0">
                  <a:pos x="T8" y="T9"/>
                </a:cxn>
                <a:cxn ang="0">
                  <a:pos x="T10" y="T11"/>
                </a:cxn>
                <a:cxn ang="0">
                  <a:pos x="T12" y="T13"/>
                </a:cxn>
              </a:cxnLst>
              <a:rect l="0" t="0" r="r" b="b"/>
              <a:pathLst>
                <a:path w="232" h="235">
                  <a:moveTo>
                    <a:pt x="91" y="217"/>
                  </a:moveTo>
                  <a:cubicBezTo>
                    <a:pt x="72" y="235"/>
                    <a:pt x="51" y="229"/>
                    <a:pt x="45" y="203"/>
                  </a:cubicBezTo>
                  <a:cubicBezTo>
                    <a:pt x="6" y="40"/>
                    <a:pt x="6" y="40"/>
                    <a:pt x="6" y="40"/>
                  </a:cubicBezTo>
                  <a:cubicBezTo>
                    <a:pt x="0" y="15"/>
                    <a:pt x="15" y="0"/>
                    <a:pt x="41" y="7"/>
                  </a:cubicBezTo>
                  <a:cubicBezTo>
                    <a:pt x="202" y="55"/>
                    <a:pt x="202" y="55"/>
                    <a:pt x="202" y="55"/>
                  </a:cubicBezTo>
                  <a:cubicBezTo>
                    <a:pt x="227" y="62"/>
                    <a:pt x="232" y="83"/>
                    <a:pt x="213" y="102"/>
                  </a:cubicBezTo>
                  <a:lnTo>
                    <a:pt x="91" y="2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4" name="Freeform 58"/>
            <p:cNvSpPr>
              <a:spLocks/>
            </p:cNvSpPr>
            <p:nvPr/>
          </p:nvSpPr>
          <p:spPr bwMode="auto">
            <a:xfrm>
              <a:off x="3049588" y="3716338"/>
              <a:ext cx="133350" cy="223838"/>
            </a:xfrm>
            <a:custGeom>
              <a:avLst/>
              <a:gdLst>
                <a:gd name="T0" fmla="*/ 48 w 310"/>
                <a:gd name="T1" fmla="*/ 522 h 522"/>
                <a:gd name="T2" fmla="*/ 0 w 310"/>
                <a:gd name="T3" fmla="*/ 521 h 522"/>
                <a:gd name="T4" fmla="*/ 289 w 310"/>
                <a:gd name="T5" fmla="*/ 0 h 522"/>
                <a:gd name="T6" fmla="*/ 310 w 310"/>
                <a:gd name="T7" fmla="*/ 43 h 522"/>
                <a:gd name="T8" fmla="*/ 48 w 310"/>
                <a:gd name="T9" fmla="*/ 522 h 522"/>
              </a:gdLst>
              <a:ahLst/>
              <a:cxnLst>
                <a:cxn ang="0">
                  <a:pos x="T0" y="T1"/>
                </a:cxn>
                <a:cxn ang="0">
                  <a:pos x="T2" y="T3"/>
                </a:cxn>
                <a:cxn ang="0">
                  <a:pos x="T4" y="T5"/>
                </a:cxn>
                <a:cxn ang="0">
                  <a:pos x="T6" y="T7"/>
                </a:cxn>
                <a:cxn ang="0">
                  <a:pos x="T8" y="T9"/>
                </a:cxn>
              </a:cxnLst>
              <a:rect l="0" t="0" r="r" b="b"/>
              <a:pathLst>
                <a:path w="310" h="522">
                  <a:moveTo>
                    <a:pt x="48" y="522"/>
                  </a:moveTo>
                  <a:cubicBezTo>
                    <a:pt x="0" y="521"/>
                    <a:pt x="0" y="521"/>
                    <a:pt x="0" y="521"/>
                  </a:cubicBezTo>
                  <a:cubicBezTo>
                    <a:pt x="3" y="269"/>
                    <a:pt x="103" y="89"/>
                    <a:pt x="289" y="0"/>
                  </a:cubicBezTo>
                  <a:cubicBezTo>
                    <a:pt x="310" y="43"/>
                    <a:pt x="310" y="43"/>
                    <a:pt x="310" y="43"/>
                  </a:cubicBezTo>
                  <a:cubicBezTo>
                    <a:pt x="139" y="125"/>
                    <a:pt x="51" y="286"/>
                    <a:pt x="48" y="5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405" name="组合 404"/>
          <p:cNvGrpSpPr/>
          <p:nvPr/>
        </p:nvGrpSpPr>
        <p:grpSpPr>
          <a:xfrm>
            <a:off x="9796822" y="3502586"/>
            <a:ext cx="297856" cy="297856"/>
            <a:chOff x="2009775" y="6248401"/>
            <a:chExt cx="427038" cy="427038"/>
          </a:xfrm>
          <a:solidFill>
            <a:srgbClr val="707E84"/>
          </a:solidFill>
        </p:grpSpPr>
        <p:sp>
          <p:nvSpPr>
            <p:cNvPr id="406" name="Freeform 77"/>
            <p:cNvSpPr>
              <a:spLocks noEditPoints="1"/>
            </p:cNvSpPr>
            <p:nvPr/>
          </p:nvSpPr>
          <p:spPr bwMode="auto">
            <a:xfrm>
              <a:off x="2009775" y="6248401"/>
              <a:ext cx="427038" cy="427038"/>
            </a:xfrm>
            <a:custGeom>
              <a:avLst/>
              <a:gdLst>
                <a:gd name="T0" fmla="*/ 497 w 995"/>
                <a:gd name="T1" fmla="*/ 994 h 994"/>
                <a:gd name="T2" fmla="*/ 146 w 995"/>
                <a:gd name="T3" fmla="*/ 848 h 994"/>
                <a:gd name="T4" fmla="*/ 0 w 995"/>
                <a:gd name="T5" fmla="*/ 497 h 994"/>
                <a:gd name="T6" fmla="*/ 146 w 995"/>
                <a:gd name="T7" fmla="*/ 145 h 994"/>
                <a:gd name="T8" fmla="*/ 497 w 995"/>
                <a:gd name="T9" fmla="*/ 0 h 994"/>
                <a:gd name="T10" fmla="*/ 849 w 995"/>
                <a:gd name="T11" fmla="*/ 145 h 994"/>
                <a:gd name="T12" fmla="*/ 995 w 995"/>
                <a:gd name="T13" fmla="*/ 497 h 994"/>
                <a:gd name="T14" fmla="*/ 849 w 995"/>
                <a:gd name="T15" fmla="*/ 848 h 994"/>
                <a:gd name="T16" fmla="*/ 497 w 995"/>
                <a:gd name="T17" fmla="*/ 994 h 994"/>
                <a:gd name="T18" fmla="*/ 497 w 995"/>
                <a:gd name="T19" fmla="*/ 40 h 994"/>
                <a:gd name="T20" fmla="*/ 174 w 995"/>
                <a:gd name="T21" fmla="*/ 173 h 994"/>
                <a:gd name="T22" fmla="*/ 40 w 995"/>
                <a:gd name="T23" fmla="*/ 497 h 994"/>
                <a:gd name="T24" fmla="*/ 174 w 995"/>
                <a:gd name="T25" fmla="*/ 820 h 994"/>
                <a:gd name="T26" fmla="*/ 497 w 995"/>
                <a:gd name="T27" fmla="*/ 954 h 994"/>
                <a:gd name="T28" fmla="*/ 821 w 995"/>
                <a:gd name="T29" fmla="*/ 820 h 994"/>
                <a:gd name="T30" fmla="*/ 955 w 995"/>
                <a:gd name="T31" fmla="*/ 497 h 994"/>
                <a:gd name="T32" fmla="*/ 821 w 995"/>
                <a:gd name="T33" fmla="*/ 173 h 994"/>
                <a:gd name="T34" fmla="*/ 497 w 995"/>
                <a:gd name="T35" fmla="*/ 40 h 9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95" h="994">
                  <a:moveTo>
                    <a:pt x="497" y="994"/>
                  </a:moveTo>
                  <a:cubicBezTo>
                    <a:pt x="365" y="994"/>
                    <a:pt x="240" y="942"/>
                    <a:pt x="146" y="848"/>
                  </a:cubicBezTo>
                  <a:cubicBezTo>
                    <a:pt x="52" y="754"/>
                    <a:pt x="0" y="630"/>
                    <a:pt x="0" y="497"/>
                  </a:cubicBezTo>
                  <a:cubicBezTo>
                    <a:pt x="0" y="364"/>
                    <a:pt x="52" y="239"/>
                    <a:pt x="146" y="145"/>
                  </a:cubicBezTo>
                  <a:cubicBezTo>
                    <a:pt x="240" y="51"/>
                    <a:pt x="365" y="0"/>
                    <a:pt x="497" y="0"/>
                  </a:cubicBezTo>
                  <a:cubicBezTo>
                    <a:pt x="630" y="0"/>
                    <a:pt x="755" y="51"/>
                    <a:pt x="849" y="145"/>
                  </a:cubicBezTo>
                  <a:cubicBezTo>
                    <a:pt x="943" y="239"/>
                    <a:pt x="995" y="364"/>
                    <a:pt x="995" y="497"/>
                  </a:cubicBezTo>
                  <a:cubicBezTo>
                    <a:pt x="995" y="630"/>
                    <a:pt x="943" y="754"/>
                    <a:pt x="849" y="848"/>
                  </a:cubicBezTo>
                  <a:cubicBezTo>
                    <a:pt x="755" y="942"/>
                    <a:pt x="630" y="994"/>
                    <a:pt x="497" y="994"/>
                  </a:cubicBezTo>
                  <a:close/>
                  <a:moveTo>
                    <a:pt x="497" y="40"/>
                  </a:moveTo>
                  <a:cubicBezTo>
                    <a:pt x="375" y="40"/>
                    <a:pt x="260" y="87"/>
                    <a:pt x="174" y="173"/>
                  </a:cubicBezTo>
                  <a:cubicBezTo>
                    <a:pt x="88" y="260"/>
                    <a:pt x="40" y="375"/>
                    <a:pt x="40" y="497"/>
                  </a:cubicBezTo>
                  <a:cubicBezTo>
                    <a:pt x="40" y="619"/>
                    <a:pt x="88" y="734"/>
                    <a:pt x="174" y="820"/>
                  </a:cubicBezTo>
                  <a:cubicBezTo>
                    <a:pt x="260" y="906"/>
                    <a:pt x="375" y="954"/>
                    <a:pt x="497" y="954"/>
                  </a:cubicBezTo>
                  <a:cubicBezTo>
                    <a:pt x="620" y="954"/>
                    <a:pt x="734" y="906"/>
                    <a:pt x="821" y="820"/>
                  </a:cubicBezTo>
                  <a:cubicBezTo>
                    <a:pt x="907" y="734"/>
                    <a:pt x="955" y="619"/>
                    <a:pt x="955" y="497"/>
                  </a:cubicBezTo>
                  <a:cubicBezTo>
                    <a:pt x="955" y="375"/>
                    <a:pt x="907" y="260"/>
                    <a:pt x="821" y="173"/>
                  </a:cubicBezTo>
                  <a:cubicBezTo>
                    <a:pt x="734" y="87"/>
                    <a:pt x="620" y="40"/>
                    <a:pt x="497"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7" name="Freeform 78"/>
            <p:cNvSpPr>
              <a:spLocks/>
            </p:cNvSpPr>
            <p:nvPr/>
          </p:nvSpPr>
          <p:spPr bwMode="auto">
            <a:xfrm>
              <a:off x="2154238" y="6392863"/>
              <a:ext cx="138113" cy="138113"/>
            </a:xfrm>
            <a:custGeom>
              <a:avLst/>
              <a:gdLst>
                <a:gd name="T0" fmla="*/ 77 w 87"/>
                <a:gd name="T1" fmla="*/ 87 h 87"/>
                <a:gd name="T2" fmla="*/ 0 w 87"/>
                <a:gd name="T3" fmla="*/ 9 h 87"/>
                <a:gd name="T4" fmla="*/ 9 w 87"/>
                <a:gd name="T5" fmla="*/ 0 h 87"/>
                <a:gd name="T6" fmla="*/ 87 w 87"/>
                <a:gd name="T7" fmla="*/ 78 h 87"/>
                <a:gd name="T8" fmla="*/ 77 w 87"/>
                <a:gd name="T9" fmla="*/ 87 h 87"/>
              </a:gdLst>
              <a:ahLst/>
              <a:cxnLst>
                <a:cxn ang="0">
                  <a:pos x="T0" y="T1"/>
                </a:cxn>
                <a:cxn ang="0">
                  <a:pos x="T2" y="T3"/>
                </a:cxn>
                <a:cxn ang="0">
                  <a:pos x="T4" y="T5"/>
                </a:cxn>
                <a:cxn ang="0">
                  <a:pos x="T6" y="T7"/>
                </a:cxn>
                <a:cxn ang="0">
                  <a:pos x="T8" y="T9"/>
                </a:cxn>
              </a:cxnLst>
              <a:rect l="0" t="0" r="r" b="b"/>
              <a:pathLst>
                <a:path w="87" h="87">
                  <a:moveTo>
                    <a:pt x="77" y="87"/>
                  </a:moveTo>
                  <a:lnTo>
                    <a:pt x="0" y="9"/>
                  </a:lnTo>
                  <a:lnTo>
                    <a:pt x="9" y="0"/>
                  </a:lnTo>
                  <a:lnTo>
                    <a:pt x="87" y="78"/>
                  </a:lnTo>
                  <a:lnTo>
                    <a:pt x="77" y="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8" name="Freeform 79"/>
            <p:cNvSpPr>
              <a:spLocks/>
            </p:cNvSpPr>
            <p:nvPr/>
          </p:nvSpPr>
          <p:spPr bwMode="auto">
            <a:xfrm>
              <a:off x="2154238" y="6392863"/>
              <a:ext cx="138113" cy="138113"/>
            </a:xfrm>
            <a:custGeom>
              <a:avLst/>
              <a:gdLst>
                <a:gd name="T0" fmla="*/ 9 w 87"/>
                <a:gd name="T1" fmla="*/ 87 h 87"/>
                <a:gd name="T2" fmla="*/ 0 w 87"/>
                <a:gd name="T3" fmla="*/ 78 h 87"/>
                <a:gd name="T4" fmla="*/ 77 w 87"/>
                <a:gd name="T5" fmla="*/ 0 h 87"/>
                <a:gd name="T6" fmla="*/ 87 w 87"/>
                <a:gd name="T7" fmla="*/ 9 h 87"/>
                <a:gd name="T8" fmla="*/ 9 w 87"/>
                <a:gd name="T9" fmla="*/ 87 h 87"/>
              </a:gdLst>
              <a:ahLst/>
              <a:cxnLst>
                <a:cxn ang="0">
                  <a:pos x="T0" y="T1"/>
                </a:cxn>
                <a:cxn ang="0">
                  <a:pos x="T2" y="T3"/>
                </a:cxn>
                <a:cxn ang="0">
                  <a:pos x="T4" y="T5"/>
                </a:cxn>
                <a:cxn ang="0">
                  <a:pos x="T6" y="T7"/>
                </a:cxn>
                <a:cxn ang="0">
                  <a:pos x="T8" y="T9"/>
                </a:cxn>
              </a:cxnLst>
              <a:rect l="0" t="0" r="r" b="b"/>
              <a:pathLst>
                <a:path w="87" h="87">
                  <a:moveTo>
                    <a:pt x="9" y="87"/>
                  </a:moveTo>
                  <a:lnTo>
                    <a:pt x="0" y="78"/>
                  </a:lnTo>
                  <a:lnTo>
                    <a:pt x="77" y="0"/>
                  </a:lnTo>
                  <a:lnTo>
                    <a:pt x="87" y="9"/>
                  </a:lnTo>
                  <a:lnTo>
                    <a:pt x="9" y="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409" name="组合 408"/>
          <p:cNvGrpSpPr/>
          <p:nvPr/>
        </p:nvGrpSpPr>
        <p:grpSpPr>
          <a:xfrm>
            <a:off x="9291111" y="3536911"/>
            <a:ext cx="300070" cy="229206"/>
            <a:chOff x="1131888" y="6302376"/>
            <a:chExt cx="430212" cy="328613"/>
          </a:xfrm>
          <a:solidFill>
            <a:srgbClr val="707E84"/>
          </a:solidFill>
        </p:grpSpPr>
        <p:sp>
          <p:nvSpPr>
            <p:cNvPr id="410" name="Freeform 96"/>
            <p:cNvSpPr>
              <a:spLocks/>
            </p:cNvSpPr>
            <p:nvPr/>
          </p:nvSpPr>
          <p:spPr bwMode="auto">
            <a:xfrm>
              <a:off x="1209675" y="6521451"/>
              <a:ext cx="26988" cy="109538"/>
            </a:xfrm>
            <a:custGeom>
              <a:avLst/>
              <a:gdLst>
                <a:gd name="T0" fmla="*/ 24 w 63"/>
                <a:gd name="T1" fmla="*/ 0 h 255"/>
                <a:gd name="T2" fmla="*/ 63 w 63"/>
                <a:gd name="T3" fmla="*/ 30 h 255"/>
                <a:gd name="T4" fmla="*/ 63 w 63"/>
                <a:gd name="T5" fmla="*/ 225 h 255"/>
                <a:gd name="T6" fmla="*/ 24 w 63"/>
                <a:gd name="T7" fmla="*/ 255 h 255"/>
                <a:gd name="T8" fmla="*/ 0 w 63"/>
                <a:gd name="T9" fmla="*/ 255 h 255"/>
                <a:gd name="T10" fmla="*/ 0 w 63"/>
                <a:gd name="T11" fmla="*/ 0 h 255"/>
                <a:gd name="T12" fmla="*/ 24 w 63"/>
                <a:gd name="T13" fmla="*/ 0 h 255"/>
              </a:gdLst>
              <a:ahLst/>
              <a:cxnLst>
                <a:cxn ang="0">
                  <a:pos x="T0" y="T1"/>
                </a:cxn>
                <a:cxn ang="0">
                  <a:pos x="T2" y="T3"/>
                </a:cxn>
                <a:cxn ang="0">
                  <a:pos x="T4" y="T5"/>
                </a:cxn>
                <a:cxn ang="0">
                  <a:pos x="T6" y="T7"/>
                </a:cxn>
                <a:cxn ang="0">
                  <a:pos x="T8" y="T9"/>
                </a:cxn>
                <a:cxn ang="0">
                  <a:pos x="T10" y="T11"/>
                </a:cxn>
                <a:cxn ang="0">
                  <a:pos x="T12" y="T13"/>
                </a:cxn>
              </a:cxnLst>
              <a:rect l="0" t="0" r="r" b="b"/>
              <a:pathLst>
                <a:path w="63" h="255">
                  <a:moveTo>
                    <a:pt x="24" y="0"/>
                  </a:moveTo>
                  <a:cubicBezTo>
                    <a:pt x="45" y="0"/>
                    <a:pt x="63" y="13"/>
                    <a:pt x="63" y="30"/>
                  </a:cubicBezTo>
                  <a:cubicBezTo>
                    <a:pt x="63" y="225"/>
                    <a:pt x="63" y="225"/>
                    <a:pt x="63" y="225"/>
                  </a:cubicBezTo>
                  <a:cubicBezTo>
                    <a:pt x="63" y="241"/>
                    <a:pt x="45" y="255"/>
                    <a:pt x="24" y="255"/>
                  </a:cubicBezTo>
                  <a:cubicBezTo>
                    <a:pt x="0" y="255"/>
                    <a:pt x="0" y="255"/>
                    <a:pt x="0" y="255"/>
                  </a:cubicBezTo>
                  <a:cubicBezTo>
                    <a:pt x="0" y="0"/>
                    <a:pt x="0" y="0"/>
                    <a:pt x="0" y="0"/>
                  </a:cubicBez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1" name="Freeform 97"/>
            <p:cNvSpPr>
              <a:spLocks/>
            </p:cNvSpPr>
            <p:nvPr/>
          </p:nvSpPr>
          <p:spPr bwMode="auto">
            <a:xfrm>
              <a:off x="1131888" y="6518276"/>
              <a:ext cx="63500" cy="112713"/>
            </a:xfrm>
            <a:custGeom>
              <a:avLst/>
              <a:gdLst>
                <a:gd name="T0" fmla="*/ 130 w 149"/>
                <a:gd name="T1" fmla="*/ 0 h 262"/>
                <a:gd name="T2" fmla="*/ 134 w 149"/>
                <a:gd name="T3" fmla="*/ 0 h 262"/>
                <a:gd name="T4" fmla="*/ 136 w 149"/>
                <a:gd name="T5" fmla="*/ 0 h 262"/>
                <a:gd name="T6" fmla="*/ 149 w 149"/>
                <a:gd name="T7" fmla="*/ 0 h 262"/>
                <a:gd name="T8" fmla="*/ 149 w 149"/>
                <a:gd name="T9" fmla="*/ 262 h 262"/>
                <a:gd name="T10" fmla="*/ 136 w 149"/>
                <a:gd name="T11" fmla="*/ 262 h 262"/>
                <a:gd name="T12" fmla="*/ 126 w 149"/>
                <a:gd name="T13" fmla="*/ 261 h 262"/>
                <a:gd name="T14" fmla="*/ 0 w 149"/>
                <a:gd name="T15" fmla="*/ 130 h 262"/>
                <a:gd name="T16" fmla="*/ 130 w 149"/>
                <a:gd name="T17" fmla="*/ 0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9" h="262">
                  <a:moveTo>
                    <a:pt x="130" y="0"/>
                  </a:moveTo>
                  <a:cubicBezTo>
                    <a:pt x="132" y="0"/>
                    <a:pt x="133" y="0"/>
                    <a:pt x="134" y="0"/>
                  </a:cubicBezTo>
                  <a:cubicBezTo>
                    <a:pt x="135" y="0"/>
                    <a:pt x="135" y="0"/>
                    <a:pt x="136" y="0"/>
                  </a:cubicBezTo>
                  <a:cubicBezTo>
                    <a:pt x="149" y="0"/>
                    <a:pt x="149" y="0"/>
                    <a:pt x="149" y="0"/>
                  </a:cubicBezTo>
                  <a:cubicBezTo>
                    <a:pt x="149" y="262"/>
                    <a:pt x="149" y="262"/>
                    <a:pt x="149" y="262"/>
                  </a:cubicBezTo>
                  <a:cubicBezTo>
                    <a:pt x="136" y="262"/>
                    <a:pt x="136" y="262"/>
                    <a:pt x="136" y="262"/>
                  </a:cubicBezTo>
                  <a:cubicBezTo>
                    <a:pt x="133" y="262"/>
                    <a:pt x="130" y="261"/>
                    <a:pt x="126" y="261"/>
                  </a:cubicBezTo>
                  <a:cubicBezTo>
                    <a:pt x="56" y="259"/>
                    <a:pt x="0" y="201"/>
                    <a:pt x="0" y="130"/>
                  </a:cubicBezTo>
                  <a:cubicBezTo>
                    <a:pt x="0" y="58"/>
                    <a:pt x="58" y="0"/>
                    <a:pt x="13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2" name="Freeform 98"/>
            <p:cNvSpPr>
              <a:spLocks/>
            </p:cNvSpPr>
            <p:nvPr/>
          </p:nvSpPr>
          <p:spPr bwMode="auto">
            <a:xfrm>
              <a:off x="1455738" y="6521451"/>
              <a:ext cx="26988" cy="109538"/>
            </a:xfrm>
            <a:custGeom>
              <a:avLst/>
              <a:gdLst>
                <a:gd name="T0" fmla="*/ 39 w 63"/>
                <a:gd name="T1" fmla="*/ 0 h 255"/>
                <a:gd name="T2" fmla="*/ 0 w 63"/>
                <a:gd name="T3" fmla="*/ 30 h 255"/>
                <a:gd name="T4" fmla="*/ 0 w 63"/>
                <a:gd name="T5" fmla="*/ 225 h 255"/>
                <a:gd name="T6" fmla="*/ 39 w 63"/>
                <a:gd name="T7" fmla="*/ 255 h 255"/>
                <a:gd name="T8" fmla="*/ 63 w 63"/>
                <a:gd name="T9" fmla="*/ 255 h 255"/>
                <a:gd name="T10" fmla="*/ 63 w 63"/>
                <a:gd name="T11" fmla="*/ 0 h 255"/>
                <a:gd name="T12" fmla="*/ 39 w 63"/>
                <a:gd name="T13" fmla="*/ 0 h 255"/>
              </a:gdLst>
              <a:ahLst/>
              <a:cxnLst>
                <a:cxn ang="0">
                  <a:pos x="T0" y="T1"/>
                </a:cxn>
                <a:cxn ang="0">
                  <a:pos x="T2" y="T3"/>
                </a:cxn>
                <a:cxn ang="0">
                  <a:pos x="T4" y="T5"/>
                </a:cxn>
                <a:cxn ang="0">
                  <a:pos x="T6" y="T7"/>
                </a:cxn>
                <a:cxn ang="0">
                  <a:pos x="T8" y="T9"/>
                </a:cxn>
                <a:cxn ang="0">
                  <a:pos x="T10" y="T11"/>
                </a:cxn>
                <a:cxn ang="0">
                  <a:pos x="T12" y="T13"/>
                </a:cxn>
              </a:cxnLst>
              <a:rect l="0" t="0" r="r" b="b"/>
              <a:pathLst>
                <a:path w="63" h="255">
                  <a:moveTo>
                    <a:pt x="39" y="0"/>
                  </a:moveTo>
                  <a:cubicBezTo>
                    <a:pt x="17" y="0"/>
                    <a:pt x="0" y="13"/>
                    <a:pt x="0" y="30"/>
                  </a:cubicBezTo>
                  <a:cubicBezTo>
                    <a:pt x="0" y="225"/>
                    <a:pt x="0" y="225"/>
                    <a:pt x="0" y="225"/>
                  </a:cubicBezTo>
                  <a:cubicBezTo>
                    <a:pt x="0" y="241"/>
                    <a:pt x="17" y="255"/>
                    <a:pt x="39" y="255"/>
                  </a:cubicBezTo>
                  <a:cubicBezTo>
                    <a:pt x="63" y="255"/>
                    <a:pt x="63" y="255"/>
                    <a:pt x="63" y="255"/>
                  </a:cubicBezTo>
                  <a:cubicBezTo>
                    <a:pt x="63" y="0"/>
                    <a:pt x="63" y="0"/>
                    <a:pt x="63" y="0"/>
                  </a:cubicBezTo>
                  <a:lnTo>
                    <a:pt x="3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3" name="Freeform 99"/>
            <p:cNvSpPr>
              <a:spLocks/>
            </p:cNvSpPr>
            <p:nvPr/>
          </p:nvSpPr>
          <p:spPr bwMode="auto">
            <a:xfrm>
              <a:off x="1498600" y="6518276"/>
              <a:ext cx="63500" cy="112713"/>
            </a:xfrm>
            <a:custGeom>
              <a:avLst/>
              <a:gdLst>
                <a:gd name="T0" fmla="*/ 19 w 150"/>
                <a:gd name="T1" fmla="*/ 0 h 262"/>
                <a:gd name="T2" fmla="*/ 16 w 150"/>
                <a:gd name="T3" fmla="*/ 0 h 262"/>
                <a:gd name="T4" fmla="*/ 13 w 150"/>
                <a:gd name="T5" fmla="*/ 0 h 262"/>
                <a:gd name="T6" fmla="*/ 0 w 150"/>
                <a:gd name="T7" fmla="*/ 0 h 262"/>
                <a:gd name="T8" fmla="*/ 0 w 150"/>
                <a:gd name="T9" fmla="*/ 262 h 262"/>
                <a:gd name="T10" fmla="*/ 13 w 150"/>
                <a:gd name="T11" fmla="*/ 262 h 262"/>
                <a:gd name="T12" fmla="*/ 23 w 150"/>
                <a:gd name="T13" fmla="*/ 261 h 262"/>
                <a:gd name="T14" fmla="*/ 150 w 150"/>
                <a:gd name="T15" fmla="*/ 130 h 262"/>
                <a:gd name="T16" fmla="*/ 19 w 150"/>
                <a:gd name="T17" fmla="*/ 0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0" h="262">
                  <a:moveTo>
                    <a:pt x="19" y="0"/>
                  </a:moveTo>
                  <a:cubicBezTo>
                    <a:pt x="18" y="0"/>
                    <a:pt x="17" y="0"/>
                    <a:pt x="16" y="0"/>
                  </a:cubicBezTo>
                  <a:cubicBezTo>
                    <a:pt x="15" y="0"/>
                    <a:pt x="14" y="0"/>
                    <a:pt x="13" y="0"/>
                  </a:cubicBezTo>
                  <a:cubicBezTo>
                    <a:pt x="0" y="0"/>
                    <a:pt x="0" y="0"/>
                    <a:pt x="0" y="0"/>
                  </a:cubicBezTo>
                  <a:cubicBezTo>
                    <a:pt x="0" y="262"/>
                    <a:pt x="0" y="262"/>
                    <a:pt x="0" y="262"/>
                  </a:cubicBezTo>
                  <a:cubicBezTo>
                    <a:pt x="13" y="262"/>
                    <a:pt x="13" y="262"/>
                    <a:pt x="13" y="262"/>
                  </a:cubicBezTo>
                  <a:cubicBezTo>
                    <a:pt x="17" y="262"/>
                    <a:pt x="20" y="261"/>
                    <a:pt x="23" y="261"/>
                  </a:cubicBezTo>
                  <a:cubicBezTo>
                    <a:pt x="93" y="259"/>
                    <a:pt x="150" y="201"/>
                    <a:pt x="150" y="130"/>
                  </a:cubicBezTo>
                  <a:cubicBezTo>
                    <a:pt x="150" y="58"/>
                    <a:pt x="91" y="0"/>
                    <a:pt x="1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4" name="Freeform 100"/>
            <p:cNvSpPr>
              <a:spLocks/>
            </p:cNvSpPr>
            <p:nvPr/>
          </p:nvSpPr>
          <p:spPr bwMode="auto">
            <a:xfrm>
              <a:off x="1174750" y="6302376"/>
              <a:ext cx="344488" cy="242888"/>
            </a:xfrm>
            <a:custGeom>
              <a:avLst/>
              <a:gdLst>
                <a:gd name="T0" fmla="*/ 803 w 803"/>
                <a:gd name="T1" fmla="*/ 566 h 566"/>
                <a:gd name="T2" fmla="*/ 755 w 803"/>
                <a:gd name="T3" fmla="*/ 566 h 566"/>
                <a:gd name="T4" fmla="*/ 755 w 803"/>
                <a:gd name="T5" fmla="*/ 402 h 566"/>
                <a:gd name="T6" fmla="*/ 401 w 803"/>
                <a:gd name="T7" fmla="*/ 48 h 566"/>
                <a:gd name="T8" fmla="*/ 48 w 803"/>
                <a:gd name="T9" fmla="*/ 402 h 566"/>
                <a:gd name="T10" fmla="*/ 48 w 803"/>
                <a:gd name="T11" fmla="*/ 566 h 566"/>
                <a:gd name="T12" fmla="*/ 0 w 803"/>
                <a:gd name="T13" fmla="*/ 566 h 566"/>
                <a:gd name="T14" fmla="*/ 0 w 803"/>
                <a:gd name="T15" fmla="*/ 402 h 566"/>
                <a:gd name="T16" fmla="*/ 401 w 803"/>
                <a:gd name="T17" fmla="*/ 0 h 566"/>
                <a:gd name="T18" fmla="*/ 803 w 803"/>
                <a:gd name="T19" fmla="*/ 402 h 566"/>
                <a:gd name="T20" fmla="*/ 803 w 803"/>
                <a:gd name="T21" fmla="*/ 566 h 5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3" h="566">
                  <a:moveTo>
                    <a:pt x="803" y="566"/>
                  </a:moveTo>
                  <a:cubicBezTo>
                    <a:pt x="755" y="566"/>
                    <a:pt x="755" y="566"/>
                    <a:pt x="755" y="566"/>
                  </a:cubicBezTo>
                  <a:cubicBezTo>
                    <a:pt x="755" y="402"/>
                    <a:pt x="755" y="402"/>
                    <a:pt x="755" y="402"/>
                  </a:cubicBezTo>
                  <a:cubicBezTo>
                    <a:pt x="755" y="207"/>
                    <a:pt x="596" y="48"/>
                    <a:pt x="401" y="48"/>
                  </a:cubicBezTo>
                  <a:cubicBezTo>
                    <a:pt x="206" y="48"/>
                    <a:pt x="48" y="207"/>
                    <a:pt x="48" y="402"/>
                  </a:cubicBezTo>
                  <a:cubicBezTo>
                    <a:pt x="48" y="566"/>
                    <a:pt x="48" y="566"/>
                    <a:pt x="48" y="566"/>
                  </a:cubicBezTo>
                  <a:cubicBezTo>
                    <a:pt x="0" y="566"/>
                    <a:pt x="0" y="566"/>
                    <a:pt x="0" y="566"/>
                  </a:cubicBezTo>
                  <a:cubicBezTo>
                    <a:pt x="0" y="402"/>
                    <a:pt x="0" y="402"/>
                    <a:pt x="0" y="402"/>
                  </a:cubicBezTo>
                  <a:cubicBezTo>
                    <a:pt x="0" y="180"/>
                    <a:pt x="180" y="0"/>
                    <a:pt x="401" y="0"/>
                  </a:cubicBezTo>
                  <a:cubicBezTo>
                    <a:pt x="623" y="0"/>
                    <a:pt x="803" y="180"/>
                    <a:pt x="803" y="402"/>
                  </a:cubicBezTo>
                  <a:lnTo>
                    <a:pt x="803" y="5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415" name="组合 414"/>
          <p:cNvGrpSpPr/>
          <p:nvPr/>
        </p:nvGrpSpPr>
        <p:grpSpPr>
          <a:xfrm>
            <a:off x="8769897" y="2512243"/>
            <a:ext cx="291213" cy="291213"/>
            <a:chOff x="257175" y="4500563"/>
            <a:chExt cx="417513" cy="417513"/>
          </a:xfrm>
          <a:solidFill>
            <a:srgbClr val="707E84"/>
          </a:solidFill>
        </p:grpSpPr>
        <p:sp>
          <p:nvSpPr>
            <p:cNvPr id="416" name="Freeform 101"/>
            <p:cNvSpPr>
              <a:spLocks noEditPoints="1"/>
            </p:cNvSpPr>
            <p:nvPr/>
          </p:nvSpPr>
          <p:spPr bwMode="auto">
            <a:xfrm>
              <a:off x="257175" y="4500563"/>
              <a:ext cx="417513" cy="417513"/>
            </a:xfrm>
            <a:custGeom>
              <a:avLst/>
              <a:gdLst>
                <a:gd name="T0" fmla="*/ 487 w 974"/>
                <a:gd name="T1" fmla="*/ 974 h 974"/>
                <a:gd name="T2" fmla="*/ 0 w 974"/>
                <a:gd name="T3" fmla="*/ 487 h 974"/>
                <a:gd name="T4" fmla="*/ 487 w 974"/>
                <a:gd name="T5" fmla="*/ 0 h 974"/>
                <a:gd name="T6" fmla="*/ 974 w 974"/>
                <a:gd name="T7" fmla="*/ 487 h 974"/>
                <a:gd name="T8" fmla="*/ 487 w 974"/>
                <a:gd name="T9" fmla="*/ 974 h 974"/>
                <a:gd name="T10" fmla="*/ 487 w 974"/>
                <a:gd name="T11" fmla="*/ 40 h 974"/>
                <a:gd name="T12" fmla="*/ 40 w 974"/>
                <a:gd name="T13" fmla="*/ 487 h 974"/>
                <a:gd name="T14" fmla="*/ 487 w 974"/>
                <a:gd name="T15" fmla="*/ 934 h 974"/>
                <a:gd name="T16" fmla="*/ 934 w 974"/>
                <a:gd name="T17" fmla="*/ 487 h 974"/>
                <a:gd name="T18" fmla="*/ 487 w 974"/>
                <a:gd name="T19" fmla="*/ 40 h 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4" h="974">
                  <a:moveTo>
                    <a:pt x="487" y="974"/>
                  </a:moveTo>
                  <a:cubicBezTo>
                    <a:pt x="219" y="974"/>
                    <a:pt x="0" y="755"/>
                    <a:pt x="0" y="487"/>
                  </a:cubicBezTo>
                  <a:cubicBezTo>
                    <a:pt x="0" y="218"/>
                    <a:pt x="219" y="0"/>
                    <a:pt x="487" y="0"/>
                  </a:cubicBezTo>
                  <a:cubicBezTo>
                    <a:pt x="756" y="0"/>
                    <a:pt x="974" y="218"/>
                    <a:pt x="974" y="487"/>
                  </a:cubicBezTo>
                  <a:cubicBezTo>
                    <a:pt x="974" y="755"/>
                    <a:pt x="756" y="974"/>
                    <a:pt x="487" y="974"/>
                  </a:cubicBezTo>
                  <a:close/>
                  <a:moveTo>
                    <a:pt x="487" y="40"/>
                  </a:moveTo>
                  <a:cubicBezTo>
                    <a:pt x="241" y="40"/>
                    <a:pt x="40" y="240"/>
                    <a:pt x="40" y="487"/>
                  </a:cubicBezTo>
                  <a:cubicBezTo>
                    <a:pt x="40" y="733"/>
                    <a:pt x="241" y="934"/>
                    <a:pt x="487" y="934"/>
                  </a:cubicBezTo>
                  <a:cubicBezTo>
                    <a:pt x="734" y="934"/>
                    <a:pt x="934" y="733"/>
                    <a:pt x="934" y="487"/>
                  </a:cubicBezTo>
                  <a:cubicBezTo>
                    <a:pt x="934" y="240"/>
                    <a:pt x="734" y="40"/>
                    <a:pt x="487"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7" name="Oval 102"/>
            <p:cNvSpPr>
              <a:spLocks noChangeArrowheads="1"/>
            </p:cNvSpPr>
            <p:nvPr/>
          </p:nvSpPr>
          <p:spPr bwMode="auto">
            <a:xfrm>
              <a:off x="439738" y="4683126"/>
              <a:ext cx="52388" cy="523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8" name="Rectangle 103"/>
            <p:cNvSpPr>
              <a:spLocks noChangeArrowheads="1"/>
            </p:cNvSpPr>
            <p:nvPr/>
          </p:nvSpPr>
          <p:spPr bwMode="auto">
            <a:xfrm>
              <a:off x="457200" y="4567238"/>
              <a:ext cx="17463" cy="142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9" name="Freeform 104"/>
            <p:cNvSpPr>
              <a:spLocks/>
            </p:cNvSpPr>
            <p:nvPr/>
          </p:nvSpPr>
          <p:spPr bwMode="auto">
            <a:xfrm>
              <a:off x="373063" y="4708526"/>
              <a:ext cx="90488" cy="63500"/>
            </a:xfrm>
            <a:custGeom>
              <a:avLst/>
              <a:gdLst>
                <a:gd name="T0" fmla="*/ 6 w 57"/>
                <a:gd name="T1" fmla="*/ 40 h 40"/>
                <a:gd name="T2" fmla="*/ 0 w 57"/>
                <a:gd name="T3" fmla="*/ 31 h 40"/>
                <a:gd name="T4" fmla="*/ 51 w 57"/>
                <a:gd name="T5" fmla="*/ 0 h 40"/>
                <a:gd name="T6" fmla="*/ 57 w 57"/>
                <a:gd name="T7" fmla="*/ 9 h 40"/>
                <a:gd name="T8" fmla="*/ 6 w 57"/>
                <a:gd name="T9" fmla="*/ 40 h 40"/>
              </a:gdLst>
              <a:ahLst/>
              <a:cxnLst>
                <a:cxn ang="0">
                  <a:pos x="T0" y="T1"/>
                </a:cxn>
                <a:cxn ang="0">
                  <a:pos x="T2" y="T3"/>
                </a:cxn>
                <a:cxn ang="0">
                  <a:pos x="T4" y="T5"/>
                </a:cxn>
                <a:cxn ang="0">
                  <a:pos x="T6" y="T7"/>
                </a:cxn>
                <a:cxn ang="0">
                  <a:pos x="T8" y="T9"/>
                </a:cxn>
              </a:cxnLst>
              <a:rect l="0" t="0" r="r" b="b"/>
              <a:pathLst>
                <a:path w="57" h="40">
                  <a:moveTo>
                    <a:pt x="6" y="40"/>
                  </a:moveTo>
                  <a:lnTo>
                    <a:pt x="0" y="31"/>
                  </a:lnTo>
                  <a:lnTo>
                    <a:pt x="51" y="0"/>
                  </a:lnTo>
                  <a:lnTo>
                    <a:pt x="57" y="9"/>
                  </a:lnTo>
                  <a:lnTo>
                    <a:pt x="6"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420" name="组合 419"/>
          <p:cNvGrpSpPr/>
          <p:nvPr/>
        </p:nvGrpSpPr>
        <p:grpSpPr>
          <a:xfrm>
            <a:off x="11701745" y="2529959"/>
            <a:ext cx="300071" cy="255780"/>
            <a:chOff x="1130300" y="4522788"/>
            <a:chExt cx="430213" cy="366713"/>
          </a:xfrm>
          <a:solidFill>
            <a:srgbClr val="707E84"/>
          </a:solidFill>
        </p:grpSpPr>
        <p:sp>
          <p:nvSpPr>
            <p:cNvPr id="421" name="Freeform 105"/>
            <p:cNvSpPr>
              <a:spLocks/>
            </p:cNvSpPr>
            <p:nvPr/>
          </p:nvSpPr>
          <p:spPr bwMode="auto">
            <a:xfrm>
              <a:off x="1130300" y="4591051"/>
              <a:ext cx="142875" cy="107950"/>
            </a:xfrm>
            <a:custGeom>
              <a:avLst/>
              <a:gdLst>
                <a:gd name="T0" fmla="*/ 111 w 334"/>
                <a:gd name="T1" fmla="*/ 251 h 251"/>
                <a:gd name="T2" fmla="*/ 104 w 334"/>
                <a:gd name="T3" fmla="*/ 250 h 251"/>
                <a:gd name="T4" fmla="*/ 88 w 334"/>
                <a:gd name="T5" fmla="*/ 230 h 251"/>
                <a:gd name="T6" fmla="*/ 0 w 334"/>
                <a:gd name="T7" fmla="*/ 37 h 251"/>
                <a:gd name="T8" fmla="*/ 30 w 334"/>
                <a:gd name="T9" fmla="*/ 0 h 251"/>
                <a:gd name="T10" fmla="*/ 128 w 334"/>
                <a:gd name="T11" fmla="*/ 178 h 251"/>
                <a:gd name="T12" fmla="*/ 324 w 334"/>
                <a:gd name="T13" fmla="*/ 75 h 251"/>
                <a:gd name="T14" fmla="*/ 334 w 334"/>
                <a:gd name="T15" fmla="*/ 122 h 251"/>
                <a:gd name="T16" fmla="*/ 129 w 334"/>
                <a:gd name="T17" fmla="*/ 244 h 251"/>
                <a:gd name="T18" fmla="*/ 111 w 334"/>
                <a:gd name="T19" fmla="*/ 25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4" h="251">
                  <a:moveTo>
                    <a:pt x="111" y="251"/>
                  </a:moveTo>
                  <a:cubicBezTo>
                    <a:pt x="109" y="251"/>
                    <a:pt x="106" y="251"/>
                    <a:pt x="104" y="250"/>
                  </a:cubicBezTo>
                  <a:cubicBezTo>
                    <a:pt x="95" y="247"/>
                    <a:pt x="89" y="239"/>
                    <a:pt x="88" y="230"/>
                  </a:cubicBezTo>
                  <a:cubicBezTo>
                    <a:pt x="73" y="100"/>
                    <a:pt x="1" y="38"/>
                    <a:pt x="0" y="37"/>
                  </a:cubicBezTo>
                  <a:cubicBezTo>
                    <a:pt x="30" y="0"/>
                    <a:pt x="30" y="0"/>
                    <a:pt x="30" y="0"/>
                  </a:cubicBezTo>
                  <a:cubicBezTo>
                    <a:pt x="33" y="3"/>
                    <a:pt x="101" y="59"/>
                    <a:pt x="128" y="178"/>
                  </a:cubicBezTo>
                  <a:cubicBezTo>
                    <a:pt x="222" y="97"/>
                    <a:pt x="320" y="76"/>
                    <a:pt x="324" y="75"/>
                  </a:cubicBezTo>
                  <a:cubicBezTo>
                    <a:pt x="334" y="122"/>
                    <a:pt x="334" y="122"/>
                    <a:pt x="334" y="122"/>
                  </a:cubicBezTo>
                  <a:cubicBezTo>
                    <a:pt x="333" y="122"/>
                    <a:pt x="221" y="146"/>
                    <a:pt x="129" y="244"/>
                  </a:cubicBezTo>
                  <a:cubicBezTo>
                    <a:pt x="124" y="248"/>
                    <a:pt x="118" y="251"/>
                    <a:pt x="111" y="2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2" name="Freeform 106"/>
            <p:cNvSpPr>
              <a:spLocks/>
            </p:cNvSpPr>
            <p:nvPr/>
          </p:nvSpPr>
          <p:spPr bwMode="auto">
            <a:xfrm>
              <a:off x="1168400" y="4522788"/>
              <a:ext cx="293688" cy="166688"/>
            </a:xfrm>
            <a:custGeom>
              <a:avLst/>
              <a:gdLst>
                <a:gd name="T0" fmla="*/ 47 w 686"/>
                <a:gd name="T1" fmla="*/ 392 h 392"/>
                <a:gd name="T2" fmla="*/ 0 w 686"/>
                <a:gd name="T3" fmla="*/ 384 h 392"/>
                <a:gd name="T4" fmla="*/ 279 w 686"/>
                <a:gd name="T5" fmla="*/ 51 h 392"/>
                <a:gd name="T6" fmla="*/ 686 w 686"/>
                <a:gd name="T7" fmla="*/ 127 h 392"/>
                <a:gd name="T8" fmla="*/ 657 w 686"/>
                <a:gd name="T9" fmla="*/ 165 h 392"/>
                <a:gd name="T10" fmla="*/ 296 w 686"/>
                <a:gd name="T11" fmla="*/ 96 h 392"/>
                <a:gd name="T12" fmla="*/ 47 w 686"/>
                <a:gd name="T13" fmla="*/ 392 h 392"/>
              </a:gdLst>
              <a:ahLst/>
              <a:cxnLst>
                <a:cxn ang="0">
                  <a:pos x="T0" y="T1"/>
                </a:cxn>
                <a:cxn ang="0">
                  <a:pos x="T2" y="T3"/>
                </a:cxn>
                <a:cxn ang="0">
                  <a:pos x="T4" y="T5"/>
                </a:cxn>
                <a:cxn ang="0">
                  <a:pos x="T6" y="T7"/>
                </a:cxn>
                <a:cxn ang="0">
                  <a:pos x="T8" y="T9"/>
                </a:cxn>
                <a:cxn ang="0">
                  <a:pos x="T10" y="T11"/>
                </a:cxn>
                <a:cxn ang="0">
                  <a:pos x="T12" y="T13"/>
                </a:cxn>
              </a:cxnLst>
              <a:rect l="0" t="0" r="r" b="b"/>
              <a:pathLst>
                <a:path w="686" h="392">
                  <a:moveTo>
                    <a:pt x="47" y="392"/>
                  </a:moveTo>
                  <a:cubicBezTo>
                    <a:pt x="0" y="384"/>
                    <a:pt x="0" y="384"/>
                    <a:pt x="0" y="384"/>
                  </a:cubicBezTo>
                  <a:cubicBezTo>
                    <a:pt x="27" y="241"/>
                    <a:pt x="142" y="104"/>
                    <a:pt x="279" y="51"/>
                  </a:cubicBezTo>
                  <a:cubicBezTo>
                    <a:pt x="373" y="16"/>
                    <a:pt x="519" y="0"/>
                    <a:pt x="686" y="127"/>
                  </a:cubicBezTo>
                  <a:cubicBezTo>
                    <a:pt x="657" y="165"/>
                    <a:pt x="657" y="165"/>
                    <a:pt x="657" y="165"/>
                  </a:cubicBezTo>
                  <a:cubicBezTo>
                    <a:pt x="508" y="51"/>
                    <a:pt x="379" y="65"/>
                    <a:pt x="296" y="96"/>
                  </a:cubicBezTo>
                  <a:cubicBezTo>
                    <a:pt x="174" y="143"/>
                    <a:pt x="71" y="265"/>
                    <a:pt x="47" y="3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3" name="Freeform 107"/>
            <p:cNvSpPr>
              <a:spLocks/>
            </p:cNvSpPr>
            <p:nvPr/>
          </p:nvSpPr>
          <p:spPr bwMode="auto">
            <a:xfrm>
              <a:off x="1417638" y="4722813"/>
              <a:ext cx="142875" cy="109538"/>
            </a:xfrm>
            <a:custGeom>
              <a:avLst/>
              <a:gdLst>
                <a:gd name="T0" fmla="*/ 304 w 334"/>
                <a:gd name="T1" fmla="*/ 253 h 253"/>
                <a:gd name="T2" fmla="*/ 207 w 334"/>
                <a:gd name="T3" fmla="*/ 75 h 253"/>
                <a:gd name="T4" fmla="*/ 10 w 334"/>
                <a:gd name="T5" fmla="*/ 178 h 253"/>
                <a:gd name="T6" fmla="*/ 0 w 334"/>
                <a:gd name="T7" fmla="*/ 131 h 253"/>
                <a:gd name="T8" fmla="*/ 205 w 334"/>
                <a:gd name="T9" fmla="*/ 9 h 253"/>
                <a:gd name="T10" fmla="*/ 231 w 334"/>
                <a:gd name="T11" fmla="*/ 3 h 253"/>
                <a:gd name="T12" fmla="*/ 247 w 334"/>
                <a:gd name="T13" fmla="*/ 23 h 253"/>
                <a:gd name="T14" fmla="*/ 334 w 334"/>
                <a:gd name="T15" fmla="*/ 216 h 253"/>
                <a:gd name="T16" fmla="*/ 304 w 334"/>
                <a:gd name="T17" fmla="*/ 253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4" h="253">
                  <a:moveTo>
                    <a:pt x="304" y="253"/>
                  </a:moveTo>
                  <a:cubicBezTo>
                    <a:pt x="301" y="250"/>
                    <a:pt x="233" y="194"/>
                    <a:pt x="207" y="75"/>
                  </a:cubicBezTo>
                  <a:cubicBezTo>
                    <a:pt x="112" y="156"/>
                    <a:pt x="14" y="177"/>
                    <a:pt x="10" y="178"/>
                  </a:cubicBezTo>
                  <a:cubicBezTo>
                    <a:pt x="0" y="131"/>
                    <a:pt x="0" y="131"/>
                    <a:pt x="0" y="131"/>
                  </a:cubicBezTo>
                  <a:cubicBezTo>
                    <a:pt x="1" y="131"/>
                    <a:pt x="113" y="106"/>
                    <a:pt x="205" y="9"/>
                  </a:cubicBezTo>
                  <a:cubicBezTo>
                    <a:pt x="212" y="3"/>
                    <a:pt x="222" y="0"/>
                    <a:pt x="231" y="3"/>
                  </a:cubicBezTo>
                  <a:cubicBezTo>
                    <a:pt x="239" y="6"/>
                    <a:pt x="246" y="14"/>
                    <a:pt x="247" y="23"/>
                  </a:cubicBezTo>
                  <a:cubicBezTo>
                    <a:pt x="261" y="155"/>
                    <a:pt x="334" y="215"/>
                    <a:pt x="334" y="216"/>
                  </a:cubicBezTo>
                  <a:lnTo>
                    <a:pt x="304" y="2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4" name="Freeform 108"/>
            <p:cNvSpPr>
              <a:spLocks/>
            </p:cNvSpPr>
            <p:nvPr/>
          </p:nvSpPr>
          <p:spPr bwMode="auto">
            <a:xfrm>
              <a:off x="1228725" y="4732338"/>
              <a:ext cx="293688" cy="157163"/>
            </a:xfrm>
            <a:custGeom>
              <a:avLst/>
              <a:gdLst>
                <a:gd name="T0" fmla="*/ 271 w 686"/>
                <a:gd name="T1" fmla="*/ 366 h 366"/>
                <a:gd name="T2" fmla="*/ 0 w 686"/>
                <a:gd name="T3" fmla="*/ 265 h 366"/>
                <a:gd name="T4" fmla="*/ 29 w 686"/>
                <a:gd name="T5" fmla="*/ 227 h 366"/>
                <a:gd name="T6" fmla="*/ 390 w 686"/>
                <a:gd name="T7" fmla="*/ 296 h 366"/>
                <a:gd name="T8" fmla="*/ 639 w 686"/>
                <a:gd name="T9" fmla="*/ 0 h 366"/>
                <a:gd name="T10" fmla="*/ 686 w 686"/>
                <a:gd name="T11" fmla="*/ 8 h 366"/>
                <a:gd name="T12" fmla="*/ 407 w 686"/>
                <a:gd name="T13" fmla="*/ 341 h 366"/>
                <a:gd name="T14" fmla="*/ 271 w 686"/>
                <a:gd name="T15" fmla="*/ 366 h 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6" h="366">
                  <a:moveTo>
                    <a:pt x="271" y="366"/>
                  </a:moveTo>
                  <a:cubicBezTo>
                    <a:pt x="193" y="366"/>
                    <a:pt x="100" y="341"/>
                    <a:pt x="0" y="265"/>
                  </a:cubicBezTo>
                  <a:cubicBezTo>
                    <a:pt x="29" y="227"/>
                    <a:pt x="29" y="227"/>
                    <a:pt x="29" y="227"/>
                  </a:cubicBezTo>
                  <a:cubicBezTo>
                    <a:pt x="178" y="341"/>
                    <a:pt x="308" y="327"/>
                    <a:pt x="390" y="296"/>
                  </a:cubicBezTo>
                  <a:cubicBezTo>
                    <a:pt x="513" y="249"/>
                    <a:pt x="615" y="127"/>
                    <a:pt x="639" y="0"/>
                  </a:cubicBezTo>
                  <a:cubicBezTo>
                    <a:pt x="686" y="8"/>
                    <a:pt x="686" y="8"/>
                    <a:pt x="686" y="8"/>
                  </a:cubicBezTo>
                  <a:cubicBezTo>
                    <a:pt x="659" y="151"/>
                    <a:pt x="544" y="288"/>
                    <a:pt x="407" y="341"/>
                  </a:cubicBezTo>
                  <a:cubicBezTo>
                    <a:pt x="369" y="355"/>
                    <a:pt x="323" y="366"/>
                    <a:pt x="271" y="3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425" name="组合 424"/>
          <p:cNvGrpSpPr/>
          <p:nvPr/>
        </p:nvGrpSpPr>
        <p:grpSpPr>
          <a:xfrm>
            <a:off x="9268873" y="4072504"/>
            <a:ext cx="292320" cy="263531"/>
            <a:chOff x="2019300" y="4505326"/>
            <a:chExt cx="419100" cy="377825"/>
          </a:xfrm>
          <a:solidFill>
            <a:srgbClr val="707E84"/>
          </a:solidFill>
        </p:grpSpPr>
        <p:sp>
          <p:nvSpPr>
            <p:cNvPr id="426" name="Freeform 109"/>
            <p:cNvSpPr>
              <a:spLocks noEditPoints="1"/>
            </p:cNvSpPr>
            <p:nvPr/>
          </p:nvSpPr>
          <p:spPr bwMode="auto">
            <a:xfrm>
              <a:off x="2079625" y="4505326"/>
              <a:ext cx="207963" cy="207963"/>
            </a:xfrm>
            <a:custGeom>
              <a:avLst/>
              <a:gdLst>
                <a:gd name="T0" fmla="*/ 242 w 484"/>
                <a:gd name="T1" fmla="*/ 484 h 484"/>
                <a:gd name="T2" fmla="*/ 0 w 484"/>
                <a:gd name="T3" fmla="*/ 242 h 484"/>
                <a:gd name="T4" fmla="*/ 242 w 484"/>
                <a:gd name="T5" fmla="*/ 0 h 484"/>
                <a:gd name="T6" fmla="*/ 484 w 484"/>
                <a:gd name="T7" fmla="*/ 242 h 484"/>
                <a:gd name="T8" fmla="*/ 242 w 484"/>
                <a:gd name="T9" fmla="*/ 484 h 484"/>
                <a:gd name="T10" fmla="*/ 242 w 484"/>
                <a:gd name="T11" fmla="*/ 40 h 484"/>
                <a:gd name="T12" fmla="*/ 40 w 484"/>
                <a:gd name="T13" fmla="*/ 242 h 484"/>
                <a:gd name="T14" fmla="*/ 242 w 484"/>
                <a:gd name="T15" fmla="*/ 444 h 484"/>
                <a:gd name="T16" fmla="*/ 444 w 484"/>
                <a:gd name="T17" fmla="*/ 242 h 484"/>
                <a:gd name="T18" fmla="*/ 242 w 484"/>
                <a:gd name="T19" fmla="*/ 40 h 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4" h="484">
                  <a:moveTo>
                    <a:pt x="242" y="484"/>
                  </a:moveTo>
                  <a:cubicBezTo>
                    <a:pt x="109" y="484"/>
                    <a:pt x="0" y="376"/>
                    <a:pt x="0" y="242"/>
                  </a:cubicBezTo>
                  <a:cubicBezTo>
                    <a:pt x="0" y="109"/>
                    <a:pt x="109" y="0"/>
                    <a:pt x="242" y="0"/>
                  </a:cubicBezTo>
                  <a:cubicBezTo>
                    <a:pt x="375" y="0"/>
                    <a:pt x="484" y="109"/>
                    <a:pt x="484" y="242"/>
                  </a:cubicBezTo>
                  <a:cubicBezTo>
                    <a:pt x="484" y="376"/>
                    <a:pt x="375" y="484"/>
                    <a:pt x="242" y="484"/>
                  </a:cubicBezTo>
                  <a:close/>
                  <a:moveTo>
                    <a:pt x="242" y="40"/>
                  </a:moveTo>
                  <a:cubicBezTo>
                    <a:pt x="131" y="40"/>
                    <a:pt x="40" y="131"/>
                    <a:pt x="40" y="242"/>
                  </a:cubicBezTo>
                  <a:cubicBezTo>
                    <a:pt x="40" y="354"/>
                    <a:pt x="131" y="444"/>
                    <a:pt x="242" y="444"/>
                  </a:cubicBezTo>
                  <a:cubicBezTo>
                    <a:pt x="353" y="444"/>
                    <a:pt x="444" y="354"/>
                    <a:pt x="444" y="242"/>
                  </a:cubicBezTo>
                  <a:cubicBezTo>
                    <a:pt x="444" y="131"/>
                    <a:pt x="353" y="40"/>
                    <a:pt x="24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7" name="Freeform 110"/>
            <p:cNvSpPr>
              <a:spLocks/>
            </p:cNvSpPr>
            <p:nvPr/>
          </p:nvSpPr>
          <p:spPr bwMode="auto">
            <a:xfrm>
              <a:off x="2227263" y="4686301"/>
              <a:ext cx="119063" cy="196850"/>
            </a:xfrm>
            <a:custGeom>
              <a:avLst/>
              <a:gdLst>
                <a:gd name="T0" fmla="*/ 280 w 280"/>
                <a:gd name="T1" fmla="*/ 460 h 460"/>
                <a:gd name="T2" fmla="*/ 240 w 280"/>
                <a:gd name="T3" fmla="*/ 460 h 460"/>
                <a:gd name="T4" fmla="*/ 171 w 280"/>
                <a:gd name="T5" fmla="*/ 205 h 460"/>
                <a:gd name="T6" fmla="*/ 0 w 280"/>
                <a:gd name="T7" fmla="*/ 38 h 460"/>
                <a:gd name="T8" fmla="*/ 12 w 280"/>
                <a:gd name="T9" fmla="*/ 0 h 460"/>
                <a:gd name="T10" fmla="*/ 206 w 280"/>
                <a:gd name="T11" fmla="*/ 186 h 460"/>
                <a:gd name="T12" fmla="*/ 280 w 280"/>
                <a:gd name="T13" fmla="*/ 460 h 460"/>
              </a:gdLst>
              <a:ahLst/>
              <a:cxnLst>
                <a:cxn ang="0">
                  <a:pos x="T0" y="T1"/>
                </a:cxn>
                <a:cxn ang="0">
                  <a:pos x="T2" y="T3"/>
                </a:cxn>
                <a:cxn ang="0">
                  <a:pos x="T4" y="T5"/>
                </a:cxn>
                <a:cxn ang="0">
                  <a:pos x="T6" y="T7"/>
                </a:cxn>
                <a:cxn ang="0">
                  <a:pos x="T8" y="T9"/>
                </a:cxn>
                <a:cxn ang="0">
                  <a:pos x="T10" y="T11"/>
                </a:cxn>
                <a:cxn ang="0">
                  <a:pos x="T12" y="T13"/>
                </a:cxn>
              </a:cxnLst>
              <a:rect l="0" t="0" r="r" b="b"/>
              <a:pathLst>
                <a:path w="280" h="460">
                  <a:moveTo>
                    <a:pt x="280" y="460"/>
                  </a:moveTo>
                  <a:cubicBezTo>
                    <a:pt x="240" y="460"/>
                    <a:pt x="240" y="460"/>
                    <a:pt x="240" y="460"/>
                  </a:cubicBezTo>
                  <a:cubicBezTo>
                    <a:pt x="240" y="382"/>
                    <a:pt x="214" y="287"/>
                    <a:pt x="171" y="205"/>
                  </a:cubicBezTo>
                  <a:cubicBezTo>
                    <a:pt x="123" y="117"/>
                    <a:pt x="63" y="57"/>
                    <a:pt x="0" y="38"/>
                  </a:cubicBezTo>
                  <a:cubicBezTo>
                    <a:pt x="12" y="0"/>
                    <a:pt x="12" y="0"/>
                    <a:pt x="12" y="0"/>
                  </a:cubicBezTo>
                  <a:cubicBezTo>
                    <a:pt x="85" y="22"/>
                    <a:pt x="154" y="89"/>
                    <a:pt x="206" y="186"/>
                  </a:cubicBezTo>
                  <a:cubicBezTo>
                    <a:pt x="252" y="273"/>
                    <a:pt x="280" y="376"/>
                    <a:pt x="280" y="4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8" name="Freeform 111"/>
            <p:cNvSpPr>
              <a:spLocks/>
            </p:cNvSpPr>
            <p:nvPr/>
          </p:nvSpPr>
          <p:spPr bwMode="auto">
            <a:xfrm>
              <a:off x="2019300" y="4686301"/>
              <a:ext cx="120650" cy="196850"/>
            </a:xfrm>
            <a:custGeom>
              <a:avLst/>
              <a:gdLst>
                <a:gd name="T0" fmla="*/ 40 w 280"/>
                <a:gd name="T1" fmla="*/ 460 h 460"/>
                <a:gd name="T2" fmla="*/ 0 w 280"/>
                <a:gd name="T3" fmla="*/ 460 h 460"/>
                <a:gd name="T4" fmla="*/ 74 w 280"/>
                <a:gd name="T5" fmla="*/ 186 h 460"/>
                <a:gd name="T6" fmla="*/ 268 w 280"/>
                <a:gd name="T7" fmla="*/ 0 h 460"/>
                <a:gd name="T8" fmla="*/ 280 w 280"/>
                <a:gd name="T9" fmla="*/ 38 h 460"/>
                <a:gd name="T10" fmla="*/ 109 w 280"/>
                <a:gd name="T11" fmla="*/ 205 h 460"/>
                <a:gd name="T12" fmla="*/ 40 w 280"/>
                <a:gd name="T13" fmla="*/ 460 h 460"/>
              </a:gdLst>
              <a:ahLst/>
              <a:cxnLst>
                <a:cxn ang="0">
                  <a:pos x="T0" y="T1"/>
                </a:cxn>
                <a:cxn ang="0">
                  <a:pos x="T2" y="T3"/>
                </a:cxn>
                <a:cxn ang="0">
                  <a:pos x="T4" y="T5"/>
                </a:cxn>
                <a:cxn ang="0">
                  <a:pos x="T6" y="T7"/>
                </a:cxn>
                <a:cxn ang="0">
                  <a:pos x="T8" y="T9"/>
                </a:cxn>
                <a:cxn ang="0">
                  <a:pos x="T10" y="T11"/>
                </a:cxn>
                <a:cxn ang="0">
                  <a:pos x="T12" y="T13"/>
                </a:cxn>
              </a:cxnLst>
              <a:rect l="0" t="0" r="r" b="b"/>
              <a:pathLst>
                <a:path w="280" h="460">
                  <a:moveTo>
                    <a:pt x="40" y="460"/>
                  </a:moveTo>
                  <a:cubicBezTo>
                    <a:pt x="0" y="460"/>
                    <a:pt x="0" y="460"/>
                    <a:pt x="0" y="460"/>
                  </a:cubicBezTo>
                  <a:cubicBezTo>
                    <a:pt x="0" y="376"/>
                    <a:pt x="28" y="273"/>
                    <a:pt x="74" y="186"/>
                  </a:cubicBezTo>
                  <a:cubicBezTo>
                    <a:pt x="126" y="89"/>
                    <a:pt x="195" y="22"/>
                    <a:pt x="268" y="0"/>
                  </a:cubicBezTo>
                  <a:cubicBezTo>
                    <a:pt x="280" y="38"/>
                    <a:pt x="280" y="38"/>
                    <a:pt x="280" y="38"/>
                  </a:cubicBezTo>
                  <a:cubicBezTo>
                    <a:pt x="217" y="57"/>
                    <a:pt x="157" y="117"/>
                    <a:pt x="109" y="205"/>
                  </a:cubicBezTo>
                  <a:cubicBezTo>
                    <a:pt x="66" y="287"/>
                    <a:pt x="40" y="382"/>
                    <a:pt x="40" y="4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9" name="Freeform 112"/>
            <p:cNvSpPr>
              <a:spLocks/>
            </p:cNvSpPr>
            <p:nvPr/>
          </p:nvSpPr>
          <p:spPr bwMode="auto">
            <a:xfrm>
              <a:off x="2286000" y="4505326"/>
              <a:ext cx="152400" cy="357188"/>
            </a:xfrm>
            <a:custGeom>
              <a:avLst/>
              <a:gdLst>
                <a:gd name="T0" fmla="*/ 358 w 358"/>
                <a:gd name="T1" fmla="*/ 833 h 833"/>
                <a:gd name="T2" fmla="*/ 318 w 358"/>
                <a:gd name="T3" fmla="*/ 833 h 833"/>
                <a:gd name="T4" fmla="*/ 94 w 358"/>
                <a:gd name="T5" fmla="*/ 433 h 833"/>
                <a:gd name="T6" fmla="*/ 80 w 358"/>
                <a:gd name="T7" fmla="*/ 428 h 833"/>
                <a:gd name="T8" fmla="*/ 80 w 358"/>
                <a:gd name="T9" fmla="*/ 398 h 833"/>
                <a:gd name="T10" fmla="*/ 91 w 358"/>
                <a:gd name="T11" fmla="*/ 392 h 833"/>
                <a:gd name="T12" fmla="*/ 188 w 358"/>
                <a:gd name="T13" fmla="*/ 228 h 833"/>
                <a:gd name="T14" fmla="*/ 0 w 358"/>
                <a:gd name="T15" fmla="*/ 40 h 833"/>
                <a:gd name="T16" fmla="*/ 0 w 358"/>
                <a:gd name="T17" fmla="*/ 0 h 833"/>
                <a:gd name="T18" fmla="*/ 228 w 358"/>
                <a:gd name="T19" fmla="*/ 228 h 833"/>
                <a:gd name="T20" fmla="*/ 139 w 358"/>
                <a:gd name="T21" fmla="*/ 408 h 833"/>
                <a:gd name="T22" fmla="*/ 288 w 358"/>
                <a:gd name="T23" fmla="*/ 573 h 833"/>
                <a:gd name="T24" fmla="*/ 358 w 358"/>
                <a:gd name="T25" fmla="*/ 833 h 8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8" h="833">
                  <a:moveTo>
                    <a:pt x="358" y="833"/>
                  </a:moveTo>
                  <a:cubicBezTo>
                    <a:pt x="318" y="833"/>
                    <a:pt x="318" y="833"/>
                    <a:pt x="318" y="833"/>
                  </a:cubicBezTo>
                  <a:cubicBezTo>
                    <a:pt x="318" y="683"/>
                    <a:pt x="218" y="471"/>
                    <a:pt x="94" y="433"/>
                  </a:cubicBezTo>
                  <a:cubicBezTo>
                    <a:pt x="80" y="428"/>
                    <a:pt x="80" y="428"/>
                    <a:pt x="80" y="428"/>
                  </a:cubicBezTo>
                  <a:cubicBezTo>
                    <a:pt x="80" y="398"/>
                    <a:pt x="80" y="398"/>
                    <a:pt x="80" y="398"/>
                  </a:cubicBezTo>
                  <a:cubicBezTo>
                    <a:pt x="91" y="392"/>
                    <a:pt x="91" y="392"/>
                    <a:pt x="91" y="392"/>
                  </a:cubicBezTo>
                  <a:cubicBezTo>
                    <a:pt x="150" y="359"/>
                    <a:pt x="188" y="296"/>
                    <a:pt x="188" y="228"/>
                  </a:cubicBezTo>
                  <a:cubicBezTo>
                    <a:pt x="188" y="125"/>
                    <a:pt x="103" y="40"/>
                    <a:pt x="0" y="40"/>
                  </a:cubicBezTo>
                  <a:cubicBezTo>
                    <a:pt x="0" y="0"/>
                    <a:pt x="0" y="0"/>
                    <a:pt x="0" y="0"/>
                  </a:cubicBezTo>
                  <a:cubicBezTo>
                    <a:pt x="125" y="0"/>
                    <a:pt x="228" y="103"/>
                    <a:pt x="228" y="228"/>
                  </a:cubicBezTo>
                  <a:cubicBezTo>
                    <a:pt x="228" y="299"/>
                    <a:pt x="194" y="365"/>
                    <a:pt x="139" y="408"/>
                  </a:cubicBezTo>
                  <a:cubicBezTo>
                    <a:pt x="195" y="437"/>
                    <a:pt x="247" y="494"/>
                    <a:pt x="288" y="573"/>
                  </a:cubicBezTo>
                  <a:cubicBezTo>
                    <a:pt x="332" y="656"/>
                    <a:pt x="358" y="753"/>
                    <a:pt x="358" y="8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430" name="组合 429"/>
          <p:cNvGrpSpPr/>
          <p:nvPr/>
        </p:nvGrpSpPr>
        <p:grpSpPr>
          <a:xfrm>
            <a:off x="9775046" y="4065860"/>
            <a:ext cx="274603" cy="276818"/>
            <a:chOff x="2909888" y="4495801"/>
            <a:chExt cx="393700" cy="396875"/>
          </a:xfrm>
          <a:solidFill>
            <a:srgbClr val="707E84"/>
          </a:solidFill>
        </p:grpSpPr>
        <p:sp>
          <p:nvSpPr>
            <p:cNvPr id="431" name="Rectangle 113"/>
            <p:cNvSpPr>
              <a:spLocks noChangeArrowheads="1"/>
            </p:cNvSpPr>
            <p:nvPr/>
          </p:nvSpPr>
          <p:spPr bwMode="auto">
            <a:xfrm>
              <a:off x="3090863" y="4784726"/>
              <a:ext cx="33338" cy="762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2" name="Freeform 114"/>
            <p:cNvSpPr>
              <a:spLocks/>
            </p:cNvSpPr>
            <p:nvPr/>
          </p:nvSpPr>
          <p:spPr bwMode="auto">
            <a:xfrm>
              <a:off x="3030538" y="4846638"/>
              <a:ext cx="153988" cy="46038"/>
            </a:xfrm>
            <a:custGeom>
              <a:avLst/>
              <a:gdLst>
                <a:gd name="T0" fmla="*/ 355 w 359"/>
                <a:gd name="T1" fmla="*/ 90 h 105"/>
                <a:gd name="T2" fmla="*/ 346 w 359"/>
                <a:gd name="T3" fmla="*/ 105 h 105"/>
                <a:gd name="T4" fmla="*/ 13 w 359"/>
                <a:gd name="T5" fmla="*/ 105 h 105"/>
                <a:gd name="T6" fmla="*/ 4 w 359"/>
                <a:gd name="T7" fmla="*/ 90 h 105"/>
                <a:gd name="T8" fmla="*/ 42 w 359"/>
                <a:gd name="T9" fmla="*/ 14 h 105"/>
                <a:gd name="T10" fmla="*/ 65 w 359"/>
                <a:gd name="T11" fmla="*/ 0 h 105"/>
                <a:gd name="T12" fmla="*/ 295 w 359"/>
                <a:gd name="T13" fmla="*/ 0 h 105"/>
                <a:gd name="T14" fmla="*/ 318 w 359"/>
                <a:gd name="T15" fmla="*/ 14 h 105"/>
                <a:gd name="T16" fmla="*/ 355 w 359"/>
                <a:gd name="T17" fmla="*/ 9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9" h="105">
                  <a:moveTo>
                    <a:pt x="355" y="90"/>
                  </a:moveTo>
                  <a:cubicBezTo>
                    <a:pt x="359" y="98"/>
                    <a:pt x="355" y="105"/>
                    <a:pt x="346" y="105"/>
                  </a:cubicBezTo>
                  <a:cubicBezTo>
                    <a:pt x="13" y="105"/>
                    <a:pt x="13" y="105"/>
                    <a:pt x="13" y="105"/>
                  </a:cubicBezTo>
                  <a:cubicBezTo>
                    <a:pt x="4" y="105"/>
                    <a:pt x="0" y="98"/>
                    <a:pt x="4" y="90"/>
                  </a:cubicBezTo>
                  <a:cubicBezTo>
                    <a:pt x="42" y="14"/>
                    <a:pt x="42" y="14"/>
                    <a:pt x="42" y="14"/>
                  </a:cubicBezTo>
                  <a:cubicBezTo>
                    <a:pt x="46" y="6"/>
                    <a:pt x="56" y="0"/>
                    <a:pt x="65" y="0"/>
                  </a:cubicBezTo>
                  <a:cubicBezTo>
                    <a:pt x="295" y="0"/>
                    <a:pt x="295" y="0"/>
                    <a:pt x="295" y="0"/>
                  </a:cubicBezTo>
                  <a:cubicBezTo>
                    <a:pt x="303" y="0"/>
                    <a:pt x="314" y="6"/>
                    <a:pt x="318" y="14"/>
                  </a:cubicBezTo>
                  <a:lnTo>
                    <a:pt x="355" y="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3" name="Freeform 115"/>
            <p:cNvSpPr>
              <a:spLocks/>
            </p:cNvSpPr>
            <p:nvPr/>
          </p:nvSpPr>
          <p:spPr bwMode="auto">
            <a:xfrm>
              <a:off x="3209925" y="4538663"/>
              <a:ext cx="93663" cy="155575"/>
            </a:xfrm>
            <a:custGeom>
              <a:avLst/>
              <a:gdLst>
                <a:gd name="T0" fmla="*/ 66 w 219"/>
                <a:gd name="T1" fmla="*/ 362 h 362"/>
                <a:gd name="T2" fmla="*/ 0 w 219"/>
                <a:gd name="T3" fmla="*/ 344 h 362"/>
                <a:gd name="T4" fmla="*/ 24 w 219"/>
                <a:gd name="T5" fmla="*/ 302 h 362"/>
                <a:gd name="T6" fmla="*/ 66 w 219"/>
                <a:gd name="T7" fmla="*/ 314 h 362"/>
                <a:gd name="T8" fmla="*/ 171 w 219"/>
                <a:gd name="T9" fmla="*/ 109 h 362"/>
                <a:gd name="T10" fmla="*/ 148 w 219"/>
                <a:gd name="T11" fmla="*/ 56 h 362"/>
                <a:gd name="T12" fmla="*/ 71 w 219"/>
                <a:gd name="T13" fmla="*/ 48 h 362"/>
                <a:gd name="T14" fmla="*/ 66 w 219"/>
                <a:gd name="T15" fmla="*/ 48 h 362"/>
                <a:gd name="T16" fmla="*/ 66 w 219"/>
                <a:gd name="T17" fmla="*/ 0 h 362"/>
                <a:gd name="T18" fmla="*/ 71 w 219"/>
                <a:gd name="T19" fmla="*/ 0 h 362"/>
                <a:gd name="T20" fmla="*/ 169 w 219"/>
                <a:gd name="T21" fmla="*/ 13 h 362"/>
                <a:gd name="T22" fmla="*/ 219 w 219"/>
                <a:gd name="T23" fmla="*/ 109 h 362"/>
                <a:gd name="T24" fmla="*/ 179 w 219"/>
                <a:gd name="T25" fmla="*/ 267 h 362"/>
                <a:gd name="T26" fmla="*/ 66 w 219"/>
                <a:gd name="T27" fmla="*/ 362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9" h="362">
                  <a:moveTo>
                    <a:pt x="66" y="362"/>
                  </a:moveTo>
                  <a:cubicBezTo>
                    <a:pt x="43" y="362"/>
                    <a:pt x="21" y="356"/>
                    <a:pt x="0" y="344"/>
                  </a:cubicBezTo>
                  <a:cubicBezTo>
                    <a:pt x="24" y="302"/>
                    <a:pt x="24" y="302"/>
                    <a:pt x="24" y="302"/>
                  </a:cubicBezTo>
                  <a:cubicBezTo>
                    <a:pt x="37" y="310"/>
                    <a:pt x="51" y="314"/>
                    <a:pt x="66" y="314"/>
                  </a:cubicBezTo>
                  <a:cubicBezTo>
                    <a:pt x="116" y="314"/>
                    <a:pt x="171" y="192"/>
                    <a:pt x="171" y="109"/>
                  </a:cubicBezTo>
                  <a:cubicBezTo>
                    <a:pt x="171" y="72"/>
                    <a:pt x="160" y="61"/>
                    <a:pt x="148" y="56"/>
                  </a:cubicBezTo>
                  <a:cubicBezTo>
                    <a:pt x="131" y="48"/>
                    <a:pt x="102" y="48"/>
                    <a:pt x="71" y="48"/>
                  </a:cubicBezTo>
                  <a:cubicBezTo>
                    <a:pt x="66" y="48"/>
                    <a:pt x="66" y="48"/>
                    <a:pt x="66" y="48"/>
                  </a:cubicBezTo>
                  <a:cubicBezTo>
                    <a:pt x="66" y="0"/>
                    <a:pt x="66" y="0"/>
                    <a:pt x="66" y="0"/>
                  </a:cubicBezTo>
                  <a:cubicBezTo>
                    <a:pt x="71" y="0"/>
                    <a:pt x="71" y="0"/>
                    <a:pt x="71" y="0"/>
                  </a:cubicBezTo>
                  <a:cubicBezTo>
                    <a:pt x="107" y="0"/>
                    <a:pt x="142" y="0"/>
                    <a:pt x="169" y="13"/>
                  </a:cubicBezTo>
                  <a:cubicBezTo>
                    <a:pt x="203" y="29"/>
                    <a:pt x="219" y="60"/>
                    <a:pt x="219" y="109"/>
                  </a:cubicBezTo>
                  <a:cubicBezTo>
                    <a:pt x="219" y="157"/>
                    <a:pt x="203" y="217"/>
                    <a:pt x="179" y="267"/>
                  </a:cubicBezTo>
                  <a:cubicBezTo>
                    <a:pt x="148" y="328"/>
                    <a:pt x="108" y="362"/>
                    <a:pt x="66" y="3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4" name="Freeform 116"/>
            <p:cNvSpPr>
              <a:spLocks/>
            </p:cNvSpPr>
            <p:nvPr/>
          </p:nvSpPr>
          <p:spPr bwMode="auto">
            <a:xfrm>
              <a:off x="2909888" y="4538663"/>
              <a:ext cx="82550" cy="155575"/>
            </a:xfrm>
            <a:custGeom>
              <a:avLst/>
              <a:gdLst>
                <a:gd name="T0" fmla="*/ 153 w 192"/>
                <a:gd name="T1" fmla="*/ 362 h 362"/>
                <a:gd name="T2" fmla="*/ 41 w 192"/>
                <a:gd name="T3" fmla="*/ 267 h 362"/>
                <a:gd name="T4" fmla="*/ 0 w 192"/>
                <a:gd name="T5" fmla="*/ 109 h 362"/>
                <a:gd name="T6" fmla="*/ 50 w 192"/>
                <a:gd name="T7" fmla="*/ 13 h 362"/>
                <a:gd name="T8" fmla="*/ 149 w 192"/>
                <a:gd name="T9" fmla="*/ 0 h 362"/>
                <a:gd name="T10" fmla="*/ 153 w 192"/>
                <a:gd name="T11" fmla="*/ 0 h 362"/>
                <a:gd name="T12" fmla="*/ 153 w 192"/>
                <a:gd name="T13" fmla="*/ 48 h 362"/>
                <a:gd name="T14" fmla="*/ 149 w 192"/>
                <a:gd name="T15" fmla="*/ 48 h 362"/>
                <a:gd name="T16" fmla="*/ 71 w 192"/>
                <a:gd name="T17" fmla="*/ 56 h 362"/>
                <a:gd name="T18" fmla="*/ 48 w 192"/>
                <a:gd name="T19" fmla="*/ 109 h 362"/>
                <a:gd name="T20" fmla="*/ 153 w 192"/>
                <a:gd name="T21" fmla="*/ 314 h 362"/>
                <a:gd name="T22" fmla="*/ 178 w 192"/>
                <a:gd name="T23" fmla="*/ 310 h 362"/>
                <a:gd name="T24" fmla="*/ 192 w 192"/>
                <a:gd name="T25" fmla="*/ 356 h 362"/>
                <a:gd name="T26" fmla="*/ 153 w 192"/>
                <a:gd name="T27" fmla="*/ 362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2" h="362">
                  <a:moveTo>
                    <a:pt x="153" y="362"/>
                  </a:moveTo>
                  <a:cubicBezTo>
                    <a:pt x="111" y="362"/>
                    <a:pt x="71" y="328"/>
                    <a:pt x="41" y="267"/>
                  </a:cubicBezTo>
                  <a:cubicBezTo>
                    <a:pt x="16" y="217"/>
                    <a:pt x="0" y="157"/>
                    <a:pt x="0" y="109"/>
                  </a:cubicBezTo>
                  <a:cubicBezTo>
                    <a:pt x="0" y="60"/>
                    <a:pt x="17" y="29"/>
                    <a:pt x="50" y="13"/>
                  </a:cubicBezTo>
                  <a:cubicBezTo>
                    <a:pt x="78" y="0"/>
                    <a:pt x="112" y="0"/>
                    <a:pt x="149" y="0"/>
                  </a:cubicBezTo>
                  <a:cubicBezTo>
                    <a:pt x="153" y="0"/>
                    <a:pt x="153" y="0"/>
                    <a:pt x="153" y="0"/>
                  </a:cubicBezTo>
                  <a:cubicBezTo>
                    <a:pt x="153" y="48"/>
                    <a:pt x="153" y="48"/>
                    <a:pt x="153" y="48"/>
                  </a:cubicBezTo>
                  <a:cubicBezTo>
                    <a:pt x="149" y="48"/>
                    <a:pt x="149" y="48"/>
                    <a:pt x="149" y="48"/>
                  </a:cubicBezTo>
                  <a:cubicBezTo>
                    <a:pt x="118" y="48"/>
                    <a:pt x="89" y="48"/>
                    <a:pt x="71" y="56"/>
                  </a:cubicBezTo>
                  <a:cubicBezTo>
                    <a:pt x="60" y="61"/>
                    <a:pt x="48" y="72"/>
                    <a:pt x="48" y="109"/>
                  </a:cubicBezTo>
                  <a:cubicBezTo>
                    <a:pt x="48" y="192"/>
                    <a:pt x="104" y="314"/>
                    <a:pt x="153" y="314"/>
                  </a:cubicBezTo>
                  <a:cubicBezTo>
                    <a:pt x="161" y="314"/>
                    <a:pt x="170" y="313"/>
                    <a:pt x="178" y="310"/>
                  </a:cubicBezTo>
                  <a:cubicBezTo>
                    <a:pt x="192" y="356"/>
                    <a:pt x="192" y="356"/>
                    <a:pt x="192" y="356"/>
                  </a:cubicBezTo>
                  <a:cubicBezTo>
                    <a:pt x="179" y="360"/>
                    <a:pt x="166" y="362"/>
                    <a:pt x="153" y="3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5" name="Freeform 117"/>
            <p:cNvSpPr>
              <a:spLocks noEditPoints="1"/>
            </p:cNvSpPr>
            <p:nvPr/>
          </p:nvSpPr>
          <p:spPr bwMode="auto">
            <a:xfrm>
              <a:off x="2967038" y="4495801"/>
              <a:ext cx="279400" cy="307975"/>
            </a:xfrm>
            <a:custGeom>
              <a:avLst/>
              <a:gdLst>
                <a:gd name="T0" fmla="*/ 327 w 653"/>
                <a:gd name="T1" fmla="*/ 721 h 721"/>
                <a:gd name="T2" fmla="*/ 261 w 653"/>
                <a:gd name="T3" fmla="*/ 704 h 721"/>
                <a:gd name="T4" fmla="*/ 121 w 653"/>
                <a:gd name="T5" fmla="*/ 618 h 721"/>
                <a:gd name="T6" fmla="*/ 50 w 653"/>
                <a:gd name="T7" fmla="*/ 506 h 721"/>
                <a:gd name="T8" fmla="*/ 3 w 653"/>
                <a:gd name="T9" fmla="*/ 89 h 721"/>
                <a:gd name="T10" fmla="*/ 22 w 653"/>
                <a:gd name="T11" fmla="*/ 27 h 721"/>
                <a:gd name="T12" fmla="*/ 82 w 653"/>
                <a:gd name="T13" fmla="*/ 0 h 721"/>
                <a:gd name="T14" fmla="*/ 571 w 653"/>
                <a:gd name="T15" fmla="*/ 0 h 721"/>
                <a:gd name="T16" fmla="*/ 631 w 653"/>
                <a:gd name="T17" fmla="*/ 27 h 721"/>
                <a:gd name="T18" fmla="*/ 650 w 653"/>
                <a:gd name="T19" fmla="*/ 89 h 721"/>
                <a:gd name="T20" fmla="*/ 603 w 653"/>
                <a:gd name="T21" fmla="*/ 506 h 721"/>
                <a:gd name="T22" fmla="*/ 532 w 653"/>
                <a:gd name="T23" fmla="*/ 618 h 721"/>
                <a:gd name="T24" fmla="*/ 392 w 653"/>
                <a:gd name="T25" fmla="*/ 704 h 721"/>
                <a:gd name="T26" fmla="*/ 329 w 653"/>
                <a:gd name="T27" fmla="*/ 721 h 721"/>
                <a:gd name="T28" fmla="*/ 327 w 653"/>
                <a:gd name="T29" fmla="*/ 721 h 721"/>
                <a:gd name="T30" fmla="*/ 82 w 653"/>
                <a:gd name="T31" fmla="*/ 48 h 721"/>
                <a:gd name="T32" fmla="*/ 58 w 653"/>
                <a:gd name="T33" fmla="*/ 59 h 721"/>
                <a:gd name="T34" fmla="*/ 51 w 653"/>
                <a:gd name="T35" fmla="*/ 83 h 721"/>
                <a:gd name="T36" fmla="*/ 98 w 653"/>
                <a:gd name="T37" fmla="*/ 501 h 721"/>
                <a:gd name="T38" fmla="*/ 146 w 653"/>
                <a:gd name="T39" fmla="*/ 577 h 721"/>
                <a:gd name="T40" fmla="*/ 286 w 653"/>
                <a:gd name="T41" fmla="*/ 663 h 721"/>
                <a:gd name="T42" fmla="*/ 327 w 653"/>
                <a:gd name="T43" fmla="*/ 673 h 721"/>
                <a:gd name="T44" fmla="*/ 328 w 653"/>
                <a:gd name="T45" fmla="*/ 673 h 721"/>
                <a:gd name="T46" fmla="*/ 367 w 653"/>
                <a:gd name="T47" fmla="*/ 663 h 721"/>
                <a:gd name="T48" fmla="*/ 507 w 653"/>
                <a:gd name="T49" fmla="*/ 577 h 721"/>
                <a:gd name="T50" fmla="*/ 556 w 653"/>
                <a:gd name="T51" fmla="*/ 501 h 721"/>
                <a:gd name="T52" fmla="*/ 603 w 653"/>
                <a:gd name="T53" fmla="*/ 83 h 721"/>
                <a:gd name="T54" fmla="*/ 595 w 653"/>
                <a:gd name="T55" fmla="*/ 59 h 721"/>
                <a:gd name="T56" fmla="*/ 571 w 653"/>
                <a:gd name="T57" fmla="*/ 48 h 721"/>
                <a:gd name="T58" fmla="*/ 82 w 653"/>
                <a:gd name="T59" fmla="*/ 48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53" h="721">
                  <a:moveTo>
                    <a:pt x="327" y="721"/>
                  </a:moveTo>
                  <a:cubicBezTo>
                    <a:pt x="302" y="721"/>
                    <a:pt x="279" y="715"/>
                    <a:pt x="261" y="704"/>
                  </a:cubicBezTo>
                  <a:cubicBezTo>
                    <a:pt x="121" y="618"/>
                    <a:pt x="121" y="618"/>
                    <a:pt x="121" y="618"/>
                  </a:cubicBezTo>
                  <a:cubicBezTo>
                    <a:pt x="86" y="597"/>
                    <a:pt x="54" y="547"/>
                    <a:pt x="50" y="506"/>
                  </a:cubicBezTo>
                  <a:cubicBezTo>
                    <a:pt x="3" y="89"/>
                    <a:pt x="3" y="89"/>
                    <a:pt x="3" y="89"/>
                  </a:cubicBezTo>
                  <a:cubicBezTo>
                    <a:pt x="0" y="65"/>
                    <a:pt x="7" y="43"/>
                    <a:pt x="22" y="27"/>
                  </a:cubicBezTo>
                  <a:cubicBezTo>
                    <a:pt x="37" y="10"/>
                    <a:pt x="59" y="0"/>
                    <a:pt x="82" y="0"/>
                  </a:cubicBezTo>
                  <a:cubicBezTo>
                    <a:pt x="571" y="0"/>
                    <a:pt x="571" y="0"/>
                    <a:pt x="571" y="0"/>
                  </a:cubicBezTo>
                  <a:cubicBezTo>
                    <a:pt x="595" y="0"/>
                    <a:pt x="616" y="10"/>
                    <a:pt x="631" y="27"/>
                  </a:cubicBezTo>
                  <a:cubicBezTo>
                    <a:pt x="646" y="43"/>
                    <a:pt x="653" y="65"/>
                    <a:pt x="650" y="89"/>
                  </a:cubicBezTo>
                  <a:cubicBezTo>
                    <a:pt x="603" y="506"/>
                    <a:pt x="603" y="506"/>
                    <a:pt x="603" y="506"/>
                  </a:cubicBezTo>
                  <a:cubicBezTo>
                    <a:pt x="599" y="548"/>
                    <a:pt x="568" y="597"/>
                    <a:pt x="532" y="618"/>
                  </a:cubicBezTo>
                  <a:cubicBezTo>
                    <a:pt x="392" y="704"/>
                    <a:pt x="392" y="704"/>
                    <a:pt x="392" y="704"/>
                  </a:cubicBezTo>
                  <a:cubicBezTo>
                    <a:pt x="375" y="714"/>
                    <a:pt x="352" y="720"/>
                    <a:pt x="329" y="721"/>
                  </a:cubicBezTo>
                  <a:lnTo>
                    <a:pt x="327" y="721"/>
                  </a:lnTo>
                  <a:close/>
                  <a:moveTo>
                    <a:pt x="82" y="48"/>
                  </a:moveTo>
                  <a:cubicBezTo>
                    <a:pt x="72" y="48"/>
                    <a:pt x="64" y="52"/>
                    <a:pt x="58" y="59"/>
                  </a:cubicBezTo>
                  <a:cubicBezTo>
                    <a:pt x="52" y="65"/>
                    <a:pt x="50" y="74"/>
                    <a:pt x="51" y="83"/>
                  </a:cubicBezTo>
                  <a:cubicBezTo>
                    <a:pt x="98" y="501"/>
                    <a:pt x="98" y="501"/>
                    <a:pt x="98" y="501"/>
                  </a:cubicBezTo>
                  <a:cubicBezTo>
                    <a:pt x="101" y="528"/>
                    <a:pt x="123" y="563"/>
                    <a:pt x="146" y="577"/>
                  </a:cubicBezTo>
                  <a:cubicBezTo>
                    <a:pt x="286" y="663"/>
                    <a:pt x="286" y="663"/>
                    <a:pt x="286" y="663"/>
                  </a:cubicBezTo>
                  <a:cubicBezTo>
                    <a:pt x="296" y="669"/>
                    <a:pt x="311" y="673"/>
                    <a:pt x="327" y="673"/>
                  </a:cubicBezTo>
                  <a:cubicBezTo>
                    <a:pt x="328" y="673"/>
                    <a:pt x="328" y="673"/>
                    <a:pt x="328" y="673"/>
                  </a:cubicBezTo>
                  <a:cubicBezTo>
                    <a:pt x="343" y="673"/>
                    <a:pt x="357" y="669"/>
                    <a:pt x="367" y="663"/>
                  </a:cubicBezTo>
                  <a:cubicBezTo>
                    <a:pt x="507" y="577"/>
                    <a:pt x="507" y="577"/>
                    <a:pt x="507" y="577"/>
                  </a:cubicBezTo>
                  <a:cubicBezTo>
                    <a:pt x="530" y="563"/>
                    <a:pt x="553" y="528"/>
                    <a:pt x="556" y="501"/>
                  </a:cubicBezTo>
                  <a:cubicBezTo>
                    <a:pt x="603" y="83"/>
                    <a:pt x="603" y="83"/>
                    <a:pt x="603" y="83"/>
                  </a:cubicBezTo>
                  <a:cubicBezTo>
                    <a:pt x="604" y="74"/>
                    <a:pt x="601" y="65"/>
                    <a:pt x="595" y="59"/>
                  </a:cubicBezTo>
                  <a:cubicBezTo>
                    <a:pt x="589" y="52"/>
                    <a:pt x="581" y="48"/>
                    <a:pt x="571" y="48"/>
                  </a:cubicBezTo>
                  <a:lnTo>
                    <a:pt x="82"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436" name="组合 435"/>
          <p:cNvGrpSpPr/>
          <p:nvPr/>
        </p:nvGrpSpPr>
        <p:grpSpPr>
          <a:xfrm>
            <a:off x="9254663" y="2505046"/>
            <a:ext cx="306715" cy="305607"/>
            <a:chOff x="4630738" y="3613151"/>
            <a:chExt cx="439738" cy="438150"/>
          </a:xfrm>
          <a:solidFill>
            <a:srgbClr val="707E84"/>
          </a:solidFill>
        </p:grpSpPr>
        <p:sp>
          <p:nvSpPr>
            <p:cNvPr id="437" name="Freeform 148"/>
            <p:cNvSpPr>
              <a:spLocks noEditPoints="1"/>
            </p:cNvSpPr>
            <p:nvPr/>
          </p:nvSpPr>
          <p:spPr bwMode="auto">
            <a:xfrm>
              <a:off x="4630738" y="3613151"/>
              <a:ext cx="439738" cy="438150"/>
            </a:xfrm>
            <a:custGeom>
              <a:avLst/>
              <a:gdLst>
                <a:gd name="T0" fmla="*/ 513 w 1026"/>
                <a:gd name="T1" fmla="*/ 1025 h 1025"/>
                <a:gd name="T2" fmla="*/ 0 w 1026"/>
                <a:gd name="T3" fmla="*/ 512 h 1025"/>
                <a:gd name="T4" fmla="*/ 513 w 1026"/>
                <a:gd name="T5" fmla="*/ 0 h 1025"/>
                <a:gd name="T6" fmla="*/ 1026 w 1026"/>
                <a:gd name="T7" fmla="*/ 512 h 1025"/>
                <a:gd name="T8" fmla="*/ 513 w 1026"/>
                <a:gd name="T9" fmla="*/ 1025 h 1025"/>
                <a:gd name="T10" fmla="*/ 513 w 1026"/>
                <a:gd name="T11" fmla="*/ 48 h 1025"/>
                <a:gd name="T12" fmla="*/ 48 w 1026"/>
                <a:gd name="T13" fmla="*/ 512 h 1025"/>
                <a:gd name="T14" fmla="*/ 513 w 1026"/>
                <a:gd name="T15" fmla="*/ 977 h 1025"/>
                <a:gd name="T16" fmla="*/ 978 w 1026"/>
                <a:gd name="T17" fmla="*/ 512 h 1025"/>
                <a:gd name="T18" fmla="*/ 513 w 1026"/>
                <a:gd name="T19" fmla="*/ 48 h 10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26" h="1025">
                  <a:moveTo>
                    <a:pt x="513" y="1025"/>
                  </a:moveTo>
                  <a:cubicBezTo>
                    <a:pt x="230" y="1025"/>
                    <a:pt x="0" y="795"/>
                    <a:pt x="0" y="512"/>
                  </a:cubicBezTo>
                  <a:cubicBezTo>
                    <a:pt x="0" y="230"/>
                    <a:pt x="230" y="0"/>
                    <a:pt x="513" y="0"/>
                  </a:cubicBezTo>
                  <a:cubicBezTo>
                    <a:pt x="795" y="0"/>
                    <a:pt x="1026" y="230"/>
                    <a:pt x="1026" y="512"/>
                  </a:cubicBezTo>
                  <a:cubicBezTo>
                    <a:pt x="1026" y="795"/>
                    <a:pt x="795" y="1025"/>
                    <a:pt x="513" y="1025"/>
                  </a:cubicBezTo>
                  <a:close/>
                  <a:moveTo>
                    <a:pt x="513" y="48"/>
                  </a:moveTo>
                  <a:cubicBezTo>
                    <a:pt x="256" y="48"/>
                    <a:pt x="48" y="256"/>
                    <a:pt x="48" y="512"/>
                  </a:cubicBezTo>
                  <a:cubicBezTo>
                    <a:pt x="48" y="769"/>
                    <a:pt x="256" y="977"/>
                    <a:pt x="513" y="977"/>
                  </a:cubicBezTo>
                  <a:cubicBezTo>
                    <a:pt x="769" y="977"/>
                    <a:pt x="978" y="769"/>
                    <a:pt x="978" y="512"/>
                  </a:cubicBezTo>
                  <a:cubicBezTo>
                    <a:pt x="978" y="256"/>
                    <a:pt x="769" y="48"/>
                    <a:pt x="513"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8" name="Freeform 149"/>
            <p:cNvSpPr>
              <a:spLocks/>
            </p:cNvSpPr>
            <p:nvPr/>
          </p:nvSpPr>
          <p:spPr bwMode="auto">
            <a:xfrm>
              <a:off x="4862513" y="3741738"/>
              <a:ext cx="103188" cy="180975"/>
            </a:xfrm>
            <a:custGeom>
              <a:avLst/>
              <a:gdLst>
                <a:gd name="T0" fmla="*/ 9 w 65"/>
                <a:gd name="T1" fmla="*/ 114 h 114"/>
                <a:gd name="T2" fmla="*/ 0 w 65"/>
                <a:gd name="T3" fmla="*/ 104 h 114"/>
                <a:gd name="T4" fmla="*/ 47 w 65"/>
                <a:gd name="T5" fmla="*/ 57 h 114"/>
                <a:gd name="T6" fmla="*/ 0 w 65"/>
                <a:gd name="T7" fmla="*/ 10 h 114"/>
                <a:gd name="T8" fmla="*/ 9 w 65"/>
                <a:gd name="T9" fmla="*/ 0 h 114"/>
                <a:gd name="T10" fmla="*/ 65 w 65"/>
                <a:gd name="T11" fmla="*/ 57 h 114"/>
                <a:gd name="T12" fmla="*/ 9 w 65"/>
                <a:gd name="T13" fmla="*/ 114 h 114"/>
              </a:gdLst>
              <a:ahLst/>
              <a:cxnLst>
                <a:cxn ang="0">
                  <a:pos x="T0" y="T1"/>
                </a:cxn>
                <a:cxn ang="0">
                  <a:pos x="T2" y="T3"/>
                </a:cxn>
                <a:cxn ang="0">
                  <a:pos x="T4" y="T5"/>
                </a:cxn>
                <a:cxn ang="0">
                  <a:pos x="T6" y="T7"/>
                </a:cxn>
                <a:cxn ang="0">
                  <a:pos x="T8" y="T9"/>
                </a:cxn>
                <a:cxn ang="0">
                  <a:pos x="T10" y="T11"/>
                </a:cxn>
                <a:cxn ang="0">
                  <a:pos x="T12" y="T13"/>
                </a:cxn>
              </a:cxnLst>
              <a:rect l="0" t="0" r="r" b="b"/>
              <a:pathLst>
                <a:path w="65" h="114">
                  <a:moveTo>
                    <a:pt x="9" y="114"/>
                  </a:moveTo>
                  <a:lnTo>
                    <a:pt x="0" y="104"/>
                  </a:lnTo>
                  <a:lnTo>
                    <a:pt x="47" y="57"/>
                  </a:lnTo>
                  <a:lnTo>
                    <a:pt x="0" y="10"/>
                  </a:lnTo>
                  <a:lnTo>
                    <a:pt x="9" y="0"/>
                  </a:lnTo>
                  <a:lnTo>
                    <a:pt x="65" y="57"/>
                  </a:lnTo>
                  <a:lnTo>
                    <a:pt x="9"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9" name="Rectangle 150"/>
            <p:cNvSpPr>
              <a:spLocks noChangeArrowheads="1"/>
            </p:cNvSpPr>
            <p:nvPr/>
          </p:nvSpPr>
          <p:spPr bwMode="auto">
            <a:xfrm>
              <a:off x="4749800" y="3821113"/>
              <a:ext cx="193675"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440" name="组合 439"/>
          <p:cNvGrpSpPr/>
          <p:nvPr/>
        </p:nvGrpSpPr>
        <p:grpSpPr>
          <a:xfrm>
            <a:off x="9754931" y="2503385"/>
            <a:ext cx="307821" cy="308929"/>
            <a:chOff x="5507038" y="3609976"/>
            <a:chExt cx="441325" cy="442913"/>
          </a:xfrm>
          <a:solidFill>
            <a:srgbClr val="707E84"/>
          </a:solidFill>
        </p:grpSpPr>
        <p:sp>
          <p:nvSpPr>
            <p:cNvPr id="441" name="Freeform 151"/>
            <p:cNvSpPr>
              <a:spLocks/>
            </p:cNvSpPr>
            <p:nvPr/>
          </p:nvSpPr>
          <p:spPr bwMode="auto">
            <a:xfrm>
              <a:off x="5691188" y="3746501"/>
              <a:ext cx="104775" cy="179388"/>
            </a:xfrm>
            <a:custGeom>
              <a:avLst/>
              <a:gdLst>
                <a:gd name="T0" fmla="*/ 9 w 66"/>
                <a:gd name="T1" fmla="*/ 113 h 113"/>
                <a:gd name="T2" fmla="*/ 0 w 66"/>
                <a:gd name="T3" fmla="*/ 104 h 113"/>
                <a:gd name="T4" fmla="*/ 48 w 66"/>
                <a:gd name="T5" fmla="*/ 57 h 113"/>
                <a:gd name="T6" fmla="*/ 0 w 66"/>
                <a:gd name="T7" fmla="*/ 9 h 113"/>
                <a:gd name="T8" fmla="*/ 9 w 66"/>
                <a:gd name="T9" fmla="*/ 0 h 113"/>
                <a:gd name="T10" fmla="*/ 66 w 66"/>
                <a:gd name="T11" fmla="*/ 57 h 113"/>
                <a:gd name="T12" fmla="*/ 9 w 66"/>
                <a:gd name="T13" fmla="*/ 113 h 113"/>
              </a:gdLst>
              <a:ahLst/>
              <a:cxnLst>
                <a:cxn ang="0">
                  <a:pos x="T0" y="T1"/>
                </a:cxn>
                <a:cxn ang="0">
                  <a:pos x="T2" y="T3"/>
                </a:cxn>
                <a:cxn ang="0">
                  <a:pos x="T4" y="T5"/>
                </a:cxn>
                <a:cxn ang="0">
                  <a:pos x="T6" y="T7"/>
                </a:cxn>
                <a:cxn ang="0">
                  <a:pos x="T8" y="T9"/>
                </a:cxn>
                <a:cxn ang="0">
                  <a:pos x="T10" y="T11"/>
                </a:cxn>
                <a:cxn ang="0">
                  <a:pos x="T12" y="T13"/>
                </a:cxn>
              </a:cxnLst>
              <a:rect l="0" t="0" r="r" b="b"/>
              <a:pathLst>
                <a:path w="66" h="113">
                  <a:moveTo>
                    <a:pt x="9" y="113"/>
                  </a:moveTo>
                  <a:lnTo>
                    <a:pt x="0" y="104"/>
                  </a:lnTo>
                  <a:lnTo>
                    <a:pt x="48" y="57"/>
                  </a:lnTo>
                  <a:lnTo>
                    <a:pt x="0" y="9"/>
                  </a:lnTo>
                  <a:lnTo>
                    <a:pt x="9" y="0"/>
                  </a:lnTo>
                  <a:lnTo>
                    <a:pt x="66" y="57"/>
                  </a:lnTo>
                  <a:lnTo>
                    <a:pt x="9" y="1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2" name="Freeform 152"/>
            <p:cNvSpPr>
              <a:spLocks noEditPoints="1"/>
            </p:cNvSpPr>
            <p:nvPr/>
          </p:nvSpPr>
          <p:spPr bwMode="auto">
            <a:xfrm>
              <a:off x="5507038" y="3609976"/>
              <a:ext cx="441325" cy="442913"/>
            </a:xfrm>
            <a:custGeom>
              <a:avLst/>
              <a:gdLst>
                <a:gd name="T0" fmla="*/ 515 w 1030"/>
                <a:gd name="T1" fmla="*/ 1031 h 1031"/>
                <a:gd name="T2" fmla="*/ 0 w 1030"/>
                <a:gd name="T3" fmla="*/ 515 h 1031"/>
                <a:gd name="T4" fmla="*/ 515 w 1030"/>
                <a:gd name="T5" fmla="*/ 0 h 1031"/>
                <a:gd name="T6" fmla="*/ 1030 w 1030"/>
                <a:gd name="T7" fmla="*/ 515 h 1031"/>
                <a:gd name="T8" fmla="*/ 515 w 1030"/>
                <a:gd name="T9" fmla="*/ 1031 h 1031"/>
                <a:gd name="T10" fmla="*/ 515 w 1030"/>
                <a:gd name="T11" fmla="*/ 48 h 1031"/>
                <a:gd name="T12" fmla="*/ 48 w 1030"/>
                <a:gd name="T13" fmla="*/ 515 h 1031"/>
                <a:gd name="T14" fmla="*/ 515 w 1030"/>
                <a:gd name="T15" fmla="*/ 983 h 1031"/>
                <a:gd name="T16" fmla="*/ 982 w 1030"/>
                <a:gd name="T17" fmla="*/ 515 h 1031"/>
                <a:gd name="T18" fmla="*/ 515 w 1030"/>
                <a:gd name="T19" fmla="*/ 48 h 10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30" h="1031">
                  <a:moveTo>
                    <a:pt x="515" y="1031"/>
                  </a:moveTo>
                  <a:cubicBezTo>
                    <a:pt x="231" y="1031"/>
                    <a:pt x="0" y="799"/>
                    <a:pt x="0" y="515"/>
                  </a:cubicBezTo>
                  <a:cubicBezTo>
                    <a:pt x="0" y="231"/>
                    <a:pt x="231" y="0"/>
                    <a:pt x="515" y="0"/>
                  </a:cubicBezTo>
                  <a:cubicBezTo>
                    <a:pt x="799" y="0"/>
                    <a:pt x="1030" y="231"/>
                    <a:pt x="1030" y="515"/>
                  </a:cubicBezTo>
                  <a:cubicBezTo>
                    <a:pt x="1030" y="799"/>
                    <a:pt x="799" y="1031"/>
                    <a:pt x="515" y="1031"/>
                  </a:cubicBezTo>
                  <a:close/>
                  <a:moveTo>
                    <a:pt x="515" y="48"/>
                  </a:moveTo>
                  <a:cubicBezTo>
                    <a:pt x="258" y="48"/>
                    <a:pt x="48" y="258"/>
                    <a:pt x="48" y="515"/>
                  </a:cubicBezTo>
                  <a:cubicBezTo>
                    <a:pt x="48" y="773"/>
                    <a:pt x="258" y="983"/>
                    <a:pt x="515" y="983"/>
                  </a:cubicBezTo>
                  <a:cubicBezTo>
                    <a:pt x="773" y="983"/>
                    <a:pt x="982" y="773"/>
                    <a:pt x="982" y="515"/>
                  </a:cubicBezTo>
                  <a:cubicBezTo>
                    <a:pt x="982" y="258"/>
                    <a:pt x="773" y="48"/>
                    <a:pt x="515"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443" name="组合 442"/>
          <p:cNvGrpSpPr/>
          <p:nvPr/>
        </p:nvGrpSpPr>
        <p:grpSpPr>
          <a:xfrm>
            <a:off x="10256305" y="2503385"/>
            <a:ext cx="307821" cy="308929"/>
            <a:chOff x="6389688" y="3609976"/>
            <a:chExt cx="441325" cy="442913"/>
          </a:xfrm>
          <a:solidFill>
            <a:srgbClr val="707E84"/>
          </a:solidFill>
        </p:grpSpPr>
        <p:sp>
          <p:nvSpPr>
            <p:cNvPr id="444" name="Freeform 153"/>
            <p:cNvSpPr>
              <a:spLocks noEditPoints="1"/>
            </p:cNvSpPr>
            <p:nvPr/>
          </p:nvSpPr>
          <p:spPr bwMode="auto">
            <a:xfrm>
              <a:off x="6389688" y="3609976"/>
              <a:ext cx="441325" cy="442913"/>
            </a:xfrm>
            <a:custGeom>
              <a:avLst/>
              <a:gdLst>
                <a:gd name="T0" fmla="*/ 515 w 1030"/>
                <a:gd name="T1" fmla="*/ 1031 h 1031"/>
                <a:gd name="T2" fmla="*/ 0 w 1030"/>
                <a:gd name="T3" fmla="*/ 515 h 1031"/>
                <a:gd name="T4" fmla="*/ 515 w 1030"/>
                <a:gd name="T5" fmla="*/ 0 h 1031"/>
                <a:gd name="T6" fmla="*/ 1030 w 1030"/>
                <a:gd name="T7" fmla="*/ 515 h 1031"/>
                <a:gd name="T8" fmla="*/ 515 w 1030"/>
                <a:gd name="T9" fmla="*/ 1031 h 1031"/>
                <a:gd name="T10" fmla="*/ 515 w 1030"/>
                <a:gd name="T11" fmla="*/ 48 h 1031"/>
                <a:gd name="T12" fmla="*/ 48 w 1030"/>
                <a:gd name="T13" fmla="*/ 515 h 1031"/>
                <a:gd name="T14" fmla="*/ 515 w 1030"/>
                <a:gd name="T15" fmla="*/ 983 h 1031"/>
                <a:gd name="T16" fmla="*/ 982 w 1030"/>
                <a:gd name="T17" fmla="*/ 515 h 1031"/>
                <a:gd name="T18" fmla="*/ 515 w 1030"/>
                <a:gd name="T19" fmla="*/ 48 h 10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30" h="1031">
                  <a:moveTo>
                    <a:pt x="515" y="1031"/>
                  </a:moveTo>
                  <a:cubicBezTo>
                    <a:pt x="231" y="1031"/>
                    <a:pt x="0" y="799"/>
                    <a:pt x="0" y="515"/>
                  </a:cubicBezTo>
                  <a:cubicBezTo>
                    <a:pt x="0" y="231"/>
                    <a:pt x="231" y="0"/>
                    <a:pt x="515" y="0"/>
                  </a:cubicBezTo>
                  <a:cubicBezTo>
                    <a:pt x="799" y="0"/>
                    <a:pt x="1030" y="231"/>
                    <a:pt x="1030" y="515"/>
                  </a:cubicBezTo>
                  <a:cubicBezTo>
                    <a:pt x="1030" y="799"/>
                    <a:pt x="799" y="1031"/>
                    <a:pt x="515" y="1031"/>
                  </a:cubicBezTo>
                  <a:close/>
                  <a:moveTo>
                    <a:pt x="515" y="48"/>
                  </a:moveTo>
                  <a:cubicBezTo>
                    <a:pt x="257" y="48"/>
                    <a:pt x="48" y="258"/>
                    <a:pt x="48" y="515"/>
                  </a:cubicBezTo>
                  <a:cubicBezTo>
                    <a:pt x="48" y="773"/>
                    <a:pt x="257" y="983"/>
                    <a:pt x="515" y="983"/>
                  </a:cubicBezTo>
                  <a:cubicBezTo>
                    <a:pt x="772" y="983"/>
                    <a:pt x="982" y="773"/>
                    <a:pt x="982" y="515"/>
                  </a:cubicBezTo>
                  <a:cubicBezTo>
                    <a:pt x="982" y="258"/>
                    <a:pt x="772" y="48"/>
                    <a:pt x="515"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5" name="Freeform 154"/>
            <p:cNvSpPr>
              <a:spLocks/>
            </p:cNvSpPr>
            <p:nvPr/>
          </p:nvSpPr>
          <p:spPr bwMode="auto">
            <a:xfrm>
              <a:off x="6464300" y="3748088"/>
              <a:ext cx="114300" cy="50800"/>
            </a:xfrm>
            <a:custGeom>
              <a:avLst/>
              <a:gdLst>
                <a:gd name="T0" fmla="*/ 227 w 268"/>
                <a:gd name="T1" fmla="*/ 120 h 120"/>
                <a:gd name="T2" fmla="*/ 88 w 268"/>
                <a:gd name="T3" fmla="*/ 70 h 120"/>
                <a:gd name="T4" fmla="*/ 36 w 268"/>
                <a:gd name="T5" fmla="*/ 105 h 120"/>
                <a:gd name="T6" fmla="*/ 0 w 268"/>
                <a:gd name="T7" fmla="*/ 73 h 120"/>
                <a:gd name="T8" fmla="*/ 72 w 268"/>
                <a:gd name="T9" fmla="*/ 25 h 120"/>
                <a:gd name="T10" fmla="*/ 268 w 268"/>
                <a:gd name="T11" fmla="*/ 94 h 120"/>
                <a:gd name="T12" fmla="*/ 227 w 268"/>
                <a:gd name="T13" fmla="*/ 120 h 120"/>
              </a:gdLst>
              <a:ahLst/>
              <a:cxnLst>
                <a:cxn ang="0">
                  <a:pos x="T0" y="T1"/>
                </a:cxn>
                <a:cxn ang="0">
                  <a:pos x="T2" y="T3"/>
                </a:cxn>
                <a:cxn ang="0">
                  <a:pos x="T4" y="T5"/>
                </a:cxn>
                <a:cxn ang="0">
                  <a:pos x="T6" y="T7"/>
                </a:cxn>
                <a:cxn ang="0">
                  <a:pos x="T8" y="T9"/>
                </a:cxn>
                <a:cxn ang="0">
                  <a:pos x="T10" y="T11"/>
                </a:cxn>
                <a:cxn ang="0">
                  <a:pos x="T12" y="T13"/>
                </a:cxn>
              </a:cxnLst>
              <a:rect l="0" t="0" r="r" b="b"/>
              <a:pathLst>
                <a:path w="268" h="120">
                  <a:moveTo>
                    <a:pt x="227" y="120"/>
                  </a:moveTo>
                  <a:cubicBezTo>
                    <a:pt x="198" y="73"/>
                    <a:pt x="140" y="53"/>
                    <a:pt x="88" y="70"/>
                  </a:cubicBezTo>
                  <a:cubicBezTo>
                    <a:pt x="68" y="77"/>
                    <a:pt x="50" y="89"/>
                    <a:pt x="36" y="105"/>
                  </a:cubicBezTo>
                  <a:cubicBezTo>
                    <a:pt x="0" y="73"/>
                    <a:pt x="0" y="73"/>
                    <a:pt x="0" y="73"/>
                  </a:cubicBezTo>
                  <a:cubicBezTo>
                    <a:pt x="19" y="51"/>
                    <a:pt x="44" y="34"/>
                    <a:pt x="72" y="25"/>
                  </a:cubicBezTo>
                  <a:cubicBezTo>
                    <a:pt x="146" y="0"/>
                    <a:pt x="227" y="29"/>
                    <a:pt x="268" y="94"/>
                  </a:cubicBezTo>
                  <a:lnTo>
                    <a:pt x="227" y="1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6" name="Freeform 155"/>
            <p:cNvSpPr>
              <a:spLocks/>
            </p:cNvSpPr>
            <p:nvPr/>
          </p:nvSpPr>
          <p:spPr bwMode="auto">
            <a:xfrm>
              <a:off x="6642100" y="3748088"/>
              <a:ext cx="115888" cy="50800"/>
            </a:xfrm>
            <a:custGeom>
              <a:avLst/>
              <a:gdLst>
                <a:gd name="T0" fmla="*/ 227 w 268"/>
                <a:gd name="T1" fmla="*/ 120 h 120"/>
                <a:gd name="T2" fmla="*/ 88 w 268"/>
                <a:gd name="T3" fmla="*/ 70 h 120"/>
                <a:gd name="T4" fmla="*/ 36 w 268"/>
                <a:gd name="T5" fmla="*/ 105 h 120"/>
                <a:gd name="T6" fmla="*/ 0 w 268"/>
                <a:gd name="T7" fmla="*/ 73 h 120"/>
                <a:gd name="T8" fmla="*/ 72 w 268"/>
                <a:gd name="T9" fmla="*/ 25 h 120"/>
                <a:gd name="T10" fmla="*/ 268 w 268"/>
                <a:gd name="T11" fmla="*/ 94 h 120"/>
                <a:gd name="T12" fmla="*/ 227 w 268"/>
                <a:gd name="T13" fmla="*/ 120 h 120"/>
              </a:gdLst>
              <a:ahLst/>
              <a:cxnLst>
                <a:cxn ang="0">
                  <a:pos x="T0" y="T1"/>
                </a:cxn>
                <a:cxn ang="0">
                  <a:pos x="T2" y="T3"/>
                </a:cxn>
                <a:cxn ang="0">
                  <a:pos x="T4" y="T5"/>
                </a:cxn>
                <a:cxn ang="0">
                  <a:pos x="T6" y="T7"/>
                </a:cxn>
                <a:cxn ang="0">
                  <a:pos x="T8" y="T9"/>
                </a:cxn>
                <a:cxn ang="0">
                  <a:pos x="T10" y="T11"/>
                </a:cxn>
                <a:cxn ang="0">
                  <a:pos x="T12" y="T13"/>
                </a:cxn>
              </a:cxnLst>
              <a:rect l="0" t="0" r="r" b="b"/>
              <a:pathLst>
                <a:path w="268" h="120">
                  <a:moveTo>
                    <a:pt x="227" y="120"/>
                  </a:moveTo>
                  <a:cubicBezTo>
                    <a:pt x="198" y="73"/>
                    <a:pt x="140" y="53"/>
                    <a:pt x="88" y="70"/>
                  </a:cubicBezTo>
                  <a:cubicBezTo>
                    <a:pt x="68" y="77"/>
                    <a:pt x="50" y="89"/>
                    <a:pt x="36" y="105"/>
                  </a:cubicBezTo>
                  <a:cubicBezTo>
                    <a:pt x="0" y="73"/>
                    <a:pt x="0" y="73"/>
                    <a:pt x="0" y="73"/>
                  </a:cubicBezTo>
                  <a:cubicBezTo>
                    <a:pt x="19" y="51"/>
                    <a:pt x="44" y="34"/>
                    <a:pt x="72" y="25"/>
                  </a:cubicBezTo>
                  <a:cubicBezTo>
                    <a:pt x="146" y="0"/>
                    <a:pt x="227" y="29"/>
                    <a:pt x="268" y="94"/>
                  </a:cubicBezTo>
                  <a:lnTo>
                    <a:pt x="227" y="1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7" name="Freeform 156"/>
            <p:cNvSpPr>
              <a:spLocks/>
            </p:cNvSpPr>
            <p:nvPr/>
          </p:nvSpPr>
          <p:spPr bwMode="auto">
            <a:xfrm>
              <a:off x="6497638" y="3898901"/>
              <a:ext cx="227013" cy="65088"/>
            </a:xfrm>
            <a:custGeom>
              <a:avLst/>
              <a:gdLst>
                <a:gd name="T0" fmla="*/ 265 w 530"/>
                <a:gd name="T1" fmla="*/ 154 h 154"/>
                <a:gd name="T2" fmla="*/ 0 w 530"/>
                <a:gd name="T3" fmla="*/ 32 h 154"/>
                <a:gd name="T4" fmla="*/ 36 w 530"/>
                <a:gd name="T5" fmla="*/ 0 h 154"/>
                <a:gd name="T6" fmla="*/ 265 w 530"/>
                <a:gd name="T7" fmla="*/ 106 h 154"/>
                <a:gd name="T8" fmla="*/ 494 w 530"/>
                <a:gd name="T9" fmla="*/ 0 h 154"/>
                <a:gd name="T10" fmla="*/ 530 w 530"/>
                <a:gd name="T11" fmla="*/ 32 h 154"/>
                <a:gd name="T12" fmla="*/ 265 w 530"/>
                <a:gd name="T13" fmla="*/ 154 h 154"/>
              </a:gdLst>
              <a:ahLst/>
              <a:cxnLst>
                <a:cxn ang="0">
                  <a:pos x="T0" y="T1"/>
                </a:cxn>
                <a:cxn ang="0">
                  <a:pos x="T2" y="T3"/>
                </a:cxn>
                <a:cxn ang="0">
                  <a:pos x="T4" y="T5"/>
                </a:cxn>
                <a:cxn ang="0">
                  <a:pos x="T6" y="T7"/>
                </a:cxn>
                <a:cxn ang="0">
                  <a:pos x="T8" y="T9"/>
                </a:cxn>
                <a:cxn ang="0">
                  <a:pos x="T10" y="T11"/>
                </a:cxn>
                <a:cxn ang="0">
                  <a:pos x="T12" y="T13"/>
                </a:cxn>
              </a:cxnLst>
              <a:rect l="0" t="0" r="r" b="b"/>
              <a:pathLst>
                <a:path w="530" h="154">
                  <a:moveTo>
                    <a:pt x="265" y="154"/>
                  </a:moveTo>
                  <a:cubicBezTo>
                    <a:pt x="163" y="154"/>
                    <a:pt x="66" y="109"/>
                    <a:pt x="0" y="32"/>
                  </a:cubicBezTo>
                  <a:cubicBezTo>
                    <a:pt x="36" y="0"/>
                    <a:pt x="36" y="0"/>
                    <a:pt x="36" y="0"/>
                  </a:cubicBezTo>
                  <a:cubicBezTo>
                    <a:pt x="93" y="67"/>
                    <a:pt x="177" y="106"/>
                    <a:pt x="265" y="106"/>
                  </a:cubicBezTo>
                  <a:cubicBezTo>
                    <a:pt x="353" y="106"/>
                    <a:pt x="436" y="67"/>
                    <a:pt x="494" y="0"/>
                  </a:cubicBezTo>
                  <a:cubicBezTo>
                    <a:pt x="530" y="32"/>
                    <a:pt x="530" y="32"/>
                    <a:pt x="530" y="32"/>
                  </a:cubicBezTo>
                  <a:cubicBezTo>
                    <a:pt x="463" y="109"/>
                    <a:pt x="367" y="154"/>
                    <a:pt x="265" y="1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448" name="组合 447"/>
          <p:cNvGrpSpPr/>
          <p:nvPr/>
        </p:nvGrpSpPr>
        <p:grpSpPr>
          <a:xfrm>
            <a:off x="11759874" y="3515320"/>
            <a:ext cx="246922" cy="272389"/>
            <a:chOff x="3794125" y="4513263"/>
            <a:chExt cx="354013" cy="390525"/>
          </a:xfrm>
          <a:solidFill>
            <a:srgbClr val="707E84"/>
          </a:solidFill>
        </p:grpSpPr>
        <p:sp>
          <p:nvSpPr>
            <p:cNvPr id="449" name="Freeform 193"/>
            <p:cNvSpPr>
              <a:spLocks/>
            </p:cNvSpPr>
            <p:nvPr/>
          </p:nvSpPr>
          <p:spPr bwMode="auto">
            <a:xfrm>
              <a:off x="3794125" y="4513263"/>
              <a:ext cx="288925" cy="390525"/>
            </a:xfrm>
            <a:custGeom>
              <a:avLst/>
              <a:gdLst>
                <a:gd name="T0" fmla="*/ 672 w 672"/>
                <a:gd name="T1" fmla="*/ 912 h 912"/>
                <a:gd name="T2" fmla="*/ 139 w 672"/>
                <a:gd name="T3" fmla="*/ 912 h 912"/>
                <a:gd name="T4" fmla="*/ 0 w 672"/>
                <a:gd name="T5" fmla="*/ 771 h 912"/>
                <a:gd name="T6" fmla="*/ 0 w 672"/>
                <a:gd name="T7" fmla="*/ 140 h 912"/>
                <a:gd name="T8" fmla="*/ 139 w 672"/>
                <a:gd name="T9" fmla="*/ 0 h 912"/>
                <a:gd name="T10" fmla="*/ 672 w 672"/>
                <a:gd name="T11" fmla="*/ 0 h 912"/>
                <a:gd name="T12" fmla="*/ 672 w 672"/>
                <a:gd name="T13" fmla="*/ 40 h 912"/>
                <a:gd name="T14" fmla="*/ 139 w 672"/>
                <a:gd name="T15" fmla="*/ 40 h 912"/>
                <a:gd name="T16" fmla="*/ 40 w 672"/>
                <a:gd name="T17" fmla="*/ 140 h 912"/>
                <a:gd name="T18" fmla="*/ 40 w 672"/>
                <a:gd name="T19" fmla="*/ 771 h 912"/>
                <a:gd name="T20" fmla="*/ 139 w 672"/>
                <a:gd name="T21" fmla="*/ 872 h 912"/>
                <a:gd name="T22" fmla="*/ 672 w 672"/>
                <a:gd name="T23" fmla="*/ 872 h 912"/>
                <a:gd name="T24" fmla="*/ 672 w 672"/>
                <a:gd name="T25" fmla="*/ 912 h 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72" h="912">
                  <a:moveTo>
                    <a:pt x="672" y="912"/>
                  </a:moveTo>
                  <a:cubicBezTo>
                    <a:pt x="139" y="912"/>
                    <a:pt x="139" y="912"/>
                    <a:pt x="139" y="912"/>
                  </a:cubicBezTo>
                  <a:cubicBezTo>
                    <a:pt x="63" y="912"/>
                    <a:pt x="0" y="849"/>
                    <a:pt x="0" y="771"/>
                  </a:cubicBezTo>
                  <a:cubicBezTo>
                    <a:pt x="0" y="140"/>
                    <a:pt x="0" y="140"/>
                    <a:pt x="0" y="140"/>
                  </a:cubicBezTo>
                  <a:cubicBezTo>
                    <a:pt x="0" y="63"/>
                    <a:pt x="63" y="0"/>
                    <a:pt x="139" y="0"/>
                  </a:cubicBezTo>
                  <a:cubicBezTo>
                    <a:pt x="672" y="0"/>
                    <a:pt x="672" y="0"/>
                    <a:pt x="672" y="0"/>
                  </a:cubicBezTo>
                  <a:cubicBezTo>
                    <a:pt x="672" y="40"/>
                    <a:pt x="672" y="40"/>
                    <a:pt x="672" y="40"/>
                  </a:cubicBezTo>
                  <a:cubicBezTo>
                    <a:pt x="139" y="40"/>
                    <a:pt x="139" y="40"/>
                    <a:pt x="139" y="40"/>
                  </a:cubicBezTo>
                  <a:cubicBezTo>
                    <a:pt x="85" y="40"/>
                    <a:pt x="40" y="85"/>
                    <a:pt x="40" y="140"/>
                  </a:cubicBezTo>
                  <a:cubicBezTo>
                    <a:pt x="40" y="771"/>
                    <a:pt x="40" y="771"/>
                    <a:pt x="40" y="771"/>
                  </a:cubicBezTo>
                  <a:cubicBezTo>
                    <a:pt x="40" y="827"/>
                    <a:pt x="85" y="872"/>
                    <a:pt x="139" y="872"/>
                  </a:cubicBezTo>
                  <a:cubicBezTo>
                    <a:pt x="672" y="872"/>
                    <a:pt x="672" y="872"/>
                    <a:pt x="672" y="872"/>
                  </a:cubicBezTo>
                  <a:lnTo>
                    <a:pt x="672" y="9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0" name="Rectangle 194"/>
            <p:cNvSpPr>
              <a:spLocks noChangeArrowheads="1"/>
            </p:cNvSpPr>
            <p:nvPr/>
          </p:nvSpPr>
          <p:spPr bwMode="auto">
            <a:xfrm>
              <a:off x="3910013" y="4630738"/>
              <a:ext cx="225425"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1" name="Freeform 195"/>
            <p:cNvSpPr>
              <a:spLocks/>
            </p:cNvSpPr>
            <p:nvPr/>
          </p:nvSpPr>
          <p:spPr bwMode="auto">
            <a:xfrm>
              <a:off x="3894138" y="4578351"/>
              <a:ext cx="73025" cy="119063"/>
            </a:xfrm>
            <a:custGeom>
              <a:avLst/>
              <a:gdLst>
                <a:gd name="T0" fmla="*/ 37 w 46"/>
                <a:gd name="T1" fmla="*/ 75 h 75"/>
                <a:gd name="T2" fmla="*/ 0 w 46"/>
                <a:gd name="T3" fmla="*/ 38 h 75"/>
                <a:gd name="T4" fmla="*/ 38 w 46"/>
                <a:gd name="T5" fmla="*/ 0 h 75"/>
                <a:gd name="T6" fmla="*/ 46 w 46"/>
                <a:gd name="T7" fmla="*/ 8 h 75"/>
                <a:gd name="T8" fmla="*/ 15 w 46"/>
                <a:gd name="T9" fmla="*/ 38 h 75"/>
                <a:gd name="T10" fmla="*/ 45 w 46"/>
                <a:gd name="T11" fmla="*/ 68 h 75"/>
                <a:gd name="T12" fmla="*/ 37 w 46"/>
                <a:gd name="T13" fmla="*/ 75 h 75"/>
              </a:gdLst>
              <a:ahLst/>
              <a:cxnLst>
                <a:cxn ang="0">
                  <a:pos x="T0" y="T1"/>
                </a:cxn>
                <a:cxn ang="0">
                  <a:pos x="T2" y="T3"/>
                </a:cxn>
                <a:cxn ang="0">
                  <a:pos x="T4" y="T5"/>
                </a:cxn>
                <a:cxn ang="0">
                  <a:pos x="T6" y="T7"/>
                </a:cxn>
                <a:cxn ang="0">
                  <a:pos x="T8" y="T9"/>
                </a:cxn>
                <a:cxn ang="0">
                  <a:pos x="T10" y="T11"/>
                </a:cxn>
                <a:cxn ang="0">
                  <a:pos x="T12" y="T13"/>
                </a:cxn>
              </a:cxnLst>
              <a:rect l="0" t="0" r="r" b="b"/>
              <a:pathLst>
                <a:path w="46" h="75">
                  <a:moveTo>
                    <a:pt x="37" y="75"/>
                  </a:moveTo>
                  <a:lnTo>
                    <a:pt x="0" y="38"/>
                  </a:lnTo>
                  <a:lnTo>
                    <a:pt x="38" y="0"/>
                  </a:lnTo>
                  <a:lnTo>
                    <a:pt x="46" y="8"/>
                  </a:lnTo>
                  <a:lnTo>
                    <a:pt x="15" y="38"/>
                  </a:lnTo>
                  <a:lnTo>
                    <a:pt x="45" y="68"/>
                  </a:lnTo>
                  <a:lnTo>
                    <a:pt x="37"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2" name="Rectangle 196"/>
            <p:cNvSpPr>
              <a:spLocks noChangeArrowheads="1"/>
            </p:cNvSpPr>
            <p:nvPr/>
          </p:nvSpPr>
          <p:spPr bwMode="auto">
            <a:xfrm>
              <a:off x="3905250" y="4783138"/>
              <a:ext cx="227013"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3" name="Freeform 197"/>
            <p:cNvSpPr>
              <a:spLocks/>
            </p:cNvSpPr>
            <p:nvPr/>
          </p:nvSpPr>
          <p:spPr bwMode="auto">
            <a:xfrm>
              <a:off x="4075113" y="4732338"/>
              <a:ext cx="73025" cy="120650"/>
            </a:xfrm>
            <a:custGeom>
              <a:avLst/>
              <a:gdLst>
                <a:gd name="T0" fmla="*/ 8 w 46"/>
                <a:gd name="T1" fmla="*/ 76 h 76"/>
                <a:gd name="T2" fmla="*/ 0 w 46"/>
                <a:gd name="T3" fmla="*/ 68 h 76"/>
                <a:gd name="T4" fmla="*/ 31 w 46"/>
                <a:gd name="T5" fmla="*/ 38 h 76"/>
                <a:gd name="T6" fmla="*/ 1 w 46"/>
                <a:gd name="T7" fmla="*/ 8 h 76"/>
                <a:gd name="T8" fmla="*/ 8 w 46"/>
                <a:gd name="T9" fmla="*/ 0 h 76"/>
                <a:gd name="T10" fmla="*/ 46 w 46"/>
                <a:gd name="T11" fmla="*/ 38 h 76"/>
                <a:gd name="T12" fmla="*/ 8 w 46"/>
                <a:gd name="T13" fmla="*/ 76 h 76"/>
              </a:gdLst>
              <a:ahLst/>
              <a:cxnLst>
                <a:cxn ang="0">
                  <a:pos x="T0" y="T1"/>
                </a:cxn>
                <a:cxn ang="0">
                  <a:pos x="T2" y="T3"/>
                </a:cxn>
                <a:cxn ang="0">
                  <a:pos x="T4" y="T5"/>
                </a:cxn>
                <a:cxn ang="0">
                  <a:pos x="T6" y="T7"/>
                </a:cxn>
                <a:cxn ang="0">
                  <a:pos x="T8" y="T9"/>
                </a:cxn>
                <a:cxn ang="0">
                  <a:pos x="T10" y="T11"/>
                </a:cxn>
                <a:cxn ang="0">
                  <a:pos x="T12" y="T13"/>
                </a:cxn>
              </a:cxnLst>
              <a:rect l="0" t="0" r="r" b="b"/>
              <a:pathLst>
                <a:path w="46" h="76">
                  <a:moveTo>
                    <a:pt x="8" y="76"/>
                  </a:moveTo>
                  <a:lnTo>
                    <a:pt x="0" y="68"/>
                  </a:lnTo>
                  <a:lnTo>
                    <a:pt x="31" y="38"/>
                  </a:lnTo>
                  <a:lnTo>
                    <a:pt x="1" y="8"/>
                  </a:lnTo>
                  <a:lnTo>
                    <a:pt x="8" y="0"/>
                  </a:lnTo>
                  <a:lnTo>
                    <a:pt x="46" y="38"/>
                  </a:lnTo>
                  <a:lnTo>
                    <a:pt x="8" y="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454" name="组合 453"/>
          <p:cNvGrpSpPr/>
          <p:nvPr/>
        </p:nvGrpSpPr>
        <p:grpSpPr>
          <a:xfrm>
            <a:off x="10757679" y="2510028"/>
            <a:ext cx="265745" cy="295642"/>
            <a:chOff x="7294563" y="3619501"/>
            <a:chExt cx="381000" cy="423863"/>
          </a:xfrm>
          <a:solidFill>
            <a:srgbClr val="707E84"/>
          </a:solidFill>
        </p:grpSpPr>
        <p:sp>
          <p:nvSpPr>
            <p:cNvPr id="455" name="Freeform 198"/>
            <p:cNvSpPr>
              <a:spLocks noEditPoints="1"/>
            </p:cNvSpPr>
            <p:nvPr/>
          </p:nvSpPr>
          <p:spPr bwMode="auto">
            <a:xfrm>
              <a:off x="7294563" y="3619501"/>
              <a:ext cx="381000" cy="423863"/>
            </a:xfrm>
            <a:custGeom>
              <a:avLst/>
              <a:gdLst>
                <a:gd name="T0" fmla="*/ 790 w 890"/>
                <a:gd name="T1" fmla="*/ 989 h 989"/>
                <a:gd name="T2" fmla="*/ 100 w 890"/>
                <a:gd name="T3" fmla="*/ 989 h 989"/>
                <a:gd name="T4" fmla="*/ 0 w 890"/>
                <a:gd name="T5" fmla="*/ 889 h 989"/>
                <a:gd name="T6" fmla="*/ 0 w 890"/>
                <a:gd name="T7" fmla="*/ 100 h 989"/>
                <a:gd name="T8" fmla="*/ 100 w 890"/>
                <a:gd name="T9" fmla="*/ 0 h 989"/>
                <a:gd name="T10" fmla="*/ 582 w 890"/>
                <a:gd name="T11" fmla="*/ 0 h 989"/>
                <a:gd name="T12" fmla="*/ 733 w 890"/>
                <a:gd name="T13" fmla="*/ 61 h 989"/>
                <a:gd name="T14" fmla="*/ 826 w 890"/>
                <a:gd name="T15" fmla="*/ 150 h 989"/>
                <a:gd name="T16" fmla="*/ 890 w 890"/>
                <a:gd name="T17" fmla="*/ 262 h 989"/>
                <a:gd name="T18" fmla="*/ 890 w 890"/>
                <a:gd name="T19" fmla="*/ 889 h 989"/>
                <a:gd name="T20" fmla="*/ 790 w 890"/>
                <a:gd name="T21" fmla="*/ 989 h 989"/>
                <a:gd name="T22" fmla="*/ 100 w 890"/>
                <a:gd name="T23" fmla="*/ 40 h 989"/>
                <a:gd name="T24" fmla="*/ 40 w 890"/>
                <a:gd name="T25" fmla="*/ 100 h 989"/>
                <a:gd name="T26" fmla="*/ 40 w 890"/>
                <a:gd name="T27" fmla="*/ 889 h 989"/>
                <a:gd name="T28" fmla="*/ 100 w 890"/>
                <a:gd name="T29" fmla="*/ 949 h 989"/>
                <a:gd name="T30" fmla="*/ 790 w 890"/>
                <a:gd name="T31" fmla="*/ 949 h 989"/>
                <a:gd name="T32" fmla="*/ 850 w 890"/>
                <a:gd name="T33" fmla="*/ 889 h 989"/>
                <a:gd name="T34" fmla="*/ 850 w 890"/>
                <a:gd name="T35" fmla="*/ 262 h 989"/>
                <a:gd name="T36" fmla="*/ 798 w 890"/>
                <a:gd name="T37" fmla="*/ 179 h 989"/>
                <a:gd name="T38" fmla="*/ 706 w 890"/>
                <a:gd name="T39" fmla="*/ 90 h 989"/>
                <a:gd name="T40" fmla="*/ 582 w 890"/>
                <a:gd name="T41" fmla="*/ 40 h 989"/>
                <a:gd name="T42" fmla="*/ 100 w 890"/>
                <a:gd name="T43" fmla="*/ 40 h 9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90" h="989">
                  <a:moveTo>
                    <a:pt x="790" y="989"/>
                  </a:moveTo>
                  <a:cubicBezTo>
                    <a:pt x="100" y="989"/>
                    <a:pt x="100" y="989"/>
                    <a:pt x="100" y="989"/>
                  </a:cubicBezTo>
                  <a:cubicBezTo>
                    <a:pt x="45" y="989"/>
                    <a:pt x="0" y="944"/>
                    <a:pt x="0" y="889"/>
                  </a:cubicBezTo>
                  <a:cubicBezTo>
                    <a:pt x="0" y="100"/>
                    <a:pt x="0" y="100"/>
                    <a:pt x="0" y="100"/>
                  </a:cubicBezTo>
                  <a:cubicBezTo>
                    <a:pt x="0" y="45"/>
                    <a:pt x="45" y="0"/>
                    <a:pt x="100" y="0"/>
                  </a:cubicBezTo>
                  <a:cubicBezTo>
                    <a:pt x="582" y="0"/>
                    <a:pt x="582" y="0"/>
                    <a:pt x="582" y="0"/>
                  </a:cubicBezTo>
                  <a:cubicBezTo>
                    <a:pt x="631" y="0"/>
                    <a:pt x="698" y="27"/>
                    <a:pt x="733" y="61"/>
                  </a:cubicBezTo>
                  <a:cubicBezTo>
                    <a:pt x="826" y="150"/>
                    <a:pt x="826" y="150"/>
                    <a:pt x="826" y="150"/>
                  </a:cubicBezTo>
                  <a:cubicBezTo>
                    <a:pt x="857" y="180"/>
                    <a:pt x="890" y="230"/>
                    <a:pt x="890" y="262"/>
                  </a:cubicBezTo>
                  <a:cubicBezTo>
                    <a:pt x="890" y="889"/>
                    <a:pt x="890" y="889"/>
                    <a:pt x="890" y="889"/>
                  </a:cubicBezTo>
                  <a:cubicBezTo>
                    <a:pt x="890" y="944"/>
                    <a:pt x="845" y="989"/>
                    <a:pt x="790" y="989"/>
                  </a:cubicBezTo>
                  <a:close/>
                  <a:moveTo>
                    <a:pt x="100" y="40"/>
                  </a:moveTo>
                  <a:cubicBezTo>
                    <a:pt x="67" y="40"/>
                    <a:pt x="40" y="67"/>
                    <a:pt x="40" y="100"/>
                  </a:cubicBezTo>
                  <a:cubicBezTo>
                    <a:pt x="40" y="889"/>
                    <a:pt x="40" y="889"/>
                    <a:pt x="40" y="889"/>
                  </a:cubicBezTo>
                  <a:cubicBezTo>
                    <a:pt x="40" y="922"/>
                    <a:pt x="67" y="949"/>
                    <a:pt x="100" y="949"/>
                  </a:cubicBezTo>
                  <a:cubicBezTo>
                    <a:pt x="790" y="949"/>
                    <a:pt x="790" y="949"/>
                    <a:pt x="790" y="949"/>
                  </a:cubicBezTo>
                  <a:cubicBezTo>
                    <a:pt x="823" y="949"/>
                    <a:pt x="850" y="922"/>
                    <a:pt x="850" y="889"/>
                  </a:cubicBezTo>
                  <a:cubicBezTo>
                    <a:pt x="850" y="262"/>
                    <a:pt x="850" y="262"/>
                    <a:pt x="850" y="262"/>
                  </a:cubicBezTo>
                  <a:cubicBezTo>
                    <a:pt x="850" y="248"/>
                    <a:pt x="830" y="210"/>
                    <a:pt x="798" y="179"/>
                  </a:cubicBezTo>
                  <a:cubicBezTo>
                    <a:pt x="706" y="90"/>
                    <a:pt x="706" y="90"/>
                    <a:pt x="706" y="90"/>
                  </a:cubicBezTo>
                  <a:cubicBezTo>
                    <a:pt x="678" y="63"/>
                    <a:pt x="621" y="40"/>
                    <a:pt x="582" y="40"/>
                  </a:cubicBezTo>
                  <a:lnTo>
                    <a:pt x="100"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6" name="Freeform 199"/>
            <p:cNvSpPr>
              <a:spLocks/>
            </p:cNvSpPr>
            <p:nvPr/>
          </p:nvSpPr>
          <p:spPr bwMode="auto">
            <a:xfrm>
              <a:off x="7559675" y="3638551"/>
              <a:ext cx="107950" cy="106363"/>
            </a:xfrm>
            <a:custGeom>
              <a:avLst/>
              <a:gdLst>
                <a:gd name="T0" fmla="*/ 249 w 249"/>
                <a:gd name="T1" fmla="*/ 250 h 250"/>
                <a:gd name="T2" fmla="*/ 100 w 249"/>
                <a:gd name="T3" fmla="*/ 250 h 250"/>
                <a:gd name="T4" fmla="*/ 0 w 249"/>
                <a:gd name="T5" fmla="*/ 150 h 250"/>
                <a:gd name="T6" fmla="*/ 0 w 249"/>
                <a:gd name="T7" fmla="*/ 0 h 250"/>
                <a:gd name="T8" fmla="*/ 40 w 249"/>
                <a:gd name="T9" fmla="*/ 0 h 250"/>
                <a:gd name="T10" fmla="*/ 40 w 249"/>
                <a:gd name="T11" fmla="*/ 150 h 250"/>
                <a:gd name="T12" fmla="*/ 100 w 249"/>
                <a:gd name="T13" fmla="*/ 210 h 250"/>
                <a:gd name="T14" fmla="*/ 249 w 249"/>
                <a:gd name="T15" fmla="*/ 210 h 250"/>
                <a:gd name="T16" fmla="*/ 249 w 249"/>
                <a:gd name="T17"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9" h="250">
                  <a:moveTo>
                    <a:pt x="249" y="250"/>
                  </a:moveTo>
                  <a:cubicBezTo>
                    <a:pt x="100" y="250"/>
                    <a:pt x="100" y="250"/>
                    <a:pt x="100" y="250"/>
                  </a:cubicBezTo>
                  <a:cubicBezTo>
                    <a:pt x="45" y="250"/>
                    <a:pt x="0" y="205"/>
                    <a:pt x="0" y="150"/>
                  </a:cubicBezTo>
                  <a:cubicBezTo>
                    <a:pt x="0" y="0"/>
                    <a:pt x="0" y="0"/>
                    <a:pt x="0" y="0"/>
                  </a:cubicBezTo>
                  <a:cubicBezTo>
                    <a:pt x="40" y="0"/>
                    <a:pt x="40" y="0"/>
                    <a:pt x="40" y="0"/>
                  </a:cubicBezTo>
                  <a:cubicBezTo>
                    <a:pt x="40" y="150"/>
                    <a:pt x="40" y="150"/>
                    <a:pt x="40" y="150"/>
                  </a:cubicBezTo>
                  <a:cubicBezTo>
                    <a:pt x="40" y="183"/>
                    <a:pt x="67" y="210"/>
                    <a:pt x="100" y="210"/>
                  </a:cubicBezTo>
                  <a:cubicBezTo>
                    <a:pt x="249" y="210"/>
                    <a:pt x="249" y="210"/>
                    <a:pt x="249" y="210"/>
                  </a:cubicBezTo>
                  <a:lnTo>
                    <a:pt x="249" y="2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7" name="Rectangle 200"/>
            <p:cNvSpPr>
              <a:spLocks noChangeArrowheads="1"/>
            </p:cNvSpPr>
            <p:nvPr/>
          </p:nvSpPr>
          <p:spPr bwMode="auto">
            <a:xfrm>
              <a:off x="7362825" y="3724276"/>
              <a:ext cx="122238"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8" name="Rectangle 201"/>
            <p:cNvSpPr>
              <a:spLocks noChangeArrowheads="1"/>
            </p:cNvSpPr>
            <p:nvPr/>
          </p:nvSpPr>
          <p:spPr bwMode="auto">
            <a:xfrm>
              <a:off x="7362825" y="3790951"/>
              <a:ext cx="247650"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9" name="Rectangle 202"/>
            <p:cNvSpPr>
              <a:spLocks noChangeArrowheads="1"/>
            </p:cNvSpPr>
            <p:nvPr/>
          </p:nvSpPr>
          <p:spPr bwMode="auto">
            <a:xfrm>
              <a:off x="7362825" y="3857626"/>
              <a:ext cx="247650"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0" name="Rectangle 203"/>
            <p:cNvSpPr>
              <a:spLocks noChangeArrowheads="1"/>
            </p:cNvSpPr>
            <p:nvPr/>
          </p:nvSpPr>
          <p:spPr bwMode="auto">
            <a:xfrm>
              <a:off x="7362825" y="3924301"/>
              <a:ext cx="247650"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1" name="Line 204"/>
            <p:cNvSpPr>
              <a:spLocks noChangeShapeType="1"/>
            </p:cNvSpPr>
            <p:nvPr/>
          </p:nvSpPr>
          <p:spPr bwMode="auto">
            <a:xfrm>
              <a:off x="7569200" y="3636963"/>
              <a:ext cx="0" cy="0"/>
            </a:xfrm>
            <a:prstGeom prst="lin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2" name="Line 206"/>
            <p:cNvSpPr>
              <a:spLocks noChangeShapeType="1"/>
            </p:cNvSpPr>
            <p:nvPr/>
          </p:nvSpPr>
          <p:spPr bwMode="auto">
            <a:xfrm>
              <a:off x="7569200" y="3636963"/>
              <a:ext cx="0" cy="0"/>
            </a:xfrm>
            <a:prstGeom prst="line">
              <a:avLst/>
            </a:prstGeom>
            <a:grpFill/>
            <a:ln w="17463" cap="flat">
              <a:solidFill>
                <a:srgbClr val="F64341"/>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463" name="组合 462"/>
          <p:cNvGrpSpPr/>
          <p:nvPr/>
        </p:nvGrpSpPr>
        <p:grpSpPr>
          <a:xfrm>
            <a:off x="11216977" y="2517779"/>
            <a:ext cx="291213" cy="280140"/>
            <a:chOff x="8166100" y="3630613"/>
            <a:chExt cx="417513" cy="401638"/>
          </a:xfrm>
          <a:solidFill>
            <a:srgbClr val="707E84"/>
          </a:solidFill>
        </p:grpSpPr>
        <p:sp>
          <p:nvSpPr>
            <p:cNvPr id="464" name="Freeform 207"/>
            <p:cNvSpPr>
              <a:spLocks/>
            </p:cNvSpPr>
            <p:nvPr/>
          </p:nvSpPr>
          <p:spPr bwMode="auto">
            <a:xfrm>
              <a:off x="8166100" y="3630613"/>
              <a:ext cx="338138" cy="401638"/>
            </a:xfrm>
            <a:custGeom>
              <a:avLst/>
              <a:gdLst>
                <a:gd name="T0" fmla="*/ 789 w 789"/>
                <a:gd name="T1" fmla="*/ 937 h 937"/>
                <a:gd name="T2" fmla="*/ 100 w 789"/>
                <a:gd name="T3" fmla="*/ 937 h 937"/>
                <a:gd name="T4" fmla="*/ 0 w 789"/>
                <a:gd name="T5" fmla="*/ 837 h 937"/>
                <a:gd name="T6" fmla="*/ 0 w 789"/>
                <a:gd name="T7" fmla="*/ 100 h 937"/>
                <a:gd name="T8" fmla="*/ 100 w 789"/>
                <a:gd name="T9" fmla="*/ 0 h 937"/>
                <a:gd name="T10" fmla="*/ 789 w 789"/>
                <a:gd name="T11" fmla="*/ 0 h 937"/>
                <a:gd name="T12" fmla="*/ 789 w 789"/>
                <a:gd name="T13" fmla="*/ 40 h 937"/>
                <a:gd name="T14" fmla="*/ 100 w 789"/>
                <a:gd name="T15" fmla="*/ 40 h 937"/>
                <a:gd name="T16" fmla="*/ 40 w 789"/>
                <a:gd name="T17" fmla="*/ 100 h 937"/>
                <a:gd name="T18" fmla="*/ 40 w 789"/>
                <a:gd name="T19" fmla="*/ 837 h 937"/>
                <a:gd name="T20" fmla="*/ 100 w 789"/>
                <a:gd name="T21" fmla="*/ 897 h 937"/>
                <a:gd name="T22" fmla="*/ 789 w 789"/>
                <a:gd name="T23" fmla="*/ 897 h 937"/>
                <a:gd name="T24" fmla="*/ 789 w 789"/>
                <a:gd name="T25" fmla="*/ 937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89" h="937">
                  <a:moveTo>
                    <a:pt x="789" y="937"/>
                  </a:moveTo>
                  <a:cubicBezTo>
                    <a:pt x="100" y="937"/>
                    <a:pt x="100" y="937"/>
                    <a:pt x="100" y="937"/>
                  </a:cubicBezTo>
                  <a:cubicBezTo>
                    <a:pt x="45" y="937"/>
                    <a:pt x="0" y="892"/>
                    <a:pt x="0" y="837"/>
                  </a:cubicBezTo>
                  <a:cubicBezTo>
                    <a:pt x="0" y="100"/>
                    <a:pt x="0" y="100"/>
                    <a:pt x="0" y="100"/>
                  </a:cubicBezTo>
                  <a:cubicBezTo>
                    <a:pt x="0" y="44"/>
                    <a:pt x="45" y="0"/>
                    <a:pt x="100" y="0"/>
                  </a:cubicBezTo>
                  <a:cubicBezTo>
                    <a:pt x="789" y="0"/>
                    <a:pt x="789" y="0"/>
                    <a:pt x="789" y="0"/>
                  </a:cubicBezTo>
                  <a:cubicBezTo>
                    <a:pt x="789" y="40"/>
                    <a:pt x="789" y="40"/>
                    <a:pt x="789" y="40"/>
                  </a:cubicBezTo>
                  <a:cubicBezTo>
                    <a:pt x="100" y="40"/>
                    <a:pt x="100" y="40"/>
                    <a:pt x="100" y="40"/>
                  </a:cubicBezTo>
                  <a:cubicBezTo>
                    <a:pt x="67" y="40"/>
                    <a:pt x="40" y="67"/>
                    <a:pt x="40" y="100"/>
                  </a:cubicBezTo>
                  <a:cubicBezTo>
                    <a:pt x="40" y="837"/>
                    <a:pt x="40" y="837"/>
                    <a:pt x="40" y="837"/>
                  </a:cubicBezTo>
                  <a:cubicBezTo>
                    <a:pt x="40" y="870"/>
                    <a:pt x="67" y="897"/>
                    <a:pt x="100" y="897"/>
                  </a:cubicBezTo>
                  <a:cubicBezTo>
                    <a:pt x="789" y="897"/>
                    <a:pt x="789" y="897"/>
                    <a:pt x="789" y="897"/>
                  </a:cubicBezTo>
                  <a:lnTo>
                    <a:pt x="789" y="9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5" name="Freeform 208"/>
            <p:cNvSpPr>
              <a:spLocks/>
            </p:cNvSpPr>
            <p:nvPr/>
          </p:nvSpPr>
          <p:spPr bwMode="auto">
            <a:xfrm>
              <a:off x="8361363" y="3671888"/>
              <a:ext cx="222250" cy="287338"/>
            </a:xfrm>
            <a:custGeom>
              <a:avLst/>
              <a:gdLst>
                <a:gd name="T0" fmla="*/ 9 w 140"/>
                <a:gd name="T1" fmla="*/ 181 h 181"/>
                <a:gd name="T2" fmla="*/ 0 w 140"/>
                <a:gd name="T3" fmla="*/ 175 h 181"/>
                <a:gd name="T4" fmla="*/ 131 w 140"/>
                <a:gd name="T5" fmla="*/ 0 h 181"/>
                <a:gd name="T6" fmla="*/ 140 w 140"/>
                <a:gd name="T7" fmla="*/ 7 h 181"/>
                <a:gd name="T8" fmla="*/ 9 w 140"/>
                <a:gd name="T9" fmla="*/ 181 h 181"/>
              </a:gdLst>
              <a:ahLst/>
              <a:cxnLst>
                <a:cxn ang="0">
                  <a:pos x="T0" y="T1"/>
                </a:cxn>
                <a:cxn ang="0">
                  <a:pos x="T2" y="T3"/>
                </a:cxn>
                <a:cxn ang="0">
                  <a:pos x="T4" y="T5"/>
                </a:cxn>
                <a:cxn ang="0">
                  <a:pos x="T6" y="T7"/>
                </a:cxn>
                <a:cxn ang="0">
                  <a:pos x="T8" y="T9"/>
                </a:cxn>
              </a:cxnLst>
              <a:rect l="0" t="0" r="r" b="b"/>
              <a:pathLst>
                <a:path w="140" h="181">
                  <a:moveTo>
                    <a:pt x="9" y="181"/>
                  </a:moveTo>
                  <a:lnTo>
                    <a:pt x="0" y="175"/>
                  </a:lnTo>
                  <a:lnTo>
                    <a:pt x="131" y="0"/>
                  </a:lnTo>
                  <a:lnTo>
                    <a:pt x="140" y="7"/>
                  </a:lnTo>
                  <a:lnTo>
                    <a:pt x="9" y="1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6" name="Rectangle 209"/>
            <p:cNvSpPr>
              <a:spLocks noChangeArrowheads="1"/>
            </p:cNvSpPr>
            <p:nvPr/>
          </p:nvSpPr>
          <p:spPr bwMode="auto">
            <a:xfrm>
              <a:off x="8228013" y="3729038"/>
              <a:ext cx="177800"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7" name="Rectangle 210"/>
            <p:cNvSpPr>
              <a:spLocks noChangeArrowheads="1"/>
            </p:cNvSpPr>
            <p:nvPr/>
          </p:nvSpPr>
          <p:spPr bwMode="auto">
            <a:xfrm>
              <a:off x="8228013" y="3790951"/>
              <a:ext cx="141288"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8" name="Rectangle 211"/>
            <p:cNvSpPr>
              <a:spLocks noChangeArrowheads="1"/>
            </p:cNvSpPr>
            <p:nvPr/>
          </p:nvSpPr>
          <p:spPr bwMode="auto">
            <a:xfrm>
              <a:off x="8228013" y="3852863"/>
              <a:ext cx="104775"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469" name="组合 468"/>
          <p:cNvGrpSpPr/>
          <p:nvPr/>
        </p:nvGrpSpPr>
        <p:grpSpPr>
          <a:xfrm>
            <a:off x="10263502" y="4066414"/>
            <a:ext cx="297856" cy="275710"/>
            <a:chOff x="4649788" y="4521201"/>
            <a:chExt cx="427037" cy="395287"/>
          </a:xfrm>
          <a:solidFill>
            <a:srgbClr val="707E84"/>
          </a:solidFill>
        </p:grpSpPr>
        <p:sp>
          <p:nvSpPr>
            <p:cNvPr id="470" name="Freeform 215"/>
            <p:cNvSpPr>
              <a:spLocks noEditPoints="1"/>
            </p:cNvSpPr>
            <p:nvPr/>
          </p:nvSpPr>
          <p:spPr bwMode="auto">
            <a:xfrm>
              <a:off x="4649788" y="4594226"/>
              <a:ext cx="363538" cy="233363"/>
            </a:xfrm>
            <a:custGeom>
              <a:avLst/>
              <a:gdLst>
                <a:gd name="T0" fmla="*/ 656 w 848"/>
                <a:gd name="T1" fmla="*/ 542 h 542"/>
                <a:gd name="T2" fmla="*/ 182 w 848"/>
                <a:gd name="T3" fmla="*/ 542 h 542"/>
                <a:gd name="T4" fmla="*/ 112 w 848"/>
                <a:gd name="T5" fmla="*/ 489 h 542"/>
                <a:gd name="T6" fmla="*/ 5 w 848"/>
                <a:gd name="T7" fmla="*/ 64 h 542"/>
                <a:gd name="T8" fmla="*/ 13 w 848"/>
                <a:gd name="T9" fmla="*/ 19 h 542"/>
                <a:gd name="T10" fmla="*/ 54 w 848"/>
                <a:gd name="T11" fmla="*/ 0 h 542"/>
                <a:gd name="T12" fmla="*/ 795 w 848"/>
                <a:gd name="T13" fmla="*/ 0 h 542"/>
                <a:gd name="T14" fmla="*/ 836 w 848"/>
                <a:gd name="T15" fmla="*/ 19 h 542"/>
                <a:gd name="T16" fmla="*/ 844 w 848"/>
                <a:gd name="T17" fmla="*/ 64 h 542"/>
                <a:gd name="T18" fmla="*/ 726 w 848"/>
                <a:gd name="T19" fmla="*/ 489 h 542"/>
                <a:gd name="T20" fmla="*/ 656 w 848"/>
                <a:gd name="T21" fmla="*/ 542 h 542"/>
                <a:gd name="T22" fmla="*/ 54 w 848"/>
                <a:gd name="T23" fmla="*/ 40 h 542"/>
                <a:gd name="T24" fmla="*/ 44 w 848"/>
                <a:gd name="T25" fmla="*/ 44 h 542"/>
                <a:gd name="T26" fmla="*/ 43 w 848"/>
                <a:gd name="T27" fmla="*/ 54 h 542"/>
                <a:gd name="T28" fmla="*/ 151 w 848"/>
                <a:gd name="T29" fmla="*/ 479 h 542"/>
                <a:gd name="T30" fmla="*/ 182 w 848"/>
                <a:gd name="T31" fmla="*/ 502 h 542"/>
                <a:gd name="T32" fmla="*/ 656 w 848"/>
                <a:gd name="T33" fmla="*/ 502 h 542"/>
                <a:gd name="T34" fmla="*/ 688 w 848"/>
                <a:gd name="T35" fmla="*/ 479 h 542"/>
                <a:gd name="T36" fmla="*/ 805 w 848"/>
                <a:gd name="T37" fmla="*/ 54 h 542"/>
                <a:gd name="T38" fmla="*/ 804 w 848"/>
                <a:gd name="T39" fmla="*/ 44 h 542"/>
                <a:gd name="T40" fmla="*/ 795 w 848"/>
                <a:gd name="T41" fmla="*/ 40 h 542"/>
                <a:gd name="T42" fmla="*/ 54 w 848"/>
                <a:gd name="T43" fmla="*/ 40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48" h="542">
                  <a:moveTo>
                    <a:pt x="656" y="542"/>
                  </a:moveTo>
                  <a:cubicBezTo>
                    <a:pt x="182" y="542"/>
                    <a:pt x="182" y="542"/>
                    <a:pt x="182" y="542"/>
                  </a:cubicBezTo>
                  <a:cubicBezTo>
                    <a:pt x="150" y="542"/>
                    <a:pt x="120" y="519"/>
                    <a:pt x="112" y="489"/>
                  </a:cubicBezTo>
                  <a:cubicBezTo>
                    <a:pt x="5" y="64"/>
                    <a:pt x="5" y="64"/>
                    <a:pt x="5" y="64"/>
                  </a:cubicBezTo>
                  <a:cubicBezTo>
                    <a:pt x="0" y="48"/>
                    <a:pt x="3" y="32"/>
                    <a:pt x="13" y="19"/>
                  </a:cubicBezTo>
                  <a:cubicBezTo>
                    <a:pt x="22" y="7"/>
                    <a:pt x="37" y="0"/>
                    <a:pt x="54" y="0"/>
                  </a:cubicBezTo>
                  <a:cubicBezTo>
                    <a:pt x="795" y="0"/>
                    <a:pt x="795" y="0"/>
                    <a:pt x="795" y="0"/>
                  </a:cubicBezTo>
                  <a:cubicBezTo>
                    <a:pt x="812" y="0"/>
                    <a:pt x="827" y="7"/>
                    <a:pt x="836" y="19"/>
                  </a:cubicBezTo>
                  <a:cubicBezTo>
                    <a:pt x="845" y="32"/>
                    <a:pt x="848" y="48"/>
                    <a:pt x="844" y="64"/>
                  </a:cubicBezTo>
                  <a:cubicBezTo>
                    <a:pt x="726" y="489"/>
                    <a:pt x="726" y="489"/>
                    <a:pt x="726" y="489"/>
                  </a:cubicBezTo>
                  <a:cubicBezTo>
                    <a:pt x="718" y="519"/>
                    <a:pt x="687" y="542"/>
                    <a:pt x="656" y="542"/>
                  </a:cubicBezTo>
                  <a:close/>
                  <a:moveTo>
                    <a:pt x="54" y="40"/>
                  </a:moveTo>
                  <a:cubicBezTo>
                    <a:pt x="50" y="40"/>
                    <a:pt x="46" y="42"/>
                    <a:pt x="44" y="44"/>
                  </a:cubicBezTo>
                  <a:cubicBezTo>
                    <a:pt x="43" y="46"/>
                    <a:pt x="42" y="50"/>
                    <a:pt x="43" y="54"/>
                  </a:cubicBezTo>
                  <a:cubicBezTo>
                    <a:pt x="151" y="479"/>
                    <a:pt x="151" y="479"/>
                    <a:pt x="151" y="479"/>
                  </a:cubicBezTo>
                  <a:cubicBezTo>
                    <a:pt x="154" y="491"/>
                    <a:pt x="169" y="502"/>
                    <a:pt x="182" y="502"/>
                  </a:cubicBezTo>
                  <a:cubicBezTo>
                    <a:pt x="656" y="502"/>
                    <a:pt x="656" y="502"/>
                    <a:pt x="656" y="502"/>
                  </a:cubicBezTo>
                  <a:cubicBezTo>
                    <a:pt x="669" y="502"/>
                    <a:pt x="684" y="491"/>
                    <a:pt x="688" y="479"/>
                  </a:cubicBezTo>
                  <a:cubicBezTo>
                    <a:pt x="805" y="54"/>
                    <a:pt x="805" y="54"/>
                    <a:pt x="805" y="54"/>
                  </a:cubicBezTo>
                  <a:cubicBezTo>
                    <a:pt x="806" y="49"/>
                    <a:pt x="806" y="46"/>
                    <a:pt x="804" y="44"/>
                  </a:cubicBezTo>
                  <a:cubicBezTo>
                    <a:pt x="802" y="42"/>
                    <a:pt x="799" y="40"/>
                    <a:pt x="795" y="40"/>
                  </a:cubicBezTo>
                  <a:lnTo>
                    <a:pt x="54"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1" name="Freeform 216"/>
            <p:cNvSpPr>
              <a:spLocks/>
            </p:cNvSpPr>
            <p:nvPr/>
          </p:nvSpPr>
          <p:spPr bwMode="auto">
            <a:xfrm>
              <a:off x="4987925" y="4521201"/>
              <a:ext cx="88900" cy="80963"/>
            </a:xfrm>
            <a:custGeom>
              <a:avLst/>
              <a:gdLst>
                <a:gd name="T0" fmla="*/ 9 w 56"/>
                <a:gd name="T1" fmla="*/ 51 h 51"/>
                <a:gd name="T2" fmla="*/ 0 w 56"/>
                <a:gd name="T3" fmla="*/ 46 h 51"/>
                <a:gd name="T4" fmla="*/ 21 w 56"/>
                <a:gd name="T5" fmla="*/ 4 h 51"/>
                <a:gd name="T6" fmla="*/ 54 w 56"/>
                <a:gd name="T7" fmla="*/ 0 h 51"/>
                <a:gd name="T8" fmla="*/ 56 w 56"/>
                <a:gd name="T9" fmla="*/ 11 h 51"/>
                <a:gd name="T10" fmla="*/ 28 w 56"/>
                <a:gd name="T11" fmla="*/ 14 h 51"/>
                <a:gd name="T12" fmla="*/ 9 w 56"/>
                <a:gd name="T13" fmla="*/ 51 h 51"/>
              </a:gdLst>
              <a:ahLst/>
              <a:cxnLst>
                <a:cxn ang="0">
                  <a:pos x="T0" y="T1"/>
                </a:cxn>
                <a:cxn ang="0">
                  <a:pos x="T2" y="T3"/>
                </a:cxn>
                <a:cxn ang="0">
                  <a:pos x="T4" y="T5"/>
                </a:cxn>
                <a:cxn ang="0">
                  <a:pos x="T6" y="T7"/>
                </a:cxn>
                <a:cxn ang="0">
                  <a:pos x="T8" y="T9"/>
                </a:cxn>
                <a:cxn ang="0">
                  <a:pos x="T10" y="T11"/>
                </a:cxn>
                <a:cxn ang="0">
                  <a:pos x="T12" y="T13"/>
                </a:cxn>
              </a:cxnLst>
              <a:rect l="0" t="0" r="r" b="b"/>
              <a:pathLst>
                <a:path w="56" h="51">
                  <a:moveTo>
                    <a:pt x="9" y="51"/>
                  </a:moveTo>
                  <a:lnTo>
                    <a:pt x="0" y="46"/>
                  </a:lnTo>
                  <a:lnTo>
                    <a:pt x="21" y="4"/>
                  </a:lnTo>
                  <a:lnTo>
                    <a:pt x="54" y="0"/>
                  </a:lnTo>
                  <a:lnTo>
                    <a:pt x="56" y="11"/>
                  </a:lnTo>
                  <a:lnTo>
                    <a:pt x="28" y="14"/>
                  </a:lnTo>
                  <a:lnTo>
                    <a:pt x="9" y="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2" name="Freeform 217"/>
            <p:cNvSpPr>
              <a:spLocks noEditPoints="1"/>
            </p:cNvSpPr>
            <p:nvPr/>
          </p:nvSpPr>
          <p:spPr bwMode="auto">
            <a:xfrm>
              <a:off x="4699000" y="4837113"/>
              <a:ext cx="80963" cy="79375"/>
            </a:xfrm>
            <a:custGeom>
              <a:avLst/>
              <a:gdLst>
                <a:gd name="T0" fmla="*/ 93 w 186"/>
                <a:gd name="T1" fmla="*/ 186 h 186"/>
                <a:gd name="T2" fmla="*/ 0 w 186"/>
                <a:gd name="T3" fmla="*/ 93 h 186"/>
                <a:gd name="T4" fmla="*/ 93 w 186"/>
                <a:gd name="T5" fmla="*/ 0 h 186"/>
                <a:gd name="T6" fmla="*/ 186 w 186"/>
                <a:gd name="T7" fmla="*/ 93 h 186"/>
                <a:gd name="T8" fmla="*/ 93 w 186"/>
                <a:gd name="T9" fmla="*/ 186 h 186"/>
                <a:gd name="T10" fmla="*/ 93 w 186"/>
                <a:gd name="T11" fmla="*/ 40 h 186"/>
                <a:gd name="T12" fmla="*/ 40 w 186"/>
                <a:gd name="T13" fmla="*/ 93 h 186"/>
                <a:gd name="T14" fmla="*/ 93 w 186"/>
                <a:gd name="T15" fmla="*/ 146 h 186"/>
                <a:gd name="T16" fmla="*/ 146 w 186"/>
                <a:gd name="T17" fmla="*/ 93 h 186"/>
                <a:gd name="T18" fmla="*/ 93 w 186"/>
                <a:gd name="T19" fmla="*/ 4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6" h="186">
                  <a:moveTo>
                    <a:pt x="93" y="186"/>
                  </a:moveTo>
                  <a:cubicBezTo>
                    <a:pt x="42" y="186"/>
                    <a:pt x="0" y="145"/>
                    <a:pt x="0" y="93"/>
                  </a:cubicBezTo>
                  <a:cubicBezTo>
                    <a:pt x="0" y="42"/>
                    <a:pt x="42" y="0"/>
                    <a:pt x="93" y="0"/>
                  </a:cubicBezTo>
                  <a:cubicBezTo>
                    <a:pt x="145" y="0"/>
                    <a:pt x="186" y="42"/>
                    <a:pt x="186" y="93"/>
                  </a:cubicBezTo>
                  <a:cubicBezTo>
                    <a:pt x="186" y="145"/>
                    <a:pt x="145" y="186"/>
                    <a:pt x="93" y="186"/>
                  </a:cubicBezTo>
                  <a:close/>
                  <a:moveTo>
                    <a:pt x="93" y="40"/>
                  </a:moveTo>
                  <a:cubicBezTo>
                    <a:pt x="64" y="40"/>
                    <a:pt x="40" y="64"/>
                    <a:pt x="40" y="93"/>
                  </a:cubicBezTo>
                  <a:cubicBezTo>
                    <a:pt x="40" y="123"/>
                    <a:pt x="64" y="146"/>
                    <a:pt x="93" y="146"/>
                  </a:cubicBezTo>
                  <a:cubicBezTo>
                    <a:pt x="123" y="146"/>
                    <a:pt x="146" y="123"/>
                    <a:pt x="146" y="93"/>
                  </a:cubicBezTo>
                  <a:cubicBezTo>
                    <a:pt x="146" y="64"/>
                    <a:pt x="123" y="40"/>
                    <a:pt x="93"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3" name="Freeform 218"/>
            <p:cNvSpPr>
              <a:spLocks noEditPoints="1"/>
            </p:cNvSpPr>
            <p:nvPr/>
          </p:nvSpPr>
          <p:spPr bwMode="auto">
            <a:xfrm>
              <a:off x="4881563" y="4837113"/>
              <a:ext cx="79375" cy="79375"/>
            </a:xfrm>
            <a:custGeom>
              <a:avLst/>
              <a:gdLst>
                <a:gd name="T0" fmla="*/ 93 w 186"/>
                <a:gd name="T1" fmla="*/ 186 h 186"/>
                <a:gd name="T2" fmla="*/ 0 w 186"/>
                <a:gd name="T3" fmla="*/ 93 h 186"/>
                <a:gd name="T4" fmla="*/ 93 w 186"/>
                <a:gd name="T5" fmla="*/ 0 h 186"/>
                <a:gd name="T6" fmla="*/ 186 w 186"/>
                <a:gd name="T7" fmla="*/ 93 h 186"/>
                <a:gd name="T8" fmla="*/ 93 w 186"/>
                <a:gd name="T9" fmla="*/ 186 h 186"/>
                <a:gd name="T10" fmla="*/ 93 w 186"/>
                <a:gd name="T11" fmla="*/ 40 h 186"/>
                <a:gd name="T12" fmla="*/ 40 w 186"/>
                <a:gd name="T13" fmla="*/ 93 h 186"/>
                <a:gd name="T14" fmla="*/ 93 w 186"/>
                <a:gd name="T15" fmla="*/ 146 h 186"/>
                <a:gd name="T16" fmla="*/ 146 w 186"/>
                <a:gd name="T17" fmla="*/ 93 h 186"/>
                <a:gd name="T18" fmla="*/ 93 w 186"/>
                <a:gd name="T19" fmla="*/ 4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6" h="186">
                  <a:moveTo>
                    <a:pt x="93" y="186"/>
                  </a:moveTo>
                  <a:cubicBezTo>
                    <a:pt x="42" y="186"/>
                    <a:pt x="0" y="145"/>
                    <a:pt x="0" y="93"/>
                  </a:cubicBezTo>
                  <a:cubicBezTo>
                    <a:pt x="0" y="42"/>
                    <a:pt x="42" y="0"/>
                    <a:pt x="93" y="0"/>
                  </a:cubicBezTo>
                  <a:cubicBezTo>
                    <a:pt x="144" y="0"/>
                    <a:pt x="186" y="42"/>
                    <a:pt x="186" y="93"/>
                  </a:cubicBezTo>
                  <a:cubicBezTo>
                    <a:pt x="186" y="145"/>
                    <a:pt x="144" y="186"/>
                    <a:pt x="93" y="186"/>
                  </a:cubicBezTo>
                  <a:close/>
                  <a:moveTo>
                    <a:pt x="93" y="40"/>
                  </a:moveTo>
                  <a:cubicBezTo>
                    <a:pt x="64" y="40"/>
                    <a:pt x="40" y="64"/>
                    <a:pt x="40" y="93"/>
                  </a:cubicBezTo>
                  <a:cubicBezTo>
                    <a:pt x="40" y="123"/>
                    <a:pt x="64" y="146"/>
                    <a:pt x="93" y="146"/>
                  </a:cubicBezTo>
                  <a:cubicBezTo>
                    <a:pt x="122" y="146"/>
                    <a:pt x="146" y="123"/>
                    <a:pt x="146" y="93"/>
                  </a:cubicBezTo>
                  <a:cubicBezTo>
                    <a:pt x="146" y="64"/>
                    <a:pt x="122" y="40"/>
                    <a:pt x="93"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4" name="Rectangle 219"/>
            <p:cNvSpPr>
              <a:spLocks noChangeArrowheads="1"/>
            </p:cNvSpPr>
            <p:nvPr/>
          </p:nvSpPr>
          <p:spPr bwMode="auto">
            <a:xfrm>
              <a:off x="4735513" y="4651376"/>
              <a:ext cx="192088"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5" name="Rectangle 220"/>
            <p:cNvSpPr>
              <a:spLocks noChangeArrowheads="1"/>
            </p:cNvSpPr>
            <p:nvPr/>
          </p:nvSpPr>
          <p:spPr bwMode="auto">
            <a:xfrm>
              <a:off x="4748213" y="4705351"/>
              <a:ext cx="166688"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6" name="Rectangle 221"/>
            <p:cNvSpPr>
              <a:spLocks noChangeArrowheads="1"/>
            </p:cNvSpPr>
            <p:nvPr/>
          </p:nvSpPr>
          <p:spPr bwMode="auto">
            <a:xfrm>
              <a:off x="4767263" y="4756151"/>
              <a:ext cx="128588"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477" name="组合 476"/>
          <p:cNvGrpSpPr/>
          <p:nvPr/>
        </p:nvGrpSpPr>
        <p:grpSpPr>
          <a:xfrm>
            <a:off x="10672050" y="3032011"/>
            <a:ext cx="292320" cy="283462"/>
            <a:chOff x="6397625" y="4502151"/>
            <a:chExt cx="419101" cy="406400"/>
          </a:xfrm>
          <a:solidFill>
            <a:srgbClr val="707E84"/>
          </a:solidFill>
        </p:grpSpPr>
        <p:sp>
          <p:nvSpPr>
            <p:cNvPr id="478" name="Freeform 234"/>
            <p:cNvSpPr>
              <a:spLocks/>
            </p:cNvSpPr>
            <p:nvPr/>
          </p:nvSpPr>
          <p:spPr bwMode="auto">
            <a:xfrm>
              <a:off x="6535738" y="4503738"/>
              <a:ext cx="280988" cy="404813"/>
            </a:xfrm>
            <a:custGeom>
              <a:avLst/>
              <a:gdLst>
                <a:gd name="T0" fmla="*/ 100 w 655"/>
                <a:gd name="T1" fmla="*/ 947 h 947"/>
                <a:gd name="T2" fmla="*/ 96 w 655"/>
                <a:gd name="T3" fmla="*/ 947 h 947"/>
                <a:gd name="T4" fmla="*/ 76 w 655"/>
                <a:gd name="T5" fmla="*/ 929 h 947"/>
                <a:gd name="T6" fmla="*/ 2 w 655"/>
                <a:gd name="T7" fmla="*/ 644 h 947"/>
                <a:gd name="T8" fmla="*/ 8 w 655"/>
                <a:gd name="T9" fmla="*/ 621 h 947"/>
                <a:gd name="T10" fmla="*/ 612 w 655"/>
                <a:gd name="T11" fmla="*/ 9 h 947"/>
                <a:gd name="T12" fmla="*/ 646 w 655"/>
                <a:gd name="T13" fmla="*/ 9 h 947"/>
                <a:gd name="T14" fmla="*/ 646 w 655"/>
                <a:gd name="T15" fmla="*/ 43 h 947"/>
                <a:gd name="T16" fmla="*/ 52 w 655"/>
                <a:gd name="T17" fmla="*/ 645 h 947"/>
                <a:gd name="T18" fmla="*/ 108 w 655"/>
                <a:gd name="T19" fmla="*/ 861 h 947"/>
                <a:gd name="T20" fmla="*/ 178 w 655"/>
                <a:gd name="T21" fmla="*/ 742 h 947"/>
                <a:gd name="T22" fmla="*/ 211 w 655"/>
                <a:gd name="T23" fmla="*/ 734 h 947"/>
                <a:gd name="T24" fmla="*/ 220 w 655"/>
                <a:gd name="T25" fmla="*/ 766 h 947"/>
                <a:gd name="T26" fmla="*/ 120 w 655"/>
                <a:gd name="T27" fmla="*/ 935 h 947"/>
                <a:gd name="T28" fmla="*/ 100 w 655"/>
                <a:gd name="T29" fmla="*/ 947 h 9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5" h="947">
                  <a:moveTo>
                    <a:pt x="100" y="947"/>
                  </a:moveTo>
                  <a:cubicBezTo>
                    <a:pt x="99" y="947"/>
                    <a:pt x="97" y="947"/>
                    <a:pt x="96" y="947"/>
                  </a:cubicBezTo>
                  <a:cubicBezTo>
                    <a:pt x="87" y="945"/>
                    <a:pt x="79" y="938"/>
                    <a:pt x="76" y="929"/>
                  </a:cubicBezTo>
                  <a:cubicBezTo>
                    <a:pt x="2" y="644"/>
                    <a:pt x="2" y="644"/>
                    <a:pt x="2" y="644"/>
                  </a:cubicBezTo>
                  <a:cubicBezTo>
                    <a:pt x="0" y="635"/>
                    <a:pt x="2" y="627"/>
                    <a:pt x="8" y="621"/>
                  </a:cubicBezTo>
                  <a:cubicBezTo>
                    <a:pt x="612" y="9"/>
                    <a:pt x="612" y="9"/>
                    <a:pt x="612" y="9"/>
                  </a:cubicBezTo>
                  <a:cubicBezTo>
                    <a:pt x="621" y="0"/>
                    <a:pt x="636" y="0"/>
                    <a:pt x="646" y="9"/>
                  </a:cubicBezTo>
                  <a:cubicBezTo>
                    <a:pt x="655" y="18"/>
                    <a:pt x="655" y="33"/>
                    <a:pt x="646" y="43"/>
                  </a:cubicBezTo>
                  <a:cubicBezTo>
                    <a:pt x="52" y="645"/>
                    <a:pt x="52" y="645"/>
                    <a:pt x="52" y="645"/>
                  </a:cubicBezTo>
                  <a:cubicBezTo>
                    <a:pt x="108" y="861"/>
                    <a:pt x="108" y="861"/>
                    <a:pt x="108" y="861"/>
                  </a:cubicBezTo>
                  <a:cubicBezTo>
                    <a:pt x="178" y="742"/>
                    <a:pt x="178" y="742"/>
                    <a:pt x="178" y="742"/>
                  </a:cubicBezTo>
                  <a:cubicBezTo>
                    <a:pt x="185" y="731"/>
                    <a:pt x="200" y="727"/>
                    <a:pt x="211" y="734"/>
                  </a:cubicBezTo>
                  <a:cubicBezTo>
                    <a:pt x="223" y="740"/>
                    <a:pt x="227" y="755"/>
                    <a:pt x="220" y="766"/>
                  </a:cubicBezTo>
                  <a:cubicBezTo>
                    <a:pt x="120" y="935"/>
                    <a:pt x="120" y="935"/>
                    <a:pt x="120" y="935"/>
                  </a:cubicBezTo>
                  <a:cubicBezTo>
                    <a:pt x="116" y="942"/>
                    <a:pt x="108" y="947"/>
                    <a:pt x="100" y="9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9" name="Freeform 235"/>
            <p:cNvSpPr>
              <a:spLocks noEditPoints="1"/>
            </p:cNvSpPr>
            <p:nvPr/>
          </p:nvSpPr>
          <p:spPr bwMode="auto">
            <a:xfrm>
              <a:off x="6588125" y="4503738"/>
              <a:ext cx="227013" cy="403225"/>
            </a:xfrm>
            <a:custGeom>
              <a:avLst/>
              <a:gdLst>
                <a:gd name="T0" fmla="*/ 382 w 531"/>
                <a:gd name="T1" fmla="*/ 940 h 940"/>
                <a:gd name="T2" fmla="*/ 369 w 531"/>
                <a:gd name="T3" fmla="*/ 936 h 940"/>
                <a:gd name="T4" fmla="*/ 12 w 531"/>
                <a:gd name="T5" fmla="*/ 708 h 940"/>
                <a:gd name="T6" fmla="*/ 1 w 531"/>
                <a:gd name="T7" fmla="*/ 692 h 940"/>
                <a:gd name="T8" fmla="*/ 6 w 531"/>
                <a:gd name="T9" fmla="*/ 673 h 940"/>
                <a:gd name="T10" fmla="*/ 487 w 531"/>
                <a:gd name="T11" fmla="*/ 11 h 940"/>
                <a:gd name="T12" fmla="*/ 515 w 531"/>
                <a:gd name="T13" fmla="*/ 4 h 940"/>
                <a:gd name="T14" fmla="*/ 530 w 531"/>
                <a:gd name="T15" fmla="*/ 29 h 940"/>
                <a:gd name="T16" fmla="*/ 405 w 531"/>
                <a:gd name="T17" fmla="*/ 919 h 940"/>
                <a:gd name="T18" fmla="*/ 392 w 531"/>
                <a:gd name="T19" fmla="*/ 938 h 940"/>
                <a:gd name="T20" fmla="*/ 382 w 531"/>
                <a:gd name="T21" fmla="*/ 940 h 940"/>
                <a:gd name="T22" fmla="*/ 60 w 531"/>
                <a:gd name="T23" fmla="*/ 682 h 940"/>
                <a:gd name="T24" fmla="*/ 363 w 531"/>
                <a:gd name="T25" fmla="*/ 876 h 940"/>
                <a:gd name="T26" fmla="*/ 470 w 531"/>
                <a:gd name="T27" fmla="*/ 111 h 940"/>
                <a:gd name="T28" fmla="*/ 60 w 531"/>
                <a:gd name="T29" fmla="*/ 682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31" h="940">
                  <a:moveTo>
                    <a:pt x="382" y="940"/>
                  </a:moveTo>
                  <a:cubicBezTo>
                    <a:pt x="377" y="940"/>
                    <a:pt x="373" y="939"/>
                    <a:pt x="369" y="936"/>
                  </a:cubicBezTo>
                  <a:cubicBezTo>
                    <a:pt x="12" y="708"/>
                    <a:pt x="12" y="708"/>
                    <a:pt x="12" y="708"/>
                  </a:cubicBezTo>
                  <a:cubicBezTo>
                    <a:pt x="6" y="705"/>
                    <a:pt x="3" y="699"/>
                    <a:pt x="1" y="692"/>
                  </a:cubicBezTo>
                  <a:cubicBezTo>
                    <a:pt x="0" y="686"/>
                    <a:pt x="2" y="679"/>
                    <a:pt x="6" y="673"/>
                  </a:cubicBezTo>
                  <a:cubicBezTo>
                    <a:pt x="487" y="11"/>
                    <a:pt x="487" y="11"/>
                    <a:pt x="487" y="11"/>
                  </a:cubicBezTo>
                  <a:cubicBezTo>
                    <a:pt x="493" y="3"/>
                    <a:pt x="505" y="0"/>
                    <a:pt x="515" y="4"/>
                  </a:cubicBezTo>
                  <a:cubicBezTo>
                    <a:pt x="525" y="8"/>
                    <a:pt x="531" y="18"/>
                    <a:pt x="530" y="29"/>
                  </a:cubicBezTo>
                  <a:cubicBezTo>
                    <a:pt x="405" y="919"/>
                    <a:pt x="405" y="919"/>
                    <a:pt x="405" y="919"/>
                  </a:cubicBezTo>
                  <a:cubicBezTo>
                    <a:pt x="404" y="928"/>
                    <a:pt x="399" y="935"/>
                    <a:pt x="392" y="938"/>
                  </a:cubicBezTo>
                  <a:cubicBezTo>
                    <a:pt x="388" y="939"/>
                    <a:pt x="385" y="940"/>
                    <a:pt x="382" y="940"/>
                  </a:cubicBezTo>
                  <a:close/>
                  <a:moveTo>
                    <a:pt x="60" y="682"/>
                  </a:moveTo>
                  <a:cubicBezTo>
                    <a:pt x="363" y="876"/>
                    <a:pt x="363" y="876"/>
                    <a:pt x="363" y="876"/>
                  </a:cubicBezTo>
                  <a:cubicBezTo>
                    <a:pt x="470" y="111"/>
                    <a:pt x="470" y="111"/>
                    <a:pt x="470" y="111"/>
                  </a:cubicBezTo>
                  <a:lnTo>
                    <a:pt x="60" y="6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0" name="Freeform 236"/>
            <p:cNvSpPr>
              <a:spLocks noEditPoints="1"/>
            </p:cNvSpPr>
            <p:nvPr/>
          </p:nvSpPr>
          <p:spPr bwMode="auto">
            <a:xfrm>
              <a:off x="6397625" y="4502151"/>
              <a:ext cx="419100" cy="284163"/>
            </a:xfrm>
            <a:custGeom>
              <a:avLst/>
              <a:gdLst>
                <a:gd name="T0" fmla="*/ 348 w 978"/>
                <a:gd name="T1" fmla="*/ 663 h 663"/>
                <a:gd name="T2" fmla="*/ 337 w 978"/>
                <a:gd name="T3" fmla="*/ 660 h 663"/>
                <a:gd name="T4" fmla="*/ 13 w 978"/>
                <a:gd name="T5" fmla="*/ 498 h 663"/>
                <a:gd name="T6" fmla="*/ 0 w 978"/>
                <a:gd name="T7" fmla="*/ 476 h 663"/>
                <a:gd name="T8" fmla="*/ 13 w 978"/>
                <a:gd name="T9" fmla="*/ 455 h 663"/>
                <a:gd name="T10" fmla="*/ 941 w 978"/>
                <a:gd name="T11" fmla="*/ 5 h 663"/>
                <a:gd name="T12" fmla="*/ 971 w 978"/>
                <a:gd name="T13" fmla="*/ 13 h 663"/>
                <a:gd name="T14" fmla="*/ 969 w 978"/>
                <a:gd name="T15" fmla="*/ 44 h 663"/>
                <a:gd name="T16" fmla="*/ 365 w 978"/>
                <a:gd name="T17" fmla="*/ 655 h 663"/>
                <a:gd name="T18" fmla="*/ 348 w 978"/>
                <a:gd name="T19" fmla="*/ 663 h 663"/>
                <a:gd name="T20" fmla="*/ 78 w 978"/>
                <a:gd name="T21" fmla="*/ 477 h 663"/>
                <a:gd name="T22" fmla="*/ 343 w 978"/>
                <a:gd name="T23" fmla="*/ 609 h 663"/>
                <a:gd name="T24" fmla="*/ 837 w 978"/>
                <a:gd name="T25" fmla="*/ 109 h 663"/>
                <a:gd name="T26" fmla="*/ 78 w 978"/>
                <a:gd name="T27" fmla="*/ 477 h 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78" h="663">
                  <a:moveTo>
                    <a:pt x="348" y="663"/>
                  </a:moveTo>
                  <a:cubicBezTo>
                    <a:pt x="345" y="663"/>
                    <a:pt x="341" y="662"/>
                    <a:pt x="337" y="660"/>
                  </a:cubicBezTo>
                  <a:cubicBezTo>
                    <a:pt x="13" y="498"/>
                    <a:pt x="13" y="498"/>
                    <a:pt x="13" y="498"/>
                  </a:cubicBezTo>
                  <a:cubicBezTo>
                    <a:pt x="5" y="494"/>
                    <a:pt x="0" y="486"/>
                    <a:pt x="0" y="476"/>
                  </a:cubicBezTo>
                  <a:cubicBezTo>
                    <a:pt x="0" y="467"/>
                    <a:pt x="5" y="459"/>
                    <a:pt x="13" y="455"/>
                  </a:cubicBezTo>
                  <a:cubicBezTo>
                    <a:pt x="941" y="5"/>
                    <a:pt x="941" y="5"/>
                    <a:pt x="941" y="5"/>
                  </a:cubicBezTo>
                  <a:cubicBezTo>
                    <a:pt x="952" y="0"/>
                    <a:pt x="964" y="3"/>
                    <a:pt x="971" y="13"/>
                  </a:cubicBezTo>
                  <a:cubicBezTo>
                    <a:pt x="978" y="22"/>
                    <a:pt x="977" y="35"/>
                    <a:pt x="969" y="44"/>
                  </a:cubicBezTo>
                  <a:cubicBezTo>
                    <a:pt x="365" y="655"/>
                    <a:pt x="365" y="655"/>
                    <a:pt x="365" y="655"/>
                  </a:cubicBezTo>
                  <a:cubicBezTo>
                    <a:pt x="361" y="660"/>
                    <a:pt x="354" y="663"/>
                    <a:pt x="348" y="663"/>
                  </a:cubicBezTo>
                  <a:close/>
                  <a:moveTo>
                    <a:pt x="78" y="477"/>
                  </a:moveTo>
                  <a:cubicBezTo>
                    <a:pt x="343" y="609"/>
                    <a:pt x="343" y="609"/>
                    <a:pt x="343" y="609"/>
                  </a:cubicBezTo>
                  <a:cubicBezTo>
                    <a:pt x="837" y="109"/>
                    <a:pt x="837" y="109"/>
                    <a:pt x="837" y="109"/>
                  </a:cubicBezTo>
                  <a:lnTo>
                    <a:pt x="78" y="4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481" name="组合 480"/>
          <p:cNvGrpSpPr/>
          <p:nvPr/>
        </p:nvGrpSpPr>
        <p:grpSpPr>
          <a:xfrm>
            <a:off x="11192987" y="3034226"/>
            <a:ext cx="284569" cy="279032"/>
            <a:chOff x="7273925" y="4514851"/>
            <a:chExt cx="407988" cy="400050"/>
          </a:xfrm>
          <a:solidFill>
            <a:srgbClr val="707E84"/>
          </a:solidFill>
        </p:grpSpPr>
        <p:sp>
          <p:nvSpPr>
            <p:cNvPr id="482" name="Freeform 237"/>
            <p:cNvSpPr>
              <a:spLocks noEditPoints="1"/>
            </p:cNvSpPr>
            <p:nvPr/>
          </p:nvSpPr>
          <p:spPr bwMode="auto">
            <a:xfrm>
              <a:off x="7315200" y="4618038"/>
              <a:ext cx="366713" cy="296863"/>
            </a:xfrm>
            <a:custGeom>
              <a:avLst/>
              <a:gdLst>
                <a:gd name="T0" fmla="*/ 621 w 858"/>
                <a:gd name="T1" fmla="*/ 693 h 693"/>
                <a:gd name="T2" fmla="*/ 223 w 858"/>
                <a:gd name="T3" fmla="*/ 693 h 693"/>
                <a:gd name="T4" fmla="*/ 0 w 858"/>
                <a:gd name="T5" fmla="*/ 470 h 693"/>
                <a:gd name="T6" fmla="*/ 82 w 858"/>
                <a:gd name="T7" fmla="*/ 297 h 693"/>
                <a:gd name="T8" fmla="*/ 82 w 858"/>
                <a:gd name="T9" fmla="*/ 296 h 693"/>
                <a:gd name="T10" fmla="*/ 256 w 858"/>
                <a:gd name="T11" fmla="*/ 122 h 693"/>
                <a:gd name="T12" fmla="*/ 272 w 858"/>
                <a:gd name="T13" fmla="*/ 122 h 693"/>
                <a:gd name="T14" fmla="*/ 480 w 858"/>
                <a:gd name="T15" fmla="*/ 0 h 693"/>
                <a:gd name="T16" fmla="*/ 719 w 858"/>
                <a:gd name="T17" fmla="*/ 239 h 693"/>
                <a:gd name="T18" fmla="*/ 719 w 858"/>
                <a:gd name="T19" fmla="*/ 241 h 693"/>
                <a:gd name="T20" fmla="*/ 858 w 858"/>
                <a:gd name="T21" fmla="*/ 456 h 693"/>
                <a:gd name="T22" fmla="*/ 621 w 858"/>
                <a:gd name="T23" fmla="*/ 693 h 693"/>
                <a:gd name="T24" fmla="*/ 256 w 858"/>
                <a:gd name="T25" fmla="*/ 162 h 693"/>
                <a:gd name="T26" fmla="*/ 122 w 858"/>
                <a:gd name="T27" fmla="*/ 296 h 693"/>
                <a:gd name="T28" fmla="*/ 123 w 858"/>
                <a:gd name="T29" fmla="*/ 305 h 693"/>
                <a:gd name="T30" fmla="*/ 123 w 858"/>
                <a:gd name="T31" fmla="*/ 316 h 693"/>
                <a:gd name="T32" fmla="*/ 115 w 858"/>
                <a:gd name="T33" fmla="*/ 322 h 693"/>
                <a:gd name="T34" fmla="*/ 40 w 858"/>
                <a:gd name="T35" fmla="*/ 470 h 693"/>
                <a:gd name="T36" fmla="*/ 223 w 858"/>
                <a:gd name="T37" fmla="*/ 653 h 693"/>
                <a:gd name="T38" fmla="*/ 621 w 858"/>
                <a:gd name="T39" fmla="*/ 653 h 693"/>
                <a:gd name="T40" fmla="*/ 818 w 858"/>
                <a:gd name="T41" fmla="*/ 456 h 693"/>
                <a:gd name="T42" fmla="*/ 692 w 858"/>
                <a:gd name="T43" fmla="*/ 273 h 693"/>
                <a:gd name="T44" fmla="*/ 678 w 858"/>
                <a:gd name="T45" fmla="*/ 267 h 693"/>
                <a:gd name="T46" fmla="*/ 679 w 858"/>
                <a:gd name="T47" fmla="*/ 253 h 693"/>
                <a:gd name="T48" fmla="*/ 679 w 858"/>
                <a:gd name="T49" fmla="*/ 239 h 693"/>
                <a:gd name="T50" fmla="*/ 480 w 858"/>
                <a:gd name="T51" fmla="*/ 40 h 693"/>
                <a:gd name="T52" fmla="*/ 301 w 858"/>
                <a:gd name="T53" fmla="*/ 153 h 693"/>
                <a:gd name="T54" fmla="*/ 295 w 858"/>
                <a:gd name="T55" fmla="*/ 166 h 693"/>
                <a:gd name="T56" fmla="*/ 280 w 858"/>
                <a:gd name="T57" fmla="*/ 164 h 693"/>
                <a:gd name="T58" fmla="*/ 256 w 858"/>
                <a:gd name="T59" fmla="*/ 162 h 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58" h="693">
                  <a:moveTo>
                    <a:pt x="621" y="693"/>
                  </a:moveTo>
                  <a:cubicBezTo>
                    <a:pt x="223" y="693"/>
                    <a:pt x="223" y="693"/>
                    <a:pt x="223" y="693"/>
                  </a:cubicBezTo>
                  <a:cubicBezTo>
                    <a:pt x="100" y="693"/>
                    <a:pt x="0" y="592"/>
                    <a:pt x="0" y="470"/>
                  </a:cubicBezTo>
                  <a:cubicBezTo>
                    <a:pt x="0" y="403"/>
                    <a:pt x="31" y="339"/>
                    <a:pt x="82" y="297"/>
                  </a:cubicBezTo>
                  <a:cubicBezTo>
                    <a:pt x="82" y="296"/>
                    <a:pt x="82" y="296"/>
                    <a:pt x="82" y="296"/>
                  </a:cubicBezTo>
                  <a:cubicBezTo>
                    <a:pt x="82" y="200"/>
                    <a:pt x="160" y="122"/>
                    <a:pt x="256" y="122"/>
                  </a:cubicBezTo>
                  <a:cubicBezTo>
                    <a:pt x="262" y="122"/>
                    <a:pt x="267" y="122"/>
                    <a:pt x="272" y="122"/>
                  </a:cubicBezTo>
                  <a:cubicBezTo>
                    <a:pt x="314" y="48"/>
                    <a:pt x="394" y="0"/>
                    <a:pt x="480" y="0"/>
                  </a:cubicBezTo>
                  <a:cubicBezTo>
                    <a:pt x="612" y="0"/>
                    <a:pt x="719" y="108"/>
                    <a:pt x="719" y="239"/>
                  </a:cubicBezTo>
                  <a:cubicBezTo>
                    <a:pt x="719" y="240"/>
                    <a:pt x="719" y="240"/>
                    <a:pt x="719" y="241"/>
                  </a:cubicBezTo>
                  <a:cubicBezTo>
                    <a:pt x="803" y="279"/>
                    <a:pt x="858" y="364"/>
                    <a:pt x="858" y="456"/>
                  </a:cubicBezTo>
                  <a:cubicBezTo>
                    <a:pt x="858" y="587"/>
                    <a:pt x="752" y="693"/>
                    <a:pt x="621" y="693"/>
                  </a:cubicBezTo>
                  <a:close/>
                  <a:moveTo>
                    <a:pt x="256" y="162"/>
                  </a:moveTo>
                  <a:cubicBezTo>
                    <a:pt x="182" y="162"/>
                    <a:pt x="122" y="222"/>
                    <a:pt x="122" y="296"/>
                  </a:cubicBezTo>
                  <a:cubicBezTo>
                    <a:pt x="122" y="299"/>
                    <a:pt x="122" y="302"/>
                    <a:pt x="123" y="305"/>
                  </a:cubicBezTo>
                  <a:cubicBezTo>
                    <a:pt x="123" y="316"/>
                    <a:pt x="123" y="316"/>
                    <a:pt x="123" y="316"/>
                  </a:cubicBezTo>
                  <a:cubicBezTo>
                    <a:pt x="115" y="322"/>
                    <a:pt x="115" y="322"/>
                    <a:pt x="115" y="322"/>
                  </a:cubicBezTo>
                  <a:cubicBezTo>
                    <a:pt x="67" y="357"/>
                    <a:pt x="40" y="411"/>
                    <a:pt x="40" y="470"/>
                  </a:cubicBezTo>
                  <a:cubicBezTo>
                    <a:pt x="40" y="570"/>
                    <a:pt x="122" y="653"/>
                    <a:pt x="223" y="653"/>
                  </a:cubicBezTo>
                  <a:cubicBezTo>
                    <a:pt x="621" y="653"/>
                    <a:pt x="621" y="653"/>
                    <a:pt x="621" y="653"/>
                  </a:cubicBezTo>
                  <a:cubicBezTo>
                    <a:pt x="729" y="653"/>
                    <a:pt x="818" y="565"/>
                    <a:pt x="818" y="456"/>
                  </a:cubicBezTo>
                  <a:cubicBezTo>
                    <a:pt x="818" y="375"/>
                    <a:pt x="767" y="302"/>
                    <a:pt x="692" y="273"/>
                  </a:cubicBezTo>
                  <a:cubicBezTo>
                    <a:pt x="678" y="267"/>
                    <a:pt x="678" y="267"/>
                    <a:pt x="678" y="267"/>
                  </a:cubicBezTo>
                  <a:cubicBezTo>
                    <a:pt x="679" y="253"/>
                    <a:pt x="679" y="253"/>
                    <a:pt x="679" y="253"/>
                  </a:cubicBezTo>
                  <a:cubicBezTo>
                    <a:pt x="679" y="248"/>
                    <a:pt x="679" y="244"/>
                    <a:pt x="679" y="239"/>
                  </a:cubicBezTo>
                  <a:cubicBezTo>
                    <a:pt x="679" y="130"/>
                    <a:pt x="590" y="40"/>
                    <a:pt x="480" y="40"/>
                  </a:cubicBezTo>
                  <a:cubicBezTo>
                    <a:pt x="405" y="40"/>
                    <a:pt x="334" y="85"/>
                    <a:pt x="301" y="153"/>
                  </a:cubicBezTo>
                  <a:cubicBezTo>
                    <a:pt x="295" y="166"/>
                    <a:pt x="295" y="166"/>
                    <a:pt x="295" y="166"/>
                  </a:cubicBezTo>
                  <a:cubicBezTo>
                    <a:pt x="280" y="164"/>
                    <a:pt x="280" y="164"/>
                    <a:pt x="280" y="164"/>
                  </a:cubicBezTo>
                  <a:cubicBezTo>
                    <a:pt x="272" y="162"/>
                    <a:pt x="264" y="162"/>
                    <a:pt x="256" y="1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3" name="Freeform 238"/>
            <p:cNvSpPr>
              <a:spLocks/>
            </p:cNvSpPr>
            <p:nvPr/>
          </p:nvSpPr>
          <p:spPr bwMode="auto">
            <a:xfrm>
              <a:off x="7343775" y="4575176"/>
              <a:ext cx="177800" cy="123825"/>
            </a:xfrm>
            <a:custGeom>
              <a:avLst/>
              <a:gdLst>
                <a:gd name="T0" fmla="*/ 82 w 414"/>
                <a:gd name="T1" fmla="*/ 99 h 290"/>
                <a:gd name="T2" fmla="*/ 0 w 414"/>
                <a:gd name="T3" fmla="*/ 290 h 290"/>
                <a:gd name="T4" fmla="*/ 2 w 414"/>
                <a:gd name="T5" fmla="*/ 290 h 290"/>
                <a:gd name="T6" fmla="*/ 2 w 414"/>
                <a:gd name="T7" fmla="*/ 290 h 290"/>
                <a:gd name="T8" fmla="*/ 46 w 414"/>
                <a:gd name="T9" fmla="*/ 234 h 290"/>
                <a:gd name="T10" fmla="*/ 108 w 414"/>
                <a:gd name="T11" fmla="*/ 127 h 290"/>
                <a:gd name="T12" fmla="*/ 349 w 414"/>
                <a:gd name="T13" fmla="*/ 75 h 290"/>
                <a:gd name="T14" fmla="*/ 402 w 414"/>
                <a:gd name="T15" fmla="*/ 64 h 290"/>
                <a:gd name="T16" fmla="*/ 414 w 414"/>
                <a:gd name="T17" fmla="*/ 65 h 290"/>
                <a:gd name="T18" fmla="*/ 82 w 414"/>
                <a:gd name="T19" fmla="*/ 99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4" h="290">
                  <a:moveTo>
                    <a:pt x="82" y="99"/>
                  </a:moveTo>
                  <a:cubicBezTo>
                    <a:pt x="28" y="151"/>
                    <a:pt x="1" y="221"/>
                    <a:pt x="0" y="290"/>
                  </a:cubicBezTo>
                  <a:cubicBezTo>
                    <a:pt x="2" y="290"/>
                    <a:pt x="2" y="290"/>
                    <a:pt x="2" y="290"/>
                  </a:cubicBezTo>
                  <a:cubicBezTo>
                    <a:pt x="2" y="290"/>
                    <a:pt x="2" y="290"/>
                    <a:pt x="2" y="290"/>
                  </a:cubicBezTo>
                  <a:cubicBezTo>
                    <a:pt x="12" y="268"/>
                    <a:pt x="27" y="249"/>
                    <a:pt x="46" y="234"/>
                  </a:cubicBezTo>
                  <a:cubicBezTo>
                    <a:pt x="56" y="195"/>
                    <a:pt x="77" y="157"/>
                    <a:pt x="108" y="127"/>
                  </a:cubicBezTo>
                  <a:cubicBezTo>
                    <a:pt x="174" y="63"/>
                    <a:pt x="268" y="46"/>
                    <a:pt x="349" y="75"/>
                  </a:cubicBezTo>
                  <a:cubicBezTo>
                    <a:pt x="365" y="68"/>
                    <a:pt x="383" y="64"/>
                    <a:pt x="402" y="64"/>
                  </a:cubicBezTo>
                  <a:cubicBezTo>
                    <a:pt x="406" y="64"/>
                    <a:pt x="410" y="64"/>
                    <a:pt x="414" y="65"/>
                  </a:cubicBezTo>
                  <a:cubicBezTo>
                    <a:pt x="311" y="0"/>
                    <a:pt x="173" y="11"/>
                    <a:pt x="82"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4" name="Freeform 239"/>
            <p:cNvSpPr>
              <a:spLocks/>
            </p:cNvSpPr>
            <p:nvPr/>
          </p:nvSpPr>
          <p:spPr bwMode="auto">
            <a:xfrm>
              <a:off x="7486650" y="4516438"/>
              <a:ext cx="31750" cy="61913"/>
            </a:xfrm>
            <a:custGeom>
              <a:avLst/>
              <a:gdLst>
                <a:gd name="T0" fmla="*/ 59 w 77"/>
                <a:gd name="T1" fmla="*/ 4 h 148"/>
                <a:gd name="T2" fmla="*/ 18 w 77"/>
                <a:gd name="T3" fmla="*/ 49 h 148"/>
                <a:gd name="T4" fmla="*/ 8 w 77"/>
                <a:gd name="T5" fmla="*/ 84 h 148"/>
                <a:gd name="T6" fmla="*/ 19 w 77"/>
                <a:gd name="T7" fmla="*/ 144 h 148"/>
                <a:gd name="T8" fmla="*/ 59 w 77"/>
                <a:gd name="T9" fmla="*/ 99 h 148"/>
                <a:gd name="T10" fmla="*/ 69 w 77"/>
                <a:gd name="T11" fmla="*/ 64 h 148"/>
                <a:gd name="T12" fmla="*/ 59 w 77"/>
                <a:gd name="T13" fmla="*/ 4 h 148"/>
              </a:gdLst>
              <a:ahLst/>
              <a:cxnLst>
                <a:cxn ang="0">
                  <a:pos x="T0" y="T1"/>
                </a:cxn>
                <a:cxn ang="0">
                  <a:pos x="T2" y="T3"/>
                </a:cxn>
                <a:cxn ang="0">
                  <a:pos x="T4" y="T5"/>
                </a:cxn>
                <a:cxn ang="0">
                  <a:pos x="T6" y="T7"/>
                </a:cxn>
                <a:cxn ang="0">
                  <a:pos x="T8" y="T9"/>
                </a:cxn>
                <a:cxn ang="0">
                  <a:pos x="T10" y="T11"/>
                </a:cxn>
                <a:cxn ang="0">
                  <a:pos x="T12" y="T13"/>
                </a:cxn>
              </a:cxnLst>
              <a:rect l="0" t="0" r="r" b="b"/>
              <a:pathLst>
                <a:path w="77" h="148">
                  <a:moveTo>
                    <a:pt x="59" y="4"/>
                  </a:moveTo>
                  <a:cubicBezTo>
                    <a:pt x="44" y="0"/>
                    <a:pt x="26" y="20"/>
                    <a:pt x="18" y="49"/>
                  </a:cubicBezTo>
                  <a:cubicBezTo>
                    <a:pt x="8" y="84"/>
                    <a:pt x="8" y="84"/>
                    <a:pt x="8" y="84"/>
                  </a:cubicBezTo>
                  <a:cubicBezTo>
                    <a:pt x="0" y="113"/>
                    <a:pt x="5" y="140"/>
                    <a:pt x="19" y="144"/>
                  </a:cubicBezTo>
                  <a:cubicBezTo>
                    <a:pt x="33" y="148"/>
                    <a:pt x="51" y="128"/>
                    <a:pt x="59" y="99"/>
                  </a:cubicBezTo>
                  <a:cubicBezTo>
                    <a:pt x="69" y="64"/>
                    <a:pt x="69" y="64"/>
                    <a:pt x="69" y="64"/>
                  </a:cubicBezTo>
                  <a:cubicBezTo>
                    <a:pt x="77" y="35"/>
                    <a:pt x="73" y="8"/>
                    <a:pt x="59"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5" name="Freeform 240"/>
            <p:cNvSpPr>
              <a:spLocks/>
            </p:cNvSpPr>
            <p:nvPr/>
          </p:nvSpPr>
          <p:spPr bwMode="auto">
            <a:xfrm>
              <a:off x="7404100" y="4514851"/>
              <a:ext cx="31750" cy="63500"/>
            </a:xfrm>
            <a:custGeom>
              <a:avLst/>
              <a:gdLst>
                <a:gd name="T0" fmla="*/ 55 w 75"/>
                <a:gd name="T1" fmla="*/ 145 h 149"/>
                <a:gd name="T2" fmla="*/ 68 w 75"/>
                <a:gd name="T3" fmla="*/ 85 h 149"/>
                <a:gd name="T4" fmla="*/ 59 w 75"/>
                <a:gd name="T5" fmla="*/ 50 h 149"/>
                <a:gd name="T6" fmla="*/ 20 w 75"/>
                <a:gd name="T7" fmla="*/ 4 h 149"/>
                <a:gd name="T8" fmla="*/ 7 w 75"/>
                <a:gd name="T9" fmla="*/ 63 h 149"/>
                <a:gd name="T10" fmla="*/ 16 w 75"/>
                <a:gd name="T11" fmla="*/ 98 h 149"/>
                <a:gd name="T12" fmla="*/ 55 w 75"/>
                <a:gd name="T13" fmla="*/ 145 h 149"/>
              </a:gdLst>
              <a:ahLst/>
              <a:cxnLst>
                <a:cxn ang="0">
                  <a:pos x="T0" y="T1"/>
                </a:cxn>
                <a:cxn ang="0">
                  <a:pos x="T2" y="T3"/>
                </a:cxn>
                <a:cxn ang="0">
                  <a:pos x="T4" y="T5"/>
                </a:cxn>
                <a:cxn ang="0">
                  <a:pos x="T6" y="T7"/>
                </a:cxn>
                <a:cxn ang="0">
                  <a:pos x="T8" y="T9"/>
                </a:cxn>
                <a:cxn ang="0">
                  <a:pos x="T10" y="T11"/>
                </a:cxn>
                <a:cxn ang="0">
                  <a:pos x="T12" y="T13"/>
                </a:cxn>
              </a:cxnLst>
              <a:rect l="0" t="0" r="r" b="b"/>
              <a:pathLst>
                <a:path w="75" h="149">
                  <a:moveTo>
                    <a:pt x="55" y="145"/>
                  </a:moveTo>
                  <a:cubicBezTo>
                    <a:pt x="70" y="141"/>
                    <a:pt x="75" y="115"/>
                    <a:pt x="68" y="85"/>
                  </a:cubicBezTo>
                  <a:cubicBezTo>
                    <a:pt x="59" y="50"/>
                    <a:pt x="59" y="50"/>
                    <a:pt x="59" y="50"/>
                  </a:cubicBezTo>
                  <a:cubicBezTo>
                    <a:pt x="51" y="21"/>
                    <a:pt x="34" y="0"/>
                    <a:pt x="20" y="4"/>
                  </a:cubicBezTo>
                  <a:cubicBezTo>
                    <a:pt x="5" y="7"/>
                    <a:pt x="0" y="34"/>
                    <a:pt x="7" y="63"/>
                  </a:cubicBezTo>
                  <a:cubicBezTo>
                    <a:pt x="16" y="98"/>
                    <a:pt x="16" y="98"/>
                    <a:pt x="16" y="98"/>
                  </a:cubicBezTo>
                  <a:cubicBezTo>
                    <a:pt x="24" y="128"/>
                    <a:pt x="41" y="149"/>
                    <a:pt x="55" y="1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6" name="Freeform 241"/>
            <p:cNvSpPr>
              <a:spLocks/>
            </p:cNvSpPr>
            <p:nvPr/>
          </p:nvSpPr>
          <p:spPr bwMode="auto">
            <a:xfrm>
              <a:off x="7321550" y="4559301"/>
              <a:ext cx="52388" cy="53975"/>
            </a:xfrm>
            <a:custGeom>
              <a:avLst/>
              <a:gdLst>
                <a:gd name="T0" fmla="*/ 11 w 123"/>
                <a:gd name="T1" fmla="*/ 10 h 125"/>
                <a:gd name="T2" fmla="*/ 68 w 123"/>
                <a:gd name="T3" fmla="*/ 31 h 125"/>
                <a:gd name="T4" fmla="*/ 93 w 123"/>
                <a:gd name="T5" fmla="*/ 57 h 125"/>
                <a:gd name="T6" fmla="*/ 112 w 123"/>
                <a:gd name="T7" fmla="*/ 115 h 125"/>
                <a:gd name="T8" fmla="*/ 55 w 123"/>
                <a:gd name="T9" fmla="*/ 94 h 125"/>
                <a:gd name="T10" fmla="*/ 30 w 123"/>
                <a:gd name="T11" fmla="*/ 68 h 125"/>
                <a:gd name="T12" fmla="*/ 11 w 123"/>
                <a:gd name="T13" fmla="*/ 10 h 125"/>
              </a:gdLst>
              <a:ahLst/>
              <a:cxnLst>
                <a:cxn ang="0">
                  <a:pos x="T0" y="T1"/>
                </a:cxn>
                <a:cxn ang="0">
                  <a:pos x="T2" y="T3"/>
                </a:cxn>
                <a:cxn ang="0">
                  <a:pos x="T4" y="T5"/>
                </a:cxn>
                <a:cxn ang="0">
                  <a:pos x="T6" y="T7"/>
                </a:cxn>
                <a:cxn ang="0">
                  <a:pos x="T8" y="T9"/>
                </a:cxn>
                <a:cxn ang="0">
                  <a:pos x="T10" y="T11"/>
                </a:cxn>
                <a:cxn ang="0">
                  <a:pos x="T12" y="T13"/>
                </a:cxn>
              </a:cxnLst>
              <a:rect l="0" t="0" r="r" b="b"/>
              <a:pathLst>
                <a:path w="123" h="125">
                  <a:moveTo>
                    <a:pt x="11" y="10"/>
                  </a:moveTo>
                  <a:cubicBezTo>
                    <a:pt x="21" y="0"/>
                    <a:pt x="47" y="9"/>
                    <a:pt x="68" y="31"/>
                  </a:cubicBezTo>
                  <a:cubicBezTo>
                    <a:pt x="93" y="57"/>
                    <a:pt x="93" y="57"/>
                    <a:pt x="93" y="57"/>
                  </a:cubicBezTo>
                  <a:cubicBezTo>
                    <a:pt x="114" y="78"/>
                    <a:pt x="123" y="104"/>
                    <a:pt x="112" y="115"/>
                  </a:cubicBezTo>
                  <a:cubicBezTo>
                    <a:pt x="102" y="125"/>
                    <a:pt x="76" y="115"/>
                    <a:pt x="55" y="94"/>
                  </a:cubicBezTo>
                  <a:cubicBezTo>
                    <a:pt x="30" y="68"/>
                    <a:pt x="30" y="68"/>
                    <a:pt x="30" y="68"/>
                  </a:cubicBezTo>
                  <a:cubicBezTo>
                    <a:pt x="9" y="46"/>
                    <a:pt x="0" y="20"/>
                    <a:pt x="1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7" name="Freeform 242"/>
            <p:cNvSpPr>
              <a:spLocks/>
            </p:cNvSpPr>
            <p:nvPr/>
          </p:nvSpPr>
          <p:spPr bwMode="auto">
            <a:xfrm>
              <a:off x="7273925" y="4640263"/>
              <a:ext cx="63500" cy="33338"/>
            </a:xfrm>
            <a:custGeom>
              <a:avLst/>
              <a:gdLst>
                <a:gd name="T0" fmla="*/ 84 w 148"/>
                <a:gd name="T1" fmla="*/ 69 h 77"/>
                <a:gd name="T2" fmla="*/ 144 w 148"/>
                <a:gd name="T3" fmla="*/ 58 h 77"/>
                <a:gd name="T4" fmla="*/ 99 w 148"/>
                <a:gd name="T5" fmla="*/ 18 h 77"/>
                <a:gd name="T6" fmla="*/ 64 w 148"/>
                <a:gd name="T7" fmla="*/ 8 h 77"/>
                <a:gd name="T8" fmla="*/ 4 w 148"/>
                <a:gd name="T9" fmla="*/ 19 h 77"/>
                <a:gd name="T10" fmla="*/ 50 w 148"/>
                <a:gd name="T11" fmla="*/ 59 h 77"/>
                <a:gd name="T12" fmla="*/ 84 w 148"/>
                <a:gd name="T13" fmla="*/ 69 h 77"/>
              </a:gdLst>
              <a:ahLst/>
              <a:cxnLst>
                <a:cxn ang="0">
                  <a:pos x="T0" y="T1"/>
                </a:cxn>
                <a:cxn ang="0">
                  <a:pos x="T2" y="T3"/>
                </a:cxn>
                <a:cxn ang="0">
                  <a:pos x="T4" y="T5"/>
                </a:cxn>
                <a:cxn ang="0">
                  <a:pos x="T6" y="T7"/>
                </a:cxn>
                <a:cxn ang="0">
                  <a:pos x="T8" y="T9"/>
                </a:cxn>
                <a:cxn ang="0">
                  <a:pos x="T10" y="T11"/>
                </a:cxn>
                <a:cxn ang="0">
                  <a:pos x="T12" y="T13"/>
                </a:cxn>
              </a:cxnLst>
              <a:rect l="0" t="0" r="r" b="b"/>
              <a:pathLst>
                <a:path w="148" h="77">
                  <a:moveTo>
                    <a:pt x="84" y="69"/>
                  </a:moveTo>
                  <a:cubicBezTo>
                    <a:pt x="113" y="77"/>
                    <a:pt x="140" y="72"/>
                    <a:pt x="144" y="58"/>
                  </a:cubicBezTo>
                  <a:cubicBezTo>
                    <a:pt x="148" y="44"/>
                    <a:pt x="128" y="26"/>
                    <a:pt x="99" y="18"/>
                  </a:cubicBezTo>
                  <a:cubicBezTo>
                    <a:pt x="64" y="8"/>
                    <a:pt x="64" y="8"/>
                    <a:pt x="64" y="8"/>
                  </a:cubicBezTo>
                  <a:cubicBezTo>
                    <a:pt x="35" y="0"/>
                    <a:pt x="8" y="5"/>
                    <a:pt x="4" y="19"/>
                  </a:cubicBezTo>
                  <a:cubicBezTo>
                    <a:pt x="0" y="33"/>
                    <a:pt x="21" y="51"/>
                    <a:pt x="50" y="59"/>
                  </a:cubicBezTo>
                  <a:lnTo>
                    <a:pt x="84"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488" name="组合 487"/>
          <p:cNvGrpSpPr/>
          <p:nvPr/>
        </p:nvGrpSpPr>
        <p:grpSpPr>
          <a:xfrm>
            <a:off x="11706172" y="3038101"/>
            <a:ext cx="271281" cy="271282"/>
            <a:chOff x="8177213" y="4516438"/>
            <a:chExt cx="388937" cy="388938"/>
          </a:xfrm>
          <a:solidFill>
            <a:srgbClr val="707E84"/>
          </a:solidFill>
        </p:grpSpPr>
        <p:sp>
          <p:nvSpPr>
            <p:cNvPr id="489" name="Freeform 243"/>
            <p:cNvSpPr>
              <a:spLocks noEditPoints="1"/>
            </p:cNvSpPr>
            <p:nvPr/>
          </p:nvSpPr>
          <p:spPr bwMode="auto">
            <a:xfrm>
              <a:off x="8253413" y="4592638"/>
              <a:ext cx="236538" cy="236538"/>
            </a:xfrm>
            <a:custGeom>
              <a:avLst/>
              <a:gdLst>
                <a:gd name="T0" fmla="*/ 276 w 552"/>
                <a:gd name="T1" fmla="*/ 552 h 552"/>
                <a:gd name="T2" fmla="*/ 0 w 552"/>
                <a:gd name="T3" fmla="*/ 276 h 552"/>
                <a:gd name="T4" fmla="*/ 276 w 552"/>
                <a:gd name="T5" fmla="*/ 0 h 552"/>
                <a:gd name="T6" fmla="*/ 552 w 552"/>
                <a:gd name="T7" fmla="*/ 276 h 552"/>
                <a:gd name="T8" fmla="*/ 276 w 552"/>
                <a:gd name="T9" fmla="*/ 552 h 552"/>
                <a:gd name="T10" fmla="*/ 276 w 552"/>
                <a:gd name="T11" fmla="*/ 39 h 552"/>
                <a:gd name="T12" fmla="*/ 40 w 552"/>
                <a:gd name="T13" fmla="*/ 276 h 552"/>
                <a:gd name="T14" fmla="*/ 276 w 552"/>
                <a:gd name="T15" fmla="*/ 512 h 552"/>
                <a:gd name="T16" fmla="*/ 513 w 552"/>
                <a:gd name="T17" fmla="*/ 276 h 552"/>
                <a:gd name="T18" fmla="*/ 276 w 552"/>
                <a:gd name="T19" fmla="*/ 39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2" h="552">
                  <a:moveTo>
                    <a:pt x="276" y="552"/>
                  </a:moveTo>
                  <a:cubicBezTo>
                    <a:pt x="124" y="552"/>
                    <a:pt x="0" y="428"/>
                    <a:pt x="0" y="276"/>
                  </a:cubicBezTo>
                  <a:cubicBezTo>
                    <a:pt x="0" y="124"/>
                    <a:pt x="124" y="0"/>
                    <a:pt x="276" y="0"/>
                  </a:cubicBezTo>
                  <a:cubicBezTo>
                    <a:pt x="428" y="0"/>
                    <a:pt x="552" y="124"/>
                    <a:pt x="552" y="276"/>
                  </a:cubicBezTo>
                  <a:cubicBezTo>
                    <a:pt x="552" y="428"/>
                    <a:pt x="428" y="552"/>
                    <a:pt x="276" y="552"/>
                  </a:cubicBezTo>
                  <a:close/>
                  <a:moveTo>
                    <a:pt x="276" y="39"/>
                  </a:moveTo>
                  <a:cubicBezTo>
                    <a:pt x="146" y="39"/>
                    <a:pt x="40" y="145"/>
                    <a:pt x="40" y="276"/>
                  </a:cubicBezTo>
                  <a:cubicBezTo>
                    <a:pt x="40" y="406"/>
                    <a:pt x="146" y="512"/>
                    <a:pt x="276" y="512"/>
                  </a:cubicBezTo>
                  <a:cubicBezTo>
                    <a:pt x="407" y="512"/>
                    <a:pt x="513" y="406"/>
                    <a:pt x="513" y="276"/>
                  </a:cubicBezTo>
                  <a:cubicBezTo>
                    <a:pt x="513" y="145"/>
                    <a:pt x="407" y="39"/>
                    <a:pt x="276"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0" name="Freeform 244"/>
            <p:cNvSpPr>
              <a:spLocks/>
            </p:cNvSpPr>
            <p:nvPr/>
          </p:nvSpPr>
          <p:spPr bwMode="auto">
            <a:xfrm>
              <a:off x="8502650" y="4699001"/>
              <a:ext cx="63500" cy="23813"/>
            </a:xfrm>
            <a:custGeom>
              <a:avLst/>
              <a:gdLst>
                <a:gd name="T0" fmla="*/ 149 w 149"/>
                <a:gd name="T1" fmla="*/ 27 h 54"/>
                <a:gd name="T2" fmla="*/ 93 w 149"/>
                <a:gd name="T3" fmla="*/ 54 h 54"/>
                <a:gd name="T4" fmla="*/ 56 w 149"/>
                <a:gd name="T5" fmla="*/ 54 h 54"/>
                <a:gd name="T6" fmla="*/ 0 w 149"/>
                <a:gd name="T7" fmla="*/ 27 h 54"/>
                <a:gd name="T8" fmla="*/ 56 w 149"/>
                <a:gd name="T9" fmla="*/ 0 h 54"/>
                <a:gd name="T10" fmla="*/ 93 w 149"/>
                <a:gd name="T11" fmla="*/ 0 h 54"/>
                <a:gd name="T12" fmla="*/ 149 w 149"/>
                <a:gd name="T13" fmla="*/ 27 h 54"/>
              </a:gdLst>
              <a:ahLst/>
              <a:cxnLst>
                <a:cxn ang="0">
                  <a:pos x="T0" y="T1"/>
                </a:cxn>
                <a:cxn ang="0">
                  <a:pos x="T2" y="T3"/>
                </a:cxn>
                <a:cxn ang="0">
                  <a:pos x="T4" y="T5"/>
                </a:cxn>
                <a:cxn ang="0">
                  <a:pos x="T6" y="T7"/>
                </a:cxn>
                <a:cxn ang="0">
                  <a:pos x="T8" y="T9"/>
                </a:cxn>
                <a:cxn ang="0">
                  <a:pos x="T10" y="T11"/>
                </a:cxn>
                <a:cxn ang="0">
                  <a:pos x="T12" y="T13"/>
                </a:cxn>
              </a:cxnLst>
              <a:rect l="0" t="0" r="r" b="b"/>
              <a:pathLst>
                <a:path w="149" h="54">
                  <a:moveTo>
                    <a:pt x="149" y="27"/>
                  </a:moveTo>
                  <a:cubicBezTo>
                    <a:pt x="149" y="42"/>
                    <a:pt x="124" y="54"/>
                    <a:pt x="93" y="54"/>
                  </a:cubicBezTo>
                  <a:cubicBezTo>
                    <a:pt x="56" y="54"/>
                    <a:pt x="56" y="54"/>
                    <a:pt x="56" y="54"/>
                  </a:cubicBezTo>
                  <a:cubicBezTo>
                    <a:pt x="25" y="54"/>
                    <a:pt x="0" y="42"/>
                    <a:pt x="0" y="27"/>
                  </a:cubicBezTo>
                  <a:cubicBezTo>
                    <a:pt x="0" y="12"/>
                    <a:pt x="25" y="0"/>
                    <a:pt x="56" y="0"/>
                  </a:cubicBezTo>
                  <a:cubicBezTo>
                    <a:pt x="93" y="0"/>
                    <a:pt x="93" y="0"/>
                    <a:pt x="93" y="0"/>
                  </a:cubicBezTo>
                  <a:cubicBezTo>
                    <a:pt x="124" y="0"/>
                    <a:pt x="149" y="12"/>
                    <a:pt x="149"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1" name="Freeform 245"/>
            <p:cNvSpPr>
              <a:spLocks/>
            </p:cNvSpPr>
            <p:nvPr/>
          </p:nvSpPr>
          <p:spPr bwMode="auto">
            <a:xfrm>
              <a:off x="8177213" y="4699001"/>
              <a:ext cx="63500" cy="23813"/>
            </a:xfrm>
            <a:custGeom>
              <a:avLst/>
              <a:gdLst>
                <a:gd name="T0" fmla="*/ 149 w 149"/>
                <a:gd name="T1" fmla="*/ 27 h 54"/>
                <a:gd name="T2" fmla="*/ 93 w 149"/>
                <a:gd name="T3" fmla="*/ 54 h 54"/>
                <a:gd name="T4" fmla="*/ 56 w 149"/>
                <a:gd name="T5" fmla="*/ 54 h 54"/>
                <a:gd name="T6" fmla="*/ 0 w 149"/>
                <a:gd name="T7" fmla="*/ 27 h 54"/>
                <a:gd name="T8" fmla="*/ 56 w 149"/>
                <a:gd name="T9" fmla="*/ 0 h 54"/>
                <a:gd name="T10" fmla="*/ 93 w 149"/>
                <a:gd name="T11" fmla="*/ 0 h 54"/>
                <a:gd name="T12" fmla="*/ 149 w 149"/>
                <a:gd name="T13" fmla="*/ 27 h 54"/>
              </a:gdLst>
              <a:ahLst/>
              <a:cxnLst>
                <a:cxn ang="0">
                  <a:pos x="T0" y="T1"/>
                </a:cxn>
                <a:cxn ang="0">
                  <a:pos x="T2" y="T3"/>
                </a:cxn>
                <a:cxn ang="0">
                  <a:pos x="T4" y="T5"/>
                </a:cxn>
                <a:cxn ang="0">
                  <a:pos x="T6" y="T7"/>
                </a:cxn>
                <a:cxn ang="0">
                  <a:pos x="T8" y="T9"/>
                </a:cxn>
                <a:cxn ang="0">
                  <a:pos x="T10" y="T11"/>
                </a:cxn>
                <a:cxn ang="0">
                  <a:pos x="T12" y="T13"/>
                </a:cxn>
              </a:cxnLst>
              <a:rect l="0" t="0" r="r" b="b"/>
              <a:pathLst>
                <a:path w="149" h="54">
                  <a:moveTo>
                    <a:pt x="149" y="27"/>
                  </a:moveTo>
                  <a:cubicBezTo>
                    <a:pt x="149" y="42"/>
                    <a:pt x="124" y="54"/>
                    <a:pt x="93" y="54"/>
                  </a:cubicBezTo>
                  <a:cubicBezTo>
                    <a:pt x="56" y="54"/>
                    <a:pt x="56" y="54"/>
                    <a:pt x="56" y="54"/>
                  </a:cubicBezTo>
                  <a:cubicBezTo>
                    <a:pt x="25" y="54"/>
                    <a:pt x="0" y="42"/>
                    <a:pt x="0" y="27"/>
                  </a:cubicBezTo>
                  <a:cubicBezTo>
                    <a:pt x="0" y="12"/>
                    <a:pt x="25" y="0"/>
                    <a:pt x="56" y="0"/>
                  </a:cubicBezTo>
                  <a:cubicBezTo>
                    <a:pt x="93" y="0"/>
                    <a:pt x="93" y="0"/>
                    <a:pt x="93" y="0"/>
                  </a:cubicBezTo>
                  <a:cubicBezTo>
                    <a:pt x="124" y="0"/>
                    <a:pt x="149" y="12"/>
                    <a:pt x="149"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2" name="Freeform 246"/>
            <p:cNvSpPr>
              <a:spLocks/>
            </p:cNvSpPr>
            <p:nvPr/>
          </p:nvSpPr>
          <p:spPr bwMode="auto">
            <a:xfrm>
              <a:off x="8482013" y="4608513"/>
              <a:ext cx="61913" cy="42863"/>
            </a:xfrm>
            <a:custGeom>
              <a:avLst/>
              <a:gdLst>
                <a:gd name="T0" fmla="*/ 137 w 144"/>
                <a:gd name="T1" fmla="*/ 13 h 100"/>
                <a:gd name="T2" fmla="*/ 102 w 144"/>
                <a:gd name="T3" fmla="*/ 64 h 100"/>
                <a:gd name="T4" fmla="*/ 70 w 144"/>
                <a:gd name="T5" fmla="*/ 83 h 100"/>
                <a:gd name="T6" fmla="*/ 8 w 144"/>
                <a:gd name="T7" fmla="*/ 87 h 100"/>
                <a:gd name="T8" fmla="*/ 43 w 144"/>
                <a:gd name="T9" fmla="*/ 36 h 100"/>
                <a:gd name="T10" fmla="*/ 75 w 144"/>
                <a:gd name="T11" fmla="*/ 17 h 100"/>
                <a:gd name="T12" fmla="*/ 137 w 144"/>
                <a:gd name="T13" fmla="*/ 13 h 100"/>
              </a:gdLst>
              <a:ahLst/>
              <a:cxnLst>
                <a:cxn ang="0">
                  <a:pos x="T0" y="T1"/>
                </a:cxn>
                <a:cxn ang="0">
                  <a:pos x="T2" y="T3"/>
                </a:cxn>
                <a:cxn ang="0">
                  <a:pos x="T4" y="T5"/>
                </a:cxn>
                <a:cxn ang="0">
                  <a:pos x="T6" y="T7"/>
                </a:cxn>
                <a:cxn ang="0">
                  <a:pos x="T8" y="T9"/>
                </a:cxn>
                <a:cxn ang="0">
                  <a:pos x="T10" y="T11"/>
                </a:cxn>
                <a:cxn ang="0">
                  <a:pos x="T12" y="T13"/>
                </a:cxn>
              </a:cxnLst>
              <a:rect l="0" t="0" r="r" b="b"/>
              <a:pathLst>
                <a:path w="144" h="100">
                  <a:moveTo>
                    <a:pt x="137" y="13"/>
                  </a:moveTo>
                  <a:cubicBezTo>
                    <a:pt x="144" y="26"/>
                    <a:pt x="129" y="49"/>
                    <a:pt x="102" y="64"/>
                  </a:cubicBezTo>
                  <a:cubicBezTo>
                    <a:pt x="70" y="83"/>
                    <a:pt x="70" y="83"/>
                    <a:pt x="70" y="83"/>
                  </a:cubicBezTo>
                  <a:cubicBezTo>
                    <a:pt x="43" y="98"/>
                    <a:pt x="15" y="100"/>
                    <a:pt x="8" y="87"/>
                  </a:cubicBezTo>
                  <a:cubicBezTo>
                    <a:pt x="0" y="74"/>
                    <a:pt x="16" y="51"/>
                    <a:pt x="43" y="36"/>
                  </a:cubicBezTo>
                  <a:cubicBezTo>
                    <a:pt x="75" y="17"/>
                    <a:pt x="75" y="17"/>
                    <a:pt x="75" y="17"/>
                  </a:cubicBezTo>
                  <a:cubicBezTo>
                    <a:pt x="102" y="2"/>
                    <a:pt x="129" y="0"/>
                    <a:pt x="137"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3" name="Freeform 247"/>
            <p:cNvSpPr>
              <a:spLocks/>
            </p:cNvSpPr>
            <p:nvPr/>
          </p:nvSpPr>
          <p:spPr bwMode="auto">
            <a:xfrm>
              <a:off x="8199438" y="4770438"/>
              <a:ext cx="61913" cy="42863"/>
            </a:xfrm>
            <a:custGeom>
              <a:avLst/>
              <a:gdLst>
                <a:gd name="T0" fmla="*/ 137 w 144"/>
                <a:gd name="T1" fmla="*/ 13 h 100"/>
                <a:gd name="T2" fmla="*/ 102 w 144"/>
                <a:gd name="T3" fmla="*/ 64 h 100"/>
                <a:gd name="T4" fmla="*/ 70 w 144"/>
                <a:gd name="T5" fmla="*/ 83 h 100"/>
                <a:gd name="T6" fmla="*/ 8 w 144"/>
                <a:gd name="T7" fmla="*/ 87 h 100"/>
                <a:gd name="T8" fmla="*/ 43 w 144"/>
                <a:gd name="T9" fmla="*/ 36 h 100"/>
                <a:gd name="T10" fmla="*/ 75 w 144"/>
                <a:gd name="T11" fmla="*/ 17 h 100"/>
                <a:gd name="T12" fmla="*/ 137 w 144"/>
                <a:gd name="T13" fmla="*/ 13 h 100"/>
              </a:gdLst>
              <a:ahLst/>
              <a:cxnLst>
                <a:cxn ang="0">
                  <a:pos x="T0" y="T1"/>
                </a:cxn>
                <a:cxn ang="0">
                  <a:pos x="T2" y="T3"/>
                </a:cxn>
                <a:cxn ang="0">
                  <a:pos x="T4" y="T5"/>
                </a:cxn>
                <a:cxn ang="0">
                  <a:pos x="T6" y="T7"/>
                </a:cxn>
                <a:cxn ang="0">
                  <a:pos x="T8" y="T9"/>
                </a:cxn>
                <a:cxn ang="0">
                  <a:pos x="T10" y="T11"/>
                </a:cxn>
                <a:cxn ang="0">
                  <a:pos x="T12" y="T13"/>
                </a:cxn>
              </a:cxnLst>
              <a:rect l="0" t="0" r="r" b="b"/>
              <a:pathLst>
                <a:path w="144" h="100">
                  <a:moveTo>
                    <a:pt x="137" y="13"/>
                  </a:moveTo>
                  <a:cubicBezTo>
                    <a:pt x="144" y="26"/>
                    <a:pt x="129" y="49"/>
                    <a:pt x="102" y="64"/>
                  </a:cubicBezTo>
                  <a:cubicBezTo>
                    <a:pt x="70" y="83"/>
                    <a:pt x="70" y="83"/>
                    <a:pt x="70" y="83"/>
                  </a:cubicBezTo>
                  <a:cubicBezTo>
                    <a:pt x="43" y="98"/>
                    <a:pt x="15" y="100"/>
                    <a:pt x="8" y="87"/>
                  </a:cubicBezTo>
                  <a:cubicBezTo>
                    <a:pt x="0" y="74"/>
                    <a:pt x="16" y="51"/>
                    <a:pt x="43" y="36"/>
                  </a:cubicBezTo>
                  <a:cubicBezTo>
                    <a:pt x="75" y="17"/>
                    <a:pt x="75" y="17"/>
                    <a:pt x="75" y="17"/>
                  </a:cubicBezTo>
                  <a:cubicBezTo>
                    <a:pt x="101" y="2"/>
                    <a:pt x="129" y="0"/>
                    <a:pt x="137"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4" name="Freeform 248"/>
            <p:cNvSpPr>
              <a:spLocks/>
            </p:cNvSpPr>
            <p:nvPr/>
          </p:nvSpPr>
          <p:spPr bwMode="auto">
            <a:xfrm>
              <a:off x="8431213" y="4538663"/>
              <a:ext cx="42863" cy="61913"/>
            </a:xfrm>
            <a:custGeom>
              <a:avLst/>
              <a:gdLst>
                <a:gd name="T0" fmla="*/ 88 w 101"/>
                <a:gd name="T1" fmla="*/ 7 h 144"/>
                <a:gd name="T2" fmla="*/ 83 w 101"/>
                <a:gd name="T3" fmla="*/ 69 h 144"/>
                <a:gd name="T4" fmla="*/ 65 w 101"/>
                <a:gd name="T5" fmla="*/ 101 h 144"/>
                <a:gd name="T6" fmla="*/ 13 w 101"/>
                <a:gd name="T7" fmla="*/ 136 h 144"/>
                <a:gd name="T8" fmla="*/ 17 w 101"/>
                <a:gd name="T9" fmla="*/ 74 h 144"/>
                <a:gd name="T10" fmla="*/ 36 w 101"/>
                <a:gd name="T11" fmla="*/ 42 h 144"/>
                <a:gd name="T12" fmla="*/ 88 w 101"/>
                <a:gd name="T13" fmla="*/ 7 h 144"/>
              </a:gdLst>
              <a:ahLst/>
              <a:cxnLst>
                <a:cxn ang="0">
                  <a:pos x="T0" y="T1"/>
                </a:cxn>
                <a:cxn ang="0">
                  <a:pos x="T2" y="T3"/>
                </a:cxn>
                <a:cxn ang="0">
                  <a:pos x="T4" y="T5"/>
                </a:cxn>
                <a:cxn ang="0">
                  <a:pos x="T6" y="T7"/>
                </a:cxn>
                <a:cxn ang="0">
                  <a:pos x="T8" y="T9"/>
                </a:cxn>
                <a:cxn ang="0">
                  <a:pos x="T10" y="T11"/>
                </a:cxn>
                <a:cxn ang="0">
                  <a:pos x="T12" y="T13"/>
                </a:cxn>
              </a:cxnLst>
              <a:rect l="0" t="0" r="r" b="b"/>
              <a:pathLst>
                <a:path w="101" h="144">
                  <a:moveTo>
                    <a:pt x="88" y="7"/>
                  </a:moveTo>
                  <a:cubicBezTo>
                    <a:pt x="101" y="15"/>
                    <a:pt x="99" y="43"/>
                    <a:pt x="83" y="69"/>
                  </a:cubicBezTo>
                  <a:cubicBezTo>
                    <a:pt x="65" y="101"/>
                    <a:pt x="65" y="101"/>
                    <a:pt x="65" y="101"/>
                  </a:cubicBezTo>
                  <a:cubicBezTo>
                    <a:pt x="49" y="128"/>
                    <a:pt x="26" y="144"/>
                    <a:pt x="13" y="136"/>
                  </a:cubicBezTo>
                  <a:cubicBezTo>
                    <a:pt x="0" y="129"/>
                    <a:pt x="2" y="101"/>
                    <a:pt x="17" y="74"/>
                  </a:cubicBezTo>
                  <a:cubicBezTo>
                    <a:pt x="36" y="42"/>
                    <a:pt x="36" y="42"/>
                    <a:pt x="36" y="42"/>
                  </a:cubicBezTo>
                  <a:cubicBezTo>
                    <a:pt x="51" y="15"/>
                    <a:pt x="75" y="0"/>
                    <a:pt x="88"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5" name="Freeform 249"/>
            <p:cNvSpPr>
              <a:spLocks/>
            </p:cNvSpPr>
            <p:nvPr/>
          </p:nvSpPr>
          <p:spPr bwMode="auto">
            <a:xfrm>
              <a:off x="8269288" y="4821238"/>
              <a:ext cx="42863" cy="61913"/>
            </a:xfrm>
            <a:custGeom>
              <a:avLst/>
              <a:gdLst>
                <a:gd name="T0" fmla="*/ 88 w 101"/>
                <a:gd name="T1" fmla="*/ 7 h 144"/>
                <a:gd name="T2" fmla="*/ 83 w 101"/>
                <a:gd name="T3" fmla="*/ 70 h 144"/>
                <a:gd name="T4" fmla="*/ 65 w 101"/>
                <a:gd name="T5" fmla="*/ 102 h 144"/>
                <a:gd name="T6" fmla="*/ 13 w 101"/>
                <a:gd name="T7" fmla="*/ 137 h 144"/>
                <a:gd name="T8" fmla="*/ 17 w 101"/>
                <a:gd name="T9" fmla="*/ 74 h 144"/>
                <a:gd name="T10" fmla="*/ 36 w 101"/>
                <a:gd name="T11" fmla="*/ 42 h 144"/>
                <a:gd name="T12" fmla="*/ 88 w 101"/>
                <a:gd name="T13" fmla="*/ 7 h 144"/>
              </a:gdLst>
              <a:ahLst/>
              <a:cxnLst>
                <a:cxn ang="0">
                  <a:pos x="T0" y="T1"/>
                </a:cxn>
                <a:cxn ang="0">
                  <a:pos x="T2" y="T3"/>
                </a:cxn>
                <a:cxn ang="0">
                  <a:pos x="T4" y="T5"/>
                </a:cxn>
                <a:cxn ang="0">
                  <a:pos x="T6" y="T7"/>
                </a:cxn>
                <a:cxn ang="0">
                  <a:pos x="T8" y="T9"/>
                </a:cxn>
                <a:cxn ang="0">
                  <a:pos x="T10" y="T11"/>
                </a:cxn>
                <a:cxn ang="0">
                  <a:pos x="T12" y="T13"/>
                </a:cxn>
              </a:cxnLst>
              <a:rect l="0" t="0" r="r" b="b"/>
              <a:pathLst>
                <a:path w="101" h="144">
                  <a:moveTo>
                    <a:pt x="88" y="7"/>
                  </a:moveTo>
                  <a:cubicBezTo>
                    <a:pt x="101" y="15"/>
                    <a:pt x="99" y="43"/>
                    <a:pt x="83" y="70"/>
                  </a:cubicBezTo>
                  <a:cubicBezTo>
                    <a:pt x="65" y="102"/>
                    <a:pt x="65" y="102"/>
                    <a:pt x="65" y="102"/>
                  </a:cubicBezTo>
                  <a:cubicBezTo>
                    <a:pt x="49" y="128"/>
                    <a:pt x="26" y="144"/>
                    <a:pt x="13" y="137"/>
                  </a:cubicBezTo>
                  <a:cubicBezTo>
                    <a:pt x="0" y="129"/>
                    <a:pt x="2" y="101"/>
                    <a:pt x="17" y="74"/>
                  </a:cubicBezTo>
                  <a:cubicBezTo>
                    <a:pt x="36" y="42"/>
                    <a:pt x="36" y="42"/>
                    <a:pt x="36" y="42"/>
                  </a:cubicBezTo>
                  <a:cubicBezTo>
                    <a:pt x="51" y="16"/>
                    <a:pt x="75" y="0"/>
                    <a:pt x="88"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6" name="Freeform 250"/>
            <p:cNvSpPr>
              <a:spLocks/>
            </p:cNvSpPr>
            <p:nvPr/>
          </p:nvSpPr>
          <p:spPr bwMode="auto">
            <a:xfrm>
              <a:off x="8359775" y="4516438"/>
              <a:ext cx="23813" cy="63500"/>
            </a:xfrm>
            <a:custGeom>
              <a:avLst/>
              <a:gdLst>
                <a:gd name="T0" fmla="*/ 27 w 55"/>
                <a:gd name="T1" fmla="*/ 0 h 149"/>
                <a:gd name="T2" fmla="*/ 55 w 55"/>
                <a:gd name="T3" fmla="*/ 56 h 149"/>
                <a:gd name="T4" fmla="*/ 55 w 55"/>
                <a:gd name="T5" fmla="*/ 93 h 149"/>
                <a:gd name="T6" fmla="*/ 27 w 55"/>
                <a:gd name="T7" fmla="*/ 149 h 149"/>
                <a:gd name="T8" fmla="*/ 0 w 55"/>
                <a:gd name="T9" fmla="*/ 93 h 149"/>
                <a:gd name="T10" fmla="*/ 0 w 55"/>
                <a:gd name="T11" fmla="*/ 56 h 149"/>
                <a:gd name="T12" fmla="*/ 27 w 55"/>
                <a:gd name="T13" fmla="*/ 0 h 149"/>
              </a:gdLst>
              <a:ahLst/>
              <a:cxnLst>
                <a:cxn ang="0">
                  <a:pos x="T0" y="T1"/>
                </a:cxn>
                <a:cxn ang="0">
                  <a:pos x="T2" y="T3"/>
                </a:cxn>
                <a:cxn ang="0">
                  <a:pos x="T4" y="T5"/>
                </a:cxn>
                <a:cxn ang="0">
                  <a:pos x="T6" y="T7"/>
                </a:cxn>
                <a:cxn ang="0">
                  <a:pos x="T8" y="T9"/>
                </a:cxn>
                <a:cxn ang="0">
                  <a:pos x="T10" y="T11"/>
                </a:cxn>
                <a:cxn ang="0">
                  <a:pos x="T12" y="T13"/>
                </a:cxn>
              </a:cxnLst>
              <a:rect l="0" t="0" r="r" b="b"/>
              <a:pathLst>
                <a:path w="55" h="149">
                  <a:moveTo>
                    <a:pt x="27" y="0"/>
                  </a:moveTo>
                  <a:cubicBezTo>
                    <a:pt x="42" y="0"/>
                    <a:pt x="55" y="26"/>
                    <a:pt x="55" y="56"/>
                  </a:cubicBezTo>
                  <a:cubicBezTo>
                    <a:pt x="55" y="93"/>
                    <a:pt x="55" y="93"/>
                    <a:pt x="55" y="93"/>
                  </a:cubicBezTo>
                  <a:cubicBezTo>
                    <a:pt x="55" y="124"/>
                    <a:pt x="42" y="149"/>
                    <a:pt x="27" y="149"/>
                  </a:cubicBezTo>
                  <a:cubicBezTo>
                    <a:pt x="12" y="149"/>
                    <a:pt x="0" y="124"/>
                    <a:pt x="0" y="93"/>
                  </a:cubicBezTo>
                  <a:cubicBezTo>
                    <a:pt x="0" y="56"/>
                    <a:pt x="0" y="56"/>
                    <a:pt x="0" y="56"/>
                  </a:cubicBezTo>
                  <a:cubicBezTo>
                    <a:pt x="0" y="26"/>
                    <a:pt x="12" y="0"/>
                    <a:pt x="2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7" name="Freeform 251"/>
            <p:cNvSpPr>
              <a:spLocks/>
            </p:cNvSpPr>
            <p:nvPr/>
          </p:nvSpPr>
          <p:spPr bwMode="auto">
            <a:xfrm>
              <a:off x="8359775" y="4841876"/>
              <a:ext cx="23813" cy="63500"/>
            </a:xfrm>
            <a:custGeom>
              <a:avLst/>
              <a:gdLst>
                <a:gd name="T0" fmla="*/ 27 w 55"/>
                <a:gd name="T1" fmla="*/ 0 h 150"/>
                <a:gd name="T2" fmla="*/ 55 w 55"/>
                <a:gd name="T3" fmla="*/ 56 h 150"/>
                <a:gd name="T4" fmla="*/ 55 w 55"/>
                <a:gd name="T5" fmla="*/ 93 h 150"/>
                <a:gd name="T6" fmla="*/ 27 w 55"/>
                <a:gd name="T7" fmla="*/ 150 h 150"/>
                <a:gd name="T8" fmla="*/ 0 w 55"/>
                <a:gd name="T9" fmla="*/ 93 h 150"/>
                <a:gd name="T10" fmla="*/ 0 w 55"/>
                <a:gd name="T11" fmla="*/ 56 h 150"/>
                <a:gd name="T12" fmla="*/ 27 w 55"/>
                <a:gd name="T13" fmla="*/ 0 h 150"/>
              </a:gdLst>
              <a:ahLst/>
              <a:cxnLst>
                <a:cxn ang="0">
                  <a:pos x="T0" y="T1"/>
                </a:cxn>
                <a:cxn ang="0">
                  <a:pos x="T2" y="T3"/>
                </a:cxn>
                <a:cxn ang="0">
                  <a:pos x="T4" y="T5"/>
                </a:cxn>
                <a:cxn ang="0">
                  <a:pos x="T6" y="T7"/>
                </a:cxn>
                <a:cxn ang="0">
                  <a:pos x="T8" y="T9"/>
                </a:cxn>
                <a:cxn ang="0">
                  <a:pos x="T10" y="T11"/>
                </a:cxn>
                <a:cxn ang="0">
                  <a:pos x="T12" y="T13"/>
                </a:cxn>
              </a:cxnLst>
              <a:rect l="0" t="0" r="r" b="b"/>
              <a:pathLst>
                <a:path w="55" h="150">
                  <a:moveTo>
                    <a:pt x="27" y="0"/>
                  </a:moveTo>
                  <a:cubicBezTo>
                    <a:pt x="42" y="0"/>
                    <a:pt x="55" y="26"/>
                    <a:pt x="55" y="56"/>
                  </a:cubicBezTo>
                  <a:cubicBezTo>
                    <a:pt x="55" y="93"/>
                    <a:pt x="55" y="93"/>
                    <a:pt x="55" y="93"/>
                  </a:cubicBezTo>
                  <a:cubicBezTo>
                    <a:pt x="55" y="124"/>
                    <a:pt x="42" y="150"/>
                    <a:pt x="27" y="150"/>
                  </a:cubicBezTo>
                  <a:cubicBezTo>
                    <a:pt x="12" y="150"/>
                    <a:pt x="0" y="124"/>
                    <a:pt x="0" y="93"/>
                  </a:cubicBezTo>
                  <a:cubicBezTo>
                    <a:pt x="0" y="56"/>
                    <a:pt x="0" y="56"/>
                    <a:pt x="0" y="56"/>
                  </a:cubicBezTo>
                  <a:cubicBezTo>
                    <a:pt x="0" y="26"/>
                    <a:pt x="12" y="0"/>
                    <a:pt x="2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8" name="Freeform 252"/>
            <p:cNvSpPr>
              <a:spLocks/>
            </p:cNvSpPr>
            <p:nvPr/>
          </p:nvSpPr>
          <p:spPr bwMode="auto">
            <a:xfrm>
              <a:off x="8269288" y="4538663"/>
              <a:ext cx="42863" cy="61913"/>
            </a:xfrm>
            <a:custGeom>
              <a:avLst/>
              <a:gdLst>
                <a:gd name="T0" fmla="*/ 13 w 101"/>
                <a:gd name="T1" fmla="*/ 7 h 144"/>
                <a:gd name="T2" fmla="*/ 65 w 101"/>
                <a:gd name="T3" fmla="*/ 42 h 144"/>
                <a:gd name="T4" fmla="*/ 83 w 101"/>
                <a:gd name="T5" fmla="*/ 74 h 144"/>
                <a:gd name="T6" fmla="*/ 88 w 101"/>
                <a:gd name="T7" fmla="*/ 136 h 144"/>
                <a:gd name="T8" fmla="*/ 36 w 101"/>
                <a:gd name="T9" fmla="*/ 101 h 144"/>
                <a:gd name="T10" fmla="*/ 17 w 101"/>
                <a:gd name="T11" fmla="*/ 69 h 144"/>
                <a:gd name="T12" fmla="*/ 13 w 101"/>
                <a:gd name="T13" fmla="*/ 7 h 144"/>
              </a:gdLst>
              <a:ahLst/>
              <a:cxnLst>
                <a:cxn ang="0">
                  <a:pos x="T0" y="T1"/>
                </a:cxn>
                <a:cxn ang="0">
                  <a:pos x="T2" y="T3"/>
                </a:cxn>
                <a:cxn ang="0">
                  <a:pos x="T4" y="T5"/>
                </a:cxn>
                <a:cxn ang="0">
                  <a:pos x="T6" y="T7"/>
                </a:cxn>
                <a:cxn ang="0">
                  <a:pos x="T8" y="T9"/>
                </a:cxn>
                <a:cxn ang="0">
                  <a:pos x="T10" y="T11"/>
                </a:cxn>
                <a:cxn ang="0">
                  <a:pos x="T12" y="T13"/>
                </a:cxn>
              </a:cxnLst>
              <a:rect l="0" t="0" r="r" b="b"/>
              <a:pathLst>
                <a:path w="101" h="144">
                  <a:moveTo>
                    <a:pt x="13" y="7"/>
                  </a:moveTo>
                  <a:cubicBezTo>
                    <a:pt x="26" y="0"/>
                    <a:pt x="49" y="15"/>
                    <a:pt x="65" y="42"/>
                  </a:cubicBezTo>
                  <a:cubicBezTo>
                    <a:pt x="83" y="74"/>
                    <a:pt x="83" y="74"/>
                    <a:pt x="83" y="74"/>
                  </a:cubicBezTo>
                  <a:cubicBezTo>
                    <a:pt x="99" y="101"/>
                    <a:pt x="101" y="129"/>
                    <a:pt x="88" y="136"/>
                  </a:cubicBezTo>
                  <a:cubicBezTo>
                    <a:pt x="75" y="144"/>
                    <a:pt x="51" y="128"/>
                    <a:pt x="36" y="101"/>
                  </a:cubicBezTo>
                  <a:cubicBezTo>
                    <a:pt x="17" y="69"/>
                    <a:pt x="17" y="69"/>
                    <a:pt x="17" y="69"/>
                  </a:cubicBezTo>
                  <a:cubicBezTo>
                    <a:pt x="2" y="43"/>
                    <a:pt x="0" y="15"/>
                    <a:pt x="1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9" name="Freeform 253"/>
            <p:cNvSpPr>
              <a:spLocks/>
            </p:cNvSpPr>
            <p:nvPr/>
          </p:nvSpPr>
          <p:spPr bwMode="auto">
            <a:xfrm>
              <a:off x="8431213" y="4821238"/>
              <a:ext cx="42863" cy="61913"/>
            </a:xfrm>
            <a:custGeom>
              <a:avLst/>
              <a:gdLst>
                <a:gd name="T0" fmla="*/ 13 w 101"/>
                <a:gd name="T1" fmla="*/ 7 h 144"/>
                <a:gd name="T2" fmla="*/ 65 w 101"/>
                <a:gd name="T3" fmla="*/ 42 h 144"/>
                <a:gd name="T4" fmla="*/ 83 w 101"/>
                <a:gd name="T5" fmla="*/ 74 h 144"/>
                <a:gd name="T6" fmla="*/ 88 w 101"/>
                <a:gd name="T7" fmla="*/ 137 h 144"/>
                <a:gd name="T8" fmla="*/ 36 w 101"/>
                <a:gd name="T9" fmla="*/ 102 h 144"/>
                <a:gd name="T10" fmla="*/ 17 w 101"/>
                <a:gd name="T11" fmla="*/ 70 h 144"/>
                <a:gd name="T12" fmla="*/ 13 w 101"/>
                <a:gd name="T13" fmla="*/ 7 h 144"/>
              </a:gdLst>
              <a:ahLst/>
              <a:cxnLst>
                <a:cxn ang="0">
                  <a:pos x="T0" y="T1"/>
                </a:cxn>
                <a:cxn ang="0">
                  <a:pos x="T2" y="T3"/>
                </a:cxn>
                <a:cxn ang="0">
                  <a:pos x="T4" y="T5"/>
                </a:cxn>
                <a:cxn ang="0">
                  <a:pos x="T6" y="T7"/>
                </a:cxn>
                <a:cxn ang="0">
                  <a:pos x="T8" y="T9"/>
                </a:cxn>
                <a:cxn ang="0">
                  <a:pos x="T10" y="T11"/>
                </a:cxn>
                <a:cxn ang="0">
                  <a:pos x="T12" y="T13"/>
                </a:cxn>
              </a:cxnLst>
              <a:rect l="0" t="0" r="r" b="b"/>
              <a:pathLst>
                <a:path w="101" h="144">
                  <a:moveTo>
                    <a:pt x="13" y="7"/>
                  </a:moveTo>
                  <a:cubicBezTo>
                    <a:pt x="26" y="0"/>
                    <a:pt x="49" y="16"/>
                    <a:pt x="65" y="42"/>
                  </a:cubicBezTo>
                  <a:cubicBezTo>
                    <a:pt x="83" y="74"/>
                    <a:pt x="83" y="74"/>
                    <a:pt x="83" y="74"/>
                  </a:cubicBezTo>
                  <a:cubicBezTo>
                    <a:pt x="99" y="101"/>
                    <a:pt x="101" y="129"/>
                    <a:pt x="88" y="137"/>
                  </a:cubicBezTo>
                  <a:cubicBezTo>
                    <a:pt x="75" y="144"/>
                    <a:pt x="51" y="128"/>
                    <a:pt x="36" y="102"/>
                  </a:cubicBezTo>
                  <a:cubicBezTo>
                    <a:pt x="17" y="70"/>
                    <a:pt x="17" y="70"/>
                    <a:pt x="17" y="70"/>
                  </a:cubicBezTo>
                  <a:cubicBezTo>
                    <a:pt x="2" y="43"/>
                    <a:pt x="0" y="15"/>
                    <a:pt x="1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0" name="Freeform 254"/>
            <p:cNvSpPr>
              <a:spLocks/>
            </p:cNvSpPr>
            <p:nvPr/>
          </p:nvSpPr>
          <p:spPr bwMode="auto">
            <a:xfrm>
              <a:off x="8199438" y="4608513"/>
              <a:ext cx="61913" cy="42863"/>
            </a:xfrm>
            <a:custGeom>
              <a:avLst/>
              <a:gdLst>
                <a:gd name="T0" fmla="*/ 8 w 144"/>
                <a:gd name="T1" fmla="*/ 13 h 100"/>
                <a:gd name="T2" fmla="*/ 70 w 144"/>
                <a:gd name="T3" fmla="*/ 17 h 100"/>
                <a:gd name="T4" fmla="*/ 102 w 144"/>
                <a:gd name="T5" fmla="*/ 36 h 100"/>
                <a:gd name="T6" fmla="*/ 137 w 144"/>
                <a:gd name="T7" fmla="*/ 87 h 100"/>
                <a:gd name="T8" fmla="*/ 75 w 144"/>
                <a:gd name="T9" fmla="*/ 83 h 100"/>
                <a:gd name="T10" fmla="*/ 43 w 144"/>
                <a:gd name="T11" fmla="*/ 64 h 100"/>
                <a:gd name="T12" fmla="*/ 8 w 144"/>
                <a:gd name="T13" fmla="*/ 13 h 100"/>
              </a:gdLst>
              <a:ahLst/>
              <a:cxnLst>
                <a:cxn ang="0">
                  <a:pos x="T0" y="T1"/>
                </a:cxn>
                <a:cxn ang="0">
                  <a:pos x="T2" y="T3"/>
                </a:cxn>
                <a:cxn ang="0">
                  <a:pos x="T4" y="T5"/>
                </a:cxn>
                <a:cxn ang="0">
                  <a:pos x="T6" y="T7"/>
                </a:cxn>
                <a:cxn ang="0">
                  <a:pos x="T8" y="T9"/>
                </a:cxn>
                <a:cxn ang="0">
                  <a:pos x="T10" y="T11"/>
                </a:cxn>
                <a:cxn ang="0">
                  <a:pos x="T12" y="T13"/>
                </a:cxn>
              </a:cxnLst>
              <a:rect l="0" t="0" r="r" b="b"/>
              <a:pathLst>
                <a:path w="144" h="100">
                  <a:moveTo>
                    <a:pt x="8" y="13"/>
                  </a:moveTo>
                  <a:cubicBezTo>
                    <a:pt x="15" y="0"/>
                    <a:pt x="43" y="2"/>
                    <a:pt x="70" y="17"/>
                  </a:cubicBezTo>
                  <a:cubicBezTo>
                    <a:pt x="102" y="36"/>
                    <a:pt x="102" y="36"/>
                    <a:pt x="102" y="36"/>
                  </a:cubicBezTo>
                  <a:cubicBezTo>
                    <a:pt x="129" y="51"/>
                    <a:pt x="144" y="74"/>
                    <a:pt x="137" y="87"/>
                  </a:cubicBezTo>
                  <a:cubicBezTo>
                    <a:pt x="129" y="100"/>
                    <a:pt x="101" y="98"/>
                    <a:pt x="75" y="83"/>
                  </a:cubicBezTo>
                  <a:cubicBezTo>
                    <a:pt x="43" y="64"/>
                    <a:pt x="43" y="64"/>
                    <a:pt x="43" y="64"/>
                  </a:cubicBezTo>
                  <a:cubicBezTo>
                    <a:pt x="16" y="49"/>
                    <a:pt x="0" y="26"/>
                    <a:pt x="8"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1" name="Freeform 255"/>
            <p:cNvSpPr>
              <a:spLocks/>
            </p:cNvSpPr>
            <p:nvPr/>
          </p:nvSpPr>
          <p:spPr bwMode="auto">
            <a:xfrm>
              <a:off x="8482013" y="4770438"/>
              <a:ext cx="61913" cy="42863"/>
            </a:xfrm>
            <a:custGeom>
              <a:avLst/>
              <a:gdLst>
                <a:gd name="T0" fmla="*/ 8 w 144"/>
                <a:gd name="T1" fmla="*/ 13 h 100"/>
                <a:gd name="T2" fmla="*/ 70 w 144"/>
                <a:gd name="T3" fmla="*/ 17 h 100"/>
                <a:gd name="T4" fmla="*/ 102 w 144"/>
                <a:gd name="T5" fmla="*/ 36 h 100"/>
                <a:gd name="T6" fmla="*/ 137 w 144"/>
                <a:gd name="T7" fmla="*/ 87 h 100"/>
                <a:gd name="T8" fmla="*/ 75 w 144"/>
                <a:gd name="T9" fmla="*/ 83 h 100"/>
                <a:gd name="T10" fmla="*/ 43 w 144"/>
                <a:gd name="T11" fmla="*/ 64 h 100"/>
                <a:gd name="T12" fmla="*/ 8 w 144"/>
                <a:gd name="T13" fmla="*/ 13 h 100"/>
              </a:gdLst>
              <a:ahLst/>
              <a:cxnLst>
                <a:cxn ang="0">
                  <a:pos x="T0" y="T1"/>
                </a:cxn>
                <a:cxn ang="0">
                  <a:pos x="T2" y="T3"/>
                </a:cxn>
                <a:cxn ang="0">
                  <a:pos x="T4" y="T5"/>
                </a:cxn>
                <a:cxn ang="0">
                  <a:pos x="T6" y="T7"/>
                </a:cxn>
                <a:cxn ang="0">
                  <a:pos x="T8" y="T9"/>
                </a:cxn>
                <a:cxn ang="0">
                  <a:pos x="T10" y="T11"/>
                </a:cxn>
                <a:cxn ang="0">
                  <a:pos x="T12" y="T13"/>
                </a:cxn>
              </a:cxnLst>
              <a:rect l="0" t="0" r="r" b="b"/>
              <a:pathLst>
                <a:path w="144" h="100">
                  <a:moveTo>
                    <a:pt x="8" y="13"/>
                  </a:moveTo>
                  <a:cubicBezTo>
                    <a:pt x="15" y="0"/>
                    <a:pt x="43" y="2"/>
                    <a:pt x="70" y="17"/>
                  </a:cubicBezTo>
                  <a:cubicBezTo>
                    <a:pt x="102" y="36"/>
                    <a:pt x="102" y="36"/>
                    <a:pt x="102" y="36"/>
                  </a:cubicBezTo>
                  <a:cubicBezTo>
                    <a:pt x="129" y="51"/>
                    <a:pt x="144" y="74"/>
                    <a:pt x="137" y="87"/>
                  </a:cubicBezTo>
                  <a:cubicBezTo>
                    <a:pt x="129" y="100"/>
                    <a:pt x="101" y="98"/>
                    <a:pt x="75" y="83"/>
                  </a:cubicBezTo>
                  <a:cubicBezTo>
                    <a:pt x="43" y="64"/>
                    <a:pt x="43" y="64"/>
                    <a:pt x="43" y="64"/>
                  </a:cubicBezTo>
                  <a:cubicBezTo>
                    <a:pt x="16" y="49"/>
                    <a:pt x="0" y="26"/>
                    <a:pt x="8"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502" name="组合 501"/>
          <p:cNvGrpSpPr/>
          <p:nvPr/>
        </p:nvGrpSpPr>
        <p:grpSpPr>
          <a:xfrm>
            <a:off x="11277417" y="3516427"/>
            <a:ext cx="276818" cy="270175"/>
            <a:chOff x="8169275" y="5399088"/>
            <a:chExt cx="396875" cy="387351"/>
          </a:xfrm>
          <a:solidFill>
            <a:srgbClr val="707E84"/>
          </a:solidFill>
        </p:grpSpPr>
        <p:sp>
          <p:nvSpPr>
            <p:cNvPr id="503" name="Freeform 256"/>
            <p:cNvSpPr>
              <a:spLocks/>
            </p:cNvSpPr>
            <p:nvPr/>
          </p:nvSpPr>
          <p:spPr bwMode="auto">
            <a:xfrm>
              <a:off x="8169275" y="5399088"/>
              <a:ext cx="396875" cy="320675"/>
            </a:xfrm>
            <a:custGeom>
              <a:avLst/>
              <a:gdLst>
                <a:gd name="T0" fmla="*/ 776 w 926"/>
                <a:gd name="T1" fmla="*/ 259 h 748"/>
                <a:gd name="T2" fmla="*/ 776 w 926"/>
                <a:gd name="T3" fmla="*/ 258 h 748"/>
                <a:gd name="T4" fmla="*/ 518 w 926"/>
                <a:gd name="T5" fmla="*/ 0 h 748"/>
                <a:gd name="T6" fmla="*/ 293 w 926"/>
                <a:gd name="T7" fmla="*/ 131 h 748"/>
                <a:gd name="T8" fmla="*/ 276 w 926"/>
                <a:gd name="T9" fmla="*/ 131 h 748"/>
                <a:gd name="T10" fmla="*/ 88 w 926"/>
                <a:gd name="T11" fmla="*/ 318 h 748"/>
                <a:gd name="T12" fmla="*/ 88 w 926"/>
                <a:gd name="T13" fmla="*/ 320 h 748"/>
                <a:gd name="T14" fmla="*/ 0 w 926"/>
                <a:gd name="T15" fmla="*/ 506 h 748"/>
                <a:gd name="T16" fmla="*/ 240 w 926"/>
                <a:gd name="T17" fmla="*/ 748 h 748"/>
                <a:gd name="T18" fmla="*/ 240 w 926"/>
                <a:gd name="T19" fmla="*/ 705 h 748"/>
                <a:gd name="T20" fmla="*/ 43 w 926"/>
                <a:gd name="T21" fmla="*/ 506 h 748"/>
                <a:gd name="T22" fmla="*/ 123 w 926"/>
                <a:gd name="T23" fmla="*/ 347 h 748"/>
                <a:gd name="T24" fmla="*/ 132 w 926"/>
                <a:gd name="T25" fmla="*/ 340 h 748"/>
                <a:gd name="T26" fmla="*/ 132 w 926"/>
                <a:gd name="T27" fmla="*/ 328 h 748"/>
                <a:gd name="T28" fmla="*/ 131 w 926"/>
                <a:gd name="T29" fmla="*/ 318 h 748"/>
                <a:gd name="T30" fmla="*/ 276 w 926"/>
                <a:gd name="T31" fmla="*/ 174 h 748"/>
                <a:gd name="T32" fmla="*/ 301 w 926"/>
                <a:gd name="T33" fmla="*/ 176 h 748"/>
                <a:gd name="T34" fmla="*/ 317 w 926"/>
                <a:gd name="T35" fmla="*/ 179 h 748"/>
                <a:gd name="T36" fmla="*/ 325 w 926"/>
                <a:gd name="T37" fmla="*/ 164 h 748"/>
                <a:gd name="T38" fmla="*/ 518 w 926"/>
                <a:gd name="T39" fmla="*/ 43 h 748"/>
                <a:gd name="T40" fmla="*/ 733 w 926"/>
                <a:gd name="T41" fmla="*/ 258 h 748"/>
                <a:gd name="T42" fmla="*/ 732 w 926"/>
                <a:gd name="T43" fmla="*/ 272 h 748"/>
                <a:gd name="T44" fmla="*/ 731 w 926"/>
                <a:gd name="T45" fmla="*/ 288 h 748"/>
                <a:gd name="T46" fmla="*/ 746 w 926"/>
                <a:gd name="T47" fmla="*/ 293 h 748"/>
                <a:gd name="T48" fmla="*/ 882 w 926"/>
                <a:gd name="T49" fmla="*/ 492 h 748"/>
                <a:gd name="T50" fmla="*/ 670 w 926"/>
                <a:gd name="T51" fmla="*/ 705 h 748"/>
                <a:gd name="T52" fmla="*/ 657 w 926"/>
                <a:gd name="T53" fmla="*/ 705 h 748"/>
                <a:gd name="T54" fmla="*/ 657 w 926"/>
                <a:gd name="T55" fmla="*/ 748 h 748"/>
                <a:gd name="T56" fmla="*/ 670 w 926"/>
                <a:gd name="T57" fmla="*/ 748 h 748"/>
                <a:gd name="T58" fmla="*/ 926 w 926"/>
                <a:gd name="T59" fmla="*/ 492 h 748"/>
                <a:gd name="T60" fmla="*/ 776 w 926"/>
                <a:gd name="T61" fmla="*/ 259 h 7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26" h="748">
                  <a:moveTo>
                    <a:pt x="776" y="259"/>
                  </a:moveTo>
                  <a:cubicBezTo>
                    <a:pt x="776" y="259"/>
                    <a:pt x="776" y="258"/>
                    <a:pt x="776" y="258"/>
                  </a:cubicBezTo>
                  <a:cubicBezTo>
                    <a:pt x="776" y="115"/>
                    <a:pt x="660" y="0"/>
                    <a:pt x="518" y="0"/>
                  </a:cubicBezTo>
                  <a:cubicBezTo>
                    <a:pt x="425" y="0"/>
                    <a:pt x="338" y="51"/>
                    <a:pt x="293" y="131"/>
                  </a:cubicBezTo>
                  <a:cubicBezTo>
                    <a:pt x="287" y="131"/>
                    <a:pt x="282" y="131"/>
                    <a:pt x="276" y="131"/>
                  </a:cubicBezTo>
                  <a:cubicBezTo>
                    <a:pt x="172" y="131"/>
                    <a:pt x="88" y="215"/>
                    <a:pt x="88" y="318"/>
                  </a:cubicBezTo>
                  <a:cubicBezTo>
                    <a:pt x="88" y="319"/>
                    <a:pt x="88" y="319"/>
                    <a:pt x="88" y="320"/>
                  </a:cubicBezTo>
                  <a:cubicBezTo>
                    <a:pt x="32" y="365"/>
                    <a:pt x="0" y="434"/>
                    <a:pt x="0" y="506"/>
                  </a:cubicBezTo>
                  <a:cubicBezTo>
                    <a:pt x="0" y="639"/>
                    <a:pt x="107" y="747"/>
                    <a:pt x="240" y="748"/>
                  </a:cubicBezTo>
                  <a:cubicBezTo>
                    <a:pt x="240" y="705"/>
                    <a:pt x="240" y="705"/>
                    <a:pt x="240" y="705"/>
                  </a:cubicBezTo>
                  <a:cubicBezTo>
                    <a:pt x="131" y="704"/>
                    <a:pt x="43" y="615"/>
                    <a:pt x="43" y="506"/>
                  </a:cubicBezTo>
                  <a:cubicBezTo>
                    <a:pt x="43" y="443"/>
                    <a:pt x="72" y="385"/>
                    <a:pt x="123" y="347"/>
                  </a:cubicBezTo>
                  <a:cubicBezTo>
                    <a:pt x="132" y="340"/>
                    <a:pt x="132" y="340"/>
                    <a:pt x="132" y="340"/>
                  </a:cubicBezTo>
                  <a:cubicBezTo>
                    <a:pt x="132" y="328"/>
                    <a:pt x="132" y="328"/>
                    <a:pt x="132" y="328"/>
                  </a:cubicBezTo>
                  <a:cubicBezTo>
                    <a:pt x="131" y="325"/>
                    <a:pt x="131" y="322"/>
                    <a:pt x="131" y="318"/>
                  </a:cubicBezTo>
                  <a:cubicBezTo>
                    <a:pt x="131" y="239"/>
                    <a:pt x="196" y="174"/>
                    <a:pt x="276" y="174"/>
                  </a:cubicBezTo>
                  <a:cubicBezTo>
                    <a:pt x="285" y="174"/>
                    <a:pt x="293" y="175"/>
                    <a:pt x="301" y="176"/>
                  </a:cubicBezTo>
                  <a:cubicBezTo>
                    <a:pt x="317" y="179"/>
                    <a:pt x="317" y="179"/>
                    <a:pt x="317" y="179"/>
                  </a:cubicBezTo>
                  <a:cubicBezTo>
                    <a:pt x="325" y="164"/>
                    <a:pt x="325" y="164"/>
                    <a:pt x="325" y="164"/>
                  </a:cubicBezTo>
                  <a:cubicBezTo>
                    <a:pt x="360" y="90"/>
                    <a:pt x="436" y="43"/>
                    <a:pt x="518" y="43"/>
                  </a:cubicBezTo>
                  <a:cubicBezTo>
                    <a:pt x="636" y="43"/>
                    <a:pt x="733" y="139"/>
                    <a:pt x="733" y="258"/>
                  </a:cubicBezTo>
                  <a:cubicBezTo>
                    <a:pt x="733" y="262"/>
                    <a:pt x="733" y="267"/>
                    <a:pt x="732" y="272"/>
                  </a:cubicBezTo>
                  <a:cubicBezTo>
                    <a:pt x="731" y="288"/>
                    <a:pt x="731" y="288"/>
                    <a:pt x="731" y="288"/>
                  </a:cubicBezTo>
                  <a:cubicBezTo>
                    <a:pt x="746" y="293"/>
                    <a:pt x="746" y="293"/>
                    <a:pt x="746" y="293"/>
                  </a:cubicBezTo>
                  <a:cubicBezTo>
                    <a:pt x="828" y="325"/>
                    <a:pt x="882" y="405"/>
                    <a:pt x="882" y="492"/>
                  </a:cubicBezTo>
                  <a:cubicBezTo>
                    <a:pt x="882" y="609"/>
                    <a:pt x="787" y="705"/>
                    <a:pt x="670" y="705"/>
                  </a:cubicBezTo>
                  <a:cubicBezTo>
                    <a:pt x="657" y="705"/>
                    <a:pt x="657" y="705"/>
                    <a:pt x="657" y="705"/>
                  </a:cubicBezTo>
                  <a:cubicBezTo>
                    <a:pt x="657" y="748"/>
                    <a:pt x="657" y="748"/>
                    <a:pt x="657" y="748"/>
                  </a:cubicBezTo>
                  <a:cubicBezTo>
                    <a:pt x="670" y="748"/>
                    <a:pt x="670" y="748"/>
                    <a:pt x="670" y="748"/>
                  </a:cubicBezTo>
                  <a:cubicBezTo>
                    <a:pt x="811" y="748"/>
                    <a:pt x="926" y="633"/>
                    <a:pt x="926" y="492"/>
                  </a:cubicBezTo>
                  <a:cubicBezTo>
                    <a:pt x="926" y="392"/>
                    <a:pt x="866" y="300"/>
                    <a:pt x="776" y="2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4" name="Freeform 257"/>
            <p:cNvSpPr>
              <a:spLocks/>
            </p:cNvSpPr>
            <p:nvPr/>
          </p:nvSpPr>
          <p:spPr bwMode="auto">
            <a:xfrm>
              <a:off x="8315325" y="5635626"/>
              <a:ext cx="84138" cy="150813"/>
            </a:xfrm>
            <a:custGeom>
              <a:avLst/>
              <a:gdLst>
                <a:gd name="T0" fmla="*/ 44 w 197"/>
                <a:gd name="T1" fmla="*/ 334 h 352"/>
                <a:gd name="T2" fmla="*/ 14 w 197"/>
                <a:gd name="T3" fmla="*/ 347 h 352"/>
                <a:gd name="T4" fmla="*/ 6 w 197"/>
                <a:gd name="T5" fmla="*/ 316 h 352"/>
                <a:gd name="T6" fmla="*/ 153 w 197"/>
                <a:gd name="T7" fmla="*/ 17 h 352"/>
                <a:gd name="T8" fmla="*/ 182 w 197"/>
                <a:gd name="T9" fmla="*/ 5 h 352"/>
                <a:gd name="T10" fmla="*/ 191 w 197"/>
                <a:gd name="T11" fmla="*/ 36 h 352"/>
                <a:gd name="T12" fmla="*/ 44 w 197"/>
                <a:gd name="T13" fmla="*/ 334 h 352"/>
              </a:gdLst>
              <a:ahLst/>
              <a:cxnLst>
                <a:cxn ang="0">
                  <a:pos x="T0" y="T1"/>
                </a:cxn>
                <a:cxn ang="0">
                  <a:pos x="T2" y="T3"/>
                </a:cxn>
                <a:cxn ang="0">
                  <a:pos x="T4" y="T5"/>
                </a:cxn>
                <a:cxn ang="0">
                  <a:pos x="T6" y="T7"/>
                </a:cxn>
                <a:cxn ang="0">
                  <a:pos x="T8" y="T9"/>
                </a:cxn>
                <a:cxn ang="0">
                  <a:pos x="T10" y="T11"/>
                </a:cxn>
                <a:cxn ang="0">
                  <a:pos x="T12" y="T13"/>
                </a:cxn>
              </a:cxnLst>
              <a:rect l="0" t="0" r="r" b="b"/>
              <a:pathLst>
                <a:path w="197" h="352">
                  <a:moveTo>
                    <a:pt x="44" y="334"/>
                  </a:moveTo>
                  <a:cubicBezTo>
                    <a:pt x="38" y="346"/>
                    <a:pt x="25" y="352"/>
                    <a:pt x="14" y="347"/>
                  </a:cubicBezTo>
                  <a:cubicBezTo>
                    <a:pt x="4" y="342"/>
                    <a:pt x="0" y="328"/>
                    <a:pt x="6" y="316"/>
                  </a:cubicBezTo>
                  <a:cubicBezTo>
                    <a:pt x="153" y="17"/>
                    <a:pt x="153" y="17"/>
                    <a:pt x="153" y="17"/>
                  </a:cubicBezTo>
                  <a:cubicBezTo>
                    <a:pt x="158" y="5"/>
                    <a:pt x="172" y="0"/>
                    <a:pt x="182" y="5"/>
                  </a:cubicBezTo>
                  <a:cubicBezTo>
                    <a:pt x="193" y="10"/>
                    <a:pt x="197" y="24"/>
                    <a:pt x="191" y="36"/>
                  </a:cubicBezTo>
                  <a:lnTo>
                    <a:pt x="44" y="3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5" name="Freeform 258"/>
            <p:cNvSpPr>
              <a:spLocks/>
            </p:cNvSpPr>
            <p:nvPr/>
          </p:nvSpPr>
          <p:spPr bwMode="auto">
            <a:xfrm>
              <a:off x="8280400" y="5597526"/>
              <a:ext cx="79375" cy="142875"/>
            </a:xfrm>
            <a:custGeom>
              <a:avLst/>
              <a:gdLst>
                <a:gd name="T0" fmla="*/ 44 w 186"/>
                <a:gd name="T1" fmla="*/ 317 h 335"/>
                <a:gd name="T2" fmla="*/ 15 w 186"/>
                <a:gd name="T3" fmla="*/ 330 h 335"/>
                <a:gd name="T4" fmla="*/ 6 w 186"/>
                <a:gd name="T5" fmla="*/ 299 h 335"/>
                <a:gd name="T6" fmla="*/ 142 w 186"/>
                <a:gd name="T7" fmla="*/ 18 h 335"/>
                <a:gd name="T8" fmla="*/ 172 w 186"/>
                <a:gd name="T9" fmla="*/ 5 h 335"/>
                <a:gd name="T10" fmla="*/ 180 w 186"/>
                <a:gd name="T11" fmla="*/ 36 h 335"/>
                <a:gd name="T12" fmla="*/ 44 w 186"/>
                <a:gd name="T13" fmla="*/ 317 h 335"/>
              </a:gdLst>
              <a:ahLst/>
              <a:cxnLst>
                <a:cxn ang="0">
                  <a:pos x="T0" y="T1"/>
                </a:cxn>
                <a:cxn ang="0">
                  <a:pos x="T2" y="T3"/>
                </a:cxn>
                <a:cxn ang="0">
                  <a:pos x="T4" y="T5"/>
                </a:cxn>
                <a:cxn ang="0">
                  <a:pos x="T6" y="T7"/>
                </a:cxn>
                <a:cxn ang="0">
                  <a:pos x="T8" y="T9"/>
                </a:cxn>
                <a:cxn ang="0">
                  <a:pos x="T10" y="T11"/>
                </a:cxn>
                <a:cxn ang="0">
                  <a:pos x="T12" y="T13"/>
                </a:cxn>
              </a:cxnLst>
              <a:rect l="0" t="0" r="r" b="b"/>
              <a:pathLst>
                <a:path w="186" h="335">
                  <a:moveTo>
                    <a:pt x="44" y="317"/>
                  </a:moveTo>
                  <a:cubicBezTo>
                    <a:pt x="39" y="329"/>
                    <a:pt x="25" y="335"/>
                    <a:pt x="15" y="330"/>
                  </a:cubicBezTo>
                  <a:cubicBezTo>
                    <a:pt x="4" y="325"/>
                    <a:pt x="0" y="311"/>
                    <a:pt x="6" y="299"/>
                  </a:cubicBezTo>
                  <a:cubicBezTo>
                    <a:pt x="142" y="18"/>
                    <a:pt x="142" y="18"/>
                    <a:pt x="142" y="18"/>
                  </a:cubicBezTo>
                  <a:cubicBezTo>
                    <a:pt x="148" y="6"/>
                    <a:pt x="161" y="0"/>
                    <a:pt x="172" y="5"/>
                  </a:cubicBezTo>
                  <a:cubicBezTo>
                    <a:pt x="182" y="10"/>
                    <a:pt x="186" y="24"/>
                    <a:pt x="180" y="36"/>
                  </a:cubicBezTo>
                  <a:lnTo>
                    <a:pt x="44" y="3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6" name="Freeform 259"/>
            <p:cNvSpPr>
              <a:spLocks/>
            </p:cNvSpPr>
            <p:nvPr/>
          </p:nvSpPr>
          <p:spPr bwMode="auto">
            <a:xfrm>
              <a:off x="8385175" y="5597526"/>
              <a:ext cx="88900" cy="166688"/>
            </a:xfrm>
            <a:custGeom>
              <a:avLst/>
              <a:gdLst>
                <a:gd name="T0" fmla="*/ 44 w 209"/>
                <a:gd name="T1" fmla="*/ 375 h 392"/>
                <a:gd name="T2" fmla="*/ 14 w 209"/>
                <a:gd name="T3" fmla="*/ 387 h 392"/>
                <a:gd name="T4" fmla="*/ 5 w 209"/>
                <a:gd name="T5" fmla="*/ 356 h 392"/>
                <a:gd name="T6" fmla="*/ 165 w 209"/>
                <a:gd name="T7" fmla="*/ 18 h 392"/>
                <a:gd name="T8" fmla="*/ 194 w 209"/>
                <a:gd name="T9" fmla="*/ 5 h 392"/>
                <a:gd name="T10" fmla="*/ 203 w 209"/>
                <a:gd name="T11" fmla="*/ 36 h 392"/>
                <a:gd name="T12" fmla="*/ 44 w 209"/>
                <a:gd name="T13" fmla="*/ 375 h 392"/>
              </a:gdLst>
              <a:ahLst/>
              <a:cxnLst>
                <a:cxn ang="0">
                  <a:pos x="T0" y="T1"/>
                </a:cxn>
                <a:cxn ang="0">
                  <a:pos x="T2" y="T3"/>
                </a:cxn>
                <a:cxn ang="0">
                  <a:pos x="T4" y="T5"/>
                </a:cxn>
                <a:cxn ang="0">
                  <a:pos x="T6" y="T7"/>
                </a:cxn>
                <a:cxn ang="0">
                  <a:pos x="T8" y="T9"/>
                </a:cxn>
                <a:cxn ang="0">
                  <a:pos x="T10" y="T11"/>
                </a:cxn>
                <a:cxn ang="0">
                  <a:pos x="T12" y="T13"/>
                </a:cxn>
              </a:cxnLst>
              <a:rect l="0" t="0" r="r" b="b"/>
              <a:pathLst>
                <a:path w="209" h="392">
                  <a:moveTo>
                    <a:pt x="44" y="375"/>
                  </a:moveTo>
                  <a:cubicBezTo>
                    <a:pt x="38" y="387"/>
                    <a:pt x="25" y="392"/>
                    <a:pt x="14" y="387"/>
                  </a:cubicBezTo>
                  <a:cubicBezTo>
                    <a:pt x="4" y="382"/>
                    <a:pt x="0" y="368"/>
                    <a:pt x="5" y="356"/>
                  </a:cubicBezTo>
                  <a:cubicBezTo>
                    <a:pt x="165" y="18"/>
                    <a:pt x="165" y="18"/>
                    <a:pt x="165" y="18"/>
                  </a:cubicBezTo>
                  <a:cubicBezTo>
                    <a:pt x="171" y="6"/>
                    <a:pt x="184" y="0"/>
                    <a:pt x="194" y="5"/>
                  </a:cubicBezTo>
                  <a:cubicBezTo>
                    <a:pt x="205" y="10"/>
                    <a:pt x="209" y="24"/>
                    <a:pt x="203" y="36"/>
                  </a:cubicBezTo>
                  <a:lnTo>
                    <a:pt x="44" y="3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507" name="组合 506"/>
          <p:cNvGrpSpPr/>
          <p:nvPr/>
        </p:nvGrpSpPr>
        <p:grpSpPr>
          <a:xfrm>
            <a:off x="8775434" y="3029797"/>
            <a:ext cx="280139" cy="287891"/>
            <a:chOff x="265113" y="5376863"/>
            <a:chExt cx="401637" cy="412751"/>
          </a:xfrm>
        </p:grpSpPr>
        <p:sp>
          <p:nvSpPr>
            <p:cNvPr id="508" name="Freeform 261"/>
            <p:cNvSpPr>
              <a:spLocks noEditPoints="1"/>
            </p:cNvSpPr>
            <p:nvPr/>
          </p:nvSpPr>
          <p:spPr bwMode="auto">
            <a:xfrm>
              <a:off x="282575" y="5414963"/>
              <a:ext cx="369888" cy="368300"/>
            </a:xfrm>
            <a:custGeom>
              <a:avLst/>
              <a:gdLst>
                <a:gd name="T0" fmla="*/ 430 w 861"/>
                <a:gd name="T1" fmla="*/ 861 h 861"/>
                <a:gd name="T2" fmla="*/ 0 w 861"/>
                <a:gd name="T3" fmla="*/ 431 h 861"/>
                <a:gd name="T4" fmla="*/ 430 w 861"/>
                <a:gd name="T5" fmla="*/ 0 h 861"/>
                <a:gd name="T6" fmla="*/ 861 w 861"/>
                <a:gd name="T7" fmla="*/ 431 h 861"/>
                <a:gd name="T8" fmla="*/ 430 w 861"/>
                <a:gd name="T9" fmla="*/ 861 h 861"/>
                <a:gd name="T10" fmla="*/ 430 w 861"/>
                <a:gd name="T11" fmla="*/ 40 h 861"/>
                <a:gd name="T12" fmla="*/ 40 w 861"/>
                <a:gd name="T13" fmla="*/ 431 h 861"/>
                <a:gd name="T14" fmla="*/ 430 w 861"/>
                <a:gd name="T15" fmla="*/ 821 h 861"/>
                <a:gd name="T16" fmla="*/ 821 w 861"/>
                <a:gd name="T17" fmla="*/ 431 h 861"/>
                <a:gd name="T18" fmla="*/ 430 w 861"/>
                <a:gd name="T19" fmla="*/ 40 h 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61" h="861">
                  <a:moveTo>
                    <a:pt x="430" y="861"/>
                  </a:moveTo>
                  <a:cubicBezTo>
                    <a:pt x="193" y="861"/>
                    <a:pt x="0" y="668"/>
                    <a:pt x="0" y="431"/>
                  </a:cubicBezTo>
                  <a:cubicBezTo>
                    <a:pt x="0" y="193"/>
                    <a:pt x="193" y="0"/>
                    <a:pt x="430" y="0"/>
                  </a:cubicBezTo>
                  <a:cubicBezTo>
                    <a:pt x="668" y="0"/>
                    <a:pt x="861" y="193"/>
                    <a:pt x="861" y="431"/>
                  </a:cubicBezTo>
                  <a:cubicBezTo>
                    <a:pt x="861" y="668"/>
                    <a:pt x="668" y="861"/>
                    <a:pt x="430" y="861"/>
                  </a:cubicBezTo>
                  <a:close/>
                  <a:moveTo>
                    <a:pt x="430" y="40"/>
                  </a:moveTo>
                  <a:cubicBezTo>
                    <a:pt x="215" y="40"/>
                    <a:pt x="40" y="215"/>
                    <a:pt x="40" y="431"/>
                  </a:cubicBezTo>
                  <a:cubicBezTo>
                    <a:pt x="40" y="646"/>
                    <a:pt x="215" y="821"/>
                    <a:pt x="430" y="821"/>
                  </a:cubicBezTo>
                  <a:cubicBezTo>
                    <a:pt x="646" y="821"/>
                    <a:pt x="821" y="646"/>
                    <a:pt x="821" y="431"/>
                  </a:cubicBezTo>
                  <a:cubicBezTo>
                    <a:pt x="821" y="215"/>
                    <a:pt x="646" y="40"/>
                    <a:pt x="430" y="40"/>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9" name="Freeform 262"/>
            <p:cNvSpPr>
              <a:spLocks/>
            </p:cNvSpPr>
            <p:nvPr/>
          </p:nvSpPr>
          <p:spPr bwMode="auto">
            <a:xfrm>
              <a:off x="265113" y="5381626"/>
              <a:ext cx="103188" cy="104775"/>
            </a:xfrm>
            <a:custGeom>
              <a:avLst/>
              <a:gdLst>
                <a:gd name="T0" fmla="*/ 8 w 240"/>
                <a:gd name="T1" fmla="*/ 242 h 242"/>
                <a:gd name="T2" fmla="*/ 9 w 240"/>
                <a:gd name="T3" fmla="*/ 145 h 242"/>
                <a:gd name="T4" fmla="*/ 97 w 240"/>
                <a:gd name="T5" fmla="*/ 31 h 242"/>
                <a:gd name="T6" fmla="*/ 240 w 240"/>
                <a:gd name="T7" fmla="*/ 13 h 242"/>
                <a:gd name="T8" fmla="*/ 229 w 240"/>
                <a:gd name="T9" fmla="*/ 52 h 242"/>
                <a:gd name="T10" fmla="*/ 117 w 240"/>
                <a:gd name="T11" fmla="*/ 66 h 242"/>
                <a:gd name="T12" fmla="*/ 47 w 240"/>
                <a:gd name="T13" fmla="*/ 156 h 242"/>
                <a:gd name="T14" fmla="*/ 47 w 240"/>
                <a:gd name="T15" fmla="*/ 232 h 242"/>
                <a:gd name="T16" fmla="*/ 8 w 240"/>
                <a:gd name="T17" fmla="*/ 242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0" h="242">
                  <a:moveTo>
                    <a:pt x="8" y="242"/>
                  </a:moveTo>
                  <a:cubicBezTo>
                    <a:pt x="0" y="211"/>
                    <a:pt x="0" y="177"/>
                    <a:pt x="9" y="145"/>
                  </a:cubicBezTo>
                  <a:cubicBezTo>
                    <a:pt x="22" y="97"/>
                    <a:pt x="53" y="56"/>
                    <a:pt x="97" y="31"/>
                  </a:cubicBezTo>
                  <a:cubicBezTo>
                    <a:pt x="140" y="6"/>
                    <a:pt x="191" y="0"/>
                    <a:pt x="240" y="13"/>
                  </a:cubicBezTo>
                  <a:cubicBezTo>
                    <a:pt x="229" y="52"/>
                    <a:pt x="229" y="52"/>
                    <a:pt x="229" y="52"/>
                  </a:cubicBezTo>
                  <a:cubicBezTo>
                    <a:pt x="191" y="41"/>
                    <a:pt x="151" y="46"/>
                    <a:pt x="117" y="66"/>
                  </a:cubicBezTo>
                  <a:cubicBezTo>
                    <a:pt x="82" y="86"/>
                    <a:pt x="58" y="117"/>
                    <a:pt x="47" y="156"/>
                  </a:cubicBezTo>
                  <a:cubicBezTo>
                    <a:pt x="40" y="181"/>
                    <a:pt x="40" y="207"/>
                    <a:pt x="47" y="232"/>
                  </a:cubicBezTo>
                  <a:lnTo>
                    <a:pt x="8" y="242"/>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0" name="Oval 263"/>
            <p:cNvSpPr>
              <a:spLocks noChangeArrowheads="1"/>
            </p:cNvSpPr>
            <p:nvPr/>
          </p:nvSpPr>
          <p:spPr bwMode="auto">
            <a:xfrm>
              <a:off x="444500" y="5576888"/>
              <a:ext cx="44450" cy="44450"/>
            </a:xfrm>
            <a:prstGeom prst="ellipse">
              <a:avLst/>
            </a:pr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1" name="Rectangle 264"/>
            <p:cNvSpPr>
              <a:spLocks noChangeArrowheads="1"/>
            </p:cNvSpPr>
            <p:nvPr/>
          </p:nvSpPr>
          <p:spPr bwMode="auto">
            <a:xfrm>
              <a:off x="458788" y="5472113"/>
              <a:ext cx="17463" cy="122238"/>
            </a:xfrm>
            <a:prstGeom prst="rect">
              <a:avLst/>
            </a:pr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2" name="Freeform 265"/>
            <p:cNvSpPr>
              <a:spLocks/>
            </p:cNvSpPr>
            <p:nvPr/>
          </p:nvSpPr>
          <p:spPr bwMode="auto">
            <a:xfrm>
              <a:off x="403225" y="5592763"/>
              <a:ext cx="69850" cy="69850"/>
            </a:xfrm>
            <a:custGeom>
              <a:avLst/>
              <a:gdLst>
                <a:gd name="T0" fmla="*/ 8 w 44"/>
                <a:gd name="T1" fmla="*/ 44 h 44"/>
                <a:gd name="T2" fmla="*/ 0 w 44"/>
                <a:gd name="T3" fmla="*/ 36 h 44"/>
                <a:gd name="T4" fmla="*/ 36 w 44"/>
                <a:gd name="T5" fmla="*/ 0 h 44"/>
                <a:gd name="T6" fmla="*/ 44 w 44"/>
                <a:gd name="T7" fmla="*/ 8 h 44"/>
                <a:gd name="T8" fmla="*/ 8 w 44"/>
                <a:gd name="T9" fmla="*/ 44 h 44"/>
              </a:gdLst>
              <a:ahLst/>
              <a:cxnLst>
                <a:cxn ang="0">
                  <a:pos x="T0" y="T1"/>
                </a:cxn>
                <a:cxn ang="0">
                  <a:pos x="T2" y="T3"/>
                </a:cxn>
                <a:cxn ang="0">
                  <a:pos x="T4" y="T5"/>
                </a:cxn>
                <a:cxn ang="0">
                  <a:pos x="T6" y="T7"/>
                </a:cxn>
                <a:cxn ang="0">
                  <a:pos x="T8" y="T9"/>
                </a:cxn>
              </a:cxnLst>
              <a:rect l="0" t="0" r="r" b="b"/>
              <a:pathLst>
                <a:path w="44" h="44">
                  <a:moveTo>
                    <a:pt x="8" y="44"/>
                  </a:moveTo>
                  <a:lnTo>
                    <a:pt x="0" y="36"/>
                  </a:lnTo>
                  <a:lnTo>
                    <a:pt x="36" y="0"/>
                  </a:lnTo>
                  <a:lnTo>
                    <a:pt x="44" y="8"/>
                  </a:lnTo>
                  <a:lnTo>
                    <a:pt x="8" y="44"/>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3" name="Freeform 266"/>
            <p:cNvSpPr>
              <a:spLocks/>
            </p:cNvSpPr>
            <p:nvPr/>
          </p:nvSpPr>
          <p:spPr bwMode="auto">
            <a:xfrm>
              <a:off x="288925" y="5410201"/>
              <a:ext cx="63500" cy="63500"/>
            </a:xfrm>
            <a:custGeom>
              <a:avLst/>
              <a:gdLst>
                <a:gd name="T0" fmla="*/ 33 w 40"/>
                <a:gd name="T1" fmla="*/ 40 h 40"/>
                <a:gd name="T2" fmla="*/ 0 w 40"/>
                <a:gd name="T3" fmla="*/ 8 h 40"/>
                <a:gd name="T4" fmla="*/ 8 w 40"/>
                <a:gd name="T5" fmla="*/ 0 h 40"/>
                <a:gd name="T6" fmla="*/ 40 w 40"/>
                <a:gd name="T7" fmla="*/ 32 h 40"/>
                <a:gd name="T8" fmla="*/ 33 w 40"/>
                <a:gd name="T9" fmla="*/ 40 h 40"/>
              </a:gdLst>
              <a:ahLst/>
              <a:cxnLst>
                <a:cxn ang="0">
                  <a:pos x="T0" y="T1"/>
                </a:cxn>
                <a:cxn ang="0">
                  <a:pos x="T2" y="T3"/>
                </a:cxn>
                <a:cxn ang="0">
                  <a:pos x="T4" y="T5"/>
                </a:cxn>
                <a:cxn ang="0">
                  <a:pos x="T6" y="T7"/>
                </a:cxn>
                <a:cxn ang="0">
                  <a:pos x="T8" y="T9"/>
                </a:cxn>
              </a:cxnLst>
              <a:rect l="0" t="0" r="r" b="b"/>
              <a:pathLst>
                <a:path w="40" h="40">
                  <a:moveTo>
                    <a:pt x="33" y="40"/>
                  </a:moveTo>
                  <a:lnTo>
                    <a:pt x="0" y="8"/>
                  </a:lnTo>
                  <a:lnTo>
                    <a:pt x="8" y="0"/>
                  </a:lnTo>
                  <a:lnTo>
                    <a:pt x="40" y="32"/>
                  </a:lnTo>
                  <a:lnTo>
                    <a:pt x="33" y="40"/>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4" name="Freeform 267"/>
            <p:cNvSpPr>
              <a:spLocks/>
            </p:cNvSpPr>
            <p:nvPr/>
          </p:nvSpPr>
          <p:spPr bwMode="auto">
            <a:xfrm>
              <a:off x="565150" y="5376863"/>
              <a:ext cx="101600" cy="103188"/>
            </a:xfrm>
            <a:custGeom>
              <a:avLst/>
              <a:gdLst>
                <a:gd name="T0" fmla="*/ 231 w 240"/>
                <a:gd name="T1" fmla="*/ 243 h 243"/>
                <a:gd name="T2" fmla="*/ 193 w 240"/>
                <a:gd name="T3" fmla="*/ 233 h 243"/>
                <a:gd name="T4" fmla="*/ 192 w 240"/>
                <a:gd name="T5" fmla="*/ 156 h 243"/>
                <a:gd name="T6" fmla="*/ 123 w 240"/>
                <a:gd name="T7" fmla="*/ 67 h 243"/>
                <a:gd name="T8" fmla="*/ 10 w 240"/>
                <a:gd name="T9" fmla="*/ 52 h 243"/>
                <a:gd name="T10" fmla="*/ 0 w 240"/>
                <a:gd name="T11" fmla="*/ 14 h 243"/>
                <a:gd name="T12" fmla="*/ 143 w 240"/>
                <a:gd name="T13" fmla="*/ 32 h 243"/>
                <a:gd name="T14" fmla="*/ 231 w 240"/>
                <a:gd name="T15" fmla="*/ 146 h 243"/>
                <a:gd name="T16" fmla="*/ 231 w 240"/>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0" h="243">
                  <a:moveTo>
                    <a:pt x="231" y="243"/>
                  </a:moveTo>
                  <a:cubicBezTo>
                    <a:pt x="193" y="233"/>
                    <a:pt x="193" y="233"/>
                    <a:pt x="193" y="233"/>
                  </a:cubicBezTo>
                  <a:cubicBezTo>
                    <a:pt x="199" y="208"/>
                    <a:pt x="199" y="181"/>
                    <a:pt x="192" y="156"/>
                  </a:cubicBezTo>
                  <a:cubicBezTo>
                    <a:pt x="182" y="118"/>
                    <a:pt x="157" y="86"/>
                    <a:pt x="123" y="67"/>
                  </a:cubicBezTo>
                  <a:cubicBezTo>
                    <a:pt x="88" y="47"/>
                    <a:pt x="48" y="42"/>
                    <a:pt x="10" y="52"/>
                  </a:cubicBezTo>
                  <a:cubicBezTo>
                    <a:pt x="0" y="14"/>
                    <a:pt x="0" y="14"/>
                    <a:pt x="0" y="14"/>
                  </a:cubicBezTo>
                  <a:cubicBezTo>
                    <a:pt x="48" y="0"/>
                    <a:pt x="99" y="7"/>
                    <a:pt x="143" y="32"/>
                  </a:cubicBezTo>
                  <a:cubicBezTo>
                    <a:pt x="186" y="57"/>
                    <a:pt x="218" y="97"/>
                    <a:pt x="231" y="146"/>
                  </a:cubicBezTo>
                  <a:cubicBezTo>
                    <a:pt x="240" y="178"/>
                    <a:pt x="240" y="211"/>
                    <a:pt x="231" y="243"/>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5" name="Freeform 268"/>
            <p:cNvSpPr>
              <a:spLocks/>
            </p:cNvSpPr>
            <p:nvPr/>
          </p:nvSpPr>
          <p:spPr bwMode="auto">
            <a:xfrm>
              <a:off x="579438" y="5405438"/>
              <a:ext cx="63500" cy="63500"/>
            </a:xfrm>
            <a:custGeom>
              <a:avLst/>
              <a:gdLst>
                <a:gd name="T0" fmla="*/ 7 w 40"/>
                <a:gd name="T1" fmla="*/ 40 h 40"/>
                <a:gd name="T2" fmla="*/ 0 w 40"/>
                <a:gd name="T3" fmla="*/ 32 h 40"/>
                <a:gd name="T4" fmla="*/ 32 w 40"/>
                <a:gd name="T5" fmla="*/ 0 h 40"/>
                <a:gd name="T6" fmla="*/ 40 w 40"/>
                <a:gd name="T7" fmla="*/ 7 h 40"/>
                <a:gd name="T8" fmla="*/ 7 w 40"/>
                <a:gd name="T9" fmla="*/ 40 h 40"/>
              </a:gdLst>
              <a:ahLst/>
              <a:cxnLst>
                <a:cxn ang="0">
                  <a:pos x="T0" y="T1"/>
                </a:cxn>
                <a:cxn ang="0">
                  <a:pos x="T2" y="T3"/>
                </a:cxn>
                <a:cxn ang="0">
                  <a:pos x="T4" y="T5"/>
                </a:cxn>
                <a:cxn ang="0">
                  <a:pos x="T6" y="T7"/>
                </a:cxn>
                <a:cxn ang="0">
                  <a:pos x="T8" y="T9"/>
                </a:cxn>
              </a:cxnLst>
              <a:rect l="0" t="0" r="r" b="b"/>
              <a:pathLst>
                <a:path w="40" h="40">
                  <a:moveTo>
                    <a:pt x="7" y="40"/>
                  </a:moveTo>
                  <a:lnTo>
                    <a:pt x="0" y="32"/>
                  </a:lnTo>
                  <a:lnTo>
                    <a:pt x="32" y="0"/>
                  </a:lnTo>
                  <a:lnTo>
                    <a:pt x="40" y="7"/>
                  </a:lnTo>
                  <a:lnTo>
                    <a:pt x="7" y="40"/>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6" name="Freeform 269"/>
            <p:cNvSpPr>
              <a:spLocks/>
            </p:cNvSpPr>
            <p:nvPr/>
          </p:nvSpPr>
          <p:spPr bwMode="auto">
            <a:xfrm>
              <a:off x="346075" y="5749926"/>
              <a:ext cx="38100" cy="39688"/>
            </a:xfrm>
            <a:custGeom>
              <a:avLst/>
              <a:gdLst>
                <a:gd name="T0" fmla="*/ 7 w 24"/>
                <a:gd name="T1" fmla="*/ 25 h 25"/>
                <a:gd name="T2" fmla="*/ 0 w 24"/>
                <a:gd name="T3" fmla="*/ 17 h 25"/>
                <a:gd name="T4" fmla="*/ 17 w 24"/>
                <a:gd name="T5" fmla="*/ 0 h 25"/>
                <a:gd name="T6" fmla="*/ 24 w 24"/>
                <a:gd name="T7" fmla="*/ 8 h 25"/>
                <a:gd name="T8" fmla="*/ 7 w 24"/>
                <a:gd name="T9" fmla="*/ 25 h 25"/>
              </a:gdLst>
              <a:ahLst/>
              <a:cxnLst>
                <a:cxn ang="0">
                  <a:pos x="T0" y="T1"/>
                </a:cxn>
                <a:cxn ang="0">
                  <a:pos x="T2" y="T3"/>
                </a:cxn>
                <a:cxn ang="0">
                  <a:pos x="T4" y="T5"/>
                </a:cxn>
                <a:cxn ang="0">
                  <a:pos x="T6" y="T7"/>
                </a:cxn>
                <a:cxn ang="0">
                  <a:pos x="T8" y="T9"/>
                </a:cxn>
              </a:cxnLst>
              <a:rect l="0" t="0" r="r" b="b"/>
              <a:pathLst>
                <a:path w="24" h="25">
                  <a:moveTo>
                    <a:pt x="7" y="25"/>
                  </a:moveTo>
                  <a:lnTo>
                    <a:pt x="0" y="17"/>
                  </a:lnTo>
                  <a:lnTo>
                    <a:pt x="17" y="0"/>
                  </a:lnTo>
                  <a:lnTo>
                    <a:pt x="24" y="8"/>
                  </a:lnTo>
                  <a:lnTo>
                    <a:pt x="7" y="25"/>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7" name="Freeform 270"/>
            <p:cNvSpPr>
              <a:spLocks/>
            </p:cNvSpPr>
            <p:nvPr/>
          </p:nvSpPr>
          <p:spPr bwMode="auto">
            <a:xfrm>
              <a:off x="557213" y="5749926"/>
              <a:ext cx="38100" cy="39688"/>
            </a:xfrm>
            <a:custGeom>
              <a:avLst/>
              <a:gdLst>
                <a:gd name="T0" fmla="*/ 17 w 24"/>
                <a:gd name="T1" fmla="*/ 25 h 25"/>
                <a:gd name="T2" fmla="*/ 0 w 24"/>
                <a:gd name="T3" fmla="*/ 8 h 25"/>
                <a:gd name="T4" fmla="*/ 7 w 24"/>
                <a:gd name="T5" fmla="*/ 0 h 25"/>
                <a:gd name="T6" fmla="*/ 24 w 24"/>
                <a:gd name="T7" fmla="*/ 17 h 25"/>
                <a:gd name="T8" fmla="*/ 17 w 24"/>
                <a:gd name="T9" fmla="*/ 25 h 25"/>
              </a:gdLst>
              <a:ahLst/>
              <a:cxnLst>
                <a:cxn ang="0">
                  <a:pos x="T0" y="T1"/>
                </a:cxn>
                <a:cxn ang="0">
                  <a:pos x="T2" y="T3"/>
                </a:cxn>
                <a:cxn ang="0">
                  <a:pos x="T4" y="T5"/>
                </a:cxn>
                <a:cxn ang="0">
                  <a:pos x="T6" y="T7"/>
                </a:cxn>
                <a:cxn ang="0">
                  <a:pos x="T8" y="T9"/>
                </a:cxn>
              </a:cxnLst>
              <a:rect l="0" t="0" r="r" b="b"/>
              <a:pathLst>
                <a:path w="24" h="25">
                  <a:moveTo>
                    <a:pt x="17" y="25"/>
                  </a:moveTo>
                  <a:lnTo>
                    <a:pt x="0" y="8"/>
                  </a:lnTo>
                  <a:lnTo>
                    <a:pt x="7" y="0"/>
                  </a:lnTo>
                  <a:lnTo>
                    <a:pt x="24" y="17"/>
                  </a:lnTo>
                  <a:lnTo>
                    <a:pt x="17" y="25"/>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518" name="组合 517"/>
          <p:cNvGrpSpPr/>
          <p:nvPr/>
        </p:nvGrpSpPr>
        <p:grpSpPr>
          <a:xfrm>
            <a:off x="9284190" y="3040316"/>
            <a:ext cx="226991" cy="266853"/>
            <a:chOff x="1168400" y="5386388"/>
            <a:chExt cx="325438" cy="382588"/>
          </a:xfrm>
          <a:solidFill>
            <a:srgbClr val="707E84"/>
          </a:solidFill>
        </p:grpSpPr>
        <p:sp>
          <p:nvSpPr>
            <p:cNvPr id="519" name="Oval 271"/>
            <p:cNvSpPr>
              <a:spLocks noChangeArrowheads="1"/>
            </p:cNvSpPr>
            <p:nvPr/>
          </p:nvSpPr>
          <p:spPr bwMode="auto">
            <a:xfrm>
              <a:off x="1430338" y="5386388"/>
              <a:ext cx="63500" cy="635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0" name="Oval 272"/>
            <p:cNvSpPr>
              <a:spLocks noChangeArrowheads="1"/>
            </p:cNvSpPr>
            <p:nvPr/>
          </p:nvSpPr>
          <p:spPr bwMode="auto">
            <a:xfrm>
              <a:off x="1430338" y="5705476"/>
              <a:ext cx="63500" cy="635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1" name="Oval 273"/>
            <p:cNvSpPr>
              <a:spLocks noChangeArrowheads="1"/>
            </p:cNvSpPr>
            <p:nvPr/>
          </p:nvSpPr>
          <p:spPr bwMode="auto">
            <a:xfrm>
              <a:off x="1168400" y="5561013"/>
              <a:ext cx="63500" cy="635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2" name="Freeform 274"/>
            <p:cNvSpPr>
              <a:spLocks/>
            </p:cNvSpPr>
            <p:nvPr/>
          </p:nvSpPr>
          <p:spPr bwMode="auto">
            <a:xfrm>
              <a:off x="1195388" y="5410201"/>
              <a:ext cx="271463" cy="190500"/>
            </a:xfrm>
            <a:custGeom>
              <a:avLst/>
              <a:gdLst>
                <a:gd name="T0" fmla="*/ 6 w 171"/>
                <a:gd name="T1" fmla="*/ 120 h 120"/>
                <a:gd name="T2" fmla="*/ 0 w 171"/>
                <a:gd name="T3" fmla="*/ 111 h 120"/>
                <a:gd name="T4" fmla="*/ 165 w 171"/>
                <a:gd name="T5" fmla="*/ 0 h 120"/>
                <a:gd name="T6" fmla="*/ 171 w 171"/>
                <a:gd name="T7" fmla="*/ 10 h 120"/>
                <a:gd name="T8" fmla="*/ 6 w 171"/>
                <a:gd name="T9" fmla="*/ 120 h 120"/>
              </a:gdLst>
              <a:ahLst/>
              <a:cxnLst>
                <a:cxn ang="0">
                  <a:pos x="T0" y="T1"/>
                </a:cxn>
                <a:cxn ang="0">
                  <a:pos x="T2" y="T3"/>
                </a:cxn>
                <a:cxn ang="0">
                  <a:pos x="T4" y="T5"/>
                </a:cxn>
                <a:cxn ang="0">
                  <a:pos x="T6" y="T7"/>
                </a:cxn>
                <a:cxn ang="0">
                  <a:pos x="T8" y="T9"/>
                </a:cxn>
              </a:cxnLst>
              <a:rect l="0" t="0" r="r" b="b"/>
              <a:pathLst>
                <a:path w="171" h="120">
                  <a:moveTo>
                    <a:pt x="6" y="120"/>
                  </a:moveTo>
                  <a:lnTo>
                    <a:pt x="0" y="111"/>
                  </a:lnTo>
                  <a:lnTo>
                    <a:pt x="165" y="0"/>
                  </a:lnTo>
                  <a:lnTo>
                    <a:pt x="171" y="10"/>
                  </a:lnTo>
                  <a:lnTo>
                    <a:pt x="6" y="1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3" name="Freeform 275"/>
            <p:cNvSpPr>
              <a:spLocks/>
            </p:cNvSpPr>
            <p:nvPr/>
          </p:nvSpPr>
          <p:spPr bwMode="auto">
            <a:xfrm>
              <a:off x="1195388" y="5586413"/>
              <a:ext cx="271463" cy="160338"/>
            </a:xfrm>
            <a:custGeom>
              <a:avLst/>
              <a:gdLst>
                <a:gd name="T0" fmla="*/ 165 w 171"/>
                <a:gd name="T1" fmla="*/ 101 h 101"/>
                <a:gd name="T2" fmla="*/ 0 w 171"/>
                <a:gd name="T3" fmla="*/ 9 h 101"/>
                <a:gd name="T4" fmla="*/ 5 w 171"/>
                <a:gd name="T5" fmla="*/ 0 h 101"/>
                <a:gd name="T6" fmla="*/ 171 w 171"/>
                <a:gd name="T7" fmla="*/ 92 h 101"/>
                <a:gd name="T8" fmla="*/ 165 w 171"/>
                <a:gd name="T9" fmla="*/ 101 h 101"/>
              </a:gdLst>
              <a:ahLst/>
              <a:cxnLst>
                <a:cxn ang="0">
                  <a:pos x="T0" y="T1"/>
                </a:cxn>
                <a:cxn ang="0">
                  <a:pos x="T2" y="T3"/>
                </a:cxn>
                <a:cxn ang="0">
                  <a:pos x="T4" y="T5"/>
                </a:cxn>
                <a:cxn ang="0">
                  <a:pos x="T6" y="T7"/>
                </a:cxn>
                <a:cxn ang="0">
                  <a:pos x="T8" y="T9"/>
                </a:cxn>
              </a:cxnLst>
              <a:rect l="0" t="0" r="r" b="b"/>
              <a:pathLst>
                <a:path w="171" h="101">
                  <a:moveTo>
                    <a:pt x="165" y="101"/>
                  </a:moveTo>
                  <a:lnTo>
                    <a:pt x="0" y="9"/>
                  </a:lnTo>
                  <a:lnTo>
                    <a:pt x="5" y="0"/>
                  </a:lnTo>
                  <a:lnTo>
                    <a:pt x="171" y="92"/>
                  </a:lnTo>
                  <a:lnTo>
                    <a:pt x="165" y="10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524" name="组合 523"/>
          <p:cNvGrpSpPr/>
          <p:nvPr/>
        </p:nvGrpSpPr>
        <p:grpSpPr>
          <a:xfrm>
            <a:off x="9739797" y="3036441"/>
            <a:ext cx="226991" cy="274603"/>
            <a:chOff x="2055813" y="5383213"/>
            <a:chExt cx="325438" cy="393700"/>
          </a:xfrm>
          <a:solidFill>
            <a:srgbClr val="707E84"/>
          </a:solidFill>
        </p:grpSpPr>
        <p:sp>
          <p:nvSpPr>
            <p:cNvPr id="525" name="Freeform 276"/>
            <p:cNvSpPr>
              <a:spLocks noEditPoints="1"/>
            </p:cNvSpPr>
            <p:nvPr/>
          </p:nvSpPr>
          <p:spPr bwMode="auto">
            <a:xfrm>
              <a:off x="2055813" y="5538788"/>
              <a:ext cx="325438" cy="238125"/>
            </a:xfrm>
            <a:custGeom>
              <a:avLst/>
              <a:gdLst>
                <a:gd name="T0" fmla="*/ 602 w 762"/>
                <a:gd name="T1" fmla="*/ 556 h 556"/>
                <a:gd name="T2" fmla="*/ 160 w 762"/>
                <a:gd name="T3" fmla="*/ 556 h 556"/>
                <a:gd name="T4" fmla="*/ 0 w 762"/>
                <a:gd name="T5" fmla="*/ 396 h 556"/>
                <a:gd name="T6" fmla="*/ 0 w 762"/>
                <a:gd name="T7" fmla="*/ 160 h 556"/>
                <a:gd name="T8" fmla="*/ 160 w 762"/>
                <a:gd name="T9" fmla="*/ 0 h 556"/>
                <a:gd name="T10" fmla="*/ 602 w 762"/>
                <a:gd name="T11" fmla="*/ 0 h 556"/>
                <a:gd name="T12" fmla="*/ 762 w 762"/>
                <a:gd name="T13" fmla="*/ 160 h 556"/>
                <a:gd name="T14" fmla="*/ 762 w 762"/>
                <a:gd name="T15" fmla="*/ 396 h 556"/>
                <a:gd name="T16" fmla="*/ 602 w 762"/>
                <a:gd name="T17" fmla="*/ 556 h 556"/>
                <a:gd name="T18" fmla="*/ 160 w 762"/>
                <a:gd name="T19" fmla="*/ 40 h 556"/>
                <a:gd name="T20" fmla="*/ 40 w 762"/>
                <a:gd name="T21" fmla="*/ 160 h 556"/>
                <a:gd name="T22" fmla="*/ 40 w 762"/>
                <a:gd name="T23" fmla="*/ 396 h 556"/>
                <a:gd name="T24" fmla="*/ 160 w 762"/>
                <a:gd name="T25" fmla="*/ 516 h 556"/>
                <a:gd name="T26" fmla="*/ 602 w 762"/>
                <a:gd name="T27" fmla="*/ 516 h 556"/>
                <a:gd name="T28" fmla="*/ 722 w 762"/>
                <a:gd name="T29" fmla="*/ 396 h 556"/>
                <a:gd name="T30" fmla="*/ 722 w 762"/>
                <a:gd name="T31" fmla="*/ 160 h 556"/>
                <a:gd name="T32" fmla="*/ 602 w 762"/>
                <a:gd name="T33" fmla="*/ 40 h 556"/>
                <a:gd name="T34" fmla="*/ 160 w 762"/>
                <a:gd name="T35" fmla="*/ 40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2" h="556">
                  <a:moveTo>
                    <a:pt x="602" y="556"/>
                  </a:moveTo>
                  <a:cubicBezTo>
                    <a:pt x="160" y="556"/>
                    <a:pt x="160" y="556"/>
                    <a:pt x="160" y="556"/>
                  </a:cubicBezTo>
                  <a:cubicBezTo>
                    <a:pt x="72" y="556"/>
                    <a:pt x="0" y="484"/>
                    <a:pt x="0" y="396"/>
                  </a:cubicBezTo>
                  <a:cubicBezTo>
                    <a:pt x="0" y="160"/>
                    <a:pt x="0" y="160"/>
                    <a:pt x="0" y="160"/>
                  </a:cubicBezTo>
                  <a:cubicBezTo>
                    <a:pt x="0" y="72"/>
                    <a:pt x="72" y="0"/>
                    <a:pt x="160" y="0"/>
                  </a:cubicBezTo>
                  <a:cubicBezTo>
                    <a:pt x="602" y="0"/>
                    <a:pt x="602" y="0"/>
                    <a:pt x="602" y="0"/>
                  </a:cubicBezTo>
                  <a:cubicBezTo>
                    <a:pt x="690" y="0"/>
                    <a:pt x="762" y="72"/>
                    <a:pt x="762" y="160"/>
                  </a:cubicBezTo>
                  <a:cubicBezTo>
                    <a:pt x="762" y="396"/>
                    <a:pt x="762" y="396"/>
                    <a:pt x="762" y="396"/>
                  </a:cubicBezTo>
                  <a:cubicBezTo>
                    <a:pt x="762" y="484"/>
                    <a:pt x="690" y="556"/>
                    <a:pt x="602" y="556"/>
                  </a:cubicBezTo>
                  <a:close/>
                  <a:moveTo>
                    <a:pt x="160" y="40"/>
                  </a:moveTo>
                  <a:cubicBezTo>
                    <a:pt x="94" y="40"/>
                    <a:pt x="40" y="94"/>
                    <a:pt x="40" y="160"/>
                  </a:cubicBezTo>
                  <a:cubicBezTo>
                    <a:pt x="40" y="396"/>
                    <a:pt x="40" y="396"/>
                    <a:pt x="40" y="396"/>
                  </a:cubicBezTo>
                  <a:cubicBezTo>
                    <a:pt x="40" y="462"/>
                    <a:pt x="94" y="516"/>
                    <a:pt x="160" y="516"/>
                  </a:cubicBezTo>
                  <a:cubicBezTo>
                    <a:pt x="602" y="516"/>
                    <a:pt x="602" y="516"/>
                    <a:pt x="602" y="516"/>
                  </a:cubicBezTo>
                  <a:cubicBezTo>
                    <a:pt x="668" y="516"/>
                    <a:pt x="722" y="462"/>
                    <a:pt x="722" y="396"/>
                  </a:cubicBezTo>
                  <a:cubicBezTo>
                    <a:pt x="722" y="160"/>
                    <a:pt x="722" y="160"/>
                    <a:pt x="722" y="160"/>
                  </a:cubicBezTo>
                  <a:cubicBezTo>
                    <a:pt x="722" y="94"/>
                    <a:pt x="668" y="40"/>
                    <a:pt x="602" y="40"/>
                  </a:cubicBezTo>
                  <a:lnTo>
                    <a:pt x="160"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6" name="Freeform 277"/>
            <p:cNvSpPr>
              <a:spLocks/>
            </p:cNvSpPr>
            <p:nvPr/>
          </p:nvSpPr>
          <p:spPr bwMode="auto">
            <a:xfrm>
              <a:off x="2105025" y="5383213"/>
              <a:ext cx="222250" cy="171450"/>
            </a:xfrm>
            <a:custGeom>
              <a:avLst/>
              <a:gdLst>
                <a:gd name="T0" fmla="*/ 400 w 517"/>
                <a:gd name="T1" fmla="*/ 13 h 398"/>
                <a:gd name="T2" fmla="*/ 331 w 517"/>
                <a:gd name="T3" fmla="*/ 7 h 398"/>
                <a:gd name="T4" fmla="*/ 239 w 517"/>
                <a:gd name="T5" fmla="*/ 7 h 398"/>
                <a:gd name="T6" fmla="*/ 69 w 517"/>
                <a:gd name="T7" fmla="*/ 35 h 398"/>
                <a:gd name="T8" fmla="*/ 2 w 517"/>
                <a:gd name="T9" fmla="*/ 145 h 398"/>
                <a:gd name="T10" fmla="*/ 0 w 517"/>
                <a:gd name="T11" fmla="*/ 194 h 398"/>
                <a:gd name="T12" fmla="*/ 0 w 517"/>
                <a:gd name="T13" fmla="*/ 373 h 398"/>
                <a:gd name="T14" fmla="*/ 0 w 517"/>
                <a:gd name="T15" fmla="*/ 398 h 398"/>
                <a:gd name="T16" fmla="*/ 40 w 517"/>
                <a:gd name="T17" fmla="*/ 373 h 398"/>
                <a:gd name="T18" fmla="*/ 40 w 517"/>
                <a:gd name="T19" fmla="*/ 168 h 398"/>
                <a:gd name="T20" fmla="*/ 170 w 517"/>
                <a:gd name="T21" fmla="*/ 47 h 398"/>
                <a:gd name="T22" fmla="*/ 339 w 517"/>
                <a:gd name="T23" fmla="*/ 47 h 398"/>
                <a:gd name="T24" fmla="*/ 414 w 517"/>
                <a:gd name="T25" fmla="*/ 61 h 398"/>
                <a:gd name="T26" fmla="*/ 477 w 517"/>
                <a:gd name="T27" fmla="*/ 167 h 398"/>
                <a:gd name="T28" fmla="*/ 477 w 517"/>
                <a:gd name="T29" fmla="*/ 257 h 398"/>
                <a:gd name="T30" fmla="*/ 517 w 517"/>
                <a:gd name="T31" fmla="*/ 235 h 398"/>
                <a:gd name="T32" fmla="*/ 517 w 517"/>
                <a:gd name="T33" fmla="*/ 175 h 398"/>
                <a:gd name="T34" fmla="*/ 400 w 517"/>
                <a:gd name="T35" fmla="*/ 13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17" h="398">
                  <a:moveTo>
                    <a:pt x="400" y="13"/>
                  </a:moveTo>
                  <a:cubicBezTo>
                    <a:pt x="378" y="6"/>
                    <a:pt x="354" y="7"/>
                    <a:pt x="331" y="7"/>
                  </a:cubicBezTo>
                  <a:cubicBezTo>
                    <a:pt x="239" y="7"/>
                    <a:pt x="239" y="7"/>
                    <a:pt x="239" y="7"/>
                  </a:cubicBezTo>
                  <a:cubicBezTo>
                    <a:pt x="180" y="7"/>
                    <a:pt x="120" y="0"/>
                    <a:pt x="69" y="35"/>
                  </a:cubicBezTo>
                  <a:cubicBezTo>
                    <a:pt x="33" y="60"/>
                    <a:pt x="8" y="101"/>
                    <a:pt x="2" y="145"/>
                  </a:cubicBezTo>
                  <a:cubicBezTo>
                    <a:pt x="0" y="161"/>
                    <a:pt x="0" y="178"/>
                    <a:pt x="0" y="194"/>
                  </a:cubicBezTo>
                  <a:cubicBezTo>
                    <a:pt x="0" y="373"/>
                    <a:pt x="0" y="373"/>
                    <a:pt x="0" y="373"/>
                  </a:cubicBezTo>
                  <a:cubicBezTo>
                    <a:pt x="0" y="381"/>
                    <a:pt x="0" y="389"/>
                    <a:pt x="0" y="398"/>
                  </a:cubicBezTo>
                  <a:cubicBezTo>
                    <a:pt x="40" y="373"/>
                    <a:pt x="40" y="373"/>
                    <a:pt x="40" y="373"/>
                  </a:cubicBezTo>
                  <a:cubicBezTo>
                    <a:pt x="40" y="168"/>
                    <a:pt x="40" y="168"/>
                    <a:pt x="40" y="168"/>
                  </a:cubicBezTo>
                  <a:cubicBezTo>
                    <a:pt x="40" y="95"/>
                    <a:pt x="100" y="47"/>
                    <a:pt x="170" y="47"/>
                  </a:cubicBezTo>
                  <a:cubicBezTo>
                    <a:pt x="339" y="47"/>
                    <a:pt x="339" y="47"/>
                    <a:pt x="339" y="47"/>
                  </a:cubicBezTo>
                  <a:cubicBezTo>
                    <a:pt x="365" y="47"/>
                    <a:pt x="390" y="48"/>
                    <a:pt x="414" y="61"/>
                  </a:cubicBezTo>
                  <a:cubicBezTo>
                    <a:pt x="453" y="82"/>
                    <a:pt x="477" y="124"/>
                    <a:pt x="477" y="167"/>
                  </a:cubicBezTo>
                  <a:cubicBezTo>
                    <a:pt x="477" y="257"/>
                    <a:pt x="477" y="257"/>
                    <a:pt x="477" y="257"/>
                  </a:cubicBezTo>
                  <a:cubicBezTo>
                    <a:pt x="517" y="235"/>
                    <a:pt x="517" y="235"/>
                    <a:pt x="517" y="235"/>
                  </a:cubicBezTo>
                  <a:cubicBezTo>
                    <a:pt x="517" y="175"/>
                    <a:pt x="517" y="175"/>
                    <a:pt x="517" y="175"/>
                  </a:cubicBezTo>
                  <a:cubicBezTo>
                    <a:pt x="517" y="100"/>
                    <a:pt x="473" y="35"/>
                    <a:pt x="400"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7" name="Oval 278"/>
            <p:cNvSpPr>
              <a:spLocks noChangeArrowheads="1"/>
            </p:cNvSpPr>
            <p:nvPr/>
          </p:nvSpPr>
          <p:spPr bwMode="auto">
            <a:xfrm>
              <a:off x="2193925" y="5614988"/>
              <a:ext cx="44450" cy="428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8" name="Rectangle 279"/>
            <p:cNvSpPr>
              <a:spLocks noChangeArrowheads="1"/>
            </p:cNvSpPr>
            <p:nvPr/>
          </p:nvSpPr>
          <p:spPr bwMode="auto">
            <a:xfrm>
              <a:off x="2206625" y="5637213"/>
              <a:ext cx="17463" cy="730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529" name="Freeform 280"/>
          <p:cNvSpPr>
            <a:spLocks noEditPoints="1"/>
          </p:cNvSpPr>
          <p:nvPr/>
        </p:nvSpPr>
        <p:spPr bwMode="auto">
          <a:xfrm>
            <a:off x="10195404" y="3040316"/>
            <a:ext cx="248029" cy="266853"/>
          </a:xfrm>
          <a:custGeom>
            <a:avLst/>
            <a:gdLst>
              <a:gd name="T0" fmla="*/ 710 w 830"/>
              <a:gd name="T1" fmla="*/ 95 h 893"/>
              <a:gd name="T2" fmla="*/ 551 w 830"/>
              <a:gd name="T3" fmla="*/ 0 h 893"/>
              <a:gd name="T4" fmla="*/ 105 w 830"/>
              <a:gd name="T5" fmla="*/ 0 h 893"/>
              <a:gd name="T6" fmla="*/ 0 w 830"/>
              <a:gd name="T7" fmla="*/ 82 h 893"/>
              <a:gd name="T8" fmla="*/ 0 w 830"/>
              <a:gd name="T9" fmla="*/ 700 h 893"/>
              <a:gd name="T10" fmla="*/ 84 w 830"/>
              <a:gd name="T11" fmla="*/ 893 h 893"/>
              <a:gd name="T12" fmla="*/ 745 w 830"/>
              <a:gd name="T13" fmla="*/ 893 h 893"/>
              <a:gd name="T14" fmla="*/ 827 w 830"/>
              <a:gd name="T15" fmla="*/ 811 h 893"/>
              <a:gd name="T16" fmla="*/ 827 w 830"/>
              <a:gd name="T17" fmla="*/ 352 h 893"/>
              <a:gd name="T18" fmla="*/ 511 w 830"/>
              <a:gd name="T19" fmla="*/ 41 h 893"/>
              <a:gd name="T20" fmla="*/ 502 w 830"/>
              <a:gd name="T21" fmla="*/ 235 h 893"/>
              <a:gd name="T22" fmla="*/ 344 w 830"/>
              <a:gd name="T23" fmla="*/ 251 h 893"/>
              <a:gd name="T24" fmla="*/ 251 w 830"/>
              <a:gd name="T25" fmla="*/ 190 h 893"/>
              <a:gd name="T26" fmla="*/ 251 w 830"/>
              <a:gd name="T27" fmla="*/ 41 h 893"/>
              <a:gd name="T28" fmla="*/ 205 w 830"/>
              <a:gd name="T29" fmla="*/ 852 h 893"/>
              <a:gd name="T30" fmla="*/ 205 w 830"/>
              <a:gd name="T31" fmla="*/ 466 h 893"/>
              <a:gd name="T32" fmla="*/ 509 w 830"/>
              <a:gd name="T33" fmla="*/ 425 h 893"/>
              <a:gd name="T34" fmla="*/ 609 w 830"/>
              <a:gd name="T35" fmla="*/ 785 h 893"/>
              <a:gd name="T36" fmla="*/ 554 w 830"/>
              <a:gd name="T37" fmla="*/ 852 h 893"/>
              <a:gd name="T38" fmla="*/ 704 w 830"/>
              <a:gd name="T39" fmla="*/ 852 h 893"/>
              <a:gd name="T40" fmla="*/ 649 w 830"/>
              <a:gd name="T41" fmla="*/ 571 h 893"/>
              <a:gd name="T42" fmla="*/ 568 w 830"/>
              <a:gd name="T43" fmla="*/ 384 h 893"/>
              <a:gd name="T44" fmla="*/ 346 w 830"/>
              <a:gd name="T45" fmla="*/ 384 h 893"/>
              <a:gd name="T46" fmla="*/ 219 w 830"/>
              <a:gd name="T47" fmla="*/ 388 h 893"/>
              <a:gd name="T48" fmla="*/ 165 w 830"/>
              <a:gd name="T49" fmla="*/ 693 h 893"/>
              <a:gd name="T50" fmla="*/ 84 w 830"/>
              <a:gd name="T51" fmla="*/ 852 h 893"/>
              <a:gd name="T52" fmla="*/ 41 w 830"/>
              <a:gd name="T53" fmla="*/ 471 h 893"/>
              <a:gd name="T54" fmla="*/ 70 w 830"/>
              <a:gd name="T55" fmla="*/ 42 h 893"/>
              <a:gd name="T56" fmla="*/ 167 w 830"/>
              <a:gd name="T57" fmla="*/ 41 h 893"/>
              <a:gd name="T58" fmla="*/ 210 w 830"/>
              <a:gd name="T59" fmla="*/ 172 h 893"/>
              <a:gd name="T60" fmla="*/ 295 w 830"/>
              <a:gd name="T61" fmla="*/ 292 h 893"/>
              <a:gd name="T62" fmla="*/ 534 w 830"/>
              <a:gd name="T63" fmla="*/ 260 h 893"/>
              <a:gd name="T64" fmla="*/ 551 w 830"/>
              <a:gd name="T65" fmla="*/ 42 h 893"/>
              <a:gd name="T66" fmla="*/ 749 w 830"/>
              <a:gd name="T67" fmla="*/ 195 h 893"/>
              <a:gd name="T68" fmla="*/ 787 w 830"/>
              <a:gd name="T69" fmla="*/ 477 h 893"/>
              <a:gd name="T70" fmla="*/ 787 w 830"/>
              <a:gd name="T71" fmla="*/ 811 h 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30" h="893">
                <a:moveTo>
                  <a:pt x="820" y="244"/>
                </a:moveTo>
                <a:cubicBezTo>
                  <a:pt x="803" y="182"/>
                  <a:pt x="752" y="139"/>
                  <a:pt x="710" y="95"/>
                </a:cubicBezTo>
                <a:cubicBezTo>
                  <a:pt x="696" y="80"/>
                  <a:pt x="682" y="65"/>
                  <a:pt x="668" y="50"/>
                </a:cubicBezTo>
                <a:cubicBezTo>
                  <a:pt x="639" y="20"/>
                  <a:pt x="592" y="0"/>
                  <a:pt x="551" y="0"/>
                </a:cubicBezTo>
                <a:cubicBezTo>
                  <a:pt x="454" y="0"/>
                  <a:pt x="357" y="0"/>
                  <a:pt x="260" y="0"/>
                </a:cubicBezTo>
                <a:cubicBezTo>
                  <a:pt x="208" y="0"/>
                  <a:pt x="157" y="0"/>
                  <a:pt x="105" y="0"/>
                </a:cubicBezTo>
                <a:cubicBezTo>
                  <a:pt x="95" y="0"/>
                  <a:pt x="85" y="0"/>
                  <a:pt x="75" y="0"/>
                </a:cubicBezTo>
                <a:cubicBezTo>
                  <a:pt x="34" y="2"/>
                  <a:pt x="0" y="40"/>
                  <a:pt x="0" y="82"/>
                </a:cubicBezTo>
                <a:cubicBezTo>
                  <a:pt x="0" y="161"/>
                  <a:pt x="0" y="239"/>
                  <a:pt x="0" y="318"/>
                </a:cubicBezTo>
                <a:cubicBezTo>
                  <a:pt x="0" y="446"/>
                  <a:pt x="0" y="573"/>
                  <a:pt x="0" y="700"/>
                </a:cubicBezTo>
                <a:cubicBezTo>
                  <a:pt x="0" y="735"/>
                  <a:pt x="0" y="769"/>
                  <a:pt x="0" y="804"/>
                </a:cubicBezTo>
                <a:cubicBezTo>
                  <a:pt x="0" y="853"/>
                  <a:pt x="33" y="893"/>
                  <a:pt x="84" y="893"/>
                </a:cubicBezTo>
                <a:cubicBezTo>
                  <a:pt x="291" y="893"/>
                  <a:pt x="498" y="893"/>
                  <a:pt x="704" y="893"/>
                </a:cubicBezTo>
                <a:cubicBezTo>
                  <a:pt x="718" y="893"/>
                  <a:pt x="731" y="893"/>
                  <a:pt x="745" y="893"/>
                </a:cubicBezTo>
                <a:cubicBezTo>
                  <a:pt x="789" y="893"/>
                  <a:pt x="823" y="859"/>
                  <a:pt x="827" y="815"/>
                </a:cubicBezTo>
                <a:cubicBezTo>
                  <a:pt x="827" y="814"/>
                  <a:pt x="827" y="812"/>
                  <a:pt x="827" y="811"/>
                </a:cubicBezTo>
                <a:cubicBezTo>
                  <a:pt x="827" y="719"/>
                  <a:pt x="827" y="626"/>
                  <a:pt x="827" y="533"/>
                </a:cubicBezTo>
                <a:cubicBezTo>
                  <a:pt x="827" y="473"/>
                  <a:pt x="827" y="413"/>
                  <a:pt x="827" y="352"/>
                </a:cubicBezTo>
                <a:cubicBezTo>
                  <a:pt x="827" y="316"/>
                  <a:pt x="830" y="279"/>
                  <a:pt x="820" y="244"/>
                </a:cubicBezTo>
                <a:close/>
                <a:moveTo>
                  <a:pt x="511" y="41"/>
                </a:moveTo>
                <a:cubicBezTo>
                  <a:pt x="511" y="85"/>
                  <a:pt x="511" y="129"/>
                  <a:pt x="511" y="172"/>
                </a:cubicBezTo>
                <a:cubicBezTo>
                  <a:pt x="511" y="192"/>
                  <a:pt x="515" y="219"/>
                  <a:pt x="502" y="235"/>
                </a:cubicBezTo>
                <a:cubicBezTo>
                  <a:pt x="487" y="255"/>
                  <a:pt x="461" y="251"/>
                  <a:pt x="439" y="251"/>
                </a:cubicBezTo>
                <a:cubicBezTo>
                  <a:pt x="407" y="251"/>
                  <a:pt x="375" y="251"/>
                  <a:pt x="344" y="251"/>
                </a:cubicBezTo>
                <a:cubicBezTo>
                  <a:pt x="325" y="251"/>
                  <a:pt x="304" y="253"/>
                  <a:pt x="285" y="251"/>
                </a:cubicBezTo>
                <a:cubicBezTo>
                  <a:pt x="253" y="246"/>
                  <a:pt x="251" y="216"/>
                  <a:pt x="251" y="190"/>
                </a:cubicBezTo>
                <a:cubicBezTo>
                  <a:pt x="251" y="160"/>
                  <a:pt x="251" y="129"/>
                  <a:pt x="251" y="99"/>
                </a:cubicBezTo>
                <a:cubicBezTo>
                  <a:pt x="251" y="80"/>
                  <a:pt x="251" y="60"/>
                  <a:pt x="251" y="41"/>
                </a:cubicBezTo>
                <a:cubicBezTo>
                  <a:pt x="337" y="41"/>
                  <a:pt x="424" y="41"/>
                  <a:pt x="511" y="41"/>
                </a:cubicBezTo>
                <a:close/>
                <a:moveTo>
                  <a:pt x="205" y="852"/>
                </a:moveTo>
                <a:cubicBezTo>
                  <a:pt x="205" y="758"/>
                  <a:pt x="205" y="665"/>
                  <a:pt x="205" y="571"/>
                </a:cubicBezTo>
                <a:cubicBezTo>
                  <a:pt x="205" y="536"/>
                  <a:pt x="205" y="501"/>
                  <a:pt x="205" y="466"/>
                </a:cubicBezTo>
                <a:cubicBezTo>
                  <a:pt x="205" y="411"/>
                  <a:pt x="286" y="425"/>
                  <a:pt x="321" y="425"/>
                </a:cubicBezTo>
                <a:cubicBezTo>
                  <a:pt x="384" y="425"/>
                  <a:pt x="447" y="425"/>
                  <a:pt x="509" y="425"/>
                </a:cubicBezTo>
                <a:cubicBezTo>
                  <a:pt x="544" y="425"/>
                  <a:pt x="609" y="414"/>
                  <a:pt x="609" y="467"/>
                </a:cubicBezTo>
                <a:cubicBezTo>
                  <a:pt x="609" y="573"/>
                  <a:pt x="609" y="679"/>
                  <a:pt x="609" y="785"/>
                </a:cubicBezTo>
                <a:cubicBezTo>
                  <a:pt x="609" y="807"/>
                  <a:pt x="609" y="830"/>
                  <a:pt x="609" y="852"/>
                </a:cubicBezTo>
                <a:cubicBezTo>
                  <a:pt x="591" y="852"/>
                  <a:pt x="573" y="852"/>
                  <a:pt x="554" y="852"/>
                </a:cubicBezTo>
                <a:cubicBezTo>
                  <a:pt x="438" y="852"/>
                  <a:pt x="322" y="852"/>
                  <a:pt x="205" y="852"/>
                </a:cubicBezTo>
                <a:close/>
                <a:moveTo>
                  <a:pt x="704" y="852"/>
                </a:moveTo>
                <a:cubicBezTo>
                  <a:pt x="686" y="852"/>
                  <a:pt x="667" y="852"/>
                  <a:pt x="649" y="852"/>
                </a:cubicBezTo>
                <a:cubicBezTo>
                  <a:pt x="649" y="758"/>
                  <a:pt x="649" y="665"/>
                  <a:pt x="649" y="571"/>
                </a:cubicBezTo>
                <a:cubicBezTo>
                  <a:pt x="649" y="536"/>
                  <a:pt x="649" y="501"/>
                  <a:pt x="649" y="466"/>
                </a:cubicBezTo>
                <a:cubicBezTo>
                  <a:pt x="649" y="421"/>
                  <a:pt x="612" y="384"/>
                  <a:pt x="568" y="384"/>
                </a:cubicBezTo>
                <a:cubicBezTo>
                  <a:pt x="556" y="384"/>
                  <a:pt x="543" y="384"/>
                  <a:pt x="530" y="384"/>
                </a:cubicBezTo>
                <a:cubicBezTo>
                  <a:pt x="469" y="384"/>
                  <a:pt x="407" y="384"/>
                  <a:pt x="346" y="384"/>
                </a:cubicBezTo>
                <a:cubicBezTo>
                  <a:pt x="320" y="384"/>
                  <a:pt x="295" y="384"/>
                  <a:pt x="269" y="384"/>
                </a:cubicBezTo>
                <a:cubicBezTo>
                  <a:pt x="252" y="384"/>
                  <a:pt x="235" y="383"/>
                  <a:pt x="219" y="388"/>
                </a:cubicBezTo>
                <a:cubicBezTo>
                  <a:pt x="163" y="407"/>
                  <a:pt x="165" y="463"/>
                  <a:pt x="165" y="511"/>
                </a:cubicBezTo>
                <a:cubicBezTo>
                  <a:pt x="165" y="572"/>
                  <a:pt x="165" y="632"/>
                  <a:pt x="165" y="693"/>
                </a:cubicBezTo>
                <a:cubicBezTo>
                  <a:pt x="165" y="746"/>
                  <a:pt x="165" y="799"/>
                  <a:pt x="165" y="852"/>
                </a:cubicBezTo>
                <a:cubicBezTo>
                  <a:pt x="138" y="852"/>
                  <a:pt x="111" y="852"/>
                  <a:pt x="84" y="852"/>
                </a:cubicBezTo>
                <a:cubicBezTo>
                  <a:pt x="45" y="852"/>
                  <a:pt x="41" y="819"/>
                  <a:pt x="41" y="789"/>
                </a:cubicBezTo>
                <a:cubicBezTo>
                  <a:pt x="41" y="683"/>
                  <a:pt x="41" y="577"/>
                  <a:pt x="41" y="471"/>
                </a:cubicBezTo>
                <a:cubicBezTo>
                  <a:pt x="41" y="356"/>
                  <a:pt x="41" y="241"/>
                  <a:pt x="41" y="126"/>
                </a:cubicBezTo>
                <a:cubicBezTo>
                  <a:pt x="41" y="95"/>
                  <a:pt x="34" y="54"/>
                  <a:pt x="70" y="42"/>
                </a:cubicBezTo>
                <a:cubicBezTo>
                  <a:pt x="80" y="39"/>
                  <a:pt x="93" y="41"/>
                  <a:pt x="103" y="41"/>
                </a:cubicBezTo>
                <a:cubicBezTo>
                  <a:pt x="124" y="41"/>
                  <a:pt x="145" y="41"/>
                  <a:pt x="167" y="41"/>
                </a:cubicBezTo>
                <a:cubicBezTo>
                  <a:pt x="181" y="41"/>
                  <a:pt x="196" y="41"/>
                  <a:pt x="210" y="41"/>
                </a:cubicBezTo>
                <a:cubicBezTo>
                  <a:pt x="210" y="85"/>
                  <a:pt x="210" y="129"/>
                  <a:pt x="210" y="172"/>
                </a:cubicBezTo>
                <a:cubicBezTo>
                  <a:pt x="210" y="194"/>
                  <a:pt x="208" y="216"/>
                  <a:pt x="215" y="237"/>
                </a:cubicBezTo>
                <a:cubicBezTo>
                  <a:pt x="226" y="272"/>
                  <a:pt x="260" y="292"/>
                  <a:pt x="295" y="292"/>
                </a:cubicBezTo>
                <a:cubicBezTo>
                  <a:pt x="349" y="292"/>
                  <a:pt x="403" y="292"/>
                  <a:pt x="458" y="292"/>
                </a:cubicBezTo>
                <a:cubicBezTo>
                  <a:pt x="487" y="292"/>
                  <a:pt x="515" y="285"/>
                  <a:pt x="534" y="260"/>
                </a:cubicBezTo>
                <a:cubicBezTo>
                  <a:pt x="551" y="238"/>
                  <a:pt x="551" y="214"/>
                  <a:pt x="551" y="188"/>
                </a:cubicBezTo>
                <a:cubicBezTo>
                  <a:pt x="551" y="139"/>
                  <a:pt x="551" y="91"/>
                  <a:pt x="551" y="42"/>
                </a:cubicBezTo>
                <a:cubicBezTo>
                  <a:pt x="584" y="45"/>
                  <a:pt x="616" y="54"/>
                  <a:pt x="641" y="81"/>
                </a:cubicBezTo>
                <a:cubicBezTo>
                  <a:pt x="677" y="119"/>
                  <a:pt x="713" y="157"/>
                  <a:pt x="749" y="195"/>
                </a:cubicBezTo>
                <a:cubicBezTo>
                  <a:pt x="781" y="229"/>
                  <a:pt x="787" y="273"/>
                  <a:pt x="787" y="318"/>
                </a:cubicBezTo>
                <a:cubicBezTo>
                  <a:pt x="787" y="371"/>
                  <a:pt x="787" y="424"/>
                  <a:pt x="787" y="477"/>
                </a:cubicBezTo>
                <a:cubicBezTo>
                  <a:pt x="787" y="586"/>
                  <a:pt x="787" y="694"/>
                  <a:pt x="787" y="803"/>
                </a:cubicBezTo>
                <a:cubicBezTo>
                  <a:pt x="787" y="806"/>
                  <a:pt x="787" y="808"/>
                  <a:pt x="787" y="811"/>
                </a:cubicBezTo>
                <a:cubicBezTo>
                  <a:pt x="785" y="858"/>
                  <a:pt x="737" y="852"/>
                  <a:pt x="704" y="852"/>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530" name="组合 529"/>
          <p:cNvGrpSpPr/>
          <p:nvPr/>
        </p:nvGrpSpPr>
        <p:grpSpPr>
          <a:xfrm>
            <a:off x="11760982" y="4072504"/>
            <a:ext cx="265745" cy="263531"/>
            <a:chOff x="3795713" y="5383213"/>
            <a:chExt cx="381000" cy="377825"/>
          </a:xfrm>
          <a:solidFill>
            <a:srgbClr val="707E84"/>
          </a:solidFill>
        </p:grpSpPr>
        <p:sp>
          <p:nvSpPr>
            <p:cNvPr id="531" name="Freeform 281"/>
            <p:cNvSpPr>
              <a:spLocks/>
            </p:cNvSpPr>
            <p:nvPr/>
          </p:nvSpPr>
          <p:spPr bwMode="auto">
            <a:xfrm>
              <a:off x="3984625" y="5570538"/>
              <a:ext cx="192088" cy="190500"/>
            </a:xfrm>
            <a:custGeom>
              <a:avLst/>
              <a:gdLst>
                <a:gd name="T0" fmla="*/ 113 w 121"/>
                <a:gd name="T1" fmla="*/ 120 h 120"/>
                <a:gd name="T2" fmla="*/ 0 w 121"/>
                <a:gd name="T3" fmla="*/ 7 h 120"/>
                <a:gd name="T4" fmla="*/ 7 w 121"/>
                <a:gd name="T5" fmla="*/ 0 h 120"/>
                <a:gd name="T6" fmla="*/ 121 w 121"/>
                <a:gd name="T7" fmla="*/ 113 h 120"/>
                <a:gd name="T8" fmla="*/ 113 w 121"/>
                <a:gd name="T9" fmla="*/ 120 h 120"/>
              </a:gdLst>
              <a:ahLst/>
              <a:cxnLst>
                <a:cxn ang="0">
                  <a:pos x="T0" y="T1"/>
                </a:cxn>
                <a:cxn ang="0">
                  <a:pos x="T2" y="T3"/>
                </a:cxn>
                <a:cxn ang="0">
                  <a:pos x="T4" y="T5"/>
                </a:cxn>
                <a:cxn ang="0">
                  <a:pos x="T6" y="T7"/>
                </a:cxn>
                <a:cxn ang="0">
                  <a:pos x="T8" y="T9"/>
                </a:cxn>
              </a:cxnLst>
              <a:rect l="0" t="0" r="r" b="b"/>
              <a:pathLst>
                <a:path w="121" h="120">
                  <a:moveTo>
                    <a:pt x="113" y="120"/>
                  </a:moveTo>
                  <a:lnTo>
                    <a:pt x="0" y="7"/>
                  </a:lnTo>
                  <a:lnTo>
                    <a:pt x="7" y="0"/>
                  </a:lnTo>
                  <a:lnTo>
                    <a:pt x="121" y="113"/>
                  </a:lnTo>
                  <a:lnTo>
                    <a:pt x="113" y="1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2" name="Freeform 282"/>
            <p:cNvSpPr>
              <a:spLocks/>
            </p:cNvSpPr>
            <p:nvPr/>
          </p:nvSpPr>
          <p:spPr bwMode="auto">
            <a:xfrm>
              <a:off x="3911600" y="5497513"/>
              <a:ext cx="44450" cy="44450"/>
            </a:xfrm>
            <a:custGeom>
              <a:avLst/>
              <a:gdLst>
                <a:gd name="T0" fmla="*/ 20 w 28"/>
                <a:gd name="T1" fmla="*/ 28 h 28"/>
                <a:gd name="T2" fmla="*/ 0 w 28"/>
                <a:gd name="T3" fmla="*/ 7 h 28"/>
                <a:gd name="T4" fmla="*/ 8 w 28"/>
                <a:gd name="T5" fmla="*/ 0 h 28"/>
                <a:gd name="T6" fmla="*/ 28 w 28"/>
                <a:gd name="T7" fmla="*/ 20 h 28"/>
                <a:gd name="T8" fmla="*/ 20 w 28"/>
                <a:gd name="T9" fmla="*/ 28 h 28"/>
              </a:gdLst>
              <a:ahLst/>
              <a:cxnLst>
                <a:cxn ang="0">
                  <a:pos x="T0" y="T1"/>
                </a:cxn>
                <a:cxn ang="0">
                  <a:pos x="T2" y="T3"/>
                </a:cxn>
                <a:cxn ang="0">
                  <a:pos x="T4" y="T5"/>
                </a:cxn>
                <a:cxn ang="0">
                  <a:pos x="T6" y="T7"/>
                </a:cxn>
                <a:cxn ang="0">
                  <a:pos x="T8" y="T9"/>
                </a:cxn>
              </a:cxnLst>
              <a:rect l="0" t="0" r="r" b="b"/>
              <a:pathLst>
                <a:path w="28" h="28">
                  <a:moveTo>
                    <a:pt x="20" y="28"/>
                  </a:moveTo>
                  <a:lnTo>
                    <a:pt x="0" y="7"/>
                  </a:lnTo>
                  <a:lnTo>
                    <a:pt x="8" y="0"/>
                  </a:lnTo>
                  <a:lnTo>
                    <a:pt x="28" y="20"/>
                  </a:lnTo>
                  <a:lnTo>
                    <a:pt x="20"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3" name="Rectangle 283"/>
            <p:cNvSpPr>
              <a:spLocks noChangeArrowheads="1"/>
            </p:cNvSpPr>
            <p:nvPr/>
          </p:nvSpPr>
          <p:spPr bwMode="auto">
            <a:xfrm>
              <a:off x="3919538" y="5383213"/>
              <a:ext cx="15875" cy="523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4" name="Freeform 284"/>
            <p:cNvSpPr>
              <a:spLocks/>
            </p:cNvSpPr>
            <p:nvPr/>
          </p:nvSpPr>
          <p:spPr bwMode="auto">
            <a:xfrm>
              <a:off x="3827463" y="5414963"/>
              <a:ext cx="50800" cy="49213"/>
            </a:xfrm>
            <a:custGeom>
              <a:avLst/>
              <a:gdLst>
                <a:gd name="T0" fmla="*/ 24 w 32"/>
                <a:gd name="T1" fmla="*/ 31 h 31"/>
                <a:gd name="T2" fmla="*/ 0 w 32"/>
                <a:gd name="T3" fmla="*/ 8 h 31"/>
                <a:gd name="T4" fmla="*/ 8 w 32"/>
                <a:gd name="T5" fmla="*/ 0 h 31"/>
                <a:gd name="T6" fmla="*/ 32 w 32"/>
                <a:gd name="T7" fmla="*/ 24 h 31"/>
                <a:gd name="T8" fmla="*/ 24 w 32"/>
                <a:gd name="T9" fmla="*/ 31 h 31"/>
              </a:gdLst>
              <a:ahLst/>
              <a:cxnLst>
                <a:cxn ang="0">
                  <a:pos x="T0" y="T1"/>
                </a:cxn>
                <a:cxn ang="0">
                  <a:pos x="T2" y="T3"/>
                </a:cxn>
                <a:cxn ang="0">
                  <a:pos x="T4" y="T5"/>
                </a:cxn>
                <a:cxn ang="0">
                  <a:pos x="T6" y="T7"/>
                </a:cxn>
                <a:cxn ang="0">
                  <a:pos x="T8" y="T9"/>
                </a:cxn>
              </a:cxnLst>
              <a:rect l="0" t="0" r="r" b="b"/>
              <a:pathLst>
                <a:path w="32" h="31">
                  <a:moveTo>
                    <a:pt x="24" y="31"/>
                  </a:moveTo>
                  <a:lnTo>
                    <a:pt x="0" y="8"/>
                  </a:lnTo>
                  <a:lnTo>
                    <a:pt x="8" y="0"/>
                  </a:lnTo>
                  <a:lnTo>
                    <a:pt x="32" y="24"/>
                  </a:lnTo>
                  <a:lnTo>
                    <a:pt x="24"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5" name="Rectangle 285"/>
            <p:cNvSpPr>
              <a:spLocks noChangeArrowheads="1"/>
            </p:cNvSpPr>
            <p:nvPr/>
          </p:nvSpPr>
          <p:spPr bwMode="auto">
            <a:xfrm>
              <a:off x="3795713" y="5505451"/>
              <a:ext cx="52388"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6" name="Freeform 286"/>
            <p:cNvSpPr>
              <a:spLocks/>
            </p:cNvSpPr>
            <p:nvPr/>
          </p:nvSpPr>
          <p:spPr bwMode="auto">
            <a:xfrm>
              <a:off x="3976688" y="5414963"/>
              <a:ext cx="50800" cy="49213"/>
            </a:xfrm>
            <a:custGeom>
              <a:avLst/>
              <a:gdLst>
                <a:gd name="T0" fmla="*/ 8 w 32"/>
                <a:gd name="T1" fmla="*/ 31 h 31"/>
                <a:gd name="T2" fmla="*/ 0 w 32"/>
                <a:gd name="T3" fmla="*/ 24 h 31"/>
                <a:gd name="T4" fmla="*/ 24 w 32"/>
                <a:gd name="T5" fmla="*/ 0 h 31"/>
                <a:gd name="T6" fmla="*/ 32 w 32"/>
                <a:gd name="T7" fmla="*/ 8 h 31"/>
                <a:gd name="T8" fmla="*/ 8 w 32"/>
                <a:gd name="T9" fmla="*/ 31 h 31"/>
              </a:gdLst>
              <a:ahLst/>
              <a:cxnLst>
                <a:cxn ang="0">
                  <a:pos x="T0" y="T1"/>
                </a:cxn>
                <a:cxn ang="0">
                  <a:pos x="T2" y="T3"/>
                </a:cxn>
                <a:cxn ang="0">
                  <a:pos x="T4" y="T5"/>
                </a:cxn>
                <a:cxn ang="0">
                  <a:pos x="T6" y="T7"/>
                </a:cxn>
                <a:cxn ang="0">
                  <a:pos x="T8" y="T9"/>
                </a:cxn>
              </a:cxnLst>
              <a:rect l="0" t="0" r="r" b="b"/>
              <a:pathLst>
                <a:path w="32" h="31">
                  <a:moveTo>
                    <a:pt x="8" y="31"/>
                  </a:moveTo>
                  <a:lnTo>
                    <a:pt x="0" y="24"/>
                  </a:lnTo>
                  <a:lnTo>
                    <a:pt x="24" y="0"/>
                  </a:lnTo>
                  <a:lnTo>
                    <a:pt x="32" y="8"/>
                  </a:lnTo>
                  <a:lnTo>
                    <a:pt x="8"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7" name="Freeform 287"/>
            <p:cNvSpPr>
              <a:spLocks/>
            </p:cNvSpPr>
            <p:nvPr/>
          </p:nvSpPr>
          <p:spPr bwMode="auto">
            <a:xfrm>
              <a:off x="3827463" y="5564188"/>
              <a:ext cx="50800" cy="49213"/>
            </a:xfrm>
            <a:custGeom>
              <a:avLst/>
              <a:gdLst>
                <a:gd name="T0" fmla="*/ 8 w 32"/>
                <a:gd name="T1" fmla="*/ 31 h 31"/>
                <a:gd name="T2" fmla="*/ 0 w 32"/>
                <a:gd name="T3" fmla="*/ 24 h 31"/>
                <a:gd name="T4" fmla="*/ 24 w 32"/>
                <a:gd name="T5" fmla="*/ 0 h 31"/>
                <a:gd name="T6" fmla="*/ 32 w 32"/>
                <a:gd name="T7" fmla="*/ 8 h 31"/>
                <a:gd name="T8" fmla="*/ 8 w 32"/>
                <a:gd name="T9" fmla="*/ 31 h 31"/>
              </a:gdLst>
              <a:ahLst/>
              <a:cxnLst>
                <a:cxn ang="0">
                  <a:pos x="T0" y="T1"/>
                </a:cxn>
                <a:cxn ang="0">
                  <a:pos x="T2" y="T3"/>
                </a:cxn>
                <a:cxn ang="0">
                  <a:pos x="T4" y="T5"/>
                </a:cxn>
                <a:cxn ang="0">
                  <a:pos x="T6" y="T7"/>
                </a:cxn>
                <a:cxn ang="0">
                  <a:pos x="T8" y="T9"/>
                </a:cxn>
              </a:cxnLst>
              <a:rect l="0" t="0" r="r" b="b"/>
              <a:pathLst>
                <a:path w="32" h="31">
                  <a:moveTo>
                    <a:pt x="8" y="31"/>
                  </a:moveTo>
                  <a:lnTo>
                    <a:pt x="0" y="24"/>
                  </a:lnTo>
                  <a:lnTo>
                    <a:pt x="24" y="0"/>
                  </a:lnTo>
                  <a:lnTo>
                    <a:pt x="32" y="8"/>
                  </a:lnTo>
                  <a:lnTo>
                    <a:pt x="8"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538" name="Freeform 305"/>
          <p:cNvSpPr>
            <a:spLocks noEditPoints="1"/>
          </p:cNvSpPr>
          <p:nvPr/>
        </p:nvSpPr>
        <p:spPr bwMode="auto">
          <a:xfrm>
            <a:off x="10813781" y="3522517"/>
            <a:ext cx="257995" cy="257995"/>
          </a:xfrm>
          <a:custGeom>
            <a:avLst/>
            <a:gdLst>
              <a:gd name="T0" fmla="*/ 478 w 862"/>
              <a:gd name="T1" fmla="*/ 861 h 861"/>
              <a:gd name="T2" fmla="*/ 475 w 862"/>
              <a:gd name="T3" fmla="*/ 861 h 861"/>
              <a:gd name="T4" fmla="*/ 458 w 862"/>
              <a:gd name="T5" fmla="*/ 843 h 861"/>
              <a:gd name="T6" fmla="*/ 412 w 862"/>
              <a:gd name="T7" fmla="*/ 449 h 861"/>
              <a:gd name="T8" fmla="*/ 18 w 862"/>
              <a:gd name="T9" fmla="*/ 404 h 861"/>
              <a:gd name="T10" fmla="*/ 1 w 862"/>
              <a:gd name="T11" fmla="*/ 387 h 861"/>
              <a:gd name="T12" fmla="*/ 13 w 862"/>
              <a:gd name="T13" fmla="*/ 366 h 861"/>
              <a:gd name="T14" fmla="*/ 832 w 862"/>
              <a:gd name="T15" fmla="*/ 3 h 861"/>
              <a:gd name="T16" fmla="*/ 854 w 862"/>
              <a:gd name="T17" fmla="*/ 7 h 861"/>
              <a:gd name="T18" fmla="*/ 858 w 862"/>
              <a:gd name="T19" fmla="*/ 30 h 861"/>
              <a:gd name="T20" fmla="*/ 496 w 862"/>
              <a:gd name="T21" fmla="*/ 849 h 861"/>
              <a:gd name="T22" fmla="*/ 478 w 862"/>
              <a:gd name="T23" fmla="*/ 861 h 861"/>
              <a:gd name="T24" fmla="*/ 96 w 862"/>
              <a:gd name="T25" fmla="*/ 372 h 861"/>
              <a:gd name="T26" fmla="*/ 432 w 862"/>
              <a:gd name="T27" fmla="*/ 412 h 861"/>
              <a:gd name="T28" fmla="*/ 450 w 862"/>
              <a:gd name="T29" fmla="*/ 429 h 861"/>
              <a:gd name="T30" fmla="*/ 489 w 862"/>
              <a:gd name="T31" fmla="*/ 766 h 861"/>
              <a:gd name="T32" fmla="*/ 801 w 862"/>
              <a:gd name="T33" fmla="*/ 61 h 861"/>
              <a:gd name="T34" fmla="*/ 96 w 862"/>
              <a:gd name="T35" fmla="*/ 372 h 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62" h="861">
                <a:moveTo>
                  <a:pt x="478" y="861"/>
                </a:moveTo>
                <a:cubicBezTo>
                  <a:pt x="477" y="861"/>
                  <a:pt x="476" y="861"/>
                  <a:pt x="475" y="861"/>
                </a:cubicBezTo>
                <a:cubicBezTo>
                  <a:pt x="466" y="859"/>
                  <a:pt x="459" y="852"/>
                  <a:pt x="458" y="843"/>
                </a:cubicBezTo>
                <a:cubicBezTo>
                  <a:pt x="412" y="449"/>
                  <a:pt x="412" y="449"/>
                  <a:pt x="412" y="449"/>
                </a:cubicBezTo>
                <a:cubicBezTo>
                  <a:pt x="18" y="404"/>
                  <a:pt x="18" y="404"/>
                  <a:pt x="18" y="404"/>
                </a:cubicBezTo>
                <a:cubicBezTo>
                  <a:pt x="9" y="403"/>
                  <a:pt x="2" y="396"/>
                  <a:pt x="1" y="387"/>
                </a:cubicBezTo>
                <a:cubicBezTo>
                  <a:pt x="0" y="378"/>
                  <a:pt x="4" y="369"/>
                  <a:pt x="13" y="366"/>
                </a:cubicBezTo>
                <a:cubicBezTo>
                  <a:pt x="832" y="3"/>
                  <a:pt x="832" y="3"/>
                  <a:pt x="832" y="3"/>
                </a:cubicBezTo>
                <a:cubicBezTo>
                  <a:pt x="839" y="0"/>
                  <a:pt x="848" y="1"/>
                  <a:pt x="854" y="7"/>
                </a:cubicBezTo>
                <a:cubicBezTo>
                  <a:pt x="860" y="13"/>
                  <a:pt x="862" y="22"/>
                  <a:pt x="858" y="30"/>
                </a:cubicBezTo>
                <a:cubicBezTo>
                  <a:pt x="496" y="849"/>
                  <a:pt x="496" y="849"/>
                  <a:pt x="496" y="849"/>
                </a:cubicBezTo>
                <a:cubicBezTo>
                  <a:pt x="493" y="856"/>
                  <a:pt x="486" y="861"/>
                  <a:pt x="478" y="861"/>
                </a:cubicBezTo>
                <a:close/>
                <a:moveTo>
                  <a:pt x="96" y="372"/>
                </a:moveTo>
                <a:cubicBezTo>
                  <a:pt x="432" y="412"/>
                  <a:pt x="432" y="412"/>
                  <a:pt x="432" y="412"/>
                </a:cubicBezTo>
                <a:cubicBezTo>
                  <a:pt x="442" y="413"/>
                  <a:pt x="449" y="420"/>
                  <a:pt x="450" y="429"/>
                </a:cubicBezTo>
                <a:cubicBezTo>
                  <a:pt x="489" y="766"/>
                  <a:pt x="489" y="766"/>
                  <a:pt x="489" y="766"/>
                </a:cubicBezTo>
                <a:cubicBezTo>
                  <a:pt x="801" y="61"/>
                  <a:pt x="801" y="61"/>
                  <a:pt x="801" y="61"/>
                </a:cubicBezTo>
                <a:lnTo>
                  <a:pt x="96" y="372"/>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539" name="组合 538"/>
          <p:cNvGrpSpPr/>
          <p:nvPr/>
        </p:nvGrpSpPr>
        <p:grpSpPr>
          <a:xfrm>
            <a:off x="10775211" y="4055341"/>
            <a:ext cx="292320" cy="297856"/>
            <a:chOff x="7278688" y="6251576"/>
            <a:chExt cx="419100" cy="427038"/>
          </a:xfrm>
          <a:solidFill>
            <a:srgbClr val="707E84"/>
          </a:solidFill>
        </p:grpSpPr>
        <p:sp>
          <p:nvSpPr>
            <p:cNvPr id="540" name="Rectangle 312"/>
            <p:cNvSpPr>
              <a:spLocks noChangeArrowheads="1"/>
            </p:cNvSpPr>
            <p:nvPr/>
          </p:nvSpPr>
          <p:spPr bwMode="auto">
            <a:xfrm>
              <a:off x="7478713" y="6345238"/>
              <a:ext cx="17463" cy="2428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1" name="Rectangle 316"/>
            <p:cNvSpPr>
              <a:spLocks noChangeArrowheads="1"/>
            </p:cNvSpPr>
            <p:nvPr/>
          </p:nvSpPr>
          <p:spPr bwMode="auto">
            <a:xfrm>
              <a:off x="7391400" y="6457951"/>
              <a:ext cx="193675"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2" name="Freeform 318"/>
            <p:cNvSpPr>
              <a:spLocks noEditPoints="1"/>
            </p:cNvSpPr>
            <p:nvPr/>
          </p:nvSpPr>
          <p:spPr bwMode="auto">
            <a:xfrm>
              <a:off x="7278688" y="6251576"/>
              <a:ext cx="419100" cy="427038"/>
            </a:xfrm>
            <a:custGeom>
              <a:avLst/>
              <a:gdLst>
                <a:gd name="T0" fmla="*/ 489 w 978"/>
                <a:gd name="T1" fmla="*/ 998 h 998"/>
                <a:gd name="T2" fmla="*/ 484 w 978"/>
                <a:gd name="T3" fmla="*/ 997 h 998"/>
                <a:gd name="T4" fmla="*/ 115 w 978"/>
                <a:gd name="T5" fmla="*/ 718 h 998"/>
                <a:gd name="T6" fmla="*/ 4 w 978"/>
                <a:gd name="T7" fmla="*/ 314 h 998"/>
                <a:gd name="T8" fmla="*/ 15 w 978"/>
                <a:gd name="T9" fmla="*/ 102 h 998"/>
                <a:gd name="T10" fmla="*/ 21 w 978"/>
                <a:gd name="T11" fmla="*/ 67 h 998"/>
                <a:gd name="T12" fmla="*/ 47 w 978"/>
                <a:gd name="T13" fmla="*/ 90 h 998"/>
                <a:gd name="T14" fmla="*/ 196 w 978"/>
                <a:gd name="T15" fmla="*/ 142 h 998"/>
                <a:gd name="T16" fmla="*/ 475 w 978"/>
                <a:gd name="T17" fmla="*/ 14 h 998"/>
                <a:gd name="T18" fmla="*/ 489 w 978"/>
                <a:gd name="T19" fmla="*/ 0 h 998"/>
                <a:gd name="T20" fmla="*/ 503 w 978"/>
                <a:gd name="T21" fmla="*/ 14 h 998"/>
                <a:gd name="T22" fmla="*/ 782 w 978"/>
                <a:gd name="T23" fmla="*/ 142 h 998"/>
                <a:gd name="T24" fmla="*/ 931 w 978"/>
                <a:gd name="T25" fmla="*/ 90 h 998"/>
                <a:gd name="T26" fmla="*/ 957 w 978"/>
                <a:gd name="T27" fmla="*/ 67 h 998"/>
                <a:gd name="T28" fmla="*/ 963 w 978"/>
                <a:gd name="T29" fmla="*/ 102 h 998"/>
                <a:gd name="T30" fmla="*/ 974 w 978"/>
                <a:gd name="T31" fmla="*/ 314 h 998"/>
                <a:gd name="T32" fmla="*/ 863 w 978"/>
                <a:gd name="T33" fmla="*/ 718 h 998"/>
                <a:gd name="T34" fmla="*/ 493 w 978"/>
                <a:gd name="T35" fmla="*/ 997 h 998"/>
                <a:gd name="T36" fmla="*/ 489 w 978"/>
                <a:gd name="T37" fmla="*/ 998 h 998"/>
                <a:gd name="T38" fmla="*/ 50 w 978"/>
                <a:gd name="T39" fmla="*/ 142 h 998"/>
                <a:gd name="T40" fmla="*/ 149 w 978"/>
                <a:gd name="T41" fmla="*/ 697 h 998"/>
                <a:gd name="T42" fmla="*/ 489 w 978"/>
                <a:gd name="T43" fmla="*/ 957 h 998"/>
                <a:gd name="T44" fmla="*/ 829 w 978"/>
                <a:gd name="T45" fmla="*/ 697 h 998"/>
                <a:gd name="T46" fmla="*/ 928 w 978"/>
                <a:gd name="T47" fmla="*/ 141 h 998"/>
                <a:gd name="T48" fmla="*/ 782 w 978"/>
                <a:gd name="T49" fmla="*/ 182 h 998"/>
                <a:gd name="T50" fmla="*/ 489 w 978"/>
                <a:gd name="T51" fmla="*/ 57 h 998"/>
                <a:gd name="T52" fmla="*/ 196 w 978"/>
                <a:gd name="T53" fmla="*/ 183 h 998"/>
                <a:gd name="T54" fmla="*/ 196 w 978"/>
                <a:gd name="T55" fmla="*/ 183 h 998"/>
                <a:gd name="T56" fmla="*/ 50 w 978"/>
                <a:gd name="T57" fmla="*/ 142 h 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78" h="998">
                  <a:moveTo>
                    <a:pt x="489" y="998"/>
                  </a:moveTo>
                  <a:cubicBezTo>
                    <a:pt x="484" y="997"/>
                    <a:pt x="484" y="997"/>
                    <a:pt x="484" y="997"/>
                  </a:cubicBezTo>
                  <a:cubicBezTo>
                    <a:pt x="380" y="972"/>
                    <a:pt x="220" y="884"/>
                    <a:pt x="115" y="718"/>
                  </a:cubicBezTo>
                  <a:cubicBezTo>
                    <a:pt x="31" y="586"/>
                    <a:pt x="9" y="425"/>
                    <a:pt x="4" y="314"/>
                  </a:cubicBezTo>
                  <a:cubicBezTo>
                    <a:pt x="0" y="194"/>
                    <a:pt x="14" y="105"/>
                    <a:pt x="15" y="102"/>
                  </a:cubicBezTo>
                  <a:cubicBezTo>
                    <a:pt x="21" y="67"/>
                    <a:pt x="21" y="67"/>
                    <a:pt x="21" y="67"/>
                  </a:cubicBezTo>
                  <a:cubicBezTo>
                    <a:pt x="47" y="90"/>
                    <a:pt x="47" y="90"/>
                    <a:pt x="47" y="90"/>
                  </a:cubicBezTo>
                  <a:cubicBezTo>
                    <a:pt x="89" y="124"/>
                    <a:pt x="139" y="142"/>
                    <a:pt x="196" y="142"/>
                  </a:cubicBezTo>
                  <a:cubicBezTo>
                    <a:pt x="289" y="142"/>
                    <a:pt x="396" y="93"/>
                    <a:pt x="475" y="14"/>
                  </a:cubicBezTo>
                  <a:cubicBezTo>
                    <a:pt x="489" y="0"/>
                    <a:pt x="489" y="0"/>
                    <a:pt x="489" y="0"/>
                  </a:cubicBezTo>
                  <a:cubicBezTo>
                    <a:pt x="503" y="14"/>
                    <a:pt x="503" y="14"/>
                    <a:pt x="503" y="14"/>
                  </a:cubicBezTo>
                  <a:cubicBezTo>
                    <a:pt x="584" y="94"/>
                    <a:pt x="688" y="142"/>
                    <a:pt x="782" y="142"/>
                  </a:cubicBezTo>
                  <a:cubicBezTo>
                    <a:pt x="839" y="142"/>
                    <a:pt x="889" y="124"/>
                    <a:pt x="931" y="90"/>
                  </a:cubicBezTo>
                  <a:cubicBezTo>
                    <a:pt x="957" y="67"/>
                    <a:pt x="957" y="67"/>
                    <a:pt x="957" y="67"/>
                  </a:cubicBezTo>
                  <a:cubicBezTo>
                    <a:pt x="963" y="102"/>
                    <a:pt x="963" y="102"/>
                    <a:pt x="963" y="102"/>
                  </a:cubicBezTo>
                  <a:cubicBezTo>
                    <a:pt x="964" y="105"/>
                    <a:pt x="978" y="194"/>
                    <a:pt x="974" y="314"/>
                  </a:cubicBezTo>
                  <a:cubicBezTo>
                    <a:pt x="969" y="425"/>
                    <a:pt x="946" y="586"/>
                    <a:pt x="863" y="718"/>
                  </a:cubicBezTo>
                  <a:cubicBezTo>
                    <a:pt x="758" y="884"/>
                    <a:pt x="598" y="972"/>
                    <a:pt x="493" y="997"/>
                  </a:cubicBezTo>
                  <a:lnTo>
                    <a:pt x="489" y="998"/>
                  </a:lnTo>
                  <a:close/>
                  <a:moveTo>
                    <a:pt x="50" y="142"/>
                  </a:moveTo>
                  <a:cubicBezTo>
                    <a:pt x="40" y="234"/>
                    <a:pt x="25" y="501"/>
                    <a:pt x="149" y="697"/>
                  </a:cubicBezTo>
                  <a:cubicBezTo>
                    <a:pt x="246" y="850"/>
                    <a:pt x="391" y="932"/>
                    <a:pt x="489" y="957"/>
                  </a:cubicBezTo>
                  <a:cubicBezTo>
                    <a:pt x="586" y="932"/>
                    <a:pt x="732" y="850"/>
                    <a:pt x="829" y="697"/>
                  </a:cubicBezTo>
                  <a:cubicBezTo>
                    <a:pt x="953" y="501"/>
                    <a:pt x="938" y="233"/>
                    <a:pt x="928" y="141"/>
                  </a:cubicBezTo>
                  <a:cubicBezTo>
                    <a:pt x="885" y="168"/>
                    <a:pt x="836" y="182"/>
                    <a:pt x="782" y="182"/>
                  </a:cubicBezTo>
                  <a:cubicBezTo>
                    <a:pt x="684" y="182"/>
                    <a:pt x="575" y="136"/>
                    <a:pt x="489" y="57"/>
                  </a:cubicBezTo>
                  <a:cubicBezTo>
                    <a:pt x="403" y="136"/>
                    <a:pt x="295" y="183"/>
                    <a:pt x="196" y="183"/>
                  </a:cubicBezTo>
                  <a:cubicBezTo>
                    <a:pt x="196" y="183"/>
                    <a:pt x="196" y="183"/>
                    <a:pt x="196" y="183"/>
                  </a:cubicBezTo>
                  <a:cubicBezTo>
                    <a:pt x="142" y="183"/>
                    <a:pt x="93" y="168"/>
                    <a:pt x="50" y="1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543" name="组合 542"/>
          <p:cNvGrpSpPr/>
          <p:nvPr/>
        </p:nvGrpSpPr>
        <p:grpSpPr>
          <a:xfrm>
            <a:off x="11281384" y="4063092"/>
            <a:ext cx="265745" cy="282355"/>
            <a:chOff x="8175625" y="6264276"/>
            <a:chExt cx="381000" cy="404813"/>
          </a:xfrm>
          <a:solidFill>
            <a:srgbClr val="707E84"/>
          </a:solidFill>
        </p:grpSpPr>
        <p:sp>
          <p:nvSpPr>
            <p:cNvPr id="544" name="Rectangle 313"/>
            <p:cNvSpPr>
              <a:spLocks noChangeArrowheads="1"/>
            </p:cNvSpPr>
            <p:nvPr/>
          </p:nvSpPr>
          <p:spPr bwMode="auto">
            <a:xfrm>
              <a:off x="8283575" y="6388101"/>
              <a:ext cx="17463" cy="2127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5" name="Rectangle 314"/>
            <p:cNvSpPr>
              <a:spLocks noChangeArrowheads="1"/>
            </p:cNvSpPr>
            <p:nvPr/>
          </p:nvSpPr>
          <p:spPr bwMode="auto">
            <a:xfrm>
              <a:off x="8358188" y="6388101"/>
              <a:ext cx="17463" cy="2127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6" name="Rectangle 315"/>
            <p:cNvSpPr>
              <a:spLocks noChangeArrowheads="1"/>
            </p:cNvSpPr>
            <p:nvPr/>
          </p:nvSpPr>
          <p:spPr bwMode="auto">
            <a:xfrm>
              <a:off x="8434388" y="6388101"/>
              <a:ext cx="17463" cy="2127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7" name="Rectangle 317"/>
            <p:cNvSpPr>
              <a:spLocks noChangeArrowheads="1"/>
            </p:cNvSpPr>
            <p:nvPr/>
          </p:nvSpPr>
          <p:spPr bwMode="auto">
            <a:xfrm>
              <a:off x="8175625" y="6318251"/>
              <a:ext cx="381000"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8" name="Freeform 319"/>
            <p:cNvSpPr>
              <a:spLocks/>
            </p:cNvSpPr>
            <p:nvPr/>
          </p:nvSpPr>
          <p:spPr bwMode="auto">
            <a:xfrm>
              <a:off x="8334375" y="6264276"/>
              <a:ext cx="63500" cy="31750"/>
            </a:xfrm>
            <a:custGeom>
              <a:avLst/>
              <a:gdLst>
                <a:gd name="T0" fmla="*/ 148 w 148"/>
                <a:gd name="T1" fmla="*/ 75 h 75"/>
                <a:gd name="T2" fmla="*/ 148 w 148"/>
                <a:gd name="T3" fmla="*/ 74 h 75"/>
                <a:gd name="T4" fmla="*/ 74 w 148"/>
                <a:gd name="T5" fmla="*/ 0 h 75"/>
                <a:gd name="T6" fmla="*/ 0 w 148"/>
                <a:gd name="T7" fmla="*/ 74 h 75"/>
                <a:gd name="T8" fmla="*/ 0 w 148"/>
                <a:gd name="T9" fmla="*/ 75 h 75"/>
                <a:gd name="T10" fmla="*/ 148 w 148"/>
                <a:gd name="T11" fmla="*/ 75 h 75"/>
              </a:gdLst>
              <a:ahLst/>
              <a:cxnLst>
                <a:cxn ang="0">
                  <a:pos x="T0" y="T1"/>
                </a:cxn>
                <a:cxn ang="0">
                  <a:pos x="T2" y="T3"/>
                </a:cxn>
                <a:cxn ang="0">
                  <a:pos x="T4" y="T5"/>
                </a:cxn>
                <a:cxn ang="0">
                  <a:pos x="T6" y="T7"/>
                </a:cxn>
                <a:cxn ang="0">
                  <a:pos x="T8" y="T9"/>
                </a:cxn>
                <a:cxn ang="0">
                  <a:pos x="T10" y="T11"/>
                </a:cxn>
              </a:cxnLst>
              <a:rect l="0" t="0" r="r" b="b"/>
              <a:pathLst>
                <a:path w="148" h="75">
                  <a:moveTo>
                    <a:pt x="148" y="75"/>
                  </a:moveTo>
                  <a:cubicBezTo>
                    <a:pt x="148" y="75"/>
                    <a:pt x="148" y="74"/>
                    <a:pt x="148" y="74"/>
                  </a:cubicBezTo>
                  <a:cubicBezTo>
                    <a:pt x="148" y="33"/>
                    <a:pt x="115" y="0"/>
                    <a:pt x="74" y="0"/>
                  </a:cubicBezTo>
                  <a:cubicBezTo>
                    <a:pt x="33" y="0"/>
                    <a:pt x="0" y="34"/>
                    <a:pt x="0" y="74"/>
                  </a:cubicBezTo>
                  <a:cubicBezTo>
                    <a:pt x="0" y="74"/>
                    <a:pt x="0" y="75"/>
                    <a:pt x="0" y="75"/>
                  </a:cubicBezTo>
                  <a:lnTo>
                    <a:pt x="148"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9" name="Freeform 320"/>
            <p:cNvSpPr>
              <a:spLocks/>
            </p:cNvSpPr>
            <p:nvPr/>
          </p:nvSpPr>
          <p:spPr bwMode="auto">
            <a:xfrm>
              <a:off x="8216900" y="6356351"/>
              <a:ext cx="293688" cy="312738"/>
            </a:xfrm>
            <a:custGeom>
              <a:avLst/>
              <a:gdLst>
                <a:gd name="T0" fmla="*/ 583 w 688"/>
                <a:gd name="T1" fmla="*/ 728 h 728"/>
                <a:gd name="T2" fmla="*/ 105 w 688"/>
                <a:gd name="T3" fmla="*/ 728 h 728"/>
                <a:gd name="T4" fmla="*/ 0 w 688"/>
                <a:gd name="T5" fmla="*/ 620 h 728"/>
                <a:gd name="T6" fmla="*/ 0 w 688"/>
                <a:gd name="T7" fmla="*/ 0 h 728"/>
                <a:gd name="T8" fmla="*/ 40 w 688"/>
                <a:gd name="T9" fmla="*/ 0 h 728"/>
                <a:gd name="T10" fmla="*/ 40 w 688"/>
                <a:gd name="T11" fmla="*/ 620 h 728"/>
                <a:gd name="T12" fmla="*/ 105 w 688"/>
                <a:gd name="T13" fmla="*/ 688 h 728"/>
                <a:gd name="T14" fmla="*/ 583 w 688"/>
                <a:gd name="T15" fmla="*/ 688 h 728"/>
                <a:gd name="T16" fmla="*/ 648 w 688"/>
                <a:gd name="T17" fmla="*/ 620 h 728"/>
                <a:gd name="T18" fmla="*/ 648 w 688"/>
                <a:gd name="T19" fmla="*/ 0 h 728"/>
                <a:gd name="T20" fmla="*/ 688 w 688"/>
                <a:gd name="T21" fmla="*/ 0 h 728"/>
                <a:gd name="T22" fmla="*/ 688 w 688"/>
                <a:gd name="T23" fmla="*/ 620 h 728"/>
                <a:gd name="T24" fmla="*/ 583 w 688"/>
                <a:gd name="T25" fmla="*/ 728 h 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88" h="728">
                  <a:moveTo>
                    <a:pt x="583" y="728"/>
                  </a:moveTo>
                  <a:cubicBezTo>
                    <a:pt x="105" y="728"/>
                    <a:pt x="105" y="728"/>
                    <a:pt x="105" y="728"/>
                  </a:cubicBezTo>
                  <a:cubicBezTo>
                    <a:pt x="48" y="728"/>
                    <a:pt x="0" y="679"/>
                    <a:pt x="0" y="620"/>
                  </a:cubicBezTo>
                  <a:cubicBezTo>
                    <a:pt x="0" y="0"/>
                    <a:pt x="0" y="0"/>
                    <a:pt x="0" y="0"/>
                  </a:cubicBezTo>
                  <a:cubicBezTo>
                    <a:pt x="40" y="0"/>
                    <a:pt x="40" y="0"/>
                    <a:pt x="40" y="0"/>
                  </a:cubicBezTo>
                  <a:cubicBezTo>
                    <a:pt x="40" y="620"/>
                    <a:pt x="40" y="620"/>
                    <a:pt x="40" y="620"/>
                  </a:cubicBezTo>
                  <a:cubicBezTo>
                    <a:pt x="40" y="657"/>
                    <a:pt x="70" y="688"/>
                    <a:pt x="105" y="688"/>
                  </a:cubicBezTo>
                  <a:cubicBezTo>
                    <a:pt x="583" y="688"/>
                    <a:pt x="583" y="688"/>
                    <a:pt x="583" y="688"/>
                  </a:cubicBezTo>
                  <a:cubicBezTo>
                    <a:pt x="618" y="688"/>
                    <a:pt x="648" y="657"/>
                    <a:pt x="648" y="620"/>
                  </a:cubicBezTo>
                  <a:cubicBezTo>
                    <a:pt x="648" y="0"/>
                    <a:pt x="648" y="0"/>
                    <a:pt x="648" y="0"/>
                  </a:cubicBezTo>
                  <a:cubicBezTo>
                    <a:pt x="688" y="0"/>
                    <a:pt x="688" y="0"/>
                    <a:pt x="688" y="0"/>
                  </a:cubicBezTo>
                  <a:cubicBezTo>
                    <a:pt x="688" y="620"/>
                    <a:pt x="688" y="620"/>
                    <a:pt x="688" y="620"/>
                  </a:cubicBezTo>
                  <a:cubicBezTo>
                    <a:pt x="688" y="679"/>
                    <a:pt x="640" y="728"/>
                    <a:pt x="583" y="7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550" name="组合 549"/>
          <p:cNvGrpSpPr/>
          <p:nvPr/>
        </p:nvGrpSpPr>
        <p:grpSpPr>
          <a:xfrm>
            <a:off x="10300319" y="3518642"/>
            <a:ext cx="307821" cy="265745"/>
            <a:chOff x="2881313" y="6270626"/>
            <a:chExt cx="441325" cy="381000"/>
          </a:xfrm>
          <a:solidFill>
            <a:srgbClr val="707E84"/>
          </a:solidFill>
        </p:grpSpPr>
        <p:sp>
          <p:nvSpPr>
            <p:cNvPr id="551" name="Freeform 192"/>
            <p:cNvSpPr>
              <a:spLocks noEditPoints="1"/>
            </p:cNvSpPr>
            <p:nvPr/>
          </p:nvSpPr>
          <p:spPr bwMode="auto">
            <a:xfrm>
              <a:off x="2881313" y="6270626"/>
              <a:ext cx="441325" cy="301625"/>
            </a:xfrm>
            <a:custGeom>
              <a:avLst/>
              <a:gdLst>
                <a:gd name="T0" fmla="*/ 133 w 1031"/>
                <a:gd name="T1" fmla="*/ 706 h 706"/>
                <a:gd name="T2" fmla="*/ 59 w 1031"/>
                <a:gd name="T3" fmla="*/ 339 h 706"/>
                <a:gd name="T4" fmla="*/ 0 w 1031"/>
                <a:gd name="T5" fmla="*/ 255 h 706"/>
                <a:gd name="T6" fmla="*/ 28 w 1031"/>
                <a:gd name="T7" fmla="*/ 191 h 706"/>
                <a:gd name="T8" fmla="*/ 95 w 1031"/>
                <a:gd name="T9" fmla="*/ 165 h 706"/>
                <a:gd name="T10" fmla="*/ 190 w 1031"/>
                <a:gd name="T11" fmla="*/ 255 h 706"/>
                <a:gd name="T12" fmla="*/ 186 w 1031"/>
                <a:gd name="T13" fmla="*/ 280 h 706"/>
                <a:gd name="T14" fmla="*/ 303 w 1031"/>
                <a:gd name="T15" fmla="*/ 425 h 706"/>
                <a:gd name="T16" fmla="*/ 447 w 1031"/>
                <a:gd name="T17" fmla="*/ 131 h 706"/>
                <a:gd name="T18" fmla="*/ 436 w 1031"/>
                <a:gd name="T19" fmla="*/ 90 h 706"/>
                <a:gd name="T20" fmla="*/ 518 w 1031"/>
                <a:gd name="T21" fmla="*/ 1 h 706"/>
                <a:gd name="T22" fmla="*/ 531 w 1031"/>
                <a:gd name="T23" fmla="*/ 0 h 706"/>
                <a:gd name="T24" fmla="*/ 626 w 1031"/>
                <a:gd name="T25" fmla="*/ 90 h 706"/>
                <a:gd name="T26" fmla="*/ 613 w 1031"/>
                <a:gd name="T27" fmla="*/ 136 h 706"/>
                <a:gd name="T28" fmla="*/ 749 w 1031"/>
                <a:gd name="T29" fmla="*/ 433 h 706"/>
                <a:gd name="T30" fmla="*/ 847 w 1031"/>
                <a:gd name="T31" fmla="*/ 287 h 706"/>
                <a:gd name="T32" fmla="*/ 841 w 1031"/>
                <a:gd name="T33" fmla="*/ 254 h 706"/>
                <a:gd name="T34" fmla="*/ 869 w 1031"/>
                <a:gd name="T35" fmla="*/ 190 h 706"/>
                <a:gd name="T36" fmla="*/ 936 w 1031"/>
                <a:gd name="T37" fmla="*/ 164 h 706"/>
                <a:gd name="T38" fmla="*/ 1031 w 1031"/>
                <a:gd name="T39" fmla="*/ 254 h 706"/>
                <a:gd name="T40" fmla="*/ 970 w 1031"/>
                <a:gd name="T41" fmla="*/ 339 h 706"/>
                <a:gd name="T42" fmla="*/ 884 w 1031"/>
                <a:gd name="T43" fmla="*/ 705 h 706"/>
                <a:gd name="T44" fmla="*/ 133 w 1031"/>
                <a:gd name="T45" fmla="*/ 706 h 706"/>
                <a:gd name="T46" fmla="*/ 95 w 1031"/>
                <a:gd name="T47" fmla="*/ 205 h 706"/>
                <a:gd name="T48" fmla="*/ 55 w 1031"/>
                <a:gd name="T49" fmla="*/ 220 h 706"/>
                <a:gd name="T50" fmla="*/ 40 w 1031"/>
                <a:gd name="T51" fmla="*/ 255 h 706"/>
                <a:gd name="T52" fmla="*/ 81 w 1031"/>
                <a:gd name="T53" fmla="*/ 304 h 706"/>
                <a:gd name="T54" fmla="*/ 93 w 1031"/>
                <a:gd name="T55" fmla="*/ 307 h 706"/>
                <a:gd name="T56" fmla="*/ 165 w 1031"/>
                <a:gd name="T57" fmla="*/ 666 h 706"/>
                <a:gd name="T58" fmla="*/ 853 w 1031"/>
                <a:gd name="T59" fmla="*/ 665 h 706"/>
                <a:gd name="T60" fmla="*/ 937 w 1031"/>
                <a:gd name="T61" fmla="*/ 306 h 706"/>
                <a:gd name="T62" fmla="*/ 949 w 1031"/>
                <a:gd name="T63" fmla="*/ 303 h 706"/>
                <a:gd name="T64" fmla="*/ 991 w 1031"/>
                <a:gd name="T65" fmla="*/ 254 h 706"/>
                <a:gd name="T66" fmla="*/ 936 w 1031"/>
                <a:gd name="T67" fmla="*/ 204 h 706"/>
                <a:gd name="T68" fmla="*/ 896 w 1031"/>
                <a:gd name="T69" fmla="*/ 219 h 706"/>
                <a:gd name="T70" fmla="*/ 881 w 1031"/>
                <a:gd name="T71" fmla="*/ 254 h 706"/>
                <a:gd name="T72" fmla="*/ 887 w 1031"/>
                <a:gd name="T73" fmla="*/ 278 h 706"/>
                <a:gd name="T74" fmla="*/ 894 w 1031"/>
                <a:gd name="T75" fmla="*/ 289 h 706"/>
                <a:gd name="T76" fmla="*/ 742 w 1031"/>
                <a:gd name="T77" fmla="*/ 515 h 706"/>
                <a:gd name="T78" fmla="*/ 566 w 1031"/>
                <a:gd name="T79" fmla="*/ 130 h 706"/>
                <a:gd name="T80" fmla="*/ 575 w 1031"/>
                <a:gd name="T81" fmla="*/ 121 h 706"/>
                <a:gd name="T82" fmla="*/ 586 w 1031"/>
                <a:gd name="T83" fmla="*/ 90 h 706"/>
                <a:gd name="T84" fmla="*/ 531 w 1031"/>
                <a:gd name="T85" fmla="*/ 40 h 706"/>
                <a:gd name="T86" fmla="*/ 524 w 1031"/>
                <a:gd name="T87" fmla="*/ 40 h 706"/>
                <a:gd name="T88" fmla="*/ 476 w 1031"/>
                <a:gd name="T89" fmla="*/ 90 h 706"/>
                <a:gd name="T90" fmla="*/ 485 w 1031"/>
                <a:gd name="T91" fmla="*/ 118 h 706"/>
                <a:gd name="T92" fmla="*/ 493 w 1031"/>
                <a:gd name="T93" fmla="*/ 128 h 706"/>
                <a:gd name="T94" fmla="*/ 312 w 1031"/>
                <a:gd name="T95" fmla="*/ 499 h 706"/>
                <a:gd name="T96" fmla="*/ 140 w 1031"/>
                <a:gd name="T97" fmla="*/ 286 h 706"/>
                <a:gd name="T98" fmla="*/ 145 w 1031"/>
                <a:gd name="T99" fmla="*/ 275 h 706"/>
                <a:gd name="T100" fmla="*/ 150 w 1031"/>
                <a:gd name="T101" fmla="*/ 255 h 706"/>
                <a:gd name="T102" fmla="*/ 95 w 1031"/>
                <a:gd name="T103" fmla="*/ 205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31" h="706">
                  <a:moveTo>
                    <a:pt x="133" y="706"/>
                  </a:moveTo>
                  <a:cubicBezTo>
                    <a:pt x="59" y="339"/>
                    <a:pt x="59" y="339"/>
                    <a:pt x="59" y="339"/>
                  </a:cubicBezTo>
                  <a:cubicBezTo>
                    <a:pt x="23" y="325"/>
                    <a:pt x="0" y="292"/>
                    <a:pt x="0" y="255"/>
                  </a:cubicBezTo>
                  <a:cubicBezTo>
                    <a:pt x="0" y="231"/>
                    <a:pt x="10" y="208"/>
                    <a:pt x="28" y="191"/>
                  </a:cubicBezTo>
                  <a:cubicBezTo>
                    <a:pt x="46" y="174"/>
                    <a:pt x="69" y="165"/>
                    <a:pt x="95" y="165"/>
                  </a:cubicBezTo>
                  <a:cubicBezTo>
                    <a:pt x="147" y="165"/>
                    <a:pt x="190" y="205"/>
                    <a:pt x="190" y="255"/>
                  </a:cubicBezTo>
                  <a:cubicBezTo>
                    <a:pt x="190" y="263"/>
                    <a:pt x="188" y="272"/>
                    <a:pt x="186" y="280"/>
                  </a:cubicBezTo>
                  <a:cubicBezTo>
                    <a:pt x="303" y="425"/>
                    <a:pt x="303" y="425"/>
                    <a:pt x="303" y="425"/>
                  </a:cubicBezTo>
                  <a:cubicBezTo>
                    <a:pt x="447" y="131"/>
                    <a:pt x="447" y="131"/>
                    <a:pt x="447" y="131"/>
                  </a:cubicBezTo>
                  <a:cubicBezTo>
                    <a:pt x="440" y="119"/>
                    <a:pt x="436" y="105"/>
                    <a:pt x="436" y="90"/>
                  </a:cubicBezTo>
                  <a:cubicBezTo>
                    <a:pt x="436" y="45"/>
                    <a:pt x="471" y="7"/>
                    <a:pt x="518" y="1"/>
                  </a:cubicBezTo>
                  <a:cubicBezTo>
                    <a:pt x="521" y="0"/>
                    <a:pt x="526" y="0"/>
                    <a:pt x="531" y="0"/>
                  </a:cubicBezTo>
                  <a:cubicBezTo>
                    <a:pt x="583" y="0"/>
                    <a:pt x="626" y="40"/>
                    <a:pt x="626" y="90"/>
                  </a:cubicBezTo>
                  <a:cubicBezTo>
                    <a:pt x="626" y="106"/>
                    <a:pt x="621" y="122"/>
                    <a:pt x="613" y="136"/>
                  </a:cubicBezTo>
                  <a:cubicBezTo>
                    <a:pt x="749" y="433"/>
                    <a:pt x="749" y="433"/>
                    <a:pt x="749" y="433"/>
                  </a:cubicBezTo>
                  <a:cubicBezTo>
                    <a:pt x="847" y="287"/>
                    <a:pt x="847" y="287"/>
                    <a:pt x="847" y="287"/>
                  </a:cubicBezTo>
                  <a:cubicBezTo>
                    <a:pt x="843" y="277"/>
                    <a:pt x="841" y="266"/>
                    <a:pt x="841" y="254"/>
                  </a:cubicBezTo>
                  <a:cubicBezTo>
                    <a:pt x="841" y="230"/>
                    <a:pt x="851" y="207"/>
                    <a:pt x="869" y="190"/>
                  </a:cubicBezTo>
                  <a:cubicBezTo>
                    <a:pt x="887" y="173"/>
                    <a:pt x="910" y="164"/>
                    <a:pt x="936" y="164"/>
                  </a:cubicBezTo>
                  <a:cubicBezTo>
                    <a:pt x="988" y="164"/>
                    <a:pt x="1031" y="205"/>
                    <a:pt x="1031" y="254"/>
                  </a:cubicBezTo>
                  <a:cubicBezTo>
                    <a:pt x="1031" y="292"/>
                    <a:pt x="1006" y="325"/>
                    <a:pt x="970" y="339"/>
                  </a:cubicBezTo>
                  <a:cubicBezTo>
                    <a:pt x="884" y="705"/>
                    <a:pt x="884" y="705"/>
                    <a:pt x="884" y="705"/>
                  </a:cubicBezTo>
                  <a:lnTo>
                    <a:pt x="133" y="706"/>
                  </a:lnTo>
                  <a:close/>
                  <a:moveTo>
                    <a:pt x="95" y="205"/>
                  </a:moveTo>
                  <a:cubicBezTo>
                    <a:pt x="80" y="205"/>
                    <a:pt x="66" y="210"/>
                    <a:pt x="55" y="220"/>
                  </a:cubicBezTo>
                  <a:cubicBezTo>
                    <a:pt x="45" y="229"/>
                    <a:pt x="40" y="242"/>
                    <a:pt x="40" y="255"/>
                  </a:cubicBezTo>
                  <a:cubicBezTo>
                    <a:pt x="40" y="278"/>
                    <a:pt x="57" y="298"/>
                    <a:pt x="81" y="304"/>
                  </a:cubicBezTo>
                  <a:cubicBezTo>
                    <a:pt x="93" y="307"/>
                    <a:pt x="93" y="307"/>
                    <a:pt x="93" y="307"/>
                  </a:cubicBezTo>
                  <a:cubicBezTo>
                    <a:pt x="165" y="666"/>
                    <a:pt x="165" y="666"/>
                    <a:pt x="165" y="666"/>
                  </a:cubicBezTo>
                  <a:cubicBezTo>
                    <a:pt x="853" y="665"/>
                    <a:pt x="853" y="665"/>
                    <a:pt x="853" y="665"/>
                  </a:cubicBezTo>
                  <a:cubicBezTo>
                    <a:pt x="937" y="306"/>
                    <a:pt x="937" y="306"/>
                    <a:pt x="937" y="306"/>
                  </a:cubicBezTo>
                  <a:cubicBezTo>
                    <a:pt x="949" y="303"/>
                    <a:pt x="949" y="303"/>
                    <a:pt x="949" y="303"/>
                  </a:cubicBezTo>
                  <a:cubicBezTo>
                    <a:pt x="973" y="298"/>
                    <a:pt x="991" y="278"/>
                    <a:pt x="991" y="254"/>
                  </a:cubicBezTo>
                  <a:cubicBezTo>
                    <a:pt x="991" y="227"/>
                    <a:pt x="966" y="204"/>
                    <a:pt x="936" y="204"/>
                  </a:cubicBezTo>
                  <a:cubicBezTo>
                    <a:pt x="921" y="204"/>
                    <a:pt x="907" y="209"/>
                    <a:pt x="896" y="219"/>
                  </a:cubicBezTo>
                  <a:cubicBezTo>
                    <a:pt x="886" y="229"/>
                    <a:pt x="881" y="241"/>
                    <a:pt x="881" y="254"/>
                  </a:cubicBezTo>
                  <a:cubicBezTo>
                    <a:pt x="881" y="263"/>
                    <a:pt x="883" y="271"/>
                    <a:pt x="887" y="278"/>
                  </a:cubicBezTo>
                  <a:cubicBezTo>
                    <a:pt x="894" y="289"/>
                    <a:pt x="894" y="289"/>
                    <a:pt x="894" y="289"/>
                  </a:cubicBezTo>
                  <a:cubicBezTo>
                    <a:pt x="742" y="515"/>
                    <a:pt x="742" y="515"/>
                    <a:pt x="742" y="515"/>
                  </a:cubicBezTo>
                  <a:cubicBezTo>
                    <a:pt x="566" y="130"/>
                    <a:pt x="566" y="130"/>
                    <a:pt x="566" y="130"/>
                  </a:cubicBezTo>
                  <a:cubicBezTo>
                    <a:pt x="575" y="121"/>
                    <a:pt x="575" y="121"/>
                    <a:pt x="575" y="121"/>
                  </a:cubicBezTo>
                  <a:cubicBezTo>
                    <a:pt x="582" y="112"/>
                    <a:pt x="586" y="101"/>
                    <a:pt x="586" y="90"/>
                  </a:cubicBezTo>
                  <a:cubicBezTo>
                    <a:pt x="586" y="62"/>
                    <a:pt x="561" y="40"/>
                    <a:pt x="531" y="40"/>
                  </a:cubicBezTo>
                  <a:cubicBezTo>
                    <a:pt x="528" y="40"/>
                    <a:pt x="526" y="40"/>
                    <a:pt x="524" y="40"/>
                  </a:cubicBezTo>
                  <a:cubicBezTo>
                    <a:pt x="496" y="44"/>
                    <a:pt x="476" y="65"/>
                    <a:pt x="476" y="90"/>
                  </a:cubicBezTo>
                  <a:cubicBezTo>
                    <a:pt x="476" y="100"/>
                    <a:pt x="479" y="110"/>
                    <a:pt x="485" y="118"/>
                  </a:cubicBezTo>
                  <a:cubicBezTo>
                    <a:pt x="493" y="128"/>
                    <a:pt x="493" y="128"/>
                    <a:pt x="493" y="128"/>
                  </a:cubicBezTo>
                  <a:cubicBezTo>
                    <a:pt x="312" y="499"/>
                    <a:pt x="312" y="499"/>
                    <a:pt x="312" y="499"/>
                  </a:cubicBezTo>
                  <a:cubicBezTo>
                    <a:pt x="140" y="286"/>
                    <a:pt x="140" y="286"/>
                    <a:pt x="140" y="286"/>
                  </a:cubicBezTo>
                  <a:cubicBezTo>
                    <a:pt x="145" y="275"/>
                    <a:pt x="145" y="275"/>
                    <a:pt x="145" y="275"/>
                  </a:cubicBezTo>
                  <a:cubicBezTo>
                    <a:pt x="148" y="268"/>
                    <a:pt x="150" y="262"/>
                    <a:pt x="150" y="255"/>
                  </a:cubicBezTo>
                  <a:cubicBezTo>
                    <a:pt x="150" y="227"/>
                    <a:pt x="125" y="205"/>
                    <a:pt x="95" y="20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2" name="Freeform 321"/>
            <p:cNvSpPr>
              <a:spLocks noEditPoints="1"/>
            </p:cNvSpPr>
            <p:nvPr/>
          </p:nvSpPr>
          <p:spPr bwMode="auto">
            <a:xfrm>
              <a:off x="2935288" y="6556376"/>
              <a:ext cx="325438" cy="95250"/>
            </a:xfrm>
            <a:custGeom>
              <a:avLst/>
              <a:gdLst>
                <a:gd name="T0" fmla="*/ 205 w 205"/>
                <a:gd name="T1" fmla="*/ 60 h 60"/>
                <a:gd name="T2" fmla="*/ 0 w 205"/>
                <a:gd name="T3" fmla="*/ 60 h 60"/>
                <a:gd name="T4" fmla="*/ 0 w 205"/>
                <a:gd name="T5" fmla="*/ 0 h 60"/>
                <a:gd name="T6" fmla="*/ 205 w 205"/>
                <a:gd name="T7" fmla="*/ 0 h 60"/>
                <a:gd name="T8" fmla="*/ 205 w 205"/>
                <a:gd name="T9" fmla="*/ 60 h 60"/>
                <a:gd name="T10" fmla="*/ 11 w 205"/>
                <a:gd name="T11" fmla="*/ 49 h 60"/>
                <a:gd name="T12" fmla="*/ 195 w 205"/>
                <a:gd name="T13" fmla="*/ 49 h 60"/>
                <a:gd name="T14" fmla="*/ 195 w 205"/>
                <a:gd name="T15" fmla="*/ 10 h 60"/>
                <a:gd name="T16" fmla="*/ 11 w 205"/>
                <a:gd name="T17" fmla="*/ 10 h 60"/>
                <a:gd name="T18" fmla="*/ 11 w 205"/>
                <a:gd name="T19" fmla="*/ 4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5" h="60">
                  <a:moveTo>
                    <a:pt x="205" y="60"/>
                  </a:moveTo>
                  <a:lnTo>
                    <a:pt x="0" y="60"/>
                  </a:lnTo>
                  <a:lnTo>
                    <a:pt x="0" y="0"/>
                  </a:lnTo>
                  <a:lnTo>
                    <a:pt x="205" y="0"/>
                  </a:lnTo>
                  <a:lnTo>
                    <a:pt x="205" y="60"/>
                  </a:lnTo>
                  <a:close/>
                  <a:moveTo>
                    <a:pt x="11" y="49"/>
                  </a:moveTo>
                  <a:lnTo>
                    <a:pt x="195" y="49"/>
                  </a:lnTo>
                  <a:lnTo>
                    <a:pt x="195" y="10"/>
                  </a:lnTo>
                  <a:lnTo>
                    <a:pt x="11" y="10"/>
                  </a:lnTo>
                  <a:lnTo>
                    <a:pt x="11"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553" name="组合 552"/>
          <p:cNvGrpSpPr/>
          <p:nvPr/>
        </p:nvGrpSpPr>
        <p:grpSpPr>
          <a:xfrm>
            <a:off x="11177724" y="5391799"/>
            <a:ext cx="288998" cy="288998"/>
            <a:chOff x="3771900" y="6254751"/>
            <a:chExt cx="414338" cy="414338"/>
          </a:xfrm>
          <a:solidFill>
            <a:srgbClr val="707E84"/>
          </a:solidFill>
        </p:grpSpPr>
        <p:sp>
          <p:nvSpPr>
            <p:cNvPr id="554" name="Freeform 212"/>
            <p:cNvSpPr>
              <a:spLocks noEditPoints="1"/>
            </p:cNvSpPr>
            <p:nvPr/>
          </p:nvSpPr>
          <p:spPr bwMode="auto">
            <a:xfrm>
              <a:off x="3771900" y="6254751"/>
              <a:ext cx="414338" cy="414338"/>
            </a:xfrm>
            <a:custGeom>
              <a:avLst/>
              <a:gdLst>
                <a:gd name="T0" fmla="*/ 288 w 968"/>
                <a:gd name="T1" fmla="*/ 965 h 965"/>
                <a:gd name="T2" fmla="*/ 0 w 968"/>
                <a:gd name="T3" fmla="*/ 678 h 965"/>
                <a:gd name="T4" fmla="*/ 288 w 968"/>
                <a:gd name="T5" fmla="*/ 390 h 965"/>
                <a:gd name="T6" fmla="*/ 343 w 968"/>
                <a:gd name="T7" fmla="*/ 395 h 965"/>
                <a:gd name="T8" fmla="*/ 695 w 968"/>
                <a:gd name="T9" fmla="*/ 43 h 965"/>
                <a:gd name="T10" fmla="*/ 798 w 968"/>
                <a:gd name="T11" fmla="*/ 0 h 965"/>
                <a:gd name="T12" fmla="*/ 901 w 968"/>
                <a:gd name="T13" fmla="*/ 43 h 965"/>
                <a:gd name="T14" fmla="*/ 926 w 968"/>
                <a:gd name="T15" fmla="*/ 68 h 965"/>
                <a:gd name="T16" fmla="*/ 968 w 968"/>
                <a:gd name="T17" fmla="*/ 171 h 965"/>
                <a:gd name="T18" fmla="*/ 926 w 968"/>
                <a:gd name="T19" fmla="*/ 274 h 965"/>
                <a:gd name="T20" fmla="*/ 571 w 968"/>
                <a:gd name="T21" fmla="*/ 628 h 965"/>
                <a:gd name="T22" fmla="*/ 575 w 968"/>
                <a:gd name="T23" fmla="*/ 678 h 965"/>
                <a:gd name="T24" fmla="*/ 288 w 968"/>
                <a:gd name="T25" fmla="*/ 965 h 965"/>
                <a:gd name="T26" fmla="*/ 288 w 968"/>
                <a:gd name="T27" fmla="*/ 430 h 965"/>
                <a:gd name="T28" fmla="*/ 40 w 968"/>
                <a:gd name="T29" fmla="*/ 678 h 965"/>
                <a:gd name="T30" fmla="*/ 288 w 968"/>
                <a:gd name="T31" fmla="*/ 925 h 965"/>
                <a:gd name="T32" fmla="*/ 535 w 968"/>
                <a:gd name="T33" fmla="*/ 678 h 965"/>
                <a:gd name="T34" fmla="*/ 530 w 968"/>
                <a:gd name="T35" fmla="*/ 626 h 965"/>
                <a:gd name="T36" fmla="*/ 528 w 968"/>
                <a:gd name="T37" fmla="*/ 615 h 965"/>
                <a:gd name="T38" fmla="*/ 898 w 968"/>
                <a:gd name="T39" fmla="*/ 245 h 965"/>
                <a:gd name="T40" fmla="*/ 928 w 968"/>
                <a:gd name="T41" fmla="*/ 171 h 965"/>
                <a:gd name="T42" fmla="*/ 898 w 968"/>
                <a:gd name="T43" fmla="*/ 96 h 965"/>
                <a:gd name="T44" fmla="*/ 873 w 968"/>
                <a:gd name="T45" fmla="*/ 71 h 965"/>
                <a:gd name="T46" fmla="*/ 798 w 968"/>
                <a:gd name="T47" fmla="*/ 40 h 965"/>
                <a:gd name="T48" fmla="*/ 723 w 968"/>
                <a:gd name="T49" fmla="*/ 71 h 965"/>
                <a:gd name="T50" fmla="*/ 355 w 968"/>
                <a:gd name="T51" fmla="*/ 439 h 965"/>
                <a:gd name="T52" fmla="*/ 345 w 968"/>
                <a:gd name="T53" fmla="*/ 436 h 965"/>
                <a:gd name="T54" fmla="*/ 288 w 968"/>
                <a:gd name="T55" fmla="*/ 430 h 9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68" h="965">
                  <a:moveTo>
                    <a:pt x="288" y="965"/>
                  </a:moveTo>
                  <a:cubicBezTo>
                    <a:pt x="129" y="965"/>
                    <a:pt x="0" y="836"/>
                    <a:pt x="0" y="678"/>
                  </a:cubicBezTo>
                  <a:cubicBezTo>
                    <a:pt x="0" y="519"/>
                    <a:pt x="129" y="390"/>
                    <a:pt x="288" y="390"/>
                  </a:cubicBezTo>
                  <a:cubicBezTo>
                    <a:pt x="306" y="390"/>
                    <a:pt x="325" y="392"/>
                    <a:pt x="343" y="395"/>
                  </a:cubicBezTo>
                  <a:cubicBezTo>
                    <a:pt x="695" y="43"/>
                    <a:pt x="695" y="43"/>
                    <a:pt x="695" y="43"/>
                  </a:cubicBezTo>
                  <a:cubicBezTo>
                    <a:pt x="722" y="16"/>
                    <a:pt x="759" y="0"/>
                    <a:pt x="798" y="0"/>
                  </a:cubicBezTo>
                  <a:cubicBezTo>
                    <a:pt x="837" y="0"/>
                    <a:pt x="874" y="16"/>
                    <a:pt x="901" y="43"/>
                  </a:cubicBezTo>
                  <a:cubicBezTo>
                    <a:pt x="926" y="68"/>
                    <a:pt x="926" y="68"/>
                    <a:pt x="926" y="68"/>
                  </a:cubicBezTo>
                  <a:cubicBezTo>
                    <a:pt x="953" y="95"/>
                    <a:pt x="968" y="132"/>
                    <a:pt x="968" y="171"/>
                  </a:cubicBezTo>
                  <a:cubicBezTo>
                    <a:pt x="968" y="210"/>
                    <a:pt x="953" y="246"/>
                    <a:pt x="926" y="274"/>
                  </a:cubicBezTo>
                  <a:cubicBezTo>
                    <a:pt x="571" y="628"/>
                    <a:pt x="571" y="628"/>
                    <a:pt x="571" y="628"/>
                  </a:cubicBezTo>
                  <a:cubicBezTo>
                    <a:pt x="574" y="645"/>
                    <a:pt x="575" y="661"/>
                    <a:pt x="575" y="678"/>
                  </a:cubicBezTo>
                  <a:cubicBezTo>
                    <a:pt x="575" y="836"/>
                    <a:pt x="446" y="965"/>
                    <a:pt x="288" y="965"/>
                  </a:cubicBezTo>
                  <a:close/>
                  <a:moveTo>
                    <a:pt x="288" y="430"/>
                  </a:moveTo>
                  <a:cubicBezTo>
                    <a:pt x="151" y="430"/>
                    <a:pt x="40" y="541"/>
                    <a:pt x="40" y="678"/>
                  </a:cubicBezTo>
                  <a:cubicBezTo>
                    <a:pt x="40" y="814"/>
                    <a:pt x="151" y="925"/>
                    <a:pt x="288" y="925"/>
                  </a:cubicBezTo>
                  <a:cubicBezTo>
                    <a:pt x="424" y="925"/>
                    <a:pt x="535" y="814"/>
                    <a:pt x="535" y="678"/>
                  </a:cubicBezTo>
                  <a:cubicBezTo>
                    <a:pt x="535" y="660"/>
                    <a:pt x="534" y="643"/>
                    <a:pt x="530" y="626"/>
                  </a:cubicBezTo>
                  <a:cubicBezTo>
                    <a:pt x="528" y="615"/>
                    <a:pt x="528" y="615"/>
                    <a:pt x="528" y="615"/>
                  </a:cubicBezTo>
                  <a:cubicBezTo>
                    <a:pt x="898" y="245"/>
                    <a:pt x="898" y="245"/>
                    <a:pt x="898" y="245"/>
                  </a:cubicBezTo>
                  <a:cubicBezTo>
                    <a:pt x="917" y="226"/>
                    <a:pt x="928" y="199"/>
                    <a:pt x="928" y="171"/>
                  </a:cubicBezTo>
                  <a:cubicBezTo>
                    <a:pt x="928" y="142"/>
                    <a:pt x="917" y="116"/>
                    <a:pt x="898" y="96"/>
                  </a:cubicBezTo>
                  <a:cubicBezTo>
                    <a:pt x="873" y="71"/>
                    <a:pt x="873" y="71"/>
                    <a:pt x="873" y="71"/>
                  </a:cubicBezTo>
                  <a:cubicBezTo>
                    <a:pt x="853" y="51"/>
                    <a:pt x="826" y="40"/>
                    <a:pt x="798" y="40"/>
                  </a:cubicBezTo>
                  <a:cubicBezTo>
                    <a:pt x="770" y="40"/>
                    <a:pt x="743" y="51"/>
                    <a:pt x="723" y="71"/>
                  </a:cubicBezTo>
                  <a:cubicBezTo>
                    <a:pt x="355" y="439"/>
                    <a:pt x="355" y="439"/>
                    <a:pt x="355" y="439"/>
                  </a:cubicBezTo>
                  <a:cubicBezTo>
                    <a:pt x="345" y="436"/>
                    <a:pt x="345" y="436"/>
                    <a:pt x="345" y="436"/>
                  </a:cubicBezTo>
                  <a:cubicBezTo>
                    <a:pt x="326" y="432"/>
                    <a:pt x="307" y="430"/>
                    <a:pt x="288" y="4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5" name="Oval 213"/>
            <p:cNvSpPr>
              <a:spLocks noChangeArrowheads="1"/>
            </p:cNvSpPr>
            <p:nvPr/>
          </p:nvSpPr>
          <p:spPr bwMode="auto">
            <a:xfrm>
              <a:off x="3865563" y="6510338"/>
              <a:ext cx="63500" cy="635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6" name="Freeform 214"/>
            <p:cNvSpPr>
              <a:spLocks/>
            </p:cNvSpPr>
            <p:nvPr/>
          </p:nvSpPr>
          <p:spPr bwMode="auto">
            <a:xfrm>
              <a:off x="3908425" y="6408738"/>
              <a:ext cx="123825" cy="125413"/>
            </a:xfrm>
            <a:custGeom>
              <a:avLst/>
              <a:gdLst>
                <a:gd name="T0" fmla="*/ 7 w 78"/>
                <a:gd name="T1" fmla="*/ 79 h 79"/>
                <a:gd name="T2" fmla="*/ 0 w 78"/>
                <a:gd name="T3" fmla="*/ 71 h 79"/>
                <a:gd name="T4" fmla="*/ 71 w 78"/>
                <a:gd name="T5" fmla="*/ 0 h 79"/>
                <a:gd name="T6" fmla="*/ 78 w 78"/>
                <a:gd name="T7" fmla="*/ 8 h 79"/>
                <a:gd name="T8" fmla="*/ 7 w 78"/>
                <a:gd name="T9" fmla="*/ 79 h 79"/>
              </a:gdLst>
              <a:ahLst/>
              <a:cxnLst>
                <a:cxn ang="0">
                  <a:pos x="T0" y="T1"/>
                </a:cxn>
                <a:cxn ang="0">
                  <a:pos x="T2" y="T3"/>
                </a:cxn>
                <a:cxn ang="0">
                  <a:pos x="T4" y="T5"/>
                </a:cxn>
                <a:cxn ang="0">
                  <a:pos x="T6" y="T7"/>
                </a:cxn>
                <a:cxn ang="0">
                  <a:pos x="T8" y="T9"/>
                </a:cxn>
              </a:cxnLst>
              <a:rect l="0" t="0" r="r" b="b"/>
              <a:pathLst>
                <a:path w="78" h="79">
                  <a:moveTo>
                    <a:pt x="7" y="79"/>
                  </a:moveTo>
                  <a:lnTo>
                    <a:pt x="0" y="71"/>
                  </a:lnTo>
                  <a:lnTo>
                    <a:pt x="71" y="0"/>
                  </a:lnTo>
                  <a:lnTo>
                    <a:pt x="78" y="8"/>
                  </a:lnTo>
                  <a:lnTo>
                    <a:pt x="7" y="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557" name="组合 556"/>
          <p:cNvGrpSpPr/>
          <p:nvPr/>
        </p:nvGrpSpPr>
        <p:grpSpPr>
          <a:xfrm>
            <a:off x="11660378" y="4892127"/>
            <a:ext cx="286784" cy="276818"/>
            <a:chOff x="5526088" y="4506913"/>
            <a:chExt cx="411163" cy="396875"/>
          </a:xfrm>
          <a:solidFill>
            <a:srgbClr val="707E84"/>
          </a:solidFill>
        </p:grpSpPr>
        <p:sp>
          <p:nvSpPr>
            <p:cNvPr id="558" name="Freeform 231"/>
            <p:cNvSpPr>
              <a:spLocks noEditPoints="1"/>
            </p:cNvSpPr>
            <p:nvPr/>
          </p:nvSpPr>
          <p:spPr bwMode="auto">
            <a:xfrm>
              <a:off x="5526088" y="4506913"/>
              <a:ext cx="411163" cy="396875"/>
            </a:xfrm>
            <a:custGeom>
              <a:avLst/>
              <a:gdLst>
                <a:gd name="T0" fmla="*/ 792 w 960"/>
                <a:gd name="T1" fmla="*/ 928 h 928"/>
                <a:gd name="T2" fmla="*/ 154 w 960"/>
                <a:gd name="T3" fmla="*/ 928 h 928"/>
                <a:gd name="T4" fmla="*/ 0 w 960"/>
                <a:gd name="T5" fmla="*/ 766 h 928"/>
                <a:gd name="T6" fmla="*/ 0 w 960"/>
                <a:gd name="T7" fmla="*/ 267 h 928"/>
                <a:gd name="T8" fmla="*/ 154 w 960"/>
                <a:gd name="T9" fmla="*/ 108 h 928"/>
                <a:gd name="T10" fmla="*/ 196 w 960"/>
                <a:gd name="T11" fmla="*/ 108 h 928"/>
                <a:gd name="T12" fmla="*/ 196 w 960"/>
                <a:gd name="T13" fmla="*/ 16 h 928"/>
                <a:gd name="T14" fmla="*/ 236 w 960"/>
                <a:gd name="T15" fmla="*/ 16 h 928"/>
                <a:gd name="T16" fmla="*/ 236 w 960"/>
                <a:gd name="T17" fmla="*/ 108 h 928"/>
                <a:gd name="T18" fmla="*/ 415 w 960"/>
                <a:gd name="T19" fmla="*/ 108 h 928"/>
                <a:gd name="T20" fmla="*/ 494 w 960"/>
                <a:gd name="T21" fmla="*/ 74 h 928"/>
                <a:gd name="T22" fmla="*/ 573 w 960"/>
                <a:gd name="T23" fmla="*/ 0 h 928"/>
                <a:gd name="T24" fmla="*/ 881 w 960"/>
                <a:gd name="T25" fmla="*/ 0 h 928"/>
                <a:gd name="T26" fmla="*/ 960 w 960"/>
                <a:gd name="T27" fmla="*/ 83 h 928"/>
                <a:gd name="T28" fmla="*/ 960 w 960"/>
                <a:gd name="T29" fmla="*/ 766 h 928"/>
                <a:gd name="T30" fmla="*/ 792 w 960"/>
                <a:gd name="T31" fmla="*/ 928 h 928"/>
                <a:gd name="T32" fmla="*/ 154 w 960"/>
                <a:gd name="T33" fmla="*/ 148 h 928"/>
                <a:gd name="T34" fmla="*/ 40 w 960"/>
                <a:gd name="T35" fmla="*/ 267 h 928"/>
                <a:gd name="T36" fmla="*/ 40 w 960"/>
                <a:gd name="T37" fmla="*/ 766 h 928"/>
                <a:gd name="T38" fmla="*/ 154 w 960"/>
                <a:gd name="T39" fmla="*/ 888 h 928"/>
                <a:gd name="T40" fmla="*/ 792 w 960"/>
                <a:gd name="T41" fmla="*/ 888 h 928"/>
                <a:gd name="T42" fmla="*/ 920 w 960"/>
                <a:gd name="T43" fmla="*/ 766 h 928"/>
                <a:gd name="T44" fmla="*/ 920 w 960"/>
                <a:gd name="T45" fmla="*/ 83 h 928"/>
                <a:gd name="T46" fmla="*/ 881 w 960"/>
                <a:gd name="T47" fmla="*/ 40 h 928"/>
                <a:gd name="T48" fmla="*/ 573 w 960"/>
                <a:gd name="T49" fmla="*/ 40 h 928"/>
                <a:gd name="T50" fmla="*/ 534 w 960"/>
                <a:gd name="T51" fmla="*/ 74 h 928"/>
                <a:gd name="T52" fmla="*/ 415 w 960"/>
                <a:gd name="T53" fmla="*/ 148 h 928"/>
                <a:gd name="T54" fmla="*/ 154 w 960"/>
                <a:gd name="T55" fmla="*/ 148 h 9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60" h="928">
                  <a:moveTo>
                    <a:pt x="792" y="928"/>
                  </a:moveTo>
                  <a:cubicBezTo>
                    <a:pt x="154" y="928"/>
                    <a:pt x="154" y="928"/>
                    <a:pt x="154" y="928"/>
                  </a:cubicBezTo>
                  <a:cubicBezTo>
                    <a:pt x="69" y="928"/>
                    <a:pt x="0" y="855"/>
                    <a:pt x="0" y="766"/>
                  </a:cubicBezTo>
                  <a:cubicBezTo>
                    <a:pt x="0" y="267"/>
                    <a:pt x="0" y="267"/>
                    <a:pt x="0" y="267"/>
                  </a:cubicBezTo>
                  <a:cubicBezTo>
                    <a:pt x="0" y="178"/>
                    <a:pt x="68" y="108"/>
                    <a:pt x="154" y="108"/>
                  </a:cubicBezTo>
                  <a:cubicBezTo>
                    <a:pt x="196" y="108"/>
                    <a:pt x="196" y="108"/>
                    <a:pt x="196" y="108"/>
                  </a:cubicBezTo>
                  <a:cubicBezTo>
                    <a:pt x="196" y="16"/>
                    <a:pt x="196" y="16"/>
                    <a:pt x="196" y="16"/>
                  </a:cubicBezTo>
                  <a:cubicBezTo>
                    <a:pt x="236" y="16"/>
                    <a:pt x="236" y="16"/>
                    <a:pt x="236" y="16"/>
                  </a:cubicBezTo>
                  <a:cubicBezTo>
                    <a:pt x="236" y="108"/>
                    <a:pt x="236" y="108"/>
                    <a:pt x="236" y="108"/>
                  </a:cubicBezTo>
                  <a:cubicBezTo>
                    <a:pt x="415" y="108"/>
                    <a:pt x="415" y="108"/>
                    <a:pt x="415" y="108"/>
                  </a:cubicBezTo>
                  <a:cubicBezTo>
                    <a:pt x="494" y="108"/>
                    <a:pt x="494" y="105"/>
                    <a:pt x="494" y="74"/>
                  </a:cubicBezTo>
                  <a:cubicBezTo>
                    <a:pt x="494" y="56"/>
                    <a:pt x="494" y="0"/>
                    <a:pt x="573" y="0"/>
                  </a:cubicBezTo>
                  <a:cubicBezTo>
                    <a:pt x="881" y="0"/>
                    <a:pt x="881" y="0"/>
                    <a:pt x="881" y="0"/>
                  </a:cubicBezTo>
                  <a:cubicBezTo>
                    <a:pt x="915" y="0"/>
                    <a:pt x="960" y="9"/>
                    <a:pt x="960" y="83"/>
                  </a:cubicBezTo>
                  <a:cubicBezTo>
                    <a:pt x="960" y="766"/>
                    <a:pt x="960" y="766"/>
                    <a:pt x="960" y="766"/>
                  </a:cubicBezTo>
                  <a:cubicBezTo>
                    <a:pt x="960" y="852"/>
                    <a:pt x="881" y="928"/>
                    <a:pt x="792" y="928"/>
                  </a:cubicBezTo>
                  <a:close/>
                  <a:moveTo>
                    <a:pt x="154" y="148"/>
                  </a:moveTo>
                  <a:cubicBezTo>
                    <a:pt x="90" y="148"/>
                    <a:pt x="40" y="200"/>
                    <a:pt x="40" y="267"/>
                  </a:cubicBezTo>
                  <a:cubicBezTo>
                    <a:pt x="40" y="766"/>
                    <a:pt x="40" y="766"/>
                    <a:pt x="40" y="766"/>
                  </a:cubicBezTo>
                  <a:cubicBezTo>
                    <a:pt x="40" y="833"/>
                    <a:pt x="91" y="888"/>
                    <a:pt x="154" y="888"/>
                  </a:cubicBezTo>
                  <a:cubicBezTo>
                    <a:pt x="792" y="888"/>
                    <a:pt x="792" y="888"/>
                    <a:pt x="792" y="888"/>
                  </a:cubicBezTo>
                  <a:cubicBezTo>
                    <a:pt x="859" y="888"/>
                    <a:pt x="920" y="830"/>
                    <a:pt x="920" y="766"/>
                  </a:cubicBezTo>
                  <a:cubicBezTo>
                    <a:pt x="920" y="83"/>
                    <a:pt x="920" y="83"/>
                    <a:pt x="920" y="83"/>
                  </a:cubicBezTo>
                  <a:cubicBezTo>
                    <a:pt x="920" y="44"/>
                    <a:pt x="909" y="40"/>
                    <a:pt x="881" y="40"/>
                  </a:cubicBezTo>
                  <a:cubicBezTo>
                    <a:pt x="573" y="40"/>
                    <a:pt x="573" y="40"/>
                    <a:pt x="573" y="40"/>
                  </a:cubicBezTo>
                  <a:cubicBezTo>
                    <a:pt x="534" y="40"/>
                    <a:pt x="534" y="54"/>
                    <a:pt x="534" y="74"/>
                  </a:cubicBezTo>
                  <a:cubicBezTo>
                    <a:pt x="534" y="148"/>
                    <a:pt x="484" y="148"/>
                    <a:pt x="415" y="148"/>
                  </a:cubicBezTo>
                  <a:lnTo>
                    <a:pt x="154" y="1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9" name="Freeform 232"/>
            <p:cNvSpPr>
              <a:spLocks noEditPoints="1"/>
            </p:cNvSpPr>
            <p:nvPr/>
          </p:nvSpPr>
          <p:spPr bwMode="auto">
            <a:xfrm>
              <a:off x="5630863" y="4624388"/>
              <a:ext cx="195263" cy="195263"/>
            </a:xfrm>
            <a:custGeom>
              <a:avLst/>
              <a:gdLst>
                <a:gd name="T0" fmla="*/ 228 w 456"/>
                <a:gd name="T1" fmla="*/ 456 h 456"/>
                <a:gd name="T2" fmla="*/ 0 w 456"/>
                <a:gd name="T3" fmla="*/ 228 h 456"/>
                <a:gd name="T4" fmla="*/ 228 w 456"/>
                <a:gd name="T5" fmla="*/ 0 h 456"/>
                <a:gd name="T6" fmla="*/ 456 w 456"/>
                <a:gd name="T7" fmla="*/ 228 h 456"/>
                <a:gd name="T8" fmla="*/ 228 w 456"/>
                <a:gd name="T9" fmla="*/ 456 h 456"/>
                <a:gd name="T10" fmla="*/ 228 w 456"/>
                <a:gd name="T11" fmla="*/ 40 h 456"/>
                <a:gd name="T12" fmla="*/ 40 w 456"/>
                <a:gd name="T13" fmla="*/ 228 h 456"/>
                <a:gd name="T14" fmla="*/ 228 w 456"/>
                <a:gd name="T15" fmla="*/ 416 h 456"/>
                <a:gd name="T16" fmla="*/ 416 w 456"/>
                <a:gd name="T17" fmla="*/ 228 h 456"/>
                <a:gd name="T18" fmla="*/ 228 w 456"/>
                <a:gd name="T19" fmla="*/ 4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6" h="456">
                  <a:moveTo>
                    <a:pt x="228" y="456"/>
                  </a:moveTo>
                  <a:cubicBezTo>
                    <a:pt x="102" y="456"/>
                    <a:pt x="0" y="353"/>
                    <a:pt x="0" y="228"/>
                  </a:cubicBezTo>
                  <a:cubicBezTo>
                    <a:pt x="0" y="102"/>
                    <a:pt x="102" y="0"/>
                    <a:pt x="228" y="0"/>
                  </a:cubicBezTo>
                  <a:cubicBezTo>
                    <a:pt x="353" y="0"/>
                    <a:pt x="456" y="102"/>
                    <a:pt x="456" y="228"/>
                  </a:cubicBezTo>
                  <a:cubicBezTo>
                    <a:pt x="456" y="353"/>
                    <a:pt x="353" y="456"/>
                    <a:pt x="228" y="456"/>
                  </a:cubicBezTo>
                  <a:close/>
                  <a:moveTo>
                    <a:pt x="228" y="40"/>
                  </a:moveTo>
                  <a:cubicBezTo>
                    <a:pt x="124" y="40"/>
                    <a:pt x="40" y="124"/>
                    <a:pt x="40" y="228"/>
                  </a:cubicBezTo>
                  <a:cubicBezTo>
                    <a:pt x="40" y="331"/>
                    <a:pt x="124" y="416"/>
                    <a:pt x="228" y="416"/>
                  </a:cubicBezTo>
                  <a:cubicBezTo>
                    <a:pt x="331" y="416"/>
                    <a:pt x="416" y="331"/>
                    <a:pt x="416" y="228"/>
                  </a:cubicBezTo>
                  <a:cubicBezTo>
                    <a:pt x="416" y="124"/>
                    <a:pt x="331" y="40"/>
                    <a:pt x="228"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0" name="Rectangle 233"/>
            <p:cNvSpPr>
              <a:spLocks noChangeArrowheads="1"/>
            </p:cNvSpPr>
            <p:nvPr/>
          </p:nvSpPr>
          <p:spPr bwMode="auto">
            <a:xfrm>
              <a:off x="5797550" y="4560888"/>
              <a:ext cx="84138" cy="254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561" name="组合 560"/>
          <p:cNvGrpSpPr/>
          <p:nvPr/>
        </p:nvGrpSpPr>
        <p:grpSpPr>
          <a:xfrm>
            <a:off x="11645984" y="5394014"/>
            <a:ext cx="295642" cy="284569"/>
            <a:chOff x="5522913" y="5373688"/>
            <a:chExt cx="423863" cy="407988"/>
          </a:xfrm>
          <a:solidFill>
            <a:srgbClr val="707E84"/>
          </a:solidFill>
        </p:grpSpPr>
        <p:sp>
          <p:nvSpPr>
            <p:cNvPr id="562" name="Freeform 292"/>
            <p:cNvSpPr>
              <a:spLocks noEditPoints="1"/>
            </p:cNvSpPr>
            <p:nvPr/>
          </p:nvSpPr>
          <p:spPr bwMode="auto">
            <a:xfrm>
              <a:off x="5726113" y="5562601"/>
              <a:ext cx="220663" cy="219075"/>
            </a:xfrm>
            <a:custGeom>
              <a:avLst/>
              <a:gdLst>
                <a:gd name="T0" fmla="*/ 257 w 514"/>
                <a:gd name="T1" fmla="*/ 513 h 513"/>
                <a:gd name="T2" fmla="*/ 0 w 514"/>
                <a:gd name="T3" fmla="*/ 256 h 513"/>
                <a:gd name="T4" fmla="*/ 257 w 514"/>
                <a:gd name="T5" fmla="*/ 0 h 513"/>
                <a:gd name="T6" fmla="*/ 514 w 514"/>
                <a:gd name="T7" fmla="*/ 256 h 513"/>
                <a:gd name="T8" fmla="*/ 257 w 514"/>
                <a:gd name="T9" fmla="*/ 513 h 513"/>
                <a:gd name="T10" fmla="*/ 257 w 514"/>
                <a:gd name="T11" fmla="*/ 40 h 513"/>
                <a:gd name="T12" fmla="*/ 40 w 514"/>
                <a:gd name="T13" fmla="*/ 256 h 513"/>
                <a:gd name="T14" fmla="*/ 257 w 514"/>
                <a:gd name="T15" fmla="*/ 473 h 513"/>
                <a:gd name="T16" fmla="*/ 474 w 514"/>
                <a:gd name="T17" fmla="*/ 256 h 513"/>
                <a:gd name="T18" fmla="*/ 257 w 514"/>
                <a:gd name="T19" fmla="*/ 40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4" h="513">
                  <a:moveTo>
                    <a:pt x="257" y="513"/>
                  </a:moveTo>
                  <a:cubicBezTo>
                    <a:pt x="115" y="513"/>
                    <a:pt x="0" y="398"/>
                    <a:pt x="0" y="256"/>
                  </a:cubicBezTo>
                  <a:cubicBezTo>
                    <a:pt x="0" y="115"/>
                    <a:pt x="115" y="0"/>
                    <a:pt x="257" y="0"/>
                  </a:cubicBezTo>
                  <a:cubicBezTo>
                    <a:pt x="399" y="0"/>
                    <a:pt x="514" y="115"/>
                    <a:pt x="514" y="256"/>
                  </a:cubicBezTo>
                  <a:cubicBezTo>
                    <a:pt x="514" y="398"/>
                    <a:pt x="399" y="513"/>
                    <a:pt x="257" y="513"/>
                  </a:cubicBezTo>
                  <a:close/>
                  <a:moveTo>
                    <a:pt x="257" y="40"/>
                  </a:moveTo>
                  <a:cubicBezTo>
                    <a:pt x="137" y="40"/>
                    <a:pt x="40" y="137"/>
                    <a:pt x="40" y="256"/>
                  </a:cubicBezTo>
                  <a:cubicBezTo>
                    <a:pt x="40" y="376"/>
                    <a:pt x="137" y="473"/>
                    <a:pt x="257" y="473"/>
                  </a:cubicBezTo>
                  <a:cubicBezTo>
                    <a:pt x="377" y="473"/>
                    <a:pt x="474" y="376"/>
                    <a:pt x="474" y="256"/>
                  </a:cubicBezTo>
                  <a:cubicBezTo>
                    <a:pt x="474" y="137"/>
                    <a:pt x="377" y="40"/>
                    <a:pt x="257"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3" name="Freeform 293"/>
            <p:cNvSpPr>
              <a:spLocks/>
            </p:cNvSpPr>
            <p:nvPr/>
          </p:nvSpPr>
          <p:spPr bwMode="auto">
            <a:xfrm>
              <a:off x="5522913" y="5373688"/>
              <a:ext cx="395288" cy="385763"/>
            </a:xfrm>
            <a:custGeom>
              <a:avLst/>
              <a:gdLst>
                <a:gd name="T0" fmla="*/ 359 w 922"/>
                <a:gd name="T1" fmla="*/ 900 h 900"/>
                <a:gd name="T2" fmla="*/ 296 w 922"/>
                <a:gd name="T3" fmla="*/ 882 h 900"/>
                <a:gd name="T4" fmla="*/ 277 w 922"/>
                <a:gd name="T5" fmla="*/ 819 h 900"/>
                <a:gd name="T6" fmla="*/ 277 w 922"/>
                <a:gd name="T7" fmla="*/ 798 h 900"/>
                <a:gd name="T8" fmla="*/ 276 w 922"/>
                <a:gd name="T9" fmla="*/ 725 h 900"/>
                <a:gd name="T10" fmla="*/ 200 w 922"/>
                <a:gd name="T11" fmla="*/ 668 h 900"/>
                <a:gd name="T12" fmla="*/ 114 w 922"/>
                <a:gd name="T13" fmla="*/ 668 h 900"/>
                <a:gd name="T14" fmla="*/ 17 w 922"/>
                <a:gd name="T15" fmla="*/ 603 h 900"/>
                <a:gd name="T16" fmla="*/ 35 w 922"/>
                <a:gd name="T17" fmla="*/ 483 h 900"/>
                <a:gd name="T18" fmla="*/ 247 w 922"/>
                <a:gd name="T19" fmla="*/ 250 h 900"/>
                <a:gd name="T20" fmla="*/ 416 w 922"/>
                <a:gd name="T21" fmla="*/ 64 h 900"/>
                <a:gd name="T22" fmla="*/ 640 w 922"/>
                <a:gd name="T23" fmla="*/ 60 h 900"/>
                <a:gd name="T24" fmla="*/ 922 w 922"/>
                <a:gd name="T25" fmla="*/ 363 h 900"/>
                <a:gd name="T26" fmla="*/ 892 w 922"/>
                <a:gd name="T27" fmla="*/ 389 h 900"/>
                <a:gd name="T28" fmla="*/ 614 w 922"/>
                <a:gd name="T29" fmla="*/ 90 h 900"/>
                <a:gd name="T30" fmla="*/ 444 w 922"/>
                <a:gd name="T31" fmla="*/ 92 h 900"/>
                <a:gd name="T32" fmla="*/ 277 w 922"/>
                <a:gd name="T33" fmla="*/ 276 h 900"/>
                <a:gd name="T34" fmla="*/ 63 w 922"/>
                <a:gd name="T35" fmla="*/ 511 h 900"/>
                <a:gd name="T36" fmla="*/ 54 w 922"/>
                <a:gd name="T37" fmla="*/ 588 h 900"/>
                <a:gd name="T38" fmla="*/ 114 w 922"/>
                <a:gd name="T39" fmla="*/ 628 h 900"/>
                <a:gd name="T40" fmla="*/ 200 w 922"/>
                <a:gd name="T41" fmla="*/ 628 h 900"/>
                <a:gd name="T42" fmla="*/ 316 w 922"/>
                <a:gd name="T43" fmla="*/ 722 h 900"/>
                <a:gd name="T44" fmla="*/ 317 w 922"/>
                <a:gd name="T45" fmla="*/ 799 h 900"/>
                <a:gd name="T46" fmla="*/ 317 w 922"/>
                <a:gd name="T47" fmla="*/ 819 h 900"/>
                <a:gd name="T48" fmla="*/ 325 w 922"/>
                <a:gd name="T49" fmla="*/ 854 h 900"/>
                <a:gd name="T50" fmla="*/ 365 w 922"/>
                <a:gd name="T51" fmla="*/ 860 h 900"/>
                <a:gd name="T52" fmla="*/ 372 w 922"/>
                <a:gd name="T53" fmla="*/ 860 h 900"/>
                <a:gd name="T54" fmla="*/ 463 w 922"/>
                <a:gd name="T55" fmla="*/ 860 h 900"/>
                <a:gd name="T56" fmla="*/ 463 w 922"/>
                <a:gd name="T57" fmla="*/ 900 h 900"/>
                <a:gd name="T58" fmla="*/ 365 w 922"/>
                <a:gd name="T59" fmla="*/ 900 h 900"/>
                <a:gd name="T60" fmla="*/ 359 w 922"/>
                <a:gd name="T61" fmla="*/ 900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22" h="900">
                  <a:moveTo>
                    <a:pt x="359" y="900"/>
                  </a:moveTo>
                  <a:cubicBezTo>
                    <a:pt x="336" y="900"/>
                    <a:pt x="313" y="899"/>
                    <a:pt x="296" y="882"/>
                  </a:cubicBezTo>
                  <a:cubicBezTo>
                    <a:pt x="283" y="869"/>
                    <a:pt x="277" y="849"/>
                    <a:pt x="277" y="819"/>
                  </a:cubicBezTo>
                  <a:cubicBezTo>
                    <a:pt x="277" y="813"/>
                    <a:pt x="277" y="806"/>
                    <a:pt x="277" y="798"/>
                  </a:cubicBezTo>
                  <a:cubicBezTo>
                    <a:pt x="277" y="778"/>
                    <a:pt x="278" y="754"/>
                    <a:pt x="276" y="725"/>
                  </a:cubicBezTo>
                  <a:cubicBezTo>
                    <a:pt x="272" y="682"/>
                    <a:pt x="254" y="668"/>
                    <a:pt x="200" y="668"/>
                  </a:cubicBezTo>
                  <a:cubicBezTo>
                    <a:pt x="114" y="668"/>
                    <a:pt x="114" y="668"/>
                    <a:pt x="114" y="668"/>
                  </a:cubicBezTo>
                  <a:cubicBezTo>
                    <a:pt x="70" y="668"/>
                    <a:pt x="34" y="644"/>
                    <a:pt x="17" y="603"/>
                  </a:cubicBezTo>
                  <a:cubicBezTo>
                    <a:pt x="0" y="561"/>
                    <a:pt x="7" y="511"/>
                    <a:pt x="35" y="483"/>
                  </a:cubicBezTo>
                  <a:cubicBezTo>
                    <a:pt x="65" y="453"/>
                    <a:pt x="162" y="345"/>
                    <a:pt x="247" y="250"/>
                  </a:cubicBezTo>
                  <a:cubicBezTo>
                    <a:pt x="323" y="164"/>
                    <a:pt x="395" y="84"/>
                    <a:pt x="416" y="64"/>
                  </a:cubicBezTo>
                  <a:cubicBezTo>
                    <a:pt x="466" y="13"/>
                    <a:pt x="568" y="0"/>
                    <a:pt x="640" y="60"/>
                  </a:cubicBezTo>
                  <a:cubicBezTo>
                    <a:pt x="705" y="114"/>
                    <a:pt x="914" y="352"/>
                    <a:pt x="922" y="363"/>
                  </a:cubicBezTo>
                  <a:cubicBezTo>
                    <a:pt x="892" y="389"/>
                    <a:pt x="892" y="389"/>
                    <a:pt x="892" y="389"/>
                  </a:cubicBezTo>
                  <a:cubicBezTo>
                    <a:pt x="890" y="386"/>
                    <a:pt x="677" y="143"/>
                    <a:pt x="614" y="90"/>
                  </a:cubicBezTo>
                  <a:cubicBezTo>
                    <a:pt x="559" y="44"/>
                    <a:pt x="482" y="54"/>
                    <a:pt x="444" y="92"/>
                  </a:cubicBezTo>
                  <a:cubicBezTo>
                    <a:pt x="424" y="111"/>
                    <a:pt x="353" y="191"/>
                    <a:pt x="277" y="276"/>
                  </a:cubicBezTo>
                  <a:cubicBezTo>
                    <a:pt x="187" y="377"/>
                    <a:pt x="94" y="480"/>
                    <a:pt x="63" y="511"/>
                  </a:cubicBezTo>
                  <a:cubicBezTo>
                    <a:pt x="47" y="528"/>
                    <a:pt x="43" y="561"/>
                    <a:pt x="54" y="588"/>
                  </a:cubicBezTo>
                  <a:cubicBezTo>
                    <a:pt x="60" y="603"/>
                    <a:pt x="76" y="628"/>
                    <a:pt x="114" y="628"/>
                  </a:cubicBezTo>
                  <a:cubicBezTo>
                    <a:pt x="200" y="628"/>
                    <a:pt x="200" y="628"/>
                    <a:pt x="200" y="628"/>
                  </a:cubicBezTo>
                  <a:cubicBezTo>
                    <a:pt x="250" y="628"/>
                    <a:pt x="309" y="639"/>
                    <a:pt x="316" y="722"/>
                  </a:cubicBezTo>
                  <a:cubicBezTo>
                    <a:pt x="318" y="753"/>
                    <a:pt x="317" y="777"/>
                    <a:pt x="317" y="799"/>
                  </a:cubicBezTo>
                  <a:cubicBezTo>
                    <a:pt x="317" y="806"/>
                    <a:pt x="317" y="813"/>
                    <a:pt x="317" y="819"/>
                  </a:cubicBezTo>
                  <a:cubicBezTo>
                    <a:pt x="317" y="842"/>
                    <a:pt x="321" y="850"/>
                    <a:pt x="325" y="854"/>
                  </a:cubicBezTo>
                  <a:cubicBezTo>
                    <a:pt x="331" y="860"/>
                    <a:pt x="347" y="860"/>
                    <a:pt x="365" y="860"/>
                  </a:cubicBezTo>
                  <a:cubicBezTo>
                    <a:pt x="372" y="860"/>
                    <a:pt x="372" y="860"/>
                    <a:pt x="372" y="860"/>
                  </a:cubicBezTo>
                  <a:cubicBezTo>
                    <a:pt x="463" y="860"/>
                    <a:pt x="463" y="860"/>
                    <a:pt x="463" y="860"/>
                  </a:cubicBezTo>
                  <a:cubicBezTo>
                    <a:pt x="463" y="900"/>
                    <a:pt x="463" y="900"/>
                    <a:pt x="463" y="900"/>
                  </a:cubicBezTo>
                  <a:cubicBezTo>
                    <a:pt x="365" y="900"/>
                    <a:pt x="365" y="900"/>
                    <a:pt x="365" y="900"/>
                  </a:cubicBezTo>
                  <a:cubicBezTo>
                    <a:pt x="363" y="900"/>
                    <a:pt x="361" y="900"/>
                    <a:pt x="359" y="9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4" name="Rectangle 294"/>
            <p:cNvSpPr>
              <a:spLocks noChangeArrowheads="1"/>
            </p:cNvSpPr>
            <p:nvPr/>
          </p:nvSpPr>
          <p:spPr bwMode="auto">
            <a:xfrm>
              <a:off x="5773738" y="5662613"/>
              <a:ext cx="125413"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5" name="Rectangle 295"/>
            <p:cNvSpPr>
              <a:spLocks noChangeArrowheads="1"/>
            </p:cNvSpPr>
            <p:nvPr/>
          </p:nvSpPr>
          <p:spPr bwMode="auto">
            <a:xfrm>
              <a:off x="5829300" y="5608638"/>
              <a:ext cx="15875" cy="1254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566" name="组合 565"/>
          <p:cNvGrpSpPr/>
          <p:nvPr/>
        </p:nvGrpSpPr>
        <p:grpSpPr>
          <a:xfrm>
            <a:off x="11337586" y="5854945"/>
            <a:ext cx="241385" cy="279032"/>
            <a:chOff x="6437313" y="5381626"/>
            <a:chExt cx="346075" cy="400050"/>
          </a:xfrm>
          <a:solidFill>
            <a:srgbClr val="707E84"/>
          </a:solidFill>
        </p:grpSpPr>
        <p:sp>
          <p:nvSpPr>
            <p:cNvPr id="567" name="Freeform 296"/>
            <p:cNvSpPr>
              <a:spLocks/>
            </p:cNvSpPr>
            <p:nvPr/>
          </p:nvSpPr>
          <p:spPr bwMode="auto">
            <a:xfrm>
              <a:off x="6508750" y="5381626"/>
              <a:ext cx="203200" cy="123825"/>
            </a:xfrm>
            <a:custGeom>
              <a:avLst/>
              <a:gdLst>
                <a:gd name="T0" fmla="*/ 8 w 128"/>
                <a:gd name="T1" fmla="*/ 78 h 78"/>
                <a:gd name="T2" fmla="*/ 0 w 128"/>
                <a:gd name="T3" fmla="*/ 71 h 78"/>
                <a:gd name="T4" fmla="*/ 61 w 128"/>
                <a:gd name="T5" fmla="*/ 0 h 78"/>
                <a:gd name="T6" fmla="*/ 128 w 128"/>
                <a:gd name="T7" fmla="*/ 66 h 78"/>
                <a:gd name="T8" fmla="*/ 121 w 128"/>
                <a:gd name="T9" fmla="*/ 73 h 78"/>
                <a:gd name="T10" fmla="*/ 62 w 128"/>
                <a:gd name="T11" fmla="*/ 16 h 78"/>
                <a:gd name="T12" fmla="*/ 8 w 128"/>
                <a:gd name="T13" fmla="*/ 78 h 78"/>
              </a:gdLst>
              <a:ahLst/>
              <a:cxnLst>
                <a:cxn ang="0">
                  <a:pos x="T0" y="T1"/>
                </a:cxn>
                <a:cxn ang="0">
                  <a:pos x="T2" y="T3"/>
                </a:cxn>
                <a:cxn ang="0">
                  <a:pos x="T4" y="T5"/>
                </a:cxn>
                <a:cxn ang="0">
                  <a:pos x="T6" y="T7"/>
                </a:cxn>
                <a:cxn ang="0">
                  <a:pos x="T8" y="T9"/>
                </a:cxn>
                <a:cxn ang="0">
                  <a:pos x="T10" y="T11"/>
                </a:cxn>
                <a:cxn ang="0">
                  <a:pos x="T12" y="T13"/>
                </a:cxn>
              </a:cxnLst>
              <a:rect l="0" t="0" r="r" b="b"/>
              <a:pathLst>
                <a:path w="128" h="78">
                  <a:moveTo>
                    <a:pt x="8" y="78"/>
                  </a:moveTo>
                  <a:lnTo>
                    <a:pt x="0" y="71"/>
                  </a:lnTo>
                  <a:lnTo>
                    <a:pt x="61" y="0"/>
                  </a:lnTo>
                  <a:lnTo>
                    <a:pt x="128" y="66"/>
                  </a:lnTo>
                  <a:lnTo>
                    <a:pt x="121" y="73"/>
                  </a:lnTo>
                  <a:lnTo>
                    <a:pt x="62" y="16"/>
                  </a:lnTo>
                  <a:lnTo>
                    <a:pt x="8" y="7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8" name="Freeform 297"/>
            <p:cNvSpPr>
              <a:spLocks/>
            </p:cNvSpPr>
            <p:nvPr/>
          </p:nvSpPr>
          <p:spPr bwMode="auto">
            <a:xfrm>
              <a:off x="6437313" y="5588001"/>
              <a:ext cx="346075" cy="193675"/>
            </a:xfrm>
            <a:custGeom>
              <a:avLst/>
              <a:gdLst>
                <a:gd name="T0" fmla="*/ 737 w 805"/>
                <a:gd name="T1" fmla="*/ 452 h 452"/>
                <a:gd name="T2" fmla="*/ 68 w 805"/>
                <a:gd name="T3" fmla="*/ 452 h 452"/>
                <a:gd name="T4" fmla="*/ 0 w 805"/>
                <a:gd name="T5" fmla="*/ 384 h 452"/>
                <a:gd name="T6" fmla="*/ 0 w 805"/>
                <a:gd name="T7" fmla="*/ 0 h 452"/>
                <a:gd name="T8" fmla="*/ 40 w 805"/>
                <a:gd name="T9" fmla="*/ 0 h 452"/>
                <a:gd name="T10" fmla="*/ 40 w 805"/>
                <a:gd name="T11" fmla="*/ 384 h 452"/>
                <a:gd name="T12" fmla="*/ 68 w 805"/>
                <a:gd name="T13" fmla="*/ 412 h 452"/>
                <a:gd name="T14" fmla="*/ 737 w 805"/>
                <a:gd name="T15" fmla="*/ 412 h 452"/>
                <a:gd name="T16" fmla="*/ 765 w 805"/>
                <a:gd name="T17" fmla="*/ 384 h 452"/>
                <a:gd name="T18" fmla="*/ 765 w 805"/>
                <a:gd name="T19" fmla="*/ 0 h 452"/>
                <a:gd name="T20" fmla="*/ 805 w 805"/>
                <a:gd name="T21" fmla="*/ 0 h 452"/>
                <a:gd name="T22" fmla="*/ 805 w 805"/>
                <a:gd name="T23" fmla="*/ 384 h 452"/>
                <a:gd name="T24" fmla="*/ 737 w 805"/>
                <a:gd name="T25" fmla="*/ 452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5" h="452">
                  <a:moveTo>
                    <a:pt x="737" y="452"/>
                  </a:moveTo>
                  <a:cubicBezTo>
                    <a:pt x="68" y="452"/>
                    <a:pt x="68" y="452"/>
                    <a:pt x="68" y="452"/>
                  </a:cubicBezTo>
                  <a:cubicBezTo>
                    <a:pt x="31" y="452"/>
                    <a:pt x="0" y="422"/>
                    <a:pt x="0" y="384"/>
                  </a:cubicBezTo>
                  <a:cubicBezTo>
                    <a:pt x="0" y="0"/>
                    <a:pt x="0" y="0"/>
                    <a:pt x="0" y="0"/>
                  </a:cubicBezTo>
                  <a:cubicBezTo>
                    <a:pt x="40" y="0"/>
                    <a:pt x="40" y="0"/>
                    <a:pt x="40" y="0"/>
                  </a:cubicBezTo>
                  <a:cubicBezTo>
                    <a:pt x="40" y="384"/>
                    <a:pt x="40" y="384"/>
                    <a:pt x="40" y="384"/>
                  </a:cubicBezTo>
                  <a:cubicBezTo>
                    <a:pt x="40" y="400"/>
                    <a:pt x="53" y="412"/>
                    <a:pt x="68" y="412"/>
                  </a:cubicBezTo>
                  <a:cubicBezTo>
                    <a:pt x="737" y="412"/>
                    <a:pt x="737" y="412"/>
                    <a:pt x="737" y="412"/>
                  </a:cubicBezTo>
                  <a:cubicBezTo>
                    <a:pt x="753" y="412"/>
                    <a:pt x="765" y="400"/>
                    <a:pt x="765" y="384"/>
                  </a:cubicBezTo>
                  <a:cubicBezTo>
                    <a:pt x="765" y="0"/>
                    <a:pt x="765" y="0"/>
                    <a:pt x="765" y="0"/>
                  </a:cubicBezTo>
                  <a:cubicBezTo>
                    <a:pt x="805" y="0"/>
                    <a:pt x="805" y="0"/>
                    <a:pt x="805" y="0"/>
                  </a:cubicBezTo>
                  <a:cubicBezTo>
                    <a:pt x="805" y="384"/>
                    <a:pt x="805" y="384"/>
                    <a:pt x="805" y="384"/>
                  </a:cubicBezTo>
                  <a:cubicBezTo>
                    <a:pt x="805" y="422"/>
                    <a:pt x="775" y="452"/>
                    <a:pt x="737" y="4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9" name="Line 298"/>
            <p:cNvSpPr>
              <a:spLocks noChangeShapeType="1"/>
            </p:cNvSpPr>
            <p:nvPr/>
          </p:nvSpPr>
          <p:spPr bwMode="auto">
            <a:xfrm>
              <a:off x="6507163" y="5424488"/>
              <a:ext cx="0" cy="0"/>
            </a:xfrm>
            <a:prstGeom prst="lin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0" name="Line 299"/>
            <p:cNvSpPr>
              <a:spLocks noChangeShapeType="1"/>
            </p:cNvSpPr>
            <p:nvPr/>
          </p:nvSpPr>
          <p:spPr bwMode="auto">
            <a:xfrm>
              <a:off x="6507163" y="5424488"/>
              <a:ext cx="0" cy="0"/>
            </a:xfrm>
            <a:prstGeom prst="line">
              <a:avLst/>
            </a:prstGeom>
            <a:grpFill/>
            <a:ln w="17463" cap="flat">
              <a:solidFill>
                <a:srgbClr val="F64341"/>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1" name="Rectangle 300"/>
            <p:cNvSpPr>
              <a:spLocks noChangeArrowheads="1"/>
            </p:cNvSpPr>
            <p:nvPr/>
          </p:nvSpPr>
          <p:spPr bwMode="auto">
            <a:xfrm>
              <a:off x="6597650" y="5403851"/>
              <a:ext cx="17463" cy="2905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572" name="组合 571"/>
          <p:cNvGrpSpPr/>
          <p:nvPr/>
        </p:nvGrpSpPr>
        <p:grpSpPr>
          <a:xfrm>
            <a:off x="11752214" y="5852177"/>
            <a:ext cx="238064" cy="284568"/>
            <a:chOff x="5553075" y="6264276"/>
            <a:chExt cx="341313" cy="407987"/>
          </a:xfrm>
          <a:solidFill>
            <a:srgbClr val="707E84"/>
          </a:solidFill>
        </p:grpSpPr>
        <p:sp>
          <p:nvSpPr>
            <p:cNvPr id="573" name="Freeform 260"/>
            <p:cNvSpPr>
              <a:spLocks/>
            </p:cNvSpPr>
            <p:nvPr/>
          </p:nvSpPr>
          <p:spPr bwMode="auto">
            <a:xfrm>
              <a:off x="5553075" y="6264276"/>
              <a:ext cx="341313" cy="276225"/>
            </a:xfrm>
            <a:custGeom>
              <a:avLst/>
              <a:gdLst>
                <a:gd name="T0" fmla="*/ 669 w 798"/>
                <a:gd name="T1" fmla="*/ 223 h 645"/>
                <a:gd name="T2" fmla="*/ 669 w 798"/>
                <a:gd name="T3" fmla="*/ 222 h 645"/>
                <a:gd name="T4" fmla="*/ 446 w 798"/>
                <a:gd name="T5" fmla="*/ 0 h 645"/>
                <a:gd name="T6" fmla="*/ 252 w 798"/>
                <a:gd name="T7" fmla="*/ 113 h 645"/>
                <a:gd name="T8" fmla="*/ 238 w 798"/>
                <a:gd name="T9" fmla="*/ 113 h 645"/>
                <a:gd name="T10" fmla="*/ 76 w 798"/>
                <a:gd name="T11" fmla="*/ 275 h 645"/>
                <a:gd name="T12" fmla="*/ 76 w 798"/>
                <a:gd name="T13" fmla="*/ 275 h 645"/>
                <a:gd name="T14" fmla="*/ 0 w 798"/>
                <a:gd name="T15" fmla="*/ 436 h 645"/>
                <a:gd name="T16" fmla="*/ 207 w 798"/>
                <a:gd name="T17" fmla="*/ 645 h 645"/>
                <a:gd name="T18" fmla="*/ 207 w 798"/>
                <a:gd name="T19" fmla="*/ 607 h 645"/>
                <a:gd name="T20" fmla="*/ 37 w 798"/>
                <a:gd name="T21" fmla="*/ 436 h 645"/>
                <a:gd name="T22" fmla="*/ 106 w 798"/>
                <a:gd name="T23" fmla="*/ 299 h 645"/>
                <a:gd name="T24" fmla="*/ 114 w 798"/>
                <a:gd name="T25" fmla="*/ 293 h 645"/>
                <a:gd name="T26" fmla="*/ 113 w 798"/>
                <a:gd name="T27" fmla="*/ 283 h 645"/>
                <a:gd name="T28" fmla="*/ 113 w 798"/>
                <a:gd name="T29" fmla="*/ 275 h 645"/>
                <a:gd name="T30" fmla="*/ 238 w 798"/>
                <a:gd name="T31" fmla="*/ 150 h 645"/>
                <a:gd name="T32" fmla="*/ 260 w 798"/>
                <a:gd name="T33" fmla="*/ 152 h 645"/>
                <a:gd name="T34" fmla="*/ 273 w 798"/>
                <a:gd name="T35" fmla="*/ 154 h 645"/>
                <a:gd name="T36" fmla="*/ 280 w 798"/>
                <a:gd name="T37" fmla="*/ 141 h 645"/>
                <a:gd name="T38" fmla="*/ 446 w 798"/>
                <a:gd name="T39" fmla="*/ 37 h 645"/>
                <a:gd name="T40" fmla="*/ 631 w 798"/>
                <a:gd name="T41" fmla="*/ 222 h 645"/>
                <a:gd name="T42" fmla="*/ 631 w 798"/>
                <a:gd name="T43" fmla="*/ 234 h 645"/>
                <a:gd name="T44" fmla="*/ 630 w 798"/>
                <a:gd name="T45" fmla="*/ 248 h 645"/>
                <a:gd name="T46" fmla="*/ 643 w 798"/>
                <a:gd name="T47" fmla="*/ 253 h 645"/>
                <a:gd name="T48" fmla="*/ 760 w 798"/>
                <a:gd name="T49" fmla="*/ 424 h 645"/>
                <a:gd name="T50" fmla="*/ 577 w 798"/>
                <a:gd name="T51" fmla="*/ 607 h 645"/>
                <a:gd name="T52" fmla="*/ 566 w 798"/>
                <a:gd name="T53" fmla="*/ 607 h 645"/>
                <a:gd name="T54" fmla="*/ 566 w 798"/>
                <a:gd name="T55" fmla="*/ 645 h 645"/>
                <a:gd name="T56" fmla="*/ 577 w 798"/>
                <a:gd name="T57" fmla="*/ 645 h 645"/>
                <a:gd name="T58" fmla="*/ 798 w 798"/>
                <a:gd name="T59" fmla="*/ 424 h 645"/>
                <a:gd name="T60" fmla="*/ 669 w 798"/>
                <a:gd name="T61" fmla="*/ 223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98" h="645">
                  <a:moveTo>
                    <a:pt x="669" y="223"/>
                  </a:moveTo>
                  <a:cubicBezTo>
                    <a:pt x="669" y="223"/>
                    <a:pt x="669" y="223"/>
                    <a:pt x="669" y="222"/>
                  </a:cubicBezTo>
                  <a:cubicBezTo>
                    <a:pt x="669" y="99"/>
                    <a:pt x="569" y="0"/>
                    <a:pt x="446" y="0"/>
                  </a:cubicBezTo>
                  <a:cubicBezTo>
                    <a:pt x="366" y="0"/>
                    <a:pt x="291" y="44"/>
                    <a:pt x="252" y="113"/>
                  </a:cubicBezTo>
                  <a:cubicBezTo>
                    <a:pt x="247" y="113"/>
                    <a:pt x="243" y="113"/>
                    <a:pt x="238" y="113"/>
                  </a:cubicBezTo>
                  <a:cubicBezTo>
                    <a:pt x="148" y="113"/>
                    <a:pt x="76" y="185"/>
                    <a:pt x="76" y="275"/>
                  </a:cubicBezTo>
                  <a:cubicBezTo>
                    <a:pt x="76" y="275"/>
                    <a:pt x="76" y="275"/>
                    <a:pt x="76" y="275"/>
                  </a:cubicBezTo>
                  <a:cubicBezTo>
                    <a:pt x="28" y="315"/>
                    <a:pt x="0" y="374"/>
                    <a:pt x="0" y="436"/>
                  </a:cubicBezTo>
                  <a:cubicBezTo>
                    <a:pt x="0" y="551"/>
                    <a:pt x="92" y="644"/>
                    <a:pt x="207" y="645"/>
                  </a:cubicBezTo>
                  <a:cubicBezTo>
                    <a:pt x="207" y="607"/>
                    <a:pt x="207" y="607"/>
                    <a:pt x="207" y="607"/>
                  </a:cubicBezTo>
                  <a:cubicBezTo>
                    <a:pt x="113" y="607"/>
                    <a:pt x="37" y="530"/>
                    <a:pt x="37" y="436"/>
                  </a:cubicBezTo>
                  <a:cubicBezTo>
                    <a:pt x="37" y="382"/>
                    <a:pt x="62" y="332"/>
                    <a:pt x="106" y="299"/>
                  </a:cubicBezTo>
                  <a:cubicBezTo>
                    <a:pt x="114" y="293"/>
                    <a:pt x="114" y="293"/>
                    <a:pt x="114" y="293"/>
                  </a:cubicBezTo>
                  <a:cubicBezTo>
                    <a:pt x="113" y="283"/>
                    <a:pt x="113" y="283"/>
                    <a:pt x="113" y="283"/>
                  </a:cubicBezTo>
                  <a:cubicBezTo>
                    <a:pt x="113" y="280"/>
                    <a:pt x="113" y="277"/>
                    <a:pt x="113" y="275"/>
                  </a:cubicBezTo>
                  <a:cubicBezTo>
                    <a:pt x="113" y="206"/>
                    <a:pt x="169" y="150"/>
                    <a:pt x="238" y="150"/>
                  </a:cubicBezTo>
                  <a:cubicBezTo>
                    <a:pt x="245" y="150"/>
                    <a:pt x="252" y="150"/>
                    <a:pt x="260" y="152"/>
                  </a:cubicBezTo>
                  <a:cubicBezTo>
                    <a:pt x="273" y="154"/>
                    <a:pt x="273" y="154"/>
                    <a:pt x="273" y="154"/>
                  </a:cubicBezTo>
                  <a:cubicBezTo>
                    <a:pt x="280" y="141"/>
                    <a:pt x="280" y="141"/>
                    <a:pt x="280" y="141"/>
                  </a:cubicBezTo>
                  <a:cubicBezTo>
                    <a:pt x="310" y="78"/>
                    <a:pt x="376" y="37"/>
                    <a:pt x="446" y="37"/>
                  </a:cubicBezTo>
                  <a:cubicBezTo>
                    <a:pt x="548" y="37"/>
                    <a:pt x="631" y="120"/>
                    <a:pt x="631" y="222"/>
                  </a:cubicBezTo>
                  <a:cubicBezTo>
                    <a:pt x="631" y="226"/>
                    <a:pt x="631" y="230"/>
                    <a:pt x="631" y="234"/>
                  </a:cubicBezTo>
                  <a:cubicBezTo>
                    <a:pt x="630" y="248"/>
                    <a:pt x="630" y="248"/>
                    <a:pt x="630" y="248"/>
                  </a:cubicBezTo>
                  <a:cubicBezTo>
                    <a:pt x="643" y="253"/>
                    <a:pt x="643" y="253"/>
                    <a:pt x="643" y="253"/>
                  </a:cubicBezTo>
                  <a:cubicBezTo>
                    <a:pt x="713" y="280"/>
                    <a:pt x="760" y="349"/>
                    <a:pt x="760" y="424"/>
                  </a:cubicBezTo>
                  <a:cubicBezTo>
                    <a:pt x="760" y="525"/>
                    <a:pt x="678" y="607"/>
                    <a:pt x="577" y="607"/>
                  </a:cubicBezTo>
                  <a:cubicBezTo>
                    <a:pt x="566" y="607"/>
                    <a:pt x="566" y="607"/>
                    <a:pt x="566" y="607"/>
                  </a:cubicBezTo>
                  <a:cubicBezTo>
                    <a:pt x="566" y="645"/>
                    <a:pt x="566" y="645"/>
                    <a:pt x="566" y="645"/>
                  </a:cubicBezTo>
                  <a:cubicBezTo>
                    <a:pt x="577" y="645"/>
                    <a:pt x="577" y="645"/>
                    <a:pt x="577" y="645"/>
                  </a:cubicBezTo>
                  <a:cubicBezTo>
                    <a:pt x="699" y="645"/>
                    <a:pt x="798" y="546"/>
                    <a:pt x="798" y="424"/>
                  </a:cubicBezTo>
                  <a:cubicBezTo>
                    <a:pt x="798" y="338"/>
                    <a:pt x="746" y="259"/>
                    <a:pt x="669" y="2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4" name="Freeform 301"/>
            <p:cNvSpPr>
              <a:spLocks/>
            </p:cNvSpPr>
            <p:nvPr/>
          </p:nvSpPr>
          <p:spPr bwMode="auto">
            <a:xfrm>
              <a:off x="5645150" y="6570663"/>
              <a:ext cx="161925" cy="101600"/>
            </a:xfrm>
            <a:custGeom>
              <a:avLst/>
              <a:gdLst>
                <a:gd name="T0" fmla="*/ 49 w 102"/>
                <a:gd name="T1" fmla="*/ 64 h 64"/>
                <a:gd name="T2" fmla="*/ 0 w 102"/>
                <a:gd name="T3" fmla="*/ 8 h 64"/>
                <a:gd name="T4" fmla="*/ 8 w 102"/>
                <a:gd name="T5" fmla="*/ 0 h 64"/>
                <a:gd name="T6" fmla="*/ 49 w 102"/>
                <a:gd name="T7" fmla="*/ 48 h 64"/>
                <a:gd name="T8" fmla="*/ 94 w 102"/>
                <a:gd name="T9" fmla="*/ 4 h 64"/>
                <a:gd name="T10" fmla="*/ 102 w 102"/>
                <a:gd name="T11" fmla="*/ 12 h 64"/>
                <a:gd name="T12" fmla="*/ 49 w 102"/>
                <a:gd name="T13" fmla="*/ 64 h 64"/>
              </a:gdLst>
              <a:ahLst/>
              <a:cxnLst>
                <a:cxn ang="0">
                  <a:pos x="T0" y="T1"/>
                </a:cxn>
                <a:cxn ang="0">
                  <a:pos x="T2" y="T3"/>
                </a:cxn>
                <a:cxn ang="0">
                  <a:pos x="T4" y="T5"/>
                </a:cxn>
                <a:cxn ang="0">
                  <a:pos x="T6" y="T7"/>
                </a:cxn>
                <a:cxn ang="0">
                  <a:pos x="T8" y="T9"/>
                </a:cxn>
                <a:cxn ang="0">
                  <a:pos x="T10" y="T11"/>
                </a:cxn>
                <a:cxn ang="0">
                  <a:pos x="T12" y="T13"/>
                </a:cxn>
              </a:cxnLst>
              <a:rect l="0" t="0" r="r" b="b"/>
              <a:pathLst>
                <a:path w="102" h="64">
                  <a:moveTo>
                    <a:pt x="49" y="64"/>
                  </a:moveTo>
                  <a:lnTo>
                    <a:pt x="0" y="8"/>
                  </a:lnTo>
                  <a:lnTo>
                    <a:pt x="8" y="0"/>
                  </a:lnTo>
                  <a:lnTo>
                    <a:pt x="49" y="48"/>
                  </a:lnTo>
                  <a:lnTo>
                    <a:pt x="94" y="4"/>
                  </a:lnTo>
                  <a:lnTo>
                    <a:pt x="102" y="12"/>
                  </a:lnTo>
                  <a:lnTo>
                    <a:pt x="49" y="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5" name="Line 302"/>
            <p:cNvSpPr>
              <a:spLocks noChangeShapeType="1"/>
            </p:cNvSpPr>
            <p:nvPr/>
          </p:nvSpPr>
          <p:spPr bwMode="auto">
            <a:xfrm>
              <a:off x="5646738" y="6635751"/>
              <a:ext cx="0" cy="0"/>
            </a:xfrm>
            <a:prstGeom prst="lin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6" name="Line 303"/>
            <p:cNvSpPr>
              <a:spLocks noChangeShapeType="1"/>
            </p:cNvSpPr>
            <p:nvPr/>
          </p:nvSpPr>
          <p:spPr bwMode="auto">
            <a:xfrm>
              <a:off x="5646738" y="6635751"/>
              <a:ext cx="0" cy="0"/>
            </a:xfrm>
            <a:prstGeom prst="line">
              <a:avLst/>
            </a:prstGeom>
            <a:grpFill/>
            <a:ln w="17463" cap="flat">
              <a:solidFill>
                <a:srgbClr val="F64341"/>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7" name="Rectangle 304"/>
            <p:cNvSpPr>
              <a:spLocks noChangeArrowheads="1"/>
            </p:cNvSpPr>
            <p:nvPr/>
          </p:nvSpPr>
          <p:spPr bwMode="auto">
            <a:xfrm>
              <a:off x="5715000" y="6426201"/>
              <a:ext cx="17463" cy="225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578" name="组合 577"/>
          <p:cNvGrpSpPr/>
          <p:nvPr/>
        </p:nvGrpSpPr>
        <p:grpSpPr>
          <a:xfrm>
            <a:off x="11157300" y="4897664"/>
            <a:ext cx="285676" cy="265745"/>
            <a:chOff x="4643438" y="6280151"/>
            <a:chExt cx="409575" cy="381000"/>
          </a:xfrm>
          <a:solidFill>
            <a:srgbClr val="707E84"/>
          </a:solidFill>
        </p:grpSpPr>
        <p:sp>
          <p:nvSpPr>
            <p:cNvPr id="579" name="Freeform 306"/>
            <p:cNvSpPr>
              <a:spLocks noEditPoints="1"/>
            </p:cNvSpPr>
            <p:nvPr/>
          </p:nvSpPr>
          <p:spPr bwMode="auto">
            <a:xfrm>
              <a:off x="4643438" y="6280151"/>
              <a:ext cx="147638" cy="381000"/>
            </a:xfrm>
            <a:custGeom>
              <a:avLst/>
              <a:gdLst>
                <a:gd name="T0" fmla="*/ 20 w 344"/>
                <a:gd name="T1" fmla="*/ 888 h 888"/>
                <a:gd name="T2" fmla="*/ 8 w 344"/>
                <a:gd name="T3" fmla="*/ 884 h 888"/>
                <a:gd name="T4" fmla="*/ 0 w 344"/>
                <a:gd name="T5" fmla="*/ 868 h 888"/>
                <a:gd name="T6" fmla="*/ 0 w 344"/>
                <a:gd name="T7" fmla="*/ 105 h 888"/>
                <a:gd name="T8" fmla="*/ 15 w 344"/>
                <a:gd name="T9" fmla="*/ 85 h 888"/>
                <a:gd name="T10" fmla="*/ 319 w 344"/>
                <a:gd name="T11" fmla="*/ 1 h 888"/>
                <a:gd name="T12" fmla="*/ 336 w 344"/>
                <a:gd name="T13" fmla="*/ 5 h 888"/>
                <a:gd name="T14" fmla="*/ 344 w 344"/>
                <a:gd name="T15" fmla="*/ 21 h 888"/>
                <a:gd name="T16" fmla="*/ 344 w 344"/>
                <a:gd name="T17" fmla="*/ 784 h 888"/>
                <a:gd name="T18" fmla="*/ 329 w 344"/>
                <a:gd name="T19" fmla="*/ 804 h 888"/>
                <a:gd name="T20" fmla="*/ 25 w 344"/>
                <a:gd name="T21" fmla="*/ 888 h 888"/>
                <a:gd name="T22" fmla="*/ 20 w 344"/>
                <a:gd name="T23" fmla="*/ 888 h 888"/>
                <a:gd name="T24" fmla="*/ 40 w 344"/>
                <a:gd name="T25" fmla="*/ 120 h 888"/>
                <a:gd name="T26" fmla="*/ 40 w 344"/>
                <a:gd name="T27" fmla="*/ 842 h 888"/>
                <a:gd name="T28" fmla="*/ 304 w 344"/>
                <a:gd name="T29" fmla="*/ 769 h 888"/>
                <a:gd name="T30" fmla="*/ 304 w 344"/>
                <a:gd name="T31" fmla="*/ 47 h 888"/>
                <a:gd name="T32" fmla="*/ 40 w 344"/>
                <a:gd name="T33" fmla="*/ 120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44" h="888">
                  <a:moveTo>
                    <a:pt x="20" y="888"/>
                  </a:moveTo>
                  <a:cubicBezTo>
                    <a:pt x="16" y="888"/>
                    <a:pt x="11" y="887"/>
                    <a:pt x="8" y="884"/>
                  </a:cubicBezTo>
                  <a:cubicBezTo>
                    <a:pt x="3" y="881"/>
                    <a:pt x="0" y="875"/>
                    <a:pt x="0" y="868"/>
                  </a:cubicBezTo>
                  <a:cubicBezTo>
                    <a:pt x="0" y="105"/>
                    <a:pt x="0" y="105"/>
                    <a:pt x="0" y="105"/>
                  </a:cubicBezTo>
                  <a:cubicBezTo>
                    <a:pt x="0" y="96"/>
                    <a:pt x="6" y="88"/>
                    <a:pt x="15" y="85"/>
                  </a:cubicBezTo>
                  <a:cubicBezTo>
                    <a:pt x="319" y="1"/>
                    <a:pt x="319" y="1"/>
                    <a:pt x="319" y="1"/>
                  </a:cubicBezTo>
                  <a:cubicBezTo>
                    <a:pt x="325" y="0"/>
                    <a:pt x="331" y="1"/>
                    <a:pt x="336" y="5"/>
                  </a:cubicBezTo>
                  <a:cubicBezTo>
                    <a:pt x="341" y="9"/>
                    <a:pt x="344" y="14"/>
                    <a:pt x="344" y="21"/>
                  </a:cubicBezTo>
                  <a:cubicBezTo>
                    <a:pt x="344" y="784"/>
                    <a:pt x="344" y="784"/>
                    <a:pt x="344" y="784"/>
                  </a:cubicBezTo>
                  <a:cubicBezTo>
                    <a:pt x="344" y="793"/>
                    <a:pt x="338" y="801"/>
                    <a:pt x="329" y="804"/>
                  </a:cubicBezTo>
                  <a:cubicBezTo>
                    <a:pt x="25" y="888"/>
                    <a:pt x="25" y="888"/>
                    <a:pt x="25" y="888"/>
                  </a:cubicBezTo>
                  <a:cubicBezTo>
                    <a:pt x="24" y="888"/>
                    <a:pt x="22" y="888"/>
                    <a:pt x="20" y="888"/>
                  </a:cubicBezTo>
                  <a:close/>
                  <a:moveTo>
                    <a:pt x="40" y="120"/>
                  </a:moveTo>
                  <a:cubicBezTo>
                    <a:pt x="40" y="842"/>
                    <a:pt x="40" y="842"/>
                    <a:pt x="40" y="842"/>
                  </a:cubicBezTo>
                  <a:cubicBezTo>
                    <a:pt x="304" y="769"/>
                    <a:pt x="304" y="769"/>
                    <a:pt x="304" y="769"/>
                  </a:cubicBezTo>
                  <a:cubicBezTo>
                    <a:pt x="304" y="47"/>
                    <a:pt x="304" y="47"/>
                    <a:pt x="304" y="47"/>
                  </a:cubicBezTo>
                  <a:lnTo>
                    <a:pt x="40" y="1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0" name="Freeform 307"/>
            <p:cNvSpPr>
              <a:spLocks noEditPoints="1"/>
            </p:cNvSpPr>
            <p:nvPr/>
          </p:nvSpPr>
          <p:spPr bwMode="auto">
            <a:xfrm>
              <a:off x="4773613" y="6280151"/>
              <a:ext cx="149225" cy="381000"/>
            </a:xfrm>
            <a:custGeom>
              <a:avLst/>
              <a:gdLst>
                <a:gd name="T0" fmla="*/ 328 w 348"/>
                <a:gd name="T1" fmla="*/ 888 h 888"/>
                <a:gd name="T2" fmla="*/ 323 w 348"/>
                <a:gd name="T3" fmla="*/ 888 h 888"/>
                <a:gd name="T4" fmla="*/ 15 w 348"/>
                <a:gd name="T5" fmla="*/ 804 h 888"/>
                <a:gd name="T6" fmla="*/ 0 w 348"/>
                <a:gd name="T7" fmla="*/ 784 h 888"/>
                <a:gd name="T8" fmla="*/ 0 w 348"/>
                <a:gd name="T9" fmla="*/ 21 h 888"/>
                <a:gd name="T10" fmla="*/ 8 w 348"/>
                <a:gd name="T11" fmla="*/ 5 h 888"/>
                <a:gd name="T12" fmla="*/ 25 w 348"/>
                <a:gd name="T13" fmla="*/ 1 h 888"/>
                <a:gd name="T14" fmla="*/ 333 w 348"/>
                <a:gd name="T15" fmla="*/ 85 h 888"/>
                <a:gd name="T16" fmla="*/ 348 w 348"/>
                <a:gd name="T17" fmla="*/ 105 h 888"/>
                <a:gd name="T18" fmla="*/ 348 w 348"/>
                <a:gd name="T19" fmla="*/ 868 h 888"/>
                <a:gd name="T20" fmla="*/ 340 w 348"/>
                <a:gd name="T21" fmla="*/ 884 h 888"/>
                <a:gd name="T22" fmla="*/ 328 w 348"/>
                <a:gd name="T23" fmla="*/ 888 h 888"/>
                <a:gd name="T24" fmla="*/ 40 w 348"/>
                <a:gd name="T25" fmla="*/ 769 h 888"/>
                <a:gd name="T26" fmla="*/ 308 w 348"/>
                <a:gd name="T27" fmla="*/ 842 h 888"/>
                <a:gd name="T28" fmla="*/ 308 w 348"/>
                <a:gd name="T29" fmla="*/ 120 h 888"/>
                <a:gd name="T30" fmla="*/ 40 w 348"/>
                <a:gd name="T31" fmla="*/ 47 h 888"/>
                <a:gd name="T32" fmla="*/ 40 w 348"/>
                <a:gd name="T33" fmla="*/ 769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48" h="888">
                  <a:moveTo>
                    <a:pt x="328" y="888"/>
                  </a:moveTo>
                  <a:cubicBezTo>
                    <a:pt x="326" y="888"/>
                    <a:pt x="324" y="888"/>
                    <a:pt x="323" y="888"/>
                  </a:cubicBezTo>
                  <a:cubicBezTo>
                    <a:pt x="15" y="804"/>
                    <a:pt x="15" y="804"/>
                    <a:pt x="15" y="804"/>
                  </a:cubicBezTo>
                  <a:cubicBezTo>
                    <a:pt x="6" y="801"/>
                    <a:pt x="0" y="793"/>
                    <a:pt x="0" y="784"/>
                  </a:cubicBezTo>
                  <a:cubicBezTo>
                    <a:pt x="0" y="21"/>
                    <a:pt x="0" y="21"/>
                    <a:pt x="0" y="21"/>
                  </a:cubicBezTo>
                  <a:cubicBezTo>
                    <a:pt x="0" y="14"/>
                    <a:pt x="3" y="9"/>
                    <a:pt x="8" y="5"/>
                  </a:cubicBezTo>
                  <a:cubicBezTo>
                    <a:pt x="13" y="1"/>
                    <a:pt x="19" y="0"/>
                    <a:pt x="25" y="1"/>
                  </a:cubicBezTo>
                  <a:cubicBezTo>
                    <a:pt x="333" y="85"/>
                    <a:pt x="333" y="85"/>
                    <a:pt x="333" y="85"/>
                  </a:cubicBezTo>
                  <a:cubicBezTo>
                    <a:pt x="342" y="88"/>
                    <a:pt x="348" y="96"/>
                    <a:pt x="348" y="105"/>
                  </a:cubicBezTo>
                  <a:cubicBezTo>
                    <a:pt x="348" y="868"/>
                    <a:pt x="348" y="868"/>
                    <a:pt x="348" y="868"/>
                  </a:cubicBezTo>
                  <a:cubicBezTo>
                    <a:pt x="348" y="875"/>
                    <a:pt x="345" y="881"/>
                    <a:pt x="340" y="884"/>
                  </a:cubicBezTo>
                  <a:cubicBezTo>
                    <a:pt x="337" y="887"/>
                    <a:pt x="332" y="888"/>
                    <a:pt x="328" y="888"/>
                  </a:cubicBezTo>
                  <a:close/>
                  <a:moveTo>
                    <a:pt x="40" y="769"/>
                  </a:moveTo>
                  <a:cubicBezTo>
                    <a:pt x="308" y="842"/>
                    <a:pt x="308" y="842"/>
                    <a:pt x="308" y="842"/>
                  </a:cubicBezTo>
                  <a:cubicBezTo>
                    <a:pt x="308" y="120"/>
                    <a:pt x="308" y="120"/>
                    <a:pt x="308" y="120"/>
                  </a:cubicBezTo>
                  <a:cubicBezTo>
                    <a:pt x="40" y="47"/>
                    <a:pt x="40" y="47"/>
                    <a:pt x="40" y="47"/>
                  </a:cubicBezTo>
                  <a:lnTo>
                    <a:pt x="40" y="7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1" name="Freeform 308"/>
            <p:cNvSpPr>
              <a:spLocks noEditPoints="1"/>
            </p:cNvSpPr>
            <p:nvPr/>
          </p:nvSpPr>
          <p:spPr bwMode="auto">
            <a:xfrm>
              <a:off x="4905375" y="6280151"/>
              <a:ext cx="147638" cy="381000"/>
            </a:xfrm>
            <a:custGeom>
              <a:avLst/>
              <a:gdLst>
                <a:gd name="T0" fmla="*/ 20 w 344"/>
                <a:gd name="T1" fmla="*/ 888 h 888"/>
                <a:gd name="T2" fmla="*/ 8 w 344"/>
                <a:gd name="T3" fmla="*/ 884 h 888"/>
                <a:gd name="T4" fmla="*/ 0 w 344"/>
                <a:gd name="T5" fmla="*/ 868 h 888"/>
                <a:gd name="T6" fmla="*/ 0 w 344"/>
                <a:gd name="T7" fmla="*/ 105 h 888"/>
                <a:gd name="T8" fmla="*/ 15 w 344"/>
                <a:gd name="T9" fmla="*/ 85 h 888"/>
                <a:gd name="T10" fmla="*/ 319 w 344"/>
                <a:gd name="T11" fmla="*/ 1 h 888"/>
                <a:gd name="T12" fmla="*/ 336 w 344"/>
                <a:gd name="T13" fmla="*/ 5 h 888"/>
                <a:gd name="T14" fmla="*/ 344 w 344"/>
                <a:gd name="T15" fmla="*/ 21 h 888"/>
                <a:gd name="T16" fmla="*/ 344 w 344"/>
                <a:gd name="T17" fmla="*/ 784 h 888"/>
                <a:gd name="T18" fmla="*/ 329 w 344"/>
                <a:gd name="T19" fmla="*/ 804 h 888"/>
                <a:gd name="T20" fmla="*/ 25 w 344"/>
                <a:gd name="T21" fmla="*/ 888 h 888"/>
                <a:gd name="T22" fmla="*/ 20 w 344"/>
                <a:gd name="T23" fmla="*/ 888 h 888"/>
                <a:gd name="T24" fmla="*/ 40 w 344"/>
                <a:gd name="T25" fmla="*/ 120 h 888"/>
                <a:gd name="T26" fmla="*/ 40 w 344"/>
                <a:gd name="T27" fmla="*/ 842 h 888"/>
                <a:gd name="T28" fmla="*/ 304 w 344"/>
                <a:gd name="T29" fmla="*/ 769 h 888"/>
                <a:gd name="T30" fmla="*/ 304 w 344"/>
                <a:gd name="T31" fmla="*/ 47 h 888"/>
                <a:gd name="T32" fmla="*/ 40 w 344"/>
                <a:gd name="T33" fmla="*/ 120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44" h="888">
                  <a:moveTo>
                    <a:pt x="20" y="888"/>
                  </a:moveTo>
                  <a:cubicBezTo>
                    <a:pt x="16" y="888"/>
                    <a:pt x="11" y="887"/>
                    <a:pt x="8" y="884"/>
                  </a:cubicBezTo>
                  <a:cubicBezTo>
                    <a:pt x="3" y="881"/>
                    <a:pt x="0" y="875"/>
                    <a:pt x="0" y="868"/>
                  </a:cubicBezTo>
                  <a:cubicBezTo>
                    <a:pt x="0" y="105"/>
                    <a:pt x="0" y="105"/>
                    <a:pt x="0" y="105"/>
                  </a:cubicBezTo>
                  <a:cubicBezTo>
                    <a:pt x="0" y="96"/>
                    <a:pt x="6" y="88"/>
                    <a:pt x="15" y="85"/>
                  </a:cubicBezTo>
                  <a:cubicBezTo>
                    <a:pt x="319" y="1"/>
                    <a:pt x="319" y="1"/>
                    <a:pt x="319" y="1"/>
                  </a:cubicBezTo>
                  <a:cubicBezTo>
                    <a:pt x="325" y="0"/>
                    <a:pt x="331" y="1"/>
                    <a:pt x="336" y="5"/>
                  </a:cubicBezTo>
                  <a:cubicBezTo>
                    <a:pt x="341" y="9"/>
                    <a:pt x="344" y="14"/>
                    <a:pt x="344" y="21"/>
                  </a:cubicBezTo>
                  <a:cubicBezTo>
                    <a:pt x="344" y="784"/>
                    <a:pt x="344" y="784"/>
                    <a:pt x="344" y="784"/>
                  </a:cubicBezTo>
                  <a:cubicBezTo>
                    <a:pt x="344" y="793"/>
                    <a:pt x="338" y="801"/>
                    <a:pt x="329" y="804"/>
                  </a:cubicBezTo>
                  <a:cubicBezTo>
                    <a:pt x="25" y="888"/>
                    <a:pt x="25" y="888"/>
                    <a:pt x="25" y="888"/>
                  </a:cubicBezTo>
                  <a:cubicBezTo>
                    <a:pt x="24" y="888"/>
                    <a:pt x="22" y="888"/>
                    <a:pt x="20" y="888"/>
                  </a:cubicBezTo>
                  <a:close/>
                  <a:moveTo>
                    <a:pt x="40" y="120"/>
                  </a:moveTo>
                  <a:cubicBezTo>
                    <a:pt x="40" y="842"/>
                    <a:pt x="40" y="842"/>
                    <a:pt x="40" y="842"/>
                  </a:cubicBezTo>
                  <a:cubicBezTo>
                    <a:pt x="304" y="769"/>
                    <a:pt x="304" y="769"/>
                    <a:pt x="304" y="769"/>
                  </a:cubicBezTo>
                  <a:cubicBezTo>
                    <a:pt x="304" y="47"/>
                    <a:pt x="304" y="47"/>
                    <a:pt x="304" y="47"/>
                  </a:cubicBezTo>
                  <a:lnTo>
                    <a:pt x="40" y="1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582" name="组合 581"/>
          <p:cNvGrpSpPr/>
          <p:nvPr/>
        </p:nvGrpSpPr>
        <p:grpSpPr>
          <a:xfrm>
            <a:off x="11229297" y="6395289"/>
            <a:ext cx="297856" cy="259102"/>
            <a:chOff x="6394450" y="6281738"/>
            <a:chExt cx="427038" cy="371476"/>
          </a:xfrm>
          <a:solidFill>
            <a:srgbClr val="707E84"/>
          </a:solidFill>
        </p:grpSpPr>
        <p:sp>
          <p:nvSpPr>
            <p:cNvPr id="583" name="Freeform 309"/>
            <p:cNvSpPr>
              <a:spLocks/>
            </p:cNvSpPr>
            <p:nvPr/>
          </p:nvSpPr>
          <p:spPr bwMode="auto">
            <a:xfrm>
              <a:off x="6394450" y="6524626"/>
              <a:ext cx="427038" cy="128588"/>
            </a:xfrm>
            <a:custGeom>
              <a:avLst/>
              <a:gdLst>
                <a:gd name="T0" fmla="*/ 826 w 995"/>
                <a:gd name="T1" fmla="*/ 301 h 301"/>
                <a:gd name="T2" fmla="*/ 168 w 995"/>
                <a:gd name="T3" fmla="*/ 301 h 301"/>
                <a:gd name="T4" fmla="*/ 0 w 995"/>
                <a:gd name="T5" fmla="*/ 172 h 301"/>
                <a:gd name="T6" fmla="*/ 0 w 995"/>
                <a:gd name="T7" fmla="*/ 0 h 301"/>
                <a:gd name="T8" fmla="*/ 40 w 995"/>
                <a:gd name="T9" fmla="*/ 0 h 301"/>
                <a:gd name="T10" fmla="*/ 40 w 995"/>
                <a:gd name="T11" fmla="*/ 172 h 301"/>
                <a:gd name="T12" fmla="*/ 168 w 995"/>
                <a:gd name="T13" fmla="*/ 261 h 301"/>
                <a:gd name="T14" fmla="*/ 826 w 995"/>
                <a:gd name="T15" fmla="*/ 261 h 301"/>
                <a:gd name="T16" fmla="*/ 955 w 995"/>
                <a:gd name="T17" fmla="*/ 172 h 301"/>
                <a:gd name="T18" fmla="*/ 955 w 995"/>
                <a:gd name="T19" fmla="*/ 0 h 301"/>
                <a:gd name="T20" fmla="*/ 995 w 995"/>
                <a:gd name="T21" fmla="*/ 0 h 301"/>
                <a:gd name="T22" fmla="*/ 995 w 995"/>
                <a:gd name="T23" fmla="*/ 172 h 301"/>
                <a:gd name="T24" fmla="*/ 826 w 995"/>
                <a:gd name="T25" fmla="*/ 301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5" h="301">
                  <a:moveTo>
                    <a:pt x="826" y="301"/>
                  </a:moveTo>
                  <a:cubicBezTo>
                    <a:pt x="168" y="301"/>
                    <a:pt x="168" y="301"/>
                    <a:pt x="168" y="301"/>
                  </a:cubicBezTo>
                  <a:cubicBezTo>
                    <a:pt x="75" y="301"/>
                    <a:pt x="0" y="243"/>
                    <a:pt x="0" y="172"/>
                  </a:cubicBezTo>
                  <a:cubicBezTo>
                    <a:pt x="0" y="0"/>
                    <a:pt x="0" y="0"/>
                    <a:pt x="0" y="0"/>
                  </a:cubicBezTo>
                  <a:cubicBezTo>
                    <a:pt x="40" y="0"/>
                    <a:pt x="40" y="0"/>
                    <a:pt x="40" y="0"/>
                  </a:cubicBezTo>
                  <a:cubicBezTo>
                    <a:pt x="40" y="172"/>
                    <a:pt x="40" y="172"/>
                    <a:pt x="40" y="172"/>
                  </a:cubicBezTo>
                  <a:cubicBezTo>
                    <a:pt x="40" y="220"/>
                    <a:pt x="99" y="261"/>
                    <a:pt x="168" y="261"/>
                  </a:cubicBezTo>
                  <a:cubicBezTo>
                    <a:pt x="826" y="261"/>
                    <a:pt x="826" y="261"/>
                    <a:pt x="826" y="261"/>
                  </a:cubicBezTo>
                  <a:cubicBezTo>
                    <a:pt x="896" y="261"/>
                    <a:pt x="955" y="220"/>
                    <a:pt x="955" y="172"/>
                  </a:cubicBezTo>
                  <a:cubicBezTo>
                    <a:pt x="955" y="0"/>
                    <a:pt x="955" y="0"/>
                    <a:pt x="955" y="0"/>
                  </a:cubicBezTo>
                  <a:cubicBezTo>
                    <a:pt x="995" y="0"/>
                    <a:pt x="995" y="0"/>
                    <a:pt x="995" y="0"/>
                  </a:cubicBezTo>
                  <a:cubicBezTo>
                    <a:pt x="995" y="172"/>
                    <a:pt x="995" y="172"/>
                    <a:pt x="995" y="172"/>
                  </a:cubicBezTo>
                  <a:cubicBezTo>
                    <a:pt x="995" y="243"/>
                    <a:pt x="919" y="301"/>
                    <a:pt x="826" y="30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4" name="Freeform 310"/>
            <p:cNvSpPr>
              <a:spLocks/>
            </p:cNvSpPr>
            <p:nvPr/>
          </p:nvSpPr>
          <p:spPr bwMode="auto">
            <a:xfrm>
              <a:off x="6556375" y="6491288"/>
              <a:ext cx="103188" cy="90488"/>
            </a:xfrm>
            <a:custGeom>
              <a:avLst/>
              <a:gdLst>
                <a:gd name="T0" fmla="*/ 229 w 242"/>
                <a:gd name="T1" fmla="*/ 43 h 211"/>
                <a:gd name="T2" fmla="*/ 205 w 242"/>
                <a:gd name="T3" fmla="*/ 1 h 211"/>
                <a:gd name="T4" fmla="*/ 38 w 242"/>
                <a:gd name="T5" fmla="*/ 0 h 211"/>
                <a:gd name="T6" fmla="*/ 13 w 242"/>
                <a:gd name="T7" fmla="*/ 42 h 211"/>
                <a:gd name="T8" fmla="*/ 96 w 242"/>
                <a:gd name="T9" fmla="*/ 188 h 211"/>
                <a:gd name="T10" fmla="*/ 144 w 242"/>
                <a:gd name="T11" fmla="*/ 188 h 211"/>
                <a:gd name="T12" fmla="*/ 229 w 242"/>
                <a:gd name="T13" fmla="*/ 43 h 211"/>
              </a:gdLst>
              <a:ahLst/>
              <a:cxnLst>
                <a:cxn ang="0">
                  <a:pos x="T0" y="T1"/>
                </a:cxn>
                <a:cxn ang="0">
                  <a:pos x="T2" y="T3"/>
                </a:cxn>
                <a:cxn ang="0">
                  <a:pos x="T4" y="T5"/>
                </a:cxn>
                <a:cxn ang="0">
                  <a:pos x="T6" y="T7"/>
                </a:cxn>
                <a:cxn ang="0">
                  <a:pos x="T8" y="T9"/>
                </a:cxn>
                <a:cxn ang="0">
                  <a:pos x="T10" y="T11"/>
                </a:cxn>
                <a:cxn ang="0">
                  <a:pos x="T12" y="T13"/>
                </a:cxn>
              </a:cxnLst>
              <a:rect l="0" t="0" r="r" b="b"/>
              <a:pathLst>
                <a:path w="242" h="211">
                  <a:moveTo>
                    <a:pt x="229" y="43"/>
                  </a:moveTo>
                  <a:cubicBezTo>
                    <a:pt x="242" y="20"/>
                    <a:pt x="231" y="2"/>
                    <a:pt x="205" y="1"/>
                  </a:cubicBezTo>
                  <a:cubicBezTo>
                    <a:pt x="38" y="0"/>
                    <a:pt x="38" y="0"/>
                    <a:pt x="38" y="0"/>
                  </a:cubicBezTo>
                  <a:cubicBezTo>
                    <a:pt x="11" y="0"/>
                    <a:pt x="0" y="19"/>
                    <a:pt x="13" y="42"/>
                  </a:cubicBezTo>
                  <a:cubicBezTo>
                    <a:pt x="96" y="188"/>
                    <a:pt x="96" y="188"/>
                    <a:pt x="96" y="188"/>
                  </a:cubicBezTo>
                  <a:cubicBezTo>
                    <a:pt x="109" y="211"/>
                    <a:pt x="131" y="211"/>
                    <a:pt x="144" y="188"/>
                  </a:cubicBezTo>
                  <a:lnTo>
                    <a:pt x="229"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5" name="Rectangle 311"/>
            <p:cNvSpPr>
              <a:spLocks noChangeArrowheads="1"/>
            </p:cNvSpPr>
            <p:nvPr/>
          </p:nvSpPr>
          <p:spPr bwMode="auto">
            <a:xfrm>
              <a:off x="6599238" y="6281738"/>
              <a:ext cx="17463" cy="2413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586" name="Freeform 43"/>
          <p:cNvSpPr>
            <a:spLocks noEditPoints="1"/>
          </p:cNvSpPr>
          <p:nvPr/>
        </p:nvSpPr>
        <p:spPr bwMode="auto">
          <a:xfrm>
            <a:off x="8829352" y="5380193"/>
            <a:ext cx="249924" cy="312211"/>
          </a:xfrm>
          <a:custGeom>
            <a:avLst/>
            <a:gdLst>
              <a:gd name="T0" fmla="*/ 152 w 160"/>
              <a:gd name="T1" fmla="*/ 78 h 200"/>
              <a:gd name="T2" fmla="*/ 134 w 160"/>
              <a:gd name="T3" fmla="*/ 60 h 200"/>
              <a:gd name="T4" fmla="*/ 117 w 160"/>
              <a:gd name="T5" fmla="*/ 60 h 200"/>
              <a:gd name="T6" fmla="*/ 82 w 160"/>
              <a:gd name="T7" fmla="*/ 1 h 200"/>
              <a:gd name="T8" fmla="*/ 78 w 160"/>
              <a:gd name="T9" fmla="*/ 1 h 200"/>
              <a:gd name="T10" fmla="*/ 41 w 160"/>
              <a:gd name="T11" fmla="*/ 60 h 200"/>
              <a:gd name="T12" fmla="*/ 26 w 160"/>
              <a:gd name="T13" fmla="*/ 60 h 200"/>
              <a:gd name="T14" fmla="*/ 8 w 160"/>
              <a:gd name="T15" fmla="*/ 78 h 200"/>
              <a:gd name="T16" fmla="*/ 0 w 160"/>
              <a:gd name="T17" fmla="*/ 182 h 200"/>
              <a:gd name="T18" fmla="*/ 18 w 160"/>
              <a:gd name="T19" fmla="*/ 200 h 200"/>
              <a:gd name="T20" fmla="*/ 142 w 160"/>
              <a:gd name="T21" fmla="*/ 200 h 200"/>
              <a:gd name="T22" fmla="*/ 160 w 160"/>
              <a:gd name="T23" fmla="*/ 182 h 200"/>
              <a:gd name="T24" fmla="*/ 152 w 160"/>
              <a:gd name="T25" fmla="*/ 78 h 200"/>
              <a:gd name="T26" fmla="*/ 80 w 160"/>
              <a:gd name="T27" fmla="*/ 9 h 200"/>
              <a:gd name="T28" fmla="*/ 109 w 160"/>
              <a:gd name="T29" fmla="*/ 60 h 200"/>
              <a:gd name="T30" fmla="*/ 50 w 160"/>
              <a:gd name="T31" fmla="*/ 60 h 200"/>
              <a:gd name="T32" fmla="*/ 80 w 160"/>
              <a:gd name="T33" fmla="*/ 9 h 200"/>
              <a:gd name="T34" fmla="*/ 142 w 160"/>
              <a:gd name="T35" fmla="*/ 192 h 200"/>
              <a:gd name="T36" fmla="*/ 18 w 160"/>
              <a:gd name="T37" fmla="*/ 192 h 200"/>
              <a:gd name="T38" fmla="*/ 8 w 160"/>
              <a:gd name="T39" fmla="*/ 182 h 200"/>
              <a:gd name="T40" fmla="*/ 16 w 160"/>
              <a:gd name="T41" fmla="*/ 78 h 200"/>
              <a:gd name="T42" fmla="*/ 26 w 160"/>
              <a:gd name="T43" fmla="*/ 68 h 200"/>
              <a:gd name="T44" fmla="*/ 40 w 160"/>
              <a:gd name="T45" fmla="*/ 68 h 200"/>
              <a:gd name="T46" fmla="*/ 36 w 160"/>
              <a:gd name="T47" fmla="*/ 94 h 200"/>
              <a:gd name="T48" fmla="*/ 32 w 160"/>
              <a:gd name="T49" fmla="*/ 102 h 200"/>
              <a:gd name="T50" fmla="*/ 42 w 160"/>
              <a:gd name="T51" fmla="*/ 111 h 200"/>
              <a:gd name="T52" fmla="*/ 52 w 160"/>
              <a:gd name="T53" fmla="*/ 102 h 200"/>
              <a:gd name="T54" fmla="*/ 44 w 160"/>
              <a:gd name="T55" fmla="*/ 92 h 200"/>
              <a:gd name="T56" fmla="*/ 48 w 160"/>
              <a:gd name="T57" fmla="*/ 68 h 200"/>
              <a:gd name="T58" fmla="*/ 111 w 160"/>
              <a:gd name="T59" fmla="*/ 68 h 200"/>
              <a:gd name="T60" fmla="*/ 116 w 160"/>
              <a:gd name="T61" fmla="*/ 94 h 200"/>
              <a:gd name="T62" fmla="*/ 112 w 160"/>
              <a:gd name="T63" fmla="*/ 102 h 200"/>
              <a:gd name="T64" fmla="*/ 122 w 160"/>
              <a:gd name="T65" fmla="*/ 111 h 200"/>
              <a:gd name="T66" fmla="*/ 132 w 160"/>
              <a:gd name="T67" fmla="*/ 102 h 200"/>
              <a:gd name="T68" fmla="*/ 124 w 160"/>
              <a:gd name="T69" fmla="*/ 92 h 200"/>
              <a:gd name="T70" fmla="*/ 120 w 160"/>
              <a:gd name="T71" fmla="*/ 68 h 200"/>
              <a:gd name="T72" fmla="*/ 134 w 160"/>
              <a:gd name="T73" fmla="*/ 68 h 200"/>
              <a:gd name="T74" fmla="*/ 144 w 160"/>
              <a:gd name="T75" fmla="*/ 78 h 200"/>
              <a:gd name="T76" fmla="*/ 152 w 160"/>
              <a:gd name="T77" fmla="*/ 182 h 200"/>
              <a:gd name="T78" fmla="*/ 142 w 160"/>
              <a:gd name="T79" fmla="*/ 192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0" h="200">
                <a:moveTo>
                  <a:pt x="152" y="78"/>
                </a:moveTo>
                <a:cubicBezTo>
                  <a:pt x="152" y="68"/>
                  <a:pt x="144" y="60"/>
                  <a:pt x="134" y="60"/>
                </a:cubicBezTo>
                <a:cubicBezTo>
                  <a:pt x="117" y="60"/>
                  <a:pt x="117" y="60"/>
                  <a:pt x="117" y="60"/>
                </a:cubicBezTo>
                <a:cubicBezTo>
                  <a:pt x="106" y="25"/>
                  <a:pt x="83" y="2"/>
                  <a:pt x="82" y="1"/>
                </a:cubicBezTo>
                <a:cubicBezTo>
                  <a:pt x="81" y="0"/>
                  <a:pt x="79" y="0"/>
                  <a:pt x="78" y="1"/>
                </a:cubicBezTo>
                <a:cubicBezTo>
                  <a:pt x="57" y="14"/>
                  <a:pt x="47" y="39"/>
                  <a:pt x="41" y="60"/>
                </a:cubicBezTo>
                <a:cubicBezTo>
                  <a:pt x="26" y="60"/>
                  <a:pt x="26" y="60"/>
                  <a:pt x="26" y="60"/>
                </a:cubicBezTo>
                <a:cubicBezTo>
                  <a:pt x="16" y="60"/>
                  <a:pt x="8" y="68"/>
                  <a:pt x="8" y="78"/>
                </a:cubicBezTo>
                <a:cubicBezTo>
                  <a:pt x="0" y="182"/>
                  <a:pt x="0" y="182"/>
                  <a:pt x="0" y="182"/>
                </a:cubicBezTo>
                <a:cubicBezTo>
                  <a:pt x="0" y="192"/>
                  <a:pt x="8" y="200"/>
                  <a:pt x="18" y="200"/>
                </a:cubicBezTo>
                <a:cubicBezTo>
                  <a:pt x="142" y="200"/>
                  <a:pt x="142" y="200"/>
                  <a:pt x="142" y="200"/>
                </a:cubicBezTo>
                <a:cubicBezTo>
                  <a:pt x="152" y="200"/>
                  <a:pt x="160" y="192"/>
                  <a:pt x="160" y="182"/>
                </a:cubicBezTo>
                <a:lnTo>
                  <a:pt x="152" y="78"/>
                </a:lnTo>
                <a:close/>
                <a:moveTo>
                  <a:pt x="80" y="9"/>
                </a:moveTo>
                <a:cubicBezTo>
                  <a:pt x="85" y="13"/>
                  <a:pt x="100" y="34"/>
                  <a:pt x="109" y="60"/>
                </a:cubicBezTo>
                <a:cubicBezTo>
                  <a:pt x="50" y="60"/>
                  <a:pt x="50" y="60"/>
                  <a:pt x="50" y="60"/>
                </a:cubicBezTo>
                <a:cubicBezTo>
                  <a:pt x="54" y="41"/>
                  <a:pt x="63" y="21"/>
                  <a:pt x="80" y="9"/>
                </a:cubicBezTo>
                <a:moveTo>
                  <a:pt x="142" y="192"/>
                </a:moveTo>
                <a:cubicBezTo>
                  <a:pt x="18" y="192"/>
                  <a:pt x="18" y="192"/>
                  <a:pt x="18" y="192"/>
                </a:cubicBezTo>
                <a:cubicBezTo>
                  <a:pt x="13" y="192"/>
                  <a:pt x="8" y="187"/>
                  <a:pt x="8" y="182"/>
                </a:cubicBezTo>
                <a:cubicBezTo>
                  <a:pt x="16" y="78"/>
                  <a:pt x="16" y="78"/>
                  <a:pt x="16" y="78"/>
                </a:cubicBezTo>
                <a:cubicBezTo>
                  <a:pt x="16" y="73"/>
                  <a:pt x="21" y="68"/>
                  <a:pt x="26" y="68"/>
                </a:cubicBezTo>
                <a:cubicBezTo>
                  <a:pt x="40" y="68"/>
                  <a:pt x="40" y="68"/>
                  <a:pt x="40" y="68"/>
                </a:cubicBezTo>
                <a:cubicBezTo>
                  <a:pt x="37" y="79"/>
                  <a:pt x="37" y="88"/>
                  <a:pt x="36" y="94"/>
                </a:cubicBezTo>
                <a:cubicBezTo>
                  <a:pt x="34" y="95"/>
                  <a:pt x="32" y="98"/>
                  <a:pt x="32" y="102"/>
                </a:cubicBezTo>
                <a:cubicBezTo>
                  <a:pt x="32" y="107"/>
                  <a:pt x="36" y="111"/>
                  <a:pt x="42" y="111"/>
                </a:cubicBezTo>
                <a:cubicBezTo>
                  <a:pt x="47" y="111"/>
                  <a:pt x="52" y="107"/>
                  <a:pt x="52" y="102"/>
                </a:cubicBezTo>
                <a:cubicBezTo>
                  <a:pt x="52" y="97"/>
                  <a:pt x="48" y="94"/>
                  <a:pt x="44" y="92"/>
                </a:cubicBezTo>
                <a:cubicBezTo>
                  <a:pt x="45" y="87"/>
                  <a:pt x="46" y="78"/>
                  <a:pt x="48" y="68"/>
                </a:cubicBezTo>
                <a:cubicBezTo>
                  <a:pt x="111" y="68"/>
                  <a:pt x="111" y="68"/>
                  <a:pt x="111" y="68"/>
                </a:cubicBezTo>
                <a:cubicBezTo>
                  <a:pt x="114" y="76"/>
                  <a:pt x="115" y="85"/>
                  <a:pt x="116" y="94"/>
                </a:cubicBezTo>
                <a:cubicBezTo>
                  <a:pt x="113" y="96"/>
                  <a:pt x="112" y="99"/>
                  <a:pt x="112" y="102"/>
                </a:cubicBezTo>
                <a:cubicBezTo>
                  <a:pt x="112" y="107"/>
                  <a:pt x="116" y="111"/>
                  <a:pt x="122" y="111"/>
                </a:cubicBezTo>
                <a:cubicBezTo>
                  <a:pt x="127" y="111"/>
                  <a:pt x="132" y="107"/>
                  <a:pt x="132" y="102"/>
                </a:cubicBezTo>
                <a:cubicBezTo>
                  <a:pt x="132" y="97"/>
                  <a:pt x="128" y="93"/>
                  <a:pt x="124" y="92"/>
                </a:cubicBezTo>
                <a:cubicBezTo>
                  <a:pt x="123" y="84"/>
                  <a:pt x="122" y="76"/>
                  <a:pt x="120" y="68"/>
                </a:cubicBezTo>
                <a:cubicBezTo>
                  <a:pt x="134" y="68"/>
                  <a:pt x="134" y="68"/>
                  <a:pt x="134" y="68"/>
                </a:cubicBezTo>
                <a:cubicBezTo>
                  <a:pt x="139" y="68"/>
                  <a:pt x="144" y="73"/>
                  <a:pt x="144" y="78"/>
                </a:cubicBezTo>
                <a:cubicBezTo>
                  <a:pt x="152" y="182"/>
                  <a:pt x="152" y="182"/>
                  <a:pt x="152" y="182"/>
                </a:cubicBezTo>
                <a:cubicBezTo>
                  <a:pt x="152" y="187"/>
                  <a:pt x="147" y="192"/>
                  <a:pt x="142" y="192"/>
                </a:cubicBezTo>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587" name="组合 586"/>
          <p:cNvGrpSpPr/>
          <p:nvPr/>
        </p:nvGrpSpPr>
        <p:grpSpPr>
          <a:xfrm>
            <a:off x="9258540" y="5380193"/>
            <a:ext cx="262382" cy="312211"/>
            <a:chOff x="6457951" y="1125538"/>
            <a:chExt cx="534988" cy="636588"/>
          </a:xfrm>
          <a:solidFill>
            <a:srgbClr val="707E84"/>
          </a:solidFill>
        </p:grpSpPr>
        <p:sp>
          <p:nvSpPr>
            <p:cNvPr id="588" name="Freeform 47"/>
            <p:cNvSpPr>
              <a:spLocks noEditPoints="1"/>
            </p:cNvSpPr>
            <p:nvPr/>
          </p:nvSpPr>
          <p:spPr bwMode="auto">
            <a:xfrm>
              <a:off x="6457951" y="1125538"/>
              <a:ext cx="534988" cy="636588"/>
            </a:xfrm>
            <a:custGeom>
              <a:avLst/>
              <a:gdLst>
                <a:gd name="T0" fmla="*/ 125 w 168"/>
                <a:gd name="T1" fmla="*/ 12 h 200"/>
                <a:gd name="T2" fmla="*/ 86 w 168"/>
                <a:gd name="T3" fmla="*/ 0 h 200"/>
                <a:gd name="T4" fmla="*/ 45 w 168"/>
                <a:gd name="T5" fmla="*/ 12 h 200"/>
                <a:gd name="T6" fmla="*/ 0 w 168"/>
                <a:gd name="T7" fmla="*/ 0 h 200"/>
                <a:gd name="T8" fmla="*/ 0 w 168"/>
                <a:gd name="T9" fmla="*/ 107 h 200"/>
                <a:gd name="T10" fmla="*/ 84 w 168"/>
                <a:gd name="T11" fmla="*/ 200 h 200"/>
                <a:gd name="T12" fmla="*/ 168 w 168"/>
                <a:gd name="T13" fmla="*/ 107 h 200"/>
                <a:gd name="T14" fmla="*/ 168 w 168"/>
                <a:gd name="T15" fmla="*/ 0 h 200"/>
                <a:gd name="T16" fmla="*/ 125 w 168"/>
                <a:gd name="T17" fmla="*/ 12 h 200"/>
                <a:gd name="T18" fmla="*/ 160 w 168"/>
                <a:gd name="T19" fmla="*/ 107 h 200"/>
                <a:gd name="T20" fmla="*/ 84 w 168"/>
                <a:gd name="T21" fmla="*/ 191 h 200"/>
                <a:gd name="T22" fmla="*/ 8 w 168"/>
                <a:gd name="T23" fmla="*/ 107 h 200"/>
                <a:gd name="T24" fmla="*/ 8 w 168"/>
                <a:gd name="T25" fmla="*/ 13 h 200"/>
                <a:gd name="T26" fmla="*/ 45 w 168"/>
                <a:gd name="T27" fmla="*/ 20 h 200"/>
                <a:gd name="T28" fmla="*/ 86 w 168"/>
                <a:gd name="T29" fmla="*/ 9 h 200"/>
                <a:gd name="T30" fmla="*/ 125 w 168"/>
                <a:gd name="T31" fmla="*/ 20 h 200"/>
                <a:gd name="T32" fmla="*/ 160 w 168"/>
                <a:gd name="T33" fmla="*/ 13 h 200"/>
                <a:gd name="T34" fmla="*/ 160 w 168"/>
                <a:gd name="T35" fmla="*/ 107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8" h="200">
                  <a:moveTo>
                    <a:pt x="125" y="12"/>
                  </a:moveTo>
                  <a:cubicBezTo>
                    <a:pt x="112" y="12"/>
                    <a:pt x="99" y="9"/>
                    <a:pt x="86" y="0"/>
                  </a:cubicBezTo>
                  <a:cubicBezTo>
                    <a:pt x="72" y="9"/>
                    <a:pt x="57" y="12"/>
                    <a:pt x="45" y="12"/>
                  </a:cubicBezTo>
                  <a:cubicBezTo>
                    <a:pt x="20" y="12"/>
                    <a:pt x="0" y="0"/>
                    <a:pt x="0" y="0"/>
                  </a:cubicBezTo>
                  <a:cubicBezTo>
                    <a:pt x="0" y="107"/>
                    <a:pt x="0" y="107"/>
                    <a:pt x="0" y="107"/>
                  </a:cubicBezTo>
                  <a:cubicBezTo>
                    <a:pt x="0" y="157"/>
                    <a:pt x="84" y="200"/>
                    <a:pt x="84" y="200"/>
                  </a:cubicBezTo>
                  <a:cubicBezTo>
                    <a:pt x="84" y="200"/>
                    <a:pt x="168" y="157"/>
                    <a:pt x="168" y="107"/>
                  </a:cubicBezTo>
                  <a:cubicBezTo>
                    <a:pt x="168" y="0"/>
                    <a:pt x="168" y="0"/>
                    <a:pt x="168" y="0"/>
                  </a:cubicBezTo>
                  <a:cubicBezTo>
                    <a:pt x="168" y="0"/>
                    <a:pt x="150" y="12"/>
                    <a:pt x="125" y="12"/>
                  </a:cubicBezTo>
                  <a:moveTo>
                    <a:pt x="160" y="107"/>
                  </a:moveTo>
                  <a:cubicBezTo>
                    <a:pt x="160" y="145"/>
                    <a:pt x="100" y="182"/>
                    <a:pt x="84" y="191"/>
                  </a:cubicBezTo>
                  <a:cubicBezTo>
                    <a:pt x="60" y="178"/>
                    <a:pt x="8" y="142"/>
                    <a:pt x="8" y="107"/>
                  </a:cubicBezTo>
                  <a:cubicBezTo>
                    <a:pt x="8" y="13"/>
                    <a:pt x="8" y="13"/>
                    <a:pt x="8" y="13"/>
                  </a:cubicBezTo>
                  <a:cubicBezTo>
                    <a:pt x="20" y="16"/>
                    <a:pt x="31" y="20"/>
                    <a:pt x="45" y="20"/>
                  </a:cubicBezTo>
                  <a:cubicBezTo>
                    <a:pt x="59" y="20"/>
                    <a:pt x="73" y="16"/>
                    <a:pt x="86" y="9"/>
                  </a:cubicBezTo>
                  <a:cubicBezTo>
                    <a:pt x="98" y="16"/>
                    <a:pt x="110" y="20"/>
                    <a:pt x="125" y="20"/>
                  </a:cubicBezTo>
                  <a:cubicBezTo>
                    <a:pt x="139" y="20"/>
                    <a:pt x="152" y="16"/>
                    <a:pt x="160" y="13"/>
                  </a:cubicBezTo>
                  <a:lnTo>
                    <a:pt x="160" y="10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9" name="Freeform 48"/>
            <p:cNvSpPr>
              <a:spLocks/>
            </p:cNvSpPr>
            <p:nvPr/>
          </p:nvSpPr>
          <p:spPr bwMode="auto">
            <a:xfrm>
              <a:off x="6619876" y="1330325"/>
              <a:ext cx="265113" cy="180975"/>
            </a:xfrm>
            <a:custGeom>
              <a:avLst/>
              <a:gdLst>
                <a:gd name="T0" fmla="*/ 7 w 83"/>
                <a:gd name="T1" fmla="*/ 20 h 57"/>
                <a:gd name="T2" fmla="*/ 2 w 83"/>
                <a:gd name="T3" fmla="*/ 20 h 57"/>
                <a:gd name="T4" fmla="*/ 2 w 83"/>
                <a:gd name="T5" fmla="*/ 25 h 57"/>
                <a:gd name="T6" fmla="*/ 33 w 83"/>
                <a:gd name="T7" fmla="*/ 57 h 57"/>
                <a:gd name="T8" fmla="*/ 81 w 83"/>
                <a:gd name="T9" fmla="*/ 7 h 57"/>
                <a:gd name="T10" fmla="*/ 81 w 83"/>
                <a:gd name="T11" fmla="*/ 1 h 57"/>
                <a:gd name="T12" fmla="*/ 75 w 83"/>
                <a:gd name="T13" fmla="*/ 1 h 57"/>
                <a:gd name="T14" fmla="*/ 33 w 83"/>
                <a:gd name="T15" fmla="*/ 45 h 57"/>
                <a:gd name="T16" fmla="*/ 7 w 83"/>
                <a:gd name="T17" fmla="*/ 2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57">
                  <a:moveTo>
                    <a:pt x="7" y="20"/>
                  </a:moveTo>
                  <a:cubicBezTo>
                    <a:pt x="6" y="18"/>
                    <a:pt x="3" y="18"/>
                    <a:pt x="2" y="20"/>
                  </a:cubicBezTo>
                  <a:cubicBezTo>
                    <a:pt x="0" y="21"/>
                    <a:pt x="0" y="24"/>
                    <a:pt x="2" y="25"/>
                  </a:cubicBezTo>
                  <a:cubicBezTo>
                    <a:pt x="33" y="57"/>
                    <a:pt x="33" y="57"/>
                    <a:pt x="33" y="57"/>
                  </a:cubicBezTo>
                  <a:cubicBezTo>
                    <a:pt x="81" y="7"/>
                    <a:pt x="81" y="7"/>
                    <a:pt x="81" y="7"/>
                  </a:cubicBezTo>
                  <a:cubicBezTo>
                    <a:pt x="83" y="5"/>
                    <a:pt x="83" y="3"/>
                    <a:pt x="81" y="1"/>
                  </a:cubicBezTo>
                  <a:cubicBezTo>
                    <a:pt x="80" y="0"/>
                    <a:pt x="77" y="0"/>
                    <a:pt x="75" y="1"/>
                  </a:cubicBezTo>
                  <a:cubicBezTo>
                    <a:pt x="33" y="45"/>
                    <a:pt x="33" y="45"/>
                    <a:pt x="33" y="45"/>
                  </a:cubicBezTo>
                  <a:lnTo>
                    <a:pt x="7"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590" name="组合 589"/>
          <p:cNvGrpSpPr/>
          <p:nvPr/>
        </p:nvGrpSpPr>
        <p:grpSpPr>
          <a:xfrm>
            <a:off x="10191660" y="5380193"/>
            <a:ext cx="312211" cy="312211"/>
            <a:chOff x="7678738" y="2397125"/>
            <a:chExt cx="636588" cy="636588"/>
          </a:xfrm>
          <a:solidFill>
            <a:srgbClr val="707E84"/>
          </a:solidFill>
        </p:grpSpPr>
        <p:sp>
          <p:nvSpPr>
            <p:cNvPr id="591" name="Freeform 49"/>
            <p:cNvSpPr>
              <a:spLocks noEditPoints="1"/>
            </p:cNvSpPr>
            <p:nvPr/>
          </p:nvSpPr>
          <p:spPr bwMode="auto">
            <a:xfrm>
              <a:off x="7678738" y="2397125"/>
              <a:ext cx="636588" cy="636588"/>
            </a:xfrm>
            <a:custGeom>
              <a:avLst/>
              <a:gdLst>
                <a:gd name="T0" fmla="*/ 100 w 200"/>
                <a:gd name="T1" fmla="*/ 0 h 200"/>
                <a:gd name="T2" fmla="*/ 0 w 200"/>
                <a:gd name="T3" fmla="*/ 100 h 200"/>
                <a:gd name="T4" fmla="*/ 100 w 200"/>
                <a:gd name="T5" fmla="*/ 200 h 200"/>
                <a:gd name="T6" fmla="*/ 200 w 200"/>
                <a:gd name="T7" fmla="*/ 100 h 200"/>
                <a:gd name="T8" fmla="*/ 100 w 200"/>
                <a:gd name="T9" fmla="*/ 0 h 200"/>
                <a:gd name="T10" fmla="*/ 100 w 200"/>
                <a:gd name="T11" fmla="*/ 192 h 200"/>
                <a:gd name="T12" fmla="*/ 8 w 200"/>
                <a:gd name="T13" fmla="*/ 100 h 200"/>
                <a:gd name="T14" fmla="*/ 100 w 200"/>
                <a:gd name="T15" fmla="*/ 8 h 200"/>
                <a:gd name="T16" fmla="*/ 192 w 200"/>
                <a:gd name="T17" fmla="*/ 100 h 200"/>
                <a:gd name="T18" fmla="*/ 100 w 200"/>
                <a:gd name="T19" fmla="*/ 192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0" h="200">
                  <a:moveTo>
                    <a:pt x="100" y="0"/>
                  </a:moveTo>
                  <a:cubicBezTo>
                    <a:pt x="45" y="0"/>
                    <a:pt x="0" y="45"/>
                    <a:pt x="0" y="100"/>
                  </a:cubicBezTo>
                  <a:cubicBezTo>
                    <a:pt x="0" y="155"/>
                    <a:pt x="45" y="200"/>
                    <a:pt x="100" y="200"/>
                  </a:cubicBezTo>
                  <a:cubicBezTo>
                    <a:pt x="155" y="200"/>
                    <a:pt x="200" y="155"/>
                    <a:pt x="200" y="100"/>
                  </a:cubicBezTo>
                  <a:cubicBezTo>
                    <a:pt x="200" y="45"/>
                    <a:pt x="155" y="0"/>
                    <a:pt x="100" y="0"/>
                  </a:cubicBezTo>
                  <a:moveTo>
                    <a:pt x="100" y="192"/>
                  </a:moveTo>
                  <a:cubicBezTo>
                    <a:pt x="49" y="192"/>
                    <a:pt x="8" y="151"/>
                    <a:pt x="8" y="100"/>
                  </a:cubicBezTo>
                  <a:cubicBezTo>
                    <a:pt x="8" y="49"/>
                    <a:pt x="49" y="8"/>
                    <a:pt x="100" y="8"/>
                  </a:cubicBezTo>
                  <a:cubicBezTo>
                    <a:pt x="151" y="8"/>
                    <a:pt x="192" y="49"/>
                    <a:pt x="192" y="100"/>
                  </a:cubicBezTo>
                  <a:cubicBezTo>
                    <a:pt x="192" y="151"/>
                    <a:pt x="151" y="192"/>
                    <a:pt x="100" y="19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2" name="Freeform 50"/>
            <p:cNvSpPr>
              <a:spLocks noEditPoints="1"/>
            </p:cNvSpPr>
            <p:nvPr/>
          </p:nvSpPr>
          <p:spPr bwMode="auto">
            <a:xfrm>
              <a:off x="7891463" y="2524125"/>
              <a:ext cx="217488" cy="407988"/>
            </a:xfrm>
            <a:custGeom>
              <a:avLst/>
              <a:gdLst>
                <a:gd name="T0" fmla="*/ 60 w 68"/>
                <a:gd name="T1" fmla="*/ 41 h 128"/>
                <a:gd name="T2" fmla="*/ 64 w 68"/>
                <a:gd name="T3" fmla="*/ 45 h 128"/>
                <a:gd name="T4" fmla="*/ 68 w 68"/>
                <a:gd name="T5" fmla="*/ 41 h 128"/>
                <a:gd name="T6" fmla="*/ 37 w 68"/>
                <a:gd name="T7" fmla="*/ 12 h 128"/>
                <a:gd name="T8" fmla="*/ 37 w 68"/>
                <a:gd name="T9" fmla="*/ 4 h 128"/>
                <a:gd name="T10" fmla="*/ 33 w 68"/>
                <a:gd name="T11" fmla="*/ 0 h 128"/>
                <a:gd name="T12" fmla="*/ 29 w 68"/>
                <a:gd name="T13" fmla="*/ 4 h 128"/>
                <a:gd name="T14" fmla="*/ 29 w 68"/>
                <a:gd name="T15" fmla="*/ 13 h 128"/>
                <a:gd name="T16" fmla="*/ 0 w 68"/>
                <a:gd name="T17" fmla="*/ 41 h 128"/>
                <a:gd name="T18" fmla="*/ 0 w 68"/>
                <a:gd name="T19" fmla="*/ 42 h 128"/>
                <a:gd name="T20" fmla="*/ 2 w 68"/>
                <a:gd name="T21" fmla="*/ 46 h 128"/>
                <a:gd name="T22" fmla="*/ 29 w 68"/>
                <a:gd name="T23" fmla="*/ 64 h 128"/>
                <a:gd name="T24" fmla="*/ 29 w 68"/>
                <a:gd name="T25" fmla="*/ 103 h 128"/>
                <a:gd name="T26" fmla="*/ 8 w 68"/>
                <a:gd name="T27" fmla="*/ 82 h 128"/>
                <a:gd name="T28" fmla="*/ 4 w 68"/>
                <a:gd name="T29" fmla="*/ 78 h 128"/>
                <a:gd name="T30" fmla="*/ 0 w 68"/>
                <a:gd name="T31" fmla="*/ 82 h 128"/>
                <a:gd name="T32" fmla="*/ 29 w 68"/>
                <a:gd name="T33" fmla="*/ 111 h 128"/>
                <a:gd name="T34" fmla="*/ 29 w 68"/>
                <a:gd name="T35" fmla="*/ 124 h 128"/>
                <a:gd name="T36" fmla="*/ 33 w 68"/>
                <a:gd name="T37" fmla="*/ 128 h 128"/>
                <a:gd name="T38" fmla="*/ 37 w 68"/>
                <a:gd name="T39" fmla="*/ 124 h 128"/>
                <a:gd name="T40" fmla="*/ 37 w 68"/>
                <a:gd name="T41" fmla="*/ 111 h 128"/>
                <a:gd name="T42" fmla="*/ 68 w 68"/>
                <a:gd name="T43" fmla="*/ 82 h 128"/>
                <a:gd name="T44" fmla="*/ 66 w 68"/>
                <a:gd name="T45" fmla="*/ 78 h 128"/>
                <a:gd name="T46" fmla="*/ 37 w 68"/>
                <a:gd name="T47" fmla="*/ 59 h 128"/>
                <a:gd name="T48" fmla="*/ 37 w 68"/>
                <a:gd name="T49" fmla="*/ 20 h 128"/>
                <a:gd name="T50" fmla="*/ 60 w 68"/>
                <a:gd name="T51" fmla="*/ 41 h 128"/>
                <a:gd name="T52" fmla="*/ 29 w 68"/>
                <a:gd name="T53" fmla="*/ 54 h 128"/>
                <a:gd name="T54" fmla="*/ 8 w 68"/>
                <a:gd name="T55" fmla="*/ 40 h 128"/>
                <a:gd name="T56" fmla="*/ 29 w 68"/>
                <a:gd name="T57" fmla="*/ 21 h 128"/>
                <a:gd name="T58" fmla="*/ 29 w 68"/>
                <a:gd name="T59" fmla="*/ 54 h 128"/>
                <a:gd name="T60" fmla="*/ 60 w 68"/>
                <a:gd name="T61" fmla="*/ 84 h 128"/>
                <a:gd name="T62" fmla="*/ 37 w 68"/>
                <a:gd name="T63" fmla="*/ 103 h 128"/>
                <a:gd name="T64" fmla="*/ 37 w 68"/>
                <a:gd name="T65" fmla="*/ 6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8" h="128">
                  <a:moveTo>
                    <a:pt x="60" y="41"/>
                  </a:moveTo>
                  <a:cubicBezTo>
                    <a:pt x="60" y="44"/>
                    <a:pt x="62" y="45"/>
                    <a:pt x="64" y="45"/>
                  </a:cubicBezTo>
                  <a:cubicBezTo>
                    <a:pt x="66" y="45"/>
                    <a:pt x="68" y="44"/>
                    <a:pt x="68" y="41"/>
                  </a:cubicBezTo>
                  <a:cubicBezTo>
                    <a:pt x="68" y="26"/>
                    <a:pt x="54" y="14"/>
                    <a:pt x="37" y="12"/>
                  </a:cubicBezTo>
                  <a:cubicBezTo>
                    <a:pt x="37" y="4"/>
                    <a:pt x="37" y="4"/>
                    <a:pt x="37" y="4"/>
                  </a:cubicBezTo>
                  <a:cubicBezTo>
                    <a:pt x="37" y="2"/>
                    <a:pt x="35" y="0"/>
                    <a:pt x="33" y="0"/>
                  </a:cubicBezTo>
                  <a:cubicBezTo>
                    <a:pt x="31" y="0"/>
                    <a:pt x="29" y="2"/>
                    <a:pt x="29" y="4"/>
                  </a:cubicBezTo>
                  <a:cubicBezTo>
                    <a:pt x="29" y="13"/>
                    <a:pt x="29" y="13"/>
                    <a:pt x="29" y="13"/>
                  </a:cubicBezTo>
                  <a:cubicBezTo>
                    <a:pt x="13" y="15"/>
                    <a:pt x="0" y="27"/>
                    <a:pt x="0" y="41"/>
                  </a:cubicBezTo>
                  <a:cubicBezTo>
                    <a:pt x="0" y="42"/>
                    <a:pt x="0" y="42"/>
                    <a:pt x="0" y="42"/>
                  </a:cubicBezTo>
                  <a:cubicBezTo>
                    <a:pt x="0" y="43"/>
                    <a:pt x="1" y="45"/>
                    <a:pt x="2" y="46"/>
                  </a:cubicBezTo>
                  <a:cubicBezTo>
                    <a:pt x="29" y="64"/>
                    <a:pt x="29" y="64"/>
                    <a:pt x="29" y="64"/>
                  </a:cubicBezTo>
                  <a:cubicBezTo>
                    <a:pt x="29" y="103"/>
                    <a:pt x="29" y="103"/>
                    <a:pt x="29" y="103"/>
                  </a:cubicBezTo>
                  <a:cubicBezTo>
                    <a:pt x="17" y="101"/>
                    <a:pt x="8" y="92"/>
                    <a:pt x="8" y="82"/>
                  </a:cubicBezTo>
                  <a:cubicBezTo>
                    <a:pt x="8" y="80"/>
                    <a:pt x="6" y="78"/>
                    <a:pt x="4" y="78"/>
                  </a:cubicBezTo>
                  <a:cubicBezTo>
                    <a:pt x="2" y="78"/>
                    <a:pt x="0" y="80"/>
                    <a:pt x="0" y="82"/>
                  </a:cubicBezTo>
                  <a:cubicBezTo>
                    <a:pt x="0" y="97"/>
                    <a:pt x="13" y="109"/>
                    <a:pt x="29" y="111"/>
                  </a:cubicBezTo>
                  <a:cubicBezTo>
                    <a:pt x="29" y="124"/>
                    <a:pt x="29" y="124"/>
                    <a:pt x="29" y="124"/>
                  </a:cubicBezTo>
                  <a:cubicBezTo>
                    <a:pt x="29" y="126"/>
                    <a:pt x="31" y="128"/>
                    <a:pt x="33" y="128"/>
                  </a:cubicBezTo>
                  <a:cubicBezTo>
                    <a:pt x="35" y="128"/>
                    <a:pt x="37" y="126"/>
                    <a:pt x="37" y="124"/>
                  </a:cubicBezTo>
                  <a:cubicBezTo>
                    <a:pt x="37" y="111"/>
                    <a:pt x="37" y="111"/>
                    <a:pt x="37" y="111"/>
                  </a:cubicBezTo>
                  <a:cubicBezTo>
                    <a:pt x="54" y="110"/>
                    <a:pt x="68" y="97"/>
                    <a:pt x="68" y="82"/>
                  </a:cubicBezTo>
                  <a:cubicBezTo>
                    <a:pt x="68" y="80"/>
                    <a:pt x="67" y="79"/>
                    <a:pt x="66" y="78"/>
                  </a:cubicBezTo>
                  <a:cubicBezTo>
                    <a:pt x="37" y="59"/>
                    <a:pt x="37" y="59"/>
                    <a:pt x="37" y="59"/>
                  </a:cubicBezTo>
                  <a:cubicBezTo>
                    <a:pt x="37" y="20"/>
                    <a:pt x="37" y="20"/>
                    <a:pt x="37" y="20"/>
                  </a:cubicBezTo>
                  <a:cubicBezTo>
                    <a:pt x="50" y="22"/>
                    <a:pt x="60" y="31"/>
                    <a:pt x="60" y="41"/>
                  </a:cubicBezTo>
                  <a:moveTo>
                    <a:pt x="29" y="54"/>
                  </a:moveTo>
                  <a:cubicBezTo>
                    <a:pt x="8" y="40"/>
                    <a:pt x="8" y="40"/>
                    <a:pt x="8" y="40"/>
                  </a:cubicBezTo>
                  <a:cubicBezTo>
                    <a:pt x="9" y="31"/>
                    <a:pt x="18" y="23"/>
                    <a:pt x="29" y="21"/>
                  </a:cubicBezTo>
                  <a:lnTo>
                    <a:pt x="29" y="54"/>
                  </a:lnTo>
                  <a:close/>
                  <a:moveTo>
                    <a:pt x="60" y="84"/>
                  </a:moveTo>
                  <a:cubicBezTo>
                    <a:pt x="59" y="94"/>
                    <a:pt x="49" y="102"/>
                    <a:pt x="37" y="103"/>
                  </a:cubicBezTo>
                  <a:cubicBezTo>
                    <a:pt x="37" y="68"/>
                    <a:pt x="37" y="68"/>
                    <a:pt x="37" y="6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593" name="组合 592"/>
          <p:cNvGrpSpPr/>
          <p:nvPr/>
        </p:nvGrpSpPr>
        <p:grpSpPr>
          <a:xfrm>
            <a:off x="9700186" y="5380193"/>
            <a:ext cx="312210" cy="312211"/>
            <a:chOff x="6407151" y="2397125"/>
            <a:chExt cx="636587" cy="636588"/>
          </a:xfrm>
          <a:solidFill>
            <a:srgbClr val="707E84"/>
          </a:solidFill>
        </p:grpSpPr>
        <p:sp>
          <p:nvSpPr>
            <p:cNvPr id="594" name="Freeform 53"/>
            <p:cNvSpPr>
              <a:spLocks noEditPoints="1"/>
            </p:cNvSpPr>
            <p:nvPr/>
          </p:nvSpPr>
          <p:spPr bwMode="auto">
            <a:xfrm>
              <a:off x="6407151" y="2397125"/>
              <a:ext cx="484188" cy="484188"/>
            </a:xfrm>
            <a:custGeom>
              <a:avLst/>
              <a:gdLst>
                <a:gd name="T0" fmla="*/ 76 w 152"/>
                <a:gd name="T1" fmla="*/ 0 h 152"/>
                <a:gd name="T2" fmla="*/ 0 w 152"/>
                <a:gd name="T3" fmla="*/ 76 h 152"/>
                <a:gd name="T4" fmla="*/ 76 w 152"/>
                <a:gd name="T5" fmla="*/ 152 h 152"/>
                <a:gd name="T6" fmla="*/ 152 w 152"/>
                <a:gd name="T7" fmla="*/ 76 h 152"/>
                <a:gd name="T8" fmla="*/ 76 w 152"/>
                <a:gd name="T9" fmla="*/ 0 h 152"/>
                <a:gd name="T10" fmla="*/ 76 w 152"/>
                <a:gd name="T11" fmla="*/ 144 h 152"/>
                <a:gd name="T12" fmla="*/ 8 w 152"/>
                <a:gd name="T13" fmla="*/ 76 h 152"/>
                <a:gd name="T14" fmla="*/ 76 w 152"/>
                <a:gd name="T15" fmla="*/ 8 h 152"/>
                <a:gd name="T16" fmla="*/ 144 w 152"/>
                <a:gd name="T17" fmla="*/ 76 h 152"/>
                <a:gd name="T18" fmla="*/ 76 w 152"/>
                <a:gd name="T19" fmla="*/ 14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2" h="152">
                  <a:moveTo>
                    <a:pt x="76" y="0"/>
                  </a:moveTo>
                  <a:cubicBezTo>
                    <a:pt x="34" y="0"/>
                    <a:pt x="0" y="34"/>
                    <a:pt x="0" y="76"/>
                  </a:cubicBezTo>
                  <a:cubicBezTo>
                    <a:pt x="0" y="118"/>
                    <a:pt x="34" y="152"/>
                    <a:pt x="76" y="152"/>
                  </a:cubicBezTo>
                  <a:cubicBezTo>
                    <a:pt x="118" y="152"/>
                    <a:pt x="152" y="118"/>
                    <a:pt x="152" y="76"/>
                  </a:cubicBezTo>
                  <a:cubicBezTo>
                    <a:pt x="152" y="34"/>
                    <a:pt x="118" y="0"/>
                    <a:pt x="76" y="0"/>
                  </a:cubicBezTo>
                  <a:moveTo>
                    <a:pt x="76" y="144"/>
                  </a:moveTo>
                  <a:cubicBezTo>
                    <a:pt x="39" y="144"/>
                    <a:pt x="8" y="113"/>
                    <a:pt x="8" y="76"/>
                  </a:cubicBezTo>
                  <a:cubicBezTo>
                    <a:pt x="8" y="39"/>
                    <a:pt x="39" y="8"/>
                    <a:pt x="76" y="8"/>
                  </a:cubicBezTo>
                  <a:cubicBezTo>
                    <a:pt x="113" y="8"/>
                    <a:pt x="144" y="39"/>
                    <a:pt x="144" y="76"/>
                  </a:cubicBezTo>
                  <a:cubicBezTo>
                    <a:pt x="144" y="113"/>
                    <a:pt x="113" y="144"/>
                    <a:pt x="76" y="1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5" name="Freeform 54"/>
            <p:cNvSpPr>
              <a:spLocks/>
            </p:cNvSpPr>
            <p:nvPr/>
          </p:nvSpPr>
          <p:spPr bwMode="auto">
            <a:xfrm>
              <a:off x="6840538" y="2830513"/>
              <a:ext cx="203200" cy="203200"/>
            </a:xfrm>
            <a:custGeom>
              <a:avLst/>
              <a:gdLst>
                <a:gd name="T0" fmla="*/ 63 w 64"/>
                <a:gd name="T1" fmla="*/ 57 h 64"/>
                <a:gd name="T2" fmla="*/ 7 w 64"/>
                <a:gd name="T3" fmla="*/ 1 h 64"/>
                <a:gd name="T4" fmla="*/ 1 w 64"/>
                <a:gd name="T5" fmla="*/ 1 h 64"/>
                <a:gd name="T6" fmla="*/ 1 w 64"/>
                <a:gd name="T7" fmla="*/ 7 h 64"/>
                <a:gd name="T8" fmla="*/ 57 w 64"/>
                <a:gd name="T9" fmla="*/ 63 h 64"/>
                <a:gd name="T10" fmla="*/ 60 w 64"/>
                <a:gd name="T11" fmla="*/ 64 h 64"/>
                <a:gd name="T12" fmla="*/ 63 w 64"/>
                <a:gd name="T13" fmla="*/ 63 h 64"/>
                <a:gd name="T14" fmla="*/ 63 w 64"/>
                <a:gd name="T15" fmla="*/ 57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64">
                  <a:moveTo>
                    <a:pt x="63" y="57"/>
                  </a:moveTo>
                  <a:cubicBezTo>
                    <a:pt x="7" y="1"/>
                    <a:pt x="7" y="1"/>
                    <a:pt x="7" y="1"/>
                  </a:cubicBezTo>
                  <a:cubicBezTo>
                    <a:pt x="5" y="0"/>
                    <a:pt x="3" y="0"/>
                    <a:pt x="1" y="1"/>
                  </a:cubicBezTo>
                  <a:cubicBezTo>
                    <a:pt x="0" y="3"/>
                    <a:pt x="0" y="5"/>
                    <a:pt x="1" y="7"/>
                  </a:cubicBezTo>
                  <a:cubicBezTo>
                    <a:pt x="57" y="63"/>
                    <a:pt x="57" y="63"/>
                    <a:pt x="57" y="63"/>
                  </a:cubicBezTo>
                  <a:cubicBezTo>
                    <a:pt x="58" y="64"/>
                    <a:pt x="59" y="64"/>
                    <a:pt x="60" y="64"/>
                  </a:cubicBezTo>
                  <a:cubicBezTo>
                    <a:pt x="61" y="64"/>
                    <a:pt x="62" y="64"/>
                    <a:pt x="63" y="63"/>
                  </a:cubicBezTo>
                  <a:cubicBezTo>
                    <a:pt x="64" y="61"/>
                    <a:pt x="64" y="59"/>
                    <a:pt x="63" y="5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596" name="组合 595"/>
          <p:cNvGrpSpPr/>
          <p:nvPr/>
        </p:nvGrpSpPr>
        <p:grpSpPr>
          <a:xfrm>
            <a:off x="10683135" y="5380193"/>
            <a:ext cx="315325" cy="312211"/>
            <a:chOff x="3819526" y="3630613"/>
            <a:chExt cx="642938" cy="636588"/>
          </a:xfrm>
          <a:solidFill>
            <a:srgbClr val="707E84"/>
          </a:solidFill>
        </p:grpSpPr>
        <p:sp>
          <p:nvSpPr>
            <p:cNvPr id="597" name="Freeform 55"/>
            <p:cNvSpPr>
              <a:spLocks noEditPoints="1"/>
            </p:cNvSpPr>
            <p:nvPr/>
          </p:nvSpPr>
          <p:spPr bwMode="auto">
            <a:xfrm>
              <a:off x="3819526" y="3630613"/>
              <a:ext cx="642938" cy="636588"/>
            </a:xfrm>
            <a:custGeom>
              <a:avLst/>
              <a:gdLst>
                <a:gd name="T0" fmla="*/ 101 w 202"/>
                <a:gd name="T1" fmla="*/ 12 h 200"/>
                <a:gd name="T2" fmla="*/ 7 w 202"/>
                <a:gd name="T3" fmla="*/ 106 h 200"/>
                <a:gd name="T4" fmla="*/ 7 w 202"/>
                <a:gd name="T5" fmla="*/ 130 h 200"/>
                <a:gd name="T6" fmla="*/ 72 w 202"/>
                <a:gd name="T7" fmla="*/ 195 h 200"/>
                <a:gd name="T8" fmla="*/ 84 w 202"/>
                <a:gd name="T9" fmla="*/ 200 h 200"/>
                <a:gd name="T10" fmla="*/ 96 w 202"/>
                <a:gd name="T11" fmla="*/ 195 h 200"/>
                <a:gd name="T12" fmla="*/ 190 w 202"/>
                <a:gd name="T13" fmla="*/ 101 h 200"/>
                <a:gd name="T14" fmla="*/ 202 w 202"/>
                <a:gd name="T15" fmla="*/ 0 h 200"/>
                <a:gd name="T16" fmla="*/ 101 w 202"/>
                <a:gd name="T17" fmla="*/ 12 h 200"/>
                <a:gd name="T18" fmla="*/ 183 w 202"/>
                <a:gd name="T19" fmla="*/ 97 h 200"/>
                <a:gd name="T20" fmla="*/ 90 w 202"/>
                <a:gd name="T21" fmla="*/ 189 h 200"/>
                <a:gd name="T22" fmla="*/ 84 w 202"/>
                <a:gd name="T23" fmla="*/ 192 h 200"/>
                <a:gd name="T24" fmla="*/ 78 w 202"/>
                <a:gd name="T25" fmla="*/ 189 h 200"/>
                <a:gd name="T26" fmla="*/ 13 w 202"/>
                <a:gd name="T27" fmla="*/ 124 h 200"/>
                <a:gd name="T28" fmla="*/ 13 w 202"/>
                <a:gd name="T29" fmla="*/ 112 h 200"/>
                <a:gd name="T30" fmla="*/ 105 w 202"/>
                <a:gd name="T31" fmla="*/ 19 h 200"/>
                <a:gd name="T32" fmla="*/ 193 w 202"/>
                <a:gd name="T33" fmla="*/ 9 h 200"/>
                <a:gd name="T34" fmla="*/ 183 w 202"/>
                <a:gd name="T35" fmla="*/ 97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2" h="200">
                  <a:moveTo>
                    <a:pt x="101" y="12"/>
                  </a:moveTo>
                  <a:cubicBezTo>
                    <a:pt x="7" y="106"/>
                    <a:pt x="7" y="106"/>
                    <a:pt x="7" y="106"/>
                  </a:cubicBezTo>
                  <a:cubicBezTo>
                    <a:pt x="0" y="113"/>
                    <a:pt x="0" y="124"/>
                    <a:pt x="7" y="130"/>
                  </a:cubicBezTo>
                  <a:cubicBezTo>
                    <a:pt x="72" y="195"/>
                    <a:pt x="72" y="195"/>
                    <a:pt x="72" y="195"/>
                  </a:cubicBezTo>
                  <a:cubicBezTo>
                    <a:pt x="75" y="198"/>
                    <a:pt x="79" y="200"/>
                    <a:pt x="84" y="200"/>
                  </a:cubicBezTo>
                  <a:cubicBezTo>
                    <a:pt x="88" y="200"/>
                    <a:pt x="92" y="198"/>
                    <a:pt x="96" y="195"/>
                  </a:cubicBezTo>
                  <a:cubicBezTo>
                    <a:pt x="190" y="101"/>
                    <a:pt x="190" y="101"/>
                    <a:pt x="190" y="101"/>
                  </a:cubicBezTo>
                  <a:cubicBezTo>
                    <a:pt x="202" y="0"/>
                    <a:pt x="202" y="0"/>
                    <a:pt x="202" y="0"/>
                  </a:cubicBezTo>
                  <a:lnTo>
                    <a:pt x="101" y="12"/>
                  </a:lnTo>
                  <a:close/>
                  <a:moveTo>
                    <a:pt x="183" y="97"/>
                  </a:moveTo>
                  <a:cubicBezTo>
                    <a:pt x="90" y="189"/>
                    <a:pt x="90" y="189"/>
                    <a:pt x="90" y="189"/>
                  </a:cubicBezTo>
                  <a:cubicBezTo>
                    <a:pt x="88" y="191"/>
                    <a:pt x="86" y="192"/>
                    <a:pt x="84" y="192"/>
                  </a:cubicBezTo>
                  <a:cubicBezTo>
                    <a:pt x="81" y="192"/>
                    <a:pt x="79" y="191"/>
                    <a:pt x="78" y="189"/>
                  </a:cubicBezTo>
                  <a:cubicBezTo>
                    <a:pt x="13" y="124"/>
                    <a:pt x="13" y="124"/>
                    <a:pt x="13" y="124"/>
                  </a:cubicBezTo>
                  <a:cubicBezTo>
                    <a:pt x="9" y="121"/>
                    <a:pt x="9" y="115"/>
                    <a:pt x="13" y="112"/>
                  </a:cubicBezTo>
                  <a:cubicBezTo>
                    <a:pt x="105" y="19"/>
                    <a:pt x="105" y="19"/>
                    <a:pt x="105" y="19"/>
                  </a:cubicBezTo>
                  <a:cubicBezTo>
                    <a:pt x="193" y="9"/>
                    <a:pt x="193" y="9"/>
                    <a:pt x="193" y="9"/>
                  </a:cubicBezTo>
                  <a:lnTo>
                    <a:pt x="183" y="9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8" name="Freeform 56"/>
            <p:cNvSpPr>
              <a:spLocks noEditPoints="1"/>
            </p:cNvSpPr>
            <p:nvPr/>
          </p:nvSpPr>
          <p:spPr bwMode="auto">
            <a:xfrm>
              <a:off x="4221163" y="3751263"/>
              <a:ext cx="127000" cy="127000"/>
            </a:xfrm>
            <a:custGeom>
              <a:avLst/>
              <a:gdLst>
                <a:gd name="T0" fmla="*/ 20 w 40"/>
                <a:gd name="T1" fmla="*/ 0 h 40"/>
                <a:gd name="T2" fmla="*/ 0 w 40"/>
                <a:gd name="T3" fmla="*/ 20 h 40"/>
                <a:gd name="T4" fmla="*/ 20 w 40"/>
                <a:gd name="T5" fmla="*/ 40 h 40"/>
                <a:gd name="T6" fmla="*/ 40 w 40"/>
                <a:gd name="T7" fmla="*/ 20 h 40"/>
                <a:gd name="T8" fmla="*/ 20 w 40"/>
                <a:gd name="T9" fmla="*/ 0 h 40"/>
                <a:gd name="T10" fmla="*/ 20 w 40"/>
                <a:gd name="T11" fmla="*/ 32 h 40"/>
                <a:gd name="T12" fmla="*/ 8 w 40"/>
                <a:gd name="T13" fmla="*/ 20 h 40"/>
                <a:gd name="T14" fmla="*/ 20 w 40"/>
                <a:gd name="T15" fmla="*/ 8 h 40"/>
                <a:gd name="T16" fmla="*/ 32 w 40"/>
                <a:gd name="T17" fmla="*/ 20 h 40"/>
                <a:gd name="T18" fmla="*/ 20 w 40"/>
                <a:gd name="T19"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40">
                  <a:moveTo>
                    <a:pt x="20" y="0"/>
                  </a:moveTo>
                  <a:cubicBezTo>
                    <a:pt x="9" y="0"/>
                    <a:pt x="0" y="9"/>
                    <a:pt x="0" y="20"/>
                  </a:cubicBezTo>
                  <a:cubicBezTo>
                    <a:pt x="0" y="31"/>
                    <a:pt x="9" y="40"/>
                    <a:pt x="20" y="40"/>
                  </a:cubicBezTo>
                  <a:cubicBezTo>
                    <a:pt x="31" y="40"/>
                    <a:pt x="40" y="31"/>
                    <a:pt x="40" y="20"/>
                  </a:cubicBezTo>
                  <a:cubicBezTo>
                    <a:pt x="40" y="9"/>
                    <a:pt x="31" y="0"/>
                    <a:pt x="20" y="0"/>
                  </a:cubicBezTo>
                  <a:moveTo>
                    <a:pt x="20" y="32"/>
                  </a:moveTo>
                  <a:cubicBezTo>
                    <a:pt x="13" y="32"/>
                    <a:pt x="8" y="27"/>
                    <a:pt x="8" y="20"/>
                  </a:cubicBezTo>
                  <a:cubicBezTo>
                    <a:pt x="8" y="13"/>
                    <a:pt x="13" y="8"/>
                    <a:pt x="20" y="8"/>
                  </a:cubicBezTo>
                  <a:cubicBezTo>
                    <a:pt x="27" y="8"/>
                    <a:pt x="32" y="13"/>
                    <a:pt x="32" y="20"/>
                  </a:cubicBezTo>
                  <a:cubicBezTo>
                    <a:pt x="32" y="27"/>
                    <a:pt x="27" y="32"/>
                    <a:pt x="20"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599" name="Freeform 57"/>
          <p:cNvSpPr>
            <a:spLocks noEditPoints="1"/>
          </p:cNvSpPr>
          <p:nvPr/>
        </p:nvSpPr>
        <p:spPr bwMode="auto">
          <a:xfrm>
            <a:off x="9797141" y="5838356"/>
            <a:ext cx="461698" cy="312211"/>
          </a:xfrm>
          <a:custGeom>
            <a:avLst/>
            <a:gdLst>
              <a:gd name="T0" fmla="*/ 198 w 296"/>
              <a:gd name="T1" fmla="*/ 8 h 200"/>
              <a:gd name="T2" fmla="*/ 208 w 296"/>
              <a:gd name="T3" fmla="*/ 10 h 200"/>
              <a:gd name="T4" fmla="*/ 239 w 296"/>
              <a:gd name="T5" fmla="*/ 43 h 200"/>
              <a:gd name="T6" fmla="*/ 148 w 296"/>
              <a:gd name="T7" fmla="*/ 190 h 200"/>
              <a:gd name="T8" fmla="*/ 57 w 296"/>
              <a:gd name="T9" fmla="*/ 43 h 200"/>
              <a:gd name="T10" fmla="*/ 88 w 296"/>
              <a:gd name="T11" fmla="*/ 10 h 200"/>
              <a:gd name="T12" fmla="*/ 98 w 296"/>
              <a:gd name="T13" fmla="*/ 8 h 200"/>
              <a:gd name="T14" fmla="*/ 142 w 296"/>
              <a:gd name="T15" fmla="*/ 31 h 200"/>
              <a:gd name="T16" fmla="*/ 148 w 296"/>
              <a:gd name="T17" fmla="*/ 40 h 200"/>
              <a:gd name="T18" fmla="*/ 154 w 296"/>
              <a:gd name="T19" fmla="*/ 31 h 200"/>
              <a:gd name="T20" fmla="*/ 198 w 296"/>
              <a:gd name="T21" fmla="*/ 8 h 200"/>
              <a:gd name="T22" fmla="*/ 198 w 296"/>
              <a:gd name="T23" fmla="*/ 0 h 200"/>
              <a:gd name="T24" fmla="*/ 148 w 296"/>
              <a:gd name="T25" fmla="*/ 27 h 200"/>
              <a:gd name="T26" fmla="*/ 98 w 296"/>
              <a:gd name="T27" fmla="*/ 0 h 200"/>
              <a:gd name="T28" fmla="*/ 87 w 296"/>
              <a:gd name="T29" fmla="*/ 2 h 200"/>
              <a:gd name="T30" fmla="*/ 148 w 296"/>
              <a:gd name="T31" fmla="*/ 200 h 200"/>
              <a:gd name="T32" fmla="*/ 209 w 296"/>
              <a:gd name="T33" fmla="*/ 2 h 200"/>
              <a:gd name="T34" fmla="*/ 198 w 296"/>
              <a:gd name="T35" fmla="*/ 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6" h="200">
                <a:moveTo>
                  <a:pt x="198" y="8"/>
                </a:moveTo>
                <a:cubicBezTo>
                  <a:pt x="201" y="8"/>
                  <a:pt x="204" y="9"/>
                  <a:pt x="208" y="10"/>
                </a:cubicBezTo>
                <a:cubicBezTo>
                  <a:pt x="220" y="12"/>
                  <a:pt x="234" y="24"/>
                  <a:pt x="239" y="43"/>
                </a:cubicBezTo>
                <a:cubicBezTo>
                  <a:pt x="244" y="65"/>
                  <a:pt x="239" y="114"/>
                  <a:pt x="148" y="190"/>
                </a:cubicBezTo>
                <a:cubicBezTo>
                  <a:pt x="57" y="114"/>
                  <a:pt x="52" y="65"/>
                  <a:pt x="57" y="43"/>
                </a:cubicBezTo>
                <a:cubicBezTo>
                  <a:pt x="62" y="24"/>
                  <a:pt x="76" y="12"/>
                  <a:pt x="88" y="10"/>
                </a:cubicBezTo>
                <a:cubicBezTo>
                  <a:pt x="92" y="9"/>
                  <a:pt x="95" y="8"/>
                  <a:pt x="98" y="8"/>
                </a:cubicBezTo>
                <a:cubicBezTo>
                  <a:pt x="124" y="8"/>
                  <a:pt x="141" y="31"/>
                  <a:pt x="142" y="31"/>
                </a:cubicBezTo>
                <a:cubicBezTo>
                  <a:pt x="148" y="40"/>
                  <a:pt x="148" y="40"/>
                  <a:pt x="148" y="40"/>
                </a:cubicBezTo>
                <a:cubicBezTo>
                  <a:pt x="154" y="31"/>
                  <a:pt x="154" y="31"/>
                  <a:pt x="154" y="31"/>
                </a:cubicBezTo>
                <a:cubicBezTo>
                  <a:pt x="155" y="31"/>
                  <a:pt x="172" y="8"/>
                  <a:pt x="198" y="8"/>
                </a:cubicBezTo>
                <a:moveTo>
                  <a:pt x="198" y="0"/>
                </a:moveTo>
                <a:cubicBezTo>
                  <a:pt x="167" y="0"/>
                  <a:pt x="148" y="27"/>
                  <a:pt x="148" y="27"/>
                </a:cubicBezTo>
                <a:cubicBezTo>
                  <a:pt x="148" y="27"/>
                  <a:pt x="129" y="0"/>
                  <a:pt x="98" y="0"/>
                </a:cubicBezTo>
                <a:cubicBezTo>
                  <a:pt x="95" y="0"/>
                  <a:pt x="91" y="1"/>
                  <a:pt x="87" y="2"/>
                </a:cubicBezTo>
                <a:cubicBezTo>
                  <a:pt x="50" y="10"/>
                  <a:pt x="0" y="80"/>
                  <a:pt x="148" y="200"/>
                </a:cubicBezTo>
                <a:cubicBezTo>
                  <a:pt x="296" y="80"/>
                  <a:pt x="246" y="10"/>
                  <a:pt x="209" y="2"/>
                </a:cubicBezTo>
                <a:cubicBezTo>
                  <a:pt x="205" y="1"/>
                  <a:pt x="201" y="0"/>
                  <a:pt x="198" y="0"/>
                </a:cubicBezTo>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0" name="Freeform 58"/>
          <p:cNvSpPr>
            <a:spLocks noEditPoints="1"/>
          </p:cNvSpPr>
          <p:nvPr/>
        </p:nvSpPr>
        <p:spPr bwMode="auto">
          <a:xfrm>
            <a:off x="9311688" y="5838356"/>
            <a:ext cx="312211" cy="312211"/>
          </a:xfrm>
          <a:custGeom>
            <a:avLst/>
            <a:gdLst>
              <a:gd name="T0" fmla="*/ 101 w 200"/>
              <a:gd name="T1" fmla="*/ 23 h 200"/>
              <a:gd name="T2" fmla="*/ 122 w 200"/>
              <a:gd name="T3" fmla="*/ 73 h 200"/>
              <a:gd name="T4" fmla="*/ 130 w 200"/>
              <a:gd name="T5" fmla="*/ 78 h 200"/>
              <a:gd name="T6" fmla="*/ 180 w 200"/>
              <a:gd name="T7" fmla="*/ 78 h 200"/>
              <a:gd name="T8" fmla="*/ 141 w 200"/>
              <a:gd name="T9" fmla="*/ 118 h 200"/>
              <a:gd name="T10" fmla="*/ 139 w 200"/>
              <a:gd name="T11" fmla="*/ 125 h 200"/>
              <a:gd name="T12" fmla="*/ 153 w 200"/>
              <a:gd name="T13" fmla="*/ 183 h 200"/>
              <a:gd name="T14" fmla="*/ 104 w 200"/>
              <a:gd name="T15" fmla="*/ 150 h 200"/>
              <a:gd name="T16" fmla="*/ 100 w 200"/>
              <a:gd name="T17" fmla="*/ 149 h 200"/>
              <a:gd name="T18" fmla="*/ 95 w 200"/>
              <a:gd name="T19" fmla="*/ 151 h 200"/>
              <a:gd name="T20" fmla="*/ 51 w 200"/>
              <a:gd name="T21" fmla="*/ 180 h 200"/>
              <a:gd name="T22" fmla="*/ 67 w 200"/>
              <a:gd name="T23" fmla="*/ 127 h 200"/>
              <a:gd name="T24" fmla="*/ 65 w 200"/>
              <a:gd name="T25" fmla="*/ 118 h 200"/>
              <a:gd name="T26" fmla="*/ 20 w 200"/>
              <a:gd name="T27" fmla="*/ 78 h 200"/>
              <a:gd name="T28" fmla="*/ 76 w 200"/>
              <a:gd name="T29" fmla="*/ 78 h 200"/>
              <a:gd name="T30" fmla="*/ 84 w 200"/>
              <a:gd name="T31" fmla="*/ 73 h 200"/>
              <a:gd name="T32" fmla="*/ 101 w 200"/>
              <a:gd name="T33" fmla="*/ 23 h 200"/>
              <a:gd name="T34" fmla="*/ 100 w 200"/>
              <a:gd name="T35" fmla="*/ 0 h 200"/>
              <a:gd name="T36" fmla="*/ 76 w 200"/>
              <a:gd name="T37" fmla="*/ 70 h 200"/>
              <a:gd name="T38" fmla="*/ 0 w 200"/>
              <a:gd name="T39" fmla="*/ 70 h 200"/>
              <a:gd name="T40" fmla="*/ 60 w 200"/>
              <a:gd name="T41" fmla="*/ 124 h 200"/>
              <a:gd name="T42" fmla="*/ 36 w 200"/>
              <a:gd name="T43" fmla="*/ 200 h 200"/>
              <a:gd name="T44" fmla="*/ 100 w 200"/>
              <a:gd name="T45" fmla="*/ 157 h 200"/>
              <a:gd name="T46" fmla="*/ 166 w 200"/>
              <a:gd name="T47" fmla="*/ 200 h 200"/>
              <a:gd name="T48" fmla="*/ 146 w 200"/>
              <a:gd name="T49" fmla="*/ 123 h 200"/>
              <a:gd name="T50" fmla="*/ 200 w 200"/>
              <a:gd name="T51" fmla="*/ 70 h 200"/>
              <a:gd name="T52" fmla="*/ 130 w 200"/>
              <a:gd name="T53" fmla="*/ 70 h 200"/>
              <a:gd name="T54" fmla="*/ 100 w 200"/>
              <a:gd name="T55" fmla="*/ 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00" h="200">
                <a:moveTo>
                  <a:pt x="101" y="23"/>
                </a:moveTo>
                <a:cubicBezTo>
                  <a:pt x="122" y="73"/>
                  <a:pt x="122" y="73"/>
                  <a:pt x="122" y="73"/>
                </a:cubicBezTo>
                <a:cubicBezTo>
                  <a:pt x="124" y="76"/>
                  <a:pt x="126" y="78"/>
                  <a:pt x="130" y="78"/>
                </a:cubicBezTo>
                <a:cubicBezTo>
                  <a:pt x="180" y="78"/>
                  <a:pt x="180" y="78"/>
                  <a:pt x="180" y="78"/>
                </a:cubicBezTo>
                <a:cubicBezTo>
                  <a:pt x="141" y="118"/>
                  <a:pt x="141" y="118"/>
                  <a:pt x="141" y="118"/>
                </a:cubicBezTo>
                <a:cubicBezTo>
                  <a:pt x="139" y="120"/>
                  <a:pt x="138" y="123"/>
                  <a:pt x="139" y="125"/>
                </a:cubicBezTo>
                <a:cubicBezTo>
                  <a:pt x="153" y="183"/>
                  <a:pt x="153" y="183"/>
                  <a:pt x="153" y="183"/>
                </a:cubicBezTo>
                <a:cubicBezTo>
                  <a:pt x="104" y="150"/>
                  <a:pt x="104" y="150"/>
                  <a:pt x="104" y="150"/>
                </a:cubicBezTo>
                <a:cubicBezTo>
                  <a:pt x="103" y="150"/>
                  <a:pt x="101" y="149"/>
                  <a:pt x="100" y="149"/>
                </a:cubicBezTo>
                <a:cubicBezTo>
                  <a:pt x="98" y="149"/>
                  <a:pt x="97" y="150"/>
                  <a:pt x="95" y="151"/>
                </a:cubicBezTo>
                <a:cubicBezTo>
                  <a:pt x="51" y="180"/>
                  <a:pt x="51" y="180"/>
                  <a:pt x="51" y="180"/>
                </a:cubicBezTo>
                <a:cubicBezTo>
                  <a:pt x="67" y="127"/>
                  <a:pt x="67" y="127"/>
                  <a:pt x="67" y="127"/>
                </a:cubicBezTo>
                <a:cubicBezTo>
                  <a:pt x="68" y="124"/>
                  <a:pt x="67" y="121"/>
                  <a:pt x="65" y="118"/>
                </a:cubicBezTo>
                <a:cubicBezTo>
                  <a:pt x="20" y="78"/>
                  <a:pt x="20" y="78"/>
                  <a:pt x="20" y="78"/>
                </a:cubicBezTo>
                <a:cubicBezTo>
                  <a:pt x="76" y="78"/>
                  <a:pt x="76" y="78"/>
                  <a:pt x="76" y="78"/>
                </a:cubicBezTo>
                <a:cubicBezTo>
                  <a:pt x="80" y="78"/>
                  <a:pt x="83" y="76"/>
                  <a:pt x="84" y="73"/>
                </a:cubicBezTo>
                <a:cubicBezTo>
                  <a:pt x="101" y="23"/>
                  <a:pt x="101" y="23"/>
                  <a:pt x="101" y="23"/>
                </a:cubicBezTo>
                <a:moveTo>
                  <a:pt x="100" y="0"/>
                </a:moveTo>
                <a:cubicBezTo>
                  <a:pt x="76" y="70"/>
                  <a:pt x="76" y="70"/>
                  <a:pt x="76" y="70"/>
                </a:cubicBezTo>
                <a:cubicBezTo>
                  <a:pt x="0" y="70"/>
                  <a:pt x="0" y="70"/>
                  <a:pt x="0" y="70"/>
                </a:cubicBezTo>
                <a:cubicBezTo>
                  <a:pt x="60" y="124"/>
                  <a:pt x="60" y="124"/>
                  <a:pt x="60" y="124"/>
                </a:cubicBezTo>
                <a:cubicBezTo>
                  <a:pt x="36" y="200"/>
                  <a:pt x="36" y="200"/>
                  <a:pt x="36" y="200"/>
                </a:cubicBezTo>
                <a:cubicBezTo>
                  <a:pt x="100" y="157"/>
                  <a:pt x="100" y="157"/>
                  <a:pt x="100" y="157"/>
                </a:cubicBezTo>
                <a:cubicBezTo>
                  <a:pt x="166" y="200"/>
                  <a:pt x="166" y="200"/>
                  <a:pt x="166" y="200"/>
                </a:cubicBezTo>
                <a:cubicBezTo>
                  <a:pt x="146" y="123"/>
                  <a:pt x="146" y="123"/>
                  <a:pt x="146" y="123"/>
                </a:cubicBezTo>
                <a:cubicBezTo>
                  <a:pt x="200" y="70"/>
                  <a:pt x="200" y="70"/>
                  <a:pt x="200" y="70"/>
                </a:cubicBezTo>
                <a:cubicBezTo>
                  <a:pt x="130" y="70"/>
                  <a:pt x="130" y="70"/>
                  <a:pt x="130" y="70"/>
                </a:cubicBezTo>
                <a:lnTo>
                  <a:pt x="100" y="0"/>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601" name="组合 600"/>
          <p:cNvGrpSpPr/>
          <p:nvPr/>
        </p:nvGrpSpPr>
        <p:grpSpPr>
          <a:xfrm>
            <a:off x="8781748" y="4899735"/>
            <a:ext cx="312211" cy="261603"/>
            <a:chOff x="7678738" y="-42863"/>
            <a:chExt cx="636588" cy="533401"/>
          </a:xfrm>
          <a:solidFill>
            <a:srgbClr val="707E84"/>
          </a:solidFill>
        </p:grpSpPr>
        <p:sp>
          <p:nvSpPr>
            <p:cNvPr id="602" name="Freeform 44"/>
            <p:cNvSpPr>
              <a:spLocks noEditPoints="1"/>
            </p:cNvSpPr>
            <p:nvPr/>
          </p:nvSpPr>
          <p:spPr bwMode="auto">
            <a:xfrm>
              <a:off x="7678738" y="-42863"/>
              <a:ext cx="636588" cy="381000"/>
            </a:xfrm>
            <a:custGeom>
              <a:avLst/>
              <a:gdLst>
                <a:gd name="T0" fmla="*/ 46 w 200"/>
                <a:gd name="T1" fmla="*/ 32 h 120"/>
                <a:gd name="T2" fmla="*/ 46 w 200"/>
                <a:gd name="T3" fmla="*/ 29 h 120"/>
                <a:gd name="T4" fmla="*/ 46 w 200"/>
                <a:gd name="T5" fmla="*/ 30 h 120"/>
                <a:gd name="T6" fmla="*/ 46 w 200"/>
                <a:gd name="T7" fmla="*/ 30 h 120"/>
                <a:gd name="T8" fmla="*/ 32 w 200"/>
                <a:gd name="T9" fmla="*/ 0 h 120"/>
                <a:gd name="T10" fmla="*/ 32 w 200"/>
                <a:gd name="T11" fmla="*/ 0 h 120"/>
                <a:gd name="T12" fmla="*/ 31 w 200"/>
                <a:gd name="T13" fmla="*/ 1 h 120"/>
                <a:gd name="T14" fmla="*/ 31 w 200"/>
                <a:gd name="T15" fmla="*/ 0 h 120"/>
                <a:gd name="T16" fmla="*/ 30 w 200"/>
                <a:gd name="T17" fmla="*/ 0 h 120"/>
                <a:gd name="T18" fmla="*/ 28 w 200"/>
                <a:gd name="T19" fmla="*/ 0 h 120"/>
                <a:gd name="T20" fmla="*/ 4 w 200"/>
                <a:gd name="T21" fmla="*/ 0 h 120"/>
                <a:gd name="T22" fmla="*/ 0 w 200"/>
                <a:gd name="T23" fmla="*/ 4 h 120"/>
                <a:gd name="T24" fmla="*/ 4 w 200"/>
                <a:gd name="T25" fmla="*/ 8 h 120"/>
                <a:gd name="T26" fmla="*/ 26 w 200"/>
                <a:gd name="T27" fmla="*/ 8 h 120"/>
                <a:gd name="T28" fmla="*/ 39 w 200"/>
                <a:gd name="T29" fmla="*/ 33 h 120"/>
                <a:gd name="T30" fmla="*/ 41 w 200"/>
                <a:gd name="T31" fmla="*/ 36 h 120"/>
                <a:gd name="T32" fmla="*/ 61 w 200"/>
                <a:gd name="T33" fmla="*/ 120 h 120"/>
                <a:gd name="T34" fmla="*/ 179 w 200"/>
                <a:gd name="T35" fmla="*/ 120 h 120"/>
                <a:gd name="T36" fmla="*/ 200 w 200"/>
                <a:gd name="T37" fmla="*/ 32 h 120"/>
                <a:gd name="T38" fmla="*/ 46 w 200"/>
                <a:gd name="T39" fmla="*/ 32 h 120"/>
                <a:gd name="T40" fmla="*/ 172 w 200"/>
                <a:gd name="T41" fmla="*/ 112 h 120"/>
                <a:gd name="T42" fmla="*/ 68 w 200"/>
                <a:gd name="T43" fmla="*/ 112 h 120"/>
                <a:gd name="T44" fmla="*/ 50 w 200"/>
                <a:gd name="T45" fmla="*/ 40 h 120"/>
                <a:gd name="T46" fmla="*/ 188 w 200"/>
                <a:gd name="T47" fmla="*/ 40 h 120"/>
                <a:gd name="T48" fmla="*/ 189 w 200"/>
                <a:gd name="T49" fmla="*/ 40 h 120"/>
                <a:gd name="T50" fmla="*/ 172 w 200"/>
                <a:gd name="T51" fmla="*/ 11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0" h="120">
                  <a:moveTo>
                    <a:pt x="46" y="32"/>
                  </a:moveTo>
                  <a:cubicBezTo>
                    <a:pt x="46" y="30"/>
                    <a:pt x="46" y="29"/>
                    <a:pt x="46" y="29"/>
                  </a:cubicBezTo>
                  <a:cubicBezTo>
                    <a:pt x="46" y="29"/>
                    <a:pt x="46" y="30"/>
                    <a:pt x="46" y="30"/>
                  </a:cubicBezTo>
                  <a:cubicBezTo>
                    <a:pt x="46" y="30"/>
                    <a:pt x="46" y="30"/>
                    <a:pt x="46" y="30"/>
                  </a:cubicBezTo>
                  <a:cubicBezTo>
                    <a:pt x="32" y="0"/>
                    <a:pt x="32" y="0"/>
                    <a:pt x="32" y="0"/>
                  </a:cubicBezTo>
                  <a:cubicBezTo>
                    <a:pt x="32" y="0"/>
                    <a:pt x="32" y="0"/>
                    <a:pt x="32" y="0"/>
                  </a:cubicBezTo>
                  <a:cubicBezTo>
                    <a:pt x="32" y="0"/>
                    <a:pt x="32" y="1"/>
                    <a:pt x="31" y="1"/>
                  </a:cubicBezTo>
                  <a:cubicBezTo>
                    <a:pt x="31" y="1"/>
                    <a:pt x="31" y="0"/>
                    <a:pt x="31" y="0"/>
                  </a:cubicBezTo>
                  <a:cubicBezTo>
                    <a:pt x="31" y="0"/>
                    <a:pt x="31" y="0"/>
                    <a:pt x="30" y="0"/>
                  </a:cubicBezTo>
                  <a:cubicBezTo>
                    <a:pt x="30" y="0"/>
                    <a:pt x="29" y="0"/>
                    <a:pt x="28" y="0"/>
                  </a:cubicBezTo>
                  <a:cubicBezTo>
                    <a:pt x="4" y="0"/>
                    <a:pt x="4" y="0"/>
                    <a:pt x="4" y="0"/>
                  </a:cubicBezTo>
                  <a:cubicBezTo>
                    <a:pt x="2" y="0"/>
                    <a:pt x="0" y="2"/>
                    <a:pt x="0" y="4"/>
                  </a:cubicBezTo>
                  <a:cubicBezTo>
                    <a:pt x="0" y="6"/>
                    <a:pt x="2" y="8"/>
                    <a:pt x="4" y="8"/>
                  </a:cubicBezTo>
                  <a:cubicBezTo>
                    <a:pt x="26" y="8"/>
                    <a:pt x="26" y="8"/>
                    <a:pt x="26" y="8"/>
                  </a:cubicBezTo>
                  <a:cubicBezTo>
                    <a:pt x="39" y="33"/>
                    <a:pt x="39" y="33"/>
                    <a:pt x="39" y="33"/>
                  </a:cubicBezTo>
                  <a:cubicBezTo>
                    <a:pt x="39" y="34"/>
                    <a:pt x="40" y="36"/>
                    <a:pt x="41" y="36"/>
                  </a:cubicBezTo>
                  <a:cubicBezTo>
                    <a:pt x="61" y="120"/>
                    <a:pt x="61" y="120"/>
                    <a:pt x="61" y="120"/>
                  </a:cubicBezTo>
                  <a:cubicBezTo>
                    <a:pt x="179" y="120"/>
                    <a:pt x="179" y="120"/>
                    <a:pt x="179" y="120"/>
                  </a:cubicBezTo>
                  <a:cubicBezTo>
                    <a:pt x="200" y="32"/>
                    <a:pt x="200" y="32"/>
                    <a:pt x="200" y="32"/>
                  </a:cubicBezTo>
                  <a:lnTo>
                    <a:pt x="46" y="32"/>
                  </a:lnTo>
                  <a:close/>
                  <a:moveTo>
                    <a:pt x="172" y="112"/>
                  </a:moveTo>
                  <a:cubicBezTo>
                    <a:pt x="68" y="112"/>
                    <a:pt x="68" y="112"/>
                    <a:pt x="68" y="112"/>
                  </a:cubicBezTo>
                  <a:cubicBezTo>
                    <a:pt x="50" y="40"/>
                    <a:pt x="50" y="40"/>
                    <a:pt x="50" y="40"/>
                  </a:cubicBezTo>
                  <a:cubicBezTo>
                    <a:pt x="188" y="40"/>
                    <a:pt x="188" y="40"/>
                    <a:pt x="188" y="40"/>
                  </a:cubicBezTo>
                  <a:cubicBezTo>
                    <a:pt x="189" y="40"/>
                    <a:pt x="189" y="40"/>
                    <a:pt x="189" y="40"/>
                  </a:cubicBezTo>
                  <a:lnTo>
                    <a:pt x="172" y="1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3" name="Freeform 45"/>
            <p:cNvSpPr>
              <a:spLocks noEditPoints="1"/>
            </p:cNvSpPr>
            <p:nvPr/>
          </p:nvSpPr>
          <p:spPr bwMode="auto">
            <a:xfrm>
              <a:off x="8124826" y="363538"/>
              <a:ext cx="127000" cy="127000"/>
            </a:xfrm>
            <a:custGeom>
              <a:avLst/>
              <a:gdLst>
                <a:gd name="T0" fmla="*/ 20 w 40"/>
                <a:gd name="T1" fmla="*/ 0 h 40"/>
                <a:gd name="T2" fmla="*/ 0 w 40"/>
                <a:gd name="T3" fmla="*/ 20 h 40"/>
                <a:gd name="T4" fmla="*/ 20 w 40"/>
                <a:gd name="T5" fmla="*/ 40 h 40"/>
                <a:gd name="T6" fmla="*/ 40 w 40"/>
                <a:gd name="T7" fmla="*/ 20 h 40"/>
                <a:gd name="T8" fmla="*/ 20 w 40"/>
                <a:gd name="T9" fmla="*/ 0 h 40"/>
                <a:gd name="T10" fmla="*/ 20 w 40"/>
                <a:gd name="T11" fmla="*/ 28 h 40"/>
                <a:gd name="T12" fmla="*/ 12 w 40"/>
                <a:gd name="T13" fmla="*/ 20 h 40"/>
                <a:gd name="T14" fmla="*/ 20 w 40"/>
                <a:gd name="T15" fmla="*/ 12 h 40"/>
                <a:gd name="T16" fmla="*/ 28 w 40"/>
                <a:gd name="T17" fmla="*/ 20 h 40"/>
                <a:gd name="T18" fmla="*/ 20 w 40"/>
                <a:gd name="T19" fmla="*/ 2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40">
                  <a:moveTo>
                    <a:pt x="20" y="0"/>
                  </a:moveTo>
                  <a:cubicBezTo>
                    <a:pt x="9" y="0"/>
                    <a:pt x="0" y="9"/>
                    <a:pt x="0" y="20"/>
                  </a:cubicBezTo>
                  <a:cubicBezTo>
                    <a:pt x="0" y="31"/>
                    <a:pt x="9" y="40"/>
                    <a:pt x="20" y="40"/>
                  </a:cubicBezTo>
                  <a:cubicBezTo>
                    <a:pt x="31" y="40"/>
                    <a:pt x="40" y="31"/>
                    <a:pt x="40" y="20"/>
                  </a:cubicBezTo>
                  <a:cubicBezTo>
                    <a:pt x="40" y="9"/>
                    <a:pt x="31" y="0"/>
                    <a:pt x="20" y="0"/>
                  </a:cubicBezTo>
                  <a:moveTo>
                    <a:pt x="20" y="28"/>
                  </a:moveTo>
                  <a:cubicBezTo>
                    <a:pt x="16" y="28"/>
                    <a:pt x="12" y="24"/>
                    <a:pt x="12" y="20"/>
                  </a:cubicBezTo>
                  <a:cubicBezTo>
                    <a:pt x="12" y="16"/>
                    <a:pt x="16" y="12"/>
                    <a:pt x="20" y="12"/>
                  </a:cubicBezTo>
                  <a:cubicBezTo>
                    <a:pt x="24" y="12"/>
                    <a:pt x="28" y="16"/>
                    <a:pt x="28" y="20"/>
                  </a:cubicBezTo>
                  <a:cubicBezTo>
                    <a:pt x="28" y="24"/>
                    <a:pt x="24" y="28"/>
                    <a:pt x="20" y="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4" name="Freeform 46"/>
            <p:cNvSpPr>
              <a:spLocks noEditPoints="1"/>
            </p:cNvSpPr>
            <p:nvPr/>
          </p:nvSpPr>
          <p:spPr bwMode="auto">
            <a:xfrm>
              <a:off x="7869238" y="363538"/>
              <a:ext cx="127000" cy="127000"/>
            </a:xfrm>
            <a:custGeom>
              <a:avLst/>
              <a:gdLst>
                <a:gd name="T0" fmla="*/ 20 w 40"/>
                <a:gd name="T1" fmla="*/ 0 h 40"/>
                <a:gd name="T2" fmla="*/ 0 w 40"/>
                <a:gd name="T3" fmla="*/ 20 h 40"/>
                <a:gd name="T4" fmla="*/ 20 w 40"/>
                <a:gd name="T5" fmla="*/ 40 h 40"/>
                <a:gd name="T6" fmla="*/ 40 w 40"/>
                <a:gd name="T7" fmla="*/ 20 h 40"/>
                <a:gd name="T8" fmla="*/ 20 w 40"/>
                <a:gd name="T9" fmla="*/ 0 h 40"/>
                <a:gd name="T10" fmla="*/ 20 w 40"/>
                <a:gd name="T11" fmla="*/ 28 h 40"/>
                <a:gd name="T12" fmla="*/ 12 w 40"/>
                <a:gd name="T13" fmla="*/ 20 h 40"/>
                <a:gd name="T14" fmla="*/ 20 w 40"/>
                <a:gd name="T15" fmla="*/ 12 h 40"/>
                <a:gd name="T16" fmla="*/ 28 w 40"/>
                <a:gd name="T17" fmla="*/ 20 h 40"/>
                <a:gd name="T18" fmla="*/ 20 w 40"/>
                <a:gd name="T19" fmla="*/ 2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40">
                  <a:moveTo>
                    <a:pt x="20" y="0"/>
                  </a:moveTo>
                  <a:cubicBezTo>
                    <a:pt x="9" y="0"/>
                    <a:pt x="0" y="9"/>
                    <a:pt x="0" y="20"/>
                  </a:cubicBezTo>
                  <a:cubicBezTo>
                    <a:pt x="0" y="31"/>
                    <a:pt x="9" y="40"/>
                    <a:pt x="20" y="40"/>
                  </a:cubicBezTo>
                  <a:cubicBezTo>
                    <a:pt x="31" y="40"/>
                    <a:pt x="40" y="31"/>
                    <a:pt x="40" y="20"/>
                  </a:cubicBezTo>
                  <a:cubicBezTo>
                    <a:pt x="40" y="9"/>
                    <a:pt x="31" y="0"/>
                    <a:pt x="20" y="0"/>
                  </a:cubicBezTo>
                  <a:moveTo>
                    <a:pt x="20" y="28"/>
                  </a:moveTo>
                  <a:cubicBezTo>
                    <a:pt x="16" y="28"/>
                    <a:pt x="12" y="24"/>
                    <a:pt x="12" y="20"/>
                  </a:cubicBezTo>
                  <a:cubicBezTo>
                    <a:pt x="12" y="16"/>
                    <a:pt x="16" y="12"/>
                    <a:pt x="20" y="12"/>
                  </a:cubicBezTo>
                  <a:cubicBezTo>
                    <a:pt x="24" y="12"/>
                    <a:pt x="28" y="16"/>
                    <a:pt x="28" y="20"/>
                  </a:cubicBezTo>
                  <a:cubicBezTo>
                    <a:pt x="28" y="24"/>
                    <a:pt x="24" y="28"/>
                    <a:pt x="20" y="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5" name="Oval 59"/>
            <p:cNvSpPr>
              <a:spLocks noChangeArrowheads="1"/>
            </p:cNvSpPr>
            <p:nvPr/>
          </p:nvSpPr>
          <p:spPr bwMode="auto">
            <a:xfrm>
              <a:off x="7907338" y="401638"/>
              <a:ext cx="50800" cy="508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6" name="Oval 60"/>
            <p:cNvSpPr>
              <a:spLocks noChangeArrowheads="1"/>
            </p:cNvSpPr>
            <p:nvPr/>
          </p:nvSpPr>
          <p:spPr bwMode="auto">
            <a:xfrm>
              <a:off x="7907338" y="401638"/>
              <a:ext cx="50800" cy="508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7" name="Oval 61"/>
            <p:cNvSpPr>
              <a:spLocks noChangeArrowheads="1"/>
            </p:cNvSpPr>
            <p:nvPr/>
          </p:nvSpPr>
          <p:spPr bwMode="auto">
            <a:xfrm>
              <a:off x="7907338" y="401638"/>
              <a:ext cx="50800" cy="508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608" name="Freeform 63"/>
          <p:cNvSpPr>
            <a:spLocks noEditPoints="1"/>
          </p:cNvSpPr>
          <p:nvPr/>
        </p:nvSpPr>
        <p:spPr bwMode="auto">
          <a:xfrm>
            <a:off x="10688418" y="4874431"/>
            <a:ext cx="251482" cy="312211"/>
          </a:xfrm>
          <a:custGeom>
            <a:avLst/>
            <a:gdLst>
              <a:gd name="T0" fmla="*/ 101 w 161"/>
              <a:gd name="T1" fmla="*/ 60 h 200"/>
              <a:gd name="T2" fmla="*/ 154 w 161"/>
              <a:gd name="T3" fmla="*/ 7 h 200"/>
              <a:gd name="T4" fmla="*/ 80 w 161"/>
              <a:gd name="T5" fmla="*/ 58 h 200"/>
              <a:gd name="T6" fmla="*/ 80 w 161"/>
              <a:gd name="T7" fmla="*/ 58 h 200"/>
              <a:gd name="T8" fmla="*/ 7 w 161"/>
              <a:gd name="T9" fmla="*/ 7 h 200"/>
              <a:gd name="T10" fmla="*/ 60 w 161"/>
              <a:gd name="T11" fmla="*/ 60 h 200"/>
              <a:gd name="T12" fmla="*/ 0 w 161"/>
              <a:gd name="T13" fmla="*/ 78 h 200"/>
              <a:gd name="T14" fmla="*/ 0 w 161"/>
              <a:gd name="T15" fmla="*/ 108 h 200"/>
              <a:gd name="T16" fmla="*/ 18 w 161"/>
              <a:gd name="T17" fmla="*/ 200 h 200"/>
              <a:gd name="T18" fmla="*/ 100 w 161"/>
              <a:gd name="T19" fmla="*/ 200 h 200"/>
              <a:gd name="T20" fmla="*/ 160 w 161"/>
              <a:gd name="T21" fmla="*/ 182 h 200"/>
              <a:gd name="T22" fmla="*/ 160 w 161"/>
              <a:gd name="T23" fmla="*/ 100 h 200"/>
              <a:gd name="T24" fmla="*/ 142 w 161"/>
              <a:gd name="T25" fmla="*/ 60 h 200"/>
              <a:gd name="T26" fmla="*/ 148 w 161"/>
              <a:gd name="T27" fmla="*/ 12 h 200"/>
              <a:gd name="T28" fmla="*/ 92 w 161"/>
              <a:gd name="T29" fmla="*/ 54 h 200"/>
              <a:gd name="T30" fmla="*/ 92 w 161"/>
              <a:gd name="T31" fmla="*/ 100 h 200"/>
              <a:gd name="T32" fmla="*/ 68 w 161"/>
              <a:gd name="T33" fmla="*/ 68 h 200"/>
              <a:gd name="T34" fmla="*/ 92 w 161"/>
              <a:gd name="T35" fmla="*/ 100 h 200"/>
              <a:gd name="T36" fmla="*/ 13 w 161"/>
              <a:gd name="T37" fmla="*/ 12 h 200"/>
              <a:gd name="T38" fmla="*/ 69 w 161"/>
              <a:gd name="T39" fmla="*/ 54 h 200"/>
              <a:gd name="T40" fmla="*/ 8 w 161"/>
              <a:gd name="T41" fmla="*/ 78 h 200"/>
              <a:gd name="T42" fmla="*/ 60 w 161"/>
              <a:gd name="T43" fmla="*/ 68 h 200"/>
              <a:gd name="T44" fmla="*/ 8 w 161"/>
              <a:gd name="T45" fmla="*/ 100 h 200"/>
              <a:gd name="T46" fmla="*/ 18 w 161"/>
              <a:gd name="T47" fmla="*/ 192 h 200"/>
              <a:gd name="T48" fmla="*/ 8 w 161"/>
              <a:gd name="T49" fmla="*/ 108 h 200"/>
              <a:gd name="T50" fmla="*/ 60 w 161"/>
              <a:gd name="T51" fmla="*/ 192 h 200"/>
              <a:gd name="T52" fmla="*/ 68 w 161"/>
              <a:gd name="T53" fmla="*/ 108 h 200"/>
              <a:gd name="T54" fmla="*/ 92 w 161"/>
              <a:gd name="T55" fmla="*/ 192 h 200"/>
              <a:gd name="T56" fmla="*/ 68 w 161"/>
              <a:gd name="T57" fmla="*/ 108 h 200"/>
              <a:gd name="T58" fmla="*/ 142 w 161"/>
              <a:gd name="T59" fmla="*/ 192 h 200"/>
              <a:gd name="T60" fmla="*/ 100 w 161"/>
              <a:gd name="T61" fmla="*/ 108 h 200"/>
              <a:gd name="T62" fmla="*/ 152 w 161"/>
              <a:gd name="T63" fmla="*/ 182 h 200"/>
              <a:gd name="T64" fmla="*/ 100 w 161"/>
              <a:gd name="T65" fmla="*/ 68 h 200"/>
              <a:gd name="T66" fmla="*/ 152 w 161"/>
              <a:gd name="T67" fmla="*/ 78 h 200"/>
              <a:gd name="T68" fmla="*/ 100 w 161"/>
              <a:gd name="T69" fmla="*/ 1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1" h="200">
                <a:moveTo>
                  <a:pt x="142" y="60"/>
                </a:moveTo>
                <a:cubicBezTo>
                  <a:pt x="101" y="60"/>
                  <a:pt x="101" y="60"/>
                  <a:pt x="101" y="60"/>
                </a:cubicBezTo>
                <a:cubicBezTo>
                  <a:pt x="122" y="54"/>
                  <a:pt x="154" y="43"/>
                  <a:pt x="159" y="26"/>
                </a:cubicBezTo>
                <a:cubicBezTo>
                  <a:pt x="161" y="22"/>
                  <a:pt x="161" y="15"/>
                  <a:pt x="154" y="7"/>
                </a:cubicBezTo>
                <a:cubicBezTo>
                  <a:pt x="149" y="2"/>
                  <a:pt x="144" y="0"/>
                  <a:pt x="139" y="0"/>
                </a:cubicBezTo>
                <a:cubicBezTo>
                  <a:pt x="112" y="0"/>
                  <a:pt x="84" y="52"/>
                  <a:pt x="80" y="58"/>
                </a:cubicBezTo>
                <a:cubicBezTo>
                  <a:pt x="80" y="58"/>
                  <a:pt x="80" y="58"/>
                  <a:pt x="80" y="58"/>
                </a:cubicBezTo>
                <a:cubicBezTo>
                  <a:pt x="80" y="58"/>
                  <a:pt x="80" y="58"/>
                  <a:pt x="80" y="58"/>
                </a:cubicBezTo>
                <a:cubicBezTo>
                  <a:pt x="77" y="52"/>
                  <a:pt x="48" y="0"/>
                  <a:pt x="22" y="0"/>
                </a:cubicBezTo>
                <a:cubicBezTo>
                  <a:pt x="16" y="0"/>
                  <a:pt x="11" y="2"/>
                  <a:pt x="7" y="7"/>
                </a:cubicBezTo>
                <a:cubicBezTo>
                  <a:pt x="0" y="15"/>
                  <a:pt x="0" y="22"/>
                  <a:pt x="1" y="26"/>
                </a:cubicBezTo>
                <a:cubicBezTo>
                  <a:pt x="6" y="43"/>
                  <a:pt x="39" y="54"/>
                  <a:pt x="60" y="60"/>
                </a:cubicBezTo>
                <a:cubicBezTo>
                  <a:pt x="18" y="60"/>
                  <a:pt x="18" y="60"/>
                  <a:pt x="18" y="60"/>
                </a:cubicBezTo>
                <a:cubicBezTo>
                  <a:pt x="8" y="60"/>
                  <a:pt x="0" y="68"/>
                  <a:pt x="0" y="78"/>
                </a:cubicBezTo>
                <a:cubicBezTo>
                  <a:pt x="0" y="100"/>
                  <a:pt x="0" y="100"/>
                  <a:pt x="0" y="100"/>
                </a:cubicBezTo>
                <a:cubicBezTo>
                  <a:pt x="0" y="108"/>
                  <a:pt x="0" y="108"/>
                  <a:pt x="0" y="108"/>
                </a:cubicBezTo>
                <a:cubicBezTo>
                  <a:pt x="0" y="182"/>
                  <a:pt x="0" y="182"/>
                  <a:pt x="0" y="182"/>
                </a:cubicBezTo>
                <a:cubicBezTo>
                  <a:pt x="0" y="192"/>
                  <a:pt x="8" y="200"/>
                  <a:pt x="18" y="200"/>
                </a:cubicBezTo>
                <a:cubicBezTo>
                  <a:pt x="60" y="200"/>
                  <a:pt x="60" y="200"/>
                  <a:pt x="60" y="200"/>
                </a:cubicBezTo>
                <a:cubicBezTo>
                  <a:pt x="100" y="200"/>
                  <a:pt x="100" y="200"/>
                  <a:pt x="100" y="200"/>
                </a:cubicBezTo>
                <a:cubicBezTo>
                  <a:pt x="142" y="200"/>
                  <a:pt x="142" y="200"/>
                  <a:pt x="142" y="200"/>
                </a:cubicBezTo>
                <a:cubicBezTo>
                  <a:pt x="152" y="200"/>
                  <a:pt x="160" y="192"/>
                  <a:pt x="160" y="182"/>
                </a:cubicBezTo>
                <a:cubicBezTo>
                  <a:pt x="160" y="108"/>
                  <a:pt x="160" y="108"/>
                  <a:pt x="160" y="108"/>
                </a:cubicBezTo>
                <a:cubicBezTo>
                  <a:pt x="160" y="100"/>
                  <a:pt x="160" y="100"/>
                  <a:pt x="160" y="100"/>
                </a:cubicBezTo>
                <a:cubicBezTo>
                  <a:pt x="160" y="78"/>
                  <a:pt x="160" y="78"/>
                  <a:pt x="160" y="78"/>
                </a:cubicBezTo>
                <a:cubicBezTo>
                  <a:pt x="160" y="68"/>
                  <a:pt x="152" y="60"/>
                  <a:pt x="142" y="60"/>
                </a:cubicBezTo>
                <a:moveTo>
                  <a:pt x="139" y="8"/>
                </a:moveTo>
                <a:cubicBezTo>
                  <a:pt x="142" y="8"/>
                  <a:pt x="145" y="9"/>
                  <a:pt x="148" y="12"/>
                </a:cubicBezTo>
                <a:cubicBezTo>
                  <a:pt x="154" y="18"/>
                  <a:pt x="152" y="22"/>
                  <a:pt x="152" y="24"/>
                </a:cubicBezTo>
                <a:cubicBezTo>
                  <a:pt x="148" y="38"/>
                  <a:pt x="113" y="49"/>
                  <a:pt x="92" y="54"/>
                </a:cubicBezTo>
                <a:cubicBezTo>
                  <a:pt x="102" y="36"/>
                  <a:pt x="123" y="8"/>
                  <a:pt x="139" y="8"/>
                </a:cubicBezTo>
                <a:moveTo>
                  <a:pt x="92" y="100"/>
                </a:moveTo>
                <a:cubicBezTo>
                  <a:pt x="68" y="100"/>
                  <a:pt x="68" y="100"/>
                  <a:pt x="68" y="100"/>
                </a:cubicBezTo>
                <a:cubicBezTo>
                  <a:pt x="68" y="68"/>
                  <a:pt x="68" y="68"/>
                  <a:pt x="68" y="68"/>
                </a:cubicBezTo>
                <a:cubicBezTo>
                  <a:pt x="92" y="68"/>
                  <a:pt x="92" y="68"/>
                  <a:pt x="92" y="68"/>
                </a:cubicBezTo>
                <a:lnTo>
                  <a:pt x="92" y="100"/>
                </a:lnTo>
                <a:close/>
                <a:moveTo>
                  <a:pt x="9" y="24"/>
                </a:moveTo>
                <a:cubicBezTo>
                  <a:pt x="8" y="22"/>
                  <a:pt x="7" y="18"/>
                  <a:pt x="13" y="12"/>
                </a:cubicBezTo>
                <a:cubicBezTo>
                  <a:pt x="16" y="9"/>
                  <a:pt x="19" y="8"/>
                  <a:pt x="22" y="8"/>
                </a:cubicBezTo>
                <a:cubicBezTo>
                  <a:pt x="38" y="8"/>
                  <a:pt x="58" y="36"/>
                  <a:pt x="69" y="54"/>
                </a:cubicBezTo>
                <a:cubicBezTo>
                  <a:pt x="48" y="49"/>
                  <a:pt x="13" y="38"/>
                  <a:pt x="9" y="24"/>
                </a:cubicBezTo>
                <a:moveTo>
                  <a:pt x="8" y="78"/>
                </a:moveTo>
                <a:cubicBezTo>
                  <a:pt x="8" y="73"/>
                  <a:pt x="13" y="68"/>
                  <a:pt x="18" y="68"/>
                </a:cubicBezTo>
                <a:cubicBezTo>
                  <a:pt x="60" y="68"/>
                  <a:pt x="60" y="68"/>
                  <a:pt x="60" y="68"/>
                </a:cubicBezTo>
                <a:cubicBezTo>
                  <a:pt x="60" y="100"/>
                  <a:pt x="60" y="100"/>
                  <a:pt x="60" y="100"/>
                </a:cubicBezTo>
                <a:cubicBezTo>
                  <a:pt x="8" y="100"/>
                  <a:pt x="8" y="100"/>
                  <a:pt x="8" y="100"/>
                </a:cubicBezTo>
                <a:lnTo>
                  <a:pt x="8" y="78"/>
                </a:lnTo>
                <a:close/>
                <a:moveTo>
                  <a:pt x="18" y="192"/>
                </a:moveTo>
                <a:cubicBezTo>
                  <a:pt x="13" y="192"/>
                  <a:pt x="8" y="187"/>
                  <a:pt x="8" y="182"/>
                </a:cubicBezTo>
                <a:cubicBezTo>
                  <a:pt x="8" y="108"/>
                  <a:pt x="8" y="108"/>
                  <a:pt x="8" y="108"/>
                </a:cubicBezTo>
                <a:cubicBezTo>
                  <a:pt x="60" y="108"/>
                  <a:pt x="60" y="108"/>
                  <a:pt x="60" y="108"/>
                </a:cubicBezTo>
                <a:cubicBezTo>
                  <a:pt x="60" y="192"/>
                  <a:pt x="60" y="192"/>
                  <a:pt x="60" y="192"/>
                </a:cubicBezTo>
                <a:lnTo>
                  <a:pt x="18" y="192"/>
                </a:lnTo>
                <a:close/>
                <a:moveTo>
                  <a:pt x="68" y="108"/>
                </a:moveTo>
                <a:cubicBezTo>
                  <a:pt x="92" y="108"/>
                  <a:pt x="92" y="108"/>
                  <a:pt x="92" y="108"/>
                </a:cubicBezTo>
                <a:cubicBezTo>
                  <a:pt x="92" y="192"/>
                  <a:pt x="92" y="192"/>
                  <a:pt x="92" y="192"/>
                </a:cubicBezTo>
                <a:cubicBezTo>
                  <a:pt x="68" y="192"/>
                  <a:pt x="68" y="192"/>
                  <a:pt x="68" y="192"/>
                </a:cubicBezTo>
                <a:lnTo>
                  <a:pt x="68" y="108"/>
                </a:lnTo>
                <a:close/>
                <a:moveTo>
                  <a:pt x="152" y="182"/>
                </a:moveTo>
                <a:cubicBezTo>
                  <a:pt x="152" y="187"/>
                  <a:pt x="147" y="192"/>
                  <a:pt x="142" y="192"/>
                </a:cubicBezTo>
                <a:cubicBezTo>
                  <a:pt x="100" y="192"/>
                  <a:pt x="100" y="192"/>
                  <a:pt x="100" y="192"/>
                </a:cubicBezTo>
                <a:cubicBezTo>
                  <a:pt x="100" y="108"/>
                  <a:pt x="100" y="108"/>
                  <a:pt x="100" y="108"/>
                </a:cubicBezTo>
                <a:cubicBezTo>
                  <a:pt x="152" y="108"/>
                  <a:pt x="152" y="108"/>
                  <a:pt x="152" y="108"/>
                </a:cubicBezTo>
                <a:lnTo>
                  <a:pt x="152" y="182"/>
                </a:lnTo>
                <a:close/>
                <a:moveTo>
                  <a:pt x="100" y="100"/>
                </a:moveTo>
                <a:cubicBezTo>
                  <a:pt x="100" y="68"/>
                  <a:pt x="100" y="68"/>
                  <a:pt x="100" y="68"/>
                </a:cubicBezTo>
                <a:cubicBezTo>
                  <a:pt x="142" y="68"/>
                  <a:pt x="142" y="68"/>
                  <a:pt x="142" y="68"/>
                </a:cubicBezTo>
                <a:cubicBezTo>
                  <a:pt x="147" y="68"/>
                  <a:pt x="152" y="73"/>
                  <a:pt x="152" y="78"/>
                </a:cubicBezTo>
                <a:cubicBezTo>
                  <a:pt x="152" y="100"/>
                  <a:pt x="152" y="100"/>
                  <a:pt x="152" y="100"/>
                </a:cubicBezTo>
                <a:lnTo>
                  <a:pt x="100" y="100"/>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609" name="组合 608"/>
          <p:cNvGrpSpPr/>
          <p:nvPr/>
        </p:nvGrpSpPr>
        <p:grpSpPr>
          <a:xfrm>
            <a:off x="10432081" y="5837188"/>
            <a:ext cx="246810" cy="314546"/>
            <a:chOff x="5192713" y="4940300"/>
            <a:chExt cx="503238" cy="641350"/>
          </a:xfrm>
          <a:solidFill>
            <a:srgbClr val="707E84"/>
          </a:solidFill>
        </p:grpSpPr>
        <p:sp>
          <p:nvSpPr>
            <p:cNvPr id="610" name="Freeform 64"/>
            <p:cNvSpPr>
              <a:spLocks noEditPoints="1"/>
            </p:cNvSpPr>
            <p:nvPr/>
          </p:nvSpPr>
          <p:spPr bwMode="auto">
            <a:xfrm>
              <a:off x="5192713" y="4940300"/>
              <a:ext cx="503238" cy="641350"/>
            </a:xfrm>
            <a:custGeom>
              <a:avLst/>
              <a:gdLst>
                <a:gd name="T0" fmla="*/ 146 w 158"/>
                <a:gd name="T1" fmla="*/ 0 h 202"/>
                <a:gd name="T2" fmla="*/ 42 w 158"/>
                <a:gd name="T3" fmla="*/ 0 h 202"/>
                <a:gd name="T4" fmla="*/ 42 w 158"/>
                <a:gd name="T5" fmla="*/ 0 h 202"/>
                <a:gd name="T6" fmla="*/ 38 w 158"/>
                <a:gd name="T7" fmla="*/ 0 h 202"/>
                <a:gd name="T8" fmla="*/ 22 w 158"/>
                <a:gd name="T9" fmla="*/ 0 h 202"/>
                <a:gd name="T10" fmla="*/ 22 w 158"/>
                <a:gd name="T11" fmla="*/ 0 h 202"/>
                <a:gd name="T12" fmla="*/ 0 w 158"/>
                <a:gd name="T13" fmla="*/ 38 h 202"/>
                <a:gd name="T14" fmla="*/ 18 w 158"/>
                <a:gd name="T15" fmla="*/ 38 h 202"/>
                <a:gd name="T16" fmla="*/ 18 w 158"/>
                <a:gd name="T17" fmla="*/ 180 h 202"/>
                <a:gd name="T18" fmla="*/ 34 w 158"/>
                <a:gd name="T19" fmla="*/ 200 h 202"/>
                <a:gd name="T20" fmla="*/ 52 w 158"/>
                <a:gd name="T21" fmla="*/ 180 h 202"/>
                <a:gd name="T22" fmla="*/ 70 w 158"/>
                <a:gd name="T23" fmla="*/ 200 h 202"/>
                <a:gd name="T24" fmla="*/ 87 w 158"/>
                <a:gd name="T25" fmla="*/ 180 h 202"/>
                <a:gd name="T26" fmla="*/ 105 w 158"/>
                <a:gd name="T27" fmla="*/ 200 h 202"/>
                <a:gd name="T28" fmla="*/ 123 w 158"/>
                <a:gd name="T29" fmla="*/ 180 h 202"/>
                <a:gd name="T30" fmla="*/ 140 w 158"/>
                <a:gd name="T31" fmla="*/ 202 h 202"/>
                <a:gd name="T32" fmla="*/ 158 w 158"/>
                <a:gd name="T33" fmla="*/ 184 h 202"/>
                <a:gd name="T34" fmla="*/ 158 w 158"/>
                <a:gd name="T35" fmla="*/ 12 h 202"/>
                <a:gd name="T36" fmla="*/ 146 w 158"/>
                <a:gd name="T37" fmla="*/ 0 h 202"/>
                <a:gd name="T38" fmla="*/ 18 w 158"/>
                <a:gd name="T39" fmla="*/ 29 h 202"/>
                <a:gd name="T40" fmla="*/ 8 w 158"/>
                <a:gd name="T41" fmla="*/ 29 h 202"/>
                <a:gd name="T42" fmla="*/ 15 w 158"/>
                <a:gd name="T43" fmla="*/ 11 h 202"/>
                <a:gd name="T44" fmla="*/ 18 w 158"/>
                <a:gd name="T45" fmla="*/ 9 h 202"/>
                <a:gd name="T46" fmla="*/ 18 w 158"/>
                <a:gd name="T47" fmla="*/ 29 h 202"/>
                <a:gd name="T48" fmla="*/ 150 w 158"/>
                <a:gd name="T49" fmla="*/ 181 h 202"/>
                <a:gd name="T50" fmla="*/ 141 w 158"/>
                <a:gd name="T51" fmla="*/ 190 h 202"/>
                <a:gd name="T52" fmla="*/ 129 w 158"/>
                <a:gd name="T53" fmla="*/ 175 h 202"/>
                <a:gd name="T54" fmla="*/ 123 w 158"/>
                <a:gd name="T55" fmla="*/ 168 h 202"/>
                <a:gd name="T56" fmla="*/ 117 w 158"/>
                <a:gd name="T57" fmla="*/ 175 h 202"/>
                <a:gd name="T58" fmla="*/ 105 w 158"/>
                <a:gd name="T59" fmla="*/ 188 h 202"/>
                <a:gd name="T60" fmla="*/ 93 w 158"/>
                <a:gd name="T61" fmla="*/ 175 h 202"/>
                <a:gd name="T62" fmla="*/ 87 w 158"/>
                <a:gd name="T63" fmla="*/ 168 h 202"/>
                <a:gd name="T64" fmla="*/ 81 w 158"/>
                <a:gd name="T65" fmla="*/ 175 h 202"/>
                <a:gd name="T66" fmla="*/ 70 w 158"/>
                <a:gd name="T67" fmla="*/ 188 h 202"/>
                <a:gd name="T68" fmla="*/ 58 w 158"/>
                <a:gd name="T69" fmla="*/ 175 h 202"/>
                <a:gd name="T70" fmla="*/ 52 w 158"/>
                <a:gd name="T71" fmla="*/ 168 h 202"/>
                <a:gd name="T72" fmla="*/ 46 w 158"/>
                <a:gd name="T73" fmla="*/ 175 h 202"/>
                <a:gd name="T74" fmla="*/ 34 w 158"/>
                <a:gd name="T75" fmla="*/ 188 h 202"/>
                <a:gd name="T76" fmla="*/ 26 w 158"/>
                <a:gd name="T77" fmla="*/ 177 h 202"/>
                <a:gd name="T78" fmla="*/ 26 w 158"/>
                <a:gd name="T79" fmla="*/ 36 h 202"/>
                <a:gd name="T80" fmla="*/ 26 w 158"/>
                <a:gd name="T81" fmla="*/ 36 h 202"/>
                <a:gd name="T82" fmla="*/ 26 w 158"/>
                <a:gd name="T83" fmla="*/ 27 h 202"/>
                <a:gd name="T84" fmla="*/ 26 w 158"/>
                <a:gd name="T85" fmla="*/ 8 h 202"/>
                <a:gd name="T86" fmla="*/ 38 w 158"/>
                <a:gd name="T87" fmla="*/ 8 h 202"/>
                <a:gd name="T88" fmla="*/ 42 w 158"/>
                <a:gd name="T89" fmla="*/ 8 h 202"/>
                <a:gd name="T90" fmla="*/ 146 w 158"/>
                <a:gd name="T91" fmla="*/ 8 h 202"/>
                <a:gd name="T92" fmla="*/ 150 w 158"/>
                <a:gd name="T93" fmla="*/ 8 h 202"/>
                <a:gd name="T94" fmla="*/ 150 w 158"/>
                <a:gd name="T95" fmla="*/ 12 h 202"/>
                <a:gd name="T96" fmla="*/ 150 w 158"/>
                <a:gd name="T97" fmla="*/ 181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8" h="202">
                  <a:moveTo>
                    <a:pt x="146" y="0"/>
                  </a:moveTo>
                  <a:cubicBezTo>
                    <a:pt x="42" y="0"/>
                    <a:pt x="42" y="0"/>
                    <a:pt x="42" y="0"/>
                  </a:cubicBezTo>
                  <a:cubicBezTo>
                    <a:pt x="42" y="0"/>
                    <a:pt x="42" y="0"/>
                    <a:pt x="42" y="0"/>
                  </a:cubicBezTo>
                  <a:cubicBezTo>
                    <a:pt x="38" y="0"/>
                    <a:pt x="38" y="0"/>
                    <a:pt x="38" y="0"/>
                  </a:cubicBezTo>
                  <a:cubicBezTo>
                    <a:pt x="22" y="0"/>
                    <a:pt x="22" y="0"/>
                    <a:pt x="22" y="0"/>
                  </a:cubicBezTo>
                  <a:cubicBezTo>
                    <a:pt x="22" y="0"/>
                    <a:pt x="22" y="0"/>
                    <a:pt x="22" y="0"/>
                  </a:cubicBezTo>
                  <a:cubicBezTo>
                    <a:pt x="19" y="0"/>
                    <a:pt x="0" y="1"/>
                    <a:pt x="0" y="38"/>
                  </a:cubicBezTo>
                  <a:cubicBezTo>
                    <a:pt x="18" y="38"/>
                    <a:pt x="18" y="38"/>
                    <a:pt x="18" y="38"/>
                  </a:cubicBezTo>
                  <a:cubicBezTo>
                    <a:pt x="18" y="180"/>
                    <a:pt x="18" y="180"/>
                    <a:pt x="18" y="180"/>
                  </a:cubicBezTo>
                  <a:cubicBezTo>
                    <a:pt x="34" y="200"/>
                    <a:pt x="34" y="200"/>
                    <a:pt x="34" y="200"/>
                  </a:cubicBezTo>
                  <a:cubicBezTo>
                    <a:pt x="52" y="180"/>
                    <a:pt x="52" y="180"/>
                    <a:pt x="52" y="180"/>
                  </a:cubicBezTo>
                  <a:cubicBezTo>
                    <a:pt x="70" y="200"/>
                    <a:pt x="70" y="200"/>
                    <a:pt x="70" y="200"/>
                  </a:cubicBezTo>
                  <a:cubicBezTo>
                    <a:pt x="87" y="180"/>
                    <a:pt x="87" y="180"/>
                    <a:pt x="87" y="180"/>
                  </a:cubicBezTo>
                  <a:cubicBezTo>
                    <a:pt x="105" y="200"/>
                    <a:pt x="105" y="200"/>
                    <a:pt x="105" y="200"/>
                  </a:cubicBezTo>
                  <a:cubicBezTo>
                    <a:pt x="123" y="180"/>
                    <a:pt x="123" y="180"/>
                    <a:pt x="123" y="180"/>
                  </a:cubicBezTo>
                  <a:cubicBezTo>
                    <a:pt x="140" y="202"/>
                    <a:pt x="140" y="202"/>
                    <a:pt x="140" y="202"/>
                  </a:cubicBezTo>
                  <a:cubicBezTo>
                    <a:pt x="158" y="184"/>
                    <a:pt x="158" y="184"/>
                    <a:pt x="158" y="184"/>
                  </a:cubicBezTo>
                  <a:cubicBezTo>
                    <a:pt x="158" y="12"/>
                    <a:pt x="158" y="12"/>
                    <a:pt x="158" y="12"/>
                  </a:cubicBezTo>
                  <a:cubicBezTo>
                    <a:pt x="158" y="3"/>
                    <a:pt x="155" y="0"/>
                    <a:pt x="146" y="0"/>
                  </a:cubicBezTo>
                  <a:moveTo>
                    <a:pt x="18" y="29"/>
                  </a:moveTo>
                  <a:cubicBezTo>
                    <a:pt x="8" y="29"/>
                    <a:pt x="8" y="29"/>
                    <a:pt x="8" y="29"/>
                  </a:cubicBezTo>
                  <a:cubicBezTo>
                    <a:pt x="9" y="19"/>
                    <a:pt x="12" y="14"/>
                    <a:pt x="15" y="11"/>
                  </a:cubicBezTo>
                  <a:cubicBezTo>
                    <a:pt x="16" y="10"/>
                    <a:pt x="17" y="9"/>
                    <a:pt x="18" y="9"/>
                  </a:cubicBezTo>
                  <a:lnTo>
                    <a:pt x="18" y="29"/>
                  </a:lnTo>
                  <a:close/>
                  <a:moveTo>
                    <a:pt x="150" y="181"/>
                  </a:moveTo>
                  <a:cubicBezTo>
                    <a:pt x="141" y="190"/>
                    <a:pt x="141" y="190"/>
                    <a:pt x="141" y="190"/>
                  </a:cubicBezTo>
                  <a:cubicBezTo>
                    <a:pt x="129" y="175"/>
                    <a:pt x="129" y="175"/>
                    <a:pt x="129" y="175"/>
                  </a:cubicBezTo>
                  <a:cubicBezTo>
                    <a:pt x="123" y="168"/>
                    <a:pt x="123" y="168"/>
                    <a:pt x="123" y="168"/>
                  </a:cubicBezTo>
                  <a:cubicBezTo>
                    <a:pt x="117" y="175"/>
                    <a:pt x="117" y="175"/>
                    <a:pt x="117" y="175"/>
                  </a:cubicBezTo>
                  <a:cubicBezTo>
                    <a:pt x="105" y="188"/>
                    <a:pt x="105" y="188"/>
                    <a:pt x="105" y="188"/>
                  </a:cubicBezTo>
                  <a:cubicBezTo>
                    <a:pt x="93" y="175"/>
                    <a:pt x="93" y="175"/>
                    <a:pt x="93" y="175"/>
                  </a:cubicBezTo>
                  <a:cubicBezTo>
                    <a:pt x="87" y="168"/>
                    <a:pt x="87" y="168"/>
                    <a:pt x="87" y="168"/>
                  </a:cubicBezTo>
                  <a:cubicBezTo>
                    <a:pt x="81" y="175"/>
                    <a:pt x="81" y="175"/>
                    <a:pt x="81" y="175"/>
                  </a:cubicBezTo>
                  <a:cubicBezTo>
                    <a:pt x="70" y="188"/>
                    <a:pt x="70" y="188"/>
                    <a:pt x="70" y="188"/>
                  </a:cubicBezTo>
                  <a:cubicBezTo>
                    <a:pt x="58" y="175"/>
                    <a:pt x="58" y="175"/>
                    <a:pt x="58" y="175"/>
                  </a:cubicBezTo>
                  <a:cubicBezTo>
                    <a:pt x="52" y="168"/>
                    <a:pt x="52" y="168"/>
                    <a:pt x="52" y="168"/>
                  </a:cubicBezTo>
                  <a:cubicBezTo>
                    <a:pt x="46" y="175"/>
                    <a:pt x="46" y="175"/>
                    <a:pt x="46" y="175"/>
                  </a:cubicBezTo>
                  <a:cubicBezTo>
                    <a:pt x="34" y="188"/>
                    <a:pt x="34" y="188"/>
                    <a:pt x="34" y="188"/>
                  </a:cubicBezTo>
                  <a:cubicBezTo>
                    <a:pt x="26" y="177"/>
                    <a:pt x="26" y="177"/>
                    <a:pt x="26" y="177"/>
                  </a:cubicBezTo>
                  <a:cubicBezTo>
                    <a:pt x="26" y="36"/>
                    <a:pt x="26" y="36"/>
                    <a:pt x="26" y="36"/>
                  </a:cubicBezTo>
                  <a:cubicBezTo>
                    <a:pt x="26" y="36"/>
                    <a:pt x="26" y="36"/>
                    <a:pt x="26" y="36"/>
                  </a:cubicBezTo>
                  <a:cubicBezTo>
                    <a:pt x="26" y="27"/>
                    <a:pt x="26" y="27"/>
                    <a:pt x="26" y="27"/>
                  </a:cubicBezTo>
                  <a:cubicBezTo>
                    <a:pt x="26" y="8"/>
                    <a:pt x="26" y="8"/>
                    <a:pt x="26" y="8"/>
                  </a:cubicBezTo>
                  <a:cubicBezTo>
                    <a:pt x="38" y="8"/>
                    <a:pt x="38" y="8"/>
                    <a:pt x="38" y="8"/>
                  </a:cubicBezTo>
                  <a:cubicBezTo>
                    <a:pt x="42" y="8"/>
                    <a:pt x="42" y="8"/>
                    <a:pt x="42" y="8"/>
                  </a:cubicBezTo>
                  <a:cubicBezTo>
                    <a:pt x="146" y="8"/>
                    <a:pt x="146" y="8"/>
                    <a:pt x="146" y="8"/>
                  </a:cubicBezTo>
                  <a:cubicBezTo>
                    <a:pt x="148" y="8"/>
                    <a:pt x="149" y="8"/>
                    <a:pt x="150" y="8"/>
                  </a:cubicBezTo>
                  <a:cubicBezTo>
                    <a:pt x="150" y="9"/>
                    <a:pt x="150" y="10"/>
                    <a:pt x="150" y="12"/>
                  </a:cubicBezTo>
                  <a:lnTo>
                    <a:pt x="150" y="1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1" name="Freeform 65"/>
            <p:cNvSpPr>
              <a:spLocks noEditPoints="1"/>
            </p:cNvSpPr>
            <p:nvPr/>
          </p:nvSpPr>
          <p:spPr bwMode="auto">
            <a:xfrm>
              <a:off x="5360988" y="5010150"/>
              <a:ext cx="217488" cy="406400"/>
            </a:xfrm>
            <a:custGeom>
              <a:avLst/>
              <a:gdLst>
                <a:gd name="T0" fmla="*/ 60 w 68"/>
                <a:gd name="T1" fmla="*/ 41 h 128"/>
                <a:gd name="T2" fmla="*/ 64 w 68"/>
                <a:gd name="T3" fmla="*/ 45 h 128"/>
                <a:gd name="T4" fmla="*/ 68 w 68"/>
                <a:gd name="T5" fmla="*/ 41 h 128"/>
                <a:gd name="T6" fmla="*/ 37 w 68"/>
                <a:gd name="T7" fmla="*/ 12 h 128"/>
                <a:gd name="T8" fmla="*/ 37 w 68"/>
                <a:gd name="T9" fmla="*/ 4 h 128"/>
                <a:gd name="T10" fmla="*/ 33 w 68"/>
                <a:gd name="T11" fmla="*/ 0 h 128"/>
                <a:gd name="T12" fmla="*/ 29 w 68"/>
                <a:gd name="T13" fmla="*/ 4 h 128"/>
                <a:gd name="T14" fmla="*/ 29 w 68"/>
                <a:gd name="T15" fmla="*/ 13 h 128"/>
                <a:gd name="T16" fmla="*/ 0 w 68"/>
                <a:gd name="T17" fmla="*/ 41 h 128"/>
                <a:gd name="T18" fmla="*/ 0 w 68"/>
                <a:gd name="T19" fmla="*/ 42 h 128"/>
                <a:gd name="T20" fmla="*/ 2 w 68"/>
                <a:gd name="T21" fmla="*/ 46 h 128"/>
                <a:gd name="T22" fmla="*/ 29 w 68"/>
                <a:gd name="T23" fmla="*/ 64 h 128"/>
                <a:gd name="T24" fmla="*/ 29 w 68"/>
                <a:gd name="T25" fmla="*/ 103 h 128"/>
                <a:gd name="T26" fmla="*/ 8 w 68"/>
                <a:gd name="T27" fmla="*/ 82 h 128"/>
                <a:gd name="T28" fmla="*/ 4 w 68"/>
                <a:gd name="T29" fmla="*/ 78 h 128"/>
                <a:gd name="T30" fmla="*/ 0 w 68"/>
                <a:gd name="T31" fmla="*/ 82 h 128"/>
                <a:gd name="T32" fmla="*/ 29 w 68"/>
                <a:gd name="T33" fmla="*/ 111 h 128"/>
                <a:gd name="T34" fmla="*/ 29 w 68"/>
                <a:gd name="T35" fmla="*/ 124 h 128"/>
                <a:gd name="T36" fmla="*/ 33 w 68"/>
                <a:gd name="T37" fmla="*/ 128 h 128"/>
                <a:gd name="T38" fmla="*/ 37 w 68"/>
                <a:gd name="T39" fmla="*/ 124 h 128"/>
                <a:gd name="T40" fmla="*/ 37 w 68"/>
                <a:gd name="T41" fmla="*/ 111 h 128"/>
                <a:gd name="T42" fmla="*/ 68 w 68"/>
                <a:gd name="T43" fmla="*/ 82 h 128"/>
                <a:gd name="T44" fmla="*/ 66 w 68"/>
                <a:gd name="T45" fmla="*/ 78 h 128"/>
                <a:gd name="T46" fmla="*/ 37 w 68"/>
                <a:gd name="T47" fmla="*/ 59 h 128"/>
                <a:gd name="T48" fmla="*/ 37 w 68"/>
                <a:gd name="T49" fmla="*/ 20 h 128"/>
                <a:gd name="T50" fmla="*/ 60 w 68"/>
                <a:gd name="T51" fmla="*/ 41 h 128"/>
                <a:gd name="T52" fmla="*/ 29 w 68"/>
                <a:gd name="T53" fmla="*/ 54 h 128"/>
                <a:gd name="T54" fmla="*/ 8 w 68"/>
                <a:gd name="T55" fmla="*/ 40 h 128"/>
                <a:gd name="T56" fmla="*/ 29 w 68"/>
                <a:gd name="T57" fmla="*/ 21 h 128"/>
                <a:gd name="T58" fmla="*/ 29 w 68"/>
                <a:gd name="T59" fmla="*/ 54 h 128"/>
                <a:gd name="T60" fmla="*/ 60 w 68"/>
                <a:gd name="T61" fmla="*/ 85 h 128"/>
                <a:gd name="T62" fmla="*/ 37 w 68"/>
                <a:gd name="T63" fmla="*/ 103 h 128"/>
                <a:gd name="T64" fmla="*/ 37 w 68"/>
                <a:gd name="T65" fmla="*/ 70 h 128"/>
                <a:gd name="T66" fmla="*/ 60 w 68"/>
                <a:gd name="T67" fmla="*/ 85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8" h="128">
                  <a:moveTo>
                    <a:pt x="60" y="41"/>
                  </a:moveTo>
                  <a:cubicBezTo>
                    <a:pt x="60" y="44"/>
                    <a:pt x="62" y="45"/>
                    <a:pt x="64" y="45"/>
                  </a:cubicBezTo>
                  <a:cubicBezTo>
                    <a:pt x="66" y="45"/>
                    <a:pt x="68" y="44"/>
                    <a:pt x="68" y="41"/>
                  </a:cubicBezTo>
                  <a:cubicBezTo>
                    <a:pt x="68" y="26"/>
                    <a:pt x="54" y="14"/>
                    <a:pt x="37" y="12"/>
                  </a:cubicBezTo>
                  <a:cubicBezTo>
                    <a:pt x="37" y="4"/>
                    <a:pt x="37" y="4"/>
                    <a:pt x="37" y="4"/>
                  </a:cubicBezTo>
                  <a:cubicBezTo>
                    <a:pt x="37" y="2"/>
                    <a:pt x="35" y="0"/>
                    <a:pt x="33" y="0"/>
                  </a:cubicBezTo>
                  <a:cubicBezTo>
                    <a:pt x="31" y="0"/>
                    <a:pt x="29" y="2"/>
                    <a:pt x="29" y="4"/>
                  </a:cubicBezTo>
                  <a:cubicBezTo>
                    <a:pt x="29" y="13"/>
                    <a:pt x="29" y="13"/>
                    <a:pt x="29" y="13"/>
                  </a:cubicBezTo>
                  <a:cubicBezTo>
                    <a:pt x="13" y="15"/>
                    <a:pt x="0" y="27"/>
                    <a:pt x="0" y="41"/>
                  </a:cubicBezTo>
                  <a:cubicBezTo>
                    <a:pt x="0" y="42"/>
                    <a:pt x="0" y="42"/>
                    <a:pt x="0" y="42"/>
                  </a:cubicBezTo>
                  <a:cubicBezTo>
                    <a:pt x="0" y="43"/>
                    <a:pt x="1" y="45"/>
                    <a:pt x="2" y="46"/>
                  </a:cubicBezTo>
                  <a:cubicBezTo>
                    <a:pt x="29" y="64"/>
                    <a:pt x="29" y="64"/>
                    <a:pt x="29" y="64"/>
                  </a:cubicBezTo>
                  <a:cubicBezTo>
                    <a:pt x="29" y="103"/>
                    <a:pt x="29" y="103"/>
                    <a:pt x="29" y="103"/>
                  </a:cubicBezTo>
                  <a:cubicBezTo>
                    <a:pt x="17" y="101"/>
                    <a:pt x="8" y="92"/>
                    <a:pt x="8" y="82"/>
                  </a:cubicBezTo>
                  <a:cubicBezTo>
                    <a:pt x="8" y="80"/>
                    <a:pt x="6" y="78"/>
                    <a:pt x="4" y="78"/>
                  </a:cubicBezTo>
                  <a:cubicBezTo>
                    <a:pt x="2" y="78"/>
                    <a:pt x="0" y="80"/>
                    <a:pt x="0" y="82"/>
                  </a:cubicBezTo>
                  <a:cubicBezTo>
                    <a:pt x="0" y="96"/>
                    <a:pt x="13" y="109"/>
                    <a:pt x="29" y="111"/>
                  </a:cubicBezTo>
                  <a:cubicBezTo>
                    <a:pt x="29" y="124"/>
                    <a:pt x="29" y="124"/>
                    <a:pt x="29" y="124"/>
                  </a:cubicBezTo>
                  <a:cubicBezTo>
                    <a:pt x="29" y="126"/>
                    <a:pt x="31" y="128"/>
                    <a:pt x="33" y="128"/>
                  </a:cubicBezTo>
                  <a:cubicBezTo>
                    <a:pt x="35" y="128"/>
                    <a:pt x="37" y="126"/>
                    <a:pt x="37" y="124"/>
                  </a:cubicBezTo>
                  <a:cubicBezTo>
                    <a:pt x="37" y="111"/>
                    <a:pt x="37" y="111"/>
                    <a:pt x="37" y="111"/>
                  </a:cubicBezTo>
                  <a:cubicBezTo>
                    <a:pt x="54" y="110"/>
                    <a:pt x="68" y="97"/>
                    <a:pt x="68" y="82"/>
                  </a:cubicBezTo>
                  <a:cubicBezTo>
                    <a:pt x="68" y="80"/>
                    <a:pt x="67" y="79"/>
                    <a:pt x="66" y="78"/>
                  </a:cubicBezTo>
                  <a:cubicBezTo>
                    <a:pt x="37" y="59"/>
                    <a:pt x="37" y="59"/>
                    <a:pt x="37" y="59"/>
                  </a:cubicBezTo>
                  <a:cubicBezTo>
                    <a:pt x="37" y="20"/>
                    <a:pt x="37" y="20"/>
                    <a:pt x="37" y="20"/>
                  </a:cubicBezTo>
                  <a:cubicBezTo>
                    <a:pt x="50" y="22"/>
                    <a:pt x="60" y="31"/>
                    <a:pt x="60" y="41"/>
                  </a:cubicBezTo>
                  <a:moveTo>
                    <a:pt x="29" y="54"/>
                  </a:moveTo>
                  <a:cubicBezTo>
                    <a:pt x="8" y="40"/>
                    <a:pt x="8" y="40"/>
                    <a:pt x="8" y="40"/>
                  </a:cubicBezTo>
                  <a:cubicBezTo>
                    <a:pt x="9" y="31"/>
                    <a:pt x="18" y="23"/>
                    <a:pt x="29" y="21"/>
                  </a:cubicBezTo>
                  <a:lnTo>
                    <a:pt x="29" y="54"/>
                  </a:lnTo>
                  <a:close/>
                  <a:moveTo>
                    <a:pt x="60" y="85"/>
                  </a:moveTo>
                  <a:cubicBezTo>
                    <a:pt x="59" y="95"/>
                    <a:pt x="49" y="102"/>
                    <a:pt x="37" y="103"/>
                  </a:cubicBezTo>
                  <a:cubicBezTo>
                    <a:pt x="37" y="70"/>
                    <a:pt x="37" y="70"/>
                    <a:pt x="37" y="70"/>
                  </a:cubicBezTo>
                  <a:lnTo>
                    <a:pt x="60" y="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612" name="组合 611"/>
          <p:cNvGrpSpPr/>
          <p:nvPr/>
        </p:nvGrpSpPr>
        <p:grpSpPr>
          <a:xfrm>
            <a:off x="10271953" y="6369124"/>
            <a:ext cx="312211" cy="311432"/>
            <a:chOff x="6407151" y="4940300"/>
            <a:chExt cx="636588" cy="635000"/>
          </a:xfrm>
          <a:solidFill>
            <a:srgbClr val="707E84"/>
          </a:solidFill>
        </p:grpSpPr>
        <p:sp>
          <p:nvSpPr>
            <p:cNvPr id="613" name="Freeform 66"/>
            <p:cNvSpPr>
              <a:spLocks noEditPoints="1"/>
            </p:cNvSpPr>
            <p:nvPr/>
          </p:nvSpPr>
          <p:spPr bwMode="auto">
            <a:xfrm>
              <a:off x="6407151" y="4940300"/>
              <a:ext cx="636588" cy="635000"/>
            </a:xfrm>
            <a:custGeom>
              <a:avLst/>
              <a:gdLst>
                <a:gd name="T0" fmla="*/ 100 w 200"/>
                <a:gd name="T1" fmla="*/ 0 h 200"/>
                <a:gd name="T2" fmla="*/ 0 w 200"/>
                <a:gd name="T3" fmla="*/ 100 h 200"/>
                <a:gd name="T4" fmla="*/ 100 w 200"/>
                <a:gd name="T5" fmla="*/ 200 h 200"/>
                <a:gd name="T6" fmla="*/ 200 w 200"/>
                <a:gd name="T7" fmla="*/ 100 h 200"/>
                <a:gd name="T8" fmla="*/ 100 w 200"/>
                <a:gd name="T9" fmla="*/ 0 h 200"/>
                <a:gd name="T10" fmla="*/ 100 w 200"/>
                <a:gd name="T11" fmla="*/ 192 h 200"/>
                <a:gd name="T12" fmla="*/ 8 w 200"/>
                <a:gd name="T13" fmla="*/ 100 h 200"/>
                <a:gd name="T14" fmla="*/ 100 w 200"/>
                <a:gd name="T15" fmla="*/ 8 h 200"/>
                <a:gd name="T16" fmla="*/ 192 w 200"/>
                <a:gd name="T17" fmla="*/ 100 h 200"/>
                <a:gd name="T18" fmla="*/ 100 w 200"/>
                <a:gd name="T19" fmla="*/ 192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0" h="200">
                  <a:moveTo>
                    <a:pt x="100" y="0"/>
                  </a:moveTo>
                  <a:cubicBezTo>
                    <a:pt x="45" y="0"/>
                    <a:pt x="0" y="45"/>
                    <a:pt x="0" y="100"/>
                  </a:cubicBezTo>
                  <a:cubicBezTo>
                    <a:pt x="0" y="155"/>
                    <a:pt x="45" y="200"/>
                    <a:pt x="100" y="200"/>
                  </a:cubicBezTo>
                  <a:cubicBezTo>
                    <a:pt x="155" y="200"/>
                    <a:pt x="200" y="155"/>
                    <a:pt x="200" y="100"/>
                  </a:cubicBezTo>
                  <a:cubicBezTo>
                    <a:pt x="200" y="45"/>
                    <a:pt x="155" y="0"/>
                    <a:pt x="100" y="0"/>
                  </a:cubicBezTo>
                  <a:moveTo>
                    <a:pt x="100" y="192"/>
                  </a:moveTo>
                  <a:cubicBezTo>
                    <a:pt x="49" y="192"/>
                    <a:pt x="8" y="151"/>
                    <a:pt x="8" y="100"/>
                  </a:cubicBezTo>
                  <a:cubicBezTo>
                    <a:pt x="8" y="49"/>
                    <a:pt x="49" y="8"/>
                    <a:pt x="100" y="8"/>
                  </a:cubicBezTo>
                  <a:cubicBezTo>
                    <a:pt x="151" y="8"/>
                    <a:pt x="192" y="49"/>
                    <a:pt x="192" y="100"/>
                  </a:cubicBezTo>
                  <a:cubicBezTo>
                    <a:pt x="192" y="151"/>
                    <a:pt x="151" y="192"/>
                    <a:pt x="100" y="19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4" name="Freeform 67"/>
            <p:cNvSpPr>
              <a:spLocks/>
            </p:cNvSpPr>
            <p:nvPr/>
          </p:nvSpPr>
          <p:spPr bwMode="auto">
            <a:xfrm>
              <a:off x="6584951" y="5118100"/>
              <a:ext cx="280988" cy="279400"/>
            </a:xfrm>
            <a:custGeom>
              <a:avLst/>
              <a:gdLst>
                <a:gd name="T0" fmla="*/ 84 w 88"/>
                <a:gd name="T1" fmla="*/ 40 h 88"/>
                <a:gd name="T2" fmla="*/ 48 w 88"/>
                <a:gd name="T3" fmla="*/ 40 h 88"/>
                <a:gd name="T4" fmla="*/ 48 w 88"/>
                <a:gd name="T5" fmla="*/ 4 h 88"/>
                <a:gd name="T6" fmla="*/ 44 w 88"/>
                <a:gd name="T7" fmla="*/ 0 h 88"/>
                <a:gd name="T8" fmla="*/ 40 w 88"/>
                <a:gd name="T9" fmla="*/ 4 h 88"/>
                <a:gd name="T10" fmla="*/ 40 w 88"/>
                <a:gd name="T11" fmla="*/ 40 h 88"/>
                <a:gd name="T12" fmla="*/ 4 w 88"/>
                <a:gd name="T13" fmla="*/ 40 h 88"/>
                <a:gd name="T14" fmla="*/ 0 w 88"/>
                <a:gd name="T15" fmla="*/ 44 h 88"/>
                <a:gd name="T16" fmla="*/ 4 w 88"/>
                <a:gd name="T17" fmla="*/ 48 h 88"/>
                <a:gd name="T18" fmla="*/ 40 w 88"/>
                <a:gd name="T19" fmla="*/ 48 h 88"/>
                <a:gd name="T20" fmla="*/ 40 w 88"/>
                <a:gd name="T21" fmla="*/ 84 h 88"/>
                <a:gd name="T22" fmla="*/ 44 w 88"/>
                <a:gd name="T23" fmla="*/ 88 h 88"/>
                <a:gd name="T24" fmla="*/ 48 w 88"/>
                <a:gd name="T25" fmla="*/ 84 h 88"/>
                <a:gd name="T26" fmla="*/ 48 w 88"/>
                <a:gd name="T27" fmla="*/ 48 h 88"/>
                <a:gd name="T28" fmla="*/ 84 w 88"/>
                <a:gd name="T29" fmla="*/ 48 h 88"/>
                <a:gd name="T30" fmla="*/ 88 w 88"/>
                <a:gd name="T31" fmla="*/ 44 h 88"/>
                <a:gd name="T32" fmla="*/ 84 w 88"/>
                <a:gd name="T33" fmla="*/ 4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8" h="88">
                  <a:moveTo>
                    <a:pt x="84" y="40"/>
                  </a:moveTo>
                  <a:cubicBezTo>
                    <a:pt x="48" y="40"/>
                    <a:pt x="48" y="40"/>
                    <a:pt x="48" y="40"/>
                  </a:cubicBezTo>
                  <a:cubicBezTo>
                    <a:pt x="48" y="4"/>
                    <a:pt x="48" y="4"/>
                    <a:pt x="48" y="4"/>
                  </a:cubicBezTo>
                  <a:cubicBezTo>
                    <a:pt x="48" y="2"/>
                    <a:pt x="46" y="0"/>
                    <a:pt x="44" y="0"/>
                  </a:cubicBezTo>
                  <a:cubicBezTo>
                    <a:pt x="42" y="0"/>
                    <a:pt x="40" y="2"/>
                    <a:pt x="40" y="4"/>
                  </a:cubicBezTo>
                  <a:cubicBezTo>
                    <a:pt x="40" y="40"/>
                    <a:pt x="40" y="40"/>
                    <a:pt x="40" y="40"/>
                  </a:cubicBezTo>
                  <a:cubicBezTo>
                    <a:pt x="4" y="40"/>
                    <a:pt x="4" y="40"/>
                    <a:pt x="4" y="40"/>
                  </a:cubicBezTo>
                  <a:cubicBezTo>
                    <a:pt x="2" y="40"/>
                    <a:pt x="0" y="42"/>
                    <a:pt x="0" y="44"/>
                  </a:cubicBezTo>
                  <a:cubicBezTo>
                    <a:pt x="0" y="46"/>
                    <a:pt x="2" y="48"/>
                    <a:pt x="4" y="48"/>
                  </a:cubicBezTo>
                  <a:cubicBezTo>
                    <a:pt x="40" y="48"/>
                    <a:pt x="40" y="48"/>
                    <a:pt x="40" y="48"/>
                  </a:cubicBezTo>
                  <a:cubicBezTo>
                    <a:pt x="40" y="84"/>
                    <a:pt x="40" y="84"/>
                    <a:pt x="40" y="84"/>
                  </a:cubicBezTo>
                  <a:cubicBezTo>
                    <a:pt x="40" y="86"/>
                    <a:pt x="42" y="88"/>
                    <a:pt x="44" y="88"/>
                  </a:cubicBezTo>
                  <a:cubicBezTo>
                    <a:pt x="46" y="88"/>
                    <a:pt x="48" y="86"/>
                    <a:pt x="48" y="84"/>
                  </a:cubicBezTo>
                  <a:cubicBezTo>
                    <a:pt x="48" y="48"/>
                    <a:pt x="48" y="48"/>
                    <a:pt x="48" y="48"/>
                  </a:cubicBezTo>
                  <a:cubicBezTo>
                    <a:pt x="84" y="48"/>
                    <a:pt x="84" y="48"/>
                    <a:pt x="84" y="48"/>
                  </a:cubicBezTo>
                  <a:cubicBezTo>
                    <a:pt x="86" y="48"/>
                    <a:pt x="88" y="46"/>
                    <a:pt x="88" y="44"/>
                  </a:cubicBezTo>
                  <a:cubicBezTo>
                    <a:pt x="88" y="42"/>
                    <a:pt x="86" y="40"/>
                    <a:pt x="84" y="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615" name="组合 614"/>
          <p:cNvGrpSpPr/>
          <p:nvPr/>
        </p:nvGrpSpPr>
        <p:grpSpPr>
          <a:xfrm>
            <a:off x="10750625" y="6369124"/>
            <a:ext cx="312211" cy="311432"/>
            <a:chOff x="7678738" y="4940300"/>
            <a:chExt cx="636588" cy="635000"/>
          </a:xfrm>
          <a:solidFill>
            <a:srgbClr val="707E84"/>
          </a:solidFill>
        </p:grpSpPr>
        <p:sp>
          <p:nvSpPr>
            <p:cNvPr id="616" name="Freeform 68"/>
            <p:cNvSpPr>
              <a:spLocks noEditPoints="1"/>
            </p:cNvSpPr>
            <p:nvPr/>
          </p:nvSpPr>
          <p:spPr bwMode="auto">
            <a:xfrm>
              <a:off x="7678738" y="4940300"/>
              <a:ext cx="636588" cy="635000"/>
            </a:xfrm>
            <a:custGeom>
              <a:avLst/>
              <a:gdLst>
                <a:gd name="T0" fmla="*/ 100 w 200"/>
                <a:gd name="T1" fmla="*/ 0 h 200"/>
                <a:gd name="T2" fmla="*/ 0 w 200"/>
                <a:gd name="T3" fmla="*/ 100 h 200"/>
                <a:gd name="T4" fmla="*/ 100 w 200"/>
                <a:gd name="T5" fmla="*/ 200 h 200"/>
                <a:gd name="T6" fmla="*/ 200 w 200"/>
                <a:gd name="T7" fmla="*/ 100 h 200"/>
                <a:gd name="T8" fmla="*/ 100 w 200"/>
                <a:gd name="T9" fmla="*/ 0 h 200"/>
                <a:gd name="T10" fmla="*/ 100 w 200"/>
                <a:gd name="T11" fmla="*/ 192 h 200"/>
                <a:gd name="T12" fmla="*/ 8 w 200"/>
                <a:gd name="T13" fmla="*/ 100 h 200"/>
                <a:gd name="T14" fmla="*/ 100 w 200"/>
                <a:gd name="T15" fmla="*/ 8 h 200"/>
                <a:gd name="T16" fmla="*/ 192 w 200"/>
                <a:gd name="T17" fmla="*/ 100 h 200"/>
                <a:gd name="T18" fmla="*/ 100 w 200"/>
                <a:gd name="T19" fmla="*/ 192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0" h="200">
                  <a:moveTo>
                    <a:pt x="100" y="0"/>
                  </a:moveTo>
                  <a:cubicBezTo>
                    <a:pt x="45" y="0"/>
                    <a:pt x="0" y="45"/>
                    <a:pt x="0" y="100"/>
                  </a:cubicBezTo>
                  <a:cubicBezTo>
                    <a:pt x="0" y="155"/>
                    <a:pt x="45" y="200"/>
                    <a:pt x="100" y="200"/>
                  </a:cubicBezTo>
                  <a:cubicBezTo>
                    <a:pt x="155" y="200"/>
                    <a:pt x="200" y="155"/>
                    <a:pt x="200" y="100"/>
                  </a:cubicBezTo>
                  <a:cubicBezTo>
                    <a:pt x="200" y="45"/>
                    <a:pt x="155" y="0"/>
                    <a:pt x="100" y="0"/>
                  </a:cubicBezTo>
                  <a:moveTo>
                    <a:pt x="100" y="192"/>
                  </a:moveTo>
                  <a:cubicBezTo>
                    <a:pt x="49" y="192"/>
                    <a:pt x="8" y="151"/>
                    <a:pt x="8" y="100"/>
                  </a:cubicBezTo>
                  <a:cubicBezTo>
                    <a:pt x="8" y="49"/>
                    <a:pt x="49" y="8"/>
                    <a:pt x="100" y="8"/>
                  </a:cubicBezTo>
                  <a:cubicBezTo>
                    <a:pt x="151" y="8"/>
                    <a:pt x="192" y="49"/>
                    <a:pt x="192" y="100"/>
                  </a:cubicBezTo>
                  <a:cubicBezTo>
                    <a:pt x="192" y="151"/>
                    <a:pt x="151" y="192"/>
                    <a:pt x="100" y="19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7" name="Freeform 69"/>
            <p:cNvSpPr>
              <a:spLocks/>
            </p:cNvSpPr>
            <p:nvPr/>
          </p:nvSpPr>
          <p:spPr bwMode="auto">
            <a:xfrm>
              <a:off x="7856538" y="5245100"/>
              <a:ext cx="280988" cy="25400"/>
            </a:xfrm>
            <a:custGeom>
              <a:avLst/>
              <a:gdLst>
                <a:gd name="T0" fmla="*/ 84 w 88"/>
                <a:gd name="T1" fmla="*/ 0 h 8"/>
                <a:gd name="T2" fmla="*/ 4 w 88"/>
                <a:gd name="T3" fmla="*/ 0 h 8"/>
                <a:gd name="T4" fmla="*/ 0 w 88"/>
                <a:gd name="T5" fmla="*/ 4 h 8"/>
                <a:gd name="T6" fmla="*/ 4 w 88"/>
                <a:gd name="T7" fmla="*/ 8 h 8"/>
                <a:gd name="T8" fmla="*/ 84 w 88"/>
                <a:gd name="T9" fmla="*/ 8 h 8"/>
                <a:gd name="T10" fmla="*/ 88 w 88"/>
                <a:gd name="T11" fmla="*/ 4 h 8"/>
                <a:gd name="T12" fmla="*/ 84 w 88"/>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88" h="8">
                  <a:moveTo>
                    <a:pt x="84" y="0"/>
                  </a:moveTo>
                  <a:cubicBezTo>
                    <a:pt x="4" y="0"/>
                    <a:pt x="4" y="0"/>
                    <a:pt x="4" y="0"/>
                  </a:cubicBezTo>
                  <a:cubicBezTo>
                    <a:pt x="2" y="0"/>
                    <a:pt x="0" y="2"/>
                    <a:pt x="0" y="4"/>
                  </a:cubicBezTo>
                  <a:cubicBezTo>
                    <a:pt x="0" y="6"/>
                    <a:pt x="2" y="8"/>
                    <a:pt x="4" y="8"/>
                  </a:cubicBezTo>
                  <a:cubicBezTo>
                    <a:pt x="84" y="8"/>
                    <a:pt x="84" y="8"/>
                    <a:pt x="84" y="8"/>
                  </a:cubicBezTo>
                  <a:cubicBezTo>
                    <a:pt x="86" y="8"/>
                    <a:pt x="88" y="6"/>
                    <a:pt x="88" y="4"/>
                  </a:cubicBezTo>
                  <a:cubicBezTo>
                    <a:pt x="88" y="2"/>
                    <a:pt x="86"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618" name="组合 617"/>
          <p:cNvGrpSpPr/>
          <p:nvPr/>
        </p:nvGrpSpPr>
        <p:grpSpPr>
          <a:xfrm>
            <a:off x="9314609" y="6369124"/>
            <a:ext cx="312211" cy="311432"/>
            <a:chOff x="3863976" y="6211888"/>
            <a:chExt cx="636588" cy="635000"/>
          </a:xfrm>
          <a:solidFill>
            <a:srgbClr val="707E84"/>
          </a:solidFill>
        </p:grpSpPr>
        <p:sp>
          <p:nvSpPr>
            <p:cNvPr id="619" name="Freeform 70"/>
            <p:cNvSpPr>
              <a:spLocks noEditPoints="1"/>
            </p:cNvSpPr>
            <p:nvPr/>
          </p:nvSpPr>
          <p:spPr bwMode="auto">
            <a:xfrm>
              <a:off x="3863976" y="6211888"/>
              <a:ext cx="636588" cy="635000"/>
            </a:xfrm>
            <a:custGeom>
              <a:avLst/>
              <a:gdLst>
                <a:gd name="T0" fmla="*/ 100 w 200"/>
                <a:gd name="T1" fmla="*/ 0 h 200"/>
                <a:gd name="T2" fmla="*/ 0 w 200"/>
                <a:gd name="T3" fmla="*/ 100 h 200"/>
                <a:gd name="T4" fmla="*/ 100 w 200"/>
                <a:gd name="T5" fmla="*/ 200 h 200"/>
                <a:gd name="T6" fmla="*/ 200 w 200"/>
                <a:gd name="T7" fmla="*/ 100 h 200"/>
                <a:gd name="T8" fmla="*/ 100 w 200"/>
                <a:gd name="T9" fmla="*/ 0 h 200"/>
                <a:gd name="T10" fmla="*/ 100 w 200"/>
                <a:gd name="T11" fmla="*/ 192 h 200"/>
                <a:gd name="T12" fmla="*/ 8 w 200"/>
                <a:gd name="T13" fmla="*/ 100 h 200"/>
                <a:gd name="T14" fmla="*/ 100 w 200"/>
                <a:gd name="T15" fmla="*/ 8 h 200"/>
                <a:gd name="T16" fmla="*/ 192 w 200"/>
                <a:gd name="T17" fmla="*/ 100 h 200"/>
                <a:gd name="T18" fmla="*/ 100 w 200"/>
                <a:gd name="T19" fmla="*/ 192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0" h="200">
                  <a:moveTo>
                    <a:pt x="100" y="0"/>
                  </a:moveTo>
                  <a:cubicBezTo>
                    <a:pt x="45" y="0"/>
                    <a:pt x="0" y="45"/>
                    <a:pt x="0" y="100"/>
                  </a:cubicBezTo>
                  <a:cubicBezTo>
                    <a:pt x="0" y="155"/>
                    <a:pt x="45" y="200"/>
                    <a:pt x="100" y="200"/>
                  </a:cubicBezTo>
                  <a:cubicBezTo>
                    <a:pt x="155" y="200"/>
                    <a:pt x="200" y="155"/>
                    <a:pt x="200" y="100"/>
                  </a:cubicBezTo>
                  <a:cubicBezTo>
                    <a:pt x="200" y="45"/>
                    <a:pt x="155" y="0"/>
                    <a:pt x="100" y="0"/>
                  </a:cubicBezTo>
                  <a:moveTo>
                    <a:pt x="100" y="192"/>
                  </a:moveTo>
                  <a:cubicBezTo>
                    <a:pt x="49" y="192"/>
                    <a:pt x="8" y="151"/>
                    <a:pt x="8" y="100"/>
                  </a:cubicBezTo>
                  <a:cubicBezTo>
                    <a:pt x="8" y="49"/>
                    <a:pt x="49" y="8"/>
                    <a:pt x="100" y="8"/>
                  </a:cubicBezTo>
                  <a:cubicBezTo>
                    <a:pt x="151" y="8"/>
                    <a:pt x="192" y="49"/>
                    <a:pt x="192" y="100"/>
                  </a:cubicBezTo>
                  <a:cubicBezTo>
                    <a:pt x="192" y="151"/>
                    <a:pt x="151" y="192"/>
                    <a:pt x="100" y="19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0" name="Freeform 71"/>
            <p:cNvSpPr>
              <a:spLocks/>
            </p:cNvSpPr>
            <p:nvPr/>
          </p:nvSpPr>
          <p:spPr bwMode="auto">
            <a:xfrm>
              <a:off x="4076701" y="6424613"/>
              <a:ext cx="211138" cy="206375"/>
            </a:xfrm>
            <a:custGeom>
              <a:avLst/>
              <a:gdLst>
                <a:gd name="T0" fmla="*/ 64 w 66"/>
                <a:gd name="T1" fmla="*/ 2 h 65"/>
                <a:gd name="T2" fmla="*/ 58 w 66"/>
                <a:gd name="T3" fmla="*/ 2 h 65"/>
                <a:gd name="T4" fmla="*/ 33 w 66"/>
                <a:gd name="T5" fmla="*/ 27 h 65"/>
                <a:gd name="T6" fmla="*/ 8 w 66"/>
                <a:gd name="T7" fmla="*/ 2 h 65"/>
                <a:gd name="T8" fmla="*/ 2 w 66"/>
                <a:gd name="T9" fmla="*/ 2 h 65"/>
                <a:gd name="T10" fmla="*/ 2 w 66"/>
                <a:gd name="T11" fmla="*/ 8 h 65"/>
                <a:gd name="T12" fmla="*/ 27 w 66"/>
                <a:gd name="T13" fmla="*/ 33 h 65"/>
                <a:gd name="T14" fmla="*/ 2 w 66"/>
                <a:gd name="T15" fmla="*/ 58 h 65"/>
                <a:gd name="T16" fmla="*/ 2 w 66"/>
                <a:gd name="T17" fmla="*/ 64 h 65"/>
                <a:gd name="T18" fmla="*/ 5 w 66"/>
                <a:gd name="T19" fmla="*/ 65 h 65"/>
                <a:gd name="T20" fmla="*/ 8 w 66"/>
                <a:gd name="T21" fmla="*/ 64 h 65"/>
                <a:gd name="T22" fmla="*/ 33 w 66"/>
                <a:gd name="T23" fmla="*/ 39 h 65"/>
                <a:gd name="T24" fmla="*/ 58 w 66"/>
                <a:gd name="T25" fmla="*/ 64 h 65"/>
                <a:gd name="T26" fmla="*/ 61 w 66"/>
                <a:gd name="T27" fmla="*/ 65 h 65"/>
                <a:gd name="T28" fmla="*/ 64 w 66"/>
                <a:gd name="T29" fmla="*/ 64 h 65"/>
                <a:gd name="T30" fmla="*/ 64 w 66"/>
                <a:gd name="T31" fmla="*/ 58 h 65"/>
                <a:gd name="T32" fmla="*/ 39 w 66"/>
                <a:gd name="T33" fmla="*/ 33 h 65"/>
                <a:gd name="T34" fmla="*/ 64 w 66"/>
                <a:gd name="T35" fmla="*/ 8 h 65"/>
                <a:gd name="T36" fmla="*/ 64 w 66"/>
                <a:gd name="T37" fmla="*/ 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6" h="65">
                  <a:moveTo>
                    <a:pt x="64" y="2"/>
                  </a:moveTo>
                  <a:cubicBezTo>
                    <a:pt x="63" y="0"/>
                    <a:pt x="60" y="0"/>
                    <a:pt x="58" y="2"/>
                  </a:cubicBezTo>
                  <a:cubicBezTo>
                    <a:pt x="33" y="27"/>
                    <a:pt x="33" y="27"/>
                    <a:pt x="33" y="27"/>
                  </a:cubicBezTo>
                  <a:cubicBezTo>
                    <a:pt x="8" y="2"/>
                    <a:pt x="8" y="2"/>
                    <a:pt x="8" y="2"/>
                  </a:cubicBezTo>
                  <a:cubicBezTo>
                    <a:pt x="6" y="0"/>
                    <a:pt x="3" y="0"/>
                    <a:pt x="2" y="2"/>
                  </a:cubicBezTo>
                  <a:cubicBezTo>
                    <a:pt x="0" y="3"/>
                    <a:pt x="0" y="6"/>
                    <a:pt x="2" y="8"/>
                  </a:cubicBezTo>
                  <a:cubicBezTo>
                    <a:pt x="27" y="33"/>
                    <a:pt x="27" y="33"/>
                    <a:pt x="27" y="33"/>
                  </a:cubicBezTo>
                  <a:cubicBezTo>
                    <a:pt x="2" y="58"/>
                    <a:pt x="2" y="58"/>
                    <a:pt x="2" y="58"/>
                  </a:cubicBezTo>
                  <a:cubicBezTo>
                    <a:pt x="0" y="60"/>
                    <a:pt x="0" y="63"/>
                    <a:pt x="2" y="64"/>
                  </a:cubicBezTo>
                  <a:cubicBezTo>
                    <a:pt x="3" y="65"/>
                    <a:pt x="4" y="65"/>
                    <a:pt x="5" y="65"/>
                  </a:cubicBezTo>
                  <a:cubicBezTo>
                    <a:pt x="6" y="65"/>
                    <a:pt x="7" y="65"/>
                    <a:pt x="8" y="64"/>
                  </a:cubicBezTo>
                  <a:cubicBezTo>
                    <a:pt x="33" y="39"/>
                    <a:pt x="33" y="39"/>
                    <a:pt x="33" y="39"/>
                  </a:cubicBezTo>
                  <a:cubicBezTo>
                    <a:pt x="58" y="64"/>
                    <a:pt x="58" y="64"/>
                    <a:pt x="58" y="64"/>
                  </a:cubicBezTo>
                  <a:cubicBezTo>
                    <a:pt x="59" y="65"/>
                    <a:pt x="60" y="65"/>
                    <a:pt x="61" y="65"/>
                  </a:cubicBezTo>
                  <a:cubicBezTo>
                    <a:pt x="62" y="65"/>
                    <a:pt x="63" y="65"/>
                    <a:pt x="64" y="64"/>
                  </a:cubicBezTo>
                  <a:cubicBezTo>
                    <a:pt x="66" y="63"/>
                    <a:pt x="66" y="60"/>
                    <a:pt x="64" y="58"/>
                  </a:cubicBezTo>
                  <a:cubicBezTo>
                    <a:pt x="39" y="33"/>
                    <a:pt x="39" y="33"/>
                    <a:pt x="39" y="33"/>
                  </a:cubicBezTo>
                  <a:cubicBezTo>
                    <a:pt x="64" y="8"/>
                    <a:pt x="64" y="8"/>
                    <a:pt x="64" y="8"/>
                  </a:cubicBezTo>
                  <a:cubicBezTo>
                    <a:pt x="66" y="6"/>
                    <a:pt x="66" y="3"/>
                    <a:pt x="64"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621" name="组合 620"/>
          <p:cNvGrpSpPr/>
          <p:nvPr/>
        </p:nvGrpSpPr>
        <p:grpSpPr>
          <a:xfrm>
            <a:off x="9793281" y="6369124"/>
            <a:ext cx="312211" cy="311432"/>
            <a:chOff x="5135563" y="6211888"/>
            <a:chExt cx="636588" cy="635000"/>
          </a:xfrm>
          <a:solidFill>
            <a:srgbClr val="707E84"/>
          </a:solidFill>
        </p:grpSpPr>
        <p:sp>
          <p:nvSpPr>
            <p:cNvPr id="622" name="Freeform 72"/>
            <p:cNvSpPr>
              <a:spLocks noEditPoints="1"/>
            </p:cNvSpPr>
            <p:nvPr/>
          </p:nvSpPr>
          <p:spPr bwMode="auto">
            <a:xfrm>
              <a:off x="5135563" y="6211888"/>
              <a:ext cx="636588" cy="635000"/>
            </a:xfrm>
            <a:custGeom>
              <a:avLst/>
              <a:gdLst>
                <a:gd name="T0" fmla="*/ 100 w 200"/>
                <a:gd name="T1" fmla="*/ 0 h 200"/>
                <a:gd name="T2" fmla="*/ 0 w 200"/>
                <a:gd name="T3" fmla="*/ 100 h 200"/>
                <a:gd name="T4" fmla="*/ 100 w 200"/>
                <a:gd name="T5" fmla="*/ 200 h 200"/>
                <a:gd name="T6" fmla="*/ 200 w 200"/>
                <a:gd name="T7" fmla="*/ 100 h 200"/>
                <a:gd name="T8" fmla="*/ 100 w 200"/>
                <a:gd name="T9" fmla="*/ 0 h 200"/>
                <a:gd name="T10" fmla="*/ 100 w 200"/>
                <a:gd name="T11" fmla="*/ 192 h 200"/>
                <a:gd name="T12" fmla="*/ 8 w 200"/>
                <a:gd name="T13" fmla="*/ 100 h 200"/>
                <a:gd name="T14" fmla="*/ 100 w 200"/>
                <a:gd name="T15" fmla="*/ 8 h 200"/>
                <a:gd name="T16" fmla="*/ 192 w 200"/>
                <a:gd name="T17" fmla="*/ 100 h 200"/>
                <a:gd name="T18" fmla="*/ 100 w 200"/>
                <a:gd name="T19" fmla="*/ 192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0" h="200">
                  <a:moveTo>
                    <a:pt x="100" y="0"/>
                  </a:moveTo>
                  <a:cubicBezTo>
                    <a:pt x="45" y="0"/>
                    <a:pt x="0" y="45"/>
                    <a:pt x="0" y="100"/>
                  </a:cubicBezTo>
                  <a:cubicBezTo>
                    <a:pt x="0" y="155"/>
                    <a:pt x="45" y="200"/>
                    <a:pt x="100" y="200"/>
                  </a:cubicBezTo>
                  <a:cubicBezTo>
                    <a:pt x="155" y="200"/>
                    <a:pt x="200" y="155"/>
                    <a:pt x="200" y="100"/>
                  </a:cubicBezTo>
                  <a:cubicBezTo>
                    <a:pt x="200" y="45"/>
                    <a:pt x="155" y="0"/>
                    <a:pt x="100" y="0"/>
                  </a:cubicBezTo>
                  <a:moveTo>
                    <a:pt x="100" y="192"/>
                  </a:moveTo>
                  <a:cubicBezTo>
                    <a:pt x="49" y="192"/>
                    <a:pt x="8" y="151"/>
                    <a:pt x="8" y="100"/>
                  </a:cubicBezTo>
                  <a:cubicBezTo>
                    <a:pt x="8" y="49"/>
                    <a:pt x="49" y="8"/>
                    <a:pt x="100" y="8"/>
                  </a:cubicBezTo>
                  <a:cubicBezTo>
                    <a:pt x="151" y="8"/>
                    <a:pt x="192" y="49"/>
                    <a:pt x="192" y="100"/>
                  </a:cubicBezTo>
                  <a:cubicBezTo>
                    <a:pt x="192" y="151"/>
                    <a:pt x="151" y="192"/>
                    <a:pt x="100" y="19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3" name="Freeform 73"/>
            <p:cNvSpPr>
              <a:spLocks/>
            </p:cNvSpPr>
            <p:nvPr/>
          </p:nvSpPr>
          <p:spPr bwMode="auto">
            <a:xfrm>
              <a:off x="5335588" y="6453188"/>
              <a:ext cx="265113" cy="180975"/>
            </a:xfrm>
            <a:custGeom>
              <a:avLst/>
              <a:gdLst>
                <a:gd name="T0" fmla="*/ 75 w 83"/>
                <a:gd name="T1" fmla="*/ 1 h 57"/>
                <a:gd name="T2" fmla="*/ 33 w 83"/>
                <a:gd name="T3" fmla="*/ 45 h 57"/>
                <a:gd name="T4" fmla="*/ 7 w 83"/>
                <a:gd name="T5" fmla="*/ 20 h 57"/>
                <a:gd name="T6" fmla="*/ 2 w 83"/>
                <a:gd name="T7" fmla="*/ 20 h 57"/>
                <a:gd name="T8" fmla="*/ 2 w 83"/>
                <a:gd name="T9" fmla="*/ 25 h 57"/>
                <a:gd name="T10" fmla="*/ 33 w 83"/>
                <a:gd name="T11" fmla="*/ 57 h 57"/>
                <a:gd name="T12" fmla="*/ 81 w 83"/>
                <a:gd name="T13" fmla="*/ 7 h 57"/>
                <a:gd name="T14" fmla="*/ 81 w 83"/>
                <a:gd name="T15" fmla="*/ 1 h 57"/>
                <a:gd name="T16" fmla="*/ 75 w 83"/>
                <a:gd name="T17" fmla="*/ 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57">
                  <a:moveTo>
                    <a:pt x="75" y="1"/>
                  </a:moveTo>
                  <a:cubicBezTo>
                    <a:pt x="33" y="45"/>
                    <a:pt x="33" y="45"/>
                    <a:pt x="33" y="45"/>
                  </a:cubicBezTo>
                  <a:cubicBezTo>
                    <a:pt x="7" y="20"/>
                    <a:pt x="7" y="20"/>
                    <a:pt x="7" y="20"/>
                  </a:cubicBezTo>
                  <a:cubicBezTo>
                    <a:pt x="6" y="18"/>
                    <a:pt x="3" y="18"/>
                    <a:pt x="2" y="20"/>
                  </a:cubicBezTo>
                  <a:cubicBezTo>
                    <a:pt x="0" y="21"/>
                    <a:pt x="0" y="24"/>
                    <a:pt x="2" y="25"/>
                  </a:cubicBezTo>
                  <a:cubicBezTo>
                    <a:pt x="33" y="57"/>
                    <a:pt x="33" y="57"/>
                    <a:pt x="33" y="57"/>
                  </a:cubicBezTo>
                  <a:cubicBezTo>
                    <a:pt x="81" y="7"/>
                    <a:pt x="81" y="7"/>
                    <a:pt x="81" y="7"/>
                  </a:cubicBezTo>
                  <a:cubicBezTo>
                    <a:pt x="83" y="5"/>
                    <a:pt x="83" y="3"/>
                    <a:pt x="81" y="1"/>
                  </a:cubicBezTo>
                  <a:cubicBezTo>
                    <a:pt x="80" y="0"/>
                    <a:pt x="77" y="0"/>
                    <a:pt x="75"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624" name="组合 623"/>
          <p:cNvGrpSpPr/>
          <p:nvPr/>
        </p:nvGrpSpPr>
        <p:grpSpPr>
          <a:xfrm>
            <a:off x="11693615" y="6403382"/>
            <a:ext cx="312211" cy="242917"/>
            <a:chOff x="7678738" y="6288088"/>
            <a:chExt cx="636588" cy="495300"/>
          </a:xfrm>
          <a:solidFill>
            <a:srgbClr val="707E84"/>
          </a:solidFill>
        </p:grpSpPr>
        <p:sp>
          <p:nvSpPr>
            <p:cNvPr id="625" name="Freeform 74"/>
            <p:cNvSpPr>
              <a:spLocks noEditPoints="1"/>
            </p:cNvSpPr>
            <p:nvPr/>
          </p:nvSpPr>
          <p:spPr bwMode="auto">
            <a:xfrm>
              <a:off x="7678738" y="6465888"/>
              <a:ext cx="636588" cy="317500"/>
            </a:xfrm>
            <a:custGeom>
              <a:avLst/>
              <a:gdLst>
                <a:gd name="T0" fmla="*/ 0 w 200"/>
                <a:gd name="T1" fmla="*/ 100 h 100"/>
                <a:gd name="T2" fmla="*/ 200 w 200"/>
                <a:gd name="T3" fmla="*/ 100 h 100"/>
                <a:gd name="T4" fmla="*/ 200 w 200"/>
                <a:gd name="T5" fmla="*/ 0 h 100"/>
                <a:gd name="T6" fmla="*/ 0 w 200"/>
                <a:gd name="T7" fmla="*/ 0 h 100"/>
                <a:gd name="T8" fmla="*/ 0 w 200"/>
                <a:gd name="T9" fmla="*/ 100 h 100"/>
                <a:gd name="T10" fmla="*/ 192 w 200"/>
                <a:gd name="T11" fmla="*/ 92 h 100"/>
                <a:gd name="T12" fmla="*/ 178 w 200"/>
                <a:gd name="T13" fmla="*/ 92 h 100"/>
                <a:gd name="T14" fmla="*/ 178 w 200"/>
                <a:gd name="T15" fmla="*/ 91 h 100"/>
                <a:gd name="T16" fmla="*/ 191 w 200"/>
                <a:gd name="T17" fmla="*/ 78 h 100"/>
                <a:gd name="T18" fmla="*/ 192 w 200"/>
                <a:gd name="T19" fmla="*/ 78 h 100"/>
                <a:gd name="T20" fmla="*/ 192 w 200"/>
                <a:gd name="T21" fmla="*/ 92 h 100"/>
                <a:gd name="T22" fmla="*/ 178 w 200"/>
                <a:gd name="T23" fmla="*/ 8 h 100"/>
                <a:gd name="T24" fmla="*/ 192 w 200"/>
                <a:gd name="T25" fmla="*/ 8 h 100"/>
                <a:gd name="T26" fmla="*/ 192 w 200"/>
                <a:gd name="T27" fmla="*/ 22 h 100"/>
                <a:gd name="T28" fmla="*/ 191 w 200"/>
                <a:gd name="T29" fmla="*/ 22 h 100"/>
                <a:gd name="T30" fmla="*/ 178 w 200"/>
                <a:gd name="T31" fmla="*/ 9 h 100"/>
                <a:gd name="T32" fmla="*/ 178 w 200"/>
                <a:gd name="T33" fmla="*/ 8 h 100"/>
                <a:gd name="T34" fmla="*/ 8 w 200"/>
                <a:gd name="T35" fmla="*/ 8 h 100"/>
                <a:gd name="T36" fmla="*/ 22 w 200"/>
                <a:gd name="T37" fmla="*/ 8 h 100"/>
                <a:gd name="T38" fmla="*/ 22 w 200"/>
                <a:gd name="T39" fmla="*/ 9 h 100"/>
                <a:gd name="T40" fmla="*/ 9 w 200"/>
                <a:gd name="T41" fmla="*/ 22 h 100"/>
                <a:gd name="T42" fmla="*/ 8 w 200"/>
                <a:gd name="T43" fmla="*/ 22 h 100"/>
                <a:gd name="T44" fmla="*/ 8 w 200"/>
                <a:gd name="T45" fmla="*/ 8 h 100"/>
                <a:gd name="T46" fmla="*/ 8 w 200"/>
                <a:gd name="T47" fmla="*/ 30 h 100"/>
                <a:gd name="T48" fmla="*/ 9 w 200"/>
                <a:gd name="T49" fmla="*/ 30 h 100"/>
                <a:gd name="T50" fmla="*/ 30 w 200"/>
                <a:gd name="T51" fmla="*/ 9 h 100"/>
                <a:gd name="T52" fmla="*/ 30 w 200"/>
                <a:gd name="T53" fmla="*/ 8 h 100"/>
                <a:gd name="T54" fmla="*/ 170 w 200"/>
                <a:gd name="T55" fmla="*/ 8 h 100"/>
                <a:gd name="T56" fmla="*/ 170 w 200"/>
                <a:gd name="T57" fmla="*/ 9 h 100"/>
                <a:gd name="T58" fmla="*/ 191 w 200"/>
                <a:gd name="T59" fmla="*/ 30 h 100"/>
                <a:gd name="T60" fmla="*/ 192 w 200"/>
                <a:gd name="T61" fmla="*/ 30 h 100"/>
                <a:gd name="T62" fmla="*/ 192 w 200"/>
                <a:gd name="T63" fmla="*/ 70 h 100"/>
                <a:gd name="T64" fmla="*/ 191 w 200"/>
                <a:gd name="T65" fmla="*/ 70 h 100"/>
                <a:gd name="T66" fmla="*/ 170 w 200"/>
                <a:gd name="T67" fmla="*/ 91 h 100"/>
                <a:gd name="T68" fmla="*/ 170 w 200"/>
                <a:gd name="T69" fmla="*/ 92 h 100"/>
                <a:gd name="T70" fmla="*/ 30 w 200"/>
                <a:gd name="T71" fmla="*/ 92 h 100"/>
                <a:gd name="T72" fmla="*/ 30 w 200"/>
                <a:gd name="T73" fmla="*/ 91 h 100"/>
                <a:gd name="T74" fmla="*/ 9 w 200"/>
                <a:gd name="T75" fmla="*/ 70 h 100"/>
                <a:gd name="T76" fmla="*/ 8 w 200"/>
                <a:gd name="T77" fmla="*/ 70 h 100"/>
                <a:gd name="T78" fmla="*/ 8 w 200"/>
                <a:gd name="T79" fmla="*/ 30 h 100"/>
                <a:gd name="T80" fmla="*/ 8 w 200"/>
                <a:gd name="T81" fmla="*/ 78 h 100"/>
                <a:gd name="T82" fmla="*/ 9 w 200"/>
                <a:gd name="T83" fmla="*/ 78 h 100"/>
                <a:gd name="T84" fmla="*/ 22 w 200"/>
                <a:gd name="T85" fmla="*/ 91 h 100"/>
                <a:gd name="T86" fmla="*/ 22 w 200"/>
                <a:gd name="T87" fmla="*/ 92 h 100"/>
                <a:gd name="T88" fmla="*/ 8 w 200"/>
                <a:gd name="T89" fmla="*/ 92 h 100"/>
                <a:gd name="T90" fmla="*/ 8 w 200"/>
                <a:gd name="T91" fmla="*/ 78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0" h="100">
                  <a:moveTo>
                    <a:pt x="0" y="100"/>
                  </a:moveTo>
                  <a:cubicBezTo>
                    <a:pt x="200" y="100"/>
                    <a:pt x="200" y="100"/>
                    <a:pt x="200" y="100"/>
                  </a:cubicBezTo>
                  <a:cubicBezTo>
                    <a:pt x="200" y="0"/>
                    <a:pt x="200" y="0"/>
                    <a:pt x="200" y="0"/>
                  </a:cubicBezTo>
                  <a:cubicBezTo>
                    <a:pt x="0" y="0"/>
                    <a:pt x="0" y="0"/>
                    <a:pt x="0" y="0"/>
                  </a:cubicBezTo>
                  <a:lnTo>
                    <a:pt x="0" y="100"/>
                  </a:lnTo>
                  <a:close/>
                  <a:moveTo>
                    <a:pt x="192" y="92"/>
                  </a:moveTo>
                  <a:cubicBezTo>
                    <a:pt x="178" y="92"/>
                    <a:pt x="178" y="92"/>
                    <a:pt x="178" y="92"/>
                  </a:cubicBezTo>
                  <a:cubicBezTo>
                    <a:pt x="178" y="92"/>
                    <a:pt x="178" y="91"/>
                    <a:pt x="178" y="91"/>
                  </a:cubicBezTo>
                  <a:cubicBezTo>
                    <a:pt x="178" y="84"/>
                    <a:pt x="184" y="78"/>
                    <a:pt x="191" y="78"/>
                  </a:cubicBezTo>
                  <a:cubicBezTo>
                    <a:pt x="191" y="78"/>
                    <a:pt x="192" y="78"/>
                    <a:pt x="192" y="78"/>
                  </a:cubicBezTo>
                  <a:lnTo>
                    <a:pt x="192" y="92"/>
                  </a:lnTo>
                  <a:close/>
                  <a:moveTo>
                    <a:pt x="178" y="8"/>
                  </a:moveTo>
                  <a:cubicBezTo>
                    <a:pt x="192" y="8"/>
                    <a:pt x="192" y="8"/>
                    <a:pt x="192" y="8"/>
                  </a:cubicBezTo>
                  <a:cubicBezTo>
                    <a:pt x="192" y="22"/>
                    <a:pt x="192" y="22"/>
                    <a:pt x="192" y="22"/>
                  </a:cubicBezTo>
                  <a:cubicBezTo>
                    <a:pt x="192" y="22"/>
                    <a:pt x="191" y="22"/>
                    <a:pt x="191" y="22"/>
                  </a:cubicBezTo>
                  <a:cubicBezTo>
                    <a:pt x="184" y="22"/>
                    <a:pt x="178" y="16"/>
                    <a:pt x="178" y="9"/>
                  </a:cubicBezTo>
                  <a:cubicBezTo>
                    <a:pt x="178" y="9"/>
                    <a:pt x="178" y="8"/>
                    <a:pt x="178" y="8"/>
                  </a:cubicBezTo>
                  <a:moveTo>
                    <a:pt x="8" y="8"/>
                  </a:moveTo>
                  <a:cubicBezTo>
                    <a:pt x="22" y="8"/>
                    <a:pt x="22" y="8"/>
                    <a:pt x="22" y="8"/>
                  </a:cubicBezTo>
                  <a:cubicBezTo>
                    <a:pt x="22" y="8"/>
                    <a:pt x="22" y="9"/>
                    <a:pt x="22" y="9"/>
                  </a:cubicBezTo>
                  <a:cubicBezTo>
                    <a:pt x="22" y="16"/>
                    <a:pt x="16" y="22"/>
                    <a:pt x="9" y="22"/>
                  </a:cubicBezTo>
                  <a:cubicBezTo>
                    <a:pt x="9" y="22"/>
                    <a:pt x="8" y="22"/>
                    <a:pt x="8" y="22"/>
                  </a:cubicBezTo>
                  <a:lnTo>
                    <a:pt x="8" y="8"/>
                  </a:lnTo>
                  <a:close/>
                  <a:moveTo>
                    <a:pt x="8" y="30"/>
                  </a:moveTo>
                  <a:cubicBezTo>
                    <a:pt x="8" y="30"/>
                    <a:pt x="9" y="30"/>
                    <a:pt x="9" y="30"/>
                  </a:cubicBezTo>
                  <a:cubicBezTo>
                    <a:pt x="20" y="30"/>
                    <a:pt x="30" y="21"/>
                    <a:pt x="30" y="9"/>
                  </a:cubicBezTo>
                  <a:cubicBezTo>
                    <a:pt x="30" y="9"/>
                    <a:pt x="30" y="8"/>
                    <a:pt x="30" y="8"/>
                  </a:cubicBezTo>
                  <a:cubicBezTo>
                    <a:pt x="170" y="8"/>
                    <a:pt x="170" y="8"/>
                    <a:pt x="170" y="8"/>
                  </a:cubicBezTo>
                  <a:cubicBezTo>
                    <a:pt x="170" y="8"/>
                    <a:pt x="170" y="9"/>
                    <a:pt x="170" y="9"/>
                  </a:cubicBezTo>
                  <a:cubicBezTo>
                    <a:pt x="170" y="21"/>
                    <a:pt x="180" y="30"/>
                    <a:pt x="191" y="30"/>
                  </a:cubicBezTo>
                  <a:cubicBezTo>
                    <a:pt x="191" y="30"/>
                    <a:pt x="192" y="30"/>
                    <a:pt x="192" y="30"/>
                  </a:cubicBezTo>
                  <a:cubicBezTo>
                    <a:pt x="192" y="70"/>
                    <a:pt x="192" y="70"/>
                    <a:pt x="192" y="70"/>
                  </a:cubicBezTo>
                  <a:cubicBezTo>
                    <a:pt x="192" y="70"/>
                    <a:pt x="191" y="70"/>
                    <a:pt x="191" y="70"/>
                  </a:cubicBezTo>
                  <a:cubicBezTo>
                    <a:pt x="180" y="70"/>
                    <a:pt x="170" y="79"/>
                    <a:pt x="170" y="91"/>
                  </a:cubicBezTo>
                  <a:cubicBezTo>
                    <a:pt x="170" y="91"/>
                    <a:pt x="170" y="92"/>
                    <a:pt x="170" y="92"/>
                  </a:cubicBezTo>
                  <a:cubicBezTo>
                    <a:pt x="30" y="92"/>
                    <a:pt x="30" y="92"/>
                    <a:pt x="30" y="92"/>
                  </a:cubicBezTo>
                  <a:cubicBezTo>
                    <a:pt x="30" y="92"/>
                    <a:pt x="30" y="91"/>
                    <a:pt x="30" y="91"/>
                  </a:cubicBezTo>
                  <a:cubicBezTo>
                    <a:pt x="30" y="79"/>
                    <a:pt x="20" y="70"/>
                    <a:pt x="9" y="70"/>
                  </a:cubicBezTo>
                  <a:cubicBezTo>
                    <a:pt x="9" y="70"/>
                    <a:pt x="8" y="70"/>
                    <a:pt x="8" y="70"/>
                  </a:cubicBezTo>
                  <a:lnTo>
                    <a:pt x="8" y="30"/>
                  </a:lnTo>
                  <a:close/>
                  <a:moveTo>
                    <a:pt x="8" y="78"/>
                  </a:moveTo>
                  <a:cubicBezTo>
                    <a:pt x="8" y="78"/>
                    <a:pt x="9" y="78"/>
                    <a:pt x="9" y="78"/>
                  </a:cubicBezTo>
                  <a:cubicBezTo>
                    <a:pt x="16" y="78"/>
                    <a:pt x="22" y="84"/>
                    <a:pt x="22" y="91"/>
                  </a:cubicBezTo>
                  <a:cubicBezTo>
                    <a:pt x="22" y="91"/>
                    <a:pt x="22" y="92"/>
                    <a:pt x="22" y="92"/>
                  </a:cubicBezTo>
                  <a:cubicBezTo>
                    <a:pt x="8" y="92"/>
                    <a:pt x="8" y="92"/>
                    <a:pt x="8" y="92"/>
                  </a:cubicBezTo>
                  <a:lnTo>
                    <a:pt x="8" y="7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6" name="Freeform 75"/>
            <p:cNvSpPr>
              <a:spLocks noEditPoints="1"/>
            </p:cNvSpPr>
            <p:nvPr/>
          </p:nvSpPr>
          <p:spPr bwMode="auto">
            <a:xfrm>
              <a:off x="7926388" y="6548438"/>
              <a:ext cx="153988" cy="152400"/>
            </a:xfrm>
            <a:custGeom>
              <a:avLst/>
              <a:gdLst>
                <a:gd name="T0" fmla="*/ 24 w 48"/>
                <a:gd name="T1" fmla="*/ 48 h 48"/>
                <a:gd name="T2" fmla="*/ 48 w 48"/>
                <a:gd name="T3" fmla="*/ 24 h 48"/>
                <a:gd name="T4" fmla="*/ 24 w 48"/>
                <a:gd name="T5" fmla="*/ 0 h 48"/>
                <a:gd name="T6" fmla="*/ 0 w 48"/>
                <a:gd name="T7" fmla="*/ 24 h 48"/>
                <a:gd name="T8" fmla="*/ 24 w 48"/>
                <a:gd name="T9" fmla="*/ 48 h 48"/>
                <a:gd name="T10" fmla="*/ 24 w 48"/>
                <a:gd name="T11" fmla="*/ 8 h 48"/>
                <a:gd name="T12" fmla="*/ 40 w 48"/>
                <a:gd name="T13" fmla="*/ 24 h 48"/>
                <a:gd name="T14" fmla="*/ 24 w 48"/>
                <a:gd name="T15" fmla="*/ 40 h 48"/>
                <a:gd name="T16" fmla="*/ 8 w 48"/>
                <a:gd name="T17" fmla="*/ 24 h 48"/>
                <a:gd name="T18" fmla="*/ 24 w 48"/>
                <a:gd name="T19" fmla="*/ 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cubicBezTo>
                    <a:pt x="38" y="48"/>
                    <a:pt x="48" y="37"/>
                    <a:pt x="48" y="24"/>
                  </a:cubicBezTo>
                  <a:cubicBezTo>
                    <a:pt x="48" y="10"/>
                    <a:pt x="38" y="0"/>
                    <a:pt x="24" y="0"/>
                  </a:cubicBezTo>
                  <a:cubicBezTo>
                    <a:pt x="11" y="0"/>
                    <a:pt x="0" y="10"/>
                    <a:pt x="0" y="24"/>
                  </a:cubicBezTo>
                  <a:cubicBezTo>
                    <a:pt x="0" y="37"/>
                    <a:pt x="11" y="48"/>
                    <a:pt x="24" y="48"/>
                  </a:cubicBezTo>
                  <a:moveTo>
                    <a:pt x="24" y="8"/>
                  </a:moveTo>
                  <a:cubicBezTo>
                    <a:pt x="33" y="8"/>
                    <a:pt x="40" y="15"/>
                    <a:pt x="40" y="24"/>
                  </a:cubicBezTo>
                  <a:cubicBezTo>
                    <a:pt x="40" y="33"/>
                    <a:pt x="33" y="40"/>
                    <a:pt x="24" y="40"/>
                  </a:cubicBezTo>
                  <a:cubicBezTo>
                    <a:pt x="16" y="40"/>
                    <a:pt x="8" y="33"/>
                    <a:pt x="8" y="24"/>
                  </a:cubicBezTo>
                  <a:cubicBezTo>
                    <a:pt x="8" y="15"/>
                    <a:pt x="16" y="8"/>
                    <a:pt x="24"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7" name="Oval 76"/>
            <p:cNvSpPr>
              <a:spLocks noChangeArrowheads="1"/>
            </p:cNvSpPr>
            <p:nvPr/>
          </p:nvSpPr>
          <p:spPr bwMode="auto">
            <a:xfrm>
              <a:off x="7812088" y="6599238"/>
              <a:ext cx="50800" cy="508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8" name="Oval 77"/>
            <p:cNvSpPr>
              <a:spLocks noChangeArrowheads="1"/>
            </p:cNvSpPr>
            <p:nvPr/>
          </p:nvSpPr>
          <p:spPr bwMode="auto">
            <a:xfrm>
              <a:off x="8131176" y="6599238"/>
              <a:ext cx="50800" cy="508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9" name="Freeform 78"/>
            <p:cNvSpPr>
              <a:spLocks/>
            </p:cNvSpPr>
            <p:nvPr/>
          </p:nvSpPr>
          <p:spPr bwMode="auto">
            <a:xfrm>
              <a:off x="7678738" y="6376988"/>
              <a:ext cx="636588" cy="50800"/>
            </a:xfrm>
            <a:custGeom>
              <a:avLst/>
              <a:gdLst>
                <a:gd name="T0" fmla="*/ 0 w 401"/>
                <a:gd name="T1" fmla="*/ 16 h 32"/>
                <a:gd name="T2" fmla="*/ 0 w 401"/>
                <a:gd name="T3" fmla="*/ 32 h 32"/>
                <a:gd name="T4" fmla="*/ 401 w 401"/>
                <a:gd name="T5" fmla="*/ 16 h 32"/>
                <a:gd name="T6" fmla="*/ 401 w 401"/>
                <a:gd name="T7" fmla="*/ 0 h 32"/>
                <a:gd name="T8" fmla="*/ 0 w 401"/>
                <a:gd name="T9" fmla="*/ 16 h 32"/>
              </a:gdLst>
              <a:ahLst/>
              <a:cxnLst>
                <a:cxn ang="0">
                  <a:pos x="T0" y="T1"/>
                </a:cxn>
                <a:cxn ang="0">
                  <a:pos x="T2" y="T3"/>
                </a:cxn>
                <a:cxn ang="0">
                  <a:pos x="T4" y="T5"/>
                </a:cxn>
                <a:cxn ang="0">
                  <a:pos x="T6" y="T7"/>
                </a:cxn>
                <a:cxn ang="0">
                  <a:pos x="T8" y="T9"/>
                </a:cxn>
              </a:cxnLst>
              <a:rect l="0" t="0" r="r" b="b"/>
              <a:pathLst>
                <a:path w="401" h="32">
                  <a:moveTo>
                    <a:pt x="0" y="16"/>
                  </a:moveTo>
                  <a:lnTo>
                    <a:pt x="0" y="32"/>
                  </a:lnTo>
                  <a:lnTo>
                    <a:pt x="401" y="16"/>
                  </a:lnTo>
                  <a:lnTo>
                    <a:pt x="401" y="0"/>
                  </a:lnTo>
                  <a:lnTo>
                    <a:pt x="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0" name="Freeform 79"/>
            <p:cNvSpPr>
              <a:spLocks/>
            </p:cNvSpPr>
            <p:nvPr/>
          </p:nvSpPr>
          <p:spPr bwMode="auto">
            <a:xfrm>
              <a:off x="7678738" y="6288088"/>
              <a:ext cx="636588" cy="76200"/>
            </a:xfrm>
            <a:custGeom>
              <a:avLst/>
              <a:gdLst>
                <a:gd name="T0" fmla="*/ 401 w 401"/>
                <a:gd name="T1" fmla="*/ 16 h 48"/>
                <a:gd name="T2" fmla="*/ 401 w 401"/>
                <a:gd name="T3" fmla="*/ 0 h 48"/>
                <a:gd name="T4" fmla="*/ 0 w 401"/>
                <a:gd name="T5" fmla="*/ 32 h 48"/>
                <a:gd name="T6" fmla="*/ 0 w 401"/>
                <a:gd name="T7" fmla="*/ 48 h 48"/>
                <a:gd name="T8" fmla="*/ 401 w 401"/>
                <a:gd name="T9" fmla="*/ 16 h 48"/>
              </a:gdLst>
              <a:ahLst/>
              <a:cxnLst>
                <a:cxn ang="0">
                  <a:pos x="T0" y="T1"/>
                </a:cxn>
                <a:cxn ang="0">
                  <a:pos x="T2" y="T3"/>
                </a:cxn>
                <a:cxn ang="0">
                  <a:pos x="T4" y="T5"/>
                </a:cxn>
                <a:cxn ang="0">
                  <a:pos x="T6" y="T7"/>
                </a:cxn>
                <a:cxn ang="0">
                  <a:pos x="T8" y="T9"/>
                </a:cxn>
              </a:cxnLst>
              <a:rect l="0" t="0" r="r" b="b"/>
              <a:pathLst>
                <a:path w="401" h="48">
                  <a:moveTo>
                    <a:pt x="401" y="16"/>
                  </a:moveTo>
                  <a:lnTo>
                    <a:pt x="401" y="0"/>
                  </a:lnTo>
                  <a:lnTo>
                    <a:pt x="0" y="32"/>
                  </a:lnTo>
                  <a:lnTo>
                    <a:pt x="0" y="48"/>
                  </a:lnTo>
                  <a:lnTo>
                    <a:pt x="401"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631" name="组合 630"/>
          <p:cNvGrpSpPr/>
          <p:nvPr/>
        </p:nvGrpSpPr>
        <p:grpSpPr>
          <a:xfrm>
            <a:off x="10852133" y="5868331"/>
            <a:ext cx="312211" cy="252260"/>
            <a:chOff x="6407151" y="6275388"/>
            <a:chExt cx="636588" cy="514350"/>
          </a:xfrm>
          <a:solidFill>
            <a:srgbClr val="707E84"/>
          </a:solidFill>
        </p:grpSpPr>
        <p:sp>
          <p:nvSpPr>
            <p:cNvPr id="632" name="Freeform 80"/>
            <p:cNvSpPr>
              <a:spLocks noEditPoints="1"/>
            </p:cNvSpPr>
            <p:nvPr/>
          </p:nvSpPr>
          <p:spPr bwMode="auto">
            <a:xfrm>
              <a:off x="6407151" y="6275388"/>
              <a:ext cx="636588" cy="444500"/>
            </a:xfrm>
            <a:custGeom>
              <a:avLst/>
              <a:gdLst>
                <a:gd name="T0" fmla="*/ 180 w 200"/>
                <a:gd name="T1" fmla="*/ 60 h 140"/>
                <a:gd name="T2" fmla="*/ 128 w 200"/>
                <a:gd name="T3" fmla="*/ 60 h 140"/>
                <a:gd name="T4" fmla="*/ 128 w 200"/>
                <a:gd name="T5" fmla="*/ 20 h 140"/>
                <a:gd name="T6" fmla="*/ 108 w 200"/>
                <a:gd name="T7" fmla="*/ 0 h 140"/>
                <a:gd name="T8" fmla="*/ 20 w 200"/>
                <a:gd name="T9" fmla="*/ 0 h 140"/>
                <a:gd name="T10" fmla="*/ 0 w 200"/>
                <a:gd name="T11" fmla="*/ 20 h 140"/>
                <a:gd name="T12" fmla="*/ 0 w 200"/>
                <a:gd name="T13" fmla="*/ 100 h 140"/>
                <a:gd name="T14" fmla="*/ 0 w 200"/>
                <a:gd name="T15" fmla="*/ 140 h 140"/>
                <a:gd name="T16" fmla="*/ 30 w 200"/>
                <a:gd name="T17" fmla="*/ 140 h 140"/>
                <a:gd name="T18" fmla="*/ 48 w 200"/>
                <a:gd name="T19" fmla="*/ 128 h 140"/>
                <a:gd name="T20" fmla="*/ 66 w 200"/>
                <a:gd name="T21" fmla="*/ 140 h 140"/>
                <a:gd name="T22" fmla="*/ 142 w 200"/>
                <a:gd name="T23" fmla="*/ 140 h 140"/>
                <a:gd name="T24" fmla="*/ 160 w 200"/>
                <a:gd name="T25" fmla="*/ 128 h 140"/>
                <a:gd name="T26" fmla="*/ 178 w 200"/>
                <a:gd name="T27" fmla="*/ 140 h 140"/>
                <a:gd name="T28" fmla="*/ 200 w 200"/>
                <a:gd name="T29" fmla="*/ 140 h 140"/>
                <a:gd name="T30" fmla="*/ 200 w 200"/>
                <a:gd name="T31" fmla="*/ 100 h 140"/>
                <a:gd name="T32" fmla="*/ 180 w 200"/>
                <a:gd name="T33" fmla="*/ 60 h 140"/>
                <a:gd name="T34" fmla="*/ 8 w 200"/>
                <a:gd name="T35" fmla="*/ 20 h 140"/>
                <a:gd name="T36" fmla="*/ 20 w 200"/>
                <a:gd name="T37" fmla="*/ 8 h 140"/>
                <a:gd name="T38" fmla="*/ 108 w 200"/>
                <a:gd name="T39" fmla="*/ 8 h 140"/>
                <a:gd name="T40" fmla="*/ 120 w 200"/>
                <a:gd name="T41" fmla="*/ 20 h 140"/>
                <a:gd name="T42" fmla="*/ 120 w 200"/>
                <a:gd name="T43" fmla="*/ 60 h 140"/>
                <a:gd name="T44" fmla="*/ 120 w 200"/>
                <a:gd name="T45" fmla="*/ 100 h 140"/>
                <a:gd name="T46" fmla="*/ 8 w 200"/>
                <a:gd name="T47" fmla="*/ 100 h 140"/>
                <a:gd name="T48" fmla="*/ 8 w 200"/>
                <a:gd name="T49" fmla="*/ 20 h 140"/>
                <a:gd name="T50" fmla="*/ 192 w 200"/>
                <a:gd name="T51" fmla="*/ 132 h 140"/>
                <a:gd name="T52" fmla="*/ 183 w 200"/>
                <a:gd name="T53" fmla="*/ 132 h 140"/>
                <a:gd name="T54" fmla="*/ 160 w 200"/>
                <a:gd name="T55" fmla="*/ 120 h 140"/>
                <a:gd name="T56" fmla="*/ 137 w 200"/>
                <a:gd name="T57" fmla="*/ 132 h 140"/>
                <a:gd name="T58" fmla="*/ 71 w 200"/>
                <a:gd name="T59" fmla="*/ 132 h 140"/>
                <a:gd name="T60" fmla="*/ 48 w 200"/>
                <a:gd name="T61" fmla="*/ 120 h 140"/>
                <a:gd name="T62" fmla="*/ 25 w 200"/>
                <a:gd name="T63" fmla="*/ 132 h 140"/>
                <a:gd name="T64" fmla="*/ 8 w 200"/>
                <a:gd name="T65" fmla="*/ 132 h 140"/>
                <a:gd name="T66" fmla="*/ 8 w 200"/>
                <a:gd name="T67" fmla="*/ 108 h 140"/>
                <a:gd name="T68" fmla="*/ 120 w 200"/>
                <a:gd name="T69" fmla="*/ 108 h 140"/>
                <a:gd name="T70" fmla="*/ 128 w 200"/>
                <a:gd name="T71" fmla="*/ 108 h 140"/>
                <a:gd name="T72" fmla="*/ 128 w 200"/>
                <a:gd name="T73" fmla="*/ 100 h 140"/>
                <a:gd name="T74" fmla="*/ 128 w 200"/>
                <a:gd name="T75" fmla="*/ 68 h 140"/>
                <a:gd name="T76" fmla="*/ 176 w 200"/>
                <a:gd name="T77" fmla="*/ 68 h 140"/>
                <a:gd name="T78" fmla="*/ 192 w 200"/>
                <a:gd name="T79" fmla="*/ 102 h 140"/>
                <a:gd name="T80" fmla="*/ 192 w 200"/>
                <a:gd name="T81" fmla="*/ 132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0" h="140">
                  <a:moveTo>
                    <a:pt x="180" y="60"/>
                  </a:moveTo>
                  <a:cubicBezTo>
                    <a:pt x="128" y="60"/>
                    <a:pt x="128" y="60"/>
                    <a:pt x="128" y="60"/>
                  </a:cubicBezTo>
                  <a:cubicBezTo>
                    <a:pt x="128" y="20"/>
                    <a:pt x="128" y="20"/>
                    <a:pt x="128" y="20"/>
                  </a:cubicBezTo>
                  <a:cubicBezTo>
                    <a:pt x="128" y="9"/>
                    <a:pt x="119" y="0"/>
                    <a:pt x="108" y="0"/>
                  </a:cubicBezTo>
                  <a:cubicBezTo>
                    <a:pt x="20" y="0"/>
                    <a:pt x="20" y="0"/>
                    <a:pt x="20" y="0"/>
                  </a:cubicBezTo>
                  <a:cubicBezTo>
                    <a:pt x="9" y="0"/>
                    <a:pt x="0" y="9"/>
                    <a:pt x="0" y="20"/>
                  </a:cubicBezTo>
                  <a:cubicBezTo>
                    <a:pt x="0" y="100"/>
                    <a:pt x="0" y="100"/>
                    <a:pt x="0" y="100"/>
                  </a:cubicBezTo>
                  <a:cubicBezTo>
                    <a:pt x="0" y="140"/>
                    <a:pt x="0" y="140"/>
                    <a:pt x="0" y="140"/>
                  </a:cubicBezTo>
                  <a:cubicBezTo>
                    <a:pt x="30" y="140"/>
                    <a:pt x="30" y="140"/>
                    <a:pt x="30" y="140"/>
                  </a:cubicBezTo>
                  <a:cubicBezTo>
                    <a:pt x="33" y="133"/>
                    <a:pt x="40" y="128"/>
                    <a:pt x="48" y="128"/>
                  </a:cubicBezTo>
                  <a:cubicBezTo>
                    <a:pt x="56" y="128"/>
                    <a:pt x="63" y="133"/>
                    <a:pt x="66" y="140"/>
                  </a:cubicBezTo>
                  <a:cubicBezTo>
                    <a:pt x="142" y="140"/>
                    <a:pt x="142" y="140"/>
                    <a:pt x="142" y="140"/>
                  </a:cubicBezTo>
                  <a:cubicBezTo>
                    <a:pt x="145" y="133"/>
                    <a:pt x="152" y="128"/>
                    <a:pt x="160" y="128"/>
                  </a:cubicBezTo>
                  <a:cubicBezTo>
                    <a:pt x="168" y="128"/>
                    <a:pt x="175" y="133"/>
                    <a:pt x="178" y="140"/>
                  </a:cubicBezTo>
                  <a:cubicBezTo>
                    <a:pt x="200" y="140"/>
                    <a:pt x="200" y="140"/>
                    <a:pt x="200" y="140"/>
                  </a:cubicBezTo>
                  <a:cubicBezTo>
                    <a:pt x="200" y="100"/>
                    <a:pt x="200" y="100"/>
                    <a:pt x="200" y="100"/>
                  </a:cubicBezTo>
                  <a:lnTo>
                    <a:pt x="180" y="60"/>
                  </a:lnTo>
                  <a:close/>
                  <a:moveTo>
                    <a:pt x="8" y="20"/>
                  </a:moveTo>
                  <a:cubicBezTo>
                    <a:pt x="8" y="13"/>
                    <a:pt x="13" y="8"/>
                    <a:pt x="20" y="8"/>
                  </a:cubicBezTo>
                  <a:cubicBezTo>
                    <a:pt x="108" y="8"/>
                    <a:pt x="108" y="8"/>
                    <a:pt x="108" y="8"/>
                  </a:cubicBezTo>
                  <a:cubicBezTo>
                    <a:pt x="115" y="8"/>
                    <a:pt x="120" y="13"/>
                    <a:pt x="120" y="20"/>
                  </a:cubicBezTo>
                  <a:cubicBezTo>
                    <a:pt x="120" y="60"/>
                    <a:pt x="120" y="60"/>
                    <a:pt x="120" y="60"/>
                  </a:cubicBezTo>
                  <a:cubicBezTo>
                    <a:pt x="120" y="100"/>
                    <a:pt x="120" y="100"/>
                    <a:pt x="120" y="100"/>
                  </a:cubicBezTo>
                  <a:cubicBezTo>
                    <a:pt x="8" y="100"/>
                    <a:pt x="8" y="100"/>
                    <a:pt x="8" y="100"/>
                  </a:cubicBezTo>
                  <a:lnTo>
                    <a:pt x="8" y="20"/>
                  </a:lnTo>
                  <a:close/>
                  <a:moveTo>
                    <a:pt x="192" y="132"/>
                  </a:moveTo>
                  <a:cubicBezTo>
                    <a:pt x="183" y="132"/>
                    <a:pt x="183" y="132"/>
                    <a:pt x="183" y="132"/>
                  </a:cubicBezTo>
                  <a:cubicBezTo>
                    <a:pt x="178" y="125"/>
                    <a:pt x="169" y="120"/>
                    <a:pt x="160" y="120"/>
                  </a:cubicBezTo>
                  <a:cubicBezTo>
                    <a:pt x="151" y="120"/>
                    <a:pt x="142" y="125"/>
                    <a:pt x="137" y="132"/>
                  </a:cubicBezTo>
                  <a:cubicBezTo>
                    <a:pt x="71" y="132"/>
                    <a:pt x="71" y="132"/>
                    <a:pt x="71" y="132"/>
                  </a:cubicBezTo>
                  <a:cubicBezTo>
                    <a:pt x="66" y="125"/>
                    <a:pt x="57" y="120"/>
                    <a:pt x="48" y="120"/>
                  </a:cubicBezTo>
                  <a:cubicBezTo>
                    <a:pt x="39" y="120"/>
                    <a:pt x="30" y="125"/>
                    <a:pt x="25" y="132"/>
                  </a:cubicBezTo>
                  <a:cubicBezTo>
                    <a:pt x="8" y="132"/>
                    <a:pt x="8" y="132"/>
                    <a:pt x="8" y="132"/>
                  </a:cubicBezTo>
                  <a:cubicBezTo>
                    <a:pt x="8" y="108"/>
                    <a:pt x="8" y="108"/>
                    <a:pt x="8" y="108"/>
                  </a:cubicBezTo>
                  <a:cubicBezTo>
                    <a:pt x="120" y="108"/>
                    <a:pt x="120" y="108"/>
                    <a:pt x="120" y="108"/>
                  </a:cubicBezTo>
                  <a:cubicBezTo>
                    <a:pt x="128" y="108"/>
                    <a:pt x="128" y="108"/>
                    <a:pt x="128" y="108"/>
                  </a:cubicBezTo>
                  <a:cubicBezTo>
                    <a:pt x="128" y="100"/>
                    <a:pt x="128" y="100"/>
                    <a:pt x="128" y="100"/>
                  </a:cubicBezTo>
                  <a:cubicBezTo>
                    <a:pt x="128" y="68"/>
                    <a:pt x="128" y="68"/>
                    <a:pt x="128" y="68"/>
                  </a:cubicBezTo>
                  <a:cubicBezTo>
                    <a:pt x="176" y="68"/>
                    <a:pt x="176" y="68"/>
                    <a:pt x="176" y="68"/>
                  </a:cubicBezTo>
                  <a:cubicBezTo>
                    <a:pt x="192" y="102"/>
                    <a:pt x="192" y="102"/>
                    <a:pt x="192" y="102"/>
                  </a:cubicBezTo>
                  <a:lnTo>
                    <a:pt x="192" y="1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3" name="Freeform 81"/>
            <p:cNvSpPr>
              <a:spLocks noEditPoints="1"/>
            </p:cNvSpPr>
            <p:nvPr/>
          </p:nvSpPr>
          <p:spPr bwMode="auto">
            <a:xfrm>
              <a:off x="6872288" y="6700838"/>
              <a:ext cx="88900" cy="88900"/>
            </a:xfrm>
            <a:custGeom>
              <a:avLst/>
              <a:gdLst>
                <a:gd name="T0" fmla="*/ 14 w 28"/>
                <a:gd name="T1" fmla="*/ 0 h 28"/>
                <a:gd name="T2" fmla="*/ 0 w 28"/>
                <a:gd name="T3" fmla="*/ 14 h 28"/>
                <a:gd name="T4" fmla="*/ 14 w 28"/>
                <a:gd name="T5" fmla="*/ 28 h 28"/>
                <a:gd name="T6" fmla="*/ 28 w 28"/>
                <a:gd name="T7" fmla="*/ 14 h 28"/>
                <a:gd name="T8" fmla="*/ 14 w 28"/>
                <a:gd name="T9" fmla="*/ 0 h 28"/>
                <a:gd name="T10" fmla="*/ 14 w 28"/>
                <a:gd name="T11" fmla="*/ 20 h 28"/>
                <a:gd name="T12" fmla="*/ 8 w 28"/>
                <a:gd name="T13" fmla="*/ 14 h 28"/>
                <a:gd name="T14" fmla="*/ 14 w 28"/>
                <a:gd name="T15" fmla="*/ 8 h 28"/>
                <a:gd name="T16" fmla="*/ 20 w 28"/>
                <a:gd name="T17" fmla="*/ 14 h 28"/>
                <a:gd name="T18" fmla="*/ 14 w 28"/>
                <a:gd name="T19" fmla="*/ 2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28">
                  <a:moveTo>
                    <a:pt x="14" y="0"/>
                  </a:moveTo>
                  <a:cubicBezTo>
                    <a:pt x="6" y="0"/>
                    <a:pt x="0" y="6"/>
                    <a:pt x="0" y="14"/>
                  </a:cubicBezTo>
                  <a:cubicBezTo>
                    <a:pt x="0" y="22"/>
                    <a:pt x="6" y="28"/>
                    <a:pt x="14" y="28"/>
                  </a:cubicBezTo>
                  <a:cubicBezTo>
                    <a:pt x="22" y="28"/>
                    <a:pt x="28" y="22"/>
                    <a:pt x="28" y="14"/>
                  </a:cubicBezTo>
                  <a:cubicBezTo>
                    <a:pt x="28" y="6"/>
                    <a:pt x="22" y="0"/>
                    <a:pt x="14" y="0"/>
                  </a:cubicBezTo>
                  <a:moveTo>
                    <a:pt x="14" y="20"/>
                  </a:moveTo>
                  <a:cubicBezTo>
                    <a:pt x="11" y="20"/>
                    <a:pt x="8" y="17"/>
                    <a:pt x="8" y="14"/>
                  </a:cubicBezTo>
                  <a:cubicBezTo>
                    <a:pt x="8" y="11"/>
                    <a:pt x="11" y="8"/>
                    <a:pt x="14" y="8"/>
                  </a:cubicBezTo>
                  <a:cubicBezTo>
                    <a:pt x="17" y="8"/>
                    <a:pt x="20" y="11"/>
                    <a:pt x="20" y="14"/>
                  </a:cubicBezTo>
                  <a:cubicBezTo>
                    <a:pt x="20" y="17"/>
                    <a:pt x="17" y="20"/>
                    <a:pt x="14"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4" name="Freeform 82"/>
            <p:cNvSpPr>
              <a:spLocks noEditPoints="1"/>
            </p:cNvSpPr>
            <p:nvPr/>
          </p:nvSpPr>
          <p:spPr bwMode="auto">
            <a:xfrm>
              <a:off x="6515101" y="6700838"/>
              <a:ext cx="88900" cy="88900"/>
            </a:xfrm>
            <a:custGeom>
              <a:avLst/>
              <a:gdLst>
                <a:gd name="T0" fmla="*/ 14 w 28"/>
                <a:gd name="T1" fmla="*/ 0 h 28"/>
                <a:gd name="T2" fmla="*/ 0 w 28"/>
                <a:gd name="T3" fmla="*/ 14 h 28"/>
                <a:gd name="T4" fmla="*/ 14 w 28"/>
                <a:gd name="T5" fmla="*/ 28 h 28"/>
                <a:gd name="T6" fmla="*/ 28 w 28"/>
                <a:gd name="T7" fmla="*/ 14 h 28"/>
                <a:gd name="T8" fmla="*/ 14 w 28"/>
                <a:gd name="T9" fmla="*/ 0 h 28"/>
                <a:gd name="T10" fmla="*/ 14 w 28"/>
                <a:gd name="T11" fmla="*/ 20 h 28"/>
                <a:gd name="T12" fmla="*/ 8 w 28"/>
                <a:gd name="T13" fmla="*/ 14 h 28"/>
                <a:gd name="T14" fmla="*/ 14 w 28"/>
                <a:gd name="T15" fmla="*/ 8 h 28"/>
                <a:gd name="T16" fmla="*/ 20 w 28"/>
                <a:gd name="T17" fmla="*/ 14 h 28"/>
                <a:gd name="T18" fmla="*/ 14 w 28"/>
                <a:gd name="T19" fmla="*/ 2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28">
                  <a:moveTo>
                    <a:pt x="14" y="0"/>
                  </a:moveTo>
                  <a:cubicBezTo>
                    <a:pt x="6" y="0"/>
                    <a:pt x="0" y="6"/>
                    <a:pt x="0" y="14"/>
                  </a:cubicBezTo>
                  <a:cubicBezTo>
                    <a:pt x="0" y="22"/>
                    <a:pt x="6" y="28"/>
                    <a:pt x="14" y="28"/>
                  </a:cubicBezTo>
                  <a:cubicBezTo>
                    <a:pt x="22" y="28"/>
                    <a:pt x="28" y="22"/>
                    <a:pt x="28" y="14"/>
                  </a:cubicBezTo>
                  <a:cubicBezTo>
                    <a:pt x="28" y="6"/>
                    <a:pt x="22" y="0"/>
                    <a:pt x="14" y="0"/>
                  </a:cubicBezTo>
                  <a:moveTo>
                    <a:pt x="14" y="20"/>
                  </a:moveTo>
                  <a:cubicBezTo>
                    <a:pt x="11" y="20"/>
                    <a:pt x="8" y="17"/>
                    <a:pt x="8" y="14"/>
                  </a:cubicBezTo>
                  <a:cubicBezTo>
                    <a:pt x="8" y="11"/>
                    <a:pt x="11" y="8"/>
                    <a:pt x="14" y="8"/>
                  </a:cubicBezTo>
                  <a:cubicBezTo>
                    <a:pt x="17" y="8"/>
                    <a:pt x="20" y="11"/>
                    <a:pt x="20" y="14"/>
                  </a:cubicBezTo>
                  <a:cubicBezTo>
                    <a:pt x="20" y="17"/>
                    <a:pt x="17" y="20"/>
                    <a:pt x="14"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5" name="Freeform 83"/>
            <p:cNvSpPr>
              <a:spLocks/>
            </p:cNvSpPr>
            <p:nvPr/>
          </p:nvSpPr>
          <p:spPr bwMode="auto">
            <a:xfrm>
              <a:off x="6521451" y="6338888"/>
              <a:ext cx="152400" cy="190500"/>
            </a:xfrm>
            <a:custGeom>
              <a:avLst/>
              <a:gdLst>
                <a:gd name="T0" fmla="*/ 0 w 96"/>
                <a:gd name="T1" fmla="*/ 50 h 120"/>
                <a:gd name="T2" fmla="*/ 10 w 96"/>
                <a:gd name="T3" fmla="*/ 62 h 120"/>
                <a:gd name="T4" fmla="*/ 40 w 96"/>
                <a:gd name="T5" fmla="*/ 30 h 120"/>
                <a:gd name="T6" fmla="*/ 40 w 96"/>
                <a:gd name="T7" fmla="*/ 120 h 120"/>
                <a:gd name="T8" fmla="*/ 56 w 96"/>
                <a:gd name="T9" fmla="*/ 120 h 120"/>
                <a:gd name="T10" fmla="*/ 56 w 96"/>
                <a:gd name="T11" fmla="*/ 30 h 120"/>
                <a:gd name="T12" fmla="*/ 86 w 96"/>
                <a:gd name="T13" fmla="*/ 62 h 120"/>
                <a:gd name="T14" fmla="*/ 96 w 96"/>
                <a:gd name="T15" fmla="*/ 50 h 120"/>
                <a:gd name="T16" fmla="*/ 48 w 96"/>
                <a:gd name="T17" fmla="*/ 0 h 120"/>
                <a:gd name="T18" fmla="*/ 0 w 96"/>
                <a:gd name="T19" fmla="*/ 5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120">
                  <a:moveTo>
                    <a:pt x="0" y="50"/>
                  </a:moveTo>
                  <a:lnTo>
                    <a:pt x="10" y="62"/>
                  </a:lnTo>
                  <a:lnTo>
                    <a:pt x="40" y="30"/>
                  </a:lnTo>
                  <a:lnTo>
                    <a:pt x="40" y="120"/>
                  </a:lnTo>
                  <a:lnTo>
                    <a:pt x="56" y="120"/>
                  </a:lnTo>
                  <a:lnTo>
                    <a:pt x="56" y="30"/>
                  </a:lnTo>
                  <a:lnTo>
                    <a:pt x="86" y="62"/>
                  </a:lnTo>
                  <a:lnTo>
                    <a:pt x="96" y="50"/>
                  </a:lnTo>
                  <a:lnTo>
                    <a:pt x="48" y="0"/>
                  </a:lnTo>
                  <a:lnTo>
                    <a:pt x="0" y="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636" name="Freeform 84"/>
          <p:cNvSpPr>
            <a:spLocks noEditPoints="1"/>
          </p:cNvSpPr>
          <p:nvPr/>
        </p:nvSpPr>
        <p:spPr bwMode="auto">
          <a:xfrm>
            <a:off x="10158807" y="4874431"/>
            <a:ext cx="312211" cy="312211"/>
          </a:xfrm>
          <a:custGeom>
            <a:avLst/>
            <a:gdLst>
              <a:gd name="T0" fmla="*/ 182 w 200"/>
              <a:gd name="T1" fmla="*/ 72 h 200"/>
              <a:gd name="T2" fmla="*/ 152 w 200"/>
              <a:gd name="T3" fmla="*/ 72 h 200"/>
              <a:gd name="T4" fmla="*/ 114 w 200"/>
              <a:gd name="T5" fmla="*/ 34 h 200"/>
              <a:gd name="T6" fmla="*/ 120 w 200"/>
              <a:gd name="T7" fmla="*/ 20 h 200"/>
              <a:gd name="T8" fmla="*/ 100 w 200"/>
              <a:gd name="T9" fmla="*/ 0 h 200"/>
              <a:gd name="T10" fmla="*/ 80 w 200"/>
              <a:gd name="T11" fmla="*/ 20 h 200"/>
              <a:gd name="T12" fmla="*/ 86 w 200"/>
              <a:gd name="T13" fmla="*/ 34 h 200"/>
              <a:gd name="T14" fmla="*/ 48 w 200"/>
              <a:gd name="T15" fmla="*/ 72 h 200"/>
              <a:gd name="T16" fmla="*/ 18 w 200"/>
              <a:gd name="T17" fmla="*/ 72 h 200"/>
              <a:gd name="T18" fmla="*/ 0 w 200"/>
              <a:gd name="T19" fmla="*/ 90 h 200"/>
              <a:gd name="T20" fmla="*/ 0 w 200"/>
              <a:gd name="T21" fmla="*/ 182 h 200"/>
              <a:gd name="T22" fmla="*/ 18 w 200"/>
              <a:gd name="T23" fmla="*/ 200 h 200"/>
              <a:gd name="T24" fmla="*/ 182 w 200"/>
              <a:gd name="T25" fmla="*/ 200 h 200"/>
              <a:gd name="T26" fmla="*/ 200 w 200"/>
              <a:gd name="T27" fmla="*/ 182 h 200"/>
              <a:gd name="T28" fmla="*/ 200 w 200"/>
              <a:gd name="T29" fmla="*/ 90 h 200"/>
              <a:gd name="T30" fmla="*/ 182 w 200"/>
              <a:gd name="T31" fmla="*/ 72 h 200"/>
              <a:gd name="T32" fmla="*/ 100 w 200"/>
              <a:gd name="T33" fmla="*/ 8 h 200"/>
              <a:gd name="T34" fmla="*/ 112 w 200"/>
              <a:gd name="T35" fmla="*/ 20 h 200"/>
              <a:gd name="T36" fmla="*/ 100 w 200"/>
              <a:gd name="T37" fmla="*/ 32 h 200"/>
              <a:gd name="T38" fmla="*/ 88 w 200"/>
              <a:gd name="T39" fmla="*/ 20 h 200"/>
              <a:gd name="T40" fmla="*/ 100 w 200"/>
              <a:gd name="T41" fmla="*/ 8 h 200"/>
              <a:gd name="T42" fmla="*/ 93 w 200"/>
              <a:gd name="T43" fmla="*/ 40 h 200"/>
              <a:gd name="T44" fmla="*/ 107 w 200"/>
              <a:gd name="T45" fmla="*/ 40 h 200"/>
              <a:gd name="T46" fmla="*/ 140 w 200"/>
              <a:gd name="T47" fmla="*/ 72 h 200"/>
              <a:gd name="T48" fmla="*/ 60 w 200"/>
              <a:gd name="T49" fmla="*/ 72 h 200"/>
              <a:gd name="T50" fmla="*/ 93 w 200"/>
              <a:gd name="T51" fmla="*/ 40 h 200"/>
              <a:gd name="T52" fmla="*/ 192 w 200"/>
              <a:gd name="T53" fmla="*/ 182 h 200"/>
              <a:gd name="T54" fmla="*/ 182 w 200"/>
              <a:gd name="T55" fmla="*/ 192 h 200"/>
              <a:gd name="T56" fmla="*/ 18 w 200"/>
              <a:gd name="T57" fmla="*/ 192 h 200"/>
              <a:gd name="T58" fmla="*/ 8 w 200"/>
              <a:gd name="T59" fmla="*/ 182 h 200"/>
              <a:gd name="T60" fmla="*/ 8 w 200"/>
              <a:gd name="T61" fmla="*/ 90 h 200"/>
              <a:gd name="T62" fmla="*/ 18 w 200"/>
              <a:gd name="T63" fmla="*/ 80 h 200"/>
              <a:gd name="T64" fmla="*/ 40 w 200"/>
              <a:gd name="T65" fmla="*/ 80 h 200"/>
              <a:gd name="T66" fmla="*/ 160 w 200"/>
              <a:gd name="T67" fmla="*/ 80 h 200"/>
              <a:gd name="T68" fmla="*/ 182 w 200"/>
              <a:gd name="T69" fmla="*/ 80 h 200"/>
              <a:gd name="T70" fmla="*/ 192 w 200"/>
              <a:gd name="T71" fmla="*/ 90 h 200"/>
              <a:gd name="T72" fmla="*/ 192 w 200"/>
              <a:gd name="T73" fmla="*/ 182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0" h="200">
                <a:moveTo>
                  <a:pt x="182" y="72"/>
                </a:moveTo>
                <a:cubicBezTo>
                  <a:pt x="152" y="72"/>
                  <a:pt x="152" y="72"/>
                  <a:pt x="152" y="72"/>
                </a:cubicBezTo>
                <a:cubicBezTo>
                  <a:pt x="114" y="34"/>
                  <a:pt x="114" y="34"/>
                  <a:pt x="114" y="34"/>
                </a:cubicBezTo>
                <a:cubicBezTo>
                  <a:pt x="118" y="31"/>
                  <a:pt x="120" y="26"/>
                  <a:pt x="120" y="20"/>
                </a:cubicBezTo>
                <a:cubicBezTo>
                  <a:pt x="120" y="9"/>
                  <a:pt x="111" y="0"/>
                  <a:pt x="100" y="0"/>
                </a:cubicBezTo>
                <a:cubicBezTo>
                  <a:pt x="89" y="0"/>
                  <a:pt x="80" y="9"/>
                  <a:pt x="80" y="20"/>
                </a:cubicBezTo>
                <a:cubicBezTo>
                  <a:pt x="80" y="26"/>
                  <a:pt x="82" y="31"/>
                  <a:pt x="86" y="34"/>
                </a:cubicBezTo>
                <a:cubicBezTo>
                  <a:pt x="48" y="72"/>
                  <a:pt x="48" y="72"/>
                  <a:pt x="48" y="72"/>
                </a:cubicBezTo>
                <a:cubicBezTo>
                  <a:pt x="18" y="72"/>
                  <a:pt x="18" y="72"/>
                  <a:pt x="18" y="72"/>
                </a:cubicBezTo>
                <a:cubicBezTo>
                  <a:pt x="8" y="72"/>
                  <a:pt x="0" y="80"/>
                  <a:pt x="0" y="90"/>
                </a:cubicBezTo>
                <a:cubicBezTo>
                  <a:pt x="0" y="182"/>
                  <a:pt x="0" y="182"/>
                  <a:pt x="0" y="182"/>
                </a:cubicBezTo>
                <a:cubicBezTo>
                  <a:pt x="0" y="192"/>
                  <a:pt x="8" y="200"/>
                  <a:pt x="18" y="200"/>
                </a:cubicBezTo>
                <a:cubicBezTo>
                  <a:pt x="182" y="200"/>
                  <a:pt x="182" y="200"/>
                  <a:pt x="182" y="200"/>
                </a:cubicBezTo>
                <a:cubicBezTo>
                  <a:pt x="192" y="200"/>
                  <a:pt x="200" y="192"/>
                  <a:pt x="200" y="182"/>
                </a:cubicBezTo>
                <a:cubicBezTo>
                  <a:pt x="200" y="90"/>
                  <a:pt x="200" y="90"/>
                  <a:pt x="200" y="90"/>
                </a:cubicBezTo>
                <a:cubicBezTo>
                  <a:pt x="200" y="80"/>
                  <a:pt x="192" y="72"/>
                  <a:pt x="182" y="72"/>
                </a:cubicBezTo>
                <a:moveTo>
                  <a:pt x="100" y="8"/>
                </a:moveTo>
                <a:cubicBezTo>
                  <a:pt x="107" y="8"/>
                  <a:pt x="112" y="13"/>
                  <a:pt x="112" y="20"/>
                </a:cubicBezTo>
                <a:cubicBezTo>
                  <a:pt x="112" y="27"/>
                  <a:pt x="107" y="32"/>
                  <a:pt x="100" y="32"/>
                </a:cubicBezTo>
                <a:cubicBezTo>
                  <a:pt x="93" y="32"/>
                  <a:pt x="88" y="27"/>
                  <a:pt x="88" y="20"/>
                </a:cubicBezTo>
                <a:cubicBezTo>
                  <a:pt x="88" y="13"/>
                  <a:pt x="93" y="8"/>
                  <a:pt x="100" y="8"/>
                </a:cubicBezTo>
                <a:moveTo>
                  <a:pt x="93" y="40"/>
                </a:moveTo>
                <a:cubicBezTo>
                  <a:pt x="107" y="40"/>
                  <a:pt x="107" y="40"/>
                  <a:pt x="107" y="40"/>
                </a:cubicBezTo>
                <a:cubicBezTo>
                  <a:pt x="140" y="72"/>
                  <a:pt x="140" y="72"/>
                  <a:pt x="140" y="72"/>
                </a:cubicBezTo>
                <a:cubicBezTo>
                  <a:pt x="60" y="72"/>
                  <a:pt x="60" y="72"/>
                  <a:pt x="60" y="72"/>
                </a:cubicBezTo>
                <a:lnTo>
                  <a:pt x="93" y="40"/>
                </a:lnTo>
                <a:close/>
                <a:moveTo>
                  <a:pt x="192" y="182"/>
                </a:moveTo>
                <a:cubicBezTo>
                  <a:pt x="192" y="187"/>
                  <a:pt x="187" y="192"/>
                  <a:pt x="182" y="192"/>
                </a:cubicBezTo>
                <a:cubicBezTo>
                  <a:pt x="18" y="192"/>
                  <a:pt x="18" y="192"/>
                  <a:pt x="18" y="192"/>
                </a:cubicBezTo>
                <a:cubicBezTo>
                  <a:pt x="13" y="192"/>
                  <a:pt x="8" y="187"/>
                  <a:pt x="8" y="182"/>
                </a:cubicBezTo>
                <a:cubicBezTo>
                  <a:pt x="8" y="90"/>
                  <a:pt x="8" y="90"/>
                  <a:pt x="8" y="90"/>
                </a:cubicBezTo>
                <a:cubicBezTo>
                  <a:pt x="8" y="85"/>
                  <a:pt x="13" y="80"/>
                  <a:pt x="18" y="80"/>
                </a:cubicBezTo>
                <a:cubicBezTo>
                  <a:pt x="40" y="80"/>
                  <a:pt x="40" y="80"/>
                  <a:pt x="40" y="80"/>
                </a:cubicBezTo>
                <a:cubicBezTo>
                  <a:pt x="160" y="80"/>
                  <a:pt x="160" y="80"/>
                  <a:pt x="160" y="80"/>
                </a:cubicBezTo>
                <a:cubicBezTo>
                  <a:pt x="182" y="80"/>
                  <a:pt x="182" y="80"/>
                  <a:pt x="182" y="80"/>
                </a:cubicBezTo>
                <a:cubicBezTo>
                  <a:pt x="187" y="80"/>
                  <a:pt x="192" y="85"/>
                  <a:pt x="192" y="90"/>
                </a:cubicBezTo>
                <a:lnTo>
                  <a:pt x="192" y="182"/>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637" name="组合 636"/>
          <p:cNvGrpSpPr/>
          <p:nvPr/>
        </p:nvGrpSpPr>
        <p:grpSpPr>
          <a:xfrm>
            <a:off x="9735083" y="4874042"/>
            <a:ext cx="206324" cy="312989"/>
            <a:chOff x="3952876" y="-147638"/>
            <a:chExt cx="420688" cy="638175"/>
          </a:xfrm>
          <a:solidFill>
            <a:srgbClr val="707E84"/>
          </a:solidFill>
        </p:grpSpPr>
        <p:sp>
          <p:nvSpPr>
            <p:cNvPr id="638" name="Freeform 85"/>
            <p:cNvSpPr>
              <a:spLocks noEditPoints="1"/>
            </p:cNvSpPr>
            <p:nvPr/>
          </p:nvSpPr>
          <p:spPr bwMode="auto">
            <a:xfrm>
              <a:off x="3952876" y="-147638"/>
              <a:ext cx="420688" cy="638175"/>
            </a:xfrm>
            <a:custGeom>
              <a:avLst/>
              <a:gdLst>
                <a:gd name="T0" fmla="*/ 100 w 132"/>
                <a:gd name="T1" fmla="*/ 79 h 201"/>
                <a:gd name="T2" fmla="*/ 100 w 132"/>
                <a:gd name="T3" fmla="*/ 33 h 201"/>
                <a:gd name="T4" fmla="*/ 68 w 132"/>
                <a:gd name="T5" fmla="*/ 0 h 201"/>
                <a:gd name="T6" fmla="*/ 36 w 132"/>
                <a:gd name="T7" fmla="*/ 33 h 201"/>
                <a:gd name="T8" fmla="*/ 36 w 132"/>
                <a:gd name="T9" fmla="*/ 76 h 201"/>
                <a:gd name="T10" fmla="*/ 0 w 132"/>
                <a:gd name="T11" fmla="*/ 135 h 201"/>
                <a:gd name="T12" fmla="*/ 66 w 132"/>
                <a:gd name="T13" fmla="*/ 201 h 201"/>
                <a:gd name="T14" fmla="*/ 132 w 132"/>
                <a:gd name="T15" fmla="*/ 135 h 201"/>
                <a:gd name="T16" fmla="*/ 100 w 132"/>
                <a:gd name="T17" fmla="*/ 79 h 201"/>
                <a:gd name="T18" fmla="*/ 44 w 132"/>
                <a:gd name="T19" fmla="*/ 33 h 201"/>
                <a:gd name="T20" fmla="*/ 68 w 132"/>
                <a:gd name="T21" fmla="*/ 8 h 201"/>
                <a:gd name="T22" fmla="*/ 92 w 132"/>
                <a:gd name="T23" fmla="*/ 33 h 201"/>
                <a:gd name="T24" fmla="*/ 92 w 132"/>
                <a:gd name="T25" fmla="*/ 74 h 201"/>
                <a:gd name="T26" fmla="*/ 66 w 132"/>
                <a:gd name="T27" fmla="*/ 69 h 201"/>
                <a:gd name="T28" fmla="*/ 44 w 132"/>
                <a:gd name="T29" fmla="*/ 73 h 201"/>
                <a:gd name="T30" fmla="*/ 44 w 132"/>
                <a:gd name="T31" fmla="*/ 33 h 201"/>
                <a:gd name="T32" fmla="*/ 66 w 132"/>
                <a:gd name="T33" fmla="*/ 193 h 201"/>
                <a:gd name="T34" fmla="*/ 8 w 132"/>
                <a:gd name="T35" fmla="*/ 135 h 201"/>
                <a:gd name="T36" fmla="*/ 66 w 132"/>
                <a:gd name="T37" fmla="*/ 77 h 201"/>
                <a:gd name="T38" fmla="*/ 124 w 132"/>
                <a:gd name="T39" fmla="*/ 135 h 201"/>
                <a:gd name="T40" fmla="*/ 66 w 132"/>
                <a:gd name="T41" fmla="*/ 193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2" h="201">
                  <a:moveTo>
                    <a:pt x="100" y="79"/>
                  </a:moveTo>
                  <a:cubicBezTo>
                    <a:pt x="100" y="33"/>
                    <a:pt x="100" y="33"/>
                    <a:pt x="100" y="33"/>
                  </a:cubicBezTo>
                  <a:cubicBezTo>
                    <a:pt x="100" y="15"/>
                    <a:pt x="86" y="0"/>
                    <a:pt x="68" y="0"/>
                  </a:cubicBezTo>
                  <a:cubicBezTo>
                    <a:pt x="50" y="0"/>
                    <a:pt x="36" y="15"/>
                    <a:pt x="36" y="33"/>
                  </a:cubicBezTo>
                  <a:cubicBezTo>
                    <a:pt x="36" y="76"/>
                    <a:pt x="36" y="76"/>
                    <a:pt x="36" y="76"/>
                  </a:cubicBezTo>
                  <a:cubicBezTo>
                    <a:pt x="15" y="87"/>
                    <a:pt x="0" y="109"/>
                    <a:pt x="0" y="135"/>
                  </a:cubicBezTo>
                  <a:cubicBezTo>
                    <a:pt x="0" y="171"/>
                    <a:pt x="30" y="201"/>
                    <a:pt x="66" y="201"/>
                  </a:cubicBezTo>
                  <a:cubicBezTo>
                    <a:pt x="102" y="201"/>
                    <a:pt x="132" y="171"/>
                    <a:pt x="132" y="135"/>
                  </a:cubicBezTo>
                  <a:cubicBezTo>
                    <a:pt x="132" y="111"/>
                    <a:pt x="119" y="90"/>
                    <a:pt x="100" y="79"/>
                  </a:cubicBezTo>
                  <a:moveTo>
                    <a:pt x="44" y="33"/>
                  </a:moveTo>
                  <a:cubicBezTo>
                    <a:pt x="44" y="19"/>
                    <a:pt x="55" y="8"/>
                    <a:pt x="68" y="8"/>
                  </a:cubicBezTo>
                  <a:cubicBezTo>
                    <a:pt x="81" y="8"/>
                    <a:pt x="92" y="19"/>
                    <a:pt x="92" y="33"/>
                  </a:cubicBezTo>
                  <a:cubicBezTo>
                    <a:pt x="92" y="74"/>
                    <a:pt x="92" y="74"/>
                    <a:pt x="92" y="74"/>
                  </a:cubicBezTo>
                  <a:cubicBezTo>
                    <a:pt x="84" y="71"/>
                    <a:pt x="75" y="69"/>
                    <a:pt x="66" y="69"/>
                  </a:cubicBezTo>
                  <a:cubicBezTo>
                    <a:pt x="58" y="69"/>
                    <a:pt x="51" y="70"/>
                    <a:pt x="44" y="73"/>
                  </a:cubicBezTo>
                  <a:lnTo>
                    <a:pt x="44" y="33"/>
                  </a:lnTo>
                  <a:close/>
                  <a:moveTo>
                    <a:pt x="66" y="193"/>
                  </a:moveTo>
                  <a:cubicBezTo>
                    <a:pt x="34" y="193"/>
                    <a:pt x="8" y="167"/>
                    <a:pt x="8" y="135"/>
                  </a:cubicBezTo>
                  <a:cubicBezTo>
                    <a:pt x="8" y="103"/>
                    <a:pt x="34" y="77"/>
                    <a:pt x="66" y="77"/>
                  </a:cubicBezTo>
                  <a:cubicBezTo>
                    <a:pt x="98" y="77"/>
                    <a:pt x="124" y="103"/>
                    <a:pt x="124" y="135"/>
                  </a:cubicBezTo>
                  <a:cubicBezTo>
                    <a:pt x="124" y="167"/>
                    <a:pt x="98" y="193"/>
                    <a:pt x="66" y="19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9" name="Freeform 86"/>
            <p:cNvSpPr>
              <a:spLocks/>
            </p:cNvSpPr>
            <p:nvPr/>
          </p:nvSpPr>
          <p:spPr bwMode="auto">
            <a:xfrm>
              <a:off x="4105276" y="223838"/>
              <a:ext cx="115888" cy="177800"/>
            </a:xfrm>
            <a:custGeom>
              <a:avLst/>
              <a:gdLst>
                <a:gd name="T0" fmla="*/ 18 w 36"/>
                <a:gd name="T1" fmla="*/ 0 h 56"/>
                <a:gd name="T2" fmla="*/ 0 w 36"/>
                <a:gd name="T3" fmla="*/ 18 h 56"/>
                <a:gd name="T4" fmla="*/ 12 w 36"/>
                <a:gd name="T5" fmla="*/ 35 h 56"/>
                <a:gd name="T6" fmla="*/ 12 w 36"/>
                <a:gd name="T7" fmla="*/ 56 h 56"/>
                <a:gd name="T8" fmla="*/ 24 w 36"/>
                <a:gd name="T9" fmla="*/ 56 h 56"/>
                <a:gd name="T10" fmla="*/ 24 w 36"/>
                <a:gd name="T11" fmla="*/ 35 h 56"/>
                <a:gd name="T12" fmla="*/ 36 w 36"/>
                <a:gd name="T13" fmla="*/ 18 h 56"/>
                <a:gd name="T14" fmla="*/ 18 w 36"/>
                <a:gd name="T15" fmla="*/ 0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 h="56">
                  <a:moveTo>
                    <a:pt x="18" y="0"/>
                  </a:moveTo>
                  <a:cubicBezTo>
                    <a:pt x="8" y="0"/>
                    <a:pt x="0" y="8"/>
                    <a:pt x="0" y="18"/>
                  </a:cubicBezTo>
                  <a:cubicBezTo>
                    <a:pt x="0" y="26"/>
                    <a:pt x="5" y="32"/>
                    <a:pt x="12" y="35"/>
                  </a:cubicBezTo>
                  <a:cubicBezTo>
                    <a:pt x="12" y="56"/>
                    <a:pt x="12" y="56"/>
                    <a:pt x="12" y="56"/>
                  </a:cubicBezTo>
                  <a:cubicBezTo>
                    <a:pt x="24" y="56"/>
                    <a:pt x="24" y="56"/>
                    <a:pt x="24" y="56"/>
                  </a:cubicBezTo>
                  <a:cubicBezTo>
                    <a:pt x="24" y="35"/>
                    <a:pt x="24" y="35"/>
                    <a:pt x="24" y="35"/>
                  </a:cubicBezTo>
                  <a:cubicBezTo>
                    <a:pt x="31" y="32"/>
                    <a:pt x="36" y="26"/>
                    <a:pt x="36" y="18"/>
                  </a:cubicBezTo>
                  <a:cubicBezTo>
                    <a:pt x="36" y="8"/>
                    <a:pt x="28" y="0"/>
                    <a:pt x="1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640" name="Freeform 87"/>
          <p:cNvSpPr>
            <a:spLocks noEditPoints="1"/>
          </p:cNvSpPr>
          <p:nvPr/>
        </p:nvSpPr>
        <p:spPr bwMode="auto">
          <a:xfrm>
            <a:off x="8826235" y="5838356"/>
            <a:ext cx="312211" cy="312211"/>
          </a:xfrm>
          <a:custGeom>
            <a:avLst/>
            <a:gdLst>
              <a:gd name="T0" fmla="*/ 341 w 401"/>
              <a:gd name="T1" fmla="*/ 0 h 401"/>
              <a:gd name="T2" fmla="*/ 60 w 401"/>
              <a:gd name="T3" fmla="*/ 0 h 401"/>
              <a:gd name="T4" fmla="*/ 0 w 401"/>
              <a:gd name="T5" fmla="*/ 120 h 401"/>
              <a:gd name="T6" fmla="*/ 0 w 401"/>
              <a:gd name="T7" fmla="*/ 401 h 401"/>
              <a:gd name="T8" fmla="*/ 401 w 401"/>
              <a:gd name="T9" fmla="*/ 401 h 401"/>
              <a:gd name="T10" fmla="*/ 401 w 401"/>
              <a:gd name="T11" fmla="*/ 120 h 401"/>
              <a:gd name="T12" fmla="*/ 341 w 401"/>
              <a:gd name="T13" fmla="*/ 0 h 401"/>
              <a:gd name="T14" fmla="*/ 70 w 401"/>
              <a:gd name="T15" fmla="*/ 16 h 401"/>
              <a:gd name="T16" fmla="*/ 331 w 401"/>
              <a:gd name="T17" fmla="*/ 16 h 401"/>
              <a:gd name="T18" fmla="*/ 383 w 401"/>
              <a:gd name="T19" fmla="*/ 120 h 401"/>
              <a:gd name="T20" fmla="*/ 18 w 401"/>
              <a:gd name="T21" fmla="*/ 120 h 401"/>
              <a:gd name="T22" fmla="*/ 70 w 401"/>
              <a:gd name="T23" fmla="*/ 16 h 401"/>
              <a:gd name="T24" fmla="*/ 385 w 401"/>
              <a:gd name="T25" fmla="*/ 385 h 401"/>
              <a:gd name="T26" fmla="*/ 305 w 401"/>
              <a:gd name="T27" fmla="*/ 385 h 401"/>
              <a:gd name="T28" fmla="*/ 305 w 401"/>
              <a:gd name="T29" fmla="*/ 278 h 401"/>
              <a:gd name="T30" fmla="*/ 335 w 401"/>
              <a:gd name="T31" fmla="*/ 310 h 401"/>
              <a:gd name="T32" fmla="*/ 345 w 401"/>
              <a:gd name="T33" fmla="*/ 298 h 401"/>
              <a:gd name="T34" fmla="*/ 297 w 401"/>
              <a:gd name="T35" fmla="*/ 248 h 401"/>
              <a:gd name="T36" fmla="*/ 249 w 401"/>
              <a:gd name="T37" fmla="*/ 298 h 401"/>
              <a:gd name="T38" fmla="*/ 259 w 401"/>
              <a:gd name="T39" fmla="*/ 310 h 401"/>
              <a:gd name="T40" fmla="*/ 289 w 401"/>
              <a:gd name="T41" fmla="*/ 278 h 401"/>
              <a:gd name="T42" fmla="*/ 289 w 401"/>
              <a:gd name="T43" fmla="*/ 385 h 401"/>
              <a:gd name="T44" fmla="*/ 16 w 401"/>
              <a:gd name="T45" fmla="*/ 385 h 401"/>
              <a:gd name="T46" fmla="*/ 16 w 401"/>
              <a:gd name="T47" fmla="*/ 136 h 401"/>
              <a:gd name="T48" fmla="*/ 385 w 401"/>
              <a:gd name="T49" fmla="*/ 136 h 401"/>
              <a:gd name="T50" fmla="*/ 385 w 401"/>
              <a:gd name="T51" fmla="*/ 385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01" h="401">
                <a:moveTo>
                  <a:pt x="341" y="0"/>
                </a:moveTo>
                <a:lnTo>
                  <a:pt x="60" y="0"/>
                </a:lnTo>
                <a:lnTo>
                  <a:pt x="0" y="120"/>
                </a:lnTo>
                <a:lnTo>
                  <a:pt x="0" y="401"/>
                </a:lnTo>
                <a:lnTo>
                  <a:pt x="401" y="401"/>
                </a:lnTo>
                <a:lnTo>
                  <a:pt x="401" y="120"/>
                </a:lnTo>
                <a:lnTo>
                  <a:pt x="341" y="0"/>
                </a:lnTo>
                <a:close/>
                <a:moveTo>
                  <a:pt x="70" y="16"/>
                </a:moveTo>
                <a:lnTo>
                  <a:pt x="331" y="16"/>
                </a:lnTo>
                <a:lnTo>
                  <a:pt x="383" y="120"/>
                </a:lnTo>
                <a:lnTo>
                  <a:pt x="18" y="120"/>
                </a:lnTo>
                <a:lnTo>
                  <a:pt x="70" y="16"/>
                </a:lnTo>
                <a:close/>
                <a:moveTo>
                  <a:pt x="385" y="385"/>
                </a:moveTo>
                <a:lnTo>
                  <a:pt x="305" y="385"/>
                </a:lnTo>
                <a:lnTo>
                  <a:pt x="305" y="278"/>
                </a:lnTo>
                <a:lnTo>
                  <a:pt x="335" y="310"/>
                </a:lnTo>
                <a:lnTo>
                  <a:pt x="345" y="298"/>
                </a:lnTo>
                <a:lnTo>
                  <a:pt x="297" y="248"/>
                </a:lnTo>
                <a:lnTo>
                  <a:pt x="249" y="298"/>
                </a:lnTo>
                <a:lnTo>
                  <a:pt x="259" y="310"/>
                </a:lnTo>
                <a:lnTo>
                  <a:pt x="289" y="278"/>
                </a:lnTo>
                <a:lnTo>
                  <a:pt x="289" y="385"/>
                </a:lnTo>
                <a:lnTo>
                  <a:pt x="16" y="385"/>
                </a:lnTo>
                <a:lnTo>
                  <a:pt x="16" y="136"/>
                </a:lnTo>
                <a:lnTo>
                  <a:pt x="385" y="136"/>
                </a:lnTo>
                <a:lnTo>
                  <a:pt x="385" y="385"/>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1" name="Freeform 88"/>
          <p:cNvSpPr>
            <a:spLocks noEditPoints="1"/>
          </p:cNvSpPr>
          <p:nvPr/>
        </p:nvSpPr>
        <p:spPr bwMode="auto">
          <a:xfrm>
            <a:off x="9311359" y="4874042"/>
            <a:ext cx="206324" cy="312989"/>
          </a:xfrm>
          <a:custGeom>
            <a:avLst/>
            <a:gdLst>
              <a:gd name="T0" fmla="*/ 100 w 132"/>
              <a:gd name="T1" fmla="*/ 79 h 201"/>
              <a:gd name="T2" fmla="*/ 100 w 132"/>
              <a:gd name="T3" fmla="*/ 33 h 201"/>
              <a:gd name="T4" fmla="*/ 68 w 132"/>
              <a:gd name="T5" fmla="*/ 0 h 201"/>
              <a:gd name="T6" fmla="*/ 36 w 132"/>
              <a:gd name="T7" fmla="*/ 33 h 201"/>
              <a:gd name="T8" fmla="*/ 36 w 132"/>
              <a:gd name="T9" fmla="*/ 53 h 201"/>
              <a:gd name="T10" fmla="*/ 44 w 132"/>
              <a:gd name="T11" fmla="*/ 53 h 201"/>
              <a:gd name="T12" fmla="*/ 44 w 132"/>
              <a:gd name="T13" fmla="*/ 33 h 201"/>
              <a:gd name="T14" fmla="*/ 68 w 132"/>
              <a:gd name="T15" fmla="*/ 8 h 201"/>
              <a:gd name="T16" fmla="*/ 92 w 132"/>
              <a:gd name="T17" fmla="*/ 33 h 201"/>
              <a:gd name="T18" fmla="*/ 92 w 132"/>
              <a:gd name="T19" fmla="*/ 74 h 201"/>
              <a:gd name="T20" fmla="*/ 66 w 132"/>
              <a:gd name="T21" fmla="*/ 69 h 201"/>
              <a:gd name="T22" fmla="*/ 44 w 132"/>
              <a:gd name="T23" fmla="*/ 73 h 201"/>
              <a:gd name="T24" fmla="*/ 36 w 132"/>
              <a:gd name="T25" fmla="*/ 76 h 201"/>
              <a:gd name="T26" fmla="*/ 0 w 132"/>
              <a:gd name="T27" fmla="*/ 135 h 201"/>
              <a:gd name="T28" fmla="*/ 66 w 132"/>
              <a:gd name="T29" fmla="*/ 201 h 201"/>
              <a:gd name="T30" fmla="*/ 132 w 132"/>
              <a:gd name="T31" fmla="*/ 135 h 201"/>
              <a:gd name="T32" fmla="*/ 100 w 132"/>
              <a:gd name="T33" fmla="*/ 79 h 201"/>
              <a:gd name="T34" fmla="*/ 66 w 132"/>
              <a:gd name="T35" fmla="*/ 193 h 201"/>
              <a:gd name="T36" fmla="*/ 8 w 132"/>
              <a:gd name="T37" fmla="*/ 135 h 201"/>
              <a:gd name="T38" fmla="*/ 66 w 132"/>
              <a:gd name="T39" fmla="*/ 77 h 201"/>
              <a:gd name="T40" fmla="*/ 124 w 132"/>
              <a:gd name="T41" fmla="*/ 135 h 201"/>
              <a:gd name="T42" fmla="*/ 66 w 132"/>
              <a:gd name="T43" fmla="*/ 193 h 201"/>
              <a:gd name="T44" fmla="*/ 66 w 132"/>
              <a:gd name="T45" fmla="*/ 117 h 201"/>
              <a:gd name="T46" fmla="*/ 48 w 132"/>
              <a:gd name="T47" fmla="*/ 135 h 201"/>
              <a:gd name="T48" fmla="*/ 60 w 132"/>
              <a:gd name="T49" fmla="*/ 152 h 201"/>
              <a:gd name="T50" fmla="*/ 60 w 132"/>
              <a:gd name="T51" fmla="*/ 173 h 201"/>
              <a:gd name="T52" fmla="*/ 72 w 132"/>
              <a:gd name="T53" fmla="*/ 173 h 201"/>
              <a:gd name="T54" fmla="*/ 72 w 132"/>
              <a:gd name="T55" fmla="*/ 152 h 201"/>
              <a:gd name="T56" fmla="*/ 84 w 132"/>
              <a:gd name="T57" fmla="*/ 135 h 201"/>
              <a:gd name="T58" fmla="*/ 66 w 132"/>
              <a:gd name="T59" fmla="*/ 117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2" h="201">
                <a:moveTo>
                  <a:pt x="100" y="79"/>
                </a:moveTo>
                <a:cubicBezTo>
                  <a:pt x="100" y="33"/>
                  <a:pt x="100" y="33"/>
                  <a:pt x="100" y="33"/>
                </a:cubicBezTo>
                <a:cubicBezTo>
                  <a:pt x="100" y="15"/>
                  <a:pt x="86" y="0"/>
                  <a:pt x="68" y="0"/>
                </a:cubicBezTo>
                <a:cubicBezTo>
                  <a:pt x="50" y="0"/>
                  <a:pt x="36" y="15"/>
                  <a:pt x="36" y="33"/>
                </a:cubicBezTo>
                <a:cubicBezTo>
                  <a:pt x="36" y="53"/>
                  <a:pt x="36" y="53"/>
                  <a:pt x="36" y="53"/>
                </a:cubicBezTo>
                <a:cubicBezTo>
                  <a:pt x="44" y="53"/>
                  <a:pt x="44" y="53"/>
                  <a:pt x="44" y="53"/>
                </a:cubicBezTo>
                <a:cubicBezTo>
                  <a:pt x="44" y="33"/>
                  <a:pt x="44" y="33"/>
                  <a:pt x="44" y="33"/>
                </a:cubicBezTo>
                <a:cubicBezTo>
                  <a:pt x="44" y="19"/>
                  <a:pt x="55" y="8"/>
                  <a:pt x="68" y="8"/>
                </a:cubicBezTo>
                <a:cubicBezTo>
                  <a:pt x="81" y="8"/>
                  <a:pt x="92" y="19"/>
                  <a:pt x="92" y="33"/>
                </a:cubicBezTo>
                <a:cubicBezTo>
                  <a:pt x="92" y="74"/>
                  <a:pt x="92" y="74"/>
                  <a:pt x="92" y="74"/>
                </a:cubicBezTo>
                <a:cubicBezTo>
                  <a:pt x="84" y="71"/>
                  <a:pt x="75" y="69"/>
                  <a:pt x="66" y="69"/>
                </a:cubicBezTo>
                <a:cubicBezTo>
                  <a:pt x="58" y="69"/>
                  <a:pt x="51" y="70"/>
                  <a:pt x="44" y="73"/>
                </a:cubicBezTo>
                <a:cubicBezTo>
                  <a:pt x="36" y="76"/>
                  <a:pt x="36" y="76"/>
                  <a:pt x="36" y="76"/>
                </a:cubicBezTo>
                <a:cubicBezTo>
                  <a:pt x="15" y="87"/>
                  <a:pt x="0" y="109"/>
                  <a:pt x="0" y="135"/>
                </a:cubicBezTo>
                <a:cubicBezTo>
                  <a:pt x="0" y="171"/>
                  <a:pt x="30" y="201"/>
                  <a:pt x="66" y="201"/>
                </a:cubicBezTo>
                <a:cubicBezTo>
                  <a:pt x="102" y="201"/>
                  <a:pt x="132" y="171"/>
                  <a:pt x="132" y="135"/>
                </a:cubicBezTo>
                <a:cubicBezTo>
                  <a:pt x="132" y="111"/>
                  <a:pt x="119" y="90"/>
                  <a:pt x="100" y="79"/>
                </a:cubicBezTo>
                <a:moveTo>
                  <a:pt x="66" y="193"/>
                </a:moveTo>
                <a:cubicBezTo>
                  <a:pt x="34" y="193"/>
                  <a:pt x="8" y="167"/>
                  <a:pt x="8" y="135"/>
                </a:cubicBezTo>
                <a:cubicBezTo>
                  <a:pt x="8" y="103"/>
                  <a:pt x="34" y="77"/>
                  <a:pt x="66" y="77"/>
                </a:cubicBezTo>
                <a:cubicBezTo>
                  <a:pt x="98" y="77"/>
                  <a:pt x="124" y="103"/>
                  <a:pt x="124" y="135"/>
                </a:cubicBezTo>
                <a:cubicBezTo>
                  <a:pt x="124" y="167"/>
                  <a:pt x="98" y="193"/>
                  <a:pt x="66" y="193"/>
                </a:cubicBezTo>
                <a:moveTo>
                  <a:pt x="66" y="117"/>
                </a:moveTo>
                <a:cubicBezTo>
                  <a:pt x="56" y="117"/>
                  <a:pt x="48" y="125"/>
                  <a:pt x="48" y="135"/>
                </a:cubicBezTo>
                <a:cubicBezTo>
                  <a:pt x="48" y="143"/>
                  <a:pt x="53" y="149"/>
                  <a:pt x="60" y="152"/>
                </a:cubicBezTo>
                <a:cubicBezTo>
                  <a:pt x="60" y="173"/>
                  <a:pt x="60" y="173"/>
                  <a:pt x="60" y="173"/>
                </a:cubicBezTo>
                <a:cubicBezTo>
                  <a:pt x="72" y="173"/>
                  <a:pt x="72" y="173"/>
                  <a:pt x="72" y="173"/>
                </a:cubicBezTo>
                <a:cubicBezTo>
                  <a:pt x="72" y="152"/>
                  <a:pt x="72" y="152"/>
                  <a:pt x="72" y="152"/>
                </a:cubicBezTo>
                <a:cubicBezTo>
                  <a:pt x="79" y="149"/>
                  <a:pt x="84" y="143"/>
                  <a:pt x="84" y="135"/>
                </a:cubicBezTo>
                <a:cubicBezTo>
                  <a:pt x="84" y="125"/>
                  <a:pt x="76" y="117"/>
                  <a:pt x="66" y="117"/>
                </a:cubicBezTo>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2" name="Freeform 40"/>
          <p:cNvSpPr>
            <a:spLocks noEditPoints="1"/>
          </p:cNvSpPr>
          <p:nvPr/>
        </p:nvSpPr>
        <p:spPr bwMode="auto">
          <a:xfrm>
            <a:off x="8765560" y="6401015"/>
            <a:ext cx="382588" cy="247650"/>
          </a:xfrm>
          <a:custGeom>
            <a:avLst/>
            <a:gdLst>
              <a:gd name="T0" fmla="*/ 61 w 102"/>
              <a:gd name="T1" fmla="*/ 44 h 65"/>
              <a:gd name="T2" fmla="*/ 70 w 102"/>
              <a:gd name="T3" fmla="*/ 19 h 65"/>
              <a:gd name="T4" fmla="*/ 52 w 102"/>
              <a:gd name="T5" fmla="*/ 46 h 65"/>
              <a:gd name="T6" fmla="*/ 54 w 102"/>
              <a:gd name="T7" fmla="*/ 51 h 65"/>
              <a:gd name="T8" fmla="*/ 52 w 102"/>
              <a:gd name="T9" fmla="*/ 53 h 65"/>
              <a:gd name="T10" fmla="*/ 46 w 102"/>
              <a:gd name="T11" fmla="*/ 53 h 65"/>
              <a:gd name="T12" fmla="*/ 49 w 102"/>
              <a:gd name="T13" fmla="*/ 51 h 65"/>
              <a:gd name="T14" fmla="*/ 41 w 102"/>
              <a:gd name="T15" fmla="*/ 47 h 65"/>
              <a:gd name="T16" fmla="*/ 0 w 102"/>
              <a:gd name="T17" fmla="*/ 44 h 65"/>
              <a:gd name="T18" fmla="*/ 29 w 102"/>
              <a:gd name="T19" fmla="*/ 25 h 65"/>
              <a:gd name="T20" fmla="*/ 32 w 102"/>
              <a:gd name="T21" fmla="*/ 6 h 65"/>
              <a:gd name="T22" fmla="*/ 27 w 102"/>
              <a:gd name="T23" fmla="*/ 3 h 65"/>
              <a:gd name="T24" fmla="*/ 34 w 102"/>
              <a:gd name="T25" fmla="*/ 2 h 65"/>
              <a:gd name="T26" fmla="*/ 40 w 102"/>
              <a:gd name="T27" fmla="*/ 6 h 65"/>
              <a:gd name="T28" fmla="*/ 36 w 102"/>
              <a:gd name="T29" fmla="*/ 13 h 65"/>
              <a:gd name="T30" fmla="*/ 64 w 102"/>
              <a:gd name="T31" fmla="*/ 7 h 65"/>
              <a:gd name="T32" fmla="*/ 62 w 102"/>
              <a:gd name="T33" fmla="*/ 4 h 65"/>
              <a:gd name="T34" fmla="*/ 74 w 102"/>
              <a:gd name="T35" fmla="*/ 7 h 65"/>
              <a:gd name="T36" fmla="*/ 75 w 102"/>
              <a:gd name="T37" fmla="*/ 24 h 65"/>
              <a:gd name="T38" fmla="*/ 102 w 102"/>
              <a:gd name="T39" fmla="*/ 44 h 65"/>
              <a:gd name="T40" fmla="*/ 20 w 102"/>
              <a:gd name="T41" fmla="*/ 26 h 65"/>
              <a:gd name="T42" fmla="*/ 20 w 102"/>
              <a:gd name="T43" fmla="*/ 62 h 65"/>
              <a:gd name="T44" fmla="*/ 24 w 102"/>
              <a:gd name="T45" fmla="*/ 45 h 65"/>
              <a:gd name="T46" fmla="*/ 18 w 102"/>
              <a:gd name="T47" fmla="*/ 45 h 65"/>
              <a:gd name="T48" fmla="*/ 22 w 102"/>
              <a:gd name="T49" fmla="*/ 42 h 65"/>
              <a:gd name="T50" fmla="*/ 20 w 102"/>
              <a:gd name="T51" fmla="*/ 26 h 65"/>
              <a:gd name="T52" fmla="*/ 38 w 102"/>
              <a:gd name="T53" fmla="*/ 45 h 65"/>
              <a:gd name="T54" fmla="*/ 30 w 102"/>
              <a:gd name="T55" fmla="*/ 29 h 65"/>
              <a:gd name="T56" fmla="*/ 35 w 102"/>
              <a:gd name="T57" fmla="*/ 16 h 65"/>
              <a:gd name="T58" fmla="*/ 41 w 102"/>
              <a:gd name="T59" fmla="*/ 44 h 65"/>
              <a:gd name="T60" fmla="*/ 46 w 102"/>
              <a:gd name="T61" fmla="*/ 45 h 65"/>
              <a:gd name="T62" fmla="*/ 68 w 102"/>
              <a:gd name="T63" fmla="*/ 14 h 65"/>
              <a:gd name="T64" fmla="*/ 37 w 102"/>
              <a:gd name="T65" fmla="*/ 15 h 65"/>
              <a:gd name="T66" fmla="*/ 70 w 102"/>
              <a:gd name="T67" fmla="*/ 18 h 65"/>
              <a:gd name="T68" fmla="*/ 82 w 102"/>
              <a:gd name="T69" fmla="*/ 26 h 65"/>
              <a:gd name="T70" fmla="*/ 83 w 102"/>
              <a:gd name="T71" fmla="*/ 42 h 65"/>
              <a:gd name="T72" fmla="*/ 83 w 102"/>
              <a:gd name="T73" fmla="*/ 47 h 65"/>
              <a:gd name="T74" fmla="*/ 81 w 102"/>
              <a:gd name="T75" fmla="*/ 43 h 65"/>
              <a:gd name="T76" fmla="*/ 64 w 102"/>
              <a:gd name="T77" fmla="*/ 44 h 65"/>
              <a:gd name="T78" fmla="*/ 100 w 102"/>
              <a:gd name="T79" fmla="*/ 44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2" h="65">
                <a:moveTo>
                  <a:pt x="82" y="65"/>
                </a:moveTo>
                <a:cubicBezTo>
                  <a:pt x="70" y="65"/>
                  <a:pt x="61" y="56"/>
                  <a:pt x="61" y="44"/>
                </a:cubicBezTo>
                <a:cubicBezTo>
                  <a:pt x="61" y="36"/>
                  <a:pt x="66" y="29"/>
                  <a:pt x="73" y="25"/>
                </a:cubicBezTo>
                <a:cubicBezTo>
                  <a:pt x="70" y="19"/>
                  <a:pt x="70" y="19"/>
                  <a:pt x="70" y="19"/>
                </a:cubicBezTo>
                <a:cubicBezTo>
                  <a:pt x="71" y="20"/>
                  <a:pt x="71" y="20"/>
                  <a:pt x="71" y="20"/>
                </a:cubicBezTo>
                <a:cubicBezTo>
                  <a:pt x="52" y="46"/>
                  <a:pt x="52" y="46"/>
                  <a:pt x="52" y="46"/>
                </a:cubicBezTo>
                <a:cubicBezTo>
                  <a:pt x="52" y="51"/>
                  <a:pt x="52" y="51"/>
                  <a:pt x="52" y="51"/>
                </a:cubicBezTo>
                <a:cubicBezTo>
                  <a:pt x="54" y="51"/>
                  <a:pt x="54" y="51"/>
                  <a:pt x="54" y="51"/>
                </a:cubicBezTo>
                <a:cubicBezTo>
                  <a:pt x="54" y="53"/>
                  <a:pt x="54" y="53"/>
                  <a:pt x="54" y="53"/>
                </a:cubicBezTo>
                <a:cubicBezTo>
                  <a:pt x="52" y="53"/>
                  <a:pt x="52" y="53"/>
                  <a:pt x="52" y="53"/>
                </a:cubicBezTo>
                <a:cubicBezTo>
                  <a:pt x="49" y="53"/>
                  <a:pt x="49" y="53"/>
                  <a:pt x="49" y="53"/>
                </a:cubicBezTo>
                <a:cubicBezTo>
                  <a:pt x="46" y="53"/>
                  <a:pt x="46" y="53"/>
                  <a:pt x="46" y="53"/>
                </a:cubicBezTo>
                <a:cubicBezTo>
                  <a:pt x="46" y="51"/>
                  <a:pt x="46" y="51"/>
                  <a:pt x="46" y="51"/>
                </a:cubicBezTo>
                <a:cubicBezTo>
                  <a:pt x="49" y="51"/>
                  <a:pt x="49" y="51"/>
                  <a:pt x="49" y="51"/>
                </a:cubicBezTo>
                <a:cubicBezTo>
                  <a:pt x="49" y="48"/>
                  <a:pt x="49" y="48"/>
                  <a:pt x="49" y="48"/>
                </a:cubicBezTo>
                <a:cubicBezTo>
                  <a:pt x="41" y="47"/>
                  <a:pt x="41" y="47"/>
                  <a:pt x="41" y="47"/>
                </a:cubicBezTo>
                <a:cubicBezTo>
                  <a:pt x="40" y="57"/>
                  <a:pt x="31" y="65"/>
                  <a:pt x="20" y="65"/>
                </a:cubicBezTo>
                <a:cubicBezTo>
                  <a:pt x="9" y="65"/>
                  <a:pt x="0" y="56"/>
                  <a:pt x="0" y="44"/>
                </a:cubicBezTo>
                <a:cubicBezTo>
                  <a:pt x="0" y="33"/>
                  <a:pt x="9" y="23"/>
                  <a:pt x="20" y="23"/>
                </a:cubicBezTo>
                <a:cubicBezTo>
                  <a:pt x="23" y="23"/>
                  <a:pt x="26" y="24"/>
                  <a:pt x="29" y="25"/>
                </a:cubicBezTo>
                <a:cubicBezTo>
                  <a:pt x="34" y="12"/>
                  <a:pt x="34" y="12"/>
                  <a:pt x="34" y="12"/>
                </a:cubicBezTo>
                <a:cubicBezTo>
                  <a:pt x="32" y="6"/>
                  <a:pt x="32" y="6"/>
                  <a:pt x="32" y="6"/>
                </a:cubicBezTo>
                <a:cubicBezTo>
                  <a:pt x="31" y="6"/>
                  <a:pt x="30" y="6"/>
                  <a:pt x="29" y="6"/>
                </a:cubicBezTo>
                <a:cubicBezTo>
                  <a:pt x="26" y="6"/>
                  <a:pt x="27" y="3"/>
                  <a:pt x="27" y="3"/>
                </a:cubicBezTo>
                <a:cubicBezTo>
                  <a:pt x="27" y="3"/>
                  <a:pt x="27" y="0"/>
                  <a:pt x="29" y="0"/>
                </a:cubicBezTo>
                <a:cubicBezTo>
                  <a:pt x="31" y="0"/>
                  <a:pt x="31" y="2"/>
                  <a:pt x="34" y="2"/>
                </a:cubicBezTo>
                <a:cubicBezTo>
                  <a:pt x="37" y="2"/>
                  <a:pt x="41" y="3"/>
                  <a:pt x="41" y="3"/>
                </a:cubicBezTo>
                <a:cubicBezTo>
                  <a:pt x="41" y="3"/>
                  <a:pt x="43" y="6"/>
                  <a:pt x="40" y="6"/>
                </a:cubicBezTo>
                <a:cubicBezTo>
                  <a:pt x="38" y="6"/>
                  <a:pt x="36" y="6"/>
                  <a:pt x="34" y="6"/>
                </a:cubicBezTo>
                <a:cubicBezTo>
                  <a:pt x="36" y="13"/>
                  <a:pt x="36" y="13"/>
                  <a:pt x="36" y="13"/>
                </a:cubicBezTo>
                <a:cubicBezTo>
                  <a:pt x="67" y="13"/>
                  <a:pt x="67" y="13"/>
                  <a:pt x="67" y="13"/>
                </a:cubicBezTo>
                <a:cubicBezTo>
                  <a:pt x="64" y="7"/>
                  <a:pt x="64" y="7"/>
                  <a:pt x="64" y="7"/>
                </a:cubicBezTo>
                <a:cubicBezTo>
                  <a:pt x="62" y="7"/>
                  <a:pt x="62" y="7"/>
                  <a:pt x="62" y="7"/>
                </a:cubicBezTo>
                <a:cubicBezTo>
                  <a:pt x="62" y="4"/>
                  <a:pt x="62" y="4"/>
                  <a:pt x="62" y="4"/>
                </a:cubicBezTo>
                <a:cubicBezTo>
                  <a:pt x="74" y="4"/>
                  <a:pt x="74" y="4"/>
                  <a:pt x="74" y="4"/>
                </a:cubicBezTo>
                <a:cubicBezTo>
                  <a:pt x="74" y="7"/>
                  <a:pt x="74" y="7"/>
                  <a:pt x="74" y="7"/>
                </a:cubicBezTo>
                <a:cubicBezTo>
                  <a:pt x="67" y="7"/>
                  <a:pt x="67" y="7"/>
                  <a:pt x="67" y="7"/>
                </a:cubicBezTo>
                <a:cubicBezTo>
                  <a:pt x="75" y="24"/>
                  <a:pt x="75" y="24"/>
                  <a:pt x="75" y="24"/>
                </a:cubicBezTo>
                <a:cubicBezTo>
                  <a:pt x="77" y="24"/>
                  <a:pt x="79" y="23"/>
                  <a:pt x="82" y="23"/>
                </a:cubicBezTo>
                <a:cubicBezTo>
                  <a:pt x="93" y="23"/>
                  <a:pt x="102" y="33"/>
                  <a:pt x="102" y="44"/>
                </a:cubicBezTo>
                <a:cubicBezTo>
                  <a:pt x="102" y="56"/>
                  <a:pt x="93" y="65"/>
                  <a:pt x="82" y="65"/>
                </a:cubicBezTo>
                <a:close/>
                <a:moveTo>
                  <a:pt x="20" y="26"/>
                </a:moveTo>
                <a:cubicBezTo>
                  <a:pt x="10" y="26"/>
                  <a:pt x="2" y="34"/>
                  <a:pt x="2" y="44"/>
                </a:cubicBezTo>
                <a:cubicBezTo>
                  <a:pt x="2" y="54"/>
                  <a:pt x="10" y="62"/>
                  <a:pt x="20" y="62"/>
                </a:cubicBezTo>
                <a:cubicBezTo>
                  <a:pt x="29" y="62"/>
                  <a:pt x="37" y="56"/>
                  <a:pt x="38" y="47"/>
                </a:cubicBezTo>
                <a:cubicBezTo>
                  <a:pt x="24" y="45"/>
                  <a:pt x="24" y="45"/>
                  <a:pt x="24" y="45"/>
                </a:cubicBezTo>
                <a:cubicBezTo>
                  <a:pt x="24" y="47"/>
                  <a:pt x="22" y="48"/>
                  <a:pt x="21" y="48"/>
                </a:cubicBezTo>
                <a:cubicBezTo>
                  <a:pt x="20" y="48"/>
                  <a:pt x="18" y="46"/>
                  <a:pt x="18" y="45"/>
                </a:cubicBezTo>
                <a:cubicBezTo>
                  <a:pt x="18" y="43"/>
                  <a:pt x="20" y="42"/>
                  <a:pt x="21" y="42"/>
                </a:cubicBezTo>
                <a:cubicBezTo>
                  <a:pt x="21" y="42"/>
                  <a:pt x="22" y="42"/>
                  <a:pt x="22" y="42"/>
                </a:cubicBezTo>
                <a:cubicBezTo>
                  <a:pt x="28" y="28"/>
                  <a:pt x="28" y="28"/>
                  <a:pt x="28" y="28"/>
                </a:cubicBezTo>
                <a:cubicBezTo>
                  <a:pt x="26" y="27"/>
                  <a:pt x="23" y="26"/>
                  <a:pt x="20" y="26"/>
                </a:cubicBezTo>
                <a:close/>
                <a:moveTo>
                  <a:pt x="25" y="43"/>
                </a:moveTo>
                <a:cubicBezTo>
                  <a:pt x="38" y="45"/>
                  <a:pt x="38" y="45"/>
                  <a:pt x="38" y="45"/>
                </a:cubicBezTo>
                <a:cubicBezTo>
                  <a:pt x="38" y="44"/>
                  <a:pt x="38" y="44"/>
                  <a:pt x="38" y="44"/>
                </a:cubicBezTo>
                <a:cubicBezTo>
                  <a:pt x="38" y="38"/>
                  <a:pt x="35" y="32"/>
                  <a:pt x="30" y="29"/>
                </a:cubicBezTo>
                <a:lnTo>
                  <a:pt x="25" y="43"/>
                </a:lnTo>
                <a:close/>
                <a:moveTo>
                  <a:pt x="35" y="16"/>
                </a:moveTo>
                <a:cubicBezTo>
                  <a:pt x="31" y="26"/>
                  <a:pt x="31" y="26"/>
                  <a:pt x="31" y="26"/>
                </a:cubicBezTo>
                <a:cubicBezTo>
                  <a:pt x="37" y="30"/>
                  <a:pt x="41" y="37"/>
                  <a:pt x="41" y="44"/>
                </a:cubicBezTo>
                <a:cubicBezTo>
                  <a:pt x="41" y="44"/>
                  <a:pt x="41" y="45"/>
                  <a:pt x="41" y="45"/>
                </a:cubicBezTo>
                <a:cubicBezTo>
                  <a:pt x="46" y="45"/>
                  <a:pt x="46" y="45"/>
                  <a:pt x="46" y="45"/>
                </a:cubicBezTo>
                <a:lnTo>
                  <a:pt x="35" y="16"/>
                </a:lnTo>
                <a:close/>
                <a:moveTo>
                  <a:pt x="68" y="14"/>
                </a:moveTo>
                <a:cubicBezTo>
                  <a:pt x="68" y="15"/>
                  <a:pt x="68" y="15"/>
                  <a:pt x="68" y="15"/>
                </a:cubicBezTo>
                <a:cubicBezTo>
                  <a:pt x="37" y="15"/>
                  <a:pt x="37" y="15"/>
                  <a:pt x="37" y="15"/>
                </a:cubicBezTo>
                <a:cubicBezTo>
                  <a:pt x="49" y="45"/>
                  <a:pt x="49" y="45"/>
                  <a:pt x="49" y="45"/>
                </a:cubicBezTo>
                <a:cubicBezTo>
                  <a:pt x="70" y="18"/>
                  <a:pt x="70" y="18"/>
                  <a:pt x="70" y="18"/>
                </a:cubicBezTo>
                <a:lnTo>
                  <a:pt x="68" y="14"/>
                </a:lnTo>
                <a:close/>
                <a:moveTo>
                  <a:pt x="82" y="26"/>
                </a:moveTo>
                <a:cubicBezTo>
                  <a:pt x="80" y="26"/>
                  <a:pt x="78" y="26"/>
                  <a:pt x="77" y="27"/>
                </a:cubicBezTo>
                <a:cubicBezTo>
                  <a:pt x="83" y="42"/>
                  <a:pt x="83" y="42"/>
                  <a:pt x="83" y="42"/>
                </a:cubicBezTo>
                <a:cubicBezTo>
                  <a:pt x="84" y="42"/>
                  <a:pt x="85" y="43"/>
                  <a:pt x="85" y="44"/>
                </a:cubicBezTo>
                <a:cubicBezTo>
                  <a:pt x="85" y="46"/>
                  <a:pt x="84" y="47"/>
                  <a:pt x="83" y="47"/>
                </a:cubicBezTo>
                <a:cubicBezTo>
                  <a:pt x="81" y="47"/>
                  <a:pt x="80" y="46"/>
                  <a:pt x="80" y="44"/>
                </a:cubicBezTo>
                <a:cubicBezTo>
                  <a:pt x="80" y="44"/>
                  <a:pt x="80" y="43"/>
                  <a:pt x="81" y="43"/>
                </a:cubicBezTo>
                <a:cubicBezTo>
                  <a:pt x="74" y="28"/>
                  <a:pt x="74" y="28"/>
                  <a:pt x="74" y="28"/>
                </a:cubicBezTo>
                <a:cubicBezTo>
                  <a:pt x="68" y="31"/>
                  <a:pt x="64" y="37"/>
                  <a:pt x="64" y="44"/>
                </a:cubicBezTo>
                <a:cubicBezTo>
                  <a:pt x="64" y="54"/>
                  <a:pt x="72" y="62"/>
                  <a:pt x="82" y="62"/>
                </a:cubicBezTo>
                <a:cubicBezTo>
                  <a:pt x="92" y="62"/>
                  <a:pt x="100" y="54"/>
                  <a:pt x="100" y="44"/>
                </a:cubicBezTo>
                <a:cubicBezTo>
                  <a:pt x="100" y="34"/>
                  <a:pt x="92" y="26"/>
                  <a:pt x="82" y="26"/>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43" name="Freeform 1139"/>
          <p:cNvSpPr>
            <a:spLocks noEditPoints="1"/>
          </p:cNvSpPr>
          <p:nvPr/>
        </p:nvSpPr>
        <p:spPr bwMode="auto">
          <a:xfrm>
            <a:off x="1579905" y="117944"/>
            <a:ext cx="323757" cy="349292"/>
          </a:xfrm>
          <a:custGeom>
            <a:avLst/>
            <a:gdLst>
              <a:gd name="T0" fmla="*/ 39 w 177"/>
              <a:gd name="T1" fmla="*/ 191 h 191"/>
              <a:gd name="T2" fmla="*/ 0 w 177"/>
              <a:gd name="T3" fmla="*/ 166 h 191"/>
              <a:gd name="T4" fmla="*/ 39 w 177"/>
              <a:gd name="T5" fmla="*/ 141 h 191"/>
              <a:gd name="T6" fmla="*/ 56 w 177"/>
              <a:gd name="T7" fmla="*/ 143 h 191"/>
              <a:gd name="T8" fmla="*/ 56 w 177"/>
              <a:gd name="T9" fmla="*/ 43 h 191"/>
              <a:gd name="T10" fmla="*/ 67 w 177"/>
              <a:gd name="T11" fmla="*/ 29 h 191"/>
              <a:gd name="T12" fmla="*/ 158 w 177"/>
              <a:gd name="T13" fmla="*/ 1 h 191"/>
              <a:gd name="T14" fmla="*/ 162 w 177"/>
              <a:gd name="T15" fmla="*/ 0 h 191"/>
              <a:gd name="T16" fmla="*/ 177 w 177"/>
              <a:gd name="T17" fmla="*/ 15 h 191"/>
              <a:gd name="T18" fmla="*/ 177 w 177"/>
              <a:gd name="T19" fmla="*/ 138 h 191"/>
              <a:gd name="T20" fmla="*/ 138 w 177"/>
              <a:gd name="T21" fmla="*/ 163 h 191"/>
              <a:gd name="T22" fmla="*/ 98 w 177"/>
              <a:gd name="T23" fmla="*/ 138 h 191"/>
              <a:gd name="T24" fmla="*/ 138 w 177"/>
              <a:gd name="T25" fmla="*/ 113 h 191"/>
              <a:gd name="T26" fmla="*/ 155 w 177"/>
              <a:gd name="T27" fmla="*/ 115 h 191"/>
              <a:gd name="T28" fmla="*/ 155 w 177"/>
              <a:gd name="T29" fmla="*/ 68 h 191"/>
              <a:gd name="T30" fmla="*/ 78 w 177"/>
              <a:gd name="T31" fmla="*/ 91 h 191"/>
              <a:gd name="T32" fmla="*/ 78 w 177"/>
              <a:gd name="T33" fmla="*/ 166 h 191"/>
              <a:gd name="T34" fmla="*/ 39 w 177"/>
              <a:gd name="T35" fmla="*/ 191 h 191"/>
              <a:gd name="T36" fmla="*/ 39 w 177"/>
              <a:gd name="T37" fmla="*/ 149 h 191"/>
              <a:gd name="T38" fmla="*/ 8 w 177"/>
              <a:gd name="T39" fmla="*/ 166 h 191"/>
              <a:gd name="T40" fmla="*/ 39 w 177"/>
              <a:gd name="T41" fmla="*/ 183 h 191"/>
              <a:gd name="T42" fmla="*/ 70 w 177"/>
              <a:gd name="T43" fmla="*/ 166 h 191"/>
              <a:gd name="T44" fmla="*/ 70 w 177"/>
              <a:gd name="T45" fmla="*/ 85 h 191"/>
              <a:gd name="T46" fmla="*/ 163 w 177"/>
              <a:gd name="T47" fmla="*/ 57 h 191"/>
              <a:gd name="T48" fmla="*/ 163 w 177"/>
              <a:gd name="T49" fmla="*/ 127 h 191"/>
              <a:gd name="T50" fmla="*/ 157 w 177"/>
              <a:gd name="T51" fmla="*/ 125 h 191"/>
              <a:gd name="T52" fmla="*/ 138 w 177"/>
              <a:gd name="T53" fmla="*/ 121 h 191"/>
              <a:gd name="T54" fmla="*/ 106 w 177"/>
              <a:gd name="T55" fmla="*/ 138 h 191"/>
              <a:gd name="T56" fmla="*/ 138 w 177"/>
              <a:gd name="T57" fmla="*/ 155 h 191"/>
              <a:gd name="T58" fmla="*/ 169 w 177"/>
              <a:gd name="T59" fmla="*/ 138 h 191"/>
              <a:gd name="T60" fmla="*/ 169 w 177"/>
              <a:gd name="T61" fmla="*/ 15 h 191"/>
              <a:gd name="T62" fmla="*/ 162 w 177"/>
              <a:gd name="T63" fmla="*/ 8 h 191"/>
              <a:gd name="T64" fmla="*/ 160 w 177"/>
              <a:gd name="T65" fmla="*/ 9 h 191"/>
              <a:gd name="T66" fmla="*/ 69 w 177"/>
              <a:gd name="T67" fmla="*/ 37 h 191"/>
              <a:gd name="T68" fmla="*/ 64 w 177"/>
              <a:gd name="T69" fmla="*/ 43 h 191"/>
              <a:gd name="T70" fmla="*/ 64 w 177"/>
              <a:gd name="T71" fmla="*/ 155 h 191"/>
              <a:gd name="T72" fmla="*/ 59 w 177"/>
              <a:gd name="T73" fmla="*/ 153 h 191"/>
              <a:gd name="T74" fmla="*/ 39 w 177"/>
              <a:gd name="T75" fmla="*/ 14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7" h="191">
                <a:moveTo>
                  <a:pt x="39" y="191"/>
                </a:moveTo>
                <a:cubicBezTo>
                  <a:pt x="27" y="191"/>
                  <a:pt x="0" y="185"/>
                  <a:pt x="0" y="166"/>
                </a:cubicBezTo>
                <a:cubicBezTo>
                  <a:pt x="0" y="147"/>
                  <a:pt x="27" y="141"/>
                  <a:pt x="39" y="141"/>
                </a:cubicBezTo>
                <a:cubicBezTo>
                  <a:pt x="45" y="141"/>
                  <a:pt x="51" y="142"/>
                  <a:pt x="56" y="143"/>
                </a:cubicBezTo>
                <a:cubicBezTo>
                  <a:pt x="56" y="43"/>
                  <a:pt x="56" y="43"/>
                  <a:pt x="56" y="43"/>
                </a:cubicBezTo>
                <a:cubicBezTo>
                  <a:pt x="56" y="37"/>
                  <a:pt x="60" y="31"/>
                  <a:pt x="67" y="29"/>
                </a:cubicBezTo>
                <a:cubicBezTo>
                  <a:pt x="158" y="1"/>
                  <a:pt x="158" y="1"/>
                  <a:pt x="158" y="1"/>
                </a:cubicBezTo>
                <a:cubicBezTo>
                  <a:pt x="159" y="1"/>
                  <a:pt x="160" y="0"/>
                  <a:pt x="162" y="0"/>
                </a:cubicBezTo>
                <a:cubicBezTo>
                  <a:pt x="170" y="0"/>
                  <a:pt x="177" y="7"/>
                  <a:pt x="177" y="15"/>
                </a:cubicBezTo>
                <a:cubicBezTo>
                  <a:pt x="177" y="138"/>
                  <a:pt x="177" y="138"/>
                  <a:pt x="177" y="138"/>
                </a:cubicBezTo>
                <a:cubicBezTo>
                  <a:pt x="177" y="157"/>
                  <a:pt x="150" y="163"/>
                  <a:pt x="138" y="163"/>
                </a:cubicBezTo>
                <a:cubicBezTo>
                  <a:pt x="125" y="163"/>
                  <a:pt x="98" y="157"/>
                  <a:pt x="98" y="138"/>
                </a:cubicBezTo>
                <a:cubicBezTo>
                  <a:pt x="98" y="119"/>
                  <a:pt x="125" y="113"/>
                  <a:pt x="138" y="113"/>
                </a:cubicBezTo>
                <a:cubicBezTo>
                  <a:pt x="144" y="113"/>
                  <a:pt x="149" y="114"/>
                  <a:pt x="155" y="115"/>
                </a:cubicBezTo>
                <a:cubicBezTo>
                  <a:pt x="155" y="68"/>
                  <a:pt x="155" y="68"/>
                  <a:pt x="155" y="68"/>
                </a:cubicBezTo>
                <a:cubicBezTo>
                  <a:pt x="78" y="91"/>
                  <a:pt x="78" y="91"/>
                  <a:pt x="78" y="91"/>
                </a:cubicBezTo>
                <a:cubicBezTo>
                  <a:pt x="78" y="166"/>
                  <a:pt x="78" y="166"/>
                  <a:pt x="78" y="166"/>
                </a:cubicBezTo>
                <a:cubicBezTo>
                  <a:pt x="78" y="185"/>
                  <a:pt x="52" y="191"/>
                  <a:pt x="39" y="191"/>
                </a:cubicBezTo>
                <a:close/>
                <a:moveTo>
                  <a:pt x="39" y="149"/>
                </a:moveTo>
                <a:cubicBezTo>
                  <a:pt x="28" y="149"/>
                  <a:pt x="8" y="154"/>
                  <a:pt x="8" y="166"/>
                </a:cubicBezTo>
                <a:cubicBezTo>
                  <a:pt x="8" y="178"/>
                  <a:pt x="28" y="183"/>
                  <a:pt x="39" y="183"/>
                </a:cubicBezTo>
                <a:cubicBezTo>
                  <a:pt x="50" y="183"/>
                  <a:pt x="70" y="178"/>
                  <a:pt x="70" y="166"/>
                </a:cubicBezTo>
                <a:cubicBezTo>
                  <a:pt x="70" y="85"/>
                  <a:pt x="70" y="85"/>
                  <a:pt x="70" y="85"/>
                </a:cubicBezTo>
                <a:cubicBezTo>
                  <a:pt x="163" y="57"/>
                  <a:pt x="163" y="57"/>
                  <a:pt x="163" y="57"/>
                </a:cubicBezTo>
                <a:cubicBezTo>
                  <a:pt x="163" y="127"/>
                  <a:pt x="163" y="127"/>
                  <a:pt x="163" y="127"/>
                </a:cubicBezTo>
                <a:cubicBezTo>
                  <a:pt x="157" y="125"/>
                  <a:pt x="157" y="125"/>
                  <a:pt x="157" y="125"/>
                </a:cubicBezTo>
                <a:cubicBezTo>
                  <a:pt x="151" y="122"/>
                  <a:pt x="145" y="121"/>
                  <a:pt x="138" y="121"/>
                </a:cubicBezTo>
                <a:cubicBezTo>
                  <a:pt x="127" y="121"/>
                  <a:pt x="106" y="126"/>
                  <a:pt x="106" y="138"/>
                </a:cubicBezTo>
                <a:cubicBezTo>
                  <a:pt x="106" y="150"/>
                  <a:pt x="127" y="155"/>
                  <a:pt x="138" y="155"/>
                </a:cubicBezTo>
                <a:cubicBezTo>
                  <a:pt x="148" y="155"/>
                  <a:pt x="169" y="150"/>
                  <a:pt x="169" y="138"/>
                </a:cubicBezTo>
                <a:cubicBezTo>
                  <a:pt x="169" y="15"/>
                  <a:pt x="169" y="15"/>
                  <a:pt x="169" y="15"/>
                </a:cubicBezTo>
                <a:cubicBezTo>
                  <a:pt x="169" y="11"/>
                  <a:pt x="166" y="8"/>
                  <a:pt x="162" y="8"/>
                </a:cubicBezTo>
                <a:cubicBezTo>
                  <a:pt x="161" y="8"/>
                  <a:pt x="161" y="8"/>
                  <a:pt x="160" y="9"/>
                </a:cubicBezTo>
                <a:cubicBezTo>
                  <a:pt x="69" y="37"/>
                  <a:pt x="69" y="37"/>
                  <a:pt x="69" y="37"/>
                </a:cubicBezTo>
                <a:cubicBezTo>
                  <a:pt x="66" y="38"/>
                  <a:pt x="64" y="40"/>
                  <a:pt x="64" y="43"/>
                </a:cubicBezTo>
                <a:cubicBezTo>
                  <a:pt x="64" y="155"/>
                  <a:pt x="64" y="155"/>
                  <a:pt x="64" y="155"/>
                </a:cubicBezTo>
                <a:cubicBezTo>
                  <a:pt x="59" y="153"/>
                  <a:pt x="59" y="153"/>
                  <a:pt x="59" y="153"/>
                </a:cubicBezTo>
                <a:cubicBezTo>
                  <a:pt x="53" y="150"/>
                  <a:pt x="46" y="149"/>
                  <a:pt x="39" y="149"/>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4" name="Freeform 1140"/>
          <p:cNvSpPr>
            <a:spLocks noEditPoints="1"/>
          </p:cNvSpPr>
          <p:nvPr/>
        </p:nvSpPr>
        <p:spPr bwMode="auto">
          <a:xfrm>
            <a:off x="163586" y="162632"/>
            <a:ext cx="348380" cy="259917"/>
          </a:xfrm>
          <a:custGeom>
            <a:avLst/>
            <a:gdLst>
              <a:gd name="T0" fmla="*/ 151 w 191"/>
              <a:gd name="T1" fmla="*/ 142 h 142"/>
              <a:gd name="T2" fmla="*/ 47 w 191"/>
              <a:gd name="T3" fmla="*/ 142 h 142"/>
              <a:gd name="T4" fmla="*/ 0 w 191"/>
              <a:gd name="T5" fmla="*/ 95 h 142"/>
              <a:gd name="T6" fmla="*/ 25 w 191"/>
              <a:gd name="T7" fmla="*/ 54 h 142"/>
              <a:gd name="T8" fmla="*/ 25 w 191"/>
              <a:gd name="T9" fmla="*/ 53 h 142"/>
              <a:gd name="T10" fmla="*/ 78 w 191"/>
              <a:gd name="T11" fmla="*/ 0 h 142"/>
              <a:gd name="T12" fmla="*/ 124 w 191"/>
              <a:gd name="T13" fmla="*/ 28 h 142"/>
              <a:gd name="T14" fmla="*/ 139 w 191"/>
              <a:gd name="T15" fmla="*/ 24 h 142"/>
              <a:gd name="T16" fmla="*/ 167 w 191"/>
              <a:gd name="T17" fmla="*/ 53 h 142"/>
              <a:gd name="T18" fmla="*/ 165 w 191"/>
              <a:gd name="T19" fmla="*/ 63 h 142"/>
              <a:gd name="T20" fmla="*/ 191 w 191"/>
              <a:gd name="T21" fmla="*/ 101 h 142"/>
              <a:gd name="T22" fmla="*/ 151 w 191"/>
              <a:gd name="T23" fmla="*/ 142 h 142"/>
              <a:gd name="T24" fmla="*/ 78 w 191"/>
              <a:gd name="T25" fmla="*/ 8 h 142"/>
              <a:gd name="T26" fmla="*/ 33 w 191"/>
              <a:gd name="T27" fmla="*/ 53 h 142"/>
              <a:gd name="T28" fmla="*/ 33 w 191"/>
              <a:gd name="T29" fmla="*/ 56 h 142"/>
              <a:gd name="T30" fmla="*/ 33 w 191"/>
              <a:gd name="T31" fmla="*/ 59 h 142"/>
              <a:gd name="T32" fmla="*/ 31 w 191"/>
              <a:gd name="T33" fmla="*/ 60 h 142"/>
              <a:gd name="T34" fmla="*/ 8 w 191"/>
              <a:gd name="T35" fmla="*/ 95 h 142"/>
              <a:gd name="T36" fmla="*/ 47 w 191"/>
              <a:gd name="T37" fmla="*/ 134 h 142"/>
              <a:gd name="T38" fmla="*/ 151 w 191"/>
              <a:gd name="T39" fmla="*/ 134 h 142"/>
              <a:gd name="T40" fmla="*/ 183 w 191"/>
              <a:gd name="T41" fmla="*/ 101 h 142"/>
              <a:gd name="T42" fmla="*/ 158 w 191"/>
              <a:gd name="T43" fmla="*/ 70 h 142"/>
              <a:gd name="T44" fmla="*/ 153 w 191"/>
              <a:gd name="T45" fmla="*/ 68 h 142"/>
              <a:gd name="T46" fmla="*/ 156 w 191"/>
              <a:gd name="T47" fmla="*/ 64 h 142"/>
              <a:gd name="T48" fmla="*/ 159 w 191"/>
              <a:gd name="T49" fmla="*/ 53 h 142"/>
              <a:gd name="T50" fmla="*/ 139 w 191"/>
              <a:gd name="T51" fmla="*/ 32 h 142"/>
              <a:gd name="T52" fmla="*/ 125 w 191"/>
              <a:gd name="T53" fmla="*/ 37 h 142"/>
              <a:gd name="T54" fmla="*/ 121 w 191"/>
              <a:gd name="T55" fmla="*/ 41 h 142"/>
              <a:gd name="T56" fmla="*/ 119 w 191"/>
              <a:gd name="T57" fmla="*/ 36 h 142"/>
              <a:gd name="T58" fmla="*/ 78 w 191"/>
              <a:gd name="T59" fmla="*/ 8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91" h="142">
                <a:moveTo>
                  <a:pt x="151" y="142"/>
                </a:moveTo>
                <a:cubicBezTo>
                  <a:pt x="47" y="142"/>
                  <a:pt x="47" y="142"/>
                  <a:pt x="47" y="142"/>
                </a:cubicBezTo>
                <a:cubicBezTo>
                  <a:pt x="21" y="142"/>
                  <a:pt x="0" y="121"/>
                  <a:pt x="0" y="95"/>
                </a:cubicBezTo>
                <a:cubicBezTo>
                  <a:pt x="0" y="78"/>
                  <a:pt x="10" y="62"/>
                  <a:pt x="25" y="54"/>
                </a:cubicBezTo>
                <a:cubicBezTo>
                  <a:pt x="25" y="54"/>
                  <a:pt x="25" y="53"/>
                  <a:pt x="25" y="53"/>
                </a:cubicBezTo>
                <a:cubicBezTo>
                  <a:pt x="25" y="24"/>
                  <a:pt x="49" y="0"/>
                  <a:pt x="78" y="0"/>
                </a:cubicBezTo>
                <a:cubicBezTo>
                  <a:pt x="97" y="0"/>
                  <a:pt x="115" y="11"/>
                  <a:pt x="124" y="28"/>
                </a:cubicBezTo>
                <a:cubicBezTo>
                  <a:pt x="129" y="26"/>
                  <a:pt x="134" y="24"/>
                  <a:pt x="139" y="24"/>
                </a:cubicBezTo>
                <a:cubicBezTo>
                  <a:pt x="154" y="24"/>
                  <a:pt x="167" y="37"/>
                  <a:pt x="167" y="53"/>
                </a:cubicBezTo>
                <a:cubicBezTo>
                  <a:pt x="167" y="56"/>
                  <a:pt x="166" y="60"/>
                  <a:pt x="165" y="63"/>
                </a:cubicBezTo>
                <a:cubicBezTo>
                  <a:pt x="181" y="69"/>
                  <a:pt x="191" y="84"/>
                  <a:pt x="191" y="101"/>
                </a:cubicBezTo>
                <a:cubicBezTo>
                  <a:pt x="191" y="124"/>
                  <a:pt x="173" y="142"/>
                  <a:pt x="151" y="142"/>
                </a:cubicBezTo>
                <a:close/>
                <a:moveTo>
                  <a:pt x="78" y="8"/>
                </a:moveTo>
                <a:cubicBezTo>
                  <a:pt x="53" y="8"/>
                  <a:pt x="33" y="28"/>
                  <a:pt x="33" y="53"/>
                </a:cubicBezTo>
                <a:cubicBezTo>
                  <a:pt x="33" y="54"/>
                  <a:pt x="33" y="55"/>
                  <a:pt x="33" y="56"/>
                </a:cubicBezTo>
                <a:cubicBezTo>
                  <a:pt x="33" y="59"/>
                  <a:pt x="33" y="59"/>
                  <a:pt x="33" y="59"/>
                </a:cubicBezTo>
                <a:cubicBezTo>
                  <a:pt x="31" y="60"/>
                  <a:pt x="31" y="60"/>
                  <a:pt x="31" y="60"/>
                </a:cubicBezTo>
                <a:cubicBezTo>
                  <a:pt x="17" y="67"/>
                  <a:pt x="8" y="80"/>
                  <a:pt x="8" y="95"/>
                </a:cubicBezTo>
                <a:cubicBezTo>
                  <a:pt x="8" y="117"/>
                  <a:pt x="26" y="134"/>
                  <a:pt x="47" y="134"/>
                </a:cubicBezTo>
                <a:cubicBezTo>
                  <a:pt x="151" y="134"/>
                  <a:pt x="151" y="134"/>
                  <a:pt x="151" y="134"/>
                </a:cubicBezTo>
                <a:cubicBezTo>
                  <a:pt x="169" y="134"/>
                  <a:pt x="183" y="119"/>
                  <a:pt x="183" y="101"/>
                </a:cubicBezTo>
                <a:cubicBezTo>
                  <a:pt x="183" y="86"/>
                  <a:pt x="173" y="73"/>
                  <a:pt x="158" y="70"/>
                </a:cubicBezTo>
                <a:cubicBezTo>
                  <a:pt x="153" y="68"/>
                  <a:pt x="153" y="68"/>
                  <a:pt x="153" y="68"/>
                </a:cubicBezTo>
                <a:cubicBezTo>
                  <a:pt x="156" y="64"/>
                  <a:pt x="156" y="64"/>
                  <a:pt x="156" y="64"/>
                </a:cubicBezTo>
                <a:cubicBezTo>
                  <a:pt x="158" y="60"/>
                  <a:pt x="159" y="57"/>
                  <a:pt x="159" y="53"/>
                </a:cubicBezTo>
                <a:cubicBezTo>
                  <a:pt x="159" y="41"/>
                  <a:pt x="150" y="32"/>
                  <a:pt x="139" y="32"/>
                </a:cubicBezTo>
                <a:cubicBezTo>
                  <a:pt x="134" y="32"/>
                  <a:pt x="129" y="34"/>
                  <a:pt x="125" y="37"/>
                </a:cubicBezTo>
                <a:cubicBezTo>
                  <a:pt x="121" y="41"/>
                  <a:pt x="121" y="41"/>
                  <a:pt x="121" y="41"/>
                </a:cubicBezTo>
                <a:cubicBezTo>
                  <a:pt x="119" y="36"/>
                  <a:pt x="119" y="36"/>
                  <a:pt x="119" y="36"/>
                </a:cubicBezTo>
                <a:cubicBezTo>
                  <a:pt x="112" y="19"/>
                  <a:pt x="96" y="8"/>
                  <a:pt x="78" y="8"/>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5" name="Freeform 1141"/>
          <p:cNvSpPr>
            <a:spLocks noEditPoints="1"/>
          </p:cNvSpPr>
          <p:nvPr/>
        </p:nvSpPr>
        <p:spPr bwMode="auto">
          <a:xfrm>
            <a:off x="657948" y="147128"/>
            <a:ext cx="293660" cy="290925"/>
          </a:xfrm>
          <a:custGeom>
            <a:avLst/>
            <a:gdLst>
              <a:gd name="T0" fmla="*/ 81 w 161"/>
              <a:gd name="T1" fmla="*/ 159 h 159"/>
              <a:gd name="T2" fmla="*/ 78 w 161"/>
              <a:gd name="T3" fmla="*/ 158 h 159"/>
              <a:gd name="T4" fmla="*/ 70 w 161"/>
              <a:gd name="T5" fmla="*/ 148 h 159"/>
              <a:gd name="T6" fmla="*/ 70 w 161"/>
              <a:gd name="T7" fmla="*/ 90 h 159"/>
              <a:gd name="T8" fmla="*/ 12 w 161"/>
              <a:gd name="T9" fmla="*/ 90 h 159"/>
              <a:gd name="T10" fmla="*/ 2 w 161"/>
              <a:gd name="T11" fmla="*/ 82 h 159"/>
              <a:gd name="T12" fmla="*/ 7 w 161"/>
              <a:gd name="T13" fmla="*/ 70 h 159"/>
              <a:gd name="T14" fmla="*/ 144 w 161"/>
              <a:gd name="T15" fmla="*/ 1 h 159"/>
              <a:gd name="T16" fmla="*/ 149 w 161"/>
              <a:gd name="T17" fmla="*/ 0 h 159"/>
              <a:gd name="T18" fmla="*/ 157 w 161"/>
              <a:gd name="T19" fmla="*/ 3 h 159"/>
              <a:gd name="T20" fmla="*/ 159 w 161"/>
              <a:gd name="T21" fmla="*/ 16 h 159"/>
              <a:gd name="T22" fmla="*/ 90 w 161"/>
              <a:gd name="T23" fmla="*/ 153 h 159"/>
              <a:gd name="T24" fmla="*/ 81 w 161"/>
              <a:gd name="T25" fmla="*/ 159 h 159"/>
              <a:gd name="T26" fmla="*/ 149 w 161"/>
              <a:gd name="T27" fmla="*/ 8 h 159"/>
              <a:gd name="T28" fmla="*/ 148 w 161"/>
              <a:gd name="T29" fmla="*/ 8 h 159"/>
              <a:gd name="T30" fmla="*/ 11 w 161"/>
              <a:gd name="T31" fmla="*/ 77 h 159"/>
              <a:gd name="T32" fmla="*/ 9 w 161"/>
              <a:gd name="T33" fmla="*/ 80 h 159"/>
              <a:gd name="T34" fmla="*/ 12 w 161"/>
              <a:gd name="T35" fmla="*/ 82 h 159"/>
              <a:gd name="T36" fmla="*/ 78 w 161"/>
              <a:gd name="T37" fmla="*/ 82 h 159"/>
              <a:gd name="T38" fmla="*/ 78 w 161"/>
              <a:gd name="T39" fmla="*/ 148 h 159"/>
              <a:gd name="T40" fmla="*/ 80 w 161"/>
              <a:gd name="T41" fmla="*/ 151 h 159"/>
              <a:gd name="T42" fmla="*/ 81 w 161"/>
              <a:gd name="T43" fmla="*/ 151 h 159"/>
              <a:gd name="T44" fmla="*/ 83 w 161"/>
              <a:gd name="T45" fmla="*/ 149 h 159"/>
              <a:gd name="T46" fmla="*/ 152 w 161"/>
              <a:gd name="T47" fmla="*/ 12 h 159"/>
              <a:gd name="T48" fmla="*/ 151 w 161"/>
              <a:gd name="T49" fmla="*/ 9 h 159"/>
              <a:gd name="T50" fmla="*/ 149 w 161"/>
              <a:gd name="T51" fmla="*/ 8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1" h="159">
                <a:moveTo>
                  <a:pt x="81" y="159"/>
                </a:moveTo>
                <a:cubicBezTo>
                  <a:pt x="80" y="159"/>
                  <a:pt x="79" y="159"/>
                  <a:pt x="78" y="158"/>
                </a:cubicBezTo>
                <a:cubicBezTo>
                  <a:pt x="73" y="157"/>
                  <a:pt x="70" y="153"/>
                  <a:pt x="70" y="148"/>
                </a:cubicBezTo>
                <a:cubicBezTo>
                  <a:pt x="70" y="90"/>
                  <a:pt x="70" y="90"/>
                  <a:pt x="70" y="90"/>
                </a:cubicBezTo>
                <a:cubicBezTo>
                  <a:pt x="12" y="90"/>
                  <a:pt x="12" y="90"/>
                  <a:pt x="12" y="90"/>
                </a:cubicBezTo>
                <a:cubicBezTo>
                  <a:pt x="7" y="90"/>
                  <a:pt x="3" y="87"/>
                  <a:pt x="2" y="82"/>
                </a:cubicBezTo>
                <a:cubicBezTo>
                  <a:pt x="0" y="77"/>
                  <a:pt x="3" y="72"/>
                  <a:pt x="7" y="70"/>
                </a:cubicBezTo>
                <a:cubicBezTo>
                  <a:pt x="144" y="1"/>
                  <a:pt x="144" y="1"/>
                  <a:pt x="144" y="1"/>
                </a:cubicBezTo>
                <a:cubicBezTo>
                  <a:pt x="145" y="0"/>
                  <a:pt x="147" y="0"/>
                  <a:pt x="149" y="0"/>
                </a:cubicBezTo>
                <a:cubicBezTo>
                  <a:pt x="152" y="0"/>
                  <a:pt x="155" y="1"/>
                  <a:pt x="157" y="3"/>
                </a:cubicBezTo>
                <a:cubicBezTo>
                  <a:pt x="160" y="6"/>
                  <a:pt x="161" y="12"/>
                  <a:pt x="159" y="16"/>
                </a:cubicBezTo>
                <a:cubicBezTo>
                  <a:pt x="90" y="153"/>
                  <a:pt x="90" y="153"/>
                  <a:pt x="90" y="153"/>
                </a:cubicBezTo>
                <a:cubicBezTo>
                  <a:pt x="88" y="156"/>
                  <a:pt x="85" y="159"/>
                  <a:pt x="81" y="159"/>
                </a:cubicBezTo>
                <a:close/>
                <a:moveTo>
                  <a:pt x="149" y="8"/>
                </a:moveTo>
                <a:cubicBezTo>
                  <a:pt x="149" y="8"/>
                  <a:pt x="148" y="8"/>
                  <a:pt x="148" y="8"/>
                </a:cubicBezTo>
                <a:cubicBezTo>
                  <a:pt x="11" y="77"/>
                  <a:pt x="11" y="77"/>
                  <a:pt x="11" y="77"/>
                </a:cubicBezTo>
                <a:cubicBezTo>
                  <a:pt x="10" y="77"/>
                  <a:pt x="9" y="79"/>
                  <a:pt x="9" y="80"/>
                </a:cubicBezTo>
                <a:cubicBezTo>
                  <a:pt x="10" y="81"/>
                  <a:pt x="11" y="82"/>
                  <a:pt x="12" y="82"/>
                </a:cubicBezTo>
                <a:cubicBezTo>
                  <a:pt x="78" y="82"/>
                  <a:pt x="78" y="82"/>
                  <a:pt x="78" y="82"/>
                </a:cubicBezTo>
                <a:cubicBezTo>
                  <a:pt x="78" y="148"/>
                  <a:pt x="78" y="148"/>
                  <a:pt x="78" y="148"/>
                </a:cubicBezTo>
                <a:cubicBezTo>
                  <a:pt x="78" y="149"/>
                  <a:pt x="79" y="150"/>
                  <a:pt x="80" y="151"/>
                </a:cubicBezTo>
                <a:cubicBezTo>
                  <a:pt x="80" y="151"/>
                  <a:pt x="80" y="151"/>
                  <a:pt x="81" y="151"/>
                </a:cubicBezTo>
                <a:cubicBezTo>
                  <a:pt x="82" y="151"/>
                  <a:pt x="83" y="150"/>
                  <a:pt x="83" y="149"/>
                </a:cubicBezTo>
                <a:cubicBezTo>
                  <a:pt x="152" y="12"/>
                  <a:pt x="152" y="12"/>
                  <a:pt x="152" y="12"/>
                </a:cubicBezTo>
                <a:cubicBezTo>
                  <a:pt x="152" y="11"/>
                  <a:pt x="152" y="10"/>
                  <a:pt x="151" y="9"/>
                </a:cubicBezTo>
                <a:cubicBezTo>
                  <a:pt x="150" y="8"/>
                  <a:pt x="150" y="8"/>
                  <a:pt x="149" y="8"/>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6" name="Freeform 1142"/>
          <p:cNvSpPr>
            <a:spLocks noEditPoints="1"/>
          </p:cNvSpPr>
          <p:nvPr/>
        </p:nvSpPr>
        <p:spPr bwMode="auto">
          <a:xfrm>
            <a:off x="2079203" y="122504"/>
            <a:ext cx="327404" cy="340172"/>
          </a:xfrm>
          <a:custGeom>
            <a:avLst/>
            <a:gdLst>
              <a:gd name="T0" fmla="*/ 137 w 179"/>
              <a:gd name="T1" fmla="*/ 186 h 186"/>
              <a:gd name="T2" fmla="*/ 42 w 179"/>
              <a:gd name="T3" fmla="*/ 186 h 186"/>
              <a:gd name="T4" fmla="*/ 31 w 179"/>
              <a:gd name="T5" fmla="*/ 175 h 186"/>
              <a:gd name="T6" fmla="*/ 42 w 179"/>
              <a:gd name="T7" fmla="*/ 164 h 186"/>
              <a:gd name="T8" fmla="*/ 72 w 179"/>
              <a:gd name="T9" fmla="*/ 164 h 186"/>
              <a:gd name="T10" fmla="*/ 72 w 179"/>
              <a:gd name="T11" fmla="*/ 88 h 186"/>
              <a:gd name="T12" fmla="*/ 6 w 179"/>
              <a:gd name="T13" fmla="*/ 22 h 186"/>
              <a:gd name="T14" fmla="*/ 0 w 179"/>
              <a:gd name="T15" fmla="*/ 11 h 186"/>
              <a:gd name="T16" fmla="*/ 14 w 179"/>
              <a:gd name="T17" fmla="*/ 0 h 186"/>
              <a:gd name="T18" fmla="*/ 165 w 179"/>
              <a:gd name="T19" fmla="*/ 0 h 186"/>
              <a:gd name="T20" fmla="*/ 179 w 179"/>
              <a:gd name="T21" fmla="*/ 11 h 186"/>
              <a:gd name="T22" fmla="*/ 173 w 179"/>
              <a:gd name="T23" fmla="*/ 22 h 186"/>
              <a:gd name="T24" fmla="*/ 107 w 179"/>
              <a:gd name="T25" fmla="*/ 88 h 186"/>
              <a:gd name="T26" fmla="*/ 107 w 179"/>
              <a:gd name="T27" fmla="*/ 164 h 186"/>
              <a:gd name="T28" fmla="*/ 137 w 179"/>
              <a:gd name="T29" fmla="*/ 164 h 186"/>
              <a:gd name="T30" fmla="*/ 148 w 179"/>
              <a:gd name="T31" fmla="*/ 175 h 186"/>
              <a:gd name="T32" fmla="*/ 137 w 179"/>
              <a:gd name="T33" fmla="*/ 186 h 186"/>
              <a:gd name="T34" fmla="*/ 42 w 179"/>
              <a:gd name="T35" fmla="*/ 172 h 186"/>
              <a:gd name="T36" fmla="*/ 39 w 179"/>
              <a:gd name="T37" fmla="*/ 175 h 186"/>
              <a:gd name="T38" fmla="*/ 42 w 179"/>
              <a:gd name="T39" fmla="*/ 178 h 186"/>
              <a:gd name="T40" fmla="*/ 137 w 179"/>
              <a:gd name="T41" fmla="*/ 178 h 186"/>
              <a:gd name="T42" fmla="*/ 140 w 179"/>
              <a:gd name="T43" fmla="*/ 175 h 186"/>
              <a:gd name="T44" fmla="*/ 137 w 179"/>
              <a:gd name="T45" fmla="*/ 172 h 186"/>
              <a:gd name="T46" fmla="*/ 99 w 179"/>
              <a:gd name="T47" fmla="*/ 172 h 186"/>
              <a:gd name="T48" fmla="*/ 99 w 179"/>
              <a:gd name="T49" fmla="*/ 85 h 186"/>
              <a:gd name="T50" fmla="*/ 168 w 179"/>
              <a:gd name="T51" fmla="*/ 16 h 186"/>
              <a:gd name="T52" fmla="*/ 171 w 179"/>
              <a:gd name="T53" fmla="*/ 11 h 186"/>
              <a:gd name="T54" fmla="*/ 165 w 179"/>
              <a:gd name="T55" fmla="*/ 8 h 186"/>
              <a:gd name="T56" fmla="*/ 14 w 179"/>
              <a:gd name="T57" fmla="*/ 8 h 186"/>
              <a:gd name="T58" fmla="*/ 8 w 179"/>
              <a:gd name="T59" fmla="*/ 11 h 186"/>
              <a:gd name="T60" fmla="*/ 11 w 179"/>
              <a:gd name="T61" fmla="*/ 16 h 186"/>
              <a:gd name="T62" fmla="*/ 80 w 179"/>
              <a:gd name="T63" fmla="*/ 85 h 186"/>
              <a:gd name="T64" fmla="*/ 80 w 179"/>
              <a:gd name="T65" fmla="*/ 172 h 186"/>
              <a:gd name="T66" fmla="*/ 42 w 179"/>
              <a:gd name="T67" fmla="*/ 172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9" h="186">
                <a:moveTo>
                  <a:pt x="137" y="186"/>
                </a:moveTo>
                <a:cubicBezTo>
                  <a:pt x="42" y="186"/>
                  <a:pt x="42" y="186"/>
                  <a:pt x="42" y="186"/>
                </a:cubicBezTo>
                <a:cubicBezTo>
                  <a:pt x="36" y="186"/>
                  <a:pt x="31" y="181"/>
                  <a:pt x="31" y="175"/>
                </a:cubicBezTo>
                <a:cubicBezTo>
                  <a:pt x="31" y="169"/>
                  <a:pt x="36" y="164"/>
                  <a:pt x="42" y="164"/>
                </a:cubicBezTo>
                <a:cubicBezTo>
                  <a:pt x="72" y="164"/>
                  <a:pt x="72" y="164"/>
                  <a:pt x="72" y="164"/>
                </a:cubicBezTo>
                <a:cubicBezTo>
                  <a:pt x="72" y="88"/>
                  <a:pt x="72" y="88"/>
                  <a:pt x="72" y="88"/>
                </a:cubicBezTo>
                <a:cubicBezTo>
                  <a:pt x="6" y="22"/>
                  <a:pt x="6" y="22"/>
                  <a:pt x="6" y="22"/>
                </a:cubicBezTo>
                <a:cubicBezTo>
                  <a:pt x="2" y="18"/>
                  <a:pt x="0" y="14"/>
                  <a:pt x="0" y="11"/>
                </a:cubicBezTo>
                <a:cubicBezTo>
                  <a:pt x="0" y="4"/>
                  <a:pt x="5" y="0"/>
                  <a:pt x="14" y="0"/>
                </a:cubicBezTo>
                <a:cubicBezTo>
                  <a:pt x="165" y="0"/>
                  <a:pt x="165" y="0"/>
                  <a:pt x="165" y="0"/>
                </a:cubicBezTo>
                <a:cubicBezTo>
                  <a:pt x="174" y="0"/>
                  <a:pt x="179" y="4"/>
                  <a:pt x="179" y="11"/>
                </a:cubicBezTo>
                <a:cubicBezTo>
                  <a:pt x="179" y="14"/>
                  <a:pt x="177" y="18"/>
                  <a:pt x="173" y="22"/>
                </a:cubicBezTo>
                <a:cubicBezTo>
                  <a:pt x="107" y="88"/>
                  <a:pt x="107" y="88"/>
                  <a:pt x="107" y="88"/>
                </a:cubicBezTo>
                <a:cubicBezTo>
                  <a:pt x="107" y="164"/>
                  <a:pt x="107" y="164"/>
                  <a:pt x="107" y="164"/>
                </a:cubicBezTo>
                <a:cubicBezTo>
                  <a:pt x="137" y="164"/>
                  <a:pt x="137" y="164"/>
                  <a:pt x="137" y="164"/>
                </a:cubicBezTo>
                <a:cubicBezTo>
                  <a:pt x="143" y="164"/>
                  <a:pt x="148" y="169"/>
                  <a:pt x="148" y="175"/>
                </a:cubicBezTo>
                <a:cubicBezTo>
                  <a:pt x="148" y="181"/>
                  <a:pt x="143" y="186"/>
                  <a:pt x="137" y="186"/>
                </a:cubicBezTo>
                <a:close/>
                <a:moveTo>
                  <a:pt x="42" y="172"/>
                </a:moveTo>
                <a:cubicBezTo>
                  <a:pt x="40" y="172"/>
                  <a:pt x="39" y="174"/>
                  <a:pt x="39" y="175"/>
                </a:cubicBezTo>
                <a:cubicBezTo>
                  <a:pt x="39" y="177"/>
                  <a:pt x="40" y="178"/>
                  <a:pt x="42" y="178"/>
                </a:cubicBezTo>
                <a:cubicBezTo>
                  <a:pt x="137" y="178"/>
                  <a:pt x="137" y="178"/>
                  <a:pt x="137" y="178"/>
                </a:cubicBezTo>
                <a:cubicBezTo>
                  <a:pt x="139" y="178"/>
                  <a:pt x="140" y="177"/>
                  <a:pt x="140" y="175"/>
                </a:cubicBezTo>
                <a:cubicBezTo>
                  <a:pt x="140" y="174"/>
                  <a:pt x="139" y="172"/>
                  <a:pt x="137" y="172"/>
                </a:cubicBezTo>
                <a:cubicBezTo>
                  <a:pt x="99" y="172"/>
                  <a:pt x="99" y="172"/>
                  <a:pt x="99" y="172"/>
                </a:cubicBezTo>
                <a:cubicBezTo>
                  <a:pt x="99" y="85"/>
                  <a:pt x="99" y="85"/>
                  <a:pt x="99" y="85"/>
                </a:cubicBezTo>
                <a:cubicBezTo>
                  <a:pt x="168" y="16"/>
                  <a:pt x="168" y="16"/>
                  <a:pt x="168" y="16"/>
                </a:cubicBezTo>
                <a:cubicBezTo>
                  <a:pt x="171" y="13"/>
                  <a:pt x="171" y="11"/>
                  <a:pt x="171" y="11"/>
                </a:cubicBezTo>
                <a:cubicBezTo>
                  <a:pt x="171" y="9"/>
                  <a:pt x="167" y="8"/>
                  <a:pt x="165" y="8"/>
                </a:cubicBezTo>
                <a:cubicBezTo>
                  <a:pt x="14" y="8"/>
                  <a:pt x="14" y="8"/>
                  <a:pt x="14" y="8"/>
                </a:cubicBezTo>
                <a:cubicBezTo>
                  <a:pt x="12" y="8"/>
                  <a:pt x="8" y="9"/>
                  <a:pt x="8" y="11"/>
                </a:cubicBezTo>
                <a:cubicBezTo>
                  <a:pt x="8" y="11"/>
                  <a:pt x="8" y="13"/>
                  <a:pt x="11" y="16"/>
                </a:cubicBezTo>
                <a:cubicBezTo>
                  <a:pt x="80" y="85"/>
                  <a:pt x="80" y="85"/>
                  <a:pt x="80" y="85"/>
                </a:cubicBezTo>
                <a:cubicBezTo>
                  <a:pt x="80" y="172"/>
                  <a:pt x="80" y="172"/>
                  <a:pt x="80" y="172"/>
                </a:cubicBezTo>
                <a:lnTo>
                  <a:pt x="42" y="172"/>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7" name="Freeform 1143"/>
          <p:cNvSpPr>
            <a:spLocks noEditPoints="1"/>
          </p:cNvSpPr>
          <p:nvPr/>
        </p:nvSpPr>
        <p:spPr bwMode="auto">
          <a:xfrm>
            <a:off x="2563486" y="145304"/>
            <a:ext cx="340172" cy="294573"/>
          </a:xfrm>
          <a:custGeom>
            <a:avLst/>
            <a:gdLst>
              <a:gd name="T0" fmla="*/ 93 w 186"/>
              <a:gd name="T1" fmla="*/ 161 h 161"/>
              <a:gd name="T2" fmla="*/ 86 w 186"/>
              <a:gd name="T3" fmla="*/ 158 h 161"/>
              <a:gd name="T4" fmla="*/ 24 w 186"/>
              <a:gd name="T5" fmla="*/ 98 h 161"/>
              <a:gd name="T6" fmla="*/ 0 w 186"/>
              <a:gd name="T7" fmla="*/ 51 h 161"/>
              <a:gd name="T8" fmla="*/ 52 w 186"/>
              <a:gd name="T9" fmla="*/ 0 h 161"/>
              <a:gd name="T10" fmla="*/ 93 w 186"/>
              <a:gd name="T11" fmla="*/ 20 h 161"/>
              <a:gd name="T12" fmla="*/ 135 w 186"/>
              <a:gd name="T13" fmla="*/ 0 h 161"/>
              <a:gd name="T14" fmla="*/ 186 w 186"/>
              <a:gd name="T15" fmla="*/ 51 h 161"/>
              <a:gd name="T16" fmla="*/ 162 w 186"/>
              <a:gd name="T17" fmla="*/ 98 h 161"/>
              <a:gd name="T18" fmla="*/ 100 w 186"/>
              <a:gd name="T19" fmla="*/ 158 h 161"/>
              <a:gd name="T20" fmla="*/ 93 w 186"/>
              <a:gd name="T21" fmla="*/ 161 h 161"/>
              <a:gd name="T22" fmla="*/ 52 w 186"/>
              <a:gd name="T23" fmla="*/ 8 h 161"/>
              <a:gd name="T24" fmla="*/ 8 w 186"/>
              <a:gd name="T25" fmla="*/ 51 h 161"/>
              <a:gd name="T26" fmla="*/ 30 w 186"/>
              <a:gd name="T27" fmla="*/ 92 h 161"/>
              <a:gd name="T28" fmla="*/ 92 w 186"/>
              <a:gd name="T29" fmla="*/ 152 h 161"/>
              <a:gd name="T30" fmla="*/ 93 w 186"/>
              <a:gd name="T31" fmla="*/ 153 h 161"/>
              <a:gd name="T32" fmla="*/ 95 w 186"/>
              <a:gd name="T33" fmla="*/ 152 h 161"/>
              <a:gd name="T34" fmla="*/ 157 w 186"/>
              <a:gd name="T35" fmla="*/ 93 h 161"/>
              <a:gd name="T36" fmla="*/ 178 w 186"/>
              <a:gd name="T37" fmla="*/ 51 h 161"/>
              <a:gd name="T38" fmla="*/ 135 w 186"/>
              <a:gd name="T39" fmla="*/ 8 h 161"/>
              <a:gd name="T40" fmla="*/ 96 w 186"/>
              <a:gd name="T41" fmla="*/ 29 h 161"/>
              <a:gd name="T42" fmla="*/ 93 w 186"/>
              <a:gd name="T43" fmla="*/ 31 h 161"/>
              <a:gd name="T44" fmla="*/ 90 w 186"/>
              <a:gd name="T45" fmla="*/ 29 h 161"/>
              <a:gd name="T46" fmla="*/ 52 w 186"/>
              <a:gd name="T47" fmla="*/ 8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6" h="161">
                <a:moveTo>
                  <a:pt x="93" y="161"/>
                </a:moveTo>
                <a:cubicBezTo>
                  <a:pt x="91" y="161"/>
                  <a:pt x="88" y="160"/>
                  <a:pt x="86" y="158"/>
                </a:cubicBezTo>
                <a:cubicBezTo>
                  <a:pt x="24" y="98"/>
                  <a:pt x="24" y="98"/>
                  <a:pt x="24" y="98"/>
                </a:cubicBezTo>
                <a:cubicBezTo>
                  <a:pt x="24" y="98"/>
                  <a:pt x="0" y="77"/>
                  <a:pt x="0" y="51"/>
                </a:cubicBezTo>
                <a:cubicBezTo>
                  <a:pt x="0" y="20"/>
                  <a:pt x="20" y="0"/>
                  <a:pt x="52" y="0"/>
                </a:cubicBezTo>
                <a:cubicBezTo>
                  <a:pt x="69" y="0"/>
                  <a:pt x="84" y="12"/>
                  <a:pt x="93" y="20"/>
                </a:cubicBezTo>
                <a:cubicBezTo>
                  <a:pt x="102" y="12"/>
                  <a:pt x="118" y="0"/>
                  <a:pt x="135" y="0"/>
                </a:cubicBezTo>
                <a:cubicBezTo>
                  <a:pt x="166" y="0"/>
                  <a:pt x="186" y="20"/>
                  <a:pt x="186" y="51"/>
                </a:cubicBezTo>
                <a:cubicBezTo>
                  <a:pt x="186" y="74"/>
                  <a:pt x="168" y="93"/>
                  <a:pt x="162" y="98"/>
                </a:cubicBezTo>
                <a:cubicBezTo>
                  <a:pt x="100" y="158"/>
                  <a:pt x="100" y="158"/>
                  <a:pt x="100" y="158"/>
                </a:cubicBezTo>
                <a:cubicBezTo>
                  <a:pt x="99" y="160"/>
                  <a:pt x="96" y="161"/>
                  <a:pt x="93" y="161"/>
                </a:cubicBezTo>
                <a:close/>
                <a:moveTo>
                  <a:pt x="52" y="8"/>
                </a:moveTo>
                <a:cubicBezTo>
                  <a:pt x="24" y="8"/>
                  <a:pt x="8" y="24"/>
                  <a:pt x="8" y="51"/>
                </a:cubicBezTo>
                <a:cubicBezTo>
                  <a:pt x="8" y="73"/>
                  <a:pt x="29" y="92"/>
                  <a:pt x="30" y="92"/>
                </a:cubicBezTo>
                <a:cubicBezTo>
                  <a:pt x="92" y="152"/>
                  <a:pt x="92" y="152"/>
                  <a:pt x="92" y="152"/>
                </a:cubicBezTo>
                <a:cubicBezTo>
                  <a:pt x="92" y="153"/>
                  <a:pt x="93" y="153"/>
                  <a:pt x="93" y="153"/>
                </a:cubicBezTo>
                <a:cubicBezTo>
                  <a:pt x="94" y="153"/>
                  <a:pt x="94" y="153"/>
                  <a:pt x="95" y="152"/>
                </a:cubicBezTo>
                <a:cubicBezTo>
                  <a:pt x="157" y="93"/>
                  <a:pt x="157" y="93"/>
                  <a:pt x="157" y="93"/>
                </a:cubicBezTo>
                <a:cubicBezTo>
                  <a:pt x="162" y="88"/>
                  <a:pt x="178" y="71"/>
                  <a:pt x="178" y="51"/>
                </a:cubicBezTo>
                <a:cubicBezTo>
                  <a:pt x="178" y="24"/>
                  <a:pt x="162" y="8"/>
                  <a:pt x="135" y="8"/>
                </a:cubicBezTo>
                <a:cubicBezTo>
                  <a:pt x="119" y="8"/>
                  <a:pt x="104" y="21"/>
                  <a:pt x="96" y="29"/>
                </a:cubicBezTo>
                <a:cubicBezTo>
                  <a:pt x="93" y="31"/>
                  <a:pt x="93" y="31"/>
                  <a:pt x="93" y="31"/>
                </a:cubicBezTo>
                <a:cubicBezTo>
                  <a:pt x="90" y="29"/>
                  <a:pt x="90" y="29"/>
                  <a:pt x="90" y="29"/>
                </a:cubicBezTo>
                <a:cubicBezTo>
                  <a:pt x="83" y="21"/>
                  <a:pt x="68" y="8"/>
                  <a:pt x="52" y="8"/>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8" name="Freeform 1145"/>
          <p:cNvSpPr>
            <a:spLocks noEditPoints="1"/>
          </p:cNvSpPr>
          <p:nvPr/>
        </p:nvSpPr>
        <p:spPr bwMode="auto">
          <a:xfrm>
            <a:off x="1630978" y="634743"/>
            <a:ext cx="268125" cy="325580"/>
          </a:xfrm>
          <a:custGeom>
            <a:avLst/>
            <a:gdLst>
              <a:gd name="T0" fmla="*/ 132 w 147"/>
              <a:gd name="T1" fmla="*/ 178 h 178"/>
              <a:gd name="T2" fmla="*/ 16 w 147"/>
              <a:gd name="T3" fmla="*/ 178 h 178"/>
              <a:gd name="T4" fmla="*/ 0 w 147"/>
              <a:gd name="T5" fmla="*/ 162 h 178"/>
              <a:gd name="T6" fmla="*/ 0 w 147"/>
              <a:gd name="T7" fmla="*/ 93 h 178"/>
              <a:gd name="T8" fmla="*/ 15 w 147"/>
              <a:gd name="T9" fmla="*/ 77 h 178"/>
              <a:gd name="T10" fmla="*/ 15 w 147"/>
              <a:gd name="T11" fmla="*/ 58 h 178"/>
              <a:gd name="T12" fmla="*/ 74 w 147"/>
              <a:gd name="T13" fmla="*/ 0 h 178"/>
              <a:gd name="T14" fmla="*/ 132 w 147"/>
              <a:gd name="T15" fmla="*/ 58 h 178"/>
              <a:gd name="T16" fmla="*/ 132 w 147"/>
              <a:gd name="T17" fmla="*/ 77 h 178"/>
              <a:gd name="T18" fmla="*/ 147 w 147"/>
              <a:gd name="T19" fmla="*/ 93 h 178"/>
              <a:gd name="T20" fmla="*/ 147 w 147"/>
              <a:gd name="T21" fmla="*/ 162 h 178"/>
              <a:gd name="T22" fmla="*/ 132 w 147"/>
              <a:gd name="T23" fmla="*/ 178 h 178"/>
              <a:gd name="T24" fmla="*/ 16 w 147"/>
              <a:gd name="T25" fmla="*/ 85 h 178"/>
              <a:gd name="T26" fmla="*/ 8 w 147"/>
              <a:gd name="T27" fmla="*/ 93 h 178"/>
              <a:gd name="T28" fmla="*/ 8 w 147"/>
              <a:gd name="T29" fmla="*/ 162 h 178"/>
              <a:gd name="T30" fmla="*/ 16 w 147"/>
              <a:gd name="T31" fmla="*/ 170 h 178"/>
              <a:gd name="T32" fmla="*/ 132 w 147"/>
              <a:gd name="T33" fmla="*/ 170 h 178"/>
              <a:gd name="T34" fmla="*/ 139 w 147"/>
              <a:gd name="T35" fmla="*/ 162 h 178"/>
              <a:gd name="T36" fmla="*/ 139 w 147"/>
              <a:gd name="T37" fmla="*/ 93 h 178"/>
              <a:gd name="T38" fmla="*/ 132 w 147"/>
              <a:gd name="T39" fmla="*/ 85 h 178"/>
              <a:gd name="T40" fmla="*/ 124 w 147"/>
              <a:gd name="T41" fmla="*/ 85 h 178"/>
              <a:gd name="T42" fmla="*/ 124 w 147"/>
              <a:gd name="T43" fmla="*/ 58 h 178"/>
              <a:gd name="T44" fmla="*/ 74 w 147"/>
              <a:gd name="T45" fmla="*/ 8 h 178"/>
              <a:gd name="T46" fmla="*/ 23 w 147"/>
              <a:gd name="T47" fmla="*/ 58 h 178"/>
              <a:gd name="T48" fmla="*/ 23 w 147"/>
              <a:gd name="T49" fmla="*/ 85 h 178"/>
              <a:gd name="T50" fmla="*/ 16 w 147"/>
              <a:gd name="T51" fmla="*/ 85 h 178"/>
              <a:gd name="T52" fmla="*/ 109 w 147"/>
              <a:gd name="T53" fmla="*/ 85 h 178"/>
              <a:gd name="T54" fmla="*/ 39 w 147"/>
              <a:gd name="T55" fmla="*/ 85 h 178"/>
              <a:gd name="T56" fmla="*/ 39 w 147"/>
              <a:gd name="T57" fmla="*/ 58 h 178"/>
              <a:gd name="T58" fmla="*/ 74 w 147"/>
              <a:gd name="T59" fmla="*/ 23 h 178"/>
              <a:gd name="T60" fmla="*/ 109 w 147"/>
              <a:gd name="T61" fmla="*/ 58 h 178"/>
              <a:gd name="T62" fmla="*/ 109 w 147"/>
              <a:gd name="T63" fmla="*/ 85 h 178"/>
              <a:gd name="T64" fmla="*/ 47 w 147"/>
              <a:gd name="T65" fmla="*/ 77 h 178"/>
              <a:gd name="T66" fmla="*/ 101 w 147"/>
              <a:gd name="T67" fmla="*/ 77 h 178"/>
              <a:gd name="T68" fmla="*/ 101 w 147"/>
              <a:gd name="T69" fmla="*/ 58 h 178"/>
              <a:gd name="T70" fmla="*/ 74 w 147"/>
              <a:gd name="T71" fmla="*/ 31 h 178"/>
              <a:gd name="T72" fmla="*/ 47 w 147"/>
              <a:gd name="T73" fmla="*/ 58 h 178"/>
              <a:gd name="T74" fmla="*/ 47 w 147"/>
              <a:gd name="T75" fmla="*/ 77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7" h="178">
                <a:moveTo>
                  <a:pt x="132" y="178"/>
                </a:moveTo>
                <a:cubicBezTo>
                  <a:pt x="16" y="178"/>
                  <a:pt x="16" y="178"/>
                  <a:pt x="16" y="178"/>
                </a:cubicBezTo>
                <a:cubicBezTo>
                  <a:pt x="7" y="178"/>
                  <a:pt x="0" y="171"/>
                  <a:pt x="0" y="162"/>
                </a:cubicBezTo>
                <a:cubicBezTo>
                  <a:pt x="0" y="93"/>
                  <a:pt x="0" y="93"/>
                  <a:pt x="0" y="93"/>
                </a:cubicBezTo>
                <a:cubicBezTo>
                  <a:pt x="0" y="84"/>
                  <a:pt x="7" y="77"/>
                  <a:pt x="15" y="77"/>
                </a:cubicBezTo>
                <a:cubicBezTo>
                  <a:pt x="15" y="58"/>
                  <a:pt x="15" y="58"/>
                  <a:pt x="15" y="58"/>
                </a:cubicBezTo>
                <a:cubicBezTo>
                  <a:pt x="15" y="26"/>
                  <a:pt x="42" y="0"/>
                  <a:pt x="74" y="0"/>
                </a:cubicBezTo>
                <a:cubicBezTo>
                  <a:pt x="106" y="0"/>
                  <a:pt x="132" y="26"/>
                  <a:pt x="132" y="58"/>
                </a:cubicBezTo>
                <a:cubicBezTo>
                  <a:pt x="132" y="77"/>
                  <a:pt x="132" y="77"/>
                  <a:pt x="132" y="77"/>
                </a:cubicBezTo>
                <a:cubicBezTo>
                  <a:pt x="140" y="77"/>
                  <a:pt x="147" y="84"/>
                  <a:pt x="147" y="93"/>
                </a:cubicBezTo>
                <a:cubicBezTo>
                  <a:pt x="147" y="162"/>
                  <a:pt x="147" y="162"/>
                  <a:pt x="147" y="162"/>
                </a:cubicBezTo>
                <a:cubicBezTo>
                  <a:pt x="147" y="171"/>
                  <a:pt x="140" y="178"/>
                  <a:pt x="132" y="178"/>
                </a:cubicBezTo>
                <a:close/>
                <a:moveTo>
                  <a:pt x="16" y="85"/>
                </a:moveTo>
                <a:cubicBezTo>
                  <a:pt x="11" y="85"/>
                  <a:pt x="8" y="89"/>
                  <a:pt x="8" y="93"/>
                </a:cubicBezTo>
                <a:cubicBezTo>
                  <a:pt x="8" y="162"/>
                  <a:pt x="8" y="162"/>
                  <a:pt x="8" y="162"/>
                </a:cubicBezTo>
                <a:cubicBezTo>
                  <a:pt x="8" y="167"/>
                  <a:pt x="11" y="170"/>
                  <a:pt x="16" y="170"/>
                </a:cubicBezTo>
                <a:cubicBezTo>
                  <a:pt x="132" y="170"/>
                  <a:pt x="132" y="170"/>
                  <a:pt x="132" y="170"/>
                </a:cubicBezTo>
                <a:cubicBezTo>
                  <a:pt x="136" y="170"/>
                  <a:pt x="139" y="167"/>
                  <a:pt x="139" y="162"/>
                </a:cubicBezTo>
                <a:cubicBezTo>
                  <a:pt x="139" y="93"/>
                  <a:pt x="139" y="93"/>
                  <a:pt x="139" y="93"/>
                </a:cubicBezTo>
                <a:cubicBezTo>
                  <a:pt x="139" y="89"/>
                  <a:pt x="136" y="85"/>
                  <a:pt x="132" y="85"/>
                </a:cubicBezTo>
                <a:cubicBezTo>
                  <a:pt x="124" y="85"/>
                  <a:pt x="124" y="85"/>
                  <a:pt x="124" y="85"/>
                </a:cubicBezTo>
                <a:cubicBezTo>
                  <a:pt x="124" y="58"/>
                  <a:pt x="124" y="58"/>
                  <a:pt x="124" y="58"/>
                </a:cubicBezTo>
                <a:cubicBezTo>
                  <a:pt x="124" y="30"/>
                  <a:pt x="101" y="8"/>
                  <a:pt x="74" y="8"/>
                </a:cubicBezTo>
                <a:cubicBezTo>
                  <a:pt x="46" y="8"/>
                  <a:pt x="23" y="30"/>
                  <a:pt x="23" y="58"/>
                </a:cubicBezTo>
                <a:cubicBezTo>
                  <a:pt x="23" y="85"/>
                  <a:pt x="23" y="85"/>
                  <a:pt x="23" y="85"/>
                </a:cubicBezTo>
                <a:lnTo>
                  <a:pt x="16" y="85"/>
                </a:lnTo>
                <a:close/>
                <a:moveTo>
                  <a:pt x="109" y="85"/>
                </a:moveTo>
                <a:cubicBezTo>
                  <a:pt x="39" y="85"/>
                  <a:pt x="39" y="85"/>
                  <a:pt x="39" y="85"/>
                </a:cubicBezTo>
                <a:cubicBezTo>
                  <a:pt x="39" y="58"/>
                  <a:pt x="39" y="58"/>
                  <a:pt x="39" y="58"/>
                </a:cubicBezTo>
                <a:cubicBezTo>
                  <a:pt x="39" y="39"/>
                  <a:pt x="54" y="23"/>
                  <a:pt x="74" y="23"/>
                </a:cubicBezTo>
                <a:cubicBezTo>
                  <a:pt x="93" y="23"/>
                  <a:pt x="109" y="39"/>
                  <a:pt x="109" y="58"/>
                </a:cubicBezTo>
                <a:lnTo>
                  <a:pt x="109" y="85"/>
                </a:lnTo>
                <a:close/>
                <a:moveTo>
                  <a:pt x="47" y="77"/>
                </a:moveTo>
                <a:cubicBezTo>
                  <a:pt x="101" y="77"/>
                  <a:pt x="101" y="77"/>
                  <a:pt x="101" y="77"/>
                </a:cubicBezTo>
                <a:cubicBezTo>
                  <a:pt x="101" y="58"/>
                  <a:pt x="101" y="58"/>
                  <a:pt x="101" y="58"/>
                </a:cubicBezTo>
                <a:cubicBezTo>
                  <a:pt x="101" y="43"/>
                  <a:pt x="88" y="31"/>
                  <a:pt x="74" y="31"/>
                </a:cubicBezTo>
                <a:cubicBezTo>
                  <a:pt x="59" y="31"/>
                  <a:pt x="47" y="43"/>
                  <a:pt x="47" y="58"/>
                </a:cubicBezTo>
                <a:lnTo>
                  <a:pt x="47" y="77"/>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9" name="Freeform 1146"/>
          <p:cNvSpPr>
            <a:spLocks noEditPoints="1"/>
          </p:cNvSpPr>
          <p:nvPr/>
        </p:nvSpPr>
        <p:spPr bwMode="auto">
          <a:xfrm>
            <a:off x="2117068" y="631095"/>
            <a:ext cx="251709" cy="332876"/>
          </a:xfrm>
          <a:custGeom>
            <a:avLst/>
            <a:gdLst>
              <a:gd name="T0" fmla="*/ 123 w 138"/>
              <a:gd name="T1" fmla="*/ 182 h 182"/>
              <a:gd name="T2" fmla="*/ 15 w 138"/>
              <a:gd name="T3" fmla="*/ 182 h 182"/>
              <a:gd name="T4" fmla="*/ 0 w 138"/>
              <a:gd name="T5" fmla="*/ 167 h 182"/>
              <a:gd name="T6" fmla="*/ 0 w 138"/>
              <a:gd name="T7" fmla="*/ 102 h 182"/>
              <a:gd name="T8" fmla="*/ 14 w 138"/>
              <a:gd name="T9" fmla="*/ 87 h 182"/>
              <a:gd name="T10" fmla="*/ 14 w 138"/>
              <a:gd name="T11" fmla="*/ 55 h 182"/>
              <a:gd name="T12" fmla="*/ 69 w 138"/>
              <a:gd name="T13" fmla="*/ 0 h 182"/>
              <a:gd name="T14" fmla="*/ 123 w 138"/>
              <a:gd name="T15" fmla="*/ 55 h 182"/>
              <a:gd name="T16" fmla="*/ 112 w 138"/>
              <a:gd name="T17" fmla="*/ 66 h 182"/>
              <a:gd name="T18" fmla="*/ 105 w 138"/>
              <a:gd name="T19" fmla="*/ 66 h 182"/>
              <a:gd name="T20" fmla="*/ 94 w 138"/>
              <a:gd name="T21" fmla="*/ 55 h 182"/>
              <a:gd name="T22" fmla="*/ 69 w 138"/>
              <a:gd name="T23" fmla="*/ 30 h 182"/>
              <a:gd name="T24" fmla="*/ 44 w 138"/>
              <a:gd name="T25" fmla="*/ 55 h 182"/>
              <a:gd name="T26" fmla="*/ 44 w 138"/>
              <a:gd name="T27" fmla="*/ 87 h 182"/>
              <a:gd name="T28" fmla="*/ 123 w 138"/>
              <a:gd name="T29" fmla="*/ 87 h 182"/>
              <a:gd name="T30" fmla="*/ 138 w 138"/>
              <a:gd name="T31" fmla="*/ 102 h 182"/>
              <a:gd name="T32" fmla="*/ 138 w 138"/>
              <a:gd name="T33" fmla="*/ 167 h 182"/>
              <a:gd name="T34" fmla="*/ 123 w 138"/>
              <a:gd name="T35" fmla="*/ 182 h 182"/>
              <a:gd name="T36" fmla="*/ 15 w 138"/>
              <a:gd name="T37" fmla="*/ 95 h 182"/>
              <a:gd name="T38" fmla="*/ 8 w 138"/>
              <a:gd name="T39" fmla="*/ 102 h 182"/>
              <a:gd name="T40" fmla="*/ 8 w 138"/>
              <a:gd name="T41" fmla="*/ 167 h 182"/>
              <a:gd name="T42" fmla="*/ 15 w 138"/>
              <a:gd name="T43" fmla="*/ 174 h 182"/>
              <a:gd name="T44" fmla="*/ 123 w 138"/>
              <a:gd name="T45" fmla="*/ 174 h 182"/>
              <a:gd name="T46" fmla="*/ 130 w 138"/>
              <a:gd name="T47" fmla="*/ 167 h 182"/>
              <a:gd name="T48" fmla="*/ 130 w 138"/>
              <a:gd name="T49" fmla="*/ 102 h 182"/>
              <a:gd name="T50" fmla="*/ 123 w 138"/>
              <a:gd name="T51" fmla="*/ 95 h 182"/>
              <a:gd name="T52" fmla="*/ 36 w 138"/>
              <a:gd name="T53" fmla="*/ 95 h 182"/>
              <a:gd name="T54" fmla="*/ 36 w 138"/>
              <a:gd name="T55" fmla="*/ 55 h 182"/>
              <a:gd name="T56" fmla="*/ 69 w 138"/>
              <a:gd name="T57" fmla="*/ 22 h 182"/>
              <a:gd name="T58" fmla="*/ 102 w 138"/>
              <a:gd name="T59" fmla="*/ 55 h 182"/>
              <a:gd name="T60" fmla="*/ 105 w 138"/>
              <a:gd name="T61" fmla="*/ 58 h 182"/>
              <a:gd name="T62" fmla="*/ 112 w 138"/>
              <a:gd name="T63" fmla="*/ 58 h 182"/>
              <a:gd name="T64" fmla="*/ 115 w 138"/>
              <a:gd name="T65" fmla="*/ 55 h 182"/>
              <a:gd name="T66" fmla="*/ 69 w 138"/>
              <a:gd name="T67" fmla="*/ 8 h 182"/>
              <a:gd name="T68" fmla="*/ 22 w 138"/>
              <a:gd name="T69" fmla="*/ 55 h 182"/>
              <a:gd name="T70" fmla="*/ 22 w 138"/>
              <a:gd name="T71" fmla="*/ 95 h 182"/>
              <a:gd name="T72" fmla="*/ 15 w 138"/>
              <a:gd name="T73" fmla="*/ 95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8" h="182">
                <a:moveTo>
                  <a:pt x="123" y="182"/>
                </a:moveTo>
                <a:cubicBezTo>
                  <a:pt x="15" y="182"/>
                  <a:pt x="15" y="182"/>
                  <a:pt x="15" y="182"/>
                </a:cubicBezTo>
                <a:cubicBezTo>
                  <a:pt x="6" y="182"/>
                  <a:pt x="0" y="175"/>
                  <a:pt x="0" y="167"/>
                </a:cubicBezTo>
                <a:cubicBezTo>
                  <a:pt x="0" y="102"/>
                  <a:pt x="0" y="102"/>
                  <a:pt x="0" y="102"/>
                </a:cubicBezTo>
                <a:cubicBezTo>
                  <a:pt x="0" y="94"/>
                  <a:pt x="6" y="87"/>
                  <a:pt x="14" y="87"/>
                </a:cubicBezTo>
                <a:cubicBezTo>
                  <a:pt x="14" y="55"/>
                  <a:pt x="14" y="55"/>
                  <a:pt x="14" y="55"/>
                </a:cubicBezTo>
                <a:cubicBezTo>
                  <a:pt x="14" y="25"/>
                  <a:pt x="39" y="0"/>
                  <a:pt x="69" y="0"/>
                </a:cubicBezTo>
                <a:cubicBezTo>
                  <a:pt x="99" y="0"/>
                  <a:pt x="123" y="25"/>
                  <a:pt x="123" y="55"/>
                </a:cubicBezTo>
                <a:cubicBezTo>
                  <a:pt x="123" y="61"/>
                  <a:pt x="118" y="66"/>
                  <a:pt x="112" y="66"/>
                </a:cubicBezTo>
                <a:cubicBezTo>
                  <a:pt x="105" y="66"/>
                  <a:pt x="105" y="66"/>
                  <a:pt x="105" y="66"/>
                </a:cubicBezTo>
                <a:cubicBezTo>
                  <a:pt x="99" y="66"/>
                  <a:pt x="94" y="61"/>
                  <a:pt x="94" y="55"/>
                </a:cubicBezTo>
                <a:cubicBezTo>
                  <a:pt x="94" y="41"/>
                  <a:pt x="83" y="30"/>
                  <a:pt x="69" y="30"/>
                </a:cubicBezTo>
                <a:cubicBezTo>
                  <a:pt x="55" y="30"/>
                  <a:pt x="44" y="41"/>
                  <a:pt x="44" y="55"/>
                </a:cubicBezTo>
                <a:cubicBezTo>
                  <a:pt x="44" y="87"/>
                  <a:pt x="44" y="87"/>
                  <a:pt x="44" y="87"/>
                </a:cubicBezTo>
                <a:cubicBezTo>
                  <a:pt x="123" y="87"/>
                  <a:pt x="123" y="87"/>
                  <a:pt x="123" y="87"/>
                </a:cubicBezTo>
                <a:cubicBezTo>
                  <a:pt x="131" y="87"/>
                  <a:pt x="138" y="94"/>
                  <a:pt x="138" y="102"/>
                </a:cubicBezTo>
                <a:cubicBezTo>
                  <a:pt x="138" y="167"/>
                  <a:pt x="138" y="167"/>
                  <a:pt x="138" y="167"/>
                </a:cubicBezTo>
                <a:cubicBezTo>
                  <a:pt x="138" y="175"/>
                  <a:pt x="131" y="182"/>
                  <a:pt x="123" y="182"/>
                </a:cubicBezTo>
                <a:close/>
                <a:moveTo>
                  <a:pt x="15" y="95"/>
                </a:moveTo>
                <a:cubicBezTo>
                  <a:pt x="11" y="95"/>
                  <a:pt x="8" y="98"/>
                  <a:pt x="8" y="102"/>
                </a:cubicBezTo>
                <a:cubicBezTo>
                  <a:pt x="8" y="167"/>
                  <a:pt x="8" y="167"/>
                  <a:pt x="8" y="167"/>
                </a:cubicBezTo>
                <a:cubicBezTo>
                  <a:pt x="8" y="171"/>
                  <a:pt x="11" y="174"/>
                  <a:pt x="15" y="174"/>
                </a:cubicBezTo>
                <a:cubicBezTo>
                  <a:pt x="123" y="174"/>
                  <a:pt x="123" y="174"/>
                  <a:pt x="123" y="174"/>
                </a:cubicBezTo>
                <a:cubicBezTo>
                  <a:pt x="127" y="174"/>
                  <a:pt x="130" y="171"/>
                  <a:pt x="130" y="167"/>
                </a:cubicBezTo>
                <a:cubicBezTo>
                  <a:pt x="130" y="102"/>
                  <a:pt x="130" y="102"/>
                  <a:pt x="130" y="102"/>
                </a:cubicBezTo>
                <a:cubicBezTo>
                  <a:pt x="130" y="98"/>
                  <a:pt x="127" y="95"/>
                  <a:pt x="123" y="95"/>
                </a:cubicBezTo>
                <a:cubicBezTo>
                  <a:pt x="36" y="95"/>
                  <a:pt x="36" y="95"/>
                  <a:pt x="36" y="95"/>
                </a:cubicBezTo>
                <a:cubicBezTo>
                  <a:pt x="36" y="55"/>
                  <a:pt x="36" y="55"/>
                  <a:pt x="36" y="55"/>
                </a:cubicBezTo>
                <a:cubicBezTo>
                  <a:pt x="36" y="37"/>
                  <a:pt x="51" y="22"/>
                  <a:pt x="69" y="22"/>
                </a:cubicBezTo>
                <a:cubicBezTo>
                  <a:pt x="87" y="22"/>
                  <a:pt x="102" y="37"/>
                  <a:pt x="102" y="55"/>
                </a:cubicBezTo>
                <a:cubicBezTo>
                  <a:pt x="102" y="57"/>
                  <a:pt x="103" y="58"/>
                  <a:pt x="105" y="58"/>
                </a:cubicBezTo>
                <a:cubicBezTo>
                  <a:pt x="112" y="58"/>
                  <a:pt x="112" y="58"/>
                  <a:pt x="112" y="58"/>
                </a:cubicBezTo>
                <a:cubicBezTo>
                  <a:pt x="114" y="58"/>
                  <a:pt x="115" y="57"/>
                  <a:pt x="115" y="55"/>
                </a:cubicBezTo>
                <a:cubicBezTo>
                  <a:pt x="115" y="29"/>
                  <a:pt x="95" y="8"/>
                  <a:pt x="69" y="8"/>
                </a:cubicBezTo>
                <a:cubicBezTo>
                  <a:pt x="43" y="8"/>
                  <a:pt x="22" y="29"/>
                  <a:pt x="22" y="55"/>
                </a:cubicBezTo>
                <a:cubicBezTo>
                  <a:pt x="22" y="95"/>
                  <a:pt x="22" y="95"/>
                  <a:pt x="22" y="95"/>
                </a:cubicBezTo>
                <a:lnTo>
                  <a:pt x="15" y="95"/>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0" name="Freeform 1147"/>
          <p:cNvSpPr>
            <a:spLocks noEditPoints="1"/>
          </p:cNvSpPr>
          <p:nvPr/>
        </p:nvSpPr>
        <p:spPr bwMode="auto">
          <a:xfrm>
            <a:off x="1137262" y="634743"/>
            <a:ext cx="382123" cy="325580"/>
          </a:xfrm>
          <a:custGeom>
            <a:avLst/>
            <a:gdLst>
              <a:gd name="T0" fmla="*/ 132 w 209"/>
              <a:gd name="T1" fmla="*/ 178 h 178"/>
              <a:gd name="T2" fmla="*/ 16 w 209"/>
              <a:gd name="T3" fmla="*/ 178 h 178"/>
              <a:gd name="T4" fmla="*/ 0 w 209"/>
              <a:gd name="T5" fmla="*/ 162 h 178"/>
              <a:gd name="T6" fmla="*/ 0 w 209"/>
              <a:gd name="T7" fmla="*/ 93 h 178"/>
              <a:gd name="T8" fmla="*/ 16 w 209"/>
              <a:gd name="T9" fmla="*/ 77 h 178"/>
              <a:gd name="T10" fmla="*/ 93 w 209"/>
              <a:gd name="T11" fmla="*/ 77 h 178"/>
              <a:gd name="T12" fmla="*/ 93 w 209"/>
              <a:gd name="T13" fmla="*/ 58 h 178"/>
              <a:gd name="T14" fmla="*/ 151 w 209"/>
              <a:gd name="T15" fmla="*/ 0 h 178"/>
              <a:gd name="T16" fmla="*/ 209 w 209"/>
              <a:gd name="T17" fmla="*/ 58 h 178"/>
              <a:gd name="T18" fmla="*/ 209 w 209"/>
              <a:gd name="T19" fmla="*/ 89 h 178"/>
              <a:gd name="T20" fmla="*/ 198 w 209"/>
              <a:gd name="T21" fmla="*/ 101 h 178"/>
              <a:gd name="T22" fmla="*/ 190 w 209"/>
              <a:gd name="T23" fmla="*/ 101 h 178"/>
              <a:gd name="T24" fmla="*/ 178 w 209"/>
              <a:gd name="T25" fmla="*/ 89 h 178"/>
              <a:gd name="T26" fmla="*/ 178 w 209"/>
              <a:gd name="T27" fmla="*/ 58 h 178"/>
              <a:gd name="T28" fmla="*/ 151 w 209"/>
              <a:gd name="T29" fmla="*/ 31 h 178"/>
              <a:gd name="T30" fmla="*/ 124 w 209"/>
              <a:gd name="T31" fmla="*/ 58 h 178"/>
              <a:gd name="T32" fmla="*/ 124 w 209"/>
              <a:gd name="T33" fmla="*/ 77 h 178"/>
              <a:gd name="T34" fmla="*/ 132 w 209"/>
              <a:gd name="T35" fmla="*/ 77 h 178"/>
              <a:gd name="T36" fmla="*/ 148 w 209"/>
              <a:gd name="T37" fmla="*/ 93 h 178"/>
              <a:gd name="T38" fmla="*/ 148 w 209"/>
              <a:gd name="T39" fmla="*/ 162 h 178"/>
              <a:gd name="T40" fmla="*/ 132 w 209"/>
              <a:gd name="T41" fmla="*/ 178 h 178"/>
              <a:gd name="T42" fmla="*/ 16 w 209"/>
              <a:gd name="T43" fmla="*/ 85 h 178"/>
              <a:gd name="T44" fmla="*/ 8 w 209"/>
              <a:gd name="T45" fmla="*/ 93 h 178"/>
              <a:gd name="T46" fmla="*/ 8 w 209"/>
              <a:gd name="T47" fmla="*/ 162 h 178"/>
              <a:gd name="T48" fmla="*/ 16 w 209"/>
              <a:gd name="T49" fmla="*/ 170 h 178"/>
              <a:gd name="T50" fmla="*/ 132 w 209"/>
              <a:gd name="T51" fmla="*/ 170 h 178"/>
              <a:gd name="T52" fmla="*/ 140 w 209"/>
              <a:gd name="T53" fmla="*/ 162 h 178"/>
              <a:gd name="T54" fmla="*/ 140 w 209"/>
              <a:gd name="T55" fmla="*/ 93 h 178"/>
              <a:gd name="T56" fmla="*/ 132 w 209"/>
              <a:gd name="T57" fmla="*/ 85 h 178"/>
              <a:gd name="T58" fmla="*/ 116 w 209"/>
              <a:gd name="T59" fmla="*/ 85 h 178"/>
              <a:gd name="T60" fmla="*/ 116 w 209"/>
              <a:gd name="T61" fmla="*/ 58 h 178"/>
              <a:gd name="T62" fmla="*/ 151 w 209"/>
              <a:gd name="T63" fmla="*/ 23 h 178"/>
              <a:gd name="T64" fmla="*/ 186 w 209"/>
              <a:gd name="T65" fmla="*/ 58 h 178"/>
              <a:gd name="T66" fmla="*/ 186 w 209"/>
              <a:gd name="T67" fmla="*/ 89 h 178"/>
              <a:gd name="T68" fmla="*/ 190 w 209"/>
              <a:gd name="T69" fmla="*/ 93 h 178"/>
              <a:gd name="T70" fmla="*/ 198 w 209"/>
              <a:gd name="T71" fmla="*/ 93 h 178"/>
              <a:gd name="T72" fmla="*/ 201 w 209"/>
              <a:gd name="T73" fmla="*/ 89 h 178"/>
              <a:gd name="T74" fmla="*/ 201 w 209"/>
              <a:gd name="T75" fmla="*/ 58 h 178"/>
              <a:gd name="T76" fmla="*/ 151 w 209"/>
              <a:gd name="T77" fmla="*/ 8 h 178"/>
              <a:gd name="T78" fmla="*/ 101 w 209"/>
              <a:gd name="T79" fmla="*/ 58 h 178"/>
              <a:gd name="T80" fmla="*/ 101 w 209"/>
              <a:gd name="T81" fmla="*/ 85 h 178"/>
              <a:gd name="T82" fmla="*/ 16 w 209"/>
              <a:gd name="T83" fmla="*/ 85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9" h="178">
                <a:moveTo>
                  <a:pt x="132" y="178"/>
                </a:moveTo>
                <a:cubicBezTo>
                  <a:pt x="16" y="178"/>
                  <a:pt x="16" y="178"/>
                  <a:pt x="16" y="178"/>
                </a:cubicBezTo>
                <a:cubicBezTo>
                  <a:pt x="7" y="178"/>
                  <a:pt x="0" y="171"/>
                  <a:pt x="0" y="162"/>
                </a:cubicBezTo>
                <a:cubicBezTo>
                  <a:pt x="0" y="93"/>
                  <a:pt x="0" y="93"/>
                  <a:pt x="0" y="93"/>
                </a:cubicBezTo>
                <a:cubicBezTo>
                  <a:pt x="0" y="84"/>
                  <a:pt x="7" y="77"/>
                  <a:pt x="16" y="77"/>
                </a:cubicBezTo>
                <a:cubicBezTo>
                  <a:pt x="93" y="77"/>
                  <a:pt x="93" y="77"/>
                  <a:pt x="93" y="77"/>
                </a:cubicBezTo>
                <a:cubicBezTo>
                  <a:pt x="93" y="58"/>
                  <a:pt x="93" y="58"/>
                  <a:pt x="93" y="58"/>
                </a:cubicBezTo>
                <a:cubicBezTo>
                  <a:pt x="93" y="26"/>
                  <a:pt x="119" y="0"/>
                  <a:pt x="151" y="0"/>
                </a:cubicBezTo>
                <a:cubicBezTo>
                  <a:pt x="183" y="0"/>
                  <a:pt x="209" y="26"/>
                  <a:pt x="209" y="58"/>
                </a:cubicBezTo>
                <a:cubicBezTo>
                  <a:pt x="209" y="89"/>
                  <a:pt x="209" y="89"/>
                  <a:pt x="209" y="89"/>
                </a:cubicBezTo>
                <a:cubicBezTo>
                  <a:pt x="209" y="95"/>
                  <a:pt x="204" y="101"/>
                  <a:pt x="198" y="101"/>
                </a:cubicBezTo>
                <a:cubicBezTo>
                  <a:pt x="190" y="101"/>
                  <a:pt x="190" y="101"/>
                  <a:pt x="190" y="101"/>
                </a:cubicBezTo>
                <a:cubicBezTo>
                  <a:pt x="183" y="101"/>
                  <a:pt x="178" y="95"/>
                  <a:pt x="178" y="89"/>
                </a:cubicBezTo>
                <a:cubicBezTo>
                  <a:pt x="178" y="58"/>
                  <a:pt x="178" y="58"/>
                  <a:pt x="178" y="58"/>
                </a:cubicBezTo>
                <a:cubicBezTo>
                  <a:pt x="178" y="43"/>
                  <a:pt x="166" y="31"/>
                  <a:pt x="151" y="31"/>
                </a:cubicBezTo>
                <a:cubicBezTo>
                  <a:pt x="136" y="31"/>
                  <a:pt x="124" y="43"/>
                  <a:pt x="124" y="58"/>
                </a:cubicBezTo>
                <a:cubicBezTo>
                  <a:pt x="124" y="77"/>
                  <a:pt x="124" y="77"/>
                  <a:pt x="124" y="77"/>
                </a:cubicBezTo>
                <a:cubicBezTo>
                  <a:pt x="132" y="77"/>
                  <a:pt x="132" y="77"/>
                  <a:pt x="132" y="77"/>
                </a:cubicBezTo>
                <a:cubicBezTo>
                  <a:pt x="141" y="77"/>
                  <a:pt x="148" y="84"/>
                  <a:pt x="148" y="93"/>
                </a:cubicBezTo>
                <a:cubicBezTo>
                  <a:pt x="148" y="162"/>
                  <a:pt x="148" y="162"/>
                  <a:pt x="148" y="162"/>
                </a:cubicBezTo>
                <a:cubicBezTo>
                  <a:pt x="148" y="171"/>
                  <a:pt x="141" y="178"/>
                  <a:pt x="132" y="178"/>
                </a:cubicBezTo>
                <a:close/>
                <a:moveTo>
                  <a:pt x="16" y="85"/>
                </a:moveTo>
                <a:cubicBezTo>
                  <a:pt x="12" y="85"/>
                  <a:pt x="8" y="89"/>
                  <a:pt x="8" y="93"/>
                </a:cubicBezTo>
                <a:cubicBezTo>
                  <a:pt x="8" y="162"/>
                  <a:pt x="8" y="162"/>
                  <a:pt x="8" y="162"/>
                </a:cubicBezTo>
                <a:cubicBezTo>
                  <a:pt x="8" y="167"/>
                  <a:pt x="12" y="170"/>
                  <a:pt x="16" y="170"/>
                </a:cubicBezTo>
                <a:cubicBezTo>
                  <a:pt x="132" y="170"/>
                  <a:pt x="132" y="170"/>
                  <a:pt x="132" y="170"/>
                </a:cubicBezTo>
                <a:cubicBezTo>
                  <a:pt x="136" y="170"/>
                  <a:pt x="140" y="167"/>
                  <a:pt x="140" y="162"/>
                </a:cubicBezTo>
                <a:cubicBezTo>
                  <a:pt x="140" y="93"/>
                  <a:pt x="140" y="93"/>
                  <a:pt x="140" y="93"/>
                </a:cubicBezTo>
                <a:cubicBezTo>
                  <a:pt x="140" y="89"/>
                  <a:pt x="136" y="85"/>
                  <a:pt x="132" y="85"/>
                </a:cubicBezTo>
                <a:cubicBezTo>
                  <a:pt x="116" y="85"/>
                  <a:pt x="116" y="85"/>
                  <a:pt x="116" y="85"/>
                </a:cubicBezTo>
                <a:cubicBezTo>
                  <a:pt x="116" y="58"/>
                  <a:pt x="116" y="58"/>
                  <a:pt x="116" y="58"/>
                </a:cubicBezTo>
                <a:cubicBezTo>
                  <a:pt x="116" y="39"/>
                  <a:pt x="132" y="23"/>
                  <a:pt x="151" y="23"/>
                </a:cubicBezTo>
                <a:cubicBezTo>
                  <a:pt x="171" y="23"/>
                  <a:pt x="186" y="39"/>
                  <a:pt x="186" y="58"/>
                </a:cubicBezTo>
                <a:cubicBezTo>
                  <a:pt x="186" y="89"/>
                  <a:pt x="186" y="89"/>
                  <a:pt x="186" y="89"/>
                </a:cubicBezTo>
                <a:cubicBezTo>
                  <a:pt x="186" y="91"/>
                  <a:pt x="188" y="93"/>
                  <a:pt x="190" y="93"/>
                </a:cubicBezTo>
                <a:cubicBezTo>
                  <a:pt x="198" y="93"/>
                  <a:pt x="198" y="93"/>
                  <a:pt x="198" y="93"/>
                </a:cubicBezTo>
                <a:cubicBezTo>
                  <a:pt x="200" y="93"/>
                  <a:pt x="201" y="91"/>
                  <a:pt x="201" y="89"/>
                </a:cubicBezTo>
                <a:cubicBezTo>
                  <a:pt x="201" y="58"/>
                  <a:pt x="201" y="58"/>
                  <a:pt x="201" y="58"/>
                </a:cubicBezTo>
                <a:cubicBezTo>
                  <a:pt x="201" y="30"/>
                  <a:pt x="179" y="8"/>
                  <a:pt x="151" y="8"/>
                </a:cubicBezTo>
                <a:cubicBezTo>
                  <a:pt x="124" y="8"/>
                  <a:pt x="101" y="30"/>
                  <a:pt x="101" y="58"/>
                </a:cubicBezTo>
                <a:cubicBezTo>
                  <a:pt x="101" y="85"/>
                  <a:pt x="101" y="85"/>
                  <a:pt x="101" y="85"/>
                </a:cubicBezTo>
                <a:lnTo>
                  <a:pt x="16" y="85"/>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1" name="Freeform 1149"/>
          <p:cNvSpPr>
            <a:spLocks noEditPoints="1"/>
          </p:cNvSpPr>
          <p:nvPr/>
        </p:nvSpPr>
        <p:spPr bwMode="auto">
          <a:xfrm>
            <a:off x="669740" y="627447"/>
            <a:ext cx="289101" cy="340172"/>
          </a:xfrm>
          <a:custGeom>
            <a:avLst/>
            <a:gdLst>
              <a:gd name="T0" fmla="*/ 17 w 158"/>
              <a:gd name="T1" fmla="*/ 186 h 186"/>
              <a:gd name="T2" fmla="*/ 10 w 158"/>
              <a:gd name="T3" fmla="*/ 185 h 186"/>
              <a:gd name="T4" fmla="*/ 0 w 158"/>
              <a:gd name="T5" fmla="*/ 169 h 186"/>
              <a:gd name="T6" fmla="*/ 0 w 158"/>
              <a:gd name="T7" fmla="*/ 17 h 186"/>
              <a:gd name="T8" fmla="*/ 11 w 158"/>
              <a:gd name="T9" fmla="*/ 1 h 186"/>
              <a:gd name="T10" fmla="*/ 17 w 158"/>
              <a:gd name="T11" fmla="*/ 0 h 186"/>
              <a:gd name="T12" fmla="*/ 141 w 158"/>
              <a:gd name="T13" fmla="*/ 0 h 186"/>
              <a:gd name="T14" fmla="*/ 147 w 158"/>
              <a:gd name="T15" fmla="*/ 2 h 186"/>
              <a:gd name="T16" fmla="*/ 158 w 158"/>
              <a:gd name="T17" fmla="*/ 17 h 186"/>
              <a:gd name="T18" fmla="*/ 158 w 158"/>
              <a:gd name="T19" fmla="*/ 169 h 186"/>
              <a:gd name="T20" fmla="*/ 147 w 158"/>
              <a:gd name="T21" fmla="*/ 185 h 186"/>
              <a:gd name="T22" fmla="*/ 141 w 158"/>
              <a:gd name="T23" fmla="*/ 186 h 186"/>
              <a:gd name="T24" fmla="*/ 128 w 158"/>
              <a:gd name="T25" fmla="*/ 181 h 186"/>
              <a:gd name="T26" fmla="*/ 79 w 158"/>
              <a:gd name="T27" fmla="*/ 134 h 186"/>
              <a:gd name="T28" fmla="*/ 30 w 158"/>
              <a:gd name="T29" fmla="*/ 181 h 186"/>
              <a:gd name="T30" fmla="*/ 17 w 158"/>
              <a:gd name="T31" fmla="*/ 186 h 186"/>
              <a:gd name="T32" fmla="*/ 17 w 158"/>
              <a:gd name="T33" fmla="*/ 8 h 186"/>
              <a:gd name="T34" fmla="*/ 14 w 158"/>
              <a:gd name="T35" fmla="*/ 9 h 186"/>
              <a:gd name="T36" fmla="*/ 8 w 158"/>
              <a:gd name="T37" fmla="*/ 17 h 186"/>
              <a:gd name="T38" fmla="*/ 8 w 158"/>
              <a:gd name="T39" fmla="*/ 169 h 186"/>
              <a:gd name="T40" fmla="*/ 13 w 158"/>
              <a:gd name="T41" fmla="*/ 177 h 186"/>
              <a:gd name="T42" fmla="*/ 24 w 158"/>
              <a:gd name="T43" fmla="*/ 175 h 186"/>
              <a:gd name="T44" fmla="*/ 79 w 158"/>
              <a:gd name="T45" fmla="*/ 123 h 186"/>
              <a:gd name="T46" fmla="*/ 134 w 158"/>
              <a:gd name="T47" fmla="*/ 175 h 186"/>
              <a:gd name="T48" fmla="*/ 141 w 158"/>
              <a:gd name="T49" fmla="*/ 178 h 186"/>
              <a:gd name="T50" fmla="*/ 144 w 158"/>
              <a:gd name="T51" fmla="*/ 177 h 186"/>
              <a:gd name="T52" fmla="*/ 150 w 158"/>
              <a:gd name="T53" fmla="*/ 169 h 186"/>
              <a:gd name="T54" fmla="*/ 150 w 158"/>
              <a:gd name="T55" fmla="*/ 17 h 186"/>
              <a:gd name="T56" fmla="*/ 144 w 158"/>
              <a:gd name="T57" fmla="*/ 9 h 186"/>
              <a:gd name="T58" fmla="*/ 141 w 158"/>
              <a:gd name="T59" fmla="*/ 8 h 186"/>
              <a:gd name="T60" fmla="*/ 17 w 158"/>
              <a:gd name="T61" fmla="*/ 8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8" h="186">
                <a:moveTo>
                  <a:pt x="17" y="186"/>
                </a:moveTo>
                <a:cubicBezTo>
                  <a:pt x="15" y="186"/>
                  <a:pt x="13" y="186"/>
                  <a:pt x="10" y="185"/>
                </a:cubicBezTo>
                <a:cubicBezTo>
                  <a:pt x="4" y="182"/>
                  <a:pt x="0" y="176"/>
                  <a:pt x="0" y="169"/>
                </a:cubicBezTo>
                <a:cubicBezTo>
                  <a:pt x="0" y="17"/>
                  <a:pt x="0" y="17"/>
                  <a:pt x="0" y="17"/>
                </a:cubicBezTo>
                <a:cubicBezTo>
                  <a:pt x="0" y="10"/>
                  <a:pt x="4" y="4"/>
                  <a:pt x="11" y="1"/>
                </a:cubicBezTo>
                <a:cubicBezTo>
                  <a:pt x="13" y="1"/>
                  <a:pt x="15" y="0"/>
                  <a:pt x="17" y="0"/>
                </a:cubicBezTo>
                <a:cubicBezTo>
                  <a:pt x="141" y="0"/>
                  <a:pt x="141" y="0"/>
                  <a:pt x="141" y="0"/>
                </a:cubicBezTo>
                <a:cubicBezTo>
                  <a:pt x="143" y="0"/>
                  <a:pt x="145" y="1"/>
                  <a:pt x="147" y="2"/>
                </a:cubicBezTo>
                <a:cubicBezTo>
                  <a:pt x="154" y="4"/>
                  <a:pt x="158" y="10"/>
                  <a:pt x="158" y="17"/>
                </a:cubicBezTo>
                <a:cubicBezTo>
                  <a:pt x="158" y="169"/>
                  <a:pt x="158" y="169"/>
                  <a:pt x="158" y="169"/>
                </a:cubicBezTo>
                <a:cubicBezTo>
                  <a:pt x="158" y="176"/>
                  <a:pt x="154" y="182"/>
                  <a:pt x="147" y="185"/>
                </a:cubicBezTo>
                <a:cubicBezTo>
                  <a:pt x="145" y="186"/>
                  <a:pt x="143" y="186"/>
                  <a:pt x="141" y="186"/>
                </a:cubicBezTo>
                <a:cubicBezTo>
                  <a:pt x="136" y="186"/>
                  <a:pt x="131" y="184"/>
                  <a:pt x="128" y="181"/>
                </a:cubicBezTo>
                <a:cubicBezTo>
                  <a:pt x="79" y="134"/>
                  <a:pt x="79" y="134"/>
                  <a:pt x="79" y="134"/>
                </a:cubicBezTo>
                <a:cubicBezTo>
                  <a:pt x="30" y="181"/>
                  <a:pt x="30" y="181"/>
                  <a:pt x="30" y="181"/>
                </a:cubicBezTo>
                <a:cubicBezTo>
                  <a:pt x="26" y="184"/>
                  <a:pt x="22" y="186"/>
                  <a:pt x="17" y="186"/>
                </a:cubicBezTo>
                <a:close/>
                <a:moveTo>
                  <a:pt x="17" y="8"/>
                </a:moveTo>
                <a:cubicBezTo>
                  <a:pt x="16" y="8"/>
                  <a:pt x="15" y="8"/>
                  <a:pt x="14" y="9"/>
                </a:cubicBezTo>
                <a:cubicBezTo>
                  <a:pt x="10" y="10"/>
                  <a:pt x="8" y="14"/>
                  <a:pt x="8" y="17"/>
                </a:cubicBezTo>
                <a:cubicBezTo>
                  <a:pt x="8" y="169"/>
                  <a:pt x="8" y="169"/>
                  <a:pt x="8" y="169"/>
                </a:cubicBezTo>
                <a:cubicBezTo>
                  <a:pt x="8" y="173"/>
                  <a:pt x="10" y="176"/>
                  <a:pt x="13" y="177"/>
                </a:cubicBezTo>
                <a:cubicBezTo>
                  <a:pt x="17" y="179"/>
                  <a:pt x="21" y="178"/>
                  <a:pt x="24" y="175"/>
                </a:cubicBezTo>
                <a:cubicBezTo>
                  <a:pt x="79" y="123"/>
                  <a:pt x="79" y="123"/>
                  <a:pt x="79" y="123"/>
                </a:cubicBezTo>
                <a:cubicBezTo>
                  <a:pt x="134" y="175"/>
                  <a:pt x="134" y="175"/>
                  <a:pt x="134" y="175"/>
                </a:cubicBezTo>
                <a:cubicBezTo>
                  <a:pt x="135" y="177"/>
                  <a:pt x="138" y="178"/>
                  <a:pt x="141" y="178"/>
                </a:cubicBezTo>
                <a:cubicBezTo>
                  <a:pt x="142" y="178"/>
                  <a:pt x="143" y="178"/>
                  <a:pt x="144" y="177"/>
                </a:cubicBezTo>
                <a:cubicBezTo>
                  <a:pt x="148" y="176"/>
                  <a:pt x="150" y="173"/>
                  <a:pt x="150" y="169"/>
                </a:cubicBezTo>
                <a:cubicBezTo>
                  <a:pt x="150" y="17"/>
                  <a:pt x="150" y="17"/>
                  <a:pt x="150" y="17"/>
                </a:cubicBezTo>
                <a:cubicBezTo>
                  <a:pt x="150" y="14"/>
                  <a:pt x="148" y="10"/>
                  <a:pt x="144" y="9"/>
                </a:cubicBezTo>
                <a:cubicBezTo>
                  <a:pt x="143" y="8"/>
                  <a:pt x="142" y="8"/>
                  <a:pt x="141" y="8"/>
                </a:cubicBezTo>
                <a:lnTo>
                  <a:pt x="17" y="8"/>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2" name="Freeform 1150"/>
          <p:cNvSpPr>
            <a:spLocks noEditPoints="1"/>
          </p:cNvSpPr>
          <p:nvPr/>
        </p:nvSpPr>
        <p:spPr bwMode="auto">
          <a:xfrm>
            <a:off x="163586" y="628359"/>
            <a:ext cx="336524" cy="338348"/>
          </a:xfrm>
          <a:custGeom>
            <a:avLst/>
            <a:gdLst>
              <a:gd name="T0" fmla="*/ 108 w 184"/>
              <a:gd name="T1" fmla="*/ 185 h 185"/>
              <a:gd name="T2" fmla="*/ 95 w 184"/>
              <a:gd name="T3" fmla="*/ 179 h 185"/>
              <a:gd name="T4" fmla="*/ 11 w 184"/>
              <a:gd name="T5" fmla="*/ 96 h 185"/>
              <a:gd name="T6" fmla="*/ 0 w 184"/>
              <a:gd name="T7" fmla="*/ 67 h 185"/>
              <a:gd name="T8" fmla="*/ 0 w 184"/>
              <a:gd name="T9" fmla="*/ 19 h 185"/>
              <a:gd name="T10" fmla="*/ 19 w 184"/>
              <a:gd name="T11" fmla="*/ 0 h 185"/>
              <a:gd name="T12" fmla="*/ 67 w 184"/>
              <a:gd name="T13" fmla="*/ 0 h 185"/>
              <a:gd name="T14" fmla="*/ 96 w 184"/>
              <a:gd name="T15" fmla="*/ 12 h 185"/>
              <a:gd name="T16" fmla="*/ 179 w 184"/>
              <a:gd name="T17" fmla="*/ 95 h 185"/>
              <a:gd name="T18" fmla="*/ 184 w 184"/>
              <a:gd name="T19" fmla="*/ 108 h 185"/>
              <a:gd name="T20" fmla="*/ 179 w 184"/>
              <a:gd name="T21" fmla="*/ 122 h 185"/>
              <a:gd name="T22" fmla="*/ 122 w 184"/>
              <a:gd name="T23" fmla="*/ 179 h 185"/>
              <a:gd name="T24" fmla="*/ 108 w 184"/>
              <a:gd name="T25" fmla="*/ 185 h 185"/>
              <a:gd name="T26" fmla="*/ 19 w 184"/>
              <a:gd name="T27" fmla="*/ 8 h 185"/>
              <a:gd name="T28" fmla="*/ 8 w 184"/>
              <a:gd name="T29" fmla="*/ 19 h 185"/>
              <a:gd name="T30" fmla="*/ 8 w 184"/>
              <a:gd name="T31" fmla="*/ 67 h 185"/>
              <a:gd name="T32" fmla="*/ 17 w 184"/>
              <a:gd name="T33" fmla="*/ 90 h 185"/>
              <a:gd name="T34" fmla="*/ 101 w 184"/>
              <a:gd name="T35" fmla="*/ 173 h 185"/>
              <a:gd name="T36" fmla="*/ 116 w 184"/>
              <a:gd name="T37" fmla="*/ 173 h 185"/>
              <a:gd name="T38" fmla="*/ 173 w 184"/>
              <a:gd name="T39" fmla="*/ 116 h 185"/>
              <a:gd name="T40" fmla="*/ 176 w 184"/>
              <a:gd name="T41" fmla="*/ 108 h 185"/>
              <a:gd name="T42" fmla="*/ 173 w 184"/>
              <a:gd name="T43" fmla="*/ 101 h 185"/>
              <a:gd name="T44" fmla="*/ 90 w 184"/>
              <a:gd name="T45" fmla="*/ 17 h 185"/>
              <a:gd name="T46" fmla="*/ 67 w 184"/>
              <a:gd name="T47" fmla="*/ 8 h 185"/>
              <a:gd name="T48" fmla="*/ 19 w 184"/>
              <a:gd name="T49" fmla="*/ 8 h 185"/>
              <a:gd name="T50" fmla="*/ 41 w 184"/>
              <a:gd name="T51" fmla="*/ 60 h 185"/>
              <a:gd name="T52" fmla="*/ 22 w 184"/>
              <a:gd name="T53" fmla="*/ 41 h 185"/>
              <a:gd name="T54" fmla="*/ 41 w 184"/>
              <a:gd name="T55" fmla="*/ 22 h 185"/>
              <a:gd name="T56" fmla="*/ 60 w 184"/>
              <a:gd name="T57" fmla="*/ 41 h 185"/>
              <a:gd name="T58" fmla="*/ 41 w 184"/>
              <a:gd name="T59" fmla="*/ 60 h 185"/>
              <a:gd name="T60" fmla="*/ 41 w 184"/>
              <a:gd name="T61" fmla="*/ 30 h 185"/>
              <a:gd name="T62" fmla="*/ 30 w 184"/>
              <a:gd name="T63" fmla="*/ 41 h 185"/>
              <a:gd name="T64" fmla="*/ 41 w 184"/>
              <a:gd name="T65" fmla="*/ 52 h 185"/>
              <a:gd name="T66" fmla="*/ 52 w 184"/>
              <a:gd name="T67" fmla="*/ 41 h 185"/>
              <a:gd name="T68" fmla="*/ 41 w 184"/>
              <a:gd name="T69" fmla="*/ 30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4" h="185">
                <a:moveTo>
                  <a:pt x="108" y="185"/>
                </a:moveTo>
                <a:cubicBezTo>
                  <a:pt x="103" y="185"/>
                  <a:pt x="98" y="183"/>
                  <a:pt x="95" y="179"/>
                </a:cubicBezTo>
                <a:cubicBezTo>
                  <a:pt x="11" y="96"/>
                  <a:pt x="11" y="96"/>
                  <a:pt x="11" y="96"/>
                </a:cubicBezTo>
                <a:cubicBezTo>
                  <a:pt x="5" y="89"/>
                  <a:pt x="0" y="77"/>
                  <a:pt x="0" y="67"/>
                </a:cubicBezTo>
                <a:cubicBezTo>
                  <a:pt x="0" y="19"/>
                  <a:pt x="0" y="19"/>
                  <a:pt x="0" y="19"/>
                </a:cubicBezTo>
                <a:cubicBezTo>
                  <a:pt x="0" y="8"/>
                  <a:pt x="8" y="0"/>
                  <a:pt x="19" y="0"/>
                </a:cubicBezTo>
                <a:cubicBezTo>
                  <a:pt x="67" y="0"/>
                  <a:pt x="67" y="0"/>
                  <a:pt x="67" y="0"/>
                </a:cubicBezTo>
                <a:cubicBezTo>
                  <a:pt x="77" y="0"/>
                  <a:pt x="89" y="5"/>
                  <a:pt x="96" y="12"/>
                </a:cubicBezTo>
                <a:cubicBezTo>
                  <a:pt x="179" y="95"/>
                  <a:pt x="179" y="95"/>
                  <a:pt x="179" y="95"/>
                </a:cubicBezTo>
                <a:cubicBezTo>
                  <a:pt x="182" y="99"/>
                  <a:pt x="184" y="103"/>
                  <a:pt x="184" y="108"/>
                </a:cubicBezTo>
                <a:cubicBezTo>
                  <a:pt x="184" y="113"/>
                  <a:pt x="182" y="118"/>
                  <a:pt x="179" y="122"/>
                </a:cubicBezTo>
                <a:cubicBezTo>
                  <a:pt x="122" y="179"/>
                  <a:pt x="122" y="179"/>
                  <a:pt x="122" y="179"/>
                </a:cubicBezTo>
                <a:cubicBezTo>
                  <a:pt x="118" y="183"/>
                  <a:pt x="113" y="185"/>
                  <a:pt x="108" y="185"/>
                </a:cubicBezTo>
                <a:close/>
                <a:moveTo>
                  <a:pt x="19" y="8"/>
                </a:moveTo>
                <a:cubicBezTo>
                  <a:pt x="13" y="8"/>
                  <a:pt x="8" y="13"/>
                  <a:pt x="8" y="19"/>
                </a:cubicBezTo>
                <a:cubicBezTo>
                  <a:pt x="8" y="67"/>
                  <a:pt x="8" y="67"/>
                  <a:pt x="8" y="67"/>
                </a:cubicBezTo>
                <a:cubicBezTo>
                  <a:pt x="8" y="75"/>
                  <a:pt x="12" y="85"/>
                  <a:pt x="17" y="90"/>
                </a:cubicBezTo>
                <a:cubicBezTo>
                  <a:pt x="101" y="173"/>
                  <a:pt x="101" y="173"/>
                  <a:pt x="101" y="173"/>
                </a:cubicBezTo>
                <a:cubicBezTo>
                  <a:pt x="104" y="177"/>
                  <a:pt x="112" y="177"/>
                  <a:pt x="116" y="173"/>
                </a:cubicBezTo>
                <a:cubicBezTo>
                  <a:pt x="173" y="116"/>
                  <a:pt x="173" y="116"/>
                  <a:pt x="173" y="116"/>
                </a:cubicBezTo>
                <a:cubicBezTo>
                  <a:pt x="175" y="114"/>
                  <a:pt x="176" y="111"/>
                  <a:pt x="176" y="108"/>
                </a:cubicBezTo>
                <a:cubicBezTo>
                  <a:pt x="176" y="105"/>
                  <a:pt x="175" y="103"/>
                  <a:pt x="173" y="101"/>
                </a:cubicBezTo>
                <a:cubicBezTo>
                  <a:pt x="90" y="17"/>
                  <a:pt x="90" y="17"/>
                  <a:pt x="90" y="17"/>
                </a:cubicBezTo>
                <a:cubicBezTo>
                  <a:pt x="85" y="12"/>
                  <a:pt x="74" y="8"/>
                  <a:pt x="67" y="8"/>
                </a:cubicBezTo>
                <a:lnTo>
                  <a:pt x="19" y="8"/>
                </a:lnTo>
                <a:close/>
                <a:moveTo>
                  <a:pt x="41" y="60"/>
                </a:moveTo>
                <a:cubicBezTo>
                  <a:pt x="31" y="60"/>
                  <a:pt x="22" y="52"/>
                  <a:pt x="22" y="41"/>
                </a:cubicBezTo>
                <a:cubicBezTo>
                  <a:pt x="22" y="31"/>
                  <a:pt x="31" y="22"/>
                  <a:pt x="41" y="22"/>
                </a:cubicBezTo>
                <a:cubicBezTo>
                  <a:pt x="51" y="22"/>
                  <a:pt x="60" y="31"/>
                  <a:pt x="60" y="41"/>
                </a:cubicBezTo>
                <a:cubicBezTo>
                  <a:pt x="60" y="52"/>
                  <a:pt x="51" y="60"/>
                  <a:pt x="41" y="60"/>
                </a:cubicBezTo>
                <a:close/>
                <a:moveTo>
                  <a:pt x="41" y="30"/>
                </a:moveTo>
                <a:cubicBezTo>
                  <a:pt x="35" y="30"/>
                  <a:pt x="30" y="35"/>
                  <a:pt x="30" y="41"/>
                </a:cubicBezTo>
                <a:cubicBezTo>
                  <a:pt x="30" y="47"/>
                  <a:pt x="35" y="52"/>
                  <a:pt x="41" y="52"/>
                </a:cubicBezTo>
                <a:cubicBezTo>
                  <a:pt x="47" y="52"/>
                  <a:pt x="52" y="47"/>
                  <a:pt x="52" y="41"/>
                </a:cubicBezTo>
                <a:cubicBezTo>
                  <a:pt x="52" y="35"/>
                  <a:pt x="47" y="30"/>
                  <a:pt x="41" y="30"/>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3" name="Freeform 1152"/>
          <p:cNvSpPr>
            <a:spLocks noEditPoints="1"/>
          </p:cNvSpPr>
          <p:nvPr/>
        </p:nvSpPr>
        <p:spPr bwMode="auto">
          <a:xfrm>
            <a:off x="2557102" y="1167464"/>
            <a:ext cx="334700" cy="243501"/>
          </a:xfrm>
          <a:custGeom>
            <a:avLst/>
            <a:gdLst>
              <a:gd name="T0" fmla="*/ 101 w 183"/>
              <a:gd name="T1" fmla="*/ 133 h 133"/>
              <a:gd name="T2" fmla="*/ 32 w 183"/>
              <a:gd name="T3" fmla="*/ 133 h 133"/>
              <a:gd name="T4" fmla="*/ 0 w 183"/>
              <a:gd name="T5" fmla="*/ 101 h 133"/>
              <a:gd name="T6" fmla="*/ 0 w 183"/>
              <a:gd name="T7" fmla="*/ 32 h 133"/>
              <a:gd name="T8" fmla="*/ 32 w 183"/>
              <a:gd name="T9" fmla="*/ 0 h 133"/>
              <a:gd name="T10" fmla="*/ 101 w 183"/>
              <a:gd name="T11" fmla="*/ 0 h 133"/>
              <a:gd name="T12" fmla="*/ 133 w 183"/>
              <a:gd name="T13" fmla="*/ 32 h 133"/>
              <a:gd name="T14" fmla="*/ 133 w 183"/>
              <a:gd name="T15" fmla="*/ 39 h 133"/>
              <a:gd name="T16" fmla="*/ 165 w 183"/>
              <a:gd name="T17" fmla="*/ 6 h 133"/>
              <a:gd name="T18" fmla="*/ 173 w 183"/>
              <a:gd name="T19" fmla="*/ 3 h 133"/>
              <a:gd name="T20" fmla="*/ 177 w 183"/>
              <a:gd name="T21" fmla="*/ 4 h 133"/>
              <a:gd name="T22" fmla="*/ 183 w 183"/>
              <a:gd name="T23" fmla="*/ 14 h 133"/>
              <a:gd name="T24" fmla="*/ 183 w 183"/>
              <a:gd name="T25" fmla="*/ 120 h 133"/>
              <a:gd name="T26" fmla="*/ 177 w 183"/>
              <a:gd name="T27" fmla="*/ 129 h 133"/>
              <a:gd name="T28" fmla="*/ 173 w 183"/>
              <a:gd name="T29" fmla="*/ 130 h 133"/>
              <a:gd name="T30" fmla="*/ 165 w 183"/>
              <a:gd name="T31" fmla="*/ 127 h 133"/>
              <a:gd name="T32" fmla="*/ 133 w 183"/>
              <a:gd name="T33" fmla="*/ 94 h 133"/>
              <a:gd name="T34" fmla="*/ 133 w 183"/>
              <a:gd name="T35" fmla="*/ 101 h 133"/>
              <a:gd name="T36" fmla="*/ 101 w 183"/>
              <a:gd name="T37" fmla="*/ 133 h 133"/>
              <a:gd name="T38" fmla="*/ 32 w 183"/>
              <a:gd name="T39" fmla="*/ 8 h 133"/>
              <a:gd name="T40" fmla="*/ 8 w 183"/>
              <a:gd name="T41" fmla="*/ 32 h 133"/>
              <a:gd name="T42" fmla="*/ 8 w 183"/>
              <a:gd name="T43" fmla="*/ 101 h 133"/>
              <a:gd name="T44" fmla="*/ 32 w 183"/>
              <a:gd name="T45" fmla="*/ 125 h 133"/>
              <a:gd name="T46" fmla="*/ 101 w 183"/>
              <a:gd name="T47" fmla="*/ 125 h 133"/>
              <a:gd name="T48" fmla="*/ 125 w 183"/>
              <a:gd name="T49" fmla="*/ 101 h 133"/>
              <a:gd name="T50" fmla="*/ 125 w 183"/>
              <a:gd name="T51" fmla="*/ 75 h 133"/>
              <a:gd name="T52" fmla="*/ 171 w 183"/>
              <a:gd name="T53" fmla="*/ 121 h 133"/>
              <a:gd name="T54" fmla="*/ 173 w 183"/>
              <a:gd name="T55" fmla="*/ 122 h 133"/>
              <a:gd name="T56" fmla="*/ 174 w 183"/>
              <a:gd name="T57" fmla="*/ 122 h 133"/>
              <a:gd name="T58" fmla="*/ 175 w 183"/>
              <a:gd name="T59" fmla="*/ 120 h 133"/>
              <a:gd name="T60" fmla="*/ 175 w 183"/>
              <a:gd name="T61" fmla="*/ 14 h 133"/>
              <a:gd name="T62" fmla="*/ 174 w 183"/>
              <a:gd name="T63" fmla="*/ 11 h 133"/>
              <a:gd name="T64" fmla="*/ 171 w 183"/>
              <a:gd name="T65" fmla="*/ 12 h 133"/>
              <a:gd name="T66" fmla="*/ 125 w 183"/>
              <a:gd name="T67" fmla="*/ 58 h 133"/>
              <a:gd name="T68" fmla="*/ 125 w 183"/>
              <a:gd name="T69" fmla="*/ 32 h 133"/>
              <a:gd name="T70" fmla="*/ 101 w 183"/>
              <a:gd name="T71" fmla="*/ 8 h 133"/>
              <a:gd name="T72" fmla="*/ 32 w 183"/>
              <a:gd name="T73" fmla="*/ 8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83" h="133">
                <a:moveTo>
                  <a:pt x="101" y="133"/>
                </a:moveTo>
                <a:cubicBezTo>
                  <a:pt x="32" y="133"/>
                  <a:pt x="32" y="133"/>
                  <a:pt x="32" y="133"/>
                </a:cubicBezTo>
                <a:cubicBezTo>
                  <a:pt x="15" y="133"/>
                  <a:pt x="0" y="119"/>
                  <a:pt x="0" y="101"/>
                </a:cubicBezTo>
                <a:cubicBezTo>
                  <a:pt x="0" y="32"/>
                  <a:pt x="0" y="32"/>
                  <a:pt x="0" y="32"/>
                </a:cubicBezTo>
                <a:cubicBezTo>
                  <a:pt x="0" y="15"/>
                  <a:pt x="15" y="0"/>
                  <a:pt x="32" y="0"/>
                </a:cubicBezTo>
                <a:cubicBezTo>
                  <a:pt x="101" y="0"/>
                  <a:pt x="101" y="0"/>
                  <a:pt x="101" y="0"/>
                </a:cubicBezTo>
                <a:cubicBezTo>
                  <a:pt x="119" y="0"/>
                  <a:pt x="133" y="15"/>
                  <a:pt x="133" y="32"/>
                </a:cubicBezTo>
                <a:cubicBezTo>
                  <a:pt x="133" y="39"/>
                  <a:pt x="133" y="39"/>
                  <a:pt x="133" y="39"/>
                </a:cubicBezTo>
                <a:cubicBezTo>
                  <a:pt x="165" y="6"/>
                  <a:pt x="165" y="6"/>
                  <a:pt x="165" y="6"/>
                </a:cubicBezTo>
                <a:cubicBezTo>
                  <a:pt x="167" y="4"/>
                  <a:pt x="170" y="3"/>
                  <a:pt x="173" y="3"/>
                </a:cubicBezTo>
                <a:cubicBezTo>
                  <a:pt x="174" y="3"/>
                  <a:pt x="176" y="4"/>
                  <a:pt x="177" y="4"/>
                </a:cubicBezTo>
                <a:cubicBezTo>
                  <a:pt x="180" y="6"/>
                  <a:pt x="183" y="9"/>
                  <a:pt x="183" y="14"/>
                </a:cubicBezTo>
                <a:cubicBezTo>
                  <a:pt x="183" y="120"/>
                  <a:pt x="183" y="120"/>
                  <a:pt x="183" y="120"/>
                </a:cubicBezTo>
                <a:cubicBezTo>
                  <a:pt x="183" y="124"/>
                  <a:pt x="180" y="127"/>
                  <a:pt x="177" y="129"/>
                </a:cubicBezTo>
                <a:cubicBezTo>
                  <a:pt x="176" y="130"/>
                  <a:pt x="174" y="130"/>
                  <a:pt x="173" y="130"/>
                </a:cubicBezTo>
                <a:cubicBezTo>
                  <a:pt x="170" y="130"/>
                  <a:pt x="167" y="129"/>
                  <a:pt x="165" y="127"/>
                </a:cubicBezTo>
                <a:cubicBezTo>
                  <a:pt x="133" y="94"/>
                  <a:pt x="133" y="94"/>
                  <a:pt x="133" y="94"/>
                </a:cubicBezTo>
                <a:cubicBezTo>
                  <a:pt x="133" y="101"/>
                  <a:pt x="133" y="101"/>
                  <a:pt x="133" y="101"/>
                </a:cubicBezTo>
                <a:cubicBezTo>
                  <a:pt x="133" y="119"/>
                  <a:pt x="119" y="133"/>
                  <a:pt x="101" y="133"/>
                </a:cubicBezTo>
                <a:close/>
                <a:moveTo>
                  <a:pt x="32" y="8"/>
                </a:moveTo>
                <a:cubicBezTo>
                  <a:pt x="19" y="8"/>
                  <a:pt x="8" y="19"/>
                  <a:pt x="8" y="32"/>
                </a:cubicBezTo>
                <a:cubicBezTo>
                  <a:pt x="8" y="101"/>
                  <a:pt x="8" y="101"/>
                  <a:pt x="8" y="101"/>
                </a:cubicBezTo>
                <a:cubicBezTo>
                  <a:pt x="8" y="114"/>
                  <a:pt x="19" y="125"/>
                  <a:pt x="32" y="125"/>
                </a:cubicBezTo>
                <a:cubicBezTo>
                  <a:pt x="101" y="125"/>
                  <a:pt x="101" y="125"/>
                  <a:pt x="101" y="125"/>
                </a:cubicBezTo>
                <a:cubicBezTo>
                  <a:pt x="114" y="125"/>
                  <a:pt x="125" y="114"/>
                  <a:pt x="125" y="101"/>
                </a:cubicBezTo>
                <a:cubicBezTo>
                  <a:pt x="125" y="75"/>
                  <a:pt x="125" y="75"/>
                  <a:pt x="125" y="75"/>
                </a:cubicBezTo>
                <a:cubicBezTo>
                  <a:pt x="171" y="121"/>
                  <a:pt x="171" y="121"/>
                  <a:pt x="171" y="121"/>
                </a:cubicBezTo>
                <a:cubicBezTo>
                  <a:pt x="171" y="121"/>
                  <a:pt x="172" y="122"/>
                  <a:pt x="173" y="122"/>
                </a:cubicBezTo>
                <a:cubicBezTo>
                  <a:pt x="173" y="122"/>
                  <a:pt x="173" y="122"/>
                  <a:pt x="174" y="122"/>
                </a:cubicBezTo>
                <a:cubicBezTo>
                  <a:pt x="174" y="121"/>
                  <a:pt x="175" y="121"/>
                  <a:pt x="175" y="120"/>
                </a:cubicBezTo>
                <a:cubicBezTo>
                  <a:pt x="175" y="14"/>
                  <a:pt x="175" y="14"/>
                  <a:pt x="175" y="14"/>
                </a:cubicBezTo>
                <a:cubicBezTo>
                  <a:pt x="175" y="13"/>
                  <a:pt x="174" y="12"/>
                  <a:pt x="174" y="11"/>
                </a:cubicBezTo>
                <a:cubicBezTo>
                  <a:pt x="172" y="11"/>
                  <a:pt x="171" y="12"/>
                  <a:pt x="171" y="12"/>
                </a:cubicBezTo>
                <a:cubicBezTo>
                  <a:pt x="125" y="58"/>
                  <a:pt x="125" y="58"/>
                  <a:pt x="125" y="58"/>
                </a:cubicBezTo>
                <a:cubicBezTo>
                  <a:pt x="125" y="32"/>
                  <a:pt x="125" y="32"/>
                  <a:pt x="125" y="32"/>
                </a:cubicBezTo>
                <a:cubicBezTo>
                  <a:pt x="125" y="19"/>
                  <a:pt x="114" y="8"/>
                  <a:pt x="101" y="8"/>
                </a:cubicBezTo>
                <a:lnTo>
                  <a:pt x="32" y="8"/>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4" name="Freeform 1153"/>
          <p:cNvSpPr>
            <a:spLocks noEditPoints="1"/>
          </p:cNvSpPr>
          <p:nvPr/>
        </p:nvSpPr>
        <p:spPr bwMode="auto">
          <a:xfrm>
            <a:off x="3093352" y="637023"/>
            <a:ext cx="218877" cy="321020"/>
          </a:xfrm>
          <a:custGeom>
            <a:avLst/>
            <a:gdLst>
              <a:gd name="T0" fmla="*/ 60 w 120"/>
              <a:gd name="T1" fmla="*/ 176 h 176"/>
              <a:gd name="T2" fmla="*/ 44 w 120"/>
              <a:gd name="T3" fmla="*/ 166 h 176"/>
              <a:gd name="T4" fmla="*/ 4 w 120"/>
              <a:gd name="T5" fmla="*/ 81 h 176"/>
              <a:gd name="T6" fmla="*/ 0 w 120"/>
              <a:gd name="T7" fmla="*/ 60 h 176"/>
              <a:gd name="T8" fmla="*/ 60 w 120"/>
              <a:gd name="T9" fmla="*/ 0 h 176"/>
              <a:gd name="T10" fmla="*/ 120 w 120"/>
              <a:gd name="T11" fmla="*/ 60 h 176"/>
              <a:gd name="T12" fmla="*/ 116 w 120"/>
              <a:gd name="T13" fmla="*/ 81 h 176"/>
              <a:gd name="T14" fmla="*/ 76 w 120"/>
              <a:gd name="T15" fmla="*/ 166 h 176"/>
              <a:gd name="T16" fmla="*/ 60 w 120"/>
              <a:gd name="T17" fmla="*/ 176 h 176"/>
              <a:gd name="T18" fmla="*/ 60 w 120"/>
              <a:gd name="T19" fmla="*/ 8 h 176"/>
              <a:gd name="T20" fmla="*/ 8 w 120"/>
              <a:gd name="T21" fmla="*/ 60 h 176"/>
              <a:gd name="T22" fmla="*/ 11 w 120"/>
              <a:gd name="T23" fmla="*/ 78 h 176"/>
              <a:gd name="T24" fmla="*/ 51 w 120"/>
              <a:gd name="T25" fmla="*/ 163 h 176"/>
              <a:gd name="T26" fmla="*/ 60 w 120"/>
              <a:gd name="T27" fmla="*/ 168 h 176"/>
              <a:gd name="T28" fmla="*/ 69 w 120"/>
              <a:gd name="T29" fmla="*/ 163 h 176"/>
              <a:gd name="T30" fmla="*/ 108 w 120"/>
              <a:gd name="T31" fmla="*/ 78 h 176"/>
              <a:gd name="T32" fmla="*/ 112 w 120"/>
              <a:gd name="T33" fmla="*/ 60 h 176"/>
              <a:gd name="T34" fmla="*/ 60 w 120"/>
              <a:gd name="T35" fmla="*/ 8 h 176"/>
              <a:gd name="T36" fmla="*/ 60 w 120"/>
              <a:gd name="T37" fmla="*/ 92 h 176"/>
              <a:gd name="T38" fmla="*/ 28 w 120"/>
              <a:gd name="T39" fmla="*/ 60 h 176"/>
              <a:gd name="T40" fmla="*/ 60 w 120"/>
              <a:gd name="T41" fmla="*/ 28 h 176"/>
              <a:gd name="T42" fmla="*/ 92 w 120"/>
              <a:gd name="T43" fmla="*/ 60 h 176"/>
              <a:gd name="T44" fmla="*/ 60 w 120"/>
              <a:gd name="T45" fmla="*/ 92 h 176"/>
              <a:gd name="T46" fmla="*/ 60 w 120"/>
              <a:gd name="T47" fmla="*/ 36 h 176"/>
              <a:gd name="T48" fmla="*/ 36 w 120"/>
              <a:gd name="T49" fmla="*/ 60 h 176"/>
              <a:gd name="T50" fmla="*/ 60 w 120"/>
              <a:gd name="T51" fmla="*/ 84 h 176"/>
              <a:gd name="T52" fmla="*/ 84 w 120"/>
              <a:gd name="T53" fmla="*/ 60 h 176"/>
              <a:gd name="T54" fmla="*/ 60 w 120"/>
              <a:gd name="T55" fmla="*/ 3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0" h="176">
                <a:moveTo>
                  <a:pt x="60" y="176"/>
                </a:moveTo>
                <a:cubicBezTo>
                  <a:pt x="53" y="176"/>
                  <a:pt x="46" y="172"/>
                  <a:pt x="44" y="166"/>
                </a:cubicBezTo>
                <a:cubicBezTo>
                  <a:pt x="4" y="81"/>
                  <a:pt x="4" y="81"/>
                  <a:pt x="4" y="81"/>
                </a:cubicBezTo>
                <a:cubicBezTo>
                  <a:pt x="1" y="76"/>
                  <a:pt x="0" y="69"/>
                  <a:pt x="0" y="60"/>
                </a:cubicBezTo>
                <a:cubicBezTo>
                  <a:pt x="0" y="27"/>
                  <a:pt x="27" y="0"/>
                  <a:pt x="60" y="0"/>
                </a:cubicBezTo>
                <a:cubicBezTo>
                  <a:pt x="93" y="0"/>
                  <a:pt x="120" y="27"/>
                  <a:pt x="120" y="60"/>
                </a:cubicBezTo>
                <a:cubicBezTo>
                  <a:pt x="120" y="69"/>
                  <a:pt x="118" y="76"/>
                  <a:pt x="116" y="81"/>
                </a:cubicBezTo>
                <a:cubicBezTo>
                  <a:pt x="76" y="166"/>
                  <a:pt x="76" y="166"/>
                  <a:pt x="76" y="166"/>
                </a:cubicBezTo>
                <a:cubicBezTo>
                  <a:pt x="73" y="172"/>
                  <a:pt x="67" y="176"/>
                  <a:pt x="60" y="176"/>
                </a:cubicBezTo>
                <a:close/>
                <a:moveTo>
                  <a:pt x="60" y="8"/>
                </a:moveTo>
                <a:cubicBezTo>
                  <a:pt x="31" y="8"/>
                  <a:pt x="8" y="32"/>
                  <a:pt x="8" y="60"/>
                </a:cubicBezTo>
                <a:cubicBezTo>
                  <a:pt x="8" y="68"/>
                  <a:pt x="9" y="73"/>
                  <a:pt x="11" y="78"/>
                </a:cubicBezTo>
                <a:cubicBezTo>
                  <a:pt x="51" y="163"/>
                  <a:pt x="51" y="163"/>
                  <a:pt x="51" y="163"/>
                </a:cubicBezTo>
                <a:cubicBezTo>
                  <a:pt x="52" y="166"/>
                  <a:pt x="56" y="168"/>
                  <a:pt x="60" y="168"/>
                </a:cubicBezTo>
                <a:cubicBezTo>
                  <a:pt x="64" y="168"/>
                  <a:pt x="67" y="166"/>
                  <a:pt x="69" y="163"/>
                </a:cubicBezTo>
                <a:cubicBezTo>
                  <a:pt x="108" y="78"/>
                  <a:pt x="108" y="78"/>
                  <a:pt x="108" y="78"/>
                </a:cubicBezTo>
                <a:cubicBezTo>
                  <a:pt x="111" y="73"/>
                  <a:pt x="112" y="68"/>
                  <a:pt x="112" y="60"/>
                </a:cubicBezTo>
                <a:cubicBezTo>
                  <a:pt x="112" y="32"/>
                  <a:pt x="88" y="8"/>
                  <a:pt x="60" y="8"/>
                </a:cubicBezTo>
                <a:close/>
                <a:moveTo>
                  <a:pt x="60" y="92"/>
                </a:moveTo>
                <a:cubicBezTo>
                  <a:pt x="42" y="92"/>
                  <a:pt x="28" y="78"/>
                  <a:pt x="28" y="60"/>
                </a:cubicBezTo>
                <a:cubicBezTo>
                  <a:pt x="28" y="43"/>
                  <a:pt x="42" y="28"/>
                  <a:pt x="60" y="28"/>
                </a:cubicBezTo>
                <a:cubicBezTo>
                  <a:pt x="77" y="28"/>
                  <a:pt x="92" y="43"/>
                  <a:pt x="92" y="60"/>
                </a:cubicBezTo>
                <a:cubicBezTo>
                  <a:pt x="92" y="78"/>
                  <a:pt x="77" y="92"/>
                  <a:pt x="60" y="92"/>
                </a:cubicBezTo>
                <a:close/>
                <a:moveTo>
                  <a:pt x="60" y="36"/>
                </a:moveTo>
                <a:cubicBezTo>
                  <a:pt x="46" y="36"/>
                  <a:pt x="36" y="47"/>
                  <a:pt x="36" y="60"/>
                </a:cubicBezTo>
                <a:cubicBezTo>
                  <a:pt x="36" y="73"/>
                  <a:pt x="46" y="84"/>
                  <a:pt x="60" y="84"/>
                </a:cubicBezTo>
                <a:cubicBezTo>
                  <a:pt x="73" y="84"/>
                  <a:pt x="84" y="73"/>
                  <a:pt x="84" y="60"/>
                </a:cubicBezTo>
                <a:cubicBezTo>
                  <a:pt x="84" y="47"/>
                  <a:pt x="73" y="36"/>
                  <a:pt x="60" y="36"/>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5" name="Freeform 1154"/>
          <p:cNvSpPr>
            <a:spLocks noEditPoints="1"/>
          </p:cNvSpPr>
          <p:nvPr/>
        </p:nvSpPr>
        <p:spPr bwMode="auto">
          <a:xfrm>
            <a:off x="3054592" y="1141928"/>
            <a:ext cx="296397" cy="294573"/>
          </a:xfrm>
          <a:custGeom>
            <a:avLst/>
            <a:gdLst>
              <a:gd name="T0" fmla="*/ 56 w 162"/>
              <a:gd name="T1" fmla="*/ 161 h 161"/>
              <a:gd name="T2" fmla="*/ 56 w 162"/>
              <a:gd name="T3" fmla="*/ 161 h 161"/>
              <a:gd name="T4" fmla="*/ 50 w 162"/>
              <a:gd name="T5" fmla="*/ 158 h 161"/>
              <a:gd name="T6" fmla="*/ 30 w 162"/>
              <a:gd name="T7" fmla="*/ 131 h 161"/>
              <a:gd name="T8" fmla="*/ 3 w 162"/>
              <a:gd name="T9" fmla="*/ 111 h 161"/>
              <a:gd name="T10" fmla="*/ 0 w 162"/>
              <a:gd name="T11" fmla="*/ 105 h 161"/>
              <a:gd name="T12" fmla="*/ 2 w 162"/>
              <a:gd name="T13" fmla="*/ 100 h 161"/>
              <a:gd name="T14" fmla="*/ 13 w 162"/>
              <a:gd name="T15" fmla="*/ 89 h 161"/>
              <a:gd name="T16" fmla="*/ 18 w 162"/>
              <a:gd name="T17" fmla="*/ 87 h 161"/>
              <a:gd name="T18" fmla="*/ 20 w 162"/>
              <a:gd name="T19" fmla="*/ 87 h 161"/>
              <a:gd name="T20" fmla="*/ 39 w 162"/>
              <a:gd name="T21" fmla="*/ 92 h 161"/>
              <a:gd name="T22" fmla="*/ 62 w 162"/>
              <a:gd name="T23" fmla="*/ 69 h 161"/>
              <a:gd name="T24" fmla="*/ 11 w 162"/>
              <a:gd name="T25" fmla="*/ 41 h 161"/>
              <a:gd name="T26" fmla="*/ 7 w 162"/>
              <a:gd name="T27" fmla="*/ 36 h 161"/>
              <a:gd name="T28" fmla="*/ 9 w 162"/>
              <a:gd name="T29" fmla="*/ 29 h 161"/>
              <a:gd name="T30" fmla="*/ 23 w 162"/>
              <a:gd name="T31" fmla="*/ 15 h 161"/>
              <a:gd name="T32" fmla="*/ 30 w 162"/>
              <a:gd name="T33" fmla="*/ 13 h 161"/>
              <a:gd name="T34" fmla="*/ 101 w 162"/>
              <a:gd name="T35" fmla="*/ 30 h 161"/>
              <a:gd name="T36" fmla="*/ 116 w 162"/>
              <a:gd name="T37" fmla="*/ 14 h 161"/>
              <a:gd name="T38" fmla="*/ 146 w 162"/>
              <a:gd name="T39" fmla="*/ 0 h 161"/>
              <a:gd name="T40" fmla="*/ 157 w 162"/>
              <a:gd name="T41" fmla="*/ 4 h 161"/>
              <a:gd name="T42" fmla="*/ 159 w 162"/>
              <a:gd name="T43" fmla="*/ 24 h 161"/>
              <a:gd name="T44" fmla="*/ 147 w 162"/>
              <a:gd name="T45" fmla="*/ 44 h 161"/>
              <a:gd name="T46" fmla="*/ 131 w 162"/>
              <a:gd name="T47" fmla="*/ 61 h 161"/>
              <a:gd name="T48" fmla="*/ 148 w 162"/>
              <a:gd name="T49" fmla="*/ 134 h 161"/>
              <a:gd name="T50" fmla="*/ 145 w 162"/>
              <a:gd name="T51" fmla="*/ 142 h 161"/>
              <a:gd name="T52" fmla="*/ 131 w 162"/>
              <a:gd name="T53" fmla="*/ 153 h 161"/>
              <a:gd name="T54" fmla="*/ 126 w 162"/>
              <a:gd name="T55" fmla="*/ 154 h 161"/>
              <a:gd name="T56" fmla="*/ 124 w 162"/>
              <a:gd name="T57" fmla="*/ 154 h 161"/>
              <a:gd name="T58" fmla="*/ 120 w 162"/>
              <a:gd name="T59" fmla="*/ 150 h 161"/>
              <a:gd name="T60" fmla="*/ 92 w 162"/>
              <a:gd name="T61" fmla="*/ 99 h 161"/>
              <a:gd name="T62" fmla="*/ 69 w 162"/>
              <a:gd name="T63" fmla="*/ 122 h 161"/>
              <a:gd name="T64" fmla="*/ 74 w 162"/>
              <a:gd name="T65" fmla="*/ 141 h 161"/>
              <a:gd name="T66" fmla="*/ 72 w 162"/>
              <a:gd name="T67" fmla="*/ 148 h 161"/>
              <a:gd name="T68" fmla="*/ 62 w 162"/>
              <a:gd name="T69" fmla="*/ 159 h 161"/>
              <a:gd name="T70" fmla="*/ 56 w 162"/>
              <a:gd name="T71" fmla="*/ 161 h 161"/>
              <a:gd name="T72" fmla="*/ 8 w 162"/>
              <a:gd name="T73" fmla="*/ 105 h 161"/>
              <a:gd name="T74" fmla="*/ 36 w 162"/>
              <a:gd name="T75" fmla="*/ 126 h 161"/>
              <a:gd name="T76" fmla="*/ 56 w 162"/>
              <a:gd name="T77" fmla="*/ 153 h 161"/>
              <a:gd name="T78" fmla="*/ 66 w 162"/>
              <a:gd name="T79" fmla="*/ 143 h 161"/>
              <a:gd name="T80" fmla="*/ 60 w 162"/>
              <a:gd name="T81" fmla="*/ 120 h 161"/>
              <a:gd name="T82" fmla="*/ 94 w 162"/>
              <a:gd name="T83" fmla="*/ 86 h 161"/>
              <a:gd name="T84" fmla="*/ 126 w 162"/>
              <a:gd name="T85" fmla="*/ 146 h 161"/>
              <a:gd name="T86" fmla="*/ 140 w 162"/>
              <a:gd name="T87" fmla="*/ 136 h 161"/>
              <a:gd name="T88" fmla="*/ 122 w 162"/>
              <a:gd name="T89" fmla="*/ 58 h 161"/>
              <a:gd name="T90" fmla="*/ 141 w 162"/>
              <a:gd name="T91" fmla="*/ 39 h 161"/>
              <a:gd name="T92" fmla="*/ 152 w 162"/>
              <a:gd name="T93" fmla="*/ 22 h 161"/>
              <a:gd name="T94" fmla="*/ 151 w 162"/>
              <a:gd name="T95" fmla="*/ 10 h 161"/>
              <a:gd name="T96" fmla="*/ 146 w 162"/>
              <a:gd name="T97" fmla="*/ 8 h 161"/>
              <a:gd name="T98" fmla="*/ 122 w 162"/>
              <a:gd name="T99" fmla="*/ 20 h 161"/>
              <a:gd name="T100" fmla="*/ 103 w 162"/>
              <a:gd name="T101" fmla="*/ 39 h 161"/>
              <a:gd name="T102" fmla="*/ 28 w 162"/>
              <a:gd name="T103" fmla="*/ 21 h 161"/>
              <a:gd name="T104" fmla="*/ 15 w 162"/>
              <a:gd name="T105" fmla="*/ 35 h 161"/>
              <a:gd name="T106" fmla="*/ 75 w 162"/>
              <a:gd name="T107" fmla="*/ 67 h 161"/>
              <a:gd name="T108" fmla="*/ 41 w 162"/>
              <a:gd name="T109" fmla="*/ 101 h 161"/>
              <a:gd name="T110" fmla="*/ 18 w 162"/>
              <a:gd name="T111" fmla="*/ 95 h 161"/>
              <a:gd name="T112" fmla="*/ 8 w 162"/>
              <a:gd name="T113" fmla="*/ 105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2" h="161">
                <a:moveTo>
                  <a:pt x="56" y="161"/>
                </a:moveTo>
                <a:cubicBezTo>
                  <a:pt x="56" y="161"/>
                  <a:pt x="56" y="161"/>
                  <a:pt x="56" y="161"/>
                </a:cubicBezTo>
                <a:cubicBezTo>
                  <a:pt x="53" y="161"/>
                  <a:pt x="52" y="160"/>
                  <a:pt x="50" y="158"/>
                </a:cubicBezTo>
                <a:cubicBezTo>
                  <a:pt x="30" y="131"/>
                  <a:pt x="30" y="131"/>
                  <a:pt x="30" y="131"/>
                </a:cubicBezTo>
                <a:cubicBezTo>
                  <a:pt x="3" y="111"/>
                  <a:pt x="3" y="111"/>
                  <a:pt x="3" y="111"/>
                </a:cubicBezTo>
                <a:cubicBezTo>
                  <a:pt x="1" y="110"/>
                  <a:pt x="0" y="108"/>
                  <a:pt x="0" y="105"/>
                </a:cubicBezTo>
                <a:cubicBezTo>
                  <a:pt x="0" y="103"/>
                  <a:pt x="0" y="101"/>
                  <a:pt x="2" y="100"/>
                </a:cubicBezTo>
                <a:cubicBezTo>
                  <a:pt x="13" y="89"/>
                  <a:pt x="13" y="89"/>
                  <a:pt x="13" y="89"/>
                </a:cubicBezTo>
                <a:cubicBezTo>
                  <a:pt x="14" y="87"/>
                  <a:pt x="16" y="87"/>
                  <a:pt x="18" y="87"/>
                </a:cubicBezTo>
                <a:cubicBezTo>
                  <a:pt x="18" y="87"/>
                  <a:pt x="19" y="87"/>
                  <a:pt x="20" y="87"/>
                </a:cubicBezTo>
                <a:cubicBezTo>
                  <a:pt x="39" y="92"/>
                  <a:pt x="39" y="92"/>
                  <a:pt x="39" y="92"/>
                </a:cubicBezTo>
                <a:cubicBezTo>
                  <a:pt x="62" y="69"/>
                  <a:pt x="62" y="69"/>
                  <a:pt x="62" y="69"/>
                </a:cubicBezTo>
                <a:cubicBezTo>
                  <a:pt x="11" y="41"/>
                  <a:pt x="11" y="41"/>
                  <a:pt x="11" y="41"/>
                </a:cubicBezTo>
                <a:cubicBezTo>
                  <a:pt x="9" y="40"/>
                  <a:pt x="7" y="38"/>
                  <a:pt x="7" y="36"/>
                </a:cubicBezTo>
                <a:cubicBezTo>
                  <a:pt x="7" y="33"/>
                  <a:pt x="7" y="31"/>
                  <a:pt x="9" y="29"/>
                </a:cubicBezTo>
                <a:cubicBezTo>
                  <a:pt x="23" y="15"/>
                  <a:pt x="23" y="15"/>
                  <a:pt x="23" y="15"/>
                </a:cubicBezTo>
                <a:cubicBezTo>
                  <a:pt x="25" y="13"/>
                  <a:pt x="28" y="13"/>
                  <a:pt x="30" y="13"/>
                </a:cubicBezTo>
                <a:cubicBezTo>
                  <a:pt x="101" y="30"/>
                  <a:pt x="101" y="30"/>
                  <a:pt x="101" y="30"/>
                </a:cubicBezTo>
                <a:cubicBezTo>
                  <a:pt x="116" y="14"/>
                  <a:pt x="116" y="14"/>
                  <a:pt x="116" y="14"/>
                </a:cubicBezTo>
                <a:cubicBezTo>
                  <a:pt x="125" y="6"/>
                  <a:pt x="137" y="0"/>
                  <a:pt x="146" y="0"/>
                </a:cubicBezTo>
                <a:cubicBezTo>
                  <a:pt x="151" y="0"/>
                  <a:pt x="154" y="1"/>
                  <a:pt x="157" y="4"/>
                </a:cubicBezTo>
                <a:cubicBezTo>
                  <a:pt x="161" y="8"/>
                  <a:pt x="162" y="15"/>
                  <a:pt x="159" y="24"/>
                </a:cubicBezTo>
                <a:cubicBezTo>
                  <a:pt x="157" y="31"/>
                  <a:pt x="152" y="39"/>
                  <a:pt x="147" y="44"/>
                </a:cubicBezTo>
                <a:cubicBezTo>
                  <a:pt x="131" y="61"/>
                  <a:pt x="131" y="61"/>
                  <a:pt x="131" y="61"/>
                </a:cubicBezTo>
                <a:cubicBezTo>
                  <a:pt x="148" y="134"/>
                  <a:pt x="148" y="134"/>
                  <a:pt x="148" y="134"/>
                </a:cubicBezTo>
                <a:cubicBezTo>
                  <a:pt x="148" y="137"/>
                  <a:pt x="147" y="140"/>
                  <a:pt x="145" y="142"/>
                </a:cubicBezTo>
                <a:cubicBezTo>
                  <a:pt x="131" y="153"/>
                  <a:pt x="131" y="153"/>
                  <a:pt x="131" y="153"/>
                </a:cubicBezTo>
                <a:cubicBezTo>
                  <a:pt x="130" y="153"/>
                  <a:pt x="128" y="154"/>
                  <a:pt x="126" y="154"/>
                </a:cubicBezTo>
                <a:cubicBezTo>
                  <a:pt x="126" y="154"/>
                  <a:pt x="125" y="154"/>
                  <a:pt x="124" y="154"/>
                </a:cubicBezTo>
                <a:cubicBezTo>
                  <a:pt x="122" y="153"/>
                  <a:pt x="120" y="152"/>
                  <a:pt x="120" y="150"/>
                </a:cubicBezTo>
                <a:cubicBezTo>
                  <a:pt x="92" y="99"/>
                  <a:pt x="92" y="99"/>
                  <a:pt x="92" y="99"/>
                </a:cubicBezTo>
                <a:cubicBezTo>
                  <a:pt x="69" y="122"/>
                  <a:pt x="69" y="122"/>
                  <a:pt x="69" y="122"/>
                </a:cubicBezTo>
                <a:cubicBezTo>
                  <a:pt x="74" y="141"/>
                  <a:pt x="74" y="141"/>
                  <a:pt x="74" y="141"/>
                </a:cubicBezTo>
                <a:cubicBezTo>
                  <a:pt x="75" y="144"/>
                  <a:pt x="74" y="146"/>
                  <a:pt x="72" y="148"/>
                </a:cubicBezTo>
                <a:cubicBezTo>
                  <a:pt x="62" y="159"/>
                  <a:pt x="62" y="159"/>
                  <a:pt x="62" y="159"/>
                </a:cubicBezTo>
                <a:cubicBezTo>
                  <a:pt x="60" y="160"/>
                  <a:pt x="58" y="161"/>
                  <a:pt x="56" y="161"/>
                </a:cubicBezTo>
                <a:close/>
                <a:moveTo>
                  <a:pt x="8" y="105"/>
                </a:moveTo>
                <a:cubicBezTo>
                  <a:pt x="36" y="126"/>
                  <a:pt x="36" y="126"/>
                  <a:pt x="36" y="126"/>
                </a:cubicBezTo>
                <a:cubicBezTo>
                  <a:pt x="56" y="153"/>
                  <a:pt x="56" y="153"/>
                  <a:pt x="56" y="153"/>
                </a:cubicBezTo>
                <a:cubicBezTo>
                  <a:pt x="66" y="143"/>
                  <a:pt x="66" y="143"/>
                  <a:pt x="66" y="143"/>
                </a:cubicBezTo>
                <a:cubicBezTo>
                  <a:pt x="60" y="120"/>
                  <a:pt x="60" y="120"/>
                  <a:pt x="60" y="120"/>
                </a:cubicBezTo>
                <a:cubicBezTo>
                  <a:pt x="94" y="86"/>
                  <a:pt x="94" y="86"/>
                  <a:pt x="94" y="86"/>
                </a:cubicBezTo>
                <a:cubicBezTo>
                  <a:pt x="126" y="146"/>
                  <a:pt x="126" y="146"/>
                  <a:pt x="126" y="146"/>
                </a:cubicBezTo>
                <a:cubicBezTo>
                  <a:pt x="140" y="136"/>
                  <a:pt x="140" y="136"/>
                  <a:pt x="140" y="136"/>
                </a:cubicBezTo>
                <a:cubicBezTo>
                  <a:pt x="122" y="58"/>
                  <a:pt x="122" y="58"/>
                  <a:pt x="122" y="58"/>
                </a:cubicBezTo>
                <a:cubicBezTo>
                  <a:pt x="141" y="39"/>
                  <a:pt x="141" y="39"/>
                  <a:pt x="141" y="39"/>
                </a:cubicBezTo>
                <a:cubicBezTo>
                  <a:pt x="146" y="34"/>
                  <a:pt x="150" y="28"/>
                  <a:pt x="152" y="22"/>
                </a:cubicBezTo>
                <a:cubicBezTo>
                  <a:pt x="154" y="16"/>
                  <a:pt x="153" y="12"/>
                  <a:pt x="151" y="10"/>
                </a:cubicBezTo>
                <a:cubicBezTo>
                  <a:pt x="150" y="8"/>
                  <a:pt x="149" y="8"/>
                  <a:pt x="146" y="8"/>
                </a:cubicBezTo>
                <a:cubicBezTo>
                  <a:pt x="139" y="8"/>
                  <a:pt x="129" y="13"/>
                  <a:pt x="122" y="20"/>
                </a:cubicBezTo>
                <a:cubicBezTo>
                  <a:pt x="103" y="39"/>
                  <a:pt x="103" y="39"/>
                  <a:pt x="103" y="39"/>
                </a:cubicBezTo>
                <a:cubicBezTo>
                  <a:pt x="28" y="21"/>
                  <a:pt x="28" y="21"/>
                  <a:pt x="28" y="21"/>
                </a:cubicBezTo>
                <a:cubicBezTo>
                  <a:pt x="15" y="35"/>
                  <a:pt x="15" y="35"/>
                  <a:pt x="15" y="35"/>
                </a:cubicBezTo>
                <a:cubicBezTo>
                  <a:pt x="75" y="67"/>
                  <a:pt x="75" y="67"/>
                  <a:pt x="75" y="67"/>
                </a:cubicBezTo>
                <a:cubicBezTo>
                  <a:pt x="41" y="101"/>
                  <a:pt x="41" y="101"/>
                  <a:pt x="41" y="101"/>
                </a:cubicBezTo>
                <a:cubicBezTo>
                  <a:pt x="18" y="95"/>
                  <a:pt x="18" y="95"/>
                  <a:pt x="18" y="95"/>
                </a:cubicBezTo>
                <a:lnTo>
                  <a:pt x="8" y="105"/>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6" name="Freeform 1160"/>
          <p:cNvSpPr>
            <a:spLocks noEditPoints="1"/>
          </p:cNvSpPr>
          <p:nvPr/>
        </p:nvSpPr>
        <p:spPr bwMode="auto">
          <a:xfrm>
            <a:off x="2070873" y="1156064"/>
            <a:ext cx="314637" cy="266301"/>
          </a:xfrm>
          <a:custGeom>
            <a:avLst/>
            <a:gdLst>
              <a:gd name="T0" fmla="*/ 126 w 172"/>
              <a:gd name="T1" fmla="*/ 129 h 146"/>
              <a:gd name="T2" fmla="*/ 69 w 172"/>
              <a:gd name="T3" fmla="*/ 121 h 146"/>
              <a:gd name="T4" fmla="*/ 54 w 172"/>
              <a:gd name="T5" fmla="*/ 146 h 146"/>
              <a:gd name="T6" fmla="*/ 42 w 172"/>
              <a:gd name="T7" fmla="*/ 119 h 146"/>
              <a:gd name="T8" fmla="*/ 43 w 172"/>
              <a:gd name="T9" fmla="*/ 98 h 146"/>
              <a:gd name="T10" fmla="*/ 27 w 172"/>
              <a:gd name="T11" fmla="*/ 20 h 146"/>
              <a:gd name="T12" fmla="*/ 0 w 172"/>
              <a:gd name="T13" fmla="*/ 10 h 146"/>
              <a:gd name="T14" fmla="*/ 36 w 172"/>
              <a:gd name="T15" fmla="*/ 0 h 146"/>
              <a:gd name="T16" fmla="*/ 161 w 172"/>
              <a:gd name="T17" fmla="*/ 12 h 146"/>
              <a:gd name="T18" fmla="*/ 172 w 172"/>
              <a:gd name="T19" fmla="*/ 73 h 146"/>
              <a:gd name="T20" fmla="*/ 64 w 172"/>
              <a:gd name="T21" fmla="*/ 95 h 146"/>
              <a:gd name="T22" fmla="*/ 64 w 172"/>
              <a:gd name="T23" fmla="*/ 100 h 146"/>
              <a:gd name="T24" fmla="*/ 159 w 172"/>
              <a:gd name="T25" fmla="*/ 111 h 146"/>
              <a:gd name="T26" fmla="*/ 159 w 172"/>
              <a:gd name="T27" fmla="*/ 129 h 146"/>
              <a:gd name="T28" fmla="*/ 143 w 172"/>
              <a:gd name="T29" fmla="*/ 121 h 146"/>
              <a:gd name="T30" fmla="*/ 143 w 172"/>
              <a:gd name="T31" fmla="*/ 138 h 146"/>
              <a:gd name="T32" fmla="*/ 143 w 172"/>
              <a:gd name="T33" fmla="*/ 121 h 146"/>
              <a:gd name="T34" fmla="*/ 46 w 172"/>
              <a:gd name="T35" fmla="*/ 129 h 146"/>
              <a:gd name="T36" fmla="*/ 63 w 172"/>
              <a:gd name="T37" fmla="*/ 129 h 146"/>
              <a:gd name="T38" fmla="*/ 143 w 172"/>
              <a:gd name="T39" fmla="*/ 113 h 146"/>
              <a:gd name="T40" fmla="*/ 151 w 172"/>
              <a:gd name="T41" fmla="*/ 111 h 146"/>
              <a:gd name="T42" fmla="*/ 52 w 172"/>
              <a:gd name="T43" fmla="*/ 108 h 146"/>
              <a:gd name="T44" fmla="*/ 57 w 172"/>
              <a:gd name="T45" fmla="*/ 98 h 146"/>
              <a:gd name="T46" fmla="*/ 56 w 172"/>
              <a:gd name="T47" fmla="*/ 92 h 146"/>
              <a:gd name="T48" fmla="*/ 162 w 172"/>
              <a:gd name="T49" fmla="*/ 75 h 146"/>
              <a:gd name="T50" fmla="*/ 164 w 172"/>
              <a:gd name="T51" fmla="*/ 22 h 146"/>
              <a:gd name="T52" fmla="*/ 40 w 172"/>
              <a:gd name="T53" fmla="*/ 20 h 146"/>
              <a:gd name="T54" fmla="*/ 39 w 172"/>
              <a:gd name="T55" fmla="*/ 15 h 146"/>
              <a:gd name="T56" fmla="*/ 10 w 172"/>
              <a:gd name="T57" fmla="*/ 8 h 146"/>
              <a:gd name="T58" fmla="*/ 10 w 172"/>
              <a:gd name="T59" fmla="*/ 12 h 146"/>
              <a:gd name="T60" fmla="*/ 52 w 172"/>
              <a:gd name="T61" fmla="*/ 98 h 146"/>
              <a:gd name="T62" fmla="*/ 50 w 172"/>
              <a:gd name="T63" fmla="*/ 102 h 146"/>
              <a:gd name="T64" fmla="*/ 48 w 172"/>
              <a:gd name="T65" fmla="*/ 113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2" h="146">
                <a:moveTo>
                  <a:pt x="143" y="146"/>
                </a:moveTo>
                <a:cubicBezTo>
                  <a:pt x="133" y="146"/>
                  <a:pt x="126" y="139"/>
                  <a:pt x="126" y="129"/>
                </a:cubicBezTo>
                <a:cubicBezTo>
                  <a:pt x="126" y="126"/>
                  <a:pt x="127" y="123"/>
                  <a:pt x="128" y="121"/>
                </a:cubicBezTo>
                <a:cubicBezTo>
                  <a:pt x="69" y="121"/>
                  <a:pt x="69" y="121"/>
                  <a:pt x="69" y="121"/>
                </a:cubicBezTo>
                <a:cubicBezTo>
                  <a:pt x="70" y="123"/>
                  <a:pt x="71" y="126"/>
                  <a:pt x="71" y="129"/>
                </a:cubicBezTo>
                <a:cubicBezTo>
                  <a:pt x="71" y="139"/>
                  <a:pt x="64" y="146"/>
                  <a:pt x="54" y="146"/>
                </a:cubicBezTo>
                <a:cubicBezTo>
                  <a:pt x="45" y="146"/>
                  <a:pt x="38" y="139"/>
                  <a:pt x="38" y="129"/>
                </a:cubicBezTo>
                <a:cubicBezTo>
                  <a:pt x="38" y="125"/>
                  <a:pt x="39" y="122"/>
                  <a:pt x="42" y="119"/>
                </a:cubicBezTo>
                <a:cubicBezTo>
                  <a:pt x="39" y="117"/>
                  <a:pt x="38" y="114"/>
                  <a:pt x="38" y="111"/>
                </a:cubicBezTo>
                <a:cubicBezTo>
                  <a:pt x="38" y="107"/>
                  <a:pt x="40" y="103"/>
                  <a:pt x="43" y="98"/>
                </a:cubicBezTo>
                <a:cubicBezTo>
                  <a:pt x="43" y="97"/>
                  <a:pt x="43" y="97"/>
                  <a:pt x="44" y="97"/>
                </a:cubicBezTo>
                <a:cubicBezTo>
                  <a:pt x="27" y="20"/>
                  <a:pt x="27" y="20"/>
                  <a:pt x="27" y="20"/>
                </a:cubicBezTo>
                <a:cubicBezTo>
                  <a:pt x="10" y="20"/>
                  <a:pt x="10" y="20"/>
                  <a:pt x="10" y="20"/>
                </a:cubicBezTo>
                <a:cubicBezTo>
                  <a:pt x="5" y="20"/>
                  <a:pt x="0" y="16"/>
                  <a:pt x="0" y="10"/>
                </a:cubicBezTo>
                <a:cubicBezTo>
                  <a:pt x="0" y="4"/>
                  <a:pt x="5" y="0"/>
                  <a:pt x="10" y="0"/>
                </a:cubicBezTo>
                <a:cubicBezTo>
                  <a:pt x="36" y="0"/>
                  <a:pt x="36" y="0"/>
                  <a:pt x="36" y="0"/>
                </a:cubicBezTo>
                <a:cubicBezTo>
                  <a:pt x="44" y="0"/>
                  <a:pt x="46" y="7"/>
                  <a:pt x="47" y="12"/>
                </a:cubicBezTo>
                <a:cubicBezTo>
                  <a:pt x="161" y="12"/>
                  <a:pt x="161" y="12"/>
                  <a:pt x="161" y="12"/>
                </a:cubicBezTo>
                <a:cubicBezTo>
                  <a:pt x="167" y="12"/>
                  <a:pt x="172" y="17"/>
                  <a:pt x="172" y="22"/>
                </a:cubicBezTo>
                <a:cubicBezTo>
                  <a:pt x="172" y="73"/>
                  <a:pt x="172" y="73"/>
                  <a:pt x="172" y="73"/>
                </a:cubicBezTo>
                <a:cubicBezTo>
                  <a:pt x="172" y="78"/>
                  <a:pt x="168" y="82"/>
                  <a:pt x="163" y="83"/>
                </a:cubicBezTo>
                <a:cubicBezTo>
                  <a:pt x="64" y="95"/>
                  <a:pt x="64" y="95"/>
                  <a:pt x="64" y="95"/>
                </a:cubicBezTo>
                <a:cubicBezTo>
                  <a:pt x="65" y="96"/>
                  <a:pt x="65" y="97"/>
                  <a:pt x="65" y="98"/>
                </a:cubicBezTo>
                <a:cubicBezTo>
                  <a:pt x="65" y="99"/>
                  <a:pt x="65" y="100"/>
                  <a:pt x="64" y="100"/>
                </a:cubicBezTo>
                <a:cubicBezTo>
                  <a:pt x="149" y="100"/>
                  <a:pt x="149" y="100"/>
                  <a:pt x="149" y="100"/>
                </a:cubicBezTo>
                <a:cubicBezTo>
                  <a:pt x="154" y="100"/>
                  <a:pt x="159" y="105"/>
                  <a:pt x="159" y="111"/>
                </a:cubicBezTo>
                <a:cubicBezTo>
                  <a:pt x="159" y="114"/>
                  <a:pt x="158" y="117"/>
                  <a:pt x="155" y="119"/>
                </a:cubicBezTo>
                <a:cubicBezTo>
                  <a:pt x="158" y="122"/>
                  <a:pt x="159" y="125"/>
                  <a:pt x="159" y="129"/>
                </a:cubicBezTo>
                <a:cubicBezTo>
                  <a:pt x="159" y="139"/>
                  <a:pt x="152" y="146"/>
                  <a:pt x="143" y="146"/>
                </a:cubicBezTo>
                <a:close/>
                <a:moveTo>
                  <a:pt x="143" y="121"/>
                </a:moveTo>
                <a:cubicBezTo>
                  <a:pt x="138" y="121"/>
                  <a:pt x="134" y="125"/>
                  <a:pt x="134" y="129"/>
                </a:cubicBezTo>
                <a:cubicBezTo>
                  <a:pt x="134" y="134"/>
                  <a:pt x="138" y="138"/>
                  <a:pt x="143" y="138"/>
                </a:cubicBezTo>
                <a:cubicBezTo>
                  <a:pt x="147" y="138"/>
                  <a:pt x="151" y="134"/>
                  <a:pt x="151" y="129"/>
                </a:cubicBezTo>
                <a:cubicBezTo>
                  <a:pt x="151" y="125"/>
                  <a:pt x="147" y="121"/>
                  <a:pt x="143" y="121"/>
                </a:cubicBezTo>
                <a:close/>
                <a:moveTo>
                  <a:pt x="54" y="121"/>
                </a:moveTo>
                <a:cubicBezTo>
                  <a:pt x="50" y="121"/>
                  <a:pt x="46" y="125"/>
                  <a:pt x="46" y="129"/>
                </a:cubicBezTo>
                <a:cubicBezTo>
                  <a:pt x="46" y="134"/>
                  <a:pt x="50" y="138"/>
                  <a:pt x="54" y="138"/>
                </a:cubicBezTo>
                <a:cubicBezTo>
                  <a:pt x="59" y="138"/>
                  <a:pt x="63" y="134"/>
                  <a:pt x="63" y="129"/>
                </a:cubicBezTo>
                <a:cubicBezTo>
                  <a:pt x="63" y="125"/>
                  <a:pt x="59" y="121"/>
                  <a:pt x="54" y="121"/>
                </a:cubicBezTo>
                <a:close/>
                <a:moveTo>
                  <a:pt x="143" y="113"/>
                </a:moveTo>
                <a:cubicBezTo>
                  <a:pt x="149" y="113"/>
                  <a:pt x="149" y="113"/>
                  <a:pt x="149" y="113"/>
                </a:cubicBezTo>
                <a:cubicBezTo>
                  <a:pt x="150" y="113"/>
                  <a:pt x="151" y="112"/>
                  <a:pt x="151" y="111"/>
                </a:cubicBezTo>
                <a:cubicBezTo>
                  <a:pt x="151" y="109"/>
                  <a:pt x="150" y="108"/>
                  <a:pt x="149" y="108"/>
                </a:cubicBezTo>
                <a:cubicBezTo>
                  <a:pt x="52" y="108"/>
                  <a:pt x="52" y="108"/>
                  <a:pt x="52" y="108"/>
                </a:cubicBezTo>
                <a:cubicBezTo>
                  <a:pt x="55" y="101"/>
                  <a:pt x="55" y="101"/>
                  <a:pt x="55" y="101"/>
                </a:cubicBezTo>
                <a:cubicBezTo>
                  <a:pt x="56" y="100"/>
                  <a:pt x="57" y="99"/>
                  <a:pt x="57" y="98"/>
                </a:cubicBezTo>
                <a:cubicBezTo>
                  <a:pt x="57" y="97"/>
                  <a:pt x="56" y="96"/>
                  <a:pt x="56" y="94"/>
                </a:cubicBezTo>
                <a:cubicBezTo>
                  <a:pt x="56" y="93"/>
                  <a:pt x="56" y="93"/>
                  <a:pt x="56" y="92"/>
                </a:cubicBezTo>
                <a:cubicBezTo>
                  <a:pt x="55" y="88"/>
                  <a:pt x="55" y="88"/>
                  <a:pt x="55" y="88"/>
                </a:cubicBezTo>
                <a:cubicBezTo>
                  <a:pt x="162" y="75"/>
                  <a:pt x="162" y="75"/>
                  <a:pt x="162" y="75"/>
                </a:cubicBezTo>
                <a:cubicBezTo>
                  <a:pt x="163" y="75"/>
                  <a:pt x="164" y="74"/>
                  <a:pt x="164" y="73"/>
                </a:cubicBezTo>
                <a:cubicBezTo>
                  <a:pt x="164" y="22"/>
                  <a:pt x="164" y="22"/>
                  <a:pt x="164" y="22"/>
                </a:cubicBezTo>
                <a:cubicBezTo>
                  <a:pt x="164" y="21"/>
                  <a:pt x="163" y="20"/>
                  <a:pt x="161" y="20"/>
                </a:cubicBezTo>
                <a:cubicBezTo>
                  <a:pt x="40" y="20"/>
                  <a:pt x="40" y="20"/>
                  <a:pt x="40" y="20"/>
                </a:cubicBezTo>
                <a:cubicBezTo>
                  <a:pt x="39" y="17"/>
                  <a:pt x="39" y="17"/>
                  <a:pt x="39" y="17"/>
                </a:cubicBezTo>
                <a:cubicBezTo>
                  <a:pt x="39" y="16"/>
                  <a:pt x="39" y="15"/>
                  <a:pt x="39" y="15"/>
                </a:cubicBezTo>
                <a:cubicBezTo>
                  <a:pt x="38" y="9"/>
                  <a:pt x="37" y="8"/>
                  <a:pt x="36" y="8"/>
                </a:cubicBezTo>
                <a:cubicBezTo>
                  <a:pt x="10" y="8"/>
                  <a:pt x="10" y="8"/>
                  <a:pt x="10" y="8"/>
                </a:cubicBezTo>
                <a:cubicBezTo>
                  <a:pt x="9" y="8"/>
                  <a:pt x="8" y="9"/>
                  <a:pt x="8" y="10"/>
                </a:cubicBezTo>
                <a:cubicBezTo>
                  <a:pt x="8" y="11"/>
                  <a:pt x="9" y="12"/>
                  <a:pt x="10" y="12"/>
                </a:cubicBezTo>
                <a:cubicBezTo>
                  <a:pt x="34" y="12"/>
                  <a:pt x="34" y="12"/>
                  <a:pt x="34" y="12"/>
                </a:cubicBezTo>
                <a:cubicBezTo>
                  <a:pt x="52" y="98"/>
                  <a:pt x="52" y="98"/>
                  <a:pt x="52" y="98"/>
                </a:cubicBezTo>
                <a:cubicBezTo>
                  <a:pt x="51" y="99"/>
                  <a:pt x="51" y="99"/>
                  <a:pt x="51" y="99"/>
                </a:cubicBezTo>
                <a:cubicBezTo>
                  <a:pt x="51" y="100"/>
                  <a:pt x="51" y="101"/>
                  <a:pt x="50" y="102"/>
                </a:cubicBezTo>
                <a:cubicBezTo>
                  <a:pt x="49" y="104"/>
                  <a:pt x="46" y="109"/>
                  <a:pt x="46" y="111"/>
                </a:cubicBezTo>
                <a:cubicBezTo>
                  <a:pt x="46" y="112"/>
                  <a:pt x="47" y="113"/>
                  <a:pt x="48" y="113"/>
                </a:cubicBezTo>
                <a:lnTo>
                  <a:pt x="143" y="113"/>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7" name="Freeform 1164"/>
          <p:cNvSpPr>
            <a:spLocks noEditPoints="1"/>
          </p:cNvSpPr>
          <p:nvPr/>
        </p:nvSpPr>
        <p:spPr bwMode="auto">
          <a:xfrm>
            <a:off x="163586" y="1135088"/>
            <a:ext cx="310077" cy="308253"/>
          </a:xfrm>
          <a:custGeom>
            <a:avLst/>
            <a:gdLst>
              <a:gd name="T0" fmla="*/ 100 w 170"/>
              <a:gd name="T1" fmla="*/ 169 h 169"/>
              <a:gd name="T2" fmla="*/ 92 w 170"/>
              <a:gd name="T3" fmla="*/ 166 h 169"/>
              <a:gd name="T4" fmla="*/ 63 w 170"/>
              <a:gd name="T5" fmla="*/ 136 h 169"/>
              <a:gd name="T6" fmla="*/ 59 w 170"/>
              <a:gd name="T7" fmla="*/ 128 h 169"/>
              <a:gd name="T8" fmla="*/ 59 w 170"/>
              <a:gd name="T9" fmla="*/ 75 h 169"/>
              <a:gd name="T10" fmla="*/ 4 w 170"/>
              <a:gd name="T11" fmla="*/ 19 h 169"/>
              <a:gd name="T12" fmla="*/ 2 w 170"/>
              <a:gd name="T13" fmla="*/ 7 h 169"/>
              <a:gd name="T14" fmla="*/ 12 w 170"/>
              <a:gd name="T15" fmla="*/ 0 h 169"/>
              <a:gd name="T16" fmla="*/ 158 w 170"/>
              <a:gd name="T17" fmla="*/ 0 h 169"/>
              <a:gd name="T18" fmla="*/ 169 w 170"/>
              <a:gd name="T19" fmla="*/ 7 h 169"/>
              <a:gd name="T20" fmla="*/ 166 w 170"/>
              <a:gd name="T21" fmla="*/ 20 h 169"/>
              <a:gd name="T22" fmla="*/ 111 w 170"/>
              <a:gd name="T23" fmla="*/ 75 h 169"/>
              <a:gd name="T24" fmla="*/ 111 w 170"/>
              <a:gd name="T25" fmla="*/ 158 h 169"/>
              <a:gd name="T26" fmla="*/ 104 w 170"/>
              <a:gd name="T27" fmla="*/ 168 h 169"/>
              <a:gd name="T28" fmla="*/ 100 w 170"/>
              <a:gd name="T29" fmla="*/ 169 h 169"/>
              <a:gd name="T30" fmla="*/ 12 w 170"/>
              <a:gd name="T31" fmla="*/ 8 h 169"/>
              <a:gd name="T32" fmla="*/ 9 w 170"/>
              <a:gd name="T33" fmla="*/ 10 h 169"/>
              <a:gd name="T34" fmla="*/ 10 w 170"/>
              <a:gd name="T35" fmla="*/ 14 h 169"/>
              <a:gd name="T36" fmla="*/ 67 w 170"/>
              <a:gd name="T37" fmla="*/ 71 h 169"/>
              <a:gd name="T38" fmla="*/ 67 w 170"/>
              <a:gd name="T39" fmla="*/ 128 h 169"/>
              <a:gd name="T40" fmla="*/ 68 w 170"/>
              <a:gd name="T41" fmla="*/ 131 h 169"/>
              <a:gd name="T42" fmla="*/ 97 w 170"/>
              <a:gd name="T43" fmla="*/ 160 h 169"/>
              <a:gd name="T44" fmla="*/ 100 w 170"/>
              <a:gd name="T45" fmla="*/ 161 h 169"/>
              <a:gd name="T46" fmla="*/ 101 w 170"/>
              <a:gd name="T47" fmla="*/ 161 h 169"/>
              <a:gd name="T48" fmla="*/ 103 w 170"/>
              <a:gd name="T49" fmla="*/ 158 h 169"/>
              <a:gd name="T50" fmla="*/ 103 w 170"/>
              <a:gd name="T51" fmla="*/ 71 h 169"/>
              <a:gd name="T52" fmla="*/ 161 w 170"/>
              <a:gd name="T53" fmla="*/ 14 h 169"/>
              <a:gd name="T54" fmla="*/ 161 w 170"/>
              <a:gd name="T55" fmla="*/ 10 h 169"/>
              <a:gd name="T56" fmla="*/ 158 w 170"/>
              <a:gd name="T57" fmla="*/ 8 h 169"/>
              <a:gd name="T58" fmla="*/ 12 w 170"/>
              <a:gd name="T59" fmla="*/ 8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70" h="169">
                <a:moveTo>
                  <a:pt x="100" y="169"/>
                </a:moveTo>
                <a:cubicBezTo>
                  <a:pt x="97" y="169"/>
                  <a:pt x="94" y="168"/>
                  <a:pt x="92" y="166"/>
                </a:cubicBezTo>
                <a:cubicBezTo>
                  <a:pt x="63" y="136"/>
                  <a:pt x="63" y="136"/>
                  <a:pt x="63" y="136"/>
                </a:cubicBezTo>
                <a:cubicBezTo>
                  <a:pt x="60" y="134"/>
                  <a:pt x="59" y="131"/>
                  <a:pt x="59" y="128"/>
                </a:cubicBezTo>
                <a:cubicBezTo>
                  <a:pt x="59" y="75"/>
                  <a:pt x="59" y="75"/>
                  <a:pt x="59" y="75"/>
                </a:cubicBezTo>
                <a:cubicBezTo>
                  <a:pt x="4" y="19"/>
                  <a:pt x="4" y="19"/>
                  <a:pt x="4" y="19"/>
                </a:cubicBezTo>
                <a:cubicBezTo>
                  <a:pt x="1" y="16"/>
                  <a:pt x="0" y="11"/>
                  <a:pt x="2" y="7"/>
                </a:cubicBezTo>
                <a:cubicBezTo>
                  <a:pt x="3" y="3"/>
                  <a:pt x="8" y="0"/>
                  <a:pt x="12" y="0"/>
                </a:cubicBezTo>
                <a:cubicBezTo>
                  <a:pt x="158" y="0"/>
                  <a:pt x="158" y="0"/>
                  <a:pt x="158" y="0"/>
                </a:cubicBezTo>
                <a:cubicBezTo>
                  <a:pt x="163" y="0"/>
                  <a:pt x="167" y="3"/>
                  <a:pt x="169" y="7"/>
                </a:cubicBezTo>
                <a:cubicBezTo>
                  <a:pt x="170" y="11"/>
                  <a:pt x="169" y="16"/>
                  <a:pt x="166" y="20"/>
                </a:cubicBezTo>
                <a:cubicBezTo>
                  <a:pt x="111" y="75"/>
                  <a:pt x="111" y="75"/>
                  <a:pt x="111" y="75"/>
                </a:cubicBezTo>
                <a:cubicBezTo>
                  <a:pt x="111" y="158"/>
                  <a:pt x="111" y="158"/>
                  <a:pt x="111" y="158"/>
                </a:cubicBezTo>
                <a:cubicBezTo>
                  <a:pt x="111" y="162"/>
                  <a:pt x="108" y="166"/>
                  <a:pt x="104" y="168"/>
                </a:cubicBezTo>
                <a:cubicBezTo>
                  <a:pt x="103" y="169"/>
                  <a:pt x="101" y="169"/>
                  <a:pt x="100" y="169"/>
                </a:cubicBezTo>
                <a:close/>
                <a:moveTo>
                  <a:pt x="12" y="8"/>
                </a:moveTo>
                <a:cubicBezTo>
                  <a:pt x="11" y="8"/>
                  <a:pt x="10" y="9"/>
                  <a:pt x="9" y="10"/>
                </a:cubicBezTo>
                <a:cubicBezTo>
                  <a:pt x="9" y="11"/>
                  <a:pt x="9" y="13"/>
                  <a:pt x="10" y="14"/>
                </a:cubicBezTo>
                <a:cubicBezTo>
                  <a:pt x="67" y="71"/>
                  <a:pt x="67" y="71"/>
                  <a:pt x="67" y="71"/>
                </a:cubicBezTo>
                <a:cubicBezTo>
                  <a:pt x="67" y="128"/>
                  <a:pt x="67" y="128"/>
                  <a:pt x="67" y="128"/>
                </a:cubicBezTo>
                <a:cubicBezTo>
                  <a:pt x="67" y="129"/>
                  <a:pt x="68" y="130"/>
                  <a:pt x="68" y="131"/>
                </a:cubicBezTo>
                <a:cubicBezTo>
                  <a:pt x="97" y="160"/>
                  <a:pt x="97" y="160"/>
                  <a:pt x="97" y="160"/>
                </a:cubicBezTo>
                <a:cubicBezTo>
                  <a:pt x="98" y="161"/>
                  <a:pt x="99" y="161"/>
                  <a:pt x="100" y="161"/>
                </a:cubicBezTo>
                <a:cubicBezTo>
                  <a:pt x="100" y="161"/>
                  <a:pt x="101" y="161"/>
                  <a:pt x="101" y="161"/>
                </a:cubicBezTo>
                <a:cubicBezTo>
                  <a:pt x="102" y="160"/>
                  <a:pt x="103" y="159"/>
                  <a:pt x="103" y="158"/>
                </a:cubicBezTo>
                <a:cubicBezTo>
                  <a:pt x="103" y="71"/>
                  <a:pt x="103" y="71"/>
                  <a:pt x="103" y="71"/>
                </a:cubicBezTo>
                <a:cubicBezTo>
                  <a:pt x="161" y="14"/>
                  <a:pt x="161" y="14"/>
                  <a:pt x="161" y="14"/>
                </a:cubicBezTo>
                <a:cubicBezTo>
                  <a:pt x="162" y="13"/>
                  <a:pt x="162" y="11"/>
                  <a:pt x="161" y="10"/>
                </a:cubicBezTo>
                <a:cubicBezTo>
                  <a:pt x="161" y="9"/>
                  <a:pt x="160" y="8"/>
                  <a:pt x="158" y="8"/>
                </a:cubicBezTo>
                <a:lnTo>
                  <a:pt x="12" y="8"/>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8" name="Freeform 1165"/>
          <p:cNvSpPr>
            <a:spLocks noEditPoints="1"/>
          </p:cNvSpPr>
          <p:nvPr/>
        </p:nvSpPr>
        <p:spPr bwMode="auto">
          <a:xfrm>
            <a:off x="1163269" y="1618255"/>
            <a:ext cx="191518" cy="279069"/>
          </a:xfrm>
          <a:custGeom>
            <a:avLst/>
            <a:gdLst>
              <a:gd name="T0" fmla="*/ 99 w 105"/>
              <a:gd name="T1" fmla="*/ 153 h 153"/>
              <a:gd name="T2" fmla="*/ 94 w 105"/>
              <a:gd name="T3" fmla="*/ 150 h 153"/>
              <a:gd name="T4" fmla="*/ 33 w 105"/>
              <a:gd name="T5" fmla="*/ 89 h 153"/>
              <a:gd name="T6" fmla="*/ 33 w 105"/>
              <a:gd name="T7" fmla="*/ 143 h 153"/>
              <a:gd name="T8" fmla="*/ 23 w 105"/>
              <a:gd name="T9" fmla="*/ 153 h 153"/>
              <a:gd name="T10" fmla="*/ 11 w 105"/>
              <a:gd name="T11" fmla="*/ 153 h 153"/>
              <a:gd name="T12" fmla="*/ 0 w 105"/>
              <a:gd name="T13" fmla="*/ 143 h 153"/>
              <a:gd name="T14" fmla="*/ 0 w 105"/>
              <a:gd name="T15" fmla="*/ 10 h 153"/>
              <a:gd name="T16" fmla="*/ 11 w 105"/>
              <a:gd name="T17" fmla="*/ 0 h 153"/>
              <a:gd name="T18" fmla="*/ 23 w 105"/>
              <a:gd name="T19" fmla="*/ 0 h 153"/>
              <a:gd name="T20" fmla="*/ 33 w 105"/>
              <a:gd name="T21" fmla="*/ 10 h 153"/>
              <a:gd name="T22" fmla="*/ 33 w 105"/>
              <a:gd name="T23" fmla="*/ 64 h 153"/>
              <a:gd name="T24" fmla="*/ 94 w 105"/>
              <a:gd name="T25" fmla="*/ 2 h 153"/>
              <a:gd name="T26" fmla="*/ 99 w 105"/>
              <a:gd name="T27" fmla="*/ 0 h 153"/>
              <a:gd name="T28" fmla="*/ 105 w 105"/>
              <a:gd name="T29" fmla="*/ 7 h 153"/>
              <a:gd name="T30" fmla="*/ 105 w 105"/>
              <a:gd name="T31" fmla="*/ 146 h 153"/>
              <a:gd name="T32" fmla="*/ 99 w 105"/>
              <a:gd name="T33" fmla="*/ 153 h 153"/>
              <a:gd name="T34" fmla="*/ 11 w 105"/>
              <a:gd name="T35" fmla="*/ 8 h 153"/>
              <a:gd name="T36" fmla="*/ 8 w 105"/>
              <a:gd name="T37" fmla="*/ 10 h 153"/>
              <a:gd name="T38" fmla="*/ 8 w 105"/>
              <a:gd name="T39" fmla="*/ 143 h 153"/>
              <a:gd name="T40" fmla="*/ 11 w 105"/>
              <a:gd name="T41" fmla="*/ 145 h 153"/>
              <a:gd name="T42" fmla="*/ 23 w 105"/>
              <a:gd name="T43" fmla="*/ 145 h 153"/>
              <a:gd name="T44" fmla="*/ 25 w 105"/>
              <a:gd name="T45" fmla="*/ 143 h 153"/>
              <a:gd name="T46" fmla="*/ 25 w 105"/>
              <a:gd name="T47" fmla="*/ 10 h 153"/>
              <a:gd name="T48" fmla="*/ 23 w 105"/>
              <a:gd name="T49" fmla="*/ 8 h 153"/>
              <a:gd name="T50" fmla="*/ 11 w 105"/>
              <a:gd name="T51" fmla="*/ 8 h 153"/>
              <a:gd name="T52" fmla="*/ 32 w 105"/>
              <a:gd name="T53" fmla="*/ 76 h 153"/>
              <a:gd name="T54" fmla="*/ 32 w 105"/>
              <a:gd name="T55" fmla="*/ 77 h 153"/>
              <a:gd name="T56" fmla="*/ 33 w 105"/>
              <a:gd name="T57" fmla="*/ 78 h 153"/>
              <a:gd name="T58" fmla="*/ 97 w 105"/>
              <a:gd name="T59" fmla="*/ 142 h 153"/>
              <a:gd name="T60" fmla="*/ 97 w 105"/>
              <a:gd name="T61" fmla="*/ 10 h 153"/>
              <a:gd name="T62" fmla="*/ 33 w 105"/>
              <a:gd name="T63" fmla="*/ 75 h 153"/>
              <a:gd name="T64" fmla="*/ 32 w 105"/>
              <a:gd name="T65" fmla="*/ 75 h 153"/>
              <a:gd name="T66" fmla="*/ 32 w 105"/>
              <a:gd name="T67" fmla="*/ 76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5" h="153">
                <a:moveTo>
                  <a:pt x="99" y="153"/>
                </a:moveTo>
                <a:cubicBezTo>
                  <a:pt x="97" y="153"/>
                  <a:pt x="96" y="152"/>
                  <a:pt x="94" y="150"/>
                </a:cubicBezTo>
                <a:cubicBezTo>
                  <a:pt x="33" y="89"/>
                  <a:pt x="33" y="89"/>
                  <a:pt x="33" y="89"/>
                </a:cubicBezTo>
                <a:cubicBezTo>
                  <a:pt x="33" y="143"/>
                  <a:pt x="33" y="143"/>
                  <a:pt x="33" y="143"/>
                </a:cubicBezTo>
                <a:cubicBezTo>
                  <a:pt x="33" y="148"/>
                  <a:pt x="28" y="153"/>
                  <a:pt x="23" y="153"/>
                </a:cubicBezTo>
                <a:cubicBezTo>
                  <a:pt x="11" y="153"/>
                  <a:pt x="11" y="153"/>
                  <a:pt x="11" y="153"/>
                </a:cubicBezTo>
                <a:cubicBezTo>
                  <a:pt x="5" y="153"/>
                  <a:pt x="0" y="148"/>
                  <a:pt x="0" y="143"/>
                </a:cubicBezTo>
                <a:cubicBezTo>
                  <a:pt x="0" y="10"/>
                  <a:pt x="0" y="10"/>
                  <a:pt x="0" y="10"/>
                </a:cubicBezTo>
                <a:cubicBezTo>
                  <a:pt x="0" y="4"/>
                  <a:pt x="5" y="0"/>
                  <a:pt x="11" y="0"/>
                </a:cubicBezTo>
                <a:cubicBezTo>
                  <a:pt x="23" y="0"/>
                  <a:pt x="23" y="0"/>
                  <a:pt x="23" y="0"/>
                </a:cubicBezTo>
                <a:cubicBezTo>
                  <a:pt x="28" y="0"/>
                  <a:pt x="33" y="4"/>
                  <a:pt x="33" y="10"/>
                </a:cubicBezTo>
                <a:cubicBezTo>
                  <a:pt x="33" y="64"/>
                  <a:pt x="33" y="64"/>
                  <a:pt x="33" y="64"/>
                </a:cubicBezTo>
                <a:cubicBezTo>
                  <a:pt x="94" y="2"/>
                  <a:pt x="94" y="2"/>
                  <a:pt x="94" y="2"/>
                </a:cubicBezTo>
                <a:cubicBezTo>
                  <a:pt x="96" y="1"/>
                  <a:pt x="97" y="0"/>
                  <a:pt x="99" y="0"/>
                </a:cubicBezTo>
                <a:cubicBezTo>
                  <a:pt x="102" y="0"/>
                  <a:pt x="105" y="2"/>
                  <a:pt x="105" y="7"/>
                </a:cubicBezTo>
                <a:cubicBezTo>
                  <a:pt x="105" y="146"/>
                  <a:pt x="105" y="146"/>
                  <a:pt x="105" y="146"/>
                </a:cubicBezTo>
                <a:cubicBezTo>
                  <a:pt x="105" y="151"/>
                  <a:pt x="102" y="153"/>
                  <a:pt x="99" y="153"/>
                </a:cubicBezTo>
                <a:close/>
                <a:moveTo>
                  <a:pt x="11" y="8"/>
                </a:moveTo>
                <a:cubicBezTo>
                  <a:pt x="9" y="8"/>
                  <a:pt x="8" y="9"/>
                  <a:pt x="8" y="10"/>
                </a:cubicBezTo>
                <a:cubicBezTo>
                  <a:pt x="8" y="143"/>
                  <a:pt x="8" y="143"/>
                  <a:pt x="8" y="143"/>
                </a:cubicBezTo>
                <a:cubicBezTo>
                  <a:pt x="8" y="144"/>
                  <a:pt x="9" y="145"/>
                  <a:pt x="11" y="145"/>
                </a:cubicBezTo>
                <a:cubicBezTo>
                  <a:pt x="23" y="145"/>
                  <a:pt x="23" y="145"/>
                  <a:pt x="23" y="145"/>
                </a:cubicBezTo>
                <a:cubicBezTo>
                  <a:pt x="24" y="145"/>
                  <a:pt x="25" y="144"/>
                  <a:pt x="25" y="143"/>
                </a:cubicBezTo>
                <a:cubicBezTo>
                  <a:pt x="25" y="10"/>
                  <a:pt x="25" y="10"/>
                  <a:pt x="25" y="10"/>
                </a:cubicBezTo>
                <a:cubicBezTo>
                  <a:pt x="25" y="9"/>
                  <a:pt x="24" y="8"/>
                  <a:pt x="23" y="8"/>
                </a:cubicBezTo>
                <a:lnTo>
                  <a:pt x="11" y="8"/>
                </a:lnTo>
                <a:close/>
                <a:moveTo>
                  <a:pt x="32" y="76"/>
                </a:moveTo>
                <a:cubicBezTo>
                  <a:pt x="32" y="77"/>
                  <a:pt x="32" y="77"/>
                  <a:pt x="32" y="77"/>
                </a:cubicBezTo>
                <a:cubicBezTo>
                  <a:pt x="32" y="77"/>
                  <a:pt x="32" y="77"/>
                  <a:pt x="33" y="78"/>
                </a:cubicBezTo>
                <a:cubicBezTo>
                  <a:pt x="97" y="142"/>
                  <a:pt x="97" y="142"/>
                  <a:pt x="97" y="142"/>
                </a:cubicBezTo>
                <a:cubicBezTo>
                  <a:pt x="97" y="10"/>
                  <a:pt x="97" y="10"/>
                  <a:pt x="97" y="10"/>
                </a:cubicBezTo>
                <a:cubicBezTo>
                  <a:pt x="33" y="75"/>
                  <a:pt x="33" y="75"/>
                  <a:pt x="33" y="75"/>
                </a:cubicBezTo>
                <a:cubicBezTo>
                  <a:pt x="32" y="75"/>
                  <a:pt x="32" y="75"/>
                  <a:pt x="32" y="75"/>
                </a:cubicBezTo>
                <a:lnTo>
                  <a:pt x="32" y="76"/>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9" name="Freeform 1166"/>
          <p:cNvSpPr>
            <a:spLocks noEditPoints="1"/>
          </p:cNvSpPr>
          <p:nvPr/>
        </p:nvSpPr>
        <p:spPr bwMode="auto">
          <a:xfrm>
            <a:off x="1603618" y="1618255"/>
            <a:ext cx="322844" cy="279069"/>
          </a:xfrm>
          <a:custGeom>
            <a:avLst/>
            <a:gdLst>
              <a:gd name="T0" fmla="*/ 172 w 177"/>
              <a:gd name="T1" fmla="*/ 153 h 153"/>
              <a:gd name="T2" fmla="*/ 166 w 177"/>
              <a:gd name="T3" fmla="*/ 150 h 153"/>
              <a:gd name="T4" fmla="*/ 105 w 177"/>
              <a:gd name="T5" fmla="*/ 89 h 153"/>
              <a:gd name="T6" fmla="*/ 105 w 177"/>
              <a:gd name="T7" fmla="*/ 146 h 153"/>
              <a:gd name="T8" fmla="*/ 99 w 177"/>
              <a:gd name="T9" fmla="*/ 153 h 153"/>
              <a:gd name="T10" fmla="*/ 94 w 177"/>
              <a:gd name="T11" fmla="*/ 150 h 153"/>
              <a:gd name="T12" fmla="*/ 33 w 177"/>
              <a:gd name="T13" fmla="*/ 89 h 153"/>
              <a:gd name="T14" fmla="*/ 33 w 177"/>
              <a:gd name="T15" fmla="*/ 143 h 153"/>
              <a:gd name="T16" fmla="*/ 23 w 177"/>
              <a:gd name="T17" fmla="*/ 153 h 153"/>
              <a:gd name="T18" fmla="*/ 11 w 177"/>
              <a:gd name="T19" fmla="*/ 153 h 153"/>
              <a:gd name="T20" fmla="*/ 0 w 177"/>
              <a:gd name="T21" fmla="*/ 143 h 153"/>
              <a:gd name="T22" fmla="*/ 0 w 177"/>
              <a:gd name="T23" fmla="*/ 10 h 153"/>
              <a:gd name="T24" fmla="*/ 11 w 177"/>
              <a:gd name="T25" fmla="*/ 0 h 153"/>
              <a:gd name="T26" fmla="*/ 23 w 177"/>
              <a:gd name="T27" fmla="*/ 0 h 153"/>
              <a:gd name="T28" fmla="*/ 33 w 177"/>
              <a:gd name="T29" fmla="*/ 10 h 153"/>
              <a:gd name="T30" fmla="*/ 33 w 177"/>
              <a:gd name="T31" fmla="*/ 64 h 153"/>
              <a:gd name="T32" fmla="*/ 94 w 177"/>
              <a:gd name="T33" fmla="*/ 2 h 153"/>
              <a:gd name="T34" fmla="*/ 99 w 177"/>
              <a:gd name="T35" fmla="*/ 0 h 153"/>
              <a:gd name="T36" fmla="*/ 105 w 177"/>
              <a:gd name="T37" fmla="*/ 7 h 153"/>
              <a:gd name="T38" fmla="*/ 105 w 177"/>
              <a:gd name="T39" fmla="*/ 64 h 153"/>
              <a:gd name="T40" fmla="*/ 166 w 177"/>
              <a:gd name="T41" fmla="*/ 2 h 153"/>
              <a:gd name="T42" fmla="*/ 172 w 177"/>
              <a:gd name="T43" fmla="*/ 0 h 153"/>
              <a:gd name="T44" fmla="*/ 177 w 177"/>
              <a:gd name="T45" fmla="*/ 7 h 153"/>
              <a:gd name="T46" fmla="*/ 177 w 177"/>
              <a:gd name="T47" fmla="*/ 146 h 153"/>
              <a:gd name="T48" fmla="*/ 172 w 177"/>
              <a:gd name="T49" fmla="*/ 153 h 153"/>
              <a:gd name="T50" fmla="*/ 11 w 177"/>
              <a:gd name="T51" fmla="*/ 8 h 153"/>
              <a:gd name="T52" fmla="*/ 8 w 177"/>
              <a:gd name="T53" fmla="*/ 10 h 153"/>
              <a:gd name="T54" fmla="*/ 8 w 177"/>
              <a:gd name="T55" fmla="*/ 143 h 153"/>
              <a:gd name="T56" fmla="*/ 11 w 177"/>
              <a:gd name="T57" fmla="*/ 145 h 153"/>
              <a:gd name="T58" fmla="*/ 23 w 177"/>
              <a:gd name="T59" fmla="*/ 145 h 153"/>
              <a:gd name="T60" fmla="*/ 25 w 177"/>
              <a:gd name="T61" fmla="*/ 143 h 153"/>
              <a:gd name="T62" fmla="*/ 25 w 177"/>
              <a:gd name="T63" fmla="*/ 10 h 153"/>
              <a:gd name="T64" fmla="*/ 23 w 177"/>
              <a:gd name="T65" fmla="*/ 8 h 153"/>
              <a:gd name="T66" fmla="*/ 11 w 177"/>
              <a:gd name="T67" fmla="*/ 8 h 153"/>
              <a:gd name="T68" fmla="*/ 104 w 177"/>
              <a:gd name="T69" fmla="*/ 76 h 153"/>
              <a:gd name="T70" fmla="*/ 105 w 177"/>
              <a:gd name="T71" fmla="*/ 77 h 153"/>
              <a:gd name="T72" fmla="*/ 105 w 177"/>
              <a:gd name="T73" fmla="*/ 78 h 153"/>
              <a:gd name="T74" fmla="*/ 169 w 177"/>
              <a:gd name="T75" fmla="*/ 142 h 153"/>
              <a:gd name="T76" fmla="*/ 169 w 177"/>
              <a:gd name="T77" fmla="*/ 10 h 153"/>
              <a:gd name="T78" fmla="*/ 105 w 177"/>
              <a:gd name="T79" fmla="*/ 75 h 153"/>
              <a:gd name="T80" fmla="*/ 105 w 177"/>
              <a:gd name="T81" fmla="*/ 75 h 153"/>
              <a:gd name="T82" fmla="*/ 104 w 177"/>
              <a:gd name="T83" fmla="*/ 76 h 153"/>
              <a:gd name="T84" fmla="*/ 32 w 177"/>
              <a:gd name="T85" fmla="*/ 76 h 153"/>
              <a:gd name="T86" fmla="*/ 32 w 177"/>
              <a:gd name="T87" fmla="*/ 77 h 153"/>
              <a:gd name="T88" fmla="*/ 33 w 177"/>
              <a:gd name="T89" fmla="*/ 78 h 153"/>
              <a:gd name="T90" fmla="*/ 97 w 177"/>
              <a:gd name="T91" fmla="*/ 142 h 153"/>
              <a:gd name="T92" fmla="*/ 97 w 177"/>
              <a:gd name="T93" fmla="*/ 10 h 153"/>
              <a:gd name="T94" fmla="*/ 33 w 177"/>
              <a:gd name="T95" fmla="*/ 75 h 153"/>
              <a:gd name="T96" fmla="*/ 32 w 177"/>
              <a:gd name="T97" fmla="*/ 75 h 153"/>
              <a:gd name="T98" fmla="*/ 32 w 177"/>
              <a:gd name="T99" fmla="*/ 76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77" h="153">
                <a:moveTo>
                  <a:pt x="172" y="153"/>
                </a:moveTo>
                <a:cubicBezTo>
                  <a:pt x="170" y="153"/>
                  <a:pt x="168" y="152"/>
                  <a:pt x="166" y="150"/>
                </a:cubicBezTo>
                <a:cubicBezTo>
                  <a:pt x="105" y="89"/>
                  <a:pt x="105" y="89"/>
                  <a:pt x="105" y="89"/>
                </a:cubicBezTo>
                <a:cubicBezTo>
                  <a:pt x="105" y="146"/>
                  <a:pt x="105" y="146"/>
                  <a:pt x="105" y="146"/>
                </a:cubicBezTo>
                <a:cubicBezTo>
                  <a:pt x="105" y="151"/>
                  <a:pt x="102" y="153"/>
                  <a:pt x="99" y="153"/>
                </a:cubicBezTo>
                <a:cubicBezTo>
                  <a:pt x="97" y="153"/>
                  <a:pt x="96" y="152"/>
                  <a:pt x="94" y="150"/>
                </a:cubicBezTo>
                <a:cubicBezTo>
                  <a:pt x="33" y="89"/>
                  <a:pt x="33" y="89"/>
                  <a:pt x="33" y="89"/>
                </a:cubicBezTo>
                <a:cubicBezTo>
                  <a:pt x="33" y="143"/>
                  <a:pt x="33" y="143"/>
                  <a:pt x="33" y="143"/>
                </a:cubicBezTo>
                <a:cubicBezTo>
                  <a:pt x="33" y="148"/>
                  <a:pt x="28" y="153"/>
                  <a:pt x="23" y="153"/>
                </a:cubicBezTo>
                <a:cubicBezTo>
                  <a:pt x="11" y="153"/>
                  <a:pt x="11" y="153"/>
                  <a:pt x="11" y="153"/>
                </a:cubicBezTo>
                <a:cubicBezTo>
                  <a:pt x="5" y="153"/>
                  <a:pt x="0" y="148"/>
                  <a:pt x="0" y="143"/>
                </a:cubicBezTo>
                <a:cubicBezTo>
                  <a:pt x="0" y="10"/>
                  <a:pt x="0" y="10"/>
                  <a:pt x="0" y="10"/>
                </a:cubicBezTo>
                <a:cubicBezTo>
                  <a:pt x="0" y="4"/>
                  <a:pt x="5" y="0"/>
                  <a:pt x="11" y="0"/>
                </a:cubicBezTo>
                <a:cubicBezTo>
                  <a:pt x="23" y="0"/>
                  <a:pt x="23" y="0"/>
                  <a:pt x="23" y="0"/>
                </a:cubicBezTo>
                <a:cubicBezTo>
                  <a:pt x="28" y="0"/>
                  <a:pt x="33" y="4"/>
                  <a:pt x="33" y="10"/>
                </a:cubicBezTo>
                <a:cubicBezTo>
                  <a:pt x="33" y="64"/>
                  <a:pt x="33" y="64"/>
                  <a:pt x="33" y="64"/>
                </a:cubicBezTo>
                <a:cubicBezTo>
                  <a:pt x="94" y="2"/>
                  <a:pt x="94" y="2"/>
                  <a:pt x="94" y="2"/>
                </a:cubicBezTo>
                <a:cubicBezTo>
                  <a:pt x="96" y="1"/>
                  <a:pt x="97" y="0"/>
                  <a:pt x="99" y="0"/>
                </a:cubicBezTo>
                <a:cubicBezTo>
                  <a:pt x="102" y="0"/>
                  <a:pt x="105" y="2"/>
                  <a:pt x="105" y="7"/>
                </a:cubicBezTo>
                <a:cubicBezTo>
                  <a:pt x="105" y="64"/>
                  <a:pt x="105" y="64"/>
                  <a:pt x="105" y="64"/>
                </a:cubicBezTo>
                <a:cubicBezTo>
                  <a:pt x="166" y="2"/>
                  <a:pt x="166" y="2"/>
                  <a:pt x="166" y="2"/>
                </a:cubicBezTo>
                <a:cubicBezTo>
                  <a:pt x="168" y="1"/>
                  <a:pt x="170" y="0"/>
                  <a:pt x="172" y="0"/>
                </a:cubicBezTo>
                <a:cubicBezTo>
                  <a:pt x="175" y="0"/>
                  <a:pt x="177" y="2"/>
                  <a:pt x="177" y="7"/>
                </a:cubicBezTo>
                <a:cubicBezTo>
                  <a:pt x="177" y="146"/>
                  <a:pt x="177" y="146"/>
                  <a:pt x="177" y="146"/>
                </a:cubicBezTo>
                <a:cubicBezTo>
                  <a:pt x="177" y="151"/>
                  <a:pt x="175" y="153"/>
                  <a:pt x="172" y="153"/>
                </a:cubicBezTo>
                <a:close/>
                <a:moveTo>
                  <a:pt x="11" y="8"/>
                </a:moveTo>
                <a:cubicBezTo>
                  <a:pt x="9" y="8"/>
                  <a:pt x="8" y="9"/>
                  <a:pt x="8" y="10"/>
                </a:cubicBezTo>
                <a:cubicBezTo>
                  <a:pt x="8" y="143"/>
                  <a:pt x="8" y="143"/>
                  <a:pt x="8" y="143"/>
                </a:cubicBezTo>
                <a:cubicBezTo>
                  <a:pt x="8" y="144"/>
                  <a:pt x="9" y="145"/>
                  <a:pt x="11" y="145"/>
                </a:cubicBezTo>
                <a:cubicBezTo>
                  <a:pt x="23" y="145"/>
                  <a:pt x="23" y="145"/>
                  <a:pt x="23" y="145"/>
                </a:cubicBezTo>
                <a:cubicBezTo>
                  <a:pt x="24" y="145"/>
                  <a:pt x="25" y="144"/>
                  <a:pt x="25" y="143"/>
                </a:cubicBezTo>
                <a:cubicBezTo>
                  <a:pt x="25" y="10"/>
                  <a:pt x="25" y="10"/>
                  <a:pt x="25" y="10"/>
                </a:cubicBezTo>
                <a:cubicBezTo>
                  <a:pt x="25" y="9"/>
                  <a:pt x="24" y="8"/>
                  <a:pt x="23" y="8"/>
                </a:cubicBezTo>
                <a:lnTo>
                  <a:pt x="11" y="8"/>
                </a:lnTo>
                <a:close/>
                <a:moveTo>
                  <a:pt x="104" y="76"/>
                </a:moveTo>
                <a:cubicBezTo>
                  <a:pt x="105" y="77"/>
                  <a:pt x="105" y="77"/>
                  <a:pt x="105" y="77"/>
                </a:cubicBezTo>
                <a:cubicBezTo>
                  <a:pt x="105" y="77"/>
                  <a:pt x="105" y="77"/>
                  <a:pt x="105" y="78"/>
                </a:cubicBezTo>
                <a:cubicBezTo>
                  <a:pt x="169" y="142"/>
                  <a:pt x="169" y="142"/>
                  <a:pt x="169" y="142"/>
                </a:cubicBezTo>
                <a:cubicBezTo>
                  <a:pt x="169" y="10"/>
                  <a:pt x="169" y="10"/>
                  <a:pt x="169" y="10"/>
                </a:cubicBezTo>
                <a:cubicBezTo>
                  <a:pt x="105" y="75"/>
                  <a:pt x="105" y="75"/>
                  <a:pt x="105" y="75"/>
                </a:cubicBezTo>
                <a:cubicBezTo>
                  <a:pt x="105" y="75"/>
                  <a:pt x="105" y="75"/>
                  <a:pt x="105" y="75"/>
                </a:cubicBezTo>
                <a:lnTo>
                  <a:pt x="104" y="76"/>
                </a:lnTo>
                <a:close/>
                <a:moveTo>
                  <a:pt x="32" y="76"/>
                </a:moveTo>
                <a:cubicBezTo>
                  <a:pt x="32" y="77"/>
                  <a:pt x="32" y="77"/>
                  <a:pt x="32" y="77"/>
                </a:cubicBezTo>
                <a:cubicBezTo>
                  <a:pt x="32" y="77"/>
                  <a:pt x="32" y="77"/>
                  <a:pt x="33" y="78"/>
                </a:cubicBezTo>
                <a:cubicBezTo>
                  <a:pt x="97" y="142"/>
                  <a:pt x="97" y="142"/>
                  <a:pt x="97" y="142"/>
                </a:cubicBezTo>
                <a:cubicBezTo>
                  <a:pt x="97" y="10"/>
                  <a:pt x="97" y="10"/>
                  <a:pt x="97" y="10"/>
                </a:cubicBezTo>
                <a:cubicBezTo>
                  <a:pt x="33" y="75"/>
                  <a:pt x="33" y="75"/>
                  <a:pt x="33" y="75"/>
                </a:cubicBezTo>
                <a:cubicBezTo>
                  <a:pt x="32" y="75"/>
                  <a:pt x="32" y="75"/>
                  <a:pt x="32" y="75"/>
                </a:cubicBezTo>
                <a:lnTo>
                  <a:pt x="32" y="76"/>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0" name="Freeform 1167"/>
          <p:cNvSpPr>
            <a:spLocks noEditPoints="1"/>
          </p:cNvSpPr>
          <p:nvPr/>
        </p:nvSpPr>
        <p:spPr bwMode="auto">
          <a:xfrm>
            <a:off x="2068914" y="1618255"/>
            <a:ext cx="282717" cy="279069"/>
          </a:xfrm>
          <a:custGeom>
            <a:avLst/>
            <a:gdLst>
              <a:gd name="T0" fmla="*/ 149 w 155"/>
              <a:gd name="T1" fmla="*/ 153 h 153"/>
              <a:gd name="T2" fmla="*/ 144 w 155"/>
              <a:gd name="T3" fmla="*/ 150 h 153"/>
              <a:gd name="T4" fmla="*/ 82 w 155"/>
              <a:gd name="T5" fmla="*/ 89 h 153"/>
              <a:gd name="T6" fmla="*/ 82 w 155"/>
              <a:gd name="T7" fmla="*/ 146 h 153"/>
              <a:gd name="T8" fmla="*/ 76 w 155"/>
              <a:gd name="T9" fmla="*/ 153 h 153"/>
              <a:gd name="T10" fmla="*/ 71 w 155"/>
              <a:gd name="T11" fmla="*/ 150 h 153"/>
              <a:gd name="T12" fmla="*/ 4 w 155"/>
              <a:gd name="T13" fmla="*/ 83 h 153"/>
              <a:gd name="T14" fmla="*/ 4 w 155"/>
              <a:gd name="T15" fmla="*/ 69 h 153"/>
              <a:gd name="T16" fmla="*/ 71 w 155"/>
              <a:gd name="T17" fmla="*/ 2 h 153"/>
              <a:gd name="T18" fmla="*/ 76 w 155"/>
              <a:gd name="T19" fmla="*/ 0 h 153"/>
              <a:gd name="T20" fmla="*/ 82 w 155"/>
              <a:gd name="T21" fmla="*/ 7 h 153"/>
              <a:gd name="T22" fmla="*/ 82 w 155"/>
              <a:gd name="T23" fmla="*/ 64 h 153"/>
              <a:gd name="T24" fmla="*/ 144 w 155"/>
              <a:gd name="T25" fmla="*/ 2 h 153"/>
              <a:gd name="T26" fmla="*/ 149 w 155"/>
              <a:gd name="T27" fmla="*/ 0 h 153"/>
              <a:gd name="T28" fmla="*/ 155 w 155"/>
              <a:gd name="T29" fmla="*/ 7 h 153"/>
              <a:gd name="T30" fmla="*/ 155 w 155"/>
              <a:gd name="T31" fmla="*/ 146 h 153"/>
              <a:gd name="T32" fmla="*/ 149 w 155"/>
              <a:gd name="T33" fmla="*/ 153 h 153"/>
              <a:gd name="T34" fmla="*/ 82 w 155"/>
              <a:gd name="T35" fmla="*/ 76 h 153"/>
              <a:gd name="T36" fmla="*/ 82 w 155"/>
              <a:gd name="T37" fmla="*/ 77 h 153"/>
              <a:gd name="T38" fmla="*/ 82 w 155"/>
              <a:gd name="T39" fmla="*/ 78 h 153"/>
              <a:gd name="T40" fmla="*/ 147 w 155"/>
              <a:gd name="T41" fmla="*/ 142 h 153"/>
              <a:gd name="T42" fmla="*/ 147 w 155"/>
              <a:gd name="T43" fmla="*/ 10 h 153"/>
              <a:gd name="T44" fmla="*/ 82 w 155"/>
              <a:gd name="T45" fmla="*/ 75 h 153"/>
              <a:gd name="T46" fmla="*/ 82 w 155"/>
              <a:gd name="T47" fmla="*/ 75 h 153"/>
              <a:gd name="T48" fmla="*/ 82 w 155"/>
              <a:gd name="T49" fmla="*/ 76 h 153"/>
              <a:gd name="T50" fmla="*/ 74 w 155"/>
              <a:gd name="T51" fmla="*/ 10 h 153"/>
              <a:gd name="T52" fmla="*/ 10 w 155"/>
              <a:gd name="T53" fmla="*/ 75 h 153"/>
              <a:gd name="T54" fmla="*/ 10 w 155"/>
              <a:gd name="T55" fmla="*/ 78 h 153"/>
              <a:gd name="T56" fmla="*/ 74 w 155"/>
              <a:gd name="T57" fmla="*/ 142 h 153"/>
              <a:gd name="T58" fmla="*/ 74 w 155"/>
              <a:gd name="T59" fmla="*/ 1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5" h="153">
                <a:moveTo>
                  <a:pt x="149" y="153"/>
                </a:moveTo>
                <a:cubicBezTo>
                  <a:pt x="147" y="153"/>
                  <a:pt x="145" y="152"/>
                  <a:pt x="144" y="150"/>
                </a:cubicBezTo>
                <a:cubicBezTo>
                  <a:pt x="82" y="89"/>
                  <a:pt x="82" y="89"/>
                  <a:pt x="82" y="89"/>
                </a:cubicBezTo>
                <a:cubicBezTo>
                  <a:pt x="82" y="146"/>
                  <a:pt x="82" y="146"/>
                  <a:pt x="82" y="146"/>
                </a:cubicBezTo>
                <a:cubicBezTo>
                  <a:pt x="82" y="151"/>
                  <a:pt x="79" y="153"/>
                  <a:pt x="76" y="153"/>
                </a:cubicBezTo>
                <a:cubicBezTo>
                  <a:pt x="75" y="153"/>
                  <a:pt x="73" y="152"/>
                  <a:pt x="71" y="150"/>
                </a:cubicBezTo>
                <a:cubicBezTo>
                  <a:pt x="4" y="83"/>
                  <a:pt x="4" y="83"/>
                  <a:pt x="4" y="83"/>
                </a:cubicBezTo>
                <a:cubicBezTo>
                  <a:pt x="0" y="79"/>
                  <a:pt x="0" y="73"/>
                  <a:pt x="4" y="69"/>
                </a:cubicBezTo>
                <a:cubicBezTo>
                  <a:pt x="71" y="2"/>
                  <a:pt x="71" y="2"/>
                  <a:pt x="71" y="2"/>
                </a:cubicBezTo>
                <a:cubicBezTo>
                  <a:pt x="73" y="1"/>
                  <a:pt x="75" y="0"/>
                  <a:pt x="76" y="0"/>
                </a:cubicBezTo>
                <a:cubicBezTo>
                  <a:pt x="79" y="0"/>
                  <a:pt x="82" y="2"/>
                  <a:pt x="82" y="7"/>
                </a:cubicBezTo>
                <a:cubicBezTo>
                  <a:pt x="82" y="64"/>
                  <a:pt x="82" y="64"/>
                  <a:pt x="82" y="64"/>
                </a:cubicBezTo>
                <a:cubicBezTo>
                  <a:pt x="144" y="2"/>
                  <a:pt x="144" y="2"/>
                  <a:pt x="144" y="2"/>
                </a:cubicBezTo>
                <a:cubicBezTo>
                  <a:pt x="145" y="1"/>
                  <a:pt x="147" y="0"/>
                  <a:pt x="149" y="0"/>
                </a:cubicBezTo>
                <a:cubicBezTo>
                  <a:pt x="152" y="0"/>
                  <a:pt x="155" y="2"/>
                  <a:pt x="155" y="7"/>
                </a:cubicBezTo>
                <a:cubicBezTo>
                  <a:pt x="155" y="146"/>
                  <a:pt x="155" y="146"/>
                  <a:pt x="155" y="146"/>
                </a:cubicBezTo>
                <a:cubicBezTo>
                  <a:pt x="155" y="151"/>
                  <a:pt x="152" y="153"/>
                  <a:pt x="149" y="153"/>
                </a:cubicBezTo>
                <a:close/>
                <a:moveTo>
                  <a:pt x="82" y="76"/>
                </a:moveTo>
                <a:cubicBezTo>
                  <a:pt x="82" y="77"/>
                  <a:pt x="82" y="77"/>
                  <a:pt x="82" y="77"/>
                </a:cubicBezTo>
                <a:cubicBezTo>
                  <a:pt x="82" y="77"/>
                  <a:pt x="82" y="77"/>
                  <a:pt x="82" y="78"/>
                </a:cubicBezTo>
                <a:cubicBezTo>
                  <a:pt x="147" y="142"/>
                  <a:pt x="147" y="142"/>
                  <a:pt x="147" y="142"/>
                </a:cubicBezTo>
                <a:cubicBezTo>
                  <a:pt x="147" y="10"/>
                  <a:pt x="147" y="10"/>
                  <a:pt x="147" y="10"/>
                </a:cubicBezTo>
                <a:cubicBezTo>
                  <a:pt x="82" y="75"/>
                  <a:pt x="82" y="75"/>
                  <a:pt x="82" y="75"/>
                </a:cubicBezTo>
                <a:cubicBezTo>
                  <a:pt x="82" y="75"/>
                  <a:pt x="82" y="75"/>
                  <a:pt x="82" y="75"/>
                </a:cubicBezTo>
                <a:lnTo>
                  <a:pt x="82" y="76"/>
                </a:lnTo>
                <a:close/>
                <a:moveTo>
                  <a:pt x="74" y="10"/>
                </a:moveTo>
                <a:cubicBezTo>
                  <a:pt x="10" y="75"/>
                  <a:pt x="10" y="75"/>
                  <a:pt x="10" y="75"/>
                </a:cubicBezTo>
                <a:cubicBezTo>
                  <a:pt x="9" y="76"/>
                  <a:pt x="9" y="77"/>
                  <a:pt x="10" y="78"/>
                </a:cubicBezTo>
                <a:cubicBezTo>
                  <a:pt x="74" y="142"/>
                  <a:pt x="74" y="142"/>
                  <a:pt x="74" y="142"/>
                </a:cubicBezTo>
                <a:lnTo>
                  <a:pt x="74" y="10"/>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1" name="Freeform 1168"/>
          <p:cNvSpPr>
            <a:spLocks noEditPoints="1"/>
          </p:cNvSpPr>
          <p:nvPr/>
        </p:nvSpPr>
        <p:spPr bwMode="auto">
          <a:xfrm>
            <a:off x="2626675" y="1617343"/>
            <a:ext cx="257181" cy="280893"/>
          </a:xfrm>
          <a:custGeom>
            <a:avLst/>
            <a:gdLst>
              <a:gd name="T0" fmla="*/ 7 w 141"/>
              <a:gd name="T1" fmla="*/ 154 h 154"/>
              <a:gd name="T2" fmla="*/ 0 w 141"/>
              <a:gd name="T3" fmla="*/ 147 h 154"/>
              <a:gd name="T4" fmla="*/ 0 w 141"/>
              <a:gd name="T5" fmla="*/ 8 h 154"/>
              <a:gd name="T6" fmla="*/ 7 w 141"/>
              <a:gd name="T7" fmla="*/ 0 h 154"/>
              <a:gd name="T8" fmla="*/ 11 w 141"/>
              <a:gd name="T9" fmla="*/ 1 h 154"/>
              <a:gd name="T10" fmla="*/ 137 w 141"/>
              <a:gd name="T11" fmla="*/ 71 h 154"/>
              <a:gd name="T12" fmla="*/ 141 w 141"/>
              <a:gd name="T13" fmla="*/ 77 h 154"/>
              <a:gd name="T14" fmla="*/ 137 w 141"/>
              <a:gd name="T15" fmla="*/ 84 h 154"/>
              <a:gd name="T16" fmla="*/ 11 w 141"/>
              <a:gd name="T17" fmla="*/ 153 h 154"/>
              <a:gd name="T18" fmla="*/ 7 w 141"/>
              <a:gd name="T19" fmla="*/ 154 h 154"/>
              <a:gd name="T20" fmla="*/ 8 w 141"/>
              <a:gd name="T21" fmla="*/ 9 h 154"/>
              <a:gd name="T22" fmla="*/ 8 w 141"/>
              <a:gd name="T23" fmla="*/ 146 h 154"/>
              <a:gd name="T24" fmla="*/ 132 w 141"/>
              <a:gd name="T25" fmla="*/ 77 h 154"/>
              <a:gd name="T26" fmla="*/ 8 w 141"/>
              <a:gd name="T27" fmla="*/ 9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1" h="154">
                <a:moveTo>
                  <a:pt x="7" y="154"/>
                </a:moveTo>
                <a:cubicBezTo>
                  <a:pt x="3" y="154"/>
                  <a:pt x="0" y="151"/>
                  <a:pt x="0" y="147"/>
                </a:cubicBezTo>
                <a:cubicBezTo>
                  <a:pt x="0" y="8"/>
                  <a:pt x="0" y="8"/>
                  <a:pt x="0" y="8"/>
                </a:cubicBezTo>
                <a:cubicBezTo>
                  <a:pt x="0" y="3"/>
                  <a:pt x="3" y="0"/>
                  <a:pt x="7" y="0"/>
                </a:cubicBezTo>
                <a:cubicBezTo>
                  <a:pt x="9" y="0"/>
                  <a:pt x="10" y="0"/>
                  <a:pt x="11" y="1"/>
                </a:cubicBezTo>
                <a:cubicBezTo>
                  <a:pt x="137" y="71"/>
                  <a:pt x="137" y="71"/>
                  <a:pt x="137" y="71"/>
                </a:cubicBezTo>
                <a:cubicBezTo>
                  <a:pt x="139" y="72"/>
                  <a:pt x="141" y="75"/>
                  <a:pt x="141" y="77"/>
                </a:cubicBezTo>
                <a:cubicBezTo>
                  <a:pt x="141" y="80"/>
                  <a:pt x="139" y="82"/>
                  <a:pt x="137" y="84"/>
                </a:cubicBezTo>
                <a:cubicBezTo>
                  <a:pt x="11" y="153"/>
                  <a:pt x="11" y="153"/>
                  <a:pt x="11" y="153"/>
                </a:cubicBezTo>
                <a:cubicBezTo>
                  <a:pt x="10" y="154"/>
                  <a:pt x="9" y="154"/>
                  <a:pt x="7" y="154"/>
                </a:cubicBezTo>
                <a:close/>
                <a:moveTo>
                  <a:pt x="8" y="9"/>
                </a:moveTo>
                <a:cubicBezTo>
                  <a:pt x="8" y="146"/>
                  <a:pt x="8" y="146"/>
                  <a:pt x="8" y="146"/>
                </a:cubicBezTo>
                <a:cubicBezTo>
                  <a:pt x="132" y="77"/>
                  <a:pt x="132" y="77"/>
                  <a:pt x="132" y="77"/>
                </a:cubicBezTo>
                <a:lnTo>
                  <a:pt x="8" y="9"/>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2" name="Freeform 1171"/>
          <p:cNvSpPr>
            <a:spLocks noEditPoints="1"/>
          </p:cNvSpPr>
          <p:nvPr/>
        </p:nvSpPr>
        <p:spPr bwMode="auto">
          <a:xfrm>
            <a:off x="3061888" y="1618255"/>
            <a:ext cx="281805" cy="279069"/>
          </a:xfrm>
          <a:custGeom>
            <a:avLst/>
            <a:gdLst>
              <a:gd name="T0" fmla="*/ 78 w 154"/>
              <a:gd name="T1" fmla="*/ 153 h 153"/>
              <a:gd name="T2" fmla="*/ 73 w 154"/>
              <a:gd name="T3" fmla="*/ 150 h 153"/>
              <a:gd name="T4" fmla="*/ 72 w 154"/>
              <a:gd name="T5" fmla="*/ 146 h 153"/>
              <a:gd name="T6" fmla="*/ 72 w 154"/>
              <a:gd name="T7" fmla="*/ 89 h 153"/>
              <a:gd name="T8" fmla="*/ 11 w 154"/>
              <a:gd name="T9" fmla="*/ 150 h 153"/>
              <a:gd name="T10" fmla="*/ 6 w 154"/>
              <a:gd name="T11" fmla="*/ 153 h 153"/>
              <a:gd name="T12" fmla="*/ 0 w 154"/>
              <a:gd name="T13" fmla="*/ 146 h 153"/>
              <a:gd name="T14" fmla="*/ 0 w 154"/>
              <a:gd name="T15" fmla="*/ 7 h 153"/>
              <a:gd name="T16" fmla="*/ 6 w 154"/>
              <a:gd name="T17" fmla="*/ 0 h 153"/>
              <a:gd name="T18" fmla="*/ 11 w 154"/>
              <a:gd name="T19" fmla="*/ 2 h 153"/>
              <a:gd name="T20" fmla="*/ 72 w 154"/>
              <a:gd name="T21" fmla="*/ 64 h 153"/>
              <a:gd name="T22" fmla="*/ 72 w 154"/>
              <a:gd name="T23" fmla="*/ 7 h 153"/>
              <a:gd name="T24" fmla="*/ 78 w 154"/>
              <a:gd name="T25" fmla="*/ 0 h 153"/>
              <a:gd name="T26" fmla="*/ 83 w 154"/>
              <a:gd name="T27" fmla="*/ 2 h 153"/>
              <a:gd name="T28" fmla="*/ 150 w 154"/>
              <a:gd name="T29" fmla="*/ 69 h 153"/>
              <a:gd name="T30" fmla="*/ 150 w 154"/>
              <a:gd name="T31" fmla="*/ 83 h 153"/>
              <a:gd name="T32" fmla="*/ 83 w 154"/>
              <a:gd name="T33" fmla="*/ 150 h 153"/>
              <a:gd name="T34" fmla="*/ 78 w 154"/>
              <a:gd name="T35" fmla="*/ 153 h 153"/>
              <a:gd name="T36" fmla="*/ 80 w 154"/>
              <a:gd name="T37" fmla="*/ 59 h 153"/>
              <a:gd name="T38" fmla="*/ 80 w 154"/>
              <a:gd name="T39" fmla="*/ 142 h 153"/>
              <a:gd name="T40" fmla="*/ 145 w 154"/>
              <a:gd name="T41" fmla="*/ 78 h 153"/>
              <a:gd name="T42" fmla="*/ 145 w 154"/>
              <a:gd name="T43" fmla="*/ 75 h 153"/>
              <a:gd name="T44" fmla="*/ 80 w 154"/>
              <a:gd name="T45" fmla="*/ 10 h 153"/>
              <a:gd name="T46" fmla="*/ 80 w 154"/>
              <a:gd name="T47" fmla="*/ 59 h 153"/>
              <a:gd name="T48" fmla="*/ 8 w 154"/>
              <a:gd name="T49" fmla="*/ 10 h 153"/>
              <a:gd name="T50" fmla="*/ 8 w 154"/>
              <a:gd name="T51" fmla="*/ 142 h 153"/>
              <a:gd name="T52" fmla="*/ 72 w 154"/>
              <a:gd name="T53" fmla="*/ 78 h 153"/>
              <a:gd name="T54" fmla="*/ 73 w 154"/>
              <a:gd name="T55" fmla="*/ 77 h 153"/>
              <a:gd name="T56" fmla="*/ 73 w 154"/>
              <a:gd name="T57" fmla="*/ 76 h 153"/>
              <a:gd name="T58" fmla="*/ 73 w 154"/>
              <a:gd name="T59" fmla="*/ 75 h 153"/>
              <a:gd name="T60" fmla="*/ 72 w 154"/>
              <a:gd name="T61" fmla="*/ 75 h 153"/>
              <a:gd name="T62" fmla="*/ 8 w 154"/>
              <a:gd name="T63" fmla="*/ 1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4" h="153">
                <a:moveTo>
                  <a:pt x="78" y="153"/>
                </a:moveTo>
                <a:cubicBezTo>
                  <a:pt x="76" y="153"/>
                  <a:pt x="74" y="152"/>
                  <a:pt x="73" y="150"/>
                </a:cubicBezTo>
                <a:cubicBezTo>
                  <a:pt x="73" y="149"/>
                  <a:pt x="72" y="147"/>
                  <a:pt x="72" y="146"/>
                </a:cubicBezTo>
                <a:cubicBezTo>
                  <a:pt x="72" y="89"/>
                  <a:pt x="72" y="89"/>
                  <a:pt x="72" y="89"/>
                </a:cubicBezTo>
                <a:cubicBezTo>
                  <a:pt x="11" y="150"/>
                  <a:pt x="11" y="150"/>
                  <a:pt x="11" y="150"/>
                </a:cubicBezTo>
                <a:cubicBezTo>
                  <a:pt x="9" y="152"/>
                  <a:pt x="7" y="153"/>
                  <a:pt x="6" y="153"/>
                </a:cubicBezTo>
                <a:cubicBezTo>
                  <a:pt x="3" y="153"/>
                  <a:pt x="0" y="151"/>
                  <a:pt x="0" y="146"/>
                </a:cubicBezTo>
                <a:cubicBezTo>
                  <a:pt x="0" y="7"/>
                  <a:pt x="0" y="7"/>
                  <a:pt x="0" y="7"/>
                </a:cubicBezTo>
                <a:cubicBezTo>
                  <a:pt x="0" y="2"/>
                  <a:pt x="3" y="0"/>
                  <a:pt x="6" y="0"/>
                </a:cubicBezTo>
                <a:cubicBezTo>
                  <a:pt x="7" y="0"/>
                  <a:pt x="9" y="1"/>
                  <a:pt x="11" y="2"/>
                </a:cubicBezTo>
                <a:cubicBezTo>
                  <a:pt x="72" y="64"/>
                  <a:pt x="72" y="64"/>
                  <a:pt x="72" y="64"/>
                </a:cubicBezTo>
                <a:cubicBezTo>
                  <a:pt x="72" y="7"/>
                  <a:pt x="72" y="7"/>
                  <a:pt x="72" y="7"/>
                </a:cubicBezTo>
                <a:cubicBezTo>
                  <a:pt x="72" y="2"/>
                  <a:pt x="75" y="0"/>
                  <a:pt x="78" y="0"/>
                </a:cubicBezTo>
                <a:cubicBezTo>
                  <a:pt x="80" y="0"/>
                  <a:pt x="82" y="1"/>
                  <a:pt x="83" y="2"/>
                </a:cubicBezTo>
                <a:cubicBezTo>
                  <a:pt x="150" y="69"/>
                  <a:pt x="150" y="69"/>
                  <a:pt x="150" y="69"/>
                </a:cubicBezTo>
                <a:cubicBezTo>
                  <a:pt x="154" y="73"/>
                  <a:pt x="154" y="79"/>
                  <a:pt x="150" y="83"/>
                </a:cubicBezTo>
                <a:cubicBezTo>
                  <a:pt x="83" y="150"/>
                  <a:pt x="83" y="150"/>
                  <a:pt x="83" y="150"/>
                </a:cubicBezTo>
                <a:cubicBezTo>
                  <a:pt x="82" y="152"/>
                  <a:pt x="80" y="153"/>
                  <a:pt x="78" y="153"/>
                </a:cubicBezTo>
                <a:close/>
                <a:moveTo>
                  <a:pt x="80" y="59"/>
                </a:moveTo>
                <a:cubicBezTo>
                  <a:pt x="80" y="142"/>
                  <a:pt x="80" y="142"/>
                  <a:pt x="80" y="142"/>
                </a:cubicBezTo>
                <a:cubicBezTo>
                  <a:pt x="145" y="78"/>
                  <a:pt x="145" y="78"/>
                  <a:pt x="145" y="78"/>
                </a:cubicBezTo>
                <a:cubicBezTo>
                  <a:pt x="145" y="77"/>
                  <a:pt x="145" y="76"/>
                  <a:pt x="145" y="75"/>
                </a:cubicBezTo>
                <a:cubicBezTo>
                  <a:pt x="80" y="10"/>
                  <a:pt x="80" y="10"/>
                  <a:pt x="80" y="10"/>
                </a:cubicBezTo>
                <a:lnTo>
                  <a:pt x="80" y="59"/>
                </a:lnTo>
                <a:close/>
                <a:moveTo>
                  <a:pt x="8" y="10"/>
                </a:moveTo>
                <a:cubicBezTo>
                  <a:pt x="8" y="142"/>
                  <a:pt x="8" y="142"/>
                  <a:pt x="8" y="142"/>
                </a:cubicBezTo>
                <a:cubicBezTo>
                  <a:pt x="72" y="78"/>
                  <a:pt x="72" y="78"/>
                  <a:pt x="72" y="78"/>
                </a:cubicBezTo>
                <a:cubicBezTo>
                  <a:pt x="72" y="77"/>
                  <a:pt x="72" y="77"/>
                  <a:pt x="73" y="77"/>
                </a:cubicBezTo>
                <a:cubicBezTo>
                  <a:pt x="73" y="76"/>
                  <a:pt x="73" y="76"/>
                  <a:pt x="73" y="76"/>
                </a:cubicBezTo>
                <a:cubicBezTo>
                  <a:pt x="73" y="75"/>
                  <a:pt x="73" y="75"/>
                  <a:pt x="73" y="75"/>
                </a:cubicBezTo>
                <a:cubicBezTo>
                  <a:pt x="72" y="75"/>
                  <a:pt x="72" y="75"/>
                  <a:pt x="72" y="75"/>
                </a:cubicBezTo>
                <a:lnTo>
                  <a:pt x="8" y="10"/>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3" name="Freeform 1179"/>
          <p:cNvSpPr>
            <a:spLocks noEditPoints="1"/>
          </p:cNvSpPr>
          <p:nvPr/>
        </p:nvSpPr>
        <p:spPr bwMode="auto">
          <a:xfrm>
            <a:off x="652412" y="1144208"/>
            <a:ext cx="322844" cy="290012"/>
          </a:xfrm>
          <a:custGeom>
            <a:avLst/>
            <a:gdLst>
              <a:gd name="T0" fmla="*/ 22 w 177"/>
              <a:gd name="T1" fmla="*/ 159 h 159"/>
              <a:gd name="T2" fmla="*/ 16 w 177"/>
              <a:gd name="T3" fmla="*/ 155 h 159"/>
              <a:gd name="T4" fmla="*/ 13 w 177"/>
              <a:gd name="T5" fmla="*/ 150 h 159"/>
              <a:gd name="T6" fmla="*/ 12 w 177"/>
              <a:gd name="T7" fmla="*/ 148 h 159"/>
              <a:gd name="T8" fmla="*/ 0 w 177"/>
              <a:gd name="T9" fmla="*/ 104 h 159"/>
              <a:gd name="T10" fmla="*/ 5 w 177"/>
              <a:gd name="T11" fmla="*/ 71 h 159"/>
              <a:gd name="T12" fmla="*/ 91 w 177"/>
              <a:gd name="T13" fmla="*/ 30 h 159"/>
              <a:gd name="T14" fmla="*/ 108 w 177"/>
              <a:gd name="T15" fmla="*/ 30 h 159"/>
              <a:gd name="T16" fmla="*/ 108 w 177"/>
              <a:gd name="T17" fmla="*/ 10 h 159"/>
              <a:gd name="T18" fmla="*/ 118 w 177"/>
              <a:gd name="T19" fmla="*/ 0 h 159"/>
              <a:gd name="T20" fmla="*/ 125 w 177"/>
              <a:gd name="T21" fmla="*/ 3 h 159"/>
              <a:gd name="T22" fmla="*/ 174 w 177"/>
              <a:gd name="T23" fmla="*/ 51 h 159"/>
              <a:gd name="T24" fmla="*/ 177 w 177"/>
              <a:gd name="T25" fmla="*/ 58 h 159"/>
              <a:gd name="T26" fmla="*/ 174 w 177"/>
              <a:gd name="T27" fmla="*/ 65 h 159"/>
              <a:gd name="T28" fmla="*/ 125 w 177"/>
              <a:gd name="T29" fmla="*/ 114 h 159"/>
              <a:gd name="T30" fmla="*/ 118 w 177"/>
              <a:gd name="T31" fmla="*/ 117 h 159"/>
              <a:gd name="T32" fmla="*/ 108 w 177"/>
              <a:gd name="T33" fmla="*/ 107 h 159"/>
              <a:gd name="T34" fmla="*/ 108 w 177"/>
              <a:gd name="T35" fmla="*/ 86 h 159"/>
              <a:gd name="T36" fmla="*/ 91 w 177"/>
              <a:gd name="T37" fmla="*/ 86 h 159"/>
              <a:gd name="T38" fmla="*/ 28 w 177"/>
              <a:gd name="T39" fmla="*/ 135 h 159"/>
              <a:gd name="T40" fmla="*/ 28 w 177"/>
              <a:gd name="T41" fmla="*/ 147 h 159"/>
              <a:gd name="T42" fmla="*/ 28 w 177"/>
              <a:gd name="T43" fmla="*/ 148 h 159"/>
              <a:gd name="T44" fmla="*/ 29 w 177"/>
              <a:gd name="T45" fmla="*/ 152 h 159"/>
              <a:gd name="T46" fmla="*/ 22 w 177"/>
              <a:gd name="T47" fmla="*/ 159 h 159"/>
              <a:gd name="T48" fmla="*/ 91 w 177"/>
              <a:gd name="T49" fmla="*/ 38 h 159"/>
              <a:gd name="T50" fmla="*/ 12 w 177"/>
              <a:gd name="T51" fmla="*/ 74 h 159"/>
              <a:gd name="T52" fmla="*/ 8 w 177"/>
              <a:gd name="T53" fmla="*/ 104 h 159"/>
              <a:gd name="T54" fmla="*/ 19 w 177"/>
              <a:gd name="T55" fmla="*/ 144 h 159"/>
              <a:gd name="T56" fmla="*/ 20 w 177"/>
              <a:gd name="T57" fmla="*/ 147 h 159"/>
              <a:gd name="T58" fmla="*/ 20 w 177"/>
              <a:gd name="T59" fmla="*/ 147 h 159"/>
              <a:gd name="T60" fmla="*/ 20 w 177"/>
              <a:gd name="T61" fmla="*/ 135 h 159"/>
              <a:gd name="T62" fmla="*/ 91 w 177"/>
              <a:gd name="T63" fmla="*/ 78 h 159"/>
              <a:gd name="T64" fmla="*/ 116 w 177"/>
              <a:gd name="T65" fmla="*/ 78 h 159"/>
              <a:gd name="T66" fmla="*/ 116 w 177"/>
              <a:gd name="T67" fmla="*/ 107 h 159"/>
              <a:gd name="T68" fmla="*/ 120 w 177"/>
              <a:gd name="T69" fmla="*/ 108 h 159"/>
              <a:gd name="T70" fmla="*/ 168 w 177"/>
              <a:gd name="T71" fmla="*/ 60 h 159"/>
              <a:gd name="T72" fmla="*/ 169 w 177"/>
              <a:gd name="T73" fmla="*/ 58 h 159"/>
              <a:gd name="T74" fmla="*/ 168 w 177"/>
              <a:gd name="T75" fmla="*/ 57 h 159"/>
              <a:gd name="T76" fmla="*/ 120 w 177"/>
              <a:gd name="T77" fmla="*/ 9 h 159"/>
              <a:gd name="T78" fmla="*/ 116 w 177"/>
              <a:gd name="T79" fmla="*/ 10 h 159"/>
              <a:gd name="T80" fmla="*/ 116 w 177"/>
              <a:gd name="T81" fmla="*/ 38 h 159"/>
              <a:gd name="T82" fmla="*/ 91 w 177"/>
              <a:gd name="T83" fmla="*/ 38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77" h="159">
                <a:moveTo>
                  <a:pt x="22" y="159"/>
                </a:moveTo>
                <a:cubicBezTo>
                  <a:pt x="18" y="159"/>
                  <a:pt x="16" y="156"/>
                  <a:pt x="16" y="155"/>
                </a:cubicBezTo>
                <a:cubicBezTo>
                  <a:pt x="14" y="154"/>
                  <a:pt x="14" y="152"/>
                  <a:pt x="13" y="150"/>
                </a:cubicBezTo>
                <a:cubicBezTo>
                  <a:pt x="12" y="149"/>
                  <a:pt x="12" y="148"/>
                  <a:pt x="12" y="148"/>
                </a:cubicBezTo>
                <a:cubicBezTo>
                  <a:pt x="4" y="129"/>
                  <a:pt x="0" y="114"/>
                  <a:pt x="0" y="104"/>
                </a:cubicBezTo>
                <a:cubicBezTo>
                  <a:pt x="0" y="90"/>
                  <a:pt x="1" y="80"/>
                  <a:pt x="5" y="71"/>
                </a:cubicBezTo>
                <a:cubicBezTo>
                  <a:pt x="16" y="43"/>
                  <a:pt x="44" y="30"/>
                  <a:pt x="91" y="30"/>
                </a:cubicBezTo>
                <a:cubicBezTo>
                  <a:pt x="108" y="30"/>
                  <a:pt x="108" y="30"/>
                  <a:pt x="108" y="30"/>
                </a:cubicBezTo>
                <a:cubicBezTo>
                  <a:pt x="108" y="10"/>
                  <a:pt x="108" y="10"/>
                  <a:pt x="108" y="10"/>
                </a:cubicBezTo>
                <a:cubicBezTo>
                  <a:pt x="108" y="4"/>
                  <a:pt x="113" y="0"/>
                  <a:pt x="118" y="0"/>
                </a:cubicBezTo>
                <a:cubicBezTo>
                  <a:pt x="121" y="0"/>
                  <a:pt x="123" y="1"/>
                  <a:pt x="125" y="3"/>
                </a:cubicBezTo>
                <a:cubicBezTo>
                  <a:pt x="174" y="51"/>
                  <a:pt x="174" y="51"/>
                  <a:pt x="174" y="51"/>
                </a:cubicBezTo>
                <a:cubicBezTo>
                  <a:pt x="175" y="53"/>
                  <a:pt x="177" y="56"/>
                  <a:pt x="177" y="58"/>
                </a:cubicBezTo>
                <a:cubicBezTo>
                  <a:pt x="177" y="61"/>
                  <a:pt x="175" y="63"/>
                  <a:pt x="174" y="65"/>
                </a:cubicBezTo>
                <a:cubicBezTo>
                  <a:pt x="125" y="114"/>
                  <a:pt x="125" y="114"/>
                  <a:pt x="125" y="114"/>
                </a:cubicBezTo>
                <a:cubicBezTo>
                  <a:pt x="123" y="116"/>
                  <a:pt x="121" y="117"/>
                  <a:pt x="118" y="117"/>
                </a:cubicBezTo>
                <a:cubicBezTo>
                  <a:pt x="113" y="117"/>
                  <a:pt x="108" y="112"/>
                  <a:pt x="108" y="107"/>
                </a:cubicBezTo>
                <a:cubicBezTo>
                  <a:pt x="108" y="86"/>
                  <a:pt x="108" y="86"/>
                  <a:pt x="108" y="86"/>
                </a:cubicBezTo>
                <a:cubicBezTo>
                  <a:pt x="91" y="86"/>
                  <a:pt x="91" y="86"/>
                  <a:pt x="91" y="86"/>
                </a:cubicBezTo>
                <a:cubicBezTo>
                  <a:pt x="50" y="86"/>
                  <a:pt x="28" y="94"/>
                  <a:pt x="28" y="135"/>
                </a:cubicBezTo>
                <a:cubicBezTo>
                  <a:pt x="28" y="139"/>
                  <a:pt x="28" y="142"/>
                  <a:pt x="28" y="147"/>
                </a:cubicBezTo>
                <a:cubicBezTo>
                  <a:pt x="28" y="147"/>
                  <a:pt x="28" y="148"/>
                  <a:pt x="28" y="148"/>
                </a:cubicBezTo>
                <a:cubicBezTo>
                  <a:pt x="29" y="149"/>
                  <a:pt x="29" y="150"/>
                  <a:pt x="29" y="152"/>
                </a:cubicBezTo>
                <a:cubicBezTo>
                  <a:pt x="29" y="156"/>
                  <a:pt x="26" y="159"/>
                  <a:pt x="22" y="159"/>
                </a:cubicBezTo>
                <a:close/>
                <a:moveTo>
                  <a:pt x="91" y="38"/>
                </a:moveTo>
                <a:cubicBezTo>
                  <a:pt x="48" y="38"/>
                  <a:pt x="22" y="50"/>
                  <a:pt x="12" y="74"/>
                </a:cubicBezTo>
                <a:cubicBezTo>
                  <a:pt x="9" y="82"/>
                  <a:pt x="8" y="91"/>
                  <a:pt x="8" y="104"/>
                </a:cubicBezTo>
                <a:cubicBezTo>
                  <a:pt x="8" y="113"/>
                  <a:pt x="12" y="127"/>
                  <a:pt x="19" y="144"/>
                </a:cubicBezTo>
                <a:cubicBezTo>
                  <a:pt x="19" y="145"/>
                  <a:pt x="20" y="146"/>
                  <a:pt x="20" y="147"/>
                </a:cubicBezTo>
                <a:cubicBezTo>
                  <a:pt x="20" y="147"/>
                  <a:pt x="20" y="147"/>
                  <a:pt x="20" y="147"/>
                </a:cubicBezTo>
                <a:cubicBezTo>
                  <a:pt x="20" y="142"/>
                  <a:pt x="20" y="139"/>
                  <a:pt x="20" y="135"/>
                </a:cubicBezTo>
                <a:cubicBezTo>
                  <a:pt x="20" y="83"/>
                  <a:pt x="57" y="78"/>
                  <a:pt x="91" y="78"/>
                </a:cubicBezTo>
                <a:cubicBezTo>
                  <a:pt x="116" y="78"/>
                  <a:pt x="116" y="78"/>
                  <a:pt x="116" y="78"/>
                </a:cubicBezTo>
                <a:cubicBezTo>
                  <a:pt x="116" y="107"/>
                  <a:pt x="116" y="107"/>
                  <a:pt x="116" y="107"/>
                </a:cubicBezTo>
                <a:cubicBezTo>
                  <a:pt x="116" y="108"/>
                  <a:pt x="118" y="109"/>
                  <a:pt x="120" y="108"/>
                </a:cubicBezTo>
                <a:cubicBezTo>
                  <a:pt x="168" y="60"/>
                  <a:pt x="168" y="60"/>
                  <a:pt x="168" y="60"/>
                </a:cubicBezTo>
                <a:cubicBezTo>
                  <a:pt x="168" y="59"/>
                  <a:pt x="169" y="59"/>
                  <a:pt x="169" y="58"/>
                </a:cubicBezTo>
                <a:cubicBezTo>
                  <a:pt x="169" y="58"/>
                  <a:pt x="168" y="57"/>
                  <a:pt x="168" y="57"/>
                </a:cubicBezTo>
                <a:cubicBezTo>
                  <a:pt x="120" y="9"/>
                  <a:pt x="120" y="9"/>
                  <a:pt x="120" y="9"/>
                </a:cubicBezTo>
                <a:cubicBezTo>
                  <a:pt x="118" y="7"/>
                  <a:pt x="116" y="8"/>
                  <a:pt x="116" y="10"/>
                </a:cubicBezTo>
                <a:cubicBezTo>
                  <a:pt x="116" y="38"/>
                  <a:pt x="116" y="38"/>
                  <a:pt x="116" y="38"/>
                </a:cubicBezTo>
                <a:lnTo>
                  <a:pt x="91" y="38"/>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4" name="Freeform 1185"/>
          <p:cNvSpPr>
            <a:spLocks noEditPoints="1"/>
          </p:cNvSpPr>
          <p:nvPr/>
        </p:nvSpPr>
        <p:spPr bwMode="auto">
          <a:xfrm>
            <a:off x="2525638" y="651615"/>
            <a:ext cx="338348" cy="291836"/>
          </a:xfrm>
          <a:custGeom>
            <a:avLst/>
            <a:gdLst>
              <a:gd name="T0" fmla="*/ 159 w 185"/>
              <a:gd name="T1" fmla="*/ 160 h 160"/>
              <a:gd name="T2" fmla="*/ 152 w 185"/>
              <a:gd name="T3" fmla="*/ 7 h 160"/>
              <a:gd name="T4" fmla="*/ 178 w 185"/>
              <a:gd name="T5" fmla="*/ 0 h 160"/>
              <a:gd name="T6" fmla="*/ 185 w 185"/>
              <a:gd name="T7" fmla="*/ 153 h 160"/>
              <a:gd name="T8" fmla="*/ 160 w 185"/>
              <a:gd name="T9" fmla="*/ 152 h 160"/>
              <a:gd name="T10" fmla="*/ 177 w 185"/>
              <a:gd name="T11" fmla="*/ 8 h 160"/>
              <a:gd name="T12" fmla="*/ 160 w 185"/>
              <a:gd name="T13" fmla="*/ 152 h 160"/>
              <a:gd name="T14" fmla="*/ 121 w 185"/>
              <a:gd name="T15" fmla="*/ 160 h 160"/>
              <a:gd name="T16" fmla="*/ 114 w 185"/>
              <a:gd name="T17" fmla="*/ 58 h 160"/>
              <a:gd name="T18" fmla="*/ 140 w 185"/>
              <a:gd name="T19" fmla="*/ 51 h 160"/>
              <a:gd name="T20" fmla="*/ 147 w 185"/>
              <a:gd name="T21" fmla="*/ 153 h 160"/>
              <a:gd name="T22" fmla="*/ 122 w 185"/>
              <a:gd name="T23" fmla="*/ 152 h 160"/>
              <a:gd name="T24" fmla="*/ 139 w 185"/>
              <a:gd name="T25" fmla="*/ 59 h 160"/>
              <a:gd name="T26" fmla="*/ 122 w 185"/>
              <a:gd name="T27" fmla="*/ 152 h 160"/>
              <a:gd name="T28" fmla="*/ 83 w 185"/>
              <a:gd name="T29" fmla="*/ 160 h 160"/>
              <a:gd name="T30" fmla="*/ 76 w 185"/>
              <a:gd name="T31" fmla="*/ 96 h 160"/>
              <a:gd name="T32" fmla="*/ 102 w 185"/>
              <a:gd name="T33" fmla="*/ 89 h 160"/>
              <a:gd name="T34" fmla="*/ 109 w 185"/>
              <a:gd name="T35" fmla="*/ 153 h 160"/>
              <a:gd name="T36" fmla="*/ 84 w 185"/>
              <a:gd name="T37" fmla="*/ 152 h 160"/>
              <a:gd name="T38" fmla="*/ 101 w 185"/>
              <a:gd name="T39" fmla="*/ 97 h 160"/>
              <a:gd name="T40" fmla="*/ 84 w 185"/>
              <a:gd name="T41" fmla="*/ 152 h 160"/>
              <a:gd name="T42" fmla="*/ 45 w 185"/>
              <a:gd name="T43" fmla="*/ 160 h 160"/>
              <a:gd name="T44" fmla="*/ 38 w 185"/>
              <a:gd name="T45" fmla="*/ 121 h 160"/>
              <a:gd name="T46" fmla="*/ 64 w 185"/>
              <a:gd name="T47" fmla="*/ 114 h 160"/>
              <a:gd name="T48" fmla="*/ 71 w 185"/>
              <a:gd name="T49" fmla="*/ 153 h 160"/>
              <a:gd name="T50" fmla="*/ 46 w 185"/>
              <a:gd name="T51" fmla="*/ 152 h 160"/>
              <a:gd name="T52" fmla="*/ 63 w 185"/>
              <a:gd name="T53" fmla="*/ 122 h 160"/>
              <a:gd name="T54" fmla="*/ 46 w 185"/>
              <a:gd name="T55" fmla="*/ 152 h 160"/>
              <a:gd name="T56" fmla="*/ 7 w 185"/>
              <a:gd name="T57" fmla="*/ 160 h 160"/>
              <a:gd name="T58" fmla="*/ 0 w 185"/>
              <a:gd name="T59" fmla="*/ 134 h 160"/>
              <a:gd name="T60" fmla="*/ 26 w 185"/>
              <a:gd name="T61" fmla="*/ 127 h 160"/>
              <a:gd name="T62" fmla="*/ 33 w 185"/>
              <a:gd name="T63" fmla="*/ 153 h 160"/>
              <a:gd name="T64" fmla="*/ 8 w 185"/>
              <a:gd name="T65" fmla="*/ 152 h 160"/>
              <a:gd name="T66" fmla="*/ 25 w 185"/>
              <a:gd name="T67" fmla="*/ 135 h 160"/>
              <a:gd name="T68" fmla="*/ 8 w 185"/>
              <a:gd name="T69" fmla="*/ 152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5" h="160">
                <a:moveTo>
                  <a:pt x="178" y="160"/>
                </a:moveTo>
                <a:cubicBezTo>
                  <a:pt x="159" y="160"/>
                  <a:pt x="159" y="160"/>
                  <a:pt x="159" y="160"/>
                </a:cubicBezTo>
                <a:cubicBezTo>
                  <a:pt x="155" y="160"/>
                  <a:pt x="152" y="157"/>
                  <a:pt x="152" y="153"/>
                </a:cubicBezTo>
                <a:cubicBezTo>
                  <a:pt x="152" y="7"/>
                  <a:pt x="152" y="7"/>
                  <a:pt x="152" y="7"/>
                </a:cubicBezTo>
                <a:cubicBezTo>
                  <a:pt x="152" y="3"/>
                  <a:pt x="155" y="0"/>
                  <a:pt x="159" y="0"/>
                </a:cubicBezTo>
                <a:cubicBezTo>
                  <a:pt x="178" y="0"/>
                  <a:pt x="178" y="0"/>
                  <a:pt x="178" y="0"/>
                </a:cubicBezTo>
                <a:cubicBezTo>
                  <a:pt x="182" y="0"/>
                  <a:pt x="185" y="3"/>
                  <a:pt x="185" y="7"/>
                </a:cubicBezTo>
                <a:cubicBezTo>
                  <a:pt x="185" y="153"/>
                  <a:pt x="185" y="153"/>
                  <a:pt x="185" y="153"/>
                </a:cubicBezTo>
                <a:cubicBezTo>
                  <a:pt x="185" y="157"/>
                  <a:pt x="182" y="160"/>
                  <a:pt x="178" y="160"/>
                </a:cubicBezTo>
                <a:close/>
                <a:moveTo>
                  <a:pt x="160" y="152"/>
                </a:moveTo>
                <a:cubicBezTo>
                  <a:pt x="177" y="152"/>
                  <a:pt x="177" y="152"/>
                  <a:pt x="177" y="152"/>
                </a:cubicBezTo>
                <a:cubicBezTo>
                  <a:pt x="177" y="8"/>
                  <a:pt x="177" y="8"/>
                  <a:pt x="177" y="8"/>
                </a:cubicBezTo>
                <a:cubicBezTo>
                  <a:pt x="160" y="8"/>
                  <a:pt x="160" y="8"/>
                  <a:pt x="160" y="8"/>
                </a:cubicBezTo>
                <a:lnTo>
                  <a:pt x="160" y="152"/>
                </a:lnTo>
                <a:close/>
                <a:moveTo>
                  <a:pt x="140" y="160"/>
                </a:moveTo>
                <a:cubicBezTo>
                  <a:pt x="121" y="160"/>
                  <a:pt x="121" y="160"/>
                  <a:pt x="121" y="160"/>
                </a:cubicBezTo>
                <a:cubicBezTo>
                  <a:pt x="117" y="160"/>
                  <a:pt x="114" y="157"/>
                  <a:pt x="114" y="153"/>
                </a:cubicBezTo>
                <a:cubicBezTo>
                  <a:pt x="114" y="58"/>
                  <a:pt x="114" y="58"/>
                  <a:pt x="114" y="58"/>
                </a:cubicBezTo>
                <a:cubicBezTo>
                  <a:pt x="114" y="54"/>
                  <a:pt x="117" y="51"/>
                  <a:pt x="121" y="51"/>
                </a:cubicBezTo>
                <a:cubicBezTo>
                  <a:pt x="140" y="51"/>
                  <a:pt x="140" y="51"/>
                  <a:pt x="140" y="51"/>
                </a:cubicBezTo>
                <a:cubicBezTo>
                  <a:pt x="144" y="51"/>
                  <a:pt x="147" y="54"/>
                  <a:pt x="147" y="58"/>
                </a:cubicBezTo>
                <a:cubicBezTo>
                  <a:pt x="147" y="153"/>
                  <a:pt x="147" y="153"/>
                  <a:pt x="147" y="153"/>
                </a:cubicBezTo>
                <a:cubicBezTo>
                  <a:pt x="147" y="157"/>
                  <a:pt x="144" y="160"/>
                  <a:pt x="140" y="160"/>
                </a:cubicBezTo>
                <a:close/>
                <a:moveTo>
                  <a:pt x="122" y="152"/>
                </a:moveTo>
                <a:cubicBezTo>
                  <a:pt x="139" y="152"/>
                  <a:pt x="139" y="152"/>
                  <a:pt x="139" y="152"/>
                </a:cubicBezTo>
                <a:cubicBezTo>
                  <a:pt x="139" y="59"/>
                  <a:pt x="139" y="59"/>
                  <a:pt x="139" y="59"/>
                </a:cubicBezTo>
                <a:cubicBezTo>
                  <a:pt x="122" y="59"/>
                  <a:pt x="122" y="59"/>
                  <a:pt x="122" y="59"/>
                </a:cubicBezTo>
                <a:lnTo>
                  <a:pt x="122" y="152"/>
                </a:lnTo>
                <a:close/>
                <a:moveTo>
                  <a:pt x="102" y="160"/>
                </a:moveTo>
                <a:cubicBezTo>
                  <a:pt x="83" y="160"/>
                  <a:pt x="83" y="160"/>
                  <a:pt x="83" y="160"/>
                </a:cubicBezTo>
                <a:cubicBezTo>
                  <a:pt x="79" y="160"/>
                  <a:pt x="76" y="157"/>
                  <a:pt x="76" y="153"/>
                </a:cubicBezTo>
                <a:cubicBezTo>
                  <a:pt x="76" y="96"/>
                  <a:pt x="76" y="96"/>
                  <a:pt x="76" y="96"/>
                </a:cubicBezTo>
                <a:cubicBezTo>
                  <a:pt x="76" y="92"/>
                  <a:pt x="79" y="89"/>
                  <a:pt x="83" y="89"/>
                </a:cubicBezTo>
                <a:cubicBezTo>
                  <a:pt x="102" y="89"/>
                  <a:pt x="102" y="89"/>
                  <a:pt x="102" y="89"/>
                </a:cubicBezTo>
                <a:cubicBezTo>
                  <a:pt x="106" y="89"/>
                  <a:pt x="109" y="92"/>
                  <a:pt x="109" y="96"/>
                </a:cubicBezTo>
                <a:cubicBezTo>
                  <a:pt x="109" y="153"/>
                  <a:pt x="109" y="153"/>
                  <a:pt x="109" y="153"/>
                </a:cubicBezTo>
                <a:cubicBezTo>
                  <a:pt x="109" y="157"/>
                  <a:pt x="106" y="160"/>
                  <a:pt x="102" y="160"/>
                </a:cubicBezTo>
                <a:close/>
                <a:moveTo>
                  <a:pt x="84" y="152"/>
                </a:moveTo>
                <a:cubicBezTo>
                  <a:pt x="101" y="152"/>
                  <a:pt x="101" y="152"/>
                  <a:pt x="101" y="152"/>
                </a:cubicBezTo>
                <a:cubicBezTo>
                  <a:pt x="101" y="97"/>
                  <a:pt x="101" y="97"/>
                  <a:pt x="101" y="97"/>
                </a:cubicBezTo>
                <a:cubicBezTo>
                  <a:pt x="84" y="97"/>
                  <a:pt x="84" y="97"/>
                  <a:pt x="84" y="97"/>
                </a:cubicBezTo>
                <a:lnTo>
                  <a:pt x="84" y="152"/>
                </a:lnTo>
                <a:close/>
                <a:moveTo>
                  <a:pt x="64" y="160"/>
                </a:moveTo>
                <a:cubicBezTo>
                  <a:pt x="45" y="160"/>
                  <a:pt x="45" y="160"/>
                  <a:pt x="45" y="160"/>
                </a:cubicBezTo>
                <a:cubicBezTo>
                  <a:pt x="41" y="160"/>
                  <a:pt x="38" y="157"/>
                  <a:pt x="38" y="153"/>
                </a:cubicBezTo>
                <a:cubicBezTo>
                  <a:pt x="38" y="121"/>
                  <a:pt x="38" y="121"/>
                  <a:pt x="38" y="121"/>
                </a:cubicBezTo>
                <a:cubicBezTo>
                  <a:pt x="38" y="117"/>
                  <a:pt x="41" y="114"/>
                  <a:pt x="45" y="114"/>
                </a:cubicBezTo>
                <a:cubicBezTo>
                  <a:pt x="64" y="114"/>
                  <a:pt x="64" y="114"/>
                  <a:pt x="64" y="114"/>
                </a:cubicBezTo>
                <a:cubicBezTo>
                  <a:pt x="68" y="114"/>
                  <a:pt x="71" y="117"/>
                  <a:pt x="71" y="121"/>
                </a:cubicBezTo>
                <a:cubicBezTo>
                  <a:pt x="71" y="153"/>
                  <a:pt x="71" y="153"/>
                  <a:pt x="71" y="153"/>
                </a:cubicBezTo>
                <a:cubicBezTo>
                  <a:pt x="71" y="157"/>
                  <a:pt x="68" y="160"/>
                  <a:pt x="64" y="160"/>
                </a:cubicBezTo>
                <a:close/>
                <a:moveTo>
                  <a:pt x="46" y="152"/>
                </a:moveTo>
                <a:cubicBezTo>
                  <a:pt x="63" y="152"/>
                  <a:pt x="63" y="152"/>
                  <a:pt x="63" y="152"/>
                </a:cubicBezTo>
                <a:cubicBezTo>
                  <a:pt x="63" y="122"/>
                  <a:pt x="63" y="122"/>
                  <a:pt x="63" y="122"/>
                </a:cubicBezTo>
                <a:cubicBezTo>
                  <a:pt x="46" y="122"/>
                  <a:pt x="46" y="122"/>
                  <a:pt x="46" y="122"/>
                </a:cubicBezTo>
                <a:lnTo>
                  <a:pt x="46" y="152"/>
                </a:lnTo>
                <a:close/>
                <a:moveTo>
                  <a:pt x="26" y="160"/>
                </a:moveTo>
                <a:cubicBezTo>
                  <a:pt x="7" y="160"/>
                  <a:pt x="7" y="160"/>
                  <a:pt x="7" y="160"/>
                </a:cubicBezTo>
                <a:cubicBezTo>
                  <a:pt x="3" y="160"/>
                  <a:pt x="0" y="157"/>
                  <a:pt x="0" y="153"/>
                </a:cubicBezTo>
                <a:cubicBezTo>
                  <a:pt x="0" y="134"/>
                  <a:pt x="0" y="134"/>
                  <a:pt x="0" y="134"/>
                </a:cubicBezTo>
                <a:cubicBezTo>
                  <a:pt x="0" y="130"/>
                  <a:pt x="3" y="127"/>
                  <a:pt x="7" y="127"/>
                </a:cubicBezTo>
                <a:cubicBezTo>
                  <a:pt x="26" y="127"/>
                  <a:pt x="26" y="127"/>
                  <a:pt x="26" y="127"/>
                </a:cubicBezTo>
                <a:cubicBezTo>
                  <a:pt x="30" y="127"/>
                  <a:pt x="33" y="130"/>
                  <a:pt x="33" y="134"/>
                </a:cubicBezTo>
                <a:cubicBezTo>
                  <a:pt x="33" y="153"/>
                  <a:pt x="33" y="153"/>
                  <a:pt x="33" y="153"/>
                </a:cubicBezTo>
                <a:cubicBezTo>
                  <a:pt x="33" y="157"/>
                  <a:pt x="30" y="160"/>
                  <a:pt x="26" y="160"/>
                </a:cubicBezTo>
                <a:close/>
                <a:moveTo>
                  <a:pt x="8" y="152"/>
                </a:moveTo>
                <a:cubicBezTo>
                  <a:pt x="25" y="152"/>
                  <a:pt x="25" y="152"/>
                  <a:pt x="25" y="152"/>
                </a:cubicBezTo>
                <a:cubicBezTo>
                  <a:pt x="25" y="135"/>
                  <a:pt x="25" y="135"/>
                  <a:pt x="25" y="135"/>
                </a:cubicBezTo>
                <a:cubicBezTo>
                  <a:pt x="8" y="135"/>
                  <a:pt x="8" y="135"/>
                  <a:pt x="8" y="135"/>
                </a:cubicBezTo>
                <a:lnTo>
                  <a:pt x="8" y="152"/>
                </a:ln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665" name="组合 664"/>
          <p:cNvGrpSpPr/>
          <p:nvPr/>
        </p:nvGrpSpPr>
        <p:grpSpPr>
          <a:xfrm>
            <a:off x="1089256" y="1167464"/>
            <a:ext cx="350204" cy="243501"/>
            <a:chOff x="11271250" y="93662"/>
            <a:chExt cx="609600" cy="423863"/>
          </a:xfrm>
          <a:solidFill>
            <a:srgbClr val="707E84"/>
          </a:solidFill>
        </p:grpSpPr>
        <p:sp>
          <p:nvSpPr>
            <p:cNvPr id="666" name="Freeform 1258"/>
            <p:cNvSpPr>
              <a:spLocks noEditPoints="1"/>
            </p:cNvSpPr>
            <p:nvPr/>
          </p:nvSpPr>
          <p:spPr bwMode="auto">
            <a:xfrm>
              <a:off x="11271250" y="93662"/>
              <a:ext cx="609600" cy="423863"/>
            </a:xfrm>
            <a:custGeom>
              <a:avLst/>
              <a:gdLst>
                <a:gd name="T0" fmla="*/ 384 w 384"/>
                <a:gd name="T1" fmla="*/ 267 h 267"/>
                <a:gd name="T2" fmla="*/ 0 w 384"/>
                <a:gd name="T3" fmla="*/ 267 h 267"/>
                <a:gd name="T4" fmla="*/ 0 w 384"/>
                <a:gd name="T5" fmla="*/ 0 h 267"/>
                <a:gd name="T6" fmla="*/ 384 w 384"/>
                <a:gd name="T7" fmla="*/ 0 h 267"/>
                <a:gd name="T8" fmla="*/ 384 w 384"/>
                <a:gd name="T9" fmla="*/ 267 h 267"/>
                <a:gd name="T10" fmla="*/ 16 w 384"/>
                <a:gd name="T11" fmla="*/ 251 h 267"/>
                <a:gd name="T12" fmla="*/ 368 w 384"/>
                <a:gd name="T13" fmla="*/ 251 h 267"/>
                <a:gd name="T14" fmla="*/ 368 w 384"/>
                <a:gd name="T15" fmla="*/ 16 h 267"/>
                <a:gd name="T16" fmla="*/ 16 w 384"/>
                <a:gd name="T17" fmla="*/ 16 h 267"/>
                <a:gd name="T18" fmla="*/ 16 w 384"/>
                <a:gd name="T19" fmla="*/ 251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267">
                  <a:moveTo>
                    <a:pt x="384" y="267"/>
                  </a:moveTo>
                  <a:lnTo>
                    <a:pt x="0" y="267"/>
                  </a:lnTo>
                  <a:lnTo>
                    <a:pt x="0" y="0"/>
                  </a:lnTo>
                  <a:lnTo>
                    <a:pt x="384" y="0"/>
                  </a:lnTo>
                  <a:lnTo>
                    <a:pt x="384" y="267"/>
                  </a:lnTo>
                  <a:close/>
                  <a:moveTo>
                    <a:pt x="16" y="251"/>
                  </a:moveTo>
                  <a:lnTo>
                    <a:pt x="368" y="251"/>
                  </a:lnTo>
                  <a:lnTo>
                    <a:pt x="368" y="16"/>
                  </a:lnTo>
                  <a:lnTo>
                    <a:pt x="16" y="16"/>
                  </a:lnTo>
                  <a:lnTo>
                    <a:pt x="16" y="2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7" name="Freeform 1259"/>
            <p:cNvSpPr>
              <a:spLocks/>
            </p:cNvSpPr>
            <p:nvPr/>
          </p:nvSpPr>
          <p:spPr bwMode="auto">
            <a:xfrm>
              <a:off x="11569700" y="100012"/>
              <a:ext cx="307975" cy="254000"/>
            </a:xfrm>
            <a:custGeom>
              <a:avLst/>
              <a:gdLst>
                <a:gd name="T0" fmla="*/ 2 w 97"/>
                <a:gd name="T1" fmla="*/ 80 h 80"/>
                <a:gd name="T2" fmla="*/ 1 w 97"/>
                <a:gd name="T3" fmla="*/ 79 h 80"/>
                <a:gd name="T4" fmla="*/ 1 w 97"/>
                <a:gd name="T5" fmla="*/ 76 h 80"/>
                <a:gd name="T6" fmla="*/ 93 w 97"/>
                <a:gd name="T7" fmla="*/ 0 h 80"/>
                <a:gd name="T8" fmla="*/ 96 w 97"/>
                <a:gd name="T9" fmla="*/ 1 h 80"/>
                <a:gd name="T10" fmla="*/ 96 w 97"/>
                <a:gd name="T11" fmla="*/ 4 h 80"/>
                <a:gd name="T12" fmla="*/ 3 w 97"/>
                <a:gd name="T13" fmla="*/ 79 h 80"/>
                <a:gd name="T14" fmla="*/ 2 w 97"/>
                <a:gd name="T15" fmla="*/ 80 h 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7" h="80">
                  <a:moveTo>
                    <a:pt x="2" y="80"/>
                  </a:moveTo>
                  <a:cubicBezTo>
                    <a:pt x="1" y="80"/>
                    <a:pt x="1" y="79"/>
                    <a:pt x="1" y="79"/>
                  </a:cubicBezTo>
                  <a:cubicBezTo>
                    <a:pt x="0" y="78"/>
                    <a:pt x="0" y="77"/>
                    <a:pt x="1" y="76"/>
                  </a:cubicBezTo>
                  <a:cubicBezTo>
                    <a:pt x="93" y="0"/>
                    <a:pt x="93" y="0"/>
                    <a:pt x="93" y="0"/>
                  </a:cubicBezTo>
                  <a:cubicBezTo>
                    <a:pt x="94" y="0"/>
                    <a:pt x="95" y="0"/>
                    <a:pt x="96" y="1"/>
                  </a:cubicBezTo>
                  <a:cubicBezTo>
                    <a:pt x="97" y="2"/>
                    <a:pt x="96" y="3"/>
                    <a:pt x="96" y="4"/>
                  </a:cubicBezTo>
                  <a:cubicBezTo>
                    <a:pt x="3" y="79"/>
                    <a:pt x="3" y="79"/>
                    <a:pt x="3" y="79"/>
                  </a:cubicBezTo>
                  <a:cubicBezTo>
                    <a:pt x="3" y="79"/>
                    <a:pt x="3" y="80"/>
                    <a:pt x="2"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8" name="Freeform 1260"/>
            <p:cNvSpPr>
              <a:spLocks/>
            </p:cNvSpPr>
            <p:nvPr/>
          </p:nvSpPr>
          <p:spPr bwMode="auto">
            <a:xfrm>
              <a:off x="11277600" y="100012"/>
              <a:ext cx="304800" cy="254000"/>
            </a:xfrm>
            <a:custGeom>
              <a:avLst/>
              <a:gdLst>
                <a:gd name="T0" fmla="*/ 94 w 96"/>
                <a:gd name="T1" fmla="*/ 80 h 80"/>
                <a:gd name="T2" fmla="*/ 93 w 96"/>
                <a:gd name="T3" fmla="*/ 79 h 80"/>
                <a:gd name="T4" fmla="*/ 1 w 96"/>
                <a:gd name="T5" fmla="*/ 4 h 80"/>
                <a:gd name="T6" fmla="*/ 0 w 96"/>
                <a:gd name="T7" fmla="*/ 1 h 80"/>
                <a:gd name="T8" fmla="*/ 3 w 96"/>
                <a:gd name="T9" fmla="*/ 0 h 80"/>
                <a:gd name="T10" fmla="*/ 95 w 96"/>
                <a:gd name="T11" fmla="*/ 76 h 80"/>
                <a:gd name="T12" fmla="*/ 96 w 96"/>
                <a:gd name="T13" fmla="*/ 79 h 80"/>
                <a:gd name="T14" fmla="*/ 94 w 96"/>
                <a:gd name="T15" fmla="*/ 80 h 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 h="80">
                  <a:moveTo>
                    <a:pt x="94" y="80"/>
                  </a:moveTo>
                  <a:cubicBezTo>
                    <a:pt x="94" y="80"/>
                    <a:pt x="93" y="79"/>
                    <a:pt x="93" y="79"/>
                  </a:cubicBezTo>
                  <a:cubicBezTo>
                    <a:pt x="1" y="4"/>
                    <a:pt x="1" y="4"/>
                    <a:pt x="1" y="4"/>
                  </a:cubicBezTo>
                  <a:cubicBezTo>
                    <a:pt x="0" y="3"/>
                    <a:pt x="0" y="2"/>
                    <a:pt x="0" y="1"/>
                  </a:cubicBezTo>
                  <a:cubicBezTo>
                    <a:pt x="1" y="0"/>
                    <a:pt x="2" y="0"/>
                    <a:pt x="3" y="0"/>
                  </a:cubicBezTo>
                  <a:cubicBezTo>
                    <a:pt x="95" y="76"/>
                    <a:pt x="95" y="76"/>
                    <a:pt x="95" y="76"/>
                  </a:cubicBezTo>
                  <a:cubicBezTo>
                    <a:pt x="96" y="77"/>
                    <a:pt x="96" y="78"/>
                    <a:pt x="96" y="79"/>
                  </a:cubicBezTo>
                  <a:cubicBezTo>
                    <a:pt x="95" y="79"/>
                    <a:pt x="95" y="80"/>
                    <a:pt x="94"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669" name="Freeform 1269"/>
          <p:cNvSpPr>
            <a:spLocks noEditPoints="1"/>
          </p:cNvSpPr>
          <p:nvPr/>
        </p:nvSpPr>
        <p:spPr bwMode="auto">
          <a:xfrm>
            <a:off x="676125" y="1629655"/>
            <a:ext cx="291836" cy="256269"/>
          </a:xfrm>
          <a:custGeom>
            <a:avLst/>
            <a:gdLst>
              <a:gd name="T0" fmla="*/ 160 w 160"/>
              <a:gd name="T1" fmla="*/ 140 h 140"/>
              <a:gd name="T2" fmla="*/ 0 w 160"/>
              <a:gd name="T3" fmla="*/ 140 h 140"/>
              <a:gd name="T4" fmla="*/ 0 w 160"/>
              <a:gd name="T5" fmla="*/ 127 h 140"/>
              <a:gd name="T6" fmla="*/ 42 w 160"/>
              <a:gd name="T7" fmla="*/ 85 h 140"/>
              <a:gd name="T8" fmla="*/ 118 w 160"/>
              <a:gd name="T9" fmla="*/ 85 h 140"/>
              <a:gd name="T10" fmla="*/ 160 w 160"/>
              <a:gd name="T11" fmla="*/ 127 h 140"/>
              <a:gd name="T12" fmla="*/ 160 w 160"/>
              <a:gd name="T13" fmla="*/ 140 h 140"/>
              <a:gd name="T14" fmla="*/ 8 w 160"/>
              <a:gd name="T15" fmla="*/ 132 h 140"/>
              <a:gd name="T16" fmla="*/ 152 w 160"/>
              <a:gd name="T17" fmla="*/ 132 h 140"/>
              <a:gd name="T18" fmla="*/ 152 w 160"/>
              <a:gd name="T19" fmla="*/ 127 h 140"/>
              <a:gd name="T20" fmla="*/ 118 w 160"/>
              <a:gd name="T21" fmla="*/ 93 h 140"/>
              <a:gd name="T22" fmla="*/ 42 w 160"/>
              <a:gd name="T23" fmla="*/ 93 h 140"/>
              <a:gd name="T24" fmla="*/ 8 w 160"/>
              <a:gd name="T25" fmla="*/ 127 h 140"/>
              <a:gd name="T26" fmla="*/ 8 w 160"/>
              <a:gd name="T27" fmla="*/ 132 h 140"/>
              <a:gd name="T28" fmla="*/ 80 w 160"/>
              <a:gd name="T29" fmla="*/ 83 h 140"/>
              <a:gd name="T30" fmla="*/ 38 w 160"/>
              <a:gd name="T31" fmla="*/ 42 h 140"/>
              <a:gd name="T32" fmla="*/ 80 w 160"/>
              <a:gd name="T33" fmla="*/ 0 h 140"/>
              <a:gd name="T34" fmla="*/ 122 w 160"/>
              <a:gd name="T35" fmla="*/ 42 h 140"/>
              <a:gd name="T36" fmla="*/ 80 w 160"/>
              <a:gd name="T37" fmla="*/ 83 h 140"/>
              <a:gd name="T38" fmla="*/ 80 w 160"/>
              <a:gd name="T39" fmla="*/ 8 h 140"/>
              <a:gd name="T40" fmla="*/ 46 w 160"/>
              <a:gd name="T41" fmla="*/ 42 h 140"/>
              <a:gd name="T42" fmla="*/ 80 w 160"/>
              <a:gd name="T43" fmla="*/ 75 h 140"/>
              <a:gd name="T44" fmla="*/ 114 w 160"/>
              <a:gd name="T45" fmla="*/ 42 h 140"/>
              <a:gd name="T46" fmla="*/ 80 w 160"/>
              <a:gd name="T47" fmla="*/ 8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60" h="140">
                <a:moveTo>
                  <a:pt x="160" y="140"/>
                </a:moveTo>
                <a:cubicBezTo>
                  <a:pt x="0" y="140"/>
                  <a:pt x="0" y="140"/>
                  <a:pt x="0" y="140"/>
                </a:cubicBezTo>
                <a:cubicBezTo>
                  <a:pt x="0" y="127"/>
                  <a:pt x="0" y="127"/>
                  <a:pt x="0" y="127"/>
                </a:cubicBezTo>
                <a:cubicBezTo>
                  <a:pt x="0" y="104"/>
                  <a:pt x="19" y="85"/>
                  <a:pt x="42" y="85"/>
                </a:cubicBezTo>
                <a:cubicBezTo>
                  <a:pt x="118" y="85"/>
                  <a:pt x="118" y="85"/>
                  <a:pt x="118" y="85"/>
                </a:cubicBezTo>
                <a:cubicBezTo>
                  <a:pt x="141" y="85"/>
                  <a:pt x="160" y="104"/>
                  <a:pt x="160" y="127"/>
                </a:cubicBezTo>
                <a:lnTo>
                  <a:pt x="160" y="140"/>
                </a:lnTo>
                <a:close/>
                <a:moveTo>
                  <a:pt x="8" y="132"/>
                </a:moveTo>
                <a:cubicBezTo>
                  <a:pt x="152" y="132"/>
                  <a:pt x="152" y="132"/>
                  <a:pt x="152" y="132"/>
                </a:cubicBezTo>
                <a:cubicBezTo>
                  <a:pt x="152" y="127"/>
                  <a:pt x="152" y="127"/>
                  <a:pt x="152" y="127"/>
                </a:cubicBezTo>
                <a:cubicBezTo>
                  <a:pt x="152" y="108"/>
                  <a:pt x="137" y="93"/>
                  <a:pt x="118" y="93"/>
                </a:cubicBezTo>
                <a:cubicBezTo>
                  <a:pt x="42" y="93"/>
                  <a:pt x="42" y="93"/>
                  <a:pt x="42" y="93"/>
                </a:cubicBezTo>
                <a:cubicBezTo>
                  <a:pt x="23" y="93"/>
                  <a:pt x="8" y="108"/>
                  <a:pt x="8" y="127"/>
                </a:cubicBezTo>
                <a:lnTo>
                  <a:pt x="8" y="132"/>
                </a:lnTo>
                <a:close/>
                <a:moveTo>
                  <a:pt x="80" y="83"/>
                </a:moveTo>
                <a:cubicBezTo>
                  <a:pt x="57" y="83"/>
                  <a:pt x="38" y="65"/>
                  <a:pt x="38" y="42"/>
                </a:cubicBezTo>
                <a:cubicBezTo>
                  <a:pt x="38" y="18"/>
                  <a:pt x="57" y="0"/>
                  <a:pt x="80" y="0"/>
                </a:cubicBezTo>
                <a:cubicBezTo>
                  <a:pt x="103" y="0"/>
                  <a:pt x="122" y="18"/>
                  <a:pt x="122" y="42"/>
                </a:cubicBezTo>
                <a:cubicBezTo>
                  <a:pt x="122" y="65"/>
                  <a:pt x="103" y="83"/>
                  <a:pt x="80" y="83"/>
                </a:cubicBezTo>
                <a:close/>
                <a:moveTo>
                  <a:pt x="80" y="8"/>
                </a:moveTo>
                <a:cubicBezTo>
                  <a:pt x="61" y="8"/>
                  <a:pt x="46" y="23"/>
                  <a:pt x="46" y="42"/>
                </a:cubicBezTo>
                <a:cubicBezTo>
                  <a:pt x="46" y="60"/>
                  <a:pt x="61" y="75"/>
                  <a:pt x="80" y="75"/>
                </a:cubicBezTo>
                <a:cubicBezTo>
                  <a:pt x="99" y="75"/>
                  <a:pt x="114" y="60"/>
                  <a:pt x="114" y="42"/>
                </a:cubicBezTo>
                <a:cubicBezTo>
                  <a:pt x="114" y="23"/>
                  <a:pt x="99" y="8"/>
                  <a:pt x="80" y="8"/>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0" name="Freeform 1270"/>
          <p:cNvSpPr>
            <a:spLocks noEditPoints="1"/>
          </p:cNvSpPr>
          <p:nvPr/>
        </p:nvSpPr>
        <p:spPr bwMode="auto">
          <a:xfrm>
            <a:off x="163586" y="1620535"/>
            <a:ext cx="284541" cy="274509"/>
          </a:xfrm>
          <a:custGeom>
            <a:avLst/>
            <a:gdLst>
              <a:gd name="T0" fmla="*/ 156 w 156"/>
              <a:gd name="T1" fmla="*/ 150 h 150"/>
              <a:gd name="T2" fmla="*/ 0 w 156"/>
              <a:gd name="T3" fmla="*/ 150 h 150"/>
              <a:gd name="T4" fmla="*/ 0 w 156"/>
              <a:gd name="T5" fmla="*/ 146 h 150"/>
              <a:gd name="T6" fmla="*/ 58 w 156"/>
              <a:gd name="T7" fmla="*/ 100 h 150"/>
              <a:gd name="T8" fmla="*/ 59 w 156"/>
              <a:gd name="T9" fmla="*/ 95 h 150"/>
              <a:gd name="T10" fmla="*/ 47 w 156"/>
              <a:gd name="T11" fmla="*/ 72 h 150"/>
              <a:gd name="T12" fmla="*/ 41 w 156"/>
              <a:gd name="T13" fmla="*/ 64 h 150"/>
              <a:gd name="T14" fmla="*/ 42 w 156"/>
              <a:gd name="T15" fmla="*/ 46 h 150"/>
              <a:gd name="T16" fmla="*/ 42 w 156"/>
              <a:gd name="T17" fmla="*/ 46 h 150"/>
              <a:gd name="T18" fmla="*/ 50 w 156"/>
              <a:gd name="T19" fmla="*/ 10 h 150"/>
              <a:gd name="T20" fmla="*/ 78 w 156"/>
              <a:gd name="T21" fmla="*/ 0 h 150"/>
              <a:gd name="T22" fmla="*/ 106 w 156"/>
              <a:gd name="T23" fmla="*/ 10 h 150"/>
              <a:gd name="T24" fmla="*/ 114 w 156"/>
              <a:gd name="T25" fmla="*/ 46 h 150"/>
              <a:gd name="T26" fmla="*/ 114 w 156"/>
              <a:gd name="T27" fmla="*/ 46 h 150"/>
              <a:gd name="T28" fmla="*/ 115 w 156"/>
              <a:gd name="T29" fmla="*/ 64 h 150"/>
              <a:gd name="T30" fmla="*/ 109 w 156"/>
              <a:gd name="T31" fmla="*/ 72 h 150"/>
              <a:gd name="T32" fmla="*/ 97 w 156"/>
              <a:gd name="T33" fmla="*/ 95 h 150"/>
              <a:gd name="T34" fmla="*/ 98 w 156"/>
              <a:gd name="T35" fmla="*/ 100 h 150"/>
              <a:gd name="T36" fmla="*/ 156 w 156"/>
              <a:gd name="T37" fmla="*/ 146 h 150"/>
              <a:gd name="T38" fmla="*/ 156 w 156"/>
              <a:gd name="T39" fmla="*/ 150 h 150"/>
              <a:gd name="T40" fmla="*/ 9 w 156"/>
              <a:gd name="T41" fmla="*/ 142 h 150"/>
              <a:gd name="T42" fmla="*/ 147 w 156"/>
              <a:gd name="T43" fmla="*/ 142 h 150"/>
              <a:gd name="T44" fmla="*/ 126 w 156"/>
              <a:gd name="T45" fmla="*/ 121 h 150"/>
              <a:gd name="T46" fmla="*/ 96 w 156"/>
              <a:gd name="T47" fmla="*/ 108 h 150"/>
              <a:gd name="T48" fmla="*/ 89 w 156"/>
              <a:gd name="T49" fmla="*/ 93 h 150"/>
              <a:gd name="T50" fmla="*/ 89 w 156"/>
              <a:gd name="T51" fmla="*/ 92 h 150"/>
              <a:gd name="T52" fmla="*/ 90 w 156"/>
              <a:gd name="T53" fmla="*/ 90 h 150"/>
              <a:gd name="T54" fmla="*/ 102 w 156"/>
              <a:gd name="T55" fmla="*/ 68 h 150"/>
              <a:gd name="T56" fmla="*/ 102 w 156"/>
              <a:gd name="T57" fmla="*/ 64 h 150"/>
              <a:gd name="T58" fmla="*/ 106 w 156"/>
              <a:gd name="T59" fmla="*/ 64 h 150"/>
              <a:gd name="T60" fmla="*/ 108 w 156"/>
              <a:gd name="T61" fmla="*/ 60 h 150"/>
              <a:gd name="T62" fmla="*/ 107 w 156"/>
              <a:gd name="T63" fmla="*/ 51 h 150"/>
              <a:gd name="T64" fmla="*/ 105 w 156"/>
              <a:gd name="T65" fmla="*/ 50 h 150"/>
              <a:gd name="T66" fmla="*/ 106 w 156"/>
              <a:gd name="T67" fmla="*/ 48 h 150"/>
              <a:gd name="T68" fmla="*/ 106 w 156"/>
              <a:gd name="T69" fmla="*/ 45 h 150"/>
              <a:gd name="T70" fmla="*/ 100 w 156"/>
              <a:gd name="T71" fmla="*/ 15 h 150"/>
              <a:gd name="T72" fmla="*/ 78 w 156"/>
              <a:gd name="T73" fmla="*/ 8 h 150"/>
              <a:gd name="T74" fmla="*/ 56 w 156"/>
              <a:gd name="T75" fmla="*/ 15 h 150"/>
              <a:gd name="T76" fmla="*/ 50 w 156"/>
              <a:gd name="T77" fmla="*/ 45 h 150"/>
              <a:gd name="T78" fmla="*/ 50 w 156"/>
              <a:gd name="T79" fmla="*/ 48 h 150"/>
              <a:gd name="T80" fmla="*/ 51 w 156"/>
              <a:gd name="T81" fmla="*/ 50 h 150"/>
              <a:gd name="T82" fmla="*/ 49 w 156"/>
              <a:gd name="T83" fmla="*/ 51 h 150"/>
              <a:gd name="T84" fmla="*/ 48 w 156"/>
              <a:gd name="T85" fmla="*/ 60 h 150"/>
              <a:gd name="T86" fmla="*/ 50 w 156"/>
              <a:gd name="T87" fmla="*/ 64 h 150"/>
              <a:gd name="T88" fmla="*/ 54 w 156"/>
              <a:gd name="T89" fmla="*/ 64 h 150"/>
              <a:gd name="T90" fmla="*/ 54 w 156"/>
              <a:gd name="T91" fmla="*/ 68 h 150"/>
              <a:gd name="T92" fmla="*/ 66 w 156"/>
              <a:gd name="T93" fmla="*/ 90 h 150"/>
              <a:gd name="T94" fmla="*/ 67 w 156"/>
              <a:gd name="T95" fmla="*/ 92 h 150"/>
              <a:gd name="T96" fmla="*/ 67 w 156"/>
              <a:gd name="T97" fmla="*/ 93 h 150"/>
              <a:gd name="T98" fmla="*/ 60 w 156"/>
              <a:gd name="T99" fmla="*/ 108 h 150"/>
              <a:gd name="T100" fmla="*/ 30 w 156"/>
              <a:gd name="T101" fmla="*/ 121 h 150"/>
              <a:gd name="T102" fmla="*/ 9 w 156"/>
              <a:gd name="T103" fmla="*/ 142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6" h="150">
                <a:moveTo>
                  <a:pt x="156" y="150"/>
                </a:moveTo>
                <a:cubicBezTo>
                  <a:pt x="0" y="150"/>
                  <a:pt x="0" y="150"/>
                  <a:pt x="0" y="150"/>
                </a:cubicBezTo>
                <a:cubicBezTo>
                  <a:pt x="0" y="146"/>
                  <a:pt x="0" y="146"/>
                  <a:pt x="0" y="146"/>
                </a:cubicBezTo>
                <a:cubicBezTo>
                  <a:pt x="0" y="122"/>
                  <a:pt x="46" y="103"/>
                  <a:pt x="58" y="100"/>
                </a:cubicBezTo>
                <a:cubicBezTo>
                  <a:pt x="59" y="99"/>
                  <a:pt x="59" y="97"/>
                  <a:pt x="59" y="95"/>
                </a:cubicBezTo>
                <a:cubicBezTo>
                  <a:pt x="56" y="92"/>
                  <a:pt x="50" y="83"/>
                  <a:pt x="47" y="72"/>
                </a:cubicBezTo>
                <a:cubicBezTo>
                  <a:pt x="44" y="70"/>
                  <a:pt x="42" y="68"/>
                  <a:pt x="41" y="64"/>
                </a:cubicBezTo>
                <a:cubicBezTo>
                  <a:pt x="39" y="58"/>
                  <a:pt x="39" y="51"/>
                  <a:pt x="42" y="46"/>
                </a:cubicBezTo>
                <a:cubicBezTo>
                  <a:pt x="42" y="46"/>
                  <a:pt x="42" y="46"/>
                  <a:pt x="42" y="46"/>
                </a:cubicBezTo>
                <a:cubicBezTo>
                  <a:pt x="42" y="39"/>
                  <a:pt x="40" y="22"/>
                  <a:pt x="50" y="10"/>
                </a:cubicBezTo>
                <a:cubicBezTo>
                  <a:pt x="56" y="3"/>
                  <a:pt x="66" y="0"/>
                  <a:pt x="78" y="0"/>
                </a:cubicBezTo>
                <a:cubicBezTo>
                  <a:pt x="90" y="0"/>
                  <a:pt x="100" y="3"/>
                  <a:pt x="106" y="10"/>
                </a:cubicBezTo>
                <a:cubicBezTo>
                  <a:pt x="116" y="22"/>
                  <a:pt x="114" y="39"/>
                  <a:pt x="114" y="46"/>
                </a:cubicBezTo>
                <a:cubicBezTo>
                  <a:pt x="114" y="46"/>
                  <a:pt x="114" y="46"/>
                  <a:pt x="114" y="46"/>
                </a:cubicBezTo>
                <a:cubicBezTo>
                  <a:pt x="117" y="51"/>
                  <a:pt x="117" y="58"/>
                  <a:pt x="115" y="64"/>
                </a:cubicBezTo>
                <a:cubicBezTo>
                  <a:pt x="114" y="68"/>
                  <a:pt x="112" y="70"/>
                  <a:pt x="109" y="72"/>
                </a:cubicBezTo>
                <a:cubicBezTo>
                  <a:pt x="106" y="83"/>
                  <a:pt x="100" y="92"/>
                  <a:pt x="97" y="95"/>
                </a:cubicBezTo>
                <a:cubicBezTo>
                  <a:pt x="97" y="97"/>
                  <a:pt x="97" y="99"/>
                  <a:pt x="98" y="100"/>
                </a:cubicBezTo>
                <a:cubicBezTo>
                  <a:pt x="110" y="103"/>
                  <a:pt x="156" y="122"/>
                  <a:pt x="156" y="146"/>
                </a:cubicBezTo>
                <a:lnTo>
                  <a:pt x="156" y="150"/>
                </a:lnTo>
                <a:close/>
                <a:moveTo>
                  <a:pt x="9" y="142"/>
                </a:moveTo>
                <a:cubicBezTo>
                  <a:pt x="147" y="142"/>
                  <a:pt x="147" y="142"/>
                  <a:pt x="147" y="142"/>
                </a:cubicBezTo>
                <a:cubicBezTo>
                  <a:pt x="145" y="136"/>
                  <a:pt x="138" y="128"/>
                  <a:pt x="126" y="121"/>
                </a:cubicBezTo>
                <a:cubicBezTo>
                  <a:pt x="114" y="114"/>
                  <a:pt x="101" y="109"/>
                  <a:pt x="96" y="108"/>
                </a:cubicBezTo>
                <a:cubicBezTo>
                  <a:pt x="89" y="107"/>
                  <a:pt x="89" y="97"/>
                  <a:pt x="89" y="93"/>
                </a:cubicBezTo>
                <a:cubicBezTo>
                  <a:pt x="89" y="92"/>
                  <a:pt x="89" y="92"/>
                  <a:pt x="89" y="92"/>
                </a:cubicBezTo>
                <a:cubicBezTo>
                  <a:pt x="90" y="90"/>
                  <a:pt x="90" y="90"/>
                  <a:pt x="90" y="90"/>
                </a:cubicBezTo>
                <a:cubicBezTo>
                  <a:pt x="90" y="90"/>
                  <a:pt x="100" y="80"/>
                  <a:pt x="102" y="68"/>
                </a:cubicBezTo>
                <a:cubicBezTo>
                  <a:pt x="102" y="64"/>
                  <a:pt x="102" y="64"/>
                  <a:pt x="102" y="64"/>
                </a:cubicBezTo>
                <a:cubicBezTo>
                  <a:pt x="106" y="64"/>
                  <a:pt x="106" y="64"/>
                  <a:pt x="106" y="64"/>
                </a:cubicBezTo>
                <a:cubicBezTo>
                  <a:pt x="106" y="64"/>
                  <a:pt x="107" y="63"/>
                  <a:pt x="108" y="60"/>
                </a:cubicBezTo>
                <a:cubicBezTo>
                  <a:pt x="109" y="56"/>
                  <a:pt x="109" y="52"/>
                  <a:pt x="107" y="51"/>
                </a:cubicBezTo>
                <a:cubicBezTo>
                  <a:pt x="105" y="50"/>
                  <a:pt x="105" y="50"/>
                  <a:pt x="105" y="50"/>
                </a:cubicBezTo>
                <a:cubicBezTo>
                  <a:pt x="106" y="48"/>
                  <a:pt x="106" y="48"/>
                  <a:pt x="106" y="48"/>
                </a:cubicBezTo>
                <a:cubicBezTo>
                  <a:pt x="106" y="47"/>
                  <a:pt x="106" y="46"/>
                  <a:pt x="106" y="45"/>
                </a:cubicBezTo>
                <a:cubicBezTo>
                  <a:pt x="106" y="39"/>
                  <a:pt x="108" y="24"/>
                  <a:pt x="100" y="15"/>
                </a:cubicBezTo>
                <a:cubicBezTo>
                  <a:pt x="95" y="10"/>
                  <a:pt x="88" y="8"/>
                  <a:pt x="78" y="8"/>
                </a:cubicBezTo>
                <a:cubicBezTo>
                  <a:pt x="68" y="8"/>
                  <a:pt x="61" y="10"/>
                  <a:pt x="56" y="15"/>
                </a:cubicBezTo>
                <a:cubicBezTo>
                  <a:pt x="48" y="24"/>
                  <a:pt x="50" y="39"/>
                  <a:pt x="50" y="45"/>
                </a:cubicBezTo>
                <a:cubicBezTo>
                  <a:pt x="50" y="46"/>
                  <a:pt x="50" y="47"/>
                  <a:pt x="50" y="48"/>
                </a:cubicBezTo>
                <a:cubicBezTo>
                  <a:pt x="51" y="50"/>
                  <a:pt x="51" y="50"/>
                  <a:pt x="51" y="50"/>
                </a:cubicBezTo>
                <a:cubicBezTo>
                  <a:pt x="49" y="51"/>
                  <a:pt x="49" y="51"/>
                  <a:pt x="49" y="51"/>
                </a:cubicBezTo>
                <a:cubicBezTo>
                  <a:pt x="47" y="52"/>
                  <a:pt x="47" y="56"/>
                  <a:pt x="48" y="60"/>
                </a:cubicBezTo>
                <a:cubicBezTo>
                  <a:pt x="49" y="63"/>
                  <a:pt x="50" y="64"/>
                  <a:pt x="50" y="64"/>
                </a:cubicBezTo>
                <a:cubicBezTo>
                  <a:pt x="54" y="64"/>
                  <a:pt x="54" y="64"/>
                  <a:pt x="54" y="64"/>
                </a:cubicBezTo>
                <a:cubicBezTo>
                  <a:pt x="54" y="68"/>
                  <a:pt x="54" y="68"/>
                  <a:pt x="54" y="68"/>
                </a:cubicBezTo>
                <a:cubicBezTo>
                  <a:pt x="56" y="80"/>
                  <a:pt x="66" y="90"/>
                  <a:pt x="66" y="90"/>
                </a:cubicBezTo>
                <a:cubicBezTo>
                  <a:pt x="67" y="92"/>
                  <a:pt x="67" y="92"/>
                  <a:pt x="67" y="92"/>
                </a:cubicBezTo>
                <a:cubicBezTo>
                  <a:pt x="67" y="93"/>
                  <a:pt x="67" y="93"/>
                  <a:pt x="67" y="93"/>
                </a:cubicBezTo>
                <a:cubicBezTo>
                  <a:pt x="67" y="97"/>
                  <a:pt x="67" y="107"/>
                  <a:pt x="60" y="108"/>
                </a:cubicBezTo>
                <a:cubicBezTo>
                  <a:pt x="55" y="109"/>
                  <a:pt x="42" y="114"/>
                  <a:pt x="30" y="121"/>
                </a:cubicBezTo>
                <a:cubicBezTo>
                  <a:pt x="18" y="128"/>
                  <a:pt x="11" y="136"/>
                  <a:pt x="9" y="142"/>
                </a:cubicBezTo>
                <a:close/>
              </a:path>
            </a:pathLst>
          </a:custGeom>
          <a:solidFill>
            <a:srgbClr val="707E8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671" name="组合 670"/>
          <p:cNvGrpSpPr/>
          <p:nvPr/>
        </p:nvGrpSpPr>
        <p:grpSpPr>
          <a:xfrm>
            <a:off x="1205990" y="122504"/>
            <a:ext cx="226174" cy="340172"/>
            <a:chOff x="2526263" y="541430"/>
            <a:chExt cx="305170" cy="458985"/>
          </a:xfrm>
          <a:solidFill>
            <a:srgbClr val="707E84"/>
          </a:solidFill>
        </p:grpSpPr>
        <p:sp>
          <p:nvSpPr>
            <p:cNvPr id="672" name="Freeform 1271"/>
            <p:cNvSpPr>
              <a:spLocks noEditPoints="1"/>
            </p:cNvSpPr>
            <p:nvPr/>
          </p:nvSpPr>
          <p:spPr bwMode="auto">
            <a:xfrm>
              <a:off x="2531186" y="541430"/>
              <a:ext cx="295325" cy="409764"/>
            </a:xfrm>
            <a:custGeom>
              <a:avLst/>
              <a:gdLst>
                <a:gd name="T0" fmla="*/ 60 w 120"/>
                <a:gd name="T1" fmla="*/ 166 h 166"/>
                <a:gd name="T2" fmla="*/ 57 w 120"/>
                <a:gd name="T3" fmla="*/ 162 h 166"/>
                <a:gd name="T4" fmla="*/ 0 w 120"/>
                <a:gd name="T5" fmla="*/ 60 h 166"/>
                <a:gd name="T6" fmla="*/ 60 w 120"/>
                <a:gd name="T7" fmla="*/ 0 h 166"/>
                <a:gd name="T8" fmla="*/ 120 w 120"/>
                <a:gd name="T9" fmla="*/ 60 h 166"/>
                <a:gd name="T10" fmla="*/ 63 w 120"/>
                <a:gd name="T11" fmla="*/ 162 h 166"/>
                <a:gd name="T12" fmla="*/ 60 w 120"/>
                <a:gd name="T13" fmla="*/ 166 h 166"/>
                <a:gd name="T14" fmla="*/ 60 w 120"/>
                <a:gd name="T15" fmla="*/ 8 h 166"/>
                <a:gd name="T16" fmla="*/ 8 w 120"/>
                <a:gd name="T17" fmla="*/ 60 h 166"/>
                <a:gd name="T18" fmla="*/ 60 w 120"/>
                <a:gd name="T19" fmla="*/ 154 h 166"/>
                <a:gd name="T20" fmla="*/ 112 w 120"/>
                <a:gd name="T21" fmla="*/ 60 h 166"/>
                <a:gd name="T22" fmla="*/ 60 w 120"/>
                <a:gd name="T23" fmla="*/ 8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0" h="166">
                  <a:moveTo>
                    <a:pt x="60" y="166"/>
                  </a:moveTo>
                  <a:cubicBezTo>
                    <a:pt x="57" y="162"/>
                    <a:pt x="57" y="162"/>
                    <a:pt x="57" y="162"/>
                  </a:cubicBezTo>
                  <a:cubicBezTo>
                    <a:pt x="55" y="160"/>
                    <a:pt x="0" y="92"/>
                    <a:pt x="0" y="60"/>
                  </a:cubicBezTo>
                  <a:cubicBezTo>
                    <a:pt x="0" y="27"/>
                    <a:pt x="27" y="0"/>
                    <a:pt x="60" y="0"/>
                  </a:cubicBezTo>
                  <a:cubicBezTo>
                    <a:pt x="93" y="0"/>
                    <a:pt x="120" y="27"/>
                    <a:pt x="120" y="60"/>
                  </a:cubicBezTo>
                  <a:cubicBezTo>
                    <a:pt x="120" y="92"/>
                    <a:pt x="66" y="160"/>
                    <a:pt x="63" y="162"/>
                  </a:cubicBezTo>
                  <a:lnTo>
                    <a:pt x="60" y="166"/>
                  </a:lnTo>
                  <a:close/>
                  <a:moveTo>
                    <a:pt x="60" y="8"/>
                  </a:moveTo>
                  <a:cubicBezTo>
                    <a:pt x="32" y="8"/>
                    <a:pt x="8" y="31"/>
                    <a:pt x="8" y="60"/>
                  </a:cubicBezTo>
                  <a:cubicBezTo>
                    <a:pt x="8" y="85"/>
                    <a:pt x="49" y="139"/>
                    <a:pt x="60" y="154"/>
                  </a:cubicBezTo>
                  <a:cubicBezTo>
                    <a:pt x="72" y="139"/>
                    <a:pt x="112" y="85"/>
                    <a:pt x="112" y="60"/>
                  </a:cubicBezTo>
                  <a:cubicBezTo>
                    <a:pt x="112" y="31"/>
                    <a:pt x="89" y="8"/>
                    <a:pt x="6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3" name="Freeform 1272"/>
            <p:cNvSpPr>
              <a:spLocks noEditPoints="1"/>
            </p:cNvSpPr>
            <p:nvPr/>
          </p:nvSpPr>
          <p:spPr bwMode="auto">
            <a:xfrm>
              <a:off x="2605017" y="615261"/>
              <a:ext cx="147663" cy="148894"/>
            </a:xfrm>
            <a:custGeom>
              <a:avLst/>
              <a:gdLst>
                <a:gd name="T0" fmla="*/ 30 w 60"/>
                <a:gd name="T1" fmla="*/ 60 h 60"/>
                <a:gd name="T2" fmla="*/ 0 w 60"/>
                <a:gd name="T3" fmla="*/ 30 h 60"/>
                <a:gd name="T4" fmla="*/ 30 w 60"/>
                <a:gd name="T5" fmla="*/ 0 h 60"/>
                <a:gd name="T6" fmla="*/ 60 w 60"/>
                <a:gd name="T7" fmla="*/ 30 h 60"/>
                <a:gd name="T8" fmla="*/ 30 w 60"/>
                <a:gd name="T9" fmla="*/ 60 h 60"/>
                <a:gd name="T10" fmla="*/ 30 w 60"/>
                <a:gd name="T11" fmla="*/ 4 h 60"/>
                <a:gd name="T12" fmla="*/ 4 w 60"/>
                <a:gd name="T13" fmla="*/ 30 h 60"/>
                <a:gd name="T14" fmla="*/ 30 w 60"/>
                <a:gd name="T15" fmla="*/ 56 h 60"/>
                <a:gd name="T16" fmla="*/ 56 w 60"/>
                <a:gd name="T17" fmla="*/ 30 h 60"/>
                <a:gd name="T18" fmla="*/ 30 w 60"/>
                <a:gd name="T19" fmla="*/ 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60">
                  <a:moveTo>
                    <a:pt x="30" y="60"/>
                  </a:moveTo>
                  <a:cubicBezTo>
                    <a:pt x="14" y="60"/>
                    <a:pt x="0" y="47"/>
                    <a:pt x="0" y="30"/>
                  </a:cubicBezTo>
                  <a:cubicBezTo>
                    <a:pt x="0" y="13"/>
                    <a:pt x="14" y="0"/>
                    <a:pt x="30" y="0"/>
                  </a:cubicBezTo>
                  <a:cubicBezTo>
                    <a:pt x="47" y="0"/>
                    <a:pt x="60" y="13"/>
                    <a:pt x="60" y="30"/>
                  </a:cubicBezTo>
                  <a:cubicBezTo>
                    <a:pt x="60" y="47"/>
                    <a:pt x="47" y="60"/>
                    <a:pt x="30" y="60"/>
                  </a:cubicBezTo>
                  <a:close/>
                  <a:moveTo>
                    <a:pt x="30" y="4"/>
                  </a:moveTo>
                  <a:cubicBezTo>
                    <a:pt x="16" y="4"/>
                    <a:pt x="4" y="16"/>
                    <a:pt x="4" y="30"/>
                  </a:cubicBezTo>
                  <a:cubicBezTo>
                    <a:pt x="4" y="44"/>
                    <a:pt x="16" y="56"/>
                    <a:pt x="30" y="56"/>
                  </a:cubicBezTo>
                  <a:cubicBezTo>
                    <a:pt x="45" y="56"/>
                    <a:pt x="56" y="44"/>
                    <a:pt x="56" y="30"/>
                  </a:cubicBezTo>
                  <a:cubicBezTo>
                    <a:pt x="56" y="16"/>
                    <a:pt x="45" y="4"/>
                    <a:pt x="3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4" name="Freeform 1273"/>
            <p:cNvSpPr>
              <a:spLocks/>
            </p:cNvSpPr>
            <p:nvPr/>
          </p:nvSpPr>
          <p:spPr bwMode="auto">
            <a:xfrm>
              <a:off x="2526263" y="897051"/>
              <a:ext cx="305170" cy="103364"/>
            </a:xfrm>
            <a:custGeom>
              <a:avLst/>
              <a:gdLst>
                <a:gd name="T0" fmla="*/ 92 w 124"/>
                <a:gd name="T1" fmla="*/ 0 h 42"/>
                <a:gd name="T2" fmla="*/ 92 w 124"/>
                <a:gd name="T3" fmla="*/ 5 h 42"/>
                <a:gd name="T4" fmla="*/ 120 w 124"/>
                <a:gd name="T5" fmla="*/ 20 h 42"/>
                <a:gd name="T6" fmla="*/ 62 w 124"/>
                <a:gd name="T7" fmla="*/ 38 h 42"/>
                <a:gd name="T8" fmla="*/ 4 w 124"/>
                <a:gd name="T9" fmla="*/ 20 h 42"/>
                <a:gd name="T10" fmla="*/ 33 w 124"/>
                <a:gd name="T11" fmla="*/ 5 h 42"/>
                <a:gd name="T12" fmla="*/ 33 w 124"/>
                <a:gd name="T13" fmla="*/ 0 h 42"/>
                <a:gd name="T14" fmla="*/ 0 w 124"/>
                <a:gd name="T15" fmla="*/ 20 h 42"/>
                <a:gd name="T16" fmla="*/ 62 w 124"/>
                <a:gd name="T17" fmla="*/ 42 h 42"/>
                <a:gd name="T18" fmla="*/ 124 w 124"/>
                <a:gd name="T19" fmla="*/ 20 h 42"/>
                <a:gd name="T20" fmla="*/ 92 w 124"/>
                <a:gd name="T2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 h="42">
                  <a:moveTo>
                    <a:pt x="92" y="0"/>
                  </a:moveTo>
                  <a:cubicBezTo>
                    <a:pt x="92" y="5"/>
                    <a:pt x="92" y="5"/>
                    <a:pt x="92" y="5"/>
                  </a:cubicBezTo>
                  <a:cubicBezTo>
                    <a:pt x="109" y="8"/>
                    <a:pt x="120" y="14"/>
                    <a:pt x="120" y="20"/>
                  </a:cubicBezTo>
                  <a:cubicBezTo>
                    <a:pt x="120" y="28"/>
                    <a:pt x="97" y="38"/>
                    <a:pt x="62" y="38"/>
                  </a:cubicBezTo>
                  <a:cubicBezTo>
                    <a:pt x="28" y="38"/>
                    <a:pt x="4" y="28"/>
                    <a:pt x="4" y="20"/>
                  </a:cubicBezTo>
                  <a:cubicBezTo>
                    <a:pt x="4" y="14"/>
                    <a:pt x="15" y="8"/>
                    <a:pt x="33" y="5"/>
                  </a:cubicBezTo>
                  <a:cubicBezTo>
                    <a:pt x="33" y="0"/>
                    <a:pt x="33" y="0"/>
                    <a:pt x="33" y="0"/>
                  </a:cubicBezTo>
                  <a:cubicBezTo>
                    <a:pt x="15" y="4"/>
                    <a:pt x="0" y="10"/>
                    <a:pt x="0" y="20"/>
                  </a:cubicBezTo>
                  <a:cubicBezTo>
                    <a:pt x="0" y="34"/>
                    <a:pt x="32" y="42"/>
                    <a:pt x="62" y="42"/>
                  </a:cubicBezTo>
                  <a:cubicBezTo>
                    <a:pt x="92" y="42"/>
                    <a:pt x="124" y="34"/>
                    <a:pt x="124" y="20"/>
                  </a:cubicBezTo>
                  <a:cubicBezTo>
                    <a:pt x="124" y="10"/>
                    <a:pt x="110" y="4"/>
                    <a:pt x="9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675" name="组合 674"/>
          <p:cNvGrpSpPr/>
          <p:nvPr/>
        </p:nvGrpSpPr>
        <p:grpSpPr>
          <a:xfrm>
            <a:off x="1605442" y="1146488"/>
            <a:ext cx="327404" cy="285453"/>
            <a:chOff x="5535203" y="2758934"/>
            <a:chExt cx="327404" cy="285453"/>
          </a:xfrm>
          <a:solidFill>
            <a:srgbClr val="707E84"/>
          </a:solidFill>
        </p:grpSpPr>
        <p:sp>
          <p:nvSpPr>
            <p:cNvPr id="676" name="Freeform 1151"/>
            <p:cNvSpPr>
              <a:spLocks noEditPoints="1"/>
            </p:cNvSpPr>
            <p:nvPr/>
          </p:nvSpPr>
          <p:spPr bwMode="auto">
            <a:xfrm>
              <a:off x="5535203" y="2758934"/>
              <a:ext cx="327404" cy="285453"/>
            </a:xfrm>
            <a:custGeom>
              <a:avLst/>
              <a:gdLst>
                <a:gd name="T0" fmla="*/ 152 w 179"/>
                <a:gd name="T1" fmla="*/ 156 h 156"/>
                <a:gd name="T2" fmla="*/ 27 w 179"/>
                <a:gd name="T3" fmla="*/ 156 h 156"/>
                <a:gd name="T4" fmla="*/ 0 w 179"/>
                <a:gd name="T5" fmla="*/ 129 h 156"/>
                <a:gd name="T6" fmla="*/ 0 w 179"/>
                <a:gd name="T7" fmla="*/ 49 h 156"/>
                <a:gd name="T8" fmla="*/ 27 w 179"/>
                <a:gd name="T9" fmla="*/ 22 h 156"/>
                <a:gd name="T10" fmla="*/ 44 w 179"/>
                <a:gd name="T11" fmla="*/ 22 h 156"/>
                <a:gd name="T12" fmla="*/ 48 w 179"/>
                <a:gd name="T13" fmla="*/ 13 h 156"/>
                <a:gd name="T14" fmla="*/ 67 w 179"/>
                <a:gd name="T15" fmla="*/ 0 h 156"/>
                <a:gd name="T16" fmla="*/ 112 w 179"/>
                <a:gd name="T17" fmla="*/ 0 h 156"/>
                <a:gd name="T18" fmla="*/ 131 w 179"/>
                <a:gd name="T19" fmla="*/ 13 h 156"/>
                <a:gd name="T20" fmla="*/ 135 w 179"/>
                <a:gd name="T21" fmla="*/ 22 h 156"/>
                <a:gd name="T22" fmla="*/ 152 w 179"/>
                <a:gd name="T23" fmla="*/ 22 h 156"/>
                <a:gd name="T24" fmla="*/ 179 w 179"/>
                <a:gd name="T25" fmla="*/ 49 h 156"/>
                <a:gd name="T26" fmla="*/ 179 w 179"/>
                <a:gd name="T27" fmla="*/ 129 h 156"/>
                <a:gd name="T28" fmla="*/ 152 w 179"/>
                <a:gd name="T29" fmla="*/ 156 h 156"/>
                <a:gd name="T30" fmla="*/ 27 w 179"/>
                <a:gd name="T31" fmla="*/ 30 h 156"/>
                <a:gd name="T32" fmla="*/ 8 w 179"/>
                <a:gd name="T33" fmla="*/ 49 h 156"/>
                <a:gd name="T34" fmla="*/ 8 w 179"/>
                <a:gd name="T35" fmla="*/ 129 h 156"/>
                <a:gd name="T36" fmla="*/ 27 w 179"/>
                <a:gd name="T37" fmla="*/ 148 h 156"/>
                <a:gd name="T38" fmla="*/ 152 w 179"/>
                <a:gd name="T39" fmla="*/ 148 h 156"/>
                <a:gd name="T40" fmla="*/ 171 w 179"/>
                <a:gd name="T41" fmla="*/ 129 h 156"/>
                <a:gd name="T42" fmla="*/ 171 w 179"/>
                <a:gd name="T43" fmla="*/ 49 h 156"/>
                <a:gd name="T44" fmla="*/ 152 w 179"/>
                <a:gd name="T45" fmla="*/ 30 h 156"/>
                <a:gd name="T46" fmla="*/ 130 w 179"/>
                <a:gd name="T47" fmla="*/ 30 h 156"/>
                <a:gd name="T48" fmla="*/ 124 w 179"/>
                <a:gd name="T49" fmla="*/ 16 h 156"/>
                <a:gd name="T50" fmla="*/ 112 w 179"/>
                <a:gd name="T51" fmla="*/ 8 h 156"/>
                <a:gd name="T52" fmla="*/ 67 w 179"/>
                <a:gd name="T53" fmla="*/ 8 h 156"/>
                <a:gd name="T54" fmla="*/ 55 w 179"/>
                <a:gd name="T55" fmla="*/ 16 h 156"/>
                <a:gd name="T56" fmla="*/ 50 w 179"/>
                <a:gd name="T57" fmla="*/ 30 h 156"/>
                <a:gd name="T58" fmla="*/ 27 w 179"/>
                <a:gd name="T59" fmla="*/ 3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79" h="156">
                  <a:moveTo>
                    <a:pt x="152" y="156"/>
                  </a:moveTo>
                  <a:cubicBezTo>
                    <a:pt x="27" y="156"/>
                    <a:pt x="27" y="156"/>
                    <a:pt x="27" y="156"/>
                  </a:cubicBezTo>
                  <a:cubicBezTo>
                    <a:pt x="12" y="156"/>
                    <a:pt x="0" y="144"/>
                    <a:pt x="0" y="129"/>
                  </a:cubicBezTo>
                  <a:cubicBezTo>
                    <a:pt x="0" y="49"/>
                    <a:pt x="0" y="49"/>
                    <a:pt x="0" y="49"/>
                  </a:cubicBezTo>
                  <a:cubicBezTo>
                    <a:pt x="0" y="35"/>
                    <a:pt x="12" y="22"/>
                    <a:pt x="27" y="22"/>
                  </a:cubicBezTo>
                  <a:cubicBezTo>
                    <a:pt x="44" y="22"/>
                    <a:pt x="44" y="22"/>
                    <a:pt x="44" y="22"/>
                  </a:cubicBezTo>
                  <a:cubicBezTo>
                    <a:pt x="48" y="13"/>
                    <a:pt x="48" y="13"/>
                    <a:pt x="48" y="13"/>
                  </a:cubicBezTo>
                  <a:cubicBezTo>
                    <a:pt x="50" y="6"/>
                    <a:pt x="59" y="0"/>
                    <a:pt x="67" y="0"/>
                  </a:cubicBezTo>
                  <a:cubicBezTo>
                    <a:pt x="112" y="0"/>
                    <a:pt x="112" y="0"/>
                    <a:pt x="112" y="0"/>
                  </a:cubicBezTo>
                  <a:cubicBezTo>
                    <a:pt x="120" y="0"/>
                    <a:pt x="129" y="6"/>
                    <a:pt x="131" y="13"/>
                  </a:cubicBezTo>
                  <a:cubicBezTo>
                    <a:pt x="135" y="22"/>
                    <a:pt x="135" y="22"/>
                    <a:pt x="135" y="22"/>
                  </a:cubicBezTo>
                  <a:cubicBezTo>
                    <a:pt x="152" y="22"/>
                    <a:pt x="152" y="22"/>
                    <a:pt x="152" y="22"/>
                  </a:cubicBezTo>
                  <a:cubicBezTo>
                    <a:pt x="167" y="22"/>
                    <a:pt x="179" y="35"/>
                    <a:pt x="179" y="49"/>
                  </a:cubicBezTo>
                  <a:cubicBezTo>
                    <a:pt x="179" y="129"/>
                    <a:pt x="179" y="129"/>
                    <a:pt x="179" y="129"/>
                  </a:cubicBezTo>
                  <a:cubicBezTo>
                    <a:pt x="179" y="144"/>
                    <a:pt x="167" y="156"/>
                    <a:pt x="152" y="156"/>
                  </a:cubicBezTo>
                  <a:close/>
                  <a:moveTo>
                    <a:pt x="27" y="30"/>
                  </a:moveTo>
                  <a:cubicBezTo>
                    <a:pt x="16" y="30"/>
                    <a:pt x="8" y="39"/>
                    <a:pt x="8" y="49"/>
                  </a:cubicBezTo>
                  <a:cubicBezTo>
                    <a:pt x="8" y="129"/>
                    <a:pt x="8" y="129"/>
                    <a:pt x="8" y="129"/>
                  </a:cubicBezTo>
                  <a:cubicBezTo>
                    <a:pt x="8" y="140"/>
                    <a:pt x="16" y="148"/>
                    <a:pt x="27" y="148"/>
                  </a:cubicBezTo>
                  <a:cubicBezTo>
                    <a:pt x="152" y="148"/>
                    <a:pt x="152" y="148"/>
                    <a:pt x="152" y="148"/>
                  </a:cubicBezTo>
                  <a:cubicBezTo>
                    <a:pt x="163" y="148"/>
                    <a:pt x="171" y="140"/>
                    <a:pt x="171" y="129"/>
                  </a:cubicBezTo>
                  <a:cubicBezTo>
                    <a:pt x="171" y="49"/>
                    <a:pt x="171" y="49"/>
                    <a:pt x="171" y="49"/>
                  </a:cubicBezTo>
                  <a:cubicBezTo>
                    <a:pt x="171" y="39"/>
                    <a:pt x="163" y="30"/>
                    <a:pt x="152" y="30"/>
                  </a:cubicBezTo>
                  <a:cubicBezTo>
                    <a:pt x="130" y="30"/>
                    <a:pt x="130" y="30"/>
                    <a:pt x="130" y="30"/>
                  </a:cubicBezTo>
                  <a:cubicBezTo>
                    <a:pt x="124" y="16"/>
                    <a:pt x="124" y="16"/>
                    <a:pt x="124" y="16"/>
                  </a:cubicBezTo>
                  <a:cubicBezTo>
                    <a:pt x="122" y="11"/>
                    <a:pt x="117" y="8"/>
                    <a:pt x="112" y="8"/>
                  </a:cubicBezTo>
                  <a:cubicBezTo>
                    <a:pt x="67" y="8"/>
                    <a:pt x="67" y="8"/>
                    <a:pt x="67" y="8"/>
                  </a:cubicBezTo>
                  <a:cubicBezTo>
                    <a:pt x="62" y="8"/>
                    <a:pt x="57" y="11"/>
                    <a:pt x="55" y="16"/>
                  </a:cubicBezTo>
                  <a:cubicBezTo>
                    <a:pt x="50" y="30"/>
                    <a:pt x="50" y="30"/>
                    <a:pt x="50" y="30"/>
                  </a:cubicBezTo>
                  <a:lnTo>
                    <a:pt x="27"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7" name="Freeform 1274"/>
            <p:cNvSpPr>
              <a:spLocks noEditPoints="1"/>
            </p:cNvSpPr>
            <p:nvPr/>
          </p:nvSpPr>
          <p:spPr bwMode="auto">
            <a:xfrm>
              <a:off x="5648290" y="2872021"/>
              <a:ext cx="100318" cy="101231"/>
            </a:xfrm>
            <a:custGeom>
              <a:avLst/>
              <a:gdLst>
                <a:gd name="T0" fmla="*/ 28 w 55"/>
                <a:gd name="T1" fmla="*/ 55 h 55"/>
                <a:gd name="T2" fmla="*/ 0 w 55"/>
                <a:gd name="T3" fmla="*/ 27 h 55"/>
                <a:gd name="T4" fmla="*/ 28 w 55"/>
                <a:gd name="T5" fmla="*/ 0 h 55"/>
                <a:gd name="T6" fmla="*/ 55 w 55"/>
                <a:gd name="T7" fmla="*/ 27 h 55"/>
                <a:gd name="T8" fmla="*/ 28 w 55"/>
                <a:gd name="T9" fmla="*/ 55 h 55"/>
                <a:gd name="T10" fmla="*/ 28 w 55"/>
                <a:gd name="T11" fmla="*/ 4 h 55"/>
                <a:gd name="T12" fmla="*/ 4 w 55"/>
                <a:gd name="T13" fmla="*/ 27 h 55"/>
                <a:gd name="T14" fmla="*/ 28 w 55"/>
                <a:gd name="T15" fmla="*/ 51 h 55"/>
                <a:gd name="T16" fmla="*/ 51 w 55"/>
                <a:gd name="T17" fmla="*/ 27 h 55"/>
                <a:gd name="T18" fmla="*/ 28 w 55"/>
                <a:gd name="T19" fmla="*/ 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 h="55">
                  <a:moveTo>
                    <a:pt x="28" y="55"/>
                  </a:moveTo>
                  <a:cubicBezTo>
                    <a:pt x="12" y="55"/>
                    <a:pt x="0" y="42"/>
                    <a:pt x="0" y="27"/>
                  </a:cubicBezTo>
                  <a:cubicBezTo>
                    <a:pt x="0" y="12"/>
                    <a:pt x="12" y="0"/>
                    <a:pt x="28" y="0"/>
                  </a:cubicBezTo>
                  <a:cubicBezTo>
                    <a:pt x="43" y="0"/>
                    <a:pt x="55" y="12"/>
                    <a:pt x="55" y="27"/>
                  </a:cubicBezTo>
                  <a:cubicBezTo>
                    <a:pt x="55" y="42"/>
                    <a:pt x="43" y="55"/>
                    <a:pt x="28" y="55"/>
                  </a:cubicBezTo>
                  <a:close/>
                  <a:moveTo>
                    <a:pt x="28" y="4"/>
                  </a:moveTo>
                  <a:cubicBezTo>
                    <a:pt x="14" y="4"/>
                    <a:pt x="4" y="14"/>
                    <a:pt x="4" y="27"/>
                  </a:cubicBezTo>
                  <a:cubicBezTo>
                    <a:pt x="4" y="40"/>
                    <a:pt x="14" y="51"/>
                    <a:pt x="28" y="51"/>
                  </a:cubicBezTo>
                  <a:cubicBezTo>
                    <a:pt x="41" y="51"/>
                    <a:pt x="51" y="40"/>
                    <a:pt x="51" y="27"/>
                  </a:cubicBezTo>
                  <a:cubicBezTo>
                    <a:pt x="51" y="14"/>
                    <a:pt x="41" y="4"/>
                    <a:pt x="2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678" name="组合 677"/>
          <p:cNvGrpSpPr/>
          <p:nvPr/>
        </p:nvGrpSpPr>
        <p:grpSpPr>
          <a:xfrm>
            <a:off x="3028144" y="141656"/>
            <a:ext cx="349292" cy="301868"/>
            <a:chOff x="6223984" y="561118"/>
            <a:chExt cx="471291" cy="407303"/>
          </a:xfrm>
          <a:solidFill>
            <a:srgbClr val="707E84"/>
          </a:solidFill>
        </p:grpSpPr>
        <p:sp>
          <p:nvSpPr>
            <p:cNvPr id="679" name="Freeform 1275"/>
            <p:cNvSpPr>
              <a:spLocks noEditPoints="1"/>
            </p:cNvSpPr>
            <p:nvPr/>
          </p:nvSpPr>
          <p:spPr bwMode="auto">
            <a:xfrm>
              <a:off x="6223984" y="561118"/>
              <a:ext cx="471291" cy="407303"/>
            </a:xfrm>
            <a:custGeom>
              <a:avLst/>
              <a:gdLst>
                <a:gd name="T0" fmla="*/ 383 w 383"/>
                <a:gd name="T1" fmla="*/ 331 h 331"/>
                <a:gd name="T2" fmla="*/ 0 w 383"/>
                <a:gd name="T3" fmla="*/ 331 h 331"/>
                <a:gd name="T4" fmla="*/ 190 w 383"/>
                <a:gd name="T5" fmla="*/ 0 h 331"/>
                <a:gd name="T6" fmla="*/ 383 w 383"/>
                <a:gd name="T7" fmla="*/ 331 h 331"/>
                <a:gd name="T8" fmla="*/ 20 w 383"/>
                <a:gd name="T9" fmla="*/ 319 h 331"/>
                <a:gd name="T10" fmla="*/ 363 w 383"/>
                <a:gd name="T11" fmla="*/ 319 h 331"/>
                <a:gd name="T12" fmla="*/ 190 w 383"/>
                <a:gd name="T13" fmla="*/ 22 h 331"/>
                <a:gd name="T14" fmla="*/ 20 w 383"/>
                <a:gd name="T15" fmla="*/ 319 h 3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3" h="331">
                  <a:moveTo>
                    <a:pt x="383" y="331"/>
                  </a:moveTo>
                  <a:lnTo>
                    <a:pt x="0" y="331"/>
                  </a:lnTo>
                  <a:lnTo>
                    <a:pt x="190" y="0"/>
                  </a:lnTo>
                  <a:lnTo>
                    <a:pt x="383" y="331"/>
                  </a:lnTo>
                  <a:close/>
                  <a:moveTo>
                    <a:pt x="20" y="319"/>
                  </a:moveTo>
                  <a:lnTo>
                    <a:pt x="363" y="319"/>
                  </a:lnTo>
                  <a:lnTo>
                    <a:pt x="190" y="22"/>
                  </a:lnTo>
                  <a:lnTo>
                    <a:pt x="20" y="3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0" name="Freeform 1276"/>
            <p:cNvSpPr>
              <a:spLocks noEditPoints="1"/>
            </p:cNvSpPr>
            <p:nvPr/>
          </p:nvSpPr>
          <p:spPr bwMode="auto">
            <a:xfrm>
              <a:off x="6443017" y="732161"/>
              <a:ext cx="33224" cy="177195"/>
            </a:xfrm>
            <a:custGeom>
              <a:avLst/>
              <a:gdLst>
                <a:gd name="T0" fmla="*/ 0 w 13"/>
                <a:gd name="T1" fmla="*/ 65 h 72"/>
                <a:gd name="T2" fmla="*/ 7 w 13"/>
                <a:gd name="T3" fmla="*/ 58 h 72"/>
                <a:gd name="T4" fmla="*/ 13 w 13"/>
                <a:gd name="T5" fmla="*/ 65 h 72"/>
                <a:gd name="T6" fmla="*/ 7 w 13"/>
                <a:gd name="T7" fmla="*/ 72 h 72"/>
                <a:gd name="T8" fmla="*/ 0 w 13"/>
                <a:gd name="T9" fmla="*/ 65 h 72"/>
                <a:gd name="T10" fmla="*/ 13 w 13"/>
                <a:gd name="T11" fmla="*/ 6 h 72"/>
                <a:gd name="T12" fmla="*/ 11 w 13"/>
                <a:gd name="T13" fmla="*/ 47 h 72"/>
                <a:gd name="T14" fmla="*/ 7 w 13"/>
                <a:gd name="T15" fmla="*/ 51 h 72"/>
                <a:gd name="T16" fmla="*/ 2 w 13"/>
                <a:gd name="T17" fmla="*/ 47 h 72"/>
                <a:gd name="T18" fmla="*/ 0 w 13"/>
                <a:gd name="T19" fmla="*/ 6 h 72"/>
                <a:gd name="T20" fmla="*/ 7 w 13"/>
                <a:gd name="T21" fmla="*/ 0 h 72"/>
                <a:gd name="T22" fmla="*/ 13 w 13"/>
                <a:gd name="T23" fmla="*/ 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72">
                  <a:moveTo>
                    <a:pt x="0" y="65"/>
                  </a:moveTo>
                  <a:cubicBezTo>
                    <a:pt x="0" y="60"/>
                    <a:pt x="2" y="58"/>
                    <a:pt x="7" y="58"/>
                  </a:cubicBezTo>
                  <a:cubicBezTo>
                    <a:pt x="11" y="58"/>
                    <a:pt x="13" y="60"/>
                    <a:pt x="13" y="65"/>
                  </a:cubicBezTo>
                  <a:cubicBezTo>
                    <a:pt x="13" y="69"/>
                    <a:pt x="11" y="72"/>
                    <a:pt x="7" y="72"/>
                  </a:cubicBezTo>
                  <a:cubicBezTo>
                    <a:pt x="2" y="72"/>
                    <a:pt x="0" y="69"/>
                    <a:pt x="0" y="65"/>
                  </a:cubicBezTo>
                  <a:close/>
                  <a:moveTo>
                    <a:pt x="13" y="6"/>
                  </a:moveTo>
                  <a:cubicBezTo>
                    <a:pt x="11" y="47"/>
                    <a:pt x="11" y="47"/>
                    <a:pt x="11" y="47"/>
                  </a:cubicBezTo>
                  <a:cubicBezTo>
                    <a:pt x="11" y="49"/>
                    <a:pt x="9" y="51"/>
                    <a:pt x="7" y="51"/>
                  </a:cubicBezTo>
                  <a:cubicBezTo>
                    <a:pt x="3" y="51"/>
                    <a:pt x="2" y="49"/>
                    <a:pt x="2" y="47"/>
                  </a:cubicBezTo>
                  <a:cubicBezTo>
                    <a:pt x="0" y="6"/>
                    <a:pt x="0" y="6"/>
                    <a:pt x="0" y="6"/>
                  </a:cubicBezTo>
                  <a:cubicBezTo>
                    <a:pt x="0" y="2"/>
                    <a:pt x="2" y="0"/>
                    <a:pt x="7" y="0"/>
                  </a:cubicBezTo>
                  <a:cubicBezTo>
                    <a:pt x="11" y="0"/>
                    <a:pt x="13" y="2"/>
                    <a:pt x="1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681" name="Freeform 1121"/>
          <p:cNvSpPr>
            <a:spLocks noEditPoints="1"/>
          </p:cNvSpPr>
          <p:nvPr/>
        </p:nvSpPr>
        <p:spPr bwMode="auto">
          <a:xfrm>
            <a:off x="3032102" y="3519565"/>
            <a:ext cx="336524" cy="290925"/>
          </a:xfrm>
          <a:custGeom>
            <a:avLst/>
            <a:gdLst>
              <a:gd name="T0" fmla="*/ 21 w 184"/>
              <a:gd name="T1" fmla="*/ 159 h 159"/>
              <a:gd name="T2" fmla="*/ 13 w 184"/>
              <a:gd name="T3" fmla="*/ 152 h 159"/>
              <a:gd name="T4" fmla="*/ 13 w 184"/>
              <a:gd name="T5" fmla="*/ 152 h 159"/>
              <a:gd name="T6" fmla="*/ 16 w 184"/>
              <a:gd name="T7" fmla="*/ 144 h 159"/>
              <a:gd name="T8" fmla="*/ 16 w 184"/>
              <a:gd name="T9" fmla="*/ 143 h 159"/>
              <a:gd name="T10" fmla="*/ 19 w 184"/>
              <a:gd name="T11" fmla="*/ 140 h 159"/>
              <a:gd name="T12" fmla="*/ 33 w 184"/>
              <a:gd name="T13" fmla="*/ 118 h 159"/>
              <a:gd name="T14" fmla="*/ 0 w 184"/>
              <a:gd name="T15" fmla="*/ 67 h 159"/>
              <a:gd name="T16" fmla="*/ 92 w 184"/>
              <a:gd name="T17" fmla="*/ 0 h 159"/>
              <a:gd name="T18" fmla="*/ 184 w 184"/>
              <a:gd name="T19" fmla="*/ 67 h 159"/>
              <a:gd name="T20" fmla="*/ 92 w 184"/>
              <a:gd name="T21" fmla="*/ 134 h 159"/>
              <a:gd name="T22" fmla="*/ 79 w 184"/>
              <a:gd name="T23" fmla="*/ 133 h 159"/>
              <a:gd name="T24" fmla="*/ 34 w 184"/>
              <a:gd name="T25" fmla="*/ 157 h 159"/>
              <a:gd name="T26" fmla="*/ 22 w 184"/>
              <a:gd name="T27" fmla="*/ 159 h 159"/>
              <a:gd name="T28" fmla="*/ 21 w 184"/>
              <a:gd name="T29" fmla="*/ 159 h 159"/>
              <a:gd name="T30" fmla="*/ 21 w 184"/>
              <a:gd name="T31" fmla="*/ 151 h 159"/>
              <a:gd name="T32" fmla="*/ 21 w 184"/>
              <a:gd name="T33" fmla="*/ 151 h 159"/>
              <a:gd name="T34" fmla="*/ 32 w 184"/>
              <a:gd name="T35" fmla="*/ 149 h 159"/>
              <a:gd name="T36" fmla="*/ 75 w 184"/>
              <a:gd name="T37" fmla="*/ 126 h 159"/>
              <a:gd name="T38" fmla="*/ 77 w 184"/>
              <a:gd name="T39" fmla="*/ 125 h 159"/>
              <a:gd name="T40" fmla="*/ 78 w 184"/>
              <a:gd name="T41" fmla="*/ 125 h 159"/>
              <a:gd name="T42" fmla="*/ 92 w 184"/>
              <a:gd name="T43" fmla="*/ 126 h 159"/>
              <a:gd name="T44" fmla="*/ 176 w 184"/>
              <a:gd name="T45" fmla="*/ 67 h 159"/>
              <a:gd name="T46" fmla="*/ 92 w 184"/>
              <a:gd name="T47" fmla="*/ 8 h 159"/>
              <a:gd name="T48" fmla="*/ 8 w 184"/>
              <a:gd name="T49" fmla="*/ 67 h 159"/>
              <a:gd name="T50" fmla="*/ 39 w 184"/>
              <a:gd name="T51" fmla="*/ 113 h 159"/>
              <a:gd name="T52" fmla="*/ 42 w 184"/>
              <a:gd name="T53" fmla="*/ 114 h 159"/>
              <a:gd name="T54" fmla="*/ 41 w 184"/>
              <a:gd name="T55" fmla="*/ 118 h 159"/>
              <a:gd name="T56" fmla="*/ 25 w 184"/>
              <a:gd name="T57" fmla="*/ 146 h 159"/>
              <a:gd name="T58" fmla="*/ 22 w 184"/>
              <a:gd name="T59" fmla="*/ 148 h 159"/>
              <a:gd name="T60" fmla="*/ 22 w 184"/>
              <a:gd name="T61" fmla="*/ 149 h 159"/>
              <a:gd name="T62" fmla="*/ 21 w 184"/>
              <a:gd name="T63" fmla="*/ 15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4" h="159">
                <a:moveTo>
                  <a:pt x="21" y="159"/>
                </a:moveTo>
                <a:cubicBezTo>
                  <a:pt x="17" y="159"/>
                  <a:pt x="14" y="156"/>
                  <a:pt x="13" y="152"/>
                </a:cubicBezTo>
                <a:cubicBezTo>
                  <a:pt x="13" y="152"/>
                  <a:pt x="13" y="152"/>
                  <a:pt x="13" y="152"/>
                </a:cubicBezTo>
                <a:cubicBezTo>
                  <a:pt x="12" y="148"/>
                  <a:pt x="14" y="145"/>
                  <a:pt x="16" y="144"/>
                </a:cubicBezTo>
                <a:cubicBezTo>
                  <a:pt x="16" y="143"/>
                  <a:pt x="16" y="143"/>
                  <a:pt x="16" y="143"/>
                </a:cubicBezTo>
                <a:cubicBezTo>
                  <a:pt x="17" y="142"/>
                  <a:pt x="18" y="141"/>
                  <a:pt x="19" y="140"/>
                </a:cubicBezTo>
                <a:cubicBezTo>
                  <a:pt x="24" y="135"/>
                  <a:pt x="29" y="130"/>
                  <a:pt x="33" y="118"/>
                </a:cubicBezTo>
                <a:cubicBezTo>
                  <a:pt x="12" y="106"/>
                  <a:pt x="0" y="87"/>
                  <a:pt x="0" y="67"/>
                </a:cubicBezTo>
                <a:cubicBezTo>
                  <a:pt x="0" y="30"/>
                  <a:pt x="41" y="0"/>
                  <a:pt x="92" y="0"/>
                </a:cubicBezTo>
                <a:cubicBezTo>
                  <a:pt x="143" y="0"/>
                  <a:pt x="184" y="30"/>
                  <a:pt x="184" y="67"/>
                </a:cubicBezTo>
                <a:cubicBezTo>
                  <a:pt x="184" y="104"/>
                  <a:pt x="143" y="134"/>
                  <a:pt x="92" y="134"/>
                </a:cubicBezTo>
                <a:cubicBezTo>
                  <a:pt x="88" y="134"/>
                  <a:pt x="84" y="134"/>
                  <a:pt x="79" y="133"/>
                </a:cubicBezTo>
                <a:cubicBezTo>
                  <a:pt x="66" y="145"/>
                  <a:pt x="51" y="153"/>
                  <a:pt x="34" y="157"/>
                </a:cubicBezTo>
                <a:cubicBezTo>
                  <a:pt x="30" y="158"/>
                  <a:pt x="27" y="159"/>
                  <a:pt x="22" y="159"/>
                </a:cubicBezTo>
                <a:lnTo>
                  <a:pt x="21" y="159"/>
                </a:lnTo>
                <a:close/>
                <a:moveTo>
                  <a:pt x="21" y="151"/>
                </a:moveTo>
                <a:cubicBezTo>
                  <a:pt x="21" y="151"/>
                  <a:pt x="21" y="151"/>
                  <a:pt x="21" y="151"/>
                </a:cubicBezTo>
                <a:cubicBezTo>
                  <a:pt x="25" y="151"/>
                  <a:pt x="29" y="150"/>
                  <a:pt x="32" y="149"/>
                </a:cubicBezTo>
                <a:cubicBezTo>
                  <a:pt x="48" y="145"/>
                  <a:pt x="63" y="137"/>
                  <a:pt x="75" y="126"/>
                </a:cubicBezTo>
                <a:cubicBezTo>
                  <a:pt x="77" y="125"/>
                  <a:pt x="77" y="125"/>
                  <a:pt x="77" y="125"/>
                </a:cubicBezTo>
                <a:cubicBezTo>
                  <a:pt x="78" y="125"/>
                  <a:pt x="78" y="125"/>
                  <a:pt x="78" y="125"/>
                </a:cubicBezTo>
                <a:cubicBezTo>
                  <a:pt x="83" y="126"/>
                  <a:pt x="88" y="126"/>
                  <a:pt x="92" y="126"/>
                </a:cubicBezTo>
                <a:cubicBezTo>
                  <a:pt x="139" y="126"/>
                  <a:pt x="176" y="100"/>
                  <a:pt x="176" y="67"/>
                </a:cubicBezTo>
                <a:cubicBezTo>
                  <a:pt x="176" y="35"/>
                  <a:pt x="139" y="8"/>
                  <a:pt x="92" y="8"/>
                </a:cubicBezTo>
                <a:cubicBezTo>
                  <a:pt x="46" y="8"/>
                  <a:pt x="8" y="35"/>
                  <a:pt x="8" y="67"/>
                </a:cubicBezTo>
                <a:cubicBezTo>
                  <a:pt x="8" y="85"/>
                  <a:pt x="20" y="102"/>
                  <a:pt x="39" y="113"/>
                </a:cubicBezTo>
                <a:cubicBezTo>
                  <a:pt x="42" y="114"/>
                  <a:pt x="42" y="114"/>
                  <a:pt x="42" y="114"/>
                </a:cubicBezTo>
                <a:cubicBezTo>
                  <a:pt x="41" y="118"/>
                  <a:pt x="41" y="118"/>
                  <a:pt x="41" y="118"/>
                </a:cubicBezTo>
                <a:cubicBezTo>
                  <a:pt x="37" y="133"/>
                  <a:pt x="31" y="140"/>
                  <a:pt x="25" y="146"/>
                </a:cubicBezTo>
                <a:cubicBezTo>
                  <a:pt x="24" y="147"/>
                  <a:pt x="23" y="147"/>
                  <a:pt x="22" y="148"/>
                </a:cubicBezTo>
                <a:cubicBezTo>
                  <a:pt x="22" y="149"/>
                  <a:pt x="22" y="149"/>
                  <a:pt x="22" y="149"/>
                </a:cubicBezTo>
                <a:cubicBezTo>
                  <a:pt x="21" y="150"/>
                  <a:pt x="21" y="150"/>
                  <a:pt x="21" y="151"/>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682" name="组合 681"/>
          <p:cNvGrpSpPr/>
          <p:nvPr/>
        </p:nvGrpSpPr>
        <p:grpSpPr>
          <a:xfrm>
            <a:off x="130335" y="3496765"/>
            <a:ext cx="350204" cy="336524"/>
            <a:chOff x="547582" y="3411009"/>
            <a:chExt cx="472521" cy="454063"/>
          </a:xfrm>
          <a:solidFill>
            <a:srgbClr val="707E84"/>
          </a:solidFill>
        </p:grpSpPr>
        <p:sp>
          <p:nvSpPr>
            <p:cNvPr id="683" name="Freeform 1125"/>
            <p:cNvSpPr>
              <a:spLocks noEditPoints="1"/>
            </p:cNvSpPr>
            <p:nvPr/>
          </p:nvSpPr>
          <p:spPr bwMode="auto">
            <a:xfrm>
              <a:off x="547582" y="3411009"/>
              <a:ext cx="472521" cy="454063"/>
            </a:xfrm>
            <a:custGeom>
              <a:avLst/>
              <a:gdLst>
                <a:gd name="T0" fmla="*/ 174 w 192"/>
                <a:gd name="T1" fmla="*/ 8 h 184"/>
                <a:gd name="T2" fmla="*/ 184 w 192"/>
                <a:gd name="T3" fmla="*/ 18 h 184"/>
                <a:gd name="T4" fmla="*/ 184 w 192"/>
                <a:gd name="T5" fmla="*/ 165 h 184"/>
                <a:gd name="T6" fmla="*/ 151 w 192"/>
                <a:gd name="T7" fmla="*/ 131 h 184"/>
                <a:gd name="T8" fmla="*/ 149 w 192"/>
                <a:gd name="T9" fmla="*/ 129 h 184"/>
                <a:gd name="T10" fmla="*/ 145 w 192"/>
                <a:gd name="T11" fmla="*/ 129 h 184"/>
                <a:gd name="T12" fmla="*/ 18 w 192"/>
                <a:gd name="T13" fmla="*/ 129 h 184"/>
                <a:gd name="T14" fmla="*/ 8 w 192"/>
                <a:gd name="T15" fmla="*/ 119 h 184"/>
                <a:gd name="T16" fmla="*/ 8 w 192"/>
                <a:gd name="T17" fmla="*/ 18 h 184"/>
                <a:gd name="T18" fmla="*/ 18 w 192"/>
                <a:gd name="T19" fmla="*/ 8 h 184"/>
                <a:gd name="T20" fmla="*/ 174 w 192"/>
                <a:gd name="T21" fmla="*/ 8 h 184"/>
                <a:gd name="T22" fmla="*/ 174 w 192"/>
                <a:gd name="T23" fmla="*/ 0 h 184"/>
                <a:gd name="T24" fmla="*/ 18 w 192"/>
                <a:gd name="T25" fmla="*/ 0 h 184"/>
                <a:gd name="T26" fmla="*/ 0 w 192"/>
                <a:gd name="T27" fmla="*/ 18 h 184"/>
                <a:gd name="T28" fmla="*/ 0 w 192"/>
                <a:gd name="T29" fmla="*/ 119 h 184"/>
                <a:gd name="T30" fmla="*/ 18 w 192"/>
                <a:gd name="T31" fmla="*/ 137 h 184"/>
                <a:gd name="T32" fmla="*/ 145 w 192"/>
                <a:gd name="T33" fmla="*/ 137 h 184"/>
                <a:gd name="T34" fmla="*/ 192 w 192"/>
                <a:gd name="T35" fmla="*/ 184 h 184"/>
                <a:gd name="T36" fmla="*/ 192 w 192"/>
                <a:gd name="T37" fmla="*/ 18 h 184"/>
                <a:gd name="T38" fmla="*/ 174 w 192"/>
                <a:gd name="T39"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2" h="184">
                  <a:moveTo>
                    <a:pt x="174" y="8"/>
                  </a:moveTo>
                  <a:cubicBezTo>
                    <a:pt x="179" y="8"/>
                    <a:pt x="184" y="12"/>
                    <a:pt x="184" y="18"/>
                  </a:cubicBezTo>
                  <a:cubicBezTo>
                    <a:pt x="184" y="165"/>
                    <a:pt x="184" y="165"/>
                    <a:pt x="184" y="165"/>
                  </a:cubicBezTo>
                  <a:cubicBezTo>
                    <a:pt x="151" y="131"/>
                    <a:pt x="151" y="131"/>
                    <a:pt x="151" y="131"/>
                  </a:cubicBezTo>
                  <a:cubicBezTo>
                    <a:pt x="149" y="129"/>
                    <a:pt x="149" y="129"/>
                    <a:pt x="149" y="129"/>
                  </a:cubicBezTo>
                  <a:cubicBezTo>
                    <a:pt x="145" y="129"/>
                    <a:pt x="145" y="129"/>
                    <a:pt x="145" y="129"/>
                  </a:cubicBezTo>
                  <a:cubicBezTo>
                    <a:pt x="18" y="129"/>
                    <a:pt x="18" y="129"/>
                    <a:pt x="18" y="129"/>
                  </a:cubicBezTo>
                  <a:cubicBezTo>
                    <a:pt x="13" y="129"/>
                    <a:pt x="8" y="125"/>
                    <a:pt x="8" y="119"/>
                  </a:cubicBezTo>
                  <a:cubicBezTo>
                    <a:pt x="8" y="18"/>
                    <a:pt x="8" y="18"/>
                    <a:pt x="8" y="18"/>
                  </a:cubicBezTo>
                  <a:cubicBezTo>
                    <a:pt x="8" y="12"/>
                    <a:pt x="13" y="8"/>
                    <a:pt x="18" y="8"/>
                  </a:cubicBezTo>
                  <a:cubicBezTo>
                    <a:pt x="174" y="8"/>
                    <a:pt x="174" y="8"/>
                    <a:pt x="174" y="8"/>
                  </a:cubicBezTo>
                  <a:moveTo>
                    <a:pt x="174" y="0"/>
                  </a:moveTo>
                  <a:cubicBezTo>
                    <a:pt x="18" y="0"/>
                    <a:pt x="18" y="0"/>
                    <a:pt x="18" y="0"/>
                  </a:cubicBezTo>
                  <a:cubicBezTo>
                    <a:pt x="9" y="0"/>
                    <a:pt x="0" y="8"/>
                    <a:pt x="0" y="18"/>
                  </a:cubicBezTo>
                  <a:cubicBezTo>
                    <a:pt x="0" y="119"/>
                    <a:pt x="0" y="119"/>
                    <a:pt x="0" y="119"/>
                  </a:cubicBezTo>
                  <a:cubicBezTo>
                    <a:pt x="0" y="129"/>
                    <a:pt x="9" y="137"/>
                    <a:pt x="18" y="137"/>
                  </a:cubicBezTo>
                  <a:cubicBezTo>
                    <a:pt x="145" y="137"/>
                    <a:pt x="145" y="137"/>
                    <a:pt x="145" y="137"/>
                  </a:cubicBezTo>
                  <a:cubicBezTo>
                    <a:pt x="192" y="184"/>
                    <a:pt x="192" y="184"/>
                    <a:pt x="192" y="184"/>
                  </a:cubicBezTo>
                  <a:cubicBezTo>
                    <a:pt x="192" y="18"/>
                    <a:pt x="192" y="18"/>
                    <a:pt x="192" y="18"/>
                  </a:cubicBezTo>
                  <a:cubicBezTo>
                    <a:pt x="192" y="8"/>
                    <a:pt x="184" y="0"/>
                    <a:pt x="17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4" name="Freeform 1126"/>
            <p:cNvSpPr>
              <a:spLocks noEditPoints="1"/>
            </p:cNvSpPr>
            <p:nvPr/>
          </p:nvSpPr>
          <p:spPr bwMode="auto">
            <a:xfrm>
              <a:off x="646024" y="3543905"/>
              <a:ext cx="76292" cy="77523"/>
            </a:xfrm>
            <a:custGeom>
              <a:avLst/>
              <a:gdLst>
                <a:gd name="T0" fmla="*/ 16 w 31"/>
                <a:gd name="T1" fmla="*/ 31 h 31"/>
                <a:gd name="T2" fmla="*/ 0 w 31"/>
                <a:gd name="T3" fmla="*/ 16 h 31"/>
                <a:gd name="T4" fmla="*/ 16 w 31"/>
                <a:gd name="T5" fmla="*/ 0 h 31"/>
                <a:gd name="T6" fmla="*/ 31 w 31"/>
                <a:gd name="T7" fmla="*/ 16 h 31"/>
                <a:gd name="T8" fmla="*/ 16 w 31"/>
                <a:gd name="T9" fmla="*/ 31 h 31"/>
                <a:gd name="T10" fmla="*/ 16 w 31"/>
                <a:gd name="T11" fmla="*/ 4 h 31"/>
                <a:gd name="T12" fmla="*/ 4 w 31"/>
                <a:gd name="T13" fmla="*/ 16 h 31"/>
                <a:gd name="T14" fmla="*/ 16 w 31"/>
                <a:gd name="T15" fmla="*/ 27 h 31"/>
                <a:gd name="T16" fmla="*/ 27 w 31"/>
                <a:gd name="T17" fmla="*/ 16 h 31"/>
                <a:gd name="T18" fmla="*/ 16 w 31"/>
                <a:gd name="T19"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1">
                  <a:moveTo>
                    <a:pt x="16" y="31"/>
                  </a:moveTo>
                  <a:cubicBezTo>
                    <a:pt x="7" y="31"/>
                    <a:pt x="0" y="24"/>
                    <a:pt x="0" y="16"/>
                  </a:cubicBezTo>
                  <a:cubicBezTo>
                    <a:pt x="0" y="7"/>
                    <a:pt x="7" y="0"/>
                    <a:pt x="16" y="0"/>
                  </a:cubicBezTo>
                  <a:cubicBezTo>
                    <a:pt x="24" y="0"/>
                    <a:pt x="31" y="7"/>
                    <a:pt x="31" y="16"/>
                  </a:cubicBezTo>
                  <a:cubicBezTo>
                    <a:pt x="31" y="24"/>
                    <a:pt x="24" y="31"/>
                    <a:pt x="16" y="31"/>
                  </a:cubicBezTo>
                  <a:close/>
                  <a:moveTo>
                    <a:pt x="16" y="4"/>
                  </a:moveTo>
                  <a:cubicBezTo>
                    <a:pt x="10" y="4"/>
                    <a:pt x="4" y="9"/>
                    <a:pt x="4" y="16"/>
                  </a:cubicBezTo>
                  <a:cubicBezTo>
                    <a:pt x="4" y="22"/>
                    <a:pt x="10" y="27"/>
                    <a:pt x="16" y="27"/>
                  </a:cubicBezTo>
                  <a:cubicBezTo>
                    <a:pt x="22" y="27"/>
                    <a:pt x="27" y="22"/>
                    <a:pt x="27" y="16"/>
                  </a:cubicBezTo>
                  <a:cubicBezTo>
                    <a:pt x="27" y="9"/>
                    <a:pt x="22" y="4"/>
                    <a:pt x="16"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5" name="Freeform 1127"/>
            <p:cNvSpPr>
              <a:spLocks noEditPoints="1"/>
            </p:cNvSpPr>
            <p:nvPr/>
          </p:nvSpPr>
          <p:spPr bwMode="auto">
            <a:xfrm>
              <a:off x="746927" y="3543905"/>
              <a:ext cx="76292" cy="77523"/>
            </a:xfrm>
            <a:custGeom>
              <a:avLst/>
              <a:gdLst>
                <a:gd name="T0" fmla="*/ 15 w 31"/>
                <a:gd name="T1" fmla="*/ 31 h 31"/>
                <a:gd name="T2" fmla="*/ 0 w 31"/>
                <a:gd name="T3" fmla="*/ 16 h 31"/>
                <a:gd name="T4" fmla="*/ 15 w 31"/>
                <a:gd name="T5" fmla="*/ 0 h 31"/>
                <a:gd name="T6" fmla="*/ 31 w 31"/>
                <a:gd name="T7" fmla="*/ 16 h 31"/>
                <a:gd name="T8" fmla="*/ 15 w 31"/>
                <a:gd name="T9" fmla="*/ 31 h 31"/>
                <a:gd name="T10" fmla="*/ 15 w 31"/>
                <a:gd name="T11" fmla="*/ 4 h 31"/>
                <a:gd name="T12" fmla="*/ 4 w 31"/>
                <a:gd name="T13" fmla="*/ 16 h 31"/>
                <a:gd name="T14" fmla="*/ 15 w 31"/>
                <a:gd name="T15" fmla="*/ 27 h 31"/>
                <a:gd name="T16" fmla="*/ 27 w 31"/>
                <a:gd name="T17" fmla="*/ 16 h 31"/>
                <a:gd name="T18" fmla="*/ 15 w 31"/>
                <a:gd name="T19"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1">
                  <a:moveTo>
                    <a:pt x="15" y="31"/>
                  </a:moveTo>
                  <a:cubicBezTo>
                    <a:pt x="7" y="31"/>
                    <a:pt x="0" y="24"/>
                    <a:pt x="0" y="16"/>
                  </a:cubicBezTo>
                  <a:cubicBezTo>
                    <a:pt x="0" y="7"/>
                    <a:pt x="7" y="0"/>
                    <a:pt x="15" y="0"/>
                  </a:cubicBezTo>
                  <a:cubicBezTo>
                    <a:pt x="24" y="0"/>
                    <a:pt x="31" y="7"/>
                    <a:pt x="31" y="16"/>
                  </a:cubicBezTo>
                  <a:cubicBezTo>
                    <a:pt x="31" y="24"/>
                    <a:pt x="24" y="31"/>
                    <a:pt x="15" y="31"/>
                  </a:cubicBezTo>
                  <a:close/>
                  <a:moveTo>
                    <a:pt x="15" y="4"/>
                  </a:moveTo>
                  <a:cubicBezTo>
                    <a:pt x="9" y="4"/>
                    <a:pt x="4" y="9"/>
                    <a:pt x="4" y="16"/>
                  </a:cubicBezTo>
                  <a:cubicBezTo>
                    <a:pt x="4" y="22"/>
                    <a:pt x="9" y="27"/>
                    <a:pt x="15" y="27"/>
                  </a:cubicBezTo>
                  <a:cubicBezTo>
                    <a:pt x="22" y="27"/>
                    <a:pt x="27" y="22"/>
                    <a:pt x="27" y="16"/>
                  </a:cubicBezTo>
                  <a:cubicBezTo>
                    <a:pt x="27" y="9"/>
                    <a:pt x="22" y="4"/>
                    <a:pt x="15"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6" name="Freeform 1128"/>
            <p:cNvSpPr>
              <a:spLocks noEditPoints="1"/>
            </p:cNvSpPr>
            <p:nvPr/>
          </p:nvSpPr>
          <p:spPr bwMode="auto">
            <a:xfrm>
              <a:off x="842908" y="3543905"/>
              <a:ext cx="76292" cy="77523"/>
            </a:xfrm>
            <a:custGeom>
              <a:avLst/>
              <a:gdLst>
                <a:gd name="T0" fmla="*/ 16 w 31"/>
                <a:gd name="T1" fmla="*/ 31 h 31"/>
                <a:gd name="T2" fmla="*/ 0 w 31"/>
                <a:gd name="T3" fmla="*/ 16 h 31"/>
                <a:gd name="T4" fmla="*/ 16 w 31"/>
                <a:gd name="T5" fmla="*/ 0 h 31"/>
                <a:gd name="T6" fmla="*/ 31 w 31"/>
                <a:gd name="T7" fmla="*/ 16 h 31"/>
                <a:gd name="T8" fmla="*/ 16 w 31"/>
                <a:gd name="T9" fmla="*/ 31 h 31"/>
                <a:gd name="T10" fmla="*/ 16 w 31"/>
                <a:gd name="T11" fmla="*/ 4 h 31"/>
                <a:gd name="T12" fmla="*/ 4 w 31"/>
                <a:gd name="T13" fmla="*/ 16 h 31"/>
                <a:gd name="T14" fmla="*/ 16 w 31"/>
                <a:gd name="T15" fmla="*/ 27 h 31"/>
                <a:gd name="T16" fmla="*/ 27 w 31"/>
                <a:gd name="T17" fmla="*/ 16 h 31"/>
                <a:gd name="T18" fmla="*/ 16 w 31"/>
                <a:gd name="T19"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1">
                  <a:moveTo>
                    <a:pt x="16" y="31"/>
                  </a:moveTo>
                  <a:cubicBezTo>
                    <a:pt x="7" y="31"/>
                    <a:pt x="0" y="24"/>
                    <a:pt x="0" y="16"/>
                  </a:cubicBezTo>
                  <a:cubicBezTo>
                    <a:pt x="0" y="7"/>
                    <a:pt x="7" y="0"/>
                    <a:pt x="16" y="0"/>
                  </a:cubicBezTo>
                  <a:cubicBezTo>
                    <a:pt x="24" y="0"/>
                    <a:pt x="31" y="7"/>
                    <a:pt x="31" y="16"/>
                  </a:cubicBezTo>
                  <a:cubicBezTo>
                    <a:pt x="31" y="24"/>
                    <a:pt x="24" y="31"/>
                    <a:pt x="16" y="31"/>
                  </a:cubicBezTo>
                  <a:close/>
                  <a:moveTo>
                    <a:pt x="16" y="4"/>
                  </a:moveTo>
                  <a:cubicBezTo>
                    <a:pt x="9" y="4"/>
                    <a:pt x="4" y="9"/>
                    <a:pt x="4" y="16"/>
                  </a:cubicBezTo>
                  <a:cubicBezTo>
                    <a:pt x="4" y="22"/>
                    <a:pt x="9" y="27"/>
                    <a:pt x="16" y="27"/>
                  </a:cubicBezTo>
                  <a:cubicBezTo>
                    <a:pt x="22" y="27"/>
                    <a:pt x="27" y="22"/>
                    <a:pt x="27" y="16"/>
                  </a:cubicBezTo>
                  <a:cubicBezTo>
                    <a:pt x="27" y="9"/>
                    <a:pt x="22" y="4"/>
                    <a:pt x="16"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687" name="组合 686"/>
          <p:cNvGrpSpPr/>
          <p:nvPr/>
        </p:nvGrpSpPr>
        <p:grpSpPr>
          <a:xfrm>
            <a:off x="2034971" y="3519565"/>
            <a:ext cx="338348" cy="290925"/>
            <a:chOff x="4341284" y="3403626"/>
            <a:chExt cx="456524" cy="392537"/>
          </a:xfrm>
          <a:solidFill>
            <a:srgbClr val="707E84"/>
          </a:solidFill>
        </p:grpSpPr>
        <p:sp>
          <p:nvSpPr>
            <p:cNvPr id="688" name="Freeform 1122"/>
            <p:cNvSpPr>
              <a:spLocks noEditPoints="1"/>
            </p:cNvSpPr>
            <p:nvPr/>
          </p:nvSpPr>
          <p:spPr bwMode="auto">
            <a:xfrm>
              <a:off x="4341284" y="3403626"/>
              <a:ext cx="456524" cy="392537"/>
            </a:xfrm>
            <a:custGeom>
              <a:avLst/>
              <a:gdLst>
                <a:gd name="T0" fmla="*/ 22 w 185"/>
                <a:gd name="T1" fmla="*/ 159 h 159"/>
                <a:gd name="T2" fmla="*/ 13 w 185"/>
                <a:gd name="T3" fmla="*/ 152 h 159"/>
                <a:gd name="T4" fmla="*/ 13 w 185"/>
                <a:gd name="T5" fmla="*/ 152 h 159"/>
                <a:gd name="T6" fmla="*/ 16 w 185"/>
                <a:gd name="T7" fmla="*/ 144 h 159"/>
                <a:gd name="T8" fmla="*/ 17 w 185"/>
                <a:gd name="T9" fmla="*/ 143 h 159"/>
                <a:gd name="T10" fmla="*/ 19 w 185"/>
                <a:gd name="T11" fmla="*/ 140 h 159"/>
                <a:gd name="T12" fmla="*/ 33 w 185"/>
                <a:gd name="T13" fmla="*/ 118 h 159"/>
                <a:gd name="T14" fmla="*/ 0 w 185"/>
                <a:gd name="T15" fmla="*/ 67 h 159"/>
                <a:gd name="T16" fmla="*/ 93 w 185"/>
                <a:gd name="T17" fmla="*/ 0 h 159"/>
                <a:gd name="T18" fmla="*/ 185 w 185"/>
                <a:gd name="T19" fmla="*/ 67 h 159"/>
                <a:gd name="T20" fmla="*/ 93 w 185"/>
                <a:gd name="T21" fmla="*/ 134 h 159"/>
                <a:gd name="T22" fmla="*/ 80 w 185"/>
                <a:gd name="T23" fmla="*/ 133 h 159"/>
                <a:gd name="T24" fmla="*/ 34 w 185"/>
                <a:gd name="T25" fmla="*/ 157 h 159"/>
                <a:gd name="T26" fmla="*/ 22 w 185"/>
                <a:gd name="T27" fmla="*/ 159 h 159"/>
                <a:gd name="T28" fmla="*/ 21 w 185"/>
                <a:gd name="T29" fmla="*/ 151 h 159"/>
                <a:gd name="T30" fmla="*/ 22 w 185"/>
                <a:gd name="T31" fmla="*/ 151 h 159"/>
                <a:gd name="T32" fmla="*/ 32 w 185"/>
                <a:gd name="T33" fmla="*/ 149 h 159"/>
                <a:gd name="T34" fmla="*/ 76 w 185"/>
                <a:gd name="T35" fmla="*/ 126 h 159"/>
                <a:gd name="T36" fmla="*/ 77 w 185"/>
                <a:gd name="T37" fmla="*/ 125 h 159"/>
                <a:gd name="T38" fmla="*/ 79 w 185"/>
                <a:gd name="T39" fmla="*/ 125 h 159"/>
                <a:gd name="T40" fmla="*/ 93 w 185"/>
                <a:gd name="T41" fmla="*/ 126 h 159"/>
                <a:gd name="T42" fmla="*/ 177 w 185"/>
                <a:gd name="T43" fmla="*/ 67 h 159"/>
                <a:gd name="T44" fmla="*/ 93 w 185"/>
                <a:gd name="T45" fmla="*/ 8 h 159"/>
                <a:gd name="T46" fmla="*/ 8 w 185"/>
                <a:gd name="T47" fmla="*/ 67 h 159"/>
                <a:gd name="T48" fmla="*/ 40 w 185"/>
                <a:gd name="T49" fmla="*/ 113 h 159"/>
                <a:gd name="T50" fmla="*/ 42 w 185"/>
                <a:gd name="T51" fmla="*/ 114 h 159"/>
                <a:gd name="T52" fmla="*/ 42 w 185"/>
                <a:gd name="T53" fmla="*/ 118 h 159"/>
                <a:gd name="T54" fmla="*/ 25 w 185"/>
                <a:gd name="T55" fmla="*/ 146 h 159"/>
                <a:gd name="T56" fmla="*/ 23 w 185"/>
                <a:gd name="T57" fmla="*/ 148 h 159"/>
                <a:gd name="T58" fmla="*/ 22 w 185"/>
                <a:gd name="T59" fmla="*/ 149 h 159"/>
                <a:gd name="T60" fmla="*/ 21 w 185"/>
                <a:gd name="T61" fmla="*/ 15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85" h="159">
                  <a:moveTo>
                    <a:pt x="22" y="159"/>
                  </a:moveTo>
                  <a:cubicBezTo>
                    <a:pt x="18" y="159"/>
                    <a:pt x="14" y="156"/>
                    <a:pt x="13" y="152"/>
                  </a:cubicBezTo>
                  <a:cubicBezTo>
                    <a:pt x="13" y="152"/>
                    <a:pt x="13" y="152"/>
                    <a:pt x="13" y="152"/>
                  </a:cubicBezTo>
                  <a:cubicBezTo>
                    <a:pt x="13" y="148"/>
                    <a:pt x="15" y="145"/>
                    <a:pt x="16" y="144"/>
                  </a:cubicBezTo>
                  <a:cubicBezTo>
                    <a:pt x="17" y="143"/>
                    <a:pt x="17" y="143"/>
                    <a:pt x="17" y="143"/>
                  </a:cubicBezTo>
                  <a:cubicBezTo>
                    <a:pt x="18" y="142"/>
                    <a:pt x="19" y="141"/>
                    <a:pt x="19" y="140"/>
                  </a:cubicBezTo>
                  <a:cubicBezTo>
                    <a:pt x="24" y="135"/>
                    <a:pt x="29" y="130"/>
                    <a:pt x="33" y="118"/>
                  </a:cubicBezTo>
                  <a:cubicBezTo>
                    <a:pt x="12" y="106"/>
                    <a:pt x="0" y="87"/>
                    <a:pt x="0" y="67"/>
                  </a:cubicBezTo>
                  <a:cubicBezTo>
                    <a:pt x="0" y="30"/>
                    <a:pt x="42" y="0"/>
                    <a:pt x="93" y="0"/>
                  </a:cubicBezTo>
                  <a:cubicBezTo>
                    <a:pt x="143" y="0"/>
                    <a:pt x="185" y="30"/>
                    <a:pt x="185" y="67"/>
                  </a:cubicBezTo>
                  <a:cubicBezTo>
                    <a:pt x="185" y="104"/>
                    <a:pt x="143" y="134"/>
                    <a:pt x="93" y="134"/>
                  </a:cubicBezTo>
                  <a:cubicBezTo>
                    <a:pt x="88" y="134"/>
                    <a:pt x="84" y="134"/>
                    <a:pt x="80" y="133"/>
                  </a:cubicBezTo>
                  <a:cubicBezTo>
                    <a:pt x="67" y="145"/>
                    <a:pt x="51" y="153"/>
                    <a:pt x="34" y="157"/>
                  </a:cubicBezTo>
                  <a:cubicBezTo>
                    <a:pt x="31" y="158"/>
                    <a:pt x="27" y="159"/>
                    <a:pt x="22" y="159"/>
                  </a:cubicBezTo>
                  <a:close/>
                  <a:moveTo>
                    <a:pt x="21" y="151"/>
                  </a:moveTo>
                  <a:cubicBezTo>
                    <a:pt x="21" y="151"/>
                    <a:pt x="21" y="151"/>
                    <a:pt x="22" y="151"/>
                  </a:cubicBezTo>
                  <a:cubicBezTo>
                    <a:pt x="25" y="151"/>
                    <a:pt x="29" y="150"/>
                    <a:pt x="32" y="149"/>
                  </a:cubicBezTo>
                  <a:cubicBezTo>
                    <a:pt x="49" y="145"/>
                    <a:pt x="63" y="137"/>
                    <a:pt x="76" y="126"/>
                  </a:cubicBezTo>
                  <a:cubicBezTo>
                    <a:pt x="77" y="125"/>
                    <a:pt x="77" y="125"/>
                    <a:pt x="77" y="125"/>
                  </a:cubicBezTo>
                  <a:cubicBezTo>
                    <a:pt x="79" y="125"/>
                    <a:pt x="79" y="125"/>
                    <a:pt x="79" y="125"/>
                  </a:cubicBezTo>
                  <a:cubicBezTo>
                    <a:pt x="83" y="126"/>
                    <a:pt x="88" y="126"/>
                    <a:pt x="93" y="126"/>
                  </a:cubicBezTo>
                  <a:cubicBezTo>
                    <a:pt x="139" y="126"/>
                    <a:pt x="177" y="100"/>
                    <a:pt x="177" y="67"/>
                  </a:cubicBezTo>
                  <a:cubicBezTo>
                    <a:pt x="177" y="35"/>
                    <a:pt x="139" y="8"/>
                    <a:pt x="93" y="8"/>
                  </a:cubicBezTo>
                  <a:cubicBezTo>
                    <a:pt x="46" y="8"/>
                    <a:pt x="8" y="35"/>
                    <a:pt x="8" y="67"/>
                  </a:cubicBezTo>
                  <a:cubicBezTo>
                    <a:pt x="8" y="85"/>
                    <a:pt x="20" y="102"/>
                    <a:pt x="40" y="113"/>
                  </a:cubicBezTo>
                  <a:cubicBezTo>
                    <a:pt x="42" y="114"/>
                    <a:pt x="42" y="114"/>
                    <a:pt x="42" y="114"/>
                  </a:cubicBezTo>
                  <a:cubicBezTo>
                    <a:pt x="42" y="118"/>
                    <a:pt x="42" y="118"/>
                    <a:pt x="42" y="118"/>
                  </a:cubicBezTo>
                  <a:cubicBezTo>
                    <a:pt x="37" y="133"/>
                    <a:pt x="31" y="140"/>
                    <a:pt x="25" y="146"/>
                  </a:cubicBezTo>
                  <a:cubicBezTo>
                    <a:pt x="24" y="147"/>
                    <a:pt x="24" y="147"/>
                    <a:pt x="23" y="148"/>
                  </a:cubicBezTo>
                  <a:cubicBezTo>
                    <a:pt x="22" y="149"/>
                    <a:pt x="22" y="149"/>
                    <a:pt x="22" y="149"/>
                  </a:cubicBezTo>
                  <a:cubicBezTo>
                    <a:pt x="22" y="150"/>
                    <a:pt x="21" y="150"/>
                    <a:pt x="21" y="1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9" name="Freeform 1129"/>
            <p:cNvSpPr>
              <a:spLocks noEditPoints="1"/>
            </p:cNvSpPr>
            <p:nvPr/>
          </p:nvSpPr>
          <p:spPr bwMode="auto">
            <a:xfrm>
              <a:off x="4422499" y="3534061"/>
              <a:ext cx="77523" cy="76292"/>
            </a:xfrm>
            <a:custGeom>
              <a:avLst/>
              <a:gdLst>
                <a:gd name="T0" fmla="*/ 16 w 31"/>
                <a:gd name="T1" fmla="*/ 31 h 31"/>
                <a:gd name="T2" fmla="*/ 0 w 31"/>
                <a:gd name="T3" fmla="*/ 16 h 31"/>
                <a:gd name="T4" fmla="*/ 16 w 31"/>
                <a:gd name="T5" fmla="*/ 0 h 31"/>
                <a:gd name="T6" fmla="*/ 31 w 31"/>
                <a:gd name="T7" fmla="*/ 16 h 31"/>
                <a:gd name="T8" fmla="*/ 16 w 31"/>
                <a:gd name="T9" fmla="*/ 31 h 31"/>
                <a:gd name="T10" fmla="*/ 16 w 31"/>
                <a:gd name="T11" fmla="*/ 4 h 31"/>
                <a:gd name="T12" fmla="*/ 4 w 31"/>
                <a:gd name="T13" fmla="*/ 16 h 31"/>
                <a:gd name="T14" fmla="*/ 16 w 31"/>
                <a:gd name="T15" fmla="*/ 27 h 31"/>
                <a:gd name="T16" fmla="*/ 27 w 31"/>
                <a:gd name="T17" fmla="*/ 16 h 31"/>
                <a:gd name="T18" fmla="*/ 16 w 31"/>
                <a:gd name="T19"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1">
                  <a:moveTo>
                    <a:pt x="16" y="31"/>
                  </a:moveTo>
                  <a:cubicBezTo>
                    <a:pt x="7" y="31"/>
                    <a:pt x="0" y="24"/>
                    <a:pt x="0" y="16"/>
                  </a:cubicBezTo>
                  <a:cubicBezTo>
                    <a:pt x="0" y="7"/>
                    <a:pt x="7" y="0"/>
                    <a:pt x="16" y="0"/>
                  </a:cubicBezTo>
                  <a:cubicBezTo>
                    <a:pt x="24" y="0"/>
                    <a:pt x="31" y="7"/>
                    <a:pt x="31" y="16"/>
                  </a:cubicBezTo>
                  <a:cubicBezTo>
                    <a:pt x="31" y="24"/>
                    <a:pt x="24" y="31"/>
                    <a:pt x="16" y="31"/>
                  </a:cubicBezTo>
                  <a:close/>
                  <a:moveTo>
                    <a:pt x="16" y="4"/>
                  </a:moveTo>
                  <a:cubicBezTo>
                    <a:pt x="9" y="4"/>
                    <a:pt x="4" y="9"/>
                    <a:pt x="4" y="16"/>
                  </a:cubicBezTo>
                  <a:cubicBezTo>
                    <a:pt x="4" y="22"/>
                    <a:pt x="9" y="27"/>
                    <a:pt x="16" y="27"/>
                  </a:cubicBezTo>
                  <a:cubicBezTo>
                    <a:pt x="22" y="27"/>
                    <a:pt x="27" y="22"/>
                    <a:pt x="27" y="16"/>
                  </a:cubicBezTo>
                  <a:cubicBezTo>
                    <a:pt x="27" y="9"/>
                    <a:pt x="22" y="4"/>
                    <a:pt x="16"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0" name="Freeform 1130"/>
            <p:cNvSpPr>
              <a:spLocks noEditPoints="1"/>
            </p:cNvSpPr>
            <p:nvPr/>
          </p:nvSpPr>
          <p:spPr bwMode="auto">
            <a:xfrm>
              <a:off x="4524632" y="3534061"/>
              <a:ext cx="76292" cy="76292"/>
            </a:xfrm>
            <a:custGeom>
              <a:avLst/>
              <a:gdLst>
                <a:gd name="T0" fmla="*/ 15 w 31"/>
                <a:gd name="T1" fmla="*/ 31 h 31"/>
                <a:gd name="T2" fmla="*/ 0 w 31"/>
                <a:gd name="T3" fmla="*/ 16 h 31"/>
                <a:gd name="T4" fmla="*/ 15 w 31"/>
                <a:gd name="T5" fmla="*/ 0 h 31"/>
                <a:gd name="T6" fmla="*/ 31 w 31"/>
                <a:gd name="T7" fmla="*/ 16 h 31"/>
                <a:gd name="T8" fmla="*/ 15 w 31"/>
                <a:gd name="T9" fmla="*/ 31 h 31"/>
                <a:gd name="T10" fmla="*/ 15 w 31"/>
                <a:gd name="T11" fmla="*/ 4 h 31"/>
                <a:gd name="T12" fmla="*/ 4 w 31"/>
                <a:gd name="T13" fmla="*/ 16 h 31"/>
                <a:gd name="T14" fmla="*/ 15 w 31"/>
                <a:gd name="T15" fmla="*/ 27 h 31"/>
                <a:gd name="T16" fmla="*/ 27 w 31"/>
                <a:gd name="T17" fmla="*/ 16 h 31"/>
                <a:gd name="T18" fmla="*/ 15 w 31"/>
                <a:gd name="T19"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1">
                  <a:moveTo>
                    <a:pt x="15" y="31"/>
                  </a:moveTo>
                  <a:cubicBezTo>
                    <a:pt x="7" y="31"/>
                    <a:pt x="0" y="24"/>
                    <a:pt x="0" y="16"/>
                  </a:cubicBezTo>
                  <a:cubicBezTo>
                    <a:pt x="0" y="7"/>
                    <a:pt x="7" y="0"/>
                    <a:pt x="15" y="0"/>
                  </a:cubicBezTo>
                  <a:cubicBezTo>
                    <a:pt x="24" y="0"/>
                    <a:pt x="31" y="7"/>
                    <a:pt x="31" y="16"/>
                  </a:cubicBezTo>
                  <a:cubicBezTo>
                    <a:pt x="31" y="24"/>
                    <a:pt x="24" y="31"/>
                    <a:pt x="15" y="31"/>
                  </a:cubicBezTo>
                  <a:close/>
                  <a:moveTo>
                    <a:pt x="15" y="4"/>
                  </a:moveTo>
                  <a:cubicBezTo>
                    <a:pt x="9" y="4"/>
                    <a:pt x="4" y="9"/>
                    <a:pt x="4" y="16"/>
                  </a:cubicBezTo>
                  <a:cubicBezTo>
                    <a:pt x="4" y="22"/>
                    <a:pt x="9" y="27"/>
                    <a:pt x="15" y="27"/>
                  </a:cubicBezTo>
                  <a:cubicBezTo>
                    <a:pt x="21" y="27"/>
                    <a:pt x="27" y="22"/>
                    <a:pt x="27" y="16"/>
                  </a:cubicBezTo>
                  <a:cubicBezTo>
                    <a:pt x="27" y="9"/>
                    <a:pt x="21" y="4"/>
                    <a:pt x="15"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1" name="Freeform 1131"/>
            <p:cNvSpPr>
              <a:spLocks noEditPoints="1"/>
            </p:cNvSpPr>
            <p:nvPr/>
          </p:nvSpPr>
          <p:spPr bwMode="auto">
            <a:xfrm>
              <a:off x="4620613" y="3534061"/>
              <a:ext cx="76292" cy="76292"/>
            </a:xfrm>
            <a:custGeom>
              <a:avLst/>
              <a:gdLst>
                <a:gd name="T0" fmla="*/ 15 w 31"/>
                <a:gd name="T1" fmla="*/ 31 h 31"/>
                <a:gd name="T2" fmla="*/ 0 w 31"/>
                <a:gd name="T3" fmla="*/ 16 h 31"/>
                <a:gd name="T4" fmla="*/ 15 w 31"/>
                <a:gd name="T5" fmla="*/ 0 h 31"/>
                <a:gd name="T6" fmla="*/ 31 w 31"/>
                <a:gd name="T7" fmla="*/ 16 h 31"/>
                <a:gd name="T8" fmla="*/ 15 w 31"/>
                <a:gd name="T9" fmla="*/ 31 h 31"/>
                <a:gd name="T10" fmla="*/ 15 w 31"/>
                <a:gd name="T11" fmla="*/ 4 h 31"/>
                <a:gd name="T12" fmla="*/ 4 w 31"/>
                <a:gd name="T13" fmla="*/ 16 h 31"/>
                <a:gd name="T14" fmla="*/ 15 w 31"/>
                <a:gd name="T15" fmla="*/ 27 h 31"/>
                <a:gd name="T16" fmla="*/ 27 w 31"/>
                <a:gd name="T17" fmla="*/ 16 h 31"/>
                <a:gd name="T18" fmla="*/ 15 w 31"/>
                <a:gd name="T19"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1">
                  <a:moveTo>
                    <a:pt x="15" y="31"/>
                  </a:moveTo>
                  <a:cubicBezTo>
                    <a:pt x="7" y="31"/>
                    <a:pt x="0" y="24"/>
                    <a:pt x="0" y="16"/>
                  </a:cubicBezTo>
                  <a:cubicBezTo>
                    <a:pt x="0" y="7"/>
                    <a:pt x="7" y="0"/>
                    <a:pt x="15" y="0"/>
                  </a:cubicBezTo>
                  <a:cubicBezTo>
                    <a:pt x="24" y="0"/>
                    <a:pt x="31" y="7"/>
                    <a:pt x="31" y="16"/>
                  </a:cubicBezTo>
                  <a:cubicBezTo>
                    <a:pt x="31" y="24"/>
                    <a:pt x="24" y="31"/>
                    <a:pt x="15" y="31"/>
                  </a:cubicBezTo>
                  <a:close/>
                  <a:moveTo>
                    <a:pt x="15" y="4"/>
                  </a:moveTo>
                  <a:cubicBezTo>
                    <a:pt x="9" y="4"/>
                    <a:pt x="4" y="9"/>
                    <a:pt x="4" y="16"/>
                  </a:cubicBezTo>
                  <a:cubicBezTo>
                    <a:pt x="4" y="22"/>
                    <a:pt x="9" y="27"/>
                    <a:pt x="15" y="27"/>
                  </a:cubicBezTo>
                  <a:cubicBezTo>
                    <a:pt x="22" y="27"/>
                    <a:pt x="27" y="22"/>
                    <a:pt x="27" y="16"/>
                  </a:cubicBezTo>
                  <a:cubicBezTo>
                    <a:pt x="27" y="9"/>
                    <a:pt x="22" y="4"/>
                    <a:pt x="15"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692" name="组合 691"/>
          <p:cNvGrpSpPr/>
          <p:nvPr/>
        </p:nvGrpSpPr>
        <p:grpSpPr>
          <a:xfrm>
            <a:off x="601118" y="3496765"/>
            <a:ext cx="350204" cy="336524"/>
            <a:chOff x="1493855" y="3411009"/>
            <a:chExt cx="472521" cy="454063"/>
          </a:xfrm>
          <a:solidFill>
            <a:srgbClr val="707E84"/>
          </a:solidFill>
        </p:grpSpPr>
        <p:sp>
          <p:nvSpPr>
            <p:cNvPr id="693" name="Freeform 1132"/>
            <p:cNvSpPr>
              <a:spLocks noEditPoints="1"/>
            </p:cNvSpPr>
            <p:nvPr/>
          </p:nvSpPr>
          <p:spPr bwMode="auto">
            <a:xfrm>
              <a:off x="1493855" y="3411009"/>
              <a:ext cx="472521" cy="454063"/>
            </a:xfrm>
            <a:custGeom>
              <a:avLst/>
              <a:gdLst>
                <a:gd name="T0" fmla="*/ 174 w 192"/>
                <a:gd name="T1" fmla="*/ 8 h 184"/>
                <a:gd name="T2" fmla="*/ 184 w 192"/>
                <a:gd name="T3" fmla="*/ 18 h 184"/>
                <a:gd name="T4" fmla="*/ 184 w 192"/>
                <a:gd name="T5" fmla="*/ 165 h 184"/>
                <a:gd name="T6" fmla="*/ 151 w 192"/>
                <a:gd name="T7" fmla="*/ 131 h 184"/>
                <a:gd name="T8" fmla="*/ 149 w 192"/>
                <a:gd name="T9" fmla="*/ 129 h 184"/>
                <a:gd name="T10" fmla="*/ 145 w 192"/>
                <a:gd name="T11" fmla="*/ 129 h 184"/>
                <a:gd name="T12" fmla="*/ 18 w 192"/>
                <a:gd name="T13" fmla="*/ 129 h 184"/>
                <a:gd name="T14" fmla="*/ 8 w 192"/>
                <a:gd name="T15" fmla="*/ 119 h 184"/>
                <a:gd name="T16" fmla="*/ 8 w 192"/>
                <a:gd name="T17" fmla="*/ 18 h 184"/>
                <a:gd name="T18" fmla="*/ 18 w 192"/>
                <a:gd name="T19" fmla="*/ 8 h 184"/>
                <a:gd name="T20" fmla="*/ 174 w 192"/>
                <a:gd name="T21" fmla="*/ 8 h 184"/>
                <a:gd name="T22" fmla="*/ 174 w 192"/>
                <a:gd name="T23" fmla="*/ 0 h 184"/>
                <a:gd name="T24" fmla="*/ 18 w 192"/>
                <a:gd name="T25" fmla="*/ 0 h 184"/>
                <a:gd name="T26" fmla="*/ 0 w 192"/>
                <a:gd name="T27" fmla="*/ 18 h 184"/>
                <a:gd name="T28" fmla="*/ 0 w 192"/>
                <a:gd name="T29" fmla="*/ 119 h 184"/>
                <a:gd name="T30" fmla="*/ 18 w 192"/>
                <a:gd name="T31" fmla="*/ 137 h 184"/>
                <a:gd name="T32" fmla="*/ 145 w 192"/>
                <a:gd name="T33" fmla="*/ 137 h 184"/>
                <a:gd name="T34" fmla="*/ 192 w 192"/>
                <a:gd name="T35" fmla="*/ 184 h 184"/>
                <a:gd name="T36" fmla="*/ 192 w 192"/>
                <a:gd name="T37" fmla="*/ 18 h 184"/>
                <a:gd name="T38" fmla="*/ 174 w 192"/>
                <a:gd name="T39"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2" h="184">
                  <a:moveTo>
                    <a:pt x="174" y="8"/>
                  </a:moveTo>
                  <a:cubicBezTo>
                    <a:pt x="179" y="8"/>
                    <a:pt x="184" y="12"/>
                    <a:pt x="184" y="18"/>
                  </a:cubicBezTo>
                  <a:cubicBezTo>
                    <a:pt x="184" y="165"/>
                    <a:pt x="184" y="165"/>
                    <a:pt x="184" y="165"/>
                  </a:cubicBezTo>
                  <a:cubicBezTo>
                    <a:pt x="151" y="131"/>
                    <a:pt x="151" y="131"/>
                    <a:pt x="151" y="131"/>
                  </a:cubicBezTo>
                  <a:cubicBezTo>
                    <a:pt x="149" y="129"/>
                    <a:pt x="149" y="129"/>
                    <a:pt x="149" y="129"/>
                  </a:cubicBezTo>
                  <a:cubicBezTo>
                    <a:pt x="145" y="129"/>
                    <a:pt x="145" y="129"/>
                    <a:pt x="145" y="129"/>
                  </a:cubicBezTo>
                  <a:cubicBezTo>
                    <a:pt x="18" y="129"/>
                    <a:pt x="18" y="129"/>
                    <a:pt x="18" y="129"/>
                  </a:cubicBezTo>
                  <a:cubicBezTo>
                    <a:pt x="13" y="129"/>
                    <a:pt x="8" y="125"/>
                    <a:pt x="8" y="119"/>
                  </a:cubicBezTo>
                  <a:cubicBezTo>
                    <a:pt x="8" y="18"/>
                    <a:pt x="8" y="18"/>
                    <a:pt x="8" y="18"/>
                  </a:cubicBezTo>
                  <a:cubicBezTo>
                    <a:pt x="8" y="12"/>
                    <a:pt x="13" y="8"/>
                    <a:pt x="18" y="8"/>
                  </a:cubicBezTo>
                  <a:cubicBezTo>
                    <a:pt x="174" y="8"/>
                    <a:pt x="174" y="8"/>
                    <a:pt x="174" y="8"/>
                  </a:cubicBezTo>
                  <a:moveTo>
                    <a:pt x="174" y="0"/>
                  </a:moveTo>
                  <a:cubicBezTo>
                    <a:pt x="18" y="0"/>
                    <a:pt x="18" y="0"/>
                    <a:pt x="18" y="0"/>
                  </a:cubicBezTo>
                  <a:cubicBezTo>
                    <a:pt x="9" y="0"/>
                    <a:pt x="0" y="8"/>
                    <a:pt x="0" y="18"/>
                  </a:cubicBezTo>
                  <a:cubicBezTo>
                    <a:pt x="0" y="119"/>
                    <a:pt x="0" y="119"/>
                    <a:pt x="0" y="119"/>
                  </a:cubicBezTo>
                  <a:cubicBezTo>
                    <a:pt x="0" y="129"/>
                    <a:pt x="9" y="137"/>
                    <a:pt x="18" y="137"/>
                  </a:cubicBezTo>
                  <a:cubicBezTo>
                    <a:pt x="145" y="137"/>
                    <a:pt x="145" y="137"/>
                    <a:pt x="145" y="137"/>
                  </a:cubicBezTo>
                  <a:cubicBezTo>
                    <a:pt x="192" y="184"/>
                    <a:pt x="192" y="184"/>
                    <a:pt x="192" y="184"/>
                  </a:cubicBezTo>
                  <a:cubicBezTo>
                    <a:pt x="192" y="18"/>
                    <a:pt x="192" y="18"/>
                    <a:pt x="192" y="18"/>
                  </a:cubicBezTo>
                  <a:cubicBezTo>
                    <a:pt x="192" y="8"/>
                    <a:pt x="184" y="0"/>
                    <a:pt x="17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4" name="Rectangle 1133"/>
            <p:cNvSpPr>
              <a:spLocks noChangeArrowheads="1"/>
            </p:cNvSpPr>
            <p:nvPr/>
          </p:nvSpPr>
          <p:spPr bwMode="auto">
            <a:xfrm>
              <a:off x="1651361" y="3570977"/>
              <a:ext cx="157507" cy="9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5" name="Rectangle 1134"/>
            <p:cNvSpPr>
              <a:spLocks noChangeArrowheads="1"/>
            </p:cNvSpPr>
            <p:nvPr/>
          </p:nvSpPr>
          <p:spPr bwMode="auto">
            <a:xfrm>
              <a:off x="1725193" y="3497146"/>
              <a:ext cx="9844" cy="1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696" name="组合 695"/>
          <p:cNvGrpSpPr/>
          <p:nvPr/>
        </p:nvGrpSpPr>
        <p:grpSpPr>
          <a:xfrm>
            <a:off x="2564380" y="3519565"/>
            <a:ext cx="336524" cy="290925"/>
            <a:chOff x="5285095" y="3403626"/>
            <a:chExt cx="454063" cy="392537"/>
          </a:xfrm>
          <a:solidFill>
            <a:srgbClr val="707E84"/>
          </a:solidFill>
        </p:grpSpPr>
        <p:sp>
          <p:nvSpPr>
            <p:cNvPr id="697" name="Freeform 1123"/>
            <p:cNvSpPr>
              <a:spLocks noEditPoints="1"/>
            </p:cNvSpPr>
            <p:nvPr/>
          </p:nvSpPr>
          <p:spPr bwMode="auto">
            <a:xfrm>
              <a:off x="5285095" y="3403626"/>
              <a:ext cx="454063" cy="392537"/>
            </a:xfrm>
            <a:custGeom>
              <a:avLst/>
              <a:gdLst>
                <a:gd name="T0" fmla="*/ 21 w 184"/>
                <a:gd name="T1" fmla="*/ 159 h 159"/>
                <a:gd name="T2" fmla="*/ 13 w 184"/>
                <a:gd name="T3" fmla="*/ 152 h 159"/>
                <a:gd name="T4" fmla="*/ 13 w 184"/>
                <a:gd name="T5" fmla="*/ 152 h 159"/>
                <a:gd name="T6" fmla="*/ 16 w 184"/>
                <a:gd name="T7" fmla="*/ 144 h 159"/>
                <a:gd name="T8" fmla="*/ 17 w 184"/>
                <a:gd name="T9" fmla="*/ 143 h 159"/>
                <a:gd name="T10" fmla="*/ 19 w 184"/>
                <a:gd name="T11" fmla="*/ 140 h 159"/>
                <a:gd name="T12" fmla="*/ 33 w 184"/>
                <a:gd name="T13" fmla="*/ 118 h 159"/>
                <a:gd name="T14" fmla="*/ 0 w 184"/>
                <a:gd name="T15" fmla="*/ 67 h 159"/>
                <a:gd name="T16" fmla="*/ 92 w 184"/>
                <a:gd name="T17" fmla="*/ 0 h 159"/>
                <a:gd name="T18" fmla="*/ 184 w 184"/>
                <a:gd name="T19" fmla="*/ 67 h 159"/>
                <a:gd name="T20" fmla="*/ 92 w 184"/>
                <a:gd name="T21" fmla="*/ 134 h 159"/>
                <a:gd name="T22" fmla="*/ 79 w 184"/>
                <a:gd name="T23" fmla="*/ 133 h 159"/>
                <a:gd name="T24" fmla="*/ 34 w 184"/>
                <a:gd name="T25" fmla="*/ 157 h 159"/>
                <a:gd name="T26" fmla="*/ 22 w 184"/>
                <a:gd name="T27" fmla="*/ 159 h 159"/>
                <a:gd name="T28" fmla="*/ 21 w 184"/>
                <a:gd name="T29" fmla="*/ 159 h 159"/>
                <a:gd name="T30" fmla="*/ 21 w 184"/>
                <a:gd name="T31" fmla="*/ 151 h 159"/>
                <a:gd name="T32" fmla="*/ 21 w 184"/>
                <a:gd name="T33" fmla="*/ 151 h 159"/>
                <a:gd name="T34" fmla="*/ 32 w 184"/>
                <a:gd name="T35" fmla="*/ 149 h 159"/>
                <a:gd name="T36" fmla="*/ 75 w 184"/>
                <a:gd name="T37" fmla="*/ 126 h 159"/>
                <a:gd name="T38" fmla="*/ 77 w 184"/>
                <a:gd name="T39" fmla="*/ 125 h 159"/>
                <a:gd name="T40" fmla="*/ 79 w 184"/>
                <a:gd name="T41" fmla="*/ 125 h 159"/>
                <a:gd name="T42" fmla="*/ 92 w 184"/>
                <a:gd name="T43" fmla="*/ 126 h 159"/>
                <a:gd name="T44" fmla="*/ 176 w 184"/>
                <a:gd name="T45" fmla="*/ 67 h 159"/>
                <a:gd name="T46" fmla="*/ 92 w 184"/>
                <a:gd name="T47" fmla="*/ 8 h 159"/>
                <a:gd name="T48" fmla="*/ 8 w 184"/>
                <a:gd name="T49" fmla="*/ 67 h 159"/>
                <a:gd name="T50" fmla="*/ 40 w 184"/>
                <a:gd name="T51" fmla="*/ 113 h 159"/>
                <a:gd name="T52" fmla="*/ 42 w 184"/>
                <a:gd name="T53" fmla="*/ 114 h 159"/>
                <a:gd name="T54" fmla="*/ 41 w 184"/>
                <a:gd name="T55" fmla="*/ 118 h 159"/>
                <a:gd name="T56" fmla="*/ 25 w 184"/>
                <a:gd name="T57" fmla="*/ 146 h 159"/>
                <a:gd name="T58" fmla="*/ 23 w 184"/>
                <a:gd name="T59" fmla="*/ 148 h 159"/>
                <a:gd name="T60" fmla="*/ 22 w 184"/>
                <a:gd name="T61" fmla="*/ 149 h 159"/>
                <a:gd name="T62" fmla="*/ 21 w 184"/>
                <a:gd name="T63" fmla="*/ 15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4" h="159">
                  <a:moveTo>
                    <a:pt x="21" y="159"/>
                  </a:moveTo>
                  <a:cubicBezTo>
                    <a:pt x="17" y="159"/>
                    <a:pt x="14" y="156"/>
                    <a:pt x="13" y="152"/>
                  </a:cubicBezTo>
                  <a:cubicBezTo>
                    <a:pt x="13" y="152"/>
                    <a:pt x="13" y="152"/>
                    <a:pt x="13" y="152"/>
                  </a:cubicBezTo>
                  <a:cubicBezTo>
                    <a:pt x="12" y="148"/>
                    <a:pt x="15" y="145"/>
                    <a:pt x="16" y="144"/>
                  </a:cubicBezTo>
                  <a:cubicBezTo>
                    <a:pt x="17" y="143"/>
                    <a:pt x="17" y="143"/>
                    <a:pt x="17" y="143"/>
                  </a:cubicBezTo>
                  <a:cubicBezTo>
                    <a:pt x="18" y="142"/>
                    <a:pt x="18" y="141"/>
                    <a:pt x="19" y="140"/>
                  </a:cubicBezTo>
                  <a:cubicBezTo>
                    <a:pt x="24" y="135"/>
                    <a:pt x="29" y="130"/>
                    <a:pt x="33" y="118"/>
                  </a:cubicBezTo>
                  <a:cubicBezTo>
                    <a:pt x="12" y="106"/>
                    <a:pt x="0" y="87"/>
                    <a:pt x="0" y="67"/>
                  </a:cubicBezTo>
                  <a:cubicBezTo>
                    <a:pt x="0" y="30"/>
                    <a:pt x="42" y="0"/>
                    <a:pt x="92" y="0"/>
                  </a:cubicBezTo>
                  <a:cubicBezTo>
                    <a:pt x="143" y="0"/>
                    <a:pt x="184" y="30"/>
                    <a:pt x="184" y="67"/>
                  </a:cubicBezTo>
                  <a:cubicBezTo>
                    <a:pt x="184" y="104"/>
                    <a:pt x="143" y="134"/>
                    <a:pt x="92" y="134"/>
                  </a:cubicBezTo>
                  <a:cubicBezTo>
                    <a:pt x="88" y="134"/>
                    <a:pt x="84" y="134"/>
                    <a:pt x="79" y="133"/>
                  </a:cubicBezTo>
                  <a:cubicBezTo>
                    <a:pt x="66" y="145"/>
                    <a:pt x="51" y="153"/>
                    <a:pt x="34" y="157"/>
                  </a:cubicBezTo>
                  <a:cubicBezTo>
                    <a:pt x="31" y="158"/>
                    <a:pt x="27" y="159"/>
                    <a:pt x="22" y="159"/>
                  </a:cubicBezTo>
                  <a:lnTo>
                    <a:pt x="21" y="159"/>
                  </a:lnTo>
                  <a:close/>
                  <a:moveTo>
                    <a:pt x="21" y="151"/>
                  </a:moveTo>
                  <a:cubicBezTo>
                    <a:pt x="21" y="151"/>
                    <a:pt x="21" y="151"/>
                    <a:pt x="21" y="151"/>
                  </a:cubicBezTo>
                  <a:cubicBezTo>
                    <a:pt x="25" y="151"/>
                    <a:pt x="29" y="150"/>
                    <a:pt x="32" y="149"/>
                  </a:cubicBezTo>
                  <a:cubicBezTo>
                    <a:pt x="48" y="145"/>
                    <a:pt x="63" y="137"/>
                    <a:pt x="75" y="126"/>
                  </a:cubicBezTo>
                  <a:cubicBezTo>
                    <a:pt x="77" y="125"/>
                    <a:pt x="77" y="125"/>
                    <a:pt x="77" y="125"/>
                  </a:cubicBezTo>
                  <a:cubicBezTo>
                    <a:pt x="79" y="125"/>
                    <a:pt x="79" y="125"/>
                    <a:pt x="79" y="125"/>
                  </a:cubicBezTo>
                  <a:cubicBezTo>
                    <a:pt x="83" y="126"/>
                    <a:pt x="88" y="126"/>
                    <a:pt x="92" y="126"/>
                  </a:cubicBezTo>
                  <a:cubicBezTo>
                    <a:pt x="139" y="126"/>
                    <a:pt x="176" y="100"/>
                    <a:pt x="176" y="67"/>
                  </a:cubicBezTo>
                  <a:cubicBezTo>
                    <a:pt x="176" y="35"/>
                    <a:pt x="139" y="8"/>
                    <a:pt x="92" y="8"/>
                  </a:cubicBezTo>
                  <a:cubicBezTo>
                    <a:pt x="46" y="8"/>
                    <a:pt x="8" y="35"/>
                    <a:pt x="8" y="67"/>
                  </a:cubicBezTo>
                  <a:cubicBezTo>
                    <a:pt x="8" y="85"/>
                    <a:pt x="20" y="102"/>
                    <a:pt x="40" y="113"/>
                  </a:cubicBezTo>
                  <a:cubicBezTo>
                    <a:pt x="42" y="114"/>
                    <a:pt x="42" y="114"/>
                    <a:pt x="42" y="114"/>
                  </a:cubicBezTo>
                  <a:cubicBezTo>
                    <a:pt x="41" y="118"/>
                    <a:pt x="41" y="118"/>
                    <a:pt x="41" y="118"/>
                  </a:cubicBezTo>
                  <a:cubicBezTo>
                    <a:pt x="37" y="133"/>
                    <a:pt x="31" y="140"/>
                    <a:pt x="25" y="146"/>
                  </a:cubicBezTo>
                  <a:cubicBezTo>
                    <a:pt x="24" y="147"/>
                    <a:pt x="23" y="147"/>
                    <a:pt x="23" y="148"/>
                  </a:cubicBezTo>
                  <a:cubicBezTo>
                    <a:pt x="22" y="149"/>
                    <a:pt x="22" y="149"/>
                    <a:pt x="22" y="149"/>
                  </a:cubicBezTo>
                  <a:cubicBezTo>
                    <a:pt x="22" y="150"/>
                    <a:pt x="21" y="150"/>
                    <a:pt x="21" y="1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8" name="Rectangle 1135"/>
            <p:cNvSpPr>
              <a:spLocks noChangeArrowheads="1"/>
            </p:cNvSpPr>
            <p:nvPr/>
          </p:nvSpPr>
          <p:spPr bwMode="auto">
            <a:xfrm>
              <a:off x="5435219" y="3570977"/>
              <a:ext cx="158738" cy="9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9" name="Rectangle 1136"/>
            <p:cNvSpPr>
              <a:spLocks noChangeArrowheads="1"/>
            </p:cNvSpPr>
            <p:nvPr/>
          </p:nvSpPr>
          <p:spPr bwMode="auto">
            <a:xfrm>
              <a:off x="5510281" y="3497146"/>
              <a:ext cx="9844" cy="1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700" name="Freeform 1137"/>
          <p:cNvSpPr>
            <a:spLocks noEditPoints="1"/>
          </p:cNvSpPr>
          <p:nvPr/>
        </p:nvSpPr>
        <p:spPr bwMode="auto">
          <a:xfrm>
            <a:off x="1111126" y="3496765"/>
            <a:ext cx="350204" cy="336524"/>
          </a:xfrm>
          <a:custGeom>
            <a:avLst/>
            <a:gdLst>
              <a:gd name="T0" fmla="*/ 174 w 192"/>
              <a:gd name="T1" fmla="*/ 8 h 184"/>
              <a:gd name="T2" fmla="*/ 184 w 192"/>
              <a:gd name="T3" fmla="*/ 18 h 184"/>
              <a:gd name="T4" fmla="*/ 184 w 192"/>
              <a:gd name="T5" fmla="*/ 165 h 184"/>
              <a:gd name="T6" fmla="*/ 151 w 192"/>
              <a:gd name="T7" fmla="*/ 131 h 184"/>
              <a:gd name="T8" fmla="*/ 149 w 192"/>
              <a:gd name="T9" fmla="*/ 129 h 184"/>
              <a:gd name="T10" fmla="*/ 145 w 192"/>
              <a:gd name="T11" fmla="*/ 129 h 184"/>
              <a:gd name="T12" fmla="*/ 18 w 192"/>
              <a:gd name="T13" fmla="*/ 129 h 184"/>
              <a:gd name="T14" fmla="*/ 8 w 192"/>
              <a:gd name="T15" fmla="*/ 119 h 184"/>
              <a:gd name="T16" fmla="*/ 8 w 192"/>
              <a:gd name="T17" fmla="*/ 18 h 184"/>
              <a:gd name="T18" fmla="*/ 18 w 192"/>
              <a:gd name="T19" fmla="*/ 8 h 184"/>
              <a:gd name="T20" fmla="*/ 174 w 192"/>
              <a:gd name="T21" fmla="*/ 8 h 184"/>
              <a:gd name="T22" fmla="*/ 174 w 192"/>
              <a:gd name="T23" fmla="*/ 0 h 184"/>
              <a:gd name="T24" fmla="*/ 18 w 192"/>
              <a:gd name="T25" fmla="*/ 0 h 184"/>
              <a:gd name="T26" fmla="*/ 0 w 192"/>
              <a:gd name="T27" fmla="*/ 18 h 184"/>
              <a:gd name="T28" fmla="*/ 0 w 192"/>
              <a:gd name="T29" fmla="*/ 119 h 184"/>
              <a:gd name="T30" fmla="*/ 18 w 192"/>
              <a:gd name="T31" fmla="*/ 137 h 184"/>
              <a:gd name="T32" fmla="*/ 145 w 192"/>
              <a:gd name="T33" fmla="*/ 137 h 184"/>
              <a:gd name="T34" fmla="*/ 192 w 192"/>
              <a:gd name="T35" fmla="*/ 184 h 184"/>
              <a:gd name="T36" fmla="*/ 192 w 192"/>
              <a:gd name="T37" fmla="*/ 18 h 184"/>
              <a:gd name="T38" fmla="*/ 174 w 192"/>
              <a:gd name="T39"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2" h="184">
                <a:moveTo>
                  <a:pt x="174" y="8"/>
                </a:moveTo>
                <a:cubicBezTo>
                  <a:pt x="179" y="8"/>
                  <a:pt x="184" y="12"/>
                  <a:pt x="184" y="18"/>
                </a:cubicBezTo>
                <a:cubicBezTo>
                  <a:pt x="184" y="165"/>
                  <a:pt x="184" y="165"/>
                  <a:pt x="184" y="165"/>
                </a:cubicBezTo>
                <a:cubicBezTo>
                  <a:pt x="151" y="131"/>
                  <a:pt x="151" y="131"/>
                  <a:pt x="151" y="131"/>
                </a:cubicBezTo>
                <a:cubicBezTo>
                  <a:pt x="149" y="129"/>
                  <a:pt x="149" y="129"/>
                  <a:pt x="149" y="129"/>
                </a:cubicBezTo>
                <a:cubicBezTo>
                  <a:pt x="145" y="129"/>
                  <a:pt x="145" y="129"/>
                  <a:pt x="145" y="129"/>
                </a:cubicBezTo>
                <a:cubicBezTo>
                  <a:pt x="18" y="129"/>
                  <a:pt x="18" y="129"/>
                  <a:pt x="18" y="129"/>
                </a:cubicBezTo>
                <a:cubicBezTo>
                  <a:pt x="13" y="129"/>
                  <a:pt x="8" y="125"/>
                  <a:pt x="8" y="119"/>
                </a:cubicBezTo>
                <a:cubicBezTo>
                  <a:pt x="8" y="18"/>
                  <a:pt x="8" y="18"/>
                  <a:pt x="8" y="18"/>
                </a:cubicBezTo>
                <a:cubicBezTo>
                  <a:pt x="8" y="12"/>
                  <a:pt x="13" y="8"/>
                  <a:pt x="18" y="8"/>
                </a:cubicBezTo>
                <a:cubicBezTo>
                  <a:pt x="174" y="8"/>
                  <a:pt x="174" y="8"/>
                  <a:pt x="174" y="8"/>
                </a:cubicBezTo>
                <a:moveTo>
                  <a:pt x="174" y="0"/>
                </a:moveTo>
                <a:cubicBezTo>
                  <a:pt x="18" y="0"/>
                  <a:pt x="18" y="0"/>
                  <a:pt x="18" y="0"/>
                </a:cubicBezTo>
                <a:cubicBezTo>
                  <a:pt x="9" y="0"/>
                  <a:pt x="0" y="8"/>
                  <a:pt x="0" y="18"/>
                </a:cubicBezTo>
                <a:cubicBezTo>
                  <a:pt x="0" y="119"/>
                  <a:pt x="0" y="119"/>
                  <a:pt x="0" y="119"/>
                </a:cubicBezTo>
                <a:cubicBezTo>
                  <a:pt x="0" y="129"/>
                  <a:pt x="9" y="137"/>
                  <a:pt x="18" y="137"/>
                </a:cubicBezTo>
                <a:cubicBezTo>
                  <a:pt x="145" y="137"/>
                  <a:pt x="145" y="137"/>
                  <a:pt x="145" y="137"/>
                </a:cubicBezTo>
                <a:cubicBezTo>
                  <a:pt x="192" y="184"/>
                  <a:pt x="192" y="184"/>
                  <a:pt x="192" y="184"/>
                </a:cubicBezTo>
                <a:cubicBezTo>
                  <a:pt x="192" y="18"/>
                  <a:pt x="192" y="18"/>
                  <a:pt x="192" y="18"/>
                </a:cubicBezTo>
                <a:cubicBezTo>
                  <a:pt x="192" y="8"/>
                  <a:pt x="184" y="0"/>
                  <a:pt x="174" y="0"/>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1" name="Freeform 1144"/>
          <p:cNvSpPr>
            <a:spLocks noEditPoints="1"/>
          </p:cNvSpPr>
          <p:nvPr/>
        </p:nvSpPr>
        <p:spPr bwMode="auto">
          <a:xfrm>
            <a:off x="1099065" y="3022407"/>
            <a:ext cx="293660" cy="231645"/>
          </a:xfrm>
          <a:custGeom>
            <a:avLst/>
            <a:gdLst>
              <a:gd name="T0" fmla="*/ 63 w 161"/>
              <a:gd name="T1" fmla="*/ 127 h 127"/>
              <a:gd name="T2" fmla="*/ 53 w 161"/>
              <a:gd name="T3" fmla="*/ 123 h 127"/>
              <a:gd name="T4" fmla="*/ 3 w 161"/>
              <a:gd name="T5" fmla="*/ 74 h 127"/>
              <a:gd name="T6" fmla="*/ 0 w 161"/>
              <a:gd name="T7" fmla="*/ 64 h 127"/>
              <a:gd name="T8" fmla="*/ 3 w 161"/>
              <a:gd name="T9" fmla="*/ 54 h 127"/>
              <a:gd name="T10" fmla="*/ 17 w 161"/>
              <a:gd name="T11" fmla="*/ 41 h 127"/>
              <a:gd name="T12" fmla="*/ 36 w 161"/>
              <a:gd name="T13" fmla="*/ 41 h 127"/>
              <a:gd name="T14" fmla="*/ 63 w 161"/>
              <a:gd name="T15" fmla="*/ 67 h 127"/>
              <a:gd name="T16" fmla="*/ 125 w 161"/>
              <a:gd name="T17" fmla="*/ 5 h 127"/>
              <a:gd name="T18" fmla="*/ 144 w 161"/>
              <a:gd name="T19" fmla="*/ 5 h 127"/>
              <a:gd name="T20" fmla="*/ 158 w 161"/>
              <a:gd name="T21" fmla="*/ 18 h 127"/>
              <a:gd name="T22" fmla="*/ 161 w 161"/>
              <a:gd name="T23" fmla="*/ 28 h 127"/>
              <a:gd name="T24" fmla="*/ 158 w 161"/>
              <a:gd name="T25" fmla="*/ 38 h 127"/>
              <a:gd name="T26" fmla="*/ 72 w 161"/>
              <a:gd name="T27" fmla="*/ 123 h 127"/>
              <a:gd name="T28" fmla="*/ 63 w 161"/>
              <a:gd name="T29" fmla="*/ 127 h 127"/>
              <a:gd name="T30" fmla="*/ 27 w 161"/>
              <a:gd name="T31" fmla="*/ 45 h 127"/>
              <a:gd name="T32" fmla="*/ 23 w 161"/>
              <a:gd name="T33" fmla="*/ 47 h 127"/>
              <a:gd name="T34" fmla="*/ 9 w 161"/>
              <a:gd name="T35" fmla="*/ 60 h 127"/>
              <a:gd name="T36" fmla="*/ 8 w 161"/>
              <a:gd name="T37" fmla="*/ 64 h 127"/>
              <a:gd name="T38" fmla="*/ 9 w 161"/>
              <a:gd name="T39" fmla="*/ 68 h 127"/>
              <a:gd name="T40" fmla="*/ 59 w 161"/>
              <a:gd name="T41" fmla="*/ 117 h 127"/>
              <a:gd name="T42" fmla="*/ 66 w 161"/>
              <a:gd name="T43" fmla="*/ 117 h 127"/>
              <a:gd name="T44" fmla="*/ 152 w 161"/>
              <a:gd name="T45" fmla="*/ 32 h 127"/>
              <a:gd name="T46" fmla="*/ 153 w 161"/>
              <a:gd name="T47" fmla="*/ 28 h 127"/>
              <a:gd name="T48" fmla="*/ 152 w 161"/>
              <a:gd name="T49" fmla="*/ 24 h 127"/>
              <a:gd name="T50" fmla="*/ 138 w 161"/>
              <a:gd name="T51" fmla="*/ 11 h 127"/>
              <a:gd name="T52" fmla="*/ 130 w 161"/>
              <a:gd name="T53" fmla="*/ 11 h 127"/>
              <a:gd name="T54" fmla="*/ 63 w 161"/>
              <a:gd name="T55" fmla="*/ 79 h 127"/>
              <a:gd name="T56" fmla="*/ 30 w 161"/>
              <a:gd name="T57" fmla="*/ 47 h 127"/>
              <a:gd name="T58" fmla="*/ 27 w 161"/>
              <a:gd name="T59" fmla="*/ 45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61" h="127">
                <a:moveTo>
                  <a:pt x="63" y="127"/>
                </a:moveTo>
                <a:cubicBezTo>
                  <a:pt x="59" y="127"/>
                  <a:pt x="55" y="126"/>
                  <a:pt x="53" y="123"/>
                </a:cubicBezTo>
                <a:cubicBezTo>
                  <a:pt x="3" y="74"/>
                  <a:pt x="3" y="74"/>
                  <a:pt x="3" y="74"/>
                </a:cubicBezTo>
                <a:cubicBezTo>
                  <a:pt x="1" y="71"/>
                  <a:pt x="0" y="68"/>
                  <a:pt x="0" y="64"/>
                </a:cubicBezTo>
                <a:cubicBezTo>
                  <a:pt x="0" y="60"/>
                  <a:pt x="1" y="57"/>
                  <a:pt x="3" y="54"/>
                </a:cubicBezTo>
                <a:cubicBezTo>
                  <a:pt x="17" y="41"/>
                  <a:pt x="17" y="41"/>
                  <a:pt x="17" y="41"/>
                </a:cubicBezTo>
                <a:cubicBezTo>
                  <a:pt x="22" y="36"/>
                  <a:pt x="31" y="36"/>
                  <a:pt x="36" y="41"/>
                </a:cubicBezTo>
                <a:cubicBezTo>
                  <a:pt x="63" y="67"/>
                  <a:pt x="63" y="67"/>
                  <a:pt x="63" y="67"/>
                </a:cubicBezTo>
                <a:cubicBezTo>
                  <a:pt x="125" y="5"/>
                  <a:pt x="125" y="5"/>
                  <a:pt x="125" y="5"/>
                </a:cubicBezTo>
                <a:cubicBezTo>
                  <a:pt x="130" y="0"/>
                  <a:pt x="139" y="0"/>
                  <a:pt x="144" y="5"/>
                </a:cubicBezTo>
                <a:cubicBezTo>
                  <a:pt x="158" y="18"/>
                  <a:pt x="158" y="18"/>
                  <a:pt x="158" y="18"/>
                </a:cubicBezTo>
                <a:cubicBezTo>
                  <a:pt x="160" y="21"/>
                  <a:pt x="161" y="25"/>
                  <a:pt x="161" y="28"/>
                </a:cubicBezTo>
                <a:cubicBezTo>
                  <a:pt x="161" y="32"/>
                  <a:pt x="160" y="35"/>
                  <a:pt x="158" y="38"/>
                </a:cubicBezTo>
                <a:cubicBezTo>
                  <a:pt x="72" y="123"/>
                  <a:pt x="72" y="123"/>
                  <a:pt x="72" y="123"/>
                </a:cubicBezTo>
                <a:cubicBezTo>
                  <a:pt x="70" y="126"/>
                  <a:pt x="66" y="127"/>
                  <a:pt x="63" y="127"/>
                </a:cubicBezTo>
                <a:close/>
                <a:moveTo>
                  <a:pt x="27" y="45"/>
                </a:moveTo>
                <a:cubicBezTo>
                  <a:pt x="25" y="45"/>
                  <a:pt x="24" y="46"/>
                  <a:pt x="23" y="47"/>
                </a:cubicBezTo>
                <a:cubicBezTo>
                  <a:pt x="9" y="60"/>
                  <a:pt x="9" y="60"/>
                  <a:pt x="9" y="60"/>
                </a:cubicBezTo>
                <a:cubicBezTo>
                  <a:pt x="8" y="61"/>
                  <a:pt x="8" y="63"/>
                  <a:pt x="8" y="64"/>
                </a:cubicBezTo>
                <a:cubicBezTo>
                  <a:pt x="8" y="65"/>
                  <a:pt x="8" y="67"/>
                  <a:pt x="9" y="68"/>
                </a:cubicBezTo>
                <a:cubicBezTo>
                  <a:pt x="59" y="117"/>
                  <a:pt x="59" y="117"/>
                  <a:pt x="59" y="117"/>
                </a:cubicBezTo>
                <a:cubicBezTo>
                  <a:pt x="61" y="119"/>
                  <a:pt x="64" y="119"/>
                  <a:pt x="66" y="117"/>
                </a:cubicBezTo>
                <a:cubicBezTo>
                  <a:pt x="152" y="32"/>
                  <a:pt x="152" y="32"/>
                  <a:pt x="152" y="32"/>
                </a:cubicBezTo>
                <a:cubicBezTo>
                  <a:pt x="153" y="31"/>
                  <a:pt x="153" y="30"/>
                  <a:pt x="153" y="28"/>
                </a:cubicBezTo>
                <a:cubicBezTo>
                  <a:pt x="153" y="27"/>
                  <a:pt x="153" y="25"/>
                  <a:pt x="152" y="24"/>
                </a:cubicBezTo>
                <a:cubicBezTo>
                  <a:pt x="138" y="11"/>
                  <a:pt x="138" y="11"/>
                  <a:pt x="138" y="11"/>
                </a:cubicBezTo>
                <a:cubicBezTo>
                  <a:pt x="136" y="9"/>
                  <a:pt x="133" y="9"/>
                  <a:pt x="130" y="11"/>
                </a:cubicBezTo>
                <a:cubicBezTo>
                  <a:pt x="63" y="79"/>
                  <a:pt x="63" y="79"/>
                  <a:pt x="63" y="79"/>
                </a:cubicBezTo>
                <a:cubicBezTo>
                  <a:pt x="30" y="47"/>
                  <a:pt x="30" y="47"/>
                  <a:pt x="30" y="47"/>
                </a:cubicBezTo>
                <a:cubicBezTo>
                  <a:pt x="29" y="46"/>
                  <a:pt x="28" y="45"/>
                  <a:pt x="27" y="45"/>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2" name="Freeform 1155"/>
          <p:cNvSpPr>
            <a:spLocks noEditPoints="1"/>
          </p:cNvSpPr>
          <p:nvPr/>
        </p:nvSpPr>
        <p:spPr bwMode="auto">
          <a:xfrm>
            <a:off x="1593148" y="3519565"/>
            <a:ext cx="336524" cy="290925"/>
          </a:xfrm>
          <a:custGeom>
            <a:avLst/>
            <a:gdLst>
              <a:gd name="T0" fmla="*/ 21 w 184"/>
              <a:gd name="T1" fmla="*/ 159 h 159"/>
              <a:gd name="T2" fmla="*/ 13 w 184"/>
              <a:gd name="T3" fmla="*/ 152 h 159"/>
              <a:gd name="T4" fmla="*/ 13 w 184"/>
              <a:gd name="T5" fmla="*/ 152 h 159"/>
              <a:gd name="T6" fmla="*/ 16 w 184"/>
              <a:gd name="T7" fmla="*/ 144 h 159"/>
              <a:gd name="T8" fmla="*/ 16 w 184"/>
              <a:gd name="T9" fmla="*/ 143 h 159"/>
              <a:gd name="T10" fmla="*/ 19 w 184"/>
              <a:gd name="T11" fmla="*/ 140 h 159"/>
              <a:gd name="T12" fmla="*/ 33 w 184"/>
              <a:gd name="T13" fmla="*/ 118 h 159"/>
              <a:gd name="T14" fmla="*/ 0 w 184"/>
              <a:gd name="T15" fmla="*/ 67 h 159"/>
              <a:gd name="T16" fmla="*/ 92 w 184"/>
              <a:gd name="T17" fmla="*/ 0 h 159"/>
              <a:gd name="T18" fmla="*/ 184 w 184"/>
              <a:gd name="T19" fmla="*/ 67 h 159"/>
              <a:gd name="T20" fmla="*/ 92 w 184"/>
              <a:gd name="T21" fmla="*/ 134 h 159"/>
              <a:gd name="T22" fmla="*/ 79 w 184"/>
              <a:gd name="T23" fmla="*/ 133 h 159"/>
              <a:gd name="T24" fmla="*/ 34 w 184"/>
              <a:gd name="T25" fmla="*/ 157 h 159"/>
              <a:gd name="T26" fmla="*/ 22 w 184"/>
              <a:gd name="T27" fmla="*/ 159 h 159"/>
              <a:gd name="T28" fmla="*/ 21 w 184"/>
              <a:gd name="T29" fmla="*/ 159 h 159"/>
              <a:gd name="T30" fmla="*/ 21 w 184"/>
              <a:gd name="T31" fmla="*/ 151 h 159"/>
              <a:gd name="T32" fmla="*/ 21 w 184"/>
              <a:gd name="T33" fmla="*/ 151 h 159"/>
              <a:gd name="T34" fmla="*/ 32 w 184"/>
              <a:gd name="T35" fmla="*/ 149 h 159"/>
              <a:gd name="T36" fmla="*/ 75 w 184"/>
              <a:gd name="T37" fmla="*/ 126 h 159"/>
              <a:gd name="T38" fmla="*/ 77 w 184"/>
              <a:gd name="T39" fmla="*/ 125 h 159"/>
              <a:gd name="T40" fmla="*/ 78 w 184"/>
              <a:gd name="T41" fmla="*/ 125 h 159"/>
              <a:gd name="T42" fmla="*/ 92 w 184"/>
              <a:gd name="T43" fmla="*/ 126 h 159"/>
              <a:gd name="T44" fmla="*/ 176 w 184"/>
              <a:gd name="T45" fmla="*/ 67 h 159"/>
              <a:gd name="T46" fmla="*/ 92 w 184"/>
              <a:gd name="T47" fmla="*/ 8 h 159"/>
              <a:gd name="T48" fmla="*/ 8 w 184"/>
              <a:gd name="T49" fmla="*/ 67 h 159"/>
              <a:gd name="T50" fmla="*/ 39 w 184"/>
              <a:gd name="T51" fmla="*/ 113 h 159"/>
              <a:gd name="T52" fmla="*/ 42 w 184"/>
              <a:gd name="T53" fmla="*/ 114 h 159"/>
              <a:gd name="T54" fmla="*/ 41 w 184"/>
              <a:gd name="T55" fmla="*/ 118 h 159"/>
              <a:gd name="T56" fmla="*/ 25 w 184"/>
              <a:gd name="T57" fmla="*/ 146 h 159"/>
              <a:gd name="T58" fmla="*/ 22 w 184"/>
              <a:gd name="T59" fmla="*/ 148 h 159"/>
              <a:gd name="T60" fmla="*/ 22 w 184"/>
              <a:gd name="T61" fmla="*/ 149 h 159"/>
              <a:gd name="T62" fmla="*/ 21 w 184"/>
              <a:gd name="T63" fmla="*/ 15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4" h="159">
                <a:moveTo>
                  <a:pt x="21" y="159"/>
                </a:moveTo>
                <a:cubicBezTo>
                  <a:pt x="17" y="159"/>
                  <a:pt x="14" y="156"/>
                  <a:pt x="13" y="152"/>
                </a:cubicBezTo>
                <a:cubicBezTo>
                  <a:pt x="13" y="152"/>
                  <a:pt x="13" y="152"/>
                  <a:pt x="13" y="152"/>
                </a:cubicBezTo>
                <a:cubicBezTo>
                  <a:pt x="12" y="148"/>
                  <a:pt x="14" y="145"/>
                  <a:pt x="16" y="144"/>
                </a:cubicBezTo>
                <a:cubicBezTo>
                  <a:pt x="16" y="143"/>
                  <a:pt x="16" y="143"/>
                  <a:pt x="16" y="143"/>
                </a:cubicBezTo>
                <a:cubicBezTo>
                  <a:pt x="17" y="142"/>
                  <a:pt x="18" y="141"/>
                  <a:pt x="19" y="140"/>
                </a:cubicBezTo>
                <a:cubicBezTo>
                  <a:pt x="24" y="135"/>
                  <a:pt x="29" y="130"/>
                  <a:pt x="33" y="118"/>
                </a:cubicBezTo>
                <a:cubicBezTo>
                  <a:pt x="12" y="106"/>
                  <a:pt x="0" y="87"/>
                  <a:pt x="0" y="67"/>
                </a:cubicBezTo>
                <a:cubicBezTo>
                  <a:pt x="0" y="30"/>
                  <a:pt x="41" y="0"/>
                  <a:pt x="92" y="0"/>
                </a:cubicBezTo>
                <a:cubicBezTo>
                  <a:pt x="143" y="0"/>
                  <a:pt x="184" y="30"/>
                  <a:pt x="184" y="67"/>
                </a:cubicBezTo>
                <a:cubicBezTo>
                  <a:pt x="184" y="104"/>
                  <a:pt x="143" y="134"/>
                  <a:pt x="92" y="134"/>
                </a:cubicBezTo>
                <a:cubicBezTo>
                  <a:pt x="88" y="134"/>
                  <a:pt x="84" y="134"/>
                  <a:pt x="79" y="133"/>
                </a:cubicBezTo>
                <a:cubicBezTo>
                  <a:pt x="66" y="145"/>
                  <a:pt x="51" y="153"/>
                  <a:pt x="34" y="157"/>
                </a:cubicBezTo>
                <a:cubicBezTo>
                  <a:pt x="30" y="158"/>
                  <a:pt x="27" y="159"/>
                  <a:pt x="22" y="159"/>
                </a:cubicBezTo>
                <a:lnTo>
                  <a:pt x="21" y="159"/>
                </a:lnTo>
                <a:close/>
                <a:moveTo>
                  <a:pt x="21" y="151"/>
                </a:moveTo>
                <a:cubicBezTo>
                  <a:pt x="21" y="151"/>
                  <a:pt x="21" y="151"/>
                  <a:pt x="21" y="151"/>
                </a:cubicBezTo>
                <a:cubicBezTo>
                  <a:pt x="25" y="151"/>
                  <a:pt x="29" y="150"/>
                  <a:pt x="32" y="149"/>
                </a:cubicBezTo>
                <a:cubicBezTo>
                  <a:pt x="48" y="145"/>
                  <a:pt x="63" y="137"/>
                  <a:pt x="75" y="126"/>
                </a:cubicBezTo>
                <a:cubicBezTo>
                  <a:pt x="77" y="125"/>
                  <a:pt x="77" y="125"/>
                  <a:pt x="77" y="125"/>
                </a:cubicBezTo>
                <a:cubicBezTo>
                  <a:pt x="78" y="125"/>
                  <a:pt x="78" y="125"/>
                  <a:pt x="78" y="125"/>
                </a:cubicBezTo>
                <a:cubicBezTo>
                  <a:pt x="83" y="126"/>
                  <a:pt x="88" y="126"/>
                  <a:pt x="92" y="126"/>
                </a:cubicBezTo>
                <a:cubicBezTo>
                  <a:pt x="139" y="126"/>
                  <a:pt x="176" y="100"/>
                  <a:pt x="176" y="67"/>
                </a:cubicBezTo>
                <a:cubicBezTo>
                  <a:pt x="176" y="35"/>
                  <a:pt x="139" y="8"/>
                  <a:pt x="92" y="8"/>
                </a:cubicBezTo>
                <a:cubicBezTo>
                  <a:pt x="46" y="8"/>
                  <a:pt x="8" y="35"/>
                  <a:pt x="8" y="67"/>
                </a:cubicBezTo>
                <a:cubicBezTo>
                  <a:pt x="8" y="85"/>
                  <a:pt x="20" y="102"/>
                  <a:pt x="39" y="113"/>
                </a:cubicBezTo>
                <a:cubicBezTo>
                  <a:pt x="42" y="114"/>
                  <a:pt x="42" y="114"/>
                  <a:pt x="42" y="114"/>
                </a:cubicBezTo>
                <a:cubicBezTo>
                  <a:pt x="41" y="118"/>
                  <a:pt x="41" y="118"/>
                  <a:pt x="41" y="118"/>
                </a:cubicBezTo>
                <a:cubicBezTo>
                  <a:pt x="37" y="133"/>
                  <a:pt x="31" y="140"/>
                  <a:pt x="25" y="146"/>
                </a:cubicBezTo>
                <a:cubicBezTo>
                  <a:pt x="24" y="147"/>
                  <a:pt x="23" y="147"/>
                  <a:pt x="22" y="148"/>
                </a:cubicBezTo>
                <a:cubicBezTo>
                  <a:pt x="22" y="149"/>
                  <a:pt x="22" y="149"/>
                  <a:pt x="22" y="149"/>
                </a:cubicBezTo>
                <a:cubicBezTo>
                  <a:pt x="21" y="150"/>
                  <a:pt x="21" y="150"/>
                  <a:pt x="21" y="151"/>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3" name="Freeform 1162"/>
          <p:cNvSpPr>
            <a:spLocks noEditPoints="1"/>
          </p:cNvSpPr>
          <p:nvPr/>
        </p:nvSpPr>
        <p:spPr bwMode="auto">
          <a:xfrm>
            <a:off x="142191" y="2986215"/>
            <a:ext cx="326492" cy="327404"/>
          </a:xfrm>
          <a:custGeom>
            <a:avLst/>
            <a:gdLst>
              <a:gd name="T0" fmla="*/ 140 w 179"/>
              <a:gd name="T1" fmla="*/ 174 h 179"/>
              <a:gd name="T2" fmla="*/ 99 w 179"/>
              <a:gd name="T3" fmla="*/ 126 h 179"/>
              <a:gd name="T4" fmla="*/ 82 w 179"/>
              <a:gd name="T5" fmla="*/ 97 h 179"/>
              <a:gd name="T6" fmla="*/ 72 w 179"/>
              <a:gd name="T7" fmla="*/ 108 h 179"/>
              <a:gd name="T8" fmla="*/ 69 w 179"/>
              <a:gd name="T9" fmla="*/ 123 h 179"/>
              <a:gd name="T10" fmla="*/ 54 w 179"/>
              <a:gd name="T11" fmla="*/ 133 h 179"/>
              <a:gd name="T12" fmla="*/ 4 w 179"/>
              <a:gd name="T13" fmla="*/ 89 h 179"/>
              <a:gd name="T14" fmla="*/ 9 w 179"/>
              <a:gd name="T15" fmla="*/ 65 h 179"/>
              <a:gd name="T16" fmla="*/ 19 w 179"/>
              <a:gd name="T17" fmla="*/ 60 h 179"/>
              <a:gd name="T18" fmla="*/ 26 w 179"/>
              <a:gd name="T19" fmla="*/ 60 h 179"/>
              <a:gd name="T20" fmla="*/ 62 w 179"/>
              <a:gd name="T21" fmla="*/ 25 h 179"/>
              <a:gd name="T22" fmla="*/ 64 w 179"/>
              <a:gd name="T23" fmla="*/ 10 h 179"/>
              <a:gd name="T24" fmla="*/ 79 w 179"/>
              <a:gd name="T25" fmla="*/ 0 h 179"/>
              <a:gd name="T26" fmla="*/ 129 w 179"/>
              <a:gd name="T27" fmla="*/ 44 h 179"/>
              <a:gd name="T28" fmla="*/ 124 w 179"/>
              <a:gd name="T29" fmla="*/ 68 h 179"/>
              <a:gd name="T30" fmla="*/ 114 w 179"/>
              <a:gd name="T31" fmla="*/ 73 h 179"/>
              <a:gd name="T32" fmla="*/ 107 w 179"/>
              <a:gd name="T33" fmla="*/ 73 h 179"/>
              <a:gd name="T34" fmla="*/ 117 w 179"/>
              <a:gd name="T35" fmla="*/ 102 h 179"/>
              <a:gd name="T36" fmla="*/ 174 w 179"/>
              <a:gd name="T37" fmla="*/ 140 h 179"/>
              <a:gd name="T38" fmla="*/ 174 w 179"/>
              <a:gd name="T39" fmla="*/ 163 h 179"/>
              <a:gd name="T40" fmla="*/ 151 w 179"/>
              <a:gd name="T41" fmla="*/ 179 h 179"/>
              <a:gd name="T42" fmla="*/ 113 w 179"/>
              <a:gd name="T43" fmla="*/ 117 h 179"/>
              <a:gd name="T44" fmla="*/ 107 w 179"/>
              <a:gd name="T45" fmla="*/ 126 h 179"/>
              <a:gd name="T46" fmla="*/ 145 w 179"/>
              <a:gd name="T47" fmla="*/ 168 h 179"/>
              <a:gd name="T48" fmla="*/ 168 w 179"/>
              <a:gd name="T49" fmla="*/ 157 h 179"/>
              <a:gd name="T50" fmla="*/ 168 w 179"/>
              <a:gd name="T51" fmla="*/ 145 h 179"/>
              <a:gd name="T52" fmla="*/ 126 w 179"/>
              <a:gd name="T53" fmla="*/ 107 h 179"/>
              <a:gd name="T54" fmla="*/ 117 w 179"/>
              <a:gd name="T55" fmla="*/ 113 h 179"/>
              <a:gd name="T56" fmla="*/ 101 w 179"/>
              <a:gd name="T57" fmla="*/ 67 h 179"/>
              <a:gd name="T58" fmla="*/ 101 w 179"/>
              <a:gd name="T59" fmla="*/ 66 h 179"/>
              <a:gd name="T60" fmla="*/ 107 w 179"/>
              <a:gd name="T61" fmla="*/ 60 h 179"/>
              <a:gd name="T62" fmla="*/ 107 w 179"/>
              <a:gd name="T63" fmla="*/ 60 h 179"/>
              <a:gd name="T64" fmla="*/ 108 w 179"/>
              <a:gd name="T65" fmla="*/ 61 h 179"/>
              <a:gd name="T66" fmla="*/ 118 w 179"/>
              <a:gd name="T67" fmla="*/ 63 h 179"/>
              <a:gd name="T68" fmla="*/ 125 w 179"/>
              <a:gd name="T69" fmla="*/ 54 h 179"/>
              <a:gd name="T70" fmla="*/ 83 w 179"/>
              <a:gd name="T71" fmla="*/ 10 h 179"/>
              <a:gd name="T72" fmla="*/ 71 w 179"/>
              <a:gd name="T73" fmla="*/ 14 h 179"/>
              <a:gd name="T74" fmla="*/ 68 w 179"/>
              <a:gd name="T75" fmla="*/ 19 h 179"/>
              <a:gd name="T76" fmla="*/ 73 w 179"/>
              <a:gd name="T77" fmla="*/ 26 h 179"/>
              <a:gd name="T78" fmla="*/ 73 w 179"/>
              <a:gd name="T79" fmla="*/ 26 h 179"/>
              <a:gd name="T80" fmla="*/ 67 w 179"/>
              <a:gd name="T81" fmla="*/ 32 h 179"/>
              <a:gd name="T82" fmla="*/ 66 w 179"/>
              <a:gd name="T83" fmla="*/ 32 h 179"/>
              <a:gd name="T84" fmla="*/ 32 w 179"/>
              <a:gd name="T85" fmla="*/ 67 h 179"/>
              <a:gd name="T86" fmla="*/ 26 w 179"/>
              <a:gd name="T87" fmla="*/ 73 h 179"/>
              <a:gd name="T88" fmla="*/ 26 w 179"/>
              <a:gd name="T89" fmla="*/ 73 h 179"/>
              <a:gd name="T90" fmla="*/ 19 w 179"/>
              <a:gd name="T91" fmla="*/ 68 h 179"/>
              <a:gd name="T92" fmla="*/ 14 w 179"/>
              <a:gd name="T93" fmla="*/ 71 h 179"/>
              <a:gd name="T94" fmla="*/ 10 w 179"/>
              <a:gd name="T95" fmla="*/ 83 h 179"/>
              <a:gd name="T96" fmla="*/ 54 w 179"/>
              <a:gd name="T97" fmla="*/ 125 h 179"/>
              <a:gd name="T98" fmla="*/ 63 w 179"/>
              <a:gd name="T99" fmla="*/ 118 h 179"/>
              <a:gd name="T100" fmla="*/ 61 w 179"/>
              <a:gd name="T101" fmla="*/ 108 h 179"/>
              <a:gd name="T102" fmla="*/ 60 w 179"/>
              <a:gd name="T103" fmla="*/ 107 h 179"/>
              <a:gd name="T104" fmla="*/ 66 w 179"/>
              <a:gd name="T105" fmla="*/ 101 h 179"/>
              <a:gd name="T106" fmla="*/ 82 w 179"/>
              <a:gd name="T107" fmla="*/ 86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9" h="179">
                <a:moveTo>
                  <a:pt x="151" y="179"/>
                </a:moveTo>
                <a:cubicBezTo>
                  <a:pt x="147" y="179"/>
                  <a:pt x="143" y="177"/>
                  <a:pt x="140" y="174"/>
                </a:cubicBezTo>
                <a:cubicBezTo>
                  <a:pt x="104" y="138"/>
                  <a:pt x="104" y="138"/>
                  <a:pt x="104" y="138"/>
                </a:cubicBezTo>
                <a:cubicBezTo>
                  <a:pt x="101" y="135"/>
                  <a:pt x="99" y="131"/>
                  <a:pt x="99" y="126"/>
                </a:cubicBezTo>
                <a:cubicBezTo>
                  <a:pt x="99" y="123"/>
                  <a:pt x="100" y="120"/>
                  <a:pt x="102" y="117"/>
                </a:cubicBezTo>
                <a:cubicBezTo>
                  <a:pt x="82" y="97"/>
                  <a:pt x="82" y="97"/>
                  <a:pt x="82" y="97"/>
                </a:cubicBezTo>
                <a:cubicBezTo>
                  <a:pt x="73" y="107"/>
                  <a:pt x="73" y="107"/>
                  <a:pt x="73" y="107"/>
                </a:cubicBezTo>
                <a:cubicBezTo>
                  <a:pt x="72" y="107"/>
                  <a:pt x="72" y="108"/>
                  <a:pt x="72" y="108"/>
                </a:cubicBezTo>
                <a:cubicBezTo>
                  <a:pt x="72" y="109"/>
                  <a:pt x="73" y="111"/>
                  <a:pt x="73" y="114"/>
                </a:cubicBezTo>
                <a:cubicBezTo>
                  <a:pt x="73" y="117"/>
                  <a:pt x="72" y="120"/>
                  <a:pt x="69" y="123"/>
                </a:cubicBezTo>
                <a:cubicBezTo>
                  <a:pt x="68" y="124"/>
                  <a:pt x="68" y="124"/>
                  <a:pt x="68" y="124"/>
                </a:cubicBezTo>
                <a:cubicBezTo>
                  <a:pt x="65" y="128"/>
                  <a:pt x="60" y="133"/>
                  <a:pt x="54" y="133"/>
                </a:cubicBezTo>
                <a:cubicBezTo>
                  <a:pt x="50" y="133"/>
                  <a:pt x="47" y="131"/>
                  <a:pt x="44" y="129"/>
                </a:cubicBezTo>
                <a:cubicBezTo>
                  <a:pt x="4" y="89"/>
                  <a:pt x="4" y="89"/>
                  <a:pt x="4" y="89"/>
                </a:cubicBezTo>
                <a:cubicBezTo>
                  <a:pt x="2" y="86"/>
                  <a:pt x="0" y="83"/>
                  <a:pt x="0" y="79"/>
                </a:cubicBezTo>
                <a:cubicBezTo>
                  <a:pt x="0" y="73"/>
                  <a:pt x="5" y="69"/>
                  <a:pt x="9" y="65"/>
                </a:cubicBezTo>
                <a:cubicBezTo>
                  <a:pt x="10" y="64"/>
                  <a:pt x="10" y="64"/>
                  <a:pt x="10" y="64"/>
                </a:cubicBezTo>
                <a:cubicBezTo>
                  <a:pt x="13" y="61"/>
                  <a:pt x="16" y="60"/>
                  <a:pt x="19" y="60"/>
                </a:cubicBezTo>
                <a:cubicBezTo>
                  <a:pt x="22" y="60"/>
                  <a:pt x="24" y="61"/>
                  <a:pt x="25" y="61"/>
                </a:cubicBezTo>
                <a:cubicBezTo>
                  <a:pt x="26" y="61"/>
                  <a:pt x="26" y="61"/>
                  <a:pt x="26" y="60"/>
                </a:cubicBezTo>
                <a:cubicBezTo>
                  <a:pt x="60" y="26"/>
                  <a:pt x="60" y="26"/>
                  <a:pt x="60" y="26"/>
                </a:cubicBezTo>
                <a:cubicBezTo>
                  <a:pt x="61" y="26"/>
                  <a:pt x="61" y="25"/>
                  <a:pt x="62" y="25"/>
                </a:cubicBezTo>
                <a:cubicBezTo>
                  <a:pt x="61" y="24"/>
                  <a:pt x="60" y="22"/>
                  <a:pt x="60" y="19"/>
                </a:cubicBezTo>
                <a:cubicBezTo>
                  <a:pt x="60" y="16"/>
                  <a:pt x="62" y="13"/>
                  <a:pt x="64" y="10"/>
                </a:cubicBezTo>
                <a:cubicBezTo>
                  <a:pt x="65" y="9"/>
                  <a:pt x="65" y="9"/>
                  <a:pt x="65" y="9"/>
                </a:cubicBezTo>
                <a:cubicBezTo>
                  <a:pt x="69" y="5"/>
                  <a:pt x="73" y="0"/>
                  <a:pt x="79" y="0"/>
                </a:cubicBezTo>
                <a:cubicBezTo>
                  <a:pt x="83" y="0"/>
                  <a:pt x="86" y="2"/>
                  <a:pt x="89" y="4"/>
                </a:cubicBezTo>
                <a:cubicBezTo>
                  <a:pt x="129" y="44"/>
                  <a:pt x="129" y="44"/>
                  <a:pt x="129" y="44"/>
                </a:cubicBezTo>
                <a:cubicBezTo>
                  <a:pt x="131" y="47"/>
                  <a:pt x="133" y="50"/>
                  <a:pt x="133" y="54"/>
                </a:cubicBezTo>
                <a:cubicBezTo>
                  <a:pt x="133" y="60"/>
                  <a:pt x="128" y="64"/>
                  <a:pt x="124" y="68"/>
                </a:cubicBezTo>
                <a:cubicBezTo>
                  <a:pt x="123" y="69"/>
                  <a:pt x="123" y="69"/>
                  <a:pt x="123" y="69"/>
                </a:cubicBezTo>
                <a:cubicBezTo>
                  <a:pt x="121" y="72"/>
                  <a:pt x="117" y="73"/>
                  <a:pt x="114" y="73"/>
                </a:cubicBezTo>
                <a:cubicBezTo>
                  <a:pt x="111" y="73"/>
                  <a:pt x="110" y="72"/>
                  <a:pt x="108" y="72"/>
                </a:cubicBezTo>
                <a:cubicBezTo>
                  <a:pt x="108" y="72"/>
                  <a:pt x="107" y="72"/>
                  <a:pt x="107" y="73"/>
                </a:cubicBezTo>
                <a:cubicBezTo>
                  <a:pt x="97" y="82"/>
                  <a:pt x="97" y="82"/>
                  <a:pt x="97" y="82"/>
                </a:cubicBezTo>
                <a:cubicBezTo>
                  <a:pt x="117" y="102"/>
                  <a:pt x="117" y="102"/>
                  <a:pt x="117" y="102"/>
                </a:cubicBezTo>
                <a:cubicBezTo>
                  <a:pt x="124" y="98"/>
                  <a:pt x="132" y="99"/>
                  <a:pt x="138" y="104"/>
                </a:cubicBezTo>
                <a:cubicBezTo>
                  <a:pt x="174" y="140"/>
                  <a:pt x="174" y="140"/>
                  <a:pt x="174" y="140"/>
                </a:cubicBezTo>
                <a:cubicBezTo>
                  <a:pt x="177" y="143"/>
                  <a:pt x="179" y="147"/>
                  <a:pt x="179" y="151"/>
                </a:cubicBezTo>
                <a:cubicBezTo>
                  <a:pt x="179" y="156"/>
                  <a:pt x="177" y="160"/>
                  <a:pt x="174" y="163"/>
                </a:cubicBezTo>
                <a:cubicBezTo>
                  <a:pt x="163" y="174"/>
                  <a:pt x="163" y="174"/>
                  <a:pt x="163" y="174"/>
                </a:cubicBezTo>
                <a:cubicBezTo>
                  <a:pt x="160" y="177"/>
                  <a:pt x="156" y="179"/>
                  <a:pt x="151" y="179"/>
                </a:cubicBezTo>
                <a:close/>
                <a:moveTo>
                  <a:pt x="82" y="86"/>
                </a:moveTo>
                <a:cubicBezTo>
                  <a:pt x="113" y="117"/>
                  <a:pt x="113" y="117"/>
                  <a:pt x="113" y="117"/>
                </a:cubicBezTo>
                <a:cubicBezTo>
                  <a:pt x="110" y="120"/>
                  <a:pt x="110" y="120"/>
                  <a:pt x="110" y="120"/>
                </a:cubicBezTo>
                <a:cubicBezTo>
                  <a:pt x="108" y="122"/>
                  <a:pt x="107" y="124"/>
                  <a:pt x="107" y="126"/>
                </a:cubicBezTo>
                <a:cubicBezTo>
                  <a:pt x="107" y="128"/>
                  <a:pt x="108" y="131"/>
                  <a:pt x="110" y="132"/>
                </a:cubicBezTo>
                <a:cubicBezTo>
                  <a:pt x="145" y="168"/>
                  <a:pt x="145" y="168"/>
                  <a:pt x="145" y="168"/>
                </a:cubicBezTo>
                <a:cubicBezTo>
                  <a:pt x="149" y="171"/>
                  <a:pt x="154" y="171"/>
                  <a:pt x="158" y="168"/>
                </a:cubicBezTo>
                <a:cubicBezTo>
                  <a:pt x="168" y="157"/>
                  <a:pt x="168" y="157"/>
                  <a:pt x="168" y="157"/>
                </a:cubicBezTo>
                <a:cubicBezTo>
                  <a:pt x="170" y="156"/>
                  <a:pt x="171" y="154"/>
                  <a:pt x="171" y="151"/>
                </a:cubicBezTo>
                <a:cubicBezTo>
                  <a:pt x="171" y="149"/>
                  <a:pt x="170" y="147"/>
                  <a:pt x="168" y="145"/>
                </a:cubicBezTo>
                <a:cubicBezTo>
                  <a:pt x="132" y="110"/>
                  <a:pt x="132" y="110"/>
                  <a:pt x="132" y="110"/>
                </a:cubicBezTo>
                <a:cubicBezTo>
                  <a:pt x="131" y="108"/>
                  <a:pt x="129" y="107"/>
                  <a:pt x="126" y="107"/>
                </a:cubicBezTo>
                <a:cubicBezTo>
                  <a:pt x="124" y="107"/>
                  <a:pt x="122" y="108"/>
                  <a:pt x="120" y="110"/>
                </a:cubicBezTo>
                <a:cubicBezTo>
                  <a:pt x="117" y="113"/>
                  <a:pt x="117" y="113"/>
                  <a:pt x="117" y="113"/>
                </a:cubicBezTo>
                <a:cubicBezTo>
                  <a:pt x="86" y="82"/>
                  <a:pt x="86" y="82"/>
                  <a:pt x="86" y="82"/>
                </a:cubicBezTo>
                <a:cubicBezTo>
                  <a:pt x="101" y="67"/>
                  <a:pt x="101" y="67"/>
                  <a:pt x="101" y="67"/>
                </a:cubicBezTo>
                <a:cubicBezTo>
                  <a:pt x="101" y="67"/>
                  <a:pt x="101" y="67"/>
                  <a:pt x="101" y="67"/>
                </a:cubicBezTo>
                <a:cubicBezTo>
                  <a:pt x="101" y="66"/>
                  <a:pt x="101" y="66"/>
                  <a:pt x="101" y="66"/>
                </a:cubicBezTo>
                <a:cubicBezTo>
                  <a:pt x="101" y="66"/>
                  <a:pt x="101" y="66"/>
                  <a:pt x="101" y="66"/>
                </a:cubicBezTo>
                <a:cubicBezTo>
                  <a:pt x="107" y="60"/>
                  <a:pt x="107" y="60"/>
                  <a:pt x="107" y="60"/>
                </a:cubicBezTo>
                <a:cubicBezTo>
                  <a:pt x="107" y="60"/>
                  <a:pt x="107" y="60"/>
                  <a:pt x="107" y="60"/>
                </a:cubicBezTo>
                <a:cubicBezTo>
                  <a:pt x="107" y="60"/>
                  <a:pt x="107" y="60"/>
                  <a:pt x="107" y="60"/>
                </a:cubicBezTo>
                <a:cubicBezTo>
                  <a:pt x="107" y="60"/>
                  <a:pt x="107" y="60"/>
                  <a:pt x="107" y="60"/>
                </a:cubicBezTo>
                <a:cubicBezTo>
                  <a:pt x="108" y="61"/>
                  <a:pt x="108" y="61"/>
                  <a:pt x="108" y="61"/>
                </a:cubicBezTo>
                <a:cubicBezTo>
                  <a:pt x="110" y="64"/>
                  <a:pt x="111" y="65"/>
                  <a:pt x="114" y="65"/>
                </a:cubicBezTo>
                <a:cubicBezTo>
                  <a:pt x="115" y="65"/>
                  <a:pt x="116" y="64"/>
                  <a:pt x="118" y="63"/>
                </a:cubicBezTo>
                <a:cubicBezTo>
                  <a:pt x="119" y="62"/>
                  <a:pt x="119" y="62"/>
                  <a:pt x="119" y="62"/>
                </a:cubicBezTo>
                <a:cubicBezTo>
                  <a:pt x="122" y="59"/>
                  <a:pt x="125" y="57"/>
                  <a:pt x="125" y="54"/>
                </a:cubicBezTo>
                <a:cubicBezTo>
                  <a:pt x="125" y="53"/>
                  <a:pt x="124" y="51"/>
                  <a:pt x="123" y="50"/>
                </a:cubicBezTo>
                <a:cubicBezTo>
                  <a:pt x="83" y="10"/>
                  <a:pt x="83" y="10"/>
                  <a:pt x="83" y="10"/>
                </a:cubicBezTo>
                <a:cubicBezTo>
                  <a:pt x="82" y="9"/>
                  <a:pt x="81" y="8"/>
                  <a:pt x="79" y="8"/>
                </a:cubicBezTo>
                <a:cubicBezTo>
                  <a:pt x="76" y="8"/>
                  <a:pt x="74" y="11"/>
                  <a:pt x="71" y="14"/>
                </a:cubicBezTo>
                <a:cubicBezTo>
                  <a:pt x="70" y="15"/>
                  <a:pt x="70" y="15"/>
                  <a:pt x="70" y="15"/>
                </a:cubicBezTo>
                <a:cubicBezTo>
                  <a:pt x="69" y="17"/>
                  <a:pt x="68" y="18"/>
                  <a:pt x="68" y="19"/>
                </a:cubicBezTo>
                <a:cubicBezTo>
                  <a:pt x="68" y="22"/>
                  <a:pt x="69" y="23"/>
                  <a:pt x="72" y="25"/>
                </a:cubicBezTo>
                <a:cubicBezTo>
                  <a:pt x="73" y="26"/>
                  <a:pt x="73" y="26"/>
                  <a:pt x="73" y="26"/>
                </a:cubicBezTo>
                <a:cubicBezTo>
                  <a:pt x="73" y="26"/>
                  <a:pt x="73" y="26"/>
                  <a:pt x="73" y="26"/>
                </a:cubicBezTo>
                <a:cubicBezTo>
                  <a:pt x="73" y="26"/>
                  <a:pt x="73" y="26"/>
                  <a:pt x="73" y="26"/>
                </a:cubicBezTo>
                <a:cubicBezTo>
                  <a:pt x="67" y="32"/>
                  <a:pt x="67" y="32"/>
                  <a:pt x="67" y="32"/>
                </a:cubicBezTo>
                <a:cubicBezTo>
                  <a:pt x="67" y="32"/>
                  <a:pt x="67" y="32"/>
                  <a:pt x="67" y="32"/>
                </a:cubicBezTo>
                <a:cubicBezTo>
                  <a:pt x="67" y="32"/>
                  <a:pt x="67" y="32"/>
                  <a:pt x="67" y="32"/>
                </a:cubicBezTo>
                <a:cubicBezTo>
                  <a:pt x="67" y="32"/>
                  <a:pt x="66" y="32"/>
                  <a:pt x="66" y="32"/>
                </a:cubicBezTo>
                <a:cubicBezTo>
                  <a:pt x="32" y="66"/>
                  <a:pt x="32" y="66"/>
                  <a:pt x="32" y="66"/>
                </a:cubicBezTo>
                <a:cubicBezTo>
                  <a:pt x="32" y="66"/>
                  <a:pt x="32" y="66"/>
                  <a:pt x="32" y="67"/>
                </a:cubicBezTo>
                <a:cubicBezTo>
                  <a:pt x="32" y="67"/>
                  <a:pt x="32" y="67"/>
                  <a:pt x="32" y="67"/>
                </a:cubicBezTo>
                <a:cubicBezTo>
                  <a:pt x="26" y="73"/>
                  <a:pt x="26" y="73"/>
                  <a:pt x="26" y="73"/>
                </a:cubicBezTo>
                <a:cubicBezTo>
                  <a:pt x="26" y="73"/>
                  <a:pt x="26" y="73"/>
                  <a:pt x="26" y="73"/>
                </a:cubicBezTo>
                <a:cubicBezTo>
                  <a:pt x="26" y="73"/>
                  <a:pt x="26" y="73"/>
                  <a:pt x="26" y="73"/>
                </a:cubicBezTo>
                <a:cubicBezTo>
                  <a:pt x="25" y="72"/>
                  <a:pt x="25" y="72"/>
                  <a:pt x="25" y="72"/>
                </a:cubicBezTo>
                <a:cubicBezTo>
                  <a:pt x="23" y="69"/>
                  <a:pt x="22" y="68"/>
                  <a:pt x="19" y="68"/>
                </a:cubicBezTo>
                <a:cubicBezTo>
                  <a:pt x="18" y="68"/>
                  <a:pt x="17" y="69"/>
                  <a:pt x="15" y="70"/>
                </a:cubicBezTo>
                <a:cubicBezTo>
                  <a:pt x="14" y="71"/>
                  <a:pt x="14" y="71"/>
                  <a:pt x="14" y="71"/>
                </a:cubicBezTo>
                <a:cubicBezTo>
                  <a:pt x="11" y="74"/>
                  <a:pt x="8" y="76"/>
                  <a:pt x="8" y="79"/>
                </a:cubicBezTo>
                <a:cubicBezTo>
                  <a:pt x="8" y="81"/>
                  <a:pt x="9" y="82"/>
                  <a:pt x="10" y="83"/>
                </a:cubicBezTo>
                <a:cubicBezTo>
                  <a:pt x="50" y="123"/>
                  <a:pt x="50" y="123"/>
                  <a:pt x="50" y="123"/>
                </a:cubicBezTo>
                <a:cubicBezTo>
                  <a:pt x="51" y="124"/>
                  <a:pt x="53" y="125"/>
                  <a:pt x="54" y="125"/>
                </a:cubicBezTo>
                <a:cubicBezTo>
                  <a:pt x="57" y="125"/>
                  <a:pt x="59" y="122"/>
                  <a:pt x="62" y="119"/>
                </a:cubicBezTo>
                <a:cubicBezTo>
                  <a:pt x="63" y="118"/>
                  <a:pt x="63" y="118"/>
                  <a:pt x="63" y="118"/>
                </a:cubicBezTo>
                <a:cubicBezTo>
                  <a:pt x="64" y="116"/>
                  <a:pt x="65" y="115"/>
                  <a:pt x="65" y="114"/>
                </a:cubicBezTo>
                <a:cubicBezTo>
                  <a:pt x="65" y="111"/>
                  <a:pt x="64" y="110"/>
                  <a:pt x="61" y="108"/>
                </a:cubicBezTo>
                <a:cubicBezTo>
                  <a:pt x="60" y="107"/>
                  <a:pt x="60" y="107"/>
                  <a:pt x="60" y="107"/>
                </a:cubicBezTo>
                <a:cubicBezTo>
                  <a:pt x="60" y="107"/>
                  <a:pt x="60" y="107"/>
                  <a:pt x="60" y="107"/>
                </a:cubicBezTo>
                <a:cubicBezTo>
                  <a:pt x="60" y="107"/>
                  <a:pt x="60" y="107"/>
                  <a:pt x="60" y="107"/>
                </a:cubicBezTo>
                <a:cubicBezTo>
                  <a:pt x="66" y="101"/>
                  <a:pt x="66" y="101"/>
                  <a:pt x="66" y="101"/>
                </a:cubicBezTo>
                <a:cubicBezTo>
                  <a:pt x="66" y="102"/>
                  <a:pt x="67" y="101"/>
                  <a:pt x="67" y="101"/>
                </a:cubicBezTo>
                <a:lnTo>
                  <a:pt x="82" y="86"/>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4" name="Freeform 1163"/>
          <p:cNvSpPr>
            <a:spLocks noEditPoints="1"/>
          </p:cNvSpPr>
          <p:nvPr/>
        </p:nvSpPr>
        <p:spPr bwMode="auto">
          <a:xfrm>
            <a:off x="2157249" y="3032530"/>
            <a:ext cx="94847" cy="266301"/>
          </a:xfrm>
          <a:custGeom>
            <a:avLst/>
            <a:gdLst>
              <a:gd name="T0" fmla="*/ 39 w 52"/>
              <a:gd name="T1" fmla="*/ 146 h 146"/>
              <a:gd name="T2" fmla="*/ 13 w 52"/>
              <a:gd name="T3" fmla="*/ 146 h 146"/>
              <a:gd name="T4" fmla="*/ 3 w 52"/>
              <a:gd name="T5" fmla="*/ 136 h 146"/>
              <a:gd name="T6" fmla="*/ 3 w 52"/>
              <a:gd name="T7" fmla="*/ 114 h 146"/>
              <a:gd name="T8" fmla="*/ 13 w 52"/>
              <a:gd name="T9" fmla="*/ 104 h 146"/>
              <a:gd name="T10" fmla="*/ 39 w 52"/>
              <a:gd name="T11" fmla="*/ 104 h 146"/>
              <a:gd name="T12" fmla="*/ 49 w 52"/>
              <a:gd name="T13" fmla="*/ 114 h 146"/>
              <a:gd name="T14" fmla="*/ 49 w 52"/>
              <a:gd name="T15" fmla="*/ 136 h 146"/>
              <a:gd name="T16" fmla="*/ 39 w 52"/>
              <a:gd name="T17" fmla="*/ 146 h 146"/>
              <a:gd name="T18" fmla="*/ 13 w 52"/>
              <a:gd name="T19" fmla="*/ 112 h 146"/>
              <a:gd name="T20" fmla="*/ 11 w 52"/>
              <a:gd name="T21" fmla="*/ 114 h 146"/>
              <a:gd name="T22" fmla="*/ 11 w 52"/>
              <a:gd name="T23" fmla="*/ 136 h 146"/>
              <a:gd name="T24" fmla="*/ 13 w 52"/>
              <a:gd name="T25" fmla="*/ 138 h 146"/>
              <a:gd name="T26" fmla="*/ 39 w 52"/>
              <a:gd name="T27" fmla="*/ 138 h 146"/>
              <a:gd name="T28" fmla="*/ 41 w 52"/>
              <a:gd name="T29" fmla="*/ 136 h 146"/>
              <a:gd name="T30" fmla="*/ 41 w 52"/>
              <a:gd name="T31" fmla="*/ 114 h 146"/>
              <a:gd name="T32" fmla="*/ 39 w 52"/>
              <a:gd name="T33" fmla="*/ 112 h 146"/>
              <a:gd name="T34" fmla="*/ 13 w 52"/>
              <a:gd name="T35" fmla="*/ 112 h 146"/>
              <a:gd name="T36" fmla="*/ 39 w 52"/>
              <a:gd name="T37" fmla="*/ 96 h 146"/>
              <a:gd name="T38" fmla="*/ 13 w 52"/>
              <a:gd name="T39" fmla="*/ 96 h 146"/>
              <a:gd name="T40" fmla="*/ 3 w 52"/>
              <a:gd name="T41" fmla="*/ 86 h 146"/>
              <a:gd name="T42" fmla="*/ 0 w 52"/>
              <a:gd name="T43" fmla="*/ 10 h 146"/>
              <a:gd name="T44" fmla="*/ 3 w 52"/>
              <a:gd name="T45" fmla="*/ 3 h 146"/>
              <a:gd name="T46" fmla="*/ 10 w 52"/>
              <a:gd name="T47" fmla="*/ 0 h 146"/>
              <a:gd name="T48" fmla="*/ 42 w 52"/>
              <a:gd name="T49" fmla="*/ 0 h 146"/>
              <a:gd name="T50" fmla="*/ 49 w 52"/>
              <a:gd name="T51" fmla="*/ 3 h 146"/>
              <a:gd name="T52" fmla="*/ 52 w 52"/>
              <a:gd name="T53" fmla="*/ 10 h 146"/>
              <a:gd name="T54" fmla="*/ 49 w 52"/>
              <a:gd name="T55" fmla="*/ 86 h 146"/>
              <a:gd name="T56" fmla="*/ 39 w 52"/>
              <a:gd name="T57" fmla="*/ 96 h 146"/>
              <a:gd name="T58" fmla="*/ 10 w 52"/>
              <a:gd name="T59" fmla="*/ 8 h 146"/>
              <a:gd name="T60" fmla="*/ 9 w 52"/>
              <a:gd name="T61" fmla="*/ 9 h 146"/>
              <a:gd name="T62" fmla="*/ 8 w 52"/>
              <a:gd name="T63" fmla="*/ 10 h 146"/>
              <a:gd name="T64" fmla="*/ 11 w 52"/>
              <a:gd name="T65" fmla="*/ 86 h 146"/>
              <a:gd name="T66" fmla="*/ 13 w 52"/>
              <a:gd name="T67" fmla="*/ 88 h 146"/>
              <a:gd name="T68" fmla="*/ 39 w 52"/>
              <a:gd name="T69" fmla="*/ 88 h 146"/>
              <a:gd name="T70" fmla="*/ 41 w 52"/>
              <a:gd name="T71" fmla="*/ 86 h 146"/>
              <a:gd name="T72" fmla="*/ 44 w 52"/>
              <a:gd name="T73" fmla="*/ 10 h 146"/>
              <a:gd name="T74" fmla="*/ 43 w 52"/>
              <a:gd name="T75" fmla="*/ 9 h 146"/>
              <a:gd name="T76" fmla="*/ 42 w 52"/>
              <a:gd name="T77" fmla="*/ 8 h 146"/>
              <a:gd name="T78" fmla="*/ 10 w 52"/>
              <a:gd name="T79" fmla="*/ 8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2" h="146">
                <a:moveTo>
                  <a:pt x="39" y="146"/>
                </a:moveTo>
                <a:cubicBezTo>
                  <a:pt x="13" y="146"/>
                  <a:pt x="13" y="146"/>
                  <a:pt x="13" y="146"/>
                </a:cubicBezTo>
                <a:cubicBezTo>
                  <a:pt x="8" y="146"/>
                  <a:pt x="3" y="142"/>
                  <a:pt x="3" y="136"/>
                </a:cubicBezTo>
                <a:cubicBezTo>
                  <a:pt x="3" y="114"/>
                  <a:pt x="3" y="114"/>
                  <a:pt x="3" y="114"/>
                </a:cubicBezTo>
                <a:cubicBezTo>
                  <a:pt x="3" y="108"/>
                  <a:pt x="8" y="104"/>
                  <a:pt x="13" y="104"/>
                </a:cubicBezTo>
                <a:cubicBezTo>
                  <a:pt x="39" y="104"/>
                  <a:pt x="39" y="104"/>
                  <a:pt x="39" y="104"/>
                </a:cubicBezTo>
                <a:cubicBezTo>
                  <a:pt x="44" y="104"/>
                  <a:pt x="49" y="108"/>
                  <a:pt x="49" y="114"/>
                </a:cubicBezTo>
                <a:cubicBezTo>
                  <a:pt x="49" y="136"/>
                  <a:pt x="49" y="136"/>
                  <a:pt x="49" y="136"/>
                </a:cubicBezTo>
                <a:cubicBezTo>
                  <a:pt x="49" y="142"/>
                  <a:pt x="44" y="146"/>
                  <a:pt x="39" y="146"/>
                </a:cubicBezTo>
                <a:close/>
                <a:moveTo>
                  <a:pt x="13" y="112"/>
                </a:moveTo>
                <a:cubicBezTo>
                  <a:pt x="12" y="112"/>
                  <a:pt x="11" y="113"/>
                  <a:pt x="11" y="114"/>
                </a:cubicBezTo>
                <a:cubicBezTo>
                  <a:pt x="11" y="136"/>
                  <a:pt x="11" y="136"/>
                  <a:pt x="11" y="136"/>
                </a:cubicBezTo>
                <a:cubicBezTo>
                  <a:pt x="11" y="137"/>
                  <a:pt x="12" y="138"/>
                  <a:pt x="13" y="138"/>
                </a:cubicBezTo>
                <a:cubicBezTo>
                  <a:pt x="39" y="138"/>
                  <a:pt x="39" y="138"/>
                  <a:pt x="39" y="138"/>
                </a:cubicBezTo>
                <a:cubicBezTo>
                  <a:pt x="40" y="138"/>
                  <a:pt x="41" y="137"/>
                  <a:pt x="41" y="136"/>
                </a:cubicBezTo>
                <a:cubicBezTo>
                  <a:pt x="41" y="114"/>
                  <a:pt x="41" y="114"/>
                  <a:pt x="41" y="114"/>
                </a:cubicBezTo>
                <a:cubicBezTo>
                  <a:pt x="41" y="113"/>
                  <a:pt x="40" y="112"/>
                  <a:pt x="39" y="112"/>
                </a:cubicBezTo>
                <a:lnTo>
                  <a:pt x="13" y="112"/>
                </a:lnTo>
                <a:close/>
                <a:moveTo>
                  <a:pt x="39" y="96"/>
                </a:moveTo>
                <a:cubicBezTo>
                  <a:pt x="13" y="96"/>
                  <a:pt x="13" y="96"/>
                  <a:pt x="13" y="96"/>
                </a:cubicBezTo>
                <a:cubicBezTo>
                  <a:pt x="8" y="96"/>
                  <a:pt x="3" y="92"/>
                  <a:pt x="3" y="86"/>
                </a:cubicBezTo>
                <a:cubicBezTo>
                  <a:pt x="0" y="10"/>
                  <a:pt x="0" y="10"/>
                  <a:pt x="0" y="10"/>
                </a:cubicBezTo>
                <a:cubicBezTo>
                  <a:pt x="0" y="8"/>
                  <a:pt x="1" y="5"/>
                  <a:pt x="3" y="3"/>
                </a:cubicBezTo>
                <a:cubicBezTo>
                  <a:pt x="5" y="1"/>
                  <a:pt x="8" y="0"/>
                  <a:pt x="10" y="0"/>
                </a:cubicBezTo>
                <a:cubicBezTo>
                  <a:pt x="42" y="0"/>
                  <a:pt x="42" y="0"/>
                  <a:pt x="42" y="0"/>
                </a:cubicBezTo>
                <a:cubicBezTo>
                  <a:pt x="44" y="0"/>
                  <a:pt x="47" y="1"/>
                  <a:pt x="49" y="3"/>
                </a:cubicBezTo>
                <a:cubicBezTo>
                  <a:pt x="51" y="5"/>
                  <a:pt x="52" y="8"/>
                  <a:pt x="52" y="10"/>
                </a:cubicBezTo>
                <a:cubicBezTo>
                  <a:pt x="49" y="86"/>
                  <a:pt x="49" y="86"/>
                  <a:pt x="49" y="86"/>
                </a:cubicBezTo>
                <a:cubicBezTo>
                  <a:pt x="49" y="92"/>
                  <a:pt x="44" y="96"/>
                  <a:pt x="39" y="96"/>
                </a:cubicBezTo>
                <a:close/>
                <a:moveTo>
                  <a:pt x="10" y="8"/>
                </a:moveTo>
                <a:cubicBezTo>
                  <a:pt x="9" y="8"/>
                  <a:pt x="9" y="8"/>
                  <a:pt x="9" y="9"/>
                </a:cubicBezTo>
                <a:cubicBezTo>
                  <a:pt x="9" y="9"/>
                  <a:pt x="8" y="9"/>
                  <a:pt x="8" y="10"/>
                </a:cubicBezTo>
                <a:cubicBezTo>
                  <a:pt x="11" y="86"/>
                  <a:pt x="11" y="86"/>
                  <a:pt x="11" y="86"/>
                </a:cubicBezTo>
                <a:cubicBezTo>
                  <a:pt x="11" y="87"/>
                  <a:pt x="12" y="88"/>
                  <a:pt x="13" y="88"/>
                </a:cubicBezTo>
                <a:cubicBezTo>
                  <a:pt x="39" y="88"/>
                  <a:pt x="39" y="88"/>
                  <a:pt x="39" y="88"/>
                </a:cubicBezTo>
                <a:cubicBezTo>
                  <a:pt x="40" y="88"/>
                  <a:pt x="41" y="87"/>
                  <a:pt x="41" y="86"/>
                </a:cubicBezTo>
                <a:cubicBezTo>
                  <a:pt x="44" y="10"/>
                  <a:pt x="44" y="10"/>
                  <a:pt x="44" y="10"/>
                </a:cubicBezTo>
                <a:cubicBezTo>
                  <a:pt x="44" y="9"/>
                  <a:pt x="43" y="9"/>
                  <a:pt x="43" y="9"/>
                </a:cubicBezTo>
                <a:cubicBezTo>
                  <a:pt x="43" y="8"/>
                  <a:pt x="42" y="8"/>
                  <a:pt x="42" y="8"/>
                </a:cubicBezTo>
                <a:lnTo>
                  <a:pt x="10" y="8"/>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5" name="Freeform 1169"/>
          <p:cNvSpPr>
            <a:spLocks noEditPoints="1"/>
          </p:cNvSpPr>
          <p:nvPr/>
        </p:nvSpPr>
        <p:spPr bwMode="auto">
          <a:xfrm>
            <a:off x="165447" y="2540003"/>
            <a:ext cx="279981" cy="279069"/>
          </a:xfrm>
          <a:custGeom>
            <a:avLst/>
            <a:gdLst>
              <a:gd name="T0" fmla="*/ 143 w 153"/>
              <a:gd name="T1" fmla="*/ 153 h 153"/>
              <a:gd name="T2" fmla="*/ 95 w 153"/>
              <a:gd name="T3" fmla="*/ 153 h 153"/>
              <a:gd name="T4" fmla="*/ 85 w 153"/>
              <a:gd name="T5" fmla="*/ 143 h 153"/>
              <a:gd name="T6" fmla="*/ 85 w 153"/>
              <a:gd name="T7" fmla="*/ 10 h 153"/>
              <a:gd name="T8" fmla="*/ 95 w 153"/>
              <a:gd name="T9" fmla="*/ 0 h 153"/>
              <a:gd name="T10" fmla="*/ 143 w 153"/>
              <a:gd name="T11" fmla="*/ 0 h 153"/>
              <a:gd name="T12" fmla="*/ 153 w 153"/>
              <a:gd name="T13" fmla="*/ 10 h 153"/>
              <a:gd name="T14" fmla="*/ 153 w 153"/>
              <a:gd name="T15" fmla="*/ 143 h 153"/>
              <a:gd name="T16" fmla="*/ 143 w 153"/>
              <a:gd name="T17" fmla="*/ 153 h 153"/>
              <a:gd name="T18" fmla="*/ 95 w 153"/>
              <a:gd name="T19" fmla="*/ 8 h 153"/>
              <a:gd name="T20" fmla="*/ 93 w 153"/>
              <a:gd name="T21" fmla="*/ 10 h 153"/>
              <a:gd name="T22" fmla="*/ 93 w 153"/>
              <a:gd name="T23" fmla="*/ 143 h 153"/>
              <a:gd name="T24" fmla="*/ 95 w 153"/>
              <a:gd name="T25" fmla="*/ 145 h 153"/>
              <a:gd name="T26" fmla="*/ 143 w 153"/>
              <a:gd name="T27" fmla="*/ 145 h 153"/>
              <a:gd name="T28" fmla="*/ 145 w 153"/>
              <a:gd name="T29" fmla="*/ 143 h 153"/>
              <a:gd name="T30" fmla="*/ 145 w 153"/>
              <a:gd name="T31" fmla="*/ 10 h 153"/>
              <a:gd name="T32" fmla="*/ 143 w 153"/>
              <a:gd name="T33" fmla="*/ 8 h 153"/>
              <a:gd name="T34" fmla="*/ 95 w 153"/>
              <a:gd name="T35" fmla="*/ 8 h 153"/>
              <a:gd name="T36" fmla="*/ 58 w 153"/>
              <a:gd name="T37" fmla="*/ 153 h 153"/>
              <a:gd name="T38" fmla="*/ 10 w 153"/>
              <a:gd name="T39" fmla="*/ 153 h 153"/>
              <a:gd name="T40" fmla="*/ 0 w 153"/>
              <a:gd name="T41" fmla="*/ 143 h 153"/>
              <a:gd name="T42" fmla="*/ 0 w 153"/>
              <a:gd name="T43" fmla="*/ 10 h 153"/>
              <a:gd name="T44" fmla="*/ 10 w 153"/>
              <a:gd name="T45" fmla="*/ 0 h 153"/>
              <a:gd name="T46" fmla="*/ 58 w 153"/>
              <a:gd name="T47" fmla="*/ 0 h 153"/>
              <a:gd name="T48" fmla="*/ 69 w 153"/>
              <a:gd name="T49" fmla="*/ 10 h 153"/>
              <a:gd name="T50" fmla="*/ 69 w 153"/>
              <a:gd name="T51" fmla="*/ 143 h 153"/>
              <a:gd name="T52" fmla="*/ 58 w 153"/>
              <a:gd name="T53" fmla="*/ 153 h 153"/>
              <a:gd name="T54" fmla="*/ 10 w 153"/>
              <a:gd name="T55" fmla="*/ 8 h 153"/>
              <a:gd name="T56" fmla="*/ 8 w 153"/>
              <a:gd name="T57" fmla="*/ 10 h 153"/>
              <a:gd name="T58" fmla="*/ 8 w 153"/>
              <a:gd name="T59" fmla="*/ 143 h 153"/>
              <a:gd name="T60" fmla="*/ 10 w 153"/>
              <a:gd name="T61" fmla="*/ 145 h 153"/>
              <a:gd name="T62" fmla="*/ 58 w 153"/>
              <a:gd name="T63" fmla="*/ 145 h 153"/>
              <a:gd name="T64" fmla="*/ 61 w 153"/>
              <a:gd name="T65" fmla="*/ 143 h 153"/>
              <a:gd name="T66" fmla="*/ 61 w 153"/>
              <a:gd name="T67" fmla="*/ 10 h 153"/>
              <a:gd name="T68" fmla="*/ 58 w 153"/>
              <a:gd name="T69" fmla="*/ 8 h 153"/>
              <a:gd name="T70" fmla="*/ 10 w 153"/>
              <a:gd name="T71" fmla="*/ 8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3" h="153">
                <a:moveTo>
                  <a:pt x="143" y="153"/>
                </a:moveTo>
                <a:cubicBezTo>
                  <a:pt x="95" y="153"/>
                  <a:pt x="95" y="153"/>
                  <a:pt x="95" y="153"/>
                </a:cubicBezTo>
                <a:cubicBezTo>
                  <a:pt x="89" y="153"/>
                  <a:pt x="85" y="148"/>
                  <a:pt x="85" y="143"/>
                </a:cubicBezTo>
                <a:cubicBezTo>
                  <a:pt x="85" y="10"/>
                  <a:pt x="85" y="10"/>
                  <a:pt x="85" y="10"/>
                </a:cubicBezTo>
                <a:cubicBezTo>
                  <a:pt x="85" y="4"/>
                  <a:pt x="89" y="0"/>
                  <a:pt x="95" y="0"/>
                </a:cubicBezTo>
                <a:cubicBezTo>
                  <a:pt x="143" y="0"/>
                  <a:pt x="143" y="0"/>
                  <a:pt x="143" y="0"/>
                </a:cubicBezTo>
                <a:cubicBezTo>
                  <a:pt x="149" y="0"/>
                  <a:pt x="153" y="4"/>
                  <a:pt x="153" y="10"/>
                </a:cubicBezTo>
                <a:cubicBezTo>
                  <a:pt x="153" y="143"/>
                  <a:pt x="153" y="143"/>
                  <a:pt x="153" y="143"/>
                </a:cubicBezTo>
                <a:cubicBezTo>
                  <a:pt x="153" y="148"/>
                  <a:pt x="149" y="153"/>
                  <a:pt x="143" y="153"/>
                </a:cubicBezTo>
                <a:close/>
                <a:moveTo>
                  <a:pt x="95" y="8"/>
                </a:moveTo>
                <a:cubicBezTo>
                  <a:pt x="94" y="8"/>
                  <a:pt x="93" y="9"/>
                  <a:pt x="93" y="10"/>
                </a:cubicBezTo>
                <a:cubicBezTo>
                  <a:pt x="93" y="143"/>
                  <a:pt x="93" y="143"/>
                  <a:pt x="93" y="143"/>
                </a:cubicBezTo>
                <a:cubicBezTo>
                  <a:pt x="93" y="144"/>
                  <a:pt x="94" y="145"/>
                  <a:pt x="95" y="145"/>
                </a:cubicBezTo>
                <a:cubicBezTo>
                  <a:pt x="143" y="145"/>
                  <a:pt x="143" y="145"/>
                  <a:pt x="143" y="145"/>
                </a:cubicBezTo>
                <a:cubicBezTo>
                  <a:pt x="144" y="145"/>
                  <a:pt x="145" y="144"/>
                  <a:pt x="145" y="143"/>
                </a:cubicBezTo>
                <a:cubicBezTo>
                  <a:pt x="145" y="10"/>
                  <a:pt x="145" y="10"/>
                  <a:pt x="145" y="10"/>
                </a:cubicBezTo>
                <a:cubicBezTo>
                  <a:pt x="145" y="9"/>
                  <a:pt x="144" y="8"/>
                  <a:pt x="143" y="8"/>
                </a:cubicBezTo>
                <a:lnTo>
                  <a:pt x="95" y="8"/>
                </a:lnTo>
                <a:close/>
                <a:moveTo>
                  <a:pt x="58" y="153"/>
                </a:moveTo>
                <a:cubicBezTo>
                  <a:pt x="10" y="153"/>
                  <a:pt x="10" y="153"/>
                  <a:pt x="10" y="153"/>
                </a:cubicBezTo>
                <a:cubicBezTo>
                  <a:pt x="5" y="153"/>
                  <a:pt x="0" y="148"/>
                  <a:pt x="0" y="143"/>
                </a:cubicBezTo>
                <a:cubicBezTo>
                  <a:pt x="0" y="10"/>
                  <a:pt x="0" y="10"/>
                  <a:pt x="0" y="10"/>
                </a:cubicBezTo>
                <a:cubicBezTo>
                  <a:pt x="0" y="4"/>
                  <a:pt x="5" y="0"/>
                  <a:pt x="10" y="0"/>
                </a:cubicBezTo>
                <a:cubicBezTo>
                  <a:pt x="58" y="0"/>
                  <a:pt x="58" y="0"/>
                  <a:pt x="58" y="0"/>
                </a:cubicBezTo>
                <a:cubicBezTo>
                  <a:pt x="64" y="0"/>
                  <a:pt x="69" y="4"/>
                  <a:pt x="69" y="10"/>
                </a:cubicBezTo>
                <a:cubicBezTo>
                  <a:pt x="69" y="143"/>
                  <a:pt x="69" y="143"/>
                  <a:pt x="69" y="143"/>
                </a:cubicBezTo>
                <a:cubicBezTo>
                  <a:pt x="69" y="148"/>
                  <a:pt x="64" y="153"/>
                  <a:pt x="58" y="153"/>
                </a:cubicBezTo>
                <a:close/>
                <a:moveTo>
                  <a:pt x="10" y="8"/>
                </a:moveTo>
                <a:cubicBezTo>
                  <a:pt x="9" y="8"/>
                  <a:pt x="8" y="9"/>
                  <a:pt x="8" y="10"/>
                </a:cubicBezTo>
                <a:cubicBezTo>
                  <a:pt x="8" y="143"/>
                  <a:pt x="8" y="143"/>
                  <a:pt x="8" y="143"/>
                </a:cubicBezTo>
                <a:cubicBezTo>
                  <a:pt x="8" y="144"/>
                  <a:pt x="9" y="145"/>
                  <a:pt x="10" y="145"/>
                </a:cubicBezTo>
                <a:cubicBezTo>
                  <a:pt x="58" y="145"/>
                  <a:pt x="58" y="145"/>
                  <a:pt x="58" y="145"/>
                </a:cubicBezTo>
                <a:cubicBezTo>
                  <a:pt x="60" y="145"/>
                  <a:pt x="61" y="144"/>
                  <a:pt x="61" y="143"/>
                </a:cubicBezTo>
                <a:cubicBezTo>
                  <a:pt x="61" y="10"/>
                  <a:pt x="61" y="10"/>
                  <a:pt x="61" y="10"/>
                </a:cubicBezTo>
                <a:cubicBezTo>
                  <a:pt x="61" y="9"/>
                  <a:pt x="60" y="8"/>
                  <a:pt x="58" y="8"/>
                </a:cubicBezTo>
                <a:lnTo>
                  <a:pt x="10" y="8"/>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6" name="Freeform 1170"/>
          <p:cNvSpPr>
            <a:spLocks noEditPoints="1"/>
          </p:cNvSpPr>
          <p:nvPr/>
        </p:nvSpPr>
        <p:spPr bwMode="auto">
          <a:xfrm>
            <a:off x="671341" y="2540003"/>
            <a:ext cx="279981" cy="279069"/>
          </a:xfrm>
          <a:custGeom>
            <a:avLst/>
            <a:gdLst>
              <a:gd name="T0" fmla="*/ 143 w 153"/>
              <a:gd name="T1" fmla="*/ 153 h 153"/>
              <a:gd name="T2" fmla="*/ 10 w 153"/>
              <a:gd name="T3" fmla="*/ 153 h 153"/>
              <a:gd name="T4" fmla="*/ 0 w 153"/>
              <a:gd name="T5" fmla="*/ 143 h 153"/>
              <a:gd name="T6" fmla="*/ 0 w 153"/>
              <a:gd name="T7" fmla="*/ 10 h 153"/>
              <a:gd name="T8" fmla="*/ 10 w 153"/>
              <a:gd name="T9" fmla="*/ 0 h 153"/>
              <a:gd name="T10" fmla="*/ 143 w 153"/>
              <a:gd name="T11" fmla="*/ 0 h 153"/>
              <a:gd name="T12" fmla="*/ 153 w 153"/>
              <a:gd name="T13" fmla="*/ 10 h 153"/>
              <a:gd name="T14" fmla="*/ 153 w 153"/>
              <a:gd name="T15" fmla="*/ 143 h 153"/>
              <a:gd name="T16" fmla="*/ 143 w 153"/>
              <a:gd name="T17" fmla="*/ 153 h 153"/>
              <a:gd name="T18" fmla="*/ 10 w 153"/>
              <a:gd name="T19" fmla="*/ 8 h 153"/>
              <a:gd name="T20" fmla="*/ 8 w 153"/>
              <a:gd name="T21" fmla="*/ 10 h 153"/>
              <a:gd name="T22" fmla="*/ 8 w 153"/>
              <a:gd name="T23" fmla="*/ 143 h 153"/>
              <a:gd name="T24" fmla="*/ 10 w 153"/>
              <a:gd name="T25" fmla="*/ 145 h 153"/>
              <a:gd name="T26" fmla="*/ 143 w 153"/>
              <a:gd name="T27" fmla="*/ 145 h 153"/>
              <a:gd name="T28" fmla="*/ 145 w 153"/>
              <a:gd name="T29" fmla="*/ 143 h 153"/>
              <a:gd name="T30" fmla="*/ 145 w 153"/>
              <a:gd name="T31" fmla="*/ 10 h 153"/>
              <a:gd name="T32" fmla="*/ 143 w 153"/>
              <a:gd name="T33" fmla="*/ 8 h 153"/>
              <a:gd name="T34" fmla="*/ 10 w 153"/>
              <a:gd name="T35" fmla="*/ 8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3" h="153">
                <a:moveTo>
                  <a:pt x="143" y="153"/>
                </a:moveTo>
                <a:cubicBezTo>
                  <a:pt x="10" y="153"/>
                  <a:pt x="10" y="153"/>
                  <a:pt x="10" y="153"/>
                </a:cubicBezTo>
                <a:cubicBezTo>
                  <a:pt x="5" y="153"/>
                  <a:pt x="0" y="148"/>
                  <a:pt x="0" y="143"/>
                </a:cubicBezTo>
                <a:cubicBezTo>
                  <a:pt x="0" y="10"/>
                  <a:pt x="0" y="10"/>
                  <a:pt x="0" y="10"/>
                </a:cubicBezTo>
                <a:cubicBezTo>
                  <a:pt x="0" y="4"/>
                  <a:pt x="5" y="0"/>
                  <a:pt x="10" y="0"/>
                </a:cubicBezTo>
                <a:cubicBezTo>
                  <a:pt x="143" y="0"/>
                  <a:pt x="143" y="0"/>
                  <a:pt x="143" y="0"/>
                </a:cubicBezTo>
                <a:cubicBezTo>
                  <a:pt x="149" y="0"/>
                  <a:pt x="153" y="4"/>
                  <a:pt x="153" y="10"/>
                </a:cubicBezTo>
                <a:cubicBezTo>
                  <a:pt x="153" y="143"/>
                  <a:pt x="153" y="143"/>
                  <a:pt x="153" y="143"/>
                </a:cubicBezTo>
                <a:cubicBezTo>
                  <a:pt x="153" y="148"/>
                  <a:pt x="149" y="153"/>
                  <a:pt x="143" y="153"/>
                </a:cubicBezTo>
                <a:close/>
                <a:moveTo>
                  <a:pt x="10" y="8"/>
                </a:moveTo>
                <a:cubicBezTo>
                  <a:pt x="9" y="8"/>
                  <a:pt x="8" y="9"/>
                  <a:pt x="8" y="10"/>
                </a:cubicBezTo>
                <a:cubicBezTo>
                  <a:pt x="8" y="143"/>
                  <a:pt x="8" y="143"/>
                  <a:pt x="8" y="143"/>
                </a:cubicBezTo>
                <a:cubicBezTo>
                  <a:pt x="8" y="144"/>
                  <a:pt x="9" y="145"/>
                  <a:pt x="10" y="145"/>
                </a:cubicBezTo>
                <a:cubicBezTo>
                  <a:pt x="143" y="145"/>
                  <a:pt x="143" y="145"/>
                  <a:pt x="143" y="145"/>
                </a:cubicBezTo>
                <a:cubicBezTo>
                  <a:pt x="144" y="145"/>
                  <a:pt x="145" y="144"/>
                  <a:pt x="145" y="143"/>
                </a:cubicBezTo>
                <a:cubicBezTo>
                  <a:pt x="145" y="10"/>
                  <a:pt x="145" y="10"/>
                  <a:pt x="145" y="10"/>
                </a:cubicBezTo>
                <a:cubicBezTo>
                  <a:pt x="145" y="9"/>
                  <a:pt x="144" y="8"/>
                  <a:pt x="143" y="8"/>
                </a:cubicBezTo>
                <a:lnTo>
                  <a:pt x="10" y="8"/>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7" name="Freeform 1172"/>
          <p:cNvSpPr>
            <a:spLocks noEditPoints="1"/>
          </p:cNvSpPr>
          <p:nvPr/>
        </p:nvSpPr>
        <p:spPr bwMode="auto">
          <a:xfrm>
            <a:off x="1111126" y="2525522"/>
            <a:ext cx="323757" cy="279069"/>
          </a:xfrm>
          <a:custGeom>
            <a:avLst/>
            <a:gdLst>
              <a:gd name="T0" fmla="*/ 78 w 177"/>
              <a:gd name="T1" fmla="*/ 153 h 153"/>
              <a:gd name="T2" fmla="*/ 73 w 177"/>
              <a:gd name="T3" fmla="*/ 150 h 153"/>
              <a:gd name="T4" fmla="*/ 72 w 177"/>
              <a:gd name="T5" fmla="*/ 146 h 153"/>
              <a:gd name="T6" fmla="*/ 72 w 177"/>
              <a:gd name="T7" fmla="*/ 89 h 153"/>
              <a:gd name="T8" fmla="*/ 11 w 177"/>
              <a:gd name="T9" fmla="*/ 150 h 153"/>
              <a:gd name="T10" fmla="*/ 5 w 177"/>
              <a:gd name="T11" fmla="*/ 153 h 153"/>
              <a:gd name="T12" fmla="*/ 0 w 177"/>
              <a:gd name="T13" fmla="*/ 146 h 153"/>
              <a:gd name="T14" fmla="*/ 0 w 177"/>
              <a:gd name="T15" fmla="*/ 7 h 153"/>
              <a:gd name="T16" fmla="*/ 5 w 177"/>
              <a:gd name="T17" fmla="*/ 0 h 153"/>
              <a:gd name="T18" fmla="*/ 11 w 177"/>
              <a:gd name="T19" fmla="*/ 2 h 153"/>
              <a:gd name="T20" fmla="*/ 72 w 177"/>
              <a:gd name="T21" fmla="*/ 64 h 153"/>
              <a:gd name="T22" fmla="*/ 72 w 177"/>
              <a:gd name="T23" fmla="*/ 7 h 153"/>
              <a:gd name="T24" fmla="*/ 78 w 177"/>
              <a:gd name="T25" fmla="*/ 0 h 153"/>
              <a:gd name="T26" fmla="*/ 83 w 177"/>
              <a:gd name="T27" fmla="*/ 2 h 153"/>
              <a:gd name="T28" fmla="*/ 144 w 177"/>
              <a:gd name="T29" fmla="*/ 64 h 153"/>
              <a:gd name="T30" fmla="*/ 144 w 177"/>
              <a:gd name="T31" fmla="*/ 10 h 153"/>
              <a:gd name="T32" fmla="*/ 155 w 177"/>
              <a:gd name="T33" fmla="*/ 0 h 153"/>
              <a:gd name="T34" fmla="*/ 167 w 177"/>
              <a:gd name="T35" fmla="*/ 0 h 153"/>
              <a:gd name="T36" fmla="*/ 177 w 177"/>
              <a:gd name="T37" fmla="*/ 10 h 153"/>
              <a:gd name="T38" fmla="*/ 177 w 177"/>
              <a:gd name="T39" fmla="*/ 143 h 153"/>
              <a:gd name="T40" fmla="*/ 167 w 177"/>
              <a:gd name="T41" fmla="*/ 153 h 153"/>
              <a:gd name="T42" fmla="*/ 155 w 177"/>
              <a:gd name="T43" fmla="*/ 153 h 153"/>
              <a:gd name="T44" fmla="*/ 144 w 177"/>
              <a:gd name="T45" fmla="*/ 143 h 153"/>
              <a:gd name="T46" fmla="*/ 144 w 177"/>
              <a:gd name="T47" fmla="*/ 89 h 153"/>
              <a:gd name="T48" fmla="*/ 83 w 177"/>
              <a:gd name="T49" fmla="*/ 150 h 153"/>
              <a:gd name="T50" fmla="*/ 78 w 177"/>
              <a:gd name="T51" fmla="*/ 153 h 153"/>
              <a:gd name="T52" fmla="*/ 152 w 177"/>
              <a:gd name="T53" fmla="*/ 93 h 153"/>
              <a:gd name="T54" fmla="*/ 152 w 177"/>
              <a:gd name="T55" fmla="*/ 143 h 153"/>
              <a:gd name="T56" fmla="*/ 155 w 177"/>
              <a:gd name="T57" fmla="*/ 145 h 153"/>
              <a:gd name="T58" fmla="*/ 167 w 177"/>
              <a:gd name="T59" fmla="*/ 145 h 153"/>
              <a:gd name="T60" fmla="*/ 169 w 177"/>
              <a:gd name="T61" fmla="*/ 143 h 153"/>
              <a:gd name="T62" fmla="*/ 169 w 177"/>
              <a:gd name="T63" fmla="*/ 10 h 153"/>
              <a:gd name="T64" fmla="*/ 167 w 177"/>
              <a:gd name="T65" fmla="*/ 8 h 153"/>
              <a:gd name="T66" fmla="*/ 155 w 177"/>
              <a:gd name="T67" fmla="*/ 8 h 153"/>
              <a:gd name="T68" fmla="*/ 152 w 177"/>
              <a:gd name="T69" fmla="*/ 10 h 153"/>
              <a:gd name="T70" fmla="*/ 152 w 177"/>
              <a:gd name="T71" fmla="*/ 93 h 153"/>
              <a:gd name="T72" fmla="*/ 80 w 177"/>
              <a:gd name="T73" fmla="*/ 59 h 153"/>
              <a:gd name="T74" fmla="*/ 80 w 177"/>
              <a:gd name="T75" fmla="*/ 142 h 153"/>
              <a:gd name="T76" fmla="*/ 144 w 177"/>
              <a:gd name="T77" fmla="*/ 78 h 153"/>
              <a:gd name="T78" fmla="*/ 145 w 177"/>
              <a:gd name="T79" fmla="*/ 77 h 153"/>
              <a:gd name="T80" fmla="*/ 145 w 177"/>
              <a:gd name="T81" fmla="*/ 76 h 153"/>
              <a:gd name="T82" fmla="*/ 145 w 177"/>
              <a:gd name="T83" fmla="*/ 75 h 153"/>
              <a:gd name="T84" fmla="*/ 144 w 177"/>
              <a:gd name="T85" fmla="*/ 75 h 153"/>
              <a:gd name="T86" fmla="*/ 80 w 177"/>
              <a:gd name="T87" fmla="*/ 10 h 153"/>
              <a:gd name="T88" fmla="*/ 80 w 177"/>
              <a:gd name="T89" fmla="*/ 59 h 153"/>
              <a:gd name="T90" fmla="*/ 8 w 177"/>
              <a:gd name="T91" fmla="*/ 10 h 153"/>
              <a:gd name="T92" fmla="*/ 8 w 177"/>
              <a:gd name="T93" fmla="*/ 142 h 153"/>
              <a:gd name="T94" fmla="*/ 72 w 177"/>
              <a:gd name="T95" fmla="*/ 78 h 153"/>
              <a:gd name="T96" fmla="*/ 72 w 177"/>
              <a:gd name="T97" fmla="*/ 77 h 153"/>
              <a:gd name="T98" fmla="*/ 73 w 177"/>
              <a:gd name="T99" fmla="*/ 76 h 153"/>
              <a:gd name="T100" fmla="*/ 72 w 177"/>
              <a:gd name="T101" fmla="*/ 75 h 153"/>
              <a:gd name="T102" fmla="*/ 72 w 177"/>
              <a:gd name="T103" fmla="*/ 75 h 153"/>
              <a:gd name="T104" fmla="*/ 8 w 177"/>
              <a:gd name="T105" fmla="*/ 1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7" h="153">
                <a:moveTo>
                  <a:pt x="78" y="153"/>
                </a:moveTo>
                <a:cubicBezTo>
                  <a:pt x="76" y="153"/>
                  <a:pt x="74" y="152"/>
                  <a:pt x="73" y="150"/>
                </a:cubicBezTo>
                <a:cubicBezTo>
                  <a:pt x="72" y="149"/>
                  <a:pt x="72" y="147"/>
                  <a:pt x="72" y="146"/>
                </a:cubicBezTo>
                <a:cubicBezTo>
                  <a:pt x="72" y="89"/>
                  <a:pt x="72" y="89"/>
                  <a:pt x="72" y="89"/>
                </a:cubicBezTo>
                <a:cubicBezTo>
                  <a:pt x="11" y="150"/>
                  <a:pt x="11" y="150"/>
                  <a:pt x="11" y="150"/>
                </a:cubicBezTo>
                <a:cubicBezTo>
                  <a:pt x="9" y="152"/>
                  <a:pt x="7" y="153"/>
                  <a:pt x="5" y="153"/>
                </a:cubicBezTo>
                <a:cubicBezTo>
                  <a:pt x="3" y="153"/>
                  <a:pt x="0" y="151"/>
                  <a:pt x="0" y="146"/>
                </a:cubicBezTo>
                <a:cubicBezTo>
                  <a:pt x="0" y="7"/>
                  <a:pt x="0" y="7"/>
                  <a:pt x="0" y="7"/>
                </a:cubicBezTo>
                <a:cubicBezTo>
                  <a:pt x="0" y="2"/>
                  <a:pt x="3" y="0"/>
                  <a:pt x="5" y="0"/>
                </a:cubicBezTo>
                <a:cubicBezTo>
                  <a:pt x="7" y="0"/>
                  <a:pt x="9" y="1"/>
                  <a:pt x="11" y="2"/>
                </a:cubicBezTo>
                <a:cubicBezTo>
                  <a:pt x="72" y="64"/>
                  <a:pt x="72" y="64"/>
                  <a:pt x="72" y="64"/>
                </a:cubicBezTo>
                <a:cubicBezTo>
                  <a:pt x="72" y="7"/>
                  <a:pt x="72" y="7"/>
                  <a:pt x="72" y="7"/>
                </a:cubicBezTo>
                <a:cubicBezTo>
                  <a:pt x="72" y="2"/>
                  <a:pt x="75" y="0"/>
                  <a:pt x="78" y="0"/>
                </a:cubicBezTo>
                <a:cubicBezTo>
                  <a:pt x="80" y="0"/>
                  <a:pt x="81" y="1"/>
                  <a:pt x="83" y="2"/>
                </a:cubicBezTo>
                <a:cubicBezTo>
                  <a:pt x="144" y="64"/>
                  <a:pt x="144" y="64"/>
                  <a:pt x="144" y="64"/>
                </a:cubicBezTo>
                <a:cubicBezTo>
                  <a:pt x="144" y="10"/>
                  <a:pt x="144" y="10"/>
                  <a:pt x="144" y="10"/>
                </a:cubicBezTo>
                <a:cubicBezTo>
                  <a:pt x="144" y="4"/>
                  <a:pt x="149" y="0"/>
                  <a:pt x="155" y="0"/>
                </a:cubicBezTo>
                <a:cubicBezTo>
                  <a:pt x="167" y="0"/>
                  <a:pt x="167" y="0"/>
                  <a:pt x="167" y="0"/>
                </a:cubicBezTo>
                <a:cubicBezTo>
                  <a:pt x="172" y="0"/>
                  <a:pt x="177" y="4"/>
                  <a:pt x="177" y="10"/>
                </a:cubicBezTo>
                <a:cubicBezTo>
                  <a:pt x="177" y="143"/>
                  <a:pt x="177" y="143"/>
                  <a:pt x="177" y="143"/>
                </a:cubicBezTo>
                <a:cubicBezTo>
                  <a:pt x="177" y="148"/>
                  <a:pt x="172" y="153"/>
                  <a:pt x="167" y="153"/>
                </a:cubicBezTo>
                <a:cubicBezTo>
                  <a:pt x="155" y="153"/>
                  <a:pt x="155" y="153"/>
                  <a:pt x="155" y="153"/>
                </a:cubicBezTo>
                <a:cubicBezTo>
                  <a:pt x="149" y="153"/>
                  <a:pt x="144" y="148"/>
                  <a:pt x="144" y="143"/>
                </a:cubicBezTo>
                <a:cubicBezTo>
                  <a:pt x="144" y="89"/>
                  <a:pt x="144" y="89"/>
                  <a:pt x="144" y="89"/>
                </a:cubicBezTo>
                <a:cubicBezTo>
                  <a:pt x="83" y="150"/>
                  <a:pt x="83" y="150"/>
                  <a:pt x="83" y="150"/>
                </a:cubicBezTo>
                <a:cubicBezTo>
                  <a:pt x="81" y="152"/>
                  <a:pt x="80" y="153"/>
                  <a:pt x="78" y="153"/>
                </a:cubicBezTo>
                <a:close/>
                <a:moveTo>
                  <a:pt x="152" y="93"/>
                </a:moveTo>
                <a:cubicBezTo>
                  <a:pt x="152" y="143"/>
                  <a:pt x="152" y="143"/>
                  <a:pt x="152" y="143"/>
                </a:cubicBezTo>
                <a:cubicBezTo>
                  <a:pt x="152" y="144"/>
                  <a:pt x="153" y="145"/>
                  <a:pt x="155" y="145"/>
                </a:cubicBezTo>
                <a:cubicBezTo>
                  <a:pt x="167" y="145"/>
                  <a:pt x="167" y="145"/>
                  <a:pt x="167" y="145"/>
                </a:cubicBezTo>
                <a:cubicBezTo>
                  <a:pt x="168" y="145"/>
                  <a:pt x="169" y="144"/>
                  <a:pt x="169" y="143"/>
                </a:cubicBezTo>
                <a:cubicBezTo>
                  <a:pt x="169" y="10"/>
                  <a:pt x="169" y="10"/>
                  <a:pt x="169" y="10"/>
                </a:cubicBezTo>
                <a:cubicBezTo>
                  <a:pt x="169" y="9"/>
                  <a:pt x="168" y="8"/>
                  <a:pt x="167" y="8"/>
                </a:cubicBezTo>
                <a:cubicBezTo>
                  <a:pt x="155" y="8"/>
                  <a:pt x="155" y="8"/>
                  <a:pt x="155" y="8"/>
                </a:cubicBezTo>
                <a:cubicBezTo>
                  <a:pt x="153" y="8"/>
                  <a:pt x="152" y="9"/>
                  <a:pt x="152" y="10"/>
                </a:cubicBezTo>
                <a:lnTo>
                  <a:pt x="152" y="93"/>
                </a:lnTo>
                <a:close/>
                <a:moveTo>
                  <a:pt x="80" y="59"/>
                </a:moveTo>
                <a:cubicBezTo>
                  <a:pt x="80" y="142"/>
                  <a:pt x="80" y="142"/>
                  <a:pt x="80" y="142"/>
                </a:cubicBezTo>
                <a:cubicBezTo>
                  <a:pt x="144" y="78"/>
                  <a:pt x="144" y="78"/>
                  <a:pt x="144" y="78"/>
                </a:cubicBezTo>
                <a:cubicBezTo>
                  <a:pt x="145" y="77"/>
                  <a:pt x="145" y="77"/>
                  <a:pt x="145" y="77"/>
                </a:cubicBezTo>
                <a:cubicBezTo>
                  <a:pt x="145" y="76"/>
                  <a:pt x="145" y="76"/>
                  <a:pt x="145" y="76"/>
                </a:cubicBezTo>
                <a:cubicBezTo>
                  <a:pt x="145" y="75"/>
                  <a:pt x="145" y="75"/>
                  <a:pt x="145" y="75"/>
                </a:cubicBezTo>
                <a:cubicBezTo>
                  <a:pt x="145" y="75"/>
                  <a:pt x="145" y="75"/>
                  <a:pt x="144" y="75"/>
                </a:cubicBezTo>
                <a:cubicBezTo>
                  <a:pt x="80" y="10"/>
                  <a:pt x="80" y="10"/>
                  <a:pt x="80" y="10"/>
                </a:cubicBezTo>
                <a:lnTo>
                  <a:pt x="80" y="59"/>
                </a:lnTo>
                <a:close/>
                <a:moveTo>
                  <a:pt x="8" y="10"/>
                </a:moveTo>
                <a:cubicBezTo>
                  <a:pt x="8" y="142"/>
                  <a:pt x="8" y="142"/>
                  <a:pt x="8" y="142"/>
                </a:cubicBezTo>
                <a:cubicBezTo>
                  <a:pt x="72" y="78"/>
                  <a:pt x="72" y="78"/>
                  <a:pt x="72" y="78"/>
                </a:cubicBezTo>
                <a:cubicBezTo>
                  <a:pt x="72" y="77"/>
                  <a:pt x="72" y="77"/>
                  <a:pt x="72" y="77"/>
                </a:cubicBezTo>
                <a:cubicBezTo>
                  <a:pt x="73" y="76"/>
                  <a:pt x="73" y="76"/>
                  <a:pt x="73" y="76"/>
                </a:cubicBezTo>
                <a:cubicBezTo>
                  <a:pt x="72" y="75"/>
                  <a:pt x="72" y="75"/>
                  <a:pt x="72" y="75"/>
                </a:cubicBezTo>
                <a:cubicBezTo>
                  <a:pt x="72" y="75"/>
                  <a:pt x="72" y="75"/>
                  <a:pt x="72" y="75"/>
                </a:cubicBezTo>
                <a:lnTo>
                  <a:pt x="8" y="10"/>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8" name="Freeform 1173"/>
          <p:cNvSpPr>
            <a:spLocks noEditPoints="1"/>
          </p:cNvSpPr>
          <p:nvPr/>
        </p:nvSpPr>
        <p:spPr bwMode="auto">
          <a:xfrm>
            <a:off x="1664652" y="2523920"/>
            <a:ext cx="190606" cy="279069"/>
          </a:xfrm>
          <a:custGeom>
            <a:avLst/>
            <a:gdLst>
              <a:gd name="T0" fmla="*/ 5 w 104"/>
              <a:gd name="T1" fmla="*/ 153 h 153"/>
              <a:gd name="T2" fmla="*/ 0 w 104"/>
              <a:gd name="T3" fmla="*/ 146 h 153"/>
              <a:gd name="T4" fmla="*/ 0 w 104"/>
              <a:gd name="T5" fmla="*/ 7 h 153"/>
              <a:gd name="T6" fmla="*/ 5 w 104"/>
              <a:gd name="T7" fmla="*/ 0 h 153"/>
              <a:gd name="T8" fmla="*/ 11 w 104"/>
              <a:gd name="T9" fmla="*/ 2 h 153"/>
              <a:gd name="T10" fmla="*/ 72 w 104"/>
              <a:gd name="T11" fmla="*/ 64 h 153"/>
              <a:gd name="T12" fmla="*/ 72 w 104"/>
              <a:gd name="T13" fmla="*/ 10 h 153"/>
              <a:gd name="T14" fmla="*/ 82 w 104"/>
              <a:gd name="T15" fmla="*/ 0 h 153"/>
              <a:gd name="T16" fmla="*/ 94 w 104"/>
              <a:gd name="T17" fmla="*/ 0 h 153"/>
              <a:gd name="T18" fmla="*/ 104 w 104"/>
              <a:gd name="T19" fmla="*/ 10 h 153"/>
              <a:gd name="T20" fmla="*/ 104 w 104"/>
              <a:gd name="T21" fmla="*/ 143 h 153"/>
              <a:gd name="T22" fmla="*/ 94 w 104"/>
              <a:gd name="T23" fmla="*/ 153 h 153"/>
              <a:gd name="T24" fmla="*/ 82 w 104"/>
              <a:gd name="T25" fmla="*/ 153 h 153"/>
              <a:gd name="T26" fmla="*/ 72 w 104"/>
              <a:gd name="T27" fmla="*/ 143 h 153"/>
              <a:gd name="T28" fmla="*/ 72 w 104"/>
              <a:gd name="T29" fmla="*/ 89 h 153"/>
              <a:gd name="T30" fmla="*/ 11 w 104"/>
              <a:gd name="T31" fmla="*/ 150 h 153"/>
              <a:gd name="T32" fmla="*/ 5 w 104"/>
              <a:gd name="T33" fmla="*/ 153 h 153"/>
              <a:gd name="T34" fmla="*/ 80 w 104"/>
              <a:gd name="T35" fmla="*/ 93 h 153"/>
              <a:gd name="T36" fmla="*/ 80 w 104"/>
              <a:gd name="T37" fmla="*/ 143 h 153"/>
              <a:gd name="T38" fmla="*/ 82 w 104"/>
              <a:gd name="T39" fmla="*/ 145 h 153"/>
              <a:gd name="T40" fmla="*/ 94 w 104"/>
              <a:gd name="T41" fmla="*/ 145 h 153"/>
              <a:gd name="T42" fmla="*/ 96 w 104"/>
              <a:gd name="T43" fmla="*/ 143 h 153"/>
              <a:gd name="T44" fmla="*/ 96 w 104"/>
              <a:gd name="T45" fmla="*/ 10 h 153"/>
              <a:gd name="T46" fmla="*/ 94 w 104"/>
              <a:gd name="T47" fmla="*/ 8 h 153"/>
              <a:gd name="T48" fmla="*/ 82 w 104"/>
              <a:gd name="T49" fmla="*/ 8 h 153"/>
              <a:gd name="T50" fmla="*/ 80 w 104"/>
              <a:gd name="T51" fmla="*/ 10 h 153"/>
              <a:gd name="T52" fmla="*/ 80 w 104"/>
              <a:gd name="T53" fmla="*/ 93 h 153"/>
              <a:gd name="T54" fmla="*/ 8 w 104"/>
              <a:gd name="T55" fmla="*/ 10 h 153"/>
              <a:gd name="T56" fmla="*/ 8 w 104"/>
              <a:gd name="T57" fmla="*/ 142 h 153"/>
              <a:gd name="T58" fmla="*/ 72 w 104"/>
              <a:gd name="T59" fmla="*/ 78 h 153"/>
              <a:gd name="T60" fmla="*/ 72 w 104"/>
              <a:gd name="T61" fmla="*/ 77 h 153"/>
              <a:gd name="T62" fmla="*/ 73 w 104"/>
              <a:gd name="T63" fmla="*/ 76 h 153"/>
              <a:gd name="T64" fmla="*/ 72 w 104"/>
              <a:gd name="T65" fmla="*/ 75 h 153"/>
              <a:gd name="T66" fmla="*/ 72 w 104"/>
              <a:gd name="T67" fmla="*/ 75 h 153"/>
              <a:gd name="T68" fmla="*/ 8 w 104"/>
              <a:gd name="T69" fmla="*/ 1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4" h="153">
                <a:moveTo>
                  <a:pt x="5" y="153"/>
                </a:moveTo>
                <a:cubicBezTo>
                  <a:pt x="2" y="153"/>
                  <a:pt x="0" y="151"/>
                  <a:pt x="0" y="146"/>
                </a:cubicBezTo>
                <a:cubicBezTo>
                  <a:pt x="0" y="7"/>
                  <a:pt x="0" y="7"/>
                  <a:pt x="0" y="7"/>
                </a:cubicBezTo>
                <a:cubicBezTo>
                  <a:pt x="0" y="2"/>
                  <a:pt x="2" y="0"/>
                  <a:pt x="5" y="0"/>
                </a:cubicBezTo>
                <a:cubicBezTo>
                  <a:pt x="7" y="0"/>
                  <a:pt x="9" y="1"/>
                  <a:pt x="11" y="2"/>
                </a:cubicBezTo>
                <a:cubicBezTo>
                  <a:pt x="72" y="64"/>
                  <a:pt x="72" y="64"/>
                  <a:pt x="72" y="64"/>
                </a:cubicBezTo>
                <a:cubicBezTo>
                  <a:pt x="72" y="10"/>
                  <a:pt x="72" y="10"/>
                  <a:pt x="72" y="10"/>
                </a:cubicBezTo>
                <a:cubicBezTo>
                  <a:pt x="72" y="4"/>
                  <a:pt x="76" y="0"/>
                  <a:pt x="82" y="0"/>
                </a:cubicBezTo>
                <a:cubicBezTo>
                  <a:pt x="94" y="0"/>
                  <a:pt x="94" y="0"/>
                  <a:pt x="94" y="0"/>
                </a:cubicBezTo>
                <a:cubicBezTo>
                  <a:pt x="100" y="0"/>
                  <a:pt x="104" y="4"/>
                  <a:pt x="104" y="10"/>
                </a:cubicBezTo>
                <a:cubicBezTo>
                  <a:pt x="104" y="143"/>
                  <a:pt x="104" y="143"/>
                  <a:pt x="104" y="143"/>
                </a:cubicBezTo>
                <a:cubicBezTo>
                  <a:pt x="104" y="148"/>
                  <a:pt x="100" y="153"/>
                  <a:pt x="94" y="153"/>
                </a:cubicBezTo>
                <a:cubicBezTo>
                  <a:pt x="82" y="153"/>
                  <a:pt x="82" y="153"/>
                  <a:pt x="82" y="153"/>
                </a:cubicBezTo>
                <a:cubicBezTo>
                  <a:pt x="76" y="153"/>
                  <a:pt x="72" y="148"/>
                  <a:pt x="72" y="143"/>
                </a:cubicBezTo>
                <a:cubicBezTo>
                  <a:pt x="72" y="89"/>
                  <a:pt x="72" y="89"/>
                  <a:pt x="72" y="89"/>
                </a:cubicBezTo>
                <a:cubicBezTo>
                  <a:pt x="11" y="150"/>
                  <a:pt x="11" y="150"/>
                  <a:pt x="11" y="150"/>
                </a:cubicBezTo>
                <a:cubicBezTo>
                  <a:pt x="9" y="152"/>
                  <a:pt x="7" y="153"/>
                  <a:pt x="5" y="153"/>
                </a:cubicBezTo>
                <a:close/>
                <a:moveTo>
                  <a:pt x="80" y="93"/>
                </a:moveTo>
                <a:cubicBezTo>
                  <a:pt x="80" y="143"/>
                  <a:pt x="80" y="143"/>
                  <a:pt x="80" y="143"/>
                </a:cubicBezTo>
                <a:cubicBezTo>
                  <a:pt x="80" y="144"/>
                  <a:pt x="81" y="145"/>
                  <a:pt x="82" y="145"/>
                </a:cubicBezTo>
                <a:cubicBezTo>
                  <a:pt x="94" y="145"/>
                  <a:pt x="94" y="145"/>
                  <a:pt x="94" y="145"/>
                </a:cubicBezTo>
                <a:cubicBezTo>
                  <a:pt x="95" y="145"/>
                  <a:pt x="96" y="144"/>
                  <a:pt x="96" y="143"/>
                </a:cubicBezTo>
                <a:cubicBezTo>
                  <a:pt x="96" y="10"/>
                  <a:pt x="96" y="10"/>
                  <a:pt x="96" y="10"/>
                </a:cubicBezTo>
                <a:cubicBezTo>
                  <a:pt x="96" y="9"/>
                  <a:pt x="95" y="8"/>
                  <a:pt x="94" y="8"/>
                </a:cubicBezTo>
                <a:cubicBezTo>
                  <a:pt x="82" y="8"/>
                  <a:pt x="82" y="8"/>
                  <a:pt x="82" y="8"/>
                </a:cubicBezTo>
                <a:cubicBezTo>
                  <a:pt x="81" y="8"/>
                  <a:pt x="80" y="9"/>
                  <a:pt x="80" y="10"/>
                </a:cubicBezTo>
                <a:lnTo>
                  <a:pt x="80" y="93"/>
                </a:lnTo>
                <a:close/>
                <a:moveTo>
                  <a:pt x="8" y="10"/>
                </a:moveTo>
                <a:cubicBezTo>
                  <a:pt x="8" y="142"/>
                  <a:pt x="8" y="142"/>
                  <a:pt x="8" y="142"/>
                </a:cubicBezTo>
                <a:cubicBezTo>
                  <a:pt x="72" y="78"/>
                  <a:pt x="72" y="78"/>
                  <a:pt x="72" y="78"/>
                </a:cubicBezTo>
                <a:cubicBezTo>
                  <a:pt x="72" y="77"/>
                  <a:pt x="72" y="77"/>
                  <a:pt x="72" y="77"/>
                </a:cubicBezTo>
                <a:cubicBezTo>
                  <a:pt x="73" y="76"/>
                  <a:pt x="73" y="76"/>
                  <a:pt x="73" y="76"/>
                </a:cubicBezTo>
                <a:cubicBezTo>
                  <a:pt x="72" y="75"/>
                  <a:pt x="72" y="75"/>
                  <a:pt x="72" y="75"/>
                </a:cubicBezTo>
                <a:cubicBezTo>
                  <a:pt x="72" y="75"/>
                  <a:pt x="72" y="75"/>
                  <a:pt x="72" y="75"/>
                </a:cubicBezTo>
                <a:lnTo>
                  <a:pt x="8" y="10"/>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9" name="Freeform 1174"/>
          <p:cNvSpPr>
            <a:spLocks noEditPoints="1"/>
          </p:cNvSpPr>
          <p:nvPr/>
        </p:nvSpPr>
        <p:spPr bwMode="auto">
          <a:xfrm>
            <a:off x="2103371" y="2540003"/>
            <a:ext cx="281805" cy="237117"/>
          </a:xfrm>
          <a:custGeom>
            <a:avLst/>
            <a:gdLst>
              <a:gd name="T0" fmla="*/ 143 w 154"/>
              <a:gd name="T1" fmla="*/ 130 h 130"/>
              <a:gd name="T2" fmla="*/ 11 w 154"/>
              <a:gd name="T3" fmla="*/ 130 h 130"/>
              <a:gd name="T4" fmla="*/ 1 w 154"/>
              <a:gd name="T5" fmla="*/ 120 h 130"/>
              <a:gd name="T6" fmla="*/ 1 w 154"/>
              <a:gd name="T7" fmla="*/ 95 h 130"/>
              <a:gd name="T8" fmla="*/ 11 w 154"/>
              <a:gd name="T9" fmla="*/ 85 h 130"/>
              <a:gd name="T10" fmla="*/ 143 w 154"/>
              <a:gd name="T11" fmla="*/ 85 h 130"/>
              <a:gd name="T12" fmla="*/ 153 w 154"/>
              <a:gd name="T13" fmla="*/ 95 h 130"/>
              <a:gd name="T14" fmla="*/ 153 w 154"/>
              <a:gd name="T15" fmla="*/ 120 h 130"/>
              <a:gd name="T16" fmla="*/ 143 w 154"/>
              <a:gd name="T17" fmla="*/ 130 h 130"/>
              <a:gd name="T18" fmla="*/ 11 w 154"/>
              <a:gd name="T19" fmla="*/ 93 h 130"/>
              <a:gd name="T20" fmla="*/ 9 w 154"/>
              <a:gd name="T21" fmla="*/ 95 h 130"/>
              <a:gd name="T22" fmla="*/ 9 w 154"/>
              <a:gd name="T23" fmla="*/ 120 h 130"/>
              <a:gd name="T24" fmla="*/ 11 w 154"/>
              <a:gd name="T25" fmla="*/ 122 h 130"/>
              <a:gd name="T26" fmla="*/ 143 w 154"/>
              <a:gd name="T27" fmla="*/ 122 h 130"/>
              <a:gd name="T28" fmla="*/ 145 w 154"/>
              <a:gd name="T29" fmla="*/ 120 h 130"/>
              <a:gd name="T30" fmla="*/ 145 w 154"/>
              <a:gd name="T31" fmla="*/ 95 h 130"/>
              <a:gd name="T32" fmla="*/ 143 w 154"/>
              <a:gd name="T33" fmla="*/ 93 h 130"/>
              <a:gd name="T34" fmla="*/ 11 w 154"/>
              <a:gd name="T35" fmla="*/ 93 h 130"/>
              <a:gd name="T36" fmla="*/ 146 w 154"/>
              <a:gd name="T37" fmla="*/ 81 h 130"/>
              <a:gd name="T38" fmla="*/ 8 w 154"/>
              <a:gd name="T39" fmla="*/ 81 h 130"/>
              <a:gd name="T40" fmla="*/ 1 w 154"/>
              <a:gd name="T41" fmla="*/ 78 h 130"/>
              <a:gd name="T42" fmla="*/ 3 w 154"/>
              <a:gd name="T43" fmla="*/ 70 h 130"/>
              <a:gd name="T44" fmla="*/ 70 w 154"/>
              <a:gd name="T45" fmla="*/ 3 h 130"/>
              <a:gd name="T46" fmla="*/ 84 w 154"/>
              <a:gd name="T47" fmla="*/ 3 h 130"/>
              <a:gd name="T48" fmla="*/ 151 w 154"/>
              <a:gd name="T49" fmla="*/ 70 h 130"/>
              <a:gd name="T50" fmla="*/ 153 w 154"/>
              <a:gd name="T51" fmla="*/ 78 h 130"/>
              <a:gd name="T52" fmla="*/ 146 w 154"/>
              <a:gd name="T53" fmla="*/ 81 h 130"/>
              <a:gd name="T54" fmla="*/ 11 w 154"/>
              <a:gd name="T55" fmla="*/ 73 h 130"/>
              <a:gd name="T56" fmla="*/ 143 w 154"/>
              <a:gd name="T57" fmla="*/ 73 h 130"/>
              <a:gd name="T58" fmla="*/ 78 w 154"/>
              <a:gd name="T59" fmla="*/ 9 h 130"/>
              <a:gd name="T60" fmla="*/ 76 w 154"/>
              <a:gd name="T61" fmla="*/ 9 h 130"/>
              <a:gd name="T62" fmla="*/ 11 w 154"/>
              <a:gd name="T63" fmla="*/ 73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4" h="130">
                <a:moveTo>
                  <a:pt x="143" y="130"/>
                </a:moveTo>
                <a:cubicBezTo>
                  <a:pt x="11" y="130"/>
                  <a:pt x="11" y="130"/>
                  <a:pt x="11" y="130"/>
                </a:cubicBezTo>
                <a:cubicBezTo>
                  <a:pt x="5" y="130"/>
                  <a:pt x="1" y="125"/>
                  <a:pt x="1" y="120"/>
                </a:cubicBezTo>
                <a:cubicBezTo>
                  <a:pt x="1" y="95"/>
                  <a:pt x="1" y="95"/>
                  <a:pt x="1" y="95"/>
                </a:cubicBezTo>
                <a:cubicBezTo>
                  <a:pt x="1" y="90"/>
                  <a:pt x="5" y="85"/>
                  <a:pt x="11" y="85"/>
                </a:cubicBezTo>
                <a:cubicBezTo>
                  <a:pt x="143" y="85"/>
                  <a:pt x="143" y="85"/>
                  <a:pt x="143" y="85"/>
                </a:cubicBezTo>
                <a:cubicBezTo>
                  <a:pt x="149" y="85"/>
                  <a:pt x="153" y="90"/>
                  <a:pt x="153" y="95"/>
                </a:cubicBezTo>
                <a:cubicBezTo>
                  <a:pt x="153" y="120"/>
                  <a:pt x="153" y="120"/>
                  <a:pt x="153" y="120"/>
                </a:cubicBezTo>
                <a:cubicBezTo>
                  <a:pt x="153" y="125"/>
                  <a:pt x="149" y="130"/>
                  <a:pt x="143" y="130"/>
                </a:cubicBezTo>
                <a:close/>
                <a:moveTo>
                  <a:pt x="11" y="93"/>
                </a:moveTo>
                <a:cubicBezTo>
                  <a:pt x="10" y="93"/>
                  <a:pt x="9" y="94"/>
                  <a:pt x="9" y="95"/>
                </a:cubicBezTo>
                <a:cubicBezTo>
                  <a:pt x="9" y="120"/>
                  <a:pt x="9" y="120"/>
                  <a:pt x="9" y="120"/>
                </a:cubicBezTo>
                <a:cubicBezTo>
                  <a:pt x="9" y="121"/>
                  <a:pt x="10" y="122"/>
                  <a:pt x="11" y="122"/>
                </a:cubicBezTo>
                <a:cubicBezTo>
                  <a:pt x="143" y="122"/>
                  <a:pt x="143" y="122"/>
                  <a:pt x="143" y="122"/>
                </a:cubicBezTo>
                <a:cubicBezTo>
                  <a:pt x="145" y="122"/>
                  <a:pt x="145" y="121"/>
                  <a:pt x="145" y="120"/>
                </a:cubicBezTo>
                <a:cubicBezTo>
                  <a:pt x="145" y="95"/>
                  <a:pt x="145" y="95"/>
                  <a:pt x="145" y="95"/>
                </a:cubicBezTo>
                <a:cubicBezTo>
                  <a:pt x="145" y="94"/>
                  <a:pt x="145" y="93"/>
                  <a:pt x="143" y="93"/>
                </a:cubicBezTo>
                <a:lnTo>
                  <a:pt x="11" y="93"/>
                </a:lnTo>
                <a:close/>
                <a:moveTo>
                  <a:pt x="146" y="81"/>
                </a:moveTo>
                <a:cubicBezTo>
                  <a:pt x="8" y="81"/>
                  <a:pt x="8" y="81"/>
                  <a:pt x="8" y="81"/>
                </a:cubicBezTo>
                <a:cubicBezTo>
                  <a:pt x="3" y="81"/>
                  <a:pt x="1" y="79"/>
                  <a:pt x="1" y="78"/>
                </a:cubicBezTo>
                <a:cubicBezTo>
                  <a:pt x="0" y="77"/>
                  <a:pt x="0" y="74"/>
                  <a:pt x="3" y="70"/>
                </a:cubicBezTo>
                <a:cubicBezTo>
                  <a:pt x="70" y="3"/>
                  <a:pt x="70" y="3"/>
                  <a:pt x="70" y="3"/>
                </a:cubicBezTo>
                <a:cubicBezTo>
                  <a:pt x="74" y="0"/>
                  <a:pt x="80" y="0"/>
                  <a:pt x="84" y="3"/>
                </a:cubicBezTo>
                <a:cubicBezTo>
                  <a:pt x="151" y="70"/>
                  <a:pt x="151" y="70"/>
                  <a:pt x="151" y="70"/>
                </a:cubicBezTo>
                <a:cubicBezTo>
                  <a:pt x="154" y="74"/>
                  <a:pt x="154" y="77"/>
                  <a:pt x="153" y="78"/>
                </a:cubicBezTo>
                <a:cubicBezTo>
                  <a:pt x="153" y="79"/>
                  <a:pt x="151" y="81"/>
                  <a:pt x="146" y="81"/>
                </a:cubicBezTo>
                <a:close/>
                <a:moveTo>
                  <a:pt x="11" y="73"/>
                </a:moveTo>
                <a:cubicBezTo>
                  <a:pt x="143" y="73"/>
                  <a:pt x="143" y="73"/>
                  <a:pt x="143" y="73"/>
                </a:cubicBezTo>
                <a:cubicBezTo>
                  <a:pt x="78" y="9"/>
                  <a:pt x="78" y="9"/>
                  <a:pt x="78" y="9"/>
                </a:cubicBezTo>
                <a:cubicBezTo>
                  <a:pt x="78" y="8"/>
                  <a:pt x="76" y="8"/>
                  <a:pt x="76" y="9"/>
                </a:cubicBezTo>
                <a:lnTo>
                  <a:pt x="11" y="73"/>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0" name="Freeform 1175"/>
          <p:cNvSpPr>
            <a:spLocks noEditPoints="1"/>
          </p:cNvSpPr>
          <p:nvPr/>
        </p:nvSpPr>
        <p:spPr bwMode="auto">
          <a:xfrm>
            <a:off x="2637796" y="2523920"/>
            <a:ext cx="189694" cy="282717"/>
          </a:xfrm>
          <a:custGeom>
            <a:avLst/>
            <a:gdLst>
              <a:gd name="T0" fmla="*/ 79 w 104"/>
              <a:gd name="T1" fmla="*/ 155 h 155"/>
              <a:gd name="T2" fmla="*/ 68 w 104"/>
              <a:gd name="T3" fmla="*/ 150 h 155"/>
              <a:gd name="T4" fmla="*/ 6 w 104"/>
              <a:gd name="T5" fmla="*/ 89 h 155"/>
              <a:gd name="T6" fmla="*/ 6 w 104"/>
              <a:gd name="T7" fmla="*/ 66 h 155"/>
              <a:gd name="T8" fmla="*/ 68 w 104"/>
              <a:gd name="T9" fmla="*/ 4 h 155"/>
              <a:gd name="T10" fmla="*/ 79 w 104"/>
              <a:gd name="T11" fmla="*/ 0 h 155"/>
              <a:gd name="T12" fmla="*/ 90 w 104"/>
              <a:gd name="T13" fmla="*/ 4 h 155"/>
              <a:gd name="T14" fmla="*/ 97 w 104"/>
              <a:gd name="T15" fmla="*/ 12 h 155"/>
              <a:gd name="T16" fmla="*/ 97 w 104"/>
              <a:gd name="T17" fmla="*/ 34 h 155"/>
              <a:gd name="T18" fmla="*/ 54 w 104"/>
              <a:gd name="T19" fmla="*/ 77 h 155"/>
              <a:gd name="T20" fmla="*/ 97 w 104"/>
              <a:gd name="T21" fmla="*/ 120 h 155"/>
              <a:gd name="T22" fmla="*/ 97 w 104"/>
              <a:gd name="T23" fmla="*/ 143 h 155"/>
              <a:gd name="T24" fmla="*/ 90 w 104"/>
              <a:gd name="T25" fmla="*/ 150 h 155"/>
              <a:gd name="T26" fmla="*/ 79 w 104"/>
              <a:gd name="T27" fmla="*/ 155 h 155"/>
              <a:gd name="T28" fmla="*/ 79 w 104"/>
              <a:gd name="T29" fmla="*/ 8 h 155"/>
              <a:gd name="T30" fmla="*/ 73 w 104"/>
              <a:gd name="T31" fmla="*/ 10 h 155"/>
              <a:gd name="T32" fmla="*/ 12 w 104"/>
              <a:gd name="T33" fmla="*/ 71 h 155"/>
              <a:gd name="T34" fmla="*/ 12 w 104"/>
              <a:gd name="T35" fmla="*/ 83 h 155"/>
              <a:gd name="T36" fmla="*/ 73 w 104"/>
              <a:gd name="T37" fmla="*/ 144 h 155"/>
              <a:gd name="T38" fmla="*/ 85 w 104"/>
              <a:gd name="T39" fmla="*/ 144 h 155"/>
              <a:gd name="T40" fmla="*/ 92 w 104"/>
              <a:gd name="T41" fmla="*/ 137 h 155"/>
              <a:gd name="T42" fmla="*/ 92 w 104"/>
              <a:gd name="T43" fmla="*/ 126 h 155"/>
              <a:gd name="T44" fmla="*/ 43 w 104"/>
              <a:gd name="T45" fmla="*/ 77 h 155"/>
              <a:gd name="T46" fmla="*/ 92 w 104"/>
              <a:gd name="T47" fmla="*/ 29 h 155"/>
              <a:gd name="T48" fmla="*/ 92 w 104"/>
              <a:gd name="T49" fmla="*/ 17 h 155"/>
              <a:gd name="T50" fmla="*/ 85 w 104"/>
              <a:gd name="T51" fmla="*/ 10 h 155"/>
              <a:gd name="T52" fmla="*/ 79 w 104"/>
              <a:gd name="T53" fmla="*/ 8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4" h="155">
                <a:moveTo>
                  <a:pt x="79" y="155"/>
                </a:moveTo>
                <a:cubicBezTo>
                  <a:pt x="75" y="155"/>
                  <a:pt x="71" y="153"/>
                  <a:pt x="68" y="150"/>
                </a:cubicBezTo>
                <a:cubicBezTo>
                  <a:pt x="6" y="89"/>
                  <a:pt x="6" y="89"/>
                  <a:pt x="6" y="89"/>
                </a:cubicBezTo>
                <a:cubicBezTo>
                  <a:pt x="0" y="82"/>
                  <a:pt x="0" y="72"/>
                  <a:pt x="6" y="66"/>
                </a:cubicBezTo>
                <a:cubicBezTo>
                  <a:pt x="68" y="4"/>
                  <a:pt x="68" y="4"/>
                  <a:pt x="68" y="4"/>
                </a:cubicBezTo>
                <a:cubicBezTo>
                  <a:pt x="71" y="1"/>
                  <a:pt x="75" y="0"/>
                  <a:pt x="79" y="0"/>
                </a:cubicBezTo>
                <a:cubicBezTo>
                  <a:pt x="83" y="0"/>
                  <a:pt x="87" y="1"/>
                  <a:pt x="90" y="4"/>
                </a:cubicBezTo>
                <a:cubicBezTo>
                  <a:pt x="97" y="12"/>
                  <a:pt x="97" y="12"/>
                  <a:pt x="97" y="12"/>
                </a:cubicBezTo>
                <a:cubicBezTo>
                  <a:pt x="104" y="18"/>
                  <a:pt x="104" y="28"/>
                  <a:pt x="97" y="34"/>
                </a:cubicBezTo>
                <a:cubicBezTo>
                  <a:pt x="54" y="77"/>
                  <a:pt x="54" y="77"/>
                  <a:pt x="54" y="77"/>
                </a:cubicBezTo>
                <a:cubicBezTo>
                  <a:pt x="97" y="120"/>
                  <a:pt x="97" y="120"/>
                  <a:pt x="97" y="120"/>
                </a:cubicBezTo>
                <a:cubicBezTo>
                  <a:pt x="104" y="126"/>
                  <a:pt x="104" y="137"/>
                  <a:pt x="97" y="143"/>
                </a:cubicBezTo>
                <a:cubicBezTo>
                  <a:pt x="90" y="150"/>
                  <a:pt x="90" y="150"/>
                  <a:pt x="90" y="150"/>
                </a:cubicBezTo>
                <a:cubicBezTo>
                  <a:pt x="87" y="153"/>
                  <a:pt x="83" y="155"/>
                  <a:pt x="79" y="155"/>
                </a:cubicBezTo>
                <a:close/>
                <a:moveTo>
                  <a:pt x="79" y="8"/>
                </a:moveTo>
                <a:cubicBezTo>
                  <a:pt x="77" y="8"/>
                  <a:pt x="75" y="9"/>
                  <a:pt x="73" y="10"/>
                </a:cubicBezTo>
                <a:cubicBezTo>
                  <a:pt x="12" y="71"/>
                  <a:pt x="12" y="71"/>
                  <a:pt x="12" y="71"/>
                </a:cubicBezTo>
                <a:cubicBezTo>
                  <a:pt x="9" y="75"/>
                  <a:pt x="9" y="80"/>
                  <a:pt x="12" y="83"/>
                </a:cubicBezTo>
                <a:cubicBezTo>
                  <a:pt x="73" y="144"/>
                  <a:pt x="73" y="144"/>
                  <a:pt x="73" y="144"/>
                </a:cubicBezTo>
                <a:cubicBezTo>
                  <a:pt x="76" y="147"/>
                  <a:pt x="82" y="147"/>
                  <a:pt x="85" y="144"/>
                </a:cubicBezTo>
                <a:cubicBezTo>
                  <a:pt x="92" y="137"/>
                  <a:pt x="92" y="137"/>
                  <a:pt x="92" y="137"/>
                </a:cubicBezTo>
                <a:cubicBezTo>
                  <a:pt x="95" y="134"/>
                  <a:pt x="95" y="129"/>
                  <a:pt x="92" y="126"/>
                </a:cubicBezTo>
                <a:cubicBezTo>
                  <a:pt x="43" y="77"/>
                  <a:pt x="43" y="77"/>
                  <a:pt x="43" y="77"/>
                </a:cubicBezTo>
                <a:cubicBezTo>
                  <a:pt x="92" y="29"/>
                  <a:pt x="92" y="29"/>
                  <a:pt x="92" y="29"/>
                </a:cubicBezTo>
                <a:cubicBezTo>
                  <a:pt x="95" y="26"/>
                  <a:pt x="95" y="20"/>
                  <a:pt x="92" y="17"/>
                </a:cubicBezTo>
                <a:cubicBezTo>
                  <a:pt x="85" y="10"/>
                  <a:pt x="85" y="10"/>
                  <a:pt x="85" y="10"/>
                </a:cubicBezTo>
                <a:cubicBezTo>
                  <a:pt x="83" y="9"/>
                  <a:pt x="81" y="8"/>
                  <a:pt x="79" y="8"/>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1" name="Freeform 1176"/>
          <p:cNvSpPr>
            <a:spLocks noEditPoints="1"/>
          </p:cNvSpPr>
          <p:nvPr/>
        </p:nvSpPr>
        <p:spPr bwMode="auto">
          <a:xfrm>
            <a:off x="3109165" y="2528246"/>
            <a:ext cx="182398" cy="282717"/>
          </a:xfrm>
          <a:custGeom>
            <a:avLst/>
            <a:gdLst>
              <a:gd name="T0" fmla="*/ 23 w 100"/>
              <a:gd name="T1" fmla="*/ 155 h 155"/>
              <a:gd name="T2" fmla="*/ 11 w 100"/>
              <a:gd name="T3" fmla="*/ 150 h 155"/>
              <a:gd name="T4" fmla="*/ 4 w 100"/>
              <a:gd name="T5" fmla="*/ 143 h 155"/>
              <a:gd name="T6" fmla="*/ 0 w 100"/>
              <a:gd name="T7" fmla="*/ 132 h 155"/>
              <a:gd name="T8" fmla="*/ 4 w 100"/>
              <a:gd name="T9" fmla="*/ 120 h 155"/>
              <a:gd name="T10" fmla="*/ 47 w 100"/>
              <a:gd name="T11" fmla="*/ 77 h 155"/>
              <a:gd name="T12" fmla="*/ 4 w 100"/>
              <a:gd name="T13" fmla="*/ 34 h 155"/>
              <a:gd name="T14" fmla="*/ 0 w 100"/>
              <a:gd name="T15" fmla="*/ 23 h 155"/>
              <a:gd name="T16" fmla="*/ 4 w 100"/>
              <a:gd name="T17" fmla="*/ 12 h 155"/>
              <a:gd name="T18" fmla="*/ 11 w 100"/>
              <a:gd name="T19" fmla="*/ 5 h 155"/>
              <a:gd name="T20" fmla="*/ 23 w 100"/>
              <a:gd name="T21" fmla="*/ 0 h 155"/>
              <a:gd name="T22" fmla="*/ 34 w 100"/>
              <a:gd name="T23" fmla="*/ 5 h 155"/>
              <a:gd name="T24" fmla="*/ 95 w 100"/>
              <a:gd name="T25" fmla="*/ 66 h 155"/>
              <a:gd name="T26" fmla="*/ 100 w 100"/>
              <a:gd name="T27" fmla="*/ 77 h 155"/>
              <a:gd name="T28" fmla="*/ 96 w 100"/>
              <a:gd name="T29" fmla="*/ 89 h 155"/>
              <a:gd name="T30" fmla="*/ 34 w 100"/>
              <a:gd name="T31" fmla="*/ 150 h 155"/>
              <a:gd name="T32" fmla="*/ 23 w 100"/>
              <a:gd name="T33" fmla="*/ 155 h 155"/>
              <a:gd name="T34" fmla="*/ 23 w 100"/>
              <a:gd name="T35" fmla="*/ 8 h 155"/>
              <a:gd name="T36" fmla="*/ 17 w 100"/>
              <a:gd name="T37" fmla="*/ 10 h 155"/>
              <a:gd name="T38" fmla="*/ 10 w 100"/>
              <a:gd name="T39" fmla="*/ 17 h 155"/>
              <a:gd name="T40" fmla="*/ 8 w 100"/>
              <a:gd name="T41" fmla="*/ 23 h 155"/>
              <a:gd name="T42" fmla="*/ 10 w 100"/>
              <a:gd name="T43" fmla="*/ 29 h 155"/>
              <a:gd name="T44" fmla="*/ 59 w 100"/>
              <a:gd name="T45" fmla="*/ 77 h 155"/>
              <a:gd name="T46" fmla="*/ 10 w 100"/>
              <a:gd name="T47" fmla="*/ 126 h 155"/>
              <a:gd name="T48" fmla="*/ 8 w 100"/>
              <a:gd name="T49" fmla="*/ 132 h 155"/>
              <a:gd name="T50" fmla="*/ 10 w 100"/>
              <a:gd name="T51" fmla="*/ 137 h 155"/>
              <a:gd name="T52" fmla="*/ 17 w 100"/>
              <a:gd name="T53" fmla="*/ 144 h 155"/>
              <a:gd name="T54" fmla="*/ 28 w 100"/>
              <a:gd name="T55" fmla="*/ 144 h 155"/>
              <a:gd name="T56" fmla="*/ 90 w 100"/>
              <a:gd name="T57" fmla="*/ 83 h 155"/>
              <a:gd name="T58" fmla="*/ 92 w 100"/>
              <a:gd name="T59" fmla="*/ 77 h 155"/>
              <a:gd name="T60" fmla="*/ 90 w 100"/>
              <a:gd name="T61" fmla="*/ 72 h 155"/>
              <a:gd name="T62" fmla="*/ 28 w 100"/>
              <a:gd name="T63" fmla="*/ 10 h 155"/>
              <a:gd name="T64" fmla="*/ 23 w 100"/>
              <a:gd name="T65" fmla="*/ 8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0" h="155">
                <a:moveTo>
                  <a:pt x="23" y="155"/>
                </a:moveTo>
                <a:cubicBezTo>
                  <a:pt x="18" y="155"/>
                  <a:pt x="14" y="153"/>
                  <a:pt x="11" y="150"/>
                </a:cubicBezTo>
                <a:cubicBezTo>
                  <a:pt x="4" y="143"/>
                  <a:pt x="4" y="143"/>
                  <a:pt x="4" y="143"/>
                </a:cubicBezTo>
                <a:cubicBezTo>
                  <a:pt x="1" y="140"/>
                  <a:pt x="0" y="136"/>
                  <a:pt x="0" y="132"/>
                </a:cubicBezTo>
                <a:cubicBezTo>
                  <a:pt x="0" y="127"/>
                  <a:pt x="1" y="123"/>
                  <a:pt x="4" y="120"/>
                </a:cubicBezTo>
                <a:cubicBezTo>
                  <a:pt x="47" y="77"/>
                  <a:pt x="47" y="77"/>
                  <a:pt x="47" y="77"/>
                </a:cubicBezTo>
                <a:cubicBezTo>
                  <a:pt x="4" y="34"/>
                  <a:pt x="4" y="34"/>
                  <a:pt x="4" y="34"/>
                </a:cubicBezTo>
                <a:cubicBezTo>
                  <a:pt x="1" y="31"/>
                  <a:pt x="0" y="27"/>
                  <a:pt x="0" y="23"/>
                </a:cubicBezTo>
                <a:cubicBezTo>
                  <a:pt x="0" y="19"/>
                  <a:pt x="1" y="15"/>
                  <a:pt x="4" y="12"/>
                </a:cubicBezTo>
                <a:cubicBezTo>
                  <a:pt x="11" y="5"/>
                  <a:pt x="11" y="5"/>
                  <a:pt x="11" y="5"/>
                </a:cubicBezTo>
                <a:cubicBezTo>
                  <a:pt x="14" y="2"/>
                  <a:pt x="18" y="0"/>
                  <a:pt x="23" y="0"/>
                </a:cubicBezTo>
                <a:cubicBezTo>
                  <a:pt x="27" y="0"/>
                  <a:pt x="31" y="2"/>
                  <a:pt x="34" y="5"/>
                </a:cubicBezTo>
                <a:cubicBezTo>
                  <a:pt x="95" y="66"/>
                  <a:pt x="95" y="66"/>
                  <a:pt x="95" y="66"/>
                </a:cubicBezTo>
                <a:cubicBezTo>
                  <a:pt x="98" y="69"/>
                  <a:pt x="100" y="73"/>
                  <a:pt x="100" y="77"/>
                </a:cubicBezTo>
                <a:cubicBezTo>
                  <a:pt x="100" y="81"/>
                  <a:pt x="98" y="86"/>
                  <a:pt x="96" y="89"/>
                </a:cubicBezTo>
                <a:cubicBezTo>
                  <a:pt x="34" y="150"/>
                  <a:pt x="34" y="150"/>
                  <a:pt x="34" y="150"/>
                </a:cubicBezTo>
                <a:cubicBezTo>
                  <a:pt x="31" y="153"/>
                  <a:pt x="27" y="155"/>
                  <a:pt x="23" y="155"/>
                </a:cubicBezTo>
                <a:close/>
                <a:moveTo>
                  <a:pt x="23" y="8"/>
                </a:moveTo>
                <a:cubicBezTo>
                  <a:pt x="21" y="8"/>
                  <a:pt x="19" y="9"/>
                  <a:pt x="17" y="10"/>
                </a:cubicBezTo>
                <a:cubicBezTo>
                  <a:pt x="10" y="17"/>
                  <a:pt x="10" y="17"/>
                  <a:pt x="10" y="17"/>
                </a:cubicBezTo>
                <a:cubicBezTo>
                  <a:pt x="8" y="19"/>
                  <a:pt x="8" y="21"/>
                  <a:pt x="8" y="23"/>
                </a:cubicBezTo>
                <a:cubicBezTo>
                  <a:pt x="8" y="25"/>
                  <a:pt x="8" y="27"/>
                  <a:pt x="10" y="29"/>
                </a:cubicBezTo>
                <a:cubicBezTo>
                  <a:pt x="59" y="77"/>
                  <a:pt x="59" y="77"/>
                  <a:pt x="59" y="77"/>
                </a:cubicBezTo>
                <a:cubicBezTo>
                  <a:pt x="10" y="126"/>
                  <a:pt x="10" y="126"/>
                  <a:pt x="10" y="126"/>
                </a:cubicBezTo>
                <a:cubicBezTo>
                  <a:pt x="8" y="127"/>
                  <a:pt x="8" y="129"/>
                  <a:pt x="8" y="132"/>
                </a:cubicBezTo>
                <a:cubicBezTo>
                  <a:pt x="8" y="134"/>
                  <a:pt x="8" y="136"/>
                  <a:pt x="10" y="137"/>
                </a:cubicBezTo>
                <a:cubicBezTo>
                  <a:pt x="17" y="144"/>
                  <a:pt x="17" y="144"/>
                  <a:pt x="17" y="144"/>
                </a:cubicBezTo>
                <a:cubicBezTo>
                  <a:pt x="20" y="147"/>
                  <a:pt x="25" y="147"/>
                  <a:pt x="28" y="144"/>
                </a:cubicBezTo>
                <a:cubicBezTo>
                  <a:pt x="90" y="83"/>
                  <a:pt x="90" y="83"/>
                  <a:pt x="90" y="83"/>
                </a:cubicBezTo>
                <a:cubicBezTo>
                  <a:pt x="91" y="81"/>
                  <a:pt x="92" y="79"/>
                  <a:pt x="92" y="77"/>
                </a:cubicBezTo>
                <a:cubicBezTo>
                  <a:pt x="92" y="75"/>
                  <a:pt x="91" y="73"/>
                  <a:pt x="90" y="72"/>
                </a:cubicBezTo>
                <a:cubicBezTo>
                  <a:pt x="28" y="10"/>
                  <a:pt x="28" y="10"/>
                  <a:pt x="28" y="10"/>
                </a:cubicBezTo>
                <a:cubicBezTo>
                  <a:pt x="27" y="9"/>
                  <a:pt x="25" y="8"/>
                  <a:pt x="23" y="8"/>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2" name="Freeform 1177"/>
          <p:cNvSpPr>
            <a:spLocks noEditPoints="1"/>
          </p:cNvSpPr>
          <p:nvPr/>
        </p:nvSpPr>
        <p:spPr bwMode="auto">
          <a:xfrm>
            <a:off x="3059918" y="3037137"/>
            <a:ext cx="280893" cy="269037"/>
          </a:xfrm>
          <a:custGeom>
            <a:avLst/>
            <a:gdLst>
              <a:gd name="T0" fmla="*/ 83 w 154"/>
              <a:gd name="T1" fmla="*/ 147 h 147"/>
              <a:gd name="T2" fmla="*/ 71 w 154"/>
              <a:gd name="T3" fmla="*/ 147 h 147"/>
              <a:gd name="T4" fmla="*/ 55 w 154"/>
              <a:gd name="T5" fmla="*/ 132 h 147"/>
              <a:gd name="T6" fmla="*/ 55 w 154"/>
              <a:gd name="T7" fmla="*/ 75 h 147"/>
              <a:gd name="T8" fmla="*/ 34 w 154"/>
              <a:gd name="T9" fmla="*/ 96 h 147"/>
              <a:gd name="T10" fmla="*/ 23 w 154"/>
              <a:gd name="T11" fmla="*/ 100 h 147"/>
              <a:gd name="T12" fmla="*/ 11 w 154"/>
              <a:gd name="T13" fmla="*/ 96 h 147"/>
              <a:gd name="T14" fmla="*/ 4 w 154"/>
              <a:gd name="T15" fmla="*/ 89 h 147"/>
              <a:gd name="T16" fmla="*/ 0 w 154"/>
              <a:gd name="T17" fmla="*/ 77 h 147"/>
              <a:gd name="T18" fmla="*/ 4 w 154"/>
              <a:gd name="T19" fmla="*/ 66 h 147"/>
              <a:gd name="T20" fmla="*/ 66 w 154"/>
              <a:gd name="T21" fmla="*/ 5 h 147"/>
              <a:gd name="T22" fmla="*/ 77 w 154"/>
              <a:gd name="T23" fmla="*/ 0 h 147"/>
              <a:gd name="T24" fmla="*/ 88 w 154"/>
              <a:gd name="T25" fmla="*/ 5 h 147"/>
              <a:gd name="T26" fmla="*/ 150 w 154"/>
              <a:gd name="T27" fmla="*/ 66 h 147"/>
              <a:gd name="T28" fmla="*/ 154 w 154"/>
              <a:gd name="T29" fmla="*/ 77 h 147"/>
              <a:gd name="T30" fmla="*/ 150 w 154"/>
              <a:gd name="T31" fmla="*/ 89 h 147"/>
              <a:gd name="T32" fmla="*/ 143 w 154"/>
              <a:gd name="T33" fmla="*/ 96 h 147"/>
              <a:gd name="T34" fmla="*/ 131 w 154"/>
              <a:gd name="T35" fmla="*/ 100 h 147"/>
              <a:gd name="T36" fmla="*/ 120 w 154"/>
              <a:gd name="T37" fmla="*/ 96 h 147"/>
              <a:gd name="T38" fmla="*/ 99 w 154"/>
              <a:gd name="T39" fmla="*/ 75 h 147"/>
              <a:gd name="T40" fmla="*/ 99 w 154"/>
              <a:gd name="T41" fmla="*/ 132 h 147"/>
              <a:gd name="T42" fmla="*/ 83 w 154"/>
              <a:gd name="T43" fmla="*/ 147 h 147"/>
              <a:gd name="T44" fmla="*/ 63 w 154"/>
              <a:gd name="T45" fmla="*/ 56 h 147"/>
              <a:gd name="T46" fmla="*/ 63 w 154"/>
              <a:gd name="T47" fmla="*/ 132 h 147"/>
              <a:gd name="T48" fmla="*/ 71 w 154"/>
              <a:gd name="T49" fmla="*/ 139 h 147"/>
              <a:gd name="T50" fmla="*/ 83 w 154"/>
              <a:gd name="T51" fmla="*/ 139 h 147"/>
              <a:gd name="T52" fmla="*/ 91 w 154"/>
              <a:gd name="T53" fmla="*/ 132 h 147"/>
              <a:gd name="T54" fmla="*/ 91 w 154"/>
              <a:gd name="T55" fmla="*/ 56 h 147"/>
              <a:gd name="T56" fmla="*/ 126 w 154"/>
              <a:gd name="T57" fmla="*/ 90 h 147"/>
              <a:gd name="T58" fmla="*/ 137 w 154"/>
              <a:gd name="T59" fmla="*/ 90 h 147"/>
              <a:gd name="T60" fmla="*/ 144 w 154"/>
              <a:gd name="T61" fmla="*/ 83 h 147"/>
              <a:gd name="T62" fmla="*/ 146 w 154"/>
              <a:gd name="T63" fmla="*/ 77 h 147"/>
              <a:gd name="T64" fmla="*/ 144 w 154"/>
              <a:gd name="T65" fmla="*/ 72 h 147"/>
              <a:gd name="T66" fmla="*/ 83 w 154"/>
              <a:gd name="T67" fmla="*/ 10 h 147"/>
              <a:gd name="T68" fmla="*/ 71 w 154"/>
              <a:gd name="T69" fmla="*/ 10 h 147"/>
              <a:gd name="T70" fmla="*/ 10 w 154"/>
              <a:gd name="T71" fmla="*/ 72 h 147"/>
              <a:gd name="T72" fmla="*/ 8 w 154"/>
              <a:gd name="T73" fmla="*/ 77 h 147"/>
              <a:gd name="T74" fmla="*/ 10 w 154"/>
              <a:gd name="T75" fmla="*/ 83 h 147"/>
              <a:gd name="T76" fmla="*/ 17 w 154"/>
              <a:gd name="T77" fmla="*/ 90 h 147"/>
              <a:gd name="T78" fmla="*/ 28 w 154"/>
              <a:gd name="T79" fmla="*/ 90 h 147"/>
              <a:gd name="T80" fmla="*/ 63 w 154"/>
              <a:gd name="T81" fmla="*/ 5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4" h="147">
                <a:moveTo>
                  <a:pt x="83" y="147"/>
                </a:moveTo>
                <a:cubicBezTo>
                  <a:pt x="71" y="147"/>
                  <a:pt x="71" y="147"/>
                  <a:pt x="71" y="147"/>
                </a:cubicBezTo>
                <a:cubicBezTo>
                  <a:pt x="62" y="147"/>
                  <a:pt x="55" y="140"/>
                  <a:pt x="55" y="132"/>
                </a:cubicBezTo>
                <a:cubicBezTo>
                  <a:pt x="55" y="75"/>
                  <a:pt x="55" y="75"/>
                  <a:pt x="55" y="75"/>
                </a:cubicBezTo>
                <a:cubicBezTo>
                  <a:pt x="34" y="96"/>
                  <a:pt x="34" y="96"/>
                  <a:pt x="34" y="96"/>
                </a:cubicBezTo>
                <a:cubicBezTo>
                  <a:pt x="31" y="99"/>
                  <a:pt x="27" y="100"/>
                  <a:pt x="23" y="100"/>
                </a:cubicBezTo>
                <a:cubicBezTo>
                  <a:pt x="18" y="100"/>
                  <a:pt x="14" y="99"/>
                  <a:pt x="11" y="96"/>
                </a:cubicBezTo>
                <a:cubicBezTo>
                  <a:pt x="4" y="89"/>
                  <a:pt x="4" y="89"/>
                  <a:pt x="4" y="89"/>
                </a:cubicBezTo>
                <a:cubicBezTo>
                  <a:pt x="1" y="86"/>
                  <a:pt x="0" y="82"/>
                  <a:pt x="0" y="77"/>
                </a:cubicBezTo>
                <a:cubicBezTo>
                  <a:pt x="0" y="73"/>
                  <a:pt x="1" y="69"/>
                  <a:pt x="4" y="66"/>
                </a:cubicBezTo>
                <a:cubicBezTo>
                  <a:pt x="66" y="5"/>
                  <a:pt x="66" y="5"/>
                  <a:pt x="66" y="5"/>
                </a:cubicBezTo>
                <a:cubicBezTo>
                  <a:pt x="68" y="2"/>
                  <a:pt x="73" y="0"/>
                  <a:pt x="77" y="0"/>
                </a:cubicBezTo>
                <a:cubicBezTo>
                  <a:pt x="81" y="0"/>
                  <a:pt x="85" y="2"/>
                  <a:pt x="88" y="5"/>
                </a:cubicBezTo>
                <a:cubicBezTo>
                  <a:pt x="150" y="66"/>
                  <a:pt x="150" y="66"/>
                  <a:pt x="150" y="66"/>
                </a:cubicBezTo>
                <a:cubicBezTo>
                  <a:pt x="153" y="69"/>
                  <a:pt x="154" y="73"/>
                  <a:pt x="154" y="77"/>
                </a:cubicBezTo>
                <a:cubicBezTo>
                  <a:pt x="154" y="82"/>
                  <a:pt x="153" y="86"/>
                  <a:pt x="150" y="89"/>
                </a:cubicBezTo>
                <a:cubicBezTo>
                  <a:pt x="143" y="96"/>
                  <a:pt x="143" y="96"/>
                  <a:pt x="143" y="96"/>
                </a:cubicBezTo>
                <a:cubicBezTo>
                  <a:pt x="140" y="99"/>
                  <a:pt x="136" y="100"/>
                  <a:pt x="131" y="100"/>
                </a:cubicBezTo>
                <a:cubicBezTo>
                  <a:pt x="127" y="100"/>
                  <a:pt x="123" y="99"/>
                  <a:pt x="120" y="96"/>
                </a:cubicBezTo>
                <a:cubicBezTo>
                  <a:pt x="99" y="75"/>
                  <a:pt x="99" y="75"/>
                  <a:pt x="99" y="75"/>
                </a:cubicBezTo>
                <a:cubicBezTo>
                  <a:pt x="99" y="132"/>
                  <a:pt x="99" y="132"/>
                  <a:pt x="99" y="132"/>
                </a:cubicBezTo>
                <a:cubicBezTo>
                  <a:pt x="99" y="140"/>
                  <a:pt x="92" y="147"/>
                  <a:pt x="83" y="147"/>
                </a:cubicBezTo>
                <a:close/>
                <a:moveTo>
                  <a:pt x="63" y="56"/>
                </a:moveTo>
                <a:cubicBezTo>
                  <a:pt x="63" y="132"/>
                  <a:pt x="63" y="132"/>
                  <a:pt x="63" y="132"/>
                </a:cubicBezTo>
                <a:cubicBezTo>
                  <a:pt x="63" y="136"/>
                  <a:pt x="67" y="139"/>
                  <a:pt x="71" y="139"/>
                </a:cubicBezTo>
                <a:cubicBezTo>
                  <a:pt x="83" y="139"/>
                  <a:pt x="83" y="139"/>
                  <a:pt x="83" y="139"/>
                </a:cubicBezTo>
                <a:cubicBezTo>
                  <a:pt x="87" y="139"/>
                  <a:pt x="91" y="136"/>
                  <a:pt x="91" y="132"/>
                </a:cubicBezTo>
                <a:cubicBezTo>
                  <a:pt x="91" y="56"/>
                  <a:pt x="91" y="56"/>
                  <a:pt x="91" y="56"/>
                </a:cubicBezTo>
                <a:cubicBezTo>
                  <a:pt x="126" y="90"/>
                  <a:pt x="126" y="90"/>
                  <a:pt x="126" y="90"/>
                </a:cubicBezTo>
                <a:cubicBezTo>
                  <a:pt x="129" y="93"/>
                  <a:pt x="134" y="93"/>
                  <a:pt x="137" y="90"/>
                </a:cubicBezTo>
                <a:cubicBezTo>
                  <a:pt x="144" y="83"/>
                  <a:pt x="144" y="83"/>
                  <a:pt x="144" y="83"/>
                </a:cubicBezTo>
                <a:cubicBezTo>
                  <a:pt x="146" y="81"/>
                  <a:pt x="146" y="79"/>
                  <a:pt x="146" y="77"/>
                </a:cubicBezTo>
                <a:cubicBezTo>
                  <a:pt x="146" y="75"/>
                  <a:pt x="146" y="73"/>
                  <a:pt x="144" y="72"/>
                </a:cubicBezTo>
                <a:cubicBezTo>
                  <a:pt x="83" y="10"/>
                  <a:pt x="83" y="10"/>
                  <a:pt x="83" y="10"/>
                </a:cubicBezTo>
                <a:cubicBezTo>
                  <a:pt x="80" y="7"/>
                  <a:pt x="74" y="7"/>
                  <a:pt x="71" y="10"/>
                </a:cubicBezTo>
                <a:cubicBezTo>
                  <a:pt x="10" y="72"/>
                  <a:pt x="10" y="72"/>
                  <a:pt x="10" y="72"/>
                </a:cubicBezTo>
                <a:cubicBezTo>
                  <a:pt x="8" y="73"/>
                  <a:pt x="8" y="75"/>
                  <a:pt x="8" y="77"/>
                </a:cubicBezTo>
                <a:cubicBezTo>
                  <a:pt x="8" y="79"/>
                  <a:pt x="8" y="81"/>
                  <a:pt x="10" y="83"/>
                </a:cubicBezTo>
                <a:cubicBezTo>
                  <a:pt x="17" y="90"/>
                  <a:pt x="17" y="90"/>
                  <a:pt x="17" y="90"/>
                </a:cubicBezTo>
                <a:cubicBezTo>
                  <a:pt x="20" y="93"/>
                  <a:pt x="25" y="93"/>
                  <a:pt x="28" y="90"/>
                </a:cubicBezTo>
                <a:lnTo>
                  <a:pt x="63" y="56"/>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3" name="Freeform 1178"/>
          <p:cNvSpPr>
            <a:spLocks noEditPoints="1"/>
          </p:cNvSpPr>
          <p:nvPr/>
        </p:nvSpPr>
        <p:spPr bwMode="auto">
          <a:xfrm>
            <a:off x="2558909" y="3027617"/>
            <a:ext cx="280893" cy="270861"/>
          </a:xfrm>
          <a:custGeom>
            <a:avLst/>
            <a:gdLst>
              <a:gd name="T0" fmla="*/ 77 w 154"/>
              <a:gd name="T1" fmla="*/ 148 h 148"/>
              <a:gd name="T2" fmla="*/ 66 w 154"/>
              <a:gd name="T3" fmla="*/ 143 h 148"/>
              <a:gd name="T4" fmla="*/ 4 w 154"/>
              <a:gd name="T5" fmla="*/ 82 h 148"/>
              <a:gd name="T6" fmla="*/ 0 w 154"/>
              <a:gd name="T7" fmla="*/ 70 h 148"/>
              <a:gd name="T8" fmla="*/ 4 w 154"/>
              <a:gd name="T9" fmla="*/ 59 h 148"/>
              <a:gd name="T10" fmla="*/ 11 w 154"/>
              <a:gd name="T11" fmla="*/ 52 h 148"/>
              <a:gd name="T12" fmla="*/ 23 w 154"/>
              <a:gd name="T13" fmla="*/ 47 h 148"/>
              <a:gd name="T14" fmla="*/ 34 w 154"/>
              <a:gd name="T15" fmla="*/ 52 h 148"/>
              <a:gd name="T16" fmla="*/ 55 w 154"/>
              <a:gd name="T17" fmla="*/ 73 h 148"/>
              <a:gd name="T18" fmla="*/ 55 w 154"/>
              <a:gd name="T19" fmla="*/ 16 h 148"/>
              <a:gd name="T20" fmla="*/ 71 w 154"/>
              <a:gd name="T21" fmla="*/ 0 h 148"/>
              <a:gd name="T22" fmla="*/ 83 w 154"/>
              <a:gd name="T23" fmla="*/ 0 h 148"/>
              <a:gd name="T24" fmla="*/ 99 w 154"/>
              <a:gd name="T25" fmla="*/ 16 h 148"/>
              <a:gd name="T26" fmla="*/ 99 w 154"/>
              <a:gd name="T27" fmla="*/ 73 h 148"/>
              <a:gd name="T28" fmla="*/ 120 w 154"/>
              <a:gd name="T29" fmla="*/ 52 h 148"/>
              <a:gd name="T30" fmla="*/ 131 w 154"/>
              <a:gd name="T31" fmla="*/ 47 h 148"/>
              <a:gd name="T32" fmla="*/ 143 w 154"/>
              <a:gd name="T33" fmla="*/ 52 h 148"/>
              <a:gd name="T34" fmla="*/ 150 w 154"/>
              <a:gd name="T35" fmla="*/ 59 h 148"/>
              <a:gd name="T36" fmla="*/ 154 w 154"/>
              <a:gd name="T37" fmla="*/ 70 h 148"/>
              <a:gd name="T38" fmla="*/ 150 w 154"/>
              <a:gd name="T39" fmla="*/ 82 h 148"/>
              <a:gd name="T40" fmla="*/ 88 w 154"/>
              <a:gd name="T41" fmla="*/ 143 h 148"/>
              <a:gd name="T42" fmla="*/ 77 w 154"/>
              <a:gd name="T43" fmla="*/ 148 h 148"/>
              <a:gd name="T44" fmla="*/ 23 w 154"/>
              <a:gd name="T45" fmla="*/ 55 h 148"/>
              <a:gd name="T46" fmla="*/ 17 w 154"/>
              <a:gd name="T47" fmla="*/ 57 h 148"/>
              <a:gd name="T48" fmla="*/ 10 w 154"/>
              <a:gd name="T49" fmla="*/ 64 h 148"/>
              <a:gd name="T50" fmla="*/ 8 w 154"/>
              <a:gd name="T51" fmla="*/ 70 h 148"/>
              <a:gd name="T52" fmla="*/ 10 w 154"/>
              <a:gd name="T53" fmla="*/ 76 h 148"/>
              <a:gd name="T54" fmla="*/ 71 w 154"/>
              <a:gd name="T55" fmla="*/ 137 h 148"/>
              <a:gd name="T56" fmla="*/ 83 w 154"/>
              <a:gd name="T57" fmla="*/ 137 h 148"/>
              <a:gd name="T58" fmla="*/ 144 w 154"/>
              <a:gd name="T59" fmla="*/ 76 h 148"/>
              <a:gd name="T60" fmla="*/ 146 w 154"/>
              <a:gd name="T61" fmla="*/ 70 h 148"/>
              <a:gd name="T62" fmla="*/ 144 w 154"/>
              <a:gd name="T63" fmla="*/ 64 h 148"/>
              <a:gd name="T64" fmla="*/ 137 w 154"/>
              <a:gd name="T65" fmla="*/ 57 h 148"/>
              <a:gd name="T66" fmla="*/ 126 w 154"/>
              <a:gd name="T67" fmla="*/ 57 h 148"/>
              <a:gd name="T68" fmla="*/ 91 w 154"/>
              <a:gd name="T69" fmla="*/ 92 h 148"/>
              <a:gd name="T70" fmla="*/ 91 w 154"/>
              <a:gd name="T71" fmla="*/ 16 h 148"/>
              <a:gd name="T72" fmla="*/ 83 w 154"/>
              <a:gd name="T73" fmla="*/ 8 h 148"/>
              <a:gd name="T74" fmla="*/ 71 w 154"/>
              <a:gd name="T75" fmla="*/ 8 h 148"/>
              <a:gd name="T76" fmla="*/ 63 w 154"/>
              <a:gd name="T77" fmla="*/ 16 h 148"/>
              <a:gd name="T78" fmla="*/ 63 w 154"/>
              <a:gd name="T79" fmla="*/ 92 h 148"/>
              <a:gd name="T80" fmla="*/ 28 w 154"/>
              <a:gd name="T81" fmla="*/ 57 h 148"/>
              <a:gd name="T82" fmla="*/ 23 w 154"/>
              <a:gd name="T83" fmla="*/ 55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4" h="148">
                <a:moveTo>
                  <a:pt x="77" y="148"/>
                </a:moveTo>
                <a:cubicBezTo>
                  <a:pt x="73" y="148"/>
                  <a:pt x="69" y="146"/>
                  <a:pt x="66" y="143"/>
                </a:cubicBezTo>
                <a:cubicBezTo>
                  <a:pt x="4" y="82"/>
                  <a:pt x="4" y="82"/>
                  <a:pt x="4" y="82"/>
                </a:cubicBezTo>
                <a:cubicBezTo>
                  <a:pt x="1" y="79"/>
                  <a:pt x="0" y="75"/>
                  <a:pt x="0" y="70"/>
                </a:cubicBezTo>
                <a:cubicBezTo>
                  <a:pt x="0" y="66"/>
                  <a:pt x="1" y="62"/>
                  <a:pt x="4" y="59"/>
                </a:cubicBezTo>
                <a:cubicBezTo>
                  <a:pt x="11" y="52"/>
                  <a:pt x="11" y="52"/>
                  <a:pt x="11" y="52"/>
                </a:cubicBezTo>
                <a:cubicBezTo>
                  <a:pt x="14" y="49"/>
                  <a:pt x="19" y="47"/>
                  <a:pt x="23" y="47"/>
                </a:cubicBezTo>
                <a:cubicBezTo>
                  <a:pt x="27" y="47"/>
                  <a:pt x="31" y="49"/>
                  <a:pt x="34" y="52"/>
                </a:cubicBezTo>
                <a:cubicBezTo>
                  <a:pt x="55" y="73"/>
                  <a:pt x="55" y="73"/>
                  <a:pt x="55" y="73"/>
                </a:cubicBezTo>
                <a:cubicBezTo>
                  <a:pt x="55" y="16"/>
                  <a:pt x="55" y="16"/>
                  <a:pt x="55" y="16"/>
                </a:cubicBezTo>
                <a:cubicBezTo>
                  <a:pt x="55" y="7"/>
                  <a:pt x="62" y="0"/>
                  <a:pt x="71" y="0"/>
                </a:cubicBezTo>
                <a:cubicBezTo>
                  <a:pt x="83" y="0"/>
                  <a:pt x="83" y="0"/>
                  <a:pt x="83" y="0"/>
                </a:cubicBezTo>
                <a:cubicBezTo>
                  <a:pt x="92" y="0"/>
                  <a:pt x="99" y="7"/>
                  <a:pt x="99" y="16"/>
                </a:cubicBezTo>
                <a:cubicBezTo>
                  <a:pt x="99" y="73"/>
                  <a:pt x="99" y="73"/>
                  <a:pt x="99" y="73"/>
                </a:cubicBezTo>
                <a:cubicBezTo>
                  <a:pt x="120" y="52"/>
                  <a:pt x="120" y="52"/>
                  <a:pt x="120" y="52"/>
                </a:cubicBezTo>
                <a:cubicBezTo>
                  <a:pt x="123" y="49"/>
                  <a:pt x="127" y="47"/>
                  <a:pt x="131" y="47"/>
                </a:cubicBezTo>
                <a:cubicBezTo>
                  <a:pt x="135" y="47"/>
                  <a:pt x="140" y="49"/>
                  <a:pt x="143" y="52"/>
                </a:cubicBezTo>
                <a:cubicBezTo>
                  <a:pt x="150" y="59"/>
                  <a:pt x="150" y="59"/>
                  <a:pt x="150" y="59"/>
                </a:cubicBezTo>
                <a:cubicBezTo>
                  <a:pt x="153" y="62"/>
                  <a:pt x="154" y="66"/>
                  <a:pt x="154" y="70"/>
                </a:cubicBezTo>
                <a:cubicBezTo>
                  <a:pt x="154" y="74"/>
                  <a:pt x="153" y="79"/>
                  <a:pt x="150" y="82"/>
                </a:cubicBezTo>
                <a:cubicBezTo>
                  <a:pt x="88" y="143"/>
                  <a:pt x="88" y="143"/>
                  <a:pt x="88" y="143"/>
                </a:cubicBezTo>
                <a:cubicBezTo>
                  <a:pt x="85" y="146"/>
                  <a:pt x="81" y="148"/>
                  <a:pt x="77" y="148"/>
                </a:cubicBezTo>
                <a:close/>
                <a:moveTo>
                  <a:pt x="23" y="55"/>
                </a:moveTo>
                <a:cubicBezTo>
                  <a:pt x="21" y="55"/>
                  <a:pt x="18" y="56"/>
                  <a:pt x="17" y="57"/>
                </a:cubicBezTo>
                <a:cubicBezTo>
                  <a:pt x="10" y="64"/>
                  <a:pt x="10" y="64"/>
                  <a:pt x="10" y="64"/>
                </a:cubicBezTo>
                <a:cubicBezTo>
                  <a:pt x="8" y="66"/>
                  <a:pt x="8" y="68"/>
                  <a:pt x="8" y="70"/>
                </a:cubicBezTo>
                <a:cubicBezTo>
                  <a:pt x="8" y="72"/>
                  <a:pt x="8" y="74"/>
                  <a:pt x="10" y="76"/>
                </a:cubicBezTo>
                <a:cubicBezTo>
                  <a:pt x="71" y="137"/>
                  <a:pt x="71" y="137"/>
                  <a:pt x="71" y="137"/>
                </a:cubicBezTo>
                <a:cubicBezTo>
                  <a:pt x="74" y="140"/>
                  <a:pt x="80" y="140"/>
                  <a:pt x="83" y="137"/>
                </a:cubicBezTo>
                <a:cubicBezTo>
                  <a:pt x="144" y="76"/>
                  <a:pt x="144" y="76"/>
                  <a:pt x="144" y="76"/>
                </a:cubicBezTo>
                <a:cubicBezTo>
                  <a:pt x="146" y="74"/>
                  <a:pt x="146" y="72"/>
                  <a:pt x="146" y="70"/>
                </a:cubicBezTo>
                <a:cubicBezTo>
                  <a:pt x="146" y="68"/>
                  <a:pt x="146" y="66"/>
                  <a:pt x="144" y="64"/>
                </a:cubicBezTo>
                <a:cubicBezTo>
                  <a:pt x="137" y="57"/>
                  <a:pt x="137" y="57"/>
                  <a:pt x="137" y="57"/>
                </a:cubicBezTo>
                <a:cubicBezTo>
                  <a:pt x="134" y="55"/>
                  <a:pt x="129" y="54"/>
                  <a:pt x="126" y="57"/>
                </a:cubicBezTo>
                <a:cubicBezTo>
                  <a:pt x="91" y="92"/>
                  <a:pt x="91" y="92"/>
                  <a:pt x="91" y="92"/>
                </a:cubicBezTo>
                <a:cubicBezTo>
                  <a:pt x="91" y="16"/>
                  <a:pt x="91" y="16"/>
                  <a:pt x="91" y="16"/>
                </a:cubicBezTo>
                <a:cubicBezTo>
                  <a:pt x="91" y="12"/>
                  <a:pt x="87" y="8"/>
                  <a:pt x="83" y="8"/>
                </a:cubicBezTo>
                <a:cubicBezTo>
                  <a:pt x="71" y="8"/>
                  <a:pt x="71" y="8"/>
                  <a:pt x="71" y="8"/>
                </a:cubicBezTo>
                <a:cubicBezTo>
                  <a:pt x="67" y="8"/>
                  <a:pt x="63" y="12"/>
                  <a:pt x="63" y="16"/>
                </a:cubicBezTo>
                <a:cubicBezTo>
                  <a:pt x="63" y="92"/>
                  <a:pt x="63" y="92"/>
                  <a:pt x="63" y="92"/>
                </a:cubicBezTo>
                <a:cubicBezTo>
                  <a:pt x="28" y="57"/>
                  <a:pt x="28" y="57"/>
                  <a:pt x="28" y="57"/>
                </a:cubicBezTo>
                <a:cubicBezTo>
                  <a:pt x="27" y="56"/>
                  <a:pt x="25" y="55"/>
                  <a:pt x="23" y="55"/>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4" name="Freeform 1180"/>
          <p:cNvSpPr>
            <a:spLocks noEditPoints="1"/>
          </p:cNvSpPr>
          <p:nvPr/>
        </p:nvSpPr>
        <p:spPr bwMode="auto">
          <a:xfrm>
            <a:off x="680668" y="3046312"/>
            <a:ext cx="229821" cy="233469"/>
          </a:xfrm>
          <a:custGeom>
            <a:avLst/>
            <a:gdLst>
              <a:gd name="T0" fmla="*/ 99 w 126"/>
              <a:gd name="T1" fmla="*/ 127 h 128"/>
              <a:gd name="T2" fmla="*/ 90 w 126"/>
              <a:gd name="T3" fmla="*/ 123 h 128"/>
              <a:gd name="T4" fmla="*/ 63 w 126"/>
              <a:gd name="T5" fmla="*/ 97 h 128"/>
              <a:gd name="T6" fmla="*/ 37 w 126"/>
              <a:gd name="T7" fmla="*/ 123 h 128"/>
              <a:gd name="T8" fmla="*/ 18 w 126"/>
              <a:gd name="T9" fmla="*/ 123 h 128"/>
              <a:gd name="T10" fmla="*/ 4 w 126"/>
              <a:gd name="T11" fmla="*/ 110 h 128"/>
              <a:gd name="T12" fmla="*/ 0 w 126"/>
              <a:gd name="T13" fmla="*/ 100 h 128"/>
              <a:gd name="T14" fmla="*/ 4 w 126"/>
              <a:gd name="T15" fmla="*/ 91 h 128"/>
              <a:gd name="T16" fmla="*/ 31 w 126"/>
              <a:gd name="T17" fmla="*/ 64 h 128"/>
              <a:gd name="T18" fmla="*/ 4 w 126"/>
              <a:gd name="T19" fmla="*/ 38 h 128"/>
              <a:gd name="T20" fmla="*/ 0 w 126"/>
              <a:gd name="T21" fmla="*/ 28 h 128"/>
              <a:gd name="T22" fmla="*/ 4 w 126"/>
              <a:gd name="T23" fmla="*/ 19 h 128"/>
              <a:gd name="T24" fmla="*/ 18 w 126"/>
              <a:gd name="T25" fmla="*/ 5 h 128"/>
              <a:gd name="T26" fmla="*/ 37 w 126"/>
              <a:gd name="T27" fmla="*/ 5 h 128"/>
              <a:gd name="T28" fmla="*/ 63 w 126"/>
              <a:gd name="T29" fmla="*/ 32 h 128"/>
              <a:gd name="T30" fmla="*/ 90 w 126"/>
              <a:gd name="T31" fmla="*/ 5 h 128"/>
              <a:gd name="T32" fmla="*/ 109 w 126"/>
              <a:gd name="T33" fmla="*/ 5 h 128"/>
              <a:gd name="T34" fmla="*/ 122 w 126"/>
              <a:gd name="T35" fmla="*/ 19 h 128"/>
              <a:gd name="T36" fmla="*/ 126 w 126"/>
              <a:gd name="T37" fmla="*/ 28 h 128"/>
              <a:gd name="T38" fmla="*/ 122 w 126"/>
              <a:gd name="T39" fmla="*/ 38 h 128"/>
              <a:gd name="T40" fmla="*/ 96 w 126"/>
              <a:gd name="T41" fmla="*/ 64 h 128"/>
              <a:gd name="T42" fmla="*/ 122 w 126"/>
              <a:gd name="T43" fmla="*/ 91 h 128"/>
              <a:gd name="T44" fmla="*/ 126 w 126"/>
              <a:gd name="T45" fmla="*/ 100 h 128"/>
              <a:gd name="T46" fmla="*/ 122 w 126"/>
              <a:gd name="T47" fmla="*/ 110 h 128"/>
              <a:gd name="T48" fmla="*/ 109 w 126"/>
              <a:gd name="T49" fmla="*/ 123 h 128"/>
              <a:gd name="T50" fmla="*/ 99 w 126"/>
              <a:gd name="T51" fmla="*/ 127 h 128"/>
              <a:gd name="T52" fmla="*/ 63 w 126"/>
              <a:gd name="T53" fmla="*/ 86 h 128"/>
              <a:gd name="T54" fmla="*/ 95 w 126"/>
              <a:gd name="T55" fmla="*/ 118 h 128"/>
              <a:gd name="T56" fmla="*/ 103 w 126"/>
              <a:gd name="T57" fmla="*/ 118 h 128"/>
              <a:gd name="T58" fmla="*/ 117 w 126"/>
              <a:gd name="T59" fmla="*/ 104 h 128"/>
              <a:gd name="T60" fmla="*/ 118 w 126"/>
              <a:gd name="T61" fmla="*/ 100 h 128"/>
              <a:gd name="T62" fmla="*/ 117 w 126"/>
              <a:gd name="T63" fmla="*/ 96 h 128"/>
              <a:gd name="T64" fmla="*/ 85 w 126"/>
              <a:gd name="T65" fmla="*/ 64 h 128"/>
              <a:gd name="T66" fmla="*/ 117 w 126"/>
              <a:gd name="T67" fmla="*/ 32 h 128"/>
              <a:gd name="T68" fmla="*/ 118 w 126"/>
              <a:gd name="T69" fmla="*/ 28 h 128"/>
              <a:gd name="T70" fmla="*/ 117 w 126"/>
              <a:gd name="T71" fmla="*/ 24 h 128"/>
              <a:gd name="T72" fmla="*/ 103 w 126"/>
              <a:gd name="T73" fmla="*/ 11 h 128"/>
              <a:gd name="T74" fmla="*/ 95 w 126"/>
              <a:gd name="T75" fmla="*/ 11 h 128"/>
              <a:gd name="T76" fmla="*/ 63 w 126"/>
              <a:gd name="T77" fmla="*/ 43 h 128"/>
              <a:gd name="T78" fmla="*/ 31 w 126"/>
              <a:gd name="T79" fmla="*/ 11 h 128"/>
              <a:gd name="T80" fmla="*/ 24 w 126"/>
              <a:gd name="T81" fmla="*/ 11 h 128"/>
              <a:gd name="T82" fmla="*/ 10 w 126"/>
              <a:gd name="T83" fmla="*/ 24 h 128"/>
              <a:gd name="T84" fmla="*/ 8 w 126"/>
              <a:gd name="T85" fmla="*/ 28 h 128"/>
              <a:gd name="T86" fmla="*/ 10 w 126"/>
              <a:gd name="T87" fmla="*/ 32 h 128"/>
              <a:gd name="T88" fmla="*/ 42 w 126"/>
              <a:gd name="T89" fmla="*/ 64 h 128"/>
              <a:gd name="T90" fmla="*/ 10 w 126"/>
              <a:gd name="T91" fmla="*/ 96 h 128"/>
              <a:gd name="T92" fmla="*/ 8 w 126"/>
              <a:gd name="T93" fmla="*/ 100 h 128"/>
              <a:gd name="T94" fmla="*/ 10 w 126"/>
              <a:gd name="T95" fmla="*/ 104 h 128"/>
              <a:gd name="T96" fmla="*/ 24 w 126"/>
              <a:gd name="T97" fmla="*/ 118 h 128"/>
              <a:gd name="T98" fmla="*/ 31 w 126"/>
              <a:gd name="T99" fmla="*/ 118 h 128"/>
              <a:gd name="T100" fmla="*/ 63 w 126"/>
              <a:gd name="T101" fmla="*/ 8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6" h="128">
                <a:moveTo>
                  <a:pt x="99" y="127"/>
                </a:moveTo>
                <a:cubicBezTo>
                  <a:pt x="96" y="127"/>
                  <a:pt x="92" y="126"/>
                  <a:pt x="90" y="123"/>
                </a:cubicBezTo>
                <a:cubicBezTo>
                  <a:pt x="63" y="97"/>
                  <a:pt x="63" y="97"/>
                  <a:pt x="63" y="97"/>
                </a:cubicBezTo>
                <a:cubicBezTo>
                  <a:pt x="37" y="123"/>
                  <a:pt x="37" y="123"/>
                  <a:pt x="37" y="123"/>
                </a:cubicBezTo>
                <a:cubicBezTo>
                  <a:pt x="32" y="128"/>
                  <a:pt x="23" y="128"/>
                  <a:pt x="18" y="123"/>
                </a:cubicBezTo>
                <a:cubicBezTo>
                  <a:pt x="4" y="110"/>
                  <a:pt x="4" y="110"/>
                  <a:pt x="4" y="110"/>
                </a:cubicBezTo>
                <a:cubicBezTo>
                  <a:pt x="2" y="107"/>
                  <a:pt x="0" y="104"/>
                  <a:pt x="0" y="100"/>
                </a:cubicBezTo>
                <a:cubicBezTo>
                  <a:pt x="0" y="97"/>
                  <a:pt x="2" y="93"/>
                  <a:pt x="4" y="91"/>
                </a:cubicBezTo>
                <a:cubicBezTo>
                  <a:pt x="31" y="64"/>
                  <a:pt x="31" y="64"/>
                  <a:pt x="31" y="64"/>
                </a:cubicBezTo>
                <a:cubicBezTo>
                  <a:pt x="4" y="38"/>
                  <a:pt x="4" y="38"/>
                  <a:pt x="4" y="38"/>
                </a:cubicBezTo>
                <a:cubicBezTo>
                  <a:pt x="2" y="35"/>
                  <a:pt x="0" y="32"/>
                  <a:pt x="0" y="28"/>
                </a:cubicBezTo>
                <a:cubicBezTo>
                  <a:pt x="0" y="25"/>
                  <a:pt x="2" y="21"/>
                  <a:pt x="4" y="19"/>
                </a:cubicBezTo>
                <a:cubicBezTo>
                  <a:pt x="18" y="5"/>
                  <a:pt x="18" y="5"/>
                  <a:pt x="18" y="5"/>
                </a:cubicBezTo>
                <a:cubicBezTo>
                  <a:pt x="23" y="0"/>
                  <a:pt x="32" y="0"/>
                  <a:pt x="37" y="5"/>
                </a:cubicBezTo>
                <a:cubicBezTo>
                  <a:pt x="63" y="32"/>
                  <a:pt x="63" y="32"/>
                  <a:pt x="63" y="32"/>
                </a:cubicBezTo>
                <a:cubicBezTo>
                  <a:pt x="90" y="5"/>
                  <a:pt x="90" y="5"/>
                  <a:pt x="90" y="5"/>
                </a:cubicBezTo>
                <a:cubicBezTo>
                  <a:pt x="95" y="0"/>
                  <a:pt x="104" y="0"/>
                  <a:pt x="109" y="5"/>
                </a:cubicBezTo>
                <a:cubicBezTo>
                  <a:pt x="122" y="19"/>
                  <a:pt x="122" y="19"/>
                  <a:pt x="122" y="19"/>
                </a:cubicBezTo>
                <a:cubicBezTo>
                  <a:pt x="125" y="21"/>
                  <a:pt x="126" y="25"/>
                  <a:pt x="126" y="28"/>
                </a:cubicBezTo>
                <a:cubicBezTo>
                  <a:pt x="126" y="32"/>
                  <a:pt x="125" y="35"/>
                  <a:pt x="122" y="38"/>
                </a:cubicBezTo>
                <a:cubicBezTo>
                  <a:pt x="96" y="64"/>
                  <a:pt x="96" y="64"/>
                  <a:pt x="96" y="64"/>
                </a:cubicBezTo>
                <a:cubicBezTo>
                  <a:pt x="122" y="91"/>
                  <a:pt x="122" y="91"/>
                  <a:pt x="122" y="91"/>
                </a:cubicBezTo>
                <a:cubicBezTo>
                  <a:pt x="125" y="93"/>
                  <a:pt x="126" y="97"/>
                  <a:pt x="126" y="100"/>
                </a:cubicBezTo>
                <a:cubicBezTo>
                  <a:pt x="126" y="104"/>
                  <a:pt x="125" y="107"/>
                  <a:pt x="122" y="110"/>
                </a:cubicBezTo>
                <a:cubicBezTo>
                  <a:pt x="109" y="123"/>
                  <a:pt x="109" y="123"/>
                  <a:pt x="109" y="123"/>
                </a:cubicBezTo>
                <a:cubicBezTo>
                  <a:pt x="106" y="126"/>
                  <a:pt x="103" y="127"/>
                  <a:pt x="99" y="127"/>
                </a:cubicBezTo>
                <a:close/>
                <a:moveTo>
                  <a:pt x="63" y="86"/>
                </a:moveTo>
                <a:cubicBezTo>
                  <a:pt x="95" y="118"/>
                  <a:pt x="95" y="118"/>
                  <a:pt x="95" y="118"/>
                </a:cubicBezTo>
                <a:cubicBezTo>
                  <a:pt x="97" y="120"/>
                  <a:pt x="101" y="120"/>
                  <a:pt x="103" y="118"/>
                </a:cubicBezTo>
                <a:cubicBezTo>
                  <a:pt x="117" y="104"/>
                  <a:pt x="117" y="104"/>
                  <a:pt x="117" y="104"/>
                </a:cubicBezTo>
                <a:cubicBezTo>
                  <a:pt x="118" y="103"/>
                  <a:pt x="118" y="102"/>
                  <a:pt x="118" y="100"/>
                </a:cubicBezTo>
                <a:cubicBezTo>
                  <a:pt x="118" y="99"/>
                  <a:pt x="118" y="97"/>
                  <a:pt x="117" y="96"/>
                </a:cubicBezTo>
                <a:cubicBezTo>
                  <a:pt x="85" y="64"/>
                  <a:pt x="85" y="64"/>
                  <a:pt x="85" y="64"/>
                </a:cubicBezTo>
                <a:cubicBezTo>
                  <a:pt x="117" y="32"/>
                  <a:pt x="117" y="32"/>
                  <a:pt x="117" y="32"/>
                </a:cubicBezTo>
                <a:cubicBezTo>
                  <a:pt x="118" y="31"/>
                  <a:pt x="118" y="30"/>
                  <a:pt x="118" y="28"/>
                </a:cubicBezTo>
                <a:cubicBezTo>
                  <a:pt x="118" y="27"/>
                  <a:pt x="118" y="25"/>
                  <a:pt x="117" y="24"/>
                </a:cubicBezTo>
                <a:cubicBezTo>
                  <a:pt x="103" y="11"/>
                  <a:pt x="103" y="11"/>
                  <a:pt x="103" y="11"/>
                </a:cubicBezTo>
                <a:cubicBezTo>
                  <a:pt x="101" y="9"/>
                  <a:pt x="97" y="9"/>
                  <a:pt x="95" y="11"/>
                </a:cubicBezTo>
                <a:cubicBezTo>
                  <a:pt x="63" y="43"/>
                  <a:pt x="63" y="43"/>
                  <a:pt x="63" y="43"/>
                </a:cubicBezTo>
                <a:cubicBezTo>
                  <a:pt x="31" y="11"/>
                  <a:pt x="31" y="11"/>
                  <a:pt x="31" y="11"/>
                </a:cubicBezTo>
                <a:cubicBezTo>
                  <a:pt x="29" y="9"/>
                  <a:pt x="26" y="9"/>
                  <a:pt x="24" y="11"/>
                </a:cubicBezTo>
                <a:cubicBezTo>
                  <a:pt x="10" y="24"/>
                  <a:pt x="10" y="24"/>
                  <a:pt x="10" y="24"/>
                </a:cubicBezTo>
                <a:cubicBezTo>
                  <a:pt x="9" y="25"/>
                  <a:pt x="8" y="27"/>
                  <a:pt x="8" y="28"/>
                </a:cubicBezTo>
                <a:cubicBezTo>
                  <a:pt x="8" y="30"/>
                  <a:pt x="9" y="31"/>
                  <a:pt x="10" y="32"/>
                </a:cubicBezTo>
                <a:cubicBezTo>
                  <a:pt x="42" y="64"/>
                  <a:pt x="42" y="64"/>
                  <a:pt x="42" y="64"/>
                </a:cubicBezTo>
                <a:cubicBezTo>
                  <a:pt x="10" y="96"/>
                  <a:pt x="10" y="96"/>
                  <a:pt x="10" y="96"/>
                </a:cubicBezTo>
                <a:cubicBezTo>
                  <a:pt x="9" y="97"/>
                  <a:pt x="8" y="99"/>
                  <a:pt x="8" y="100"/>
                </a:cubicBezTo>
                <a:cubicBezTo>
                  <a:pt x="8" y="102"/>
                  <a:pt x="9" y="103"/>
                  <a:pt x="10" y="104"/>
                </a:cubicBezTo>
                <a:cubicBezTo>
                  <a:pt x="24" y="118"/>
                  <a:pt x="24" y="118"/>
                  <a:pt x="24" y="118"/>
                </a:cubicBezTo>
                <a:cubicBezTo>
                  <a:pt x="26" y="120"/>
                  <a:pt x="29" y="120"/>
                  <a:pt x="31" y="118"/>
                </a:cubicBezTo>
                <a:lnTo>
                  <a:pt x="63" y="86"/>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5" name="Freeform 1181"/>
          <p:cNvSpPr>
            <a:spLocks noEditPoints="1"/>
          </p:cNvSpPr>
          <p:nvPr/>
        </p:nvSpPr>
        <p:spPr bwMode="auto">
          <a:xfrm>
            <a:off x="147663" y="4017943"/>
            <a:ext cx="315548" cy="268125"/>
          </a:xfrm>
          <a:custGeom>
            <a:avLst/>
            <a:gdLst>
              <a:gd name="T0" fmla="*/ 112 w 173"/>
              <a:gd name="T1" fmla="*/ 147 h 147"/>
              <a:gd name="T2" fmla="*/ 88 w 173"/>
              <a:gd name="T3" fmla="*/ 54 h 147"/>
              <a:gd name="T4" fmla="*/ 150 w 173"/>
              <a:gd name="T5" fmla="*/ 0 h 147"/>
              <a:gd name="T6" fmla="*/ 160 w 173"/>
              <a:gd name="T7" fmla="*/ 23 h 147"/>
              <a:gd name="T8" fmla="*/ 143 w 173"/>
              <a:gd name="T9" fmla="*/ 33 h 147"/>
              <a:gd name="T10" fmla="*/ 122 w 173"/>
              <a:gd name="T11" fmla="*/ 58 h 147"/>
              <a:gd name="T12" fmla="*/ 150 w 173"/>
              <a:gd name="T13" fmla="*/ 63 h 147"/>
              <a:gd name="T14" fmla="*/ 173 w 173"/>
              <a:gd name="T15" fmla="*/ 124 h 147"/>
              <a:gd name="T16" fmla="*/ 143 w 173"/>
              <a:gd name="T17" fmla="*/ 8 h 147"/>
              <a:gd name="T18" fmla="*/ 96 w 173"/>
              <a:gd name="T19" fmla="*/ 124 h 147"/>
              <a:gd name="T20" fmla="*/ 150 w 173"/>
              <a:gd name="T21" fmla="*/ 139 h 147"/>
              <a:gd name="T22" fmla="*/ 165 w 173"/>
              <a:gd name="T23" fmla="*/ 86 h 147"/>
              <a:gd name="T24" fmla="*/ 127 w 173"/>
              <a:gd name="T25" fmla="*/ 71 h 147"/>
              <a:gd name="T26" fmla="*/ 114 w 173"/>
              <a:gd name="T27" fmla="*/ 54 h 147"/>
              <a:gd name="T28" fmla="*/ 150 w 173"/>
              <a:gd name="T29" fmla="*/ 25 h 147"/>
              <a:gd name="T30" fmla="*/ 152 w 173"/>
              <a:gd name="T31" fmla="*/ 10 h 147"/>
              <a:gd name="T32" fmla="*/ 143 w 173"/>
              <a:gd name="T33" fmla="*/ 8 h 147"/>
              <a:gd name="T34" fmla="*/ 23 w 173"/>
              <a:gd name="T35" fmla="*/ 147 h 147"/>
              <a:gd name="T36" fmla="*/ 0 w 173"/>
              <a:gd name="T37" fmla="*/ 54 h 147"/>
              <a:gd name="T38" fmla="*/ 61 w 173"/>
              <a:gd name="T39" fmla="*/ 0 h 147"/>
              <a:gd name="T40" fmla="*/ 71 w 173"/>
              <a:gd name="T41" fmla="*/ 23 h 147"/>
              <a:gd name="T42" fmla="*/ 54 w 173"/>
              <a:gd name="T43" fmla="*/ 33 h 147"/>
              <a:gd name="T44" fmla="*/ 33 w 173"/>
              <a:gd name="T45" fmla="*/ 58 h 147"/>
              <a:gd name="T46" fmla="*/ 61 w 173"/>
              <a:gd name="T47" fmla="*/ 63 h 147"/>
              <a:gd name="T48" fmla="*/ 84 w 173"/>
              <a:gd name="T49" fmla="*/ 124 h 147"/>
              <a:gd name="T50" fmla="*/ 54 w 173"/>
              <a:gd name="T51" fmla="*/ 8 h 147"/>
              <a:gd name="T52" fmla="*/ 8 w 173"/>
              <a:gd name="T53" fmla="*/ 124 h 147"/>
              <a:gd name="T54" fmla="*/ 61 w 173"/>
              <a:gd name="T55" fmla="*/ 139 h 147"/>
              <a:gd name="T56" fmla="*/ 76 w 173"/>
              <a:gd name="T57" fmla="*/ 86 h 147"/>
              <a:gd name="T58" fmla="*/ 38 w 173"/>
              <a:gd name="T59" fmla="*/ 71 h 147"/>
              <a:gd name="T60" fmla="*/ 25 w 173"/>
              <a:gd name="T61" fmla="*/ 54 h 147"/>
              <a:gd name="T62" fmla="*/ 61 w 173"/>
              <a:gd name="T63" fmla="*/ 25 h 147"/>
              <a:gd name="T64" fmla="*/ 63 w 173"/>
              <a:gd name="T65" fmla="*/ 10 h 147"/>
              <a:gd name="T66" fmla="*/ 54 w 173"/>
              <a:gd name="T67" fmla="*/ 8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3" h="147">
                <a:moveTo>
                  <a:pt x="150" y="147"/>
                </a:moveTo>
                <a:cubicBezTo>
                  <a:pt x="112" y="147"/>
                  <a:pt x="112" y="147"/>
                  <a:pt x="112" y="147"/>
                </a:cubicBezTo>
                <a:cubicBezTo>
                  <a:pt x="99" y="147"/>
                  <a:pt x="88" y="137"/>
                  <a:pt x="88" y="124"/>
                </a:cubicBezTo>
                <a:cubicBezTo>
                  <a:pt x="88" y="54"/>
                  <a:pt x="88" y="54"/>
                  <a:pt x="88" y="54"/>
                </a:cubicBezTo>
                <a:cubicBezTo>
                  <a:pt x="88" y="24"/>
                  <a:pt x="113" y="0"/>
                  <a:pt x="143" y="0"/>
                </a:cubicBezTo>
                <a:cubicBezTo>
                  <a:pt x="150" y="0"/>
                  <a:pt x="150" y="0"/>
                  <a:pt x="150" y="0"/>
                </a:cubicBezTo>
                <a:cubicBezTo>
                  <a:pt x="155" y="0"/>
                  <a:pt x="160" y="4"/>
                  <a:pt x="160" y="10"/>
                </a:cubicBezTo>
                <a:cubicBezTo>
                  <a:pt x="160" y="23"/>
                  <a:pt x="160" y="23"/>
                  <a:pt x="160" y="23"/>
                </a:cubicBezTo>
                <a:cubicBezTo>
                  <a:pt x="160" y="28"/>
                  <a:pt x="155" y="33"/>
                  <a:pt x="150" y="33"/>
                </a:cubicBezTo>
                <a:cubicBezTo>
                  <a:pt x="143" y="33"/>
                  <a:pt x="143" y="33"/>
                  <a:pt x="143" y="33"/>
                </a:cubicBezTo>
                <a:cubicBezTo>
                  <a:pt x="132" y="33"/>
                  <a:pt x="122" y="43"/>
                  <a:pt x="122" y="54"/>
                </a:cubicBezTo>
                <a:cubicBezTo>
                  <a:pt x="122" y="58"/>
                  <a:pt x="122" y="58"/>
                  <a:pt x="122" y="58"/>
                </a:cubicBezTo>
                <a:cubicBezTo>
                  <a:pt x="122" y="61"/>
                  <a:pt x="124" y="63"/>
                  <a:pt x="127" y="63"/>
                </a:cubicBezTo>
                <a:cubicBezTo>
                  <a:pt x="150" y="63"/>
                  <a:pt x="150" y="63"/>
                  <a:pt x="150" y="63"/>
                </a:cubicBezTo>
                <a:cubicBezTo>
                  <a:pt x="162" y="63"/>
                  <a:pt x="173" y="73"/>
                  <a:pt x="173" y="86"/>
                </a:cubicBezTo>
                <a:cubicBezTo>
                  <a:pt x="173" y="124"/>
                  <a:pt x="173" y="124"/>
                  <a:pt x="173" y="124"/>
                </a:cubicBezTo>
                <a:cubicBezTo>
                  <a:pt x="173" y="137"/>
                  <a:pt x="162" y="147"/>
                  <a:pt x="150" y="147"/>
                </a:cubicBezTo>
                <a:close/>
                <a:moveTo>
                  <a:pt x="143" y="8"/>
                </a:moveTo>
                <a:cubicBezTo>
                  <a:pt x="118" y="8"/>
                  <a:pt x="96" y="29"/>
                  <a:pt x="96" y="54"/>
                </a:cubicBezTo>
                <a:cubicBezTo>
                  <a:pt x="96" y="124"/>
                  <a:pt x="96" y="124"/>
                  <a:pt x="96" y="124"/>
                </a:cubicBezTo>
                <a:cubicBezTo>
                  <a:pt x="96" y="133"/>
                  <a:pt x="103" y="139"/>
                  <a:pt x="112" y="139"/>
                </a:cubicBezTo>
                <a:cubicBezTo>
                  <a:pt x="150" y="139"/>
                  <a:pt x="150" y="139"/>
                  <a:pt x="150" y="139"/>
                </a:cubicBezTo>
                <a:cubicBezTo>
                  <a:pt x="158" y="139"/>
                  <a:pt x="165" y="133"/>
                  <a:pt x="165" y="124"/>
                </a:cubicBezTo>
                <a:cubicBezTo>
                  <a:pt x="165" y="86"/>
                  <a:pt x="165" y="86"/>
                  <a:pt x="165" y="86"/>
                </a:cubicBezTo>
                <a:cubicBezTo>
                  <a:pt x="165" y="78"/>
                  <a:pt x="158" y="71"/>
                  <a:pt x="150" y="71"/>
                </a:cubicBezTo>
                <a:cubicBezTo>
                  <a:pt x="127" y="71"/>
                  <a:pt x="127" y="71"/>
                  <a:pt x="127" y="71"/>
                </a:cubicBezTo>
                <a:cubicBezTo>
                  <a:pt x="120" y="71"/>
                  <a:pt x="114" y="65"/>
                  <a:pt x="114" y="58"/>
                </a:cubicBezTo>
                <a:cubicBezTo>
                  <a:pt x="114" y="54"/>
                  <a:pt x="114" y="54"/>
                  <a:pt x="114" y="54"/>
                </a:cubicBezTo>
                <a:cubicBezTo>
                  <a:pt x="114" y="38"/>
                  <a:pt x="127" y="25"/>
                  <a:pt x="143" y="25"/>
                </a:cubicBezTo>
                <a:cubicBezTo>
                  <a:pt x="150" y="25"/>
                  <a:pt x="150" y="25"/>
                  <a:pt x="150" y="25"/>
                </a:cubicBezTo>
                <a:cubicBezTo>
                  <a:pt x="151" y="25"/>
                  <a:pt x="152" y="24"/>
                  <a:pt x="152" y="23"/>
                </a:cubicBezTo>
                <a:cubicBezTo>
                  <a:pt x="152" y="10"/>
                  <a:pt x="152" y="10"/>
                  <a:pt x="152" y="10"/>
                </a:cubicBezTo>
                <a:cubicBezTo>
                  <a:pt x="152" y="9"/>
                  <a:pt x="151" y="8"/>
                  <a:pt x="150" y="8"/>
                </a:cubicBezTo>
                <a:lnTo>
                  <a:pt x="143" y="8"/>
                </a:lnTo>
                <a:close/>
                <a:moveTo>
                  <a:pt x="61" y="147"/>
                </a:moveTo>
                <a:cubicBezTo>
                  <a:pt x="23" y="147"/>
                  <a:pt x="23" y="147"/>
                  <a:pt x="23" y="147"/>
                </a:cubicBezTo>
                <a:cubicBezTo>
                  <a:pt x="10" y="147"/>
                  <a:pt x="0" y="137"/>
                  <a:pt x="0" y="124"/>
                </a:cubicBezTo>
                <a:cubicBezTo>
                  <a:pt x="0" y="54"/>
                  <a:pt x="0" y="54"/>
                  <a:pt x="0" y="54"/>
                </a:cubicBezTo>
                <a:cubicBezTo>
                  <a:pt x="0" y="24"/>
                  <a:pt x="24" y="0"/>
                  <a:pt x="54" y="0"/>
                </a:cubicBezTo>
                <a:cubicBezTo>
                  <a:pt x="61" y="0"/>
                  <a:pt x="61" y="0"/>
                  <a:pt x="61" y="0"/>
                </a:cubicBezTo>
                <a:cubicBezTo>
                  <a:pt x="66" y="0"/>
                  <a:pt x="71" y="4"/>
                  <a:pt x="71" y="10"/>
                </a:cubicBezTo>
                <a:cubicBezTo>
                  <a:pt x="71" y="23"/>
                  <a:pt x="71" y="23"/>
                  <a:pt x="71" y="23"/>
                </a:cubicBezTo>
                <a:cubicBezTo>
                  <a:pt x="71" y="28"/>
                  <a:pt x="66" y="33"/>
                  <a:pt x="61" y="33"/>
                </a:cubicBezTo>
                <a:cubicBezTo>
                  <a:pt x="54" y="33"/>
                  <a:pt x="54" y="33"/>
                  <a:pt x="54" y="33"/>
                </a:cubicBezTo>
                <a:cubicBezTo>
                  <a:pt x="43" y="33"/>
                  <a:pt x="33" y="43"/>
                  <a:pt x="33" y="54"/>
                </a:cubicBezTo>
                <a:cubicBezTo>
                  <a:pt x="33" y="58"/>
                  <a:pt x="33" y="58"/>
                  <a:pt x="33" y="58"/>
                </a:cubicBezTo>
                <a:cubicBezTo>
                  <a:pt x="33" y="61"/>
                  <a:pt x="35" y="63"/>
                  <a:pt x="38" y="63"/>
                </a:cubicBezTo>
                <a:cubicBezTo>
                  <a:pt x="61" y="63"/>
                  <a:pt x="61" y="63"/>
                  <a:pt x="61" y="63"/>
                </a:cubicBezTo>
                <a:cubicBezTo>
                  <a:pt x="73" y="63"/>
                  <a:pt x="84" y="73"/>
                  <a:pt x="84" y="86"/>
                </a:cubicBezTo>
                <a:cubicBezTo>
                  <a:pt x="84" y="124"/>
                  <a:pt x="84" y="124"/>
                  <a:pt x="84" y="124"/>
                </a:cubicBezTo>
                <a:cubicBezTo>
                  <a:pt x="84" y="137"/>
                  <a:pt x="73" y="147"/>
                  <a:pt x="61" y="147"/>
                </a:cubicBezTo>
                <a:close/>
                <a:moveTo>
                  <a:pt x="54" y="8"/>
                </a:moveTo>
                <a:cubicBezTo>
                  <a:pt x="29" y="8"/>
                  <a:pt x="8" y="29"/>
                  <a:pt x="8" y="54"/>
                </a:cubicBezTo>
                <a:cubicBezTo>
                  <a:pt x="8" y="124"/>
                  <a:pt x="8" y="124"/>
                  <a:pt x="8" y="124"/>
                </a:cubicBezTo>
                <a:cubicBezTo>
                  <a:pt x="8" y="133"/>
                  <a:pt x="14" y="139"/>
                  <a:pt x="23" y="139"/>
                </a:cubicBezTo>
                <a:cubicBezTo>
                  <a:pt x="61" y="139"/>
                  <a:pt x="61" y="139"/>
                  <a:pt x="61" y="139"/>
                </a:cubicBezTo>
                <a:cubicBezTo>
                  <a:pt x="69" y="139"/>
                  <a:pt x="76" y="133"/>
                  <a:pt x="76" y="124"/>
                </a:cubicBezTo>
                <a:cubicBezTo>
                  <a:pt x="76" y="86"/>
                  <a:pt x="76" y="86"/>
                  <a:pt x="76" y="86"/>
                </a:cubicBezTo>
                <a:cubicBezTo>
                  <a:pt x="76" y="78"/>
                  <a:pt x="69" y="71"/>
                  <a:pt x="61" y="71"/>
                </a:cubicBezTo>
                <a:cubicBezTo>
                  <a:pt x="38" y="71"/>
                  <a:pt x="38" y="71"/>
                  <a:pt x="38" y="71"/>
                </a:cubicBezTo>
                <a:cubicBezTo>
                  <a:pt x="31" y="71"/>
                  <a:pt x="25" y="65"/>
                  <a:pt x="25" y="58"/>
                </a:cubicBezTo>
                <a:cubicBezTo>
                  <a:pt x="25" y="54"/>
                  <a:pt x="25" y="54"/>
                  <a:pt x="25" y="54"/>
                </a:cubicBezTo>
                <a:cubicBezTo>
                  <a:pt x="25" y="38"/>
                  <a:pt x="38" y="25"/>
                  <a:pt x="54" y="25"/>
                </a:cubicBezTo>
                <a:cubicBezTo>
                  <a:pt x="61" y="25"/>
                  <a:pt x="61" y="25"/>
                  <a:pt x="61" y="25"/>
                </a:cubicBezTo>
                <a:cubicBezTo>
                  <a:pt x="62" y="25"/>
                  <a:pt x="63" y="24"/>
                  <a:pt x="63" y="23"/>
                </a:cubicBezTo>
                <a:cubicBezTo>
                  <a:pt x="63" y="10"/>
                  <a:pt x="63" y="10"/>
                  <a:pt x="63" y="10"/>
                </a:cubicBezTo>
                <a:cubicBezTo>
                  <a:pt x="63" y="9"/>
                  <a:pt x="62" y="8"/>
                  <a:pt x="61" y="8"/>
                </a:cubicBezTo>
                <a:lnTo>
                  <a:pt x="54" y="8"/>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6" name="Freeform 1183"/>
          <p:cNvSpPr>
            <a:spLocks noEditPoints="1"/>
          </p:cNvSpPr>
          <p:nvPr/>
        </p:nvSpPr>
        <p:spPr bwMode="auto">
          <a:xfrm>
            <a:off x="680668" y="4017943"/>
            <a:ext cx="315548" cy="268125"/>
          </a:xfrm>
          <a:custGeom>
            <a:avLst/>
            <a:gdLst>
              <a:gd name="T0" fmla="*/ 112 w 173"/>
              <a:gd name="T1" fmla="*/ 147 h 147"/>
              <a:gd name="T2" fmla="*/ 101 w 173"/>
              <a:gd name="T3" fmla="*/ 124 h 147"/>
              <a:gd name="T4" fmla="*/ 118 w 173"/>
              <a:gd name="T5" fmla="*/ 114 h 147"/>
              <a:gd name="T6" fmla="*/ 139 w 173"/>
              <a:gd name="T7" fmla="*/ 89 h 147"/>
              <a:gd name="T8" fmla="*/ 112 w 173"/>
              <a:gd name="T9" fmla="*/ 84 h 147"/>
              <a:gd name="T10" fmla="*/ 88 w 173"/>
              <a:gd name="T11" fmla="*/ 23 h 147"/>
              <a:gd name="T12" fmla="*/ 150 w 173"/>
              <a:gd name="T13" fmla="*/ 0 h 147"/>
              <a:gd name="T14" fmla="*/ 173 w 173"/>
              <a:gd name="T15" fmla="*/ 93 h 147"/>
              <a:gd name="T16" fmla="*/ 112 w 173"/>
              <a:gd name="T17" fmla="*/ 122 h 147"/>
              <a:gd name="T18" fmla="*/ 109 w 173"/>
              <a:gd name="T19" fmla="*/ 137 h 147"/>
              <a:gd name="T20" fmla="*/ 118 w 173"/>
              <a:gd name="T21" fmla="*/ 139 h 147"/>
              <a:gd name="T22" fmla="*/ 165 w 173"/>
              <a:gd name="T23" fmla="*/ 23 h 147"/>
              <a:gd name="T24" fmla="*/ 112 w 173"/>
              <a:gd name="T25" fmla="*/ 8 h 147"/>
              <a:gd name="T26" fmla="*/ 96 w 173"/>
              <a:gd name="T27" fmla="*/ 61 h 147"/>
              <a:gd name="T28" fmla="*/ 134 w 173"/>
              <a:gd name="T29" fmla="*/ 76 h 147"/>
              <a:gd name="T30" fmla="*/ 147 w 173"/>
              <a:gd name="T31" fmla="*/ 93 h 147"/>
              <a:gd name="T32" fmla="*/ 112 w 173"/>
              <a:gd name="T33" fmla="*/ 122 h 147"/>
              <a:gd name="T34" fmla="*/ 23 w 173"/>
              <a:gd name="T35" fmla="*/ 147 h 147"/>
              <a:gd name="T36" fmla="*/ 12 w 173"/>
              <a:gd name="T37" fmla="*/ 124 h 147"/>
              <a:gd name="T38" fmla="*/ 29 w 173"/>
              <a:gd name="T39" fmla="*/ 114 h 147"/>
              <a:gd name="T40" fmla="*/ 50 w 173"/>
              <a:gd name="T41" fmla="*/ 89 h 147"/>
              <a:gd name="T42" fmla="*/ 23 w 173"/>
              <a:gd name="T43" fmla="*/ 84 h 147"/>
              <a:gd name="T44" fmla="*/ 0 w 173"/>
              <a:gd name="T45" fmla="*/ 23 h 147"/>
              <a:gd name="T46" fmla="*/ 61 w 173"/>
              <a:gd name="T47" fmla="*/ 0 h 147"/>
              <a:gd name="T48" fmla="*/ 84 w 173"/>
              <a:gd name="T49" fmla="*/ 93 h 147"/>
              <a:gd name="T50" fmla="*/ 23 w 173"/>
              <a:gd name="T51" fmla="*/ 122 h 147"/>
              <a:gd name="T52" fmla="*/ 20 w 173"/>
              <a:gd name="T53" fmla="*/ 137 h 147"/>
              <a:gd name="T54" fmla="*/ 29 w 173"/>
              <a:gd name="T55" fmla="*/ 139 h 147"/>
              <a:gd name="T56" fmla="*/ 76 w 173"/>
              <a:gd name="T57" fmla="*/ 23 h 147"/>
              <a:gd name="T58" fmla="*/ 23 w 173"/>
              <a:gd name="T59" fmla="*/ 8 h 147"/>
              <a:gd name="T60" fmla="*/ 8 w 173"/>
              <a:gd name="T61" fmla="*/ 61 h 147"/>
              <a:gd name="T62" fmla="*/ 45 w 173"/>
              <a:gd name="T63" fmla="*/ 76 h 147"/>
              <a:gd name="T64" fmla="*/ 58 w 173"/>
              <a:gd name="T65" fmla="*/ 93 h 147"/>
              <a:gd name="T66" fmla="*/ 23 w 173"/>
              <a:gd name="T67" fmla="*/ 12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3" h="147">
                <a:moveTo>
                  <a:pt x="118" y="147"/>
                </a:moveTo>
                <a:cubicBezTo>
                  <a:pt x="112" y="147"/>
                  <a:pt x="112" y="147"/>
                  <a:pt x="112" y="147"/>
                </a:cubicBezTo>
                <a:cubicBezTo>
                  <a:pt x="106" y="147"/>
                  <a:pt x="101" y="143"/>
                  <a:pt x="101" y="137"/>
                </a:cubicBezTo>
                <a:cubicBezTo>
                  <a:pt x="101" y="124"/>
                  <a:pt x="101" y="124"/>
                  <a:pt x="101" y="124"/>
                </a:cubicBezTo>
                <a:cubicBezTo>
                  <a:pt x="101" y="119"/>
                  <a:pt x="106" y="114"/>
                  <a:pt x="112" y="114"/>
                </a:cubicBezTo>
                <a:cubicBezTo>
                  <a:pt x="118" y="114"/>
                  <a:pt x="118" y="114"/>
                  <a:pt x="118" y="114"/>
                </a:cubicBezTo>
                <a:cubicBezTo>
                  <a:pt x="130" y="114"/>
                  <a:pt x="139" y="104"/>
                  <a:pt x="139" y="93"/>
                </a:cubicBezTo>
                <a:cubicBezTo>
                  <a:pt x="139" y="89"/>
                  <a:pt x="139" y="89"/>
                  <a:pt x="139" y="89"/>
                </a:cubicBezTo>
                <a:cubicBezTo>
                  <a:pt x="139" y="86"/>
                  <a:pt x="137" y="84"/>
                  <a:pt x="134" y="84"/>
                </a:cubicBezTo>
                <a:cubicBezTo>
                  <a:pt x="112" y="84"/>
                  <a:pt x="112" y="84"/>
                  <a:pt x="112" y="84"/>
                </a:cubicBezTo>
                <a:cubicBezTo>
                  <a:pt x="99" y="84"/>
                  <a:pt x="88" y="74"/>
                  <a:pt x="88" y="61"/>
                </a:cubicBezTo>
                <a:cubicBezTo>
                  <a:pt x="88" y="23"/>
                  <a:pt x="88" y="23"/>
                  <a:pt x="88" y="23"/>
                </a:cubicBezTo>
                <a:cubicBezTo>
                  <a:pt x="88" y="10"/>
                  <a:pt x="99" y="0"/>
                  <a:pt x="112" y="0"/>
                </a:cubicBezTo>
                <a:cubicBezTo>
                  <a:pt x="150" y="0"/>
                  <a:pt x="150" y="0"/>
                  <a:pt x="150" y="0"/>
                </a:cubicBezTo>
                <a:cubicBezTo>
                  <a:pt x="162" y="0"/>
                  <a:pt x="173" y="10"/>
                  <a:pt x="173" y="23"/>
                </a:cubicBezTo>
                <a:cubicBezTo>
                  <a:pt x="173" y="93"/>
                  <a:pt x="173" y="93"/>
                  <a:pt x="173" y="93"/>
                </a:cubicBezTo>
                <a:cubicBezTo>
                  <a:pt x="173" y="123"/>
                  <a:pt x="148" y="147"/>
                  <a:pt x="118" y="147"/>
                </a:cubicBezTo>
                <a:close/>
                <a:moveTo>
                  <a:pt x="112" y="122"/>
                </a:moveTo>
                <a:cubicBezTo>
                  <a:pt x="110" y="122"/>
                  <a:pt x="109" y="123"/>
                  <a:pt x="109" y="124"/>
                </a:cubicBezTo>
                <a:cubicBezTo>
                  <a:pt x="109" y="137"/>
                  <a:pt x="109" y="137"/>
                  <a:pt x="109" y="137"/>
                </a:cubicBezTo>
                <a:cubicBezTo>
                  <a:pt x="109" y="138"/>
                  <a:pt x="110" y="139"/>
                  <a:pt x="112" y="139"/>
                </a:cubicBezTo>
                <a:cubicBezTo>
                  <a:pt x="118" y="139"/>
                  <a:pt x="118" y="139"/>
                  <a:pt x="118" y="139"/>
                </a:cubicBezTo>
                <a:cubicBezTo>
                  <a:pt x="144" y="139"/>
                  <a:pt x="165" y="118"/>
                  <a:pt x="165" y="93"/>
                </a:cubicBezTo>
                <a:cubicBezTo>
                  <a:pt x="165" y="23"/>
                  <a:pt x="165" y="23"/>
                  <a:pt x="165" y="23"/>
                </a:cubicBezTo>
                <a:cubicBezTo>
                  <a:pt x="165" y="14"/>
                  <a:pt x="158" y="8"/>
                  <a:pt x="150" y="8"/>
                </a:cubicBezTo>
                <a:cubicBezTo>
                  <a:pt x="112" y="8"/>
                  <a:pt x="112" y="8"/>
                  <a:pt x="112" y="8"/>
                </a:cubicBezTo>
                <a:cubicBezTo>
                  <a:pt x="103" y="8"/>
                  <a:pt x="96" y="14"/>
                  <a:pt x="96" y="23"/>
                </a:cubicBezTo>
                <a:cubicBezTo>
                  <a:pt x="96" y="61"/>
                  <a:pt x="96" y="61"/>
                  <a:pt x="96" y="61"/>
                </a:cubicBezTo>
                <a:cubicBezTo>
                  <a:pt x="96" y="69"/>
                  <a:pt x="103" y="76"/>
                  <a:pt x="112" y="76"/>
                </a:cubicBezTo>
                <a:cubicBezTo>
                  <a:pt x="134" y="76"/>
                  <a:pt x="134" y="76"/>
                  <a:pt x="134" y="76"/>
                </a:cubicBezTo>
                <a:cubicBezTo>
                  <a:pt x="141" y="76"/>
                  <a:pt x="147" y="82"/>
                  <a:pt x="147" y="89"/>
                </a:cubicBezTo>
                <a:cubicBezTo>
                  <a:pt x="147" y="93"/>
                  <a:pt x="147" y="93"/>
                  <a:pt x="147" y="93"/>
                </a:cubicBezTo>
                <a:cubicBezTo>
                  <a:pt x="147" y="109"/>
                  <a:pt x="134" y="122"/>
                  <a:pt x="118" y="122"/>
                </a:cubicBezTo>
                <a:lnTo>
                  <a:pt x="112" y="122"/>
                </a:lnTo>
                <a:close/>
                <a:moveTo>
                  <a:pt x="29" y="147"/>
                </a:moveTo>
                <a:cubicBezTo>
                  <a:pt x="23" y="147"/>
                  <a:pt x="23" y="147"/>
                  <a:pt x="23" y="147"/>
                </a:cubicBezTo>
                <a:cubicBezTo>
                  <a:pt x="17" y="147"/>
                  <a:pt x="12" y="143"/>
                  <a:pt x="12" y="137"/>
                </a:cubicBezTo>
                <a:cubicBezTo>
                  <a:pt x="12" y="124"/>
                  <a:pt x="12" y="124"/>
                  <a:pt x="12" y="124"/>
                </a:cubicBezTo>
                <a:cubicBezTo>
                  <a:pt x="12" y="119"/>
                  <a:pt x="17" y="114"/>
                  <a:pt x="23" y="114"/>
                </a:cubicBezTo>
                <a:cubicBezTo>
                  <a:pt x="29" y="114"/>
                  <a:pt x="29" y="114"/>
                  <a:pt x="29" y="114"/>
                </a:cubicBezTo>
                <a:cubicBezTo>
                  <a:pt x="41" y="114"/>
                  <a:pt x="50" y="104"/>
                  <a:pt x="50" y="93"/>
                </a:cubicBezTo>
                <a:cubicBezTo>
                  <a:pt x="50" y="89"/>
                  <a:pt x="50" y="89"/>
                  <a:pt x="50" y="89"/>
                </a:cubicBezTo>
                <a:cubicBezTo>
                  <a:pt x="50" y="86"/>
                  <a:pt x="48" y="84"/>
                  <a:pt x="45" y="84"/>
                </a:cubicBezTo>
                <a:cubicBezTo>
                  <a:pt x="23" y="84"/>
                  <a:pt x="23" y="84"/>
                  <a:pt x="23" y="84"/>
                </a:cubicBezTo>
                <a:cubicBezTo>
                  <a:pt x="10" y="84"/>
                  <a:pt x="0" y="74"/>
                  <a:pt x="0" y="61"/>
                </a:cubicBezTo>
                <a:cubicBezTo>
                  <a:pt x="0" y="23"/>
                  <a:pt x="0" y="23"/>
                  <a:pt x="0" y="23"/>
                </a:cubicBezTo>
                <a:cubicBezTo>
                  <a:pt x="0" y="10"/>
                  <a:pt x="10" y="0"/>
                  <a:pt x="23" y="0"/>
                </a:cubicBezTo>
                <a:cubicBezTo>
                  <a:pt x="61" y="0"/>
                  <a:pt x="61" y="0"/>
                  <a:pt x="61" y="0"/>
                </a:cubicBezTo>
                <a:cubicBezTo>
                  <a:pt x="73" y="0"/>
                  <a:pt x="84" y="10"/>
                  <a:pt x="84" y="23"/>
                </a:cubicBezTo>
                <a:cubicBezTo>
                  <a:pt x="84" y="93"/>
                  <a:pt x="84" y="93"/>
                  <a:pt x="84" y="93"/>
                </a:cubicBezTo>
                <a:cubicBezTo>
                  <a:pt x="84" y="123"/>
                  <a:pt x="59" y="147"/>
                  <a:pt x="29" y="147"/>
                </a:cubicBezTo>
                <a:close/>
                <a:moveTo>
                  <a:pt x="23" y="122"/>
                </a:moveTo>
                <a:cubicBezTo>
                  <a:pt x="21" y="122"/>
                  <a:pt x="20" y="123"/>
                  <a:pt x="20" y="124"/>
                </a:cubicBezTo>
                <a:cubicBezTo>
                  <a:pt x="20" y="137"/>
                  <a:pt x="20" y="137"/>
                  <a:pt x="20" y="137"/>
                </a:cubicBezTo>
                <a:cubicBezTo>
                  <a:pt x="20" y="138"/>
                  <a:pt x="21" y="139"/>
                  <a:pt x="23" y="139"/>
                </a:cubicBezTo>
                <a:cubicBezTo>
                  <a:pt x="29" y="139"/>
                  <a:pt x="29" y="139"/>
                  <a:pt x="29" y="139"/>
                </a:cubicBezTo>
                <a:cubicBezTo>
                  <a:pt x="55" y="139"/>
                  <a:pt x="76" y="118"/>
                  <a:pt x="76" y="93"/>
                </a:cubicBezTo>
                <a:cubicBezTo>
                  <a:pt x="76" y="23"/>
                  <a:pt x="76" y="23"/>
                  <a:pt x="76" y="23"/>
                </a:cubicBezTo>
                <a:cubicBezTo>
                  <a:pt x="76" y="14"/>
                  <a:pt x="69" y="8"/>
                  <a:pt x="61" y="8"/>
                </a:cubicBezTo>
                <a:cubicBezTo>
                  <a:pt x="23" y="8"/>
                  <a:pt x="23" y="8"/>
                  <a:pt x="23" y="8"/>
                </a:cubicBezTo>
                <a:cubicBezTo>
                  <a:pt x="14" y="8"/>
                  <a:pt x="8" y="14"/>
                  <a:pt x="8" y="23"/>
                </a:cubicBezTo>
                <a:cubicBezTo>
                  <a:pt x="8" y="61"/>
                  <a:pt x="8" y="61"/>
                  <a:pt x="8" y="61"/>
                </a:cubicBezTo>
                <a:cubicBezTo>
                  <a:pt x="8" y="69"/>
                  <a:pt x="14" y="76"/>
                  <a:pt x="23" y="76"/>
                </a:cubicBezTo>
                <a:cubicBezTo>
                  <a:pt x="45" y="76"/>
                  <a:pt x="45" y="76"/>
                  <a:pt x="45" y="76"/>
                </a:cubicBezTo>
                <a:cubicBezTo>
                  <a:pt x="52" y="76"/>
                  <a:pt x="58" y="82"/>
                  <a:pt x="58" y="89"/>
                </a:cubicBezTo>
                <a:cubicBezTo>
                  <a:pt x="58" y="93"/>
                  <a:pt x="58" y="93"/>
                  <a:pt x="58" y="93"/>
                </a:cubicBezTo>
                <a:cubicBezTo>
                  <a:pt x="58" y="109"/>
                  <a:pt x="45" y="122"/>
                  <a:pt x="29" y="122"/>
                </a:cubicBezTo>
                <a:lnTo>
                  <a:pt x="23" y="122"/>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7" name="Freeform 1184"/>
          <p:cNvSpPr>
            <a:spLocks noEditPoints="1"/>
          </p:cNvSpPr>
          <p:nvPr/>
        </p:nvSpPr>
        <p:spPr bwMode="auto">
          <a:xfrm>
            <a:off x="1617987" y="3021263"/>
            <a:ext cx="270861" cy="269949"/>
          </a:xfrm>
          <a:custGeom>
            <a:avLst/>
            <a:gdLst>
              <a:gd name="T0" fmla="*/ 84 w 148"/>
              <a:gd name="T1" fmla="*/ 148 h 148"/>
              <a:gd name="T2" fmla="*/ 64 w 148"/>
              <a:gd name="T3" fmla="*/ 148 h 148"/>
              <a:gd name="T4" fmla="*/ 55 w 148"/>
              <a:gd name="T5" fmla="*/ 144 h 148"/>
              <a:gd name="T6" fmla="*/ 51 w 148"/>
              <a:gd name="T7" fmla="*/ 134 h 148"/>
              <a:gd name="T8" fmla="*/ 51 w 148"/>
              <a:gd name="T9" fmla="*/ 97 h 148"/>
              <a:gd name="T10" fmla="*/ 14 w 148"/>
              <a:gd name="T11" fmla="*/ 97 h 148"/>
              <a:gd name="T12" fmla="*/ 4 w 148"/>
              <a:gd name="T13" fmla="*/ 93 h 148"/>
              <a:gd name="T14" fmla="*/ 0 w 148"/>
              <a:gd name="T15" fmla="*/ 83 h 148"/>
              <a:gd name="T16" fmla="*/ 0 w 148"/>
              <a:gd name="T17" fmla="*/ 64 h 148"/>
              <a:gd name="T18" fmla="*/ 4 w 148"/>
              <a:gd name="T19" fmla="*/ 55 h 148"/>
              <a:gd name="T20" fmla="*/ 14 w 148"/>
              <a:gd name="T21" fmla="*/ 51 h 148"/>
              <a:gd name="T22" fmla="*/ 51 w 148"/>
              <a:gd name="T23" fmla="*/ 51 h 148"/>
              <a:gd name="T24" fmla="*/ 51 w 148"/>
              <a:gd name="T25" fmla="*/ 13 h 148"/>
              <a:gd name="T26" fmla="*/ 55 w 148"/>
              <a:gd name="T27" fmla="*/ 4 h 148"/>
              <a:gd name="T28" fmla="*/ 64 w 148"/>
              <a:gd name="T29" fmla="*/ 0 h 148"/>
              <a:gd name="T30" fmla="*/ 84 w 148"/>
              <a:gd name="T31" fmla="*/ 0 h 148"/>
              <a:gd name="T32" fmla="*/ 93 w 148"/>
              <a:gd name="T33" fmla="*/ 4 h 148"/>
              <a:gd name="T34" fmla="*/ 97 w 148"/>
              <a:gd name="T35" fmla="*/ 13 h 148"/>
              <a:gd name="T36" fmla="*/ 97 w 148"/>
              <a:gd name="T37" fmla="*/ 51 h 148"/>
              <a:gd name="T38" fmla="*/ 134 w 148"/>
              <a:gd name="T39" fmla="*/ 51 h 148"/>
              <a:gd name="T40" fmla="*/ 144 w 148"/>
              <a:gd name="T41" fmla="*/ 55 h 148"/>
              <a:gd name="T42" fmla="*/ 148 w 148"/>
              <a:gd name="T43" fmla="*/ 64 h 148"/>
              <a:gd name="T44" fmla="*/ 148 w 148"/>
              <a:gd name="T45" fmla="*/ 83 h 148"/>
              <a:gd name="T46" fmla="*/ 144 w 148"/>
              <a:gd name="T47" fmla="*/ 93 h 148"/>
              <a:gd name="T48" fmla="*/ 134 w 148"/>
              <a:gd name="T49" fmla="*/ 97 h 148"/>
              <a:gd name="T50" fmla="*/ 97 w 148"/>
              <a:gd name="T51" fmla="*/ 97 h 148"/>
              <a:gd name="T52" fmla="*/ 97 w 148"/>
              <a:gd name="T53" fmla="*/ 134 h 148"/>
              <a:gd name="T54" fmla="*/ 93 w 148"/>
              <a:gd name="T55" fmla="*/ 144 h 148"/>
              <a:gd name="T56" fmla="*/ 84 w 148"/>
              <a:gd name="T57" fmla="*/ 148 h 148"/>
              <a:gd name="T58" fmla="*/ 14 w 148"/>
              <a:gd name="T59" fmla="*/ 59 h 148"/>
              <a:gd name="T60" fmla="*/ 10 w 148"/>
              <a:gd name="T61" fmla="*/ 60 h 148"/>
              <a:gd name="T62" fmla="*/ 8 w 148"/>
              <a:gd name="T63" fmla="*/ 64 h 148"/>
              <a:gd name="T64" fmla="*/ 8 w 148"/>
              <a:gd name="T65" fmla="*/ 83 h 148"/>
              <a:gd name="T66" fmla="*/ 10 w 148"/>
              <a:gd name="T67" fmla="*/ 87 h 148"/>
              <a:gd name="T68" fmla="*/ 14 w 148"/>
              <a:gd name="T69" fmla="*/ 89 h 148"/>
              <a:gd name="T70" fmla="*/ 59 w 148"/>
              <a:gd name="T71" fmla="*/ 89 h 148"/>
              <a:gd name="T72" fmla="*/ 59 w 148"/>
              <a:gd name="T73" fmla="*/ 134 h 148"/>
              <a:gd name="T74" fmla="*/ 61 w 148"/>
              <a:gd name="T75" fmla="*/ 138 h 148"/>
              <a:gd name="T76" fmla="*/ 64 w 148"/>
              <a:gd name="T77" fmla="*/ 140 h 148"/>
              <a:gd name="T78" fmla="*/ 84 w 148"/>
              <a:gd name="T79" fmla="*/ 140 h 148"/>
              <a:gd name="T80" fmla="*/ 87 w 148"/>
              <a:gd name="T81" fmla="*/ 138 h 148"/>
              <a:gd name="T82" fmla="*/ 89 w 148"/>
              <a:gd name="T83" fmla="*/ 134 h 148"/>
              <a:gd name="T84" fmla="*/ 89 w 148"/>
              <a:gd name="T85" fmla="*/ 89 h 148"/>
              <a:gd name="T86" fmla="*/ 134 w 148"/>
              <a:gd name="T87" fmla="*/ 89 h 148"/>
              <a:gd name="T88" fmla="*/ 138 w 148"/>
              <a:gd name="T89" fmla="*/ 87 h 148"/>
              <a:gd name="T90" fmla="*/ 140 w 148"/>
              <a:gd name="T91" fmla="*/ 83 h 148"/>
              <a:gd name="T92" fmla="*/ 140 w 148"/>
              <a:gd name="T93" fmla="*/ 64 h 148"/>
              <a:gd name="T94" fmla="*/ 138 w 148"/>
              <a:gd name="T95" fmla="*/ 60 h 148"/>
              <a:gd name="T96" fmla="*/ 134 w 148"/>
              <a:gd name="T97" fmla="*/ 59 h 148"/>
              <a:gd name="T98" fmla="*/ 89 w 148"/>
              <a:gd name="T99" fmla="*/ 59 h 148"/>
              <a:gd name="T100" fmla="*/ 89 w 148"/>
              <a:gd name="T101" fmla="*/ 13 h 148"/>
              <a:gd name="T102" fmla="*/ 87 w 148"/>
              <a:gd name="T103" fmla="*/ 10 h 148"/>
              <a:gd name="T104" fmla="*/ 84 w 148"/>
              <a:gd name="T105" fmla="*/ 8 h 148"/>
              <a:gd name="T106" fmla="*/ 64 w 148"/>
              <a:gd name="T107" fmla="*/ 8 h 148"/>
              <a:gd name="T108" fmla="*/ 61 w 148"/>
              <a:gd name="T109" fmla="*/ 10 h 148"/>
              <a:gd name="T110" fmla="*/ 59 w 148"/>
              <a:gd name="T111" fmla="*/ 13 h 148"/>
              <a:gd name="T112" fmla="*/ 59 w 148"/>
              <a:gd name="T113" fmla="*/ 59 h 148"/>
              <a:gd name="T114" fmla="*/ 14 w 148"/>
              <a:gd name="T115" fmla="*/ 59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8" h="148">
                <a:moveTo>
                  <a:pt x="84" y="148"/>
                </a:moveTo>
                <a:cubicBezTo>
                  <a:pt x="64" y="148"/>
                  <a:pt x="64" y="148"/>
                  <a:pt x="64" y="148"/>
                </a:cubicBezTo>
                <a:cubicBezTo>
                  <a:pt x="61" y="148"/>
                  <a:pt x="57" y="146"/>
                  <a:pt x="55" y="144"/>
                </a:cubicBezTo>
                <a:cubicBezTo>
                  <a:pt x="52" y="141"/>
                  <a:pt x="51" y="138"/>
                  <a:pt x="51" y="134"/>
                </a:cubicBezTo>
                <a:cubicBezTo>
                  <a:pt x="51" y="97"/>
                  <a:pt x="51" y="97"/>
                  <a:pt x="51" y="97"/>
                </a:cubicBezTo>
                <a:cubicBezTo>
                  <a:pt x="14" y="97"/>
                  <a:pt x="14" y="97"/>
                  <a:pt x="14" y="97"/>
                </a:cubicBezTo>
                <a:cubicBezTo>
                  <a:pt x="10" y="97"/>
                  <a:pt x="7" y="95"/>
                  <a:pt x="4" y="93"/>
                </a:cubicBezTo>
                <a:cubicBezTo>
                  <a:pt x="2" y="90"/>
                  <a:pt x="0" y="87"/>
                  <a:pt x="0" y="83"/>
                </a:cubicBezTo>
                <a:cubicBezTo>
                  <a:pt x="0" y="64"/>
                  <a:pt x="0" y="64"/>
                  <a:pt x="0" y="64"/>
                </a:cubicBezTo>
                <a:cubicBezTo>
                  <a:pt x="0" y="61"/>
                  <a:pt x="2" y="57"/>
                  <a:pt x="4" y="55"/>
                </a:cubicBezTo>
                <a:cubicBezTo>
                  <a:pt x="7" y="52"/>
                  <a:pt x="10" y="51"/>
                  <a:pt x="14" y="51"/>
                </a:cubicBezTo>
                <a:cubicBezTo>
                  <a:pt x="51" y="51"/>
                  <a:pt x="51" y="51"/>
                  <a:pt x="51" y="51"/>
                </a:cubicBezTo>
                <a:cubicBezTo>
                  <a:pt x="51" y="13"/>
                  <a:pt x="51" y="13"/>
                  <a:pt x="51" y="13"/>
                </a:cubicBezTo>
                <a:cubicBezTo>
                  <a:pt x="51" y="10"/>
                  <a:pt x="52" y="6"/>
                  <a:pt x="55" y="4"/>
                </a:cubicBezTo>
                <a:cubicBezTo>
                  <a:pt x="57" y="1"/>
                  <a:pt x="61" y="0"/>
                  <a:pt x="64" y="0"/>
                </a:cubicBezTo>
                <a:cubicBezTo>
                  <a:pt x="84" y="0"/>
                  <a:pt x="84" y="0"/>
                  <a:pt x="84" y="0"/>
                </a:cubicBezTo>
                <a:cubicBezTo>
                  <a:pt x="87" y="0"/>
                  <a:pt x="91" y="1"/>
                  <a:pt x="93" y="4"/>
                </a:cubicBezTo>
                <a:cubicBezTo>
                  <a:pt x="96" y="6"/>
                  <a:pt x="97" y="10"/>
                  <a:pt x="97" y="13"/>
                </a:cubicBezTo>
                <a:cubicBezTo>
                  <a:pt x="97" y="51"/>
                  <a:pt x="97" y="51"/>
                  <a:pt x="97" y="51"/>
                </a:cubicBezTo>
                <a:cubicBezTo>
                  <a:pt x="134" y="51"/>
                  <a:pt x="134" y="51"/>
                  <a:pt x="134" y="51"/>
                </a:cubicBezTo>
                <a:cubicBezTo>
                  <a:pt x="138" y="51"/>
                  <a:pt x="141" y="52"/>
                  <a:pt x="144" y="55"/>
                </a:cubicBezTo>
                <a:cubicBezTo>
                  <a:pt x="146" y="57"/>
                  <a:pt x="148" y="61"/>
                  <a:pt x="148" y="64"/>
                </a:cubicBezTo>
                <a:cubicBezTo>
                  <a:pt x="148" y="83"/>
                  <a:pt x="148" y="83"/>
                  <a:pt x="148" y="83"/>
                </a:cubicBezTo>
                <a:cubicBezTo>
                  <a:pt x="148" y="87"/>
                  <a:pt x="146" y="90"/>
                  <a:pt x="144" y="93"/>
                </a:cubicBezTo>
                <a:cubicBezTo>
                  <a:pt x="141" y="95"/>
                  <a:pt x="138" y="97"/>
                  <a:pt x="134" y="97"/>
                </a:cubicBezTo>
                <a:cubicBezTo>
                  <a:pt x="97" y="97"/>
                  <a:pt x="97" y="97"/>
                  <a:pt x="97" y="97"/>
                </a:cubicBezTo>
                <a:cubicBezTo>
                  <a:pt x="97" y="134"/>
                  <a:pt x="97" y="134"/>
                  <a:pt x="97" y="134"/>
                </a:cubicBezTo>
                <a:cubicBezTo>
                  <a:pt x="97" y="138"/>
                  <a:pt x="96" y="141"/>
                  <a:pt x="93" y="144"/>
                </a:cubicBezTo>
                <a:cubicBezTo>
                  <a:pt x="91" y="146"/>
                  <a:pt x="87" y="148"/>
                  <a:pt x="84" y="148"/>
                </a:cubicBezTo>
                <a:close/>
                <a:moveTo>
                  <a:pt x="14" y="59"/>
                </a:moveTo>
                <a:cubicBezTo>
                  <a:pt x="12" y="59"/>
                  <a:pt x="11" y="59"/>
                  <a:pt x="10" y="60"/>
                </a:cubicBezTo>
                <a:cubicBezTo>
                  <a:pt x="9" y="61"/>
                  <a:pt x="8" y="63"/>
                  <a:pt x="8" y="64"/>
                </a:cubicBezTo>
                <a:cubicBezTo>
                  <a:pt x="8" y="83"/>
                  <a:pt x="8" y="83"/>
                  <a:pt x="8" y="83"/>
                </a:cubicBezTo>
                <a:cubicBezTo>
                  <a:pt x="8" y="85"/>
                  <a:pt x="9" y="86"/>
                  <a:pt x="10" y="87"/>
                </a:cubicBezTo>
                <a:cubicBezTo>
                  <a:pt x="11" y="88"/>
                  <a:pt x="12" y="89"/>
                  <a:pt x="14" y="89"/>
                </a:cubicBezTo>
                <a:cubicBezTo>
                  <a:pt x="59" y="89"/>
                  <a:pt x="59" y="89"/>
                  <a:pt x="59" y="89"/>
                </a:cubicBezTo>
                <a:cubicBezTo>
                  <a:pt x="59" y="134"/>
                  <a:pt x="59" y="134"/>
                  <a:pt x="59" y="134"/>
                </a:cubicBezTo>
                <a:cubicBezTo>
                  <a:pt x="59" y="136"/>
                  <a:pt x="60" y="137"/>
                  <a:pt x="61" y="138"/>
                </a:cubicBezTo>
                <a:cubicBezTo>
                  <a:pt x="62" y="139"/>
                  <a:pt x="63" y="140"/>
                  <a:pt x="64" y="140"/>
                </a:cubicBezTo>
                <a:cubicBezTo>
                  <a:pt x="84" y="140"/>
                  <a:pt x="84" y="140"/>
                  <a:pt x="84" y="140"/>
                </a:cubicBezTo>
                <a:cubicBezTo>
                  <a:pt x="85" y="140"/>
                  <a:pt x="86" y="139"/>
                  <a:pt x="87" y="138"/>
                </a:cubicBezTo>
                <a:cubicBezTo>
                  <a:pt x="88" y="137"/>
                  <a:pt x="89" y="136"/>
                  <a:pt x="89" y="134"/>
                </a:cubicBezTo>
                <a:cubicBezTo>
                  <a:pt x="89" y="89"/>
                  <a:pt x="89" y="89"/>
                  <a:pt x="89" y="89"/>
                </a:cubicBezTo>
                <a:cubicBezTo>
                  <a:pt x="134" y="89"/>
                  <a:pt x="134" y="89"/>
                  <a:pt x="134" y="89"/>
                </a:cubicBezTo>
                <a:cubicBezTo>
                  <a:pt x="136" y="89"/>
                  <a:pt x="137" y="88"/>
                  <a:pt x="138" y="87"/>
                </a:cubicBezTo>
                <a:cubicBezTo>
                  <a:pt x="139" y="86"/>
                  <a:pt x="140" y="85"/>
                  <a:pt x="140" y="83"/>
                </a:cubicBezTo>
                <a:cubicBezTo>
                  <a:pt x="140" y="64"/>
                  <a:pt x="140" y="64"/>
                  <a:pt x="140" y="64"/>
                </a:cubicBezTo>
                <a:cubicBezTo>
                  <a:pt x="140" y="63"/>
                  <a:pt x="139" y="61"/>
                  <a:pt x="138" y="60"/>
                </a:cubicBezTo>
                <a:cubicBezTo>
                  <a:pt x="137" y="59"/>
                  <a:pt x="136" y="59"/>
                  <a:pt x="134" y="59"/>
                </a:cubicBezTo>
                <a:cubicBezTo>
                  <a:pt x="89" y="59"/>
                  <a:pt x="89" y="59"/>
                  <a:pt x="89" y="59"/>
                </a:cubicBezTo>
                <a:cubicBezTo>
                  <a:pt x="89" y="13"/>
                  <a:pt x="89" y="13"/>
                  <a:pt x="89" y="13"/>
                </a:cubicBezTo>
                <a:cubicBezTo>
                  <a:pt x="89" y="12"/>
                  <a:pt x="88" y="11"/>
                  <a:pt x="87" y="10"/>
                </a:cubicBezTo>
                <a:cubicBezTo>
                  <a:pt x="86" y="9"/>
                  <a:pt x="85" y="8"/>
                  <a:pt x="84" y="8"/>
                </a:cubicBezTo>
                <a:cubicBezTo>
                  <a:pt x="64" y="8"/>
                  <a:pt x="64" y="8"/>
                  <a:pt x="64" y="8"/>
                </a:cubicBezTo>
                <a:cubicBezTo>
                  <a:pt x="63" y="8"/>
                  <a:pt x="62" y="9"/>
                  <a:pt x="61" y="10"/>
                </a:cubicBezTo>
                <a:cubicBezTo>
                  <a:pt x="60" y="11"/>
                  <a:pt x="59" y="12"/>
                  <a:pt x="59" y="13"/>
                </a:cubicBezTo>
                <a:cubicBezTo>
                  <a:pt x="59" y="59"/>
                  <a:pt x="59" y="59"/>
                  <a:pt x="59" y="59"/>
                </a:cubicBezTo>
                <a:lnTo>
                  <a:pt x="14" y="59"/>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8" name="Freeform 13"/>
          <p:cNvSpPr>
            <a:spLocks noEditPoints="1"/>
          </p:cNvSpPr>
          <p:nvPr/>
        </p:nvSpPr>
        <p:spPr bwMode="auto">
          <a:xfrm>
            <a:off x="1159629" y="4013306"/>
            <a:ext cx="274372" cy="277399"/>
          </a:xfrm>
          <a:custGeom>
            <a:avLst/>
            <a:gdLst>
              <a:gd name="T0" fmla="*/ 240 w 272"/>
              <a:gd name="T1" fmla="*/ 275 h 275"/>
              <a:gd name="T2" fmla="*/ 144 w 272"/>
              <a:gd name="T3" fmla="*/ 275 h 275"/>
              <a:gd name="T4" fmla="*/ 144 w 272"/>
              <a:gd name="T5" fmla="*/ 219 h 275"/>
              <a:gd name="T6" fmla="*/ 128 w 272"/>
              <a:gd name="T7" fmla="*/ 219 h 275"/>
              <a:gd name="T8" fmla="*/ 128 w 272"/>
              <a:gd name="T9" fmla="*/ 275 h 275"/>
              <a:gd name="T10" fmla="*/ 32 w 272"/>
              <a:gd name="T11" fmla="*/ 275 h 275"/>
              <a:gd name="T12" fmla="*/ 32 w 272"/>
              <a:gd name="T13" fmla="*/ 181 h 275"/>
              <a:gd name="T14" fmla="*/ 0 w 272"/>
              <a:gd name="T15" fmla="*/ 181 h 275"/>
              <a:gd name="T16" fmla="*/ 0 w 272"/>
              <a:gd name="T17" fmla="*/ 161 h 275"/>
              <a:gd name="T18" fmla="*/ 136 w 272"/>
              <a:gd name="T19" fmla="*/ 0 h 275"/>
              <a:gd name="T20" fmla="*/ 176 w 272"/>
              <a:gd name="T21" fmla="*/ 48 h 275"/>
              <a:gd name="T22" fmla="*/ 176 w 272"/>
              <a:gd name="T23" fmla="*/ 14 h 275"/>
              <a:gd name="T24" fmla="*/ 224 w 272"/>
              <a:gd name="T25" fmla="*/ 14 h 275"/>
              <a:gd name="T26" fmla="*/ 224 w 272"/>
              <a:gd name="T27" fmla="*/ 104 h 275"/>
              <a:gd name="T28" fmla="*/ 272 w 272"/>
              <a:gd name="T29" fmla="*/ 161 h 275"/>
              <a:gd name="T30" fmla="*/ 272 w 272"/>
              <a:gd name="T31" fmla="*/ 181 h 275"/>
              <a:gd name="T32" fmla="*/ 240 w 272"/>
              <a:gd name="T33" fmla="*/ 181 h 275"/>
              <a:gd name="T34" fmla="*/ 240 w 272"/>
              <a:gd name="T35" fmla="*/ 275 h 275"/>
              <a:gd name="T36" fmla="*/ 160 w 272"/>
              <a:gd name="T37" fmla="*/ 259 h 275"/>
              <a:gd name="T38" fmla="*/ 224 w 272"/>
              <a:gd name="T39" fmla="*/ 259 h 275"/>
              <a:gd name="T40" fmla="*/ 224 w 272"/>
              <a:gd name="T41" fmla="*/ 165 h 275"/>
              <a:gd name="T42" fmla="*/ 254 w 272"/>
              <a:gd name="T43" fmla="*/ 165 h 275"/>
              <a:gd name="T44" fmla="*/ 208 w 272"/>
              <a:gd name="T45" fmla="*/ 110 h 275"/>
              <a:gd name="T46" fmla="*/ 208 w 272"/>
              <a:gd name="T47" fmla="*/ 30 h 275"/>
              <a:gd name="T48" fmla="*/ 192 w 272"/>
              <a:gd name="T49" fmla="*/ 30 h 275"/>
              <a:gd name="T50" fmla="*/ 192 w 272"/>
              <a:gd name="T51" fmla="*/ 90 h 275"/>
              <a:gd name="T52" fmla="*/ 136 w 272"/>
              <a:gd name="T53" fmla="*/ 26 h 275"/>
              <a:gd name="T54" fmla="*/ 18 w 272"/>
              <a:gd name="T55" fmla="*/ 165 h 275"/>
              <a:gd name="T56" fmla="*/ 48 w 272"/>
              <a:gd name="T57" fmla="*/ 165 h 275"/>
              <a:gd name="T58" fmla="*/ 48 w 272"/>
              <a:gd name="T59" fmla="*/ 259 h 275"/>
              <a:gd name="T60" fmla="*/ 112 w 272"/>
              <a:gd name="T61" fmla="*/ 259 h 275"/>
              <a:gd name="T62" fmla="*/ 112 w 272"/>
              <a:gd name="T63" fmla="*/ 203 h 275"/>
              <a:gd name="T64" fmla="*/ 160 w 272"/>
              <a:gd name="T65" fmla="*/ 203 h 275"/>
              <a:gd name="T66" fmla="*/ 160 w 272"/>
              <a:gd name="T67" fmla="*/ 259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2" h="275">
                <a:moveTo>
                  <a:pt x="240" y="275"/>
                </a:moveTo>
                <a:lnTo>
                  <a:pt x="144" y="275"/>
                </a:lnTo>
                <a:lnTo>
                  <a:pt x="144" y="219"/>
                </a:lnTo>
                <a:lnTo>
                  <a:pt x="128" y="219"/>
                </a:lnTo>
                <a:lnTo>
                  <a:pt x="128" y="275"/>
                </a:lnTo>
                <a:lnTo>
                  <a:pt x="32" y="275"/>
                </a:lnTo>
                <a:lnTo>
                  <a:pt x="32" y="181"/>
                </a:lnTo>
                <a:lnTo>
                  <a:pt x="0" y="181"/>
                </a:lnTo>
                <a:lnTo>
                  <a:pt x="0" y="161"/>
                </a:lnTo>
                <a:lnTo>
                  <a:pt x="136" y="0"/>
                </a:lnTo>
                <a:lnTo>
                  <a:pt x="176" y="48"/>
                </a:lnTo>
                <a:lnTo>
                  <a:pt x="176" y="14"/>
                </a:lnTo>
                <a:lnTo>
                  <a:pt x="224" y="14"/>
                </a:lnTo>
                <a:lnTo>
                  <a:pt x="224" y="104"/>
                </a:lnTo>
                <a:lnTo>
                  <a:pt x="272" y="161"/>
                </a:lnTo>
                <a:lnTo>
                  <a:pt x="272" y="181"/>
                </a:lnTo>
                <a:lnTo>
                  <a:pt x="240" y="181"/>
                </a:lnTo>
                <a:lnTo>
                  <a:pt x="240" y="275"/>
                </a:lnTo>
                <a:close/>
                <a:moveTo>
                  <a:pt x="160" y="259"/>
                </a:moveTo>
                <a:lnTo>
                  <a:pt x="224" y="259"/>
                </a:lnTo>
                <a:lnTo>
                  <a:pt x="224" y="165"/>
                </a:lnTo>
                <a:lnTo>
                  <a:pt x="254" y="165"/>
                </a:lnTo>
                <a:lnTo>
                  <a:pt x="208" y="110"/>
                </a:lnTo>
                <a:lnTo>
                  <a:pt x="208" y="30"/>
                </a:lnTo>
                <a:lnTo>
                  <a:pt x="192" y="30"/>
                </a:lnTo>
                <a:lnTo>
                  <a:pt x="192" y="90"/>
                </a:lnTo>
                <a:lnTo>
                  <a:pt x="136" y="26"/>
                </a:lnTo>
                <a:lnTo>
                  <a:pt x="18" y="165"/>
                </a:lnTo>
                <a:lnTo>
                  <a:pt x="48" y="165"/>
                </a:lnTo>
                <a:lnTo>
                  <a:pt x="48" y="259"/>
                </a:lnTo>
                <a:lnTo>
                  <a:pt x="112" y="259"/>
                </a:lnTo>
                <a:lnTo>
                  <a:pt x="112" y="203"/>
                </a:lnTo>
                <a:lnTo>
                  <a:pt x="160" y="203"/>
                </a:lnTo>
                <a:lnTo>
                  <a:pt x="160" y="259"/>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9" name="Freeform 14"/>
          <p:cNvSpPr>
            <a:spLocks noEditPoints="1"/>
          </p:cNvSpPr>
          <p:nvPr/>
        </p:nvSpPr>
        <p:spPr bwMode="auto">
          <a:xfrm>
            <a:off x="1617987" y="3990105"/>
            <a:ext cx="322791" cy="323800"/>
          </a:xfrm>
          <a:custGeom>
            <a:avLst/>
            <a:gdLst>
              <a:gd name="T0" fmla="*/ 127 w 160"/>
              <a:gd name="T1" fmla="*/ 160 h 160"/>
              <a:gd name="T2" fmla="*/ 126 w 160"/>
              <a:gd name="T3" fmla="*/ 160 h 160"/>
              <a:gd name="T4" fmla="*/ 42 w 160"/>
              <a:gd name="T5" fmla="*/ 118 h 160"/>
              <a:gd name="T6" fmla="*/ 0 w 160"/>
              <a:gd name="T7" fmla="*/ 34 h 160"/>
              <a:gd name="T8" fmla="*/ 0 w 160"/>
              <a:gd name="T9" fmla="*/ 33 h 160"/>
              <a:gd name="T10" fmla="*/ 1 w 160"/>
              <a:gd name="T11" fmla="*/ 32 h 160"/>
              <a:gd name="T12" fmla="*/ 34 w 160"/>
              <a:gd name="T13" fmla="*/ 0 h 160"/>
              <a:gd name="T14" fmla="*/ 69 w 160"/>
              <a:gd name="T15" fmla="*/ 31 h 160"/>
              <a:gd name="T16" fmla="*/ 68 w 160"/>
              <a:gd name="T17" fmla="*/ 47 h 160"/>
              <a:gd name="T18" fmla="*/ 56 w 160"/>
              <a:gd name="T19" fmla="*/ 56 h 160"/>
              <a:gd name="T20" fmla="*/ 49 w 160"/>
              <a:gd name="T21" fmla="*/ 64 h 160"/>
              <a:gd name="T22" fmla="*/ 68 w 160"/>
              <a:gd name="T23" fmla="*/ 92 h 160"/>
              <a:gd name="T24" fmla="*/ 95 w 160"/>
              <a:gd name="T25" fmla="*/ 111 h 160"/>
              <a:gd name="T26" fmla="*/ 104 w 160"/>
              <a:gd name="T27" fmla="*/ 104 h 160"/>
              <a:gd name="T28" fmla="*/ 113 w 160"/>
              <a:gd name="T29" fmla="*/ 92 h 160"/>
              <a:gd name="T30" fmla="*/ 121 w 160"/>
              <a:gd name="T31" fmla="*/ 89 h 160"/>
              <a:gd name="T32" fmla="*/ 160 w 160"/>
              <a:gd name="T33" fmla="*/ 125 h 160"/>
              <a:gd name="T34" fmla="*/ 128 w 160"/>
              <a:gd name="T35" fmla="*/ 159 h 160"/>
              <a:gd name="T36" fmla="*/ 127 w 160"/>
              <a:gd name="T37" fmla="*/ 160 h 160"/>
              <a:gd name="T38" fmla="*/ 8 w 160"/>
              <a:gd name="T39" fmla="*/ 35 h 160"/>
              <a:gd name="T40" fmla="*/ 47 w 160"/>
              <a:gd name="T41" fmla="*/ 112 h 160"/>
              <a:gd name="T42" fmla="*/ 125 w 160"/>
              <a:gd name="T43" fmla="*/ 152 h 160"/>
              <a:gd name="T44" fmla="*/ 152 w 160"/>
              <a:gd name="T45" fmla="*/ 125 h 160"/>
              <a:gd name="T46" fmla="*/ 121 w 160"/>
              <a:gd name="T47" fmla="*/ 97 h 160"/>
              <a:gd name="T48" fmla="*/ 118 w 160"/>
              <a:gd name="T49" fmla="*/ 98 h 160"/>
              <a:gd name="T50" fmla="*/ 111 w 160"/>
              <a:gd name="T51" fmla="*/ 108 h 160"/>
              <a:gd name="T52" fmla="*/ 95 w 160"/>
              <a:gd name="T53" fmla="*/ 119 h 160"/>
              <a:gd name="T54" fmla="*/ 62 w 160"/>
              <a:gd name="T55" fmla="*/ 98 h 160"/>
              <a:gd name="T56" fmla="*/ 41 w 160"/>
              <a:gd name="T57" fmla="*/ 64 h 160"/>
              <a:gd name="T58" fmla="*/ 52 w 160"/>
              <a:gd name="T59" fmla="*/ 49 h 160"/>
              <a:gd name="T60" fmla="*/ 62 w 160"/>
              <a:gd name="T61" fmla="*/ 41 h 160"/>
              <a:gd name="T62" fmla="*/ 62 w 160"/>
              <a:gd name="T63" fmla="*/ 34 h 160"/>
              <a:gd name="T64" fmla="*/ 34 w 160"/>
              <a:gd name="T65" fmla="*/ 8 h 160"/>
              <a:gd name="T66" fmla="*/ 8 w 160"/>
              <a:gd name="T67" fmla="*/ 3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0" h="160">
                <a:moveTo>
                  <a:pt x="127" y="160"/>
                </a:moveTo>
                <a:cubicBezTo>
                  <a:pt x="126" y="160"/>
                  <a:pt x="126" y="160"/>
                  <a:pt x="126" y="160"/>
                </a:cubicBezTo>
                <a:cubicBezTo>
                  <a:pt x="105" y="160"/>
                  <a:pt x="62" y="138"/>
                  <a:pt x="42" y="118"/>
                </a:cubicBezTo>
                <a:cubicBezTo>
                  <a:pt x="21" y="97"/>
                  <a:pt x="0" y="55"/>
                  <a:pt x="0" y="34"/>
                </a:cubicBezTo>
                <a:cubicBezTo>
                  <a:pt x="0" y="33"/>
                  <a:pt x="0" y="33"/>
                  <a:pt x="0" y="33"/>
                </a:cubicBezTo>
                <a:cubicBezTo>
                  <a:pt x="1" y="32"/>
                  <a:pt x="1" y="32"/>
                  <a:pt x="1" y="32"/>
                </a:cubicBezTo>
                <a:cubicBezTo>
                  <a:pt x="6" y="24"/>
                  <a:pt x="23" y="0"/>
                  <a:pt x="34" y="0"/>
                </a:cubicBezTo>
                <a:cubicBezTo>
                  <a:pt x="44" y="0"/>
                  <a:pt x="63" y="17"/>
                  <a:pt x="69" y="31"/>
                </a:cubicBezTo>
                <a:cubicBezTo>
                  <a:pt x="73" y="39"/>
                  <a:pt x="70" y="44"/>
                  <a:pt x="68" y="47"/>
                </a:cubicBezTo>
                <a:cubicBezTo>
                  <a:pt x="64" y="51"/>
                  <a:pt x="59" y="54"/>
                  <a:pt x="56" y="56"/>
                </a:cubicBezTo>
                <a:cubicBezTo>
                  <a:pt x="51" y="59"/>
                  <a:pt x="49" y="61"/>
                  <a:pt x="49" y="64"/>
                </a:cubicBezTo>
                <a:cubicBezTo>
                  <a:pt x="49" y="73"/>
                  <a:pt x="58" y="83"/>
                  <a:pt x="68" y="92"/>
                </a:cubicBezTo>
                <a:cubicBezTo>
                  <a:pt x="77" y="101"/>
                  <a:pt x="87" y="111"/>
                  <a:pt x="95" y="111"/>
                </a:cubicBezTo>
                <a:cubicBezTo>
                  <a:pt x="99" y="111"/>
                  <a:pt x="100" y="109"/>
                  <a:pt x="104" y="104"/>
                </a:cubicBezTo>
                <a:cubicBezTo>
                  <a:pt x="106" y="100"/>
                  <a:pt x="109" y="96"/>
                  <a:pt x="113" y="92"/>
                </a:cubicBezTo>
                <a:cubicBezTo>
                  <a:pt x="115" y="90"/>
                  <a:pt x="118" y="89"/>
                  <a:pt x="121" y="89"/>
                </a:cubicBezTo>
                <a:cubicBezTo>
                  <a:pt x="135" y="89"/>
                  <a:pt x="160" y="114"/>
                  <a:pt x="160" y="125"/>
                </a:cubicBezTo>
                <a:cubicBezTo>
                  <a:pt x="160" y="137"/>
                  <a:pt x="135" y="154"/>
                  <a:pt x="128" y="159"/>
                </a:cubicBezTo>
                <a:lnTo>
                  <a:pt x="127" y="160"/>
                </a:lnTo>
                <a:close/>
                <a:moveTo>
                  <a:pt x="8" y="35"/>
                </a:moveTo>
                <a:cubicBezTo>
                  <a:pt x="9" y="54"/>
                  <a:pt x="29" y="93"/>
                  <a:pt x="47" y="112"/>
                </a:cubicBezTo>
                <a:cubicBezTo>
                  <a:pt x="66" y="131"/>
                  <a:pt x="105" y="151"/>
                  <a:pt x="125" y="152"/>
                </a:cubicBezTo>
                <a:cubicBezTo>
                  <a:pt x="138" y="142"/>
                  <a:pt x="152" y="130"/>
                  <a:pt x="152" y="125"/>
                </a:cubicBezTo>
                <a:cubicBezTo>
                  <a:pt x="152" y="118"/>
                  <a:pt x="131" y="97"/>
                  <a:pt x="121" y="97"/>
                </a:cubicBezTo>
                <a:cubicBezTo>
                  <a:pt x="119" y="97"/>
                  <a:pt x="119" y="97"/>
                  <a:pt x="118" y="98"/>
                </a:cubicBezTo>
                <a:cubicBezTo>
                  <a:pt x="115" y="101"/>
                  <a:pt x="113" y="105"/>
                  <a:pt x="111" y="108"/>
                </a:cubicBezTo>
                <a:cubicBezTo>
                  <a:pt x="107" y="113"/>
                  <a:pt x="104" y="119"/>
                  <a:pt x="95" y="119"/>
                </a:cubicBezTo>
                <a:cubicBezTo>
                  <a:pt x="84" y="119"/>
                  <a:pt x="73" y="108"/>
                  <a:pt x="62" y="98"/>
                </a:cubicBezTo>
                <a:cubicBezTo>
                  <a:pt x="52" y="87"/>
                  <a:pt x="41" y="76"/>
                  <a:pt x="41" y="64"/>
                </a:cubicBezTo>
                <a:cubicBezTo>
                  <a:pt x="41" y="56"/>
                  <a:pt x="46" y="52"/>
                  <a:pt x="52" y="49"/>
                </a:cubicBezTo>
                <a:cubicBezTo>
                  <a:pt x="55" y="47"/>
                  <a:pt x="59" y="45"/>
                  <a:pt x="62" y="41"/>
                </a:cubicBezTo>
                <a:cubicBezTo>
                  <a:pt x="64" y="40"/>
                  <a:pt x="63" y="36"/>
                  <a:pt x="62" y="34"/>
                </a:cubicBezTo>
                <a:cubicBezTo>
                  <a:pt x="57" y="22"/>
                  <a:pt x="39" y="8"/>
                  <a:pt x="34" y="8"/>
                </a:cubicBezTo>
                <a:cubicBezTo>
                  <a:pt x="30" y="8"/>
                  <a:pt x="17" y="22"/>
                  <a:pt x="8" y="35"/>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0" name="Freeform 15"/>
          <p:cNvSpPr>
            <a:spLocks noEditPoints="1"/>
          </p:cNvSpPr>
          <p:nvPr/>
        </p:nvSpPr>
        <p:spPr bwMode="auto">
          <a:xfrm>
            <a:off x="2055035" y="4065759"/>
            <a:ext cx="371210" cy="172492"/>
          </a:xfrm>
          <a:custGeom>
            <a:avLst/>
            <a:gdLst>
              <a:gd name="T0" fmla="*/ 154 w 184"/>
              <a:gd name="T1" fmla="*/ 85 h 85"/>
              <a:gd name="T2" fmla="*/ 121 w 184"/>
              <a:gd name="T3" fmla="*/ 67 h 85"/>
              <a:gd name="T4" fmla="*/ 123 w 184"/>
              <a:gd name="T5" fmla="*/ 58 h 85"/>
              <a:gd name="T6" fmla="*/ 122 w 184"/>
              <a:gd name="T7" fmla="*/ 48 h 85"/>
              <a:gd name="T8" fmla="*/ 92 w 184"/>
              <a:gd name="T9" fmla="*/ 41 h 85"/>
              <a:gd name="T10" fmla="*/ 62 w 184"/>
              <a:gd name="T11" fmla="*/ 48 h 85"/>
              <a:gd name="T12" fmla="*/ 61 w 184"/>
              <a:gd name="T13" fmla="*/ 58 h 85"/>
              <a:gd name="T14" fmla="*/ 63 w 184"/>
              <a:gd name="T15" fmla="*/ 67 h 85"/>
              <a:gd name="T16" fmla="*/ 30 w 184"/>
              <a:gd name="T17" fmla="*/ 85 h 85"/>
              <a:gd name="T18" fmla="*/ 5 w 184"/>
              <a:gd name="T19" fmla="*/ 78 h 85"/>
              <a:gd name="T20" fmla="*/ 2 w 184"/>
              <a:gd name="T21" fmla="*/ 47 h 85"/>
              <a:gd name="T22" fmla="*/ 15 w 184"/>
              <a:gd name="T23" fmla="*/ 23 h 85"/>
              <a:gd name="T24" fmla="*/ 91 w 184"/>
              <a:gd name="T25" fmla="*/ 0 h 85"/>
              <a:gd name="T26" fmla="*/ 93 w 184"/>
              <a:gd name="T27" fmla="*/ 0 h 85"/>
              <a:gd name="T28" fmla="*/ 169 w 184"/>
              <a:gd name="T29" fmla="*/ 23 h 85"/>
              <a:gd name="T30" fmla="*/ 182 w 184"/>
              <a:gd name="T31" fmla="*/ 47 h 85"/>
              <a:gd name="T32" fmla="*/ 179 w 184"/>
              <a:gd name="T33" fmla="*/ 78 h 85"/>
              <a:gd name="T34" fmla="*/ 154 w 184"/>
              <a:gd name="T35" fmla="*/ 85 h 85"/>
              <a:gd name="T36" fmla="*/ 92 w 184"/>
              <a:gd name="T37" fmla="*/ 33 h 85"/>
              <a:gd name="T38" fmla="*/ 128 w 184"/>
              <a:gd name="T39" fmla="*/ 43 h 85"/>
              <a:gd name="T40" fmla="*/ 130 w 184"/>
              <a:gd name="T41" fmla="*/ 61 h 85"/>
              <a:gd name="T42" fmla="*/ 129 w 184"/>
              <a:gd name="T43" fmla="*/ 67 h 85"/>
              <a:gd name="T44" fmla="*/ 154 w 184"/>
              <a:gd name="T45" fmla="*/ 77 h 85"/>
              <a:gd name="T46" fmla="*/ 173 w 184"/>
              <a:gd name="T47" fmla="*/ 73 h 85"/>
              <a:gd name="T48" fmla="*/ 174 w 184"/>
              <a:gd name="T49" fmla="*/ 49 h 85"/>
              <a:gd name="T50" fmla="*/ 163 w 184"/>
              <a:gd name="T51" fmla="*/ 29 h 85"/>
              <a:gd name="T52" fmla="*/ 93 w 184"/>
              <a:gd name="T53" fmla="*/ 8 h 85"/>
              <a:gd name="T54" fmla="*/ 91 w 184"/>
              <a:gd name="T55" fmla="*/ 8 h 85"/>
              <a:gd name="T56" fmla="*/ 21 w 184"/>
              <a:gd name="T57" fmla="*/ 29 h 85"/>
              <a:gd name="T58" fmla="*/ 10 w 184"/>
              <a:gd name="T59" fmla="*/ 49 h 85"/>
              <a:gd name="T60" fmla="*/ 11 w 184"/>
              <a:gd name="T61" fmla="*/ 73 h 85"/>
              <a:gd name="T62" fmla="*/ 30 w 184"/>
              <a:gd name="T63" fmla="*/ 77 h 85"/>
              <a:gd name="T64" fmla="*/ 55 w 184"/>
              <a:gd name="T65" fmla="*/ 67 h 85"/>
              <a:gd name="T66" fmla="*/ 54 w 184"/>
              <a:gd name="T67" fmla="*/ 61 h 85"/>
              <a:gd name="T68" fmla="*/ 56 w 184"/>
              <a:gd name="T69" fmla="*/ 43 h 85"/>
              <a:gd name="T70" fmla="*/ 92 w 184"/>
              <a:gd name="T71" fmla="*/ 3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4" h="85">
                <a:moveTo>
                  <a:pt x="154" y="85"/>
                </a:moveTo>
                <a:cubicBezTo>
                  <a:pt x="139" y="85"/>
                  <a:pt x="121" y="80"/>
                  <a:pt x="121" y="67"/>
                </a:cubicBezTo>
                <a:cubicBezTo>
                  <a:pt x="121" y="64"/>
                  <a:pt x="122" y="61"/>
                  <a:pt x="123" y="58"/>
                </a:cubicBezTo>
                <a:cubicBezTo>
                  <a:pt x="124" y="54"/>
                  <a:pt x="125" y="51"/>
                  <a:pt x="122" y="48"/>
                </a:cubicBezTo>
                <a:cubicBezTo>
                  <a:pt x="116" y="41"/>
                  <a:pt x="105" y="41"/>
                  <a:pt x="92" y="41"/>
                </a:cubicBezTo>
                <a:cubicBezTo>
                  <a:pt x="80" y="41"/>
                  <a:pt x="68" y="41"/>
                  <a:pt x="62" y="48"/>
                </a:cubicBezTo>
                <a:cubicBezTo>
                  <a:pt x="59" y="51"/>
                  <a:pt x="60" y="54"/>
                  <a:pt x="61" y="58"/>
                </a:cubicBezTo>
                <a:cubicBezTo>
                  <a:pt x="62" y="61"/>
                  <a:pt x="63" y="64"/>
                  <a:pt x="63" y="67"/>
                </a:cubicBezTo>
                <a:cubicBezTo>
                  <a:pt x="63" y="80"/>
                  <a:pt x="45" y="85"/>
                  <a:pt x="30" y="85"/>
                </a:cubicBezTo>
                <a:cubicBezTo>
                  <a:pt x="26" y="85"/>
                  <a:pt x="10" y="84"/>
                  <a:pt x="5" y="78"/>
                </a:cubicBezTo>
                <a:cubicBezTo>
                  <a:pt x="1" y="73"/>
                  <a:pt x="0" y="63"/>
                  <a:pt x="2" y="47"/>
                </a:cubicBezTo>
                <a:cubicBezTo>
                  <a:pt x="3" y="42"/>
                  <a:pt x="5" y="34"/>
                  <a:pt x="15" y="23"/>
                </a:cubicBezTo>
                <a:cubicBezTo>
                  <a:pt x="27" y="13"/>
                  <a:pt x="46" y="1"/>
                  <a:pt x="91" y="0"/>
                </a:cubicBezTo>
                <a:cubicBezTo>
                  <a:pt x="93" y="0"/>
                  <a:pt x="93" y="0"/>
                  <a:pt x="93" y="0"/>
                </a:cubicBezTo>
                <a:cubicBezTo>
                  <a:pt x="139" y="1"/>
                  <a:pt x="157" y="13"/>
                  <a:pt x="169" y="23"/>
                </a:cubicBezTo>
                <a:cubicBezTo>
                  <a:pt x="179" y="34"/>
                  <a:pt x="181" y="42"/>
                  <a:pt x="182" y="47"/>
                </a:cubicBezTo>
                <a:cubicBezTo>
                  <a:pt x="184" y="63"/>
                  <a:pt x="183" y="73"/>
                  <a:pt x="179" y="78"/>
                </a:cubicBezTo>
                <a:cubicBezTo>
                  <a:pt x="174" y="84"/>
                  <a:pt x="159" y="85"/>
                  <a:pt x="154" y="85"/>
                </a:cubicBezTo>
                <a:close/>
                <a:moveTo>
                  <a:pt x="92" y="33"/>
                </a:moveTo>
                <a:cubicBezTo>
                  <a:pt x="106" y="33"/>
                  <a:pt x="120" y="33"/>
                  <a:pt x="128" y="43"/>
                </a:cubicBezTo>
                <a:cubicBezTo>
                  <a:pt x="134" y="50"/>
                  <a:pt x="132" y="56"/>
                  <a:pt x="130" y="61"/>
                </a:cubicBezTo>
                <a:cubicBezTo>
                  <a:pt x="130" y="63"/>
                  <a:pt x="129" y="65"/>
                  <a:pt x="129" y="67"/>
                </a:cubicBezTo>
                <a:cubicBezTo>
                  <a:pt x="129" y="73"/>
                  <a:pt x="142" y="77"/>
                  <a:pt x="154" y="77"/>
                </a:cubicBezTo>
                <a:cubicBezTo>
                  <a:pt x="165" y="77"/>
                  <a:pt x="172" y="74"/>
                  <a:pt x="173" y="73"/>
                </a:cubicBezTo>
                <a:cubicBezTo>
                  <a:pt x="174" y="72"/>
                  <a:pt x="177" y="67"/>
                  <a:pt x="174" y="49"/>
                </a:cubicBezTo>
                <a:cubicBezTo>
                  <a:pt x="173" y="44"/>
                  <a:pt x="171" y="37"/>
                  <a:pt x="163" y="29"/>
                </a:cubicBezTo>
                <a:cubicBezTo>
                  <a:pt x="153" y="20"/>
                  <a:pt x="136" y="9"/>
                  <a:pt x="93" y="8"/>
                </a:cubicBezTo>
                <a:cubicBezTo>
                  <a:pt x="91" y="8"/>
                  <a:pt x="91" y="8"/>
                  <a:pt x="91" y="8"/>
                </a:cubicBezTo>
                <a:cubicBezTo>
                  <a:pt x="48" y="9"/>
                  <a:pt x="31" y="20"/>
                  <a:pt x="21" y="29"/>
                </a:cubicBezTo>
                <a:cubicBezTo>
                  <a:pt x="13" y="37"/>
                  <a:pt x="11" y="44"/>
                  <a:pt x="10" y="49"/>
                </a:cubicBezTo>
                <a:cubicBezTo>
                  <a:pt x="7" y="67"/>
                  <a:pt x="10" y="72"/>
                  <a:pt x="11" y="73"/>
                </a:cubicBezTo>
                <a:cubicBezTo>
                  <a:pt x="12" y="74"/>
                  <a:pt x="19" y="77"/>
                  <a:pt x="30" y="77"/>
                </a:cubicBezTo>
                <a:cubicBezTo>
                  <a:pt x="42" y="77"/>
                  <a:pt x="55" y="73"/>
                  <a:pt x="55" y="67"/>
                </a:cubicBezTo>
                <a:cubicBezTo>
                  <a:pt x="55" y="65"/>
                  <a:pt x="55" y="63"/>
                  <a:pt x="54" y="61"/>
                </a:cubicBezTo>
                <a:cubicBezTo>
                  <a:pt x="52" y="56"/>
                  <a:pt x="50" y="50"/>
                  <a:pt x="56" y="43"/>
                </a:cubicBezTo>
                <a:cubicBezTo>
                  <a:pt x="64" y="33"/>
                  <a:pt x="78" y="33"/>
                  <a:pt x="92" y="33"/>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721" name="组合 720"/>
          <p:cNvGrpSpPr/>
          <p:nvPr/>
        </p:nvGrpSpPr>
        <p:grpSpPr>
          <a:xfrm>
            <a:off x="2584235" y="3997671"/>
            <a:ext cx="308669" cy="308669"/>
            <a:chOff x="-862013" y="361950"/>
            <a:chExt cx="485775" cy="485775"/>
          </a:xfrm>
          <a:solidFill>
            <a:srgbClr val="707E84"/>
          </a:solidFill>
        </p:grpSpPr>
        <p:sp>
          <p:nvSpPr>
            <p:cNvPr id="722" name="Freeform 65"/>
            <p:cNvSpPr>
              <a:spLocks noEditPoints="1"/>
            </p:cNvSpPr>
            <p:nvPr/>
          </p:nvSpPr>
          <p:spPr bwMode="auto">
            <a:xfrm>
              <a:off x="-862013" y="361950"/>
              <a:ext cx="485775" cy="485775"/>
            </a:xfrm>
            <a:custGeom>
              <a:avLst/>
              <a:gdLst>
                <a:gd name="T0" fmla="*/ 26 w 153"/>
                <a:gd name="T1" fmla="*/ 153 h 153"/>
                <a:gd name="T2" fmla="*/ 13 w 153"/>
                <a:gd name="T3" fmla="*/ 153 h 153"/>
                <a:gd name="T4" fmla="*/ 0 w 153"/>
                <a:gd name="T5" fmla="*/ 140 h 153"/>
                <a:gd name="T6" fmla="*/ 0 w 153"/>
                <a:gd name="T7" fmla="*/ 111 h 153"/>
                <a:gd name="T8" fmla="*/ 55 w 153"/>
                <a:gd name="T9" fmla="*/ 56 h 153"/>
                <a:gd name="T10" fmla="*/ 54 w 153"/>
                <a:gd name="T11" fmla="*/ 49 h 153"/>
                <a:gd name="T12" fmla="*/ 104 w 153"/>
                <a:gd name="T13" fmla="*/ 0 h 153"/>
                <a:gd name="T14" fmla="*/ 153 w 153"/>
                <a:gd name="T15" fmla="*/ 49 h 153"/>
                <a:gd name="T16" fmla="*/ 104 w 153"/>
                <a:gd name="T17" fmla="*/ 99 h 153"/>
                <a:gd name="T18" fmla="*/ 89 w 153"/>
                <a:gd name="T19" fmla="*/ 96 h 153"/>
                <a:gd name="T20" fmla="*/ 78 w 153"/>
                <a:gd name="T21" fmla="*/ 108 h 153"/>
                <a:gd name="T22" fmla="*/ 62 w 153"/>
                <a:gd name="T23" fmla="*/ 108 h 153"/>
                <a:gd name="T24" fmla="*/ 62 w 153"/>
                <a:gd name="T25" fmla="*/ 126 h 153"/>
                <a:gd name="T26" fmla="*/ 44 w 153"/>
                <a:gd name="T27" fmla="*/ 126 h 153"/>
                <a:gd name="T28" fmla="*/ 44 w 153"/>
                <a:gd name="T29" fmla="*/ 144 h 153"/>
                <a:gd name="T30" fmla="*/ 26 w 153"/>
                <a:gd name="T31" fmla="*/ 144 h 153"/>
                <a:gd name="T32" fmla="*/ 26 w 153"/>
                <a:gd name="T33" fmla="*/ 153 h 153"/>
                <a:gd name="T34" fmla="*/ 8 w 153"/>
                <a:gd name="T35" fmla="*/ 114 h 153"/>
                <a:gd name="T36" fmla="*/ 8 w 153"/>
                <a:gd name="T37" fmla="*/ 140 h 153"/>
                <a:gd name="T38" fmla="*/ 13 w 153"/>
                <a:gd name="T39" fmla="*/ 145 h 153"/>
                <a:gd name="T40" fmla="*/ 18 w 153"/>
                <a:gd name="T41" fmla="*/ 145 h 153"/>
                <a:gd name="T42" fmla="*/ 18 w 153"/>
                <a:gd name="T43" fmla="*/ 136 h 153"/>
                <a:gd name="T44" fmla="*/ 36 w 153"/>
                <a:gd name="T45" fmla="*/ 136 h 153"/>
                <a:gd name="T46" fmla="*/ 36 w 153"/>
                <a:gd name="T47" fmla="*/ 118 h 153"/>
                <a:gd name="T48" fmla="*/ 54 w 153"/>
                <a:gd name="T49" fmla="*/ 118 h 153"/>
                <a:gd name="T50" fmla="*/ 54 w 153"/>
                <a:gd name="T51" fmla="*/ 100 h 153"/>
                <a:gd name="T52" fmla="*/ 75 w 153"/>
                <a:gd name="T53" fmla="*/ 100 h 153"/>
                <a:gd name="T54" fmla="*/ 87 w 153"/>
                <a:gd name="T55" fmla="*/ 87 h 153"/>
                <a:gd name="T56" fmla="*/ 90 w 153"/>
                <a:gd name="T57" fmla="*/ 88 h 153"/>
                <a:gd name="T58" fmla="*/ 104 w 153"/>
                <a:gd name="T59" fmla="*/ 91 h 153"/>
                <a:gd name="T60" fmla="*/ 145 w 153"/>
                <a:gd name="T61" fmla="*/ 49 h 153"/>
                <a:gd name="T62" fmla="*/ 104 w 153"/>
                <a:gd name="T63" fmla="*/ 8 h 153"/>
                <a:gd name="T64" fmla="*/ 62 w 153"/>
                <a:gd name="T65" fmla="*/ 49 h 153"/>
                <a:gd name="T66" fmla="*/ 63 w 153"/>
                <a:gd name="T67" fmla="*/ 57 h 153"/>
                <a:gd name="T68" fmla="*/ 64 w 153"/>
                <a:gd name="T69" fmla="*/ 59 h 153"/>
                <a:gd name="T70" fmla="*/ 8 w 153"/>
                <a:gd name="T71" fmla="*/ 114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3" h="153">
                  <a:moveTo>
                    <a:pt x="26" y="153"/>
                  </a:moveTo>
                  <a:cubicBezTo>
                    <a:pt x="13" y="153"/>
                    <a:pt x="13" y="153"/>
                    <a:pt x="13" y="153"/>
                  </a:cubicBezTo>
                  <a:cubicBezTo>
                    <a:pt x="6" y="153"/>
                    <a:pt x="0" y="147"/>
                    <a:pt x="0" y="140"/>
                  </a:cubicBezTo>
                  <a:cubicBezTo>
                    <a:pt x="0" y="111"/>
                    <a:pt x="0" y="111"/>
                    <a:pt x="0" y="111"/>
                  </a:cubicBezTo>
                  <a:cubicBezTo>
                    <a:pt x="55" y="56"/>
                    <a:pt x="55" y="56"/>
                    <a:pt x="55" y="56"/>
                  </a:cubicBezTo>
                  <a:cubicBezTo>
                    <a:pt x="55" y="54"/>
                    <a:pt x="54" y="51"/>
                    <a:pt x="54" y="49"/>
                  </a:cubicBezTo>
                  <a:cubicBezTo>
                    <a:pt x="54" y="22"/>
                    <a:pt x="77" y="0"/>
                    <a:pt x="104" y="0"/>
                  </a:cubicBezTo>
                  <a:cubicBezTo>
                    <a:pt x="131" y="0"/>
                    <a:pt x="153" y="22"/>
                    <a:pt x="153" y="49"/>
                  </a:cubicBezTo>
                  <a:cubicBezTo>
                    <a:pt x="153" y="76"/>
                    <a:pt x="131" y="99"/>
                    <a:pt x="104" y="99"/>
                  </a:cubicBezTo>
                  <a:cubicBezTo>
                    <a:pt x="99" y="99"/>
                    <a:pt x="94" y="98"/>
                    <a:pt x="89" y="96"/>
                  </a:cubicBezTo>
                  <a:cubicBezTo>
                    <a:pt x="78" y="108"/>
                    <a:pt x="78" y="108"/>
                    <a:pt x="78" y="108"/>
                  </a:cubicBezTo>
                  <a:cubicBezTo>
                    <a:pt x="62" y="108"/>
                    <a:pt x="62" y="108"/>
                    <a:pt x="62" y="108"/>
                  </a:cubicBezTo>
                  <a:cubicBezTo>
                    <a:pt x="62" y="126"/>
                    <a:pt x="62" y="126"/>
                    <a:pt x="62" y="126"/>
                  </a:cubicBezTo>
                  <a:cubicBezTo>
                    <a:pt x="44" y="126"/>
                    <a:pt x="44" y="126"/>
                    <a:pt x="44" y="126"/>
                  </a:cubicBezTo>
                  <a:cubicBezTo>
                    <a:pt x="44" y="144"/>
                    <a:pt x="44" y="144"/>
                    <a:pt x="44" y="144"/>
                  </a:cubicBezTo>
                  <a:cubicBezTo>
                    <a:pt x="26" y="144"/>
                    <a:pt x="26" y="144"/>
                    <a:pt x="26" y="144"/>
                  </a:cubicBezTo>
                  <a:lnTo>
                    <a:pt x="26" y="153"/>
                  </a:lnTo>
                  <a:close/>
                  <a:moveTo>
                    <a:pt x="8" y="114"/>
                  </a:moveTo>
                  <a:cubicBezTo>
                    <a:pt x="8" y="140"/>
                    <a:pt x="8" y="140"/>
                    <a:pt x="8" y="140"/>
                  </a:cubicBezTo>
                  <a:cubicBezTo>
                    <a:pt x="8" y="143"/>
                    <a:pt x="10" y="145"/>
                    <a:pt x="13" y="145"/>
                  </a:cubicBezTo>
                  <a:cubicBezTo>
                    <a:pt x="18" y="145"/>
                    <a:pt x="18" y="145"/>
                    <a:pt x="18" y="145"/>
                  </a:cubicBezTo>
                  <a:cubicBezTo>
                    <a:pt x="18" y="136"/>
                    <a:pt x="18" y="136"/>
                    <a:pt x="18" y="136"/>
                  </a:cubicBezTo>
                  <a:cubicBezTo>
                    <a:pt x="36" y="136"/>
                    <a:pt x="36" y="136"/>
                    <a:pt x="36" y="136"/>
                  </a:cubicBezTo>
                  <a:cubicBezTo>
                    <a:pt x="36" y="118"/>
                    <a:pt x="36" y="118"/>
                    <a:pt x="36" y="118"/>
                  </a:cubicBezTo>
                  <a:cubicBezTo>
                    <a:pt x="54" y="118"/>
                    <a:pt x="54" y="118"/>
                    <a:pt x="54" y="118"/>
                  </a:cubicBezTo>
                  <a:cubicBezTo>
                    <a:pt x="54" y="100"/>
                    <a:pt x="54" y="100"/>
                    <a:pt x="54" y="100"/>
                  </a:cubicBezTo>
                  <a:cubicBezTo>
                    <a:pt x="75" y="100"/>
                    <a:pt x="75" y="100"/>
                    <a:pt x="75" y="100"/>
                  </a:cubicBezTo>
                  <a:cubicBezTo>
                    <a:pt x="87" y="87"/>
                    <a:pt x="87" y="87"/>
                    <a:pt x="87" y="87"/>
                  </a:cubicBezTo>
                  <a:cubicBezTo>
                    <a:pt x="90" y="88"/>
                    <a:pt x="90" y="88"/>
                    <a:pt x="90" y="88"/>
                  </a:cubicBezTo>
                  <a:cubicBezTo>
                    <a:pt x="94" y="90"/>
                    <a:pt x="99" y="91"/>
                    <a:pt x="104" y="91"/>
                  </a:cubicBezTo>
                  <a:cubicBezTo>
                    <a:pt x="127" y="91"/>
                    <a:pt x="145" y="72"/>
                    <a:pt x="145" y="49"/>
                  </a:cubicBezTo>
                  <a:cubicBezTo>
                    <a:pt x="145" y="26"/>
                    <a:pt x="127" y="8"/>
                    <a:pt x="104" y="8"/>
                  </a:cubicBezTo>
                  <a:cubicBezTo>
                    <a:pt x="81" y="8"/>
                    <a:pt x="62" y="26"/>
                    <a:pt x="62" y="49"/>
                  </a:cubicBezTo>
                  <a:cubicBezTo>
                    <a:pt x="62" y="52"/>
                    <a:pt x="63" y="54"/>
                    <a:pt x="63" y="57"/>
                  </a:cubicBezTo>
                  <a:cubicBezTo>
                    <a:pt x="64" y="59"/>
                    <a:pt x="64" y="59"/>
                    <a:pt x="64" y="59"/>
                  </a:cubicBezTo>
                  <a:lnTo>
                    <a:pt x="8"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3" name="Freeform 66"/>
            <p:cNvSpPr>
              <a:spLocks noEditPoints="1"/>
            </p:cNvSpPr>
            <p:nvPr/>
          </p:nvSpPr>
          <p:spPr bwMode="auto">
            <a:xfrm>
              <a:off x="-554038" y="441325"/>
              <a:ext cx="98425" cy="98425"/>
            </a:xfrm>
            <a:custGeom>
              <a:avLst/>
              <a:gdLst>
                <a:gd name="T0" fmla="*/ 16 w 31"/>
                <a:gd name="T1" fmla="*/ 31 h 31"/>
                <a:gd name="T2" fmla="*/ 0 w 31"/>
                <a:gd name="T3" fmla="*/ 15 h 31"/>
                <a:gd name="T4" fmla="*/ 16 w 31"/>
                <a:gd name="T5" fmla="*/ 0 h 31"/>
                <a:gd name="T6" fmla="*/ 31 w 31"/>
                <a:gd name="T7" fmla="*/ 15 h 31"/>
                <a:gd name="T8" fmla="*/ 16 w 31"/>
                <a:gd name="T9" fmla="*/ 31 h 31"/>
                <a:gd name="T10" fmla="*/ 16 w 31"/>
                <a:gd name="T11" fmla="*/ 4 h 31"/>
                <a:gd name="T12" fmla="*/ 4 w 31"/>
                <a:gd name="T13" fmla="*/ 15 h 31"/>
                <a:gd name="T14" fmla="*/ 16 w 31"/>
                <a:gd name="T15" fmla="*/ 27 h 31"/>
                <a:gd name="T16" fmla="*/ 27 w 31"/>
                <a:gd name="T17" fmla="*/ 15 h 31"/>
                <a:gd name="T18" fmla="*/ 16 w 31"/>
                <a:gd name="T19"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1">
                  <a:moveTo>
                    <a:pt x="16" y="31"/>
                  </a:moveTo>
                  <a:cubicBezTo>
                    <a:pt x="7" y="31"/>
                    <a:pt x="0" y="24"/>
                    <a:pt x="0" y="15"/>
                  </a:cubicBezTo>
                  <a:cubicBezTo>
                    <a:pt x="0" y="7"/>
                    <a:pt x="7" y="0"/>
                    <a:pt x="16" y="0"/>
                  </a:cubicBezTo>
                  <a:cubicBezTo>
                    <a:pt x="24" y="0"/>
                    <a:pt x="31" y="7"/>
                    <a:pt x="31" y="15"/>
                  </a:cubicBezTo>
                  <a:cubicBezTo>
                    <a:pt x="31" y="24"/>
                    <a:pt x="24" y="31"/>
                    <a:pt x="16" y="31"/>
                  </a:cubicBezTo>
                  <a:close/>
                  <a:moveTo>
                    <a:pt x="16" y="4"/>
                  </a:moveTo>
                  <a:cubicBezTo>
                    <a:pt x="9" y="4"/>
                    <a:pt x="4" y="9"/>
                    <a:pt x="4" y="15"/>
                  </a:cubicBezTo>
                  <a:cubicBezTo>
                    <a:pt x="4" y="22"/>
                    <a:pt x="9" y="27"/>
                    <a:pt x="16" y="27"/>
                  </a:cubicBezTo>
                  <a:cubicBezTo>
                    <a:pt x="22" y="27"/>
                    <a:pt x="27" y="22"/>
                    <a:pt x="27" y="15"/>
                  </a:cubicBezTo>
                  <a:cubicBezTo>
                    <a:pt x="27" y="9"/>
                    <a:pt x="22" y="4"/>
                    <a:pt x="16"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724" name="Freeform 129"/>
          <p:cNvSpPr>
            <a:spLocks/>
          </p:cNvSpPr>
          <p:nvPr/>
        </p:nvSpPr>
        <p:spPr bwMode="auto">
          <a:xfrm>
            <a:off x="3006185" y="3969931"/>
            <a:ext cx="388358" cy="364149"/>
          </a:xfrm>
          <a:custGeom>
            <a:avLst/>
            <a:gdLst>
              <a:gd name="T0" fmla="*/ 177 w 192"/>
              <a:gd name="T1" fmla="*/ 15 h 180"/>
              <a:gd name="T2" fmla="*/ 122 w 192"/>
              <a:gd name="T3" fmla="*/ 15 h 180"/>
              <a:gd name="T4" fmla="*/ 85 w 192"/>
              <a:gd name="T5" fmla="*/ 52 h 180"/>
              <a:gd name="T6" fmla="*/ 24 w 192"/>
              <a:gd name="T7" fmla="*/ 114 h 180"/>
              <a:gd name="T8" fmla="*/ 11 w 192"/>
              <a:gd name="T9" fmla="*/ 126 h 180"/>
              <a:gd name="T10" fmla="*/ 11 w 192"/>
              <a:gd name="T11" fmla="*/ 168 h 180"/>
              <a:gd name="T12" fmla="*/ 53 w 192"/>
              <a:gd name="T13" fmla="*/ 168 h 180"/>
              <a:gd name="T14" fmla="*/ 103 w 192"/>
              <a:gd name="T15" fmla="*/ 118 h 180"/>
              <a:gd name="T16" fmla="*/ 127 w 192"/>
              <a:gd name="T17" fmla="*/ 94 h 180"/>
              <a:gd name="T18" fmla="*/ 151 w 192"/>
              <a:gd name="T19" fmla="*/ 70 h 180"/>
              <a:gd name="T20" fmla="*/ 151 w 192"/>
              <a:gd name="T21" fmla="*/ 41 h 180"/>
              <a:gd name="T22" fmla="*/ 122 w 192"/>
              <a:gd name="T23" fmla="*/ 41 h 180"/>
              <a:gd name="T24" fmla="*/ 50 w 192"/>
              <a:gd name="T25" fmla="*/ 113 h 180"/>
              <a:gd name="T26" fmla="*/ 55 w 192"/>
              <a:gd name="T27" fmla="*/ 118 h 180"/>
              <a:gd name="T28" fmla="*/ 127 w 192"/>
              <a:gd name="T29" fmla="*/ 46 h 180"/>
              <a:gd name="T30" fmla="*/ 137 w 192"/>
              <a:gd name="T31" fmla="*/ 42 h 180"/>
              <a:gd name="T32" fmla="*/ 146 w 192"/>
              <a:gd name="T33" fmla="*/ 46 h 180"/>
              <a:gd name="T34" fmla="*/ 150 w 192"/>
              <a:gd name="T35" fmla="*/ 56 h 180"/>
              <a:gd name="T36" fmla="*/ 146 w 192"/>
              <a:gd name="T37" fmla="*/ 65 h 180"/>
              <a:gd name="T38" fmla="*/ 122 w 192"/>
              <a:gd name="T39" fmla="*/ 89 h 180"/>
              <a:gd name="T40" fmla="*/ 98 w 192"/>
              <a:gd name="T41" fmla="*/ 113 h 180"/>
              <a:gd name="T42" fmla="*/ 48 w 192"/>
              <a:gd name="T43" fmla="*/ 163 h 180"/>
              <a:gd name="T44" fmla="*/ 32 w 192"/>
              <a:gd name="T45" fmla="*/ 170 h 180"/>
              <a:gd name="T46" fmla="*/ 16 w 192"/>
              <a:gd name="T47" fmla="*/ 163 h 180"/>
              <a:gd name="T48" fmla="*/ 9 w 192"/>
              <a:gd name="T49" fmla="*/ 147 h 180"/>
              <a:gd name="T50" fmla="*/ 16 w 192"/>
              <a:gd name="T51" fmla="*/ 131 h 180"/>
              <a:gd name="T52" fmla="*/ 28 w 192"/>
              <a:gd name="T53" fmla="*/ 119 h 180"/>
              <a:gd name="T54" fmla="*/ 90 w 192"/>
              <a:gd name="T55" fmla="*/ 57 h 180"/>
              <a:gd name="T56" fmla="*/ 127 w 192"/>
              <a:gd name="T57" fmla="*/ 20 h 180"/>
              <a:gd name="T58" fmla="*/ 149 w 192"/>
              <a:gd name="T59" fmla="*/ 11 h 180"/>
              <a:gd name="T60" fmla="*/ 172 w 192"/>
              <a:gd name="T61" fmla="*/ 20 h 180"/>
              <a:gd name="T62" fmla="*/ 181 w 192"/>
              <a:gd name="T63" fmla="*/ 42 h 180"/>
              <a:gd name="T64" fmla="*/ 172 w 192"/>
              <a:gd name="T65" fmla="*/ 64 h 180"/>
              <a:gd name="T66" fmla="*/ 86 w 192"/>
              <a:gd name="T67" fmla="*/ 150 h 180"/>
              <a:gd name="T68" fmla="*/ 91 w 192"/>
              <a:gd name="T69" fmla="*/ 155 h 180"/>
              <a:gd name="T70" fmla="*/ 177 w 192"/>
              <a:gd name="T71" fmla="*/ 69 h 180"/>
              <a:gd name="T72" fmla="*/ 177 w 192"/>
              <a:gd name="T73" fmla="*/ 15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2" h="180">
                <a:moveTo>
                  <a:pt x="177" y="15"/>
                </a:moveTo>
                <a:cubicBezTo>
                  <a:pt x="162" y="0"/>
                  <a:pt x="137" y="0"/>
                  <a:pt x="122" y="15"/>
                </a:cubicBezTo>
                <a:cubicBezTo>
                  <a:pt x="85" y="52"/>
                  <a:pt x="85" y="52"/>
                  <a:pt x="85" y="52"/>
                </a:cubicBezTo>
                <a:cubicBezTo>
                  <a:pt x="24" y="114"/>
                  <a:pt x="24" y="114"/>
                  <a:pt x="24" y="114"/>
                </a:cubicBezTo>
                <a:cubicBezTo>
                  <a:pt x="11" y="126"/>
                  <a:pt x="11" y="126"/>
                  <a:pt x="11" y="126"/>
                </a:cubicBezTo>
                <a:cubicBezTo>
                  <a:pt x="0" y="138"/>
                  <a:pt x="0" y="157"/>
                  <a:pt x="11" y="168"/>
                </a:cubicBezTo>
                <a:cubicBezTo>
                  <a:pt x="23" y="180"/>
                  <a:pt x="42" y="180"/>
                  <a:pt x="53" y="168"/>
                </a:cubicBezTo>
                <a:cubicBezTo>
                  <a:pt x="103" y="118"/>
                  <a:pt x="103" y="118"/>
                  <a:pt x="103" y="118"/>
                </a:cubicBezTo>
                <a:cubicBezTo>
                  <a:pt x="127" y="94"/>
                  <a:pt x="127" y="94"/>
                  <a:pt x="127" y="94"/>
                </a:cubicBezTo>
                <a:cubicBezTo>
                  <a:pt x="151" y="70"/>
                  <a:pt x="151" y="70"/>
                  <a:pt x="151" y="70"/>
                </a:cubicBezTo>
                <a:cubicBezTo>
                  <a:pt x="159" y="62"/>
                  <a:pt x="159" y="49"/>
                  <a:pt x="151" y="41"/>
                </a:cubicBezTo>
                <a:cubicBezTo>
                  <a:pt x="143" y="33"/>
                  <a:pt x="130" y="33"/>
                  <a:pt x="122" y="41"/>
                </a:cubicBezTo>
                <a:cubicBezTo>
                  <a:pt x="50" y="113"/>
                  <a:pt x="50" y="113"/>
                  <a:pt x="50" y="113"/>
                </a:cubicBezTo>
                <a:cubicBezTo>
                  <a:pt x="55" y="118"/>
                  <a:pt x="55" y="118"/>
                  <a:pt x="55" y="118"/>
                </a:cubicBezTo>
                <a:cubicBezTo>
                  <a:pt x="127" y="46"/>
                  <a:pt x="127" y="46"/>
                  <a:pt x="127" y="46"/>
                </a:cubicBezTo>
                <a:cubicBezTo>
                  <a:pt x="130" y="44"/>
                  <a:pt x="133" y="42"/>
                  <a:pt x="137" y="42"/>
                </a:cubicBezTo>
                <a:cubicBezTo>
                  <a:pt x="140" y="42"/>
                  <a:pt x="143" y="44"/>
                  <a:pt x="146" y="46"/>
                </a:cubicBezTo>
                <a:cubicBezTo>
                  <a:pt x="149" y="49"/>
                  <a:pt x="150" y="52"/>
                  <a:pt x="150" y="56"/>
                </a:cubicBezTo>
                <a:cubicBezTo>
                  <a:pt x="150" y="59"/>
                  <a:pt x="149" y="63"/>
                  <a:pt x="146" y="65"/>
                </a:cubicBezTo>
                <a:cubicBezTo>
                  <a:pt x="122" y="89"/>
                  <a:pt x="122" y="89"/>
                  <a:pt x="122" y="89"/>
                </a:cubicBezTo>
                <a:cubicBezTo>
                  <a:pt x="98" y="113"/>
                  <a:pt x="98" y="113"/>
                  <a:pt x="98" y="113"/>
                </a:cubicBezTo>
                <a:cubicBezTo>
                  <a:pt x="48" y="163"/>
                  <a:pt x="48" y="163"/>
                  <a:pt x="48" y="163"/>
                </a:cubicBezTo>
                <a:cubicBezTo>
                  <a:pt x="44" y="168"/>
                  <a:pt x="38" y="170"/>
                  <a:pt x="32" y="170"/>
                </a:cubicBezTo>
                <a:cubicBezTo>
                  <a:pt x="26" y="170"/>
                  <a:pt x="21" y="168"/>
                  <a:pt x="16" y="163"/>
                </a:cubicBezTo>
                <a:cubicBezTo>
                  <a:pt x="12" y="159"/>
                  <a:pt x="9" y="153"/>
                  <a:pt x="9" y="147"/>
                </a:cubicBezTo>
                <a:cubicBezTo>
                  <a:pt x="9" y="141"/>
                  <a:pt x="12" y="136"/>
                  <a:pt x="16" y="131"/>
                </a:cubicBezTo>
                <a:cubicBezTo>
                  <a:pt x="28" y="119"/>
                  <a:pt x="28" y="119"/>
                  <a:pt x="28" y="119"/>
                </a:cubicBezTo>
                <a:cubicBezTo>
                  <a:pt x="90" y="57"/>
                  <a:pt x="90" y="57"/>
                  <a:pt x="90" y="57"/>
                </a:cubicBezTo>
                <a:cubicBezTo>
                  <a:pt x="127" y="20"/>
                  <a:pt x="127" y="20"/>
                  <a:pt x="127" y="20"/>
                </a:cubicBezTo>
                <a:cubicBezTo>
                  <a:pt x="133" y="14"/>
                  <a:pt x="141" y="11"/>
                  <a:pt x="149" y="11"/>
                </a:cubicBezTo>
                <a:cubicBezTo>
                  <a:pt x="157" y="11"/>
                  <a:pt x="166" y="14"/>
                  <a:pt x="172" y="20"/>
                </a:cubicBezTo>
                <a:cubicBezTo>
                  <a:pt x="178" y="26"/>
                  <a:pt x="181" y="34"/>
                  <a:pt x="181" y="42"/>
                </a:cubicBezTo>
                <a:cubicBezTo>
                  <a:pt x="181" y="50"/>
                  <a:pt x="178" y="58"/>
                  <a:pt x="172" y="64"/>
                </a:cubicBezTo>
                <a:cubicBezTo>
                  <a:pt x="86" y="150"/>
                  <a:pt x="86" y="150"/>
                  <a:pt x="86" y="150"/>
                </a:cubicBezTo>
                <a:cubicBezTo>
                  <a:pt x="91" y="155"/>
                  <a:pt x="91" y="155"/>
                  <a:pt x="91" y="155"/>
                </a:cubicBezTo>
                <a:cubicBezTo>
                  <a:pt x="177" y="69"/>
                  <a:pt x="177" y="69"/>
                  <a:pt x="177" y="69"/>
                </a:cubicBezTo>
                <a:cubicBezTo>
                  <a:pt x="192" y="54"/>
                  <a:pt x="192" y="30"/>
                  <a:pt x="177" y="15"/>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5" name="Freeform 18"/>
          <p:cNvSpPr>
            <a:spLocks noEditPoints="1"/>
          </p:cNvSpPr>
          <p:nvPr/>
        </p:nvSpPr>
        <p:spPr bwMode="auto">
          <a:xfrm>
            <a:off x="4506025" y="2495814"/>
            <a:ext cx="293539" cy="323800"/>
          </a:xfrm>
          <a:custGeom>
            <a:avLst/>
            <a:gdLst>
              <a:gd name="T0" fmla="*/ 104 w 145"/>
              <a:gd name="T1" fmla="*/ 160 h 160"/>
              <a:gd name="T2" fmla="*/ 41 w 145"/>
              <a:gd name="T3" fmla="*/ 160 h 160"/>
              <a:gd name="T4" fmla="*/ 41 w 145"/>
              <a:gd name="T5" fmla="*/ 149 h 160"/>
              <a:gd name="T6" fmla="*/ 43 w 145"/>
              <a:gd name="T7" fmla="*/ 148 h 160"/>
              <a:gd name="T8" fmla="*/ 59 w 145"/>
              <a:gd name="T9" fmla="*/ 124 h 160"/>
              <a:gd name="T10" fmla="*/ 42 w 145"/>
              <a:gd name="T11" fmla="*/ 128 h 160"/>
              <a:gd name="T12" fmla="*/ 6 w 145"/>
              <a:gd name="T13" fmla="*/ 104 h 160"/>
              <a:gd name="T14" fmla="*/ 26 w 145"/>
              <a:gd name="T15" fmla="*/ 56 h 160"/>
              <a:gd name="T16" fmla="*/ 69 w 145"/>
              <a:gd name="T17" fmla="*/ 7 h 160"/>
              <a:gd name="T18" fmla="*/ 73 w 145"/>
              <a:gd name="T19" fmla="*/ 0 h 160"/>
              <a:gd name="T20" fmla="*/ 76 w 145"/>
              <a:gd name="T21" fmla="*/ 7 h 160"/>
              <a:gd name="T22" fmla="*/ 119 w 145"/>
              <a:gd name="T23" fmla="*/ 56 h 160"/>
              <a:gd name="T24" fmla="*/ 140 w 145"/>
              <a:gd name="T25" fmla="*/ 104 h 160"/>
              <a:gd name="T26" fmla="*/ 104 w 145"/>
              <a:gd name="T27" fmla="*/ 128 h 160"/>
              <a:gd name="T28" fmla="*/ 104 w 145"/>
              <a:gd name="T29" fmla="*/ 128 h 160"/>
              <a:gd name="T30" fmla="*/ 86 w 145"/>
              <a:gd name="T31" fmla="*/ 124 h 160"/>
              <a:gd name="T32" fmla="*/ 102 w 145"/>
              <a:gd name="T33" fmla="*/ 148 h 160"/>
              <a:gd name="T34" fmla="*/ 104 w 145"/>
              <a:gd name="T35" fmla="*/ 149 h 160"/>
              <a:gd name="T36" fmla="*/ 104 w 145"/>
              <a:gd name="T37" fmla="*/ 160 h 160"/>
              <a:gd name="T38" fmla="*/ 50 w 145"/>
              <a:gd name="T39" fmla="*/ 152 h 160"/>
              <a:gd name="T40" fmla="*/ 95 w 145"/>
              <a:gd name="T41" fmla="*/ 152 h 160"/>
              <a:gd name="T42" fmla="*/ 76 w 145"/>
              <a:gd name="T43" fmla="*/ 117 h 160"/>
              <a:gd name="T44" fmla="*/ 75 w 145"/>
              <a:gd name="T45" fmla="*/ 108 h 160"/>
              <a:gd name="T46" fmla="*/ 82 w 145"/>
              <a:gd name="T47" fmla="*/ 113 h 160"/>
              <a:gd name="T48" fmla="*/ 104 w 145"/>
              <a:gd name="T49" fmla="*/ 120 h 160"/>
              <a:gd name="T50" fmla="*/ 104 w 145"/>
              <a:gd name="T51" fmla="*/ 120 h 160"/>
              <a:gd name="T52" fmla="*/ 132 w 145"/>
              <a:gd name="T53" fmla="*/ 101 h 160"/>
              <a:gd name="T54" fmla="*/ 114 w 145"/>
              <a:gd name="T55" fmla="*/ 62 h 160"/>
              <a:gd name="T56" fmla="*/ 73 w 145"/>
              <a:gd name="T57" fmla="*/ 17 h 160"/>
              <a:gd name="T58" fmla="*/ 31 w 145"/>
              <a:gd name="T59" fmla="*/ 62 h 160"/>
              <a:gd name="T60" fmla="*/ 13 w 145"/>
              <a:gd name="T61" fmla="*/ 101 h 160"/>
              <a:gd name="T62" fmla="*/ 42 w 145"/>
              <a:gd name="T63" fmla="*/ 120 h 160"/>
              <a:gd name="T64" fmla="*/ 63 w 145"/>
              <a:gd name="T65" fmla="*/ 113 h 160"/>
              <a:gd name="T66" fmla="*/ 71 w 145"/>
              <a:gd name="T67" fmla="*/ 108 h 160"/>
              <a:gd name="T68" fmla="*/ 69 w 145"/>
              <a:gd name="T69" fmla="*/ 117 h 160"/>
              <a:gd name="T70" fmla="*/ 50 w 145"/>
              <a:gd name="T71" fmla="*/ 152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5" h="160">
                <a:moveTo>
                  <a:pt x="104" y="160"/>
                </a:moveTo>
                <a:cubicBezTo>
                  <a:pt x="41" y="160"/>
                  <a:pt x="41" y="160"/>
                  <a:pt x="41" y="160"/>
                </a:cubicBezTo>
                <a:cubicBezTo>
                  <a:pt x="41" y="149"/>
                  <a:pt x="41" y="149"/>
                  <a:pt x="41" y="149"/>
                </a:cubicBezTo>
                <a:cubicBezTo>
                  <a:pt x="43" y="148"/>
                  <a:pt x="43" y="148"/>
                  <a:pt x="43" y="148"/>
                </a:cubicBezTo>
                <a:cubicBezTo>
                  <a:pt x="49" y="144"/>
                  <a:pt x="56" y="136"/>
                  <a:pt x="59" y="124"/>
                </a:cubicBezTo>
                <a:cubicBezTo>
                  <a:pt x="54" y="127"/>
                  <a:pt x="48" y="128"/>
                  <a:pt x="42" y="128"/>
                </a:cubicBezTo>
                <a:cubicBezTo>
                  <a:pt x="25" y="128"/>
                  <a:pt x="11" y="118"/>
                  <a:pt x="6" y="104"/>
                </a:cubicBezTo>
                <a:cubicBezTo>
                  <a:pt x="0" y="87"/>
                  <a:pt x="8" y="69"/>
                  <a:pt x="26" y="56"/>
                </a:cubicBezTo>
                <a:cubicBezTo>
                  <a:pt x="53" y="36"/>
                  <a:pt x="62" y="20"/>
                  <a:pt x="69" y="7"/>
                </a:cubicBezTo>
                <a:cubicBezTo>
                  <a:pt x="73" y="0"/>
                  <a:pt x="73" y="0"/>
                  <a:pt x="73" y="0"/>
                </a:cubicBezTo>
                <a:cubicBezTo>
                  <a:pt x="76" y="7"/>
                  <a:pt x="76" y="7"/>
                  <a:pt x="76" y="7"/>
                </a:cubicBezTo>
                <a:cubicBezTo>
                  <a:pt x="83" y="20"/>
                  <a:pt x="92" y="36"/>
                  <a:pt x="119" y="56"/>
                </a:cubicBezTo>
                <a:cubicBezTo>
                  <a:pt x="137" y="69"/>
                  <a:pt x="145" y="87"/>
                  <a:pt x="140" y="104"/>
                </a:cubicBezTo>
                <a:cubicBezTo>
                  <a:pt x="135" y="118"/>
                  <a:pt x="120" y="128"/>
                  <a:pt x="104" y="128"/>
                </a:cubicBezTo>
                <a:cubicBezTo>
                  <a:pt x="104" y="128"/>
                  <a:pt x="104" y="128"/>
                  <a:pt x="104" y="128"/>
                </a:cubicBezTo>
                <a:cubicBezTo>
                  <a:pt x="98" y="128"/>
                  <a:pt x="92" y="127"/>
                  <a:pt x="86" y="124"/>
                </a:cubicBezTo>
                <a:cubicBezTo>
                  <a:pt x="90" y="136"/>
                  <a:pt x="97" y="144"/>
                  <a:pt x="102" y="148"/>
                </a:cubicBezTo>
                <a:cubicBezTo>
                  <a:pt x="104" y="149"/>
                  <a:pt x="104" y="149"/>
                  <a:pt x="104" y="149"/>
                </a:cubicBezTo>
                <a:lnTo>
                  <a:pt x="104" y="160"/>
                </a:lnTo>
                <a:close/>
                <a:moveTo>
                  <a:pt x="50" y="152"/>
                </a:moveTo>
                <a:cubicBezTo>
                  <a:pt x="95" y="152"/>
                  <a:pt x="95" y="152"/>
                  <a:pt x="95" y="152"/>
                </a:cubicBezTo>
                <a:cubicBezTo>
                  <a:pt x="87" y="146"/>
                  <a:pt x="79" y="135"/>
                  <a:pt x="76" y="117"/>
                </a:cubicBezTo>
                <a:cubicBezTo>
                  <a:pt x="75" y="108"/>
                  <a:pt x="75" y="108"/>
                  <a:pt x="75" y="108"/>
                </a:cubicBezTo>
                <a:cubicBezTo>
                  <a:pt x="82" y="113"/>
                  <a:pt x="82" y="113"/>
                  <a:pt x="82" y="113"/>
                </a:cubicBezTo>
                <a:cubicBezTo>
                  <a:pt x="89" y="118"/>
                  <a:pt x="97" y="120"/>
                  <a:pt x="104" y="120"/>
                </a:cubicBezTo>
                <a:cubicBezTo>
                  <a:pt x="104" y="120"/>
                  <a:pt x="104" y="120"/>
                  <a:pt x="104" y="120"/>
                </a:cubicBezTo>
                <a:cubicBezTo>
                  <a:pt x="117" y="120"/>
                  <a:pt x="128" y="113"/>
                  <a:pt x="132" y="101"/>
                </a:cubicBezTo>
                <a:cubicBezTo>
                  <a:pt x="136" y="88"/>
                  <a:pt x="130" y="74"/>
                  <a:pt x="114" y="62"/>
                </a:cubicBezTo>
                <a:cubicBezTo>
                  <a:pt x="91" y="44"/>
                  <a:pt x="80" y="30"/>
                  <a:pt x="73" y="17"/>
                </a:cubicBezTo>
                <a:cubicBezTo>
                  <a:pt x="66" y="30"/>
                  <a:pt x="55" y="44"/>
                  <a:pt x="31" y="62"/>
                </a:cubicBezTo>
                <a:cubicBezTo>
                  <a:pt x="15" y="74"/>
                  <a:pt x="9" y="88"/>
                  <a:pt x="13" y="101"/>
                </a:cubicBezTo>
                <a:cubicBezTo>
                  <a:pt x="17" y="113"/>
                  <a:pt x="28" y="120"/>
                  <a:pt x="42" y="120"/>
                </a:cubicBezTo>
                <a:cubicBezTo>
                  <a:pt x="49" y="120"/>
                  <a:pt x="56" y="118"/>
                  <a:pt x="63" y="113"/>
                </a:cubicBezTo>
                <a:cubicBezTo>
                  <a:pt x="71" y="108"/>
                  <a:pt x="71" y="108"/>
                  <a:pt x="71" y="108"/>
                </a:cubicBezTo>
                <a:cubicBezTo>
                  <a:pt x="69" y="117"/>
                  <a:pt x="69" y="117"/>
                  <a:pt x="69" y="117"/>
                </a:cubicBezTo>
                <a:cubicBezTo>
                  <a:pt x="67" y="135"/>
                  <a:pt x="58" y="146"/>
                  <a:pt x="50" y="152"/>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6" name="Freeform 19"/>
          <p:cNvSpPr>
            <a:spLocks noEditPoints="1"/>
          </p:cNvSpPr>
          <p:nvPr/>
        </p:nvSpPr>
        <p:spPr bwMode="auto">
          <a:xfrm>
            <a:off x="5429337" y="2476648"/>
            <a:ext cx="339940" cy="362132"/>
          </a:xfrm>
          <a:custGeom>
            <a:avLst/>
            <a:gdLst>
              <a:gd name="T0" fmla="*/ 120 w 168"/>
              <a:gd name="T1" fmla="*/ 179 h 179"/>
              <a:gd name="T2" fmla="*/ 48 w 168"/>
              <a:gd name="T3" fmla="*/ 179 h 179"/>
              <a:gd name="T4" fmla="*/ 48 w 168"/>
              <a:gd name="T5" fmla="*/ 166 h 179"/>
              <a:gd name="T6" fmla="*/ 50 w 168"/>
              <a:gd name="T7" fmla="*/ 165 h 179"/>
              <a:gd name="T8" fmla="*/ 72 w 168"/>
              <a:gd name="T9" fmla="*/ 126 h 179"/>
              <a:gd name="T10" fmla="*/ 66 w 168"/>
              <a:gd name="T11" fmla="*/ 131 h 179"/>
              <a:gd name="T12" fmla="*/ 39 w 168"/>
              <a:gd name="T13" fmla="*/ 143 h 179"/>
              <a:gd name="T14" fmla="*/ 0 w 168"/>
              <a:gd name="T15" fmla="*/ 105 h 179"/>
              <a:gd name="T16" fmla="*/ 39 w 168"/>
              <a:gd name="T17" fmla="*/ 66 h 179"/>
              <a:gd name="T18" fmla="*/ 65 w 168"/>
              <a:gd name="T19" fmla="*/ 77 h 179"/>
              <a:gd name="T20" fmla="*/ 58 w 168"/>
              <a:gd name="T21" fmla="*/ 67 h 179"/>
              <a:gd name="T22" fmla="*/ 46 w 168"/>
              <a:gd name="T23" fmla="*/ 39 h 179"/>
              <a:gd name="T24" fmla="*/ 84 w 168"/>
              <a:gd name="T25" fmla="*/ 0 h 179"/>
              <a:gd name="T26" fmla="*/ 122 w 168"/>
              <a:gd name="T27" fmla="*/ 39 h 179"/>
              <a:gd name="T28" fmla="*/ 110 w 168"/>
              <a:gd name="T29" fmla="*/ 67 h 179"/>
              <a:gd name="T30" fmla="*/ 103 w 168"/>
              <a:gd name="T31" fmla="*/ 77 h 179"/>
              <a:gd name="T32" fmla="*/ 130 w 168"/>
              <a:gd name="T33" fmla="*/ 66 h 179"/>
              <a:gd name="T34" fmla="*/ 168 w 168"/>
              <a:gd name="T35" fmla="*/ 105 h 179"/>
              <a:gd name="T36" fmla="*/ 130 w 168"/>
              <a:gd name="T37" fmla="*/ 143 h 179"/>
              <a:gd name="T38" fmla="*/ 102 w 168"/>
              <a:gd name="T39" fmla="*/ 131 h 179"/>
              <a:gd name="T40" fmla="*/ 97 w 168"/>
              <a:gd name="T41" fmla="*/ 126 h 179"/>
              <a:gd name="T42" fmla="*/ 118 w 168"/>
              <a:gd name="T43" fmla="*/ 165 h 179"/>
              <a:gd name="T44" fmla="*/ 120 w 168"/>
              <a:gd name="T45" fmla="*/ 166 h 179"/>
              <a:gd name="T46" fmla="*/ 120 w 168"/>
              <a:gd name="T47" fmla="*/ 179 h 179"/>
              <a:gd name="T48" fmla="*/ 56 w 168"/>
              <a:gd name="T49" fmla="*/ 171 h 179"/>
              <a:gd name="T50" fmla="*/ 112 w 168"/>
              <a:gd name="T51" fmla="*/ 171 h 179"/>
              <a:gd name="T52" fmla="*/ 88 w 168"/>
              <a:gd name="T53" fmla="*/ 119 h 179"/>
              <a:gd name="T54" fmla="*/ 88 w 168"/>
              <a:gd name="T55" fmla="*/ 112 h 179"/>
              <a:gd name="T56" fmla="*/ 94 w 168"/>
              <a:gd name="T57" fmla="*/ 115 h 179"/>
              <a:gd name="T58" fmla="*/ 108 w 168"/>
              <a:gd name="T59" fmla="*/ 126 h 179"/>
              <a:gd name="T60" fmla="*/ 130 w 168"/>
              <a:gd name="T61" fmla="*/ 135 h 179"/>
              <a:gd name="T62" fmla="*/ 160 w 168"/>
              <a:gd name="T63" fmla="*/ 105 h 179"/>
              <a:gd name="T64" fmla="*/ 130 w 168"/>
              <a:gd name="T65" fmla="*/ 74 h 179"/>
              <a:gd name="T66" fmla="*/ 108 w 168"/>
              <a:gd name="T67" fmla="*/ 83 h 179"/>
              <a:gd name="T68" fmla="*/ 95 w 168"/>
              <a:gd name="T69" fmla="*/ 93 h 179"/>
              <a:gd name="T70" fmla="*/ 86 w 168"/>
              <a:gd name="T71" fmla="*/ 98 h 179"/>
              <a:gd name="T72" fmla="*/ 89 w 168"/>
              <a:gd name="T73" fmla="*/ 89 h 179"/>
              <a:gd name="T74" fmla="*/ 105 w 168"/>
              <a:gd name="T75" fmla="*/ 62 h 179"/>
              <a:gd name="T76" fmla="*/ 114 w 168"/>
              <a:gd name="T77" fmla="*/ 39 h 179"/>
              <a:gd name="T78" fmla="*/ 84 w 168"/>
              <a:gd name="T79" fmla="*/ 8 h 179"/>
              <a:gd name="T80" fmla="*/ 54 w 168"/>
              <a:gd name="T81" fmla="*/ 39 h 179"/>
              <a:gd name="T82" fmla="*/ 64 w 168"/>
              <a:gd name="T83" fmla="*/ 62 h 179"/>
              <a:gd name="T84" fmla="*/ 80 w 168"/>
              <a:gd name="T85" fmla="*/ 89 h 179"/>
              <a:gd name="T86" fmla="*/ 82 w 168"/>
              <a:gd name="T87" fmla="*/ 98 h 179"/>
              <a:gd name="T88" fmla="*/ 74 w 168"/>
              <a:gd name="T89" fmla="*/ 93 h 179"/>
              <a:gd name="T90" fmla="*/ 61 w 168"/>
              <a:gd name="T91" fmla="*/ 83 h 179"/>
              <a:gd name="T92" fmla="*/ 39 w 168"/>
              <a:gd name="T93" fmla="*/ 74 h 179"/>
              <a:gd name="T94" fmla="*/ 8 w 168"/>
              <a:gd name="T95" fmla="*/ 105 h 179"/>
              <a:gd name="T96" fmla="*/ 39 w 168"/>
              <a:gd name="T97" fmla="*/ 135 h 179"/>
              <a:gd name="T98" fmla="*/ 61 w 168"/>
              <a:gd name="T99" fmla="*/ 126 h 179"/>
              <a:gd name="T100" fmla="*/ 75 w 168"/>
              <a:gd name="T101" fmla="*/ 115 h 179"/>
              <a:gd name="T102" fmla="*/ 81 w 168"/>
              <a:gd name="T103" fmla="*/ 112 h 179"/>
              <a:gd name="T104" fmla="*/ 81 w 168"/>
              <a:gd name="T105" fmla="*/ 119 h 179"/>
              <a:gd name="T106" fmla="*/ 56 w 168"/>
              <a:gd name="T107" fmla="*/ 17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8" h="179">
                <a:moveTo>
                  <a:pt x="120" y="179"/>
                </a:moveTo>
                <a:cubicBezTo>
                  <a:pt x="48" y="179"/>
                  <a:pt x="48" y="179"/>
                  <a:pt x="48" y="179"/>
                </a:cubicBezTo>
                <a:cubicBezTo>
                  <a:pt x="48" y="166"/>
                  <a:pt x="48" y="166"/>
                  <a:pt x="48" y="166"/>
                </a:cubicBezTo>
                <a:cubicBezTo>
                  <a:pt x="50" y="165"/>
                  <a:pt x="50" y="165"/>
                  <a:pt x="50" y="165"/>
                </a:cubicBezTo>
                <a:cubicBezTo>
                  <a:pt x="60" y="159"/>
                  <a:pt x="69" y="146"/>
                  <a:pt x="72" y="126"/>
                </a:cubicBezTo>
                <a:cubicBezTo>
                  <a:pt x="70" y="128"/>
                  <a:pt x="68" y="130"/>
                  <a:pt x="66" y="131"/>
                </a:cubicBezTo>
                <a:cubicBezTo>
                  <a:pt x="59" y="139"/>
                  <a:pt x="49" y="143"/>
                  <a:pt x="39" y="143"/>
                </a:cubicBezTo>
                <a:cubicBezTo>
                  <a:pt x="17" y="143"/>
                  <a:pt x="0" y="126"/>
                  <a:pt x="0" y="105"/>
                </a:cubicBezTo>
                <a:cubicBezTo>
                  <a:pt x="0" y="83"/>
                  <a:pt x="17" y="66"/>
                  <a:pt x="39" y="66"/>
                </a:cubicBezTo>
                <a:cubicBezTo>
                  <a:pt x="49" y="66"/>
                  <a:pt x="58" y="70"/>
                  <a:pt x="65" y="77"/>
                </a:cubicBezTo>
                <a:cubicBezTo>
                  <a:pt x="63" y="73"/>
                  <a:pt x="60" y="69"/>
                  <a:pt x="58" y="67"/>
                </a:cubicBezTo>
                <a:cubicBezTo>
                  <a:pt x="50" y="60"/>
                  <a:pt x="46" y="50"/>
                  <a:pt x="46" y="39"/>
                </a:cubicBezTo>
                <a:cubicBezTo>
                  <a:pt x="46" y="18"/>
                  <a:pt x="63" y="1"/>
                  <a:pt x="84" y="0"/>
                </a:cubicBezTo>
                <a:cubicBezTo>
                  <a:pt x="105" y="1"/>
                  <a:pt x="122" y="18"/>
                  <a:pt x="122" y="39"/>
                </a:cubicBezTo>
                <a:cubicBezTo>
                  <a:pt x="122" y="50"/>
                  <a:pt x="118" y="60"/>
                  <a:pt x="110" y="67"/>
                </a:cubicBezTo>
                <a:cubicBezTo>
                  <a:pt x="108" y="69"/>
                  <a:pt x="106" y="73"/>
                  <a:pt x="103" y="77"/>
                </a:cubicBezTo>
                <a:cubicBezTo>
                  <a:pt x="110" y="70"/>
                  <a:pt x="120" y="66"/>
                  <a:pt x="130" y="66"/>
                </a:cubicBezTo>
                <a:cubicBezTo>
                  <a:pt x="151" y="66"/>
                  <a:pt x="168" y="83"/>
                  <a:pt x="168" y="105"/>
                </a:cubicBezTo>
                <a:cubicBezTo>
                  <a:pt x="168" y="126"/>
                  <a:pt x="151" y="143"/>
                  <a:pt x="130" y="143"/>
                </a:cubicBezTo>
                <a:cubicBezTo>
                  <a:pt x="119" y="143"/>
                  <a:pt x="110" y="139"/>
                  <a:pt x="102" y="131"/>
                </a:cubicBezTo>
                <a:cubicBezTo>
                  <a:pt x="101" y="130"/>
                  <a:pt x="99" y="128"/>
                  <a:pt x="97" y="126"/>
                </a:cubicBezTo>
                <a:cubicBezTo>
                  <a:pt x="99" y="146"/>
                  <a:pt x="109" y="159"/>
                  <a:pt x="118" y="165"/>
                </a:cubicBezTo>
                <a:cubicBezTo>
                  <a:pt x="120" y="166"/>
                  <a:pt x="120" y="166"/>
                  <a:pt x="120" y="166"/>
                </a:cubicBezTo>
                <a:lnTo>
                  <a:pt x="120" y="179"/>
                </a:lnTo>
                <a:close/>
                <a:moveTo>
                  <a:pt x="56" y="171"/>
                </a:moveTo>
                <a:cubicBezTo>
                  <a:pt x="112" y="171"/>
                  <a:pt x="112" y="171"/>
                  <a:pt x="112" y="171"/>
                </a:cubicBezTo>
                <a:cubicBezTo>
                  <a:pt x="101" y="163"/>
                  <a:pt x="89" y="145"/>
                  <a:pt x="88" y="119"/>
                </a:cubicBezTo>
                <a:cubicBezTo>
                  <a:pt x="88" y="112"/>
                  <a:pt x="88" y="112"/>
                  <a:pt x="88" y="112"/>
                </a:cubicBezTo>
                <a:cubicBezTo>
                  <a:pt x="94" y="115"/>
                  <a:pt x="94" y="115"/>
                  <a:pt x="94" y="115"/>
                </a:cubicBezTo>
                <a:cubicBezTo>
                  <a:pt x="100" y="118"/>
                  <a:pt x="105" y="122"/>
                  <a:pt x="108" y="126"/>
                </a:cubicBezTo>
                <a:cubicBezTo>
                  <a:pt x="114" y="132"/>
                  <a:pt x="122" y="135"/>
                  <a:pt x="130" y="135"/>
                </a:cubicBezTo>
                <a:cubicBezTo>
                  <a:pt x="147" y="135"/>
                  <a:pt x="160" y="121"/>
                  <a:pt x="160" y="105"/>
                </a:cubicBezTo>
                <a:cubicBezTo>
                  <a:pt x="160" y="88"/>
                  <a:pt x="147" y="74"/>
                  <a:pt x="130" y="74"/>
                </a:cubicBezTo>
                <a:cubicBezTo>
                  <a:pt x="122" y="74"/>
                  <a:pt x="114" y="77"/>
                  <a:pt x="108" y="83"/>
                </a:cubicBezTo>
                <a:cubicBezTo>
                  <a:pt x="104" y="87"/>
                  <a:pt x="98" y="91"/>
                  <a:pt x="95" y="93"/>
                </a:cubicBezTo>
                <a:cubicBezTo>
                  <a:pt x="86" y="98"/>
                  <a:pt x="86" y="98"/>
                  <a:pt x="86" y="98"/>
                </a:cubicBezTo>
                <a:cubicBezTo>
                  <a:pt x="89" y="89"/>
                  <a:pt x="89" y="89"/>
                  <a:pt x="89" y="89"/>
                </a:cubicBezTo>
                <a:cubicBezTo>
                  <a:pt x="91" y="79"/>
                  <a:pt x="99" y="67"/>
                  <a:pt x="105" y="62"/>
                </a:cubicBezTo>
                <a:cubicBezTo>
                  <a:pt x="111" y="56"/>
                  <a:pt x="114" y="48"/>
                  <a:pt x="114" y="39"/>
                </a:cubicBezTo>
                <a:cubicBezTo>
                  <a:pt x="114" y="22"/>
                  <a:pt x="101" y="9"/>
                  <a:pt x="84" y="8"/>
                </a:cubicBezTo>
                <a:cubicBezTo>
                  <a:pt x="68" y="9"/>
                  <a:pt x="54" y="22"/>
                  <a:pt x="54" y="39"/>
                </a:cubicBezTo>
                <a:cubicBezTo>
                  <a:pt x="54" y="48"/>
                  <a:pt x="58" y="56"/>
                  <a:pt x="64" y="62"/>
                </a:cubicBezTo>
                <a:cubicBezTo>
                  <a:pt x="69" y="67"/>
                  <a:pt x="77" y="79"/>
                  <a:pt x="80" y="89"/>
                </a:cubicBezTo>
                <a:cubicBezTo>
                  <a:pt x="82" y="98"/>
                  <a:pt x="82" y="98"/>
                  <a:pt x="82" y="98"/>
                </a:cubicBezTo>
                <a:cubicBezTo>
                  <a:pt x="74" y="93"/>
                  <a:pt x="74" y="93"/>
                  <a:pt x="74" y="93"/>
                </a:cubicBezTo>
                <a:cubicBezTo>
                  <a:pt x="68" y="90"/>
                  <a:pt x="63" y="86"/>
                  <a:pt x="61" y="83"/>
                </a:cubicBezTo>
                <a:cubicBezTo>
                  <a:pt x="55" y="77"/>
                  <a:pt x="47" y="74"/>
                  <a:pt x="39" y="74"/>
                </a:cubicBezTo>
                <a:cubicBezTo>
                  <a:pt x="22" y="74"/>
                  <a:pt x="8" y="88"/>
                  <a:pt x="8" y="105"/>
                </a:cubicBezTo>
                <a:cubicBezTo>
                  <a:pt x="8" y="121"/>
                  <a:pt x="22" y="135"/>
                  <a:pt x="39" y="135"/>
                </a:cubicBezTo>
                <a:cubicBezTo>
                  <a:pt x="47" y="135"/>
                  <a:pt x="55" y="132"/>
                  <a:pt x="61" y="126"/>
                </a:cubicBezTo>
                <a:cubicBezTo>
                  <a:pt x="64" y="122"/>
                  <a:pt x="69" y="118"/>
                  <a:pt x="75" y="115"/>
                </a:cubicBezTo>
                <a:cubicBezTo>
                  <a:pt x="81" y="112"/>
                  <a:pt x="81" y="112"/>
                  <a:pt x="81" y="112"/>
                </a:cubicBezTo>
                <a:cubicBezTo>
                  <a:pt x="81" y="119"/>
                  <a:pt x="81" y="119"/>
                  <a:pt x="81" y="119"/>
                </a:cubicBezTo>
                <a:cubicBezTo>
                  <a:pt x="80" y="145"/>
                  <a:pt x="68" y="163"/>
                  <a:pt x="56" y="171"/>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7" name="Freeform 20"/>
          <p:cNvSpPr>
            <a:spLocks noEditPoints="1"/>
          </p:cNvSpPr>
          <p:nvPr/>
        </p:nvSpPr>
        <p:spPr bwMode="auto">
          <a:xfrm>
            <a:off x="4985690" y="2472614"/>
            <a:ext cx="233015" cy="370201"/>
          </a:xfrm>
          <a:custGeom>
            <a:avLst/>
            <a:gdLst>
              <a:gd name="T0" fmla="*/ 115 w 231"/>
              <a:gd name="T1" fmla="*/ 367 h 367"/>
              <a:gd name="T2" fmla="*/ 0 w 231"/>
              <a:gd name="T3" fmla="*/ 184 h 367"/>
              <a:gd name="T4" fmla="*/ 115 w 231"/>
              <a:gd name="T5" fmla="*/ 0 h 367"/>
              <a:gd name="T6" fmla="*/ 231 w 231"/>
              <a:gd name="T7" fmla="*/ 184 h 367"/>
              <a:gd name="T8" fmla="*/ 115 w 231"/>
              <a:gd name="T9" fmla="*/ 367 h 367"/>
              <a:gd name="T10" fmla="*/ 20 w 231"/>
              <a:gd name="T11" fmla="*/ 184 h 367"/>
              <a:gd name="T12" fmla="*/ 115 w 231"/>
              <a:gd name="T13" fmla="*/ 337 h 367"/>
              <a:gd name="T14" fmla="*/ 211 w 231"/>
              <a:gd name="T15" fmla="*/ 184 h 367"/>
              <a:gd name="T16" fmla="*/ 115 w 231"/>
              <a:gd name="T17" fmla="*/ 30 h 367"/>
              <a:gd name="T18" fmla="*/ 20 w 231"/>
              <a:gd name="T19" fmla="*/ 18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1" h="367">
                <a:moveTo>
                  <a:pt x="115" y="367"/>
                </a:moveTo>
                <a:lnTo>
                  <a:pt x="0" y="184"/>
                </a:lnTo>
                <a:lnTo>
                  <a:pt x="115" y="0"/>
                </a:lnTo>
                <a:lnTo>
                  <a:pt x="231" y="184"/>
                </a:lnTo>
                <a:lnTo>
                  <a:pt x="115" y="367"/>
                </a:lnTo>
                <a:close/>
                <a:moveTo>
                  <a:pt x="20" y="184"/>
                </a:moveTo>
                <a:lnTo>
                  <a:pt x="115" y="337"/>
                </a:lnTo>
                <a:lnTo>
                  <a:pt x="211" y="184"/>
                </a:lnTo>
                <a:lnTo>
                  <a:pt x="115" y="30"/>
                </a:lnTo>
                <a:lnTo>
                  <a:pt x="20" y="184"/>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728" name="组合 727"/>
          <p:cNvGrpSpPr/>
          <p:nvPr/>
        </p:nvGrpSpPr>
        <p:grpSpPr>
          <a:xfrm>
            <a:off x="6387738" y="3416875"/>
            <a:ext cx="362132" cy="368184"/>
            <a:chOff x="6413500" y="314325"/>
            <a:chExt cx="569913" cy="579438"/>
          </a:xfrm>
          <a:solidFill>
            <a:srgbClr val="707E84"/>
          </a:solidFill>
        </p:grpSpPr>
        <p:sp>
          <p:nvSpPr>
            <p:cNvPr id="729" name="Freeform 43"/>
            <p:cNvSpPr>
              <a:spLocks noEditPoints="1"/>
            </p:cNvSpPr>
            <p:nvPr/>
          </p:nvSpPr>
          <p:spPr bwMode="auto">
            <a:xfrm>
              <a:off x="6413500" y="314325"/>
              <a:ext cx="569913" cy="579438"/>
            </a:xfrm>
            <a:custGeom>
              <a:avLst/>
              <a:gdLst>
                <a:gd name="T0" fmla="*/ 111 w 179"/>
                <a:gd name="T1" fmla="*/ 182 h 182"/>
                <a:gd name="T2" fmla="*/ 68 w 179"/>
                <a:gd name="T3" fmla="*/ 182 h 182"/>
                <a:gd name="T4" fmla="*/ 68 w 179"/>
                <a:gd name="T5" fmla="*/ 178 h 182"/>
                <a:gd name="T6" fmla="*/ 39 w 179"/>
                <a:gd name="T7" fmla="*/ 149 h 182"/>
                <a:gd name="T8" fmla="*/ 25 w 179"/>
                <a:gd name="T9" fmla="*/ 153 h 182"/>
                <a:gd name="T10" fmla="*/ 21 w 179"/>
                <a:gd name="T11" fmla="*/ 155 h 182"/>
                <a:gd name="T12" fmla="*/ 0 w 179"/>
                <a:gd name="T13" fmla="*/ 118 h 182"/>
                <a:gd name="T14" fmla="*/ 3 w 179"/>
                <a:gd name="T15" fmla="*/ 116 h 182"/>
                <a:gd name="T16" fmla="*/ 14 w 179"/>
                <a:gd name="T17" fmla="*/ 76 h 182"/>
                <a:gd name="T18" fmla="*/ 3 w 179"/>
                <a:gd name="T19" fmla="*/ 66 h 182"/>
                <a:gd name="T20" fmla="*/ 0 w 179"/>
                <a:gd name="T21" fmla="*/ 64 h 182"/>
                <a:gd name="T22" fmla="*/ 21 w 179"/>
                <a:gd name="T23" fmla="*/ 27 h 182"/>
                <a:gd name="T24" fmla="*/ 25 w 179"/>
                <a:gd name="T25" fmla="*/ 29 h 182"/>
                <a:gd name="T26" fmla="*/ 39 w 179"/>
                <a:gd name="T27" fmla="*/ 33 h 182"/>
                <a:gd name="T28" fmla="*/ 64 w 179"/>
                <a:gd name="T29" fmla="*/ 18 h 182"/>
                <a:gd name="T30" fmla="*/ 68 w 179"/>
                <a:gd name="T31" fmla="*/ 4 h 182"/>
                <a:gd name="T32" fmla="*/ 68 w 179"/>
                <a:gd name="T33" fmla="*/ 0 h 182"/>
                <a:gd name="T34" fmla="*/ 111 w 179"/>
                <a:gd name="T35" fmla="*/ 0 h 182"/>
                <a:gd name="T36" fmla="*/ 111 w 179"/>
                <a:gd name="T37" fmla="*/ 4 h 182"/>
                <a:gd name="T38" fmla="*/ 140 w 179"/>
                <a:gd name="T39" fmla="*/ 33 h 182"/>
                <a:gd name="T40" fmla="*/ 154 w 179"/>
                <a:gd name="T41" fmla="*/ 29 h 182"/>
                <a:gd name="T42" fmla="*/ 158 w 179"/>
                <a:gd name="T43" fmla="*/ 27 h 182"/>
                <a:gd name="T44" fmla="*/ 179 w 179"/>
                <a:gd name="T45" fmla="*/ 64 h 182"/>
                <a:gd name="T46" fmla="*/ 176 w 179"/>
                <a:gd name="T47" fmla="*/ 66 h 182"/>
                <a:gd name="T48" fmla="*/ 165 w 179"/>
                <a:gd name="T49" fmla="*/ 106 h 182"/>
                <a:gd name="T50" fmla="*/ 175 w 179"/>
                <a:gd name="T51" fmla="*/ 116 h 182"/>
                <a:gd name="T52" fmla="*/ 179 w 179"/>
                <a:gd name="T53" fmla="*/ 118 h 182"/>
                <a:gd name="T54" fmla="*/ 158 w 179"/>
                <a:gd name="T55" fmla="*/ 155 h 182"/>
                <a:gd name="T56" fmla="*/ 154 w 179"/>
                <a:gd name="T57" fmla="*/ 153 h 182"/>
                <a:gd name="T58" fmla="*/ 140 w 179"/>
                <a:gd name="T59" fmla="*/ 149 h 182"/>
                <a:gd name="T60" fmla="*/ 114 w 179"/>
                <a:gd name="T61" fmla="*/ 163 h 182"/>
                <a:gd name="T62" fmla="*/ 111 w 179"/>
                <a:gd name="T63" fmla="*/ 178 h 182"/>
                <a:gd name="T64" fmla="*/ 111 w 179"/>
                <a:gd name="T65" fmla="*/ 182 h 182"/>
                <a:gd name="T66" fmla="*/ 76 w 179"/>
                <a:gd name="T67" fmla="*/ 174 h 182"/>
                <a:gd name="T68" fmla="*/ 103 w 179"/>
                <a:gd name="T69" fmla="*/ 174 h 182"/>
                <a:gd name="T70" fmla="*/ 108 w 179"/>
                <a:gd name="T71" fmla="*/ 159 h 182"/>
                <a:gd name="T72" fmla="*/ 140 w 179"/>
                <a:gd name="T73" fmla="*/ 141 h 182"/>
                <a:gd name="T74" fmla="*/ 155 w 179"/>
                <a:gd name="T75" fmla="*/ 144 h 182"/>
                <a:gd name="T76" fmla="*/ 168 w 179"/>
                <a:gd name="T77" fmla="*/ 121 h 182"/>
                <a:gd name="T78" fmla="*/ 158 w 179"/>
                <a:gd name="T79" fmla="*/ 110 h 182"/>
                <a:gd name="T80" fmla="*/ 168 w 179"/>
                <a:gd name="T81" fmla="*/ 61 h 182"/>
                <a:gd name="T82" fmla="*/ 155 w 179"/>
                <a:gd name="T83" fmla="*/ 38 h 182"/>
                <a:gd name="T84" fmla="*/ 140 w 179"/>
                <a:gd name="T85" fmla="*/ 41 h 182"/>
                <a:gd name="T86" fmla="*/ 103 w 179"/>
                <a:gd name="T87" fmla="*/ 8 h 182"/>
                <a:gd name="T88" fmla="*/ 76 w 179"/>
                <a:gd name="T89" fmla="*/ 8 h 182"/>
                <a:gd name="T90" fmla="*/ 71 w 179"/>
                <a:gd name="T91" fmla="*/ 22 h 182"/>
                <a:gd name="T92" fmla="*/ 39 w 179"/>
                <a:gd name="T93" fmla="*/ 41 h 182"/>
                <a:gd name="T94" fmla="*/ 24 w 179"/>
                <a:gd name="T95" fmla="*/ 38 h 182"/>
                <a:gd name="T96" fmla="*/ 11 w 179"/>
                <a:gd name="T97" fmla="*/ 61 h 182"/>
                <a:gd name="T98" fmla="*/ 21 w 179"/>
                <a:gd name="T99" fmla="*/ 72 h 182"/>
                <a:gd name="T100" fmla="*/ 11 w 179"/>
                <a:gd name="T101" fmla="*/ 121 h 182"/>
                <a:gd name="T102" fmla="*/ 24 w 179"/>
                <a:gd name="T103" fmla="*/ 144 h 182"/>
                <a:gd name="T104" fmla="*/ 39 w 179"/>
                <a:gd name="T105" fmla="*/ 141 h 182"/>
                <a:gd name="T106" fmla="*/ 76 w 179"/>
                <a:gd name="T107" fmla="*/ 174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9" h="182">
                  <a:moveTo>
                    <a:pt x="111" y="182"/>
                  </a:moveTo>
                  <a:cubicBezTo>
                    <a:pt x="68" y="182"/>
                    <a:pt x="68" y="182"/>
                    <a:pt x="68" y="182"/>
                  </a:cubicBezTo>
                  <a:cubicBezTo>
                    <a:pt x="68" y="178"/>
                    <a:pt x="68" y="178"/>
                    <a:pt x="68" y="178"/>
                  </a:cubicBezTo>
                  <a:cubicBezTo>
                    <a:pt x="68" y="162"/>
                    <a:pt x="55" y="149"/>
                    <a:pt x="39" y="149"/>
                  </a:cubicBezTo>
                  <a:cubicBezTo>
                    <a:pt x="34" y="149"/>
                    <a:pt x="29" y="150"/>
                    <a:pt x="25" y="153"/>
                  </a:cubicBezTo>
                  <a:cubicBezTo>
                    <a:pt x="21" y="155"/>
                    <a:pt x="21" y="155"/>
                    <a:pt x="21" y="155"/>
                  </a:cubicBezTo>
                  <a:cubicBezTo>
                    <a:pt x="0" y="118"/>
                    <a:pt x="0" y="118"/>
                    <a:pt x="0" y="118"/>
                  </a:cubicBezTo>
                  <a:cubicBezTo>
                    <a:pt x="3" y="116"/>
                    <a:pt x="3" y="116"/>
                    <a:pt x="3" y="116"/>
                  </a:cubicBezTo>
                  <a:cubicBezTo>
                    <a:pt x="17" y="108"/>
                    <a:pt x="22" y="90"/>
                    <a:pt x="14" y="76"/>
                  </a:cubicBezTo>
                  <a:cubicBezTo>
                    <a:pt x="12" y="72"/>
                    <a:pt x="8" y="68"/>
                    <a:pt x="3" y="66"/>
                  </a:cubicBezTo>
                  <a:cubicBezTo>
                    <a:pt x="0" y="64"/>
                    <a:pt x="0" y="64"/>
                    <a:pt x="0" y="64"/>
                  </a:cubicBezTo>
                  <a:cubicBezTo>
                    <a:pt x="21" y="27"/>
                    <a:pt x="21" y="27"/>
                    <a:pt x="21" y="27"/>
                  </a:cubicBezTo>
                  <a:cubicBezTo>
                    <a:pt x="25" y="29"/>
                    <a:pt x="25" y="29"/>
                    <a:pt x="25" y="29"/>
                  </a:cubicBezTo>
                  <a:cubicBezTo>
                    <a:pt x="29" y="32"/>
                    <a:pt x="34" y="33"/>
                    <a:pt x="39" y="33"/>
                  </a:cubicBezTo>
                  <a:cubicBezTo>
                    <a:pt x="50" y="33"/>
                    <a:pt x="59" y="27"/>
                    <a:pt x="64" y="18"/>
                  </a:cubicBezTo>
                  <a:cubicBezTo>
                    <a:pt x="67" y="14"/>
                    <a:pt x="68" y="9"/>
                    <a:pt x="68" y="4"/>
                  </a:cubicBezTo>
                  <a:cubicBezTo>
                    <a:pt x="68" y="0"/>
                    <a:pt x="68" y="0"/>
                    <a:pt x="68" y="0"/>
                  </a:cubicBezTo>
                  <a:cubicBezTo>
                    <a:pt x="111" y="0"/>
                    <a:pt x="111" y="0"/>
                    <a:pt x="111" y="0"/>
                  </a:cubicBezTo>
                  <a:cubicBezTo>
                    <a:pt x="111" y="4"/>
                    <a:pt x="111" y="4"/>
                    <a:pt x="111" y="4"/>
                  </a:cubicBezTo>
                  <a:cubicBezTo>
                    <a:pt x="111" y="20"/>
                    <a:pt x="124" y="33"/>
                    <a:pt x="140" y="33"/>
                  </a:cubicBezTo>
                  <a:cubicBezTo>
                    <a:pt x="145" y="33"/>
                    <a:pt x="150" y="32"/>
                    <a:pt x="154" y="29"/>
                  </a:cubicBezTo>
                  <a:cubicBezTo>
                    <a:pt x="158" y="27"/>
                    <a:pt x="158" y="27"/>
                    <a:pt x="158" y="27"/>
                  </a:cubicBezTo>
                  <a:cubicBezTo>
                    <a:pt x="179" y="64"/>
                    <a:pt x="179" y="64"/>
                    <a:pt x="179" y="64"/>
                  </a:cubicBezTo>
                  <a:cubicBezTo>
                    <a:pt x="176" y="66"/>
                    <a:pt x="176" y="66"/>
                    <a:pt x="176" y="66"/>
                  </a:cubicBezTo>
                  <a:cubicBezTo>
                    <a:pt x="162" y="74"/>
                    <a:pt x="157" y="92"/>
                    <a:pt x="165" y="106"/>
                  </a:cubicBezTo>
                  <a:cubicBezTo>
                    <a:pt x="167" y="110"/>
                    <a:pt x="171" y="114"/>
                    <a:pt x="175" y="116"/>
                  </a:cubicBezTo>
                  <a:cubicBezTo>
                    <a:pt x="179" y="118"/>
                    <a:pt x="179" y="118"/>
                    <a:pt x="179" y="118"/>
                  </a:cubicBezTo>
                  <a:cubicBezTo>
                    <a:pt x="158" y="155"/>
                    <a:pt x="158" y="155"/>
                    <a:pt x="158" y="155"/>
                  </a:cubicBezTo>
                  <a:cubicBezTo>
                    <a:pt x="154" y="153"/>
                    <a:pt x="154" y="153"/>
                    <a:pt x="154" y="153"/>
                  </a:cubicBezTo>
                  <a:cubicBezTo>
                    <a:pt x="150" y="150"/>
                    <a:pt x="145" y="149"/>
                    <a:pt x="140" y="149"/>
                  </a:cubicBezTo>
                  <a:cubicBezTo>
                    <a:pt x="129" y="149"/>
                    <a:pt x="120" y="154"/>
                    <a:pt x="114" y="163"/>
                  </a:cubicBezTo>
                  <a:cubicBezTo>
                    <a:pt x="112" y="168"/>
                    <a:pt x="111" y="173"/>
                    <a:pt x="111" y="178"/>
                  </a:cubicBezTo>
                  <a:lnTo>
                    <a:pt x="111" y="182"/>
                  </a:lnTo>
                  <a:close/>
                  <a:moveTo>
                    <a:pt x="76" y="174"/>
                  </a:moveTo>
                  <a:cubicBezTo>
                    <a:pt x="103" y="174"/>
                    <a:pt x="103" y="174"/>
                    <a:pt x="103" y="174"/>
                  </a:cubicBezTo>
                  <a:cubicBezTo>
                    <a:pt x="103" y="169"/>
                    <a:pt x="105" y="164"/>
                    <a:pt x="108" y="159"/>
                  </a:cubicBezTo>
                  <a:cubicBezTo>
                    <a:pt x="114" y="148"/>
                    <a:pt x="126" y="141"/>
                    <a:pt x="140" y="141"/>
                  </a:cubicBezTo>
                  <a:cubicBezTo>
                    <a:pt x="145" y="141"/>
                    <a:pt x="150" y="142"/>
                    <a:pt x="155" y="144"/>
                  </a:cubicBezTo>
                  <a:cubicBezTo>
                    <a:pt x="168" y="121"/>
                    <a:pt x="168" y="121"/>
                    <a:pt x="168" y="121"/>
                  </a:cubicBezTo>
                  <a:cubicBezTo>
                    <a:pt x="164" y="118"/>
                    <a:pt x="160" y="114"/>
                    <a:pt x="158" y="110"/>
                  </a:cubicBezTo>
                  <a:cubicBezTo>
                    <a:pt x="148" y="93"/>
                    <a:pt x="153" y="72"/>
                    <a:pt x="168" y="61"/>
                  </a:cubicBezTo>
                  <a:cubicBezTo>
                    <a:pt x="155" y="38"/>
                    <a:pt x="155" y="38"/>
                    <a:pt x="155" y="38"/>
                  </a:cubicBezTo>
                  <a:cubicBezTo>
                    <a:pt x="150" y="40"/>
                    <a:pt x="145" y="41"/>
                    <a:pt x="140" y="41"/>
                  </a:cubicBezTo>
                  <a:cubicBezTo>
                    <a:pt x="121" y="41"/>
                    <a:pt x="105" y="26"/>
                    <a:pt x="103" y="8"/>
                  </a:cubicBezTo>
                  <a:cubicBezTo>
                    <a:pt x="76" y="8"/>
                    <a:pt x="76" y="8"/>
                    <a:pt x="76" y="8"/>
                  </a:cubicBezTo>
                  <a:cubicBezTo>
                    <a:pt x="76" y="13"/>
                    <a:pt x="74" y="18"/>
                    <a:pt x="71" y="22"/>
                  </a:cubicBezTo>
                  <a:cubicBezTo>
                    <a:pt x="65" y="34"/>
                    <a:pt x="52" y="41"/>
                    <a:pt x="39" y="41"/>
                  </a:cubicBezTo>
                  <a:cubicBezTo>
                    <a:pt x="34" y="41"/>
                    <a:pt x="29" y="40"/>
                    <a:pt x="24" y="38"/>
                  </a:cubicBezTo>
                  <a:cubicBezTo>
                    <a:pt x="11" y="61"/>
                    <a:pt x="11" y="61"/>
                    <a:pt x="11" y="61"/>
                  </a:cubicBezTo>
                  <a:cubicBezTo>
                    <a:pt x="15" y="64"/>
                    <a:pt x="18" y="68"/>
                    <a:pt x="21" y="72"/>
                  </a:cubicBezTo>
                  <a:cubicBezTo>
                    <a:pt x="31" y="89"/>
                    <a:pt x="26" y="110"/>
                    <a:pt x="11" y="121"/>
                  </a:cubicBezTo>
                  <a:cubicBezTo>
                    <a:pt x="24" y="144"/>
                    <a:pt x="24" y="144"/>
                    <a:pt x="24" y="144"/>
                  </a:cubicBezTo>
                  <a:cubicBezTo>
                    <a:pt x="29" y="142"/>
                    <a:pt x="34" y="141"/>
                    <a:pt x="39" y="141"/>
                  </a:cubicBezTo>
                  <a:cubicBezTo>
                    <a:pt x="58" y="141"/>
                    <a:pt x="74" y="155"/>
                    <a:pt x="76" y="1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0" name="Freeform 44"/>
            <p:cNvSpPr>
              <a:spLocks noEditPoints="1"/>
            </p:cNvSpPr>
            <p:nvPr/>
          </p:nvSpPr>
          <p:spPr bwMode="auto">
            <a:xfrm>
              <a:off x="6578600" y="485775"/>
              <a:ext cx="239713" cy="234950"/>
            </a:xfrm>
            <a:custGeom>
              <a:avLst/>
              <a:gdLst>
                <a:gd name="T0" fmla="*/ 37 w 75"/>
                <a:gd name="T1" fmla="*/ 74 h 74"/>
                <a:gd name="T2" fmla="*/ 0 w 75"/>
                <a:gd name="T3" fmla="*/ 37 h 74"/>
                <a:gd name="T4" fmla="*/ 37 w 75"/>
                <a:gd name="T5" fmla="*/ 0 h 74"/>
                <a:gd name="T6" fmla="*/ 75 w 75"/>
                <a:gd name="T7" fmla="*/ 37 h 74"/>
                <a:gd name="T8" fmla="*/ 37 w 75"/>
                <a:gd name="T9" fmla="*/ 74 h 74"/>
                <a:gd name="T10" fmla="*/ 37 w 75"/>
                <a:gd name="T11" fmla="*/ 4 h 74"/>
                <a:gd name="T12" fmla="*/ 4 w 75"/>
                <a:gd name="T13" fmla="*/ 37 h 74"/>
                <a:gd name="T14" fmla="*/ 37 w 75"/>
                <a:gd name="T15" fmla="*/ 70 h 74"/>
                <a:gd name="T16" fmla="*/ 71 w 75"/>
                <a:gd name="T17" fmla="*/ 37 h 74"/>
                <a:gd name="T18" fmla="*/ 37 w 75"/>
                <a:gd name="T19" fmla="*/ 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5" h="74">
                  <a:moveTo>
                    <a:pt x="37" y="74"/>
                  </a:moveTo>
                  <a:cubicBezTo>
                    <a:pt x="17" y="74"/>
                    <a:pt x="0" y="57"/>
                    <a:pt x="0" y="37"/>
                  </a:cubicBezTo>
                  <a:cubicBezTo>
                    <a:pt x="0" y="16"/>
                    <a:pt x="17" y="0"/>
                    <a:pt x="37" y="0"/>
                  </a:cubicBezTo>
                  <a:cubicBezTo>
                    <a:pt x="58" y="0"/>
                    <a:pt x="75" y="16"/>
                    <a:pt x="75" y="37"/>
                  </a:cubicBezTo>
                  <a:cubicBezTo>
                    <a:pt x="75" y="57"/>
                    <a:pt x="58" y="74"/>
                    <a:pt x="37" y="74"/>
                  </a:cubicBezTo>
                  <a:close/>
                  <a:moveTo>
                    <a:pt x="37" y="4"/>
                  </a:moveTo>
                  <a:cubicBezTo>
                    <a:pt x="19" y="4"/>
                    <a:pt x="4" y="18"/>
                    <a:pt x="4" y="37"/>
                  </a:cubicBezTo>
                  <a:cubicBezTo>
                    <a:pt x="4" y="55"/>
                    <a:pt x="19" y="70"/>
                    <a:pt x="37" y="70"/>
                  </a:cubicBezTo>
                  <a:cubicBezTo>
                    <a:pt x="56" y="70"/>
                    <a:pt x="71" y="55"/>
                    <a:pt x="71" y="37"/>
                  </a:cubicBezTo>
                  <a:cubicBezTo>
                    <a:pt x="71" y="18"/>
                    <a:pt x="56" y="4"/>
                    <a:pt x="3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731" name="组合 730"/>
          <p:cNvGrpSpPr/>
          <p:nvPr/>
        </p:nvGrpSpPr>
        <p:grpSpPr>
          <a:xfrm>
            <a:off x="6857918" y="3413121"/>
            <a:ext cx="384324" cy="384324"/>
            <a:chOff x="3956050" y="317500"/>
            <a:chExt cx="604838" cy="604838"/>
          </a:xfrm>
          <a:solidFill>
            <a:srgbClr val="707E84"/>
          </a:solidFill>
        </p:grpSpPr>
        <p:sp>
          <p:nvSpPr>
            <p:cNvPr id="732" name="Freeform 67"/>
            <p:cNvSpPr>
              <a:spLocks noEditPoints="1"/>
            </p:cNvSpPr>
            <p:nvPr/>
          </p:nvSpPr>
          <p:spPr bwMode="auto">
            <a:xfrm>
              <a:off x="3956050" y="317500"/>
              <a:ext cx="604838" cy="604838"/>
            </a:xfrm>
            <a:custGeom>
              <a:avLst/>
              <a:gdLst>
                <a:gd name="T0" fmla="*/ 78 w 190"/>
                <a:gd name="T1" fmla="*/ 190 h 190"/>
                <a:gd name="T2" fmla="*/ 63 w 190"/>
                <a:gd name="T3" fmla="*/ 156 h 190"/>
                <a:gd name="T4" fmla="*/ 16 w 190"/>
                <a:gd name="T5" fmla="*/ 150 h 190"/>
                <a:gd name="T6" fmla="*/ 29 w 190"/>
                <a:gd name="T7" fmla="*/ 116 h 190"/>
                <a:gd name="T8" fmla="*/ 0 w 190"/>
                <a:gd name="T9" fmla="*/ 78 h 190"/>
                <a:gd name="T10" fmla="*/ 33 w 190"/>
                <a:gd name="T11" fmla="*/ 63 h 190"/>
                <a:gd name="T12" fmla="*/ 39 w 190"/>
                <a:gd name="T13" fmla="*/ 16 h 190"/>
                <a:gd name="T14" fmla="*/ 74 w 190"/>
                <a:gd name="T15" fmla="*/ 29 h 190"/>
                <a:gd name="T16" fmla="*/ 111 w 190"/>
                <a:gd name="T17" fmla="*/ 0 h 190"/>
                <a:gd name="T18" fmla="*/ 126 w 190"/>
                <a:gd name="T19" fmla="*/ 33 h 190"/>
                <a:gd name="T20" fmla="*/ 174 w 190"/>
                <a:gd name="T21" fmla="*/ 39 h 190"/>
                <a:gd name="T22" fmla="*/ 160 w 190"/>
                <a:gd name="T23" fmla="*/ 73 h 190"/>
                <a:gd name="T24" fmla="*/ 190 w 190"/>
                <a:gd name="T25" fmla="*/ 111 h 190"/>
                <a:gd name="T26" fmla="*/ 156 w 190"/>
                <a:gd name="T27" fmla="*/ 126 h 190"/>
                <a:gd name="T28" fmla="*/ 150 w 190"/>
                <a:gd name="T29" fmla="*/ 173 h 190"/>
                <a:gd name="T30" fmla="*/ 116 w 190"/>
                <a:gd name="T31" fmla="*/ 160 h 190"/>
                <a:gd name="T32" fmla="*/ 85 w 190"/>
                <a:gd name="T33" fmla="*/ 182 h 190"/>
                <a:gd name="T34" fmla="*/ 109 w 190"/>
                <a:gd name="T35" fmla="*/ 154 h 190"/>
                <a:gd name="T36" fmla="*/ 125 w 190"/>
                <a:gd name="T37" fmla="*/ 148 h 190"/>
                <a:gd name="T38" fmla="*/ 150 w 190"/>
                <a:gd name="T39" fmla="*/ 163 h 190"/>
                <a:gd name="T40" fmla="*/ 147 w 190"/>
                <a:gd name="T41" fmla="*/ 127 h 190"/>
                <a:gd name="T42" fmla="*/ 153 w 190"/>
                <a:gd name="T43" fmla="*/ 111 h 190"/>
                <a:gd name="T44" fmla="*/ 182 w 190"/>
                <a:gd name="T45" fmla="*/ 104 h 190"/>
                <a:gd name="T46" fmla="*/ 154 w 190"/>
                <a:gd name="T47" fmla="*/ 80 h 190"/>
                <a:gd name="T48" fmla="*/ 148 w 190"/>
                <a:gd name="T49" fmla="*/ 65 h 190"/>
                <a:gd name="T50" fmla="*/ 163 w 190"/>
                <a:gd name="T51" fmla="*/ 40 h 190"/>
                <a:gd name="T52" fmla="*/ 127 w 190"/>
                <a:gd name="T53" fmla="*/ 43 h 190"/>
                <a:gd name="T54" fmla="*/ 111 w 190"/>
                <a:gd name="T55" fmla="*/ 36 h 190"/>
                <a:gd name="T56" fmla="*/ 104 w 190"/>
                <a:gd name="T57" fmla="*/ 8 h 190"/>
                <a:gd name="T58" fmla="*/ 81 w 190"/>
                <a:gd name="T59" fmla="*/ 35 h 190"/>
                <a:gd name="T60" fmla="*/ 65 w 190"/>
                <a:gd name="T61" fmla="*/ 41 h 190"/>
                <a:gd name="T62" fmla="*/ 40 w 190"/>
                <a:gd name="T63" fmla="*/ 26 h 190"/>
                <a:gd name="T64" fmla="*/ 43 w 190"/>
                <a:gd name="T65" fmla="*/ 63 h 190"/>
                <a:gd name="T66" fmla="*/ 36 w 190"/>
                <a:gd name="T67" fmla="*/ 78 h 190"/>
                <a:gd name="T68" fmla="*/ 8 w 190"/>
                <a:gd name="T69" fmla="*/ 85 h 190"/>
                <a:gd name="T70" fmla="*/ 35 w 190"/>
                <a:gd name="T71" fmla="*/ 109 h 190"/>
                <a:gd name="T72" fmla="*/ 42 w 190"/>
                <a:gd name="T73" fmla="*/ 124 h 190"/>
                <a:gd name="T74" fmla="*/ 27 w 190"/>
                <a:gd name="T75" fmla="*/ 149 h 190"/>
                <a:gd name="T76" fmla="*/ 63 w 190"/>
                <a:gd name="T77" fmla="*/ 147 h 190"/>
                <a:gd name="T78" fmla="*/ 78 w 190"/>
                <a:gd name="T79" fmla="*/ 153 h 190"/>
                <a:gd name="T80" fmla="*/ 85 w 190"/>
                <a:gd name="T81" fmla="*/ 182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90" h="190">
                  <a:moveTo>
                    <a:pt x="111" y="190"/>
                  </a:moveTo>
                  <a:cubicBezTo>
                    <a:pt x="78" y="190"/>
                    <a:pt x="78" y="190"/>
                    <a:pt x="78" y="190"/>
                  </a:cubicBezTo>
                  <a:cubicBezTo>
                    <a:pt x="74" y="160"/>
                    <a:pt x="74" y="160"/>
                    <a:pt x="74" y="160"/>
                  </a:cubicBezTo>
                  <a:cubicBezTo>
                    <a:pt x="70" y="159"/>
                    <a:pt x="67" y="158"/>
                    <a:pt x="63" y="156"/>
                  </a:cubicBezTo>
                  <a:cubicBezTo>
                    <a:pt x="39" y="173"/>
                    <a:pt x="39" y="173"/>
                    <a:pt x="39" y="173"/>
                  </a:cubicBezTo>
                  <a:cubicBezTo>
                    <a:pt x="16" y="150"/>
                    <a:pt x="16" y="150"/>
                    <a:pt x="16" y="150"/>
                  </a:cubicBezTo>
                  <a:cubicBezTo>
                    <a:pt x="33" y="126"/>
                    <a:pt x="33" y="126"/>
                    <a:pt x="33" y="126"/>
                  </a:cubicBezTo>
                  <a:cubicBezTo>
                    <a:pt x="32" y="123"/>
                    <a:pt x="30" y="119"/>
                    <a:pt x="29" y="116"/>
                  </a:cubicBezTo>
                  <a:cubicBezTo>
                    <a:pt x="0" y="111"/>
                    <a:pt x="0" y="111"/>
                    <a:pt x="0" y="111"/>
                  </a:cubicBezTo>
                  <a:cubicBezTo>
                    <a:pt x="0" y="78"/>
                    <a:pt x="0" y="78"/>
                    <a:pt x="0" y="78"/>
                  </a:cubicBezTo>
                  <a:cubicBezTo>
                    <a:pt x="29" y="73"/>
                    <a:pt x="29" y="73"/>
                    <a:pt x="29" y="73"/>
                  </a:cubicBezTo>
                  <a:cubicBezTo>
                    <a:pt x="30" y="70"/>
                    <a:pt x="32" y="67"/>
                    <a:pt x="33" y="63"/>
                  </a:cubicBezTo>
                  <a:cubicBezTo>
                    <a:pt x="16" y="39"/>
                    <a:pt x="16" y="39"/>
                    <a:pt x="16" y="39"/>
                  </a:cubicBezTo>
                  <a:cubicBezTo>
                    <a:pt x="39" y="16"/>
                    <a:pt x="39" y="16"/>
                    <a:pt x="39" y="16"/>
                  </a:cubicBezTo>
                  <a:cubicBezTo>
                    <a:pt x="63" y="33"/>
                    <a:pt x="63" y="33"/>
                    <a:pt x="63" y="33"/>
                  </a:cubicBezTo>
                  <a:cubicBezTo>
                    <a:pt x="67" y="32"/>
                    <a:pt x="70" y="30"/>
                    <a:pt x="74" y="29"/>
                  </a:cubicBezTo>
                  <a:cubicBezTo>
                    <a:pt x="78" y="0"/>
                    <a:pt x="78" y="0"/>
                    <a:pt x="78" y="0"/>
                  </a:cubicBezTo>
                  <a:cubicBezTo>
                    <a:pt x="111" y="0"/>
                    <a:pt x="111" y="0"/>
                    <a:pt x="111" y="0"/>
                  </a:cubicBezTo>
                  <a:cubicBezTo>
                    <a:pt x="116" y="29"/>
                    <a:pt x="116" y="29"/>
                    <a:pt x="116" y="29"/>
                  </a:cubicBezTo>
                  <a:cubicBezTo>
                    <a:pt x="120" y="30"/>
                    <a:pt x="123" y="32"/>
                    <a:pt x="126" y="33"/>
                  </a:cubicBezTo>
                  <a:cubicBezTo>
                    <a:pt x="150" y="16"/>
                    <a:pt x="150" y="16"/>
                    <a:pt x="150" y="16"/>
                  </a:cubicBezTo>
                  <a:cubicBezTo>
                    <a:pt x="174" y="39"/>
                    <a:pt x="174" y="39"/>
                    <a:pt x="174" y="39"/>
                  </a:cubicBezTo>
                  <a:cubicBezTo>
                    <a:pt x="156" y="63"/>
                    <a:pt x="156" y="63"/>
                    <a:pt x="156" y="63"/>
                  </a:cubicBezTo>
                  <a:cubicBezTo>
                    <a:pt x="158" y="67"/>
                    <a:pt x="159" y="70"/>
                    <a:pt x="160" y="73"/>
                  </a:cubicBezTo>
                  <a:cubicBezTo>
                    <a:pt x="190" y="78"/>
                    <a:pt x="190" y="78"/>
                    <a:pt x="190" y="78"/>
                  </a:cubicBezTo>
                  <a:cubicBezTo>
                    <a:pt x="190" y="111"/>
                    <a:pt x="190" y="111"/>
                    <a:pt x="190" y="111"/>
                  </a:cubicBezTo>
                  <a:cubicBezTo>
                    <a:pt x="160" y="116"/>
                    <a:pt x="160" y="116"/>
                    <a:pt x="160" y="116"/>
                  </a:cubicBezTo>
                  <a:cubicBezTo>
                    <a:pt x="159" y="119"/>
                    <a:pt x="158" y="123"/>
                    <a:pt x="156" y="126"/>
                  </a:cubicBezTo>
                  <a:cubicBezTo>
                    <a:pt x="174" y="150"/>
                    <a:pt x="174" y="150"/>
                    <a:pt x="174" y="150"/>
                  </a:cubicBezTo>
                  <a:cubicBezTo>
                    <a:pt x="150" y="173"/>
                    <a:pt x="150" y="173"/>
                    <a:pt x="150" y="173"/>
                  </a:cubicBezTo>
                  <a:cubicBezTo>
                    <a:pt x="126" y="156"/>
                    <a:pt x="126" y="156"/>
                    <a:pt x="126" y="156"/>
                  </a:cubicBezTo>
                  <a:cubicBezTo>
                    <a:pt x="123" y="158"/>
                    <a:pt x="120" y="159"/>
                    <a:pt x="116" y="160"/>
                  </a:cubicBezTo>
                  <a:lnTo>
                    <a:pt x="111" y="190"/>
                  </a:lnTo>
                  <a:close/>
                  <a:moveTo>
                    <a:pt x="85" y="182"/>
                  </a:moveTo>
                  <a:cubicBezTo>
                    <a:pt x="104" y="182"/>
                    <a:pt x="104" y="182"/>
                    <a:pt x="104" y="182"/>
                  </a:cubicBezTo>
                  <a:cubicBezTo>
                    <a:pt x="109" y="154"/>
                    <a:pt x="109" y="154"/>
                    <a:pt x="109" y="154"/>
                  </a:cubicBezTo>
                  <a:cubicBezTo>
                    <a:pt x="111" y="153"/>
                    <a:pt x="111" y="153"/>
                    <a:pt x="111" y="153"/>
                  </a:cubicBezTo>
                  <a:cubicBezTo>
                    <a:pt x="116" y="152"/>
                    <a:pt x="120" y="150"/>
                    <a:pt x="125" y="148"/>
                  </a:cubicBezTo>
                  <a:cubicBezTo>
                    <a:pt x="127" y="147"/>
                    <a:pt x="127" y="147"/>
                    <a:pt x="127" y="147"/>
                  </a:cubicBezTo>
                  <a:cubicBezTo>
                    <a:pt x="150" y="163"/>
                    <a:pt x="150" y="163"/>
                    <a:pt x="150" y="163"/>
                  </a:cubicBezTo>
                  <a:cubicBezTo>
                    <a:pt x="163" y="149"/>
                    <a:pt x="163" y="149"/>
                    <a:pt x="163" y="149"/>
                  </a:cubicBezTo>
                  <a:cubicBezTo>
                    <a:pt x="147" y="127"/>
                    <a:pt x="147" y="127"/>
                    <a:pt x="147" y="127"/>
                  </a:cubicBezTo>
                  <a:cubicBezTo>
                    <a:pt x="148" y="124"/>
                    <a:pt x="148" y="124"/>
                    <a:pt x="148" y="124"/>
                  </a:cubicBezTo>
                  <a:cubicBezTo>
                    <a:pt x="150" y="120"/>
                    <a:pt x="152" y="116"/>
                    <a:pt x="153" y="111"/>
                  </a:cubicBezTo>
                  <a:cubicBezTo>
                    <a:pt x="154" y="109"/>
                    <a:pt x="154" y="109"/>
                    <a:pt x="154" y="109"/>
                  </a:cubicBezTo>
                  <a:cubicBezTo>
                    <a:pt x="182" y="104"/>
                    <a:pt x="182" y="104"/>
                    <a:pt x="182" y="104"/>
                  </a:cubicBezTo>
                  <a:cubicBezTo>
                    <a:pt x="182" y="85"/>
                    <a:pt x="182" y="85"/>
                    <a:pt x="182" y="85"/>
                  </a:cubicBezTo>
                  <a:cubicBezTo>
                    <a:pt x="154" y="80"/>
                    <a:pt x="154" y="80"/>
                    <a:pt x="154" y="80"/>
                  </a:cubicBezTo>
                  <a:cubicBezTo>
                    <a:pt x="153" y="78"/>
                    <a:pt x="153" y="78"/>
                    <a:pt x="153" y="78"/>
                  </a:cubicBezTo>
                  <a:cubicBezTo>
                    <a:pt x="152" y="73"/>
                    <a:pt x="150" y="69"/>
                    <a:pt x="148" y="65"/>
                  </a:cubicBezTo>
                  <a:cubicBezTo>
                    <a:pt x="147" y="63"/>
                    <a:pt x="147" y="63"/>
                    <a:pt x="147" y="63"/>
                  </a:cubicBezTo>
                  <a:cubicBezTo>
                    <a:pt x="163" y="40"/>
                    <a:pt x="163" y="40"/>
                    <a:pt x="163" y="40"/>
                  </a:cubicBezTo>
                  <a:cubicBezTo>
                    <a:pt x="150" y="26"/>
                    <a:pt x="150" y="26"/>
                    <a:pt x="150" y="26"/>
                  </a:cubicBezTo>
                  <a:cubicBezTo>
                    <a:pt x="127" y="43"/>
                    <a:pt x="127" y="43"/>
                    <a:pt x="127" y="43"/>
                  </a:cubicBezTo>
                  <a:cubicBezTo>
                    <a:pt x="125" y="41"/>
                    <a:pt x="125" y="41"/>
                    <a:pt x="125" y="41"/>
                  </a:cubicBezTo>
                  <a:cubicBezTo>
                    <a:pt x="120" y="39"/>
                    <a:pt x="116" y="37"/>
                    <a:pt x="111" y="36"/>
                  </a:cubicBezTo>
                  <a:cubicBezTo>
                    <a:pt x="109" y="35"/>
                    <a:pt x="109" y="35"/>
                    <a:pt x="109" y="35"/>
                  </a:cubicBezTo>
                  <a:cubicBezTo>
                    <a:pt x="104" y="8"/>
                    <a:pt x="104" y="8"/>
                    <a:pt x="104" y="8"/>
                  </a:cubicBezTo>
                  <a:cubicBezTo>
                    <a:pt x="85" y="8"/>
                    <a:pt x="85" y="8"/>
                    <a:pt x="85" y="8"/>
                  </a:cubicBezTo>
                  <a:cubicBezTo>
                    <a:pt x="81" y="35"/>
                    <a:pt x="81" y="35"/>
                    <a:pt x="81" y="35"/>
                  </a:cubicBezTo>
                  <a:cubicBezTo>
                    <a:pt x="78" y="36"/>
                    <a:pt x="78" y="36"/>
                    <a:pt x="78" y="36"/>
                  </a:cubicBezTo>
                  <a:cubicBezTo>
                    <a:pt x="74" y="37"/>
                    <a:pt x="69" y="39"/>
                    <a:pt x="65" y="41"/>
                  </a:cubicBezTo>
                  <a:cubicBezTo>
                    <a:pt x="63" y="43"/>
                    <a:pt x="63" y="43"/>
                    <a:pt x="63" y="43"/>
                  </a:cubicBezTo>
                  <a:cubicBezTo>
                    <a:pt x="40" y="26"/>
                    <a:pt x="40" y="26"/>
                    <a:pt x="40" y="26"/>
                  </a:cubicBezTo>
                  <a:cubicBezTo>
                    <a:pt x="27" y="40"/>
                    <a:pt x="27" y="40"/>
                    <a:pt x="27" y="40"/>
                  </a:cubicBezTo>
                  <a:cubicBezTo>
                    <a:pt x="43" y="63"/>
                    <a:pt x="43" y="63"/>
                    <a:pt x="43" y="63"/>
                  </a:cubicBezTo>
                  <a:cubicBezTo>
                    <a:pt x="42" y="65"/>
                    <a:pt x="42" y="65"/>
                    <a:pt x="42" y="65"/>
                  </a:cubicBezTo>
                  <a:cubicBezTo>
                    <a:pt x="39" y="69"/>
                    <a:pt x="37" y="74"/>
                    <a:pt x="36" y="78"/>
                  </a:cubicBezTo>
                  <a:cubicBezTo>
                    <a:pt x="35" y="80"/>
                    <a:pt x="35" y="80"/>
                    <a:pt x="35" y="80"/>
                  </a:cubicBezTo>
                  <a:cubicBezTo>
                    <a:pt x="8" y="85"/>
                    <a:pt x="8" y="85"/>
                    <a:pt x="8" y="85"/>
                  </a:cubicBezTo>
                  <a:cubicBezTo>
                    <a:pt x="8" y="104"/>
                    <a:pt x="8" y="104"/>
                    <a:pt x="8" y="104"/>
                  </a:cubicBezTo>
                  <a:cubicBezTo>
                    <a:pt x="35" y="109"/>
                    <a:pt x="35" y="109"/>
                    <a:pt x="35" y="109"/>
                  </a:cubicBezTo>
                  <a:cubicBezTo>
                    <a:pt x="36" y="111"/>
                    <a:pt x="36" y="111"/>
                    <a:pt x="36" y="111"/>
                  </a:cubicBezTo>
                  <a:cubicBezTo>
                    <a:pt x="37" y="116"/>
                    <a:pt x="39" y="120"/>
                    <a:pt x="42" y="124"/>
                  </a:cubicBezTo>
                  <a:cubicBezTo>
                    <a:pt x="43" y="127"/>
                    <a:pt x="43" y="127"/>
                    <a:pt x="43" y="127"/>
                  </a:cubicBezTo>
                  <a:cubicBezTo>
                    <a:pt x="27" y="149"/>
                    <a:pt x="27" y="149"/>
                    <a:pt x="27" y="149"/>
                  </a:cubicBezTo>
                  <a:cubicBezTo>
                    <a:pt x="40" y="163"/>
                    <a:pt x="40" y="163"/>
                    <a:pt x="40" y="163"/>
                  </a:cubicBezTo>
                  <a:cubicBezTo>
                    <a:pt x="63" y="147"/>
                    <a:pt x="63" y="147"/>
                    <a:pt x="63" y="147"/>
                  </a:cubicBezTo>
                  <a:cubicBezTo>
                    <a:pt x="65" y="148"/>
                    <a:pt x="65" y="148"/>
                    <a:pt x="65" y="148"/>
                  </a:cubicBezTo>
                  <a:cubicBezTo>
                    <a:pt x="69" y="150"/>
                    <a:pt x="74" y="152"/>
                    <a:pt x="78" y="153"/>
                  </a:cubicBezTo>
                  <a:cubicBezTo>
                    <a:pt x="81" y="154"/>
                    <a:pt x="81" y="154"/>
                    <a:pt x="81" y="154"/>
                  </a:cubicBezTo>
                  <a:lnTo>
                    <a:pt x="85" y="1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3" name="Freeform 68"/>
            <p:cNvSpPr>
              <a:spLocks noEditPoints="1"/>
            </p:cNvSpPr>
            <p:nvPr/>
          </p:nvSpPr>
          <p:spPr bwMode="auto">
            <a:xfrm>
              <a:off x="4170363" y="530225"/>
              <a:ext cx="177800" cy="177800"/>
            </a:xfrm>
            <a:custGeom>
              <a:avLst/>
              <a:gdLst>
                <a:gd name="T0" fmla="*/ 28 w 56"/>
                <a:gd name="T1" fmla="*/ 56 h 56"/>
                <a:gd name="T2" fmla="*/ 0 w 56"/>
                <a:gd name="T3" fmla="*/ 28 h 56"/>
                <a:gd name="T4" fmla="*/ 28 w 56"/>
                <a:gd name="T5" fmla="*/ 0 h 56"/>
                <a:gd name="T6" fmla="*/ 56 w 56"/>
                <a:gd name="T7" fmla="*/ 28 h 56"/>
                <a:gd name="T8" fmla="*/ 28 w 56"/>
                <a:gd name="T9" fmla="*/ 56 h 56"/>
                <a:gd name="T10" fmla="*/ 28 w 56"/>
                <a:gd name="T11" fmla="*/ 4 h 56"/>
                <a:gd name="T12" fmla="*/ 4 w 56"/>
                <a:gd name="T13" fmla="*/ 28 h 56"/>
                <a:gd name="T14" fmla="*/ 28 w 56"/>
                <a:gd name="T15" fmla="*/ 52 h 56"/>
                <a:gd name="T16" fmla="*/ 52 w 56"/>
                <a:gd name="T17" fmla="*/ 28 h 56"/>
                <a:gd name="T18" fmla="*/ 28 w 56"/>
                <a:gd name="T19" fmla="*/ 4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56">
                  <a:moveTo>
                    <a:pt x="28" y="56"/>
                  </a:moveTo>
                  <a:cubicBezTo>
                    <a:pt x="12" y="56"/>
                    <a:pt x="0" y="43"/>
                    <a:pt x="0" y="28"/>
                  </a:cubicBezTo>
                  <a:cubicBezTo>
                    <a:pt x="0" y="12"/>
                    <a:pt x="12" y="0"/>
                    <a:pt x="28" y="0"/>
                  </a:cubicBezTo>
                  <a:cubicBezTo>
                    <a:pt x="43" y="0"/>
                    <a:pt x="56" y="12"/>
                    <a:pt x="56" y="28"/>
                  </a:cubicBezTo>
                  <a:cubicBezTo>
                    <a:pt x="56" y="43"/>
                    <a:pt x="43" y="56"/>
                    <a:pt x="28" y="56"/>
                  </a:cubicBezTo>
                  <a:close/>
                  <a:moveTo>
                    <a:pt x="28" y="4"/>
                  </a:moveTo>
                  <a:cubicBezTo>
                    <a:pt x="15" y="4"/>
                    <a:pt x="4" y="14"/>
                    <a:pt x="4" y="28"/>
                  </a:cubicBezTo>
                  <a:cubicBezTo>
                    <a:pt x="4" y="41"/>
                    <a:pt x="15" y="52"/>
                    <a:pt x="28" y="52"/>
                  </a:cubicBezTo>
                  <a:cubicBezTo>
                    <a:pt x="41" y="52"/>
                    <a:pt x="52" y="41"/>
                    <a:pt x="52" y="28"/>
                  </a:cubicBezTo>
                  <a:cubicBezTo>
                    <a:pt x="52" y="14"/>
                    <a:pt x="41" y="4"/>
                    <a:pt x="2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734" name="组合 733"/>
          <p:cNvGrpSpPr/>
          <p:nvPr/>
        </p:nvGrpSpPr>
        <p:grpSpPr>
          <a:xfrm>
            <a:off x="7329589" y="3451604"/>
            <a:ext cx="370201" cy="368184"/>
            <a:chOff x="5180013" y="311150"/>
            <a:chExt cx="582613" cy="579438"/>
          </a:xfrm>
          <a:solidFill>
            <a:srgbClr val="707E84"/>
          </a:solidFill>
        </p:grpSpPr>
        <p:sp>
          <p:nvSpPr>
            <p:cNvPr id="735" name="Freeform 69"/>
            <p:cNvSpPr>
              <a:spLocks noEditPoints="1"/>
            </p:cNvSpPr>
            <p:nvPr/>
          </p:nvSpPr>
          <p:spPr bwMode="auto">
            <a:xfrm>
              <a:off x="5180013" y="311150"/>
              <a:ext cx="582613" cy="579438"/>
            </a:xfrm>
            <a:custGeom>
              <a:avLst/>
              <a:gdLst>
                <a:gd name="T0" fmla="*/ 77 w 183"/>
                <a:gd name="T1" fmla="*/ 165 h 182"/>
                <a:gd name="T2" fmla="*/ 46 w 183"/>
                <a:gd name="T3" fmla="*/ 171 h 182"/>
                <a:gd name="T4" fmla="*/ 35 w 183"/>
                <a:gd name="T5" fmla="*/ 164 h 182"/>
                <a:gd name="T6" fmla="*/ 29 w 183"/>
                <a:gd name="T7" fmla="*/ 133 h 182"/>
                <a:gd name="T8" fmla="*/ 18 w 183"/>
                <a:gd name="T9" fmla="*/ 106 h 182"/>
                <a:gd name="T10" fmla="*/ 0 w 183"/>
                <a:gd name="T11" fmla="*/ 80 h 182"/>
                <a:gd name="T12" fmla="*/ 3 w 183"/>
                <a:gd name="T13" fmla="*/ 67 h 182"/>
                <a:gd name="T14" fmla="*/ 29 w 183"/>
                <a:gd name="T15" fmla="*/ 49 h 182"/>
                <a:gd name="T16" fmla="*/ 49 w 183"/>
                <a:gd name="T17" fmla="*/ 29 h 182"/>
                <a:gd name="T18" fmla="*/ 67 w 183"/>
                <a:gd name="T19" fmla="*/ 3 h 182"/>
                <a:gd name="T20" fmla="*/ 80 w 183"/>
                <a:gd name="T21" fmla="*/ 0 h 182"/>
                <a:gd name="T22" fmla="*/ 107 w 183"/>
                <a:gd name="T23" fmla="*/ 17 h 182"/>
                <a:gd name="T24" fmla="*/ 133 w 183"/>
                <a:gd name="T25" fmla="*/ 28 h 182"/>
                <a:gd name="T26" fmla="*/ 164 w 183"/>
                <a:gd name="T27" fmla="*/ 35 h 182"/>
                <a:gd name="T28" fmla="*/ 171 w 183"/>
                <a:gd name="T29" fmla="*/ 46 h 182"/>
                <a:gd name="T30" fmla="*/ 165 w 183"/>
                <a:gd name="T31" fmla="*/ 77 h 182"/>
                <a:gd name="T32" fmla="*/ 165 w 183"/>
                <a:gd name="T33" fmla="*/ 106 h 182"/>
                <a:gd name="T34" fmla="*/ 171 w 183"/>
                <a:gd name="T35" fmla="*/ 136 h 182"/>
                <a:gd name="T36" fmla="*/ 164 w 183"/>
                <a:gd name="T37" fmla="*/ 148 h 182"/>
                <a:gd name="T38" fmla="*/ 133 w 183"/>
                <a:gd name="T39" fmla="*/ 154 h 182"/>
                <a:gd name="T40" fmla="*/ 107 w 183"/>
                <a:gd name="T41" fmla="*/ 165 h 182"/>
                <a:gd name="T42" fmla="*/ 87 w 183"/>
                <a:gd name="T43" fmla="*/ 174 h 182"/>
                <a:gd name="T44" fmla="*/ 102 w 183"/>
                <a:gd name="T45" fmla="*/ 158 h 182"/>
                <a:gd name="T46" fmla="*/ 119 w 183"/>
                <a:gd name="T47" fmla="*/ 170 h 182"/>
                <a:gd name="T48" fmla="*/ 127 w 183"/>
                <a:gd name="T49" fmla="*/ 149 h 182"/>
                <a:gd name="T50" fmla="*/ 147 w 183"/>
                <a:gd name="T51" fmla="*/ 153 h 182"/>
                <a:gd name="T52" fmla="*/ 146 w 183"/>
                <a:gd name="T53" fmla="*/ 131 h 182"/>
                <a:gd name="T54" fmla="*/ 167 w 183"/>
                <a:gd name="T55" fmla="*/ 127 h 182"/>
                <a:gd name="T56" fmla="*/ 157 w 183"/>
                <a:gd name="T57" fmla="*/ 107 h 182"/>
                <a:gd name="T58" fmla="*/ 175 w 183"/>
                <a:gd name="T59" fmla="*/ 96 h 182"/>
                <a:gd name="T60" fmla="*/ 158 w 183"/>
                <a:gd name="T61" fmla="*/ 81 h 182"/>
                <a:gd name="T62" fmla="*/ 170 w 183"/>
                <a:gd name="T63" fmla="*/ 64 h 182"/>
                <a:gd name="T64" fmla="*/ 149 w 183"/>
                <a:gd name="T65" fmla="*/ 56 h 182"/>
                <a:gd name="T66" fmla="*/ 154 w 183"/>
                <a:gd name="T67" fmla="*/ 36 h 182"/>
                <a:gd name="T68" fmla="*/ 131 w 183"/>
                <a:gd name="T69" fmla="*/ 37 h 182"/>
                <a:gd name="T70" fmla="*/ 128 w 183"/>
                <a:gd name="T71" fmla="*/ 16 h 182"/>
                <a:gd name="T72" fmla="*/ 107 w 183"/>
                <a:gd name="T73" fmla="*/ 26 h 182"/>
                <a:gd name="T74" fmla="*/ 96 w 183"/>
                <a:gd name="T75" fmla="*/ 8 h 182"/>
                <a:gd name="T76" fmla="*/ 81 w 183"/>
                <a:gd name="T77" fmla="*/ 25 h 182"/>
                <a:gd name="T78" fmla="*/ 64 w 183"/>
                <a:gd name="T79" fmla="*/ 13 h 182"/>
                <a:gd name="T80" fmla="*/ 57 w 183"/>
                <a:gd name="T81" fmla="*/ 34 h 182"/>
                <a:gd name="T82" fmla="*/ 36 w 183"/>
                <a:gd name="T83" fmla="*/ 29 h 182"/>
                <a:gd name="T84" fmla="*/ 37 w 183"/>
                <a:gd name="T85" fmla="*/ 51 h 182"/>
                <a:gd name="T86" fmla="*/ 16 w 183"/>
                <a:gd name="T87" fmla="*/ 55 h 182"/>
                <a:gd name="T88" fmla="*/ 26 w 183"/>
                <a:gd name="T89" fmla="*/ 75 h 182"/>
                <a:gd name="T90" fmla="*/ 8 w 183"/>
                <a:gd name="T91" fmla="*/ 87 h 182"/>
                <a:gd name="T92" fmla="*/ 25 w 183"/>
                <a:gd name="T93" fmla="*/ 102 h 182"/>
                <a:gd name="T94" fmla="*/ 13 w 183"/>
                <a:gd name="T95" fmla="*/ 119 h 182"/>
                <a:gd name="T96" fmla="*/ 34 w 183"/>
                <a:gd name="T97" fmla="*/ 126 h 182"/>
                <a:gd name="T98" fmla="*/ 29 w 183"/>
                <a:gd name="T99" fmla="*/ 147 h 182"/>
                <a:gd name="T100" fmla="*/ 52 w 183"/>
                <a:gd name="T101" fmla="*/ 146 h 182"/>
                <a:gd name="T102" fmla="*/ 55 w 183"/>
                <a:gd name="T103" fmla="*/ 166 h 182"/>
                <a:gd name="T104" fmla="*/ 76 w 183"/>
                <a:gd name="T105" fmla="*/ 157 h 182"/>
                <a:gd name="T106" fmla="*/ 87 w 183"/>
                <a:gd name="T107" fmla="*/ 174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3" h="182">
                  <a:moveTo>
                    <a:pt x="103" y="182"/>
                  </a:moveTo>
                  <a:cubicBezTo>
                    <a:pt x="80" y="182"/>
                    <a:pt x="80" y="182"/>
                    <a:pt x="80" y="182"/>
                  </a:cubicBezTo>
                  <a:cubicBezTo>
                    <a:pt x="77" y="165"/>
                    <a:pt x="77" y="165"/>
                    <a:pt x="77" y="165"/>
                  </a:cubicBezTo>
                  <a:cubicBezTo>
                    <a:pt x="77" y="165"/>
                    <a:pt x="77" y="165"/>
                    <a:pt x="77" y="165"/>
                  </a:cubicBezTo>
                  <a:cubicBezTo>
                    <a:pt x="67" y="180"/>
                    <a:pt x="67" y="180"/>
                    <a:pt x="67" y="180"/>
                  </a:cubicBezTo>
                  <a:cubicBezTo>
                    <a:pt x="46" y="171"/>
                    <a:pt x="46" y="171"/>
                    <a:pt x="46" y="171"/>
                  </a:cubicBezTo>
                  <a:cubicBezTo>
                    <a:pt x="50" y="154"/>
                    <a:pt x="50" y="154"/>
                    <a:pt x="50" y="154"/>
                  </a:cubicBezTo>
                  <a:cubicBezTo>
                    <a:pt x="50" y="154"/>
                    <a:pt x="50" y="154"/>
                    <a:pt x="49" y="154"/>
                  </a:cubicBezTo>
                  <a:cubicBezTo>
                    <a:pt x="35" y="164"/>
                    <a:pt x="35" y="164"/>
                    <a:pt x="35" y="164"/>
                  </a:cubicBezTo>
                  <a:cubicBezTo>
                    <a:pt x="19" y="148"/>
                    <a:pt x="19" y="148"/>
                    <a:pt x="19" y="148"/>
                  </a:cubicBezTo>
                  <a:cubicBezTo>
                    <a:pt x="29" y="133"/>
                    <a:pt x="29" y="133"/>
                    <a:pt x="29" y="133"/>
                  </a:cubicBezTo>
                  <a:cubicBezTo>
                    <a:pt x="29" y="133"/>
                    <a:pt x="29" y="133"/>
                    <a:pt x="29" y="133"/>
                  </a:cubicBezTo>
                  <a:cubicBezTo>
                    <a:pt x="12" y="136"/>
                    <a:pt x="12" y="136"/>
                    <a:pt x="12" y="136"/>
                  </a:cubicBezTo>
                  <a:cubicBezTo>
                    <a:pt x="3" y="116"/>
                    <a:pt x="3" y="116"/>
                    <a:pt x="3" y="116"/>
                  </a:cubicBezTo>
                  <a:cubicBezTo>
                    <a:pt x="18" y="106"/>
                    <a:pt x="18" y="106"/>
                    <a:pt x="18" y="106"/>
                  </a:cubicBezTo>
                  <a:cubicBezTo>
                    <a:pt x="18" y="106"/>
                    <a:pt x="18" y="106"/>
                    <a:pt x="18" y="106"/>
                  </a:cubicBezTo>
                  <a:cubicBezTo>
                    <a:pt x="0" y="102"/>
                    <a:pt x="0" y="102"/>
                    <a:pt x="0" y="102"/>
                  </a:cubicBezTo>
                  <a:cubicBezTo>
                    <a:pt x="0" y="80"/>
                    <a:pt x="0" y="80"/>
                    <a:pt x="0" y="80"/>
                  </a:cubicBezTo>
                  <a:cubicBezTo>
                    <a:pt x="18" y="77"/>
                    <a:pt x="18" y="77"/>
                    <a:pt x="18" y="77"/>
                  </a:cubicBezTo>
                  <a:cubicBezTo>
                    <a:pt x="18" y="77"/>
                    <a:pt x="18" y="76"/>
                    <a:pt x="18" y="76"/>
                  </a:cubicBezTo>
                  <a:cubicBezTo>
                    <a:pt x="3" y="67"/>
                    <a:pt x="3" y="67"/>
                    <a:pt x="3" y="67"/>
                  </a:cubicBezTo>
                  <a:cubicBezTo>
                    <a:pt x="12" y="46"/>
                    <a:pt x="12" y="46"/>
                    <a:pt x="12" y="46"/>
                  </a:cubicBezTo>
                  <a:cubicBezTo>
                    <a:pt x="29" y="50"/>
                    <a:pt x="29" y="50"/>
                    <a:pt x="29" y="50"/>
                  </a:cubicBezTo>
                  <a:cubicBezTo>
                    <a:pt x="29" y="49"/>
                    <a:pt x="29" y="49"/>
                    <a:pt x="29" y="49"/>
                  </a:cubicBezTo>
                  <a:cubicBezTo>
                    <a:pt x="19" y="35"/>
                    <a:pt x="19" y="35"/>
                    <a:pt x="19" y="35"/>
                  </a:cubicBezTo>
                  <a:cubicBezTo>
                    <a:pt x="35" y="19"/>
                    <a:pt x="35" y="19"/>
                    <a:pt x="35" y="19"/>
                  </a:cubicBezTo>
                  <a:cubicBezTo>
                    <a:pt x="49" y="29"/>
                    <a:pt x="49" y="29"/>
                    <a:pt x="49" y="29"/>
                  </a:cubicBezTo>
                  <a:cubicBezTo>
                    <a:pt x="50" y="29"/>
                    <a:pt x="50" y="28"/>
                    <a:pt x="50" y="28"/>
                  </a:cubicBezTo>
                  <a:cubicBezTo>
                    <a:pt x="46" y="11"/>
                    <a:pt x="46" y="11"/>
                    <a:pt x="46" y="11"/>
                  </a:cubicBezTo>
                  <a:cubicBezTo>
                    <a:pt x="67" y="3"/>
                    <a:pt x="67" y="3"/>
                    <a:pt x="67" y="3"/>
                  </a:cubicBezTo>
                  <a:cubicBezTo>
                    <a:pt x="77" y="17"/>
                    <a:pt x="77" y="17"/>
                    <a:pt x="77" y="17"/>
                  </a:cubicBezTo>
                  <a:cubicBezTo>
                    <a:pt x="77" y="17"/>
                    <a:pt x="77" y="17"/>
                    <a:pt x="77" y="17"/>
                  </a:cubicBezTo>
                  <a:cubicBezTo>
                    <a:pt x="80" y="0"/>
                    <a:pt x="80" y="0"/>
                    <a:pt x="80" y="0"/>
                  </a:cubicBezTo>
                  <a:cubicBezTo>
                    <a:pt x="103" y="0"/>
                    <a:pt x="103" y="0"/>
                    <a:pt x="103" y="0"/>
                  </a:cubicBezTo>
                  <a:cubicBezTo>
                    <a:pt x="106" y="17"/>
                    <a:pt x="106" y="17"/>
                    <a:pt x="106" y="17"/>
                  </a:cubicBezTo>
                  <a:cubicBezTo>
                    <a:pt x="106" y="17"/>
                    <a:pt x="106" y="17"/>
                    <a:pt x="107" y="17"/>
                  </a:cubicBezTo>
                  <a:cubicBezTo>
                    <a:pt x="116" y="3"/>
                    <a:pt x="116" y="3"/>
                    <a:pt x="116" y="3"/>
                  </a:cubicBezTo>
                  <a:cubicBezTo>
                    <a:pt x="137" y="11"/>
                    <a:pt x="137" y="11"/>
                    <a:pt x="137" y="11"/>
                  </a:cubicBezTo>
                  <a:cubicBezTo>
                    <a:pt x="133" y="28"/>
                    <a:pt x="133" y="28"/>
                    <a:pt x="133" y="28"/>
                  </a:cubicBezTo>
                  <a:cubicBezTo>
                    <a:pt x="133" y="28"/>
                    <a:pt x="133" y="29"/>
                    <a:pt x="134" y="29"/>
                  </a:cubicBezTo>
                  <a:cubicBezTo>
                    <a:pt x="148" y="19"/>
                    <a:pt x="148" y="19"/>
                    <a:pt x="148" y="19"/>
                  </a:cubicBezTo>
                  <a:cubicBezTo>
                    <a:pt x="164" y="35"/>
                    <a:pt x="164" y="35"/>
                    <a:pt x="164" y="35"/>
                  </a:cubicBezTo>
                  <a:cubicBezTo>
                    <a:pt x="154" y="49"/>
                    <a:pt x="154" y="49"/>
                    <a:pt x="154" y="49"/>
                  </a:cubicBezTo>
                  <a:cubicBezTo>
                    <a:pt x="154" y="49"/>
                    <a:pt x="154" y="49"/>
                    <a:pt x="154" y="50"/>
                  </a:cubicBezTo>
                  <a:cubicBezTo>
                    <a:pt x="171" y="46"/>
                    <a:pt x="171" y="46"/>
                    <a:pt x="171" y="46"/>
                  </a:cubicBezTo>
                  <a:cubicBezTo>
                    <a:pt x="180" y="67"/>
                    <a:pt x="180" y="67"/>
                    <a:pt x="180" y="67"/>
                  </a:cubicBezTo>
                  <a:cubicBezTo>
                    <a:pt x="165" y="76"/>
                    <a:pt x="165" y="76"/>
                    <a:pt x="165" y="76"/>
                  </a:cubicBezTo>
                  <a:cubicBezTo>
                    <a:pt x="165" y="76"/>
                    <a:pt x="165" y="77"/>
                    <a:pt x="165" y="77"/>
                  </a:cubicBezTo>
                  <a:cubicBezTo>
                    <a:pt x="183" y="80"/>
                    <a:pt x="183" y="80"/>
                    <a:pt x="183" y="80"/>
                  </a:cubicBezTo>
                  <a:cubicBezTo>
                    <a:pt x="183" y="102"/>
                    <a:pt x="183" y="102"/>
                    <a:pt x="183" y="102"/>
                  </a:cubicBezTo>
                  <a:cubicBezTo>
                    <a:pt x="165" y="106"/>
                    <a:pt x="165" y="106"/>
                    <a:pt x="165" y="106"/>
                  </a:cubicBezTo>
                  <a:cubicBezTo>
                    <a:pt x="165" y="106"/>
                    <a:pt x="165" y="106"/>
                    <a:pt x="165" y="106"/>
                  </a:cubicBezTo>
                  <a:cubicBezTo>
                    <a:pt x="180" y="116"/>
                    <a:pt x="180" y="116"/>
                    <a:pt x="180" y="116"/>
                  </a:cubicBezTo>
                  <a:cubicBezTo>
                    <a:pt x="171" y="136"/>
                    <a:pt x="171" y="136"/>
                    <a:pt x="171" y="136"/>
                  </a:cubicBezTo>
                  <a:cubicBezTo>
                    <a:pt x="154" y="133"/>
                    <a:pt x="154" y="133"/>
                    <a:pt x="154" y="133"/>
                  </a:cubicBezTo>
                  <a:cubicBezTo>
                    <a:pt x="154" y="133"/>
                    <a:pt x="154" y="133"/>
                    <a:pt x="154" y="133"/>
                  </a:cubicBezTo>
                  <a:cubicBezTo>
                    <a:pt x="164" y="148"/>
                    <a:pt x="164" y="148"/>
                    <a:pt x="164" y="148"/>
                  </a:cubicBezTo>
                  <a:cubicBezTo>
                    <a:pt x="148" y="164"/>
                    <a:pt x="148" y="164"/>
                    <a:pt x="148" y="164"/>
                  </a:cubicBezTo>
                  <a:cubicBezTo>
                    <a:pt x="134" y="154"/>
                    <a:pt x="134" y="154"/>
                    <a:pt x="134" y="154"/>
                  </a:cubicBezTo>
                  <a:cubicBezTo>
                    <a:pt x="133" y="154"/>
                    <a:pt x="133" y="154"/>
                    <a:pt x="133" y="154"/>
                  </a:cubicBezTo>
                  <a:cubicBezTo>
                    <a:pt x="137" y="171"/>
                    <a:pt x="137" y="171"/>
                    <a:pt x="137" y="171"/>
                  </a:cubicBezTo>
                  <a:cubicBezTo>
                    <a:pt x="116" y="180"/>
                    <a:pt x="116" y="180"/>
                    <a:pt x="116" y="180"/>
                  </a:cubicBezTo>
                  <a:cubicBezTo>
                    <a:pt x="107" y="165"/>
                    <a:pt x="107" y="165"/>
                    <a:pt x="107" y="165"/>
                  </a:cubicBezTo>
                  <a:cubicBezTo>
                    <a:pt x="106" y="165"/>
                    <a:pt x="106" y="165"/>
                    <a:pt x="106" y="165"/>
                  </a:cubicBezTo>
                  <a:lnTo>
                    <a:pt x="103" y="182"/>
                  </a:lnTo>
                  <a:close/>
                  <a:moveTo>
                    <a:pt x="87" y="174"/>
                  </a:moveTo>
                  <a:cubicBezTo>
                    <a:pt x="96" y="174"/>
                    <a:pt x="96" y="174"/>
                    <a:pt x="96" y="174"/>
                  </a:cubicBezTo>
                  <a:cubicBezTo>
                    <a:pt x="99" y="158"/>
                    <a:pt x="99" y="158"/>
                    <a:pt x="99" y="158"/>
                  </a:cubicBezTo>
                  <a:cubicBezTo>
                    <a:pt x="102" y="158"/>
                    <a:pt x="102" y="158"/>
                    <a:pt x="102" y="158"/>
                  </a:cubicBezTo>
                  <a:cubicBezTo>
                    <a:pt x="104" y="157"/>
                    <a:pt x="106" y="157"/>
                    <a:pt x="107" y="157"/>
                  </a:cubicBezTo>
                  <a:cubicBezTo>
                    <a:pt x="110" y="156"/>
                    <a:pt x="110" y="156"/>
                    <a:pt x="110" y="156"/>
                  </a:cubicBezTo>
                  <a:cubicBezTo>
                    <a:pt x="119" y="170"/>
                    <a:pt x="119" y="170"/>
                    <a:pt x="119" y="170"/>
                  </a:cubicBezTo>
                  <a:cubicBezTo>
                    <a:pt x="128" y="166"/>
                    <a:pt x="128" y="166"/>
                    <a:pt x="128" y="166"/>
                  </a:cubicBezTo>
                  <a:cubicBezTo>
                    <a:pt x="124" y="150"/>
                    <a:pt x="124" y="150"/>
                    <a:pt x="124" y="150"/>
                  </a:cubicBezTo>
                  <a:cubicBezTo>
                    <a:pt x="127" y="149"/>
                    <a:pt x="127" y="149"/>
                    <a:pt x="127" y="149"/>
                  </a:cubicBezTo>
                  <a:cubicBezTo>
                    <a:pt x="128" y="148"/>
                    <a:pt x="130" y="147"/>
                    <a:pt x="131" y="146"/>
                  </a:cubicBezTo>
                  <a:cubicBezTo>
                    <a:pt x="134" y="144"/>
                    <a:pt x="134" y="144"/>
                    <a:pt x="134" y="144"/>
                  </a:cubicBezTo>
                  <a:cubicBezTo>
                    <a:pt x="147" y="153"/>
                    <a:pt x="147" y="153"/>
                    <a:pt x="147" y="153"/>
                  </a:cubicBezTo>
                  <a:cubicBezTo>
                    <a:pt x="154" y="147"/>
                    <a:pt x="154" y="147"/>
                    <a:pt x="154" y="147"/>
                  </a:cubicBezTo>
                  <a:cubicBezTo>
                    <a:pt x="144" y="133"/>
                    <a:pt x="144" y="133"/>
                    <a:pt x="144" y="133"/>
                  </a:cubicBezTo>
                  <a:cubicBezTo>
                    <a:pt x="146" y="131"/>
                    <a:pt x="146" y="131"/>
                    <a:pt x="146" y="131"/>
                  </a:cubicBezTo>
                  <a:cubicBezTo>
                    <a:pt x="147" y="129"/>
                    <a:pt x="148" y="128"/>
                    <a:pt x="149" y="126"/>
                  </a:cubicBezTo>
                  <a:cubicBezTo>
                    <a:pt x="150" y="124"/>
                    <a:pt x="150" y="124"/>
                    <a:pt x="150" y="124"/>
                  </a:cubicBezTo>
                  <a:cubicBezTo>
                    <a:pt x="167" y="127"/>
                    <a:pt x="167" y="127"/>
                    <a:pt x="167" y="127"/>
                  </a:cubicBezTo>
                  <a:cubicBezTo>
                    <a:pt x="170" y="119"/>
                    <a:pt x="170" y="119"/>
                    <a:pt x="170" y="119"/>
                  </a:cubicBezTo>
                  <a:cubicBezTo>
                    <a:pt x="156" y="110"/>
                    <a:pt x="156" y="110"/>
                    <a:pt x="156" y="110"/>
                  </a:cubicBezTo>
                  <a:cubicBezTo>
                    <a:pt x="157" y="107"/>
                    <a:pt x="157" y="107"/>
                    <a:pt x="157" y="107"/>
                  </a:cubicBezTo>
                  <a:cubicBezTo>
                    <a:pt x="157" y="105"/>
                    <a:pt x="158" y="103"/>
                    <a:pt x="158" y="102"/>
                  </a:cubicBezTo>
                  <a:cubicBezTo>
                    <a:pt x="158" y="99"/>
                    <a:pt x="158" y="99"/>
                    <a:pt x="158" y="99"/>
                  </a:cubicBezTo>
                  <a:cubicBezTo>
                    <a:pt x="175" y="96"/>
                    <a:pt x="175" y="96"/>
                    <a:pt x="175" y="96"/>
                  </a:cubicBezTo>
                  <a:cubicBezTo>
                    <a:pt x="175" y="87"/>
                    <a:pt x="175" y="87"/>
                    <a:pt x="175" y="87"/>
                  </a:cubicBezTo>
                  <a:cubicBezTo>
                    <a:pt x="158" y="84"/>
                    <a:pt x="158" y="84"/>
                    <a:pt x="158" y="84"/>
                  </a:cubicBezTo>
                  <a:cubicBezTo>
                    <a:pt x="158" y="81"/>
                    <a:pt x="158" y="81"/>
                    <a:pt x="158" y="81"/>
                  </a:cubicBezTo>
                  <a:cubicBezTo>
                    <a:pt x="158" y="79"/>
                    <a:pt x="157" y="77"/>
                    <a:pt x="157" y="75"/>
                  </a:cubicBezTo>
                  <a:cubicBezTo>
                    <a:pt x="156" y="72"/>
                    <a:pt x="156" y="72"/>
                    <a:pt x="156" y="72"/>
                  </a:cubicBezTo>
                  <a:cubicBezTo>
                    <a:pt x="170" y="64"/>
                    <a:pt x="170" y="64"/>
                    <a:pt x="170" y="64"/>
                  </a:cubicBezTo>
                  <a:cubicBezTo>
                    <a:pt x="167" y="55"/>
                    <a:pt x="167" y="55"/>
                    <a:pt x="167" y="55"/>
                  </a:cubicBezTo>
                  <a:cubicBezTo>
                    <a:pt x="151" y="59"/>
                    <a:pt x="151" y="59"/>
                    <a:pt x="151" y="59"/>
                  </a:cubicBezTo>
                  <a:cubicBezTo>
                    <a:pt x="149" y="56"/>
                    <a:pt x="149" y="56"/>
                    <a:pt x="149" y="56"/>
                  </a:cubicBezTo>
                  <a:cubicBezTo>
                    <a:pt x="148" y="55"/>
                    <a:pt x="147" y="53"/>
                    <a:pt x="146" y="51"/>
                  </a:cubicBezTo>
                  <a:cubicBezTo>
                    <a:pt x="144" y="49"/>
                    <a:pt x="144" y="49"/>
                    <a:pt x="144" y="49"/>
                  </a:cubicBezTo>
                  <a:cubicBezTo>
                    <a:pt x="154" y="36"/>
                    <a:pt x="154" y="36"/>
                    <a:pt x="154" y="36"/>
                  </a:cubicBezTo>
                  <a:cubicBezTo>
                    <a:pt x="147" y="29"/>
                    <a:pt x="147" y="29"/>
                    <a:pt x="147" y="29"/>
                  </a:cubicBezTo>
                  <a:cubicBezTo>
                    <a:pt x="134" y="38"/>
                    <a:pt x="134" y="38"/>
                    <a:pt x="134" y="38"/>
                  </a:cubicBezTo>
                  <a:cubicBezTo>
                    <a:pt x="131" y="37"/>
                    <a:pt x="131" y="37"/>
                    <a:pt x="131" y="37"/>
                  </a:cubicBezTo>
                  <a:cubicBezTo>
                    <a:pt x="130" y="36"/>
                    <a:pt x="128" y="35"/>
                    <a:pt x="127" y="34"/>
                  </a:cubicBezTo>
                  <a:cubicBezTo>
                    <a:pt x="124" y="32"/>
                    <a:pt x="124" y="32"/>
                    <a:pt x="124" y="32"/>
                  </a:cubicBezTo>
                  <a:cubicBezTo>
                    <a:pt x="128" y="16"/>
                    <a:pt x="128" y="16"/>
                    <a:pt x="128" y="16"/>
                  </a:cubicBezTo>
                  <a:cubicBezTo>
                    <a:pt x="119" y="13"/>
                    <a:pt x="119" y="13"/>
                    <a:pt x="119" y="13"/>
                  </a:cubicBezTo>
                  <a:cubicBezTo>
                    <a:pt x="110" y="26"/>
                    <a:pt x="110" y="26"/>
                    <a:pt x="110" y="26"/>
                  </a:cubicBezTo>
                  <a:cubicBezTo>
                    <a:pt x="107" y="26"/>
                    <a:pt x="107" y="26"/>
                    <a:pt x="107" y="26"/>
                  </a:cubicBezTo>
                  <a:cubicBezTo>
                    <a:pt x="106" y="25"/>
                    <a:pt x="104" y="25"/>
                    <a:pt x="102" y="25"/>
                  </a:cubicBezTo>
                  <a:cubicBezTo>
                    <a:pt x="99" y="24"/>
                    <a:pt x="99" y="24"/>
                    <a:pt x="99" y="24"/>
                  </a:cubicBezTo>
                  <a:cubicBezTo>
                    <a:pt x="96" y="8"/>
                    <a:pt x="96" y="8"/>
                    <a:pt x="96" y="8"/>
                  </a:cubicBezTo>
                  <a:cubicBezTo>
                    <a:pt x="87" y="8"/>
                    <a:pt x="87" y="8"/>
                    <a:pt x="87" y="8"/>
                  </a:cubicBezTo>
                  <a:cubicBezTo>
                    <a:pt x="84" y="24"/>
                    <a:pt x="84" y="24"/>
                    <a:pt x="84" y="24"/>
                  </a:cubicBezTo>
                  <a:cubicBezTo>
                    <a:pt x="81" y="25"/>
                    <a:pt x="81" y="25"/>
                    <a:pt x="81" y="25"/>
                  </a:cubicBezTo>
                  <a:cubicBezTo>
                    <a:pt x="79" y="25"/>
                    <a:pt x="77" y="25"/>
                    <a:pt x="76" y="26"/>
                  </a:cubicBezTo>
                  <a:cubicBezTo>
                    <a:pt x="73" y="26"/>
                    <a:pt x="73" y="26"/>
                    <a:pt x="73" y="26"/>
                  </a:cubicBezTo>
                  <a:cubicBezTo>
                    <a:pt x="64" y="13"/>
                    <a:pt x="64" y="13"/>
                    <a:pt x="64" y="13"/>
                  </a:cubicBezTo>
                  <a:cubicBezTo>
                    <a:pt x="55" y="16"/>
                    <a:pt x="55" y="16"/>
                    <a:pt x="55" y="16"/>
                  </a:cubicBezTo>
                  <a:cubicBezTo>
                    <a:pt x="59" y="32"/>
                    <a:pt x="59" y="32"/>
                    <a:pt x="59" y="32"/>
                  </a:cubicBezTo>
                  <a:cubicBezTo>
                    <a:pt x="57" y="34"/>
                    <a:pt x="57" y="34"/>
                    <a:pt x="57" y="34"/>
                  </a:cubicBezTo>
                  <a:cubicBezTo>
                    <a:pt x="55" y="35"/>
                    <a:pt x="53" y="36"/>
                    <a:pt x="52" y="37"/>
                  </a:cubicBezTo>
                  <a:cubicBezTo>
                    <a:pt x="50" y="39"/>
                    <a:pt x="50" y="39"/>
                    <a:pt x="50" y="39"/>
                  </a:cubicBezTo>
                  <a:cubicBezTo>
                    <a:pt x="36" y="29"/>
                    <a:pt x="36" y="29"/>
                    <a:pt x="36" y="29"/>
                  </a:cubicBezTo>
                  <a:cubicBezTo>
                    <a:pt x="29" y="36"/>
                    <a:pt x="29" y="36"/>
                    <a:pt x="29" y="36"/>
                  </a:cubicBezTo>
                  <a:cubicBezTo>
                    <a:pt x="39" y="49"/>
                    <a:pt x="39" y="49"/>
                    <a:pt x="39" y="49"/>
                  </a:cubicBezTo>
                  <a:cubicBezTo>
                    <a:pt x="37" y="51"/>
                    <a:pt x="37" y="51"/>
                    <a:pt x="37" y="51"/>
                  </a:cubicBezTo>
                  <a:cubicBezTo>
                    <a:pt x="36" y="53"/>
                    <a:pt x="35" y="55"/>
                    <a:pt x="34" y="56"/>
                  </a:cubicBezTo>
                  <a:cubicBezTo>
                    <a:pt x="33" y="59"/>
                    <a:pt x="33" y="59"/>
                    <a:pt x="33" y="59"/>
                  </a:cubicBezTo>
                  <a:cubicBezTo>
                    <a:pt x="16" y="55"/>
                    <a:pt x="16" y="55"/>
                    <a:pt x="16" y="55"/>
                  </a:cubicBezTo>
                  <a:cubicBezTo>
                    <a:pt x="13" y="64"/>
                    <a:pt x="13" y="64"/>
                    <a:pt x="13" y="64"/>
                  </a:cubicBezTo>
                  <a:cubicBezTo>
                    <a:pt x="27" y="72"/>
                    <a:pt x="27" y="72"/>
                    <a:pt x="27" y="72"/>
                  </a:cubicBezTo>
                  <a:cubicBezTo>
                    <a:pt x="26" y="75"/>
                    <a:pt x="26" y="75"/>
                    <a:pt x="26" y="75"/>
                  </a:cubicBezTo>
                  <a:cubicBezTo>
                    <a:pt x="26" y="77"/>
                    <a:pt x="25" y="79"/>
                    <a:pt x="25" y="81"/>
                  </a:cubicBezTo>
                  <a:cubicBezTo>
                    <a:pt x="25" y="84"/>
                    <a:pt x="25" y="84"/>
                    <a:pt x="25" y="84"/>
                  </a:cubicBezTo>
                  <a:cubicBezTo>
                    <a:pt x="8" y="87"/>
                    <a:pt x="8" y="87"/>
                    <a:pt x="8" y="87"/>
                  </a:cubicBezTo>
                  <a:cubicBezTo>
                    <a:pt x="8" y="96"/>
                    <a:pt x="8" y="96"/>
                    <a:pt x="8" y="96"/>
                  </a:cubicBezTo>
                  <a:cubicBezTo>
                    <a:pt x="25" y="99"/>
                    <a:pt x="25" y="99"/>
                    <a:pt x="25" y="99"/>
                  </a:cubicBezTo>
                  <a:cubicBezTo>
                    <a:pt x="25" y="102"/>
                    <a:pt x="25" y="102"/>
                    <a:pt x="25" y="102"/>
                  </a:cubicBezTo>
                  <a:cubicBezTo>
                    <a:pt x="25" y="103"/>
                    <a:pt x="26" y="105"/>
                    <a:pt x="26" y="107"/>
                  </a:cubicBezTo>
                  <a:cubicBezTo>
                    <a:pt x="27" y="110"/>
                    <a:pt x="27" y="110"/>
                    <a:pt x="27" y="110"/>
                  </a:cubicBezTo>
                  <a:cubicBezTo>
                    <a:pt x="13" y="119"/>
                    <a:pt x="13" y="119"/>
                    <a:pt x="13" y="119"/>
                  </a:cubicBezTo>
                  <a:cubicBezTo>
                    <a:pt x="16" y="127"/>
                    <a:pt x="16" y="127"/>
                    <a:pt x="16" y="127"/>
                  </a:cubicBezTo>
                  <a:cubicBezTo>
                    <a:pt x="33" y="124"/>
                    <a:pt x="33" y="124"/>
                    <a:pt x="33" y="124"/>
                  </a:cubicBezTo>
                  <a:cubicBezTo>
                    <a:pt x="34" y="126"/>
                    <a:pt x="34" y="126"/>
                    <a:pt x="34" y="126"/>
                  </a:cubicBezTo>
                  <a:cubicBezTo>
                    <a:pt x="35" y="128"/>
                    <a:pt x="36" y="129"/>
                    <a:pt x="37" y="131"/>
                  </a:cubicBezTo>
                  <a:cubicBezTo>
                    <a:pt x="39" y="133"/>
                    <a:pt x="39" y="133"/>
                    <a:pt x="39" y="133"/>
                  </a:cubicBezTo>
                  <a:cubicBezTo>
                    <a:pt x="29" y="147"/>
                    <a:pt x="29" y="147"/>
                    <a:pt x="29" y="147"/>
                  </a:cubicBezTo>
                  <a:cubicBezTo>
                    <a:pt x="36" y="153"/>
                    <a:pt x="36" y="153"/>
                    <a:pt x="36" y="153"/>
                  </a:cubicBezTo>
                  <a:cubicBezTo>
                    <a:pt x="50" y="144"/>
                    <a:pt x="50" y="144"/>
                    <a:pt x="50" y="144"/>
                  </a:cubicBezTo>
                  <a:cubicBezTo>
                    <a:pt x="52" y="146"/>
                    <a:pt x="52" y="146"/>
                    <a:pt x="52" y="146"/>
                  </a:cubicBezTo>
                  <a:cubicBezTo>
                    <a:pt x="53" y="147"/>
                    <a:pt x="55" y="148"/>
                    <a:pt x="56" y="149"/>
                  </a:cubicBezTo>
                  <a:cubicBezTo>
                    <a:pt x="59" y="150"/>
                    <a:pt x="59" y="150"/>
                    <a:pt x="59" y="150"/>
                  </a:cubicBezTo>
                  <a:cubicBezTo>
                    <a:pt x="55" y="166"/>
                    <a:pt x="55" y="166"/>
                    <a:pt x="55" y="166"/>
                  </a:cubicBezTo>
                  <a:cubicBezTo>
                    <a:pt x="64" y="170"/>
                    <a:pt x="64" y="170"/>
                    <a:pt x="64" y="170"/>
                  </a:cubicBezTo>
                  <a:cubicBezTo>
                    <a:pt x="73" y="156"/>
                    <a:pt x="73" y="156"/>
                    <a:pt x="73" y="156"/>
                  </a:cubicBezTo>
                  <a:cubicBezTo>
                    <a:pt x="76" y="157"/>
                    <a:pt x="76" y="157"/>
                    <a:pt x="76" y="157"/>
                  </a:cubicBezTo>
                  <a:cubicBezTo>
                    <a:pt x="77" y="157"/>
                    <a:pt x="79" y="157"/>
                    <a:pt x="81" y="158"/>
                  </a:cubicBezTo>
                  <a:cubicBezTo>
                    <a:pt x="84" y="158"/>
                    <a:pt x="84" y="158"/>
                    <a:pt x="84" y="158"/>
                  </a:cubicBezTo>
                  <a:lnTo>
                    <a:pt x="87" y="1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6" name="Freeform 70"/>
            <p:cNvSpPr>
              <a:spLocks noEditPoints="1"/>
            </p:cNvSpPr>
            <p:nvPr/>
          </p:nvSpPr>
          <p:spPr bwMode="auto">
            <a:xfrm>
              <a:off x="5354638" y="485775"/>
              <a:ext cx="233363" cy="231775"/>
            </a:xfrm>
            <a:custGeom>
              <a:avLst/>
              <a:gdLst>
                <a:gd name="T0" fmla="*/ 37 w 73"/>
                <a:gd name="T1" fmla="*/ 73 h 73"/>
                <a:gd name="T2" fmla="*/ 0 w 73"/>
                <a:gd name="T3" fmla="*/ 36 h 73"/>
                <a:gd name="T4" fmla="*/ 37 w 73"/>
                <a:gd name="T5" fmla="*/ 0 h 73"/>
                <a:gd name="T6" fmla="*/ 73 w 73"/>
                <a:gd name="T7" fmla="*/ 36 h 73"/>
                <a:gd name="T8" fmla="*/ 37 w 73"/>
                <a:gd name="T9" fmla="*/ 73 h 73"/>
                <a:gd name="T10" fmla="*/ 37 w 73"/>
                <a:gd name="T11" fmla="*/ 4 h 73"/>
                <a:gd name="T12" fmla="*/ 4 w 73"/>
                <a:gd name="T13" fmla="*/ 36 h 73"/>
                <a:gd name="T14" fmla="*/ 37 w 73"/>
                <a:gd name="T15" fmla="*/ 69 h 73"/>
                <a:gd name="T16" fmla="*/ 69 w 73"/>
                <a:gd name="T17" fmla="*/ 36 h 73"/>
                <a:gd name="T18" fmla="*/ 37 w 73"/>
                <a:gd name="T19" fmla="*/ 4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 h="73">
                  <a:moveTo>
                    <a:pt x="37" y="73"/>
                  </a:moveTo>
                  <a:cubicBezTo>
                    <a:pt x="16" y="73"/>
                    <a:pt x="0" y="56"/>
                    <a:pt x="0" y="36"/>
                  </a:cubicBezTo>
                  <a:cubicBezTo>
                    <a:pt x="0" y="16"/>
                    <a:pt x="16" y="0"/>
                    <a:pt x="37" y="0"/>
                  </a:cubicBezTo>
                  <a:cubicBezTo>
                    <a:pt x="57" y="0"/>
                    <a:pt x="73" y="16"/>
                    <a:pt x="73" y="36"/>
                  </a:cubicBezTo>
                  <a:cubicBezTo>
                    <a:pt x="73" y="56"/>
                    <a:pt x="57" y="73"/>
                    <a:pt x="37" y="73"/>
                  </a:cubicBezTo>
                  <a:close/>
                  <a:moveTo>
                    <a:pt x="37" y="4"/>
                  </a:moveTo>
                  <a:cubicBezTo>
                    <a:pt x="19" y="4"/>
                    <a:pt x="4" y="18"/>
                    <a:pt x="4" y="36"/>
                  </a:cubicBezTo>
                  <a:cubicBezTo>
                    <a:pt x="4" y="54"/>
                    <a:pt x="19" y="69"/>
                    <a:pt x="37" y="69"/>
                  </a:cubicBezTo>
                  <a:cubicBezTo>
                    <a:pt x="54" y="69"/>
                    <a:pt x="69" y="54"/>
                    <a:pt x="69" y="36"/>
                  </a:cubicBezTo>
                  <a:cubicBezTo>
                    <a:pt x="69" y="18"/>
                    <a:pt x="54" y="4"/>
                    <a:pt x="3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737" name="组合 736"/>
          <p:cNvGrpSpPr/>
          <p:nvPr/>
        </p:nvGrpSpPr>
        <p:grpSpPr>
          <a:xfrm>
            <a:off x="6896754" y="2954972"/>
            <a:ext cx="306652" cy="352044"/>
            <a:chOff x="12565063" y="342900"/>
            <a:chExt cx="482600" cy="554038"/>
          </a:xfrm>
          <a:solidFill>
            <a:srgbClr val="707E84"/>
          </a:solidFill>
        </p:grpSpPr>
        <p:sp>
          <p:nvSpPr>
            <p:cNvPr id="738" name="Freeform 71"/>
            <p:cNvSpPr>
              <a:spLocks noEditPoints="1"/>
            </p:cNvSpPr>
            <p:nvPr/>
          </p:nvSpPr>
          <p:spPr bwMode="auto">
            <a:xfrm>
              <a:off x="12612688" y="425450"/>
              <a:ext cx="384175" cy="471488"/>
            </a:xfrm>
            <a:custGeom>
              <a:avLst/>
              <a:gdLst>
                <a:gd name="T0" fmla="*/ 89 w 121"/>
                <a:gd name="T1" fmla="*/ 148 h 148"/>
                <a:gd name="T2" fmla="*/ 33 w 121"/>
                <a:gd name="T3" fmla="*/ 148 h 148"/>
                <a:gd name="T4" fmla="*/ 13 w 121"/>
                <a:gd name="T5" fmla="*/ 128 h 148"/>
                <a:gd name="T6" fmla="*/ 0 w 121"/>
                <a:gd name="T7" fmla="*/ 0 h 148"/>
                <a:gd name="T8" fmla="*/ 121 w 121"/>
                <a:gd name="T9" fmla="*/ 0 h 148"/>
                <a:gd name="T10" fmla="*/ 109 w 121"/>
                <a:gd name="T11" fmla="*/ 128 h 148"/>
                <a:gd name="T12" fmla="*/ 89 w 121"/>
                <a:gd name="T13" fmla="*/ 148 h 148"/>
                <a:gd name="T14" fmla="*/ 9 w 121"/>
                <a:gd name="T15" fmla="*/ 8 h 148"/>
                <a:gd name="T16" fmla="*/ 21 w 121"/>
                <a:gd name="T17" fmla="*/ 127 h 148"/>
                <a:gd name="T18" fmla="*/ 33 w 121"/>
                <a:gd name="T19" fmla="*/ 140 h 148"/>
                <a:gd name="T20" fmla="*/ 89 w 121"/>
                <a:gd name="T21" fmla="*/ 140 h 148"/>
                <a:gd name="T22" fmla="*/ 101 w 121"/>
                <a:gd name="T23" fmla="*/ 128 h 148"/>
                <a:gd name="T24" fmla="*/ 112 w 121"/>
                <a:gd name="T25" fmla="*/ 8 h 148"/>
                <a:gd name="T26" fmla="*/ 9 w 121"/>
                <a:gd name="T27" fmla="*/ 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1" h="148">
                  <a:moveTo>
                    <a:pt x="89" y="148"/>
                  </a:moveTo>
                  <a:cubicBezTo>
                    <a:pt x="33" y="148"/>
                    <a:pt x="33" y="148"/>
                    <a:pt x="33" y="148"/>
                  </a:cubicBezTo>
                  <a:cubicBezTo>
                    <a:pt x="21" y="148"/>
                    <a:pt x="13" y="139"/>
                    <a:pt x="13" y="128"/>
                  </a:cubicBezTo>
                  <a:cubicBezTo>
                    <a:pt x="0" y="0"/>
                    <a:pt x="0" y="0"/>
                    <a:pt x="0" y="0"/>
                  </a:cubicBezTo>
                  <a:cubicBezTo>
                    <a:pt x="121" y="0"/>
                    <a:pt x="121" y="0"/>
                    <a:pt x="121" y="0"/>
                  </a:cubicBezTo>
                  <a:cubicBezTo>
                    <a:pt x="109" y="128"/>
                    <a:pt x="109" y="128"/>
                    <a:pt x="109" y="128"/>
                  </a:cubicBezTo>
                  <a:cubicBezTo>
                    <a:pt x="109" y="139"/>
                    <a:pt x="100" y="148"/>
                    <a:pt x="89" y="148"/>
                  </a:cubicBezTo>
                  <a:close/>
                  <a:moveTo>
                    <a:pt x="9" y="8"/>
                  </a:moveTo>
                  <a:cubicBezTo>
                    <a:pt x="21" y="127"/>
                    <a:pt x="21" y="127"/>
                    <a:pt x="21" y="127"/>
                  </a:cubicBezTo>
                  <a:cubicBezTo>
                    <a:pt x="21" y="134"/>
                    <a:pt x="26" y="140"/>
                    <a:pt x="33" y="140"/>
                  </a:cubicBezTo>
                  <a:cubicBezTo>
                    <a:pt x="89" y="140"/>
                    <a:pt x="89" y="140"/>
                    <a:pt x="89" y="140"/>
                  </a:cubicBezTo>
                  <a:cubicBezTo>
                    <a:pt x="95" y="140"/>
                    <a:pt x="101" y="134"/>
                    <a:pt x="101" y="128"/>
                  </a:cubicBezTo>
                  <a:cubicBezTo>
                    <a:pt x="112" y="8"/>
                    <a:pt x="112" y="8"/>
                    <a:pt x="112" y="8"/>
                  </a:cubicBezTo>
                  <a:lnTo>
                    <a:pt x="9"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9" name="Freeform 72"/>
            <p:cNvSpPr>
              <a:spLocks noEditPoints="1"/>
            </p:cNvSpPr>
            <p:nvPr/>
          </p:nvSpPr>
          <p:spPr bwMode="auto">
            <a:xfrm>
              <a:off x="12685713" y="342900"/>
              <a:ext cx="241300" cy="101600"/>
            </a:xfrm>
            <a:custGeom>
              <a:avLst/>
              <a:gdLst>
                <a:gd name="T0" fmla="*/ 76 w 76"/>
                <a:gd name="T1" fmla="*/ 32 h 32"/>
                <a:gd name="T2" fmla="*/ 0 w 76"/>
                <a:gd name="T3" fmla="*/ 32 h 32"/>
                <a:gd name="T4" fmla="*/ 0 w 76"/>
                <a:gd name="T5" fmla="*/ 18 h 32"/>
                <a:gd name="T6" fmla="*/ 18 w 76"/>
                <a:gd name="T7" fmla="*/ 0 h 32"/>
                <a:gd name="T8" fmla="*/ 58 w 76"/>
                <a:gd name="T9" fmla="*/ 0 h 32"/>
                <a:gd name="T10" fmla="*/ 76 w 76"/>
                <a:gd name="T11" fmla="*/ 18 h 32"/>
                <a:gd name="T12" fmla="*/ 76 w 76"/>
                <a:gd name="T13" fmla="*/ 32 h 32"/>
                <a:gd name="T14" fmla="*/ 4 w 76"/>
                <a:gd name="T15" fmla="*/ 28 h 32"/>
                <a:gd name="T16" fmla="*/ 72 w 76"/>
                <a:gd name="T17" fmla="*/ 28 h 32"/>
                <a:gd name="T18" fmla="*/ 72 w 76"/>
                <a:gd name="T19" fmla="*/ 18 h 32"/>
                <a:gd name="T20" fmla="*/ 58 w 76"/>
                <a:gd name="T21" fmla="*/ 4 h 32"/>
                <a:gd name="T22" fmla="*/ 18 w 76"/>
                <a:gd name="T23" fmla="*/ 4 h 32"/>
                <a:gd name="T24" fmla="*/ 4 w 76"/>
                <a:gd name="T25" fmla="*/ 18 h 32"/>
                <a:gd name="T26" fmla="*/ 4 w 76"/>
                <a:gd name="T27"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6" h="32">
                  <a:moveTo>
                    <a:pt x="76" y="32"/>
                  </a:moveTo>
                  <a:cubicBezTo>
                    <a:pt x="0" y="32"/>
                    <a:pt x="0" y="32"/>
                    <a:pt x="0" y="32"/>
                  </a:cubicBezTo>
                  <a:cubicBezTo>
                    <a:pt x="0" y="18"/>
                    <a:pt x="0" y="18"/>
                    <a:pt x="0" y="18"/>
                  </a:cubicBezTo>
                  <a:cubicBezTo>
                    <a:pt x="0" y="8"/>
                    <a:pt x="8" y="0"/>
                    <a:pt x="18" y="0"/>
                  </a:cubicBezTo>
                  <a:cubicBezTo>
                    <a:pt x="58" y="0"/>
                    <a:pt x="58" y="0"/>
                    <a:pt x="58" y="0"/>
                  </a:cubicBezTo>
                  <a:cubicBezTo>
                    <a:pt x="67" y="0"/>
                    <a:pt x="76" y="8"/>
                    <a:pt x="76" y="18"/>
                  </a:cubicBezTo>
                  <a:lnTo>
                    <a:pt x="76" y="32"/>
                  </a:lnTo>
                  <a:close/>
                  <a:moveTo>
                    <a:pt x="4" y="28"/>
                  </a:moveTo>
                  <a:cubicBezTo>
                    <a:pt x="72" y="28"/>
                    <a:pt x="72" y="28"/>
                    <a:pt x="72" y="28"/>
                  </a:cubicBezTo>
                  <a:cubicBezTo>
                    <a:pt x="72" y="18"/>
                    <a:pt x="72" y="18"/>
                    <a:pt x="72" y="18"/>
                  </a:cubicBezTo>
                  <a:cubicBezTo>
                    <a:pt x="72" y="10"/>
                    <a:pt x="65" y="4"/>
                    <a:pt x="58" y="4"/>
                  </a:cubicBezTo>
                  <a:cubicBezTo>
                    <a:pt x="18" y="4"/>
                    <a:pt x="18" y="4"/>
                    <a:pt x="18" y="4"/>
                  </a:cubicBezTo>
                  <a:cubicBezTo>
                    <a:pt x="10" y="4"/>
                    <a:pt x="4" y="10"/>
                    <a:pt x="4" y="18"/>
                  </a:cubicBezTo>
                  <a:lnTo>
                    <a:pt x="4"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0" name="Freeform 73"/>
            <p:cNvSpPr>
              <a:spLocks/>
            </p:cNvSpPr>
            <p:nvPr/>
          </p:nvSpPr>
          <p:spPr bwMode="auto">
            <a:xfrm>
              <a:off x="12565063" y="425450"/>
              <a:ext cx="482600" cy="25400"/>
            </a:xfrm>
            <a:custGeom>
              <a:avLst/>
              <a:gdLst>
                <a:gd name="T0" fmla="*/ 4 w 152"/>
                <a:gd name="T1" fmla="*/ 0 h 8"/>
                <a:gd name="T2" fmla="*/ 148 w 152"/>
                <a:gd name="T3" fmla="*/ 0 h 8"/>
                <a:gd name="T4" fmla="*/ 152 w 152"/>
                <a:gd name="T5" fmla="*/ 4 h 8"/>
                <a:gd name="T6" fmla="*/ 148 w 152"/>
                <a:gd name="T7" fmla="*/ 8 h 8"/>
                <a:gd name="T8" fmla="*/ 4 w 152"/>
                <a:gd name="T9" fmla="*/ 8 h 8"/>
                <a:gd name="T10" fmla="*/ 0 w 152"/>
                <a:gd name="T11" fmla="*/ 4 h 8"/>
                <a:gd name="T12" fmla="*/ 4 w 152"/>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52" h="8">
                  <a:moveTo>
                    <a:pt x="4" y="0"/>
                  </a:moveTo>
                  <a:cubicBezTo>
                    <a:pt x="148" y="0"/>
                    <a:pt x="148" y="0"/>
                    <a:pt x="148" y="0"/>
                  </a:cubicBezTo>
                  <a:cubicBezTo>
                    <a:pt x="150" y="0"/>
                    <a:pt x="152" y="1"/>
                    <a:pt x="152" y="4"/>
                  </a:cubicBezTo>
                  <a:cubicBezTo>
                    <a:pt x="152" y="6"/>
                    <a:pt x="150" y="8"/>
                    <a:pt x="148" y="8"/>
                  </a:cubicBezTo>
                  <a:cubicBezTo>
                    <a:pt x="4" y="8"/>
                    <a:pt x="4" y="8"/>
                    <a:pt x="4" y="8"/>
                  </a:cubicBezTo>
                  <a:cubicBezTo>
                    <a:pt x="1" y="8"/>
                    <a:pt x="0" y="6"/>
                    <a:pt x="0" y="4"/>
                  </a:cubicBezTo>
                  <a:cubicBezTo>
                    <a:pt x="0" y="1"/>
                    <a:pt x="1"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1" name="Freeform 74"/>
            <p:cNvSpPr>
              <a:spLocks/>
            </p:cNvSpPr>
            <p:nvPr/>
          </p:nvSpPr>
          <p:spPr bwMode="auto">
            <a:xfrm>
              <a:off x="12717463" y="514350"/>
              <a:ext cx="38100" cy="292100"/>
            </a:xfrm>
            <a:custGeom>
              <a:avLst/>
              <a:gdLst>
                <a:gd name="T0" fmla="*/ 4 w 12"/>
                <a:gd name="T1" fmla="*/ 0 h 92"/>
                <a:gd name="T2" fmla="*/ 8 w 12"/>
                <a:gd name="T3" fmla="*/ 4 h 92"/>
                <a:gd name="T4" fmla="*/ 12 w 12"/>
                <a:gd name="T5" fmla="*/ 88 h 92"/>
                <a:gd name="T6" fmla="*/ 8 w 12"/>
                <a:gd name="T7" fmla="*/ 92 h 92"/>
                <a:gd name="T8" fmla="*/ 4 w 12"/>
                <a:gd name="T9" fmla="*/ 88 h 92"/>
                <a:gd name="T10" fmla="*/ 0 w 12"/>
                <a:gd name="T11" fmla="*/ 4 h 92"/>
                <a:gd name="T12" fmla="*/ 4 w 12"/>
                <a:gd name="T13" fmla="*/ 0 h 92"/>
              </a:gdLst>
              <a:ahLst/>
              <a:cxnLst>
                <a:cxn ang="0">
                  <a:pos x="T0" y="T1"/>
                </a:cxn>
                <a:cxn ang="0">
                  <a:pos x="T2" y="T3"/>
                </a:cxn>
                <a:cxn ang="0">
                  <a:pos x="T4" y="T5"/>
                </a:cxn>
                <a:cxn ang="0">
                  <a:pos x="T6" y="T7"/>
                </a:cxn>
                <a:cxn ang="0">
                  <a:pos x="T8" y="T9"/>
                </a:cxn>
                <a:cxn ang="0">
                  <a:pos x="T10" y="T11"/>
                </a:cxn>
                <a:cxn ang="0">
                  <a:pos x="T12" y="T13"/>
                </a:cxn>
              </a:cxnLst>
              <a:rect l="0" t="0" r="r" b="b"/>
              <a:pathLst>
                <a:path w="12" h="92">
                  <a:moveTo>
                    <a:pt x="4" y="0"/>
                  </a:moveTo>
                  <a:cubicBezTo>
                    <a:pt x="6" y="0"/>
                    <a:pt x="8" y="1"/>
                    <a:pt x="8" y="4"/>
                  </a:cubicBezTo>
                  <a:cubicBezTo>
                    <a:pt x="12" y="88"/>
                    <a:pt x="12" y="88"/>
                    <a:pt x="12" y="88"/>
                  </a:cubicBezTo>
                  <a:cubicBezTo>
                    <a:pt x="12" y="90"/>
                    <a:pt x="10" y="92"/>
                    <a:pt x="8" y="92"/>
                  </a:cubicBezTo>
                  <a:cubicBezTo>
                    <a:pt x="5" y="92"/>
                    <a:pt x="4" y="90"/>
                    <a:pt x="4" y="88"/>
                  </a:cubicBezTo>
                  <a:cubicBezTo>
                    <a:pt x="0" y="4"/>
                    <a:pt x="0" y="4"/>
                    <a:pt x="0" y="4"/>
                  </a:cubicBezTo>
                  <a:cubicBezTo>
                    <a:pt x="0" y="1"/>
                    <a:pt x="1"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2" name="Freeform 75"/>
            <p:cNvSpPr>
              <a:spLocks/>
            </p:cNvSpPr>
            <p:nvPr/>
          </p:nvSpPr>
          <p:spPr bwMode="auto">
            <a:xfrm>
              <a:off x="12793663" y="514350"/>
              <a:ext cx="25400" cy="292100"/>
            </a:xfrm>
            <a:custGeom>
              <a:avLst/>
              <a:gdLst>
                <a:gd name="T0" fmla="*/ 4 w 8"/>
                <a:gd name="T1" fmla="*/ 0 h 92"/>
                <a:gd name="T2" fmla="*/ 8 w 8"/>
                <a:gd name="T3" fmla="*/ 4 h 92"/>
                <a:gd name="T4" fmla="*/ 8 w 8"/>
                <a:gd name="T5" fmla="*/ 88 h 92"/>
                <a:gd name="T6" fmla="*/ 4 w 8"/>
                <a:gd name="T7" fmla="*/ 92 h 92"/>
                <a:gd name="T8" fmla="*/ 0 w 8"/>
                <a:gd name="T9" fmla="*/ 88 h 92"/>
                <a:gd name="T10" fmla="*/ 0 w 8"/>
                <a:gd name="T11" fmla="*/ 4 h 92"/>
                <a:gd name="T12" fmla="*/ 4 w 8"/>
                <a:gd name="T13" fmla="*/ 0 h 92"/>
              </a:gdLst>
              <a:ahLst/>
              <a:cxnLst>
                <a:cxn ang="0">
                  <a:pos x="T0" y="T1"/>
                </a:cxn>
                <a:cxn ang="0">
                  <a:pos x="T2" y="T3"/>
                </a:cxn>
                <a:cxn ang="0">
                  <a:pos x="T4" y="T5"/>
                </a:cxn>
                <a:cxn ang="0">
                  <a:pos x="T6" y="T7"/>
                </a:cxn>
                <a:cxn ang="0">
                  <a:pos x="T8" y="T9"/>
                </a:cxn>
                <a:cxn ang="0">
                  <a:pos x="T10" y="T11"/>
                </a:cxn>
                <a:cxn ang="0">
                  <a:pos x="T12" y="T13"/>
                </a:cxn>
              </a:cxnLst>
              <a:rect l="0" t="0" r="r" b="b"/>
              <a:pathLst>
                <a:path w="8" h="92">
                  <a:moveTo>
                    <a:pt x="4" y="0"/>
                  </a:moveTo>
                  <a:cubicBezTo>
                    <a:pt x="6" y="0"/>
                    <a:pt x="8" y="1"/>
                    <a:pt x="8" y="4"/>
                  </a:cubicBezTo>
                  <a:cubicBezTo>
                    <a:pt x="8" y="88"/>
                    <a:pt x="8" y="88"/>
                    <a:pt x="8" y="88"/>
                  </a:cubicBezTo>
                  <a:cubicBezTo>
                    <a:pt x="8" y="90"/>
                    <a:pt x="6" y="92"/>
                    <a:pt x="4" y="92"/>
                  </a:cubicBezTo>
                  <a:cubicBezTo>
                    <a:pt x="1" y="92"/>
                    <a:pt x="0" y="90"/>
                    <a:pt x="0" y="88"/>
                  </a:cubicBezTo>
                  <a:cubicBezTo>
                    <a:pt x="0" y="4"/>
                    <a:pt x="0" y="4"/>
                    <a:pt x="0" y="4"/>
                  </a:cubicBezTo>
                  <a:cubicBezTo>
                    <a:pt x="0" y="1"/>
                    <a:pt x="1"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3" name="Freeform 76"/>
            <p:cNvSpPr>
              <a:spLocks/>
            </p:cNvSpPr>
            <p:nvPr/>
          </p:nvSpPr>
          <p:spPr bwMode="auto">
            <a:xfrm>
              <a:off x="12857163" y="514350"/>
              <a:ext cx="38100" cy="292100"/>
            </a:xfrm>
            <a:custGeom>
              <a:avLst/>
              <a:gdLst>
                <a:gd name="T0" fmla="*/ 8 w 12"/>
                <a:gd name="T1" fmla="*/ 0 h 92"/>
                <a:gd name="T2" fmla="*/ 12 w 12"/>
                <a:gd name="T3" fmla="*/ 4 h 92"/>
                <a:gd name="T4" fmla="*/ 8 w 12"/>
                <a:gd name="T5" fmla="*/ 88 h 92"/>
                <a:gd name="T6" fmla="*/ 4 w 12"/>
                <a:gd name="T7" fmla="*/ 92 h 92"/>
                <a:gd name="T8" fmla="*/ 0 w 12"/>
                <a:gd name="T9" fmla="*/ 88 h 92"/>
                <a:gd name="T10" fmla="*/ 4 w 12"/>
                <a:gd name="T11" fmla="*/ 4 h 92"/>
                <a:gd name="T12" fmla="*/ 8 w 12"/>
                <a:gd name="T13" fmla="*/ 0 h 92"/>
              </a:gdLst>
              <a:ahLst/>
              <a:cxnLst>
                <a:cxn ang="0">
                  <a:pos x="T0" y="T1"/>
                </a:cxn>
                <a:cxn ang="0">
                  <a:pos x="T2" y="T3"/>
                </a:cxn>
                <a:cxn ang="0">
                  <a:pos x="T4" y="T5"/>
                </a:cxn>
                <a:cxn ang="0">
                  <a:pos x="T6" y="T7"/>
                </a:cxn>
                <a:cxn ang="0">
                  <a:pos x="T8" y="T9"/>
                </a:cxn>
                <a:cxn ang="0">
                  <a:pos x="T10" y="T11"/>
                </a:cxn>
                <a:cxn ang="0">
                  <a:pos x="T12" y="T13"/>
                </a:cxn>
              </a:cxnLst>
              <a:rect l="0" t="0" r="r" b="b"/>
              <a:pathLst>
                <a:path w="12" h="92">
                  <a:moveTo>
                    <a:pt x="8" y="0"/>
                  </a:moveTo>
                  <a:cubicBezTo>
                    <a:pt x="10" y="0"/>
                    <a:pt x="12" y="1"/>
                    <a:pt x="12" y="4"/>
                  </a:cubicBezTo>
                  <a:cubicBezTo>
                    <a:pt x="8" y="88"/>
                    <a:pt x="8" y="88"/>
                    <a:pt x="8" y="88"/>
                  </a:cubicBezTo>
                  <a:cubicBezTo>
                    <a:pt x="8" y="90"/>
                    <a:pt x="6" y="92"/>
                    <a:pt x="4" y="92"/>
                  </a:cubicBezTo>
                  <a:cubicBezTo>
                    <a:pt x="1" y="92"/>
                    <a:pt x="0" y="90"/>
                    <a:pt x="0" y="88"/>
                  </a:cubicBezTo>
                  <a:cubicBezTo>
                    <a:pt x="4" y="4"/>
                    <a:pt x="4" y="4"/>
                    <a:pt x="4" y="4"/>
                  </a:cubicBezTo>
                  <a:cubicBezTo>
                    <a:pt x="4" y="1"/>
                    <a:pt x="5"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744" name="组合 743"/>
          <p:cNvGrpSpPr/>
          <p:nvPr/>
        </p:nvGrpSpPr>
        <p:grpSpPr>
          <a:xfrm>
            <a:off x="4477277" y="3447121"/>
            <a:ext cx="351035" cy="376254"/>
            <a:chOff x="327025" y="1522413"/>
            <a:chExt cx="552450" cy="592138"/>
          </a:xfrm>
          <a:solidFill>
            <a:srgbClr val="707E84"/>
          </a:solidFill>
        </p:grpSpPr>
        <p:sp>
          <p:nvSpPr>
            <p:cNvPr id="745" name="Freeform 78"/>
            <p:cNvSpPr>
              <a:spLocks noEditPoints="1"/>
            </p:cNvSpPr>
            <p:nvPr/>
          </p:nvSpPr>
          <p:spPr bwMode="auto">
            <a:xfrm>
              <a:off x="441325" y="1563688"/>
              <a:ext cx="438150" cy="404813"/>
            </a:xfrm>
            <a:custGeom>
              <a:avLst/>
              <a:gdLst>
                <a:gd name="T0" fmla="*/ 102 w 138"/>
                <a:gd name="T1" fmla="*/ 127 h 127"/>
                <a:gd name="T2" fmla="*/ 68 w 138"/>
                <a:gd name="T3" fmla="*/ 117 h 127"/>
                <a:gd name="T4" fmla="*/ 35 w 138"/>
                <a:gd name="T5" fmla="*/ 108 h 127"/>
                <a:gd name="T6" fmla="*/ 3 w 138"/>
                <a:gd name="T7" fmla="*/ 120 h 127"/>
                <a:gd name="T8" fmla="*/ 0 w 138"/>
                <a:gd name="T9" fmla="*/ 122 h 127"/>
                <a:gd name="T10" fmla="*/ 0 w 138"/>
                <a:gd name="T11" fmla="*/ 13 h 127"/>
                <a:gd name="T12" fmla="*/ 1 w 138"/>
                <a:gd name="T13" fmla="*/ 13 h 127"/>
                <a:gd name="T14" fmla="*/ 35 w 138"/>
                <a:gd name="T15" fmla="*/ 0 h 127"/>
                <a:gd name="T16" fmla="*/ 70 w 138"/>
                <a:gd name="T17" fmla="*/ 10 h 127"/>
                <a:gd name="T18" fmla="*/ 102 w 138"/>
                <a:gd name="T19" fmla="*/ 19 h 127"/>
                <a:gd name="T20" fmla="*/ 135 w 138"/>
                <a:gd name="T21" fmla="*/ 6 h 127"/>
                <a:gd name="T22" fmla="*/ 138 w 138"/>
                <a:gd name="T23" fmla="*/ 4 h 127"/>
                <a:gd name="T24" fmla="*/ 138 w 138"/>
                <a:gd name="T25" fmla="*/ 113 h 127"/>
                <a:gd name="T26" fmla="*/ 137 w 138"/>
                <a:gd name="T27" fmla="*/ 114 h 127"/>
                <a:gd name="T28" fmla="*/ 102 w 138"/>
                <a:gd name="T29" fmla="*/ 127 h 127"/>
                <a:gd name="T30" fmla="*/ 35 w 138"/>
                <a:gd name="T31" fmla="*/ 104 h 127"/>
                <a:gd name="T32" fmla="*/ 70 w 138"/>
                <a:gd name="T33" fmla="*/ 114 h 127"/>
                <a:gd name="T34" fmla="*/ 102 w 138"/>
                <a:gd name="T35" fmla="*/ 123 h 127"/>
                <a:gd name="T36" fmla="*/ 134 w 138"/>
                <a:gd name="T37" fmla="*/ 111 h 127"/>
                <a:gd name="T38" fmla="*/ 134 w 138"/>
                <a:gd name="T39" fmla="*/ 12 h 127"/>
                <a:gd name="T40" fmla="*/ 102 w 138"/>
                <a:gd name="T41" fmla="*/ 23 h 127"/>
                <a:gd name="T42" fmla="*/ 68 w 138"/>
                <a:gd name="T43" fmla="*/ 13 h 127"/>
                <a:gd name="T44" fmla="*/ 35 w 138"/>
                <a:gd name="T45" fmla="*/ 4 h 127"/>
                <a:gd name="T46" fmla="*/ 4 w 138"/>
                <a:gd name="T47" fmla="*/ 15 h 127"/>
                <a:gd name="T48" fmla="*/ 4 w 138"/>
                <a:gd name="T49" fmla="*/ 114 h 127"/>
                <a:gd name="T50" fmla="*/ 35 w 138"/>
                <a:gd name="T51" fmla="*/ 104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8" h="127">
                  <a:moveTo>
                    <a:pt x="102" y="127"/>
                  </a:moveTo>
                  <a:cubicBezTo>
                    <a:pt x="90" y="127"/>
                    <a:pt x="77" y="123"/>
                    <a:pt x="68" y="117"/>
                  </a:cubicBezTo>
                  <a:cubicBezTo>
                    <a:pt x="59" y="111"/>
                    <a:pt x="47" y="108"/>
                    <a:pt x="35" y="108"/>
                  </a:cubicBezTo>
                  <a:cubicBezTo>
                    <a:pt x="22" y="108"/>
                    <a:pt x="10" y="115"/>
                    <a:pt x="3" y="120"/>
                  </a:cubicBezTo>
                  <a:cubicBezTo>
                    <a:pt x="0" y="122"/>
                    <a:pt x="0" y="122"/>
                    <a:pt x="0" y="122"/>
                  </a:cubicBezTo>
                  <a:cubicBezTo>
                    <a:pt x="0" y="13"/>
                    <a:pt x="0" y="13"/>
                    <a:pt x="0" y="13"/>
                  </a:cubicBezTo>
                  <a:cubicBezTo>
                    <a:pt x="1" y="13"/>
                    <a:pt x="1" y="13"/>
                    <a:pt x="1" y="13"/>
                  </a:cubicBezTo>
                  <a:cubicBezTo>
                    <a:pt x="9" y="7"/>
                    <a:pt x="21" y="0"/>
                    <a:pt x="35" y="0"/>
                  </a:cubicBezTo>
                  <a:cubicBezTo>
                    <a:pt x="48" y="0"/>
                    <a:pt x="61" y="3"/>
                    <a:pt x="70" y="10"/>
                  </a:cubicBezTo>
                  <a:cubicBezTo>
                    <a:pt x="78" y="15"/>
                    <a:pt x="90" y="19"/>
                    <a:pt x="102" y="19"/>
                  </a:cubicBezTo>
                  <a:cubicBezTo>
                    <a:pt x="115" y="19"/>
                    <a:pt x="126" y="13"/>
                    <a:pt x="135" y="6"/>
                  </a:cubicBezTo>
                  <a:cubicBezTo>
                    <a:pt x="138" y="4"/>
                    <a:pt x="138" y="4"/>
                    <a:pt x="138" y="4"/>
                  </a:cubicBezTo>
                  <a:cubicBezTo>
                    <a:pt x="138" y="113"/>
                    <a:pt x="138" y="113"/>
                    <a:pt x="138" y="113"/>
                  </a:cubicBezTo>
                  <a:cubicBezTo>
                    <a:pt x="137" y="114"/>
                    <a:pt x="137" y="114"/>
                    <a:pt x="137" y="114"/>
                  </a:cubicBezTo>
                  <a:cubicBezTo>
                    <a:pt x="128" y="120"/>
                    <a:pt x="116" y="127"/>
                    <a:pt x="102" y="127"/>
                  </a:cubicBezTo>
                  <a:close/>
                  <a:moveTo>
                    <a:pt x="35" y="104"/>
                  </a:moveTo>
                  <a:cubicBezTo>
                    <a:pt x="48" y="104"/>
                    <a:pt x="61" y="107"/>
                    <a:pt x="70" y="114"/>
                  </a:cubicBezTo>
                  <a:cubicBezTo>
                    <a:pt x="78" y="119"/>
                    <a:pt x="90" y="123"/>
                    <a:pt x="102" y="123"/>
                  </a:cubicBezTo>
                  <a:cubicBezTo>
                    <a:pt x="114" y="123"/>
                    <a:pt x="125" y="117"/>
                    <a:pt x="134" y="111"/>
                  </a:cubicBezTo>
                  <a:cubicBezTo>
                    <a:pt x="134" y="12"/>
                    <a:pt x="134" y="12"/>
                    <a:pt x="134" y="12"/>
                  </a:cubicBezTo>
                  <a:cubicBezTo>
                    <a:pt x="125" y="17"/>
                    <a:pt x="114" y="23"/>
                    <a:pt x="102" y="23"/>
                  </a:cubicBezTo>
                  <a:cubicBezTo>
                    <a:pt x="90" y="23"/>
                    <a:pt x="77" y="19"/>
                    <a:pt x="68" y="13"/>
                  </a:cubicBezTo>
                  <a:cubicBezTo>
                    <a:pt x="59" y="7"/>
                    <a:pt x="47" y="4"/>
                    <a:pt x="35" y="4"/>
                  </a:cubicBezTo>
                  <a:cubicBezTo>
                    <a:pt x="23" y="4"/>
                    <a:pt x="11" y="10"/>
                    <a:pt x="4" y="15"/>
                  </a:cubicBezTo>
                  <a:cubicBezTo>
                    <a:pt x="4" y="114"/>
                    <a:pt x="4" y="114"/>
                    <a:pt x="4" y="114"/>
                  </a:cubicBezTo>
                  <a:cubicBezTo>
                    <a:pt x="12" y="109"/>
                    <a:pt x="23" y="104"/>
                    <a:pt x="35" y="1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6" name="Freeform 79"/>
            <p:cNvSpPr>
              <a:spLocks noEditPoints="1"/>
            </p:cNvSpPr>
            <p:nvPr/>
          </p:nvSpPr>
          <p:spPr bwMode="auto">
            <a:xfrm>
              <a:off x="327025" y="1522413"/>
              <a:ext cx="98425" cy="592138"/>
            </a:xfrm>
            <a:custGeom>
              <a:avLst/>
              <a:gdLst>
                <a:gd name="T0" fmla="*/ 31 w 31"/>
                <a:gd name="T1" fmla="*/ 186 h 186"/>
                <a:gd name="T2" fmla="*/ 0 w 31"/>
                <a:gd name="T3" fmla="*/ 186 h 186"/>
                <a:gd name="T4" fmla="*/ 0 w 31"/>
                <a:gd name="T5" fmla="*/ 15 h 186"/>
                <a:gd name="T6" fmla="*/ 15 w 31"/>
                <a:gd name="T7" fmla="*/ 0 h 186"/>
                <a:gd name="T8" fmla="*/ 31 w 31"/>
                <a:gd name="T9" fmla="*/ 15 h 186"/>
                <a:gd name="T10" fmla="*/ 31 w 31"/>
                <a:gd name="T11" fmla="*/ 186 h 186"/>
                <a:gd name="T12" fmla="*/ 8 w 31"/>
                <a:gd name="T13" fmla="*/ 178 h 186"/>
                <a:gd name="T14" fmla="*/ 23 w 31"/>
                <a:gd name="T15" fmla="*/ 178 h 186"/>
                <a:gd name="T16" fmla="*/ 23 w 31"/>
                <a:gd name="T17" fmla="*/ 15 h 186"/>
                <a:gd name="T18" fmla="*/ 15 w 31"/>
                <a:gd name="T19" fmla="*/ 8 h 186"/>
                <a:gd name="T20" fmla="*/ 8 w 31"/>
                <a:gd name="T21" fmla="*/ 15 h 186"/>
                <a:gd name="T22" fmla="*/ 8 w 31"/>
                <a:gd name="T23" fmla="*/ 178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186">
                  <a:moveTo>
                    <a:pt x="31" y="186"/>
                  </a:moveTo>
                  <a:cubicBezTo>
                    <a:pt x="0" y="186"/>
                    <a:pt x="0" y="186"/>
                    <a:pt x="0" y="186"/>
                  </a:cubicBezTo>
                  <a:cubicBezTo>
                    <a:pt x="0" y="15"/>
                    <a:pt x="0" y="15"/>
                    <a:pt x="0" y="15"/>
                  </a:cubicBezTo>
                  <a:cubicBezTo>
                    <a:pt x="0" y="7"/>
                    <a:pt x="7" y="0"/>
                    <a:pt x="15" y="0"/>
                  </a:cubicBezTo>
                  <a:cubicBezTo>
                    <a:pt x="24" y="0"/>
                    <a:pt x="31" y="7"/>
                    <a:pt x="31" y="15"/>
                  </a:cubicBezTo>
                  <a:lnTo>
                    <a:pt x="31" y="186"/>
                  </a:lnTo>
                  <a:close/>
                  <a:moveTo>
                    <a:pt x="8" y="178"/>
                  </a:moveTo>
                  <a:cubicBezTo>
                    <a:pt x="23" y="178"/>
                    <a:pt x="23" y="178"/>
                    <a:pt x="23" y="178"/>
                  </a:cubicBezTo>
                  <a:cubicBezTo>
                    <a:pt x="23" y="15"/>
                    <a:pt x="23" y="15"/>
                    <a:pt x="23" y="15"/>
                  </a:cubicBezTo>
                  <a:cubicBezTo>
                    <a:pt x="23" y="11"/>
                    <a:pt x="19" y="8"/>
                    <a:pt x="15" y="8"/>
                  </a:cubicBezTo>
                  <a:cubicBezTo>
                    <a:pt x="11" y="8"/>
                    <a:pt x="8" y="11"/>
                    <a:pt x="8" y="15"/>
                  </a:cubicBezTo>
                  <a:lnTo>
                    <a:pt x="8" y="17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747" name="组合 746"/>
          <p:cNvGrpSpPr/>
          <p:nvPr/>
        </p:nvGrpSpPr>
        <p:grpSpPr>
          <a:xfrm>
            <a:off x="6877589" y="2466561"/>
            <a:ext cx="344983" cy="382306"/>
            <a:chOff x="-893763" y="1525588"/>
            <a:chExt cx="542925" cy="601662"/>
          </a:xfrm>
          <a:solidFill>
            <a:srgbClr val="707E84"/>
          </a:solidFill>
        </p:grpSpPr>
        <p:sp>
          <p:nvSpPr>
            <p:cNvPr id="748" name="Freeform 80"/>
            <p:cNvSpPr>
              <a:spLocks noEditPoints="1"/>
            </p:cNvSpPr>
            <p:nvPr/>
          </p:nvSpPr>
          <p:spPr bwMode="auto">
            <a:xfrm>
              <a:off x="-893763" y="1603375"/>
              <a:ext cx="523875" cy="523875"/>
            </a:xfrm>
            <a:custGeom>
              <a:avLst/>
              <a:gdLst>
                <a:gd name="T0" fmla="*/ 83 w 165"/>
                <a:gd name="T1" fmla="*/ 165 h 165"/>
                <a:gd name="T2" fmla="*/ 0 w 165"/>
                <a:gd name="T3" fmla="*/ 82 h 165"/>
                <a:gd name="T4" fmla="*/ 83 w 165"/>
                <a:gd name="T5" fmla="*/ 0 h 165"/>
                <a:gd name="T6" fmla="*/ 87 w 165"/>
                <a:gd name="T7" fmla="*/ 0 h 165"/>
                <a:gd name="T8" fmla="*/ 87 w 165"/>
                <a:gd name="T9" fmla="*/ 76 h 165"/>
                <a:gd name="T10" fmla="*/ 155 w 165"/>
                <a:gd name="T11" fmla="*/ 42 h 165"/>
                <a:gd name="T12" fmla="*/ 156 w 165"/>
                <a:gd name="T13" fmla="*/ 46 h 165"/>
                <a:gd name="T14" fmla="*/ 165 w 165"/>
                <a:gd name="T15" fmla="*/ 82 h 165"/>
                <a:gd name="T16" fmla="*/ 83 w 165"/>
                <a:gd name="T17" fmla="*/ 165 h 165"/>
                <a:gd name="T18" fmla="*/ 79 w 165"/>
                <a:gd name="T19" fmla="*/ 8 h 165"/>
                <a:gd name="T20" fmla="*/ 8 w 165"/>
                <a:gd name="T21" fmla="*/ 82 h 165"/>
                <a:gd name="T22" fmla="*/ 83 w 165"/>
                <a:gd name="T23" fmla="*/ 157 h 165"/>
                <a:gd name="T24" fmla="*/ 157 w 165"/>
                <a:gd name="T25" fmla="*/ 82 h 165"/>
                <a:gd name="T26" fmla="*/ 151 w 165"/>
                <a:gd name="T27" fmla="*/ 53 h 165"/>
                <a:gd name="T28" fmla="*/ 79 w 165"/>
                <a:gd name="T29" fmla="*/ 89 h 165"/>
                <a:gd name="T30" fmla="*/ 79 w 165"/>
                <a:gd name="T31" fmla="*/ 8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5" h="165">
                  <a:moveTo>
                    <a:pt x="83" y="165"/>
                  </a:moveTo>
                  <a:cubicBezTo>
                    <a:pt x="37" y="165"/>
                    <a:pt x="0" y="128"/>
                    <a:pt x="0" y="82"/>
                  </a:cubicBezTo>
                  <a:cubicBezTo>
                    <a:pt x="0" y="37"/>
                    <a:pt x="37" y="0"/>
                    <a:pt x="83" y="0"/>
                  </a:cubicBezTo>
                  <a:cubicBezTo>
                    <a:pt x="87" y="0"/>
                    <a:pt x="87" y="0"/>
                    <a:pt x="87" y="0"/>
                  </a:cubicBezTo>
                  <a:cubicBezTo>
                    <a:pt x="87" y="76"/>
                    <a:pt x="87" y="76"/>
                    <a:pt x="87" y="76"/>
                  </a:cubicBezTo>
                  <a:cubicBezTo>
                    <a:pt x="155" y="42"/>
                    <a:pt x="155" y="42"/>
                    <a:pt x="155" y="42"/>
                  </a:cubicBezTo>
                  <a:cubicBezTo>
                    <a:pt x="156" y="46"/>
                    <a:pt x="156" y="46"/>
                    <a:pt x="156" y="46"/>
                  </a:cubicBezTo>
                  <a:cubicBezTo>
                    <a:pt x="162" y="57"/>
                    <a:pt x="165" y="70"/>
                    <a:pt x="165" y="82"/>
                  </a:cubicBezTo>
                  <a:cubicBezTo>
                    <a:pt x="165" y="128"/>
                    <a:pt x="128" y="165"/>
                    <a:pt x="83" y="165"/>
                  </a:cubicBezTo>
                  <a:close/>
                  <a:moveTo>
                    <a:pt x="79" y="8"/>
                  </a:moveTo>
                  <a:cubicBezTo>
                    <a:pt x="40" y="10"/>
                    <a:pt x="8" y="43"/>
                    <a:pt x="8" y="82"/>
                  </a:cubicBezTo>
                  <a:cubicBezTo>
                    <a:pt x="8" y="123"/>
                    <a:pt x="42" y="157"/>
                    <a:pt x="83" y="157"/>
                  </a:cubicBezTo>
                  <a:cubicBezTo>
                    <a:pt x="124" y="157"/>
                    <a:pt x="157" y="123"/>
                    <a:pt x="157" y="82"/>
                  </a:cubicBezTo>
                  <a:cubicBezTo>
                    <a:pt x="157" y="72"/>
                    <a:pt x="155" y="62"/>
                    <a:pt x="151" y="53"/>
                  </a:cubicBezTo>
                  <a:cubicBezTo>
                    <a:pt x="79" y="89"/>
                    <a:pt x="79" y="89"/>
                    <a:pt x="79" y="89"/>
                  </a:cubicBezTo>
                  <a:lnTo>
                    <a:pt x="79"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9" name="Freeform 81"/>
            <p:cNvSpPr>
              <a:spLocks noEditPoints="1"/>
            </p:cNvSpPr>
            <p:nvPr/>
          </p:nvSpPr>
          <p:spPr bwMode="auto">
            <a:xfrm>
              <a:off x="-588963" y="1525588"/>
              <a:ext cx="238125" cy="265113"/>
            </a:xfrm>
            <a:custGeom>
              <a:avLst/>
              <a:gdLst>
                <a:gd name="T0" fmla="*/ 0 w 75"/>
                <a:gd name="T1" fmla="*/ 83 h 83"/>
                <a:gd name="T2" fmla="*/ 0 w 75"/>
                <a:gd name="T3" fmla="*/ 0 h 83"/>
                <a:gd name="T4" fmla="*/ 2 w 75"/>
                <a:gd name="T5" fmla="*/ 0 h 83"/>
                <a:gd name="T6" fmla="*/ 74 w 75"/>
                <a:gd name="T7" fmla="*/ 44 h 83"/>
                <a:gd name="T8" fmla="*/ 75 w 75"/>
                <a:gd name="T9" fmla="*/ 46 h 83"/>
                <a:gd name="T10" fmla="*/ 0 w 75"/>
                <a:gd name="T11" fmla="*/ 83 h 83"/>
                <a:gd name="T12" fmla="*/ 4 w 75"/>
                <a:gd name="T13" fmla="*/ 4 h 83"/>
                <a:gd name="T14" fmla="*/ 4 w 75"/>
                <a:gd name="T15" fmla="*/ 77 h 83"/>
                <a:gd name="T16" fmla="*/ 69 w 75"/>
                <a:gd name="T17" fmla="*/ 44 h 83"/>
                <a:gd name="T18" fmla="*/ 4 w 75"/>
                <a:gd name="T19" fmla="*/ 4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5" h="83">
                  <a:moveTo>
                    <a:pt x="0" y="83"/>
                  </a:moveTo>
                  <a:cubicBezTo>
                    <a:pt x="0" y="0"/>
                    <a:pt x="0" y="0"/>
                    <a:pt x="0" y="0"/>
                  </a:cubicBezTo>
                  <a:cubicBezTo>
                    <a:pt x="2" y="0"/>
                    <a:pt x="2" y="0"/>
                    <a:pt x="2" y="0"/>
                  </a:cubicBezTo>
                  <a:cubicBezTo>
                    <a:pt x="32" y="0"/>
                    <a:pt x="60" y="17"/>
                    <a:pt x="74" y="44"/>
                  </a:cubicBezTo>
                  <a:cubicBezTo>
                    <a:pt x="75" y="46"/>
                    <a:pt x="75" y="46"/>
                    <a:pt x="75" y="46"/>
                  </a:cubicBezTo>
                  <a:lnTo>
                    <a:pt x="0" y="83"/>
                  </a:lnTo>
                  <a:close/>
                  <a:moveTo>
                    <a:pt x="4" y="4"/>
                  </a:moveTo>
                  <a:cubicBezTo>
                    <a:pt x="4" y="77"/>
                    <a:pt x="4" y="77"/>
                    <a:pt x="4" y="77"/>
                  </a:cubicBezTo>
                  <a:cubicBezTo>
                    <a:pt x="69" y="44"/>
                    <a:pt x="69" y="44"/>
                    <a:pt x="69" y="44"/>
                  </a:cubicBezTo>
                  <a:cubicBezTo>
                    <a:pt x="56" y="20"/>
                    <a:pt x="31" y="5"/>
                    <a:pt x="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750" name="Freeform 101"/>
          <p:cNvSpPr>
            <a:spLocks noEditPoints="1"/>
          </p:cNvSpPr>
          <p:nvPr/>
        </p:nvSpPr>
        <p:spPr bwMode="auto">
          <a:xfrm>
            <a:off x="4912053" y="3429707"/>
            <a:ext cx="380289" cy="372219"/>
          </a:xfrm>
          <a:custGeom>
            <a:avLst/>
            <a:gdLst>
              <a:gd name="T0" fmla="*/ 188 w 188"/>
              <a:gd name="T1" fmla="*/ 95 h 184"/>
              <a:gd name="T2" fmla="*/ 135 w 188"/>
              <a:gd name="T3" fmla="*/ 71 h 184"/>
              <a:gd name="T4" fmla="*/ 135 w 188"/>
              <a:gd name="T5" fmla="*/ 66 h 184"/>
              <a:gd name="T6" fmla="*/ 150 w 188"/>
              <a:gd name="T7" fmla="*/ 37 h 184"/>
              <a:gd name="T8" fmla="*/ 138 w 188"/>
              <a:gd name="T9" fmla="*/ 3 h 184"/>
              <a:gd name="T10" fmla="*/ 119 w 188"/>
              <a:gd name="T11" fmla="*/ 18 h 184"/>
              <a:gd name="T12" fmla="*/ 94 w 188"/>
              <a:gd name="T13" fmla="*/ 55 h 184"/>
              <a:gd name="T14" fmla="*/ 70 w 188"/>
              <a:gd name="T15" fmla="*/ 92 h 184"/>
              <a:gd name="T16" fmla="*/ 51 w 188"/>
              <a:gd name="T17" fmla="*/ 84 h 184"/>
              <a:gd name="T18" fmla="*/ 0 w 188"/>
              <a:gd name="T19" fmla="*/ 93 h 184"/>
              <a:gd name="T20" fmla="*/ 9 w 188"/>
              <a:gd name="T21" fmla="*/ 184 h 184"/>
              <a:gd name="T22" fmla="*/ 60 w 188"/>
              <a:gd name="T23" fmla="*/ 177 h 184"/>
              <a:gd name="T24" fmla="*/ 73 w 188"/>
              <a:gd name="T25" fmla="*/ 184 h 184"/>
              <a:gd name="T26" fmla="*/ 75 w 188"/>
              <a:gd name="T27" fmla="*/ 184 h 184"/>
              <a:gd name="T28" fmla="*/ 157 w 188"/>
              <a:gd name="T29" fmla="*/ 184 h 184"/>
              <a:gd name="T30" fmla="*/ 175 w 188"/>
              <a:gd name="T31" fmla="*/ 161 h 184"/>
              <a:gd name="T32" fmla="*/ 180 w 188"/>
              <a:gd name="T33" fmla="*/ 135 h 184"/>
              <a:gd name="T34" fmla="*/ 183 w 188"/>
              <a:gd name="T35" fmla="*/ 108 h 184"/>
              <a:gd name="T36" fmla="*/ 51 w 188"/>
              <a:gd name="T37" fmla="*/ 176 h 184"/>
              <a:gd name="T38" fmla="*/ 8 w 188"/>
              <a:gd name="T39" fmla="*/ 175 h 184"/>
              <a:gd name="T40" fmla="*/ 9 w 188"/>
              <a:gd name="T41" fmla="*/ 92 h 184"/>
              <a:gd name="T42" fmla="*/ 52 w 188"/>
              <a:gd name="T43" fmla="*/ 93 h 184"/>
              <a:gd name="T44" fmla="*/ 176 w 188"/>
              <a:gd name="T45" fmla="*/ 104 h 184"/>
              <a:gd name="T46" fmla="*/ 175 w 188"/>
              <a:gd name="T47" fmla="*/ 110 h 184"/>
              <a:gd name="T48" fmla="*/ 173 w 188"/>
              <a:gd name="T49" fmla="*/ 131 h 184"/>
              <a:gd name="T50" fmla="*/ 172 w 188"/>
              <a:gd name="T51" fmla="*/ 137 h 184"/>
              <a:gd name="T52" fmla="*/ 168 w 188"/>
              <a:gd name="T53" fmla="*/ 156 h 184"/>
              <a:gd name="T54" fmla="*/ 167 w 188"/>
              <a:gd name="T55" fmla="*/ 161 h 184"/>
              <a:gd name="T56" fmla="*/ 157 w 188"/>
              <a:gd name="T57" fmla="*/ 176 h 184"/>
              <a:gd name="T58" fmla="*/ 70 w 188"/>
              <a:gd name="T59" fmla="*/ 173 h 184"/>
              <a:gd name="T60" fmla="*/ 60 w 188"/>
              <a:gd name="T61" fmla="*/ 100 h 184"/>
              <a:gd name="T62" fmla="*/ 72 w 188"/>
              <a:gd name="T63" fmla="*/ 100 h 184"/>
              <a:gd name="T64" fmla="*/ 89 w 188"/>
              <a:gd name="T65" fmla="*/ 80 h 184"/>
              <a:gd name="T66" fmla="*/ 101 w 188"/>
              <a:gd name="T67" fmla="*/ 59 h 184"/>
              <a:gd name="T68" fmla="*/ 130 w 188"/>
              <a:gd name="T69" fmla="*/ 10 h 184"/>
              <a:gd name="T70" fmla="*/ 143 w 188"/>
              <a:gd name="T71" fmla="*/ 35 h 184"/>
              <a:gd name="T72" fmla="*/ 128 w 188"/>
              <a:gd name="T73" fmla="*/ 76 h 184"/>
              <a:gd name="T74" fmla="*/ 162 w 188"/>
              <a:gd name="T75" fmla="*/ 79 h 184"/>
              <a:gd name="T76" fmla="*/ 176 w 188"/>
              <a:gd name="T77" fmla="*/ 104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8" h="184">
                <a:moveTo>
                  <a:pt x="183" y="108"/>
                </a:moveTo>
                <a:cubicBezTo>
                  <a:pt x="185" y="105"/>
                  <a:pt x="188" y="101"/>
                  <a:pt x="188" y="95"/>
                </a:cubicBezTo>
                <a:cubicBezTo>
                  <a:pt x="188" y="78"/>
                  <a:pt x="172" y="72"/>
                  <a:pt x="163" y="71"/>
                </a:cubicBezTo>
                <a:cubicBezTo>
                  <a:pt x="135" y="71"/>
                  <a:pt x="135" y="71"/>
                  <a:pt x="135" y="71"/>
                </a:cubicBezTo>
                <a:cubicBezTo>
                  <a:pt x="135" y="71"/>
                  <a:pt x="135" y="71"/>
                  <a:pt x="135" y="71"/>
                </a:cubicBezTo>
                <a:cubicBezTo>
                  <a:pt x="133" y="69"/>
                  <a:pt x="135" y="66"/>
                  <a:pt x="135" y="66"/>
                </a:cubicBezTo>
                <a:cubicBezTo>
                  <a:pt x="135" y="66"/>
                  <a:pt x="135" y="66"/>
                  <a:pt x="135" y="66"/>
                </a:cubicBezTo>
                <a:cubicBezTo>
                  <a:pt x="136" y="66"/>
                  <a:pt x="144" y="55"/>
                  <a:pt x="150" y="37"/>
                </a:cubicBezTo>
                <a:cubicBezTo>
                  <a:pt x="157" y="18"/>
                  <a:pt x="140" y="4"/>
                  <a:pt x="139" y="3"/>
                </a:cubicBezTo>
                <a:cubicBezTo>
                  <a:pt x="138" y="3"/>
                  <a:pt x="138" y="3"/>
                  <a:pt x="138" y="3"/>
                </a:cubicBezTo>
                <a:cubicBezTo>
                  <a:pt x="138" y="3"/>
                  <a:pt x="132" y="0"/>
                  <a:pt x="126" y="4"/>
                </a:cubicBezTo>
                <a:cubicBezTo>
                  <a:pt x="122" y="6"/>
                  <a:pt x="119" y="11"/>
                  <a:pt x="119" y="18"/>
                </a:cubicBezTo>
                <a:cubicBezTo>
                  <a:pt x="117" y="34"/>
                  <a:pt x="103" y="48"/>
                  <a:pt x="97" y="53"/>
                </a:cubicBezTo>
                <a:cubicBezTo>
                  <a:pt x="96" y="54"/>
                  <a:pt x="95" y="54"/>
                  <a:pt x="94" y="55"/>
                </a:cubicBezTo>
                <a:cubicBezTo>
                  <a:pt x="90" y="59"/>
                  <a:pt x="85" y="69"/>
                  <a:pt x="82" y="76"/>
                </a:cubicBezTo>
                <a:cubicBezTo>
                  <a:pt x="79" y="81"/>
                  <a:pt x="73" y="89"/>
                  <a:pt x="70" y="92"/>
                </a:cubicBezTo>
                <a:cubicBezTo>
                  <a:pt x="67" y="92"/>
                  <a:pt x="63" y="92"/>
                  <a:pt x="60" y="92"/>
                </a:cubicBezTo>
                <a:cubicBezTo>
                  <a:pt x="59" y="88"/>
                  <a:pt x="55" y="84"/>
                  <a:pt x="51" y="84"/>
                </a:cubicBezTo>
                <a:cubicBezTo>
                  <a:pt x="9" y="84"/>
                  <a:pt x="9" y="84"/>
                  <a:pt x="9" y="84"/>
                </a:cubicBezTo>
                <a:cubicBezTo>
                  <a:pt x="4" y="84"/>
                  <a:pt x="0" y="88"/>
                  <a:pt x="0" y="93"/>
                </a:cubicBezTo>
                <a:cubicBezTo>
                  <a:pt x="0" y="175"/>
                  <a:pt x="0" y="175"/>
                  <a:pt x="0" y="175"/>
                </a:cubicBezTo>
                <a:cubicBezTo>
                  <a:pt x="0" y="180"/>
                  <a:pt x="4" y="184"/>
                  <a:pt x="9" y="184"/>
                </a:cubicBezTo>
                <a:cubicBezTo>
                  <a:pt x="51" y="184"/>
                  <a:pt x="51" y="184"/>
                  <a:pt x="51" y="184"/>
                </a:cubicBezTo>
                <a:cubicBezTo>
                  <a:pt x="56" y="184"/>
                  <a:pt x="59" y="181"/>
                  <a:pt x="60" y="177"/>
                </a:cubicBezTo>
                <a:cubicBezTo>
                  <a:pt x="62" y="177"/>
                  <a:pt x="63" y="175"/>
                  <a:pt x="64" y="175"/>
                </a:cubicBezTo>
                <a:cubicBezTo>
                  <a:pt x="65" y="177"/>
                  <a:pt x="67" y="181"/>
                  <a:pt x="73" y="184"/>
                </a:cubicBezTo>
                <a:cubicBezTo>
                  <a:pt x="74" y="184"/>
                  <a:pt x="74" y="184"/>
                  <a:pt x="74" y="184"/>
                </a:cubicBezTo>
                <a:cubicBezTo>
                  <a:pt x="75" y="184"/>
                  <a:pt x="75" y="184"/>
                  <a:pt x="75" y="184"/>
                </a:cubicBezTo>
                <a:cubicBezTo>
                  <a:pt x="75" y="184"/>
                  <a:pt x="103" y="184"/>
                  <a:pt x="129" y="184"/>
                </a:cubicBezTo>
                <a:cubicBezTo>
                  <a:pt x="142" y="184"/>
                  <a:pt x="153" y="184"/>
                  <a:pt x="157" y="184"/>
                </a:cubicBezTo>
                <a:cubicBezTo>
                  <a:pt x="165" y="184"/>
                  <a:pt x="170" y="180"/>
                  <a:pt x="172" y="177"/>
                </a:cubicBezTo>
                <a:cubicBezTo>
                  <a:pt x="176" y="172"/>
                  <a:pt x="176" y="165"/>
                  <a:pt x="175" y="161"/>
                </a:cubicBezTo>
                <a:cubicBezTo>
                  <a:pt x="181" y="156"/>
                  <a:pt x="181" y="147"/>
                  <a:pt x="181" y="143"/>
                </a:cubicBezTo>
                <a:cubicBezTo>
                  <a:pt x="182" y="140"/>
                  <a:pt x="181" y="138"/>
                  <a:pt x="180" y="135"/>
                </a:cubicBezTo>
                <a:cubicBezTo>
                  <a:pt x="183" y="133"/>
                  <a:pt x="186" y="127"/>
                  <a:pt x="186" y="120"/>
                </a:cubicBezTo>
                <a:cubicBezTo>
                  <a:pt x="187" y="115"/>
                  <a:pt x="185" y="110"/>
                  <a:pt x="183" y="108"/>
                </a:cubicBezTo>
                <a:close/>
                <a:moveTo>
                  <a:pt x="52" y="175"/>
                </a:moveTo>
                <a:cubicBezTo>
                  <a:pt x="52" y="176"/>
                  <a:pt x="52" y="176"/>
                  <a:pt x="51" y="176"/>
                </a:cubicBezTo>
                <a:cubicBezTo>
                  <a:pt x="9" y="176"/>
                  <a:pt x="9" y="176"/>
                  <a:pt x="9" y="176"/>
                </a:cubicBezTo>
                <a:cubicBezTo>
                  <a:pt x="9" y="176"/>
                  <a:pt x="8" y="176"/>
                  <a:pt x="8" y="175"/>
                </a:cubicBezTo>
                <a:cubicBezTo>
                  <a:pt x="8" y="93"/>
                  <a:pt x="8" y="93"/>
                  <a:pt x="8" y="93"/>
                </a:cubicBezTo>
                <a:cubicBezTo>
                  <a:pt x="8" y="93"/>
                  <a:pt x="9" y="92"/>
                  <a:pt x="9" y="92"/>
                </a:cubicBezTo>
                <a:cubicBezTo>
                  <a:pt x="51" y="92"/>
                  <a:pt x="51" y="92"/>
                  <a:pt x="51" y="92"/>
                </a:cubicBezTo>
                <a:cubicBezTo>
                  <a:pt x="52" y="92"/>
                  <a:pt x="52" y="93"/>
                  <a:pt x="52" y="93"/>
                </a:cubicBezTo>
                <a:lnTo>
                  <a:pt x="52" y="175"/>
                </a:lnTo>
                <a:close/>
                <a:moveTo>
                  <a:pt x="176" y="104"/>
                </a:moveTo>
                <a:cubicBezTo>
                  <a:pt x="172" y="107"/>
                  <a:pt x="172" y="107"/>
                  <a:pt x="172" y="107"/>
                </a:cubicBezTo>
                <a:cubicBezTo>
                  <a:pt x="175" y="110"/>
                  <a:pt x="175" y="110"/>
                  <a:pt x="175" y="110"/>
                </a:cubicBezTo>
                <a:cubicBezTo>
                  <a:pt x="176" y="111"/>
                  <a:pt x="179" y="114"/>
                  <a:pt x="178" y="120"/>
                </a:cubicBezTo>
                <a:cubicBezTo>
                  <a:pt x="178" y="127"/>
                  <a:pt x="173" y="131"/>
                  <a:pt x="173" y="131"/>
                </a:cubicBezTo>
                <a:cubicBezTo>
                  <a:pt x="167" y="133"/>
                  <a:pt x="167" y="133"/>
                  <a:pt x="167" y="133"/>
                </a:cubicBezTo>
                <a:cubicBezTo>
                  <a:pt x="172" y="137"/>
                  <a:pt x="172" y="137"/>
                  <a:pt x="172" y="137"/>
                </a:cubicBezTo>
                <a:cubicBezTo>
                  <a:pt x="172" y="138"/>
                  <a:pt x="174" y="140"/>
                  <a:pt x="173" y="144"/>
                </a:cubicBezTo>
                <a:cubicBezTo>
                  <a:pt x="173" y="147"/>
                  <a:pt x="172" y="154"/>
                  <a:pt x="168" y="156"/>
                </a:cubicBezTo>
                <a:cubicBezTo>
                  <a:pt x="164" y="158"/>
                  <a:pt x="164" y="158"/>
                  <a:pt x="164" y="158"/>
                </a:cubicBezTo>
                <a:cubicBezTo>
                  <a:pt x="167" y="161"/>
                  <a:pt x="167" y="161"/>
                  <a:pt x="167" y="161"/>
                </a:cubicBezTo>
                <a:cubicBezTo>
                  <a:pt x="168" y="163"/>
                  <a:pt x="168" y="169"/>
                  <a:pt x="165" y="173"/>
                </a:cubicBezTo>
                <a:cubicBezTo>
                  <a:pt x="164" y="175"/>
                  <a:pt x="161" y="176"/>
                  <a:pt x="157" y="176"/>
                </a:cubicBezTo>
                <a:cubicBezTo>
                  <a:pt x="144" y="176"/>
                  <a:pt x="84" y="176"/>
                  <a:pt x="76" y="176"/>
                </a:cubicBezTo>
                <a:cubicBezTo>
                  <a:pt x="73" y="175"/>
                  <a:pt x="71" y="174"/>
                  <a:pt x="70" y="173"/>
                </a:cubicBezTo>
                <a:cubicBezTo>
                  <a:pt x="69" y="172"/>
                  <a:pt x="67" y="167"/>
                  <a:pt x="60" y="167"/>
                </a:cubicBezTo>
                <a:cubicBezTo>
                  <a:pt x="60" y="100"/>
                  <a:pt x="60" y="100"/>
                  <a:pt x="60" y="100"/>
                </a:cubicBezTo>
                <a:cubicBezTo>
                  <a:pt x="64" y="100"/>
                  <a:pt x="71" y="100"/>
                  <a:pt x="71" y="100"/>
                </a:cubicBezTo>
                <a:cubicBezTo>
                  <a:pt x="72" y="100"/>
                  <a:pt x="72" y="100"/>
                  <a:pt x="72" y="100"/>
                </a:cubicBezTo>
                <a:cubicBezTo>
                  <a:pt x="74" y="99"/>
                  <a:pt x="74" y="99"/>
                  <a:pt x="74" y="99"/>
                </a:cubicBezTo>
                <a:cubicBezTo>
                  <a:pt x="74" y="99"/>
                  <a:pt x="85" y="88"/>
                  <a:pt x="89" y="80"/>
                </a:cubicBezTo>
                <a:cubicBezTo>
                  <a:pt x="93" y="72"/>
                  <a:pt x="96" y="63"/>
                  <a:pt x="100" y="61"/>
                </a:cubicBezTo>
                <a:cubicBezTo>
                  <a:pt x="100" y="60"/>
                  <a:pt x="101" y="60"/>
                  <a:pt x="101" y="59"/>
                </a:cubicBezTo>
                <a:cubicBezTo>
                  <a:pt x="108" y="54"/>
                  <a:pt x="124" y="38"/>
                  <a:pt x="127" y="19"/>
                </a:cubicBezTo>
                <a:cubicBezTo>
                  <a:pt x="127" y="14"/>
                  <a:pt x="128" y="12"/>
                  <a:pt x="130" y="10"/>
                </a:cubicBezTo>
                <a:cubicBezTo>
                  <a:pt x="132" y="9"/>
                  <a:pt x="134" y="10"/>
                  <a:pt x="135" y="10"/>
                </a:cubicBezTo>
                <a:cubicBezTo>
                  <a:pt x="137" y="12"/>
                  <a:pt x="147" y="22"/>
                  <a:pt x="143" y="35"/>
                </a:cubicBezTo>
                <a:cubicBezTo>
                  <a:pt x="137" y="51"/>
                  <a:pt x="129" y="61"/>
                  <a:pt x="129" y="61"/>
                </a:cubicBezTo>
                <a:cubicBezTo>
                  <a:pt x="127" y="64"/>
                  <a:pt x="124" y="70"/>
                  <a:pt x="128" y="76"/>
                </a:cubicBezTo>
                <a:cubicBezTo>
                  <a:pt x="130" y="79"/>
                  <a:pt x="133" y="79"/>
                  <a:pt x="135" y="79"/>
                </a:cubicBezTo>
                <a:cubicBezTo>
                  <a:pt x="162" y="79"/>
                  <a:pt x="162" y="79"/>
                  <a:pt x="162" y="79"/>
                </a:cubicBezTo>
                <a:cubicBezTo>
                  <a:pt x="163" y="79"/>
                  <a:pt x="180" y="81"/>
                  <a:pt x="180" y="95"/>
                </a:cubicBezTo>
                <a:cubicBezTo>
                  <a:pt x="180" y="101"/>
                  <a:pt x="176" y="104"/>
                  <a:pt x="176" y="104"/>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1" name="Freeform 102"/>
          <p:cNvSpPr>
            <a:spLocks noEditPoints="1"/>
          </p:cNvSpPr>
          <p:nvPr/>
        </p:nvSpPr>
        <p:spPr bwMode="auto">
          <a:xfrm>
            <a:off x="6351424" y="2954327"/>
            <a:ext cx="434760" cy="324809"/>
          </a:xfrm>
          <a:custGeom>
            <a:avLst/>
            <a:gdLst>
              <a:gd name="T0" fmla="*/ 202 w 215"/>
              <a:gd name="T1" fmla="*/ 24 h 161"/>
              <a:gd name="T2" fmla="*/ 54 w 215"/>
              <a:gd name="T3" fmla="*/ 9 h 161"/>
              <a:gd name="T4" fmla="*/ 50 w 215"/>
              <a:gd name="T5" fmla="*/ 4 h 161"/>
              <a:gd name="T6" fmla="*/ 48 w 215"/>
              <a:gd name="T7" fmla="*/ 2 h 161"/>
              <a:gd name="T8" fmla="*/ 46 w 215"/>
              <a:gd name="T9" fmla="*/ 1 h 161"/>
              <a:gd name="T10" fmla="*/ 43 w 215"/>
              <a:gd name="T11" fmla="*/ 1 h 161"/>
              <a:gd name="T12" fmla="*/ 14 w 215"/>
              <a:gd name="T13" fmla="*/ 0 h 161"/>
              <a:gd name="T14" fmla="*/ 14 w 215"/>
              <a:gd name="T15" fmla="*/ 27 h 161"/>
              <a:gd name="T16" fmla="*/ 41 w 215"/>
              <a:gd name="T17" fmla="*/ 44 h 161"/>
              <a:gd name="T18" fmla="*/ 64 w 215"/>
              <a:gd name="T19" fmla="*/ 97 h 161"/>
              <a:gd name="T20" fmla="*/ 68 w 215"/>
              <a:gd name="T21" fmla="*/ 106 h 161"/>
              <a:gd name="T22" fmla="*/ 77 w 215"/>
              <a:gd name="T23" fmla="*/ 115 h 161"/>
              <a:gd name="T24" fmla="*/ 174 w 215"/>
              <a:gd name="T25" fmla="*/ 115 h 161"/>
              <a:gd name="T26" fmla="*/ 183 w 215"/>
              <a:gd name="T27" fmla="*/ 106 h 161"/>
              <a:gd name="T28" fmla="*/ 211 w 215"/>
              <a:gd name="T29" fmla="*/ 28 h 161"/>
              <a:gd name="T30" fmla="*/ 177 w 215"/>
              <a:gd name="T31" fmla="*/ 100 h 161"/>
              <a:gd name="T32" fmla="*/ 176 w 215"/>
              <a:gd name="T33" fmla="*/ 103 h 161"/>
              <a:gd name="T34" fmla="*/ 170 w 215"/>
              <a:gd name="T35" fmla="*/ 107 h 161"/>
              <a:gd name="T36" fmla="*/ 166 w 215"/>
              <a:gd name="T37" fmla="*/ 108 h 161"/>
              <a:gd name="T38" fmla="*/ 81 w 215"/>
              <a:gd name="T39" fmla="*/ 107 h 161"/>
              <a:gd name="T40" fmla="*/ 75 w 215"/>
              <a:gd name="T41" fmla="*/ 99 h 161"/>
              <a:gd name="T42" fmla="*/ 52 w 215"/>
              <a:gd name="T43" fmla="*/ 51 h 161"/>
              <a:gd name="T44" fmla="*/ 38 w 215"/>
              <a:gd name="T45" fmla="*/ 20 h 161"/>
              <a:gd name="T46" fmla="*/ 8 w 215"/>
              <a:gd name="T47" fmla="*/ 14 h 161"/>
              <a:gd name="T48" fmla="*/ 42 w 215"/>
              <a:gd name="T49" fmla="*/ 8 h 161"/>
              <a:gd name="T50" fmla="*/ 44 w 215"/>
              <a:gd name="T51" fmla="*/ 9 h 161"/>
              <a:gd name="T52" fmla="*/ 45 w 215"/>
              <a:gd name="T53" fmla="*/ 10 h 161"/>
              <a:gd name="T54" fmla="*/ 47 w 215"/>
              <a:gd name="T55" fmla="*/ 12 h 161"/>
              <a:gd name="T56" fmla="*/ 202 w 215"/>
              <a:gd name="T57" fmla="*/ 31 h 161"/>
              <a:gd name="T58" fmla="*/ 199 w 215"/>
              <a:gd name="T59" fmla="*/ 51 h 161"/>
              <a:gd name="T60" fmla="*/ 77 w 215"/>
              <a:gd name="T61" fmla="*/ 142 h 161"/>
              <a:gd name="T62" fmla="*/ 115 w 215"/>
              <a:gd name="T63" fmla="*/ 142 h 161"/>
              <a:gd name="T64" fmla="*/ 96 w 215"/>
              <a:gd name="T65" fmla="*/ 154 h 161"/>
              <a:gd name="T66" fmla="*/ 96 w 215"/>
              <a:gd name="T67" fmla="*/ 130 h 161"/>
              <a:gd name="T68" fmla="*/ 96 w 215"/>
              <a:gd name="T69" fmla="*/ 154 h 161"/>
              <a:gd name="T70" fmla="*/ 142 w 215"/>
              <a:gd name="T71" fmla="*/ 142 h 161"/>
              <a:gd name="T72" fmla="*/ 180 w 215"/>
              <a:gd name="T73" fmla="*/ 142 h 161"/>
              <a:gd name="T74" fmla="*/ 161 w 215"/>
              <a:gd name="T75" fmla="*/ 154 h 161"/>
              <a:gd name="T76" fmla="*/ 161 w 215"/>
              <a:gd name="T77" fmla="*/ 130 h 161"/>
              <a:gd name="T78" fmla="*/ 161 w 215"/>
              <a:gd name="T79" fmla="*/ 154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15" h="161">
                <a:moveTo>
                  <a:pt x="211" y="28"/>
                </a:moveTo>
                <a:cubicBezTo>
                  <a:pt x="209" y="26"/>
                  <a:pt x="207" y="24"/>
                  <a:pt x="202" y="24"/>
                </a:cubicBezTo>
                <a:cubicBezTo>
                  <a:pt x="61" y="24"/>
                  <a:pt x="61" y="24"/>
                  <a:pt x="61" y="24"/>
                </a:cubicBezTo>
                <a:cubicBezTo>
                  <a:pt x="54" y="9"/>
                  <a:pt x="54" y="9"/>
                  <a:pt x="54" y="9"/>
                </a:cubicBezTo>
                <a:cubicBezTo>
                  <a:pt x="54" y="8"/>
                  <a:pt x="53" y="7"/>
                  <a:pt x="52" y="6"/>
                </a:cubicBezTo>
                <a:cubicBezTo>
                  <a:pt x="52" y="5"/>
                  <a:pt x="51" y="5"/>
                  <a:pt x="50" y="4"/>
                </a:cubicBezTo>
                <a:cubicBezTo>
                  <a:pt x="50" y="3"/>
                  <a:pt x="49" y="3"/>
                  <a:pt x="49" y="2"/>
                </a:cubicBezTo>
                <a:cubicBezTo>
                  <a:pt x="48" y="2"/>
                  <a:pt x="48" y="2"/>
                  <a:pt x="48" y="2"/>
                </a:cubicBezTo>
                <a:cubicBezTo>
                  <a:pt x="48" y="2"/>
                  <a:pt x="47" y="2"/>
                  <a:pt x="46" y="1"/>
                </a:cubicBezTo>
                <a:cubicBezTo>
                  <a:pt x="46" y="1"/>
                  <a:pt x="46" y="1"/>
                  <a:pt x="46" y="1"/>
                </a:cubicBezTo>
                <a:cubicBezTo>
                  <a:pt x="45" y="1"/>
                  <a:pt x="44" y="1"/>
                  <a:pt x="44" y="1"/>
                </a:cubicBezTo>
                <a:cubicBezTo>
                  <a:pt x="43" y="1"/>
                  <a:pt x="43" y="1"/>
                  <a:pt x="43" y="1"/>
                </a:cubicBezTo>
                <a:cubicBezTo>
                  <a:pt x="42" y="0"/>
                  <a:pt x="42" y="0"/>
                  <a:pt x="42" y="0"/>
                </a:cubicBezTo>
                <a:cubicBezTo>
                  <a:pt x="14" y="0"/>
                  <a:pt x="14" y="0"/>
                  <a:pt x="14" y="0"/>
                </a:cubicBezTo>
                <a:cubicBezTo>
                  <a:pt x="6" y="0"/>
                  <a:pt x="0" y="6"/>
                  <a:pt x="0" y="14"/>
                </a:cubicBezTo>
                <a:cubicBezTo>
                  <a:pt x="0" y="21"/>
                  <a:pt x="6" y="27"/>
                  <a:pt x="14" y="27"/>
                </a:cubicBezTo>
                <a:cubicBezTo>
                  <a:pt x="33" y="27"/>
                  <a:pt x="33" y="27"/>
                  <a:pt x="33" y="27"/>
                </a:cubicBezTo>
                <a:cubicBezTo>
                  <a:pt x="41" y="44"/>
                  <a:pt x="41" y="44"/>
                  <a:pt x="41" y="44"/>
                </a:cubicBezTo>
                <a:cubicBezTo>
                  <a:pt x="42" y="49"/>
                  <a:pt x="45" y="54"/>
                  <a:pt x="45" y="54"/>
                </a:cubicBezTo>
                <a:cubicBezTo>
                  <a:pt x="64" y="97"/>
                  <a:pt x="64" y="97"/>
                  <a:pt x="64" y="97"/>
                </a:cubicBezTo>
                <a:cubicBezTo>
                  <a:pt x="64" y="97"/>
                  <a:pt x="64" y="98"/>
                  <a:pt x="65" y="98"/>
                </a:cubicBezTo>
                <a:cubicBezTo>
                  <a:pt x="68" y="106"/>
                  <a:pt x="68" y="106"/>
                  <a:pt x="68" y="106"/>
                </a:cubicBezTo>
                <a:cubicBezTo>
                  <a:pt x="70" y="110"/>
                  <a:pt x="73" y="113"/>
                  <a:pt x="78" y="115"/>
                </a:cubicBezTo>
                <a:cubicBezTo>
                  <a:pt x="77" y="115"/>
                  <a:pt x="77" y="115"/>
                  <a:pt x="77" y="115"/>
                </a:cubicBezTo>
                <a:cubicBezTo>
                  <a:pt x="170" y="115"/>
                  <a:pt x="170" y="115"/>
                  <a:pt x="170" y="115"/>
                </a:cubicBezTo>
                <a:cubicBezTo>
                  <a:pt x="174" y="115"/>
                  <a:pt x="174" y="115"/>
                  <a:pt x="174" y="115"/>
                </a:cubicBezTo>
                <a:cubicBezTo>
                  <a:pt x="174" y="115"/>
                  <a:pt x="174" y="115"/>
                  <a:pt x="174" y="115"/>
                </a:cubicBezTo>
                <a:cubicBezTo>
                  <a:pt x="178" y="113"/>
                  <a:pt x="182" y="110"/>
                  <a:pt x="183" y="106"/>
                </a:cubicBezTo>
                <a:cubicBezTo>
                  <a:pt x="206" y="54"/>
                  <a:pt x="206" y="54"/>
                  <a:pt x="206" y="54"/>
                </a:cubicBezTo>
                <a:cubicBezTo>
                  <a:pt x="208" y="51"/>
                  <a:pt x="215" y="36"/>
                  <a:pt x="211" y="28"/>
                </a:cubicBezTo>
                <a:close/>
                <a:moveTo>
                  <a:pt x="199" y="51"/>
                </a:moveTo>
                <a:cubicBezTo>
                  <a:pt x="177" y="100"/>
                  <a:pt x="177" y="100"/>
                  <a:pt x="177" y="100"/>
                </a:cubicBezTo>
                <a:cubicBezTo>
                  <a:pt x="177" y="99"/>
                  <a:pt x="177" y="99"/>
                  <a:pt x="177" y="99"/>
                </a:cubicBezTo>
                <a:cubicBezTo>
                  <a:pt x="176" y="103"/>
                  <a:pt x="176" y="103"/>
                  <a:pt x="176" y="103"/>
                </a:cubicBezTo>
                <a:cubicBezTo>
                  <a:pt x="175" y="106"/>
                  <a:pt x="173" y="107"/>
                  <a:pt x="170" y="107"/>
                </a:cubicBezTo>
                <a:cubicBezTo>
                  <a:pt x="170" y="107"/>
                  <a:pt x="170" y="107"/>
                  <a:pt x="170" y="107"/>
                </a:cubicBezTo>
                <a:cubicBezTo>
                  <a:pt x="166" y="107"/>
                  <a:pt x="166" y="107"/>
                  <a:pt x="166" y="107"/>
                </a:cubicBezTo>
                <a:cubicBezTo>
                  <a:pt x="166" y="108"/>
                  <a:pt x="166" y="108"/>
                  <a:pt x="166" y="108"/>
                </a:cubicBezTo>
                <a:cubicBezTo>
                  <a:pt x="85" y="108"/>
                  <a:pt x="85" y="108"/>
                  <a:pt x="85" y="108"/>
                </a:cubicBezTo>
                <a:cubicBezTo>
                  <a:pt x="81" y="107"/>
                  <a:pt x="81" y="107"/>
                  <a:pt x="81" y="107"/>
                </a:cubicBezTo>
                <a:cubicBezTo>
                  <a:pt x="79" y="107"/>
                  <a:pt x="76" y="106"/>
                  <a:pt x="76" y="103"/>
                </a:cubicBezTo>
                <a:cubicBezTo>
                  <a:pt x="75" y="99"/>
                  <a:pt x="75" y="99"/>
                  <a:pt x="75" y="99"/>
                </a:cubicBezTo>
                <a:cubicBezTo>
                  <a:pt x="74" y="100"/>
                  <a:pt x="74" y="100"/>
                  <a:pt x="74" y="100"/>
                </a:cubicBezTo>
                <a:cubicBezTo>
                  <a:pt x="52" y="51"/>
                  <a:pt x="52" y="51"/>
                  <a:pt x="52" y="51"/>
                </a:cubicBezTo>
                <a:cubicBezTo>
                  <a:pt x="52" y="51"/>
                  <a:pt x="49" y="46"/>
                  <a:pt x="48" y="41"/>
                </a:cubicBezTo>
                <a:cubicBezTo>
                  <a:pt x="38" y="20"/>
                  <a:pt x="38" y="20"/>
                  <a:pt x="38" y="20"/>
                </a:cubicBezTo>
                <a:cubicBezTo>
                  <a:pt x="14" y="20"/>
                  <a:pt x="14" y="20"/>
                  <a:pt x="14" y="20"/>
                </a:cubicBezTo>
                <a:cubicBezTo>
                  <a:pt x="11" y="20"/>
                  <a:pt x="8" y="17"/>
                  <a:pt x="8" y="14"/>
                </a:cubicBezTo>
                <a:cubicBezTo>
                  <a:pt x="8" y="11"/>
                  <a:pt x="11" y="8"/>
                  <a:pt x="14" y="8"/>
                </a:cubicBezTo>
                <a:cubicBezTo>
                  <a:pt x="42" y="8"/>
                  <a:pt x="42" y="8"/>
                  <a:pt x="42" y="8"/>
                </a:cubicBezTo>
                <a:cubicBezTo>
                  <a:pt x="43" y="8"/>
                  <a:pt x="43" y="8"/>
                  <a:pt x="43" y="8"/>
                </a:cubicBezTo>
                <a:cubicBezTo>
                  <a:pt x="43" y="8"/>
                  <a:pt x="43" y="8"/>
                  <a:pt x="44" y="9"/>
                </a:cubicBezTo>
                <a:cubicBezTo>
                  <a:pt x="44" y="9"/>
                  <a:pt x="44" y="9"/>
                  <a:pt x="45" y="9"/>
                </a:cubicBezTo>
                <a:cubicBezTo>
                  <a:pt x="45" y="9"/>
                  <a:pt x="45" y="9"/>
                  <a:pt x="45" y="10"/>
                </a:cubicBezTo>
                <a:cubicBezTo>
                  <a:pt x="46" y="10"/>
                  <a:pt x="46" y="10"/>
                  <a:pt x="46" y="10"/>
                </a:cubicBezTo>
                <a:cubicBezTo>
                  <a:pt x="47" y="11"/>
                  <a:pt x="47" y="11"/>
                  <a:pt x="47" y="12"/>
                </a:cubicBezTo>
                <a:cubicBezTo>
                  <a:pt x="56" y="31"/>
                  <a:pt x="56" y="31"/>
                  <a:pt x="56" y="31"/>
                </a:cubicBezTo>
                <a:cubicBezTo>
                  <a:pt x="202" y="31"/>
                  <a:pt x="202" y="31"/>
                  <a:pt x="202" y="31"/>
                </a:cubicBezTo>
                <a:cubicBezTo>
                  <a:pt x="204" y="31"/>
                  <a:pt x="204" y="32"/>
                  <a:pt x="204" y="32"/>
                </a:cubicBezTo>
                <a:cubicBezTo>
                  <a:pt x="206" y="35"/>
                  <a:pt x="203" y="44"/>
                  <a:pt x="199" y="51"/>
                </a:cubicBezTo>
                <a:close/>
                <a:moveTo>
                  <a:pt x="96" y="123"/>
                </a:moveTo>
                <a:cubicBezTo>
                  <a:pt x="86" y="123"/>
                  <a:pt x="77" y="131"/>
                  <a:pt x="77" y="142"/>
                </a:cubicBezTo>
                <a:cubicBezTo>
                  <a:pt x="77" y="152"/>
                  <a:pt x="86" y="161"/>
                  <a:pt x="96" y="161"/>
                </a:cubicBezTo>
                <a:cubicBezTo>
                  <a:pt x="106" y="161"/>
                  <a:pt x="115" y="152"/>
                  <a:pt x="115" y="142"/>
                </a:cubicBezTo>
                <a:cubicBezTo>
                  <a:pt x="115" y="131"/>
                  <a:pt x="106" y="123"/>
                  <a:pt x="96" y="123"/>
                </a:cubicBezTo>
                <a:close/>
                <a:moveTo>
                  <a:pt x="96" y="154"/>
                </a:moveTo>
                <a:cubicBezTo>
                  <a:pt x="89" y="154"/>
                  <a:pt x="84" y="148"/>
                  <a:pt x="84" y="142"/>
                </a:cubicBezTo>
                <a:cubicBezTo>
                  <a:pt x="84" y="135"/>
                  <a:pt x="89" y="130"/>
                  <a:pt x="96" y="130"/>
                </a:cubicBezTo>
                <a:cubicBezTo>
                  <a:pt x="103" y="130"/>
                  <a:pt x="108" y="135"/>
                  <a:pt x="108" y="142"/>
                </a:cubicBezTo>
                <a:cubicBezTo>
                  <a:pt x="108" y="148"/>
                  <a:pt x="103" y="154"/>
                  <a:pt x="96" y="154"/>
                </a:cubicBezTo>
                <a:close/>
                <a:moveTo>
                  <a:pt x="161" y="123"/>
                </a:moveTo>
                <a:cubicBezTo>
                  <a:pt x="151" y="123"/>
                  <a:pt x="142" y="131"/>
                  <a:pt x="142" y="142"/>
                </a:cubicBezTo>
                <a:cubicBezTo>
                  <a:pt x="142" y="152"/>
                  <a:pt x="151" y="161"/>
                  <a:pt x="161" y="161"/>
                </a:cubicBezTo>
                <a:cubicBezTo>
                  <a:pt x="172" y="161"/>
                  <a:pt x="180" y="152"/>
                  <a:pt x="180" y="142"/>
                </a:cubicBezTo>
                <a:cubicBezTo>
                  <a:pt x="180" y="131"/>
                  <a:pt x="172" y="123"/>
                  <a:pt x="161" y="123"/>
                </a:cubicBezTo>
                <a:close/>
                <a:moveTo>
                  <a:pt x="161" y="154"/>
                </a:moveTo>
                <a:cubicBezTo>
                  <a:pt x="155" y="154"/>
                  <a:pt x="149" y="148"/>
                  <a:pt x="149" y="142"/>
                </a:cubicBezTo>
                <a:cubicBezTo>
                  <a:pt x="149" y="135"/>
                  <a:pt x="155" y="130"/>
                  <a:pt x="161" y="130"/>
                </a:cubicBezTo>
                <a:cubicBezTo>
                  <a:pt x="168" y="130"/>
                  <a:pt x="173" y="135"/>
                  <a:pt x="173" y="142"/>
                </a:cubicBezTo>
                <a:cubicBezTo>
                  <a:pt x="173" y="148"/>
                  <a:pt x="168" y="154"/>
                  <a:pt x="161" y="154"/>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752" name="组合 751"/>
          <p:cNvGrpSpPr/>
          <p:nvPr/>
        </p:nvGrpSpPr>
        <p:grpSpPr>
          <a:xfrm>
            <a:off x="6880615" y="3903549"/>
            <a:ext cx="338931" cy="358096"/>
            <a:chOff x="330200" y="2779713"/>
            <a:chExt cx="533400" cy="563562"/>
          </a:xfrm>
          <a:solidFill>
            <a:srgbClr val="707E84"/>
          </a:solidFill>
        </p:grpSpPr>
        <p:sp>
          <p:nvSpPr>
            <p:cNvPr id="753" name="Freeform 105"/>
            <p:cNvSpPr>
              <a:spLocks noEditPoints="1"/>
            </p:cNvSpPr>
            <p:nvPr/>
          </p:nvSpPr>
          <p:spPr bwMode="auto">
            <a:xfrm>
              <a:off x="349250" y="2779713"/>
              <a:ext cx="514350" cy="212725"/>
            </a:xfrm>
            <a:custGeom>
              <a:avLst/>
              <a:gdLst>
                <a:gd name="T0" fmla="*/ 162 w 162"/>
                <a:gd name="T1" fmla="*/ 67 h 67"/>
                <a:gd name="T2" fmla="*/ 95 w 162"/>
                <a:gd name="T3" fmla="*/ 67 h 67"/>
                <a:gd name="T4" fmla="*/ 119 w 162"/>
                <a:gd name="T5" fmla="*/ 43 h 67"/>
                <a:gd name="T6" fmla="*/ 79 w 162"/>
                <a:gd name="T7" fmla="*/ 27 h 67"/>
                <a:gd name="T8" fmla="*/ 24 w 162"/>
                <a:gd name="T9" fmla="*/ 65 h 67"/>
                <a:gd name="T10" fmla="*/ 23 w 162"/>
                <a:gd name="T11" fmla="*/ 67 h 67"/>
                <a:gd name="T12" fmla="*/ 0 w 162"/>
                <a:gd name="T13" fmla="*/ 58 h 67"/>
                <a:gd name="T14" fmla="*/ 1 w 162"/>
                <a:gd name="T15" fmla="*/ 57 h 67"/>
                <a:gd name="T16" fmla="*/ 79 w 162"/>
                <a:gd name="T17" fmla="*/ 2 h 67"/>
                <a:gd name="T18" fmla="*/ 136 w 162"/>
                <a:gd name="T19" fmla="*/ 25 h 67"/>
                <a:gd name="T20" fmla="*/ 162 w 162"/>
                <a:gd name="T21" fmla="*/ 0 h 67"/>
                <a:gd name="T22" fmla="*/ 162 w 162"/>
                <a:gd name="T23" fmla="*/ 67 h 67"/>
                <a:gd name="T24" fmla="*/ 104 w 162"/>
                <a:gd name="T25" fmla="*/ 63 h 67"/>
                <a:gd name="T26" fmla="*/ 158 w 162"/>
                <a:gd name="T27" fmla="*/ 63 h 67"/>
                <a:gd name="T28" fmla="*/ 158 w 162"/>
                <a:gd name="T29" fmla="*/ 9 h 67"/>
                <a:gd name="T30" fmla="*/ 137 w 162"/>
                <a:gd name="T31" fmla="*/ 31 h 67"/>
                <a:gd name="T32" fmla="*/ 135 w 162"/>
                <a:gd name="T33" fmla="*/ 30 h 67"/>
                <a:gd name="T34" fmla="*/ 79 w 162"/>
                <a:gd name="T35" fmla="*/ 6 h 67"/>
                <a:gd name="T36" fmla="*/ 5 w 162"/>
                <a:gd name="T37" fmla="*/ 56 h 67"/>
                <a:gd name="T38" fmla="*/ 21 w 162"/>
                <a:gd name="T39" fmla="*/ 62 h 67"/>
                <a:gd name="T40" fmla="*/ 79 w 162"/>
                <a:gd name="T41" fmla="*/ 23 h 67"/>
                <a:gd name="T42" fmla="*/ 124 w 162"/>
                <a:gd name="T43" fmla="*/ 41 h 67"/>
                <a:gd name="T44" fmla="*/ 125 w 162"/>
                <a:gd name="T45" fmla="*/ 43 h 67"/>
                <a:gd name="T46" fmla="*/ 104 w 162"/>
                <a:gd name="T47" fmla="*/ 63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62" h="67">
                  <a:moveTo>
                    <a:pt x="162" y="67"/>
                  </a:moveTo>
                  <a:cubicBezTo>
                    <a:pt x="95" y="67"/>
                    <a:pt x="95" y="67"/>
                    <a:pt x="95" y="67"/>
                  </a:cubicBezTo>
                  <a:cubicBezTo>
                    <a:pt x="119" y="43"/>
                    <a:pt x="119" y="43"/>
                    <a:pt x="119" y="43"/>
                  </a:cubicBezTo>
                  <a:cubicBezTo>
                    <a:pt x="108" y="32"/>
                    <a:pt x="94" y="27"/>
                    <a:pt x="79" y="27"/>
                  </a:cubicBezTo>
                  <a:cubicBezTo>
                    <a:pt x="55" y="27"/>
                    <a:pt x="32" y="42"/>
                    <a:pt x="24" y="65"/>
                  </a:cubicBezTo>
                  <a:cubicBezTo>
                    <a:pt x="23" y="67"/>
                    <a:pt x="23" y="67"/>
                    <a:pt x="23" y="67"/>
                  </a:cubicBezTo>
                  <a:cubicBezTo>
                    <a:pt x="0" y="58"/>
                    <a:pt x="0" y="58"/>
                    <a:pt x="0" y="58"/>
                  </a:cubicBezTo>
                  <a:cubicBezTo>
                    <a:pt x="1" y="57"/>
                    <a:pt x="1" y="57"/>
                    <a:pt x="1" y="57"/>
                  </a:cubicBezTo>
                  <a:cubicBezTo>
                    <a:pt x="13" y="24"/>
                    <a:pt x="44" y="2"/>
                    <a:pt x="79" y="2"/>
                  </a:cubicBezTo>
                  <a:cubicBezTo>
                    <a:pt x="101" y="2"/>
                    <a:pt x="121" y="11"/>
                    <a:pt x="136" y="25"/>
                  </a:cubicBezTo>
                  <a:cubicBezTo>
                    <a:pt x="162" y="0"/>
                    <a:pt x="162" y="0"/>
                    <a:pt x="162" y="0"/>
                  </a:cubicBezTo>
                  <a:lnTo>
                    <a:pt x="162" y="67"/>
                  </a:lnTo>
                  <a:close/>
                  <a:moveTo>
                    <a:pt x="104" y="63"/>
                  </a:moveTo>
                  <a:cubicBezTo>
                    <a:pt x="158" y="63"/>
                    <a:pt x="158" y="63"/>
                    <a:pt x="158" y="63"/>
                  </a:cubicBezTo>
                  <a:cubicBezTo>
                    <a:pt x="158" y="9"/>
                    <a:pt x="158" y="9"/>
                    <a:pt x="158" y="9"/>
                  </a:cubicBezTo>
                  <a:cubicBezTo>
                    <a:pt x="137" y="31"/>
                    <a:pt x="137" y="31"/>
                    <a:pt x="137" y="31"/>
                  </a:cubicBezTo>
                  <a:cubicBezTo>
                    <a:pt x="135" y="30"/>
                    <a:pt x="135" y="30"/>
                    <a:pt x="135" y="30"/>
                  </a:cubicBezTo>
                  <a:cubicBezTo>
                    <a:pt x="120" y="15"/>
                    <a:pt x="100" y="6"/>
                    <a:pt x="79" y="6"/>
                  </a:cubicBezTo>
                  <a:cubicBezTo>
                    <a:pt x="47" y="6"/>
                    <a:pt x="17" y="26"/>
                    <a:pt x="5" y="56"/>
                  </a:cubicBezTo>
                  <a:cubicBezTo>
                    <a:pt x="21" y="62"/>
                    <a:pt x="21" y="62"/>
                    <a:pt x="21" y="62"/>
                  </a:cubicBezTo>
                  <a:cubicBezTo>
                    <a:pt x="30" y="38"/>
                    <a:pt x="54" y="23"/>
                    <a:pt x="79" y="23"/>
                  </a:cubicBezTo>
                  <a:cubicBezTo>
                    <a:pt x="96" y="23"/>
                    <a:pt x="112" y="29"/>
                    <a:pt x="124" y="41"/>
                  </a:cubicBezTo>
                  <a:cubicBezTo>
                    <a:pt x="125" y="43"/>
                    <a:pt x="125" y="43"/>
                    <a:pt x="125" y="43"/>
                  </a:cubicBezTo>
                  <a:lnTo>
                    <a:pt x="104" y="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4" name="Freeform 106"/>
            <p:cNvSpPr>
              <a:spLocks noEditPoints="1"/>
            </p:cNvSpPr>
            <p:nvPr/>
          </p:nvSpPr>
          <p:spPr bwMode="auto">
            <a:xfrm>
              <a:off x="330200" y="3105150"/>
              <a:ext cx="527050" cy="238125"/>
            </a:xfrm>
            <a:custGeom>
              <a:avLst/>
              <a:gdLst>
                <a:gd name="T0" fmla="*/ 0 w 166"/>
                <a:gd name="T1" fmla="*/ 75 h 75"/>
                <a:gd name="T2" fmla="*/ 0 w 166"/>
                <a:gd name="T3" fmla="*/ 0 h 75"/>
                <a:gd name="T4" fmla="*/ 74 w 166"/>
                <a:gd name="T5" fmla="*/ 0 h 75"/>
                <a:gd name="T6" fmla="*/ 48 w 166"/>
                <a:gd name="T7" fmla="*/ 27 h 75"/>
                <a:gd name="T8" fmla="*/ 85 w 166"/>
                <a:gd name="T9" fmla="*/ 41 h 75"/>
                <a:gd name="T10" fmla="*/ 138 w 166"/>
                <a:gd name="T11" fmla="*/ 4 h 75"/>
                <a:gd name="T12" fmla="*/ 140 w 166"/>
                <a:gd name="T13" fmla="*/ 0 h 75"/>
                <a:gd name="T14" fmla="*/ 166 w 166"/>
                <a:gd name="T15" fmla="*/ 10 h 75"/>
                <a:gd name="T16" fmla="*/ 165 w 166"/>
                <a:gd name="T17" fmla="*/ 14 h 75"/>
                <a:gd name="T18" fmla="*/ 85 w 166"/>
                <a:gd name="T19" fmla="*/ 69 h 75"/>
                <a:gd name="T20" fmla="*/ 28 w 166"/>
                <a:gd name="T21" fmla="*/ 47 h 75"/>
                <a:gd name="T22" fmla="*/ 0 w 166"/>
                <a:gd name="T23" fmla="*/ 75 h 75"/>
                <a:gd name="T24" fmla="*/ 27 w 166"/>
                <a:gd name="T25" fmla="*/ 36 h 75"/>
                <a:gd name="T26" fmla="*/ 30 w 166"/>
                <a:gd name="T27" fmla="*/ 38 h 75"/>
                <a:gd name="T28" fmla="*/ 85 w 166"/>
                <a:gd name="T29" fmla="*/ 61 h 75"/>
                <a:gd name="T30" fmla="*/ 156 w 166"/>
                <a:gd name="T31" fmla="*/ 15 h 75"/>
                <a:gd name="T32" fmla="*/ 144 w 166"/>
                <a:gd name="T33" fmla="*/ 10 h 75"/>
                <a:gd name="T34" fmla="*/ 85 w 166"/>
                <a:gd name="T35" fmla="*/ 49 h 75"/>
                <a:gd name="T36" fmla="*/ 39 w 166"/>
                <a:gd name="T37" fmla="*/ 30 h 75"/>
                <a:gd name="T38" fmla="*/ 36 w 166"/>
                <a:gd name="T39" fmla="*/ 27 h 75"/>
                <a:gd name="T40" fmla="*/ 55 w 166"/>
                <a:gd name="T41" fmla="*/ 8 h 75"/>
                <a:gd name="T42" fmla="*/ 8 w 166"/>
                <a:gd name="T43" fmla="*/ 8 h 75"/>
                <a:gd name="T44" fmla="*/ 8 w 166"/>
                <a:gd name="T45" fmla="*/ 55 h 75"/>
                <a:gd name="T46" fmla="*/ 27 w 166"/>
                <a:gd name="T47" fmla="*/ 36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66" h="75">
                  <a:moveTo>
                    <a:pt x="0" y="75"/>
                  </a:moveTo>
                  <a:cubicBezTo>
                    <a:pt x="0" y="0"/>
                    <a:pt x="0" y="0"/>
                    <a:pt x="0" y="0"/>
                  </a:cubicBezTo>
                  <a:cubicBezTo>
                    <a:pt x="74" y="0"/>
                    <a:pt x="74" y="0"/>
                    <a:pt x="74" y="0"/>
                  </a:cubicBezTo>
                  <a:cubicBezTo>
                    <a:pt x="48" y="27"/>
                    <a:pt x="48" y="27"/>
                    <a:pt x="48" y="27"/>
                  </a:cubicBezTo>
                  <a:cubicBezTo>
                    <a:pt x="58" y="36"/>
                    <a:pt x="71" y="41"/>
                    <a:pt x="85" y="41"/>
                  </a:cubicBezTo>
                  <a:cubicBezTo>
                    <a:pt x="109" y="41"/>
                    <a:pt x="130" y="26"/>
                    <a:pt x="138" y="4"/>
                  </a:cubicBezTo>
                  <a:cubicBezTo>
                    <a:pt x="140" y="0"/>
                    <a:pt x="140" y="0"/>
                    <a:pt x="140" y="0"/>
                  </a:cubicBezTo>
                  <a:cubicBezTo>
                    <a:pt x="166" y="10"/>
                    <a:pt x="166" y="10"/>
                    <a:pt x="166" y="10"/>
                  </a:cubicBezTo>
                  <a:cubicBezTo>
                    <a:pt x="165" y="14"/>
                    <a:pt x="165" y="14"/>
                    <a:pt x="165" y="14"/>
                  </a:cubicBezTo>
                  <a:cubicBezTo>
                    <a:pt x="152" y="47"/>
                    <a:pt x="120" y="69"/>
                    <a:pt x="85" y="69"/>
                  </a:cubicBezTo>
                  <a:cubicBezTo>
                    <a:pt x="64" y="69"/>
                    <a:pt x="43" y="61"/>
                    <a:pt x="28" y="47"/>
                  </a:cubicBezTo>
                  <a:lnTo>
                    <a:pt x="0" y="75"/>
                  </a:lnTo>
                  <a:close/>
                  <a:moveTo>
                    <a:pt x="27" y="36"/>
                  </a:moveTo>
                  <a:cubicBezTo>
                    <a:pt x="30" y="38"/>
                    <a:pt x="30" y="38"/>
                    <a:pt x="30" y="38"/>
                  </a:cubicBezTo>
                  <a:cubicBezTo>
                    <a:pt x="45" y="53"/>
                    <a:pt x="64" y="61"/>
                    <a:pt x="85" y="61"/>
                  </a:cubicBezTo>
                  <a:cubicBezTo>
                    <a:pt x="116" y="61"/>
                    <a:pt x="144" y="43"/>
                    <a:pt x="156" y="15"/>
                  </a:cubicBezTo>
                  <a:cubicBezTo>
                    <a:pt x="144" y="10"/>
                    <a:pt x="144" y="10"/>
                    <a:pt x="144" y="10"/>
                  </a:cubicBezTo>
                  <a:cubicBezTo>
                    <a:pt x="134" y="33"/>
                    <a:pt x="111" y="49"/>
                    <a:pt x="85" y="49"/>
                  </a:cubicBezTo>
                  <a:cubicBezTo>
                    <a:pt x="68" y="49"/>
                    <a:pt x="51" y="42"/>
                    <a:pt x="39" y="30"/>
                  </a:cubicBezTo>
                  <a:cubicBezTo>
                    <a:pt x="36" y="27"/>
                    <a:pt x="36" y="27"/>
                    <a:pt x="36" y="27"/>
                  </a:cubicBezTo>
                  <a:cubicBezTo>
                    <a:pt x="55" y="8"/>
                    <a:pt x="55" y="8"/>
                    <a:pt x="55" y="8"/>
                  </a:cubicBezTo>
                  <a:cubicBezTo>
                    <a:pt x="8" y="8"/>
                    <a:pt x="8" y="8"/>
                    <a:pt x="8" y="8"/>
                  </a:cubicBezTo>
                  <a:cubicBezTo>
                    <a:pt x="8" y="55"/>
                    <a:pt x="8" y="55"/>
                    <a:pt x="8" y="55"/>
                  </a:cubicBezTo>
                  <a:lnTo>
                    <a:pt x="27"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755" name="组合 754"/>
          <p:cNvGrpSpPr/>
          <p:nvPr/>
        </p:nvGrpSpPr>
        <p:grpSpPr>
          <a:xfrm>
            <a:off x="6396313" y="3922797"/>
            <a:ext cx="344983" cy="364149"/>
            <a:chOff x="1557338" y="2763838"/>
            <a:chExt cx="542925" cy="573088"/>
          </a:xfrm>
          <a:solidFill>
            <a:srgbClr val="707E84"/>
          </a:solidFill>
        </p:grpSpPr>
        <p:sp>
          <p:nvSpPr>
            <p:cNvPr id="756" name="Freeform 109"/>
            <p:cNvSpPr>
              <a:spLocks noEditPoints="1"/>
            </p:cNvSpPr>
            <p:nvPr/>
          </p:nvSpPr>
          <p:spPr bwMode="auto">
            <a:xfrm>
              <a:off x="1557338" y="2763838"/>
              <a:ext cx="542925" cy="573088"/>
            </a:xfrm>
            <a:custGeom>
              <a:avLst/>
              <a:gdLst>
                <a:gd name="T0" fmla="*/ 121 w 171"/>
                <a:gd name="T1" fmla="*/ 180 h 180"/>
                <a:gd name="T2" fmla="*/ 121 w 171"/>
                <a:gd name="T3" fmla="*/ 144 h 180"/>
                <a:gd name="T4" fmla="*/ 74 w 171"/>
                <a:gd name="T5" fmla="*/ 129 h 180"/>
                <a:gd name="T6" fmla="*/ 52 w 171"/>
                <a:gd name="T7" fmla="*/ 96 h 180"/>
                <a:gd name="T8" fmla="*/ 4 w 171"/>
                <a:gd name="T9" fmla="*/ 64 h 180"/>
                <a:gd name="T10" fmla="*/ 0 w 171"/>
                <a:gd name="T11" fmla="*/ 64 h 180"/>
                <a:gd name="T12" fmla="*/ 0 w 171"/>
                <a:gd name="T13" fmla="*/ 36 h 180"/>
                <a:gd name="T14" fmla="*/ 4 w 171"/>
                <a:gd name="T15" fmla="*/ 36 h 180"/>
                <a:gd name="T16" fmla="*/ 54 w 171"/>
                <a:gd name="T17" fmla="*/ 52 h 180"/>
                <a:gd name="T18" fmla="*/ 77 w 171"/>
                <a:gd name="T19" fmla="*/ 84 h 180"/>
                <a:gd name="T20" fmla="*/ 121 w 171"/>
                <a:gd name="T21" fmla="*/ 116 h 180"/>
                <a:gd name="T22" fmla="*/ 121 w 171"/>
                <a:gd name="T23" fmla="*/ 64 h 180"/>
                <a:gd name="T24" fmla="*/ 88 w 171"/>
                <a:gd name="T25" fmla="*/ 78 h 180"/>
                <a:gd name="T26" fmla="*/ 84 w 171"/>
                <a:gd name="T27" fmla="*/ 82 h 180"/>
                <a:gd name="T28" fmla="*/ 81 w 171"/>
                <a:gd name="T29" fmla="*/ 77 h 180"/>
                <a:gd name="T30" fmla="*/ 71 w 171"/>
                <a:gd name="T31" fmla="*/ 59 h 180"/>
                <a:gd name="T32" fmla="*/ 69 w 171"/>
                <a:gd name="T33" fmla="*/ 56 h 180"/>
                <a:gd name="T34" fmla="*/ 71 w 171"/>
                <a:gd name="T35" fmla="*/ 54 h 180"/>
                <a:gd name="T36" fmla="*/ 74 w 171"/>
                <a:gd name="T37" fmla="*/ 52 h 180"/>
                <a:gd name="T38" fmla="*/ 121 w 171"/>
                <a:gd name="T39" fmla="*/ 36 h 180"/>
                <a:gd name="T40" fmla="*/ 121 w 171"/>
                <a:gd name="T41" fmla="*/ 0 h 180"/>
                <a:gd name="T42" fmla="*/ 171 w 171"/>
                <a:gd name="T43" fmla="*/ 50 h 180"/>
                <a:gd name="T44" fmla="*/ 130 w 171"/>
                <a:gd name="T45" fmla="*/ 90 h 180"/>
                <a:gd name="T46" fmla="*/ 171 w 171"/>
                <a:gd name="T47" fmla="*/ 130 h 180"/>
                <a:gd name="T48" fmla="*/ 121 w 171"/>
                <a:gd name="T49" fmla="*/ 180 h 180"/>
                <a:gd name="T50" fmla="*/ 8 w 171"/>
                <a:gd name="T51" fmla="*/ 56 h 180"/>
                <a:gd name="T52" fmla="*/ 59 w 171"/>
                <a:gd name="T53" fmla="*/ 93 h 180"/>
                <a:gd name="T54" fmla="*/ 79 w 171"/>
                <a:gd name="T55" fmla="*/ 122 h 180"/>
                <a:gd name="T56" fmla="*/ 125 w 171"/>
                <a:gd name="T57" fmla="*/ 137 h 180"/>
                <a:gd name="T58" fmla="*/ 129 w 171"/>
                <a:gd name="T59" fmla="*/ 137 h 180"/>
                <a:gd name="T60" fmla="*/ 129 w 171"/>
                <a:gd name="T61" fmla="*/ 161 h 180"/>
                <a:gd name="T62" fmla="*/ 159 w 171"/>
                <a:gd name="T63" fmla="*/ 130 h 180"/>
                <a:gd name="T64" fmla="*/ 129 w 171"/>
                <a:gd name="T65" fmla="*/ 100 h 180"/>
                <a:gd name="T66" fmla="*/ 129 w 171"/>
                <a:gd name="T67" fmla="*/ 124 h 180"/>
                <a:gd name="T68" fmla="*/ 125 w 171"/>
                <a:gd name="T69" fmla="*/ 124 h 180"/>
                <a:gd name="T70" fmla="*/ 70 w 171"/>
                <a:gd name="T71" fmla="*/ 87 h 180"/>
                <a:gd name="T72" fmla="*/ 49 w 171"/>
                <a:gd name="T73" fmla="*/ 58 h 180"/>
                <a:gd name="T74" fmla="*/ 8 w 171"/>
                <a:gd name="T75" fmla="*/ 44 h 180"/>
                <a:gd name="T76" fmla="*/ 8 w 171"/>
                <a:gd name="T77" fmla="*/ 56 h 180"/>
                <a:gd name="T78" fmla="*/ 125 w 171"/>
                <a:gd name="T79" fmla="*/ 56 h 180"/>
                <a:gd name="T80" fmla="*/ 129 w 171"/>
                <a:gd name="T81" fmla="*/ 56 h 180"/>
                <a:gd name="T82" fmla="*/ 129 w 171"/>
                <a:gd name="T83" fmla="*/ 80 h 180"/>
                <a:gd name="T84" fmla="*/ 159 w 171"/>
                <a:gd name="T85" fmla="*/ 50 h 180"/>
                <a:gd name="T86" fmla="*/ 129 w 171"/>
                <a:gd name="T87" fmla="*/ 19 h 180"/>
                <a:gd name="T88" fmla="*/ 129 w 171"/>
                <a:gd name="T89" fmla="*/ 44 h 180"/>
                <a:gd name="T90" fmla="*/ 125 w 171"/>
                <a:gd name="T91" fmla="*/ 44 h 180"/>
                <a:gd name="T92" fmla="*/ 79 w 171"/>
                <a:gd name="T93" fmla="*/ 58 h 180"/>
                <a:gd name="T94" fmla="*/ 86 w 171"/>
                <a:gd name="T95" fmla="*/ 68 h 180"/>
                <a:gd name="T96" fmla="*/ 125 w 171"/>
                <a:gd name="T97" fmla="*/ 56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1" h="180">
                  <a:moveTo>
                    <a:pt x="121" y="180"/>
                  </a:moveTo>
                  <a:cubicBezTo>
                    <a:pt x="121" y="144"/>
                    <a:pt x="121" y="144"/>
                    <a:pt x="121" y="144"/>
                  </a:cubicBezTo>
                  <a:cubicBezTo>
                    <a:pt x="101" y="144"/>
                    <a:pt x="86" y="139"/>
                    <a:pt x="74" y="129"/>
                  </a:cubicBezTo>
                  <a:cubicBezTo>
                    <a:pt x="63" y="119"/>
                    <a:pt x="57" y="108"/>
                    <a:pt x="52" y="96"/>
                  </a:cubicBezTo>
                  <a:cubicBezTo>
                    <a:pt x="42" y="78"/>
                    <a:pt x="35" y="64"/>
                    <a:pt x="4" y="64"/>
                  </a:cubicBezTo>
                  <a:cubicBezTo>
                    <a:pt x="0" y="64"/>
                    <a:pt x="0" y="64"/>
                    <a:pt x="0" y="64"/>
                  </a:cubicBezTo>
                  <a:cubicBezTo>
                    <a:pt x="0" y="36"/>
                    <a:pt x="0" y="36"/>
                    <a:pt x="0" y="36"/>
                  </a:cubicBezTo>
                  <a:cubicBezTo>
                    <a:pt x="4" y="36"/>
                    <a:pt x="4" y="36"/>
                    <a:pt x="4" y="36"/>
                  </a:cubicBezTo>
                  <a:cubicBezTo>
                    <a:pt x="25" y="36"/>
                    <a:pt x="42" y="41"/>
                    <a:pt x="54" y="52"/>
                  </a:cubicBezTo>
                  <a:cubicBezTo>
                    <a:pt x="65" y="61"/>
                    <a:pt x="71" y="73"/>
                    <a:pt x="77" y="84"/>
                  </a:cubicBezTo>
                  <a:cubicBezTo>
                    <a:pt x="86" y="102"/>
                    <a:pt x="92" y="115"/>
                    <a:pt x="121" y="116"/>
                  </a:cubicBezTo>
                  <a:cubicBezTo>
                    <a:pt x="121" y="64"/>
                    <a:pt x="121" y="64"/>
                    <a:pt x="121" y="64"/>
                  </a:cubicBezTo>
                  <a:cubicBezTo>
                    <a:pt x="101" y="65"/>
                    <a:pt x="93" y="71"/>
                    <a:pt x="88" y="78"/>
                  </a:cubicBezTo>
                  <a:cubicBezTo>
                    <a:pt x="84" y="82"/>
                    <a:pt x="84" y="82"/>
                    <a:pt x="84" y="82"/>
                  </a:cubicBezTo>
                  <a:cubicBezTo>
                    <a:pt x="81" y="77"/>
                    <a:pt x="81" y="77"/>
                    <a:pt x="81" y="77"/>
                  </a:cubicBezTo>
                  <a:cubicBezTo>
                    <a:pt x="78" y="71"/>
                    <a:pt x="75" y="65"/>
                    <a:pt x="71" y="59"/>
                  </a:cubicBezTo>
                  <a:cubicBezTo>
                    <a:pt x="69" y="56"/>
                    <a:pt x="69" y="56"/>
                    <a:pt x="69" y="56"/>
                  </a:cubicBezTo>
                  <a:cubicBezTo>
                    <a:pt x="71" y="54"/>
                    <a:pt x="71" y="54"/>
                    <a:pt x="71" y="54"/>
                  </a:cubicBezTo>
                  <a:cubicBezTo>
                    <a:pt x="72" y="53"/>
                    <a:pt x="73" y="52"/>
                    <a:pt x="74" y="52"/>
                  </a:cubicBezTo>
                  <a:cubicBezTo>
                    <a:pt x="86" y="42"/>
                    <a:pt x="101" y="36"/>
                    <a:pt x="121" y="36"/>
                  </a:cubicBezTo>
                  <a:cubicBezTo>
                    <a:pt x="121" y="0"/>
                    <a:pt x="121" y="0"/>
                    <a:pt x="121" y="0"/>
                  </a:cubicBezTo>
                  <a:cubicBezTo>
                    <a:pt x="171" y="50"/>
                    <a:pt x="171" y="50"/>
                    <a:pt x="171" y="50"/>
                  </a:cubicBezTo>
                  <a:cubicBezTo>
                    <a:pt x="130" y="90"/>
                    <a:pt x="130" y="90"/>
                    <a:pt x="130" y="90"/>
                  </a:cubicBezTo>
                  <a:cubicBezTo>
                    <a:pt x="171" y="130"/>
                    <a:pt x="171" y="130"/>
                    <a:pt x="171" y="130"/>
                  </a:cubicBezTo>
                  <a:lnTo>
                    <a:pt x="121" y="180"/>
                  </a:lnTo>
                  <a:close/>
                  <a:moveTo>
                    <a:pt x="8" y="56"/>
                  </a:moveTo>
                  <a:cubicBezTo>
                    <a:pt x="41" y="57"/>
                    <a:pt x="49" y="74"/>
                    <a:pt x="59" y="93"/>
                  </a:cubicBezTo>
                  <a:cubicBezTo>
                    <a:pt x="64" y="103"/>
                    <a:pt x="69" y="114"/>
                    <a:pt x="79" y="122"/>
                  </a:cubicBezTo>
                  <a:cubicBezTo>
                    <a:pt x="90" y="132"/>
                    <a:pt x="105" y="137"/>
                    <a:pt x="125" y="137"/>
                  </a:cubicBezTo>
                  <a:cubicBezTo>
                    <a:pt x="129" y="137"/>
                    <a:pt x="129" y="137"/>
                    <a:pt x="129" y="137"/>
                  </a:cubicBezTo>
                  <a:cubicBezTo>
                    <a:pt x="129" y="161"/>
                    <a:pt x="129" y="161"/>
                    <a:pt x="129" y="161"/>
                  </a:cubicBezTo>
                  <a:cubicBezTo>
                    <a:pt x="159" y="130"/>
                    <a:pt x="159" y="130"/>
                    <a:pt x="159" y="130"/>
                  </a:cubicBezTo>
                  <a:cubicBezTo>
                    <a:pt x="129" y="100"/>
                    <a:pt x="129" y="100"/>
                    <a:pt x="129" y="100"/>
                  </a:cubicBezTo>
                  <a:cubicBezTo>
                    <a:pt x="129" y="124"/>
                    <a:pt x="129" y="124"/>
                    <a:pt x="129" y="124"/>
                  </a:cubicBezTo>
                  <a:cubicBezTo>
                    <a:pt x="125" y="124"/>
                    <a:pt x="125" y="124"/>
                    <a:pt x="125" y="124"/>
                  </a:cubicBezTo>
                  <a:cubicBezTo>
                    <a:pt x="88" y="124"/>
                    <a:pt x="80" y="107"/>
                    <a:pt x="70" y="87"/>
                  </a:cubicBezTo>
                  <a:cubicBezTo>
                    <a:pt x="64" y="77"/>
                    <a:pt x="59" y="66"/>
                    <a:pt x="49" y="58"/>
                  </a:cubicBezTo>
                  <a:cubicBezTo>
                    <a:pt x="39" y="49"/>
                    <a:pt x="25" y="44"/>
                    <a:pt x="8" y="44"/>
                  </a:cubicBezTo>
                  <a:lnTo>
                    <a:pt x="8" y="56"/>
                  </a:lnTo>
                  <a:close/>
                  <a:moveTo>
                    <a:pt x="125" y="56"/>
                  </a:moveTo>
                  <a:cubicBezTo>
                    <a:pt x="129" y="56"/>
                    <a:pt x="129" y="56"/>
                    <a:pt x="129" y="56"/>
                  </a:cubicBezTo>
                  <a:cubicBezTo>
                    <a:pt x="129" y="80"/>
                    <a:pt x="129" y="80"/>
                    <a:pt x="129" y="80"/>
                  </a:cubicBezTo>
                  <a:cubicBezTo>
                    <a:pt x="159" y="50"/>
                    <a:pt x="159" y="50"/>
                    <a:pt x="159" y="50"/>
                  </a:cubicBezTo>
                  <a:cubicBezTo>
                    <a:pt x="129" y="19"/>
                    <a:pt x="129" y="19"/>
                    <a:pt x="129" y="19"/>
                  </a:cubicBezTo>
                  <a:cubicBezTo>
                    <a:pt x="129" y="44"/>
                    <a:pt x="129" y="44"/>
                    <a:pt x="129" y="44"/>
                  </a:cubicBezTo>
                  <a:cubicBezTo>
                    <a:pt x="125" y="44"/>
                    <a:pt x="125" y="44"/>
                    <a:pt x="125" y="44"/>
                  </a:cubicBezTo>
                  <a:cubicBezTo>
                    <a:pt x="105" y="44"/>
                    <a:pt x="90" y="48"/>
                    <a:pt x="79" y="58"/>
                  </a:cubicBezTo>
                  <a:cubicBezTo>
                    <a:pt x="82" y="61"/>
                    <a:pt x="84" y="65"/>
                    <a:pt x="86" y="68"/>
                  </a:cubicBezTo>
                  <a:cubicBezTo>
                    <a:pt x="95" y="60"/>
                    <a:pt x="107" y="56"/>
                    <a:pt x="125" y="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7" name="Freeform 110"/>
            <p:cNvSpPr>
              <a:spLocks noEditPoints="1"/>
            </p:cNvSpPr>
            <p:nvPr/>
          </p:nvSpPr>
          <p:spPr bwMode="auto">
            <a:xfrm>
              <a:off x="1563688" y="3089275"/>
              <a:ext cx="174625" cy="130175"/>
            </a:xfrm>
            <a:custGeom>
              <a:avLst/>
              <a:gdLst>
                <a:gd name="T0" fmla="*/ 2 w 55"/>
                <a:gd name="T1" fmla="*/ 41 h 41"/>
                <a:gd name="T2" fmla="*/ 0 w 55"/>
                <a:gd name="T3" fmla="*/ 41 h 41"/>
                <a:gd name="T4" fmla="*/ 0 w 55"/>
                <a:gd name="T5" fmla="*/ 16 h 41"/>
                <a:gd name="T6" fmla="*/ 2 w 55"/>
                <a:gd name="T7" fmla="*/ 16 h 41"/>
                <a:gd name="T8" fmla="*/ 40 w 55"/>
                <a:gd name="T9" fmla="*/ 2 h 41"/>
                <a:gd name="T10" fmla="*/ 42 w 55"/>
                <a:gd name="T11" fmla="*/ 0 h 41"/>
                <a:gd name="T12" fmla="*/ 43 w 55"/>
                <a:gd name="T13" fmla="*/ 2 h 41"/>
                <a:gd name="T14" fmla="*/ 54 w 55"/>
                <a:gd name="T15" fmla="*/ 20 h 41"/>
                <a:gd name="T16" fmla="*/ 55 w 55"/>
                <a:gd name="T17" fmla="*/ 22 h 41"/>
                <a:gd name="T18" fmla="*/ 54 w 55"/>
                <a:gd name="T19" fmla="*/ 23 h 41"/>
                <a:gd name="T20" fmla="*/ 51 w 55"/>
                <a:gd name="T21" fmla="*/ 25 h 41"/>
                <a:gd name="T22" fmla="*/ 2 w 55"/>
                <a:gd name="T23" fmla="*/ 41 h 41"/>
                <a:gd name="T24" fmla="*/ 4 w 55"/>
                <a:gd name="T25" fmla="*/ 20 h 41"/>
                <a:gd name="T26" fmla="*/ 4 w 55"/>
                <a:gd name="T27" fmla="*/ 37 h 41"/>
                <a:gd name="T28" fmla="*/ 49 w 55"/>
                <a:gd name="T29" fmla="*/ 22 h 41"/>
                <a:gd name="T30" fmla="*/ 50 w 55"/>
                <a:gd name="T31" fmla="*/ 21 h 41"/>
                <a:gd name="T32" fmla="*/ 41 w 55"/>
                <a:gd name="T33" fmla="*/ 7 h 41"/>
                <a:gd name="T34" fmla="*/ 4 w 55"/>
                <a:gd name="T35" fmla="*/ 2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5" h="41">
                  <a:moveTo>
                    <a:pt x="2" y="41"/>
                  </a:moveTo>
                  <a:cubicBezTo>
                    <a:pt x="0" y="41"/>
                    <a:pt x="0" y="41"/>
                    <a:pt x="0" y="41"/>
                  </a:cubicBezTo>
                  <a:cubicBezTo>
                    <a:pt x="0" y="16"/>
                    <a:pt x="0" y="16"/>
                    <a:pt x="0" y="16"/>
                  </a:cubicBezTo>
                  <a:cubicBezTo>
                    <a:pt x="2" y="16"/>
                    <a:pt x="2" y="16"/>
                    <a:pt x="2" y="16"/>
                  </a:cubicBezTo>
                  <a:cubicBezTo>
                    <a:pt x="20" y="16"/>
                    <a:pt x="32" y="12"/>
                    <a:pt x="40" y="2"/>
                  </a:cubicBezTo>
                  <a:cubicBezTo>
                    <a:pt x="42" y="0"/>
                    <a:pt x="42" y="0"/>
                    <a:pt x="42" y="0"/>
                  </a:cubicBezTo>
                  <a:cubicBezTo>
                    <a:pt x="43" y="2"/>
                    <a:pt x="43" y="2"/>
                    <a:pt x="43" y="2"/>
                  </a:cubicBezTo>
                  <a:cubicBezTo>
                    <a:pt x="46" y="8"/>
                    <a:pt x="50" y="14"/>
                    <a:pt x="54" y="20"/>
                  </a:cubicBezTo>
                  <a:cubicBezTo>
                    <a:pt x="55" y="22"/>
                    <a:pt x="55" y="22"/>
                    <a:pt x="55" y="22"/>
                  </a:cubicBezTo>
                  <a:cubicBezTo>
                    <a:pt x="54" y="23"/>
                    <a:pt x="54" y="23"/>
                    <a:pt x="54" y="23"/>
                  </a:cubicBezTo>
                  <a:cubicBezTo>
                    <a:pt x="53" y="24"/>
                    <a:pt x="52" y="24"/>
                    <a:pt x="51" y="25"/>
                  </a:cubicBezTo>
                  <a:cubicBezTo>
                    <a:pt x="39" y="35"/>
                    <a:pt x="23" y="41"/>
                    <a:pt x="2" y="41"/>
                  </a:cubicBezTo>
                  <a:close/>
                  <a:moveTo>
                    <a:pt x="4" y="20"/>
                  </a:moveTo>
                  <a:cubicBezTo>
                    <a:pt x="4" y="37"/>
                    <a:pt x="4" y="37"/>
                    <a:pt x="4" y="37"/>
                  </a:cubicBezTo>
                  <a:cubicBezTo>
                    <a:pt x="23" y="36"/>
                    <a:pt x="37" y="31"/>
                    <a:pt x="49" y="22"/>
                  </a:cubicBezTo>
                  <a:cubicBezTo>
                    <a:pt x="49" y="22"/>
                    <a:pt x="49" y="21"/>
                    <a:pt x="50" y="21"/>
                  </a:cubicBezTo>
                  <a:cubicBezTo>
                    <a:pt x="46" y="16"/>
                    <a:pt x="44" y="11"/>
                    <a:pt x="41" y="7"/>
                  </a:cubicBezTo>
                  <a:cubicBezTo>
                    <a:pt x="32" y="16"/>
                    <a:pt x="21" y="20"/>
                    <a:pt x="4"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758" name="组合 757"/>
          <p:cNvGrpSpPr/>
          <p:nvPr/>
        </p:nvGrpSpPr>
        <p:grpSpPr>
          <a:xfrm>
            <a:off x="5909514" y="3930086"/>
            <a:ext cx="352044" cy="343974"/>
            <a:chOff x="5208588" y="2779713"/>
            <a:chExt cx="554037" cy="541337"/>
          </a:xfrm>
          <a:solidFill>
            <a:srgbClr val="707E84"/>
          </a:solidFill>
        </p:grpSpPr>
        <p:sp>
          <p:nvSpPr>
            <p:cNvPr id="759" name="Freeform 134"/>
            <p:cNvSpPr>
              <a:spLocks noEditPoints="1"/>
            </p:cNvSpPr>
            <p:nvPr/>
          </p:nvSpPr>
          <p:spPr bwMode="auto">
            <a:xfrm>
              <a:off x="5492750" y="3079750"/>
              <a:ext cx="269875" cy="241300"/>
            </a:xfrm>
            <a:custGeom>
              <a:avLst/>
              <a:gdLst>
                <a:gd name="T0" fmla="*/ 60 w 85"/>
                <a:gd name="T1" fmla="*/ 76 h 76"/>
                <a:gd name="T2" fmla="*/ 60 w 85"/>
                <a:gd name="T3" fmla="*/ 76 h 76"/>
                <a:gd name="T4" fmla="*/ 52 w 85"/>
                <a:gd name="T5" fmla="*/ 73 h 76"/>
                <a:gd name="T6" fmla="*/ 0 w 85"/>
                <a:gd name="T7" fmla="*/ 22 h 76"/>
                <a:gd name="T8" fmla="*/ 13 w 85"/>
                <a:gd name="T9" fmla="*/ 9 h 76"/>
                <a:gd name="T10" fmla="*/ 30 w 85"/>
                <a:gd name="T11" fmla="*/ 1 h 76"/>
                <a:gd name="T12" fmla="*/ 33 w 85"/>
                <a:gd name="T13" fmla="*/ 0 h 76"/>
                <a:gd name="T14" fmla="*/ 79 w 85"/>
                <a:gd name="T15" fmla="*/ 46 h 76"/>
                <a:gd name="T16" fmla="*/ 74 w 85"/>
                <a:gd name="T17" fmla="*/ 69 h 76"/>
                <a:gd name="T18" fmla="*/ 60 w 85"/>
                <a:gd name="T19" fmla="*/ 76 h 76"/>
                <a:gd name="T20" fmla="*/ 58 w 85"/>
                <a:gd name="T21" fmla="*/ 68 h 76"/>
                <a:gd name="T22" fmla="*/ 60 w 85"/>
                <a:gd name="T23" fmla="*/ 68 h 76"/>
                <a:gd name="T24" fmla="*/ 68 w 85"/>
                <a:gd name="T25" fmla="*/ 63 h 76"/>
                <a:gd name="T26" fmla="*/ 73 w 85"/>
                <a:gd name="T27" fmla="*/ 52 h 76"/>
                <a:gd name="T28" fmla="*/ 30 w 85"/>
                <a:gd name="T29" fmla="*/ 9 h 76"/>
                <a:gd name="T30" fmla="*/ 18 w 85"/>
                <a:gd name="T31" fmla="*/ 14 h 76"/>
                <a:gd name="T32" fmla="*/ 11 w 85"/>
                <a:gd name="T33" fmla="*/ 21 h 76"/>
                <a:gd name="T34" fmla="*/ 58 w 85"/>
                <a:gd name="T35" fmla="*/ 68 h 76"/>
                <a:gd name="T36" fmla="*/ 58 w 85"/>
                <a:gd name="T37" fmla="*/ 6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5" h="76">
                  <a:moveTo>
                    <a:pt x="60" y="76"/>
                  </a:moveTo>
                  <a:cubicBezTo>
                    <a:pt x="60" y="76"/>
                    <a:pt x="60" y="76"/>
                    <a:pt x="60" y="76"/>
                  </a:cubicBezTo>
                  <a:cubicBezTo>
                    <a:pt x="55" y="76"/>
                    <a:pt x="52" y="74"/>
                    <a:pt x="52" y="73"/>
                  </a:cubicBezTo>
                  <a:cubicBezTo>
                    <a:pt x="0" y="22"/>
                    <a:pt x="0" y="22"/>
                    <a:pt x="0" y="22"/>
                  </a:cubicBezTo>
                  <a:cubicBezTo>
                    <a:pt x="13" y="9"/>
                    <a:pt x="13" y="9"/>
                    <a:pt x="13" y="9"/>
                  </a:cubicBezTo>
                  <a:cubicBezTo>
                    <a:pt x="14" y="8"/>
                    <a:pt x="17" y="5"/>
                    <a:pt x="30" y="1"/>
                  </a:cubicBezTo>
                  <a:cubicBezTo>
                    <a:pt x="33" y="0"/>
                    <a:pt x="33" y="0"/>
                    <a:pt x="33" y="0"/>
                  </a:cubicBezTo>
                  <a:cubicBezTo>
                    <a:pt x="79" y="46"/>
                    <a:pt x="79" y="46"/>
                    <a:pt x="79" y="46"/>
                  </a:cubicBezTo>
                  <a:cubicBezTo>
                    <a:pt x="82" y="49"/>
                    <a:pt x="85" y="58"/>
                    <a:pt x="74" y="69"/>
                  </a:cubicBezTo>
                  <a:cubicBezTo>
                    <a:pt x="69" y="74"/>
                    <a:pt x="64" y="76"/>
                    <a:pt x="60" y="76"/>
                  </a:cubicBezTo>
                  <a:close/>
                  <a:moveTo>
                    <a:pt x="58" y="68"/>
                  </a:moveTo>
                  <a:cubicBezTo>
                    <a:pt x="58" y="68"/>
                    <a:pt x="58" y="68"/>
                    <a:pt x="60" y="68"/>
                  </a:cubicBezTo>
                  <a:cubicBezTo>
                    <a:pt x="62" y="68"/>
                    <a:pt x="65" y="66"/>
                    <a:pt x="68" y="63"/>
                  </a:cubicBezTo>
                  <a:cubicBezTo>
                    <a:pt x="76" y="56"/>
                    <a:pt x="73" y="52"/>
                    <a:pt x="73" y="52"/>
                  </a:cubicBezTo>
                  <a:cubicBezTo>
                    <a:pt x="30" y="9"/>
                    <a:pt x="30" y="9"/>
                    <a:pt x="30" y="9"/>
                  </a:cubicBezTo>
                  <a:cubicBezTo>
                    <a:pt x="21" y="12"/>
                    <a:pt x="19" y="14"/>
                    <a:pt x="18" y="14"/>
                  </a:cubicBezTo>
                  <a:cubicBezTo>
                    <a:pt x="11" y="21"/>
                    <a:pt x="11" y="21"/>
                    <a:pt x="11" y="21"/>
                  </a:cubicBezTo>
                  <a:cubicBezTo>
                    <a:pt x="58" y="68"/>
                    <a:pt x="58" y="68"/>
                    <a:pt x="58" y="68"/>
                  </a:cubicBezTo>
                  <a:cubicBezTo>
                    <a:pt x="58" y="68"/>
                    <a:pt x="58" y="68"/>
                    <a:pt x="58"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0" name="Freeform 135"/>
            <p:cNvSpPr>
              <a:spLocks noEditPoints="1"/>
            </p:cNvSpPr>
            <p:nvPr/>
          </p:nvSpPr>
          <p:spPr bwMode="auto">
            <a:xfrm>
              <a:off x="5208588" y="2779713"/>
              <a:ext cx="258763" cy="254000"/>
            </a:xfrm>
            <a:custGeom>
              <a:avLst/>
              <a:gdLst>
                <a:gd name="T0" fmla="*/ 65 w 81"/>
                <a:gd name="T1" fmla="*/ 80 h 80"/>
                <a:gd name="T2" fmla="*/ 32 w 81"/>
                <a:gd name="T3" fmla="*/ 47 h 80"/>
                <a:gd name="T4" fmla="*/ 18 w 81"/>
                <a:gd name="T5" fmla="*/ 41 h 80"/>
                <a:gd name="T6" fmla="*/ 0 w 81"/>
                <a:gd name="T7" fmla="*/ 15 h 80"/>
                <a:gd name="T8" fmla="*/ 15 w 81"/>
                <a:gd name="T9" fmla="*/ 0 h 80"/>
                <a:gd name="T10" fmla="*/ 42 w 81"/>
                <a:gd name="T11" fmla="*/ 17 h 80"/>
                <a:gd name="T12" fmla="*/ 48 w 81"/>
                <a:gd name="T13" fmla="*/ 31 h 80"/>
                <a:gd name="T14" fmla="*/ 81 w 81"/>
                <a:gd name="T15" fmla="*/ 64 h 80"/>
                <a:gd name="T16" fmla="*/ 79 w 81"/>
                <a:gd name="T17" fmla="*/ 67 h 80"/>
                <a:gd name="T18" fmla="*/ 74 w 81"/>
                <a:gd name="T19" fmla="*/ 72 h 80"/>
                <a:gd name="T20" fmla="*/ 74 w 81"/>
                <a:gd name="T21" fmla="*/ 73 h 80"/>
                <a:gd name="T22" fmla="*/ 65 w 81"/>
                <a:gd name="T23" fmla="*/ 80 h 80"/>
                <a:gd name="T24" fmla="*/ 23 w 81"/>
                <a:gd name="T25" fmla="*/ 35 h 80"/>
                <a:gd name="T26" fmla="*/ 36 w 81"/>
                <a:gd name="T27" fmla="*/ 41 h 80"/>
                <a:gd name="T28" fmla="*/ 65 w 81"/>
                <a:gd name="T29" fmla="*/ 70 h 80"/>
                <a:gd name="T30" fmla="*/ 69 w 81"/>
                <a:gd name="T31" fmla="*/ 66 h 80"/>
                <a:gd name="T32" fmla="*/ 70 w 81"/>
                <a:gd name="T33" fmla="*/ 65 h 80"/>
                <a:gd name="T34" fmla="*/ 41 w 81"/>
                <a:gd name="T35" fmla="*/ 36 h 80"/>
                <a:gd name="T36" fmla="*/ 35 w 81"/>
                <a:gd name="T37" fmla="*/ 22 h 80"/>
                <a:gd name="T38" fmla="*/ 16 w 81"/>
                <a:gd name="T39" fmla="*/ 10 h 80"/>
                <a:gd name="T40" fmla="*/ 11 w 81"/>
                <a:gd name="T41" fmla="*/ 16 h 80"/>
                <a:gd name="T42" fmla="*/ 23 w 81"/>
                <a:gd name="T43" fmla="*/ 3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1" h="80">
                  <a:moveTo>
                    <a:pt x="65" y="80"/>
                  </a:moveTo>
                  <a:cubicBezTo>
                    <a:pt x="32" y="47"/>
                    <a:pt x="32" y="47"/>
                    <a:pt x="32" y="47"/>
                  </a:cubicBezTo>
                  <a:cubicBezTo>
                    <a:pt x="18" y="41"/>
                    <a:pt x="18" y="41"/>
                    <a:pt x="18" y="41"/>
                  </a:cubicBezTo>
                  <a:cubicBezTo>
                    <a:pt x="0" y="15"/>
                    <a:pt x="0" y="15"/>
                    <a:pt x="0" y="15"/>
                  </a:cubicBezTo>
                  <a:cubicBezTo>
                    <a:pt x="15" y="0"/>
                    <a:pt x="15" y="0"/>
                    <a:pt x="15" y="0"/>
                  </a:cubicBezTo>
                  <a:cubicBezTo>
                    <a:pt x="42" y="17"/>
                    <a:pt x="42" y="17"/>
                    <a:pt x="42" y="17"/>
                  </a:cubicBezTo>
                  <a:cubicBezTo>
                    <a:pt x="48" y="31"/>
                    <a:pt x="48" y="31"/>
                    <a:pt x="48" y="31"/>
                  </a:cubicBezTo>
                  <a:cubicBezTo>
                    <a:pt x="81" y="64"/>
                    <a:pt x="81" y="64"/>
                    <a:pt x="81" y="64"/>
                  </a:cubicBezTo>
                  <a:cubicBezTo>
                    <a:pt x="79" y="67"/>
                    <a:pt x="79" y="67"/>
                    <a:pt x="79" y="67"/>
                  </a:cubicBezTo>
                  <a:cubicBezTo>
                    <a:pt x="77" y="69"/>
                    <a:pt x="76" y="71"/>
                    <a:pt x="74" y="72"/>
                  </a:cubicBezTo>
                  <a:cubicBezTo>
                    <a:pt x="74" y="73"/>
                    <a:pt x="74" y="73"/>
                    <a:pt x="74" y="73"/>
                  </a:cubicBezTo>
                  <a:lnTo>
                    <a:pt x="65" y="80"/>
                  </a:lnTo>
                  <a:close/>
                  <a:moveTo>
                    <a:pt x="23" y="35"/>
                  </a:moveTo>
                  <a:cubicBezTo>
                    <a:pt x="36" y="41"/>
                    <a:pt x="36" y="41"/>
                    <a:pt x="36" y="41"/>
                  </a:cubicBezTo>
                  <a:cubicBezTo>
                    <a:pt x="65" y="70"/>
                    <a:pt x="65" y="70"/>
                    <a:pt x="65" y="70"/>
                  </a:cubicBezTo>
                  <a:cubicBezTo>
                    <a:pt x="69" y="66"/>
                    <a:pt x="69" y="66"/>
                    <a:pt x="69" y="66"/>
                  </a:cubicBezTo>
                  <a:cubicBezTo>
                    <a:pt x="69" y="66"/>
                    <a:pt x="70" y="65"/>
                    <a:pt x="70" y="65"/>
                  </a:cubicBezTo>
                  <a:cubicBezTo>
                    <a:pt x="41" y="36"/>
                    <a:pt x="41" y="36"/>
                    <a:pt x="41" y="36"/>
                  </a:cubicBezTo>
                  <a:cubicBezTo>
                    <a:pt x="35" y="22"/>
                    <a:pt x="35" y="22"/>
                    <a:pt x="35" y="22"/>
                  </a:cubicBezTo>
                  <a:cubicBezTo>
                    <a:pt x="16" y="10"/>
                    <a:pt x="16" y="10"/>
                    <a:pt x="16" y="10"/>
                  </a:cubicBezTo>
                  <a:cubicBezTo>
                    <a:pt x="11" y="16"/>
                    <a:pt x="11" y="16"/>
                    <a:pt x="11" y="16"/>
                  </a:cubicBezTo>
                  <a:lnTo>
                    <a:pt x="23"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1" name="Freeform 136"/>
            <p:cNvSpPr>
              <a:spLocks noEditPoints="1"/>
            </p:cNvSpPr>
            <p:nvPr/>
          </p:nvSpPr>
          <p:spPr bwMode="auto">
            <a:xfrm>
              <a:off x="5218113" y="2814638"/>
              <a:ext cx="506413" cy="477838"/>
            </a:xfrm>
            <a:custGeom>
              <a:avLst/>
              <a:gdLst>
                <a:gd name="T0" fmla="*/ 127 w 159"/>
                <a:gd name="T1" fmla="*/ 4 h 150"/>
                <a:gd name="T2" fmla="*/ 140 w 159"/>
                <a:gd name="T3" fmla="*/ 6 h 150"/>
                <a:gd name="T4" fmla="*/ 123 w 159"/>
                <a:gd name="T5" fmla="*/ 13 h 150"/>
                <a:gd name="T6" fmla="*/ 121 w 159"/>
                <a:gd name="T7" fmla="*/ 14 h 150"/>
                <a:gd name="T8" fmla="*/ 121 w 159"/>
                <a:gd name="T9" fmla="*/ 16 h 150"/>
                <a:gd name="T10" fmla="*/ 120 w 159"/>
                <a:gd name="T11" fmla="*/ 23 h 150"/>
                <a:gd name="T12" fmla="*/ 120 w 159"/>
                <a:gd name="T13" fmla="*/ 24 h 150"/>
                <a:gd name="T14" fmla="*/ 120 w 159"/>
                <a:gd name="T15" fmla="*/ 25 h 150"/>
                <a:gd name="T16" fmla="*/ 126 w 159"/>
                <a:gd name="T17" fmla="*/ 39 h 150"/>
                <a:gd name="T18" fmla="*/ 128 w 159"/>
                <a:gd name="T19" fmla="*/ 43 h 150"/>
                <a:gd name="T20" fmla="*/ 131 w 159"/>
                <a:gd name="T21" fmla="*/ 41 h 150"/>
                <a:gd name="T22" fmla="*/ 152 w 159"/>
                <a:gd name="T23" fmla="*/ 32 h 150"/>
                <a:gd name="T24" fmla="*/ 135 w 159"/>
                <a:gd name="T25" fmla="*/ 50 h 150"/>
                <a:gd name="T26" fmla="*/ 132 w 159"/>
                <a:gd name="T27" fmla="*/ 52 h 150"/>
                <a:gd name="T28" fmla="*/ 133 w 159"/>
                <a:gd name="T29" fmla="*/ 56 h 150"/>
                <a:gd name="T30" fmla="*/ 138 w 159"/>
                <a:gd name="T31" fmla="*/ 68 h 150"/>
                <a:gd name="T32" fmla="*/ 90 w 159"/>
                <a:gd name="T33" fmla="*/ 83 h 150"/>
                <a:gd name="T34" fmla="*/ 33 w 159"/>
                <a:gd name="T35" fmla="*/ 142 h 150"/>
                <a:gd name="T36" fmla="*/ 23 w 159"/>
                <a:gd name="T37" fmla="*/ 146 h 150"/>
                <a:gd name="T38" fmla="*/ 15 w 159"/>
                <a:gd name="T39" fmla="*/ 142 h 150"/>
                <a:gd name="T40" fmla="*/ 15 w 159"/>
                <a:gd name="T41" fmla="*/ 123 h 150"/>
                <a:gd name="T42" fmla="*/ 80 w 159"/>
                <a:gd name="T43" fmla="*/ 71 h 150"/>
                <a:gd name="T44" fmla="*/ 80 w 159"/>
                <a:gd name="T45" fmla="*/ 71 h 150"/>
                <a:gd name="T46" fmla="*/ 80 w 159"/>
                <a:gd name="T47" fmla="*/ 70 h 150"/>
                <a:gd name="T48" fmla="*/ 102 w 159"/>
                <a:gd name="T49" fmla="*/ 23 h 150"/>
                <a:gd name="T50" fmla="*/ 104 w 159"/>
                <a:gd name="T51" fmla="*/ 15 h 150"/>
                <a:gd name="T52" fmla="*/ 121 w 159"/>
                <a:gd name="T53" fmla="*/ 4 h 150"/>
                <a:gd name="T54" fmla="*/ 122 w 159"/>
                <a:gd name="T55" fmla="*/ 4 h 150"/>
                <a:gd name="T56" fmla="*/ 127 w 159"/>
                <a:gd name="T57" fmla="*/ 4 h 150"/>
                <a:gd name="T58" fmla="*/ 127 w 159"/>
                <a:gd name="T59" fmla="*/ 4 h 150"/>
                <a:gd name="T60" fmla="*/ 24 w 159"/>
                <a:gd name="T61" fmla="*/ 142 h 150"/>
                <a:gd name="T62" fmla="*/ 31 w 159"/>
                <a:gd name="T63" fmla="*/ 139 h 150"/>
                <a:gd name="T64" fmla="*/ 31 w 159"/>
                <a:gd name="T65" fmla="*/ 125 h 150"/>
                <a:gd name="T66" fmla="*/ 24 w 159"/>
                <a:gd name="T67" fmla="*/ 122 h 150"/>
                <a:gd name="T68" fmla="*/ 17 w 159"/>
                <a:gd name="T69" fmla="*/ 125 h 150"/>
                <a:gd name="T70" fmla="*/ 17 w 159"/>
                <a:gd name="T71" fmla="*/ 139 h 150"/>
                <a:gd name="T72" fmla="*/ 24 w 159"/>
                <a:gd name="T73" fmla="*/ 142 h 150"/>
                <a:gd name="T74" fmla="*/ 127 w 159"/>
                <a:gd name="T75" fmla="*/ 0 h 150"/>
                <a:gd name="T76" fmla="*/ 121 w 159"/>
                <a:gd name="T77" fmla="*/ 0 h 150"/>
                <a:gd name="T78" fmla="*/ 100 w 159"/>
                <a:gd name="T79" fmla="*/ 13 h 150"/>
                <a:gd name="T80" fmla="*/ 77 w 159"/>
                <a:gd name="T81" fmla="*/ 68 h 150"/>
                <a:gd name="T82" fmla="*/ 12 w 159"/>
                <a:gd name="T83" fmla="*/ 120 h 150"/>
                <a:gd name="T84" fmla="*/ 12 w 159"/>
                <a:gd name="T85" fmla="*/ 145 h 150"/>
                <a:gd name="T86" fmla="*/ 23 w 159"/>
                <a:gd name="T87" fmla="*/ 150 h 150"/>
                <a:gd name="T88" fmla="*/ 36 w 159"/>
                <a:gd name="T89" fmla="*/ 145 h 150"/>
                <a:gd name="T90" fmla="*/ 93 w 159"/>
                <a:gd name="T91" fmla="*/ 85 h 150"/>
                <a:gd name="T92" fmla="*/ 144 w 159"/>
                <a:gd name="T93" fmla="*/ 71 h 150"/>
                <a:gd name="T94" fmla="*/ 137 w 159"/>
                <a:gd name="T95" fmla="*/ 54 h 150"/>
                <a:gd name="T96" fmla="*/ 159 w 159"/>
                <a:gd name="T97" fmla="*/ 25 h 150"/>
                <a:gd name="T98" fmla="*/ 130 w 159"/>
                <a:gd name="T99" fmla="*/ 37 h 150"/>
                <a:gd name="T100" fmla="*/ 124 w 159"/>
                <a:gd name="T101" fmla="*/ 24 h 150"/>
                <a:gd name="T102" fmla="*/ 125 w 159"/>
                <a:gd name="T103" fmla="*/ 17 h 150"/>
                <a:gd name="T104" fmla="*/ 149 w 159"/>
                <a:gd name="T105" fmla="*/ 6 h 150"/>
                <a:gd name="T106" fmla="*/ 127 w 159"/>
                <a:gd name="T107" fmla="*/ 0 h 150"/>
                <a:gd name="T108" fmla="*/ 24 w 159"/>
                <a:gd name="T109" fmla="*/ 138 h 150"/>
                <a:gd name="T110" fmla="*/ 20 w 159"/>
                <a:gd name="T111" fmla="*/ 136 h 150"/>
                <a:gd name="T112" fmla="*/ 20 w 159"/>
                <a:gd name="T113" fmla="*/ 128 h 150"/>
                <a:gd name="T114" fmla="*/ 24 w 159"/>
                <a:gd name="T115" fmla="*/ 126 h 150"/>
                <a:gd name="T116" fmla="*/ 29 w 159"/>
                <a:gd name="T117" fmla="*/ 128 h 150"/>
                <a:gd name="T118" fmla="*/ 29 w 159"/>
                <a:gd name="T119" fmla="*/ 136 h 150"/>
                <a:gd name="T120" fmla="*/ 24 w 159"/>
                <a:gd name="T121" fmla="*/ 13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9" h="150">
                  <a:moveTo>
                    <a:pt x="127" y="4"/>
                  </a:moveTo>
                  <a:cubicBezTo>
                    <a:pt x="132" y="4"/>
                    <a:pt x="136" y="5"/>
                    <a:pt x="140" y="6"/>
                  </a:cubicBezTo>
                  <a:cubicBezTo>
                    <a:pt x="123" y="13"/>
                    <a:pt x="123" y="13"/>
                    <a:pt x="123" y="13"/>
                  </a:cubicBezTo>
                  <a:cubicBezTo>
                    <a:pt x="121" y="14"/>
                    <a:pt x="121" y="14"/>
                    <a:pt x="121" y="14"/>
                  </a:cubicBezTo>
                  <a:cubicBezTo>
                    <a:pt x="121" y="16"/>
                    <a:pt x="121" y="16"/>
                    <a:pt x="121" y="16"/>
                  </a:cubicBezTo>
                  <a:cubicBezTo>
                    <a:pt x="120" y="23"/>
                    <a:pt x="120" y="23"/>
                    <a:pt x="120" y="23"/>
                  </a:cubicBezTo>
                  <a:cubicBezTo>
                    <a:pt x="120" y="24"/>
                    <a:pt x="120" y="24"/>
                    <a:pt x="120" y="24"/>
                  </a:cubicBezTo>
                  <a:cubicBezTo>
                    <a:pt x="120" y="25"/>
                    <a:pt x="120" y="25"/>
                    <a:pt x="120" y="25"/>
                  </a:cubicBezTo>
                  <a:cubicBezTo>
                    <a:pt x="126" y="39"/>
                    <a:pt x="126" y="39"/>
                    <a:pt x="126" y="39"/>
                  </a:cubicBezTo>
                  <a:cubicBezTo>
                    <a:pt x="128" y="43"/>
                    <a:pt x="128" y="43"/>
                    <a:pt x="128" y="43"/>
                  </a:cubicBezTo>
                  <a:cubicBezTo>
                    <a:pt x="131" y="41"/>
                    <a:pt x="131" y="41"/>
                    <a:pt x="131" y="41"/>
                  </a:cubicBezTo>
                  <a:cubicBezTo>
                    <a:pt x="152" y="32"/>
                    <a:pt x="152" y="32"/>
                    <a:pt x="152" y="32"/>
                  </a:cubicBezTo>
                  <a:cubicBezTo>
                    <a:pt x="148" y="38"/>
                    <a:pt x="143" y="46"/>
                    <a:pt x="135" y="50"/>
                  </a:cubicBezTo>
                  <a:cubicBezTo>
                    <a:pt x="132" y="52"/>
                    <a:pt x="132" y="52"/>
                    <a:pt x="132" y="52"/>
                  </a:cubicBezTo>
                  <a:cubicBezTo>
                    <a:pt x="133" y="56"/>
                    <a:pt x="133" y="56"/>
                    <a:pt x="133" y="56"/>
                  </a:cubicBezTo>
                  <a:cubicBezTo>
                    <a:pt x="138" y="68"/>
                    <a:pt x="138" y="68"/>
                    <a:pt x="138" y="68"/>
                  </a:cubicBezTo>
                  <a:cubicBezTo>
                    <a:pt x="126" y="69"/>
                    <a:pt x="98" y="74"/>
                    <a:pt x="90" y="83"/>
                  </a:cubicBezTo>
                  <a:cubicBezTo>
                    <a:pt x="33" y="142"/>
                    <a:pt x="33" y="142"/>
                    <a:pt x="33" y="142"/>
                  </a:cubicBezTo>
                  <a:cubicBezTo>
                    <a:pt x="33" y="142"/>
                    <a:pt x="28" y="146"/>
                    <a:pt x="23" y="146"/>
                  </a:cubicBezTo>
                  <a:cubicBezTo>
                    <a:pt x="20" y="146"/>
                    <a:pt x="17" y="144"/>
                    <a:pt x="15" y="142"/>
                  </a:cubicBezTo>
                  <a:cubicBezTo>
                    <a:pt x="7" y="134"/>
                    <a:pt x="13" y="125"/>
                    <a:pt x="15" y="123"/>
                  </a:cubicBezTo>
                  <a:cubicBezTo>
                    <a:pt x="80" y="71"/>
                    <a:pt x="80" y="71"/>
                    <a:pt x="80" y="71"/>
                  </a:cubicBezTo>
                  <a:cubicBezTo>
                    <a:pt x="80" y="71"/>
                    <a:pt x="80" y="71"/>
                    <a:pt x="80" y="71"/>
                  </a:cubicBezTo>
                  <a:cubicBezTo>
                    <a:pt x="80" y="70"/>
                    <a:pt x="80" y="70"/>
                    <a:pt x="80" y="70"/>
                  </a:cubicBezTo>
                  <a:cubicBezTo>
                    <a:pt x="93" y="58"/>
                    <a:pt x="98" y="36"/>
                    <a:pt x="102" y="23"/>
                  </a:cubicBezTo>
                  <a:cubicBezTo>
                    <a:pt x="103" y="19"/>
                    <a:pt x="103" y="17"/>
                    <a:pt x="104" y="15"/>
                  </a:cubicBezTo>
                  <a:cubicBezTo>
                    <a:pt x="106" y="7"/>
                    <a:pt x="107" y="7"/>
                    <a:pt x="121" y="4"/>
                  </a:cubicBezTo>
                  <a:cubicBezTo>
                    <a:pt x="122" y="4"/>
                    <a:pt x="122" y="4"/>
                    <a:pt x="122" y="4"/>
                  </a:cubicBezTo>
                  <a:cubicBezTo>
                    <a:pt x="124" y="4"/>
                    <a:pt x="125" y="4"/>
                    <a:pt x="127" y="4"/>
                  </a:cubicBezTo>
                  <a:cubicBezTo>
                    <a:pt x="127" y="4"/>
                    <a:pt x="127" y="4"/>
                    <a:pt x="127" y="4"/>
                  </a:cubicBezTo>
                  <a:moveTo>
                    <a:pt x="24" y="142"/>
                  </a:moveTo>
                  <a:cubicBezTo>
                    <a:pt x="27" y="142"/>
                    <a:pt x="30" y="141"/>
                    <a:pt x="31" y="139"/>
                  </a:cubicBezTo>
                  <a:cubicBezTo>
                    <a:pt x="35" y="135"/>
                    <a:pt x="35" y="129"/>
                    <a:pt x="31" y="125"/>
                  </a:cubicBezTo>
                  <a:cubicBezTo>
                    <a:pt x="30" y="123"/>
                    <a:pt x="27" y="122"/>
                    <a:pt x="24" y="122"/>
                  </a:cubicBezTo>
                  <a:cubicBezTo>
                    <a:pt x="22" y="122"/>
                    <a:pt x="19" y="123"/>
                    <a:pt x="17" y="125"/>
                  </a:cubicBezTo>
                  <a:cubicBezTo>
                    <a:pt x="13" y="129"/>
                    <a:pt x="13" y="135"/>
                    <a:pt x="17" y="139"/>
                  </a:cubicBezTo>
                  <a:cubicBezTo>
                    <a:pt x="19" y="141"/>
                    <a:pt x="22" y="142"/>
                    <a:pt x="24" y="142"/>
                  </a:cubicBezTo>
                  <a:moveTo>
                    <a:pt x="127" y="0"/>
                  </a:moveTo>
                  <a:cubicBezTo>
                    <a:pt x="125" y="0"/>
                    <a:pt x="123" y="0"/>
                    <a:pt x="121" y="0"/>
                  </a:cubicBezTo>
                  <a:cubicBezTo>
                    <a:pt x="106" y="3"/>
                    <a:pt x="103" y="4"/>
                    <a:pt x="100" y="13"/>
                  </a:cubicBezTo>
                  <a:cubicBezTo>
                    <a:pt x="97" y="23"/>
                    <a:pt x="93" y="53"/>
                    <a:pt x="77" y="68"/>
                  </a:cubicBezTo>
                  <a:cubicBezTo>
                    <a:pt x="12" y="120"/>
                    <a:pt x="12" y="120"/>
                    <a:pt x="12" y="120"/>
                  </a:cubicBezTo>
                  <a:cubicBezTo>
                    <a:pt x="12" y="120"/>
                    <a:pt x="0" y="133"/>
                    <a:pt x="12" y="145"/>
                  </a:cubicBezTo>
                  <a:cubicBezTo>
                    <a:pt x="16" y="148"/>
                    <a:pt x="20" y="150"/>
                    <a:pt x="23" y="150"/>
                  </a:cubicBezTo>
                  <a:cubicBezTo>
                    <a:pt x="30" y="150"/>
                    <a:pt x="36" y="145"/>
                    <a:pt x="36" y="145"/>
                  </a:cubicBezTo>
                  <a:cubicBezTo>
                    <a:pt x="93" y="85"/>
                    <a:pt x="93" y="85"/>
                    <a:pt x="93" y="85"/>
                  </a:cubicBezTo>
                  <a:cubicBezTo>
                    <a:pt x="102" y="76"/>
                    <a:pt x="144" y="71"/>
                    <a:pt x="144" y="71"/>
                  </a:cubicBezTo>
                  <a:cubicBezTo>
                    <a:pt x="137" y="54"/>
                    <a:pt x="137" y="54"/>
                    <a:pt x="137" y="54"/>
                  </a:cubicBezTo>
                  <a:cubicBezTo>
                    <a:pt x="153" y="46"/>
                    <a:pt x="159" y="25"/>
                    <a:pt x="159" y="25"/>
                  </a:cubicBezTo>
                  <a:cubicBezTo>
                    <a:pt x="130" y="37"/>
                    <a:pt x="130" y="37"/>
                    <a:pt x="130" y="37"/>
                  </a:cubicBezTo>
                  <a:cubicBezTo>
                    <a:pt x="124" y="24"/>
                    <a:pt x="124" y="24"/>
                    <a:pt x="124" y="24"/>
                  </a:cubicBezTo>
                  <a:cubicBezTo>
                    <a:pt x="125" y="17"/>
                    <a:pt x="125" y="17"/>
                    <a:pt x="125" y="17"/>
                  </a:cubicBezTo>
                  <a:cubicBezTo>
                    <a:pt x="149" y="6"/>
                    <a:pt x="149" y="6"/>
                    <a:pt x="149" y="6"/>
                  </a:cubicBezTo>
                  <a:cubicBezTo>
                    <a:pt x="149" y="6"/>
                    <a:pt x="139" y="0"/>
                    <a:pt x="127" y="0"/>
                  </a:cubicBezTo>
                  <a:close/>
                  <a:moveTo>
                    <a:pt x="24" y="138"/>
                  </a:moveTo>
                  <a:cubicBezTo>
                    <a:pt x="23" y="138"/>
                    <a:pt x="21" y="138"/>
                    <a:pt x="20" y="136"/>
                  </a:cubicBezTo>
                  <a:cubicBezTo>
                    <a:pt x="17" y="134"/>
                    <a:pt x="17" y="130"/>
                    <a:pt x="20" y="128"/>
                  </a:cubicBezTo>
                  <a:cubicBezTo>
                    <a:pt x="21" y="127"/>
                    <a:pt x="23" y="126"/>
                    <a:pt x="24" y="126"/>
                  </a:cubicBezTo>
                  <a:cubicBezTo>
                    <a:pt x="26" y="126"/>
                    <a:pt x="27" y="127"/>
                    <a:pt x="29" y="128"/>
                  </a:cubicBezTo>
                  <a:cubicBezTo>
                    <a:pt x="31" y="130"/>
                    <a:pt x="31" y="134"/>
                    <a:pt x="29" y="136"/>
                  </a:cubicBezTo>
                  <a:cubicBezTo>
                    <a:pt x="27" y="138"/>
                    <a:pt x="26" y="138"/>
                    <a:pt x="24" y="1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762" name="Freeform 143"/>
          <p:cNvSpPr>
            <a:spLocks noEditPoints="1"/>
          </p:cNvSpPr>
          <p:nvPr/>
        </p:nvSpPr>
        <p:spPr bwMode="auto">
          <a:xfrm>
            <a:off x="6368068" y="2498840"/>
            <a:ext cx="401472" cy="317748"/>
          </a:xfrm>
          <a:custGeom>
            <a:avLst/>
            <a:gdLst>
              <a:gd name="T0" fmla="*/ 140 w 199"/>
              <a:gd name="T1" fmla="*/ 157 h 157"/>
              <a:gd name="T2" fmla="*/ 59 w 199"/>
              <a:gd name="T3" fmla="*/ 157 h 157"/>
              <a:gd name="T4" fmla="*/ 49 w 199"/>
              <a:gd name="T5" fmla="*/ 148 h 157"/>
              <a:gd name="T6" fmla="*/ 49 w 199"/>
              <a:gd name="T7" fmla="*/ 70 h 157"/>
              <a:gd name="T8" fmla="*/ 40 w 199"/>
              <a:gd name="T9" fmla="*/ 80 h 157"/>
              <a:gd name="T10" fmla="*/ 27 w 199"/>
              <a:gd name="T11" fmla="*/ 80 h 157"/>
              <a:gd name="T12" fmla="*/ 3 w 199"/>
              <a:gd name="T13" fmla="*/ 57 h 157"/>
              <a:gd name="T14" fmla="*/ 0 w 199"/>
              <a:gd name="T15" fmla="*/ 50 h 157"/>
              <a:gd name="T16" fmla="*/ 2 w 199"/>
              <a:gd name="T17" fmla="*/ 44 h 157"/>
              <a:gd name="T18" fmla="*/ 40 w 199"/>
              <a:gd name="T19" fmla="*/ 5 h 157"/>
              <a:gd name="T20" fmla="*/ 48 w 199"/>
              <a:gd name="T21" fmla="*/ 0 h 157"/>
              <a:gd name="T22" fmla="*/ 71 w 199"/>
              <a:gd name="T23" fmla="*/ 0 h 157"/>
              <a:gd name="T24" fmla="*/ 79 w 199"/>
              <a:gd name="T25" fmla="*/ 1 h 157"/>
              <a:gd name="T26" fmla="*/ 81 w 199"/>
              <a:gd name="T27" fmla="*/ 3 h 157"/>
              <a:gd name="T28" fmla="*/ 81 w 199"/>
              <a:gd name="T29" fmla="*/ 4 h 157"/>
              <a:gd name="T30" fmla="*/ 99 w 199"/>
              <a:gd name="T31" fmla="*/ 21 h 157"/>
              <a:gd name="T32" fmla="*/ 118 w 199"/>
              <a:gd name="T33" fmla="*/ 4 h 157"/>
              <a:gd name="T34" fmla="*/ 118 w 199"/>
              <a:gd name="T35" fmla="*/ 3 h 157"/>
              <a:gd name="T36" fmla="*/ 119 w 199"/>
              <a:gd name="T37" fmla="*/ 1 h 157"/>
              <a:gd name="T38" fmla="*/ 127 w 199"/>
              <a:gd name="T39" fmla="*/ 0 h 157"/>
              <a:gd name="T40" fmla="*/ 151 w 199"/>
              <a:gd name="T41" fmla="*/ 0 h 157"/>
              <a:gd name="T42" fmla="*/ 158 w 199"/>
              <a:gd name="T43" fmla="*/ 5 h 157"/>
              <a:gd name="T44" fmla="*/ 196 w 199"/>
              <a:gd name="T45" fmla="*/ 44 h 157"/>
              <a:gd name="T46" fmla="*/ 198 w 199"/>
              <a:gd name="T47" fmla="*/ 50 h 157"/>
              <a:gd name="T48" fmla="*/ 196 w 199"/>
              <a:gd name="T49" fmla="*/ 57 h 157"/>
              <a:gd name="T50" fmla="*/ 172 w 199"/>
              <a:gd name="T51" fmla="*/ 80 h 157"/>
              <a:gd name="T52" fmla="*/ 165 w 199"/>
              <a:gd name="T53" fmla="*/ 83 h 157"/>
              <a:gd name="T54" fmla="*/ 165 w 199"/>
              <a:gd name="T55" fmla="*/ 83 h 157"/>
              <a:gd name="T56" fmla="*/ 159 w 199"/>
              <a:gd name="T57" fmla="*/ 80 h 157"/>
              <a:gd name="T58" fmla="*/ 149 w 199"/>
              <a:gd name="T59" fmla="*/ 70 h 157"/>
              <a:gd name="T60" fmla="*/ 149 w 199"/>
              <a:gd name="T61" fmla="*/ 148 h 157"/>
              <a:gd name="T62" fmla="*/ 140 w 199"/>
              <a:gd name="T63" fmla="*/ 157 h 157"/>
              <a:gd name="T64" fmla="*/ 52 w 199"/>
              <a:gd name="T65" fmla="*/ 59 h 157"/>
              <a:gd name="T66" fmla="*/ 57 w 199"/>
              <a:gd name="T67" fmla="*/ 65 h 157"/>
              <a:gd name="T68" fmla="*/ 57 w 199"/>
              <a:gd name="T69" fmla="*/ 148 h 157"/>
              <a:gd name="T70" fmla="*/ 59 w 199"/>
              <a:gd name="T71" fmla="*/ 149 h 157"/>
              <a:gd name="T72" fmla="*/ 140 w 199"/>
              <a:gd name="T73" fmla="*/ 149 h 157"/>
              <a:gd name="T74" fmla="*/ 141 w 199"/>
              <a:gd name="T75" fmla="*/ 148 h 157"/>
              <a:gd name="T76" fmla="*/ 141 w 199"/>
              <a:gd name="T77" fmla="*/ 65 h 157"/>
              <a:gd name="T78" fmla="*/ 147 w 199"/>
              <a:gd name="T79" fmla="*/ 59 h 157"/>
              <a:gd name="T80" fmla="*/ 152 w 199"/>
              <a:gd name="T81" fmla="*/ 61 h 157"/>
              <a:gd name="T82" fmla="*/ 164 w 199"/>
              <a:gd name="T83" fmla="*/ 74 h 157"/>
              <a:gd name="T84" fmla="*/ 166 w 199"/>
              <a:gd name="T85" fmla="*/ 74 h 157"/>
              <a:gd name="T86" fmla="*/ 190 w 199"/>
              <a:gd name="T87" fmla="*/ 51 h 157"/>
              <a:gd name="T88" fmla="*/ 190 w 199"/>
              <a:gd name="T89" fmla="*/ 50 h 157"/>
              <a:gd name="T90" fmla="*/ 190 w 199"/>
              <a:gd name="T91" fmla="*/ 49 h 157"/>
              <a:gd name="T92" fmla="*/ 153 w 199"/>
              <a:gd name="T93" fmla="*/ 10 h 157"/>
              <a:gd name="T94" fmla="*/ 150 w 199"/>
              <a:gd name="T95" fmla="*/ 8 h 157"/>
              <a:gd name="T96" fmla="*/ 127 w 199"/>
              <a:gd name="T97" fmla="*/ 8 h 157"/>
              <a:gd name="T98" fmla="*/ 125 w 199"/>
              <a:gd name="T99" fmla="*/ 8 h 157"/>
              <a:gd name="T100" fmla="*/ 99 w 199"/>
              <a:gd name="T101" fmla="*/ 29 h 157"/>
              <a:gd name="T102" fmla="*/ 73 w 199"/>
              <a:gd name="T103" fmla="*/ 8 h 157"/>
              <a:gd name="T104" fmla="*/ 71 w 199"/>
              <a:gd name="T105" fmla="*/ 8 h 157"/>
              <a:gd name="T106" fmla="*/ 49 w 199"/>
              <a:gd name="T107" fmla="*/ 8 h 157"/>
              <a:gd name="T108" fmla="*/ 46 w 199"/>
              <a:gd name="T109" fmla="*/ 10 h 157"/>
              <a:gd name="T110" fmla="*/ 8 w 199"/>
              <a:gd name="T111" fmla="*/ 49 h 157"/>
              <a:gd name="T112" fmla="*/ 8 w 199"/>
              <a:gd name="T113" fmla="*/ 50 h 157"/>
              <a:gd name="T114" fmla="*/ 8 w 199"/>
              <a:gd name="T115" fmla="*/ 51 h 157"/>
              <a:gd name="T116" fmla="*/ 32 w 199"/>
              <a:gd name="T117" fmla="*/ 74 h 157"/>
              <a:gd name="T118" fmla="*/ 34 w 199"/>
              <a:gd name="T119" fmla="*/ 74 h 157"/>
              <a:gd name="T120" fmla="*/ 47 w 199"/>
              <a:gd name="T121" fmla="*/ 61 h 157"/>
              <a:gd name="T122" fmla="*/ 52 w 199"/>
              <a:gd name="T123" fmla="*/ 5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9" h="157">
                <a:moveTo>
                  <a:pt x="140" y="157"/>
                </a:moveTo>
                <a:cubicBezTo>
                  <a:pt x="59" y="157"/>
                  <a:pt x="59" y="157"/>
                  <a:pt x="59" y="157"/>
                </a:cubicBezTo>
                <a:cubicBezTo>
                  <a:pt x="54" y="157"/>
                  <a:pt x="49" y="153"/>
                  <a:pt x="49" y="148"/>
                </a:cubicBezTo>
                <a:cubicBezTo>
                  <a:pt x="49" y="70"/>
                  <a:pt x="49" y="70"/>
                  <a:pt x="49" y="70"/>
                </a:cubicBezTo>
                <a:cubicBezTo>
                  <a:pt x="40" y="80"/>
                  <a:pt x="40" y="80"/>
                  <a:pt x="40" y="80"/>
                </a:cubicBezTo>
                <a:cubicBezTo>
                  <a:pt x="36" y="83"/>
                  <a:pt x="30" y="83"/>
                  <a:pt x="27" y="80"/>
                </a:cubicBezTo>
                <a:cubicBezTo>
                  <a:pt x="3" y="57"/>
                  <a:pt x="3" y="57"/>
                  <a:pt x="3" y="57"/>
                </a:cubicBezTo>
                <a:cubicBezTo>
                  <a:pt x="1" y="55"/>
                  <a:pt x="0" y="53"/>
                  <a:pt x="0" y="50"/>
                </a:cubicBezTo>
                <a:cubicBezTo>
                  <a:pt x="0" y="48"/>
                  <a:pt x="1" y="46"/>
                  <a:pt x="2" y="44"/>
                </a:cubicBezTo>
                <a:cubicBezTo>
                  <a:pt x="40" y="5"/>
                  <a:pt x="40" y="5"/>
                  <a:pt x="40" y="5"/>
                </a:cubicBezTo>
                <a:cubicBezTo>
                  <a:pt x="45" y="0"/>
                  <a:pt x="47" y="0"/>
                  <a:pt x="48" y="0"/>
                </a:cubicBezTo>
                <a:cubicBezTo>
                  <a:pt x="71" y="0"/>
                  <a:pt x="71" y="0"/>
                  <a:pt x="71" y="0"/>
                </a:cubicBezTo>
                <a:cubicBezTo>
                  <a:pt x="77" y="0"/>
                  <a:pt x="78" y="0"/>
                  <a:pt x="79" y="1"/>
                </a:cubicBezTo>
                <a:cubicBezTo>
                  <a:pt x="81" y="3"/>
                  <a:pt x="81" y="3"/>
                  <a:pt x="81" y="3"/>
                </a:cubicBezTo>
                <a:cubicBezTo>
                  <a:pt x="81" y="4"/>
                  <a:pt x="81" y="4"/>
                  <a:pt x="81" y="4"/>
                </a:cubicBezTo>
                <a:cubicBezTo>
                  <a:pt x="81" y="14"/>
                  <a:pt x="88" y="21"/>
                  <a:pt x="99" y="21"/>
                </a:cubicBezTo>
                <a:cubicBezTo>
                  <a:pt x="110" y="21"/>
                  <a:pt x="118" y="14"/>
                  <a:pt x="118" y="4"/>
                </a:cubicBezTo>
                <a:cubicBezTo>
                  <a:pt x="118" y="3"/>
                  <a:pt x="118" y="3"/>
                  <a:pt x="118" y="3"/>
                </a:cubicBezTo>
                <a:cubicBezTo>
                  <a:pt x="119" y="1"/>
                  <a:pt x="119" y="1"/>
                  <a:pt x="119" y="1"/>
                </a:cubicBezTo>
                <a:cubicBezTo>
                  <a:pt x="120" y="0"/>
                  <a:pt x="121" y="0"/>
                  <a:pt x="127" y="0"/>
                </a:cubicBezTo>
                <a:cubicBezTo>
                  <a:pt x="151" y="0"/>
                  <a:pt x="151" y="0"/>
                  <a:pt x="151" y="0"/>
                </a:cubicBezTo>
                <a:cubicBezTo>
                  <a:pt x="152" y="0"/>
                  <a:pt x="153" y="0"/>
                  <a:pt x="158" y="5"/>
                </a:cubicBezTo>
                <a:cubicBezTo>
                  <a:pt x="196" y="44"/>
                  <a:pt x="196" y="44"/>
                  <a:pt x="196" y="44"/>
                </a:cubicBezTo>
                <a:cubicBezTo>
                  <a:pt x="198" y="46"/>
                  <a:pt x="199" y="48"/>
                  <a:pt x="198" y="50"/>
                </a:cubicBezTo>
                <a:cubicBezTo>
                  <a:pt x="198" y="53"/>
                  <a:pt x="197" y="55"/>
                  <a:pt x="196" y="57"/>
                </a:cubicBezTo>
                <a:cubicBezTo>
                  <a:pt x="172" y="80"/>
                  <a:pt x="172" y="80"/>
                  <a:pt x="172" y="80"/>
                </a:cubicBezTo>
                <a:cubicBezTo>
                  <a:pt x="170" y="82"/>
                  <a:pt x="168" y="83"/>
                  <a:pt x="165" y="83"/>
                </a:cubicBezTo>
                <a:cubicBezTo>
                  <a:pt x="165" y="83"/>
                  <a:pt x="165" y="83"/>
                  <a:pt x="165" y="83"/>
                </a:cubicBezTo>
                <a:cubicBezTo>
                  <a:pt x="163" y="83"/>
                  <a:pt x="160" y="82"/>
                  <a:pt x="159" y="80"/>
                </a:cubicBezTo>
                <a:cubicBezTo>
                  <a:pt x="149" y="70"/>
                  <a:pt x="149" y="70"/>
                  <a:pt x="149" y="70"/>
                </a:cubicBezTo>
                <a:cubicBezTo>
                  <a:pt x="149" y="148"/>
                  <a:pt x="149" y="148"/>
                  <a:pt x="149" y="148"/>
                </a:cubicBezTo>
                <a:cubicBezTo>
                  <a:pt x="149" y="153"/>
                  <a:pt x="145" y="157"/>
                  <a:pt x="140" y="157"/>
                </a:cubicBezTo>
                <a:close/>
                <a:moveTo>
                  <a:pt x="52" y="59"/>
                </a:moveTo>
                <a:cubicBezTo>
                  <a:pt x="54" y="59"/>
                  <a:pt x="57" y="61"/>
                  <a:pt x="57" y="65"/>
                </a:cubicBezTo>
                <a:cubicBezTo>
                  <a:pt x="57" y="148"/>
                  <a:pt x="57" y="148"/>
                  <a:pt x="57" y="148"/>
                </a:cubicBezTo>
                <a:cubicBezTo>
                  <a:pt x="57" y="149"/>
                  <a:pt x="58" y="149"/>
                  <a:pt x="59" y="149"/>
                </a:cubicBezTo>
                <a:cubicBezTo>
                  <a:pt x="140" y="149"/>
                  <a:pt x="140" y="149"/>
                  <a:pt x="140" y="149"/>
                </a:cubicBezTo>
                <a:cubicBezTo>
                  <a:pt x="140" y="149"/>
                  <a:pt x="141" y="149"/>
                  <a:pt x="141" y="148"/>
                </a:cubicBezTo>
                <a:cubicBezTo>
                  <a:pt x="141" y="65"/>
                  <a:pt x="141" y="65"/>
                  <a:pt x="141" y="65"/>
                </a:cubicBezTo>
                <a:cubicBezTo>
                  <a:pt x="141" y="61"/>
                  <a:pt x="144" y="59"/>
                  <a:pt x="147" y="59"/>
                </a:cubicBezTo>
                <a:cubicBezTo>
                  <a:pt x="148" y="59"/>
                  <a:pt x="150" y="59"/>
                  <a:pt x="152" y="61"/>
                </a:cubicBezTo>
                <a:cubicBezTo>
                  <a:pt x="164" y="74"/>
                  <a:pt x="164" y="74"/>
                  <a:pt x="164" y="74"/>
                </a:cubicBezTo>
                <a:cubicBezTo>
                  <a:pt x="165" y="75"/>
                  <a:pt x="166" y="75"/>
                  <a:pt x="166" y="74"/>
                </a:cubicBezTo>
                <a:cubicBezTo>
                  <a:pt x="190" y="51"/>
                  <a:pt x="190" y="51"/>
                  <a:pt x="190" y="51"/>
                </a:cubicBezTo>
                <a:cubicBezTo>
                  <a:pt x="190" y="51"/>
                  <a:pt x="190" y="50"/>
                  <a:pt x="190" y="50"/>
                </a:cubicBezTo>
                <a:cubicBezTo>
                  <a:pt x="190" y="50"/>
                  <a:pt x="190" y="50"/>
                  <a:pt x="190" y="49"/>
                </a:cubicBezTo>
                <a:cubicBezTo>
                  <a:pt x="153" y="10"/>
                  <a:pt x="153" y="10"/>
                  <a:pt x="153" y="10"/>
                </a:cubicBezTo>
                <a:cubicBezTo>
                  <a:pt x="151" y="9"/>
                  <a:pt x="150" y="8"/>
                  <a:pt x="150" y="8"/>
                </a:cubicBezTo>
                <a:cubicBezTo>
                  <a:pt x="127" y="8"/>
                  <a:pt x="127" y="8"/>
                  <a:pt x="127" y="8"/>
                </a:cubicBezTo>
                <a:cubicBezTo>
                  <a:pt x="126" y="8"/>
                  <a:pt x="126" y="8"/>
                  <a:pt x="125" y="8"/>
                </a:cubicBezTo>
                <a:cubicBezTo>
                  <a:pt x="124" y="20"/>
                  <a:pt x="113" y="29"/>
                  <a:pt x="99" y="29"/>
                </a:cubicBezTo>
                <a:cubicBezTo>
                  <a:pt x="85" y="29"/>
                  <a:pt x="74" y="20"/>
                  <a:pt x="73" y="8"/>
                </a:cubicBezTo>
                <a:cubicBezTo>
                  <a:pt x="72" y="8"/>
                  <a:pt x="72" y="8"/>
                  <a:pt x="71" y="8"/>
                </a:cubicBezTo>
                <a:cubicBezTo>
                  <a:pt x="49" y="8"/>
                  <a:pt x="49" y="8"/>
                  <a:pt x="49" y="8"/>
                </a:cubicBezTo>
                <a:cubicBezTo>
                  <a:pt x="48" y="8"/>
                  <a:pt x="47" y="9"/>
                  <a:pt x="46" y="10"/>
                </a:cubicBezTo>
                <a:cubicBezTo>
                  <a:pt x="8" y="49"/>
                  <a:pt x="8" y="49"/>
                  <a:pt x="8" y="49"/>
                </a:cubicBezTo>
                <a:cubicBezTo>
                  <a:pt x="8" y="50"/>
                  <a:pt x="8" y="50"/>
                  <a:pt x="8" y="50"/>
                </a:cubicBezTo>
                <a:cubicBezTo>
                  <a:pt x="8" y="50"/>
                  <a:pt x="8" y="51"/>
                  <a:pt x="8" y="51"/>
                </a:cubicBezTo>
                <a:cubicBezTo>
                  <a:pt x="32" y="74"/>
                  <a:pt x="32" y="74"/>
                  <a:pt x="32" y="74"/>
                </a:cubicBezTo>
                <a:cubicBezTo>
                  <a:pt x="33" y="75"/>
                  <a:pt x="33" y="75"/>
                  <a:pt x="34" y="74"/>
                </a:cubicBezTo>
                <a:cubicBezTo>
                  <a:pt x="47" y="61"/>
                  <a:pt x="47" y="61"/>
                  <a:pt x="47" y="61"/>
                </a:cubicBezTo>
                <a:cubicBezTo>
                  <a:pt x="49" y="59"/>
                  <a:pt x="51" y="59"/>
                  <a:pt x="52" y="59"/>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3" name="Freeform 144"/>
          <p:cNvSpPr>
            <a:spLocks noEditPoints="1"/>
          </p:cNvSpPr>
          <p:nvPr/>
        </p:nvSpPr>
        <p:spPr bwMode="auto">
          <a:xfrm>
            <a:off x="5920106" y="2490771"/>
            <a:ext cx="330861" cy="333887"/>
          </a:xfrm>
          <a:custGeom>
            <a:avLst/>
            <a:gdLst>
              <a:gd name="T0" fmla="*/ 67 w 164"/>
              <a:gd name="T1" fmla="*/ 164 h 165"/>
              <a:gd name="T2" fmla="*/ 33 w 164"/>
              <a:gd name="T3" fmla="*/ 155 h 165"/>
              <a:gd name="T4" fmla="*/ 22 w 164"/>
              <a:gd name="T5" fmla="*/ 158 h 165"/>
              <a:gd name="T6" fmla="*/ 11 w 164"/>
              <a:gd name="T7" fmla="*/ 154 h 165"/>
              <a:gd name="T8" fmla="*/ 0 w 164"/>
              <a:gd name="T9" fmla="*/ 87 h 165"/>
              <a:gd name="T10" fmla="*/ 25 w 164"/>
              <a:gd name="T11" fmla="*/ 63 h 165"/>
              <a:gd name="T12" fmla="*/ 33 w 164"/>
              <a:gd name="T13" fmla="*/ 66 h 165"/>
              <a:gd name="T14" fmla="*/ 54 w 164"/>
              <a:gd name="T15" fmla="*/ 53 h 165"/>
              <a:gd name="T16" fmla="*/ 68 w 164"/>
              <a:gd name="T17" fmla="*/ 36 h 165"/>
              <a:gd name="T18" fmla="*/ 75 w 164"/>
              <a:gd name="T19" fmla="*/ 23 h 165"/>
              <a:gd name="T20" fmla="*/ 80 w 164"/>
              <a:gd name="T21" fmla="*/ 13 h 165"/>
              <a:gd name="T22" fmla="*/ 97 w 164"/>
              <a:gd name="T23" fmla="*/ 0 h 165"/>
              <a:gd name="T24" fmla="*/ 107 w 164"/>
              <a:gd name="T25" fmla="*/ 38 h 165"/>
              <a:gd name="T26" fmla="*/ 98 w 164"/>
              <a:gd name="T27" fmla="*/ 56 h 165"/>
              <a:gd name="T28" fmla="*/ 99 w 164"/>
              <a:gd name="T29" fmla="*/ 59 h 165"/>
              <a:gd name="T30" fmla="*/ 115 w 164"/>
              <a:gd name="T31" fmla="*/ 58 h 165"/>
              <a:gd name="T32" fmla="*/ 164 w 164"/>
              <a:gd name="T33" fmla="*/ 74 h 165"/>
              <a:gd name="T34" fmla="*/ 157 w 164"/>
              <a:gd name="T35" fmla="*/ 99 h 165"/>
              <a:gd name="T36" fmla="*/ 148 w 164"/>
              <a:gd name="T37" fmla="*/ 124 h 165"/>
              <a:gd name="T38" fmla="*/ 135 w 164"/>
              <a:gd name="T39" fmla="*/ 148 h 165"/>
              <a:gd name="T40" fmla="*/ 104 w 164"/>
              <a:gd name="T41" fmla="*/ 165 h 165"/>
              <a:gd name="T42" fmla="*/ 38 w 164"/>
              <a:gd name="T43" fmla="*/ 146 h 165"/>
              <a:gd name="T44" fmla="*/ 68 w 164"/>
              <a:gd name="T45" fmla="*/ 156 h 165"/>
              <a:gd name="T46" fmla="*/ 104 w 164"/>
              <a:gd name="T47" fmla="*/ 157 h 165"/>
              <a:gd name="T48" fmla="*/ 127 w 164"/>
              <a:gd name="T49" fmla="*/ 148 h 165"/>
              <a:gd name="T50" fmla="*/ 119 w 164"/>
              <a:gd name="T51" fmla="*/ 132 h 165"/>
              <a:gd name="T52" fmla="*/ 140 w 164"/>
              <a:gd name="T53" fmla="*/ 124 h 165"/>
              <a:gd name="T54" fmla="*/ 132 w 164"/>
              <a:gd name="T55" fmla="*/ 107 h 165"/>
              <a:gd name="T56" fmla="*/ 149 w 164"/>
              <a:gd name="T57" fmla="*/ 99 h 165"/>
              <a:gd name="T58" fmla="*/ 141 w 164"/>
              <a:gd name="T59" fmla="*/ 83 h 165"/>
              <a:gd name="T60" fmla="*/ 156 w 164"/>
              <a:gd name="T61" fmla="*/ 74 h 165"/>
              <a:gd name="T62" fmla="*/ 115 w 164"/>
              <a:gd name="T63" fmla="*/ 66 h 165"/>
              <a:gd name="T64" fmla="*/ 99 w 164"/>
              <a:gd name="T65" fmla="*/ 67 h 165"/>
              <a:gd name="T66" fmla="*/ 92 w 164"/>
              <a:gd name="T67" fmla="*/ 64 h 165"/>
              <a:gd name="T68" fmla="*/ 97 w 164"/>
              <a:gd name="T69" fmla="*/ 41 h 165"/>
              <a:gd name="T70" fmla="*/ 103 w 164"/>
              <a:gd name="T71" fmla="*/ 11 h 165"/>
              <a:gd name="T72" fmla="*/ 87 w 164"/>
              <a:gd name="T73" fmla="*/ 17 h 165"/>
              <a:gd name="T74" fmla="*/ 83 w 164"/>
              <a:gd name="T75" fmla="*/ 26 h 165"/>
              <a:gd name="T76" fmla="*/ 75 w 164"/>
              <a:gd name="T77" fmla="*/ 41 h 165"/>
              <a:gd name="T78" fmla="*/ 60 w 164"/>
              <a:gd name="T79" fmla="*/ 59 h 165"/>
              <a:gd name="T80" fmla="*/ 30 w 164"/>
              <a:gd name="T81" fmla="*/ 73 h 165"/>
              <a:gd name="T82" fmla="*/ 25 w 164"/>
              <a:gd name="T83" fmla="*/ 71 h 165"/>
              <a:gd name="T84" fmla="*/ 15 w 164"/>
              <a:gd name="T85" fmla="*/ 74 h 165"/>
              <a:gd name="T86" fmla="*/ 8 w 164"/>
              <a:gd name="T87" fmla="*/ 133 h 165"/>
              <a:gd name="T88" fmla="*/ 22 w 164"/>
              <a:gd name="T89" fmla="*/ 150 h 165"/>
              <a:gd name="T90" fmla="*/ 27 w 164"/>
              <a:gd name="T91" fmla="*/ 149 h 165"/>
              <a:gd name="T92" fmla="*/ 38 w 164"/>
              <a:gd name="T93" fmla="*/ 14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4" h="165">
                <a:moveTo>
                  <a:pt x="89" y="165"/>
                </a:moveTo>
                <a:cubicBezTo>
                  <a:pt x="80" y="165"/>
                  <a:pt x="73" y="165"/>
                  <a:pt x="67" y="164"/>
                </a:cubicBezTo>
                <a:cubicBezTo>
                  <a:pt x="61" y="163"/>
                  <a:pt x="56" y="161"/>
                  <a:pt x="52" y="159"/>
                </a:cubicBezTo>
                <a:cubicBezTo>
                  <a:pt x="45" y="156"/>
                  <a:pt x="39" y="153"/>
                  <a:pt x="33" y="155"/>
                </a:cubicBezTo>
                <a:cubicBezTo>
                  <a:pt x="32" y="155"/>
                  <a:pt x="31" y="156"/>
                  <a:pt x="30" y="156"/>
                </a:cubicBezTo>
                <a:cubicBezTo>
                  <a:pt x="28" y="157"/>
                  <a:pt x="26" y="158"/>
                  <a:pt x="22" y="158"/>
                </a:cubicBezTo>
                <a:cubicBezTo>
                  <a:pt x="22" y="158"/>
                  <a:pt x="22" y="158"/>
                  <a:pt x="22" y="158"/>
                </a:cubicBezTo>
                <a:cubicBezTo>
                  <a:pt x="18" y="158"/>
                  <a:pt x="14" y="157"/>
                  <a:pt x="11" y="154"/>
                </a:cubicBezTo>
                <a:cubicBezTo>
                  <a:pt x="4" y="149"/>
                  <a:pt x="0" y="141"/>
                  <a:pt x="0" y="133"/>
                </a:cubicBezTo>
                <a:cubicBezTo>
                  <a:pt x="0" y="87"/>
                  <a:pt x="0" y="87"/>
                  <a:pt x="0" y="87"/>
                </a:cubicBezTo>
                <a:cubicBezTo>
                  <a:pt x="0" y="79"/>
                  <a:pt x="4" y="72"/>
                  <a:pt x="10" y="67"/>
                </a:cubicBezTo>
                <a:cubicBezTo>
                  <a:pt x="15" y="64"/>
                  <a:pt x="21" y="62"/>
                  <a:pt x="25" y="63"/>
                </a:cubicBezTo>
                <a:cubicBezTo>
                  <a:pt x="28" y="63"/>
                  <a:pt x="30" y="64"/>
                  <a:pt x="32" y="65"/>
                </a:cubicBezTo>
                <a:cubicBezTo>
                  <a:pt x="32" y="65"/>
                  <a:pt x="33" y="65"/>
                  <a:pt x="33" y="66"/>
                </a:cubicBezTo>
                <a:cubicBezTo>
                  <a:pt x="34" y="66"/>
                  <a:pt x="34" y="66"/>
                  <a:pt x="35" y="66"/>
                </a:cubicBezTo>
                <a:cubicBezTo>
                  <a:pt x="41" y="66"/>
                  <a:pt x="50" y="57"/>
                  <a:pt x="54" y="53"/>
                </a:cubicBezTo>
                <a:cubicBezTo>
                  <a:pt x="55" y="52"/>
                  <a:pt x="55" y="52"/>
                  <a:pt x="55" y="52"/>
                </a:cubicBezTo>
                <a:cubicBezTo>
                  <a:pt x="60" y="48"/>
                  <a:pt x="64" y="42"/>
                  <a:pt x="68" y="36"/>
                </a:cubicBezTo>
                <a:cubicBezTo>
                  <a:pt x="69" y="34"/>
                  <a:pt x="70" y="33"/>
                  <a:pt x="71" y="31"/>
                </a:cubicBezTo>
                <a:cubicBezTo>
                  <a:pt x="73" y="29"/>
                  <a:pt x="74" y="26"/>
                  <a:pt x="75" y="23"/>
                </a:cubicBezTo>
                <a:cubicBezTo>
                  <a:pt x="76" y="21"/>
                  <a:pt x="77" y="18"/>
                  <a:pt x="79" y="16"/>
                </a:cubicBezTo>
                <a:cubicBezTo>
                  <a:pt x="79" y="15"/>
                  <a:pt x="79" y="14"/>
                  <a:pt x="80" y="13"/>
                </a:cubicBezTo>
                <a:cubicBezTo>
                  <a:pt x="82" y="10"/>
                  <a:pt x="84" y="6"/>
                  <a:pt x="88" y="3"/>
                </a:cubicBezTo>
                <a:cubicBezTo>
                  <a:pt x="90" y="1"/>
                  <a:pt x="94" y="0"/>
                  <a:pt x="97" y="0"/>
                </a:cubicBezTo>
                <a:cubicBezTo>
                  <a:pt x="102" y="0"/>
                  <a:pt x="106" y="2"/>
                  <a:pt x="109" y="6"/>
                </a:cubicBezTo>
                <a:cubicBezTo>
                  <a:pt x="117" y="15"/>
                  <a:pt x="112" y="28"/>
                  <a:pt x="107" y="38"/>
                </a:cubicBezTo>
                <a:cubicBezTo>
                  <a:pt x="106" y="40"/>
                  <a:pt x="105" y="43"/>
                  <a:pt x="103" y="45"/>
                </a:cubicBezTo>
                <a:cubicBezTo>
                  <a:pt x="101" y="49"/>
                  <a:pt x="98" y="52"/>
                  <a:pt x="98" y="56"/>
                </a:cubicBezTo>
                <a:cubicBezTo>
                  <a:pt x="98" y="58"/>
                  <a:pt x="98" y="59"/>
                  <a:pt x="98" y="59"/>
                </a:cubicBezTo>
                <a:cubicBezTo>
                  <a:pt x="99" y="59"/>
                  <a:pt x="99" y="59"/>
                  <a:pt x="99" y="59"/>
                </a:cubicBezTo>
                <a:cubicBezTo>
                  <a:pt x="102" y="59"/>
                  <a:pt x="104" y="59"/>
                  <a:pt x="107" y="59"/>
                </a:cubicBezTo>
                <a:cubicBezTo>
                  <a:pt x="110" y="58"/>
                  <a:pt x="113" y="58"/>
                  <a:pt x="115" y="58"/>
                </a:cubicBezTo>
                <a:cubicBezTo>
                  <a:pt x="147" y="58"/>
                  <a:pt x="147" y="58"/>
                  <a:pt x="147" y="58"/>
                </a:cubicBezTo>
                <a:cubicBezTo>
                  <a:pt x="156" y="58"/>
                  <a:pt x="164" y="66"/>
                  <a:pt x="164" y="74"/>
                </a:cubicBezTo>
                <a:cubicBezTo>
                  <a:pt x="164" y="81"/>
                  <a:pt x="160" y="87"/>
                  <a:pt x="154" y="89"/>
                </a:cubicBezTo>
                <a:cubicBezTo>
                  <a:pt x="156" y="92"/>
                  <a:pt x="157" y="95"/>
                  <a:pt x="157" y="99"/>
                </a:cubicBezTo>
                <a:cubicBezTo>
                  <a:pt x="157" y="106"/>
                  <a:pt x="152" y="113"/>
                  <a:pt x="145" y="115"/>
                </a:cubicBezTo>
                <a:cubicBezTo>
                  <a:pt x="147" y="117"/>
                  <a:pt x="148" y="120"/>
                  <a:pt x="148" y="124"/>
                </a:cubicBezTo>
                <a:cubicBezTo>
                  <a:pt x="148" y="132"/>
                  <a:pt x="141" y="139"/>
                  <a:pt x="133" y="140"/>
                </a:cubicBezTo>
                <a:cubicBezTo>
                  <a:pt x="134" y="142"/>
                  <a:pt x="135" y="145"/>
                  <a:pt x="135" y="148"/>
                </a:cubicBezTo>
                <a:cubicBezTo>
                  <a:pt x="135" y="157"/>
                  <a:pt x="128" y="164"/>
                  <a:pt x="119" y="164"/>
                </a:cubicBezTo>
                <a:cubicBezTo>
                  <a:pt x="114" y="164"/>
                  <a:pt x="109" y="165"/>
                  <a:pt x="104" y="165"/>
                </a:cubicBezTo>
                <a:cubicBezTo>
                  <a:pt x="99" y="165"/>
                  <a:pt x="94" y="165"/>
                  <a:pt x="89" y="165"/>
                </a:cubicBezTo>
                <a:close/>
                <a:moveTo>
                  <a:pt x="38" y="146"/>
                </a:moveTo>
                <a:cubicBezTo>
                  <a:pt x="44" y="146"/>
                  <a:pt x="50" y="149"/>
                  <a:pt x="55" y="151"/>
                </a:cubicBezTo>
                <a:cubicBezTo>
                  <a:pt x="59" y="153"/>
                  <a:pt x="64" y="155"/>
                  <a:pt x="68" y="156"/>
                </a:cubicBezTo>
                <a:cubicBezTo>
                  <a:pt x="74" y="157"/>
                  <a:pt x="81" y="157"/>
                  <a:pt x="89" y="157"/>
                </a:cubicBezTo>
                <a:cubicBezTo>
                  <a:pt x="94" y="157"/>
                  <a:pt x="99" y="157"/>
                  <a:pt x="104" y="157"/>
                </a:cubicBezTo>
                <a:cubicBezTo>
                  <a:pt x="109" y="157"/>
                  <a:pt x="114" y="156"/>
                  <a:pt x="119" y="156"/>
                </a:cubicBezTo>
                <a:cubicBezTo>
                  <a:pt x="123" y="156"/>
                  <a:pt x="127" y="153"/>
                  <a:pt x="127" y="148"/>
                </a:cubicBezTo>
                <a:cubicBezTo>
                  <a:pt x="127" y="144"/>
                  <a:pt x="123" y="140"/>
                  <a:pt x="119" y="140"/>
                </a:cubicBezTo>
                <a:cubicBezTo>
                  <a:pt x="119" y="132"/>
                  <a:pt x="119" y="132"/>
                  <a:pt x="119" y="132"/>
                </a:cubicBezTo>
                <a:cubicBezTo>
                  <a:pt x="132" y="132"/>
                  <a:pt x="132" y="132"/>
                  <a:pt x="132" y="132"/>
                </a:cubicBezTo>
                <a:cubicBezTo>
                  <a:pt x="136" y="132"/>
                  <a:pt x="140" y="128"/>
                  <a:pt x="140" y="124"/>
                </a:cubicBezTo>
                <a:cubicBezTo>
                  <a:pt x="140" y="119"/>
                  <a:pt x="136" y="115"/>
                  <a:pt x="132" y="115"/>
                </a:cubicBezTo>
                <a:cubicBezTo>
                  <a:pt x="132" y="107"/>
                  <a:pt x="132" y="107"/>
                  <a:pt x="132" y="107"/>
                </a:cubicBezTo>
                <a:cubicBezTo>
                  <a:pt x="141" y="107"/>
                  <a:pt x="141" y="107"/>
                  <a:pt x="141" y="107"/>
                </a:cubicBezTo>
                <a:cubicBezTo>
                  <a:pt x="146" y="107"/>
                  <a:pt x="149" y="104"/>
                  <a:pt x="149" y="99"/>
                </a:cubicBezTo>
                <a:cubicBezTo>
                  <a:pt x="149" y="94"/>
                  <a:pt x="146" y="91"/>
                  <a:pt x="141" y="91"/>
                </a:cubicBezTo>
                <a:cubicBezTo>
                  <a:pt x="141" y="83"/>
                  <a:pt x="141" y="83"/>
                  <a:pt x="141" y="83"/>
                </a:cubicBezTo>
                <a:cubicBezTo>
                  <a:pt x="147" y="83"/>
                  <a:pt x="147" y="83"/>
                  <a:pt x="147" y="83"/>
                </a:cubicBezTo>
                <a:cubicBezTo>
                  <a:pt x="152" y="83"/>
                  <a:pt x="156" y="79"/>
                  <a:pt x="156" y="74"/>
                </a:cubicBezTo>
                <a:cubicBezTo>
                  <a:pt x="156" y="70"/>
                  <a:pt x="152" y="66"/>
                  <a:pt x="147" y="66"/>
                </a:cubicBezTo>
                <a:cubicBezTo>
                  <a:pt x="115" y="66"/>
                  <a:pt x="115" y="66"/>
                  <a:pt x="115" y="66"/>
                </a:cubicBezTo>
                <a:cubicBezTo>
                  <a:pt x="113" y="66"/>
                  <a:pt x="110" y="66"/>
                  <a:pt x="107" y="67"/>
                </a:cubicBezTo>
                <a:cubicBezTo>
                  <a:pt x="105" y="67"/>
                  <a:pt x="102" y="67"/>
                  <a:pt x="99" y="67"/>
                </a:cubicBezTo>
                <a:cubicBezTo>
                  <a:pt x="98" y="67"/>
                  <a:pt x="98" y="67"/>
                  <a:pt x="98" y="67"/>
                </a:cubicBezTo>
                <a:cubicBezTo>
                  <a:pt x="95" y="67"/>
                  <a:pt x="93" y="65"/>
                  <a:pt x="92" y="64"/>
                </a:cubicBezTo>
                <a:cubicBezTo>
                  <a:pt x="90" y="62"/>
                  <a:pt x="89" y="59"/>
                  <a:pt x="90" y="55"/>
                </a:cubicBezTo>
                <a:cubicBezTo>
                  <a:pt x="91" y="50"/>
                  <a:pt x="94" y="45"/>
                  <a:pt x="97" y="41"/>
                </a:cubicBezTo>
                <a:cubicBezTo>
                  <a:pt x="98" y="38"/>
                  <a:pt x="99" y="36"/>
                  <a:pt x="100" y="34"/>
                </a:cubicBezTo>
                <a:cubicBezTo>
                  <a:pt x="104" y="26"/>
                  <a:pt x="108" y="16"/>
                  <a:pt x="103" y="11"/>
                </a:cubicBezTo>
                <a:cubicBezTo>
                  <a:pt x="101" y="8"/>
                  <a:pt x="96" y="7"/>
                  <a:pt x="92" y="10"/>
                </a:cubicBezTo>
                <a:cubicBezTo>
                  <a:pt x="90" y="11"/>
                  <a:pt x="89" y="14"/>
                  <a:pt x="87" y="17"/>
                </a:cubicBezTo>
                <a:cubicBezTo>
                  <a:pt x="87" y="18"/>
                  <a:pt x="86" y="19"/>
                  <a:pt x="86" y="20"/>
                </a:cubicBezTo>
                <a:cubicBezTo>
                  <a:pt x="85" y="22"/>
                  <a:pt x="84" y="24"/>
                  <a:pt x="83" y="26"/>
                </a:cubicBezTo>
                <a:cubicBezTo>
                  <a:pt x="82" y="29"/>
                  <a:pt x="80" y="33"/>
                  <a:pt x="78" y="36"/>
                </a:cubicBezTo>
                <a:cubicBezTo>
                  <a:pt x="77" y="37"/>
                  <a:pt x="76" y="39"/>
                  <a:pt x="75" y="41"/>
                </a:cubicBezTo>
                <a:cubicBezTo>
                  <a:pt x="71" y="47"/>
                  <a:pt x="66" y="53"/>
                  <a:pt x="61" y="58"/>
                </a:cubicBezTo>
                <a:cubicBezTo>
                  <a:pt x="60" y="59"/>
                  <a:pt x="60" y="59"/>
                  <a:pt x="60" y="59"/>
                </a:cubicBezTo>
                <a:cubicBezTo>
                  <a:pt x="52" y="66"/>
                  <a:pt x="43" y="74"/>
                  <a:pt x="35" y="74"/>
                </a:cubicBezTo>
                <a:cubicBezTo>
                  <a:pt x="33" y="74"/>
                  <a:pt x="31" y="74"/>
                  <a:pt x="30" y="73"/>
                </a:cubicBezTo>
                <a:cubicBezTo>
                  <a:pt x="29" y="72"/>
                  <a:pt x="28" y="72"/>
                  <a:pt x="28" y="72"/>
                </a:cubicBezTo>
                <a:cubicBezTo>
                  <a:pt x="26" y="71"/>
                  <a:pt x="26" y="71"/>
                  <a:pt x="25" y="71"/>
                </a:cubicBezTo>
                <a:cubicBezTo>
                  <a:pt x="25" y="71"/>
                  <a:pt x="25" y="71"/>
                  <a:pt x="25" y="71"/>
                </a:cubicBezTo>
                <a:cubicBezTo>
                  <a:pt x="22" y="71"/>
                  <a:pt x="18" y="72"/>
                  <a:pt x="15" y="74"/>
                </a:cubicBezTo>
                <a:cubicBezTo>
                  <a:pt x="10" y="77"/>
                  <a:pt x="8" y="82"/>
                  <a:pt x="8" y="87"/>
                </a:cubicBezTo>
                <a:cubicBezTo>
                  <a:pt x="8" y="133"/>
                  <a:pt x="8" y="133"/>
                  <a:pt x="8" y="133"/>
                </a:cubicBezTo>
                <a:cubicBezTo>
                  <a:pt x="8" y="138"/>
                  <a:pt x="11" y="144"/>
                  <a:pt x="15" y="148"/>
                </a:cubicBezTo>
                <a:cubicBezTo>
                  <a:pt x="17" y="149"/>
                  <a:pt x="20" y="150"/>
                  <a:pt x="22" y="150"/>
                </a:cubicBezTo>
                <a:cubicBezTo>
                  <a:pt x="22" y="150"/>
                  <a:pt x="22" y="150"/>
                  <a:pt x="22" y="150"/>
                </a:cubicBezTo>
                <a:cubicBezTo>
                  <a:pt x="24" y="150"/>
                  <a:pt x="25" y="150"/>
                  <a:pt x="27" y="149"/>
                </a:cubicBezTo>
                <a:cubicBezTo>
                  <a:pt x="28" y="148"/>
                  <a:pt x="29" y="148"/>
                  <a:pt x="31" y="147"/>
                </a:cubicBezTo>
                <a:cubicBezTo>
                  <a:pt x="33" y="147"/>
                  <a:pt x="35" y="146"/>
                  <a:pt x="38" y="146"/>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764" name="组合 763"/>
          <p:cNvGrpSpPr/>
          <p:nvPr/>
        </p:nvGrpSpPr>
        <p:grpSpPr>
          <a:xfrm>
            <a:off x="4512582" y="3951018"/>
            <a:ext cx="280425" cy="376254"/>
            <a:chOff x="12587288" y="3976688"/>
            <a:chExt cx="441325" cy="592138"/>
          </a:xfrm>
          <a:solidFill>
            <a:srgbClr val="707E84"/>
          </a:solidFill>
        </p:grpSpPr>
        <p:sp>
          <p:nvSpPr>
            <p:cNvPr id="765" name="Freeform 159"/>
            <p:cNvSpPr>
              <a:spLocks/>
            </p:cNvSpPr>
            <p:nvPr/>
          </p:nvSpPr>
          <p:spPr bwMode="auto">
            <a:xfrm>
              <a:off x="12812713" y="4068763"/>
              <a:ext cx="127000" cy="127000"/>
            </a:xfrm>
            <a:custGeom>
              <a:avLst/>
              <a:gdLst>
                <a:gd name="T0" fmla="*/ 80 w 80"/>
                <a:gd name="T1" fmla="*/ 80 h 80"/>
                <a:gd name="T2" fmla="*/ 0 w 80"/>
                <a:gd name="T3" fmla="*/ 80 h 80"/>
                <a:gd name="T4" fmla="*/ 0 w 80"/>
                <a:gd name="T5" fmla="*/ 0 h 80"/>
                <a:gd name="T6" fmla="*/ 14 w 80"/>
                <a:gd name="T7" fmla="*/ 0 h 80"/>
                <a:gd name="T8" fmla="*/ 14 w 80"/>
                <a:gd name="T9" fmla="*/ 66 h 80"/>
                <a:gd name="T10" fmla="*/ 80 w 80"/>
                <a:gd name="T11" fmla="*/ 66 h 80"/>
                <a:gd name="T12" fmla="*/ 80 w 80"/>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80" h="80">
                  <a:moveTo>
                    <a:pt x="80" y="80"/>
                  </a:moveTo>
                  <a:lnTo>
                    <a:pt x="0" y="80"/>
                  </a:lnTo>
                  <a:lnTo>
                    <a:pt x="0" y="0"/>
                  </a:lnTo>
                  <a:lnTo>
                    <a:pt x="14" y="0"/>
                  </a:lnTo>
                  <a:lnTo>
                    <a:pt x="14" y="66"/>
                  </a:lnTo>
                  <a:lnTo>
                    <a:pt x="80" y="66"/>
                  </a:lnTo>
                  <a:lnTo>
                    <a:pt x="80" y="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6" name="Freeform 160"/>
            <p:cNvSpPr>
              <a:spLocks noEditPoints="1"/>
            </p:cNvSpPr>
            <p:nvPr/>
          </p:nvSpPr>
          <p:spPr bwMode="auto">
            <a:xfrm>
              <a:off x="12587288" y="4056063"/>
              <a:ext cx="365125" cy="512763"/>
            </a:xfrm>
            <a:custGeom>
              <a:avLst/>
              <a:gdLst>
                <a:gd name="T0" fmla="*/ 230 w 230"/>
                <a:gd name="T1" fmla="*/ 323 h 323"/>
                <a:gd name="T2" fmla="*/ 0 w 230"/>
                <a:gd name="T3" fmla="*/ 323 h 323"/>
                <a:gd name="T4" fmla="*/ 0 w 230"/>
                <a:gd name="T5" fmla="*/ 0 h 323"/>
                <a:gd name="T6" fmla="*/ 154 w 230"/>
                <a:gd name="T7" fmla="*/ 0 h 323"/>
                <a:gd name="T8" fmla="*/ 230 w 230"/>
                <a:gd name="T9" fmla="*/ 76 h 323"/>
                <a:gd name="T10" fmla="*/ 230 w 230"/>
                <a:gd name="T11" fmla="*/ 323 h 323"/>
                <a:gd name="T12" fmla="*/ 14 w 230"/>
                <a:gd name="T13" fmla="*/ 309 h 323"/>
                <a:gd name="T14" fmla="*/ 216 w 230"/>
                <a:gd name="T15" fmla="*/ 309 h 323"/>
                <a:gd name="T16" fmla="*/ 216 w 230"/>
                <a:gd name="T17" fmla="*/ 82 h 323"/>
                <a:gd name="T18" fmla="*/ 148 w 230"/>
                <a:gd name="T19" fmla="*/ 14 h 323"/>
                <a:gd name="T20" fmla="*/ 14 w 230"/>
                <a:gd name="T21" fmla="*/ 14 h 323"/>
                <a:gd name="T22" fmla="*/ 14 w 230"/>
                <a:gd name="T23" fmla="*/ 309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0" h="323">
                  <a:moveTo>
                    <a:pt x="230" y="323"/>
                  </a:moveTo>
                  <a:lnTo>
                    <a:pt x="0" y="323"/>
                  </a:lnTo>
                  <a:lnTo>
                    <a:pt x="0" y="0"/>
                  </a:lnTo>
                  <a:lnTo>
                    <a:pt x="154" y="0"/>
                  </a:lnTo>
                  <a:lnTo>
                    <a:pt x="230" y="76"/>
                  </a:lnTo>
                  <a:lnTo>
                    <a:pt x="230" y="323"/>
                  </a:lnTo>
                  <a:close/>
                  <a:moveTo>
                    <a:pt x="14" y="309"/>
                  </a:moveTo>
                  <a:lnTo>
                    <a:pt x="216" y="309"/>
                  </a:lnTo>
                  <a:lnTo>
                    <a:pt x="216" y="82"/>
                  </a:lnTo>
                  <a:lnTo>
                    <a:pt x="148" y="14"/>
                  </a:lnTo>
                  <a:lnTo>
                    <a:pt x="14" y="14"/>
                  </a:lnTo>
                  <a:lnTo>
                    <a:pt x="14" y="3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7" name="Freeform 161"/>
            <p:cNvSpPr>
              <a:spLocks/>
            </p:cNvSpPr>
            <p:nvPr/>
          </p:nvSpPr>
          <p:spPr bwMode="auto">
            <a:xfrm>
              <a:off x="12888913" y="3989388"/>
              <a:ext cx="127000" cy="127000"/>
            </a:xfrm>
            <a:custGeom>
              <a:avLst/>
              <a:gdLst>
                <a:gd name="T0" fmla="*/ 80 w 80"/>
                <a:gd name="T1" fmla="*/ 80 h 80"/>
                <a:gd name="T2" fmla="*/ 0 w 80"/>
                <a:gd name="T3" fmla="*/ 80 h 80"/>
                <a:gd name="T4" fmla="*/ 0 w 80"/>
                <a:gd name="T5" fmla="*/ 0 h 80"/>
                <a:gd name="T6" fmla="*/ 14 w 80"/>
                <a:gd name="T7" fmla="*/ 0 h 80"/>
                <a:gd name="T8" fmla="*/ 14 w 80"/>
                <a:gd name="T9" fmla="*/ 66 h 80"/>
                <a:gd name="T10" fmla="*/ 80 w 80"/>
                <a:gd name="T11" fmla="*/ 66 h 80"/>
                <a:gd name="T12" fmla="*/ 80 w 80"/>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80" h="80">
                  <a:moveTo>
                    <a:pt x="80" y="80"/>
                  </a:moveTo>
                  <a:lnTo>
                    <a:pt x="0" y="80"/>
                  </a:lnTo>
                  <a:lnTo>
                    <a:pt x="0" y="0"/>
                  </a:lnTo>
                  <a:lnTo>
                    <a:pt x="14" y="0"/>
                  </a:lnTo>
                  <a:lnTo>
                    <a:pt x="14" y="66"/>
                  </a:lnTo>
                  <a:lnTo>
                    <a:pt x="80" y="66"/>
                  </a:lnTo>
                  <a:lnTo>
                    <a:pt x="80" y="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8" name="Freeform 162"/>
            <p:cNvSpPr>
              <a:spLocks/>
            </p:cNvSpPr>
            <p:nvPr/>
          </p:nvSpPr>
          <p:spPr bwMode="auto">
            <a:xfrm>
              <a:off x="12663488" y="3976688"/>
              <a:ext cx="365125" cy="511175"/>
            </a:xfrm>
            <a:custGeom>
              <a:avLst/>
              <a:gdLst>
                <a:gd name="T0" fmla="*/ 230 w 230"/>
                <a:gd name="T1" fmla="*/ 322 h 322"/>
                <a:gd name="T2" fmla="*/ 174 w 230"/>
                <a:gd name="T3" fmla="*/ 322 h 322"/>
                <a:gd name="T4" fmla="*/ 174 w 230"/>
                <a:gd name="T5" fmla="*/ 308 h 322"/>
                <a:gd name="T6" fmla="*/ 216 w 230"/>
                <a:gd name="T7" fmla="*/ 308 h 322"/>
                <a:gd name="T8" fmla="*/ 216 w 230"/>
                <a:gd name="T9" fmla="*/ 82 h 322"/>
                <a:gd name="T10" fmla="*/ 148 w 230"/>
                <a:gd name="T11" fmla="*/ 14 h 322"/>
                <a:gd name="T12" fmla="*/ 14 w 230"/>
                <a:gd name="T13" fmla="*/ 14 h 322"/>
                <a:gd name="T14" fmla="*/ 14 w 230"/>
                <a:gd name="T15" fmla="*/ 58 h 322"/>
                <a:gd name="T16" fmla="*/ 0 w 230"/>
                <a:gd name="T17" fmla="*/ 58 h 322"/>
                <a:gd name="T18" fmla="*/ 0 w 230"/>
                <a:gd name="T19" fmla="*/ 0 h 322"/>
                <a:gd name="T20" fmla="*/ 154 w 230"/>
                <a:gd name="T21" fmla="*/ 0 h 322"/>
                <a:gd name="T22" fmla="*/ 230 w 230"/>
                <a:gd name="T23" fmla="*/ 76 h 322"/>
                <a:gd name="T24" fmla="*/ 230 w 230"/>
                <a:gd name="T25" fmla="*/ 322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0" h="322">
                  <a:moveTo>
                    <a:pt x="230" y="322"/>
                  </a:moveTo>
                  <a:lnTo>
                    <a:pt x="174" y="322"/>
                  </a:lnTo>
                  <a:lnTo>
                    <a:pt x="174" y="308"/>
                  </a:lnTo>
                  <a:lnTo>
                    <a:pt x="216" y="308"/>
                  </a:lnTo>
                  <a:lnTo>
                    <a:pt x="216" y="82"/>
                  </a:lnTo>
                  <a:lnTo>
                    <a:pt x="148" y="14"/>
                  </a:lnTo>
                  <a:lnTo>
                    <a:pt x="14" y="14"/>
                  </a:lnTo>
                  <a:lnTo>
                    <a:pt x="14" y="58"/>
                  </a:lnTo>
                  <a:lnTo>
                    <a:pt x="0" y="58"/>
                  </a:lnTo>
                  <a:lnTo>
                    <a:pt x="0" y="0"/>
                  </a:lnTo>
                  <a:lnTo>
                    <a:pt x="154" y="0"/>
                  </a:lnTo>
                  <a:lnTo>
                    <a:pt x="230" y="76"/>
                  </a:lnTo>
                  <a:lnTo>
                    <a:pt x="230" y="3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769" name="组合 768"/>
          <p:cNvGrpSpPr/>
          <p:nvPr/>
        </p:nvGrpSpPr>
        <p:grpSpPr>
          <a:xfrm>
            <a:off x="7333119" y="2965639"/>
            <a:ext cx="363140" cy="366167"/>
            <a:chOff x="11290300" y="3986213"/>
            <a:chExt cx="571500" cy="576263"/>
          </a:xfrm>
          <a:solidFill>
            <a:srgbClr val="707E84"/>
          </a:solidFill>
        </p:grpSpPr>
        <p:sp>
          <p:nvSpPr>
            <p:cNvPr id="770" name="Freeform 163"/>
            <p:cNvSpPr>
              <a:spLocks noEditPoints="1"/>
            </p:cNvSpPr>
            <p:nvPr/>
          </p:nvSpPr>
          <p:spPr bwMode="auto">
            <a:xfrm>
              <a:off x="11661775" y="3986213"/>
              <a:ext cx="200025" cy="168275"/>
            </a:xfrm>
            <a:custGeom>
              <a:avLst/>
              <a:gdLst>
                <a:gd name="T0" fmla="*/ 50 w 63"/>
                <a:gd name="T1" fmla="*/ 53 h 53"/>
                <a:gd name="T2" fmla="*/ 47 w 63"/>
                <a:gd name="T3" fmla="*/ 49 h 53"/>
                <a:gd name="T4" fmla="*/ 4 w 63"/>
                <a:gd name="T5" fmla="*/ 15 h 53"/>
                <a:gd name="T6" fmla="*/ 0 w 63"/>
                <a:gd name="T7" fmla="*/ 14 h 53"/>
                <a:gd name="T8" fmla="*/ 2 w 63"/>
                <a:gd name="T9" fmla="*/ 10 h 53"/>
                <a:gd name="T10" fmla="*/ 19 w 63"/>
                <a:gd name="T11" fmla="*/ 0 h 53"/>
                <a:gd name="T12" fmla="*/ 42 w 63"/>
                <a:gd name="T13" fmla="*/ 11 h 53"/>
                <a:gd name="T14" fmla="*/ 52 w 63"/>
                <a:gd name="T15" fmla="*/ 50 h 53"/>
                <a:gd name="T16" fmla="*/ 50 w 63"/>
                <a:gd name="T17" fmla="*/ 53 h 53"/>
                <a:gd name="T18" fmla="*/ 10 w 63"/>
                <a:gd name="T19" fmla="*/ 11 h 53"/>
                <a:gd name="T20" fmla="*/ 50 w 63"/>
                <a:gd name="T21" fmla="*/ 42 h 53"/>
                <a:gd name="T22" fmla="*/ 39 w 63"/>
                <a:gd name="T23" fmla="*/ 16 h 53"/>
                <a:gd name="T24" fmla="*/ 19 w 63"/>
                <a:gd name="T25" fmla="*/ 6 h 53"/>
                <a:gd name="T26" fmla="*/ 10 w 63"/>
                <a:gd name="T2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3" h="53">
                  <a:moveTo>
                    <a:pt x="50" y="53"/>
                  </a:moveTo>
                  <a:cubicBezTo>
                    <a:pt x="47" y="49"/>
                    <a:pt x="47" y="49"/>
                    <a:pt x="47" y="49"/>
                  </a:cubicBezTo>
                  <a:cubicBezTo>
                    <a:pt x="37" y="33"/>
                    <a:pt x="22" y="21"/>
                    <a:pt x="4" y="15"/>
                  </a:cubicBezTo>
                  <a:cubicBezTo>
                    <a:pt x="0" y="14"/>
                    <a:pt x="0" y="14"/>
                    <a:pt x="0" y="14"/>
                  </a:cubicBezTo>
                  <a:cubicBezTo>
                    <a:pt x="2" y="10"/>
                    <a:pt x="2" y="10"/>
                    <a:pt x="2" y="10"/>
                  </a:cubicBezTo>
                  <a:cubicBezTo>
                    <a:pt x="6" y="5"/>
                    <a:pt x="11" y="0"/>
                    <a:pt x="19" y="0"/>
                  </a:cubicBezTo>
                  <a:cubicBezTo>
                    <a:pt x="26" y="0"/>
                    <a:pt x="33" y="4"/>
                    <a:pt x="42" y="11"/>
                  </a:cubicBezTo>
                  <a:cubicBezTo>
                    <a:pt x="63" y="27"/>
                    <a:pt x="61" y="38"/>
                    <a:pt x="52" y="50"/>
                  </a:cubicBezTo>
                  <a:lnTo>
                    <a:pt x="50" y="53"/>
                  </a:lnTo>
                  <a:close/>
                  <a:moveTo>
                    <a:pt x="10" y="11"/>
                  </a:moveTo>
                  <a:cubicBezTo>
                    <a:pt x="26" y="17"/>
                    <a:pt x="40" y="28"/>
                    <a:pt x="50" y="42"/>
                  </a:cubicBezTo>
                  <a:cubicBezTo>
                    <a:pt x="54" y="36"/>
                    <a:pt x="55" y="29"/>
                    <a:pt x="39" y="16"/>
                  </a:cubicBezTo>
                  <a:cubicBezTo>
                    <a:pt x="30" y="9"/>
                    <a:pt x="24" y="6"/>
                    <a:pt x="19" y="6"/>
                  </a:cubicBezTo>
                  <a:cubicBezTo>
                    <a:pt x="16" y="6"/>
                    <a:pt x="13" y="8"/>
                    <a:pt x="1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1" name="Freeform 164"/>
            <p:cNvSpPr>
              <a:spLocks noEditPoints="1"/>
            </p:cNvSpPr>
            <p:nvPr/>
          </p:nvSpPr>
          <p:spPr bwMode="auto">
            <a:xfrm>
              <a:off x="11290300" y="3986213"/>
              <a:ext cx="200025" cy="168275"/>
            </a:xfrm>
            <a:custGeom>
              <a:avLst/>
              <a:gdLst>
                <a:gd name="T0" fmla="*/ 13 w 63"/>
                <a:gd name="T1" fmla="*/ 53 h 53"/>
                <a:gd name="T2" fmla="*/ 10 w 63"/>
                <a:gd name="T3" fmla="*/ 50 h 53"/>
                <a:gd name="T4" fmla="*/ 20 w 63"/>
                <a:gd name="T5" fmla="*/ 11 h 53"/>
                <a:gd name="T6" fmla="*/ 44 w 63"/>
                <a:gd name="T7" fmla="*/ 0 h 53"/>
                <a:gd name="T8" fmla="*/ 60 w 63"/>
                <a:gd name="T9" fmla="*/ 10 h 53"/>
                <a:gd name="T10" fmla="*/ 63 w 63"/>
                <a:gd name="T11" fmla="*/ 14 h 53"/>
                <a:gd name="T12" fmla="*/ 59 w 63"/>
                <a:gd name="T13" fmla="*/ 15 h 53"/>
                <a:gd name="T14" fmla="*/ 15 w 63"/>
                <a:gd name="T15" fmla="*/ 49 h 53"/>
                <a:gd name="T16" fmla="*/ 13 w 63"/>
                <a:gd name="T17" fmla="*/ 53 h 53"/>
                <a:gd name="T18" fmla="*/ 44 w 63"/>
                <a:gd name="T19" fmla="*/ 6 h 53"/>
                <a:gd name="T20" fmla="*/ 24 w 63"/>
                <a:gd name="T21" fmla="*/ 16 h 53"/>
                <a:gd name="T22" fmla="*/ 13 w 63"/>
                <a:gd name="T23" fmla="*/ 42 h 53"/>
                <a:gd name="T24" fmla="*/ 53 w 63"/>
                <a:gd name="T25" fmla="*/ 11 h 53"/>
                <a:gd name="T26" fmla="*/ 44 w 63"/>
                <a:gd name="T27" fmla="*/ 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3" h="53">
                  <a:moveTo>
                    <a:pt x="13" y="53"/>
                  </a:moveTo>
                  <a:cubicBezTo>
                    <a:pt x="10" y="50"/>
                    <a:pt x="10" y="50"/>
                    <a:pt x="10" y="50"/>
                  </a:cubicBezTo>
                  <a:cubicBezTo>
                    <a:pt x="2" y="38"/>
                    <a:pt x="0" y="27"/>
                    <a:pt x="20" y="11"/>
                  </a:cubicBezTo>
                  <a:cubicBezTo>
                    <a:pt x="30" y="4"/>
                    <a:pt x="37" y="0"/>
                    <a:pt x="44" y="0"/>
                  </a:cubicBezTo>
                  <a:cubicBezTo>
                    <a:pt x="51" y="0"/>
                    <a:pt x="56" y="5"/>
                    <a:pt x="60" y="10"/>
                  </a:cubicBezTo>
                  <a:cubicBezTo>
                    <a:pt x="63" y="14"/>
                    <a:pt x="63" y="14"/>
                    <a:pt x="63" y="14"/>
                  </a:cubicBezTo>
                  <a:cubicBezTo>
                    <a:pt x="59" y="15"/>
                    <a:pt x="59" y="15"/>
                    <a:pt x="59" y="15"/>
                  </a:cubicBezTo>
                  <a:cubicBezTo>
                    <a:pt x="41" y="21"/>
                    <a:pt x="26" y="33"/>
                    <a:pt x="15" y="49"/>
                  </a:cubicBezTo>
                  <a:lnTo>
                    <a:pt x="13" y="53"/>
                  </a:lnTo>
                  <a:close/>
                  <a:moveTo>
                    <a:pt x="44" y="6"/>
                  </a:moveTo>
                  <a:cubicBezTo>
                    <a:pt x="39" y="6"/>
                    <a:pt x="32" y="9"/>
                    <a:pt x="24" y="16"/>
                  </a:cubicBezTo>
                  <a:cubicBezTo>
                    <a:pt x="8" y="29"/>
                    <a:pt x="9" y="36"/>
                    <a:pt x="13" y="42"/>
                  </a:cubicBezTo>
                  <a:cubicBezTo>
                    <a:pt x="23" y="28"/>
                    <a:pt x="37" y="17"/>
                    <a:pt x="53" y="11"/>
                  </a:cubicBezTo>
                  <a:cubicBezTo>
                    <a:pt x="50" y="8"/>
                    <a:pt x="47" y="6"/>
                    <a:pt x="4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2" name="Freeform 165"/>
            <p:cNvSpPr>
              <a:spLocks/>
            </p:cNvSpPr>
            <p:nvPr/>
          </p:nvSpPr>
          <p:spPr bwMode="auto">
            <a:xfrm>
              <a:off x="11356975" y="4484688"/>
              <a:ext cx="73025" cy="74613"/>
            </a:xfrm>
            <a:custGeom>
              <a:avLst/>
              <a:gdLst>
                <a:gd name="T0" fmla="*/ 8 w 46"/>
                <a:gd name="T1" fmla="*/ 47 h 47"/>
                <a:gd name="T2" fmla="*/ 0 w 46"/>
                <a:gd name="T3" fmla="*/ 39 h 47"/>
                <a:gd name="T4" fmla="*/ 38 w 46"/>
                <a:gd name="T5" fmla="*/ 0 h 47"/>
                <a:gd name="T6" fmla="*/ 46 w 46"/>
                <a:gd name="T7" fmla="*/ 10 h 47"/>
                <a:gd name="T8" fmla="*/ 8 w 46"/>
                <a:gd name="T9" fmla="*/ 47 h 47"/>
              </a:gdLst>
              <a:ahLst/>
              <a:cxnLst>
                <a:cxn ang="0">
                  <a:pos x="T0" y="T1"/>
                </a:cxn>
                <a:cxn ang="0">
                  <a:pos x="T2" y="T3"/>
                </a:cxn>
                <a:cxn ang="0">
                  <a:pos x="T4" y="T5"/>
                </a:cxn>
                <a:cxn ang="0">
                  <a:pos x="T6" y="T7"/>
                </a:cxn>
                <a:cxn ang="0">
                  <a:pos x="T8" y="T9"/>
                </a:cxn>
              </a:cxnLst>
              <a:rect l="0" t="0" r="r" b="b"/>
              <a:pathLst>
                <a:path w="46" h="47">
                  <a:moveTo>
                    <a:pt x="8" y="47"/>
                  </a:moveTo>
                  <a:lnTo>
                    <a:pt x="0" y="39"/>
                  </a:lnTo>
                  <a:lnTo>
                    <a:pt x="38" y="0"/>
                  </a:lnTo>
                  <a:lnTo>
                    <a:pt x="46" y="10"/>
                  </a:lnTo>
                  <a:lnTo>
                    <a:pt x="8"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3" name="Freeform 166"/>
            <p:cNvSpPr>
              <a:spLocks/>
            </p:cNvSpPr>
            <p:nvPr/>
          </p:nvSpPr>
          <p:spPr bwMode="auto">
            <a:xfrm>
              <a:off x="11718925" y="4484688"/>
              <a:ext cx="76200" cy="77788"/>
            </a:xfrm>
            <a:custGeom>
              <a:avLst/>
              <a:gdLst>
                <a:gd name="T0" fmla="*/ 38 w 48"/>
                <a:gd name="T1" fmla="*/ 49 h 49"/>
                <a:gd name="T2" fmla="*/ 0 w 48"/>
                <a:gd name="T3" fmla="*/ 10 h 49"/>
                <a:gd name="T4" fmla="*/ 8 w 48"/>
                <a:gd name="T5" fmla="*/ 0 h 49"/>
                <a:gd name="T6" fmla="*/ 48 w 48"/>
                <a:gd name="T7" fmla="*/ 41 h 49"/>
                <a:gd name="T8" fmla="*/ 38 w 48"/>
                <a:gd name="T9" fmla="*/ 49 h 49"/>
              </a:gdLst>
              <a:ahLst/>
              <a:cxnLst>
                <a:cxn ang="0">
                  <a:pos x="T0" y="T1"/>
                </a:cxn>
                <a:cxn ang="0">
                  <a:pos x="T2" y="T3"/>
                </a:cxn>
                <a:cxn ang="0">
                  <a:pos x="T4" y="T5"/>
                </a:cxn>
                <a:cxn ang="0">
                  <a:pos x="T6" y="T7"/>
                </a:cxn>
                <a:cxn ang="0">
                  <a:pos x="T8" y="T9"/>
                </a:cxn>
              </a:cxnLst>
              <a:rect l="0" t="0" r="r" b="b"/>
              <a:pathLst>
                <a:path w="48" h="49">
                  <a:moveTo>
                    <a:pt x="38" y="49"/>
                  </a:moveTo>
                  <a:lnTo>
                    <a:pt x="0" y="10"/>
                  </a:lnTo>
                  <a:lnTo>
                    <a:pt x="8" y="0"/>
                  </a:lnTo>
                  <a:lnTo>
                    <a:pt x="48" y="41"/>
                  </a:lnTo>
                  <a:lnTo>
                    <a:pt x="3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4" name="Freeform 167"/>
            <p:cNvSpPr>
              <a:spLocks noEditPoints="1"/>
            </p:cNvSpPr>
            <p:nvPr/>
          </p:nvSpPr>
          <p:spPr bwMode="auto">
            <a:xfrm>
              <a:off x="11309350" y="4027488"/>
              <a:ext cx="533400" cy="534988"/>
            </a:xfrm>
            <a:custGeom>
              <a:avLst/>
              <a:gdLst>
                <a:gd name="T0" fmla="*/ 84 w 168"/>
                <a:gd name="T1" fmla="*/ 168 h 168"/>
                <a:gd name="T2" fmla="*/ 0 w 168"/>
                <a:gd name="T3" fmla="*/ 84 h 168"/>
                <a:gd name="T4" fmla="*/ 84 w 168"/>
                <a:gd name="T5" fmla="*/ 0 h 168"/>
                <a:gd name="T6" fmla="*/ 168 w 168"/>
                <a:gd name="T7" fmla="*/ 84 h 168"/>
                <a:gd name="T8" fmla="*/ 84 w 168"/>
                <a:gd name="T9" fmla="*/ 168 h 168"/>
                <a:gd name="T10" fmla="*/ 84 w 168"/>
                <a:gd name="T11" fmla="*/ 6 h 168"/>
                <a:gd name="T12" fmla="*/ 6 w 168"/>
                <a:gd name="T13" fmla="*/ 84 h 168"/>
                <a:gd name="T14" fmla="*/ 84 w 168"/>
                <a:gd name="T15" fmla="*/ 162 h 168"/>
                <a:gd name="T16" fmla="*/ 162 w 168"/>
                <a:gd name="T17" fmla="*/ 84 h 168"/>
                <a:gd name="T18" fmla="*/ 84 w 168"/>
                <a:gd name="T19" fmla="*/ 6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8" h="168">
                  <a:moveTo>
                    <a:pt x="84" y="168"/>
                  </a:moveTo>
                  <a:cubicBezTo>
                    <a:pt x="38" y="168"/>
                    <a:pt x="0" y="131"/>
                    <a:pt x="0" y="84"/>
                  </a:cubicBezTo>
                  <a:cubicBezTo>
                    <a:pt x="0" y="38"/>
                    <a:pt x="38" y="0"/>
                    <a:pt x="84" y="0"/>
                  </a:cubicBezTo>
                  <a:cubicBezTo>
                    <a:pt x="130" y="0"/>
                    <a:pt x="168" y="38"/>
                    <a:pt x="168" y="84"/>
                  </a:cubicBezTo>
                  <a:cubicBezTo>
                    <a:pt x="168" y="131"/>
                    <a:pt x="130" y="168"/>
                    <a:pt x="84" y="168"/>
                  </a:cubicBezTo>
                  <a:close/>
                  <a:moveTo>
                    <a:pt x="84" y="6"/>
                  </a:moveTo>
                  <a:cubicBezTo>
                    <a:pt x="41" y="6"/>
                    <a:pt x="6" y="41"/>
                    <a:pt x="6" y="84"/>
                  </a:cubicBezTo>
                  <a:cubicBezTo>
                    <a:pt x="6" y="127"/>
                    <a:pt x="41" y="162"/>
                    <a:pt x="84" y="162"/>
                  </a:cubicBezTo>
                  <a:cubicBezTo>
                    <a:pt x="127" y="162"/>
                    <a:pt x="162" y="127"/>
                    <a:pt x="162" y="84"/>
                  </a:cubicBezTo>
                  <a:cubicBezTo>
                    <a:pt x="162" y="41"/>
                    <a:pt x="127" y="6"/>
                    <a:pt x="8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5" name="Freeform 168"/>
            <p:cNvSpPr>
              <a:spLocks/>
            </p:cNvSpPr>
            <p:nvPr/>
          </p:nvSpPr>
          <p:spPr bwMode="auto">
            <a:xfrm>
              <a:off x="11420475" y="4110038"/>
              <a:ext cx="168275" cy="209550"/>
            </a:xfrm>
            <a:custGeom>
              <a:avLst/>
              <a:gdLst>
                <a:gd name="T0" fmla="*/ 106 w 106"/>
                <a:gd name="T1" fmla="*/ 132 h 132"/>
                <a:gd name="T2" fmla="*/ 0 w 106"/>
                <a:gd name="T3" fmla="*/ 132 h 132"/>
                <a:gd name="T4" fmla="*/ 0 w 106"/>
                <a:gd name="T5" fmla="*/ 120 h 132"/>
                <a:gd name="T6" fmla="*/ 94 w 106"/>
                <a:gd name="T7" fmla="*/ 120 h 132"/>
                <a:gd name="T8" fmla="*/ 94 w 106"/>
                <a:gd name="T9" fmla="*/ 0 h 132"/>
                <a:gd name="T10" fmla="*/ 106 w 106"/>
                <a:gd name="T11" fmla="*/ 0 h 132"/>
                <a:gd name="T12" fmla="*/ 106 w 106"/>
                <a:gd name="T13" fmla="*/ 132 h 132"/>
              </a:gdLst>
              <a:ahLst/>
              <a:cxnLst>
                <a:cxn ang="0">
                  <a:pos x="T0" y="T1"/>
                </a:cxn>
                <a:cxn ang="0">
                  <a:pos x="T2" y="T3"/>
                </a:cxn>
                <a:cxn ang="0">
                  <a:pos x="T4" y="T5"/>
                </a:cxn>
                <a:cxn ang="0">
                  <a:pos x="T6" y="T7"/>
                </a:cxn>
                <a:cxn ang="0">
                  <a:pos x="T8" y="T9"/>
                </a:cxn>
                <a:cxn ang="0">
                  <a:pos x="T10" y="T11"/>
                </a:cxn>
                <a:cxn ang="0">
                  <a:pos x="T12" y="T13"/>
                </a:cxn>
              </a:cxnLst>
              <a:rect l="0" t="0" r="r" b="b"/>
              <a:pathLst>
                <a:path w="106" h="132">
                  <a:moveTo>
                    <a:pt x="106" y="132"/>
                  </a:moveTo>
                  <a:lnTo>
                    <a:pt x="0" y="132"/>
                  </a:lnTo>
                  <a:lnTo>
                    <a:pt x="0" y="120"/>
                  </a:lnTo>
                  <a:lnTo>
                    <a:pt x="94" y="120"/>
                  </a:lnTo>
                  <a:lnTo>
                    <a:pt x="94" y="0"/>
                  </a:lnTo>
                  <a:lnTo>
                    <a:pt x="106" y="0"/>
                  </a:lnTo>
                  <a:lnTo>
                    <a:pt x="106" y="1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776" name="组合 775"/>
          <p:cNvGrpSpPr/>
          <p:nvPr/>
        </p:nvGrpSpPr>
        <p:grpSpPr>
          <a:xfrm>
            <a:off x="4935254" y="3908253"/>
            <a:ext cx="333887" cy="370201"/>
            <a:chOff x="10107613" y="3976688"/>
            <a:chExt cx="525463" cy="582613"/>
          </a:xfrm>
          <a:solidFill>
            <a:srgbClr val="707E84"/>
          </a:solidFill>
        </p:grpSpPr>
        <p:sp>
          <p:nvSpPr>
            <p:cNvPr id="777" name="Freeform 169"/>
            <p:cNvSpPr>
              <a:spLocks/>
            </p:cNvSpPr>
            <p:nvPr/>
          </p:nvSpPr>
          <p:spPr bwMode="auto">
            <a:xfrm>
              <a:off x="10107613" y="4033838"/>
              <a:ext cx="525463" cy="525463"/>
            </a:xfrm>
            <a:custGeom>
              <a:avLst/>
              <a:gdLst>
                <a:gd name="T0" fmla="*/ 83 w 165"/>
                <a:gd name="T1" fmla="*/ 165 h 165"/>
                <a:gd name="T2" fmla="*/ 0 w 165"/>
                <a:gd name="T3" fmla="*/ 82 h 165"/>
                <a:gd name="T4" fmla="*/ 6 w 165"/>
                <a:gd name="T5" fmla="*/ 82 h 165"/>
                <a:gd name="T6" fmla="*/ 83 w 165"/>
                <a:gd name="T7" fmla="*/ 159 h 165"/>
                <a:gd name="T8" fmla="*/ 159 w 165"/>
                <a:gd name="T9" fmla="*/ 82 h 165"/>
                <a:gd name="T10" fmla="*/ 83 w 165"/>
                <a:gd name="T11" fmla="*/ 6 h 165"/>
                <a:gd name="T12" fmla="*/ 83 w 165"/>
                <a:gd name="T13" fmla="*/ 0 h 165"/>
                <a:gd name="T14" fmla="*/ 165 w 165"/>
                <a:gd name="T15" fmla="*/ 82 h 165"/>
                <a:gd name="T16" fmla="*/ 83 w 165"/>
                <a:gd name="T17"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5" h="165">
                  <a:moveTo>
                    <a:pt x="83" y="165"/>
                  </a:moveTo>
                  <a:cubicBezTo>
                    <a:pt x="37" y="165"/>
                    <a:pt x="0" y="128"/>
                    <a:pt x="0" y="82"/>
                  </a:cubicBezTo>
                  <a:cubicBezTo>
                    <a:pt x="6" y="82"/>
                    <a:pt x="6" y="82"/>
                    <a:pt x="6" y="82"/>
                  </a:cubicBezTo>
                  <a:cubicBezTo>
                    <a:pt x="6" y="124"/>
                    <a:pt x="41" y="159"/>
                    <a:pt x="83" y="159"/>
                  </a:cubicBezTo>
                  <a:cubicBezTo>
                    <a:pt x="125" y="159"/>
                    <a:pt x="159" y="124"/>
                    <a:pt x="159" y="82"/>
                  </a:cubicBezTo>
                  <a:cubicBezTo>
                    <a:pt x="159" y="40"/>
                    <a:pt x="125" y="6"/>
                    <a:pt x="83" y="6"/>
                  </a:cubicBezTo>
                  <a:cubicBezTo>
                    <a:pt x="83" y="0"/>
                    <a:pt x="83" y="0"/>
                    <a:pt x="83" y="0"/>
                  </a:cubicBezTo>
                  <a:cubicBezTo>
                    <a:pt x="128" y="0"/>
                    <a:pt x="165" y="37"/>
                    <a:pt x="165" y="82"/>
                  </a:cubicBezTo>
                  <a:cubicBezTo>
                    <a:pt x="165" y="128"/>
                    <a:pt x="128" y="165"/>
                    <a:pt x="83" y="1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8" name="Freeform 170"/>
            <p:cNvSpPr>
              <a:spLocks/>
            </p:cNvSpPr>
            <p:nvPr/>
          </p:nvSpPr>
          <p:spPr bwMode="auto">
            <a:xfrm>
              <a:off x="10253663" y="3976688"/>
              <a:ext cx="117475" cy="136525"/>
            </a:xfrm>
            <a:custGeom>
              <a:avLst/>
              <a:gdLst>
                <a:gd name="T0" fmla="*/ 74 w 74"/>
                <a:gd name="T1" fmla="*/ 86 h 86"/>
                <a:gd name="T2" fmla="*/ 0 w 74"/>
                <a:gd name="T3" fmla="*/ 44 h 86"/>
                <a:gd name="T4" fmla="*/ 74 w 74"/>
                <a:gd name="T5" fmla="*/ 0 h 86"/>
                <a:gd name="T6" fmla="*/ 74 w 74"/>
                <a:gd name="T7" fmla="*/ 86 h 86"/>
              </a:gdLst>
              <a:ahLst/>
              <a:cxnLst>
                <a:cxn ang="0">
                  <a:pos x="T0" y="T1"/>
                </a:cxn>
                <a:cxn ang="0">
                  <a:pos x="T2" y="T3"/>
                </a:cxn>
                <a:cxn ang="0">
                  <a:pos x="T4" y="T5"/>
                </a:cxn>
                <a:cxn ang="0">
                  <a:pos x="T6" y="T7"/>
                </a:cxn>
              </a:cxnLst>
              <a:rect l="0" t="0" r="r" b="b"/>
              <a:pathLst>
                <a:path w="74" h="86">
                  <a:moveTo>
                    <a:pt x="74" y="86"/>
                  </a:moveTo>
                  <a:lnTo>
                    <a:pt x="0" y="44"/>
                  </a:lnTo>
                  <a:lnTo>
                    <a:pt x="74" y="0"/>
                  </a:lnTo>
                  <a:lnTo>
                    <a:pt x="74" y="8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9" name="Freeform 171"/>
            <p:cNvSpPr>
              <a:spLocks/>
            </p:cNvSpPr>
            <p:nvPr/>
          </p:nvSpPr>
          <p:spPr bwMode="auto">
            <a:xfrm>
              <a:off x="10348913" y="4176713"/>
              <a:ext cx="133350" cy="254000"/>
            </a:xfrm>
            <a:custGeom>
              <a:avLst/>
              <a:gdLst>
                <a:gd name="T0" fmla="*/ 76 w 84"/>
                <a:gd name="T1" fmla="*/ 160 h 160"/>
                <a:gd name="T2" fmla="*/ 0 w 84"/>
                <a:gd name="T3" fmla="*/ 86 h 160"/>
                <a:gd name="T4" fmla="*/ 0 w 84"/>
                <a:gd name="T5" fmla="*/ 0 h 160"/>
                <a:gd name="T6" fmla="*/ 12 w 84"/>
                <a:gd name="T7" fmla="*/ 0 h 160"/>
                <a:gd name="T8" fmla="*/ 12 w 84"/>
                <a:gd name="T9" fmla="*/ 82 h 160"/>
                <a:gd name="T10" fmla="*/ 84 w 84"/>
                <a:gd name="T11" fmla="*/ 152 h 160"/>
                <a:gd name="T12" fmla="*/ 76 w 84"/>
                <a:gd name="T13" fmla="*/ 160 h 160"/>
              </a:gdLst>
              <a:ahLst/>
              <a:cxnLst>
                <a:cxn ang="0">
                  <a:pos x="T0" y="T1"/>
                </a:cxn>
                <a:cxn ang="0">
                  <a:pos x="T2" y="T3"/>
                </a:cxn>
                <a:cxn ang="0">
                  <a:pos x="T4" y="T5"/>
                </a:cxn>
                <a:cxn ang="0">
                  <a:pos x="T6" y="T7"/>
                </a:cxn>
                <a:cxn ang="0">
                  <a:pos x="T8" y="T9"/>
                </a:cxn>
                <a:cxn ang="0">
                  <a:pos x="T10" y="T11"/>
                </a:cxn>
                <a:cxn ang="0">
                  <a:pos x="T12" y="T13"/>
                </a:cxn>
              </a:cxnLst>
              <a:rect l="0" t="0" r="r" b="b"/>
              <a:pathLst>
                <a:path w="84" h="160">
                  <a:moveTo>
                    <a:pt x="76" y="160"/>
                  </a:moveTo>
                  <a:lnTo>
                    <a:pt x="0" y="86"/>
                  </a:lnTo>
                  <a:lnTo>
                    <a:pt x="0" y="0"/>
                  </a:lnTo>
                  <a:lnTo>
                    <a:pt x="12" y="0"/>
                  </a:lnTo>
                  <a:lnTo>
                    <a:pt x="12" y="82"/>
                  </a:lnTo>
                  <a:lnTo>
                    <a:pt x="84" y="152"/>
                  </a:lnTo>
                  <a:lnTo>
                    <a:pt x="76" y="1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780" name="组合 779"/>
          <p:cNvGrpSpPr/>
          <p:nvPr/>
        </p:nvGrpSpPr>
        <p:grpSpPr>
          <a:xfrm>
            <a:off x="5413198" y="2988395"/>
            <a:ext cx="372219" cy="372219"/>
            <a:chOff x="2741613" y="3973513"/>
            <a:chExt cx="585788" cy="585788"/>
          </a:xfrm>
          <a:solidFill>
            <a:srgbClr val="707E84"/>
          </a:solidFill>
        </p:grpSpPr>
        <p:sp>
          <p:nvSpPr>
            <p:cNvPr id="781" name="Freeform 176"/>
            <p:cNvSpPr>
              <a:spLocks/>
            </p:cNvSpPr>
            <p:nvPr/>
          </p:nvSpPr>
          <p:spPr bwMode="auto">
            <a:xfrm>
              <a:off x="2813050" y="4252913"/>
              <a:ext cx="444500" cy="306388"/>
            </a:xfrm>
            <a:custGeom>
              <a:avLst/>
              <a:gdLst>
                <a:gd name="T0" fmla="*/ 280 w 280"/>
                <a:gd name="T1" fmla="*/ 193 h 193"/>
                <a:gd name="T2" fmla="*/ 0 w 280"/>
                <a:gd name="T3" fmla="*/ 193 h 193"/>
                <a:gd name="T4" fmla="*/ 0 w 280"/>
                <a:gd name="T5" fmla="*/ 0 h 193"/>
                <a:gd name="T6" fmla="*/ 14 w 280"/>
                <a:gd name="T7" fmla="*/ 0 h 193"/>
                <a:gd name="T8" fmla="*/ 14 w 280"/>
                <a:gd name="T9" fmla="*/ 179 h 193"/>
                <a:gd name="T10" fmla="*/ 268 w 280"/>
                <a:gd name="T11" fmla="*/ 179 h 193"/>
                <a:gd name="T12" fmla="*/ 268 w 280"/>
                <a:gd name="T13" fmla="*/ 0 h 193"/>
                <a:gd name="T14" fmla="*/ 280 w 280"/>
                <a:gd name="T15" fmla="*/ 0 h 193"/>
                <a:gd name="T16" fmla="*/ 280 w 280"/>
                <a:gd name="T17" fmla="*/ 19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0" h="193">
                  <a:moveTo>
                    <a:pt x="280" y="193"/>
                  </a:moveTo>
                  <a:lnTo>
                    <a:pt x="0" y="193"/>
                  </a:lnTo>
                  <a:lnTo>
                    <a:pt x="0" y="0"/>
                  </a:lnTo>
                  <a:lnTo>
                    <a:pt x="14" y="0"/>
                  </a:lnTo>
                  <a:lnTo>
                    <a:pt x="14" y="179"/>
                  </a:lnTo>
                  <a:lnTo>
                    <a:pt x="268" y="179"/>
                  </a:lnTo>
                  <a:lnTo>
                    <a:pt x="268" y="0"/>
                  </a:lnTo>
                  <a:lnTo>
                    <a:pt x="280" y="0"/>
                  </a:lnTo>
                  <a:lnTo>
                    <a:pt x="280" y="19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2" name="Freeform 177"/>
            <p:cNvSpPr>
              <a:spLocks/>
            </p:cNvSpPr>
            <p:nvPr/>
          </p:nvSpPr>
          <p:spPr bwMode="auto">
            <a:xfrm>
              <a:off x="2741613" y="3973513"/>
              <a:ext cx="585788" cy="301625"/>
            </a:xfrm>
            <a:custGeom>
              <a:avLst/>
              <a:gdLst>
                <a:gd name="T0" fmla="*/ 10 w 369"/>
                <a:gd name="T1" fmla="*/ 190 h 190"/>
                <a:gd name="T2" fmla="*/ 0 w 369"/>
                <a:gd name="T3" fmla="*/ 182 h 190"/>
                <a:gd name="T4" fmla="*/ 185 w 369"/>
                <a:gd name="T5" fmla="*/ 0 h 190"/>
                <a:gd name="T6" fmla="*/ 369 w 369"/>
                <a:gd name="T7" fmla="*/ 182 h 190"/>
                <a:gd name="T8" fmla="*/ 361 w 369"/>
                <a:gd name="T9" fmla="*/ 190 h 190"/>
                <a:gd name="T10" fmla="*/ 185 w 369"/>
                <a:gd name="T11" fmla="*/ 18 h 190"/>
                <a:gd name="T12" fmla="*/ 10 w 369"/>
                <a:gd name="T13" fmla="*/ 190 h 190"/>
              </a:gdLst>
              <a:ahLst/>
              <a:cxnLst>
                <a:cxn ang="0">
                  <a:pos x="T0" y="T1"/>
                </a:cxn>
                <a:cxn ang="0">
                  <a:pos x="T2" y="T3"/>
                </a:cxn>
                <a:cxn ang="0">
                  <a:pos x="T4" y="T5"/>
                </a:cxn>
                <a:cxn ang="0">
                  <a:pos x="T6" y="T7"/>
                </a:cxn>
                <a:cxn ang="0">
                  <a:pos x="T8" y="T9"/>
                </a:cxn>
                <a:cxn ang="0">
                  <a:pos x="T10" y="T11"/>
                </a:cxn>
                <a:cxn ang="0">
                  <a:pos x="T12" y="T13"/>
                </a:cxn>
              </a:cxnLst>
              <a:rect l="0" t="0" r="r" b="b"/>
              <a:pathLst>
                <a:path w="369" h="190">
                  <a:moveTo>
                    <a:pt x="10" y="190"/>
                  </a:moveTo>
                  <a:lnTo>
                    <a:pt x="0" y="182"/>
                  </a:lnTo>
                  <a:lnTo>
                    <a:pt x="185" y="0"/>
                  </a:lnTo>
                  <a:lnTo>
                    <a:pt x="369" y="182"/>
                  </a:lnTo>
                  <a:lnTo>
                    <a:pt x="361" y="190"/>
                  </a:lnTo>
                  <a:lnTo>
                    <a:pt x="185" y="18"/>
                  </a:lnTo>
                  <a:lnTo>
                    <a:pt x="10" y="1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3" name="Freeform 178"/>
            <p:cNvSpPr>
              <a:spLocks/>
            </p:cNvSpPr>
            <p:nvPr/>
          </p:nvSpPr>
          <p:spPr bwMode="auto">
            <a:xfrm>
              <a:off x="2946400" y="4281488"/>
              <a:ext cx="177800" cy="268288"/>
            </a:xfrm>
            <a:custGeom>
              <a:avLst/>
              <a:gdLst>
                <a:gd name="T0" fmla="*/ 56 w 56"/>
                <a:gd name="T1" fmla="*/ 84 h 84"/>
                <a:gd name="T2" fmla="*/ 50 w 56"/>
                <a:gd name="T3" fmla="*/ 84 h 84"/>
                <a:gd name="T4" fmla="*/ 50 w 56"/>
                <a:gd name="T5" fmla="*/ 14 h 84"/>
                <a:gd name="T6" fmla="*/ 42 w 56"/>
                <a:gd name="T7" fmla="*/ 6 h 84"/>
                <a:gd name="T8" fmla="*/ 14 w 56"/>
                <a:gd name="T9" fmla="*/ 6 h 84"/>
                <a:gd name="T10" fmla="*/ 6 w 56"/>
                <a:gd name="T11" fmla="*/ 14 h 84"/>
                <a:gd name="T12" fmla="*/ 6 w 56"/>
                <a:gd name="T13" fmla="*/ 84 h 84"/>
                <a:gd name="T14" fmla="*/ 0 w 56"/>
                <a:gd name="T15" fmla="*/ 84 h 84"/>
                <a:gd name="T16" fmla="*/ 0 w 56"/>
                <a:gd name="T17" fmla="*/ 14 h 84"/>
                <a:gd name="T18" fmla="*/ 14 w 56"/>
                <a:gd name="T19" fmla="*/ 0 h 84"/>
                <a:gd name="T20" fmla="*/ 42 w 56"/>
                <a:gd name="T21" fmla="*/ 0 h 84"/>
                <a:gd name="T22" fmla="*/ 56 w 56"/>
                <a:gd name="T23" fmla="*/ 14 h 84"/>
                <a:gd name="T24" fmla="*/ 56 w 56"/>
                <a:gd name="T25"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6" h="84">
                  <a:moveTo>
                    <a:pt x="56" y="84"/>
                  </a:moveTo>
                  <a:cubicBezTo>
                    <a:pt x="50" y="84"/>
                    <a:pt x="50" y="84"/>
                    <a:pt x="50" y="84"/>
                  </a:cubicBezTo>
                  <a:cubicBezTo>
                    <a:pt x="50" y="14"/>
                    <a:pt x="50" y="14"/>
                    <a:pt x="50" y="14"/>
                  </a:cubicBezTo>
                  <a:cubicBezTo>
                    <a:pt x="50" y="10"/>
                    <a:pt x="47" y="6"/>
                    <a:pt x="42" y="6"/>
                  </a:cubicBezTo>
                  <a:cubicBezTo>
                    <a:pt x="14" y="6"/>
                    <a:pt x="14" y="6"/>
                    <a:pt x="14" y="6"/>
                  </a:cubicBezTo>
                  <a:cubicBezTo>
                    <a:pt x="10" y="6"/>
                    <a:pt x="6" y="10"/>
                    <a:pt x="6" y="14"/>
                  </a:cubicBezTo>
                  <a:cubicBezTo>
                    <a:pt x="6" y="84"/>
                    <a:pt x="6" y="84"/>
                    <a:pt x="6" y="84"/>
                  </a:cubicBezTo>
                  <a:cubicBezTo>
                    <a:pt x="0" y="84"/>
                    <a:pt x="0" y="84"/>
                    <a:pt x="0" y="84"/>
                  </a:cubicBezTo>
                  <a:cubicBezTo>
                    <a:pt x="0" y="14"/>
                    <a:pt x="0" y="14"/>
                    <a:pt x="0" y="14"/>
                  </a:cubicBezTo>
                  <a:cubicBezTo>
                    <a:pt x="0" y="6"/>
                    <a:pt x="6" y="0"/>
                    <a:pt x="14" y="0"/>
                  </a:cubicBezTo>
                  <a:cubicBezTo>
                    <a:pt x="42" y="0"/>
                    <a:pt x="42" y="0"/>
                    <a:pt x="42" y="0"/>
                  </a:cubicBezTo>
                  <a:cubicBezTo>
                    <a:pt x="50" y="0"/>
                    <a:pt x="56" y="6"/>
                    <a:pt x="56" y="14"/>
                  </a:cubicBezTo>
                  <a:lnTo>
                    <a:pt x="56" y="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784" name="组合 783"/>
          <p:cNvGrpSpPr/>
          <p:nvPr/>
        </p:nvGrpSpPr>
        <p:grpSpPr>
          <a:xfrm>
            <a:off x="5894383" y="2988363"/>
            <a:ext cx="382306" cy="254198"/>
            <a:chOff x="3968750" y="4090988"/>
            <a:chExt cx="601663" cy="400050"/>
          </a:xfrm>
          <a:solidFill>
            <a:srgbClr val="707E84"/>
          </a:solidFill>
        </p:grpSpPr>
        <p:sp>
          <p:nvSpPr>
            <p:cNvPr id="785" name="Freeform 179"/>
            <p:cNvSpPr>
              <a:spLocks/>
            </p:cNvSpPr>
            <p:nvPr/>
          </p:nvSpPr>
          <p:spPr bwMode="auto">
            <a:xfrm>
              <a:off x="4186238" y="4351338"/>
              <a:ext cx="104775" cy="104775"/>
            </a:xfrm>
            <a:custGeom>
              <a:avLst/>
              <a:gdLst>
                <a:gd name="T0" fmla="*/ 56 w 66"/>
                <a:gd name="T1" fmla="*/ 66 h 66"/>
                <a:gd name="T2" fmla="*/ 0 w 66"/>
                <a:gd name="T3" fmla="*/ 8 h 66"/>
                <a:gd name="T4" fmla="*/ 8 w 66"/>
                <a:gd name="T5" fmla="*/ 0 h 66"/>
                <a:gd name="T6" fmla="*/ 66 w 66"/>
                <a:gd name="T7" fmla="*/ 56 h 66"/>
                <a:gd name="T8" fmla="*/ 56 w 66"/>
                <a:gd name="T9" fmla="*/ 66 h 66"/>
              </a:gdLst>
              <a:ahLst/>
              <a:cxnLst>
                <a:cxn ang="0">
                  <a:pos x="T0" y="T1"/>
                </a:cxn>
                <a:cxn ang="0">
                  <a:pos x="T2" y="T3"/>
                </a:cxn>
                <a:cxn ang="0">
                  <a:pos x="T4" y="T5"/>
                </a:cxn>
                <a:cxn ang="0">
                  <a:pos x="T6" y="T7"/>
                </a:cxn>
                <a:cxn ang="0">
                  <a:pos x="T8" y="T9"/>
                </a:cxn>
              </a:cxnLst>
              <a:rect l="0" t="0" r="r" b="b"/>
              <a:pathLst>
                <a:path w="66" h="66">
                  <a:moveTo>
                    <a:pt x="56" y="66"/>
                  </a:moveTo>
                  <a:lnTo>
                    <a:pt x="0" y="8"/>
                  </a:lnTo>
                  <a:lnTo>
                    <a:pt x="8" y="0"/>
                  </a:lnTo>
                  <a:lnTo>
                    <a:pt x="66" y="56"/>
                  </a:lnTo>
                  <a:lnTo>
                    <a:pt x="56"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6" name="Freeform 180"/>
            <p:cNvSpPr>
              <a:spLocks noEditPoints="1"/>
            </p:cNvSpPr>
            <p:nvPr/>
          </p:nvSpPr>
          <p:spPr bwMode="auto">
            <a:xfrm>
              <a:off x="4092575" y="4138613"/>
              <a:ext cx="87313" cy="82550"/>
            </a:xfrm>
            <a:custGeom>
              <a:avLst/>
              <a:gdLst>
                <a:gd name="T0" fmla="*/ 14 w 27"/>
                <a:gd name="T1" fmla="*/ 26 h 26"/>
                <a:gd name="T2" fmla="*/ 0 w 27"/>
                <a:gd name="T3" fmla="*/ 13 h 26"/>
                <a:gd name="T4" fmla="*/ 14 w 27"/>
                <a:gd name="T5" fmla="*/ 0 h 26"/>
                <a:gd name="T6" fmla="*/ 27 w 27"/>
                <a:gd name="T7" fmla="*/ 13 h 26"/>
                <a:gd name="T8" fmla="*/ 14 w 27"/>
                <a:gd name="T9" fmla="*/ 26 h 26"/>
                <a:gd name="T10" fmla="*/ 14 w 27"/>
                <a:gd name="T11" fmla="*/ 6 h 26"/>
                <a:gd name="T12" fmla="*/ 7 w 27"/>
                <a:gd name="T13" fmla="*/ 13 h 26"/>
                <a:gd name="T14" fmla="*/ 14 w 27"/>
                <a:gd name="T15" fmla="*/ 20 h 26"/>
                <a:gd name="T16" fmla="*/ 21 w 27"/>
                <a:gd name="T17" fmla="*/ 13 h 26"/>
                <a:gd name="T18" fmla="*/ 14 w 27"/>
                <a:gd name="T19" fmla="*/ 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26">
                  <a:moveTo>
                    <a:pt x="14" y="26"/>
                  </a:moveTo>
                  <a:cubicBezTo>
                    <a:pt x="6" y="26"/>
                    <a:pt x="0" y="20"/>
                    <a:pt x="0" y="13"/>
                  </a:cubicBezTo>
                  <a:cubicBezTo>
                    <a:pt x="0" y="6"/>
                    <a:pt x="6" y="0"/>
                    <a:pt x="14" y="0"/>
                  </a:cubicBezTo>
                  <a:cubicBezTo>
                    <a:pt x="21" y="0"/>
                    <a:pt x="27" y="6"/>
                    <a:pt x="27" y="13"/>
                  </a:cubicBezTo>
                  <a:cubicBezTo>
                    <a:pt x="27" y="20"/>
                    <a:pt x="21" y="26"/>
                    <a:pt x="14" y="26"/>
                  </a:cubicBezTo>
                  <a:close/>
                  <a:moveTo>
                    <a:pt x="14" y="6"/>
                  </a:moveTo>
                  <a:cubicBezTo>
                    <a:pt x="10" y="6"/>
                    <a:pt x="7" y="9"/>
                    <a:pt x="7" y="13"/>
                  </a:cubicBezTo>
                  <a:cubicBezTo>
                    <a:pt x="7" y="17"/>
                    <a:pt x="10" y="20"/>
                    <a:pt x="14" y="20"/>
                  </a:cubicBezTo>
                  <a:cubicBezTo>
                    <a:pt x="17" y="20"/>
                    <a:pt x="21" y="17"/>
                    <a:pt x="21" y="13"/>
                  </a:cubicBezTo>
                  <a:cubicBezTo>
                    <a:pt x="21" y="9"/>
                    <a:pt x="17" y="6"/>
                    <a:pt x="1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7" name="Rectangle 181"/>
            <p:cNvSpPr>
              <a:spLocks noChangeArrowheads="1"/>
            </p:cNvSpPr>
            <p:nvPr/>
          </p:nvSpPr>
          <p:spPr bwMode="auto">
            <a:xfrm>
              <a:off x="4548188" y="4424363"/>
              <a:ext cx="22225" cy="571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8" name="Rectangle 182"/>
            <p:cNvSpPr>
              <a:spLocks noChangeArrowheads="1"/>
            </p:cNvSpPr>
            <p:nvPr/>
          </p:nvSpPr>
          <p:spPr bwMode="auto">
            <a:xfrm>
              <a:off x="3968750" y="4446588"/>
              <a:ext cx="19050" cy="34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9" name="Freeform 183"/>
            <p:cNvSpPr>
              <a:spLocks noEditPoints="1"/>
            </p:cNvSpPr>
            <p:nvPr/>
          </p:nvSpPr>
          <p:spPr bwMode="auto">
            <a:xfrm>
              <a:off x="3968750" y="4090988"/>
              <a:ext cx="601663" cy="381000"/>
            </a:xfrm>
            <a:custGeom>
              <a:avLst/>
              <a:gdLst>
                <a:gd name="T0" fmla="*/ 0 w 379"/>
                <a:gd name="T1" fmla="*/ 240 h 240"/>
                <a:gd name="T2" fmla="*/ 0 w 379"/>
                <a:gd name="T3" fmla="*/ 0 h 240"/>
                <a:gd name="T4" fmla="*/ 379 w 379"/>
                <a:gd name="T5" fmla="*/ 0 h 240"/>
                <a:gd name="T6" fmla="*/ 379 w 379"/>
                <a:gd name="T7" fmla="*/ 226 h 240"/>
                <a:gd name="T8" fmla="*/ 237 w 379"/>
                <a:gd name="T9" fmla="*/ 82 h 240"/>
                <a:gd name="T10" fmla="*/ 143 w 379"/>
                <a:gd name="T11" fmla="*/ 178 h 240"/>
                <a:gd name="T12" fmla="*/ 101 w 379"/>
                <a:gd name="T13" fmla="*/ 136 h 240"/>
                <a:gd name="T14" fmla="*/ 0 w 379"/>
                <a:gd name="T15" fmla="*/ 240 h 240"/>
                <a:gd name="T16" fmla="*/ 12 w 379"/>
                <a:gd name="T17" fmla="*/ 12 h 240"/>
                <a:gd name="T18" fmla="*/ 12 w 379"/>
                <a:gd name="T19" fmla="*/ 208 h 240"/>
                <a:gd name="T20" fmla="*/ 101 w 379"/>
                <a:gd name="T21" fmla="*/ 118 h 240"/>
                <a:gd name="T22" fmla="*/ 143 w 379"/>
                <a:gd name="T23" fmla="*/ 160 h 240"/>
                <a:gd name="T24" fmla="*/ 237 w 379"/>
                <a:gd name="T25" fmla="*/ 62 h 240"/>
                <a:gd name="T26" fmla="*/ 365 w 379"/>
                <a:gd name="T27" fmla="*/ 194 h 240"/>
                <a:gd name="T28" fmla="*/ 365 w 379"/>
                <a:gd name="T29" fmla="*/ 12 h 240"/>
                <a:gd name="T30" fmla="*/ 12 w 379"/>
                <a:gd name="T31" fmla="*/ 12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9" h="240">
                  <a:moveTo>
                    <a:pt x="0" y="240"/>
                  </a:moveTo>
                  <a:lnTo>
                    <a:pt x="0" y="0"/>
                  </a:lnTo>
                  <a:lnTo>
                    <a:pt x="379" y="0"/>
                  </a:lnTo>
                  <a:lnTo>
                    <a:pt x="379" y="226"/>
                  </a:lnTo>
                  <a:lnTo>
                    <a:pt x="237" y="82"/>
                  </a:lnTo>
                  <a:lnTo>
                    <a:pt x="143" y="178"/>
                  </a:lnTo>
                  <a:lnTo>
                    <a:pt x="101" y="136"/>
                  </a:lnTo>
                  <a:lnTo>
                    <a:pt x="0" y="240"/>
                  </a:lnTo>
                  <a:close/>
                  <a:moveTo>
                    <a:pt x="12" y="12"/>
                  </a:moveTo>
                  <a:lnTo>
                    <a:pt x="12" y="208"/>
                  </a:lnTo>
                  <a:lnTo>
                    <a:pt x="101" y="118"/>
                  </a:lnTo>
                  <a:lnTo>
                    <a:pt x="143" y="160"/>
                  </a:lnTo>
                  <a:lnTo>
                    <a:pt x="237" y="62"/>
                  </a:lnTo>
                  <a:lnTo>
                    <a:pt x="365" y="194"/>
                  </a:lnTo>
                  <a:lnTo>
                    <a:pt x="365" y="12"/>
                  </a:lnTo>
                  <a:lnTo>
                    <a:pt x="12"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0" name="Freeform 184"/>
            <p:cNvSpPr>
              <a:spLocks noEditPoints="1"/>
            </p:cNvSpPr>
            <p:nvPr/>
          </p:nvSpPr>
          <p:spPr bwMode="auto">
            <a:xfrm>
              <a:off x="3968750" y="4189413"/>
              <a:ext cx="601663" cy="301625"/>
            </a:xfrm>
            <a:custGeom>
              <a:avLst/>
              <a:gdLst>
                <a:gd name="T0" fmla="*/ 379 w 379"/>
                <a:gd name="T1" fmla="*/ 190 h 190"/>
                <a:gd name="T2" fmla="*/ 0 w 379"/>
                <a:gd name="T3" fmla="*/ 190 h 190"/>
                <a:gd name="T4" fmla="*/ 0 w 379"/>
                <a:gd name="T5" fmla="*/ 160 h 190"/>
                <a:gd name="T6" fmla="*/ 101 w 379"/>
                <a:gd name="T7" fmla="*/ 56 h 190"/>
                <a:gd name="T8" fmla="*/ 143 w 379"/>
                <a:gd name="T9" fmla="*/ 98 h 190"/>
                <a:gd name="T10" fmla="*/ 237 w 379"/>
                <a:gd name="T11" fmla="*/ 0 h 190"/>
                <a:gd name="T12" fmla="*/ 379 w 379"/>
                <a:gd name="T13" fmla="*/ 146 h 190"/>
                <a:gd name="T14" fmla="*/ 379 w 379"/>
                <a:gd name="T15" fmla="*/ 190 h 190"/>
                <a:gd name="T16" fmla="*/ 12 w 379"/>
                <a:gd name="T17" fmla="*/ 178 h 190"/>
                <a:gd name="T18" fmla="*/ 365 w 379"/>
                <a:gd name="T19" fmla="*/ 178 h 190"/>
                <a:gd name="T20" fmla="*/ 365 w 379"/>
                <a:gd name="T21" fmla="*/ 150 h 190"/>
                <a:gd name="T22" fmla="*/ 237 w 379"/>
                <a:gd name="T23" fmla="*/ 20 h 190"/>
                <a:gd name="T24" fmla="*/ 143 w 379"/>
                <a:gd name="T25" fmla="*/ 116 h 190"/>
                <a:gd name="T26" fmla="*/ 101 w 379"/>
                <a:gd name="T27" fmla="*/ 74 h 190"/>
                <a:gd name="T28" fmla="*/ 12 w 379"/>
                <a:gd name="T29" fmla="*/ 164 h 190"/>
                <a:gd name="T30" fmla="*/ 12 w 379"/>
                <a:gd name="T31" fmla="*/ 178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9" h="190">
                  <a:moveTo>
                    <a:pt x="379" y="190"/>
                  </a:moveTo>
                  <a:lnTo>
                    <a:pt x="0" y="190"/>
                  </a:lnTo>
                  <a:lnTo>
                    <a:pt x="0" y="160"/>
                  </a:lnTo>
                  <a:lnTo>
                    <a:pt x="101" y="56"/>
                  </a:lnTo>
                  <a:lnTo>
                    <a:pt x="143" y="98"/>
                  </a:lnTo>
                  <a:lnTo>
                    <a:pt x="237" y="0"/>
                  </a:lnTo>
                  <a:lnTo>
                    <a:pt x="379" y="146"/>
                  </a:lnTo>
                  <a:lnTo>
                    <a:pt x="379" y="190"/>
                  </a:lnTo>
                  <a:close/>
                  <a:moveTo>
                    <a:pt x="12" y="178"/>
                  </a:moveTo>
                  <a:lnTo>
                    <a:pt x="365" y="178"/>
                  </a:lnTo>
                  <a:lnTo>
                    <a:pt x="365" y="150"/>
                  </a:lnTo>
                  <a:lnTo>
                    <a:pt x="237" y="20"/>
                  </a:lnTo>
                  <a:lnTo>
                    <a:pt x="143" y="116"/>
                  </a:lnTo>
                  <a:lnTo>
                    <a:pt x="101" y="74"/>
                  </a:lnTo>
                  <a:lnTo>
                    <a:pt x="12" y="164"/>
                  </a:lnTo>
                  <a:lnTo>
                    <a:pt x="12" y="17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791" name="组合 790"/>
          <p:cNvGrpSpPr/>
          <p:nvPr/>
        </p:nvGrpSpPr>
        <p:grpSpPr>
          <a:xfrm>
            <a:off x="5999290" y="3406266"/>
            <a:ext cx="172492" cy="360114"/>
            <a:chOff x="6559550" y="3989388"/>
            <a:chExt cx="271463" cy="566737"/>
          </a:xfrm>
          <a:solidFill>
            <a:srgbClr val="707E84"/>
          </a:solidFill>
        </p:grpSpPr>
        <p:sp>
          <p:nvSpPr>
            <p:cNvPr id="792" name="Freeform 189"/>
            <p:cNvSpPr>
              <a:spLocks noEditPoints="1"/>
            </p:cNvSpPr>
            <p:nvPr/>
          </p:nvSpPr>
          <p:spPr bwMode="auto">
            <a:xfrm>
              <a:off x="6607175" y="3989388"/>
              <a:ext cx="179388" cy="419100"/>
            </a:xfrm>
            <a:custGeom>
              <a:avLst/>
              <a:gdLst>
                <a:gd name="T0" fmla="*/ 28 w 56"/>
                <a:gd name="T1" fmla="*/ 132 h 132"/>
                <a:gd name="T2" fmla="*/ 0 w 56"/>
                <a:gd name="T3" fmla="*/ 104 h 132"/>
                <a:gd name="T4" fmla="*/ 0 w 56"/>
                <a:gd name="T5" fmla="*/ 28 h 132"/>
                <a:gd name="T6" fmla="*/ 28 w 56"/>
                <a:gd name="T7" fmla="*/ 0 h 132"/>
                <a:gd name="T8" fmla="*/ 56 w 56"/>
                <a:gd name="T9" fmla="*/ 28 h 132"/>
                <a:gd name="T10" fmla="*/ 56 w 56"/>
                <a:gd name="T11" fmla="*/ 104 h 132"/>
                <a:gd name="T12" fmla="*/ 28 w 56"/>
                <a:gd name="T13" fmla="*/ 132 h 132"/>
                <a:gd name="T14" fmla="*/ 28 w 56"/>
                <a:gd name="T15" fmla="*/ 6 h 132"/>
                <a:gd name="T16" fmla="*/ 6 w 56"/>
                <a:gd name="T17" fmla="*/ 28 h 132"/>
                <a:gd name="T18" fmla="*/ 6 w 56"/>
                <a:gd name="T19" fmla="*/ 104 h 132"/>
                <a:gd name="T20" fmla="*/ 28 w 56"/>
                <a:gd name="T21" fmla="*/ 126 h 132"/>
                <a:gd name="T22" fmla="*/ 50 w 56"/>
                <a:gd name="T23" fmla="*/ 104 h 132"/>
                <a:gd name="T24" fmla="*/ 50 w 56"/>
                <a:gd name="T25" fmla="*/ 28 h 132"/>
                <a:gd name="T26" fmla="*/ 28 w 56"/>
                <a:gd name="T27" fmla="*/ 6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6" h="132">
                  <a:moveTo>
                    <a:pt x="28" y="132"/>
                  </a:moveTo>
                  <a:cubicBezTo>
                    <a:pt x="12" y="132"/>
                    <a:pt x="0" y="120"/>
                    <a:pt x="0" y="104"/>
                  </a:cubicBezTo>
                  <a:cubicBezTo>
                    <a:pt x="0" y="28"/>
                    <a:pt x="0" y="28"/>
                    <a:pt x="0" y="28"/>
                  </a:cubicBezTo>
                  <a:cubicBezTo>
                    <a:pt x="0" y="12"/>
                    <a:pt x="12" y="0"/>
                    <a:pt x="28" y="0"/>
                  </a:cubicBezTo>
                  <a:cubicBezTo>
                    <a:pt x="43" y="0"/>
                    <a:pt x="56" y="12"/>
                    <a:pt x="56" y="28"/>
                  </a:cubicBezTo>
                  <a:cubicBezTo>
                    <a:pt x="56" y="104"/>
                    <a:pt x="56" y="104"/>
                    <a:pt x="56" y="104"/>
                  </a:cubicBezTo>
                  <a:cubicBezTo>
                    <a:pt x="56" y="120"/>
                    <a:pt x="43" y="132"/>
                    <a:pt x="28" y="132"/>
                  </a:cubicBezTo>
                  <a:close/>
                  <a:moveTo>
                    <a:pt x="28" y="6"/>
                  </a:moveTo>
                  <a:cubicBezTo>
                    <a:pt x="16" y="6"/>
                    <a:pt x="6" y="16"/>
                    <a:pt x="6" y="28"/>
                  </a:cubicBezTo>
                  <a:cubicBezTo>
                    <a:pt x="6" y="104"/>
                    <a:pt x="6" y="104"/>
                    <a:pt x="6" y="104"/>
                  </a:cubicBezTo>
                  <a:cubicBezTo>
                    <a:pt x="6" y="116"/>
                    <a:pt x="16" y="126"/>
                    <a:pt x="28" y="126"/>
                  </a:cubicBezTo>
                  <a:cubicBezTo>
                    <a:pt x="40" y="126"/>
                    <a:pt x="50" y="116"/>
                    <a:pt x="50" y="104"/>
                  </a:cubicBezTo>
                  <a:cubicBezTo>
                    <a:pt x="50" y="28"/>
                    <a:pt x="50" y="28"/>
                    <a:pt x="50" y="28"/>
                  </a:cubicBezTo>
                  <a:cubicBezTo>
                    <a:pt x="50" y="16"/>
                    <a:pt x="40" y="6"/>
                    <a:pt x="28"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3" name="Freeform 190"/>
            <p:cNvSpPr>
              <a:spLocks/>
            </p:cNvSpPr>
            <p:nvPr/>
          </p:nvSpPr>
          <p:spPr bwMode="auto">
            <a:xfrm>
              <a:off x="6559550" y="4198938"/>
              <a:ext cx="271463" cy="260350"/>
            </a:xfrm>
            <a:custGeom>
              <a:avLst/>
              <a:gdLst>
                <a:gd name="T0" fmla="*/ 43 w 85"/>
                <a:gd name="T1" fmla="*/ 82 h 82"/>
                <a:gd name="T2" fmla="*/ 0 w 85"/>
                <a:gd name="T3" fmla="*/ 39 h 82"/>
                <a:gd name="T4" fmla="*/ 0 w 85"/>
                <a:gd name="T5" fmla="*/ 0 h 82"/>
                <a:gd name="T6" fmla="*/ 6 w 85"/>
                <a:gd name="T7" fmla="*/ 0 h 82"/>
                <a:gd name="T8" fmla="*/ 6 w 85"/>
                <a:gd name="T9" fmla="*/ 39 h 82"/>
                <a:gd name="T10" fmla="*/ 43 w 85"/>
                <a:gd name="T11" fmla="*/ 76 h 82"/>
                <a:gd name="T12" fmla="*/ 79 w 85"/>
                <a:gd name="T13" fmla="*/ 39 h 82"/>
                <a:gd name="T14" fmla="*/ 79 w 85"/>
                <a:gd name="T15" fmla="*/ 0 h 82"/>
                <a:gd name="T16" fmla="*/ 85 w 85"/>
                <a:gd name="T17" fmla="*/ 0 h 82"/>
                <a:gd name="T18" fmla="*/ 85 w 85"/>
                <a:gd name="T19" fmla="*/ 39 h 82"/>
                <a:gd name="T20" fmla="*/ 43 w 85"/>
                <a:gd name="T21" fmla="*/ 8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5" h="82">
                  <a:moveTo>
                    <a:pt x="43" y="82"/>
                  </a:moveTo>
                  <a:cubicBezTo>
                    <a:pt x="19" y="82"/>
                    <a:pt x="0" y="63"/>
                    <a:pt x="0" y="39"/>
                  </a:cubicBezTo>
                  <a:cubicBezTo>
                    <a:pt x="0" y="0"/>
                    <a:pt x="0" y="0"/>
                    <a:pt x="0" y="0"/>
                  </a:cubicBezTo>
                  <a:cubicBezTo>
                    <a:pt x="6" y="0"/>
                    <a:pt x="6" y="0"/>
                    <a:pt x="6" y="0"/>
                  </a:cubicBezTo>
                  <a:cubicBezTo>
                    <a:pt x="6" y="39"/>
                    <a:pt x="6" y="39"/>
                    <a:pt x="6" y="39"/>
                  </a:cubicBezTo>
                  <a:cubicBezTo>
                    <a:pt x="6" y="60"/>
                    <a:pt x="23" y="76"/>
                    <a:pt x="43" y="76"/>
                  </a:cubicBezTo>
                  <a:cubicBezTo>
                    <a:pt x="63" y="76"/>
                    <a:pt x="79" y="60"/>
                    <a:pt x="79" y="39"/>
                  </a:cubicBezTo>
                  <a:cubicBezTo>
                    <a:pt x="79" y="0"/>
                    <a:pt x="79" y="0"/>
                    <a:pt x="79" y="0"/>
                  </a:cubicBezTo>
                  <a:cubicBezTo>
                    <a:pt x="85" y="0"/>
                    <a:pt x="85" y="0"/>
                    <a:pt x="85" y="0"/>
                  </a:cubicBezTo>
                  <a:cubicBezTo>
                    <a:pt x="85" y="39"/>
                    <a:pt x="85" y="39"/>
                    <a:pt x="85" y="39"/>
                  </a:cubicBezTo>
                  <a:cubicBezTo>
                    <a:pt x="85" y="63"/>
                    <a:pt x="66" y="82"/>
                    <a:pt x="43"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4" name="Rectangle 191"/>
            <p:cNvSpPr>
              <a:spLocks noChangeArrowheads="1"/>
            </p:cNvSpPr>
            <p:nvPr/>
          </p:nvSpPr>
          <p:spPr bwMode="auto">
            <a:xfrm>
              <a:off x="6616700" y="4537075"/>
              <a:ext cx="160338"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5" name="Rectangle 192"/>
            <p:cNvSpPr>
              <a:spLocks noChangeArrowheads="1"/>
            </p:cNvSpPr>
            <p:nvPr/>
          </p:nvSpPr>
          <p:spPr bwMode="auto">
            <a:xfrm>
              <a:off x="6686550" y="4449763"/>
              <a:ext cx="20638" cy="968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796" name="组合 795"/>
          <p:cNvGrpSpPr/>
          <p:nvPr/>
        </p:nvGrpSpPr>
        <p:grpSpPr>
          <a:xfrm>
            <a:off x="5408155" y="3510229"/>
            <a:ext cx="382305" cy="358097"/>
            <a:chOff x="7621588" y="3973513"/>
            <a:chExt cx="601662" cy="563563"/>
          </a:xfrm>
          <a:solidFill>
            <a:srgbClr val="707E84"/>
          </a:solidFill>
        </p:grpSpPr>
        <p:sp>
          <p:nvSpPr>
            <p:cNvPr id="797" name="Freeform 193"/>
            <p:cNvSpPr>
              <a:spLocks/>
            </p:cNvSpPr>
            <p:nvPr/>
          </p:nvSpPr>
          <p:spPr bwMode="auto">
            <a:xfrm>
              <a:off x="7621588" y="3973513"/>
              <a:ext cx="563563" cy="563563"/>
            </a:xfrm>
            <a:custGeom>
              <a:avLst/>
              <a:gdLst>
                <a:gd name="T0" fmla="*/ 88 w 177"/>
                <a:gd name="T1" fmla="*/ 177 h 177"/>
                <a:gd name="T2" fmla="*/ 26 w 177"/>
                <a:gd name="T3" fmla="*/ 151 h 177"/>
                <a:gd name="T4" fmla="*/ 0 w 177"/>
                <a:gd name="T5" fmla="*/ 89 h 177"/>
                <a:gd name="T6" fmla="*/ 26 w 177"/>
                <a:gd name="T7" fmla="*/ 27 h 177"/>
                <a:gd name="T8" fmla="*/ 88 w 177"/>
                <a:gd name="T9" fmla="*/ 0 h 177"/>
                <a:gd name="T10" fmla="*/ 88 w 177"/>
                <a:gd name="T11" fmla="*/ 0 h 177"/>
                <a:gd name="T12" fmla="*/ 177 w 177"/>
                <a:gd name="T13" fmla="*/ 88 h 177"/>
                <a:gd name="T14" fmla="*/ 171 w 177"/>
                <a:gd name="T15" fmla="*/ 88 h 177"/>
                <a:gd name="T16" fmla="*/ 88 w 177"/>
                <a:gd name="T17" fmla="*/ 6 h 177"/>
                <a:gd name="T18" fmla="*/ 88 w 177"/>
                <a:gd name="T19" fmla="*/ 6 h 177"/>
                <a:gd name="T20" fmla="*/ 30 w 177"/>
                <a:gd name="T21" fmla="*/ 31 h 177"/>
                <a:gd name="T22" fmla="*/ 6 w 177"/>
                <a:gd name="T23" fmla="*/ 89 h 177"/>
                <a:gd name="T24" fmla="*/ 31 w 177"/>
                <a:gd name="T25" fmla="*/ 147 h 177"/>
                <a:gd name="T26" fmla="*/ 88 w 177"/>
                <a:gd name="T27" fmla="*/ 171 h 177"/>
                <a:gd name="T28" fmla="*/ 89 w 177"/>
                <a:gd name="T29" fmla="*/ 171 h 177"/>
                <a:gd name="T30" fmla="*/ 155 w 177"/>
                <a:gd name="T31" fmla="*/ 136 h 177"/>
                <a:gd name="T32" fmla="*/ 160 w 177"/>
                <a:gd name="T33" fmla="*/ 140 h 177"/>
                <a:gd name="T34" fmla="*/ 89 w 177"/>
                <a:gd name="T35" fmla="*/ 177 h 177"/>
                <a:gd name="T36" fmla="*/ 88 w 177"/>
                <a:gd name="T37" fmla="*/ 177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7" h="177">
                  <a:moveTo>
                    <a:pt x="88" y="177"/>
                  </a:moveTo>
                  <a:cubicBezTo>
                    <a:pt x="65" y="177"/>
                    <a:pt x="43" y="168"/>
                    <a:pt x="26" y="151"/>
                  </a:cubicBezTo>
                  <a:cubicBezTo>
                    <a:pt x="10" y="135"/>
                    <a:pt x="0" y="113"/>
                    <a:pt x="0" y="89"/>
                  </a:cubicBezTo>
                  <a:cubicBezTo>
                    <a:pt x="0" y="66"/>
                    <a:pt x="9" y="43"/>
                    <a:pt x="26" y="27"/>
                  </a:cubicBezTo>
                  <a:cubicBezTo>
                    <a:pt x="42" y="10"/>
                    <a:pt x="64" y="1"/>
                    <a:pt x="88" y="0"/>
                  </a:cubicBezTo>
                  <a:cubicBezTo>
                    <a:pt x="88" y="0"/>
                    <a:pt x="88" y="0"/>
                    <a:pt x="88" y="0"/>
                  </a:cubicBezTo>
                  <a:cubicBezTo>
                    <a:pt x="137" y="0"/>
                    <a:pt x="176" y="40"/>
                    <a:pt x="177" y="88"/>
                  </a:cubicBezTo>
                  <a:cubicBezTo>
                    <a:pt x="171" y="88"/>
                    <a:pt x="171" y="88"/>
                    <a:pt x="171" y="88"/>
                  </a:cubicBezTo>
                  <a:cubicBezTo>
                    <a:pt x="170" y="43"/>
                    <a:pt x="133" y="6"/>
                    <a:pt x="88" y="6"/>
                  </a:cubicBezTo>
                  <a:cubicBezTo>
                    <a:pt x="88" y="6"/>
                    <a:pt x="88" y="6"/>
                    <a:pt x="88" y="6"/>
                  </a:cubicBezTo>
                  <a:cubicBezTo>
                    <a:pt x="66" y="7"/>
                    <a:pt x="45" y="15"/>
                    <a:pt x="30" y="31"/>
                  </a:cubicBezTo>
                  <a:cubicBezTo>
                    <a:pt x="14" y="46"/>
                    <a:pt x="6" y="67"/>
                    <a:pt x="6" y="89"/>
                  </a:cubicBezTo>
                  <a:cubicBezTo>
                    <a:pt x="6" y="111"/>
                    <a:pt x="15" y="132"/>
                    <a:pt x="31" y="147"/>
                  </a:cubicBezTo>
                  <a:cubicBezTo>
                    <a:pt x="46" y="162"/>
                    <a:pt x="67" y="171"/>
                    <a:pt x="88" y="171"/>
                  </a:cubicBezTo>
                  <a:cubicBezTo>
                    <a:pt x="88" y="171"/>
                    <a:pt x="89" y="171"/>
                    <a:pt x="89" y="171"/>
                  </a:cubicBezTo>
                  <a:cubicBezTo>
                    <a:pt x="115" y="171"/>
                    <a:pt x="140" y="158"/>
                    <a:pt x="155" y="136"/>
                  </a:cubicBezTo>
                  <a:cubicBezTo>
                    <a:pt x="160" y="140"/>
                    <a:pt x="160" y="140"/>
                    <a:pt x="160" y="140"/>
                  </a:cubicBezTo>
                  <a:cubicBezTo>
                    <a:pt x="144" y="163"/>
                    <a:pt x="117" y="177"/>
                    <a:pt x="89" y="177"/>
                  </a:cubicBezTo>
                  <a:cubicBezTo>
                    <a:pt x="89" y="177"/>
                    <a:pt x="89" y="177"/>
                    <a:pt x="88" y="1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8" name="Freeform 194"/>
            <p:cNvSpPr>
              <a:spLocks/>
            </p:cNvSpPr>
            <p:nvPr/>
          </p:nvSpPr>
          <p:spPr bwMode="auto">
            <a:xfrm>
              <a:off x="8099425" y="4183063"/>
              <a:ext cx="123825" cy="111125"/>
            </a:xfrm>
            <a:custGeom>
              <a:avLst/>
              <a:gdLst>
                <a:gd name="T0" fmla="*/ 0 w 78"/>
                <a:gd name="T1" fmla="*/ 0 h 70"/>
                <a:gd name="T2" fmla="*/ 40 w 78"/>
                <a:gd name="T3" fmla="*/ 70 h 70"/>
                <a:gd name="T4" fmla="*/ 78 w 78"/>
                <a:gd name="T5" fmla="*/ 0 h 70"/>
                <a:gd name="T6" fmla="*/ 0 w 78"/>
                <a:gd name="T7" fmla="*/ 0 h 70"/>
              </a:gdLst>
              <a:ahLst/>
              <a:cxnLst>
                <a:cxn ang="0">
                  <a:pos x="T0" y="T1"/>
                </a:cxn>
                <a:cxn ang="0">
                  <a:pos x="T2" y="T3"/>
                </a:cxn>
                <a:cxn ang="0">
                  <a:pos x="T4" y="T5"/>
                </a:cxn>
                <a:cxn ang="0">
                  <a:pos x="T6" y="T7"/>
                </a:cxn>
              </a:cxnLst>
              <a:rect l="0" t="0" r="r" b="b"/>
              <a:pathLst>
                <a:path w="78" h="70">
                  <a:moveTo>
                    <a:pt x="0" y="0"/>
                  </a:moveTo>
                  <a:lnTo>
                    <a:pt x="40" y="70"/>
                  </a:lnTo>
                  <a:lnTo>
                    <a:pt x="78"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9" name="Freeform 195"/>
            <p:cNvSpPr>
              <a:spLocks noEditPoints="1"/>
            </p:cNvSpPr>
            <p:nvPr/>
          </p:nvSpPr>
          <p:spPr bwMode="auto">
            <a:xfrm>
              <a:off x="7824788" y="4119563"/>
              <a:ext cx="152400" cy="127000"/>
            </a:xfrm>
            <a:custGeom>
              <a:avLst/>
              <a:gdLst>
                <a:gd name="T0" fmla="*/ 1 w 48"/>
                <a:gd name="T1" fmla="*/ 40 h 40"/>
                <a:gd name="T2" fmla="*/ 0 w 48"/>
                <a:gd name="T3" fmla="*/ 24 h 40"/>
                <a:gd name="T4" fmla="*/ 24 w 48"/>
                <a:gd name="T5" fmla="*/ 0 h 40"/>
                <a:gd name="T6" fmla="*/ 48 w 48"/>
                <a:gd name="T7" fmla="*/ 23 h 40"/>
                <a:gd name="T8" fmla="*/ 48 w 48"/>
                <a:gd name="T9" fmla="*/ 40 h 40"/>
                <a:gd name="T10" fmla="*/ 1 w 48"/>
                <a:gd name="T11" fmla="*/ 40 h 40"/>
                <a:gd name="T12" fmla="*/ 24 w 48"/>
                <a:gd name="T13" fmla="*/ 6 h 40"/>
                <a:gd name="T14" fmla="*/ 6 w 48"/>
                <a:gd name="T15" fmla="*/ 24 h 40"/>
                <a:gd name="T16" fmla="*/ 7 w 48"/>
                <a:gd name="T17" fmla="*/ 34 h 40"/>
                <a:gd name="T18" fmla="*/ 42 w 48"/>
                <a:gd name="T19" fmla="*/ 34 h 40"/>
                <a:gd name="T20" fmla="*/ 42 w 48"/>
                <a:gd name="T21" fmla="*/ 23 h 40"/>
                <a:gd name="T22" fmla="*/ 24 w 48"/>
                <a:gd name="T23"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8" h="40">
                  <a:moveTo>
                    <a:pt x="1" y="40"/>
                  </a:moveTo>
                  <a:cubicBezTo>
                    <a:pt x="0" y="24"/>
                    <a:pt x="0" y="24"/>
                    <a:pt x="0" y="24"/>
                  </a:cubicBezTo>
                  <a:cubicBezTo>
                    <a:pt x="0" y="11"/>
                    <a:pt x="11" y="0"/>
                    <a:pt x="24" y="0"/>
                  </a:cubicBezTo>
                  <a:cubicBezTo>
                    <a:pt x="37" y="0"/>
                    <a:pt x="48" y="10"/>
                    <a:pt x="48" y="23"/>
                  </a:cubicBezTo>
                  <a:cubicBezTo>
                    <a:pt x="48" y="40"/>
                    <a:pt x="48" y="40"/>
                    <a:pt x="48" y="40"/>
                  </a:cubicBezTo>
                  <a:lnTo>
                    <a:pt x="1" y="40"/>
                  </a:lnTo>
                  <a:close/>
                  <a:moveTo>
                    <a:pt x="24" y="6"/>
                  </a:moveTo>
                  <a:cubicBezTo>
                    <a:pt x="14" y="6"/>
                    <a:pt x="6" y="14"/>
                    <a:pt x="6" y="24"/>
                  </a:cubicBezTo>
                  <a:cubicBezTo>
                    <a:pt x="7" y="34"/>
                    <a:pt x="7" y="34"/>
                    <a:pt x="7" y="34"/>
                  </a:cubicBezTo>
                  <a:cubicBezTo>
                    <a:pt x="42" y="34"/>
                    <a:pt x="42" y="34"/>
                    <a:pt x="42" y="34"/>
                  </a:cubicBezTo>
                  <a:cubicBezTo>
                    <a:pt x="42" y="23"/>
                    <a:pt x="42" y="23"/>
                    <a:pt x="42" y="23"/>
                  </a:cubicBezTo>
                  <a:cubicBezTo>
                    <a:pt x="42" y="14"/>
                    <a:pt x="34" y="6"/>
                    <a:pt x="2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0" name="Freeform 196"/>
            <p:cNvSpPr>
              <a:spLocks noEditPoints="1"/>
            </p:cNvSpPr>
            <p:nvPr/>
          </p:nvSpPr>
          <p:spPr bwMode="auto">
            <a:xfrm>
              <a:off x="7793038" y="4227513"/>
              <a:ext cx="220663" cy="165100"/>
            </a:xfrm>
            <a:custGeom>
              <a:avLst/>
              <a:gdLst>
                <a:gd name="T0" fmla="*/ 5 w 69"/>
                <a:gd name="T1" fmla="*/ 52 h 52"/>
                <a:gd name="T2" fmla="*/ 5 w 69"/>
                <a:gd name="T3" fmla="*/ 52 h 52"/>
                <a:gd name="T4" fmla="*/ 1 w 69"/>
                <a:gd name="T5" fmla="*/ 47 h 52"/>
                <a:gd name="T6" fmla="*/ 0 w 69"/>
                <a:gd name="T7" fmla="*/ 4 h 52"/>
                <a:gd name="T8" fmla="*/ 5 w 69"/>
                <a:gd name="T9" fmla="*/ 0 h 52"/>
                <a:gd name="T10" fmla="*/ 64 w 69"/>
                <a:gd name="T11" fmla="*/ 0 h 52"/>
                <a:gd name="T12" fmla="*/ 68 w 69"/>
                <a:gd name="T13" fmla="*/ 4 h 52"/>
                <a:gd name="T14" fmla="*/ 69 w 69"/>
                <a:gd name="T15" fmla="*/ 47 h 52"/>
                <a:gd name="T16" fmla="*/ 67 w 69"/>
                <a:gd name="T17" fmla="*/ 50 h 52"/>
                <a:gd name="T18" fmla="*/ 64 w 69"/>
                <a:gd name="T19" fmla="*/ 51 h 52"/>
                <a:gd name="T20" fmla="*/ 5 w 69"/>
                <a:gd name="T21" fmla="*/ 52 h 52"/>
                <a:gd name="T22" fmla="*/ 6 w 69"/>
                <a:gd name="T23" fmla="*/ 6 h 52"/>
                <a:gd name="T24" fmla="*/ 7 w 69"/>
                <a:gd name="T25" fmla="*/ 46 h 52"/>
                <a:gd name="T26" fmla="*/ 62 w 69"/>
                <a:gd name="T27" fmla="*/ 45 h 52"/>
                <a:gd name="T28" fmla="*/ 62 w 69"/>
                <a:gd name="T29" fmla="*/ 6 h 52"/>
                <a:gd name="T30" fmla="*/ 6 w 69"/>
                <a:gd name="T31" fmla="*/ 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9" h="52">
                  <a:moveTo>
                    <a:pt x="5" y="52"/>
                  </a:moveTo>
                  <a:cubicBezTo>
                    <a:pt x="5" y="52"/>
                    <a:pt x="5" y="52"/>
                    <a:pt x="5" y="52"/>
                  </a:cubicBezTo>
                  <a:cubicBezTo>
                    <a:pt x="3" y="52"/>
                    <a:pt x="1" y="50"/>
                    <a:pt x="1" y="47"/>
                  </a:cubicBezTo>
                  <a:cubicBezTo>
                    <a:pt x="0" y="4"/>
                    <a:pt x="0" y="4"/>
                    <a:pt x="0" y="4"/>
                  </a:cubicBezTo>
                  <a:cubicBezTo>
                    <a:pt x="0" y="2"/>
                    <a:pt x="2" y="0"/>
                    <a:pt x="5" y="0"/>
                  </a:cubicBezTo>
                  <a:cubicBezTo>
                    <a:pt x="64" y="0"/>
                    <a:pt x="64" y="0"/>
                    <a:pt x="64" y="0"/>
                  </a:cubicBezTo>
                  <a:cubicBezTo>
                    <a:pt x="66" y="0"/>
                    <a:pt x="68" y="2"/>
                    <a:pt x="68" y="4"/>
                  </a:cubicBezTo>
                  <a:cubicBezTo>
                    <a:pt x="69" y="47"/>
                    <a:pt x="69" y="47"/>
                    <a:pt x="69" y="47"/>
                  </a:cubicBezTo>
                  <a:cubicBezTo>
                    <a:pt x="69" y="48"/>
                    <a:pt x="68" y="49"/>
                    <a:pt x="67" y="50"/>
                  </a:cubicBezTo>
                  <a:cubicBezTo>
                    <a:pt x="66" y="51"/>
                    <a:pt x="65" y="51"/>
                    <a:pt x="64" y="51"/>
                  </a:cubicBezTo>
                  <a:lnTo>
                    <a:pt x="5" y="52"/>
                  </a:lnTo>
                  <a:close/>
                  <a:moveTo>
                    <a:pt x="6" y="6"/>
                  </a:moveTo>
                  <a:cubicBezTo>
                    <a:pt x="7" y="46"/>
                    <a:pt x="7" y="46"/>
                    <a:pt x="7" y="46"/>
                  </a:cubicBezTo>
                  <a:cubicBezTo>
                    <a:pt x="62" y="45"/>
                    <a:pt x="62" y="45"/>
                    <a:pt x="62" y="45"/>
                  </a:cubicBezTo>
                  <a:cubicBezTo>
                    <a:pt x="62" y="6"/>
                    <a:pt x="62" y="6"/>
                    <a:pt x="62" y="6"/>
                  </a:cubicBezTo>
                  <a:lnTo>
                    <a:pt x="6"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801" name="组合 800"/>
          <p:cNvGrpSpPr/>
          <p:nvPr/>
        </p:nvGrpSpPr>
        <p:grpSpPr>
          <a:xfrm>
            <a:off x="4467189" y="2947258"/>
            <a:ext cx="371210" cy="372219"/>
            <a:chOff x="-919163" y="5203825"/>
            <a:chExt cx="584200" cy="585788"/>
          </a:xfrm>
          <a:solidFill>
            <a:srgbClr val="707E84"/>
          </a:solidFill>
        </p:grpSpPr>
        <p:sp>
          <p:nvSpPr>
            <p:cNvPr id="802" name="Freeform 197"/>
            <p:cNvSpPr>
              <a:spLocks noEditPoints="1"/>
            </p:cNvSpPr>
            <p:nvPr/>
          </p:nvSpPr>
          <p:spPr bwMode="auto">
            <a:xfrm>
              <a:off x="-919163" y="5203825"/>
              <a:ext cx="584200" cy="585788"/>
            </a:xfrm>
            <a:custGeom>
              <a:avLst/>
              <a:gdLst>
                <a:gd name="T0" fmla="*/ 92 w 184"/>
                <a:gd name="T1" fmla="*/ 184 h 184"/>
                <a:gd name="T2" fmla="*/ 0 w 184"/>
                <a:gd name="T3" fmla="*/ 92 h 184"/>
                <a:gd name="T4" fmla="*/ 92 w 184"/>
                <a:gd name="T5" fmla="*/ 0 h 184"/>
                <a:gd name="T6" fmla="*/ 184 w 184"/>
                <a:gd name="T7" fmla="*/ 92 h 184"/>
                <a:gd name="T8" fmla="*/ 92 w 184"/>
                <a:gd name="T9" fmla="*/ 184 h 184"/>
                <a:gd name="T10" fmla="*/ 92 w 184"/>
                <a:gd name="T11" fmla="*/ 6 h 184"/>
                <a:gd name="T12" fmla="*/ 6 w 184"/>
                <a:gd name="T13" fmla="*/ 92 h 184"/>
                <a:gd name="T14" fmla="*/ 92 w 184"/>
                <a:gd name="T15" fmla="*/ 178 h 184"/>
                <a:gd name="T16" fmla="*/ 178 w 184"/>
                <a:gd name="T17" fmla="*/ 92 h 184"/>
                <a:gd name="T18" fmla="*/ 92 w 184"/>
                <a:gd name="T19" fmla="*/ 6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184">
                  <a:moveTo>
                    <a:pt x="92" y="184"/>
                  </a:moveTo>
                  <a:cubicBezTo>
                    <a:pt x="41" y="184"/>
                    <a:pt x="0" y="143"/>
                    <a:pt x="0" y="92"/>
                  </a:cubicBezTo>
                  <a:cubicBezTo>
                    <a:pt x="0" y="41"/>
                    <a:pt x="41" y="0"/>
                    <a:pt x="92" y="0"/>
                  </a:cubicBezTo>
                  <a:cubicBezTo>
                    <a:pt x="143" y="0"/>
                    <a:pt x="184" y="41"/>
                    <a:pt x="184" y="92"/>
                  </a:cubicBezTo>
                  <a:cubicBezTo>
                    <a:pt x="184" y="143"/>
                    <a:pt x="143" y="184"/>
                    <a:pt x="92" y="184"/>
                  </a:cubicBezTo>
                  <a:close/>
                  <a:moveTo>
                    <a:pt x="92" y="6"/>
                  </a:moveTo>
                  <a:cubicBezTo>
                    <a:pt x="45" y="6"/>
                    <a:pt x="6" y="44"/>
                    <a:pt x="6" y="92"/>
                  </a:cubicBezTo>
                  <a:cubicBezTo>
                    <a:pt x="6" y="139"/>
                    <a:pt x="45" y="178"/>
                    <a:pt x="92" y="178"/>
                  </a:cubicBezTo>
                  <a:cubicBezTo>
                    <a:pt x="140" y="178"/>
                    <a:pt x="178" y="139"/>
                    <a:pt x="178" y="92"/>
                  </a:cubicBezTo>
                  <a:cubicBezTo>
                    <a:pt x="178" y="44"/>
                    <a:pt x="140" y="6"/>
                    <a:pt x="92"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3" name="Freeform 198"/>
            <p:cNvSpPr>
              <a:spLocks noEditPoints="1"/>
            </p:cNvSpPr>
            <p:nvPr/>
          </p:nvSpPr>
          <p:spPr bwMode="auto">
            <a:xfrm>
              <a:off x="-827088" y="5281613"/>
              <a:ext cx="400050" cy="508000"/>
            </a:xfrm>
            <a:custGeom>
              <a:avLst/>
              <a:gdLst>
                <a:gd name="T0" fmla="*/ 2 w 126"/>
                <a:gd name="T1" fmla="*/ 137 h 160"/>
                <a:gd name="T2" fmla="*/ 2 w 126"/>
                <a:gd name="T3" fmla="*/ 133 h 160"/>
                <a:gd name="T4" fmla="*/ 40 w 126"/>
                <a:gd name="T5" fmla="*/ 111 h 160"/>
                <a:gd name="T6" fmla="*/ 43 w 126"/>
                <a:gd name="T7" fmla="*/ 92 h 160"/>
                <a:gd name="T8" fmla="*/ 28 w 126"/>
                <a:gd name="T9" fmla="*/ 66 h 160"/>
                <a:gd name="T10" fmla="*/ 36 w 126"/>
                <a:gd name="T11" fmla="*/ 11 h 160"/>
                <a:gd name="T12" fmla="*/ 65 w 126"/>
                <a:gd name="T13" fmla="*/ 0 h 160"/>
                <a:gd name="T14" fmla="*/ 81 w 126"/>
                <a:gd name="T15" fmla="*/ 7 h 160"/>
                <a:gd name="T16" fmla="*/ 97 w 126"/>
                <a:gd name="T17" fmla="*/ 56 h 160"/>
                <a:gd name="T18" fmla="*/ 91 w 126"/>
                <a:gd name="T19" fmla="*/ 75 h 160"/>
                <a:gd name="T20" fmla="*/ 83 w 126"/>
                <a:gd name="T21" fmla="*/ 105 h 160"/>
                <a:gd name="T22" fmla="*/ 88 w 126"/>
                <a:gd name="T23" fmla="*/ 113 h 160"/>
                <a:gd name="T24" fmla="*/ 124 w 126"/>
                <a:gd name="T25" fmla="*/ 133 h 160"/>
                <a:gd name="T26" fmla="*/ 124 w 126"/>
                <a:gd name="T27" fmla="*/ 137 h 160"/>
                <a:gd name="T28" fmla="*/ 9 w 126"/>
                <a:gd name="T29" fmla="*/ 135 h 160"/>
                <a:gd name="T30" fmla="*/ 117 w 126"/>
                <a:gd name="T31" fmla="*/ 135 h 160"/>
                <a:gd name="T32" fmla="*/ 84 w 126"/>
                <a:gd name="T33" fmla="*/ 117 h 160"/>
                <a:gd name="T34" fmla="*/ 77 w 126"/>
                <a:gd name="T35" fmla="*/ 106 h 160"/>
                <a:gd name="T36" fmla="*/ 78 w 126"/>
                <a:gd name="T37" fmla="*/ 89 h 160"/>
                <a:gd name="T38" fmla="*/ 87 w 126"/>
                <a:gd name="T39" fmla="*/ 67 h 160"/>
                <a:gd name="T40" fmla="*/ 92 w 126"/>
                <a:gd name="T41" fmla="*/ 65 h 160"/>
                <a:gd name="T42" fmla="*/ 90 w 126"/>
                <a:gd name="T43" fmla="*/ 59 h 160"/>
                <a:gd name="T44" fmla="*/ 90 w 126"/>
                <a:gd name="T45" fmla="*/ 17 h 160"/>
                <a:gd name="T46" fmla="*/ 80 w 126"/>
                <a:gd name="T47" fmla="*/ 13 h 160"/>
                <a:gd name="T48" fmla="*/ 75 w 126"/>
                <a:gd name="T49" fmla="*/ 9 h 160"/>
                <a:gd name="T50" fmla="*/ 64 w 126"/>
                <a:gd name="T51" fmla="*/ 7 h 160"/>
                <a:gd name="T52" fmla="*/ 36 w 126"/>
                <a:gd name="T53" fmla="*/ 57 h 160"/>
                <a:gd name="T54" fmla="*/ 34 w 126"/>
                <a:gd name="T55" fmla="*/ 60 h 160"/>
                <a:gd name="T56" fmla="*/ 37 w 126"/>
                <a:gd name="T57" fmla="*/ 70 h 160"/>
                <a:gd name="T58" fmla="*/ 40 w 126"/>
                <a:gd name="T59" fmla="*/ 72 h 160"/>
                <a:gd name="T60" fmla="*/ 49 w 126"/>
                <a:gd name="T61" fmla="*/ 89 h 160"/>
                <a:gd name="T62" fmla="*/ 49 w 126"/>
                <a:gd name="T63" fmla="*/ 107 h 160"/>
                <a:gd name="T64" fmla="*/ 33 w 126"/>
                <a:gd name="T65" fmla="*/ 122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6" h="160">
                  <a:moveTo>
                    <a:pt x="63" y="160"/>
                  </a:moveTo>
                  <a:cubicBezTo>
                    <a:pt x="41" y="160"/>
                    <a:pt x="19" y="152"/>
                    <a:pt x="2" y="137"/>
                  </a:cubicBezTo>
                  <a:cubicBezTo>
                    <a:pt x="0" y="135"/>
                    <a:pt x="0" y="135"/>
                    <a:pt x="0" y="135"/>
                  </a:cubicBezTo>
                  <a:cubicBezTo>
                    <a:pt x="2" y="133"/>
                    <a:pt x="2" y="133"/>
                    <a:pt x="2" y="133"/>
                  </a:cubicBezTo>
                  <a:cubicBezTo>
                    <a:pt x="8" y="126"/>
                    <a:pt x="18" y="120"/>
                    <a:pt x="31" y="116"/>
                  </a:cubicBezTo>
                  <a:cubicBezTo>
                    <a:pt x="36" y="114"/>
                    <a:pt x="38" y="113"/>
                    <a:pt x="40" y="111"/>
                  </a:cubicBezTo>
                  <a:cubicBezTo>
                    <a:pt x="42" y="110"/>
                    <a:pt x="43" y="108"/>
                    <a:pt x="43" y="106"/>
                  </a:cubicBezTo>
                  <a:cubicBezTo>
                    <a:pt x="43" y="105"/>
                    <a:pt x="43" y="98"/>
                    <a:pt x="43" y="92"/>
                  </a:cubicBezTo>
                  <a:cubicBezTo>
                    <a:pt x="40" y="88"/>
                    <a:pt x="37" y="83"/>
                    <a:pt x="34" y="75"/>
                  </a:cubicBezTo>
                  <a:cubicBezTo>
                    <a:pt x="32" y="74"/>
                    <a:pt x="29" y="70"/>
                    <a:pt x="28" y="66"/>
                  </a:cubicBezTo>
                  <a:cubicBezTo>
                    <a:pt x="27" y="62"/>
                    <a:pt x="28" y="58"/>
                    <a:pt x="29" y="56"/>
                  </a:cubicBezTo>
                  <a:cubicBezTo>
                    <a:pt x="26" y="36"/>
                    <a:pt x="28" y="21"/>
                    <a:pt x="36" y="11"/>
                  </a:cubicBezTo>
                  <a:cubicBezTo>
                    <a:pt x="42" y="4"/>
                    <a:pt x="52" y="0"/>
                    <a:pt x="64" y="0"/>
                  </a:cubicBezTo>
                  <a:cubicBezTo>
                    <a:pt x="65" y="0"/>
                    <a:pt x="65" y="0"/>
                    <a:pt x="65" y="0"/>
                  </a:cubicBezTo>
                  <a:cubicBezTo>
                    <a:pt x="75" y="0"/>
                    <a:pt x="78" y="2"/>
                    <a:pt x="80" y="6"/>
                  </a:cubicBezTo>
                  <a:cubicBezTo>
                    <a:pt x="80" y="6"/>
                    <a:pt x="81" y="7"/>
                    <a:pt x="81" y="7"/>
                  </a:cubicBezTo>
                  <a:cubicBezTo>
                    <a:pt x="87" y="7"/>
                    <a:pt x="92" y="9"/>
                    <a:pt x="95" y="14"/>
                  </a:cubicBezTo>
                  <a:cubicBezTo>
                    <a:pt x="101" y="22"/>
                    <a:pt x="102" y="38"/>
                    <a:pt x="97" y="56"/>
                  </a:cubicBezTo>
                  <a:cubicBezTo>
                    <a:pt x="99" y="58"/>
                    <a:pt x="99" y="62"/>
                    <a:pt x="98" y="66"/>
                  </a:cubicBezTo>
                  <a:cubicBezTo>
                    <a:pt x="97" y="71"/>
                    <a:pt x="94" y="74"/>
                    <a:pt x="91" y="75"/>
                  </a:cubicBezTo>
                  <a:cubicBezTo>
                    <a:pt x="89" y="83"/>
                    <a:pt x="87" y="88"/>
                    <a:pt x="83" y="92"/>
                  </a:cubicBezTo>
                  <a:cubicBezTo>
                    <a:pt x="83" y="105"/>
                    <a:pt x="83" y="105"/>
                    <a:pt x="83" y="105"/>
                  </a:cubicBezTo>
                  <a:cubicBezTo>
                    <a:pt x="84" y="108"/>
                    <a:pt x="85" y="109"/>
                    <a:pt x="87" y="111"/>
                  </a:cubicBezTo>
                  <a:cubicBezTo>
                    <a:pt x="88" y="113"/>
                    <a:pt x="88" y="113"/>
                    <a:pt x="88" y="113"/>
                  </a:cubicBezTo>
                  <a:cubicBezTo>
                    <a:pt x="90" y="114"/>
                    <a:pt x="91" y="114"/>
                    <a:pt x="96" y="116"/>
                  </a:cubicBezTo>
                  <a:cubicBezTo>
                    <a:pt x="108" y="120"/>
                    <a:pt x="119" y="126"/>
                    <a:pt x="124" y="133"/>
                  </a:cubicBezTo>
                  <a:cubicBezTo>
                    <a:pt x="126" y="135"/>
                    <a:pt x="126" y="135"/>
                    <a:pt x="126" y="135"/>
                  </a:cubicBezTo>
                  <a:cubicBezTo>
                    <a:pt x="124" y="137"/>
                    <a:pt x="124" y="137"/>
                    <a:pt x="124" y="137"/>
                  </a:cubicBezTo>
                  <a:cubicBezTo>
                    <a:pt x="107" y="152"/>
                    <a:pt x="86" y="160"/>
                    <a:pt x="63" y="160"/>
                  </a:cubicBezTo>
                  <a:close/>
                  <a:moveTo>
                    <a:pt x="9" y="135"/>
                  </a:moveTo>
                  <a:cubicBezTo>
                    <a:pt x="24" y="147"/>
                    <a:pt x="43" y="154"/>
                    <a:pt x="63" y="154"/>
                  </a:cubicBezTo>
                  <a:cubicBezTo>
                    <a:pt x="83" y="154"/>
                    <a:pt x="102" y="147"/>
                    <a:pt x="117" y="135"/>
                  </a:cubicBezTo>
                  <a:cubicBezTo>
                    <a:pt x="112" y="130"/>
                    <a:pt x="104" y="125"/>
                    <a:pt x="94" y="122"/>
                  </a:cubicBezTo>
                  <a:cubicBezTo>
                    <a:pt x="88" y="120"/>
                    <a:pt x="86" y="119"/>
                    <a:pt x="84" y="117"/>
                  </a:cubicBezTo>
                  <a:cubicBezTo>
                    <a:pt x="83" y="116"/>
                    <a:pt x="83" y="116"/>
                    <a:pt x="83" y="116"/>
                  </a:cubicBezTo>
                  <a:cubicBezTo>
                    <a:pt x="80" y="114"/>
                    <a:pt x="78" y="111"/>
                    <a:pt x="77" y="106"/>
                  </a:cubicBezTo>
                  <a:cubicBezTo>
                    <a:pt x="77" y="90"/>
                    <a:pt x="77" y="90"/>
                    <a:pt x="77" y="90"/>
                  </a:cubicBezTo>
                  <a:cubicBezTo>
                    <a:pt x="78" y="89"/>
                    <a:pt x="78" y="89"/>
                    <a:pt x="78" y="89"/>
                  </a:cubicBezTo>
                  <a:cubicBezTo>
                    <a:pt x="82" y="85"/>
                    <a:pt x="84" y="79"/>
                    <a:pt x="86" y="71"/>
                  </a:cubicBezTo>
                  <a:cubicBezTo>
                    <a:pt x="87" y="67"/>
                    <a:pt x="87" y="67"/>
                    <a:pt x="87" y="67"/>
                  </a:cubicBezTo>
                  <a:cubicBezTo>
                    <a:pt x="90" y="69"/>
                    <a:pt x="90" y="69"/>
                    <a:pt x="90" y="69"/>
                  </a:cubicBezTo>
                  <a:cubicBezTo>
                    <a:pt x="91" y="68"/>
                    <a:pt x="92" y="67"/>
                    <a:pt x="92" y="65"/>
                  </a:cubicBezTo>
                  <a:cubicBezTo>
                    <a:pt x="93" y="63"/>
                    <a:pt x="93" y="61"/>
                    <a:pt x="92" y="60"/>
                  </a:cubicBezTo>
                  <a:cubicBezTo>
                    <a:pt x="90" y="59"/>
                    <a:pt x="90" y="59"/>
                    <a:pt x="90" y="59"/>
                  </a:cubicBezTo>
                  <a:cubicBezTo>
                    <a:pt x="90" y="56"/>
                    <a:pt x="90" y="56"/>
                    <a:pt x="90" y="56"/>
                  </a:cubicBezTo>
                  <a:cubicBezTo>
                    <a:pt x="95" y="39"/>
                    <a:pt x="95" y="24"/>
                    <a:pt x="90" y="17"/>
                  </a:cubicBezTo>
                  <a:cubicBezTo>
                    <a:pt x="88" y="15"/>
                    <a:pt x="85" y="13"/>
                    <a:pt x="81" y="13"/>
                  </a:cubicBezTo>
                  <a:cubicBezTo>
                    <a:pt x="80" y="13"/>
                    <a:pt x="80" y="13"/>
                    <a:pt x="80" y="13"/>
                  </a:cubicBezTo>
                  <a:cubicBezTo>
                    <a:pt x="79" y="13"/>
                    <a:pt x="79" y="13"/>
                    <a:pt x="79" y="13"/>
                  </a:cubicBezTo>
                  <a:cubicBezTo>
                    <a:pt x="77" y="12"/>
                    <a:pt x="76" y="10"/>
                    <a:pt x="75" y="9"/>
                  </a:cubicBezTo>
                  <a:cubicBezTo>
                    <a:pt x="74" y="8"/>
                    <a:pt x="73" y="7"/>
                    <a:pt x="65" y="7"/>
                  </a:cubicBezTo>
                  <a:cubicBezTo>
                    <a:pt x="64" y="7"/>
                    <a:pt x="64" y="7"/>
                    <a:pt x="64" y="7"/>
                  </a:cubicBezTo>
                  <a:cubicBezTo>
                    <a:pt x="54" y="7"/>
                    <a:pt x="46" y="10"/>
                    <a:pt x="41" y="15"/>
                  </a:cubicBezTo>
                  <a:cubicBezTo>
                    <a:pt x="34" y="24"/>
                    <a:pt x="32" y="38"/>
                    <a:pt x="36" y="57"/>
                  </a:cubicBezTo>
                  <a:cubicBezTo>
                    <a:pt x="37" y="60"/>
                    <a:pt x="37" y="60"/>
                    <a:pt x="37" y="60"/>
                  </a:cubicBezTo>
                  <a:cubicBezTo>
                    <a:pt x="34" y="60"/>
                    <a:pt x="34" y="60"/>
                    <a:pt x="34" y="60"/>
                  </a:cubicBezTo>
                  <a:cubicBezTo>
                    <a:pt x="34" y="61"/>
                    <a:pt x="34" y="63"/>
                    <a:pt x="34" y="65"/>
                  </a:cubicBezTo>
                  <a:cubicBezTo>
                    <a:pt x="35" y="67"/>
                    <a:pt x="37" y="69"/>
                    <a:pt x="37" y="70"/>
                  </a:cubicBezTo>
                  <a:cubicBezTo>
                    <a:pt x="40" y="69"/>
                    <a:pt x="40" y="69"/>
                    <a:pt x="40" y="69"/>
                  </a:cubicBezTo>
                  <a:cubicBezTo>
                    <a:pt x="40" y="72"/>
                    <a:pt x="40" y="72"/>
                    <a:pt x="40" y="72"/>
                  </a:cubicBezTo>
                  <a:cubicBezTo>
                    <a:pt x="43" y="80"/>
                    <a:pt x="45" y="85"/>
                    <a:pt x="48" y="89"/>
                  </a:cubicBezTo>
                  <a:cubicBezTo>
                    <a:pt x="49" y="89"/>
                    <a:pt x="49" y="89"/>
                    <a:pt x="49" y="89"/>
                  </a:cubicBezTo>
                  <a:cubicBezTo>
                    <a:pt x="49" y="91"/>
                    <a:pt x="49" y="91"/>
                    <a:pt x="49" y="91"/>
                  </a:cubicBezTo>
                  <a:cubicBezTo>
                    <a:pt x="49" y="94"/>
                    <a:pt x="50" y="105"/>
                    <a:pt x="49" y="107"/>
                  </a:cubicBezTo>
                  <a:cubicBezTo>
                    <a:pt x="49" y="110"/>
                    <a:pt x="47" y="113"/>
                    <a:pt x="44" y="116"/>
                  </a:cubicBezTo>
                  <a:cubicBezTo>
                    <a:pt x="42" y="119"/>
                    <a:pt x="38" y="120"/>
                    <a:pt x="33" y="122"/>
                  </a:cubicBezTo>
                  <a:cubicBezTo>
                    <a:pt x="23" y="125"/>
                    <a:pt x="14" y="129"/>
                    <a:pt x="9"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804" name="组合 803"/>
          <p:cNvGrpSpPr/>
          <p:nvPr/>
        </p:nvGrpSpPr>
        <p:grpSpPr>
          <a:xfrm>
            <a:off x="4926680" y="2949143"/>
            <a:ext cx="351035" cy="374236"/>
            <a:chOff x="317500" y="5187950"/>
            <a:chExt cx="552450" cy="588963"/>
          </a:xfrm>
          <a:solidFill>
            <a:srgbClr val="707E84"/>
          </a:solidFill>
        </p:grpSpPr>
        <p:sp>
          <p:nvSpPr>
            <p:cNvPr id="805" name="Freeform 199"/>
            <p:cNvSpPr>
              <a:spLocks/>
            </p:cNvSpPr>
            <p:nvPr/>
          </p:nvSpPr>
          <p:spPr bwMode="auto">
            <a:xfrm>
              <a:off x="393700" y="5187950"/>
              <a:ext cx="63500" cy="58738"/>
            </a:xfrm>
            <a:custGeom>
              <a:avLst/>
              <a:gdLst>
                <a:gd name="T0" fmla="*/ 20 w 20"/>
                <a:gd name="T1" fmla="*/ 18 h 18"/>
                <a:gd name="T2" fmla="*/ 14 w 20"/>
                <a:gd name="T3" fmla="*/ 18 h 18"/>
                <a:gd name="T4" fmla="*/ 14 w 20"/>
                <a:gd name="T5" fmla="*/ 10 h 18"/>
                <a:gd name="T6" fmla="*/ 10 w 20"/>
                <a:gd name="T7" fmla="*/ 6 h 18"/>
                <a:gd name="T8" fmla="*/ 6 w 20"/>
                <a:gd name="T9" fmla="*/ 10 h 18"/>
                <a:gd name="T10" fmla="*/ 6 w 20"/>
                <a:gd name="T11" fmla="*/ 18 h 18"/>
                <a:gd name="T12" fmla="*/ 0 w 20"/>
                <a:gd name="T13" fmla="*/ 18 h 18"/>
                <a:gd name="T14" fmla="*/ 0 w 20"/>
                <a:gd name="T15" fmla="*/ 10 h 18"/>
                <a:gd name="T16" fmla="*/ 10 w 20"/>
                <a:gd name="T17" fmla="*/ 0 h 18"/>
                <a:gd name="T18" fmla="*/ 20 w 20"/>
                <a:gd name="T19" fmla="*/ 10 h 18"/>
                <a:gd name="T20" fmla="*/ 20 w 20"/>
                <a:gd name="T21"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18">
                  <a:moveTo>
                    <a:pt x="20" y="18"/>
                  </a:moveTo>
                  <a:cubicBezTo>
                    <a:pt x="14" y="18"/>
                    <a:pt x="14" y="18"/>
                    <a:pt x="14" y="18"/>
                  </a:cubicBezTo>
                  <a:cubicBezTo>
                    <a:pt x="14" y="10"/>
                    <a:pt x="14" y="10"/>
                    <a:pt x="14" y="10"/>
                  </a:cubicBezTo>
                  <a:cubicBezTo>
                    <a:pt x="14" y="8"/>
                    <a:pt x="12" y="6"/>
                    <a:pt x="10" y="6"/>
                  </a:cubicBezTo>
                  <a:cubicBezTo>
                    <a:pt x="8" y="6"/>
                    <a:pt x="6" y="8"/>
                    <a:pt x="6" y="10"/>
                  </a:cubicBezTo>
                  <a:cubicBezTo>
                    <a:pt x="6" y="18"/>
                    <a:pt x="6" y="18"/>
                    <a:pt x="6" y="18"/>
                  </a:cubicBezTo>
                  <a:cubicBezTo>
                    <a:pt x="0" y="18"/>
                    <a:pt x="0" y="18"/>
                    <a:pt x="0" y="18"/>
                  </a:cubicBezTo>
                  <a:cubicBezTo>
                    <a:pt x="0" y="10"/>
                    <a:pt x="0" y="10"/>
                    <a:pt x="0" y="10"/>
                  </a:cubicBezTo>
                  <a:cubicBezTo>
                    <a:pt x="0" y="4"/>
                    <a:pt x="4" y="0"/>
                    <a:pt x="10" y="0"/>
                  </a:cubicBezTo>
                  <a:cubicBezTo>
                    <a:pt x="15" y="0"/>
                    <a:pt x="20" y="4"/>
                    <a:pt x="20" y="10"/>
                  </a:cubicBezTo>
                  <a:lnTo>
                    <a:pt x="20"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6" name="Freeform 200"/>
            <p:cNvSpPr>
              <a:spLocks/>
            </p:cNvSpPr>
            <p:nvPr/>
          </p:nvSpPr>
          <p:spPr bwMode="auto">
            <a:xfrm>
              <a:off x="730250" y="5187950"/>
              <a:ext cx="66675" cy="58738"/>
            </a:xfrm>
            <a:custGeom>
              <a:avLst/>
              <a:gdLst>
                <a:gd name="T0" fmla="*/ 21 w 21"/>
                <a:gd name="T1" fmla="*/ 18 h 18"/>
                <a:gd name="T2" fmla="*/ 14 w 21"/>
                <a:gd name="T3" fmla="*/ 18 h 18"/>
                <a:gd name="T4" fmla="*/ 14 w 21"/>
                <a:gd name="T5" fmla="*/ 10 h 18"/>
                <a:gd name="T6" fmla="*/ 10 w 21"/>
                <a:gd name="T7" fmla="*/ 6 h 18"/>
                <a:gd name="T8" fmla="*/ 7 w 21"/>
                <a:gd name="T9" fmla="*/ 10 h 18"/>
                <a:gd name="T10" fmla="*/ 7 w 21"/>
                <a:gd name="T11" fmla="*/ 18 h 18"/>
                <a:gd name="T12" fmla="*/ 0 w 21"/>
                <a:gd name="T13" fmla="*/ 18 h 18"/>
                <a:gd name="T14" fmla="*/ 0 w 21"/>
                <a:gd name="T15" fmla="*/ 10 h 18"/>
                <a:gd name="T16" fmla="*/ 10 w 21"/>
                <a:gd name="T17" fmla="*/ 0 h 18"/>
                <a:gd name="T18" fmla="*/ 21 w 21"/>
                <a:gd name="T19" fmla="*/ 10 h 18"/>
                <a:gd name="T20" fmla="*/ 21 w 21"/>
                <a:gd name="T21"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8">
                  <a:moveTo>
                    <a:pt x="21" y="18"/>
                  </a:moveTo>
                  <a:cubicBezTo>
                    <a:pt x="14" y="18"/>
                    <a:pt x="14" y="18"/>
                    <a:pt x="14" y="18"/>
                  </a:cubicBezTo>
                  <a:cubicBezTo>
                    <a:pt x="14" y="10"/>
                    <a:pt x="14" y="10"/>
                    <a:pt x="14" y="10"/>
                  </a:cubicBezTo>
                  <a:cubicBezTo>
                    <a:pt x="14" y="8"/>
                    <a:pt x="13" y="6"/>
                    <a:pt x="10" y="6"/>
                  </a:cubicBezTo>
                  <a:cubicBezTo>
                    <a:pt x="8" y="6"/>
                    <a:pt x="7" y="8"/>
                    <a:pt x="7" y="10"/>
                  </a:cubicBezTo>
                  <a:cubicBezTo>
                    <a:pt x="7" y="18"/>
                    <a:pt x="7" y="18"/>
                    <a:pt x="7" y="18"/>
                  </a:cubicBezTo>
                  <a:cubicBezTo>
                    <a:pt x="0" y="18"/>
                    <a:pt x="0" y="18"/>
                    <a:pt x="0" y="18"/>
                  </a:cubicBezTo>
                  <a:cubicBezTo>
                    <a:pt x="0" y="10"/>
                    <a:pt x="0" y="10"/>
                    <a:pt x="0" y="10"/>
                  </a:cubicBezTo>
                  <a:cubicBezTo>
                    <a:pt x="0" y="4"/>
                    <a:pt x="5" y="0"/>
                    <a:pt x="10" y="0"/>
                  </a:cubicBezTo>
                  <a:cubicBezTo>
                    <a:pt x="16" y="0"/>
                    <a:pt x="21" y="4"/>
                    <a:pt x="21" y="10"/>
                  </a:cubicBezTo>
                  <a:lnTo>
                    <a:pt x="21"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7" name="Freeform 201"/>
            <p:cNvSpPr>
              <a:spLocks noEditPoints="1"/>
            </p:cNvSpPr>
            <p:nvPr/>
          </p:nvSpPr>
          <p:spPr bwMode="auto">
            <a:xfrm>
              <a:off x="317500" y="5237163"/>
              <a:ext cx="552450" cy="539750"/>
            </a:xfrm>
            <a:custGeom>
              <a:avLst/>
              <a:gdLst>
                <a:gd name="T0" fmla="*/ 164 w 174"/>
                <a:gd name="T1" fmla="*/ 170 h 170"/>
                <a:gd name="T2" fmla="*/ 10 w 174"/>
                <a:gd name="T3" fmla="*/ 170 h 170"/>
                <a:gd name="T4" fmla="*/ 0 w 174"/>
                <a:gd name="T5" fmla="*/ 160 h 170"/>
                <a:gd name="T6" fmla="*/ 0 w 174"/>
                <a:gd name="T7" fmla="*/ 10 h 170"/>
                <a:gd name="T8" fmla="*/ 10 w 174"/>
                <a:gd name="T9" fmla="*/ 0 h 170"/>
                <a:gd name="T10" fmla="*/ 30 w 174"/>
                <a:gd name="T11" fmla="*/ 0 h 170"/>
                <a:gd name="T12" fmla="*/ 30 w 174"/>
                <a:gd name="T13" fmla="*/ 14 h 170"/>
                <a:gd name="T14" fmla="*/ 34 w 174"/>
                <a:gd name="T15" fmla="*/ 18 h 170"/>
                <a:gd name="T16" fmla="*/ 38 w 174"/>
                <a:gd name="T17" fmla="*/ 14 h 170"/>
                <a:gd name="T18" fmla="*/ 38 w 174"/>
                <a:gd name="T19" fmla="*/ 0 h 170"/>
                <a:gd name="T20" fmla="*/ 137 w 174"/>
                <a:gd name="T21" fmla="*/ 0 h 170"/>
                <a:gd name="T22" fmla="*/ 137 w 174"/>
                <a:gd name="T23" fmla="*/ 14 h 170"/>
                <a:gd name="T24" fmla="*/ 140 w 174"/>
                <a:gd name="T25" fmla="*/ 18 h 170"/>
                <a:gd name="T26" fmla="*/ 144 w 174"/>
                <a:gd name="T27" fmla="*/ 14 h 170"/>
                <a:gd name="T28" fmla="*/ 144 w 174"/>
                <a:gd name="T29" fmla="*/ 0 h 170"/>
                <a:gd name="T30" fmla="*/ 164 w 174"/>
                <a:gd name="T31" fmla="*/ 0 h 170"/>
                <a:gd name="T32" fmla="*/ 174 w 174"/>
                <a:gd name="T33" fmla="*/ 10 h 170"/>
                <a:gd name="T34" fmla="*/ 174 w 174"/>
                <a:gd name="T35" fmla="*/ 160 h 170"/>
                <a:gd name="T36" fmla="*/ 164 w 174"/>
                <a:gd name="T37" fmla="*/ 170 h 170"/>
                <a:gd name="T38" fmla="*/ 10 w 174"/>
                <a:gd name="T39" fmla="*/ 6 h 170"/>
                <a:gd name="T40" fmla="*/ 6 w 174"/>
                <a:gd name="T41" fmla="*/ 10 h 170"/>
                <a:gd name="T42" fmla="*/ 6 w 174"/>
                <a:gd name="T43" fmla="*/ 160 h 170"/>
                <a:gd name="T44" fmla="*/ 10 w 174"/>
                <a:gd name="T45" fmla="*/ 164 h 170"/>
                <a:gd name="T46" fmla="*/ 164 w 174"/>
                <a:gd name="T47" fmla="*/ 164 h 170"/>
                <a:gd name="T48" fmla="*/ 168 w 174"/>
                <a:gd name="T49" fmla="*/ 160 h 170"/>
                <a:gd name="T50" fmla="*/ 168 w 174"/>
                <a:gd name="T51" fmla="*/ 10 h 170"/>
                <a:gd name="T52" fmla="*/ 164 w 174"/>
                <a:gd name="T53" fmla="*/ 6 h 170"/>
                <a:gd name="T54" fmla="*/ 151 w 174"/>
                <a:gd name="T55" fmla="*/ 6 h 170"/>
                <a:gd name="T56" fmla="*/ 151 w 174"/>
                <a:gd name="T57" fmla="*/ 14 h 170"/>
                <a:gd name="T58" fmla="*/ 140 w 174"/>
                <a:gd name="T59" fmla="*/ 24 h 170"/>
                <a:gd name="T60" fmla="*/ 130 w 174"/>
                <a:gd name="T61" fmla="*/ 14 h 170"/>
                <a:gd name="T62" fmla="*/ 130 w 174"/>
                <a:gd name="T63" fmla="*/ 6 h 170"/>
                <a:gd name="T64" fmla="*/ 44 w 174"/>
                <a:gd name="T65" fmla="*/ 6 h 170"/>
                <a:gd name="T66" fmla="*/ 44 w 174"/>
                <a:gd name="T67" fmla="*/ 14 h 170"/>
                <a:gd name="T68" fmla="*/ 34 w 174"/>
                <a:gd name="T69" fmla="*/ 24 h 170"/>
                <a:gd name="T70" fmla="*/ 24 w 174"/>
                <a:gd name="T71" fmla="*/ 14 h 170"/>
                <a:gd name="T72" fmla="*/ 24 w 174"/>
                <a:gd name="T73" fmla="*/ 6 h 170"/>
                <a:gd name="T74" fmla="*/ 10 w 174"/>
                <a:gd name="T75" fmla="*/ 6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4" h="170">
                  <a:moveTo>
                    <a:pt x="164" y="170"/>
                  </a:moveTo>
                  <a:cubicBezTo>
                    <a:pt x="10" y="170"/>
                    <a:pt x="10" y="170"/>
                    <a:pt x="10" y="170"/>
                  </a:cubicBezTo>
                  <a:cubicBezTo>
                    <a:pt x="5" y="170"/>
                    <a:pt x="0" y="166"/>
                    <a:pt x="0" y="160"/>
                  </a:cubicBezTo>
                  <a:cubicBezTo>
                    <a:pt x="0" y="10"/>
                    <a:pt x="0" y="10"/>
                    <a:pt x="0" y="10"/>
                  </a:cubicBezTo>
                  <a:cubicBezTo>
                    <a:pt x="0" y="5"/>
                    <a:pt x="5" y="0"/>
                    <a:pt x="10" y="0"/>
                  </a:cubicBezTo>
                  <a:cubicBezTo>
                    <a:pt x="30" y="0"/>
                    <a:pt x="30" y="0"/>
                    <a:pt x="30" y="0"/>
                  </a:cubicBezTo>
                  <a:cubicBezTo>
                    <a:pt x="30" y="14"/>
                    <a:pt x="30" y="14"/>
                    <a:pt x="30" y="14"/>
                  </a:cubicBezTo>
                  <a:cubicBezTo>
                    <a:pt x="30" y="16"/>
                    <a:pt x="32" y="18"/>
                    <a:pt x="34" y="18"/>
                  </a:cubicBezTo>
                  <a:cubicBezTo>
                    <a:pt x="36" y="18"/>
                    <a:pt x="38" y="16"/>
                    <a:pt x="38" y="14"/>
                  </a:cubicBezTo>
                  <a:cubicBezTo>
                    <a:pt x="38" y="0"/>
                    <a:pt x="38" y="0"/>
                    <a:pt x="38" y="0"/>
                  </a:cubicBezTo>
                  <a:cubicBezTo>
                    <a:pt x="137" y="0"/>
                    <a:pt x="137" y="0"/>
                    <a:pt x="137" y="0"/>
                  </a:cubicBezTo>
                  <a:cubicBezTo>
                    <a:pt x="137" y="14"/>
                    <a:pt x="137" y="14"/>
                    <a:pt x="137" y="14"/>
                  </a:cubicBezTo>
                  <a:cubicBezTo>
                    <a:pt x="137" y="16"/>
                    <a:pt x="138" y="18"/>
                    <a:pt x="140" y="18"/>
                  </a:cubicBezTo>
                  <a:cubicBezTo>
                    <a:pt x="143" y="18"/>
                    <a:pt x="144" y="16"/>
                    <a:pt x="144" y="14"/>
                  </a:cubicBezTo>
                  <a:cubicBezTo>
                    <a:pt x="144" y="0"/>
                    <a:pt x="144" y="0"/>
                    <a:pt x="144" y="0"/>
                  </a:cubicBezTo>
                  <a:cubicBezTo>
                    <a:pt x="164" y="0"/>
                    <a:pt x="164" y="0"/>
                    <a:pt x="164" y="0"/>
                  </a:cubicBezTo>
                  <a:cubicBezTo>
                    <a:pt x="170" y="0"/>
                    <a:pt x="174" y="5"/>
                    <a:pt x="174" y="10"/>
                  </a:cubicBezTo>
                  <a:cubicBezTo>
                    <a:pt x="174" y="160"/>
                    <a:pt x="174" y="160"/>
                    <a:pt x="174" y="160"/>
                  </a:cubicBezTo>
                  <a:cubicBezTo>
                    <a:pt x="174" y="166"/>
                    <a:pt x="170" y="170"/>
                    <a:pt x="164" y="170"/>
                  </a:cubicBezTo>
                  <a:close/>
                  <a:moveTo>
                    <a:pt x="10" y="6"/>
                  </a:moveTo>
                  <a:cubicBezTo>
                    <a:pt x="8" y="6"/>
                    <a:pt x="6" y="8"/>
                    <a:pt x="6" y="10"/>
                  </a:cubicBezTo>
                  <a:cubicBezTo>
                    <a:pt x="6" y="160"/>
                    <a:pt x="6" y="160"/>
                    <a:pt x="6" y="160"/>
                  </a:cubicBezTo>
                  <a:cubicBezTo>
                    <a:pt x="6" y="162"/>
                    <a:pt x="8" y="164"/>
                    <a:pt x="10" y="164"/>
                  </a:cubicBezTo>
                  <a:cubicBezTo>
                    <a:pt x="164" y="164"/>
                    <a:pt x="164" y="164"/>
                    <a:pt x="164" y="164"/>
                  </a:cubicBezTo>
                  <a:cubicBezTo>
                    <a:pt x="166" y="164"/>
                    <a:pt x="168" y="162"/>
                    <a:pt x="168" y="160"/>
                  </a:cubicBezTo>
                  <a:cubicBezTo>
                    <a:pt x="168" y="10"/>
                    <a:pt x="168" y="10"/>
                    <a:pt x="168" y="10"/>
                  </a:cubicBezTo>
                  <a:cubicBezTo>
                    <a:pt x="168" y="8"/>
                    <a:pt x="166" y="6"/>
                    <a:pt x="164" y="6"/>
                  </a:cubicBezTo>
                  <a:cubicBezTo>
                    <a:pt x="151" y="6"/>
                    <a:pt x="151" y="6"/>
                    <a:pt x="151" y="6"/>
                  </a:cubicBezTo>
                  <a:cubicBezTo>
                    <a:pt x="151" y="14"/>
                    <a:pt x="151" y="14"/>
                    <a:pt x="151" y="14"/>
                  </a:cubicBezTo>
                  <a:cubicBezTo>
                    <a:pt x="151" y="20"/>
                    <a:pt x="146" y="24"/>
                    <a:pt x="140" y="24"/>
                  </a:cubicBezTo>
                  <a:cubicBezTo>
                    <a:pt x="135" y="24"/>
                    <a:pt x="130" y="20"/>
                    <a:pt x="130" y="14"/>
                  </a:cubicBezTo>
                  <a:cubicBezTo>
                    <a:pt x="130" y="6"/>
                    <a:pt x="130" y="6"/>
                    <a:pt x="130" y="6"/>
                  </a:cubicBezTo>
                  <a:cubicBezTo>
                    <a:pt x="44" y="6"/>
                    <a:pt x="44" y="6"/>
                    <a:pt x="44" y="6"/>
                  </a:cubicBezTo>
                  <a:cubicBezTo>
                    <a:pt x="44" y="14"/>
                    <a:pt x="44" y="14"/>
                    <a:pt x="44" y="14"/>
                  </a:cubicBezTo>
                  <a:cubicBezTo>
                    <a:pt x="44" y="20"/>
                    <a:pt x="39" y="24"/>
                    <a:pt x="34" y="24"/>
                  </a:cubicBezTo>
                  <a:cubicBezTo>
                    <a:pt x="28" y="24"/>
                    <a:pt x="24" y="20"/>
                    <a:pt x="24" y="14"/>
                  </a:cubicBezTo>
                  <a:cubicBezTo>
                    <a:pt x="24" y="6"/>
                    <a:pt x="24" y="6"/>
                    <a:pt x="24" y="6"/>
                  </a:cubicBezTo>
                  <a:lnTo>
                    <a:pt x="10"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8" name="Freeform 202"/>
            <p:cNvSpPr>
              <a:spLocks/>
            </p:cNvSpPr>
            <p:nvPr/>
          </p:nvSpPr>
          <p:spPr bwMode="auto">
            <a:xfrm>
              <a:off x="730250" y="5246688"/>
              <a:ext cx="66675" cy="66675"/>
            </a:xfrm>
            <a:custGeom>
              <a:avLst/>
              <a:gdLst>
                <a:gd name="T0" fmla="*/ 10 w 21"/>
                <a:gd name="T1" fmla="*/ 21 h 21"/>
                <a:gd name="T2" fmla="*/ 0 w 21"/>
                <a:gd name="T3" fmla="*/ 11 h 21"/>
                <a:gd name="T4" fmla="*/ 0 w 21"/>
                <a:gd name="T5" fmla="*/ 0 h 21"/>
                <a:gd name="T6" fmla="*/ 7 w 21"/>
                <a:gd name="T7" fmla="*/ 0 h 21"/>
                <a:gd name="T8" fmla="*/ 7 w 21"/>
                <a:gd name="T9" fmla="*/ 11 h 21"/>
                <a:gd name="T10" fmla="*/ 10 w 21"/>
                <a:gd name="T11" fmla="*/ 15 h 21"/>
                <a:gd name="T12" fmla="*/ 14 w 21"/>
                <a:gd name="T13" fmla="*/ 11 h 21"/>
                <a:gd name="T14" fmla="*/ 14 w 21"/>
                <a:gd name="T15" fmla="*/ 0 h 21"/>
                <a:gd name="T16" fmla="*/ 21 w 21"/>
                <a:gd name="T17" fmla="*/ 0 h 21"/>
                <a:gd name="T18" fmla="*/ 21 w 21"/>
                <a:gd name="T19" fmla="*/ 11 h 21"/>
                <a:gd name="T20" fmla="*/ 10 w 21"/>
                <a:gd name="T21"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21">
                  <a:moveTo>
                    <a:pt x="10" y="21"/>
                  </a:moveTo>
                  <a:cubicBezTo>
                    <a:pt x="5" y="21"/>
                    <a:pt x="0" y="17"/>
                    <a:pt x="0" y="11"/>
                  </a:cubicBezTo>
                  <a:cubicBezTo>
                    <a:pt x="0" y="0"/>
                    <a:pt x="0" y="0"/>
                    <a:pt x="0" y="0"/>
                  </a:cubicBezTo>
                  <a:cubicBezTo>
                    <a:pt x="7" y="0"/>
                    <a:pt x="7" y="0"/>
                    <a:pt x="7" y="0"/>
                  </a:cubicBezTo>
                  <a:cubicBezTo>
                    <a:pt x="7" y="11"/>
                    <a:pt x="7" y="11"/>
                    <a:pt x="7" y="11"/>
                  </a:cubicBezTo>
                  <a:cubicBezTo>
                    <a:pt x="7" y="13"/>
                    <a:pt x="8" y="15"/>
                    <a:pt x="10" y="15"/>
                  </a:cubicBezTo>
                  <a:cubicBezTo>
                    <a:pt x="13" y="15"/>
                    <a:pt x="14" y="13"/>
                    <a:pt x="14" y="11"/>
                  </a:cubicBezTo>
                  <a:cubicBezTo>
                    <a:pt x="14" y="0"/>
                    <a:pt x="14" y="0"/>
                    <a:pt x="14" y="0"/>
                  </a:cubicBezTo>
                  <a:cubicBezTo>
                    <a:pt x="21" y="0"/>
                    <a:pt x="21" y="0"/>
                    <a:pt x="21" y="0"/>
                  </a:cubicBezTo>
                  <a:cubicBezTo>
                    <a:pt x="21" y="11"/>
                    <a:pt x="21" y="11"/>
                    <a:pt x="21" y="11"/>
                  </a:cubicBezTo>
                  <a:cubicBezTo>
                    <a:pt x="21" y="17"/>
                    <a:pt x="16" y="21"/>
                    <a:pt x="10"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9" name="Rectangle 203"/>
            <p:cNvSpPr>
              <a:spLocks noChangeArrowheads="1"/>
            </p:cNvSpPr>
            <p:nvPr/>
          </p:nvSpPr>
          <p:spPr bwMode="auto">
            <a:xfrm>
              <a:off x="327025" y="5364163"/>
              <a:ext cx="53340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810" name="Freeform 207"/>
          <p:cNvSpPr>
            <a:spLocks noEditPoints="1"/>
          </p:cNvSpPr>
          <p:nvPr/>
        </p:nvSpPr>
        <p:spPr bwMode="auto">
          <a:xfrm>
            <a:off x="7400704" y="2469587"/>
            <a:ext cx="227971" cy="376254"/>
          </a:xfrm>
          <a:custGeom>
            <a:avLst/>
            <a:gdLst>
              <a:gd name="T0" fmla="*/ 24 w 113"/>
              <a:gd name="T1" fmla="*/ 186 h 186"/>
              <a:gd name="T2" fmla="*/ 0 w 113"/>
              <a:gd name="T3" fmla="*/ 166 h 186"/>
              <a:gd name="T4" fmla="*/ 35 w 113"/>
              <a:gd name="T5" fmla="*/ 129 h 186"/>
              <a:gd name="T6" fmla="*/ 45 w 113"/>
              <a:gd name="T7" fmla="*/ 127 h 186"/>
              <a:gd name="T8" fmla="*/ 45 w 113"/>
              <a:gd name="T9" fmla="*/ 5 h 186"/>
              <a:gd name="T10" fmla="*/ 68 w 113"/>
              <a:gd name="T11" fmla="*/ 0 h 186"/>
              <a:gd name="T12" fmla="*/ 70 w 113"/>
              <a:gd name="T13" fmla="*/ 1 h 186"/>
              <a:gd name="T14" fmla="*/ 113 w 113"/>
              <a:gd name="T15" fmla="*/ 103 h 186"/>
              <a:gd name="T16" fmla="*/ 113 w 113"/>
              <a:gd name="T17" fmla="*/ 105 h 186"/>
              <a:gd name="T18" fmla="*/ 99 w 113"/>
              <a:gd name="T19" fmla="*/ 119 h 186"/>
              <a:gd name="T20" fmla="*/ 97 w 113"/>
              <a:gd name="T21" fmla="*/ 114 h 186"/>
              <a:gd name="T22" fmla="*/ 94 w 113"/>
              <a:gd name="T23" fmla="*/ 107 h 186"/>
              <a:gd name="T24" fmla="*/ 71 w 113"/>
              <a:gd name="T25" fmla="*/ 85 h 186"/>
              <a:gd name="T26" fmla="*/ 71 w 113"/>
              <a:gd name="T27" fmla="*/ 147 h 186"/>
              <a:gd name="T28" fmla="*/ 37 w 113"/>
              <a:gd name="T29" fmla="*/ 184 h 186"/>
              <a:gd name="T30" fmla="*/ 24 w 113"/>
              <a:gd name="T31" fmla="*/ 186 h 186"/>
              <a:gd name="T32" fmla="*/ 47 w 113"/>
              <a:gd name="T33" fmla="*/ 135 h 186"/>
              <a:gd name="T34" fmla="*/ 37 w 113"/>
              <a:gd name="T35" fmla="*/ 136 h 186"/>
              <a:gd name="T36" fmla="*/ 8 w 113"/>
              <a:gd name="T37" fmla="*/ 166 h 186"/>
              <a:gd name="T38" fmla="*/ 24 w 113"/>
              <a:gd name="T39" fmla="*/ 178 h 186"/>
              <a:gd name="T40" fmla="*/ 35 w 113"/>
              <a:gd name="T41" fmla="*/ 177 h 186"/>
              <a:gd name="T42" fmla="*/ 63 w 113"/>
              <a:gd name="T43" fmla="*/ 147 h 186"/>
              <a:gd name="T44" fmla="*/ 63 w 113"/>
              <a:gd name="T45" fmla="*/ 78 h 186"/>
              <a:gd name="T46" fmla="*/ 67 w 113"/>
              <a:gd name="T47" fmla="*/ 77 h 186"/>
              <a:gd name="T48" fmla="*/ 101 w 113"/>
              <a:gd name="T49" fmla="*/ 104 h 186"/>
              <a:gd name="T50" fmla="*/ 102 w 113"/>
              <a:gd name="T51" fmla="*/ 106 h 186"/>
              <a:gd name="T52" fmla="*/ 105 w 113"/>
              <a:gd name="T53" fmla="*/ 102 h 186"/>
              <a:gd name="T54" fmla="*/ 67 w 113"/>
              <a:gd name="T55" fmla="*/ 8 h 186"/>
              <a:gd name="T56" fmla="*/ 53 w 113"/>
              <a:gd name="T57" fmla="*/ 11 h 186"/>
              <a:gd name="T58" fmla="*/ 53 w 113"/>
              <a:gd name="T59" fmla="*/ 135 h 186"/>
              <a:gd name="T60" fmla="*/ 49 w 113"/>
              <a:gd name="T61" fmla="*/ 135 h 186"/>
              <a:gd name="T62" fmla="*/ 47 w 113"/>
              <a:gd name="T63" fmla="*/ 135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86">
                <a:moveTo>
                  <a:pt x="24" y="186"/>
                </a:moveTo>
                <a:cubicBezTo>
                  <a:pt x="10" y="186"/>
                  <a:pt x="0" y="178"/>
                  <a:pt x="0" y="166"/>
                </a:cubicBezTo>
                <a:cubicBezTo>
                  <a:pt x="0" y="150"/>
                  <a:pt x="15" y="134"/>
                  <a:pt x="35" y="129"/>
                </a:cubicBezTo>
                <a:cubicBezTo>
                  <a:pt x="38" y="128"/>
                  <a:pt x="42" y="127"/>
                  <a:pt x="45" y="127"/>
                </a:cubicBezTo>
                <a:cubicBezTo>
                  <a:pt x="45" y="5"/>
                  <a:pt x="45" y="5"/>
                  <a:pt x="45" y="5"/>
                </a:cubicBezTo>
                <a:cubicBezTo>
                  <a:pt x="68" y="0"/>
                  <a:pt x="68" y="0"/>
                  <a:pt x="68" y="0"/>
                </a:cubicBezTo>
                <a:cubicBezTo>
                  <a:pt x="70" y="1"/>
                  <a:pt x="70" y="1"/>
                  <a:pt x="70" y="1"/>
                </a:cubicBezTo>
                <a:cubicBezTo>
                  <a:pt x="103" y="23"/>
                  <a:pt x="110" y="65"/>
                  <a:pt x="113" y="103"/>
                </a:cubicBezTo>
                <a:cubicBezTo>
                  <a:pt x="113" y="105"/>
                  <a:pt x="113" y="105"/>
                  <a:pt x="113" y="105"/>
                </a:cubicBezTo>
                <a:cubicBezTo>
                  <a:pt x="99" y="119"/>
                  <a:pt x="99" y="119"/>
                  <a:pt x="99" y="119"/>
                </a:cubicBezTo>
                <a:cubicBezTo>
                  <a:pt x="97" y="114"/>
                  <a:pt x="97" y="114"/>
                  <a:pt x="97" y="114"/>
                </a:cubicBezTo>
                <a:cubicBezTo>
                  <a:pt x="96" y="112"/>
                  <a:pt x="95" y="110"/>
                  <a:pt x="94" y="107"/>
                </a:cubicBezTo>
                <a:cubicBezTo>
                  <a:pt x="89" y="96"/>
                  <a:pt x="85" y="86"/>
                  <a:pt x="71" y="85"/>
                </a:cubicBezTo>
                <a:cubicBezTo>
                  <a:pt x="71" y="147"/>
                  <a:pt x="71" y="147"/>
                  <a:pt x="71" y="147"/>
                </a:cubicBezTo>
                <a:cubicBezTo>
                  <a:pt x="71" y="163"/>
                  <a:pt x="56" y="179"/>
                  <a:pt x="37" y="184"/>
                </a:cubicBezTo>
                <a:cubicBezTo>
                  <a:pt x="33" y="186"/>
                  <a:pt x="28" y="186"/>
                  <a:pt x="24" y="186"/>
                </a:cubicBezTo>
                <a:close/>
                <a:moveTo>
                  <a:pt x="47" y="135"/>
                </a:moveTo>
                <a:cubicBezTo>
                  <a:pt x="44" y="135"/>
                  <a:pt x="40" y="135"/>
                  <a:pt x="37" y="136"/>
                </a:cubicBezTo>
                <a:cubicBezTo>
                  <a:pt x="21" y="141"/>
                  <a:pt x="8" y="154"/>
                  <a:pt x="8" y="166"/>
                </a:cubicBezTo>
                <a:cubicBezTo>
                  <a:pt x="8" y="175"/>
                  <a:pt x="17" y="178"/>
                  <a:pt x="24" y="178"/>
                </a:cubicBezTo>
                <a:cubicBezTo>
                  <a:pt x="28" y="178"/>
                  <a:pt x="31" y="178"/>
                  <a:pt x="35" y="177"/>
                </a:cubicBezTo>
                <a:cubicBezTo>
                  <a:pt x="50" y="172"/>
                  <a:pt x="63" y="159"/>
                  <a:pt x="63" y="147"/>
                </a:cubicBezTo>
                <a:cubicBezTo>
                  <a:pt x="63" y="78"/>
                  <a:pt x="63" y="78"/>
                  <a:pt x="63" y="78"/>
                </a:cubicBezTo>
                <a:cubicBezTo>
                  <a:pt x="67" y="77"/>
                  <a:pt x="67" y="77"/>
                  <a:pt x="67" y="77"/>
                </a:cubicBezTo>
                <a:cubicBezTo>
                  <a:pt x="89" y="76"/>
                  <a:pt x="96" y="91"/>
                  <a:pt x="101" y="104"/>
                </a:cubicBezTo>
                <a:cubicBezTo>
                  <a:pt x="101" y="105"/>
                  <a:pt x="102" y="105"/>
                  <a:pt x="102" y="106"/>
                </a:cubicBezTo>
                <a:cubicBezTo>
                  <a:pt x="105" y="102"/>
                  <a:pt x="105" y="102"/>
                  <a:pt x="105" y="102"/>
                </a:cubicBezTo>
                <a:cubicBezTo>
                  <a:pt x="102" y="67"/>
                  <a:pt x="95" y="28"/>
                  <a:pt x="67" y="8"/>
                </a:cubicBezTo>
                <a:cubicBezTo>
                  <a:pt x="53" y="11"/>
                  <a:pt x="53" y="11"/>
                  <a:pt x="53" y="11"/>
                </a:cubicBezTo>
                <a:cubicBezTo>
                  <a:pt x="53" y="135"/>
                  <a:pt x="53" y="135"/>
                  <a:pt x="53" y="135"/>
                </a:cubicBezTo>
                <a:cubicBezTo>
                  <a:pt x="49" y="135"/>
                  <a:pt x="49" y="135"/>
                  <a:pt x="49" y="135"/>
                </a:cubicBezTo>
                <a:cubicBezTo>
                  <a:pt x="48" y="135"/>
                  <a:pt x="48" y="135"/>
                  <a:pt x="47" y="135"/>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811" name="组合 810"/>
          <p:cNvGrpSpPr/>
          <p:nvPr/>
        </p:nvGrpSpPr>
        <p:grpSpPr>
          <a:xfrm>
            <a:off x="5409667" y="4017941"/>
            <a:ext cx="379280" cy="247137"/>
            <a:chOff x="11280775" y="6505575"/>
            <a:chExt cx="596900" cy="388938"/>
          </a:xfrm>
          <a:solidFill>
            <a:srgbClr val="707E84"/>
          </a:solidFill>
        </p:grpSpPr>
        <p:sp>
          <p:nvSpPr>
            <p:cNvPr id="812" name="Freeform 208"/>
            <p:cNvSpPr>
              <a:spLocks noEditPoints="1"/>
            </p:cNvSpPr>
            <p:nvPr/>
          </p:nvSpPr>
          <p:spPr bwMode="auto">
            <a:xfrm>
              <a:off x="11283950" y="6508750"/>
              <a:ext cx="590550" cy="382588"/>
            </a:xfrm>
            <a:custGeom>
              <a:avLst/>
              <a:gdLst>
                <a:gd name="T0" fmla="*/ 179 w 186"/>
                <a:gd name="T1" fmla="*/ 120 h 120"/>
                <a:gd name="T2" fmla="*/ 6 w 186"/>
                <a:gd name="T3" fmla="*/ 120 h 120"/>
                <a:gd name="T4" fmla="*/ 0 w 186"/>
                <a:gd name="T5" fmla="*/ 114 h 120"/>
                <a:gd name="T6" fmla="*/ 0 w 186"/>
                <a:gd name="T7" fmla="*/ 6 h 120"/>
                <a:gd name="T8" fmla="*/ 6 w 186"/>
                <a:gd name="T9" fmla="*/ 0 h 120"/>
                <a:gd name="T10" fmla="*/ 179 w 186"/>
                <a:gd name="T11" fmla="*/ 0 h 120"/>
                <a:gd name="T12" fmla="*/ 186 w 186"/>
                <a:gd name="T13" fmla="*/ 6 h 120"/>
                <a:gd name="T14" fmla="*/ 186 w 186"/>
                <a:gd name="T15" fmla="*/ 114 h 120"/>
                <a:gd name="T16" fmla="*/ 179 w 186"/>
                <a:gd name="T17" fmla="*/ 120 h 120"/>
                <a:gd name="T18" fmla="*/ 7 w 186"/>
                <a:gd name="T19" fmla="*/ 113 h 120"/>
                <a:gd name="T20" fmla="*/ 178 w 186"/>
                <a:gd name="T21" fmla="*/ 113 h 120"/>
                <a:gd name="T22" fmla="*/ 178 w 186"/>
                <a:gd name="T23" fmla="*/ 7 h 120"/>
                <a:gd name="T24" fmla="*/ 7 w 186"/>
                <a:gd name="T25" fmla="*/ 7 h 120"/>
                <a:gd name="T26" fmla="*/ 7 w 186"/>
                <a:gd name="T27" fmla="*/ 113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6" h="120">
                  <a:moveTo>
                    <a:pt x="179" y="120"/>
                  </a:moveTo>
                  <a:cubicBezTo>
                    <a:pt x="6" y="120"/>
                    <a:pt x="6" y="120"/>
                    <a:pt x="6" y="120"/>
                  </a:cubicBezTo>
                  <a:cubicBezTo>
                    <a:pt x="3" y="120"/>
                    <a:pt x="0" y="118"/>
                    <a:pt x="0" y="114"/>
                  </a:cubicBezTo>
                  <a:cubicBezTo>
                    <a:pt x="0" y="6"/>
                    <a:pt x="0" y="6"/>
                    <a:pt x="0" y="6"/>
                  </a:cubicBezTo>
                  <a:cubicBezTo>
                    <a:pt x="0" y="2"/>
                    <a:pt x="3" y="0"/>
                    <a:pt x="6" y="0"/>
                  </a:cubicBezTo>
                  <a:cubicBezTo>
                    <a:pt x="179" y="0"/>
                    <a:pt x="179" y="0"/>
                    <a:pt x="179" y="0"/>
                  </a:cubicBezTo>
                  <a:cubicBezTo>
                    <a:pt x="183" y="0"/>
                    <a:pt x="186" y="2"/>
                    <a:pt x="186" y="6"/>
                  </a:cubicBezTo>
                  <a:cubicBezTo>
                    <a:pt x="186" y="114"/>
                    <a:pt x="186" y="114"/>
                    <a:pt x="186" y="114"/>
                  </a:cubicBezTo>
                  <a:cubicBezTo>
                    <a:pt x="186" y="118"/>
                    <a:pt x="183" y="120"/>
                    <a:pt x="179" y="120"/>
                  </a:cubicBezTo>
                  <a:close/>
                  <a:moveTo>
                    <a:pt x="7" y="113"/>
                  </a:moveTo>
                  <a:cubicBezTo>
                    <a:pt x="178" y="113"/>
                    <a:pt x="178" y="113"/>
                    <a:pt x="178" y="113"/>
                  </a:cubicBezTo>
                  <a:cubicBezTo>
                    <a:pt x="178" y="7"/>
                    <a:pt x="178" y="7"/>
                    <a:pt x="178" y="7"/>
                  </a:cubicBezTo>
                  <a:cubicBezTo>
                    <a:pt x="7" y="7"/>
                    <a:pt x="7" y="7"/>
                    <a:pt x="7" y="7"/>
                  </a:cubicBezTo>
                  <a:lnTo>
                    <a:pt x="7" y="1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3" name="Freeform 209"/>
            <p:cNvSpPr>
              <a:spLocks noEditPoints="1"/>
            </p:cNvSpPr>
            <p:nvPr/>
          </p:nvSpPr>
          <p:spPr bwMode="auto">
            <a:xfrm>
              <a:off x="11280775" y="6683375"/>
              <a:ext cx="596900" cy="211138"/>
            </a:xfrm>
            <a:custGeom>
              <a:avLst/>
              <a:gdLst>
                <a:gd name="T0" fmla="*/ 180 w 188"/>
                <a:gd name="T1" fmla="*/ 66 h 66"/>
                <a:gd name="T2" fmla="*/ 7 w 188"/>
                <a:gd name="T3" fmla="*/ 66 h 66"/>
                <a:gd name="T4" fmla="*/ 3 w 188"/>
                <a:gd name="T5" fmla="*/ 64 h 66"/>
                <a:gd name="T6" fmla="*/ 0 w 188"/>
                <a:gd name="T7" fmla="*/ 62 h 66"/>
                <a:gd name="T8" fmla="*/ 62 w 188"/>
                <a:gd name="T9" fmla="*/ 0 h 66"/>
                <a:gd name="T10" fmla="*/ 94 w 188"/>
                <a:gd name="T11" fmla="*/ 32 h 66"/>
                <a:gd name="T12" fmla="*/ 126 w 188"/>
                <a:gd name="T13" fmla="*/ 0 h 66"/>
                <a:gd name="T14" fmla="*/ 188 w 188"/>
                <a:gd name="T15" fmla="*/ 62 h 66"/>
                <a:gd name="T16" fmla="*/ 184 w 188"/>
                <a:gd name="T17" fmla="*/ 64 h 66"/>
                <a:gd name="T18" fmla="*/ 180 w 188"/>
                <a:gd name="T19" fmla="*/ 66 h 66"/>
                <a:gd name="T20" fmla="*/ 62 w 188"/>
                <a:gd name="T21" fmla="*/ 10 h 66"/>
                <a:gd name="T22" fmla="*/ 14 w 188"/>
                <a:gd name="T23" fmla="*/ 58 h 66"/>
                <a:gd name="T24" fmla="*/ 173 w 188"/>
                <a:gd name="T25" fmla="*/ 58 h 66"/>
                <a:gd name="T26" fmla="*/ 126 w 188"/>
                <a:gd name="T27" fmla="*/ 10 h 66"/>
                <a:gd name="T28" fmla="*/ 98 w 188"/>
                <a:gd name="T29" fmla="*/ 38 h 66"/>
                <a:gd name="T30" fmla="*/ 89 w 188"/>
                <a:gd name="T31" fmla="*/ 38 h 66"/>
                <a:gd name="T32" fmla="*/ 62 w 188"/>
                <a:gd name="T33" fmla="*/ 1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8" h="66">
                  <a:moveTo>
                    <a:pt x="180" y="66"/>
                  </a:moveTo>
                  <a:cubicBezTo>
                    <a:pt x="7" y="66"/>
                    <a:pt x="7" y="66"/>
                    <a:pt x="7" y="66"/>
                  </a:cubicBezTo>
                  <a:cubicBezTo>
                    <a:pt x="6" y="66"/>
                    <a:pt x="5" y="65"/>
                    <a:pt x="3" y="64"/>
                  </a:cubicBezTo>
                  <a:cubicBezTo>
                    <a:pt x="0" y="62"/>
                    <a:pt x="0" y="62"/>
                    <a:pt x="0" y="62"/>
                  </a:cubicBezTo>
                  <a:cubicBezTo>
                    <a:pt x="62" y="0"/>
                    <a:pt x="62" y="0"/>
                    <a:pt x="62" y="0"/>
                  </a:cubicBezTo>
                  <a:cubicBezTo>
                    <a:pt x="94" y="32"/>
                    <a:pt x="94" y="32"/>
                    <a:pt x="94" y="32"/>
                  </a:cubicBezTo>
                  <a:cubicBezTo>
                    <a:pt x="126" y="0"/>
                    <a:pt x="126" y="0"/>
                    <a:pt x="126" y="0"/>
                  </a:cubicBezTo>
                  <a:cubicBezTo>
                    <a:pt x="188" y="62"/>
                    <a:pt x="188" y="62"/>
                    <a:pt x="188" y="62"/>
                  </a:cubicBezTo>
                  <a:cubicBezTo>
                    <a:pt x="184" y="64"/>
                    <a:pt x="184" y="64"/>
                    <a:pt x="184" y="64"/>
                  </a:cubicBezTo>
                  <a:cubicBezTo>
                    <a:pt x="183" y="65"/>
                    <a:pt x="181" y="66"/>
                    <a:pt x="180" y="66"/>
                  </a:cubicBezTo>
                  <a:close/>
                  <a:moveTo>
                    <a:pt x="62" y="10"/>
                  </a:moveTo>
                  <a:cubicBezTo>
                    <a:pt x="14" y="58"/>
                    <a:pt x="14" y="58"/>
                    <a:pt x="14" y="58"/>
                  </a:cubicBezTo>
                  <a:cubicBezTo>
                    <a:pt x="173" y="58"/>
                    <a:pt x="173" y="58"/>
                    <a:pt x="173" y="58"/>
                  </a:cubicBezTo>
                  <a:cubicBezTo>
                    <a:pt x="126" y="10"/>
                    <a:pt x="126" y="10"/>
                    <a:pt x="126" y="10"/>
                  </a:cubicBezTo>
                  <a:cubicBezTo>
                    <a:pt x="98" y="38"/>
                    <a:pt x="98" y="38"/>
                    <a:pt x="98" y="38"/>
                  </a:cubicBezTo>
                  <a:cubicBezTo>
                    <a:pt x="96" y="40"/>
                    <a:pt x="91" y="40"/>
                    <a:pt x="89" y="38"/>
                  </a:cubicBezTo>
                  <a:lnTo>
                    <a:pt x="62"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4" name="Freeform 210"/>
            <p:cNvSpPr>
              <a:spLocks noEditPoints="1"/>
            </p:cNvSpPr>
            <p:nvPr/>
          </p:nvSpPr>
          <p:spPr bwMode="auto">
            <a:xfrm>
              <a:off x="11280775" y="6505575"/>
              <a:ext cx="593725" cy="303213"/>
            </a:xfrm>
            <a:custGeom>
              <a:avLst/>
              <a:gdLst>
                <a:gd name="T0" fmla="*/ 94 w 187"/>
                <a:gd name="T1" fmla="*/ 95 h 95"/>
                <a:gd name="T2" fmla="*/ 89 w 187"/>
                <a:gd name="T3" fmla="*/ 93 h 95"/>
                <a:gd name="T4" fmla="*/ 0 w 187"/>
                <a:gd name="T5" fmla="*/ 4 h 95"/>
                <a:gd name="T6" fmla="*/ 3 w 187"/>
                <a:gd name="T7" fmla="*/ 2 h 95"/>
                <a:gd name="T8" fmla="*/ 7 w 187"/>
                <a:gd name="T9" fmla="*/ 0 h 95"/>
                <a:gd name="T10" fmla="*/ 180 w 187"/>
                <a:gd name="T11" fmla="*/ 0 h 95"/>
                <a:gd name="T12" fmla="*/ 184 w 187"/>
                <a:gd name="T13" fmla="*/ 2 h 95"/>
                <a:gd name="T14" fmla="*/ 187 w 187"/>
                <a:gd name="T15" fmla="*/ 4 h 95"/>
                <a:gd name="T16" fmla="*/ 98 w 187"/>
                <a:gd name="T17" fmla="*/ 93 h 95"/>
                <a:gd name="T18" fmla="*/ 94 w 187"/>
                <a:gd name="T19" fmla="*/ 95 h 95"/>
                <a:gd name="T20" fmla="*/ 14 w 187"/>
                <a:gd name="T21" fmla="*/ 8 h 95"/>
                <a:gd name="T22" fmla="*/ 94 w 187"/>
                <a:gd name="T23" fmla="*/ 88 h 95"/>
                <a:gd name="T24" fmla="*/ 174 w 187"/>
                <a:gd name="T25" fmla="*/ 8 h 95"/>
                <a:gd name="T26" fmla="*/ 14 w 187"/>
                <a:gd name="T27" fmla="*/ 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7" h="95">
                  <a:moveTo>
                    <a:pt x="94" y="95"/>
                  </a:moveTo>
                  <a:cubicBezTo>
                    <a:pt x="92" y="95"/>
                    <a:pt x="90" y="95"/>
                    <a:pt x="89" y="93"/>
                  </a:cubicBezTo>
                  <a:cubicBezTo>
                    <a:pt x="0" y="4"/>
                    <a:pt x="0" y="4"/>
                    <a:pt x="0" y="4"/>
                  </a:cubicBezTo>
                  <a:cubicBezTo>
                    <a:pt x="3" y="2"/>
                    <a:pt x="3" y="2"/>
                    <a:pt x="3" y="2"/>
                  </a:cubicBezTo>
                  <a:cubicBezTo>
                    <a:pt x="4" y="1"/>
                    <a:pt x="6" y="0"/>
                    <a:pt x="7" y="0"/>
                  </a:cubicBezTo>
                  <a:cubicBezTo>
                    <a:pt x="180" y="0"/>
                    <a:pt x="180" y="0"/>
                    <a:pt x="180" y="0"/>
                  </a:cubicBezTo>
                  <a:cubicBezTo>
                    <a:pt x="182" y="0"/>
                    <a:pt x="183" y="1"/>
                    <a:pt x="184" y="2"/>
                  </a:cubicBezTo>
                  <a:cubicBezTo>
                    <a:pt x="187" y="4"/>
                    <a:pt x="187" y="4"/>
                    <a:pt x="187" y="4"/>
                  </a:cubicBezTo>
                  <a:cubicBezTo>
                    <a:pt x="98" y="93"/>
                    <a:pt x="98" y="93"/>
                    <a:pt x="98" y="93"/>
                  </a:cubicBezTo>
                  <a:cubicBezTo>
                    <a:pt x="97" y="95"/>
                    <a:pt x="95" y="95"/>
                    <a:pt x="94" y="95"/>
                  </a:cubicBezTo>
                  <a:close/>
                  <a:moveTo>
                    <a:pt x="14" y="8"/>
                  </a:moveTo>
                  <a:cubicBezTo>
                    <a:pt x="94" y="88"/>
                    <a:pt x="94" y="88"/>
                    <a:pt x="94" y="88"/>
                  </a:cubicBezTo>
                  <a:cubicBezTo>
                    <a:pt x="174" y="8"/>
                    <a:pt x="174" y="8"/>
                    <a:pt x="174" y="8"/>
                  </a:cubicBezTo>
                  <a:lnTo>
                    <a:pt x="14"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815" name="Freeform 226"/>
          <p:cNvSpPr>
            <a:spLocks noEditPoints="1"/>
          </p:cNvSpPr>
          <p:nvPr/>
        </p:nvSpPr>
        <p:spPr bwMode="auto">
          <a:xfrm>
            <a:off x="7387590" y="3939586"/>
            <a:ext cx="254198" cy="390376"/>
          </a:xfrm>
          <a:custGeom>
            <a:avLst/>
            <a:gdLst>
              <a:gd name="T0" fmla="*/ 19 w 126"/>
              <a:gd name="T1" fmla="*/ 193 h 193"/>
              <a:gd name="T2" fmla="*/ 14 w 126"/>
              <a:gd name="T3" fmla="*/ 192 h 193"/>
              <a:gd name="T4" fmla="*/ 10 w 126"/>
              <a:gd name="T5" fmla="*/ 180 h 193"/>
              <a:gd name="T6" fmla="*/ 32 w 126"/>
              <a:gd name="T7" fmla="*/ 115 h 193"/>
              <a:gd name="T8" fmla="*/ 10 w 126"/>
              <a:gd name="T9" fmla="*/ 115 h 193"/>
              <a:gd name="T10" fmla="*/ 2 w 126"/>
              <a:gd name="T11" fmla="*/ 111 h 193"/>
              <a:gd name="T12" fmla="*/ 1 w 126"/>
              <a:gd name="T13" fmla="*/ 102 h 193"/>
              <a:gd name="T14" fmla="*/ 37 w 126"/>
              <a:gd name="T15" fmla="*/ 7 h 193"/>
              <a:gd name="T16" fmla="*/ 46 w 126"/>
              <a:gd name="T17" fmla="*/ 0 h 193"/>
              <a:gd name="T18" fmla="*/ 116 w 126"/>
              <a:gd name="T19" fmla="*/ 0 h 193"/>
              <a:gd name="T20" fmla="*/ 126 w 126"/>
              <a:gd name="T21" fmla="*/ 10 h 193"/>
              <a:gd name="T22" fmla="*/ 124 w 126"/>
              <a:gd name="T23" fmla="*/ 15 h 193"/>
              <a:gd name="T24" fmla="*/ 88 w 126"/>
              <a:gd name="T25" fmla="*/ 68 h 193"/>
              <a:gd name="T26" fmla="*/ 106 w 126"/>
              <a:gd name="T27" fmla="*/ 68 h 193"/>
              <a:gd name="T28" fmla="*/ 114 w 126"/>
              <a:gd name="T29" fmla="*/ 74 h 193"/>
              <a:gd name="T30" fmla="*/ 113 w 126"/>
              <a:gd name="T31" fmla="*/ 84 h 193"/>
              <a:gd name="T32" fmla="*/ 26 w 126"/>
              <a:gd name="T33" fmla="*/ 190 h 193"/>
              <a:gd name="T34" fmla="*/ 19 w 126"/>
              <a:gd name="T35" fmla="*/ 193 h 193"/>
              <a:gd name="T36" fmla="*/ 46 w 126"/>
              <a:gd name="T37" fmla="*/ 8 h 193"/>
              <a:gd name="T38" fmla="*/ 44 w 126"/>
              <a:gd name="T39" fmla="*/ 9 h 193"/>
              <a:gd name="T40" fmla="*/ 9 w 126"/>
              <a:gd name="T41" fmla="*/ 105 h 193"/>
              <a:gd name="T42" fmla="*/ 9 w 126"/>
              <a:gd name="T43" fmla="*/ 106 h 193"/>
              <a:gd name="T44" fmla="*/ 10 w 126"/>
              <a:gd name="T45" fmla="*/ 107 h 193"/>
              <a:gd name="T46" fmla="*/ 43 w 126"/>
              <a:gd name="T47" fmla="*/ 107 h 193"/>
              <a:gd name="T48" fmla="*/ 17 w 126"/>
              <a:gd name="T49" fmla="*/ 183 h 193"/>
              <a:gd name="T50" fmla="*/ 18 w 126"/>
              <a:gd name="T51" fmla="*/ 185 h 193"/>
              <a:gd name="T52" fmla="*/ 20 w 126"/>
              <a:gd name="T53" fmla="*/ 185 h 193"/>
              <a:gd name="T54" fmla="*/ 107 w 126"/>
              <a:gd name="T55" fmla="*/ 79 h 193"/>
              <a:gd name="T56" fmla="*/ 107 w 126"/>
              <a:gd name="T57" fmla="*/ 77 h 193"/>
              <a:gd name="T58" fmla="*/ 106 w 126"/>
              <a:gd name="T59" fmla="*/ 76 h 193"/>
              <a:gd name="T60" fmla="*/ 73 w 126"/>
              <a:gd name="T61" fmla="*/ 76 h 193"/>
              <a:gd name="T62" fmla="*/ 117 w 126"/>
              <a:gd name="T63" fmla="*/ 11 h 193"/>
              <a:gd name="T64" fmla="*/ 118 w 126"/>
              <a:gd name="T65" fmla="*/ 10 h 193"/>
              <a:gd name="T66" fmla="*/ 116 w 126"/>
              <a:gd name="T67" fmla="*/ 8 h 193"/>
              <a:gd name="T68" fmla="*/ 46 w 126"/>
              <a:gd name="T69" fmla="*/ 8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6" h="193">
                <a:moveTo>
                  <a:pt x="19" y="193"/>
                </a:moveTo>
                <a:cubicBezTo>
                  <a:pt x="17" y="193"/>
                  <a:pt x="16" y="193"/>
                  <a:pt x="14" y="192"/>
                </a:cubicBezTo>
                <a:cubicBezTo>
                  <a:pt x="10" y="190"/>
                  <a:pt x="8" y="185"/>
                  <a:pt x="10" y="180"/>
                </a:cubicBezTo>
                <a:cubicBezTo>
                  <a:pt x="32" y="115"/>
                  <a:pt x="32" y="115"/>
                  <a:pt x="32" y="115"/>
                </a:cubicBezTo>
                <a:cubicBezTo>
                  <a:pt x="10" y="115"/>
                  <a:pt x="10" y="115"/>
                  <a:pt x="10" y="115"/>
                </a:cubicBezTo>
                <a:cubicBezTo>
                  <a:pt x="7" y="115"/>
                  <a:pt x="4" y="113"/>
                  <a:pt x="2" y="111"/>
                </a:cubicBezTo>
                <a:cubicBezTo>
                  <a:pt x="0" y="108"/>
                  <a:pt x="0" y="105"/>
                  <a:pt x="1" y="102"/>
                </a:cubicBezTo>
                <a:cubicBezTo>
                  <a:pt x="37" y="7"/>
                  <a:pt x="37" y="7"/>
                  <a:pt x="37" y="7"/>
                </a:cubicBezTo>
                <a:cubicBezTo>
                  <a:pt x="38" y="3"/>
                  <a:pt x="42" y="0"/>
                  <a:pt x="46" y="0"/>
                </a:cubicBezTo>
                <a:cubicBezTo>
                  <a:pt x="116" y="0"/>
                  <a:pt x="116" y="0"/>
                  <a:pt x="116" y="0"/>
                </a:cubicBezTo>
                <a:cubicBezTo>
                  <a:pt x="122" y="0"/>
                  <a:pt x="126" y="5"/>
                  <a:pt x="126" y="10"/>
                </a:cubicBezTo>
                <a:cubicBezTo>
                  <a:pt x="126" y="12"/>
                  <a:pt x="125" y="14"/>
                  <a:pt x="124" y="15"/>
                </a:cubicBezTo>
                <a:cubicBezTo>
                  <a:pt x="88" y="68"/>
                  <a:pt x="88" y="68"/>
                  <a:pt x="88" y="68"/>
                </a:cubicBezTo>
                <a:cubicBezTo>
                  <a:pt x="106" y="68"/>
                  <a:pt x="106" y="68"/>
                  <a:pt x="106" y="68"/>
                </a:cubicBezTo>
                <a:cubicBezTo>
                  <a:pt x="109" y="68"/>
                  <a:pt x="113" y="70"/>
                  <a:pt x="114" y="74"/>
                </a:cubicBezTo>
                <a:cubicBezTo>
                  <a:pt x="116" y="77"/>
                  <a:pt x="115" y="81"/>
                  <a:pt x="113" y="84"/>
                </a:cubicBezTo>
                <a:cubicBezTo>
                  <a:pt x="26" y="190"/>
                  <a:pt x="26" y="190"/>
                  <a:pt x="26" y="190"/>
                </a:cubicBezTo>
                <a:cubicBezTo>
                  <a:pt x="25" y="192"/>
                  <a:pt x="22" y="193"/>
                  <a:pt x="19" y="193"/>
                </a:cubicBezTo>
                <a:close/>
                <a:moveTo>
                  <a:pt x="46" y="8"/>
                </a:moveTo>
                <a:cubicBezTo>
                  <a:pt x="45" y="8"/>
                  <a:pt x="44" y="9"/>
                  <a:pt x="44" y="9"/>
                </a:cubicBezTo>
                <a:cubicBezTo>
                  <a:pt x="9" y="105"/>
                  <a:pt x="9" y="105"/>
                  <a:pt x="9" y="105"/>
                </a:cubicBezTo>
                <a:cubicBezTo>
                  <a:pt x="8" y="105"/>
                  <a:pt x="9" y="106"/>
                  <a:pt x="9" y="106"/>
                </a:cubicBezTo>
                <a:cubicBezTo>
                  <a:pt x="9" y="107"/>
                  <a:pt x="10" y="107"/>
                  <a:pt x="10" y="107"/>
                </a:cubicBezTo>
                <a:cubicBezTo>
                  <a:pt x="43" y="107"/>
                  <a:pt x="43" y="107"/>
                  <a:pt x="43" y="107"/>
                </a:cubicBezTo>
                <a:cubicBezTo>
                  <a:pt x="17" y="183"/>
                  <a:pt x="17" y="183"/>
                  <a:pt x="17" y="183"/>
                </a:cubicBezTo>
                <a:cubicBezTo>
                  <a:pt x="17" y="184"/>
                  <a:pt x="18" y="185"/>
                  <a:pt x="18" y="185"/>
                </a:cubicBezTo>
                <a:cubicBezTo>
                  <a:pt x="19" y="186"/>
                  <a:pt x="20" y="185"/>
                  <a:pt x="20" y="185"/>
                </a:cubicBezTo>
                <a:cubicBezTo>
                  <a:pt x="107" y="79"/>
                  <a:pt x="107" y="79"/>
                  <a:pt x="107" y="79"/>
                </a:cubicBezTo>
                <a:cubicBezTo>
                  <a:pt x="107" y="78"/>
                  <a:pt x="107" y="77"/>
                  <a:pt x="107" y="77"/>
                </a:cubicBezTo>
                <a:cubicBezTo>
                  <a:pt x="107" y="76"/>
                  <a:pt x="106" y="76"/>
                  <a:pt x="106" y="76"/>
                </a:cubicBezTo>
                <a:cubicBezTo>
                  <a:pt x="73" y="76"/>
                  <a:pt x="73" y="76"/>
                  <a:pt x="73" y="76"/>
                </a:cubicBezTo>
                <a:cubicBezTo>
                  <a:pt x="117" y="11"/>
                  <a:pt x="117" y="11"/>
                  <a:pt x="117" y="11"/>
                </a:cubicBezTo>
                <a:cubicBezTo>
                  <a:pt x="118" y="11"/>
                  <a:pt x="118" y="10"/>
                  <a:pt x="118" y="10"/>
                </a:cubicBezTo>
                <a:cubicBezTo>
                  <a:pt x="118" y="9"/>
                  <a:pt x="117" y="8"/>
                  <a:pt x="116" y="8"/>
                </a:cubicBezTo>
                <a:lnTo>
                  <a:pt x="46" y="8"/>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6" name="Freeform 1148"/>
          <p:cNvSpPr>
            <a:spLocks noEditPoints="1"/>
          </p:cNvSpPr>
          <p:nvPr/>
        </p:nvSpPr>
        <p:spPr bwMode="auto">
          <a:xfrm>
            <a:off x="5005612" y="6353881"/>
            <a:ext cx="213405" cy="330140"/>
          </a:xfrm>
          <a:custGeom>
            <a:avLst/>
            <a:gdLst>
              <a:gd name="T0" fmla="*/ 104 w 117"/>
              <a:gd name="T1" fmla="*/ 181 h 181"/>
              <a:gd name="T2" fmla="*/ 95 w 117"/>
              <a:gd name="T3" fmla="*/ 177 h 181"/>
              <a:gd name="T4" fmla="*/ 48 w 117"/>
              <a:gd name="T5" fmla="*/ 131 h 181"/>
              <a:gd name="T6" fmla="*/ 13 w 117"/>
              <a:gd name="T7" fmla="*/ 131 h 181"/>
              <a:gd name="T8" fmla="*/ 0 w 117"/>
              <a:gd name="T9" fmla="*/ 118 h 181"/>
              <a:gd name="T10" fmla="*/ 0 w 117"/>
              <a:gd name="T11" fmla="*/ 63 h 181"/>
              <a:gd name="T12" fmla="*/ 13 w 117"/>
              <a:gd name="T13" fmla="*/ 50 h 181"/>
              <a:gd name="T14" fmla="*/ 48 w 117"/>
              <a:gd name="T15" fmla="*/ 50 h 181"/>
              <a:gd name="T16" fmla="*/ 95 w 117"/>
              <a:gd name="T17" fmla="*/ 4 h 181"/>
              <a:gd name="T18" fmla="*/ 104 w 117"/>
              <a:gd name="T19" fmla="*/ 0 h 181"/>
              <a:gd name="T20" fmla="*/ 117 w 117"/>
              <a:gd name="T21" fmla="*/ 13 h 181"/>
              <a:gd name="T22" fmla="*/ 117 w 117"/>
              <a:gd name="T23" fmla="*/ 168 h 181"/>
              <a:gd name="T24" fmla="*/ 104 w 117"/>
              <a:gd name="T25" fmla="*/ 181 h 181"/>
              <a:gd name="T26" fmla="*/ 13 w 117"/>
              <a:gd name="T27" fmla="*/ 58 h 181"/>
              <a:gd name="T28" fmla="*/ 8 w 117"/>
              <a:gd name="T29" fmla="*/ 63 h 181"/>
              <a:gd name="T30" fmla="*/ 8 w 117"/>
              <a:gd name="T31" fmla="*/ 118 h 181"/>
              <a:gd name="T32" fmla="*/ 13 w 117"/>
              <a:gd name="T33" fmla="*/ 123 h 181"/>
              <a:gd name="T34" fmla="*/ 52 w 117"/>
              <a:gd name="T35" fmla="*/ 123 h 181"/>
              <a:gd name="T36" fmla="*/ 100 w 117"/>
              <a:gd name="T37" fmla="*/ 172 h 181"/>
              <a:gd name="T38" fmla="*/ 104 w 117"/>
              <a:gd name="T39" fmla="*/ 173 h 181"/>
              <a:gd name="T40" fmla="*/ 109 w 117"/>
              <a:gd name="T41" fmla="*/ 168 h 181"/>
              <a:gd name="T42" fmla="*/ 109 w 117"/>
              <a:gd name="T43" fmla="*/ 13 h 181"/>
              <a:gd name="T44" fmla="*/ 104 w 117"/>
              <a:gd name="T45" fmla="*/ 8 h 181"/>
              <a:gd name="T46" fmla="*/ 100 w 117"/>
              <a:gd name="T47" fmla="*/ 10 h 181"/>
              <a:gd name="T48" fmla="*/ 52 w 117"/>
              <a:gd name="T49" fmla="*/ 58 h 181"/>
              <a:gd name="T50" fmla="*/ 13 w 117"/>
              <a:gd name="T51" fmla="*/ 58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7" h="181">
                <a:moveTo>
                  <a:pt x="104" y="181"/>
                </a:moveTo>
                <a:cubicBezTo>
                  <a:pt x="100" y="181"/>
                  <a:pt x="97" y="180"/>
                  <a:pt x="95" y="177"/>
                </a:cubicBezTo>
                <a:cubicBezTo>
                  <a:pt x="48" y="131"/>
                  <a:pt x="48" y="131"/>
                  <a:pt x="48" y="131"/>
                </a:cubicBezTo>
                <a:cubicBezTo>
                  <a:pt x="13" y="131"/>
                  <a:pt x="13" y="131"/>
                  <a:pt x="13" y="131"/>
                </a:cubicBezTo>
                <a:cubicBezTo>
                  <a:pt x="6" y="131"/>
                  <a:pt x="0" y="125"/>
                  <a:pt x="0" y="118"/>
                </a:cubicBezTo>
                <a:cubicBezTo>
                  <a:pt x="0" y="63"/>
                  <a:pt x="0" y="63"/>
                  <a:pt x="0" y="63"/>
                </a:cubicBezTo>
                <a:cubicBezTo>
                  <a:pt x="0" y="56"/>
                  <a:pt x="6" y="50"/>
                  <a:pt x="13" y="50"/>
                </a:cubicBezTo>
                <a:cubicBezTo>
                  <a:pt x="48" y="50"/>
                  <a:pt x="48" y="50"/>
                  <a:pt x="48" y="50"/>
                </a:cubicBezTo>
                <a:cubicBezTo>
                  <a:pt x="95" y="4"/>
                  <a:pt x="95" y="4"/>
                  <a:pt x="95" y="4"/>
                </a:cubicBezTo>
                <a:cubicBezTo>
                  <a:pt x="97" y="2"/>
                  <a:pt x="100" y="0"/>
                  <a:pt x="104" y="0"/>
                </a:cubicBezTo>
                <a:cubicBezTo>
                  <a:pt x="111" y="0"/>
                  <a:pt x="117" y="6"/>
                  <a:pt x="117" y="13"/>
                </a:cubicBezTo>
                <a:cubicBezTo>
                  <a:pt x="117" y="168"/>
                  <a:pt x="117" y="168"/>
                  <a:pt x="117" y="168"/>
                </a:cubicBezTo>
                <a:cubicBezTo>
                  <a:pt x="117" y="175"/>
                  <a:pt x="111" y="181"/>
                  <a:pt x="104" y="181"/>
                </a:cubicBezTo>
                <a:close/>
                <a:moveTo>
                  <a:pt x="13" y="58"/>
                </a:moveTo>
                <a:cubicBezTo>
                  <a:pt x="10" y="58"/>
                  <a:pt x="8" y="61"/>
                  <a:pt x="8" y="63"/>
                </a:cubicBezTo>
                <a:cubicBezTo>
                  <a:pt x="8" y="118"/>
                  <a:pt x="8" y="118"/>
                  <a:pt x="8" y="118"/>
                </a:cubicBezTo>
                <a:cubicBezTo>
                  <a:pt x="8" y="121"/>
                  <a:pt x="10" y="123"/>
                  <a:pt x="13" y="123"/>
                </a:cubicBezTo>
                <a:cubicBezTo>
                  <a:pt x="52" y="123"/>
                  <a:pt x="52" y="123"/>
                  <a:pt x="52" y="123"/>
                </a:cubicBezTo>
                <a:cubicBezTo>
                  <a:pt x="100" y="172"/>
                  <a:pt x="100" y="172"/>
                  <a:pt x="100" y="172"/>
                </a:cubicBezTo>
                <a:cubicBezTo>
                  <a:pt x="101" y="173"/>
                  <a:pt x="102" y="173"/>
                  <a:pt x="104" y="173"/>
                </a:cubicBezTo>
                <a:cubicBezTo>
                  <a:pt x="107" y="173"/>
                  <a:pt x="109" y="171"/>
                  <a:pt x="109" y="168"/>
                </a:cubicBezTo>
                <a:cubicBezTo>
                  <a:pt x="109" y="13"/>
                  <a:pt x="109" y="13"/>
                  <a:pt x="109" y="13"/>
                </a:cubicBezTo>
                <a:cubicBezTo>
                  <a:pt x="109" y="11"/>
                  <a:pt x="107" y="8"/>
                  <a:pt x="104" y="8"/>
                </a:cubicBezTo>
                <a:cubicBezTo>
                  <a:pt x="102" y="8"/>
                  <a:pt x="101" y="9"/>
                  <a:pt x="100" y="10"/>
                </a:cubicBezTo>
                <a:cubicBezTo>
                  <a:pt x="52" y="58"/>
                  <a:pt x="52" y="58"/>
                  <a:pt x="52" y="58"/>
                </a:cubicBezTo>
                <a:lnTo>
                  <a:pt x="13" y="58"/>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817" name="组合 816"/>
          <p:cNvGrpSpPr/>
          <p:nvPr/>
        </p:nvGrpSpPr>
        <p:grpSpPr>
          <a:xfrm>
            <a:off x="5426039" y="6353881"/>
            <a:ext cx="253533" cy="330140"/>
            <a:chOff x="1547998" y="4337593"/>
            <a:chExt cx="342085" cy="445449"/>
          </a:xfrm>
          <a:solidFill>
            <a:srgbClr val="707E84"/>
          </a:solidFill>
        </p:grpSpPr>
        <p:sp>
          <p:nvSpPr>
            <p:cNvPr id="818" name="Freeform 1124"/>
            <p:cNvSpPr>
              <a:spLocks/>
            </p:cNvSpPr>
            <p:nvPr/>
          </p:nvSpPr>
          <p:spPr bwMode="auto">
            <a:xfrm>
              <a:off x="1547998" y="4337593"/>
              <a:ext cx="290403" cy="445449"/>
            </a:xfrm>
            <a:custGeom>
              <a:avLst/>
              <a:gdLst>
                <a:gd name="T0" fmla="*/ 110 w 118"/>
                <a:gd name="T1" fmla="*/ 129 h 181"/>
                <a:gd name="T2" fmla="*/ 110 w 118"/>
                <a:gd name="T3" fmla="*/ 168 h 181"/>
                <a:gd name="T4" fmla="*/ 105 w 118"/>
                <a:gd name="T5" fmla="*/ 173 h 181"/>
                <a:gd name="T6" fmla="*/ 101 w 118"/>
                <a:gd name="T7" fmla="*/ 172 h 181"/>
                <a:gd name="T8" fmla="*/ 52 w 118"/>
                <a:gd name="T9" fmla="*/ 123 h 181"/>
                <a:gd name="T10" fmla="*/ 14 w 118"/>
                <a:gd name="T11" fmla="*/ 123 h 181"/>
                <a:gd name="T12" fmla="*/ 8 w 118"/>
                <a:gd name="T13" fmla="*/ 118 h 181"/>
                <a:gd name="T14" fmla="*/ 8 w 118"/>
                <a:gd name="T15" fmla="*/ 63 h 181"/>
                <a:gd name="T16" fmla="*/ 14 w 118"/>
                <a:gd name="T17" fmla="*/ 58 h 181"/>
                <a:gd name="T18" fmla="*/ 52 w 118"/>
                <a:gd name="T19" fmla="*/ 58 h 181"/>
                <a:gd name="T20" fmla="*/ 101 w 118"/>
                <a:gd name="T21" fmla="*/ 10 h 181"/>
                <a:gd name="T22" fmla="*/ 105 w 118"/>
                <a:gd name="T23" fmla="*/ 8 h 181"/>
                <a:gd name="T24" fmla="*/ 110 w 118"/>
                <a:gd name="T25" fmla="*/ 13 h 181"/>
                <a:gd name="T26" fmla="*/ 110 w 118"/>
                <a:gd name="T27" fmla="*/ 50 h 181"/>
                <a:gd name="T28" fmla="*/ 118 w 118"/>
                <a:gd name="T29" fmla="*/ 50 h 181"/>
                <a:gd name="T30" fmla="*/ 118 w 118"/>
                <a:gd name="T31" fmla="*/ 13 h 181"/>
                <a:gd name="T32" fmla="*/ 105 w 118"/>
                <a:gd name="T33" fmla="*/ 0 h 181"/>
                <a:gd name="T34" fmla="*/ 95 w 118"/>
                <a:gd name="T35" fmla="*/ 4 h 181"/>
                <a:gd name="T36" fmla="*/ 49 w 118"/>
                <a:gd name="T37" fmla="*/ 50 h 181"/>
                <a:gd name="T38" fmla="*/ 14 w 118"/>
                <a:gd name="T39" fmla="*/ 50 h 181"/>
                <a:gd name="T40" fmla="*/ 0 w 118"/>
                <a:gd name="T41" fmla="*/ 63 h 181"/>
                <a:gd name="T42" fmla="*/ 0 w 118"/>
                <a:gd name="T43" fmla="*/ 118 h 181"/>
                <a:gd name="T44" fmla="*/ 14 w 118"/>
                <a:gd name="T45" fmla="*/ 131 h 181"/>
                <a:gd name="T46" fmla="*/ 49 w 118"/>
                <a:gd name="T47" fmla="*/ 131 h 181"/>
                <a:gd name="T48" fmla="*/ 95 w 118"/>
                <a:gd name="T49" fmla="*/ 177 h 181"/>
                <a:gd name="T50" fmla="*/ 105 w 118"/>
                <a:gd name="T51" fmla="*/ 181 h 181"/>
                <a:gd name="T52" fmla="*/ 118 w 118"/>
                <a:gd name="T53" fmla="*/ 168 h 181"/>
                <a:gd name="T54" fmla="*/ 118 w 118"/>
                <a:gd name="T55" fmla="*/ 129 h 181"/>
                <a:gd name="T56" fmla="*/ 110 w 118"/>
                <a:gd name="T57" fmla="*/ 129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8" h="181">
                  <a:moveTo>
                    <a:pt x="110" y="129"/>
                  </a:moveTo>
                  <a:cubicBezTo>
                    <a:pt x="110" y="168"/>
                    <a:pt x="110" y="168"/>
                    <a:pt x="110" y="168"/>
                  </a:cubicBezTo>
                  <a:cubicBezTo>
                    <a:pt x="110" y="171"/>
                    <a:pt x="107" y="173"/>
                    <a:pt x="105" y="173"/>
                  </a:cubicBezTo>
                  <a:cubicBezTo>
                    <a:pt x="103" y="173"/>
                    <a:pt x="102" y="173"/>
                    <a:pt x="101" y="172"/>
                  </a:cubicBezTo>
                  <a:cubicBezTo>
                    <a:pt x="52" y="123"/>
                    <a:pt x="52" y="123"/>
                    <a:pt x="52" y="123"/>
                  </a:cubicBezTo>
                  <a:cubicBezTo>
                    <a:pt x="14" y="123"/>
                    <a:pt x="14" y="123"/>
                    <a:pt x="14" y="123"/>
                  </a:cubicBezTo>
                  <a:cubicBezTo>
                    <a:pt x="11" y="123"/>
                    <a:pt x="8" y="121"/>
                    <a:pt x="8" y="118"/>
                  </a:cubicBezTo>
                  <a:cubicBezTo>
                    <a:pt x="8" y="63"/>
                    <a:pt x="8" y="63"/>
                    <a:pt x="8" y="63"/>
                  </a:cubicBezTo>
                  <a:cubicBezTo>
                    <a:pt x="8" y="61"/>
                    <a:pt x="11" y="58"/>
                    <a:pt x="14" y="58"/>
                  </a:cubicBezTo>
                  <a:cubicBezTo>
                    <a:pt x="52" y="58"/>
                    <a:pt x="52" y="58"/>
                    <a:pt x="52" y="58"/>
                  </a:cubicBezTo>
                  <a:cubicBezTo>
                    <a:pt x="101" y="10"/>
                    <a:pt x="101" y="10"/>
                    <a:pt x="101" y="10"/>
                  </a:cubicBezTo>
                  <a:cubicBezTo>
                    <a:pt x="102" y="9"/>
                    <a:pt x="103" y="8"/>
                    <a:pt x="105" y="8"/>
                  </a:cubicBezTo>
                  <a:cubicBezTo>
                    <a:pt x="107" y="8"/>
                    <a:pt x="110" y="11"/>
                    <a:pt x="110" y="13"/>
                  </a:cubicBezTo>
                  <a:cubicBezTo>
                    <a:pt x="110" y="50"/>
                    <a:pt x="110" y="50"/>
                    <a:pt x="110" y="50"/>
                  </a:cubicBezTo>
                  <a:cubicBezTo>
                    <a:pt x="118" y="50"/>
                    <a:pt x="118" y="50"/>
                    <a:pt x="118" y="50"/>
                  </a:cubicBezTo>
                  <a:cubicBezTo>
                    <a:pt x="118" y="13"/>
                    <a:pt x="118" y="13"/>
                    <a:pt x="118" y="13"/>
                  </a:cubicBezTo>
                  <a:cubicBezTo>
                    <a:pt x="118" y="6"/>
                    <a:pt x="112" y="0"/>
                    <a:pt x="105" y="0"/>
                  </a:cubicBezTo>
                  <a:cubicBezTo>
                    <a:pt x="101" y="0"/>
                    <a:pt x="98" y="2"/>
                    <a:pt x="95" y="4"/>
                  </a:cubicBezTo>
                  <a:cubicBezTo>
                    <a:pt x="49" y="50"/>
                    <a:pt x="49" y="50"/>
                    <a:pt x="49" y="50"/>
                  </a:cubicBezTo>
                  <a:cubicBezTo>
                    <a:pt x="14" y="50"/>
                    <a:pt x="14" y="50"/>
                    <a:pt x="14" y="50"/>
                  </a:cubicBezTo>
                  <a:cubicBezTo>
                    <a:pt x="6" y="50"/>
                    <a:pt x="0" y="56"/>
                    <a:pt x="0" y="63"/>
                  </a:cubicBezTo>
                  <a:cubicBezTo>
                    <a:pt x="0" y="118"/>
                    <a:pt x="0" y="118"/>
                    <a:pt x="0" y="118"/>
                  </a:cubicBezTo>
                  <a:cubicBezTo>
                    <a:pt x="0" y="125"/>
                    <a:pt x="6" y="131"/>
                    <a:pt x="14" y="131"/>
                  </a:cubicBezTo>
                  <a:cubicBezTo>
                    <a:pt x="49" y="131"/>
                    <a:pt x="49" y="131"/>
                    <a:pt x="49" y="131"/>
                  </a:cubicBezTo>
                  <a:cubicBezTo>
                    <a:pt x="95" y="177"/>
                    <a:pt x="95" y="177"/>
                    <a:pt x="95" y="177"/>
                  </a:cubicBezTo>
                  <a:cubicBezTo>
                    <a:pt x="98" y="180"/>
                    <a:pt x="101" y="181"/>
                    <a:pt x="105" y="181"/>
                  </a:cubicBezTo>
                  <a:cubicBezTo>
                    <a:pt x="112" y="181"/>
                    <a:pt x="118" y="175"/>
                    <a:pt x="118" y="168"/>
                  </a:cubicBezTo>
                  <a:cubicBezTo>
                    <a:pt x="118" y="129"/>
                    <a:pt x="118" y="129"/>
                    <a:pt x="118" y="129"/>
                  </a:cubicBezTo>
                  <a:lnTo>
                    <a:pt x="110" y="1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9" name="Freeform 1186"/>
            <p:cNvSpPr>
              <a:spLocks/>
            </p:cNvSpPr>
            <p:nvPr/>
          </p:nvSpPr>
          <p:spPr bwMode="auto">
            <a:xfrm>
              <a:off x="1764570" y="4495100"/>
              <a:ext cx="125513" cy="125513"/>
            </a:xfrm>
            <a:custGeom>
              <a:avLst/>
              <a:gdLst>
                <a:gd name="T0" fmla="*/ 102 w 102"/>
                <a:gd name="T1" fmla="*/ 92 h 102"/>
                <a:gd name="T2" fmla="*/ 62 w 102"/>
                <a:gd name="T3" fmla="*/ 52 h 102"/>
                <a:gd name="T4" fmla="*/ 102 w 102"/>
                <a:gd name="T5" fmla="*/ 12 h 102"/>
                <a:gd name="T6" fmla="*/ 90 w 102"/>
                <a:gd name="T7" fmla="*/ 0 h 102"/>
                <a:gd name="T8" fmla="*/ 52 w 102"/>
                <a:gd name="T9" fmla="*/ 40 h 102"/>
                <a:gd name="T10" fmla="*/ 12 w 102"/>
                <a:gd name="T11" fmla="*/ 0 h 102"/>
                <a:gd name="T12" fmla="*/ 0 w 102"/>
                <a:gd name="T13" fmla="*/ 12 h 102"/>
                <a:gd name="T14" fmla="*/ 40 w 102"/>
                <a:gd name="T15" fmla="*/ 52 h 102"/>
                <a:gd name="T16" fmla="*/ 0 w 102"/>
                <a:gd name="T17" fmla="*/ 92 h 102"/>
                <a:gd name="T18" fmla="*/ 12 w 102"/>
                <a:gd name="T19" fmla="*/ 102 h 102"/>
                <a:gd name="T20" fmla="*/ 52 w 102"/>
                <a:gd name="T21" fmla="*/ 62 h 102"/>
                <a:gd name="T22" fmla="*/ 90 w 102"/>
                <a:gd name="T23" fmla="*/ 102 h 102"/>
                <a:gd name="T24" fmla="*/ 102 w 102"/>
                <a:gd name="T25" fmla="*/ 9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2" h="102">
                  <a:moveTo>
                    <a:pt x="102" y="92"/>
                  </a:moveTo>
                  <a:lnTo>
                    <a:pt x="62" y="52"/>
                  </a:lnTo>
                  <a:lnTo>
                    <a:pt x="102" y="12"/>
                  </a:lnTo>
                  <a:lnTo>
                    <a:pt x="90" y="0"/>
                  </a:lnTo>
                  <a:lnTo>
                    <a:pt x="52" y="40"/>
                  </a:lnTo>
                  <a:lnTo>
                    <a:pt x="12" y="0"/>
                  </a:lnTo>
                  <a:lnTo>
                    <a:pt x="0" y="12"/>
                  </a:lnTo>
                  <a:lnTo>
                    <a:pt x="40" y="52"/>
                  </a:lnTo>
                  <a:lnTo>
                    <a:pt x="0" y="92"/>
                  </a:lnTo>
                  <a:lnTo>
                    <a:pt x="12" y="102"/>
                  </a:lnTo>
                  <a:lnTo>
                    <a:pt x="52" y="62"/>
                  </a:lnTo>
                  <a:lnTo>
                    <a:pt x="90" y="102"/>
                  </a:lnTo>
                  <a:lnTo>
                    <a:pt x="102" y="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820" name="组合 819"/>
          <p:cNvGrpSpPr/>
          <p:nvPr/>
        </p:nvGrpSpPr>
        <p:grpSpPr>
          <a:xfrm>
            <a:off x="5912912" y="6353881"/>
            <a:ext cx="249885" cy="330140"/>
            <a:chOff x="2504114" y="4337593"/>
            <a:chExt cx="337163" cy="445449"/>
          </a:xfrm>
          <a:solidFill>
            <a:srgbClr val="707E84"/>
          </a:solidFill>
        </p:grpSpPr>
        <p:sp>
          <p:nvSpPr>
            <p:cNvPr id="821" name="Freeform 1187"/>
            <p:cNvSpPr>
              <a:spLocks/>
            </p:cNvSpPr>
            <p:nvPr/>
          </p:nvSpPr>
          <p:spPr bwMode="auto">
            <a:xfrm>
              <a:off x="2504114" y="4337593"/>
              <a:ext cx="287942" cy="445449"/>
            </a:xfrm>
            <a:custGeom>
              <a:avLst/>
              <a:gdLst>
                <a:gd name="T0" fmla="*/ 109 w 117"/>
                <a:gd name="T1" fmla="*/ 129 h 181"/>
                <a:gd name="T2" fmla="*/ 109 w 117"/>
                <a:gd name="T3" fmla="*/ 168 h 181"/>
                <a:gd name="T4" fmla="*/ 104 w 117"/>
                <a:gd name="T5" fmla="*/ 173 h 181"/>
                <a:gd name="T6" fmla="*/ 101 w 117"/>
                <a:gd name="T7" fmla="*/ 172 h 181"/>
                <a:gd name="T8" fmla="*/ 52 w 117"/>
                <a:gd name="T9" fmla="*/ 123 h 181"/>
                <a:gd name="T10" fmla="*/ 13 w 117"/>
                <a:gd name="T11" fmla="*/ 123 h 181"/>
                <a:gd name="T12" fmla="*/ 8 w 117"/>
                <a:gd name="T13" fmla="*/ 118 h 181"/>
                <a:gd name="T14" fmla="*/ 8 w 117"/>
                <a:gd name="T15" fmla="*/ 63 h 181"/>
                <a:gd name="T16" fmla="*/ 13 w 117"/>
                <a:gd name="T17" fmla="*/ 58 h 181"/>
                <a:gd name="T18" fmla="*/ 52 w 117"/>
                <a:gd name="T19" fmla="*/ 58 h 181"/>
                <a:gd name="T20" fmla="*/ 101 w 117"/>
                <a:gd name="T21" fmla="*/ 10 h 181"/>
                <a:gd name="T22" fmla="*/ 104 w 117"/>
                <a:gd name="T23" fmla="*/ 8 h 181"/>
                <a:gd name="T24" fmla="*/ 109 w 117"/>
                <a:gd name="T25" fmla="*/ 13 h 181"/>
                <a:gd name="T26" fmla="*/ 109 w 117"/>
                <a:gd name="T27" fmla="*/ 50 h 181"/>
                <a:gd name="T28" fmla="*/ 117 w 117"/>
                <a:gd name="T29" fmla="*/ 50 h 181"/>
                <a:gd name="T30" fmla="*/ 117 w 117"/>
                <a:gd name="T31" fmla="*/ 13 h 181"/>
                <a:gd name="T32" fmla="*/ 104 w 117"/>
                <a:gd name="T33" fmla="*/ 0 h 181"/>
                <a:gd name="T34" fmla="*/ 95 w 117"/>
                <a:gd name="T35" fmla="*/ 4 h 181"/>
                <a:gd name="T36" fmla="*/ 49 w 117"/>
                <a:gd name="T37" fmla="*/ 50 h 181"/>
                <a:gd name="T38" fmla="*/ 13 w 117"/>
                <a:gd name="T39" fmla="*/ 50 h 181"/>
                <a:gd name="T40" fmla="*/ 0 w 117"/>
                <a:gd name="T41" fmla="*/ 63 h 181"/>
                <a:gd name="T42" fmla="*/ 0 w 117"/>
                <a:gd name="T43" fmla="*/ 118 h 181"/>
                <a:gd name="T44" fmla="*/ 13 w 117"/>
                <a:gd name="T45" fmla="*/ 131 h 181"/>
                <a:gd name="T46" fmla="*/ 49 w 117"/>
                <a:gd name="T47" fmla="*/ 131 h 181"/>
                <a:gd name="T48" fmla="*/ 95 w 117"/>
                <a:gd name="T49" fmla="*/ 177 h 181"/>
                <a:gd name="T50" fmla="*/ 104 w 117"/>
                <a:gd name="T51" fmla="*/ 181 h 181"/>
                <a:gd name="T52" fmla="*/ 117 w 117"/>
                <a:gd name="T53" fmla="*/ 168 h 181"/>
                <a:gd name="T54" fmla="*/ 117 w 117"/>
                <a:gd name="T55" fmla="*/ 129 h 181"/>
                <a:gd name="T56" fmla="*/ 109 w 117"/>
                <a:gd name="T57" fmla="*/ 129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7" h="181">
                  <a:moveTo>
                    <a:pt x="109" y="129"/>
                  </a:moveTo>
                  <a:cubicBezTo>
                    <a:pt x="109" y="168"/>
                    <a:pt x="109" y="168"/>
                    <a:pt x="109" y="168"/>
                  </a:cubicBezTo>
                  <a:cubicBezTo>
                    <a:pt x="109" y="171"/>
                    <a:pt x="107" y="173"/>
                    <a:pt x="104" y="173"/>
                  </a:cubicBezTo>
                  <a:cubicBezTo>
                    <a:pt x="103" y="173"/>
                    <a:pt x="102" y="173"/>
                    <a:pt x="101" y="172"/>
                  </a:cubicBezTo>
                  <a:cubicBezTo>
                    <a:pt x="52" y="123"/>
                    <a:pt x="52" y="123"/>
                    <a:pt x="52" y="123"/>
                  </a:cubicBezTo>
                  <a:cubicBezTo>
                    <a:pt x="13" y="123"/>
                    <a:pt x="13" y="123"/>
                    <a:pt x="13" y="123"/>
                  </a:cubicBezTo>
                  <a:cubicBezTo>
                    <a:pt x="11" y="123"/>
                    <a:pt x="8" y="121"/>
                    <a:pt x="8" y="118"/>
                  </a:cubicBezTo>
                  <a:cubicBezTo>
                    <a:pt x="8" y="63"/>
                    <a:pt x="8" y="63"/>
                    <a:pt x="8" y="63"/>
                  </a:cubicBezTo>
                  <a:cubicBezTo>
                    <a:pt x="8" y="61"/>
                    <a:pt x="11" y="58"/>
                    <a:pt x="13" y="58"/>
                  </a:cubicBezTo>
                  <a:cubicBezTo>
                    <a:pt x="52" y="58"/>
                    <a:pt x="52" y="58"/>
                    <a:pt x="52" y="58"/>
                  </a:cubicBezTo>
                  <a:cubicBezTo>
                    <a:pt x="101" y="10"/>
                    <a:pt x="101" y="10"/>
                    <a:pt x="101" y="10"/>
                  </a:cubicBezTo>
                  <a:cubicBezTo>
                    <a:pt x="102" y="9"/>
                    <a:pt x="103" y="8"/>
                    <a:pt x="104" y="8"/>
                  </a:cubicBezTo>
                  <a:cubicBezTo>
                    <a:pt x="107" y="8"/>
                    <a:pt x="109" y="11"/>
                    <a:pt x="109" y="13"/>
                  </a:cubicBezTo>
                  <a:cubicBezTo>
                    <a:pt x="109" y="50"/>
                    <a:pt x="109" y="50"/>
                    <a:pt x="109" y="50"/>
                  </a:cubicBezTo>
                  <a:cubicBezTo>
                    <a:pt x="117" y="50"/>
                    <a:pt x="117" y="50"/>
                    <a:pt x="117" y="50"/>
                  </a:cubicBezTo>
                  <a:cubicBezTo>
                    <a:pt x="117" y="13"/>
                    <a:pt x="117" y="13"/>
                    <a:pt x="117" y="13"/>
                  </a:cubicBezTo>
                  <a:cubicBezTo>
                    <a:pt x="117" y="6"/>
                    <a:pt x="112" y="0"/>
                    <a:pt x="104" y="0"/>
                  </a:cubicBezTo>
                  <a:cubicBezTo>
                    <a:pt x="101" y="0"/>
                    <a:pt x="98" y="2"/>
                    <a:pt x="95" y="4"/>
                  </a:cubicBezTo>
                  <a:cubicBezTo>
                    <a:pt x="49" y="50"/>
                    <a:pt x="49" y="50"/>
                    <a:pt x="49" y="50"/>
                  </a:cubicBezTo>
                  <a:cubicBezTo>
                    <a:pt x="13" y="50"/>
                    <a:pt x="13" y="50"/>
                    <a:pt x="13" y="50"/>
                  </a:cubicBezTo>
                  <a:cubicBezTo>
                    <a:pt x="6" y="50"/>
                    <a:pt x="0" y="56"/>
                    <a:pt x="0" y="63"/>
                  </a:cubicBezTo>
                  <a:cubicBezTo>
                    <a:pt x="0" y="118"/>
                    <a:pt x="0" y="118"/>
                    <a:pt x="0" y="118"/>
                  </a:cubicBezTo>
                  <a:cubicBezTo>
                    <a:pt x="0" y="125"/>
                    <a:pt x="6" y="131"/>
                    <a:pt x="13" y="131"/>
                  </a:cubicBezTo>
                  <a:cubicBezTo>
                    <a:pt x="49" y="131"/>
                    <a:pt x="49" y="131"/>
                    <a:pt x="49" y="131"/>
                  </a:cubicBezTo>
                  <a:cubicBezTo>
                    <a:pt x="95" y="177"/>
                    <a:pt x="95" y="177"/>
                    <a:pt x="95" y="177"/>
                  </a:cubicBezTo>
                  <a:cubicBezTo>
                    <a:pt x="98" y="180"/>
                    <a:pt x="101" y="181"/>
                    <a:pt x="104" y="181"/>
                  </a:cubicBezTo>
                  <a:cubicBezTo>
                    <a:pt x="112" y="181"/>
                    <a:pt x="117" y="175"/>
                    <a:pt x="117" y="168"/>
                  </a:cubicBezTo>
                  <a:cubicBezTo>
                    <a:pt x="117" y="129"/>
                    <a:pt x="117" y="129"/>
                    <a:pt x="117" y="129"/>
                  </a:cubicBezTo>
                  <a:lnTo>
                    <a:pt x="109" y="1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2" name="Freeform 1188"/>
            <p:cNvSpPr>
              <a:spLocks/>
            </p:cNvSpPr>
            <p:nvPr/>
          </p:nvSpPr>
          <p:spPr bwMode="auto">
            <a:xfrm>
              <a:off x="2725608" y="4500022"/>
              <a:ext cx="115669" cy="118130"/>
            </a:xfrm>
            <a:custGeom>
              <a:avLst/>
              <a:gdLst>
                <a:gd name="T0" fmla="*/ 56 w 94"/>
                <a:gd name="T1" fmla="*/ 96 h 96"/>
                <a:gd name="T2" fmla="*/ 56 w 94"/>
                <a:gd name="T3" fmla="*/ 56 h 96"/>
                <a:gd name="T4" fmla="*/ 94 w 94"/>
                <a:gd name="T5" fmla="*/ 56 h 96"/>
                <a:gd name="T6" fmla="*/ 94 w 94"/>
                <a:gd name="T7" fmla="*/ 40 h 96"/>
                <a:gd name="T8" fmla="*/ 56 w 94"/>
                <a:gd name="T9" fmla="*/ 40 h 96"/>
                <a:gd name="T10" fmla="*/ 56 w 94"/>
                <a:gd name="T11" fmla="*/ 0 h 96"/>
                <a:gd name="T12" fmla="*/ 40 w 94"/>
                <a:gd name="T13" fmla="*/ 0 h 96"/>
                <a:gd name="T14" fmla="*/ 40 w 94"/>
                <a:gd name="T15" fmla="*/ 40 h 96"/>
                <a:gd name="T16" fmla="*/ 0 w 94"/>
                <a:gd name="T17" fmla="*/ 40 h 96"/>
                <a:gd name="T18" fmla="*/ 0 w 94"/>
                <a:gd name="T19" fmla="*/ 56 h 96"/>
                <a:gd name="T20" fmla="*/ 40 w 94"/>
                <a:gd name="T21" fmla="*/ 56 h 96"/>
                <a:gd name="T22" fmla="*/ 40 w 94"/>
                <a:gd name="T23" fmla="*/ 96 h 96"/>
                <a:gd name="T24" fmla="*/ 56 w 94"/>
                <a:gd name="T25"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4" h="96">
                  <a:moveTo>
                    <a:pt x="56" y="96"/>
                  </a:moveTo>
                  <a:lnTo>
                    <a:pt x="56" y="56"/>
                  </a:lnTo>
                  <a:lnTo>
                    <a:pt x="94" y="56"/>
                  </a:lnTo>
                  <a:lnTo>
                    <a:pt x="94" y="40"/>
                  </a:lnTo>
                  <a:lnTo>
                    <a:pt x="56" y="40"/>
                  </a:lnTo>
                  <a:lnTo>
                    <a:pt x="56" y="0"/>
                  </a:lnTo>
                  <a:lnTo>
                    <a:pt x="40" y="0"/>
                  </a:lnTo>
                  <a:lnTo>
                    <a:pt x="40" y="40"/>
                  </a:lnTo>
                  <a:lnTo>
                    <a:pt x="0" y="40"/>
                  </a:lnTo>
                  <a:lnTo>
                    <a:pt x="0" y="56"/>
                  </a:lnTo>
                  <a:lnTo>
                    <a:pt x="40" y="56"/>
                  </a:lnTo>
                  <a:lnTo>
                    <a:pt x="40" y="96"/>
                  </a:lnTo>
                  <a:lnTo>
                    <a:pt x="56" y="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823" name="组合 822"/>
          <p:cNvGrpSpPr/>
          <p:nvPr/>
        </p:nvGrpSpPr>
        <p:grpSpPr>
          <a:xfrm>
            <a:off x="6381143" y="6353881"/>
            <a:ext cx="249885" cy="330140"/>
            <a:chOff x="3460230" y="4337593"/>
            <a:chExt cx="337163" cy="445449"/>
          </a:xfrm>
          <a:solidFill>
            <a:srgbClr val="707E84"/>
          </a:solidFill>
        </p:grpSpPr>
        <p:sp>
          <p:nvSpPr>
            <p:cNvPr id="824" name="Freeform 1189"/>
            <p:cNvSpPr>
              <a:spLocks/>
            </p:cNvSpPr>
            <p:nvPr/>
          </p:nvSpPr>
          <p:spPr bwMode="auto">
            <a:xfrm>
              <a:off x="3460230" y="4337593"/>
              <a:ext cx="287942" cy="445449"/>
            </a:xfrm>
            <a:custGeom>
              <a:avLst/>
              <a:gdLst>
                <a:gd name="T0" fmla="*/ 109 w 117"/>
                <a:gd name="T1" fmla="*/ 129 h 181"/>
                <a:gd name="T2" fmla="*/ 109 w 117"/>
                <a:gd name="T3" fmla="*/ 168 h 181"/>
                <a:gd name="T4" fmla="*/ 104 w 117"/>
                <a:gd name="T5" fmla="*/ 173 h 181"/>
                <a:gd name="T6" fmla="*/ 101 w 117"/>
                <a:gd name="T7" fmla="*/ 172 h 181"/>
                <a:gd name="T8" fmla="*/ 52 w 117"/>
                <a:gd name="T9" fmla="*/ 123 h 181"/>
                <a:gd name="T10" fmla="*/ 13 w 117"/>
                <a:gd name="T11" fmla="*/ 123 h 181"/>
                <a:gd name="T12" fmla="*/ 8 w 117"/>
                <a:gd name="T13" fmla="*/ 118 h 181"/>
                <a:gd name="T14" fmla="*/ 8 w 117"/>
                <a:gd name="T15" fmla="*/ 63 h 181"/>
                <a:gd name="T16" fmla="*/ 13 w 117"/>
                <a:gd name="T17" fmla="*/ 58 h 181"/>
                <a:gd name="T18" fmla="*/ 52 w 117"/>
                <a:gd name="T19" fmla="*/ 58 h 181"/>
                <a:gd name="T20" fmla="*/ 101 w 117"/>
                <a:gd name="T21" fmla="*/ 10 h 181"/>
                <a:gd name="T22" fmla="*/ 104 w 117"/>
                <a:gd name="T23" fmla="*/ 8 h 181"/>
                <a:gd name="T24" fmla="*/ 109 w 117"/>
                <a:gd name="T25" fmla="*/ 13 h 181"/>
                <a:gd name="T26" fmla="*/ 109 w 117"/>
                <a:gd name="T27" fmla="*/ 50 h 181"/>
                <a:gd name="T28" fmla="*/ 117 w 117"/>
                <a:gd name="T29" fmla="*/ 50 h 181"/>
                <a:gd name="T30" fmla="*/ 117 w 117"/>
                <a:gd name="T31" fmla="*/ 13 h 181"/>
                <a:gd name="T32" fmla="*/ 104 w 117"/>
                <a:gd name="T33" fmla="*/ 0 h 181"/>
                <a:gd name="T34" fmla="*/ 95 w 117"/>
                <a:gd name="T35" fmla="*/ 4 h 181"/>
                <a:gd name="T36" fmla="*/ 49 w 117"/>
                <a:gd name="T37" fmla="*/ 50 h 181"/>
                <a:gd name="T38" fmla="*/ 13 w 117"/>
                <a:gd name="T39" fmla="*/ 50 h 181"/>
                <a:gd name="T40" fmla="*/ 0 w 117"/>
                <a:gd name="T41" fmla="*/ 63 h 181"/>
                <a:gd name="T42" fmla="*/ 0 w 117"/>
                <a:gd name="T43" fmla="*/ 118 h 181"/>
                <a:gd name="T44" fmla="*/ 13 w 117"/>
                <a:gd name="T45" fmla="*/ 131 h 181"/>
                <a:gd name="T46" fmla="*/ 49 w 117"/>
                <a:gd name="T47" fmla="*/ 131 h 181"/>
                <a:gd name="T48" fmla="*/ 95 w 117"/>
                <a:gd name="T49" fmla="*/ 177 h 181"/>
                <a:gd name="T50" fmla="*/ 104 w 117"/>
                <a:gd name="T51" fmla="*/ 181 h 181"/>
                <a:gd name="T52" fmla="*/ 117 w 117"/>
                <a:gd name="T53" fmla="*/ 168 h 181"/>
                <a:gd name="T54" fmla="*/ 117 w 117"/>
                <a:gd name="T55" fmla="*/ 129 h 181"/>
                <a:gd name="T56" fmla="*/ 109 w 117"/>
                <a:gd name="T57" fmla="*/ 129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7" h="181">
                  <a:moveTo>
                    <a:pt x="109" y="129"/>
                  </a:moveTo>
                  <a:cubicBezTo>
                    <a:pt x="109" y="168"/>
                    <a:pt x="109" y="168"/>
                    <a:pt x="109" y="168"/>
                  </a:cubicBezTo>
                  <a:cubicBezTo>
                    <a:pt x="109" y="171"/>
                    <a:pt x="107" y="173"/>
                    <a:pt x="104" y="173"/>
                  </a:cubicBezTo>
                  <a:cubicBezTo>
                    <a:pt x="103" y="173"/>
                    <a:pt x="102" y="173"/>
                    <a:pt x="101" y="172"/>
                  </a:cubicBezTo>
                  <a:cubicBezTo>
                    <a:pt x="52" y="123"/>
                    <a:pt x="52" y="123"/>
                    <a:pt x="52" y="123"/>
                  </a:cubicBezTo>
                  <a:cubicBezTo>
                    <a:pt x="13" y="123"/>
                    <a:pt x="13" y="123"/>
                    <a:pt x="13" y="123"/>
                  </a:cubicBezTo>
                  <a:cubicBezTo>
                    <a:pt x="11" y="123"/>
                    <a:pt x="8" y="121"/>
                    <a:pt x="8" y="118"/>
                  </a:cubicBezTo>
                  <a:cubicBezTo>
                    <a:pt x="8" y="63"/>
                    <a:pt x="8" y="63"/>
                    <a:pt x="8" y="63"/>
                  </a:cubicBezTo>
                  <a:cubicBezTo>
                    <a:pt x="8" y="61"/>
                    <a:pt x="11" y="58"/>
                    <a:pt x="13" y="58"/>
                  </a:cubicBezTo>
                  <a:cubicBezTo>
                    <a:pt x="52" y="58"/>
                    <a:pt x="52" y="58"/>
                    <a:pt x="52" y="58"/>
                  </a:cubicBezTo>
                  <a:cubicBezTo>
                    <a:pt x="101" y="10"/>
                    <a:pt x="101" y="10"/>
                    <a:pt x="101" y="10"/>
                  </a:cubicBezTo>
                  <a:cubicBezTo>
                    <a:pt x="102" y="9"/>
                    <a:pt x="103" y="8"/>
                    <a:pt x="104" y="8"/>
                  </a:cubicBezTo>
                  <a:cubicBezTo>
                    <a:pt x="107" y="8"/>
                    <a:pt x="109" y="11"/>
                    <a:pt x="109" y="13"/>
                  </a:cubicBezTo>
                  <a:cubicBezTo>
                    <a:pt x="109" y="50"/>
                    <a:pt x="109" y="50"/>
                    <a:pt x="109" y="50"/>
                  </a:cubicBezTo>
                  <a:cubicBezTo>
                    <a:pt x="117" y="50"/>
                    <a:pt x="117" y="50"/>
                    <a:pt x="117" y="50"/>
                  </a:cubicBezTo>
                  <a:cubicBezTo>
                    <a:pt x="117" y="13"/>
                    <a:pt x="117" y="13"/>
                    <a:pt x="117" y="13"/>
                  </a:cubicBezTo>
                  <a:cubicBezTo>
                    <a:pt x="117" y="6"/>
                    <a:pt x="112" y="0"/>
                    <a:pt x="104" y="0"/>
                  </a:cubicBezTo>
                  <a:cubicBezTo>
                    <a:pt x="101" y="0"/>
                    <a:pt x="98" y="2"/>
                    <a:pt x="95" y="4"/>
                  </a:cubicBezTo>
                  <a:cubicBezTo>
                    <a:pt x="49" y="50"/>
                    <a:pt x="49" y="50"/>
                    <a:pt x="49" y="50"/>
                  </a:cubicBezTo>
                  <a:cubicBezTo>
                    <a:pt x="13" y="50"/>
                    <a:pt x="13" y="50"/>
                    <a:pt x="13" y="50"/>
                  </a:cubicBezTo>
                  <a:cubicBezTo>
                    <a:pt x="6" y="50"/>
                    <a:pt x="0" y="56"/>
                    <a:pt x="0" y="63"/>
                  </a:cubicBezTo>
                  <a:cubicBezTo>
                    <a:pt x="0" y="118"/>
                    <a:pt x="0" y="118"/>
                    <a:pt x="0" y="118"/>
                  </a:cubicBezTo>
                  <a:cubicBezTo>
                    <a:pt x="0" y="125"/>
                    <a:pt x="6" y="131"/>
                    <a:pt x="13" y="131"/>
                  </a:cubicBezTo>
                  <a:cubicBezTo>
                    <a:pt x="49" y="131"/>
                    <a:pt x="49" y="131"/>
                    <a:pt x="49" y="131"/>
                  </a:cubicBezTo>
                  <a:cubicBezTo>
                    <a:pt x="95" y="177"/>
                    <a:pt x="95" y="177"/>
                    <a:pt x="95" y="177"/>
                  </a:cubicBezTo>
                  <a:cubicBezTo>
                    <a:pt x="98" y="180"/>
                    <a:pt x="101" y="181"/>
                    <a:pt x="104" y="181"/>
                  </a:cubicBezTo>
                  <a:cubicBezTo>
                    <a:pt x="112" y="181"/>
                    <a:pt x="117" y="175"/>
                    <a:pt x="117" y="168"/>
                  </a:cubicBezTo>
                  <a:cubicBezTo>
                    <a:pt x="117" y="129"/>
                    <a:pt x="117" y="129"/>
                    <a:pt x="117" y="129"/>
                  </a:cubicBezTo>
                  <a:lnTo>
                    <a:pt x="109" y="1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5" name="Rectangle 1190"/>
            <p:cNvSpPr>
              <a:spLocks noChangeArrowheads="1"/>
            </p:cNvSpPr>
            <p:nvPr/>
          </p:nvSpPr>
          <p:spPr bwMode="auto">
            <a:xfrm>
              <a:off x="3681724" y="4549243"/>
              <a:ext cx="115669" cy="1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826" name="组合 825"/>
          <p:cNvGrpSpPr/>
          <p:nvPr/>
        </p:nvGrpSpPr>
        <p:grpSpPr>
          <a:xfrm>
            <a:off x="6933392" y="6353881"/>
            <a:ext cx="259918" cy="330140"/>
            <a:chOff x="4348667" y="4337593"/>
            <a:chExt cx="350700" cy="445449"/>
          </a:xfrm>
          <a:solidFill>
            <a:srgbClr val="707E84"/>
          </a:solidFill>
        </p:grpSpPr>
        <p:sp>
          <p:nvSpPr>
            <p:cNvPr id="827" name="Freeform 1191"/>
            <p:cNvSpPr>
              <a:spLocks/>
            </p:cNvSpPr>
            <p:nvPr/>
          </p:nvSpPr>
          <p:spPr bwMode="auto">
            <a:xfrm>
              <a:off x="4348667" y="4337593"/>
              <a:ext cx="289173" cy="445449"/>
            </a:xfrm>
            <a:custGeom>
              <a:avLst/>
              <a:gdLst>
                <a:gd name="T0" fmla="*/ 109 w 117"/>
                <a:gd name="T1" fmla="*/ 129 h 181"/>
                <a:gd name="T2" fmla="*/ 109 w 117"/>
                <a:gd name="T3" fmla="*/ 168 h 181"/>
                <a:gd name="T4" fmla="*/ 104 w 117"/>
                <a:gd name="T5" fmla="*/ 173 h 181"/>
                <a:gd name="T6" fmla="*/ 101 w 117"/>
                <a:gd name="T7" fmla="*/ 171 h 181"/>
                <a:gd name="T8" fmla="*/ 52 w 117"/>
                <a:gd name="T9" fmla="*/ 123 h 181"/>
                <a:gd name="T10" fmla="*/ 13 w 117"/>
                <a:gd name="T11" fmla="*/ 123 h 181"/>
                <a:gd name="T12" fmla="*/ 8 w 117"/>
                <a:gd name="T13" fmla="*/ 118 h 181"/>
                <a:gd name="T14" fmla="*/ 8 w 117"/>
                <a:gd name="T15" fmla="*/ 63 h 181"/>
                <a:gd name="T16" fmla="*/ 13 w 117"/>
                <a:gd name="T17" fmla="*/ 58 h 181"/>
                <a:gd name="T18" fmla="*/ 52 w 117"/>
                <a:gd name="T19" fmla="*/ 58 h 181"/>
                <a:gd name="T20" fmla="*/ 101 w 117"/>
                <a:gd name="T21" fmla="*/ 9 h 181"/>
                <a:gd name="T22" fmla="*/ 104 w 117"/>
                <a:gd name="T23" fmla="*/ 8 h 181"/>
                <a:gd name="T24" fmla="*/ 109 w 117"/>
                <a:gd name="T25" fmla="*/ 13 h 181"/>
                <a:gd name="T26" fmla="*/ 109 w 117"/>
                <a:gd name="T27" fmla="*/ 50 h 181"/>
                <a:gd name="T28" fmla="*/ 117 w 117"/>
                <a:gd name="T29" fmla="*/ 50 h 181"/>
                <a:gd name="T30" fmla="*/ 117 w 117"/>
                <a:gd name="T31" fmla="*/ 13 h 181"/>
                <a:gd name="T32" fmla="*/ 104 w 117"/>
                <a:gd name="T33" fmla="*/ 0 h 181"/>
                <a:gd name="T34" fmla="*/ 95 w 117"/>
                <a:gd name="T35" fmla="*/ 4 h 181"/>
                <a:gd name="T36" fmla="*/ 49 w 117"/>
                <a:gd name="T37" fmla="*/ 50 h 181"/>
                <a:gd name="T38" fmla="*/ 13 w 117"/>
                <a:gd name="T39" fmla="*/ 50 h 181"/>
                <a:gd name="T40" fmla="*/ 0 w 117"/>
                <a:gd name="T41" fmla="*/ 63 h 181"/>
                <a:gd name="T42" fmla="*/ 0 w 117"/>
                <a:gd name="T43" fmla="*/ 118 h 181"/>
                <a:gd name="T44" fmla="*/ 13 w 117"/>
                <a:gd name="T45" fmla="*/ 131 h 181"/>
                <a:gd name="T46" fmla="*/ 49 w 117"/>
                <a:gd name="T47" fmla="*/ 131 h 181"/>
                <a:gd name="T48" fmla="*/ 95 w 117"/>
                <a:gd name="T49" fmla="*/ 177 h 181"/>
                <a:gd name="T50" fmla="*/ 104 w 117"/>
                <a:gd name="T51" fmla="*/ 181 h 181"/>
                <a:gd name="T52" fmla="*/ 117 w 117"/>
                <a:gd name="T53" fmla="*/ 168 h 181"/>
                <a:gd name="T54" fmla="*/ 117 w 117"/>
                <a:gd name="T55" fmla="*/ 129 h 181"/>
                <a:gd name="T56" fmla="*/ 109 w 117"/>
                <a:gd name="T57" fmla="*/ 129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7" h="181">
                  <a:moveTo>
                    <a:pt x="109" y="129"/>
                  </a:moveTo>
                  <a:cubicBezTo>
                    <a:pt x="109" y="168"/>
                    <a:pt x="109" y="168"/>
                    <a:pt x="109" y="168"/>
                  </a:cubicBezTo>
                  <a:cubicBezTo>
                    <a:pt x="109" y="170"/>
                    <a:pt x="107" y="173"/>
                    <a:pt x="104" y="173"/>
                  </a:cubicBezTo>
                  <a:cubicBezTo>
                    <a:pt x="103" y="173"/>
                    <a:pt x="102" y="172"/>
                    <a:pt x="101" y="171"/>
                  </a:cubicBezTo>
                  <a:cubicBezTo>
                    <a:pt x="52" y="123"/>
                    <a:pt x="52" y="123"/>
                    <a:pt x="52" y="123"/>
                  </a:cubicBezTo>
                  <a:cubicBezTo>
                    <a:pt x="13" y="123"/>
                    <a:pt x="13" y="123"/>
                    <a:pt x="13" y="123"/>
                  </a:cubicBezTo>
                  <a:cubicBezTo>
                    <a:pt x="10" y="123"/>
                    <a:pt x="8" y="120"/>
                    <a:pt x="8" y="118"/>
                  </a:cubicBezTo>
                  <a:cubicBezTo>
                    <a:pt x="8" y="63"/>
                    <a:pt x="8" y="63"/>
                    <a:pt x="8" y="63"/>
                  </a:cubicBezTo>
                  <a:cubicBezTo>
                    <a:pt x="8" y="60"/>
                    <a:pt x="10" y="58"/>
                    <a:pt x="13" y="58"/>
                  </a:cubicBezTo>
                  <a:cubicBezTo>
                    <a:pt x="52" y="58"/>
                    <a:pt x="52" y="58"/>
                    <a:pt x="52" y="58"/>
                  </a:cubicBezTo>
                  <a:cubicBezTo>
                    <a:pt x="101" y="9"/>
                    <a:pt x="101" y="9"/>
                    <a:pt x="101" y="9"/>
                  </a:cubicBezTo>
                  <a:cubicBezTo>
                    <a:pt x="102" y="8"/>
                    <a:pt x="103" y="8"/>
                    <a:pt x="104" y="8"/>
                  </a:cubicBezTo>
                  <a:cubicBezTo>
                    <a:pt x="107" y="8"/>
                    <a:pt x="109" y="10"/>
                    <a:pt x="109" y="13"/>
                  </a:cubicBezTo>
                  <a:cubicBezTo>
                    <a:pt x="109" y="50"/>
                    <a:pt x="109" y="50"/>
                    <a:pt x="109" y="50"/>
                  </a:cubicBezTo>
                  <a:cubicBezTo>
                    <a:pt x="117" y="50"/>
                    <a:pt x="117" y="50"/>
                    <a:pt x="117" y="50"/>
                  </a:cubicBezTo>
                  <a:cubicBezTo>
                    <a:pt x="117" y="13"/>
                    <a:pt x="117" y="13"/>
                    <a:pt x="117" y="13"/>
                  </a:cubicBezTo>
                  <a:cubicBezTo>
                    <a:pt x="117" y="6"/>
                    <a:pt x="111" y="0"/>
                    <a:pt x="104" y="0"/>
                  </a:cubicBezTo>
                  <a:cubicBezTo>
                    <a:pt x="101" y="0"/>
                    <a:pt x="97" y="1"/>
                    <a:pt x="95" y="4"/>
                  </a:cubicBezTo>
                  <a:cubicBezTo>
                    <a:pt x="49" y="50"/>
                    <a:pt x="49" y="50"/>
                    <a:pt x="49" y="50"/>
                  </a:cubicBezTo>
                  <a:cubicBezTo>
                    <a:pt x="13" y="50"/>
                    <a:pt x="13" y="50"/>
                    <a:pt x="13" y="50"/>
                  </a:cubicBezTo>
                  <a:cubicBezTo>
                    <a:pt x="6" y="50"/>
                    <a:pt x="0" y="56"/>
                    <a:pt x="0" y="63"/>
                  </a:cubicBezTo>
                  <a:cubicBezTo>
                    <a:pt x="0" y="118"/>
                    <a:pt x="0" y="118"/>
                    <a:pt x="0" y="118"/>
                  </a:cubicBezTo>
                  <a:cubicBezTo>
                    <a:pt x="0" y="125"/>
                    <a:pt x="6" y="131"/>
                    <a:pt x="13" y="131"/>
                  </a:cubicBezTo>
                  <a:cubicBezTo>
                    <a:pt x="49" y="131"/>
                    <a:pt x="49" y="131"/>
                    <a:pt x="49" y="131"/>
                  </a:cubicBezTo>
                  <a:cubicBezTo>
                    <a:pt x="95" y="177"/>
                    <a:pt x="95" y="177"/>
                    <a:pt x="95" y="177"/>
                  </a:cubicBezTo>
                  <a:cubicBezTo>
                    <a:pt x="97" y="179"/>
                    <a:pt x="101" y="181"/>
                    <a:pt x="104" y="181"/>
                  </a:cubicBezTo>
                  <a:cubicBezTo>
                    <a:pt x="111" y="181"/>
                    <a:pt x="117" y="175"/>
                    <a:pt x="117" y="168"/>
                  </a:cubicBezTo>
                  <a:cubicBezTo>
                    <a:pt x="117" y="129"/>
                    <a:pt x="117" y="129"/>
                    <a:pt x="117" y="129"/>
                  </a:cubicBezTo>
                  <a:lnTo>
                    <a:pt x="109" y="1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8" name="Freeform 1192"/>
            <p:cNvSpPr>
              <a:spLocks/>
            </p:cNvSpPr>
            <p:nvPr/>
          </p:nvSpPr>
          <p:spPr bwMode="auto">
            <a:xfrm>
              <a:off x="4657529" y="4519710"/>
              <a:ext cx="41838" cy="81214"/>
            </a:xfrm>
            <a:custGeom>
              <a:avLst/>
              <a:gdLst>
                <a:gd name="T0" fmla="*/ 7 w 17"/>
                <a:gd name="T1" fmla="*/ 33 h 33"/>
                <a:gd name="T2" fmla="*/ 5 w 17"/>
                <a:gd name="T3" fmla="*/ 33 h 33"/>
                <a:gd name="T4" fmla="*/ 0 w 17"/>
                <a:gd name="T5" fmla="*/ 28 h 33"/>
                <a:gd name="T6" fmla="*/ 9 w 17"/>
                <a:gd name="T7" fmla="*/ 16 h 33"/>
                <a:gd name="T8" fmla="*/ 0 w 17"/>
                <a:gd name="T9" fmla="*/ 4 h 33"/>
                <a:gd name="T10" fmla="*/ 5 w 17"/>
                <a:gd name="T11" fmla="*/ 0 h 33"/>
                <a:gd name="T12" fmla="*/ 7 w 17"/>
                <a:gd name="T13" fmla="*/ 0 h 33"/>
                <a:gd name="T14" fmla="*/ 17 w 17"/>
                <a:gd name="T15" fmla="*/ 16 h 33"/>
                <a:gd name="T16" fmla="*/ 7 w 17"/>
                <a:gd name="T1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33">
                  <a:moveTo>
                    <a:pt x="7" y="33"/>
                  </a:moveTo>
                  <a:cubicBezTo>
                    <a:pt x="6" y="33"/>
                    <a:pt x="6" y="33"/>
                    <a:pt x="5" y="33"/>
                  </a:cubicBezTo>
                  <a:cubicBezTo>
                    <a:pt x="3" y="33"/>
                    <a:pt x="0" y="31"/>
                    <a:pt x="0" y="28"/>
                  </a:cubicBezTo>
                  <a:cubicBezTo>
                    <a:pt x="0" y="23"/>
                    <a:pt x="9" y="25"/>
                    <a:pt x="9" y="16"/>
                  </a:cubicBezTo>
                  <a:cubicBezTo>
                    <a:pt x="9" y="8"/>
                    <a:pt x="0" y="9"/>
                    <a:pt x="0" y="4"/>
                  </a:cubicBezTo>
                  <a:cubicBezTo>
                    <a:pt x="0" y="1"/>
                    <a:pt x="3" y="0"/>
                    <a:pt x="5" y="0"/>
                  </a:cubicBezTo>
                  <a:cubicBezTo>
                    <a:pt x="6" y="0"/>
                    <a:pt x="6" y="0"/>
                    <a:pt x="7" y="0"/>
                  </a:cubicBezTo>
                  <a:cubicBezTo>
                    <a:pt x="13" y="2"/>
                    <a:pt x="17" y="9"/>
                    <a:pt x="17" y="16"/>
                  </a:cubicBezTo>
                  <a:cubicBezTo>
                    <a:pt x="17" y="23"/>
                    <a:pt x="13" y="30"/>
                    <a:pt x="7"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829" name="组合 828"/>
          <p:cNvGrpSpPr/>
          <p:nvPr/>
        </p:nvGrpSpPr>
        <p:grpSpPr>
          <a:xfrm>
            <a:off x="7334825" y="6353881"/>
            <a:ext cx="325580" cy="330140"/>
            <a:chOff x="5294939" y="4337593"/>
            <a:chExt cx="439296" cy="445449"/>
          </a:xfrm>
          <a:solidFill>
            <a:srgbClr val="707E84"/>
          </a:solidFill>
        </p:grpSpPr>
        <p:sp>
          <p:nvSpPr>
            <p:cNvPr id="830" name="Freeform 1193"/>
            <p:cNvSpPr>
              <a:spLocks/>
            </p:cNvSpPr>
            <p:nvPr/>
          </p:nvSpPr>
          <p:spPr bwMode="auto">
            <a:xfrm>
              <a:off x="5294939" y="4337593"/>
              <a:ext cx="289173" cy="445449"/>
            </a:xfrm>
            <a:custGeom>
              <a:avLst/>
              <a:gdLst>
                <a:gd name="T0" fmla="*/ 109 w 117"/>
                <a:gd name="T1" fmla="*/ 129 h 181"/>
                <a:gd name="T2" fmla="*/ 109 w 117"/>
                <a:gd name="T3" fmla="*/ 168 h 181"/>
                <a:gd name="T4" fmla="*/ 104 w 117"/>
                <a:gd name="T5" fmla="*/ 173 h 181"/>
                <a:gd name="T6" fmla="*/ 100 w 117"/>
                <a:gd name="T7" fmla="*/ 171 h 181"/>
                <a:gd name="T8" fmla="*/ 52 w 117"/>
                <a:gd name="T9" fmla="*/ 123 h 181"/>
                <a:gd name="T10" fmla="*/ 13 w 117"/>
                <a:gd name="T11" fmla="*/ 123 h 181"/>
                <a:gd name="T12" fmla="*/ 8 w 117"/>
                <a:gd name="T13" fmla="*/ 118 h 181"/>
                <a:gd name="T14" fmla="*/ 8 w 117"/>
                <a:gd name="T15" fmla="*/ 63 h 181"/>
                <a:gd name="T16" fmla="*/ 13 w 117"/>
                <a:gd name="T17" fmla="*/ 58 h 181"/>
                <a:gd name="T18" fmla="*/ 52 w 117"/>
                <a:gd name="T19" fmla="*/ 58 h 181"/>
                <a:gd name="T20" fmla="*/ 100 w 117"/>
                <a:gd name="T21" fmla="*/ 9 h 181"/>
                <a:gd name="T22" fmla="*/ 104 w 117"/>
                <a:gd name="T23" fmla="*/ 8 h 181"/>
                <a:gd name="T24" fmla="*/ 109 w 117"/>
                <a:gd name="T25" fmla="*/ 13 h 181"/>
                <a:gd name="T26" fmla="*/ 109 w 117"/>
                <a:gd name="T27" fmla="*/ 50 h 181"/>
                <a:gd name="T28" fmla="*/ 117 w 117"/>
                <a:gd name="T29" fmla="*/ 50 h 181"/>
                <a:gd name="T30" fmla="*/ 117 w 117"/>
                <a:gd name="T31" fmla="*/ 13 h 181"/>
                <a:gd name="T32" fmla="*/ 104 w 117"/>
                <a:gd name="T33" fmla="*/ 0 h 181"/>
                <a:gd name="T34" fmla="*/ 95 w 117"/>
                <a:gd name="T35" fmla="*/ 4 h 181"/>
                <a:gd name="T36" fmla="*/ 49 w 117"/>
                <a:gd name="T37" fmla="*/ 50 h 181"/>
                <a:gd name="T38" fmla="*/ 13 w 117"/>
                <a:gd name="T39" fmla="*/ 50 h 181"/>
                <a:gd name="T40" fmla="*/ 0 w 117"/>
                <a:gd name="T41" fmla="*/ 63 h 181"/>
                <a:gd name="T42" fmla="*/ 0 w 117"/>
                <a:gd name="T43" fmla="*/ 118 h 181"/>
                <a:gd name="T44" fmla="*/ 13 w 117"/>
                <a:gd name="T45" fmla="*/ 131 h 181"/>
                <a:gd name="T46" fmla="*/ 49 w 117"/>
                <a:gd name="T47" fmla="*/ 131 h 181"/>
                <a:gd name="T48" fmla="*/ 95 w 117"/>
                <a:gd name="T49" fmla="*/ 177 h 181"/>
                <a:gd name="T50" fmla="*/ 104 w 117"/>
                <a:gd name="T51" fmla="*/ 181 h 181"/>
                <a:gd name="T52" fmla="*/ 117 w 117"/>
                <a:gd name="T53" fmla="*/ 168 h 181"/>
                <a:gd name="T54" fmla="*/ 117 w 117"/>
                <a:gd name="T55" fmla="*/ 129 h 181"/>
                <a:gd name="T56" fmla="*/ 109 w 117"/>
                <a:gd name="T57" fmla="*/ 129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7" h="181">
                  <a:moveTo>
                    <a:pt x="109" y="129"/>
                  </a:moveTo>
                  <a:cubicBezTo>
                    <a:pt x="109" y="168"/>
                    <a:pt x="109" y="168"/>
                    <a:pt x="109" y="168"/>
                  </a:cubicBezTo>
                  <a:cubicBezTo>
                    <a:pt x="109" y="170"/>
                    <a:pt x="107" y="173"/>
                    <a:pt x="104" y="173"/>
                  </a:cubicBezTo>
                  <a:cubicBezTo>
                    <a:pt x="103" y="173"/>
                    <a:pt x="101" y="172"/>
                    <a:pt x="100" y="171"/>
                  </a:cubicBezTo>
                  <a:cubicBezTo>
                    <a:pt x="52" y="123"/>
                    <a:pt x="52" y="123"/>
                    <a:pt x="52" y="123"/>
                  </a:cubicBezTo>
                  <a:cubicBezTo>
                    <a:pt x="13" y="123"/>
                    <a:pt x="13" y="123"/>
                    <a:pt x="13" y="123"/>
                  </a:cubicBezTo>
                  <a:cubicBezTo>
                    <a:pt x="10" y="123"/>
                    <a:pt x="8" y="120"/>
                    <a:pt x="8" y="118"/>
                  </a:cubicBezTo>
                  <a:cubicBezTo>
                    <a:pt x="8" y="63"/>
                    <a:pt x="8" y="63"/>
                    <a:pt x="8" y="63"/>
                  </a:cubicBezTo>
                  <a:cubicBezTo>
                    <a:pt x="8" y="60"/>
                    <a:pt x="10" y="58"/>
                    <a:pt x="13" y="58"/>
                  </a:cubicBezTo>
                  <a:cubicBezTo>
                    <a:pt x="52" y="58"/>
                    <a:pt x="52" y="58"/>
                    <a:pt x="52" y="58"/>
                  </a:cubicBezTo>
                  <a:cubicBezTo>
                    <a:pt x="100" y="9"/>
                    <a:pt x="100" y="9"/>
                    <a:pt x="100" y="9"/>
                  </a:cubicBezTo>
                  <a:cubicBezTo>
                    <a:pt x="101" y="8"/>
                    <a:pt x="103" y="8"/>
                    <a:pt x="104" y="8"/>
                  </a:cubicBezTo>
                  <a:cubicBezTo>
                    <a:pt x="107" y="8"/>
                    <a:pt x="109" y="10"/>
                    <a:pt x="109" y="13"/>
                  </a:cubicBezTo>
                  <a:cubicBezTo>
                    <a:pt x="109" y="50"/>
                    <a:pt x="109" y="50"/>
                    <a:pt x="109" y="50"/>
                  </a:cubicBezTo>
                  <a:cubicBezTo>
                    <a:pt x="117" y="50"/>
                    <a:pt x="117" y="50"/>
                    <a:pt x="117" y="50"/>
                  </a:cubicBezTo>
                  <a:cubicBezTo>
                    <a:pt x="117" y="13"/>
                    <a:pt x="117" y="13"/>
                    <a:pt x="117" y="13"/>
                  </a:cubicBezTo>
                  <a:cubicBezTo>
                    <a:pt x="117" y="6"/>
                    <a:pt x="111" y="0"/>
                    <a:pt x="104" y="0"/>
                  </a:cubicBezTo>
                  <a:cubicBezTo>
                    <a:pt x="101" y="0"/>
                    <a:pt x="97" y="1"/>
                    <a:pt x="95" y="4"/>
                  </a:cubicBezTo>
                  <a:cubicBezTo>
                    <a:pt x="49" y="50"/>
                    <a:pt x="49" y="50"/>
                    <a:pt x="49" y="50"/>
                  </a:cubicBezTo>
                  <a:cubicBezTo>
                    <a:pt x="13" y="50"/>
                    <a:pt x="13" y="50"/>
                    <a:pt x="13" y="50"/>
                  </a:cubicBezTo>
                  <a:cubicBezTo>
                    <a:pt x="6" y="50"/>
                    <a:pt x="0" y="56"/>
                    <a:pt x="0" y="63"/>
                  </a:cubicBezTo>
                  <a:cubicBezTo>
                    <a:pt x="0" y="118"/>
                    <a:pt x="0" y="118"/>
                    <a:pt x="0" y="118"/>
                  </a:cubicBezTo>
                  <a:cubicBezTo>
                    <a:pt x="0" y="125"/>
                    <a:pt x="6" y="131"/>
                    <a:pt x="13" y="131"/>
                  </a:cubicBezTo>
                  <a:cubicBezTo>
                    <a:pt x="49" y="131"/>
                    <a:pt x="49" y="131"/>
                    <a:pt x="49" y="131"/>
                  </a:cubicBezTo>
                  <a:cubicBezTo>
                    <a:pt x="95" y="177"/>
                    <a:pt x="95" y="177"/>
                    <a:pt x="95" y="177"/>
                  </a:cubicBezTo>
                  <a:cubicBezTo>
                    <a:pt x="97" y="179"/>
                    <a:pt x="101" y="181"/>
                    <a:pt x="104" y="181"/>
                  </a:cubicBezTo>
                  <a:cubicBezTo>
                    <a:pt x="111" y="181"/>
                    <a:pt x="117" y="175"/>
                    <a:pt x="117" y="168"/>
                  </a:cubicBezTo>
                  <a:cubicBezTo>
                    <a:pt x="117" y="129"/>
                    <a:pt x="117" y="129"/>
                    <a:pt x="117" y="129"/>
                  </a:cubicBezTo>
                  <a:lnTo>
                    <a:pt x="109" y="1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1" name="Freeform 1194"/>
            <p:cNvSpPr>
              <a:spLocks noEditPoints="1"/>
            </p:cNvSpPr>
            <p:nvPr/>
          </p:nvSpPr>
          <p:spPr bwMode="auto">
            <a:xfrm>
              <a:off x="5603800" y="4438496"/>
              <a:ext cx="130435" cy="243643"/>
            </a:xfrm>
            <a:custGeom>
              <a:avLst/>
              <a:gdLst>
                <a:gd name="T0" fmla="*/ 7 w 53"/>
                <a:gd name="T1" fmla="*/ 66 h 99"/>
                <a:gd name="T2" fmla="*/ 5 w 53"/>
                <a:gd name="T3" fmla="*/ 66 h 99"/>
                <a:gd name="T4" fmla="*/ 0 w 53"/>
                <a:gd name="T5" fmla="*/ 61 h 99"/>
                <a:gd name="T6" fmla="*/ 8 w 53"/>
                <a:gd name="T7" fmla="*/ 49 h 99"/>
                <a:gd name="T8" fmla="*/ 0 w 53"/>
                <a:gd name="T9" fmla="*/ 37 h 99"/>
                <a:gd name="T10" fmla="*/ 5 w 53"/>
                <a:gd name="T11" fmla="*/ 33 h 99"/>
                <a:gd name="T12" fmla="*/ 7 w 53"/>
                <a:gd name="T13" fmla="*/ 33 h 99"/>
                <a:gd name="T14" fmla="*/ 17 w 53"/>
                <a:gd name="T15" fmla="*/ 49 h 99"/>
                <a:gd name="T16" fmla="*/ 7 w 53"/>
                <a:gd name="T17" fmla="*/ 66 h 99"/>
                <a:gd name="T18" fmla="*/ 14 w 53"/>
                <a:gd name="T19" fmla="*/ 82 h 99"/>
                <a:gd name="T20" fmla="*/ 12 w 53"/>
                <a:gd name="T21" fmla="*/ 82 h 99"/>
                <a:gd name="T22" fmla="*/ 7 w 53"/>
                <a:gd name="T23" fmla="*/ 78 h 99"/>
                <a:gd name="T24" fmla="*/ 10 w 53"/>
                <a:gd name="T25" fmla="*/ 74 h 99"/>
                <a:gd name="T26" fmla="*/ 15 w 53"/>
                <a:gd name="T27" fmla="*/ 71 h 99"/>
                <a:gd name="T28" fmla="*/ 26 w 53"/>
                <a:gd name="T29" fmla="*/ 49 h 99"/>
                <a:gd name="T30" fmla="*/ 15 w 53"/>
                <a:gd name="T31" fmla="*/ 28 h 99"/>
                <a:gd name="T32" fmla="*/ 10 w 53"/>
                <a:gd name="T33" fmla="*/ 25 h 99"/>
                <a:gd name="T34" fmla="*/ 7 w 53"/>
                <a:gd name="T35" fmla="*/ 21 h 99"/>
                <a:gd name="T36" fmla="*/ 12 w 53"/>
                <a:gd name="T37" fmla="*/ 16 h 99"/>
                <a:gd name="T38" fmla="*/ 14 w 53"/>
                <a:gd name="T39" fmla="*/ 16 h 99"/>
                <a:gd name="T40" fmla="*/ 35 w 53"/>
                <a:gd name="T41" fmla="*/ 49 h 99"/>
                <a:gd name="T42" fmla="*/ 14 w 53"/>
                <a:gd name="T43" fmla="*/ 82 h 99"/>
                <a:gd name="T44" fmla="*/ 21 w 53"/>
                <a:gd name="T45" fmla="*/ 98 h 99"/>
                <a:gd name="T46" fmla="*/ 19 w 53"/>
                <a:gd name="T47" fmla="*/ 99 h 99"/>
                <a:gd name="T48" fmla="*/ 14 w 53"/>
                <a:gd name="T49" fmla="*/ 94 h 99"/>
                <a:gd name="T50" fmla="*/ 17 w 53"/>
                <a:gd name="T51" fmla="*/ 90 h 99"/>
                <a:gd name="T52" fmla="*/ 20 w 53"/>
                <a:gd name="T53" fmla="*/ 89 h 99"/>
                <a:gd name="T54" fmla="*/ 26 w 53"/>
                <a:gd name="T55" fmla="*/ 85 h 99"/>
                <a:gd name="T56" fmla="*/ 44 w 53"/>
                <a:gd name="T57" fmla="*/ 49 h 99"/>
                <a:gd name="T58" fmla="*/ 26 w 53"/>
                <a:gd name="T59" fmla="*/ 13 h 99"/>
                <a:gd name="T60" fmla="*/ 20 w 53"/>
                <a:gd name="T61" fmla="*/ 10 h 99"/>
                <a:gd name="T62" fmla="*/ 17 w 53"/>
                <a:gd name="T63" fmla="*/ 8 h 99"/>
                <a:gd name="T64" fmla="*/ 14 w 53"/>
                <a:gd name="T65" fmla="*/ 4 h 99"/>
                <a:gd name="T66" fmla="*/ 19 w 53"/>
                <a:gd name="T67" fmla="*/ 0 h 99"/>
                <a:gd name="T68" fmla="*/ 21 w 53"/>
                <a:gd name="T69" fmla="*/ 0 h 99"/>
                <a:gd name="T70" fmla="*/ 53 w 53"/>
                <a:gd name="T71" fmla="*/ 49 h 99"/>
                <a:gd name="T72" fmla="*/ 21 w 53"/>
                <a:gd name="T73" fmla="*/ 9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3" h="99">
                  <a:moveTo>
                    <a:pt x="7" y="66"/>
                  </a:moveTo>
                  <a:cubicBezTo>
                    <a:pt x="6" y="66"/>
                    <a:pt x="5" y="66"/>
                    <a:pt x="5" y="66"/>
                  </a:cubicBezTo>
                  <a:cubicBezTo>
                    <a:pt x="2" y="66"/>
                    <a:pt x="0" y="64"/>
                    <a:pt x="0" y="61"/>
                  </a:cubicBezTo>
                  <a:cubicBezTo>
                    <a:pt x="0" y="56"/>
                    <a:pt x="8" y="58"/>
                    <a:pt x="8" y="49"/>
                  </a:cubicBezTo>
                  <a:cubicBezTo>
                    <a:pt x="8" y="41"/>
                    <a:pt x="0" y="42"/>
                    <a:pt x="0" y="37"/>
                  </a:cubicBezTo>
                  <a:cubicBezTo>
                    <a:pt x="0" y="34"/>
                    <a:pt x="2" y="33"/>
                    <a:pt x="5" y="33"/>
                  </a:cubicBezTo>
                  <a:cubicBezTo>
                    <a:pt x="5" y="33"/>
                    <a:pt x="6" y="33"/>
                    <a:pt x="7" y="33"/>
                  </a:cubicBezTo>
                  <a:cubicBezTo>
                    <a:pt x="13" y="35"/>
                    <a:pt x="17" y="42"/>
                    <a:pt x="17" y="49"/>
                  </a:cubicBezTo>
                  <a:cubicBezTo>
                    <a:pt x="17" y="56"/>
                    <a:pt x="13" y="63"/>
                    <a:pt x="7" y="66"/>
                  </a:cubicBezTo>
                  <a:close/>
                  <a:moveTo>
                    <a:pt x="14" y="82"/>
                  </a:moveTo>
                  <a:cubicBezTo>
                    <a:pt x="13" y="82"/>
                    <a:pt x="12" y="82"/>
                    <a:pt x="12" y="82"/>
                  </a:cubicBezTo>
                  <a:cubicBezTo>
                    <a:pt x="9" y="82"/>
                    <a:pt x="7" y="80"/>
                    <a:pt x="7" y="78"/>
                  </a:cubicBezTo>
                  <a:cubicBezTo>
                    <a:pt x="7" y="76"/>
                    <a:pt x="8" y="75"/>
                    <a:pt x="10" y="74"/>
                  </a:cubicBezTo>
                  <a:cubicBezTo>
                    <a:pt x="12" y="73"/>
                    <a:pt x="14" y="72"/>
                    <a:pt x="15" y="71"/>
                  </a:cubicBezTo>
                  <a:cubicBezTo>
                    <a:pt x="22" y="66"/>
                    <a:pt x="26" y="58"/>
                    <a:pt x="26" y="49"/>
                  </a:cubicBezTo>
                  <a:cubicBezTo>
                    <a:pt x="26" y="41"/>
                    <a:pt x="22" y="33"/>
                    <a:pt x="15" y="28"/>
                  </a:cubicBezTo>
                  <a:cubicBezTo>
                    <a:pt x="14" y="26"/>
                    <a:pt x="12" y="26"/>
                    <a:pt x="10" y="25"/>
                  </a:cubicBezTo>
                  <a:cubicBezTo>
                    <a:pt x="8" y="24"/>
                    <a:pt x="7" y="23"/>
                    <a:pt x="7" y="21"/>
                  </a:cubicBezTo>
                  <a:cubicBezTo>
                    <a:pt x="7" y="18"/>
                    <a:pt x="9" y="16"/>
                    <a:pt x="12" y="16"/>
                  </a:cubicBezTo>
                  <a:cubicBezTo>
                    <a:pt x="12" y="16"/>
                    <a:pt x="13" y="16"/>
                    <a:pt x="14" y="16"/>
                  </a:cubicBezTo>
                  <a:cubicBezTo>
                    <a:pt x="27" y="22"/>
                    <a:pt x="35" y="35"/>
                    <a:pt x="35" y="49"/>
                  </a:cubicBezTo>
                  <a:cubicBezTo>
                    <a:pt x="35" y="63"/>
                    <a:pt x="27" y="77"/>
                    <a:pt x="14" y="82"/>
                  </a:cubicBezTo>
                  <a:close/>
                  <a:moveTo>
                    <a:pt x="21" y="98"/>
                  </a:moveTo>
                  <a:cubicBezTo>
                    <a:pt x="20" y="99"/>
                    <a:pt x="19" y="99"/>
                    <a:pt x="19" y="99"/>
                  </a:cubicBezTo>
                  <a:cubicBezTo>
                    <a:pt x="16" y="99"/>
                    <a:pt x="14" y="97"/>
                    <a:pt x="14" y="94"/>
                  </a:cubicBezTo>
                  <a:cubicBezTo>
                    <a:pt x="14" y="92"/>
                    <a:pt x="15" y="91"/>
                    <a:pt x="17" y="90"/>
                  </a:cubicBezTo>
                  <a:cubicBezTo>
                    <a:pt x="18" y="90"/>
                    <a:pt x="19" y="89"/>
                    <a:pt x="20" y="89"/>
                  </a:cubicBezTo>
                  <a:cubicBezTo>
                    <a:pt x="22" y="88"/>
                    <a:pt x="24" y="86"/>
                    <a:pt x="26" y="85"/>
                  </a:cubicBezTo>
                  <a:cubicBezTo>
                    <a:pt x="37" y="77"/>
                    <a:pt x="44" y="63"/>
                    <a:pt x="44" y="49"/>
                  </a:cubicBezTo>
                  <a:cubicBezTo>
                    <a:pt x="44" y="35"/>
                    <a:pt x="37" y="22"/>
                    <a:pt x="26" y="13"/>
                  </a:cubicBezTo>
                  <a:cubicBezTo>
                    <a:pt x="24" y="12"/>
                    <a:pt x="22" y="11"/>
                    <a:pt x="20" y="10"/>
                  </a:cubicBezTo>
                  <a:cubicBezTo>
                    <a:pt x="19" y="9"/>
                    <a:pt x="18" y="9"/>
                    <a:pt x="17" y="8"/>
                  </a:cubicBezTo>
                  <a:cubicBezTo>
                    <a:pt x="15" y="7"/>
                    <a:pt x="14" y="6"/>
                    <a:pt x="14" y="4"/>
                  </a:cubicBezTo>
                  <a:cubicBezTo>
                    <a:pt x="14" y="2"/>
                    <a:pt x="16" y="0"/>
                    <a:pt x="19" y="0"/>
                  </a:cubicBezTo>
                  <a:cubicBezTo>
                    <a:pt x="19" y="0"/>
                    <a:pt x="20" y="0"/>
                    <a:pt x="21" y="0"/>
                  </a:cubicBezTo>
                  <a:cubicBezTo>
                    <a:pt x="40" y="9"/>
                    <a:pt x="53" y="28"/>
                    <a:pt x="53" y="49"/>
                  </a:cubicBezTo>
                  <a:cubicBezTo>
                    <a:pt x="53" y="71"/>
                    <a:pt x="40" y="90"/>
                    <a:pt x="21" y="9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832" name="Line 6"/>
          <p:cNvSpPr>
            <a:spLocks noChangeShapeType="1"/>
          </p:cNvSpPr>
          <p:nvPr/>
        </p:nvSpPr>
        <p:spPr bwMode="auto">
          <a:xfrm>
            <a:off x="6449927" y="5982564"/>
            <a:ext cx="0" cy="0"/>
          </a:xfrm>
          <a:prstGeom prst="line">
            <a:avLst/>
          </a:pr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3" name="Line 7"/>
          <p:cNvSpPr>
            <a:spLocks noChangeShapeType="1"/>
          </p:cNvSpPr>
          <p:nvPr/>
        </p:nvSpPr>
        <p:spPr bwMode="auto">
          <a:xfrm>
            <a:off x="6449927" y="5982564"/>
            <a:ext cx="0" cy="0"/>
          </a:xfrm>
          <a:prstGeom prst="line">
            <a:avLst/>
          </a:pr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834" name="组合 833"/>
          <p:cNvGrpSpPr/>
          <p:nvPr/>
        </p:nvGrpSpPr>
        <p:grpSpPr>
          <a:xfrm>
            <a:off x="4517856" y="6364112"/>
            <a:ext cx="276390" cy="309678"/>
            <a:chOff x="2838450" y="-863600"/>
            <a:chExt cx="434975" cy="487363"/>
          </a:xfrm>
          <a:solidFill>
            <a:srgbClr val="707E84"/>
          </a:solidFill>
        </p:grpSpPr>
        <p:sp>
          <p:nvSpPr>
            <p:cNvPr id="835" name="Freeform 16"/>
            <p:cNvSpPr>
              <a:spLocks noEditPoints="1"/>
            </p:cNvSpPr>
            <p:nvPr/>
          </p:nvSpPr>
          <p:spPr bwMode="auto">
            <a:xfrm>
              <a:off x="2838450" y="-863600"/>
              <a:ext cx="434975" cy="487363"/>
            </a:xfrm>
            <a:custGeom>
              <a:avLst/>
              <a:gdLst>
                <a:gd name="T0" fmla="*/ 76 w 137"/>
                <a:gd name="T1" fmla="*/ 153 h 153"/>
                <a:gd name="T2" fmla="*/ 0 w 137"/>
                <a:gd name="T3" fmla="*/ 77 h 153"/>
                <a:gd name="T4" fmla="*/ 76 w 137"/>
                <a:gd name="T5" fmla="*/ 0 h 153"/>
                <a:gd name="T6" fmla="*/ 134 w 137"/>
                <a:gd name="T7" fmla="*/ 27 h 153"/>
                <a:gd name="T8" fmla="*/ 137 w 137"/>
                <a:gd name="T9" fmla="*/ 30 h 153"/>
                <a:gd name="T10" fmla="*/ 91 w 137"/>
                <a:gd name="T11" fmla="*/ 77 h 153"/>
                <a:gd name="T12" fmla="*/ 137 w 137"/>
                <a:gd name="T13" fmla="*/ 123 h 153"/>
                <a:gd name="T14" fmla="*/ 134 w 137"/>
                <a:gd name="T15" fmla="*/ 126 h 153"/>
                <a:gd name="T16" fmla="*/ 76 w 137"/>
                <a:gd name="T17" fmla="*/ 153 h 153"/>
                <a:gd name="T18" fmla="*/ 76 w 137"/>
                <a:gd name="T19" fmla="*/ 8 h 153"/>
                <a:gd name="T20" fmla="*/ 8 w 137"/>
                <a:gd name="T21" fmla="*/ 77 h 153"/>
                <a:gd name="T22" fmla="*/ 76 w 137"/>
                <a:gd name="T23" fmla="*/ 145 h 153"/>
                <a:gd name="T24" fmla="*/ 126 w 137"/>
                <a:gd name="T25" fmla="*/ 124 h 153"/>
                <a:gd name="T26" fmla="*/ 80 w 137"/>
                <a:gd name="T27" fmla="*/ 77 h 153"/>
                <a:gd name="T28" fmla="*/ 126 w 137"/>
                <a:gd name="T29" fmla="*/ 29 h 153"/>
                <a:gd name="T30" fmla="*/ 76 w 137"/>
                <a:gd name="T31" fmla="*/ 8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7" h="153">
                  <a:moveTo>
                    <a:pt x="76" y="153"/>
                  </a:moveTo>
                  <a:cubicBezTo>
                    <a:pt x="34" y="153"/>
                    <a:pt x="0" y="119"/>
                    <a:pt x="0" y="77"/>
                  </a:cubicBezTo>
                  <a:cubicBezTo>
                    <a:pt x="0" y="34"/>
                    <a:pt x="34" y="0"/>
                    <a:pt x="76" y="0"/>
                  </a:cubicBezTo>
                  <a:cubicBezTo>
                    <a:pt x="99" y="0"/>
                    <a:pt x="120" y="10"/>
                    <a:pt x="134" y="27"/>
                  </a:cubicBezTo>
                  <a:cubicBezTo>
                    <a:pt x="137" y="30"/>
                    <a:pt x="137" y="30"/>
                    <a:pt x="137" y="30"/>
                  </a:cubicBezTo>
                  <a:cubicBezTo>
                    <a:pt x="91" y="77"/>
                    <a:pt x="91" y="77"/>
                    <a:pt x="91" y="77"/>
                  </a:cubicBezTo>
                  <a:cubicBezTo>
                    <a:pt x="137" y="123"/>
                    <a:pt x="137" y="123"/>
                    <a:pt x="137" y="123"/>
                  </a:cubicBezTo>
                  <a:cubicBezTo>
                    <a:pt x="134" y="126"/>
                    <a:pt x="134" y="126"/>
                    <a:pt x="134" y="126"/>
                  </a:cubicBezTo>
                  <a:cubicBezTo>
                    <a:pt x="120" y="143"/>
                    <a:pt x="99" y="153"/>
                    <a:pt x="76" y="153"/>
                  </a:cubicBezTo>
                  <a:close/>
                  <a:moveTo>
                    <a:pt x="76" y="8"/>
                  </a:moveTo>
                  <a:cubicBezTo>
                    <a:pt x="39" y="8"/>
                    <a:pt x="8" y="39"/>
                    <a:pt x="8" y="77"/>
                  </a:cubicBezTo>
                  <a:cubicBezTo>
                    <a:pt x="8" y="114"/>
                    <a:pt x="39" y="145"/>
                    <a:pt x="76" y="145"/>
                  </a:cubicBezTo>
                  <a:cubicBezTo>
                    <a:pt x="95" y="145"/>
                    <a:pt x="113" y="137"/>
                    <a:pt x="126" y="124"/>
                  </a:cubicBezTo>
                  <a:cubicBezTo>
                    <a:pt x="80" y="77"/>
                    <a:pt x="80" y="77"/>
                    <a:pt x="80" y="77"/>
                  </a:cubicBezTo>
                  <a:cubicBezTo>
                    <a:pt x="126" y="29"/>
                    <a:pt x="126" y="29"/>
                    <a:pt x="126" y="29"/>
                  </a:cubicBezTo>
                  <a:cubicBezTo>
                    <a:pt x="113" y="16"/>
                    <a:pt x="95" y="8"/>
                    <a:pt x="76"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6" name="Freeform 17"/>
            <p:cNvSpPr>
              <a:spLocks noEditPoints="1"/>
            </p:cNvSpPr>
            <p:nvPr/>
          </p:nvSpPr>
          <p:spPr bwMode="auto">
            <a:xfrm>
              <a:off x="3098800" y="-803275"/>
              <a:ext cx="76200" cy="76200"/>
            </a:xfrm>
            <a:custGeom>
              <a:avLst/>
              <a:gdLst>
                <a:gd name="T0" fmla="*/ 12 w 24"/>
                <a:gd name="T1" fmla="*/ 24 h 24"/>
                <a:gd name="T2" fmla="*/ 0 w 24"/>
                <a:gd name="T3" fmla="*/ 12 h 24"/>
                <a:gd name="T4" fmla="*/ 12 w 24"/>
                <a:gd name="T5" fmla="*/ 0 h 24"/>
                <a:gd name="T6" fmla="*/ 24 w 24"/>
                <a:gd name="T7" fmla="*/ 12 h 24"/>
                <a:gd name="T8" fmla="*/ 12 w 24"/>
                <a:gd name="T9" fmla="*/ 24 h 24"/>
                <a:gd name="T10" fmla="*/ 12 w 24"/>
                <a:gd name="T11" fmla="*/ 4 h 24"/>
                <a:gd name="T12" fmla="*/ 4 w 24"/>
                <a:gd name="T13" fmla="*/ 12 h 24"/>
                <a:gd name="T14" fmla="*/ 12 w 24"/>
                <a:gd name="T15" fmla="*/ 20 h 24"/>
                <a:gd name="T16" fmla="*/ 20 w 24"/>
                <a:gd name="T17" fmla="*/ 12 h 24"/>
                <a:gd name="T18" fmla="*/ 12 w 24"/>
                <a:gd name="T19"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24">
                  <a:moveTo>
                    <a:pt x="12" y="24"/>
                  </a:moveTo>
                  <a:cubicBezTo>
                    <a:pt x="6" y="24"/>
                    <a:pt x="0" y="19"/>
                    <a:pt x="0" y="12"/>
                  </a:cubicBezTo>
                  <a:cubicBezTo>
                    <a:pt x="0" y="6"/>
                    <a:pt x="6" y="0"/>
                    <a:pt x="12" y="0"/>
                  </a:cubicBezTo>
                  <a:cubicBezTo>
                    <a:pt x="19" y="0"/>
                    <a:pt x="24" y="6"/>
                    <a:pt x="24" y="12"/>
                  </a:cubicBezTo>
                  <a:cubicBezTo>
                    <a:pt x="24" y="19"/>
                    <a:pt x="19" y="24"/>
                    <a:pt x="12" y="24"/>
                  </a:cubicBezTo>
                  <a:close/>
                  <a:moveTo>
                    <a:pt x="12" y="4"/>
                  </a:moveTo>
                  <a:cubicBezTo>
                    <a:pt x="8" y="4"/>
                    <a:pt x="4" y="8"/>
                    <a:pt x="4" y="12"/>
                  </a:cubicBezTo>
                  <a:cubicBezTo>
                    <a:pt x="4" y="17"/>
                    <a:pt x="8" y="20"/>
                    <a:pt x="12" y="20"/>
                  </a:cubicBezTo>
                  <a:cubicBezTo>
                    <a:pt x="17" y="20"/>
                    <a:pt x="20" y="17"/>
                    <a:pt x="20" y="12"/>
                  </a:cubicBezTo>
                  <a:cubicBezTo>
                    <a:pt x="20" y="8"/>
                    <a:pt x="17" y="4"/>
                    <a:pt x="1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837" name="组合 836"/>
          <p:cNvGrpSpPr/>
          <p:nvPr/>
        </p:nvGrpSpPr>
        <p:grpSpPr>
          <a:xfrm>
            <a:off x="6851326" y="5333710"/>
            <a:ext cx="368184" cy="372218"/>
            <a:chOff x="8851900" y="-914400"/>
            <a:chExt cx="579438" cy="585787"/>
          </a:xfrm>
          <a:solidFill>
            <a:srgbClr val="707E84"/>
          </a:solidFill>
        </p:grpSpPr>
        <p:sp>
          <p:nvSpPr>
            <p:cNvPr id="838" name="Freeform 22"/>
            <p:cNvSpPr>
              <a:spLocks noEditPoints="1"/>
            </p:cNvSpPr>
            <p:nvPr/>
          </p:nvSpPr>
          <p:spPr bwMode="auto">
            <a:xfrm>
              <a:off x="8851900" y="-914400"/>
              <a:ext cx="519113" cy="522288"/>
            </a:xfrm>
            <a:custGeom>
              <a:avLst/>
              <a:gdLst>
                <a:gd name="T0" fmla="*/ 81 w 163"/>
                <a:gd name="T1" fmla="*/ 164 h 164"/>
                <a:gd name="T2" fmla="*/ 0 w 163"/>
                <a:gd name="T3" fmla="*/ 82 h 164"/>
                <a:gd name="T4" fmla="*/ 81 w 163"/>
                <a:gd name="T5" fmla="*/ 0 h 164"/>
                <a:gd name="T6" fmla="*/ 163 w 163"/>
                <a:gd name="T7" fmla="*/ 82 h 164"/>
                <a:gd name="T8" fmla="*/ 81 w 163"/>
                <a:gd name="T9" fmla="*/ 164 h 164"/>
                <a:gd name="T10" fmla="*/ 81 w 163"/>
                <a:gd name="T11" fmla="*/ 8 h 164"/>
                <a:gd name="T12" fmla="*/ 8 w 163"/>
                <a:gd name="T13" fmla="*/ 82 h 164"/>
                <a:gd name="T14" fmla="*/ 81 w 163"/>
                <a:gd name="T15" fmla="*/ 156 h 164"/>
                <a:gd name="T16" fmla="*/ 155 w 163"/>
                <a:gd name="T17" fmla="*/ 82 h 164"/>
                <a:gd name="T18" fmla="*/ 81 w 163"/>
                <a:gd name="T19" fmla="*/ 8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3" h="164">
                  <a:moveTo>
                    <a:pt x="81" y="164"/>
                  </a:moveTo>
                  <a:cubicBezTo>
                    <a:pt x="36" y="164"/>
                    <a:pt x="0" y="127"/>
                    <a:pt x="0" y="82"/>
                  </a:cubicBezTo>
                  <a:cubicBezTo>
                    <a:pt x="0" y="37"/>
                    <a:pt x="36" y="0"/>
                    <a:pt x="81" y="0"/>
                  </a:cubicBezTo>
                  <a:cubicBezTo>
                    <a:pt x="127" y="0"/>
                    <a:pt x="163" y="37"/>
                    <a:pt x="163" y="82"/>
                  </a:cubicBezTo>
                  <a:cubicBezTo>
                    <a:pt x="163" y="127"/>
                    <a:pt x="127" y="164"/>
                    <a:pt x="81" y="164"/>
                  </a:cubicBezTo>
                  <a:close/>
                  <a:moveTo>
                    <a:pt x="81" y="8"/>
                  </a:moveTo>
                  <a:cubicBezTo>
                    <a:pt x="41" y="8"/>
                    <a:pt x="8" y="41"/>
                    <a:pt x="8" y="82"/>
                  </a:cubicBezTo>
                  <a:cubicBezTo>
                    <a:pt x="8" y="123"/>
                    <a:pt x="41" y="156"/>
                    <a:pt x="81" y="156"/>
                  </a:cubicBezTo>
                  <a:cubicBezTo>
                    <a:pt x="122" y="156"/>
                    <a:pt x="155" y="123"/>
                    <a:pt x="155" y="82"/>
                  </a:cubicBezTo>
                  <a:cubicBezTo>
                    <a:pt x="155" y="41"/>
                    <a:pt x="122" y="8"/>
                    <a:pt x="8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9" name="Rectangle 23"/>
            <p:cNvSpPr>
              <a:spLocks noChangeArrowheads="1"/>
            </p:cNvSpPr>
            <p:nvPr/>
          </p:nvSpPr>
          <p:spPr bwMode="auto">
            <a:xfrm>
              <a:off x="8982075" y="-657225"/>
              <a:ext cx="250825"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0" name="Freeform 24"/>
            <p:cNvSpPr>
              <a:spLocks/>
            </p:cNvSpPr>
            <p:nvPr/>
          </p:nvSpPr>
          <p:spPr bwMode="auto">
            <a:xfrm>
              <a:off x="9293225" y="-465138"/>
              <a:ext cx="138113" cy="136525"/>
            </a:xfrm>
            <a:custGeom>
              <a:avLst/>
              <a:gdLst>
                <a:gd name="T0" fmla="*/ 75 w 87"/>
                <a:gd name="T1" fmla="*/ 86 h 86"/>
                <a:gd name="T2" fmla="*/ 0 w 87"/>
                <a:gd name="T3" fmla="*/ 10 h 86"/>
                <a:gd name="T4" fmla="*/ 13 w 87"/>
                <a:gd name="T5" fmla="*/ 0 h 86"/>
                <a:gd name="T6" fmla="*/ 87 w 87"/>
                <a:gd name="T7" fmla="*/ 74 h 86"/>
                <a:gd name="T8" fmla="*/ 75 w 87"/>
                <a:gd name="T9" fmla="*/ 86 h 86"/>
              </a:gdLst>
              <a:ahLst/>
              <a:cxnLst>
                <a:cxn ang="0">
                  <a:pos x="T0" y="T1"/>
                </a:cxn>
                <a:cxn ang="0">
                  <a:pos x="T2" y="T3"/>
                </a:cxn>
                <a:cxn ang="0">
                  <a:pos x="T4" y="T5"/>
                </a:cxn>
                <a:cxn ang="0">
                  <a:pos x="T6" y="T7"/>
                </a:cxn>
                <a:cxn ang="0">
                  <a:pos x="T8" y="T9"/>
                </a:cxn>
              </a:cxnLst>
              <a:rect l="0" t="0" r="r" b="b"/>
              <a:pathLst>
                <a:path w="87" h="86">
                  <a:moveTo>
                    <a:pt x="75" y="86"/>
                  </a:moveTo>
                  <a:lnTo>
                    <a:pt x="0" y="10"/>
                  </a:lnTo>
                  <a:lnTo>
                    <a:pt x="13" y="0"/>
                  </a:lnTo>
                  <a:lnTo>
                    <a:pt x="87" y="74"/>
                  </a:lnTo>
                  <a:lnTo>
                    <a:pt x="75" y="8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841" name="Freeform 35"/>
          <p:cNvSpPr>
            <a:spLocks noEditPoints="1"/>
          </p:cNvSpPr>
          <p:nvPr/>
        </p:nvSpPr>
        <p:spPr bwMode="auto">
          <a:xfrm>
            <a:off x="5937874" y="5827725"/>
            <a:ext cx="327835" cy="309678"/>
          </a:xfrm>
          <a:custGeom>
            <a:avLst/>
            <a:gdLst>
              <a:gd name="T0" fmla="*/ 10 w 162"/>
              <a:gd name="T1" fmla="*/ 153 h 153"/>
              <a:gd name="T2" fmla="*/ 10 w 162"/>
              <a:gd name="T3" fmla="*/ 142 h 153"/>
              <a:gd name="T4" fmla="*/ 12 w 162"/>
              <a:gd name="T5" fmla="*/ 141 h 153"/>
              <a:gd name="T6" fmla="*/ 29 w 162"/>
              <a:gd name="T7" fmla="*/ 120 h 153"/>
              <a:gd name="T8" fmla="*/ 29 w 162"/>
              <a:gd name="T9" fmla="*/ 118 h 153"/>
              <a:gd name="T10" fmla="*/ 0 w 162"/>
              <a:gd name="T11" fmla="*/ 67 h 153"/>
              <a:gd name="T12" fmla="*/ 81 w 162"/>
              <a:gd name="T13" fmla="*/ 0 h 153"/>
              <a:gd name="T14" fmla="*/ 162 w 162"/>
              <a:gd name="T15" fmla="*/ 67 h 153"/>
              <a:gd name="T16" fmla="*/ 81 w 162"/>
              <a:gd name="T17" fmla="*/ 133 h 153"/>
              <a:gd name="T18" fmla="*/ 70 w 162"/>
              <a:gd name="T19" fmla="*/ 133 h 153"/>
              <a:gd name="T20" fmla="*/ 14 w 162"/>
              <a:gd name="T21" fmla="*/ 153 h 153"/>
              <a:gd name="T22" fmla="*/ 10 w 162"/>
              <a:gd name="T23" fmla="*/ 153 h 153"/>
              <a:gd name="T24" fmla="*/ 81 w 162"/>
              <a:gd name="T25" fmla="*/ 8 h 153"/>
              <a:gd name="T26" fmla="*/ 8 w 162"/>
              <a:gd name="T27" fmla="*/ 67 h 153"/>
              <a:gd name="T28" fmla="*/ 35 w 162"/>
              <a:gd name="T29" fmla="*/ 112 h 153"/>
              <a:gd name="T30" fmla="*/ 36 w 162"/>
              <a:gd name="T31" fmla="*/ 113 h 153"/>
              <a:gd name="T32" fmla="*/ 37 w 162"/>
              <a:gd name="T33" fmla="*/ 115 h 153"/>
              <a:gd name="T34" fmla="*/ 37 w 162"/>
              <a:gd name="T35" fmla="*/ 120 h 153"/>
              <a:gd name="T36" fmla="*/ 22 w 162"/>
              <a:gd name="T37" fmla="*/ 144 h 153"/>
              <a:gd name="T38" fmla="*/ 66 w 162"/>
              <a:gd name="T39" fmla="*/ 126 h 153"/>
              <a:gd name="T40" fmla="*/ 68 w 162"/>
              <a:gd name="T41" fmla="*/ 124 h 153"/>
              <a:gd name="T42" fmla="*/ 70 w 162"/>
              <a:gd name="T43" fmla="*/ 125 h 153"/>
              <a:gd name="T44" fmla="*/ 81 w 162"/>
              <a:gd name="T45" fmla="*/ 125 h 153"/>
              <a:gd name="T46" fmla="*/ 154 w 162"/>
              <a:gd name="T47" fmla="*/ 67 h 153"/>
              <a:gd name="T48" fmla="*/ 81 w 162"/>
              <a:gd name="T49" fmla="*/ 8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2" h="153">
                <a:moveTo>
                  <a:pt x="10" y="153"/>
                </a:moveTo>
                <a:cubicBezTo>
                  <a:pt x="10" y="142"/>
                  <a:pt x="10" y="142"/>
                  <a:pt x="10" y="142"/>
                </a:cubicBezTo>
                <a:cubicBezTo>
                  <a:pt x="12" y="141"/>
                  <a:pt x="12" y="141"/>
                  <a:pt x="12" y="141"/>
                </a:cubicBezTo>
                <a:cubicBezTo>
                  <a:pt x="20" y="137"/>
                  <a:pt x="29" y="129"/>
                  <a:pt x="29" y="120"/>
                </a:cubicBezTo>
                <a:cubicBezTo>
                  <a:pt x="29" y="119"/>
                  <a:pt x="29" y="118"/>
                  <a:pt x="29" y="118"/>
                </a:cubicBezTo>
                <a:cubicBezTo>
                  <a:pt x="10" y="105"/>
                  <a:pt x="0" y="87"/>
                  <a:pt x="0" y="67"/>
                </a:cubicBezTo>
                <a:cubicBezTo>
                  <a:pt x="0" y="30"/>
                  <a:pt x="36" y="0"/>
                  <a:pt x="81" y="0"/>
                </a:cubicBezTo>
                <a:cubicBezTo>
                  <a:pt x="126" y="0"/>
                  <a:pt x="162" y="30"/>
                  <a:pt x="162" y="67"/>
                </a:cubicBezTo>
                <a:cubicBezTo>
                  <a:pt x="162" y="104"/>
                  <a:pt x="126" y="133"/>
                  <a:pt x="81" y="133"/>
                </a:cubicBezTo>
                <a:cubicBezTo>
                  <a:pt x="77" y="133"/>
                  <a:pt x="74" y="133"/>
                  <a:pt x="70" y="133"/>
                </a:cubicBezTo>
                <a:cubicBezTo>
                  <a:pt x="53" y="149"/>
                  <a:pt x="32" y="152"/>
                  <a:pt x="14" y="153"/>
                </a:cubicBezTo>
                <a:lnTo>
                  <a:pt x="10" y="153"/>
                </a:lnTo>
                <a:close/>
                <a:moveTo>
                  <a:pt x="81" y="8"/>
                </a:moveTo>
                <a:cubicBezTo>
                  <a:pt x="41" y="8"/>
                  <a:pt x="8" y="35"/>
                  <a:pt x="8" y="67"/>
                </a:cubicBezTo>
                <a:cubicBezTo>
                  <a:pt x="8" y="84"/>
                  <a:pt x="18" y="101"/>
                  <a:pt x="35" y="112"/>
                </a:cubicBezTo>
                <a:cubicBezTo>
                  <a:pt x="36" y="113"/>
                  <a:pt x="36" y="113"/>
                  <a:pt x="36" y="113"/>
                </a:cubicBezTo>
                <a:cubicBezTo>
                  <a:pt x="37" y="115"/>
                  <a:pt x="37" y="115"/>
                  <a:pt x="37" y="115"/>
                </a:cubicBezTo>
                <a:cubicBezTo>
                  <a:pt x="37" y="117"/>
                  <a:pt x="37" y="118"/>
                  <a:pt x="37" y="120"/>
                </a:cubicBezTo>
                <a:cubicBezTo>
                  <a:pt x="37" y="130"/>
                  <a:pt x="30" y="139"/>
                  <a:pt x="22" y="144"/>
                </a:cubicBezTo>
                <a:cubicBezTo>
                  <a:pt x="37" y="143"/>
                  <a:pt x="53" y="139"/>
                  <a:pt x="66" y="126"/>
                </a:cubicBezTo>
                <a:cubicBezTo>
                  <a:pt x="68" y="124"/>
                  <a:pt x="68" y="124"/>
                  <a:pt x="68" y="124"/>
                </a:cubicBezTo>
                <a:cubicBezTo>
                  <a:pt x="70" y="125"/>
                  <a:pt x="70" y="125"/>
                  <a:pt x="70" y="125"/>
                </a:cubicBezTo>
                <a:cubicBezTo>
                  <a:pt x="73" y="125"/>
                  <a:pt x="77" y="125"/>
                  <a:pt x="81" y="125"/>
                </a:cubicBezTo>
                <a:cubicBezTo>
                  <a:pt x="121" y="125"/>
                  <a:pt x="154" y="99"/>
                  <a:pt x="154" y="67"/>
                </a:cubicBezTo>
                <a:cubicBezTo>
                  <a:pt x="154" y="35"/>
                  <a:pt x="121" y="8"/>
                  <a:pt x="81" y="8"/>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842" name="组合 841"/>
          <p:cNvGrpSpPr/>
          <p:nvPr/>
        </p:nvGrpSpPr>
        <p:grpSpPr>
          <a:xfrm>
            <a:off x="6396900" y="5820664"/>
            <a:ext cx="362132" cy="323801"/>
            <a:chOff x="13889255" y="1286552"/>
            <a:chExt cx="362132" cy="323801"/>
          </a:xfrm>
        </p:grpSpPr>
        <p:sp>
          <p:nvSpPr>
            <p:cNvPr id="843" name="Freeform 36"/>
            <p:cNvSpPr>
              <a:spLocks noEditPoints="1"/>
            </p:cNvSpPr>
            <p:nvPr/>
          </p:nvSpPr>
          <p:spPr bwMode="auto">
            <a:xfrm>
              <a:off x="14068808" y="1425756"/>
              <a:ext cx="182579" cy="184597"/>
            </a:xfrm>
            <a:custGeom>
              <a:avLst/>
              <a:gdLst>
                <a:gd name="T0" fmla="*/ 83 w 90"/>
                <a:gd name="T1" fmla="*/ 91 h 91"/>
                <a:gd name="T2" fmla="*/ 57 w 90"/>
                <a:gd name="T3" fmla="*/ 80 h 91"/>
                <a:gd name="T4" fmla="*/ 45 w 90"/>
                <a:gd name="T5" fmla="*/ 81 h 91"/>
                <a:gd name="T6" fmla="*/ 0 w 90"/>
                <a:gd name="T7" fmla="*/ 41 h 91"/>
                <a:gd name="T8" fmla="*/ 45 w 90"/>
                <a:gd name="T9" fmla="*/ 0 h 91"/>
                <a:gd name="T10" fmla="*/ 90 w 90"/>
                <a:gd name="T11" fmla="*/ 41 h 91"/>
                <a:gd name="T12" fmla="*/ 82 w 90"/>
                <a:gd name="T13" fmla="*/ 64 h 91"/>
                <a:gd name="T14" fmla="*/ 81 w 90"/>
                <a:gd name="T15" fmla="*/ 70 h 91"/>
                <a:gd name="T16" fmla="*/ 89 w 90"/>
                <a:gd name="T17" fmla="*/ 84 h 91"/>
                <a:gd name="T18" fmla="*/ 90 w 90"/>
                <a:gd name="T19" fmla="*/ 85 h 91"/>
                <a:gd name="T20" fmla="*/ 90 w 90"/>
                <a:gd name="T21" fmla="*/ 90 h 91"/>
                <a:gd name="T22" fmla="*/ 89 w 90"/>
                <a:gd name="T23" fmla="*/ 90 h 91"/>
                <a:gd name="T24" fmla="*/ 83 w 90"/>
                <a:gd name="T25" fmla="*/ 91 h 91"/>
                <a:gd name="T26" fmla="*/ 58 w 90"/>
                <a:gd name="T27" fmla="*/ 75 h 91"/>
                <a:gd name="T28" fmla="*/ 59 w 90"/>
                <a:gd name="T29" fmla="*/ 76 h 91"/>
                <a:gd name="T30" fmla="*/ 85 w 90"/>
                <a:gd name="T31" fmla="*/ 87 h 91"/>
                <a:gd name="T32" fmla="*/ 77 w 90"/>
                <a:gd name="T33" fmla="*/ 70 h 91"/>
                <a:gd name="T34" fmla="*/ 78 w 90"/>
                <a:gd name="T35" fmla="*/ 62 h 91"/>
                <a:gd name="T36" fmla="*/ 79 w 90"/>
                <a:gd name="T37" fmla="*/ 62 h 91"/>
                <a:gd name="T38" fmla="*/ 86 w 90"/>
                <a:gd name="T39" fmla="*/ 41 h 91"/>
                <a:gd name="T40" fmla="*/ 45 w 90"/>
                <a:gd name="T41" fmla="*/ 4 h 91"/>
                <a:gd name="T42" fmla="*/ 4 w 90"/>
                <a:gd name="T43" fmla="*/ 41 h 91"/>
                <a:gd name="T44" fmla="*/ 45 w 90"/>
                <a:gd name="T45" fmla="*/ 77 h 91"/>
                <a:gd name="T46" fmla="*/ 57 w 90"/>
                <a:gd name="T47" fmla="*/ 75 h 91"/>
                <a:gd name="T48" fmla="*/ 58 w 90"/>
                <a:gd name="T49" fmla="*/ 75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0" h="91">
                  <a:moveTo>
                    <a:pt x="83" y="91"/>
                  </a:moveTo>
                  <a:cubicBezTo>
                    <a:pt x="73" y="91"/>
                    <a:pt x="64" y="87"/>
                    <a:pt x="57" y="80"/>
                  </a:cubicBezTo>
                  <a:cubicBezTo>
                    <a:pt x="53" y="81"/>
                    <a:pt x="49" y="81"/>
                    <a:pt x="45" y="81"/>
                  </a:cubicBezTo>
                  <a:cubicBezTo>
                    <a:pt x="20" y="81"/>
                    <a:pt x="0" y="63"/>
                    <a:pt x="0" y="41"/>
                  </a:cubicBezTo>
                  <a:cubicBezTo>
                    <a:pt x="0" y="18"/>
                    <a:pt x="20" y="0"/>
                    <a:pt x="45" y="0"/>
                  </a:cubicBezTo>
                  <a:cubicBezTo>
                    <a:pt x="70" y="0"/>
                    <a:pt x="90" y="18"/>
                    <a:pt x="90" y="41"/>
                  </a:cubicBezTo>
                  <a:cubicBezTo>
                    <a:pt x="90" y="49"/>
                    <a:pt x="87" y="57"/>
                    <a:pt x="82" y="64"/>
                  </a:cubicBezTo>
                  <a:cubicBezTo>
                    <a:pt x="81" y="66"/>
                    <a:pt x="81" y="68"/>
                    <a:pt x="81" y="70"/>
                  </a:cubicBezTo>
                  <a:cubicBezTo>
                    <a:pt x="81" y="76"/>
                    <a:pt x="84" y="81"/>
                    <a:pt x="89" y="84"/>
                  </a:cubicBezTo>
                  <a:cubicBezTo>
                    <a:pt x="90" y="85"/>
                    <a:pt x="90" y="85"/>
                    <a:pt x="90" y="85"/>
                  </a:cubicBezTo>
                  <a:cubicBezTo>
                    <a:pt x="90" y="90"/>
                    <a:pt x="90" y="90"/>
                    <a:pt x="90" y="90"/>
                  </a:cubicBezTo>
                  <a:cubicBezTo>
                    <a:pt x="89" y="90"/>
                    <a:pt x="89" y="90"/>
                    <a:pt x="89" y="90"/>
                  </a:cubicBezTo>
                  <a:cubicBezTo>
                    <a:pt x="87" y="90"/>
                    <a:pt x="85" y="91"/>
                    <a:pt x="83" y="91"/>
                  </a:cubicBezTo>
                  <a:close/>
                  <a:moveTo>
                    <a:pt x="58" y="75"/>
                  </a:moveTo>
                  <a:cubicBezTo>
                    <a:pt x="59" y="76"/>
                    <a:pt x="59" y="76"/>
                    <a:pt x="59" y="76"/>
                  </a:cubicBezTo>
                  <a:cubicBezTo>
                    <a:pt x="66" y="83"/>
                    <a:pt x="75" y="87"/>
                    <a:pt x="85" y="87"/>
                  </a:cubicBezTo>
                  <a:cubicBezTo>
                    <a:pt x="80" y="83"/>
                    <a:pt x="77" y="77"/>
                    <a:pt x="77" y="70"/>
                  </a:cubicBezTo>
                  <a:cubicBezTo>
                    <a:pt x="77" y="67"/>
                    <a:pt x="77" y="65"/>
                    <a:pt x="78" y="62"/>
                  </a:cubicBezTo>
                  <a:cubicBezTo>
                    <a:pt x="79" y="62"/>
                    <a:pt x="79" y="62"/>
                    <a:pt x="79" y="62"/>
                  </a:cubicBezTo>
                  <a:cubicBezTo>
                    <a:pt x="84" y="55"/>
                    <a:pt x="86" y="48"/>
                    <a:pt x="86" y="41"/>
                  </a:cubicBezTo>
                  <a:cubicBezTo>
                    <a:pt x="86" y="20"/>
                    <a:pt x="68" y="4"/>
                    <a:pt x="45" y="4"/>
                  </a:cubicBezTo>
                  <a:cubicBezTo>
                    <a:pt x="22" y="4"/>
                    <a:pt x="4" y="20"/>
                    <a:pt x="4" y="41"/>
                  </a:cubicBezTo>
                  <a:cubicBezTo>
                    <a:pt x="4" y="61"/>
                    <a:pt x="22" y="77"/>
                    <a:pt x="45" y="77"/>
                  </a:cubicBezTo>
                  <a:cubicBezTo>
                    <a:pt x="49" y="77"/>
                    <a:pt x="53" y="77"/>
                    <a:pt x="57" y="75"/>
                  </a:cubicBezTo>
                  <a:lnTo>
                    <a:pt x="58" y="75"/>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4" name="Freeform 37"/>
            <p:cNvSpPr>
              <a:spLocks noEditPoints="1"/>
            </p:cNvSpPr>
            <p:nvPr/>
          </p:nvSpPr>
          <p:spPr bwMode="auto">
            <a:xfrm>
              <a:off x="13889255" y="1286552"/>
              <a:ext cx="326826" cy="306652"/>
            </a:xfrm>
            <a:custGeom>
              <a:avLst/>
              <a:gdLst>
                <a:gd name="T0" fmla="*/ 10 w 162"/>
                <a:gd name="T1" fmla="*/ 152 h 152"/>
                <a:gd name="T2" fmla="*/ 10 w 162"/>
                <a:gd name="T3" fmla="*/ 141 h 152"/>
                <a:gd name="T4" fmla="*/ 12 w 162"/>
                <a:gd name="T5" fmla="*/ 140 h 152"/>
                <a:gd name="T6" fmla="*/ 29 w 162"/>
                <a:gd name="T7" fmla="*/ 119 h 152"/>
                <a:gd name="T8" fmla="*/ 29 w 162"/>
                <a:gd name="T9" fmla="*/ 117 h 152"/>
                <a:gd name="T10" fmla="*/ 0 w 162"/>
                <a:gd name="T11" fmla="*/ 66 h 152"/>
                <a:gd name="T12" fmla="*/ 81 w 162"/>
                <a:gd name="T13" fmla="*/ 0 h 152"/>
                <a:gd name="T14" fmla="*/ 162 w 162"/>
                <a:gd name="T15" fmla="*/ 65 h 152"/>
                <a:gd name="T16" fmla="*/ 162 w 162"/>
                <a:gd name="T17" fmla="*/ 71 h 152"/>
                <a:gd name="T18" fmla="*/ 156 w 162"/>
                <a:gd name="T19" fmla="*/ 68 h 152"/>
                <a:gd name="T20" fmla="*/ 134 w 162"/>
                <a:gd name="T21" fmla="*/ 64 h 152"/>
                <a:gd name="T22" fmla="*/ 98 w 162"/>
                <a:gd name="T23" fmla="*/ 77 h 152"/>
                <a:gd name="T24" fmla="*/ 83 w 162"/>
                <a:gd name="T25" fmla="*/ 110 h 152"/>
                <a:gd name="T26" fmla="*/ 87 w 162"/>
                <a:gd name="T27" fmla="*/ 127 h 152"/>
                <a:gd name="T28" fmla="*/ 90 w 162"/>
                <a:gd name="T29" fmla="*/ 133 h 152"/>
                <a:gd name="T30" fmla="*/ 84 w 162"/>
                <a:gd name="T31" fmla="*/ 133 h 152"/>
                <a:gd name="T32" fmla="*/ 70 w 162"/>
                <a:gd name="T33" fmla="*/ 132 h 152"/>
                <a:gd name="T34" fmla="*/ 14 w 162"/>
                <a:gd name="T35" fmla="*/ 152 h 152"/>
                <a:gd name="T36" fmla="*/ 10 w 162"/>
                <a:gd name="T37" fmla="*/ 152 h 152"/>
                <a:gd name="T38" fmla="*/ 81 w 162"/>
                <a:gd name="T39" fmla="*/ 8 h 152"/>
                <a:gd name="T40" fmla="*/ 8 w 162"/>
                <a:gd name="T41" fmla="*/ 66 h 152"/>
                <a:gd name="T42" fmla="*/ 35 w 162"/>
                <a:gd name="T43" fmla="*/ 112 h 152"/>
                <a:gd name="T44" fmla="*/ 36 w 162"/>
                <a:gd name="T45" fmla="*/ 112 h 152"/>
                <a:gd name="T46" fmla="*/ 37 w 162"/>
                <a:gd name="T47" fmla="*/ 114 h 152"/>
                <a:gd name="T48" fmla="*/ 37 w 162"/>
                <a:gd name="T49" fmla="*/ 119 h 152"/>
                <a:gd name="T50" fmla="*/ 22 w 162"/>
                <a:gd name="T51" fmla="*/ 144 h 152"/>
                <a:gd name="T52" fmla="*/ 66 w 162"/>
                <a:gd name="T53" fmla="*/ 125 h 152"/>
                <a:gd name="T54" fmla="*/ 68 w 162"/>
                <a:gd name="T55" fmla="*/ 124 h 152"/>
                <a:gd name="T56" fmla="*/ 70 w 162"/>
                <a:gd name="T57" fmla="*/ 124 h 152"/>
                <a:gd name="T58" fmla="*/ 78 w 162"/>
                <a:gd name="T59" fmla="*/ 125 h 152"/>
                <a:gd name="T60" fmla="*/ 75 w 162"/>
                <a:gd name="T61" fmla="*/ 110 h 152"/>
                <a:gd name="T62" fmla="*/ 93 w 162"/>
                <a:gd name="T63" fmla="*/ 71 h 152"/>
                <a:gd name="T64" fmla="*/ 134 w 162"/>
                <a:gd name="T65" fmla="*/ 56 h 152"/>
                <a:gd name="T66" fmla="*/ 153 w 162"/>
                <a:gd name="T67" fmla="*/ 59 h 152"/>
                <a:gd name="T68" fmla="*/ 81 w 162"/>
                <a:gd name="T69" fmla="*/ 8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2" h="152">
                  <a:moveTo>
                    <a:pt x="10" y="152"/>
                  </a:moveTo>
                  <a:cubicBezTo>
                    <a:pt x="10" y="141"/>
                    <a:pt x="10" y="141"/>
                    <a:pt x="10" y="141"/>
                  </a:cubicBezTo>
                  <a:cubicBezTo>
                    <a:pt x="12" y="140"/>
                    <a:pt x="12" y="140"/>
                    <a:pt x="12" y="140"/>
                  </a:cubicBezTo>
                  <a:cubicBezTo>
                    <a:pt x="20" y="136"/>
                    <a:pt x="29" y="129"/>
                    <a:pt x="29" y="119"/>
                  </a:cubicBezTo>
                  <a:cubicBezTo>
                    <a:pt x="29" y="119"/>
                    <a:pt x="29" y="118"/>
                    <a:pt x="29" y="117"/>
                  </a:cubicBezTo>
                  <a:cubicBezTo>
                    <a:pt x="10" y="104"/>
                    <a:pt x="0" y="86"/>
                    <a:pt x="0" y="66"/>
                  </a:cubicBezTo>
                  <a:cubicBezTo>
                    <a:pt x="0" y="30"/>
                    <a:pt x="36" y="0"/>
                    <a:pt x="81" y="0"/>
                  </a:cubicBezTo>
                  <a:cubicBezTo>
                    <a:pt x="125" y="0"/>
                    <a:pt x="161" y="28"/>
                    <a:pt x="162" y="65"/>
                  </a:cubicBezTo>
                  <a:cubicBezTo>
                    <a:pt x="162" y="71"/>
                    <a:pt x="162" y="71"/>
                    <a:pt x="162" y="71"/>
                  </a:cubicBezTo>
                  <a:cubicBezTo>
                    <a:pt x="156" y="68"/>
                    <a:pt x="156" y="68"/>
                    <a:pt x="156" y="68"/>
                  </a:cubicBezTo>
                  <a:cubicBezTo>
                    <a:pt x="149" y="65"/>
                    <a:pt x="142" y="64"/>
                    <a:pt x="134" y="64"/>
                  </a:cubicBezTo>
                  <a:cubicBezTo>
                    <a:pt x="121" y="64"/>
                    <a:pt x="108" y="68"/>
                    <a:pt x="98" y="77"/>
                  </a:cubicBezTo>
                  <a:cubicBezTo>
                    <a:pt x="89" y="85"/>
                    <a:pt x="83" y="97"/>
                    <a:pt x="83" y="110"/>
                  </a:cubicBezTo>
                  <a:cubicBezTo>
                    <a:pt x="83" y="116"/>
                    <a:pt x="85" y="122"/>
                    <a:pt x="87" y="127"/>
                  </a:cubicBezTo>
                  <a:cubicBezTo>
                    <a:pt x="90" y="133"/>
                    <a:pt x="90" y="133"/>
                    <a:pt x="90" y="133"/>
                  </a:cubicBezTo>
                  <a:cubicBezTo>
                    <a:pt x="84" y="133"/>
                    <a:pt x="84" y="133"/>
                    <a:pt x="84" y="133"/>
                  </a:cubicBezTo>
                  <a:cubicBezTo>
                    <a:pt x="79" y="133"/>
                    <a:pt x="75" y="133"/>
                    <a:pt x="70" y="132"/>
                  </a:cubicBezTo>
                  <a:cubicBezTo>
                    <a:pt x="53" y="149"/>
                    <a:pt x="32" y="152"/>
                    <a:pt x="14" y="152"/>
                  </a:cubicBezTo>
                  <a:lnTo>
                    <a:pt x="10" y="152"/>
                  </a:lnTo>
                  <a:close/>
                  <a:moveTo>
                    <a:pt x="81" y="8"/>
                  </a:moveTo>
                  <a:cubicBezTo>
                    <a:pt x="41" y="8"/>
                    <a:pt x="8" y="34"/>
                    <a:pt x="8" y="66"/>
                  </a:cubicBezTo>
                  <a:cubicBezTo>
                    <a:pt x="8" y="84"/>
                    <a:pt x="18" y="100"/>
                    <a:pt x="35" y="112"/>
                  </a:cubicBezTo>
                  <a:cubicBezTo>
                    <a:pt x="36" y="112"/>
                    <a:pt x="36" y="112"/>
                    <a:pt x="36" y="112"/>
                  </a:cubicBezTo>
                  <a:cubicBezTo>
                    <a:pt x="37" y="114"/>
                    <a:pt x="37" y="114"/>
                    <a:pt x="37" y="114"/>
                  </a:cubicBezTo>
                  <a:cubicBezTo>
                    <a:pt x="37" y="116"/>
                    <a:pt x="37" y="118"/>
                    <a:pt x="37" y="119"/>
                  </a:cubicBezTo>
                  <a:cubicBezTo>
                    <a:pt x="37" y="129"/>
                    <a:pt x="30" y="138"/>
                    <a:pt x="22" y="144"/>
                  </a:cubicBezTo>
                  <a:cubicBezTo>
                    <a:pt x="37" y="142"/>
                    <a:pt x="53" y="139"/>
                    <a:pt x="66" y="125"/>
                  </a:cubicBezTo>
                  <a:cubicBezTo>
                    <a:pt x="68" y="124"/>
                    <a:pt x="68" y="124"/>
                    <a:pt x="68" y="124"/>
                  </a:cubicBezTo>
                  <a:cubicBezTo>
                    <a:pt x="70" y="124"/>
                    <a:pt x="70" y="124"/>
                    <a:pt x="70" y="124"/>
                  </a:cubicBezTo>
                  <a:cubicBezTo>
                    <a:pt x="72" y="124"/>
                    <a:pt x="75" y="125"/>
                    <a:pt x="78" y="125"/>
                  </a:cubicBezTo>
                  <a:cubicBezTo>
                    <a:pt x="76" y="120"/>
                    <a:pt x="75" y="115"/>
                    <a:pt x="75" y="110"/>
                  </a:cubicBezTo>
                  <a:cubicBezTo>
                    <a:pt x="75" y="95"/>
                    <a:pt x="82" y="81"/>
                    <a:pt x="93" y="71"/>
                  </a:cubicBezTo>
                  <a:cubicBezTo>
                    <a:pt x="104" y="61"/>
                    <a:pt x="119" y="56"/>
                    <a:pt x="134" y="56"/>
                  </a:cubicBezTo>
                  <a:cubicBezTo>
                    <a:pt x="141" y="56"/>
                    <a:pt x="147" y="57"/>
                    <a:pt x="153" y="59"/>
                  </a:cubicBezTo>
                  <a:cubicBezTo>
                    <a:pt x="149" y="30"/>
                    <a:pt x="118" y="8"/>
                    <a:pt x="81" y="8"/>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845" name="组合 844"/>
          <p:cNvGrpSpPr/>
          <p:nvPr/>
        </p:nvGrpSpPr>
        <p:grpSpPr>
          <a:xfrm>
            <a:off x="6829957" y="5820664"/>
            <a:ext cx="361122" cy="323801"/>
            <a:chOff x="14664962" y="1286552"/>
            <a:chExt cx="361122" cy="323801"/>
          </a:xfrm>
        </p:grpSpPr>
        <p:sp>
          <p:nvSpPr>
            <p:cNvPr id="846" name="Freeform 38"/>
            <p:cNvSpPr>
              <a:spLocks noEditPoints="1"/>
            </p:cNvSpPr>
            <p:nvPr/>
          </p:nvSpPr>
          <p:spPr bwMode="auto">
            <a:xfrm>
              <a:off x="14664962" y="1286552"/>
              <a:ext cx="306652" cy="288495"/>
            </a:xfrm>
            <a:custGeom>
              <a:avLst/>
              <a:gdLst>
                <a:gd name="T0" fmla="*/ 10 w 152"/>
                <a:gd name="T1" fmla="*/ 143 h 143"/>
                <a:gd name="T2" fmla="*/ 10 w 152"/>
                <a:gd name="T3" fmla="*/ 132 h 143"/>
                <a:gd name="T4" fmla="*/ 12 w 152"/>
                <a:gd name="T5" fmla="*/ 131 h 143"/>
                <a:gd name="T6" fmla="*/ 27 w 152"/>
                <a:gd name="T7" fmla="*/ 112 h 143"/>
                <a:gd name="T8" fmla="*/ 27 w 152"/>
                <a:gd name="T9" fmla="*/ 110 h 143"/>
                <a:gd name="T10" fmla="*/ 0 w 152"/>
                <a:gd name="T11" fmla="*/ 62 h 143"/>
                <a:gd name="T12" fmla="*/ 76 w 152"/>
                <a:gd name="T13" fmla="*/ 0 h 143"/>
                <a:gd name="T14" fmla="*/ 152 w 152"/>
                <a:gd name="T15" fmla="*/ 62 h 143"/>
                <a:gd name="T16" fmla="*/ 76 w 152"/>
                <a:gd name="T17" fmla="*/ 125 h 143"/>
                <a:gd name="T18" fmla="*/ 66 w 152"/>
                <a:gd name="T19" fmla="*/ 124 h 143"/>
                <a:gd name="T20" fmla="*/ 14 w 152"/>
                <a:gd name="T21" fmla="*/ 142 h 143"/>
                <a:gd name="T22" fmla="*/ 10 w 152"/>
                <a:gd name="T23" fmla="*/ 143 h 143"/>
                <a:gd name="T24" fmla="*/ 76 w 152"/>
                <a:gd name="T25" fmla="*/ 8 h 143"/>
                <a:gd name="T26" fmla="*/ 8 w 152"/>
                <a:gd name="T27" fmla="*/ 62 h 143"/>
                <a:gd name="T28" fmla="*/ 33 w 152"/>
                <a:gd name="T29" fmla="*/ 104 h 143"/>
                <a:gd name="T30" fmla="*/ 35 w 152"/>
                <a:gd name="T31" fmla="*/ 105 h 143"/>
                <a:gd name="T32" fmla="*/ 35 w 152"/>
                <a:gd name="T33" fmla="*/ 107 h 143"/>
                <a:gd name="T34" fmla="*/ 35 w 152"/>
                <a:gd name="T35" fmla="*/ 112 h 143"/>
                <a:gd name="T36" fmla="*/ 22 w 152"/>
                <a:gd name="T37" fmla="*/ 134 h 143"/>
                <a:gd name="T38" fmla="*/ 62 w 152"/>
                <a:gd name="T39" fmla="*/ 117 h 143"/>
                <a:gd name="T40" fmla="*/ 64 w 152"/>
                <a:gd name="T41" fmla="*/ 116 h 143"/>
                <a:gd name="T42" fmla="*/ 65 w 152"/>
                <a:gd name="T43" fmla="*/ 116 h 143"/>
                <a:gd name="T44" fmla="*/ 76 w 152"/>
                <a:gd name="T45" fmla="*/ 117 h 143"/>
                <a:gd name="T46" fmla="*/ 144 w 152"/>
                <a:gd name="T47" fmla="*/ 62 h 143"/>
                <a:gd name="T48" fmla="*/ 76 w 152"/>
                <a:gd name="T49" fmla="*/ 8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2" h="143">
                  <a:moveTo>
                    <a:pt x="10" y="143"/>
                  </a:moveTo>
                  <a:cubicBezTo>
                    <a:pt x="10" y="132"/>
                    <a:pt x="10" y="132"/>
                    <a:pt x="10" y="132"/>
                  </a:cubicBezTo>
                  <a:cubicBezTo>
                    <a:pt x="12" y="131"/>
                    <a:pt x="12" y="131"/>
                    <a:pt x="12" y="131"/>
                  </a:cubicBezTo>
                  <a:cubicBezTo>
                    <a:pt x="21" y="127"/>
                    <a:pt x="27" y="119"/>
                    <a:pt x="27" y="112"/>
                  </a:cubicBezTo>
                  <a:cubicBezTo>
                    <a:pt x="27" y="111"/>
                    <a:pt x="27" y="110"/>
                    <a:pt x="27" y="110"/>
                  </a:cubicBezTo>
                  <a:cubicBezTo>
                    <a:pt x="10" y="98"/>
                    <a:pt x="0" y="81"/>
                    <a:pt x="0" y="62"/>
                  </a:cubicBezTo>
                  <a:cubicBezTo>
                    <a:pt x="0" y="28"/>
                    <a:pt x="34" y="0"/>
                    <a:pt x="76" y="0"/>
                  </a:cubicBezTo>
                  <a:cubicBezTo>
                    <a:pt x="118" y="0"/>
                    <a:pt x="152" y="28"/>
                    <a:pt x="152" y="62"/>
                  </a:cubicBezTo>
                  <a:cubicBezTo>
                    <a:pt x="152" y="96"/>
                    <a:pt x="118" y="125"/>
                    <a:pt x="76" y="125"/>
                  </a:cubicBezTo>
                  <a:cubicBezTo>
                    <a:pt x="73" y="125"/>
                    <a:pt x="70" y="124"/>
                    <a:pt x="66" y="124"/>
                  </a:cubicBezTo>
                  <a:cubicBezTo>
                    <a:pt x="50" y="139"/>
                    <a:pt x="31" y="142"/>
                    <a:pt x="14" y="142"/>
                  </a:cubicBezTo>
                  <a:lnTo>
                    <a:pt x="10" y="143"/>
                  </a:lnTo>
                  <a:close/>
                  <a:moveTo>
                    <a:pt x="76" y="8"/>
                  </a:moveTo>
                  <a:cubicBezTo>
                    <a:pt x="39" y="8"/>
                    <a:pt x="8" y="32"/>
                    <a:pt x="8" y="62"/>
                  </a:cubicBezTo>
                  <a:cubicBezTo>
                    <a:pt x="8" y="78"/>
                    <a:pt x="17" y="94"/>
                    <a:pt x="33" y="104"/>
                  </a:cubicBezTo>
                  <a:cubicBezTo>
                    <a:pt x="35" y="105"/>
                    <a:pt x="35" y="105"/>
                    <a:pt x="35" y="105"/>
                  </a:cubicBezTo>
                  <a:cubicBezTo>
                    <a:pt x="35" y="107"/>
                    <a:pt x="35" y="107"/>
                    <a:pt x="35" y="107"/>
                  </a:cubicBezTo>
                  <a:cubicBezTo>
                    <a:pt x="35" y="108"/>
                    <a:pt x="35" y="110"/>
                    <a:pt x="35" y="112"/>
                  </a:cubicBezTo>
                  <a:cubicBezTo>
                    <a:pt x="35" y="120"/>
                    <a:pt x="30" y="128"/>
                    <a:pt x="22" y="134"/>
                  </a:cubicBezTo>
                  <a:cubicBezTo>
                    <a:pt x="36" y="133"/>
                    <a:pt x="50" y="129"/>
                    <a:pt x="62" y="117"/>
                  </a:cubicBezTo>
                  <a:cubicBezTo>
                    <a:pt x="64" y="116"/>
                    <a:pt x="64" y="116"/>
                    <a:pt x="64" y="116"/>
                  </a:cubicBezTo>
                  <a:cubicBezTo>
                    <a:pt x="65" y="116"/>
                    <a:pt x="65" y="116"/>
                    <a:pt x="65" y="116"/>
                  </a:cubicBezTo>
                  <a:cubicBezTo>
                    <a:pt x="69" y="116"/>
                    <a:pt x="73" y="117"/>
                    <a:pt x="76" y="117"/>
                  </a:cubicBezTo>
                  <a:cubicBezTo>
                    <a:pt x="114" y="117"/>
                    <a:pt x="144" y="92"/>
                    <a:pt x="144" y="62"/>
                  </a:cubicBezTo>
                  <a:cubicBezTo>
                    <a:pt x="144" y="32"/>
                    <a:pt x="114" y="8"/>
                    <a:pt x="76" y="8"/>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7" name="Freeform 39"/>
            <p:cNvSpPr>
              <a:spLocks noEditPoints="1"/>
            </p:cNvSpPr>
            <p:nvPr/>
          </p:nvSpPr>
          <p:spPr bwMode="auto">
            <a:xfrm>
              <a:off x="14806183" y="1393477"/>
              <a:ext cx="219901" cy="216876"/>
            </a:xfrm>
            <a:custGeom>
              <a:avLst/>
              <a:gdLst>
                <a:gd name="T0" fmla="*/ 100 w 109"/>
                <a:gd name="T1" fmla="*/ 107 h 107"/>
                <a:gd name="T2" fmla="*/ 98 w 109"/>
                <a:gd name="T3" fmla="*/ 107 h 107"/>
                <a:gd name="T4" fmla="*/ 54 w 109"/>
                <a:gd name="T5" fmla="*/ 91 h 107"/>
                <a:gd name="T6" fmla="*/ 6 w 109"/>
                <a:gd name="T7" fmla="*/ 81 h 107"/>
                <a:gd name="T8" fmla="*/ 0 w 109"/>
                <a:gd name="T9" fmla="*/ 77 h 107"/>
                <a:gd name="T10" fmla="*/ 7 w 109"/>
                <a:gd name="T11" fmla="*/ 77 h 107"/>
                <a:gd name="T12" fmla="*/ 63 w 109"/>
                <a:gd name="T13" fmla="*/ 58 h 107"/>
                <a:gd name="T14" fmla="*/ 81 w 109"/>
                <a:gd name="T15" fmla="*/ 36 h 107"/>
                <a:gd name="T16" fmla="*/ 88 w 109"/>
                <a:gd name="T17" fmla="*/ 9 h 107"/>
                <a:gd name="T18" fmla="*/ 88 w 109"/>
                <a:gd name="T19" fmla="*/ 5 h 107"/>
                <a:gd name="T20" fmla="*/ 87 w 109"/>
                <a:gd name="T21" fmla="*/ 0 h 107"/>
                <a:gd name="T22" fmla="*/ 91 w 109"/>
                <a:gd name="T23" fmla="*/ 3 h 107"/>
                <a:gd name="T24" fmla="*/ 109 w 109"/>
                <a:gd name="T25" fmla="*/ 39 h 107"/>
                <a:gd name="T26" fmla="*/ 86 w 109"/>
                <a:gd name="T27" fmla="*/ 79 h 107"/>
                <a:gd name="T28" fmla="*/ 86 w 109"/>
                <a:gd name="T29" fmla="*/ 82 h 107"/>
                <a:gd name="T30" fmla="*/ 99 w 109"/>
                <a:gd name="T31" fmla="*/ 100 h 107"/>
                <a:gd name="T32" fmla="*/ 100 w 109"/>
                <a:gd name="T33" fmla="*/ 100 h 107"/>
                <a:gd name="T34" fmla="*/ 100 w 109"/>
                <a:gd name="T35" fmla="*/ 107 h 107"/>
                <a:gd name="T36" fmla="*/ 55 w 109"/>
                <a:gd name="T37" fmla="*/ 87 h 107"/>
                <a:gd name="T38" fmla="*/ 56 w 109"/>
                <a:gd name="T39" fmla="*/ 87 h 107"/>
                <a:gd name="T40" fmla="*/ 96 w 109"/>
                <a:gd name="T41" fmla="*/ 103 h 107"/>
                <a:gd name="T42" fmla="*/ 82 w 109"/>
                <a:gd name="T43" fmla="*/ 82 h 107"/>
                <a:gd name="T44" fmla="*/ 82 w 109"/>
                <a:gd name="T45" fmla="*/ 78 h 107"/>
                <a:gd name="T46" fmla="*/ 82 w 109"/>
                <a:gd name="T47" fmla="*/ 77 h 107"/>
                <a:gd name="T48" fmla="*/ 83 w 109"/>
                <a:gd name="T49" fmla="*/ 76 h 107"/>
                <a:gd name="T50" fmla="*/ 105 w 109"/>
                <a:gd name="T51" fmla="*/ 39 h 107"/>
                <a:gd name="T52" fmla="*/ 92 w 109"/>
                <a:gd name="T53" fmla="*/ 9 h 107"/>
                <a:gd name="T54" fmla="*/ 92 w 109"/>
                <a:gd name="T55" fmla="*/ 9 h 107"/>
                <a:gd name="T56" fmla="*/ 85 w 109"/>
                <a:gd name="T57" fmla="*/ 38 h 107"/>
                <a:gd name="T58" fmla="*/ 66 w 109"/>
                <a:gd name="T59" fmla="*/ 61 h 107"/>
                <a:gd name="T60" fmla="*/ 14 w 109"/>
                <a:gd name="T61" fmla="*/ 81 h 107"/>
                <a:gd name="T62" fmla="*/ 54 w 109"/>
                <a:gd name="T63" fmla="*/ 87 h 107"/>
                <a:gd name="T64" fmla="*/ 55 w 109"/>
                <a:gd name="T65" fmla="*/ 8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9" h="107">
                  <a:moveTo>
                    <a:pt x="100" y="107"/>
                  </a:moveTo>
                  <a:cubicBezTo>
                    <a:pt x="98" y="107"/>
                    <a:pt x="98" y="107"/>
                    <a:pt x="98" y="107"/>
                  </a:cubicBezTo>
                  <a:cubicBezTo>
                    <a:pt x="81" y="106"/>
                    <a:pt x="67" y="103"/>
                    <a:pt x="54" y="91"/>
                  </a:cubicBezTo>
                  <a:cubicBezTo>
                    <a:pt x="36" y="93"/>
                    <a:pt x="19" y="89"/>
                    <a:pt x="6" y="81"/>
                  </a:cubicBezTo>
                  <a:cubicBezTo>
                    <a:pt x="0" y="77"/>
                    <a:pt x="0" y="77"/>
                    <a:pt x="0" y="77"/>
                  </a:cubicBezTo>
                  <a:cubicBezTo>
                    <a:pt x="7" y="77"/>
                    <a:pt x="7" y="77"/>
                    <a:pt x="7" y="77"/>
                  </a:cubicBezTo>
                  <a:cubicBezTo>
                    <a:pt x="28" y="77"/>
                    <a:pt x="48" y="70"/>
                    <a:pt x="63" y="58"/>
                  </a:cubicBezTo>
                  <a:cubicBezTo>
                    <a:pt x="71" y="52"/>
                    <a:pt x="77" y="44"/>
                    <a:pt x="81" y="36"/>
                  </a:cubicBezTo>
                  <a:cubicBezTo>
                    <a:pt x="86" y="28"/>
                    <a:pt x="88" y="18"/>
                    <a:pt x="88" y="9"/>
                  </a:cubicBezTo>
                  <a:cubicBezTo>
                    <a:pt x="88" y="8"/>
                    <a:pt x="88" y="6"/>
                    <a:pt x="88" y="5"/>
                  </a:cubicBezTo>
                  <a:cubicBezTo>
                    <a:pt x="87" y="0"/>
                    <a:pt x="87" y="0"/>
                    <a:pt x="87" y="0"/>
                  </a:cubicBezTo>
                  <a:cubicBezTo>
                    <a:pt x="91" y="3"/>
                    <a:pt x="91" y="3"/>
                    <a:pt x="91" y="3"/>
                  </a:cubicBezTo>
                  <a:cubicBezTo>
                    <a:pt x="103" y="13"/>
                    <a:pt x="109" y="26"/>
                    <a:pt x="109" y="39"/>
                  </a:cubicBezTo>
                  <a:cubicBezTo>
                    <a:pt x="109" y="55"/>
                    <a:pt x="101" y="69"/>
                    <a:pt x="86" y="79"/>
                  </a:cubicBezTo>
                  <a:cubicBezTo>
                    <a:pt x="86" y="80"/>
                    <a:pt x="86" y="81"/>
                    <a:pt x="86" y="82"/>
                  </a:cubicBezTo>
                  <a:cubicBezTo>
                    <a:pt x="86" y="89"/>
                    <a:pt x="91" y="96"/>
                    <a:pt x="99" y="100"/>
                  </a:cubicBezTo>
                  <a:cubicBezTo>
                    <a:pt x="100" y="100"/>
                    <a:pt x="100" y="100"/>
                    <a:pt x="100" y="100"/>
                  </a:cubicBezTo>
                  <a:lnTo>
                    <a:pt x="100" y="107"/>
                  </a:lnTo>
                  <a:close/>
                  <a:moveTo>
                    <a:pt x="55" y="87"/>
                  </a:moveTo>
                  <a:cubicBezTo>
                    <a:pt x="56" y="87"/>
                    <a:pt x="56" y="87"/>
                    <a:pt x="56" y="87"/>
                  </a:cubicBezTo>
                  <a:cubicBezTo>
                    <a:pt x="68" y="99"/>
                    <a:pt x="80" y="102"/>
                    <a:pt x="96" y="103"/>
                  </a:cubicBezTo>
                  <a:cubicBezTo>
                    <a:pt x="87" y="98"/>
                    <a:pt x="82" y="90"/>
                    <a:pt x="82" y="82"/>
                  </a:cubicBezTo>
                  <a:cubicBezTo>
                    <a:pt x="82" y="80"/>
                    <a:pt x="82" y="79"/>
                    <a:pt x="82" y="78"/>
                  </a:cubicBezTo>
                  <a:cubicBezTo>
                    <a:pt x="82" y="77"/>
                    <a:pt x="82" y="77"/>
                    <a:pt x="82" y="77"/>
                  </a:cubicBezTo>
                  <a:cubicBezTo>
                    <a:pt x="83" y="76"/>
                    <a:pt x="83" y="76"/>
                    <a:pt x="83" y="76"/>
                  </a:cubicBezTo>
                  <a:cubicBezTo>
                    <a:pt x="97" y="67"/>
                    <a:pt x="105" y="54"/>
                    <a:pt x="105" y="39"/>
                  </a:cubicBezTo>
                  <a:cubicBezTo>
                    <a:pt x="105" y="28"/>
                    <a:pt x="101" y="18"/>
                    <a:pt x="92" y="9"/>
                  </a:cubicBezTo>
                  <a:cubicBezTo>
                    <a:pt x="92" y="9"/>
                    <a:pt x="92" y="9"/>
                    <a:pt x="92" y="9"/>
                  </a:cubicBezTo>
                  <a:cubicBezTo>
                    <a:pt x="92" y="19"/>
                    <a:pt x="89" y="29"/>
                    <a:pt x="85" y="38"/>
                  </a:cubicBezTo>
                  <a:cubicBezTo>
                    <a:pt x="80" y="47"/>
                    <a:pt x="74" y="54"/>
                    <a:pt x="66" y="61"/>
                  </a:cubicBezTo>
                  <a:cubicBezTo>
                    <a:pt x="52" y="72"/>
                    <a:pt x="33" y="79"/>
                    <a:pt x="14" y="81"/>
                  </a:cubicBezTo>
                  <a:cubicBezTo>
                    <a:pt x="26" y="86"/>
                    <a:pt x="40" y="88"/>
                    <a:pt x="54" y="87"/>
                  </a:cubicBezTo>
                  <a:lnTo>
                    <a:pt x="55" y="87"/>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848" name="组合 847"/>
          <p:cNvGrpSpPr/>
          <p:nvPr/>
        </p:nvGrpSpPr>
        <p:grpSpPr>
          <a:xfrm>
            <a:off x="7311002" y="5795446"/>
            <a:ext cx="373227" cy="374236"/>
            <a:chOff x="11296650" y="1528763"/>
            <a:chExt cx="587375" cy="588963"/>
          </a:xfrm>
          <a:solidFill>
            <a:srgbClr val="707E84"/>
          </a:solidFill>
        </p:grpSpPr>
        <p:sp>
          <p:nvSpPr>
            <p:cNvPr id="849" name="Freeform 11"/>
            <p:cNvSpPr>
              <a:spLocks noEditPoints="1"/>
            </p:cNvSpPr>
            <p:nvPr/>
          </p:nvSpPr>
          <p:spPr bwMode="auto">
            <a:xfrm>
              <a:off x="11296650" y="1528763"/>
              <a:ext cx="587375" cy="588963"/>
            </a:xfrm>
            <a:custGeom>
              <a:avLst/>
              <a:gdLst>
                <a:gd name="T0" fmla="*/ 93 w 185"/>
                <a:gd name="T1" fmla="*/ 185 h 185"/>
                <a:gd name="T2" fmla="*/ 0 w 185"/>
                <a:gd name="T3" fmla="*/ 92 h 185"/>
                <a:gd name="T4" fmla="*/ 93 w 185"/>
                <a:gd name="T5" fmla="*/ 0 h 185"/>
                <a:gd name="T6" fmla="*/ 185 w 185"/>
                <a:gd name="T7" fmla="*/ 92 h 185"/>
                <a:gd name="T8" fmla="*/ 93 w 185"/>
                <a:gd name="T9" fmla="*/ 185 h 185"/>
                <a:gd name="T10" fmla="*/ 93 w 185"/>
                <a:gd name="T11" fmla="*/ 8 h 185"/>
                <a:gd name="T12" fmla="*/ 8 w 185"/>
                <a:gd name="T13" fmla="*/ 92 h 185"/>
                <a:gd name="T14" fmla="*/ 93 w 185"/>
                <a:gd name="T15" fmla="*/ 177 h 185"/>
                <a:gd name="T16" fmla="*/ 177 w 185"/>
                <a:gd name="T17" fmla="*/ 92 h 185"/>
                <a:gd name="T18" fmla="*/ 93 w 185"/>
                <a:gd name="T19" fmla="*/ 8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5" h="185">
                  <a:moveTo>
                    <a:pt x="93" y="185"/>
                  </a:moveTo>
                  <a:cubicBezTo>
                    <a:pt x="42" y="185"/>
                    <a:pt x="0" y="143"/>
                    <a:pt x="0" y="92"/>
                  </a:cubicBezTo>
                  <a:cubicBezTo>
                    <a:pt x="0" y="41"/>
                    <a:pt x="42" y="0"/>
                    <a:pt x="93" y="0"/>
                  </a:cubicBezTo>
                  <a:cubicBezTo>
                    <a:pt x="144" y="0"/>
                    <a:pt x="185" y="41"/>
                    <a:pt x="185" y="92"/>
                  </a:cubicBezTo>
                  <a:cubicBezTo>
                    <a:pt x="185" y="143"/>
                    <a:pt x="144" y="185"/>
                    <a:pt x="93" y="185"/>
                  </a:cubicBezTo>
                  <a:close/>
                  <a:moveTo>
                    <a:pt x="93" y="8"/>
                  </a:moveTo>
                  <a:cubicBezTo>
                    <a:pt x="46" y="8"/>
                    <a:pt x="8" y="46"/>
                    <a:pt x="8" y="92"/>
                  </a:cubicBezTo>
                  <a:cubicBezTo>
                    <a:pt x="8" y="139"/>
                    <a:pt x="46" y="177"/>
                    <a:pt x="93" y="177"/>
                  </a:cubicBezTo>
                  <a:cubicBezTo>
                    <a:pt x="139" y="177"/>
                    <a:pt x="177" y="139"/>
                    <a:pt x="177" y="92"/>
                  </a:cubicBezTo>
                  <a:cubicBezTo>
                    <a:pt x="177" y="46"/>
                    <a:pt x="139" y="8"/>
                    <a:pt x="9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0" name="Freeform 77"/>
            <p:cNvSpPr>
              <a:spLocks noEditPoints="1"/>
            </p:cNvSpPr>
            <p:nvPr/>
          </p:nvSpPr>
          <p:spPr bwMode="auto">
            <a:xfrm>
              <a:off x="11525250" y="1736725"/>
              <a:ext cx="155575" cy="171450"/>
            </a:xfrm>
            <a:custGeom>
              <a:avLst/>
              <a:gdLst>
                <a:gd name="T0" fmla="*/ 3 w 49"/>
                <a:gd name="T1" fmla="*/ 54 h 54"/>
                <a:gd name="T2" fmla="*/ 0 w 49"/>
                <a:gd name="T3" fmla="*/ 51 h 54"/>
                <a:gd name="T4" fmla="*/ 0 w 49"/>
                <a:gd name="T5" fmla="*/ 4 h 54"/>
                <a:gd name="T6" fmla="*/ 5 w 49"/>
                <a:gd name="T7" fmla="*/ 1 h 54"/>
                <a:gd name="T8" fmla="*/ 47 w 49"/>
                <a:gd name="T9" fmla="*/ 25 h 54"/>
                <a:gd name="T10" fmla="*/ 49 w 49"/>
                <a:gd name="T11" fmla="*/ 27 h 54"/>
                <a:gd name="T12" fmla="*/ 47 w 49"/>
                <a:gd name="T13" fmla="*/ 30 h 54"/>
                <a:gd name="T14" fmla="*/ 5 w 49"/>
                <a:gd name="T15" fmla="*/ 54 h 54"/>
                <a:gd name="T16" fmla="*/ 3 w 49"/>
                <a:gd name="T17" fmla="*/ 54 h 54"/>
                <a:gd name="T18" fmla="*/ 4 w 49"/>
                <a:gd name="T19" fmla="*/ 5 h 54"/>
                <a:gd name="T20" fmla="*/ 4 w 49"/>
                <a:gd name="T21" fmla="*/ 49 h 54"/>
                <a:gd name="T22" fmla="*/ 44 w 49"/>
                <a:gd name="T23" fmla="*/ 27 h 54"/>
                <a:gd name="T24" fmla="*/ 4 w 49"/>
                <a:gd name="T25" fmla="*/ 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54">
                  <a:moveTo>
                    <a:pt x="3" y="54"/>
                  </a:moveTo>
                  <a:cubicBezTo>
                    <a:pt x="2" y="54"/>
                    <a:pt x="0" y="53"/>
                    <a:pt x="0" y="51"/>
                  </a:cubicBezTo>
                  <a:cubicBezTo>
                    <a:pt x="0" y="4"/>
                    <a:pt x="0" y="4"/>
                    <a:pt x="0" y="4"/>
                  </a:cubicBezTo>
                  <a:cubicBezTo>
                    <a:pt x="0" y="1"/>
                    <a:pt x="3" y="0"/>
                    <a:pt x="5" y="1"/>
                  </a:cubicBezTo>
                  <a:cubicBezTo>
                    <a:pt x="47" y="25"/>
                    <a:pt x="47" y="25"/>
                    <a:pt x="47" y="25"/>
                  </a:cubicBezTo>
                  <a:cubicBezTo>
                    <a:pt x="48" y="25"/>
                    <a:pt x="49" y="26"/>
                    <a:pt x="49" y="27"/>
                  </a:cubicBezTo>
                  <a:cubicBezTo>
                    <a:pt x="49" y="28"/>
                    <a:pt x="48" y="29"/>
                    <a:pt x="47" y="30"/>
                  </a:cubicBezTo>
                  <a:cubicBezTo>
                    <a:pt x="5" y="54"/>
                    <a:pt x="5" y="54"/>
                    <a:pt x="5" y="54"/>
                  </a:cubicBezTo>
                  <a:cubicBezTo>
                    <a:pt x="4" y="54"/>
                    <a:pt x="4" y="54"/>
                    <a:pt x="3" y="54"/>
                  </a:cubicBezTo>
                  <a:close/>
                  <a:moveTo>
                    <a:pt x="4" y="5"/>
                  </a:moveTo>
                  <a:cubicBezTo>
                    <a:pt x="4" y="49"/>
                    <a:pt x="4" y="49"/>
                    <a:pt x="4" y="49"/>
                  </a:cubicBezTo>
                  <a:cubicBezTo>
                    <a:pt x="44" y="27"/>
                    <a:pt x="44" y="27"/>
                    <a:pt x="44" y="27"/>
                  </a:cubicBezTo>
                  <a:lnTo>
                    <a:pt x="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851" name="组合 850"/>
          <p:cNvGrpSpPr/>
          <p:nvPr/>
        </p:nvGrpSpPr>
        <p:grpSpPr>
          <a:xfrm>
            <a:off x="6895710" y="4878127"/>
            <a:ext cx="323800" cy="286477"/>
            <a:chOff x="4000500" y="1597025"/>
            <a:chExt cx="509588" cy="450850"/>
          </a:xfrm>
          <a:solidFill>
            <a:srgbClr val="707E84"/>
          </a:solidFill>
        </p:grpSpPr>
        <p:sp>
          <p:nvSpPr>
            <p:cNvPr id="852" name="Freeform 89"/>
            <p:cNvSpPr>
              <a:spLocks noEditPoints="1"/>
            </p:cNvSpPr>
            <p:nvPr/>
          </p:nvSpPr>
          <p:spPr bwMode="auto">
            <a:xfrm>
              <a:off x="4000500" y="1597025"/>
              <a:ext cx="509588" cy="450850"/>
            </a:xfrm>
            <a:custGeom>
              <a:avLst/>
              <a:gdLst>
                <a:gd name="T0" fmla="*/ 152 w 160"/>
                <a:gd name="T1" fmla="*/ 142 h 142"/>
                <a:gd name="T2" fmla="*/ 9 w 160"/>
                <a:gd name="T3" fmla="*/ 142 h 142"/>
                <a:gd name="T4" fmla="*/ 0 w 160"/>
                <a:gd name="T5" fmla="*/ 133 h 142"/>
                <a:gd name="T6" fmla="*/ 0 w 160"/>
                <a:gd name="T7" fmla="*/ 31 h 142"/>
                <a:gd name="T8" fmla="*/ 31 w 160"/>
                <a:gd name="T9" fmla="*/ 0 h 142"/>
                <a:gd name="T10" fmla="*/ 130 w 160"/>
                <a:gd name="T11" fmla="*/ 0 h 142"/>
                <a:gd name="T12" fmla="*/ 160 w 160"/>
                <a:gd name="T13" fmla="*/ 31 h 142"/>
                <a:gd name="T14" fmla="*/ 160 w 160"/>
                <a:gd name="T15" fmla="*/ 133 h 142"/>
                <a:gd name="T16" fmla="*/ 152 w 160"/>
                <a:gd name="T17" fmla="*/ 142 h 142"/>
                <a:gd name="T18" fmla="*/ 8 w 160"/>
                <a:gd name="T19" fmla="*/ 35 h 142"/>
                <a:gd name="T20" fmla="*/ 8 w 160"/>
                <a:gd name="T21" fmla="*/ 133 h 142"/>
                <a:gd name="T22" fmla="*/ 9 w 160"/>
                <a:gd name="T23" fmla="*/ 134 h 142"/>
                <a:gd name="T24" fmla="*/ 152 w 160"/>
                <a:gd name="T25" fmla="*/ 134 h 142"/>
                <a:gd name="T26" fmla="*/ 152 w 160"/>
                <a:gd name="T27" fmla="*/ 133 h 142"/>
                <a:gd name="T28" fmla="*/ 152 w 160"/>
                <a:gd name="T29" fmla="*/ 35 h 142"/>
                <a:gd name="T30" fmla="*/ 126 w 160"/>
                <a:gd name="T31" fmla="*/ 8 h 142"/>
                <a:gd name="T32" fmla="*/ 34 w 160"/>
                <a:gd name="T33" fmla="*/ 8 h 142"/>
                <a:gd name="T34" fmla="*/ 8 w 160"/>
                <a:gd name="T35" fmla="*/ 35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0" h="142">
                  <a:moveTo>
                    <a:pt x="152" y="142"/>
                  </a:moveTo>
                  <a:cubicBezTo>
                    <a:pt x="9" y="142"/>
                    <a:pt x="9" y="142"/>
                    <a:pt x="9" y="142"/>
                  </a:cubicBezTo>
                  <a:cubicBezTo>
                    <a:pt x="4" y="142"/>
                    <a:pt x="0" y="138"/>
                    <a:pt x="0" y="133"/>
                  </a:cubicBezTo>
                  <a:cubicBezTo>
                    <a:pt x="0" y="31"/>
                    <a:pt x="0" y="31"/>
                    <a:pt x="0" y="31"/>
                  </a:cubicBezTo>
                  <a:cubicBezTo>
                    <a:pt x="31" y="0"/>
                    <a:pt x="31" y="0"/>
                    <a:pt x="31" y="0"/>
                  </a:cubicBezTo>
                  <a:cubicBezTo>
                    <a:pt x="130" y="0"/>
                    <a:pt x="130" y="0"/>
                    <a:pt x="130" y="0"/>
                  </a:cubicBezTo>
                  <a:cubicBezTo>
                    <a:pt x="160" y="31"/>
                    <a:pt x="160" y="31"/>
                    <a:pt x="160" y="31"/>
                  </a:cubicBezTo>
                  <a:cubicBezTo>
                    <a:pt x="160" y="133"/>
                    <a:pt x="160" y="133"/>
                    <a:pt x="160" y="133"/>
                  </a:cubicBezTo>
                  <a:cubicBezTo>
                    <a:pt x="160" y="138"/>
                    <a:pt x="157" y="142"/>
                    <a:pt x="152" y="142"/>
                  </a:cubicBezTo>
                  <a:close/>
                  <a:moveTo>
                    <a:pt x="8" y="35"/>
                  </a:moveTo>
                  <a:cubicBezTo>
                    <a:pt x="8" y="133"/>
                    <a:pt x="8" y="133"/>
                    <a:pt x="8" y="133"/>
                  </a:cubicBezTo>
                  <a:cubicBezTo>
                    <a:pt x="8" y="133"/>
                    <a:pt x="8" y="134"/>
                    <a:pt x="9" y="134"/>
                  </a:cubicBezTo>
                  <a:cubicBezTo>
                    <a:pt x="152" y="134"/>
                    <a:pt x="152" y="134"/>
                    <a:pt x="152" y="134"/>
                  </a:cubicBezTo>
                  <a:cubicBezTo>
                    <a:pt x="152" y="134"/>
                    <a:pt x="152" y="133"/>
                    <a:pt x="152" y="133"/>
                  </a:cubicBezTo>
                  <a:cubicBezTo>
                    <a:pt x="152" y="35"/>
                    <a:pt x="152" y="35"/>
                    <a:pt x="152" y="35"/>
                  </a:cubicBezTo>
                  <a:cubicBezTo>
                    <a:pt x="126" y="8"/>
                    <a:pt x="126" y="8"/>
                    <a:pt x="126" y="8"/>
                  </a:cubicBezTo>
                  <a:cubicBezTo>
                    <a:pt x="34" y="8"/>
                    <a:pt x="34" y="8"/>
                    <a:pt x="34" y="8"/>
                  </a:cubicBezTo>
                  <a:lnTo>
                    <a:pt x="8"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3" name="Freeform 90"/>
            <p:cNvSpPr>
              <a:spLocks noEditPoints="1"/>
            </p:cNvSpPr>
            <p:nvPr/>
          </p:nvSpPr>
          <p:spPr bwMode="auto">
            <a:xfrm>
              <a:off x="4086225" y="1755775"/>
              <a:ext cx="341313" cy="225425"/>
            </a:xfrm>
            <a:custGeom>
              <a:avLst/>
              <a:gdLst>
                <a:gd name="T0" fmla="*/ 107 w 215"/>
                <a:gd name="T1" fmla="*/ 142 h 142"/>
                <a:gd name="T2" fmla="*/ 0 w 215"/>
                <a:gd name="T3" fmla="*/ 56 h 142"/>
                <a:gd name="T4" fmla="*/ 65 w 215"/>
                <a:gd name="T5" fmla="*/ 56 h 142"/>
                <a:gd name="T6" fmla="*/ 65 w 215"/>
                <a:gd name="T7" fmla="*/ 0 h 142"/>
                <a:gd name="T8" fmla="*/ 149 w 215"/>
                <a:gd name="T9" fmla="*/ 0 h 142"/>
                <a:gd name="T10" fmla="*/ 149 w 215"/>
                <a:gd name="T11" fmla="*/ 56 h 142"/>
                <a:gd name="T12" fmla="*/ 215 w 215"/>
                <a:gd name="T13" fmla="*/ 56 h 142"/>
                <a:gd name="T14" fmla="*/ 107 w 215"/>
                <a:gd name="T15" fmla="*/ 142 h 142"/>
                <a:gd name="T16" fmla="*/ 23 w 215"/>
                <a:gd name="T17" fmla="*/ 64 h 142"/>
                <a:gd name="T18" fmla="*/ 107 w 215"/>
                <a:gd name="T19" fmla="*/ 132 h 142"/>
                <a:gd name="T20" fmla="*/ 191 w 215"/>
                <a:gd name="T21" fmla="*/ 64 h 142"/>
                <a:gd name="T22" fmla="*/ 141 w 215"/>
                <a:gd name="T23" fmla="*/ 64 h 142"/>
                <a:gd name="T24" fmla="*/ 141 w 215"/>
                <a:gd name="T25" fmla="*/ 8 h 142"/>
                <a:gd name="T26" fmla="*/ 73 w 215"/>
                <a:gd name="T27" fmla="*/ 8 h 142"/>
                <a:gd name="T28" fmla="*/ 73 w 215"/>
                <a:gd name="T29" fmla="*/ 64 h 142"/>
                <a:gd name="T30" fmla="*/ 23 w 215"/>
                <a:gd name="T31" fmla="*/ 64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5" h="142">
                  <a:moveTo>
                    <a:pt x="107" y="142"/>
                  </a:moveTo>
                  <a:lnTo>
                    <a:pt x="0" y="56"/>
                  </a:lnTo>
                  <a:lnTo>
                    <a:pt x="65" y="56"/>
                  </a:lnTo>
                  <a:lnTo>
                    <a:pt x="65" y="0"/>
                  </a:lnTo>
                  <a:lnTo>
                    <a:pt x="149" y="0"/>
                  </a:lnTo>
                  <a:lnTo>
                    <a:pt x="149" y="56"/>
                  </a:lnTo>
                  <a:lnTo>
                    <a:pt x="215" y="56"/>
                  </a:lnTo>
                  <a:lnTo>
                    <a:pt x="107" y="142"/>
                  </a:lnTo>
                  <a:close/>
                  <a:moveTo>
                    <a:pt x="23" y="64"/>
                  </a:moveTo>
                  <a:lnTo>
                    <a:pt x="107" y="132"/>
                  </a:lnTo>
                  <a:lnTo>
                    <a:pt x="191" y="64"/>
                  </a:lnTo>
                  <a:lnTo>
                    <a:pt x="141" y="64"/>
                  </a:lnTo>
                  <a:lnTo>
                    <a:pt x="141" y="8"/>
                  </a:lnTo>
                  <a:lnTo>
                    <a:pt x="73" y="8"/>
                  </a:lnTo>
                  <a:lnTo>
                    <a:pt x="73" y="64"/>
                  </a:lnTo>
                  <a:lnTo>
                    <a:pt x="23" y="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4" name="Freeform 91"/>
            <p:cNvSpPr>
              <a:spLocks noEditPoints="1"/>
            </p:cNvSpPr>
            <p:nvPr/>
          </p:nvSpPr>
          <p:spPr bwMode="auto">
            <a:xfrm>
              <a:off x="4070350" y="1647825"/>
              <a:ext cx="369888" cy="41275"/>
            </a:xfrm>
            <a:custGeom>
              <a:avLst/>
              <a:gdLst>
                <a:gd name="T0" fmla="*/ 233 w 233"/>
                <a:gd name="T1" fmla="*/ 26 h 26"/>
                <a:gd name="T2" fmla="*/ 0 w 233"/>
                <a:gd name="T3" fmla="*/ 26 h 26"/>
                <a:gd name="T4" fmla="*/ 29 w 233"/>
                <a:gd name="T5" fmla="*/ 0 h 26"/>
                <a:gd name="T6" fmla="*/ 207 w 233"/>
                <a:gd name="T7" fmla="*/ 0 h 26"/>
                <a:gd name="T8" fmla="*/ 233 w 233"/>
                <a:gd name="T9" fmla="*/ 26 h 26"/>
                <a:gd name="T10" fmla="*/ 21 w 233"/>
                <a:gd name="T11" fmla="*/ 18 h 26"/>
                <a:gd name="T12" fmla="*/ 215 w 233"/>
                <a:gd name="T13" fmla="*/ 18 h 26"/>
                <a:gd name="T14" fmla="*/ 203 w 233"/>
                <a:gd name="T15" fmla="*/ 8 h 26"/>
                <a:gd name="T16" fmla="*/ 31 w 233"/>
                <a:gd name="T17" fmla="*/ 8 h 26"/>
                <a:gd name="T18" fmla="*/ 21 w 233"/>
                <a:gd name="T19" fmla="*/ 1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3" h="26">
                  <a:moveTo>
                    <a:pt x="233" y="26"/>
                  </a:moveTo>
                  <a:lnTo>
                    <a:pt x="0" y="26"/>
                  </a:lnTo>
                  <a:lnTo>
                    <a:pt x="29" y="0"/>
                  </a:lnTo>
                  <a:lnTo>
                    <a:pt x="207" y="0"/>
                  </a:lnTo>
                  <a:lnTo>
                    <a:pt x="233" y="26"/>
                  </a:lnTo>
                  <a:close/>
                  <a:moveTo>
                    <a:pt x="21" y="18"/>
                  </a:moveTo>
                  <a:lnTo>
                    <a:pt x="215" y="18"/>
                  </a:lnTo>
                  <a:lnTo>
                    <a:pt x="203" y="8"/>
                  </a:lnTo>
                  <a:lnTo>
                    <a:pt x="31" y="8"/>
                  </a:lnTo>
                  <a:lnTo>
                    <a:pt x="21"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855" name="组合 854"/>
          <p:cNvGrpSpPr/>
          <p:nvPr/>
        </p:nvGrpSpPr>
        <p:grpSpPr>
          <a:xfrm>
            <a:off x="7334706" y="4878127"/>
            <a:ext cx="325818" cy="286477"/>
            <a:chOff x="5227638" y="1597025"/>
            <a:chExt cx="512763" cy="450850"/>
          </a:xfrm>
          <a:solidFill>
            <a:srgbClr val="707E84"/>
          </a:solidFill>
        </p:grpSpPr>
        <p:sp>
          <p:nvSpPr>
            <p:cNvPr id="856" name="Freeform 92"/>
            <p:cNvSpPr>
              <a:spLocks noEditPoints="1"/>
            </p:cNvSpPr>
            <p:nvPr/>
          </p:nvSpPr>
          <p:spPr bwMode="auto">
            <a:xfrm>
              <a:off x="5227638" y="1597025"/>
              <a:ext cx="512763" cy="450850"/>
            </a:xfrm>
            <a:custGeom>
              <a:avLst/>
              <a:gdLst>
                <a:gd name="T0" fmla="*/ 152 w 161"/>
                <a:gd name="T1" fmla="*/ 142 h 142"/>
                <a:gd name="T2" fmla="*/ 9 w 161"/>
                <a:gd name="T3" fmla="*/ 142 h 142"/>
                <a:gd name="T4" fmla="*/ 0 w 161"/>
                <a:gd name="T5" fmla="*/ 133 h 142"/>
                <a:gd name="T6" fmla="*/ 0 w 161"/>
                <a:gd name="T7" fmla="*/ 31 h 142"/>
                <a:gd name="T8" fmla="*/ 31 w 161"/>
                <a:gd name="T9" fmla="*/ 0 h 142"/>
                <a:gd name="T10" fmla="*/ 130 w 161"/>
                <a:gd name="T11" fmla="*/ 0 h 142"/>
                <a:gd name="T12" fmla="*/ 161 w 161"/>
                <a:gd name="T13" fmla="*/ 31 h 142"/>
                <a:gd name="T14" fmla="*/ 161 w 161"/>
                <a:gd name="T15" fmla="*/ 133 h 142"/>
                <a:gd name="T16" fmla="*/ 152 w 161"/>
                <a:gd name="T17" fmla="*/ 142 h 142"/>
                <a:gd name="T18" fmla="*/ 8 w 161"/>
                <a:gd name="T19" fmla="*/ 35 h 142"/>
                <a:gd name="T20" fmla="*/ 8 w 161"/>
                <a:gd name="T21" fmla="*/ 133 h 142"/>
                <a:gd name="T22" fmla="*/ 9 w 161"/>
                <a:gd name="T23" fmla="*/ 134 h 142"/>
                <a:gd name="T24" fmla="*/ 152 w 161"/>
                <a:gd name="T25" fmla="*/ 134 h 142"/>
                <a:gd name="T26" fmla="*/ 153 w 161"/>
                <a:gd name="T27" fmla="*/ 133 h 142"/>
                <a:gd name="T28" fmla="*/ 153 w 161"/>
                <a:gd name="T29" fmla="*/ 35 h 142"/>
                <a:gd name="T30" fmla="*/ 126 w 161"/>
                <a:gd name="T31" fmla="*/ 8 h 142"/>
                <a:gd name="T32" fmla="*/ 35 w 161"/>
                <a:gd name="T33" fmla="*/ 8 h 142"/>
                <a:gd name="T34" fmla="*/ 8 w 161"/>
                <a:gd name="T35" fmla="*/ 35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1" h="142">
                  <a:moveTo>
                    <a:pt x="152" y="142"/>
                  </a:moveTo>
                  <a:cubicBezTo>
                    <a:pt x="9" y="142"/>
                    <a:pt x="9" y="142"/>
                    <a:pt x="9" y="142"/>
                  </a:cubicBezTo>
                  <a:cubicBezTo>
                    <a:pt x="4" y="142"/>
                    <a:pt x="0" y="138"/>
                    <a:pt x="0" y="133"/>
                  </a:cubicBezTo>
                  <a:cubicBezTo>
                    <a:pt x="0" y="31"/>
                    <a:pt x="0" y="31"/>
                    <a:pt x="0" y="31"/>
                  </a:cubicBezTo>
                  <a:cubicBezTo>
                    <a:pt x="31" y="0"/>
                    <a:pt x="31" y="0"/>
                    <a:pt x="31" y="0"/>
                  </a:cubicBezTo>
                  <a:cubicBezTo>
                    <a:pt x="130" y="0"/>
                    <a:pt x="130" y="0"/>
                    <a:pt x="130" y="0"/>
                  </a:cubicBezTo>
                  <a:cubicBezTo>
                    <a:pt x="161" y="31"/>
                    <a:pt x="161" y="31"/>
                    <a:pt x="161" y="31"/>
                  </a:cubicBezTo>
                  <a:cubicBezTo>
                    <a:pt x="161" y="133"/>
                    <a:pt x="161" y="133"/>
                    <a:pt x="161" y="133"/>
                  </a:cubicBezTo>
                  <a:cubicBezTo>
                    <a:pt x="161" y="138"/>
                    <a:pt x="157" y="142"/>
                    <a:pt x="152" y="142"/>
                  </a:cubicBezTo>
                  <a:close/>
                  <a:moveTo>
                    <a:pt x="8" y="35"/>
                  </a:moveTo>
                  <a:cubicBezTo>
                    <a:pt x="8" y="133"/>
                    <a:pt x="8" y="133"/>
                    <a:pt x="8" y="133"/>
                  </a:cubicBezTo>
                  <a:cubicBezTo>
                    <a:pt x="8" y="133"/>
                    <a:pt x="9" y="134"/>
                    <a:pt x="9" y="134"/>
                  </a:cubicBezTo>
                  <a:cubicBezTo>
                    <a:pt x="152" y="134"/>
                    <a:pt x="152" y="134"/>
                    <a:pt x="152" y="134"/>
                  </a:cubicBezTo>
                  <a:cubicBezTo>
                    <a:pt x="152" y="134"/>
                    <a:pt x="153" y="133"/>
                    <a:pt x="153" y="133"/>
                  </a:cubicBezTo>
                  <a:cubicBezTo>
                    <a:pt x="153" y="35"/>
                    <a:pt x="153" y="35"/>
                    <a:pt x="153" y="35"/>
                  </a:cubicBezTo>
                  <a:cubicBezTo>
                    <a:pt x="126" y="8"/>
                    <a:pt x="126" y="8"/>
                    <a:pt x="126" y="8"/>
                  </a:cubicBezTo>
                  <a:cubicBezTo>
                    <a:pt x="35" y="8"/>
                    <a:pt x="35" y="8"/>
                    <a:pt x="35" y="8"/>
                  </a:cubicBezTo>
                  <a:lnTo>
                    <a:pt x="8"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7" name="Freeform 93"/>
            <p:cNvSpPr>
              <a:spLocks noEditPoints="1"/>
            </p:cNvSpPr>
            <p:nvPr/>
          </p:nvSpPr>
          <p:spPr bwMode="auto">
            <a:xfrm>
              <a:off x="5313363" y="1752600"/>
              <a:ext cx="341313" cy="228600"/>
            </a:xfrm>
            <a:custGeom>
              <a:avLst/>
              <a:gdLst>
                <a:gd name="T0" fmla="*/ 151 w 215"/>
                <a:gd name="T1" fmla="*/ 144 h 144"/>
                <a:gd name="T2" fmla="*/ 65 w 215"/>
                <a:gd name="T3" fmla="*/ 144 h 144"/>
                <a:gd name="T4" fmla="*/ 65 w 215"/>
                <a:gd name="T5" fmla="*/ 86 h 144"/>
                <a:gd name="T6" fmla="*/ 0 w 215"/>
                <a:gd name="T7" fmla="*/ 86 h 144"/>
                <a:gd name="T8" fmla="*/ 109 w 215"/>
                <a:gd name="T9" fmla="*/ 0 h 144"/>
                <a:gd name="T10" fmla="*/ 215 w 215"/>
                <a:gd name="T11" fmla="*/ 86 h 144"/>
                <a:gd name="T12" fmla="*/ 151 w 215"/>
                <a:gd name="T13" fmla="*/ 86 h 144"/>
                <a:gd name="T14" fmla="*/ 151 w 215"/>
                <a:gd name="T15" fmla="*/ 144 h 144"/>
                <a:gd name="T16" fmla="*/ 73 w 215"/>
                <a:gd name="T17" fmla="*/ 136 h 144"/>
                <a:gd name="T18" fmla="*/ 143 w 215"/>
                <a:gd name="T19" fmla="*/ 136 h 144"/>
                <a:gd name="T20" fmla="*/ 143 w 215"/>
                <a:gd name="T21" fmla="*/ 78 h 144"/>
                <a:gd name="T22" fmla="*/ 191 w 215"/>
                <a:gd name="T23" fmla="*/ 78 h 144"/>
                <a:gd name="T24" fmla="*/ 109 w 215"/>
                <a:gd name="T25" fmla="*/ 10 h 144"/>
                <a:gd name="T26" fmla="*/ 24 w 215"/>
                <a:gd name="T27" fmla="*/ 78 h 144"/>
                <a:gd name="T28" fmla="*/ 73 w 215"/>
                <a:gd name="T29" fmla="*/ 78 h 144"/>
                <a:gd name="T30" fmla="*/ 73 w 215"/>
                <a:gd name="T31" fmla="*/ 13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5" h="144">
                  <a:moveTo>
                    <a:pt x="151" y="144"/>
                  </a:moveTo>
                  <a:lnTo>
                    <a:pt x="65" y="144"/>
                  </a:lnTo>
                  <a:lnTo>
                    <a:pt x="65" y="86"/>
                  </a:lnTo>
                  <a:lnTo>
                    <a:pt x="0" y="86"/>
                  </a:lnTo>
                  <a:lnTo>
                    <a:pt x="109" y="0"/>
                  </a:lnTo>
                  <a:lnTo>
                    <a:pt x="215" y="86"/>
                  </a:lnTo>
                  <a:lnTo>
                    <a:pt x="151" y="86"/>
                  </a:lnTo>
                  <a:lnTo>
                    <a:pt x="151" y="144"/>
                  </a:lnTo>
                  <a:close/>
                  <a:moveTo>
                    <a:pt x="73" y="136"/>
                  </a:moveTo>
                  <a:lnTo>
                    <a:pt x="143" y="136"/>
                  </a:lnTo>
                  <a:lnTo>
                    <a:pt x="143" y="78"/>
                  </a:lnTo>
                  <a:lnTo>
                    <a:pt x="191" y="78"/>
                  </a:lnTo>
                  <a:lnTo>
                    <a:pt x="109" y="10"/>
                  </a:lnTo>
                  <a:lnTo>
                    <a:pt x="24" y="78"/>
                  </a:lnTo>
                  <a:lnTo>
                    <a:pt x="73" y="78"/>
                  </a:lnTo>
                  <a:lnTo>
                    <a:pt x="73" y="1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8" name="Freeform 94"/>
            <p:cNvSpPr>
              <a:spLocks noEditPoints="1"/>
            </p:cNvSpPr>
            <p:nvPr/>
          </p:nvSpPr>
          <p:spPr bwMode="auto">
            <a:xfrm>
              <a:off x="5297488" y="1647825"/>
              <a:ext cx="373063" cy="41275"/>
            </a:xfrm>
            <a:custGeom>
              <a:avLst/>
              <a:gdLst>
                <a:gd name="T0" fmla="*/ 235 w 235"/>
                <a:gd name="T1" fmla="*/ 26 h 26"/>
                <a:gd name="T2" fmla="*/ 0 w 235"/>
                <a:gd name="T3" fmla="*/ 26 h 26"/>
                <a:gd name="T4" fmla="*/ 28 w 235"/>
                <a:gd name="T5" fmla="*/ 0 h 26"/>
                <a:gd name="T6" fmla="*/ 207 w 235"/>
                <a:gd name="T7" fmla="*/ 0 h 26"/>
                <a:gd name="T8" fmla="*/ 235 w 235"/>
                <a:gd name="T9" fmla="*/ 26 h 26"/>
                <a:gd name="T10" fmla="*/ 20 w 235"/>
                <a:gd name="T11" fmla="*/ 18 h 26"/>
                <a:gd name="T12" fmla="*/ 215 w 235"/>
                <a:gd name="T13" fmla="*/ 18 h 26"/>
                <a:gd name="T14" fmla="*/ 203 w 235"/>
                <a:gd name="T15" fmla="*/ 8 h 26"/>
                <a:gd name="T16" fmla="*/ 32 w 235"/>
                <a:gd name="T17" fmla="*/ 8 h 26"/>
                <a:gd name="T18" fmla="*/ 20 w 235"/>
                <a:gd name="T19" fmla="*/ 1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5" h="26">
                  <a:moveTo>
                    <a:pt x="235" y="26"/>
                  </a:moveTo>
                  <a:lnTo>
                    <a:pt x="0" y="26"/>
                  </a:lnTo>
                  <a:lnTo>
                    <a:pt x="28" y="0"/>
                  </a:lnTo>
                  <a:lnTo>
                    <a:pt x="207" y="0"/>
                  </a:lnTo>
                  <a:lnTo>
                    <a:pt x="235" y="26"/>
                  </a:lnTo>
                  <a:close/>
                  <a:moveTo>
                    <a:pt x="20" y="18"/>
                  </a:moveTo>
                  <a:lnTo>
                    <a:pt x="215" y="18"/>
                  </a:lnTo>
                  <a:lnTo>
                    <a:pt x="203" y="8"/>
                  </a:lnTo>
                  <a:lnTo>
                    <a:pt x="32" y="8"/>
                  </a:lnTo>
                  <a:lnTo>
                    <a:pt x="20"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859" name="组合 858"/>
          <p:cNvGrpSpPr/>
          <p:nvPr/>
        </p:nvGrpSpPr>
        <p:grpSpPr>
          <a:xfrm>
            <a:off x="6414769" y="5357919"/>
            <a:ext cx="298582" cy="323800"/>
            <a:chOff x="12571413" y="2801938"/>
            <a:chExt cx="469900" cy="509588"/>
          </a:xfrm>
          <a:solidFill>
            <a:srgbClr val="707E84"/>
          </a:solidFill>
        </p:grpSpPr>
        <p:sp>
          <p:nvSpPr>
            <p:cNvPr id="860" name="Freeform 111"/>
            <p:cNvSpPr>
              <a:spLocks/>
            </p:cNvSpPr>
            <p:nvPr/>
          </p:nvSpPr>
          <p:spPr bwMode="auto">
            <a:xfrm>
              <a:off x="12615863" y="2801938"/>
              <a:ext cx="25400" cy="338138"/>
            </a:xfrm>
            <a:custGeom>
              <a:avLst/>
              <a:gdLst>
                <a:gd name="T0" fmla="*/ 3 w 8"/>
                <a:gd name="T1" fmla="*/ 106 h 106"/>
                <a:gd name="T2" fmla="*/ 8 w 8"/>
                <a:gd name="T3" fmla="*/ 106 h 106"/>
                <a:gd name="T4" fmla="*/ 8 w 8"/>
                <a:gd name="T5" fmla="*/ 4 h 106"/>
                <a:gd name="T6" fmla="*/ 4 w 8"/>
                <a:gd name="T7" fmla="*/ 0 h 106"/>
                <a:gd name="T8" fmla="*/ 0 w 8"/>
                <a:gd name="T9" fmla="*/ 4 h 106"/>
                <a:gd name="T10" fmla="*/ 0 w 8"/>
                <a:gd name="T11" fmla="*/ 106 h 106"/>
                <a:gd name="T12" fmla="*/ 3 w 8"/>
                <a:gd name="T13" fmla="*/ 106 h 106"/>
              </a:gdLst>
              <a:ahLst/>
              <a:cxnLst>
                <a:cxn ang="0">
                  <a:pos x="T0" y="T1"/>
                </a:cxn>
                <a:cxn ang="0">
                  <a:pos x="T2" y="T3"/>
                </a:cxn>
                <a:cxn ang="0">
                  <a:pos x="T4" y="T5"/>
                </a:cxn>
                <a:cxn ang="0">
                  <a:pos x="T6" y="T7"/>
                </a:cxn>
                <a:cxn ang="0">
                  <a:pos x="T8" y="T9"/>
                </a:cxn>
                <a:cxn ang="0">
                  <a:pos x="T10" y="T11"/>
                </a:cxn>
                <a:cxn ang="0">
                  <a:pos x="T12" y="T13"/>
                </a:cxn>
              </a:cxnLst>
              <a:rect l="0" t="0" r="r" b="b"/>
              <a:pathLst>
                <a:path w="8" h="106">
                  <a:moveTo>
                    <a:pt x="3" y="106"/>
                  </a:moveTo>
                  <a:cubicBezTo>
                    <a:pt x="5" y="106"/>
                    <a:pt x="6" y="106"/>
                    <a:pt x="8" y="106"/>
                  </a:cubicBezTo>
                  <a:cubicBezTo>
                    <a:pt x="8" y="4"/>
                    <a:pt x="8" y="4"/>
                    <a:pt x="8" y="4"/>
                  </a:cubicBezTo>
                  <a:cubicBezTo>
                    <a:pt x="8" y="1"/>
                    <a:pt x="6" y="0"/>
                    <a:pt x="4" y="0"/>
                  </a:cubicBezTo>
                  <a:cubicBezTo>
                    <a:pt x="1" y="0"/>
                    <a:pt x="0" y="1"/>
                    <a:pt x="0" y="4"/>
                  </a:cubicBezTo>
                  <a:cubicBezTo>
                    <a:pt x="0" y="106"/>
                    <a:pt x="0" y="106"/>
                    <a:pt x="0" y="106"/>
                  </a:cubicBezTo>
                  <a:cubicBezTo>
                    <a:pt x="1" y="106"/>
                    <a:pt x="2" y="106"/>
                    <a:pt x="3" y="10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1" name="Freeform 112"/>
            <p:cNvSpPr>
              <a:spLocks/>
            </p:cNvSpPr>
            <p:nvPr/>
          </p:nvSpPr>
          <p:spPr bwMode="auto">
            <a:xfrm>
              <a:off x="12615863" y="3235325"/>
              <a:ext cx="25400" cy="76200"/>
            </a:xfrm>
            <a:custGeom>
              <a:avLst/>
              <a:gdLst>
                <a:gd name="T0" fmla="*/ 3 w 8"/>
                <a:gd name="T1" fmla="*/ 1 h 24"/>
                <a:gd name="T2" fmla="*/ 0 w 8"/>
                <a:gd name="T3" fmla="*/ 1 h 24"/>
                <a:gd name="T4" fmla="*/ 0 w 8"/>
                <a:gd name="T5" fmla="*/ 20 h 24"/>
                <a:gd name="T6" fmla="*/ 4 w 8"/>
                <a:gd name="T7" fmla="*/ 24 h 24"/>
                <a:gd name="T8" fmla="*/ 8 w 8"/>
                <a:gd name="T9" fmla="*/ 20 h 24"/>
                <a:gd name="T10" fmla="*/ 8 w 8"/>
                <a:gd name="T11" fmla="*/ 0 h 24"/>
                <a:gd name="T12" fmla="*/ 3 w 8"/>
                <a:gd name="T13" fmla="*/ 1 h 24"/>
              </a:gdLst>
              <a:ahLst/>
              <a:cxnLst>
                <a:cxn ang="0">
                  <a:pos x="T0" y="T1"/>
                </a:cxn>
                <a:cxn ang="0">
                  <a:pos x="T2" y="T3"/>
                </a:cxn>
                <a:cxn ang="0">
                  <a:pos x="T4" y="T5"/>
                </a:cxn>
                <a:cxn ang="0">
                  <a:pos x="T6" y="T7"/>
                </a:cxn>
                <a:cxn ang="0">
                  <a:pos x="T8" y="T9"/>
                </a:cxn>
                <a:cxn ang="0">
                  <a:pos x="T10" y="T11"/>
                </a:cxn>
                <a:cxn ang="0">
                  <a:pos x="T12" y="T13"/>
                </a:cxn>
              </a:cxnLst>
              <a:rect l="0" t="0" r="r" b="b"/>
              <a:pathLst>
                <a:path w="8" h="24">
                  <a:moveTo>
                    <a:pt x="3" y="1"/>
                  </a:moveTo>
                  <a:cubicBezTo>
                    <a:pt x="2" y="1"/>
                    <a:pt x="1" y="1"/>
                    <a:pt x="0" y="1"/>
                  </a:cubicBezTo>
                  <a:cubicBezTo>
                    <a:pt x="0" y="20"/>
                    <a:pt x="0" y="20"/>
                    <a:pt x="0" y="20"/>
                  </a:cubicBezTo>
                  <a:cubicBezTo>
                    <a:pt x="0" y="22"/>
                    <a:pt x="1" y="24"/>
                    <a:pt x="4" y="24"/>
                  </a:cubicBezTo>
                  <a:cubicBezTo>
                    <a:pt x="6" y="24"/>
                    <a:pt x="8" y="22"/>
                    <a:pt x="8" y="20"/>
                  </a:cubicBezTo>
                  <a:cubicBezTo>
                    <a:pt x="8" y="0"/>
                    <a:pt x="8" y="0"/>
                    <a:pt x="8" y="0"/>
                  </a:cubicBezTo>
                  <a:cubicBezTo>
                    <a:pt x="6" y="1"/>
                    <a:pt x="5"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2" name="Freeform 113"/>
            <p:cNvSpPr>
              <a:spLocks/>
            </p:cNvSpPr>
            <p:nvPr/>
          </p:nvSpPr>
          <p:spPr bwMode="auto">
            <a:xfrm>
              <a:off x="12793663" y="2801938"/>
              <a:ext cx="25400" cy="88900"/>
            </a:xfrm>
            <a:custGeom>
              <a:avLst/>
              <a:gdLst>
                <a:gd name="T0" fmla="*/ 4 w 8"/>
                <a:gd name="T1" fmla="*/ 28 h 28"/>
                <a:gd name="T2" fmla="*/ 8 w 8"/>
                <a:gd name="T3" fmla="*/ 28 h 28"/>
                <a:gd name="T4" fmla="*/ 8 w 8"/>
                <a:gd name="T5" fmla="*/ 4 h 28"/>
                <a:gd name="T6" fmla="*/ 4 w 8"/>
                <a:gd name="T7" fmla="*/ 0 h 28"/>
                <a:gd name="T8" fmla="*/ 0 w 8"/>
                <a:gd name="T9" fmla="*/ 4 h 28"/>
                <a:gd name="T10" fmla="*/ 0 w 8"/>
                <a:gd name="T11" fmla="*/ 28 h 28"/>
                <a:gd name="T12" fmla="*/ 4 w 8"/>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8" h="28">
                  <a:moveTo>
                    <a:pt x="4" y="28"/>
                  </a:moveTo>
                  <a:cubicBezTo>
                    <a:pt x="5" y="28"/>
                    <a:pt x="7" y="28"/>
                    <a:pt x="8" y="28"/>
                  </a:cubicBezTo>
                  <a:cubicBezTo>
                    <a:pt x="8" y="4"/>
                    <a:pt x="8" y="4"/>
                    <a:pt x="8" y="4"/>
                  </a:cubicBezTo>
                  <a:cubicBezTo>
                    <a:pt x="8" y="1"/>
                    <a:pt x="6" y="0"/>
                    <a:pt x="4" y="0"/>
                  </a:cubicBezTo>
                  <a:cubicBezTo>
                    <a:pt x="2" y="0"/>
                    <a:pt x="0" y="1"/>
                    <a:pt x="0" y="4"/>
                  </a:cubicBezTo>
                  <a:cubicBezTo>
                    <a:pt x="0" y="28"/>
                    <a:pt x="0" y="28"/>
                    <a:pt x="0" y="28"/>
                  </a:cubicBezTo>
                  <a:cubicBezTo>
                    <a:pt x="1" y="28"/>
                    <a:pt x="2" y="28"/>
                    <a:pt x="4"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3" name="Freeform 114"/>
            <p:cNvSpPr>
              <a:spLocks/>
            </p:cNvSpPr>
            <p:nvPr/>
          </p:nvSpPr>
          <p:spPr bwMode="auto">
            <a:xfrm>
              <a:off x="12793663" y="2989263"/>
              <a:ext cx="25400" cy="322263"/>
            </a:xfrm>
            <a:custGeom>
              <a:avLst/>
              <a:gdLst>
                <a:gd name="T0" fmla="*/ 4 w 8"/>
                <a:gd name="T1" fmla="*/ 0 h 101"/>
                <a:gd name="T2" fmla="*/ 0 w 8"/>
                <a:gd name="T3" fmla="*/ 0 h 101"/>
                <a:gd name="T4" fmla="*/ 0 w 8"/>
                <a:gd name="T5" fmla="*/ 97 h 101"/>
                <a:gd name="T6" fmla="*/ 4 w 8"/>
                <a:gd name="T7" fmla="*/ 101 h 101"/>
                <a:gd name="T8" fmla="*/ 8 w 8"/>
                <a:gd name="T9" fmla="*/ 97 h 101"/>
                <a:gd name="T10" fmla="*/ 8 w 8"/>
                <a:gd name="T11" fmla="*/ 0 h 101"/>
                <a:gd name="T12" fmla="*/ 4 w 8"/>
                <a:gd name="T13" fmla="*/ 0 h 101"/>
              </a:gdLst>
              <a:ahLst/>
              <a:cxnLst>
                <a:cxn ang="0">
                  <a:pos x="T0" y="T1"/>
                </a:cxn>
                <a:cxn ang="0">
                  <a:pos x="T2" y="T3"/>
                </a:cxn>
                <a:cxn ang="0">
                  <a:pos x="T4" y="T5"/>
                </a:cxn>
                <a:cxn ang="0">
                  <a:pos x="T6" y="T7"/>
                </a:cxn>
                <a:cxn ang="0">
                  <a:pos x="T8" y="T9"/>
                </a:cxn>
                <a:cxn ang="0">
                  <a:pos x="T10" y="T11"/>
                </a:cxn>
                <a:cxn ang="0">
                  <a:pos x="T12" y="T13"/>
                </a:cxn>
              </a:cxnLst>
              <a:rect l="0" t="0" r="r" b="b"/>
              <a:pathLst>
                <a:path w="8" h="101">
                  <a:moveTo>
                    <a:pt x="4" y="0"/>
                  </a:moveTo>
                  <a:cubicBezTo>
                    <a:pt x="2" y="0"/>
                    <a:pt x="1" y="0"/>
                    <a:pt x="0" y="0"/>
                  </a:cubicBezTo>
                  <a:cubicBezTo>
                    <a:pt x="0" y="97"/>
                    <a:pt x="0" y="97"/>
                    <a:pt x="0" y="97"/>
                  </a:cubicBezTo>
                  <a:cubicBezTo>
                    <a:pt x="0" y="99"/>
                    <a:pt x="2" y="101"/>
                    <a:pt x="4" y="101"/>
                  </a:cubicBezTo>
                  <a:cubicBezTo>
                    <a:pt x="6" y="101"/>
                    <a:pt x="8" y="99"/>
                    <a:pt x="8" y="97"/>
                  </a:cubicBezTo>
                  <a:cubicBezTo>
                    <a:pt x="8" y="0"/>
                    <a:pt x="8" y="0"/>
                    <a:pt x="8" y="0"/>
                  </a:cubicBezTo>
                  <a:cubicBezTo>
                    <a:pt x="7" y="0"/>
                    <a:pt x="5"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4" name="Freeform 115"/>
            <p:cNvSpPr>
              <a:spLocks/>
            </p:cNvSpPr>
            <p:nvPr/>
          </p:nvSpPr>
          <p:spPr bwMode="auto">
            <a:xfrm>
              <a:off x="12971463" y="2801938"/>
              <a:ext cx="25400" cy="268288"/>
            </a:xfrm>
            <a:custGeom>
              <a:avLst/>
              <a:gdLst>
                <a:gd name="T0" fmla="*/ 4 w 8"/>
                <a:gd name="T1" fmla="*/ 84 h 84"/>
                <a:gd name="T2" fmla="*/ 8 w 8"/>
                <a:gd name="T3" fmla="*/ 84 h 84"/>
                <a:gd name="T4" fmla="*/ 8 w 8"/>
                <a:gd name="T5" fmla="*/ 4 h 84"/>
                <a:gd name="T6" fmla="*/ 4 w 8"/>
                <a:gd name="T7" fmla="*/ 0 h 84"/>
                <a:gd name="T8" fmla="*/ 0 w 8"/>
                <a:gd name="T9" fmla="*/ 4 h 84"/>
                <a:gd name="T10" fmla="*/ 0 w 8"/>
                <a:gd name="T11" fmla="*/ 84 h 84"/>
                <a:gd name="T12" fmla="*/ 4 w 8"/>
                <a:gd name="T13" fmla="*/ 84 h 84"/>
              </a:gdLst>
              <a:ahLst/>
              <a:cxnLst>
                <a:cxn ang="0">
                  <a:pos x="T0" y="T1"/>
                </a:cxn>
                <a:cxn ang="0">
                  <a:pos x="T2" y="T3"/>
                </a:cxn>
                <a:cxn ang="0">
                  <a:pos x="T4" y="T5"/>
                </a:cxn>
                <a:cxn ang="0">
                  <a:pos x="T6" y="T7"/>
                </a:cxn>
                <a:cxn ang="0">
                  <a:pos x="T8" y="T9"/>
                </a:cxn>
                <a:cxn ang="0">
                  <a:pos x="T10" y="T11"/>
                </a:cxn>
                <a:cxn ang="0">
                  <a:pos x="T12" y="T13"/>
                </a:cxn>
              </a:cxnLst>
              <a:rect l="0" t="0" r="r" b="b"/>
              <a:pathLst>
                <a:path w="8" h="84">
                  <a:moveTo>
                    <a:pt x="4" y="84"/>
                  </a:moveTo>
                  <a:cubicBezTo>
                    <a:pt x="6" y="84"/>
                    <a:pt x="7" y="84"/>
                    <a:pt x="8" y="84"/>
                  </a:cubicBezTo>
                  <a:cubicBezTo>
                    <a:pt x="8" y="4"/>
                    <a:pt x="8" y="4"/>
                    <a:pt x="8" y="4"/>
                  </a:cubicBezTo>
                  <a:cubicBezTo>
                    <a:pt x="8" y="1"/>
                    <a:pt x="7" y="0"/>
                    <a:pt x="4" y="0"/>
                  </a:cubicBezTo>
                  <a:cubicBezTo>
                    <a:pt x="2" y="0"/>
                    <a:pt x="0" y="1"/>
                    <a:pt x="0" y="4"/>
                  </a:cubicBezTo>
                  <a:cubicBezTo>
                    <a:pt x="0" y="84"/>
                    <a:pt x="0" y="84"/>
                    <a:pt x="0" y="84"/>
                  </a:cubicBezTo>
                  <a:cubicBezTo>
                    <a:pt x="2" y="84"/>
                    <a:pt x="3" y="84"/>
                    <a:pt x="4"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5" name="Freeform 116"/>
            <p:cNvSpPr>
              <a:spLocks/>
            </p:cNvSpPr>
            <p:nvPr/>
          </p:nvSpPr>
          <p:spPr bwMode="auto">
            <a:xfrm>
              <a:off x="12971463" y="3165475"/>
              <a:ext cx="25400" cy="146050"/>
            </a:xfrm>
            <a:custGeom>
              <a:avLst/>
              <a:gdLst>
                <a:gd name="T0" fmla="*/ 4 w 8"/>
                <a:gd name="T1" fmla="*/ 1 h 46"/>
                <a:gd name="T2" fmla="*/ 0 w 8"/>
                <a:gd name="T3" fmla="*/ 1 h 46"/>
                <a:gd name="T4" fmla="*/ 0 w 8"/>
                <a:gd name="T5" fmla="*/ 42 h 46"/>
                <a:gd name="T6" fmla="*/ 4 w 8"/>
                <a:gd name="T7" fmla="*/ 46 h 46"/>
                <a:gd name="T8" fmla="*/ 8 w 8"/>
                <a:gd name="T9" fmla="*/ 42 h 46"/>
                <a:gd name="T10" fmla="*/ 8 w 8"/>
                <a:gd name="T11" fmla="*/ 0 h 46"/>
                <a:gd name="T12" fmla="*/ 4 w 8"/>
                <a:gd name="T13" fmla="*/ 1 h 46"/>
              </a:gdLst>
              <a:ahLst/>
              <a:cxnLst>
                <a:cxn ang="0">
                  <a:pos x="T0" y="T1"/>
                </a:cxn>
                <a:cxn ang="0">
                  <a:pos x="T2" y="T3"/>
                </a:cxn>
                <a:cxn ang="0">
                  <a:pos x="T4" y="T5"/>
                </a:cxn>
                <a:cxn ang="0">
                  <a:pos x="T6" y="T7"/>
                </a:cxn>
                <a:cxn ang="0">
                  <a:pos x="T8" y="T9"/>
                </a:cxn>
                <a:cxn ang="0">
                  <a:pos x="T10" y="T11"/>
                </a:cxn>
                <a:cxn ang="0">
                  <a:pos x="T12" y="T13"/>
                </a:cxn>
              </a:cxnLst>
              <a:rect l="0" t="0" r="r" b="b"/>
              <a:pathLst>
                <a:path w="8" h="46">
                  <a:moveTo>
                    <a:pt x="4" y="1"/>
                  </a:moveTo>
                  <a:cubicBezTo>
                    <a:pt x="3" y="1"/>
                    <a:pt x="2" y="1"/>
                    <a:pt x="0" y="1"/>
                  </a:cubicBezTo>
                  <a:cubicBezTo>
                    <a:pt x="0" y="42"/>
                    <a:pt x="0" y="42"/>
                    <a:pt x="0" y="42"/>
                  </a:cubicBezTo>
                  <a:cubicBezTo>
                    <a:pt x="0" y="44"/>
                    <a:pt x="2" y="46"/>
                    <a:pt x="4" y="46"/>
                  </a:cubicBezTo>
                  <a:cubicBezTo>
                    <a:pt x="7" y="46"/>
                    <a:pt x="8" y="44"/>
                    <a:pt x="8" y="42"/>
                  </a:cubicBezTo>
                  <a:cubicBezTo>
                    <a:pt x="8" y="0"/>
                    <a:pt x="8" y="0"/>
                    <a:pt x="8" y="0"/>
                  </a:cubicBezTo>
                  <a:cubicBezTo>
                    <a:pt x="7" y="1"/>
                    <a:pt x="6" y="1"/>
                    <a:pt x="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6" name="Freeform 117"/>
            <p:cNvSpPr>
              <a:spLocks noEditPoints="1"/>
            </p:cNvSpPr>
            <p:nvPr/>
          </p:nvSpPr>
          <p:spPr bwMode="auto">
            <a:xfrm>
              <a:off x="12571413" y="3133725"/>
              <a:ext cx="111125" cy="111125"/>
            </a:xfrm>
            <a:custGeom>
              <a:avLst/>
              <a:gdLst>
                <a:gd name="T0" fmla="*/ 17 w 35"/>
                <a:gd name="T1" fmla="*/ 35 h 35"/>
                <a:gd name="T2" fmla="*/ 0 w 35"/>
                <a:gd name="T3" fmla="*/ 17 h 35"/>
                <a:gd name="T4" fmla="*/ 17 w 35"/>
                <a:gd name="T5" fmla="*/ 0 h 35"/>
                <a:gd name="T6" fmla="*/ 35 w 35"/>
                <a:gd name="T7" fmla="*/ 17 h 35"/>
                <a:gd name="T8" fmla="*/ 17 w 35"/>
                <a:gd name="T9" fmla="*/ 35 h 35"/>
                <a:gd name="T10" fmla="*/ 17 w 35"/>
                <a:gd name="T11" fmla="*/ 4 h 35"/>
                <a:gd name="T12" fmla="*/ 4 w 35"/>
                <a:gd name="T13" fmla="*/ 17 h 35"/>
                <a:gd name="T14" fmla="*/ 17 w 35"/>
                <a:gd name="T15" fmla="*/ 31 h 35"/>
                <a:gd name="T16" fmla="*/ 31 w 35"/>
                <a:gd name="T17" fmla="*/ 17 h 35"/>
                <a:gd name="T18" fmla="*/ 17 w 35"/>
                <a:gd name="T19" fmla="*/ 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35"/>
                  </a:moveTo>
                  <a:cubicBezTo>
                    <a:pt x="7" y="35"/>
                    <a:pt x="0" y="27"/>
                    <a:pt x="0" y="17"/>
                  </a:cubicBezTo>
                  <a:cubicBezTo>
                    <a:pt x="0" y="7"/>
                    <a:pt x="7" y="0"/>
                    <a:pt x="17" y="0"/>
                  </a:cubicBezTo>
                  <a:cubicBezTo>
                    <a:pt x="27" y="0"/>
                    <a:pt x="35" y="7"/>
                    <a:pt x="35" y="17"/>
                  </a:cubicBezTo>
                  <a:cubicBezTo>
                    <a:pt x="35" y="27"/>
                    <a:pt x="27" y="35"/>
                    <a:pt x="17" y="35"/>
                  </a:cubicBezTo>
                  <a:close/>
                  <a:moveTo>
                    <a:pt x="17" y="4"/>
                  </a:moveTo>
                  <a:cubicBezTo>
                    <a:pt x="10" y="4"/>
                    <a:pt x="4" y="10"/>
                    <a:pt x="4" y="17"/>
                  </a:cubicBezTo>
                  <a:cubicBezTo>
                    <a:pt x="4" y="25"/>
                    <a:pt x="10" y="31"/>
                    <a:pt x="17" y="31"/>
                  </a:cubicBezTo>
                  <a:cubicBezTo>
                    <a:pt x="25" y="31"/>
                    <a:pt x="31" y="25"/>
                    <a:pt x="31" y="17"/>
                  </a:cubicBezTo>
                  <a:cubicBezTo>
                    <a:pt x="31" y="10"/>
                    <a:pt x="25" y="4"/>
                    <a:pt x="1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7" name="Freeform 118"/>
            <p:cNvSpPr>
              <a:spLocks noEditPoints="1"/>
            </p:cNvSpPr>
            <p:nvPr/>
          </p:nvSpPr>
          <p:spPr bwMode="auto">
            <a:xfrm>
              <a:off x="12749213" y="2884488"/>
              <a:ext cx="111125" cy="111125"/>
            </a:xfrm>
            <a:custGeom>
              <a:avLst/>
              <a:gdLst>
                <a:gd name="T0" fmla="*/ 18 w 35"/>
                <a:gd name="T1" fmla="*/ 35 h 35"/>
                <a:gd name="T2" fmla="*/ 0 w 35"/>
                <a:gd name="T3" fmla="*/ 18 h 35"/>
                <a:gd name="T4" fmla="*/ 18 w 35"/>
                <a:gd name="T5" fmla="*/ 0 h 35"/>
                <a:gd name="T6" fmla="*/ 35 w 35"/>
                <a:gd name="T7" fmla="*/ 18 h 35"/>
                <a:gd name="T8" fmla="*/ 18 w 35"/>
                <a:gd name="T9" fmla="*/ 35 h 35"/>
                <a:gd name="T10" fmla="*/ 18 w 35"/>
                <a:gd name="T11" fmla="*/ 4 h 35"/>
                <a:gd name="T12" fmla="*/ 4 w 35"/>
                <a:gd name="T13" fmla="*/ 18 h 35"/>
                <a:gd name="T14" fmla="*/ 18 w 35"/>
                <a:gd name="T15" fmla="*/ 31 h 35"/>
                <a:gd name="T16" fmla="*/ 31 w 35"/>
                <a:gd name="T17" fmla="*/ 18 h 35"/>
                <a:gd name="T18" fmla="*/ 18 w 35"/>
                <a:gd name="T19" fmla="*/ 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35"/>
                  </a:moveTo>
                  <a:cubicBezTo>
                    <a:pt x="8" y="35"/>
                    <a:pt x="0" y="27"/>
                    <a:pt x="0" y="18"/>
                  </a:cubicBezTo>
                  <a:cubicBezTo>
                    <a:pt x="0" y="8"/>
                    <a:pt x="8" y="0"/>
                    <a:pt x="18" y="0"/>
                  </a:cubicBezTo>
                  <a:cubicBezTo>
                    <a:pt x="28" y="0"/>
                    <a:pt x="35" y="8"/>
                    <a:pt x="35" y="18"/>
                  </a:cubicBezTo>
                  <a:cubicBezTo>
                    <a:pt x="35" y="27"/>
                    <a:pt x="28" y="35"/>
                    <a:pt x="18" y="35"/>
                  </a:cubicBezTo>
                  <a:close/>
                  <a:moveTo>
                    <a:pt x="18" y="4"/>
                  </a:moveTo>
                  <a:cubicBezTo>
                    <a:pt x="10" y="4"/>
                    <a:pt x="4" y="10"/>
                    <a:pt x="4" y="18"/>
                  </a:cubicBezTo>
                  <a:cubicBezTo>
                    <a:pt x="4" y="25"/>
                    <a:pt x="10" y="31"/>
                    <a:pt x="18" y="31"/>
                  </a:cubicBezTo>
                  <a:cubicBezTo>
                    <a:pt x="25" y="31"/>
                    <a:pt x="31" y="25"/>
                    <a:pt x="31" y="18"/>
                  </a:cubicBezTo>
                  <a:cubicBezTo>
                    <a:pt x="31" y="10"/>
                    <a:pt x="25" y="4"/>
                    <a:pt x="1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8" name="Freeform 119"/>
            <p:cNvSpPr>
              <a:spLocks noEditPoints="1"/>
            </p:cNvSpPr>
            <p:nvPr/>
          </p:nvSpPr>
          <p:spPr bwMode="auto">
            <a:xfrm>
              <a:off x="12927013" y="3063875"/>
              <a:ext cx="114300" cy="111125"/>
            </a:xfrm>
            <a:custGeom>
              <a:avLst/>
              <a:gdLst>
                <a:gd name="T0" fmla="*/ 18 w 36"/>
                <a:gd name="T1" fmla="*/ 35 h 35"/>
                <a:gd name="T2" fmla="*/ 0 w 36"/>
                <a:gd name="T3" fmla="*/ 17 h 35"/>
                <a:gd name="T4" fmla="*/ 18 w 36"/>
                <a:gd name="T5" fmla="*/ 0 h 35"/>
                <a:gd name="T6" fmla="*/ 36 w 36"/>
                <a:gd name="T7" fmla="*/ 17 h 35"/>
                <a:gd name="T8" fmla="*/ 18 w 36"/>
                <a:gd name="T9" fmla="*/ 35 h 35"/>
                <a:gd name="T10" fmla="*/ 18 w 36"/>
                <a:gd name="T11" fmla="*/ 4 h 35"/>
                <a:gd name="T12" fmla="*/ 4 w 36"/>
                <a:gd name="T13" fmla="*/ 17 h 35"/>
                <a:gd name="T14" fmla="*/ 18 w 36"/>
                <a:gd name="T15" fmla="*/ 31 h 35"/>
                <a:gd name="T16" fmla="*/ 32 w 36"/>
                <a:gd name="T17" fmla="*/ 17 h 35"/>
                <a:gd name="T18" fmla="*/ 18 w 36"/>
                <a:gd name="T19" fmla="*/ 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5">
                  <a:moveTo>
                    <a:pt x="18" y="35"/>
                  </a:moveTo>
                  <a:cubicBezTo>
                    <a:pt x="8" y="35"/>
                    <a:pt x="0" y="27"/>
                    <a:pt x="0" y="17"/>
                  </a:cubicBezTo>
                  <a:cubicBezTo>
                    <a:pt x="0" y="7"/>
                    <a:pt x="8" y="0"/>
                    <a:pt x="18" y="0"/>
                  </a:cubicBezTo>
                  <a:cubicBezTo>
                    <a:pt x="28" y="0"/>
                    <a:pt x="36" y="7"/>
                    <a:pt x="36" y="17"/>
                  </a:cubicBezTo>
                  <a:cubicBezTo>
                    <a:pt x="36" y="27"/>
                    <a:pt x="28" y="35"/>
                    <a:pt x="18" y="35"/>
                  </a:cubicBezTo>
                  <a:close/>
                  <a:moveTo>
                    <a:pt x="18" y="4"/>
                  </a:moveTo>
                  <a:cubicBezTo>
                    <a:pt x="11" y="4"/>
                    <a:pt x="4" y="10"/>
                    <a:pt x="4" y="17"/>
                  </a:cubicBezTo>
                  <a:cubicBezTo>
                    <a:pt x="4" y="25"/>
                    <a:pt x="11" y="31"/>
                    <a:pt x="18" y="31"/>
                  </a:cubicBezTo>
                  <a:cubicBezTo>
                    <a:pt x="26" y="31"/>
                    <a:pt x="32" y="25"/>
                    <a:pt x="32" y="17"/>
                  </a:cubicBezTo>
                  <a:cubicBezTo>
                    <a:pt x="32" y="10"/>
                    <a:pt x="26" y="4"/>
                    <a:pt x="1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869" name="组合 868"/>
          <p:cNvGrpSpPr/>
          <p:nvPr/>
        </p:nvGrpSpPr>
        <p:grpSpPr>
          <a:xfrm>
            <a:off x="5912732" y="5369015"/>
            <a:ext cx="322791" cy="301608"/>
            <a:chOff x="11328400" y="2817813"/>
            <a:chExt cx="508000" cy="474662"/>
          </a:xfrm>
          <a:solidFill>
            <a:srgbClr val="707E84"/>
          </a:solidFill>
        </p:grpSpPr>
        <p:sp>
          <p:nvSpPr>
            <p:cNvPr id="870" name="Freeform 120"/>
            <p:cNvSpPr>
              <a:spLocks/>
            </p:cNvSpPr>
            <p:nvPr/>
          </p:nvSpPr>
          <p:spPr bwMode="auto">
            <a:xfrm>
              <a:off x="11496675" y="2862263"/>
              <a:ext cx="339725" cy="25400"/>
            </a:xfrm>
            <a:custGeom>
              <a:avLst/>
              <a:gdLst>
                <a:gd name="T0" fmla="*/ 1 w 107"/>
                <a:gd name="T1" fmla="*/ 4 h 8"/>
                <a:gd name="T2" fmla="*/ 0 w 107"/>
                <a:gd name="T3" fmla="*/ 8 h 8"/>
                <a:gd name="T4" fmla="*/ 103 w 107"/>
                <a:gd name="T5" fmla="*/ 8 h 8"/>
                <a:gd name="T6" fmla="*/ 107 w 107"/>
                <a:gd name="T7" fmla="*/ 4 h 8"/>
                <a:gd name="T8" fmla="*/ 103 w 107"/>
                <a:gd name="T9" fmla="*/ 0 h 8"/>
                <a:gd name="T10" fmla="*/ 0 w 107"/>
                <a:gd name="T11" fmla="*/ 0 h 8"/>
                <a:gd name="T12" fmla="*/ 1 w 107"/>
                <a:gd name="T13" fmla="*/ 4 h 8"/>
              </a:gdLst>
              <a:ahLst/>
              <a:cxnLst>
                <a:cxn ang="0">
                  <a:pos x="T0" y="T1"/>
                </a:cxn>
                <a:cxn ang="0">
                  <a:pos x="T2" y="T3"/>
                </a:cxn>
                <a:cxn ang="0">
                  <a:pos x="T4" y="T5"/>
                </a:cxn>
                <a:cxn ang="0">
                  <a:pos x="T6" y="T7"/>
                </a:cxn>
                <a:cxn ang="0">
                  <a:pos x="T8" y="T9"/>
                </a:cxn>
                <a:cxn ang="0">
                  <a:pos x="T10" y="T11"/>
                </a:cxn>
                <a:cxn ang="0">
                  <a:pos x="T12" y="T13"/>
                </a:cxn>
              </a:cxnLst>
              <a:rect l="0" t="0" r="r" b="b"/>
              <a:pathLst>
                <a:path w="107" h="8">
                  <a:moveTo>
                    <a:pt x="1" y="4"/>
                  </a:moveTo>
                  <a:cubicBezTo>
                    <a:pt x="1" y="6"/>
                    <a:pt x="1" y="7"/>
                    <a:pt x="0" y="8"/>
                  </a:cubicBezTo>
                  <a:cubicBezTo>
                    <a:pt x="103" y="8"/>
                    <a:pt x="103" y="8"/>
                    <a:pt x="103" y="8"/>
                  </a:cubicBezTo>
                  <a:cubicBezTo>
                    <a:pt x="105" y="8"/>
                    <a:pt x="107" y="7"/>
                    <a:pt x="107" y="4"/>
                  </a:cubicBezTo>
                  <a:cubicBezTo>
                    <a:pt x="107" y="2"/>
                    <a:pt x="105" y="0"/>
                    <a:pt x="103" y="0"/>
                  </a:cubicBezTo>
                  <a:cubicBezTo>
                    <a:pt x="0" y="0"/>
                    <a:pt x="0" y="0"/>
                    <a:pt x="0" y="0"/>
                  </a:cubicBezTo>
                  <a:cubicBezTo>
                    <a:pt x="1" y="2"/>
                    <a:pt x="1" y="3"/>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1" name="Freeform 121"/>
            <p:cNvSpPr>
              <a:spLocks/>
            </p:cNvSpPr>
            <p:nvPr/>
          </p:nvSpPr>
          <p:spPr bwMode="auto">
            <a:xfrm>
              <a:off x="11328400" y="2862263"/>
              <a:ext cx="73025" cy="25400"/>
            </a:xfrm>
            <a:custGeom>
              <a:avLst/>
              <a:gdLst>
                <a:gd name="T0" fmla="*/ 22 w 23"/>
                <a:gd name="T1" fmla="*/ 4 h 8"/>
                <a:gd name="T2" fmla="*/ 23 w 23"/>
                <a:gd name="T3" fmla="*/ 0 h 8"/>
                <a:gd name="T4" fmla="*/ 4 w 23"/>
                <a:gd name="T5" fmla="*/ 0 h 8"/>
                <a:gd name="T6" fmla="*/ 0 w 23"/>
                <a:gd name="T7" fmla="*/ 4 h 8"/>
                <a:gd name="T8" fmla="*/ 4 w 23"/>
                <a:gd name="T9" fmla="*/ 8 h 8"/>
                <a:gd name="T10" fmla="*/ 23 w 23"/>
                <a:gd name="T11" fmla="*/ 8 h 8"/>
                <a:gd name="T12" fmla="*/ 22 w 23"/>
                <a:gd name="T13" fmla="*/ 4 h 8"/>
              </a:gdLst>
              <a:ahLst/>
              <a:cxnLst>
                <a:cxn ang="0">
                  <a:pos x="T0" y="T1"/>
                </a:cxn>
                <a:cxn ang="0">
                  <a:pos x="T2" y="T3"/>
                </a:cxn>
                <a:cxn ang="0">
                  <a:pos x="T4" y="T5"/>
                </a:cxn>
                <a:cxn ang="0">
                  <a:pos x="T6" y="T7"/>
                </a:cxn>
                <a:cxn ang="0">
                  <a:pos x="T8" y="T9"/>
                </a:cxn>
                <a:cxn ang="0">
                  <a:pos x="T10" y="T11"/>
                </a:cxn>
                <a:cxn ang="0">
                  <a:pos x="T12" y="T13"/>
                </a:cxn>
              </a:cxnLst>
              <a:rect l="0" t="0" r="r" b="b"/>
              <a:pathLst>
                <a:path w="23" h="8">
                  <a:moveTo>
                    <a:pt x="22" y="4"/>
                  </a:moveTo>
                  <a:cubicBezTo>
                    <a:pt x="22" y="3"/>
                    <a:pt x="23" y="2"/>
                    <a:pt x="23" y="0"/>
                  </a:cubicBezTo>
                  <a:cubicBezTo>
                    <a:pt x="4" y="0"/>
                    <a:pt x="4" y="0"/>
                    <a:pt x="4" y="0"/>
                  </a:cubicBezTo>
                  <a:cubicBezTo>
                    <a:pt x="2" y="0"/>
                    <a:pt x="0" y="2"/>
                    <a:pt x="0" y="4"/>
                  </a:cubicBezTo>
                  <a:cubicBezTo>
                    <a:pt x="0" y="7"/>
                    <a:pt x="2" y="8"/>
                    <a:pt x="4" y="8"/>
                  </a:cubicBezTo>
                  <a:cubicBezTo>
                    <a:pt x="23" y="8"/>
                    <a:pt x="23" y="8"/>
                    <a:pt x="23" y="8"/>
                  </a:cubicBezTo>
                  <a:cubicBezTo>
                    <a:pt x="23" y="7"/>
                    <a:pt x="22" y="6"/>
                    <a:pt x="2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2" name="Freeform 122"/>
            <p:cNvSpPr>
              <a:spLocks/>
            </p:cNvSpPr>
            <p:nvPr/>
          </p:nvSpPr>
          <p:spPr bwMode="auto">
            <a:xfrm>
              <a:off x="11744325" y="3043238"/>
              <a:ext cx="92075" cy="26988"/>
            </a:xfrm>
            <a:custGeom>
              <a:avLst/>
              <a:gdLst>
                <a:gd name="T0" fmla="*/ 1 w 29"/>
                <a:gd name="T1" fmla="*/ 4 h 8"/>
                <a:gd name="T2" fmla="*/ 0 w 29"/>
                <a:gd name="T3" fmla="*/ 8 h 8"/>
                <a:gd name="T4" fmla="*/ 25 w 29"/>
                <a:gd name="T5" fmla="*/ 8 h 8"/>
                <a:gd name="T6" fmla="*/ 29 w 29"/>
                <a:gd name="T7" fmla="*/ 4 h 8"/>
                <a:gd name="T8" fmla="*/ 25 w 29"/>
                <a:gd name="T9" fmla="*/ 0 h 8"/>
                <a:gd name="T10" fmla="*/ 0 w 29"/>
                <a:gd name="T11" fmla="*/ 0 h 8"/>
                <a:gd name="T12" fmla="*/ 1 w 29"/>
                <a:gd name="T13" fmla="*/ 4 h 8"/>
              </a:gdLst>
              <a:ahLst/>
              <a:cxnLst>
                <a:cxn ang="0">
                  <a:pos x="T0" y="T1"/>
                </a:cxn>
                <a:cxn ang="0">
                  <a:pos x="T2" y="T3"/>
                </a:cxn>
                <a:cxn ang="0">
                  <a:pos x="T4" y="T5"/>
                </a:cxn>
                <a:cxn ang="0">
                  <a:pos x="T6" y="T7"/>
                </a:cxn>
                <a:cxn ang="0">
                  <a:pos x="T8" y="T9"/>
                </a:cxn>
                <a:cxn ang="0">
                  <a:pos x="T10" y="T11"/>
                </a:cxn>
                <a:cxn ang="0">
                  <a:pos x="T12" y="T13"/>
                </a:cxn>
              </a:cxnLst>
              <a:rect l="0" t="0" r="r" b="b"/>
              <a:pathLst>
                <a:path w="29" h="8">
                  <a:moveTo>
                    <a:pt x="1" y="4"/>
                  </a:moveTo>
                  <a:cubicBezTo>
                    <a:pt x="1" y="5"/>
                    <a:pt x="0" y="6"/>
                    <a:pt x="0" y="8"/>
                  </a:cubicBezTo>
                  <a:cubicBezTo>
                    <a:pt x="25" y="8"/>
                    <a:pt x="25" y="8"/>
                    <a:pt x="25" y="8"/>
                  </a:cubicBezTo>
                  <a:cubicBezTo>
                    <a:pt x="27" y="8"/>
                    <a:pt x="29" y="6"/>
                    <a:pt x="29" y="4"/>
                  </a:cubicBezTo>
                  <a:cubicBezTo>
                    <a:pt x="29" y="2"/>
                    <a:pt x="27" y="0"/>
                    <a:pt x="25" y="0"/>
                  </a:cubicBezTo>
                  <a:cubicBezTo>
                    <a:pt x="0" y="0"/>
                    <a:pt x="0" y="0"/>
                    <a:pt x="0" y="0"/>
                  </a:cubicBezTo>
                  <a:cubicBezTo>
                    <a:pt x="0" y="1"/>
                    <a:pt x="1" y="2"/>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3" name="Freeform 123"/>
            <p:cNvSpPr>
              <a:spLocks/>
            </p:cNvSpPr>
            <p:nvPr/>
          </p:nvSpPr>
          <p:spPr bwMode="auto">
            <a:xfrm>
              <a:off x="11328400" y="3043238"/>
              <a:ext cx="320675" cy="26988"/>
            </a:xfrm>
            <a:custGeom>
              <a:avLst/>
              <a:gdLst>
                <a:gd name="T0" fmla="*/ 100 w 101"/>
                <a:gd name="T1" fmla="*/ 4 h 8"/>
                <a:gd name="T2" fmla="*/ 101 w 101"/>
                <a:gd name="T3" fmla="*/ 0 h 8"/>
                <a:gd name="T4" fmla="*/ 4 w 101"/>
                <a:gd name="T5" fmla="*/ 0 h 8"/>
                <a:gd name="T6" fmla="*/ 0 w 101"/>
                <a:gd name="T7" fmla="*/ 4 h 8"/>
                <a:gd name="T8" fmla="*/ 4 w 101"/>
                <a:gd name="T9" fmla="*/ 8 h 8"/>
                <a:gd name="T10" fmla="*/ 101 w 101"/>
                <a:gd name="T11" fmla="*/ 8 h 8"/>
                <a:gd name="T12" fmla="*/ 100 w 101"/>
                <a:gd name="T13" fmla="*/ 4 h 8"/>
              </a:gdLst>
              <a:ahLst/>
              <a:cxnLst>
                <a:cxn ang="0">
                  <a:pos x="T0" y="T1"/>
                </a:cxn>
                <a:cxn ang="0">
                  <a:pos x="T2" y="T3"/>
                </a:cxn>
                <a:cxn ang="0">
                  <a:pos x="T4" y="T5"/>
                </a:cxn>
                <a:cxn ang="0">
                  <a:pos x="T6" y="T7"/>
                </a:cxn>
                <a:cxn ang="0">
                  <a:pos x="T8" y="T9"/>
                </a:cxn>
                <a:cxn ang="0">
                  <a:pos x="T10" y="T11"/>
                </a:cxn>
                <a:cxn ang="0">
                  <a:pos x="T12" y="T13"/>
                </a:cxn>
              </a:cxnLst>
              <a:rect l="0" t="0" r="r" b="b"/>
              <a:pathLst>
                <a:path w="101" h="8">
                  <a:moveTo>
                    <a:pt x="100" y="4"/>
                  </a:moveTo>
                  <a:cubicBezTo>
                    <a:pt x="100" y="2"/>
                    <a:pt x="100" y="1"/>
                    <a:pt x="101" y="0"/>
                  </a:cubicBezTo>
                  <a:cubicBezTo>
                    <a:pt x="4" y="0"/>
                    <a:pt x="4" y="0"/>
                    <a:pt x="4" y="0"/>
                  </a:cubicBezTo>
                  <a:cubicBezTo>
                    <a:pt x="2" y="0"/>
                    <a:pt x="0" y="2"/>
                    <a:pt x="0" y="4"/>
                  </a:cubicBezTo>
                  <a:cubicBezTo>
                    <a:pt x="0" y="6"/>
                    <a:pt x="2" y="8"/>
                    <a:pt x="4" y="8"/>
                  </a:cubicBezTo>
                  <a:cubicBezTo>
                    <a:pt x="101" y="8"/>
                    <a:pt x="101" y="8"/>
                    <a:pt x="101" y="8"/>
                  </a:cubicBezTo>
                  <a:cubicBezTo>
                    <a:pt x="100" y="6"/>
                    <a:pt x="100" y="5"/>
                    <a:pt x="10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4" name="Freeform 124"/>
            <p:cNvSpPr>
              <a:spLocks/>
            </p:cNvSpPr>
            <p:nvPr/>
          </p:nvSpPr>
          <p:spPr bwMode="auto">
            <a:xfrm>
              <a:off x="11566525" y="3222625"/>
              <a:ext cx="269875" cy="25400"/>
            </a:xfrm>
            <a:custGeom>
              <a:avLst/>
              <a:gdLst>
                <a:gd name="T0" fmla="*/ 1 w 85"/>
                <a:gd name="T1" fmla="*/ 4 h 8"/>
                <a:gd name="T2" fmla="*/ 0 w 85"/>
                <a:gd name="T3" fmla="*/ 8 h 8"/>
                <a:gd name="T4" fmla="*/ 81 w 85"/>
                <a:gd name="T5" fmla="*/ 8 h 8"/>
                <a:gd name="T6" fmla="*/ 85 w 85"/>
                <a:gd name="T7" fmla="*/ 4 h 8"/>
                <a:gd name="T8" fmla="*/ 81 w 85"/>
                <a:gd name="T9" fmla="*/ 0 h 8"/>
                <a:gd name="T10" fmla="*/ 0 w 85"/>
                <a:gd name="T11" fmla="*/ 0 h 8"/>
                <a:gd name="T12" fmla="*/ 1 w 85"/>
                <a:gd name="T13" fmla="*/ 4 h 8"/>
              </a:gdLst>
              <a:ahLst/>
              <a:cxnLst>
                <a:cxn ang="0">
                  <a:pos x="T0" y="T1"/>
                </a:cxn>
                <a:cxn ang="0">
                  <a:pos x="T2" y="T3"/>
                </a:cxn>
                <a:cxn ang="0">
                  <a:pos x="T4" y="T5"/>
                </a:cxn>
                <a:cxn ang="0">
                  <a:pos x="T6" y="T7"/>
                </a:cxn>
                <a:cxn ang="0">
                  <a:pos x="T8" y="T9"/>
                </a:cxn>
                <a:cxn ang="0">
                  <a:pos x="T10" y="T11"/>
                </a:cxn>
                <a:cxn ang="0">
                  <a:pos x="T12" y="T13"/>
                </a:cxn>
              </a:cxnLst>
              <a:rect l="0" t="0" r="r" b="b"/>
              <a:pathLst>
                <a:path w="85" h="8">
                  <a:moveTo>
                    <a:pt x="1" y="4"/>
                  </a:moveTo>
                  <a:cubicBezTo>
                    <a:pt x="1" y="6"/>
                    <a:pt x="1" y="7"/>
                    <a:pt x="0" y="8"/>
                  </a:cubicBezTo>
                  <a:cubicBezTo>
                    <a:pt x="81" y="8"/>
                    <a:pt x="81" y="8"/>
                    <a:pt x="81" y="8"/>
                  </a:cubicBezTo>
                  <a:cubicBezTo>
                    <a:pt x="83" y="8"/>
                    <a:pt x="85" y="6"/>
                    <a:pt x="85" y="4"/>
                  </a:cubicBezTo>
                  <a:cubicBezTo>
                    <a:pt x="85" y="2"/>
                    <a:pt x="83" y="0"/>
                    <a:pt x="81" y="0"/>
                  </a:cubicBezTo>
                  <a:cubicBezTo>
                    <a:pt x="0" y="0"/>
                    <a:pt x="0" y="0"/>
                    <a:pt x="0" y="0"/>
                  </a:cubicBezTo>
                  <a:cubicBezTo>
                    <a:pt x="1" y="1"/>
                    <a:pt x="1" y="3"/>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5" name="Freeform 125"/>
            <p:cNvSpPr>
              <a:spLocks/>
            </p:cNvSpPr>
            <p:nvPr/>
          </p:nvSpPr>
          <p:spPr bwMode="auto">
            <a:xfrm>
              <a:off x="11328400" y="3222625"/>
              <a:ext cx="142875" cy="25400"/>
            </a:xfrm>
            <a:custGeom>
              <a:avLst/>
              <a:gdLst>
                <a:gd name="T0" fmla="*/ 44 w 45"/>
                <a:gd name="T1" fmla="*/ 4 h 8"/>
                <a:gd name="T2" fmla="*/ 45 w 45"/>
                <a:gd name="T3" fmla="*/ 0 h 8"/>
                <a:gd name="T4" fmla="*/ 4 w 45"/>
                <a:gd name="T5" fmla="*/ 0 h 8"/>
                <a:gd name="T6" fmla="*/ 0 w 45"/>
                <a:gd name="T7" fmla="*/ 4 h 8"/>
                <a:gd name="T8" fmla="*/ 4 w 45"/>
                <a:gd name="T9" fmla="*/ 8 h 8"/>
                <a:gd name="T10" fmla="*/ 45 w 45"/>
                <a:gd name="T11" fmla="*/ 8 h 8"/>
                <a:gd name="T12" fmla="*/ 44 w 45"/>
                <a:gd name="T13" fmla="*/ 4 h 8"/>
              </a:gdLst>
              <a:ahLst/>
              <a:cxnLst>
                <a:cxn ang="0">
                  <a:pos x="T0" y="T1"/>
                </a:cxn>
                <a:cxn ang="0">
                  <a:pos x="T2" y="T3"/>
                </a:cxn>
                <a:cxn ang="0">
                  <a:pos x="T4" y="T5"/>
                </a:cxn>
                <a:cxn ang="0">
                  <a:pos x="T6" y="T7"/>
                </a:cxn>
                <a:cxn ang="0">
                  <a:pos x="T8" y="T9"/>
                </a:cxn>
                <a:cxn ang="0">
                  <a:pos x="T10" y="T11"/>
                </a:cxn>
                <a:cxn ang="0">
                  <a:pos x="T12" y="T13"/>
                </a:cxn>
              </a:cxnLst>
              <a:rect l="0" t="0" r="r" b="b"/>
              <a:pathLst>
                <a:path w="45" h="8">
                  <a:moveTo>
                    <a:pt x="44" y="4"/>
                  </a:moveTo>
                  <a:cubicBezTo>
                    <a:pt x="44" y="3"/>
                    <a:pt x="45" y="1"/>
                    <a:pt x="45" y="0"/>
                  </a:cubicBezTo>
                  <a:cubicBezTo>
                    <a:pt x="4" y="0"/>
                    <a:pt x="4" y="0"/>
                    <a:pt x="4" y="0"/>
                  </a:cubicBezTo>
                  <a:cubicBezTo>
                    <a:pt x="2" y="0"/>
                    <a:pt x="0" y="2"/>
                    <a:pt x="0" y="4"/>
                  </a:cubicBezTo>
                  <a:cubicBezTo>
                    <a:pt x="0" y="6"/>
                    <a:pt x="2" y="8"/>
                    <a:pt x="4" y="8"/>
                  </a:cubicBezTo>
                  <a:cubicBezTo>
                    <a:pt x="45" y="8"/>
                    <a:pt x="45" y="8"/>
                    <a:pt x="45" y="8"/>
                  </a:cubicBezTo>
                  <a:cubicBezTo>
                    <a:pt x="45" y="7"/>
                    <a:pt x="44" y="6"/>
                    <a:pt x="4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6" name="Freeform 126"/>
            <p:cNvSpPr>
              <a:spLocks noEditPoints="1"/>
            </p:cNvSpPr>
            <p:nvPr/>
          </p:nvSpPr>
          <p:spPr bwMode="auto">
            <a:xfrm>
              <a:off x="11391900" y="2817813"/>
              <a:ext cx="114300" cy="114300"/>
            </a:xfrm>
            <a:custGeom>
              <a:avLst/>
              <a:gdLst>
                <a:gd name="T0" fmla="*/ 18 w 36"/>
                <a:gd name="T1" fmla="*/ 36 h 36"/>
                <a:gd name="T2" fmla="*/ 0 w 36"/>
                <a:gd name="T3" fmla="*/ 18 h 36"/>
                <a:gd name="T4" fmla="*/ 18 w 36"/>
                <a:gd name="T5" fmla="*/ 0 h 36"/>
                <a:gd name="T6" fmla="*/ 36 w 36"/>
                <a:gd name="T7" fmla="*/ 18 h 36"/>
                <a:gd name="T8" fmla="*/ 18 w 36"/>
                <a:gd name="T9" fmla="*/ 36 h 36"/>
                <a:gd name="T10" fmla="*/ 18 w 36"/>
                <a:gd name="T11" fmla="*/ 4 h 36"/>
                <a:gd name="T12" fmla="*/ 4 w 36"/>
                <a:gd name="T13" fmla="*/ 18 h 36"/>
                <a:gd name="T14" fmla="*/ 18 w 36"/>
                <a:gd name="T15" fmla="*/ 32 h 36"/>
                <a:gd name="T16" fmla="*/ 32 w 36"/>
                <a:gd name="T17" fmla="*/ 18 h 36"/>
                <a:gd name="T18" fmla="*/ 18 w 36"/>
                <a:gd name="T19" fmla="*/ 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6">
                  <a:moveTo>
                    <a:pt x="18" y="36"/>
                  </a:moveTo>
                  <a:cubicBezTo>
                    <a:pt x="8" y="36"/>
                    <a:pt x="0" y="28"/>
                    <a:pt x="0" y="18"/>
                  </a:cubicBezTo>
                  <a:cubicBezTo>
                    <a:pt x="0" y="8"/>
                    <a:pt x="8" y="0"/>
                    <a:pt x="18" y="0"/>
                  </a:cubicBezTo>
                  <a:cubicBezTo>
                    <a:pt x="28" y="0"/>
                    <a:pt x="36" y="8"/>
                    <a:pt x="36" y="18"/>
                  </a:cubicBezTo>
                  <a:cubicBezTo>
                    <a:pt x="36" y="28"/>
                    <a:pt x="28" y="36"/>
                    <a:pt x="18" y="36"/>
                  </a:cubicBezTo>
                  <a:close/>
                  <a:moveTo>
                    <a:pt x="18" y="4"/>
                  </a:moveTo>
                  <a:cubicBezTo>
                    <a:pt x="11" y="4"/>
                    <a:pt x="4" y="10"/>
                    <a:pt x="4" y="18"/>
                  </a:cubicBezTo>
                  <a:cubicBezTo>
                    <a:pt x="4" y="26"/>
                    <a:pt x="11" y="32"/>
                    <a:pt x="18" y="32"/>
                  </a:cubicBezTo>
                  <a:cubicBezTo>
                    <a:pt x="26" y="32"/>
                    <a:pt x="32" y="26"/>
                    <a:pt x="32" y="18"/>
                  </a:cubicBezTo>
                  <a:cubicBezTo>
                    <a:pt x="32" y="10"/>
                    <a:pt x="26" y="4"/>
                    <a:pt x="1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7" name="Freeform 127"/>
            <p:cNvSpPr>
              <a:spLocks noEditPoints="1"/>
            </p:cNvSpPr>
            <p:nvPr/>
          </p:nvSpPr>
          <p:spPr bwMode="auto">
            <a:xfrm>
              <a:off x="11639550" y="2998788"/>
              <a:ext cx="114300" cy="112713"/>
            </a:xfrm>
            <a:custGeom>
              <a:avLst/>
              <a:gdLst>
                <a:gd name="T0" fmla="*/ 18 w 36"/>
                <a:gd name="T1" fmla="*/ 35 h 35"/>
                <a:gd name="T2" fmla="*/ 0 w 36"/>
                <a:gd name="T3" fmla="*/ 18 h 35"/>
                <a:gd name="T4" fmla="*/ 18 w 36"/>
                <a:gd name="T5" fmla="*/ 0 h 35"/>
                <a:gd name="T6" fmla="*/ 36 w 36"/>
                <a:gd name="T7" fmla="*/ 18 h 35"/>
                <a:gd name="T8" fmla="*/ 18 w 36"/>
                <a:gd name="T9" fmla="*/ 35 h 35"/>
                <a:gd name="T10" fmla="*/ 18 w 36"/>
                <a:gd name="T11" fmla="*/ 4 h 35"/>
                <a:gd name="T12" fmla="*/ 4 w 36"/>
                <a:gd name="T13" fmla="*/ 18 h 35"/>
                <a:gd name="T14" fmla="*/ 18 w 36"/>
                <a:gd name="T15" fmla="*/ 31 h 35"/>
                <a:gd name="T16" fmla="*/ 32 w 36"/>
                <a:gd name="T17" fmla="*/ 18 h 35"/>
                <a:gd name="T18" fmla="*/ 18 w 36"/>
                <a:gd name="T19" fmla="*/ 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5">
                  <a:moveTo>
                    <a:pt x="18" y="35"/>
                  </a:moveTo>
                  <a:cubicBezTo>
                    <a:pt x="8" y="35"/>
                    <a:pt x="0" y="27"/>
                    <a:pt x="0" y="18"/>
                  </a:cubicBezTo>
                  <a:cubicBezTo>
                    <a:pt x="0" y="8"/>
                    <a:pt x="8" y="0"/>
                    <a:pt x="18" y="0"/>
                  </a:cubicBezTo>
                  <a:cubicBezTo>
                    <a:pt x="28" y="0"/>
                    <a:pt x="36" y="8"/>
                    <a:pt x="36" y="18"/>
                  </a:cubicBezTo>
                  <a:cubicBezTo>
                    <a:pt x="36" y="27"/>
                    <a:pt x="28" y="35"/>
                    <a:pt x="18" y="35"/>
                  </a:cubicBezTo>
                  <a:close/>
                  <a:moveTo>
                    <a:pt x="18" y="4"/>
                  </a:moveTo>
                  <a:cubicBezTo>
                    <a:pt x="10" y="4"/>
                    <a:pt x="4" y="10"/>
                    <a:pt x="4" y="18"/>
                  </a:cubicBezTo>
                  <a:cubicBezTo>
                    <a:pt x="4" y="25"/>
                    <a:pt x="10" y="31"/>
                    <a:pt x="18" y="31"/>
                  </a:cubicBezTo>
                  <a:cubicBezTo>
                    <a:pt x="25" y="31"/>
                    <a:pt x="32" y="25"/>
                    <a:pt x="32" y="18"/>
                  </a:cubicBezTo>
                  <a:cubicBezTo>
                    <a:pt x="32" y="10"/>
                    <a:pt x="25" y="4"/>
                    <a:pt x="1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8" name="Freeform 128"/>
            <p:cNvSpPr>
              <a:spLocks noEditPoints="1"/>
            </p:cNvSpPr>
            <p:nvPr/>
          </p:nvSpPr>
          <p:spPr bwMode="auto">
            <a:xfrm>
              <a:off x="11461750" y="3178175"/>
              <a:ext cx="114300" cy="114300"/>
            </a:xfrm>
            <a:custGeom>
              <a:avLst/>
              <a:gdLst>
                <a:gd name="T0" fmla="*/ 18 w 36"/>
                <a:gd name="T1" fmla="*/ 36 h 36"/>
                <a:gd name="T2" fmla="*/ 0 w 36"/>
                <a:gd name="T3" fmla="*/ 18 h 36"/>
                <a:gd name="T4" fmla="*/ 18 w 36"/>
                <a:gd name="T5" fmla="*/ 0 h 36"/>
                <a:gd name="T6" fmla="*/ 36 w 36"/>
                <a:gd name="T7" fmla="*/ 18 h 36"/>
                <a:gd name="T8" fmla="*/ 18 w 36"/>
                <a:gd name="T9" fmla="*/ 36 h 36"/>
                <a:gd name="T10" fmla="*/ 18 w 36"/>
                <a:gd name="T11" fmla="*/ 4 h 36"/>
                <a:gd name="T12" fmla="*/ 4 w 36"/>
                <a:gd name="T13" fmla="*/ 18 h 36"/>
                <a:gd name="T14" fmla="*/ 18 w 36"/>
                <a:gd name="T15" fmla="*/ 32 h 36"/>
                <a:gd name="T16" fmla="*/ 32 w 36"/>
                <a:gd name="T17" fmla="*/ 18 h 36"/>
                <a:gd name="T18" fmla="*/ 18 w 36"/>
                <a:gd name="T19" fmla="*/ 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6">
                  <a:moveTo>
                    <a:pt x="18" y="36"/>
                  </a:moveTo>
                  <a:cubicBezTo>
                    <a:pt x="8" y="36"/>
                    <a:pt x="0" y="28"/>
                    <a:pt x="0" y="18"/>
                  </a:cubicBezTo>
                  <a:cubicBezTo>
                    <a:pt x="0" y="8"/>
                    <a:pt x="8" y="0"/>
                    <a:pt x="18" y="0"/>
                  </a:cubicBezTo>
                  <a:cubicBezTo>
                    <a:pt x="28" y="0"/>
                    <a:pt x="36" y="8"/>
                    <a:pt x="36" y="18"/>
                  </a:cubicBezTo>
                  <a:cubicBezTo>
                    <a:pt x="36" y="28"/>
                    <a:pt x="28" y="36"/>
                    <a:pt x="18" y="36"/>
                  </a:cubicBezTo>
                  <a:close/>
                  <a:moveTo>
                    <a:pt x="18" y="4"/>
                  </a:moveTo>
                  <a:cubicBezTo>
                    <a:pt x="11" y="4"/>
                    <a:pt x="4" y="10"/>
                    <a:pt x="4" y="18"/>
                  </a:cubicBezTo>
                  <a:cubicBezTo>
                    <a:pt x="4" y="26"/>
                    <a:pt x="11" y="32"/>
                    <a:pt x="18" y="32"/>
                  </a:cubicBezTo>
                  <a:cubicBezTo>
                    <a:pt x="26" y="32"/>
                    <a:pt x="32" y="26"/>
                    <a:pt x="32" y="18"/>
                  </a:cubicBezTo>
                  <a:cubicBezTo>
                    <a:pt x="32" y="10"/>
                    <a:pt x="26" y="4"/>
                    <a:pt x="1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879" name="组合 878"/>
          <p:cNvGrpSpPr/>
          <p:nvPr/>
        </p:nvGrpSpPr>
        <p:grpSpPr>
          <a:xfrm>
            <a:off x="5389969" y="4847360"/>
            <a:ext cx="370201" cy="348010"/>
            <a:chOff x="8858250" y="2773363"/>
            <a:chExt cx="582613" cy="547688"/>
          </a:xfrm>
          <a:solidFill>
            <a:srgbClr val="707E84"/>
          </a:solidFill>
        </p:grpSpPr>
        <p:sp>
          <p:nvSpPr>
            <p:cNvPr id="880" name="Freeform 137"/>
            <p:cNvSpPr>
              <a:spLocks noEditPoints="1"/>
            </p:cNvSpPr>
            <p:nvPr/>
          </p:nvSpPr>
          <p:spPr bwMode="auto">
            <a:xfrm>
              <a:off x="8943975" y="2773363"/>
              <a:ext cx="282575" cy="206375"/>
            </a:xfrm>
            <a:custGeom>
              <a:avLst/>
              <a:gdLst>
                <a:gd name="T0" fmla="*/ 40 w 89"/>
                <a:gd name="T1" fmla="*/ 4 h 65"/>
                <a:gd name="T2" fmla="*/ 77 w 89"/>
                <a:gd name="T3" fmla="*/ 20 h 65"/>
                <a:gd name="T4" fmla="*/ 83 w 89"/>
                <a:gd name="T5" fmla="*/ 26 h 65"/>
                <a:gd name="T6" fmla="*/ 49 w 89"/>
                <a:gd name="T7" fmla="*/ 60 h 65"/>
                <a:gd name="T8" fmla="*/ 6 w 89"/>
                <a:gd name="T9" fmla="*/ 17 h 65"/>
                <a:gd name="T10" fmla="*/ 40 w 89"/>
                <a:gd name="T11" fmla="*/ 4 h 65"/>
                <a:gd name="T12" fmla="*/ 40 w 89"/>
                <a:gd name="T13" fmla="*/ 0 h 65"/>
                <a:gd name="T14" fmla="*/ 0 w 89"/>
                <a:gd name="T15" fmla="*/ 16 h 65"/>
                <a:gd name="T16" fmla="*/ 49 w 89"/>
                <a:gd name="T17" fmla="*/ 65 h 65"/>
                <a:gd name="T18" fmla="*/ 89 w 89"/>
                <a:gd name="T19" fmla="*/ 26 h 65"/>
                <a:gd name="T20" fmla="*/ 80 w 89"/>
                <a:gd name="T21" fmla="*/ 17 h 65"/>
                <a:gd name="T22" fmla="*/ 40 w 89"/>
                <a:gd name="T23"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9" h="65">
                  <a:moveTo>
                    <a:pt x="40" y="4"/>
                  </a:moveTo>
                  <a:cubicBezTo>
                    <a:pt x="54" y="4"/>
                    <a:pt x="67" y="10"/>
                    <a:pt x="77" y="20"/>
                  </a:cubicBezTo>
                  <a:cubicBezTo>
                    <a:pt x="83" y="26"/>
                    <a:pt x="83" y="26"/>
                    <a:pt x="83" y="26"/>
                  </a:cubicBezTo>
                  <a:cubicBezTo>
                    <a:pt x="49" y="60"/>
                    <a:pt x="49" y="60"/>
                    <a:pt x="49" y="60"/>
                  </a:cubicBezTo>
                  <a:cubicBezTo>
                    <a:pt x="6" y="17"/>
                    <a:pt x="6" y="17"/>
                    <a:pt x="6" y="17"/>
                  </a:cubicBezTo>
                  <a:cubicBezTo>
                    <a:pt x="15" y="9"/>
                    <a:pt x="27" y="4"/>
                    <a:pt x="40" y="4"/>
                  </a:cubicBezTo>
                  <a:moveTo>
                    <a:pt x="40" y="0"/>
                  </a:moveTo>
                  <a:cubicBezTo>
                    <a:pt x="25" y="0"/>
                    <a:pt x="11" y="6"/>
                    <a:pt x="0" y="16"/>
                  </a:cubicBezTo>
                  <a:cubicBezTo>
                    <a:pt x="49" y="65"/>
                    <a:pt x="49" y="65"/>
                    <a:pt x="49" y="65"/>
                  </a:cubicBezTo>
                  <a:cubicBezTo>
                    <a:pt x="89" y="26"/>
                    <a:pt x="89" y="26"/>
                    <a:pt x="89" y="26"/>
                  </a:cubicBezTo>
                  <a:cubicBezTo>
                    <a:pt x="80" y="17"/>
                    <a:pt x="80" y="17"/>
                    <a:pt x="80" y="17"/>
                  </a:cubicBezTo>
                  <a:cubicBezTo>
                    <a:pt x="69" y="6"/>
                    <a:pt x="54" y="0"/>
                    <a:pt x="4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1" name="Freeform 138"/>
            <p:cNvSpPr>
              <a:spLocks noEditPoints="1"/>
            </p:cNvSpPr>
            <p:nvPr/>
          </p:nvSpPr>
          <p:spPr bwMode="auto">
            <a:xfrm>
              <a:off x="8972550" y="2871788"/>
              <a:ext cx="468313" cy="449263"/>
            </a:xfrm>
            <a:custGeom>
              <a:avLst/>
              <a:gdLst>
                <a:gd name="T0" fmla="*/ 85 w 147"/>
                <a:gd name="T1" fmla="*/ 11 h 141"/>
                <a:gd name="T2" fmla="*/ 119 w 147"/>
                <a:gd name="T3" fmla="*/ 45 h 141"/>
                <a:gd name="T4" fmla="*/ 133 w 147"/>
                <a:gd name="T5" fmla="*/ 80 h 141"/>
                <a:gd name="T6" fmla="*/ 119 w 147"/>
                <a:gd name="T7" fmla="*/ 115 h 141"/>
                <a:gd name="T8" fmla="*/ 115 w 147"/>
                <a:gd name="T9" fmla="*/ 119 h 141"/>
                <a:gd name="T10" fmla="*/ 80 w 147"/>
                <a:gd name="T11" fmla="*/ 133 h 141"/>
                <a:gd name="T12" fmla="*/ 46 w 147"/>
                <a:gd name="T13" fmla="*/ 119 h 141"/>
                <a:gd name="T14" fmla="*/ 12 w 147"/>
                <a:gd name="T15" fmla="*/ 85 h 141"/>
                <a:gd name="T16" fmla="*/ 85 w 147"/>
                <a:gd name="T17" fmla="*/ 11 h 141"/>
                <a:gd name="T18" fmla="*/ 85 w 147"/>
                <a:gd name="T19" fmla="*/ 0 h 141"/>
                <a:gd name="T20" fmla="*/ 0 w 147"/>
                <a:gd name="T21" fmla="*/ 85 h 141"/>
                <a:gd name="T22" fmla="*/ 40 w 147"/>
                <a:gd name="T23" fmla="*/ 124 h 141"/>
                <a:gd name="T24" fmla="*/ 80 w 147"/>
                <a:gd name="T25" fmla="*/ 141 h 141"/>
                <a:gd name="T26" fmla="*/ 121 w 147"/>
                <a:gd name="T27" fmla="*/ 124 h 141"/>
                <a:gd name="T28" fmla="*/ 125 w 147"/>
                <a:gd name="T29" fmla="*/ 120 h 141"/>
                <a:gd name="T30" fmla="*/ 125 w 147"/>
                <a:gd name="T31" fmla="*/ 40 h 141"/>
                <a:gd name="T32" fmla="*/ 85 w 147"/>
                <a:gd name="T33"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7" h="141">
                  <a:moveTo>
                    <a:pt x="85" y="11"/>
                  </a:moveTo>
                  <a:cubicBezTo>
                    <a:pt x="119" y="45"/>
                    <a:pt x="119" y="45"/>
                    <a:pt x="119" y="45"/>
                  </a:cubicBezTo>
                  <a:cubicBezTo>
                    <a:pt x="128" y="55"/>
                    <a:pt x="133" y="67"/>
                    <a:pt x="133" y="80"/>
                  </a:cubicBezTo>
                  <a:cubicBezTo>
                    <a:pt x="133" y="93"/>
                    <a:pt x="128" y="105"/>
                    <a:pt x="119" y="115"/>
                  </a:cubicBezTo>
                  <a:cubicBezTo>
                    <a:pt x="115" y="119"/>
                    <a:pt x="115" y="119"/>
                    <a:pt x="115" y="119"/>
                  </a:cubicBezTo>
                  <a:cubicBezTo>
                    <a:pt x="106" y="128"/>
                    <a:pt x="93" y="133"/>
                    <a:pt x="80" y="133"/>
                  </a:cubicBezTo>
                  <a:cubicBezTo>
                    <a:pt x="67" y="133"/>
                    <a:pt x="55" y="128"/>
                    <a:pt x="46" y="119"/>
                  </a:cubicBezTo>
                  <a:cubicBezTo>
                    <a:pt x="12" y="85"/>
                    <a:pt x="12" y="85"/>
                    <a:pt x="12" y="85"/>
                  </a:cubicBezTo>
                  <a:cubicBezTo>
                    <a:pt x="85" y="11"/>
                    <a:pt x="85" y="11"/>
                    <a:pt x="85" y="11"/>
                  </a:cubicBezTo>
                  <a:moveTo>
                    <a:pt x="85" y="0"/>
                  </a:moveTo>
                  <a:cubicBezTo>
                    <a:pt x="0" y="85"/>
                    <a:pt x="0" y="85"/>
                    <a:pt x="0" y="85"/>
                  </a:cubicBezTo>
                  <a:cubicBezTo>
                    <a:pt x="40" y="124"/>
                    <a:pt x="40" y="124"/>
                    <a:pt x="40" y="124"/>
                  </a:cubicBezTo>
                  <a:cubicBezTo>
                    <a:pt x="51" y="135"/>
                    <a:pt x="66" y="141"/>
                    <a:pt x="80" y="141"/>
                  </a:cubicBezTo>
                  <a:cubicBezTo>
                    <a:pt x="95" y="141"/>
                    <a:pt x="109" y="135"/>
                    <a:pt x="121" y="124"/>
                  </a:cubicBezTo>
                  <a:cubicBezTo>
                    <a:pt x="125" y="120"/>
                    <a:pt x="125" y="120"/>
                    <a:pt x="125" y="120"/>
                  </a:cubicBezTo>
                  <a:cubicBezTo>
                    <a:pt x="147" y="98"/>
                    <a:pt x="147" y="62"/>
                    <a:pt x="125" y="40"/>
                  </a:cubicBezTo>
                  <a:cubicBezTo>
                    <a:pt x="85" y="0"/>
                    <a:pt x="85" y="0"/>
                    <a:pt x="8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2" name="Freeform 139"/>
            <p:cNvSpPr>
              <a:spLocks noEditPoints="1"/>
            </p:cNvSpPr>
            <p:nvPr/>
          </p:nvSpPr>
          <p:spPr bwMode="auto">
            <a:xfrm>
              <a:off x="8858250" y="2843213"/>
              <a:ext cx="225425" cy="280988"/>
            </a:xfrm>
            <a:custGeom>
              <a:avLst/>
              <a:gdLst>
                <a:gd name="T0" fmla="*/ 22 w 71"/>
                <a:gd name="T1" fmla="*/ 6 h 88"/>
                <a:gd name="T2" fmla="*/ 65 w 71"/>
                <a:gd name="T3" fmla="*/ 49 h 88"/>
                <a:gd name="T4" fmla="*/ 31 w 71"/>
                <a:gd name="T5" fmla="*/ 83 h 88"/>
                <a:gd name="T6" fmla="*/ 25 w 71"/>
                <a:gd name="T7" fmla="*/ 77 h 88"/>
                <a:gd name="T8" fmla="*/ 22 w 71"/>
                <a:gd name="T9" fmla="*/ 6 h 88"/>
                <a:gd name="T10" fmla="*/ 22 w 71"/>
                <a:gd name="T11" fmla="*/ 0 h 88"/>
                <a:gd name="T12" fmla="*/ 22 w 71"/>
                <a:gd name="T13" fmla="*/ 80 h 88"/>
                <a:gd name="T14" fmla="*/ 31 w 71"/>
                <a:gd name="T15" fmla="*/ 88 h 88"/>
                <a:gd name="T16" fmla="*/ 71 w 71"/>
                <a:gd name="T17" fmla="*/ 49 h 88"/>
                <a:gd name="T18" fmla="*/ 22 w 71"/>
                <a:gd name="T19"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 h="88">
                  <a:moveTo>
                    <a:pt x="22" y="6"/>
                  </a:moveTo>
                  <a:cubicBezTo>
                    <a:pt x="65" y="49"/>
                    <a:pt x="65" y="49"/>
                    <a:pt x="65" y="49"/>
                  </a:cubicBezTo>
                  <a:cubicBezTo>
                    <a:pt x="31" y="83"/>
                    <a:pt x="31" y="83"/>
                    <a:pt x="31" y="83"/>
                  </a:cubicBezTo>
                  <a:cubicBezTo>
                    <a:pt x="25" y="77"/>
                    <a:pt x="25" y="77"/>
                    <a:pt x="25" y="77"/>
                  </a:cubicBezTo>
                  <a:cubicBezTo>
                    <a:pt x="6" y="57"/>
                    <a:pt x="5" y="26"/>
                    <a:pt x="22" y="6"/>
                  </a:cubicBezTo>
                  <a:moveTo>
                    <a:pt x="22" y="0"/>
                  </a:moveTo>
                  <a:cubicBezTo>
                    <a:pt x="0" y="22"/>
                    <a:pt x="0" y="58"/>
                    <a:pt x="22" y="80"/>
                  </a:cubicBezTo>
                  <a:cubicBezTo>
                    <a:pt x="31" y="88"/>
                    <a:pt x="31" y="88"/>
                    <a:pt x="31" y="88"/>
                  </a:cubicBezTo>
                  <a:cubicBezTo>
                    <a:pt x="71" y="49"/>
                    <a:pt x="71" y="49"/>
                    <a:pt x="71" y="49"/>
                  </a:cubicBezTo>
                  <a:cubicBezTo>
                    <a:pt x="22" y="0"/>
                    <a:pt x="22" y="0"/>
                    <a:pt x="2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883" name="组合 882"/>
          <p:cNvGrpSpPr/>
          <p:nvPr/>
        </p:nvGrpSpPr>
        <p:grpSpPr>
          <a:xfrm>
            <a:off x="4942602" y="4835256"/>
            <a:ext cx="370201" cy="372219"/>
            <a:chOff x="8855075" y="3976688"/>
            <a:chExt cx="582613" cy="585788"/>
          </a:xfrm>
          <a:solidFill>
            <a:srgbClr val="707E84"/>
          </a:solidFill>
        </p:grpSpPr>
        <p:sp>
          <p:nvSpPr>
            <p:cNvPr id="884" name="Freeform 172"/>
            <p:cNvSpPr>
              <a:spLocks noEditPoints="1"/>
            </p:cNvSpPr>
            <p:nvPr/>
          </p:nvSpPr>
          <p:spPr bwMode="auto">
            <a:xfrm>
              <a:off x="8855075" y="3976688"/>
              <a:ext cx="582613" cy="585788"/>
            </a:xfrm>
            <a:custGeom>
              <a:avLst/>
              <a:gdLst>
                <a:gd name="T0" fmla="*/ 91 w 183"/>
                <a:gd name="T1" fmla="*/ 184 h 184"/>
                <a:gd name="T2" fmla="*/ 27 w 183"/>
                <a:gd name="T3" fmla="*/ 157 h 184"/>
                <a:gd name="T4" fmla="*/ 0 w 183"/>
                <a:gd name="T5" fmla="*/ 92 h 184"/>
                <a:gd name="T6" fmla="*/ 27 w 183"/>
                <a:gd name="T7" fmla="*/ 27 h 184"/>
                <a:gd name="T8" fmla="*/ 91 w 183"/>
                <a:gd name="T9" fmla="*/ 0 h 184"/>
                <a:gd name="T10" fmla="*/ 156 w 183"/>
                <a:gd name="T11" fmla="*/ 27 h 184"/>
                <a:gd name="T12" fmla="*/ 183 w 183"/>
                <a:gd name="T13" fmla="*/ 92 h 184"/>
                <a:gd name="T14" fmla="*/ 156 w 183"/>
                <a:gd name="T15" fmla="*/ 157 h 184"/>
                <a:gd name="T16" fmla="*/ 91 w 183"/>
                <a:gd name="T17" fmla="*/ 184 h 184"/>
                <a:gd name="T18" fmla="*/ 91 w 183"/>
                <a:gd name="T19" fmla="*/ 6 h 184"/>
                <a:gd name="T20" fmla="*/ 31 w 183"/>
                <a:gd name="T21" fmla="*/ 31 h 184"/>
                <a:gd name="T22" fmla="*/ 6 w 183"/>
                <a:gd name="T23" fmla="*/ 92 h 184"/>
                <a:gd name="T24" fmla="*/ 31 w 183"/>
                <a:gd name="T25" fmla="*/ 152 h 184"/>
                <a:gd name="T26" fmla="*/ 91 w 183"/>
                <a:gd name="T27" fmla="*/ 177 h 184"/>
                <a:gd name="T28" fmla="*/ 152 w 183"/>
                <a:gd name="T29" fmla="*/ 152 h 184"/>
                <a:gd name="T30" fmla="*/ 177 w 183"/>
                <a:gd name="T31" fmla="*/ 92 h 184"/>
                <a:gd name="T32" fmla="*/ 152 w 183"/>
                <a:gd name="T33" fmla="*/ 31 h 184"/>
                <a:gd name="T34" fmla="*/ 91 w 183"/>
                <a:gd name="T35" fmla="*/ 6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3" h="184">
                  <a:moveTo>
                    <a:pt x="91" y="184"/>
                  </a:moveTo>
                  <a:cubicBezTo>
                    <a:pt x="67" y="184"/>
                    <a:pt x="44" y="174"/>
                    <a:pt x="27" y="157"/>
                  </a:cubicBezTo>
                  <a:cubicBezTo>
                    <a:pt x="9" y="139"/>
                    <a:pt x="0" y="116"/>
                    <a:pt x="0" y="92"/>
                  </a:cubicBezTo>
                  <a:cubicBezTo>
                    <a:pt x="0" y="67"/>
                    <a:pt x="9" y="44"/>
                    <a:pt x="27" y="27"/>
                  </a:cubicBezTo>
                  <a:cubicBezTo>
                    <a:pt x="44" y="9"/>
                    <a:pt x="67" y="0"/>
                    <a:pt x="91" y="0"/>
                  </a:cubicBezTo>
                  <a:cubicBezTo>
                    <a:pt x="116" y="0"/>
                    <a:pt x="139" y="9"/>
                    <a:pt x="156" y="27"/>
                  </a:cubicBezTo>
                  <a:cubicBezTo>
                    <a:pt x="174" y="44"/>
                    <a:pt x="183" y="67"/>
                    <a:pt x="183" y="92"/>
                  </a:cubicBezTo>
                  <a:cubicBezTo>
                    <a:pt x="183" y="116"/>
                    <a:pt x="174" y="139"/>
                    <a:pt x="156" y="157"/>
                  </a:cubicBezTo>
                  <a:cubicBezTo>
                    <a:pt x="139" y="174"/>
                    <a:pt x="116" y="184"/>
                    <a:pt x="91" y="184"/>
                  </a:cubicBezTo>
                  <a:close/>
                  <a:moveTo>
                    <a:pt x="91" y="6"/>
                  </a:moveTo>
                  <a:cubicBezTo>
                    <a:pt x="69" y="6"/>
                    <a:pt x="47" y="15"/>
                    <a:pt x="31" y="31"/>
                  </a:cubicBezTo>
                  <a:cubicBezTo>
                    <a:pt x="15" y="48"/>
                    <a:pt x="6" y="69"/>
                    <a:pt x="6" y="92"/>
                  </a:cubicBezTo>
                  <a:cubicBezTo>
                    <a:pt x="6" y="114"/>
                    <a:pt x="15" y="136"/>
                    <a:pt x="31" y="152"/>
                  </a:cubicBezTo>
                  <a:cubicBezTo>
                    <a:pt x="47" y="168"/>
                    <a:pt x="69" y="177"/>
                    <a:pt x="91" y="177"/>
                  </a:cubicBezTo>
                  <a:cubicBezTo>
                    <a:pt x="114" y="177"/>
                    <a:pt x="136" y="168"/>
                    <a:pt x="152" y="152"/>
                  </a:cubicBezTo>
                  <a:cubicBezTo>
                    <a:pt x="168" y="136"/>
                    <a:pt x="177" y="114"/>
                    <a:pt x="177" y="92"/>
                  </a:cubicBezTo>
                  <a:cubicBezTo>
                    <a:pt x="177" y="69"/>
                    <a:pt x="168" y="48"/>
                    <a:pt x="152" y="31"/>
                  </a:cubicBezTo>
                  <a:cubicBezTo>
                    <a:pt x="136" y="15"/>
                    <a:pt x="114" y="6"/>
                    <a:pt x="9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5" name="Freeform 173"/>
            <p:cNvSpPr>
              <a:spLocks/>
            </p:cNvSpPr>
            <p:nvPr/>
          </p:nvSpPr>
          <p:spPr bwMode="auto">
            <a:xfrm>
              <a:off x="8940800" y="4062413"/>
              <a:ext cx="411163" cy="412750"/>
            </a:xfrm>
            <a:custGeom>
              <a:avLst/>
              <a:gdLst>
                <a:gd name="T0" fmla="*/ 251 w 259"/>
                <a:gd name="T1" fmla="*/ 260 h 260"/>
                <a:gd name="T2" fmla="*/ 0 w 259"/>
                <a:gd name="T3" fmla="*/ 8 h 260"/>
                <a:gd name="T4" fmla="*/ 8 w 259"/>
                <a:gd name="T5" fmla="*/ 0 h 260"/>
                <a:gd name="T6" fmla="*/ 259 w 259"/>
                <a:gd name="T7" fmla="*/ 250 h 260"/>
                <a:gd name="T8" fmla="*/ 251 w 259"/>
                <a:gd name="T9" fmla="*/ 260 h 260"/>
              </a:gdLst>
              <a:ahLst/>
              <a:cxnLst>
                <a:cxn ang="0">
                  <a:pos x="T0" y="T1"/>
                </a:cxn>
                <a:cxn ang="0">
                  <a:pos x="T2" y="T3"/>
                </a:cxn>
                <a:cxn ang="0">
                  <a:pos x="T4" y="T5"/>
                </a:cxn>
                <a:cxn ang="0">
                  <a:pos x="T6" y="T7"/>
                </a:cxn>
                <a:cxn ang="0">
                  <a:pos x="T8" y="T9"/>
                </a:cxn>
              </a:cxnLst>
              <a:rect l="0" t="0" r="r" b="b"/>
              <a:pathLst>
                <a:path w="259" h="260">
                  <a:moveTo>
                    <a:pt x="251" y="260"/>
                  </a:moveTo>
                  <a:lnTo>
                    <a:pt x="0" y="8"/>
                  </a:lnTo>
                  <a:lnTo>
                    <a:pt x="8" y="0"/>
                  </a:lnTo>
                  <a:lnTo>
                    <a:pt x="259" y="250"/>
                  </a:lnTo>
                  <a:lnTo>
                    <a:pt x="251" y="2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886" name="组合 885"/>
          <p:cNvGrpSpPr/>
          <p:nvPr/>
        </p:nvGrpSpPr>
        <p:grpSpPr>
          <a:xfrm>
            <a:off x="5499635" y="5797464"/>
            <a:ext cx="372218" cy="370201"/>
            <a:chOff x="5192713" y="3979863"/>
            <a:chExt cx="585787" cy="582613"/>
          </a:xfrm>
          <a:solidFill>
            <a:srgbClr val="707E84"/>
          </a:solidFill>
        </p:grpSpPr>
        <p:sp>
          <p:nvSpPr>
            <p:cNvPr id="887" name="Freeform 185"/>
            <p:cNvSpPr>
              <a:spLocks/>
            </p:cNvSpPr>
            <p:nvPr/>
          </p:nvSpPr>
          <p:spPr bwMode="auto">
            <a:xfrm>
              <a:off x="5718175" y="3979863"/>
              <a:ext cx="60325" cy="60325"/>
            </a:xfrm>
            <a:custGeom>
              <a:avLst/>
              <a:gdLst>
                <a:gd name="T0" fmla="*/ 0 w 19"/>
                <a:gd name="T1" fmla="*/ 9 h 19"/>
                <a:gd name="T2" fmla="*/ 10 w 19"/>
                <a:gd name="T3" fmla="*/ 19 h 19"/>
                <a:gd name="T4" fmla="*/ 14 w 19"/>
                <a:gd name="T5" fmla="*/ 5 h 19"/>
                <a:gd name="T6" fmla="*/ 0 w 19"/>
                <a:gd name="T7" fmla="*/ 9 h 19"/>
              </a:gdLst>
              <a:ahLst/>
              <a:cxnLst>
                <a:cxn ang="0">
                  <a:pos x="T0" y="T1"/>
                </a:cxn>
                <a:cxn ang="0">
                  <a:pos x="T2" y="T3"/>
                </a:cxn>
                <a:cxn ang="0">
                  <a:pos x="T4" y="T5"/>
                </a:cxn>
                <a:cxn ang="0">
                  <a:pos x="T6" y="T7"/>
                </a:cxn>
              </a:cxnLst>
              <a:rect l="0" t="0" r="r" b="b"/>
              <a:pathLst>
                <a:path w="19" h="19">
                  <a:moveTo>
                    <a:pt x="0" y="9"/>
                  </a:moveTo>
                  <a:cubicBezTo>
                    <a:pt x="10" y="19"/>
                    <a:pt x="10" y="19"/>
                    <a:pt x="10" y="19"/>
                  </a:cubicBezTo>
                  <a:cubicBezTo>
                    <a:pt x="17" y="12"/>
                    <a:pt x="19" y="10"/>
                    <a:pt x="14" y="5"/>
                  </a:cubicBezTo>
                  <a:cubicBezTo>
                    <a:pt x="9" y="0"/>
                    <a:pt x="7" y="2"/>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8" name="Freeform 186"/>
            <p:cNvSpPr>
              <a:spLocks noEditPoints="1"/>
            </p:cNvSpPr>
            <p:nvPr/>
          </p:nvSpPr>
          <p:spPr bwMode="auto">
            <a:xfrm>
              <a:off x="5383213" y="3998913"/>
              <a:ext cx="373063" cy="371475"/>
            </a:xfrm>
            <a:custGeom>
              <a:avLst/>
              <a:gdLst>
                <a:gd name="T0" fmla="*/ 0 w 235"/>
                <a:gd name="T1" fmla="*/ 234 h 234"/>
                <a:gd name="T2" fmla="*/ 23 w 235"/>
                <a:gd name="T3" fmla="*/ 184 h 234"/>
                <a:gd name="T4" fmla="*/ 207 w 235"/>
                <a:gd name="T5" fmla="*/ 0 h 234"/>
                <a:gd name="T6" fmla="*/ 235 w 235"/>
                <a:gd name="T7" fmla="*/ 30 h 234"/>
                <a:gd name="T8" fmla="*/ 49 w 235"/>
                <a:gd name="T9" fmla="*/ 216 h 234"/>
                <a:gd name="T10" fmla="*/ 0 w 235"/>
                <a:gd name="T11" fmla="*/ 234 h 234"/>
                <a:gd name="T12" fmla="*/ 33 w 235"/>
                <a:gd name="T13" fmla="*/ 194 h 234"/>
                <a:gd name="T14" fmla="*/ 25 w 235"/>
                <a:gd name="T15" fmla="*/ 212 h 234"/>
                <a:gd name="T16" fmla="*/ 43 w 235"/>
                <a:gd name="T17" fmla="*/ 204 h 234"/>
                <a:gd name="T18" fmla="*/ 217 w 235"/>
                <a:gd name="T19" fmla="*/ 30 h 234"/>
                <a:gd name="T20" fmla="*/ 207 w 235"/>
                <a:gd name="T21" fmla="*/ 18 h 234"/>
                <a:gd name="T22" fmla="*/ 33 w 235"/>
                <a:gd name="T23" fmla="*/ 19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5" h="234">
                  <a:moveTo>
                    <a:pt x="0" y="234"/>
                  </a:moveTo>
                  <a:lnTo>
                    <a:pt x="23" y="184"/>
                  </a:lnTo>
                  <a:lnTo>
                    <a:pt x="207" y="0"/>
                  </a:lnTo>
                  <a:lnTo>
                    <a:pt x="235" y="30"/>
                  </a:lnTo>
                  <a:lnTo>
                    <a:pt x="49" y="216"/>
                  </a:lnTo>
                  <a:lnTo>
                    <a:pt x="0" y="234"/>
                  </a:lnTo>
                  <a:close/>
                  <a:moveTo>
                    <a:pt x="33" y="194"/>
                  </a:moveTo>
                  <a:lnTo>
                    <a:pt x="25" y="212"/>
                  </a:lnTo>
                  <a:lnTo>
                    <a:pt x="43" y="204"/>
                  </a:lnTo>
                  <a:lnTo>
                    <a:pt x="217" y="30"/>
                  </a:lnTo>
                  <a:lnTo>
                    <a:pt x="207" y="18"/>
                  </a:lnTo>
                  <a:lnTo>
                    <a:pt x="33" y="19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9" name="Freeform 187"/>
            <p:cNvSpPr>
              <a:spLocks/>
            </p:cNvSpPr>
            <p:nvPr/>
          </p:nvSpPr>
          <p:spPr bwMode="auto">
            <a:xfrm>
              <a:off x="5403850" y="4300538"/>
              <a:ext cx="53975" cy="53975"/>
            </a:xfrm>
            <a:custGeom>
              <a:avLst/>
              <a:gdLst>
                <a:gd name="T0" fmla="*/ 34 w 34"/>
                <a:gd name="T1" fmla="*/ 20 h 34"/>
                <a:gd name="T2" fmla="*/ 0 w 34"/>
                <a:gd name="T3" fmla="*/ 34 h 34"/>
                <a:gd name="T4" fmla="*/ 0 w 34"/>
                <a:gd name="T5" fmla="*/ 34 h 34"/>
                <a:gd name="T6" fmla="*/ 14 w 34"/>
                <a:gd name="T7" fmla="*/ 0 h 34"/>
                <a:gd name="T8" fmla="*/ 34 w 34"/>
                <a:gd name="T9" fmla="*/ 20 h 34"/>
              </a:gdLst>
              <a:ahLst/>
              <a:cxnLst>
                <a:cxn ang="0">
                  <a:pos x="T0" y="T1"/>
                </a:cxn>
                <a:cxn ang="0">
                  <a:pos x="T2" y="T3"/>
                </a:cxn>
                <a:cxn ang="0">
                  <a:pos x="T4" y="T5"/>
                </a:cxn>
                <a:cxn ang="0">
                  <a:pos x="T6" y="T7"/>
                </a:cxn>
                <a:cxn ang="0">
                  <a:pos x="T8" y="T9"/>
                </a:cxn>
              </a:cxnLst>
              <a:rect l="0" t="0" r="r" b="b"/>
              <a:pathLst>
                <a:path w="34" h="34">
                  <a:moveTo>
                    <a:pt x="34" y="20"/>
                  </a:moveTo>
                  <a:lnTo>
                    <a:pt x="0" y="34"/>
                  </a:lnTo>
                  <a:lnTo>
                    <a:pt x="0" y="34"/>
                  </a:lnTo>
                  <a:lnTo>
                    <a:pt x="14" y="0"/>
                  </a:lnTo>
                  <a:lnTo>
                    <a:pt x="34"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0" name="Freeform 188"/>
            <p:cNvSpPr>
              <a:spLocks/>
            </p:cNvSpPr>
            <p:nvPr/>
          </p:nvSpPr>
          <p:spPr bwMode="auto">
            <a:xfrm>
              <a:off x="5192713" y="4116388"/>
              <a:ext cx="446088" cy="446088"/>
            </a:xfrm>
            <a:custGeom>
              <a:avLst/>
              <a:gdLst>
                <a:gd name="T0" fmla="*/ 281 w 281"/>
                <a:gd name="T1" fmla="*/ 281 h 281"/>
                <a:gd name="T2" fmla="*/ 0 w 281"/>
                <a:gd name="T3" fmla="*/ 281 h 281"/>
                <a:gd name="T4" fmla="*/ 0 w 281"/>
                <a:gd name="T5" fmla="*/ 0 h 281"/>
                <a:gd name="T6" fmla="*/ 231 w 281"/>
                <a:gd name="T7" fmla="*/ 0 h 281"/>
                <a:gd name="T8" fmla="*/ 231 w 281"/>
                <a:gd name="T9" fmla="*/ 14 h 281"/>
                <a:gd name="T10" fmla="*/ 14 w 281"/>
                <a:gd name="T11" fmla="*/ 14 h 281"/>
                <a:gd name="T12" fmla="*/ 14 w 281"/>
                <a:gd name="T13" fmla="*/ 267 h 281"/>
                <a:gd name="T14" fmla="*/ 269 w 281"/>
                <a:gd name="T15" fmla="*/ 267 h 281"/>
                <a:gd name="T16" fmla="*/ 269 w 281"/>
                <a:gd name="T17" fmla="*/ 50 h 281"/>
                <a:gd name="T18" fmla="*/ 281 w 281"/>
                <a:gd name="T19" fmla="*/ 50 h 281"/>
                <a:gd name="T20" fmla="*/ 281 w 281"/>
                <a:gd name="T21" fmla="*/ 281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1" h="281">
                  <a:moveTo>
                    <a:pt x="281" y="281"/>
                  </a:moveTo>
                  <a:lnTo>
                    <a:pt x="0" y="281"/>
                  </a:lnTo>
                  <a:lnTo>
                    <a:pt x="0" y="0"/>
                  </a:lnTo>
                  <a:lnTo>
                    <a:pt x="231" y="0"/>
                  </a:lnTo>
                  <a:lnTo>
                    <a:pt x="231" y="14"/>
                  </a:lnTo>
                  <a:lnTo>
                    <a:pt x="14" y="14"/>
                  </a:lnTo>
                  <a:lnTo>
                    <a:pt x="14" y="267"/>
                  </a:lnTo>
                  <a:lnTo>
                    <a:pt x="269" y="267"/>
                  </a:lnTo>
                  <a:lnTo>
                    <a:pt x="269" y="50"/>
                  </a:lnTo>
                  <a:lnTo>
                    <a:pt x="281" y="50"/>
                  </a:lnTo>
                  <a:lnTo>
                    <a:pt x="281" y="2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891" name="组合 890"/>
          <p:cNvGrpSpPr/>
          <p:nvPr/>
        </p:nvGrpSpPr>
        <p:grpSpPr>
          <a:xfrm>
            <a:off x="7303941" y="5375572"/>
            <a:ext cx="387349" cy="288495"/>
            <a:chOff x="1509713" y="5284788"/>
            <a:chExt cx="609600" cy="454025"/>
          </a:xfrm>
          <a:solidFill>
            <a:srgbClr val="707E84"/>
          </a:solidFill>
        </p:grpSpPr>
        <p:sp>
          <p:nvSpPr>
            <p:cNvPr id="892" name="Freeform 204"/>
            <p:cNvSpPr>
              <a:spLocks/>
            </p:cNvSpPr>
            <p:nvPr/>
          </p:nvSpPr>
          <p:spPr bwMode="auto">
            <a:xfrm>
              <a:off x="1509713" y="5284788"/>
              <a:ext cx="609600" cy="339725"/>
            </a:xfrm>
            <a:custGeom>
              <a:avLst/>
              <a:gdLst>
                <a:gd name="T0" fmla="*/ 384 w 384"/>
                <a:gd name="T1" fmla="*/ 214 h 214"/>
                <a:gd name="T2" fmla="*/ 308 w 384"/>
                <a:gd name="T3" fmla="*/ 214 h 214"/>
                <a:gd name="T4" fmla="*/ 308 w 384"/>
                <a:gd name="T5" fmla="*/ 202 h 214"/>
                <a:gd name="T6" fmla="*/ 370 w 384"/>
                <a:gd name="T7" fmla="*/ 202 h 214"/>
                <a:gd name="T8" fmla="*/ 370 w 384"/>
                <a:gd name="T9" fmla="*/ 14 h 214"/>
                <a:gd name="T10" fmla="*/ 12 w 384"/>
                <a:gd name="T11" fmla="*/ 14 h 214"/>
                <a:gd name="T12" fmla="*/ 12 w 384"/>
                <a:gd name="T13" fmla="*/ 202 h 214"/>
                <a:gd name="T14" fmla="*/ 74 w 384"/>
                <a:gd name="T15" fmla="*/ 202 h 214"/>
                <a:gd name="T16" fmla="*/ 74 w 384"/>
                <a:gd name="T17" fmla="*/ 214 h 214"/>
                <a:gd name="T18" fmla="*/ 0 w 384"/>
                <a:gd name="T19" fmla="*/ 214 h 214"/>
                <a:gd name="T20" fmla="*/ 0 w 384"/>
                <a:gd name="T21" fmla="*/ 0 h 214"/>
                <a:gd name="T22" fmla="*/ 384 w 384"/>
                <a:gd name="T23" fmla="*/ 0 h 214"/>
                <a:gd name="T24" fmla="*/ 384 w 384"/>
                <a:gd name="T25" fmla="*/ 214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4" h="214">
                  <a:moveTo>
                    <a:pt x="384" y="214"/>
                  </a:moveTo>
                  <a:lnTo>
                    <a:pt x="308" y="214"/>
                  </a:lnTo>
                  <a:lnTo>
                    <a:pt x="308" y="202"/>
                  </a:lnTo>
                  <a:lnTo>
                    <a:pt x="370" y="202"/>
                  </a:lnTo>
                  <a:lnTo>
                    <a:pt x="370" y="14"/>
                  </a:lnTo>
                  <a:lnTo>
                    <a:pt x="12" y="14"/>
                  </a:lnTo>
                  <a:lnTo>
                    <a:pt x="12" y="202"/>
                  </a:lnTo>
                  <a:lnTo>
                    <a:pt x="74" y="202"/>
                  </a:lnTo>
                  <a:lnTo>
                    <a:pt x="74" y="214"/>
                  </a:lnTo>
                  <a:lnTo>
                    <a:pt x="0" y="214"/>
                  </a:lnTo>
                  <a:lnTo>
                    <a:pt x="0" y="0"/>
                  </a:lnTo>
                  <a:lnTo>
                    <a:pt x="384" y="0"/>
                  </a:lnTo>
                  <a:lnTo>
                    <a:pt x="384" y="2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3" name="Freeform 205"/>
            <p:cNvSpPr>
              <a:spLocks noEditPoints="1"/>
            </p:cNvSpPr>
            <p:nvPr/>
          </p:nvSpPr>
          <p:spPr bwMode="auto">
            <a:xfrm>
              <a:off x="1620838" y="5484813"/>
              <a:ext cx="384175" cy="254000"/>
            </a:xfrm>
            <a:custGeom>
              <a:avLst/>
              <a:gdLst>
                <a:gd name="T0" fmla="*/ 242 w 242"/>
                <a:gd name="T1" fmla="*/ 160 h 160"/>
                <a:gd name="T2" fmla="*/ 0 w 242"/>
                <a:gd name="T3" fmla="*/ 160 h 160"/>
                <a:gd name="T4" fmla="*/ 122 w 242"/>
                <a:gd name="T5" fmla="*/ 0 h 160"/>
                <a:gd name="T6" fmla="*/ 242 w 242"/>
                <a:gd name="T7" fmla="*/ 160 h 160"/>
                <a:gd name="T8" fmla="*/ 26 w 242"/>
                <a:gd name="T9" fmla="*/ 148 h 160"/>
                <a:gd name="T10" fmla="*/ 216 w 242"/>
                <a:gd name="T11" fmla="*/ 148 h 160"/>
                <a:gd name="T12" fmla="*/ 122 w 242"/>
                <a:gd name="T13" fmla="*/ 20 h 160"/>
                <a:gd name="T14" fmla="*/ 26 w 242"/>
                <a:gd name="T15" fmla="*/ 148 h 1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2" h="160">
                  <a:moveTo>
                    <a:pt x="242" y="160"/>
                  </a:moveTo>
                  <a:lnTo>
                    <a:pt x="0" y="160"/>
                  </a:lnTo>
                  <a:lnTo>
                    <a:pt x="122" y="0"/>
                  </a:lnTo>
                  <a:lnTo>
                    <a:pt x="242" y="160"/>
                  </a:lnTo>
                  <a:close/>
                  <a:moveTo>
                    <a:pt x="26" y="148"/>
                  </a:moveTo>
                  <a:lnTo>
                    <a:pt x="216" y="148"/>
                  </a:lnTo>
                  <a:lnTo>
                    <a:pt x="122" y="20"/>
                  </a:lnTo>
                  <a:lnTo>
                    <a:pt x="26" y="1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894" name="Freeform 211"/>
          <p:cNvSpPr>
            <a:spLocks noEditPoints="1"/>
          </p:cNvSpPr>
          <p:nvPr/>
        </p:nvSpPr>
        <p:spPr bwMode="auto">
          <a:xfrm>
            <a:off x="4992569" y="5857987"/>
            <a:ext cx="380289" cy="249155"/>
          </a:xfrm>
          <a:custGeom>
            <a:avLst/>
            <a:gdLst>
              <a:gd name="T0" fmla="*/ 5 w 188"/>
              <a:gd name="T1" fmla="*/ 123 h 123"/>
              <a:gd name="T2" fmla="*/ 3 w 188"/>
              <a:gd name="T3" fmla="*/ 123 h 123"/>
              <a:gd name="T4" fmla="*/ 2 w 188"/>
              <a:gd name="T5" fmla="*/ 121 h 123"/>
              <a:gd name="T6" fmla="*/ 13 w 188"/>
              <a:gd name="T7" fmla="*/ 96 h 123"/>
              <a:gd name="T8" fmla="*/ 117 w 188"/>
              <a:gd name="T9" fmla="*/ 32 h 123"/>
              <a:gd name="T10" fmla="*/ 117 w 188"/>
              <a:gd name="T11" fmla="*/ 0 h 123"/>
              <a:gd name="T12" fmla="*/ 188 w 188"/>
              <a:gd name="T13" fmla="*/ 57 h 123"/>
              <a:gd name="T14" fmla="*/ 117 w 188"/>
              <a:gd name="T15" fmla="*/ 114 h 123"/>
              <a:gd name="T16" fmla="*/ 117 w 188"/>
              <a:gd name="T17" fmla="*/ 81 h 123"/>
              <a:gd name="T18" fmla="*/ 38 w 188"/>
              <a:gd name="T19" fmla="*/ 96 h 123"/>
              <a:gd name="T20" fmla="*/ 8 w 188"/>
              <a:gd name="T21" fmla="*/ 121 h 123"/>
              <a:gd name="T22" fmla="*/ 5 w 188"/>
              <a:gd name="T23" fmla="*/ 123 h 123"/>
              <a:gd name="T24" fmla="*/ 123 w 188"/>
              <a:gd name="T25" fmla="*/ 14 h 123"/>
              <a:gd name="T26" fmla="*/ 123 w 188"/>
              <a:gd name="T27" fmla="*/ 38 h 123"/>
              <a:gd name="T28" fmla="*/ 118 w 188"/>
              <a:gd name="T29" fmla="*/ 38 h 123"/>
              <a:gd name="T30" fmla="*/ 19 w 188"/>
              <a:gd name="T31" fmla="*/ 100 h 123"/>
              <a:gd name="T32" fmla="*/ 16 w 188"/>
              <a:gd name="T33" fmla="*/ 105 h 123"/>
              <a:gd name="T34" fmla="*/ 35 w 188"/>
              <a:gd name="T35" fmla="*/ 90 h 123"/>
              <a:gd name="T36" fmla="*/ 104 w 188"/>
              <a:gd name="T37" fmla="*/ 74 h 123"/>
              <a:gd name="T38" fmla="*/ 120 w 188"/>
              <a:gd name="T39" fmla="*/ 74 h 123"/>
              <a:gd name="T40" fmla="*/ 123 w 188"/>
              <a:gd name="T41" fmla="*/ 75 h 123"/>
              <a:gd name="T42" fmla="*/ 123 w 188"/>
              <a:gd name="T43" fmla="*/ 100 h 123"/>
              <a:gd name="T44" fmla="*/ 178 w 188"/>
              <a:gd name="T45" fmla="*/ 57 h 123"/>
              <a:gd name="T46" fmla="*/ 123 w 188"/>
              <a:gd name="T47" fmla="*/ 14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8" h="123">
                <a:moveTo>
                  <a:pt x="5" y="123"/>
                </a:moveTo>
                <a:cubicBezTo>
                  <a:pt x="3" y="123"/>
                  <a:pt x="3" y="123"/>
                  <a:pt x="3" y="123"/>
                </a:cubicBezTo>
                <a:cubicBezTo>
                  <a:pt x="2" y="121"/>
                  <a:pt x="2" y="121"/>
                  <a:pt x="2" y="121"/>
                </a:cubicBezTo>
                <a:cubicBezTo>
                  <a:pt x="1" y="120"/>
                  <a:pt x="0" y="119"/>
                  <a:pt x="13" y="96"/>
                </a:cubicBezTo>
                <a:cubicBezTo>
                  <a:pt x="37" y="58"/>
                  <a:pt x="72" y="36"/>
                  <a:pt x="117" y="32"/>
                </a:cubicBezTo>
                <a:cubicBezTo>
                  <a:pt x="117" y="0"/>
                  <a:pt x="117" y="0"/>
                  <a:pt x="117" y="0"/>
                </a:cubicBezTo>
                <a:cubicBezTo>
                  <a:pt x="188" y="57"/>
                  <a:pt x="188" y="57"/>
                  <a:pt x="188" y="57"/>
                </a:cubicBezTo>
                <a:cubicBezTo>
                  <a:pt x="117" y="114"/>
                  <a:pt x="117" y="114"/>
                  <a:pt x="117" y="114"/>
                </a:cubicBezTo>
                <a:cubicBezTo>
                  <a:pt x="117" y="81"/>
                  <a:pt x="117" y="81"/>
                  <a:pt x="117" y="81"/>
                </a:cubicBezTo>
                <a:cubicBezTo>
                  <a:pt x="87" y="78"/>
                  <a:pt x="61" y="84"/>
                  <a:pt x="38" y="96"/>
                </a:cubicBezTo>
                <a:cubicBezTo>
                  <a:pt x="27" y="102"/>
                  <a:pt x="12" y="117"/>
                  <a:pt x="8" y="121"/>
                </a:cubicBezTo>
                <a:cubicBezTo>
                  <a:pt x="7" y="122"/>
                  <a:pt x="6" y="123"/>
                  <a:pt x="5" y="123"/>
                </a:cubicBezTo>
                <a:close/>
                <a:moveTo>
                  <a:pt x="123" y="14"/>
                </a:moveTo>
                <a:cubicBezTo>
                  <a:pt x="123" y="38"/>
                  <a:pt x="123" y="38"/>
                  <a:pt x="123" y="38"/>
                </a:cubicBezTo>
                <a:cubicBezTo>
                  <a:pt x="118" y="38"/>
                  <a:pt x="118" y="38"/>
                  <a:pt x="118" y="38"/>
                </a:cubicBezTo>
                <a:cubicBezTo>
                  <a:pt x="74" y="42"/>
                  <a:pt x="42" y="62"/>
                  <a:pt x="19" y="100"/>
                </a:cubicBezTo>
                <a:cubicBezTo>
                  <a:pt x="18" y="101"/>
                  <a:pt x="17" y="103"/>
                  <a:pt x="16" y="105"/>
                </a:cubicBezTo>
                <a:cubicBezTo>
                  <a:pt x="22" y="99"/>
                  <a:pt x="29" y="94"/>
                  <a:pt x="35" y="90"/>
                </a:cubicBezTo>
                <a:cubicBezTo>
                  <a:pt x="55" y="79"/>
                  <a:pt x="78" y="74"/>
                  <a:pt x="104" y="74"/>
                </a:cubicBezTo>
                <a:cubicBezTo>
                  <a:pt x="109" y="74"/>
                  <a:pt x="115" y="74"/>
                  <a:pt x="120" y="74"/>
                </a:cubicBezTo>
                <a:cubicBezTo>
                  <a:pt x="123" y="75"/>
                  <a:pt x="123" y="75"/>
                  <a:pt x="123" y="75"/>
                </a:cubicBezTo>
                <a:cubicBezTo>
                  <a:pt x="123" y="100"/>
                  <a:pt x="123" y="100"/>
                  <a:pt x="123" y="100"/>
                </a:cubicBezTo>
                <a:cubicBezTo>
                  <a:pt x="178" y="57"/>
                  <a:pt x="178" y="57"/>
                  <a:pt x="178" y="57"/>
                </a:cubicBezTo>
                <a:lnTo>
                  <a:pt x="123" y="14"/>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5" name="Freeform 212"/>
          <p:cNvSpPr>
            <a:spLocks noEditPoints="1"/>
          </p:cNvSpPr>
          <p:nvPr/>
        </p:nvSpPr>
        <p:spPr bwMode="auto">
          <a:xfrm>
            <a:off x="4465907" y="5857987"/>
            <a:ext cx="380289" cy="249155"/>
          </a:xfrm>
          <a:custGeom>
            <a:avLst/>
            <a:gdLst>
              <a:gd name="T0" fmla="*/ 183 w 188"/>
              <a:gd name="T1" fmla="*/ 123 h 123"/>
              <a:gd name="T2" fmla="*/ 180 w 188"/>
              <a:gd name="T3" fmla="*/ 121 h 123"/>
              <a:gd name="T4" fmla="*/ 149 w 188"/>
              <a:gd name="T5" fmla="*/ 96 h 123"/>
              <a:gd name="T6" fmla="*/ 71 w 188"/>
              <a:gd name="T7" fmla="*/ 81 h 123"/>
              <a:gd name="T8" fmla="*/ 71 w 188"/>
              <a:gd name="T9" fmla="*/ 114 h 123"/>
              <a:gd name="T10" fmla="*/ 0 w 188"/>
              <a:gd name="T11" fmla="*/ 57 h 123"/>
              <a:gd name="T12" fmla="*/ 71 w 188"/>
              <a:gd name="T13" fmla="*/ 0 h 123"/>
              <a:gd name="T14" fmla="*/ 71 w 188"/>
              <a:gd name="T15" fmla="*/ 32 h 123"/>
              <a:gd name="T16" fmla="*/ 174 w 188"/>
              <a:gd name="T17" fmla="*/ 96 h 123"/>
              <a:gd name="T18" fmla="*/ 186 w 188"/>
              <a:gd name="T19" fmla="*/ 121 h 123"/>
              <a:gd name="T20" fmla="*/ 185 w 188"/>
              <a:gd name="T21" fmla="*/ 123 h 123"/>
              <a:gd name="T22" fmla="*/ 183 w 188"/>
              <a:gd name="T23" fmla="*/ 123 h 123"/>
              <a:gd name="T24" fmla="*/ 84 w 188"/>
              <a:gd name="T25" fmla="*/ 74 h 123"/>
              <a:gd name="T26" fmla="*/ 152 w 188"/>
              <a:gd name="T27" fmla="*/ 90 h 123"/>
              <a:gd name="T28" fmla="*/ 172 w 188"/>
              <a:gd name="T29" fmla="*/ 105 h 123"/>
              <a:gd name="T30" fmla="*/ 169 w 188"/>
              <a:gd name="T31" fmla="*/ 100 h 123"/>
              <a:gd name="T32" fmla="*/ 69 w 188"/>
              <a:gd name="T33" fmla="*/ 38 h 123"/>
              <a:gd name="T34" fmla="*/ 64 w 188"/>
              <a:gd name="T35" fmla="*/ 38 h 123"/>
              <a:gd name="T36" fmla="*/ 64 w 188"/>
              <a:gd name="T37" fmla="*/ 14 h 123"/>
              <a:gd name="T38" fmla="*/ 10 w 188"/>
              <a:gd name="T39" fmla="*/ 57 h 123"/>
              <a:gd name="T40" fmla="*/ 64 w 188"/>
              <a:gd name="T41" fmla="*/ 100 h 123"/>
              <a:gd name="T42" fmla="*/ 64 w 188"/>
              <a:gd name="T43" fmla="*/ 75 h 123"/>
              <a:gd name="T44" fmla="*/ 67 w 188"/>
              <a:gd name="T45" fmla="*/ 74 h 123"/>
              <a:gd name="T46" fmla="*/ 84 w 188"/>
              <a:gd name="T47" fmla="*/ 74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8" h="123">
                <a:moveTo>
                  <a:pt x="183" y="123"/>
                </a:moveTo>
                <a:cubicBezTo>
                  <a:pt x="182" y="123"/>
                  <a:pt x="180" y="122"/>
                  <a:pt x="180" y="121"/>
                </a:cubicBezTo>
                <a:cubicBezTo>
                  <a:pt x="176" y="117"/>
                  <a:pt x="160" y="102"/>
                  <a:pt x="149" y="96"/>
                </a:cubicBezTo>
                <a:cubicBezTo>
                  <a:pt x="127" y="84"/>
                  <a:pt x="100" y="78"/>
                  <a:pt x="71" y="81"/>
                </a:cubicBezTo>
                <a:cubicBezTo>
                  <a:pt x="71" y="114"/>
                  <a:pt x="71" y="114"/>
                  <a:pt x="71" y="114"/>
                </a:cubicBezTo>
                <a:cubicBezTo>
                  <a:pt x="0" y="57"/>
                  <a:pt x="0" y="57"/>
                  <a:pt x="0" y="57"/>
                </a:cubicBezTo>
                <a:cubicBezTo>
                  <a:pt x="71" y="0"/>
                  <a:pt x="71" y="0"/>
                  <a:pt x="71" y="0"/>
                </a:cubicBezTo>
                <a:cubicBezTo>
                  <a:pt x="71" y="32"/>
                  <a:pt x="71" y="32"/>
                  <a:pt x="71" y="32"/>
                </a:cubicBezTo>
                <a:cubicBezTo>
                  <a:pt x="116" y="36"/>
                  <a:pt x="151" y="58"/>
                  <a:pt x="174" y="96"/>
                </a:cubicBezTo>
                <a:cubicBezTo>
                  <a:pt x="188" y="119"/>
                  <a:pt x="187" y="120"/>
                  <a:pt x="186" y="121"/>
                </a:cubicBezTo>
                <a:cubicBezTo>
                  <a:pt x="185" y="123"/>
                  <a:pt x="185" y="123"/>
                  <a:pt x="185" y="123"/>
                </a:cubicBezTo>
                <a:lnTo>
                  <a:pt x="183" y="123"/>
                </a:lnTo>
                <a:close/>
                <a:moveTo>
                  <a:pt x="84" y="74"/>
                </a:moveTo>
                <a:cubicBezTo>
                  <a:pt x="110" y="74"/>
                  <a:pt x="133" y="79"/>
                  <a:pt x="152" y="90"/>
                </a:cubicBezTo>
                <a:cubicBezTo>
                  <a:pt x="158" y="94"/>
                  <a:pt x="165" y="99"/>
                  <a:pt x="172" y="105"/>
                </a:cubicBezTo>
                <a:cubicBezTo>
                  <a:pt x="171" y="103"/>
                  <a:pt x="170" y="101"/>
                  <a:pt x="169" y="100"/>
                </a:cubicBezTo>
                <a:cubicBezTo>
                  <a:pt x="146" y="62"/>
                  <a:pt x="114" y="42"/>
                  <a:pt x="69" y="38"/>
                </a:cubicBezTo>
                <a:cubicBezTo>
                  <a:pt x="64" y="38"/>
                  <a:pt x="64" y="38"/>
                  <a:pt x="64" y="38"/>
                </a:cubicBezTo>
                <a:cubicBezTo>
                  <a:pt x="64" y="14"/>
                  <a:pt x="64" y="14"/>
                  <a:pt x="64" y="14"/>
                </a:cubicBezTo>
                <a:cubicBezTo>
                  <a:pt x="10" y="57"/>
                  <a:pt x="10" y="57"/>
                  <a:pt x="10" y="57"/>
                </a:cubicBezTo>
                <a:cubicBezTo>
                  <a:pt x="64" y="100"/>
                  <a:pt x="64" y="100"/>
                  <a:pt x="64" y="100"/>
                </a:cubicBezTo>
                <a:cubicBezTo>
                  <a:pt x="64" y="75"/>
                  <a:pt x="64" y="75"/>
                  <a:pt x="64" y="75"/>
                </a:cubicBezTo>
                <a:cubicBezTo>
                  <a:pt x="67" y="74"/>
                  <a:pt x="67" y="74"/>
                  <a:pt x="67" y="74"/>
                </a:cubicBezTo>
                <a:cubicBezTo>
                  <a:pt x="73" y="74"/>
                  <a:pt x="79" y="74"/>
                  <a:pt x="84" y="74"/>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6" name="Freeform 213"/>
          <p:cNvSpPr>
            <a:spLocks noEditPoints="1"/>
          </p:cNvSpPr>
          <p:nvPr/>
        </p:nvSpPr>
        <p:spPr bwMode="auto">
          <a:xfrm>
            <a:off x="4466916" y="5399277"/>
            <a:ext cx="378271" cy="241085"/>
          </a:xfrm>
          <a:custGeom>
            <a:avLst/>
            <a:gdLst>
              <a:gd name="T0" fmla="*/ 158 w 187"/>
              <a:gd name="T1" fmla="*/ 119 h 119"/>
              <a:gd name="T2" fmla="*/ 39 w 187"/>
              <a:gd name="T3" fmla="*/ 119 h 119"/>
              <a:gd name="T4" fmla="*/ 0 w 187"/>
              <a:gd name="T5" fmla="*/ 76 h 119"/>
              <a:gd name="T6" fmla="*/ 42 w 187"/>
              <a:gd name="T7" fmla="*/ 33 h 119"/>
              <a:gd name="T8" fmla="*/ 70 w 187"/>
              <a:gd name="T9" fmla="*/ 10 h 119"/>
              <a:gd name="T10" fmla="*/ 87 w 187"/>
              <a:gd name="T11" fmla="*/ 16 h 119"/>
              <a:gd name="T12" fmla="*/ 121 w 187"/>
              <a:gd name="T13" fmla="*/ 0 h 119"/>
              <a:gd name="T14" fmla="*/ 166 w 187"/>
              <a:gd name="T15" fmla="*/ 45 h 119"/>
              <a:gd name="T16" fmla="*/ 163 w 187"/>
              <a:gd name="T17" fmla="*/ 61 h 119"/>
              <a:gd name="T18" fmla="*/ 187 w 187"/>
              <a:gd name="T19" fmla="*/ 90 h 119"/>
              <a:gd name="T20" fmla="*/ 158 w 187"/>
              <a:gd name="T21" fmla="*/ 119 h 119"/>
              <a:gd name="T22" fmla="*/ 43 w 187"/>
              <a:gd name="T23" fmla="*/ 113 h 119"/>
              <a:gd name="T24" fmla="*/ 158 w 187"/>
              <a:gd name="T25" fmla="*/ 113 h 119"/>
              <a:gd name="T26" fmla="*/ 181 w 187"/>
              <a:gd name="T27" fmla="*/ 90 h 119"/>
              <a:gd name="T28" fmla="*/ 159 w 187"/>
              <a:gd name="T29" fmla="*/ 67 h 119"/>
              <a:gd name="T30" fmla="*/ 154 w 187"/>
              <a:gd name="T31" fmla="*/ 67 h 119"/>
              <a:gd name="T32" fmla="*/ 156 w 187"/>
              <a:gd name="T33" fmla="*/ 62 h 119"/>
              <a:gd name="T34" fmla="*/ 160 w 187"/>
              <a:gd name="T35" fmla="*/ 45 h 119"/>
              <a:gd name="T36" fmla="*/ 121 w 187"/>
              <a:gd name="T37" fmla="*/ 6 h 119"/>
              <a:gd name="T38" fmla="*/ 90 w 187"/>
              <a:gd name="T39" fmla="*/ 22 h 119"/>
              <a:gd name="T40" fmla="*/ 88 w 187"/>
              <a:gd name="T41" fmla="*/ 25 h 119"/>
              <a:gd name="T42" fmla="*/ 85 w 187"/>
              <a:gd name="T43" fmla="*/ 22 h 119"/>
              <a:gd name="T44" fmla="*/ 70 w 187"/>
              <a:gd name="T45" fmla="*/ 16 h 119"/>
              <a:gd name="T46" fmla="*/ 48 w 187"/>
              <a:gd name="T47" fmla="*/ 36 h 119"/>
              <a:gd name="T48" fmla="*/ 48 w 187"/>
              <a:gd name="T49" fmla="*/ 39 h 119"/>
              <a:gd name="T50" fmla="*/ 43 w 187"/>
              <a:gd name="T51" fmla="*/ 39 h 119"/>
              <a:gd name="T52" fmla="*/ 6 w 187"/>
              <a:gd name="T53" fmla="*/ 76 h 119"/>
              <a:gd name="T54" fmla="*/ 42 w 187"/>
              <a:gd name="T55" fmla="*/ 113 h 119"/>
              <a:gd name="T56" fmla="*/ 43 w 187"/>
              <a:gd name="T57" fmla="*/ 113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87" h="119">
                <a:moveTo>
                  <a:pt x="158" y="119"/>
                </a:moveTo>
                <a:cubicBezTo>
                  <a:pt x="39" y="119"/>
                  <a:pt x="39" y="119"/>
                  <a:pt x="39" y="119"/>
                </a:cubicBezTo>
                <a:cubicBezTo>
                  <a:pt x="17" y="117"/>
                  <a:pt x="0" y="98"/>
                  <a:pt x="0" y="76"/>
                </a:cubicBezTo>
                <a:cubicBezTo>
                  <a:pt x="0" y="53"/>
                  <a:pt x="19" y="34"/>
                  <a:pt x="42" y="33"/>
                </a:cubicBezTo>
                <a:cubicBezTo>
                  <a:pt x="44" y="20"/>
                  <a:pt x="56" y="10"/>
                  <a:pt x="70" y="10"/>
                </a:cubicBezTo>
                <a:cubicBezTo>
                  <a:pt x="76" y="10"/>
                  <a:pt x="82" y="12"/>
                  <a:pt x="87" y="16"/>
                </a:cubicBezTo>
                <a:cubicBezTo>
                  <a:pt x="96" y="6"/>
                  <a:pt x="108" y="0"/>
                  <a:pt x="121" y="0"/>
                </a:cubicBezTo>
                <a:cubicBezTo>
                  <a:pt x="146" y="0"/>
                  <a:pt x="166" y="20"/>
                  <a:pt x="166" y="45"/>
                </a:cubicBezTo>
                <a:cubicBezTo>
                  <a:pt x="166" y="50"/>
                  <a:pt x="165" y="56"/>
                  <a:pt x="163" y="61"/>
                </a:cubicBezTo>
                <a:cubicBezTo>
                  <a:pt x="177" y="64"/>
                  <a:pt x="187" y="76"/>
                  <a:pt x="187" y="90"/>
                </a:cubicBezTo>
                <a:cubicBezTo>
                  <a:pt x="187" y="106"/>
                  <a:pt x="174" y="119"/>
                  <a:pt x="158" y="119"/>
                </a:cubicBezTo>
                <a:close/>
                <a:moveTo>
                  <a:pt x="43" y="113"/>
                </a:moveTo>
                <a:cubicBezTo>
                  <a:pt x="158" y="113"/>
                  <a:pt x="158" y="113"/>
                  <a:pt x="158" y="113"/>
                </a:cubicBezTo>
                <a:cubicBezTo>
                  <a:pt x="171" y="113"/>
                  <a:pt x="181" y="103"/>
                  <a:pt x="181" y="90"/>
                </a:cubicBezTo>
                <a:cubicBezTo>
                  <a:pt x="181" y="77"/>
                  <a:pt x="171" y="67"/>
                  <a:pt x="159" y="67"/>
                </a:cubicBezTo>
                <a:cubicBezTo>
                  <a:pt x="154" y="67"/>
                  <a:pt x="154" y="67"/>
                  <a:pt x="154" y="67"/>
                </a:cubicBezTo>
                <a:cubicBezTo>
                  <a:pt x="156" y="62"/>
                  <a:pt x="156" y="62"/>
                  <a:pt x="156" y="62"/>
                </a:cubicBezTo>
                <a:cubicBezTo>
                  <a:pt x="159" y="57"/>
                  <a:pt x="160" y="51"/>
                  <a:pt x="160" y="45"/>
                </a:cubicBezTo>
                <a:cubicBezTo>
                  <a:pt x="160" y="23"/>
                  <a:pt x="143" y="6"/>
                  <a:pt x="121" y="6"/>
                </a:cubicBezTo>
                <a:cubicBezTo>
                  <a:pt x="109" y="6"/>
                  <a:pt x="97" y="12"/>
                  <a:pt x="90" y="22"/>
                </a:cubicBezTo>
                <a:cubicBezTo>
                  <a:pt x="88" y="25"/>
                  <a:pt x="88" y="25"/>
                  <a:pt x="88" y="25"/>
                </a:cubicBezTo>
                <a:cubicBezTo>
                  <a:pt x="85" y="22"/>
                  <a:pt x="85" y="22"/>
                  <a:pt x="85" y="22"/>
                </a:cubicBezTo>
                <a:cubicBezTo>
                  <a:pt x="81" y="18"/>
                  <a:pt x="76" y="16"/>
                  <a:pt x="70" y="16"/>
                </a:cubicBezTo>
                <a:cubicBezTo>
                  <a:pt x="58" y="16"/>
                  <a:pt x="49" y="25"/>
                  <a:pt x="48" y="36"/>
                </a:cubicBezTo>
                <a:cubicBezTo>
                  <a:pt x="48" y="39"/>
                  <a:pt x="48" y="39"/>
                  <a:pt x="48" y="39"/>
                </a:cubicBezTo>
                <a:cubicBezTo>
                  <a:pt x="43" y="39"/>
                  <a:pt x="43" y="39"/>
                  <a:pt x="43" y="39"/>
                </a:cubicBezTo>
                <a:cubicBezTo>
                  <a:pt x="23" y="39"/>
                  <a:pt x="6" y="56"/>
                  <a:pt x="6" y="76"/>
                </a:cubicBezTo>
                <a:cubicBezTo>
                  <a:pt x="6" y="96"/>
                  <a:pt x="22" y="112"/>
                  <a:pt x="42" y="113"/>
                </a:cubicBezTo>
                <a:lnTo>
                  <a:pt x="43" y="113"/>
                </a:ln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897" name="组合 896"/>
          <p:cNvGrpSpPr/>
          <p:nvPr/>
        </p:nvGrpSpPr>
        <p:grpSpPr>
          <a:xfrm>
            <a:off x="4949004" y="5348841"/>
            <a:ext cx="376254" cy="341957"/>
            <a:chOff x="5180013" y="6423025"/>
            <a:chExt cx="592138" cy="538163"/>
          </a:xfrm>
          <a:solidFill>
            <a:srgbClr val="707E84"/>
          </a:solidFill>
        </p:grpSpPr>
        <p:sp>
          <p:nvSpPr>
            <p:cNvPr id="898" name="Freeform 214"/>
            <p:cNvSpPr>
              <a:spLocks/>
            </p:cNvSpPr>
            <p:nvPr/>
          </p:nvSpPr>
          <p:spPr bwMode="auto">
            <a:xfrm>
              <a:off x="5180013" y="6423025"/>
              <a:ext cx="592138" cy="379413"/>
            </a:xfrm>
            <a:custGeom>
              <a:avLst/>
              <a:gdLst>
                <a:gd name="T0" fmla="*/ 157 w 186"/>
                <a:gd name="T1" fmla="*/ 119 h 119"/>
                <a:gd name="T2" fmla="*/ 102 w 186"/>
                <a:gd name="T3" fmla="*/ 119 h 119"/>
                <a:gd name="T4" fmla="*/ 102 w 186"/>
                <a:gd name="T5" fmla="*/ 113 h 119"/>
                <a:gd name="T6" fmla="*/ 157 w 186"/>
                <a:gd name="T7" fmla="*/ 113 h 119"/>
                <a:gd name="T8" fmla="*/ 180 w 186"/>
                <a:gd name="T9" fmla="*/ 90 h 119"/>
                <a:gd name="T10" fmla="*/ 158 w 186"/>
                <a:gd name="T11" fmla="*/ 67 h 119"/>
                <a:gd name="T12" fmla="*/ 153 w 186"/>
                <a:gd name="T13" fmla="*/ 66 h 119"/>
                <a:gd name="T14" fmla="*/ 155 w 186"/>
                <a:gd name="T15" fmla="*/ 62 h 119"/>
                <a:gd name="T16" fmla="*/ 159 w 186"/>
                <a:gd name="T17" fmla="*/ 45 h 119"/>
                <a:gd name="T18" fmla="*/ 121 w 186"/>
                <a:gd name="T19" fmla="*/ 6 h 119"/>
                <a:gd name="T20" fmla="*/ 89 w 186"/>
                <a:gd name="T21" fmla="*/ 22 h 119"/>
                <a:gd name="T22" fmla="*/ 87 w 186"/>
                <a:gd name="T23" fmla="*/ 25 h 119"/>
                <a:gd name="T24" fmla="*/ 85 w 186"/>
                <a:gd name="T25" fmla="*/ 22 h 119"/>
                <a:gd name="T26" fmla="*/ 69 w 186"/>
                <a:gd name="T27" fmla="*/ 16 h 119"/>
                <a:gd name="T28" fmla="*/ 47 w 186"/>
                <a:gd name="T29" fmla="*/ 36 h 119"/>
                <a:gd name="T30" fmla="*/ 47 w 186"/>
                <a:gd name="T31" fmla="*/ 39 h 119"/>
                <a:gd name="T32" fmla="*/ 43 w 186"/>
                <a:gd name="T33" fmla="*/ 39 h 119"/>
                <a:gd name="T34" fmla="*/ 6 w 186"/>
                <a:gd name="T35" fmla="*/ 76 h 119"/>
                <a:gd name="T36" fmla="*/ 41 w 186"/>
                <a:gd name="T37" fmla="*/ 113 h 119"/>
                <a:gd name="T38" fmla="*/ 42 w 186"/>
                <a:gd name="T39" fmla="*/ 113 h 119"/>
                <a:gd name="T40" fmla="*/ 83 w 186"/>
                <a:gd name="T41" fmla="*/ 113 h 119"/>
                <a:gd name="T42" fmla="*/ 83 w 186"/>
                <a:gd name="T43" fmla="*/ 119 h 119"/>
                <a:gd name="T44" fmla="*/ 38 w 186"/>
                <a:gd name="T45" fmla="*/ 119 h 119"/>
                <a:gd name="T46" fmla="*/ 0 w 186"/>
                <a:gd name="T47" fmla="*/ 76 h 119"/>
                <a:gd name="T48" fmla="*/ 42 w 186"/>
                <a:gd name="T49" fmla="*/ 33 h 119"/>
                <a:gd name="T50" fmla="*/ 69 w 186"/>
                <a:gd name="T51" fmla="*/ 10 h 119"/>
                <a:gd name="T52" fmla="*/ 86 w 186"/>
                <a:gd name="T53" fmla="*/ 16 h 119"/>
                <a:gd name="T54" fmla="*/ 121 w 186"/>
                <a:gd name="T55" fmla="*/ 0 h 119"/>
                <a:gd name="T56" fmla="*/ 165 w 186"/>
                <a:gd name="T57" fmla="*/ 45 h 119"/>
                <a:gd name="T58" fmla="*/ 162 w 186"/>
                <a:gd name="T59" fmla="*/ 61 h 119"/>
                <a:gd name="T60" fmla="*/ 186 w 186"/>
                <a:gd name="T61" fmla="*/ 90 h 119"/>
                <a:gd name="T62" fmla="*/ 157 w 186"/>
                <a:gd name="T63"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6" h="119">
                  <a:moveTo>
                    <a:pt x="157" y="119"/>
                  </a:moveTo>
                  <a:cubicBezTo>
                    <a:pt x="102" y="119"/>
                    <a:pt x="102" y="119"/>
                    <a:pt x="102" y="119"/>
                  </a:cubicBezTo>
                  <a:cubicBezTo>
                    <a:pt x="102" y="113"/>
                    <a:pt x="102" y="113"/>
                    <a:pt x="102" y="113"/>
                  </a:cubicBezTo>
                  <a:cubicBezTo>
                    <a:pt x="157" y="113"/>
                    <a:pt x="157" y="113"/>
                    <a:pt x="157" y="113"/>
                  </a:cubicBezTo>
                  <a:cubicBezTo>
                    <a:pt x="170" y="113"/>
                    <a:pt x="180" y="102"/>
                    <a:pt x="180" y="90"/>
                  </a:cubicBezTo>
                  <a:cubicBezTo>
                    <a:pt x="180" y="77"/>
                    <a:pt x="170" y="67"/>
                    <a:pt x="158" y="67"/>
                  </a:cubicBezTo>
                  <a:cubicBezTo>
                    <a:pt x="153" y="66"/>
                    <a:pt x="153" y="66"/>
                    <a:pt x="153" y="66"/>
                  </a:cubicBezTo>
                  <a:cubicBezTo>
                    <a:pt x="155" y="62"/>
                    <a:pt x="155" y="62"/>
                    <a:pt x="155" y="62"/>
                  </a:cubicBezTo>
                  <a:cubicBezTo>
                    <a:pt x="158" y="57"/>
                    <a:pt x="159" y="51"/>
                    <a:pt x="159" y="45"/>
                  </a:cubicBezTo>
                  <a:cubicBezTo>
                    <a:pt x="159" y="23"/>
                    <a:pt x="142" y="6"/>
                    <a:pt x="121" y="6"/>
                  </a:cubicBezTo>
                  <a:cubicBezTo>
                    <a:pt x="108" y="6"/>
                    <a:pt x="96" y="12"/>
                    <a:pt x="89" y="22"/>
                  </a:cubicBezTo>
                  <a:cubicBezTo>
                    <a:pt x="87" y="25"/>
                    <a:pt x="87" y="25"/>
                    <a:pt x="87" y="25"/>
                  </a:cubicBezTo>
                  <a:cubicBezTo>
                    <a:pt x="85" y="22"/>
                    <a:pt x="85" y="22"/>
                    <a:pt x="85" y="22"/>
                  </a:cubicBezTo>
                  <a:cubicBezTo>
                    <a:pt x="81" y="18"/>
                    <a:pt x="75" y="16"/>
                    <a:pt x="69" y="16"/>
                  </a:cubicBezTo>
                  <a:cubicBezTo>
                    <a:pt x="58" y="16"/>
                    <a:pt x="48" y="25"/>
                    <a:pt x="47" y="36"/>
                  </a:cubicBezTo>
                  <a:cubicBezTo>
                    <a:pt x="47" y="39"/>
                    <a:pt x="47" y="39"/>
                    <a:pt x="47" y="39"/>
                  </a:cubicBezTo>
                  <a:cubicBezTo>
                    <a:pt x="43" y="39"/>
                    <a:pt x="43" y="39"/>
                    <a:pt x="43" y="39"/>
                  </a:cubicBezTo>
                  <a:cubicBezTo>
                    <a:pt x="23" y="39"/>
                    <a:pt x="6" y="56"/>
                    <a:pt x="6" y="76"/>
                  </a:cubicBezTo>
                  <a:cubicBezTo>
                    <a:pt x="6" y="96"/>
                    <a:pt x="22" y="112"/>
                    <a:pt x="41" y="113"/>
                  </a:cubicBezTo>
                  <a:cubicBezTo>
                    <a:pt x="42" y="113"/>
                    <a:pt x="42" y="113"/>
                    <a:pt x="42" y="113"/>
                  </a:cubicBezTo>
                  <a:cubicBezTo>
                    <a:pt x="83" y="113"/>
                    <a:pt x="83" y="113"/>
                    <a:pt x="83" y="113"/>
                  </a:cubicBezTo>
                  <a:cubicBezTo>
                    <a:pt x="83" y="119"/>
                    <a:pt x="83" y="119"/>
                    <a:pt x="83" y="119"/>
                  </a:cubicBezTo>
                  <a:cubicBezTo>
                    <a:pt x="38" y="119"/>
                    <a:pt x="38" y="119"/>
                    <a:pt x="38" y="119"/>
                  </a:cubicBezTo>
                  <a:cubicBezTo>
                    <a:pt x="17" y="116"/>
                    <a:pt x="0" y="98"/>
                    <a:pt x="0" y="76"/>
                  </a:cubicBezTo>
                  <a:cubicBezTo>
                    <a:pt x="0" y="53"/>
                    <a:pt x="19" y="34"/>
                    <a:pt x="42" y="33"/>
                  </a:cubicBezTo>
                  <a:cubicBezTo>
                    <a:pt x="44" y="20"/>
                    <a:pt x="55" y="10"/>
                    <a:pt x="69" y="10"/>
                  </a:cubicBezTo>
                  <a:cubicBezTo>
                    <a:pt x="75" y="10"/>
                    <a:pt x="81" y="12"/>
                    <a:pt x="86" y="16"/>
                  </a:cubicBezTo>
                  <a:cubicBezTo>
                    <a:pt x="95" y="6"/>
                    <a:pt x="107" y="0"/>
                    <a:pt x="121" y="0"/>
                  </a:cubicBezTo>
                  <a:cubicBezTo>
                    <a:pt x="145" y="0"/>
                    <a:pt x="165" y="20"/>
                    <a:pt x="165" y="45"/>
                  </a:cubicBezTo>
                  <a:cubicBezTo>
                    <a:pt x="165" y="50"/>
                    <a:pt x="164" y="56"/>
                    <a:pt x="162" y="61"/>
                  </a:cubicBezTo>
                  <a:cubicBezTo>
                    <a:pt x="176" y="64"/>
                    <a:pt x="186" y="75"/>
                    <a:pt x="186" y="90"/>
                  </a:cubicBezTo>
                  <a:cubicBezTo>
                    <a:pt x="186" y="106"/>
                    <a:pt x="173" y="119"/>
                    <a:pt x="157" y="1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9" name="Freeform 215"/>
            <p:cNvSpPr>
              <a:spLocks/>
            </p:cNvSpPr>
            <p:nvPr/>
          </p:nvSpPr>
          <p:spPr bwMode="auto">
            <a:xfrm>
              <a:off x="5376863" y="6578600"/>
              <a:ext cx="198438" cy="111125"/>
            </a:xfrm>
            <a:custGeom>
              <a:avLst/>
              <a:gdLst>
                <a:gd name="T0" fmla="*/ 8 w 125"/>
                <a:gd name="T1" fmla="*/ 70 h 70"/>
                <a:gd name="T2" fmla="*/ 0 w 125"/>
                <a:gd name="T3" fmla="*/ 62 h 70"/>
                <a:gd name="T4" fmla="*/ 63 w 125"/>
                <a:gd name="T5" fmla="*/ 0 h 70"/>
                <a:gd name="T6" fmla="*/ 125 w 125"/>
                <a:gd name="T7" fmla="*/ 62 h 70"/>
                <a:gd name="T8" fmla="*/ 117 w 125"/>
                <a:gd name="T9" fmla="*/ 70 h 70"/>
                <a:gd name="T10" fmla="*/ 63 w 125"/>
                <a:gd name="T11" fmla="*/ 16 h 70"/>
                <a:gd name="T12" fmla="*/ 8 w 125"/>
                <a:gd name="T13" fmla="*/ 70 h 70"/>
              </a:gdLst>
              <a:ahLst/>
              <a:cxnLst>
                <a:cxn ang="0">
                  <a:pos x="T0" y="T1"/>
                </a:cxn>
                <a:cxn ang="0">
                  <a:pos x="T2" y="T3"/>
                </a:cxn>
                <a:cxn ang="0">
                  <a:pos x="T4" y="T5"/>
                </a:cxn>
                <a:cxn ang="0">
                  <a:pos x="T6" y="T7"/>
                </a:cxn>
                <a:cxn ang="0">
                  <a:pos x="T8" y="T9"/>
                </a:cxn>
                <a:cxn ang="0">
                  <a:pos x="T10" y="T11"/>
                </a:cxn>
                <a:cxn ang="0">
                  <a:pos x="T12" y="T13"/>
                </a:cxn>
              </a:cxnLst>
              <a:rect l="0" t="0" r="r" b="b"/>
              <a:pathLst>
                <a:path w="125" h="70">
                  <a:moveTo>
                    <a:pt x="8" y="70"/>
                  </a:moveTo>
                  <a:lnTo>
                    <a:pt x="0" y="62"/>
                  </a:lnTo>
                  <a:lnTo>
                    <a:pt x="63" y="0"/>
                  </a:lnTo>
                  <a:lnTo>
                    <a:pt x="125" y="62"/>
                  </a:lnTo>
                  <a:lnTo>
                    <a:pt x="117" y="70"/>
                  </a:lnTo>
                  <a:lnTo>
                    <a:pt x="63" y="16"/>
                  </a:lnTo>
                  <a:lnTo>
                    <a:pt x="8"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0" name="Rectangle 216"/>
            <p:cNvSpPr>
              <a:spLocks noChangeArrowheads="1"/>
            </p:cNvSpPr>
            <p:nvPr/>
          </p:nvSpPr>
          <p:spPr bwMode="auto">
            <a:xfrm>
              <a:off x="5467350" y="6597650"/>
              <a:ext cx="19050" cy="3635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901" name="组合 900"/>
          <p:cNvGrpSpPr/>
          <p:nvPr/>
        </p:nvGrpSpPr>
        <p:grpSpPr>
          <a:xfrm>
            <a:off x="5457268" y="5336736"/>
            <a:ext cx="376254" cy="366167"/>
            <a:chOff x="6394450" y="6423025"/>
            <a:chExt cx="592138" cy="576263"/>
          </a:xfrm>
          <a:solidFill>
            <a:srgbClr val="707E84"/>
          </a:solidFill>
        </p:grpSpPr>
        <p:sp>
          <p:nvSpPr>
            <p:cNvPr id="902" name="Freeform 217"/>
            <p:cNvSpPr>
              <a:spLocks/>
            </p:cNvSpPr>
            <p:nvPr/>
          </p:nvSpPr>
          <p:spPr bwMode="auto">
            <a:xfrm>
              <a:off x="6394450" y="6423025"/>
              <a:ext cx="592138" cy="379413"/>
            </a:xfrm>
            <a:custGeom>
              <a:avLst/>
              <a:gdLst>
                <a:gd name="T0" fmla="*/ 157 w 186"/>
                <a:gd name="T1" fmla="*/ 119 h 119"/>
                <a:gd name="T2" fmla="*/ 102 w 186"/>
                <a:gd name="T3" fmla="*/ 119 h 119"/>
                <a:gd name="T4" fmla="*/ 102 w 186"/>
                <a:gd name="T5" fmla="*/ 113 h 119"/>
                <a:gd name="T6" fmla="*/ 157 w 186"/>
                <a:gd name="T7" fmla="*/ 113 h 119"/>
                <a:gd name="T8" fmla="*/ 180 w 186"/>
                <a:gd name="T9" fmla="*/ 90 h 119"/>
                <a:gd name="T10" fmla="*/ 158 w 186"/>
                <a:gd name="T11" fmla="*/ 67 h 119"/>
                <a:gd name="T12" fmla="*/ 153 w 186"/>
                <a:gd name="T13" fmla="*/ 66 h 119"/>
                <a:gd name="T14" fmla="*/ 155 w 186"/>
                <a:gd name="T15" fmla="*/ 62 h 119"/>
                <a:gd name="T16" fmla="*/ 159 w 186"/>
                <a:gd name="T17" fmla="*/ 45 h 119"/>
                <a:gd name="T18" fmla="*/ 121 w 186"/>
                <a:gd name="T19" fmla="*/ 6 h 119"/>
                <a:gd name="T20" fmla="*/ 89 w 186"/>
                <a:gd name="T21" fmla="*/ 22 h 119"/>
                <a:gd name="T22" fmla="*/ 87 w 186"/>
                <a:gd name="T23" fmla="*/ 25 h 119"/>
                <a:gd name="T24" fmla="*/ 85 w 186"/>
                <a:gd name="T25" fmla="*/ 22 h 119"/>
                <a:gd name="T26" fmla="*/ 69 w 186"/>
                <a:gd name="T27" fmla="*/ 16 h 119"/>
                <a:gd name="T28" fmla="*/ 47 w 186"/>
                <a:gd name="T29" fmla="*/ 36 h 119"/>
                <a:gd name="T30" fmla="*/ 47 w 186"/>
                <a:gd name="T31" fmla="*/ 39 h 119"/>
                <a:gd name="T32" fmla="*/ 43 w 186"/>
                <a:gd name="T33" fmla="*/ 39 h 119"/>
                <a:gd name="T34" fmla="*/ 6 w 186"/>
                <a:gd name="T35" fmla="*/ 76 h 119"/>
                <a:gd name="T36" fmla="*/ 41 w 186"/>
                <a:gd name="T37" fmla="*/ 113 h 119"/>
                <a:gd name="T38" fmla="*/ 42 w 186"/>
                <a:gd name="T39" fmla="*/ 113 h 119"/>
                <a:gd name="T40" fmla="*/ 83 w 186"/>
                <a:gd name="T41" fmla="*/ 113 h 119"/>
                <a:gd name="T42" fmla="*/ 83 w 186"/>
                <a:gd name="T43" fmla="*/ 119 h 119"/>
                <a:gd name="T44" fmla="*/ 38 w 186"/>
                <a:gd name="T45" fmla="*/ 119 h 119"/>
                <a:gd name="T46" fmla="*/ 0 w 186"/>
                <a:gd name="T47" fmla="*/ 76 h 119"/>
                <a:gd name="T48" fmla="*/ 42 w 186"/>
                <a:gd name="T49" fmla="*/ 33 h 119"/>
                <a:gd name="T50" fmla="*/ 69 w 186"/>
                <a:gd name="T51" fmla="*/ 10 h 119"/>
                <a:gd name="T52" fmla="*/ 86 w 186"/>
                <a:gd name="T53" fmla="*/ 16 h 119"/>
                <a:gd name="T54" fmla="*/ 121 w 186"/>
                <a:gd name="T55" fmla="*/ 0 h 119"/>
                <a:gd name="T56" fmla="*/ 165 w 186"/>
                <a:gd name="T57" fmla="*/ 45 h 119"/>
                <a:gd name="T58" fmla="*/ 162 w 186"/>
                <a:gd name="T59" fmla="*/ 61 h 119"/>
                <a:gd name="T60" fmla="*/ 186 w 186"/>
                <a:gd name="T61" fmla="*/ 90 h 119"/>
                <a:gd name="T62" fmla="*/ 157 w 186"/>
                <a:gd name="T63"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6" h="119">
                  <a:moveTo>
                    <a:pt x="157" y="119"/>
                  </a:moveTo>
                  <a:cubicBezTo>
                    <a:pt x="102" y="119"/>
                    <a:pt x="102" y="119"/>
                    <a:pt x="102" y="119"/>
                  </a:cubicBezTo>
                  <a:cubicBezTo>
                    <a:pt x="102" y="113"/>
                    <a:pt x="102" y="113"/>
                    <a:pt x="102" y="113"/>
                  </a:cubicBezTo>
                  <a:cubicBezTo>
                    <a:pt x="157" y="113"/>
                    <a:pt x="157" y="113"/>
                    <a:pt x="157" y="113"/>
                  </a:cubicBezTo>
                  <a:cubicBezTo>
                    <a:pt x="169" y="113"/>
                    <a:pt x="180" y="102"/>
                    <a:pt x="180" y="90"/>
                  </a:cubicBezTo>
                  <a:cubicBezTo>
                    <a:pt x="180" y="77"/>
                    <a:pt x="170" y="67"/>
                    <a:pt x="158" y="67"/>
                  </a:cubicBezTo>
                  <a:cubicBezTo>
                    <a:pt x="153" y="66"/>
                    <a:pt x="153" y="66"/>
                    <a:pt x="153" y="66"/>
                  </a:cubicBezTo>
                  <a:cubicBezTo>
                    <a:pt x="155" y="62"/>
                    <a:pt x="155" y="62"/>
                    <a:pt x="155" y="62"/>
                  </a:cubicBezTo>
                  <a:cubicBezTo>
                    <a:pt x="158" y="57"/>
                    <a:pt x="159" y="51"/>
                    <a:pt x="159" y="45"/>
                  </a:cubicBezTo>
                  <a:cubicBezTo>
                    <a:pt x="159" y="23"/>
                    <a:pt x="142" y="6"/>
                    <a:pt x="121" y="6"/>
                  </a:cubicBezTo>
                  <a:cubicBezTo>
                    <a:pt x="108" y="6"/>
                    <a:pt x="96" y="12"/>
                    <a:pt x="89" y="22"/>
                  </a:cubicBezTo>
                  <a:cubicBezTo>
                    <a:pt x="87" y="25"/>
                    <a:pt x="87" y="25"/>
                    <a:pt x="87" y="25"/>
                  </a:cubicBezTo>
                  <a:cubicBezTo>
                    <a:pt x="85" y="22"/>
                    <a:pt x="85" y="22"/>
                    <a:pt x="85" y="22"/>
                  </a:cubicBezTo>
                  <a:cubicBezTo>
                    <a:pt x="80" y="18"/>
                    <a:pt x="75" y="16"/>
                    <a:pt x="69" y="16"/>
                  </a:cubicBezTo>
                  <a:cubicBezTo>
                    <a:pt x="58" y="16"/>
                    <a:pt x="48" y="25"/>
                    <a:pt x="47" y="36"/>
                  </a:cubicBezTo>
                  <a:cubicBezTo>
                    <a:pt x="47" y="39"/>
                    <a:pt x="47" y="39"/>
                    <a:pt x="47" y="39"/>
                  </a:cubicBezTo>
                  <a:cubicBezTo>
                    <a:pt x="43" y="39"/>
                    <a:pt x="43" y="39"/>
                    <a:pt x="43" y="39"/>
                  </a:cubicBezTo>
                  <a:cubicBezTo>
                    <a:pt x="22" y="39"/>
                    <a:pt x="6" y="56"/>
                    <a:pt x="6" y="76"/>
                  </a:cubicBezTo>
                  <a:cubicBezTo>
                    <a:pt x="6" y="96"/>
                    <a:pt x="21" y="112"/>
                    <a:pt x="41" y="113"/>
                  </a:cubicBezTo>
                  <a:cubicBezTo>
                    <a:pt x="42" y="113"/>
                    <a:pt x="42" y="113"/>
                    <a:pt x="42" y="113"/>
                  </a:cubicBezTo>
                  <a:cubicBezTo>
                    <a:pt x="83" y="113"/>
                    <a:pt x="83" y="113"/>
                    <a:pt x="83" y="113"/>
                  </a:cubicBezTo>
                  <a:cubicBezTo>
                    <a:pt x="83" y="119"/>
                    <a:pt x="83" y="119"/>
                    <a:pt x="83" y="119"/>
                  </a:cubicBezTo>
                  <a:cubicBezTo>
                    <a:pt x="38" y="119"/>
                    <a:pt x="38" y="119"/>
                    <a:pt x="38" y="119"/>
                  </a:cubicBezTo>
                  <a:cubicBezTo>
                    <a:pt x="17" y="116"/>
                    <a:pt x="0" y="98"/>
                    <a:pt x="0" y="76"/>
                  </a:cubicBezTo>
                  <a:cubicBezTo>
                    <a:pt x="0" y="53"/>
                    <a:pt x="19" y="34"/>
                    <a:pt x="42" y="33"/>
                  </a:cubicBezTo>
                  <a:cubicBezTo>
                    <a:pt x="44" y="20"/>
                    <a:pt x="55" y="10"/>
                    <a:pt x="69" y="10"/>
                  </a:cubicBezTo>
                  <a:cubicBezTo>
                    <a:pt x="75" y="10"/>
                    <a:pt x="81" y="12"/>
                    <a:pt x="86" y="16"/>
                  </a:cubicBezTo>
                  <a:cubicBezTo>
                    <a:pt x="95" y="6"/>
                    <a:pt x="107" y="0"/>
                    <a:pt x="121" y="0"/>
                  </a:cubicBezTo>
                  <a:cubicBezTo>
                    <a:pt x="145" y="0"/>
                    <a:pt x="165" y="20"/>
                    <a:pt x="165" y="45"/>
                  </a:cubicBezTo>
                  <a:cubicBezTo>
                    <a:pt x="165" y="50"/>
                    <a:pt x="164" y="56"/>
                    <a:pt x="162" y="61"/>
                  </a:cubicBezTo>
                  <a:cubicBezTo>
                    <a:pt x="176" y="64"/>
                    <a:pt x="186" y="75"/>
                    <a:pt x="186" y="90"/>
                  </a:cubicBezTo>
                  <a:cubicBezTo>
                    <a:pt x="186" y="106"/>
                    <a:pt x="173" y="119"/>
                    <a:pt x="157" y="1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3" name="Freeform 218"/>
            <p:cNvSpPr>
              <a:spLocks/>
            </p:cNvSpPr>
            <p:nvPr/>
          </p:nvSpPr>
          <p:spPr bwMode="auto">
            <a:xfrm>
              <a:off x="6591300" y="6888163"/>
              <a:ext cx="198438" cy="111125"/>
            </a:xfrm>
            <a:custGeom>
              <a:avLst/>
              <a:gdLst>
                <a:gd name="T0" fmla="*/ 62 w 125"/>
                <a:gd name="T1" fmla="*/ 70 h 70"/>
                <a:gd name="T2" fmla="*/ 0 w 125"/>
                <a:gd name="T3" fmla="*/ 8 h 70"/>
                <a:gd name="T4" fmla="*/ 8 w 125"/>
                <a:gd name="T5" fmla="*/ 0 h 70"/>
                <a:gd name="T6" fmla="*/ 62 w 125"/>
                <a:gd name="T7" fmla="*/ 52 h 70"/>
                <a:gd name="T8" fmla="*/ 117 w 125"/>
                <a:gd name="T9" fmla="*/ 0 h 70"/>
                <a:gd name="T10" fmla="*/ 125 w 125"/>
                <a:gd name="T11" fmla="*/ 8 h 70"/>
                <a:gd name="T12" fmla="*/ 62 w 125"/>
                <a:gd name="T13" fmla="*/ 70 h 70"/>
              </a:gdLst>
              <a:ahLst/>
              <a:cxnLst>
                <a:cxn ang="0">
                  <a:pos x="T0" y="T1"/>
                </a:cxn>
                <a:cxn ang="0">
                  <a:pos x="T2" y="T3"/>
                </a:cxn>
                <a:cxn ang="0">
                  <a:pos x="T4" y="T5"/>
                </a:cxn>
                <a:cxn ang="0">
                  <a:pos x="T6" y="T7"/>
                </a:cxn>
                <a:cxn ang="0">
                  <a:pos x="T8" y="T9"/>
                </a:cxn>
                <a:cxn ang="0">
                  <a:pos x="T10" y="T11"/>
                </a:cxn>
                <a:cxn ang="0">
                  <a:pos x="T12" y="T13"/>
                </a:cxn>
              </a:cxnLst>
              <a:rect l="0" t="0" r="r" b="b"/>
              <a:pathLst>
                <a:path w="125" h="70">
                  <a:moveTo>
                    <a:pt x="62" y="70"/>
                  </a:moveTo>
                  <a:lnTo>
                    <a:pt x="0" y="8"/>
                  </a:lnTo>
                  <a:lnTo>
                    <a:pt x="8" y="0"/>
                  </a:lnTo>
                  <a:lnTo>
                    <a:pt x="62" y="52"/>
                  </a:lnTo>
                  <a:lnTo>
                    <a:pt x="117" y="0"/>
                  </a:lnTo>
                  <a:lnTo>
                    <a:pt x="125" y="8"/>
                  </a:lnTo>
                  <a:lnTo>
                    <a:pt x="62"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4" name="Rectangle 219"/>
            <p:cNvSpPr>
              <a:spLocks noChangeArrowheads="1"/>
            </p:cNvSpPr>
            <p:nvPr/>
          </p:nvSpPr>
          <p:spPr bwMode="auto">
            <a:xfrm>
              <a:off x="6680200" y="6613525"/>
              <a:ext cx="20638" cy="3667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905" name="组合 904"/>
          <p:cNvGrpSpPr/>
          <p:nvPr/>
        </p:nvGrpSpPr>
        <p:grpSpPr>
          <a:xfrm>
            <a:off x="5957849" y="4837273"/>
            <a:ext cx="274372" cy="368184"/>
            <a:chOff x="377825" y="6432550"/>
            <a:chExt cx="431800" cy="579438"/>
          </a:xfrm>
          <a:solidFill>
            <a:srgbClr val="707E84"/>
          </a:solidFill>
        </p:grpSpPr>
        <p:sp>
          <p:nvSpPr>
            <p:cNvPr id="906" name="Freeform 220"/>
            <p:cNvSpPr>
              <a:spLocks/>
            </p:cNvSpPr>
            <p:nvPr/>
          </p:nvSpPr>
          <p:spPr bwMode="auto">
            <a:xfrm>
              <a:off x="495300" y="6707188"/>
              <a:ext cx="196850" cy="114300"/>
            </a:xfrm>
            <a:custGeom>
              <a:avLst/>
              <a:gdLst>
                <a:gd name="T0" fmla="*/ 62 w 124"/>
                <a:gd name="T1" fmla="*/ 72 h 72"/>
                <a:gd name="T2" fmla="*/ 0 w 124"/>
                <a:gd name="T3" fmla="*/ 8 h 72"/>
                <a:gd name="T4" fmla="*/ 8 w 124"/>
                <a:gd name="T5" fmla="*/ 0 h 72"/>
                <a:gd name="T6" fmla="*/ 62 w 124"/>
                <a:gd name="T7" fmla="*/ 54 h 72"/>
                <a:gd name="T8" fmla="*/ 116 w 124"/>
                <a:gd name="T9" fmla="*/ 0 h 72"/>
                <a:gd name="T10" fmla="*/ 124 w 124"/>
                <a:gd name="T11" fmla="*/ 8 h 72"/>
                <a:gd name="T12" fmla="*/ 62 w 124"/>
                <a:gd name="T13" fmla="*/ 72 h 72"/>
              </a:gdLst>
              <a:ahLst/>
              <a:cxnLst>
                <a:cxn ang="0">
                  <a:pos x="T0" y="T1"/>
                </a:cxn>
                <a:cxn ang="0">
                  <a:pos x="T2" y="T3"/>
                </a:cxn>
                <a:cxn ang="0">
                  <a:pos x="T4" y="T5"/>
                </a:cxn>
                <a:cxn ang="0">
                  <a:pos x="T6" y="T7"/>
                </a:cxn>
                <a:cxn ang="0">
                  <a:pos x="T8" y="T9"/>
                </a:cxn>
                <a:cxn ang="0">
                  <a:pos x="T10" y="T11"/>
                </a:cxn>
                <a:cxn ang="0">
                  <a:pos x="T12" y="T13"/>
                </a:cxn>
              </a:cxnLst>
              <a:rect l="0" t="0" r="r" b="b"/>
              <a:pathLst>
                <a:path w="124" h="72">
                  <a:moveTo>
                    <a:pt x="62" y="72"/>
                  </a:moveTo>
                  <a:lnTo>
                    <a:pt x="0" y="8"/>
                  </a:lnTo>
                  <a:lnTo>
                    <a:pt x="8" y="0"/>
                  </a:lnTo>
                  <a:lnTo>
                    <a:pt x="62" y="54"/>
                  </a:lnTo>
                  <a:lnTo>
                    <a:pt x="116" y="0"/>
                  </a:lnTo>
                  <a:lnTo>
                    <a:pt x="124" y="8"/>
                  </a:lnTo>
                  <a:lnTo>
                    <a:pt x="62"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7" name="Rectangle 221"/>
            <p:cNvSpPr>
              <a:spLocks noChangeArrowheads="1"/>
            </p:cNvSpPr>
            <p:nvPr/>
          </p:nvSpPr>
          <p:spPr bwMode="auto">
            <a:xfrm>
              <a:off x="584200" y="6432550"/>
              <a:ext cx="19050" cy="3667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8" name="Freeform 222"/>
            <p:cNvSpPr>
              <a:spLocks/>
            </p:cNvSpPr>
            <p:nvPr/>
          </p:nvSpPr>
          <p:spPr bwMode="auto">
            <a:xfrm>
              <a:off x="377825" y="6578600"/>
              <a:ext cx="431800" cy="433388"/>
            </a:xfrm>
            <a:custGeom>
              <a:avLst/>
              <a:gdLst>
                <a:gd name="T0" fmla="*/ 272 w 272"/>
                <a:gd name="T1" fmla="*/ 273 h 273"/>
                <a:gd name="T2" fmla="*/ 0 w 272"/>
                <a:gd name="T3" fmla="*/ 273 h 273"/>
                <a:gd name="T4" fmla="*/ 0 w 272"/>
                <a:gd name="T5" fmla="*/ 0 h 273"/>
                <a:gd name="T6" fmla="*/ 102 w 272"/>
                <a:gd name="T7" fmla="*/ 0 h 273"/>
                <a:gd name="T8" fmla="*/ 102 w 272"/>
                <a:gd name="T9" fmla="*/ 12 h 273"/>
                <a:gd name="T10" fmla="*/ 14 w 272"/>
                <a:gd name="T11" fmla="*/ 12 h 273"/>
                <a:gd name="T12" fmla="*/ 14 w 272"/>
                <a:gd name="T13" fmla="*/ 259 h 273"/>
                <a:gd name="T14" fmla="*/ 260 w 272"/>
                <a:gd name="T15" fmla="*/ 259 h 273"/>
                <a:gd name="T16" fmla="*/ 260 w 272"/>
                <a:gd name="T17" fmla="*/ 12 h 273"/>
                <a:gd name="T18" fmla="*/ 174 w 272"/>
                <a:gd name="T19" fmla="*/ 12 h 273"/>
                <a:gd name="T20" fmla="*/ 174 w 272"/>
                <a:gd name="T21" fmla="*/ 0 h 273"/>
                <a:gd name="T22" fmla="*/ 272 w 272"/>
                <a:gd name="T23" fmla="*/ 0 h 273"/>
                <a:gd name="T24" fmla="*/ 272 w 272"/>
                <a:gd name="T25" fmla="*/ 273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2" h="273">
                  <a:moveTo>
                    <a:pt x="272" y="273"/>
                  </a:moveTo>
                  <a:lnTo>
                    <a:pt x="0" y="273"/>
                  </a:lnTo>
                  <a:lnTo>
                    <a:pt x="0" y="0"/>
                  </a:lnTo>
                  <a:lnTo>
                    <a:pt x="102" y="0"/>
                  </a:lnTo>
                  <a:lnTo>
                    <a:pt x="102" y="12"/>
                  </a:lnTo>
                  <a:lnTo>
                    <a:pt x="14" y="12"/>
                  </a:lnTo>
                  <a:lnTo>
                    <a:pt x="14" y="259"/>
                  </a:lnTo>
                  <a:lnTo>
                    <a:pt x="260" y="259"/>
                  </a:lnTo>
                  <a:lnTo>
                    <a:pt x="260" y="12"/>
                  </a:lnTo>
                  <a:lnTo>
                    <a:pt x="174" y="12"/>
                  </a:lnTo>
                  <a:lnTo>
                    <a:pt x="174" y="0"/>
                  </a:lnTo>
                  <a:lnTo>
                    <a:pt x="272" y="0"/>
                  </a:lnTo>
                  <a:lnTo>
                    <a:pt x="272" y="2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909" name="组合 908"/>
          <p:cNvGrpSpPr/>
          <p:nvPr/>
        </p:nvGrpSpPr>
        <p:grpSpPr>
          <a:xfrm>
            <a:off x="6416787" y="4828195"/>
            <a:ext cx="280425" cy="386341"/>
            <a:chOff x="1585913" y="6410325"/>
            <a:chExt cx="441325" cy="608013"/>
          </a:xfrm>
          <a:solidFill>
            <a:srgbClr val="707E84"/>
          </a:solidFill>
        </p:grpSpPr>
        <p:sp>
          <p:nvSpPr>
            <p:cNvPr id="910" name="Freeform 223"/>
            <p:cNvSpPr>
              <a:spLocks/>
            </p:cNvSpPr>
            <p:nvPr/>
          </p:nvSpPr>
          <p:spPr bwMode="auto">
            <a:xfrm>
              <a:off x="1703388" y="6410325"/>
              <a:ext cx="206375" cy="117475"/>
            </a:xfrm>
            <a:custGeom>
              <a:avLst/>
              <a:gdLst>
                <a:gd name="T0" fmla="*/ 10 w 130"/>
                <a:gd name="T1" fmla="*/ 74 h 74"/>
                <a:gd name="T2" fmla="*/ 0 w 130"/>
                <a:gd name="T3" fmla="*/ 66 h 74"/>
                <a:gd name="T4" fmla="*/ 64 w 130"/>
                <a:gd name="T5" fmla="*/ 0 h 74"/>
                <a:gd name="T6" fmla="*/ 130 w 130"/>
                <a:gd name="T7" fmla="*/ 66 h 74"/>
                <a:gd name="T8" fmla="*/ 120 w 130"/>
                <a:gd name="T9" fmla="*/ 74 h 74"/>
                <a:gd name="T10" fmla="*/ 64 w 130"/>
                <a:gd name="T11" fmla="*/ 20 h 74"/>
                <a:gd name="T12" fmla="*/ 10 w 130"/>
                <a:gd name="T13" fmla="*/ 74 h 74"/>
              </a:gdLst>
              <a:ahLst/>
              <a:cxnLst>
                <a:cxn ang="0">
                  <a:pos x="T0" y="T1"/>
                </a:cxn>
                <a:cxn ang="0">
                  <a:pos x="T2" y="T3"/>
                </a:cxn>
                <a:cxn ang="0">
                  <a:pos x="T4" y="T5"/>
                </a:cxn>
                <a:cxn ang="0">
                  <a:pos x="T6" y="T7"/>
                </a:cxn>
                <a:cxn ang="0">
                  <a:pos x="T8" y="T9"/>
                </a:cxn>
                <a:cxn ang="0">
                  <a:pos x="T10" y="T11"/>
                </a:cxn>
                <a:cxn ang="0">
                  <a:pos x="T12" y="T13"/>
                </a:cxn>
              </a:cxnLst>
              <a:rect l="0" t="0" r="r" b="b"/>
              <a:pathLst>
                <a:path w="130" h="74">
                  <a:moveTo>
                    <a:pt x="10" y="74"/>
                  </a:moveTo>
                  <a:lnTo>
                    <a:pt x="0" y="66"/>
                  </a:lnTo>
                  <a:lnTo>
                    <a:pt x="64" y="0"/>
                  </a:lnTo>
                  <a:lnTo>
                    <a:pt x="130" y="66"/>
                  </a:lnTo>
                  <a:lnTo>
                    <a:pt x="120" y="74"/>
                  </a:lnTo>
                  <a:lnTo>
                    <a:pt x="64" y="20"/>
                  </a:lnTo>
                  <a:lnTo>
                    <a:pt x="10" y="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11" name="Rectangle 224"/>
            <p:cNvSpPr>
              <a:spLocks noChangeArrowheads="1"/>
            </p:cNvSpPr>
            <p:nvPr/>
          </p:nvSpPr>
          <p:spPr bwMode="auto">
            <a:xfrm>
              <a:off x="1795463" y="6432550"/>
              <a:ext cx="22225" cy="3762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12" name="Freeform 225"/>
            <p:cNvSpPr>
              <a:spLocks/>
            </p:cNvSpPr>
            <p:nvPr/>
          </p:nvSpPr>
          <p:spPr bwMode="auto">
            <a:xfrm>
              <a:off x="1585913" y="6572250"/>
              <a:ext cx="441325" cy="446088"/>
            </a:xfrm>
            <a:custGeom>
              <a:avLst/>
              <a:gdLst>
                <a:gd name="T0" fmla="*/ 278 w 278"/>
                <a:gd name="T1" fmla="*/ 281 h 281"/>
                <a:gd name="T2" fmla="*/ 0 w 278"/>
                <a:gd name="T3" fmla="*/ 281 h 281"/>
                <a:gd name="T4" fmla="*/ 0 w 278"/>
                <a:gd name="T5" fmla="*/ 0 h 281"/>
                <a:gd name="T6" fmla="*/ 104 w 278"/>
                <a:gd name="T7" fmla="*/ 0 h 281"/>
                <a:gd name="T8" fmla="*/ 104 w 278"/>
                <a:gd name="T9" fmla="*/ 14 h 281"/>
                <a:gd name="T10" fmla="*/ 12 w 278"/>
                <a:gd name="T11" fmla="*/ 14 h 281"/>
                <a:gd name="T12" fmla="*/ 12 w 278"/>
                <a:gd name="T13" fmla="*/ 269 h 281"/>
                <a:gd name="T14" fmla="*/ 266 w 278"/>
                <a:gd name="T15" fmla="*/ 269 h 281"/>
                <a:gd name="T16" fmla="*/ 266 w 278"/>
                <a:gd name="T17" fmla="*/ 14 h 281"/>
                <a:gd name="T18" fmla="*/ 178 w 278"/>
                <a:gd name="T19" fmla="*/ 14 h 281"/>
                <a:gd name="T20" fmla="*/ 178 w 278"/>
                <a:gd name="T21" fmla="*/ 0 h 281"/>
                <a:gd name="T22" fmla="*/ 278 w 278"/>
                <a:gd name="T23" fmla="*/ 0 h 281"/>
                <a:gd name="T24" fmla="*/ 278 w 278"/>
                <a:gd name="T25" fmla="*/ 281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8" h="281">
                  <a:moveTo>
                    <a:pt x="278" y="281"/>
                  </a:moveTo>
                  <a:lnTo>
                    <a:pt x="0" y="281"/>
                  </a:lnTo>
                  <a:lnTo>
                    <a:pt x="0" y="0"/>
                  </a:lnTo>
                  <a:lnTo>
                    <a:pt x="104" y="0"/>
                  </a:lnTo>
                  <a:lnTo>
                    <a:pt x="104" y="14"/>
                  </a:lnTo>
                  <a:lnTo>
                    <a:pt x="12" y="14"/>
                  </a:lnTo>
                  <a:lnTo>
                    <a:pt x="12" y="269"/>
                  </a:lnTo>
                  <a:lnTo>
                    <a:pt x="266" y="269"/>
                  </a:lnTo>
                  <a:lnTo>
                    <a:pt x="266" y="14"/>
                  </a:lnTo>
                  <a:lnTo>
                    <a:pt x="178" y="14"/>
                  </a:lnTo>
                  <a:lnTo>
                    <a:pt x="178" y="0"/>
                  </a:lnTo>
                  <a:lnTo>
                    <a:pt x="278" y="0"/>
                  </a:lnTo>
                  <a:lnTo>
                    <a:pt x="278" y="2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913" name="Freeform 230"/>
          <p:cNvSpPr>
            <a:spLocks noEditPoints="1"/>
          </p:cNvSpPr>
          <p:nvPr/>
        </p:nvSpPr>
        <p:spPr bwMode="auto">
          <a:xfrm>
            <a:off x="4470446" y="4834247"/>
            <a:ext cx="371210" cy="374236"/>
          </a:xfrm>
          <a:custGeom>
            <a:avLst/>
            <a:gdLst>
              <a:gd name="T0" fmla="*/ 130 w 184"/>
              <a:gd name="T1" fmla="*/ 185 h 185"/>
              <a:gd name="T2" fmla="*/ 54 w 184"/>
              <a:gd name="T3" fmla="*/ 185 h 185"/>
              <a:gd name="T4" fmla="*/ 39 w 184"/>
              <a:gd name="T5" fmla="*/ 170 h 185"/>
              <a:gd name="T6" fmla="*/ 39 w 184"/>
              <a:gd name="T7" fmla="*/ 104 h 185"/>
              <a:gd name="T8" fmla="*/ 16 w 184"/>
              <a:gd name="T9" fmla="*/ 104 h 185"/>
              <a:gd name="T10" fmla="*/ 2 w 184"/>
              <a:gd name="T11" fmla="*/ 95 h 185"/>
              <a:gd name="T12" fmla="*/ 5 w 184"/>
              <a:gd name="T13" fmla="*/ 79 h 185"/>
              <a:gd name="T14" fmla="*/ 81 w 184"/>
              <a:gd name="T15" fmla="*/ 5 h 185"/>
              <a:gd name="T16" fmla="*/ 92 w 184"/>
              <a:gd name="T17" fmla="*/ 0 h 185"/>
              <a:gd name="T18" fmla="*/ 103 w 184"/>
              <a:gd name="T19" fmla="*/ 5 h 185"/>
              <a:gd name="T20" fmla="*/ 178 w 184"/>
              <a:gd name="T21" fmla="*/ 79 h 185"/>
              <a:gd name="T22" fmla="*/ 181 w 184"/>
              <a:gd name="T23" fmla="*/ 95 h 185"/>
              <a:gd name="T24" fmla="*/ 168 w 184"/>
              <a:gd name="T25" fmla="*/ 104 h 185"/>
              <a:gd name="T26" fmla="*/ 145 w 184"/>
              <a:gd name="T27" fmla="*/ 104 h 185"/>
              <a:gd name="T28" fmla="*/ 145 w 184"/>
              <a:gd name="T29" fmla="*/ 170 h 185"/>
              <a:gd name="T30" fmla="*/ 130 w 184"/>
              <a:gd name="T31" fmla="*/ 185 h 185"/>
              <a:gd name="T32" fmla="*/ 92 w 184"/>
              <a:gd name="T33" fmla="*/ 8 h 185"/>
              <a:gd name="T34" fmla="*/ 87 w 184"/>
              <a:gd name="T35" fmla="*/ 10 h 185"/>
              <a:gd name="T36" fmla="*/ 11 w 184"/>
              <a:gd name="T37" fmla="*/ 84 h 185"/>
              <a:gd name="T38" fmla="*/ 9 w 184"/>
              <a:gd name="T39" fmla="*/ 92 h 185"/>
              <a:gd name="T40" fmla="*/ 16 w 184"/>
              <a:gd name="T41" fmla="*/ 96 h 185"/>
              <a:gd name="T42" fmla="*/ 47 w 184"/>
              <a:gd name="T43" fmla="*/ 96 h 185"/>
              <a:gd name="T44" fmla="*/ 47 w 184"/>
              <a:gd name="T45" fmla="*/ 170 h 185"/>
              <a:gd name="T46" fmla="*/ 54 w 184"/>
              <a:gd name="T47" fmla="*/ 177 h 185"/>
              <a:gd name="T48" fmla="*/ 130 w 184"/>
              <a:gd name="T49" fmla="*/ 177 h 185"/>
              <a:gd name="T50" fmla="*/ 137 w 184"/>
              <a:gd name="T51" fmla="*/ 170 h 185"/>
              <a:gd name="T52" fmla="*/ 137 w 184"/>
              <a:gd name="T53" fmla="*/ 96 h 185"/>
              <a:gd name="T54" fmla="*/ 168 w 184"/>
              <a:gd name="T55" fmla="*/ 96 h 185"/>
              <a:gd name="T56" fmla="*/ 174 w 184"/>
              <a:gd name="T57" fmla="*/ 92 h 185"/>
              <a:gd name="T58" fmla="*/ 173 w 184"/>
              <a:gd name="T59" fmla="*/ 84 h 185"/>
              <a:gd name="T60" fmla="*/ 97 w 184"/>
              <a:gd name="T61" fmla="*/ 10 h 185"/>
              <a:gd name="T62" fmla="*/ 92 w 184"/>
              <a:gd name="T63" fmla="*/ 8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4" h="185">
                <a:moveTo>
                  <a:pt x="130" y="185"/>
                </a:moveTo>
                <a:cubicBezTo>
                  <a:pt x="54" y="185"/>
                  <a:pt x="54" y="185"/>
                  <a:pt x="54" y="185"/>
                </a:cubicBezTo>
                <a:cubicBezTo>
                  <a:pt x="45" y="185"/>
                  <a:pt x="39" y="179"/>
                  <a:pt x="39" y="170"/>
                </a:cubicBezTo>
                <a:cubicBezTo>
                  <a:pt x="39" y="104"/>
                  <a:pt x="39" y="104"/>
                  <a:pt x="39" y="104"/>
                </a:cubicBezTo>
                <a:cubicBezTo>
                  <a:pt x="16" y="104"/>
                  <a:pt x="16" y="104"/>
                  <a:pt x="16" y="104"/>
                </a:cubicBezTo>
                <a:cubicBezTo>
                  <a:pt x="10" y="104"/>
                  <a:pt x="4" y="100"/>
                  <a:pt x="2" y="95"/>
                </a:cubicBezTo>
                <a:cubicBezTo>
                  <a:pt x="0" y="89"/>
                  <a:pt x="1" y="83"/>
                  <a:pt x="5" y="79"/>
                </a:cubicBezTo>
                <a:cubicBezTo>
                  <a:pt x="81" y="5"/>
                  <a:pt x="81" y="5"/>
                  <a:pt x="81" y="5"/>
                </a:cubicBezTo>
                <a:cubicBezTo>
                  <a:pt x="84" y="2"/>
                  <a:pt x="88" y="0"/>
                  <a:pt x="92" y="0"/>
                </a:cubicBezTo>
                <a:cubicBezTo>
                  <a:pt x="96" y="0"/>
                  <a:pt x="100" y="2"/>
                  <a:pt x="103" y="5"/>
                </a:cubicBezTo>
                <a:cubicBezTo>
                  <a:pt x="178" y="79"/>
                  <a:pt x="178" y="79"/>
                  <a:pt x="178" y="79"/>
                </a:cubicBezTo>
                <a:cubicBezTo>
                  <a:pt x="183" y="83"/>
                  <a:pt x="184" y="89"/>
                  <a:pt x="181" y="95"/>
                </a:cubicBezTo>
                <a:cubicBezTo>
                  <a:pt x="179" y="100"/>
                  <a:pt x="174" y="104"/>
                  <a:pt x="168" y="104"/>
                </a:cubicBezTo>
                <a:cubicBezTo>
                  <a:pt x="145" y="104"/>
                  <a:pt x="145" y="104"/>
                  <a:pt x="145" y="104"/>
                </a:cubicBezTo>
                <a:cubicBezTo>
                  <a:pt x="145" y="170"/>
                  <a:pt x="145" y="170"/>
                  <a:pt x="145" y="170"/>
                </a:cubicBezTo>
                <a:cubicBezTo>
                  <a:pt x="145" y="179"/>
                  <a:pt x="138" y="185"/>
                  <a:pt x="130" y="185"/>
                </a:cubicBezTo>
                <a:close/>
                <a:moveTo>
                  <a:pt x="92" y="8"/>
                </a:moveTo>
                <a:cubicBezTo>
                  <a:pt x="90" y="8"/>
                  <a:pt x="88" y="9"/>
                  <a:pt x="87" y="10"/>
                </a:cubicBezTo>
                <a:cubicBezTo>
                  <a:pt x="11" y="84"/>
                  <a:pt x="11" y="84"/>
                  <a:pt x="11" y="84"/>
                </a:cubicBezTo>
                <a:cubicBezTo>
                  <a:pt x="9" y="86"/>
                  <a:pt x="8" y="89"/>
                  <a:pt x="9" y="92"/>
                </a:cubicBezTo>
                <a:cubicBezTo>
                  <a:pt x="10" y="94"/>
                  <a:pt x="13" y="96"/>
                  <a:pt x="16" y="96"/>
                </a:cubicBezTo>
                <a:cubicBezTo>
                  <a:pt x="47" y="96"/>
                  <a:pt x="47" y="96"/>
                  <a:pt x="47" y="96"/>
                </a:cubicBezTo>
                <a:cubicBezTo>
                  <a:pt x="47" y="170"/>
                  <a:pt x="47" y="170"/>
                  <a:pt x="47" y="170"/>
                </a:cubicBezTo>
                <a:cubicBezTo>
                  <a:pt x="47" y="174"/>
                  <a:pt x="50" y="177"/>
                  <a:pt x="54" y="177"/>
                </a:cubicBezTo>
                <a:cubicBezTo>
                  <a:pt x="130" y="177"/>
                  <a:pt x="130" y="177"/>
                  <a:pt x="130" y="177"/>
                </a:cubicBezTo>
                <a:cubicBezTo>
                  <a:pt x="133" y="177"/>
                  <a:pt x="137" y="174"/>
                  <a:pt x="137" y="170"/>
                </a:cubicBezTo>
                <a:cubicBezTo>
                  <a:pt x="137" y="96"/>
                  <a:pt x="137" y="96"/>
                  <a:pt x="137" y="96"/>
                </a:cubicBezTo>
                <a:cubicBezTo>
                  <a:pt x="168" y="96"/>
                  <a:pt x="168" y="96"/>
                  <a:pt x="168" y="96"/>
                </a:cubicBezTo>
                <a:cubicBezTo>
                  <a:pt x="170" y="96"/>
                  <a:pt x="173" y="94"/>
                  <a:pt x="174" y="92"/>
                </a:cubicBezTo>
                <a:cubicBezTo>
                  <a:pt x="175" y="89"/>
                  <a:pt x="175" y="86"/>
                  <a:pt x="173" y="84"/>
                </a:cubicBezTo>
                <a:cubicBezTo>
                  <a:pt x="97" y="10"/>
                  <a:pt x="97" y="10"/>
                  <a:pt x="97" y="10"/>
                </a:cubicBezTo>
                <a:cubicBezTo>
                  <a:pt x="95" y="9"/>
                  <a:pt x="94" y="8"/>
                  <a:pt x="92" y="8"/>
                </a:cubicBezTo>
                <a:close/>
              </a:path>
            </a:pathLst>
          </a:custGeom>
          <a:solidFill>
            <a:srgbClr val="707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Tree>
    <p:extLst>
      <p:ext uri="{BB962C8B-B14F-4D97-AF65-F5344CB8AC3E}">
        <p14:creationId xmlns:p14="http://schemas.microsoft.com/office/powerpoint/2010/main" val="1329878366"/>
      </p:ext>
    </p:extLst>
  </p:cSld>
  <p:clrMapOvr>
    <a:masterClrMapping/>
  </p:clrMapOvr>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333543" y="572089"/>
            <a:ext cx="613131" cy="1492179"/>
            <a:chOff x="163513" y="128588"/>
            <a:chExt cx="706438" cy="1719262"/>
          </a:xfrm>
          <a:solidFill>
            <a:schemeClr val="tx1">
              <a:lumMod val="65000"/>
              <a:lumOff val="35000"/>
            </a:schemeClr>
          </a:solidFill>
        </p:grpSpPr>
        <p:sp>
          <p:nvSpPr>
            <p:cNvPr id="3" name="Freeform 5"/>
            <p:cNvSpPr>
              <a:spLocks/>
            </p:cNvSpPr>
            <p:nvPr/>
          </p:nvSpPr>
          <p:spPr bwMode="auto">
            <a:xfrm>
              <a:off x="331788" y="128588"/>
              <a:ext cx="369888" cy="369888"/>
            </a:xfrm>
            <a:custGeom>
              <a:avLst/>
              <a:gdLst>
                <a:gd name="T0" fmla="*/ 78 w 197"/>
                <a:gd name="T1" fmla="*/ 186 h 197"/>
                <a:gd name="T2" fmla="*/ 186 w 197"/>
                <a:gd name="T3" fmla="*/ 119 h 197"/>
                <a:gd name="T4" fmla="*/ 119 w 197"/>
                <a:gd name="T5" fmla="*/ 11 h 197"/>
                <a:gd name="T6" fmla="*/ 11 w 197"/>
                <a:gd name="T7" fmla="*/ 78 h 197"/>
                <a:gd name="T8" fmla="*/ 78 w 197"/>
                <a:gd name="T9" fmla="*/ 186 h 197"/>
              </a:gdLst>
              <a:ahLst/>
              <a:cxnLst>
                <a:cxn ang="0">
                  <a:pos x="T0" y="T1"/>
                </a:cxn>
                <a:cxn ang="0">
                  <a:pos x="T2" y="T3"/>
                </a:cxn>
                <a:cxn ang="0">
                  <a:pos x="T4" y="T5"/>
                </a:cxn>
                <a:cxn ang="0">
                  <a:pos x="T6" y="T7"/>
                </a:cxn>
                <a:cxn ang="0">
                  <a:pos x="T8" y="T9"/>
                </a:cxn>
              </a:cxnLst>
              <a:rect l="0" t="0" r="r" b="b"/>
              <a:pathLst>
                <a:path w="197" h="197">
                  <a:moveTo>
                    <a:pt x="78" y="186"/>
                  </a:moveTo>
                  <a:cubicBezTo>
                    <a:pt x="127" y="197"/>
                    <a:pt x="175" y="167"/>
                    <a:pt x="186" y="119"/>
                  </a:cubicBezTo>
                  <a:cubicBezTo>
                    <a:pt x="197" y="70"/>
                    <a:pt x="167" y="22"/>
                    <a:pt x="119" y="11"/>
                  </a:cubicBezTo>
                  <a:cubicBezTo>
                    <a:pt x="71" y="0"/>
                    <a:pt x="22" y="30"/>
                    <a:pt x="11" y="78"/>
                  </a:cubicBezTo>
                  <a:cubicBezTo>
                    <a:pt x="0" y="126"/>
                    <a:pt x="30" y="175"/>
                    <a:pt x="78" y="1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Freeform 6"/>
            <p:cNvSpPr>
              <a:spLocks/>
            </p:cNvSpPr>
            <p:nvPr/>
          </p:nvSpPr>
          <p:spPr bwMode="auto">
            <a:xfrm>
              <a:off x="163513" y="533400"/>
              <a:ext cx="706438" cy="1314450"/>
            </a:xfrm>
            <a:custGeom>
              <a:avLst/>
              <a:gdLst>
                <a:gd name="T0" fmla="*/ 34 w 375"/>
                <a:gd name="T1" fmla="*/ 383 h 698"/>
                <a:gd name="T2" fmla="*/ 36 w 375"/>
                <a:gd name="T3" fmla="*/ 383 h 698"/>
                <a:gd name="T4" fmla="*/ 66 w 375"/>
                <a:gd name="T5" fmla="*/ 350 h 698"/>
                <a:gd name="T6" fmla="*/ 64 w 375"/>
                <a:gd name="T7" fmla="*/ 273 h 698"/>
                <a:gd name="T8" fmla="*/ 79 w 375"/>
                <a:gd name="T9" fmla="*/ 120 h 698"/>
                <a:gd name="T10" fmla="*/ 79 w 375"/>
                <a:gd name="T11" fmla="*/ 229 h 698"/>
                <a:gd name="T12" fmla="*/ 79 w 375"/>
                <a:gd name="T13" fmla="*/ 305 h 698"/>
                <a:gd name="T14" fmla="*/ 79 w 375"/>
                <a:gd name="T15" fmla="*/ 649 h 698"/>
                <a:gd name="T16" fmla="*/ 129 w 375"/>
                <a:gd name="T17" fmla="*/ 698 h 698"/>
                <a:gd name="T18" fmla="*/ 178 w 375"/>
                <a:gd name="T19" fmla="*/ 649 h 698"/>
                <a:gd name="T20" fmla="*/ 178 w 375"/>
                <a:gd name="T21" fmla="*/ 336 h 698"/>
                <a:gd name="T22" fmla="*/ 197 w 375"/>
                <a:gd name="T23" fmla="*/ 336 h 698"/>
                <a:gd name="T24" fmla="*/ 197 w 375"/>
                <a:gd name="T25" fmla="*/ 649 h 698"/>
                <a:gd name="T26" fmla="*/ 246 w 375"/>
                <a:gd name="T27" fmla="*/ 698 h 698"/>
                <a:gd name="T28" fmla="*/ 296 w 375"/>
                <a:gd name="T29" fmla="*/ 649 h 698"/>
                <a:gd name="T30" fmla="*/ 296 w 375"/>
                <a:gd name="T31" fmla="*/ 305 h 698"/>
                <a:gd name="T32" fmla="*/ 296 w 375"/>
                <a:gd name="T33" fmla="*/ 229 h 698"/>
                <a:gd name="T34" fmla="*/ 296 w 375"/>
                <a:gd name="T35" fmla="*/ 120 h 698"/>
                <a:gd name="T36" fmla="*/ 311 w 375"/>
                <a:gd name="T37" fmla="*/ 273 h 698"/>
                <a:gd name="T38" fmla="*/ 309 w 375"/>
                <a:gd name="T39" fmla="*/ 350 h 698"/>
                <a:gd name="T40" fmla="*/ 339 w 375"/>
                <a:gd name="T41" fmla="*/ 383 h 698"/>
                <a:gd name="T42" fmla="*/ 341 w 375"/>
                <a:gd name="T43" fmla="*/ 383 h 698"/>
                <a:gd name="T44" fmla="*/ 373 w 375"/>
                <a:gd name="T45" fmla="*/ 353 h 698"/>
                <a:gd name="T46" fmla="*/ 375 w 375"/>
                <a:gd name="T47" fmla="*/ 273 h 698"/>
                <a:gd name="T48" fmla="*/ 336 w 375"/>
                <a:gd name="T49" fmla="*/ 50 h 698"/>
                <a:gd name="T50" fmla="*/ 298 w 375"/>
                <a:gd name="T51" fmla="*/ 10 h 698"/>
                <a:gd name="T52" fmla="*/ 272 w 375"/>
                <a:gd name="T53" fmla="*/ 1 h 698"/>
                <a:gd name="T54" fmla="*/ 265 w 375"/>
                <a:gd name="T55" fmla="*/ 0 h 698"/>
                <a:gd name="T56" fmla="*/ 110 w 375"/>
                <a:gd name="T57" fmla="*/ 0 h 698"/>
                <a:gd name="T58" fmla="*/ 103 w 375"/>
                <a:gd name="T59" fmla="*/ 1 h 698"/>
                <a:gd name="T60" fmla="*/ 77 w 375"/>
                <a:gd name="T61" fmla="*/ 10 h 698"/>
                <a:gd name="T62" fmla="*/ 23 w 375"/>
                <a:gd name="T63" fmla="*/ 85 h 698"/>
                <a:gd name="T64" fmla="*/ 0 w 375"/>
                <a:gd name="T65" fmla="*/ 273 h 698"/>
                <a:gd name="T66" fmla="*/ 2 w 375"/>
                <a:gd name="T67" fmla="*/ 353 h 698"/>
                <a:gd name="T68" fmla="*/ 34 w 375"/>
                <a:gd name="T69" fmla="*/ 383 h 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75" h="698">
                  <a:moveTo>
                    <a:pt x="34" y="383"/>
                  </a:moveTo>
                  <a:cubicBezTo>
                    <a:pt x="35" y="383"/>
                    <a:pt x="35" y="383"/>
                    <a:pt x="36" y="383"/>
                  </a:cubicBezTo>
                  <a:cubicBezTo>
                    <a:pt x="53" y="382"/>
                    <a:pt x="67" y="367"/>
                    <a:pt x="66" y="350"/>
                  </a:cubicBezTo>
                  <a:cubicBezTo>
                    <a:pt x="64" y="322"/>
                    <a:pt x="64" y="296"/>
                    <a:pt x="64" y="273"/>
                  </a:cubicBezTo>
                  <a:cubicBezTo>
                    <a:pt x="64" y="201"/>
                    <a:pt x="71" y="152"/>
                    <a:pt x="79" y="120"/>
                  </a:cubicBezTo>
                  <a:cubicBezTo>
                    <a:pt x="79" y="229"/>
                    <a:pt x="79" y="229"/>
                    <a:pt x="79" y="229"/>
                  </a:cubicBezTo>
                  <a:cubicBezTo>
                    <a:pt x="79" y="305"/>
                    <a:pt x="79" y="305"/>
                    <a:pt x="79" y="305"/>
                  </a:cubicBezTo>
                  <a:cubicBezTo>
                    <a:pt x="79" y="649"/>
                    <a:pt x="79" y="649"/>
                    <a:pt x="79" y="649"/>
                  </a:cubicBezTo>
                  <a:cubicBezTo>
                    <a:pt x="79" y="676"/>
                    <a:pt x="102" y="698"/>
                    <a:pt x="129" y="698"/>
                  </a:cubicBezTo>
                  <a:cubicBezTo>
                    <a:pt x="156" y="698"/>
                    <a:pt x="178" y="676"/>
                    <a:pt x="178" y="649"/>
                  </a:cubicBezTo>
                  <a:cubicBezTo>
                    <a:pt x="178" y="336"/>
                    <a:pt x="178" y="336"/>
                    <a:pt x="178" y="336"/>
                  </a:cubicBezTo>
                  <a:cubicBezTo>
                    <a:pt x="197" y="336"/>
                    <a:pt x="197" y="336"/>
                    <a:pt x="197" y="336"/>
                  </a:cubicBezTo>
                  <a:cubicBezTo>
                    <a:pt x="197" y="649"/>
                    <a:pt x="197" y="649"/>
                    <a:pt x="197" y="649"/>
                  </a:cubicBezTo>
                  <a:cubicBezTo>
                    <a:pt x="197" y="676"/>
                    <a:pt x="219" y="698"/>
                    <a:pt x="246" y="698"/>
                  </a:cubicBezTo>
                  <a:cubicBezTo>
                    <a:pt x="274" y="698"/>
                    <a:pt x="296" y="676"/>
                    <a:pt x="296" y="649"/>
                  </a:cubicBezTo>
                  <a:cubicBezTo>
                    <a:pt x="296" y="305"/>
                    <a:pt x="296" y="305"/>
                    <a:pt x="296" y="305"/>
                  </a:cubicBezTo>
                  <a:cubicBezTo>
                    <a:pt x="296" y="229"/>
                    <a:pt x="296" y="229"/>
                    <a:pt x="296" y="229"/>
                  </a:cubicBezTo>
                  <a:cubicBezTo>
                    <a:pt x="296" y="120"/>
                    <a:pt x="296" y="120"/>
                    <a:pt x="296" y="120"/>
                  </a:cubicBezTo>
                  <a:cubicBezTo>
                    <a:pt x="304" y="152"/>
                    <a:pt x="311" y="201"/>
                    <a:pt x="311" y="273"/>
                  </a:cubicBezTo>
                  <a:cubicBezTo>
                    <a:pt x="311" y="296"/>
                    <a:pt x="311" y="322"/>
                    <a:pt x="309" y="350"/>
                  </a:cubicBezTo>
                  <a:cubicBezTo>
                    <a:pt x="308" y="367"/>
                    <a:pt x="322" y="382"/>
                    <a:pt x="339" y="383"/>
                  </a:cubicBezTo>
                  <a:cubicBezTo>
                    <a:pt x="340" y="383"/>
                    <a:pt x="341" y="383"/>
                    <a:pt x="341" y="383"/>
                  </a:cubicBezTo>
                  <a:cubicBezTo>
                    <a:pt x="358" y="383"/>
                    <a:pt x="372" y="370"/>
                    <a:pt x="373" y="353"/>
                  </a:cubicBezTo>
                  <a:cubicBezTo>
                    <a:pt x="375" y="324"/>
                    <a:pt x="375" y="297"/>
                    <a:pt x="375" y="273"/>
                  </a:cubicBezTo>
                  <a:cubicBezTo>
                    <a:pt x="375" y="154"/>
                    <a:pt x="359" y="90"/>
                    <a:pt x="336" y="50"/>
                  </a:cubicBezTo>
                  <a:cubicBezTo>
                    <a:pt x="325" y="30"/>
                    <a:pt x="311" y="17"/>
                    <a:pt x="298" y="10"/>
                  </a:cubicBezTo>
                  <a:cubicBezTo>
                    <a:pt x="288" y="4"/>
                    <a:pt x="279" y="2"/>
                    <a:pt x="272" y="1"/>
                  </a:cubicBezTo>
                  <a:cubicBezTo>
                    <a:pt x="270" y="1"/>
                    <a:pt x="267" y="0"/>
                    <a:pt x="265" y="0"/>
                  </a:cubicBezTo>
                  <a:cubicBezTo>
                    <a:pt x="110" y="0"/>
                    <a:pt x="110" y="0"/>
                    <a:pt x="110" y="0"/>
                  </a:cubicBezTo>
                  <a:cubicBezTo>
                    <a:pt x="108" y="0"/>
                    <a:pt x="106" y="1"/>
                    <a:pt x="103" y="1"/>
                  </a:cubicBezTo>
                  <a:cubicBezTo>
                    <a:pt x="96" y="2"/>
                    <a:pt x="87" y="4"/>
                    <a:pt x="77" y="10"/>
                  </a:cubicBezTo>
                  <a:cubicBezTo>
                    <a:pt x="57" y="21"/>
                    <a:pt x="37" y="45"/>
                    <a:pt x="23" y="85"/>
                  </a:cubicBezTo>
                  <a:cubicBezTo>
                    <a:pt x="9" y="125"/>
                    <a:pt x="0" y="184"/>
                    <a:pt x="0" y="273"/>
                  </a:cubicBezTo>
                  <a:cubicBezTo>
                    <a:pt x="0" y="297"/>
                    <a:pt x="0" y="324"/>
                    <a:pt x="2" y="353"/>
                  </a:cubicBezTo>
                  <a:cubicBezTo>
                    <a:pt x="3" y="370"/>
                    <a:pt x="17" y="383"/>
                    <a:pt x="34" y="3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 name="组合 4"/>
          <p:cNvGrpSpPr/>
          <p:nvPr/>
        </p:nvGrpSpPr>
        <p:grpSpPr>
          <a:xfrm>
            <a:off x="4334734" y="566578"/>
            <a:ext cx="654465" cy="1501824"/>
            <a:chOff x="4773613" y="122238"/>
            <a:chExt cx="754063" cy="1730375"/>
          </a:xfrm>
          <a:solidFill>
            <a:schemeClr val="tx1">
              <a:lumMod val="65000"/>
              <a:lumOff val="35000"/>
            </a:schemeClr>
          </a:solidFill>
        </p:grpSpPr>
        <p:sp>
          <p:nvSpPr>
            <p:cNvPr id="6" name="Freeform 7"/>
            <p:cNvSpPr>
              <a:spLocks/>
            </p:cNvSpPr>
            <p:nvPr/>
          </p:nvSpPr>
          <p:spPr bwMode="auto">
            <a:xfrm>
              <a:off x="4964113" y="122238"/>
              <a:ext cx="373063" cy="373063"/>
            </a:xfrm>
            <a:custGeom>
              <a:avLst/>
              <a:gdLst>
                <a:gd name="T0" fmla="*/ 79 w 198"/>
                <a:gd name="T1" fmla="*/ 187 h 198"/>
                <a:gd name="T2" fmla="*/ 187 w 198"/>
                <a:gd name="T3" fmla="*/ 119 h 198"/>
                <a:gd name="T4" fmla="*/ 119 w 198"/>
                <a:gd name="T5" fmla="*/ 11 h 198"/>
                <a:gd name="T6" fmla="*/ 11 w 198"/>
                <a:gd name="T7" fmla="*/ 79 h 198"/>
                <a:gd name="T8" fmla="*/ 79 w 198"/>
                <a:gd name="T9" fmla="*/ 187 h 198"/>
              </a:gdLst>
              <a:ahLst/>
              <a:cxnLst>
                <a:cxn ang="0">
                  <a:pos x="T0" y="T1"/>
                </a:cxn>
                <a:cxn ang="0">
                  <a:pos x="T2" y="T3"/>
                </a:cxn>
                <a:cxn ang="0">
                  <a:pos x="T4" y="T5"/>
                </a:cxn>
                <a:cxn ang="0">
                  <a:pos x="T6" y="T7"/>
                </a:cxn>
                <a:cxn ang="0">
                  <a:pos x="T8" y="T9"/>
                </a:cxn>
              </a:cxnLst>
              <a:rect l="0" t="0" r="r" b="b"/>
              <a:pathLst>
                <a:path w="198" h="198">
                  <a:moveTo>
                    <a:pt x="79" y="187"/>
                  </a:moveTo>
                  <a:cubicBezTo>
                    <a:pt x="127" y="198"/>
                    <a:pt x="175" y="168"/>
                    <a:pt x="187" y="119"/>
                  </a:cubicBezTo>
                  <a:cubicBezTo>
                    <a:pt x="198" y="71"/>
                    <a:pt x="168" y="23"/>
                    <a:pt x="119" y="11"/>
                  </a:cubicBezTo>
                  <a:cubicBezTo>
                    <a:pt x="71" y="0"/>
                    <a:pt x="23" y="30"/>
                    <a:pt x="11" y="79"/>
                  </a:cubicBezTo>
                  <a:cubicBezTo>
                    <a:pt x="0" y="127"/>
                    <a:pt x="30" y="175"/>
                    <a:pt x="79" y="1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8"/>
            <p:cNvSpPr>
              <a:spLocks/>
            </p:cNvSpPr>
            <p:nvPr/>
          </p:nvSpPr>
          <p:spPr bwMode="auto">
            <a:xfrm>
              <a:off x="4773613" y="528638"/>
              <a:ext cx="754063" cy="1323975"/>
            </a:xfrm>
            <a:custGeom>
              <a:avLst/>
              <a:gdLst>
                <a:gd name="T0" fmla="*/ 78 w 400"/>
                <a:gd name="T1" fmla="*/ 339 h 703"/>
                <a:gd name="T2" fmla="*/ 84 w 400"/>
                <a:gd name="T3" fmla="*/ 288 h 703"/>
                <a:gd name="T4" fmla="*/ 84 w 400"/>
                <a:gd name="T5" fmla="*/ 213 h 703"/>
                <a:gd name="T6" fmla="*/ 64 w 400"/>
                <a:gd name="T7" fmla="*/ 120 h 703"/>
                <a:gd name="T8" fmla="*/ 70 w 400"/>
                <a:gd name="T9" fmla="*/ 86 h 703"/>
                <a:gd name="T10" fmla="*/ 89 w 400"/>
                <a:gd name="T11" fmla="*/ 68 h 703"/>
                <a:gd name="T12" fmla="*/ 92 w 400"/>
                <a:gd name="T13" fmla="*/ 67 h 703"/>
                <a:gd name="T14" fmla="*/ 92 w 400"/>
                <a:gd name="T15" fmla="*/ 141 h 703"/>
                <a:gd name="T16" fmla="*/ 92 w 400"/>
                <a:gd name="T17" fmla="*/ 235 h 703"/>
                <a:gd name="T18" fmla="*/ 92 w 400"/>
                <a:gd name="T19" fmla="*/ 288 h 703"/>
                <a:gd name="T20" fmla="*/ 85 w 400"/>
                <a:gd name="T21" fmla="*/ 341 h 703"/>
                <a:gd name="T22" fmla="*/ 49 w 400"/>
                <a:gd name="T23" fmla="*/ 645 h 703"/>
                <a:gd name="T24" fmla="*/ 92 w 400"/>
                <a:gd name="T25" fmla="*/ 700 h 703"/>
                <a:gd name="T26" fmla="*/ 147 w 400"/>
                <a:gd name="T27" fmla="*/ 657 h 703"/>
                <a:gd name="T28" fmla="*/ 186 w 400"/>
                <a:gd name="T29" fmla="*/ 335 h 703"/>
                <a:gd name="T30" fmla="*/ 214 w 400"/>
                <a:gd name="T31" fmla="*/ 335 h 703"/>
                <a:gd name="T32" fmla="*/ 253 w 400"/>
                <a:gd name="T33" fmla="*/ 657 h 703"/>
                <a:gd name="T34" fmla="*/ 308 w 400"/>
                <a:gd name="T35" fmla="*/ 700 h 703"/>
                <a:gd name="T36" fmla="*/ 351 w 400"/>
                <a:gd name="T37" fmla="*/ 645 h 703"/>
                <a:gd name="T38" fmla="*/ 315 w 400"/>
                <a:gd name="T39" fmla="*/ 341 h 703"/>
                <a:gd name="T40" fmla="*/ 308 w 400"/>
                <a:gd name="T41" fmla="*/ 288 h 703"/>
                <a:gd name="T42" fmla="*/ 308 w 400"/>
                <a:gd name="T43" fmla="*/ 235 h 703"/>
                <a:gd name="T44" fmla="*/ 308 w 400"/>
                <a:gd name="T45" fmla="*/ 141 h 703"/>
                <a:gd name="T46" fmla="*/ 308 w 400"/>
                <a:gd name="T47" fmla="*/ 67 h 703"/>
                <a:gd name="T48" fmla="*/ 318 w 400"/>
                <a:gd name="T49" fmla="*/ 72 h 703"/>
                <a:gd name="T50" fmla="*/ 330 w 400"/>
                <a:gd name="T51" fmla="*/ 86 h 703"/>
                <a:gd name="T52" fmla="*/ 336 w 400"/>
                <a:gd name="T53" fmla="*/ 120 h 703"/>
                <a:gd name="T54" fmla="*/ 316 w 400"/>
                <a:gd name="T55" fmla="*/ 213 h 703"/>
                <a:gd name="T56" fmla="*/ 316 w 400"/>
                <a:gd name="T57" fmla="*/ 288 h 703"/>
                <a:gd name="T58" fmla="*/ 322 w 400"/>
                <a:gd name="T59" fmla="*/ 339 h 703"/>
                <a:gd name="T60" fmla="*/ 339 w 400"/>
                <a:gd name="T61" fmla="*/ 323 h 703"/>
                <a:gd name="T62" fmla="*/ 400 w 400"/>
                <a:gd name="T63" fmla="*/ 120 h 703"/>
                <a:gd name="T64" fmla="*/ 388 w 400"/>
                <a:gd name="T65" fmla="*/ 59 h 703"/>
                <a:gd name="T66" fmla="*/ 336 w 400"/>
                <a:gd name="T67" fmla="*/ 9 h 703"/>
                <a:gd name="T68" fmla="*/ 288 w 400"/>
                <a:gd name="T69" fmla="*/ 0 h 703"/>
                <a:gd name="T70" fmla="*/ 280 w 400"/>
                <a:gd name="T71" fmla="*/ 0 h 703"/>
                <a:gd name="T72" fmla="*/ 277 w 400"/>
                <a:gd name="T73" fmla="*/ 0 h 703"/>
                <a:gd name="T74" fmla="*/ 123 w 400"/>
                <a:gd name="T75" fmla="*/ 0 h 703"/>
                <a:gd name="T76" fmla="*/ 120 w 400"/>
                <a:gd name="T77" fmla="*/ 0 h 703"/>
                <a:gd name="T78" fmla="*/ 112 w 400"/>
                <a:gd name="T79" fmla="*/ 0 h 703"/>
                <a:gd name="T80" fmla="*/ 45 w 400"/>
                <a:gd name="T81" fmla="*/ 20 h 703"/>
                <a:gd name="T82" fmla="*/ 12 w 400"/>
                <a:gd name="T83" fmla="*/ 59 h 703"/>
                <a:gd name="T84" fmla="*/ 0 w 400"/>
                <a:gd name="T85" fmla="*/ 120 h 703"/>
                <a:gd name="T86" fmla="*/ 61 w 400"/>
                <a:gd name="T87" fmla="*/ 323 h 703"/>
                <a:gd name="T88" fmla="*/ 78 w 400"/>
                <a:gd name="T89" fmla="*/ 339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00" h="703">
                  <a:moveTo>
                    <a:pt x="78" y="339"/>
                  </a:moveTo>
                  <a:cubicBezTo>
                    <a:pt x="84" y="288"/>
                    <a:pt x="84" y="288"/>
                    <a:pt x="84" y="288"/>
                  </a:cubicBezTo>
                  <a:cubicBezTo>
                    <a:pt x="84" y="213"/>
                    <a:pt x="84" y="213"/>
                    <a:pt x="84" y="213"/>
                  </a:cubicBezTo>
                  <a:cubicBezTo>
                    <a:pt x="69" y="171"/>
                    <a:pt x="64" y="141"/>
                    <a:pt x="64" y="120"/>
                  </a:cubicBezTo>
                  <a:cubicBezTo>
                    <a:pt x="64" y="103"/>
                    <a:pt x="67" y="93"/>
                    <a:pt x="70" y="86"/>
                  </a:cubicBezTo>
                  <a:cubicBezTo>
                    <a:pt x="75" y="76"/>
                    <a:pt x="81" y="71"/>
                    <a:pt x="89" y="68"/>
                  </a:cubicBezTo>
                  <a:cubicBezTo>
                    <a:pt x="90" y="67"/>
                    <a:pt x="91" y="67"/>
                    <a:pt x="92" y="67"/>
                  </a:cubicBezTo>
                  <a:cubicBezTo>
                    <a:pt x="92" y="141"/>
                    <a:pt x="92" y="141"/>
                    <a:pt x="92" y="141"/>
                  </a:cubicBezTo>
                  <a:cubicBezTo>
                    <a:pt x="92" y="235"/>
                    <a:pt x="92" y="235"/>
                    <a:pt x="92" y="235"/>
                  </a:cubicBezTo>
                  <a:cubicBezTo>
                    <a:pt x="92" y="288"/>
                    <a:pt x="92" y="288"/>
                    <a:pt x="92" y="288"/>
                  </a:cubicBezTo>
                  <a:cubicBezTo>
                    <a:pt x="85" y="341"/>
                    <a:pt x="85" y="341"/>
                    <a:pt x="85" y="341"/>
                  </a:cubicBezTo>
                  <a:cubicBezTo>
                    <a:pt x="49" y="645"/>
                    <a:pt x="49" y="645"/>
                    <a:pt x="49" y="645"/>
                  </a:cubicBezTo>
                  <a:cubicBezTo>
                    <a:pt x="45" y="672"/>
                    <a:pt x="65" y="697"/>
                    <a:pt x="92" y="700"/>
                  </a:cubicBezTo>
                  <a:cubicBezTo>
                    <a:pt x="119" y="703"/>
                    <a:pt x="144" y="684"/>
                    <a:pt x="147" y="657"/>
                  </a:cubicBezTo>
                  <a:cubicBezTo>
                    <a:pt x="186" y="335"/>
                    <a:pt x="186" y="335"/>
                    <a:pt x="186" y="335"/>
                  </a:cubicBezTo>
                  <a:cubicBezTo>
                    <a:pt x="214" y="335"/>
                    <a:pt x="214" y="335"/>
                    <a:pt x="214" y="335"/>
                  </a:cubicBezTo>
                  <a:cubicBezTo>
                    <a:pt x="253" y="657"/>
                    <a:pt x="253" y="657"/>
                    <a:pt x="253" y="657"/>
                  </a:cubicBezTo>
                  <a:cubicBezTo>
                    <a:pt x="256" y="684"/>
                    <a:pt x="281" y="703"/>
                    <a:pt x="308" y="700"/>
                  </a:cubicBezTo>
                  <a:cubicBezTo>
                    <a:pt x="335" y="697"/>
                    <a:pt x="355" y="672"/>
                    <a:pt x="351" y="645"/>
                  </a:cubicBezTo>
                  <a:cubicBezTo>
                    <a:pt x="315" y="341"/>
                    <a:pt x="315" y="341"/>
                    <a:pt x="315" y="341"/>
                  </a:cubicBezTo>
                  <a:cubicBezTo>
                    <a:pt x="308" y="288"/>
                    <a:pt x="308" y="288"/>
                    <a:pt x="308" y="288"/>
                  </a:cubicBezTo>
                  <a:cubicBezTo>
                    <a:pt x="308" y="235"/>
                    <a:pt x="308" y="235"/>
                    <a:pt x="308" y="235"/>
                  </a:cubicBezTo>
                  <a:cubicBezTo>
                    <a:pt x="308" y="141"/>
                    <a:pt x="308" y="141"/>
                    <a:pt x="308" y="141"/>
                  </a:cubicBezTo>
                  <a:cubicBezTo>
                    <a:pt x="308" y="67"/>
                    <a:pt x="308" y="67"/>
                    <a:pt x="308" y="67"/>
                  </a:cubicBezTo>
                  <a:cubicBezTo>
                    <a:pt x="312" y="68"/>
                    <a:pt x="315" y="70"/>
                    <a:pt x="318" y="72"/>
                  </a:cubicBezTo>
                  <a:cubicBezTo>
                    <a:pt x="323" y="75"/>
                    <a:pt x="326" y="79"/>
                    <a:pt x="330" y="86"/>
                  </a:cubicBezTo>
                  <a:cubicBezTo>
                    <a:pt x="333" y="93"/>
                    <a:pt x="336" y="103"/>
                    <a:pt x="336" y="120"/>
                  </a:cubicBezTo>
                  <a:cubicBezTo>
                    <a:pt x="336" y="141"/>
                    <a:pt x="331" y="171"/>
                    <a:pt x="316" y="213"/>
                  </a:cubicBezTo>
                  <a:cubicBezTo>
                    <a:pt x="316" y="288"/>
                    <a:pt x="316" y="288"/>
                    <a:pt x="316" y="288"/>
                  </a:cubicBezTo>
                  <a:cubicBezTo>
                    <a:pt x="322" y="339"/>
                    <a:pt x="322" y="339"/>
                    <a:pt x="322" y="339"/>
                  </a:cubicBezTo>
                  <a:cubicBezTo>
                    <a:pt x="329" y="336"/>
                    <a:pt x="336" y="331"/>
                    <a:pt x="339" y="323"/>
                  </a:cubicBezTo>
                  <a:cubicBezTo>
                    <a:pt x="383" y="233"/>
                    <a:pt x="399" y="169"/>
                    <a:pt x="400" y="120"/>
                  </a:cubicBezTo>
                  <a:cubicBezTo>
                    <a:pt x="400" y="96"/>
                    <a:pt x="396" y="76"/>
                    <a:pt x="388" y="59"/>
                  </a:cubicBezTo>
                  <a:cubicBezTo>
                    <a:pt x="376" y="33"/>
                    <a:pt x="355" y="17"/>
                    <a:pt x="336" y="9"/>
                  </a:cubicBezTo>
                  <a:cubicBezTo>
                    <a:pt x="317" y="1"/>
                    <a:pt x="300" y="0"/>
                    <a:pt x="288" y="0"/>
                  </a:cubicBezTo>
                  <a:cubicBezTo>
                    <a:pt x="285" y="0"/>
                    <a:pt x="282" y="0"/>
                    <a:pt x="280" y="0"/>
                  </a:cubicBezTo>
                  <a:cubicBezTo>
                    <a:pt x="279" y="0"/>
                    <a:pt x="278" y="0"/>
                    <a:pt x="277" y="0"/>
                  </a:cubicBezTo>
                  <a:cubicBezTo>
                    <a:pt x="123" y="0"/>
                    <a:pt x="123" y="0"/>
                    <a:pt x="123" y="0"/>
                  </a:cubicBezTo>
                  <a:cubicBezTo>
                    <a:pt x="122" y="0"/>
                    <a:pt x="121" y="0"/>
                    <a:pt x="120" y="0"/>
                  </a:cubicBezTo>
                  <a:cubicBezTo>
                    <a:pt x="118" y="0"/>
                    <a:pt x="115" y="0"/>
                    <a:pt x="112" y="0"/>
                  </a:cubicBezTo>
                  <a:cubicBezTo>
                    <a:pt x="96" y="0"/>
                    <a:pt x="70" y="2"/>
                    <a:pt x="45" y="20"/>
                  </a:cubicBezTo>
                  <a:cubicBezTo>
                    <a:pt x="32" y="29"/>
                    <a:pt x="20" y="42"/>
                    <a:pt x="12" y="59"/>
                  </a:cubicBezTo>
                  <a:cubicBezTo>
                    <a:pt x="4" y="76"/>
                    <a:pt x="0" y="96"/>
                    <a:pt x="0" y="120"/>
                  </a:cubicBezTo>
                  <a:cubicBezTo>
                    <a:pt x="0" y="169"/>
                    <a:pt x="17" y="233"/>
                    <a:pt x="61" y="323"/>
                  </a:cubicBezTo>
                  <a:cubicBezTo>
                    <a:pt x="64" y="331"/>
                    <a:pt x="71" y="336"/>
                    <a:pt x="78" y="3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 name="组合 7"/>
          <p:cNvGrpSpPr/>
          <p:nvPr/>
        </p:nvGrpSpPr>
        <p:grpSpPr>
          <a:xfrm>
            <a:off x="5289563" y="572089"/>
            <a:ext cx="600730" cy="1492179"/>
            <a:chOff x="5873750" y="128588"/>
            <a:chExt cx="692150" cy="1719262"/>
          </a:xfrm>
          <a:solidFill>
            <a:schemeClr val="tx1">
              <a:lumMod val="65000"/>
              <a:lumOff val="35000"/>
            </a:schemeClr>
          </a:solidFill>
        </p:grpSpPr>
        <p:sp>
          <p:nvSpPr>
            <p:cNvPr id="9" name="Freeform 9"/>
            <p:cNvSpPr>
              <a:spLocks/>
            </p:cNvSpPr>
            <p:nvPr/>
          </p:nvSpPr>
          <p:spPr bwMode="auto">
            <a:xfrm>
              <a:off x="6034088" y="128588"/>
              <a:ext cx="373063" cy="369888"/>
            </a:xfrm>
            <a:custGeom>
              <a:avLst/>
              <a:gdLst>
                <a:gd name="T0" fmla="*/ 79 w 198"/>
                <a:gd name="T1" fmla="*/ 186 h 197"/>
                <a:gd name="T2" fmla="*/ 187 w 198"/>
                <a:gd name="T3" fmla="*/ 119 h 197"/>
                <a:gd name="T4" fmla="*/ 119 w 198"/>
                <a:gd name="T5" fmla="*/ 11 h 197"/>
                <a:gd name="T6" fmla="*/ 11 w 198"/>
                <a:gd name="T7" fmla="*/ 78 h 197"/>
                <a:gd name="T8" fmla="*/ 79 w 198"/>
                <a:gd name="T9" fmla="*/ 186 h 197"/>
              </a:gdLst>
              <a:ahLst/>
              <a:cxnLst>
                <a:cxn ang="0">
                  <a:pos x="T0" y="T1"/>
                </a:cxn>
                <a:cxn ang="0">
                  <a:pos x="T2" y="T3"/>
                </a:cxn>
                <a:cxn ang="0">
                  <a:pos x="T4" y="T5"/>
                </a:cxn>
                <a:cxn ang="0">
                  <a:pos x="T6" y="T7"/>
                </a:cxn>
                <a:cxn ang="0">
                  <a:pos x="T8" y="T9"/>
                </a:cxn>
              </a:cxnLst>
              <a:rect l="0" t="0" r="r" b="b"/>
              <a:pathLst>
                <a:path w="198" h="197">
                  <a:moveTo>
                    <a:pt x="79" y="186"/>
                  </a:moveTo>
                  <a:cubicBezTo>
                    <a:pt x="127" y="197"/>
                    <a:pt x="175" y="167"/>
                    <a:pt x="187" y="119"/>
                  </a:cubicBezTo>
                  <a:cubicBezTo>
                    <a:pt x="198" y="70"/>
                    <a:pt x="168" y="22"/>
                    <a:pt x="119" y="11"/>
                  </a:cubicBezTo>
                  <a:cubicBezTo>
                    <a:pt x="71" y="0"/>
                    <a:pt x="23" y="30"/>
                    <a:pt x="11" y="78"/>
                  </a:cubicBezTo>
                  <a:cubicBezTo>
                    <a:pt x="0" y="126"/>
                    <a:pt x="30" y="175"/>
                    <a:pt x="79" y="1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10"/>
            <p:cNvSpPr>
              <a:spLocks/>
            </p:cNvSpPr>
            <p:nvPr/>
          </p:nvSpPr>
          <p:spPr bwMode="auto">
            <a:xfrm>
              <a:off x="5873750" y="533400"/>
              <a:ext cx="692150" cy="1314450"/>
            </a:xfrm>
            <a:custGeom>
              <a:avLst/>
              <a:gdLst>
                <a:gd name="T0" fmla="*/ 68 w 368"/>
                <a:gd name="T1" fmla="*/ 170 h 698"/>
                <a:gd name="T2" fmla="*/ 64 w 368"/>
                <a:gd name="T3" fmla="*/ 138 h 698"/>
                <a:gd name="T4" fmla="*/ 76 w 368"/>
                <a:gd name="T5" fmla="*/ 92 h 698"/>
                <a:gd name="T6" fmla="*/ 76 w 368"/>
                <a:gd name="T7" fmla="*/ 151 h 698"/>
                <a:gd name="T8" fmla="*/ 76 w 368"/>
                <a:gd name="T9" fmla="*/ 194 h 698"/>
                <a:gd name="T10" fmla="*/ 76 w 368"/>
                <a:gd name="T11" fmla="*/ 316 h 698"/>
                <a:gd name="T12" fmla="*/ 76 w 368"/>
                <a:gd name="T13" fmla="*/ 649 h 698"/>
                <a:gd name="T14" fmla="*/ 125 w 368"/>
                <a:gd name="T15" fmla="*/ 698 h 698"/>
                <a:gd name="T16" fmla="*/ 175 w 368"/>
                <a:gd name="T17" fmla="*/ 649 h 698"/>
                <a:gd name="T18" fmla="*/ 175 w 368"/>
                <a:gd name="T19" fmla="*/ 336 h 698"/>
                <a:gd name="T20" fmla="*/ 193 w 368"/>
                <a:gd name="T21" fmla="*/ 336 h 698"/>
                <a:gd name="T22" fmla="*/ 193 w 368"/>
                <a:gd name="T23" fmla="*/ 649 h 698"/>
                <a:gd name="T24" fmla="*/ 243 w 368"/>
                <a:gd name="T25" fmla="*/ 698 h 698"/>
                <a:gd name="T26" fmla="*/ 292 w 368"/>
                <a:gd name="T27" fmla="*/ 649 h 698"/>
                <a:gd name="T28" fmla="*/ 292 w 368"/>
                <a:gd name="T29" fmla="*/ 316 h 698"/>
                <a:gd name="T30" fmla="*/ 292 w 368"/>
                <a:gd name="T31" fmla="*/ 194 h 698"/>
                <a:gd name="T32" fmla="*/ 292 w 368"/>
                <a:gd name="T33" fmla="*/ 151 h 698"/>
                <a:gd name="T34" fmla="*/ 292 w 368"/>
                <a:gd name="T35" fmla="*/ 92 h 698"/>
                <a:gd name="T36" fmla="*/ 293 w 368"/>
                <a:gd name="T37" fmla="*/ 94 h 698"/>
                <a:gd name="T38" fmla="*/ 304 w 368"/>
                <a:gd name="T39" fmla="*/ 138 h 698"/>
                <a:gd name="T40" fmla="*/ 300 w 368"/>
                <a:gd name="T41" fmla="*/ 170 h 698"/>
                <a:gd name="T42" fmla="*/ 300 w 368"/>
                <a:gd name="T43" fmla="*/ 306 h 698"/>
                <a:gd name="T44" fmla="*/ 368 w 368"/>
                <a:gd name="T45" fmla="*/ 138 h 698"/>
                <a:gd name="T46" fmla="*/ 332 w 368"/>
                <a:gd name="T47" fmla="*/ 38 h 698"/>
                <a:gd name="T48" fmla="*/ 301 w 368"/>
                <a:gd name="T49" fmla="*/ 12 h 698"/>
                <a:gd name="T50" fmla="*/ 285 w 368"/>
                <a:gd name="T51" fmla="*/ 4 h 698"/>
                <a:gd name="T52" fmla="*/ 267 w 368"/>
                <a:gd name="T53" fmla="*/ 1 h 698"/>
                <a:gd name="T54" fmla="*/ 267 w 368"/>
                <a:gd name="T55" fmla="*/ 1 h 698"/>
                <a:gd name="T56" fmla="*/ 261 w 368"/>
                <a:gd name="T57" fmla="*/ 0 h 698"/>
                <a:gd name="T58" fmla="*/ 107 w 368"/>
                <a:gd name="T59" fmla="*/ 0 h 698"/>
                <a:gd name="T60" fmla="*/ 101 w 368"/>
                <a:gd name="T61" fmla="*/ 1 h 698"/>
                <a:gd name="T62" fmla="*/ 101 w 368"/>
                <a:gd name="T63" fmla="*/ 1 h 698"/>
                <a:gd name="T64" fmla="*/ 83 w 368"/>
                <a:gd name="T65" fmla="*/ 4 h 698"/>
                <a:gd name="T66" fmla="*/ 29 w 368"/>
                <a:gd name="T67" fmla="*/ 47 h 698"/>
                <a:gd name="T68" fmla="*/ 0 w 368"/>
                <a:gd name="T69" fmla="*/ 138 h 698"/>
                <a:gd name="T70" fmla="*/ 68 w 368"/>
                <a:gd name="T71" fmla="*/ 306 h 698"/>
                <a:gd name="T72" fmla="*/ 68 w 368"/>
                <a:gd name="T73" fmla="*/ 170 h 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8" h="698">
                  <a:moveTo>
                    <a:pt x="68" y="170"/>
                  </a:moveTo>
                  <a:cubicBezTo>
                    <a:pt x="65" y="158"/>
                    <a:pt x="64" y="148"/>
                    <a:pt x="64" y="138"/>
                  </a:cubicBezTo>
                  <a:cubicBezTo>
                    <a:pt x="64" y="119"/>
                    <a:pt x="69" y="104"/>
                    <a:pt x="76" y="92"/>
                  </a:cubicBezTo>
                  <a:cubicBezTo>
                    <a:pt x="76" y="151"/>
                    <a:pt x="76" y="151"/>
                    <a:pt x="76" y="151"/>
                  </a:cubicBezTo>
                  <a:cubicBezTo>
                    <a:pt x="76" y="194"/>
                    <a:pt x="76" y="194"/>
                    <a:pt x="76" y="194"/>
                  </a:cubicBezTo>
                  <a:cubicBezTo>
                    <a:pt x="76" y="316"/>
                    <a:pt x="76" y="316"/>
                    <a:pt x="76" y="316"/>
                  </a:cubicBezTo>
                  <a:cubicBezTo>
                    <a:pt x="76" y="649"/>
                    <a:pt x="76" y="649"/>
                    <a:pt x="76" y="649"/>
                  </a:cubicBezTo>
                  <a:cubicBezTo>
                    <a:pt x="76" y="676"/>
                    <a:pt x="98" y="698"/>
                    <a:pt x="125" y="698"/>
                  </a:cubicBezTo>
                  <a:cubicBezTo>
                    <a:pt x="153" y="698"/>
                    <a:pt x="175" y="676"/>
                    <a:pt x="175" y="649"/>
                  </a:cubicBezTo>
                  <a:cubicBezTo>
                    <a:pt x="175" y="336"/>
                    <a:pt x="175" y="336"/>
                    <a:pt x="175" y="336"/>
                  </a:cubicBezTo>
                  <a:cubicBezTo>
                    <a:pt x="193" y="336"/>
                    <a:pt x="193" y="336"/>
                    <a:pt x="193" y="336"/>
                  </a:cubicBezTo>
                  <a:cubicBezTo>
                    <a:pt x="193" y="649"/>
                    <a:pt x="193" y="649"/>
                    <a:pt x="193" y="649"/>
                  </a:cubicBezTo>
                  <a:cubicBezTo>
                    <a:pt x="193" y="676"/>
                    <a:pt x="215" y="698"/>
                    <a:pt x="243" y="698"/>
                  </a:cubicBezTo>
                  <a:cubicBezTo>
                    <a:pt x="270" y="698"/>
                    <a:pt x="292" y="676"/>
                    <a:pt x="292" y="649"/>
                  </a:cubicBezTo>
                  <a:cubicBezTo>
                    <a:pt x="292" y="316"/>
                    <a:pt x="292" y="316"/>
                    <a:pt x="292" y="316"/>
                  </a:cubicBezTo>
                  <a:cubicBezTo>
                    <a:pt x="292" y="194"/>
                    <a:pt x="292" y="194"/>
                    <a:pt x="292" y="194"/>
                  </a:cubicBezTo>
                  <a:cubicBezTo>
                    <a:pt x="292" y="151"/>
                    <a:pt x="292" y="151"/>
                    <a:pt x="292" y="151"/>
                  </a:cubicBezTo>
                  <a:cubicBezTo>
                    <a:pt x="292" y="92"/>
                    <a:pt x="292" y="92"/>
                    <a:pt x="292" y="92"/>
                  </a:cubicBezTo>
                  <a:cubicBezTo>
                    <a:pt x="293" y="93"/>
                    <a:pt x="293" y="93"/>
                    <a:pt x="293" y="94"/>
                  </a:cubicBezTo>
                  <a:cubicBezTo>
                    <a:pt x="300" y="105"/>
                    <a:pt x="304" y="120"/>
                    <a:pt x="304" y="138"/>
                  </a:cubicBezTo>
                  <a:cubicBezTo>
                    <a:pt x="304" y="148"/>
                    <a:pt x="303" y="158"/>
                    <a:pt x="300" y="170"/>
                  </a:cubicBezTo>
                  <a:cubicBezTo>
                    <a:pt x="300" y="306"/>
                    <a:pt x="300" y="306"/>
                    <a:pt x="300" y="306"/>
                  </a:cubicBezTo>
                  <a:cubicBezTo>
                    <a:pt x="349" y="242"/>
                    <a:pt x="368" y="186"/>
                    <a:pt x="368" y="138"/>
                  </a:cubicBezTo>
                  <a:cubicBezTo>
                    <a:pt x="368" y="95"/>
                    <a:pt x="351" y="60"/>
                    <a:pt x="332" y="38"/>
                  </a:cubicBezTo>
                  <a:cubicBezTo>
                    <a:pt x="322" y="26"/>
                    <a:pt x="311" y="18"/>
                    <a:pt x="301" y="12"/>
                  </a:cubicBezTo>
                  <a:cubicBezTo>
                    <a:pt x="296" y="9"/>
                    <a:pt x="291" y="6"/>
                    <a:pt x="285" y="4"/>
                  </a:cubicBezTo>
                  <a:cubicBezTo>
                    <a:pt x="280" y="2"/>
                    <a:pt x="275" y="1"/>
                    <a:pt x="267" y="1"/>
                  </a:cubicBezTo>
                  <a:cubicBezTo>
                    <a:pt x="267" y="1"/>
                    <a:pt x="267" y="1"/>
                    <a:pt x="267" y="1"/>
                  </a:cubicBezTo>
                  <a:cubicBezTo>
                    <a:pt x="265" y="0"/>
                    <a:pt x="263" y="0"/>
                    <a:pt x="261" y="0"/>
                  </a:cubicBezTo>
                  <a:cubicBezTo>
                    <a:pt x="107" y="0"/>
                    <a:pt x="107" y="0"/>
                    <a:pt x="107" y="0"/>
                  </a:cubicBezTo>
                  <a:cubicBezTo>
                    <a:pt x="105" y="0"/>
                    <a:pt x="103" y="0"/>
                    <a:pt x="101" y="1"/>
                  </a:cubicBezTo>
                  <a:cubicBezTo>
                    <a:pt x="101" y="1"/>
                    <a:pt x="101" y="1"/>
                    <a:pt x="101" y="1"/>
                  </a:cubicBezTo>
                  <a:cubicBezTo>
                    <a:pt x="93" y="1"/>
                    <a:pt x="88" y="2"/>
                    <a:pt x="83" y="4"/>
                  </a:cubicBezTo>
                  <a:cubicBezTo>
                    <a:pt x="65" y="11"/>
                    <a:pt x="46" y="25"/>
                    <a:pt x="29" y="47"/>
                  </a:cubicBezTo>
                  <a:cubicBezTo>
                    <a:pt x="13" y="69"/>
                    <a:pt x="0" y="100"/>
                    <a:pt x="0" y="138"/>
                  </a:cubicBezTo>
                  <a:cubicBezTo>
                    <a:pt x="0" y="186"/>
                    <a:pt x="19" y="242"/>
                    <a:pt x="68" y="306"/>
                  </a:cubicBezTo>
                  <a:lnTo>
                    <a:pt x="68" y="1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1" name="组合 10"/>
          <p:cNvGrpSpPr/>
          <p:nvPr/>
        </p:nvGrpSpPr>
        <p:grpSpPr>
          <a:xfrm>
            <a:off x="3279323" y="459107"/>
            <a:ext cx="755046" cy="1605161"/>
            <a:chOff x="3557588" y="-1588"/>
            <a:chExt cx="869950" cy="1849438"/>
          </a:xfrm>
          <a:solidFill>
            <a:schemeClr val="tx1">
              <a:lumMod val="65000"/>
              <a:lumOff val="35000"/>
            </a:schemeClr>
          </a:solidFill>
        </p:grpSpPr>
        <p:sp>
          <p:nvSpPr>
            <p:cNvPr id="12" name="Freeform 11"/>
            <p:cNvSpPr>
              <a:spLocks/>
            </p:cNvSpPr>
            <p:nvPr/>
          </p:nvSpPr>
          <p:spPr bwMode="auto">
            <a:xfrm>
              <a:off x="3827463" y="128588"/>
              <a:ext cx="373063" cy="369888"/>
            </a:xfrm>
            <a:custGeom>
              <a:avLst/>
              <a:gdLst>
                <a:gd name="T0" fmla="*/ 79 w 198"/>
                <a:gd name="T1" fmla="*/ 186 h 197"/>
                <a:gd name="T2" fmla="*/ 187 w 198"/>
                <a:gd name="T3" fmla="*/ 119 h 197"/>
                <a:gd name="T4" fmla="*/ 120 w 198"/>
                <a:gd name="T5" fmla="*/ 11 h 197"/>
                <a:gd name="T6" fmla="*/ 12 w 198"/>
                <a:gd name="T7" fmla="*/ 78 h 197"/>
                <a:gd name="T8" fmla="*/ 79 w 198"/>
                <a:gd name="T9" fmla="*/ 186 h 197"/>
              </a:gdLst>
              <a:ahLst/>
              <a:cxnLst>
                <a:cxn ang="0">
                  <a:pos x="T0" y="T1"/>
                </a:cxn>
                <a:cxn ang="0">
                  <a:pos x="T2" y="T3"/>
                </a:cxn>
                <a:cxn ang="0">
                  <a:pos x="T4" y="T5"/>
                </a:cxn>
                <a:cxn ang="0">
                  <a:pos x="T6" y="T7"/>
                </a:cxn>
                <a:cxn ang="0">
                  <a:pos x="T8" y="T9"/>
                </a:cxn>
              </a:cxnLst>
              <a:rect l="0" t="0" r="r" b="b"/>
              <a:pathLst>
                <a:path w="198" h="197">
                  <a:moveTo>
                    <a:pt x="79" y="186"/>
                  </a:moveTo>
                  <a:cubicBezTo>
                    <a:pt x="127" y="197"/>
                    <a:pt x="176" y="167"/>
                    <a:pt x="187" y="119"/>
                  </a:cubicBezTo>
                  <a:cubicBezTo>
                    <a:pt x="198" y="70"/>
                    <a:pt x="168" y="22"/>
                    <a:pt x="120" y="11"/>
                  </a:cubicBezTo>
                  <a:cubicBezTo>
                    <a:pt x="71" y="0"/>
                    <a:pt x="23" y="30"/>
                    <a:pt x="12" y="78"/>
                  </a:cubicBezTo>
                  <a:cubicBezTo>
                    <a:pt x="0" y="126"/>
                    <a:pt x="30" y="175"/>
                    <a:pt x="79" y="1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2"/>
            <p:cNvSpPr>
              <a:spLocks/>
            </p:cNvSpPr>
            <p:nvPr/>
          </p:nvSpPr>
          <p:spPr bwMode="auto">
            <a:xfrm>
              <a:off x="3557588" y="-1588"/>
              <a:ext cx="869950" cy="1849438"/>
            </a:xfrm>
            <a:custGeom>
              <a:avLst/>
              <a:gdLst>
                <a:gd name="T0" fmla="*/ 134 w 462"/>
                <a:gd name="T1" fmla="*/ 337 h 982"/>
                <a:gd name="T2" fmla="*/ 134 w 462"/>
                <a:gd name="T3" fmla="*/ 513 h 982"/>
                <a:gd name="T4" fmla="*/ 134 w 462"/>
                <a:gd name="T5" fmla="*/ 589 h 982"/>
                <a:gd name="T6" fmla="*/ 134 w 462"/>
                <a:gd name="T7" fmla="*/ 933 h 982"/>
                <a:gd name="T8" fmla="*/ 183 w 462"/>
                <a:gd name="T9" fmla="*/ 982 h 982"/>
                <a:gd name="T10" fmla="*/ 233 w 462"/>
                <a:gd name="T11" fmla="*/ 933 h 982"/>
                <a:gd name="T12" fmla="*/ 233 w 462"/>
                <a:gd name="T13" fmla="*/ 620 h 982"/>
                <a:gd name="T14" fmla="*/ 251 w 462"/>
                <a:gd name="T15" fmla="*/ 620 h 982"/>
                <a:gd name="T16" fmla="*/ 251 w 462"/>
                <a:gd name="T17" fmla="*/ 933 h 982"/>
                <a:gd name="T18" fmla="*/ 301 w 462"/>
                <a:gd name="T19" fmla="*/ 982 h 982"/>
                <a:gd name="T20" fmla="*/ 350 w 462"/>
                <a:gd name="T21" fmla="*/ 933 h 982"/>
                <a:gd name="T22" fmla="*/ 350 w 462"/>
                <a:gd name="T23" fmla="*/ 589 h 982"/>
                <a:gd name="T24" fmla="*/ 350 w 462"/>
                <a:gd name="T25" fmla="*/ 513 h 982"/>
                <a:gd name="T26" fmla="*/ 350 w 462"/>
                <a:gd name="T27" fmla="*/ 363 h 982"/>
                <a:gd name="T28" fmla="*/ 372 w 462"/>
                <a:gd name="T29" fmla="*/ 398 h 982"/>
                <a:gd name="T30" fmla="*/ 398 w 462"/>
                <a:gd name="T31" fmla="*/ 576 h 982"/>
                <a:gd name="T32" fmla="*/ 398 w 462"/>
                <a:gd name="T33" fmla="*/ 615 h 982"/>
                <a:gd name="T34" fmla="*/ 428 w 462"/>
                <a:gd name="T35" fmla="*/ 648 h 982"/>
                <a:gd name="T36" fmla="*/ 430 w 462"/>
                <a:gd name="T37" fmla="*/ 648 h 982"/>
                <a:gd name="T38" fmla="*/ 461 w 462"/>
                <a:gd name="T39" fmla="*/ 617 h 982"/>
                <a:gd name="T40" fmla="*/ 462 w 462"/>
                <a:gd name="T41" fmla="*/ 576 h 982"/>
                <a:gd name="T42" fmla="*/ 410 w 462"/>
                <a:gd name="T43" fmla="*/ 335 h 982"/>
                <a:gd name="T44" fmla="*/ 362 w 462"/>
                <a:gd name="T45" fmla="*/ 293 h 982"/>
                <a:gd name="T46" fmla="*/ 324 w 462"/>
                <a:gd name="T47" fmla="*/ 285 h 982"/>
                <a:gd name="T48" fmla="*/ 324 w 462"/>
                <a:gd name="T49" fmla="*/ 285 h 982"/>
                <a:gd name="T50" fmla="*/ 319 w 462"/>
                <a:gd name="T51" fmla="*/ 284 h 982"/>
                <a:gd name="T52" fmla="*/ 172 w 462"/>
                <a:gd name="T53" fmla="*/ 284 h 982"/>
                <a:gd name="T54" fmla="*/ 156 w 462"/>
                <a:gd name="T55" fmla="*/ 277 h 982"/>
                <a:gd name="T56" fmla="*/ 100 w 462"/>
                <a:gd name="T57" fmla="*/ 218 h 982"/>
                <a:gd name="T58" fmla="*/ 64 w 462"/>
                <a:gd name="T59" fmla="*/ 57 h 982"/>
                <a:gd name="T60" fmla="*/ 65 w 462"/>
                <a:gd name="T61" fmla="*/ 34 h 982"/>
                <a:gd name="T62" fmla="*/ 34 w 462"/>
                <a:gd name="T63" fmla="*/ 1 h 982"/>
                <a:gd name="T64" fmla="*/ 1 w 462"/>
                <a:gd name="T65" fmla="*/ 31 h 982"/>
                <a:gd name="T66" fmla="*/ 0 w 462"/>
                <a:gd name="T67" fmla="*/ 57 h 982"/>
                <a:gd name="T68" fmla="*/ 75 w 462"/>
                <a:gd name="T69" fmla="*/ 292 h 982"/>
                <a:gd name="T70" fmla="*/ 134 w 462"/>
                <a:gd name="T71" fmla="*/ 337 h 9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62" h="982">
                  <a:moveTo>
                    <a:pt x="134" y="337"/>
                  </a:moveTo>
                  <a:cubicBezTo>
                    <a:pt x="134" y="513"/>
                    <a:pt x="134" y="513"/>
                    <a:pt x="134" y="513"/>
                  </a:cubicBezTo>
                  <a:cubicBezTo>
                    <a:pt x="134" y="589"/>
                    <a:pt x="134" y="589"/>
                    <a:pt x="134" y="589"/>
                  </a:cubicBezTo>
                  <a:cubicBezTo>
                    <a:pt x="134" y="933"/>
                    <a:pt x="134" y="933"/>
                    <a:pt x="134" y="933"/>
                  </a:cubicBezTo>
                  <a:cubicBezTo>
                    <a:pt x="134" y="960"/>
                    <a:pt x="156" y="982"/>
                    <a:pt x="183" y="982"/>
                  </a:cubicBezTo>
                  <a:cubicBezTo>
                    <a:pt x="211" y="982"/>
                    <a:pt x="233" y="960"/>
                    <a:pt x="233" y="933"/>
                  </a:cubicBezTo>
                  <a:cubicBezTo>
                    <a:pt x="233" y="620"/>
                    <a:pt x="233" y="620"/>
                    <a:pt x="233" y="620"/>
                  </a:cubicBezTo>
                  <a:cubicBezTo>
                    <a:pt x="251" y="620"/>
                    <a:pt x="251" y="620"/>
                    <a:pt x="251" y="620"/>
                  </a:cubicBezTo>
                  <a:cubicBezTo>
                    <a:pt x="251" y="933"/>
                    <a:pt x="251" y="933"/>
                    <a:pt x="251" y="933"/>
                  </a:cubicBezTo>
                  <a:cubicBezTo>
                    <a:pt x="251" y="960"/>
                    <a:pt x="274" y="982"/>
                    <a:pt x="301" y="982"/>
                  </a:cubicBezTo>
                  <a:cubicBezTo>
                    <a:pt x="328" y="982"/>
                    <a:pt x="350" y="960"/>
                    <a:pt x="350" y="933"/>
                  </a:cubicBezTo>
                  <a:cubicBezTo>
                    <a:pt x="350" y="589"/>
                    <a:pt x="350" y="589"/>
                    <a:pt x="350" y="589"/>
                  </a:cubicBezTo>
                  <a:cubicBezTo>
                    <a:pt x="350" y="513"/>
                    <a:pt x="350" y="513"/>
                    <a:pt x="350" y="513"/>
                  </a:cubicBezTo>
                  <a:cubicBezTo>
                    <a:pt x="350" y="363"/>
                    <a:pt x="350" y="363"/>
                    <a:pt x="350" y="363"/>
                  </a:cubicBezTo>
                  <a:cubicBezTo>
                    <a:pt x="357" y="370"/>
                    <a:pt x="365" y="381"/>
                    <a:pt x="372" y="398"/>
                  </a:cubicBezTo>
                  <a:cubicBezTo>
                    <a:pt x="386" y="431"/>
                    <a:pt x="398" y="486"/>
                    <a:pt x="398" y="576"/>
                  </a:cubicBezTo>
                  <a:cubicBezTo>
                    <a:pt x="398" y="588"/>
                    <a:pt x="398" y="601"/>
                    <a:pt x="398" y="615"/>
                  </a:cubicBezTo>
                  <a:cubicBezTo>
                    <a:pt x="397" y="633"/>
                    <a:pt x="411" y="648"/>
                    <a:pt x="428" y="648"/>
                  </a:cubicBezTo>
                  <a:cubicBezTo>
                    <a:pt x="429" y="648"/>
                    <a:pt x="429" y="648"/>
                    <a:pt x="430" y="648"/>
                  </a:cubicBezTo>
                  <a:cubicBezTo>
                    <a:pt x="447" y="648"/>
                    <a:pt x="461" y="635"/>
                    <a:pt x="461" y="617"/>
                  </a:cubicBezTo>
                  <a:cubicBezTo>
                    <a:pt x="462" y="603"/>
                    <a:pt x="462" y="589"/>
                    <a:pt x="462" y="576"/>
                  </a:cubicBezTo>
                  <a:cubicBezTo>
                    <a:pt x="462" y="449"/>
                    <a:pt x="440" y="378"/>
                    <a:pt x="410" y="335"/>
                  </a:cubicBezTo>
                  <a:cubicBezTo>
                    <a:pt x="395" y="314"/>
                    <a:pt x="378" y="301"/>
                    <a:pt x="362" y="293"/>
                  </a:cubicBezTo>
                  <a:cubicBezTo>
                    <a:pt x="346" y="286"/>
                    <a:pt x="332" y="285"/>
                    <a:pt x="324" y="285"/>
                  </a:cubicBezTo>
                  <a:cubicBezTo>
                    <a:pt x="324" y="285"/>
                    <a:pt x="324" y="285"/>
                    <a:pt x="324" y="285"/>
                  </a:cubicBezTo>
                  <a:cubicBezTo>
                    <a:pt x="322" y="284"/>
                    <a:pt x="321" y="284"/>
                    <a:pt x="319" y="284"/>
                  </a:cubicBezTo>
                  <a:cubicBezTo>
                    <a:pt x="172" y="284"/>
                    <a:pt x="172" y="284"/>
                    <a:pt x="172" y="284"/>
                  </a:cubicBezTo>
                  <a:cubicBezTo>
                    <a:pt x="170" y="283"/>
                    <a:pt x="164" y="281"/>
                    <a:pt x="156" y="277"/>
                  </a:cubicBezTo>
                  <a:cubicBezTo>
                    <a:pt x="141" y="268"/>
                    <a:pt x="119" y="251"/>
                    <a:pt x="100" y="218"/>
                  </a:cubicBezTo>
                  <a:cubicBezTo>
                    <a:pt x="81" y="184"/>
                    <a:pt x="64" y="134"/>
                    <a:pt x="64" y="57"/>
                  </a:cubicBezTo>
                  <a:cubicBezTo>
                    <a:pt x="64" y="50"/>
                    <a:pt x="64" y="42"/>
                    <a:pt x="65" y="34"/>
                  </a:cubicBezTo>
                  <a:cubicBezTo>
                    <a:pt x="65" y="16"/>
                    <a:pt x="52" y="2"/>
                    <a:pt x="34" y="1"/>
                  </a:cubicBezTo>
                  <a:cubicBezTo>
                    <a:pt x="16" y="0"/>
                    <a:pt x="2" y="14"/>
                    <a:pt x="1" y="31"/>
                  </a:cubicBezTo>
                  <a:cubicBezTo>
                    <a:pt x="0" y="40"/>
                    <a:pt x="0" y="49"/>
                    <a:pt x="0" y="57"/>
                  </a:cubicBezTo>
                  <a:cubicBezTo>
                    <a:pt x="0" y="175"/>
                    <a:pt x="36" y="249"/>
                    <a:pt x="75" y="292"/>
                  </a:cubicBezTo>
                  <a:cubicBezTo>
                    <a:pt x="96" y="316"/>
                    <a:pt x="118" y="330"/>
                    <a:pt x="134" y="3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4" name="组合 13"/>
          <p:cNvGrpSpPr/>
          <p:nvPr/>
        </p:nvGrpSpPr>
        <p:grpSpPr>
          <a:xfrm>
            <a:off x="2306582" y="2171738"/>
            <a:ext cx="662732" cy="1500447"/>
            <a:chOff x="2436813" y="1971675"/>
            <a:chExt cx="763588" cy="1728788"/>
          </a:xfrm>
          <a:solidFill>
            <a:schemeClr val="tx1">
              <a:lumMod val="65000"/>
              <a:lumOff val="35000"/>
            </a:schemeClr>
          </a:solidFill>
        </p:grpSpPr>
        <p:sp>
          <p:nvSpPr>
            <p:cNvPr id="15" name="Freeform 13"/>
            <p:cNvSpPr>
              <a:spLocks noEditPoints="1"/>
            </p:cNvSpPr>
            <p:nvPr/>
          </p:nvSpPr>
          <p:spPr bwMode="auto">
            <a:xfrm>
              <a:off x="2436813" y="2378075"/>
              <a:ext cx="763588" cy="1322388"/>
            </a:xfrm>
            <a:custGeom>
              <a:avLst/>
              <a:gdLst>
                <a:gd name="T0" fmla="*/ 339 w 406"/>
                <a:gd name="T1" fmla="*/ 697 h 702"/>
                <a:gd name="T2" fmla="*/ 378 w 406"/>
                <a:gd name="T3" fmla="*/ 638 h 702"/>
                <a:gd name="T4" fmla="*/ 312 w 406"/>
                <a:gd name="T5" fmla="*/ 312 h 702"/>
                <a:gd name="T6" fmla="*/ 313 w 406"/>
                <a:gd name="T7" fmla="*/ 304 h 702"/>
                <a:gd name="T8" fmla="*/ 313 w 406"/>
                <a:gd name="T9" fmla="*/ 92 h 702"/>
                <a:gd name="T10" fmla="*/ 323 w 406"/>
                <a:gd name="T11" fmla="*/ 116 h 702"/>
                <a:gd name="T12" fmla="*/ 342 w 406"/>
                <a:gd name="T13" fmla="*/ 283 h 702"/>
                <a:gd name="T14" fmla="*/ 341 w 406"/>
                <a:gd name="T15" fmla="*/ 330 h 702"/>
                <a:gd name="T16" fmla="*/ 372 w 406"/>
                <a:gd name="T17" fmla="*/ 363 h 702"/>
                <a:gd name="T18" fmla="*/ 373 w 406"/>
                <a:gd name="T19" fmla="*/ 363 h 702"/>
                <a:gd name="T20" fmla="*/ 405 w 406"/>
                <a:gd name="T21" fmla="*/ 332 h 702"/>
                <a:gd name="T22" fmla="*/ 406 w 406"/>
                <a:gd name="T23" fmla="*/ 283 h 702"/>
                <a:gd name="T24" fmla="*/ 364 w 406"/>
                <a:gd name="T25" fmla="*/ 52 h 702"/>
                <a:gd name="T26" fmla="*/ 322 w 406"/>
                <a:gd name="T27" fmla="*/ 10 h 702"/>
                <a:gd name="T28" fmla="*/ 286 w 406"/>
                <a:gd name="T29" fmla="*/ 0 h 702"/>
                <a:gd name="T30" fmla="*/ 286 w 406"/>
                <a:gd name="T31" fmla="*/ 0 h 702"/>
                <a:gd name="T32" fmla="*/ 282 w 406"/>
                <a:gd name="T33" fmla="*/ 0 h 702"/>
                <a:gd name="T34" fmla="*/ 127 w 406"/>
                <a:gd name="T35" fmla="*/ 0 h 702"/>
                <a:gd name="T36" fmla="*/ 127 w 406"/>
                <a:gd name="T37" fmla="*/ 0 h 702"/>
                <a:gd name="T38" fmla="*/ 118 w 406"/>
                <a:gd name="T39" fmla="*/ 0 h 702"/>
                <a:gd name="T40" fmla="*/ 118 w 406"/>
                <a:gd name="T41" fmla="*/ 0 h 702"/>
                <a:gd name="T42" fmla="*/ 60 w 406"/>
                <a:gd name="T43" fmla="*/ 26 h 702"/>
                <a:gd name="T44" fmla="*/ 19 w 406"/>
                <a:gd name="T45" fmla="*/ 71 h 702"/>
                <a:gd name="T46" fmla="*/ 0 w 406"/>
                <a:gd name="T47" fmla="*/ 144 h 702"/>
                <a:gd name="T48" fmla="*/ 60 w 406"/>
                <a:gd name="T49" fmla="*/ 312 h 702"/>
                <a:gd name="T50" fmla="*/ 87 w 406"/>
                <a:gd name="T51" fmla="*/ 327 h 702"/>
                <a:gd name="T52" fmla="*/ 97 w 406"/>
                <a:gd name="T53" fmla="*/ 325 h 702"/>
                <a:gd name="T54" fmla="*/ 97 w 406"/>
                <a:gd name="T55" fmla="*/ 648 h 702"/>
                <a:gd name="T56" fmla="*/ 146 w 406"/>
                <a:gd name="T57" fmla="*/ 698 h 702"/>
                <a:gd name="T58" fmla="*/ 195 w 406"/>
                <a:gd name="T59" fmla="*/ 648 h 702"/>
                <a:gd name="T60" fmla="*/ 195 w 406"/>
                <a:gd name="T61" fmla="*/ 335 h 702"/>
                <a:gd name="T62" fmla="*/ 216 w 406"/>
                <a:gd name="T63" fmla="*/ 335 h 702"/>
                <a:gd name="T64" fmla="*/ 281 w 406"/>
                <a:gd name="T65" fmla="*/ 658 h 702"/>
                <a:gd name="T66" fmla="*/ 339 w 406"/>
                <a:gd name="T67" fmla="*/ 697 h 702"/>
                <a:gd name="T68" fmla="*/ 64 w 406"/>
                <a:gd name="T69" fmla="*/ 144 h 702"/>
                <a:gd name="T70" fmla="*/ 74 w 406"/>
                <a:gd name="T71" fmla="*/ 103 h 702"/>
                <a:gd name="T72" fmla="*/ 97 w 406"/>
                <a:gd name="T73" fmla="*/ 79 h 702"/>
                <a:gd name="T74" fmla="*/ 97 w 406"/>
                <a:gd name="T75" fmla="*/ 228 h 702"/>
                <a:gd name="T76" fmla="*/ 97 w 406"/>
                <a:gd name="T77" fmla="*/ 247 h 702"/>
                <a:gd name="T78" fmla="*/ 64 w 406"/>
                <a:gd name="T79" fmla="*/ 144 h 7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6" h="702">
                  <a:moveTo>
                    <a:pt x="339" y="697"/>
                  </a:moveTo>
                  <a:cubicBezTo>
                    <a:pt x="366" y="691"/>
                    <a:pt x="383" y="665"/>
                    <a:pt x="378" y="638"/>
                  </a:cubicBezTo>
                  <a:cubicBezTo>
                    <a:pt x="312" y="312"/>
                    <a:pt x="312" y="312"/>
                    <a:pt x="312" y="312"/>
                  </a:cubicBezTo>
                  <a:cubicBezTo>
                    <a:pt x="313" y="310"/>
                    <a:pt x="313" y="307"/>
                    <a:pt x="313" y="304"/>
                  </a:cubicBezTo>
                  <a:cubicBezTo>
                    <a:pt x="313" y="92"/>
                    <a:pt x="313" y="92"/>
                    <a:pt x="313" y="92"/>
                  </a:cubicBezTo>
                  <a:cubicBezTo>
                    <a:pt x="316" y="99"/>
                    <a:pt x="319" y="107"/>
                    <a:pt x="323" y="116"/>
                  </a:cubicBezTo>
                  <a:cubicBezTo>
                    <a:pt x="333" y="149"/>
                    <a:pt x="342" y="202"/>
                    <a:pt x="342" y="283"/>
                  </a:cubicBezTo>
                  <a:cubicBezTo>
                    <a:pt x="342" y="298"/>
                    <a:pt x="342" y="313"/>
                    <a:pt x="341" y="330"/>
                  </a:cubicBezTo>
                  <a:cubicBezTo>
                    <a:pt x="341" y="347"/>
                    <a:pt x="354" y="362"/>
                    <a:pt x="372" y="363"/>
                  </a:cubicBezTo>
                  <a:cubicBezTo>
                    <a:pt x="373" y="363"/>
                    <a:pt x="373" y="363"/>
                    <a:pt x="373" y="363"/>
                  </a:cubicBezTo>
                  <a:cubicBezTo>
                    <a:pt x="390" y="363"/>
                    <a:pt x="405" y="349"/>
                    <a:pt x="405" y="332"/>
                  </a:cubicBezTo>
                  <a:cubicBezTo>
                    <a:pt x="406" y="315"/>
                    <a:pt x="406" y="299"/>
                    <a:pt x="406" y="283"/>
                  </a:cubicBezTo>
                  <a:cubicBezTo>
                    <a:pt x="406" y="161"/>
                    <a:pt x="388" y="93"/>
                    <a:pt x="364" y="52"/>
                  </a:cubicBezTo>
                  <a:cubicBezTo>
                    <a:pt x="351" y="31"/>
                    <a:pt x="337" y="18"/>
                    <a:pt x="322" y="10"/>
                  </a:cubicBezTo>
                  <a:cubicBezTo>
                    <a:pt x="308" y="2"/>
                    <a:pt x="295" y="0"/>
                    <a:pt x="286" y="0"/>
                  </a:cubicBezTo>
                  <a:cubicBezTo>
                    <a:pt x="286" y="0"/>
                    <a:pt x="286" y="0"/>
                    <a:pt x="286" y="0"/>
                  </a:cubicBezTo>
                  <a:cubicBezTo>
                    <a:pt x="285" y="0"/>
                    <a:pt x="283" y="0"/>
                    <a:pt x="282" y="0"/>
                  </a:cubicBezTo>
                  <a:cubicBezTo>
                    <a:pt x="127" y="0"/>
                    <a:pt x="127" y="0"/>
                    <a:pt x="127" y="0"/>
                  </a:cubicBezTo>
                  <a:cubicBezTo>
                    <a:pt x="127" y="0"/>
                    <a:pt x="127" y="0"/>
                    <a:pt x="127" y="0"/>
                  </a:cubicBezTo>
                  <a:cubicBezTo>
                    <a:pt x="124" y="0"/>
                    <a:pt x="121" y="0"/>
                    <a:pt x="118" y="0"/>
                  </a:cubicBezTo>
                  <a:cubicBezTo>
                    <a:pt x="118" y="0"/>
                    <a:pt x="118" y="0"/>
                    <a:pt x="118" y="0"/>
                  </a:cubicBezTo>
                  <a:cubicBezTo>
                    <a:pt x="115" y="1"/>
                    <a:pt x="89" y="6"/>
                    <a:pt x="60" y="26"/>
                  </a:cubicBezTo>
                  <a:cubicBezTo>
                    <a:pt x="45" y="37"/>
                    <a:pt x="30" y="51"/>
                    <a:pt x="19" y="71"/>
                  </a:cubicBezTo>
                  <a:cubicBezTo>
                    <a:pt x="7" y="90"/>
                    <a:pt x="0" y="115"/>
                    <a:pt x="0" y="144"/>
                  </a:cubicBezTo>
                  <a:cubicBezTo>
                    <a:pt x="0" y="190"/>
                    <a:pt x="18" y="244"/>
                    <a:pt x="60" y="312"/>
                  </a:cubicBezTo>
                  <a:cubicBezTo>
                    <a:pt x="66" y="321"/>
                    <a:pt x="77" y="327"/>
                    <a:pt x="87" y="327"/>
                  </a:cubicBezTo>
                  <a:cubicBezTo>
                    <a:pt x="90" y="327"/>
                    <a:pt x="94" y="326"/>
                    <a:pt x="97" y="325"/>
                  </a:cubicBezTo>
                  <a:cubicBezTo>
                    <a:pt x="97" y="648"/>
                    <a:pt x="97" y="648"/>
                    <a:pt x="97" y="648"/>
                  </a:cubicBezTo>
                  <a:cubicBezTo>
                    <a:pt x="97" y="676"/>
                    <a:pt x="119" y="698"/>
                    <a:pt x="146" y="698"/>
                  </a:cubicBezTo>
                  <a:cubicBezTo>
                    <a:pt x="173" y="698"/>
                    <a:pt x="195" y="676"/>
                    <a:pt x="195" y="648"/>
                  </a:cubicBezTo>
                  <a:cubicBezTo>
                    <a:pt x="195" y="335"/>
                    <a:pt x="195" y="335"/>
                    <a:pt x="195" y="335"/>
                  </a:cubicBezTo>
                  <a:cubicBezTo>
                    <a:pt x="216" y="335"/>
                    <a:pt x="216" y="335"/>
                    <a:pt x="216" y="335"/>
                  </a:cubicBezTo>
                  <a:cubicBezTo>
                    <a:pt x="281" y="658"/>
                    <a:pt x="281" y="658"/>
                    <a:pt x="281" y="658"/>
                  </a:cubicBezTo>
                  <a:cubicBezTo>
                    <a:pt x="286" y="685"/>
                    <a:pt x="313" y="702"/>
                    <a:pt x="339" y="697"/>
                  </a:cubicBezTo>
                  <a:close/>
                  <a:moveTo>
                    <a:pt x="64" y="144"/>
                  </a:moveTo>
                  <a:cubicBezTo>
                    <a:pt x="64" y="126"/>
                    <a:pt x="68" y="113"/>
                    <a:pt x="74" y="103"/>
                  </a:cubicBezTo>
                  <a:cubicBezTo>
                    <a:pt x="80" y="93"/>
                    <a:pt x="88" y="85"/>
                    <a:pt x="97" y="79"/>
                  </a:cubicBezTo>
                  <a:cubicBezTo>
                    <a:pt x="97" y="228"/>
                    <a:pt x="97" y="228"/>
                    <a:pt x="97" y="228"/>
                  </a:cubicBezTo>
                  <a:cubicBezTo>
                    <a:pt x="97" y="247"/>
                    <a:pt x="97" y="247"/>
                    <a:pt x="97" y="247"/>
                  </a:cubicBezTo>
                  <a:cubicBezTo>
                    <a:pt x="72" y="202"/>
                    <a:pt x="64" y="167"/>
                    <a:pt x="64"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4"/>
            <p:cNvSpPr>
              <a:spLocks/>
            </p:cNvSpPr>
            <p:nvPr/>
          </p:nvSpPr>
          <p:spPr bwMode="auto">
            <a:xfrm>
              <a:off x="2635250" y="1971675"/>
              <a:ext cx="373063" cy="373063"/>
            </a:xfrm>
            <a:custGeom>
              <a:avLst/>
              <a:gdLst>
                <a:gd name="T0" fmla="*/ 119 w 198"/>
                <a:gd name="T1" fmla="*/ 11 h 198"/>
                <a:gd name="T2" fmla="*/ 11 w 198"/>
                <a:gd name="T3" fmla="*/ 79 h 198"/>
                <a:gd name="T4" fmla="*/ 78 w 198"/>
                <a:gd name="T5" fmla="*/ 187 h 198"/>
                <a:gd name="T6" fmla="*/ 186 w 198"/>
                <a:gd name="T7" fmla="*/ 119 h 198"/>
                <a:gd name="T8" fmla="*/ 119 w 198"/>
                <a:gd name="T9" fmla="*/ 11 h 198"/>
              </a:gdLst>
              <a:ahLst/>
              <a:cxnLst>
                <a:cxn ang="0">
                  <a:pos x="T0" y="T1"/>
                </a:cxn>
                <a:cxn ang="0">
                  <a:pos x="T2" y="T3"/>
                </a:cxn>
                <a:cxn ang="0">
                  <a:pos x="T4" y="T5"/>
                </a:cxn>
                <a:cxn ang="0">
                  <a:pos x="T6" y="T7"/>
                </a:cxn>
                <a:cxn ang="0">
                  <a:pos x="T8" y="T9"/>
                </a:cxn>
              </a:cxnLst>
              <a:rect l="0" t="0" r="r" b="b"/>
              <a:pathLst>
                <a:path w="198" h="198">
                  <a:moveTo>
                    <a:pt x="119" y="11"/>
                  </a:moveTo>
                  <a:cubicBezTo>
                    <a:pt x="71" y="0"/>
                    <a:pt x="22" y="30"/>
                    <a:pt x="11" y="79"/>
                  </a:cubicBezTo>
                  <a:cubicBezTo>
                    <a:pt x="0" y="127"/>
                    <a:pt x="30" y="175"/>
                    <a:pt x="78" y="187"/>
                  </a:cubicBezTo>
                  <a:cubicBezTo>
                    <a:pt x="127" y="198"/>
                    <a:pt x="175" y="168"/>
                    <a:pt x="186" y="119"/>
                  </a:cubicBezTo>
                  <a:cubicBezTo>
                    <a:pt x="198" y="71"/>
                    <a:pt x="168" y="23"/>
                    <a:pt x="119"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7" name="组合 16"/>
          <p:cNvGrpSpPr/>
          <p:nvPr/>
        </p:nvGrpSpPr>
        <p:grpSpPr>
          <a:xfrm>
            <a:off x="3406083" y="2171738"/>
            <a:ext cx="555262" cy="1500447"/>
            <a:chOff x="3703638" y="1971675"/>
            <a:chExt cx="639763" cy="1728788"/>
          </a:xfrm>
          <a:solidFill>
            <a:schemeClr val="tx1">
              <a:lumMod val="65000"/>
              <a:lumOff val="35000"/>
            </a:schemeClr>
          </a:solidFill>
        </p:grpSpPr>
        <p:sp>
          <p:nvSpPr>
            <p:cNvPr id="18" name="Freeform 15"/>
            <p:cNvSpPr>
              <a:spLocks noEditPoints="1"/>
            </p:cNvSpPr>
            <p:nvPr/>
          </p:nvSpPr>
          <p:spPr bwMode="auto">
            <a:xfrm>
              <a:off x="3776663" y="2378075"/>
              <a:ext cx="566738" cy="1322388"/>
            </a:xfrm>
            <a:custGeom>
              <a:avLst/>
              <a:gdLst>
                <a:gd name="T0" fmla="*/ 0 w 301"/>
                <a:gd name="T1" fmla="*/ 155 h 702"/>
                <a:gd name="T2" fmla="*/ 0 w 301"/>
                <a:gd name="T3" fmla="*/ 228 h 702"/>
                <a:gd name="T4" fmla="*/ 0 w 301"/>
                <a:gd name="T5" fmla="*/ 304 h 702"/>
                <a:gd name="T6" fmla="*/ 0 w 301"/>
                <a:gd name="T7" fmla="*/ 648 h 702"/>
                <a:gd name="T8" fmla="*/ 50 w 301"/>
                <a:gd name="T9" fmla="*/ 698 h 702"/>
                <a:gd name="T10" fmla="*/ 99 w 301"/>
                <a:gd name="T11" fmla="*/ 648 h 702"/>
                <a:gd name="T12" fmla="*/ 99 w 301"/>
                <a:gd name="T13" fmla="*/ 335 h 702"/>
                <a:gd name="T14" fmla="*/ 120 w 301"/>
                <a:gd name="T15" fmla="*/ 335 h 702"/>
                <a:gd name="T16" fmla="*/ 185 w 301"/>
                <a:gd name="T17" fmla="*/ 658 h 702"/>
                <a:gd name="T18" fmla="*/ 243 w 301"/>
                <a:gd name="T19" fmla="*/ 697 h 702"/>
                <a:gd name="T20" fmla="*/ 282 w 301"/>
                <a:gd name="T21" fmla="*/ 638 h 702"/>
                <a:gd name="T22" fmla="*/ 219 w 301"/>
                <a:gd name="T23" fmla="*/ 330 h 702"/>
                <a:gd name="T24" fmla="*/ 226 w 301"/>
                <a:gd name="T25" fmla="*/ 331 h 702"/>
                <a:gd name="T26" fmla="*/ 254 w 301"/>
                <a:gd name="T27" fmla="*/ 313 h 702"/>
                <a:gd name="T28" fmla="*/ 301 w 301"/>
                <a:gd name="T29" fmla="*/ 149 h 702"/>
                <a:gd name="T30" fmla="*/ 285 w 301"/>
                <a:gd name="T31" fmla="*/ 74 h 702"/>
                <a:gd name="T32" fmla="*/ 229 w 301"/>
                <a:gd name="T33" fmla="*/ 15 h 702"/>
                <a:gd name="T34" fmla="*/ 196 w 301"/>
                <a:gd name="T35" fmla="*/ 1 h 702"/>
                <a:gd name="T36" fmla="*/ 186 w 301"/>
                <a:gd name="T37" fmla="*/ 0 h 702"/>
                <a:gd name="T38" fmla="*/ 144 w 301"/>
                <a:gd name="T39" fmla="*/ 0 h 702"/>
                <a:gd name="T40" fmla="*/ 95 w 301"/>
                <a:gd name="T41" fmla="*/ 93 h 702"/>
                <a:gd name="T42" fmla="*/ 0 w 301"/>
                <a:gd name="T43" fmla="*/ 155 h 702"/>
                <a:gd name="T44" fmla="*/ 237 w 301"/>
                <a:gd name="T45" fmla="*/ 149 h 702"/>
                <a:gd name="T46" fmla="*/ 217 w 301"/>
                <a:gd name="T47" fmla="*/ 240 h 702"/>
                <a:gd name="T48" fmla="*/ 217 w 301"/>
                <a:gd name="T49" fmla="*/ 87 h 702"/>
                <a:gd name="T50" fmla="*/ 237 w 301"/>
                <a:gd name="T51" fmla="*/ 149 h 7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1" h="702">
                  <a:moveTo>
                    <a:pt x="0" y="155"/>
                  </a:moveTo>
                  <a:cubicBezTo>
                    <a:pt x="0" y="228"/>
                    <a:pt x="0" y="228"/>
                    <a:pt x="0" y="228"/>
                  </a:cubicBezTo>
                  <a:cubicBezTo>
                    <a:pt x="0" y="304"/>
                    <a:pt x="0" y="304"/>
                    <a:pt x="0" y="304"/>
                  </a:cubicBezTo>
                  <a:cubicBezTo>
                    <a:pt x="0" y="648"/>
                    <a:pt x="0" y="648"/>
                    <a:pt x="0" y="648"/>
                  </a:cubicBezTo>
                  <a:cubicBezTo>
                    <a:pt x="0" y="676"/>
                    <a:pt x="23" y="698"/>
                    <a:pt x="50" y="698"/>
                  </a:cubicBezTo>
                  <a:cubicBezTo>
                    <a:pt x="77" y="698"/>
                    <a:pt x="99" y="676"/>
                    <a:pt x="99" y="648"/>
                  </a:cubicBezTo>
                  <a:cubicBezTo>
                    <a:pt x="99" y="335"/>
                    <a:pt x="99" y="335"/>
                    <a:pt x="99" y="335"/>
                  </a:cubicBezTo>
                  <a:cubicBezTo>
                    <a:pt x="120" y="335"/>
                    <a:pt x="120" y="335"/>
                    <a:pt x="120" y="335"/>
                  </a:cubicBezTo>
                  <a:cubicBezTo>
                    <a:pt x="185" y="658"/>
                    <a:pt x="185" y="658"/>
                    <a:pt x="185" y="658"/>
                  </a:cubicBezTo>
                  <a:cubicBezTo>
                    <a:pt x="190" y="685"/>
                    <a:pt x="216" y="702"/>
                    <a:pt x="243" y="697"/>
                  </a:cubicBezTo>
                  <a:cubicBezTo>
                    <a:pt x="270" y="691"/>
                    <a:pt x="287" y="665"/>
                    <a:pt x="282" y="638"/>
                  </a:cubicBezTo>
                  <a:cubicBezTo>
                    <a:pt x="219" y="330"/>
                    <a:pt x="219" y="330"/>
                    <a:pt x="219" y="330"/>
                  </a:cubicBezTo>
                  <a:cubicBezTo>
                    <a:pt x="222" y="330"/>
                    <a:pt x="224" y="331"/>
                    <a:pt x="226" y="331"/>
                  </a:cubicBezTo>
                  <a:cubicBezTo>
                    <a:pt x="238" y="331"/>
                    <a:pt x="249" y="324"/>
                    <a:pt x="254" y="313"/>
                  </a:cubicBezTo>
                  <a:cubicBezTo>
                    <a:pt x="288" y="246"/>
                    <a:pt x="301" y="193"/>
                    <a:pt x="301" y="149"/>
                  </a:cubicBezTo>
                  <a:cubicBezTo>
                    <a:pt x="301" y="119"/>
                    <a:pt x="295" y="95"/>
                    <a:pt x="285" y="74"/>
                  </a:cubicBezTo>
                  <a:cubicBezTo>
                    <a:pt x="270" y="44"/>
                    <a:pt x="247" y="26"/>
                    <a:pt x="229" y="15"/>
                  </a:cubicBezTo>
                  <a:cubicBezTo>
                    <a:pt x="213" y="6"/>
                    <a:pt x="200" y="2"/>
                    <a:pt x="196" y="1"/>
                  </a:cubicBezTo>
                  <a:cubicBezTo>
                    <a:pt x="192" y="0"/>
                    <a:pt x="189" y="0"/>
                    <a:pt x="186" y="0"/>
                  </a:cubicBezTo>
                  <a:cubicBezTo>
                    <a:pt x="144" y="0"/>
                    <a:pt x="144" y="0"/>
                    <a:pt x="144" y="0"/>
                  </a:cubicBezTo>
                  <a:cubicBezTo>
                    <a:pt x="127" y="38"/>
                    <a:pt x="111" y="69"/>
                    <a:pt x="95" y="93"/>
                  </a:cubicBezTo>
                  <a:cubicBezTo>
                    <a:pt x="80" y="116"/>
                    <a:pt x="49" y="155"/>
                    <a:pt x="0" y="155"/>
                  </a:cubicBezTo>
                  <a:close/>
                  <a:moveTo>
                    <a:pt x="237" y="149"/>
                  </a:moveTo>
                  <a:cubicBezTo>
                    <a:pt x="237" y="171"/>
                    <a:pt x="232" y="201"/>
                    <a:pt x="217" y="240"/>
                  </a:cubicBezTo>
                  <a:cubicBezTo>
                    <a:pt x="217" y="87"/>
                    <a:pt x="217" y="87"/>
                    <a:pt x="217" y="87"/>
                  </a:cubicBezTo>
                  <a:cubicBezTo>
                    <a:pt x="227" y="99"/>
                    <a:pt x="237" y="116"/>
                    <a:pt x="237" y="1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6"/>
            <p:cNvSpPr>
              <a:spLocks/>
            </p:cNvSpPr>
            <p:nvPr/>
          </p:nvSpPr>
          <p:spPr bwMode="auto">
            <a:xfrm>
              <a:off x="3797300" y="1971675"/>
              <a:ext cx="371475" cy="341313"/>
            </a:xfrm>
            <a:custGeom>
              <a:avLst/>
              <a:gdLst>
                <a:gd name="T0" fmla="*/ 100 w 197"/>
                <a:gd name="T1" fmla="*/ 152 h 181"/>
                <a:gd name="T2" fmla="*/ 116 w 197"/>
                <a:gd name="T3" fmla="*/ 155 h 181"/>
                <a:gd name="T4" fmla="*/ 137 w 197"/>
                <a:gd name="T5" fmla="*/ 177 h 181"/>
                <a:gd name="T6" fmla="*/ 138 w 197"/>
                <a:gd name="T7" fmla="*/ 179 h 181"/>
                <a:gd name="T8" fmla="*/ 185 w 197"/>
                <a:gd name="T9" fmla="*/ 119 h 181"/>
                <a:gd name="T10" fmla="*/ 118 w 197"/>
                <a:gd name="T11" fmla="*/ 11 h 181"/>
                <a:gd name="T12" fmla="*/ 10 w 197"/>
                <a:gd name="T13" fmla="*/ 79 h 181"/>
                <a:gd name="T14" fmla="*/ 61 w 197"/>
                <a:gd name="T15" fmla="*/ 181 h 181"/>
                <a:gd name="T16" fmla="*/ 63 w 197"/>
                <a:gd name="T17" fmla="*/ 176 h 181"/>
                <a:gd name="T18" fmla="*/ 100 w 197"/>
                <a:gd name="T19" fmla="*/ 152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181">
                  <a:moveTo>
                    <a:pt x="100" y="152"/>
                  </a:moveTo>
                  <a:cubicBezTo>
                    <a:pt x="105" y="152"/>
                    <a:pt x="111" y="153"/>
                    <a:pt x="116" y="155"/>
                  </a:cubicBezTo>
                  <a:cubicBezTo>
                    <a:pt x="126" y="159"/>
                    <a:pt x="133" y="167"/>
                    <a:pt x="137" y="177"/>
                  </a:cubicBezTo>
                  <a:cubicBezTo>
                    <a:pt x="137" y="178"/>
                    <a:pt x="138" y="179"/>
                    <a:pt x="138" y="179"/>
                  </a:cubicBezTo>
                  <a:cubicBezTo>
                    <a:pt x="161" y="168"/>
                    <a:pt x="179" y="146"/>
                    <a:pt x="185" y="119"/>
                  </a:cubicBezTo>
                  <a:cubicBezTo>
                    <a:pt x="197" y="71"/>
                    <a:pt x="166" y="23"/>
                    <a:pt x="118" y="11"/>
                  </a:cubicBezTo>
                  <a:cubicBezTo>
                    <a:pt x="70" y="0"/>
                    <a:pt x="21" y="30"/>
                    <a:pt x="10" y="79"/>
                  </a:cubicBezTo>
                  <a:cubicBezTo>
                    <a:pt x="0" y="121"/>
                    <a:pt x="22" y="164"/>
                    <a:pt x="61" y="181"/>
                  </a:cubicBezTo>
                  <a:cubicBezTo>
                    <a:pt x="62" y="179"/>
                    <a:pt x="62" y="177"/>
                    <a:pt x="63" y="176"/>
                  </a:cubicBezTo>
                  <a:cubicBezTo>
                    <a:pt x="70" y="161"/>
                    <a:pt x="84" y="152"/>
                    <a:pt x="10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17"/>
            <p:cNvSpPr>
              <a:spLocks/>
            </p:cNvSpPr>
            <p:nvPr/>
          </p:nvSpPr>
          <p:spPr bwMode="auto">
            <a:xfrm>
              <a:off x="3703638" y="2263775"/>
              <a:ext cx="344488" cy="398463"/>
            </a:xfrm>
            <a:custGeom>
              <a:avLst/>
              <a:gdLst>
                <a:gd name="T0" fmla="*/ 22 w 183"/>
                <a:gd name="T1" fmla="*/ 204 h 212"/>
                <a:gd name="T2" fmla="*/ 26 w 183"/>
                <a:gd name="T3" fmla="*/ 206 h 212"/>
                <a:gd name="T4" fmla="*/ 26 w 183"/>
                <a:gd name="T5" fmla="*/ 206 h 212"/>
                <a:gd name="T6" fmla="*/ 29 w 183"/>
                <a:gd name="T7" fmla="*/ 208 h 212"/>
                <a:gd name="T8" fmla="*/ 31 w 183"/>
                <a:gd name="T9" fmla="*/ 209 h 212"/>
                <a:gd name="T10" fmla="*/ 39 w 183"/>
                <a:gd name="T11" fmla="*/ 211 h 212"/>
                <a:gd name="T12" fmla="*/ 48 w 183"/>
                <a:gd name="T13" fmla="*/ 212 h 212"/>
                <a:gd name="T14" fmla="*/ 49 w 183"/>
                <a:gd name="T15" fmla="*/ 212 h 212"/>
                <a:gd name="T16" fmla="*/ 83 w 183"/>
                <a:gd name="T17" fmla="*/ 200 h 212"/>
                <a:gd name="T18" fmla="*/ 127 w 183"/>
                <a:gd name="T19" fmla="*/ 150 h 212"/>
                <a:gd name="T20" fmla="*/ 174 w 183"/>
                <a:gd name="T21" fmla="*/ 61 h 212"/>
                <a:gd name="T22" fmla="*/ 179 w 183"/>
                <a:gd name="T23" fmla="*/ 49 h 212"/>
                <a:gd name="T24" fmla="*/ 181 w 183"/>
                <a:gd name="T25" fmla="*/ 28 h 212"/>
                <a:gd name="T26" fmla="*/ 163 w 183"/>
                <a:gd name="T27" fmla="*/ 7 h 212"/>
                <a:gd name="T28" fmla="*/ 121 w 183"/>
                <a:gd name="T29" fmla="*/ 24 h 212"/>
                <a:gd name="T30" fmla="*/ 118 w 183"/>
                <a:gd name="T31" fmla="*/ 29 h 212"/>
                <a:gd name="T32" fmla="*/ 104 w 183"/>
                <a:gd name="T33" fmla="*/ 61 h 212"/>
                <a:gd name="T34" fmla="*/ 92 w 183"/>
                <a:gd name="T35" fmla="*/ 82 h 212"/>
                <a:gd name="T36" fmla="*/ 62 w 183"/>
                <a:gd name="T37" fmla="*/ 132 h 212"/>
                <a:gd name="T38" fmla="*/ 48 w 183"/>
                <a:gd name="T39" fmla="*/ 147 h 212"/>
                <a:gd name="T40" fmla="*/ 47 w 183"/>
                <a:gd name="T41" fmla="*/ 147 h 212"/>
                <a:gd name="T42" fmla="*/ 89 w 183"/>
                <a:gd name="T43" fmla="*/ 75 h 212"/>
                <a:gd name="T44" fmla="*/ 95 w 183"/>
                <a:gd name="T45" fmla="*/ 61 h 212"/>
                <a:gd name="T46" fmla="*/ 70 w 183"/>
                <a:gd name="T47" fmla="*/ 61 h 212"/>
                <a:gd name="T48" fmla="*/ 67 w 183"/>
                <a:gd name="T49" fmla="*/ 61 h 212"/>
                <a:gd name="T50" fmla="*/ 62 w 183"/>
                <a:gd name="T51" fmla="*/ 61 h 212"/>
                <a:gd name="T52" fmla="*/ 28 w 183"/>
                <a:gd name="T53" fmla="*/ 74 h 212"/>
                <a:gd name="T54" fmla="*/ 6 w 183"/>
                <a:gd name="T55" fmla="*/ 111 h 212"/>
                <a:gd name="T56" fmla="*/ 0 w 183"/>
                <a:gd name="T57" fmla="*/ 150 h 212"/>
                <a:gd name="T58" fmla="*/ 4 w 183"/>
                <a:gd name="T59" fmla="*/ 178 h 212"/>
                <a:gd name="T60" fmla="*/ 22 w 183"/>
                <a:gd name="T61" fmla="*/ 204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83" h="212">
                  <a:moveTo>
                    <a:pt x="22" y="204"/>
                  </a:moveTo>
                  <a:cubicBezTo>
                    <a:pt x="23" y="205"/>
                    <a:pt x="24" y="205"/>
                    <a:pt x="26" y="206"/>
                  </a:cubicBezTo>
                  <a:cubicBezTo>
                    <a:pt x="26" y="206"/>
                    <a:pt x="26" y="206"/>
                    <a:pt x="26" y="206"/>
                  </a:cubicBezTo>
                  <a:cubicBezTo>
                    <a:pt x="27" y="207"/>
                    <a:pt x="28" y="207"/>
                    <a:pt x="29" y="208"/>
                  </a:cubicBezTo>
                  <a:cubicBezTo>
                    <a:pt x="30" y="208"/>
                    <a:pt x="30" y="208"/>
                    <a:pt x="31" y="209"/>
                  </a:cubicBezTo>
                  <a:cubicBezTo>
                    <a:pt x="34" y="210"/>
                    <a:pt x="37" y="211"/>
                    <a:pt x="39" y="211"/>
                  </a:cubicBezTo>
                  <a:cubicBezTo>
                    <a:pt x="42" y="212"/>
                    <a:pt x="45" y="212"/>
                    <a:pt x="48" y="212"/>
                  </a:cubicBezTo>
                  <a:cubicBezTo>
                    <a:pt x="49" y="212"/>
                    <a:pt x="49" y="212"/>
                    <a:pt x="49" y="212"/>
                  </a:cubicBezTo>
                  <a:cubicBezTo>
                    <a:pt x="62" y="212"/>
                    <a:pt x="73" y="207"/>
                    <a:pt x="83" y="200"/>
                  </a:cubicBezTo>
                  <a:cubicBezTo>
                    <a:pt x="98" y="190"/>
                    <a:pt x="112" y="174"/>
                    <a:pt x="127" y="150"/>
                  </a:cubicBezTo>
                  <a:cubicBezTo>
                    <a:pt x="141" y="128"/>
                    <a:pt x="157" y="99"/>
                    <a:pt x="174" y="61"/>
                  </a:cubicBezTo>
                  <a:cubicBezTo>
                    <a:pt x="176" y="57"/>
                    <a:pt x="177" y="53"/>
                    <a:pt x="179" y="49"/>
                  </a:cubicBezTo>
                  <a:cubicBezTo>
                    <a:pt x="182" y="42"/>
                    <a:pt x="183" y="35"/>
                    <a:pt x="181" y="28"/>
                  </a:cubicBezTo>
                  <a:cubicBezTo>
                    <a:pt x="178" y="19"/>
                    <a:pt x="172" y="11"/>
                    <a:pt x="163" y="7"/>
                  </a:cubicBezTo>
                  <a:cubicBezTo>
                    <a:pt x="146" y="0"/>
                    <a:pt x="128" y="8"/>
                    <a:pt x="121" y="24"/>
                  </a:cubicBezTo>
                  <a:cubicBezTo>
                    <a:pt x="120" y="26"/>
                    <a:pt x="119" y="27"/>
                    <a:pt x="118" y="29"/>
                  </a:cubicBezTo>
                  <a:cubicBezTo>
                    <a:pt x="113" y="41"/>
                    <a:pt x="108" y="51"/>
                    <a:pt x="104" y="61"/>
                  </a:cubicBezTo>
                  <a:cubicBezTo>
                    <a:pt x="100" y="69"/>
                    <a:pt x="96" y="76"/>
                    <a:pt x="92" y="82"/>
                  </a:cubicBezTo>
                  <a:cubicBezTo>
                    <a:pt x="80" y="105"/>
                    <a:pt x="70" y="121"/>
                    <a:pt x="62" y="132"/>
                  </a:cubicBezTo>
                  <a:cubicBezTo>
                    <a:pt x="56" y="140"/>
                    <a:pt x="51" y="145"/>
                    <a:pt x="48" y="147"/>
                  </a:cubicBezTo>
                  <a:cubicBezTo>
                    <a:pt x="47" y="147"/>
                    <a:pt x="47" y="147"/>
                    <a:pt x="47" y="147"/>
                  </a:cubicBezTo>
                  <a:cubicBezTo>
                    <a:pt x="57" y="137"/>
                    <a:pt x="72" y="109"/>
                    <a:pt x="89" y="75"/>
                  </a:cubicBezTo>
                  <a:cubicBezTo>
                    <a:pt x="91" y="70"/>
                    <a:pt x="93" y="65"/>
                    <a:pt x="95" y="61"/>
                  </a:cubicBezTo>
                  <a:cubicBezTo>
                    <a:pt x="70" y="61"/>
                    <a:pt x="70" y="61"/>
                    <a:pt x="70" y="61"/>
                  </a:cubicBezTo>
                  <a:cubicBezTo>
                    <a:pt x="69" y="61"/>
                    <a:pt x="68" y="61"/>
                    <a:pt x="67" y="61"/>
                  </a:cubicBezTo>
                  <a:cubicBezTo>
                    <a:pt x="65" y="61"/>
                    <a:pt x="64" y="61"/>
                    <a:pt x="62" y="61"/>
                  </a:cubicBezTo>
                  <a:cubicBezTo>
                    <a:pt x="48" y="61"/>
                    <a:pt x="36" y="67"/>
                    <a:pt x="28" y="74"/>
                  </a:cubicBezTo>
                  <a:cubicBezTo>
                    <a:pt x="16" y="86"/>
                    <a:pt x="10" y="98"/>
                    <a:pt x="6" y="111"/>
                  </a:cubicBezTo>
                  <a:cubicBezTo>
                    <a:pt x="2" y="124"/>
                    <a:pt x="0" y="137"/>
                    <a:pt x="0" y="150"/>
                  </a:cubicBezTo>
                  <a:cubicBezTo>
                    <a:pt x="0" y="159"/>
                    <a:pt x="0" y="168"/>
                    <a:pt x="4" y="178"/>
                  </a:cubicBezTo>
                  <a:cubicBezTo>
                    <a:pt x="6" y="186"/>
                    <a:pt x="11" y="196"/>
                    <a:pt x="22" y="2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 name="组合 20"/>
          <p:cNvGrpSpPr/>
          <p:nvPr/>
        </p:nvGrpSpPr>
        <p:grpSpPr>
          <a:xfrm>
            <a:off x="1247037" y="572089"/>
            <a:ext cx="701311" cy="1492179"/>
            <a:chOff x="1216025" y="128588"/>
            <a:chExt cx="808038" cy="1719262"/>
          </a:xfrm>
          <a:solidFill>
            <a:schemeClr val="tx1">
              <a:lumMod val="65000"/>
              <a:lumOff val="35000"/>
            </a:schemeClr>
          </a:solidFill>
        </p:grpSpPr>
        <p:sp>
          <p:nvSpPr>
            <p:cNvPr id="22" name="Freeform 18"/>
            <p:cNvSpPr>
              <a:spLocks/>
            </p:cNvSpPr>
            <p:nvPr/>
          </p:nvSpPr>
          <p:spPr bwMode="auto">
            <a:xfrm>
              <a:off x="1419225" y="128588"/>
              <a:ext cx="363538" cy="369888"/>
            </a:xfrm>
            <a:custGeom>
              <a:avLst/>
              <a:gdLst>
                <a:gd name="T0" fmla="*/ 170 w 193"/>
                <a:gd name="T1" fmla="*/ 43 h 197"/>
                <a:gd name="T2" fmla="*/ 120 w 193"/>
                <a:gd name="T3" fmla="*/ 11 h 197"/>
                <a:gd name="T4" fmla="*/ 11 w 193"/>
                <a:gd name="T5" fmla="*/ 78 h 197"/>
                <a:gd name="T6" fmla="*/ 79 w 193"/>
                <a:gd name="T7" fmla="*/ 186 h 197"/>
                <a:gd name="T8" fmla="*/ 186 w 193"/>
                <a:gd name="T9" fmla="*/ 120 h 197"/>
                <a:gd name="T10" fmla="*/ 187 w 193"/>
                <a:gd name="T11" fmla="*/ 119 h 197"/>
                <a:gd name="T12" fmla="*/ 170 w 193"/>
                <a:gd name="T13" fmla="*/ 43 h 197"/>
              </a:gdLst>
              <a:ahLst/>
              <a:cxnLst>
                <a:cxn ang="0">
                  <a:pos x="T0" y="T1"/>
                </a:cxn>
                <a:cxn ang="0">
                  <a:pos x="T2" y="T3"/>
                </a:cxn>
                <a:cxn ang="0">
                  <a:pos x="T4" y="T5"/>
                </a:cxn>
                <a:cxn ang="0">
                  <a:pos x="T6" y="T7"/>
                </a:cxn>
                <a:cxn ang="0">
                  <a:pos x="T8" y="T9"/>
                </a:cxn>
                <a:cxn ang="0">
                  <a:pos x="T10" y="T11"/>
                </a:cxn>
                <a:cxn ang="0">
                  <a:pos x="T12" y="T13"/>
                </a:cxn>
              </a:cxnLst>
              <a:rect l="0" t="0" r="r" b="b"/>
              <a:pathLst>
                <a:path w="193" h="197">
                  <a:moveTo>
                    <a:pt x="170" y="43"/>
                  </a:moveTo>
                  <a:cubicBezTo>
                    <a:pt x="158" y="27"/>
                    <a:pt x="140" y="16"/>
                    <a:pt x="120" y="11"/>
                  </a:cubicBezTo>
                  <a:cubicBezTo>
                    <a:pt x="71" y="0"/>
                    <a:pt x="23" y="30"/>
                    <a:pt x="11" y="78"/>
                  </a:cubicBezTo>
                  <a:cubicBezTo>
                    <a:pt x="0" y="126"/>
                    <a:pt x="30" y="175"/>
                    <a:pt x="79" y="186"/>
                  </a:cubicBezTo>
                  <a:cubicBezTo>
                    <a:pt x="127" y="197"/>
                    <a:pt x="175" y="168"/>
                    <a:pt x="186" y="120"/>
                  </a:cubicBezTo>
                  <a:cubicBezTo>
                    <a:pt x="187" y="120"/>
                    <a:pt x="187" y="119"/>
                    <a:pt x="187" y="119"/>
                  </a:cubicBezTo>
                  <a:cubicBezTo>
                    <a:pt x="193" y="91"/>
                    <a:pt x="186" y="64"/>
                    <a:pt x="170"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19"/>
            <p:cNvSpPr>
              <a:spLocks/>
            </p:cNvSpPr>
            <p:nvPr/>
          </p:nvSpPr>
          <p:spPr bwMode="auto">
            <a:xfrm>
              <a:off x="1216025" y="215900"/>
              <a:ext cx="808038" cy="1631950"/>
            </a:xfrm>
            <a:custGeom>
              <a:avLst/>
              <a:gdLst>
                <a:gd name="T0" fmla="*/ 54 w 429"/>
                <a:gd name="T1" fmla="*/ 566 h 866"/>
                <a:gd name="T2" fmla="*/ 61 w 429"/>
                <a:gd name="T3" fmla="*/ 565 h 866"/>
                <a:gd name="T4" fmla="*/ 85 w 429"/>
                <a:gd name="T5" fmla="*/ 527 h 866"/>
                <a:gd name="T6" fmla="*/ 64 w 429"/>
                <a:gd name="T7" fmla="*/ 362 h 866"/>
                <a:gd name="T8" fmla="*/ 75 w 429"/>
                <a:gd name="T9" fmla="*/ 283 h 866"/>
                <a:gd name="T10" fmla="*/ 99 w 429"/>
                <a:gd name="T11" fmla="*/ 242 h 866"/>
                <a:gd name="T12" fmla="*/ 99 w 429"/>
                <a:gd name="T13" fmla="*/ 397 h 866"/>
                <a:gd name="T14" fmla="*/ 99 w 429"/>
                <a:gd name="T15" fmla="*/ 473 h 866"/>
                <a:gd name="T16" fmla="*/ 99 w 429"/>
                <a:gd name="T17" fmla="*/ 817 h 866"/>
                <a:gd name="T18" fmla="*/ 148 w 429"/>
                <a:gd name="T19" fmla="*/ 866 h 866"/>
                <a:gd name="T20" fmla="*/ 198 w 429"/>
                <a:gd name="T21" fmla="*/ 817 h 866"/>
                <a:gd name="T22" fmla="*/ 198 w 429"/>
                <a:gd name="T23" fmla="*/ 504 h 866"/>
                <a:gd name="T24" fmla="*/ 216 w 429"/>
                <a:gd name="T25" fmla="*/ 504 h 866"/>
                <a:gd name="T26" fmla="*/ 216 w 429"/>
                <a:gd name="T27" fmla="*/ 817 h 866"/>
                <a:gd name="T28" fmla="*/ 266 w 429"/>
                <a:gd name="T29" fmla="*/ 866 h 866"/>
                <a:gd name="T30" fmla="*/ 315 w 429"/>
                <a:gd name="T31" fmla="*/ 817 h 866"/>
                <a:gd name="T32" fmla="*/ 315 w 429"/>
                <a:gd name="T33" fmla="*/ 473 h 866"/>
                <a:gd name="T34" fmla="*/ 315 w 429"/>
                <a:gd name="T35" fmla="*/ 397 h 866"/>
                <a:gd name="T36" fmla="*/ 315 w 429"/>
                <a:gd name="T37" fmla="*/ 226 h 866"/>
                <a:gd name="T38" fmla="*/ 354 w 429"/>
                <a:gd name="T39" fmla="*/ 212 h 866"/>
                <a:gd name="T40" fmla="*/ 401 w 429"/>
                <a:gd name="T41" fmla="*/ 184 h 866"/>
                <a:gd name="T42" fmla="*/ 420 w 429"/>
                <a:gd name="T43" fmla="*/ 161 h 866"/>
                <a:gd name="T44" fmla="*/ 429 w 429"/>
                <a:gd name="T45" fmla="*/ 128 h 866"/>
                <a:gd name="T46" fmla="*/ 418 w 429"/>
                <a:gd name="T47" fmla="*/ 91 h 866"/>
                <a:gd name="T48" fmla="*/ 372 w 429"/>
                <a:gd name="T49" fmla="*/ 44 h 866"/>
                <a:gd name="T50" fmla="*/ 291 w 429"/>
                <a:gd name="T51" fmla="*/ 0 h 866"/>
                <a:gd name="T52" fmla="*/ 303 w 429"/>
                <a:gd name="T53" fmla="*/ 74 h 866"/>
                <a:gd name="T54" fmla="*/ 302 w 429"/>
                <a:gd name="T55" fmla="*/ 77 h 866"/>
                <a:gd name="T56" fmla="*/ 349 w 429"/>
                <a:gd name="T57" fmla="*/ 108 h 866"/>
                <a:gd name="T58" fmla="*/ 363 w 429"/>
                <a:gd name="T59" fmla="*/ 123 h 866"/>
                <a:gd name="T60" fmla="*/ 365 w 429"/>
                <a:gd name="T61" fmla="*/ 128 h 866"/>
                <a:gd name="T62" fmla="*/ 364 w 429"/>
                <a:gd name="T63" fmla="*/ 130 h 866"/>
                <a:gd name="T64" fmla="*/ 349 w 429"/>
                <a:gd name="T65" fmla="*/ 143 h 866"/>
                <a:gd name="T66" fmla="*/ 304 w 429"/>
                <a:gd name="T67" fmla="*/ 163 h 866"/>
                <a:gd name="T68" fmla="*/ 286 w 429"/>
                <a:gd name="T69" fmla="*/ 168 h 866"/>
                <a:gd name="T70" fmla="*/ 284 w 429"/>
                <a:gd name="T71" fmla="*/ 168 h 866"/>
                <a:gd name="T72" fmla="*/ 130 w 429"/>
                <a:gd name="T73" fmla="*/ 168 h 866"/>
                <a:gd name="T74" fmla="*/ 126 w 429"/>
                <a:gd name="T75" fmla="*/ 168 h 866"/>
                <a:gd name="T76" fmla="*/ 124 w 429"/>
                <a:gd name="T77" fmla="*/ 168 h 866"/>
                <a:gd name="T78" fmla="*/ 91 w 429"/>
                <a:gd name="T79" fmla="*/ 174 h 866"/>
                <a:gd name="T80" fmla="*/ 29 w 429"/>
                <a:gd name="T81" fmla="*/ 229 h 866"/>
                <a:gd name="T82" fmla="*/ 0 w 429"/>
                <a:gd name="T83" fmla="*/ 362 h 866"/>
                <a:gd name="T84" fmla="*/ 23 w 429"/>
                <a:gd name="T85" fmla="*/ 540 h 866"/>
                <a:gd name="T86" fmla="*/ 54 w 429"/>
                <a:gd name="T87" fmla="*/ 566 h 8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29" h="866">
                  <a:moveTo>
                    <a:pt x="54" y="566"/>
                  </a:moveTo>
                  <a:cubicBezTo>
                    <a:pt x="56" y="566"/>
                    <a:pt x="58" y="565"/>
                    <a:pt x="61" y="565"/>
                  </a:cubicBezTo>
                  <a:cubicBezTo>
                    <a:pt x="78" y="561"/>
                    <a:pt x="89" y="544"/>
                    <a:pt x="85" y="527"/>
                  </a:cubicBezTo>
                  <a:cubicBezTo>
                    <a:pt x="70" y="457"/>
                    <a:pt x="64" y="404"/>
                    <a:pt x="64" y="362"/>
                  </a:cubicBezTo>
                  <a:cubicBezTo>
                    <a:pt x="64" y="327"/>
                    <a:pt x="69" y="301"/>
                    <a:pt x="75" y="283"/>
                  </a:cubicBezTo>
                  <a:cubicBezTo>
                    <a:pt x="82" y="260"/>
                    <a:pt x="91" y="249"/>
                    <a:pt x="99" y="242"/>
                  </a:cubicBezTo>
                  <a:cubicBezTo>
                    <a:pt x="99" y="397"/>
                    <a:pt x="99" y="397"/>
                    <a:pt x="99" y="397"/>
                  </a:cubicBezTo>
                  <a:cubicBezTo>
                    <a:pt x="99" y="473"/>
                    <a:pt x="99" y="473"/>
                    <a:pt x="99" y="473"/>
                  </a:cubicBezTo>
                  <a:cubicBezTo>
                    <a:pt x="99" y="817"/>
                    <a:pt x="99" y="817"/>
                    <a:pt x="99" y="817"/>
                  </a:cubicBezTo>
                  <a:cubicBezTo>
                    <a:pt x="99" y="844"/>
                    <a:pt x="121" y="866"/>
                    <a:pt x="148" y="866"/>
                  </a:cubicBezTo>
                  <a:cubicBezTo>
                    <a:pt x="176" y="866"/>
                    <a:pt x="198" y="844"/>
                    <a:pt x="198" y="817"/>
                  </a:cubicBezTo>
                  <a:cubicBezTo>
                    <a:pt x="198" y="504"/>
                    <a:pt x="198" y="504"/>
                    <a:pt x="198" y="504"/>
                  </a:cubicBezTo>
                  <a:cubicBezTo>
                    <a:pt x="216" y="504"/>
                    <a:pt x="216" y="504"/>
                    <a:pt x="216" y="504"/>
                  </a:cubicBezTo>
                  <a:cubicBezTo>
                    <a:pt x="216" y="817"/>
                    <a:pt x="216" y="817"/>
                    <a:pt x="216" y="817"/>
                  </a:cubicBezTo>
                  <a:cubicBezTo>
                    <a:pt x="216" y="844"/>
                    <a:pt x="239" y="866"/>
                    <a:pt x="266" y="866"/>
                  </a:cubicBezTo>
                  <a:cubicBezTo>
                    <a:pt x="293" y="866"/>
                    <a:pt x="315" y="844"/>
                    <a:pt x="315" y="817"/>
                  </a:cubicBezTo>
                  <a:cubicBezTo>
                    <a:pt x="315" y="473"/>
                    <a:pt x="315" y="473"/>
                    <a:pt x="315" y="473"/>
                  </a:cubicBezTo>
                  <a:cubicBezTo>
                    <a:pt x="315" y="397"/>
                    <a:pt x="315" y="397"/>
                    <a:pt x="315" y="397"/>
                  </a:cubicBezTo>
                  <a:cubicBezTo>
                    <a:pt x="315" y="226"/>
                    <a:pt x="315" y="226"/>
                    <a:pt x="315" y="226"/>
                  </a:cubicBezTo>
                  <a:cubicBezTo>
                    <a:pt x="326" y="223"/>
                    <a:pt x="340" y="218"/>
                    <a:pt x="354" y="212"/>
                  </a:cubicBezTo>
                  <a:cubicBezTo>
                    <a:pt x="370" y="206"/>
                    <a:pt x="386" y="197"/>
                    <a:pt x="401" y="184"/>
                  </a:cubicBezTo>
                  <a:cubicBezTo>
                    <a:pt x="408" y="178"/>
                    <a:pt x="415" y="171"/>
                    <a:pt x="420" y="161"/>
                  </a:cubicBezTo>
                  <a:cubicBezTo>
                    <a:pt x="425" y="152"/>
                    <a:pt x="429" y="140"/>
                    <a:pt x="429" y="128"/>
                  </a:cubicBezTo>
                  <a:cubicBezTo>
                    <a:pt x="429" y="115"/>
                    <a:pt x="425" y="102"/>
                    <a:pt x="418" y="91"/>
                  </a:cubicBezTo>
                  <a:cubicBezTo>
                    <a:pt x="408" y="74"/>
                    <a:pt x="393" y="59"/>
                    <a:pt x="372" y="44"/>
                  </a:cubicBezTo>
                  <a:cubicBezTo>
                    <a:pt x="351" y="30"/>
                    <a:pt x="325" y="15"/>
                    <a:pt x="291" y="0"/>
                  </a:cubicBezTo>
                  <a:cubicBezTo>
                    <a:pt x="304" y="22"/>
                    <a:pt x="308" y="48"/>
                    <a:pt x="303" y="74"/>
                  </a:cubicBezTo>
                  <a:cubicBezTo>
                    <a:pt x="302" y="75"/>
                    <a:pt x="302" y="76"/>
                    <a:pt x="302" y="77"/>
                  </a:cubicBezTo>
                  <a:cubicBezTo>
                    <a:pt x="324" y="88"/>
                    <a:pt x="339" y="99"/>
                    <a:pt x="349" y="108"/>
                  </a:cubicBezTo>
                  <a:cubicBezTo>
                    <a:pt x="357" y="114"/>
                    <a:pt x="361" y="120"/>
                    <a:pt x="363" y="123"/>
                  </a:cubicBezTo>
                  <a:cubicBezTo>
                    <a:pt x="365" y="127"/>
                    <a:pt x="365" y="128"/>
                    <a:pt x="365" y="128"/>
                  </a:cubicBezTo>
                  <a:cubicBezTo>
                    <a:pt x="365" y="128"/>
                    <a:pt x="365" y="128"/>
                    <a:pt x="364" y="130"/>
                  </a:cubicBezTo>
                  <a:cubicBezTo>
                    <a:pt x="363" y="132"/>
                    <a:pt x="358" y="138"/>
                    <a:pt x="349" y="143"/>
                  </a:cubicBezTo>
                  <a:cubicBezTo>
                    <a:pt x="337" y="151"/>
                    <a:pt x="319" y="158"/>
                    <a:pt x="304" y="163"/>
                  </a:cubicBezTo>
                  <a:cubicBezTo>
                    <a:pt x="297" y="165"/>
                    <a:pt x="290" y="167"/>
                    <a:pt x="286" y="168"/>
                  </a:cubicBezTo>
                  <a:cubicBezTo>
                    <a:pt x="285" y="168"/>
                    <a:pt x="285" y="168"/>
                    <a:pt x="284" y="168"/>
                  </a:cubicBezTo>
                  <a:cubicBezTo>
                    <a:pt x="130" y="168"/>
                    <a:pt x="130" y="168"/>
                    <a:pt x="130" y="168"/>
                  </a:cubicBezTo>
                  <a:cubicBezTo>
                    <a:pt x="129" y="168"/>
                    <a:pt x="127" y="168"/>
                    <a:pt x="126" y="168"/>
                  </a:cubicBezTo>
                  <a:cubicBezTo>
                    <a:pt x="125" y="168"/>
                    <a:pt x="125" y="168"/>
                    <a:pt x="124" y="168"/>
                  </a:cubicBezTo>
                  <a:cubicBezTo>
                    <a:pt x="117" y="168"/>
                    <a:pt x="105" y="169"/>
                    <a:pt x="91" y="174"/>
                  </a:cubicBezTo>
                  <a:cubicBezTo>
                    <a:pt x="71" y="181"/>
                    <a:pt x="46" y="198"/>
                    <a:pt x="29" y="229"/>
                  </a:cubicBezTo>
                  <a:cubicBezTo>
                    <a:pt x="11" y="259"/>
                    <a:pt x="0" y="302"/>
                    <a:pt x="0" y="362"/>
                  </a:cubicBezTo>
                  <a:cubicBezTo>
                    <a:pt x="0" y="409"/>
                    <a:pt x="7" y="468"/>
                    <a:pt x="23" y="540"/>
                  </a:cubicBezTo>
                  <a:cubicBezTo>
                    <a:pt x="26" y="555"/>
                    <a:pt x="39" y="566"/>
                    <a:pt x="54" y="5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4" name="组合 23"/>
          <p:cNvGrpSpPr/>
          <p:nvPr/>
        </p:nvGrpSpPr>
        <p:grpSpPr>
          <a:xfrm>
            <a:off x="2248713" y="572089"/>
            <a:ext cx="730245" cy="1492179"/>
            <a:chOff x="2370138" y="128588"/>
            <a:chExt cx="841375" cy="1719262"/>
          </a:xfrm>
          <a:solidFill>
            <a:schemeClr val="tx1">
              <a:lumMod val="65000"/>
              <a:lumOff val="35000"/>
            </a:schemeClr>
          </a:solidFill>
        </p:grpSpPr>
        <p:sp>
          <p:nvSpPr>
            <p:cNvPr id="25" name="Freeform 20"/>
            <p:cNvSpPr>
              <a:spLocks/>
            </p:cNvSpPr>
            <p:nvPr/>
          </p:nvSpPr>
          <p:spPr bwMode="auto">
            <a:xfrm>
              <a:off x="2370138" y="279400"/>
              <a:ext cx="841375" cy="1568450"/>
            </a:xfrm>
            <a:custGeom>
              <a:avLst/>
              <a:gdLst>
                <a:gd name="T0" fmla="*/ 49 w 447"/>
                <a:gd name="T1" fmla="*/ 177 h 833"/>
                <a:gd name="T2" fmla="*/ 109 w 447"/>
                <a:gd name="T3" fmla="*/ 195 h 833"/>
                <a:gd name="T4" fmla="*/ 115 w 447"/>
                <a:gd name="T5" fmla="*/ 196 h 833"/>
                <a:gd name="T6" fmla="*/ 115 w 447"/>
                <a:gd name="T7" fmla="*/ 364 h 833"/>
                <a:gd name="T8" fmla="*/ 115 w 447"/>
                <a:gd name="T9" fmla="*/ 440 h 833"/>
                <a:gd name="T10" fmla="*/ 115 w 447"/>
                <a:gd name="T11" fmla="*/ 784 h 833"/>
                <a:gd name="T12" fmla="*/ 165 w 447"/>
                <a:gd name="T13" fmla="*/ 833 h 833"/>
                <a:gd name="T14" fmla="*/ 214 w 447"/>
                <a:gd name="T15" fmla="*/ 784 h 833"/>
                <a:gd name="T16" fmla="*/ 214 w 447"/>
                <a:gd name="T17" fmla="*/ 471 h 833"/>
                <a:gd name="T18" fmla="*/ 233 w 447"/>
                <a:gd name="T19" fmla="*/ 471 h 833"/>
                <a:gd name="T20" fmla="*/ 233 w 447"/>
                <a:gd name="T21" fmla="*/ 784 h 833"/>
                <a:gd name="T22" fmla="*/ 282 w 447"/>
                <a:gd name="T23" fmla="*/ 833 h 833"/>
                <a:gd name="T24" fmla="*/ 332 w 447"/>
                <a:gd name="T25" fmla="*/ 784 h 833"/>
                <a:gd name="T26" fmla="*/ 332 w 447"/>
                <a:gd name="T27" fmla="*/ 440 h 833"/>
                <a:gd name="T28" fmla="*/ 332 w 447"/>
                <a:gd name="T29" fmla="*/ 364 h 833"/>
                <a:gd name="T30" fmla="*/ 332 w 447"/>
                <a:gd name="T31" fmla="*/ 196 h 833"/>
                <a:gd name="T32" fmla="*/ 368 w 447"/>
                <a:gd name="T33" fmla="*/ 188 h 833"/>
                <a:gd name="T34" fmla="*/ 415 w 447"/>
                <a:gd name="T35" fmla="*/ 168 h 833"/>
                <a:gd name="T36" fmla="*/ 436 w 447"/>
                <a:gd name="T37" fmla="*/ 148 h 833"/>
                <a:gd name="T38" fmla="*/ 447 w 447"/>
                <a:gd name="T39" fmla="*/ 115 h 833"/>
                <a:gd name="T40" fmla="*/ 436 w 447"/>
                <a:gd name="T41" fmla="*/ 80 h 833"/>
                <a:gd name="T42" fmla="*/ 389 w 447"/>
                <a:gd name="T43" fmla="*/ 38 h 833"/>
                <a:gd name="T44" fmla="*/ 320 w 447"/>
                <a:gd name="T45" fmla="*/ 0 h 833"/>
                <a:gd name="T46" fmla="*/ 319 w 447"/>
                <a:gd name="T47" fmla="*/ 41 h 833"/>
                <a:gd name="T48" fmla="*/ 309 w 447"/>
                <a:gd name="T49" fmla="*/ 66 h 833"/>
                <a:gd name="T50" fmla="*/ 368 w 447"/>
                <a:gd name="T51" fmla="*/ 101 h 833"/>
                <a:gd name="T52" fmla="*/ 381 w 447"/>
                <a:gd name="T53" fmla="*/ 114 h 833"/>
                <a:gd name="T54" fmla="*/ 334 w 447"/>
                <a:gd name="T55" fmla="*/ 131 h 833"/>
                <a:gd name="T56" fmla="*/ 310 w 447"/>
                <a:gd name="T57" fmla="*/ 135 h 833"/>
                <a:gd name="T58" fmla="*/ 304 w 447"/>
                <a:gd name="T59" fmla="*/ 135 h 833"/>
                <a:gd name="T60" fmla="*/ 301 w 447"/>
                <a:gd name="T61" fmla="*/ 135 h 833"/>
                <a:gd name="T62" fmla="*/ 146 w 447"/>
                <a:gd name="T63" fmla="*/ 135 h 833"/>
                <a:gd name="T64" fmla="*/ 143 w 447"/>
                <a:gd name="T65" fmla="*/ 135 h 833"/>
                <a:gd name="T66" fmla="*/ 92 w 447"/>
                <a:gd name="T67" fmla="*/ 125 h 833"/>
                <a:gd name="T68" fmla="*/ 66 w 447"/>
                <a:gd name="T69" fmla="*/ 114 h 833"/>
                <a:gd name="T70" fmla="*/ 68 w 447"/>
                <a:gd name="T71" fmla="*/ 111 h 833"/>
                <a:gd name="T72" fmla="*/ 138 w 447"/>
                <a:gd name="T73" fmla="*/ 66 h 833"/>
                <a:gd name="T74" fmla="*/ 127 w 447"/>
                <a:gd name="T75" fmla="*/ 0 h 833"/>
                <a:gd name="T76" fmla="*/ 39 w 447"/>
                <a:gd name="T77" fmla="*/ 51 h 833"/>
                <a:gd name="T78" fmla="*/ 11 w 447"/>
                <a:gd name="T79" fmla="*/ 80 h 833"/>
                <a:gd name="T80" fmla="*/ 0 w 447"/>
                <a:gd name="T81" fmla="*/ 115 h 833"/>
                <a:gd name="T82" fmla="*/ 11 w 447"/>
                <a:gd name="T83" fmla="*/ 148 h 833"/>
                <a:gd name="T84" fmla="*/ 49 w 447"/>
                <a:gd name="T85" fmla="*/ 177 h 8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47" h="833">
                  <a:moveTo>
                    <a:pt x="49" y="177"/>
                  </a:moveTo>
                  <a:cubicBezTo>
                    <a:pt x="70" y="186"/>
                    <a:pt x="91" y="192"/>
                    <a:pt x="109" y="195"/>
                  </a:cubicBezTo>
                  <a:cubicBezTo>
                    <a:pt x="111" y="195"/>
                    <a:pt x="113" y="196"/>
                    <a:pt x="115" y="196"/>
                  </a:cubicBezTo>
                  <a:cubicBezTo>
                    <a:pt x="115" y="364"/>
                    <a:pt x="115" y="364"/>
                    <a:pt x="115" y="364"/>
                  </a:cubicBezTo>
                  <a:cubicBezTo>
                    <a:pt x="115" y="440"/>
                    <a:pt x="115" y="440"/>
                    <a:pt x="115" y="440"/>
                  </a:cubicBezTo>
                  <a:cubicBezTo>
                    <a:pt x="115" y="784"/>
                    <a:pt x="115" y="784"/>
                    <a:pt x="115" y="784"/>
                  </a:cubicBezTo>
                  <a:cubicBezTo>
                    <a:pt x="115" y="811"/>
                    <a:pt x="138" y="833"/>
                    <a:pt x="165" y="833"/>
                  </a:cubicBezTo>
                  <a:cubicBezTo>
                    <a:pt x="192" y="833"/>
                    <a:pt x="214" y="811"/>
                    <a:pt x="214" y="784"/>
                  </a:cubicBezTo>
                  <a:cubicBezTo>
                    <a:pt x="214" y="471"/>
                    <a:pt x="214" y="471"/>
                    <a:pt x="214" y="471"/>
                  </a:cubicBezTo>
                  <a:cubicBezTo>
                    <a:pt x="233" y="471"/>
                    <a:pt x="233" y="471"/>
                    <a:pt x="233" y="471"/>
                  </a:cubicBezTo>
                  <a:cubicBezTo>
                    <a:pt x="233" y="784"/>
                    <a:pt x="233" y="784"/>
                    <a:pt x="233" y="784"/>
                  </a:cubicBezTo>
                  <a:cubicBezTo>
                    <a:pt x="233" y="811"/>
                    <a:pt x="255" y="833"/>
                    <a:pt x="282" y="833"/>
                  </a:cubicBezTo>
                  <a:cubicBezTo>
                    <a:pt x="310" y="833"/>
                    <a:pt x="332" y="811"/>
                    <a:pt x="332" y="784"/>
                  </a:cubicBezTo>
                  <a:cubicBezTo>
                    <a:pt x="332" y="440"/>
                    <a:pt x="332" y="440"/>
                    <a:pt x="332" y="440"/>
                  </a:cubicBezTo>
                  <a:cubicBezTo>
                    <a:pt x="332" y="364"/>
                    <a:pt x="332" y="364"/>
                    <a:pt x="332" y="364"/>
                  </a:cubicBezTo>
                  <a:cubicBezTo>
                    <a:pt x="332" y="196"/>
                    <a:pt x="332" y="196"/>
                    <a:pt x="332" y="196"/>
                  </a:cubicBezTo>
                  <a:cubicBezTo>
                    <a:pt x="342" y="194"/>
                    <a:pt x="355" y="192"/>
                    <a:pt x="368" y="188"/>
                  </a:cubicBezTo>
                  <a:cubicBezTo>
                    <a:pt x="384" y="183"/>
                    <a:pt x="400" y="178"/>
                    <a:pt x="415" y="168"/>
                  </a:cubicBezTo>
                  <a:cubicBezTo>
                    <a:pt x="423" y="163"/>
                    <a:pt x="430" y="157"/>
                    <a:pt x="436" y="148"/>
                  </a:cubicBezTo>
                  <a:cubicBezTo>
                    <a:pt x="443" y="140"/>
                    <a:pt x="447" y="128"/>
                    <a:pt x="447" y="115"/>
                  </a:cubicBezTo>
                  <a:cubicBezTo>
                    <a:pt x="447" y="102"/>
                    <a:pt x="442" y="90"/>
                    <a:pt x="436" y="80"/>
                  </a:cubicBezTo>
                  <a:cubicBezTo>
                    <a:pt x="425" y="64"/>
                    <a:pt x="410" y="52"/>
                    <a:pt x="389" y="38"/>
                  </a:cubicBezTo>
                  <a:cubicBezTo>
                    <a:pt x="371" y="26"/>
                    <a:pt x="348" y="13"/>
                    <a:pt x="320" y="0"/>
                  </a:cubicBezTo>
                  <a:cubicBezTo>
                    <a:pt x="322" y="13"/>
                    <a:pt x="322" y="27"/>
                    <a:pt x="319" y="41"/>
                  </a:cubicBezTo>
                  <a:cubicBezTo>
                    <a:pt x="317" y="50"/>
                    <a:pt x="314" y="58"/>
                    <a:pt x="309" y="66"/>
                  </a:cubicBezTo>
                  <a:cubicBezTo>
                    <a:pt x="337" y="80"/>
                    <a:pt x="357" y="92"/>
                    <a:pt x="368" y="101"/>
                  </a:cubicBezTo>
                  <a:cubicBezTo>
                    <a:pt x="375" y="106"/>
                    <a:pt x="379" y="111"/>
                    <a:pt x="381" y="114"/>
                  </a:cubicBezTo>
                  <a:cubicBezTo>
                    <a:pt x="373" y="120"/>
                    <a:pt x="352" y="127"/>
                    <a:pt x="334" y="131"/>
                  </a:cubicBezTo>
                  <a:cubicBezTo>
                    <a:pt x="325" y="132"/>
                    <a:pt x="316" y="134"/>
                    <a:pt x="310" y="135"/>
                  </a:cubicBezTo>
                  <a:cubicBezTo>
                    <a:pt x="308" y="135"/>
                    <a:pt x="306" y="135"/>
                    <a:pt x="304" y="135"/>
                  </a:cubicBezTo>
                  <a:cubicBezTo>
                    <a:pt x="303" y="135"/>
                    <a:pt x="302" y="135"/>
                    <a:pt x="301" y="135"/>
                  </a:cubicBezTo>
                  <a:cubicBezTo>
                    <a:pt x="146" y="135"/>
                    <a:pt x="146" y="135"/>
                    <a:pt x="146" y="135"/>
                  </a:cubicBezTo>
                  <a:cubicBezTo>
                    <a:pt x="145" y="135"/>
                    <a:pt x="144" y="135"/>
                    <a:pt x="143" y="135"/>
                  </a:cubicBezTo>
                  <a:cubicBezTo>
                    <a:pt x="134" y="134"/>
                    <a:pt x="111" y="131"/>
                    <a:pt x="92" y="125"/>
                  </a:cubicBezTo>
                  <a:cubicBezTo>
                    <a:pt x="81" y="122"/>
                    <a:pt x="71" y="117"/>
                    <a:pt x="66" y="114"/>
                  </a:cubicBezTo>
                  <a:cubicBezTo>
                    <a:pt x="66" y="113"/>
                    <a:pt x="67" y="112"/>
                    <a:pt x="68" y="111"/>
                  </a:cubicBezTo>
                  <a:cubicBezTo>
                    <a:pt x="76" y="102"/>
                    <a:pt x="98" y="86"/>
                    <a:pt x="138" y="66"/>
                  </a:cubicBezTo>
                  <a:cubicBezTo>
                    <a:pt x="127" y="46"/>
                    <a:pt x="123" y="23"/>
                    <a:pt x="127" y="0"/>
                  </a:cubicBezTo>
                  <a:cubicBezTo>
                    <a:pt x="87" y="19"/>
                    <a:pt x="59" y="35"/>
                    <a:pt x="39" y="51"/>
                  </a:cubicBezTo>
                  <a:cubicBezTo>
                    <a:pt x="27" y="60"/>
                    <a:pt x="18" y="70"/>
                    <a:pt x="11" y="80"/>
                  </a:cubicBezTo>
                  <a:cubicBezTo>
                    <a:pt x="5" y="90"/>
                    <a:pt x="0" y="102"/>
                    <a:pt x="0" y="115"/>
                  </a:cubicBezTo>
                  <a:cubicBezTo>
                    <a:pt x="0" y="128"/>
                    <a:pt x="4" y="140"/>
                    <a:pt x="11" y="148"/>
                  </a:cubicBezTo>
                  <a:cubicBezTo>
                    <a:pt x="22" y="163"/>
                    <a:pt x="35" y="171"/>
                    <a:pt x="49" y="1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21"/>
            <p:cNvSpPr>
              <a:spLocks/>
            </p:cNvSpPr>
            <p:nvPr/>
          </p:nvSpPr>
          <p:spPr bwMode="auto">
            <a:xfrm>
              <a:off x="2616200" y="128588"/>
              <a:ext cx="347663" cy="366713"/>
            </a:xfrm>
            <a:custGeom>
              <a:avLst/>
              <a:gdLst>
                <a:gd name="T0" fmla="*/ 14 w 184"/>
                <a:gd name="T1" fmla="*/ 142 h 195"/>
                <a:gd name="T2" fmla="*/ 72 w 184"/>
                <a:gd name="T3" fmla="*/ 186 h 195"/>
                <a:gd name="T4" fmla="*/ 171 w 184"/>
                <a:gd name="T5" fmla="*/ 142 h 195"/>
                <a:gd name="T6" fmla="*/ 180 w 184"/>
                <a:gd name="T7" fmla="*/ 119 h 195"/>
                <a:gd name="T8" fmla="*/ 180 w 184"/>
                <a:gd name="T9" fmla="*/ 76 h 195"/>
                <a:gd name="T10" fmla="*/ 113 w 184"/>
                <a:gd name="T11" fmla="*/ 11 h 195"/>
                <a:gd name="T12" fmla="*/ 5 w 184"/>
                <a:gd name="T13" fmla="*/ 76 h 195"/>
                <a:gd name="T14" fmla="*/ 5 w 184"/>
                <a:gd name="T15" fmla="*/ 78 h 195"/>
                <a:gd name="T16" fmla="*/ 14 w 184"/>
                <a:gd name="T17" fmla="*/ 142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4" h="195">
                  <a:moveTo>
                    <a:pt x="14" y="142"/>
                  </a:moveTo>
                  <a:cubicBezTo>
                    <a:pt x="26" y="164"/>
                    <a:pt x="46" y="180"/>
                    <a:pt x="72" y="186"/>
                  </a:cubicBezTo>
                  <a:cubicBezTo>
                    <a:pt x="112" y="195"/>
                    <a:pt x="152" y="176"/>
                    <a:pt x="171" y="142"/>
                  </a:cubicBezTo>
                  <a:cubicBezTo>
                    <a:pt x="175" y="135"/>
                    <a:pt x="178" y="127"/>
                    <a:pt x="180" y="119"/>
                  </a:cubicBezTo>
                  <a:cubicBezTo>
                    <a:pt x="184" y="104"/>
                    <a:pt x="183" y="89"/>
                    <a:pt x="180" y="76"/>
                  </a:cubicBezTo>
                  <a:cubicBezTo>
                    <a:pt x="171" y="45"/>
                    <a:pt x="147" y="19"/>
                    <a:pt x="113" y="11"/>
                  </a:cubicBezTo>
                  <a:cubicBezTo>
                    <a:pt x="65" y="0"/>
                    <a:pt x="18" y="29"/>
                    <a:pt x="5" y="76"/>
                  </a:cubicBezTo>
                  <a:cubicBezTo>
                    <a:pt x="5" y="77"/>
                    <a:pt x="5" y="77"/>
                    <a:pt x="5" y="78"/>
                  </a:cubicBezTo>
                  <a:cubicBezTo>
                    <a:pt x="0" y="101"/>
                    <a:pt x="3" y="123"/>
                    <a:pt x="14" y="1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7" name="组合 26"/>
          <p:cNvGrpSpPr/>
          <p:nvPr/>
        </p:nvGrpSpPr>
        <p:grpSpPr>
          <a:xfrm>
            <a:off x="184737" y="4886045"/>
            <a:ext cx="848738" cy="1512848"/>
            <a:chOff x="-7938" y="5099050"/>
            <a:chExt cx="977900" cy="1743076"/>
          </a:xfrm>
          <a:solidFill>
            <a:schemeClr val="tx1">
              <a:lumMod val="65000"/>
              <a:lumOff val="35000"/>
            </a:schemeClr>
          </a:solidFill>
        </p:grpSpPr>
        <p:sp>
          <p:nvSpPr>
            <p:cNvPr id="28" name="Freeform 22"/>
            <p:cNvSpPr>
              <a:spLocks/>
            </p:cNvSpPr>
            <p:nvPr/>
          </p:nvSpPr>
          <p:spPr bwMode="auto">
            <a:xfrm>
              <a:off x="407988" y="5099050"/>
              <a:ext cx="373063" cy="373063"/>
            </a:xfrm>
            <a:custGeom>
              <a:avLst/>
              <a:gdLst>
                <a:gd name="T0" fmla="*/ 79 w 198"/>
                <a:gd name="T1" fmla="*/ 187 h 198"/>
                <a:gd name="T2" fmla="*/ 187 w 198"/>
                <a:gd name="T3" fmla="*/ 120 h 198"/>
                <a:gd name="T4" fmla="*/ 119 w 198"/>
                <a:gd name="T5" fmla="*/ 12 h 198"/>
                <a:gd name="T6" fmla="*/ 11 w 198"/>
                <a:gd name="T7" fmla="*/ 79 h 198"/>
                <a:gd name="T8" fmla="*/ 79 w 198"/>
                <a:gd name="T9" fmla="*/ 187 h 198"/>
              </a:gdLst>
              <a:ahLst/>
              <a:cxnLst>
                <a:cxn ang="0">
                  <a:pos x="T0" y="T1"/>
                </a:cxn>
                <a:cxn ang="0">
                  <a:pos x="T2" y="T3"/>
                </a:cxn>
                <a:cxn ang="0">
                  <a:pos x="T4" y="T5"/>
                </a:cxn>
                <a:cxn ang="0">
                  <a:pos x="T6" y="T7"/>
                </a:cxn>
                <a:cxn ang="0">
                  <a:pos x="T8" y="T9"/>
                </a:cxn>
              </a:cxnLst>
              <a:rect l="0" t="0" r="r" b="b"/>
              <a:pathLst>
                <a:path w="198" h="198">
                  <a:moveTo>
                    <a:pt x="79" y="187"/>
                  </a:moveTo>
                  <a:cubicBezTo>
                    <a:pt x="127" y="198"/>
                    <a:pt x="175" y="168"/>
                    <a:pt x="187" y="120"/>
                  </a:cubicBezTo>
                  <a:cubicBezTo>
                    <a:pt x="198" y="71"/>
                    <a:pt x="168" y="23"/>
                    <a:pt x="119" y="12"/>
                  </a:cubicBezTo>
                  <a:cubicBezTo>
                    <a:pt x="71" y="0"/>
                    <a:pt x="23" y="30"/>
                    <a:pt x="11" y="79"/>
                  </a:cubicBezTo>
                  <a:cubicBezTo>
                    <a:pt x="0" y="127"/>
                    <a:pt x="30" y="176"/>
                    <a:pt x="79" y="1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23"/>
            <p:cNvSpPr>
              <a:spLocks/>
            </p:cNvSpPr>
            <p:nvPr/>
          </p:nvSpPr>
          <p:spPr bwMode="auto">
            <a:xfrm>
              <a:off x="-7938" y="5233988"/>
              <a:ext cx="977900" cy="1608138"/>
            </a:xfrm>
            <a:custGeom>
              <a:avLst/>
              <a:gdLst>
                <a:gd name="T0" fmla="*/ 308 w 519"/>
                <a:gd name="T1" fmla="*/ 487 h 854"/>
                <a:gd name="T2" fmla="*/ 329 w 519"/>
                <a:gd name="T3" fmla="*/ 479 h 854"/>
                <a:gd name="T4" fmla="*/ 329 w 519"/>
                <a:gd name="T5" fmla="*/ 685 h 854"/>
                <a:gd name="T6" fmla="*/ 379 w 519"/>
                <a:gd name="T7" fmla="*/ 854 h 854"/>
                <a:gd name="T8" fmla="*/ 428 w 519"/>
                <a:gd name="T9" fmla="*/ 705 h 854"/>
                <a:gd name="T10" fmla="*/ 428 w 519"/>
                <a:gd name="T11" fmla="*/ 449 h 854"/>
                <a:gd name="T12" fmla="*/ 428 w 519"/>
                <a:gd name="T13" fmla="*/ 241 h 854"/>
                <a:gd name="T14" fmla="*/ 437 w 519"/>
                <a:gd name="T15" fmla="*/ 475 h 854"/>
                <a:gd name="T16" fmla="*/ 468 w 519"/>
                <a:gd name="T17" fmla="*/ 515 h 854"/>
                <a:gd name="T18" fmla="*/ 519 w 519"/>
                <a:gd name="T19" fmla="*/ 351 h 854"/>
                <a:gd name="T20" fmla="*/ 416 w 519"/>
                <a:gd name="T21" fmla="*/ 147 h 854"/>
                <a:gd name="T22" fmla="*/ 397 w 519"/>
                <a:gd name="T23" fmla="*/ 144 h 854"/>
                <a:gd name="T24" fmla="*/ 236 w 519"/>
                <a:gd name="T25" fmla="*/ 145 h 854"/>
                <a:gd name="T26" fmla="*/ 65 w 519"/>
                <a:gd name="T27" fmla="*/ 22 h 854"/>
                <a:gd name="T28" fmla="*/ 8 w 519"/>
                <a:gd name="T29" fmla="*/ 51 h 854"/>
                <a:gd name="T30" fmla="*/ 212 w 519"/>
                <a:gd name="T31" fmla="*/ 206 h 854"/>
                <a:gd name="T32" fmla="*/ 207 w 519"/>
                <a:gd name="T33" fmla="*/ 464 h 854"/>
                <a:gd name="T34" fmla="*/ 174 w 519"/>
                <a:gd name="T35" fmla="*/ 598 h 854"/>
                <a:gd name="T36" fmla="*/ 174 w 519"/>
                <a:gd name="T37" fmla="*/ 601 h 854"/>
                <a:gd name="T38" fmla="*/ 173 w 519"/>
                <a:gd name="T39" fmla="*/ 606 h 854"/>
                <a:gd name="T40" fmla="*/ 173 w 519"/>
                <a:gd name="T41" fmla="*/ 611 h 854"/>
                <a:gd name="T42" fmla="*/ 173 w 519"/>
                <a:gd name="T43" fmla="*/ 617 h 854"/>
                <a:gd name="T44" fmla="*/ 174 w 519"/>
                <a:gd name="T45" fmla="*/ 622 h 854"/>
                <a:gd name="T46" fmla="*/ 176 w 519"/>
                <a:gd name="T47" fmla="*/ 626 h 854"/>
                <a:gd name="T48" fmla="*/ 178 w 519"/>
                <a:gd name="T49" fmla="*/ 631 h 854"/>
                <a:gd name="T50" fmla="*/ 180 w 519"/>
                <a:gd name="T51" fmla="*/ 636 h 854"/>
                <a:gd name="T52" fmla="*/ 183 w 519"/>
                <a:gd name="T53" fmla="*/ 640 h 854"/>
                <a:gd name="T54" fmla="*/ 186 w 519"/>
                <a:gd name="T55" fmla="*/ 644 h 854"/>
                <a:gd name="T56" fmla="*/ 189 w 519"/>
                <a:gd name="T57" fmla="*/ 647 h 854"/>
                <a:gd name="T58" fmla="*/ 193 w 519"/>
                <a:gd name="T59" fmla="*/ 651 h 854"/>
                <a:gd name="T60" fmla="*/ 197 w 519"/>
                <a:gd name="T61" fmla="*/ 654 h 854"/>
                <a:gd name="T62" fmla="*/ 201 w 519"/>
                <a:gd name="T63" fmla="*/ 656 h 854"/>
                <a:gd name="T64" fmla="*/ 206 w 519"/>
                <a:gd name="T65" fmla="*/ 658 h 854"/>
                <a:gd name="T66" fmla="*/ 211 w 519"/>
                <a:gd name="T67" fmla="*/ 660 h 854"/>
                <a:gd name="T68" fmla="*/ 213 w 519"/>
                <a:gd name="T69" fmla="*/ 660 h 854"/>
                <a:gd name="T70" fmla="*/ 321 w 519"/>
                <a:gd name="T71" fmla="*/ 683 h 854"/>
                <a:gd name="T72" fmla="*/ 288 w 519"/>
                <a:gd name="T73" fmla="*/ 570 h 8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19" h="854">
                  <a:moveTo>
                    <a:pt x="288" y="570"/>
                  </a:moveTo>
                  <a:cubicBezTo>
                    <a:pt x="308" y="487"/>
                    <a:pt x="308" y="487"/>
                    <a:pt x="308" y="487"/>
                  </a:cubicBezTo>
                  <a:cubicBezTo>
                    <a:pt x="310" y="479"/>
                    <a:pt x="310" y="479"/>
                    <a:pt x="310" y="479"/>
                  </a:cubicBezTo>
                  <a:cubicBezTo>
                    <a:pt x="329" y="479"/>
                    <a:pt x="329" y="479"/>
                    <a:pt x="329" y="479"/>
                  </a:cubicBezTo>
                  <a:cubicBezTo>
                    <a:pt x="329" y="578"/>
                    <a:pt x="329" y="578"/>
                    <a:pt x="329" y="578"/>
                  </a:cubicBezTo>
                  <a:cubicBezTo>
                    <a:pt x="329" y="685"/>
                    <a:pt x="329" y="685"/>
                    <a:pt x="329" y="685"/>
                  </a:cubicBezTo>
                  <a:cubicBezTo>
                    <a:pt x="329" y="805"/>
                    <a:pt x="329" y="805"/>
                    <a:pt x="329" y="805"/>
                  </a:cubicBezTo>
                  <a:cubicBezTo>
                    <a:pt x="329" y="832"/>
                    <a:pt x="351" y="854"/>
                    <a:pt x="379" y="854"/>
                  </a:cubicBezTo>
                  <a:cubicBezTo>
                    <a:pt x="406" y="854"/>
                    <a:pt x="428" y="832"/>
                    <a:pt x="428" y="805"/>
                  </a:cubicBezTo>
                  <a:cubicBezTo>
                    <a:pt x="428" y="705"/>
                    <a:pt x="428" y="705"/>
                    <a:pt x="428" y="705"/>
                  </a:cubicBezTo>
                  <a:cubicBezTo>
                    <a:pt x="428" y="599"/>
                    <a:pt x="428" y="599"/>
                    <a:pt x="428" y="599"/>
                  </a:cubicBezTo>
                  <a:cubicBezTo>
                    <a:pt x="428" y="449"/>
                    <a:pt x="428" y="449"/>
                    <a:pt x="428" y="449"/>
                  </a:cubicBezTo>
                  <a:cubicBezTo>
                    <a:pt x="428" y="373"/>
                    <a:pt x="428" y="373"/>
                    <a:pt x="428" y="373"/>
                  </a:cubicBezTo>
                  <a:cubicBezTo>
                    <a:pt x="428" y="241"/>
                    <a:pt x="428" y="241"/>
                    <a:pt x="428" y="241"/>
                  </a:cubicBezTo>
                  <a:cubicBezTo>
                    <a:pt x="442" y="262"/>
                    <a:pt x="455" y="296"/>
                    <a:pt x="455" y="351"/>
                  </a:cubicBezTo>
                  <a:cubicBezTo>
                    <a:pt x="455" y="384"/>
                    <a:pt x="450" y="425"/>
                    <a:pt x="437" y="475"/>
                  </a:cubicBezTo>
                  <a:cubicBezTo>
                    <a:pt x="433" y="492"/>
                    <a:pt x="443" y="510"/>
                    <a:pt x="460" y="514"/>
                  </a:cubicBezTo>
                  <a:cubicBezTo>
                    <a:pt x="463" y="515"/>
                    <a:pt x="466" y="515"/>
                    <a:pt x="468" y="515"/>
                  </a:cubicBezTo>
                  <a:cubicBezTo>
                    <a:pt x="483" y="515"/>
                    <a:pt x="496" y="506"/>
                    <a:pt x="499" y="491"/>
                  </a:cubicBezTo>
                  <a:cubicBezTo>
                    <a:pt x="513" y="437"/>
                    <a:pt x="519" y="391"/>
                    <a:pt x="519" y="351"/>
                  </a:cubicBezTo>
                  <a:cubicBezTo>
                    <a:pt x="519" y="274"/>
                    <a:pt x="496" y="222"/>
                    <a:pt x="471" y="191"/>
                  </a:cubicBezTo>
                  <a:cubicBezTo>
                    <a:pt x="445" y="159"/>
                    <a:pt x="419" y="148"/>
                    <a:pt x="416" y="147"/>
                  </a:cubicBezTo>
                  <a:cubicBezTo>
                    <a:pt x="412" y="146"/>
                    <a:pt x="408" y="145"/>
                    <a:pt x="405" y="145"/>
                  </a:cubicBezTo>
                  <a:cubicBezTo>
                    <a:pt x="402" y="144"/>
                    <a:pt x="400" y="144"/>
                    <a:pt x="397" y="144"/>
                  </a:cubicBezTo>
                  <a:cubicBezTo>
                    <a:pt x="243" y="144"/>
                    <a:pt x="243" y="144"/>
                    <a:pt x="243" y="144"/>
                  </a:cubicBezTo>
                  <a:cubicBezTo>
                    <a:pt x="240" y="144"/>
                    <a:pt x="238" y="144"/>
                    <a:pt x="236" y="145"/>
                  </a:cubicBezTo>
                  <a:cubicBezTo>
                    <a:pt x="230" y="145"/>
                    <a:pt x="203" y="142"/>
                    <a:pt x="172" y="127"/>
                  </a:cubicBezTo>
                  <a:cubicBezTo>
                    <a:pt x="137" y="111"/>
                    <a:pt x="96" y="81"/>
                    <a:pt x="65" y="22"/>
                  </a:cubicBezTo>
                  <a:cubicBezTo>
                    <a:pt x="57" y="6"/>
                    <a:pt x="37" y="0"/>
                    <a:pt x="22" y="8"/>
                  </a:cubicBezTo>
                  <a:cubicBezTo>
                    <a:pt x="6" y="16"/>
                    <a:pt x="0" y="35"/>
                    <a:pt x="8" y="51"/>
                  </a:cubicBezTo>
                  <a:cubicBezTo>
                    <a:pt x="47" y="127"/>
                    <a:pt x="103" y="167"/>
                    <a:pt x="150" y="188"/>
                  </a:cubicBezTo>
                  <a:cubicBezTo>
                    <a:pt x="175" y="198"/>
                    <a:pt x="196" y="204"/>
                    <a:pt x="212" y="206"/>
                  </a:cubicBezTo>
                  <a:cubicBezTo>
                    <a:pt x="212" y="443"/>
                    <a:pt x="212" y="443"/>
                    <a:pt x="212" y="443"/>
                  </a:cubicBezTo>
                  <a:cubicBezTo>
                    <a:pt x="207" y="464"/>
                    <a:pt x="207" y="464"/>
                    <a:pt x="207" y="464"/>
                  </a:cubicBezTo>
                  <a:cubicBezTo>
                    <a:pt x="174" y="598"/>
                    <a:pt x="174" y="598"/>
                    <a:pt x="174" y="598"/>
                  </a:cubicBezTo>
                  <a:cubicBezTo>
                    <a:pt x="174" y="598"/>
                    <a:pt x="174" y="598"/>
                    <a:pt x="174" y="598"/>
                  </a:cubicBezTo>
                  <a:cubicBezTo>
                    <a:pt x="174" y="599"/>
                    <a:pt x="174" y="599"/>
                    <a:pt x="174" y="599"/>
                  </a:cubicBezTo>
                  <a:cubicBezTo>
                    <a:pt x="174" y="600"/>
                    <a:pt x="174" y="600"/>
                    <a:pt x="174" y="601"/>
                  </a:cubicBezTo>
                  <a:cubicBezTo>
                    <a:pt x="174" y="602"/>
                    <a:pt x="174" y="603"/>
                    <a:pt x="173" y="604"/>
                  </a:cubicBezTo>
                  <a:cubicBezTo>
                    <a:pt x="173" y="605"/>
                    <a:pt x="173" y="605"/>
                    <a:pt x="173" y="606"/>
                  </a:cubicBezTo>
                  <a:cubicBezTo>
                    <a:pt x="173" y="607"/>
                    <a:pt x="173" y="608"/>
                    <a:pt x="173" y="609"/>
                  </a:cubicBezTo>
                  <a:cubicBezTo>
                    <a:pt x="173" y="610"/>
                    <a:pt x="173" y="611"/>
                    <a:pt x="173" y="611"/>
                  </a:cubicBezTo>
                  <a:cubicBezTo>
                    <a:pt x="173" y="612"/>
                    <a:pt x="173" y="613"/>
                    <a:pt x="173" y="614"/>
                  </a:cubicBezTo>
                  <a:cubicBezTo>
                    <a:pt x="173" y="615"/>
                    <a:pt x="173" y="616"/>
                    <a:pt x="173" y="617"/>
                  </a:cubicBezTo>
                  <a:cubicBezTo>
                    <a:pt x="174" y="617"/>
                    <a:pt x="174" y="618"/>
                    <a:pt x="174" y="619"/>
                  </a:cubicBezTo>
                  <a:cubicBezTo>
                    <a:pt x="174" y="620"/>
                    <a:pt x="174" y="621"/>
                    <a:pt x="174" y="622"/>
                  </a:cubicBezTo>
                  <a:cubicBezTo>
                    <a:pt x="175" y="622"/>
                    <a:pt x="175" y="623"/>
                    <a:pt x="175" y="624"/>
                  </a:cubicBezTo>
                  <a:cubicBezTo>
                    <a:pt x="175" y="625"/>
                    <a:pt x="175" y="626"/>
                    <a:pt x="176" y="626"/>
                  </a:cubicBezTo>
                  <a:cubicBezTo>
                    <a:pt x="176" y="627"/>
                    <a:pt x="176" y="628"/>
                    <a:pt x="177" y="629"/>
                  </a:cubicBezTo>
                  <a:cubicBezTo>
                    <a:pt x="177" y="629"/>
                    <a:pt x="177" y="630"/>
                    <a:pt x="178" y="631"/>
                  </a:cubicBezTo>
                  <a:cubicBezTo>
                    <a:pt x="178" y="632"/>
                    <a:pt x="178" y="633"/>
                    <a:pt x="179" y="633"/>
                  </a:cubicBezTo>
                  <a:cubicBezTo>
                    <a:pt x="179" y="634"/>
                    <a:pt x="179" y="635"/>
                    <a:pt x="180" y="636"/>
                  </a:cubicBezTo>
                  <a:cubicBezTo>
                    <a:pt x="180" y="636"/>
                    <a:pt x="181" y="637"/>
                    <a:pt x="181" y="638"/>
                  </a:cubicBezTo>
                  <a:cubicBezTo>
                    <a:pt x="182" y="638"/>
                    <a:pt x="182" y="639"/>
                    <a:pt x="183" y="640"/>
                  </a:cubicBezTo>
                  <a:cubicBezTo>
                    <a:pt x="183" y="640"/>
                    <a:pt x="183" y="641"/>
                    <a:pt x="184" y="642"/>
                  </a:cubicBezTo>
                  <a:cubicBezTo>
                    <a:pt x="184" y="642"/>
                    <a:pt x="185" y="643"/>
                    <a:pt x="186" y="644"/>
                  </a:cubicBezTo>
                  <a:cubicBezTo>
                    <a:pt x="186" y="644"/>
                    <a:pt x="187" y="645"/>
                    <a:pt x="187" y="645"/>
                  </a:cubicBezTo>
                  <a:cubicBezTo>
                    <a:pt x="188" y="646"/>
                    <a:pt x="188" y="647"/>
                    <a:pt x="189" y="647"/>
                  </a:cubicBezTo>
                  <a:cubicBezTo>
                    <a:pt x="190" y="648"/>
                    <a:pt x="190" y="648"/>
                    <a:pt x="191" y="649"/>
                  </a:cubicBezTo>
                  <a:cubicBezTo>
                    <a:pt x="191" y="650"/>
                    <a:pt x="192" y="650"/>
                    <a:pt x="193" y="651"/>
                  </a:cubicBezTo>
                  <a:cubicBezTo>
                    <a:pt x="193" y="651"/>
                    <a:pt x="194" y="652"/>
                    <a:pt x="195" y="652"/>
                  </a:cubicBezTo>
                  <a:cubicBezTo>
                    <a:pt x="195" y="653"/>
                    <a:pt x="196" y="653"/>
                    <a:pt x="197" y="654"/>
                  </a:cubicBezTo>
                  <a:cubicBezTo>
                    <a:pt x="198" y="654"/>
                    <a:pt x="198" y="654"/>
                    <a:pt x="199" y="655"/>
                  </a:cubicBezTo>
                  <a:cubicBezTo>
                    <a:pt x="200" y="655"/>
                    <a:pt x="201" y="656"/>
                    <a:pt x="201" y="656"/>
                  </a:cubicBezTo>
                  <a:cubicBezTo>
                    <a:pt x="202" y="656"/>
                    <a:pt x="203" y="657"/>
                    <a:pt x="204" y="657"/>
                  </a:cubicBezTo>
                  <a:cubicBezTo>
                    <a:pt x="204" y="658"/>
                    <a:pt x="205" y="658"/>
                    <a:pt x="206" y="658"/>
                  </a:cubicBezTo>
                  <a:cubicBezTo>
                    <a:pt x="207" y="659"/>
                    <a:pt x="208" y="659"/>
                    <a:pt x="208" y="659"/>
                  </a:cubicBezTo>
                  <a:cubicBezTo>
                    <a:pt x="209" y="659"/>
                    <a:pt x="210" y="660"/>
                    <a:pt x="211" y="660"/>
                  </a:cubicBezTo>
                  <a:cubicBezTo>
                    <a:pt x="212" y="660"/>
                    <a:pt x="212" y="660"/>
                    <a:pt x="213" y="660"/>
                  </a:cubicBezTo>
                  <a:cubicBezTo>
                    <a:pt x="213" y="660"/>
                    <a:pt x="213" y="660"/>
                    <a:pt x="213" y="660"/>
                  </a:cubicBezTo>
                  <a:cubicBezTo>
                    <a:pt x="214" y="661"/>
                    <a:pt x="214" y="661"/>
                    <a:pt x="214" y="661"/>
                  </a:cubicBezTo>
                  <a:cubicBezTo>
                    <a:pt x="321" y="683"/>
                    <a:pt x="321" y="683"/>
                    <a:pt x="321" y="683"/>
                  </a:cubicBezTo>
                  <a:cubicBezTo>
                    <a:pt x="321" y="577"/>
                    <a:pt x="321" y="577"/>
                    <a:pt x="321" y="577"/>
                  </a:cubicBezTo>
                  <a:lnTo>
                    <a:pt x="288" y="5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24"/>
            <p:cNvSpPr>
              <a:spLocks/>
            </p:cNvSpPr>
            <p:nvPr/>
          </p:nvSpPr>
          <p:spPr bwMode="auto">
            <a:xfrm>
              <a:off x="812800" y="6365875"/>
              <a:ext cx="107950" cy="198438"/>
            </a:xfrm>
            <a:custGeom>
              <a:avLst/>
              <a:gdLst>
                <a:gd name="T0" fmla="*/ 0 w 57"/>
                <a:gd name="T1" fmla="*/ 105 h 105"/>
                <a:gd name="T2" fmla="*/ 51 w 57"/>
                <a:gd name="T3" fmla="*/ 63 h 105"/>
                <a:gd name="T4" fmla="*/ 11 w 57"/>
                <a:gd name="T5" fmla="*/ 2 h 105"/>
                <a:gd name="T6" fmla="*/ 0 w 57"/>
                <a:gd name="T7" fmla="*/ 0 h 105"/>
                <a:gd name="T8" fmla="*/ 0 w 57"/>
                <a:gd name="T9" fmla="*/ 105 h 105"/>
                <a:gd name="T10" fmla="*/ 0 w 57"/>
                <a:gd name="T11" fmla="*/ 105 h 105"/>
              </a:gdLst>
              <a:ahLst/>
              <a:cxnLst>
                <a:cxn ang="0">
                  <a:pos x="T0" y="T1"/>
                </a:cxn>
                <a:cxn ang="0">
                  <a:pos x="T2" y="T3"/>
                </a:cxn>
                <a:cxn ang="0">
                  <a:pos x="T4" y="T5"/>
                </a:cxn>
                <a:cxn ang="0">
                  <a:pos x="T6" y="T7"/>
                </a:cxn>
                <a:cxn ang="0">
                  <a:pos x="T8" y="T9"/>
                </a:cxn>
                <a:cxn ang="0">
                  <a:pos x="T10" y="T11"/>
                </a:cxn>
              </a:cxnLst>
              <a:rect l="0" t="0" r="r" b="b"/>
              <a:pathLst>
                <a:path w="57" h="105">
                  <a:moveTo>
                    <a:pt x="0" y="105"/>
                  </a:moveTo>
                  <a:cubicBezTo>
                    <a:pt x="25" y="105"/>
                    <a:pt x="46" y="88"/>
                    <a:pt x="51" y="63"/>
                  </a:cubicBezTo>
                  <a:cubicBezTo>
                    <a:pt x="57" y="35"/>
                    <a:pt x="39" y="8"/>
                    <a:pt x="11" y="2"/>
                  </a:cubicBezTo>
                  <a:cubicBezTo>
                    <a:pt x="0" y="0"/>
                    <a:pt x="0" y="0"/>
                    <a:pt x="0" y="0"/>
                  </a:cubicBezTo>
                  <a:cubicBezTo>
                    <a:pt x="0" y="105"/>
                    <a:pt x="0" y="105"/>
                    <a:pt x="0" y="105"/>
                  </a:cubicBezTo>
                  <a:cubicBezTo>
                    <a:pt x="0" y="105"/>
                    <a:pt x="0" y="105"/>
                    <a:pt x="0" y="10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1" name="组合 30"/>
          <p:cNvGrpSpPr/>
          <p:nvPr/>
        </p:nvGrpSpPr>
        <p:grpSpPr>
          <a:xfrm>
            <a:off x="256385" y="2164850"/>
            <a:ext cx="624153" cy="1500447"/>
            <a:chOff x="74613" y="1963738"/>
            <a:chExt cx="719138" cy="1728788"/>
          </a:xfrm>
          <a:solidFill>
            <a:schemeClr val="tx1">
              <a:lumMod val="65000"/>
              <a:lumOff val="35000"/>
            </a:schemeClr>
          </a:solidFill>
        </p:grpSpPr>
        <p:sp>
          <p:nvSpPr>
            <p:cNvPr id="32" name="Freeform 25"/>
            <p:cNvSpPr>
              <a:spLocks/>
            </p:cNvSpPr>
            <p:nvPr/>
          </p:nvSpPr>
          <p:spPr bwMode="auto">
            <a:xfrm>
              <a:off x="249238" y="1963738"/>
              <a:ext cx="371475" cy="373063"/>
            </a:xfrm>
            <a:custGeom>
              <a:avLst/>
              <a:gdLst>
                <a:gd name="T0" fmla="*/ 78 w 198"/>
                <a:gd name="T1" fmla="*/ 11 h 198"/>
                <a:gd name="T2" fmla="*/ 11 w 198"/>
                <a:gd name="T3" fmla="*/ 119 h 198"/>
                <a:gd name="T4" fmla="*/ 119 w 198"/>
                <a:gd name="T5" fmla="*/ 187 h 198"/>
                <a:gd name="T6" fmla="*/ 186 w 198"/>
                <a:gd name="T7" fmla="*/ 79 h 198"/>
                <a:gd name="T8" fmla="*/ 78 w 198"/>
                <a:gd name="T9" fmla="*/ 11 h 198"/>
              </a:gdLst>
              <a:ahLst/>
              <a:cxnLst>
                <a:cxn ang="0">
                  <a:pos x="T0" y="T1"/>
                </a:cxn>
                <a:cxn ang="0">
                  <a:pos x="T2" y="T3"/>
                </a:cxn>
                <a:cxn ang="0">
                  <a:pos x="T4" y="T5"/>
                </a:cxn>
                <a:cxn ang="0">
                  <a:pos x="T6" y="T7"/>
                </a:cxn>
                <a:cxn ang="0">
                  <a:pos x="T8" y="T9"/>
                </a:cxn>
              </a:cxnLst>
              <a:rect l="0" t="0" r="r" b="b"/>
              <a:pathLst>
                <a:path w="198" h="198">
                  <a:moveTo>
                    <a:pt x="78" y="11"/>
                  </a:moveTo>
                  <a:cubicBezTo>
                    <a:pt x="30" y="23"/>
                    <a:pt x="0" y="71"/>
                    <a:pt x="11" y="119"/>
                  </a:cubicBezTo>
                  <a:cubicBezTo>
                    <a:pt x="22" y="168"/>
                    <a:pt x="71" y="198"/>
                    <a:pt x="119" y="187"/>
                  </a:cubicBezTo>
                  <a:cubicBezTo>
                    <a:pt x="168" y="175"/>
                    <a:pt x="198" y="127"/>
                    <a:pt x="186" y="79"/>
                  </a:cubicBezTo>
                  <a:cubicBezTo>
                    <a:pt x="175" y="30"/>
                    <a:pt x="127" y="0"/>
                    <a:pt x="7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26"/>
            <p:cNvSpPr>
              <a:spLocks/>
            </p:cNvSpPr>
            <p:nvPr/>
          </p:nvSpPr>
          <p:spPr bwMode="auto">
            <a:xfrm>
              <a:off x="74613" y="2370138"/>
              <a:ext cx="719138" cy="1279525"/>
            </a:xfrm>
            <a:custGeom>
              <a:avLst/>
              <a:gdLst>
                <a:gd name="T0" fmla="*/ 75 w 382"/>
                <a:gd name="T1" fmla="*/ 325 h 679"/>
                <a:gd name="T2" fmla="*/ 75 w 382"/>
                <a:gd name="T3" fmla="*/ 183 h 679"/>
                <a:gd name="T4" fmla="*/ 64 w 382"/>
                <a:gd name="T5" fmla="*/ 121 h 679"/>
                <a:gd name="T6" fmla="*/ 71 w 382"/>
                <a:gd name="T7" fmla="*/ 86 h 679"/>
                <a:gd name="T8" fmla="*/ 83 w 382"/>
                <a:gd name="T9" fmla="*/ 73 h 679"/>
                <a:gd name="T10" fmla="*/ 83 w 382"/>
                <a:gd name="T11" fmla="*/ 136 h 679"/>
                <a:gd name="T12" fmla="*/ 83 w 382"/>
                <a:gd name="T13" fmla="*/ 141 h 679"/>
                <a:gd name="T14" fmla="*/ 83 w 382"/>
                <a:gd name="T15" fmla="*/ 207 h 679"/>
                <a:gd name="T16" fmla="*/ 83 w 382"/>
                <a:gd name="T17" fmla="*/ 228 h 679"/>
                <a:gd name="T18" fmla="*/ 83 w 382"/>
                <a:gd name="T19" fmla="*/ 304 h 679"/>
                <a:gd name="T20" fmla="*/ 83 w 382"/>
                <a:gd name="T21" fmla="*/ 327 h 679"/>
                <a:gd name="T22" fmla="*/ 83 w 382"/>
                <a:gd name="T23" fmla="*/ 349 h 679"/>
                <a:gd name="T24" fmla="*/ 83 w 382"/>
                <a:gd name="T25" fmla="*/ 357 h 679"/>
                <a:gd name="T26" fmla="*/ 83 w 382"/>
                <a:gd name="T27" fmla="*/ 551 h 679"/>
                <a:gd name="T28" fmla="*/ 163 w 382"/>
                <a:gd name="T29" fmla="*/ 444 h 679"/>
                <a:gd name="T30" fmla="*/ 181 w 382"/>
                <a:gd name="T31" fmla="*/ 388 h 679"/>
                <a:gd name="T32" fmla="*/ 181 w 382"/>
                <a:gd name="T33" fmla="*/ 365 h 679"/>
                <a:gd name="T34" fmla="*/ 181 w 382"/>
                <a:gd name="T35" fmla="*/ 344 h 679"/>
                <a:gd name="T36" fmla="*/ 181 w 382"/>
                <a:gd name="T37" fmla="*/ 335 h 679"/>
                <a:gd name="T38" fmla="*/ 197 w 382"/>
                <a:gd name="T39" fmla="*/ 335 h 679"/>
                <a:gd name="T40" fmla="*/ 181 w 382"/>
                <a:gd name="T41" fmla="*/ 418 h 679"/>
                <a:gd name="T42" fmla="*/ 171 w 382"/>
                <a:gd name="T43" fmla="*/ 447 h 679"/>
                <a:gd name="T44" fmla="*/ 83 w 382"/>
                <a:gd name="T45" fmla="*/ 561 h 679"/>
                <a:gd name="T46" fmla="*/ 50 w 382"/>
                <a:gd name="T47" fmla="*/ 582 h 679"/>
                <a:gd name="T48" fmla="*/ 30 w 382"/>
                <a:gd name="T49" fmla="*/ 653 h 679"/>
                <a:gd name="T50" fmla="*/ 75 w 382"/>
                <a:gd name="T51" fmla="*/ 679 h 679"/>
                <a:gd name="T52" fmla="*/ 89 w 382"/>
                <a:gd name="T53" fmla="*/ 677 h 679"/>
                <a:gd name="T54" fmla="*/ 100 w 382"/>
                <a:gd name="T55" fmla="*/ 673 h 679"/>
                <a:gd name="T56" fmla="*/ 181 w 382"/>
                <a:gd name="T57" fmla="*/ 613 h 679"/>
                <a:gd name="T58" fmla="*/ 267 w 382"/>
                <a:gd name="T59" fmla="*/ 487 h 679"/>
                <a:gd name="T60" fmla="*/ 301 w 382"/>
                <a:gd name="T61" fmla="*/ 327 h 679"/>
                <a:gd name="T62" fmla="*/ 301 w 382"/>
                <a:gd name="T63" fmla="*/ 312 h 679"/>
                <a:gd name="T64" fmla="*/ 299 w 382"/>
                <a:gd name="T65" fmla="*/ 261 h 679"/>
                <a:gd name="T66" fmla="*/ 299 w 382"/>
                <a:gd name="T67" fmla="*/ 207 h 679"/>
                <a:gd name="T68" fmla="*/ 299 w 382"/>
                <a:gd name="T69" fmla="*/ 141 h 679"/>
                <a:gd name="T70" fmla="*/ 299 w 382"/>
                <a:gd name="T71" fmla="*/ 73 h 679"/>
                <a:gd name="T72" fmla="*/ 311 w 382"/>
                <a:gd name="T73" fmla="*/ 87 h 679"/>
                <a:gd name="T74" fmla="*/ 318 w 382"/>
                <a:gd name="T75" fmla="*/ 121 h 679"/>
                <a:gd name="T76" fmla="*/ 307 w 382"/>
                <a:gd name="T77" fmla="*/ 183 h 679"/>
                <a:gd name="T78" fmla="*/ 307 w 382"/>
                <a:gd name="T79" fmla="*/ 260 h 679"/>
                <a:gd name="T80" fmla="*/ 309 w 382"/>
                <a:gd name="T81" fmla="*/ 312 h 679"/>
                <a:gd name="T82" fmla="*/ 309 w 382"/>
                <a:gd name="T83" fmla="*/ 324 h 679"/>
                <a:gd name="T84" fmla="*/ 322 w 382"/>
                <a:gd name="T85" fmla="*/ 310 h 679"/>
                <a:gd name="T86" fmla="*/ 382 w 382"/>
                <a:gd name="T87" fmla="*/ 121 h 679"/>
                <a:gd name="T88" fmla="*/ 366 w 382"/>
                <a:gd name="T89" fmla="*/ 55 h 679"/>
                <a:gd name="T90" fmla="*/ 309 w 382"/>
                <a:gd name="T91" fmla="*/ 7 h 679"/>
                <a:gd name="T92" fmla="*/ 275 w 382"/>
                <a:gd name="T93" fmla="*/ 1 h 679"/>
                <a:gd name="T94" fmla="*/ 268 w 382"/>
                <a:gd name="T95" fmla="*/ 0 h 679"/>
                <a:gd name="T96" fmla="*/ 113 w 382"/>
                <a:gd name="T97" fmla="*/ 0 h 679"/>
                <a:gd name="T98" fmla="*/ 106 w 382"/>
                <a:gd name="T99" fmla="*/ 1 h 679"/>
                <a:gd name="T100" fmla="*/ 53 w 382"/>
                <a:gd name="T101" fmla="*/ 16 h 679"/>
                <a:gd name="T102" fmla="*/ 15 w 382"/>
                <a:gd name="T103" fmla="*/ 55 h 679"/>
                <a:gd name="T104" fmla="*/ 0 w 382"/>
                <a:gd name="T105" fmla="*/ 121 h 679"/>
                <a:gd name="T106" fmla="*/ 59 w 382"/>
                <a:gd name="T107" fmla="*/ 310 h 679"/>
                <a:gd name="T108" fmla="*/ 75 w 382"/>
                <a:gd name="T109" fmla="*/ 325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82" h="679">
                  <a:moveTo>
                    <a:pt x="75" y="325"/>
                  </a:moveTo>
                  <a:cubicBezTo>
                    <a:pt x="75" y="183"/>
                    <a:pt x="75" y="183"/>
                    <a:pt x="75" y="183"/>
                  </a:cubicBezTo>
                  <a:cubicBezTo>
                    <a:pt x="67" y="157"/>
                    <a:pt x="64" y="137"/>
                    <a:pt x="64" y="121"/>
                  </a:cubicBezTo>
                  <a:cubicBezTo>
                    <a:pt x="64" y="104"/>
                    <a:pt x="67" y="93"/>
                    <a:pt x="71" y="86"/>
                  </a:cubicBezTo>
                  <a:cubicBezTo>
                    <a:pt x="74" y="80"/>
                    <a:pt x="78" y="76"/>
                    <a:pt x="83" y="73"/>
                  </a:cubicBezTo>
                  <a:cubicBezTo>
                    <a:pt x="83" y="136"/>
                    <a:pt x="83" y="136"/>
                    <a:pt x="83" y="136"/>
                  </a:cubicBezTo>
                  <a:cubicBezTo>
                    <a:pt x="83" y="141"/>
                    <a:pt x="83" y="141"/>
                    <a:pt x="83" y="141"/>
                  </a:cubicBezTo>
                  <a:cubicBezTo>
                    <a:pt x="83" y="207"/>
                    <a:pt x="83" y="207"/>
                    <a:pt x="83" y="207"/>
                  </a:cubicBezTo>
                  <a:cubicBezTo>
                    <a:pt x="83" y="228"/>
                    <a:pt x="83" y="228"/>
                    <a:pt x="83" y="228"/>
                  </a:cubicBezTo>
                  <a:cubicBezTo>
                    <a:pt x="83" y="304"/>
                    <a:pt x="83" y="304"/>
                    <a:pt x="83" y="304"/>
                  </a:cubicBezTo>
                  <a:cubicBezTo>
                    <a:pt x="83" y="327"/>
                    <a:pt x="83" y="327"/>
                    <a:pt x="83" y="327"/>
                  </a:cubicBezTo>
                  <a:cubicBezTo>
                    <a:pt x="83" y="349"/>
                    <a:pt x="83" y="349"/>
                    <a:pt x="83" y="349"/>
                  </a:cubicBezTo>
                  <a:cubicBezTo>
                    <a:pt x="83" y="357"/>
                    <a:pt x="83" y="357"/>
                    <a:pt x="83" y="357"/>
                  </a:cubicBezTo>
                  <a:cubicBezTo>
                    <a:pt x="83" y="551"/>
                    <a:pt x="83" y="551"/>
                    <a:pt x="83" y="551"/>
                  </a:cubicBezTo>
                  <a:cubicBezTo>
                    <a:pt x="118" y="523"/>
                    <a:pt x="145" y="488"/>
                    <a:pt x="163" y="444"/>
                  </a:cubicBezTo>
                  <a:cubicBezTo>
                    <a:pt x="172" y="424"/>
                    <a:pt x="178" y="405"/>
                    <a:pt x="181" y="388"/>
                  </a:cubicBezTo>
                  <a:cubicBezTo>
                    <a:pt x="181" y="365"/>
                    <a:pt x="181" y="365"/>
                    <a:pt x="181" y="365"/>
                  </a:cubicBezTo>
                  <a:cubicBezTo>
                    <a:pt x="181" y="344"/>
                    <a:pt x="181" y="344"/>
                    <a:pt x="181" y="344"/>
                  </a:cubicBezTo>
                  <a:cubicBezTo>
                    <a:pt x="181" y="335"/>
                    <a:pt x="181" y="335"/>
                    <a:pt x="181" y="335"/>
                  </a:cubicBezTo>
                  <a:cubicBezTo>
                    <a:pt x="197" y="335"/>
                    <a:pt x="197" y="335"/>
                    <a:pt x="197" y="335"/>
                  </a:cubicBezTo>
                  <a:cubicBezTo>
                    <a:pt x="195" y="362"/>
                    <a:pt x="191" y="389"/>
                    <a:pt x="181" y="418"/>
                  </a:cubicBezTo>
                  <a:cubicBezTo>
                    <a:pt x="178" y="428"/>
                    <a:pt x="175" y="437"/>
                    <a:pt x="171" y="447"/>
                  </a:cubicBezTo>
                  <a:cubicBezTo>
                    <a:pt x="153" y="489"/>
                    <a:pt x="127" y="528"/>
                    <a:pt x="83" y="561"/>
                  </a:cubicBezTo>
                  <a:cubicBezTo>
                    <a:pt x="73" y="568"/>
                    <a:pt x="62" y="575"/>
                    <a:pt x="50" y="582"/>
                  </a:cubicBezTo>
                  <a:cubicBezTo>
                    <a:pt x="25" y="596"/>
                    <a:pt x="16" y="628"/>
                    <a:pt x="30" y="653"/>
                  </a:cubicBezTo>
                  <a:cubicBezTo>
                    <a:pt x="39" y="670"/>
                    <a:pt x="57" y="679"/>
                    <a:pt x="75" y="679"/>
                  </a:cubicBezTo>
                  <a:cubicBezTo>
                    <a:pt x="80" y="679"/>
                    <a:pt x="85" y="679"/>
                    <a:pt x="89" y="677"/>
                  </a:cubicBezTo>
                  <a:cubicBezTo>
                    <a:pt x="93" y="676"/>
                    <a:pt x="97" y="675"/>
                    <a:pt x="100" y="673"/>
                  </a:cubicBezTo>
                  <a:cubicBezTo>
                    <a:pt x="132" y="656"/>
                    <a:pt x="159" y="635"/>
                    <a:pt x="181" y="613"/>
                  </a:cubicBezTo>
                  <a:cubicBezTo>
                    <a:pt x="221" y="574"/>
                    <a:pt x="249" y="531"/>
                    <a:pt x="267" y="487"/>
                  </a:cubicBezTo>
                  <a:cubicBezTo>
                    <a:pt x="292" y="426"/>
                    <a:pt x="300" y="372"/>
                    <a:pt x="301" y="327"/>
                  </a:cubicBezTo>
                  <a:cubicBezTo>
                    <a:pt x="301" y="322"/>
                    <a:pt x="301" y="317"/>
                    <a:pt x="301" y="312"/>
                  </a:cubicBezTo>
                  <a:cubicBezTo>
                    <a:pt x="301" y="291"/>
                    <a:pt x="300" y="274"/>
                    <a:pt x="299" y="261"/>
                  </a:cubicBezTo>
                  <a:cubicBezTo>
                    <a:pt x="299" y="207"/>
                    <a:pt x="299" y="207"/>
                    <a:pt x="299" y="207"/>
                  </a:cubicBezTo>
                  <a:cubicBezTo>
                    <a:pt x="299" y="141"/>
                    <a:pt x="299" y="141"/>
                    <a:pt x="299" y="141"/>
                  </a:cubicBezTo>
                  <a:cubicBezTo>
                    <a:pt x="299" y="73"/>
                    <a:pt x="299" y="73"/>
                    <a:pt x="299" y="73"/>
                  </a:cubicBezTo>
                  <a:cubicBezTo>
                    <a:pt x="303" y="77"/>
                    <a:pt x="307" y="81"/>
                    <a:pt x="311" y="87"/>
                  </a:cubicBezTo>
                  <a:cubicBezTo>
                    <a:pt x="315" y="94"/>
                    <a:pt x="318" y="105"/>
                    <a:pt x="318" y="121"/>
                  </a:cubicBezTo>
                  <a:cubicBezTo>
                    <a:pt x="318" y="137"/>
                    <a:pt x="315" y="157"/>
                    <a:pt x="307" y="183"/>
                  </a:cubicBezTo>
                  <a:cubicBezTo>
                    <a:pt x="307" y="260"/>
                    <a:pt x="307" y="260"/>
                    <a:pt x="307" y="260"/>
                  </a:cubicBezTo>
                  <a:cubicBezTo>
                    <a:pt x="309" y="277"/>
                    <a:pt x="309" y="294"/>
                    <a:pt x="309" y="312"/>
                  </a:cubicBezTo>
                  <a:cubicBezTo>
                    <a:pt x="309" y="316"/>
                    <a:pt x="309" y="320"/>
                    <a:pt x="309" y="324"/>
                  </a:cubicBezTo>
                  <a:cubicBezTo>
                    <a:pt x="315" y="321"/>
                    <a:pt x="319" y="316"/>
                    <a:pt x="322" y="310"/>
                  </a:cubicBezTo>
                  <a:cubicBezTo>
                    <a:pt x="365" y="228"/>
                    <a:pt x="382" y="168"/>
                    <a:pt x="382" y="121"/>
                  </a:cubicBezTo>
                  <a:cubicBezTo>
                    <a:pt x="382" y="95"/>
                    <a:pt x="376" y="72"/>
                    <a:pt x="366" y="55"/>
                  </a:cubicBezTo>
                  <a:cubicBezTo>
                    <a:pt x="351" y="28"/>
                    <a:pt x="327" y="14"/>
                    <a:pt x="309" y="7"/>
                  </a:cubicBezTo>
                  <a:cubicBezTo>
                    <a:pt x="292" y="1"/>
                    <a:pt x="278" y="1"/>
                    <a:pt x="275" y="1"/>
                  </a:cubicBezTo>
                  <a:cubicBezTo>
                    <a:pt x="273" y="0"/>
                    <a:pt x="271" y="0"/>
                    <a:pt x="268" y="0"/>
                  </a:cubicBezTo>
                  <a:cubicBezTo>
                    <a:pt x="113" y="0"/>
                    <a:pt x="113" y="0"/>
                    <a:pt x="113" y="0"/>
                  </a:cubicBezTo>
                  <a:cubicBezTo>
                    <a:pt x="111" y="0"/>
                    <a:pt x="108" y="0"/>
                    <a:pt x="106" y="1"/>
                  </a:cubicBezTo>
                  <a:cubicBezTo>
                    <a:pt x="102" y="1"/>
                    <a:pt x="79" y="1"/>
                    <a:pt x="53" y="16"/>
                  </a:cubicBezTo>
                  <a:cubicBezTo>
                    <a:pt x="39" y="24"/>
                    <a:pt x="25" y="37"/>
                    <a:pt x="15" y="55"/>
                  </a:cubicBezTo>
                  <a:cubicBezTo>
                    <a:pt x="5" y="72"/>
                    <a:pt x="0" y="95"/>
                    <a:pt x="0" y="121"/>
                  </a:cubicBezTo>
                  <a:cubicBezTo>
                    <a:pt x="0" y="168"/>
                    <a:pt x="16" y="228"/>
                    <a:pt x="59" y="310"/>
                  </a:cubicBezTo>
                  <a:cubicBezTo>
                    <a:pt x="63" y="317"/>
                    <a:pt x="68" y="322"/>
                    <a:pt x="75" y="3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27"/>
            <p:cNvSpPr>
              <a:spLocks/>
            </p:cNvSpPr>
            <p:nvPr/>
          </p:nvSpPr>
          <p:spPr bwMode="auto">
            <a:xfrm>
              <a:off x="252413" y="3544888"/>
              <a:ext cx="163513" cy="147638"/>
            </a:xfrm>
            <a:custGeom>
              <a:avLst/>
              <a:gdLst>
                <a:gd name="T0" fmla="*/ 0 w 87"/>
                <a:gd name="T1" fmla="*/ 60 h 78"/>
                <a:gd name="T2" fmla="*/ 38 w 87"/>
                <a:gd name="T3" fmla="*/ 78 h 78"/>
                <a:gd name="T4" fmla="*/ 87 w 87"/>
                <a:gd name="T5" fmla="*/ 28 h 78"/>
                <a:gd name="T6" fmla="*/ 87 w 87"/>
                <a:gd name="T7" fmla="*/ 0 h 78"/>
                <a:gd name="T8" fmla="*/ 10 w 87"/>
                <a:gd name="T9" fmla="*/ 56 h 78"/>
                <a:gd name="T10" fmla="*/ 0 w 87"/>
                <a:gd name="T11" fmla="*/ 60 h 78"/>
              </a:gdLst>
              <a:ahLst/>
              <a:cxnLst>
                <a:cxn ang="0">
                  <a:pos x="T0" y="T1"/>
                </a:cxn>
                <a:cxn ang="0">
                  <a:pos x="T2" y="T3"/>
                </a:cxn>
                <a:cxn ang="0">
                  <a:pos x="T4" y="T5"/>
                </a:cxn>
                <a:cxn ang="0">
                  <a:pos x="T6" y="T7"/>
                </a:cxn>
                <a:cxn ang="0">
                  <a:pos x="T8" y="T9"/>
                </a:cxn>
                <a:cxn ang="0">
                  <a:pos x="T10" y="T11"/>
                </a:cxn>
              </a:cxnLst>
              <a:rect l="0" t="0" r="r" b="b"/>
              <a:pathLst>
                <a:path w="87" h="78">
                  <a:moveTo>
                    <a:pt x="0" y="60"/>
                  </a:moveTo>
                  <a:cubicBezTo>
                    <a:pt x="9" y="71"/>
                    <a:pt x="23" y="78"/>
                    <a:pt x="38" y="78"/>
                  </a:cubicBezTo>
                  <a:cubicBezTo>
                    <a:pt x="65" y="78"/>
                    <a:pt x="87" y="56"/>
                    <a:pt x="87" y="28"/>
                  </a:cubicBezTo>
                  <a:cubicBezTo>
                    <a:pt x="87" y="0"/>
                    <a:pt x="87" y="0"/>
                    <a:pt x="87" y="0"/>
                  </a:cubicBezTo>
                  <a:cubicBezTo>
                    <a:pt x="66" y="20"/>
                    <a:pt x="40" y="39"/>
                    <a:pt x="10" y="56"/>
                  </a:cubicBezTo>
                  <a:cubicBezTo>
                    <a:pt x="7" y="58"/>
                    <a:pt x="4" y="59"/>
                    <a:pt x="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5" name="组合 34"/>
          <p:cNvGrpSpPr/>
          <p:nvPr/>
        </p:nvGrpSpPr>
        <p:grpSpPr>
          <a:xfrm>
            <a:off x="1315928" y="2171738"/>
            <a:ext cx="555262" cy="1493558"/>
            <a:chOff x="1295400" y="1971675"/>
            <a:chExt cx="639763" cy="1720851"/>
          </a:xfrm>
          <a:solidFill>
            <a:schemeClr val="tx1">
              <a:lumMod val="65000"/>
              <a:lumOff val="35000"/>
            </a:schemeClr>
          </a:solidFill>
        </p:grpSpPr>
        <p:sp>
          <p:nvSpPr>
            <p:cNvPr id="36" name="Freeform 28"/>
            <p:cNvSpPr>
              <a:spLocks/>
            </p:cNvSpPr>
            <p:nvPr/>
          </p:nvSpPr>
          <p:spPr bwMode="auto">
            <a:xfrm>
              <a:off x="1411288" y="2894013"/>
              <a:ext cx="187325" cy="798513"/>
            </a:xfrm>
            <a:custGeom>
              <a:avLst/>
              <a:gdLst>
                <a:gd name="T0" fmla="*/ 71 w 99"/>
                <a:gd name="T1" fmla="*/ 61 h 424"/>
                <a:gd name="T2" fmla="*/ 0 w 99"/>
                <a:gd name="T3" fmla="*/ 0 h 424"/>
                <a:gd name="T4" fmla="*/ 0 w 99"/>
                <a:gd name="T5" fmla="*/ 30 h 424"/>
                <a:gd name="T6" fmla="*/ 0 w 99"/>
                <a:gd name="T7" fmla="*/ 374 h 424"/>
                <a:gd name="T8" fmla="*/ 49 w 99"/>
                <a:gd name="T9" fmla="*/ 424 h 424"/>
                <a:gd name="T10" fmla="*/ 99 w 99"/>
                <a:gd name="T11" fmla="*/ 374 h 424"/>
                <a:gd name="T12" fmla="*/ 99 w 99"/>
                <a:gd name="T13" fmla="*/ 76 h 424"/>
                <a:gd name="T14" fmla="*/ 83 w 99"/>
                <a:gd name="T15" fmla="*/ 70 h 424"/>
                <a:gd name="T16" fmla="*/ 71 w 99"/>
                <a:gd name="T17" fmla="*/ 61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424">
                  <a:moveTo>
                    <a:pt x="71" y="61"/>
                  </a:moveTo>
                  <a:cubicBezTo>
                    <a:pt x="43" y="41"/>
                    <a:pt x="19" y="20"/>
                    <a:pt x="0" y="0"/>
                  </a:cubicBezTo>
                  <a:cubicBezTo>
                    <a:pt x="0" y="30"/>
                    <a:pt x="0" y="30"/>
                    <a:pt x="0" y="30"/>
                  </a:cubicBezTo>
                  <a:cubicBezTo>
                    <a:pt x="0" y="374"/>
                    <a:pt x="0" y="374"/>
                    <a:pt x="0" y="374"/>
                  </a:cubicBezTo>
                  <a:cubicBezTo>
                    <a:pt x="0" y="402"/>
                    <a:pt x="22" y="424"/>
                    <a:pt x="49" y="424"/>
                  </a:cubicBezTo>
                  <a:cubicBezTo>
                    <a:pt x="77" y="424"/>
                    <a:pt x="99" y="402"/>
                    <a:pt x="99" y="374"/>
                  </a:cubicBezTo>
                  <a:cubicBezTo>
                    <a:pt x="99" y="76"/>
                    <a:pt x="99" y="76"/>
                    <a:pt x="99" y="76"/>
                  </a:cubicBezTo>
                  <a:cubicBezTo>
                    <a:pt x="93" y="75"/>
                    <a:pt x="87" y="73"/>
                    <a:pt x="83" y="70"/>
                  </a:cubicBezTo>
                  <a:cubicBezTo>
                    <a:pt x="79" y="67"/>
                    <a:pt x="75" y="64"/>
                    <a:pt x="71"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29"/>
            <p:cNvSpPr>
              <a:spLocks/>
            </p:cNvSpPr>
            <p:nvPr/>
          </p:nvSpPr>
          <p:spPr bwMode="auto">
            <a:xfrm>
              <a:off x="1631950" y="2894013"/>
              <a:ext cx="187325" cy="798513"/>
            </a:xfrm>
            <a:custGeom>
              <a:avLst/>
              <a:gdLst>
                <a:gd name="T0" fmla="*/ 28 w 99"/>
                <a:gd name="T1" fmla="*/ 61 h 424"/>
                <a:gd name="T2" fmla="*/ 16 w 99"/>
                <a:gd name="T3" fmla="*/ 70 h 424"/>
                <a:gd name="T4" fmla="*/ 0 w 99"/>
                <a:gd name="T5" fmla="*/ 76 h 424"/>
                <a:gd name="T6" fmla="*/ 0 w 99"/>
                <a:gd name="T7" fmla="*/ 374 h 424"/>
                <a:gd name="T8" fmla="*/ 50 w 99"/>
                <a:gd name="T9" fmla="*/ 424 h 424"/>
                <a:gd name="T10" fmla="*/ 99 w 99"/>
                <a:gd name="T11" fmla="*/ 374 h 424"/>
                <a:gd name="T12" fmla="*/ 99 w 99"/>
                <a:gd name="T13" fmla="*/ 30 h 424"/>
                <a:gd name="T14" fmla="*/ 99 w 99"/>
                <a:gd name="T15" fmla="*/ 0 h 424"/>
                <a:gd name="T16" fmla="*/ 28 w 99"/>
                <a:gd name="T17" fmla="*/ 61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424">
                  <a:moveTo>
                    <a:pt x="28" y="61"/>
                  </a:moveTo>
                  <a:cubicBezTo>
                    <a:pt x="24" y="64"/>
                    <a:pt x="20" y="67"/>
                    <a:pt x="16" y="70"/>
                  </a:cubicBezTo>
                  <a:cubicBezTo>
                    <a:pt x="11" y="73"/>
                    <a:pt x="6" y="75"/>
                    <a:pt x="0" y="76"/>
                  </a:cubicBezTo>
                  <a:cubicBezTo>
                    <a:pt x="0" y="374"/>
                    <a:pt x="0" y="374"/>
                    <a:pt x="0" y="374"/>
                  </a:cubicBezTo>
                  <a:cubicBezTo>
                    <a:pt x="0" y="402"/>
                    <a:pt x="22" y="424"/>
                    <a:pt x="50" y="424"/>
                  </a:cubicBezTo>
                  <a:cubicBezTo>
                    <a:pt x="77" y="424"/>
                    <a:pt x="99" y="402"/>
                    <a:pt x="99" y="374"/>
                  </a:cubicBezTo>
                  <a:cubicBezTo>
                    <a:pt x="99" y="30"/>
                    <a:pt x="99" y="30"/>
                    <a:pt x="99" y="30"/>
                  </a:cubicBezTo>
                  <a:cubicBezTo>
                    <a:pt x="99" y="0"/>
                    <a:pt x="99" y="0"/>
                    <a:pt x="99" y="0"/>
                  </a:cubicBezTo>
                  <a:cubicBezTo>
                    <a:pt x="80" y="20"/>
                    <a:pt x="56" y="41"/>
                    <a:pt x="28"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30"/>
            <p:cNvSpPr>
              <a:spLocks/>
            </p:cNvSpPr>
            <p:nvPr/>
          </p:nvSpPr>
          <p:spPr bwMode="auto">
            <a:xfrm>
              <a:off x="1428750" y="1971675"/>
              <a:ext cx="373063" cy="373063"/>
            </a:xfrm>
            <a:custGeom>
              <a:avLst/>
              <a:gdLst>
                <a:gd name="T0" fmla="*/ 119 w 198"/>
                <a:gd name="T1" fmla="*/ 11 h 198"/>
                <a:gd name="T2" fmla="*/ 11 w 198"/>
                <a:gd name="T3" fmla="*/ 79 h 198"/>
                <a:gd name="T4" fmla="*/ 79 w 198"/>
                <a:gd name="T5" fmla="*/ 187 h 198"/>
                <a:gd name="T6" fmla="*/ 187 w 198"/>
                <a:gd name="T7" fmla="*/ 119 h 198"/>
                <a:gd name="T8" fmla="*/ 119 w 198"/>
                <a:gd name="T9" fmla="*/ 11 h 198"/>
              </a:gdLst>
              <a:ahLst/>
              <a:cxnLst>
                <a:cxn ang="0">
                  <a:pos x="T0" y="T1"/>
                </a:cxn>
                <a:cxn ang="0">
                  <a:pos x="T2" y="T3"/>
                </a:cxn>
                <a:cxn ang="0">
                  <a:pos x="T4" y="T5"/>
                </a:cxn>
                <a:cxn ang="0">
                  <a:pos x="T6" y="T7"/>
                </a:cxn>
                <a:cxn ang="0">
                  <a:pos x="T8" y="T9"/>
                </a:cxn>
              </a:cxnLst>
              <a:rect l="0" t="0" r="r" b="b"/>
              <a:pathLst>
                <a:path w="198" h="198">
                  <a:moveTo>
                    <a:pt x="119" y="11"/>
                  </a:moveTo>
                  <a:cubicBezTo>
                    <a:pt x="71" y="0"/>
                    <a:pt x="23" y="30"/>
                    <a:pt x="11" y="79"/>
                  </a:cubicBezTo>
                  <a:cubicBezTo>
                    <a:pt x="0" y="127"/>
                    <a:pt x="30" y="175"/>
                    <a:pt x="79" y="187"/>
                  </a:cubicBezTo>
                  <a:cubicBezTo>
                    <a:pt x="127" y="198"/>
                    <a:pt x="175" y="168"/>
                    <a:pt x="187" y="119"/>
                  </a:cubicBezTo>
                  <a:cubicBezTo>
                    <a:pt x="198" y="71"/>
                    <a:pt x="168" y="23"/>
                    <a:pt x="119"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31"/>
            <p:cNvSpPr>
              <a:spLocks/>
            </p:cNvSpPr>
            <p:nvPr/>
          </p:nvSpPr>
          <p:spPr bwMode="auto">
            <a:xfrm>
              <a:off x="1295400" y="2378075"/>
              <a:ext cx="639763" cy="646113"/>
            </a:xfrm>
            <a:custGeom>
              <a:avLst/>
              <a:gdLst>
                <a:gd name="T0" fmla="*/ 47 w 340"/>
                <a:gd name="T1" fmla="*/ 245 h 343"/>
                <a:gd name="T2" fmla="*/ 62 w 340"/>
                <a:gd name="T3" fmla="*/ 262 h 343"/>
                <a:gd name="T4" fmla="*/ 136 w 340"/>
                <a:gd name="T5" fmla="*/ 327 h 343"/>
                <a:gd name="T6" fmla="*/ 146 w 340"/>
                <a:gd name="T7" fmla="*/ 335 h 343"/>
                <a:gd name="T8" fmla="*/ 149 w 340"/>
                <a:gd name="T9" fmla="*/ 337 h 343"/>
                <a:gd name="T10" fmla="*/ 161 w 340"/>
                <a:gd name="T11" fmla="*/ 342 h 343"/>
                <a:gd name="T12" fmla="*/ 168 w 340"/>
                <a:gd name="T13" fmla="*/ 343 h 343"/>
                <a:gd name="T14" fmla="*/ 170 w 340"/>
                <a:gd name="T15" fmla="*/ 343 h 343"/>
                <a:gd name="T16" fmla="*/ 179 w 340"/>
                <a:gd name="T17" fmla="*/ 341 h 343"/>
                <a:gd name="T18" fmla="*/ 189 w 340"/>
                <a:gd name="T19" fmla="*/ 335 h 343"/>
                <a:gd name="T20" fmla="*/ 194 w 340"/>
                <a:gd name="T21" fmla="*/ 329 h 343"/>
                <a:gd name="T22" fmla="*/ 186 w 340"/>
                <a:gd name="T23" fmla="*/ 285 h 343"/>
                <a:gd name="T24" fmla="*/ 186 w 340"/>
                <a:gd name="T25" fmla="*/ 285 h 343"/>
                <a:gd name="T26" fmla="*/ 179 w 340"/>
                <a:gd name="T27" fmla="*/ 280 h 343"/>
                <a:gd name="T28" fmla="*/ 170 w 340"/>
                <a:gd name="T29" fmla="*/ 273 h 343"/>
                <a:gd name="T30" fmla="*/ 163 w 340"/>
                <a:gd name="T31" fmla="*/ 268 h 343"/>
                <a:gd name="T32" fmla="*/ 161 w 340"/>
                <a:gd name="T33" fmla="*/ 266 h 343"/>
                <a:gd name="T34" fmla="*/ 92 w 340"/>
                <a:gd name="T35" fmla="*/ 198 h 343"/>
                <a:gd name="T36" fmla="*/ 161 w 340"/>
                <a:gd name="T37" fmla="*/ 256 h 343"/>
                <a:gd name="T38" fmla="*/ 170 w 340"/>
                <a:gd name="T39" fmla="*/ 263 h 343"/>
                <a:gd name="T40" fmla="*/ 179 w 340"/>
                <a:gd name="T41" fmla="*/ 256 h 343"/>
                <a:gd name="T42" fmla="*/ 248 w 340"/>
                <a:gd name="T43" fmla="*/ 198 h 343"/>
                <a:gd name="T44" fmla="*/ 179 w 340"/>
                <a:gd name="T45" fmla="*/ 266 h 343"/>
                <a:gd name="T46" fmla="*/ 177 w 340"/>
                <a:gd name="T47" fmla="*/ 268 h 343"/>
                <a:gd name="T48" fmla="*/ 179 w 340"/>
                <a:gd name="T49" fmla="*/ 270 h 343"/>
                <a:gd name="T50" fmla="*/ 191 w 340"/>
                <a:gd name="T51" fmla="*/ 278 h 343"/>
                <a:gd name="T52" fmla="*/ 207 w 340"/>
                <a:gd name="T53" fmla="*/ 304 h 343"/>
                <a:gd name="T54" fmla="*/ 204 w 340"/>
                <a:gd name="T55" fmla="*/ 327 h 343"/>
                <a:gd name="T56" fmla="*/ 278 w 340"/>
                <a:gd name="T57" fmla="*/ 262 h 343"/>
                <a:gd name="T58" fmla="*/ 293 w 340"/>
                <a:gd name="T59" fmla="*/ 245 h 343"/>
                <a:gd name="T60" fmla="*/ 306 w 340"/>
                <a:gd name="T61" fmla="*/ 228 h 343"/>
                <a:gd name="T62" fmla="*/ 340 w 340"/>
                <a:gd name="T63" fmla="*/ 130 h 343"/>
                <a:gd name="T64" fmla="*/ 303 w 340"/>
                <a:gd name="T65" fmla="*/ 36 h 343"/>
                <a:gd name="T66" fmla="*/ 267 w 340"/>
                <a:gd name="T67" fmla="*/ 5 h 343"/>
                <a:gd name="T68" fmla="*/ 254 w 340"/>
                <a:gd name="T69" fmla="*/ 0 h 343"/>
                <a:gd name="T70" fmla="*/ 247 w 340"/>
                <a:gd name="T71" fmla="*/ 0 h 343"/>
                <a:gd name="T72" fmla="*/ 93 w 340"/>
                <a:gd name="T73" fmla="*/ 0 h 343"/>
                <a:gd name="T74" fmla="*/ 86 w 340"/>
                <a:gd name="T75" fmla="*/ 0 h 343"/>
                <a:gd name="T76" fmla="*/ 73 w 340"/>
                <a:gd name="T77" fmla="*/ 5 h 343"/>
                <a:gd name="T78" fmla="*/ 37 w 340"/>
                <a:gd name="T79" fmla="*/ 36 h 343"/>
                <a:gd name="T80" fmla="*/ 0 w 340"/>
                <a:gd name="T81" fmla="*/ 130 h 343"/>
                <a:gd name="T82" fmla="*/ 34 w 340"/>
                <a:gd name="T83" fmla="*/ 228 h 343"/>
                <a:gd name="T84" fmla="*/ 47 w 340"/>
                <a:gd name="T85" fmla="*/ 245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40" h="343">
                  <a:moveTo>
                    <a:pt x="47" y="245"/>
                  </a:moveTo>
                  <a:cubicBezTo>
                    <a:pt x="51" y="250"/>
                    <a:pt x="56" y="256"/>
                    <a:pt x="62" y="262"/>
                  </a:cubicBezTo>
                  <a:cubicBezTo>
                    <a:pt x="81" y="283"/>
                    <a:pt x="105" y="305"/>
                    <a:pt x="136" y="327"/>
                  </a:cubicBezTo>
                  <a:cubicBezTo>
                    <a:pt x="139" y="330"/>
                    <a:pt x="143" y="333"/>
                    <a:pt x="146" y="335"/>
                  </a:cubicBezTo>
                  <a:cubicBezTo>
                    <a:pt x="147" y="336"/>
                    <a:pt x="148" y="336"/>
                    <a:pt x="149" y="337"/>
                  </a:cubicBezTo>
                  <a:cubicBezTo>
                    <a:pt x="153" y="340"/>
                    <a:pt x="157" y="341"/>
                    <a:pt x="161" y="342"/>
                  </a:cubicBezTo>
                  <a:cubicBezTo>
                    <a:pt x="163" y="343"/>
                    <a:pt x="165" y="343"/>
                    <a:pt x="168" y="343"/>
                  </a:cubicBezTo>
                  <a:cubicBezTo>
                    <a:pt x="168" y="343"/>
                    <a:pt x="169" y="343"/>
                    <a:pt x="170" y="343"/>
                  </a:cubicBezTo>
                  <a:cubicBezTo>
                    <a:pt x="173" y="343"/>
                    <a:pt x="176" y="342"/>
                    <a:pt x="179" y="341"/>
                  </a:cubicBezTo>
                  <a:cubicBezTo>
                    <a:pt x="183" y="340"/>
                    <a:pt x="186" y="338"/>
                    <a:pt x="189" y="335"/>
                  </a:cubicBezTo>
                  <a:cubicBezTo>
                    <a:pt x="191" y="333"/>
                    <a:pt x="192" y="332"/>
                    <a:pt x="194" y="329"/>
                  </a:cubicBezTo>
                  <a:cubicBezTo>
                    <a:pt x="204" y="315"/>
                    <a:pt x="201" y="295"/>
                    <a:pt x="186" y="285"/>
                  </a:cubicBezTo>
                  <a:cubicBezTo>
                    <a:pt x="186" y="285"/>
                    <a:pt x="186" y="285"/>
                    <a:pt x="186" y="285"/>
                  </a:cubicBezTo>
                  <a:cubicBezTo>
                    <a:pt x="184" y="283"/>
                    <a:pt x="181" y="282"/>
                    <a:pt x="179" y="280"/>
                  </a:cubicBezTo>
                  <a:cubicBezTo>
                    <a:pt x="176" y="278"/>
                    <a:pt x="173" y="275"/>
                    <a:pt x="170" y="273"/>
                  </a:cubicBezTo>
                  <a:cubicBezTo>
                    <a:pt x="168" y="271"/>
                    <a:pt x="166" y="270"/>
                    <a:pt x="163" y="268"/>
                  </a:cubicBezTo>
                  <a:cubicBezTo>
                    <a:pt x="162" y="267"/>
                    <a:pt x="162" y="267"/>
                    <a:pt x="161" y="266"/>
                  </a:cubicBezTo>
                  <a:cubicBezTo>
                    <a:pt x="128" y="241"/>
                    <a:pt x="106" y="218"/>
                    <a:pt x="92" y="198"/>
                  </a:cubicBezTo>
                  <a:cubicBezTo>
                    <a:pt x="109" y="215"/>
                    <a:pt x="136" y="237"/>
                    <a:pt x="161" y="256"/>
                  </a:cubicBezTo>
                  <a:cubicBezTo>
                    <a:pt x="164" y="259"/>
                    <a:pt x="167" y="261"/>
                    <a:pt x="170" y="263"/>
                  </a:cubicBezTo>
                  <a:cubicBezTo>
                    <a:pt x="173" y="261"/>
                    <a:pt x="176" y="259"/>
                    <a:pt x="179" y="256"/>
                  </a:cubicBezTo>
                  <a:cubicBezTo>
                    <a:pt x="204" y="237"/>
                    <a:pt x="231" y="215"/>
                    <a:pt x="248" y="198"/>
                  </a:cubicBezTo>
                  <a:cubicBezTo>
                    <a:pt x="234" y="218"/>
                    <a:pt x="211" y="241"/>
                    <a:pt x="179" y="266"/>
                  </a:cubicBezTo>
                  <a:cubicBezTo>
                    <a:pt x="178" y="267"/>
                    <a:pt x="177" y="267"/>
                    <a:pt x="177" y="268"/>
                  </a:cubicBezTo>
                  <a:cubicBezTo>
                    <a:pt x="177" y="269"/>
                    <a:pt x="178" y="269"/>
                    <a:pt x="179" y="270"/>
                  </a:cubicBezTo>
                  <a:cubicBezTo>
                    <a:pt x="183" y="273"/>
                    <a:pt x="187" y="276"/>
                    <a:pt x="191" y="278"/>
                  </a:cubicBezTo>
                  <a:cubicBezTo>
                    <a:pt x="199" y="285"/>
                    <a:pt x="205" y="294"/>
                    <a:pt x="207" y="304"/>
                  </a:cubicBezTo>
                  <a:cubicBezTo>
                    <a:pt x="208" y="312"/>
                    <a:pt x="207" y="320"/>
                    <a:pt x="204" y="327"/>
                  </a:cubicBezTo>
                  <a:cubicBezTo>
                    <a:pt x="235" y="305"/>
                    <a:pt x="259" y="283"/>
                    <a:pt x="278" y="262"/>
                  </a:cubicBezTo>
                  <a:cubicBezTo>
                    <a:pt x="284" y="256"/>
                    <a:pt x="289" y="250"/>
                    <a:pt x="293" y="245"/>
                  </a:cubicBezTo>
                  <a:cubicBezTo>
                    <a:pt x="298" y="239"/>
                    <a:pt x="302" y="233"/>
                    <a:pt x="306" y="228"/>
                  </a:cubicBezTo>
                  <a:cubicBezTo>
                    <a:pt x="329" y="193"/>
                    <a:pt x="340" y="160"/>
                    <a:pt x="340" y="130"/>
                  </a:cubicBezTo>
                  <a:cubicBezTo>
                    <a:pt x="340" y="88"/>
                    <a:pt x="321" y="56"/>
                    <a:pt x="303" y="36"/>
                  </a:cubicBezTo>
                  <a:cubicBezTo>
                    <a:pt x="285" y="16"/>
                    <a:pt x="269" y="6"/>
                    <a:pt x="267" y="5"/>
                  </a:cubicBezTo>
                  <a:cubicBezTo>
                    <a:pt x="263" y="2"/>
                    <a:pt x="258" y="1"/>
                    <a:pt x="254" y="0"/>
                  </a:cubicBezTo>
                  <a:cubicBezTo>
                    <a:pt x="252" y="0"/>
                    <a:pt x="249" y="0"/>
                    <a:pt x="247" y="0"/>
                  </a:cubicBezTo>
                  <a:cubicBezTo>
                    <a:pt x="93" y="0"/>
                    <a:pt x="93" y="0"/>
                    <a:pt x="93" y="0"/>
                  </a:cubicBezTo>
                  <a:cubicBezTo>
                    <a:pt x="90" y="0"/>
                    <a:pt x="88" y="0"/>
                    <a:pt x="86" y="0"/>
                  </a:cubicBezTo>
                  <a:cubicBezTo>
                    <a:pt x="82" y="1"/>
                    <a:pt x="77" y="2"/>
                    <a:pt x="73" y="5"/>
                  </a:cubicBezTo>
                  <a:cubicBezTo>
                    <a:pt x="71" y="6"/>
                    <a:pt x="54" y="16"/>
                    <a:pt x="37" y="36"/>
                  </a:cubicBezTo>
                  <a:cubicBezTo>
                    <a:pt x="19" y="56"/>
                    <a:pt x="0" y="88"/>
                    <a:pt x="0" y="130"/>
                  </a:cubicBezTo>
                  <a:cubicBezTo>
                    <a:pt x="0" y="160"/>
                    <a:pt x="10" y="193"/>
                    <a:pt x="34" y="228"/>
                  </a:cubicBezTo>
                  <a:cubicBezTo>
                    <a:pt x="38" y="233"/>
                    <a:pt x="42" y="239"/>
                    <a:pt x="47" y="2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0" name="组合 39"/>
          <p:cNvGrpSpPr/>
          <p:nvPr/>
        </p:nvGrpSpPr>
        <p:grpSpPr>
          <a:xfrm>
            <a:off x="5361210" y="2171738"/>
            <a:ext cx="548373" cy="1493558"/>
            <a:chOff x="5956300" y="1971675"/>
            <a:chExt cx="631825" cy="1720850"/>
          </a:xfrm>
          <a:solidFill>
            <a:schemeClr val="tx1">
              <a:lumMod val="65000"/>
              <a:lumOff val="35000"/>
            </a:schemeClr>
          </a:solidFill>
        </p:grpSpPr>
        <p:sp>
          <p:nvSpPr>
            <p:cNvPr id="41" name="Freeform 32"/>
            <p:cNvSpPr>
              <a:spLocks/>
            </p:cNvSpPr>
            <p:nvPr/>
          </p:nvSpPr>
          <p:spPr bwMode="auto">
            <a:xfrm>
              <a:off x="6035675" y="2771775"/>
              <a:ext cx="407988" cy="920750"/>
            </a:xfrm>
            <a:custGeom>
              <a:avLst/>
              <a:gdLst>
                <a:gd name="T0" fmla="*/ 172 w 217"/>
                <a:gd name="T1" fmla="*/ 45 h 489"/>
                <a:gd name="T2" fmla="*/ 118 w 217"/>
                <a:gd name="T3" fmla="*/ 42 h 489"/>
                <a:gd name="T4" fmla="*/ 99 w 217"/>
                <a:gd name="T5" fmla="*/ 40 h 489"/>
                <a:gd name="T6" fmla="*/ 35 w 217"/>
                <a:gd name="T7" fmla="*/ 21 h 489"/>
                <a:gd name="T8" fmla="*/ 4 w 217"/>
                <a:gd name="T9" fmla="*/ 2 h 489"/>
                <a:gd name="T10" fmla="*/ 0 w 217"/>
                <a:gd name="T11" fmla="*/ 0 h 489"/>
                <a:gd name="T12" fmla="*/ 0 w 217"/>
                <a:gd name="T13" fmla="*/ 19 h 489"/>
                <a:gd name="T14" fmla="*/ 0 w 217"/>
                <a:gd name="T15" fmla="*/ 95 h 489"/>
                <a:gd name="T16" fmla="*/ 0 w 217"/>
                <a:gd name="T17" fmla="*/ 439 h 489"/>
                <a:gd name="T18" fmla="*/ 50 w 217"/>
                <a:gd name="T19" fmla="*/ 489 h 489"/>
                <a:gd name="T20" fmla="*/ 99 w 217"/>
                <a:gd name="T21" fmla="*/ 439 h 489"/>
                <a:gd name="T22" fmla="*/ 99 w 217"/>
                <a:gd name="T23" fmla="*/ 126 h 489"/>
                <a:gd name="T24" fmla="*/ 118 w 217"/>
                <a:gd name="T25" fmla="*/ 126 h 489"/>
                <a:gd name="T26" fmla="*/ 118 w 217"/>
                <a:gd name="T27" fmla="*/ 439 h 489"/>
                <a:gd name="T28" fmla="*/ 167 w 217"/>
                <a:gd name="T29" fmla="*/ 489 h 489"/>
                <a:gd name="T30" fmla="*/ 217 w 217"/>
                <a:gd name="T31" fmla="*/ 439 h 489"/>
                <a:gd name="T32" fmla="*/ 217 w 217"/>
                <a:gd name="T33" fmla="*/ 95 h 489"/>
                <a:gd name="T34" fmla="*/ 217 w 217"/>
                <a:gd name="T35" fmla="*/ 42 h 489"/>
                <a:gd name="T36" fmla="*/ 204 w 217"/>
                <a:gd name="T37" fmla="*/ 45 h 489"/>
                <a:gd name="T38" fmla="*/ 172 w 217"/>
                <a:gd name="T39" fmla="*/ 45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7" h="489">
                  <a:moveTo>
                    <a:pt x="172" y="45"/>
                  </a:moveTo>
                  <a:cubicBezTo>
                    <a:pt x="153" y="45"/>
                    <a:pt x="135" y="44"/>
                    <a:pt x="118" y="42"/>
                  </a:cubicBezTo>
                  <a:cubicBezTo>
                    <a:pt x="111" y="42"/>
                    <a:pt x="105" y="41"/>
                    <a:pt x="99" y="40"/>
                  </a:cubicBezTo>
                  <a:cubicBezTo>
                    <a:pt x="75" y="36"/>
                    <a:pt x="54" y="30"/>
                    <a:pt x="35" y="21"/>
                  </a:cubicBezTo>
                  <a:cubicBezTo>
                    <a:pt x="24" y="16"/>
                    <a:pt x="13" y="9"/>
                    <a:pt x="4" y="2"/>
                  </a:cubicBezTo>
                  <a:cubicBezTo>
                    <a:pt x="2" y="1"/>
                    <a:pt x="1" y="1"/>
                    <a:pt x="0" y="0"/>
                  </a:cubicBezTo>
                  <a:cubicBezTo>
                    <a:pt x="0" y="19"/>
                    <a:pt x="0" y="19"/>
                    <a:pt x="0" y="19"/>
                  </a:cubicBezTo>
                  <a:cubicBezTo>
                    <a:pt x="0" y="95"/>
                    <a:pt x="0" y="95"/>
                    <a:pt x="0" y="95"/>
                  </a:cubicBezTo>
                  <a:cubicBezTo>
                    <a:pt x="0" y="439"/>
                    <a:pt x="0" y="439"/>
                    <a:pt x="0" y="439"/>
                  </a:cubicBezTo>
                  <a:cubicBezTo>
                    <a:pt x="0" y="467"/>
                    <a:pt x="22" y="489"/>
                    <a:pt x="50" y="489"/>
                  </a:cubicBezTo>
                  <a:cubicBezTo>
                    <a:pt x="77" y="489"/>
                    <a:pt x="99" y="467"/>
                    <a:pt x="99" y="439"/>
                  </a:cubicBezTo>
                  <a:cubicBezTo>
                    <a:pt x="99" y="126"/>
                    <a:pt x="99" y="126"/>
                    <a:pt x="99" y="126"/>
                  </a:cubicBezTo>
                  <a:cubicBezTo>
                    <a:pt x="118" y="126"/>
                    <a:pt x="118" y="126"/>
                    <a:pt x="118" y="126"/>
                  </a:cubicBezTo>
                  <a:cubicBezTo>
                    <a:pt x="118" y="439"/>
                    <a:pt x="118" y="439"/>
                    <a:pt x="118" y="439"/>
                  </a:cubicBezTo>
                  <a:cubicBezTo>
                    <a:pt x="118" y="467"/>
                    <a:pt x="140" y="489"/>
                    <a:pt x="167" y="489"/>
                  </a:cubicBezTo>
                  <a:cubicBezTo>
                    <a:pt x="195" y="489"/>
                    <a:pt x="217" y="467"/>
                    <a:pt x="217" y="439"/>
                  </a:cubicBezTo>
                  <a:cubicBezTo>
                    <a:pt x="217" y="95"/>
                    <a:pt x="217" y="95"/>
                    <a:pt x="217" y="95"/>
                  </a:cubicBezTo>
                  <a:cubicBezTo>
                    <a:pt x="217" y="42"/>
                    <a:pt x="217" y="42"/>
                    <a:pt x="217" y="42"/>
                  </a:cubicBezTo>
                  <a:cubicBezTo>
                    <a:pt x="213" y="43"/>
                    <a:pt x="209" y="44"/>
                    <a:pt x="204" y="45"/>
                  </a:cubicBezTo>
                  <a:cubicBezTo>
                    <a:pt x="193" y="45"/>
                    <a:pt x="183" y="45"/>
                    <a:pt x="172"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33"/>
            <p:cNvSpPr>
              <a:spLocks/>
            </p:cNvSpPr>
            <p:nvPr/>
          </p:nvSpPr>
          <p:spPr bwMode="auto">
            <a:xfrm>
              <a:off x="6054725" y="1971675"/>
              <a:ext cx="371475" cy="373063"/>
            </a:xfrm>
            <a:custGeom>
              <a:avLst/>
              <a:gdLst>
                <a:gd name="T0" fmla="*/ 78 w 197"/>
                <a:gd name="T1" fmla="*/ 187 h 198"/>
                <a:gd name="T2" fmla="*/ 186 w 197"/>
                <a:gd name="T3" fmla="*/ 119 h 198"/>
                <a:gd name="T4" fmla="*/ 119 w 197"/>
                <a:gd name="T5" fmla="*/ 11 h 198"/>
                <a:gd name="T6" fmla="*/ 11 w 197"/>
                <a:gd name="T7" fmla="*/ 79 h 198"/>
                <a:gd name="T8" fmla="*/ 78 w 197"/>
                <a:gd name="T9" fmla="*/ 187 h 198"/>
              </a:gdLst>
              <a:ahLst/>
              <a:cxnLst>
                <a:cxn ang="0">
                  <a:pos x="T0" y="T1"/>
                </a:cxn>
                <a:cxn ang="0">
                  <a:pos x="T2" y="T3"/>
                </a:cxn>
                <a:cxn ang="0">
                  <a:pos x="T4" y="T5"/>
                </a:cxn>
                <a:cxn ang="0">
                  <a:pos x="T6" y="T7"/>
                </a:cxn>
                <a:cxn ang="0">
                  <a:pos x="T8" y="T9"/>
                </a:cxn>
              </a:cxnLst>
              <a:rect l="0" t="0" r="r" b="b"/>
              <a:pathLst>
                <a:path w="197" h="198">
                  <a:moveTo>
                    <a:pt x="78" y="187"/>
                  </a:moveTo>
                  <a:cubicBezTo>
                    <a:pt x="127" y="198"/>
                    <a:pt x="175" y="168"/>
                    <a:pt x="186" y="119"/>
                  </a:cubicBezTo>
                  <a:cubicBezTo>
                    <a:pt x="197" y="71"/>
                    <a:pt x="167" y="23"/>
                    <a:pt x="119" y="11"/>
                  </a:cubicBezTo>
                  <a:cubicBezTo>
                    <a:pt x="71" y="0"/>
                    <a:pt x="22" y="30"/>
                    <a:pt x="11" y="79"/>
                  </a:cubicBezTo>
                  <a:cubicBezTo>
                    <a:pt x="0" y="127"/>
                    <a:pt x="30" y="175"/>
                    <a:pt x="78" y="1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34"/>
            <p:cNvSpPr>
              <a:spLocks/>
            </p:cNvSpPr>
            <p:nvPr/>
          </p:nvSpPr>
          <p:spPr bwMode="auto">
            <a:xfrm>
              <a:off x="5956300" y="2376488"/>
              <a:ext cx="631825" cy="736600"/>
            </a:xfrm>
            <a:custGeom>
              <a:avLst/>
              <a:gdLst>
                <a:gd name="T0" fmla="*/ 273 w 335"/>
                <a:gd name="T1" fmla="*/ 14 h 391"/>
                <a:gd name="T2" fmla="*/ 235 w 335"/>
                <a:gd name="T3" fmla="*/ 0 h 391"/>
                <a:gd name="T4" fmla="*/ 228 w 335"/>
                <a:gd name="T5" fmla="*/ 1 h 391"/>
                <a:gd name="T6" fmla="*/ 228 w 335"/>
                <a:gd name="T7" fmla="*/ 1 h 391"/>
                <a:gd name="T8" fmla="*/ 73 w 335"/>
                <a:gd name="T9" fmla="*/ 1 h 391"/>
                <a:gd name="T10" fmla="*/ 64 w 335"/>
                <a:gd name="T11" fmla="*/ 2 h 391"/>
                <a:gd name="T12" fmla="*/ 38 w 335"/>
                <a:gd name="T13" fmla="*/ 15 h 391"/>
                <a:gd name="T14" fmla="*/ 11 w 335"/>
                <a:gd name="T15" fmla="*/ 54 h 391"/>
                <a:gd name="T16" fmla="*/ 0 w 335"/>
                <a:gd name="T17" fmla="*/ 108 h 391"/>
                <a:gd name="T18" fmla="*/ 12 w 335"/>
                <a:gd name="T19" fmla="*/ 159 h 391"/>
                <a:gd name="T20" fmla="*/ 22 w 335"/>
                <a:gd name="T21" fmla="*/ 177 h 391"/>
                <a:gd name="T22" fmla="*/ 42 w 335"/>
                <a:gd name="T23" fmla="*/ 199 h 391"/>
                <a:gd name="T24" fmla="*/ 49 w 335"/>
                <a:gd name="T25" fmla="*/ 205 h 391"/>
                <a:gd name="T26" fmla="*/ 81 w 335"/>
                <a:gd name="T27" fmla="*/ 224 h 391"/>
                <a:gd name="T28" fmla="*/ 141 w 335"/>
                <a:gd name="T29" fmla="*/ 242 h 391"/>
                <a:gd name="T30" fmla="*/ 160 w 335"/>
                <a:gd name="T31" fmla="*/ 244 h 391"/>
                <a:gd name="T32" fmla="*/ 214 w 335"/>
                <a:gd name="T33" fmla="*/ 247 h 391"/>
                <a:gd name="T34" fmla="*/ 246 w 335"/>
                <a:gd name="T35" fmla="*/ 247 h 391"/>
                <a:gd name="T36" fmla="*/ 259 w 335"/>
                <a:gd name="T37" fmla="*/ 243 h 391"/>
                <a:gd name="T38" fmla="*/ 270 w 335"/>
                <a:gd name="T39" fmla="*/ 234 h 391"/>
                <a:gd name="T40" fmla="*/ 276 w 335"/>
                <a:gd name="T41" fmla="*/ 213 h 391"/>
                <a:gd name="T42" fmla="*/ 267 w 335"/>
                <a:gd name="T43" fmla="*/ 192 h 391"/>
                <a:gd name="T44" fmla="*/ 259 w 335"/>
                <a:gd name="T45" fmla="*/ 186 h 391"/>
                <a:gd name="T46" fmla="*/ 243 w 335"/>
                <a:gd name="T47" fmla="*/ 183 h 391"/>
                <a:gd name="T48" fmla="*/ 227 w 335"/>
                <a:gd name="T49" fmla="*/ 183 h 391"/>
                <a:gd name="T50" fmla="*/ 214 w 335"/>
                <a:gd name="T51" fmla="*/ 183 h 391"/>
                <a:gd name="T52" fmla="*/ 193 w 335"/>
                <a:gd name="T53" fmla="*/ 183 h 391"/>
                <a:gd name="T54" fmla="*/ 89 w 335"/>
                <a:gd name="T55" fmla="*/ 155 h 391"/>
                <a:gd name="T56" fmla="*/ 83 w 335"/>
                <a:gd name="T57" fmla="*/ 150 h 391"/>
                <a:gd name="T58" fmla="*/ 214 w 335"/>
                <a:gd name="T59" fmla="*/ 175 h 391"/>
                <a:gd name="T60" fmla="*/ 214 w 335"/>
                <a:gd name="T61" fmla="*/ 175 h 391"/>
                <a:gd name="T62" fmla="*/ 242 w 335"/>
                <a:gd name="T63" fmla="*/ 175 h 391"/>
                <a:gd name="T64" fmla="*/ 244 w 335"/>
                <a:gd name="T65" fmla="*/ 175 h 391"/>
                <a:gd name="T66" fmla="*/ 259 w 335"/>
                <a:gd name="T67" fmla="*/ 177 h 391"/>
                <a:gd name="T68" fmla="*/ 259 w 335"/>
                <a:gd name="T69" fmla="*/ 130 h 391"/>
                <a:gd name="T70" fmla="*/ 259 w 335"/>
                <a:gd name="T71" fmla="*/ 134 h 391"/>
                <a:gd name="T72" fmla="*/ 266 w 335"/>
                <a:gd name="T73" fmla="*/ 181 h 391"/>
                <a:gd name="T74" fmla="*/ 284 w 335"/>
                <a:gd name="T75" fmla="*/ 213 h 391"/>
                <a:gd name="T76" fmla="*/ 270 w 335"/>
                <a:gd name="T77" fmla="*/ 245 h 391"/>
                <a:gd name="T78" fmla="*/ 271 w 335"/>
                <a:gd name="T79" fmla="*/ 292 h 391"/>
                <a:gd name="T80" fmla="*/ 270 w 335"/>
                <a:gd name="T81" fmla="*/ 358 h 391"/>
                <a:gd name="T82" fmla="*/ 301 w 335"/>
                <a:gd name="T83" fmla="*/ 391 h 391"/>
                <a:gd name="T84" fmla="*/ 302 w 335"/>
                <a:gd name="T85" fmla="*/ 391 h 391"/>
                <a:gd name="T86" fmla="*/ 334 w 335"/>
                <a:gd name="T87" fmla="*/ 360 h 391"/>
                <a:gd name="T88" fmla="*/ 335 w 335"/>
                <a:gd name="T89" fmla="*/ 292 h 391"/>
                <a:gd name="T90" fmla="*/ 305 w 335"/>
                <a:gd name="T91" fmla="*/ 60 h 391"/>
                <a:gd name="T92" fmla="*/ 273 w 335"/>
                <a:gd name="T93" fmla="*/ 14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35" h="391">
                  <a:moveTo>
                    <a:pt x="273" y="14"/>
                  </a:moveTo>
                  <a:cubicBezTo>
                    <a:pt x="260" y="4"/>
                    <a:pt x="246" y="0"/>
                    <a:pt x="235" y="0"/>
                  </a:cubicBezTo>
                  <a:cubicBezTo>
                    <a:pt x="233" y="0"/>
                    <a:pt x="230" y="1"/>
                    <a:pt x="228" y="1"/>
                  </a:cubicBezTo>
                  <a:cubicBezTo>
                    <a:pt x="228" y="1"/>
                    <a:pt x="228" y="1"/>
                    <a:pt x="228" y="1"/>
                  </a:cubicBezTo>
                  <a:cubicBezTo>
                    <a:pt x="73" y="1"/>
                    <a:pt x="73" y="1"/>
                    <a:pt x="73" y="1"/>
                  </a:cubicBezTo>
                  <a:cubicBezTo>
                    <a:pt x="70" y="1"/>
                    <a:pt x="67" y="1"/>
                    <a:pt x="64" y="2"/>
                  </a:cubicBezTo>
                  <a:cubicBezTo>
                    <a:pt x="53" y="4"/>
                    <a:pt x="45" y="10"/>
                    <a:pt x="38" y="15"/>
                  </a:cubicBezTo>
                  <a:cubicBezTo>
                    <a:pt x="26" y="26"/>
                    <a:pt x="18" y="39"/>
                    <a:pt x="11" y="54"/>
                  </a:cubicBezTo>
                  <a:cubicBezTo>
                    <a:pt x="5" y="70"/>
                    <a:pt x="0" y="88"/>
                    <a:pt x="0" y="108"/>
                  </a:cubicBezTo>
                  <a:cubicBezTo>
                    <a:pt x="0" y="124"/>
                    <a:pt x="4" y="142"/>
                    <a:pt x="12" y="159"/>
                  </a:cubicBezTo>
                  <a:cubicBezTo>
                    <a:pt x="15" y="165"/>
                    <a:pt x="18" y="171"/>
                    <a:pt x="22" y="177"/>
                  </a:cubicBezTo>
                  <a:cubicBezTo>
                    <a:pt x="27" y="185"/>
                    <a:pt x="34" y="192"/>
                    <a:pt x="42" y="199"/>
                  </a:cubicBezTo>
                  <a:cubicBezTo>
                    <a:pt x="44" y="201"/>
                    <a:pt x="47" y="203"/>
                    <a:pt x="49" y="205"/>
                  </a:cubicBezTo>
                  <a:cubicBezTo>
                    <a:pt x="58" y="212"/>
                    <a:pt x="69" y="218"/>
                    <a:pt x="81" y="224"/>
                  </a:cubicBezTo>
                  <a:cubicBezTo>
                    <a:pt x="98" y="232"/>
                    <a:pt x="118" y="238"/>
                    <a:pt x="141" y="242"/>
                  </a:cubicBezTo>
                  <a:cubicBezTo>
                    <a:pt x="147" y="243"/>
                    <a:pt x="153" y="244"/>
                    <a:pt x="160" y="244"/>
                  </a:cubicBezTo>
                  <a:cubicBezTo>
                    <a:pt x="176" y="246"/>
                    <a:pt x="195" y="247"/>
                    <a:pt x="214" y="247"/>
                  </a:cubicBezTo>
                  <a:cubicBezTo>
                    <a:pt x="224" y="247"/>
                    <a:pt x="235" y="247"/>
                    <a:pt x="246" y="247"/>
                  </a:cubicBezTo>
                  <a:cubicBezTo>
                    <a:pt x="251" y="246"/>
                    <a:pt x="255" y="245"/>
                    <a:pt x="259" y="243"/>
                  </a:cubicBezTo>
                  <a:cubicBezTo>
                    <a:pt x="263" y="241"/>
                    <a:pt x="267" y="238"/>
                    <a:pt x="270" y="234"/>
                  </a:cubicBezTo>
                  <a:cubicBezTo>
                    <a:pt x="274" y="228"/>
                    <a:pt x="277" y="221"/>
                    <a:pt x="276" y="213"/>
                  </a:cubicBezTo>
                  <a:cubicBezTo>
                    <a:pt x="276" y="205"/>
                    <a:pt x="272" y="198"/>
                    <a:pt x="267" y="192"/>
                  </a:cubicBezTo>
                  <a:cubicBezTo>
                    <a:pt x="265" y="190"/>
                    <a:pt x="262" y="188"/>
                    <a:pt x="259" y="186"/>
                  </a:cubicBezTo>
                  <a:cubicBezTo>
                    <a:pt x="254" y="184"/>
                    <a:pt x="248" y="182"/>
                    <a:pt x="243" y="183"/>
                  </a:cubicBezTo>
                  <a:cubicBezTo>
                    <a:pt x="237" y="183"/>
                    <a:pt x="232" y="183"/>
                    <a:pt x="227" y="183"/>
                  </a:cubicBezTo>
                  <a:cubicBezTo>
                    <a:pt x="223" y="183"/>
                    <a:pt x="218" y="183"/>
                    <a:pt x="214" y="183"/>
                  </a:cubicBezTo>
                  <a:cubicBezTo>
                    <a:pt x="207" y="183"/>
                    <a:pt x="200" y="183"/>
                    <a:pt x="193" y="183"/>
                  </a:cubicBezTo>
                  <a:cubicBezTo>
                    <a:pt x="138" y="180"/>
                    <a:pt x="106" y="168"/>
                    <a:pt x="89" y="155"/>
                  </a:cubicBezTo>
                  <a:cubicBezTo>
                    <a:pt x="87" y="153"/>
                    <a:pt x="85" y="152"/>
                    <a:pt x="83" y="150"/>
                  </a:cubicBezTo>
                  <a:cubicBezTo>
                    <a:pt x="112" y="162"/>
                    <a:pt x="162" y="175"/>
                    <a:pt x="214" y="175"/>
                  </a:cubicBezTo>
                  <a:cubicBezTo>
                    <a:pt x="214" y="175"/>
                    <a:pt x="214" y="175"/>
                    <a:pt x="214" y="175"/>
                  </a:cubicBezTo>
                  <a:cubicBezTo>
                    <a:pt x="223" y="175"/>
                    <a:pt x="233" y="175"/>
                    <a:pt x="242" y="175"/>
                  </a:cubicBezTo>
                  <a:cubicBezTo>
                    <a:pt x="243" y="175"/>
                    <a:pt x="244" y="175"/>
                    <a:pt x="244" y="175"/>
                  </a:cubicBezTo>
                  <a:cubicBezTo>
                    <a:pt x="249" y="175"/>
                    <a:pt x="254" y="176"/>
                    <a:pt x="259" y="177"/>
                  </a:cubicBezTo>
                  <a:cubicBezTo>
                    <a:pt x="259" y="130"/>
                    <a:pt x="259" y="130"/>
                    <a:pt x="259" y="130"/>
                  </a:cubicBezTo>
                  <a:cubicBezTo>
                    <a:pt x="259" y="131"/>
                    <a:pt x="259" y="132"/>
                    <a:pt x="259" y="134"/>
                  </a:cubicBezTo>
                  <a:cubicBezTo>
                    <a:pt x="262" y="147"/>
                    <a:pt x="264" y="163"/>
                    <a:pt x="266" y="181"/>
                  </a:cubicBezTo>
                  <a:cubicBezTo>
                    <a:pt x="277" y="188"/>
                    <a:pt x="284" y="199"/>
                    <a:pt x="284" y="213"/>
                  </a:cubicBezTo>
                  <a:cubicBezTo>
                    <a:pt x="285" y="226"/>
                    <a:pt x="279" y="237"/>
                    <a:pt x="270" y="245"/>
                  </a:cubicBezTo>
                  <a:cubicBezTo>
                    <a:pt x="271" y="260"/>
                    <a:pt x="271" y="275"/>
                    <a:pt x="271" y="292"/>
                  </a:cubicBezTo>
                  <a:cubicBezTo>
                    <a:pt x="271" y="312"/>
                    <a:pt x="270" y="334"/>
                    <a:pt x="270" y="358"/>
                  </a:cubicBezTo>
                  <a:cubicBezTo>
                    <a:pt x="269" y="375"/>
                    <a:pt x="283" y="390"/>
                    <a:pt x="301" y="391"/>
                  </a:cubicBezTo>
                  <a:cubicBezTo>
                    <a:pt x="301" y="391"/>
                    <a:pt x="301" y="391"/>
                    <a:pt x="302" y="391"/>
                  </a:cubicBezTo>
                  <a:cubicBezTo>
                    <a:pt x="319" y="391"/>
                    <a:pt x="333" y="377"/>
                    <a:pt x="334" y="360"/>
                  </a:cubicBezTo>
                  <a:cubicBezTo>
                    <a:pt x="334" y="336"/>
                    <a:pt x="335" y="313"/>
                    <a:pt x="335" y="292"/>
                  </a:cubicBezTo>
                  <a:cubicBezTo>
                    <a:pt x="335" y="170"/>
                    <a:pt x="322" y="102"/>
                    <a:pt x="305" y="60"/>
                  </a:cubicBezTo>
                  <a:cubicBezTo>
                    <a:pt x="296" y="39"/>
                    <a:pt x="285" y="24"/>
                    <a:pt x="273"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4" name="组合 43"/>
          <p:cNvGrpSpPr/>
          <p:nvPr/>
        </p:nvGrpSpPr>
        <p:grpSpPr>
          <a:xfrm>
            <a:off x="4395358" y="2171738"/>
            <a:ext cx="531839" cy="1493558"/>
            <a:chOff x="4843463" y="1971675"/>
            <a:chExt cx="612775" cy="1720851"/>
          </a:xfrm>
          <a:solidFill>
            <a:schemeClr val="tx1">
              <a:lumMod val="65000"/>
              <a:lumOff val="35000"/>
            </a:schemeClr>
          </a:solidFill>
        </p:grpSpPr>
        <p:sp>
          <p:nvSpPr>
            <p:cNvPr id="45" name="Freeform 35"/>
            <p:cNvSpPr>
              <a:spLocks/>
            </p:cNvSpPr>
            <p:nvPr/>
          </p:nvSpPr>
          <p:spPr bwMode="auto">
            <a:xfrm>
              <a:off x="4948238" y="2744788"/>
              <a:ext cx="406400" cy="947738"/>
            </a:xfrm>
            <a:custGeom>
              <a:avLst/>
              <a:gdLst>
                <a:gd name="T0" fmla="*/ 192 w 216"/>
                <a:gd name="T1" fmla="*/ 21 h 503"/>
                <a:gd name="T2" fmla="*/ 192 w 216"/>
                <a:gd name="T3" fmla="*/ 21 h 503"/>
                <a:gd name="T4" fmla="*/ 192 w 216"/>
                <a:gd name="T5" fmla="*/ 21 h 503"/>
                <a:gd name="T6" fmla="*/ 125 w 216"/>
                <a:gd name="T7" fmla="*/ 7 h 503"/>
                <a:gd name="T8" fmla="*/ 108 w 216"/>
                <a:gd name="T9" fmla="*/ 0 h 503"/>
                <a:gd name="T10" fmla="*/ 108 w 216"/>
                <a:gd name="T11" fmla="*/ 0 h 503"/>
                <a:gd name="T12" fmla="*/ 107 w 216"/>
                <a:gd name="T13" fmla="*/ 0 h 503"/>
                <a:gd name="T14" fmla="*/ 90 w 216"/>
                <a:gd name="T15" fmla="*/ 7 h 503"/>
                <a:gd name="T16" fmla="*/ 23 w 216"/>
                <a:gd name="T17" fmla="*/ 21 h 503"/>
                <a:gd name="T18" fmla="*/ 23 w 216"/>
                <a:gd name="T19" fmla="*/ 21 h 503"/>
                <a:gd name="T20" fmla="*/ 23 w 216"/>
                <a:gd name="T21" fmla="*/ 21 h 503"/>
                <a:gd name="T22" fmla="*/ 2 w 216"/>
                <a:gd name="T23" fmla="*/ 19 h 503"/>
                <a:gd name="T24" fmla="*/ 0 w 216"/>
                <a:gd name="T25" fmla="*/ 18 h 503"/>
                <a:gd name="T26" fmla="*/ 0 w 216"/>
                <a:gd name="T27" fmla="*/ 33 h 503"/>
                <a:gd name="T28" fmla="*/ 0 w 216"/>
                <a:gd name="T29" fmla="*/ 108 h 503"/>
                <a:gd name="T30" fmla="*/ 0 w 216"/>
                <a:gd name="T31" fmla="*/ 453 h 503"/>
                <a:gd name="T32" fmla="*/ 49 w 216"/>
                <a:gd name="T33" fmla="*/ 503 h 503"/>
                <a:gd name="T34" fmla="*/ 98 w 216"/>
                <a:gd name="T35" fmla="*/ 453 h 503"/>
                <a:gd name="T36" fmla="*/ 98 w 216"/>
                <a:gd name="T37" fmla="*/ 139 h 503"/>
                <a:gd name="T38" fmla="*/ 117 w 216"/>
                <a:gd name="T39" fmla="*/ 139 h 503"/>
                <a:gd name="T40" fmla="*/ 117 w 216"/>
                <a:gd name="T41" fmla="*/ 453 h 503"/>
                <a:gd name="T42" fmla="*/ 166 w 216"/>
                <a:gd name="T43" fmla="*/ 503 h 503"/>
                <a:gd name="T44" fmla="*/ 216 w 216"/>
                <a:gd name="T45" fmla="*/ 453 h 503"/>
                <a:gd name="T46" fmla="*/ 216 w 216"/>
                <a:gd name="T47" fmla="*/ 108 h 503"/>
                <a:gd name="T48" fmla="*/ 216 w 216"/>
                <a:gd name="T49" fmla="*/ 33 h 503"/>
                <a:gd name="T50" fmla="*/ 216 w 216"/>
                <a:gd name="T51" fmla="*/ 18 h 503"/>
                <a:gd name="T52" fmla="*/ 214 w 216"/>
                <a:gd name="T53" fmla="*/ 19 h 503"/>
                <a:gd name="T54" fmla="*/ 192 w 216"/>
                <a:gd name="T55" fmla="*/ 21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6" h="503">
                  <a:moveTo>
                    <a:pt x="192" y="21"/>
                  </a:moveTo>
                  <a:cubicBezTo>
                    <a:pt x="192" y="21"/>
                    <a:pt x="192" y="21"/>
                    <a:pt x="192" y="21"/>
                  </a:cubicBezTo>
                  <a:cubicBezTo>
                    <a:pt x="192" y="21"/>
                    <a:pt x="192" y="21"/>
                    <a:pt x="192" y="21"/>
                  </a:cubicBezTo>
                  <a:cubicBezTo>
                    <a:pt x="172" y="21"/>
                    <a:pt x="151" y="16"/>
                    <a:pt x="125" y="7"/>
                  </a:cubicBezTo>
                  <a:cubicBezTo>
                    <a:pt x="120" y="5"/>
                    <a:pt x="114" y="2"/>
                    <a:pt x="108" y="0"/>
                  </a:cubicBezTo>
                  <a:cubicBezTo>
                    <a:pt x="108" y="0"/>
                    <a:pt x="108" y="0"/>
                    <a:pt x="108" y="0"/>
                  </a:cubicBezTo>
                  <a:cubicBezTo>
                    <a:pt x="107" y="0"/>
                    <a:pt x="107" y="0"/>
                    <a:pt x="107" y="0"/>
                  </a:cubicBezTo>
                  <a:cubicBezTo>
                    <a:pt x="101" y="2"/>
                    <a:pt x="96" y="5"/>
                    <a:pt x="90" y="7"/>
                  </a:cubicBezTo>
                  <a:cubicBezTo>
                    <a:pt x="65" y="16"/>
                    <a:pt x="43" y="21"/>
                    <a:pt x="23" y="21"/>
                  </a:cubicBezTo>
                  <a:cubicBezTo>
                    <a:pt x="23" y="21"/>
                    <a:pt x="23" y="21"/>
                    <a:pt x="23" y="21"/>
                  </a:cubicBezTo>
                  <a:cubicBezTo>
                    <a:pt x="23" y="21"/>
                    <a:pt x="23" y="21"/>
                    <a:pt x="23" y="21"/>
                  </a:cubicBezTo>
                  <a:cubicBezTo>
                    <a:pt x="16" y="21"/>
                    <a:pt x="9" y="20"/>
                    <a:pt x="2" y="19"/>
                  </a:cubicBezTo>
                  <a:cubicBezTo>
                    <a:pt x="1" y="18"/>
                    <a:pt x="0" y="18"/>
                    <a:pt x="0" y="18"/>
                  </a:cubicBezTo>
                  <a:cubicBezTo>
                    <a:pt x="0" y="33"/>
                    <a:pt x="0" y="33"/>
                    <a:pt x="0" y="33"/>
                  </a:cubicBezTo>
                  <a:cubicBezTo>
                    <a:pt x="0" y="108"/>
                    <a:pt x="0" y="108"/>
                    <a:pt x="0" y="108"/>
                  </a:cubicBezTo>
                  <a:cubicBezTo>
                    <a:pt x="0" y="453"/>
                    <a:pt x="0" y="453"/>
                    <a:pt x="0" y="453"/>
                  </a:cubicBezTo>
                  <a:cubicBezTo>
                    <a:pt x="0" y="481"/>
                    <a:pt x="22" y="503"/>
                    <a:pt x="49" y="503"/>
                  </a:cubicBezTo>
                  <a:cubicBezTo>
                    <a:pt x="76" y="503"/>
                    <a:pt x="98" y="481"/>
                    <a:pt x="98" y="453"/>
                  </a:cubicBezTo>
                  <a:cubicBezTo>
                    <a:pt x="98" y="139"/>
                    <a:pt x="98" y="139"/>
                    <a:pt x="98" y="139"/>
                  </a:cubicBezTo>
                  <a:cubicBezTo>
                    <a:pt x="117" y="139"/>
                    <a:pt x="117" y="139"/>
                    <a:pt x="117" y="139"/>
                  </a:cubicBezTo>
                  <a:cubicBezTo>
                    <a:pt x="117" y="453"/>
                    <a:pt x="117" y="453"/>
                    <a:pt x="117" y="453"/>
                  </a:cubicBezTo>
                  <a:cubicBezTo>
                    <a:pt x="117" y="481"/>
                    <a:pt x="139" y="503"/>
                    <a:pt x="166" y="503"/>
                  </a:cubicBezTo>
                  <a:cubicBezTo>
                    <a:pt x="194" y="503"/>
                    <a:pt x="216" y="481"/>
                    <a:pt x="216" y="453"/>
                  </a:cubicBezTo>
                  <a:cubicBezTo>
                    <a:pt x="216" y="108"/>
                    <a:pt x="216" y="108"/>
                    <a:pt x="216" y="108"/>
                  </a:cubicBezTo>
                  <a:cubicBezTo>
                    <a:pt x="216" y="33"/>
                    <a:pt x="216" y="33"/>
                    <a:pt x="216" y="33"/>
                  </a:cubicBezTo>
                  <a:cubicBezTo>
                    <a:pt x="216" y="18"/>
                    <a:pt x="216" y="18"/>
                    <a:pt x="216" y="18"/>
                  </a:cubicBezTo>
                  <a:cubicBezTo>
                    <a:pt x="215" y="18"/>
                    <a:pt x="214" y="18"/>
                    <a:pt x="214" y="19"/>
                  </a:cubicBezTo>
                  <a:cubicBezTo>
                    <a:pt x="207" y="20"/>
                    <a:pt x="200" y="21"/>
                    <a:pt x="192"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36"/>
            <p:cNvSpPr>
              <a:spLocks/>
            </p:cNvSpPr>
            <p:nvPr/>
          </p:nvSpPr>
          <p:spPr bwMode="auto">
            <a:xfrm>
              <a:off x="4964113" y="1971675"/>
              <a:ext cx="373063" cy="373063"/>
            </a:xfrm>
            <a:custGeom>
              <a:avLst/>
              <a:gdLst>
                <a:gd name="T0" fmla="*/ 119 w 198"/>
                <a:gd name="T1" fmla="*/ 11 h 198"/>
                <a:gd name="T2" fmla="*/ 11 w 198"/>
                <a:gd name="T3" fmla="*/ 79 h 198"/>
                <a:gd name="T4" fmla="*/ 78 w 198"/>
                <a:gd name="T5" fmla="*/ 187 h 198"/>
                <a:gd name="T6" fmla="*/ 186 w 198"/>
                <a:gd name="T7" fmla="*/ 119 h 198"/>
                <a:gd name="T8" fmla="*/ 119 w 198"/>
                <a:gd name="T9" fmla="*/ 11 h 198"/>
              </a:gdLst>
              <a:ahLst/>
              <a:cxnLst>
                <a:cxn ang="0">
                  <a:pos x="T0" y="T1"/>
                </a:cxn>
                <a:cxn ang="0">
                  <a:pos x="T2" y="T3"/>
                </a:cxn>
                <a:cxn ang="0">
                  <a:pos x="T4" y="T5"/>
                </a:cxn>
                <a:cxn ang="0">
                  <a:pos x="T6" y="T7"/>
                </a:cxn>
                <a:cxn ang="0">
                  <a:pos x="T8" y="T9"/>
                </a:cxn>
              </a:cxnLst>
              <a:rect l="0" t="0" r="r" b="b"/>
              <a:pathLst>
                <a:path w="198" h="198">
                  <a:moveTo>
                    <a:pt x="119" y="11"/>
                  </a:moveTo>
                  <a:cubicBezTo>
                    <a:pt x="71" y="0"/>
                    <a:pt x="22" y="30"/>
                    <a:pt x="11" y="79"/>
                  </a:cubicBezTo>
                  <a:cubicBezTo>
                    <a:pt x="0" y="127"/>
                    <a:pt x="30" y="175"/>
                    <a:pt x="78" y="187"/>
                  </a:cubicBezTo>
                  <a:cubicBezTo>
                    <a:pt x="127" y="198"/>
                    <a:pt x="175" y="168"/>
                    <a:pt x="186" y="119"/>
                  </a:cubicBezTo>
                  <a:cubicBezTo>
                    <a:pt x="198" y="71"/>
                    <a:pt x="168" y="23"/>
                    <a:pt x="119"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37"/>
            <p:cNvSpPr>
              <a:spLocks/>
            </p:cNvSpPr>
            <p:nvPr/>
          </p:nvSpPr>
          <p:spPr bwMode="auto">
            <a:xfrm>
              <a:off x="4910138" y="2498725"/>
              <a:ext cx="223838" cy="141288"/>
            </a:xfrm>
            <a:custGeom>
              <a:avLst/>
              <a:gdLst>
                <a:gd name="T0" fmla="*/ 51 w 119"/>
                <a:gd name="T1" fmla="*/ 5 h 75"/>
                <a:gd name="T2" fmla="*/ 20 w 119"/>
                <a:gd name="T3" fmla="*/ 6 h 75"/>
                <a:gd name="T4" fmla="*/ 10 w 119"/>
                <a:gd name="T5" fmla="*/ 16 h 75"/>
                <a:gd name="T6" fmla="*/ 19 w 119"/>
                <a:gd name="T7" fmla="*/ 60 h 75"/>
                <a:gd name="T8" fmla="*/ 20 w 119"/>
                <a:gd name="T9" fmla="*/ 60 h 75"/>
                <a:gd name="T10" fmla="*/ 27 w 119"/>
                <a:gd name="T11" fmla="*/ 65 h 75"/>
                <a:gd name="T12" fmla="*/ 29 w 119"/>
                <a:gd name="T13" fmla="*/ 67 h 75"/>
                <a:gd name="T14" fmla="*/ 43 w 119"/>
                <a:gd name="T15" fmla="*/ 75 h 75"/>
                <a:gd name="T16" fmla="*/ 43 w 119"/>
                <a:gd name="T17" fmla="*/ 75 h 75"/>
                <a:gd name="T18" fmla="*/ 48 w 119"/>
                <a:gd name="T19" fmla="*/ 74 h 75"/>
                <a:gd name="T20" fmla="*/ 50 w 119"/>
                <a:gd name="T21" fmla="*/ 73 h 75"/>
                <a:gd name="T22" fmla="*/ 54 w 119"/>
                <a:gd name="T23" fmla="*/ 72 h 75"/>
                <a:gd name="T24" fmla="*/ 56 w 119"/>
                <a:gd name="T25" fmla="*/ 72 h 75"/>
                <a:gd name="T26" fmla="*/ 62 w 119"/>
                <a:gd name="T27" fmla="*/ 70 h 75"/>
                <a:gd name="T28" fmla="*/ 63 w 119"/>
                <a:gd name="T29" fmla="*/ 69 h 75"/>
                <a:gd name="T30" fmla="*/ 68 w 119"/>
                <a:gd name="T31" fmla="*/ 68 h 75"/>
                <a:gd name="T32" fmla="*/ 70 w 119"/>
                <a:gd name="T33" fmla="*/ 67 h 75"/>
                <a:gd name="T34" fmla="*/ 75 w 119"/>
                <a:gd name="T35" fmla="*/ 65 h 75"/>
                <a:gd name="T36" fmla="*/ 76 w 119"/>
                <a:gd name="T37" fmla="*/ 65 h 75"/>
                <a:gd name="T38" fmla="*/ 83 w 119"/>
                <a:gd name="T39" fmla="*/ 63 h 75"/>
                <a:gd name="T40" fmla="*/ 84 w 119"/>
                <a:gd name="T41" fmla="*/ 62 h 75"/>
                <a:gd name="T42" fmla="*/ 88 w 119"/>
                <a:gd name="T43" fmla="*/ 60 h 75"/>
                <a:gd name="T44" fmla="*/ 90 w 119"/>
                <a:gd name="T45" fmla="*/ 60 h 75"/>
                <a:gd name="T46" fmla="*/ 95 w 119"/>
                <a:gd name="T47" fmla="*/ 57 h 75"/>
                <a:gd name="T48" fmla="*/ 107 w 119"/>
                <a:gd name="T49" fmla="*/ 52 h 75"/>
                <a:gd name="T50" fmla="*/ 107 w 119"/>
                <a:gd name="T51" fmla="*/ 52 h 75"/>
                <a:gd name="T52" fmla="*/ 119 w 119"/>
                <a:gd name="T53" fmla="*/ 46 h 75"/>
                <a:gd name="T54" fmla="*/ 54 w 119"/>
                <a:gd name="T55" fmla="*/ 7 h 75"/>
                <a:gd name="T56" fmla="*/ 51 w 119"/>
                <a:gd name="T57" fmla="*/ 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9" h="75">
                  <a:moveTo>
                    <a:pt x="51" y="5"/>
                  </a:moveTo>
                  <a:cubicBezTo>
                    <a:pt x="41" y="0"/>
                    <a:pt x="29" y="0"/>
                    <a:pt x="20" y="6"/>
                  </a:cubicBezTo>
                  <a:cubicBezTo>
                    <a:pt x="16" y="8"/>
                    <a:pt x="12" y="12"/>
                    <a:pt x="10" y="16"/>
                  </a:cubicBezTo>
                  <a:cubicBezTo>
                    <a:pt x="0" y="30"/>
                    <a:pt x="4" y="50"/>
                    <a:pt x="19" y="60"/>
                  </a:cubicBezTo>
                  <a:cubicBezTo>
                    <a:pt x="19" y="60"/>
                    <a:pt x="19" y="60"/>
                    <a:pt x="20" y="60"/>
                  </a:cubicBezTo>
                  <a:cubicBezTo>
                    <a:pt x="22" y="62"/>
                    <a:pt x="24" y="64"/>
                    <a:pt x="27" y="65"/>
                  </a:cubicBezTo>
                  <a:cubicBezTo>
                    <a:pt x="28" y="66"/>
                    <a:pt x="29" y="66"/>
                    <a:pt x="29" y="67"/>
                  </a:cubicBezTo>
                  <a:cubicBezTo>
                    <a:pt x="34" y="70"/>
                    <a:pt x="38" y="73"/>
                    <a:pt x="43" y="75"/>
                  </a:cubicBezTo>
                  <a:cubicBezTo>
                    <a:pt x="43" y="75"/>
                    <a:pt x="43" y="75"/>
                    <a:pt x="43" y="75"/>
                  </a:cubicBezTo>
                  <a:cubicBezTo>
                    <a:pt x="44" y="75"/>
                    <a:pt x="46" y="74"/>
                    <a:pt x="48" y="74"/>
                  </a:cubicBezTo>
                  <a:cubicBezTo>
                    <a:pt x="48" y="74"/>
                    <a:pt x="49" y="73"/>
                    <a:pt x="50" y="73"/>
                  </a:cubicBezTo>
                  <a:cubicBezTo>
                    <a:pt x="51" y="73"/>
                    <a:pt x="53" y="72"/>
                    <a:pt x="54" y="72"/>
                  </a:cubicBezTo>
                  <a:cubicBezTo>
                    <a:pt x="55" y="72"/>
                    <a:pt x="55" y="72"/>
                    <a:pt x="56" y="72"/>
                  </a:cubicBezTo>
                  <a:cubicBezTo>
                    <a:pt x="58" y="71"/>
                    <a:pt x="60" y="70"/>
                    <a:pt x="62" y="70"/>
                  </a:cubicBezTo>
                  <a:cubicBezTo>
                    <a:pt x="62" y="69"/>
                    <a:pt x="63" y="69"/>
                    <a:pt x="63" y="69"/>
                  </a:cubicBezTo>
                  <a:cubicBezTo>
                    <a:pt x="65" y="69"/>
                    <a:pt x="66" y="68"/>
                    <a:pt x="68" y="68"/>
                  </a:cubicBezTo>
                  <a:cubicBezTo>
                    <a:pt x="69" y="67"/>
                    <a:pt x="69" y="67"/>
                    <a:pt x="70" y="67"/>
                  </a:cubicBezTo>
                  <a:cubicBezTo>
                    <a:pt x="72" y="66"/>
                    <a:pt x="74" y="66"/>
                    <a:pt x="75" y="65"/>
                  </a:cubicBezTo>
                  <a:cubicBezTo>
                    <a:pt x="76" y="65"/>
                    <a:pt x="76" y="65"/>
                    <a:pt x="76" y="65"/>
                  </a:cubicBezTo>
                  <a:cubicBezTo>
                    <a:pt x="79" y="64"/>
                    <a:pt x="81" y="63"/>
                    <a:pt x="83" y="63"/>
                  </a:cubicBezTo>
                  <a:cubicBezTo>
                    <a:pt x="83" y="62"/>
                    <a:pt x="84" y="62"/>
                    <a:pt x="84" y="62"/>
                  </a:cubicBezTo>
                  <a:cubicBezTo>
                    <a:pt x="86" y="61"/>
                    <a:pt x="87" y="61"/>
                    <a:pt x="88" y="60"/>
                  </a:cubicBezTo>
                  <a:cubicBezTo>
                    <a:pt x="89" y="60"/>
                    <a:pt x="90" y="60"/>
                    <a:pt x="90" y="60"/>
                  </a:cubicBezTo>
                  <a:cubicBezTo>
                    <a:pt x="92" y="59"/>
                    <a:pt x="94" y="58"/>
                    <a:pt x="95" y="57"/>
                  </a:cubicBezTo>
                  <a:cubicBezTo>
                    <a:pt x="99" y="56"/>
                    <a:pt x="103" y="54"/>
                    <a:pt x="107" y="52"/>
                  </a:cubicBezTo>
                  <a:cubicBezTo>
                    <a:pt x="107" y="52"/>
                    <a:pt x="107" y="52"/>
                    <a:pt x="107" y="52"/>
                  </a:cubicBezTo>
                  <a:cubicBezTo>
                    <a:pt x="111" y="50"/>
                    <a:pt x="115" y="48"/>
                    <a:pt x="119" y="46"/>
                  </a:cubicBezTo>
                  <a:cubicBezTo>
                    <a:pt x="100" y="36"/>
                    <a:pt x="78" y="22"/>
                    <a:pt x="54" y="7"/>
                  </a:cubicBezTo>
                  <a:cubicBezTo>
                    <a:pt x="53" y="6"/>
                    <a:pt x="52" y="5"/>
                    <a:pt x="5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38"/>
            <p:cNvSpPr>
              <a:spLocks/>
            </p:cNvSpPr>
            <p:nvPr/>
          </p:nvSpPr>
          <p:spPr bwMode="auto">
            <a:xfrm>
              <a:off x="4843463" y="2374900"/>
              <a:ext cx="612775" cy="395288"/>
            </a:xfrm>
            <a:custGeom>
              <a:avLst/>
              <a:gdLst>
                <a:gd name="T0" fmla="*/ 35 w 325"/>
                <a:gd name="T1" fmla="*/ 199 h 210"/>
                <a:gd name="T2" fmla="*/ 45 w 325"/>
                <a:gd name="T3" fmla="*/ 204 h 210"/>
                <a:gd name="T4" fmla="*/ 55 w 325"/>
                <a:gd name="T5" fmla="*/ 207 h 210"/>
                <a:gd name="T6" fmla="*/ 60 w 325"/>
                <a:gd name="T7" fmla="*/ 208 h 210"/>
                <a:gd name="T8" fmla="*/ 78 w 325"/>
                <a:gd name="T9" fmla="*/ 210 h 210"/>
                <a:gd name="T10" fmla="*/ 140 w 325"/>
                <a:gd name="T11" fmla="*/ 197 h 210"/>
                <a:gd name="T12" fmla="*/ 153 w 325"/>
                <a:gd name="T13" fmla="*/ 192 h 210"/>
                <a:gd name="T14" fmla="*/ 159 w 325"/>
                <a:gd name="T15" fmla="*/ 190 h 210"/>
                <a:gd name="T16" fmla="*/ 163 w 325"/>
                <a:gd name="T17" fmla="*/ 188 h 210"/>
                <a:gd name="T18" fmla="*/ 241 w 325"/>
                <a:gd name="T19" fmla="*/ 145 h 210"/>
                <a:gd name="T20" fmla="*/ 261 w 325"/>
                <a:gd name="T21" fmla="*/ 133 h 210"/>
                <a:gd name="T22" fmla="*/ 271 w 325"/>
                <a:gd name="T23" fmla="*/ 126 h 210"/>
                <a:gd name="T24" fmla="*/ 272 w 325"/>
                <a:gd name="T25" fmla="*/ 126 h 210"/>
                <a:gd name="T26" fmla="*/ 284 w 325"/>
                <a:gd name="T27" fmla="*/ 111 h 210"/>
                <a:gd name="T28" fmla="*/ 281 w 325"/>
                <a:gd name="T29" fmla="*/ 82 h 210"/>
                <a:gd name="T30" fmla="*/ 271 w 325"/>
                <a:gd name="T31" fmla="*/ 72 h 210"/>
                <a:gd name="T32" fmla="*/ 240 w 325"/>
                <a:gd name="T33" fmla="*/ 71 h 210"/>
                <a:gd name="T34" fmla="*/ 236 w 325"/>
                <a:gd name="T35" fmla="*/ 73 h 210"/>
                <a:gd name="T36" fmla="*/ 134 w 325"/>
                <a:gd name="T37" fmla="*/ 131 h 210"/>
                <a:gd name="T38" fmla="*/ 78 w 325"/>
                <a:gd name="T39" fmla="*/ 146 h 210"/>
                <a:gd name="T40" fmla="*/ 69 w 325"/>
                <a:gd name="T41" fmla="*/ 144 h 210"/>
                <a:gd name="T42" fmla="*/ 68 w 325"/>
                <a:gd name="T43" fmla="*/ 144 h 210"/>
                <a:gd name="T44" fmla="*/ 68 w 325"/>
                <a:gd name="T45" fmla="*/ 144 h 210"/>
                <a:gd name="T46" fmla="*/ 67 w 325"/>
                <a:gd name="T47" fmla="*/ 144 h 210"/>
                <a:gd name="T48" fmla="*/ 55 w 325"/>
                <a:gd name="T49" fmla="*/ 136 h 210"/>
                <a:gd name="T50" fmla="*/ 49 w 325"/>
                <a:gd name="T51" fmla="*/ 133 h 210"/>
                <a:gd name="T52" fmla="*/ 38 w 325"/>
                <a:gd name="T53" fmla="*/ 77 h 210"/>
                <a:gd name="T54" fmla="*/ 55 w 325"/>
                <a:gd name="T55" fmla="*/ 63 h 210"/>
                <a:gd name="T56" fmla="*/ 71 w 325"/>
                <a:gd name="T57" fmla="*/ 59 h 210"/>
                <a:gd name="T58" fmla="*/ 91 w 325"/>
                <a:gd name="T59" fmla="*/ 65 h 210"/>
                <a:gd name="T60" fmla="*/ 94 w 325"/>
                <a:gd name="T61" fmla="*/ 66 h 210"/>
                <a:gd name="T62" fmla="*/ 163 w 325"/>
                <a:gd name="T63" fmla="*/ 108 h 210"/>
                <a:gd name="T64" fmla="*/ 232 w 325"/>
                <a:gd name="T65" fmla="*/ 66 h 210"/>
                <a:gd name="T66" fmla="*/ 234 w 325"/>
                <a:gd name="T67" fmla="*/ 65 h 210"/>
                <a:gd name="T68" fmla="*/ 254 w 325"/>
                <a:gd name="T69" fmla="*/ 59 h 210"/>
                <a:gd name="T70" fmla="*/ 271 w 325"/>
                <a:gd name="T71" fmla="*/ 63 h 210"/>
                <a:gd name="T72" fmla="*/ 287 w 325"/>
                <a:gd name="T73" fmla="*/ 77 h 210"/>
                <a:gd name="T74" fmla="*/ 294 w 325"/>
                <a:gd name="T75" fmla="*/ 101 h 210"/>
                <a:gd name="T76" fmla="*/ 276 w 325"/>
                <a:gd name="T77" fmla="*/ 133 h 210"/>
                <a:gd name="T78" fmla="*/ 271 w 325"/>
                <a:gd name="T79" fmla="*/ 136 h 210"/>
                <a:gd name="T80" fmla="*/ 173 w 325"/>
                <a:gd name="T81" fmla="*/ 192 h 210"/>
                <a:gd name="T82" fmla="*/ 185 w 325"/>
                <a:gd name="T83" fmla="*/ 197 h 210"/>
                <a:gd name="T84" fmla="*/ 247 w 325"/>
                <a:gd name="T85" fmla="*/ 210 h 210"/>
                <a:gd name="T86" fmla="*/ 266 w 325"/>
                <a:gd name="T87" fmla="*/ 208 h 210"/>
                <a:gd name="T88" fmla="*/ 271 w 325"/>
                <a:gd name="T89" fmla="*/ 207 h 210"/>
                <a:gd name="T90" fmla="*/ 281 w 325"/>
                <a:gd name="T91" fmla="*/ 204 h 210"/>
                <a:gd name="T92" fmla="*/ 316 w 325"/>
                <a:gd name="T93" fmla="*/ 172 h 210"/>
                <a:gd name="T94" fmla="*/ 325 w 325"/>
                <a:gd name="T95" fmla="*/ 131 h 210"/>
                <a:gd name="T96" fmla="*/ 316 w 325"/>
                <a:gd name="T97" fmla="*/ 80 h 210"/>
                <a:gd name="T98" fmla="*/ 302 w 325"/>
                <a:gd name="T99" fmla="*/ 50 h 210"/>
                <a:gd name="T100" fmla="*/ 280 w 325"/>
                <a:gd name="T101" fmla="*/ 19 h 210"/>
                <a:gd name="T102" fmla="*/ 264 w 325"/>
                <a:gd name="T103" fmla="*/ 7 h 210"/>
                <a:gd name="T104" fmla="*/ 252 w 325"/>
                <a:gd name="T105" fmla="*/ 3 h 210"/>
                <a:gd name="T106" fmla="*/ 240 w 325"/>
                <a:gd name="T107" fmla="*/ 0 h 210"/>
                <a:gd name="T108" fmla="*/ 85 w 325"/>
                <a:gd name="T109" fmla="*/ 0 h 210"/>
                <a:gd name="T110" fmla="*/ 74 w 325"/>
                <a:gd name="T111" fmla="*/ 3 h 210"/>
                <a:gd name="T112" fmla="*/ 62 w 325"/>
                <a:gd name="T113" fmla="*/ 7 h 210"/>
                <a:gd name="T114" fmla="*/ 36 w 325"/>
                <a:gd name="T115" fmla="*/ 30 h 210"/>
                <a:gd name="T116" fmla="*/ 11 w 325"/>
                <a:gd name="T117" fmla="*/ 76 h 210"/>
                <a:gd name="T118" fmla="*/ 0 w 325"/>
                <a:gd name="T119" fmla="*/ 131 h 210"/>
                <a:gd name="T120" fmla="*/ 18 w 325"/>
                <a:gd name="T121" fmla="*/ 185 h 210"/>
                <a:gd name="T122" fmla="*/ 35 w 325"/>
                <a:gd name="T123" fmla="*/ 199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5" h="210">
                  <a:moveTo>
                    <a:pt x="35" y="199"/>
                  </a:moveTo>
                  <a:cubicBezTo>
                    <a:pt x="38" y="201"/>
                    <a:pt x="41" y="202"/>
                    <a:pt x="45" y="204"/>
                  </a:cubicBezTo>
                  <a:cubicBezTo>
                    <a:pt x="48" y="205"/>
                    <a:pt x="51" y="206"/>
                    <a:pt x="55" y="207"/>
                  </a:cubicBezTo>
                  <a:cubicBezTo>
                    <a:pt x="56" y="207"/>
                    <a:pt x="58" y="208"/>
                    <a:pt x="60" y="208"/>
                  </a:cubicBezTo>
                  <a:cubicBezTo>
                    <a:pt x="66" y="209"/>
                    <a:pt x="72" y="210"/>
                    <a:pt x="78" y="210"/>
                  </a:cubicBezTo>
                  <a:cubicBezTo>
                    <a:pt x="97" y="210"/>
                    <a:pt x="117" y="205"/>
                    <a:pt x="140" y="197"/>
                  </a:cubicBezTo>
                  <a:cubicBezTo>
                    <a:pt x="144" y="195"/>
                    <a:pt x="148" y="194"/>
                    <a:pt x="153" y="192"/>
                  </a:cubicBezTo>
                  <a:cubicBezTo>
                    <a:pt x="155" y="191"/>
                    <a:pt x="157" y="190"/>
                    <a:pt x="159" y="190"/>
                  </a:cubicBezTo>
                  <a:cubicBezTo>
                    <a:pt x="160" y="189"/>
                    <a:pt x="161" y="188"/>
                    <a:pt x="163" y="188"/>
                  </a:cubicBezTo>
                  <a:cubicBezTo>
                    <a:pt x="186" y="178"/>
                    <a:pt x="212" y="164"/>
                    <a:pt x="241" y="145"/>
                  </a:cubicBezTo>
                  <a:cubicBezTo>
                    <a:pt x="248" y="142"/>
                    <a:pt x="254" y="137"/>
                    <a:pt x="261" y="133"/>
                  </a:cubicBezTo>
                  <a:cubicBezTo>
                    <a:pt x="264" y="131"/>
                    <a:pt x="268" y="129"/>
                    <a:pt x="271" y="126"/>
                  </a:cubicBezTo>
                  <a:cubicBezTo>
                    <a:pt x="271" y="126"/>
                    <a:pt x="271" y="126"/>
                    <a:pt x="272" y="126"/>
                  </a:cubicBezTo>
                  <a:cubicBezTo>
                    <a:pt x="277" y="122"/>
                    <a:pt x="282" y="117"/>
                    <a:pt x="284" y="111"/>
                  </a:cubicBezTo>
                  <a:cubicBezTo>
                    <a:pt x="287" y="101"/>
                    <a:pt x="287" y="91"/>
                    <a:pt x="281" y="82"/>
                  </a:cubicBezTo>
                  <a:cubicBezTo>
                    <a:pt x="278" y="78"/>
                    <a:pt x="275" y="74"/>
                    <a:pt x="271" y="72"/>
                  </a:cubicBezTo>
                  <a:cubicBezTo>
                    <a:pt x="262" y="66"/>
                    <a:pt x="250" y="66"/>
                    <a:pt x="240" y="71"/>
                  </a:cubicBezTo>
                  <a:cubicBezTo>
                    <a:pt x="238" y="71"/>
                    <a:pt x="237" y="72"/>
                    <a:pt x="236" y="73"/>
                  </a:cubicBezTo>
                  <a:cubicBezTo>
                    <a:pt x="194" y="101"/>
                    <a:pt x="160" y="119"/>
                    <a:pt x="134" y="131"/>
                  </a:cubicBezTo>
                  <a:cubicBezTo>
                    <a:pt x="107" y="142"/>
                    <a:pt x="88" y="146"/>
                    <a:pt x="78" y="146"/>
                  </a:cubicBezTo>
                  <a:cubicBezTo>
                    <a:pt x="73" y="146"/>
                    <a:pt x="70" y="145"/>
                    <a:pt x="69" y="144"/>
                  </a:cubicBezTo>
                  <a:cubicBezTo>
                    <a:pt x="68" y="144"/>
                    <a:pt x="68" y="144"/>
                    <a:pt x="68" y="144"/>
                  </a:cubicBezTo>
                  <a:cubicBezTo>
                    <a:pt x="68" y="144"/>
                    <a:pt x="68" y="144"/>
                    <a:pt x="68" y="144"/>
                  </a:cubicBezTo>
                  <a:cubicBezTo>
                    <a:pt x="68" y="144"/>
                    <a:pt x="67" y="144"/>
                    <a:pt x="67" y="144"/>
                  </a:cubicBezTo>
                  <a:cubicBezTo>
                    <a:pt x="63" y="141"/>
                    <a:pt x="59" y="139"/>
                    <a:pt x="55" y="136"/>
                  </a:cubicBezTo>
                  <a:cubicBezTo>
                    <a:pt x="53" y="135"/>
                    <a:pt x="51" y="134"/>
                    <a:pt x="49" y="133"/>
                  </a:cubicBezTo>
                  <a:cubicBezTo>
                    <a:pt x="31" y="120"/>
                    <a:pt x="26" y="95"/>
                    <a:pt x="38" y="77"/>
                  </a:cubicBezTo>
                  <a:cubicBezTo>
                    <a:pt x="42" y="71"/>
                    <a:pt x="48" y="66"/>
                    <a:pt x="55" y="63"/>
                  </a:cubicBezTo>
                  <a:cubicBezTo>
                    <a:pt x="60" y="61"/>
                    <a:pt x="65" y="59"/>
                    <a:pt x="71" y="59"/>
                  </a:cubicBezTo>
                  <a:cubicBezTo>
                    <a:pt x="78" y="59"/>
                    <a:pt x="85" y="61"/>
                    <a:pt x="91" y="65"/>
                  </a:cubicBezTo>
                  <a:cubicBezTo>
                    <a:pt x="92" y="65"/>
                    <a:pt x="93" y="65"/>
                    <a:pt x="94" y="66"/>
                  </a:cubicBezTo>
                  <a:cubicBezTo>
                    <a:pt x="118" y="82"/>
                    <a:pt x="142" y="97"/>
                    <a:pt x="163" y="108"/>
                  </a:cubicBezTo>
                  <a:cubicBezTo>
                    <a:pt x="184" y="97"/>
                    <a:pt x="207" y="83"/>
                    <a:pt x="232" y="66"/>
                  </a:cubicBezTo>
                  <a:cubicBezTo>
                    <a:pt x="233" y="65"/>
                    <a:pt x="233" y="65"/>
                    <a:pt x="234" y="65"/>
                  </a:cubicBezTo>
                  <a:cubicBezTo>
                    <a:pt x="240" y="61"/>
                    <a:pt x="247" y="59"/>
                    <a:pt x="254" y="59"/>
                  </a:cubicBezTo>
                  <a:cubicBezTo>
                    <a:pt x="260" y="59"/>
                    <a:pt x="266" y="61"/>
                    <a:pt x="271" y="63"/>
                  </a:cubicBezTo>
                  <a:cubicBezTo>
                    <a:pt x="277" y="66"/>
                    <a:pt x="283" y="71"/>
                    <a:pt x="287" y="77"/>
                  </a:cubicBezTo>
                  <a:cubicBezTo>
                    <a:pt x="292" y="85"/>
                    <a:pt x="294" y="93"/>
                    <a:pt x="294" y="101"/>
                  </a:cubicBezTo>
                  <a:cubicBezTo>
                    <a:pt x="293" y="113"/>
                    <a:pt x="287" y="125"/>
                    <a:pt x="276" y="133"/>
                  </a:cubicBezTo>
                  <a:cubicBezTo>
                    <a:pt x="274" y="134"/>
                    <a:pt x="273" y="135"/>
                    <a:pt x="271" y="136"/>
                  </a:cubicBezTo>
                  <a:cubicBezTo>
                    <a:pt x="234" y="160"/>
                    <a:pt x="202" y="179"/>
                    <a:pt x="173" y="192"/>
                  </a:cubicBezTo>
                  <a:cubicBezTo>
                    <a:pt x="177" y="194"/>
                    <a:pt x="181" y="195"/>
                    <a:pt x="185" y="197"/>
                  </a:cubicBezTo>
                  <a:cubicBezTo>
                    <a:pt x="208" y="205"/>
                    <a:pt x="229" y="210"/>
                    <a:pt x="247" y="210"/>
                  </a:cubicBezTo>
                  <a:cubicBezTo>
                    <a:pt x="253" y="210"/>
                    <a:pt x="260" y="209"/>
                    <a:pt x="266" y="208"/>
                  </a:cubicBezTo>
                  <a:cubicBezTo>
                    <a:pt x="267" y="208"/>
                    <a:pt x="269" y="207"/>
                    <a:pt x="271" y="207"/>
                  </a:cubicBezTo>
                  <a:cubicBezTo>
                    <a:pt x="274" y="206"/>
                    <a:pt x="277" y="205"/>
                    <a:pt x="281" y="204"/>
                  </a:cubicBezTo>
                  <a:cubicBezTo>
                    <a:pt x="296" y="198"/>
                    <a:pt x="309" y="185"/>
                    <a:pt x="316" y="172"/>
                  </a:cubicBezTo>
                  <a:cubicBezTo>
                    <a:pt x="323" y="158"/>
                    <a:pt x="325" y="144"/>
                    <a:pt x="325" y="131"/>
                  </a:cubicBezTo>
                  <a:cubicBezTo>
                    <a:pt x="325" y="113"/>
                    <a:pt x="321" y="96"/>
                    <a:pt x="316" y="80"/>
                  </a:cubicBezTo>
                  <a:cubicBezTo>
                    <a:pt x="312" y="70"/>
                    <a:pt x="307" y="60"/>
                    <a:pt x="302" y="50"/>
                  </a:cubicBezTo>
                  <a:cubicBezTo>
                    <a:pt x="296" y="39"/>
                    <a:pt x="289" y="28"/>
                    <a:pt x="280" y="19"/>
                  </a:cubicBezTo>
                  <a:cubicBezTo>
                    <a:pt x="275" y="15"/>
                    <a:pt x="270" y="11"/>
                    <a:pt x="264" y="7"/>
                  </a:cubicBezTo>
                  <a:cubicBezTo>
                    <a:pt x="260" y="6"/>
                    <a:pt x="256" y="4"/>
                    <a:pt x="252" y="3"/>
                  </a:cubicBezTo>
                  <a:cubicBezTo>
                    <a:pt x="248" y="1"/>
                    <a:pt x="244" y="0"/>
                    <a:pt x="240" y="0"/>
                  </a:cubicBezTo>
                  <a:cubicBezTo>
                    <a:pt x="85" y="0"/>
                    <a:pt x="85" y="0"/>
                    <a:pt x="85" y="0"/>
                  </a:cubicBezTo>
                  <a:cubicBezTo>
                    <a:pt x="81" y="0"/>
                    <a:pt x="77" y="1"/>
                    <a:pt x="74" y="3"/>
                  </a:cubicBezTo>
                  <a:cubicBezTo>
                    <a:pt x="69" y="4"/>
                    <a:pt x="65" y="6"/>
                    <a:pt x="62" y="7"/>
                  </a:cubicBezTo>
                  <a:cubicBezTo>
                    <a:pt x="51" y="13"/>
                    <a:pt x="43" y="21"/>
                    <a:pt x="36" y="30"/>
                  </a:cubicBezTo>
                  <a:cubicBezTo>
                    <a:pt x="26" y="43"/>
                    <a:pt x="18" y="59"/>
                    <a:pt x="11" y="76"/>
                  </a:cubicBezTo>
                  <a:cubicBezTo>
                    <a:pt x="5" y="93"/>
                    <a:pt x="0" y="112"/>
                    <a:pt x="0" y="131"/>
                  </a:cubicBezTo>
                  <a:cubicBezTo>
                    <a:pt x="0" y="148"/>
                    <a:pt x="4" y="168"/>
                    <a:pt x="18" y="185"/>
                  </a:cubicBezTo>
                  <a:cubicBezTo>
                    <a:pt x="23" y="190"/>
                    <a:pt x="29" y="195"/>
                    <a:pt x="35"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9" name="组合 48"/>
          <p:cNvGrpSpPr/>
          <p:nvPr/>
        </p:nvGrpSpPr>
        <p:grpSpPr>
          <a:xfrm>
            <a:off x="308742" y="3877480"/>
            <a:ext cx="938296" cy="910740"/>
            <a:chOff x="134938" y="3937000"/>
            <a:chExt cx="1081088" cy="1049338"/>
          </a:xfrm>
          <a:solidFill>
            <a:schemeClr val="tx1">
              <a:lumMod val="65000"/>
              <a:lumOff val="35000"/>
            </a:schemeClr>
          </a:solidFill>
        </p:grpSpPr>
        <p:sp>
          <p:nvSpPr>
            <p:cNvPr id="50" name="Freeform 39"/>
            <p:cNvSpPr>
              <a:spLocks/>
            </p:cNvSpPr>
            <p:nvPr/>
          </p:nvSpPr>
          <p:spPr bwMode="auto">
            <a:xfrm>
              <a:off x="327025" y="3937000"/>
              <a:ext cx="373063" cy="373063"/>
            </a:xfrm>
            <a:custGeom>
              <a:avLst/>
              <a:gdLst>
                <a:gd name="T0" fmla="*/ 120 w 198"/>
                <a:gd name="T1" fmla="*/ 11 h 198"/>
                <a:gd name="T2" fmla="*/ 12 w 198"/>
                <a:gd name="T3" fmla="*/ 79 h 198"/>
                <a:gd name="T4" fmla="*/ 79 w 198"/>
                <a:gd name="T5" fmla="*/ 187 h 198"/>
                <a:gd name="T6" fmla="*/ 187 w 198"/>
                <a:gd name="T7" fmla="*/ 119 h 198"/>
                <a:gd name="T8" fmla="*/ 120 w 198"/>
                <a:gd name="T9" fmla="*/ 11 h 198"/>
              </a:gdLst>
              <a:ahLst/>
              <a:cxnLst>
                <a:cxn ang="0">
                  <a:pos x="T0" y="T1"/>
                </a:cxn>
                <a:cxn ang="0">
                  <a:pos x="T2" y="T3"/>
                </a:cxn>
                <a:cxn ang="0">
                  <a:pos x="T4" y="T5"/>
                </a:cxn>
                <a:cxn ang="0">
                  <a:pos x="T6" y="T7"/>
                </a:cxn>
                <a:cxn ang="0">
                  <a:pos x="T8" y="T9"/>
                </a:cxn>
              </a:cxnLst>
              <a:rect l="0" t="0" r="r" b="b"/>
              <a:pathLst>
                <a:path w="198" h="198">
                  <a:moveTo>
                    <a:pt x="120" y="11"/>
                  </a:moveTo>
                  <a:cubicBezTo>
                    <a:pt x="71" y="0"/>
                    <a:pt x="23" y="30"/>
                    <a:pt x="12" y="79"/>
                  </a:cubicBezTo>
                  <a:cubicBezTo>
                    <a:pt x="0" y="127"/>
                    <a:pt x="30" y="175"/>
                    <a:pt x="79" y="187"/>
                  </a:cubicBezTo>
                  <a:cubicBezTo>
                    <a:pt x="127" y="198"/>
                    <a:pt x="176" y="168"/>
                    <a:pt x="187" y="119"/>
                  </a:cubicBezTo>
                  <a:cubicBezTo>
                    <a:pt x="198" y="71"/>
                    <a:pt x="168" y="23"/>
                    <a:pt x="12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40"/>
            <p:cNvSpPr>
              <a:spLocks noEditPoints="1"/>
            </p:cNvSpPr>
            <p:nvPr/>
          </p:nvSpPr>
          <p:spPr bwMode="auto">
            <a:xfrm>
              <a:off x="134938" y="4289425"/>
              <a:ext cx="1081088" cy="696913"/>
            </a:xfrm>
            <a:custGeom>
              <a:avLst/>
              <a:gdLst>
                <a:gd name="T0" fmla="*/ 524 w 574"/>
                <a:gd name="T1" fmla="*/ 270 h 370"/>
                <a:gd name="T2" fmla="*/ 408 w 574"/>
                <a:gd name="T3" fmla="*/ 270 h 370"/>
                <a:gd name="T4" fmla="*/ 367 w 574"/>
                <a:gd name="T5" fmla="*/ 215 h 370"/>
                <a:gd name="T6" fmla="*/ 365 w 574"/>
                <a:gd name="T7" fmla="*/ 215 h 370"/>
                <a:gd name="T8" fmla="*/ 278 w 574"/>
                <a:gd name="T9" fmla="*/ 229 h 370"/>
                <a:gd name="T10" fmla="*/ 278 w 574"/>
                <a:gd name="T11" fmla="*/ 229 h 370"/>
                <a:gd name="T12" fmla="*/ 163 w 574"/>
                <a:gd name="T13" fmla="*/ 198 h 370"/>
                <a:gd name="T14" fmla="*/ 156 w 574"/>
                <a:gd name="T15" fmla="*/ 204 h 370"/>
                <a:gd name="T16" fmla="*/ 158 w 574"/>
                <a:gd name="T17" fmla="*/ 195 h 370"/>
                <a:gd name="T18" fmla="*/ 116 w 574"/>
                <a:gd name="T19" fmla="*/ 160 h 370"/>
                <a:gd name="T20" fmla="*/ 70 w 574"/>
                <a:gd name="T21" fmla="*/ 91 h 370"/>
                <a:gd name="T22" fmla="*/ 70 w 574"/>
                <a:gd name="T23" fmla="*/ 91 h 370"/>
                <a:gd name="T24" fmla="*/ 70 w 574"/>
                <a:gd name="T25" fmla="*/ 91 h 370"/>
                <a:gd name="T26" fmla="*/ 70 w 574"/>
                <a:gd name="T27" fmla="*/ 60 h 370"/>
                <a:gd name="T28" fmla="*/ 92 w 574"/>
                <a:gd name="T29" fmla="*/ 39 h 370"/>
                <a:gd name="T30" fmla="*/ 107 w 574"/>
                <a:gd name="T31" fmla="*/ 36 h 370"/>
                <a:gd name="T32" fmla="*/ 144 w 574"/>
                <a:gd name="T33" fmla="*/ 61 h 370"/>
                <a:gd name="T34" fmla="*/ 145 w 574"/>
                <a:gd name="T35" fmla="*/ 64 h 370"/>
                <a:gd name="T36" fmla="*/ 150 w 574"/>
                <a:gd name="T37" fmla="*/ 73 h 370"/>
                <a:gd name="T38" fmla="*/ 174 w 574"/>
                <a:gd name="T39" fmla="*/ 105 h 370"/>
                <a:gd name="T40" fmla="*/ 175 w 574"/>
                <a:gd name="T41" fmla="*/ 105 h 370"/>
                <a:gd name="T42" fmla="*/ 175 w 574"/>
                <a:gd name="T43" fmla="*/ 105 h 370"/>
                <a:gd name="T44" fmla="*/ 137 w 574"/>
                <a:gd name="T45" fmla="*/ 9 h 370"/>
                <a:gd name="T46" fmla="*/ 33 w 574"/>
                <a:gd name="T47" fmla="*/ 77 h 370"/>
                <a:gd name="T48" fmla="*/ 11 w 574"/>
                <a:gd name="T49" fmla="*/ 299 h 370"/>
                <a:gd name="T50" fmla="*/ 104 w 574"/>
                <a:gd name="T51" fmla="*/ 370 h 370"/>
                <a:gd name="T52" fmla="*/ 105 w 574"/>
                <a:gd name="T53" fmla="*/ 370 h 370"/>
                <a:gd name="T54" fmla="*/ 106 w 574"/>
                <a:gd name="T55" fmla="*/ 370 h 370"/>
                <a:gd name="T56" fmla="*/ 524 w 574"/>
                <a:gd name="T57" fmla="*/ 370 h 370"/>
                <a:gd name="T58" fmla="*/ 574 w 574"/>
                <a:gd name="T59" fmla="*/ 320 h 370"/>
                <a:gd name="T60" fmla="*/ 524 w 574"/>
                <a:gd name="T61" fmla="*/ 270 h 370"/>
                <a:gd name="T62" fmla="*/ 232 w 574"/>
                <a:gd name="T63" fmla="*/ 270 h 370"/>
                <a:gd name="T64" fmla="*/ 262 w 574"/>
                <a:gd name="T65" fmla="*/ 241 h 370"/>
                <a:gd name="T66" fmla="*/ 283 w 574"/>
                <a:gd name="T67" fmla="*/ 270 h 370"/>
                <a:gd name="T68" fmla="*/ 232 w 574"/>
                <a:gd name="T69" fmla="*/ 270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74" h="370">
                  <a:moveTo>
                    <a:pt x="524" y="270"/>
                  </a:moveTo>
                  <a:cubicBezTo>
                    <a:pt x="408" y="270"/>
                    <a:pt x="408" y="270"/>
                    <a:pt x="408" y="270"/>
                  </a:cubicBezTo>
                  <a:cubicBezTo>
                    <a:pt x="367" y="215"/>
                    <a:pt x="367" y="215"/>
                    <a:pt x="367" y="215"/>
                  </a:cubicBezTo>
                  <a:cubicBezTo>
                    <a:pt x="366" y="215"/>
                    <a:pt x="366" y="215"/>
                    <a:pt x="365" y="215"/>
                  </a:cubicBezTo>
                  <a:cubicBezTo>
                    <a:pt x="335" y="225"/>
                    <a:pt x="306" y="229"/>
                    <a:pt x="278" y="229"/>
                  </a:cubicBezTo>
                  <a:cubicBezTo>
                    <a:pt x="278" y="229"/>
                    <a:pt x="278" y="229"/>
                    <a:pt x="278" y="229"/>
                  </a:cubicBezTo>
                  <a:cubicBezTo>
                    <a:pt x="229" y="229"/>
                    <a:pt x="191" y="215"/>
                    <a:pt x="163" y="198"/>
                  </a:cubicBezTo>
                  <a:cubicBezTo>
                    <a:pt x="156" y="204"/>
                    <a:pt x="156" y="204"/>
                    <a:pt x="156" y="204"/>
                  </a:cubicBezTo>
                  <a:cubicBezTo>
                    <a:pt x="157" y="201"/>
                    <a:pt x="157" y="198"/>
                    <a:pt x="158" y="195"/>
                  </a:cubicBezTo>
                  <a:cubicBezTo>
                    <a:pt x="140" y="183"/>
                    <a:pt x="126" y="170"/>
                    <a:pt x="116" y="160"/>
                  </a:cubicBezTo>
                  <a:cubicBezTo>
                    <a:pt x="88" y="131"/>
                    <a:pt x="74" y="102"/>
                    <a:pt x="70" y="91"/>
                  </a:cubicBezTo>
                  <a:cubicBezTo>
                    <a:pt x="70" y="91"/>
                    <a:pt x="70" y="91"/>
                    <a:pt x="70" y="91"/>
                  </a:cubicBezTo>
                  <a:cubicBezTo>
                    <a:pt x="70" y="91"/>
                    <a:pt x="70" y="91"/>
                    <a:pt x="70" y="91"/>
                  </a:cubicBezTo>
                  <a:cubicBezTo>
                    <a:pt x="66" y="81"/>
                    <a:pt x="66" y="70"/>
                    <a:pt x="70" y="60"/>
                  </a:cubicBezTo>
                  <a:cubicBezTo>
                    <a:pt x="74" y="51"/>
                    <a:pt x="82" y="43"/>
                    <a:pt x="92" y="39"/>
                  </a:cubicBezTo>
                  <a:cubicBezTo>
                    <a:pt x="97" y="37"/>
                    <a:pt x="102" y="36"/>
                    <a:pt x="107" y="36"/>
                  </a:cubicBezTo>
                  <a:cubicBezTo>
                    <a:pt x="123" y="36"/>
                    <a:pt x="138" y="46"/>
                    <a:pt x="144" y="61"/>
                  </a:cubicBezTo>
                  <a:cubicBezTo>
                    <a:pt x="144" y="62"/>
                    <a:pt x="145" y="63"/>
                    <a:pt x="145" y="64"/>
                  </a:cubicBezTo>
                  <a:cubicBezTo>
                    <a:pt x="147" y="67"/>
                    <a:pt x="148" y="70"/>
                    <a:pt x="150" y="73"/>
                  </a:cubicBezTo>
                  <a:cubicBezTo>
                    <a:pt x="155" y="81"/>
                    <a:pt x="163" y="93"/>
                    <a:pt x="174" y="105"/>
                  </a:cubicBezTo>
                  <a:cubicBezTo>
                    <a:pt x="174" y="105"/>
                    <a:pt x="174" y="105"/>
                    <a:pt x="175" y="105"/>
                  </a:cubicBezTo>
                  <a:cubicBezTo>
                    <a:pt x="175" y="105"/>
                    <a:pt x="175" y="105"/>
                    <a:pt x="175" y="105"/>
                  </a:cubicBezTo>
                  <a:cubicBezTo>
                    <a:pt x="186" y="65"/>
                    <a:pt x="171" y="17"/>
                    <a:pt x="137" y="9"/>
                  </a:cubicBezTo>
                  <a:cubicBezTo>
                    <a:pt x="103" y="0"/>
                    <a:pt x="53" y="19"/>
                    <a:pt x="33" y="77"/>
                  </a:cubicBezTo>
                  <a:cubicBezTo>
                    <a:pt x="6" y="158"/>
                    <a:pt x="0" y="211"/>
                    <a:pt x="11" y="299"/>
                  </a:cubicBezTo>
                  <a:cubicBezTo>
                    <a:pt x="23" y="364"/>
                    <a:pt x="67" y="370"/>
                    <a:pt x="104" y="370"/>
                  </a:cubicBezTo>
                  <a:cubicBezTo>
                    <a:pt x="104" y="370"/>
                    <a:pt x="105" y="370"/>
                    <a:pt x="105" y="370"/>
                  </a:cubicBezTo>
                  <a:cubicBezTo>
                    <a:pt x="105" y="370"/>
                    <a:pt x="105" y="370"/>
                    <a:pt x="106" y="370"/>
                  </a:cubicBezTo>
                  <a:cubicBezTo>
                    <a:pt x="524" y="370"/>
                    <a:pt x="524" y="370"/>
                    <a:pt x="524" y="370"/>
                  </a:cubicBezTo>
                  <a:cubicBezTo>
                    <a:pt x="552" y="370"/>
                    <a:pt x="574" y="348"/>
                    <a:pt x="574" y="320"/>
                  </a:cubicBezTo>
                  <a:cubicBezTo>
                    <a:pt x="574" y="292"/>
                    <a:pt x="552" y="270"/>
                    <a:pt x="524" y="270"/>
                  </a:cubicBezTo>
                  <a:close/>
                  <a:moveTo>
                    <a:pt x="232" y="270"/>
                  </a:moveTo>
                  <a:cubicBezTo>
                    <a:pt x="262" y="241"/>
                    <a:pt x="262" y="241"/>
                    <a:pt x="262" y="241"/>
                  </a:cubicBezTo>
                  <a:cubicBezTo>
                    <a:pt x="283" y="270"/>
                    <a:pt x="283" y="270"/>
                    <a:pt x="283" y="270"/>
                  </a:cubicBezTo>
                  <a:lnTo>
                    <a:pt x="232" y="2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41"/>
            <p:cNvSpPr>
              <a:spLocks/>
            </p:cNvSpPr>
            <p:nvPr/>
          </p:nvSpPr>
          <p:spPr bwMode="auto">
            <a:xfrm>
              <a:off x="557213" y="4508500"/>
              <a:ext cx="171450" cy="61913"/>
            </a:xfrm>
            <a:custGeom>
              <a:avLst/>
              <a:gdLst>
                <a:gd name="T0" fmla="*/ 91 w 91"/>
                <a:gd name="T1" fmla="*/ 30 h 33"/>
                <a:gd name="T2" fmla="*/ 84 w 91"/>
                <a:gd name="T3" fmla="*/ 21 h 33"/>
                <a:gd name="T4" fmla="*/ 49 w 91"/>
                <a:gd name="T5" fmla="*/ 1 h 33"/>
                <a:gd name="T6" fmla="*/ 10 w 91"/>
                <a:gd name="T7" fmla="*/ 14 h 33"/>
                <a:gd name="T8" fmla="*/ 0 w 91"/>
                <a:gd name="T9" fmla="*/ 23 h 33"/>
                <a:gd name="T10" fmla="*/ 54 w 91"/>
                <a:gd name="T11" fmla="*/ 33 h 33"/>
                <a:gd name="T12" fmla="*/ 91 w 91"/>
                <a:gd name="T13" fmla="*/ 30 h 33"/>
              </a:gdLst>
              <a:ahLst/>
              <a:cxnLst>
                <a:cxn ang="0">
                  <a:pos x="T0" y="T1"/>
                </a:cxn>
                <a:cxn ang="0">
                  <a:pos x="T2" y="T3"/>
                </a:cxn>
                <a:cxn ang="0">
                  <a:pos x="T4" y="T5"/>
                </a:cxn>
                <a:cxn ang="0">
                  <a:pos x="T6" y="T7"/>
                </a:cxn>
                <a:cxn ang="0">
                  <a:pos x="T8" y="T9"/>
                </a:cxn>
                <a:cxn ang="0">
                  <a:pos x="T10" y="T11"/>
                </a:cxn>
                <a:cxn ang="0">
                  <a:pos x="T12" y="T13"/>
                </a:cxn>
              </a:cxnLst>
              <a:rect l="0" t="0" r="r" b="b"/>
              <a:pathLst>
                <a:path w="91" h="33">
                  <a:moveTo>
                    <a:pt x="91" y="30"/>
                  </a:moveTo>
                  <a:cubicBezTo>
                    <a:pt x="84" y="21"/>
                    <a:pt x="84" y="21"/>
                    <a:pt x="84" y="21"/>
                  </a:cubicBezTo>
                  <a:cubicBezTo>
                    <a:pt x="76" y="9"/>
                    <a:pt x="63" y="2"/>
                    <a:pt x="49" y="1"/>
                  </a:cubicBezTo>
                  <a:cubicBezTo>
                    <a:pt x="34" y="0"/>
                    <a:pt x="21" y="5"/>
                    <a:pt x="10" y="14"/>
                  </a:cubicBezTo>
                  <a:cubicBezTo>
                    <a:pt x="0" y="23"/>
                    <a:pt x="0" y="23"/>
                    <a:pt x="0" y="23"/>
                  </a:cubicBezTo>
                  <a:cubicBezTo>
                    <a:pt x="17" y="30"/>
                    <a:pt x="35" y="33"/>
                    <a:pt x="54" y="33"/>
                  </a:cubicBezTo>
                  <a:cubicBezTo>
                    <a:pt x="66" y="33"/>
                    <a:pt x="78" y="32"/>
                    <a:pt x="91"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42"/>
            <p:cNvSpPr>
              <a:spLocks/>
            </p:cNvSpPr>
            <p:nvPr/>
          </p:nvSpPr>
          <p:spPr bwMode="auto">
            <a:xfrm>
              <a:off x="266700" y="4364038"/>
              <a:ext cx="603250" cy="341313"/>
            </a:xfrm>
            <a:custGeom>
              <a:avLst/>
              <a:gdLst>
                <a:gd name="T0" fmla="*/ 73 w 320"/>
                <a:gd name="T1" fmla="*/ 38 h 181"/>
                <a:gd name="T2" fmla="*/ 68 w 320"/>
                <a:gd name="T3" fmla="*/ 27 h 181"/>
                <a:gd name="T4" fmla="*/ 67 w 320"/>
                <a:gd name="T5" fmla="*/ 24 h 181"/>
                <a:gd name="T6" fmla="*/ 66 w 320"/>
                <a:gd name="T7" fmla="*/ 24 h 181"/>
                <a:gd name="T8" fmla="*/ 66 w 320"/>
                <a:gd name="T9" fmla="*/ 24 h 181"/>
                <a:gd name="T10" fmla="*/ 25 w 320"/>
                <a:gd name="T11" fmla="*/ 6 h 181"/>
                <a:gd name="T12" fmla="*/ 7 w 320"/>
                <a:gd name="T13" fmla="*/ 48 h 181"/>
                <a:gd name="T14" fmla="*/ 7 w 320"/>
                <a:gd name="T15" fmla="*/ 48 h 181"/>
                <a:gd name="T16" fmla="*/ 52 w 320"/>
                <a:gd name="T17" fmla="*/ 115 h 181"/>
                <a:gd name="T18" fmla="*/ 89 w 320"/>
                <a:gd name="T19" fmla="*/ 146 h 181"/>
                <a:gd name="T20" fmla="*/ 99 w 320"/>
                <a:gd name="T21" fmla="*/ 152 h 181"/>
                <a:gd name="T22" fmla="*/ 208 w 320"/>
                <a:gd name="T23" fmla="*/ 181 h 181"/>
                <a:gd name="T24" fmla="*/ 208 w 320"/>
                <a:gd name="T25" fmla="*/ 181 h 181"/>
                <a:gd name="T26" fmla="*/ 292 w 320"/>
                <a:gd name="T27" fmla="*/ 168 h 181"/>
                <a:gd name="T28" fmla="*/ 293 w 320"/>
                <a:gd name="T29" fmla="*/ 168 h 181"/>
                <a:gd name="T30" fmla="*/ 314 w 320"/>
                <a:gd name="T31" fmla="*/ 128 h 181"/>
                <a:gd name="T32" fmla="*/ 274 w 320"/>
                <a:gd name="T33" fmla="*/ 106 h 181"/>
                <a:gd name="T34" fmla="*/ 250 w 320"/>
                <a:gd name="T35" fmla="*/ 113 h 181"/>
                <a:gd name="T36" fmla="*/ 208 w 320"/>
                <a:gd name="T37" fmla="*/ 117 h 181"/>
                <a:gd name="T38" fmla="*/ 148 w 320"/>
                <a:gd name="T39" fmla="*/ 105 h 181"/>
                <a:gd name="T40" fmla="*/ 103 w 320"/>
                <a:gd name="T41" fmla="*/ 75 h 181"/>
                <a:gd name="T42" fmla="*/ 98 w 320"/>
                <a:gd name="T43" fmla="*/ 70 h 181"/>
                <a:gd name="T44" fmla="*/ 73 w 320"/>
                <a:gd name="T45" fmla="*/ 38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20" h="181">
                  <a:moveTo>
                    <a:pt x="73" y="38"/>
                  </a:moveTo>
                  <a:cubicBezTo>
                    <a:pt x="71" y="33"/>
                    <a:pt x="69" y="29"/>
                    <a:pt x="68" y="27"/>
                  </a:cubicBezTo>
                  <a:cubicBezTo>
                    <a:pt x="67" y="26"/>
                    <a:pt x="67" y="25"/>
                    <a:pt x="67" y="24"/>
                  </a:cubicBezTo>
                  <a:cubicBezTo>
                    <a:pt x="67" y="24"/>
                    <a:pt x="66" y="24"/>
                    <a:pt x="66" y="24"/>
                  </a:cubicBezTo>
                  <a:cubicBezTo>
                    <a:pt x="66" y="24"/>
                    <a:pt x="66" y="24"/>
                    <a:pt x="66" y="24"/>
                  </a:cubicBezTo>
                  <a:cubicBezTo>
                    <a:pt x="60" y="8"/>
                    <a:pt x="41" y="0"/>
                    <a:pt x="25" y="6"/>
                  </a:cubicBezTo>
                  <a:cubicBezTo>
                    <a:pt x="8" y="13"/>
                    <a:pt x="0" y="32"/>
                    <a:pt x="7" y="48"/>
                  </a:cubicBezTo>
                  <a:cubicBezTo>
                    <a:pt x="7" y="48"/>
                    <a:pt x="7" y="48"/>
                    <a:pt x="7" y="48"/>
                  </a:cubicBezTo>
                  <a:cubicBezTo>
                    <a:pt x="8" y="50"/>
                    <a:pt x="21" y="82"/>
                    <a:pt x="52" y="115"/>
                  </a:cubicBezTo>
                  <a:cubicBezTo>
                    <a:pt x="62" y="125"/>
                    <a:pt x="75" y="136"/>
                    <a:pt x="89" y="146"/>
                  </a:cubicBezTo>
                  <a:cubicBezTo>
                    <a:pt x="92" y="148"/>
                    <a:pt x="96" y="150"/>
                    <a:pt x="99" y="152"/>
                  </a:cubicBezTo>
                  <a:cubicBezTo>
                    <a:pt x="128" y="169"/>
                    <a:pt x="164" y="181"/>
                    <a:pt x="208" y="181"/>
                  </a:cubicBezTo>
                  <a:cubicBezTo>
                    <a:pt x="208" y="181"/>
                    <a:pt x="208" y="181"/>
                    <a:pt x="208" y="181"/>
                  </a:cubicBezTo>
                  <a:cubicBezTo>
                    <a:pt x="234" y="181"/>
                    <a:pt x="262" y="177"/>
                    <a:pt x="292" y="168"/>
                  </a:cubicBezTo>
                  <a:cubicBezTo>
                    <a:pt x="292" y="168"/>
                    <a:pt x="293" y="168"/>
                    <a:pt x="293" y="168"/>
                  </a:cubicBezTo>
                  <a:cubicBezTo>
                    <a:pt x="310" y="163"/>
                    <a:pt x="320" y="145"/>
                    <a:pt x="314" y="128"/>
                  </a:cubicBezTo>
                  <a:cubicBezTo>
                    <a:pt x="309" y="111"/>
                    <a:pt x="291" y="101"/>
                    <a:pt x="274" y="106"/>
                  </a:cubicBezTo>
                  <a:cubicBezTo>
                    <a:pt x="266" y="109"/>
                    <a:pt x="258" y="111"/>
                    <a:pt x="250" y="113"/>
                  </a:cubicBezTo>
                  <a:cubicBezTo>
                    <a:pt x="235" y="116"/>
                    <a:pt x="221" y="117"/>
                    <a:pt x="208" y="117"/>
                  </a:cubicBezTo>
                  <a:cubicBezTo>
                    <a:pt x="185" y="117"/>
                    <a:pt x="165" y="113"/>
                    <a:pt x="148" y="105"/>
                  </a:cubicBezTo>
                  <a:cubicBezTo>
                    <a:pt x="130" y="98"/>
                    <a:pt x="115" y="86"/>
                    <a:pt x="103" y="75"/>
                  </a:cubicBezTo>
                  <a:cubicBezTo>
                    <a:pt x="101" y="73"/>
                    <a:pt x="100" y="72"/>
                    <a:pt x="98" y="70"/>
                  </a:cubicBezTo>
                  <a:cubicBezTo>
                    <a:pt x="87" y="59"/>
                    <a:pt x="79" y="46"/>
                    <a:pt x="73"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4" name="组合 53"/>
          <p:cNvGrpSpPr/>
          <p:nvPr/>
        </p:nvGrpSpPr>
        <p:grpSpPr>
          <a:xfrm>
            <a:off x="1331085" y="4024908"/>
            <a:ext cx="1180792" cy="764691"/>
            <a:chOff x="1312863" y="4106863"/>
            <a:chExt cx="1360487" cy="881063"/>
          </a:xfrm>
          <a:solidFill>
            <a:schemeClr val="tx1">
              <a:lumMod val="65000"/>
              <a:lumOff val="35000"/>
            </a:schemeClr>
          </a:solidFill>
        </p:grpSpPr>
        <p:sp>
          <p:nvSpPr>
            <p:cNvPr id="55" name="Freeform 43"/>
            <p:cNvSpPr>
              <a:spLocks/>
            </p:cNvSpPr>
            <p:nvPr/>
          </p:nvSpPr>
          <p:spPr bwMode="auto">
            <a:xfrm>
              <a:off x="1312863" y="4106863"/>
              <a:ext cx="385763" cy="385763"/>
            </a:xfrm>
            <a:custGeom>
              <a:avLst/>
              <a:gdLst>
                <a:gd name="T0" fmla="*/ 54 w 205"/>
                <a:gd name="T1" fmla="*/ 27 h 205"/>
                <a:gd name="T2" fmla="*/ 28 w 205"/>
                <a:gd name="T3" fmla="*/ 152 h 205"/>
                <a:gd name="T4" fmla="*/ 152 w 205"/>
                <a:gd name="T5" fmla="*/ 178 h 205"/>
                <a:gd name="T6" fmla="*/ 178 w 205"/>
                <a:gd name="T7" fmla="*/ 53 h 205"/>
                <a:gd name="T8" fmla="*/ 54 w 205"/>
                <a:gd name="T9" fmla="*/ 27 h 205"/>
              </a:gdLst>
              <a:ahLst/>
              <a:cxnLst>
                <a:cxn ang="0">
                  <a:pos x="T0" y="T1"/>
                </a:cxn>
                <a:cxn ang="0">
                  <a:pos x="T2" y="T3"/>
                </a:cxn>
                <a:cxn ang="0">
                  <a:pos x="T4" y="T5"/>
                </a:cxn>
                <a:cxn ang="0">
                  <a:pos x="T6" y="T7"/>
                </a:cxn>
                <a:cxn ang="0">
                  <a:pos x="T8" y="T9"/>
                </a:cxn>
              </a:cxnLst>
              <a:rect l="0" t="0" r="r" b="b"/>
              <a:pathLst>
                <a:path w="205" h="205">
                  <a:moveTo>
                    <a:pt x="54" y="27"/>
                  </a:moveTo>
                  <a:cubicBezTo>
                    <a:pt x="12" y="55"/>
                    <a:pt x="0" y="110"/>
                    <a:pt x="28" y="152"/>
                  </a:cubicBezTo>
                  <a:cubicBezTo>
                    <a:pt x="55" y="193"/>
                    <a:pt x="111" y="205"/>
                    <a:pt x="152" y="178"/>
                  </a:cubicBezTo>
                  <a:cubicBezTo>
                    <a:pt x="194" y="151"/>
                    <a:pt x="205" y="95"/>
                    <a:pt x="178" y="53"/>
                  </a:cubicBezTo>
                  <a:cubicBezTo>
                    <a:pt x="151" y="12"/>
                    <a:pt x="95" y="0"/>
                    <a:pt x="54"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44"/>
            <p:cNvSpPr>
              <a:spLocks/>
            </p:cNvSpPr>
            <p:nvPr/>
          </p:nvSpPr>
          <p:spPr bwMode="auto">
            <a:xfrm>
              <a:off x="1460500" y="4471988"/>
              <a:ext cx="1212850" cy="515938"/>
            </a:xfrm>
            <a:custGeom>
              <a:avLst/>
              <a:gdLst>
                <a:gd name="T0" fmla="*/ 613 w 644"/>
                <a:gd name="T1" fmla="*/ 180 h 274"/>
                <a:gd name="T2" fmla="*/ 445 w 644"/>
                <a:gd name="T3" fmla="*/ 80 h 274"/>
                <a:gd name="T4" fmla="*/ 392 w 644"/>
                <a:gd name="T5" fmla="*/ 82 h 274"/>
                <a:gd name="T6" fmla="*/ 299 w 644"/>
                <a:gd name="T7" fmla="*/ 143 h 274"/>
                <a:gd name="T8" fmla="*/ 126 w 644"/>
                <a:gd name="T9" fmla="*/ 35 h 274"/>
                <a:gd name="T10" fmla="*/ 23 w 644"/>
                <a:gd name="T11" fmla="*/ 27 h 274"/>
                <a:gd name="T12" fmla="*/ 11 w 644"/>
                <a:gd name="T13" fmla="*/ 108 h 274"/>
                <a:gd name="T14" fmla="*/ 26 w 644"/>
                <a:gd name="T15" fmla="*/ 70 h 274"/>
                <a:gd name="T16" fmla="*/ 63 w 644"/>
                <a:gd name="T17" fmla="*/ 44 h 274"/>
                <a:gd name="T18" fmla="*/ 77 w 644"/>
                <a:gd name="T19" fmla="*/ 47 h 274"/>
                <a:gd name="T20" fmla="*/ 99 w 644"/>
                <a:gd name="T21" fmla="*/ 67 h 274"/>
                <a:gd name="T22" fmla="*/ 101 w 644"/>
                <a:gd name="T23" fmla="*/ 98 h 274"/>
                <a:gd name="T24" fmla="*/ 70 w 644"/>
                <a:gd name="T25" fmla="*/ 179 h 274"/>
                <a:gd name="T26" fmla="*/ 80 w 644"/>
                <a:gd name="T27" fmla="*/ 188 h 274"/>
                <a:gd name="T28" fmla="*/ 169 w 644"/>
                <a:gd name="T29" fmla="*/ 199 h 274"/>
                <a:gd name="T30" fmla="*/ 196 w 644"/>
                <a:gd name="T31" fmla="*/ 215 h 274"/>
                <a:gd name="T32" fmla="*/ 204 w 644"/>
                <a:gd name="T33" fmla="*/ 244 h 274"/>
                <a:gd name="T34" fmla="*/ 200 w 644"/>
                <a:gd name="T35" fmla="*/ 257 h 274"/>
                <a:gd name="T36" fmla="*/ 229 w 644"/>
                <a:gd name="T37" fmla="*/ 268 h 274"/>
                <a:gd name="T38" fmla="*/ 291 w 644"/>
                <a:gd name="T39" fmla="*/ 265 h 274"/>
                <a:gd name="T40" fmla="*/ 307 w 644"/>
                <a:gd name="T41" fmla="*/ 258 h 274"/>
                <a:gd name="T42" fmla="*/ 421 w 644"/>
                <a:gd name="T43" fmla="*/ 182 h 274"/>
                <a:gd name="T44" fmla="*/ 562 w 644"/>
                <a:gd name="T45" fmla="*/ 266 h 274"/>
                <a:gd name="T46" fmla="*/ 587 w 644"/>
                <a:gd name="T47" fmla="*/ 273 h 274"/>
                <a:gd name="T48" fmla="*/ 630 w 644"/>
                <a:gd name="T49" fmla="*/ 249 h 274"/>
                <a:gd name="T50" fmla="*/ 613 w 644"/>
                <a:gd name="T51" fmla="*/ 180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44" h="274">
                  <a:moveTo>
                    <a:pt x="613" y="180"/>
                  </a:moveTo>
                  <a:cubicBezTo>
                    <a:pt x="445" y="80"/>
                    <a:pt x="445" y="80"/>
                    <a:pt x="445" y="80"/>
                  </a:cubicBezTo>
                  <a:cubicBezTo>
                    <a:pt x="429" y="71"/>
                    <a:pt x="408" y="71"/>
                    <a:pt x="392" y="82"/>
                  </a:cubicBezTo>
                  <a:cubicBezTo>
                    <a:pt x="299" y="143"/>
                    <a:pt x="299" y="143"/>
                    <a:pt x="299" y="143"/>
                  </a:cubicBezTo>
                  <a:cubicBezTo>
                    <a:pt x="234" y="121"/>
                    <a:pt x="171" y="69"/>
                    <a:pt x="126" y="35"/>
                  </a:cubicBezTo>
                  <a:cubicBezTo>
                    <a:pt x="95" y="7"/>
                    <a:pt x="45" y="0"/>
                    <a:pt x="23" y="27"/>
                  </a:cubicBezTo>
                  <a:cubicBezTo>
                    <a:pt x="7" y="45"/>
                    <a:pt x="0" y="76"/>
                    <a:pt x="11" y="108"/>
                  </a:cubicBezTo>
                  <a:cubicBezTo>
                    <a:pt x="26" y="70"/>
                    <a:pt x="26" y="70"/>
                    <a:pt x="26" y="70"/>
                  </a:cubicBezTo>
                  <a:cubicBezTo>
                    <a:pt x="31" y="55"/>
                    <a:pt x="46" y="44"/>
                    <a:pt x="63" y="44"/>
                  </a:cubicBezTo>
                  <a:cubicBezTo>
                    <a:pt x="68" y="44"/>
                    <a:pt x="72" y="45"/>
                    <a:pt x="77" y="47"/>
                  </a:cubicBezTo>
                  <a:cubicBezTo>
                    <a:pt x="87" y="50"/>
                    <a:pt x="95" y="58"/>
                    <a:pt x="99" y="67"/>
                  </a:cubicBezTo>
                  <a:cubicBezTo>
                    <a:pt x="104" y="77"/>
                    <a:pt x="104" y="88"/>
                    <a:pt x="101" y="98"/>
                  </a:cubicBezTo>
                  <a:cubicBezTo>
                    <a:pt x="70" y="179"/>
                    <a:pt x="70" y="179"/>
                    <a:pt x="70" y="179"/>
                  </a:cubicBezTo>
                  <a:cubicBezTo>
                    <a:pt x="74" y="182"/>
                    <a:pt x="77" y="185"/>
                    <a:pt x="80" y="188"/>
                  </a:cubicBezTo>
                  <a:cubicBezTo>
                    <a:pt x="169" y="199"/>
                    <a:pt x="169" y="199"/>
                    <a:pt x="169" y="199"/>
                  </a:cubicBezTo>
                  <a:cubicBezTo>
                    <a:pt x="180" y="201"/>
                    <a:pt x="189" y="206"/>
                    <a:pt x="196" y="215"/>
                  </a:cubicBezTo>
                  <a:cubicBezTo>
                    <a:pt x="202" y="223"/>
                    <a:pt x="205" y="234"/>
                    <a:pt x="204" y="244"/>
                  </a:cubicBezTo>
                  <a:cubicBezTo>
                    <a:pt x="203" y="249"/>
                    <a:pt x="202" y="253"/>
                    <a:pt x="200" y="257"/>
                  </a:cubicBezTo>
                  <a:cubicBezTo>
                    <a:pt x="209" y="261"/>
                    <a:pt x="219" y="264"/>
                    <a:pt x="229" y="268"/>
                  </a:cubicBezTo>
                  <a:cubicBezTo>
                    <a:pt x="252" y="274"/>
                    <a:pt x="274" y="272"/>
                    <a:pt x="291" y="265"/>
                  </a:cubicBezTo>
                  <a:cubicBezTo>
                    <a:pt x="297" y="264"/>
                    <a:pt x="302" y="262"/>
                    <a:pt x="307" y="258"/>
                  </a:cubicBezTo>
                  <a:cubicBezTo>
                    <a:pt x="421" y="182"/>
                    <a:pt x="421" y="182"/>
                    <a:pt x="421" y="182"/>
                  </a:cubicBezTo>
                  <a:cubicBezTo>
                    <a:pt x="562" y="266"/>
                    <a:pt x="562" y="266"/>
                    <a:pt x="562" y="266"/>
                  </a:cubicBezTo>
                  <a:cubicBezTo>
                    <a:pt x="570" y="271"/>
                    <a:pt x="579" y="273"/>
                    <a:pt x="587" y="273"/>
                  </a:cubicBezTo>
                  <a:cubicBezTo>
                    <a:pt x="604" y="273"/>
                    <a:pt x="621" y="264"/>
                    <a:pt x="630" y="249"/>
                  </a:cubicBezTo>
                  <a:cubicBezTo>
                    <a:pt x="644" y="225"/>
                    <a:pt x="637" y="194"/>
                    <a:pt x="613" y="1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45"/>
            <p:cNvSpPr>
              <a:spLocks/>
            </p:cNvSpPr>
            <p:nvPr/>
          </p:nvSpPr>
          <p:spPr bwMode="auto">
            <a:xfrm>
              <a:off x="1423988" y="4562475"/>
              <a:ext cx="409575" cy="419100"/>
            </a:xfrm>
            <a:custGeom>
              <a:avLst/>
              <a:gdLst>
                <a:gd name="T0" fmla="*/ 188 w 218"/>
                <a:gd name="T1" fmla="*/ 159 h 223"/>
                <a:gd name="T2" fmla="*/ 188 w 218"/>
                <a:gd name="T3" fmla="*/ 159 h 223"/>
                <a:gd name="T4" fmla="*/ 112 w 218"/>
                <a:gd name="T5" fmla="*/ 149 h 223"/>
                <a:gd name="T6" fmla="*/ 77 w 218"/>
                <a:gd name="T7" fmla="*/ 145 h 223"/>
                <a:gd name="T8" fmla="*/ 84 w 218"/>
                <a:gd name="T9" fmla="*/ 126 h 223"/>
                <a:gd name="T10" fmla="*/ 113 w 218"/>
                <a:gd name="T11" fmla="*/ 47 h 223"/>
                <a:gd name="T12" fmla="*/ 94 w 218"/>
                <a:gd name="T13" fmla="*/ 6 h 223"/>
                <a:gd name="T14" fmla="*/ 53 w 218"/>
                <a:gd name="T15" fmla="*/ 25 h 223"/>
                <a:gd name="T16" fmla="*/ 36 w 218"/>
                <a:gd name="T17" fmla="*/ 71 h 223"/>
                <a:gd name="T18" fmla="*/ 3 w 218"/>
                <a:gd name="T19" fmla="*/ 160 h 223"/>
                <a:gd name="T20" fmla="*/ 6 w 218"/>
                <a:gd name="T21" fmla="*/ 188 h 223"/>
                <a:gd name="T22" fmla="*/ 29 w 218"/>
                <a:gd name="T23" fmla="*/ 203 h 223"/>
                <a:gd name="T24" fmla="*/ 180 w 218"/>
                <a:gd name="T25" fmla="*/ 223 h 223"/>
                <a:gd name="T26" fmla="*/ 184 w 218"/>
                <a:gd name="T27" fmla="*/ 223 h 223"/>
                <a:gd name="T28" fmla="*/ 212 w 218"/>
                <a:gd name="T29" fmla="*/ 206 h 223"/>
                <a:gd name="T30" fmla="*/ 216 w 218"/>
                <a:gd name="T31" fmla="*/ 195 h 223"/>
                <a:gd name="T32" fmla="*/ 188 w 218"/>
                <a:gd name="T33" fmla="*/ 159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8" h="223">
                  <a:moveTo>
                    <a:pt x="188" y="159"/>
                  </a:moveTo>
                  <a:cubicBezTo>
                    <a:pt x="188" y="159"/>
                    <a:pt x="188" y="159"/>
                    <a:pt x="188" y="159"/>
                  </a:cubicBezTo>
                  <a:cubicBezTo>
                    <a:pt x="112" y="149"/>
                    <a:pt x="112" y="149"/>
                    <a:pt x="112" y="149"/>
                  </a:cubicBezTo>
                  <a:cubicBezTo>
                    <a:pt x="77" y="145"/>
                    <a:pt x="77" y="145"/>
                    <a:pt x="77" y="145"/>
                  </a:cubicBezTo>
                  <a:cubicBezTo>
                    <a:pt x="84" y="126"/>
                    <a:pt x="84" y="126"/>
                    <a:pt x="84" y="126"/>
                  </a:cubicBezTo>
                  <a:cubicBezTo>
                    <a:pt x="113" y="47"/>
                    <a:pt x="113" y="47"/>
                    <a:pt x="113" y="47"/>
                  </a:cubicBezTo>
                  <a:cubicBezTo>
                    <a:pt x="119" y="31"/>
                    <a:pt x="111" y="12"/>
                    <a:pt x="94" y="6"/>
                  </a:cubicBezTo>
                  <a:cubicBezTo>
                    <a:pt x="78" y="0"/>
                    <a:pt x="59" y="8"/>
                    <a:pt x="53" y="25"/>
                  </a:cubicBezTo>
                  <a:cubicBezTo>
                    <a:pt x="36" y="71"/>
                    <a:pt x="36" y="71"/>
                    <a:pt x="36" y="71"/>
                  </a:cubicBezTo>
                  <a:cubicBezTo>
                    <a:pt x="3" y="160"/>
                    <a:pt x="3" y="160"/>
                    <a:pt x="3" y="160"/>
                  </a:cubicBezTo>
                  <a:cubicBezTo>
                    <a:pt x="0" y="169"/>
                    <a:pt x="1" y="179"/>
                    <a:pt x="6" y="188"/>
                  </a:cubicBezTo>
                  <a:cubicBezTo>
                    <a:pt x="11" y="196"/>
                    <a:pt x="19" y="201"/>
                    <a:pt x="29" y="203"/>
                  </a:cubicBezTo>
                  <a:cubicBezTo>
                    <a:pt x="180" y="223"/>
                    <a:pt x="180" y="223"/>
                    <a:pt x="180" y="223"/>
                  </a:cubicBezTo>
                  <a:cubicBezTo>
                    <a:pt x="181" y="223"/>
                    <a:pt x="183" y="223"/>
                    <a:pt x="184" y="223"/>
                  </a:cubicBezTo>
                  <a:cubicBezTo>
                    <a:pt x="196" y="223"/>
                    <a:pt x="207" y="216"/>
                    <a:pt x="212" y="206"/>
                  </a:cubicBezTo>
                  <a:cubicBezTo>
                    <a:pt x="214" y="203"/>
                    <a:pt x="215" y="199"/>
                    <a:pt x="216" y="195"/>
                  </a:cubicBezTo>
                  <a:cubicBezTo>
                    <a:pt x="218" y="178"/>
                    <a:pt x="206" y="162"/>
                    <a:pt x="188" y="1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8" name="组合 57"/>
          <p:cNvGrpSpPr/>
          <p:nvPr/>
        </p:nvGrpSpPr>
        <p:grpSpPr>
          <a:xfrm>
            <a:off x="3603111" y="3859569"/>
            <a:ext cx="726112" cy="935540"/>
            <a:chOff x="3930650" y="3916363"/>
            <a:chExt cx="836613" cy="1077912"/>
          </a:xfrm>
          <a:solidFill>
            <a:schemeClr val="tx1">
              <a:lumMod val="65000"/>
              <a:lumOff val="35000"/>
            </a:schemeClr>
          </a:solidFill>
        </p:grpSpPr>
        <p:sp>
          <p:nvSpPr>
            <p:cNvPr id="59" name="Freeform 46"/>
            <p:cNvSpPr>
              <a:spLocks/>
            </p:cNvSpPr>
            <p:nvPr/>
          </p:nvSpPr>
          <p:spPr bwMode="auto">
            <a:xfrm>
              <a:off x="4314825" y="3916363"/>
              <a:ext cx="373063" cy="373063"/>
            </a:xfrm>
            <a:custGeom>
              <a:avLst/>
              <a:gdLst>
                <a:gd name="T0" fmla="*/ 79 w 198"/>
                <a:gd name="T1" fmla="*/ 12 h 198"/>
                <a:gd name="T2" fmla="*/ 11 w 198"/>
                <a:gd name="T3" fmla="*/ 120 h 198"/>
                <a:gd name="T4" fmla="*/ 119 w 198"/>
                <a:gd name="T5" fmla="*/ 187 h 198"/>
                <a:gd name="T6" fmla="*/ 187 w 198"/>
                <a:gd name="T7" fmla="*/ 79 h 198"/>
                <a:gd name="T8" fmla="*/ 79 w 198"/>
                <a:gd name="T9" fmla="*/ 12 h 198"/>
              </a:gdLst>
              <a:ahLst/>
              <a:cxnLst>
                <a:cxn ang="0">
                  <a:pos x="T0" y="T1"/>
                </a:cxn>
                <a:cxn ang="0">
                  <a:pos x="T2" y="T3"/>
                </a:cxn>
                <a:cxn ang="0">
                  <a:pos x="T4" y="T5"/>
                </a:cxn>
                <a:cxn ang="0">
                  <a:pos x="T6" y="T7"/>
                </a:cxn>
                <a:cxn ang="0">
                  <a:pos x="T8" y="T9"/>
                </a:cxn>
              </a:cxnLst>
              <a:rect l="0" t="0" r="r" b="b"/>
              <a:pathLst>
                <a:path w="198" h="198">
                  <a:moveTo>
                    <a:pt x="79" y="12"/>
                  </a:moveTo>
                  <a:cubicBezTo>
                    <a:pt x="30" y="23"/>
                    <a:pt x="0" y="71"/>
                    <a:pt x="11" y="120"/>
                  </a:cubicBezTo>
                  <a:cubicBezTo>
                    <a:pt x="23" y="168"/>
                    <a:pt x="71" y="198"/>
                    <a:pt x="119" y="187"/>
                  </a:cubicBezTo>
                  <a:cubicBezTo>
                    <a:pt x="168" y="176"/>
                    <a:pt x="198" y="127"/>
                    <a:pt x="187" y="79"/>
                  </a:cubicBezTo>
                  <a:cubicBezTo>
                    <a:pt x="175" y="31"/>
                    <a:pt x="127" y="0"/>
                    <a:pt x="79"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47"/>
            <p:cNvSpPr>
              <a:spLocks/>
            </p:cNvSpPr>
            <p:nvPr/>
          </p:nvSpPr>
          <p:spPr bwMode="auto">
            <a:xfrm>
              <a:off x="3930650" y="4289425"/>
              <a:ext cx="836613" cy="704850"/>
            </a:xfrm>
            <a:custGeom>
              <a:avLst/>
              <a:gdLst>
                <a:gd name="T0" fmla="*/ 307 w 444"/>
                <a:gd name="T1" fmla="*/ 9 h 374"/>
                <a:gd name="T2" fmla="*/ 269 w 444"/>
                <a:gd name="T3" fmla="*/ 52 h 374"/>
                <a:gd name="T4" fmla="*/ 324 w 444"/>
                <a:gd name="T5" fmla="*/ 38 h 374"/>
                <a:gd name="T6" fmla="*/ 326 w 444"/>
                <a:gd name="T7" fmla="*/ 38 h 374"/>
                <a:gd name="T8" fmla="*/ 326 w 444"/>
                <a:gd name="T9" fmla="*/ 38 h 374"/>
                <a:gd name="T10" fmla="*/ 337 w 444"/>
                <a:gd name="T11" fmla="*/ 36 h 374"/>
                <a:gd name="T12" fmla="*/ 376 w 444"/>
                <a:gd name="T13" fmla="*/ 64 h 374"/>
                <a:gd name="T14" fmla="*/ 349 w 444"/>
                <a:gd name="T15" fmla="*/ 114 h 374"/>
                <a:gd name="T16" fmla="*/ 348 w 444"/>
                <a:gd name="T17" fmla="*/ 115 h 374"/>
                <a:gd name="T18" fmla="*/ 275 w 444"/>
                <a:gd name="T19" fmla="*/ 133 h 374"/>
                <a:gd name="T20" fmla="*/ 289 w 444"/>
                <a:gd name="T21" fmla="*/ 212 h 374"/>
                <a:gd name="T22" fmla="*/ 272 w 444"/>
                <a:gd name="T23" fmla="*/ 192 h 374"/>
                <a:gd name="T24" fmla="*/ 243 w 444"/>
                <a:gd name="T25" fmla="*/ 156 h 374"/>
                <a:gd name="T26" fmla="*/ 235 w 444"/>
                <a:gd name="T27" fmla="*/ 145 h 374"/>
                <a:gd name="T28" fmla="*/ 232 w 444"/>
                <a:gd name="T29" fmla="*/ 141 h 374"/>
                <a:gd name="T30" fmla="*/ 231 w 444"/>
                <a:gd name="T31" fmla="*/ 141 h 374"/>
                <a:gd name="T32" fmla="*/ 143 w 444"/>
                <a:gd name="T33" fmla="*/ 151 h 374"/>
                <a:gd name="T34" fmla="*/ 18 w 444"/>
                <a:gd name="T35" fmla="*/ 284 h 374"/>
                <a:gd name="T36" fmla="*/ 21 w 444"/>
                <a:gd name="T37" fmla="*/ 355 h 374"/>
                <a:gd name="T38" fmla="*/ 92 w 444"/>
                <a:gd name="T39" fmla="*/ 353 h 374"/>
                <a:gd name="T40" fmla="*/ 189 w 444"/>
                <a:gd name="T41" fmla="*/ 248 h 374"/>
                <a:gd name="T42" fmla="*/ 213 w 444"/>
                <a:gd name="T43" fmla="*/ 278 h 374"/>
                <a:gd name="T44" fmla="*/ 261 w 444"/>
                <a:gd name="T45" fmla="*/ 332 h 374"/>
                <a:gd name="T46" fmla="*/ 285 w 444"/>
                <a:gd name="T47" fmla="*/ 353 h 374"/>
                <a:gd name="T48" fmla="*/ 299 w 444"/>
                <a:gd name="T49" fmla="*/ 362 h 374"/>
                <a:gd name="T50" fmla="*/ 327 w 444"/>
                <a:gd name="T51" fmla="*/ 370 h 374"/>
                <a:gd name="T52" fmla="*/ 328 w 444"/>
                <a:gd name="T53" fmla="*/ 370 h 374"/>
                <a:gd name="T54" fmla="*/ 331 w 444"/>
                <a:gd name="T55" fmla="*/ 370 h 374"/>
                <a:gd name="T56" fmla="*/ 340 w 444"/>
                <a:gd name="T57" fmla="*/ 370 h 374"/>
                <a:gd name="T58" fmla="*/ 434 w 444"/>
                <a:gd name="T59" fmla="*/ 299 h 374"/>
                <a:gd name="T60" fmla="*/ 411 w 444"/>
                <a:gd name="T61" fmla="*/ 77 h 374"/>
                <a:gd name="T62" fmla="*/ 307 w 444"/>
                <a:gd name="T63" fmla="*/ 9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44" h="374">
                  <a:moveTo>
                    <a:pt x="307" y="9"/>
                  </a:moveTo>
                  <a:cubicBezTo>
                    <a:pt x="288" y="14"/>
                    <a:pt x="275" y="31"/>
                    <a:pt x="269" y="52"/>
                  </a:cubicBezTo>
                  <a:cubicBezTo>
                    <a:pt x="303" y="45"/>
                    <a:pt x="324" y="38"/>
                    <a:pt x="324" y="38"/>
                  </a:cubicBezTo>
                  <a:cubicBezTo>
                    <a:pt x="325" y="38"/>
                    <a:pt x="325" y="38"/>
                    <a:pt x="326" y="38"/>
                  </a:cubicBezTo>
                  <a:cubicBezTo>
                    <a:pt x="326" y="38"/>
                    <a:pt x="326" y="38"/>
                    <a:pt x="326" y="38"/>
                  </a:cubicBezTo>
                  <a:cubicBezTo>
                    <a:pt x="329" y="37"/>
                    <a:pt x="333" y="36"/>
                    <a:pt x="337" y="36"/>
                  </a:cubicBezTo>
                  <a:cubicBezTo>
                    <a:pt x="355" y="36"/>
                    <a:pt x="370" y="47"/>
                    <a:pt x="376" y="64"/>
                  </a:cubicBezTo>
                  <a:cubicBezTo>
                    <a:pt x="382" y="85"/>
                    <a:pt x="370" y="108"/>
                    <a:pt x="349" y="114"/>
                  </a:cubicBezTo>
                  <a:cubicBezTo>
                    <a:pt x="348" y="115"/>
                    <a:pt x="348" y="115"/>
                    <a:pt x="348" y="115"/>
                  </a:cubicBezTo>
                  <a:cubicBezTo>
                    <a:pt x="339" y="117"/>
                    <a:pt x="312" y="125"/>
                    <a:pt x="275" y="133"/>
                  </a:cubicBezTo>
                  <a:cubicBezTo>
                    <a:pt x="280" y="157"/>
                    <a:pt x="285" y="184"/>
                    <a:pt x="289" y="212"/>
                  </a:cubicBezTo>
                  <a:cubicBezTo>
                    <a:pt x="283" y="205"/>
                    <a:pt x="277" y="198"/>
                    <a:pt x="272" y="192"/>
                  </a:cubicBezTo>
                  <a:cubicBezTo>
                    <a:pt x="260" y="178"/>
                    <a:pt x="250" y="165"/>
                    <a:pt x="243" y="156"/>
                  </a:cubicBezTo>
                  <a:cubicBezTo>
                    <a:pt x="240" y="151"/>
                    <a:pt x="237" y="148"/>
                    <a:pt x="235" y="145"/>
                  </a:cubicBezTo>
                  <a:cubicBezTo>
                    <a:pt x="233" y="142"/>
                    <a:pt x="232" y="141"/>
                    <a:pt x="232" y="141"/>
                  </a:cubicBezTo>
                  <a:cubicBezTo>
                    <a:pt x="232" y="141"/>
                    <a:pt x="231" y="141"/>
                    <a:pt x="231" y="141"/>
                  </a:cubicBezTo>
                  <a:cubicBezTo>
                    <a:pt x="205" y="145"/>
                    <a:pt x="175" y="149"/>
                    <a:pt x="143" y="151"/>
                  </a:cubicBezTo>
                  <a:cubicBezTo>
                    <a:pt x="18" y="284"/>
                    <a:pt x="18" y="284"/>
                    <a:pt x="18" y="284"/>
                  </a:cubicBezTo>
                  <a:cubicBezTo>
                    <a:pt x="0" y="305"/>
                    <a:pt x="1" y="336"/>
                    <a:pt x="21" y="355"/>
                  </a:cubicBezTo>
                  <a:cubicBezTo>
                    <a:pt x="41" y="374"/>
                    <a:pt x="73" y="373"/>
                    <a:pt x="92" y="353"/>
                  </a:cubicBezTo>
                  <a:cubicBezTo>
                    <a:pt x="189" y="248"/>
                    <a:pt x="189" y="248"/>
                    <a:pt x="189" y="248"/>
                  </a:cubicBezTo>
                  <a:cubicBezTo>
                    <a:pt x="196" y="258"/>
                    <a:pt x="205" y="268"/>
                    <a:pt x="213" y="278"/>
                  </a:cubicBezTo>
                  <a:cubicBezTo>
                    <a:pt x="229" y="297"/>
                    <a:pt x="246" y="316"/>
                    <a:pt x="261" y="332"/>
                  </a:cubicBezTo>
                  <a:cubicBezTo>
                    <a:pt x="269" y="340"/>
                    <a:pt x="276" y="347"/>
                    <a:pt x="285" y="353"/>
                  </a:cubicBezTo>
                  <a:cubicBezTo>
                    <a:pt x="289" y="356"/>
                    <a:pt x="293" y="359"/>
                    <a:pt x="299" y="362"/>
                  </a:cubicBezTo>
                  <a:cubicBezTo>
                    <a:pt x="305" y="365"/>
                    <a:pt x="312" y="370"/>
                    <a:pt x="327" y="370"/>
                  </a:cubicBezTo>
                  <a:cubicBezTo>
                    <a:pt x="327" y="370"/>
                    <a:pt x="327" y="370"/>
                    <a:pt x="328" y="370"/>
                  </a:cubicBezTo>
                  <a:cubicBezTo>
                    <a:pt x="329" y="370"/>
                    <a:pt x="330" y="370"/>
                    <a:pt x="331" y="370"/>
                  </a:cubicBezTo>
                  <a:cubicBezTo>
                    <a:pt x="334" y="370"/>
                    <a:pt x="337" y="370"/>
                    <a:pt x="340" y="370"/>
                  </a:cubicBezTo>
                  <a:cubicBezTo>
                    <a:pt x="377" y="370"/>
                    <a:pt x="421" y="364"/>
                    <a:pt x="434" y="299"/>
                  </a:cubicBezTo>
                  <a:cubicBezTo>
                    <a:pt x="444" y="211"/>
                    <a:pt x="438" y="158"/>
                    <a:pt x="411" y="77"/>
                  </a:cubicBezTo>
                  <a:cubicBezTo>
                    <a:pt x="391" y="19"/>
                    <a:pt x="341" y="0"/>
                    <a:pt x="307"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48"/>
            <p:cNvSpPr>
              <a:spLocks/>
            </p:cNvSpPr>
            <p:nvPr/>
          </p:nvSpPr>
          <p:spPr bwMode="auto">
            <a:xfrm>
              <a:off x="3992563" y="4364038"/>
              <a:ext cx="641350" cy="198438"/>
            </a:xfrm>
            <a:custGeom>
              <a:avLst/>
              <a:gdLst>
                <a:gd name="T0" fmla="*/ 314 w 340"/>
                <a:gd name="T1" fmla="*/ 67 h 105"/>
                <a:gd name="T2" fmla="*/ 335 w 340"/>
                <a:gd name="T3" fmla="*/ 27 h 105"/>
                <a:gd name="T4" fmla="*/ 295 w 340"/>
                <a:gd name="T5" fmla="*/ 6 h 105"/>
                <a:gd name="T6" fmla="*/ 294 w 340"/>
                <a:gd name="T7" fmla="*/ 6 h 105"/>
                <a:gd name="T8" fmla="*/ 234 w 340"/>
                <a:gd name="T9" fmla="*/ 21 h 105"/>
                <a:gd name="T10" fmla="*/ 49 w 340"/>
                <a:gd name="T11" fmla="*/ 41 h 105"/>
                <a:gd name="T12" fmla="*/ 33 w 340"/>
                <a:gd name="T13" fmla="*/ 41 h 105"/>
                <a:gd name="T14" fmla="*/ 1 w 340"/>
                <a:gd name="T15" fmla="*/ 72 h 105"/>
                <a:gd name="T16" fmla="*/ 32 w 340"/>
                <a:gd name="T17" fmla="*/ 105 h 105"/>
                <a:gd name="T18" fmla="*/ 49 w 340"/>
                <a:gd name="T19" fmla="*/ 105 h 105"/>
                <a:gd name="T20" fmla="*/ 118 w 340"/>
                <a:gd name="T21" fmla="*/ 102 h 105"/>
                <a:gd name="T22" fmla="*/ 192 w 340"/>
                <a:gd name="T23" fmla="*/ 94 h 105"/>
                <a:gd name="T24" fmla="*/ 240 w 340"/>
                <a:gd name="T25" fmla="*/ 85 h 105"/>
                <a:gd name="T26" fmla="*/ 314 w 340"/>
                <a:gd name="T27" fmla="*/ 6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0" h="105">
                  <a:moveTo>
                    <a:pt x="314" y="67"/>
                  </a:moveTo>
                  <a:cubicBezTo>
                    <a:pt x="331" y="61"/>
                    <a:pt x="340" y="43"/>
                    <a:pt x="335" y="27"/>
                  </a:cubicBezTo>
                  <a:cubicBezTo>
                    <a:pt x="330" y="10"/>
                    <a:pt x="312" y="0"/>
                    <a:pt x="295" y="6"/>
                  </a:cubicBezTo>
                  <a:cubicBezTo>
                    <a:pt x="295" y="6"/>
                    <a:pt x="295" y="6"/>
                    <a:pt x="294" y="6"/>
                  </a:cubicBezTo>
                  <a:cubicBezTo>
                    <a:pt x="289" y="7"/>
                    <a:pt x="267" y="14"/>
                    <a:pt x="234" y="21"/>
                  </a:cubicBezTo>
                  <a:cubicBezTo>
                    <a:pt x="188" y="30"/>
                    <a:pt x="120" y="41"/>
                    <a:pt x="49" y="41"/>
                  </a:cubicBezTo>
                  <a:cubicBezTo>
                    <a:pt x="44" y="41"/>
                    <a:pt x="39" y="41"/>
                    <a:pt x="33" y="41"/>
                  </a:cubicBezTo>
                  <a:cubicBezTo>
                    <a:pt x="16" y="41"/>
                    <a:pt x="1" y="55"/>
                    <a:pt x="1" y="72"/>
                  </a:cubicBezTo>
                  <a:cubicBezTo>
                    <a:pt x="0" y="90"/>
                    <a:pt x="14" y="105"/>
                    <a:pt x="32" y="105"/>
                  </a:cubicBezTo>
                  <a:cubicBezTo>
                    <a:pt x="38" y="105"/>
                    <a:pt x="44" y="105"/>
                    <a:pt x="49" y="105"/>
                  </a:cubicBezTo>
                  <a:cubicBezTo>
                    <a:pt x="73" y="105"/>
                    <a:pt x="96" y="104"/>
                    <a:pt x="118" y="102"/>
                  </a:cubicBezTo>
                  <a:cubicBezTo>
                    <a:pt x="144" y="100"/>
                    <a:pt x="169" y="97"/>
                    <a:pt x="192" y="94"/>
                  </a:cubicBezTo>
                  <a:cubicBezTo>
                    <a:pt x="209" y="91"/>
                    <a:pt x="226" y="88"/>
                    <a:pt x="240" y="85"/>
                  </a:cubicBezTo>
                  <a:cubicBezTo>
                    <a:pt x="285" y="76"/>
                    <a:pt x="313" y="67"/>
                    <a:pt x="314"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2" name="组合 61"/>
          <p:cNvGrpSpPr/>
          <p:nvPr/>
        </p:nvGrpSpPr>
        <p:grpSpPr>
          <a:xfrm>
            <a:off x="2710283" y="3745210"/>
            <a:ext cx="523572" cy="1043011"/>
            <a:chOff x="2901950" y="3784600"/>
            <a:chExt cx="603250" cy="1201738"/>
          </a:xfrm>
          <a:solidFill>
            <a:schemeClr val="tx1">
              <a:lumMod val="65000"/>
              <a:lumOff val="35000"/>
            </a:schemeClr>
          </a:solidFill>
        </p:grpSpPr>
        <p:sp>
          <p:nvSpPr>
            <p:cNvPr id="63" name="Freeform 49"/>
            <p:cNvSpPr>
              <a:spLocks/>
            </p:cNvSpPr>
            <p:nvPr/>
          </p:nvSpPr>
          <p:spPr bwMode="auto">
            <a:xfrm>
              <a:off x="3054350" y="3784600"/>
              <a:ext cx="371475" cy="373063"/>
            </a:xfrm>
            <a:custGeom>
              <a:avLst/>
              <a:gdLst>
                <a:gd name="T0" fmla="*/ 79 w 198"/>
                <a:gd name="T1" fmla="*/ 11 h 198"/>
                <a:gd name="T2" fmla="*/ 11 w 198"/>
                <a:gd name="T3" fmla="*/ 119 h 198"/>
                <a:gd name="T4" fmla="*/ 119 w 198"/>
                <a:gd name="T5" fmla="*/ 187 h 198"/>
                <a:gd name="T6" fmla="*/ 187 w 198"/>
                <a:gd name="T7" fmla="*/ 79 h 198"/>
                <a:gd name="T8" fmla="*/ 79 w 198"/>
                <a:gd name="T9" fmla="*/ 11 h 198"/>
              </a:gdLst>
              <a:ahLst/>
              <a:cxnLst>
                <a:cxn ang="0">
                  <a:pos x="T0" y="T1"/>
                </a:cxn>
                <a:cxn ang="0">
                  <a:pos x="T2" y="T3"/>
                </a:cxn>
                <a:cxn ang="0">
                  <a:pos x="T4" y="T5"/>
                </a:cxn>
                <a:cxn ang="0">
                  <a:pos x="T6" y="T7"/>
                </a:cxn>
                <a:cxn ang="0">
                  <a:pos x="T8" y="T9"/>
                </a:cxn>
              </a:cxnLst>
              <a:rect l="0" t="0" r="r" b="b"/>
              <a:pathLst>
                <a:path w="198" h="198">
                  <a:moveTo>
                    <a:pt x="79" y="11"/>
                  </a:moveTo>
                  <a:cubicBezTo>
                    <a:pt x="30" y="23"/>
                    <a:pt x="0" y="71"/>
                    <a:pt x="11" y="119"/>
                  </a:cubicBezTo>
                  <a:cubicBezTo>
                    <a:pt x="23" y="168"/>
                    <a:pt x="71" y="198"/>
                    <a:pt x="119" y="187"/>
                  </a:cubicBezTo>
                  <a:cubicBezTo>
                    <a:pt x="168" y="175"/>
                    <a:pt x="198" y="127"/>
                    <a:pt x="187" y="79"/>
                  </a:cubicBezTo>
                  <a:cubicBezTo>
                    <a:pt x="175" y="30"/>
                    <a:pt x="127" y="0"/>
                    <a:pt x="79"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50"/>
            <p:cNvSpPr>
              <a:spLocks/>
            </p:cNvSpPr>
            <p:nvPr/>
          </p:nvSpPr>
          <p:spPr bwMode="auto">
            <a:xfrm>
              <a:off x="2901950" y="4157663"/>
              <a:ext cx="603250" cy="828675"/>
            </a:xfrm>
            <a:custGeom>
              <a:avLst/>
              <a:gdLst>
                <a:gd name="T0" fmla="*/ 184 w 321"/>
                <a:gd name="T1" fmla="*/ 8 h 440"/>
                <a:gd name="T2" fmla="*/ 146 w 321"/>
                <a:gd name="T3" fmla="*/ 104 h 440"/>
                <a:gd name="T4" fmla="*/ 166 w 321"/>
                <a:gd name="T5" fmla="*/ 212 h 440"/>
                <a:gd name="T6" fmla="*/ 181 w 321"/>
                <a:gd name="T7" fmla="*/ 138 h 440"/>
                <a:gd name="T8" fmla="*/ 176 w 321"/>
                <a:gd name="T9" fmla="*/ 86 h 440"/>
                <a:gd name="T10" fmla="*/ 204 w 321"/>
                <a:gd name="T11" fmla="*/ 37 h 440"/>
                <a:gd name="T12" fmla="*/ 214 w 321"/>
                <a:gd name="T13" fmla="*/ 36 h 440"/>
                <a:gd name="T14" fmla="*/ 253 w 321"/>
                <a:gd name="T15" fmla="*/ 65 h 440"/>
                <a:gd name="T16" fmla="*/ 253 w 321"/>
                <a:gd name="T17" fmla="*/ 65 h 440"/>
                <a:gd name="T18" fmla="*/ 253 w 321"/>
                <a:gd name="T19" fmla="*/ 66 h 440"/>
                <a:gd name="T20" fmla="*/ 261 w 321"/>
                <a:gd name="T21" fmla="*/ 138 h 440"/>
                <a:gd name="T22" fmla="*/ 242 w 321"/>
                <a:gd name="T23" fmla="*/ 237 h 440"/>
                <a:gd name="T24" fmla="*/ 222 w 321"/>
                <a:gd name="T25" fmla="*/ 272 h 440"/>
                <a:gd name="T26" fmla="*/ 167 w 321"/>
                <a:gd name="T27" fmla="*/ 320 h 440"/>
                <a:gd name="T28" fmla="*/ 155 w 321"/>
                <a:gd name="T29" fmla="*/ 327 h 440"/>
                <a:gd name="T30" fmla="*/ 49 w 321"/>
                <a:gd name="T31" fmla="*/ 350 h 440"/>
                <a:gd name="T32" fmla="*/ 48 w 321"/>
                <a:gd name="T33" fmla="*/ 350 h 440"/>
                <a:gd name="T34" fmla="*/ 30 w 321"/>
                <a:gd name="T35" fmla="*/ 346 h 440"/>
                <a:gd name="T36" fmla="*/ 5 w 321"/>
                <a:gd name="T37" fmla="*/ 401 h 440"/>
                <a:gd name="T38" fmla="*/ 54 w 321"/>
                <a:gd name="T39" fmla="*/ 440 h 440"/>
                <a:gd name="T40" fmla="*/ 270 w 321"/>
                <a:gd name="T41" fmla="*/ 440 h 440"/>
                <a:gd name="T42" fmla="*/ 320 w 321"/>
                <a:gd name="T43" fmla="*/ 390 h 440"/>
                <a:gd name="T44" fmla="*/ 290 w 321"/>
                <a:gd name="T45" fmla="*/ 344 h 440"/>
                <a:gd name="T46" fmla="*/ 311 w 321"/>
                <a:gd name="T47" fmla="*/ 299 h 440"/>
                <a:gd name="T48" fmla="*/ 288 w 321"/>
                <a:gd name="T49" fmla="*/ 77 h 440"/>
                <a:gd name="T50" fmla="*/ 184 w 321"/>
                <a:gd name="T51" fmla="*/ 8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21" h="440">
                  <a:moveTo>
                    <a:pt x="184" y="8"/>
                  </a:moveTo>
                  <a:cubicBezTo>
                    <a:pt x="150" y="17"/>
                    <a:pt x="135" y="65"/>
                    <a:pt x="146" y="104"/>
                  </a:cubicBezTo>
                  <a:cubicBezTo>
                    <a:pt x="152" y="135"/>
                    <a:pt x="161" y="172"/>
                    <a:pt x="166" y="212"/>
                  </a:cubicBezTo>
                  <a:cubicBezTo>
                    <a:pt x="179" y="186"/>
                    <a:pt x="182" y="156"/>
                    <a:pt x="181" y="138"/>
                  </a:cubicBezTo>
                  <a:cubicBezTo>
                    <a:pt x="182" y="109"/>
                    <a:pt x="176" y="86"/>
                    <a:pt x="176" y="86"/>
                  </a:cubicBezTo>
                  <a:cubicBezTo>
                    <a:pt x="170" y="64"/>
                    <a:pt x="183" y="43"/>
                    <a:pt x="204" y="37"/>
                  </a:cubicBezTo>
                  <a:cubicBezTo>
                    <a:pt x="207" y="36"/>
                    <a:pt x="211" y="36"/>
                    <a:pt x="214" y="36"/>
                  </a:cubicBezTo>
                  <a:cubicBezTo>
                    <a:pt x="232" y="36"/>
                    <a:pt x="248" y="48"/>
                    <a:pt x="253" y="65"/>
                  </a:cubicBezTo>
                  <a:cubicBezTo>
                    <a:pt x="253" y="65"/>
                    <a:pt x="253" y="65"/>
                    <a:pt x="253" y="65"/>
                  </a:cubicBezTo>
                  <a:cubicBezTo>
                    <a:pt x="253" y="66"/>
                    <a:pt x="253" y="66"/>
                    <a:pt x="253" y="66"/>
                  </a:cubicBezTo>
                  <a:cubicBezTo>
                    <a:pt x="255" y="74"/>
                    <a:pt x="261" y="102"/>
                    <a:pt x="261" y="138"/>
                  </a:cubicBezTo>
                  <a:cubicBezTo>
                    <a:pt x="261" y="175"/>
                    <a:pt x="255" y="209"/>
                    <a:pt x="242" y="237"/>
                  </a:cubicBezTo>
                  <a:cubicBezTo>
                    <a:pt x="237" y="248"/>
                    <a:pt x="231" y="260"/>
                    <a:pt x="222" y="272"/>
                  </a:cubicBezTo>
                  <a:cubicBezTo>
                    <a:pt x="209" y="289"/>
                    <a:pt x="192" y="306"/>
                    <a:pt x="167" y="320"/>
                  </a:cubicBezTo>
                  <a:cubicBezTo>
                    <a:pt x="163" y="322"/>
                    <a:pt x="159" y="325"/>
                    <a:pt x="155" y="327"/>
                  </a:cubicBezTo>
                  <a:cubicBezTo>
                    <a:pt x="125" y="341"/>
                    <a:pt x="90" y="349"/>
                    <a:pt x="49" y="350"/>
                  </a:cubicBezTo>
                  <a:cubicBezTo>
                    <a:pt x="49" y="350"/>
                    <a:pt x="49" y="350"/>
                    <a:pt x="48" y="350"/>
                  </a:cubicBezTo>
                  <a:cubicBezTo>
                    <a:pt x="42" y="350"/>
                    <a:pt x="36" y="349"/>
                    <a:pt x="30" y="346"/>
                  </a:cubicBezTo>
                  <a:cubicBezTo>
                    <a:pt x="11" y="357"/>
                    <a:pt x="0" y="379"/>
                    <a:pt x="5" y="401"/>
                  </a:cubicBezTo>
                  <a:cubicBezTo>
                    <a:pt x="11" y="424"/>
                    <a:pt x="31" y="440"/>
                    <a:pt x="54" y="440"/>
                  </a:cubicBezTo>
                  <a:cubicBezTo>
                    <a:pt x="270" y="440"/>
                    <a:pt x="270" y="440"/>
                    <a:pt x="270" y="440"/>
                  </a:cubicBezTo>
                  <a:cubicBezTo>
                    <a:pt x="298" y="440"/>
                    <a:pt x="320" y="418"/>
                    <a:pt x="320" y="390"/>
                  </a:cubicBezTo>
                  <a:cubicBezTo>
                    <a:pt x="320" y="370"/>
                    <a:pt x="308" y="352"/>
                    <a:pt x="290" y="344"/>
                  </a:cubicBezTo>
                  <a:cubicBezTo>
                    <a:pt x="299" y="334"/>
                    <a:pt x="307" y="319"/>
                    <a:pt x="311" y="299"/>
                  </a:cubicBezTo>
                  <a:cubicBezTo>
                    <a:pt x="321" y="210"/>
                    <a:pt x="315" y="158"/>
                    <a:pt x="288" y="77"/>
                  </a:cubicBezTo>
                  <a:cubicBezTo>
                    <a:pt x="268" y="18"/>
                    <a:pt x="218" y="0"/>
                    <a:pt x="184"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51"/>
            <p:cNvSpPr>
              <a:spLocks/>
            </p:cNvSpPr>
            <p:nvPr/>
          </p:nvSpPr>
          <p:spPr bwMode="auto">
            <a:xfrm>
              <a:off x="2928938" y="4232275"/>
              <a:ext cx="449263" cy="569913"/>
            </a:xfrm>
            <a:custGeom>
              <a:avLst/>
              <a:gdLst>
                <a:gd name="T0" fmla="*/ 34 w 238"/>
                <a:gd name="T1" fmla="*/ 302 h 302"/>
                <a:gd name="T2" fmla="*/ 136 w 238"/>
                <a:gd name="T3" fmla="*/ 279 h 302"/>
                <a:gd name="T4" fmla="*/ 152 w 238"/>
                <a:gd name="T5" fmla="*/ 271 h 302"/>
                <a:gd name="T6" fmla="*/ 199 w 238"/>
                <a:gd name="T7" fmla="*/ 229 h 302"/>
                <a:gd name="T8" fmla="*/ 220 w 238"/>
                <a:gd name="T9" fmla="*/ 194 h 302"/>
                <a:gd name="T10" fmla="*/ 238 w 238"/>
                <a:gd name="T11" fmla="*/ 98 h 302"/>
                <a:gd name="T12" fmla="*/ 230 w 238"/>
                <a:gd name="T13" fmla="*/ 27 h 302"/>
                <a:gd name="T14" fmla="*/ 191 w 238"/>
                <a:gd name="T15" fmla="*/ 5 h 302"/>
                <a:gd name="T16" fmla="*/ 168 w 238"/>
                <a:gd name="T17" fmla="*/ 44 h 302"/>
                <a:gd name="T18" fmla="*/ 168 w 238"/>
                <a:gd name="T19" fmla="*/ 44 h 302"/>
                <a:gd name="T20" fmla="*/ 174 w 238"/>
                <a:gd name="T21" fmla="*/ 98 h 302"/>
                <a:gd name="T22" fmla="*/ 152 w 238"/>
                <a:gd name="T23" fmla="*/ 185 h 302"/>
                <a:gd name="T24" fmla="*/ 149 w 238"/>
                <a:gd name="T25" fmla="*/ 189 h 302"/>
                <a:gd name="T26" fmla="*/ 109 w 238"/>
                <a:gd name="T27" fmla="*/ 222 h 302"/>
                <a:gd name="T28" fmla="*/ 32 w 238"/>
                <a:gd name="T29" fmla="*/ 238 h 302"/>
                <a:gd name="T30" fmla="*/ 1 w 238"/>
                <a:gd name="T31" fmla="*/ 271 h 302"/>
                <a:gd name="T32" fmla="*/ 25 w 238"/>
                <a:gd name="T33" fmla="*/ 301 h 302"/>
                <a:gd name="T34" fmla="*/ 33 w 238"/>
                <a:gd name="T35" fmla="*/ 302 h 302"/>
                <a:gd name="T36" fmla="*/ 34 w 238"/>
                <a:gd name="T37" fmla="*/ 302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8" h="302">
                  <a:moveTo>
                    <a:pt x="34" y="302"/>
                  </a:moveTo>
                  <a:cubicBezTo>
                    <a:pt x="75" y="301"/>
                    <a:pt x="108" y="293"/>
                    <a:pt x="136" y="279"/>
                  </a:cubicBezTo>
                  <a:cubicBezTo>
                    <a:pt x="142" y="277"/>
                    <a:pt x="147" y="274"/>
                    <a:pt x="152" y="271"/>
                  </a:cubicBezTo>
                  <a:cubicBezTo>
                    <a:pt x="171" y="259"/>
                    <a:pt x="187" y="245"/>
                    <a:pt x="199" y="229"/>
                  </a:cubicBezTo>
                  <a:cubicBezTo>
                    <a:pt x="208" y="218"/>
                    <a:pt x="214" y="206"/>
                    <a:pt x="220" y="194"/>
                  </a:cubicBezTo>
                  <a:cubicBezTo>
                    <a:pt x="235" y="161"/>
                    <a:pt x="238" y="127"/>
                    <a:pt x="238" y="98"/>
                  </a:cubicBezTo>
                  <a:cubicBezTo>
                    <a:pt x="238" y="58"/>
                    <a:pt x="231" y="29"/>
                    <a:pt x="230" y="27"/>
                  </a:cubicBezTo>
                  <a:cubicBezTo>
                    <a:pt x="226" y="10"/>
                    <a:pt x="208" y="0"/>
                    <a:pt x="191" y="5"/>
                  </a:cubicBezTo>
                  <a:cubicBezTo>
                    <a:pt x="174" y="9"/>
                    <a:pt x="164" y="27"/>
                    <a:pt x="168" y="44"/>
                  </a:cubicBezTo>
                  <a:cubicBezTo>
                    <a:pt x="168" y="44"/>
                    <a:pt x="168" y="44"/>
                    <a:pt x="168" y="44"/>
                  </a:cubicBezTo>
                  <a:cubicBezTo>
                    <a:pt x="169" y="45"/>
                    <a:pt x="175" y="69"/>
                    <a:pt x="174" y="98"/>
                  </a:cubicBezTo>
                  <a:cubicBezTo>
                    <a:pt x="175" y="127"/>
                    <a:pt x="169" y="160"/>
                    <a:pt x="152" y="185"/>
                  </a:cubicBezTo>
                  <a:cubicBezTo>
                    <a:pt x="151" y="186"/>
                    <a:pt x="150" y="187"/>
                    <a:pt x="149" y="189"/>
                  </a:cubicBezTo>
                  <a:cubicBezTo>
                    <a:pt x="140" y="202"/>
                    <a:pt x="127" y="213"/>
                    <a:pt x="109" y="222"/>
                  </a:cubicBezTo>
                  <a:cubicBezTo>
                    <a:pt x="90" y="230"/>
                    <a:pt x="65" y="237"/>
                    <a:pt x="32" y="238"/>
                  </a:cubicBezTo>
                  <a:cubicBezTo>
                    <a:pt x="14" y="239"/>
                    <a:pt x="0" y="253"/>
                    <a:pt x="1" y="271"/>
                  </a:cubicBezTo>
                  <a:cubicBezTo>
                    <a:pt x="2" y="286"/>
                    <a:pt x="12" y="298"/>
                    <a:pt x="25" y="301"/>
                  </a:cubicBezTo>
                  <a:cubicBezTo>
                    <a:pt x="28" y="302"/>
                    <a:pt x="30" y="302"/>
                    <a:pt x="33" y="302"/>
                  </a:cubicBezTo>
                  <a:cubicBezTo>
                    <a:pt x="33" y="302"/>
                    <a:pt x="34" y="302"/>
                    <a:pt x="34" y="3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6" name="组合 65"/>
          <p:cNvGrpSpPr/>
          <p:nvPr/>
        </p:nvGrpSpPr>
        <p:grpSpPr>
          <a:xfrm>
            <a:off x="4564830" y="4029041"/>
            <a:ext cx="1380577" cy="759180"/>
            <a:chOff x="5038725" y="4111625"/>
            <a:chExt cx="1590676" cy="874713"/>
          </a:xfrm>
          <a:solidFill>
            <a:schemeClr val="tx1">
              <a:lumMod val="65000"/>
              <a:lumOff val="35000"/>
            </a:schemeClr>
          </a:solidFill>
        </p:grpSpPr>
        <p:sp>
          <p:nvSpPr>
            <p:cNvPr id="67" name="Freeform 52"/>
            <p:cNvSpPr>
              <a:spLocks/>
            </p:cNvSpPr>
            <p:nvPr/>
          </p:nvSpPr>
          <p:spPr bwMode="auto">
            <a:xfrm>
              <a:off x="6240463" y="4111625"/>
              <a:ext cx="388938" cy="388938"/>
            </a:xfrm>
            <a:custGeom>
              <a:avLst/>
              <a:gdLst>
                <a:gd name="T0" fmla="*/ 57 w 206"/>
                <a:gd name="T1" fmla="*/ 26 h 206"/>
                <a:gd name="T2" fmla="*/ 26 w 206"/>
                <a:gd name="T3" fmla="*/ 149 h 206"/>
                <a:gd name="T4" fmla="*/ 149 w 206"/>
                <a:gd name="T5" fmla="*/ 181 h 206"/>
                <a:gd name="T6" fmla="*/ 181 w 206"/>
                <a:gd name="T7" fmla="*/ 57 h 206"/>
                <a:gd name="T8" fmla="*/ 57 w 206"/>
                <a:gd name="T9" fmla="*/ 26 h 206"/>
              </a:gdLst>
              <a:ahLst/>
              <a:cxnLst>
                <a:cxn ang="0">
                  <a:pos x="T0" y="T1"/>
                </a:cxn>
                <a:cxn ang="0">
                  <a:pos x="T2" y="T3"/>
                </a:cxn>
                <a:cxn ang="0">
                  <a:pos x="T4" y="T5"/>
                </a:cxn>
                <a:cxn ang="0">
                  <a:pos x="T6" y="T7"/>
                </a:cxn>
                <a:cxn ang="0">
                  <a:pos x="T8" y="T9"/>
                </a:cxn>
              </a:cxnLst>
              <a:rect l="0" t="0" r="r" b="b"/>
              <a:pathLst>
                <a:path w="206" h="206">
                  <a:moveTo>
                    <a:pt x="57" y="26"/>
                  </a:moveTo>
                  <a:cubicBezTo>
                    <a:pt x="15" y="51"/>
                    <a:pt x="0" y="106"/>
                    <a:pt x="26" y="149"/>
                  </a:cubicBezTo>
                  <a:cubicBezTo>
                    <a:pt x="51" y="192"/>
                    <a:pt x="106" y="206"/>
                    <a:pt x="149" y="181"/>
                  </a:cubicBezTo>
                  <a:cubicBezTo>
                    <a:pt x="192" y="155"/>
                    <a:pt x="206" y="100"/>
                    <a:pt x="181" y="57"/>
                  </a:cubicBezTo>
                  <a:cubicBezTo>
                    <a:pt x="155" y="15"/>
                    <a:pt x="100" y="0"/>
                    <a:pt x="57"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53"/>
            <p:cNvSpPr>
              <a:spLocks noEditPoints="1"/>
            </p:cNvSpPr>
            <p:nvPr/>
          </p:nvSpPr>
          <p:spPr bwMode="auto">
            <a:xfrm>
              <a:off x="5038725" y="4270375"/>
              <a:ext cx="1435100" cy="715963"/>
            </a:xfrm>
            <a:custGeom>
              <a:avLst/>
              <a:gdLst>
                <a:gd name="T0" fmla="*/ 294 w 763"/>
                <a:gd name="T1" fmla="*/ 78 h 380"/>
                <a:gd name="T2" fmla="*/ 298 w 763"/>
                <a:gd name="T3" fmla="*/ 85 h 380"/>
                <a:gd name="T4" fmla="*/ 289 w 763"/>
                <a:gd name="T5" fmla="*/ 86 h 380"/>
                <a:gd name="T6" fmla="*/ 253 w 763"/>
                <a:gd name="T7" fmla="*/ 112 h 380"/>
                <a:gd name="T8" fmla="*/ 166 w 763"/>
                <a:gd name="T9" fmla="*/ 280 h 380"/>
                <a:gd name="T10" fmla="*/ 50 w 763"/>
                <a:gd name="T11" fmla="*/ 280 h 380"/>
                <a:gd name="T12" fmla="*/ 0 w 763"/>
                <a:gd name="T13" fmla="*/ 330 h 380"/>
                <a:gd name="T14" fmla="*/ 50 w 763"/>
                <a:gd name="T15" fmla="*/ 380 h 380"/>
                <a:gd name="T16" fmla="*/ 419 w 763"/>
                <a:gd name="T17" fmla="*/ 380 h 380"/>
                <a:gd name="T18" fmla="*/ 430 w 763"/>
                <a:gd name="T19" fmla="*/ 378 h 380"/>
                <a:gd name="T20" fmla="*/ 442 w 763"/>
                <a:gd name="T21" fmla="*/ 376 h 380"/>
                <a:gd name="T22" fmla="*/ 519 w 763"/>
                <a:gd name="T23" fmla="*/ 346 h 380"/>
                <a:gd name="T24" fmla="*/ 519 w 763"/>
                <a:gd name="T25" fmla="*/ 348 h 380"/>
                <a:gd name="T26" fmla="*/ 551 w 763"/>
                <a:gd name="T27" fmla="*/ 380 h 380"/>
                <a:gd name="T28" fmla="*/ 730 w 763"/>
                <a:gd name="T29" fmla="*/ 380 h 380"/>
                <a:gd name="T30" fmla="*/ 755 w 763"/>
                <a:gd name="T31" fmla="*/ 369 h 380"/>
                <a:gd name="T32" fmla="*/ 762 w 763"/>
                <a:gd name="T33" fmla="*/ 343 h 380"/>
                <a:gd name="T34" fmla="*/ 740 w 763"/>
                <a:gd name="T35" fmla="*/ 187 h 380"/>
                <a:gd name="T36" fmla="*/ 727 w 763"/>
                <a:gd name="T37" fmla="*/ 149 h 380"/>
                <a:gd name="T38" fmla="*/ 619 w 763"/>
                <a:gd name="T39" fmla="*/ 44 h 380"/>
                <a:gd name="T40" fmla="*/ 610 w 763"/>
                <a:gd name="T41" fmla="*/ 39 h 380"/>
                <a:gd name="T42" fmla="*/ 468 w 763"/>
                <a:gd name="T43" fmla="*/ 0 h 380"/>
                <a:gd name="T44" fmla="*/ 310 w 763"/>
                <a:gd name="T45" fmla="*/ 36 h 380"/>
                <a:gd name="T46" fmla="*/ 294 w 763"/>
                <a:gd name="T47" fmla="*/ 78 h 380"/>
                <a:gd name="T48" fmla="*/ 279 w 763"/>
                <a:gd name="T49" fmla="*/ 280 h 380"/>
                <a:gd name="T50" fmla="*/ 311 w 763"/>
                <a:gd name="T51" fmla="*/ 217 h 380"/>
                <a:gd name="T52" fmla="*/ 365 w 763"/>
                <a:gd name="T53" fmla="*/ 269 h 380"/>
                <a:gd name="T54" fmla="*/ 369 w 763"/>
                <a:gd name="T55" fmla="*/ 280 h 380"/>
                <a:gd name="T56" fmla="*/ 279 w 763"/>
                <a:gd name="T57" fmla="*/ 280 h 380"/>
                <a:gd name="T58" fmla="*/ 587 w 763"/>
                <a:gd name="T59" fmla="*/ 316 h 380"/>
                <a:gd name="T60" fmla="*/ 685 w 763"/>
                <a:gd name="T61" fmla="*/ 256 h 380"/>
                <a:gd name="T62" fmla="*/ 693 w 763"/>
                <a:gd name="T63" fmla="*/ 316 h 380"/>
                <a:gd name="T64" fmla="*/ 587 w 763"/>
                <a:gd name="T65" fmla="*/ 316 h 380"/>
                <a:gd name="T66" fmla="*/ 336 w 763"/>
                <a:gd name="T67" fmla="*/ 94 h 380"/>
                <a:gd name="T68" fmla="*/ 468 w 763"/>
                <a:gd name="T69" fmla="*/ 64 h 380"/>
                <a:gd name="T70" fmla="*/ 546 w 763"/>
                <a:gd name="T71" fmla="*/ 78 h 380"/>
                <a:gd name="T72" fmla="*/ 422 w 763"/>
                <a:gd name="T73" fmla="*/ 186 h 380"/>
                <a:gd name="T74" fmla="*/ 332 w 763"/>
                <a:gd name="T75" fmla="*/ 99 h 380"/>
                <a:gd name="T76" fmla="*/ 329 w 763"/>
                <a:gd name="T77" fmla="*/ 96 h 380"/>
                <a:gd name="T78" fmla="*/ 336 w 763"/>
                <a:gd name="T79" fmla="*/ 94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63" h="380">
                  <a:moveTo>
                    <a:pt x="294" y="78"/>
                  </a:moveTo>
                  <a:cubicBezTo>
                    <a:pt x="295" y="81"/>
                    <a:pt x="296" y="83"/>
                    <a:pt x="298" y="85"/>
                  </a:cubicBezTo>
                  <a:cubicBezTo>
                    <a:pt x="295" y="85"/>
                    <a:pt x="292" y="85"/>
                    <a:pt x="289" y="86"/>
                  </a:cubicBezTo>
                  <a:cubicBezTo>
                    <a:pt x="273" y="88"/>
                    <a:pt x="260" y="98"/>
                    <a:pt x="253" y="112"/>
                  </a:cubicBezTo>
                  <a:cubicBezTo>
                    <a:pt x="166" y="280"/>
                    <a:pt x="166" y="280"/>
                    <a:pt x="166" y="280"/>
                  </a:cubicBezTo>
                  <a:cubicBezTo>
                    <a:pt x="50" y="280"/>
                    <a:pt x="50" y="280"/>
                    <a:pt x="50" y="280"/>
                  </a:cubicBezTo>
                  <a:cubicBezTo>
                    <a:pt x="22" y="280"/>
                    <a:pt x="0" y="302"/>
                    <a:pt x="0" y="330"/>
                  </a:cubicBezTo>
                  <a:cubicBezTo>
                    <a:pt x="0" y="357"/>
                    <a:pt x="22" y="380"/>
                    <a:pt x="50" y="380"/>
                  </a:cubicBezTo>
                  <a:cubicBezTo>
                    <a:pt x="419" y="380"/>
                    <a:pt x="419" y="380"/>
                    <a:pt x="419" y="380"/>
                  </a:cubicBezTo>
                  <a:cubicBezTo>
                    <a:pt x="423" y="380"/>
                    <a:pt x="427" y="379"/>
                    <a:pt x="430" y="378"/>
                  </a:cubicBezTo>
                  <a:cubicBezTo>
                    <a:pt x="434" y="378"/>
                    <a:pt x="438" y="377"/>
                    <a:pt x="442" y="376"/>
                  </a:cubicBezTo>
                  <a:cubicBezTo>
                    <a:pt x="468" y="366"/>
                    <a:pt x="494" y="357"/>
                    <a:pt x="519" y="346"/>
                  </a:cubicBezTo>
                  <a:cubicBezTo>
                    <a:pt x="519" y="347"/>
                    <a:pt x="519" y="347"/>
                    <a:pt x="519" y="348"/>
                  </a:cubicBezTo>
                  <a:cubicBezTo>
                    <a:pt x="519" y="366"/>
                    <a:pt x="533" y="380"/>
                    <a:pt x="551" y="380"/>
                  </a:cubicBezTo>
                  <a:cubicBezTo>
                    <a:pt x="730" y="380"/>
                    <a:pt x="730" y="380"/>
                    <a:pt x="730" y="380"/>
                  </a:cubicBezTo>
                  <a:cubicBezTo>
                    <a:pt x="740" y="380"/>
                    <a:pt x="748" y="376"/>
                    <a:pt x="755" y="369"/>
                  </a:cubicBezTo>
                  <a:cubicBezTo>
                    <a:pt x="761" y="362"/>
                    <a:pt x="763" y="353"/>
                    <a:pt x="762" y="343"/>
                  </a:cubicBezTo>
                  <a:cubicBezTo>
                    <a:pt x="740" y="187"/>
                    <a:pt x="740" y="187"/>
                    <a:pt x="740" y="187"/>
                  </a:cubicBezTo>
                  <a:cubicBezTo>
                    <a:pt x="739" y="171"/>
                    <a:pt x="734" y="155"/>
                    <a:pt x="727" y="149"/>
                  </a:cubicBezTo>
                  <a:cubicBezTo>
                    <a:pt x="691" y="114"/>
                    <a:pt x="655" y="79"/>
                    <a:pt x="619" y="44"/>
                  </a:cubicBezTo>
                  <a:cubicBezTo>
                    <a:pt x="616" y="42"/>
                    <a:pt x="614" y="40"/>
                    <a:pt x="610" y="39"/>
                  </a:cubicBezTo>
                  <a:cubicBezTo>
                    <a:pt x="595" y="28"/>
                    <a:pt x="546" y="0"/>
                    <a:pt x="468" y="0"/>
                  </a:cubicBezTo>
                  <a:cubicBezTo>
                    <a:pt x="424" y="0"/>
                    <a:pt x="371" y="9"/>
                    <a:pt x="310" y="36"/>
                  </a:cubicBezTo>
                  <a:cubicBezTo>
                    <a:pt x="294" y="43"/>
                    <a:pt x="287" y="62"/>
                    <a:pt x="294" y="78"/>
                  </a:cubicBezTo>
                  <a:close/>
                  <a:moveTo>
                    <a:pt x="279" y="280"/>
                  </a:moveTo>
                  <a:cubicBezTo>
                    <a:pt x="311" y="217"/>
                    <a:pt x="311" y="217"/>
                    <a:pt x="311" y="217"/>
                  </a:cubicBezTo>
                  <a:cubicBezTo>
                    <a:pt x="365" y="269"/>
                    <a:pt x="365" y="269"/>
                    <a:pt x="365" y="269"/>
                  </a:cubicBezTo>
                  <a:cubicBezTo>
                    <a:pt x="366" y="273"/>
                    <a:pt x="367" y="276"/>
                    <a:pt x="369" y="280"/>
                  </a:cubicBezTo>
                  <a:lnTo>
                    <a:pt x="279" y="280"/>
                  </a:lnTo>
                  <a:close/>
                  <a:moveTo>
                    <a:pt x="587" y="316"/>
                  </a:moveTo>
                  <a:cubicBezTo>
                    <a:pt x="621" y="299"/>
                    <a:pt x="654" y="280"/>
                    <a:pt x="685" y="256"/>
                  </a:cubicBezTo>
                  <a:cubicBezTo>
                    <a:pt x="693" y="316"/>
                    <a:pt x="693" y="316"/>
                    <a:pt x="693" y="316"/>
                  </a:cubicBezTo>
                  <a:lnTo>
                    <a:pt x="587" y="316"/>
                  </a:lnTo>
                  <a:close/>
                  <a:moveTo>
                    <a:pt x="336" y="94"/>
                  </a:moveTo>
                  <a:cubicBezTo>
                    <a:pt x="389" y="71"/>
                    <a:pt x="433" y="64"/>
                    <a:pt x="468" y="64"/>
                  </a:cubicBezTo>
                  <a:cubicBezTo>
                    <a:pt x="502" y="64"/>
                    <a:pt x="528" y="71"/>
                    <a:pt x="546" y="78"/>
                  </a:cubicBezTo>
                  <a:cubicBezTo>
                    <a:pt x="521" y="127"/>
                    <a:pt x="493" y="162"/>
                    <a:pt x="422" y="186"/>
                  </a:cubicBezTo>
                  <a:cubicBezTo>
                    <a:pt x="332" y="99"/>
                    <a:pt x="332" y="99"/>
                    <a:pt x="332" y="99"/>
                  </a:cubicBezTo>
                  <a:cubicBezTo>
                    <a:pt x="331" y="98"/>
                    <a:pt x="330" y="97"/>
                    <a:pt x="329" y="96"/>
                  </a:cubicBezTo>
                  <a:cubicBezTo>
                    <a:pt x="331" y="96"/>
                    <a:pt x="334" y="95"/>
                    <a:pt x="336"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9" name="组合 68"/>
          <p:cNvGrpSpPr/>
          <p:nvPr/>
        </p:nvGrpSpPr>
        <p:grpSpPr>
          <a:xfrm>
            <a:off x="2624858" y="4993515"/>
            <a:ext cx="3297126" cy="1405378"/>
            <a:chOff x="2803525" y="5222875"/>
            <a:chExt cx="3798888" cy="1619251"/>
          </a:xfrm>
          <a:solidFill>
            <a:schemeClr val="tx1">
              <a:lumMod val="65000"/>
              <a:lumOff val="35000"/>
            </a:schemeClr>
          </a:solidFill>
        </p:grpSpPr>
        <p:sp>
          <p:nvSpPr>
            <p:cNvPr id="70" name="Freeform 54"/>
            <p:cNvSpPr>
              <a:spLocks/>
            </p:cNvSpPr>
            <p:nvPr/>
          </p:nvSpPr>
          <p:spPr bwMode="auto">
            <a:xfrm>
              <a:off x="6200775" y="6238875"/>
              <a:ext cx="401638" cy="563563"/>
            </a:xfrm>
            <a:custGeom>
              <a:avLst/>
              <a:gdLst>
                <a:gd name="T0" fmla="*/ 113 w 213"/>
                <a:gd name="T1" fmla="*/ 0 h 300"/>
                <a:gd name="T2" fmla="*/ 0 w 213"/>
                <a:gd name="T3" fmla="*/ 0 h 300"/>
                <a:gd name="T4" fmla="*/ 5 w 213"/>
                <a:gd name="T5" fmla="*/ 46 h 300"/>
                <a:gd name="T6" fmla="*/ 2 w 213"/>
                <a:gd name="T7" fmla="*/ 89 h 300"/>
                <a:gd name="T8" fmla="*/ 113 w 213"/>
                <a:gd name="T9" fmla="*/ 89 h 300"/>
                <a:gd name="T10" fmla="*/ 117 w 213"/>
                <a:gd name="T11" fmla="*/ 93 h 300"/>
                <a:gd name="T12" fmla="*/ 117 w 213"/>
                <a:gd name="T13" fmla="*/ 300 h 300"/>
                <a:gd name="T14" fmla="*/ 213 w 213"/>
                <a:gd name="T15" fmla="*/ 300 h 300"/>
                <a:gd name="T16" fmla="*/ 213 w 213"/>
                <a:gd name="T17" fmla="*/ 97 h 300"/>
                <a:gd name="T18" fmla="*/ 113 w 213"/>
                <a:gd name="T19" fmla="*/ 0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3" h="300">
                  <a:moveTo>
                    <a:pt x="113" y="0"/>
                  </a:moveTo>
                  <a:cubicBezTo>
                    <a:pt x="0" y="0"/>
                    <a:pt x="0" y="0"/>
                    <a:pt x="0" y="0"/>
                  </a:cubicBezTo>
                  <a:cubicBezTo>
                    <a:pt x="3" y="14"/>
                    <a:pt x="5" y="29"/>
                    <a:pt x="5" y="46"/>
                  </a:cubicBezTo>
                  <a:cubicBezTo>
                    <a:pt x="5" y="60"/>
                    <a:pt x="4" y="74"/>
                    <a:pt x="2" y="89"/>
                  </a:cubicBezTo>
                  <a:cubicBezTo>
                    <a:pt x="113" y="89"/>
                    <a:pt x="113" y="89"/>
                    <a:pt x="113" y="89"/>
                  </a:cubicBezTo>
                  <a:cubicBezTo>
                    <a:pt x="115" y="89"/>
                    <a:pt x="117" y="91"/>
                    <a:pt x="117" y="93"/>
                  </a:cubicBezTo>
                  <a:cubicBezTo>
                    <a:pt x="117" y="300"/>
                    <a:pt x="117" y="300"/>
                    <a:pt x="117" y="300"/>
                  </a:cubicBezTo>
                  <a:cubicBezTo>
                    <a:pt x="213" y="300"/>
                    <a:pt x="213" y="300"/>
                    <a:pt x="213" y="300"/>
                  </a:cubicBezTo>
                  <a:cubicBezTo>
                    <a:pt x="213" y="97"/>
                    <a:pt x="213" y="97"/>
                    <a:pt x="213" y="97"/>
                  </a:cubicBezTo>
                  <a:cubicBezTo>
                    <a:pt x="213" y="43"/>
                    <a:pt x="168" y="0"/>
                    <a:pt x="1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55"/>
            <p:cNvSpPr>
              <a:spLocks/>
            </p:cNvSpPr>
            <p:nvPr/>
          </p:nvSpPr>
          <p:spPr bwMode="auto">
            <a:xfrm>
              <a:off x="5030788" y="6238875"/>
              <a:ext cx="496888" cy="166688"/>
            </a:xfrm>
            <a:custGeom>
              <a:avLst/>
              <a:gdLst>
                <a:gd name="T0" fmla="*/ 264 w 264"/>
                <a:gd name="T1" fmla="*/ 0 h 89"/>
                <a:gd name="T2" fmla="*/ 0 w 264"/>
                <a:gd name="T3" fmla="*/ 0 h 89"/>
                <a:gd name="T4" fmla="*/ 10 w 264"/>
                <a:gd name="T5" fmla="*/ 52 h 89"/>
                <a:gd name="T6" fmla="*/ 5 w 264"/>
                <a:gd name="T7" fmla="*/ 89 h 89"/>
                <a:gd name="T8" fmla="*/ 262 w 264"/>
                <a:gd name="T9" fmla="*/ 89 h 89"/>
                <a:gd name="T10" fmla="*/ 259 w 264"/>
                <a:gd name="T11" fmla="*/ 47 h 89"/>
                <a:gd name="T12" fmla="*/ 264 w 264"/>
                <a:gd name="T13" fmla="*/ 0 h 89"/>
              </a:gdLst>
              <a:ahLst/>
              <a:cxnLst>
                <a:cxn ang="0">
                  <a:pos x="T0" y="T1"/>
                </a:cxn>
                <a:cxn ang="0">
                  <a:pos x="T2" y="T3"/>
                </a:cxn>
                <a:cxn ang="0">
                  <a:pos x="T4" y="T5"/>
                </a:cxn>
                <a:cxn ang="0">
                  <a:pos x="T6" y="T7"/>
                </a:cxn>
                <a:cxn ang="0">
                  <a:pos x="T8" y="T9"/>
                </a:cxn>
                <a:cxn ang="0">
                  <a:pos x="T10" y="T11"/>
                </a:cxn>
                <a:cxn ang="0">
                  <a:pos x="T12" y="T13"/>
                </a:cxn>
              </a:cxnLst>
              <a:rect l="0" t="0" r="r" b="b"/>
              <a:pathLst>
                <a:path w="264" h="89">
                  <a:moveTo>
                    <a:pt x="264" y="0"/>
                  </a:moveTo>
                  <a:cubicBezTo>
                    <a:pt x="0" y="0"/>
                    <a:pt x="0" y="0"/>
                    <a:pt x="0" y="0"/>
                  </a:cubicBezTo>
                  <a:cubicBezTo>
                    <a:pt x="6" y="16"/>
                    <a:pt x="10" y="34"/>
                    <a:pt x="10" y="52"/>
                  </a:cubicBezTo>
                  <a:cubicBezTo>
                    <a:pt x="10" y="64"/>
                    <a:pt x="8" y="77"/>
                    <a:pt x="5" y="89"/>
                  </a:cubicBezTo>
                  <a:cubicBezTo>
                    <a:pt x="262" y="89"/>
                    <a:pt x="262" y="89"/>
                    <a:pt x="262" y="89"/>
                  </a:cubicBezTo>
                  <a:cubicBezTo>
                    <a:pt x="260" y="74"/>
                    <a:pt x="259" y="60"/>
                    <a:pt x="259" y="47"/>
                  </a:cubicBezTo>
                  <a:cubicBezTo>
                    <a:pt x="259" y="29"/>
                    <a:pt x="261" y="14"/>
                    <a:pt x="26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56"/>
            <p:cNvSpPr>
              <a:spLocks/>
            </p:cNvSpPr>
            <p:nvPr/>
          </p:nvSpPr>
          <p:spPr bwMode="auto">
            <a:xfrm>
              <a:off x="3789363" y="6238875"/>
              <a:ext cx="625475" cy="166688"/>
            </a:xfrm>
            <a:custGeom>
              <a:avLst/>
              <a:gdLst>
                <a:gd name="T0" fmla="*/ 332 w 332"/>
                <a:gd name="T1" fmla="*/ 0 h 89"/>
                <a:gd name="T2" fmla="*/ 0 w 332"/>
                <a:gd name="T3" fmla="*/ 0 h 89"/>
                <a:gd name="T4" fmla="*/ 3 w 332"/>
                <a:gd name="T5" fmla="*/ 7 h 89"/>
                <a:gd name="T6" fmla="*/ 24 w 332"/>
                <a:gd name="T7" fmla="*/ 89 h 89"/>
                <a:gd name="T8" fmla="*/ 326 w 332"/>
                <a:gd name="T9" fmla="*/ 89 h 89"/>
                <a:gd name="T10" fmla="*/ 322 w 332"/>
                <a:gd name="T11" fmla="*/ 52 h 89"/>
                <a:gd name="T12" fmla="*/ 332 w 332"/>
                <a:gd name="T13" fmla="*/ 0 h 89"/>
              </a:gdLst>
              <a:ahLst/>
              <a:cxnLst>
                <a:cxn ang="0">
                  <a:pos x="T0" y="T1"/>
                </a:cxn>
                <a:cxn ang="0">
                  <a:pos x="T2" y="T3"/>
                </a:cxn>
                <a:cxn ang="0">
                  <a:pos x="T4" y="T5"/>
                </a:cxn>
                <a:cxn ang="0">
                  <a:pos x="T6" y="T7"/>
                </a:cxn>
                <a:cxn ang="0">
                  <a:pos x="T8" y="T9"/>
                </a:cxn>
                <a:cxn ang="0">
                  <a:pos x="T10" y="T11"/>
                </a:cxn>
                <a:cxn ang="0">
                  <a:pos x="T12" y="T13"/>
                </a:cxn>
              </a:cxnLst>
              <a:rect l="0" t="0" r="r" b="b"/>
              <a:pathLst>
                <a:path w="332" h="89">
                  <a:moveTo>
                    <a:pt x="332" y="0"/>
                  </a:moveTo>
                  <a:cubicBezTo>
                    <a:pt x="0" y="0"/>
                    <a:pt x="0" y="0"/>
                    <a:pt x="0" y="0"/>
                  </a:cubicBezTo>
                  <a:cubicBezTo>
                    <a:pt x="1" y="2"/>
                    <a:pt x="2" y="4"/>
                    <a:pt x="3" y="7"/>
                  </a:cubicBezTo>
                  <a:cubicBezTo>
                    <a:pt x="15" y="31"/>
                    <a:pt x="22" y="59"/>
                    <a:pt x="24" y="89"/>
                  </a:cubicBezTo>
                  <a:cubicBezTo>
                    <a:pt x="326" y="89"/>
                    <a:pt x="326" y="89"/>
                    <a:pt x="326" y="89"/>
                  </a:cubicBezTo>
                  <a:cubicBezTo>
                    <a:pt x="323" y="77"/>
                    <a:pt x="322" y="64"/>
                    <a:pt x="322" y="52"/>
                  </a:cubicBezTo>
                  <a:cubicBezTo>
                    <a:pt x="322" y="34"/>
                    <a:pt x="325" y="16"/>
                    <a:pt x="3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57"/>
            <p:cNvSpPr>
              <a:spLocks/>
            </p:cNvSpPr>
            <p:nvPr/>
          </p:nvSpPr>
          <p:spPr bwMode="auto">
            <a:xfrm>
              <a:off x="2803525" y="6238875"/>
              <a:ext cx="812800" cy="563563"/>
            </a:xfrm>
            <a:custGeom>
              <a:avLst/>
              <a:gdLst>
                <a:gd name="T0" fmla="*/ 409 w 432"/>
                <a:gd name="T1" fmla="*/ 40 h 300"/>
                <a:gd name="T2" fmla="*/ 388 w 432"/>
                <a:gd name="T3" fmla="*/ 29 h 300"/>
                <a:gd name="T4" fmla="*/ 381 w 432"/>
                <a:gd name="T5" fmla="*/ 29 h 300"/>
                <a:gd name="T6" fmla="*/ 381 w 432"/>
                <a:gd name="T7" fmla="*/ 29 h 300"/>
                <a:gd name="T8" fmla="*/ 305 w 432"/>
                <a:gd name="T9" fmla="*/ 17 h 300"/>
                <a:gd name="T10" fmla="*/ 304 w 432"/>
                <a:gd name="T11" fmla="*/ 17 h 300"/>
                <a:gd name="T12" fmla="*/ 269 w 432"/>
                <a:gd name="T13" fmla="*/ 0 h 300"/>
                <a:gd name="T14" fmla="*/ 100 w 432"/>
                <a:gd name="T15" fmla="*/ 0 h 300"/>
                <a:gd name="T16" fmla="*/ 0 w 432"/>
                <a:gd name="T17" fmla="*/ 97 h 300"/>
                <a:gd name="T18" fmla="*/ 0 w 432"/>
                <a:gd name="T19" fmla="*/ 300 h 300"/>
                <a:gd name="T20" fmla="*/ 96 w 432"/>
                <a:gd name="T21" fmla="*/ 300 h 300"/>
                <a:gd name="T22" fmla="*/ 96 w 432"/>
                <a:gd name="T23" fmla="*/ 93 h 300"/>
                <a:gd name="T24" fmla="*/ 100 w 432"/>
                <a:gd name="T25" fmla="*/ 89 h 300"/>
                <a:gd name="T26" fmla="*/ 432 w 432"/>
                <a:gd name="T27" fmla="*/ 89 h 300"/>
                <a:gd name="T28" fmla="*/ 424 w 432"/>
                <a:gd name="T29" fmla="*/ 60 h 300"/>
                <a:gd name="T30" fmla="*/ 409 w 432"/>
                <a:gd name="T31" fmla="*/ 40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32" h="300">
                  <a:moveTo>
                    <a:pt x="409" y="40"/>
                  </a:moveTo>
                  <a:cubicBezTo>
                    <a:pt x="402" y="33"/>
                    <a:pt x="393" y="30"/>
                    <a:pt x="388" y="29"/>
                  </a:cubicBezTo>
                  <a:cubicBezTo>
                    <a:pt x="386" y="29"/>
                    <a:pt x="384" y="29"/>
                    <a:pt x="381" y="29"/>
                  </a:cubicBezTo>
                  <a:cubicBezTo>
                    <a:pt x="381" y="29"/>
                    <a:pt x="381" y="29"/>
                    <a:pt x="381" y="29"/>
                  </a:cubicBezTo>
                  <a:cubicBezTo>
                    <a:pt x="352" y="29"/>
                    <a:pt x="327" y="25"/>
                    <a:pt x="305" y="17"/>
                  </a:cubicBezTo>
                  <a:cubicBezTo>
                    <a:pt x="304" y="17"/>
                    <a:pt x="304" y="17"/>
                    <a:pt x="304" y="17"/>
                  </a:cubicBezTo>
                  <a:cubicBezTo>
                    <a:pt x="291" y="12"/>
                    <a:pt x="280" y="6"/>
                    <a:pt x="269" y="0"/>
                  </a:cubicBezTo>
                  <a:cubicBezTo>
                    <a:pt x="100" y="0"/>
                    <a:pt x="100" y="0"/>
                    <a:pt x="100" y="0"/>
                  </a:cubicBezTo>
                  <a:cubicBezTo>
                    <a:pt x="45" y="0"/>
                    <a:pt x="0" y="43"/>
                    <a:pt x="0" y="97"/>
                  </a:cubicBezTo>
                  <a:cubicBezTo>
                    <a:pt x="0" y="300"/>
                    <a:pt x="0" y="300"/>
                    <a:pt x="0" y="300"/>
                  </a:cubicBezTo>
                  <a:cubicBezTo>
                    <a:pt x="96" y="300"/>
                    <a:pt x="96" y="300"/>
                    <a:pt x="96" y="300"/>
                  </a:cubicBezTo>
                  <a:cubicBezTo>
                    <a:pt x="96" y="93"/>
                    <a:pt x="96" y="93"/>
                    <a:pt x="96" y="93"/>
                  </a:cubicBezTo>
                  <a:cubicBezTo>
                    <a:pt x="96" y="91"/>
                    <a:pt x="98" y="89"/>
                    <a:pt x="100" y="89"/>
                  </a:cubicBezTo>
                  <a:cubicBezTo>
                    <a:pt x="432" y="89"/>
                    <a:pt x="432" y="89"/>
                    <a:pt x="432" y="89"/>
                  </a:cubicBezTo>
                  <a:cubicBezTo>
                    <a:pt x="430" y="78"/>
                    <a:pt x="428" y="68"/>
                    <a:pt x="424" y="60"/>
                  </a:cubicBezTo>
                  <a:cubicBezTo>
                    <a:pt x="420" y="52"/>
                    <a:pt x="416" y="45"/>
                    <a:pt x="409"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58"/>
            <p:cNvSpPr>
              <a:spLocks/>
            </p:cNvSpPr>
            <p:nvPr/>
          </p:nvSpPr>
          <p:spPr bwMode="auto">
            <a:xfrm>
              <a:off x="5743575" y="6235700"/>
              <a:ext cx="241300" cy="169863"/>
            </a:xfrm>
            <a:custGeom>
              <a:avLst/>
              <a:gdLst>
                <a:gd name="T0" fmla="*/ 122 w 128"/>
                <a:gd name="T1" fmla="*/ 13 h 90"/>
                <a:gd name="T2" fmla="*/ 121 w 128"/>
                <a:gd name="T3" fmla="*/ 12 h 90"/>
                <a:gd name="T4" fmla="*/ 114 w 128"/>
                <a:gd name="T5" fmla="*/ 6 h 90"/>
                <a:gd name="T6" fmla="*/ 100 w 128"/>
                <a:gd name="T7" fmla="*/ 2 h 90"/>
                <a:gd name="T8" fmla="*/ 90 w 128"/>
                <a:gd name="T9" fmla="*/ 1 h 90"/>
                <a:gd name="T10" fmla="*/ 65 w 128"/>
                <a:gd name="T11" fmla="*/ 0 h 90"/>
                <a:gd name="T12" fmla="*/ 64 w 128"/>
                <a:gd name="T13" fmla="*/ 0 h 90"/>
                <a:gd name="T14" fmla="*/ 63 w 128"/>
                <a:gd name="T15" fmla="*/ 0 h 90"/>
                <a:gd name="T16" fmla="*/ 38 w 128"/>
                <a:gd name="T17" fmla="*/ 1 h 90"/>
                <a:gd name="T18" fmla="*/ 25 w 128"/>
                <a:gd name="T19" fmla="*/ 2 h 90"/>
                <a:gd name="T20" fmla="*/ 9 w 128"/>
                <a:gd name="T21" fmla="*/ 9 h 90"/>
                <a:gd name="T22" fmla="*/ 7 w 128"/>
                <a:gd name="T23" fmla="*/ 12 h 90"/>
                <a:gd name="T24" fmla="*/ 5 w 128"/>
                <a:gd name="T25" fmla="*/ 14 h 90"/>
                <a:gd name="T26" fmla="*/ 0 w 128"/>
                <a:gd name="T27" fmla="*/ 47 h 90"/>
                <a:gd name="T28" fmla="*/ 4 w 128"/>
                <a:gd name="T29" fmla="*/ 90 h 90"/>
                <a:gd name="T30" fmla="*/ 124 w 128"/>
                <a:gd name="T31" fmla="*/ 90 h 90"/>
                <a:gd name="T32" fmla="*/ 128 w 128"/>
                <a:gd name="T33" fmla="*/ 48 h 90"/>
                <a:gd name="T34" fmla="*/ 122 w 128"/>
                <a:gd name="T35" fmla="*/ 13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8" h="90">
                  <a:moveTo>
                    <a:pt x="122" y="13"/>
                  </a:moveTo>
                  <a:cubicBezTo>
                    <a:pt x="122" y="13"/>
                    <a:pt x="121" y="12"/>
                    <a:pt x="121" y="12"/>
                  </a:cubicBezTo>
                  <a:cubicBezTo>
                    <a:pt x="119" y="9"/>
                    <a:pt x="118" y="8"/>
                    <a:pt x="114" y="6"/>
                  </a:cubicBezTo>
                  <a:cubicBezTo>
                    <a:pt x="112" y="5"/>
                    <a:pt x="108" y="3"/>
                    <a:pt x="100" y="2"/>
                  </a:cubicBezTo>
                  <a:cubicBezTo>
                    <a:pt x="97" y="1"/>
                    <a:pt x="93" y="1"/>
                    <a:pt x="90" y="1"/>
                  </a:cubicBezTo>
                  <a:cubicBezTo>
                    <a:pt x="83" y="0"/>
                    <a:pt x="74" y="0"/>
                    <a:pt x="65" y="0"/>
                  </a:cubicBezTo>
                  <a:cubicBezTo>
                    <a:pt x="64" y="0"/>
                    <a:pt x="64" y="0"/>
                    <a:pt x="64" y="0"/>
                  </a:cubicBezTo>
                  <a:cubicBezTo>
                    <a:pt x="63" y="0"/>
                    <a:pt x="63" y="0"/>
                    <a:pt x="63" y="0"/>
                  </a:cubicBezTo>
                  <a:cubicBezTo>
                    <a:pt x="54" y="0"/>
                    <a:pt x="45" y="0"/>
                    <a:pt x="38" y="1"/>
                  </a:cubicBezTo>
                  <a:cubicBezTo>
                    <a:pt x="33" y="1"/>
                    <a:pt x="29" y="2"/>
                    <a:pt x="25" y="2"/>
                  </a:cubicBezTo>
                  <a:cubicBezTo>
                    <a:pt x="15" y="4"/>
                    <a:pt x="11" y="7"/>
                    <a:pt x="9" y="9"/>
                  </a:cubicBezTo>
                  <a:cubicBezTo>
                    <a:pt x="8" y="9"/>
                    <a:pt x="8" y="10"/>
                    <a:pt x="7" y="12"/>
                  </a:cubicBezTo>
                  <a:cubicBezTo>
                    <a:pt x="6" y="13"/>
                    <a:pt x="6" y="13"/>
                    <a:pt x="5" y="14"/>
                  </a:cubicBezTo>
                  <a:cubicBezTo>
                    <a:pt x="3" y="19"/>
                    <a:pt x="0" y="28"/>
                    <a:pt x="0" y="47"/>
                  </a:cubicBezTo>
                  <a:cubicBezTo>
                    <a:pt x="0" y="57"/>
                    <a:pt x="1" y="70"/>
                    <a:pt x="4" y="90"/>
                  </a:cubicBezTo>
                  <a:cubicBezTo>
                    <a:pt x="124" y="90"/>
                    <a:pt x="124" y="90"/>
                    <a:pt x="124" y="90"/>
                  </a:cubicBezTo>
                  <a:cubicBezTo>
                    <a:pt x="127" y="70"/>
                    <a:pt x="128" y="57"/>
                    <a:pt x="128" y="48"/>
                  </a:cubicBezTo>
                  <a:cubicBezTo>
                    <a:pt x="128" y="26"/>
                    <a:pt x="124" y="16"/>
                    <a:pt x="122"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59"/>
            <p:cNvSpPr>
              <a:spLocks/>
            </p:cNvSpPr>
            <p:nvPr/>
          </p:nvSpPr>
          <p:spPr bwMode="auto">
            <a:xfrm>
              <a:off x="5670550" y="5222875"/>
              <a:ext cx="387350" cy="390525"/>
            </a:xfrm>
            <a:custGeom>
              <a:avLst/>
              <a:gdLst>
                <a:gd name="T0" fmla="*/ 82 w 206"/>
                <a:gd name="T1" fmla="*/ 12 h 207"/>
                <a:gd name="T2" fmla="*/ 11 w 206"/>
                <a:gd name="T3" fmla="*/ 125 h 207"/>
                <a:gd name="T4" fmla="*/ 124 w 206"/>
                <a:gd name="T5" fmla="*/ 195 h 207"/>
                <a:gd name="T6" fmla="*/ 195 w 206"/>
                <a:gd name="T7" fmla="*/ 82 h 207"/>
                <a:gd name="T8" fmla="*/ 82 w 206"/>
                <a:gd name="T9" fmla="*/ 12 h 207"/>
              </a:gdLst>
              <a:ahLst/>
              <a:cxnLst>
                <a:cxn ang="0">
                  <a:pos x="T0" y="T1"/>
                </a:cxn>
                <a:cxn ang="0">
                  <a:pos x="T2" y="T3"/>
                </a:cxn>
                <a:cxn ang="0">
                  <a:pos x="T4" y="T5"/>
                </a:cxn>
                <a:cxn ang="0">
                  <a:pos x="T6" y="T7"/>
                </a:cxn>
                <a:cxn ang="0">
                  <a:pos x="T8" y="T9"/>
                </a:cxn>
              </a:cxnLst>
              <a:rect l="0" t="0" r="r" b="b"/>
              <a:pathLst>
                <a:path w="206" h="207">
                  <a:moveTo>
                    <a:pt x="82" y="12"/>
                  </a:moveTo>
                  <a:cubicBezTo>
                    <a:pt x="31" y="24"/>
                    <a:pt x="0" y="74"/>
                    <a:pt x="11" y="125"/>
                  </a:cubicBezTo>
                  <a:cubicBezTo>
                    <a:pt x="23" y="175"/>
                    <a:pt x="74" y="207"/>
                    <a:pt x="124" y="195"/>
                  </a:cubicBezTo>
                  <a:cubicBezTo>
                    <a:pt x="175" y="183"/>
                    <a:pt x="206" y="133"/>
                    <a:pt x="195" y="82"/>
                  </a:cubicBezTo>
                  <a:cubicBezTo>
                    <a:pt x="183" y="32"/>
                    <a:pt x="132" y="0"/>
                    <a:pt x="8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60"/>
            <p:cNvSpPr>
              <a:spLocks/>
            </p:cNvSpPr>
            <p:nvPr/>
          </p:nvSpPr>
          <p:spPr bwMode="auto">
            <a:xfrm>
              <a:off x="5510213" y="5627688"/>
              <a:ext cx="708025" cy="1195388"/>
            </a:xfrm>
            <a:custGeom>
              <a:avLst/>
              <a:gdLst>
                <a:gd name="T0" fmla="*/ 359 w 376"/>
                <a:gd name="T1" fmla="*/ 324 h 635"/>
                <a:gd name="T2" fmla="*/ 348 w 376"/>
                <a:gd name="T3" fmla="*/ 291 h 635"/>
                <a:gd name="T4" fmla="*/ 296 w 376"/>
                <a:gd name="T5" fmla="*/ 293 h 635"/>
                <a:gd name="T6" fmla="*/ 262 w 376"/>
                <a:gd name="T7" fmla="*/ 308 h 635"/>
                <a:gd name="T8" fmla="*/ 239 w 376"/>
                <a:gd name="T9" fmla="*/ 235 h 635"/>
                <a:gd name="T10" fmla="*/ 293 w 376"/>
                <a:gd name="T11" fmla="*/ 184 h 635"/>
                <a:gd name="T12" fmla="*/ 296 w 376"/>
                <a:gd name="T13" fmla="*/ 101 h 635"/>
                <a:gd name="T14" fmla="*/ 312 w 376"/>
                <a:gd name="T15" fmla="*/ 157 h 635"/>
                <a:gd name="T16" fmla="*/ 296 w 376"/>
                <a:gd name="T17" fmla="*/ 194 h 635"/>
                <a:gd name="T18" fmla="*/ 244 w 376"/>
                <a:gd name="T19" fmla="*/ 241 h 635"/>
                <a:gd name="T20" fmla="*/ 262 w 376"/>
                <a:gd name="T21" fmla="*/ 300 h 635"/>
                <a:gd name="T22" fmla="*/ 296 w 376"/>
                <a:gd name="T23" fmla="*/ 283 h 635"/>
                <a:gd name="T24" fmla="*/ 354 w 376"/>
                <a:gd name="T25" fmla="*/ 223 h 635"/>
                <a:gd name="T26" fmla="*/ 376 w 376"/>
                <a:gd name="T27" fmla="*/ 148 h 635"/>
                <a:gd name="T28" fmla="*/ 319 w 376"/>
                <a:gd name="T29" fmla="*/ 29 h 635"/>
                <a:gd name="T30" fmla="*/ 276 w 376"/>
                <a:gd name="T31" fmla="*/ 1 h 635"/>
                <a:gd name="T32" fmla="*/ 111 w 376"/>
                <a:gd name="T33" fmla="*/ 0 h 635"/>
                <a:gd name="T34" fmla="*/ 83 w 376"/>
                <a:gd name="T35" fmla="*/ 7 h 635"/>
                <a:gd name="T36" fmla="*/ 13 w 376"/>
                <a:gd name="T37" fmla="*/ 89 h 635"/>
                <a:gd name="T38" fmla="*/ 0 w 376"/>
                <a:gd name="T39" fmla="*/ 157 h 635"/>
                <a:gd name="T40" fmla="*/ 50 w 376"/>
                <a:gd name="T41" fmla="*/ 257 h 635"/>
                <a:gd name="T42" fmla="*/ 96 w 376"/>
                <a:gd name="T43" fmla="*/ 294 h 635"/>
                <a:gd name="T44" fmla="*/ 141 w 376"/>
                <a:gd name="T45" fmla="*/ 286 h 635"/>
                <a:gd name="T46" fmla="*/ 106 w 376"/>
                <a:gd name="T47" fmla="*/ 221 h 635"/>
                <a:gd name="T48" fmla="*/ 76 w 376"/>
                <a:gd name="T49" fmla="*/ 189 h 635"/>
                <a:gd name="T50" fmla="*/ 64 w 376"/>
                <a:gd name="T51" fmla="*/ 148 h 635"/>
                <a:gd name="T52" fmla="*/ 80 w 376"/>
                <a:gd name="T53" fmla="*/ 179 h 635"/>
                <a:gd name="T54" fmla="*/ 115 w 376"/>
                <a:gd name="T55" fmla="*/ 219 h 635"/>
                <a:gd name="T56" fmla="*/ 147 w 376"/>
                <a:gd name="T57" fmla="*/ 290 h 635"/>
                <a:gd name="T58" fmla="*/ 92 w 376"/>
                <a:gd name="T59" fmla="*/ 301 h 635"/>
                <a:gd name="T60" fmla="*/ 45 w 376"/>
                <a:gd name="T61" fmla="*/ 263 h 635"/>
                <a:gd name="T62" fmla="*/ 18 w 376"/>
                <a:gd name="T63" fmla="*/ 318 h 635"/>
                <a:gd name="T64" fmla="*/ 12 w 376"/>
                <a:gd name="T65" fmla="*/ 370 h 635"/>
                <a:gd name="T66" fmla="*/ 15 w 376"/>
                <a:gd name="T67" fmla="*/ 414 h 635"/>
                <a:gd name="T68" fmla="*/ 130 w 376"/>
                <a:gd name="T69" fmla="*/ 625 h 635"/>
                <a:gd name="T70" fmla="*/ 120 w 376"/>
                <a:gd name="T71" fmla="*/ 414 h 635"/>
                <a:gd name="T72" fmla="*/ 116 w 376"/>
                <a:gd name="T73" fmla="*/ 370 h 635"/>
                <a:gd name="T74" fmla="*/ 122 w 376"/>
                <a:gd name="T75" fmla="*/ 334 h 635"/>
                <a:gd name="T76" fmla="*/ 131 w 376"/>
                <a:gd name="T77" fmla="*/ 324 h 635"/>
                <a:gd name="T78" fmla="*/ 231 w 376"/>
                <a:gd name="T79" fmla="*/ 318 h 635"/>
                <a:gd name="T80" fmla="*/ 245 w 376"/>
                <a:gd name="T81" fmla="*/ 324 h 635"/>
                <a:gd name="T82" fmla="*/ 254 w 376"/>
                <a:gd name="T83" fmla="*/ 335 h 635"/>
                <a:gd name="T84" fmla="*/ 256 w 376"/>
                <a:gd name="T85" fmla="*/ 413 h 635"/>
                <a:gd name="T86" fmla="*/ 215 w 376"/>
                <a:gd name="T87" fmla="*/ 559 h 635"/>
                <a:gd name="T88" fmla="*/ 264 w 376"/>
                <a:gd name="T89" fmla="*/ 628 h 635"/>
                <a:gd name="T90" fmla="*/ 313 w 376"/>
                <a:gd name="T91" fmla="*/ 594 h 635"/>
                <a:gd name="T92" fmla="*/ 361 w 376"/>
                <a:gd name="T93" fmla="*/ 413 h 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76" h="635">
                  <a:moveTo>
                    <a:pt x="364" y="370"/>
                  </a:moveTo>
                  <a:cubicBezTo>
                    <a:pt x="364" y="354"/>
                    <a:pt x="362" y="338"/>
                    <a:pt x="359" y="324"/>
                  </a:cubicBezTo>
                  <a:cubicBezTo>
                    <a:pt x="359" y="322"/>
                    <a:pt x="358" y="320"/>
                    <a:pt x="358" y="318"/>
                  </a:cubicBezTo>
                  <a:cubicBezTo>
                    <a:pt x="356" y="309"/>
                    <a:pt x="352" y="300"/>
                    <a:pt x="348" y="291"/>
                  </a:cubicBezTo>
                  <a:cubicBezTo>
                    <a:pt x="344" y="281"/>
                    <a:pt x="338" y="271"/>
                    <a:pt x="331" y="263"/>
                  </a:cubicBezTo>
                  <a:cubicBezTo>
                    <a:pt x="321" y="273"/>
                    <a:pt x="309" y="283"/>
                    <a:pt x="296" y="293"/>
                  </a:cubicBezTo>
                  <a:cubicBezTo>
                    <a:pt x="292" y="295"/>
                    <a:pt x="288" y="298"/>
                    <a:pt x="284" y="301"/>
                  </a:cubicBezTo>
                  <a:cubicBezTo>
                    <a:pt x="278" y="305"/>
                    <a:pt x="270" y="308"/>
                    <a:pt x="262" y="308"/>
                  </a:cubicBezTo>
                  <a:cubicBezTo>
                    <a:pt x="248" y="308"/>
                    <a:pt x="236" y="301"/>
                    <a:pt x="229" y="290"/>
                  </a:cubicBezTo>
                  <a:cubicBezTo>
                    <a:pt x="216" y="272"/>
                    <a:pt x="221" y="247"/>
                    <a:pt x="239" y="235"/>
                  </a:cubicBezTo>
                  <a:cubicBezTo>
                    <a:pt x="247" y="229"/>
                    <a:pt x="255" y="224"/>
                    <a:pt x="261" y="219"/>
                  </a:cubicBezTo>
                  <a:cubicBezTo>
                    <a:pt x="275" y="207"/>
                    <a:pt x="286" y="196"/>
                    <a:pt x="293" y="184"/>
                  </a:cubicBezTo>
                  <a:cubicBezTo>
                    <a:pt x="294" y="182"/>
                    <a:pt x="295" y="180"/>
                    <a:pt x="296" y="179"/>
                  </a:cubicBezTo>
                  <a:cubicBezTo>
                    <a:pt x="296" y="101"/>
                    <a:pt x="296" y="101"/>
                    <a:pt x="296" y="101"/>
                  </a:cubicBezTo>
                  <a:cubicBezTo>
                    <a:pt x="306" y="116"/>
                    <a:pt x="313" y="132"/>
                    <a:pt x="312" y="148"/>
                  </a:cubicBezTo>
                  <a:cubicBezTo>
                    <a:pt x="312" y="151"/>
                    <a:pt x="312" y="154"/>
                    <a:pt x="312" y="157"/>
                  </a:cubicBezTo>
                  <a:cubicBezTo>
                    <a:pt x="311" y="166"/>
                    <a:pt x="307" y="177"/>
                    <a:pt x="300" y="189"/>
                  </a:cubicBezTo>
                  <a:cubicBezTo>
                    <a:pt x="299" y="190"/>
                    <a:pt x="297" y="192"/>
                    <a:pt x="296" y="194"/>
                  </a:cubicBezTo>
                  <a:cubicBezTo>
                    <a:pt x="290" y="202"/>
                    <a:pt x="282" y="212"/>
                    <a:pt x="270" y="221"/>
                  </a:cubicBezTo>
                  <a:cubicBezTo>
                    <a:pt x="263" y="228"/>
                    <a:pt x="254" y="234"/>
                    <a:pt x="244" y="241"/>
                  </a:cubicBezTo>
                  <a:cubicBezTo>
                    <a:pt x="229" y="251"/>
                    <a:pt x="225" y="271"/>
                    <a:pt x="235" y="286"/>
                  </a:cubicBezTo>
                  <a:cubicBezTo>
                    <a:pt x="241" y="295"/>
                    <a:pt x="252" y="300"/>
                    <a:pt x="262" y="300"/>
                  </a:cubicBezTo>
                  <a:cubicBezTo>
                    <a:pt x="268" y="300"/>
                    <a:pt x="274" y="298"/>
                    <a:pt x="280" y="294"/>
                  </a:cubicBezTo>
                  <a:cubicBezTo>
                    <a:pt x="285" y="290"/>
                    <a:pt x="291" y="287"/>
                    <a:pt x="296" y="283"/>
                  </a:cubicBezTo>
                  <a:cubicBezTo>
                    <a:pt x="307" y="274"/>
                    <a:pt x="317" y="266"/>
                    <a:pt x="326" y="257"/>
                  </a:cubicBezTo>
                  <a:cubicBezTo>
                    <a:pt x="337" y="246"/>
                    <a:pt x="346" y="235"/>
                    <a:pt x="354" y="223"/>
                  </a:cubicBezTo>
                  <a:cubicBezTo>
                    <a:pt x="368" y="201"/>
                    <a:pt x="375" y="178"/>
                    <a:pt x="376" y="157"/>
                  </a:cubicBezTo>
                  <a:cubicBezTo>
                    <a:pt x="376" y="154"/>
                    <a:pt x="376" y="151"/>
                    <a:pt x="376" y="148"/>
                  </a:cubicBezTo>
                  <a:cubicBezTo>
                    <a:pt x="376" y="126"/>
                    <a:pt x="371" y="106"/>
                    <a:pt x="363" y="89"/>
                  </a:cubicBezTo>
                  <a:cubicBezTo>
                    <a:pt x="350" y="63"/>
                    <a:pt x="333" y="43"/>
                    <a:pt x="319" y="29"/>
                  </a:cubicBezTo>
                  <a:cubicBezTo>
                    <a:pt x="305" y="16"/>
                    <a:pt x="294" y="8"/>
                    <a:pt x="293" y="7"/>
                  </a:cubicBezTo>
                  <a:cubicBezTo>
                    <a:pt x="288" y="3"/>
                    <a:pt x="282" y="2"/>
                    <a:pt x="276" y="1"/>
                  </a:cubicBezTo>
                  <a:cubicBezTo>
                    <a:pt x="273" y="0"/>
                    <a:pt x="269" y="0"/>
                    <a:pt x="265" y="0"/>
                  </a:cubicBezTo>
                  <a:cubicBezTo>
                    <a:pt x="111" y="0"/>
                    <a:pt x="111" y="0"/>
                    <a:pt x="111" y="0"/>
                  </a:cubicBezTo>
                  <a:cubicBezTo>
                    <a:pt x="107" y="0"/>
                    <a:pt x="103" y="0"/>
                    <a:pt x="100" y="1"/>
                  </a:cubicBezTo>
                  <a:cubicBezTo>
                    <a:pt x="94" y="2"/>
                    <a:pt x="88" y="3"/>
                    <a:pt x="83" y="7"/>
                  </a:cubicBezTo>
                  <a:cubicBezTo>
                    <a:pt x="82" y="8"/>
                    <a:pt x="71" y="16"/>
                    <a:pt x="57" y="29"/>
                  </a:cubicBezTo>
                  <a:cubicBezTo>
                    <a:pt x="43" y="43"/>
                    <a:pt x="26" y="63"/>
                    <a:pt x="13" y="89"/>
                  </a:cubicBezTo>
                  <a:cubicBezTo>
                    <a:pt x="5" y="106"/>
                    <a:pt x="0" y="126"/>
                    <a:pt x="0" y="148"/>
                  </a:cubicBezTo>
                  <a:cubicBezTo>
                    <a:pt x="0" y="151"/>
                    <a:pt x="0" y="154"/>
                    <a:pt x="0" y="157"/>
                  </a:cubicBezTo>
                  <a:cubicBezTo>
                    <a:pt x="1" y="178"/>
                    <a:pt x="8" y="201"/>
                    <a:pt x="23" y="223"/>
                  </a:cubicBezTo>
                  <a:cubicBezTo>
                    <a:pt x="30" y="235"/>
                    <a:pt x="39" y="246"/>
                    <a:pt x="50" y="257"/>
                  </a:cubicBezTo>
                  <a:cubicBezTo>
                    <a:pt x="59" y="266"/>
                    <a:pt x="69" y="274"/>
                    <a:pt x="80" y="283"/>
                  </a:cubicBezTo>
                  <a:cubicBezTo>
                    <a:pt x="85" y="287"/>
                    <a:pt x="91" y="290"/>
                    <a:pt x="96" y="294"/>
                  </a:cubicBezTo>
                  <a:cubicBezTo>
                    <a:pt x="102" y="298"/>
                    <a:pt x="108" y="300"/>
                    <a:pt x="114" y="300"/>
                  </a:cubicBezTo>
                  <a:cubicBezTo>
                    <a:pt x="124" y="300"/>
                    <a:pt x="135" y="295"/>
                    <a:pt x="141" y="286"/>
                  </a:cubicBezTo>
                  <a:cubicBezTo>
                    <a:pt x="151" y="271"/>
                    <a:pt x="147" y="251"/>
                    <a:pt x="132" y="241"/>
                  </a:cubicBezTo>
                  <a:cubicBezTo>
                    <a:pt x="122" y="234"/>
                    <a:pt x="113" y="228"/>
                    <a:pt x="106" y="221"/>
                  </a:cubicBezTo>
                  <a:cubicBezTo>
                    <a:pt x="94" y="212"/>
                    <a:pt x="86" y="202"/>
                    <a:pt x="80" y="194"/>
                  </a:cubicBezTo>
                  <a:cubicBezTo>
                    <a:pt x="79" y="192"/>
                    <a:pt x="77" y="190"/>
                    <a:pt x="76" y="189"/>
                  </a:cubicBezTo>
                  <a:cubicBezTo>
                    <a:pt x="69" y="177"/>
                    <a:pt x="65" y="166"/>
                    <a:pt x="64" y="157"/>
                  </a:cubicBezTo>
                  <a:cubicBezTo>
                    <a:pt x="64" y="154"/>
                    <a:pt x="64" y="151"/>
                    <a:pt x="64" y="148"/>
                  </a:cubicBezTo>
                  <a:cubicBezTo>
                    <a:pt x="63" y="132"/>
                    <a:pt x="70" y="116"/>
                    <a:pt x="80" y="101"/>
                  </a:cubicBezTo>
                  <a:cubicBezTo>
                    <a:pt x="80" y="179"/>
                    <a:pt x="80" y="179"/>
                    <a:pt x="80" y="179"/>
                  </a:cubicBezTo>
                  <a:cubicBezTo>
                    <a:pt x="81" y="180"/>
                    <a:pt x="82" y="182"/>
                    <a:pt x="83" y="184"/>
                  </a:cubicBezTo>
                  <a:cubicBezTo>
                    <a:pt x="90" y="196"/>
                    <a:pt x="101" y="207"/>
                    <a:pt x="115" y="219"/>
                  </a:cubicBezTo>
                  <a:cubicBezTo>
                    <a:pt x="121" y="224"/>
                    <a:pt x="129" y="229"/>
                    <a:pt x="137" y="235"/>
                  </a:cubicBezTo>
                  <a:cubicBezTo>
                    <a:pt x="155" y="247"/>
                    <a:pt x="160" y="272"/>
                    <a:pt x="147" y="290"/>
                  </a:cubicBezTo>
                  <a:cubicBezTo>
                    <a:pt x="140" y="301"/>
                    <a:pt x="128" y="308"/>
                    <a:pt x="114" y="308"/>
                  </a:cubicBezTo>
                  <a:cubicBezTo>
                    <a:pt x="106" y="308"/>
                    <a:pt x="98" y="305"/>
                    <a:pt x="92" y="301"/>
                  </a:cubicBezTo>
                  <a:cubicBezTo>
                    <a:pt x="88" y="298"/>
                    <a:pt x="84" y="295"/>
                    <a:pt x="80" y="293"/>
                  </a:cubicBezTo>
                  <a:cubicBezTo>
                    <a:pt x="67" y="283"/>
                    <a:pt x="55" y="273"/>
                    <a:pt x="45" y="263"/>
                  </a:cubicBezTo>
                  <a:cubicBezTo>
                    <a:pt x="40" y="269"/>
                    <a:pt x="36" y="275"/>
                    <a:pt x="32" y="282"/>
                  </a:cubicBezTo>
                  <a:cubicBezTo>
                    <a:pt x="26" y="293"/>
                    <a:pt x="21" y="305"/>
                    <a:pt x="18" y="318"/>
                  </a:cubicBezTo>
                  <a:cubicBezTo>
                    <a:pt x="18" y="320"/>
                    <a:pt x="17" y="322"/>
                    <a:pt x="17" y="324"/>
                  </a:cubicBezTo>
                  <a:cubicBezTo>
                    <a:pt x="14" y="338"/>
                    <a:pt x="12" y="354"/>
                    <a:pt x="12" y="370"/>
                  </a:cubicBezTo>
                  <a:cubicBezTo>
                    <a:pt x="12" y="384"/>
                    <a:pt x="13" y="398"/>
                    <a:pt x="15" y="413"/>
                  </a:cubicBezTo>
                  <a:cubicBezTo>
                    <a:pt x="15" y="413"/>
                    <a:pt x="15" y="414"/>
                    <a:pt x="15" y="414"/>
                  </a:cubicBezTo>
                  <a:cubicBezTo>
                    <a:pt x="21" y="463"/>
                    <a:pt x="37" y="521"/>
                    <a:pt x="63" y="594"/>
                  </a:cubicBezTo>
                  <a:cubicBezTo>
                    <a:pt x="73" y="621"/>
                    <a:pt x="103" y="635"/>
                    <a:pt x="130" y="625"/>
                  </a:cubicBezTo>
                  <a:cubicBezTo>
                    <a:pt x="157" y="615"/>
                    <a:pt x="171" y="586"/>
                    <a:pt x="161" y="559"/>
                  </a:cubicBezTo>
                  <a:cubicBezTo>
                    <a:pt x="139" y="498"/>
                    <a:pt x="126" y="450"/>
                    <a:pt x="120" y="414"/>
                  </a:cubicBezTo>
                  <a:cubicBezTo>
                    <a:pt x="120" y="414"/>
                    <a:pt x="120" y="413"/>
                    <a:pt x="120" y="413"/>
                  </a:cubicBezTo>
                  <a:cubicBezTo>
                    <a:pt x="117" y="396"/>
                    <a:pt x="116" y="382"/>
                    <a:pt x="116" y="370"/>
                  </a:cubicBezTo>
                  <a:cubicBezTo>
                    <a:pt x="116" y="352"/>
                    <a:pt x="119" y="341"/>
                    <a:pt x="122" y="335"/>
                  </a:cubicBezTo>
                  <a:cubicBezTo>
                    <a:pt x="122" y="335"/>
                    <a:pt x="122" y="334"/>
                    <a:pt x="122" y="334"/>
                  </a:cubicBezTo>
                  <a:cubicBezTo>
                    <a:pt x="124" y="330"/>
                    <a:pt x="126" y="328"/>
                    <a:pt x="128" y="326"/>
                  </a:cubicBezTo>
                  <a:cubicBezTo>
                    <a:pt x="129" y="325"/>
                    <a:pt x="130" y="324"/>
                    <a:pt x="131" y="324"/>
                  </a:cubicBezTo>
                  <a:cubicBezTo>
                    <a:pt x="134" y="322"/>
                    <a:pt x="138" y="320"/>
                    <a:pt x="145" y="318"/>
                  </a:cubicBezTo>
                  <a:cubicBezTo>
                    <a:pt x="231" y="318"/>
                    <a:pt x="231" y="318"/>
                    <a:pt x="231" y="318"/>
                  </a:cubicBezTo>
                  <a:cubicBezTo>
                    <a:pt x="236" y="319"/>
                    <a:pt x="239" y="321"/>
                    <a:pt x="242" y="322"/>
                  </a:cubicBezTo>
                  <a:cubicBezTo>
                    <a:pt x="243" y="322"/>
                    <a:pt x="244" y="323"/>
                    <a:pt x="245" y="324"/>
                  </a:cubicBezTo>
                  <a:cubicBezTo>
                    <a:pt x="249" y="326"/>
                    <a:pt x="250" y="328"/>
                    <a:pt x="253" y="332"/>
                  </a:cubicBezTo>
                  <a:cubicBezTo>
                    <a:pt x="253" y="333"/>
                    <a:pt x="254" y="334"/>
                    <a:pt x="254" y="335"/>
                  </a:cubicBezTo>
                  <a:cubicBezTo>
                    <a:pt x="257" y="341"/>
                    <a:pt x="260" y="352"/>
                    <a:pt x="260" y="370"/>
                  </a:cubicBezTo>
                  <a:cubicBezTo>
                    <a:pt x="260" y="382"/>
                    <a:pt x="259" y="396"/>
                    <a:pt x="256" y="413"/>
                  </a:cubicBezTo>
                  <a:cubicBezTo>
                    <a:pt x="256" y="413"/>
                    <a:pt x="256" y="414"/>
                    <a:pt x="256" y="414"/>
                  </a:cubicBezTo>
                  <a:cubicBezTo>
                    <a:pt x="250" y="450"/>
                    <a:pt x="237" y="498"/>
                    <a:pt x="215" y="559"/>
                  </a:cubicBezTo>
                  <a:cubicBezTo>
                    <a:pt x="205" y="586"/>
                    <a:pt x="219" y="615"/>
                    <a:pt x="246" y="625"/>
                  </a:cubicBezTo>
                  <a:cubicBezTo>
                    <a:pt x="252" y="627"/>
                    <a:pt x="258" y="628"/>
                    <a:pt x="264" y="628"/>
                  </a:cubicBezTo>
                  <a:cubicBezTo>
                    <a:pt x="285" y="628"/>
                    <a:pt x="305" y="615"/>
                    <a:pt x="313" y="594"/>
                  </a:cubicBezTo>
                  <a:cubicBezTo>
                    <a:pt x="313" y="594"/>
                    <a:pt x="313" y="594"/>
                    <a:pt x="313" y="594"/>
                  </a:cubicBezTo>
                  <a:cubicBezTo>
                    <a:pt x="339" y="521"/>
                    <a:pt x="355" y="463"/>
                    <a:pt x="361" y="414"/>
                  </a:cubicBezTo>
                  <a:cubicBezTo>
                    <a:pt x="361" y="414"/>
                    <a:pt x="361" y="413"/>
                    <a:pt x="361" y="413"/>
                  </a:cubicBezTo>
                  <a:cubicBezTo>
                    <a:pt x="363" y="398"/>
                    <a:pt x="364" y="384"/>
                    <a:pt x="364" y="3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61"/>
            <p:cNvSpPr>
              <a:spLocks/>
            </p:cNvSpPr>
            <p:nvPr/>
          </p:nvSpPr>
          <p:spPr bwMode="auto">
            <a:xfrm>
              <a:off x="4614863" y="6270625"/>
              <a:ext cx="215900" cy="134938"/>
            </a:xfrm>
            <a:custGeom>
              <a:avLst/>
              <a:gdLst>
                <a:gd name="T0" fmla="*/ 113 w 115"/>
                <a:gd name="T1" fmla="*/ 26 h 72"/>
                <a:gd name="T2" fmla="*/ 106 w 115"/>
                <a:gd name="T3" fmla="*/ 18 h 72"/>
                <a:gd name="T4" fmla="*/ 73 w 115"/>
                <a:gd name="T5" fmla="*/ 3 h 72"/>
                <a:gd name="T6" fmla="*/ 58 w 115"/>
                <a:gd name="T7" fmla="*/ 0 h 72"/>
                <a:gd name="T8" fmla="*/ 57 w 115"/>
                <a:gd name="T9" fmla="*/ 0 h 72"/>
                <a:gd name="T10" fmla="*/ 57 w 115"/>
                <a:gd name="T11" fmla="*/ 0 h 72"/>
                <a:gd name="T12" fmla="*/ 57 w 115"/>
                <a:gd name="T13" fmla="*/ 0 h 72"/>
                <a:gd name="T14" fmla="*/ 57 w 115"/>
                <a:gd name="T15" fmla="*/ 0 h 72"/>
                <a:gd name="T16" fmla="*/ 47 w 115"/>
                <a:gd name="T17" fmla="*/ 2 h 72"/>
                <a:gd name="T18" fmla="*/ 29 w 115"/>
                <a:gd name="T19" fmla="*/ 7 h 72"/>
                <a:gd name="T20" fmla="*/ 3 w 115"/>
                <a:gd name="T21" fmla="*/ 23 h 72"/>
                <a:gd name="T22" fmla="*/ 0 w 115"/>
                <a:gd name="T23" fmla="*/ 35 h 72"/>
                <a:gd name="T24" fmla="*/ 11 w 115"/>
                <a:gd name="T25" fmla="*/ 72 h 72"/>
                <a:gd name="T26" fmla="*/ 103 w 115"/>
                <a:gd name="T27" fmla="*/ 72 h 72"/>
                <a:gd name="T28" fmla="*/ 115 w 115"/>
                <a:gd name="T29" fmla="*/ 35 h 72"/>
                <a:gd name="T30" fmla="*/ 113 w 115"/>
                <a:gd name="T31" fmla="*/ 2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5" h="72">
                  <a:moveTo>
                    <a:pt x="113" y="26"/>
                  </a:moveTo>
                  <a:cubicBezTo>
                    <a:pt x="112" y="23"/>
                    <a:pt x="109" y="21"/>
                    <a:pt x="106" y="18"/>
                  </a:cubicBezTo>
                  <a:cubicBezTo>
                    <a:pt x="99" y="12"/>
                    <a:pt x="86" y="6"/>
                    <a:pt x="73" y="3"/>
                  </a:cubicBezTo>
                  <a:cubicBezTo>
                    <a:pt x="66" y="1"/>
                    <a:pt x="59" y="0"/>
                    <a:pt x="58" y="0"/>
                  </a:cubicBezTo>
                  <a:cubicBezTo>
                    <a:pt x="57" y="0"/>
                    <a:pt x="57" y="0"/>
                    <a:pt x="57" y="0"/>
                  </a:cubicBezTo>
                  <a:cubicBezTo>
                    <a:pt x="57" y="0"/>
                    <a:pt x="57" y="0"/>
                    <a:pt x="57" y="0"/>
                  </a:cubicBezTo>
                  <a:cubicBezTo>
                    <a:pt x="57" y="0"/>
                    <a:pt x="57" y="0"/>
                    <a:pt x="57" y="0"/>
                  </a:cubicBezTo>
                  <a:cubicBezTo>
                    <a:pt x="57" y="0"/>
                    <a:pt x="57" y="0"/>
                    <a:pt x="57" y="0"/>
                  </a:cubicBezTo>
                  <a:cubicBezTo>
                    <a:pt x="57" y="0"/>
                    <a:pt x="52" y="1"/>
                    <a:pt x="47" y="2"/>
                  </a:cubicBezTo>
                  <a:cubicBezTo>
                    <a:pt x="41" y="3"/>
                    <a:pt x="35" y="5"/>
                    <a:pt x="29" y="7"/>
                  </a:cubicBezTo>
                  <a:cubicBezTo>
                    <a:pt x="16" y="11"/>
                    <a:pt x="6" y="19"/>
                    <a:pt x="3" y="23"/>
                  </a:cubicBezTo>
                  <a:cubicBezTo>
                    <a:pt x="1" y="27"/>
                    <a:pt x="0" y="29"/>
                    <a:pt x="0" y="35"/>
                  </a:cubicBezTo>
                  <a:cubicBezTo>
                    <a:pt x="0" y="40"/>
                    <a:pt x="1" y="52"/>
                    <a:pt x="11" y="72"/>
                  </a:cubicBezTo>
                  <a:cubicBezTo>
                    <a:pt x="103" y="72"/>
                    <a:pt x="103" y="72"/>
                    <a:pt x="103" y="72"/>
                  </a:cubicBezTo>
                  <a:cubicBezTo>
                    <a:pt x="114" y="52"/>
                    <a:pt x="115" y="40"/>
                    <a:pt x="115" y="35"/>
                  </a:cubicBezTo>
                  <a:cubicBezTo>
                    <a:pt x="115" y="30"/>
                    <a:pt x="114" y="28"/>
                    <a:pt x="113"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62"/>
            <p:cNvSpPr>
              <a:spLocks/>
            </p:cNvSpPr>
            <p:nvPr/>
          </p:nvSpPr>
          <p:spPr bwMode="auto">
            <a:xfrm>
              <a:off x="4527550" y="5222875"/>
              <a:ext cx="390525" cy="390525"/>
            </a:xfrm>
            <a:custGeom>
              <a:avLst/>
              <a:gdLst>
                <a:gd name="T0" fmla="*/ 82 w 207"/>
                <a:gd name="T1" fmla="*/ 12 h 207"/>
                <a:gd name="T2" fmla="*/ 12 w 207"/>
                <a:gd name="T3" fmla="*/ 125 h 207"/>
                <a:gd name="T4" fmla="*/ 125 w 207"/>
                <a:gd name="T5" fmla="*/ 195 h 207"/>
                <a:gd name="T6" fmla="*/ 195 w 207"/>
                <a:gd name="T7" fmla="*/ 82 h 207"/>
                <a:gd name="T8" fmla="*/ 82 w 207"/>
                <a:gd name="T9" fmla="*/ 12 h 207"/>
              </a:gdLst>
              <a:ahLst/>
              <a:cxnLst>
                <a:cxn ang="0">
                  <a:pos x="T0" y="T1"/>
                </a:cxn>
                <a:cxn ang="0">
                  <a:pos x="T2" y="T3"/>
                </a:cxn>
                <a:cxn ang="0">
                  <a:pos x="T4" y="T5"/>
                </a:cxn>
                <a:cxn ang="0">
                  <a:pos x="T6" y="T7"/>
                </a:cxn>
                <a:cxn ang="0">
                  <a:pos x="T8" y="T9"/>
                </a:cxn>
              </a:cxnLst>
              <a:rect l="0" t="0" r="r" b="b"/>
              <a:pathLst>
                <a:path w="207" h="207">
                  <a:moveTo>
                    <a:pt x="82" y="12"/>
                  </a:moveTo>
                  <a:cubicBezTo>
                    <a:pt x="31" y="24"/>
                    <a:pt x="0" y="74"/>
                    <a:pt x="12" y="125"/>
                  </a:cubicBezTo>
                  <a:cubicBezTo>
                    <a:pt x="24" y="175"/>
                    <a:pt x="74" y="207"/>
                    <a:pt x="125" y="195"/>
                  </a:cubicBezTo>
                  <a:cubicBezTo>
                    <a:pt x="175" y="183"/>
                    <a:pt x="207" y="133"/>
                    <a:pt x="195" y="82"/>
                  </a:cubicBezTo>
                  <a:cubicBezTo>
                    <a:pt x="183" y="32"/>
                    <a:pt x="133" y="0"/>
                    <a:pt x="8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63"/>
            <p:cNvSpPr>
              <a:spLocks/>
            </p:cNvSpPr>
            <p:nvPr/>
          </p:nvSpPr>
          <p:spPr bwMode="auto">
            <a:xfrm>
              <a:off x="4367213" y="5627688"/>
              <a:ext cx="709613" cy="1200150"/>
            </a:xfrm>
            <a:custGeom>
              <a:avLst/>
              <a:gdLst>
                <a:gd name="T0" fmla="*/ 343 w 377"/>
                <a:gd name="T1" fmla="*/ 324 h 637"/>
                <a:gd name="T2" fmla="*/ 330 w 377"/>
                <a:gd name="T3" fmla="*/ 301 h 637"/>
                <a:gd name="T4" fmla="*/ 297 w 377"/>
                <a:gd name="T5" fmla="*/ 293 h 637"/>
                <a:gd name="T6" fmla="*/ 262 w 377"/>
                <a:gd name="T7" fmla="*/ 308 h 637"/>
                <a:gd name="T8" fmla="*/ 229 w 377"/>
                <a:gd name="T9" fmla="*/ 290 h 637"/>
                <a:gd name="T10" fmla="*/ 234 w 377"/>
                <a:gd name="T11" fmla="*/ 239 h 637"/>
                <a:gd name="T12" fmla="*/ 293 w 377"/>
                <a:gd name="T13" fmla="*/ 184 h 637"/>
                <a:gd name="T14" fmla="*/ 297 w 377"/>
                <a:gd name="T15" fmla="*/ 101 h 637"/>
                <a:gd name="T16" fmla="*/ 312 w 377"/>
                <a:gd name="T17" fmla="*/ 157 h 637"/>
                <a:gd name="T18" fmla="*/ 297 w 377"/>
                <a:gd name="T19" fmla="*/ 194 h 637"/>
                <a:gd name="T20" fmla="*/ 244 w 377"/>
                <a:gd name="T21" fmla="*/ 242 h 637"/>
                <a:gd name="T22" fmla="*/ 236 w 377"/>
                <a:gd name="T23" fmla="*/ 286 h 637"/>
                <a:gd name="T24" fmla="*/ 262 w 377"/>
                <a:gd name="T25" fmla="*/ 300 h 637"/>
                <a:gd name="T26" fmla="*/ 297 w 377"/>
                <a:gd name="T27" fmla="*/ 283 h 637"/>
                <a:gd name="T28" fmla="*/ 354 w 377"/>
                <a:gd name="T29" fmla="*/ 223 h 637"/>
                <a:gd name="T30" fmla="*/ 377 w 377"/>
                <a:gd name="T31" fmla="*/ 148 h 637"/>
                <a:gd name="T32" fmla="*/ 320 w 377"/>
                <a:gd name="T33" fmla="*/ 29 h 637"/>
                <a:gd name="T34" fmla="*/ 276 w 377"/>
                <a:gd name="T35" fmla="*/ 1 h 637"/>
                <a:gd name="T36" fmla="*/ 111 w 377"/>
                <a:gd name="T37" fmla="*/ 0 h 637"/>
                <a:gd name="T38" fmla="*/ 83 w 377"/>
                <a:gd name="T39" fmla="*/ 7 h 637"/>
                <a:gd name="T40" fmla="*/ 14 w 377"/>
                <a:gd name="T41" fmla="*/ 89 h 637"/>
                <a:gd name="T42" fmla="*/ 0 w 377"/>
                <a:gd name="T43" fmla="*/ 157 h 637"/>
                <a:gd name="T44" fmla="*/ 70 w 377"/>
                <a:gd name="T45" fmla="*/ 275 h 637"/>
                <a:gd name="T46" fmla="*/ 97 w 377"/>
                <a:gd name="T47" fmla="*/ 294 h 637"/>
                <a:gd name="T48" fmla="*/ 139 w 377"/>
                <a:gd name="T49" fmla="*/ 289 h 637"/>
                <a:gd name="T50" fmla="*/ 145 w 377"/>
                <a:gd name="T51" fmla="*/ 258 h 637"/>
                <a:gd name="T52" fmla="*/ 132 w 377"/>
                <a:gd name="T53" fmla="*/ 241 h 637"/>
                <a:gd name="T54" fmla="*/ 77 w 377"/>
                <a:gd name="T55" fmla="*/ 189 h 637"/>
                <a:gd name="T56" fmla="*/ 64 w 377"/>
                <a:gd name="T57" fmla="*/ 148 h 637"/>
                <a:gd name="T58" fmla="*/ 80 w 377"/>
                <a:gd name="T59" fmla="*/ 179 h 637"/>
                <a:gd name="T60" fmla="*/ 137 w 377"/>
                <a:gd name="T61" fmla="*/ 235 h 637"/>
                <a:gd name="T62" fmla="*/ 150 w 377"/>
                <a:gd name="T63" fmla="*/ 250 h 637"/>
                <a:gd name="T64" fmla="*/ 141 w 377"/>
                <a:gd name="T65" fmla="*/ 298 h 637"/>
                <a:gd name="T66" fmla="*/ 92 w 377"/>
                <a:gd name="T67" fmla="*/ 301 h 637"/>
                <a:gd name="T68" fmla="*/ 64 w 377"/>
                <a:gd name="T69" fmla="*/ 280 h 637"/>
                <a:gd name="T70" fmla="*/ 37 w 377"/>
                <a:gd name="T71" fmla="*/ 317 h 637"/>
                <a:gd name="T72" fmla="*/ 23 w 377"/>
                <a:gd name="T73" fmla="*/ 375 h 637"/>
                <a:gd name="T74" fmla="*/ 31 w 377"/>
                <a:gd name="T75" fmla="*/ 425 h 637"/>
                <a:gd name="T76" fmla="*/ 112 w 377"/>
                <a:gd name="T77" fmla="*/ 554 h 637"/>
                <a:gd name="T78" fmla="*/ 183 w 377"/>
                <a:gd name="T79" fmla="*/ 482 h 637"/>
                <a:gd name="T80" fmla="*/ 140 w 377"/>
                <a:gd name="T81" fmla="*/ 425 h 637"/>
                <a:gd name="T82" fmla="*/ 123 w 377"/>
                <a:gd name="T83" fmla="*/ 375 h 637"/>
                <a:gd name="T84" fmla="*/ 157 w 377"/>
                <a:gd name="T85" fmla="*/ 339 h 637"/>
                <a:gd name="T86" fmla="*/ 205 w 377"/>
                <a:gd name="T87" fmla="*/ 335 h 637"/>
                <a:gd name="T88" fmla="*/ 243 w 377"/>
                <a:gd name="T89" fmla="*/ 352 h 637"/>
                <a:gd name="T90" fmla="*/ 254 w 377"/>
                <a:gd name="T91" fmla="*/ 375 h 637"/>
                <a:gd name="T92" fmla="*/ 237 w 377"/>
                <a:gd name="T93" fmla="*/ 425 h 637"/>
                <a:gd name="T94" fmla="*/ 215 w 377"/>
                <a:gd name="T95" fmla="*/ 456 h 637"/>
                <a:gd name="T96" fmla="*/ 126 w 377"/>
                <a:gd name="T97" fmla="*/ 550 h 637"/>
                <a:gd name="T98" fmla="*/ 122 w 377"/>
                <a:gd name="T99" fmla="*/ 620 h 637"/>
                <a:gd name="T100" fmla="*/ 188 w 377"/>
                <a:gd name="T101" fmla="*/ 628 h 637"/>
                <a:gd name="T102" fmla="*/ 259 w 377"/>
                <a:gd name="T103" fmla="*/ 560 h 637"/>
                <a:gd name="T104" fmla="*/ 315 w 377"/>
                <a:gd name="T105" fmla="*/ 489 h 637"/>
                <a:gd name="T106" fmla="*/ 349 w 377"/>
                <a:gd name="T107" fmla="*/ 413 h 6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77" h="637">
                  <a:moveTo>
                    <a:pt x="354" y="375"/>
                  </a:moveTo>
                  <a:cubicBezTo>
                    <a:pt x="354" y="357"/>
                    <a:pt x="350" y="339"/>
                    <a:pt x="343" y="324"/>
                  </a:cubicBezTo>
                  <a:cubicBezTo>
                    <a:pt x="342" y="320"/>
                    <a:pt x="340" y="317"/>
                    <a:pt x="339" y="314"/>
                  </a:cubicBezTo>
                  <a:cubicBezTo>
                    <a:pt x="336" y="309"/>
                    <a:pt x="333" y="305"/>
                    <a:pt x="330" y="301"/>
                  </a:cubicBezTo>
                  <a:cubicBezTo>
                    <a:pt x="325" y="293"/>
                    <a:pt x="319" y="286"/>
                    <a:pt x="312" y="280"/>
                  </a:cubicBezTo>
                  <a:cubicBezTo>
                    <a:pt x="307" y="284"/>
                    <a:pt x="302" y="289"/>
                    <a:pt x="297" y="293"/>
                  </a:cubicBezTo>
                  <a:cubicBezTo>
                    <a:pt x="293" y="295"/>
                    <a:pt x="289" y="298"/>
                    <a:pt x="285" y="301"/>
                  </a:cubicBezTo>
                  <a:cubicBezTo>
                    <a:pt x="278" y="305"/>
                    <a:pt x="270" y="308"/>
                    <a:pt x="262" y="308"/>
                  </a:cubicBezTo>
                  <a:cubicBezTo>
                    <a:pt x="252" y="308"/>
                    <a:pt x="243" y="304"/>
                    <a:pt x="236" y="298"/>
                  </a:cubicBezTo>
                  <a:cubicBezTo>
                    <a:pt x="233" y="296"/>
                    <a:pt x="231" y="293"/>
                    <a:pt x="229" y="290"/>
                  </a:cubicBezTo>
                  <a:cubicBezTo>
                    <a:pt x="221" y="278"/>
                    <a:pt x="220" y="262"/>
                    <a:pt x="226" y="250"/>
                  </a:cubicBezTo>
                  <a:cubicBezTo>
                    <a:pt x="228" y="246"/>
                    <a:pt x="231" y="242"/>
                    <a:pt x="234" y="239"/>
                  </a:cubicBezTo>
                  <a:cubicBezTo>
                    <a:pt x="236" y="238"/>
                    <a:pt x="238" y="236"/>
                    <a:pt x="240" y="235"/>
                  </a:cubicBezTo>
                  <a:cubicBezTo>
                    <a:pt x="264" y="218"/>
                    <a:pt x="282" y="201"/>
                    <a:pt x="293" y="184"/>
                  </a:cubicBezTo>
                  <a:cubicBezTo>
                    <a:pt x="294" y="182"/>
                    <a:pt x="295" y="180"/>
                    <a:pt x="297" y="179"/>
                  </a:cubicBezTo>
                  <a:cubicBezTo>
                    <a:pt x="297" y="101"/>
                    <a:pt x="297" y="101"/>
                    <a:pt x="297" y="101"/>
                  </a:cubicBezTo>
                  <a:cubicBezTo>
                    <a:pt x="306" y="116"/>
                    <a:pt x="313" y="132"/>
                    <a:pt x="313" y="148"/>
                  </a:cubicBezTo>
                  <a:cubicBezTo>
                    <a:pt x="313" y="151"/>
                    <a:pt x="313" y="154"/>
                    <a:pt x="312" y="157"/>
                  </a:cubicBezTo>
                  <a:cubicBezTo>
                    <a:pt x="311" y="166"/>
                    <a:pt x="308" y="177"/>
                    <a:pt x="300" y="189"/>
                  </a:cubicBezTo>
                  <a:cubicBezTo>
                    <a:pt x="299" y="190"/>
                    <a:pt x="298" y="192"/>
                    <a:pt x="297" y="194"/>
                  </a:cubicBezTo>
                  <a:cubicBezTo>
                    <a:pt x="286" y="208"/>
                    <a:pt x="270" y="224"/>
                    <a:pt x="244" y="241"/>
                  </a:cubicBezTo>
                  <a:cubicBezTo>
                    <a:pt x="244" y="241"/>
                    <a:pt x="244" y="242"/>
                    <a:pt x="244" y="242"/>
                  </a:cubicBezTo>
                  <a:cubicBezTo>
                    <a:pt x="238" y="246"/>
                    <a:pt x="234" y="252"/>
                    <a:pt x="232" y="258"/>
                  </a:cubicBezTo>
                  <a:cubicBezTo>
                    <a:pt x="229" y="267"/>
                    <a:pt x="230" y="277"/>
                    <a:pt x="236" y="286"/>
                  </a:cubicBezTo>
                  <a:cubicBezTo>
                    <a:pt x="236" y="287"/>
                    <a:pt x="237" y="288"/>
                    <a:pt x="238" y="289"/>
                  </a:cubicBezTo>
                  <a:cubicBezTo>
                    <a:pt x="244" y="296"/>
                    <a:pt x="253" y="300"/>
                    <a:pt x="262" y="300"/>
                  </a:cubicBezTo>
                  <a:cubicBezTo>
                    <a:pt x="268" y="300"/>
                    <a:pt x="275" y="298"/>
                    <a:pt x="280" y="294"/>
                  </a:cubicBezTo>
                  <a:cubicBezTo>
                    <a:pt x="286" y="290"/>
                    <a:pt x="291" y="287"/>
                    <a:pt x="297" y="283"/>
                  </a:cubicBezTo>
                  <a:cubicBezTo>
                    <a:pt x="300" y="280"/>
                    <a:pt x="303" y="277"/>
                    <a:pt x="306" y="275"/>
                  </a:cubicBezTo>
                  <a:cubicBezTo>
                    <a:pt x="327" y="258"/>
                    <a:pt x="342" y="241"/>
                    <a:pt x="354" y="223"/>
                  </a:cubicBezTo>
                  <a:cubicBezTo>
                    <a:pt x="368" y="201"/>
                    <a:pt x="375" y="178"/>
                    <a:pt x="377" y="157"/>
                  </a:cubicBezTo>
                  <a:cubicBezTo>
                    <a:pt x="377" y="154"/>
                    <a:pt x="377" y="151"/>
                    <a:pt x="377" y="148"/>
                  </a:cubicBezTo>
                  <a:cubicBezTo>
                    <a:pt x="377" y="126"/>
                    <a:pt x="371" y="106"/>
                    <a:pt x="363" y="89"/>
                  </a:cubicBezTo>
                  <a:cubicBezTo>
                    <a:pt x="351" y="63"/>
                    <a:pt x="334" y="43"/>
                    <a:pt x="320" y="29"/>
                  </a:cubicBezTo>
                  <a:cubicBezTo>
                    <a:pt x="306" y="16"/>
                    <a:pt x="295" y="8"/>
                    <a:pt x="294" y="7"/>
                  </a:cubicBezTo>
                  <a:cubicBezTo>
                    <a:pt x="288" y="3"/>
                    <a:pt x="282" y="2"/>
                    <a:pt x="276" y="1"/>
                  </a:cubicBezTo>
                  <a:cubicBezTo>
                    <a:pt x="273" y="0"/>
                    <a:pt x="269" y="0"/>
                    <a:pt x="266" y="0"/>
                  </a:cubicBezTo>
                  <a:cubicBezTo>
                    <a:pt x="111" y="0"/>
                    <a:pt x="111" y="0"/>
                    <a:pt x="111" y="0"/>
                  </a:cubicBezTo>
                  <a:cubicBezTo>
                    <a:pt x="107" y="0"/>
                    <a:pt x="104" y="0"/>
                    <a:pt x="100" y="1"/>
                  </a:cubicBezTo>
                  <a:cubicBezTo>
                    <a:pt x="94" y="2"/>
                    <a:pt x="88" y="3"/>
                    <a:pt x="83" y="7"/>
                  </a:cubicBezTo>
                  <a:cubicBezTo>
                    <a:pt x="82" y="8"/>
                    <a:pt x="71" y="16"/>
                    <a:pt x="57" y="29"/>
                  </a:cubicBezTo>
                  <a:cubicBezTo>
                    <a:pt x="43" y="43"/>
                    <a:pt x="26" y="63"/>
                    <a:pt x="14" y="89"/>
                  </a:cubicBezTo>
                  <a:cubicBezTo>
                    <a:pt x="6" y="106"/>
                    <a:pt x="0" y="126"/>
                    <a:pt x="0" y="148"/>
                  </a:cubicBezTo>
                  <a:cubicBezTo>
                    <a:pt x="0" y="151"/>
                    <a:pt x="0" y="154"/>
                    <a:pt x="0" y="157"/>
                  </a:cubicBezTo>
                  <a:cubicBezTo>
                    <a:pt x="2" y="178"/>
                    <a:pt x="9" y="201"/>
                    <a:pt x="23" y="223"/>
                  </a:cubicBezTo>
                  <a:cubicBezTo>
                    <a:pt x="34" y="241"/>
                    <a:pt x="50" y="258"/>
                    <a:pt x="70" y="275"/>
                  </a:cubicBezTo>
                  <a:cubicBezTo>
                    <a:pt x="74" y="277"/>
                    <a:pt x="77" y="280"/>
                    <a:pt x="80" y="283"/>
                  </a:cubicBezTo>
                  <a:cubicBezTo>
                    <a:pt x="85" y="287"/>
                    <a:pt x="91" y="290"/>
                    <a:pt x="97" y="294"/>
                  </a:cubicBezTo>
                  <a:cubicBezTo>
                    <a:pt x="102" y="298"/>
                    <a:pt x="108" y="300"/>
                    <a:pt x="114" y="300"/>
                  </a:cubicBezTo>
                  <a:cubicBezTo>
                    <a:pt x="124" y="300"/>
                    <a:pt x="133" y="296"/>
                    <a:pt x="139" y="289"/>
                  </a:cubicBezTo>
                  <a:cubicBezTo>
                    <a:pt x="140" y="288"/>
                    <a:pt x="140" y="287"/>
                    <a:pt x="141" y="286"/>
                  </a:cubicBezTo>
                  <a:cubicBezTo>
                    <a:pt x="147" y="277"/>
                    <a:pt x="148" y="267"/>
                    <a:pt x="145" y="258"/>
                  </a:cubicBezTo>
                  <a:cubicBezTo>
                    <a:pt x="143" y="251"/>
                    <a:pt x="139" y="246"/>
                    <a:pt x="133" y="242"/>
                  </a:cubicBezTo>
                  <a:cubicBezTo>
                    <a:pt x="133" y="242"/>
                    <a:pt x="133" y="241"/>
                    <a:pt x="132" y="241"/>
                  </a:cubicBezTo>
                  <a:cubicBezTo>
                    <a:pt x="107" y="224"/>
                    <a:pt x="90" y="208"/>
                    <a:pt x="80" y="194"/>
                  </a:cubicBezTo>
                  <a:cubicBezTo>
                    <a:pt x="79" y="192"/>
                    <a:pt x="78" y="190"/>
                    <a:pt x="77" y="189"/>
                  </a:cubicBezTo>
                  <a:cubicBezTo>
                    <a:pt x="69" y="177"/>
                    <a:pt x="66" y="166"/>
                    <a:pt x="64" y="157"/>
                  </a:cubicBezTo>
                  <a:cubicBezTo>
                    <a:pt x="64" y="154"/>
                    <a:pt x="64" y="151"/>
                    <a:pt x="64" y="148"/>
                  </a:cubicBezTo>
                  <a:cubicBezTo>
                    <a:pt x="64" y="132"/>
                    <a:pt x="70" y="116"/>
                    <a:pt x="80" y="101"/>
                  </a:cubicBezTo>
                  <a:cubicBezTo>
                    <a:pt x="80" y="179"/>
                    <a:pt x="80" y="179"/>
                    <a:pt x="80" y="179"/>
                  </a:cubicBezTo>
                  <a:cubicBezTo>
                    <a:pt x="81" y="180"/>
                    <a:pt x="82" y="182"/>
                    <a:pt x="83" y="184"/>
                  </a:cubicBezTo>
                  <a:cubicBezTo>
                    <a:pt x="94" y="201"/>
                    <a:pt x="112" y="218"/>
                    <a:pt x="137" y="235"/>
                  </a:cubicBezTo>
                  <a:cubicBezTo>
                    <a:pt x="139" y="236"/>
                    <a:pt x="141" y="238"/>
                    <a:pt x="142" y="239"/>
                  </a:cubicBezTo>
                  <a:cubicBezTo>
                    <a:pt x="146" y="242"/>
                    <a:pt x="148" y="246"/>
                    <a:pt x="150" y="250"/>
                  </a:cubicBezTo>
                  <a:cubicBezTo>
                    <a:pt x="156" y="262"/>
                    <a:pt x="156" y="278"/>
                    <a:pt x="148" y="290"/>
                  </a:cubicBezTo>
                  <a:cubicBezTo>
                    <a:pt x="146" y="293"/>
                    <a:pt x="143" y="296"/>
                    <a:pt x="141" y="298"/>
                  </a:cubicBezTo>
                  <a:cubicBezTo>
                    <a:pt x="134" y="304"/>
                    <a:pt x="124" y="308"/>
                    <a:pt x="114" y="308"/>
                  </a:cubicBezTo>
                  <a:cubicBezTo>
                    <a:pt x="107" y="308"/>
                    <a:pt x="99" y="305"/>
                    <a:pt x="92" y="301"/>
                  </a:cubicBezTo>
                  <a:cubicBezTo>
                    <a:pt x="88" y="298"/>
                    <a:pt x="84" y="295"/>
                    <a:pt x="80" y="293"/>
                  </a:cubicBezTo>
                  <a:cubicBezTo>
                    <a:pt x="75" y="289"/>
                    <a:pt x="69" y="284"/>
                    <a:pt x="64" y="280"/>
                  </a:cubicBezTo>
                  <a:cubicBezTo>
                    <a:pt x="54" y="289"/>
                    <a:pt x="45" y="301"/>
                    <a:pt x="38" y="314"/>
                  </a:cubicBezTo>
                  <a:cubicBezTo>
                    <a:pt x="38" y="315"/>
                    <a:pt x="37" y="316"/>
                    <a:pt x="37" y="317"/>
                  </a:cubicBezTo>
                  <a:cubicBezTo>
                    <a:pt x="35" y="319"/>
                    <a:pt x="34" y="321"/>
                    <a:pt x="33" y="324"/>
                  </a:cubicBezTo>
                  <a:cubicBezTo>
                    <a:pt x="27" y="339"/>
                    <a:pt x="23" y="357"/>
                    <a:pt x="23" y="375"/>
                  </a:cubicBezTo>
                  <a:cubicBezTo>
                    <a:pt x="23" y="388"/>
                    <a:pt x="25" y="400"/>
                    <a:pt x="28" y="413"/>
                  </a:cubicBezTo>
                  <a:cubicBezTo>
                    <a:pt x="29" y="417"/>
                    <a:pt x="30" y="421"/>
                    <a:pt x="31" y="425"/>
                  </a:cubicBezTo>
                  <a:cubicBezTo>
                    <a:pt x="37" y="445"/>
                    <a:pt x="48" y="467"/>
                    <a:pt x="62" y="489"/>
                  </a:cubicBezTo>
                  <a:cubicBezTo>
                    <a:pt x="75" y="509"/>
                    <a:pt x="92" y="531"/>
                    <a:pt x="112" y="554"/>
                  </a:cubicBezTo>
                  <a:cubicBezTo>
                    <a:pt x="115" y="550"/>
                    <a:pt x="118" y="547"/>
                    <a:pt x="121" y="544"/>
                  </a:cubicBezTo>
                  <a:cubicBezTo>
                    <a:pt x="145" y="523"/>
                    <a:pt x="165" y="502"/>
                    <a:pt x="183" y="482"/>
                  </a:cubicBezTo>
                  <a:cubicBezTo>
                    <a:pt x="167" y="465"/>
                    <a:pt x="155" y="449"/>
                    <a:pt x="146" y="435"/>
                  </a:cubicBezTo>
                  <a:cubicBezTo>
                    <a:pt x="144" y="431"/>
                    <a:pt x="142" y="428"/>
                    <a:pt x="140" y="425"/>
                  </a:cubicBezTo>
                  <a:cubicBezTo>
                    <a:pt x="138" y="421"/>
                    <a:pt x="136" y="417"/>
                    <a:pt x="134" y="413"/>
                  </a:cubicBezTo>
                  <a:cubicBezTo>
                    <a:pt x="125" y="395"/>
                    <a:pt x="123" y="382"/>
                    <a:pt x="123" y="375"/>
                  </a:cubicBezTo>
                  <a:cubicBezTo>
                    <a:pt x="123" y="367"/>
                    <a:pt x="125" y="363"/>
                    <a:pt x="128" y="359"/>
                  </a:cubicBezTo>
                  <a:cubicBezTo>
                    <a:pt x="132" y="352"/>
                    <a:pt x="143" y="344"/>
                    <a:pt x="157" y="339"/>
                  </a:cubicBezTo>
                  <a:cubicBezTo>
                    <a:pt x="162" y="337"/>
                    <a:pt x="167" y="336"/>
                    <a:pt x="171" y="335"/>
                  </a:cubicBezTo>
                  <a:cubicBezTo>
                    <a:pt x="205" y="335"/>
                    <a:pt x="205" y="335"/>
                    <a:pt x="205" y="335"/>
                  </a:cubicBezTo>
                  <a:cubicBezTo>
                    <a:pt x="206" y="335"/>
                    <a:pt x="206" y="335"/>
                    <a:pt x="206" y="335"/>
                  </a:cubicBezTo>
                  <a:cubicBezTo>
                    <a:pt x="219" y="338"/>
                    <a:pt x="234" y="345"/>
                    <a:pt x="243" y="352"/>
                  </a:cubicBezTo>
                  <a:cubicBezTo>
                    <a:pt x="247" y="355"/>
                    <a:pt x="249" y="359"/>
                    <a:pt x="251" y="362"/>
                  </a:cubicBezTo>
                  <a:cubicBezTo>
                    <a:pt x="253" y="365"/>
                    <a:pt x="254" y="369"/>
                    <a:pt x="254" y="375"/>
                  </a:cubicBezTo>
                  <a:cubicBezTo>
                    <a:pt x="254" y="382"/>
                    <a:pt x="252" y="395"/>
                    <a:pt x="243" y="413"/>
                  </a:cubicBezTo>
                  <a:cubicBezTo>
                    <a:pt x="241" y="417"/>
                    <a:pt x="239" y="421"/>
                    <a:pt x="237" y="425"/>
                  </a:cubicBezTo>
                  <a:cubicBezTo>
                    <a:pt x="235" y="428"/>
                    <a:pt x="233" y="431"/>
                    <a:pt x="230" y="435"/>
                  </a:cubicBezTo>
                  <a:cubicBezTo>
                    <a:pt x="226" y="441"/>
                    <a:pt x="221" y="448"/>
                    <a:pt x="215" y="456"/>
                  </a:cubicBezTo>
                  <a:cubicBezTo>
                    <a:pt x="208" y="466"/>
                    <a:pt x="199" y="477"/>
                    <a:pt x="188" y="488"/>
                  </a:cubicBezTo>
                  <a:cubicBezTo>
                    <a:pt x="172" y="507"/>
                    <a:pt x="151" y="527"/>
                    <a:pt x="126" y="550"/>
                  </a:cubicBezTo>
                  <a:cubicBezTo>
                    <a:pt x="123" y="553"/>
                    <a:pt x="120" y="556"/>
                    <a:pt x="118" y="560"/>
                  </a:cubicBezTo>
                  <a:cubicBezTo>
                    <a:pt x="106" y="578"/>
                    <a:pt x="107" y="603"/>
                    <a:pt x="122" y="620"/>
                  </a:cubicBezTo>
                  <a:cubicBezTo>
                    <a:pt x="132" y="631"/>
                    <a:pt x="146" y="637"/>
                    <a:pt x="160" y="637"/>
                  </a:cubicBezTo>
                  <a:cubicBezTo>
                    <a:pt x="170" y="637"/>
                    <a:pt x="180" y="634"/>
                    <a:pt x="188" y="628"/>
                  </a:cubicBezTo>
                  <a:cubicBezTo>
                    <a:pt x="190" y="627"/>
                    <a:pt x="192" y="626"/>
                    <a:pt x="193" y="624"/>
                  </a:cubicBezTo>
                  <a:cubicBezTo>
                    <a:pt x="218" y="601"/>
                    <a:pt x="240" y="580"/>
                    <a:pt x="259" y="560"/>
                  </a:cubicBezTo>
                  <a:cubicBezTo>
                    <a:pt x="271" y="547"/>
                    <a:pt x="281" y="534"/>
                    <a:pt x="291" y="522"/>
                  </a:cubicBezTo>
                  <a:cubicBezTo>
                    <a:pt x="300" y="510"/>
                    <a:pt x="308" y="499"/>
                    <a:pt x="315" y="489"/>
                  </a:cubicBezTo>
                  <a:cubicBezTo>
                    <a:pt x="329" y="467"/>
                    <a:pt x="339" y="445"/>
                    <a:pt x="346" y="425"/>
                  </a:cubicBezTo>
                  <a:cubicBezTo>
                    <a:pt x="347" y="421"/>
                    <a:pt x="348" y="417"/>
                    <a:pt x="349" y="413"/>
                  </a:cubicBezTo>
                  <a:cubicBezTo>
                    <a:pt x="352" y="400"/>
                    <a:pt x="354" y="388"/>
                    <a:pt x="354" y="3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64"/>
            <p:cNvSpPr>
              <a:spLocks/>
            </p:cNvSpPr>
            <p:nvPr/>
          </p:nvSpPr>
          <p:spPr bwMode="auto">
            <a:xfrm>
              <a:off x="4721225" y="6684963"/>
              <a:ext cx="171450" cy="157163"/>
            </a:xfrm>
            <a:custGeom>
              <a:avLst/>
              <a:gdLst>
                <a:gd name="T0" fmla="*/ 75 w 91"/>
                <a:gd name="T1" fmla="*/ 6 h 84"/>
                <a:gd name="T2" fmla="*/ 75 w 91"/>
                <a:gd name="T3" fmla="*/ 6 h 84"/>
                <a:gd name="T4" fmla="*/ 67 w 91"/>
                <a:gd name="T5" fmla="*/ 14 h 84"/>
                <a:gd name="T6" fmla="*/ 65 w 91"/>
                <a:gd name="T7" fmla="*/ 16 h 84"/>
                <a:gd name="T8" fmla="*/ 55 w 91"/>
                <a:gd name="T9" fmla="*/ 27 h 84"/>
                <a:gd name="T10" fmla="*/ 51 w 91"/>
                <a:gd name="T11" fmla="*/ 31 h 84"/>
                <a:gd name="T12" fmla="*/ 41 w 91"/>
                <a:gd name="T13" fmla="*/ 41 h 84"/>
                <a:gd name="T14" fmla="*/ 39 w 91"/>
                <a:gd name="T15" fmla="*/ 42 h 84"/>
                <a:gd name="T16" fmla="*/ 27 w 91"/>
                <a:gd name="T17" fmla="*/ 54 h 84"/>
                <a:gd name="T18" fmla="*/ 24 w 91"/>
                <a:gd name="T19" fmla="*/ 57 h 84"/>
                <a:gd name="T20" fmla="*/ 10 w 91"/>
                <a:gd name="T21" fmla="*/ 69 h 84"/>
                <a:gd name="T22" fmla="*/ 8 w 91"/>
                <a:gd name="T23" fmla="*/ 71 h 84"/>
                <a:gd name="T24" fmla="*/ 6 w 91"/>
                <a:gd name="T25" fmla="*/ 73 h 84"/>
                <a:gd name="T26" fmla="*/ 5 w 91"/>
                <a:gd name="T27" fmla="*/ 73 h 84"/>
                <a:gd name="T28" fmla="*/ 0 w 91"/>
                <a:gd name="T29" fmla="*/ 76 h 84"/>
                <a:gd name="T30" fmla="*/ 0 w 91"/>
                <a:gd name="T31" fmla="*/ 76 h 84"/>
                <a:gd name="T32" fmla="*/ 29 w 91"/>
                <a:gd name="T33" fmla="*/ 84 h 84"/>
                <a:gd name="T34" fmla="*/ 72 w 91"/>
                <a:gd name="T35" fmla="*/ 65 h 84"/>
                <a:gd name="T36" fmla="*/ 81 w 91"/>
                <a:gd name="T37" fmla="*/ 0 h 84"/>
                <a:gd name="T38" fmla="*/ 79 w 91"/>
                <a:gd name="T39" fmla="*/ 2 h 84"/>
                <a:gd name="T40" fmla="*/ 76 w 91"/>
                <a:gd name="T41" fmla="*/ 5 h 84"/>
                <a:gd name="T42" fmla="*/ 75 w 91"/>
                <a:gd name="T43" fmla="*/ 6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1" h="84">
                  <a:moveTo>
                    <a:pt x="75" y="6"/>
                  </a:moveTo>
                  <a:cubicBezTo>
                    <a:pt x="75" y="6"/>
                    <a:pt x="75" y="6"/>
                    <a:pt x="75" y="6"/>
                  </a:cubicBezTo>
                  <a:cubicBezTo>
                    <a:pt x="72" y="9"/>
                    <a:pt x="70" y="11"/>
                    <a:pt x="67" y="14"/>
                  </a:cubicBezTo>
                  <a:cubicBezTo>
                    <a:pt x="67" y="15"/>
                    <a:pt x="66" y="16"/>
                    <a:pt x="65" y="16"/>
                  </a:cubicBezTo>
                  <a:cubicBezTo>
                    <a:pt x="62" y="20"/>
                    <a:pt x="58" y="24"/>
                    <a:pt x="55" y="27"/>
                  </a:cubicBezTo>
                  <a:cubicBezTo>
                    <a:pt x="53" y="28"/>
                    <a:pt x="52" y="30"/>
                    <a:pt x="51" y="31"/>
                  </a:cubicBezTo>
                  <a:cubicBezTo>
                    <a:pt x="48" y="34"/>
                    <a:pt x="44" y="37"/>
                    <a:pt x="41" y="41"/>
                  </a:cubicBezTo>
                  <a:cubicBezTo>
                    <a:pt x="40" y="41"/>
                    <a:pt x="40" y="42"/>
                    <a:pt x="39" y="42"/>
                  </a:cubicBezTo>
                  <a:cubicBezTo>
                    <a:pt x="35" y="46"/>
                    <a:pt x="31" y="50"/>
                    <a:pt x="27" y="54"/>
                  </a:cubicBezTo>
                  <a:cubicBezTo>
                    <a:pt x="26" y="55"/>
                    <a:pt x="25" y="56"/>
                    <a:pt x="24" y="57"/>
                  </a:cubicBezTo>
                  <a:cubicBezTo>
                    <a:pt x="19" y="61"/>
                    <a:pt x="15" y="65"/>
                    <a:pt x="10" y="69"/>
                  </a:cubicBezTo>
                  <a:cubicBezTo>
                    <a:pt x="10" y="70"/>
                    <a:pt x="9" y="71"/>
                    <a:pt x="8" y="71"/>
                  </a:cubicBezTo>
                  <a:cubicBezTo>
                    <a:pt x="7" y="72"/>
                    <a:pt x="6" y="72"/>
                    <a:pt x="6" y="73"/>
                  </a:cubicBezTo>
                  <a:cubicBezTo>
                    <a:pt x="6" y="73"/>
                    <a:pt x="5" y="73"/>
                    <a:pt x="5" y="73"/>
                  </a:cubicBezTo>
                  <a:cubicBezTo>
                    <a:pt x="4" y="74"/>
                    <a:pt x="2" y="75"/>
                    <a:pt x="0" y="76"/>
                  </a:cubicBezTo>
                  <a:cubicBezTo>
                    <a:pt x="0" y="76"/>
                    <a:pt x="0" y="76"/>
                    <a:pt x="0" y="76"/>
                  </a:cubicBezTo>
                  <a:cubicBezTo>
                    <a:pt x="9" y="81"/>
                    <a:pt x="19" y="84"/>
                    <a:pt x="29" y="84"/>
                  </a:cubicBezTo>
                  <a:cubicBezTo>
                    <a:pt x="45" y="84"/>
                    <a:pt x="61" y="77"/>
                    <a:pt x="72" y="65"/>
                  </a:cubicBezTo>
                  <a:cubicBezTo>
                    <a:pt x="89" y="46"/>
                    <a:pt x="91" y="20"/>
                    <a:pt x="81" y="0"/>
                  </a:cubicBezTo>
                  <a:cubicBezTo>
                    <a:pt x="80" y="0"/>
                    <a:pt x="79" y="1"/>
                    <a:pt x="79" y="2"/>
                  </a:cubicBezTo>
                  <a:cubicBezTo>
                    <a:pt x="78" y="3"/>
                    <a:pt x="77" y="4"/>
                    <a:pt x="76" y="5"/>
                  </a:cubicBezTo>
                  <a:cubicBezTo>
                    <a:pt x="75" y="5"/>
                    <a:pt x="75" y="6"/>
                    <a:pt x="7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65"/>
            <p:cNvSpPr>
              <a:spLocks/>
            </p:cNvSpPr>
            <p:nvPr/>
          </p:nvSpPr>
          <p:spPr bwMode="auto">
            <a:xfrm>
              <a:off x="3349625" y="5222875"/>
              <a:ext cx="388938" cy="390525"/>
            </a:xfrm>
            <a:custGeom>
              <a:avLst/>
              <a:gdLst>
                <a:gd name="T0" fmla="*/ 12 w 207"/>
                <a:gd name="T1" fmla="*/ 125 h 207"/>
                <a:gd name="T2" fmla="*/ 125 w 207"/>
                <a:gd name="T3" fmla="*/ 195 h 207"/>
                <a:gd name="T4" fmla="*/ 195 w 207"/>
                <a:gd name="T5" fmla="*/ 82 h 207"/>
                <a:gd name="T6" fmla="*/ 82 w 207"/>
                <a:gd name="T7" fmla="*/ 12 h 207"/>
                <a:gd name="T8" fmla="*/ 12 w 207"/>
                <a:gd name="T9" fmla="*/ 125 h 207"/>
              </a:gdLst>
              <a:ahLst/>
              <a:cxnLst>
                <a:cxn ang="0">
                  <a:pos x="T0" y="T1"/>
                </a:cxn>
                <a:cxn ang="0">
                  <a:pos x="T2" y="T3"/>
                </a:cxn>
                <a:cxn ang="0">
                  <a:pos x="T4" y="T5"/>
                </a:cxn>
                <a:cxn ang="0">
                  <a:pos x="T6" y="T7"/>
                </a:cxn>
                <a:cxn ang="0">
                  <a:pos x="T8" y="T9"/>
                </a:cxn>
              </a:cxnLst>
              <a:rect l="0" t="0" r="r" b="b"/>
              <a:pathLst>
                <a:path w="207" h="207">
                  <a:moveTo>
                    <a:pt x="12" y="125"/>
                  </a:moveTo>
                  <a:cubicBezTo>
                    <a:pt x="24" y="175"/>
                    <a:pt x="74" y="207"/>
                    <a:pt x="125" y="195"/>
                  </a:cubicBezTo>
                  <a:cubicBezTo>
                    <a:pt x="176" y="183"/>
                    <a:pt x="207" y="133"/>
                    <a:pt x="195" y="82"/>
                  </a:cubicBezTo>
                  <a:cubicBezTo>
                    <a:pt x="183" y="32"/>
                    <a:pt x="133" y="0"/>
                    <a:pt x="82" y="12"/>
                  </a:cubicBezTo>
                  <a:cubicBezTo>
                    <a:pt x="32" y="24"/>
                    <a:pt x="0" y="74"/>
                    <a:pt x="12" y="1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66"/>
            <p:cNvSpPr>
              <a:spLocks/>
            </p:cNvSpPr>
            <p:nvPr/>
          </p:nvSpPr>
          <p:spPr bwMode="auto">
            <a:xfrm>
              <a:off x="3240088" y="6132513"/>
              <a:ext cx="579438" cy="698500"/>
            </a:xfrm>
            <a:custGeom>
              <a:avLst/>
              <a:gdLst>
                <a:gd name="T0" fmla="*/ 282 w 308"/>
                <a:gd name="T1" fmla="*/ 56 h 371"/>
                <a:gd name="T2" fmla="*/ 279 w 308"/>
                <a:gd name="T3" fmla="*/ 51 h 371"/>
                <a:gd name="T4" fmla="*/ 272 w 308"/>
                <a:gd name="T5" fmla="*/ 51 h 371"/>
                <a:gd name="T6" fmla="*/ 264 w 308"/>
                <a:gd name="T7" fmla="*/ 50 h 371"/>
                <a:gd name="T8" fmla="*/ 32 w 308"/>
                <a:gd name="T9" fmla="*/ 16 h 371"/>
                <a:gd name="T10" fmla="*/ 0 w 308"/>
                <a:gd name="T11" fmla="*/ 0 h 371"/>
                <a:gd name="T12" fmla="*/ 38 w 308"/>
                <a:gd name="T13" fmla="*/ 46 h 371"/>
                <a:gd name="T14" fmla="*/ 53 w 308"/>
                <a:gd name="T15" fmla="*/ 56 h 371"/>
                <a:gd name="T16" fmla="*/ 75 w 308"/>
                <a:gd name="T17" fmla="*/ 65 h 371"/>
                <a:gd name="T18" fmla="*/ 75 w 308"/>
                <a:gd name="T19" fmla="*/ 66 h 371"/>
                <a:gd name="T20" fmla="*/ 149 w 308"/>
                <a:gd name="T21" fmla="*/ 77 h 371"/>
                <a:gd name="T22" fmla="*/ 149 w 308"/>
                <a:gd name="T23" fmla="*/ 77 h 371"/>
                <a:gd name="T24" fmla="*/ 158 w 308"/>
                <a:gd name="T25" fmla="*/ 77 h 371"/>
                <a:gd name="T26" fmla="*/ 182 w 308"/>
                <a:gd name="T27" fmla="*/ 90 h 371"/>
                <a:gd name="T28" fmla="*/ 200 w 308"/>
                <a:gd name="T29" fmla="*/ 113 h 371"/>
                <a:gd name="T30" fmla="*/ 208 w 308"/>
                <a:gd name="T31" fmla="*/ 145 h 371"/>
                <a:gd name="T32" fmla="*/ 208 w 308"/>
                <a:gd name="T33" fmla="*/ 161 h 371"/>
                <a:gd name="T34" fmla="*/ 174 w 308"/>
                <a:gd name="T35" fmla="*/ 302 h 371"/>
                <a:gd name="T36" fmla="*/ 201 w 308"/>
                <a:gd name="T37" fmla="*/ 367 h 371"/>
                <a:gd name="T38" fmla="*/ 220 w 308"/>
                <a:gd name="T39" fmla="*/ 371 h 371"/>
                <a:gd name="T40" fmla="*/ 267 w 308"/>
                <a:gd name="T41" fmla="*/ 340 h 371"/>
                <a:gd name="T42" fmla="*/ 308 w 308"/>
                <a:gd name="T43" fmla="*/ 161 h 371"/>
                <a:gd name="T44" fmla="*/ 308 w 308"/>
                <a:gd name="T45" fmla="*/ 145 h 371"/>
                <a:gd name="T46" fmla="*/ 288 w 308"/>
                <a:gd name="T47" fmla="*/ 66 h 371"/>
                <a:gd name="T48" fmla="*/ 282 w 308"/>
                <a:gd name="T49" fmla="*/ 56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8" h="371">
                  <a:moveTo>
                    <a:pt x="282" y="56"/>
                  </a:moveTo>
                  <a:cubicBezTo>
                    <a:pt x="281" y="54"/>
                    <a:pt x="280" y="52"/>
                    <a:pt x="279" y="51"/>
                  </a:cubicBezTo>
                  <a:cubicBezTo>
                    <a:pt x="277" y="51"/>
                    <a:pt x="275" y="51"/>
                    <a:pt x="272" y="51"/>
                  </a:cubicBezTo>
                  <a:cubicBezTo>
                    <a:pt x="270" y="51"/>
                    <a:pt x="267" y="51"/>
                    <a:pt x="264" y="50"/>
                  </a:cubicBezTo>
                  <a:cubicBezTo>
                    <a:pt x="32" y="16"/>
                    <a:pt x="32" y="16"/>
                    <a:pt x="32" y="16"/>
                  </a:cubicBezTo>
                  <a:cubicBezTo>
                    <a:pt x="20" y="14"/>
                    <a:pt x="9" y="8"/>
                    <a:pt x="0" y="0"/>
                  </a:cubicBezTo>
                  <a:cubicBezTo>
                    <a:pt x="7" y="15"/>
                    <a:pt x="19" y="32"/>
                    <a:pt x="38" y="46"/>
                  </a:cubicBezTo>
                  <a:cubicBezTo>
                    <a:pt x="43" y="50"/>
                    <a:pt x="48" y="53"/>
                    <a:pt x="53" y="56"/>
                  </a:cubicBezTo>
                  <a:cubicBezTo>
                    <a:pt x="60" y="59"/>
                    <a:pt x="67" y="63"/>
                    <a:pt x="75" y="65"/>
                  </a:cubicBezTo>
                  <a:cubicBezTo>
                    <a:pt x="75" y="65"/>
                    <a:pt x="75" y="65"/>
                    <a:pt x="75" y="66"/>
                  </a:cubicBezTo>
                  <a:cubicBezTo>
                    <a:pt x="96" y="73"/>
                    <a:pt x="121" y="77"/>
                    <a:pt x="149" y="77"/>
                  </a:cubicBezTo>
                  <a:cubicBezTo>
                    <a:pt x="149" y="77"/>
                    <a:pt x="149" y="77"/>
                    <a:pt x="149" y="77"/>
                  </a:cubicBezTo>
                  <a:cubicBezTo>
                    <a:pt x="152" y="77"/>
                    <a:pt x="155" y="77"/>
                    <a:pt x="158" y="77"/>
                  </a:cubicBezTo>
                  <a:cubicBezTo>
                    <a:pt x="163" y="78"/>
                    <a:pt x="173" y="82"/>
                    <a:pt x="182" y="90"/>
                  </a:cubicBezTo>
                  <a:cubicBezTo>
                    <a:pt x="189" y="95"/>
                    <a:pt x="195" y="102"/>
                    <a:pt x="200" y="113"/>
                  </a:cubicBezTo>
                  <a:cubicBezTo>
                    <a:pt x="203" y="121"/>
                    <a:pt x="206" y="131"/>
                    <a:pt x="208" y="145"/>
                  </a:cubicBezTo>
                  <a:cubicBezTo>
                    <a:pt x="208" y="150"/>
                    <a:pt x="208" y="155"/>
                    <a:pt x="208" y="161"/>
                  </a:cubicBezTo>
                  <a:cubicBezTo>
                    <a:pt x="209" y="193"/>
                    <a:pt x="200" y="239"/>
                    <a:pt x="174" y="302"/>
                  </a:cubicBezTo>
                  <a:cubicBezTo>
                    <a:pt x="164" y="328"/>
                    <a:pt x="176" y="357"/>
                    <a:pt x="201" y="367"/>
                  </a:cubicBezTo>
                  <a:cubicBezTo>
                    <a:pt x="208" y="370"/>
                    <a:pt x="214" y="371"/>
                    <a:pt x="220" y="371"/>
                  </a:cubicBezTo>
                  <a:cubicBezTo>
                    <a:pt x="240" y="371"/>
                    <a:pt x="259" y="359"/>
                    <a:pt x="267" y="340"/>
                  </a:cubicBezTo>
                  <a:cubicBezTo>
                    <a:pt x="296" y="268"/>
                    <a:pt x="308" y="210"/>
                    <a:pt x="308" y="161"/>
                  </a:cubicBezTo>
                  <a:cubicBezTo>
                    <a:pt x="308" y="156"/>
                    <a:pt x="308" y="150"/>
                    <a:pt x="308" y="145"/>
                  </a:cubicBezTo>
                  <a:cubicBezTo>
                    <a:pt x="306" y="115"/>
                    <a:pt x="299" y="88"/>
                    <a:pt x="288" y="66"/>
                  </a:cubicBezTo>
                  <a:cubicBezTo>
                    <a:pt x="286" y="62"/>
                    <a:pt x="284" y="59"/>
                    <a:pt x="282" y="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67"/>
            <p:cNvSpPr>
              <a:spLocks/>
            </p:cNvSpPr>
            <p:nvPr/>
          </p:nvSpPr>
          <p:spPr bwMode="auto">
            <a:xfrm>
              <a:off x="3117850" y="5627688"/>
              <a:ext cx="790575" cy="595313"/>
            </a:xfrm>
            <a:custGeom>
              <a:avLst/>
              <a:gdLst>
                <a:gd name="T0" fmla="*/ 59 w 420"/>
                <a:gd name="T1" fmla="*/ 261 h 316"/>
                <a:gd name="T2" fmla="*/ 48 w 420"/>
                <a:gd name="T3" fmla="*/ 230 h 316"/>
                <a:gd name="T4" fmla="*/ 47 w 420"/>
                <a:gd name="T5" fmla="*/ 228 h 316"/>
                <a:gd name="T6" fmla="*/ 47 w 420"/>
                <a:gd name="T7" fmla="*/ 224 h 316"/>
                <a:gd name="T8" fmla="*/ 47 w 420"/>
                <a:gd name="T9" fmla="*/ 223 h 316"/>
                <a:gd name="T10" fmla="*/ 48 w 420"/>
                <a:gd name="T11" fmla="*/ 218 h 316"/>
                <a:gd name="T12" fmla="*/ 48 w 420"/>
                <a:gd name="T13" fmla="*/ 218 h 316"/>
                <a:gd name="T14" fmla="*/ 48 w 420"/>
                <a:gd name="T15" fmla="*/ 217 h 316"/>
                <a:gd name="T16" fmla="*/ 49 w 420"/>
                <a:gd name="T17" fmla="*/ 213 h 316"/>
                <a:gd name="T18" fmla="*/ 49 w 420"/>
                <a:gd name="T19" fmla="*/ 212 h 316"/>
                <a:gd name="T20" fmla="*/ 50 w 420"/>
                <a:gd name="T21" fmla="*/ 208 h 316"/>
                <a:gd name="T22" fmla="*/ 51 w 420"/>
                <a:gd name="T23" fmla="*/ 207 h 316"/>
                <a:gd name="T24" fmla="*/ 52 w 420"/>
                <a:gd name="T25" fmla="*/ 203 h 316"/>
                <a:gd name="T26" fmla="*/ 52 w 420"/>
                <a:gd name="T27" fmla="*/ 203 h 316"/>
                <a:gd name="T28" fmla="*/ 72 w 420"/>
                <a:gd name="T29" fmla="*/ 179 h 316"/>
                <a:gd name="T30" fmla="*/ 72 w 420"/>
                <a:gd name="T31" fmla="*/ 179 h 316"/>
                <a:gd name="T32" fmla="*/ 74 w 420"/>
                <a:gd name="T33" fmla="*/ 178 h 316"/>
                <a:gd name="T34" fmla="*/ 74 w 420"/>
                <a:gd name="T35" fmla="*/ 178 h 316"/>
                <a:gd name="T36" fmla="*/ 111 w 420"/>
                <a:gd name="T37" fmla="*/ 90 h 316"/>
                <a:gd name="T38" fmla="*/ 113 w 420"/>
                <a:gd name="T39" fmla="*/ 87 h 316"/>
                <a:gd name="T40" fmla="*/ 119 w 420"/>
                <a:gd name="T41" fmla="*/ 81 h 316"/>
                <a:gd name="T42" fmla="*/ 119 w 420"/>
                <a:gd name="T43" fmla="*/ 170 h 316"/>
                <a:gd name="T44" fmla="*/ 335 w 420"/>
                <a:gd name="T45" fmla="*/ 202 h 316"/>
                <a:gd name="T46" fmla="*/ 335 w 420"/>
                <a:gd name="T47" fmla="*/ 92 h 316"/>
                <a:gd name="T48" fmla="*/ 343 w 420"/>
                <a:gd name="T49" fmla="*/ 105 h 316"/>
                <a:gd name="T50" fmla="*/ 355 w 420"/>
                <a:gd name="T51" fmla="*/ 167 h 316"/>
                <a:gd name="T52" fmla="*/ 352 w 420"/>
                <a:gd name="T53" fmla="*/ 205 h 316"/>
                <a:gd name="T54" fmla="*/ 395 w 420"/>
                <a:gd name="T55" fmla="*/ 270 h 316"/>
                <a:gd name="T56" fmla="*/ 383 w 420"/>
                <a:gd name="T57" fmla="*/ 297 h 316"/>
                <a:gd name="T58" fmla="*/ 402 w 420"/>
                <a:gd name="T59" fmla="*/ 276 h 316"/>
                <a:gd name="T60" fmla="*/ 419 w 420"/>
                <a:gd name="T61" fmla="*/ 167 h 316"/>
                <a:gd name="T62" fmla="*/ 370 w 420"/>
                <a:gd name="T63" fmla="*/ 34 h 316"/>
                <a:gd name="T64" fmla="*/ 337 w 420"/>
                <a:gd name="T65" fmla="*/ 10 h 316"/>
                <a:gd name="T66" fmla="*/ 315 w 420"/>
                <a:gd name="T67" fmla="*/ 1 h 316"/>
                <a:gd name="T68" fmla="*/ 311 w 420"/>
                <a:gd name="T69" fmla="*/ 0 h 316"/>
                <a:gd name="T70" fmla="*/ 304 w 420"/>
                <a:gd name="T71" fmla="*/ 0 h 316"/>
                <a:gd name="T72" fmla="*/ 149 w 420"/>
                <a:gd name="T73" fmla="*/ 0 h 316"/>
                <a:gd name="T74" fmla="*/ 144 w 420"/>
                <a:gd name="T75" fmla="*/ 0 h 316"/>
                <a:gd name="T76" fmla="*/ 143 w 420"/>
                <a:gd name="T77" fmla="*/ 0 h 316"/>
                <a:gd name="T78" fmla="*/ 143 w 420"/>
                <a:gd name="T79" fmla="*/ 0 h 316"/>
                <a:gd name="T80" fmla="*/ 119 w 420"/>
                <a:gd name="T81" fmla="*/ 6 h 316"/>
                <a:gd name="T82" fmla="*/ 115 w 420"/>
                <a:gd name="T83" fmla="*/ 8 h 316"/>
                <a:gd name="T84" fmla="*/ 40 w 420"/>
                <a:gd name="T85" fmla="*/ 82 h 316"/>
                <a:gd name="T86" fmla="*/ 0 w 420"/>
                <a:gd name="T87" fmla="*/ 283 h 316"/>
                <a:gd name="T88" fmla="*/ 32 w 420"/>
                <a:gd name="T89" fmla="*/ 316 h 316"/>
                <a:gd name="T90" fmla="*/ 32 w 420"/>
                <a:gd name="T91" fmla="*/ 316 h 316"/>
                <a:gd name="T92" fmla="*/ 64 w 420"/>
                <a:gd name="T93" fmla="*/ 284 h 316"/>
                <a:gd name="T94" fmla="*/ 64 w 420"/>
                <a:gd name="T95" fmla="*/ 283 h 316"/>
                <a:gd name="T96" fmla="*/ 64 w 420"/>
                <a:gd name="T97" fmla="*/ 267 h 316"/>
                <a:gd name="T98" fmla="*/ 59 w 420"/>
                <a:gd name="T99" fmla="*/ 261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20" h="316">
                  <a:moveTo>
                    <a:pt x="59" y="261"/>
                  </a:moveTo>
                  <a:cubicBezTo>
                    <a:pt x="52" y="252"/>
                    <a:pt x="48" y="241"/>
                    <a:pt x="48" y="230"/>
                  </a:cubicBezTo>
                  <a:cubicBezTo>
                    <a:pt x="47" y="229"/>
                    <a:pt x="47" y="229"/>
                    <a:pt x="47" y="228"/>
                  </a:cubicBezTo>
                  <a:cubicBezTo>
                    <a:pt x="47" y="227"/>
                    <a:pt x="47" y="226"/>
                    <a:pt x="47" y="224"/>
                  </a:cubicBezTo>
                  <a:cubicBezTo>
                    <a:pt x="47" y="224"/>
                    <a:pt x="47" y="224"/>
                    <a:pt x="47" y="223"/>
                  </a:cubicBezTo>
                  <a:cubicBezTo>
                    <a:pt x="48" y="221"/>
                    <a:pt x="48" y="220"/>
                    <a:pt x="48" y="218"/>
                  </a:cubicBezTo>
                  <a:cubicBezTo>
                    <a:pt x="48" y="218"/>
                    <a:pt x="48" y="218"/>
                    <a:pt x="48" y="218"/>
                  </a:cubicBezTo>
                  <a:cubicBezTo>
                    <a:pt x="48" y="218"/>
                    <a:pt x="48" y="217"/>
                    <a:pt x="48" y="217"/>
                  </a:cubicBezTo>
                  <a:cubicBezTo>
                    <a:pt x="48" y="216"/>
                    <a:pt x="49" y="214"/>
                    <a:pt x="49" y="213"/>
                  </a:cubicBezTo>
                  <a:cubicBezTo>
                    <a:pt x="49" y="213"/>
                    <a:pt x="49" y="212"/>
                    <a:pt x="49" y="212"/>
                  </a:cubicBezTo>
                  <a:cubicBezTo>
                    <a:pt x="50" y="211"/>
                    <a:pt x="50" y="210"/>
                    <a:pt x="50" y="208"/>
                  </a:cubicBezTo>
                  <a:cubicBezTo>
                    <a:pt x="50" y="208"/>
                    <a:pt x="51" y="208"/>
                    <a:pt x="51" y="207"/>
                  </a:cubicBezTo>
                  <a:cubicBezTo>
                    <a:pt x="51" y="206"/>
                    <a:pt x="52" y="204"/>
                    <a:pt x="52" y="203"/>
                  </a:cubicBezTo>
                  <a:cubicBezTo>
                    <a:pt x="52" y="203"/>
                    <a:pt x="52" y="203"/>
                    <a:pt x="52" y="203"/>
                  </a:cubicBezTo>
                  <a:cubicBezTo>
                    <a:pt x="57" y="193"/>
                    <a:pt x="63" y="185"/>
                    <a:pt x="72" y="179"/>
                  </a:cubicBezTo>
                  <a:cubicBezTo>
                    <a:pt x="72" y="179"/>
                    <a:pt x="72" y="179"/>
                    <a:pt x="72" y="179"/>
                  </a:cubicBezTo>
                  <a:cubicBezTo>
                    <a:pt x="72" y="179"/>
                    <a:pt x="73" y="178"/>
                    <a:pt x="74" y="178"/>
                  </a:cubicBezTo>
                  <a:cubicBezTo>
                    <a:pt x="74" y="178"/>
                    <a:pt x="74" y="178"/>
                    <a:pt x="74" y="178"/>
                  </a:cubicBezTo>
                  <a:cubicBezTo>
                    <a:pt x="83" y="133"/>
                    <a:pt x="98" y="106"/>
                    <a:pt x="111" y="90"/>
                  </a:cubicBezTo>
                  <a:cubicBezTo>
                    <a:pt x="111" y="89"/>
                    <a:pt x="112" y="88"/>
                    <a:pt x="113" y="87"/>
                  </a:cubicBezTo>
                  <a:cubicBezTo>
                    <a:pt x="115" y="85"/>
                    <a:pt x="117" y="83"/>
                    <a:pt x="119" y="81"/>
                  </a:cubicBezTo>
                  <a:cubicBezTo>
                    <a:pt x="119" y="170"/>
                    <a:pt x="119" y="170"/>
                    <a:pt x="119" y="170"/>
                  </a:cubicBezTo>
                  <a:cubicBezTo>
                    <a:pt x="335" y="202"/>
                    <a:pt x="335" y="202"/>
                    <a:pt x="335" y="202"/>
                  </a:cubicBezTo>
                  <a:cubicBezTo>
                    <a:pt x="335" y="92"/>
                    <a:pt x="335" y="92"/>
                    <a:pt x="335" y="92"/>
                  </a:cubicBezTo>
                  <a:cubicBezTo>
                    <a:pt x="338" y="96"/>
                    <a:pt x="340" y="100"/>
                    <a:pt x="343" y="105"/>
                  </a:cubicBezTo>
                  <a:cubicBezTo>
                    <a:pt x="350" y="119"/>
                    <a:pt x="355" y="139"/>
                    <a:pt x="355" y="167"/>
                  </a:cubicBezTo>
                  <a:cubicBezTo>
                    <a:pt x="355" y="178"/>
                    <a:pt x="354" y="191"/>
                    <a:pt x="352" y="205"/>
                  </a:cubicBezTo>
                  <a:cubicBezTo>
                    <a:pt x="380" y="212"/>
                    <a:pt x="399" y="240"/>
                    <a:pt x="395" y="270"/>
                  </a:cubicBezTo>
                  <a:cubicBezTo>
                    <a:pt x="393" y="280"/>
                    <a:pt x="389" y="289"/>
                    <a:pt x="383" y="297"/>
                  </a:cubicBezTo>
                  <a:cubicBezTo>
                    <a:pt x="392" y="293"/>
                    <a:pt x="399" y="286"/>
                    <a:pt x="402" y="276"/>
                  </a:cubicBezTo>
                  <a:cubicBezTo>
                    <a:pt x="414" y="234"/>
                    <a:pt x="419" y="198"/>
                    <a:pt x="419" y="167"/>
                  </a:cubicBezTo>
                  <a:cubicBezTo>
                    <a:pt x="420" y="103"/>
                    <a:pt x="395" y="59"/>
                    <a:pt x="370" y="34"/>
                  </a:cubicBezTo>
                  <a:cubicBezTo>
                    <a:pt x="358" y="23"/>
                    <a:pt x="347" y="15"/>
                    <a:pt x="337" y="10"/>
                  </a:cubicBezTo>
                  <a:cubicBezTo>
                    <a:pt x="326" y="4"/>
                    <a:pt x="317" y="2"/>
                    <a:pt x="315" y="1"/>
                  </a:cubicBezTo>
                  <a:cubicBezTo>
                    <a:pt x="314" y="1"/>
                    <a:pt x="312" y="0"/>
                    <a:pt x="311" y="0"/>
                  </a:cubicBezTo>
                  <a:cubicBezTo>
                    <a:pt x="308" y="0"/>
                    <a:pt x="306" y="0"/>
                    <a:pt x="304" y="0"/>
                  </a:cubicBezTo>
                  <a:cubicBezTo>
                    <a:pt x="149" y="0"/>
                    <a:pt x="149" y="0"/>
                    <a:pt x="149" y="0"/>
                  </a:cubicBezTo>
                  <a:cubicBezTo>
                    <a:pt x="147" y="0"/>
                    <a:pt x="146" y="0"/>
                    <a:pt x="144" y="0"/>
                  </a:cubicBezTo>
                  <a:cubicBezTo>
                    <a:pt x="143" y="0"/>
                    <a:pt x="143" y="0"/>
                    <a:pt x="143" y="0"/>
                  </a:cubicBezTo>
                  <a:cubicBezTo>
                    <a:pt x="143" y="0"/>
                    <a:pt x="143" y="0"/>
                    <a:pt x="143" y="0"/>
                  </a:cubicBezTo>
                  <a:cubicBezTo>
                    <a:pt x="140" y="0"/>
                    <a:pt x="131" y="1"/>
                    <a:pt x="119" y="6"/>
                  </a:cubicBezTo>
                  <a:cubicBezTo>
                    <a:pt x="118" y="6"/>
                    <a:pt x="116" y="7"/>
                    <a:pt x="115" y="8"/>
                  </a:cubicBezTo>
                  <a:cubicBezTo>
                    <a:pt x="93" y="17"/>
                    <a:pt x="63" y="39"/>
                    <a:pt x="40" y="82"/>
                  </a:cubicBezTo>
                  <a:cubicBezTo>
                    <a:pt x="17" y="125"/>
                    <a:pt x="1" y="188"/>
                    <a:pt x="0" y="283"/>
                  </a:cubicBezTo>
                  <a:cubicBezTo>
                    <a:pt x="0" y="301"/>
                    <a:pt x="14" y="316"/>
                    <a:pt x="32" y="316"/>
                  </a:cubicBezTo>
                  <a:cubicBezTo>
                    <a:pt x="32" y="316"/>
                    <a:pt x="32" y="316"/>
                    <a:pt x="32" y="316"/>
                  </a:cubicBezTo>
                  <a:cubicBezTo>
                    <a:pt x="50" y="316"/>
                    <a:pt x="64" y="301"/>
                    <a:pt x="64" y="284"/>
                  </a:cubicBezTo>
                  <a:cubicBezTo>
                    <a:pt x="64" y="284"/>
                    <a:pt x="64" y="284"/>
                    <a:pt x="64" y="283"/>
                  </a:cubicBezTo>
                  <a:cubicBezTo>
                    <a:pt x="64" y="278"/>
                    <a:pt x="64" y="273"/>
                    <a:pt x="64" y="267"/>
                  </a:cubicBezTo>
                  <a:cubicBezTo>
                    <a:pt x="62" y="265"/>
                    <a:pt x="60" y="263"/>
                    <a:pt x="59" y="2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68"/>
            <p:cNvSpPr>
              <a:spLocks/>
            </p:cNvSpPr>
            <p:nvPr/>
          </p:nvSpPr>
          <p:spPr bwMode="auto">
            <a:xfrm>
              <a:off x="3221038" y="5959475"/>
              <a:ext cx="633413" cy="254000"/>
            </a:xfrm>
            <a:custGeom>
              <a:avLst/>
              <a:gdLst>
                <a:gd name="T0" fmla="*/ 43 w 336"/>
                <a:gd name="T1" fmla="*/ 100 h 135"/>
                <a:gd name="T2" fmla="*/ 275 w 336"/>
                <a:gd name="T3" fmla="*/ 134 h 135"/>
                <a:gd name="T4" fmla="*/ 282 w 336"/>
                <a:gd name="T5" fmla="*/ 135 h 135"/>
                <a:gd name="T6" fmla="*/ 284 w 336"/>
                <a:gd name="T7" fmla="*/ 135 h 135"/>
                <a:gd name="T8" fmla="*/ 293 w 336"/>
                <a:gd name="T9" fmla="*/ 134 h 135"/>
                <a:gd name="T10" fmla="*/ 315 w 336"/>
                <a:gd name="T11" fmla="*/ 123 h 135"/>
                <a:gd name="T12" fmla="*/ 332 w 336"/>
                <a:gd name="T13" fmla="*/ 92 h 135"/>
                <a:gd name="T14" fmla="*/ 296 w 336"/>
                <a:gd name="T15" fmla="*/ 37 h 135"/>
                <a:gd name="T16" fmla="*/ 290 w 336"/>
                <a:gd name="T17" fmla="*/ 36 h 135"/>
                <a:gd name="T18" fmla="*/ 288 w 336"/>
                <a:gd name="T19" fmla="*/ 35 h 135"/>
                <a:gd name="T20" fmla="*/ 280 w 336"/>
                <a:gd name="T21" fmla="*/ 34 h 135"/>
                <a:gd name="T22" fmla="*/ 64 w 336"/>
                <a:gd name="T23" fmla="*/ 2 h 135"/>
                <a:gd name="T24" fmla="*/ 58 w 336"/>
                <a:gd name="T25" fmla="*/ 1 h 135"/>
                <a:gd name="T26" fmla="*/ 55 w 336"/>
                <a:gd name="T27" fmla="*/ 1 h 135"/>
                <a:gd name="T28" fmla="*/ 53 w 336"/>
                <a:gd name="T29" fmla="*/ 0 h 135"/>
                <a:gd name="T30" fmla="*/ 50 w 336"/>
                <a:gd name="T31" fmla="*/ 0 h 135"/>
                <a:gd name="T32" fmla="*/ 48 w 336"/>
                <a:gd name="T33" fmla="*/ 0 h 135"/>
                <a:gd name="T34" fmla="*/ 45 w 336"/>
                <a:gd name="T35" fmla="*/ 1 h 135"/>
                <a:gd name="T36" fmla="*/ 44 w 336"/>
                <a:gd name="T37" fmla="*/ 1 h 135"/>
                <a:gd name="T38" fmla="*/ 40 w 336"/>
                <a:gd name="T39" fmla="*/ 1 h 135"/>
                <a:gd name="T40" fmla="*/ 39 w 336"/>
                <a:gd name="T41" fmla="*/ 2 h 135"/>
                <a:gd name="T42" fmla="*/ 36 w 336"/>
                <a:gd name="T43" fmla="*/ 3 h 135"/>
                <a:gd name="T44" fmla="*/ 34 w 336"/>
                <a:gd name="T45" fmla="*/ 3 h 135"/>
                <a:gd name="T46" fmla="*/ 31 w 336"/>
                <a:gd name="T47" fmla="*/ 4 h 135"/>
                <a:gd name="T48" fmla="*/ 30 w 336"/>
                <a:gd name="T49" fmla="*/ 5 h 135"/>
                <a:gd name="T50" fmla="*/ 27 w 336"/>
                <a:gd name="T51" fmla="*/ 6 h 135"/>
                <a:gd name="T52" fmla="*/ 25 w 336"/>
                <a:gd name="T53" fmla="*/ 7 h 135"/>
                <a:gd name="T54" fmla="*/ 23 w 336"/>
                <a:gd name="T55" fmla="*/ 9 h 135"/>
                <a:gd name="T56" fmla="*/ 21 w 336"/>
                <a:gd name="T57" fmla="*/ 10 h 135"/>
                <a:gd name="T58" fmla="*/ 19 w 336"/>
                <a:gd name="T59" fmla="*/ 11 h 135"/>
                <a:gd name="T60" fmla="*/ 17 w 336"/>
                <a:gd name="T61" fmla="*/ 13 h 135"/>
                <a:gd name="T62" fmla="*/ 17 w 336"/>
                <a:gd name="T63" fmla="*/ 13 h 135"/>
                <a:gd name="T64" fmla="*/ 16 w 336"/>
                <a:gd name="T65" fmla="*/ 14 h 135"/>
                <a:gd name="T66" fmla="*/ 14 w 336"/>
                <a:gd name="T67" fmla="*/ 16 h 135"/>
                <a:gd name="T68" fmla="*/ 13 w 336"/>
                <a:gd name="T69" fmla="*/ 18 h 135"/>
                <a:gd name="T70" fmla="*/ 11 w 336"/>
                <a:gd name="T71" fmla="*/ 20 h 135"/>
                <a:gd name="T72" fmla="*/ 10 w 336"/>
                <a:gd name="T73" fmla="*/ 22 h 135"/>
                <a:gd name="T74" fmla="*/ 8 w 336"/>
                <a:gd name="T75" fmla="*/ 24 h 135"/>
                <a:gd name="T76" fmla="*/ 7 w 336"/>
                <a:gd name="T77" fmla="*/ 26 h 135"/>
                <a:gd name="T78" fmla="*/ 6 w 336"/>
                <a:gd name="T79" fmla="*/ 28 h 135"/>
                <a:gd name="T80" fmla="*/ 5 w 336"/>
                <a:gd name="T81" fmla="*/ 30 h 135"/>
                <a:gd name="T82" fmla="*/ 4 w 336"/>
                <a:gd name="T83" fmla="*/ 32 h 135"/>
                <a:gd name="T84" fmla="*/ 3 w 336"/>
                <a:gd name="T85" fmla="*/ 35 h 135"/>
                <a:gd name="T86" fmla="*/ 2 w 336"/>
                <a:gd name="T87" fmla="*/ 37 h 135"/>
                <a:gd name="T88" fmla="*/ 2 w 336"/>
                <a:gd name="T89" fmla="*/ 39 h 135"/>
                <a:gd name="T90" fmla="*/ 1 w 336"/>
                <a:gd name="T91" fmla="*/ 43 h 135"/>
                <a:gd name="T92" fmla="*/ 1 w 336"/>
                <a:gd name="T93" fmla="*/ 43 h 135"/>
                <a:gd name="T94" fmla="*/ 1 w 336"/>
                <a:gd name="T95" fmla="*/ 43 h 135"/>
                <a:gd name="T96" fmla="*/ 0 w 336"/>
                <a:gd name="T97" fmla="*/ 48 h 135"/>
                <a:gd name="T98" fmla="*/ 0 w 336"/>
                <a:gd name="T99" fmla="*/ 49 h 135"/>
                <a:gd name="T100" fmla="*/ 10 w 336"/>
                <a:gd name="T101" fmla="*/ 79 h 135"/>
                <a:gd name="T102" fmla="*/ 43 w 336"/>
                <a:gd name="T103" fmla="*/ 10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36" h="135">
                  <a:moveTo>
                    <a:pt x="43" y="100"/>
                  </a:moveTo>
                  <a:cubicBezTo>
                    <a:pt x="275" y="134"/>
                    <a:pt x="275" y="134"/>
                    <a:pt x="275" y="134"/>
                  </a:cubicBezTo>
                  <a:cubicBezTo>
                    <a:pt x="277" y="135"/>
                    <a:pt x="280" y="135"/>
                    <a:pt x="282" y="135"/>
                  </a:cubicBezTo>
                  <a:cubicBezTo>
                    <a:pt x="283" y="135"/>
                    <a:pt x="284" y="135"/>
                    <a:pt x="284" y="135"/>
                  </a:cubicBezTo>
                  <a:cubicBezTo>
                    <a:pt x="287" y="135"/>
                    <a:pt x="290" y="134"/>
                    <a:pt x="293" y="134"/>
                  </a:cubicBezTo>
                  <a:cubicBezTo>
                    <a:pt x="301" y="132"/>
                    <a:pt x="309" y="128"/>
                    <a:pt x="315" y="123"/>
                  </a:cubicBezTo>
                  <a:cubicBezTo>
                    <a:pt x="324" y="115"/>
                    <a:pt x="330" y="105"/>
                    <a:pt x="332" y="92"/>
                  </a:cubicBezTo>
                  <a:cubicBezTo>
                    <a:pt x="336" y="67"/>
                    <a:pt x="320" y="44"/>
                    <a:pt x="296" y="37"/>
                  </a:cubicBezTo>
                  <a:cubicBezTo>
                    <a:pt x="294" y="36"/>
                    <a:pt x="292" y="36"/>
                    <a:pt x="290" y="36"/>
                  </a:cubicBezTo>
                  <a:cubicBezTo>
                    <a:pt x="288" y="35"/>
                    <a:pt x="288" y="35"/>
                    <a:pt x="288" y="35"/>
                  </a:cubicBezTo>
                  <a:cubicBezTo>
                    <a:pt x="280" y="34"/>
                    <a:pt x="280" y="34"/>
                    <a:pt x="280" y="34"/>
                  </a:cubicBezTo>
                  <a:cubicBezTo>
                    <a:pt x="64" y="2"/>
                    <a:pt x="64" y="2"/>
                    <a:pt x="64" y="2"/>
                  </a:cubicBezTo>
                  <a:cubicBezTo>
                    <a:pt x="58" y="1"/>
                    <a:pt x="58" y="1"/>
                    <a:pt x="58" y="1"/>
                  </a:cubicBezTo>
                  <a:cubicBezTo>
                    <a:pt x="57" y="1"/>
                    <a:pt x="56" y="1"/>
                    <a:pt x="55" y="1"/>
                  </a:cubicBezTo>
                  <a:cubicBezTo>
                    <a:pt x="55" y="1"/>
                    <a:pt x="54" y="0"/>
                    <a:pt x="53" y="0"/>
                  </a:cubicBezTo>
                  <a:cubicBezTo>
                    <a:pt x="52" y="0"/>
                    <a:pt x="51" y="0"/>
                    <a:pt x="50" y="0"/>
                  </a:cubicBezTo>
                  <a:cubicBezTo>
                    <a:pt x="50" y="0"/>
                    <a:pt x="49" y="0"/>
                    <a:pt x="48" y="0"/>
                  </a:cubicBezTo>
                  <a:cubicBezTo>
                    <a:pt x="47" y="0"/>
                    <a:pt x="46" y="1"/>
                    <a:pt x="45" y="1"/>
                  </a:cubicBezTo>
                  <a:cubicBezTo>
                    <a:pt x="45" y="1"/>
                    <a:pt x="44" y="1"/>
                    <a:pt x="44" y="1"/>
                  </a:cubicBezTo>
                  <a:cubicBezTo>
                    <a:pt x="42" y="1"/>
                    <a:pt x="41" y="1"/>
                    <a:pt x="40" y="1"/>
                  </a:cubicBezTo>
                  <a:cubicBezTo>
                    <a:pt x="40" y="2"/>
                    <a:pt x="39" y="2"/>
                    <a:pt x="39" y="2"/>
                  </a:cubicBezTo>
                  <a:cubicBezTo>
                    <a:pt x="38" y="2"/>
                    <a:pt x="37" y="2"/>
                    <a:pt x="36" y="3"/>
                  </a:cubicBezTo>
                  <a:cubicBezTo>
                    <a:pt x="35" y="3"/>
                    <a:pt x="35" y="3"/>
                    <a:pt x="34" y="3"/>
                  </a:cubicBezTo>
                  <a:cubicBezTo>
                    <a:pt x="33" y="3"/>
                    <a:pt x="32" y="4"/>
                    <a:pt x="31" y="4"/>
                  </a:cubicBezTo>
                  <a:cubicBezTo>
                    <a:pt x="31" y="4"/>
                    <a:pt x="30" y="5"/>
                    <a:pt x="30" y="5"/>
                  </a:cubicBezTo>
                  <a:cubicBezTo>
                    <a:pt x="29" y="5"/>
                    <a:pt x="28" y="6"/>
                    <a:pt x="27" y="6"/>
                  </a:cubicBezTo>
                  <a:cubicBezTo>
                    <a:pt x="26" y="6"/>
                    <a:pt x="26" y="7"/>
                    <a:pt x="25" y="7"/>
                  </a:cubicBezTo>
                  <a:cubicBezTo>
                    <a:pt x="25" y="8"/>
                    <a:pt x="24" y="8"/>
                    <a:pt x="23" y="9"/>
                  </a:cubicBezTo>
                  <a:cubicBezTo>
                    <a:pt x="22" y="9"/>
                    <a:pt x="22" y="9"/>
                    <a:pt x="21" y="10"/>
                  </a:cubicBezTo>
                  <a:cubicBezTo>
                    <a:pt x="21" y="10"/>
                    <a:pt x="20" y="11"/>
                    <a:pt x="19" y="11"/>
                  </a:cubicBezTo>
                  <a:cubicBezTo>
                    <a:pt x="19" y="12"/>
                    <a:pt x="18" y="12"/>
                    <a:pt x="17" y="13"/>
                  </a:cubicBezTo>
                  <a:cubicBezTo>
                    <a:pt x="17" y="13"/>
                    <a:pt x="17" y="13"/>
                    <a:pt x="17" y="13"/>
                  </a:cubicBezTo>
                  <a:cubicBezTo>
                    <a:pt x="16" y="14"/>
                    <a:pt x="16" y="14"/>
                    <a:pt x="16" y="14"/>
                  </a:cubicBezTo>
                  <a:cubicBezTo>
                    <a:pt x="15" y="15"/>
                    <a:pt x="15" y="15"/>
                    <a:pt x="14" y="16"/>
                  </a:cubicBezTo>
                  <a:cubicBezTo>
                    <a:pt x="13" y="17"/>
                    <a:pt x="13" y="17"/>
                    <a:pt x="13" y="18"/>
                  </a:cubicBezTo>
                  <a:cubicBezTo>
                    <a:pt x="12" y="18"/>
                    <a:pt x="11" y="19"/>
                    <a:pt x="11" y="20"/>
                  </a:cubicBezTo>
                  <a:cubicBezTo>
                    <a:pt x="10" y="20"/>
                    <a:pt x="10" y="21"/>
                    <a:pt x="10" y="22"/>
                  </a:cubicBezTo>
                  <a:cubicBezTo>
                    <a:pt x="9" y="22"/>
                    <a:pt x="9" y="23"/>
                    <a:pt x="8" y="24"/>
                  </a:cubicBezTo>
                  <a:cubicBezTo>
                    <a:pt x="8" y="24"/>
                    <a:pt x="7" y="25"/>
                    <a:pt x="7" y="26"/>
                  </a:cubicBezTo>
                  <a:cubicBezTo>
                    <a:pt x="6" y="26"/>
                    <a:pt x="6" y="27"/>
                    <a:pt x="6" y="28"/>
                  </a:cubicBezTo>
                  <a:cubicBezTo>
                    <a:pt x="5" y="29"/>
                    <a:pt x="5" y="30"/>
                    <a:pt x="5" y="30"/>
                  </a:cubicBezTo>
                  <a:cubicBezTo>
                    <a:pt x="4" y="31"/>
                    <a:pt x="4" y="32"/>
                    <a:pt x="4" y="32"/>
                  </a:cubicBezTo>
                  <a:cubicBezTo>
                    <a:pt x="3" y="33"/>
                    <a:pt x="3" y="34"/>
                    <a:pt x="3" y="35"/>
                  </a:cubicBezTo>
                  <a:cubicBezTo>
                    <a:pt x="3" y="36"/>
                    <a:pt x="2" y="37"/>
                    <a:pt x="2" y="37"/>
                  </a:cubicBezTo>
                  <a:cubicBezTo>
                    <a:pt x="2" y="38"/>
                    <a:pt x="2" y="38"/>
                    <a:pt x="2" y="39"/>
                  </a:cubicBezTo>
                  <a:cubicBezTo>
                    <a:pt x="1" y="40"/>
                    <a:pt x="1" y="41"/>
                    <a:pt x="1" y="43"/>
                  </a:cubicBezTo>
                  <a:cubicBezTo>
                    <a:pt x="1" y="43"/>
                    <a:pt x="1" y="43"/>
                    <a:pt x="1" y="43"/>
                  </a:cubicBezTo>
                  <a:cubicBezTo>
                    <a:pt x="1" y="43"/>
                    <a:pt x="1" y="43"/>
                    <a:pt x="1" y="43"/>
                  </a:cubicBezTo>
                  <a:cubicBezTo>
                    <a:pt x="1" y="45"/>
                    <a:pt x="1" y="46"/>
                    <a:pt x="0" y="48"/>
                  </a:cubicBezTo>
                  <a:cubicBezTo>
                    <a:pt x="0" y="48"/>
                    <a:pt x="0" y="48"/>
                    <a:pt x="0" y="49"/>
                  </a:cubicBezTo>
                  <a:cubicBezTo>
                    <a:pt x="0" y="60"/>
                    <a:pt x="4" y="71"/>
                    <a:pt x="10" y="79"/>
                  </a:cubicBezTo>
                  <a:cubicBezTo>
                    <a:pt x="17" y="90"/>
                    <a:pt x="29" y="98"/>
                    <a:pt x="43"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5" name="组合 84"/>
          <p:cNvGrpSpPr/>
          <p:nvPr/>
        </p:nvGrpSpPr>
        <p:grpSpPr>
          <a:xfrm>
            <a:off x="1249793" y="4905335"/>
            <a:ext cx="1198704" cy="1493558"/>
            <a:chOff x="1219200" y="5121275"/>
            <a:chExt cx="1381125" cy="1720850"/>
          </a:xfrm>
          <a:solidFill>
            <a:schemeClr val="tx1">
              <a:lumMod val="65000"/>
              <a:lumOff val="35000"/>
            </a:schemeClr>
          </a:solidFill>
        </p:grpSpPr>
        <p:sp>
          <p:nvSpPr>
            <p:cNvPr id="86" name="Freeform 69"/>
            <p:cNvSpPr>
              <a:spLocks/>
            </p:cNvSpPr>
            <p:nvPr/>
          </p:nvSpPr>
          <p:spPr bwMode="auto">
            <a:xfrm>
              <a:off x="1724025" y="5121275"/>
              <a:ext cx="371475" cy="373063"/>
            </a:xfrm>
            <a:custGeom>
              <a:avLst/>
              <a:gdLst>
                <a:gd name="T0" fmla="*/ 78 w 197"/>
                <a:gd name="T1" fmla="*/ 187 h 198"/>
                <a:gd name="T2" fmla="*/ 186 w 197"/>
                <a:gd name="T3" fmla="*/ 120 h 198"/>
                <a:gd name="T4" fmla="*/ 119 w 197"/>
                <a:gd name="T5" fmla="*/ 12 h 198"/>
                <a:gd name="T6" fmla="*/ 11 w 197"/>
                <a:gd name="T7" fmla="*/ 79 h 198"/>
                <a:gd name="T8" fmla="*/ 78 w 197"/>
                <a:gd name="T9" fmla="*/ 187 h 198"/>
              </a:gdLst>
              <a:ahLst/>
              <a:cxnLst>
                <a:cxn ang="0">
                  <a:pos x="T0" y="T1"/>
                </a:cxn>
                <a:cxn ang="0">
                  <a:pos x="T2" y="T3"/>
                </a:cxn>
                <a:cxn ang="0">
                  <a:pos x="T4" y="T5"/>
                </a:cxn>
                <a:cxn ang="0">
                  <a:pos x="T6" y="T7"/>
                </a:cxn>
                <a:cxn ang="0">
                  <a:pos x="T8" y="T9"/>
                </a:cxn>
              </a:cxnLst>
              <a:rect l="0" t="0" r="r" b="b"/>
              <a:pathLst>
                <a:path w="197" h="198">
                  <a:moveTo>
                    <a:pt x="78" y="187"/>
                  </a:moveTo>
                  <a:cubicBezTo>
                    <a:pt x="127" y="198"/>
                    <a:pt x="175" y="168"/>
                    <a:pt x="186" y="120"/>
                  </a:cubicBezTo>
                  <a:cubicBezTo>
                    <a:pt x="197" y="71"/>
                    <a:pt x="167" y="23"/>
                    <a:pt x="119" y="12"/>
                  </a:cubicBezTo>
                  <a:cubicBezTo>
                    <a:pt x="71" y="0"/>
                    <a:pt x="22" y="30"/>
                    <a:pt x="11" y="79"/>
                  </a:cubicBezTo>
                  <a:cubicBezTo>
                    <a:pt x="0" y="127"/>
                    <a:pt x="30" y="176"/>
                    <a:pt x="78" y="1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70"/>
            <p:cNvSpPr>
              <a:spLocks/>
            </p:cNvSpPr>
            <p:nvPr/>
          </p:nvSpPr>
          <p:spPr bwMode="auto">
            <a:xfrm>
              <a:off x="1219200" y="5416550"/>
              <a:ext cx="1381125" cy="1425575"/>
            </a:xfrm>
            <a:custGeom>
              <a:avLst/>
              <a:gdLst>
                <a:gd name="T0" fmla="*/ 716 w 733"/>
                <a:gd name="T1" fmla="*/ 10 h 757"/>
                <a:gd name="T2" fmla="*/ 671 w 733"/>
                <a:gd name="T3" fmla="*/ 18 h 757"/>
                <a:gd name="T4" fmla="*/ 602 w 733"/>
                <a:gd name="T5" fmla="*/ 84 h 757"/>
                <a:gd name="T6" fmla="*/ 547 w 733"/>
                <a:gd name="T7" fmla="*/ 100 h 757"/>
                <a:gd name="T8" fmla="*/ 490 w 733"/>
                <a:gd name="T9" fmla="*/ 84 h 757"/>
                <a:gd name="T10" fmla="*/ 473 w 733"/>
                <a:gd name="T11" fmla="*/ 73 h 757"/>
                <a:gd name="T12" fmla="*/ 469 w 733"/>
                <a:gd name="T13" fmla="*/ 69 h 757"/>
                <a:gd name="T14" fmla="*/ 468 w 733"/>
                <a:gd name="T15" fmla="*/ 69 h 757"/>
                <a:gd name="T16" fmla="*/ 468 w 733"/>
                <a:gd name="T17" fmla="*/ 69 h 757"/>
                <a:gd name="T18" fmla="*/ 468 w 733"/>
                <a:gd name="T19" fmla="*/ 69 h 757"/>
                <a:gd name="T20" fmla="*/ 468 w 733"/>
                <a:gd name="T21" fmla="*/ 69 h 757"/>
                <a:gd name="T22" fmla="*/ 451 w 733"/>
                <a:gd name="T23" fmla="*/ 60 h 757"/>
                <a:gd name="T24" fmla="*/ 444 w 733"/>
                <a:gd name="T25" fmla="*/ 59 h 757"/>
                <a:gd name="T26" fmla="*/ 289 w 733"/>
                <a:gd name="T27" fmla="*/ 59 h 757"/>
                <a:gd name="T28" fmla="*/ 282 w 733"/>
                <a:gd name="T29" fmla="*/ 60 h 757"/>
                <a:gd name="T30" fmla="*/ 265 w 733"/>
                <a:gd name="T31" fmla="*/ 69 h 757"/>
                <a:gd name="T32" fmla="*/ 265 w 733"/>
                <a:gd name="T33" fmla="*/ 69 h 757"/>
                <a:gd name="T34" fmla="*/ 265 w 733"/>
                <a:gd name="T35" fmla="*/ 69 h 757"/>
                <a:gd name="T36" fmla="*/ 265 w 733"/>
                <a:gd name="T37" fmla="*/ 69 h 757"/>
                <a:gd name="T38" fmla="*/ 265 w 733"/>
                <a:gd name="T39" fmla="*/ 69 h 757"/>
                <a:gd name="T40" fmla="*/ 265 w 733"/>
                <a:gd name="T41" fmla="*/ 69 h 757"/>
                <a:gd name="T42" fmla="*/ 265 w 733"/>
                <a:gd name="T43" fmla="*/ 69 h 757"/>
                <a:gd name="T44" fmla="*/ 265 w 733"/>
                <a:gd name="T45" fmla="*/ 69 h 757"/>
                <a:gd name="T46" fmla="*/ 259 w 733"/>
                <a:gd name="T47" fmla="*/ 74 h 757"/>
                <a:gd name="T48" fmla="*/ 186 w 733"/>
                <a:gd name="T49" fmla="*/ 100 h 757"/>
                <a:gd name="T50" fmla="*/ 131 w 733"/>
                <a:gd name="T51" fmla="*/ 84 h 757"/>
                <a:gd name="T52" fmla="*/ 62 w 733"/>
                <a:gd name="T53" fmla="*/ 18 h 757"/>
                <a:gd name="T54" fmla="*/ 17 w 733"/>
                <a:gd name="T55" fmla="*/ 10 h 757"/>
                <a:gd name="T56" fmla="*/ 10 w 733"/>
                <a:gd name="T57" fmla="*/ 55 h 757"/>
                <a:gd name="T58" fmla="*/ 99 w 733"/>
                <a:gd name="T59" fmla="*/ 140 h 757"/>
                <a:gd name="T60" fmla="*/ 186 w 733"/>
                <a:gd name="T61" fmla="*/ 164 h 757"/>
                <a:gd name="T62" fmla="*/ 186 w 733"/>
                <a:gd name="T63" fmla="*/ 164 h 757"/>
                <a:gd name="T64" fmla="*/ 258 w 733"/>
                <a:gd name="T65" fmla="*/ 148 h 757"/>
                <a:gd name="T66" fmla="*/ 258 w 733"/>
                <a:gd name="T67" fmla="*/ 288 h 757"/>
                <a:gd name="T68" fmla="*/ 258 w 733"/>
                <a:gd name="T69" fmla="*/ 364 h 757"/>
                <a:gd name="T70" fmla="*/ 258 w 733"/>
                <a:gd name="T71" fmla="*/ 708 h 757"/>
                <a:gd name="T72" fmla="*/ 308 w 733"/>
                <a:gd name="T73" fmla="*/ 757 h 757"/>
                <a:gd name="T74" fmla="*/ 357 w 733"/>
                <a:gd name="T75" fmla="*/ 708 h 757"/>
                <a:gd name="T76" fmla="*/ 357 w 733"/>
                <a:gd name="T77" fmla="*/ 394 h 757"/>
                <a:gd name="T78" fmla="*/ 376 w 733"/>
                <a:gd name="T79" fmla="*/ 394 h 757"/>
                <a:gd name="T80" fmla="*/ 376 w 733"/>
                <a:gd name="T81" fmla="*/ 708 h 757"/>
                <a:gd name="T82" fmla="*/ 425 w 733"/>
                <a:gd name="T83" fmla="*/ 757 h 757"/>
                <a:gd name="T84" fmla="*/ 475 w 733"/>
                <a:gd name="T85" fmla="*/ 708 h 757"/>
                <a:gd name="T86" fmla="*/ 475 w 733"/>
                <a:gd name="T87" fmla="*/ 364 h 757"/>
                <a:gd name="T88" fmla="*/ 475 w 733"/>
                <a:gd name="T89" fmla="*/ 288 h 757"/>
                <a:gd name="T90" fmla="*/ 475 w 733"/>
                <a:gd name="T91" fmla="*/ 148 h 757"/>
                <a:gd name="T92" fmla="*/ 547 w 733"/>
                <a:gd name="T93" fmla="*/ 164 h 757"/>
                <a:gd name="T94" fmla="*/ 547 w 733"/>
                <a:gd name="T95" fmla="*/ 164 h 757"/>
                <a:gd name="T96" fmla="*/ 634 w 733"/>
                <a:gd name="T97" fmla="*/ 140 h 757"/>
                <a:gd name="T98" fmla="*/ 723 w 733"/>
                <a:gd name="T99" fmla="*/ 55 h 757"/>
                <a:gd name="T100" fmla="*/ 716 w 733"/>
                <a:gd name="T101" fmla="*/ 10 h 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33" h="757">
                  <a:moveTo>
                    <a:pt x="716" y="10"/>
                  </a:moveTo>
                  <a:cubicBezTo>
                    <a:pt x="702" y="0"/>
                    <a:pt x="682" y="3"/>
                    <a:pt x="671" y="18"/>
                  </a:cubicBezTo>
                  <a:cubicBezTo>
                    <a:pt x="646" y="52"/>
                    <a:pt x="623" y="72"/>
                    <a:pt x="602" y="84"/>
                  </a:cubicBezTo>
                  <a:cubicBezTo>
                    <a:pt x="581" y="96"/>
                    <a:pt x="563" y="100"/>
                    <a:pt x="547" y="100"/>
                  </a:cubicBezTo>
                  <a:cubicBezTo>
                    <a:pt x="524" y="100"/>
                    <a:pt x="504" y="92"/>
                    <a:pt x="490" y="84"/>
                  </a:cubicBezTo>
                  <a:cubicBezTo>
                    <a:pt x="483" y="80"/>
                    <a:pt x="477" y="76"/>
                    <a:pt x="473" y="73"/>
                  </a:cubicBezTo>
                  <a:cubicBezTo>
                    <a:pt x="471" y="71"/>
                    <a:pt x="470" y="70"/>
                    <a:pt x="469" y="69"/>
                  </a:cubicBezTo>
                  <a:cubicBezTo>
                    <a:pt x="469" y="69"/>
                    <a:pt x="468" y="69"/>
                    <a:pt x="468" y="69"/>
                  </a:cubicBezTo>
                  <a:cubicBezTo>
                    <a:pt x="468" y="69"/>
                    <a:pt x="468" y="69"/>
                    <a:pt x="468" y="69"/>
                  </a:cubicBezTo>
                  <a:cubicBezTo>
                    <a:pt x="468" y="69"/>
                    <a:pt x="468" y="69"/>
                    <a:pt x="468" y="69"/>
                  </a:cubicBezTo>
                  <a:cubicBezTo>
                    <a:pt x="468" y="69"/>
                    <a:pt x="468" y="69"/>
                    <a:pt x="468" y="69"/>
                  </a:cubicBezTo>
                  <a:cubicBezTo>
                    <a:pt x="463" y="64"/>
                    <a:pt x="457" y="61"/>
                    <a:pt x="451" y="60"/>
                  </a:cubicBezTo>
                  <a:cubicBezTo>
                    <a:pt x="449" y="59"/>
                    <a:pt x="446" y="59"/>
                    <a:pt x="444" y="59"/>
                  </a:cubicBezTo>
                  <a:cubicBezTo>
                    <a:pt x="289" y="59"/>
                    <a:pt x="289" y="59"/>
                    <a:pt x="289" y="59"/>
                  </a:cubicBezTo>
                  <a:cubicBezTo>
                    <a:pt x="287" y="59"/>
                    <a:pt x="284" y="59"/>
                    <a:pt x="282" y="60"/>
                  </a:cubicBezTo>
                  <a:cubicBezTo>
                    <a:pt x="276" y="61"/>
                    <a:pt x="270" y="64"/>
                    <a:pt x="265" y="69"/>
                  </a:cubicBezTo>
                  <a:cubicBezTo>
                    <a:pt x="265" y="69"/>
                    <a:pt x="265" y="69"/>
                    <a:pt x="265" y="69"/>
                  </a:cubicBezTo>
                  <a:cubicBezTo>
                    <a:pt x="265" y="69"/>
                    <a:pt x="265" y="69"/>
                    <a:pt x="265" y="69"/>
                  </a:cubicBezTo>
                  <a:cubicBezTo>
                    <a:pt x="265" y="69"/>
                    <a:pt x="265" y="69"/>
                    <a:pt x="265" y="69"/>
                  </a:cubicBezTo>
                  <a:cubicBezTo>
                    <a:pt x="265" y="69"/>
                    <a:pt x="265" y="69"/>
                    <a:pt x="265" y="69"/>
                  </a:cubicBezTo>
                  <a:cubicBezTo>
                    <a:pt x="265" y="69"/>
                    <a:pt x="265" y="69"/>
                    <a:pt x="265" y="69"/>
                  </a:cubicBezTo>
                  <a:cubicBezTo>
                    <a:pt x="265" y="69"/>
                    <a:pt x="265" y="69"/>
                    <a:pt x="265" y="69"/>
                  </a:cubicBezTo>
                  <a:cubicBezTo>
                    <a:pt x="265" y="69"/>
                    <a:pt x="265" y="69"/>
                    <a:pt x="265" y="69"/>
                  </a:cubicBezTo>
                  <a:cubicBezTo>
                    <a:pt x="264" y="69"/>
                    <a:pt x="262" y="71"/>
                    <a:pt x="259" y="74"/>
                  </a:cubicBezTo>
                  <a:cubicBezTo>
                    <a:pt x="247" y="83"/>
                    <a:pt x="219" y="100"/>
                    <a:pt x="186" y="100"/>
                  </a:cubicBezTo>
                  <a:cubicBezTo>
                    <a:pt x="170" y="100"/>
                    <a:pt x="152" y="96"/>
                    <a:pt x="131" y="84"/>
                  </a:cubicBezTo>
                  <a:cubicBezTo>
                    <a:pt x="110" y="72"/>
                    <a:pt x="87" y="52"/>
                    <a:pt x="62" y="18"/>
                  </a:cubicBezTo>
                  <a:cubicBezTo>
                    <a:pt x="51" y="3"/>
                    <a:pt x="31" y="0"/>
                    <a:pt x="17" y="10"/>
                  </a:cubicBezTo>
                  <a:cubicBezTo>
                    <a:pt x="3" y="21"/>
                    <a:pt x="0" y="41"/>
                    <a:pt x="10" y="55"/>
                  </a:cubicBezTo>
                  <a:cubicBezTo>
                    <a:pt x="39" y="95"/>
                    <a:pt x="69" y="122"/>
                    <a:pt x="99" y="140"/>
                  </a:cubicBezTo>
                  <a:cubicBezTo>
                    <a:pt x="129" y="157"/>
                    <a:pt x="159" y="164"/>
                    <a:pt x="186" y="164"/>
                  </a:cubicBezTo>
                  <a:cubicBezTo>
                    <a:pt x="186" y="164"/>
                    <a:pt x="186" y="164"/>
                    <a:pt x="186" y="164"/>
                  </a:cubicBezTo>
                  <a:cubicBezTo>
                    <a:pt x="215" y="164"/>
                    <a:pt x="239" y="157"/>
                    <a:pt x="258" y="148"/>
                  </a:cubicBezTo>
                  <a:cubicBezTo>
                    <a:pt x="258" y="288"/>
                    <a:pt x="258" y="288"/>
                    <a:pt x="258" y="288"/>
                  </a:cubicBezTo>
                  <a:cubicBezTo>
                    <a:pt x="258" y="364"/>
                    <a:pt x="258" y="364"/>
                    <a:pt x="258" y="364"/>
                  </a:cubicBezTo>
                  <a:cubicBezTo>
                    <a:pt x="258" y="708"/>
                    <a:pt x="258" y="708"/>
                    <a:pt x="258" y="708"/>
                  </a:cubicBezTo>
                  <a:cubicBezTo>
                    <a:pt x="258" y="735"/>
                    <a:pt x="281" y="757"/>
                    <a:pt x="308" y="757"/>
                  </a:cubicBezTo>
                  <a:cubicBezTo>
                    <a:pt x="335" y="757"/>
                    <a:pt x="357" y="735"/>
                    <a:pt x="357" y="708"/>
                  </a:cubicBezTo>
                  <a:cubicBezTo>
                    <a:pt x="357" y="394"/>
                    <a:pt x="357" y="394"/>
                    <a:pt x="357" y="394"/>
                  </a:cubicBezTo>
                  <a:cubicBezTo>
                    <a:pt x="376" y="394"/>
                    <a:pt x="376" y="394"/>
                    <a:pt x="376" y="394"/>
                  </a:cubicBezTo>
                  <a:cubicBezTo>
                    <a:pt x="376" y="708"/>
                    <a:pt x="376" y="708"/>
                    <a:pt x="376" y="708"/>
                  </a:cubicBezTo>
                  <a:cubicBezTo>
                    <a:pt x="376" y="735"/>
                    <a:pt x="398" y="757"/>
                    <a:pt x="425" y="757"/>
                  </a:cubicBezTo>
                  <a:cubicBezTo>
                    <a:pt x="453" y="757"/>
                    <a:pt x="475" y="735"/>
                    <a:pt x="475" y="708"/>
                  </a:cubicBezTo>
                  <a:cubicBezTo>
                    <a:pt x="475" y="364"/>
                    <a:pt x="475" y="364"/>
                    <a:pt x="475" y="364"/>
                  </a:cubicBezTo>
                  <a:cubicBezTo>
                    <a:pt x="475" y="288"/>
                    <a:pt x="475" y="288"/>
                    <a:pt x="475" y="288"/>
                  </a:cubicBezTo>
                  <a:cubicBezTo>
                    <a:pt x="475" y="148"/>
                    <a:pt x="475" y="148"/>
                    <a:pt x="475" y="148"/>
                  </a:cubicBezTo>
                  <a:cubicBezTo>
                    <a:pt x="494" y="157"/>
                    <a:pt x="518" y="164"/>
                    <a:pt x="547" y="164"/>
                  </a:cubicBezTo>
                  <a:cubicBezTo>
                    <a:pt x="547" y="164"/>
                    <a:pt x="547" y="164"/>
                    <a:pt x="547" y="164"/>
                  </a:cubicBezTo>
                  <a:cubicBezTo>
                    <a:pt x="574" y="164"/>
                    <a:pt x="604" y="157"/>
                    <a:pt x="634" y="140"/>
                  </a:cubicBezTo>
                  <a:cubicBezTo>
                    <a:pt x="664" y="122"/>
                    <a:pt x="694" y="95"/>
                    <a:pt x="723" y="55"/>
                  </a:cubicBezTo>
                  <a:cubicBezTo>
                    <a:pt x="733" y="41"/>
                    <a:pt x="730" y="21"/>
                    <a:pt x="716"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8" name="组合 87"/>
          <p:cNvGrpSpPr/>
          <p:nvPr/>
        </p:nvGrpSpPr>
        <p:grpSpPr>
          <a:xfrm>
            <a:off x="6299201" y="652463"/>
            <a:ext cx="668338" cy="1598612"/>
            <a:chOff x="6299201" y="652463"/>
            <a:chExt cx="668338" cy="1598612"/>
          </a:xfrm>
        </p:grpSpPr>
        <p:sp>
          <p:nvSpPr>
            <p:cNvPr id="89" name="Freeform 74"/>
            <p:cNvSpPr>
              <a:spLocks/>
            </p:cNvSpPr>
            <p:nvPr/>
          </p:nvSpPr>
          <p:spPr bwMode="auto">
            <a:xfrm>
              <a:off x="6299201" y="1006475"/>
              <a:ext cx="668338" cy="1244600"/>
            </a:xfrm>
            <a:custGeom>
              <a:avLst/>
              <a:gdLst>
                <a:gd name="T0" fmla="*/ 34 w 400"/>
                <a:gd name="T1" fmla="*/ 383 h 745"/>
                <a:gd name="T2" fmla="*/ 36 w 400"/>
                <a:gd name="T3" fmla="*/ 383 h 745"/>
                <a:gd name="T4" fmla="*/ 66 w 400"/>
                <a:gd name="T5" fmla="*/ 349 h 745"/>
                <a:gd name="T6" fmla="*/ 64 w 400"/>
                <a:gd name="T7" fmla="*/ 276 h 745"/>
                <a:gd name="T8" fmla="*/ 92 w 400"/>
                <a:gd name="T9" fmla="*/ 97 h 745"/>
                <a:gd name="T10" fmla="*/ 92 w 400"/>
                <a:gd name="T11" fmla="*/ 696 h 745"/>
                <a:gd name="T12" fmla="*/ 141 w 400"/>
                <a:gd name="T13" fmla="*/ 745 h 745"/>
                <a:gd name="T14" fmla="*/ 190 w 400"/>
                <a:gd name="T15" fmla="*/ 696 h 745"/>
                <a:gd name="T16" fmla="*/ 190 w 400"/>
                <a:gd name="T17" fmla="*/ 335 h 745"/>
                <a:gd name="T18" fmla="*/ 209 w 400"/>
                <a:gd name="T19" fmla="*/ 335 h 745"/>
                <a:gd name="T20" fmla="*/ 209 w 400"/>
                <a:gd name="T21" fmla="*/ 696 h 745"/>
                <a:gd name="T22" fmla="*/ 258 w 400"/>
                <a:gd name="T23" fmla="*/ 745 h 745"/>
                <a:gd name="T24" fmla="*/ 308 w 400"/>
                <a:gd name="T25" fmla="*/ 696 h 745"/>
                <a:gd name="T26" fmla="*/ 308 w 400"/>
                <a:gd name="T27" fmla="*/ 97 h 745"/>
                <a:gd name="T28" fmla="*/ 315 w 400"/>
                <a:gd name="T29" fmla="*/ 114 h 745"/>
                <a:gd name="T30" fmla="*/ 336 w 400"/>
                <a:gd name="T31" fmla="*/ 276 h 745"/>
                <a:gd name="T32" fmla="*/ 333 w 400"/>
                <a:gd name="T33" fmla="*/ 349 h 745"/>
                <a:gd name="T34" fmla="*/ 364 w 400"/>
                <a:gd name="T35" fmla="*/ 383 h 745"/>
                <a:gd name="T36" fmla="*/ 365 w 400"/>
                <a:gd name="T37" fmla="*/ 383 h 745"/>
                <a:gd name="T38" fmla="*/ 397 w 400"/>
                <a:gd name="T39" fmla="*/ 353 h 745"/>
                <a:gd name="T40" fmla="*/ 400 w 400"/>
                <a:gd name="T41" fmla="*/ 276 h 745"/>
                <a:gd name="T42" fmla="*/ 354 w 400"/>
                <a:gd name="T43" fmla="*/ 49 h 745"/>
                <a:gd name="T44" fmla="*/ 311 w 400"/>
                <a:gd name="T45" fmla="*/ 9 h 745"/>
                <a:gd name="T46" fmla="*/ 287 w 400"/>
                <a:gd name="T47" fmla="*/ 1 h 745"/>
                <a:gd name="T48" fmla="*/ 277 w 400"/>
                <a:gd name="T49" fmla="*/ 0 h 745"/>
                <a:gd name="T50" fmla="*/ 122 w 400"/>
                <a:gd name="T51" fmla="*/ 0 h 745"/>
                <a:gd name="T52" fmla="*/ 113 w 400"/>
                <a:gd name="T53" fmla="*/ 1 h 745"/>
                <a:gd name="T54" fmla="*/ 88 w 400"/>
                <a:gd name="T55" fmla="*/ 9 h 745"/>
                <a:gd name="T56" fmla="*/ 27 w 400"/>
                <a:gd name="T57" fmla="*/ 84 h 745"/>
                <a:gd name="T58" fmla="*/ 0 w 400"/>
                <a:gd name="T59" fmla="*/ 276 h 745"/>
                <a:gd name="T60" fmla="*/ 2 w 400"/>
                <a:gd name="T61" fmla="*/ 353 h 745"/>
                <a:gd name="T62" fmla="*/ 34 w 400"/>
                <a:gd name="T63" fmla="*/ 383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00" h="745">
                  <a:moveTo>
                    <a:pt x="34" y="383"/>
                  </a:moveTo>
                  <a:cubicBezTo>
                    <a:pt x="35" y="383"/>
                    <a:pt x="35" y="383"/>
                    <a:pt x="36" y="383"/>
                  </a:cubicBezTo>
                  <a:cubicBezTo>
                    <a:pt x="54" y="382"/>
                    <a:pt x="67" y="367"/>
                    <a:pt x="66" y="349"/>
                  </a:cubicBezTo>
                  <a:cubicBezTo>
                    <a:pt x="64" y="323"/>
                    <a:pt x="64" y="299"/>
                    <a:pt x="64" y="276"/>
                  </a:cubicBezTo>
                  <a:cubicBezTo>
                    <a:pt x="64" y="180"/>
                    <a:pt x="78" y="125"/>
                    <a:pt x="92" y="97"/>
                  </a:cubicBezTo>
                  <a:cubicBezTo>
                    <a:pt x="92" y="696"/>
                    <a:pt x="92" y="696"/>
                    <a:pt x="92" y="696"/>
                  </a:cubicBezTo>
                  <a:cubicBezTo>
                    <a:pt x="92" y="723"/>
                    <a:pt x="114" y="745"/>
                    <a:pt x="141" y="745"/>
                  </a:cubicBezTo>
                  <a:cubicBezTo>
                    <a:pt x="168" y="745"/>
                    <a:pt x="190" y="723"/>
                    <a:pt x="190" y="696"/>
                  </a:cubicBezTo>
                  <a:cubicBezTo>
                    <a:pt x="190" y="335"/>
                    <a:pt x="190" y="335"/>
                    <a:pt x="190" y="335"/>
                  </a:cubicBezTo>
                  <a:cubicBezTo>
                    <a:pt x="209" y="335"/>
                    <a:pt x="209" y="335"/>
                    <a:pt x="209" y="335"/>
                  </a:cubicBezTo>
                  <a:cubicBezTo>
                    <a:pt x="209" y="696"/>
                    <a:pt x="209" y="696"/>
                    <a:pt x="209" y="696"/>
                  </a:cubicBezTo>
                  <a:cubicBezTo>
                    <a:pt x="209" y="723"/>
                    <a:pt x="231" y="745"/>
                    <a:pt x="258" y="745"/>
                  </a:cubicBezTo>
                  <a:cubicBezTo>
                    <a:pt x="286" y="745"/>
                    <a:pt x="308" y="723"/>
                    <a:pt x="308" y="696"/>
                  </a:cubicBezTo>
                  <a:cubicBezTo>
                    <a:pt x="308" y="97"/>
                    <a:pt x="308" y="97"/>
                    <a:pt x="308" y="97"/>
                  </a:cubicBezTo>
                  <a:cubicBezTo>
                    <a:pt x="310" y="102"/>
                    <a:pt x="313" y="107"/>
                    <a:pt x="315" y="114"/>
                  </a:cubicBezTo>
                  <a:cubicBezTo>
                    <a:pt x="326" y="145"/>
                    <a:pt x="336" y="196"/>
                    <a:pt x="336" y="276"/>
                  </a:cubicBezTo>
                  <a:cubicBezTo>
                    <a:pt x="336" y="299"/>
                    <a:pt x="335" y="323"/>
                    <a:pt x="333" y="349"/>
                  </a:cubicBezTo>
                  <a:cubicBezTo>
                    <a:pt x="332" y="367"/>
                    <a:pt x="346" y="382"/>
                    <a:pt x="364" y="383"/>
                  </a:cubicBezTo>
                  <a:cubicBezTo>
                    <a:pt x="364" y="383"/>
                    <a:pt x="365" y="383"/>
                    <a:pt x="365" y="383"/>
                  </a:cubicBezTo>
                  <a:cubicBezTo>
                    <a:pt x="382" y="383"/>
                    <a:pt x="396" y="370"/>
                    <a:pt x="397" y="353"/>
                  </a:cubicBezTo>
                  <a:cubicBezTo>
                    <a:pt x="399" y="325"/>
                    <a:pt x="400" y="300"/>
                    <a:pt x="400" y="276"/>
                  </a:cubicBezTo>
                  <a:cubicBezTo>
                    <a:pt x="400" y="156"/>
                    <a:pt x="380" y="89"/>
                    <a:pt x="354" y="49"/>
                  </a:cubicBezTo>
                  <a:cubicBezTo>
                    <a:pt x="341" y="29"/>
                    <a:pt x="326" y="16"/>
                    <a:pt x="311" y="9"/>
                  </a:cubicBezTo>
                  <a:cubicBezTo>
                    <a:pt x="302" y="4"/>
                    <a:pt x="294" y="2"/>
                    <a:pt x="287" y="1"/>
                  </a:cubicBezTo>
                  <a:cubicBezTo>
                    <a:pt x="284" y="0"/>
                    <a:pt x="280" y="0"/>
                    <a:pt x="277" y="0"/>
                  </a:cubicBezTo>
                  <a:cubicBezTo>
                    <a:pt x="122" y="0"/>
                    <a:pt x="122" y="0"/>
                    <a:pt x="122" y="0"/>
                  </a:cubicBezTo>
                  <a:cubicBezTo>
                    <a:pt x="119" y="0"/>
                    <a:pt x="116" y="0"/>
                    <a:pt x="113" y="1"/>
                  </a:cubicBezTo>
                  <a:cubicBezTo>
                    <a:pt x="106" y="2"/>
                    <a:pt x="97" y="4"/>
                    <a:pt x="88" y="9"/>
                  </a:cubicBezTo>
                  <a:cubicBezTo>
                    <a:pt x="67" y="20"/>
                    <a:pt x="43" y="43"/>
                    <a:pt x="27" y="84"/>
                  </a:cubicBezTo>
                  <a:cubicBezTo>
                    <a:pt x="11" y="126"/>
                    <a:pt x="0" y="186"/>
                    <a:pt x="0" y="276"/>
                  </a:cubicBezTo>
                  <a:cubicBezTo>
                    <a:pt x="0" y="300"/>
                    <a:pt x="0" y="325"/>
                    <a:pt x="2" y="353"/>
                  </a:cubicBezTo>
                  <a:cubicBezTo>
                    <a:pt x="3" y="370"/>
                    <a:pt x="17" y="383"/>
                    <a:pt x="34" y="38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0" name="Freeform 75"/>
            <p:cNvSpPr>
              <a:spLocks/>
            </p:cNvSpPr>
            <p:nvPr/>
          </p:nvSpPr>
          <p:spPr bwMode="auto">
            <a:xfrm>
              <a:off x="6467476" y="652463"/>
              <a:ext cx="330200" cy="330200"/>
            </a:xfrm>
            <a:custGeom>
              <a:avLst/>
              <a:gdLst>
                <a:gd name="T0" fmla="*/ 78 w 198"/>
                <a:gd name="T1" fmla="*/ 186 h 198"/>
                <a:gd name="T2" fmla="*/ 186 w 198"/>
                <a:gd name="T3" fmla="*/ 119 h 198"/>
                <a:gd name="T4" fmla="*/ 119 w 198"/>
                <a:gd name="T5" fmla="*/ 11 h 198"/>
                <a:gd name="T6" fmla="*/ 11 w 198"/>
                <a:gd name="T7" fmla="*/ 78 h 198"/>
                <a:gd name="T8" fmla="*/ 78 w 198"/>
                <a:gd name="T9" fmla="*/ 186 h 198"/>
              </a:gdLst>
              <a:ahLst/>
              <a:cxnLst>
                <a:cxn ang="0">
                  <a:pos x="T0" y="T1"/>
                </a:cxn>
                <a:cxn ang="0">
                  <a:pos x="T2" y="T3"/>
                </a:cxn>
                <a:cxn ang="0">
                  <a:pos x="T4" y="T5"/>
                </a:cxn>
                <a:cxn ang="0">
                  <a:pos x="T6" y="T7"/>
                </a:cxn>
                <a:cxn ang="0">
                  <a:pos x="T8" y="T9"/>
                </a:cxn>
              </a:cxnLst>
              <a:rect l="0" t="0" r="r" b="b"/>
              <a:pathLst>
                <a:path w="198" h="198">
                  <a:moveTo>
                    <a:pt x="78" y="186"/>
                  </a:moveTo>
                  <a:cubicBezTo>
                    <a:pt x="127" y="198"/>
                    <a:pt x="175" y="168"/>
                    <a:pt x="186" y="119"/>
                  </a:cubicBezTo>
                  <a:cubicBezTo>
                    <a:pt x="198" y="71"/>
                    <a:pt x="168" y="22"/>
                    <a:pt x="119" y="11"/>
                  </a:cubicBezTo>
                  <a:cubicBezTo>
                    <a:pt x="71" y="0"/>
                    <a:pt x="22" y="30"/>
                    <a:pt x="11" y="78"/>
                  </a:cubicBezTo>
                  <a:cubicBezTo>
                    <a:pt x="0" y="127"/>
                    <a:pt x="30" y="175"/>
                    <a:pt x="78" y="18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91" name="组合 90"/>
          <p:cNvGrpSpPr/>
          <p:nvPr/>
        </p:nvGrpSpPr>
        <p:grpSpPr>
          <a:xfrm>
            <a:off x="7254876" y="652463"/>
            <a:ext cx="693738" cy="1598613"/>
            <a:chOff x="7254876" y="652463"/>
            <a:chExt cx="693738" cy="1598613"/>
          </a:xfrm>
        </p:grpSpPr>
        <p:sp>
          <p:nvSpPr>
            <p:cNvPr id="92" name="Oval 76"/>
            <p:cNvSpPr>
              <a:spLocks noChangeArrowheads="1"/>
            </p:cNvSpPr>
            <p:nvPr/>
          </p:nvSpPr>
          <p:spPr bwMode="auto">
            <a:xfrm>
              <a:off x="7521576" y="773113"/>
              <a:ext cx="66675" cy="66675"/>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3" name="Oval 77"/>
            <p:cNvSpPr>
              <a:spLocks noChangeArrowheads="1"/>
            </p:cNvSpPr>
            <p:nvPr/>
          </p:nvSpPr>
          <p:spPr bwMode="auto">
            <a:xfrm>
              <a:off x="7642226" y="773113"/>
              <a:ext cx="66675" cy="66675"/>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4" name="Freeform 78"/>
            <p:cNvSpPr>
              <a:spLocks/>
            </p:cNvSpPr>
            <p:nvPr/>
          </p:nvSpPr>
          <p:spPr bwMode="auto">
            <a:xfrm>
              <a:off x="7254876" y="652463"/>
              <a:ext cx="693738" cy="1598613"/>
            </a:xfrm>
            <a:custGeom>
              <a:avLst/>
              <a:gdLst>
                <a:gd name="T0" fmla="*/ 30 w 416"/>
                <a:gd name="T1" fmla="*/ 319 h 957"/>
                <a:gd name="T2" fmla="*/ 48 w 416"/>
                <a:gd name="T3" fmla="*/ 322 h 957"/>
                <a:gd name="T4" fmla="*/ 86 w 416"/>
                <a:gd name="T5" fmla="*/ 312 h 957"/>
                <a:gd name="T6" fmla="*/ 108 w 416"/>
                <a:gd name="T7" fmla="*/ 300 h 957"/>
                <a:gd name="T8" fmla="*/ 108 w 416"/>
                <a:gd name="T9" fmla="*/ 908 h 957"/>
                <a:gd name="T10" fmla="*/ 157 w 416"/>
                <a:gd name="T11" fmla="*/ 957 h 957"/>
                <a:gd name="T12" fmla="*/ 206 w 416"/>
                <a:gd name="T13" fmla="*/ 908 h 957"/>
                <a:gd name="T14" fmla="*/ 206 w 416"/>
                <a:gd name="T15" fmla="*/ 547 h 957"/>
                <a:gd name="T16" fmla="*/ 225 w 416"/>
                <a:gd name="T17" fmla="*/ 547 h 957"/>
                <a:gd name="T18" fmla="*/ 225 w 416"/>
                <a:gd name="T19" fmla="*/ 908 h 957"/>
                <a:gd name="T20" fmla="*/ 274 w 416"/>
                <a:gd name="T21" fmla="*/ 957 h 957"/>
                <a:gd name="T22" fmla="*/ 324 w 416"/>
                <a:gd name="T23" fmla="*/ 908 h 957"/>
                <a:gd name="T24" fmla="*/ 324 w 416"/>
                <a:gd name="T25" fmla="*/ 309 h 957"/>
                <a:gd name="T26" fmla="*/ 331 w 416"/>
                <a:gd name="T27" fmla="*/ 326 h 957"/>
                <a:gd name="T28" fmla="*/ 352 w 416"/>
                <a:gd name="T29" fmla="*/ 489 h 957"/>
                <a:gd name="T30" fmla="*/ 349 w 416"/>
                <a:gd name="T31" fmla="*/ 561 h 957"/>
                <a:gd name="T32" fmla="*/ 380 w 416"/>
                <a:gd name="T33" fmla="*/ 595 h 957"/>
                <a:gd name="T34" fmla="*/ 381 w 416"/>
                <a:gd name="T35" fmla="*/ 595 h 957"/>
                <a:gd name="T36" fmla="*/ 413 w 416"/>
                <a:gd name="T37" fmla="*/ 565 h 957"/>
                <a:gd name="T38" fmla="*/ 416 w 416"/>
                <a:gd name="T39" fmla="*/ 489 h 957"/>
                <a:gd name="T40" fmla="*/ 370 w 416"/>
                <a:gd name="T41" fmla="*/ 261 h 957"/>
                <a:gd name="T42" fmla="*/ 327 w 416"/>
                <a:gd name="T43" fmla="*/ 221 h 957"/>
                <a:gd name="T44" fmla="*/ 303 w 416"/>
                <a:gd name="T45" fmla="*/ 213 h 957"/>
                <a:gd name="T46" fmla="*/ 293 w 416"/>
                <a:gd name="T47" fmla="*/ 212 h 957"/>
                <a:gd name="T48" fmla="*/ 138 w 416"/>
                <a:gd name="T49" fmla="*/ 212 h 957"/>
                <a:gd name="T50" fmla="*/ 131 w 416"/>
                <a:gd name="T51" fmla="*/ 213 h 957"/>
                <a:gd name="T52" fmla="*/ 112 w 416"/>
                <a:gd name="T53" fmla="*/ 220 h 957"/>
                <a:gd name="T54" fmla="*/ 111 w 416"/>
                <a:gd name="T55" fmla="*/ 220 h 957"/>
                <a:gd name="T56" fmla="*/ 80 w 416"/>
                <a:gd name="T57" fmla="*/ 242 h 957"/>
                <a:gd name="T58" fmla="*/ 68 w 416"/>
                <a:gd name="T59" fmla="*/ 249 h 957"/>
                <a:gd name="T60" fmla="*/ 78 w 416"/>
                <a:gd name="T61" fmla="*/ 223 h 957"/>
                <a:gd name="T62" fmla="*/ 129 w 416"/>
                <a:gd name="T63" fmla="*/ 124 h 957"/>
                <a:gd name="T64" fmla="*/ 195 w 416"/>
                <a:gd name="T65" fmla="*/ 186 h 957"/>
                <a:gd name="T66" fmla="*/ 303 w 416"/>
                <a:gd name="T67" fmla="*/ 119 h 957"/>
                <a:gd name="T68" fmla="*/ 306 w 416"/>
                <a:gd name="T69" fmla="*/ 96 h 957"/>
                <a:gd name="T70" fmla="*/ 280 w 416"/>
                <a:gd name="T71" fmla="*/ 96 h 957"/>
                <a:gd name="T72" fmla="*/ 252 w 416"/>
                <a:gd name="T73" fmla="*/ 120 h 957"/>
                <a:gd name="T74" fmla="*/ 224 w 416"/>
                <a:gd name="T75" fmla="*/ 96 h 957"/>
                <a:gd name="T76" fmla="*/ 208 w 416"/>
                <a:gd name="T77" fmla="*/ 96 h 957"/>
                <a:gd name="T78" fmla="*/ 180 w 416"/>
                <a:gd name="T79" fmla="*/ 120 h 957"/>
                <a:gd name="T80" fmla="*/ 152 w 416"/>
                <a:gd name="T81" fmla="*/ 96 h 957"/>
                <a:gd name="T82" fmla="*/ 141 w 416"/>
                <a:gd name="T83" fmla="*/ 96 h 957"/>
                <a:gd name="T84" fmla="*/ 140 w 416"/>
                <a:gd name="T85" fmla="*/ 88 h 957"/>
                <a:gd name="T86" fmla="*/ 152 w 416"/>
                <a:gd name="T87" fmla="*/ 88 h 957"/>
                <a:gd name="T88" fmla="*/ 180 w 416"/>
                <a:gd name="T89" fmla="*/ 64 h 957"/>
                <a:gd name="T90" fmla="*/ 208 w 416"/>
                <a:gd name="T91" fmla="*/ 88 h 957"/>
                <a:gd name="T92" fmla="*/ 224 w 416"/>
                <a:gd name="T93" fmla="*/ 88 h 957"/>
                <a:gd name="T94" fmla="*/ 252 w 416"/>
                <a:gd name="T95" fmla="*/ 64 h 957"/>
                <a:gd name="T96" fmla="*/ 280 w 416"/>
                <a:gd name="T97" fmla="*/ 88 h 957"/>
                <a:gd name="T98" fmla="*/ 305 w 416"/>
                <a:gd name="T99" fmla="*/ 88 h 957"/>
                <a:gd name="T100" fmla="*/ 236 w 416"/>
                <a:gd name="T101" fmla="*/ 11 h 957"/>
                <a:gd name="T102" fmla="*/ 130 w 416"/>
                <a:gd name="T103" fmla="*/ 71 h 957"/>
                <a:gd name="T104" fmla="*/ 125 w 416"/>
                <a:gd name="T105" fmla="*/ 67 h 957"/>
                <a:gd name="T106" fmla="*/ 81 w 416"/>
                <a:gd name="T107" fmla="*/ 79 h 957"/>
                <a:gd name="T108" fmla="*/ 19 w 416"/>
                <a:gd name="T109" fmla="*/ 198 h 957"/>
                <a:gd name="T110" fmla="*/ 0 w 416"/>
                <a:gd name="T111" fmla="*/ 270 h 957"/>
                <a:gd name="T112" fmla="*/ 12 w 416"/>
                <a:gd name="T113" fmla="*/ 307 h 957"/>
                <a:gd name="T114" fmla="*/ 30 w 416"/>
                <a:gd name="T115" fmla="*/ 319 h 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16" h="957">
                  <a:moveTo>
                    <a:pt x="30" y="319"/>
                  </a:moveTo>
                  <a:cubicBezTo>
                    <a:pt x="37" y="321"/>
                    <a:pt x="43" y="322"/>
                    <a:pt x="48" y="322"/>
                  </a:cubicBezTo>
                  <a:cubicBezTo>
                    <a:pt x="63" y="322"/>
                    <a:pt x="75" y="317"/>
                    <a:pt x="86" y="312"/>
                  </a:cubicBezTo>
                  <a:cubicBezTo>
                    <a:pt x="94" y="308"/>
                    <a:pt x="101" y="304"/>
                    <a:pt x="108" y="300"/>
                  </a:cubicBezTo>
                  <a:cubicBezTo>
                    <a:pt x="108" y="908"/>
                    <a:pt x="108" y="908"/>
                    <a:pt x="108" y="908"/>
                  </a:cubicBezTo>
                  <a:cubicBezTo>
                    <a:pt x="108" y="935"/>
                    <a:pt x="130" y="957"/>
                    <a:pt x="157" y="957"/>
                  </a:cubicBezTo>
                  <a:cubicBezTo>
                    <a:pt x="184" y="957"/>
                    <a:pt x="206" y="935"/>
                    <a:pt x="206" y="908"/>
                  </a:cubicBezTo>
                  <a:cubicBezTo>
                    <a:pt x="206" y="547"/>
                    <a:pt x="206" y="547"/>
                    <a:pt x="206" y="547"/>
                  </a:cubicBezTo>
                  <a:cubicBezTo>
                    <a:pt x="225" y="547"/>
                    <a:pt x="225" y="547"/>
                    <a:pt x="225" y="547"/>
                  </a:cubicBezTo>
                  <a:cubicBezTo>
                    <a:pt x="225" y="908"/>
                    <a:pt x="225" y="908"/>
                    <a:pt x="225" y="908"/>
                  </a:cubicBezTo>
                  <a:cubicBezTo>
                    <a:pt x="225" y="935"/>
                    <a:pt x="247" y="957"/>
                    <a:pt x="274" y="957"/>
                  </a:cubicBezTo>
                  <a:cubicBezTo>
                    <a:pt x="302" y="957"/>
                    <a:pt x="324" y="935"/>
                    <a:pt x="324" y="908"/>
                  </a:cubicBezTo>
                  <a:cubicBezTo>
                    <a:pt x="324" y="309"/>
                    <a:pt x="324" y="309"/>
                    <a:pt x="324" y="309"/>
                  </a:cubicBezTo>
                  <a:cubicBezTo>
                    <a:pt x="326" y="314"/>
                    <a:pt x="329" y="319"/>
                    <a:pt x="331" y="326"/>
                  </a:cubicBezTo>
                  <a:cubicBezTo>
                    <a:pt x="342" y="357"/>
                    <a:pt x="352" y="408"/>
                    <a:pt x="352" y="489"/>
                  </a:cubicBezTo>
                  <a:cubicBezTo>
                    <a:pt x="352" y="511"/>
                    <a:pt x="351" y="535"/>
                    <a:pt x="349" y="561"/>
                  </a:cubicBezTo>
                  <a:cubicBezTo>
                    <a:pt x="348" y="579"/>
                    <a:pt x="362" y="594"/>
                    <a:pt x="380" y="595"/>
                  </a:cubicBezTo>
                  <a:cubicBezTo>
                    <a:pt x="380" y="595"/>
                    <a:pt x="381" y="595"/>
                    <a:pt x="381" y="595"/>
                  </a:cubicBezTo>
                  <a:cubicBezTo>
                    <a:pt x="398" y="595"/>
                    <a:pt x="412" y="582"/>
                    <a:pt x="413" y="565"/>
                  </a:cubicBezTo>
                  <a:cubicBezTo>
                    <a:pt x="415" y="537"/>
                    <a:pt x="416" y="512"/>
                    <a:pt x="416" y="489"/>
                  </a:cubicBezTo>
                  <a:cubicBezTo>
                    <a:pt x="416" y="368"/>
                    <a:pt x="396" y="301"/>
                    <a:pt x="370" y="261"/>
                  </a:cubicBezTo>
                  <a:cubicBezTo>
                    <a:pt x="357" y="241"/>
                    <a:pt x="341" y="228"/>
                    <a:pt x="327" y="221"/>
                  </a:cubicBezTo>
                  <a:cubicBezTo>
                    <a:pt x="318" y="216"/>
                    <a:pt x="310" y="214"/>
                    <a:pt x="303" y="213"/>
                  </a:cubicBezTo>
                  <a:cubicBezTo>
                    <a:pt x="300" y="212"/>
                    <a:pt x="296" y="212"/>
                    <a:pt x="293" y="212"/>
                  </a:cubicBezTo>
                  <a:cubicBezTo>
                    <a:pt x="138" y="212"/>
                    <a:pt x="138" y="212"/>
                    <a:pt x="138" y="212"/>
                  </a:cubicBezTo>
                  <a:cubicBezTo>
                    <a:pt x="136" y="212"/>
                    <a:pt x="133" y="212"/>
                    <a:pt x="131" y="213"/>
                  </a:cubicBezTo>
                  <a:cubicBezTo>
                    <a:pt x="124" y="213"/>
                    <a:pt x="117" y="215"/>
                    <a:pt x="112" y="220"/>
                  </a:cubicBezTo>
                  <a:cubicBezTo>
                    <a:pt x="112" y="220"/>
                    <a:pt x="111" y="220"/>
                    <a:pt x="111" y="220"/>
                  </a:cubicBezTo>
                  <a:cubicBezTo>
                    <a:pt x="109" y="222"/>
                    <a:pt x="95" y="233"/>
                    <a:pt x="80" y="242"/>
                  </a:cubicBezTo>
                  <a:cubicBezTo>
                    <a:pt x="76" y="245"/>
                    <a:pt x="72" y="247"/>
                    <a:pt x="68" y="249"/>
                  </a:cubicBezTo>
                  <a:cubicBezTo>
                    <a:pt x="70" y="242"/>
                    <a:pt x="74" y="233"/>
                    <a:pt x="78" y="223"/>
                  </a:cubicBezTo>
                  <a:cubicBezTo>
                    <a:pt x="88" y="199"/>
                    <a:pt x="105" y="166"/>
                    <a:pt x="129" y="124"/>
                  </a:cubicBezTo>
                  <a:cubicBezTo>
                    <a:pt x="138" y="154"/>
                    <a:pt x="162" y="179"/>
                    <a:pt x="195" y="186"/>
                  </a:cubicBezTo>
                  <a:cubicBezTo>
                    <a:pt x="244" y="198"/>
                    <a:pt x="292" y="168"/>
                    <a:pt x="303" y="119"/>
                  </a:cubicBezTo>
                  <a:cubicBezTo>
                    <a:pt x="305" y="111"/>
                    <a:pt x="306" y="104"/>
                    <a:pt x="306" y="96"/>
                  </a:cubicBezTo>
                  <a:cubicBezTo>
                    <a:pt x="280" y="96"/>
                    <a:pt x="280" y="96"/>
                    <a:pt x="280" y="96"/>
                  </a:cubicBezTo>
                  <a:cubicBezTo>
                    <a:pt x="278" y="110"/>
                    <a:pt x="266" y="120"/>
                    <a:pt x="252" y="120"/>
                  </a:cubicBezTo>
                  <a:cubicBezTo>
                    <a:pt x="238" y="120"/>
                    <a:pt x="226" y="110"/>
                    <a:pt x="224" y="96"/>
                  </a:cubicBezTo>
                  <a:cubicBezTo>
                    <a:pt x="208" y="96"/>
                    <a:pt x="208" y="96"/>
                    <a:pt x="208" y="96"/>
                  </a:cubicBezTo>
                  <a:cubicBezTo>
                    <a:pt x="206" y="110"/>
                    <a:pt x="194" y="120"/>
                    <a:pt x="180" y="120"/>
                  </a:cubicBezTo>
                  <a:cubicBezTo>
                    <a:pt x="166" y="120"/>
                    <a:pt x="154" y="110"/>
                    <a:pt x="152" y="96"/>
                  </a:cubicBezTo>
                  <a:cubicBezTo>
                    <a:pt x="141" y="96"/>
                    <a:pt x="141" y="96"/>
                    <a:pt x="141" y="96"/>
                  </a:cubicBezTo>
                  <a:cubicBezTo>
                    <a:pt x="141" y="94"/>
                    <a:pt x="141" y="91"/>
                    <a:pt x="140" y="88"/>
                  </a:cubicBezTo>
                  <a:cubicBezTo>
                    <a:pt x="152" y="88"/>
                    <a:pt x="152" y="88"/>
                    <a:pt x="152" y="88"/>
                  </a:cubicBezTo>
                  <a:cubicBezTo>
                    <a:pt x="154" y="75"/>
                    <a:pt x="166" y="64"/>
                    <a:pt x="180" y="64"/>
                  </a:cubicBezTo>
                  <a:cubicBezTo>
                    <a:pt x="194" y="64"/>
                    <a:pt x="206" y="75"/>
                    <a:pt x="208" y="88"/>
                  </a:cubicBezTo>
                  <a:cubicBezTo>
                    <a:pt x="224" y="88"/>
                    <a:pt x="224" y="88"/>
                    <a:pt x="224" y="88"/>
                  </a:cubicBezTo>
                  <a:cubicBezTo>
                    <a:pt x="226" y="75"/>
                    <a:pt x="238" y="64"/>
                    <a:pt x="252" y="64"/>
                  </a:cubicBezTo>
                  <a:cubicBezTo>
                    <a:pt x="266" y="64"/>
                    <a:pt x="278" y="75"/>
                    <a:pt x="280" y="88"/>
                  </a:cubicBezTo>
                  <a:cubicBezTo>
                    <a:pt x="305" y="88"/>
                    <a:pt x="305" y="88"/>
                    <a:pt x="305" y="88"/>
                  </a:cubicBezTo>
                  <a:cubicBezTo>
                    <a:pt x="301" y="52"/>
                    <a:pt x="274" y="20"/>
                    <a:pt x="236" y="11"/>
                  </a:cubicBezTo>
                  <a:cubicBezTo>
                    <a:pt x="190" y="0"/>
                    <a:pt x="144" y="27"/>
                    <a:pt x="130" y="71"/>
                  </a:cubicBezTo>
                  <a:cubicBezTo>
                    <a:pt x="128" y="70"/>
                    <a:pt x="127" y="68"/>
                    <a:pt x="125" y="67"/>
                  </a:cubicBezTo>
                  <a:cubicBezTo>
                    <a:pt x="110" y="58"/>
                    <a:pt x="90" y="64"/>
                    <a:pt x="81" y="79"/>
                  </a:cubicBezTo>
                  <a:cubicBezTo>
                    <a:pt x="52" y="129"/>
                    <a:pt x="32" y="168"/>
                    <a:pt x="19" y="198"/>
                  </a:cubicBezTo>
                  <a:cubicBezTo>
                    <a:pt x="7" y="228"/>
                    <a:pt x="0" y="250"/>
                    <a:pt x="0" y="270"/>
                  </a:cubicBezTo>
                  <a:cubicBezTo>
                    <a:pt x="0" y="282"/>
                    <a:pt x="2" y="296"/>
                    <a:pt x="12" y="307"/>
                  </a:cubicBezTo>
                  <a:cubicBezTo>
                    <a:pt x="17" y="313"/>
                    <a:pt x="24" y="317"/>
                    <a:pt x="30" y="31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95" name="组合 94"/>
          <p:cNvGrpSpPr/>
          <p:nvPr/>
        </p:nvGrpSpPr>
        <p:grpSpPr>
          <a:xfrm>
            <a:off x="7539038" y="4703763"/>
            <a:ext cx="717550" cy="1695450"/>
            <a:chOff x="7539038" y="4703763"/>
            <a:chExt cx="717550" cy="1695450"/>
          </a:xfrm>
          <a:solidFill>
            <a:schemeClr val="tx1">
              <a:lumMod val="65000"/>
              <a:lumOff val="35000"/>
            </a:schemeClr>
          </a:solidFill>
        </p:grpSpPr>
        <p:sp>
          <p:nvSpPr>
            <p:cNvPr id="96" name="Freeform 79"/>
            <p:cNvSpPr>
              <a:spLocks/>
            </p:cNvSpPr>
            <p:nvPr/>
          </p:nvSpPr>
          <p:spPr bwMode="auto">
            <a:xfrm>
              <a:off x="7539038" y="4703763"/>
              <a:ext cx="717550" cy="1695450"/>
            </a:xfrm>
            <a:custGeom>
              <a:avLst/>
              <a:gdLst>
                <a:gd name="T0" fmla="*/ 341 w 429"/>
                <a:gd name="T1" fmla="*/ 279 h 1016"/>
                <a:gd name="T2" fmla="*/ 316 w 429"/>
                <a:gd name="T3" fmla="*/ 271 h 1016"/>
                <a:gd name="T4" fmla="*/ 306 w 429"/>
                <a:gd name="T5" fmla="*/ 270 h 1016"/>
                <a:gd name="T6" fmla="*/ 152 w 429"/>
                <a:gd name="T7" fmla="*/ 270 h 1016"/>
                <a:gd name="T8" fmla="*/ 147 w 429"/>
                <a:gd name="T9" fmla="*/ 270 h 1016"/>
                <a:gd name="T10" fmla="*/ 143 w 429"/>
                <a:gd name="T11" fmla="*/ 270 h 1016"/>
                <a:gd name="T12" fmla="*/ 143 w 429"/>
                <a:gd name="T13" fmla="*/ 270 h 1016"/>
                <a:gd name="T14" fmla="*/ 143 w 429"/>
                <a:gd name="T15" fmla="*/ 270 h 1016"/>
                <a:gd name="T16" fmla="*/ 136 w 429"/>
                <a:gd name="T17" fmla="*/ 270 h 1016"/>
                <a:gd name="T18" fmla="*/ 89 w 429"/>
                <a:gd name="T19" fmla="*/ 260 h 1016"/>
                <a:gd name="T20" fmla="*/ 72 w 429"/>
                <a:gd name="T21" fmla="*/ 245 h 1016"/>
                <a:gd name="T22" fmla="*/ 64 w 429"/>
                <a:gd name="T23" fmla="*/ 214 h 1016"/>
                <a:gd name="T24" fmla="*/ 90 w 429"/>
                <a:gd name="T25" fmla="*/ 123 h 1016"/>
                <a:gd name="T26" fmla="*/ 93 w 429"/>
                <a:gd name="T27" fmla="*/ 115 h 1016"/>
                <a:gd name="T28" fmla="*/ 229 w 429"/>
                <a:gd name="T29" fmla="*/ 136 h 1016"/>
                <a:gd name="T30" fmla="*/ 389 w 429"/>
                <a:gd name="T31" fmla="*/ 92 h 1016"/>
                <a:gd name="T32" fmla="*/ 309 w 429"/>
                <a:gd name="T33" fmla="*/ 54 h 1016"/>
                <a:gd name="T34" fmla="*/ 310 w 429"/>
                <a:gd name="T35" fmla="*/ 49 h 1016"/>
                <a:gd name="T36" fmla="*/ 261 w 429"/>
                <a:gd name="T37" fmla="*/ 0 h 1016"/>
                <a:gd name="T38" fmla="*/ 197 w 429"/>
                <a:gd name="T39" fmla="*/ 0 h 1016"/>
                <a:gd name="T40" fmla="*/ 148 w 429"/>
                <a:gd name="T41" fmla="*/ 49 h 1016"/>
                <a:gd name="T42" fmla="*/ 148 w 429"/>
                <a:gd name="T43" fmla="*/ 54 h 1016"/>
                <a:gd name="T44" fmla="*/ 92 w 429"/>
                <a:gd name="T45" fmla="*/ 70 h 1016"/>
                <a:gd name="T46" fmla="*/ 84 w 429"/>
                <a:gd name="T47" fmla="*/ 64 h 1016"/>
                <a:gd name="T48" fmla="*/ 83 w 429"/>
                <a:gd name="T49" fmla="*/ 64 h 1016"/>
                <a:gd name="T50" fmla="*/ 40 w 429"/>
                <a:gd name="T51" fmla="*/ 78 h 1016"/>
                <a:gd name="T52" fmla="*/ 0 w 429"/>
                <a:gd name="T53" fmla="*/ 214 h 1016"/>
                <a:gd name="T54" fmla="*/ 17 w 429"/>
                <a:gd name="T55" fmla="*/ 279 h 1016"/>
                <a:gd name="T56" fmla="*/ 81 w 429"/>
                <a:gd name="T57" fmla="*/ 326 h 1016"/>
                <a:gd name="T58" fmla="*/ 121 w 429"/>
                <a:gd name="T59" fmla="*/ 334 h 1016"/>
                <a:gd name="T60" fmla="*/ 121 w 429"/>
                <a:gd name="T61" fmla="*/ 966 h 1016"/>
                <a:gd name="T62" fmla="*/ 170 w 429"/>
                <a:gd name="T63" fmla="*/ 1016 h 1016"/>
                <a:gd name="T64" fmla="*/ 220 w 429"/>
                <a:gd name="T65" fmla="*/ 966 h 1016"/>
                <a:gd name="T66" fmla="*/ 220 w 429"/>
                <a:gd name="T67" fmla="*/ 605 h 1016"/>
                <a:gd name="T68" fmla="*/ 238 w 429"/>
                <a:gd name="T69" fmla="*/ 605 h 1016"/>
                <a:gd name="T70" fmla="*/ 238 w 429"/>
                <a:gd name="T71" fmla="*/ 966 h 1016"/>
                <a:gd name="T72" fmla="*/ 288 w 429"/>
                <a:gd name="T73" fmla="*/ 1016 h 1016"/>
                <a:gd name="T74" fmla="*/ 337 w 429"/>
                <a:gd name="T75" fmla="*/ 966 h 1016"/>
                <a:gd name="T76" fmla="*/ 337 w 429"/>
                <a:gd name="T77" fmla="*/ 367 h 1016"/>
                <a:gd name="T78" fmla="*/ 344 w 429"/>
                <a:gd name="T79" fmla="*/ 384 h 1016"/>
                <a:gd name="T80" fmla="*/ 365 w 429"/>
                <a:gd name="T81" fmla="*/ 547 h 1016"/>
                <a:gd name="T82" fmla="*/ 363 w 429"/>
                <a:gd name="T83" fmla="*/ 620 h 1016"/>
                <a:gd name="T84" fmla="*/ 393 w 429"/>
                <a:gd name="T85" fmla="*/ 653 h 1016"/>
                <a:gd name="T86" fmla="*/ 395 w 429"/>
                <a:gd name="T87" fmla="*/ 654 h 1016"/>
                <a:gd name="T88" fmla="*/ 427 w 429"/>
                <a:gd name="T89" fmla="*/ 623 h 1016"/>
                <a:gd name="T90" fmla="*/ 429 w 429"/>
                <a:gd name="T91" fmla="*/ 547 h 1016"/>
                <a:gd name="T92" fmla="*/ 383 w 429"/>
                <a:gd name="T93" fmla="*/ 319 h 1016"/>
                <a:gd name="T94" fmla="*/ 341 w 429"/>
                <a:gd name="T95" fmla="*/ 279 h 1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29" h="1016">
                  <a:moveTo>
                    <a:pt x="341" y="279"/>
                  </a:moveTo>
                  <a:cubicBezTo>
                    <a:pt x="331" y="275"/>
                    <a:pt x="323" y="272"/>
                    <a:pt x="316" y="271"/>
                  </a:cubicBezTo>
                  <a:cubicBezTo>
                    <a:pt x="313" y="270"/>
                    <a:pt x="310" y="270"/>
                    <a:pt x="306" y="270"/>
                  </a:cubicBezTo>
                  <a:cubicBezTo>
                    <a:pt x="152" y="270"/>
                    <a:pt x="152" y="270"/>
                    <a:pt x="152" y="270"/>
                  </a:cubicBezTo>
                  <a:cubicBezTo>
                    <a:pt x="150" y="270"/>
                    <a:pt x="149" y="270"/>
                    <a:pt x="147" y="270"/>
                  </a:cubicBezTo>
                  <a:cubicBezTo>
                    <a:pt x="146" y="270"/>
                    <a:pt x="144" y="270"/>
                    <a:pt x="143" y="270"/>
                  </a:cubicBezTo>
                  <a:cubicBezTo>
                    <a:pt x="143" y="270"/>
                    <a:pt x="143" y="270"/>
                    <a:pt x="143" y="270"/>
                  </a:cubicBezTo>
                  <a:cubicBezTo>
                    <a:pt x="143" y="270"/>
                    <a:pt x="143" y="270"/>
                    <a:pt x="143" y="270"/>
                  </a:cubicBezTo>
                  <a:cubicBezTo>
                    <a:pt x="142" y="270"/>
                    <a:pt x="139" y="270"/>
                    <a:pt x="136" y="270"/>
                  </a:cubicBezTo>
                  <a:cubicBezTo>
                    <a:pt x="125" y="271"/>
                    <a:pt x="103" y="268"/>
                    <a:pt x="89" y="260"/>
                  </a:cubicBezTo>
                  <a:cubicBezTo>
                    <a:pt x="81" y="256"/>
                    <a:pt x="76" y="252"/>
                    <a:pt x="72" y="245"/>
                  </a:cubicBezTo>
                  <a:cubicBezTo>
                    <a:pt x="68" y="238"/>
                    <a:pt x="64" y="229"/>
                    <a:pt x="64" y="214"/>
                  </a:cubicBezTo>
                  <a:cubicBezTo>
                    <a:pt x="64" y="194"/>
                    <a:pt x="71" y="164"/>
                    <a:pt x="90" y="123"/>
                  </a:cubicBezTo>
                  <a:cubicBezTo>
                    <a:pt x="91" y="120"/>
                    <a:pt x="92" y="118"/>
                    <a:pt x="93" y="115"/>
                  </a:cubicBezTo>
                  <a:cubicBezTo>
                    <a:pt x="121" y="128"/>
                    <a:pt x="172" y="136"/>
                    <a:pt x="229" y="136"/>
                  </a:cubicBezTo>
                  <a:cubicBezTo>
                    <a:pt x="317" y="136"/>
                    <a:pt x="389" y="116"/>
                    <a:pt x="389" y="92"/>
                  </a:cubicBezTo>
                  <a:cubicBezTo>
                    <a:pt x="389" y="76"/>
                    <a:pt x="357" y="62"/>
                    <a:pt x="309" y="54"/>
                  </a:cubicBezTo>
                  <a:cubicBezTo>
                    <a:pt x="310" y="52"/>
                    <a:pt x="310" y="51"/>
                    <a:pt x="310" y="49"/>
                  </a:cubicBezTo>
                  <a:cubicBezTo>
                    <a:pt x="310" y="22"/>
                    <a:pt x="288" y="0"/>
                    <a:pt x="261" y="0"/>
                  </a:cubicBezTo>
                  <a:cubicBezTo>
                    <a:pt x="197" y="0"/>
                    <a:pt x="197" y="0"/>
                    <a:pt x="197" y="0"/>
                  </a:cubicBezTo>
                  <a:cubicBezTo>
                    <a:pt x="170" y="0"/>
                    <a:pt x="148" y="22"/>
                    <a:pt x="148" y="49"/>
                  </a:cubicBezTo>
                  <a:cubicBezTo>
                    <a:pt x="148" y="51"/>
                    <a:pt x="148" y="52"/>
                    <a:pt x="148" y="54"/>
                  </a:cubicBezTo>
                  <a:cubicBezTo>
                    <a:pt x="125" y="58"/>
                    <a:pt x="105" y="63"/>
                    <a:pt x="92" y="70"/>
                  </a:cubicBezTo>
                  <a:cubicBezTo>
                    <a:pt x="90" y="67"/>
                    <a:pt x="87" y="66"/>
                    <a:pt x="84" y="64"/>
                  </a:cubicBezTo>
                  <a:cubicBezTo>
                    <a:pt x="84" y="64"/>
                    <a:pt x="84" y="64"/>
                    <a:pt x="83" y="64"/>
                  </a:cubicBezTo>
                  <a:cubicBezTo>
                    <a:pt x="68" y="56"/>
                    <a:pt x="48" y="62"/>
                    <a:pt x="40" y="78"/>
                  </a:cubicBezTo>
                  <a:cubicBezTo>
                    <a:pt x="13" y="133"/>
                    <a:pt x="0" y="177"/>
                    <a:pt x="0" y="214"/>
                  </a:cubicBezTo>
                  <a:cubicBezTo>
                    <a:pt x="0" y="239"/>
                    <a:pt x="6" y="261"/>
                    <a:pt x="17" y="279"/>
                  </a:cubicBezTo>
                  <a:cubicBezTo>
                    <a:pt x="34" y="305"/>
                    <a:pt x="59" y="319"/>
                    <a:pt x="81" y="326"/>
                  </a:cubicBezTo>
                  <a:cubicBezTo>
                    <a:pt x="96" y="331"/>
                    <a:pt x="109" y="333"/>
                    <a:pt x="121" y="334"/>
                  </a:cubicBezTo>
                  <a:cubicBezTo>
                    <a:pt x="121" y="966"/>
                    <a:pt x="121" y="966"/>
                    <a:pt x="121" y="966"/>
                  </a:cubicBezTo>
                  <a:cubicBezTo>
                    <a:pt x="121" y="994"/>
                    <a:pt x="143" y="1016"/>
                    <a:pt x="170" y="1016"/>
                  </a:cubicBezTo>
                  <a:cubicBezTo>
                    <a:pt x="198" y="1016"/>
                    <a:pt x="220" y="994"/>
                    <a:pt x="220" y="966"/>
                  </a:cubicBezTo>
                  <a:cubicBezTo>
                    <a:pt x="220" y="605"/>
                    <a:pt x="220" y="605"/>
                    <a:pt x="220" y="605"/>
                  </a:cubicBezTo>
                  <a:cubicBezTo>
                    <a:pt x="238" y="605"/>
                    <a:pt x="238" y="605"/>
                    <a:pt x="238" y="605"/>
                  </a:cubicBezTo>
                  <a:cubicBezTo>
                    <a:pt x="238" y="966"/>
                    <a:pt x="238" y="966"/>
                    <a:pt x="238" y="966"/>
                  </a:cubicBezTo>
                  <a:cubicBezTo>
                    <a:pt x="238" y="994"/>
                    <a:pt x="260" y="1016"/>
                    <a:pt x="288" y="1016"/>
                  </a:cubicBezTo>
                  <a:cubicBezTo>
                    <a:pt x="315" y="1016"/>
                    <a:pt x="337" y="994"/>
                    <a:pt x="337" y="966"/>
                  </a:cubicBezTo>
                  <a:cubicBezTo>
                    <a:pt x="337" y="367"/>
                    <a:pt x="337" y="367"/>
                    <a:pt x="337" y="367"/>
                  </a:cubicBezTo>
                  <a:cubicBezTo>
                    <a:pt x="339" y="372"/>
                    <a:pt x="342" y="378"/>
                    <a:pt x="344" y="384"/>
                  </a:cubicBezTo>
                  <a:cubicBezTo>
                    <a:pt x="356" y="415"/>
                    <a:pt x="365" y="467"/>
                    <a:pt x="365" y="547"/>
                  </a:cubicBezTo>
                  <a:cubicBezTo>
                    <a:pt x="365" y="569"/>
                    <a:pt x="364" y="593"/>
                    <a:pt x="363" y="620"/>
                  </a:cubicBezTo>
                  <a:cubicBezTo>
                    <a:pt x="362" y="637"/>
                    <a:pt x="375" y="652"/>
                    <a:pt x="393" y="653"/>
                  </a:cubicBezTo>
                  <a:cubicBezTo>
                    <a:pt x="393" y="653"/>
                    <a:pt x="394" y="654"/>
                    <a:pt x="395" y="654"/>
                  </a:cubicBezTo>
                  <a:cubicBezTo>
                    <a:pt x="411" y="654"/>
                    <a:pt x="426" y="640"/>
                    <a:pt x="427" y="623"/>
                  </a:cubicBezTo>
                  <a:cubicBezTo>
                    <a:pt x="428" y="596"/>
                    <a:pt x="429" y="570"/>
                    <a:pt x="429" y="547"/>
                  </a:cubicBezTo>
                  <a:cubicBezTo>
                    <a:pt x="429" y="426"/>
                    <a:pt x="410" y="359"/>
                    <a:pt x="383" y="319"/>
                  </a:cubicBezTo>
                  <a:cubicBezTo>
                    <a:pt x="370" y="299"/>
                    <a:pt x="355" y="286"/>
                    <a:pt x="341" y="2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80"/>
            <p:cNvSpPr>
              <a:spLocks/>
            </p:cNvSpPr>
            <p:nvPr/>
          </p:nvSpPr>
          <p:spPr bwMode="auto">
            <a:xfrm>
              <a:off x="7772401" y="4932363"/>
              <a:ext cx="300038" cy="182563"/>
            </a:xfrm>
            <a:custGeom>
              <a:avLst/>
              <a:gdLst>
                <a:gd name="T0" fmla="*/ 2 w 180"/>
                <a:gd name="T1" fmla="*/ 0 h 110"/>
                <a:gd name="T2" fmla="*/ 0 w 180"/>
                <a:gd name="T3" fmla="*/ 20 h 110"/>
                <a:gd name="T4" fmla="*/ 90 w 180"/>
                <a:gd name="T5" fmla="*/ 110 h 110"/>
                <a:gd name="T6" fmla="*/ 180 w 180"/>
                <a:gd name="T7" fmla="*/ 20 h 110"/>
                <a:gd name="T8" fmla="*/ 178 w 180"/>
                <a:gd name="T9" fmla="*/ 0 h 110"/>
                <a:gd name="T10" fmla="*/ 90 w 180"/>
                <a:gd name="T11" fmla="*/ 7 h 110"/>
                <a:gd name="T12" fmla="*/ 2 w 180"/>
                <a:gd name="T13" fmla="*/ 0 h 110"/>
              </a:gdLst>
              <a:ahLst/>
              <a:cxnLst>
                <a:cxn ang="0">
                  <a:pos x="T0" y="T1"/>
                </a:cxn>
                <a:cxn ang="0">
                  <a:pos x="T2" y="T3"/>
                </a:cxn>
                <a:cxn ang="0">
                  <a:pos x="T4" y="T5"/>
                </a:cxn>
                <a:cxn ang="0">
                  <a:pos x="T6" y="T7"/>
                </a:cxn>
                <a:cxn ang="0">
                  <a:pos x="T8" y="T9"/>
                </a:cxn>
                <a:cxn ang="0">
                  <a:pos x="T10" y="T11"/>
                </a:cxn>
                <a:cxn ang="0">
                  <a:pos x="T12" y="T13"/>
                </a:cxn>
              </a:cxnLst>
              <a:rect l="0" t="0" r="r" b="b"/>
              <a:pathLst>
                <a:path w="180" h="110">
                  <a:moveTo>
                    <a:pt x="2" y="0"/>
                  </a:moveTo>
                  <a:cubicBezTo>
                    <a:pt x="1" y="6"/>
                    <a:pt x="0" y="13"/>
                    <a:pt x="0" y="20"/>
                  </a:cubicBezTo>
                  <a:cubicBezTo>
                    <a:pt x="0" y="70"/>
                    <a:pt x="40" y="110"/>
                    <a:pt x="90" y="110"/>
                  </a:cubicBezTo>
                  <a:cubicBezTo>
                    <a:pt x="140" y="110"/>
                    <a:pt x="180" y="70"/>
                    <a:pt x="180" y="20"/>
                  </a:cubicBezTo>
                  <a:cubicBezTo>
                    <a:pt x="180" y="13"/>
                    <a:pt x="179" y="6"/>
                    <a:pt x="178" y="0"/>
                  </a:cubicBezTo>
                  <a:cubicBezTo>
                    <a:pt x="151" y="5"/>
                    <a:pt x="120" y="7"/>
                    <a:pt x="90" y="7"/>
                  </a:cubicBezTo>
                  <a:cubicBezTo>
                    <a:pt x="59" y="7"/>
                    <a:pt x="29" y="5"/>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8" name="组合 97"/>
          <p:cNvGrpSpPr/>
          <p:nvPr/>
        </p:nvGrpSpPr>
        <p:grpSpPr>
          <a:xfrm>
            <a:off x="6299201" y="4814888"/>
            <a:ext cx="854075" cy="1584325"/>
            <a:chOff x="6299201" y="4814888"/>
            <a:chExt cx="854075" cy="1584325"/>
          </a:xfrm>
          <a:solidFill>
            <a:schemeClr val="tx1">
              <a:lumMod val="65000"/>
              <a:lumOff val="35000"/>
            </a:schemeClr>
          </a:solidFill>
        </p:grpSpPr>
        <p:sp>
          <p:nvSpPr>
            <p:cNvPr id="99" name="Freeform 81"/>
            <p:cNvSpPr>
              <a:spLocks/>
            </p:cNvSpPr>
            <p:nvPr/>
          </p:nvSpPr>
          <p:spPr bwMode="auto">
            <a:xfrm>
              <a:off x="6299201" y="5154613"/>
              <a:ext cx="854075" cy="1244600"/>
            </a:xfrm>
            <a:custGeom>
              <a:avLst/>
              <a:gdLst>
                <a:gd name="T0" fmla="*/ 424 w 512"/>
                <a:gd name="T1" fmla="*/ 9 h 746"/>
                <a:gd name="T2" fmla="*/ 399 w 512"/>
                <a:gd name="T3" fmla="*/ 1 h 746"/>
                <a:gd name="T4" fmla="*/ 389 w 512"/>
                <a:gd name="T5" fmla="*/ 0 h 746"/>
                <a:gd name="T6" fmla="*/ 235 w 512"/>
                <a:gd name="T7" fmla="*/ 0 h 746"/>
                <a:gd name="T8" fmla="*/ 230 w 512"/>
                <a:gd name="T9" fmla="*/ 0 h 746"/>
                <a:gd name="T10" fmla="*/ 226 w 512"/>
                <a:gd name="T11" fmla="*/ 1 h 746"/>
                <a:gd name="T12" fmla="*/ 226 w 512"/>
                <a:gd name="T13" fmla="*/ 1 h 746"/>
                <a:gd name="T14" fmla="*/ 154 w 512"/>
                <a:gd name="T15" fmla="*/ 32 h 746"/>
                <a:gd name="T16" fmla="*/ 104 w 512"/>
                <a:gd name="T17" fmla="*/ 85 h 746"/>
                <a:gd name="T18" fmla="*/ 81 w 512"/>
                <a:gd name="T19" fmla="*/ 174 h 746"/>
                <a:gd name="T20" fmla="*/ 92 w 512"/>
                <a:gd name="T21" fmla="*/ 246 h 746"/>
                <a:gd name="T22" fmla="*/ 59 w 512"/>
                <a:gd name="T23" fmla="*/ 284 h 746"/>
                <a:gd name="T24" fmla="*/ 59 w 512"/>
                <a:gd name="T25" fmla="*/ 370 h 746"/>
                <a:gd name="T26" fmla="*/ 0 w 512"/>
                <a:gd name="T27" fmla="*/ 370 h 746"/>
                <a:gd name="T28" fmla="*/ 57 w 512"/>
                <a:gd name="T29" fmla="*/ 735 h 746"/>
                <a:gd name="T30" fmla="*/ 59 w 512"/>
                <a:gd name="T31" fmla="*/ 735 h 746"/>
                <a:gd name="T32" fmla="*/ 70 w 512"/>
                <a:gd name="T33" fmla="*/ 746 h 746"/>
                <a:gd name="T34" fmla="*/ 82 w 512"/>
                <a:gd name="T35" fmla="*/ 735 h 746"/>
                <a:gd name="T36" fmla="*/ 84 w 512"/>
                <a:gd name="T37" fmla="*/ 735 h 746"/>
                <a:gd name="T38" fmla="*/ 141 w 512"/>
                <a:gd name="T39" fmla="*/ 370 h 746"/>
                <a:gd name="T40" fmla="*/ 82 w 512"/>
                <a:gd name="T41" fmla="*/ 370 h 746"/>
                <a:gd name="T42" fmla="*/ 82 w 512"/>
                <a:gd name="T43" fmla="*/ 284 h 746"/>
                <a:gd name="T44" fmla="*/ 97 w 512"/>
                <a:gd name="T45" fmla="*/ 269 h 746"/>
                <a:gd name="T46" fmla="*/ 99 w 512"/>
                <a:gd name="T47" fmla="*/ 269 h 746"/>
                <a:gd name="T48" fmla="*/ 110 w 512"/>
                <a:gd name="T49" fmla="*/ 296 h 746"/>
                <a:gd name="T50" fmla="*/ 139 w 512"/>
                <a:gd name="T51" fmla="*/ 315 h 746"/>
                <a:gd name="T52" fmla="*/ 152 w 512"/>
                <a:gd name="T53" fmla="*/ 312 h 746"/>
                <a:gd name="T54" fmla="*/ 168 w 512"/>
                <a:gd name="T55" fmla="*/ 270 h 746"/>
                <a:gd name="T56" fmla="*/ 145 w 512"/>
                <a:gd name="T57" fmla="*/ 174 h 746"/>
                <a:gd name="T58" fmla="*/ 159 w 512"/>
                <a:gd name="T59" fmla="*/ 118 h 746"/>
                <a:gd name="T60" fmla="*/ 204 w 512"/>
                <a:gd name="T61" fmla="*/ 77 h 746"/>
                <a:gd name="T62" fmla="*/ 204 w 512"/>
                <a:gd name="T63" fmla="*/ 696 h 746"/>
                <a:gd name="T64" fmla="*/ 253 w 512"/>
                <a:gd name="T65" fmla="*/ 746 h 746"/>
                <a:gd name="T66" fmla="*/ 303 w 512"/>
                <a:gd name="T67" fmla="*/ 696 h 746"/>
                <a:gd name="T68" fmla="*/ 303 w 512"/>
                <a:gd name="T69" fmla="*/ 335 h 746"/>
                <a:gd name="T70" fmla="*/ 321 w 512"/>
                <a:gd name="T71" fmla="*/ 335 h 746"/>
                <a:gd name="T72" fmla="*/ 321 w 512"/>
                <a:gd name="T73" fmla="*/ 696 h 746"/>
                <a:gd name="T74" fmla="*/ 371 w 512"/>
                <a:gd name="T75" fmla="*/ 746 h 746"/>
                <a:gd name="T76" fmla="*/ 420 w 512"/>
                <a:gd name="T77" fmla="*/ 696 h 746"/>
                <a:gd name="T78" fmla="*/ 420 w 512"/>
                <a:gd name="T79" fmla="*/ 97 h 746"/>
                <a:gd name="T80" fmla="*/ 427 w 512"/>
                <a:gd name="T81" fmla="*/ 114 h 746"/>
                <a:gd name="T82" fmla="*/ 448 w 512"/>
                <a:gd name="T83" fmla="*/ 277 h 746"/>
                <a:gd name="T84" fmla="*/ 446 w 512"/>
                <a:gd name="T85" fmla="*/ 350 h 746"/>
                <a:gd name="T86" fmla="*/ 476 w 512"/>
                <a:gd name="T87" fmla="*/ 383 h 746"/>
                <a:gd name="T88" fmla="*/ 478 w 512"/>
                <a:gd name="T89" fmla="*/ 384 h 746"/>
                <a:gd name="T90" fmla="*/ 510 w 512"/>
                <a:gd name="T91" fmla="*/ 353 h 746"/>
                <a:gd name="T92" fmla="*/ 512 w 512"/>
                <a:gd name="T93" fmla="*/ 277 h 746"/>
                <a:gd name="T94" fmla="*/ 466 w 512"/>
                <a:gd name="T95" fmla="*/ 49 h 746"/>
                <a:gd name="T96" fmla="*/ 424 w 512"/>
                <a:gd name="T97" fmla="*/ 9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12" h="746">
                  <a:moveTo>
                    <a:pt x="424" y="9"/>
                  </a:moveTo>
                  <a:cubicBezTo>
                    <a:pt x="414" y="5"/>
                    <a:pt x="406" y="2"/>
                    <a:pt x="399" y="1"/>
                  </a:cubicBezTo>
                  <a:cubicBezTo>
                    <a:pt x="396" y="0"/>
                    <a:pt x="393" y="0"/>
                    <a:pt x="389" y="0"/>
                  </a:cubicBezTo>
                  <a:cubicBezTo>
                    <a:pt x="235" y="0"/>
                    <a:pt x="235" y="0"/>
                    <a:pt x="235" y="0"/>
                  </a:cubicBezTo>
                  <a:cubicBezTo>
                    <a:pt x="233" y="0"/>
                    <a:pt x="232" y="0"/>
                    <a:pt x="230" y="0"/>
                  </a:cubicBezTo>
                  <a:cubicBezTo>
                    <a:pt x="229" y="0"/>
                    <a:pt x="227" y="0"/>
                    <a:pt x="226" y="1"/>
                  </a:cubicBezTo>
                  <a:cubicBezTo>
                    <a:pt x="226" y="1"/>
                    <a:pt x="226" y="1"/>
                    <a:pt x="226" y="1"/>
                  </a:cubicBezTo>
                  <a:cubicBezTo>
                    <a:pt x="223" y="1"/>
                    <a:pt x="190" y="7"/>
                    <a:pt x="154" y="32"/>
                  </a:cubicBezTo>
                  <a:cubicBezTo>
                    <a:pt x="137" y="44"/>
                    <a:pt x="118" y="62"/>
                    <a:pt x="104" y="85"/>
                  </a:cubicBezTo>
                  <a:cubicBezTo>
                    <a:pt x="90" y="109"/>
                    <a:pt x="81" y="139"/>
                    <a:pt x="81" y="174"/>
                  </a:cubicBezTo>
                  <a:cubicBezTo>
                    <a:pt x="81" y="196"/>
                    <a:pt x="84" y="220"/>
                    <a:pt x="92" y="246"/>
                  </a:cubicBezTo>
                  <a:cubicBezTo>
                    <a:pt x="73" y="248"/>
                    <a:pt x="59" y="264"/>
                    <a:pt x="59" y="284"/>
                  </a:cubicBezTo>
                  <a:cubicBezTo>
                    <a:pt x="59" y="370"/>
                    <a:pt x="59" y="370"/>
                    <a:pt x="59" y="370"/>
                  </a:cubicBezTo>
                  <a:cubicBezTo>
                    <a:pt x="0" y="370"/>
                    <a:pt x="0" y="370"/>
                    <a:pt x="0" y="370"/>
                  </a:cubicBezTo>
                  <a:cubicBezTo>
                    <a:pt x="57" y="735"/>
                    <a:pt x="57" y="735"/>
                    <a:pt x="57" y="735"/>
                  </a:cubicBezTo>
                  <a:cubicBezTo>
                    <a:pt x="59" y="735"/>
                    <a:pt x="59" y="735"/>
                    <a:pt x="59" y="735"/>
                  </a:cubicBezTo>
                  <a:cubicBezTo>
                    <a:pt x="59" y="741"/>
                    <a:pt x="64" y="746"/>
                    <a:pt x="70" y="746"/>
                  </a:cubicBezTo>
                  <a:cubicBezTo>
                    <a:pt x="76" y="746"/>
                    <a:pt x="81" y="741"/>
                    <a:pt x="82" y="735"/>
                  </a:cubicBezTo>
                  <a:cubicBezTo>
                    <a:pt x="84" y="735"/>
                    <a:pt x="84" y="735"/>
                    <a:pt x="84" y="735"/>
                  </a:cubicBezTo>
                  <a:cubicBezTo>
                    <a:pt x="141" y="370"/>
                    <a:pt x="141" y="370"/>
                    <a:pt x="141" y="370"/>
                  </a:cubicBezTo>
                  <a:cubicBezTo>
                    <a:pt x="82" y="370"/>
                    <a:pt x="82" y="370"/>
                    <a:pt x="82" y="370"/>
                  </a:cubicBezTo>
                  <a:cubicBezTo>
                    <a:pt x="82" y="284"/>
                    <a:pt x="82" y="284"/>
                    <a:pt x="82" y="284"/>
                  </a:cubicBezTo>
                  <a:cubicBezTo>
                    <a:pt x="82" y="276"/>
                    <a:pt x="89" y="269"/>
                    <a:pt x="97" y="269"/>
                  </a:cubicBezTo>
                  <a:cubicBezTo>
                    <a:pt x="98" y="269"/>
                    <a:pt x="98" y="269"/>
                    <a:pt x="99" y="269"/>
                  </a:cubicBezTo>
                  <a:cubicBezTo>
                    <a:pt x="102" y="278"/>
                    <a:pt x="106" y="287"/>
                    <a:pt x="110" y="296"/>
                  </a:cubicBezTo>
                  <a:cubicBezTo>
                    <a:pt x="115" y="308"/>
                    <a:pt x="127" y="315"/>
                    <a:pt x="139" y="315"/>
                  </a:cubicBezTo>
                  <a:cubicBezTo>
                    <a:pt x="143" y="315"/>
                    <a:pt x="148" y="314"/>
                    <a:pt x="152" y="312"/>
                  </a:cubicBezTo>
                  <a:cubicBezTo>
                    <a:pt x="168" y="305"/>
                    <a:pt x="175" y="287"/>
                    <a:pt x="168" y="270"/>
                  </a:cubicBezTo>
                  <a:cubicBezTo>
                    <a:pt x="151" y="230"/>
                    <a:pt x="145" y="199"/>
                    <a:pt x="145" y="174"/>
                  </a:cubicBezTo>
                  <a:cubicBezTo>
                    <a:pt x="145" y="150"/>
                    <a:pt x="151" y="132"/>
                    <a:pt x="159" y="118"/>
                  </a:cubicBezTo>
                  <a:cubicBezTo>
                    <a:pt x="171" y="99"/>
                    <a:pt x="188" y="85"/>
                    <a:pt x="204" y="77"/>
                  </a:cubicBezTo>
                  <a:cubicBezTo>
                    <a:pt x="204" y="696"/>
                    <a:pt x="204" y="696"/>
                    <a:pt x="204" y="696"/>
                  </a:cubicBezTo>
                  <a:cubicBezTo>
                    <a:pt x="204" y="724"/>
                    <a:pt x="226" y="746"/>
                    <a:pt x="253" y="746"/>
                  </a:cubicBezTo>
                  <a:cubicBezTo>
                    <a:pt x="281" y="746"/>
                    <a:pt x="303" y="724"/>
                    <a:pt x="303" y="696"/>
                  </a:cubicBezTo>
                  <a:cubicBezTo>
                    <a:pt x="303" y="335"/>
                    <a:pt x="303" y="335"/>
                    <a:pt x="303" y="335"/>
                  </a:cubicBezTo>
                  <a:cubicBezTo>
                    <a:pt x="321" y="335"/>
                    <a:pt x="321" y="335"/>
                    <a:pt x="321" y="335"/>
                  </a:cubicBezTo>
                  <a:cubicBezTo>
                    <a:pt x="321" y="696"/>
                    <a:pt x="321" y="696"/>
                    <a:pt x="321" y="696"/>
                  </a:cubicBezTo>
                  <a:cubicBezTo>
                    <a:pt x="321" y="724"/>
                    <a:pt x="343" y="746"/>
                    <a:pt x="371" y="746"/>
                  </a:cubicBezTo>
                  <a:cubicBezTo>
                    <a:pt x="398" y="746"/>
                    <a:pt x="420" y="724"/>
                    <a:pt x="420" y="696"/>
                  </a:cubicBezTo>
                  <a:cubicBezTo>
                    <a:pt x="420" y="97"/>
                    <a:pt x="420" y="97"/>
                    <a:pt x="420" y="97"/>
                  </a:cubicBezTo>
                  <a:cubicBezTo>
                    <a:pt x="423" y="102"/>
                    <a:pt x="425" y="108"/>
                    <a:pt x="427" y="114"/>
                  </a:cubicBezTo>
                  <a:cubicBezTo>
                    <a:pt x="439" y="145"/>
                    <a:pt x="448" y="197"/>
                    <a:pt x="448" y="277"/>
                  </a:cubicBezTo>
                  <a:cubicBezTo>
                    <a:pt x="448" y="299"/>
                    <a:pt x="447" y="323"/>
                    <a:pt x="446" y="350"/>
                  </a:cubicBezTo>
                  <a:cubicBezTo>
                    <a:pt x="445" y="367"/>
                    <a:pt x="458" y="382"/>
                    <a:pt x="476" y="383"/>
                  </a:cubicBezTo>
                  <a:cubicBezTo>
                    <a:pt x="477" y="383"/>
                    <a:pt x="477" y="384"/>
                    <a:pt x="478" y="384"/>
                  </a:cubicBezTo>
                  <a:cubicBezTo>
                    <a:pt x="495" y="384"/>
                    <a:pt x="509" y="370"/>
                    <a:pt x="510" y="353"/>
                  </a:cubicBezTo>
                  <a:cubicBezTo>
                    <a:pt x="511" y="326"/>
                    <a:pt x="512" y="300"/>
                    <a:pt x="512" y="277"/>
                  </a:cubicBezTo>
                  <a:cubicBezTo>
                    <a:pt x="512" y="156"/>
                    <a:pt x="493" y="89"/>
                    <a:pt x="466" y="49"/>
                  </a:cubicBezTo>
                  <a:cubicBezTo>
                    <a:pt x="453" y="29"/>
                    <a:pt x="438" y="16"/>
                    <a:pt x="42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Oval 82"/>
            <p:cNvSpPr>
              <a:spLocks noChangeArrowheads="1"/>
            </p:cNvSpPr>
            <p:nvPr/>
          </p:nvSpPr>
          <p:spPr bwMode="auto">
            <a:xfrm>
              <a:off x="6669088" y="4814888"/>
              <a:ext cx="301625" cy="3000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1" name="组合 100"/>
          <p:cNvGrpSpPr/>
          <p:nvPr/>
        </p:nvGrpSpPr>
        <p:grpSpPr>
          <a:xfrm>
            <a:off x="6299201" y="2776538"/>
            <a:ext cx="731838" cy="1582737"/>
            <a:chOff x="6299201" y="2776538"/>
            <a:chExt cx="731838" cy="1582737"/>
          </a:xfrm>
        </p:grpSpPr>
        <p:sp>
          <p:nvSpPr>
            <p:cNvPr id="102" name="Freeform 83"/>
            <p:cNvSpPr>
              <a:spLocks/>
            </p:cNvSpPr>
            <p:nvPr/>
          </p:nvSpPr>
          <p:spPr bwMode="auto">
            <a:xfrm>
              <a:off x="6826251" y="3470275"/>
              <a:ext cx="204788" cy="423863"/>
            </a:xfrm>
            <a:custGeom>
              <a:avLst/>
              <a:gdLst>
                <a:gd name="T0" fmla="*/ 90 w 122"/>
                <a:gd name="T1" fmla="*/ 124 h 253"/>
                <a:gd name="T2" fmla="*/ 89 w 122"/>
                <a:gd name="T3" fmla="*/ 140 h 253"/>
                <a:gd name="T4" fmla="*/ 49 w 122"/>
                <a:gd name="T5" fmla="*/ 178 h 253"/>
                <a:gd name="T6" fmla="*/ 47 w 122"/>
                <a:gd name="T7" fmla="*/ 178 h 253"/>
                <a:gd name="T8" fmla="*/ 20 w 122"/>
                <a:gd name="T9" fmla="*/ 165 h 253"/>
                <a:gd name="T10" fmla="*/ 10 w 122"/>
                <a:gd name="T11" fmla="*/ 136 h 253"/>
                <a:gd name="T12" fmla="*/ 12 w 122"/>
                <a:gd name="T13" fmla="*/ 63 h 253"/>
                <a:gd name="T14" fmla="*/ 9 w 122"/>
                <a:gd name="T15" fmla="*/ 0 h 253"/>
                <a:gd name="T16" fmla="*/ 0 w 122"/>
                <a:gd name="T17" fmla="*/ 4 h 253"/>
                <a:gd name="T18" fmla="*/ 0 w 122"/>
                <a:gd name="T19" fmla="*/ 15 h 253"/>
                <a:gd name="T20" fmla="*/ 0 w 122"/>
                <a:gd name="T21" fmla="*/ 253 h 253"/>
                <a:gd name="T22" fmla="*/ 116 w 122"/>
                <a:gd name="T23" fmla="*/ 198 h 253"/>
                <a:gd name="T24" fmla="*/ 120 w 122"/>
                <a:gd name="T25" fmla="*/ 188 h 253"/>
                <a:gd name="T26" fmla="*/ 90 w 122"/>
                <a:gd name="T27" fmla="*/ 124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253">
                  <a:moveTo>
                    <a:pt x="90" y="124"/>
                  </a:moveTo>
                  <a:cubicBezTo>
                    <a:pt x="90" y="129"/>
                    <a:pt x="90" y="135"/>
                    <a:pt x="89" y="140"/>
                  </a:cubicBezTo>
                  <a:cubicBezTo>
                    <a:pt x="88" y="162"/>
                    <a:pt x="71" y="178"/>
                    <a:pt x="49" y="178"/>
                  </a:cubicBezTo>
                  <a:cubicBezTo>
                    <a:pt x="49" y="178"/>
                    <a:pt x="48" y="178"/>
                    <a:pt x="47" y="178"/>
                  </a:cubicBezTo>
                  <a:cubicBezTo>
                    <a:pt x="36" y="177"/>
                    <a:pt x="27" y="173"/>
                    <a:pt x="20" y="165"/>
                  </a:cubicBezTo>
                  <a:cubicBezTo>
                    <a:pt x="12" y="157"/>
                    <a:pt x="9" y="146"/>
                    <a:pt x="10" y="136"/>
                  </a:cubicBezTo>
                  <a:cubicBezTo>
                    <a:pt x="11" y="110"/>
                    <a:pt x="12" y="86"/>
                    <a:pt x="12" y="63"/>
                  </a:cubicBezTo>
                  <a:cubicBezTo>
                    <a:pt x="12" y="39"/>
                    <a:pt x="11" y="18"/>
                    <a:pt x="9" y="0"/>
                  </a:cubicBezTo>
                  <a:cubicBezTo>
                    <a:pt x="0" y="4"/>
                    <a:pt x="0" y="4"/>
                    <a:pt x="0" y="4"/>
                  </a:cubicBezTo>
                  <a:cubicBezTo>
                    <a:pt x="0" y="15"/>
                    <a:pt x="0" y="15"/>
                    <a:pt x="0" y="15"/>
                  </a:cubicBezTo>
                  <a:cubicBezTo>
                    <a:pt x="0" y="253"/>
                    <a:pt x="0" y="253"/>
                    <a:pt x="0" y="253"/>
                  </a:cubicBezTo>
                  <a:cubicBezTo>
                    <a:pt x="116" y="198"/>
                    <a:pt x="116" y="198"/>
                    <a:pt x="116" y="198"/>
                  </a:cubicBezTo>
                  <a:cubicBezTo>
                    <a:pt x="120" y="197"/>
                    <a:pt x="122" y="192"/>
                    <a:pt x="120" y="188"/>
                  </a:cubicBezTo>
                  <a:lnTo>
                    <a:pt x="90" y="124"/>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3" name="Freeform 84"/>
            <p:cNvSpPr>
              <a:spLocks/>
            </p:cNvSpPr>
            <p:nvPr/>
          </p:nvSpPr>
          <p:spPr bwMode="auto">
            <a:xfrm>
              <a:off x="6299201" y="3130550"/>
              <a:ext cx="514350" cy="1228725"/>
            </a:xfrm>
            <a:custGeom>
              <a:avLst/>
              <a:gdLst>
                <a:gd name="T0" fmla="*/ 92 w 308"/>
                <a:gd name="T1" fmla="*/ 687 h 736"/>
                <a:gd name="T2" fmla="*/ 141 w 308"/>
                <a:gd name="T3" fmla="*/ 736 h 736"/>
                <a:gd name="T4" fmla="*/ 190 w 308"/>
                <a:gd name="T5" fmla="*/ 687 h 736"/>
                <a:gd name="T6" fmla="*/ 190 w 308"/>
                <a:gd name="T7" fmla="*/ 326 h 736"/>
                <a:gd name="T8" fmla="*/ 209 w 308"/>
                <a:gd name="T9" fmla="*/ 326 h 736"/>
                <a:gd name="T10" fmla="*/ 209 w 308"/>
                <a:gd name="T11" fmla="*/ 687 h 736"/>
                <a:gd name="T12" fmla="*/ 258 w 308"/>
                <a:gd name="T13" fmla="*/ 736 h 736"/>
                <a:gd name="T14" fmla="*/ 308 w 308"/>
                <a:gd name="T15" fmla="*/ 687 h 736"/>
                <a:gd name="T16" fmla="*/ 308 w 308"/>
                <a:gd name="T17" fmla="*/ 295 h 736"/>
                <a:gd name="T18" fmla="*/ 308 w 308"/>
                <a:gd name="T19" fmla="*/ 294 h 736"/>
                <a:gd name="T20" fmla="*/ 88 w 308"/>
                <a:gd name="T21" fmla="*/ 0 h 736"/>
                <a:gd name="T22" fmla="*/ 88 w 308"/>
                <a:gd name="T23" fmla="*/ 0 h 736"/>
                <a:gd name="T24" fmla="*/ 27 w 308"/>
                <a:gd name="T25" fmla="*/ 75 h 736"/>
                <a:gd name="T26" fmla="*/ 0 w 308"/>
                <a:gd name="T27" fmla="*/ 267 h 736"/>
                <a:gd name="T28" fmla="*/ 2 w 308"/>
                <a:gd name="T29" fmla="*/ 344 h 736"/>
                <a:gd name="T30" fmla="*/ 34 w 308"/>
                <a:gd name="T31" fmla="*/ 374 h 736"/>
                <a:gd name="T32" fmla="*/ 36 w 308"/>
                <a:gd name="T33" fmla="*/ 374 h 736"/>
                <a:gd name="T34" fmla="*/ 66 w 308"/>
                <a:gd name="T35" fmla="*/ 340 h 736"/>
                <a:gd name="T36" fmla="*/ 64 w 308"/>
                <a:gd name="T37" fmla="*/ 267 h 736"/>
                <a:gd name="T38" fmla="*/ 84 w 308"/>
                <a:gd name="T39" fmla="*/ 107 h 736"/>
                <a:gd name="T40" fmla="*/ 92 w 308"/>
                <a:gd name="T41" fmla="*/ 88 h 736"/>
                <a:gd name="T42" fmla="*/ 92 w 308"/>
                <a:gd name="T43" fmla="*/ 687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8" h="736">
                  <a:moveTo>
                    <a:pt x="92" y="687"/>
                  </a:moveTo>
                  <a:cubicBezTo>
                    <a:pt x="92" y="714"/>
                    <a:pt x="114" y="736"/>
                    <a:pt x="141" y="736"/>
                  </a:cubicBezTo>
                  <a:cubicBezTo>
                    <a:pt x="168" y="736"/>
                    <a:pt x="190" y="714"/>
                    <a:pt x="190" y="687"/>
                  </a:cubicBezTo>
                  <a:cubicBezTo>
                    <a:pt x="190" y="326"/>
                    <a:pt x="190" y="326"/>
                    <a:pt x="190" y="326"/>
                  </a:cubicBezTo>
                  <a:cubicBezTo>
                    <a:pt x="209" y="326"/>
                    <a:pt x="209" y="326"/>
                    <a:pt x="209" y="326"/>
                  </a:cubicBezTo>
                  <a:cubicBezTo>
                    <a:pt x="209" y="687"/>
                    <a:pt x="209" y="687"/>
                    <a:pt x="209" y="687"/>
                  </a:cubicBezTo>
                  <a:cubicBezTo>
                    <a:pt x="209" y="714"/>
                    <a:pt x="231" y="736"/>
                    <a:pt x="258" y="736"/>
                  </a:cubicBezTo>
                  <a:cubicBezTo>
                    <a:pt x="286" y="736"/>
                    <a:pt x="308" y="714"/>
                    <a:pt x="308" y="687"/>
                  </a:cubicBezTo>
                  <a:cubicBezTo>
                    <a:pt x="308" y="295"/>
                    <a:pt x="308" y="295"/>
                    <a:pt x="308" y="295"/>
                  </a:cubicBezTo>
                  <a:cubicBezTo>
                    <a:pt x="308" y="294"/>
                    <a:pt x="308" y="294"/>
                    <a:pt x="308" y="294"/>
                  </a:cubicBezTo>
                  <a:cubicBezTo>
                    <a:pt x="183" y="177"/>
                    <a:pt x="96" y="13"/>
                    <a:pt x="88" y="0"/>
                  </a:cubicBezTo>
                  <a:cubicBezTo>
                    <a:pt x="88" y="0"/>
                    <a:pt x="88" y="0"/>
                    <a:pt x="88" y="0"/>
                  </a:cubicBezTo>
                  <a:cubicBezTo>
                    <a:pt x="67" y="10"/>
                    <a:pt x="43" y="34"/>
                    <a:pt x="27" y="75"/>
                  </a:cubicBezTo>
                  <a:cubicBezTo>
                    <a:pt x="11" y="117"/>
                    <a:pt x="0" y="177"/>
                    <a:pt x="0" y="267"/>
                  </a:cubicBezTo>
                  <a:cubicBezTo>
                    <a:pt x="0" y="291"/>
                    <a:pt x="0" y="316"/>
                    <a:pt x="2" y="344"/>
                  </a:cubicBezTo>
                  <a:cubicBezTo>
                    <a:pt x="3" y="361"/>
                    <a:pt x="17" y="374"/>
                    <a:pt x="34" y="374"/>
                  </a:cubicBezTo>
                  <a:cubicBezTo>
                    <a:pt x="35" y="374"/>
                    <a:pt x="35" y="374"/>
                    <a:pt x="36" y="374"/>
                  </a:cubicBezTo>
                  <a:cubicBezTo>
                    <a:pt x="54" y="373"/>
                    <a:pt x="67" y="358"/>
                    <a:pt x="66" y="340"/>
                  </a:cubicBezTo>
                  <a:cubicBezTo>
                    <a:pt x="64" y="314"/>
                    <a:pt x="64" y="289"/>
                    <a:pt x="64" y="267"/>
                  </a:cubicBezTo>
                  <a:cubicBezTo>
                    <a:pt x="64" y="189"/>
                    <a:pt x="73" y="139"/>
                    <a:pt x="84" y="107"/>
                  </a:cubicBezTo>
                  <a:cubicBezTo>
                    <a:pt x="86" y="100"/>
                    <a:pt x="89" y="93"/>
                    <a:pt x="92" y="88"/>
                  </a:cubicBezTo>
                  <a:lnTo>
                    <a:pt x="92" y="687"/>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4" name="Freeform 85"/>
            <p:cNvSpPr>
              <a:spLocks/>
            </p:cNvSpPr>
            <p:nvPr/>
          </p:nvSpPr>
          <p:spPr bwMode="auto">
            <a:xfrm>
              <a:off x="6499226" y="3113088"/>
              <a:ext cx="468313" cy="641350"/>
            </a:xfrm>
            <a:custGeom>
              <a:avLst/>
              <a:gdLst>
                <a:gd name="T0" fmla="*/ 157 w 280"/>
                <a:gd name="T1" fmla="*/ 0 h 384"/>
                <a:gd name="T2" fmla="*/ 2 w 280"/>
                <a:gd name="T3" fmla="*/ 0 h 384"/>
                <a:gd name="T4" fmla="*/ 0 w 280"/>
                <a:gd name="T5" fmla="*/ 0 h 384"/>
                <a:gd name="T6" fmla="*/ 0 w 280"/>
                <a:gd name="T7" fmla="*/ 1 h 384"/>
                <a:gd name="T8" fmla="*/ 13 w 280"/>
                <a:gd name="T9" fmla="*/ 23 h 384"/>
                <a:gd name="T10" fmla="*/ 60 w 280"/>
                <a:gd name="T11" fmla="*/ 98 h 384"/>
                <a:gd name="T12" fmla="*/ 188 w 280"/>
                <a:gd name="T13" fmla="*/ 262 h 384"/>
                <a:gd name="T14" fmla="*/ 188 w 280"/>
                <a:gd name="T15" fmla="*/ 229 h 384"/>
                <a:gd name="T16" fmla="*/ 188 w 280"/>
                <a:gd name="T17" fmla="*/ 98 h 384"/>
                <a:gd name="T18" fmla="*/ 195 w 280"/>
                <a:gd name="T19" fmla="*/ 115 h 384"/>
                <a:gd name="T20" fmla="*/ 196 w 280"/>
                <a:gd name="T21" fmla="*/ 117 h 384"/>
                <a:gd name="T22" fmla="*/ 199 w 280"/>
                <a:gd name="T23" fmla="*/ 125 h 384"/>
                <a:gd name="T24" fmla="*/ 216 w 280"/>
                <a:gd name="T25" fmla="*/ 277 h 384"/>
                <a:gd name="T26" fmla="*/ 213 w 280"/>
                <a:gd name="T27" fmla="*/ 350 h 384"/>
                <a:gd name="T28" fmla="*/ 244 w 280"/>
                <a:gd name="T29" fmla="*/ 384 h 384"/>
                <a:gd name="T30" fmla="*/ 245 w 280"/>
                <a:gd name="T31" fmla="*/ 384 h 384"/>
                <a:gd name="T32" fmla="*/ 277 w 280"/>
                <a:gd name="T33" fmla="*/ 354 h 384"/>
                <a:gd name="T34" fmla="*/ 280 w 280"/>
                <a:gd name="T35" fmla="*/ 277 h 384"/>
                <a:gd name="T36" fmla="*/ 247 w 280"/>
                <a:gd name="T37" fmla="*/ 73 h 384"/>
                <a:gd name="T38" fmla="*/ 234 w 280"/>
                <a:gd name="T39" fmla="*/ 50 h 384"/>
                <a:gd name="T40" fmla="*/ 191 w 280"/>
                <a:gd name="T41" fmla="*/ 10 h 384"/>
                <a:gd name="T42" fmla="*/ 188 w 280"/>
                <a:gd name="T43" fmla="*/ 8 h 384"/>
                <a:gd name="T44" fmla="*/ 167 w 280"/>
                <a:gd name="T45" fmla="*/ 2 h 384"/>
                <a:gd name="T46" fmla="*/ 157 w 280"/>
                <a:gd name="T47" fmla="*/ 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0" h="384">
                  <a:moveTo>
                    <a:pt x="157" y="0"/>
                  </a:moveTo>
                  <a:cubicBezTo>
                    <a:pt x="2" y="0"/>
                    <a:pt x="2" y="0"/>
                    <a:pt x="2" y="0"/>
                  </a:cubicBezTo>
                  <a:cubicBezTo>
                    <a:pt x="2" y="0"/>
                    <a:pt x="1" y="0"/>
                    <a:pt x="0" y="0"/>
                  </a:cubicBezTo>
                  <a:cubicBezTo>
                    <a:pt x="0" y="1"/>
                    <a:pt x="0" y="1"/>
                    <a:pt x="0" y="1"/>
                  </a:cubicBezTo>
                  <a:cubicBezTo>
                    <a:pt x="3" y="6"/>
                    <a:pt x="7" y="14"/>
                    <a:pt x="13" y="23"/>
                  </a:cubicBezTo>
                  <a:cubicBezTo>
                    <a:pt x="24" y="42"/>
                    <a:pt x="40" y="68"/>
                    <a:pt x="60" y="98"/>
                  </a:cubicBezTo>
                  <a:cubicBezTo>
                    <a:pt x="98" y="155"/>
                    <a:pt x="128" y="205"/>
                    <a:pt x="188" y="262"/>
                  </a:cubicBezTo>
                  <a:cubicBezTo>
                    <a:pt x="188" y="229"/>
                    <a:pt x="188" y="229"/>
                    <a:pt x="188" y="229"/>
                  </a:cubicBezTo>
                  <a:cubicBezTo>
                    <a:pt x="188" y="98"/>
                    <a:pt x="188" y="98"/>
                    <a:pt x="188" y="98"/>
                  </a:cubicBezTo>
                  <a:cubicBezTo>
                    <a:pt x="190" y="103"/>
                    <a:pt x="193" y="108"/>
                    <a:pt x="195" y="115"/>
                  </a:cubicBezTo>
                  <a:cubicBezTo>
                    <a:pt x="195" y="116"/>
                    <a:pt x="196" y="116"/>
                    <a:pt x="196" y="117"/>
                  </a:cubicBezTo>
                  <a:cubicBezTo>
                    <a:pt x="197" y="120"/>
                    <a:pt x="198" y="123"/>
                    <a:pt x="199" y="125"/>
                  </a:cubicBezTo>
                  <a:cubicBezTo>
                    <a:pt x="208" y="157"/>
                    <a:pt x="216" y="206"/>
                    <a:pt x="216" y="277"/>
                  </a:cubicBezTo>
                  <a:cubicBezTo>
                    <a:pt x="216" y="299"/>
                    <a:pt x="215" y="324"/>
                    <a:pt x="213" y="350"/>
                  </a:cubicBezTo>
                  <a:cubicBezTo>
                    <a:pt x="212" y="368"/>
                    <a:pt x="226" y="383"/>
                    <a:pt x="244" y="384"/>
                  </a:cubicBezTo>
                  <a:cubicBezTo>
                    <a:pt x="244" y="384"/>
                    <a:pt x="245" y="384"/>
                    <a:pt x="245" y="384"/>
                  </a:cubicBezTo>
                  <a:cubicBezTo>
                    <a:pt x="262" y="384"/>
                    <a:pt x="276" y="371"/>
                    <a:pt x="277" y="354"/>
                  </a:cubicBezTo>
                  <a:cubicBezTo>
                    <a:pt x="279" y="326"/>
                    <a:pt x="280" y="301"/>
                    <a:pt x="280" y="277"/>
                  </a:cubicBezTo>
                  <a:cubicBezTo>
                    <a:pt x="280" y="178"/>
                    <a:pt x="266" y="115"/>
                    <a:pt x="247" y="73"/>
                  </a:cubicBezTo>
                  <a:cubicBezTo>
                    <a:pt x="243" y="64"/>
                    <a:pt x="239" y="57"/>
                    <a:pt x="234" y="50"/>
                  </a:cubicBezTo>
                  <a:cubicBezTo>
                    <a:pt x="221" y="30"/>
                    <a:pt x="206" y="17"/>
                    <a:pt x="191" y="10"/>
                  </a:cubicBezTo>
                  <a:cubicBezTo>
                    <a:pt x="190" y="9"/>
                    <a:pt x="189" y="9"/>
                    <a:pt x="188" y="8"/>
                  </a:cubicBezTo>
                  <a:cubicBezTo>
                    <a:pt x="180" y="5"/>
                    <a:pt x="173" y="3"/>
                    <a:pt x="167" y="2"/>
                  </a:cubicBezTo>
                  <a:cubicBezTo>
                    <a:pt x="164" y="1"/>
                    <a:pt x="160" y="0"/>
                    <a:pt x="157"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5" name="Oval 86"/>
            <p:cNvSpPr>
              <a:spLocks noChangeArrowheads="1"/>
            </p:cNvSpPr>
            <p:nvPr/>
          </p:nvSpPr>
          <p:spPr bwMode="auto">
            <a:xfrm>
              <a:off x="6483351" y="2776538"/>
              <a:ext cx="300038" cy="300038"/>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06" name="组合 105"/>
          <p:cNvGrpSpPr/>
          <p:nvPr/>
        </p:nvGrpSpPr>
        <p:grpSpPr>
          <a:xfrm>
            <a:off x="10326688" y="668338"/>
            <a:ext cx="666750" cy="1582737"/>
            <a:chOff x="10326688" y="668338"/>
            <a:chExt cx="666750" cy="1582737"/>
          </a:xfrm>
        </p:grpSpPr>
        <p:sp>
          <p:nvSpPr>
            <p:cNvPr id="107" name="Freeform 87"/>
            <p:cNvSpPr>
              <a:spLocks noEditPoints="1"/>
            </p:cNvSpPr>
            <p:nvPr/>
          </p:nvSpPr>
          <p:spPr bwMode="auto">
            <a:xfrm>
              <a:off x="10326688" y="1006475"/>
              <a:ext cx="666750" cy="1244600"/>
            </a:xfrm>
            <a:custGeom>
              <a:avLst/>
              <a:gdLst>
                <a:gd name="T0" fmla="*/ 34 w 400"/>
                <a:gd name="T1" fmla="*/ 383 h 745"/>
                <a:gd name="T2" fmla="*/ 36 w 400"/>
                <a:gd name="T3" fmla="*/ 383 h 745"/>
                <a:gd name="T4" fmla="*/ 66 w 400"/>
                <a:gd name="T5" fmla="*/ 349 h 745"/>
                <a:gd name="T6" fmla="*/ 64 w 400"/>
                <a:gd name="T7" fmla="*/ 277 h 745"/>
                <a:gd name="T8" fmla="*/ 92 w 400"/>
                <a:gd name="T9" fmla="*/ 97 h 745"/>
                <a:gd name="T10" fmla="*/ 92 w 400"/>
                <a:gd name="T11" fmla="*/ 270 h 745"/>
                <a:gd name="T12" fmla="*/ 165 w 400"/>
                <a:gd name="T13" fmla="*/ 270 h 745"/>
                <a:gd name="T14" fmla="*/ 165 w 400"/>
                <a:gd name="T15" fmla="*/ 296 h 745"/>
                <a:gd name="T16" fmla="*/ 92 w 400"/>
                <a:gd name="T17" fmla="*/ 296 h 745"/>
                <a:gd name="T18" fmla="*/ 92 w 400"/>
                <a:gd name="T19" fmla="*/ 696 h 745"/>
                <a:gd name="T20" fmla="*/ 141 w 400"/>
                <a:gd name="T21" fmla="*/ 745 h 745"/>
                <a:gd name="T22" fmla="*/ 190 w 400"/>
                <a:gd name="T23" fmla="*/ 696 h 745"/>
                <a:gd name="T24" fmla="*/ 190 w 400"/>
                <a:gd name="T25" fmla="*/ 335 h 745"/>
                <a:gd name="T26" fmla="*/ 209 w 400"/>
                <a:gd name="T27" fmla="*/ 335 h 745"/>
                <a:gd name="T28" fmla="*/ 209 w 400"/>
                <a:gd name="T29" fmla="*/ 696 h 745"/>
                <a:gd name="T30" fmla="*/ 258 w 400"/>
                <a:gd name="T31" fmla="*/ 745 h 745"/>
                <a:gd name="T32" fmla="*/ 308 w 400"/>
                <a:gd name="T33" fmla="*/ 696 h 745"/>
                <a:gd name="T34" fmla="*/ 308 w 400"/>
                <a:gd name="T35" fmla="*/ 296 h 745"/>
                <a:gd name="T36" fmla="*/ 235 w 400"/>
                <a:gd name="T37" fmla="*/ 296 h 745"/>
                <a:gd name="T38" fmla="*/ 235 w 400"/>
                <a:gd name="T39" fmla="*/ 270 h 745"/>
                <a:gd name="T40" fmla="*/ 308 w 400"/>
                <a:gd name="T41" fmla="*/ 270 h 745"/>
                <a:gd name="T42" fmla="*/ 308 w 400"/>
                <a:gd name="T43" fmla="*/ 97 h 745"/>
                <a:gd name="T44" fmla="*/ 315 w 400"/>
                <a:gd name="T45" fmla="*/ 114 h 745"/>
                <a:gd name="T46" fmla="*/ 336 w 400"/>
                <a:gd name="T47" fmla="*/ 277 h 745"/>
                <a:gd name="T48" fmla="*/ 333 w 400"/>
                <a:gd name="T49" fmla="*/ 349 h 745"/>
                <a:gd name="T50" fmla="*/ 364 w 400"/>
                <a:gd name="T51" fmla="*/ 383 h 745"/>
                <a:gd name="T52" fmla="*/ 365 w 400"/>
                <a:gd name="T53" fmla="*/ 383 h 745"/>
                <a:gd name="T54" fmla="*/ 397 w 400"/>
                <a:gd name="T55" fmla="*/ 353 h 745"/>
                <a:gd name="T56" fmla="*/ 400 w 400"/>
                <a:gd name="T57" fmla="*/ 277 h 745"/>
                <a:gd name="T58" fmla="*/ 354 w 400"/>
                <a:gd name="T59" fmla="*/ 49 h 745"/>
                <a:gd name="T60" fmla="*/ 311 w 400"/>
                <a:gd name="T61" fmla="*/ 9 h 745"/>
                <a:gd name="T62" fmla="*/ 287 w 400"/>
                <a:gd name="T63" fmla="*/ 1 h 745"/>
                <a:gd name="T64" fmla="*/ 277 w 400"/>
                <a:gd name="T65" fmla="*/ 0 h 745"/>
                <a:gd name="T66" fmla="*/ 122 w 400"/>
                <a:gd name="T67" fmla="*/ 0 h 745"/>
                <a:gd name="T68" fmla="*/ 113 w 400"/>
                <a:gd name="T69" fmla="*/ 1 h 745"/>
                <a:gd name="T70" fmla="*/ 88 w 400"/>
                <a:gd name="T71" fmla="*/ 9 h 745"/>
                <a:gd name="T72" fmla="*/ 27 w 400"/>
                <a:gd name="T73" fmla="*/ 84 h 745"/>
                <a:gd name="T74" fmla="*/ 0 w 400"/>
                <a:gd name="T75" fmla="*/ 277 h 745"/>
                <a:gd name="T76" fmla="*/ 2 w 400"/>
                <a:gd name="T77" fmla="*/ 353 h 745"/>
                <a:gd name="T78" fmla="*/ 34 w 400"/>
                <a:gd name="T79" fmla="*/ 383 h 745"/>
                <a:gd name="T80" fmla="*/ 227 w 400"/>
                <a:gd name="T81" fmla="*/ 299 h 745"/>
                <a:gd name="T82" fmla="*/ 173 w 400"/>
                <a:gd name="T83" fmla="*/ 299 h 745"/>
                <a:gd name="T84" fmla="*/ 173 w 400"/>
                <a:gd name="T85" fmla="*/ 267 h 745"/>
                <a:gd name="T86" fmla="*/ 227 w 400"/>
                <a:gd name="T87" fmla="*/ 267 h 745"/>
                <a:gd name="T88" fmla="*/ 227 w 400"/>
                <a:gd name="T89" fmla="*/ 299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00" h="745">
                  <a:moveTo>
                    <a:pt x="34" y="383"/>
                  </a:moveTo>
                  <a:cubicBezTo>
                    <a:pt x="35" y="383"/>
                    <a:pt x="35" y="383"/>
                    <a:pt x="36" y="383"/>
                  </a:cubicBezTo>
                  <a:cubicBezTo>
                    <a:pt x="54" y="382"/>
                    <a:pt x="67" y="367"/>
                    <a:pt x="66" y="349"/>
                  </a:cubicBezTo>
                  <a:cubicBezTo>
                    <a:pt x="64" y="323"/>
                    <a:pt x="64" y="299"/>
                    <a:pt x="64" y="277"/>
                  </a:cubicBezTo>
                  <a:cubicBezTo>
                    <a:pt x="64" y="180"/>
                    <a:pt x="78" y="125"/>
                    <a:pt x="92" y="97"/>
                  </a:cubicBezTo>
                  <a:cubicBezTo>
                    <a:pt x="92" y="270"/>
                    <a:pt x="92" y="270"/>
                    <a:pt x="92" y="270"/>
                  </a:cubicBezTo>
                  <a:cubicBezTo>
                    <a:pt x="165" y="270"/>
                    <a:pt x="165" y="270"/>
                    <a:pt x="165" y="270"/>
                  </a:cubicBezTo>
                  <a:cubicBezTo>
                    <a:pt x="165" y="296"/>
                    <a:pt x="165" y="296"/>
                    <a:pt x="165" y="296"/>
                  </a:cubicBezTo>
                  <a:cubicBezTo>
                    <a:pt x="92" y="296"/>
                    <a:pt x="92" y="296"/>
                    <a:pt x="92" y="296"/>
                  </a:cubicBezTo>
                  <a:cubicBezTo>
                    <a:pt x="92" y="696"/>
                    <a:pt x="92" y="696"/>
                    <a:pt x="92" y="696"/>
                  </a:cubicBezTo>
                  <a:cubicBezTo>
                    <a:pt x="92" y="723"/>
                    <a:pt x="114" y="745"/>
                    <a:pt x="141" y="745"/>
                  </a:cubicBezTo>
                  <a:cubicBezTo>
                    <a:pt x="168" y="745"/>
                    <a:pt x="190" y="723"/>
                    <a:pt x="190" y="696"/>
                  </a:cubicBezTo>
                  <a:cubicBezTo>
                    <a:pt x="190" y="335"/>
                    <a:pt x="190" y="335"/>
                    <a:pt x="190" y="335"/>
                  </a:cubicBezTo>
                  <a:cubicBezTo>
                    <a:pt x="209" y="335"/>
                    <a:pt x="209" y="335"/>
                    <a:pt x="209" y="335"/>
                  </a:cubicBezTo>
                  <a:cubicBezTo>
                    <a:pt x="209" y="696"/>
                    <a:pt x="209" y="696"/>
                    <a:pt x="209" y="696"/>
                  </a:cubicBezTo>
                  <a:cubicBezTo>
                    <a:pt x="209" y="723"/>
                    <a:pt x="231" y="745"/>
                    <a:pt x="258" y="745"/>
                  </a:cubicBezTo>
                  <a:cubicBezTo>
                    <a:pt x="286" y="745"/>
                    <a:pt x="308" y="723"/>
                    <a:pt x="308" y="696"/>
                  </a:cubicBezTo>
                  <a:cubicBezTo>
                    <a:pt x="308" y="296"/>
                    <a:pt x="308" y="296"/>
                    <a:pt x="308" y="296"/>
                  </a:cubicBezTo>
                  <a:cubicBezTo>
                    <a:pt x="235" y="296"/>
                    <a:pt x="235" y="296"/>
                    <a:pt x="235" y="296"/>
                  </a:cubicBezTo>
                  <a:cubicBezTo>
                    <a:pt x="235" y="270"/>
                    <a:pt x="235" y="270"/>
                    <a:pt x="235" y="270"/>
                  </a:cubicBezTo>
                  <a:cubicBezTo>
                    <a:pt x="308" y="270"/>
                    <a:pt x="308" y="270"/>
                    <a:pt x="308" y="270"/>
                  </a:cubicBezTo>
                  <a:cubicBezTo>
                    <a:pt x="308" y="97"/>
                    <a:pt x="308" y="97"/>
                    <a:pt x="308" y="97"/>
                  </a:cubicBezTo>
                  <a:cubicBezTo>
                    <a:pt x="310" y="102"/>
                    <a:pt x="313" y="107"/>
                    <a:pt x="315" y="114"/>
                  </a:cubicBezTo>
                  <a:cubicBezTo>
                    <a:pt x="326" y="145"/>
                    <a:pt x="336" y="196"/>
                    <a:pt x="336" y="277"/>
                  </a:cubicBezTo>
                  <a:cubicBezTo>
                    <a:pt x="336" y="299"/>
                    <a:pt x="335" y="323"/>
                    <a:pt x="333" y="349"/>
                  </a:cubicBezTo>
                  <a:cubicBezTo>
                    <a:pt x="332" y="367"/>
                    <a:pt x="346" y="382"/>
                    <a:pt x="364" y="383"/>
                  </a:cubicBezTo>
                  <a:cubicBezTo>
                    <a:pt x="364" y="383"/>
                    <a:pt x="365" y="383"/>
                    <a:pt x="365" y="383"/>
                  </a:cubicBezTo>
                  <a:cubicBezTo>
                    <a:pt x="382" y="383"/>
                    <a:pt x="396" y="370"/>
                    <a:pt x="397" y="353"/>
                  </a:cubicBezTo>
                  <a:cubicBezTo>
                    <a:pt x="399" y="325"/>
                    <a:pt x="400" y="300"/>
                    <a:pt x="400" y="277"/>
                  </a:cubicBezTo>
                  <a:cubicBezTo>
                    <a:pt x="400" y="156"/>
                    <a:pt x="380" y="89"/>
                    <a:pt x="354" y="49"/>
                  </a:cubicBezTo>
                  <a:cubicBezTo>
                    <a:pt x="341" y="29"/>
                    <a:pt x="325" y="16"/>
                    <a:pt x="311" y="9"/>
                  </a:cubicBezTo>
                  <a:cubicBezTo>
                    <a:pt x="302" y="4"/>
                    <a:pt x="294" y="2"/>
                    <a:pt x="287" y="1"/>
                  </a:cubicBezTo>
                  <a:cubicBezTo>
                    <a:pt x="284" y="0"/>
                    <a:pt x="280" y="0"/>
                    <a:pt x="277" y="0"/>
                  </a:cubicBezTo>
                  <a:cubicBezTo>
                    <a:pt x="122" y="0"/>
                    <a:pt x="122" y="0"/>
                    <a:pt x="122" y="0"/>
                  </a:cubicBezTo>
                  <a:cubicBezTo>
                    <a:pt x="119" y="0"/>
                    <a:pt x="116" y="0"/>
                    <a:pt x="113" y="1"/>
                  </a:cubicBezTo>
                  <a:cubicBezTo>
                    <a:pt x="106" y="2"/>
                    <a:pt x="97" y="4"/>
                    <a:pt x="88" y="9"/>
                  </a:cubicBezTo>
                  <a:cubicBezTo>
                    <a:pt x="67" y="20"/>
                    <a:pt x="43" y="43"/>
                    <a:pt x="27" y="84"/>
                  </a:cubicBezTo>
                  <a:cubicBezTo>
                    <a:pt x="11" y="126"/>
                    <a:pt x="0" y="186"/>
                    <a:pt x="0" y="277"/>
                  </a:cubicBezTo>
                  <a:cubicBezTo>
                    <a:pt x="0" y="300"/>
                    <a:pt x="0" y="325"/>
                    <a:pt x="2" y="353"/>
                  </a:cubicBezTo>
                  <a:cubicBezTo>
                    <a:pt x="3" y="370"/>
                    <a:pt x="17" y="383"/>
                    <a:pt x="34" y="383"/>
                  </a:cubicBezTo>
                  <a:close/>
                  <a:moveTo>
                    <a:pt x="227" y="299"/>
                  </a:moveTo>
                  <a:cubicBezTo>
                    <a:pt x="173" y="299"/>
                    <a:pt x="173" y="299"/>
                    <a:pt x="173" y="299"/>
                  </a:cubicBezTo>
                  <a:cubicBezTo>
                    <a:pt x="173" y="267"/>
                    <a:pt x="173" y="267"/>
                    <a:pt x="173" y="267"/>
                  </a:cubicBezTo>
                  <a:cubicBezTo>
                    <a:pt x="227" y="267"/>
                    <a:pt x="227" y="267"/>
                    <a:pt x="227" y="267"/>
                  </a:cubicBezTo>
                  <a:lnTo>
                    <a:pt x="227" y="299"/>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8" name="Oval 88"/>
            <p:cNvSpPr>
              <a:spLocks noChangeArrowheads="1"/>
            </p:cNvSpPr>
            <p:nvPr/>
          </p:nvSpPr>
          <p:spPr bwMode="auto">
            <a:xfrm>
              <a:off x="10509251" y="668338"/>
              <a:ext cx="301625" cy="300038"/>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09" name="组合 108"/>
          <p:cNvGrpSpPr/>
          <p:nvPr/>
        </p:nvGrpSpPr>
        <p:grpSpPr>
          <a:xfrm>
            <a:off x="9386888" y="668338"/>
            <a:ext cx="674688" cy="1582737"/>
            <a:chOff x="9386888" y="668338"/>
            <a:chExt cx="674688" cy="1582737"/>
          </a:xfrm>
        </p:grpSpPr>
        <p:sp>
          <p:nvSpPr>
            <p:cNvPr id="110" name="Freeform 89"/>
            <p:cNvSpPr>
              <a:spLocks/>
            </p:cNvSpPr>
            <p:nvPr/>
          </p:nvSpPr>
          <p:spPr bwMode="auto">
            <a:xfrm>
              <a:off x="9386888" y="1006475"/>
              <a:ext cx="674688" cy="1244600"/>
            </a:xfrm>
            <a:custGeom>
              <a:avLst/>
              <a:gdLst>
                <a:gd name="T0" fmla="*/ 34 w 405"/>
                <a:gd name="T1" fmla="*/ 383 h 745"/>
                <a:gd name="T2" fmla="*/ 36 w 405"/>
                <a:gd name="T3" fmla="*/ 383 h 745"/>
                <a:gd name="T4" fmla="*/ 66 w 405"/>
                <a:gd name="T5" fmla="*/ 349 h 745"/>
                <a:gd name="T6" fmla="*/ 64 w 405"/>
                <a:gd name="T7" fmla="*/ 276 h 745"/>
                <a:gd name="T8" fmla="*/ 92 w 405"/>
                <a:gd name="T9" fmla="*/ 97 h 745"/>
                <a:gd name="T10" fmla="*/ 92 w 405"/>
                <a:gd name="T11" fmla="*/ 696 h 745"/>
                <a:gd name="T12" fmla="*/ 141 w 405"/>
                <a:gd name="T13" fmla="*/ 745 h 745"/>
                <a:gd name="T14" fmla="*/ 191 w 405"/>
                <a:gd name="T15" fmla="*/ 696 h 745"/>
                <a:gd name="T16" fmla="*/ 191 w 405"/>
                <a:gd name="T17" fmla="*/ 335 h 745"/>
                <a:gd name="T18" fmla="*/ 209 w 405"/>
                <a:gd name="T19" fmla="*/ 335 h 745"/>
                <a:gd name="T20" fmla="*/ 209 w 405"/>
                <a:gd name="T21" fmla="*/ 696 h 745"/>
                <a:gd name="T22" fmla="*/ 259 w 405"/>
                <a:gd name="T23" fmla="*/ 745 h 745"/>
                <a:gd name="T24" fmla="*/ 308 w 405"/>
                <a:gd name="T25" fmla="*/ 696 h 745"/>
                <a:gd name="T26" fmla="*/ 308 w 405"/>
                <a:gd name="T27" fmla="*/ 170 h 745"/>
                <a:gd name="T28" fmla="*/ 217 w 405"/>
                <a:gd name="T29" fmla="*/ 182 h 745"/>
                <a:gd name="T30" fmla="*/ 214 w 405"/>
                <a:gd name="T31" fmla="*/ 182 h 745"/>
                <a:gd name="T32" fmla="*/ 174 w 405"/>
                <a:gd name="T33" fmla="*/ 145 h 745"/>
                <a:gd name="T34" fmla="*/ 184 w 405"/>
                <a:gd name="T35" fmla="*/ 116 h 745"/>
                <a:gd name="T36" fmla="*/ 211 w 405"/>
                <a:gd name="T37" fmla="*/ 102 h 745"/>
                <a:gd name="T38" fmla="*/ 249 w 405"/>
                <a:gd name="T39" fmla="*/ 98 h 745"/>
                <a:gd name="T40" fmla="*/ 250 w 405"/>
                <a:gd name="T41" fmla="*/ 98 h 745"/>
                <a:gd name="T42" fmla="*/ 250 w 405"/>
                <a:gd name="T43" fmla="*/ 98 h 745"/>
                <a:gd name="T44" fmla="*/ 308 w 405"/>
                <a:gd name="T45" fmla="*/ 89 h 745"/>
                <a:gd name="T46" fmla="*/ 308 w 405"/>
                <a:gd name="T47" fmla="*/ 75 h 745"/>
                <a:gd name="T48" fmla="*/ 331 w 405"/>
                <a:gd name="T49" fmla="*/ 88 h 745"/>
                <a:gd name="T50" fmla="*/ 333 w 405"/>
                <a:gd name="T51" fmla="*/ 89 h 745"/>
                <a:gd name="T52" fmla="*/ 328 w 405"/>
                <a:gd name="T53" fmla="*/ 91 h 745"/>
                <a:gd name="T54" fmla="*/ 311 w 405"/>
                <a:gd name="T55" fmla="*/ 96 h 745"/>
                <a:gd name="T56" fmla="*/ 254 w 405"/>
                <a:gd name="T57" fmla="*/ 106 h 745"/>
                <a:gd name="T58" fmla="*/ 258 w 405"/>
                <a:gd name="T59" fmla="*/ 113 h 745"/>
                <a:gd name="T60" fmla="*/ 278 w 405"/>
                <a:gd name="T61" fmla="*/ 134 h 745"/>
                <a:gd name="T62" fmla="*/ 269 w 405"/>
                <a:gd name="T63" fmla="*/ 151 h 745"/>
                <a:gd name="T64" fmla="*/ 270 w 405"/>
                <a:gd name="T65" fmla="*/ 168 h 745"/>
                <a:gd name="T66" fmla="*/ 349 w 405"/>
                <a:gd name="T67" fmla="*/ 152 h 745"/>
                <a:gd name="T68" fmla="*/ 386 w 405"/>
                <a:gd name="T69" fmla="*/ 131 h 745"/>
                <a:gd name="T70" fmla="*/ 399 w 405"/>
                <a:gd name="T71" fmla="*/ 115 h 745"/>
                <a:gd name="T72" fmla="*/ 399 w 405"/>
                <a:gd name="T73" fmla="*/ 114 h 745"/>
                <a:gd name="T74" fmla="*/ 405 w 405"/>
                <a:gd name="T75" fmla="*/ 92 h 745"/>
                <a:gd name="T76" fmla="*/ 397 w 405"/>
                <a:gd name="T77" fmla="*/ 65 h 745"/>
                <a:gd name="T78" fmla="*/ 369 w 405"/>
                <a:gd name="T79" fmla="*/ 37 h 745"/>
                <a:gd name="T80" fmla="*/ 321 w 405"/>
                <a:gd name="T81" fmla="*/ 11 h 745"/>
                <a:gd name="T82" fmla="*/ 299 w 405"/>
                <a:gd name="T83" fmla="*/ 3 h 745"/>
                <a:gd name="T84" fmla="*/ 278 w 405"/>
                <a:gd name="T85" fmla="*/ 0 h 745"/>
                <a:gd name="T86" fmla="*/ 278 w 405"/>
                <a:gd name="T87" fmla="*/ 0 h 745"/>
                <a:gd name="T88" fmla="*/ 277 w 405"/>
                <a:gd name="T89" fmla="*/ 0 h 745"/>
                <a:gd name="T90" fmla="*/ 123 w 405"/>
                <a:gd name="T91" fmla="*/ 0 h 745"/>
                <a:gd name="T92" fmla="*/ 113 w 405"/>
                <a:gd name="T93" fmla="*/ 1 h 745"/>
                <a:gd name="T94" fmla="*/ 89 w 405"/>
                <a:gd name="T95" fmla="*/ 9 h 745"/>
                <a:gd name="T96" fmla="*/ 28 w 405"/>
                <a:gd name="T97" fmla="*/ 84 h 745"/>
                <a:gd name="T98" fmla="*/ 0 w 405"/>
                <a:gd name="T99" fmla="*/ 276 h 745"/>
                <a:gd name="T100" fmla="*/ 3 w 405"/>
                <a:gd name="T101" fmla="*/ 353 h 745"/>
                <a:gd name="T102" fmla="*/ 34 w 405"/>
                <a:gd name="T103" fmla="*/ 383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05" h="745">
                  <a:moveTo>
                    <a:pt x="34" y="383"/>
                  </a:moveTo>
                  <a:cubicBezTo>
                    <a:pt x="35" y="383"/>
                    <a:pt x="36" y="383"/>
                    <a:pt x="36" y="383"/>
                  </a:cubicBezTo>
                  <a:cubicBezTo>
                    <a:pt x="54" y="382"/>
                    <a:pt x="67" y="367"/>
                    <a:pt x="66" y="349"/>
                  </a:cubicBezTo>
                  <a:cubicBezTo>
                    <a:pt x="65" y="323"/>
                    <a:pt x="64" y="299"/>
                    <a:pt x="64" y="276"/>
                  </a:cubicBezTo>
                  <a:cubicBezTo>
                    <a:pt x="64" y="180"/>
                    <a:pt x="78" y="125"/>
                    <a:pt x="92" y="97"/>
                  </a:cubicBezTo>
                  <a:cubicBezTo>
                    <a:pt x="92" y="696"/>
                    <a:pt x="92" y="696"/>
                    <a:pt x="92" y="696"/>
                  </a:cubicBezTo>
                  <a:cubicBezTo>
                    <a:pt x="92" y="723"/>
                    <a:pt x="114" y="745"/>
                    <a:pt x="141" y="745"/>
                  </a:cubicBezTo>
                  <a:cubicBezTo>
                    <a:pt x="169" y="745"/>
                    <a:pt x="191" y="723"/>
                    <a:pt x="191" y="696"/>
                  </a:cubicBezTo>
                  <a:cubicBezTo>
                    <a:pt x="191" y="335"/>
                    <a:pt x="191" y="335"/>
                    <a:pt x="191" y="335"/>
                  </a:cubicBezTo>
                  <a:cubicBezTo>
                    <a:pt x="209" y="335"/>
                    <a:pt x="209" y="335"/>
                    <a:pt x="209" y="335"/>
                  </a:cubicBezTo>
                  <a:cubicBezTo>
                    <a:pt x="209" y="696"/>
                    <a:pt x="209" y="696"/>
                    <a:pt x="209" y="696"/>
                  </a:cubicBezTo>
                  <a:cubicBezTo>
                    <a:pt x="209" y="723"/>
                    <a:pt x="232" y="745"/>
                    <a:pt x="259" y="745"/>
                  </a:cubicBezTo>
                  <a:cubicBezTo>
                    <a:pt x="286" y="745"/>
                    <a:pt x="308" y="723"/>
                    <a:pt x="308" y="696"/>
                  </a:cubicBezTo>
                  <a:cubicBezTo>
                    <a:pt x="308" y="170"/>
                    <a:pt x="308" y="170"/>
                    <a:pt x="308" y="170"/>
                  </a:cubicBezTo>
                  <a:cubicBezTo>
                    <a:pt x="284" y="175"/>
                    <a:pt x="253" y="179"/>
                    <a:pt x="217" y="182"/>
                  </a:cubicBezTo>
                  <a:cubicBezTo>
                    <a:pt x="216" y="182"/>
                    <a:pt x="215" y="182"/>
                    <a:pt x="214" y="182"/>
                  </a:cubicBezTo>
                  <a:cubicBezTo>
                    <a:pt x="193" y="182"/>
                    <a:pt x="176" y="165"/>
                    <a:pt x="174" y="145"/>
                  </a:cubicBezTo>
                  <a:cubicBezTo>
                    <a:pt x="173" y="134"/>
                    <a:pt x="177" y="124"/>
                    <a:pt x="184" y="116"/>
                  </a:cubicBezTo>
                  <a:cubicBezTo>
                    <a:pt x="191" y="107"/>
                    <a:pt x="200" y="103"/>
                    <a:pt x="211" y="102"/>
                  </a:cubicBezTo>
                  <a:cubicBezTo>
                    <a:pt x="225" y="101"/>
                    <a:pt x="237" y="100"/>
                    <a:pt x="249" y="98"/>
                  </a:cubicBezTo>
                  <a:cubicBezTo>
                    <a:pt x="250" y="98"/>
                    <a:pt x="250" y="98"/>
                    <a:pt x="250" y="98"/>
                  </a:cubicBezTo>
                  <a:cubicBezTo>
                    <a:pt x="250" y="98"/>
                    <a:pt x="250" y="98"/>
                    <a:pt x="250" y="98"/>
                  </a:cubicBezTo>
                  <a:cubicBezTo>
                    <a:pt x="273" y="96"/>
                    <a:pt x="293" y="92"/>
                    <a:pt x="308" y="89"/>
                  </a:cubicBezTo>
                  <a:cubicBezTo>
                    <a:pt x="308" y="75"/>
                    <a:pt x="308" y="75"/>
                    <a:pt x="308" y="75"/>
                  </a:cubicBezTo>
                  <a:cubicBezTo>
                    <a:pt x="317" y="79"/>
                    <a:pt x="325" y="83"/>
                    <a:pt x="331" y="88"/>
                  </a:cubicBezTo>
                  <a:cubicBezTo>
                    <a:pt x="332" y="88"/>
                    <a:pt x="332" y="89"/>
                    <a:pt x="333" y="89"/>
                  </a:cubicBezTo>
                  <a:cubicBezTo>
                    <a:pt x="331" y="90"/>
                    <a:pt x="330" y="91"/>
                    <a:pt x="328" y="91"/>
                  </a:cubicBezTo>
                  <a:cubicBezTo>
                    <a:pt x="323" y="93"/>
                    <a:pt x="318" y="95"/>
                    <a:pt x="311" y="96"/>
                  </a:cubicBezTo>
                  <a:cubicBezTo>
                    <a:pt x="297" y="100"/>
                    <a:pt x="278" y="103"/>
                    <a:pt x="254" y="106"/>
                  </a:cubicBezTo>
                  <a:cubicBezTo>
                    <a:pt x="255" y="108"/>
                    <a:pt x="257" y="110"/>
                    <a:pt x="258" y="113"/>
                  </a:cubicBezTo>
                  <a:cubicBezTo>
                    <a:pt x="269" y="113"/>
                    <a:pt x="278" y="122"/>
                    <a:pt x="278" y="134"/>
                  </a:cubicBezTo>
                  <a:cubicBezTo>
                    <a:pt x="278" y="141"/>
                    <a:pt x="274" y="147"/>
                    <a:pt x="269" y="151"/>
                  </a:cubicBezTo>
                  <a:cubicBezTo>
                    <a:pt x="270" y="156"/>
                    <a:pt x="270" y="162"/>
                    <a:pt x="270" y="168"/>
                  </a:cubicBezTo>
                  <a:cubicBezTo>
                    <a:pt x="304" y="164"/>
                    <a:pt x="329" y="159"/>
                    <a:pt x="349" y="152"/>
                  </a:cubicBezTo>
                  <a:cubicBezTo>
                    <a:pt x="364" y="146"/>
                    <a:pt x="376" y="140"/>
                    <a:pt x="386" y="131"/>
                  </a:cubicBezTo>
                  <a:cubicBezTo>
                    <a:pt x="391" y="127"/>
                    <a:pt x="395" y="121"/>
                    <a:pt x="399" y="115"/>
                  </a:cubicBezTo>
                  <a:cubicBezTo>
                    <a:pt x="399" y="115"/>
                    <a:pt x="399" y="115"/>
                    <a:pt x="399" y="114"/>
                  </a:cubicBezTo>
                  <a:cubicBezTo>
                    <a:pt x="403" y="108"/>
                    <a:pt x="405" y="100"/>
                    <a:pt x="405" y="92"/>
                  </a:cubicBezTo>
                  <a:cubicBezTo>
                    <a:pt x="404" y="81"/>
                    <a:pt x="401" y="72"/>
                    <a:pt x="397" y="65"/>
                  </a:cubicBezTo>
                  <a:cubicBezTo>
                    <a:pt x="389" y="52"/>
                    <a:pt x="379" y="44"/>
                    <a:pt x="369" y="37"/>
                  </a:cubicBezTo>
                  <a:cubicBezTo>
                    <a:pt x="354" y="26"/>
                    <a:pt x="337" y="17"/>
                    <a:pt x="321" y="11"/>
                  </a:cubicBezTo>
                  <a:cubicBezTo>
                    <a:pt x="314" y="8"/>
                    <a:pt x="306" y="5"/>
                    <a:pt x="299" y="3"/>
                  </a:cubicBezTo>
                  <a:cubicBezTo>
                    <a:pt x="292" y="1"/>
                    <a:pt x="287" y="0"/>
                    <a:pt x="278" y="0"/>
                  </a:cubicBezTo>
                  <a:cubicBezTo>
                    <a:pt x="278" y="0"/>
                    <a:pt x="278" y="0"/>
                    <a:pt x="278" y="0"/>
                  </a:cubicBezTo>
                  <a:cubicBezTo>
                    <a:pt x="278" y="0"/>
                    <a:pt x="278" y="0"/>
                    <a:pt x="277" y="0"/>
                  </a:cubicBezTo>
                  <a:cubicBezTo>
                    <a:pt x="123" y="0"/>
                    <a:pt x="123" y="0"/>
                    <a:pt x="123" y="0"/>
                  </a:cubicBezTo>
                  <a:cubicBezTo>
                    <a:pt x="119" y="0"/>
                    <a:pt x="116" y="0"/>
                    <a:pt x="113" y="1"/>
                  </a:cubicBezTo>
                  <a:cubicBezTo>
                    <a:pt x="106" y="2"/>
                    <a:pt x="98" y="4"/>
                    <a:pt x="89" y="9"/>
                  </a:cubicBezTo>
                  <a:cubicBezTo>
                    <a:pt x="67" y="20"/>
                    <a:pt x="44" y="43"/>
                    <a:pt x="28" y="84"/>
                  </a:cubicBezTo>
                  <a:cubicBezTo>
                    <a:pt x="11" y="126"/>
                    <a:pt x="0" y="186"/>
                    <a:pt x="0" y="276"/>
                  </a:cubicBezTo>
                  <a:cubicBezTo>
                    <a:pt x="0" y="300"/>
                    <a:pt x="1" y="325"/>
                    <a:pt x="3" y="353"/>
                  </a:cubicBezTo>
                  <a:cubicBezTo>
                    <a:pt x="4" y="370"/>
                    <a:pt x="18" y="383"/>
                    <a:pt x="34" y="38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1" name="Oval 90"/>
            <p:cNvSpPr>
              <a:spLocks noChangeArrowheads="1"/>
            </p:cNvSpPr>
            <p:nvPr/>
          </p:nvSpPr>
          <p:spPr bwMode="auto">
            <a:xfrm>
              <a:off x="9569451" y="668338"/>
              <a:ext cx="301625" cy="300038"/>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2" name="Freeform 91"/>
            <p:cNvSpPr>
              <a:spLocks/>
            </p:cNvSpPr>
            <p:nvPr/>
          </p:nvSpPr>
          <p:spPr bwMode="auto">
            <a:xfrm>
              <a:off x="9688513" y="1185863"/>
              <a:ext cx="128588" cy="111125"/>
            </a:xfrm>
            <a:custGeom>
              <a:avLst/>
              <a:gdLst>
                <a:gd name="T0" fmla="*/ 76 w 77"/>
                <a:gd name="T1" fmla="*/ 47 h 67"/>
                <a:gd name="T2" fmla="*/ 76 w 77"/>
                <a:gd name="T3" fmla="*/ 48 h 67"/>
                <a:gd name="T4" fmla="*/ 55 w 77"/>
                <a:gd name="T5" fmla="*/ 27 h 67"/>
                <a:gd name="T6" fmla="*/ 65 w 77"/>
                <a:gd name="T7" fmla="*/ 9 h 67"/>
                <a:gd name="T8" fmla="*/ 60 w 77"/>
                <a:gd name="T9" fmla="*/ 0 h 67"/>
                <a:gd name="T10" fmla="*/ 31 w 77"/>
                <a:gd name="T11" fmla="*/ 3 h 67"/>
                <a:gd name="T12" fmla="*/ 1 w 77"/>
                <a:gd name="T13" fmla="*/ 37 h 67"/>
                <a:gd name="T14" fmla="*/ 33 w 77"/>
                <a:gd name="T15" fmla="*/ 67 h 67"/>
                <a:gd name="T16" fmla="*/ 35 w 77"/>
                <a:gd name="T17" fmla="*/ 67 h 67"/>
                <a:gd name="T18" fmla="*/ 77 w 77"/>
                <a:gd name="T19" fmla="*/ 63 h 67"/>
                <a:gd name="T20" fmla="*/ 76 w 77"/>
                <a:gd name="T21" fmla="*/ 4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7" h="67">
                  <a:moveTo>
                    <a:pt x="76" y="47"/>
                  </a:moveTo>
                  <a:cubicBezTo>
                    <a:pt x="76" y="47"/>
                    <a:pt x="76" y="48"/>
                    <a:pt x="76" y="48"/>
                  </a:cubicBezTo>
                  <a:cubicBezTo>
                    <a:pt x="64" y="48"/>
                    <a:pt x="55" y="38"/>
                    <a:pt x="55" y="27"/>
                  </a:cubicBezTo>
                  <a:cubicBezTo>
                    <a:pt x="55" y="19"/>
                    <a:pt x="59" y="12"/>
                    <a:pt x="65" y="9"/>
                  </a:cubicBezTo>
                  <a:cubicBezTo>
                    <a:pt x="63" y="5"/>
                    <a:pt x="61" y="2"/>
                    <a:pt x="60" y="0"/>
                  </a:cubicBezTo>
                  <a:cubicBezTo>
                    <a:pt x="51" y="1"/>
                    <a:pt x="41" y="2"/>
                    <a:pt x="31" y="3"/>
                  </a:cubicBezTo>
                  <a:cubicBezTo>
                    <a:pt x="13" y="4"/>
                    <a:pt x="0" y="19"/>
                    <a:pt x="1" y="37"/>
                  </a:cubicBezTo>
                  <a:cubicBezTo>
                    <a:pt x="2" y="54"/>
                    <a:pt x="16" y="67"/>
                    <a:pt x="33" y="67"/>
                  </a:cubicBezTo>
                  <a:cubicBezTo>
                    <a:pt x="34" y="67"/>
                    <a:pt x="34" y="67"/>
                    <a:pt x="35" y="67"/>
                  </a:cubicBezTo>
                  <a:cubicBezTo>
                    <a:pt x="51" y="66"/>
                    <a:pt x="64" y="64"/>
                    <a:pt x="77" y="63"/>
                  </a:cubicBezTo>
                  <a:cubicBezTo>
                    <a:pt x="77" y="57"/>
                    <a:pt x="77" y="52"/>
                    <a:pt x="76" y="4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3" name="Oval 92"/>
            <p:cNvSpPr>
              <a:spLocks noChangeArrowheads="1"/>
            </p:cNvSpPr>
            <p:nvPr/>
          </p:nvSpPr>
          <p:spPr bwMode="auto">
            <a:xfrm>
              <a:off x="9793288" y="1208088"/>
              <a:ext cx="42863" cy="44450"/>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14" name="组合 113"/>
          <p:cNvGrpSpPr/>
          <p:nvPr/>
        </p:nvGrpSpPr>
        <p:grpSpPr>
          <a:xfrm>
            <a:off x="11358563" y="668338"/>
            <a:ext cx="666750" cy="1582737"/>
            <a:chOff x="11358563" y="668338"/>
            <a:chExt cx="666750" cy="1582737"/>
          </a:xfrm>
        </p:grpSpPr>
        <p:sp>
          <p:nvSpPr>
            <p:cNvPr id="115" name="Freeform 93"/>
            <p:cNvSpPr>
              <a:spLocks noEditPoints="1"/>
            </p:cNvSpPr>
            <p:nvPr/>
          </p:nvSpPr>
          <p:spPr bwMode="auto">
            <a:xfrm>
              <a:off x="11358563" y="1006475"/>
              <a:ext cx="666750" cy="1244600"/>
            </a:xfrm>
            <a:custGeom>
              <a:avLst/>
              <a:gdLst>
                <a:gd name="T0" fmla="*/ 34 w 400"/>
                <a:gd name="T1" fmla="*/ 383 h 745"/>
                <a:gd name="T2" fmla="*/ 36 w 400"/>
                <a:gd name="T3" fmla="*/ 383 h 745"/>
                <a:gd name="T4" fmla="*/ 66 w 400"/>
                <a:gd name="T5" fmla="*/ 349 h 745"/>
                <a:gd name="T6" fmla="*/ 64 w 400"/>
                <a:gd name="T7" fmla="*/ 277 h 745"/>
                <a:gd name="T8" fmla="*/ 91 w 400"/>
                <a:gd name="T9" fmla="*/ 97 h 745"/>
                <a:gd name="T10" fmla="*/ 91 w 400"/>
                <a:gd name="T11" fmla="*/ 270 h 745"/>
                <a:gd name="T12" fmla="*/ 125 w 400"/>
                <a:gd name="T13" fmla="*/ 270 h 745"/>
                <a:gd name="T14" fmla="*/ 124 w 400"/>
                <a:gd name="T15" fmla="*/ 277 h 745"/>
                <a:gd name="T16" fmla="*/ 124 w 400"/>
                <a:gd name="T17" fmla="*/ 296 h 745"/>
                <a:gd name="T18" fmla="*/ 91 w 400"/>
                <a:gd name="T19" fmla="*/ 296 h 745"/>
                <a:gd name="T20" fmla="*/ 91 w 400"/>
                <a:gd name="T21" fmla="*/ 696 h 745"/>
                <a:gd name="T22" fmla="*/ 141 w 400"/>
                <a:gd name="T23" fmla="*/ 745 h 745"/>
                <a:gd name="T24" fmla="*/ 190 w 400"/>
                <a:gd name="T25" fmla="*/ 696 h 745"/>
                <a:gd name="T26" fmla="*/ 190 w 400"/>
                <a:gd name="T27" fmla="*/ 354 h 745"/>
                <a:gd name="T28" fmla="*/ 209 w 400"/>
                <a:gd name="T29" fmla="*/ 354 h 745"/>
                <a:gd name="T30" fmla="*/ 209 w 400"/>
                <a:gd name="T31" fmla="*/ 696 h 745"/>
                <a:gd name="T32" fmla="*/ 258 w 400"/>
                <a:gd name="T33" fmla="*/ 745 h 745"/>
                <a:gd name="T34" fmla="*/ 308 w 400"/>
                <a:gd name="T35" fmla="*/ 696 h 745"/>
                <a:gd name="T36" fmla="*/ 308 w 400"/>
                <a:gd name="T37" fmla="*/ 296 h 745"/>
                <a:gd name="T38" fmla="*/ 276 w 400"/>
                <a:gd name="T39" fmla="*/ 296 h 745"/>
                <a:gd name="T40" fmla="*/ 276 w 400"/>
                <a:gd name="T41" fmla="*/ 277 h 745"/>
                <a:gd name="T42" fmla="*/ 274 w 400"/>
                <a:gd name="T43" fmla="*/ 270 h 745"/>
                <a:gd name="T44" fmla="*/ 308 w 400"/>
                <a:gd name="T45" fmla="*/ 270 h 745"/>
                <a:gd name="T46" fmla="*/ 308 w 400"/>
                <a:gd name="T47" fmla="*/ 97 h 745"/>
                <a:gd name="T48" fmla="*/ 315 w 400"/>
                <a:gd name="T49" fmla="*/ 114 h 745"/>
                <a:gd name="T50" fmla="*/ 336 w 400"/>
                <a:gd name="T51" fmla="*/ 277 h 745"/>
                <a:gd name="T52" fmla="*/ 333 w 400"/>
                <a:gd name="T53" fmla="*/ 349 h 745"/>
                <a:gd name="T54" fmla="*/ 364 w 400"/>
                <a:gd name="T55" fmla="*/ 383 h 745"/>
                <a:gd name="T56" fmla="*/ 365 w 400"/>
                <a:gd name="T57" fmla="*/ 383 h 745"/>
                <a:gd name="T58" fmla="*/ 397 w 400"/>
                <a:gd name="T59" fmla="*/ 353 h 745"/>
                <a:gd name="T60" fmla="*/ 400 w 400"/>
                <a:gd name="T61" fmla="*/ 277 h 745"/>
                <a:gd name="T62" fmla="*/ 354 w 400"/>
                <a:gd name="T63" fmla="*/ 49 h 745"/>
                <a:gd name="T64" fmla="*/ 311 w 400"/>
                <a:gd name="T65" fmla="*/ 9 h 745"/>
                <a:gd name="T66" fmla="*/ 287 w 400"/>
                <a:gd name="T67" fmla="*/ 1 h 745"/>
                <a:gd name="T68" fmla="*/ 277 w 400"/>
                <a:gd name="T69" fmla="*/ 0 h 745"/>
                <a:gd name="T70" fmla="*/ 122 w 400"/>
                <a:gd name="T71" fmla="*/ 0 h 745"/>
                <a:gd name="T72" fmla="*/ 113 w 400"/>
                <a:gd name="T73" fmla="*/ 1 h 745"/>
                <a:gd name="T74" fmla="*/ 88 w 400"/>
                <a:gd name="T75" fmla="*/ 9 h 745"/>
                <a:gd name="T76" fmla="*/ 27 w 400"/>
                <a:gd name="T77" fmla="*/ 84 h 745"/>
                <a:gd name="T78" fmla="*/ 0 w 400"/>
                <a:gd name="T79" fmla="*/ 277 h 745"/>
                <a:gd name="T80" fmla="*/ 2 w 400"/>
                <a:gd name="T81" fmla="*/ 353 h 745"/>
                <a:gd name="T82" fmla="*/ 34 w 400"/>
                <a:gd name="T83" fmla="*/ 383 h 745"/>
                <a:gd name="T84" fmla="*/ 268 w 400"/>
                <a:gd name="T85" fmla="*/ 334 h 745"/>
                <a:gd name="T86" fmla="*/ 256 w 400"/>
                <a:gd name="T87" fmla="*/ 346 h 745"/>
                <a:gd name="T88" fmla="*/ 144 w 400"/>
                <a:gd name="T89" fmla="*/ 346 h 745"/>
                <a:gd name="T90" fmla="*/ 132 w 400"/>
                <a:gd name="T91" fmla="*/ 334 h 745"/>
                <a:gd name="T92" fmla="*/ 132 w 400"/>
                <a:gd name="T93" fmla="*/ 289 h 745"/>
                <a:gd name="T94" fmla="*/ 200 w 400"/>
                <a:gd name="T95" fmla="*/ 306 h 745"/>
                <a:gd name="T96" fmla="*/ 268 w 400"/>
                <a:gd name="T97" fmla="*/ 290 h 745"/>
                <a:gd name="T98" fmla="*/ 268 w 400"/>
                <a:gd name="T99" fmla="*/ 334 h 745"/>
                <a:gd name="T100" fmla="*/ 268 w 400"/>
                <a:gd name="T101" fmla="*/ 277 h 745"/>
                <a:gd name="T102" fmla="*/ 268 w 400"/>
                <a:gd name="T103" fmla="*/ 281 h 745"/>
                <a:gd name="T104" fmla="*/ 264 w 400"/>
                <a:gd name="T105" fmla="*/ 283 h 745"/>
                <a:gd name="T106" fmla="*/ 200 w 400"/>
                <a:gd name="T107" fmla="*/ 298 h 745"/>
                <a:gd name="T108" fmla="*/ 151 w 400"/>
                <a:gd name="T109" fmla="*/ 289 h 745"/>
                <a:gd name="T110" fmla="*/ 136 w 400"/>
                <a:gd name="T111" fmla="*/ 283 h 745"/>
                <a:gd name="T112" fmla="*/ 132 w 400"/>
                <a:gd name="T113" fmla="*/ 280 h 745"/>
                <a:gd name="T114" fmla="*/ 132 w 400"/>
                <a:gd name="T115" fmla="*/ 277 h 745"/>
                <a:gd name="T116" fmla="*/ 144 w 400"/>
                <a:gd name="T117" fmla="*/ 265 h 745"/>
                <a:gd name="T118" fmla="*/ 256 w 400"/>
                <a:gd name="T119" fmla="*/ 265 h 745"/>
                <a:gd name="T120" fmla="*/ 268 w 400"/>
                <a:gd name="T121" fmla="*/ 277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0" h="745">
                  <a:moveTo>
                    <a:pt x="34" y="383"/>
                  </a:moveTo>
                  <a:cubicBezTo>
                    <a:pt x="35" y="383"/>
                    <a:pt x="35" y="383"/>
                    <a:pt x="36" y="383"/>
                  </a:cubicBezTo>
                  <a:cubicBezTo>
                    <a:pt x="53" y="382"/>
                    <a:pt x="67" y="367"/>
                    <a:pt x="66" y="349"/>
                  </a:cubicBezTo>
                  <a:cubicBezTo>
                    <a:pt x="64" y="323"/>
                    <a:pt x="64" y="299"/>
                    <a:pt x="64" y="277"/>
                  </a:cubicBezTo>
                  <a:cubicBezTo>
                    <a:pt x="63" y="180"/>
                    <a:pt x="78" y="125"/>
                    <a:pt x="91" y="97"/>
                  </a:cubicBezTo>
                  <a:cubicBezTo>
                    <a:pt x="91" y="270"/>
                    <a:pt x="91" y="270"/>
                    <a:pt x="91" y="270"/>
                  </a:cubicBezTo>
                  <a:cubicBezTo>
                    <a:pt x="125" y="270"/>
                    <a:pt x="125" y="270"/>
                    <a:pt x="125" y="270"/>
                  </a:cubicBezTo>
                  <a:cubicBezTo>
                    <a:pt x="124" y="272"/>
                    <a:pt x="124" y="274"/>
                    <a:pt x="124" y="277"/>
                  </a:cubicBezTo>
                  <a:cubicBezTo>
                    <a:pt x="124" y="296"/>
                    <a:pt x="124" y="296"/>
                    <a:pt x="124" y="296"/>
                  </a:cubicBezTo>
                  <a:cubicBezTo>
                    <a:pt x="91" y="296"/>
                    <a:pt x="91" y="296"/>
                    <a:pt x="91" y="296"/>
                  </a:cubicBezTo>
                  <a:cubicBezTo>
                    <a:pt x="91" y="696"/>
                    <a:pt x="91" y="696"/>
                    <a:pt x="91" y="696"/>
                  </a:cubicBezTo>
                  <a:cubicBezTo>
                    <a:pt x="91" y="723"/>
                    <a:pt x="114" y="745"/>
                    <a:pt x="141" y="745"/>
                  </a:cubicBezTo>
                  <a:cubicBezTo>
                    <a:pt x="168" y="745"/>
                    <a:pt x="190" y="723"/>
                    <a:pt x="190" y="696"/>
                  </a:cubicBezTo>
                  <a:cubicBezTo>
                    <a:pt x="190" y="354"/>
                    <a:pt x="190" y="354"/>
                    <a:pt x="190" y="354"/>
                  </a:cubicBezTo>
                  <a:cubicBezTo>
                    <a:pt x="209" y="354"/>
                    <a:pt x="209" y="354"/>
                    <a:pt x="209" y="354"/>
                  </a:cubicBezTo>
                  <a:cubicBezTo>
                    <a:pt x="209" y="696"/>
                    <a:pt x="209" y="696"/>
                    <a:pt x="209" y="696"/>
                  </a:cubicBezTo>
                  <a:cubicBezTo>
                    <a:pt x="209" y="723"/>
                    <a:pt x="231" y="745"/>
                    <a:pt x="258" y="745"/>
                  </a:cubicBezTo>
                  <a:cubicBezTo>
                    <a:pt x="286" y="745"/>
                    <a:pt x="308" y="723"/>
                    <a:pt x="308" y="696"/>
                  </a:cubicBezTo>
                  <a:cubicBezTo>
                    <a:pt x="308" y="296"/>
                    <a:pt x="308" y="296"/>
                    <a:pt x="308" y="296"/>
                  </a:cubicBezTo>
                  <a:cubicBezTo>
                    <a:pt x="276" y="296"/>
                    <a:pt x="276" y="296"/>
                    <a:pt x="276" y="296"/>
                  </a:cubicBezTo>
                  <a:cubicBezTo>
                    <a:pt x="276" y="277"/>
                    <a:pt x="276" y="277"/>
                    <a:pt x="276" y="277"/>
                  </a:cubicBezTo>
                  <a:cubicBezTo>
                    <a:pt x="276" y="274"/>
                    <a:pt x="275" y="272"/>
                    <a:pt x="274" y="270"/>
                  </a:cubicBezTo>
                  <a:cubicBezTo>
                    <a:pt x="308" y="270"/>
                    <a:pt x="308" y="270"/>
                    <a:pt x="308" y="270"/>
                  </a:cubicBezTo>
                  <a:cubicBezTo>
                    <a:pt x="308" y="97"/>
                    <a:pt x="308" y="97"/>
                    <a:pt x="308" y="97"/>
                  </a:cubicBezTo>
                  <a:cubicBezTo>
                    <a:pt x="310" y="102"/>
                    <a:pt x="313" y="107"/>
                    <a:pt x="315" y="114"/>
                  </a:cubicBezTo>
                  <a:cubicBezTo>
                    <a:pt x="326" y="145"/>
                    <a:pt x="336" y="196"/>
                    <a:pt x="336" y="277"/>
                  </a:cubicBezTo>
                  <a:cubicBezTo>
                    <a:pt x="336" y="299"/>
                    <a:pt x="335" y="323"/>
                    <a:pt x="333" y="349"/>
                  </a:cubicBezTo>
                  <a:cubicBezTo>
                    <a:pt x="332" y="367"/>
                    <a:pt x="346" y="382"/>
                    <a:pt x="364" y="383"/>
                  </a:cubicBezTo>
                  <a:cubicBezTo>
                    <a:pt x="364" y="383"/>
                    <a:pt x="365" y="383"/>
                    <a:pt x="365" y="383"/>
                  </a:cubicBezTo>
                  <a:cubicBezTo>
                    <a:pt x="382" y="383"/>
                    <a:pt x="396" y="370"/>
                    <a:pt x="397" y="353"/>
                  </a:cubicBezTo>
                  <a:cubicBezTo>
                    <a:pt x="399" y="325"/>
                    <a:pt x="400" y="300"/>
                    <a:pt x="400" y="277"/>
                  </a:cubicBezTo>
                  <a:cubicBezTo>
                    <a:pt x="400" y="156"/>
                    <a:pt x="380" y="89"/>
                    <a:pt x="354" y="49"/>
                  </a:cubicBezTo>
                  <a:cubicBezTo>
                    <a:pt x="341" y="29"/>
                    <a:pt x="325" y="16"/>
                    <a:pt x="311" y="9"/>
                  </a:cubicBezTo>
                  <a:cubicBezTo>
                    <a:pt x="302" y="4"/>
                    <a:pt x="293" y="2"/>
                    <a:pt x="287" y="1"/>
                  </a:cubicBezTo>
                  <a:cubicBezTo>
                    <a:pt x="284" y="0"/>
                    <a:pt x="280" y="0"/>
                    <a:pt x="277" y="0"/>
                  </a:cubicBezTo>
                  <a:cubicBezTo>
                    <a:pt x="122" y="0"/>
                    <a:pt x="122" y="0"/>
                    <a:pt x="122" y="0"/>
                  </a:cubicBezTo>
                  <a:cubicBezTo>
                    <a:pt x="119" y="0"/>
                    <a:pt x="116" y="0"/>
                    <a:pt x="113" y="1"/>
                  </a:cubicBezTo>
                  <a:cubicBezTo>
                    <a:pt x="106" y="2"/>
                    <a:pt x="97" y="4"/>
                    <a:pt x="88" y="9"/>
                  </a:cubicBezTo>
                  <a:cubicBezTo>
                    <a:pt x="67" y="20"/>
                    <a:pt x="43" y="43"/>
                    <a:pt x="27" y="84"/>
                  </a:cubicBezTo>
                  <a:cubicBezTo>
                    <a:pt x="11" y="126"/>
                    <a:pt x="0" y="186"/>
                    <a:pt x="0" y="277"/>
                  </a:cubicBezTo>
                  <a:cubicBezTo>
                    <a:pt x="0" y="300"/>
                    <a:pt x="0" y="325"/>
                    <a:pt x="2" y="353"/>
                  </a:cubicBezTo>
                  <a:cubicBezTo>
                    <a:pt x="3" y="370"/>
                    <a:pt x="17" y="383"/>
                    <a:pt x="34" y="383"/>
                  </a:cubicBezTo>
                  <a:close/>
                  <a:moveTo>
                    <a:pt x="268" y="334"/>
                  </a:moveTo>
                  <a:cubicBezTo>
                    <a:pt x="268" y="341"/>
                    <a:pt x="262" y="346"/>
                    <a:pt x="256" y="346"/>
                  </a:cubicBezTo>
                  <a:cubicBezTo>
                    <a:pt x="144" y="346"/>
                    <a:pt x="144" y="346"/>
                    <a:pt x="144" y="346"/>
                  </a:cubicBezTo>
                  <a:cubicBezTo>
                    <a:pt x="137" y="346"/>
                    <a:pt x="132" y="341"/>
                    <a:pt x="132" y="334"/>
                  </a:cubicBezTo>
                  <a:cubicBezTo>
                    <a:pt x="132" y="289"/>
                    <a:pt x="132" y="289"/>
                    <a:pt x="132" y="289"/>
                  </a:cubicBezTo>
                  <a:cubicBezTo>
                    <a:pt x="142" y="295"/>
                    <a:pt x="169" y="306"/>
                    <a:pt x="200" y="306"/>
                  </a:cubicBezTo>
                  <a:cubicBezTo>
                    <a:pt x="230" y="306"/>
                    <a:pt x="256" y="295"/>
                    <a:pt x="268" y="290"/>
                  </a:cubicBezTo>
                  <a:lnTo>
                    <a:pt x="268" y="334"/>
                  </a:lnTo>
                  <a:close/>
                  <a:moveTo>
                    <a:pt x="268" y="277"/>
                  </a:moveTo>
                  <a:cubicBezTo>
                    <a:pt x="268" y="281"/>
                    <a:pt x="268" y="281"/>
                    <a:pt x="268" y="281"/>
                  </a:cubicBezTo>
                  <a:cubicBezTo>
                    <a:pt x="267" y="282"/>
                    <a:pt x="266" y="282"/>
                    <a:pt x="264" y="283"/>
                  </a:cubicBezTo>
                  <a:cubicBezTo>
                    <a:pt x="253" y="288"/>
                    <a:pt x="228" y="298"/>
                    <a:pt x="200" y="298"/>
                  </a:cubicBezTo>
                  <a:cubicBezTo>
                    <a:pt x="181" y="298"/>
                    <a:pt x="164" y="294"/>
                    <a:pt x="151" y="289"/>
                  </a:cubicBezTo>
                  <a:cubicBezTo>
                    <a:pt x="145" y="287"/>
                    <a:pt x="140" y="284"/>
                    <a:pt x="136" y="283"/>
                  </a:cubicBezTo>
                  <a:cubicBezTo>
                    <a:pt x="134" y="282"/>
                    <a:pt x="132" y="281"/>
                    <a:pt x="132" y="280"/>
                  </a:cubicBezTo>
                  <a:cubicBezTo>
                    <a:pt x="132" y="277"/>
                    <a:pt x="132" y="277"/>
                    <a:pt x="132" y="277"/>
                  </a:cubicBezTo>
                  <a:cubicBezTo>
                    <a:pt x="132" y="270"/>
                    <a:pt x="137" y="265"/>
                    <a:pt x="144" y="265"/>
                  </a:cubicBezTo>
                  <a:cubicBezTo>
                    <a:pt x="256" y="265"/>
                    <a:pt x="256" y="265"/>
                    <a:pt x="256" y="265"/>
                  </a:cubicBezTo>
                  <a:cubicBezTo>
                    <a:pt x="262" y="265"/>
                    <a:pt x="268" y="270"/>
                    <a:pt x="268" y="27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6" name="Oval 94"/>
            <p:cNvSpPr>
              <a:spLocks noChangeArrowheads="1"/>
            </p:cNvSpPr>
            <p:nvPr/>
          </p:nvSpPr>
          <p:spPr bwMode="auto">
            <a:xfrm>
              <a:off x="11541126" y="668338"/>
              <a:ext cx="301625" cy="300038"/>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sp>
        <p:nvSpPr>
          <p:cNvPr id="117" name="Freeform 95"/>
          <p:cNvSpPr>
            <a:spLocks/>
          </p:cNvSpPr>
          <p:nvPr/>
        </p:nvSpPr>
        <p:spPr bwMode="auto">
          <a:xfrm>
            <a:off x="11345863" y="2754313"/>
            <a:ext cx="704850" cy="1604963"/>
          </a:xfrm>
          <a:custGeom>
            <a:avLst/>
            <a:gdLst>
              <a:gd name="T0" fmla="*/ 398 w 422"/>
              <a:gd name="T1" fmla="*/ 131 h 961"/>
              <a:gd name="T2" fmla="*/ 359 w 422"/>
              <a:gd name="T3" fmla="*/ 108 h 961"/>
              <a:gd name="T4" fmla="*/ 354 w 422"/>
              <a:gd name="T5" fmla="*/ 110 h 961"/>
              <a:gd name="T6" fmla="*/ 286 w 422"/>
              <a:gd name="T7" fmla="*/ 76 h 961"/>
              <a:gd name="T8" fmla="*/ 275 w 422"/>
              <a:gd name="T9" fmla="*/ 53 h 961"/>
              <a:gd name="T10" fmla="*/ 151 w 422"/>
              <a:gd name="T11" fmla="*/ 27 h 961"/>
              <a:gd name="T12" fmla="*/ 125 w 422"/>
              <a:gd name="T13" fmla="*/ 152 h 961"/>
              <a:gd name="T14" fmla="*/ 250 w 422"/>
              <a:gd name="T15" fmla="*/ 178 h 961"/>
              <a:gd name="T16" fmla="*/ 287 w 422"/>
              <a:gd name="T17" fmla="*/ 126 h 961"/>
              <a:gd name="T18" fmla="*/ 252 w 422"/>
              <a:gd name="T19" fmla="*/ 110 h 961"/>
              <a:gd name="T20" fmla="*/ 177 w 422"/>
              <a:gd name="T21" fmla="*/ 69 h 961"/>
              <a:gd name="T22" fmla="*/ 244 w 422"/>
              <a:gd name="T23" fmla="*/ 97 h 961"/>
              <a:gd name="T24" fmla="*/ 340 w 422"/>
              <a:gd name="T25" fmla="*/ 122 h 961"/>
              <a:gd name="T26" fmla="*/ 335 w 422"/>
              <a:gd name="T27" fmla="*/ 143 h 961"/>
              <a:gd name="T28" fmla="*/ 336 w 422"/>
              <a:gd name="T29" fmla="*/ 147 h 961"/>
              <a:gd name="T30" fmla="*/ 358 w 422"/>
              <a:gd name="T31" fmla="*/ 271 h 961"/>
              <a:gd name="T32" fmla="*/ 358 w 422"/>
              <a:gd name="T33" fmla="*/ 280 h 961"/>
              <a:gd name="T34" fmla="*/ 349 w 422"/>
              <a:gd name="T35" fmla="*/ 274 h 961"/>
              <a:gd name="T36" fmla="*/ 316 w 422"/>
              <a:gd name="T37" fmla="*/ 244 h 961"/>
              <a:gd name="T38" fmla="*/ 305 w 422"/>
              <a:gd name="T39" fmla="*/ 233 h 961"/>
              <a:gd name="T40" fmla="*/ 278 w 422"/>
              <a:gd name="T41" fmla="*/ 215 h 961"/>
              <a:gd name="T42" fmla="*/ 123 w 422"/>
              <a:gd name="T43" fmla="*/ 215 h 961"/>
              <a:gd name="T44" fmla="*/ 113 w 422"/>
              <a:gd name="T45" fmla="*/ 217 h 961"/>
              <a:gd name="T46" fmla="*/ 89 w 422"/>
              <a:gd name="T47" fmla="*/ 225 h 961"/>
              <a:gd name="T48" fmla="*/ 28 w 422"/>
              <a:gd name="T49" fmla="*/ 300 h 961"/>
              <a:gd name="T50" fmla="*/ 0 w 422"/>
              <a:gd name="T51" fmla="*/ 492 h 961"/>
              <a:gd name="T52" fmla="*/ 3 w 422"/>
              <a:gd name="T53" fmla="*/ 569 h 961"/>
              <a:gd name="T54" fmla="*/ 35 w 422"/>
              <a:gd name="T55" fmla="*/ 599 h 961"/>
              <a:gd name="T56" fmla="*/ 36 w 422"/>
              <a:gd name="T57" fmla="*/ 599 h 961"/>
              <a:gd name="T58" fmla="*/ 66 w 422"/>
              <a:gd name="T59" fmla="*/ 565 h 961"/>
              <a:gd name="T60" fmla="*/ 64 w 422"/>
              <a:gd name="T61" fmla="*/ 492 h 961"/>
              <a:gd name="T62" fmla="*/ 92 w 422"/>
              <a:gd name="T63" fmla="*/ 313 h 961"/>
              <a:gd name="T64" fmla="*/ 92 w 422"/>
              <a:gd name="T65" fmla="*/ 912 h 961"/>
              <a:gd name="T66" fmla="*/ 142 w 422"/>
              <a:gd name="T67" fmla="*/ 961 h 961"/>
              <a:gd name="T68" fmla="*/ 191 w 422"/>
              <a:gd name="T69" fmla="*/ 912 h 961"/>
              <a:gd name="T70" fmla="*/ 191 w 422"/>
              <a:gd name="T71" fmla="*/ 551 h 961"/>
              <a:gd name="T72" fmla="*/ 210 w 422"/>
              <a:gd name="T73" fmla="*/ 551 h 961"/>
              <a:gd name="T74" fmla="*/ 210 w 422"/>
              <a:gd name="T75" fmla="*/ 912 h 961"/>
              <a:gd name="T76" fmla="*/ 259 w 422"/>
              <a:gd name="T77" fmla="*/ 961 h 961"/>
              <a:gd name="T78" fmla="*/ 308 w 422"/>
              <a:gd name="T79" fmla="*/ 912 h 961"/>
              <a:gd name="T80" fmla="*/ 308 w 422"/>
              <a:gd name="T81" fmla="*/ 324 h 961"/>
              <a:gd name="T82" fmla="*/ 321 w 422"/>
              <a:gd name="T83" fmla="*/ 333 h 961"/>
              <a:gd name="T84" fmla="*/ 367 w 422"/>
              <a:gd name="T85" fmla="*/ 348 h 961"/>
              <a:gd name="T86" fmla="*/ 367 w 422"/>
              <a:gd name="T87" fmla="*/ 348 h 961"/>
              <a:gd name="T88" fmla="*/ 392 w 422"/>
              <a:gd name="T89" fmla="*/ 342 h 961"/>
              <a:gd name="T90" fmla="*/ 417 w 422"/>
              <a:gd name="T91" fmla="*/ 311 h 961"/>
              <a:gd name="T92" fmla="*/ 422 w 422"/>
              <a:gd name="T93" fmla="*/ 271 h 961"/>
              <a:gd name="T94" fmla="*/ 398 w 422"/>
              <a:gd name="T95" fmla="*/ 131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22" h="961">
                <a:moveTo>
                  <a:pt x="398" y="131"/>
                </a:moveTo>
                <a:cubicBezTo>
                  <a:pt x="393" y="114"/>
                  <a:pt x="376" y="103"/>
                  <a:pt x="359" y="108"/>
                </a:cubicBezTo>
                <a:cubicBezTo>
                  <a:pt x="357" y="108"/>
                  <a:pt x="355" y="109"/>
                  <a:pt x="354" y="110"/>
                </a:cubicBezTo>
                <a:cubicBezTo>
                  <a:pt x="342" y="101"/>
                  <a:pt x="317" y="88"/>
                  <a:pt x="286" y="76"/>
                </a:cubicBezTo>
                <a:cubicBezTo>
                  <a:pt x="284" y="68"/>
                  <a:pt x="280" y="60"/>
                  <a:pt x="275" y="53"/>
                </a:cubicBezTo>
                <a:cubicBezTo>
                  <a:pt x="248" y="12"/>
                  <a:pt x="192" y="0"/>
                  <a:pt x="151" y="27"/>
                </a:cubicBezTo>
                <a:cubicBezTo>
                  <a:pt x="109" y="55"/>
                  <a:pt x="98" y="110"/>
                  <a:pt x="125" y="152"/>
                </a:cubicBezTo>
                <a:cubicBezTo>
                  <a:pt x="152" y="193"/>
                  <a:pt x="208" y="205"/>
                  <a:pt x="250" y="178"/>
                </a:cubicBezTo>
                <a:cubicBezTo>
                  <a:pt x="269" y="165"/>
                  <a:pt x="282" y="146"/>
                  <a:pt x="287" y="126"/>
                </a:cubicBezTo>
                <a:cubicBezTo>
                  <a:pt x="276" y="121"/>
                  <a:pt x="264" y="116"/>
                  <a:pt x="252" y="110"/>
                </a:cubicBezTo>
                <a:cubicBezTo>
                  <a:pt x="222" y="96"/>
                  <a:pt x="195" y="82"/>
                  <a:pt x="177" y="69"/>
                </a:cubicBezTo>
                <a:cubicBezTo>
                  <a:pt x="195" y="78"/>
                  <a:pt x="219" y="88"/>
                  <a:pt x="244" y="97"/>
                </a:cubicBezTo>
                <a:cubicBezTo>
                  <a:pt x="283" y="110"/>
                  <a:pt x="318" y="119"/>
                  <a:pt x="340" y="122"/>
                </a:cubicBezTo>
                <a:cubicBezTo>
                  <a:pt x="336" y="128"/>
                  <a:pt x="334" y="136"/>
                  <a:pt x="335" y="143"/>
                </a:cubicBezTo>
                <a:cubicBezTo>
                  <a:pt x="335" y="144"/>
                  <a:pt x="336" y="146"/>
                  <a:pt x="336" y="147"/>
                </a:cubicBezTo>
                <a:cubicBezTo>
                  <a:pt x="352" y="208"/>
                  <a:pt x="358" y="249"/>
                  <a:pt x="358" y="271"/>
                </a:cubicBezTo>
                <a:cubicBezTo>
                  <a:pt x="358" y="275"/>
                  <a:pt x="358" y="278"/>
                  <a:pt x="358" y="280"/>
                </a:cubicBezTo>
                <a:cubicBezTo>
                  <a:pt x="355" y="278"/>
                  <a:pt x="352" y="276"/>
                  <a:pt x="349" y="274"/>
                </a:cubicBezTo>
                <a:cubicBezTo>
                  <a:pt x="338" y="266"/>
                  <a:pt x="325" y="254"/>
                  <a:pt x="316" y="244"/>
                </a:cubicBezTo>
                <a:cubicBezTo>
                  <a:pt x="312" y="240"/>
                  <a:pt x="308" y="236"/>
                  <a:pt x="305" y="233"/>
                </a:cubicBezTo>
                <a:cubicBezTo>
                  <a:pt x="300" y="222"/>
                  <a:pt x="290" y="215"/>
                  <a:pt x="278" y="215"/>
                </a:cubicBezTo>
                <a:cubicBezTo>
                  <a:pt x="123" y="215"/>
                  <a:pt x="123" y="215"/>
                  <a:pt x="123" y="215"/>
                </a:cubicBezTo>
                <a:cubicBezTo>
                  <a:pt x="120" y="215"/>
                  <a:pt x="116" y="216"/>
                  <a:pt x="113" y="217"/>
                </a:cubicBezTo>
                <a:cubicBezTo>
                  <a:pt x="106" y="218"/>
                  <a:pt x="98" y="220"/>
                  <a:pt x="89" y="225"/>
                </a:cubicBezTo>
                <a:cubicBezTo>
                  <a:pt x="67" y="235"/>
                  <a:pt x="44" y="259"/>
                  <a:pt x="28" y="300"/>
                </a:cubicBezTo>
                <a:cubicBezTo>
                  <a:pt x="11" y="342"/>
                  <a:pt x="0" y="402"/>
                  <a:pt x="0" y="492"/>
                </a:cubicBezTo>
                <a:cubicBezTo>
                  <a:pt x="0" y="516"/>
                  <a:pt x="1" y="541"/>
                  <a:pt x="3" y="569"/>
                </a:cubicBezTo>
                <a:cubicBezTo>
                  <a:pt x="4" y="586"/>
                  <a:pt x="18" y="599"/>
                  <a:pt x="35" y="599"/>
                </a:cubicBezTo>
                <a:cubicBezTo>
                  <a:pt x="35" y="599"/>
                  <a:pt x="36" y="599"/>
                  <a:pt x="36" y="599"/>
                </a:cubicBezTo>
                <a:cubicBezTo>
                  <a:pt x="54" y="598"/>
                  <a:pt x="68" y="583"/>
                  <a:pt x="66" y="565"/>
                </a:cubicBezTo>
                <a:cubicBezTo>
                  <a:pt x="65" y="539"/>
                  <a:pt x="64" y="514"/>
                  <a:pt x="64" y="492"/>
                </a:cubicBezTo>
                <a:cubicBezTo>
                  <a:pt x="64" y="395"/>
                  <a:pt x="78" y="341"/>
                  <a:pt x="92" y="313"/>
                </a:cubicBezTo>
                <a:cubicBezTo>
                  <a:pt x="92" y="912"/>
                  <a:pt x="92" y="912"/>
                  <a:pt x="92" y="912"/>
                </a:cubicBezTo>
                <a:cubicBezTo>
                  <a:pt x="92" y="939"/>
                  <a:pt x="114" y="961"/>
                  <a:pt x="142" y="961"/>
                </a:cubicBezTo>
                <a:cubicBezTo>
                  <a:pt x="169" y="961"/>
                  <a:pt x="191" y="939"/>
                  <a:pt x="191" y="912"/>
                </a:cubicBezTo>
                <a:cubicBezTo>
                  <a:pt x="191" y="551"/>
                  <a:pt x="191" y="551"/>
                  <a:pt x="191" y="551"/>
                </a:cubicBezTo>
                <a:cubicBezTo>
                  <a:pt x="210" y="551"/>
                  <a:pt x="210" y="551"/>
                  <a:pt x="210" y="551"/>
                </a:cubicBezTo>
                <a:cubicBezTo>
                  <a:pt x="210" y="912"/>
                  <a:pt x="210" y="912"/>
                  <a:pt x="210" y="912"/>
                </a:cubicBezTo>
                <a:cubicBezTo>
                  <a:pt x="210" y="939"/>
                  <a:pt x="232" y="961"/>
                  <a:pt x="259" y="961"/>
                </a:cubicBezTo>
                <a:cubicBezTo>
                  <a:pt x="286" y="961"/>
                  <a:pt x="308" y="939"/>
                  <a:pt x="308" y="912"/>
                </a:cubicBezTo>
                <a:cubicBezTo>
                  <a:pt x="308" y="324"/>
                  <a:pt x="308" y="324"/>
                  <a:pt x="308" y="324"/>
                </a:cubicBezTo>
                <a:cubicBezTo>
                  <a:pt x="313" y="327"/>
                  <a:pt x="317" y="330"/>
                  <a:pt x="321" y="333"/>
                </a:cubicBezTo>
                <a:cubicBezTo>
                  <a:pt x="334" y="340"/>
                  <a:pt x="347" y="348"/>
                  <a:pt x="367" y="348"/>
                </a:cubicBezTo>
                <a:cubicBezTo>
                  <a:pt x="367" y="348"/>
                  <a:pt x="367" y="348"/>
                  <a:pt x="367" y="348"/>
                </a:cubicBezTo>
                <a:cubicBezTo>
                  <a:pt x="375" y="348"/>
                  <a:pt x="384" y="346"/>
                  <a:pt x="392" y="342"/>
                </a:cubicBezTo>
                <a:cubicBezTo>
                  <a:pt x="404" y="335"/>
                  <a:pt x="413" y="323"/>
                  <a:pt x="417" y="311"/>
                </a:cubicBezTo>
                <a:cubicBezTo>
                  <a:pt x="421" y="299"/>
                  <a:pt x="422" y="286"/>
                  <a:pt x="422" y="271"/>
                </a:cubicBezTo>
                <a:cubicBezTo>
                  <a:pt x="422" y="239"/>
                  <a:pt x="415" y="195"/>
                  <a:pt x="398" y="13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118" name="组合 117"/>
          <p:cNvGrpSpPr/>
          <p:nvPr/>
        </p:nvGrpSpPr>
        <p:grpSpPr>
          <a:xfrm>
            <a:off x="7231063" y="2776538"/>
            <a:ext cx="785813" cy="1582738"/>
            <a:chOff x="7231063" y="2776538"/>
            <a:chExt cx="785813" cy="1582738"/>
          </a:xfrm>
        </p:grpSpPr>
        <p:sp>
          <p:nvSpPr>
            <p:cNvPr id="119" name="Freeform 96"/>
            <p:cNvSpPr>
              <a:spLocks/>
            </p:cNvSpPr>
            <p:nvPr/>
          </p:nvSpPr>
          <p:spPr bwMode="auto">
            <a:xfrm>
              <a:off x="7764463" y="2884488"/>
              <a:ext cx="160338" cy="123825"/>
            </a:xfrm>
            <a:custGeom>
              <a:avLst/>
              <a:gdLst>
                <a:gd name="T0" fmla="*/ 0 w 96"/>
                <a:gd name="T1" fmla="*/ 74 h 74"/>
                <a:gd name="T2" fmla="*/ 59 w 96"/>
                <a:gd name="T3" fmla="*/ 74 h 74"/>
                <a:gd name="T4" fmla="*/ 96 w 96"/>
                <a:gd name="T5" fmla="*/ 37 h 74"/>
                <a:gd name="T6" fmla="*/ 59 w 96"/>
                <a:gd name="T7" fmla="*/ 0 h 74"/>
                <a:gd name="T8" fmla="*/ 11 w 96"/>
                <a:gd name="T9" fmla="*/ 0 h 74"/>
                <a:gd name="T10" fmla="*/ 14 w 96"/>
                <a:gd name="T11" fmla="*/ 25 h 74"/>
                <a:gd name="T12" fmla="*/ 0 w 96"/>
                <a:gd name="T13" fmla="*/ 74 h 74"/>
              </a:gdLst>
              <a:ahLst/>
              <a:cxnLst>
                <a:cxn ang="0">
                  <a:pos x="T0" y="T1"/>
                </a:cxn>
                <a:cxn ang="0">
                  <a:pos x="T2" y="T3"/>
                </a:cxn>
                <a:cxn ang="0">
                  <a:pos x="T4" y="T5"/>
                </a:cxn>
                <a:cxn ang="0">
                  <a:pos x="T6" y="T7"/>
                </a:cxn>
                <a:cxn ang="0">
                  <a:pos x="T8" y="T9"/>
                </a:cxn>
                <a:cxn ang="0">
                  <a:pos x="T10" y="T11"/>
                </a:cxn>
                <a:cxn ang="0">
                  <a:pos x="T12" y="T13"/>
                </a:cxn>
              </a:cxnLst>
              <a:rect l="0" t="0" r="r" b="b"/>
              <a:pathLst>
                <a:path w="96" h="74">
                  <a:moveTo>
                    <a:pt x="0" y="74"/>
                  </a:moveTo>
                  <a:cubicBezTo>
                    <a:pt x="59" y="74"/>
                    <a:pt x="59" y="74"/>
                    <a:pt x="59" y="74"/>
                  </a:cubicBezTo>
                  <a:cubicBezTo>
                    <a:pt x="79" y="74"/>
                    <a:pt x="96" y="57"/>
                    <a:pt x="96" y="37"/>
                  </a:cubicBezTo>
                  <a:cubicBezTo>
                    <a:pt x="96" y="16"/>
                    <a:pt x="79" y="0"/>
                    <a:pt x="59" y="0"/>
                  </a:cubicBezTo>
                  <a:cubicBezTo>
                    <a:pt x="11" y="0"/>
                    <a:pt x="11" y="0"/>
                    <a:pt x="11" y="0"/>
                  </a:cubicBezTo>
                  <a:cubicBezTo>
                    <a:pt x="13" y="8"/>
                    <a:pt x="14" y="16"/>
                    <a:pt x="14" y="25"/>
                  </a:cubicBezTo>
                  <a:cubicBezTo>
                    <a:pt x="14" y="42"/>
                    <a:pt x="9" y="59"/>
                    <a:pt x="0" y="7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0" name="Freeform 97"/>
            <p:cNvSpPr>
              <a:spLocks/>
            </p:cNvSpPr>
            <p:nvPr/>
          </p:nvSpPr>
          <p:spPr bwMode="auto">
            <a:xfrm>
              <a:off x="7324726" y="2884488"/>
              <a:ext cx="158750" cy="123825"/>
            </a:xfrm>
            <a:custGeom>
              <a:avLst/>
              <a:gdLst>
                <a:gd name="T0" fmla="*/ 85 w 95"/>
                <a:gd name="T1" fmla="*/ 0 h 74"/>
                <a:gd name="T2" fmla="*/ 37 w 95"/>
                <a:gd name="T3" fmla="*/ 0 h 74"/>
                <a:gd name="T4" fmla="*/ 0 w 95"/>
                <a:gd name="T5" fmla="*/ 37 h 74"/>
                <a:gd name="T6" fmla="*/ 37 w 95"/>
                <a:gd name="T7" fmla="*/ 74 h 74"/>
                <a:gd name="T8" fmla="*/ 95 w 95"/>
                <a:gd name="T9" fmla="*/ 74 h 74"/>
                <a:gd name="T10" fmla="*/ 82 w 95"/>
                <a:gd name="T11" fmla="*/ 25 h 74"/>
                <a:gd name="T12" fmla="*/ 85 w 95"/>
                <a:gd name="T13" fmla="*/ 0 h 74"/>
              </a:gdLst>
              <a:ahLst/>
              <a:cxnLst>
                <a:cxn ang="0">
                  <a:pos x="T0" y="T1"/>
                </a:cxn>
                <a:cxn ang="0">
                  <a:pos x="T2" y="T3"/>
                </a:cxn>
                <a:cxn ang="0">
                  <a:pos x="T4" y="T5"/>
                </a:cxn>
                <a:cxn ang="0">
                  <a:pos x="T6" y="T7"/>
                </a:cxn>
                <a:cxn ang="0">
                  <a:pos x="T8" y="T9"/>
                </a:cxn>
                <a:cxn ang="0">
                  <a:pos x="T10" y="T11"/>
                </a:cxn>
                <a:cxn ang="0">
                  <a:pos x="T12" y="T13"/>
                </a:cxn>
              </a:cxnLst>
              <a:rect l="0" t="0" r="r" b="b"/>
              <a:pathLst>
                <a:path w="95" h="74">
                  <a:moveTo>
                    <a:pt x="85" y="0"/>
                  </a:moveTo>
                  <a:cubicBezTo>
                    <a:pt x="37" y="0"/>
                    <a:pt x="37" y="0"/>
                    <a:pt x="37" y="0"/>
                  </a:cubicBezTo>
                  <a:cubicBezTo>
                    <a:pt x="16" y="0"/>
                    <a:pt x="0" y="16"/>
                    <a:pt x="0" y="37"/>
                  </a:cubicBezTo>
                  <a:cubicBezTo>
                    <a:pt x="0" y="57"/>
                    <a:pt x="16" y="74"/>
                    <a:pt x="37" y="74"/>
                  </a:cubicBezTo>
                  <a:cubicBezTo>
                    <a:pt x="95" y="74"/>
                    <a:pt x="95" y="74"/>
                    <a:pt x="95" y="74"/>
                  </a:cubicBezTo>
                  <a:cubicBezTo>
                    <a:pt x="87" y="59"/>
                    <a:pt x="82" y="42"/>
                    <a:pt x="82" y="25"/>
                  </a:cubicBezTo>
                  <a:cubicBezTo>
                    <a:pt x="82" y="16"/>
                    <a:pt x="83" y="8"/>
                    <a:pt x="85"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1" name="Rectangle 98"/>
            <p:cNvSpPr>
              <a:spLocks noChangeArrowheads="1"/>
            </p:cNvSpPr>
            <p:nvPr/>
          </p:nvSpPr>
          <p:spPr bwMode="auto">
            <a:xfrm>
              <a:off x="7621588" y="3687763"/>
              <a:ext cx="4763" cy="66675"/>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2" name="Freeform 99"/>
            <p:cNvSpPr>
              <a:spLocks/>
            </p:cNvSpPr>
            <p:nvPr/>
          </p:nvSpPr>
          <p:spPr bwMode="auto">
            <a:xfrm>
              <a:off x="7818438" y="3557588"/>
              <a:ext cx="77788" cy="196850"/>
            </a:xfrm>
            <a:custGeom>
              <a:avLst/>
              <a:gdLst>
                <a:gd name="T0" fmla="*/ 0 w 47"/>
                <a:gd name="T1" fmla="*/ 0 h 118"/>
                <a:gd name="T2" fmla="*/ 0 w 47"/>
                <a:gd name="T3" fmla="*/ 39 h 118"/>
                <a:gd name="T4" fmla="*/ 0 w 47"/>
                <a:gd name="T5" fmla="*/ 118 h 118"/>
                <a:gd name="T6" fmla="*/ 7 w 47"/>
                <a:gd name="T7" fmla="*/ 118 h 118"/>
                <a:gd name="T8" fmla="*/ 47 w 47"/>
                <a:gd name="T9" fmla="*/ 78 h 118"/>
                <a:gd name="T10" fmla="*/ 47 w 47"/>
                <a:gd name="T11" fmla="*/ 58 h 118"/>
                <a:gd name="T12" fmla="*/ 37 w 47"/>
                <a:gd name="T13" fmla="*/ 53 h 118"/>
                <a:gd name="T14" fmla="*/ 0 w 47"/>
                <a:gd name="T15" fmla="*/ 0 h 1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 h="118">
                  <a:moveTo>
                    <a:pt x="0" y="0"/>
                  </a:moveTo>
                  <a:cubicBezTo>
                    <a:pt x="0" y="39"/>
                    <a:pt x="0" y="39"/>
                    <a:pt x="0" y="39"/>
                  </a:cubicBezTo>
                  <a:cubicBezTo>
                    <a:pt x="0" y="118"/>
                    <a:pt x="0" y="118"/>
                    <a:pt x="0" y="118"/>
                  </a:cubicBezTo>
                  <a:cubicBezTo>
                    <a:pt x="7" y="118"/>
                    <a:pt x="7" y="118"/>
                    <a:pt x="7" y="118"/>
                  </a:cubicBezTo>
                  <a:cubicBezTo>
                    <a:pt x="29" y="118"/>
                    <a:pt x="47" y="100"/>
                    <a:pt x="47" y="78"/>
                  </a:cubicBezTo>
                  <a:cubicBezTo>
                    <a:pt x="47" y="58"/>
                    <a:pt x="47" y="58"/>
                    <a:pt x="47" y="58"/>
                  </a:cubicBezTo>
                  <a:cubicBezTo>
                    <a:pt x="43" y="57"/>
                    <a:pt x="40" y="56"/>
                    <a:pt x="37" y="53"/>
                  </a:cubicBezTo>
                  <a:cubicBezTo>
                    <a:pt x="23" y="40"/>
                    <a:pt x="11" y="21"/>
                    <a:pt x="0"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3" name="Freeform 100"/>
            <p:cNvSpPr>
              <a:spLocks/>
            </p:cNvSpPr>
            <p:nvPr/>
          </p:nvSpPr>
          <p:spPr bwMode="auto">
            <a:xfrm>
              <a:off x="7818438" y="3414713"/>
              <a:ext cx="77788" cy="169863"/>
            </a:xfrm>
            <a:custGeom>
              <a:avLst/>
              <a:gdLst>
                <a:gd name="T0" fmla="*/ 0 w 47"/>
                <a:gd name="T1" fmla="*/ 1 h 102"/>
                <a:gd name="T2" fmla="*/ 5 w 47"/>
                <a:gd name="T3" fmla="*/ 16 h 102"/>
                <a:gd name="T4" fmla="*/ 47 w 47"/>
                <a:gd name="T5" fmla="*/ 102 h 102"/>
                <a:gd name="T6" fmla="*/ 47 w 47"/>
                <a:gd name="T7" fmla="*/ 10 h 102"/>
                <a:gd name="T8" fmla="*/ 0 w 47"/>
                <a:gd name="T9" fmla="*/ 0 h 102"/>
                <a:gd name="T10" fmla="*/ 0 w 47"/>
                <a:gd name="T11" fmla="*/ 1 h 102"/>
              </a:gdLst>
              <a:ahLst/>
              <a:cxnLst>
                <a:cxn ang="0">
                  <a:pos x="T0" y="T1"/>
                </a:cxn>
                <a:cxn ang="0">
                  <a:pos x="T2" y="T3"/>
                </a:cxn>
                <a:cxn ang="0">
                  <a:pos x="T4" y="T5"/>
                </a:cxn>
                <a:cxn ang="0">
                  <a:pos x="T6" y="T7"/>
                </a:cxn>
                <a:cxn ang="0">
                  <a:pos x="T8" y="T9"/>
                </a:cxn>
                <a:cxn ang="0">
                  <a:pos x="T10" y="T11"/>
                </a:cxn>
              </a:cxnLst>
              <a:rect l="0" t="0" r="r" b="b"/>
              <a:pathLst>
                <a:path w="47" h="102">
                  <a:moveTo>
                    <a:pt x="0" y="1"/>
                  </a:moveTo>
                  <a:cubicBezTo>
                    <a:pt x="2" y="6"/>
                    <a:pt x="3" y="11"/>
                    <a:pt x="5" y="16"/>
                  </a:cubicBezTo>
                  <a:cubicBezTo>
                    <a:pt x="17" y="49"/>
                    <a:pt x="32" y="81"/>
                    <a:pt x="47" y="102"/>
                  </a:cubicBezTo>
                  <a:cubicBezTo>
                    <a:pt x="47" y="10"/>
                    <a:pt x="47" y="10"/>
                    <a:pt x="47" y="10"/>
                  </a:cubicBezTo>
                  <a:cubicBezTo>
                    <a:pt x="34" y="8"/>
                    <a:pt x="18" y="5"/>
                    <a:pt x="0" y="0"/>
                  </a:cubicBezTo>
                  <a:lnTo>
                    <a:pt x="0" y="1"/>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4" name="Freeform 101"/>
            <p:cNvSpPr>
              <a:spLocks/>
            </p:cNvSpPr>
            <p:nvPr/>
          </p:nvSpPr>
          <p:spPr bwMode="auto">
            <a:xfrm>
              <a:off x="7353301" y="3557588"/>
              <a:ext cx="77788" cy="196850"/>
            </a:xfrm>
            <a:custGeom>
              <a:avLst/>
              <a:gdLst>
                <a:gd name="T0" fmla="*/ 47 w 47"/>
                <a:gd name="T1" fmla="*/ 0 h 118"/>
                <a:gd name="T2" fmla="*/ 10 w 47"/>
                <a:gd name="T3" fmla="*/ 53 h 118"/>
                <a:gd name="T4" fmla="*/ 0 w 47"/>
                <a:gd name="T5" fmla="*/ 58 h 118"/>
                <a:gd name="T6" fmla="*/ 0 w 47"/>
                <a:gd name="T7" fmla="*/ 78 h 118"/>
                <a:gd name="T8" fmla="*/ 40 w 47"/>
                <a:gd name="T9" fmla="*/ 118 h 118"/>
                <a:gd name="T10" fmla="*/ 47 w 47"/>
                <a:gd name="T11" fmla="*/ 118 h 118"/>
                <a:gd name="T12" fmla="*/ 47 w 47"/>
                <a:gd name="T13" fmla="*/ 39 h 118"/>
                <a:gd name="T14" fmla="*/ 47 w 47"/>
                <a:gd name="T15" fmla="*/ 0 h 1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 h="118">
                  <a:moveTo>
                    <a:pt x="47" y="0"/>
                  </a:moveTo>
                  <a:cubicBezTo>
                    <a:pt x="36" y="21"/>
                    <a:pt x="24" y="40"/>
                    <a:pt x="10" y="53"/>
                  </a:cubicBezTo>
                  <a:cubicBezTo>
                    <a:pt x="7" y="56"/>
                    <a:pt x="3" y="57"/>
                    <a:pt x="0" y="58"/>
                  </a:cubicBezTo>
                  <a:cubicBezTo>
                    <a:pt x="0" y="78"/>
                    <a:pt x="0" y="78"/>
                    <a:pt x="0" y="78"/>
                  </a:cubicBezTo>
                  <a:cubicBezTo>
                    <a:pt x="0" y="100"/>
                    <a:pt x="18" y="118"/>
                    <a:pt x="40" y="118"/>
                  </a:cubicBezTo>
                  <a:cubicBezTo>
                    <a:pt x="47" y="118"/>
                    <a:pt x="47" y="118"/>
                    <a:pt x="47" y="118"/>
                  </a:cubicBezTo>
                  <a:cubicBezTo>
                    <a:pt x="47" y="39"/>
                    <a:pt x="47" y="39"/>
                    <a:pt x="47" y="39"/>
                  </a:cubicBezTo>
                  <a:lnTo>
                    <a:pt x="47"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5" name="Freeform 102"/>
            <p:cNvSpPr>
              <a:spLocks/>
            </p:cNvSpPr>
            <p:nvPr/>
          </p:nvSpPr>
          <p:spPr bwMode="auto">
            <a:xfrm>
              <a:off x="7353301" y="3033713"/>
              <a:ext cx="542925" cy="138113"/>
            </a:xfrm>
            <a:custGeom>
              <a:avLst/>
              <a:gdLst>
                <a:gd name="T0" fmla="*/ 84 w 326"/>
                <a:gd name="T1" fmla="*/ 38 h 83"/>
                <a:gd name="T2" fmla="*/ 242 w 326"/>
                <a:gd name="T3" fmla="*/ 38 h 83"/>
                <a:gd name="T4" fmla="*/ 278 w 326"/>
                <a:gd name="T5" fmla="*/ 46 h 83"/>
                <a:gd name="T6" fmla="*/ 279 w 326"/>
                <a:gd name="T7" fmla="*/ 46 h 83"/>
                <a:gd name="T8" fmla="*/ 326 w 326"/>
                <a:gd name="T9" fmla="*/ 83 h 83"/>
                <a:gd name="T10" fmla="*/ 326 w 326"/>
                <a:gd name="T11" fmla="*/ 40 h 83"/>
                <a:gd name="T12" fmla="*/ 286 w 326"/>
                <a:gd name="T13" fmla="*/ 0 h 83"/>
                <a:gd name="T14" fmla="*/ 237 w 326"/>
                <a:gd name="T15" fmla="*/ 0 h 83"/>
                <a:gd name="T16" fmla="*/ 163 w 326"/>
                <a:gd name="T17" fmla="*/ 34 h 83"/>
                <a:gd name="T18" fmla="*/ 89 w 326"/>
                <a:gd name="T19" fmla="*/ 0 h 83"/>
                <a:gd name="T20" fmla="*/ 40 w 326"/>
                <a:gd name="T21" fmla="*/ 0 h 83"/>
                <a:gd name="T22" fmla="*/ 0 w 326"/>
                <a:gd name="T23" fmla="*/ 40 h 83"/>
                <a:gd name="T24" fmla="*/ 0 w 326"/>
                <a:gd name="T25" fmla="*/ 83 h 83"/>
                <a:gd name="T26" fmla="*/ 47 w 326"/>
                <a:gd name="T27" fmla="*/ 46 h 83"/>
                <a:gd name="T28" fmla="*/ 84 w 326"/>
                <a:gd name="T29" fmla="*/ 38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6" h="83">
                  <a:moveTo>
                    <a:pt x="84" y="38"/>
                  </a:moveTo>
                  <a:cubicBezTo>
                    <a:pt x="242" y="38"/>
                    <a:pt x="242" y="38"/>
                    <a:pt x="242" y="38"/>
                  </a:cubicBezTo>
                  <a:cubicBezTo>
                    <a:pt x="242" y="38"/>
                    <a:pt x="271" y="41"/>
                    <a:pt x="278" y="46"/>
                  </a:cubicBezTo>
                  <a:cubicBezTo>
                    <a:pt x="279" y="46"/>
                    <a:pt x="279" y="46"/>
                    <a:pt x="279" y="46"/>
                  </a:cubicBezTo>
                  <a:cubicBezTo>
                    <a:pt x="288" y="53"/>
                    <a:pt x="306" y="67"/>
                    <a:pt x="326" y="83"/>
                  </a:cubicBezTo>
                  <a:cubicBezTo>
                    <a:pt x="326" y="40"/>
                    <a:pt x="326" y="40"/>
                    <a:pt x="326" y="40"/>
                  </a:cubicBezTo>
                  <a:cubicBezTo>
                    <a:pt x="326" y="18"/>
                    <a:pt x="308" y="0"/>
                    <a:pt x="286" y="0"/>
                  </a:cubicBezTo>
                  <a:cubicBezTo>
                    <a:pt x="237" y="0"/>
                    <a:pt x="237" y="0"/>
                    <a:pt x="237" y="0"/>
                  </a:cubicBezTo>
                  <a:cubicBezTo>
                    <a:pt x="219" y="20"/>
                    <a:pt x="192" y="34"/>
                    <a:pt x="163" y="34"/>
                  </a:cubicBezTo>
                  <a:cubicBezTo>
                    <a:pt x="133" y="34"/>
                    <a:pt x="107" y="20"/>
                    <a:pt x="89" y="0"/>
                  </a:cubicBezTo>
                  <a:cubicBezTo>
                    <a:pt x="40" y="0"/>
                    <a:pt x="40" y="0"/>
                    <a:pt x="40" y="0"/>
                  </a:cubicBezTo>
                  <a:cubicBezTo>
                    <a:pt x="18" y="0"/>
                    <a:pt x="0" y="18"/>
                    <a:pt x="0" y="40"/>
                  </a:cubicBezTo>
                  <a:cubicBezTo>
                    <a:pt x="0" y="83"/>
                    <a:pt x="0" y="83"/>
                    <a:pt x="0" y="83"/>
                  </a:cubicBezTo>
                  <a:cubicBezTo>
                    <a:pt x="25" y="62"/>
                    <a:pt x="47" y="46"/>
                    <a:pt x="47" y="46"/>
                  </a:cubicBezTo>
                  <a:cubicBezTo>
                    <a:pt x="54" y="41"/>
                    <a:pt x="84" y="38"/>
                    <a:pt x="84" y="3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6" name="Freeform 103"/>
            <p:cNvSpPr>
              <a:spLocks/>
            </p:cNvSpPr>
            <p:nvPr/>
          </p:nvSpPr>
          <p:spPr bwMode="auto">
            <a:xfrm>
              <a:off x="7353301" y="3414713"/>
              <a:ext cx="77788" cy="169863"/>
            </a:xfrm>
            <a:custGeom>
              <a:avLst/>
              <a:gdLst>
                <a:gd name="T0" fmla="*/ 47 w 47"/>
                <a:gd name="T1" fmla="*/ 1 h 102"/>
                <a:gd name="T2" fmla="*/ 47 w 47"/>
                <a:gd name="T3" fmla="*/ 0 h 102"/>
                <a:gd name="T4" fmla="*/ 0 w 47"/>
                <a:gd name="T5" fmla="*/ 10 h 102"/>
                <a:gd name="T6" fmla="*/ 0 w 47"/>
                <a:gd name="T7" fmla="*/ 102 h 102"/>
                <a:gd name="T8" fmla="*/ 41 w 47"/>
                <a:gd name="T9" fmla="*/ 16 h 102"/>
                <a:gd name="T10" fmla="*/ 47 w 47"/>
                <a:gd name="T11" fmla="*/ 1 h 102"/>
              </a:gdLst>
              <a:ahLst/>
              <a:cxnLst>
                <a:cxn ang="0">
                  <a:pos x="T0" y="T1"/>
                </a:cxn>
                <a:cxn ang="0">
                  <a:pos x="T2" y="T3"/>
                </a:cxn>
                <a:cxn ang="0">
                  <a:pos x="T4" y="T5"/>
                </a:cxn>
                <a:cxn ang="0">
                  <a:pos x="T6" y="T7"/>
                </a:cxn>
                <a:cxn ang="0">
                  <a:pos x="T8" y="T9"/>
                </a:cxn>
                <a:cxn ang="0">
                  <a:pos x="T10" y="T11"/>
                </a:cxn>
              </a:cxnLst>
              <a:rect l="0" t="0" r="r" b="b"/>
              <a:pathLst>
                <a:path w="47" h="102">
                  <a:moveTo>
                    <a:pt x="47" y="1"/>
                  </a:moveTo>
                  <a:cubicBezTo>
                    <a:pt x="47" y="0"/>
                    <a:pt x="47" y="0"/>
                    <a:pt x="47" y="0"/>
                  </a:cubicBezTo>
                  <a:cubicBezTo>
                    <a:pt x="28" y="5"/>
                    <a:pt x="13" y="8"/>
                    <a:pt x="0" y="10"/>
                  </a:cubicBezTo>
                  <a:cubicBezTo>
                    <a:pt x="0" y="102"/>
                    <a:pt x="0" y="102"/>
                    <a:pt x="0" y="102"/>
                  </a:cubicBezTo>
                  <a:cubicBezTo>
                    <a:pt x="15" y="81"/>
                    <a:pt x="30" y="49"/>
                    <a:pt x="41" y="16"/>
                  </a:cubicBezTo>
                  <a:cubicBezTo>
                    <a:pt x="43" y="11"/>
                    <a:pt x="45" y="6"/>
                    <a:pt x="47" y="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7" name="Freeform 104"/>
            <p:cNvSpPr>
              <a:spLocks/>
            </p:cNvSpPr>
            <p:nvPr/>
          </p:nvSpPr>
          <p:spPr bwMode="auto">
            <a:xfrm>
              <a:off x="7715251" y="3109913"/>
              <a:ext cx="301625" cy="309563"/>
            </a:xfrm>
            <a:custGeom>
              <a:avLst/>
              <a:gdLst>
                <a:gd name="T0" fmla="*/ 141 w 181"/>
                <a:gd name="T1" fmla="*/ 76 h 185"/>
                <a:gd name="T2" fmla="*/ 56 w 181"/>
                <a:gd name="T3" fmla="*/ 6 h 185"/>
                <a:gd name="T4" fmla="*/ 37 w 181"/>
                <a:gd name="T5" fmla="*/ 0 h 185"/>
                <a:gd name="T6" fmla="*/ 36 w 181"/>
                <a:gd name="T7" fmla="*/ 6 h 185"/>
                <a:gd name="T8" fmla="*/ 36 w 181"/>
                <a:gd name="T9" fmla="*/ 28 h 185"/>
                <a:gd name="T10" fmla="*/ 39 w 181"/>
                <a:gd name="T11" fmla="*/ 90 h 185"/>
                <a:gd name="T12" fmla="*/ 39 w 181"/>
                <a:gd name="T13" fmla="*/ 90 h 185"/>
                <a:gd name="T14" fmla="*/ 39 w 181"/>
                <a:gd name="T15" fmla="*/ 90 h 185"/>
                <a:gd name="T16" fmla="*/ 40 w 181"/>
                <a:gd name="T17" fmla="*/ 93 h 185"/>
                <a:gd name="T18" fmla="*/ 48 w 181"/>
                <a:gd name="T19" fmla="*/ 94 h 185"/>
                <a:gd name="T20" fmla="*/ 54 w 181"/>
                <a:gd name="T21" fmla="*/ 96 h 185"/>
                <a:gd name="T22" fmla="*/ 54 w 181"/>
                <a:gd name="T23" fmla="*/ 85 h 185"/>
                <a:gd name="T24" fmla="*/ 75 w 181"/>
                <a:gd name="T25" fmla="*/ 103 h 185"/>
                <a:gd name="T26" fmla="*/ 127 w 181"/>
                <a:gd name="T27" fmla="*/ 113 h 185"/>
                <a:gd name="T28" fmla="*/ 132 w 181"/>
                <a:gd name="T29" fmla="*/ 120 h 185"/>
                <a:gd name="T30" fmla="*/ 130 w 181"/>
                <a:gd name="T31" fmla="*/ 121 h 185"/>
                <a:gd name="T32" fmla="*/ 128 w 181"/>
                <a:gd name="T33" fmla="*/ 121 h 185"/>
                <a:gd name="T34" fmla="*/ 45 w 181"/>
                <a:gd name="T35" fmla="*/ 102 h 185"/>
                <a:gd name="T36" fmla="*/ 5 w 181"/>
                <a:gd name="T37" fmla="*/ 123 h 185"/>
                <a:gd name="T38" fmla="*/ 26 w 181"/>
                <a:gd name="T39" fmla="*/ 163 h 185"/>
                <a:gd name="T40" fmla="*/ 128 w 181"/>
                <a:gd name="T41" fmla="*/ 185 h 185"/>
                <a:gd name="T42" fmla="*/ 146 w 181"/>
                <a:gd name="T43" fmla="*/ 183 h 185"/>
                <a:gd name="T44" fmla="*/ 166 w 181"/>
                <a:gd name="T45" fmla="*/ 173 h 185"/>
                <a:gd name="T46" fmla="*/ 166 w 181"/>
                <a:gd name="T47" fmla="*/ 173 h 185"/>
                <a:gd name="T48" fmla="*/ 167 w 181"/>
                <a:gd name="T49" fmla="*/ 173 h 185"/>
                <a:gd name="T50" fmla="*/ 167 w 181"/>
                <a:gd name="T51" fmla="*/ 173 h 185"/>
                <a:gd name="T52" fmla="*/ 180 w 181"/>
                <a:gd name="T53" fmla="*/ 142 h 185"/>
                <a:gd name="T54" fmla="*/ 171 w 181"/>
                <a:gd name="T55" fmla="*/ 112 h 185"/>
                <a:gd name="T56" fmla="*/ 141 w 181"/>
                <a:gd name="T57" fmla="*/ 76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81" h="185">
                  <a:moveTo>
                    <a:pt x="141" y="76"/>
                  </a:moveTo>
                  <a:cubicBezTo>
                    <a:pt x="105" y="41"/>
                    <a:pt x="57" y="7"/>
                    <a:pt x="56" y="6"/>
                  </a:cubicBezTo>
                  <a:cubicBezTo>
                    <a:pt x="50" y="2"/>
                    <a:pt x="43" y="0"/>
                    <a:pt x="37" y="0"/>
                  </a:cubicBezTo>
                  <a:cubicBezTo>
                    <a:pt x="36" y="2"/>
                    <a:pt x="36" y="3"/>
                    <a:pt x="36" y="6"/>
                  </a:cubicBezTo>
                  <a:cubicBezTo>
                    <a:pt x="36" y="11"/>
                    <a:pt x="36" y="19"/>
                    <a:pt x="36" y="28"/>
                  </a:cubicBezTo>
                  <a:cubicBezTo>
                    <a:pt x="36" y="45"/>
                    <a:pt x="37" y="67"/>
                    <a:pt x="39" y="90"/>
                  </a:cubicBezTo>
                  <a:cubicBezTo>
                    <a:pt x="39" y="90"/>
                    <a:pt x="39" y="90"/>
                    <a:pt x="39" y="90"/>
                  </a:cubicBezTo>
                  <a:cubicBezTo>
                    <a:pt x="39" y="90"/>
                    <a:pt x="39" y="90"/>
                    <a:pt x="39" y="90"/>
                  </a:cubicBezTo>
                  <a:cubicBezTo>
                    <a:pt x="39" y="91"/>
                    <a:pt x="40" y="92"/>
                    <a:pt x="40" y="93"/>
                  </a:cubicBezTo>
                  <a:cubicBezTo>
                    <a:pt x="42" y="93"/>
                    <a:pt x="45" y="94"/>
                    <a:pt x="48" y="94"/>
                  </a:cubicBezTo>
                  <a:cubicBezTo>
                    <a:pt x="50" y="95"/>
                    <a:pt x="52" y="96"/>
                    <a:pt x="54" y="96"/>
                  </a:cubicBezTo>
                  <a:cubicBezTo>
                    <a:pt x="54" y="85"/>
                    <a:pt x="54" y="85"/>
                    <a:pt x="54" y="85"/>
                  </a:cubicBezTo>
                  <a:cubicBezTo>
                    <a:pt x="61" y="90"/>
                    <a:pt x="68" y="96"/>
                    <a:pt x="75" y="103"/>
                  </a:cubicBezTo>
                  <a:cubicBezTo>
                    <a:pt x="104" y="111"/>
                    <a:pt x="121" y="113"/>
                    <a:pt x="127" y="113"/>
                  </a:cubicBezTo>
                  <a:cubicBezTo>
                    <a:pt x="132" y="120"/>
                    <a:pt x="132" y="120"/>
                    <a:pt x="132" y="120"/>
                  </a:cubicBezTo>
                  <a:cubicBezTo>
                    <a:pt x="131" y="120"/>
                    <a:pt x="130" y="121"/>
                    <a:pt x="130" y="121"/>
                  </a:cubicBezTo>
                  <a:cubicBezTo>
                    <a:pt x="129" y="121"/>
                    <a:pt x="129" y="121"/>
                    <a:pt x="128" y="121"/>
                  </a:cubicBezTo>
                  <a:cubicBezTo>
                    <a:pt x="118" y="121"/>
                    <a:pt x="89" y="116"/>
                    <a:pt x="45" y="102"/>
                  </a:cubicBezTo>
                  <a:cubicBezTo>
                    <a:pt x="28" y="97"/>
                    <a:pt x="10" y="106"/>
                    <a:pt x="5" y="123"/>
                  </a:cubicBezTo>
                  <a:cubicBezTo>
                    <a:pt x="0" y="140"/>
                    <a:pt x="9" y="158"/>
                    <a:pt x="26" y="163"/>
                  </a:cubicBezTo>
                  <a:cubicBezTo>
                    <a:pt x="73" y="178"/>
                    <a:pt x="104" y="185"/>
                    <a:pt x="128" y="185"/>
                  </a:cubicBezTo>
                  <a:cubicBezTo>
                    <a:pt x="134" y="185"/>
                    <a:pt x="140" y="184"/>
                    <a:pt x="146" y="183"/>
                  </a:cubicBezTo>
                  <a:cubicBezTo>
                    <a:pt x="152" y="181"/>
                    <a:pt x="159" y="179"/>
                    <a:pt x="166" y="173"/>
                  </a:cubicBezTo>
                  <a:cubicBezTo>
                    <a:pt x="166" y="173"/>
                    <a:pt x="166" y="173"/>
                    <a:pt x="166" y="173"/>
                  </a:cubicBezTo>
                  <a:cubicBezTo>
                    <a:pt x="166" y="173"/>
                    <a:pt x="166" y="173"/>
                    <a:pt x="167" y="173"/>
                  </a:cubicBezTo>
                  <a:cubicBezTo>
                    <a:pt x="167" y="173"/>
                    <a:pt x="167" y="173"/>
                    <a:pt x="167" y="173"/>
                  </a:cubicBezTo>
                  <a:cubicBezTo>
                    <a:pt x="176" y="165"/>
                    <a:pt x="181" y="152"/>
                    <a:pt x="180" y="142"/>
                  </a:cubicBezTo>
                  <a:cubicBezTo>
                    <a:pt x="180" y="128"/>
                    <a:pt x="176" y="120"/>
                    <a:pt x="171" y="112"/>
                  </a:cubicBezTo>
                  <a:cubicBezTo>
                    <a:pt x="163" y="99"/>
                    <a:pt x="153" y="87"/>
                    <a:pt x="141" y="7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8" name="Freeform 105"/>
            <p:cNvSpPr>
              <a:spLocks/>
            </p:cNvSpPr>
            <p:nvPr/>
          </p:nvSpPr>
          <p:spPr bwMode="auto">
            <a:xfrm>
              <a:off x="7443788" y="3113088"/>
              <a:ext cx="361950" cy="1246188"/>
            </a:xfrm>
            <a:custGeom>
              <a:avLst/>
              <a:gdLst>
                <a:gd name="T0" fmla="*/ 187 w 216"/>
                <a:gd name="T1" fmla="*/ 169 h 746"/>
                <a:gd name="T2" fmla="*/ 185 w 216"/>
                <a:gd name="T3" fmla="*/ 169 h 746"/>
                <a:gd name="T4" fmla="*/ 159 w 216"/>
                <a:gd name="T5" fmla="*/ 118 h 746"/>
                <a:gd name="T6" fmla="*/ 171 w 216"/>
                <a:gd name="T7" fmla="*/ 101 h 746"/>
                <a:gd name="T8" fmla="*/ 170 w 216"/>
                <a:gd name="T9" fmla="*/ 91 h 746"/>
                <a:gd name="T10" fmla="*/ 170 w 216"/>
                <a:gd name="T11" fmla="*/ 91 h 746"/>
                <a:gd name="T12" fmla="*/ 166 w 216"/>
                <a:gd name="T13" fmla="*/ 26 h 746"/>
                <a:gd name="T14" fmla="*/ 166 w 216"/>
                <a:gd name="T15" fmla="*/ 0 h 746"/>
                <a:gd name="T16" fmla="*/ 49 w 216"/>
                <a:gd name="T17" fmla="*/ 0 h 746"/>
                <a:gd name="T18" fmla="*/ 50 w 216"/>
                <a:gd name="T19" fmla="*/ 26 h 746"/>
                <a:gd name="T20" fmla="*/ 46 w 216"/>
                <a:gd name="T21" fmla="*/ 91 h 746"/>
                <a:gd name="T22" fmla="*/ 46 w 216"/>
                <a:gd name="T23" fmla="*/ 91 h 746"/>
                <a:gd name="T24" fmla="*/ 45 w 216"/>
                <a:gd name="T25" fmla="*/ 101 h 746"/>
                <a:gd name="T26" fmla="*/ 56 w 216"/>
                <a:gd name="T27" fmla="*/ 118 h 746"/>
                <a:gd name="T28" fmla="*/ 30 w 216"/>
                <a:gd name="T29" fmla="*/ 169 h 746"/>
                <a:gd name="T30" fmla="*/ 29 w 216"/>
                <a:gd name="T31" fmla="*/ 169 h 746"/>
                <a:gd name="T32" fmla="*/ 16 w 216"/>
                <a:gd name="T33" fmla="*/ 207 h 746"/>
                <a:gd name="T34" fmla="*/ 0 w 216"/>
                <a:gd name="T35" fmla="*/ 249 h 746"/>
                <a:gd name="T36" fmla="*/ 0 w 216"/>
                <a:gd name="T37" fmla="*/ 305 h 746"/>
                <a:gd name="T38" fmla="*/ 0 w 216"/>
                <a:gd name="T39" fmla="*/ 697 h 746"/>
                <a:gd name="T40" fmla="*/ 49 w 216"/>
                <a:gd name="T41" fmla="*/ 746 h 746"/>
                <a:gd name="T42" fmla="*/ 98 w 216"/>
                <a:gd name="T43" fmla="*/ 697 h 746"/>
                <a:gd name="T44" fmla="*/ 98 w 216"/>
                <a:gd name="T45" fmla="*/ 336 h 746"/>
                <a:gd name="T46" fmla="*/ 117 w 216"/>
                <a:gd name="T47" fmla="*/ 336 h 746"/>
                <a:gd name="T48" fmla="*/ 117 w 216"/>
                <a:gd name="T49" fmla="*/ 697 h 746"/>
                <a:gd name="T50" fmla="*/ 166 w 216"/>
                <a:gd name="T51" fmla="*/ 746 h 746"/>
                <a:gd name="T52" fmla="*/ 216 w 216"/>
                <a:gd name="T53" fmla="*/ 697 h 746"/>
                <a:gd name="T54" fmla="*/ 216 w 216"/>
                <a:gd name="T55" fmla="*/ 305 h 746"/>
                <a:gd name="T56" fmla="*/ 216 w 216"/>
                <a:gd name="T57" fmla="*/ 249 h 746"/>
                <a:gd name="T58" fmla="*/ 199 w 216"/>
                <a:gd name="T59" fmla="*/ 207 h 746"/>
                <a:gd name="T60" fmla="*/ 187 w 216"/>
                <a:gd name="T61" fmla="*/ 169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16" h="746">
                  <a:moveTo>
                    <a:pt x="187" y="169"/>
                  </a:moveTo>
                  <a:cubicBezTo>
                    <a:pt x="186" y="169"/>
                    <a:pt x="186" y="169"/>
                    <a:pt x="185" y="169"/>
                  </a:cubicBezTo>
                  <a:cubicBezTo>
                    <a:pt x="164" y="162"/>
                    <a:pt x="153" y="139"/>
                    <a:pt x="159" y="118"/>
                  </a:cubicBezTo>
                  <a:cubicBezTo>
                    <a:pt x="162" y="111"/>
                    <a:pt x="166" y="105"/>
                    <a:pt x="171" y="101"/>
                  </a:cubicBezTo>
                  <a:cubicBezTo>
                    <a:pt x="170" y="97"/>
                    <a:pt x="170" y="94"/>
                    <a:pt x="170" y="91"/>
                  </a:cubicBezTo>
                  <a:cubicBezTo>
                    <a:pt x="170" y="91"/>
                    <a:pt x="170" y="91"/>
                    <a:pt x="170" y="91"/>
                  </a:cubicBezTo>
                  <a:cubicBezTo>
                    <a:pt x="167" y="67"/>
                    <a:pt x="166" y="44"/>
                    <a:pt x="166" y="26"/>
                  </a:cubicBezTo>
                  <a:cubicBezTo>
                    <a:pt x="166" y="15"/>
                    <a:pt x="166" y="6"/>
                    <a:pt x="166" y="0"/>
                  </a:cubicBezTo>
                  <a:cubicBezTo>
                    <a:pt x="49" y="0"/>
                    <a:pt x="49" y="0"/>
                    <a:pt x="49" y="0"/>
                  </a:cubicBezTo>
                  <a:cubicBezTo>
                    <a:pt x="49" y="6"/>
                    <a:pt x="50" y="15"/>
                    <a:pt x="50" y="26"/>
                  </a:cubicBezTo>
                  <a:cubicBezTo>
                    <a:pt x="50" y="44"/>
                    <a:pt x="49" y="67"/>
                    <a:pt x="46" y="91"/>
                  </a:cubicBezTo>
                  <a:cubicBezTo>
                    <a:pt x="46" y="91"/>
                    <a:pt x="46" y="91"/>
                    <a:pt x="46" y="91"/>
                  </a:cubicBezTo>
                  <a:cubicBezTo>
                    <a:pt x="46" y="94"/>
                    <a:pt x="45" y="97"/>
                    <a:pt x="45" y="101"/>
                  </a:cubicBezTo>
                  <a:cubicBezTo>
                    <a:pt x="50" y="105"/>
                    <a:pt x="54" y="111"/>
                    <a:pt x="56" y="118"/>
                  </a:cubicBezTo>
                  <a:cubicBezTo>
                    <a:pt x="63" y="139"/>
                    <a:pt x="51" y="162"/>
                    <a:pt x="30" y="169"/>
                  </a:cubicBezTo>
                  <a:cubicBezTo>
                    <a:pt x="30" y="169"/>
                    <a:pt x="29" y="169"/>
                    <a:pt x="29" y="169"/>
                  </a:cubicBezTo>
                  <a:cubicBezTo>
                    <a:pt x="25" y="181"/>
                    <a:pt x="21" y="194"/>
                    <a:pt x="16" y="207"/>
                  </a:cubicBezTo>
                  <a:cubicBezTo>
                    <a:pt x="11" y="221"/>
                    <a:pt x="6" y="235"/>
                    <a:pt x="0" y="249"/>
                  </a:cubicBezTo>
                  <a:cubicBezTo>
                    <a:pt x="0" y="305"/>
                    <a:pt x="0" y="305"/>
                    <a:pt x="0" y="305"/>
                  </a:cubicBezTo>
                  <a:cubicBezTo>
                    <a:pt x="0" y="697"/>
                    <a:pt x="0" y="697"/>
                    <a:pt x="0" y="697"/>
                  </a:cubicBezTo>
                  <a:cubicBezTo>
                    <a:pt x="0" y="724"/>
                    <a:pt x="22" y="746"/>
                    <a:pt x="49" y="746"/>
                  </a:cubicBezTo>
                  <a:cubicBezTo>
                    <a:pt x="76" y="746"/>
                    <a:pt x="98" y="724"/>
                    <a:pt x="98" y="697"/>
                  </a:cubicBezTo>
                  <a:cubicBezTo>
                    <a:pt x="98" y="336"/>
                    <a:pt x="98" y="336"/>
                    <a:pt x="98" y="336"/>
                  </a:cubicBezTo>
                  <a:cubicBezTo>
                    <a:pt x="117" y="336"/>
                    <a:pt x="117" y="336"/>
                    <a:pt x="117" y="336"/>
                  </a:cubicBezTo>
                  <a:cubicBezTo>
                    <a:pt x="117" y="697"/>
                    <a:pt x="117" y="697"/>
                    <a:pt x="117" y="697"/>
                  </a:cubicBezTo>
                  <a:cubicBezTo>
                    <a:pt x="117" y="724"/>
                    <a:pt x="139" y="746"/>
                    <a:pt x="166" y="746"/>
                  </a:cubicBezTo>
                  <a:cubicBezTo>
                    <a:pt x="194" y="746"/>
                    <a:pt x="216" y="724"/>
                    <a:pt x="216" y="697"/>
                  </a:cubicBezTo>
                  <a:cubicBezTo>
                    <a:pt x="216" y="305"/>
                    <a:pt x="216" y="305"/>
                    <a:pt x="216" y="305"/>
                  </a:cubicBezTo>
                  <a:cubicBezTo>
                    <a:pt x="216" y="249"/>
                    <a:pt x="216" y="249"/>
                    <a:pt x="216" y="249"/>
                  </a:cubicBezTo>
                  <a:cubicBezTo>
                    <a:pt x="210" y="235"/>
                    <a:pt x="204" y="221"/>
                    <a:pt x="199" y="207"/>
                  </a:cubicBezTo>
                  <a:cubicBezTo>
                    <a:pt x="195" y="194"/>
                    <a:pt x="190" y="181"/>
                    <a:pt x="187" y="16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9" name="Oval 106"/>
            <p:cNvSpPr>
              <a:spLocks noChangeArrowheads="1"/>
            </p:cNvSpPr>
            <p:nvPr/>
          </p:nvSpPr>
          <p:spPr bwMode="auto">
            <a:xfrm>
              <a:off x="7473951" y="2776538"/>
              <a:ext cx="301625" cy="300038"/>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0" name="Freeform 107"/>
            <p:cNvSpPr>
              <a:spLocks/>
            </p:cNvSpPr>
            <p:nvPr/>
          </p:nvSpPr>
          <p:spPr bwMode="auto">
            <a:xfrm>
              <a:off x="7231063" y="3109913"/>
              <a:ext cx="303213" cy="309563"/>
            </a:xfrm>
            <a:custGeom>
              <a:avLst/>
              <a:gdLst>
                <a:gd name="T0" fmla="*/ 156 w 182"/>
                <a:gd name="T1" fmla="*/ 163 h 185"/>
                <a:gd name="T2" fmla="*/ 176 w 182"/>
                <a:gd name="T3" fmla="*/ 123 h 185"/>
                <a:gd name="T4" fmla="*/ 136 w 182"/>
                <a:gd name="T5" fmla="*/ 102 h 185"/>
                <a:gd name="T6" fmla="*/ 53 w 182"/>
                <a:gd name="T7" fmla="*/ 121 h 185"/>
                <a:gd name="T8" fmla="*/ 52 w 182"/>
                <a:gd name="T9" fmla="*/ 121 h 185"/>
                <a:gd name="T10" fmla="*/ 52 w 182"/>
                <a:gd name="T11" fmla="*/ 121 h 185"/>
                <a:gd name="T12" fmla="*/ 54 w 182"/>
                <a:gd name="T13" fmla="*/ 113 h 185"/>
                <a:gd name="T14" fmla="*/ 54 w 182"/>
                <a:gd name="T15" fmla="*/ 113 h 185"/>
                <a:gd name="T16" fmla="*/ 106 w 182"/>
                <a:gd name="T17" fmla="*/ 103 h 185"/>
                <a:gd name="T18" fmla="*/ 128 w 182"/>
                <a:gd name="T19" fmla="*/ 85 h 185"/>
                <a:gd name="T20" fmla="*/ 128 w 182"/>
                <a:gd name="T21" fmla="*/ 96 h 185"/>
                <a:gd name="T22" fmla="*/ 134 w 182"/>
                <a:gd name="T23" fmla="*/ 94 h 185"/>
                <a:gd name="T24" fmla="*/ 142 w 182"/>
                <a:gd name="T25" fmla="*/ 93 h 185"/>
                <a:gd name="T26" fmla="*/ 142 w 182"/>
                <a:gd name="T27" fmla="*/ 90 h 185"/>
                <a:gd name="T28" fmla="*/ 142 w 182"/>
                <a:gd name="T29" fmla="*/ 90 h 185"/>
                <a:gd name="T30" fmla="*/ 142 w 182"/>
                <a:gd name="T31" fmla="*/ 90 h 185"/>
                <a:gd name="T32" fmla="*/ 146 w 182"/>
                <a:gd name="T33" fmla="*/ 28 h 185"/>
                <a:gd name="T34" fmla="*/ 145 w 182"/>
                <a:gd name="T35" fmla="*/ 6 h 185"/>
                <a:gd name="T36" fmla="*/ 145 w 182"/>
                <a:gd name="T37" fmla="*/ 0 h 185"/>
                <a:gd name="T38" fmla="*/ 125 w 182"/>
                <a:gd name="T39" fmla="*/ 6 h 185"/>
                <a:gd name="T40" fmla="*/ 125 w 182"/>
                <a:gd name="T41" fmla="*/ 6 h 185"/>
                <a:gd name="T42" fmla="*/ 68 w 182"/>
                <a:gd name="T43" fmla="*/ 51 h 185"/>
                <a:gd name="T44" fmla="*/ 26 w 182"/>
                <a:gd name="T45" fmla="*/ 91 h 185"/>
                <a:gd name="T46" fmla="*/ 10 w 182"/>
                <a:gd name="T47" fmla="*/ 112 h 185"/>
                <a:gd name="T48" fmla="*/ 1 w 182"/>
                <a:gd name="T49" fmla="*/ 142 h 185"/>
                <a:gd name="T50" fmla="*/ 15 w 182"/>
                <a:gd name="T51" fmla="*/ 173 h 185"/>
                <a:gd name="T52" fmla="*/ 15 w 182"/>
                <a:gd name="T53" fmla="*/ 173 h 185"/>
                <a:gd name="T54" fmla="*/ 15 w 182"/>
                <a:gd name="T55" fmla="*/ 173 h 185"/>
                <a:gd name="T56" fmla="*/ 35 w 182"/>
                <a:gd name="T57" fmla="*/ 183 h 185"/>
                <a:gd name="T58" fmla="*/ 53 w 182"/>
                <a:gd name="T59" fmla="*/ 185 h 185"/>
                <a:gd name="T60" fmla="*/ 156 w 182"/>
                <a:gd name="T61" fmla="*/ 163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82" h="185">
                  <a:moveTo>
                    <a:pt x="156" y="163"/>
                  </a:moveTo>
                  <a:cubicBezTo>
                    <a:pt x="172" y="158"/>
                    <a:pt x="182" y="140"/>
                    <a:pt x="176" y="123"/>
                  </a:cubicBezTo>
                  <a:cubicBezTo>
                    <a:pt x="171" y="106"/>
                    <a:pt x="153" y="97"/>
                    <a:pt x="136" y="102"/>
                  </a:cubicBezTo>
                  <a:cubicBezTo>
                    <a:pt x="92" y="116"/>
                    <a:pt x="64" y="121"/>
                    <a:pt x="53" y="121"/>
                  </a:cubicBezTo>
                  <a:cubicBezTo>
                    <a:pt x="53" y="121"/>
                    <a:pt x="52" y="121"/>
                    <a:pt x="52" y="121"/>
                  </a:cubicBezTo>
                  <a:cubicBezTo>
                    <a:pt x="52" y="121"/>
                    <a:pt x="52" y="121"/>
                    <a:pt x="52" y="121"/>
                  </a:cubicBezTo>
                  <a:cubicBezTo>
                    <a:pt x="54" y="113"/>
                    <a:pt x="54" y="113"/>
                    <a:pt x="54" y="113"/>
                  </a:cubicBezTo>
                  <a:cubicBezTo>
                    <a:pt x="54" y="113"/>
                    <a:pt x="54" y="113"/>
                    <a:pt x="54" y="113"/>
                  </a:cubicBezTo>
                  <a:cubicBezTo>
                    <a:pt x="60" y="113"/>
                    <a:pt x="77" y="111"/>
                    <a:pt x="106" y="103"/>
                  </a:cubicBezTo>
                  <a:cubicBezTo>
                    <a:pt x="113" y="96"/>
                    <a:pt x="121" y="90"/>
                    <a:pt x="128" y="85"/>
                  </a:cubicBezTo>
                  <a:cubicBezTo>
                    <a:pt x="128" y="96"/>
                    <a:pt x="128" y="96"/>
                    <a:pt x="128" y="96"/>
                  </a:cubicBezTo>
                  <a:cubicBezTo>
                    <a:pt x="130" y="96"/>
                    <a:pt x="132" y="95"/>
                    <a:pt x="134" y="94"/>
                  </a:cubicBezTo>
                  <a:cubicBezTo>
                    <a:pt x="136" y="94"/>
                    <a:pt x="139" y="93"/>
                    <a:pt x="142" y="93"/>
                  </a:cubicBezTo>
                  <a:cubicBezTo>
                    <a:pt x="142" y="92"/>
                    <a:pt x="142" y="91"/>
                    <a:pt x="142" y="90"/>
                  </a:cubicBezTo>
                  <a:cubicBezTo>
                    <a:pt x="142" y="90"/>
                    <a:pt x="142" y="90"/>
                    <a:pt x="142" y="90"/>
                  </a:cubicBezTo>
                  <a:cubicBezTo>
                    <a:pt x="142" y="90"/>
                    <a:pt x="142" y="90"/>
                    <a:pt x="142" y="90"/>
                  </a:cubicBezTo>
                  <a:cubicBezTo>
                    <a:pt x="145" y="67"/>
                    <a:pt x="146" y="45"/>
                    <a:pt x="146" y="28"/>
                  </a:cubicBezTo>
                  <a:cubicBezTo>
                    <a:pt x="146" y="19"/>
                    <a:pt x="145" y="11"/>
                    <a:pt x="145" y="6"/>
                  </a:cubicBezTo>
                  <a:cubicBezTo>
                    <a:pt x="145" y="3"/>
                    <a:pt x="145" y="2"/>
                    <a:pt x="145" y="0"/>
                  </a:cubicBezTo>
                  <a:cubicBezTo>
                    <a:pt x="138" y="0"/>
                    <a:pt x="131" y="2"/>
                    <a:pt x="125" y="6"/>
                  </a:cubicBezTo>
                  <a:cubicBezTo>
                    <a:pt x="125" y="6"/>
                    <a:pt x="125" y="6"/>
                    <a:pt x="125" y="6"/>
                  </a:cubicBezTo>
                  <a:cubicBezTo>
                    <a:pt x="125" y="6"/>
                    <a:pt x="96" y="27"/>
                    <a:pt x="68" y="51"/>
                  </a:cubicBezTo>
                  <a:cubicBezTo>
                    <a:pt x="53" y="64"/>
                    <a:pt x="38" y="77"/>
                    <a:pt x="26" y="91"/>
                  </a:cubicBezTo>
                  <a:cubicBezTo>
                    <a:pt x="20" y="98"/>
                    <a:pt x="15" y="104"/>
                    <a:pt x="10" y="112"/>
                  </a:cubicBezTo>
                  <a:cubicBezTo>
                    <a:pt x="6" y="120"/>
                    <a:pt x="1" y="128"/>
                    <a:pt x="1" y="142"/>
                  </a:cubicBezTo>
                  <a:cubicBezTo>
                    <a:pt x="0" y="152"/>
                    <a:pt x="6" y="165"/>
                    <a:pt x="15" y="173"/>
                  </a:cubicBezTo>
                  <a:cubicBezTo>
                    <a:pt x="15" y="173"/>
                    <a:pt x="15" y="173"/>
                    <a:pt x="15" y="173"/>
                  </a:cubicBezTo>
                  <a:cubicBezTo>
                    <a:pt x="15" y="173"/>
                    <a:pt x="15" y="173"/>
                    <a:pt x="15" y="173"/>
                  </a:cubicBezTo>
                  <a:cubicBezTo>
                    <a:pt x="22" y="179"/>
                    <a:pt x="29" y="181"/>
                    <a:pt x="35" y="183"/>
                  </a:cubicBezTo>
                  <a:cubicBezTo>
                    <a:pt x="41" y="184"/>
                    <a:pt x="47" y="185"/>
                    <a:pt x="53" y="185"/>
                  </a:cubicBezTo>
                  <a:cubicBezTo>
                    <a:pt x="78" y="185"/>
                    <a:pt x="108" y="178"/>
                    <a:pt x="156" y="16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31" name="组合 130"/>
          <p:cNvGrpSpPr/>
          <p:nvPr/>
        </p:nvGrpSpPr>
        <p:grpSpPr>
          <a:xfrm>
            <a:off x="8296276" y="2776538"/>
            <a:ext cx="714375" cy="1582738"/>
            <a:chOff x="8296276" y="2776538"/>
            <a:chExt cx="714375" cy="1582738"/>
          </a:xfrm>
        </p:grpSpPr>
        <p:sp>
          <p:nvSpPr>
            <p:cNvPr id="132" name="Freeform 108"/>
            <p:cNvSpPr>
              <a:spLocks/>
            </p:cNvSpPr>
            <p:nvPr/>
          </p:nvSpPr>
          <p:spPr bwMode="auto">
            <a:xfrm>
              <a:off x="8299451" y="3406775"/>
              <a:ext cx="173038" cy="322263"/>
            </a:xfrm>
            <a:custGeom>
              <a:avLst/>
              <a:gdLst>
                <a:gd name="T0" fmla="*/ 104 w 104"/>
                <a:gd name="T1" fmla="*/ 193 h 193"/>
                <a:gd name="T2" fmla="*/ 104 w 104"/>
                <a:gd name="T3" fmla="*/ 129 h 193"/>
                <a:gd name="T4" fmla="*/ 104 w 104"/>
                <a:gd name="T5" fmla="*/ 53 h 193"/>
                <a:gd name="T6" fmla="*/ 104 w 104"/>
                <a:gd name="T7" fmla="*/ 7 h 193"/>
                <a:gd name="T8" fmla="*/ 51 w 104"/>
                <a:gd name="T9" fmla="*/ 15 h 193"/>
                <a:gd name="T10" fmla="*/ 51 w 104"/>
                <a:gd name="T11" fmla="*/ 15 h 193"/>
                <a:gd name="T12" fmla="*/ 50 w 104"/>
                <a:gd name="T13" fmla="*/ 15 h 193"/>
                <a:gd name="T14" fmla="*/ 30 w 104"/>
                <a:gd name="T15" fmla="*/ 13 h 193"/>
                <a:gd name="T16" fmla="*/ 7 w 104"/>
                <a:gd name="T17" fmla="*/ 1 h 193"/>
                <a:gd name="T18" fmla="*/ 6 w 104"/>
                <a:gd name="T19" fmla="*/ 0 h 193"/>
                <a:gd name="T20" fmla="*/ 2 w 104"/>
                <a:gd name="T21" fmla="*/ 53 h 193"/>
                <a:gd name="T22" fmla="*/ 104 w 104"/>
                <a:gd name="T23" fmla="*/ 19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4" h="193">
                  <a:moveTo>
                    <a:pt x="104" y="193"/>
                  </a:moveTo>
                  <a:cubicBezTo>
                    <a:pt x="104" y="129"/>
                    <a:pt x="104" y="129"/>
                    <a:pt x="104" y="129"/>
                  </a:cubicBezTo>
                  <a:cubicBezTo>
                    <a:pt x="104" y="53"/>
                    <a:pt x="104" y="53"/>
                    <a:pt x="104" y="53"/>
                  </a:cubicBezTo>
                  <a:cubicBezTo>
                    <a:pt x="104" y="7"/>
                    <a:pt x="104" y="7"/>
                    <a:pt x="104" y="7"/>
                  </a:cubicBezTo>
                  <a:cubicBezTo>
                    <a:pt x="82" y="12"/>
                    <a:pt x="65" y="15"/>
                    <a:pt x="51" y="15"/>
                  </a:cubicBezTo>
                  <a:cubicBezTo>
                    <a:pt x="51" y="15"/>
                    <a:pt x="51" y="15"/>
                    <a:pt x="51" y="15"/>
                  </a:cubicBezTo>
                  <a:cubicBezTo>
                    <a:pt x="50" y="15"/>
                    <a:pt x="50" y="15"/>
                    <a:pt x="50" y="15"/>
                  </a:cubicBezTo>
                  <a:cubicBezTo>
                    <a:pt x="43" y="15"/>
                    <a:pt x="36" y="14"/>
                    <a:pt x="30" y="13"/>
                  </a:cubicBezTo>
                  <a:cubicBezTo>
                    <a:pt x="21" y="11"/>
                    <a:pt x="14" y="7"/>
                    <a:pt x="7" y="1"/>
                  </a:cubicBezTo>
                  <a:cubicBezTo>
                    <a:pt x="7" y="1"/>
                    <a:pt x="7" y="0"/>
                    <a:pt x="6" y="0"/>
                  </a:cubicBezTo>
                  <a:cubicBezTo>
                    <a:pt x="2" y="16"/>
                    <a:pt x="0" y="33"/>
                    <a:pt x="2" y="53"/>
                  </a:cubicBezTo>
                  <a:cubicBezTo>
                    <a:pt x="6" y="98"/>
                    <a:pt x="49" y="173"/>
                    <a:pt x="104" y="19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3" name="Freeform 109"/>
            <p:cNvSpPr>
              <a:spLocks/>
            </p:cNvSpPr>
            <p:nvPr/>
          </p:nvSpPr>
          <p:spPr bwMode="auto">
            <a:xfrm>
              <a:off x="8486776" y="3113088"/>
              <a:ext cx="523875" cy="1246188"/>
            </a:xfrm>
            <a:custGeom>
              <a:avLst/>
              <a:gdLst>
                <a:gd name="T0" fmla="*/ 185 w 314"/>
                <a:gd name="T1" fmla="*/ 0 h 746"/>
                <a:gd name="T2" fmla="*/ 62 w 314"/>
                <a:gd name="T3" fmla="*/ 0 h 746"/>
                <a:gd name="T4" fmla="*/ 63 w 314"/>
                <a:gd name="T5" fmla="*/ 26 h 746"/>
                <a:gd name="T6" fmla="*/ 59 w 314"/>
                <a:gd name="T7" fmla="*/ 91 h 746"/>
                <a:gd name="T8" fmla="*/ 58 w 314"/>
                <a:gd name="T9" fmla="*/ 101 h 746"/>
                <a:gd name="T10" fmla="*/ 69 w 314"/>
                <a:gd name="T11" fmla="*/ 118 h 746"/>
                <a:gd name="T12" fmla="*/ 51 w 314"/>
                <a:gd name="T13" fmla="*/ 165 h 746"/>
                <a:gd name="T14" fmla="*/ 32 w 314"/>
                <a:gd name="T15" fmla="*/ 225 h 746"/>
                <a:gd name="T16" fmla="*/ 0 w 314"/>
                <a:gd name="T17" fmla="*/ 248 h 746"/>
                <a:gd name="T18" fmla="*/ 0 w 314"/>
                <a:gd name="T19" fmla="*/ 697 h 746"/>
                <a:gd name="T20" fmla="*/ 49 w 314"/>
                <a:gd name="T21" fmla="*/ 746 h 746"/>
                <a:gd name="T22" fmla="*/ 99 w 314"/>
                <a:gd name="T23" fmla="*/ 697 h 746"/>
                <a:gd name="T24" fmla="*/ 99 w 314"/>
                <a:gd name="T25" fmla="*/ 336 h 746"/>
                <a:gd name="T26" fmla="*/ 117 w 314"/>
                <a:gd name="T27" fmla="*/ 336 h 746"/>
                <a:gd name="T28" fmla="*/ 117 w 314"/>
                <a:gd name="T29" fmla="*/ 697 h 746"/>
                <a:gd name="T30" fmla="*/ 167 w 314"/>
                <a:gd name="T31" fmla="*/ 746 h 746"/>
                <a:gd name="T32" fmla="*/ 216 w 314"/>
                <a:gd name="T33" fmla="*/ 697 h 746"/>
                <a:gd name="T34" fmla="*/ 216 w 314"/>
                <a:gd name="T35" fmla="*/ 87 h 746"/>
                <a:gd name="T36" fmla="*/ 224 w 314"/>
                <a:gd name="T37" fmla="*/ 102 h 746"/>
                <a:gd name="T38" fmla="*/ 229 w 314"/>
                <a:gd name="T39" fmla="*/ 115 h 746"/>
                <a:gd name="T40" fmla="*/ 250 w 314"/>
                <a:gd name="T41" fmla="*/ 277 h 746"/>
                <a:gd name="T42" fmla="*/ 248 w 314"/>
                <a:gd name="T43" fmla="*/ 350 h 746"/>
                <a:gd name="T44" fmla="*/ 278 w 314"/>
                <a:gd name="T45" fmla="*/ 384 h 746"/>
                <a:gd name="T46" fmla="*/ 280 w 314"/>
                <a:gd name="T47" fmla="*/ 384 h 746"/>
                <a:gd name="T48" fmla="*/ 312 w 314"/>
                <a:gd name="T49" fmla="*/ 354 h 746"/>
                <a:gd name="T50" fmla="*/ 314 w 314"/>
                <a:gd name="T51" fmla="*/ 277 h 746"/>
                <a:gd name="T52" fmla="*/ 268 w 314"/>
                <a:gd name="T53" fmla="*/ 50 h 746"/>
                <a:gd name="T54" fmla="*/ 225 w 314"/>
                <a:gd name="T55" fmla="*/ 10 h 746"/>
                <a:gd name="T56" fmla="*/ 214 w 314"/>
                <a:gd name="T57" fmla="*/ 5 h 746"/>
                <a:gd name="T58" fmla="*/ 193 w 314"/>
                <a:gd name="T59" fmla="*/ 1 h 746"/>
                <a:gd name="T60" fmla="*/ 185 w 314"/>
                <a:gd name="T61" fmla="*/ 0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14" h="746">
                  <a:moveTo>
                    <a:pt x="185" y="0"/>
                  </a:moveTo>
                  <a:cubicBezTo>
                    <a:pt x="62" y="0"/>
                    <a:pt x="62" y="0"/>
                    <a:pt x="62" y="0"/>
                  </a:cubicBezTo>
                  <a:cubicBezTo>
                    <a:pt x="62" y="6"/>
                    <a:pt x="63" y="15"/>
                    <a:pt x="63" y="26"/>
                  </a:cubicBezTo>
                  <a:cubicBezTo>
                    <a:pt x="63" y="44"/>
                    <a:pt x="62" y="67"/>
                    <a:pt x="59" y="91"/>
                  </a:cubicBezTo>
                  <a:cubicBezTo>
                    <a:pt x="59" y="94"/>
                    <a:pt x="58" y="98"/>
                    <a:pt x="58" y="101"/>
                  </a:cubicBezTo>
                  <a:cubicBezTo>
                    <a:pt x="63" y="106"/>
                    <a:pt x="67" y="111"/>
                    <a:pt x="69" y="118"/>
                  </a:cubicBezTo>
                  <a:cubicBezTo>
                    <a:pt x="75" y="137"/>
                    <a:pt x="67" y="156"/>
                    <a:pt x="51" y="165"/>
                  </a:cubicBezTo>
                  <a:cubicBezTo>
                    <a:pt x="47" y="187"/>
                    <a:pt x="42" y="208"/>
                    <a:pt x="32" y="225"/>
                  </a:cubicBezTo>
                  <a:cubicBezTo>
                    <a:pt x="25" y="236"/>
                    <a:pt x="14" y="246"/>
                    <a:pt x="0" y="248"/>
                  </a:cubicBezTo>
                  <a:cubicBezTo>
                    <a:pt x="0" y="697"/>
                    <a:pt x="0" y="697"/>
                    <a:pt x="0" y="697"/>
                  </a:cubicBezTo>
                  <a:cubicBezTo>
                    <a:pt x="0" y="724"/>
                    <a:pt x="22" y="746"/>
                    <a:pt x="49" y="746"/>
                  </a:cubicBezTo>
                  <a:cubicBezTo>
                    <a:pt x="77" y="746"/>
                    <a:pt x="99" y="724"/>
                    <a:pt x="99" y="697"/>
                  </a:cubicBezTo>
                  <a:cubicBezTo>
                    <a:pt x="99" y="336"/>
                    <a:pt x="99" y="336"/>
                    <a:pt x="99" y="336"/>
                  </a:cubicBezTo>
                  <a:cubicBezTo>
                    <a:pt x="117" y="336"/>
                    <a:pt x="117" y="336"/>
                    <a:pt x="117" y="336"/>
                  </a:cubicBezTo>
                  <a:cubicBezTo>
                    <a:pt x="117" y="697"/>
                    <a:pt x="117" y="697"/>
                    <a:pt x="117" y="697"/>
                  </a:cubicBezTo>
                  <a:cubicBezTo>
                    <a:pt x="117" y="724"/>
                    <a:pt x="139" y="746"/>
                    <a:pt x="167" y="746"/>
                  </a:cubicBezTo>
                  <a:cubicBezTo>
                    <a:pt x="194" y="746"/>
                    <a:pt x="216" y="724"/>
                    <a:pt x="216" y="697"/>
                  </a:cubicBezTo>
                  <a:cubicBezTo>
                    <a:pt x="216" y="87"/>
                    <a:pt x="216" y="87"/>
                    <a:pt x="216" y="87"/>
                  </a:cubicBezTo>
                  <a:cubicBezTo>
                    <a:pt x="219" y="91"/>
                    <a:pt x="221" y="96"/>
                    <a:pt x="224" y="102"/>
                  </a:cubicBezTo>
                  <a:cubicBezTo>
                    <a:pt x="226" y="106"/>
                    <a:pt x="228" y="110"/>
                    <a:pt x="229" y="115"/>
                  </a:cubicBezTo>
                  <a:cubicBezTo>
                    <a:pt x="240" y="146"/>
                    <a:pt x="250" y="197"/>
                    <a:pt x="250" y="277"/>
                  </a:cubicBezTo>
                  <a:cubicBezTo>
                    <a:pt x="250" y="299"/>
                    <a:pt x="249" y="324"/>
                    <a:pt x="248" y="350"/>
                  </a:cubicBezTo>
                  <a:cubicBezTo>
                    <a:pt x="247" y="368"/>
                    <a:pt x="260" y="383"/>
                    <a:pt x="278" y="384"/>
                  </a:cubicBezTo>
                  <a:cubicBezTo>
                    <a:pt x="278" y="384"/>
                    <a:pt x="279" y="384"/>
                    <a:pt x="280" y="384"/>
                  </a:cubicBezTo>
                  <a:cubicBezTo>
                    <a:pt x="296" y="384"/>
                    <a:pt x="311" y="371"/>
                    <a:pt x="312" y="354"/>
                  </a:cubicBezTo>
                  <a:cubicBezTo>
                    <a:pt x="313" y="326"/>
                    <a:pt x="314" y="301"/>
                    <a:pt x="314" y="277"/>
                  </a:cubicBezTo>
                  <a:cubicBezTo>
                    <a:pt x="314" y="157"/>
                    <a:pt x="294" y="90"/>
                    <a:pt x="268" y="50"/>
                  </a:cubicBezTo>
                  <a:cubicBezTo>
                    <a:pt x="255" y="30"/>
                    <a:pt x="240" y="17"/>
                    <a:pt x="225" y="10"/>
                  </a:cubicBezTo>
                  <a:cubicBezTo>
                    <a:pt x="221" y="8"/>
                    <a:pt x="218" y="6"/>
                    <a:pt x="214" y="5"/>
                  </a:cubicBezTo>
                  <a:cubicBezTo>
                    <a:pt x="205" y="2"/>
                    <a:pt x="198" y="1"/>
                    <a:pt x="193" y="1"/>
                  </a:cubicBezTo>
                  <a:cubicBezTo>
                    <a:pt x="190" y="1"/>
                    <a:pt x="188" y="0"/>
                    <a:pt x="185"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4" name="Freeform 110"/>
            <p:cNvSpPr>
              <a:spLocks/>
            </p:cNvSpPr>
            <p:nvPr/>
          </p:nvSpPr>
          <p:spPr bwMode="auto">
            <a:xfrm>
              <a:off x="8486776" y="3409950"/>
              <a:ext cx="26988" cy="60325"/>
            </a:xfrm>
            <a:custGeom>
              <a:avLst/>
              <a:gdLst>
                <a:gd name="T0" fmla="*/ 5 w 16"/>
                <a:gd name="T1" fmla="*/ 31 h 37"/>
                <a:gd name="T2" fmla="*/ 16 w 16"/>
                <a:gd name="T3" fmla="*/ 0 h 37"/>
                <a:gd name="T4" fmla="*/ 0 w 16"/>
                <a:gd name="T5" fmla="*/ 4 h 37"/>
                <a:gd name="T6" fmla="*/ 0 w 16"/>
                <a:gd name="T7" fmla="*/ 37 h 37"/>
                <a:gd name="T8" fmla="*/ 5 w 16"/>
                <a:gd name="T9" fmla="*/ 31 h 37"/>
              </a:gdLst>
              <a:ahLst/>
              <a:cxnLst>
                <a:cxn ang="0">
                  <a:pos x="T0" y="T1"/>
                </a:cxn>
                <a:cxn ang="0">
                  <a:pos x="T2" y="T3"/>
                </a:cxn>
                <a:cxn ang="0">
                  <a:pos x="T4" y="T5"/>
                </a:cxn>
                <a:cxn ang="0">
                  <a:pos x="T6" y="T7"/>
                </a:cxn>
                <a:cxn ang="0">
                  <a:pos x="T8" y="T9"/>
                </a:cxn>
              </a:cxnLst>
              <a:rect l="0" t="0" r="r" b="b"/>
              <a:pathLst>
                <a:path w="16" h="37">
                  <a:moveTo>
                    <a:pt x="5" y="31"/>
                  </a:moveTo>
                  <a:cubicBezTo>
                    <a:pt x="9" y="24"/>
                    <a:pt x="13" y="13"/>
                    <a:pt x="16" y="0"/>
                  </a:cubicBezTo>
                  <a:cubicBezTo>
                    <a:pt x="10" y="1"/>
                    <a:pt x="5" y="3"/>
                    <a:pt x="0" y="4"/>
                  </a:cubicBezTo>
                  <a:cubicBezTo>
                    <a:pt x="0" y="37"/>
                    <a:pt x="0" y="37"/>
                    <a:pt x="0" y="37"/>
                  </a:cubicBezTo>
                  <a:cubicBezTo>
                    <a:pt x="1" y="36"/>
                    <a:pt x="3" y="34"/>
                    <a:pt x="5" y="3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5" name="Oval 111"/>
            <p:cNvSpPr>
              <a:spLocks noChangeArrowheads="1"/>
            </p:cNvSpPr>
            <p:nvPr/>
          </p:nvSpPr>
          <p:spPr bwMode="auto">
            <a:xfrm>
              <a:off x="8516938" y="2776538"/>
              <a:ext cx="300038" cy="300038"/>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6" name="Freeform 112"/>
            <p:cNvSpPr>
              <a:spLocks/>
            </p:cNvSpPr>
            <p:nvPr/>
          </p:nvSpPr>
          <p:spPr bwMode="auto">
            <a:xfrm>
              <a:off x="8296276" y="3109913"/>
              <a:ext cx="301625" cy="309563"/>
            </a:xfrm>
            <a:custGeom>
              <a:avLst/>
              <a:gdLst>
                <a:gd name="T0" fmla="*/ 14 w 181"/>
                <a:gd name="T1" fmla="*/ 173 h 185"/>
                <a:gd name="T2" fmla="*/ 14 w 181"/>
                <a:gd name="T3" fmla="*/ 173 h 185"/>
                <a:gd name="T4" fmla="*/ 34 w 181"/>
                <a:gd name="T5" fmla="*/ 183 h 185"/>
                <a:gd name="T6" fmla="*/ 52 w 181"/>
                <a:gd name="T7" fmla="*/ 185 h 185"/>
                <a:gd name="T8" fmla="*/ 155 w 181"/>
                <a:gd name="T9" fmla="*/ 163 h 185"/>
                <a:gd name="T10" fmla="*/ 176 w 181"/>
                <a:gd name="T11" fmla="*/ 123 h 185"/>
                <a:gd name="T12" fmla="*/ 135 w 181"/>
                <a:gd name="T13" fmla="*/ 102 h 185"/>
                <a:gd name="T14" fmla="*/ 52 w 181"/>
                <a:gd name="T15" fmla="*/ 121 h 185"/>
                <a:gd name="T16" fmla="*/ 52 w 181"/>
                <a:gd name="T17" fmla="*/ 121 h 185"/>
                <a:gd name="T18" fmla="*/ 106 w 181"/>
                <a:gd name="T19" fmla="*/ 103 h 185"/>
                <a:gd name="T20" fmla="*/ 106 w 181"/>
                <a:gd name="T21" fmla="*/ 102 h 185"/>
                <a:gd name="T22" fmla="*/ 114 w 181"/>
                <a:gd name="T23" fmla="*/ 95 h 185"/>
                <a:gd name="T24" fmla="*/ 114 w 181"/>
                <a:gd name="T25" fmla="*/ 101 h 185"/>
                <a:gd name="T26" fmla="*/ 133 w 181"/>
                <a:gd name="T27" fmla="*/ 94 h 185"/>
                <a:gd name="T28" fmla="*/ 141 w 181"/>
                <a:gd name="T29" fmla="*/ 93 h 185"/>
                <a:gd name="T30" fmla="*/ 141 w 181"/>
                <a:gd name="T31" fmla="*/ 90 h 185"/>
                <a:gd name="T32" fmla="*/ 145 w 181"/>
                <a:gd name="T33" fmla="*/ 28 h 185"/>
                <a:gd name="T34" fmla="*/ 144 w 181"/>
                <a:gd name="T35" fmla="*/ 6 h 185"/>
                <a:gd name="T36" fmla="*/ 144 w 181"/>
                <a:gd name="T37" fmla="*/ 0 h 185"/>
                <a:gd name="T38" fmla="*/ 124 w 181"/>
                <a:gd name="T39" fmla="*/ 6 h 185"/>
                <a:gd name="T40" fmla="*/ 109 w 181"/>
                <a:gd name="T41" fmla="*/ 17 h 185"/>
                <a:gd name="T42" fmla="*/ 67 w 181"/>
                <a:gd name="T43" fmla="*/ 51 h 185"/>
                <a:gd name="T44" fmla="*/ 25 w 181"/>
                <a:gd name="T45" fmla="*/ 91 h 185"/>
                <a:gd name="T46" fmla="*/ 9 w 181"/>
                <a:gd name="T47" fmla="*/ 112 h 185"/>
                <a:gd name="T48" fmla="*/ 0 w 181"/>
                <a:gd name="T49" fmla="*/ 142 h 185"/>
                <a:gd name="T50" fmla="*/ 11 w 181"/>
                <a:gd name="T51" fmla="*/ 170 h 185"/>
                <a:gd name="T52" fmla="*/ 11 w 181"/>
                <a:gd name="T53" fmla="*/ 170 h 185"/>
                <a:gd name="T54" fmla="*/ 14 w 181"/>
                <a:gd name="T55" fmla="*/ 173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1" h="185">
                  <a:moveTo>
                    <a:pt x="14" y="173"/>
                  </a:moveTo>
                  <a:cubicBezTo>
                    <a:pt x="14" y="173"/>
                    <a:pt x="14" y="173"/>
                    <a:pt x="14" y="173"/>
                  </a:cubicBezTo>
                  <a:cubicBezTo>
                    <a:pt x="21" y="179"/>
                    <a:pt x="28" y="181"/>
                    <a:pt x="34" y="183"/>
                  </a:cubicBezTo>
                  <a:cubicBezTo>
                    <a:pt x="40" y="184"/>
                    <a:pt x="46" y="185"/>
                    <a:pt x="52" y="185"/>
                  </a:cubicBezTo>
                  <a:cubicBezTo>
                    <a:pt x="77" y="185"/>
                    <a:pt x="107" y="178"/>
                    <a:pt x="155" y="163"/>
                  </a:cubicBezTo>
                  <a:cubicBezTo>
                    <a:pt x="171" y="158"/>
                    <a:pt x="181" y="140"/>
                    <a:pt x="176" y="123"/>
                  </a:cubicBezTo>
                  <a:cubicBezTo>
                    <a:pt x="170" y="106"/>
                    <a:pt x="152" y="97"/>
                    <a:pt x="135" y="102"/>
                  </a:cubicBezTo>
                  <a:cubicBezTo>
                    <a:pt x="91" y="116"/>
                    <a:pt x="63" y="121"/>
                    <a:pt x="52" y="121"/>
                  </a:cubicBezTo>
                  <a:cubicBezTo>
                    <a:pt x="52" y="121"/>
                    <a:pt x="52" y="121"/>
                    <a:pt x="52" y="121"/>
                  </a:cubicBezTo>
                  <a:cubicBezTo>
                    <a:pt x="60" y="118"/>
                    <a:pt x="81" y="111"/>
                    <a:pt x="106" y="103"/>
                  </a:cubicBezTo>
                  <a:cubicBezTo>
                    <a:pt x="106" y="102"/>
                    <a:pt x="106" y="102"/>
                    <a:pt x="106" y="102"/>
                  </a:cubicBezTo>
                  <a:cubicBezTo>
                    <a:pt x="108" y="100"/>
                    <a:pt x="111" y="98"/>
                    <a:pt x="114" y="95"/>
                  </a:cubicBezTo>
                  <a:cubicBezTo>
                    <a:pt x="114" y="101"/>
                    <a:pt x="114" y="101"/>
                    <a:pt x="114" y="101"/>
                  </a:cubicBezTo>
                  <a:cubicBezTo>
                    <a:pt x="120" y="99"/>
                    <a:pt x="126" y="96"/>
                    <a:pt x="133" y="94"/>
                  </a:cubicBezTo>
                  <a:cubicBezTo>
                    <a:pt x="135" y="94"/>
                    <a:pt x="138" y="93"/>
                    <a:pt x="141" y="93"/>
                  </a:cubicBezTo>
                  <a:cubicBezTo>
                    <a:pt x="141" y="92"/>
                    <a:pt x="141" y="91"/>
                    <a:pt x="141" y="90"/>
                  </a:cubicBezTo>
                  <a:cubicBezTo>
                    <a:pt x="144" y="67"/>
                    <a:pt x="145" y="45"/>
                    <a:pt x="145" y="28"/>
                  </a:cubicBezTo>
                  <a:cubicBezTo>
                    <a:pt x="145" y="19"/>
                    <a:pt x="144" y="11"/>
                    <a:pt x="144" y="6"/>
                  </a:cubicBezTo>
                  <a:cubicBezTo>
                    <a:pt x="144" y="3"/>
                    <a:pt x="144" y="2"/>
                    <a:pt x="144" y="0"/>
                  </a:cubicBezTo>
                  <a:cubicBezTo>
                    <a:pt x="137" y="0"/>
                    <a:pt x="130" y="2"/>
                    <a:pt x="124" y="6"/>
                  </a:cubicBezTo>
                  <a:cubicBezTo>
                    <a:pt x="124" y="6"/>
                    <a:pt x="118" y="10"/>
                    <a:pt x="109" y="17"/>
                  </a:cubicBezTo>
                  <a:cubicBezTo>
                    <a:pt x="98" y="25"/>
                    <a:pt x="83" y="38"/>
                    <a:pt x="67" y="51"/>
                  </a:cubicBezTo>
                  <a:cubicBezTo>
                    <a:pt x="52" y="64"/>
                    <a:pt x="37" y="77"/>
                    <a:pt x="25" y="91"/>
                  </a:cubicBezTo>
                  <a:cubicBezTo>
                    <a:pt x="19" y="98"/>
                    <a:pt x="14" y="104"/>
                    <a:pt x="9" y="112"/>
                  </a:cubicBezTo>
                  <a:cubicBezTo>
                    <a:pt x="5" y="120"/>
                    <a:pt x="0" y="128"/>
                    <a:pt x="0" y="142"/>
                  </a:cubicBezTo>
                  <a:cubicBezTo>
                    <a:pt x="0" y="150"/>
                    <a:pt x="4" y="162"/>
                    <a:pt x="11" y="170"/>
                  </a:cubicBezTo>
                  <a:cubicBezTo>
                    <a:pt x="11" y="170"/>
                    <a:pt x="11" y="170"/>
                    <a:pt x="11" y="170"/>
                  </a:cubicBezTo>
                  <a:cubicBezTo>
                    <a:pt x="12" y="171"/>
                    <a:pt x="13" y="172"/>
                    <a:pt x="14" y="17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37" name="组合 136"/>
          <p:cNvGrpSpPr/>
          <p:nvPr/>
        </p:nvGrpSpPr>
        <p:grpSpPr>
          <a:xfrm>
            <a:off x="9858376" y="4814888"/>
            <a:ext cx="803275" cy="1584325"/>
            <a:chOff x="9858376" y="4814888"/>
            <a:chExt cx="803275" cy="1584325"/>
          </a:xfrm>
        </p:grpSpPr>
        <p:sp>
          <p:nvSpPr>
            <p:cNvPr id="138" name="Freeform 113"/>
            <p:cNvSpPr>
              <a:spLocks noEditPoints="1"/>
            </p:cNvSpPr>
            <p:nvPr/>
          </p:nvSpPr>
          <p:spPr bwMode="auto">
            <a:xfrm>
              <a:off x="9858376" y="5154613"/>
              <a:ext cx="720725" cy="1244600"/>
            </a:xfrm>
            <a:custGeom>
              <a:avLst/>
              <a:gdLst>
                <a:gd name="T0" fmla="*/ 246 w 432"/>
                <a:gd name="T1" fmla="*/ 541 h 746"/>
                <a:gd name="T2" fmla="*/ 233 w 432"/>
                <a:gd name="T3" fmla="*/ 407 h 746"/>
                <a:gd name="T4" fmla="*/ 282 w 432"/>
                <a:gd name="T5" fmla="*/ 387 h 746"/>
                <a:gd name="T6" fmla="*/ 308 w 432"/>
                <a:gd name="T7" fmla="*/ 340 h 746"/>
                <a:gd name="T8" fmla="*/ 315 w 432"/>
                <a:gd name="T9" fmla="*/ 114 h 746"/>
                <a:gd name="T10" fmla="*/ 334 w 432"/>
                <a:gd name="T11" fmla="*/ 340 h 746"/>
                <a:gd name="T12" fmla="*/ 310 w 432"/>
                <a:gd name="T13" fmla="*/ 348 h 746"/>
                <a:gd name="T14" fmla="*/ 290 w 432"/>
                <a:gd name="T15" fmla="*/ 387 h 746"/>
                <a:gd name="T16" fmla="*/ 306 w 432"/>
                <a:gd name="T17" fmla="*/ 368 h 746"/>
                <a:gd name="T18" fmla="*/ 336 w 432"/>
                <a:gd name="T19" fmla="*/ 364 h 746"/>
                <a:gd name="T20" fmla="*/ 363 w 432"/>
                <a:gd name="T21" fmla="*/ 383 h 746"/>
                <a:gd name="T22" fmla="*/ 390 w 432"/>
                <a:gd name="T23" fmla="*/ 372 h 746"/>
                <a:gd name="T24" fmla="*/ 412 w 432"/>
                <a:gd name="T25" fmla="*/ 364 h 746"/>
                <a:gd name="T26" fmla="*/ 416 w 432"/>
                <a:gd name="T27" fmla="*/ 387 h 746"/>
                <a:gd name="T28" fmla="*/ 432 w 432"/>
                <a:gd name="T29" fmla="*/ 368 h 746"/>
                <a:gd name="T30" fmla="*/ 398 w 432"/>
                <a:gd name="T31" fmla="*/ 348 h 746"/>
                <a:gd name="T32" fmla="*/ 400 w 432"/>
                <a:gd name="T33" fmla="*/ 277 h 746"/>
                <a:gd name="T34" fmla="*/ 311 w 432"/>
                <a:gd name="T35" fmla="*/ 9 h 746"/>
                <a:gd name="T36" fmla="*/ 277 w 432"/>
                <a:gd name="T37" fmla="*/ 0 h 746"/>
                <a:gd name="T38" fmla="*/ 113 w 432"/>
                <a:gd name="T39" fmla="*/ 1 h 746"/>
                <a:gd name="T40" fmla="*/ 27 w 432"/>
                <a:gd name="T41" fmla="*/ 85 h 746"/>
                <a:gd name="T42" fmla="*/ 2 w 432"/>
                <a:gd name="T43" fmla="*/ 353 h 746"/>
                <a:gd name="T44" fmla="*/ 36 w 432"/>
                <a:gd name="T45" fmla="*/ 383 h 746"/>
                <a:gd name="T46" fmla="*/ 64 w 432"/>
                <a:gd name="T47" fmla="*/ 277 h 746"/>
                <a:gd name="T48" fmla="*/ 91 w 432"/>
                <a:gd name="T49" fmla="*/ 696 h 746"/>
                <a:gd name="T50" fmla="*/ 190 w 432"/>
                <a:gd name="T51" fmla="*/ 696 h 746"/>
                <a:gd name="T52" fmla="*/ 209 w 432"/>
                <a:gd name="T53" fmla="*/ 335 h 746"/>
                <a:gd name="T54" fmla="*/ 258 w 432"/>
                <a:gd name="T55" fmla="*/ 746 h 746"/>
                <a:gd name="T56" fmla="*/ 308 w 432"/>
                <a:gd name="T57" fmla="*/ 595 h 746"/>
                <a:gd name="T58" fmla="*/ 246 w 432"/>
                <a:gd name="T59" fmla="*/ 575 h 746"/>
                <a:gd name="T60" fmla="*/ 200 w 432"/>
                <a:gd name="T61" fmla="*/ 27 h 746"/>
                <a:gd name="T62" fmla="*/ 222 w 432"/>
                <a:gd name="T63" fmla="*/ 57 h 746"/>
                <a:gd name="T64" fmla="*/ 200 w 432"/>
                <a:gd name="T65" fmla="*/ 67 h 746"/>
                <a:gd name="T66" fmla="*/ 177 w 432"/>
                <a:gd name="T67" fmla="*/ 57 h 746"/>
                <a:gd name="T68" fmla="*/ 200 w 432"/>
                <a:gd name="T69" fmla="*/ 285 h 746"/>
                <a:gd name="T70" fmla="*/ 184 w 432"/>
                <a:gd name="T71" fmla="*/ 76 h 746"/>
                <a:gd name="T72" fmla="*/ 200 w 432"/>
                <a:gd name="T73" fmla="*/ 79 h 746"/>
                <a:gd name="T74" fmla="*/ 216 w 432"/>
                <a:gd name="T75" fmla="*/ 76 h 746"/>
                <a:gd name="T76" fmla="*/ 200 w 432"/>
                <a:gd name="T77" fmla="*/ 285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32" h="746">
                  <a:moveTo>
                    <a:pt x="246" y="575"/>
                  </a:moveTo>
                  <a:cubicBezTo>
                    <a:pt x="246" y="541"/>
                    <a:pt x="246" y="541"/>
                    <a:pt x="246" y="541"/>
                  </a:cubicBezTo>
                  <a:cubicBezTo>
                    <a:pt x="238" y="538"/>
                    <a:pt x="233" y="531"/>
                    <a:pt x="233" y="523"/>
                  </a:cubicBezTo>
                  <a:cubicBezTo>
                    <a:pt x="233" y="407"/>
                    <a:pt x="233" y="407"/>
                    <a:pt x="233" y="407"/>
                  </a:cubicBezTo>
                  <a:cubicBezTo>
                    <a:pt x="233" y="396"/>
                    <a:pt x="242" y="387"/>
                    <a:pt x="253" y="387"/>
                  </a:cubicBezTo>
                  <a:cubicBezTo>
                    <a:pt x="282" y="387"/>
                    <a:pt x="282" y="387"/>
                    <a:pt x="282" y="387"/>
                  </a:cubicBezTo>
                  <a:cubicBezTo>
                    <a:pt x="282" y="368"/>
                    <a:pt x="282" y="368"/>
                    <a:pt x="282" y="368"/>
                  </a:cubicBezTo>
                  <a:cubicBezTo>
                    <a:pt x="282" y="353"/>
                    <a:pt x="294" y="342"/>
                    <a:pt x="308" y="340"/>
                  </a:cubicBezTo>
                  <a:cubicBezTo>
                    <a:pt x="308" y="97"/>
                    <a:pt x="308" y="97"/>
                    <a:pt x="308" y="97"/>
                  </a:cubicBezTo>
                  <a:cubicBezTo>
                    <a:pt x="310" y="102"/>
                    <a:pt x="313" y="108"/>
                    <a:pt x="315" y="114"/>
                  </a:cubicBezTo>
                  <a:cubicBezTo>
                    <a:pt x="326" y="145"/>
                    <a:pt x="336" y="197"/>
                    <a:pt x="336" y="277"/>
                  </a:cubicBezTo>
                  <a:cubicBezTo>
                    <a:pt x="336" y="296"/>
                    <a:pt x="335" y="317"/>
                    <a:pt x="334" y="340"/>
                  </a:cubicBezTo>
                  <a:cubicBezTo>
                    <a:pt x="334" y="343"/>
                    <a:pt x="334" y="345"/>
                    <a:pt x="333" y="348"/>
                  </a:cubicBezTo>
                  <a:cubicBezTo>
                    <a:pt x="310" y="348"/>
                    <a:pt x="310" y="348"/>
                    <a:pt x="310" y="348"/>
                  </a:cubicBezTo>
                  <a:cubicBezTo>
                    <a:pt x="299" y="348"/>
                    <a:pt x="290" y="357"/>
                    <a:pt x="290" y="368"/>
                  </a:cubicBezTo>
                  <a:cubicBezTo>
                    <a:pt x="290" y="387"/>
                    <a:pt x="290" y="387"/>
                    <a:pt x="290" y="387"/>
                  </a:cubicBezTo>
                  <a:cubicBezTo>
                    <a:pt x="306" y="387"/>
                    <a:pt x="306" y="387"/>
                    <a:pt x="306" y="387"/>
                  </a:cubicBezTo>
                  <a:cubicBezTo>
                    <a:pt x="306" y="368"/>
                    <a:pt x="306" y="368"/>
                    <a:pt x="306" y="368"/>
                  </a:cubicBezTo>
                  <a:cubicBezTo>
                    <a:pt x="306" y="366"/>
                    <a:pt x="308" y="364"/>
                    <a:pt x="310" y="364"/>
                  </a:cubicBezTo>
                  <a:cubicBezTo>
                    <a:pt x="336" y="364"/>
                    <a:pt x="336" y="364"/>
                    <a:pt x="336" y="364"/>
                  </a:cubicBezTo>
                  <a:cubicBezTo>
                    <a:pt x="337" y="367"/>
                    <a:pt x="339" y="370"/>
                    <a:pt x="341" y="372"/>
                  </a:cubicBezTo>
                  <a:cubicBezTo>
                    <a:pt x="346" y="379"/>
                    <a:pt x="354" y="383"/>
                    <a:pt x="363" y="383"/>
                  </a:cubicBezTo>
                  <a:cubicBezTo>
                    <a:pt x="364" y="383"/>
                    <a:pt x="365" y="384"/>
                    <a:pt x="365" y="384"/>
                  </a:cubicBezTo>
                  <a:cubicBezTo>
                    <a:pt x="375" y="384"/>
                    <a:pt x="384" y="379"/>
                    <a:pt x="390" y="372"/>
                  </a:cubicBezTo>
                  <a:cubicBezTo>
                    <a:pt x="392" y="370"/>
                    <a:pt x="394" y="367"/>
                    <a:pt x="395" y="364"/>
                  </a:cubicBezTo>
                  <a:cubicBezTo>
                    <a:pt x="412" y="364"/>
                    <a:pt x="412" y="364"/>
                    <a:pt x="412" y="364"/>
                  </a:cubicBezTo>
                  <a:cubicBezTo>
                    <a:pt x="414" y="364"/>
                    <a:pt x="416" y="366"/>
                    <a:pt x="416" y="368"/>
                  </a:cubicBezTo>
                  <a:cubicBezTo>
                    <a:pt x="416" y="387"/>
                    <a:pt x="416" y="387"/>
                    <a:pt x="416" y="387"/>
                  </a:cubicBezTo>
                  <a:cubicBezTo>
                    <a:pt x="432" y="387"/>
                    <a:pt x="432" y="387"/>
                    <a:pt x="432" y="387"/>
                  </a:cubicBezTo>
                  <a:cubicBezTo>
                    <a:pt x="432" y="368"/>
                    <a:pt x="432" y="368"/>
                    <a:pt x="432" y="368"/>
                  </a:cubicBezTo>
                  <a:cubicBezTo>
                    <a:pt x="432" y="357"/>
                    <a:pt x="423" y="348"/>
                    <a:pt x="412" y="348"/>
                  </a:cubicBezTo>
                  <a:cubicBezTo>
                    <a:pt x="398" y="348"/>
                    <a:pt x="398" y="348"/>
                    <a:pt x="398" y="348"/>
                  </a:cubicBezTo>
                  <a:cubicBezTo>
                    <a:pt x="398" y="345"/>
                    <a:pt x="398" y="343"/>
                    <a:pt x="398" y="340"/>
                  </a:cubicBezTo>
                  <a:cubicBezTo>
                    <a:pt x="399" y="317"/>
                    <a:pt x="400" y="296"/>
                    <a:pt x="400" y="277"/>
                  </a:cubicBezTo>
                  <a:cubicBezTo>
                    <a:pt x="399" y="156"/>
                    <a:pt x="380" y="89"/>
                    <a:pt x="354" y="49"/>
                  </a:cubicBezTo>
                  <a:cubicBezTo>
                    <a:pt x="341" y="29"/>
                    <a:pt x="325" y="16"/>
                    <a:pt x="311" y="9"/>
                  </a:cubicBezTo>
                  <a:cubicBezTo>
                    <a:pt x="302" y="5"/>
                    <a:pt x="293" y="2"/>
                    <a:pt x="287" y="1"/>
                  </a:cubicBezTo>
                  <a:cubicBezTo>
                    <a:pt x="284" y="0"/>
                    <a:pt x="280" y="0"/>
                    <a:pt x="277" y="0"/>
                  </a:cubicBezTo>
                  <a:cubicBezTo>
                    <a:pt x="122" y="0"/>
                    <a:pt x="122" y="0"/>
                    <a:pt x="122" y="0"/>
                  </a:cubicBezTo>
                  <a:cubicBezTo>
                    <a:pt x="119" y="0"/>
                    <a:pt x="116" y="0"/>
                    <a:pt x="113" y="1"/>
                  </a:cubicBezTo>
                  <a:cubicBezTo>
                    <a:pt x="106" y="2"/>
                    <a:pt x="97" y="5"/>
                    <a:pt x="88" y="9"/>
                  </a:cubicBezTo>
                  <a:cubicBezTo>
                    <a:pt x="67" y="20"/>
                    <a:pt x="43" y="43"/>
                    <a:pt x="27" y="85"/>
                  </a:cubicBezTo>
                  <a:cubicBezTo>
                    <a:pt x="11" y="126"/>
                    <a:pt x="0" y="186"/>
                    <a:pt x="0" y="277"/>
                  </a:cubicBezTo>
                  <a:cubicBezTo>
                    <a:pt x="0" y="300"/>
                    <a:pt x="0" y="326"/>
                    <a:pt x="2" y="353"/>
                  </a:cubicBezTo>
                  <a:cubicBezTo>
                    <a:pt x="3" y="370"/>
                    <a:pt x="17" y="384"/>
                    <a:pt x="34" y="384"/>
                  </a:cubicBezTo>
                  <a:cubicBezTo>
                    <a:pt x="35" y="384"/>
                    <a:pt x="35" y="383"/>
                    <a:pt x="36" y="383"/>
                  </a:cubicBezTo>
                  <a:cubicBezTo>
                    <a:pt x="53" y="382"/>
                    <a:pt x="67" y="367"/>
                    <a:pt x="66" y="350"/>
                  </a:cubicBezTo>
                  <a:cubicBezTo>
                    <a:pt x="64" y="323"/>
                    <a:pt x="64" y="299"/>
                    <a:pt x="64" y="277"/>
                  </a:cubicBezTo>
                  <a:cubicBezTo>
                    <a:pt x="63" y="180"/>
                    <a:pt x="78" y="125"/>
                    <a:pt x="91" y="97"/>
                  </a:cubicBezTo>
                  <a:cubicBezTo>
                    <a:pt x="91" y="696"/>
                    <a:pt x="91" y="696"/>
                    <a:pt x="91" y="696"/>
                  </a:cubicBezTo>
                  <a:cubicBezTo>
                    <a:pt x="91" y="724"/>
                    <a:pt x="114" y="746"/>
                    <a:pt x="141" y="746"/>
                  </a:cubicBezTo>
                  <a:cubicBezTo>
                    <a:pt x="168" y="746"/>
                    <a:pt x="190" y="724"/>
                    <a:pt x="190" y="696"/>
                  </a:cubicBezTo>
                  <a:cubicBezTo>
                    <a:pt x="190" y="335"/>
                    <a:pt x="190" y="335"/>
                    <a:pt x="190" y="335"/>
                  </a:cubicBezTo>
                  <a:cubicBezTo>
                    <a:pt x="209" y="335"/>
                    <a:pt x="209" y="335"/>
                    <a:pt x="209" y="335"/>
                  </a:cubicBezTo>
                  <a:cubicBezTo>
                    <a:pt x="209" y="696"/>
                    <a:pt x="209" y="696"/>
                    <a:pt x="209" y="696"/>
                  </a:cubicBezTo>
                  <a:cubicBezTo>
                    <a:pt x="209" y="724"/>
                    <a:pt x="231" y="746"/>
                    <a:pt x="258" y="746"/>
                  </a:cubicBezTo>
                  <a:cubicBezTo>
                    <a:pt x="286" y="746"/>
                    <a:pt x="308" y="724"/>
                    <a:pt x="308" y="696"/>
                  </a:cubicBezTo>
                  <a:cubicBezTo>
                    <a:pt x="308" y="595"/>
                    <a:pt x="308" y="595"/>
                    <a:pt x="308" y="595"/>
                  </a:cubicBezTo>
                  <a:cubicBezTo>
                    <a:pt x="266" y="595"/>
                    <a:pt x="266" y="595"/>
                    <a:pt x="266" y="595"/>
                  </a:cubicBezTo>
                  <a:cubicBezTo>
                    <a:pt x="255" y="595"/>
                    <a:pt x="246" y="586"/>
                    <a:pt x="246" y="575"/>
                  </a:cubicBezTo>
                  <a:close/>
                  <a:moveTo>
                    <a:pt x="184" y="27"/>
                  </a:moveTo>
                  <a:cubicBezTo>
                    <a:pt x="200" y="27"/>
                    <a:pt x="200" y="27"/>
                    <a:pt x="200" y="27"/>
                  </a:cubicBezTo>
                  <a:cubicBezTo>
                    <a:pt x="215" y="27"/>
                    <a:pt x="215" y="27"/>
                    <a:pt x="215" y="27"/>
                  </a:cubicBezTo>
                  <a:cubicBezTo>
                    <a:pt x="222" y="57"/>
                    <a:pt x="222" y="57"/>
                    <a:pt x="222" y="57"/>
                  </a:cubicBezTo>
                  <a:cubicBezTo>
                    <a:pt x="221" y="59"/>
                    <a:pt x="221" y="59"/>
                    <a:pt x="221" y="59"/>
                  </a:cubicBezTo>
                  <a:cubicBezTo>
                    <a:pt x="215" y="64"/>
                    <a:pt x="207" y="67"/>
                    <a:pt x="200" y="67"/>
                  </a:cubicBezTo>
                  <a:cubicBezTo>
                    <a:pt x="192" y="67"/>
                    <a:pt x="184" y="64"/>
                    <a:pt x="178" y="59"/>
                  </a:cubicBezTo>
                  <a:cubicBezTo>
                    <a:pt x="177" y="57"/>
                    <a:pt x="177" y="57"/>
                    <a:pt x="177" y="57"/>
                  </a:cubicBezTo>
                  <a:lnTo>
                    <a:pt x="184" y="27"/>
                  </a:lnTo>
                  <a:close/>
                  <a:moveTo>
                    <a:pt x="200" y="285"/>
                  </a:moveTo>
                  <a:cubicBezTo>
                    <a:pt x="162" y="237"/>
                    <a:pt x="162" y="237"/>
                    <a:pt x="162" y="237"/>
                  </a:cubicBezTo>
                  <a:cubicBezTo>
                    <a:pt x="184" y="76"/>
                    <a:pt x="184" y="76"/>
                    <a:pt x="184" y="76"/>
                  </a:cubicBezTo>
                  <a:cubicBezTo>
                    <a:pt x="189" y="78"/>
                    <a:pt x="194" y="79"/>
                    <a:pt x="200" y="79"/>
                  </a:cubicBezTo>
                  <a:cubicBezTo>
                    <a:pt x="200" y="79"/>
                    <a:pt x="200" y="79"/>
                    <a:pt x="200" y="79"/>
                  </a:cubicBezTo>
                  <a:cubicBezTo>
                    <a:pt x="200" y="79"/>
                    <a:pt x="200" y="79"/>
                    <a:pt x="200" y="79"/>
                  </a:cubicBezTo>
                  <a:cubicBezTo>
                    <a:pt x="205" y="79"/>
                    <a:pt x="211" y="78"/>
                    <a:pt x="216" y="76"/>
                  </a:cubicBezTo>
                  <a:cubicBezTo>
                    <a:pt x="238" y="237"/>
                    <a:pt x="238" y="237"/>
                    <a:pt x="238" y="237"/>
                  </a:cubicBezTo>
                  <a:lnTo>
                    <a:pt x="200" y="285"/>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9" name="Oval 114"/>
            <p:cNvSpPr>
              <a:spLocks noChangeArrowheads="1"/>
            </p:cNvSpPr>
            <p:nvPr/>
          </p:nvSpPr>
          <p:spPr bwMode="auto">
            <a:xfrm>
              <a:off x="10042526" y="4814888"/>
              <a:ext cx="300038" cy="300038"/>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0" name="Freeform 115"/>
            <p:cNvSpPr>
              <a:spLocks/>
            </p:cNvSpPr>
            <p:nvPr/>
          </p:nvSpPr>
          <p:spPr bwMode="auto">
            <a:xfrm>
              <a:off x="10282238" y="6061075"/>
              <a:ext cx="357188" cy="73025"/>
            </a:xfrm>
            <a:custGeom>
              <a:avLst/>
              <a:gdLst>
                <a:gd name="T0" fmla="*/ 128 w 214"/>
                <a:gd name="T1" fmla="*/ 0 h 44"/>
                <a:gd name="T2" fmla="*/ 128 w 214"/>
                <a:gd name="T3" fmla="*/ 13 h 44"/>
                <a:gd name="T4" fmla="*/ 88 w 214"/>
                <a:gd name="T5" fmla="*/ 13 h 44"/>
                <a:gd name="T6" fmla="*/ 88 w 214"/>
                <a:gd name="T7" fmla="*/ 0 h 44"/>
                <a:gd name="T8" fmla="*/ 0 w 214"/>
                <a:gd name="T9" fmla="*/ 0 h 44"/>
                <a:gd name="T10" fmla="*/ 0 w 214"/>
                <a:gd name="T11" fmla="*/ 32 h 44"/>
                <a:gd name="T12" fmla="*/ 12 w 214"/>
                <a:gd name="T13" fmla="*/ 44 h 44"/>
                <a:gd name="T14" fmla="*/ 202 w 214"/>
                <a:gd name="T15" fmla="*/ 44 h 44"/>
                <a:gd name="T16" fmla="*/ 214 w 214"/>
                <a:gd name="T17" fmla="*/ 32 h 44"/>
                <a:gd name="T18" fmla="*/ 214 w 214"/>
                <a:gd name="T19" fmla="*/ 0 h 44"/>
                <a:gd name="T20" fmla="*/ 128 w 214"/>
                <a:gd name="T2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4" h="44">
                  <a:moveTo>
                    <a:pt x="128" y="0"/>
                  </a:moveTo>
                  <a:cubicBezTo>
                    <a:pt x="128" y="13"/>
                    <a:pt x="128" y="13"/>
                    <a:pt x="128" y="13"/>
                  </a:cubicBezTo>
                  <a:cubicBezTo>
                    <a:pt x="88" y="13"/>
                    <a:pt x="88" y="13"/>
                    <a:pt x="88" y="13"/>
                  </a:cubicBezTo>
                  <a:cubicBezTo>
                    <a:pt x="88" y="0"/>
                    <a:pt x="88" y="0"/>
                    <a:pt x="88" y="0"/>
                  </a:cubicBezTo>
                  <a:cubicBezTo>
                    <a:pt x="0" y="0"/>
                    <a:pt x="0" y="0"/>
                    <a:pt x="0" y="0"/>
                  </a:cubicBezTo>
                  <a:cubicBezTo>
                    <a:pt x="0" y="32"/>
                    <a:pt x="0" y="32"/>
                    <a:pt x="0" y="32"/>
                  </a:cubicBezTo>
                  <a:cubicBezTo>
                    <a:pt x="0" y="38"/>
                    <a:pt x="5" y="44"/>
                    <a:pt x="12" y="44"/>
                  </a:cubicBezTo>
                  <a:cubicBezTo>
                    <a:pt x="202" y="44"/>
                    <a:pt x="202" y="44"/>
                    <a:pt x="202" y="44"/>
                  </a:cubicBezTo>
                  <a:cubicBezTo>
                    <a:pt x="209" y="44"/>
                    <a:pt x="214" y="38"/>
                    <a:pt x="214" y="32"/>
                  </a:cubicBezTo>
                  <a:cubicBezTo>
                    <a:pt x="214" y="0"/>
                    <a:pt x="214" y="0"/>
                    <a:pt x="214" y="0"/>
                  </a:cubicBezTo>
                  <a:lnTo>
                    <a:pt x="128"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1" name="Freeform 116"/>
            <p:cNvSpPr>
              <a:spLocks/>
            </p:cNvSpPr>
            <p:nvPr/>
          </p:nvSpPr>
          <p:spPr bwMode="auto">
            <a:xfrm>
              <a:off x="10261601" y="5813425"/>
              <a:ext cx="400050" cy="233363"/>
            </a:xfrm>
            <a:custGeom>
              <a:avLst/>
              <a:gdLst>
                <a:gd name="T0" fmla="*/ 228 w 240"/>
                <a:gd name="T1" fmla="*/ 0 h 140"/>
                <a:gd name="T2" fmla="*/ 12 w 240"/>
                <a:gd name="T3" fmla="*/ 0 h 140"/>
                <a:gd name="T4" fmla="*/ 0 w 240"/>
                <a:gd name="T5" fmla="*/ 12 h 140"/>
                <a:gd name="T6" fmla="*/ 0 w 240"/>
                <a:gd name="T7" fmla="*/ 128 h 140"/>
                <a:gd name="T8" fmla="*/ 12 w 240"/>
                <a:gd name="T9" fmla="*/ 140 h 140"/>
                <a:gd name="T10" fmla="*/ 101 w 240"/>
                <a:gd name="T11" fmla="*/ 140 h 140"/>
                <a:gd name="T12" fmla="*/ 101 w 240"/>
                <a:gd name="T13" fmla="*/ 125 h 140"/>
                <a:gd name="T14" fmla="*/ 141 w 240"/>
                <a:gd name="T15" fmla="*/ 125 h 140"/>
                <a:gd name="T16" fmla="*/ 141 w 240"/>
                <a:gd name="T17" fmla="*/ 140 h 140"/>
                <a:gd name="T18" fmla="*/ 228 w 240"/>
                <a:gd name="T19" fmla="*/ 140 h 140"/>
                <a:gd name="T20" fmla="*/ 240 w 240"/>
                <a:gd name="T21" fmla="*/ 128 h 140"/>
                <a:gd name="T22" fmla="*/ 240 w 240"/>
                <a:gd name="T23" fmla="*/ 12 h 140"/>
                <a:gd name="T24" fmla="*/ 228 w 240"/>
                <a:gd name="T25"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0" h="140">
                  <a:moveTo>
                    <a:pt x="228" y="0"/>
                  </a:moveTo>
                  <a:cubicBezTo>
                    <a:pt x="12" y="0"/>
                    <a:pt x="12" y="0"/>
                    <a:pt x="12" y="0"/>
                  </a:cubicBezTo>
                  <a:cubicBezTo>
                    <a:pt x="5" y="0"/>
                    <a:pt x="0" y="5"/>
                    <a:pt x="0" y="12"/>
                  </a:cubicBezTo>
                  <a:cubicBezTo>
                    <a:pt x="0" y="128"/>
                    <a:pt x="0" y="128"/>
                    <a:pt x="0" y="128"/>
                  </a:cubicBezTo>
                  <a:cubicBezTo>
                    <a:pt x="0" y="134"/>
                    <a:pt x="5" y="140"/>
                    <a:pt x="12" y="140"/>
                  </a:cubicBezTo>
                  <a:cubicBezTo>
                    <a:pt x="101" y="140"/>
                    <a:pt x="101" y="140"/>
                    <a:pt x="101" y="140"/>
                  </a:cubicBezTo>
                  <a:cubicBezTo>
                    <a:pt x="101" y="125"/>
                    <a:pt x="101" y="125"/>
                    <a:pt x="101" y="125"/>
                  </a:cubicBezTo>
                  <a:cubicBezTo>
                    <a:pt x="141" y="125"/>
                    <a:pt x="141" y="125"/>
                    <a:pt x="141" y="125"/>
                  </a:cubicBezTo>
                  <a:cubicBezTo>
                    <a:pt x="141" y="140"/>
                    <a:pt x="141" y="140"/>
                    <a:pt x="141" y="140"/>
                  </a:cubicBezTo>
                  <a:cubicBezTo>
                    <a:pt x="228" y="140"/>
                    <a:pt x="228" y="140"/>
                    <a:pt x="228" y="140"/>
                  </a:cubicBezTo>
                  <a:cubicBezTo>
                    <a:pt x="235" y="140"/>
                    <a:pt x="240" y="134"/>
                    <a:pt x="240" y="128"/>
                  </a:cubicBezTo>
                  <a:cubicBezTo>
                    <a:pt x="240" y="12"/>
                    <a:pt x="240" y="12"/>
                    <a:pt x="240" y="12"/>
                  </a:cubicBezTo>
                  <a:cubicBezTo>
                    <a:pt x="240" y="5"/>
                    <a:pt x="235" y="0"/>
                    <a:pt x="228"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2" name="Rectangle 117"/>
            <p:cNvSpPr>
              <a:spLocks noChangeArrowheads="1"/>
            </p:cNvSpPr>
            <p:nvPr/>
          </p:nvSpPr>
          <p:spPr bwMode="auto">
            <a:xfrm>
              <a:off x="10442576" y="6035675"/>
              <a:ext cx="39688" cy="33338"/>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43" name="组合 142"/>
          <p:cNvGrpSpPr/>
          <p:nvPr/>
        </p:nvGrpSpPr>
        <p:grpSpPr>
          <a:xfrm>
            <a:off x="10885488" y="4498975"/>
            <a:ext cx="1160463" cy="1900238"/>
            <a:chOff x="10885488" y="4498975"/>
            <a:chExt cx="1160463" cy="1900238"/>
          </a:xfrm>
        </p:grpSpPr>
        <p:sp>
          <p:nvSpPr>
            <p:cNvPr id="144" name="Freeform 118"/>
            <p:cNvSpPr>
              <a:spLocks/>
            </p:cNvSpPr>
            <p:nvPr/>
          </p:nvSpPr>
          <p:spPr bwMode="auto">
            <a:xfrm>
              <a:off x="11061701" y="4810125"/>
              <a:ext cx="104775" cy="53975"/>
            </a:xfrm>
            <a:custGeom>
              <a:avLst/>
              <a:gdLst>
                <a:gd name="T0" fmla="*/ 40 w 62"/>
                <a:gd name="T1" fmla="*/ 5 h 32"/>
                <a:gd name="T2" fmla="*/ 0 w 62"/>
                <a:gd name="T3" fmla="*/ 25 h 32"/>
                <a:gd name="T4" fmla="*/ 62 w 62"/>
                <a:gd name="T5" fmla="*/ 32 h 32"/>
                <a:gd name="T6" fmla="*/ 40 w 62"/>
                <a:gd name="T7" fmla="*/ 5 h 32"/>
              </a:gdLst>
              <a:ahLst/>
              <a:cxnLst>
                <a:cxn ang="0">
                  <a:pos x="T0" y="T1"/>
                </a:cxn>
                <a:cxn ang="0">
                  <a:pos x="T2" y="T3"/>
                </a:cxn>
                <a:cxn ang="0">
                  <a:pos x="T4" y="T5"/>
                </a:cxn>
                <a:cxn ang="0">
                  <a:pos x="T6" y="T7"/>
                </a:cxn>
              </a:cxnLst>
              <a:rect l="0" t="0" r="r" b="b"/>
              <a:pathLst>
                <a:path w="62" h="32">
                  <a:moveTo>
                    <a:pt x="40" y="5"/>
                  </a:moveTo>
                  <a:cubicBezTo>
                    <a:pt x="23" y="0"/>
                    <a:pt x="6" y="8"/>
                    <a:pt x="0" y="25"/>
                  </a:cubicBezTo>
                  <a:cubicBezTo>
                    <a:pt x="62" y="32"/>
                    <a:pt x="62" y="32"/>
                    <a:pt x="62" y="32"/>
                  </a:cubicBezTo>
                  <a:cubicBezTo>
                    <a:pt x="61" y="20"/>
                    <a:pt x="52" y="9"/>
                    <a:pt x="40" y="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5" name="Freeform 119"/>
            <p:cNvSpPr>
              <a:spLocks/>
            </p:cNvSpPr>
            <p:nvPr/>
          </p:nvSpPr>
          <p:spPr bwMode="auto">
            <a:xfrm>
              <a:off x="11080751" y="4716463"/>
              <a:ext cx="965200" cy="1682750"/>
            </a:xfrm>
            <a:custGeom>
              <a:avLst/>
              <a:gdLst>
                <a:gd name="T0" fmla="*/ 560 w 578"/>
                <a:gd name="T1" fmla="*/ 10 h 1008"/>
                <a:gd name="T2" fmla="*/ 516 w 578"/>
                <a:gd name="T3" fmla="*/ 18 h 1008"/>
                <a:gd name="T4" fmla="*/ 350 w 578"/>
                <a:gd name="T5" fmla="*/ 196 h 1008"/>
                <a:gd name="T6" fmla="*/ 285 w 578"/>
                <a:gd name="T7" fmla="*/ 250 h 1008"/>
                <a:gd name="T8" fmla="*/ 269 w 578"/>
                <a:gd name="T9" fmla="*/ 262 h 1008"/>
                <a:gd name="T10" fmla="*/ 125 w 578"/>
                <a:gd name="T11" fmla="*/ 262 h 1008"/>
                <a:gd name="T12" fmla="*/ 118 w 578"/>
                <a:gd name="T13" fmla="*/ 263 h 1008"/>
                <a:gd name="T14" fmla="*/ 109 w 578"/>
                <a:gd name="T15" fmla="*/ 262 h 1008"/>
                <a:gd name="T16" fmla="*/ 0 w 578"/>
                <a:gd name="T17" fmla="*/ 272 h 1008"/>
                <a:gd name="T18" fmla="*/ 67 w 578"/>
                <a:gd name="T19" fmla="*/ 318 h 1008"/>
                <a:gd name="T20" fmla="*/ 94 w 578"/>
                <a:gd name="T21" fmla="*/ 324 h 1008"/>
                <a:gd name="T22" fmla="*/ 94 w 578"/>
                <a:gd name="T23" fmla="*/ 958 h 1008"/>
                <a:gd name="T24" fmla="*/ 143 w 578"/>
                <a:gd name="T25" fmla="*/ 1008 h 1008"/>
                <a:gd name="T26" fmla="*/ 193 w 578"/>
                <a:gd name="T27" fmla="*/ 958 h 1008"/>
                <a:gd name="T28" fmla="*/ 193 w 578"/>
                <a:gd name="T29" fmla="*/ 597 h 1008"/>
                <a:gd name="T30" fmla="*/ 211 w 578"/>
                <a:gd name="T31" fmla="*/ 597 h 1008"/>
                <a:gd name="T32" fmla="*/ 211 w 578"/>
                <a:gd name="T33" fmla="*/ 958 h 1008"/>
                <a:gd name="T34" fmla="*/ 261 w 578"/>
                <a:gd name="T35" fmla="*/ 1008 h 1008"/>
                <a:gd name="T36" fmla="*/ 310 w 578"/>
                <a:gd name="T37" fmla="*/ 958 h 1008"/>
                <a:gd name="T38" fmla="*/ 310 w 578"/>
                <a:gd name="T39" fmla="*/ 311 h 1008"/>
                <a:gd name="T40" fmla="*/ 568 w 578"/>
                <a:gd name="T41" fmla="*/ 55 h 1008"/>
                <a:gd name="T42" fmla="*/ 560 w 578"/>
                <a:gd name="T43" fmla="*/ 10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8" h="1008">
                  <a:moveTo>
                    <a:pt x="560" y="10"/>
                  </a:moveTo>
                  <a:cubicBezTo>
                    <a:pt x="546" y="0"/>
                    <a:pt x="526" y="3"/>
                    <a:pt x="516" y="18"/>
                  </a:cubicBezTo>
                  <a:cubicBezTo>
                    <a:pt x="466" y="88"/>
                    <a:pt x="401" y="151"/>
                    <a:pt x="350" y="196"/>
                  </a:cubicBezTo>
                  <a:cubicBezTo>
                    <a:pt x="324" y="219"/>
                    <a:pt x="301" y="237"/>
                    <a:pt x="285" y="250"/>
                  </a:cubicBezTo>
                  <a:cubicBezTo>
                    <a:pt x="279" y="255"/>
                    <a:pt x="273" y="259"/>
                    <a:pt x="269" y="262"/>
                  </a:cubicBezTo>
                  <a:cubicBezTo>
                    <a:pt x="125" y="262"/>
                    <a:pt x="125" y="262"/>
                    <a:pt x="125" y="262"/>
                  </a:cubicBezTo>
                  <a:cubicBezTo>
                    <a:pt x="122" y="262"/>
                    <a:pt x="120" y="262"/>
                    <a:pt x="118" y="263"/>
                  </a:cubicBezTo>
                  <a:cubicBezTo>
                    <a:pt x="115" y="262"/>
                    <a:pt x="112" y="262"/>
                    <a:pt x="109" y="262"/>
                  </a:cubicBezTo>
                  <a:cubicBezTo>
                    <a:pt x="0" y="272"/>
                    <a:pt x="0" y="272"/>
                    <a:pt x="0" y="272"/>
                  </a:cubicBezTo>
                  <a:cubicBezTo>
                    <a:pt x="20" y="297"/>
                    <a:pt x="45" y="311"/>
                    <a:pt x="67" y="318"/>
                  </a:cubicBezTo>
                  <a:cubicBezTo>
                    <a:pt x="77" y="321"/>
                    <a:pt x="86" y="323"/>
                    <a:pt x="94" y="324"/>
                  </a:cubicBezTo>
                  <a:cubicBezTo>
                    <a:pt x="94" y="958"/>
                    <a:pt x="94" y="958"/>
                    <a:pt x="94" y="958"/>
                  </a:cubicBezTo>
                  <a:cubicBezTo>
                    <a:pt x="94" y="986"/>
                    <a:pt x="116" y="1008"/>
                    <a:pt x="143" y="1008"/>
                  </a:cubicBezTo>
                  <a:cubicBezTo>
                    <a:pt x="171" y="1008"/>
                    <a:pt x="193" y="986"/>
                    <a:pt x="193" y="958"/>
                  </a:cubicBezTo>
                  <a:cubicBezTo>
                    <a:pt x="193" y="597"/>
                    <a:pt x="193" y="597"/>
                    <a:pt x="193" y="597"/>
                  </a:cubicBezTo>
                  <a:cubicBezTo>
                    <a:pt x="211" y="597"/>
                    <a:pt x="211" y="597"/>
                    <a:pt x="211" y="597"/>
                  </a:cubicBezTo>
                  <a:cubicBezTo>
                    <a:pt x="211" y="958"/>
                    <a:pt x="211" y="958"/>
                    <a:pt x="211" y="958"/>
                  </a:cubicBezTo>
                  <a:cubicBezTo>
                    <a:pt x="211" y="986"/>
                    <a:pt x="233" y="1008"/>
                    <a:pt x="261" y="1008"/>
                  </a:cubicBezTo>
                  <a:cubicBezTo>
                    <a:pt x="288" y="1008"/>
                    <a:pt x="310" y="986"/>
                    <a:pt x="310" y="958"/>
                  </a:cubicBezTo>
                  <a:cubicBezTo>
                    <a:pt x="310" y="311"/>
                    <a:pt x="310" y="311"/>
                    <a:pt x="310" y="311"/>
                  </a:cubicBezTo>
                  <a:cubicBezTo>
                    <a:pt x="351" y="280"/>
                    <a:pt x="478" y="181"/>
                    <a:pt x="568" y="55"/>
                  </a:cubicBezTo>
                  <a:cubicBezTo>
                    <a:pt x="578" y="40"/>
                    <a:pt x="575" y="20"/>
                    <a:pt x="560" y="1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6" name="Freeform 120"/>
            <p:cNvSpPr>
              <a:spLocks noEditPoints="1"/>
            </p:cNvSpPr>
            <p:nvPr/>
          </p:nvSpPr>
          <p:spPr bwMode="auto">
            <a:xfrm>
              <a:off x="11025188" y="4859338"/>
              <a:ext cx="371475" cy="300038"/>
            </a:xfrm>
            <a:custGeom>
              <a:avLst/>
              <a:gdLst>
                <a:gd name="T0" fmla="*/ 222 w 222"/>
                <a:gd name="T1" fmla="*/ 160 h 179"/>
                <a:gd name="T2" fmla="*/ 137 w 222"/>
                <a:gd name="T3" fmla="*/ 63 h 179"/>
                <a:gd name="T4" fmla="*/ 148 w 222"/>
                <a:gd name="T5" fmla="*/ 18 h 179"/>
                <a:gd name="T6" fmla="*/ 0 w 222"/>
                <a:gd name="T7" fmla="*/ 0 h 179"/>
                <a:gd name="T8" fmla="*/ 25 w 222"/>
                <a:gd name="T9" fmla="*/ 179 h 179"/>
                <a:gd name="T10" fmla="*/ 222 w 222"/>
                <a:gd name="T11" fmla="*/ 160 h 179"/>
                <a:gd name="T12" fmla="*/ 43 w 222"/>
                <a:gd name="T13" fmla="*/ 90 h 179"/>
                <a:gd name="T14" fmla="*/ 85 w 222"/>
                <a:gd name="T15" fmla="*/ 47 h 179"/>
                <a:gd name="T16" fmla="*/ 127 w 222"/>
                <a:gd name="T17" fmla="*/ 90 h 179"/>
                <a:gd name="T18" fmla="*/ 85 w 222"/>
                <a:gd name="T19" fmla="*/ 133 h 179"/>
                <a:gd name="T20" fmla="*/ 43 w 222"/>
                <a:gd name="T21" fmla="*/ 9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2" h="179">
                  <a:moveTo>
                    <a:pt x="222" y="160"/>
                  </a:moveTo>
                  <a:cubicBezTo>
                    <a:pt x="174" y="154"/>
                    <a:pt x="137" y="113"/>
                    <a:pt x="137" y="63"/>
                  </a:cubicBezTo>
                  <a:cubicBezTo>
                    <a:pt x="137" y="47"/>
                    <a:pt x="141" y="31"/>
                    <a:pt x="148" y="18"/>
                  </a:cubicBezTo>
                  <a:cubicBezTo>
                    <a:pt x="0" y="0"/>
                    <a:pt x="0" y="0"/>
                    <a:pt x="0" y="0"/>
                  </a:cubicBezTo>
                  <a:cubicBezTo>
                    <a:pt x="25" y="179"/>
                    <a:pt x="25" y="179"/>
                    <a:pt x="25" y="179"/>
                  </a:cubicBezTo>
                  <a:lnTo>
                    <a:pt x="222" y="160"/>
                  </a:lnTo>
                  <a:close/>
                  <a:moveTo>
                    <a:pt x="43" y="90"/>
                  </a:moveTo>
                  <a:cubicBezTo>
                    <a:pt x="43" y="66"/>
                    <a:pt x="62" y="47"/>
                    <a:pt x="85" y="47"/>
                  </a:cubicBezTo>
                  <a:cubicBezTo>
                    <a:pt x="108" y="47"/>
                    <a:pt x="127" y="66"/>
                    <a:pt x="127" y="90"/>
                  </a:cubicBezTo>
                  <a:cubicBezTo>
                    <a:pt x="127" y="113"/>
                    <a:pt x="108" y="133"/>
                    <a:pt x="85" y="133"/>
                  </a:cubicBezTo>
                  <a:cubicBezTo>
                    <a:pt x="62" y="133"/>
                    <a:pt x="43" y="113"/>
                    <a:pt x="43" y="9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7" name="Freeform 121"/>
            <p:cNvSpPr>
              <a:spLocks/>
            </p:cNvSpPr>
            <p:nvPr/>
          </p:nvSpPr>
          <p:spPr bwMode="auto">
            <a:xfrm>
              <a:off x="10885488" y="4851400"/>
              <a:ext cx="168275" cy="323850"/>
            </a:xfrm>
            <a:custGeom>
              <a:avLst/>
              <a:gdLst>
                <a:gd name="T0" fmla="*/ 79 w 106"/>
                <a:gd name="T1" fmla="*/ 4 h 204"/>
                <a:gd name="T2" fmla="*/ 40 w 106"/>
                <a:gd name="T3" fmla="*/ 0 h 204"/>
                <a:gd name="T4" fmla="*/ 0 w 106"/>
                <a:gd name="T5" fmla="*/ 204 h 204"/>
                <a:gd name="T6" fmla="*/ 106 w 106"/>
                <a:gd name="T7" fmla="*/ 195 h 204"/>
                <a:gd name="T8" fmla="*/ 79 w 106"/>
                <a:gd name="T9" fmla="*/ 4 h 204"/>
              </a:gdLst>
              <a:ahLst/>
              <a:cxnLst>
                <a:cxn ang="0">
                  <a:pos x="T0" y="T1"/>
                </a:cxn>
                <a:cxn ang="0">
                  <a:pos x="T2" y="T3"/>
                </a:cxn>
                <a:cxn ang="0">
                  <a:pos x="T4" y="T5"/>
                </a:cxn>
                <a:cxn ang="0">
                  <a:pos x="T6" y="T7"/>
                </a:cxn>
                <a:cxn ang="0">
                  <a:pos x="T8" y="T9"/>
                </a:cxn>
              </a:cxnLst>
              <a:rect l="0" t="0" r="r" b="b"/>
              <a:pathLst>
                <a:path w="106" h="204">
                  <a:moveTo>
                    <a:pt x="79" y="4"/>
                  </a:moveTo>
                  <a:lnTo>
                    <a:pt x="40" y="0"/>
                  </a:lnTo>
                  <a:lnTo>
                    <a:pt x="0" y="204"/>
                  </a:lnTo>
                  <a:lnTo>
                    <a:pt x="106" y="195"/>
                  </a:lnTo>
                  <a:lnTo>
                    <a:pt x="79" y="4"/>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8" name="Oval 122"/>
            <p:cNvSpPr>
              <a:spLocks noChangeArrowheads="1"/>
            </p:cNvSpPr>
            <p:nvPr/>
          </p:nvSpPr>
          <p:spPr bwMode="auto">
            <a:xfrm>
              <a:off x="11268076" y="4814888"/>
              <a:ext cx="300038" cy="300038"/>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9" name="Oval 123"/>
            <p:cNvSpPr>
              <a:spLocks noChangeArrowheads="1"/>
            </p:cNvSpPr>
            <p:nvPr/>
          </p:nvSpPr>
          <p:spPr bwMode="auto">
            <a:xfrm>
              <a:off x="11128376" y="4978400"/>
              <a:ext cx="63500" cy="61913"/>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0" name="Freeform 124"/>
            <p:cNvSpPr>
              <a:spLocks/>
            </p:cNvSpPr>
            <p:nvPr/>
          </p:nvSpPr>
          <p:spPr bwMode="auto">
            <a:xfrm>
              <a:off x="11053763" y="4498975"/>
              <a:ext cx="184150" cy="247650"/>
            </a:xfrm>
            <a:custGeom>
              <a:avLst/>
              <a:gdLst>
                <a:gd name="T0" fmla="*/ 91 w 110"/>
                <a:gd name="T1" fmla="*/ 103 h 148"/>
                <a:gd name="T2" fmla="*/ 75 w 110"/>
                <a:gd name="T3" fmla="*/ 107 h 148"/>
                <a:gd name="T4" fmla="*/ 61 w 110"/>
                <a:gd name="T5" fmla="*/ 137 h 148"/>
                <a:gd name="T6" fmla="*/ 94 w 110"/>
                <a:gd name="T7" fmla="*/ 141 h 148"/>
                <a:gd name="T8" fmla="*/ 110 w 110"/>
                <a:gd name="T9" fmla="*/ 117 h 148"/>
                <a:gd name="T10" fmla="*/ 110 w 110"/>
                <a:gd name="T11" fmla="*/ 117 h 148"/>
                <a:gd name="T12" fmla="*/ 110 w 110"/>
                <a:gd name="T13" fmla="*/ 51 h 148"/>
                <a:gd name="T14" fmla="*/ 98 w 110"/>
                <a:gd name="T15" fmla="*/ 29 h 148"/>
                <a:gd name="T16" fmla="*/ 98 w 110"/>
                <a:gd name="T17" fmla="*/ 29 h 148"/>
                <a:gd name="T18" fmla="*/ 52 w 110"/>
                <a:gd name="T19" fmla="*/ 4 h 148"/>
                <a:gd name="T20" fmla="*/ 40 w 110"/>
                <a:gd name="T21" fmla="*/ 11 h 148"/>
                <a:gd name="T22" fmla="*/ 40 w 110"/>
                <a:gd name="T23" fmla="*/ 74 h 148"/>
                <a:gd name="T24" fmla="*/ 35 w 110"/>
                <a:gd name="T25" fmla="*/ 73 h 148"/>
                <a:gd name="T26" fmla="*/ 20 w 110"/>
                <a:gd name="T27" fmla="*/ 78 h 148"/>
                <a:gd name="T28" fmla="*/ 6 w 110"/>
                <a:gd name="T29" fmla="*/ 108 h 148"/>
                <a:gd name="T30" fmla="*/ 39 w 110"/>
                <a:gd name="T31" fmla="*/ 112 h 148"/>
                <a:gd name="T32" fmla="*/ 54 w 110"/>
                <a:gd name="T33" fmla="*/ 88 h 148"/>
                <a:gd name="T34" fmla="*/ 55 w 110"/>
                <a:gd name="T35" fmla="*/ 88 h 148"/>
                <a:gd name="T36" fmla="*/ 55 w 110"/>
                <a:gd name="T37" fmla="*/ 46 h 148"/>
                <a:gd name="T38" fmla="*/ 67 w 110"/>
                <a:gd name="T39" fmla="*/ 39 h 148"/>
                <a:gd name="T40" fmla="*/ 83 w 110"/>
                <a:gd name="T41" fmla="*/ 48 h 148"/>
                <a:gd name="T42" fmla="*/ 95 w 110"/>
                <a:gd name="T43" fmla="*/ 70 h 148"/>
                <a:gd name="T44" fmla="*/ 95 w 110"/>
                <a:gd name="T45" fmla="*/ 103 h 148"/>
                <a:gd name="T46" fmla="*/ 91 w 110"/>
                <a:gd name="T47" fmla="*/ 103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0" h="148">
                  <a:moveTo>
                    <a:pt x="91" y="103"/>
                  </a:moveTo>
                  <a:cubicBezTo>
                    <a:pt x="86" y="103"/>
                    <a:pt x="80" y="104"/>
                    <a:pt x="75" y="107"/>
                  </a:cubicBezTo>
                  <a:cubicBezTo>
                    <a:pt x="62" y="114"/>
                    <a:pt x="56" y="128"/>
                    <a:pt x="61" y="137"/>
                  </a:cubicBezTo>
                  <a:cubicBezTo>
                    <a:pt x="67" y="147"/>
                    <a:pt x="81" y="148"/>
                    <a:pt x="94" y="141"/>
                  </a:cubicBezTo>
                  <a:cubicBezTo>
                    <a:pt x="105" y="135"/>
                    <a:pt x="110" y="126"/>
                    <a:pt x="110" y="117"/>
                  </a:cubicBezTo>
                  <a:cubicBezTo>
                    <a:pt x="110" y="117"/>
                    <a:pt x="110" y="117"/>
                    <a:pt x="110" y="117"/>
                  </a:cubicBezTo>
                  <a:cubicBezTo>
                    <a:pt x="110" y="51"/>
                    <a:pt x="110" y="51"/>
                    <a:pt x="110" y="51"/>
                  </a:cubicBezTo>
                  <a:cubicBezTo>
                    <a:pt x="110" y="43"/>
                    <a:pt x="104" y="33"/>
                    <a:pt x="98" y="29"/>
                  </a:cubicBezTo>
                  <a:cubicBezTo>
                    <a:pt x="98" y="29"/>
                    <a:pt x="98" y="29"/>
                    <a:pt x="98" y="29"/>
                  </a:cubicBezTo>
                  <a:cubicBezTo>
                    <a:pt x="52" y="4"/>
                    <a:pt x="52" y="4"/>
                    <a:pt x="52" y="4"/>
                  </a:cubicBezTo>
                  <a:cubicBezTo>
                    <a:pt x="46" y="0"/>
                    <a:pt x="40" y="4"/>
                    <a:pt x="40" y="11"/>
                  </a:cubicBezTo>
                  <a:cubicBezTo>
                    <a:pt x="40" y="74"/>
                    <a:pt x="40" y="74"/>
                    <a:pt x="40" y="74"/>
                  </a:cubicBezTo>
                  <a:cubicBezTo>
                    <a:pt x="38" y="73"/>
                    <a:pt x="37" y="73"/>
                    <a:pt x="35" y="73"/>
                  </a:cubicBezTo>
                  <a:cubicBezTo>
                    <a:pt x="30" y="73"/>
                    <a:pt x="25" y="75"/>
                    <a:pt x="20" y="78"/>
                  </a:cubicBezTo>
                  <a:cubicBezTo>
                    <a:pt x="7" y="85"/>
                    <a:pt x="0" y="98"/>
                    <a:pt x="6" y="108"/>
                  </a:cubicBezTo>
                  <a:cubicBezTo>
                    <a:pt x="11" y="117"/>
                    <a:pt x="26" y="119"/>
                    <a:pt x="39" y="112"/>
                  </a:cubicBezTo>
                  <a:cubicBezTo>
                    <a:pt x="49" y="106"/>
                    <a:pt x="55" y="96"/>
                    <a:pt x="54" y="88"/>
                  </a:cubicBezTo>
                  <a:cubicBezTo>
                    <a:pt x="55" y="88"/>
                    <a:pt x="55" y="88"/>
                    <a:pt x="55" y="88"/>
                  </a:cubicBezTo>
                  <a:cubicBezTo>
                    <a:pt x="55" y="46"/>
                    <a:pt x="55" y="46"/>
                    <a:pt x="55" y="46"/>
                  </a:cubicBezTo>
                  <a:cubicBezTo>
                    <a:pt x="55" y="38"/>
                    <a:pt x="60" y="35"/>
                    <a:pt x="67" y="39"/>
                  </a:cubicBezTo>
                  <a:cubicBezTo>
                    <a:pt x="83" y="48"/>
                    <a:pt x="83" y="48"/>
                    <a:pt x="83" y="48"/>
                  </a:cubicBezTo>
                  <a:cubicBezTo>
                    <a:pt x="90" y="52"/>
                    <a:pt x="95" y="62"/>
                    <a:pt x="95" y="70"/>
                  </a:cubicBezTo>
                  <a:cubicBezTo>
                    <a:pt x="95" y="103"/>
                    <a:pt x="95" y="103"/>
                    <a:pt x="95" y="103"/>
                  </a:cubicBezTo>
                  <a:cubicBezTo>
                    <a:pt x="94" y="103"/>
                    <a:pt x="92" y="103"/>
                    <a:pt x="91" y="10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51" name="组合 150"/>
          <p:cNvGrpSpPr/>
          <p:nvPr/>
        </p:nvGrpSpPr>
        <p:grpSpPr>
          <a:xfrm>
            <a:off x="8332788" y="547687"/>
            <a:ext cx="741363" cy="1703388"/>
            <a:chOff x="8332788" y="547687"/>
            <a:chExt cx="741363" cy="1703388"/>
          </a:xfrm>
        </p:grpSpPr>
        <p:sp>
          <p:nvSpPr>
            <p:cNvPr id="152" name="Freeform 125"/>
            <p:cNvSpPr>
              <a:spLocks/>
            </p:cNvSpPr>
            <p:nvPr/>
          </p:nvSpPr>
          <p:spPr bwMode="auto">
            <a:xfrm>
              <a:off x="8332788" y="1006475"/>
              <a:ext cx="668338" cy="1244600"/>
            </a:xfrm>
            <a:custGeom>
              <a:avLst/>
              <a:gdLst>
                <a:gd name="T0" fmla="*/ 34 w 400"/>
                <a:gd name="T1" fmla="*/ 383 h 745"/>
                <a:gd name="T2" fmla="*/ 36 w 400"/>
                <a:gd name="T3" fmla="*/ 383 h 745"/>
                <a:gd name="T4" fmla="*/ 66 w 400"/>
                <a:gd name="T5" fmla="*/ 349 h 745"/>
                <a:gd name="T6" fmla="*/ 64 w 400"/>
                <a:gd name="T7" fmla="*/ 276 h 745"/>
                <a:gd name="T8" fmla="*/ 92 w 400"/>
                <a:gd name="T9" fmla="*/ 97 h 745"/>
                <a:gd name="T10" fmla="*/ 92 w 400"/>
                <a:gd name="T11" fmla="*/ 696 h 745"/>
                <a:gd name="T12" fmla="*/ 141 w 400"/>
                <a:gd name="T13" fmla="*/ 745 h 745"/>
                <a:gd name="T14" fmla="*/ 191 w 400"/>
                <a:gd name="T15" fmla="*/ 696 h 745"/>
                <a:gd name="T16" fmla="*/ 191 w 400"/>
                <a:gd name="T17" fmla="*/ 335 h 745"/>
                <a:gd name="T18" fmla="*/ 209 w 400"/>
                <a:gd name="T19" fmla="*/ 335 h 745"/>
                <a:gd name="T20" fmla="*/ 209 w 400"/>
                <a:gd name="T21" fmla="*/ 696 h 745"/>
                <a:gd name="T22" fmla="*/ 259 w 400"/>
                <a:gd name="T23" fmla="*/ 745 h 745"/>
                <a:gd name="T24" fmla="*/ 308 w 400"/>
                <a:gd name="T25" fmla="*/ 696 h 745"/>
                <a:gd name="T26" fmla="*/ 308 w 400"/>
                <a:gd name="T27" fmla="*/ 97 h 745"/>
                <a:gd name="T28" fmla="*/ 315 w 400"/>
                <a:gd name="T29" fmla="*/ 114 h 745"/>
                <a:gd name="T30" fmla="*/ 336 w 400"/>
                <a:gd name="T31" fmla="*/ 276 h 745"/>
                <a:gd name="T32" fmla="*/ 334 w 400"/>
                <a:gd name="T33" fmla="*/ 349 h 745"/>
                <a:gd name="T34" fmla="*/ 364 w 400"/>
                <a:gd name="T35" fmla="*/ 383 h 745"/>
                <a:gd name="T36" fmla="*/ 366 w 400"/>
                <a:gd name="T37" fmla="*/ 383 h 745"/>
                <a:gd name="T38" fmla="*/ 398 w 400"/>
                <a:gd name="T39" fmla="*/ 353 h 745"/>
                <a:gd name="T40" fmla="*/ 400 w 400"/>
                <a:gd name="T41" fmla="*/ 276 h 745"/>
                <a:gd name="T42" fmla="*/ 354 w 400"/>
                <a:gd name="T43" fmla="*/ 49 h 745"/>
                <a:gd name="T44" fmla="*/ 311 w 400"/>
                <a:gd name="T45" fmla="*/ 9 h 745"/>
                <a:gd name="T46" fmla="*/ 287 w 400"/>
                <a:gd name="T47" fmla="*/ 1 h 745"/>
                <a:gd name="T48" fmla="*/ 277 w 400"/>
                <a:gd name="T49" fmla="*/ 0 h 745"/>
                <a:gd name="T50" fmla="*/ 123 w 400"/>
                <a:gd name="T51" fmla="*/ 0 h 745"/>
                <a:gd name="T52" fmla="*/ 113 w 400"/>
                <a:gd name="T53" fmla="*/ 1 h 745"/>
                <a:gd name="T54" fmla="*/ 88 w 400"/>
                <a:gd name="T55" fmla="*/ 9 h 745"/>
                <a:gd name="T56" fmla="*/ 27 w 400"/>
                <a:gd name="T57" fmla="*/ 84 h 745"/>
                <a:gd name="T58" fmla="*/ 0 w 400"/>
                <a:gd name="T59" fmla="*/ 276 h 745"/>
                <a:gd name="T60" fmla="*/ 2 w 400"/>
                <a:gd name="T61" fmla="*/ 353 h 745"/>
                <a:gd name="T62" fmla="*/ 34 w 400"/>
                <a:gd name="T63" fmla="*/ 383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00" h="745">
                  <a:moveTo>
                    <a:pt x="34" y="383"/>
                  </a:moveTo>
                  <a:cubicBezTo>
                    <a:pt x="35" y="383"/>
                    <a:pt x="35" y="383"/>
                    <a:pt x="36" y="383"/>
                  </a:cubicBezTo>
                  <a:cubicBezTo>
                    <a:pt x="54" y="382"/>
                    <a:pt x="67" y="367"/>
                    <a:pt x="66" y="349"/>
                  </a:cubicBezTo>
                  <a:cubicBezTo>
                    <a:pt x="65" y="323"/>
                    <a:pt x="64" y="299"/>
                    <a:pt x="64" y="276"/>
                  </a:cubicBezTo>
                  <a:cubicBezTo>
                    <a:pt x="64" y="180"/>
                    <a:pt x="78" y="125"/>
                    <a:pt x="92" y="97"/>
                  </a:cubicBezTo>
                  <a:cubicBezTo>
                    <a:pt x="92" y="696"/>
                    <a:pt x="92" y="696"/>
                    <a:pt x="92" y="696"/>
                  </a:cubicBezTo>
                  <a:cubicBezTo>
                    <a:pt x="92" y="723"/>
                    <a:pt x="114" y="745"/>
                    <a:pt x="141" y="745"/>
                  </a:cubicBezTo>
                  <a:cubicBezTo>
                    <a:pt x="168" y="745"/>
                    <a:pt x="191" y="723"/>
                    <a:pt x="191" y="696"/>
                  </a:cubicBezTo>
                  <a:cubicBezTo>
                    <a:pt x="191" y="335"/>
                    <a:pt x="191" y="335"/>
                    <a:pt x="191" y="335"/>
                  </a:cubicBezTo>
                  <a:cubicBezTo>
                    <a:pt x="209" y="335"/>
                    <a:pt x="209" y="335"/>
                    <a:pt x="209" y="335"/>
                  </a:cubicBezTo>
                  <a:cubicBezTo>
                    <a:pt x="209" y="696"/>
                    <a:pt x="209" y="696"/>
                    <a:pt x="209" y="696"/>
                  </a:cubicBezTo>
                  <a:cubicBezTo>
                    <a:pt x="209" y="723"/>
                    <a:pt x="231" y="745"/>
                    <a:pt x="259" y="745"/>
                  </a:cubicBezTo>
                  <a:cubicBezTo>
                    <a:pt x="286" y="745"/>
                    <a:pt x="308" y="723"/>
                    <a:pt x="308" y="696"/>
                  </a:cubicBezTo>
                  <a:cubicBezTo>
                    <a:pt x="308" y="97"/>
                    <a:pt x="308" y="97"/>
                    <a:pt x="308" y="97"/>
                  </a:cubicBezTo>
                  <a:cubicBezTo>
                    <a:pt x="310" y="102"/>
                    <a:pt x="313" y="107"/>
                    <a:pt x="315" y="114"/>
                  </a:cubicBezTo>
                  <a:cubicBezTo>
                    <a:pt x="326" y="145"/>
                    <a:pt x="336" y="196"/>
                    <a:pt x="336" y="276"/>
                  </a:cubicBezTo>
                  <a:cubicBezTo>
                    <a:pt x="336" y="299"/>
                    <a:pt x="335" y="323"/>
                    <a:pt x="334" y="349"/>
                  </a:cubicBezTo>
                  <a:cubicBezTo>
                    <a:pt x="333" y="367"/>
                    <a:pt x="346" y="382"/>
                    <a:pt x="364" y="383"/>
                  </a:cubicBezTo>
                  <a:cubicBezTo>
                    <a:pt x="364" y="383"/>
                    <a:pt x="365" y="383"/>
                    <a:pt x="366" y="383"/>
                  </a:cubicBezTo>
                  <a:cubicBezTo>
                    <a:pt x="382" y="383"/>
                    <a:pt x="397" y="370"/>
                    <a:pt x="398" y="353"/>
                  </a:cubicBezTo>
                  <a:cubicBezTo>
                    <a:pt x="399" y="325"/>
                    <a:pt x="400" y="300"/>
                    <a:pt x="400" y="276"/>
                  </a:cubicBezTo>
                  <a:cubicBezTo>
                    <a:pt x="400" y="156"/>
                    <a:pt x="380" y="89"/>
                    <a:pt x="354" y="49"/>
                  </a:cubicBezTo>
                  <a:cubicBezTo>
                    <a:pt x="341" y="29"/>
                    <a:pt x="326" y="16"/>
                    <a:pt x="311" y="9"/>
                  </a:cubicBezTo>
                  <a:cubicBezTo>
                    <a:pt x="302" y="4"/>
                    <a:pt x="294" y="2"/>
                    <a:pt x="287" y="1"/>
                  </a:cubicBezTo>
                  <a:cubicBezTo>
                    <a:pt x="284" y="0"/>
                    <a:pt x="281" y="0"/>
                    <a:pt x="277" y="0"/>
                  </a:cubicBezTo>
                  <a:cubicBezTo>
                    <a:pt x="123" y="0"/>
                    <a:pt x="123" y="0"/>
                    <a:pt x="123" y="0"/>
                  </a:cubicBezTo>
                  <a:cubicBezTo>
                    <a:pt x="119" y="0"/>
                    <a:pt x="116" y="0"/>
                    <a:pt x="113" y="1"/>
                  </a:cubicBezTo>
                  <a:cubicBezTo>
                    <a:pt x="106" y="2"/>
                    <a:pt x="98" y="4"/>
                    <a:pt x="88" y="9"/>
                  </a:cubicBezTo>
                  <a:cubicBezTo>
                    <a:pt x="67" y="20"/>
                    <a:pt x="44" y="43"/>
                    <a:pt x="27" y="84"/>
                  </a:cubicBezTo>
                  <a:cubicBezTo>
                    <a:pt x="11" y="126"/>
                    <a:pt x="0" y="186"/>
                    <a:pt x="0" y="276"/>
                  </a:cubicBezTo>
                  <a:cubicBezTo>
                    <a:pt x="0" y="300"/>
                    <a:pt x="1" y="325"/>
                    <a:pt x="2" y="353"/>
                  </a:cubicBezTo>
                  <a:cubicBezTo>
                    <a:pt x="3" y="370"/>
                    <a:pt x="17" y="383"/>
                    <a:pt x="34" y="38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3" name="Oval 126"/>
            <p:cNvSpPr>
              <a:spLocks noChangeArrowheads="1"/>
            </p:cNvSpPr>
            <p:nvPr/>
          </p:nvSpPr>
          <p:spPr bwMode="auto">
            <a:xfrm>
              <a:off x="8516938" y="668338"/>
              <a:ext cx="300038" cy="300038"/>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4" name="Freeform 127"/>
            <p:cNvSpPr>
              <a:spLocks/>
            </p:cNvSpPr>
            <p:nvPr/>
          </p:nvSpPr>
          <p:spPr bwMode="auto">
            <a:xfrm>
              <a:off x="8455026" y="620713"/>
              <a:ext cx="423863" cy="258763"/>
            </a:xfrm>
            <a:custGeom>
              <a:avLst/>
              <a:gdLst>
                <a:gd name="T0" fmla="*/ 16 w 254"/>
                <a:gd name="T1" fmla="*/ 155 h 155"/>
                <a:gd name="T2" fmla="*/ 32 w 254"/>
                <a:gd name="T3" fmla="*/ 140 h 155"/>
                <a:gd name="T4" fmla="*/ 32 w 254"/>
                <a:gd name="T5" fmla="*/ 105 h 155"/>
                <a:gd name="T6" fmla="*/ 24 w 254"/>
                <a:gd name="T7" fmla="*/ 93 h 155"/>
                <a:gd name="T8" fmla="*/ 127 w 254"/>
                <a:gd name="T9" fmla="*/ 12 h 155"/>
                <a:gd name="T10" fmla="*/ 230 w 254"/>
                <a:gd name="T11" fmla="*/ 93 h 155"/>
                <a:gd name="T12" fmla="*/ 222 w 254"/>
                <a:gd name="T13" fmla="*/ 105 h 155"/>
                <a:gd name="T14" fmla="*/ 222 w 254"/>
                <a:gd name="T15" fmla="*/ 140 h 155"/>
                <a:gd name="T16" fmla="*/ 238 w 254"/>
                <a:gd name="T17" fmla="*/ 155 h 155"/>
                <a:gd name="T18" fmla="*/ 254 w 254"/>
                <a:gd name="T19" fmla="*/ 140 h 155"/>
                <a:gd name="T20" fmla="*/ 254 w 254"/>
                <a:gd name="T21" fmla="*/ 105 h 155"/>
                <a:gd name="T22" fmla="*/ 242 w 254"/>
                <a:gd name="T23" fmla="*/ 91 h 155"/>
                <a:gd name="T24" fmla="*/ 127 w 254"/>
                <a:gd name="T25" fmla="*/ 0 h 155"/>
                <a:gd name="T26" fmla="*/ 12 w 254"/>
                <a:gd name="T27" fmla="*/ 91 h 155"/>
                <a:gd name="T28" fmla="*/ 0 w 254"/>
                <a:gd name="T29" fmla="*/ 105 h 155"/>
                <a:gd name="T30" fmla="*/ 0 w 254"/>
                <a:gd name="T31" fmla="*/ 140 h 155"/>
                <a:gd name="T32" fmla="*/ 16 w 254"/>
                <a:gd name="T33" fmla="*/ 155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4" h="155">
                  <a:moveTo>
                    <a:pt x="16" y="155"/>
                  </a:moveTo>
                  <a:cubicBezTo>
                    <a:pt x="25" y="155"/>
                    <a:pt x="32" y="148"/>
                    <a:pt x="32" y="140"/>
                  </a:cubicBezTo>
                  <a:cubicBezTo>
                    <a:pt x="32" y="105"/>
                    <a:pt x="32" y="105"/>
                    <a:pt x="32" y="105"/>
                  </a:cubicBezTo>
                  <a:cubicBezTo>
                    <a:pt x="32" y="100"/>
                    <a:pt x="29" y="95"/>
                    <a:pt x="24" y="93"/>
                  </a:cubicBezTo>
                  <a:cubicBezTo>
                    <a:pt x="35" y="46"/>
                    <a:pt x="77" y="12"/>
                    <a:pt x="127" y="12"/>
                  </a:cubicBezTo>
                  <a:cubicBezTo>
                    <a:pt x="177" y="12"/>
                    <a:pt x="219" y="46"/>
                    <a:pt x="230" y="93"/>
                  </a:cubicBezTo>
                  <a:cubicBezTo>
                    <a:pt x="225" y="95"/>
                    <a:pt x="222" y="100"/>
                    <a:pt x="222" y="105"/>
                  </a:cubicBezTo>
                  <a:cubicBezTo>
                    <a:pt x="222" y="140"/>
                    <a:pt x="222" y="140"/>
                    <a:pt x="222" y="140"/>
                  </a:cubicBezTo>
                  <a:cubicBezTo>
                    <a:pt x="222" y="148"/>
                    <a:pt x="229" y="155"/>
                    <a:pt x="238" y="155"/>
                  </a:cubicBezTo>
                  <a:cubicBezTo>
                    <a:pt x="247" y="155"/>
                    <a:pt x="254" y="148"/>
                    <a:pt x="254" y="140"/>
                  </a:cubicBezTo>
                  <a:cubicBezTo>
                    <a:pt x="254" y="105"/>
                    <a:pt x="254" y="105"/>
                    <a:pt x="254" y="105"/>
                  </a:cubicBezTo>
                  <a:cubicBezTo>
                    <a:pt x="254" y="98"/>
                    <a:pt x="249" y="93"/>
                    <a:pt x="242" y="91"/>
                  </a:cubicBezTo>
                  <a:cubicBezTo>
                    <a:pt x="230" y="39"/>
                    <a:pt x="183" y="0"/>
                    <a:pt x="127" y="0"/>
                  </a:cubicBezTo>
                  <a:cubicBezTo>
                    <a:pt x="71" y="0"/>
                    <a:pt x="24" y="39"/>
                    <a:pt x="12" y="91"/>
                  </a:cubicBezTo>
                  <a:cubicBezTo>
                    <a:pt x="5" y="93"/>
                    <a:pt x="0" y="98"/>
                    <a:pt x="0" y="105"/>
                  </a:cubicBezTo>
                  <a:cubicBezTo>
                    <a:pt x="0" y="140"/>
                    <a:pt x="0" y="140"/>
                    <a:pt x="0" y="140"/>
                  </a:cubicBezTo>
                  <a:cubicBezTo>
                    <a:pt x="0" y="148"/>
                    <a:pt x="7" y="155"/>
                    <a:pt x="16" y="15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5" name="Freeform 128"/>
            <p:cNvSpPr>
              <a:spLocks/>
            </p:cNvSpPr>
            <p:nvPr/>
          </p:nvSpPr>
          <p:spPr bwMode="auto">
            <a:xfrm>
              <a:off x="8864601" y="547687"/>
              <a:ext cx="209550" cy="203200"/>
            </a:xfrm>
            <a:custGeom>
              <a:avLst/>
              <a:gdLst>
                <a:gd name="T0" fmla="*/ 38 w 125"/>
                <a:gd name="T1" fmla="*/ 69 h 122"/>
                <a:gd name="T2" fmla="*/ 33 w 125"/>
                <a:gd name="T3" fmla="*/ 72 h 122"/>
                <a:gd name="T4" fmla="*/ 23 w 125"/>
                <a:gd name="T5" fmla="*/ 84 h 122"/>
                <a:gd name="T6" fmla="*/ 27 w 125"/>
                <a:gd name="T7" fmla="*/ 117 h 122"/>
                <a:gd name="T8" fmla="*/ 57 w 125"/>
                <a:gd name="T9" fmla="*/ 102 h 122"/>
                <a:gd name="T10" fmla="*/ 58 w 125"/>
                <a:gd name="T11" fmla="*/ 74 h 122"/>
                <a:gd name="T12" fmla="*/ 58 w 125"/>
                <a:gd name="T13" fmla="*/ 74 h 122"/>
                <a:gd name="T14" fmla="*/ 35 w 125"/>
                <a:gd name="T15" fmla="*/ 38 h 122"/>
                <a:gd name="T16" fmla="*/ 42 w 125"/>
                <a:gd name="T17" fmla="*/ 25 h 122"/>
                <a:gd name="T18" fmla="*/ 60 w 125"/>
                <a:gd name="T19" fmla="*/ 25 h 122"/>
                <a:gd name="T20" fmla="*/ 83 w 125"/>
                <a:gd name="T21" fmla="*/ 36 h 122"/>
                <a:gd name="T22" fmla="*/ 100 w 125"/>
                <a:gd name="T23" fmla="*/ 64 h 122"/>
                <a:gd name="T24" fmla="*/ 96 w 125"/>
                <a:gd name="T25" fmla="*/ 66 h 122"/>
                <a:gd name="T26" fmla="*/ 85 w 125"/>
                <a:gd name="T27" fmla="*/ 78 h 122"/>
                <a:gd name="T28" fmla="*/ 90 w 125"/>
                <a:gd name="T29" fmla="*/ 111 h 122"/>
                <a:gd name="T30" fmla="*/ 120 w 125"/>
                <a:gd name="T31" fmla="*/ 97 h 122"/>
                <a:gd name="T32" fmla="*/ 120 w 125"/>
                <a:gd name="T33" fmla="*/ 68 h 122"/>
                <a:gd name="T34" fmla="*/ 120 w 125"/>
                <a:gd name="T35" fmla="*/ 68 h 122"/>
                <a:gd name="T36" fmla="*/ 84 w 125"/>
                <a:gd name="T37" fmla="*/ 12 h 122"/>
                <a:gd name="T38" fmla="*/ 62 w 125"/>
                <a:gd name="T39" fmla="*/ 1 h 122"/>
                <a:gd name="T40" fmla="*/ 62 w 125"/>
                <a:gd name="T41" fmla="*/ 1 h 122"/>
                <a:gd name="T42" fmla="*/ 11 w 125"/>
                <a:gd name="T43" fmla="*/ 4 h 122"/>
                <a:gd name="T44" fmla="*/ 4 w 125"/>
                <a:gd name="T45" fmla="*/ 17 h 122"/>
                <a:gd name="T46" fmla="*/ 38 w 125"/>
                <a:gd name="T47" fmla="*/ 69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5" h="122">
                  <a:moveTo>
                    <a:pt x="38" y="69"/>
                  </a:moveTo>
                  <a:cubicBezTo>
                    <a:pt x="36" y="70"/>
                    <a:pt x="35" y="71"/>
                    <a:pt x="33" y="72"/>
                  </a:cubicBezTo>
                  <a:cubicBezTo>
                    <a:pt x="29" y="75"/>
                    <a:pt x="26" y="79"/>
                    <a:pt x="23" y="84"/>
                  </a:cubicBezTo>
                  <a:cubicBezTo>
                    <a:pt x="16" y="97"/>
                    <a:pt x="18" y="111"/>
                    <a:pt x="27" y="117"/>
                  </a:cubicBezTo>
                  <a:cubicBezTo>
                    <a:pt x="37" y="122"/>
                    <a:pt x="50" y="115"/>
                    <a:pt x="57" y="102"/>
                  </a:cubicBezTo>
                  <a:cubicBezTo>
                    <a:pt x="63" y="92"/>
                    <a:pt x="63" y="80"/>
                    <a:pt x="58" y="74"/>
                  </a:cubicBezTo>
                  <a:cubicBezTo>
                    <a:pt x="58" y="74"/>
                    <a:pt x="58" y="74"/>
                    <a:pt x="58" y="74"/>
                  </a:cubicBezTo>
                  <a:cubicBezTo>
                    <a:pt x="35" y="38"/>
                    <a:pt x="35" y="38"/>
                    <a:pt x="35" y="38"/>
                  </a:cubicBezTo>
                  <a:cubicBezTo>
                    <a:pt x="31" y="31"/>
                    <a:pt x="34" y="26"/>
                    <a:pt x="42" y="25"/>
                  </a:cubicBezTo>
                  <a:cubicBezTo>
                    <a:pt x="60" y="25"/>
                    <a:pt x="60" y="25"/>
                    <a:pt x="60" y="25"/>
                  </a:cubicBezTo>
                  <a:cubicBezTo>
                    <a:pt x="68" y="25"/>
                    <a:pt x="78" y="30"/>
                    <a:pt x="83" y="36"/>
                  </a:cubicBezTo>
                  <a:cubicBezTo>
                    <a:pt x="100" y="64"/>
                    <a:pt x="100" y="64"/>
                    <a:pt x="100" y="64"/>
                  </a:cubicBezTo>
                  <a:cubicBezTo>
                    <a:pt x="99" y="65"/>
                    <a:pt x="97" y="66"/>
                    <a:pt x="96" y="66"/>
                  </a:cubicBezTo>
                  <a:cubicBezTo>
                    <a:pt x="92" y="69"/>
                    <a:pt x="88" y="73"/>
                    <a:pt x="85" y="78"/>
                  </a:cubicBezTo>
                  <a:cubicBezTo>
                    <a:pt x="78" y="92"/>
                    <a:pt x="80" y="106"/>
                    <a:pt x="90" y="111"/>
                  </a:cubicBezTo>
                  <a:cubicBezTo>
                    <a:pt x="99" y="117"/>
                    <a:pt x="113" y="110"/>
                    <a:pt x="120" y="97"/>
                  </a:cubicBezTo>
                  <a:cubicBezTo>
                    <a:pt x="125" y="87"/>
                    <a:pt x="125" y="75"/>
                    <a:pt x="120" y="68"/>
                  </a:cubicBezTo>
                  <a:cubicBezTo>
                    <a:pt x="120" y="68"/>
                    <a:pt x="120" y="68"/>
                    <a:pt x="120" y="68"/>
                  </a:cubicBezTo>
                  <a:cubicBezTo>
                    <a:pt x="84" y="12"/>
                    <a:pt x="84" y="12"/>
                    <a:pt x="84" y="12"/>
                  </a:cubicBezTo>
                  <a:cubicBezTo>
                    <a:pt x="80" y="5"/>
                    <a:pt x="70" y="0"/>
                    <a:pt x="62" y="1"/>
                  </a:cubicBezTo>
                  <a:cubicBezTo>
                    <a:pt x="62" y="1"/>
                    <a:pt x="62" y="1"/>
                    <a:pt x="62" y="1"/>
                  </a:cubicBezTo>
                  <a:cubicBezTo>
                    <a:pt x="11" y="4"/>
                    <a:pt x="11" y="4"/>
                    <a:pt x="11" y="4"/>
                  </a:cubicBezTo>
                  <a:cubicBezTo>
                    <a:pt x="3" y="4"/>
                    <a:pt x="0" y="10"/>
                    <a:pt x="4" y="17"/>
                  </a:cubicBezTo>
                  <a:lnTo>
                    <a:pt x="38" y="69"/>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56" name="组合 155"/>
          <p:cNvGrpSpPr/>
          <p:nvPr/>
        </p:nvGrpSpPr>
        <p:grpSpPr>
          <a:xfrm>
            <a:off x="9372601" y="2662238"/>
            <a:ext cx="722313" cy="1697038"/>
            <a:chOff x="9372601" y="2662238"/>
            <a:chExt cx="722313" cy="1697038"/>
          </a:xfrm>
        </p:grpSpPr>
        <p:sp>
          <p:nvSpPr>
            <p:cNvPr id="157" name="Freeform 129"/>
            <p:cNvSpPr>
              <a:spLocks/>
            </p:cNvSpPr>
            <p:nvPr/>
          </p:nvSpPr>
          <p:spPr bwMode="auto">
            <a:xfrm>
              <a:off x="9612313" y="3113088"/>
              <a:ext cx="214313" cy="112713"/>
            </a:xfrm>
            <a:custGeom>
              <a:avLst/>
              <a:gdLst>
                <a:gd name="T0" fmla="*/ 73 w 129"/>
                <a:gd name="T1" fmla="*/ 67 h 67"/>
                <a:gd name="T2" fmla="*/ 129 w 129"/>
                <a:gd name="T3" fmla="*/ 0 h 67"/>
                <a:gd name="T4" fmla="*/ 0 w 129"/>
                <a:gd name="T5" fmla="*/ 0 h 67"/>
                <a:gd name="T6" fmla="*/ 73 w 129"/>
                <a:gd name="T7" fmla="*/ 67 h 67"/>
              </a:gdLst>
              <a:ahLst/>
              <a:cxnLst>
                <a:cxn ang="0">
                  <a:pos x="T0" y="T1"/>
                </a:cxn>
                <a:cxn ang="0">
                  <a:pos x="T2" y="T3"/>
                </a:cxn>
                <a:cxn ang="0">
                  <a:pos x="T4" y="T5"/>
                </a:cxn>
                <a:cxn ang="0">
                  <a:pos x="T6" y="T7"/>
                </a:cxn>
              </a:cxnLst>
              <a:rect l="0" t="0" r="r" b="b"/>
              <a:pathLst>
                <a:path w="129" h="67">
                  <a:moveTo>
                    <a:pt x="73" y="67"/>
                  </a:moveTo>
                  <a:cubicBezTo>
                    <a:pt x="100" y="48"/>
                    <a:pt x="118" y="24"/>
                    <a:pt x="129" y="0"/>
                  </a:cubicBezTo>
                  <a:cubicBezTo>
                    <a:pt x="0" y="0"/>
                    <a:pt x="0" y="0"/>
                    <a:pt x="0" y="0"/>
                  </a:cubicBezTo>
                  <a:cubicBezTo>
                    <a:pt x="15" y="24"/>
                    <a:pt x="38" y="48"/>
                    <a:pt x="73" y="6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8" name="Freeform 130"/>
            <p:cNvSpPr>
              <a:spLocks noEditPoints="1"/>
            </p:cNvSpPr>
            <p:nvPr/>
          </p:nvSpPr>
          <p:spPr bwMode="auto">
            <a:xfrm>
              <a:off x="9372601" y="3113088"/>
              <a:ext cx="671513" cy="1246188"/>
            </a:xfrm>
            <a:custGeom>
              <a:avLst/>
              <a:gdLst>
                <a:gd name="T0" fmla="*/ 94 w 402"/>
                <a:gd name="T1" fmla="*/ 301 h 746"/>
                <a:gd name="T2" fmla="*/ 94 w 402"/>
                <a:gd name="T3" fmla="*/ 305 h 746"/>
                <a:gd name="T4" fmla="*/ 94 w 402"/>
                <a:gd name="T5" fmla="*/ 697 h 746"/>
                <a:gd name="T6" fmla="*/ 143 w 402"/>
                <a:gd name="T7" fmla="*/ 746 h 746"/>
                <a:gd name="T8" fmla="*/ 193 w 402"/>
                <a:gd name="T9" fmla="*/ 697 h 746"/>
                <a:gd name="T10" fmla="*/ 193 w 402"/>
                <a:gd name="T11" fmla="*/ 336 h 746"/>
                <a:gd name="T12" fmla="*/ 211 w 402"/>
                <a:gd name="T13" fmla="*/ 336 h 746"/>
                <a:gd name="T14" fmla="*/ 211 w 402"/>
                <a:gd name="T15" fmla="*/ 697 h 746"/>
                <a:gd name="T16" fmla="*/ 261 w 402"/>
                <a:gd name="T17" fmla="*/ 746 h 746"/>
                <a:gd name="T18" fmla="*/ 310 w 402"/>
                <a:gd name="T19" fmla="*/ 697 h 746"/>
                <a:gd name="T20" fmla="*/ 310 w 402"/>
                <a:gd name="T21" fmla="*/ 98 h 746"/>
                <a:gd name="T22" fmla="*/ 317 w 402"/>
                <a:gd name="T23" fmla="*/ 115 h 746"/>
                <a:gd name="T24" fmla="*/ 338 w 402"/>
                <a:gd name="T25" fmla="*/ 277 h 746"/>
                <a:gd name="T26" fmla="*/ 336 w 402"/>
                <a:gd name="T27" fmla="*/ 350 h 746"/>
                <a:gd name="T28" fmla="*/ 366 w 402"/>
                <a:gd name="T29" fmla="*/ 384 h 746"/>
                <a:gd name="T30" fmla="*/ 368 w 402"/>
                <a:gd name="T31" fmla="*/ 384 h 746"/>
                <a:gd name="T32" fmla="*/ 400 w 402"/>
                <a:gd name="T33" fmla="*/ 354 h 746"/>
                <a:gd name="T34" fmla="*/ 402 w 402"/>
                <a:gd name="T35" fmla="*/ 277 h 746"/>
                <a:gd name="T36" fmla="*/ 356 w 402"/>
                <a:gd name="T37" fmla="*/ 50 h 746"/>
                <a:gd name="T38" fmla="*/ 314 w 402"/>
                <a:gd name="T39" fmla="*/ 10 h 746"/>
                <a:gd name="T40" fmla="*/ 289 w 402"/>
                <a:gd name="T41" fmla="*/ 2 h 746"/>
                <a:gd name="T42" fmla="*/ 280 w 402"/>
                <a:gd name="T43" fmla="*/ 0 h 746"/>
                <a:gd name="T44" fmla="*/ 218 w 402"/>
                <a:gd name="T45" fmla="*/ 75 h 746"/>
                <a:gd name="T46" fmla="*/ 206 w 402"/>
                <a:gd name="T47" fmla="*/ 85 h 746"/>
                <a:gd name="T48" fmla="*/ 179 w 402"/>
                <a:gd name="T49" fmla="*/ 114 h 746"/>
                <a:gd name="T50" fmla="*/ 140 w 402"/>
                <a:gd name="T51" fmla="*/ 203 h 746"/>
                <a:gd name="T52" fmla="*/ 142 w 402"/>
                <a:gd name="T53" fmla="*/ 221 h 746"/>
                <a:gd name="T54" fmla="*/ 167 w 402"/>
                <a:gd name="T55" fmla="*/ 214 h 746"/>
                <a:gd name="T56" fmla="*/ 177 w 402"/>
                <a:gd name="T57" fmla="*/ 219 h 746"/>
                <a:gd name="T58" fmla="*/ 205 w 402"/>
                <a:gd name="T59" fmla="*/ 311 h 746"/>
                <a:gd name="T60" fmla="*/ 200 w 402"/>
                <a:gd name="T61" fmla="*/ 321 h 746"/>
                <a:gd name="T62" fmla="*/ 138 w 402"/>
                <a:gd name="T63" fmla="*/ 339 h 746"/>
                <a:gd name="T64" fmla="*/ 128 w 402"/>
                <a:gd name="T65" fmla="*/ 334 h 746"/>
                <a:gd name="T66" fmla="*/ 122 w 402"/>
                <a:gd name="T67" fmla="*/ 312 h 746"/>
                <a:gd name="T68" fmla="*/ 124 w 402"/>
                <a:gd name="T69" fmla="*/ 312 h 746"/>
                <a:gd name="T70" fmla="*/ 154 w 402"/>
                <a:gd name="T71" fmla="*/ 292 h 746"/>
                <a:gd name="T72" fmla="*/ 137 w 402"/>
                <a:gd name="T73" fmla="*/ 250 h 746"/>
                <a:gd name="T74" fmla="*/ 104 w 402"/>
                <a:gd name="T75" fmla="*/ 233 h 746"/>
                <a:gd name="T76" fmla="*/ 106 w 402"/>
                <a:gd name="T77" fmla="*/ 232 h 746"/>
                <a:gd name="T78" fmla="*/ 134 w 402"/>
                <a:gd name="T79" fmla="*/ 224 h 746"/>
                <a:gd name="T80" fmla="*/ 132 w 402"/>
                <a:gd name="T81" fmla="*/ 203 h 746"/>
                <a:gd name="T82" fmla="*/ 209 w 402"/>
                <a:gd name="T83" fmla="*/ 72 h 746"/>
                <a:gd name="T84" fmla="*/ 134 w 402"/>
                <a:gd name="T85" fmla="*/ 0 h 746"/>
                <a:gd name="T86" fmla="*/ 125 w 402"/>
                <a:gd name="T87" fmla="*/ 0 h 746"/>
                <a:gd name="T88" fmla="*/ 121 w 402"/>
                <a:gd name="T89" fmla="*/ 1 h 746"/>
                <a:gd name="T90" fmla="*/ 120 w 402"/>
                <a:gd name="T91" fmla="*/ 1 h 746"/>
                <a:gd name="T92" fmla="*/ 105 w 402"/>
                <a:gd name="T93" fmla="*/ 3 h 746"/>
                <a:gd name="T94" fmla="*/ 88 w 402"/>
                <a:gd name="T95" fmla="*/ 12 h 746"/>
                <a:gd name="T96" fmla="*/ 33 w 402"/>
                <a:gd name="T97" fmla="*/ 72 h 746"/>
                <a:gd name="T98" fmla="*/ 0 w 402"/>
                <a:gd name="T99" fmla="*/ 170 h 746"/>
                <a:gd name="T100" fmla="*/ 27 w 402"/>
                <a:gd name="T101" fmla="*/ 248 h 746"/>
                <a:gd name="T102" fmla="*/ 94 w 402"/>
                <a:gd name="T103" fmla="*/ 301 h 746"/>
                <a:gd name="T104" fmla="*/ 94 w 402"/>
                <a:gd name="T105" fmla="*/ 97 h 746"/>
                <a:gd name="T106" fmla="*/ 94 w 402"/>
                <a:gd name="T107" fmla="*/ 225 h 746"/>
                <a:gd name="T108" fmla="*/ 78 w 402"/>
                <a:gd name="T109" fmla="*/ 209 h 746"/>
                <a:gd name="T110" fmla="*/ 64 w 402"/>
                <a:gd name="T111" fmla="*/ 170 h 746"/>
                <a:gd name="T112" fmla="*/ 94 w 402"/>
                <a:gd name="T113" fmla="*/ 97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02" h="746">
                  <a:moveTo>
                    <a:pt x="94" y="301"/>
                  </a:moveTo>
                  <a:cubicBezTo>
                    <a:pt x="94" y="305"/>
                    <a:pt x="94" y="305"/>
                    <a:pt x="94" y="305"/>
                  </a:cubicBezTo>
                  <a:cubicBezTo>
                    <a:pt x="94" y="697"/>
                    <a:pt x="94" y="697"/>
                    <a:pt x="94" y="697"/>
                  </a:cubicBezTo>
                  <a:cubicBezTo>
                    <a:pt x="94" y="724"/>
                    <a:pt x="116" y="746"/>
                    <a:pt x="143" y="746"/>
                  </a:cubicBezTo>
                  <a:cubicBezTo>
                    <a:pt x="171" y="746"/>
                    <a:pt x="193" y="724"/>
                    <a:pt x="193" y="697"/>
                  </a:cubicBezTo>
                  <a:cubicBezTo>
                    <a:pt x="193" y="336"/>
                    <a:pt x="193" y="336"/>
                    <a:pt x="193" y="336"/>
                  </a:cubicBezTo>
                  <a:cubicBezTo>
                    <a:pt x="211" y="336"/>
                    <a:pt x="211" y="336"/>
                    <a:pt x="211" y="336"/>
                  </a:cubicBezTo>
                  <a:cubicBezTo>
                    <a:pt x="211" y="697"/>
                    <a:pt x="211" y="697"/>
                    <a:pt x="211" y="697"/>
                  </a:cubicBezTo>
                  <a:cubicBezTo>
                    <a:pt x="211" y="724"/>
                    <a:pt x="233" y="746"/>
                    <a:pt x="261" y="746"/>
                  </a:cubicBezTo>
                  <a:cubicBezTo>
                    <a:pt x="288" y="746"/>
                    <a:pt x="310" y="724"/>
                    <a:pt x="310" y="697"/>
                  </a:cubicBezTo>
                  <a:cubicBezTo>
                    <a:pt x="310" y="98"/>
                    <a:pt x="310" y="98"/>
                    <a:pt x="310" y="98"/>
                  </a:cubicBezTo>
                  <a:cubicBezTo>
                    <a:pt x="313" y="103"/>
                    <a:pt x="315" y="108"/>
                    <a:pt x="317" y="115"/>
                  </a:cubicBezTo>
                  <a:cubicBezTo>
                    <a:pt x="329" y="146"/>
                    <a:pt x="338" y="197"/>
                    <a:pt x="338" y="277"/>
                  </a:cubicBezTo>
                  <a:cubicBezTo>
                    <a:pt x="338" y="299"/>
                    <a:pt x="337" y="324"/>
                    <a:pt x="336" y="350"/>
                  </a:cubicBezTo>
                  <a:cubicBezTo>
                    <a:pt x="335" y="368"/>
                    <a:pt x="348" y="383"/>
                    <a:pt x="366" y="384"/>
                  </a:cubicBezTo>
                  <a:cubicBezTo>
                    <a:pt x="367" y="384"/>
                    <a:pt x="367" y="384"/>
                    <a:pt x="368" y="384"/>
                  </a:cubicBezTo>
                  <a:cubicBezTo>
                    <a:pt x="385" y="384"/>
                    <a:pt x="399" y="371"/>
                    <a:pt x="400" y="354"/>
                  </a:cubicBezTo>
                  <a:cubicBezTo>
                    <a:pt x="401" y="326"/>
                    <a:pt x="402" y="301"/>
                    <a:pt x="402" y="277"/>
                  </a:cubicBezTo>
                  <a:cubicBezTo>
                    <a:pt x="402" y="157"/>
                    <a:pt x="383" y="90"/>
                    <a:pt x="356" y="50"/>
                  </a:cubicBezTo>
                  <a:cubicBezTo>
                    <a:pt x="343" y="30"/>
                    <a:pt x="328" y="17"/>
                    <a:pt x="314" y="10"/>
                  </a:cubicBezTo>
                  <a:cubicBezTo>
                    <a:pt x="304" y="5"/>
                    <a:pt x="296" y="3"/>
                    <a:pt x="289" y="2"/>
                  </a:cubicBezTo>
                  <a:cubicBezTo>
                    <a:pt x="286" y="1"/>
                    <a:pt x="283" y="0"/>
                    <a:pt x="280" y="0"/>
                  </a:cubicBezTo>
                  <a:cubicBezTo>
                    <a:pt x="269" y="27"/>
                    <a:pt x="250" y="54"/>
                    <a:pt x="218" y="75"/>
                  </a:cubicBezTo>
                  <a:cubicBezTo>
                    <a:pt x="218" y="75"/>
                    <a:pt x="214" y="79"/>
                    <a:pt x="206" y="85"/>
                  </a:cubicBezTo>
                  <a:cubicBezTo>
                    <a:pt x="199" y="92"/>
                    <a:pt x="189" y="102"/>
                    <a:pt x="179" y="114"/>
                  </a:cubicBezTo>
                  <a:cubicBezTo>
                    <a:pt x="159" y="138"/>
                    <a:pt x="140" y="170"/>
                    <a:pt x="140" y="203"/>
                  </a:cubicBezTo>
                  <a:cubicBezTo>
                    <a:pt x="140" y="209"/>
                    <a:pt x="140" y="215"/>
                    <a:pt x="142" y="221"/>
                  </a:cubicBezTo>
                  <a:cubicBezTo>
                    <a:pt x="167" y="214"/>
                    <a:pt x="167" y="214"/>
                    <a:pt x="167" y="214"/>
                  </a:cubicBezTo>
                  <a:cubicBezTo>
                    <a:pt x="171" y="212"/>
                    <a:pt x="176" y="215"/>
                    <a:pt x="177" y="219"/>
                  </a:cubicBezTo>
                  <a:cubicBezTo>
                    <a:pt x="205" y="311"/>
                    <a:pt x="205" y="311"/>
                    <a:pt x="205" y="311"/>
                  </a:cubicBezTo>
                  <a:cubicBezTo>
                    <a:pt x="206" y="315"/>
                    <a:pt x="204" y="319"/>
                    <a:pt x="200" y="321"/>
                  </a:cubicBezTo>
                  <a:cubicBezTo>
                    <a:pt x="138" y="339"/>
                    <a:pt x="138" y="339"/>
                    <a:pt x="138" y="339"/>
                  </a:cubicBezTo>
                  <a:cubicBezTo>
                    <a:pt x="134" y="341"/>
                    <a:pt x="130" y="338"/>
                    <a:pt x="128" y="334"/>
                  </a:cubicBezTo>
                  <a:cubicBezTo>
                    <a:pt x="122" y="312"/>
                    <a:pt x="122" y="312"/>
                    <a:pt x="122" y="312"/>
                  </a:cubicBezTo>
                  <a:cubicBezTo>
                    <a:pt x="123" y="312"/>
                    <a:pt x="123" y="312"/>
                    <a:pt x="124" y="312"/>
                  </a:cubicBezTo>
                  <a:cubicBezTo>
                    <a:pt x="137" y="312"/>
                    <a:pt x="149" y="305"/>
                    <a:pt x="154" y="292"/>
                  </a:cubicBezTo>
                  <a:cubicBezTo>
                    <a:pt x="161" y="276"/>
                    <a:pt x="153" y="257"/>
                    <a:pt x="137" y="250"/>
                  </a:cubicBezTo>
                  <a:cubicBezTo>
                    <a:pt x="124" y="245"/>
                    <a:pt x="113" y="239"/>
                    <a:pt x="104" y="233"/>
                  </a:cubicBezTo>
                  <a:cubicBezTo>
                    <a:pt x="105" y="233"/>
                    <a:pt x="105" y="232"/>
                    <a:pt x="106" y="232"/>
                  </a:cubicBezTo>
                  <a:cubicBezTo>
                    <a:pt x="134" y="224"/>
                    <a:pt x="134" y="224"/>
                    <a:pt x="134" y="224"/>
                  </a:cubicBezTo>
                  <a:cubicBezTo>
                    <a:pt x="133" y="217"/>
                    <a:pt x="132" y="210"/>
                    <a:pt x="132" y="203"/>
                  </a:cubicBezTo>
                  <a:cubicBezTo>
                    <a:pt x="132" y="141"/>
                    <a:pt x="191" y="87"/>
                    <a:pt x="209" y="72"/>
                  </a:cubicBezTo>
                  <a:cubicBezTo>
                    <a:pt x="172" y="52"/>
                    <a:pt x="149" y="26"/>
                    <a:pt x="134" y="0"/>
                  </a:cubicBezTo>
                  <a:cubicBezTo>
                    <a:pt x="125" y="0"/>
                    <a:pt x="125" y="0"/>
                    <a:pt x="125" y="0"/>
                  </a:cubicBezTo>
                  <a:cubicBezTo>
                    <a:pt x="123" y="0"/>
                    <a:pt x="122" y="0"/>
                    <a:pt x="121" y="1"/>
                  </a:cubicBezTo>
                  <a:cubicBezTo>
                    <a:pt x="121" y="1"/>
                    <a:pt x="120" y="1"/>
                    <a:pt x="120" y="1"/>
                  </a:cubicBezTo>
                  <a:cubicBezTo>
                    <a:pt x="113" y="1"/>
                    <a:pt x="109" y="2"/>
                    <a:pt x="105" y="3"/>
                  </a:cubicBezTo>
                  <a:cubicBezTo>
                    <a:pt x="98" y="6"/>
                    <a:pt x="94" y="9"/>
                    <a:pt x="88" y="12"/>
                  </a:cubicBezTo>
                  <a:cubicBezTo>
                    <a:pt x="71" y="25"/>
                    <a:pt x="51" y="45"/>
                    <a:pt x="33" y="72"/>
                  </a:cubicBezTo>
                  <a:cubicBezTo>
                    <a:pt x="16" y="99"/>
                    <a:pt x="0" y="132"/>
                    <a:pt x="0" y="170"/>
                  </a:cubicBezTo>
                  <a:cubicBezTo>
                    <a:pt x="0" y="196"/>
                    <a:pt x="8" y="224"/>
                    <a:pt x="27" y="248"/>
                  </a:cubicBezTo>
                  <a:cubicBezTo>
                    <a:pt x="43" y="268"/>
                    <a:pt x="65" y="286"/>
                    <a:pt x="94" y="301"/>
                  </a:cubicBezTo>
                  <a:close/>
                  <a:moveTo>
                    <a:pt x="94" y="97"/>
                  </a:moveTo>
                  <a:cubicBezTo>
                    <a:pt x="94" y="225"/>
                    <a:pt x="94" y="225"/>
                    <a:pt x="94" y="225"/>
                  </a:cubicBezTo>
                  <a:cubicBezTo>
                    <a:pt x="87" y="220"/>
                    <a:pt x="82" y="214"/>
                    <a:pt x="78" y="209"/>
                  </a:cubicBezTo>
                  <a:cubicBezTo>
                    <a:pt x="68" y="196"/>
                    <a:pt x="64" y="184"/>
                    <a:pt x="64" y="170"/>
                  </a:cubicBezTo>
                  <a:cubicBezTo>
                    <a:pt x="64" y="147"/>
                    <a:pt x="77" y="119"/>
                    <a:pt x="94" y="9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9" name="Freeform 131"/>
            <p:cNvSpPr>
              <a:spLocks/>
            </p:cNvSpPr>
            <p:nvPr/>
          </p:nvSpPr>
          <p:spPr bwMode="auto">
            <a:xfrm>
              <a:off x="9537701" y="2776538"/>
              <a:ext cx="341313" cy="336550"/>
            </a:xfrm>
            <a:custGeom>
              <a:avLst/>
              <a:gdLst>
                <a:gd name="T0" fmla="*/ 37 w 204"/>
                <a:gd name="T1" fmla="*/ 190 h 202"/>
                <a:gd name="T2" fmla="*/ 16 w 204"/>
                <a:gd name="T3" fmla="*/ 112 h 202"/>
                <a:gd name="T4" fmla="*/ 103 w 204"/>
                <a:gd name="T5" fmla="*/ 180 h 202"/>
                <a:gd name="T6" fmla="*/ 191 w 204"/>
                <a:gd name="T7" fmla="*/ 111 h 202"/>
                <a:gd name="T8" fmla="*/ 191 w 204"/>
                <a:gd name="T9" fmla="*/ 115 h 202"/>
                <a:gd name="T10" fmla="*/ 178 w 204"/>
                <a:gd name="T11" fmla="*/ 190 h 202"/>
                <a:gd name="T12" fmla="*/ 173 w 204"/>
                <a:gd name="T13" fmla="*/ 202 h 202"/>
                <a:gd name="T14" fmla="*/ 180 w 204"/>
                <a:gd name="T15" fmla="*/ 202 h 202"/>
                <a:gd name="T16" fmla="*/ 181 w 204"/>
                <a:gd name="T17" fmla="*/ 202 h 202"/>
                <a:gd name="T18" fmla="*/ 186 w 204"/>
                <a:gd name="T19" fmla="*/ 190 h 202"/>
                <a:gd name="T20" fmla="*/ 199 w 204"/>
                <a:gd name="T21" fmla="*/ 115 h 202"/>
                <a:gd name="T22" fmla="*/ 198 w 204"/>
                <a:gd name="T23" fmla="*/ 99 h 202"/>
                <a:gd name="T24" fmla="*/ 204 w 204"/>
                <a:gd name="T25" fmla="*/ 89 h 202"/>
                <a:gd name="T26" fmla="*/ 193 w 204"/>
                <a:gd name="T27" fmla="*/ 78 h 202"/>
                <a:gd name="T28" fmla="*/ 192 w 204"/>
                <a:gd name="T29" fmla="*/ 78 h 202"/>
                <a:gd name="T30" fmla="*/ 103 w 204"/>
                <a:gd name="T31" fmla="*/ 0 h 202"/>
                <a:gd name="T32" fmla="*/ 14 w 204"/>
                <a:gd name="T33" fmla="*/ 78 h 202"/>
                <a:gd name="T34" fmla="*/ 12 w 204"/>
                <a:gd name="T35" fmla="*/ 78 h 202"/>
                <a:gd name="T36" fmla="*/ 0 w 204"/>
                <a:gd name="T37" fmla="*/ 89 h 202"/>
                <a:gd name="T38" fmla="*/ 8 w 204"/>
                <a:gd name="T39" fmla="*/ 100 h 202"/>
                <a:gd name="T40" fmla="*/ 8 w 204"/>
                <a:gd name="T41" fmla="*/ 103 h 202"/>
                <a:gd name="T42" fmla="*/ 28 w 204"/>
                <a:gd name="T43" fmla="*/ 190 h 202"/>
                <a:gd name="T44" fmla="*/ 35 w 204"/>
                <a:gd name="T45" fmla="*/ 202 h 202"/>
                <a:gd name="T46" fmla="*/ 44 w 204"/>
                <a:gd name="T47" fmla="*/ 202 h 202"/>
                <a:gd name="T48" fmla="*/ 37 w 204"/>
                <a:gd name="T49" fmla="*/ 19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4" h="202">
                  <a:moveTo>
                    <a:pt x="37" y="190"/>
                  </a:moveTo>
                  <a:cubicBezTo>
                    <a:pt x="21" y="160"/>
                    <a:pt x="17" y="130"/>
                    <a:pt x="16" y="112"/>
                  </a:cubicBezTo>
                  <a:cubicBezTo>
                    <a:pt x="26" y="151"/>
                    <a:pt x="61" y="180"/>
                    <a:pt x="103" y="180"/>
                  </a:cubicBezTo>
                  <a:cubicBezTo>
                    <a:pt x="145" y="180"/>
                    <a:pt x="181" y="150"/>
                    <a:pt x="191" y="111"/>
                  </a:cubicBezTo>
                  <a:cubicBezTo>
                    <a:pt x="191" y="112"/>
                    <a:pt x="191" y="113"/>
                    <a:pt x="191" y="115"/>
                  </a:cubicBezTo>
                  <a:cubicBezTo>
                    <a:pt x="191" y="134"/>
                    <a:pt x="188" y="161"/>
                    <a:pt x="178" y="190"/>
                  </a:cubicBezTo>
                  <a:cubicBezTo>
                    <a:pt x="176" y="194"/>
                    <a:pt x="174" y="198"/>
                    <a:pt x="173" y="202"/>
                  </a:cubicBezTo>
                  <a:cubicBezTo>
                    <a:pt x="180" y="202"/>
                    <a:pt x="180" y="202"/>
                    <a:pt x="180" y="202"/>
                  </a:cubicBezTo>
                  <a:cubicBezTo>
                    <a:pt x="181" y="202"/>
                    <a:pt x="181" y="202"/>
                    <a:pt x="181" y="202"/>
                  </a:cubicBezTo>
                  <a:cubicBezTo>
                    <a:pt x="183" y="198"/>
                    <a:pt x="185" y="194"/>
                    <a:pt x="186" y="190"/>
                  </a:cubicBezTo>
                  <a:cubicBezTo>
                    <a:pt x="196" y="161"/>
                    <a:pt x="199" y="134"/>
                    <a:pt x="199" y="115"/>
                  </a:cubicBezTo>
                  <a:cubicBezTo>
                    <a:pt x="199" y="109"/>
                    <a:pt x="198" y="104"/>
                    <a:pt x="198" y="99"/>
                  </a:cubicBezTo>
                  <a:cubicBezTo>
                    <a:pt x="202" y="97"/>
                    <a:pt x="204" y="94"/>
                    <a:pt x="204" y="89"/>
                  </a:cubicBezTo>
                  <a:cubicBezTo>
                    <a:pt x="204" y="83"/>
                    <a:pt x="199" y="78"/>
                    <a:pt x="193" y="78"/>
                  </a:cubicBezTo>
                  <a:cubicBezTo>
                    <a:pt x="192" y="78"/>
                    <a:pt x="192" y="78"/>
                    <a:pt x="192" y="78"/>
                  </a:cubicBezTo>
                  <a:cubicBezTo>
                    <a:pt x="187" y="34"/>
                    <a:pt x="149" y="0"/>
                    <a:pt x="103" y="0"/>
                  </a:cubicBezTo>
                  <a:cubicBezTo>
                    <a:pt x="57" y="0"/>
                    <a:pt x="19" y="34"/>
                    <a:pt x="14" y="78"/>
                  </a:cubicBezTo>
                  <a:cubicBezTo>
                    <a:pt x="13" y="78"/>
                    <a:pt x="12" y="78"/>
                    <a:pt x="12" y="78"/>
                  </a:cubicBezTo>
                  <a:cubicBezTo>
                    <a:pt x="5" y="78"/>
                    <a:pt x="0" y="83"/>
                    <a:pt x="0" y="89"/>
                  </a:cubicBezTo>
                  <a:cubicBezTo>
                    <a:pt x="0" y="94"/>
                    <a:pt x="3" y="98"/>
                    <a:pt x="8" y="100"/>
                  </a:cubicBezTo>
                  <a:cubicBezTo>
                    <a:pt x="8" y="101"/>
                    <a:pt x="8" y="102"/>
                    <a:pt x="8" y="103"/>
                  </a:cubicBezTo>
                  <a:cubicBezTo>
                    <a:pt x="8" y="120"/>
                    <a:pt x="10" y="154"/>
                    <a:pt x="28" y="190"/>
                  </a:cubicBezTo>
                  <a:cubicBezTo>
                    <a:pt x="30" y="194"/>
                    <a:pt x="32" y="198"/>
                    <a:pt x="35" y="202"/>
                  </a:cubicBezTo>
                  <a:cubicBezTo>
                    <a:pt x="44" y="202"/>
                    <a:pt x="44" y="202"/>
                    <a:pt x="44" y="202"/>
                  </a:cubicBezTo>
                  <a:cubicBezTo>
                    <a:pt x="41" y="198"/>
                    <a:pt x="39" y="194"/>
                    <a:pt x="37" y="19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0" name="Freeform 132"/>
            <p:cNvSpPr>
              <a:spLocks/>
            </p:cNvSpPr>
            <p:nvPr/>
          </p:nvSpPr>
          <p:spPr bwMode="auto">
            <a:xfrm>
              <a:off x="9909176" y="2662238"/>
              <a:ext cx="185738" cy="249238"/>
            </a:xfrm>
            <a:custGeom>
              <a:avLst/>
              <a:gdLst>
                <a:gd name="T0" fmla="*/ 100 w 112"/>
                <a:gd name="T1" fmla="*/ 30 h 149"/>
                <a:gd name="T2" fmla="*/ 100 w 112"/>
                <a:gd name="T3" fmla="*/ 30 h 149"/>
                <a:gd name="T4" fmla="*/ 56 w 112"/>
                <a:gd name="T5" fmla="*/ 4 h 149"/>
                <a:gd name="T6" fmla="*/ 43 w 112"/>
                <a:gd name="T7" fmla="*/ 11 h 149"/>
                <a:gd name="T8" fmla="*/ 41 w 112"/>
                <a:gd name="T9" fmla="*/ 73 h 149"/>
                <a:gd name="T10" fmla="*/ 36 w 112"/>
                <a:gd name="T11" fmla="*/ 72 h 149"/>
                <a:gd name="T12" fmla="*/ 20 w 112"/>
                <a:gd name="T13" fmla="*/ 76 h 149"/>
                <a:gd name="T14" fmla="*/ 5 w 112"/>
                <a:gd name="T15" fmla="*/ 106 h 149"/>
                <a:gd name="T16" fmla="*/ 38 w 112"/>
                <a:gd name="T17" fmla="*/ 111 h 149"/>
                <a:gd name="T18" fmla="*/ 55 w 112"/>
                <a:gd name="T19" fmla="*/ 88 h 149"/>
                <a:gd name="T20" fmla="*/ 55 w 112"/>
                <a:gd name="T21" fmla="*/ 88 h 149"/>
                <a:gd name="T22" fmla="*/ 56 w 112"/>
                <a:gd name="T23" fmla="*/ 45 h 149"/>
                <a:gd name="T24" fmla="*/ 69 w 112"/>
                <a:gd name="T25" fmla="*/ 39 h 149"/>
                <a:gd name="T26" fmla="*/ 85 w 112"/>
                <a:gd name="T27" fmla="*/ 49 h 149"/>
                <a:gd name="T28" fmla="*/ 96 w 112"/>
                <a:gd name="T29" fmla="*/ 71 h 149"/>
                <a:gd name="T30" fmla="*/ 95 w 112"/>
                <a:gd name="T31" fmla="*/ 104 h 149"/>
                <a:gd name="T32" fmla="*/ 90 w 112"/>
                <a:gd name="T33" fmla="*/ 104 h 149"/>
                <a:gd name="T34" fmla="*/ 75 w 112"/>
                <a:gd name="T35" fmla="*/ 107 h 149"/>
                <a:gd name="T36" fmla="*/ 60 w 112"/>
                <a:gd name="T37" fmla="*/ 137 h 149"/>
                <a:gd name="T38" fmla="*/ 92 w 112"/>
                <a:gd name="T39" fmla="*/ 142 h 149"/>
                <a:gd name="T40" fmla="*/ 109 w 112"/>
                <a:gd name="T41" fmla="*/ 119 h 149"/>
                <a:gd name="T42" fmla="*/ 109 w 112"/>
                <a:gd name="T43" fmla="*/ 119 h 149"/>
                <a:gd name="T44" fmla="*/ 112 w 112"/>
                <a:gd name="T45" fmla="*/ 52 h 149"/>
                <a:gd name="T46" fmla="*/ 100 w 112"/>
                <a:gd name="T47" fmla="*/ 3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2" h="149">
                  <a:moveTo>
                    <a:pt x="100" y="30"/>
                  </a:moveTo>
                  <a:cubicBezTo>
                    <a:pt x="100" y="30"/>
                    <a:pt x="100" y="30"/>
                    <a:pt x="100" y="30"/>
                  </a:cubicBezTo>
                  <a:cubicBezTo>
                    <a:pt x="56" y="4"/>
                    <a:pt x="56" y="4"/>
                    <a:pt x="56" y="4"/>
                  </a:cubicBezTo>
                  <a:cubicBezTo>
                    <a:pt x="49" y="0"/>
                    <a:pt x="43" y="3"/>
                    <a:pt x="43" y="11"/>
                  </a:cubicBezTo>
                  <a:cubicBezTo>
                    <a:pt x="41" y="73"/>
                    <a:pt x="41" y="73"/>
                    <a:pt x="41" y="73"/>
                  </a:cubicBezTo>
                  <a:cubicBezTo>
                    <a:pt x="39" y="72"/>
                    <a:pt x="37" y="72"/>
                    <a:pt x="36" y="72"/>
                  </a:cubicBezTo>
                  <a:cubicBezTo>
                    <a:pt x="31" y="72"/>
                    <a:pt x="25" y="73"/>
                    <a:pt x="20" y="76"/>
                  </a:cubicBezTo>
                  <a:cubicBezTo>
                    <a:pt x="7" y="83"/>
                    <a:pt x="0" y="96"/>
                    <a:pt x="5" y="106"/>
                  </a:cubicBezTo>
                  <a:cubicBezTo>
                    <a:pt x="10" y="115"/>
                    <a:pt x="25" y="118"/>
                    <a:pt x="38" y="111"/>
                  </a:cubicBezTo>
                  <a:cubicBezTo>
                    <a:pt x="48" y="106"/>
                    <a:pt x="55" y="96"/>
                    <a:pt x="55" y="88"/>
                  </a:cubicBezTo>
                  <a:cubicBezTo>
                    <a:pt x="55" y="88"/>
                    <a:pt x="55" y="88"/>
                    <a:pt x="55" y="88"/>
                  </a:cubicBezTo>
                  <a:cubicBezTo>
                    <a:pt x="56" y="45"/>
                    <a:pt x="56" y="45"/>
                    <a:pt x="56" y="45"/>
                  </a:cubicBezTo>
                  <a:cubicBezTo>
                    <a:pt x="57" y="37"/>
                    <a:pt x="62" y="34"/>
                    <a:pt x="69" y="39"/>
                  </a:cubicBezTo>
                  <a:cubicBezTo>
                    <a:pt x="85" y="49"/>
                    <a:pt x="85" y="49"/>
                    <a:pt x="85" y="49"/>
                  </a:cubicBezTo>
                  <a:cubicBezTo>
                    <a:pt x="91" y="53"/>
                    <a:pt x="97" y="63"/>
                    <a:pt x="96" y="71"/>
                  </a:cubicBezTo>
                  <a:cubicBezTo>
                    <a:pt x="95" y="104"/>
                    <a:pt x="95" y="104"/>
                    <a:pt x="95" y="104"/>
                  </a:cubicBezTo>
                  <a:cubicBezTo>
                    <a:pt x="93" y="104"/>
                    <a:pt x="92" y="104"/>
                    <a:pt x="90" y="104"/>
                  </a:cubicBezTo>
                  <a:cubicBezTo>
                    <a:pt x="85" y="104"/>
                    <a:pt x="80" y="105"/>
                    <a:pt x="75" y="107"/>
                  </a:cubicBezTo>
                  <a:cubicBezTo>
                    <a:pt x="61" y="114"/>
                    <a:pt x="55" y="127"/>
                    <a:pt x="60" y="137"/>
                  </a:cubicBezTo>
                  <a:cubicBezTo>
                    <a:pt x="64" y="147"/>
                    <a:pt x="79" y="149"/>
                    <a:pt x="92" y="142"/>
                  </a:cubicBezTo>
                  <a:cubicBezTo>
                    <a:pt x="103" y="137"/>
                    <a:pt x="109" y="128"/>
                    <a:pt x="109" y="119"/>
                  </a:cubicBezTo>
                  <a:cubicBezTo>
                    <a:pt x="109" y="119"/>
                    <a:pt x="109" y="119"/>
                    <a:pt x="109" y="119"/>
                  </a:cubicBezTo>
                  <a:cubicBezTo>
                    <a:pt x="112" y="52"/>
                    <a:pt x="112" y="52"/>
                    <a:pt x="112" y="52"/>
                  </a:cubicBezTo>
                  <a:cubicBezTo>
                    <a:pt x="112" y="44"/>
                    <a:pt x="107" y="35"/>
                    <a:pt x="100" y="3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61" name="组合 160"/>
          <p:cNvGrpSpPr/>
          <p:nvPr/>
        </p:nvGrpSpPr>
        <p:grpSpPr>
          <a:xfrm>
            <a:off x="10337801" y="2776538"/>
            <a:ext cx="668338" cy="1582738"/>
            <a:chOff x="10337801" y="2776538"/>
            <a:chExt cx="668338" cy="1582738"/>
          </a:xfrm>
        </p:grpSpPr>
        <p:sp>
          <p:nvSpPr>
            <p:cNvPr id="162" name="Freeform 133"/>
            <p:cNvSpPr>
              <a:spLocks/>
            </p:cNvSpPr>
            <p:nvPr/>
          </p:nvSpPr>
          <p:spPr bwMode="auto">
            <a:xfrm>
              <a:off x="10337801" y="3036888"/>
              <a:ext cx="668338" cy="1322388"/>
            </a:xfrm>
            <a:custGeom>
              <a:avLst/>
              <a:gdLst>
                <a:gd name="T0" fmla="*/ 210 w 400"/>
                <a:gd name="T1" fmla="*/ 382 h 792"/>
                <a:gd name="T2" fmla="*/ 210 w 400"/>
                <a:gd name="T3" fmla="*/ 743 h 792"/>
                <a:gd name="T4" fmla="*/ 259 w 400"/>
                <a:gd name="T5" fmla="*/ 792 h 792"/>
                <a:gd name="T6" fmla="*/ 308 w 400"/>
                <a:gd name="T7" fmla="*/ 743 h 792"/>
                <a:gd name="T8" fmla="*/ 308 w 400"/>
                <a:gd name="T9" fmla="*/ 144 h 792"/>
                <a:gd name="T10" fmla="*/ 316 w 400"/>
                <a:gd name="T11" fmla="*/ 161 h 792"/>
                <a:gd name="T12" fmla="*/ 336 w 400"/>
                <a:gd name="T13" fmla="*/ 323 h 792"/>
                <a:gd name="T14" fmla="*/ 334 w 400"/>
                <a:gd name="T15" fmla="*/ 396 h 792"/>
                <a:gd name="T16" fmla="*/ 364 w 400"/>
                <a:gd name="T17" fmla="*/ 430 h 792"/>
                <a:gd name="T18" fmla="*/ 366 w 400"/>
                <a:gd name="T19" fmla="*/ 430 h 792"/>
                <a:gd name="T20" fmla="*/ 398 w 400"/>
                <a:gd name="T21" fmla="*/ 400 h 792"/>
                <a:gd name="T22" fmla="*/ 400 w 400"/>
                <a:gd name="T23" fmla="*/ 323 h 792"/>
                <a:gd name="T24" fmla="*/ 355 w 400"/>
                <a:gd name="T25" fmla="*/ 96 h 792"/>
                <a:gd name="T26" fmla="*/ 312 w 400"/>
                <a:gd name="T27" fmla="*/ 56 h 792"/>
                <a:gd name="T28" fmla="*/ 294 w 400"/>
                <a:gd name="T29" fmla="*/ 49 h 792"/>
                <a:gd name="T30" fmla="*/ 272 w 400"/>
                <a:gd name="T31" fmla="*/ 0 h 792"/>
                <a:gd name="T32" fmla="*/ 267 w 400"/>
                <a:gd name="T33" fmla="*/ 5 h 792"/>
                <a:gd name="T34" fmla="*/ 285 w 400"/>
                <a:gd name="T35" fmla="*/ 106 h 792"/>
                <a:gd name="T36" fmla="*/ 269 w 400"/>
                <a:gd name="T37" fmla="*/ 291 h 792"/>
                <a:gd name="T38" fmla="*/ 215 w 400"/>
                <a:gd name="T39" fmla="*/ 218 h 792"/>
                <a:gd name="T40" fmla="*/ 222 w 400"/>
                <a:gd name="T41" fmla="*/ 159 h 792"/>
                <a:gd name="T42" fmla="*/ 241 w 400"/>
                <a:gd name="T43" fmla="*/ 122 h 792"/>
                <a:gd name="T44" fmla="*/ 226 w 400"/>
                <a:gd name="T45" fmla="*/ 77 h 792"/>
                <a:gd name="T46" fmla="*/ 178 w 400"/>
                <a:gd name="T47" fmla="*/ 84 h 792"/>
                <a:gd name="T48" fmla="*/ 116 w 400"/>
                <a:gd name="T49" fmla="*/ 81 h 792"/>
                <a:gd name="T50" fmla="*/ 127 w 400"/>
                <a:gd name="T51" fmla="*/ 11 h 792"/>
                <a:gd name="T52" fmla="*/ 135 w 400"/>
                <a:gd name="T53" fmla="*/ 7 h 792"/>
                <a:gd name="T54" fmla="*/ 131 w 400"/>
                <a:gd name="T55" fmla="*/ 3 h 792"/>
                <a:gd name="T56" fmla="*/ 125 w 400"/>
                <a:gd name="T57" fmla="*/ 5 h 792"/>
                <a:gd name="T58" fmla="*/ 102 w 400"/>
                <a:gd name="T59" fmla="*/ 51 h 792"/>
                <a:gd name="T60" fmla="*/ 89 w 400"/>
                <a:gd name="T61" fmla="*/ 56 h 792"/>
                <a:gd name="T62" fmla="*/ 28 w 400"/>
                <a:gd name="T63" fmla="*/ 131 h 792"/>
                <a:gd name="T64" fmla="*/ 0 w 400"/>
                <a:gd name="T65" fmla="*/ 323 h 792"/>
                <a:gd name="T66" fmla="*/ 3 w 400"/>
                <a:gd name="T67" fmla="*/ 400 h 792"/>
                <a:gd name="T68" fmla="*/ 35 w 400"/>
                <a:gd name="T69" fmla="*/ 430 h 792"/>
                <a:gd name="T70" fmla="*/ 36 w 400"/>
                <a:gd name="T71" fmla="*/ 430 h 792"/>
                <a:gd name="T72" fmla="*/ 67 w 400"/>
                <a:gd name="T73" fmla="*/ 396 h 792"/>
                <a:gd name="T74" fmla="*/ 64 w 400"/>
                <a:gd name="T75" fmla="*/ 323 h 792"/>
                <a:gd name="T76" fmla="*/ 92 w 400"/>
                <a:gd name="T77" fmla="*/ 144 h 792"/>
                <a:gd name="T78" fmla="*/ 92 w 400"/>
                <a:gd name="T79" fmla="*/ 743 h 792"/>
                <a:gd name="T80" fmla="*/ 142 w 400"/>
                <a:gd name="T81" fmla="*/ 792 h 792"/>
                <a:gd name="T82" fmla="*/ 191 w 400"/>
                <a:gd name="T83" fmla="*/ 743 h 792"/>
                <a:gd name="T84" fmla="*/ 191 w 400"/>
                <a:gd name="T85" fmla="*/ 382 h 792"/>
                <a:gd name="T86" fmla="*/ 210 w 400"/>
                <a:gd name="T87" fmla="*/ 382 h 7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00" h="792">
                  <a:moveTo>
                    <a:pt x="210" y="382"/>
                  </a:moveTo>
                  <a:cubicBezTo>
                    <a:pt x="210" y="743"/>
                    <a:pt x="210" y="743"/>
                    <a:pt x="210" y="743"/>
                  </a:cubicBezTo>
                  <a:cubicBezTo>
                    <a:pt x="210" y="770"/>
                    <a:pt x="232" y="792"/>
                    <a:pt x="259" y="792"/>
                  </a:cubicBezTo>
                  <a:cubicBezTo>
                    <a:pt x="286" y="792"/>
                    <a:pt x="308" y="770"/>
                    <a:pt x="308" y="743"/>
                  </a:cubicBezTo>
                  <a:cubicBezTo>
                    <a:pt x="308" y="144"/>
                    <a:pt x="308" y="144"/>
                    <a:pt x="308" y="144"/>
                  </a:cubicBezTo>
                  <a:cubicBezTo>
                    <a:pt x="311" y="149"/>
                    <a:pt x="313" y="154"/>
                    <a:pt x="316" y="161"/>
                  </a:cubicBezTo>
                  <a:cubicBezTo>
                    <a:pt x="327" y="192"/>
                    <a:pt x="336" y="243"/>
                    <a:pt x="336" y="323"/>
                  </a:cubicBezTo>
                  <a:cubicBezTo>
                    <a:pt x="336" y="345"/>
                    <a:pt x="336" y="370"/>
                    <a:pt x="334" y="396"/>
                  </a:cubicBezTo>
                  <a:cubicBezTo>
                    <a:pt x="333" y="414"/>
                    <a:pt x="346" y="429"/>
                    <a:pt x="364" y="430"/>
                  </a:cubicBezTo>
                  <a:cubicBezTo>
                    <a:pt x="365" y="430"/>
                    <a:pt x="365" y="430"/>
                    <a:pt x="366" y="430"/>
                  </a:cubicBezTo>
                  <a:cubicBezTo>
                    <a:pt x="383" y="430"/>
                    <a:pt x="397" y="417"/>
                    <a:pt x="398" y="400"/>
                  </a:cubicBezTo>
                  <a:cubicBezTo>
                    <a:pt x="400" y="372"/>
                    <a:pt x="400" y="347"/>
                    <a:pt x="400" y="323"/>
                  </a:cubicBezTo>
                  <a:cubicBezTo>
                    <a:pt x="400" y="203"/>
                    <a:pt x="381" y="136"/>
                    <a:pt x="355" y="96"/>
                  </a:cubicBezTo>
                  <a:cubicBezTo>
                    <a:pt x="341" y="76"/>
                    <a:pt x="326" y="63"/>
                    <a:pt x="312" y="56"/>
                  </a:cubicBezTo>
                  <a:cubicBezTo>
                    <a:pt x="306" y="53"/>
                    <a:pt x="300" y="51"/>
                    <a:pt x="294" y="49"/>
                  </a:cubicBezTo>
                  <a:cubicBezTo>
                    <a:pt x="292" y="29"/>
                    <a:pt x="285" y="11"/>
                    <a:pt x="272" y="0"/>
                  </a:cubicBezTo>
                  <a:cubicBezTo>
                    <a:pt x="270" y="2"/>
                    <a:pt x="269" y="3"/>
                    <a:pt x="267" y="5"/>
                  </a:cubicBezTo>
                  <a:cubicBezTo>
                    <a:pt x="291" y="25"/>
                    <a:pt x="288" y="73"/>
                    <a:pt x="285" y="106"/>
                  </a:cubicBezTo>
                  <a:cubicBezTo>
                    <a:pt x="279" y="168"/>
                    <a:pt x="256" y="228"/>
                    <a:pt x="269" y="291"/>
                  </a:cubicBezTo>
                  <a:cubicBezTo>
                    <a:pt x="234" y="281"/>
                    <a:pt x="216" y="254"/>
                    <a:pt x="215" y="218"/>
                  </a:cubicBezTo>
                  <a:cubicBezTo>
                    <a:pt x="215" y="197"/>
                    <a:pt x="213" y="178"/>
                    <a:pt x="222" y="159"/>
                  </a:cubicBezTo>
                  <a:cubicBezTo>
                    <a:pt x="227" y="146"/>
                    <a:pt x="235" y="135"/>
                    <a:pt x="241" y="122"/>
                  </a:cubicBezTo>
                  <a:cubicBezTo>
                    <a:pt x="246" y="109"/>
                    <a:pt x="240" y="83"/>
                    <a:pt x="226" y="77"/>
                  </a:cubicBezTo>
                  <a:cubicBezTo>
                    <a:pt x="210" y="71"/>
                    <a:pt x="193" y="78"/>
                    <a:pt x="178" y="84"/>
                  </a:cubicBezTo>
                  <a:cubicBezTo>
                    <a:pt x="157" y="92"/>
                    <a:pt x="132" y="105"/>
                    <a:pt x="116" y="81"/>
                  </a:cubicBezTo>
                  <a:cubicBezTo>
                    <a:pt x="102" y="60"/>
                    <a:pt x="109" y="26"/>
                    <a:pt x="127" y="11"/>
                  </a:cubicBezTo>
                  <a:cubicBezTo>
                    <a:pt x="130" y="9"/>
                    <a:pt x="133" y="7"/>
                    <a:pt x="135" y="7"/>
                  </a:cubicBezTo>
                  <a:cubicBezTo>
                    <a:pt x="134" y="6"/>
                    <a:pt x="132" y="4"/>
                    <a:pt x="131" y="3"/>
                  </a:cubicBezTo>
                  <a:cubicBezTo>
                    <a:pt x="129" y="3"/>
                    <a:pt x="127" y="4"/>
                    <a:pt x="125" y="5"/>
                  </a:cubicBezTo>
                  <a:cubicBezTo>
                    <a:pt x="112" y="13"/>
                    <a:pt x="103" y="32"/>
                    <a:pt x="102" y="51"/>
                  </a:cubicBezTo>
                  <a:cubicBezTo>
                    <a:pt x="98" y="52"/>
                    <a:pt x="93" y="53"/>
                    <a:pt x="89" y="56"/>
                  </a:cubicBezTo>
                  <a:cubicBezTo>
                    <a:pt x="67" y="66"/>
                    <a:pt x="44" y="90"/>
                    <a:pt x="28" y="131"/>
                  </a:cubicBezTo>
                  <a:cubicBezTo>
                    <a:pt x="11" y="173"/>
                    <a:pt x="0" y="233"/>
                    <a:pt x="0" y="323"/>
                  </a:cubicBezTo>
                  <a:cubicBezTo>
                    <a:pt x="0" y="347"/>
                    <a:pt x="1" y="372"/>
                    <a:pt x="3" y="400"/>
                  </a:cubicBezTo>
                  <a:cubicBezTo>
                    <a:pt x="4" y="417"/>
                    <a:pt x="18" y="430"/>
                    <a:pt x="35" y="430"/>
                  </a:cubicBezTo>
                  <a:cubicBezTo>
                    <a:pt x="35" y="430"/>
                    <a:pt x="36" y="430"/>
                    <a:pt x="36" y="430"/>
                  </a:cubicBezTo>
                  <a:cubicBezTo>
                    <a:pt x="54" y="429"/>
                    <a:pt x="68" y="414"/>
                    <a:pt x="67" y="396"/>
                  </a:cubicBezTo>
                  <a:cubicBezTo>
                    <a:pt x="65" y="370"/>
                    <a:pt x="64" y="345"/>
                    <a:pt x="64" y="323"/>
                  </a:cubicBezTo>
                  <a:cubicBezTo>
                    <a:pt x="64" y="226"/>
                    <a:pt x="78" y="172"/>
                    <a:pt x="92" y="144"/>
                  </a:cubicBezTo>
                  <a:cubicBezTo>
                    <a:pt x="92" y="743"/>
                    <a:pt x="92" y="743"/>
                    <a:pt x="92" y="743"/>
                  </a:cubicBezTo>
                  <a:cubicBezTo>
                    <a:pt x="92" y="770"/>
                    <a:pt x="114" y="792"/>
                    <a:pt x="142" y="792"/>
                  </a:cubicBezTo>
                  <a:cubicBezTo>
                    <a:pt x="169" y="792"/>
                    <a:pt x="191" y="770"/>
                    <a:pt x="191" y="743"/>
                  </a:cubicBezTo>
                  <a:cubicBezTo>
                    <a:pt x="191" y="382"/>
                    <a:pt x="191" y="382"/>
                    <a:pt x="191" y="382"/>
                  </a:cubicBezTo>
                  <a:lnTo>
                    <a:pt x="210" y="382"/>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3" name="Oval 134"/>
            <p:cNvSpPr>
              <a:spLocks noChangeArrowheads="1"/>
            </p:cNvSpPr>
            <p:nvPr/>
          </p:nvSpPr>
          <p:spPr bwMode="auto">
            <a:xfrm>
              <a:off x="10521951" y="2776538"/>
              <a:ext cx="300038" cy="300038"/>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64" name="组合 163"/>
          <p:cNvGrpSpPr/>
          <p:nvPr/>
        </p:nvGrpSpPr>
        <p:grpSpPr>
          <a:xfrm>
            <a:off x="8774113" y="4814888"/>
            <a:ext cx="666750" cy="1584325"/>
            <a:chOff x="8774113" y="4814888"/>
            <a:chExt cx="666750" cy="1584325"/>
          </a:xfrm>
        </p:grpSpPr>
        <p:sp>
          <p:nvSpPr>
            <p:cNvPr id="165" name="Freeform 135"/>
            <p:cNvSpPr>
              <a:spLocks/>
            </p:cNvSpPr>
            <p:nvPr/>
          </p:nvSpPr>
          <p:spPr bwMode="auto">
            <a:xfrm>
              <a:off x="8774113" y="5154613"/>
              <a:ext cx="666750" cy="1244600"/>
            </a:xfrm>
            <a:custGeom>
              <a:avLst/>
              <a:gdLst>
                <a:gd name="T0" fmla="*/ 354 w 400"/>
                <a:gd name="T1" fmla="*/ 49 h 746"/>
                <a:gd name="T2" fmla="*/ 312 w 400"/>
                <a:gd name="T3" fmla="*/ 9 h 746"/>
                <a:gd name="T4" fmla="*/ 287 w 400"/>
                <a:gd name="T5" fmla="*/ 1 h 746"/>
                <a:gd name="T6" fmla="*/ 281 w 400"/>
                <a:gd name="T7" fmla="*/ 0 h 746"/>
                <a:gd name="T8" fmla="*/ 242 w 400"/>
                <a:gd name="T9" fmla="*/ 67 h 746"/>
                <a:gd name="T10" fmla="*/ 216 w 400"/>
                <a:gd name="T11" fmla="*/ 89 h 746"/>
                <a:gd name="T12" fmla="*/ 216 w 400"/>
                <a:gd name="T13" fmla="*/ 133 h 746"/>
                <a:gd name="T14" fmla="*/ 210 w 400"/>
                <a:gd name="T15" fmla="*/ 139 h 746"/>
                <a:gd name="T16" fmla="*/ 190 w 400"/>
                <a:gd name="T17" fmla="*/ 139 h 746"/>
                <a:gd name="T18" fmla="*/ 184 w 400"/>
                <a:gd name="T19" fmla="*/ 133 h 746"/>
                <a:gd name="T20" fmla="*/ 184 w 400"/>
                <a:gd name="T21" fmla="*/ 89 h 746"/>
                <a:gd name="T22" fmla="*/ 158 w 400"/>
                <a:gd name="T23" fmla="*/ 67 h 746"/>
                <a:gd name="T24" fmla="*/ 119 w 400"/>
                <a:gd name="T25" fmla="*/ 0 h 746"/>
                <a:gd name="T26" fmla="*/ 113 w 400"/>
                <a:gd name="T27" fmla="*/ 1 h 746"/>
                <a:gd name="T28" fmla="*/ 88 w 400"/>
                <a:gd name="T29" fmla="*/ 9 h 746"/>
                <a:gd name="T30" fmla="*/ 27 w 400"/>
                <a:gd name="T31" fmla="*/ 85 h 746"/>
                <a:gd name="T32" fmla="*/ 0 w 400"/>
                <a:gd name="T33" fmla="*/ 277 h 746"/>
                <a:gd name="T34" fmla="*/ 2 w 400"/>
                <a:gd name="T35" fmla="*/ 353 h 746"/>
                <a:gd name="T36" fmla="*/ 34 w 400"/>
                <a:gd name="T37" fmla="*/ 384 h 746"/>
                <a:gd name="T38" fmla="*/ 36 w 400"/>
                <a:gd name="T39" fmla="*/ 383 h 746"/>
                <a:gd name="T40" fmla="*/ 66 w 400"/>
                <a:gd name="T41" fmla="*/ 350 h 746"/>
                <a:gd name="T42" fmla="*/ 64 w 400"/>
                <a:gd name="T43" fmla="*/ 277 h 746"/>
                <a:gd name="T44" fmla="*/ 92 w 400"/>
                <a:gd name="T45" fmla="*/ 97 h 746"/>
                <a:gd name="T46" fmla="*/ 92 w 400"/>
                <a:gd name="T47" fmla="*/ 696 h 746"/>
                <a:gd name="T48" fmla="*/ 141 w 400"/>
                <a:gd name="T49" fmla="*/ 746 h 746"/>
                <a:gd name="T50" fmla="*/ 191 w 400"/>
                <a:gd name="T51" fmla="*/ 696 h 746"/>
                <a:gd name="T52" fmla="*/ 191 w 400"/>
                <a:gd name="T53" fmla="*/ 335 h 746"/>
                <a:gd name="T54" fmla="*/ 209 w 400"/>
                <a:gd name="T55" fmla="*/ 335 h 746"/>
                <a:gd name="T56" fmla="*/ 209 w 400"/>
                <a:gd name="T57" fmla="*/ 696 h 746"/>
                <a:gd name="T58" fmla="*/ 259 w 400"/>
                <a:gd name="T59" fmla="*/ 746 h 746"/>
                <a:gd name="T60" fmla="*/ 308 w 400"/>
                <a:gd name="T61" fmla="*/ 696 h 746"/>
                <a:gd name="T62" fmla="*/ 308 w 400"/>
                <a:gd name="T63" fmla="*/ 97 h 746"/>
                <a:gd name="T64" fmla="*/ 315 w 400"/>
                <a:gd name="T65" fmla="*/ 114 h 746"/>
                <a:gd name="T66" fmla="*/ 336 w 400"/>
                <a:gd name="T67" fmla="*/ 277 h 746"/>
                <a:gd name="T68" fmla="*/ 334 w 400"/>
                <a:gd name="T69" fmla="*/ 350 h 746"/>
                <a:gd name="T70" fmla="*/ 364 w 400"/>
                <a:gd name="T71" fmla="*/ 383 h 746"/>
                <a:gd name="T72" fmla="*/ 366 w 400"/>
                <a:gd name="T73" fmla="*/ 384 h 746"/>
                <a:gd name="T74" fmla="*/ 398 w 400"/>
                <a:gd name="T75" fmla="*/ 353 h 746"/>
                <a:gd name="T76" fmla="*/ 400 w 400"/>
                <a:gd name="T77" fmla="*/ 277 h 746"/>
                <a:gd name="T78" fmla="*/ 354 w 400"/>
                <a:gd name="T79" fmla="*/ 49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0" h="746">
                  <a:moveTo>
                    <a:pt x="354" y="49"/>
                  </a:moveTo>
                  <a:cubicBezTo>
                    <a:pt x="341" y="29"/>
                    <a:pt x="326" y="16"/>
                    <a:pt x="312" y="9"/>
                  </a:cubicBezTo>
                  <a:cubicBezTo>
                    <a:pt x="302" y="5"/>
                    <a:pt x="294" y="2"/>
                    <a:pt x="287" y="1"/>
                  </a:cubicBezTo>
                  <a:cubicBezTo>
                    <a:pt x="285" y="1"/>
                    <a:pt x="283" y="0"/>
                    <a:pt x="281" y="0"/>
                  </a:cubicBezTo>
                  <a:cubicBezTo>
                    <a:pt x="276" y="26"/>
                    <a:pt x="259" y="49"/>
                    <a:pt x="242" y="67"/>
                  </a:cubicBezTo>
                  <a:cubicBezTo>
                    <a:pt x="233" y="76"/>
                    <a:pt x="223" y="83"/>
                    <a:pt x="216" y="89"/>
                  </a:cubicBezTo>
                  <a:cubicBezTo>
                    <a:pt x="216" y="133"/>
                    <a:pt x="216" y="133"/>
                    <a:pt x="216" y="133"/>
                  </a:cubicBezTo>
                  <a:cubicBezTo>
                    <a:pt x="216" y="136"/>
                    <a:pt x="213" y="139"/>
                    <a:pt x="210" y="139"/>
                  </a:cubicBezTo>
                  <a:cubicBezTo>
                    <a:pt x="190" y="139"/>
                    <a:pt x="190" y="139"/>
                    <a:pt x="190" y="139"/>
                  </a:cubicBezTo>
                  <a:cubicBezTo>
                    <a:pt x="187" y="139"/>
                    <a:pt x="184" y="136"/>
                    <a:pt x="184" y="133"/>
                  </a:cubicBezTo>
                  <a:cubicBezTo>
                    <a:pt x="184" y="89"/>
                    <a:pt x="184" y="89"/>
                    <a:pt x="184" y="89"/>
                  </a:cubicBezTo>
                  <a:cubicBezTo>
                    <a:pt x="177" y="83"/>
                    <a:pt x="168" y="76"/>
                    <a:pt x="158" y="67"/>
                  </a:cubicBezTo>
                  <a:cubicBezTo>
                    <a:pt x="141" y="49"/>
                    <a:pt x="124" y="26"/>
                    <a:pt x="119" y="0"/>
                  </a:cubicBezTo>
                  <a:cubicBezTo>
                    <a:pt x="117" y="0"/>
                    <a:pt x="115" y="1"/>
                    <a:pt x="113" y="1"/>
                  </a:cubicBezTo>
                  <a:cubicBezTo>
                    <a:pt x="106" y="2"/>
                    <a:pt x="98" y="5"/>
                    <a:pt x="88" y="9"/>
                  </a:cubicBezTo>
                  <a:cubicBezTo>
                    <a:pt x="67" y="20"/>
                    <a:pt x="44" y="43"/>
                    <a:pt x="27" y="85"/>
                  </a:cubicBezTo>
                  <a:cubicBezTo>
                    <a:pt x="11" y="126"/>
                    <a:pt x="0" y="186"/>
                    <a:pt x="0" y="277"/>
                  </a:cubicBezTo>
                  <a:cubicBezTo>
                    <a:pt x="0" y="300"/>
                    <a:pt x="1" y="326"/>
                    <a:pt x="2" y="353"/>
                  </a:cubicBezTo>
                  <a:cubicBezTo>
                    <a:pt x="3" y="370"/>
                    <a:pt x="17" y="384"/>
                    <a:pt x="34" y="384"/>
                  </a:cubicBezTo>
                  <a:cubicBezTo>
                    <a:pt x="35" y="384"/>
                    <a:pt x="36" y="383"/>
                    <a:pt x="36" y="383"/>
                  </a:cubicBezTo>
                  <a:cubicBezTo>
                    <a:pt x="54" y="382"/>
                    <a:pt x="67" y="367"/>
                    <a:pt x="66" y="350"/>
                  </a:cubicBezTo>
                  <a:cubicBezTo>
                    <a:pt x="65" y="323"/>
                    <a:pt x="64" y="299"/>
                    <a:pt x="64" y="277"/>
                  </a:cubicBezTo>
                  <a:cubicBezTo>
                    <a:pt x="64" y="180"/>
                    <a:pt x="78" y="125"/>
                    <a:pt x="92" y="97"/>
                  </a:cubicBezTo>
                  <a:cubicBezTo>
                    <a:pt x="92" y="696"/>
                    <a:pt x="92" y="696"/>
                    <a:pt x="92" y="696"/>
                  </a:cubicBezTo>
                  <a:cubicBezTo>
                    <a:pt x="92" y="724"/>
                    <a:pt x="114" y="746"/>
                    <a:pt x="141" y="746"/>
                  </a:cubicBezTo>
                  <a:cubicBezTo>
                    <a:pt x="169" y="746"/>
                    <a:pt x="191" y="724"/>
                    <a:pt x="191" y="696"/>
                  </a:cubicBezTo>
                  <a:cubicBezTo>
                    <a:pt x="191" y="335"/>
                    <a:pt x="191" y="335"/>
                    <a:pt x="191" y="335"/>
                  </a:cubicBezTo>
                  <a:cubicBezTo>
                    <a:pt x="209" y="335"/>
                    <a:pt x="209" y="335"/>
                    <a:pt x="209" y="335"/>
                  </a:cubicBezTo>
                  <a:cubicBezTo>
                    <a:pt x="209" y="696"/>
                    <a:pt x="209" y="696"/>
                    <a:pt x="209" y="696"/>
                  </a:cubicBezTo>
                  <a:cubicBezTo>
                    <a:pt x="209" y="724"/>
                    <a:pt x="231" y="746"/>
                    <a:pt x="259" y="746"/>
                  </a:cubicBezTo>
                  <a:cubicBezTo>
                    <a:pt x="286" y="746"/>
                    <a:pt x="308" y="724"/>
                    <a:pt x="308" y="696"/>
                  </a:cubicBezTo>
                  <a:cubicBezTo>
                    <a:pt x="308" y="97"/>
                    <a:pt x="308" y="97"/>
                    <a:pt x="308" y="97"/>
                  </a:cubicBezTo>
                  <a:cubicBezTo>
                    <a:pt x="311" y="102"/>
                    <a:pt x="313" y="108"/>
                    <a:pt x="315" y="114"/>
                  </a:cubicBezTo>
                  <a:cubicBezTo>
                    <a:pt x="327" y="145"/>
                    <a:pt x="336" y="197"/>
                    <a:pt x="336" y="277"/>
                  </a:cubicBezTo>
                  <a:cubicBezTo>
                    <a:pt x="336" y="299"/>
                    <a:pt x="335" y="323"/>
                    <a:pt x="334" y="350"/>
                  </a:cubicBezTo>
                  <a:cubicBezTo>
                    <a:pt x="333" y="367"/>
                    <a:pt x="346" y="382"/>
                    <a:pt x="364" y="383"/>
                  </a:cubicBezTo>
                  <a:cubicBezTo>
                    <a:pt x="364" y="383"/>
                    <a:pt x="365" y="384"/>
                    <a:pt x="366" y="384"/>
                  </a:cubicBezTo>
                  <a:cubicBezTo>
                    <a:pt x="383" y="384"/>
                    <a:pt x="397" y="370"/>
                    <a:pt x="398" y="353"/>
                  </a:cubicBezTo>
                  <a:cubicBezTo>
                    <a:pt x="399" y="326"/>
                    <a:pt x="400" y="300"/>
                    <a:pt x="400" y="277"/>
                  </a:cubicBezTo>
                  <a:cubicBezTo>
                    <a:pt x="400" y="156"/>
                    <a:pt x="381" y="89"/>
                    <a:pt x="354" y="4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6" name="Freeform 136"/>
            <p:cNvSpPr>
              <a:spLocks/>
            </p:cNvSpPr>
            <p:nvPr/>
          </p:nvSpPr>
          <p:spPr bwMode="auto">
            <a:xfrm>
              <a:off x="8985251" y="5154613"/>
              <a:ext cx="244475" cy="131763"/>
            </a:xfrm>
            <a:custGeom>
              <a:avLst/>
              <a:gdLst>
                <a:gd name="T0" fmla="*/ 58 w 146"/>
                <a:gd name="T1" fmla="*/ 79 h 79"/>
                <a:gd name="T2" fmla="*/ 63 w 146"/>
                <a:gd name="T3" fmla="*/ 75 h 79"/>
                <a:gd name="T4" fmla="*/ 83 w 146"/>
                <a:gd name="T5" fmla="*/ 75 h 79"/>
                <a:gd name="T6" fmla="*/ 89 w 146"/>
                <a:gd name="T7" fmla="*/ 79 h 79"/>
                <a:gd name="T8" fmla="*/ 109 w 146"/>
                <a:gd name="T9" fmla="*/ 61 h 79"/>
                <a:gd name="T10" fmla="*/ 146 w 146"/>
                <a:gd name="T11" fmla="*/ 0 h 79"/>
                <a:gd name="T12" fmla="*/ 0 w 146"/>
                <a:gd name="T13" fmla="*/ 0 h 79"/>
                <a:gd name="T14" fmla="*/ 58 w 146"/>
                <a:gd name="T15" fmla="*/ 79 h 7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6" h="79">
                  <a:moveTo>
                    <a:pt x="58" y="79"/>
                  </a:moveTo>
                  <a:cubicBezTo>
                    <a:pt x="58" y="77"/>
                    <a:pt x="61" y="75"/>
                    <a:pt x="63" y="75"/>
                  </a:cubicBezTo>
                  <a:cubicBezTo>
                    <a:pt x="83" y="75"/>
                    <a:pt x="83" y="75"/>
                    <a:pt x="83" y="75"/>
                  </a:cubicBezTo>
                  <a:cubicBezTo>
                    <a:pt x="85" y="75"/>
                    <a:pt x="88" y="77"/>
                    <a:pt x="89" y="79"/>
                  </a:cubicBezTo>
                  <a:cubicBezTo>
                    <a:pt x="95" y="74"/>
                    <a:pt x="102" y="68"/>
                    <a:pt x="109" y="61"/>
                  </a:cubicBezTo>
                  <a:cubicBezTo>
                    <a:pt x="126" y="45"/>
                    <a:pt x="141" y="23"/>
                    <a:pt x="146" y="0"/>
                  </a:cubicBezTo>
                  <a:cubicBezTo>
                    <a:pt x="0" y="0"/>
                    <a:pt x="0" y="0"/>
                    <a:pt x="0" y="0"/>
                  </a:cubicBezTo>
                  <a:cubicBezTo>
                    <a:pt x="6" y="33"/>
                    <a:pt x="37" y="63"/>
                    <a:pt x="58" y="7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7" name="Freeform 137"/>
            <p:cNvSpPr>
              <a:spLocks/>
            </p:cNvSpPr>
            <p:nvPr/>
          </p:nvSpPr>
          <p:spPr bwMode="auto">
            <a:xfrm>
              <a:off x="8956676" y="4814888"/>
              <a:ext cx="301625" cy="300038"/>
            </a:xfrm>
            <a:custGeom>
              <a:avLst/>
              <a:gdLst>
                <a:gd name="T0" fmla="*/ 90 w 180"/>
                <a:gd name="T1" fmla="*/ 180 h 180"/>
                <a:gd name="T2" fmla="*/ 158 w 180"/>
                <a:gd name="T3" fmla="*/ 149 h 180"/>
                <a:gd name="T4" fmla="*/ 164 w 180"/>
                <a:gd name="T5" fmla="*/ 141 h 180"/>
                <a:gd name="T6" fmla="*/ 180 w 180"/>
                <a:gd name="T7" fmla="*/ 90 h 180"/>
                <a:gd name="T8" fmla="*/ 90 w 180"/>
                <a:gd name="T9" fmla="*/ 0 h 180"/>
                <a:gd name="T10" fmla="*/ 0 w 180"/>
                <a:gd name="T11" fmla="*/ 90 h 180"/>
                <a:gd name="T12" fmla="*/ 16 w 180"/>
                <a:gd name="T13" fmla="*/ 141 h 180"/>
                <a:gd name="T14" fmla="*/ 22 w 180"/>
                <a:gd name="T15" fmla="*/ 149 h 180"/>
                <a:gd name="T16" fmla="*/ 90 w 180"/>
                <a:gd name="T17" fmla="*/ 18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0" h="180">
                  <a:moveTo>
                    <a:pt x="90" y="180"/>
                  </a:moveTo>
                  <a:cubicBezTo>
                    <a:pt x="117" y="180"/>
                    <a:pt x="141" y="168"/>
                    <a:pt x="158" y="149"/>
                  </a:cubicBezTo>
                  <a:cubicBezTo>
                    <a:pt x="160" y="147"/>
                    <a:pt x="162" y="144"/>
                    <a:pt x="164" y="141"/>
                  </a:cubicBezTo>
                  <a:cubicBezTo>
                    <a:pt x="174" y="127"/>
                    <a:pt x="180" y="109"/>
                    <a:pt x="180" y="90"/>
                  </a:cubicBezTo>
                  <a:cubicBezTo>
                    <a:pt x="180" y="40"/>
                    <a:pt x="140" y="0"/>
                    <a:pt x="90" y="0"/>
                  </a:cubicBezTo>
                  <a:cubicBezTo>
                    <a:pt x="40" y="0"/>
                    <a:pt x="0" y="40"/>
                    <a:pt x="0" y="90"/>
                  </a:cubicBezTo>
                  <a:cubicBezTo>
                    <a:pt x="0" y="109"/>
                    <a:pt x="6" y="127"/>
                    <a:pt x="16" y="141"/>
                  </a:cubicBezTo>
                  <a:cubicBezTo>
                    <a:pt x="18" y="144"/>
                    <a:pt x="20" y="147"/>
                    <a:pt x="22" y="149"/>
                  </a:cubicBezTo>
                  <a:cubicBezTo>
                    <a:pt x="39" y="168"/>
                    <a:pt x="63" y="180"/>
                    <a:pt x="90" y="18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2010740687"/>
      </p:ext>
    </p:extLst>
  </p:cSld>
  <p:clrMapOvr>
    <a:masterClrMapping/>
  </p:clrMapOvr>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6"/>
          <p:cNvSpPr>
            <a:spLocks noEditPoints="1"/>
          </p:cNvSpPr>
          <p:nvPr/>
        </p:nvSpPr>
        <p:spPr bwMode="auto">
          <a:xfrm>
            <a:off x="7729538" y="1290638"/>
            <a:ext cx="639763" cy="1317625"/>
          </a:xfrm>
          <a:custGeom>
            <a:avLst/>
            <a:gdLst>
              <a:gd name="T0" fmla="*/ 70 w 139"/>
              <a:gd name="T1" fmla="*/ 0 h 286"/>
              <a:gd name="T2" fmla="*/ 41 w 139"/>
              <a:gd name="T3" fmla="*/ 29 h 286"/>
              <a:gd name="T4" fmla="*/ 56 w 139"/>
              <a:gd name="T5" fmla="*/ 54 h 286"/>
              <a:gd name="T6" fmla="*/ 70 w 139"/>
              <a:gd name="T7" fmla="*/ 58 h 286"/>
              <a:gd name="T8" fmla="*/ 99 w 139"/>
              <a:gd name="T9" fmla="*/ 29 h 286"/>
              <a:gd name="T10" fmla="*/ 85 w 139"/>
              <a:gd name="T11" fmla="*/ 4 h 286"/>
              <a:gd name="T12" fmla="*/ 70 w 139"/>
              <a:gd name="T13" fmla="*/ 0 h 286"/>
              <a:gd name="T14" fmla="*/ 106 w 139"/>
              <a:gd name="T15" fmla="*/ 271 h 286"/>
              <a:gd name="T16" fmla="*/ 90 w 139"/>
              <a:gd name="T17" fmla="*/ 286 h 286"/>
              <a:gd name="T18" fmla="*/ 90 w 139"/>
              <a:gd name="T19" fmla="*/ 286 h 286"/>
              <a:gd name="T20" fmla="*/ 76 w 139"/>
              <a:gd name="T21" fmla="*/ 276 h 286"/>
              <a:gd name="T22" fmla="*/ 75 w 139"/>
              <a:gd name="T23" fmla="*/ 271 h 286"/>
              <a:gd name="T24" fmla="*/ 75 w 139"/>
              <a:gd name="T25" fmla="*/ 170 h 286"/>
              <a:gd name="T26" fmla="*/ 66 w 139"/>
              <a:gd name="T27" fmla="*/ 170 h 286"/>
              <a:gd name="T28" fmla="*/ 66 w 139"/>
              <a:gd name="T29" fmla="*/ 271 h 286"/>
              <a:gd name="T30" fmla="*/ 50 w 139"/>
              <a:gd name="T31" fmla="*/ 286 h 286"/>
              <a:gd name="T32" fmla="*/ 50 w 139"/>
              <a:gd name="T33" fmla="*/ 286 h 286"/>
              <a:gd name="T34" fmla="*/ 37 w 139"/>
              <a:gd name="T35" fmla="*/ 279 h 286"/>
              <a:gd name="T36" fmla="*/ 35 w 139"/>
              <a:gd name="T37" fmla="*/ 271 h 286"/>
              <a:gd name="T38" fmla="*/ 36 w 139"/>
              <a:gd name="T39" fmla="*/ 210 h 286"/>
              <a:gd name="T40" fmla="*/ 36 w 139"/>
              <a:gd name="T41" fmla="*/ 110 h 286"/>
              <a:gd name="T42" fmla="*/ 28 w 139"/>
              <a:gd name="T43" fmla="*/ 155 h 286"/>
              <a:gd name="T44" fmla="*/ 26 w 139"/>
              <a:gd name="T45" fmla="*/ 161 h 286"/>
              <a:gd name="T46" fmla="*/ 10 w 139"/>
              <a:gd name="T47" fmla="*/ 168 h 286"/>
              <a:gd name="T48" fmla="*/ 10 w 139"/>
              <a:gd name="T49" fmla="*/ 168 h 286"/>
              <a:gd name="T50" fmla="*/ 3 w 139"/>
              <a:gd name="T51" fmla="*/ 152 h 286"/>
              <a:gd name="T52" fmla="*/ 21 w 139"/>
              <a:gd name="T53" fmla="*/ 79 h 286"/>
              <a:gd name="T54" fmla="*/ 37 w 139"/>
              <a:gd name="T55" fmla="*/ 66 h 286"/>
              <a:gd name="T56" fmla="*/ 104 w 139"/>
              <a:gd name="T57" fmla="*/ 66 h 286"/>
              <a:gd name="T58" fmla="*/ 120 w 139"/>
              <a:gd name="T59" fmla="*/ 79 h 286"/>
              <a:gd name="T60" fmla="*/ 136 w 139"/>
              <a:gd name="T61" fmla="*/ 152 h 286"/>
              <a:gd name="T62" fmla="*/ 129 w 139"/>
              <a:gd name="T63" fmla="*/ 168 h 286"/>
              <a:gd name="T64" fmla="*/ 129 w 139"/>
              <a:gd name="T65" fmla="*/ 168 h 286"/>
              <a:gd name="T66" fmla="*/ 113 w 139"/>
              <a:gd name="T67" fmla="*/ 161 h 286"/>
              <a:gd name="T68" fmla="*/ 110 w 139"/>
              <a:gd name="T69" fmla="*/ 155 h 286"/>
              <a:gd name="T70" fmla="*/ 104 w 139"/>
              <a:gd name="T71" fmla="*/ 109 h 286"/>
              <a:gd name="T72" fmla="*/ 105 w 139"/>
              <a:gd name="T73" fmla="*/ 213 h 286"/>
              <a:gd name="T74" fmla="*/ 106 w 139"/>
              <a:gd name="T75" fmla="*/ 271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9" h="286">
                <a:moveTo>
                  <a:pt x="70" y="0"/>
                </a:moveTo>
                <a:cubicBezTo>
                  <a:pt x="54" y="0"/>
                  <a:pt x="41" y="13"/>
                  <a:pt x="41" y="29"/>
                </a:cubicBezTo>
                <a:cubicBezTo>
                  <a:pt x="41" y="39"/>
                  <a:pt x="47" y="49"/>
                  <a:pt x="56" y="54"/>
                </a:cubicBezTo>
                <a:cubicBezTo>
                  <a:pt x="60" y="56"/>
                  <a:pt x="65" y="58"/>
                  <a:pt x="70" y="58"/>
                </a:cubicBezTo>
                <a:cubicBezTo>
                  <a:pt x="86" y="58"/>
                  <a:pt x="99" y="45"/>
                  <a:pt x="99" y="29"/>
                </a:cubicBezTo>
                <a:cubicBezTo>
                  <a:pt x="99" y="18"/>
                  <a:pt x="93" y="9"/>
                  <a:pt x="85" y="4"/>
                </a:cubicBezTo>
                <a:cubicBezTo>
                  <a:pt x="80" y="1"/>
                  <a:pt x="75" y="0"/>
                  <a:pt x="70" y="0"/>
                </a:cubicBezTo>
                <a:close/>
                <a:moveTo>
                  <a:pt x="106" y="271"/>
                </a:moveTo>
                <a:cubicBezTo>
                  <a:pt x="106" y="279"/>
                  <a:pt x="99" y="286"/>
                  <a:pt x="90" y="286"/>
                </a:cubicBezTo>
                <a:cubicBezTo>
                  <a:pt x="90" y="286"/>
                  <a:pt x="90" y="286"/>
                  <a:pt x="90" y="286"/>
                </a:cubicBezTo>
                <a:cubicBezTo>
                  <a:pt x="83" y="286"/>
                  <a:pt x="78" y="282"/>
                  <a:pt x="76" y="276"/>
                </a:cubicBezTo>
                <a:cubicBezTo>
                  <a:pt x="75" y="274"/>
                  <a:pt x="75" y="273"/>
                  <a:pt x="75" y="271"/>
                </a:cubicBezTo>
                <a:cubicBezTo>
                  <a:pt x="75" y="170"/>
                  <a:pt x="75" y="170"/>
                  <a:pt x="75" y="170"/>
                </a:cubicBezTo>
                <a:cubicBezTo>
                  <a:pt x="66" y="170"/>
                  <a:pt x="66" y="170"/>
                  <a:pt x="66" y="170"/>
                </a:cubicBezTo>
                <a:cubicBezTo>
                  <a:pt x="66" y="271"/>
                  <a:pt x="66" y="271"/>
                  <a:pt x="66" y="271"/>
                </a:cubicBezTo>
                <a:cubicBezTo>
                  <a:pt x="66" y="279"/>
                  <a:pt x="59" y="286"/>
                  <a:pt x="50" y="286"/>
                </a:cubicBezTo>
                <a:cubicBezTo>
                  <a:pt x="50" y="286"/>
                  <a:pt x="50" y="286"/>
                  <a:pt x="50" y="286"/>
                </a:cubicBezTo>
                <a:cubicBezTo>
                  <a:pt x="45" y="286"/>
                  <a:pt x="40" y="283"/>
                  <a:pt x="37" y="279"/>
                </a:cubicBezTo>
                <a:cubicBezTo>
                  <a:pt x="36" y="276"/>
                  <a:pt x="35" y="274"/>
                  <a:pt x="35" y="271"/>
                </a:cubicBezTo>
                <a:cubicBezTo>
                  <a:pt x="36" y="210"/>
                  <a:pt x="36" y="210"/>
                  <a:pt x="36" y="210"/>
                </a:cubicBezTo>
                <a:cubicBezTo>
                  <a:pt x="36" y="110"/>
                  <a:pt x="36" y="110"/>
                  <a:pt x="36" y="110"/>
                </a:cubicBezTo>
                <a:cubicBezTo>
                  <a:pt x="28" y="155"/>
                  <a:pt x="28" y="155"/>
                  <a:pt x="28" y="155"/>
                </a:cubicBezTo>
                <a:cubicBezTo>
                  <a:pt x="26" y="161"/>
                  <a:pt x="26" y="161"/>
                  <a:pt x="26" y="161"/>
                </a:cubicBezTo>
                <a:cubicBezTo>
                  <a:pt x="24" y="168"/>
                  <a:pt x="16" y="171"/>
                  <a:pt x="10" y="168"/>
                </a:cubicBezTo>
                <a:cubicBezTo>
                  <a:pt x="10" y="168"/>
                  <a:pt x="10" y="168"/>
                  <a:pt x="10" y="168"/>
                </a:cubicBezTo>
                <a:cubicBezTo>
                  <a:pt x="3" y="166"/>
                  <a:pt x="0" y="159"/>
                  <a:pt x="3" y="152"/>
                </a:cubicBezTo>
                <a:cubicBezTo>
                  <a:pt x="21" y="79"/>
                  <a:pt x="21" y="79"/>
                  <a:pt x="21" y="79"/>
                </a:cubicBezTo>
                <a:cubicBezTo>
                  <a:pt x="23" y="73"/>
                  <a:pt x="31" y="65"/>
                  <a:pt x="37" y="66"/>
                </a:cubicBezTo>
                <a:cubicBezTo>
                  <a:pt x="104" y="66"/>
                  <a:pt x="104" y="66"/>
                  <a:pt x="104" y="66"/>
                </a:cubicBezTo>
                <a:cubicBezTo>
                  <a:pt x="109" y="65"/>
                  <a:pt x="118" y="73"/>
                  <a:pt x="120" y="79"/>
                </a:cubicBezTo>
                <a:cubicBezTo>
                  <a:pt x="136" y="152"/>
                  <a:pt x="136" y="152"/>
                  <a:pt x="136" y="152"/>
                </a:cubicBezTo>
                <a:cubicBezTo>
                  <a:pt x="139" y="158"/>
                  <a:pt x="135" y="166"/>
                  <a:pt x="129" y="168"/>
                </a:cubicBezTo>
                <a:cubicBezTo>
                  <a:pt x="129" y="168"/>
                  <a:pt x="129" y="168"/>
                  <a:pt x="129" y="168"/>
                </a:cubicBezTo>
                <a:cubicBezTo>
                  <a:pt x="122" y="171"/>
                  <a:pt x="115" y="167"/>
                  <a:pt x="113" y="161"/>
                </a:cubicBezTo>
                <a:cubicBezTo>
                  <a:pt x="110" y="155"/>
                  <a:pt x="110" y="155"/>
                  <a:pt x="110" y="155"/>
                </a:cubicBezTo>
                <a:cubicBezTo>
                  <a:pt x="104" y="109"/>
                  <a:pt x="104" y="109"/>
                  <a:pt x="104" y="109"/>
                </a:cubicBezTo>
                <a:cubicBezTo>
                  <a:pt x="105" y="213"/>
                  <a:pt x="105" y="213"/>
                  <a:pt x="105" y="213"/>
                </a:cubicBezTo>
                <a:cubicBezTo>
                  <a:pt x="106" y="271"/>
                  <a:pt x="106" y="271"/>
                  <a:pt x="106" y="27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 name="Freeform 7"/>
          <p:cNvSpPr>
            <a:spLocks noEditPoints="1"/>
          </p:cNvSpPr>
          <p:nvPr/>
        </p:nvSpPr>
        <p:spPr bwMode="auto">
          <a:xfrm>
            <a:off x="7121526" y="1346200"/>
            <a:ext cx="731838" cy="1262062"/>
          </a:xfrm>
          <a:custGeom>
            <a:avLst/>
            <a:gdLst>
              <a:gd name="T0" fmla="*/ 80 w 159"/>
              <a:gd name="T1" fmla="*/ 0 h 274"/>
              <a:gd name="T2" fmla="*/ 51 w 159"/>
              <a:gd name="T3" fmla="*/ 28 h 274"/>
              <a:gd name="T4" fmla="*/ 66 w 159"/>
              <a:gd name="T5" fmla="*/ 53 h 274"/>
              <a:gd name="T6" fmla="*/ 80 w 159"/>
              <a:gd name="T7" fmla="*/ 57 h 274"/>
              <a:gd name="T8" fmla="*/ 109 w 159"/>
              <a:gd name="T9" fmla="*/ 28 h 274"/>
              <a:gd name="T10" fmla="*/ 94 w 159"/>
              <a:gd name="T11" fmla="*/ 4 h 274"/>
              <a:gd name="T12" fmla="*/ 80 w 159"/>
              <a:gd name="T13" fmla="*/ 0 h 274"/>
              <a:gd name="T14" fmla="*/ 108 w 159"/>
              <a:gd name="T15" fmla="*/ 107 h 274"/>
              <a:gd name="T16" fmla="*/ 133 w 159"/>
              <a:gd name="T17" fmla="*/ 150 h 274"/>
              <a:gd name="T18" fmla="*/ 149 w 159"/>
              <a:gd name="T19" fmla="*/ 157 h 274"/>
              <a:gd name="T20" fmla="*/ 149 w 159"/>
              <a:gd name="T21" fmla="*/ 157 h 274"/>
              <a:gd name="T22" fmla="*/ 156 w 159"/>
              <a:gd name="T23" fmla="*/ 141 h 274"/>
              <a:gd name="T24" fmla="*/ 125 w 159"/>
              <a:gd name="T25" fmla="*/ 78 h 274"/>
              <a:gd name="T26" fmla="*/ 109 w 159"/>
              <a:gd name="T27" fmla="*/ 65 h 274"/>
              <a:gd name="T28" fmla="*/ 51 w 159"/>
              <a:gd name="T29" fmla="*/ 66 h 274"/>
              <a:gd name="T30" fmla="*/ 35 w 159"/>
              <a:gd name="T31" fmla="*/ 78 h 274"/>
              <a:gd name="T32" fmla="*/ 2 w 159"/>
              <a:gd name="T33" fmla="*/ 141 h 274"/>
              <a:gd name="T34" fmla="*/ 9 w 159"/>
              <a:gd name="T35" fmla="*/ 158 h 274"/>
              <a:gd name="T36" fmla="*/ 9 w 159"/>
              <a:gd name="T37" fmla="*/ 158 h 274"/>
              <a:gd name="T38" fmla="*/ 25 w 159"/>
              <a:gd name="T39" fmla="*/ 150 h 274"/>
              <a:gd name="T40" fmla="*/ 52 w 159"/>
              <a:gd name="T41" fmla="*/ 107 h 274"/>
              <a:gd name="T42" fmla="*/ 27 w 159"/>
              <a:gd name="T43" fmla="*/ 188 h 274"/>
              <a:gd name="T44" fmla="*/ 46 w 159"/>
              <a:gd name="T45" fmla="*/ 191 h 274"/>
              <a:gd name="T46" fmla="*/ 45 w 159"/>
              <a:gd name="T47" fmla="*/ 198 h 274"/>
              <a:gd name="T48" fmla="*/ 45 w 159"/>
              <a:gd name="T49" fmla="*/ 259 h 274"/>
              <a:gd name="T50" fmla="*/ 47 w 159"/>
              <a:gd name="T51" fmla="*/ 267 h 274"/>
              <a:gd name="T52" fmla="*/ 60 w 159"/>
              <a:gd name="T53" fmla="*/ 274 h 274"/>
              <a:gd name="T54" fmla="*/ 60 w 159"/>
              <a:gd name="T55" fmla="*/ 274 h 274"/>
              <a:gd name="T56" fmla="*/ 76 w 159"/>
              <a:gd name="T57" fmla="*/ 259 h 274"/>
              <a:gd name="T58" fmla="*/ 76 w 159"/>
              <a:gd name="T59" fmla="*/ 191 h 274"/>
              <a:gd name="T60" fmla="*/ 84 w 159"/>
              <a:gd name="T61" fmla="*/ 191 h 274"/>
              <a:gd name="T62" fmla="*/ 84 w 159"/>
              <a:gd name="T63" fmla="*/ 259 h 274"/>
              <a:gd name="T64" fmla="*/ 85 w 159"/>
              <a:gd name="T65" fmla="*/ 264 h 274"/>
              <a:gd name="T66" fmla="*/ 100 w 159"/>
              <a:gd name="T67" fmla="*/ 274 h 274"/>
              <a:gd name="T68" fmla="*/ 100 w 159"/>
              <a:gd name="T69" fmla="*/ 274 h 274"/>
              <a:gd name="T70" fmla="*/ 116 w 159"/>
              <a:gd name="T71" fmla="*/ 259 h 274"/>
              <a:gd name="T72" fmla="*/ 115 w 159"/>
              <a:gd name="T73" fmla="*/ 201 h 274"/>
              <a:gd name="T74" fmla="*/ 114 w 159"/>
              <a:gd name="T75" fmla="*/ 191 h 274"/>
              <a:gd name="T76" fmla="*/ 131 w 159"/>
              <a:gd name="T77" fmla="*/ 188 h 274"/>
              <a:gd name="T78" fmla="*/ 108 w 159"/>
              <a:gd name="T79" fmla="*/ 107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9" h="274">
                <a:moveTo>
                  <a:pt x="80" y="0"/>
                </a:moveTo>
                <a:cubicBezTo>
                  <a:pt x="64" y="0"/>
                  <a:pt x="51" y="12"/>
                  <a:pt x="51" y="28"/>
                </a:cubicBezTo>
                <a:cubicBezTo>
                  <a:pt x="51" y="39"/>
                  <a:pt x="57" y="48"/>
                  <a:pt x="66" y="53"/>
                </a:cubicBezTo>
                <a:cubicBezTo>
                  <a:pt x="70" y="56"/>
                  <a:pt x="75" y="57"/>
                  <a:pt x="80" y="57"/>
                </a:cubicBezTo>
                <a:cubicBezTo>
                  <a:pt x="96" y="57"/>
                  <a:pt x="109" y="44"/>
                  <a:pt x="109" y="28"/>
                </a:cubicBezTo>
                <a:cubicBezTo>
                  <a:pt x="109" y="18"/>
                  <a:pt x="103" y="8"/>
                  <a:pt x="94" y="4"/>
                </a:cubicBezTo>
                <a:cubicBezTo>
                  <a:pt x="90" y="1"/>
                  <a:pt x="85" y="0"/>
                  <a:pt x="80" y="0"/>
                </a:cubicBezTo>
                <a:close/>
                <a:moveTo>
                  <a:pt x="108" y="107"/>
                </a:moveTo>
                <a:cubicBezTo>
                  <a:pt x="133" y="150"/>
                  <a:pt x="133" y="150"/>
                  <a:pt x="133" y="150"/>
                </a:cubicBezTo>
                <a:cubicBezTo>
                  <a:pt x="136" y="156"/>
                  <a:pt x="143" y="160"/>
                  <a:pt x="149" y="157"/>
                </a:cubicBezTo>
                <a:cubicBezTo>
                  <a:pt x="149" y="157"/>
                  <a:pt x="149" y="157"/>
                  <a:pt x="149" y="157"/>
                </a:cubicBezTo>
                <a:cubicBezTo>
                  <a:pt x="156" y="155"/>
                  <a:pt x="159" y="148"/>
                  <a:pt x="156" y="141"/>
                </a:cubicBezTo>
                <a:cubicBezTo>
                  <a:pt x="125" y="78"/>
                  <a:pt x="125" y="78"/>
                  <a:pt x="125" y="78"/>
                </a:cubicBezTo>
                <a:cubicBezTo>
                  <a:pt x="123" y="73"/>
                  <a:pt x="115" y="65"/>
                  <a:pt x="109" y="65"/>
                </a:cubicBezTo>
                <a:cubicBezTo>
                  <a:pt x="51" y="66"/>
                  <a:pt x="51" y="66"/>
                  <a:pt x="51" y="66"/>
                </a:cubicBezTo>
                <a:cubicBezTo>
                  <a:pt x="46" y="65"/>
                  <a:pt x="37" y="73"/>
                  <a:pt x="35" y="78"/>
                </a:cubicBezTo>
                <a:cubicBezTo>
                  <a:pt x="2" y="141"/>
                  <a:pt x="2" y="141"/>
                  <a:pt x="2" y="141"/>
                </a:cubicBezTo>
                <a:cubicBezTo>
                  <a:pt x="0" y="148"/>
                  <a:pt x="3" y="155"/>
                  <a:pt x="9" y="158"/>
                </a:cubicBezTo>
                <a:cubicBezTo>
                  <a:pt x="9" y="158"/>
                  <a:pt x="9" y="158"/>
                  <a:pt x="9" y="158"/>
                </a:cubicBezTo>
                <a:cubicBezTo>
                  <a:pt x="16" y="160"/>
                  <a:pt x="22" y="156"/>
                  <a:pt x="25" y="150"/>
                </a:cubicBezTo>
                <a:cubicBezTo>
                  <a:pt x="52" y="107"/>
                  <a:pt x="52" y="107"/>
                  <a:pt x="52" y="107"/>
                </a:cubicBezTo>
                <a:cubicBezTo>
                  <a:pt x="27" y="188"/>
                  <a:pt x="27" y="188"/>
                  <a:pt x="27" y="188"/>
                </a:cubicBezTo>
                <a:cubicBezTo>
                  <a:pt x="46" y="191"/>
                  <a:pt x="46" y="191"/>
                  <a:pt x="46" y="191"/>
                </a:cubicBezTo>
                <a:cubicBezTo>
                  <a:pt x="45" y="198"/>
                  <a:pt x="45" y="198"/>
                  <a:pt x="45" y="198"/>
                </a:cubicBezTo>
                <a:cubicBezTo>
                  <a:pt x="45" y="259"/>
                  <a:pt x="45" y="259"/>
                  <a:pt x="45" y="259"/>
                </a:cubicBezTo>
                <a:cubicBezTo>
                  <a:pt x="45" y="262"/>
                  <a:pt x="45" y="264"/>
                  <a:pt x="47" y="267"/>
                </a:cubicBezTo>
                <a:cubicBezTo>
                  <a:pt x="50" y="271"/>
                  <a:pt x="55" y="274"/>
                  <a:pt x="60" y="274"/>
                </a:cubicBezTo>
                <a:cubicBezTo>
                  <a:pt x="60" y="274"/>
                  <a:pt x="60" y="274"/>
                  <a:pt x="60" y="274"/>
                </a:cubicBezTo>
                <a:cubicBezTo>
                  <a:pt x="69" y="274"/>
                  <a:pt x="76" y="267"/>
                  <a:pt x="76" y="259"/>
                </a:cubicBezTo>
                <a:cubicBezTo>
                  <a:pt x="76" y="191"/>
                  <a:pt x="76" y="191"/>
                  <a:pt x="76" y="191"/>
                </a:cubicBezTo>
                <a:cubicBezTo>
                  <a:pt x="84" y="191"/>
                  <a:pt x="84" y="191"/>
                  <a:pt x="84" y="191"/>
                </a:cubicBezTo>
                <a:cubicBezTo>
                  <a:pt x="84" y="259"/>
                  <a:pt x="84" y="259"/>
                  <a:pt x="84" y="259"/>
                </a:cubicBezTo>
                <a:cubicBezTo>
                  <a:pt x="84" y="261"/>
                  <a:pt x="85" y="262"/>
                  <a:pt x="85" y="264"/>
                </a:cubicBezTo>
                <a:cubicBezTo>
                  <a:pt x="88" y="270"/>
                  <a:pt x="93" y="274"/>
                  <a:pt x="100" y="274"/>
                </a:cubicBezTo>
                <a:cubicBezTo>
                  <a:pt x="100" y="274"/>
                  <a:pt x="100" y="274"/>
                  <a:pt x="100" y="274"/>
                </a:cubicBezTo>
                <a:cubicBezTo>
                  <a:pt x="109" y="274"/>
                  <a:pt x="116" y="267"/>
                  <a:pt x="116" y="259"/>
                </a:cubicBezTo>
                <a:cubicBezTo>
                  <a:pt x="115" y="201"/>
                  <a:pt x="115" y="201"/>
                  <a:pt x="115" y="201"/>
                </a:cubicBezTo>
                <a:cubicBezTo>
                  <a:pt x="114" y="191"/>
                  <a:pt x="114" y="191"/>
                  <a:pt x="114" y="191"/>
                </a:cubicBezTo>
                <a:cubicBezTo>
                  <a:pt x="131" y="188"/>
                  <a:pt x="131" y="188"/>
                  <a:pt x="131" y="188"/>
                </a:cubicBezTo>
                <a:cubicBezTo>
                  <a:pt x="108" y="107"/>
                  <a:pt x="108" y="107"/>
                  <a:pt x="108" y="10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 name="Freeform 8"/>
          <p:cNvSpPr>
            <a:spLocks/>
          </p:cNvSpPr>
          <p:nvPr/>
        </p:nvSpPr>
        <p:spPr bwMode="auto">
          <a:xfrm>
            <a:off x="7480301" y="944563"/>
            <a:ext cx="525463" cy="428625"/>
          </a:xfrm>
          <a:custGeom>
            <a:avLst/>
            <a:gdLst>
              <a:gd name="T0" fmla="*/ 32 w 114"/>
              <a:gd name="T1" fmla="*/ 0 h 93"/>
              <a:gd name="T2" fmla="*/ 57 w 114"/>
              <a:gd name="T3" fmla="*/ 13 h 93"/>
              <a:gd name="T4" fmla="*/ 82 w 114"/>
              <a:gd name="T5" fmla="*/ 0 h 93"/>
              <a:gd name="T6" fmla="*/ 114 w 114"/>
              <a:gd name="T7" fmla="*/ 32 h 93"/>
              <a:gd name="T8" fmla="*/ 57 w 114"/>
              <a:gd name="T9" fmla="*/ 93 h 93"/>
              <a:gd name="T10" fmla="*/ 0 w 114"/>
              <a:gd name="T11" fmla="*/ 32 h 93"/>
              <a:gd name="T12" fmla="*/ 32 w 114"/>
              <a:gd name="T13" fmla="*/ 0 h 93"/>
            </a:gdLst>
            <a:ahLst/>
            <a:cxnLst>
              <a:cxn ang="0">
                <a:pos x="T0" y="T1"/>
              </a:cxn>
              <a:cxn ang="0">
                <a:pos x="T2" y="T3"/>
              </a:cxn>
              <a:cxn ang="0">
                <a:pos x="T4" y="T5"/>
              </a:cxn>
              <a:cxn ang="0">
                <a:pos x="T6" y="T7"/>
              </a:cxn>
              <a:cxn ang="0">
                <a:pos x="T8" y="T9"/>
              </a:cxn>
              <a:cxn ang="0">
                <a:pos x="T10" y="T11"/>
              </a:cxn>
              <a:cxn ang="0">
                <a:pos x="T12" y="T13"/>
              </a:cxn>
            </a:cxnLst>
            <a:rect l="0" t="0" r="r" b="b"/>
            <a:pathLst>
              <a:path w="114" h="93">
                <a:moveTo>
                  <a:pt x="32" y="0"/>
                </a:moveTo>
                <a:cubicBezTo>
                  <a:pt x="42" y="0"/>
                  <a:pt x="51" y="5"/>
                  <a:pt x="57" y="13"/>
                </a:cubicBezTo>
                <a:cubicBezTo>
                  <a:pt x="63" y="5"/>
                  <a:pt x="72" y="0"/>
                  <a:pt x="82" y="0"/>
                </a:cubicBezTo>
                <a:cubicBezTo>
                  <a:pt x="100" y="0"/>
                  <a:pt x="114" y="14"/>
                  <a:pt x="114" y="32"/>
                </a:cubicBezTo>
                <a:cubicBezTo>
                  <a:pt x="114" y="53"/>
                  <a:pt x="73" y="77"/>
                  <a:pt x="57" y="93"/>
                </a:cubicBezTo>
                <a:cubicBezTo>
                  <a:pt x="41" y="77"/>
                  <a:pt x="0" y="53"/>
                  <a:pt x="0" y="32"/>
                </a:cubicBezTo>
                <a:cubicBezTo>
                  <a:pt x="0" y="14"/>
                  <a:pt x="14" y="0"/>
                  <a:pt x="32" y="0"/>
                </a:cubicBezTo>
                <a:close/>
              </a:path>
            </a:pathLst>
          </a:custGeom>
          <a:solidFill>
            <a:srgbClr val="FF66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 name="Freeform 9"/>
          <p:cNvSpPr>
            <a:spLocks noEditPoints="1"/>
          </p:cNvSpPr>
          <p:nvPr/>
        </p:nvSpPr>
        <p:spPr bwMode="auto">
          <a:xfrm>
            <a:off x="8175626" y="3551238"/>
            <a:ext cx="695325" cy="912812"/>
          </a:xfrm>
          <a:custGeom>
            <a:avLst/>
            <a:gdLst>
              <a:gd name="T0" fmla="*/ 75 w 151"/>
              <a:gd name="T1" fmla="*/ 0 h 198"/>
              <a:gd name="T2" fmla="*/ 151 w 151"/>
              <a:gd name="T3" fmla="*/ 76 h 198"/>
              <a:gd name="T4" fmla="*/ 75 w 151"/>
              <a:gd name="T5" fmla="*/ 152 h 198"/>
              <a:gd name="T6" fmla="*/ 0 w 151"/>
              <a:gd name="T7" fmla="*/ 76 h 198"/>
              <a:gd name="T8" fmla="*/ 75 w 151"/>
              <a:gd name="T9" fmla="*/ 76 h 198"/>
              <a:gd name="T10" fmla="*/ 75 w 151"/>
              <a:gd name="T11" fmla="*/ 0 h 198"/>
              <a:gd name="T12" fmla="*/ 107 w 151"/>
              <a:gd name="T13" fmla="*/ 153 h 198"/>
              <a:gd name="T14" fmla="*/ 129 w 151"/>
              <a:gd name="T15" fmla="*/ 176 h 198"/>
              <a:gd name="T16" fmla="*/ 107 w 151"/>
              <a:gd name="T17" fmla="*/ 198 h 198"/>
              <a:gd name="T18" fmla="*/ 84 w 151"/>
              <a:gd name="T19" fmla="*/ 176 h 198"/>
              <a:gd name="T20" fmla="*/ 107 w 151"/>
              <a:gd name="T21" fmla="*/ 153 h 198"/>
              <a:gd name="T22" fmla="*/ 32 w 151"/>
              <a:gd name="T23" fmla="*/ 153 h 198"/>
              <a:gd name="T24" fmla="*/ 54 w 151"/>
              <a:gd name="T25" fmla="*/ 176 h 198"/>
              <a:gd name="T26" fmla="*/ 32 w 151"/>
              <a:gd name="T27" fmla="*/ 198 h 198"/>
              <a:gd name="T28" fmla="*/ 9 w 151"/>
              <a:gd name="T29" fmla="*/ 176 h 198"/>
              <a:gd name="T30" fmla="*/ 32 w 151"/>
              <a:gd name="T31" fmla="*/ 153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1" h="198">
                <a:moveTo>
                  <a:pt x="75" y="0"/>
                </a:moveTo>
                <a:cubicBezTo>
                  <a:pt x="117" y="0"/>
                  <a:pt x="151" y="34"/>
                  <a:pt x="151" y="76"/>
                </a:cubicBezTo>
                <a:cubicBezTo>
                  <a:pt x="151" y="118"/>
                  <a:pt x="117" y="152"/>
                  <a:pt x="75" y="152"/>
                </a:cubicBezTo>
                <a:cubicBezTo>
                  <a:pt x="33" y="152"/>
                  <a:pt x="0" y="118"/>
                  <a:pt x="0" y="76"/>
                </a:cubicBezTo>
                <a:cubicBezTo>
                  <a:pt x="75" y="76"/>
                  <a:pt x="75" y="76"/>
                  <a:pt x="75" y="76"/>
                </a:cubicBezTo>
                <a:cubicBezTo>
                  <a:pt x="75" y="0"/>
                  <a:pt x="75" y="0"/>
                  <a:pt x="75" y="0"/>
                </a:cubicBezTo>
                <a:close/>
                <a:moveTo>
                  <a:pt x="107" y="153"/>
                </a:moveTo>
                <a:cubicBezTo>
                  <a:pt x="119" y="153"/>
                  <a:pt x="129" y="163"/>
                  <a:pt x="129" y="176"/>
                </a:cubicBezTo>
                <a:cubicBezTo>
                  <a:pt x="129" y="188"/>
                  <a:pt x="119" y="198"/>
                  <a:pt x="107" y="198"/>
                </a:cubicBezTo>
                <a:cubicBezTo>
                  <a:pt x="94" y="198"/>
                  <a:pt x="84" y="188"/>
                  <a:pt x="84" y="176"/>
                </a:cubicBezTo>
                <a:cubicBezTo>
                  <a:pt x="84" y="163"/>
                  <a:pt x="94" y="153"/>
                  <a:pt x="107" y="153"/>
                </a:cubicBezTo>
                <a:close/>
                <a:moveTo>
                  <a:pt x="32" y="153"/>
                </a:moveTo>
                <a:cubicBezTo>
                  <a:pt x="44" y="153"/>
                  <a:pt x="54" y="163"/>
                  <a:pt x="54" y="176"/>
                </a:cubicBezTo>
                <a:cubicBezTo>
                  <a:pt x="54" y="188"/>
                  <a:pt x="44" y="198"/>
                  <a:pt x="32" y="198"/>
                </a:cubicBezTo>
                <a:cubicBezTo>
                  <a:pt x="19" y="198"/>
                  <a:pt x="9" y="188"/>
                  <a:pt x="9" y="176"/>
                </a:cubicBezTo>
                <a:cubicBezTo>
                  <a:pt x="9" y="163"/>
                  <a:pt x="19" y="153"/>
                  <a:pt x="32" y="153"/>
                </a:cubicBezTo>
                <a:close/>
              </a:path>
            </a:pathLst>
          </a:custGeom>
          <a:solidFill>
            <a:srgbClr val="FF66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Freeform 10"/>
          <p:cNvSpPr>
            <a:spLocks noEditPoints="1"/>
          </p:cNvSpPr>
          <p:nvPr/>
        </p:nvSpPr>
        <p:spPr bwMode="auto">
          <a:xfrm>
            <a:off x="6900863" y="3187700"/>
            <a:ext cx="557213" cy="1284287"/>
          </a:xfrm>
          <a:custGeom>
            <a:avLst/>
            <a:gdLst>
              <a:gd name="T0" fmla="*/ 93 w 121"/>
              <a:gd name="T1" fmla="*/ 68 h 279"/>
              <a:gd name="T2" fmla="*/ 102 w 121"/>
              <a:gd name="T3" fmla="*/ 75 h 279"/>
              <a:gd name="T4" fmla="*/ 119 w 121"/>
              <a:gd name="T5" fmla="*/ 121 h 279"/>
              <a:gd name="T6" fmla="*/ 113 w 121"/>
              <a:gd name="T7" fmla="*/ 135 h 279"/>
              <a:gd name="T8" fmla="*/ 101 w 121"/>
              <a:gd name="T9" fmla="*/ 142 h 279"/>
              <a:gd name="T10" fmla="*/ 121 w 121"/>
              <a:gd name="T11" fmla="*/ 189 h 279"/>
              <a:gd name="T12" fmla="*/ 97 w 121"/>
              <a:gd name="T13" fmla="*/ 195 h 279"/>
              <a:gd name="T14" fmla="*/ 96 w 121"/>
              <a:gd name="T15" fmla="*/ 195 h 279"/>
              <a:gd name="T16" fmla="*/ 96 w 121"/>
              <a:gd name="T17" fmla="*/ 265 h 279"/>
              <a:gd name="T18" fmla="*/ 82 w 121"/>
              <a:gd name="T19" fmla="*/ 279 h 279"/>
              <a:gd name="T20" fmla="*/ 82 w 121"/>
              <a:gd name="T21" fmla="*/ 279 h 279"/>
              <a:gd name="T22" fmla="*/ 67 w 121"/>
              <a:gd name="T23" fmla="*/ 265 h 279"/>
              <a:gd name="T24" fmla="*/ 67 w 121"/>
              <a:gd name="T25" fmla="*/ 195 h 279"/>
              <a:gd name="T26" fmla="*/ 57 w 121"/>
              <a:gd name="T27" fmla="*/ 195 h 279"/>
              <a:gd name="T28" fmla="*/ 57 w 121"/>
              <a:gd name="T29" fmla="*/ 265 h 279"/>
              <a:gd name="T30" fmla="*/ 42 w 121"/>
              <a:gd name="T31" fmla="*/ 279 h 279"/>
              <a:gd name="T32" fmla="*/ 42 w 121"/>
              <a:gd name="T33" fmla="*/ 279 h 279"/>
              <a:gd name="T34" fmla="*/ 27 w 121"/>
              <a:gd name="T35" fmla="*/ 265 h 279"/>
              <a:gd name="T36" fmla="*/ 27 w 121"/>
              <a:gd name="T37" fmla="*/ 195 h 279"/>
              <a:gd name="T38" fmla="*/ 27 w 121"/>
              <a:gd name="T39" fmla="*/ 195 h 279"/>
              <a:gd name="T40" fmla="*/ 3 w 121"/>
              <a:gd name="T41" fmla="*/ 189 h 279"/>
              <a:gd name="T42" fmla="*/ 23 w 121"/>
              <a:gd name="T43" fmla="*/ 139 h 279"/>
              <a:gd name="T44" fmla="*/ 13 w 121"/>
              <a:gd name="T45" fmla="*/ 130 h 279"/>
              <a:gd name="T46" fmla="*/ 5 w 121"/>
              <a:gd name="T47" fmla="*/ 108 h 279"/>
              <a:gd name="T48" fmla="*/ 18 w 121"/>
              <a:gd name="T49" fmla="*/ 80 h 279"/>
              <a:gd name="T50" fmla="*/ 32 w 121"/>
              <a:gd name="T51" fmla="*/ 68 h 279"/>
              <a:gd name="T52" fmla="*/ 32 w 121"/>
              <a:gd name="T53" fmla="*/ 67 h 279"/>
              <a:gd name="T54" fmla="*/ 93 w 121"/>
              <a:gd name="T55" fmla="*/ 68 h 279"/>
              <a:gd name="T56" fmla="*/ 34 w 121"/>
              <a:gd name="T57" fmla="*/ 126 h 279"/>
              <a:gd name="T58" fmla="*/ 44 w 121"/>
              <a:gd name="T59" fmla="*/ 121 h 279"/>
              <a:gd name="T60" fmla="*/ 60 w 121"/>
              <a:gd name="T61" fmla="*/ 99 h 279"/>
              <a:gd name="T62" fmla="*/ 71 w 121"/>
              <a:gd name="T63" fmla="*/ 94 h 279"/>
              <a:gd name="T64" fmla="*/ 71 w 121"/>
              <a:gd name="T65" fmla="*/ 108 h 279"/>
              <a:gd name="T66" fmla="*/ 77 w 121"/>
              <a:gd name="T67" fmla="*/ 122 h 279"/>
              <a:gd name="T68" fmla="*/ 91 w 121"/>
              <a:gd name="T69" fmla="*/ 122 h 279"/>
              <a:gd name="T70" fmla="*/ 42 w 121"/>
              <a:gd name="T71" fmla="*/ 131 h 279"/>
              <a:gd name="T72" fmla="*/ 34 w 121"/>
              <a:gd name="T73" fmla="*/ 126 h 279"/>
              <a:gd name="T74" fmla="*/ 33 w 121"/>
              <a:gd name="T75" fmla="*/ 90 h 279"/>
              <a:gd name="T76" fmla="*/ 17 w 121"/>
              <a:gd name="T77" fmla="*/ 105 h 279"/>
              <a:gd name="T78" fmla="*/ 33 w 121"/>
              <a:gd name="T79" fmla="*/ 121 h 279"/>
              <a:gd name="T80" fmla="*/ 49 w 121"/>
              <a:gd name="T81" fmla="*/ 105 h 279"/>
              <a:gd name="T82" fmla="*/ 33 w 121"/>
              <a:gd name="T83" fmla="*/ 90 h 279"/>
              <a:gd name="T84" fmla="*/ 62 w 121"/>
              <a:gd name="T85" fmla="*/ 0 h 279"/>
              <a:gd name="T86" fmla="*/ 33 w 121"/>
              <a:gd name="T87" fmla="*/ 29 h 279"/>
              <a:gd name="T88" fmla="*/ 62 w 121"/>
              <a:gd name="T89" fmla="*/ 58 h 279"/>
              <a:gd name="T90" fmla="*/ 91 w 121"/>
              <a:gd name="T91" fmla="*/ 29 h 279"/>
              <a:gd name="T92" fmla="*/ 62 w 121"/>
              <a:gd name="T93" fmla="*/ 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21" h="279">
                <a:moveTo>
                  <a:pt x="93" y="68"/>
                </a:moveTo>
                <a:cubicBezTo>
                  <a:pt x="97" y="69"/>
                  <a:pt x="100" y="71"/>
                  <a:pt x="102" y="75"/>
                </a:cubicBezTo>
                <a:cubicBezTo>
                  <a:pt x="119" y="121"/>
                  <a:pt x="119" y="121"/>
                  <a:pt x="119" y="121"/>
                </a:cubicBezTo>
                <a:cubicBezTo>
                  <a:pt x="121" y="126"/>
                  <a:pt x="118" y="131"/>
                  <a:pt x="113" y="135"/>
                </a:cubicBezTo>
                <a:cubicBezTo>
                  <a:pt x="101" y="142"/>
                  <a:pt x="101" y="142"/>
                  <a:pt x="101" y="142"/>
                </a:cubicBezTo>
                <a:cubicBezTo>
                  <a:pt x="121" y="189"/>
                  <a:pt x="121" y="189"/>
                  <a:pt x="121" y="189"/>
                </a:cubicBezTo>
                <a:cubicBezTo>
                  <a:pt x="97" y="195"/>
                  <a:pt x="97" y="195"/>
                  <a:pt x="97" y="195"/>
                </a:cubicBezTo>
                <a:cubicBezTo>
                  <a:pt x="96" y="195"/>
                  <a:pt x="96" y="195"/>
                  <a:pt x="96" y="195"/>
                </a:cubicBezTo>
                <a:cubicBezTo>
                  <a:pt x="96" y="265"/>
                  <a:pt x="96" y="265"/>
                  <a:pt x="96" y="265"/>
                </a:cubicBezTo>
                <a:cubicBezTo>
                  <a:pt x="96" y="273"/>
                  <a:pt x="90" y="279"/>
                  <a:pt x="82" y="279"/>
                </a:cubicBezTo>
                <a:cubicBezTo>
                  <a:pt x="82" y="279"/>
                  <a:pt x="82" y="279"/>
                  <a:pt x="82" y="279"/>
                </a:cubicBezTo>
                <a:cubicBezTo>
                  <a:pt x="74" y="279"/>
                  <a:pt x="67" y="273"/>
                  <a:pt x="67" y="265"/>
                </a:cubicBezTo>
                <a:cubicBezTo>
                  <a:pt x="67" y="195"/>
                  <a:pt x="67" y="195"/>
                  <a:pt x="67" y="195"/>
                </a:cubicBezTo>
                <a:cubicBezTo>
                  <a:pt x="57" y="195"/>
                  <a:pt x="57" y="195"/>
                  <a:pt x="57" y="195"/>
                </a:cubicBezTo>
                <a:cubicBezTo>
                  <a:pt x="57" y="265"/>
                  <a:pt x="57" y="265"/>
                  <a:pt x="57" y="265"/>
                </a:cubicBezTo>
                <a:cubicBezTo>
                  <a:pt x="57" y="273"/>
                  <a:pt x="50" y="279"/>
                  <a:pt x="42" y="279"/>
                </a:cubicBezTo>
                <a:cubicBezTo>
                  <a:pt x="42" y="279"/>
                  <a:pt x="42" y="279"/>
                  <a:pt x="42" y="279"/>
                </a:cubicBezTo>
                <a:cubicBezTo>
                  <a:pt x="34" y="279"/>
                  <a:pt x="27" y="273"/>
                  <a:pt x="27" y="265"/>
                </a:cubicBezTo>
                <a:cubicBezTo>
                  <a:pt x="27" y="195"/>
                  <a:pt x="27" y="195"/>
                  <a:pt x="27" y="195"/>
                </a:cubicBezTo>
                <a:cubicBezTo>
                  <a:pt x="27" y="195"/>
                  <a:pt x="27" y="195"/>
                  <a:pt x="27" y="195"/>
                </a:cubicBezTo>
                <a:cubicBezTo>
                  <a:pt x="3" y="189"/>
                  <a:pt x="3" y="189"/>
                  <a:pt x="3" y="189"/>
                </a:cubicBezTo>
                <a:cubicBezTo>
                  <a:pt x="23" y="139"/>
                  <a:pt x="23" y="139"/>
                  <a:pt x="23" y="139"/>
                </a:cubicBezTo>
                <a:cubicBezTo>
                  <a:pt x="13" y="130"/>
                  <a:pt x="13" y="130"/>
                  <a:pt x="13" y="130"/>
                </a:cubicBezTo>
                <a:cubicBezTo>
                  <a:pt x="6" y="123"/>
                  <a:pt x="0" y="120"/>
                  <a:pt x="5" y="108"/>
                </a:cubicBezTo>
                <a:cubicBezTo>
                  <a:pt x="18" y="80"/>
                  <a:pt x="18" y="80"/>
                  <a:pt x="18" y="80"/>
                </a:cubicBezTo>
                <a:cubicBezTo>
                  <a:pt x="20" y="71"/>
                  <a:pt x="27" y="68"/>
                  <a:pt x="32" y="68"/>
                </a:cubicBezTo>
                <a:cubicBezTo>
                  <a:pt x="32" y="67"/>
                  <a:pt x="32" y="67"/>
                  <a:pt x="32" y="67"/>
                </a:cubicBezTo>
                <a:cubicBezTo>
                  <a:pt x="43" y="67"/>
                  <a:pt x="86" y="66"/>
                  <a:pt x="93" y="68"/>
                </a:cubicBezTo>
                <a:close/>
                <a:moveTo>
                  <a:pt x="34" y="126"/>
                </a:moveTo>
                <a:cubicBezTo>
                  <a:pt x="39" y="124"/>
                  <a:pt x="35" y="127"/>
                  <a:pt x="44" y="121"/>
                </a:cubicBezTo>
                <a:cubicBezTo>
                  <a:pt x="51" y="117"/>
                  <a:pt x="57" y="107"/>
                  <a:pt x="60" y="99"/>
                </a:cubicBezTo>
                <a:cubicBezTo>
                  <a:pt x="62" y="93"/>
                  <a:pt x="66" y="89"/>
                  <a:pt x="71" y="94"/>
                </a:cubicBezTo>
                <a:cubicBezTo>
                  <a:pt x="75" y="98"/>
                  <a:pt x="73" y="104"/>
                  <a:pt x="71" y="108"/>
                </a:cubicBezTo>
                <a:cubicBezTo>
                  <a:pt x="66" y="116"/>
                  <a:pt x="59" y="126"/>
                  <a:pt x="77" y="122"/>
                </a:cubicBezTo>
                <a:cubicBezTo>
                  <a:pt x="83" y="121"/>
                  <a:pt x="89" y="121"/>
                  <a:pt x="91" y="122"/>
                </a:cubicBezTo>
                <a:cubicBezTo>
                  <a:pt x="86" y="137"/>
                  <a:pt x="53" y="136"/>
                  <a:pt x="42" y="131"/>
                </a:cubicBezTo>
                <a:cubicBezTo>
                  <a:pt x="37" y="129"/>
                  <a:pt x="33" y="126"/>
                  <a:pt x="34" y="126"/>
                </a:cubicBezTo>
                <a:close/>
                <a:moveTo>
                  <a:pt x="33" y="90"/>
                </a:moveTo>
                <a:cubicBezTo>
                  <a:pt x="24" y="90"/>
                  <a:pt x="17" y="97"/>
                  <a:pt x="17" y="105"/>
                </a:cubicBezTo>
                <a:cubicBezTo>
                  <a:pt x="17" y="114"/>
                  <a:pt x="24" y="121"/>
                  <a:pt x="33" y="121"/>
                </a:cubicBezTo>
                <a:cubicBezTo>
                  <a:pt x="42" y="121"/>
                  <a:pt x="49" y="114"/>
                  <a:pt x="49" y="105"/>
                </a:cubicBezTo>
                <a:cubicBezTo>
                  <a:pt x="49" y="97"/>
                  <a:pt x="42" y="90"/>
                  <a:pt x="33" y="90"/>
                </a:cubicBezTo>
                <a:close/>
                <a:moveTo>
                  <a:pt x="62" y="0"/>
                </a:moveTo>
                <a:cubicBezTo>
                  <a:pt x="46" y="0"/>
                  <a:pt x="33" y="13"/>
                  <a:pt x="33" y="29"/>
                </a:cubicBezTo>
                <a:cubicBezTo>
                  <a:pt x="33" y="45"/>
                  <a:pt x="46" y="58"/>
                  <a:pt x="62" y="58"/>
                </a:cubicBezTo>
                <a:cubicBezTo>
                  <a:pt x="78" y="58"/>
                  <a:pt x="91" y="45"/>
                  <a:pt x="91" y="29"/>
                </a:cubicBezTo>
                <a:cubicBezTo>
                  <a:pt x="91" y="13"/>
                  <a:pt x="78" y="0"/>
                  <a:pt x="62"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 name="Freeform 11"/>
          <p:cNvSpPr>
            <a:spLocks noEditPoints="1"/>
          </p:cNvSpPr>
          <p:nvPr/>
        </p:nvSpPr>
        <p:spPr bwMode="auto">
          <a:xfrm>
            <a:off x="7499351" y="3136900"/>
            <a:ext cx="644525" cy="1335087"/>
          </a:xfrm>
          <a:custGeom>
            <a:avLst/>
            <a:gdLst>
              <a:gd name="T0" fmla="*/ 69 w 140"/>
              <a:gd name="T1" fmla="*/ 0 h 290"/>
              <a:gd name="T2" fmla="*/ 98 w 140"/>
              <a:gd name="T3" fmla="*/ 29 h 290"/>
              <a:gd name="T4" fmla="*/ 84 w 140"/>
              <a:gd name="T5" fmla="*/ 54 h 290"/>
              <a:gd name="T6" fmla="*/ 69 w 140"/>
              <a:gd name="T7" fmla="*/ 58 h 290"/>
              <a:gd name="T8" fmla="*/ 40 w 140"/>
              <a:gd name="T9" fmla="*/ 29 h 290"/>
              <a:gd name="T10" fmla="*/ 54 w 140"/>
              <a:gd name="T11" fmla="*/ 4 h 290"/>
              <a:gd name="T12" fmla="*/ 69 w 140"/>
              <a:gd name="T13" fmla="*/ 0 h 290"/>
              <a:gd name="T14" fmla="*/ 33 w 140"/>
              <a:gd name="T15" fmla="*/ 275 h 290"/>
              <a:gd name="T16" fmla="*/ 49 w 140"/>
              <a:gd name="T17" fmla="*/ 290 h 290"/>
              <a:gd name="T18" fmla="*/ 49 w 140"/>
              <a:gd name="T19" fmla="*/ 290 h 290"/>
              <a:gd name="T20" fmla="*/ 64 w 140"/>
              <a:gd name="T21" fmla="*/ 280 h 290"/>
              <a:gd name="T22" fmla="*/ 65 w 140"/>
              <a:gd name="T23" fmla="*/ 274 h 290"/>
              <a:gd name="T24" fmla="*/ 65 w 140"/>
              <a:gd name="T25" fmla="*/ 172 h 290"/>
              <a:gd name="T26" fmla="*/ 73 w 140"/>
              <a:gd name="T27" fmla="*/ 172 h 290"/>
              <a:gd name="T28" fmla="*/ 73 w 140"/>
              <a:gd name="T29" fmla="*/ 275 h 290"/>
              <a:gd name="T30" fmla="*/ 89 w 140"/>
              <a:gd name="T31" fmla="*/ 290 h 290"/>
              <a:gd name="T32" fmla="*/ 89 w 140"/>
              <a:gd name="T33" fmla="*/ 290 h 290"/>
              <a:gd name="T34" fmla="*/ 103 w 140"/>
              <a:gd name="T35" fmla="*/ 283 h 290"/>
              <a:gd name="T36" fmla="*/ 105 w 140"/>
              <a:gd name="T37" fmla="*/ 274 h 290"/>
              <a:gd name="T38" fmla="*/ 104 w 140"/>
              <a:gd name="T39" fmla="*/ 212 h 290"/>
              <a:gd name="T40" fmla="*/ 103 w 140"/>
              <a:gd name="T41" fmla="*/ 111 h 290"/>
              <a:gd name="T42" fmla="*/ 112 w 140"/>
              <a:gd name="T43" fmla="*/ 157 h 290"/>
              <a:gd name="T44" fmla="*/ 114 w 140"/>
              <a:gd name="T45" fmla="*/ 163 h 290"/>
              <a:gd name="T46" fmla="*/ 130 w 140"/>
              <a:gd name="T47" fmla="*/ 170 h 290"/>
              <a:gd name="T48" fmla="*/ 130 w 140"/>
              <a:gd name="T49" fmla="*/ 170 h 290"/>
              <a:gd name="T50" fmla="*/ 138 w 140"/>
              <a:gd name="T51" fmla="*/ 154 h 290"/>
              <a:gd name="T52" fmla="*/ 119 w 140"/>
              <a:gd name="T53" fmla="*/ 80 h 290"/>
              <a:gd name="T54" fmla="*/ 103 w 140"/>
              <a:gd name="T55" fmla="*/ 67 h 290"/>
              <a:gd name="T56" fmla="*/ 35 w 140"/>
              <a:gd name="T57" fmla="*/ 66 h 290"/>
              <a:gd name="T58" fmla="*/ 19 w 140"/>
              <a:gd name="T59" fmla="*/ 79 h 290"/>
              <a:gd name="T60" fmla="*/ 2 w 140"/>
              <a:gd name="T61" fmla="*/ 154 h 290"/>
              <a:gd name="T62" fmla="*/ 10 w 140"/>
              <a:gd name="T63" fmla="*/ 170 h 290"/>
              <a:gd name="T64" fmla="*/ 10 w 140"/>
              <a:gd name="T65" fmla="*/ 170 h 290"/>
              <a:gd name="T66" fmla="*/ 26 w 140"/>
              <a:gd name="T67" fmla="*/ 163 h 290"/>
              <a:gd name="T68" fmla="*/ 28 w 140"/>
              <a:gd name="T69" fmla="*/ 157 h 290"/>
              <a:gd name="T70" fmla="*/ 35 w 140"/>
              <a:gd name="T71" fmla="*/ 111 h 290"/>
              <a:gd name="T72" fmla="*/ 34 w 140"/>
              <a:gd name="T73" fmla="*/ 216 h 290"/>
              <a:gd name="T74" fmla="*/ 33 w 140"/>
              <a:gd name="T75" fmla="*/ 275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0" h="290">
                <a:moveTo>
                  <a:pt x="69" y="0"/>
                </a:moveTo>
                <a:cubicBezTo>
                  <a:pt x="85" y="0"/>
                  <a:pt x="98" y="13"/>
                  <a:pt x="98" y="29"/>
                </a:cubicBezTo>
                <a:cubicBezTo>
                  <a:pt x="98" y="40"/>
                  <a:pt x="92" y="49"/>
                  <a:pt x="84" y="54"/>
                </a:cubicBezTo>
                <a:cubicBezTo>
                  <a:pt x="79" y="57"/>
                  <a:pt x="74" y="58"/>
                  <a:pt x="69" y="58"/>
                </a:cubicBezTo>
                <a:cubicBezTo>
                  <a:pt x="53" y="58"/>
                  <a:pt x="40" y="45"/>
                  <a:pt x="40" y="29"/>
                </a:cubicBezTo>
                <a:cubicBezTo>
                  <a:pt x="40" y="18"/>
                  <a:pt x="46" y="9"/>
                  <a:pt x="54" y="4"/>
                </a:cubicBezTo>
                <a:cubicBezTo>
                  <a:pt x="59" y="1"/>
                  <a:pt x="64" y="0"/>
                  <a:pt x="69" y="0"/>
                </a:cubicBezTo>
                <a:close/>
                <a:moveTo>
                  <a:pt x="33" y="275"/>
                </a:moveTo>
                <a:cubicBezTo>
                  <a:pt x="33" y="283"/>
                  <a:pt x="40" y="290"/>
                  <a:pt x="49" y="290"/>
                </a:cubicBezTo>
                <a:cubicBezTo>
                  <a:pt x="49" y="290"/>
                  <a:pt x="49" y="290"/>
                  <a:pt x="49" y="290"/>
                </a:cubicBezTo>
                <a:cubicBezTo>
                  <a:pt x="56" y="290"/>
                  <a:pt x="61" y="286"/>
                  <a:pt x="64" y="280"/>
                </a:cubicBezTo>
                <a:cubicBezTo>
                  <a:pt x="64" y="278"/>
                  <a:pt x="65" y="276"/>
                  <a:pt x="65" y="274"/>
                </a:cubicBezTo>
                <a:cubicBezTo>
                  <a:pt x="65" y="172"/>
                  <a:pt x="65" y="172"/>
                  <a:pt x="65" y="172"/>
                </a:cubicBezTo>
                <a:cubicBezTo>
                  <a:pt x="73" y="172"/>
                  <a:pt x="73" y="172"/>
                  <a:pt x="73" y="172"/>
                </a:cubicBezTo>
                <a:cubicBezTo>
                  <a:pt x="73" y="275"/>
                  <a:pt x="73" y="275"/>
                  <a:pt x="73" y="275"/>
                </a:cubicBezTo>
                <a:cubicBezTo>
                  <a:pt x="73" y="283"/>
                  <a:pt x="81" y="290"/>
                  <a:pt x="89" y="290"/>
                </a:cubicBezTo>
                <a:cubicBezTo>
                  <a:pt x="89" y="290"/>
                  <a:pt x="89" y="290"/>
                  <a:pt x="89" y="290"/>
                </a:cubicBezTo>
                <a:cubicBezTo>
                  <a:pt x="95" y="290"/>
                  <a:pt x="100" y="287"/>
                  <a:pt x="103" y="283"/>
                </a:cubicBezTo>
                <a:cubicBezTo>
                  <a:pt x="104" y="280"/>
                  <a:pt x="105" y="277"/>
                  <a:pt x="105" y="274"/>
                </a:cubicBezTo>
                <a:cubicBezTo>
                  <a:pt x="104" y="212"/>
                  <a:pt x="104" y="212"/>
                  <a:pt x="104" y="212"/>
                </a:cubicBezTo>
                <a:cubicBezTo>
                  <a:pt x="103" y="111"/>
                  <a:pt x="103" y="111"/>
                  <a:pt x="103" y="111"/>
                </a:cubicBezTo>
                <a:cubicBezTo>
                  <a:pt x="112" y="157"/>
                  <a:pt x="112" y="157"/>
                  <a:pt x="112" y="157"/>
                </a:cubicBezTo>
                <a:cubicBezTo>
                  <a:pt x="114" y="163"/>
                  <a:pt x="114" y="163"/>
                  <a:pt x="114" y="163"/>
                </a:cubicBezTo>
                <a:cubicBezTo>
                  <a:pt x="116" y="170"/>
                  <a:pt x="124" y="173"/>
                  <a:pt x="130" y="170"/>
                </a:cubicBezTo>
                <a:cubicBezTo>
                  <a:pt x="130" y="170"/>
                  <a:pt x="130" y="170"/>
                  <a:pt x="130" y="170"/>
                </a:cubicBezTo>
                <a:cubicBezTo>
                  <a:pt x="137" y="168"/>
                  <a:pt x="140" y="161"/>
                  <a:pt x="138" y="154"/>
                </a:cubicBezTo>
                <a:cubicBezTo>
                  <a:pt x="119" y="80"/>
                  <a:pt x="119" y="80"/>
                  <a:pt x="119" y="80"/>
                </a:cubicBezTo>
                <a:cubicBezTo>
                  <a:pt x="117" y="74"/>
                  <a:pt x="109" y="66"/>
                  <a:pt x="103" y="67"/>
                </a:cubicBezTo>
                <a:cubicBezTo>
                  <a:pt x="35" y="66"/>
                  <a:pt x="35" y="66"/>
                  <a:pt x="35" y="66"/>
                </a:cubicBezTo>
                <a:cubicBezTo>
                  <a:pt x="29" y="66"/>
                  <a:pt x="21" y="74"/>
                  <a:pt x="19" y="79"/>
                </a:cubicBezTo>
                <a:cubicBezTo>
                  <a:pt x="2" y="154"/>
                  <a:pt x="2" y="154"/>
                  <a:pt x="2" y="154"/>
                </a:cubicBezTo>
                <a:cubicBezTo>
                  <a:pt x="0" y="160"/>
                  <a:pt x="3" y="168"/>
                  <a:pt x="10" y="170"/>
                </a:cubicBezTo>
                <a:cubicBezTo>
                  <a:pt x="10" y="170"/>
                  <a:pt x="10" y="170"/>
                  <a:pt x="10" y="170"/>
                </a:cubicBezTo>
                <a:cubicBezTo>
                  <a:pt x="16" y="173"/>
                  <a:pt x="24" y="169"/>
                  <a:pt x="26" y="163"/>
                </a:cubicBezTo>
                <a:cubicBezTo>
                  <a:pt x="28" y="157"/>
                  <a:pt x="28" y="157"/>
                  <a:pt x="28" y="157"/>
                </a:cubicBezTo>
                <a:cubicBezTo>
                  <a:pt x="35" y="111"/>
                  <a:pt x="35" y="111"/>
                  <a:pt x="35" y="111"/>
                </a:cubicBezTo>
                <a:cubicBezTo>
                  <a:pt x="34" y="216"/>
                  <a:pt x="34" y="216"/>
                  <a:pt x="34" y="216"/>
                </a:cubicBezTo>
                <a:cubicBezTo>
                  <a:pt x="33" y="275"/>
                  <a:pt x="33" y="275"/>
                  <a:pt x="33" y="27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 name="Freeform 12"/>
          <p:cNvSpPr>
            <a:spLocks noEditPoints="1"/>
          </p:cNvSpPr>
          <p:nvPr/>
        </p:nvSpPr>
        <p:spPr bwMode="auto">
          <a:xfrm>
            <a:off x="11247438" y="5578475"/>
            <a:ext cx="557213" cy="754062"/>
          </a:xfrm>
          <a:custGeom>
            <a:avLst/>
            <a:gdLst>
              <a:gd name="T0" fmla="*/ 86 w 121"/>
              <a:gd name="T1" fmla="*/ 155 h 164"/>
              <a:gd name="T2" fmla="*/ 77 w 121"/>
              <a:gd name="T3" fmla="*/ 164 h 164"/>
              <a:gd name="T4" fmla="*/ 77 w 121"/>
              <a:gd name="T5" fmla="*/ 164 h 164"/>
              <a:gd name="T6" fmla="*/ 68 w 121"/>
              <a:gd name="T7" fmla="*/ 155 h 164"/>
              <a:gd name="T8" fmla="*/ 68 w 121"/>
              <a:gd name="T9" fmla="*/ 102 h 164"/>
              <a:gd name="T10" fmla="*/ 63 w 121"/>
              <a:gd name="T11" fmla="*/ 102 h 164"/>
              <a:gd name="T12" fmla="*/ 63 w 121"/>
              <a:gd name="T13" fmla="*/ 155 h 164"/>
              <a:gd name="T14" fmla="*/ 54 w 121"/>
              <a:gd name="T15" fmla="*/ 164 h 164"/>
              <a:gd name="T16" fmla="*/ 54 w 121"/>
              <a:gd name="T17" fmla="*/ 164 h 164"/>
              <a:gd name="T18" fmla="*/ 45 w 121"/>
              <a:gd name="T19" fmla="*/ 155 h 164"/>
              <a:gd name="T20" fmla="*/ 45 w 121"/>
              <a:gd name="T21" fmla="*/ 73 h 164"/>
              <a:gd name="T22" fmla="*/ 45 w 121"/>
              <a:gd name="T23" fmla="*/ 64 h 164"/>
              <a:gd name="T24" fmla="*/ 12 w 121"/>
              <a:gd name="T25" fmla="*/ 46 h 164"/>
              <a:gd name="T26" fmla="*/ 20 w 121"/>
              <a:gd name="T27" fmla="*/ 30 h 164"/>
              <a:gd name="T28" fmla="*/ 48 w 121"/>
              <a:gd name="T29" fmla="*/ 45 h 164"/>
              <a:gd name="T30" fmla="*/ 52 w 121"/>
              <a:gd name="T31" fmla="*/ 46 h 164"/>
              <a:gd name="T32" fmla="*/ 79 w 121"/>
              <a:gd name="T33" fmla="*/ 46 h 164"/>
              <a:gd name="T34" fmla="*/ 88 w 121"/>
              <a:gd name="T35" fmla="*/ 49 h 164"/>
              <a:gd name="T36" fmla="*/ 114 w 121"/>
              <a:gd name="T37" fmla="*/ 82 h 164"/>
              <a:gd name="T38" fmla="*/ 101 w 121"/>
              <a:gd name="T39" fmla="*/ 91 h 164"/>
              <a:gd name="T40" fmla="*/ 86 w 121"/>
              <a:gd name="T41" fmla="*/ 73 h 164"/>
              <a:gd name="T42" fmla="*/ 86 w 121"/>
              <a:gd name="T43" fmla="*/ 155 h 164"/>
              <a:gd name="T44" fmla="*/ 65 w 121"/>
              <a:gd name="T45" fmla="*/ 0 h 164"/>
              <a:gd name="T46" fmla="*/ 86 w 121"/>
              <a:gd name="T47" fmla="*/ 20 h 164"/>
              <a:gd name="T48" fmla="*/ 65 w 121"/>
              <a:gd name="T49" fmla="*/ 41 h 164"/>
              <a:gd name="T50" fmla="*/ 45 w 121"/>
              <a:gd name="T51" fmla="*/ 20 h 164"/>
              <a:gd name="T52" fmla="*/ 65 w 121"/>
              <a:gd name="T53"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1" h="164">
                <a:moveTo>
                  <a:pt x="86" y="155"/>
                </a:moveTo>
                <a:cubicBezTo>
                  <a:pt x="86" y="160"/>
                  <a:pt x="82" y="164"/>
                  <a:pt x="77" y="164"/>
                </a:cubicBezTo>
                <a:cubicBezTo>
                  <a:pt x="77" y="164"/>
                  <a:pt x="77" y="164"/>
                  <a:pt x="77" y="164"/>
                </a:cubicBezTo>
                <a:cubicBezTo>
                  <a:pt x="72" y="164"/>
                  <a:pt x="68" y="160"/>
                  <a:pt x="68" y="155"/>
                </a:cubicBezTo>
                <a:cubicBezTo>
                  <a:pt x="68" y="102"/>
                  <a:pt x="68" y="102"/>
                  <a:pt x="68" y="102"/>
                </a:cubicBezTo>
                <a:cubicBezTo>
                  <a:pt x="63" y="102"/>
                  <a:pt x="63" y="102"/>
                  <a:pt x="63" y="102"/>
                </a:cubicBezTo>
                <a:cubicBezTo>
                  <a:pt x="63" y="155"/>
                  <a:pt x="63" y="155"/>
                  <a:pt x="63" y="155"/>
                </a:cubicBezTo>
                <a:cubicBezTo>
                  <a:pt x="63" y="160"/>
                  <a:pt x="59" y="164"/>
                  <a:pt x="54" y="164"/>
                </a:cubicBezTo>
                <a:cubicBezTo>
                  <a:pt x="54" y="164"/>
                  <a:pt x="54" y="164"/>
                  <a:pt x="54" y="164"/>
                </a:cubicBezTo>
                <a:cubicBezTo>
                  <a:pt x="49" y="164"/>
                  <a:pt x="45" y="160"/>
                  <a:pt x="45" y="155"/>
                </a:cubicBezTo>
                <a:cubicBezTo>
                  <a:pt x="45" y="128"/>
                  <a:pt x="45" y="100"/>
                  <a:pt x="45" y="73"/>
                </a:cubicBezTo>
                <a:cubicBezTo>
                  <a:pt x="45" y="64"/>
                  <a:pt x="45" y="64"/>
                  <a:pt x="45" y="64"/>
                </a:cubicBezTo>
                <a:cubicBezTo>
                  <a:pt x="12" y="46"/>
                  <a:pt x="12" y="46"/>
                  <a:pt x="12" y="46"/>
                </a:cubicBezTo>
                <a:cubicBezTo>
                  <a:pt x="0" y="38"/>
                  <a:pt x="9" y="23"/>
                  <a:pt x="20" y="30"/>
                </a:cubicBezTo>
                <a:cubicBezTo>
                  <a:pt x="29" y="35"/>
                  <a:pt x="39" y="40"/>
                  <a:pt x="48" y="45"/>
                </a:cubicBezTo>
                <a:cubicBezTo>
                  <a:pt x="49" y="45"/>
                  <a:pt x="50" y="45"/>
                  <a:pt x="52" y="46"/>
                </a:cubicBezTo>
                <a:cubicBezTo>
                  <a:pt x="79" y="46"/>
                  <a:pt x="79" y="46"/>
                  <a:pt x="79" y="46"/>
                </a:cubicBezTo>
                <a:cubicBezTo>
                  <a:pt x="82" y="45"/>
                  <a:pt x="86" y="46"/>
                  <a:pt x="88" y="49"/>
                </a:cubicBezTo>
                <a:cubicBezTo>
                  <a:pt x="114" y="82"/>
                  <a:pt x="114" y="82"/>
                  <a:pt x="114" y="82"/>
                </a:cubicBezTo>
                <a:cubicBezTo>
                  <a:pt x="121" y="90"/>
                  <a:pt x="109" y="101"/>
                  <a:pt x="101" y="91"/>
                </a:cubicBezTo>
                <a:cubicBezTo>
                  <a:pt x="86" y="73"/>
                  <a:pt x="86" y="73"/>
                  <a:pt x="86" y="73"/>
                </a:cubicBezTo>
                <a:cubicBezTo>
                  <a:pt x="86" y="97"/>
                  <a:pt x="86" y="131"/>
                  <a:pt x="86" y="155"/>
                </a:cubicBezTo>
                <a:close/>
                <a:moveTo>
                  <a:pt x="65" y="0"/>
                </a:moveTo>
                <a:cubicBezTo>
                  <a:pt x="77" y="0"/>
                  <a:pt x="86" y="9"/>
                  <a:pt x="86" y="20"/>
                </a:cubicBezTo>
                <a:cubicBezTo>
                  <a:pt x="86" y="32"/>
                  <a:pt x="77" y="41"/>
                  <a:pt x="65" y="41"/>
                </a:cubicBezTo>
                <a:cubicBezTo>
                  <a:pt x="54" y="41"/>
                  <a:pt x="45" y="32"/>
                  <a:pt x="45" y="20"/>
                </a:cubicBezTo>
                <a:cubicBezTo>
                  <a:pt x="45" y="9"/>
                  <a:pt x="54" y="0"/>
                  <a:pt x="65"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 name="Freeform 13"/>
          <p:cNvSpPr>
            <a:spLocks/>
          </p:cNvSpPr>
          <p:nvPr/>
        </p:nvSpPr>
        <p:spPr bwMode="auto">
          <a:xfrm>
            <a:off x="9501188" y="5118100"/>
            <a:ext cx="249238" cy="841375"/>
          </a:xfrm>
          <a:custGeom>
            <a:avLst/>
            <a:gdLst>
              <a:gd name="T0" fmla="*/ 27 w 54"/>
              <a:gd name="T1" fmla="*/ 0 h 183"/>
              <a:gd name="T2" fmla="*/ 0 w 54"/>
              <a:gd name="T3" fmla="*/ 29 h 183"/>
              <a:gd name="T4" fmla="*/ 25 w 54"/>
              <a:gd name="T5" fmla="*/ 68 h 183"/>
              <a:gd name="T6" fmla="*/ 28 w 54"/>
              <a:gd name="T7" fmla="*/ 113 h 183"/>
              <a:gd name="T8" fmla="*/ 50 w 54"/>
              <a:gd name="T9" fmla="*/ 183 h 183"/>
              <a:gd name="T10" fmla="*/ 51 w 54"/>
              <a:gd name="T11" fmla="*/ 181 h 183"/>
              <a:gd name="T12" fmla="*/ 30 w 54"/>
              <a:gd name="T13" fmla="*/ 113 h 183"/>
              <a:gd name="T14" fmla="*/ 27 w 54"/>
              <a:gd name="T15" fmla="*/ 68 h 183"/>
              <a:gd name="T16" fmla="*/ 54 w 54"/>
              <a:gd name="T17" fmla="*/ 29 h 183"/>
              <a:gd name="T18" fmla="*/ 27 w 54"/>
              <a:gd name="T19"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 h="183">
                <a:moveTo>
                  <a:pt x="27" y="0"/>
                </a:moveTo>
                <a:cubicBezTo>
                  <a:pt x="11" y="0"/>
                  <a:pt x="0" y="10"/>
                  <a:pt x="0" y="29"/>
                </a:cubicBezTo>
                <a:cubicBezTo>
                  <a:pt x="0" y="48"/>
                  <a:pt x="10" y="66"/>
                  <a:pt x="25" y="68"/>
                </a:cubicBezTo>
                <a:cubicBezTo>
                  <a:pt x="33" y="86"/>
                  <a:pt x="30" y="100"/>
                  <a:pt x="28" y="113"/>
                </a:cubicBezTo>
                <a:cubicBezTo>
                  <a:pt x="24" y="133"/>
                  <a:pt x="20" y="152"/>
                  <a:pt x="50" y="183"/>
                </a:cubicBezTo>
                <a:cubicBezTo>
                  <a:pt x="51" y="181"/>
                  <a:pt x="51" y="181"/>
                  <a:pt x="51" y="181"/>
                </a:cubicBezTo>
                <a:cubicBezTo>
                  <a:pt x="22" y="151"/>
                  <a:pt x="26" y="132"/>
                  <a:pt x="30" y="113"/>
                </a:cubicBezTo>
                <a:cubicBezTo>
                  <a:pt x="32" y="100"/>
                  <a:pt x="35" y="86"/>
                  <a:pt x="27" y="68"/>
                </a:cubicBezTo>
                <a:cubicBezTo>
                  <a:pt x="43" y="68"/>
                  <a:pt x="54" y="49"/>
                  <a:pt x="54" y="29"/>
                </a:cubicBezTo>
                <a:cubicBezTo>
                  <a:pt x="54" y="10"/>
                  <a:pt x="43" y="0"/>
                  <a:pt x="27" y="0"/>
                </a:cubicBezTo>
                <a:close/>
              </a:path>
            </a:pathLst>
          </a:custGeom>
          <a:solidFill>
            <a:srgbClr val="4099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14"/>
          <p:cNvSpPr>
            <a:spLocks noEditPoints="1"/>
          </p:cNvSpPr>
          <p:nvPr/>
        </p:nvSpPr>
        <p:spPr bwMode="auto">
          <a:xfrm>
            <a:off x="9677401" y="5578475"/>
            <a:ext cx="557213" cy="754062"/>
          </a:xfrm>
          <a:custGeom>
            <a:avLst/>
            <a:gdLst>
              <a:gd name="T0" fmla="*/ 35 w 121"/>
              <a:gd name="T1" fmla="*/ 155 h 164"/>
              <a:gd name="T2" fmla="*/ 44 w 121"/>
              <a:gd name="T3" fmla="*/ 164 h 164"/>
              <a:gd name="T4" fmla="*/ 44 w 121"/>
              <a:gd name="T5" fmla="*/ 164 h 164"/>
              <a:gd name="T6" fmla="*/ 53 w 121"/>
              <a:gd name="T7" fmla="*/ 155 h 164"/>
              <a:gd name="T8" fmla="*/ 53 w 121"/>
              <a:gd name="T9" fmla="*/ 102 h 164"/>
              <a:gd name="T10" fmla="*/ 58 w 121"/>
              <a:gd name="T11" fmla="*/ 102 h 164"/>
              <a:gd name="T12" fmla="*/ 58 w 121"/>
              <a:gd name="T13" fmla="*/ 155 h 164"/>
              <a:gd name="T14" fmla="*/ 67 w 121"/>
              <a:gd name="T15" fmla="*/ 164 h 164"/>
              <a:gd name="T16" fmla="*/ 67 w 121"/>
              <a:gd name="T17" fmla="*/ 164 h 164"/>
              <a:gd name="T18" fmla="*/ 76 w 121"/>
              <a:gd name="T19" fmla="*/ 155 h 164"/>
              <a:gd name="T20" fmla="*/ 76 w 121"/>
              <a:gd name="T21" fmla="*/ 73 h 164"/>
              <a:gd name="T22" fmla="*/ 76 w 121"/>
              <a:gd name="T23" fmla="*/ 64 h 164"/>
              <a:gd name="T24" fmla="*/ 109 w 121"/>
              <a:gd name="T25" fmla="*/ 46 h 164"/>
              <a:gd name="T26" fmla="*/ 101 w 121"/>
              <a:gd name="T27" fmla="*/ 30 h 164"/>
              <a:gd name="T28" fmla="*/ 73 w 121"/>
              <a:gd name="T29" fmla="*/ 45 h 164"/>
              <a:gd name="T30" fmla="*/ 69 w 121"/>
              <a:gd name="T31" fmla="*/ 46 h 164"/>
              <a:gd name="T32" fmla="*/ 42 w 121"/>
              <a:gd name="T33" fmla="*/ 46 h 164"/>
              <a:gd name="T34" fmla="*/ 33 w 121"/>
              <a:gd name="T35" fmla="*/ 49 h 164"/>
              <a:gd name="T36" fmla="*/ 7 w 121"/>
              <a:gd name="T37" fmla="*/ 82 h 164"/>
              <a:gd name="T38" fmla="*/ 20 w 121"/>
              <a:gd name="T39" fmla="*/ 91 h 164"/>
              <a:gd name="T40" fmla="*/ 35 w 121"/>
              <a:gd name="T41" fmla="*/ 73 h 164"/>
              <a:gd name="T42" fmla="*/ 35 w 121"/>
              <a:gd name="T43" fmla="*/ 155 h 164"/>
              <a:gd name="T44" fmla="*/ 55 w 121"/>
              <a:gd name="T45" fmla="*/ 0 h 164"/>
              <a:gd name="T46" fmla="*/ 35 w 121"/>
              <a:gd name="T47" fmla="*/ 20 h 164"/>
              <a:gd name="T48" fmla="*/ 55 w 121"/>
              <a:gd name="T49" fmla="*/ 41 h 164"/>
              <a:gd name="T50" fmla="*/ 76 w 121"/>
              <a:gd name="T51" fmla="*/ 20 h 164"/>
              <a:gd name="T52" fmla="*/ 55 w 121"/>
              <a:gd name="T53"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1" h="164">
                <a:moveTo>
                  <a:pt x="35" y="155"/>
                </a:moveTo>
                <a:cubicBezTo>
                  <a:pt x="35" y="160"/>
                  <a:pt x="39" y="164"/>
                  <a:pt x="44" y="164"/>
                </a:cubicBezTo>
                <a:cubicBezTo>
                  <a:pt x="44" y="164"/>
                  <a:pt x="44" y="164"/>
                  <a:pt x="44" y="164"/>
                </a:cubicBezTo>
                <a:cubicBezTo>
                  <a:pt x="49" y="164"/>
                  <a:pt x="53" y="160"/>
                  <a:pt x="53" y="155"/>
                </a:cubicBezTo>
                <a:cubicBezTo>
                  <a:pt x="53" y="102"/>
                  <a:pt x="53" y="102"/>
                  <a:pt x="53" y="102"/>
                </a:cubicBezTo>
                <a:cubicBezTo>
                  <a:pt x="58" y="102"/>
                  <a:pt x="58" y="102"/>
                  <a:pt x="58" y="102"/>
                </a:cubicBezTo>
                <a:cubicBezTo>
                  <a:pt x="58" y="155"/>
                  <a:pt x="58" y="155"/>
                  <a:pt x="58" y="155"/>
                </a:cubicBezTo>
                <a:cubicBezTo>
                  <a:pt x="58" y="160"/>
                  <a:pt x="62" y="164"/>
                  <a:pt x="67" y="164"/>
                </a:cubicBezTo>
                <a:cubicBezTo>
                  <a:pt x="67" y="164"/>
                  <a:pt x="67" y="164"/>
                  <a:pt x="67" y="164"/>
                </a:cubicBezTo>
                <a:cubicBezTo>
                  <a:pt x="72" y="164"/>
                  <a:pt x="76" y="160"/>
                  <a:pt x="76" y="155"/>
                </a:cubicBezTo>
                <a:cubicBezTo>
                  <a:pt x="76" y="128"/>
                  <a:pt x="76" y="100"/>
                  <a:pt x="76" y="73"/>
                </a:cubicBezTo>
                <a:cubicBezTo>
                  <a:pt x="76" y="64"/>
                  <a:pt x="76" y="64"/>
                  <a:pt x="76" y="64"/>
                </a:cubicBezTo>
                <a:cubicBezTo>
                  <a:pt x="109" y="46"/>
                  <a:pt x="109" y="46"/>
                  <a:pt x="109" y="46"/>
                </a:cubicBezTo>
                <a:cubicBezTo>
                  <a:pt x="121" y="38"/>
                  <a:pt x="112" y="23"/>
                  <a:pt x="101" y="30"/>
                </a:cubicBezTo>
                <a:cubicBezTo>
                  <a:pt x="91" y="35"/>
                  <a:pt x="82" y="40"/>
                  <a:pt x="73" y="45"/>
                </a:cubicBezTo>
                <a:cubicBezTo>
                  <a:pt x="72" y="45"/>
                  <a:pt x="70" y="45"/>
                  <a:pt x="69" y="46"/>
                </a:cubicBezTo>
                <a:cubicBezTo>
                  <a:pt x="42" y="46"/>
                  <a:pt x="42" y="46"/>
                  <a:pt x="42" y="46"/>
                </a:cubicBezTo>
                <a:cubicBezTo>
                  <a:pt x="39" y="45"/>
                  <a:pt x="35" y="46"/>
                  <a:pt x="33" y="49"/>
                </a:cubicBezTo>
                <a:cubicBezTo>
                  <a:pt x="7" y="82"/>
                  <a:pt x="7" y="82"/>
                  <a:pt x="7" y="82"/>
                </a:cubicBezTo>
                <a:cubicBezTo>
                  <a:pt x="0" y="90"/>
                  <a:pt x="11" y="101"/>
                  <a:pt x="20" y="91"/>
                </a:cubicBezTo>
                <a:cubicBezTo>
                  <a:pt x="35" y="73"/>
                  <a:pt x="35" y="73"/>
                  <a:pt x="35" y="73"/>
                </a:cubicBezTo>
                <a:cubicBezTo>
                  <a:pt x="35" y="97"/>
                  <a:pt x="35" y="131"/>
                  <a:pt x="35" y="155"/>
                </a:cubicBezTo>
                <a:close/>
                <a:moveTo>
                  <a:pt x="55" y="0"/>
                </a:moveTo>
                <a:cubicBezTo>
                  <a:pt x="44" y="0"/>
                  <a:pt x="35" y="9"/>
                  <a:pt x="35" y="20"/>
                </a:cubicBezTo>
                <a:cubicBezTo>
                  <a:pt x="35" y="32"/>
                  <a:pt x="44" y="41"/>
                  <a:pt x="55" y="41"/>
                </a:cubicBezTo>
                <a:cubicBezTo>
                  <a:pt x="67" y="41"/>
                  <a:pt x="76" y="32"/>
                  <a:pt x="76" y="20"/>
                </a:cubicBezTo>
                <a:cubicBezTo>
                  <a:pt x="76" y="9"/>
                  <a:pt x="67" y="0"/>
                  <a:pt x="55"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 name="Freeform 15"/>
          <p:cNvSpPr>
            <a:spLocks noEditPoints="1"/>
          </p:cNvSpPr>
          <p:nvPr/>
        </p:nvSpPr>
        <p:spPr bwMode="auto">
          <a:xfrm>
            <a:off x="10699751" y="5016500"/>
            <a:ext cx="639763" cy="1316037"/>
          </a:xfrm>
          <a:custGeom>
            <a:avLst/>
            <a:gdLst>
              <a:gd name="T0" fmla="*/ 70 w 139"/>
              <a:gd name="T1" fmla="*/ 0 h 286"/>
              <a:gd name="T2" fmla="*/ 41 w 139"/>
              <a:gd name="T3" fmla="*/ 29 h 286"/>
              <a:gd name="T4" fmla="*/ 56 w 139"/>
              <a:gd name="T5" fmla="*/ 54 h 286"/>
              <a:gd name="T6" fmla="*/ 71 w 139"/>
              <a:gd name="T7" fmla="*/ 58 h 286"/>
              <a:gd name="T8" fmla="*/ 99 w 139"/>
              <a:gd name="T9" fmla="*/ 29 h 286"/>
              <a:gd name="T10" fmla="*/ 85 w 139"/>
              <a:gd name="T11" fmla="*/ 4 h 286"/>
              <a:gd name="T12" fmla="*/ 70 w 139"/>
              <a:gd name="T13" fmla="*/ 0 h 286"/>
              <a:gd name="T14" fmla="*/ 106 w 139"/>
              <a:gd name="T15" fmla="*/ 271 h 286"/>
              <a:gd name="T16" fmla="*/ 90 w 139"/>
              <a:gd name="T17" fmla="*/ 286 h 286"/>
              <a:gd name="T18" fmla="*/ 90 w 139"/>
              <a:gd name="T19" fmla="*/ 286 h 286"/>
              <a:gd name="T20" fmla="*/ 76 w 139"/>
              <a:gd name="T21" fmla="*/ 276 h 286"/>
              <a:gd name="T22" fmla="*/ 75 w 139"/>
              <a:gd name="T23" fmla="*/ 271 h 286"/>
              <a:gd name="T24" fmla="*/ 75 w 139"/>
              <a:gd name="T25" fmla="*/ 170 h 286"/>
              <a:gd name="T26" fmla="*/ 66 w 139"/>
              <a:gd name="T27" fmla="*/ 170 h 286"/>
              <a:gd name="T28" fmla="*/ 66 w 139"/>
              <a:gd name="T29" fmla="*/ 271 h 286"/>
              <a:gd name="T30" fmla="*/ 50 w 139"/>
              <a:gd name="T31" fmla="*/ 286 h 286"/>
              <a:gd name="T32" fmla="*/ 50 w 139"/>
              <a:gd name="T33" fmla="*/ 286 h 286"/>
              <a:gd name="T34" fmla="*/ 37 w 139"/>
              <a:gd name="T35" fmla="*/ 279 h 286"/>
              <a:gd name="T36" fmla="*/ 35 w 139"/>
              <a:gd name="T37" fmla="*/ 271 h 286"/>
              <a:gd name="T38" fmla="*/ 36 w 139"/>
              <a:gd name="T39" fmla="*/ 210 h 286"/>
              <a:gd name="T40" fmla="*/ 37 w 139"/>
              <a:gd name="T41" fmla="*/ 110 h 286"/>
              <a:gd name="T42" fmla="*/ 28 w 139"/>
              <a:gd name="T43" fmla="*/ 155 h 286"/>
              <a:gd name="T44" fmla="*/ 26 w 139"/>
              <a:gd name="T45" fmla="*/ 161 h 286"/>
              <a:gd name="T46" fmla="*/ 10 w 139"/>
              <a:gd name="T47" fmla="*/ 168 h 286"/>
              <a:gd name="T48" fmla="*/ 10 w 139"/>
              <a:gd name="T49" fmla="*/ 168 h 286"/>
              <a:gd name="T50" fmla="*/ 3 w 139"/>
              <a:gd name="T51" fmla="*/ 152 h 286"/>
              <a:gd name="T52" fmla="*/ 21 w 139"/>
              <a:gd name="T53" fmla="*/ 79 h 286"/>
              <a:gd name="T54" fmla="*/ 37 w 139"/>
              <a:gd name="T55" fmla="*/ 66 h 286"/>
              <a:gd name="T56" fmla="*/ 104 w 139"/>
              <a:gd name="T57" fmla="*/ 66 h 286"/>
              <a:gd name="T58" fmla="*/ 120 w 139"/>
              <a:gd name="T59" fmla="*/ 79 h 286"/>
              <a:gd name="T60" fmla="*/ 136 w 139"/>
              <a:gd name="T61" fmla="*/ 152 h 286"/>
              <a:gd name="T62" fmla="*/ 129 w 139"/>
              <a:gd name="T63" fmla="*/ 168 h 286"/>
              <a:gd name="T64" fmla="*/ 129 w 139"/>
              <a:gd name="T65" fmla="*/ 168 h 286"/>
              <a:gd name="T66" fmla="*/ 113 w 139"/>
              <a:gd name="T67" fmla="*/ 161 h 286"/>
              <a:gd name="T68" fmla="*/ 110 w 139"/>
              <a:gd name="T69" fmla="*/ 155 h 286"/>
              <a:gd name="T70" fmla="*/ 104 w 139"/>
              <a:gd name="T71" fmla="*/ 109 h 286"/>
              <a:gd name="T72" fmla="*/ 105 w 139"/>
              <a:gd name="T73" fmla="*/ 213 h 286"/>
              <a:gd name="T74" fmla="*/ 106 w 139"/>
              <a:gd name="T75" fmla="*/ 271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9" h="286">
                <a:moveTo>
                  <a:pt x="70" y="0"/>
                </a:moveTo>
                <a:cubicBezTo>
                  <a:pt x="54" y="0"/>
                  <a:pt x="41" y="13"/>
                  <a:pt x="41" y="29"/>
                </a:cubicBezTo>
                <a:cubicBezTo>
                  <a:pt x="41" y="39"/>
                  <a:pt x="47" y="49"/>
                  <a:pt x="56" y="54"/>
                </a:cubicBezTo>
                <a:cubicBezTo>
                  <a:pt x="60" y="56"/>
                  <a:pt x="65" y="58"/>
                  <a:pt x="71" y="58"/>
                </a:cubicBezTo>
                <a:cubicBezTo>
                  <a:pt x="86" y="58"/>
                  <a:pt x="99" y="45"/>
                  <a:pt x="99" y="29"/>
                </a:cubicBezTo>
                <a:cubicBezTo>
                  <a:pt x="99" y="18"/>
                  <a:pt x="93" y="9"/>
                  <a:pt x="85" y="4"/>
                </a:cubicBezTo>
                <a:cubicBezTo>
                  <a:pt x="80" y="1"/>
                  <a:pt x="75" y="0"/>
                  <a:pt x="70" y="0"/>
                </a:cubicBezTo>
                <a:close/>
                <a:moveTo>
                  <a:pt x="106" y="271"/>
                </a:moveTo>
                <a:cubicBezTo>
                  <a:pt x="106" y="280"/>
                  <a:pt x="99" y="286"/>
                  <a:pt x="90" y="286"/>
                </a:cubicBezTo>
                <a:cubicBezTo>
                  <a:pt x="90" y="286"/>
                  <a:pt x="90" y="286"/>
                  <a:pt x="90" y="286"/>
                </a:cubicBezTo>
                <a:cubicBezTo>
                  <a:pt x="84" y="286"/>
                  <a:pt x="78" y="282"/>
                  <a:pt x="76" y="276"/>
                </a:cubicBezTo>
                <a:cubicBezTo>
                  <a:pt x="75" y="275"/>
                  <a:pt x="75" y="273"/>
                  <a:pt x="75" y="271"/>
                </a:cubicBezTo>
                <a:cubicBezTo>
                  <a:pt x="75" y="170"/>
                  <a:pt x="75" y="170"/>
                  <a:pt x="75" y="170"/>
                </a:cubicBezTo>
                <a:cubicBezTo>
                  <a:pt x="66" y="170"/>
                  <a:pt x="66" y="170"/>
                  <a:pt x="66" y="170"/>
                </a:cubicBezTo>
                <a:cubicBezTo>
                  <a:pt x="66" y="271"/>
                  <a:pt x="66" y="271"/>
                  <a:pt x="66" y="271"/>
                </a:cubicBezTo>
                <a:cubicBezTo>
                  <a:pt x="66" y="279"/>
                  <a:pt x="59" y="286"/>
                  <a:pt x="50" y="286"/>
                </a:cubicBezTo>
                <a:cubicBezTo>
                  <a:pt x="50" y="286"/>
                  <a:pt x="50" y="286"/>
                  <a:pt x="50" y="286"/>
                </a:cubicBezTo>
                <a:cubicBezTo>
                  <a:pt x="45" y="286"/>
                  <a:pt x="40" y="283"/>
                  <a:pt x="37" y="279"/>
                </a:cubicBezTo>
                <a:cubicBezTo>
                  <a:pt x="36" y="276"/>
                  <a:pt x="35" y="274"/>
                  <a:pt x="35" y="271"/>
                </a:cubicBezTo>
                <a:cubicBezTo>
                  <a:pt x="36" y="210"/>
                  <a:pt x="36" y="210"/>
                  <a:pt x="36" y="210"/>
                </a:cubicBezTo>
                <a:cubicBezTo>
                  <a:pt x="37" y="110"/>
                  <a:pt x="37" y="110"/>
                  <a:pt x="37" y="110"/>
                </a:cubicBezTo>
                <a:cubicBezTo>
                  <a:pt x="28" y="155"/>
                  <a:pt x="28" y="155"/>
                  <a:pt x="28" y="155"/>
                </a:cubicBezTo>
                <a:cubicBezTo>
                  <a:pt x="26" y="161"/>
                  <a:pt x="26" y="161"/>
                  <a:pt x="26" y="161"/>
                </a:cubicBezTo>
                <a:cubicBezTo>
                  <a:pt x="24" y="168"/>
                  <a:pt x="16" y="171"/>
                  <a:pt x="10" y="168"/>
                </a:cubicBezTo>
                <a:cubicBezTo>
                  <a:pt x="10" y="168"/>
                  <a:pt x="10" y="168"/>
                  <a:pt x="10" y="168"/>
                </a:cubicBezTo>
                <a:cubicBezTo>
                  <a:pt x="3" y="166"/>
                  <a:pt x="0" y="159"/>
                  <a:pt x="3" y="152"/>
                </a:cubicBezTo>
                <a:cubicBezTo>
                  <a:pt x="21" y="79"/>
                  <a:pt x="21" y="79"/>
                  <a:pt x="21" y="79"/>
                </a:cubicBezTo>
                <a:cubicBezTo>
                  <a:pt x="23" y="73"/>
                  <a:pt x="31" y="65"/>
                  <a:pt x="37" y="66"/>
                </a:cubicBezTo>
                <a:cubicBezTo>
                  <a:pt x="104" y="66"/>
                  <a:pt x="104" y="66"/>
                  <a:pt x="104" y="66"/>
                </a:cubicBezTo>
                <a:cubicBezTo>
                  <a:pt x="110" y="65"/>
                  <a:pt x="118" y="73"/>
                  <a:pt x="120" y="79"/>
                </a:cubicBezTo>
                <a:cubicBezTo>
                  <a:pt x="136" y="152"/>
                  <a:pt x="136" y="152"/>
                  <a:pt x="136" y="152"/>
                </a:cubicBezTo>
                <a:cubicBezTo>
                  <a:pt x="139" y="158"/>
                  <a:pt x="135" y="166"/>
                  <a:pt x="129" y="168"/>
                </a:cubicBezTo>
                <a:cubicBezTo>
                  <a:pt x="129" y="168"/>
                  <a:pt x="129" y="168"/>
                  <a:pt x="129" y="168"/>
                </a:cubicBezTo>
                <a:cubicBezTo>
                  <a:pt x="122" y="171"/>
                  <a:pt x="115" y="167"/>
                  <a:pt x="113" y="161"/>
                </a:cubicBezTo>
                <a:cubicBezTo>
                  <a:pt x="110" y="155"/>
                  <a:pt x="110" y="155"/>
                  <a:pt x="110" y="155"/>
                </a:cubicBezTo>
                <a:cubicBezTo>
                  <a:pt x="104" y="109"/>
                  <a:pt x="104" y="109"/>
                  <a:pt x="104" y="109"/>
                </a:cubicBezTo>
                <a:cubicBezTo>
                  <a:pt x="105" y="213"/>
                  <a:pt x="105" y="213"/>
                  <a:pt x="105" y="213"/>
                </a:cubicBezTo>
                <a:cubicBezTo>
                  <a:pt x="106" y="271"/>
                  <a:pt x="106" y="271"/>
                  <a:pt x="106" y="27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 name="Freeform 16"/>
          <p:cNvSpPr>
            <a:spLocks noEditPoints="1"/>
          </p:cNvSpPr>
          <p:nvPr/>
        </p:nvSpPr>
        <p:spPr bwMode="auto">
          <a:xfrm>
            <a:off x="10091738" y="5072063"/>
            <a:ext cx="731838" cy="1260475"/>
          </a:xfrm>
          <a:custGeom>
            <a:avLst/>
            <a:gdLst>
              <a:gd name="T0" fmla="*/ 80 w 159"/>
              <a:gd name="T1" fmla="*/ 0 h 274"/>
              <a:gd name="T2" fmla="*/ 51 w 159"/>
              <a:gd name="T3" fmla="*/ 28 h 274"/>
              <a:gd name="T4" fmla="*/ 66 w 159"/>
              <a:gd name="T5" fmla="*/ 53 h 274"/>
              <a:gd name="T6" fmla="*/ 80 w 159"/>
              <a:gd name="T7" fmla="*/ 57 h 274"/>
              <a:gd name="T8" fmla="*/ 109 w 159"/>
              <a:gd name="T9" fmla="*/ 28 h 274"/>
              <a:gd name="T10" fmla="*/ 95 w 159"/>
              <a:gd name="T11" fmla="*/ 4 h 274"/>
              <a:gd name="T12" fmla="*/ 80 w 159"/>
              <a:gd name="T13" fmla="*/ 0 h 274"/>
              <a:gd name="T14" fmla="*/ 108 w 159"/>
              <a:gd name="T15" fmla="*/ 107 h 274"/>
              <a:gd name="T16" fmla="*/ 133 w 159"/>
              <a:gd name="T17" fmla="*/ 150 h 274"/>
              <a:gd name="T18" fmla="*/ 149 w 159"/>
              <a:gd name="T19" fmla="*/ 157 h 274"/>
              <a:gd name="T20" fmla="*/ 149 w 159"/>
              <a:gd name="T21" fmla="*/ 157 h 274"/>
              <a:gd name="T22" fmla="*/ 156 w 159"/>
              <a:gd name="T23" fmla="*/ 141 h 274"/>
              <a:gd name="T24" fmla="*/ 125 w 159"/>
              <a:gd name="T25" fmla="*/ 78 h 274"/>
              <a:gd name="T26" fmla="*/ 109 w 159"/>
              <a:gd name="T27" fmla="*/ 65 h 274"/>
              <a:gd name="T28" fmla="*/ 51 w 159"/>
              <a:gd name="T29" fmla="*/ 66 h 274"/>
              <a:gd name="T30" fmla="*/ 35 w 159"/>
              <a:gd name="T31" fmla="*/ 78 h 274"/>
              <a:gd name="T32" fmla="*/ 2 w 159"/>
              <a:gd name="T33" fmla="*/ 141 h 274"/>
              <a:gd name="T34" fmla="*/ 9 w 159"/>
              <a:gd name="T35" fmla="*/ 158 h 274"/>
              <a:gd name="T36" fmla="*/ 9 w 159"/>
              <a:gd name="T37" fmla="*/ 158 h 274"/>
              <a:gd name="T38" fmla="*/ 26 w 159"/>
              <a:gd name="T39" fmla="*/ 150 h 274"/>
              <a:gd name="T40" fmla="*/ 52 w 159"/>
              <a:gd name="T41" fmla="*/ 107 h 274"/>
              <a:gd name="T42" fmla="*/ 27 w 159"/>
              <a:gd name="T43" fmla="*/ 188 h 274"/>
              <a:gd name="T44" fmla="*/ 46 w 159"/>
              <a:gd name="T45" fmla="*/ 192 h 274"/>
              <a:gd name="T46" fmla="*/ 45 w 159"/>
              <a:gd name="T47" fmla="*/ 198 h 274"/>
              <a:gd name="T48" fmla="*/ 45 w 159"/>
              <a:gd name="T49" fmla="*/ 259 h 274"/>
              <a:gd name="T50" fmla="*/ 47 w 159"/>
              <a:gd name="T51" fmla="*/ 267 h 274"/>
              <a:gd name="T52" fmla="*/ 60 w 159"/>
              <a:gd name="T53" fmla="*/ 274 h 274"/>
              <a:gd name="T54" fmla="*/ 60 w 159"/>
              <a:gd name="T55" fmla="*/ 274 h 274"/>
              <a:gd name="T56" fmla="*/ 76 w 159"/>
              <a:gd name="T57" fmla="*/ 259 h 274"/>
              <a:gd name="T58" fmla="*/ 76 w 159"/>
              <a:gd name="T59" fmla="*/ 192 h 274"/>
              <a:gd name="T60" fmla="*/ 84 w 159"/>
              <a:gd name="T61" fmla="*/ 192 h 274"/>
              <a:gd name="T62" fmla="*/ 84 w 159"/>
              <a:gd name="T63" fmla="*/ 259 h 274"/>
              <a:gd name="T64" fmla="*/ 86 w 159"/>
              <a:gd name="T65" fmla="*/ 264 h 274"/>
              <a:gd name="T66" fmla="*/ 100 w 159"/>
              <a:gd name="T67" fmla="*/ 274 h 274"/>
              <a:gd name="T68" fmla="*/ 100 w 159"/>
              <a:gd name="T69" fmla="*/ 274 h 274"/>
              <a:gd name="T70" fmla="*/ 116 w 159"/>
              <a:gd name="T71" fmla="*/ 259 h 274"/>
              <a:gd name="T72" fmla="*/ 115 w 159"/>
              <a:gd name="T73" fmla="*/ 201 h 274"/>
              <a:gd name="T74" fmla="*/ 114 w 159"/>
              <a:gd name="T75" fmla="*/ 192 h 274"/>
              <a:gd name="T76" fmla="*/ 131 w 159"/>
              <a:gd name="T77" fmla="*/ 188 h 274"/>
              <a:gd name="T78" fmla="*/ 108 w 159"/>
              <a:gd name="T79" fmla="*/ 107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9" h="274">
                <a:moveTo>
                  <a:pt x="80" y="0"/>
                </a:moveTo>
                <a:cubicBezTo>
                  <a:pt x="64" y="0"/>
                  <a:pt x="51" y="12"/>
                  <a:pt x="51" y="28"/>
                </a:cubicBezTo>
                <a:cubicBezTo>
                  <a:pt x="51" y="39"/>
                  <a:pt x="57" y="48"/>
                  <a:pt x="66" y="53"/>
                </a:cubicBezTo>
                <a:cubicBezTo>
                  <a:pt x="70" y="56"/>
                  <a:pt x="75" y="57"/>
                  <a:pt x="80" y="57"/>
                </a:cubicBezTo>
                <a:cubicBezTo>
                  <a:pt x="96" y="57"/>
                  <a:pt x="109" y="44"/>
                  <a:pt x="109" y="28"/>
                </a:cubicBezTo>
                <a:cubicBezTo>
                  <a:pt x="109" y="18"/>
                  <a:pt x="103" y="8"/>
                  <a:pt x="95" y="4"/>
                </a:cubicBezTo>
                <a:cubicBezTo>
                  <a:pt x="90" y="1"/>
                  <a:pt x="85" y="0"/>
                  <a:pt x="80" y="0"/>
                </a:cubicBezTo>
                <a:close/>
                <a:moveTo>
                  <a:pt x="108" y="107"/>
                </a:moveTo>
                <a:cubicBezTo>
                  <a:pt x="133" y="150"/>
                  <a:pt x="133" y="150"/>
                  <a:pt x="133" y="150"/>
                </a:cubicBezTo>
                <a:cubicBezTo>
                  <a:pt x="136" y="156"/>
                  <a:pt x="143" y="160"/>
                  <a:pt x="149" y="157"/>
                </a:cubicBezTo>
                <a:cubicBezTo>
                  <a:pt x="149" y="157"/>
                  <a:pt x="149" y="157"/>
                  <a:pt x="149" y="157"/>
                </a:cubicBezTo>
                <a:cubicBezTo>
                  <a:pt x="156" y="155"/>
                  <a:pt x="159" y="148"/>
                  <a:pt x="156" y="141"/>
                </a:cubicBezTo>
                <a:cubicBezTo>
                  <a:pt x="125" y="78"/>
                  <a:pt x="125" y="78"/>
                  <a:pt x="125" y="78"/>
                </a:cubicBezTo>
                <a:cubicBezTo>
                  <a:pt x="123" y="73"/>
                  <a:pt x="115" y="65"/>
                  <a:pt x="109" y="65"/>
                </a:cubicBezTo>
                <a:cubicBezTo>
                  <a:pt x="51" y="66"/>
                  <a:pt x="51" y="66"/>
                  <a:pt x="51" y="66"/>
                </a:cubicBezTo>
                <a:cubicBezTo>
                  <a:pt x="46" y="65"/>
                  <a:pt x="37" y="73"/>
                  <a:pt x="35" y="78"/>
                </a:cubicBezTo>
                <a:cubicBezTo>
                  <a:pt x="2" y="141"/>
                  <a:pt x="2" y="141"/>
                  <a:pt x="2" y="141"/>
                </a:cubicBezTo>
                <a:cubicBezTo>
                  <a:pt x="0" y="148"/>
                  <a:pt x="3" y="155"/>
                  <a:pt x="9" y="158"/>
                </a:cubicBezTo>
                <a:cubicBezTo>
                  <a:pt x="9" y="158"/>
                  <a:pt x="9" y="158"/>
                  <a:pt x="9" y="158"/>
                </a:cubicBezTo>
                <a:cubicBezTo>
                  <a:pt x="16" y="160"/>
                  <a:pt x="22" y="156"/>
                  <a:pt x="26" y="150"/>
                </a:cubicBezTo>
                <a:cubicBezTo>
                  <a:pt x="52" y="107"/>
                  <a:pt x="52" y="107"/>
                  <a:pt x="52" y="107"/>
                </a:cubicBezTo>
                <a:cubicBezTo>
                  <a:pt x="27" y="188"/>
                  <a:pt x="27" y="188"/>
                  <a:pt x="27" y="188"/>
                </a:cubicBezTo>
                <a:cubicBezTo>
                  <a:pt x="46" y="192"/>
                  <a:pt x="46" y="192"/>
                  <a:pt x="46" y="192"/>
                </a:cubicBezTo>
                <a:cubicBezTo>
                  <a:pt x="45" y="198"/>
                  <a:pt x="45" y="198"/>
                  <a:pt x="45" y="198"/>
                </a:cubicBezTo>
                <a:cubicBezTo>
                  <a:pt x="45" y="259"/>
                  <a:pt x="45" y="259"/>
                  <a:pt x="45" y="259"/>
                </a:cubicBezTo>
                <a:cubicBezTo>
                  <a:pt x="45" y="262"/>
                  <a:pt x="46" y="264"/>
                  <a:pt x="47" y="267"/>
                </a:cubicBezTo>
                <a:cubicBezTo>
                  <a:pt x="50" y="271"/>
                  <a:pt x="55" y="274"/>
                  <a:pt x="60" y="274"/>
                </a:cubicBezTo>
                <a:cubicBezTo>
                  <a:pt x="60" y="274"/>
                  <a:pt x="60" y="274"/>
                  <a:pt x="60" y="274"/>
                </a:cubicBezTo>
                <a:cubicBezTo>
                  <a:pt x="69" y="274"/>
                  <a:pt x="76" y="267"/>
                  <a:pt x="76" y="259"/>
                </a:cubicBezTo>
                <a:cubicBezTo>
                  <a:pt x="76" y="192"/>
                  <a:pt x="76" y="192"/>
                  <a:pt x="76" y="192"/>
                </a:cubicBezTo>
                <a:cubicBezTo>
                  <a:pt x="84" y="192"/>
                  <a:pt x="84" y="192"/>
                  <a:pt x="84" y="192"/>
                </a:cubicBezTo>
                <a:cubicBezTo>
                  <a:pt x="84" y="259"/>
                  <a:pt x="84" y="259"/>
                  <a:pt x="84" y="259"/>
                </a:cubicBezTo>
                <a:cubicBezTo>
                  <a:pt x="84" y="261"/>
                  <a:pt x="85" y="263"/>
                  <a:pt x="86" y="264"/>
                </a:cubicBezTo>
                <a:cubicBezTo>
                  <a:pt x="88" y="270"/>
                  <a:pt x="93" y="274"/>
                  <a:pt x="100" y="274"/>
                </a:cubicBezTo>
                <a:cubicBezTo>
                  <a:pt x="100" y="274"/>
                  <a:pt x="100" y="274"/>
                  <a:pt x="100" y="274"/>
                </a:cubicBezTo>
                <a:cubicBezTo>
                  <a:pt x="109" y="274"/>
                  <a:pt x="116" y="268"/>
                  <a:pt x="116" y="259"/>
                </a:cubicBezTo>
                <a:cubicBezTo>
                  <a:pt x="115" y="201"/>
                  <a:pt x="115" y="201"/>
                  <a:pt x="115" y="201"/>
                </a:cubicBezTo>
                <a:cubicBezTo>
                  <a:pt x="114" y="192"/>
                  <a:pt x="114" y="192"/>
                  <a:pt x="114" y="192"/>
                </a:cubicBezTo>
                <a:cubicBezTo>
                  <a:pt x="131" y="188"/>
                  <a:pt x="131" y="188"/>
                  <a:pt x="131" y="188"/>
                </a:cubicBezTo>
                <a:cubicBezTo>
                  <a:pt x="108" y="107"/>
                  <a:pt x="108" y="107"/>
                  <a:pt x="108" y="10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 name="Freeform 17"/>
          <p:cNvSpPr>
            <a:spLocks noEditPoints="1"/>
          </p:cNvSpPr>
          <p:nvPr/>
        </p:nvSpPr>
        <p:spPr bwMode="auto">
          <a:xfrm>
            <a:off x="11085513" y="3551238"/>
            <a:ext cx="695325" cy="912812"/>
          </a:xfrm>
          <a:custGeom>
            <a:avLst/>
            <a:gdLst>
              <a:gd name="T0" fmla="*/ 75 w 151"/>
              <a:gd name="T1" fmla="*/ 0 h 198"/>
              <a:gd name="T2" fmla="*/ 151 w 151"/>
              <a:gd name="T3" fmla="*/ 76 h 198"/>
              <a:gd name="T4" fmla="*/ 75 w 151"/>
              <a:gd name="T5" fmla="*/ 152 h 198"/>
              <a:gd name="T6" fmla="*/ 0 w 151"/>
              <a:gd name="T7" fmla="*/ 76 h 198"/>
              <a:gd name="T8" fmla="*/ 75 w 151"/>
              <a:gd name="T9" fmla="*/ 76 h 198"/>
              <a:gd name="T10" fmla="*/ 75 w 151"/>
              <a:gd name="T11" fmla="*/ 0 h 198"/>
              <a:gd name="T12" fmla="*/ 107 w 151"/>
              <a:gd name="T13" fmla="*/ 153 h 198"/>
              <a:gd name="T14" fmla="*/ 129 w 151"/>
              <a:gd name="T15" fmla="*/ 176 h 198"/>
              <a:gd name="T16" fmla="*/ 107 w 151"/>
              <a:gd name="T17" fmla="*/ 198 h 198"/>
              <a:gd name="T18" fmla="*/ 84 w 151"/>
              <a:gd name="T19" fmla="*/ 176 h 198"/>
              <a:gd name="T20" fmla="*/ 107 w 151"/>
              <a:gd name="T21" fmla="*/ 153 h 198"/>
              <a:gd name="T22" fmla="*/ 32 w 151"/>
              <a:gd name="T23" fmla="*/ 153 h 198"/>
              <a:gd name="T24" fmla="*/ 54 w 151"/>
              <a:gd name="T25" fmla="*/ 176 h 198"/>
              <a:gd name="T26" fmla="*/ 32 w 151"/>
              <a:gd name="T27" fmla="*/ 198 h 198"/>
              <a:gd name="T28" fmla="*/ 10 w 151"/>
              <a:gd name="T29" fmla="*/ 176 h 198"/>
              <a:gd name="T30" fmla="*/ 32 w 151"/>
              <a:gd name="T31" fmla="*/ 153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1" h="198">
                <a:moveTo>
                  <a:pt x="75" y="0"/>
                </a:moveTo>
                <a:cubicBezTo>
                  <a:pt x="117" y="0"/>
                  <a:pt x="151" y="34"/>
                  <a:pt x="151" y="76"/>
                </a:cubicBezTo>
                <a:cubicBezTo>
                  <a:pt x="151" y="118"/>
                  <a:pt x="117" y="152"/>
                  <a:pt x="75" y="152"/>
                </a:cubicBezTo>
                <a:cubicBezTo>
                  <a:pt x="34" y="152"/>
                  <a:pt x="0" y="118"/>
                  <a:pt x="0" y="76"/>
                </a:cubicBezTo>
                <a:cubicBezTo>
                  <a:pt x="75" y="76"/>
                  <a:pt x="75" y="76"/>
                  <a:pt x="75" y="76"/>
                </a:cubicBezTo>
                <a:cubicBezTo>
                  <a:pt x="75" y="0"/>
                  <a:pt x="75" y="0"/>
                  <a:pt x="75" y="0"/>
                </a:cubicBezTo>
                <a:close/>
                <a:moveTo>
                  <a:pt x="107" y="153"/>
                </a:moveTo>
                <a:cubicBezTo>
                  <a:pt x="119" y="153"/>
                  <a:pt x="129" y="163"/>
                  <a:pt x="129" y="176"/>
                </a:cubicBezTo>
                <a:cubicBezTo>
                  <a:pt x="129" y="188"/>
                  <a:pt x="119" y="198"/>
                  <a:pt x="107" y="198"/>
                </a:cubicBezTo>
                <a:cubicBezTo>
                  <a:pt x="94" y="198"/>
                  <a:pt x="84" y="188"/>
                  <a:pt x="84" y="176"/>
                </a:cubicBezTo>
                <a:cubicBezTo>
                  <a:pt x="84" y="163"/>
                  <a:pt x="94" y="153"/>
                  <a:pt x="107" y="153"/>
                </a:cubicBezTo>
                <a:close/>
                <a:moveTo>
                  <a:pt x="32" y="153"/>
                </a:moveTo>
                <a:cubicBezTo>
                  <a:pt x="44" y="153"/>
                  <a:pt x="54" y="163"/>
                  <a:pt x="54" y="176"/>
                </a:cubicBezTo>
                <a:cubicBezTo>
                  <a:pt x="54" y="188"/>
                  <a:pt x="44" y="198"/>
                  <a:pt x="32" y="198"/>
                </a:cubicBezTo>
                <a:cubicBezTo>
                  <a:pt x="20" y="198"/>
                  <a:pt x="10" y="188"/>
                  <a:pt x="10" y="176"/>
                </a:cubicBezTo>
                <a:cubicBezTo>
                  <a:pt x="10" y="163"/>
                  <a:pt x="20" y="153"/>
                  <a:pt x="32" y="153"/>
                </a:cubicBezTo>
                <a:close/>
              </a:path>
            </a:pathLst>
          </a:custGeom>
          <a:solidFill>
            <a:srgbClr val="4099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8"/>
          <p:cNvSpPr>
            <a:spLocks noEditPoints="1"/>
          </p:cNvSpPr>
          <p:nvPr/>
        </p:nvSpPr>
        <p:spPr bwMode="auto">
          <a:xfrm>
            <a:off x="9810751" y="3187700"/>
            <a:ext cx="557213" cy="1284287"/>
          </a:xfrm>
          <a:custGeom>
            <a:avLst/>
            <a:gdLst>
              <a:gd name="T0" fmla="*/ 94 w 121"/>
              <a:gd name="T1" fmla="*/ 68 h 279"/>
              <a:gd name="T2" fmla="*/ 102 w 121"/>
              <a:gd name="T3" fmla="*/ 75 h 279"/>
              <a:gd name="T4" fmla="*/ 119 w 121"/>
              <a:gd name="T5" fmla="*/ 121 h 279"/>
              <a:gd name="T6" fmla="*/ 113 w 121"/>
              <a:gd name="T7" fmla="*/ 135 h 279"/>
              <a:gd name="T8" fmla="*/ 101 w 121"/>
              <a:gd name="T9" fmla="*/ 142 h 279"/>
              <a:gd name="T10" fmla="*/ 121 w 121"/>
              <a:gd name="T11" fmla="*/ 189 h 279"/>
              <a:gd name="T12" fmla="*/ 97 w 121"/>
              <a:gd name="T13" fmla="*/ 195 h 279"/>
              <a:gd name="T14" fmla="*/ 96 w 121"/>
              <a:gd name="T15" fmla="*/ 195 h 279"/>
              <a:gd name="T16" fmla="*/ 96 w 121"/>
              <a:gd name="T17" fmla="*/ 265 h 279"/>
              <a:gd name="T18" fmla="*/ 82 w 121"/>
              <a:gd name="T19" fmla="*/ 279 h 279"/>
              <a:gd name="T20" fmla="*/ 82 w 121"/>
              <a:gd name="T21" fmla="*/ 279 h 279"/>
              <a:gd name="T22" fmla="*/ 67 w 121"/>
              <a:gd name="T23" fmla="*/ 265 h 279"/>
              <a:gd name="T24" fmla="*/ 67 w 121"/>
              <a:gd name="T25" fmla="*/ 195 h 279"/>
              <a:gd name="T26" fmla="*/ 57 w 121"/>
              <a:gd name="T27" fmla="*/ 195 h 279"/>
              <a:gd name="T28" fmla="*/ 57 w 121"/>
              <a:gd name="T29" fmla="*/ 265 h 279"/>
              <a:gd name="T30" fmla="*/ 42 w 121"/>
              <a:gd name="T31" fmla="*/ 279 h 279"/>
              <a:gd name="T32" fmla="*/ 42 w 121"/>
              <a:gd name="T33" fmla="*/ 279 h 279"/>
              <a:gd name="T34" fmla="*/ 28 w 121"/>
              <a:gd name="T35" fmla="*/ 265 h 279"/>
              <a:gd name="T36" fmla="*/ 28 w 121"/>
              <a:gd name="T37" fmla="*/ 195 h 279"/>
              <a:gd name="T38" fmla="*/ 27 w 121"/>
              <a:gd name="T39" fmla="*/ 195 h 279"/>
              <a:gd name="T40" fmla="*/ 3 w 121"/>
              <a:gd name="T41" fmla="*/ 189 h 279"/>
              <a:gd name="T42" fmla="*/ 23 w 121"/>
              <a:gd name="T43" fmla="*/ 139 h 279"/>
              <a:gd name="T44" fmla="*/ 13 w 121"/>
              <a:gd name="T45" fmla="*/ 130 h 279"/>
              <a:gd name="T46" fmla="*/ 5 w 121"/>
              <a:gd name="T47" fmla="*/ 108 h 279"/>
              <a:gd name="T48" fmla="*/ 18 w 121"/>
              <a:gd name="T49" fmla="*/ 80 h 279"/>
              <a:gd name="T50" fmla="*/ 32 w 121"/>
              <a:gd name="T51" fmla="*/ 68 h 279"/>
              <a:gd name="T52" fmla="*/ 32 w 121"/>
              <a:gd name="T53" fmla="*/ 67 h 279"/>
              <a:gd name="T54" fmla="*/ 94 w 121"/>
              <a:gd name="T55" fmla="*/ 68 h 279"/>
              <a:gd name="T56" fmla="*/ 34 w 121"/>
              <a:gd name="T57" fmla="*/ 126 h 279"/>
              <a:gd name="T58" fmla="*/ 44 w 121"/>
              <a:gd name="T59" fmla="*/ 121 h 279"/>
              <a:gd name="T60" fmla="*/ 60 w 121"/>
              <a:gd name="T61" fmla="*/ 99 h 279"/>
              <a:gd name="T62" fmla="*/ 71 w 121"/>
              <a:gd name="T63" fmla="*/ 94 h 279"/>
              <a:gd name="T64" fmla="*/ 71 w 121"/>
              <a:gd name="T65" fmla="*/ 108 h 279"/>
              <a:gd name="T66" fmla="*/ 77 w 121"/>
              <a:gd name="T67" fmla="*/ 122 h 279"/>
              <a:gd name="T68" fmla="*/ 91 w 121"/>
              <a:gd name="T69" fmla="*/ 122 h 279"/>
              <a:gd name="T70" fmla="*/ 42 w 121"/>
              <a:gd name="T71" fmla="*/ 131 h 279"/>
              <a:gd name="T72" fmla="*/ 34 w 121"/>
              <a:gd name="T73" fmla="*/ 126 h 279"/>
              <a:gd name="T74" fmla="*/ 33 w 121"/>
              <a:gd name="T75" fmla="*/ 90 h 279"/>
              <a:gd name="T76" fmla="*/ 18 w 121"/>
              <a:gd name="T77" fmla="*/ 105 h 279"/>
              <a:gd name="T78" fmla="*/ 33 w 121"/>
              <a:gd name="T79" fmla="*/ 121 h 279"/>
              <a:gd name="T80" fmla="*/ 49 w 121"/>
              <a:gd name="T81" fmla="*/ 105 h 279"/>
              <a:gd name="T82" fmla="*/ 33 w 121"/>
              <a:gd name="T83" fmla="*/ 90 h 279"/>
              <a:gd name="T84" fmla="*/ 62 w 121"/>
              <a:gd name="T85" fmla="*/ 0 h 279"/>
              <a:gd name="T86" fmla="*/ 33 w 121"/>
              <a:gd name="T87" fmla="*/ 29 h 279"/>
              <a:gd name="T88" fmla="*/ 62 w 121"/>
              <a:gd name="T89" fmla="*/ 58 h 279"/>
              <a:gd name="T90" fmla="*/ 91 w 121"/>
              <a:gd name="T91" fmla="*/ 29 h 279"/>
              <a:gd name="T92" fmla="*/ 62 w 121"/>
              <a:gd name="T93" fmla="*/ 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21" h="279">
                <a:moveTo>
                  <a:pt x="94" y="68"/>
                </a:moveTo>
                <a:cubicBezTo>
                  <a:pt x="97" y="69"/>
                  <a:pt x="100" y="71"/>
                  <a:pt x="102" y="75"/>
                </a:cubicBezTo>
                <a:cubicBezTo>
                  <a:pt x="119" y="121"/>
                  <a:pt x="119" y="121"/>
                  <a:pt x="119" y="121"/>
                </a:cubicBezTo>
                <a:cubicBezTo>
                  <a:pt x="121" y="126"/>
                  <a:pt x="118" y="131"/>
                  <a:pt x="113" y="135"/>
                </a:cubicBezTo>
                <a:cubicBezTo>
                  <a:pt x="101" y="142"/>
                  <a:pt x="101" y="142"/>
                  <a:pt x="101" y="142"/>
                </a:cubicBezTo>
                <a:cubicBezTo>
                  <a:pt x="121" y="189"/>
                  <a:pt x="121" y="189"/>
                  <a:pt x="121" y="189"/>
                </a:cubicBezTo>
                <a:cubicBezTo>
                  <a:pt x="97" y="195"/>
                  <a:pt x="97" y="195"/>
                  <a:pt x="97" y="195"/>
                </a:cubicBezTo>
                <a:cubicBezTo>
                  <a:pt x="96" y="195"/>
                  <a:pt x="96" y="195"/>
                  <a:pt x="96" y="195"/>
                </a:cubicBezTo>
                <a:cubicBezTo>
                  <a:pt x="96" y="265"/>
                  <a:pt x="96" y="265"/>
                  <a:pt x="96" y="265"/>
                </a:cubicBezTo>
                <a:cubicBezTo>
                  <a:pt x="96" y="273"/>
                  <a:pt x="90" y="279"/>
                  <a:pt x="82" y="279"/>
                </a:cubicBezTo>
                <a:cubicBezTo>
                  <a:pt x="82" y="279"/>
                  <a:pt x="82" y="279"/>
                  <a:pt x="82" y="279"/>
                </a:cubicBezTo>
                <a:cubicBezTo>
                  <a:pt x="74" y="279"/>
                  <a:pt x="67" y="273"/>
                  <a:pt x="67" y="265"/>
                </a:cubicBezTo>
                <a:cubicBezTo>
                  <a:pt x="67" y="195"/>
                  <a:pt x="67" y="195"/>
                  <a:pt x="67" y="195"/>
                </a:cubicBezTo>
                <a:cubicBezTo>
                  <a:pt x="57" y="195"/>
                  <a:pt x="57" y="195"/>
                  <a:pt x="57" y="195"/>
                </a:cubicBezTo>
                <a:cubicBezTo>
                  <a:pt x="57" y="265"/>
                  <a:pt x="57" y="265"/>
                  <a:pt x="57" y="265"/>
                </a:cubicBezTo>
                <a:cubicBezTo>
                  <a:pt x="57" y="273"/>
                  <a:pt x="50" y="279"/>
                  <a:pt x="42" y="279"/>
                </a:cubicBezTo>
                <a:cubicBezTo>
                  <a:pt x="42" y="279"/>
                  <a:pt x="42" y="279"/>
                  <a:pt x="42" y="279"/>
                </a:cubicBezTo>
                <a:cubicBezTo>
                  <a:pt x="34" y="279"/>
                  <a:pt x="28" y="273"/>
                  <a:pt x="28" y="265"/>
                </a:cubicBezTo>
                <a:cubicBezTo>
                  <a:pt x="28" y="195"/>
                  <a:pt x="28" y="195"/>
                  <a:pt x="28" y="195"/>
                </a:cubicBezTo>
                <a:cubicBezTo>
                  <a:pt x="27" y="195"/>
                  <a:pt x="27" y="195"/>
                  <a:pt x="27" y="195"/>
                </a:cubicBezTo>
                <a:cubicBezTo>
                  <a:pt x="3" y="189"/>
                  <a:pt x="3" y="189"/>
                  <a:pt x="3" y="189"/>
                </a:cubicBezTo>
                <a:cubicBezTo>
                  <a:pt x="23" y="139"/>
                  <a:pt x="23" y="139"/>
                  <a:pt x="23" y="139"/>
                </a:cubicBezTo>
                <a:cubicBezTo>
                  <a:pt x="13" y="130"/>
                  <a:pt x="13" y="130"/>
                  <a:pt x="13" y="130"/>
                </a:cubicBezTo>
                <a:cubicBezTo>
                  <a:pt x="6" y="123"/>
                  <a:pt x="0" y="120"/>
                  <a:pt x="5" y="108"/>
                </a:cubicBezTo>
                <a:cubicBezTo>
                  <a:pt x="18" y="80"/>
                  <a:pt x="18" y="80"/>
                  <a:pt x="18" y="80"/>
                </a:cubicBezTo>
                <a:cubicBezTo>
                  <a:pt x="20" y="71"/>
                  <a:pt x="27" y="68"/>
                  <a:pt x="32" y="68"/>
                </a:cubicBezTo>
                <a:cubicBezTo>
                  <a:pt x="32" y="67"/>
                  <a:pt x="32" y="67"/>
                  <a:pt x="32" y="67"/>
                </a:cubicBezTo>
                <a:cubicBezTo>
                  <a:pt x="43" y="67"/>
                  <a:pt x="86" y="66"/>
                  <a:pt x="94" y="68"/>
                </a:cubicBezTo>
                <a:close/>
                <a:moveTo>
                  <a:pt x="34" y="126"/>
                </a:moveTo>
                <a:cubicBezTo>
                  <a:pt x="39" y="124"/>
                  <a:pt x="35" y="127"/>
                  <a:pt x="44" y="121"/>
                </a:cubicBezTo>
                <a:cubicBezTo>
                  <a:pt x="51" y="117"/>
                  <a:pt x="57" y="107"/>
                  <a:pt x="60" y="99"/>
                </a:cubicBezTo>
                <a:cubicBezTo>
                  <a:pt x="62" y="93"/>
                  <a:pt x="66" y="89"/>
                  <a:pt x="71" y="94"/>
                </a:cubicBezTo>
                <a:cubicBezTo>
                  <a:pt x="75" y="98"/>
                  <a:pt x="73" y="104"/>
                  <a:pt x="71" y="108"/>
                </a:cubicBezTo>
                <a:cubicBezTo>
                  <a:pt x="66" y="116"/>
                  <a:pt x="59" y="126"/>
                  <a:pt x="77" y="122"/>
                </a:cubicBezTo>
                <a:cubicBezTo>
                  <a:pt x="83" y="121"/>
                  <a:pt x="89" y="121"/>
                  <a:pt x="91" y="122"/>
                </a:cubicBezTo>
                <a:cubicBezTo>
                  <a:pt x="86" y="137"/>
                  <a:pt x="54" y="136"/>
                  <a:pt x="42" y="131"/>
                </a:cubicBezTo>
                <a:cubicBezTo>
                  <a:pt x="38" y="129"/>
                  <a:pt x="33" y="126"/>
                  <a:pt x="34" y="126"/>
                </a:cubicBezTo>
                <a:close/>
                <a:moveTo>
                  <a:pt x="33" y="90"/>
                </a:moveTo>
                <a:cubicBezTo>
                  <a:pt x="25" y="90"/>
                  <a:pt x="18" y="97"/>
                  <a:pt x="18" y="105"/>
                </a:cubicBezTo>
                <a:cubicBezTo>
                  <a:pt x="18" y="114"/>
                  <a:pt x="25" y="121"/>
                  <a:pt x="33" y="121"/>
                </a:cubicBezTo>
                <a:cubicBezTo>
                  <a:pt x="42" y="121"/>
                  <a:pt x="49" y="114"/>
                  <a:pt x="49" y="105"/>
                </a:cubicBezTo>
                <a:cubicBezTo>
                  <a:pt x="49" y="97"/>
                  <a:pt x="42" y="90"/>
                  <a:pt x="33" y="90"/>
                </a:cubicBezTo>
                <a:close/>
                <a:moveTo>
                  <a:pt x="62" y="0"/>
                </a:moveTo>
                <a:cubicBezTo>
                  <a:pt x="46" y="0"/>
                  <a:pt x="33" y="13"/>
                  <a:pt x="33" y="29"/>
                </a:cubicBezTo>
                <a:cubicBezTo>
                  <a:pt x="33" y="45"/>
                  <a:pt x="46" y="58"/>
                  <a:pt x="62" y="58"/>
                </a:cubicBezTo>
                <a:cubicBezTo>
                  <a:pt x="78" y="58"/>
                  <a:pt x="91" y="45"/>
                  <a:pt x="91" y="29"/>
                </a:cubicBezTo>
                <a:cubicBezTo>
                  <a:pt x="91" y="13"/>
                  <a:pt x="78" y="0"/>
                  <a:pt x="62"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 name="Freeform 19"/>
          <p:cNvSpPr>
            <a:spLocks noEditPoints="1"/>
          </p:cNvSpPr>
          <p:nvPr/>
        </p:nvSpPr>
        <p:spPr bwMode="auto">
          <a:xfrm>
            <a:off x="10409238" y="3136900"/>
            <a:ext cx="644525" cy="1335087"/>
          </a:xfrm>
          <a:custGeom>
            <a:avLst/>
            <a:gdLst>
              <a:gd name="T0" fmla="*/ 69 w 140"/>
              <a:gd name="T1" fmla="*/ 0 h 290"/>
              <a:gd name="T2" fmla="*/ 98 w 140"/>
              <a:gd name="T3" fmla="*/ 29 h 290"/>
              <a:gd name="T4" fmla="*/ 84 w 140"/>
              <a:gd name="T5" fmla="*/ 54 h 290"/>
              <a:gd name="T6" fmla="*/ 69 w 140"/>
              <a:gd name="T7" fmla="*/ 58 h 290"/>
              <a:gd name="T8" fmla="*/ 40 w 140"/>
              <a:gd name="T9" fmla="*/ 29 h 290"/>
              <a:gd name="T10" fmla="*/ 55 w 140"/>
              <a:gd name="T11" fmla="*/ 4 h 290"/>
              <a:gd name="T12" fmla="*/ 69 w 140"/>
              <a:gd name="T13" fmla="*/ 0 h 290"/>
              <a:gd name="T14" fmla="*/ 33 w 140"/>
              <a:gd name="T15" fmla="*/ 275 h 290"/>
              <a:gd name="T16" fmla="*/ 49 w 140"/>
              <a:gd name="T17" fmla="*/ 290 h 290"/>
              <a:gd name="T18" fmla="*/ 49 w 140"/>
              <a:gd name="T19" fmla="*/ 290 h 290"/>
              <a:gd name="T20" fmla="*/ 64 w 140"/>
              <a:gd name="T21" fmla="*/ 280 h 290"/>
              <a:gd name="T22" fmla="*/ 65 w 140"/>
              <a:gd name="T23" fmla="*/ 274 h 290"/>
              <a:gd name="T24" fmla="*/ 65 w 140"/>
              <a:gd name="T25" fmla="*/ 172 h 290"/>
              <a:gd name="T26" fmla="*/ 73 w 140"/>
              <a:gd name="T27" fmla="*/ 172 h 290"/>
              <a:gd name="T28" fmla="*/ 73 w 140"/>
              <a:gd name="T29" fmla="*/ 275 h 290"/>
              <a:gd name="T30" fmla="*/ 89 w 140"/>
              <a:gd name="T31" fmla="*/ 290 h 290"/>
              <a:gd name="T32" fmla="*/ 89 w 140"/>
              <a:gd name="T33" fmla="*/ 290 h 290"/>
              <a:gd name="T34" fmla="*/ 103 w 140"/>
              <a:gd name="T35" fmla="*/ 283 h 290"/>
              <a:gd name="T36" fmla="*/ 105 w 140"/>
              <a:gd name="T37" fmla="*/ 274 h 290"/>
              <a:gd name="T38" fmla="*/ 104 w 140"/>
              <a:gd name="T39" fmla="*/ 212 h 290"/>
              <a:gd name="T40" fmla="*/ 103 w 140"/>
              <a:gd name="T41" fmla="*/ 111 h 290"/>
              <a:gd name="T42" fmla="*/ 112 w 140"/>
              <a:gd name="T43" fmla="*/ 157 h 290"/>
              <a:gd name="T44" fmla="*/ 114 w 140"/>
              <a:gd name="T45" fmla="*/ 163 h 290"/>
              <a:gd name="T46" fmla="*/ 130 w 140"/>
              <a:gd name="T47" fmla="*/ 170 h 290"/>
              <a:gd name="T48" fmla="*/ 130 w 140"/>
              <a:gd name="T49" fmla="*/ 170 h 290"/>
              <a:gd name="T50" fmla="*/ 138 w 140"/>
              <a:gd name="T51" fmla="*/ 154 h 290"/>
              <a:gd name="T52" fmla="*/ 119 w 140"/>
              <a:gd name="T53" fmla="*/ 80 h 290"/>
              <a:gd name="T54" fmla="*/ 103 w 140"/>
              <a:gd name="T55" fmla="*/ 67 h 290"/>
              <a:gd name="T56" fmla="*/ 35 w 140"/>
              <a:gd name="T57" fmla="*/ 66 h 290"/>
              <a:gd name="T58" fmla="*/ 19 w 140"/>
              <a:gd name="T59" fmla="*/ 79 h 290"/>
              <a:gd name="T60" fmla="*/ 2 w 140"/>
              <a:gd name="T61" fmla="*/ 154 h 290"/>
              <a:gd name="T62" fmla="*/ 10 w 140"/>
              <a:gd name="T63" fmla="*/ 170 h 290"/>
              <a:gd name="T64" fmla="*/ 10 w 140"/>
              <a:gd name="T65" fmla="*/ 170 h 290"/>
              <a:gd name="T66" fmla="*/ 26 w 140"/>
              <a:gd name="T67" fmla="*/ 163 h 290"/>
              <a:gd name="T68" fmla="*/ 28 w 140"/>
              <a:gd name="T69" fmla="*/ 157 h 290"/>
              <a:gd name="T70" fmla="*/ 35 w 140"/>
              <a:gd name="T71" fmla="*/ 111 h 290"/>
              <a:gd name="T72" fmla="*/ 34 w 140"/>
              <a:gd name="T73" fmla="*/ 216 h 290"/>
              <a:gd name="T74" fmla="*/ 33 w 140"/>
              <a:gd name="T75" fmla="*/ 275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0" h="290">
                <a:moveTo>
                  <a:pt x="69" y="0"/>
                </a:moveTo>
                <a:cubicBezTo>
                  <a:pt x="85" y="0"/>
                  <a:pt x="98" y="13"/>
                  <a:pt x="98" y="29"/>
                </a:cubicBezTo>
                <a:cubicBezTo>
                  <a:pt x="98" y="40"/>
                  <a:pt x="92" y="49"/>
                  <a:pt x="84" y="54"/>
                </a:cubicBezTo>
                <a:cubicBezTo>
                  <a:pt x="79" y="57"/>
                  <a:pt x="74" y="58"/>
                  <a:pt x="69" y="58"/>
                </a:cubicBezTo>
                <a:cubicBezTo>
                  <a:pt x="53" y="58"/>
                  <a:pt x="40" y="45"/>
                  <a:pt x="40" y="29"/>
                </a:cubicBezTo>
                <a:cubicBezTo>
                  <a:pt x="40" y="18"/>
                  <a:pt x="46" y="9"/>
                  <a:pt x="55" y="4"/>
                </a:cubicBezTo>
                <a:cubicBezTo>
                  <a:pt x="59" y="1"/>
                  <a:pt x="64" y="0"/>
                  <a:pt x="69" y="0"/>
                </a:cubicBezTo>
                <a:close/>
                <a:moveTo>
                  <a:pt x="33" y="275"/>
                </a:moveTo>
                <a:cubicBezTo>
                  <a:pt x="33" y="283"/>
                  <a:pt x="40" y="290"/>
                  <a:pt x="49" y="290"/>
                </a:cubicBezTo>
                <a:cubicBezTo>
                  <a:pt x="49" y="290"/>
                  <a:pt x="49" y="290"/>
                  <a:pt x="49" y="290"/>
                </a:cubicBezTo>
                <a:cubicBezTo>
                  <a:pt x="56" y="290"/>
                  <a:pt x="62" y="286"/>
                  <a:pt x="64" y="280"/>
                </a:cubicBezTo>
                <a:cubicBezTo>
                  <a:pt x="64" y="278"/>
                  <a:pt x="65" y="276"/>
                  <a:pt x="65" y="274"/>
                </a:cubicBezTo>
                <a:cubicBezTo>
                  <a:pt x="65" y="172"/>
                  <a:pt x="65" y="172"/>
                  <a:pt x="65" y="172"/>
                </a:cubicBezTo>
                <a:cubicBezTo>
                  <a:pt x="73" y="172"/>
                  <a:pt x="73" y="172"/>
                  <a:pt x="73" y="172"/>
                </a:cubicBezTo>
                <a:cubicBezTo>
                  <a:pt x="73" y="275"/>
                  <a:pt x="73" y="275"/>
                  <a:pt x="73" y="275"/>
                </a:cubicBezTo>
                <a:cubicBezTo>
                  <a:pt x="73" y="283"/>
                  <a:pt x="81" y="290"/>
                  <a:pt x="89" y="290"/>
                </a:cubicBezTo>
                <a:cubicBezTo>
                  <a:pt x="89" y="290"/>
                  <a:pt x="89" y="290"/>
                  <a:pt x="89" y="290"/>
                </a:cubicBezTo>
                <a:cubicBezTo>
                  <a:pt x="95" y="290"/>
                  <a:pt x="100" y="287"/>
                  <a:pt x="103" y="283"/>
                </a:cubicBezTo>
                <a:cubicBezTo>
                  <a:pt x="104" y="280"/>
                  <a:pt x="105" y="277"/>
                  <a:pt x="105" y="274"/>
                </a:cubicBezTo>
                <a:cubicBezTo>
                  <a:pt x="104" y="212"/>
                  <a:pt x="104" y="212"/>
                  <a:pt x="104" y="212"/>
                </a:cubicBezTo>
                <a:cubicBezTo>
                  <a:pt x="103" y="111"/>
                  <a:pt x="103" y="111"/>
                  <a:pt x="103" y="111"/>
                </a:cubicBezTo>
                <a:cubicBezTo>
                  <a:pt x="112" y="157"/>
                  <a:pt x="112" y="157"/>
                  <a:pt x="112" y="157"/>
                </a:cubicBezTo>
                <a:cubicBezTo>
                  <a:pt x="114" y="163"/>
                  <a:pt x="114" y="163"/>
                  <a:pt x="114" y="163"/>
                </a:cubicBezTo>
                <a:cubicBezTo>
                  <a:pt x="116" y="170"/>
                  <a:pt x="124" y="173"/>
                  <a:pt x="130" y="170"/>
                </a:cubicBezTo>
                <a:cubicBezTo>
                  <a:pt x="130" y="170"/>
                  <a:pt x="130" y="170"/>
                  <a:pt x="130" y="170"/>
                </a:cubicBezTo>
                <a:cubicBezTo>
                  <a:pt x="137" y="168"/>
                  <a:pt x="140" y="161"/>
                  <a:pt x="138" y="154"/>
                </a:cubicBezTo>
                <a:cubicBezTo>
                  <a:pt x="119" y="80"/>
                  <a:pt x="119" y="80"/>
                  <a:pt x="119" y="80"/>
                </a:cubicBezTo>
                <a:cubicBezTo>
                  <a:pt x="117" y="74"/>
                  <a:pt x="109" y="66"/>
                  <a:pt x="103" y="67"/>
                </a:cubicBezTo>
                <a:cubicBezTo>
                  <a:pt x="35" y="66"/>
                  <a:pt x="35" y="66"/>
                  <a:pt x="35" y="66"/>
                </a:cubicBezTo>
                <a:cubicBezTo>
                  <a:pt x="29" y="66"/>
                  <a:pt x="21" y="74"/>
                  <a:pt x="19" y="79"/>
                </a:cubicBezTo>
                <a:cubicBezTo>
                  <a:pt x="2" y="154"/>
                  <a:pt x="2" y="154"/>
                  <a:pt x="2" y="154"/>
                </a:cubicBezTo>
                <a:cubicBezTo>
                  <a:pt x="0" y="160"/>
                  <a:pt x="3" y="168"/>
                  <a:pt x="10" y="170"/>
                </a:cubicBezTo>
                <a:cubicBezTo>
                  <a:pt x="10" y="170"/>
                  <a:pt x="10" y="170"/>
                  <a:pt x="10" y="170"/>
                </a:cubicBezTo>
                <a:cubicBezTo>
                  <a:pt x="16" y="173"/>
                  <a:pt x="24" y="169"/>
                  <a:pt x="26" y="163"/>
                </a:cubicBezTo>
                <a:cubicBezTo>
                  <a:pt x="28" y="157"/>
                  <a:pt x="28" y="157"/>
                  <a:pt x="28" y="157"/>
                </a:cubicBezTo>
                <a:cubicBezTo>
                  <a:pt x="35" y="111"/>
                  <a:pt x="35" y="111"/>
                  <a:pt x="35" y="111"/>
                </a:cubicBezTo>
                <a:cubicBezTo>
                  <a:pt x="34" y="216"/>
                  <a:pt x="34" y="216"/>
                  <a:pt x="34" y="216"/>
                </a:cubicBezTo>
                <a:cubicBezTo>
                  <a:pt x="33" y="275"/>
                  <a:pt x="33" y="275"/>
                  <a:pt x="33" y="27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 name="Freeform 20"/>
          <p:cNvSpPr>
            <a:spLocks/>
          </p:cNvSpPr>
          <p:nvPr/>
        </p:nvSpPr>
        <p:spPr bwMode="auto">
          <a:xfrm>
            <a:off x="10385426" y="2276475"/>
            <a:ext cx="217488" cy="160337"/>
          </a:xfrm>
          <a:custGeom>
            <a:avLst/>
            <a:gdLst>
              <a:gd name="T0" fmla="*/ 18 w 47"/>
              <a:gd name="T1" fmla="*/ 4 h 35"/>
              <a:gd name="T2" fmla="*/ 4 w 47"/>
              <a:gd name="T3" fmla="*/ 18 h 35"/>
              <a:gd name="T4" fmla="*/ 2 w 47"/>
              <a:gd name="T5" fmla="*/ 30 h 35"/>
              <a:gd name="T6" fmla="*/ 2 w 47"/>
              <a:gd name="T7" fmla="*/ 30 h 35"/>
              <a:gd name="T8" fmla="*/ 16 w 47"/>
              <a:gd name="T9" fmla="*/ 31 h 35"/>
              <a:gd name="T10" fmla="*/ 29 w 47"/>
              <a:gd name="T11" fmla="*/ 19 h 35"/>
              <a:gd name="T12" fmla="*/ 47 w 47"/>
              <a:gd name="T13" fmla="*/ 1 h 35"/>
              <a:gd name="T14" fmla="*/ 30 w 47"/>
              <a:gd name="T15" fmla="*/ 1 h 35"/>
              <a:gd name="T16" fmla="*/ 18 w 47"/>
              <a:gd name="T17" fmla="*/ 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35">
                <a:moveTo>
                  <a:pt x="18" y="4"/>
                </a:moveTo>
                <a:cubicBezTo>
                  <a:pt x="4" y="18"/>
                  <a:pt x="4" y="18"/>
                  <a:pt x="4" y="18"/>
                </a:cubicBezTo>
                <a:cubicBezTo>
                  <a:pt x="0" y="21"/>
                  <a:pt x="0" y="26"/>
                  <a:pt x="2" y="30"/>
                </a:cubicBezTo>
                <a:cubicBezTo>
                  <a:pt x="2" y="30"/>
                  <a:pt x="2" y="30"/>
                  <a:pt x="2" y="30"/>
                </a:cubicBezTo>
                <a:cubicBezTo>
                  <a:pt x="5" y="34"/>
                  <a:pt x="12" y="35"/>
                  <a:pt x="16" y="31"/>
                </a:cubicBezTo>
                <a:cubicBezTo>
                  <a:pt x="29" y="19"/>
                  <a:pt x="29" y="19"/>
                  <a:pt x="29" y="19"/>
                </a:cubicBezTo>
                <a:cubicBezTo>
                  <a:pt x="47" y="1"/>
                  <a:pt x="47" y="1"/>
                  <a:pt x="47" y="1"/>
                </a:cubicBezTo>
                <a:cubicBezTo>
                  <a:pt x="30" y="1"/>
                  <a:pt x="30" y="1"/>
                  <a:pt x="30" y="1"/>
                </a:cubicBezTo>
                <a:cubicBezTo>
                  <a:pt x="28" y="0"/>
                  <a:pt x="22" y="1"/>
                  <a:pt x="18" y="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 name="Freeform 21"/>
          <p:cNvSpPr>
            <a:spLocks/>
          </p:cNvSpPr>
          <p:nvPr/>
        </p:nvSpPr>
        <p:spPr bwMode="auto">
          <a:xfrm>
            <a:off x="10598151" y="1981200"/>
            <a:ext cx="184150" cy="184150"/>
          </a:xfrm>
          <a:custGeom>
            <a:avLst/>
            <a:gdLst>
              <a:gd name="T0" fmla="*/ 1 w 40"/>
              <a:gd name="T1" fmla="*/ 21 h 40"/>
              <a:gd name="T2" fmla="*/ 21 w 40"/>
              <a:gd name="T3" fmla="*/ 39 h 40"/>
              <a:gd name="T4" fmla="*/ 39 w 40"/>
              <a:gd name="T5" fmla="*/ 19 h 40"/>
              <a:gd name="T6" fmla="*/ 19 w 40"/>
              <a:gd name="T7" fmla="*/ 1 h 40"/>
              <a:gd name="T8" fmla="*/ 1 w 40"/>
              <a:gd name="T9" fmla="*/ 21 h 40"/>
            </a:gdLst>
            <a:ahLst/>
            <a:cxnLst>
              <a:cxn ang="0">
                <a:pos x="T0" y="T1"/>
              </a:cxn>
              <a:cxn ang="0">
                <a:pos x="T2" y="T3"/>
              </a:cxn>
              <a:cxn ang="0">
                <a:pos x="T4" y="T5"/>
              </a:cxn>
              <a:cxn ang="0">
                <a:pos x="T6" y="T7"/>
              </a:cxn>
              <a:cxn ang="0">
                <a:pos x="T8" y="T9"/>
              </a:cxn>
            </a:cxnLst>
            <a:rect l="0" t="0" r="r" b="b"/>
            <a:pathLst>
              <a:path w="40" h="40">
                <a:moveTo>
                  <a:pt x="1" y="21"/>
                </a:moveTo>
                <a:cubicBezTo>
                  <a:pt x="1" y="32"/>
                  <a:pt x="10" y="40"/>
                  <a:pt x="21" y="39"/>
                </a:cubicBezTo>
                <a:cubicBezTo>
                  <a:pt x="32" y="39"/>
                  <a:pt x="40" y="30"/>
                  <a:pt x="39" y="19"/>
                </a:cubicBezTo>
                <a:cubicBezTo>
                  <a:pt x="39" y="8"/>
                  <a:pt x="30" y="0"/>
                  <a:pt x="19" y="1"/>
                </a:cubicBezTo>
                <a:cubicBezTo>
                  <a:pt x="8" y="1"/>
                  <a:pt x="0" y="10"/>
                  <a:pt x="1" y="2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 name="Freeform 22"/>
          <p:cNvSpPr>
            <a:spLocks/>
          </p:cNvSpPr>
          <p:nvPr/>
        </p:nvSpPr>
        <p:spPr bwMode="auto">
          <a:xfrm>
            <a:off x="11150601" y="1958975"/>
            <a:ext cx="9525" cy="12700"/>
          </a:xfrm>
          <a:custGeom>
            <a:avLst/>
            <a:gdLst>
              <a:gd name="T0" fmla="*/ 0 w 6"/>
              <a:gd name="T1" fmla="*/ 0 h 8"/>
              <a:gd name="T2" fmla="*/ 6 w 6"/>
              <a:gd name="T3" fmla="*/ 8 h 8"/>
              <a:gd name="T4" fmla="*/ 0 w 6"/>
              <a:gd name="T5" fmla="*/ 0 h 8"/>
              <a:gd name="T6" fmla="*/ 0 w 6"/>
              <a:gd name="T7" fmla="*/ 0 h 8"/>
              <a:gd name="T8" fmla="*/ 0 w 6"/>
              <a:gd name="T9" fmla="*/ 0 h 8"/>
            </a:gdLst>
            <a:ahLst/>
            <a:cxnLst>
              <a:cxn ang="0">
                <a:pos x="T0" y="T1"/>
              </a:cxn>
              <a:cxn ang="0">
                <a:pos x="T2" y="T3"/>
              </a:cxn>
              <a:cxn ang="0">
                <a:pos x="T4" y="T5"/>
              </a:cxn>
              <a:cxn ang="0">
                <a:pos x="T6" y="T7"/>
              </a:cxn>
              <a:cxn ang="0">
                <a:pos x="T8" y="T9"/>
              </a:cxn>
            </a:cxnLst>
            <a:rect l="0" t="0" r="r" b="b"/>
            <a:pathLst>
              <a:path w="6" h="8">
                <a:moveTo>
                  <a:pt x="0" y="0"/>
                </a:moveTo>
                <a:lnTo>
                  <a:pt x="6" y="8"/>
                </a:lnTo>
                <a:lnTo>
                  <a:pt x="0" y="0"/>
                </a:lnTo>
                <a:lnTo>
                  <a:pt x="0" y="0"/>
                </a:lnTo>
                <a:lnTo>
                  <a:pt x="0" y="0"/>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23"/>
          <p:cNvSpPr>
            <a:spLocks noEditPoints="1"/>
          </p:cNvSpPr>
          <p:nvPr/>
        </p:nvSpPr>
        <p:spPr bwMode="auto">
          <a:xfrm>
            <a:off x="10506076" y="2455863"/>
            <a:ext cx="436563" cy="152400"/>
          </a:xfrm>
          <a:custGeom>
            <a:avLst/>
            <a:gdLst>
              <a:gd name="T0" fmla="*/ 17 w 95"/>
              <a:gd name="T1" fmla="*/ 0 h 33"/>
              <a:gd name="T2" fmla="*/ 0 w 95"/>
              <a:gd name="T3" fmla="*/ 17 h 33"/>
              <a:gd name="T4" fmla="*/ 17 w 95"/>
              <a:gd name="T5" fmla="*/ 33 h 33"/>
              <a:gd name="T6" fmla="*/ 34 w 95"/>
              <a:gd name="T7" fmla="*/ 17 h 33"/>
              <a:gd name="T8" fmla="*/ 17 w 95"/>
              <a:gd name="T9" fmla="*/ 0 h 33"/>
              <a:gd name="T10" fmla="*/ 78 w 95"/>
              <a:gd name="T11" fmla="*/ 0 h 33"/>
              <a:gd name="T12" fmla="*/ 61 w 95"/>
              <a:gd name="T13" fmla="*/ 17 h 33"/>
              <a:gd name="T14" fmla="*/ 78 w 95"/>
              <a:gd name="T15" fmla="*/ 33 h 33"/>
              <a:gd name="T16" fmla="*/ 95 w 95"/>
              <a:gd name="T17" fmla="*/ 17 h 33"/>
              <a:gd name="T18" fmla="*/ 78 w 95"/>
              <a:gd name="T19"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5" h="33">
                <a:moveTo>
                  <a:pt x="17" y="0"/>
                </a:moveTo>
                <a:cubicBezTo>
                  <a:pt x="8" y="0"/>
                  <a:pt x="0" y="7"/>
                  <a:pt x="0" y="17"/>
                </a:cubicBezTo>
                <a:cubicBezTo>
                  <a:pt x="0" y="26"/>
                  <a:pt x="8" y="33"/>
                  <a:pt x="17" y="33"/>
                </a:cubicBezTo>
                <a:cubicBezTo>
                  <a:pt x="26" y="33"/>
                  <a:pt x="34" y="26"/>
                  <a:pt x="34" y="17"/>
                </a:cubicBezTo>
                <a:cubicBezTo>
                  <a:pt x="34" y="7"/>
                  <a:pt x="26" y="0"/>
                  <a:pt x="17" y="0"/>
                </a:cubicBezTo>
                <a:close/>
                <a:moveTo>
                  <a:pt x="78" y="0"/>
                </a:moveTo>
                <a:cubicBezTo>
                  <a:pt x="69" y="0"/>
                  <a:pt x="61" y="7"/>
                  <a:pt x="61" y="17"/>
                </a:cubicBezTo>
                <a:cubicBezTo>
                  <a:pt x="61" y="26"/>
                  <a:pt x="69" y="33"/>
                  <a:pt x="78" y="33"/>
                </a:cubicBezTo>
                <a:cubicBezTo>
                  <a:pt x="87" y="33"/>
                  <a:pt x="95" y="26"/>
                  <a:pt x="95" y="17"/>
                </a:cubicBezTo>
                <a:cubicBezTo>
                  <a:pt x="95" y="7"/>
                  <a:pt x="87" y="0"/>
                  <a:pt x="78" y="0"/>
                </a:cubicBezTo>
                <a:close/>
              </a:path>
            </a:pathLst>
          </a:custGeom>
          <a:solidFill>
            <a:srgbClr val="4099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24"/>
          <p:cNvSpPr>
            <a:spLocks/>
          </p:cNvSpPr>
          <p:nvPr/>
        </p:nvSpPr>
        <p:spPr bwMode="auto">
          <a:xfrm>
            <a:off x="10533063" y="1925638"/>
            <a:ext cx="581025" cy="557212"/>
          </a:xfrm>
          <a:custGeom>
            <a:avLst/>
            <a:gdLst>
              <a:gd name="T0" fmla="*/ 121 w 126"/>
              <a:gd name="T1" fmla="*/ 31 h 121"/>
              <a:gd name="T2" fmla="*/ 115 w 126"/>
              <a:gd name="T3" fmla="*/ 31 h 121"/>
              <a:gd name="T4" fmla="*/ 115 w 126"/>
              <a:gd name="T5" fmla="*/ 25 h 121"/>
              <a:gd name="T6" fmla="*/ 115 w 126"/>
              <a:gd name="T7" fmla="*/ 25 h 121"/>
              <a:gd name="T8" fmla="*/ 115 w 126"/>
              <a:gd name="T9" fmla="*/ 25 h 121"/>
              <a:gd name="T10" fmla="*/ 115 w 126"/>
              <a:gd name="T11" fmla="*/ 25 h 121"/>
              <a:gd name="T12" fmla="*/ 117 w 126"/>
              <a:gd name="T13" fmla="*/ 19 h 121"/>
              <a:gd name="T14" fmla="*/ 115 w 126"/>
              <a:gd name="T15" fmla="*/ 13 h 121"/>
              <a:gd name="T16" fmla="*/ 115 w 126"/>
              <a:gd name="T17" fmla="*/ 13 h 121"/>
              <a:gd name="T18" fmla="*/ 115 w 126"/>
              <a:gd name="T19" fmla="*/ 13 h 121"/>
              <a:gd name="T20" fmla="*/ 115 w 126"/>
              <a:gd name="T21" fmla="*/ 13 h 121"/>
              <a:gd name="T22" fmla="*/ 115 w 126"/>
              <a:gd name="T23" fmla="*/ 13 h 121"/>
              <a:gd name="T24" fmla="*/ 115 w 126"/>
              <a:gd name="T25" fmla="*/ 13 h 121"/>
              <a:gd name="T26" fmla="*/ 113 w 126"/>
              <a:gd name="T27" fmla="*/ 11 h 121"/>
              <a:gd name="T28" fmla="*/ 113 w 126"/>
              <a:gd name="T29" fmla="*/ 11 h 121"/>
              <a:gd name="T30" fmla="*/ 113 w 126"/>
              <a:gd name="T31" fmla="*/ 11 h 121"/>
              <a:gd name="T32" fmla="*/ 113 w 126"/>
              <a:gd name="T33" fmla="*/ 11 h 121"/>
              <a:gd name="T34" fmla="*/ 107 w 126"/>
              <a:gd name="T35" fmla="*/ 9 h 121"/>
              <a:gd name="T36" fmla="*/ 101 w 126"/>
              <a:gd name="T37" fmla="*/ 11 h 121"/>
              <a:gd name="T38" fmla="*/ 101 w 126"/>
              <a:gd name="T39" fmla="*/ 11 h 121"/>
              <a:gd name="T40" fmla="*/ 101 w 126"/>
              <a:gd name="T41" fmla="*/ 11 h 121"/>
              <a:gd name="T42" fmla="*/ 101 w 126"/>
              <a:gd name="T43" fmla="*/ 11 h 121"/>
              <a:gd name="T44" fmla="*/ 101 w 126"/>
              <a:gd name="T45" fmla="*/ 12 h 121"/>
              <a:gd name="T46" fmla="*/ 87 w 126"/>
              <a:gd name="T47" fmla="*/ 26 h 121"/>
              <a:gd name="T48" fmla="*/ 79 w 126"/>
              <a:gd name="T49" fmla="*/ 99 h 121"/>
              <a:gd name="T50" fmla="*/ 5 w 126"/>
              <a:gd name="T51" fmla="*/ 106 h 121"/>
              <a:gd name="T52" fmla="*/ 5 w 126"/>
              <a:gd name="T53" fmla="*/ 105 h 121"/>
              <a:gd name="T54" fmla="*/ 2 w 126"/>
              <a:gd name="T55" fmla="*/ 104 h 121"/>
              <a:gd name="T56" fmla="*/ 2 w 126"/>
              <a:gd name="T57" fmla="*/ 97 h 121"/>
              <a:gd name="T58" fmla="*/ 95 w 126"/>
              <a:gd name="T59" fmla="*/ 5 h 121"/>
              <a:gd name="T60" fmla="*/ 95 w 126"/>
              <a:gd name="T61" fmla="*/ 5 h 121"/>
              <a:gd name="T62" fmla="*/ 98 w 126"/>
              <a:gd name="T63" fmla="*/ 8 h 121"/>
              <a:gd name="T64" fmla="*/ 95 w 126"/>
              <a:gd name="T65" fmla="*/ 5 h 121"/>
              <a:gd name="T66" fmla="*/ 107 w 126"/>
              <a:gd name="T67" fmla="*/ 0 h 121"/>
              <a:gd name="T68" fmla="*/ 119 w 126"/>
              <a:gd name="T69" fmla="*/ 5 h 121"/>
              <a:gd name="T70" fmla="*/ 120 w 126"/>
              <a:gd name="T71" fmla="*/ 5 h 121"/>
              <a:gd name="T72" fmla="*/ 119 w 126"/>
              <a:gd name="T73" fmla="*/ 5 h 121"/>
              <a:gd name="T74" fmla="*/ 119 w 126"/>
              <a:gd name="T75" fmla="*/ 5 h 121"/>
              <a:gd name="T76" fmla="*/ 120 w 126"/>
              <a:gd name="T77" fmla="*/ 5 h 121"/>
              <a:gd name="T78" fmla="*/ 121 w 126"/>
              <a:gd name="T79" fmla="*/ 6 h 121"/>
              <a:gd name="T80" fmla="*/ 121 w 126"/>
              <a:gd name="T81" fmla="*/ 7 h 121"/>
              <a:gd name="T82" fmla="*/ 121 w 126"/>
              <a:gd name="T83" fmla="*/ 7 h 121"/>
              <a:gd name="T84" fmla="*/ 121 w 126"/>
              <a:gd name="T85" fmla="*/ 7 h 121"/>
              <a:gd name="T86" fmla="*/ 121 w 126"/>
              <a:gd name="T87" fmla="*/ 7 h 121"/>
              <a:gd name="T88" fmla="*/ 121 w 126"/>
              <a:gd name="T89" fmla="*/ 7 h 121"/>
              <a:gd name="T90" fmla="*/ 119 w 126"/>
              <a:gd name="T91" fmla="*/ 9 h 121"/>
              <a:gd name="T92" fmla="*/ 118 w 126"/>
              <a:gd name="T93" fmla="*/ 10 h 121"/>
              <a:gd name="T94" fmla="*/ 121 w 126"/>
              <a:gd name="T95" fmla="*/ 7 h 121"/>
              <a:gd name="T96" fmla="*/ 126 w 126"/>
              <a:gd name="T97" fmla="*/ 19 h 121"/>
              <a:gd name="T98" fmla="*/ 122 w 126"/>
              <a:gd name="T99" fmla="*/ 31 h 121"/>
              <a:gd name="T100" fmla="*/ 121 w 126"/>
              <a:gd name="T101" fmla="*/ 31 h 121"/>
              <a:gd name="T102" fmla="*/ 121 w 126"/>
              <a:gd name="T103" fmla="*/ 31 h 121"/>
              <a:gd name="T104" fmla="*/ 121 w 126"/>
              <a:gd name="T105" fmla="*/ 3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6" h="121">
                <a:moveTo>
                  <a:pt x="121" y="31"/>
                </a:moveTo>
                <a:cubicBezTo>
                  <a:pt x="120" y="33"/>
                  <a:pt x="117" y="33"/>
                  <a:pt x="115" y="31"/>
                </a:cubicBezTo>
                <a:cubicBezTo>
                  <a:pt x="113" y="30"/>
                  <a:pt x="113" y="27"/>
                  <a:pt x="115" y="25"/>
                </a:cubicBezTo>
                <a:cubicBezTo>
                  <a:pt x="115" y="25"/>
                  <a:pt x="115" y="25"/>
                  <a:pt x="115" y="25"/>
                </a:cubicBezTo>
                <a:cubicBezTo>
                  <a:pt x="115" y="25"/>
                  <a:pt x="115" y="25"/>
                  <a:pt x="115" y="25"/>
                </a:cubicBezTo>
                <a:cubicBezTo>
                  <a:pt x="115" y="25"/>
                  <a:pt x="115" y="25"/>
                  <a:pt x="115" y="25"/>
                </a:cubicBezTo>
                <a:cubicBezTo>
                  <a:pt x="116" y="23"/>
                  <a:pt x="117" y="21"/>
                  <a:pt x="117" y="19"/>
                </a:cubicBezTo>
                <a:cubicBezTo>
                  <a:pt x="117" y="17"/>
                  <a:pt x="116" y="15"/>
                  <a:pt x="115" y="13"/>
                </a:cubicBezTo>
                <a:cubicBezTo>
                  <a:pt x="115" y="13"/>
                  <a:pt x="115" y="13"/>
                  <a:pt x="115" y="13"/>
                </a:cubicBezTo>
                <a:cubicBezTo>
                  <a:pt x="115" y="13"/>
                  <a:pt x="115" y="13"/>
                  <a:pt x="115" y="13"/>
                </a:cubicBezTo>
                <a:cubicBezTo>
                  <a:pt x="115" y="13"/>
                  <a:pt x="115" y="13"/>
                  <a:pt x="115" y="13"/>
                </a:cubicBezTo>
                <a:cubicBezTo>
                  <a:pt x="115" y="13"/>
                  <a:pt x="115" y="13"/>
                  <a:pt x="115" y="13"/>
                </a:cubicBezTo>
                <a:cubicBezTo>
                  <a:pt x="115" y="13"/>
                  <a:pt x="115" y="13"/>
                  <a:pt x="115" y="13"/>
                </a:cubicBezTo>
                <a:cubicBezTo>
                  <a:pt x="113" y="11"/>
                  <a:pt x="113" y="11"/>
                  <a:pt x="113" y="11"/>
                </a:cubicBezTo>
                <a:cubicBezTo>
                  <a:pt x="113" y="11"/>
                  <a:pt x="113" y="11"/>
                  <a:pt x="113" y="11"/>
                </a:cubicBezTo>
                <a:cubicBezTo>
                  <a:pt x="113" y="11"/>
                  <a:pt x="113" y="11"/>
                  <a:pt x="113" y="11"/>
                </a:cubicBezTo>
                <a:cubicBezTo>
                  <a:pt x="113" y="11"/>
                  <a:pt x="113" y="11"/>
                  <a:pt x="113" y="11"/>
                </a:cubicBezTo>
                <a:cubicBezTo>
                  <a:pt x="111" y="10"/>
                  <a:pt x="109" y="9"/>
                  <a:pt x="107" y="9"/>
                </a:cubicBezTo>
                <a:cubicBezTo>
                  <a:pt x="105" y="9"/>
                  <a:pt x="103" y="10"/>
                  <a:pt x="101" y="11"/>
                </a:cubicBezTo>
                <a:cubicBezTo>
                  <a:pt x="101" y="11"/>
                  <a:pt x="101" y="11"/>
                  <a:pt x="101" y="11"/>
                </a:cubicBezTo>
                <a:cubicBezTo>
                  <a:pt x="101" y="11"/>
                  <a:pt x="101" y="11"/>
                  <a:pt x="101" y="11"/>
                </a:cubicBezTo>
                <a:cubicBezTo>
                  <a:pt x="101" y="11"/>
                  <a:pt x="101" y="11"/>
                  <a:pt x="101" y="11"/>
                </a:cubicBezTo>
                <a:cubicBezTo>
                  <a:pt x="101" y="12"/>
                  <a:pt x="101" y="12"/>
                  <a:pt x="101" y="12"/>
                </a:cubicBezTo>
                <a:cubicBezTo>
                  <a:pt x="87" y="26"/>
                  <a:pt x="87" y="26"/>
                  <a:pt x="87" y="26"/>
                </a:cubicBezTo>
                <a:cubicBezTo>
                  <a:pt x="101" y="49"/>
                  <a:pt x="99" y="79"/>
                  <a:pt x="79" y="99"/>
                </a:cubicBezTo>
                <a:cubicBezTo>
                  <a:pt x="59" y="119"/>
                  <a:pt x="27" y="121"/>
                  <a:pt x="5" y="106"/>
                </a:cubicBezTo>
                <a:cubicBezTo>
                  <a:pt x="5" y="105"/>
                  <a:pt x="5" y="105"/>
                  <a:pt x="5" y="105"/>
                </a:cubicBezTo>
                <a:cubicBezTo>
                  <a:pt x="4" y="105"/>
                  <a:pt x="3" y="105"/>
                  <a:pt x="2" y="104"/>
                </a:cubicBezTo>
                <a:cubicBezTo>
                  <a:pt x="0" y="102"/>
                  <a:pt x="0" y="99"/>
                  <a:pt x="2" y="97"/>
                </a:cubicBezTo>
                <a:cubicBezTo>
                  <a:pt x="95" y="5"/>
                  <a:pt x="95" y="5"/>
                  <a:pt x="95" y="5"/>
                </a:cubicBezTo>
                <a:cubicBezTo>
                  <a:pt x="95" y="5"/>
                  <a:pt x="95" y="5"/>
                  <a:pt x="95" y="5"/>
                </a:cubicBezTo>
                <a:cubicBezTo>
                  <a:pt x="98" y="8"/>
                  <a:pt x="98" y="8"/>
                  <a:pt x="98" y="8"/>
                </a:cubicBezTo>
                <a:cubicBezTo>
                  <a:pt x="95" y="5"/>
                  <a:pt x="95" y="5"/>
                  <a:pt x="95" y="5"/>
                </a:cubicBezTo>
                <a:cubicBezTo>
                  <a:pt x="98" y="1"/>
                  <a:pt x="103" y="0"/>
                  <a:pt x="107" y="0"/>
                </a:cubicBezTo>
                <a:cubicBezTo>
                  <a:pt x="112" y="0"/>
                  <a:pt x="116" y="1"/>
                  <a:pt x="119" y="5"/>
                </a:cubicBezTo>
                <a:cubicBezTo>
                  <a:pt x="119" y="5"/>
                  <a:pt x="120" y="5"/>
                  <a:pt x="120" y="5"/>
                </a:cubicBezTo>
                <a:cubicBezTo>
                  <a:pt x="119" y="5"/>
                  <a:pt x="119" y="5"/>
                  <a:pt x="119" y="5"/>
                </a:cubicBezTo>
                <a:cubicBezTo>
                  <a:pt x="119" y="5"/>
                  <a:pt x="119" y="5"/>
                  <a:pt x="119" y="5"/>
                </a:cubicBezTo>
                <a:cubicBezTo>
                  <a:pt x="120" y="5"/>
                  <a:pt x="120" y="5"/>
                  <a:pt x="120" y="5"/>
                </a:cubicBezTo>
                <a:cubicBezTo>
                  <a:pt x="121" y="6"/>
                  <a:pt x="121" y="6"/>
                  <a:pt x="121" y="6"/>
                </a:cubicBezTo>
                <a:cubicBezTo>
                  <a:pt x="121" y="6"/>
                  <a:pt x="121" y="6"/>
                  <a:pt x="121" y="7"/>
                </a:cubicBezTo>
                <a:cubicBezTo>
                  <a:pt x="121" y="7"/>
                  <a:pt x="121" y="7"/>
                  <a:pt x="121" y="7"/>
                </a:cubicBezTo>
                <a:cubicBezTo>
                  <a:pt x="121" y="7"/>
                  <a:pt x="121" y="7"/>
                  <a:pt x="121" y="7"/>
                </a:cubicBezTo>
                <a:cubicBezTo>
                  <a:pt x="121" y="7"/>
                  <a:pt x="121" y="7"/>
                  <a:pt x="121" y="7"/>
                </a:cubicBezTo>
                <a:cubicBezTo>
                  <a:pt x="121" y="7"/>
                  <a:pt x="121" y="7"/>
                  <a:pt x="121" y="7"/>
                </a:cubicBezTo>
                <a:cubicBezTo>
                  <a:pt x="119" y="9"/>
                  <a:pt x="119" y="9"/>
                  <a:pt x="119" y="9"/>
                </a:cubicBezTo>
                <a:cubicBezTo>
                  <a:pt x="118" y="10"/>
                  <a:pt x="118" y="10"/>
                  <a:pt x="118" y="10"/>
                </a:cubicBezTo>
                <a:cubicBezTo>
                  <a:pt x="121" y="7"/>
                  <a:pt x="121" y="7"/>
                  <a:pt x="121" y="7"/>
                </a:cubicBezTo>
                <a:cubicBezTo>
                  <a:pt x="125" y="10"/>
                  <a:pt x="126" y="14"/>
                  <a:pt x="126" y="19"/>
                </a:cubicBezTo>
                <a:cubicBezTo>
                  <a:pt x="126" y="23"/>
                  <a:pt x="125" y="28"/>
                  <a:pt x="122" y="31"/>
                </a:cubicBezTo>
                <a:cubicBezTo>
                  <a:pt x="122" y="31"/>
                  <a:pt x="121" y="31"/>
                  <a:pt x="121" y="31"/>
                </a:cubicBezTo>
                <a:cubicBezTo>
                  <a:pt x="121" y="31"/>
                  <a:pt x="121" y="31"/>
                  <a:pt x="121" y="31"/>
                </a:cubicBezTo>
                <a:cubicBezTo>
                  <a:pt x="121" y="31"/>
                  <a:pt x="121" y="31"/>
                  <a:pt x="121" y="31"/>
                </a:cubicBezTo>
                <a:close/>
              </a:path>
            </a:pathLst>
          </a:custGeom>
          <a:solidFill>
            <a:srgbClr val="4099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25"/>
          <p:cNvSpPr>
            <a:spLocks noEditPoints="1"/>
          </p:cNvSpPr>
          <p:nvPr/>
        </p:nvSpPr>
        <p:spPr bwMode="auto">
          <a:xfrm>
            <a:off x="9580563" y="1428750"/>
            <a:ext cx="860425" cy="1179512"/>
          </a:xfrm>
          <a:custGeom>
            <a:avLst/>
            <a:gdLst>
              <a:gd name="T0" fmla="*/ 121 w 187"/>
              <a:gd name="T1" fmla="*/ 5 h 256"/>
              <a:gd name="T2" fmla="*/ 157 w 187"/>
              <a:gd name="T3" fmla="*/ 25 h 256"/>
              <a:gd name="T4" fmla="*/ 137 w 187"/>
              <a:gd name="T5" fmla="*/ 61 h 256"/>
              <a:gd name="T6" fmla="*/ 101 w 187"/>
              <a:gd name="T7" fmla="*/ 41 h 256"/>
              <a:gd name="T8" fmla="*/ 121 w 187"/>
              <a:gd name="T9" fmla="*/ 5 h 256"/>
              <a:gd name="T10" fmla="*/ 85 w 187"/>
              <a:gd name="T11" fmla="*/ 126 h 256"/>
              <a:gd name="T12" fmla="*/ 107 w 187"/>
              <a:gd name="T13" fmla="*/ 105 h 256"/>
              <a:gd name="T14" fmla="*/ 124 w 187"/>
              <a:gd name="T15" fmla="*/ 126 h 256"/>
              <a:gd name="T16" fmla="*/ 135 w 187"/>
              <a:gd name="T17" fmla="*/ 131 h 256"/>
              <a:gd name="T18" fmla="*/ 170 w 187"/>
              <a:gd name="T19" fmla="*/ 135 h 256"/>
              <a:gd name="T20" fmla="*/ 170 w 187"/>
              <a:gd name="T21" fmla="*/ 110 h 256"/>
              <a:gd name="T22" fmla="*/ 140 w 187"/>
              <a:gd name="T23" fmla="*/ 106 h 256"/>
              <a:gd name="T24" fmla="*/ 112 w 187"/>
              <a:gd name="T25" fmla="*/ 68 h 256"/>
              <a:gd name="T26" fmla="*/ 66 w 187"/>
              <a:gd name="T27" fmla="*/ 70 h 256"/>
              <a:gd name="T28" fmla="*/ 0 w 187"/>
              <a:gd name="T29" fmla="*/ 163 h 256"/>
              <a:gd name="T30" fmla="*/ 43 w 187"/>
              <a:gd name="T31" fmla="*/ 184 h 256"/>
              <a:gd name="T32" fmla="*/ 44 w 187"/>
              <a:gd name="T33" fmla="*/ 184 h 256"/>
              <a:gd name="T34" fmla="*/ 44 w 187"/>
              <a:gd name="T35" fmla="*/ 240 h 256"/>
              <a:gd name="T36" fmla="*/ 61 w 187"/>
              <a:gd name="T37" fmla="*/ 256 h 256"/>
              <a:gd name="T38" fmla="*/ 75 w 187"/>
              <a:gd name="T39" fmla="*/ 240 h 256"/>
              <a:gd name="T40" fmla="*/ 75 w 187"/>
              <a:gd name="T41" fmla="*/ 186 h 256"/>
              <a:gd name="T42" fmla="*/ 101 w 187"/>
              <a:gd name="T43" fmla="*/ 182 h 256"/>
              <a:gd name="T44" fmla="*/ 85 w 187"/>
              <a:gd name="T45" fmla="*/ 126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7" h="256">
                <a:moveTo>
                  <a:pt x="121" y="5"/>
                </a:moveTo>
                <a:cubicBezTo>
                  <a:pt x="136" y="0"/>
                  <a:pt x="152" y="9"/>
                  <a:pt x="157" y="25"/>
                </a:cubicBezTo>
                <a:cubicBezTo>
                  <a:pt x="161" y="40"/>
                  <a:pt x="152" y="56"/>
                  <a:pt x="137" y="61"/>
                </a:cubicBezTo>
                <a:cubicBezTo>
                  <a:pt x="121" y="65"/>
                  <a:pt x="105" y="56"/>
                  <a:pt x="101" y="41"/>
                </a:cubicBezTo>
                <a:cubicBezTo>
                  <a:pt x="96" y="25"/>
                  <a:pt x="105" y="9"/>
                  <a:pt x="121" y="5"/>
                </a:cubicBezTo>
                <a:close/>
                <a:moveTo>
                  <a:pt x="85" y="126"/>
                </a:moveTo>
                <a:cubicBezTo>
                  <a:pt x="84" y="117"/>
                  <a:pt x="101" y="117"/>
                  <a:pt x="107" y="105"/>
                </a:cubicBezTo>
                <a:cubicBezTo>
                  <a:pt x="124" y="126"/>
                  <a:pt x="124" y="126"/>
                  <a:pt x="124" y="126"/>
                </a:cubicBezTo>
                <a:cubicBezTo>
                  <a:pt x="126" y="129"/>
                  <a:pt x="131" y="131"/>
                  <a:pt x="135" y="131"/>
                </a:cubicBezTo>
                <a:cubicBezTo>
                  <a:pt x="170" y="135"/>
                  <a:pt x="170" y="135"/>
                  <a:pt x="170" y="135"/>
                </a:cubicBezTo>
                <a:cubicBezTo>
                  <a:pt x="187" y="135"/>
                  <a:pt x="186" y="110"/>
                  <a:pt x="170" y="110"/>
                </a:cubicBezTo>
                <a:cubicBezTo>
                  <a:pt x="140" y="106"/>
                  <a:pt x="140" y="106"/>
                  <a:pt x="140" y="106"/>
                </a:cubicBezTo>
                <a:cubicBezTo>
                  <a:pt x="129" y="92"/>
                  <a:pt x="122" y="81"/>
                  <a:pt x="112" y="68"/>
                </a:cubicBezTo>
                <a:cubicBezTo>
                  <a:pt x="100" y="50"/>
                  <a:pt x="77" y="52"/>
                  <a:pt x="66" y="70"/>
                </a:cubicBezTo>
                <a:cubicBezTo>
                  <a:pt x="46" y="100"/>
                  <a:pt x="20" y="130"/>
                  <a:pt x="0" y="163"/>
                </a:cubicBezTo>
                <a:cubicBezTo>
                  <a:pt x="12" y="174"/>
                  <a:pt x="29" y="181"/>
                  <a:pt x="43" y="184"/>
                </a:cubicBezTo>
                <a:cubicBezTo>
                  <a:pt x="44" y="184"/>
                  <a:pt x="44" y="184"/>
                  <a:pt x="44" y="184"/>
                </a:cubicBezTo>
                <a:cubicBezTo>
                  <a:pt x="44" y="240"/>
                  <a:pt x="44" y="240"/>
                  <a:pt x="44" y="240"/>
                </a:cubicBezTo>
                <a:cubicBezTo>
                  <a:pt x="44" y="249"/>
                  <a:pt x="51" y="256"/>
                  <a:pt x="61" y="256"/>
                </a:cubicBezTo>
                <a:cubicBezTo>
                  <a:pt x="70" y="256"/>
                  <a:pt x="75" y="248"/>
                  <a:pt x="75" y="240"/>
                </a:cubicBezTo>
                <a:cubicBezTo>
                  <a:pt x="75" y="186"/>
                  <a:pt x="75" y="186"/>
                  <a:pt x="75" y="186"/>
                </a:cubicBezTo>
                <a:cubicBezTo>
                  <a:pt x="85" y="186"/>
                  <a:pt x="88" y="184"/>
                  <a:pt x="101" y="182"/>
                </a:cubicBezTo>
                <a:cubicBezTo>
                  <a:pt x="85" y="126"/>
                  <a:pt x="85" y="126"/>
                  <a:pt x="85" y="12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 name="Freeform 26"/>
          <p:cNvSpPr>
            <a:spLocks noEditPoints="1"/>
          </p:cNvSpPr>
          <p:nvPr/>
        </p:nvSpPr>
        <p:spPr bwMode="auto">
          <a:xfrm>
            <a:off x="11141076" y="1271588"/>
            <a:ext cx="649288" cy="1336675"/>
          </a:xfrm>
          <a:custGeom>
            <a:avLst/>
            <a:gdLst>
              <a:gd name="T0" fmla="*/ 71 w 141"/>
              <a:gd name="T1" fmla="*/ 0 h 290"/>
              <a:gd name="T2" fmla="*/ 42 w 141"/>
              <a:gd name="T3" fmla="*/ 29 h 290"/>
              <a:gd name="T4" fmla="*/ 57 w 141"/>
              <a:gd name="T5" fmla="*/ 54 h 290"/>
              <a:gd name="T6" fmla="*/ 72 w 141"/>
              <a:gd name="T7" fmla="*/ 58 h 290"/>
              <a:gd name="T8" fmla="*/ 101 w 141"/>
              <a:gd name="T9" fmla="*/ 29 h 290"/>
              <a:gd name="T10" fmla="*/ 86 w 141"/>
              <a:gd name="T11" fmla="*/ 4 h 290"/>
              <a:gd name="T12" fmla="*/ 71 w 141"/>
              <a:gd name="T13" fmla="*/ 0 h 290"/>
              <a:gd name="T14" fmla="*/ 107 w 141"/>
              <a:gd name="T15" fmla="*/ 275 h 290"/>
              <a:gd name="T16" fmla="*/ 92 w 141"/>
              <a:gd name="T17" fmla="*/ 290 h 290"/>
              <a:gd name="T18" fmla="*/ 92 w 141"/>
              <a:gd name="T19" fmla="*/ 290 h 290"/>
              <a:gd name="T20" fmla="*/ 77 w 141"/>
              <a:gd name="T21" fmla="*/ 280 h 290"/>
              <a:gd name="T22" fmla="*/ 76 w 141"/>
              <a:gd name="T23" fmla="*/ 274 h 290"/>
              <a:gd name="T24" fmla="*/ 76 w 141"/>
              <a:gd name="T25" fmla="*/ 172 h 290"/>
              <a:gd name="T26" fmla="*/ 67 w 141"/>
              <a:gd name="T27" fmla="*/ 172 h 290"/>
              <a:gd name="T28" fmla="*/ 67 w 141"/>
              <a:gd name="T29" fmla="*/ 275 h 290"/>
              <a:gd name="T30" fmla="*/ 51 w 141"/>
              <a:gd name="T31" fmla="*/ 290 h 290"/>
              <a:gd name="T32" fmla="*/ 51 w 141"/>
              <a:gd name="T33" fmla="*/ 290 h 290"/>
              <a:gd name="T34" fmla="*/ 38 w 141"/>
              <a:gd name="T35" fmla="*/ 283 h 290"/>
              <a:gd name="T36" fmla="*/ 36 w 141"/>
              <a:gd name="T37" fmla="*/ 274 h 290"/>
              <a:gd name="T38" fmla="*/ 36 w 141"/>
              <a:gd name="T39" fmla="*/ 212 h 290"/>
              <a:gd name="T40" fmla="*/ 37 w 141"/>
              <a:gd name="T41" fmla="*/ 111 h 290"/>
              <a:gd name="T42" fmla="*/ 29 w 141"/>
              <a:gd name="T43" fmla="*/ 157 h 290"/>
              <a:gd name="T44" fmla="*/ 27 w 141"/>
              <a:gd name="T45" fmla="*/ 163 h 290"/>
              <a:gd name="T46" fmla="*/ 10 w 141"/>
              <a:gd name="T47" fmla="*/ 171 h 290"/>
              <a:gd name="T48" fmla="*/ 10 w 141"/>
              <a:gd name="T49" fmla="*/ 171 h 290"/>
              <a:gd name="T50" fmla="*/ 3 w 141"/>
              <a:gd name="T51" fmla="*/ 154 h 290"/>
              <a:gd name="T52" fmla="*/ 21 w 141"/>
              <a:gd name="T53" fmla="*/ 80 h 290"/>
              <a:gd name="T54" fmla="*/ 38 w 141"/>
              <a:gd name="T55" fmla="*/ 67 h 290"/>
              <a:gd name="T56" fmla="*/ 105 w 141"/>
              <a:gd name="T57" fmla="*/ 67 h 290"/>
              <a:gd name="T58" fmla="*/ 122 w 141"/>
              <a:gd name="T59" fmla="*/ 80 h 290"/>
              <a:gd name="T60" fmla="*/ 138 w 141"/>
              <a:gd name="T61" fmla="*/ 154 h 290"/>
              <a:gd name="T62" fmla="*/ 131 w 141"/>
              <a:gd name="T63" fmla="*/ 170 h 290"/>
              <a:gd name="T64" fmla="*/ 131 w 141"/>
              <a:gd name="T65" fmla="*/ 170 h 290"/>
              <a:gd name="T66" fmla="*/ 115 w 141"/>
              <a:gd name="T67" fmla="*/ 163 h 290"/>
              <a:gd name="T68" fmla="*/ 112 w 141"/>
              <a:gd name="T69" fmla="*/ 157 h 290"/>
              <a:gd name="T70" fmla="*/ 106 w 141"/>
              <a:gd name="T71" fmla="*/ 111 h 290"/>
              <a:gd name="T72" fmla="*/ 107 w 141"/>
              <a:gd name="T73" fmla="*/ 216 h 290"/>
              <a:gd name="T74" fmla="*/ 107 w 141"/>
              <a:gd name="T75" fmla="*/ 275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1" h="290">
                <a:moveTo>
                  <a:pt x="71" y="0"/>
                </a:moveTo>
                <a:cubicBezTo>
                  <a:pt x="55" y="0"/>
                  <a:pt x="42" y="13"/>
                  <a:pt x="42" y="29"/>
                </a:cubicBezTo>
                <a:cubicBezTo>
                  <a:pt x="42" y="40"/>
                  <a:pt x="48" y="49"/>
                  <a:pt x="57" y="54"/>
                </a:cubicBezTo>
                <a:cubicBezTo>
                  <a:pt x="61" y="57"/>
                  <a:pt x="66" y="58"/>
                  <a:pt x="72" y="58"/>
                </a:cubicBezTo>
                <a:cubicBezTo>
                  <a:pt x="88" y="58"/>
                  <a:pt x="101" y="45"/>
                  <a:pt x="101" y="29"/>
                </a:cubicBezTo>
                <a:cubicBezTo>
                  <a:pt x="101" y="18"/>
                  <a:pt x="95" y="9"/>
                  <a:pt x="86" y="4"/>
                </a:cubicBezTo>
                <a:cubicBezTo>
                  <a:pt x="82" y="1"/>
                  <a:pt x="77" y="0"/>
                  <a:pt x="71" y="0"/>
                </a:cubicBezTo>
                <a:close/>
                <a:moveTo>
                  <a:pt x="107" y="275"/>
                </a:moveTo>
                <a:cubicBezTo>
                  <a:pt x="108" y="283"/>
                  <a:pt x="100" y="290"/>
                  <a:pt x="92" y="290"/>
                </a:cubicBezTo>
                <a:cubicBezTo>
                  <a:pt x="92" y="290"/>
                  <a:pt x="92" y="290"/>
                  <a:pt x="92" y="290"/>
                </a:cubicBezTo>
                <a:cubicBezTo>
                  <a:pt x="85" y="290"/>
                  <a:pt x="79" y="286"/>
                  <a:pt x="77" y="280"/>
                </a:cubicBezTo>
                <a:cubicBezTo>
                  <a:pt x="76" y="278"/>
                  <a:pt x="76" y="276"/>
                  <a:pt x="76" y="274"/>
                </a:cubicBezTo>
                <a:cubicBezTo>
                  <a:pt x="76" y="172"/>
                  <a:pt x="76" y="172"/>
                  <a:pt x="76" y="172"/>
                </a:cubicBezTo>
                <a:cubicBezTo>
                  <a:pt x="67" y="172"/>
                  <a:pt x="67" y="172"/>
                  <a:pt x="67" y="172"/>
                </a:cubicBezTo>
                <a:cubicBezTo>
                  <a:pt x="67" y="275"/>
                  <a:pt x="67" y="275"/>
                  <a:pt x="67" y="275"/>
                </a:cubicBezTo>
                <a:cubicBezTo>
                  <a:pt x="67" y="283"/>
                  <a:pt x="60" y="290"/>
                  <a:pt x="51" y="290"/>
                </a:cubicBezTo>
                <a:cubicBezTo>
                  <a:pt x="51" y="290"/>
                  <a:pt x="51" y="290"/>
                  <a:pt x="51" y="290"/>
                </a:cubicBezTo>
                <a:cubicBezTo>
                  <a:pt x="46" y="290"/>
                  <a:pt x="41" y="287"/>
                  <a:pt x="38" y="283"/>
                </a:cubicBezTo>
                <a:cubicBezTo>
                  <a:pt x="36" y="280"/>
                  <a:pt x="36" y="278"/>
                  <a:pt x="36" y="274"/>
                </a:cubicBezTo>
                <a:cubicBezTo>
                  <a:pt x="36" y="212"/>
                  <a:pt x="36" y="212"/>
                  <a:pt x="36" y="212"/>
                </a:cubicBezTo>
                <a:cubicBezTo>
                  <a:pt x="37" y="111"/>
                  <a:pt x="37" y="111"/>
                  <a:pt x="37" y="111"/>
                </a:cubicBezTo>
                <a:cubicBezTo>
                  <a:pt x="29" y="157"/>
                  <a:pt x="29" y="157"/>
                  <a:pt x="29" y="157"/>
                </a:cubicBezTo>
                <a:cubicBezTo>
                  <a:pt x="27" y="163"/>
                  <a:pt x="27" y="163"/>
                  <a:pt x="27" y="163"/>
                </a:cubicBezTo>
                <a:cubicBezTo>
                  <a:pt x="24" y="170"/>
                  <a:pt x="17" y="173"/>
                  <a:pt x="10" y="171"/>
                </a:cubicBezTo>
                <a:cubicBezTo>
                  <a:pt x="10" y="171"/>
                  <a:pt x="10" y="171"/>
                  <a:pt x="10" y="171"/>
                </a:cubicBezTo>
                <a:cubicBezTo>
                  <a:pt x="4" y="168"/>
                  <a:pt x="0" y="161"/>
                  <a:pt x="3" y="154"/>
                </a:cubicBezTo>
                <a:cubicBezTo>
                  <a:pt x="21" y="80"/>
                  <a:pt x="21" y="80"/>
                  <a:pt x="21" y="80"/>
                </a:cubicBezTo>
                <a:cubicBezTo>
                  <a:pt x="23" y="74"/>
                  <a:pt x="32" y="66"/>
                  <a:pt x="38" y="67"/>
                </a:cubicBezTo>
                <a:cubicBezTo>
                  <a:pt x="105" y="67"/>
                  <a:pt x="105" y="67"/>
                  <a:pt x="105" y="67"/>
                </a:cubicBezTo>
                <a:cubicBezTo>
                  <a:pt x="111" y="66"/>
                  <a:pt x="120" y="74"/>
                  <a:pt x="122" y="80"/>
                </a:cubicBezTo>
                <a:cubicBezTo>
                  <a:pt x="138" y="154"/>
                  <a:pt x="138" y="154"/>
                  <a:pt x="138" y="154"/>
                </a:cubicBezTo>
                <a:cubicBezTo>
                  <a:pt x="141" y="161"/>
                  <a:pt x="137" y="168"/>
                  <a:pt x="131" y="170"/>
                </a:cubicBezTo>
                <a:cubicBezTo>
                  <a:pt x="131" y="170"/>
                  <a:pt x="131" y="170"/>
                  <a:pt x="131" y="170"/>
                </a:cubicBezTo>
                <a:cubicBezTo>
                  <a:pt x="124" y="173"/>
                  <a:pt x="117" y="170"/>
                  <a:pt x="115" y="163"/>
                </a:cubicBezTo>
                <a:cubicBezTo>
                  <a:pt x="112" y="157"/>
                  <a:pt x="112" y="157"/>
                  <a:pt x="112" y="157"/>
                </a:cubicBezTo>
                <a:cubicBezTo>
                  <a:pt x="106" y="111"/>
                  <a:pt x="106" y="111"/>
                  <a:pt x="106" y="111"/>
                </a:cubicBezTo>
                <a:cubicBezTo>
                  <a:pt x="107" y="216"/>
                  <a:pt x="107" y="216"/>
                  <a:pt x="107" y="216"/>
                </a:cubicBezTo>
                <a:cubicBezTo>
                  <a:pt x="107" y="275"/>
                  <a:pt x="107" y="275"/>
                  <a:pt x="107" y="27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3" name="Freeform 27"/>
          <p:cNvSpPr>
            <a:spLocks/>
          </p:cNvSpPr>
          <p:nvPr/>
        </p:nvSpPr>
        <p:spPr bwMode="auto">
          <a:xfrm>
            <a:off x="6615113" y="5099050"/>
            <a:ext cx="247650" cy="842962"/>
          </a:xfrm>
          <a:custGeom>
            <a:avLst/>
            <a:gdLst>
              <a:gd name="T0" fmla="*/ 27 w 54"/>
              <a:gd name="T1" fmla="*/ 0 h 183"/>
              <a:gd name="T2" fmla="*/ 0 w 54"/>
              <a:gd name="T3" fmla="*/ 29 h 183"/>
              <a:gd name="T4" fmla="*/ 25 w 54"/>
              <a:gd name="T5" fmla="*/ 68 h 183"/>
              <a:gd name="T6" fmla="*/ 28 w 54"/>
              <a:gd name="T7" fmla="*/ 113 h 183"/>
              <a:gd name="T8" fmla="*/ 50 w 54"/>
              <a:gd name="T9" fmla="*/ 183 h 183"/>
              <a:gd name="T10" fmla="*/ 51 w 54"/>
              <a:gd name="T11" fmla="*/ 181 h 183"/>
              <a:gd name="T12" fmla="*/ 30 w 54"/>
              <a:gd name="T13" fmla="*/ 113 h 183"/>
              <a:gd name="T14" fmla="*/ 27 w 54"/>
              <a:gd name="T15" fmla="*/ 68 h 183"/>
              <a:gd name="T16" fmla="*/ 54 w 54"/>
              <a:gd name="T17" fmla="*/ 29 h 183"/>
              <a:gd name="T18" fmla="*/ 27 w 54"/>
              <a:gd name="T19"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 h="183">
                <a:moveTo>
                  <a:pt x="27" y="0"/>
                </a:moveTo>
                <a:cubicBezTo>
                  <a:pt x="11" y="0"/>
                  <a:pt x="0" y="10"/>
                  <a:pt x="0" y="29"/>
                </a:cubicBezTo>
                <a:cubicBezTo>
                  <a:pt x="0" y="48"/>
                  <a:pt x="10" y="66"/>
                  <a:pt x="25" y="68"/>
                </a:cubicBezTo>
                <a:cubicBezTo>
                  <a:pt x="33" y="86"/>
                  <a:pt x="30" y="100"/>
                  <a:pt x="28" y="113"/>
                </a:cubicBezTo>
                <a:cubicBezTo>
                  <a:pt x="24" y="133"/>
                  <a:pt x="20" y="152"/>
                  <a:pt x="50" y="183"/>
                </a:cubicBezTo>
                <a:cubicBezTo>
                  <a:pt x="51" y="181"/>
                  <a:pt x="51" y="181"/>
                  <a:pt x="51" y="181"/>
                </a:cubicBezTo>
                <a:cubicBezTo>
                  <a:pt x="22" y="151"/>
                  <a:pt x="26" y="132"/>
                  <a:pt x="30" y="113"/>
                </a:cubicBezTo>
                <a:cubicBezTo>
                  <a:pt x="32" y="100"/>
                  <a:pt x="35" y="86"/>
                  <a:pt x="27" y="68"/>
                </a:cubicBezTo>
                <a:cubicBezTo>
                  <a:pt x="43" y="68"/>
                  <a:pt x="54" y="49"/>
                  <a:pt x="54" y="29"/>
                </a:cubicBezTo>
                <a:cubicBezTo>
                  <a:pt x="54" y="10"/>
                  <a:pt x="43" y="0"/>
                  <a:pt x="27" y="0"/>
                </a:cubicBezTo>
                <a:close/>
              </a:path>
            </a:pathLst>
          </a:custGeom>
          <a:solidFill>
            <a:srgbClr val="FF66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8"/>
          <p:cNvSpPr>
            <a:spLocks noEditPoints="1"/>
          </p:cNvSpPr>
          <p:nvPr/>
        </p:nvSpPr>
        <p:spPr bwMode="auto">
          <a:xfrm>
            <a:off x="6784976" y="5578475"/>
            <a:ext cx="534988" cy="754062"/>
          </a:xfrm>
          <a:custGeom>
            <a:avLst/>
            <a:gdLst>
              <a:gd name="T0" fmla="*/ 75 w 116"/>
              <a:gd name="T1" fmla="*/ 155 h 164"/>
              <a:gd name="T2" fmla="*/ 66 w 116"/>
              <a:gd name="T3" fmla="*/ 164 h 164"/>
              <a:gd name="T4" fmla="*/ 66 w 116"/>
              <a:gd name="T5" fmla="*/ 164 h 164"/>
              <a:gd name="T6" fmla="*/ 57 w 116"/>
              <a:gd name="T7" fmla="*/ 155 h 164"/>
              <a:gd name="T8" fmla="*/ 57 w 116"/>
              <a:gd name="T9" fmla="*/ 118 h 164"/>
              <a:gd name="T10" fmla="*/ 52 w 116"/>
              <a:gd name="T11" fmla="*/ 118 h 164"/>
              <a:gd name="T12" fmla="*/ 52 w 116"/>
              <a:gd name="T13" fmla="*/ 155 h 164"/>
              <a:gd name="T14" fmla="*/ 43 w 116"/>
              <a:gd name="T15" fmla="*/ 164 h 164"/>
              <a:gd name="T16" fmla="*/ 43 w 116"/>
              <a:gd name="T17" fmla="*/ 164 h 164"/>
              <a:gd name="T18" fmla="*/ 34 w 116"/>
              <a:gd name="T19" fmla="*/ 155 h 164"/>
              <a:gd name="T20" fmla="*/ 34 w 116"/>
              <a:gd name="T21" fmla="*/ 118 h 164"/>
              <a:gd name="T22" fmla="*/ 19 w 116"/>
              <a:gd name="T23" fmla="*/ 117 h 164"/>
              <a:gd name="T24" fmla="*/ 35 w 116"/>
              <a:gd name="T25" fmla="*/ 73 h 164"/>
              <a:gd name="T26" fmla="*/ 20 w 116"/>
              <a:gd name="T27" fmla="*/ 91 h 164"/>
              <a:gd name="T28" fmla="*/ 7 w 116"/>
              <a:gd name="T29" fmla="*/ 82 h 164"/>
              <a:gd name="T30" fmla="*/ 33 w 116"/>
              <a:gd name="T31" fmla="*/ 49 h 164"/>
              <a:gd name="T32" fmla="*/ 42 w 116"/>
              <a:gd name="T33" fmla="*/ 46 h 164"/>
              <a:gd name="T34" fmla="*/ 67 w 116"/>
              <a:gd name="T35" fmla="*/ 46 h 164"/>
              <a:gd name="T36" fmla="*/ 67 w 116"/>
              <a:gd name="T37" fmla="*/ 46 h 164"/>
              <a:gd name="T38" fmla="*/ 96 w 116"/>
              <a:gd name="T39" fmla="*/ 30 h 164"/>
              <a:gd name="T40" fmla="*/ 104 w 116"/>
              <a:gd name="T41" fmla="*/ 46 h 164"/>
              <a:gd name="T42" fmla="*/ 74 w 116"/>
              <a:gd name="T43" fmla="*/ 63 h 164"/>
              <a:gd name="T44" fmla="*/ 74 w 116"/>
              <a:gd name="T45" fmla="*/ 73 h 164"/>
              <a:gd name="T46" fmla="*/ 90 w 116"/>
              <a:gd name="T47" fmla="*/ 117 h 164"/>
              <a:gd name="T48" fmla="*/ 75 w 116"/>
              <a:gd name="T49" fmla="*/ 118 h 164"/>
              <a:gd name="T50" fmla="*/ 75 w 116"/>
              <a:gd name="T51" fmla="*/ 155 h 164"/>
              <a:gd name="T52" fmla="*/ 55 w 116"/>
              <a:gd name="T53" fmla="*/ 0 h 164"/>
              <a:gd name="T54" fmla="*/ 75 w 116"/>
              <a:gd name="T55" fmla="*/ 20 h 164"/>
              <a:gd name="T56" fmla="*/ 55 w 116"/>
              <a:gd name="T57" fmla="*/ 41 h 164"/>
              <a:gd name="T58" fmla="*/ 34 w 116"/>
              <a:gd name="T59" fmla="*/ 20 h 164"/>
              <a:gd name="T60" fmla="*/ 55 w 116"/>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6" h="164">
                <a:moveTo>
                  <a:pt x="75" y="155"/>
                </a:moveTo>
                <a:cubicBezTo>
                  <a:pt x="75" y="160"/>
                  <a:pt x="71" y="164"/>
                  <a:pt x="66" y="164"/>
                </a:cubicBezTo>
                <a:cubicBezTo>
                  <a:pt x="66" y="164"/>
                  <a:pt x="66" y="164"/>
                  <a:pt x="66" y="164"/>
                </a:cubicBezTo>
                <a:cubicBezTo>
                  <a:pt x="61" y="164"/>
                  <a:pt x="57" y="160"/>
                  <a:pt x="57" y="155"/>
                </a:cubicBezTo>
                <a:cubicBezTo>
                  <a:pt x="57" y="118"/>
                  <a:pt x="57" y="118"/>
                  <a:pt x="57" y="118"/>
                </a:cubicBezTo>
                <a:cubicBezTo>
                  <a:pt x="52" y="118"/>
                  <a:pt x="52" y="118"/>
                  <a:pt x="52" y="118"/>
                </a:cubicBezTo>
                <a:cubicBezTo>
                  <a:pt x="52" y="155"/>
                  <a:pt x="52" y="155"/>
                  <a:pt x="52" y="155"/>
                </a:cubicBezTo>
                <a:cubicBezTo>
                  <a:pt x="52" y="160"/>
                  <a:pt x="48" y="164"/>
                  <a:pt x="43" y="164"/>
                </a:cubicBezTo>
                <a:cubicBezTo>
                  <a:pt x="43" y="164"/>
                  <a:pt x="43" y="164"/>
                  <a:pt x="43" y="164"/>
                </a:cubicBezTo>
                <a:cubicBezTo>
                  <a:pt x="38" y="164"/>
                  <a:pt x="34" y="160"/>
                  <a:pt x="34" y="155"/>
                </a:cubicBezTo>
                <a:cubicBezTo>
                  <a:pt x="34" y="118"/>
                  <a:pt x="34" y="118"/>
                  <a:pt x="34" y="118"/>
                </a:cubicBezTo>
                <a:cubicBezTo>
                  <a:pt x="19" y="117"/>
                  <a:pt x="19" y="117"/>
                  <a:pt x="19" y="117"/>
                </a:cubicBezTo>
                <a:cubicBezTo>
                  <a:pt x="35" y="73"/>
                  <a:pt x="35" y="73"/>
                  <a:pt x="35" y="73"/>
                </a:cubicBezTo>
                <a:cubicBezTo>
                  <a:pt x="20" y="91"/>
                  <a:pt x="20" y="91"/>
                  <a:pt x="20" y="91"/>
                </a:cubicBezTo>
                <a:cubicBezTo>
                  <a:pt x="12" y="101"/>
                  <a:pt x="0" y="90"/>
                  <a:pt x="7" y="82"/>
                </a:cubicBezTo>
                <a:cubicBezTo>
                  <a:pt x="33" y="49"/>
                  <a:pt x="33" y="49"/>
                  <a:pt x="33" y="49"/>
                </a:cubicBezTo>
                <a:cubicBezTo>
                  <a:pt x="35" y="46"/>
                  <a:pt x="39" y="45"/>
                  <a:pt x="42" y="46"/>
                </a:cubicBezTo>
                <a:cubicBezTo>
                  <a:pt x="67" y="46"/>
                  <a:pt x="67" y="46"/>
                  <a:pt x="67" y="46"/>
                </a:cubicBezTo>
                <a:cubicBezTo>
                  <a:pt x="67" y="46"/>
                  <a:pt x="67" y="46"/>
                  <a:pt x="67" y="46"/>
                </a:cubicBezTo>
                <a:cubicBezTo>
                  <a:pt x="77" y="40"/>
                  <a:pt x="86" y="35"/>
                  <a:pt x="96" y="30"/>
                </a:cubicBezTo>
                <a:cubicBezTo>
                  <a:pt x="107" y="23"/>
                  <a:pt x="116" y="38"/>
                  <a:pt x="104" y="46"/>
                </a:cubicBezTo>
                <a:cubicBezTo>
                  <a:pt x="74" y="63"/>
                  <a:pt x="74" y="63"/>
                  <a:pt x="74" y="63"/>
                </a:cubicBezTo>
                <a:cubicBezTo>
                  <a:pt x="74" y="73"/>
                  <a:pt x="74" y="73"/>
                  <a:pt x="74" y="73"/>
                </a:cubicBezTo>
                <a:cubicBezTo>
                  <a:pt x="90" y="117"/>
                  <a:pt x="90" y="117"/>
                  <a:pt x="90" y="117"/>
                </a:cubicBezTo>
                <a:cubicBezTo>
                  <a:pt x="75" y="118"/>
                  <a:pt x="75" y="118"/>
                  <a:pt x="75" y="118"/>
                </a:cubicBezTo>
                <a:cubicBezTo>
                  <a:pt x="75" y="155"/>
                  <a:pt x="75" y="155"/>
                  <a:pt x="75" y="155"/>
                </a:cubicBezTo>
                <a:close/>
                <a:moveTo>
                  <a:pt x="55" y="0"/>
                </a:moveTo>
                <a:cubicBezTo>
                  <a:pt x="66" y="0"/>
                  <a:pt x="75" y="9"/>
                  <a:pt x="75" y="20"/>
                </a:cubicBezTo>
                <a:cubicBezTo>
                  <a:pt x="75" y="32"/>
                  <a:pt x="66" y="41"/>
                  <a:pt x="55" y="41"/>
                </a:cubicBezTo>
                <a:cubicBezTo>
                  <a:pt x="43" y="41"/>
                  <a:pt x="34" y="32"/>
                  <a:pt x="34" y="20"/>
                </a:cubicBezTo>
                <a:cubicBezTo>
                  <a:pt x="34" y="9"/>
                  <a:pt x="43" y="0"/>
                  <a:pt x="55"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5" name="Freeform 29"/>
          <p:cNvSpPr>
            <a:spLocks noEditPoints="1"/>
          </p:cNvSpPr>
          <p:nvPr/>
        </p:nvSpPr>
        <p:spPr bwMode="auto">
          <a:xfrm>
            <a:off x="7807326" y="5016500"/>
            <a:ext cx="639763" cy="1316037"/>
          </a:xfrm>
          <a:custGeom>
            <a:avLst/>
            <a:gdLst>
              <a:gd name="T0" fmla="*/ 70 w 139"/>
              <a:gd name="T1" fmla="*/ 0 h 286"/>
              <a:gd name="T2" fmla="*/ 42 w 139"/>
              <a:gd name="T3" fmla="*/ 29 h 286"/>
              <a:gd name="T4" fmla="*/ 56 w 139"/>
              <a:gd name="T5" fmla="*/ 54 h 286"/>
              <a:gd name="T6" fmla="*/ 71 w 139"/>
              <a:gd name="T7" fmla="*/ 58 h 286"/>
              <a:gd name="T8" fmla="*/ 99 w 139"/>
              <a:gd name="T9" fmla="*/ 29 h 286"/>
              <a:gd name="T10" fmla="*/ 85 w 139"/>
              <a:gd name="T11" fmla="*/ 4 h 286"/>
              <a:gd name="T12" fmla="*/ 70 w 139"/>
              <a:gd name="T13" fmla="*/ 0 h 286"/>
              <a:gd name="T14" fmla="*/ 106 w 139"/>
              <a:gd name="T15" fmla="*/ 271 h 286"/>
              <a:gd name="T16" fmla="*/ 90 w 139"/>
              <a:gd name="T17" fmla="*/ 286 h 286"/>
              <a:gd name="T18" fmla="*/ 90 w 139"/>
              <a:gd name="T19" fmla="*/ 286 h 286"/>
              <a:gd name="T20" fmla="*/ 76 w 139"/>
              <a:gd name="T21" fmla="*/ 276 h 286"/>
              <a:gd name="T22" fmla="*/ 75 w 139"/>
              <a:gd name="T23" fmla="*/ 271 h 286"/>
              <a:gd name="T24" fmla="*/ 75 w 139"/>
              <a:gd name="T25" fmla="*/ 170 h 286"/>
              <a:gd name="T26" fmla="*/ 66 w 139"/>
              <a:gd name="T27" fmla="*/ 170 h 286"/>
              <a:gd name="T28" fmla="*/ 66 w 139"/>
              <a:gd name="T29" fmla="*/ 271 h 286"/>
              <a:gd name="T30" fmla="*/ 51 w 139"/>
              <a:gd name="T31" fmla="*/ 286 h 286"/>
              <a:gd name="T32" fmla="*/ 51 w 139"/>
              <a:gd name="T33" fmla="*/ 286 h 286"/>
              <a:gd name="T34" fmla="*/ 37 w 139"/>
              <a:gd name="T35" fmla="*/ 279 h 286"/>
              <a:gd name="T36" fmla="*/ 35 w 139"/>
              <a:gd name="T37" fmla="*/ 271 h 286"/>
              <a:gd name="T38" fmla="*/ 36 w 139"/>
              <a:gd name="T39" fmla="*/ 210 h 286"/>
              <a:gd name="T40" fmla="*/ 37 w 139"/>
              <a:gd name="T41" fmla="*/ 110 h 286"/>
              <a:gd name="T42" fmla="*/ 29 w 139"/>
              <a:gd name="T43" fmla="*/ 155 h 286"/>
              <a:gd name="T44" fmla="*/ 26 w 139"/>
              <a:gd name="T45" fmla="*/ 161 h 286"/>
              <a:gd name="T46" fmla="*/ 10 w 139"/>
              <a:gd name="T47" fmla="*/ 168 h 286"/>
              <a:gd name="T48" fmla="*/ 10 w 139"/>
              <a:gd name="T49" fmla="*/ 168 h 286"/>
              <a:gd name="T50" fmla="*/ 3 w 139"/>
              <a:gd name="T51" fmla="*/ 152 h 286"/>
              <a:gd name="T52" fmla="*/ 21 w 139"/>
              <a:gd name="T53" fmla="*/ 79 h 286"/>
              <a:gd name="T54" fmla="*/ 37 w 139"/>
              <a:gd name="T55" fmla="*/ 66 h 286"/>
              <a:gd name="T56" fmla="*/ 104 w 139"/>
              <a:gd name="T57" fmla="*/ 66 h 286"/>
              <a:gd name="T58" fmla="*/ 120 w 139"/>
              <a:gd name="T59" fmla="*/ 79 h 286"/>
              <a:gd name="T60" fmla="*/ 136 w 139"/>
              <a:gd name="T61" fmla="*/ 152 h 286"/>
              <a:gd name="T62" fmla="*/ 129 w 139"/>
              <a:gd name="T63" fmla="*/ 168 h 286"/>
              <a:gd name="T64" fmla="*/ 129 w 139"/>
              <a:gd name="T65" fmla="*/ 168 h 286"/>
              <a:gd name="T66" fmla="*/ 113 w 139"/>
              <a:gd name="T67" fmla="*/ 161 h 286"/>
              <a:gd name="T68" fmla="*/ 111 w 139"/>
              <a:gd name="T69" fmla="*/ 155 h 286"/>
              <a:gd name="T70" fmla="*/ 104 w 139"/>
              <a:gd name="T71" fmla="*/ 109 h 286"/>
              <a:gd name="T72" fmla="*/ 105 w 139"/>
              <a:gd name="T73" fmla="*/ 213 h 286"/>
              <a:gd name="T74" fmla="*/ 106 w 139"/>
              <a:gd name="T75" fmla="*/ 271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9" h="286">
                <a:moveTo>
                  <a:pt x="70" y="0"/>
                </a:moveTo>
                <a:cubicBezTo>
                  <a:pt x="54" y="0"/>
                  <a:pt x="42" y="13"/>
                  <a:pt x="42" y="29"/>
                </a:cubicBezTo>
                <a:cubicBezTo>
                  <a:pt x="42" y="39"/>
                  <a:pt x="47" y="49"/>
                  <a:pt x="56" y="54"/>
                </a:cubicBezTo>
                <a:cubicBezTo>
                  <a:pt x="60" y="56"/>
                  <a:pt x="65" y="58"/>
                  <a:pt x="71" y="58"/>
                </a:cubicBezTo>
                <a:cubicBezTo>
                  <a:pt x="86" y="58"/>
                  <a:pt x="99" y="45"/>
                  <a:pt x="99" y="29"/>
                </a:cubicBezTo>
                <a:cubicBezTo>
                  <a:pt x="99" y="18"/>
                  <a:pt x="93" y="9"/>
                  <a:pt x="85" y="4"/>
                </a:cubicBezTo>
                <a:cubicBezTo>
                  <a:pt x="80" y="1"/>
                  <a:pt x="76" y="0"/>
                  <a:pt x="70" y="0"/>
                </a:cubicBezTo>
                <a:close/>
                <a:moveTo>
                  <a:pt x="106" y="271"/>
                </a:moveTo>
                <a:cubicBezTo>
                  <a:pt x="106" y="280"/>
                  <a:pt x="99" y="286"/>
                  <a:pt x="90" y="286"/>
                </a:cubicBezTo>
                <a:cubicBezTo>
                  <a:pt x="90" y="286"/>
                  <a:pt x="90" y="286"/>
                  <a:pt x="90" y="286"/>
                </a:cubicBezTo>
                <a:cubicBezTo>
                  <a:pt x="84" y="286"/>
                  <a:pt x="78" y="282"/>
                  <a:pt x="76" y="276"/>
                </a:cubicBezTo>
                <a:cubicBezTo>
                  <a:pt x="75" y="275"/>
                  <a:pt x="75" y="273"/>
                  <a:pt x="75" y="271"/>
                </a:cubicBezTo>
                <a:cubicBezTo>
                  <a:pt x="75" y="170"/>
                  <a:pt x="75" y="170"/>
                  <a:pt x="75" y="170"/>
                </a:cubicBezTo>
                <a:cubicBezTo>
                  <a:pt x="66" y="170"/>
                  <a:pt x="66" y="170"/>
                  <a:pt x="66" y="170"/>
                </a:cubicBezTo>
                <a:cubicBezTo>
                  <a:pt x="66" y="271"/>
                  <a:pt x="66" y="271"/>
                  <a:pt x="66" y="271"/>
                </a:cubicBezTo>
                <a:cubicBezTo>
                  <a:pt x="66" y="279"/>
                  <a:pt x="59" y="286"/>
                  <a:pt x="51" y="286"/>
                </a:cubicBezTo>
                <a:cubicBezTo>
                  <a:pt x="51" y="286"/>
                  <a:pt x="51" y="286"/>
                  <a:pt x="51" y="286"/>
                </a:cubicBezTo>
                <a:cubicBezTo>
                  <a:pt x="45" y="286"/>
                  <a:pt x="40" y="283"/>
                  <a:pt x="37" y="279"/>
                </a:cubicBezTo>
                <a:cubicBezTo>
                  <a:pt x="36" y="276"/>
                  <a:pt x="35" y="274"/>
                  <a:pt x="35" y="271"/>
                </a:cubicBezTo>
                <a:cubicBezTo>
                  <a:pt x="36" y="210"/>
                  <a:pt x="36" y="210"/>
                  <a:pt x="36" y="210"/>
                </a:cubicBezTo>
                <a:cubicBezTo>
                  <a:pt x="37" y="110"/>
                  <a:pt x="37" y="110"/>
                  <a:pt x="37" y="110"/>
                </a:cubicBezTo>
                <a:cubicBezTo>
                  <a:pt x="29" y="155"/>
                  <a:pt x="29" y="155"/>
                  <a:pt x="29" y="155"/>
                </a:cubicBezTo>
                <a:cubicBezTo>
                  <a:pt x="26" y="161"/>
                  <a:pt x="26" y="161"/>
                  <a:pt x="26" y="161"/>
                </a:cubicBezTo>
                <a:cubicBezTo>
                  <a:pt x="24" y="168"/>
                  <a:pt x="16" y="171"/>
                  <a:pt x="10" y="168"/>
                </a:cubicBezTo>
                <a:cubicBezTo>
                  <a:pt x="10" y="168"/>
                  <a:pt x="10" y="168"/>
                  <a:pt x="10" y="168"/>
                </a:cubicBezTo>
                <a:cubicBezTo>
                  <a:pt x="4" y="166"/>
                  <a:pt x="0" y="159"/>
                  <a:pt x="3" y="152"/>
                </a:cubicBezTo>
                <a:cubicBezTo>
                  <a:pt x="21" y="79"/>
                  <a:pt x="21" y="79"/>
                  <a:pt x="21" y="79"/>
                </a:cubicBezTo>
                <a:cubicBezTo>
                  <a:pt x="23" y="73"/>
                  <a:pt x="31" y="65"/>
                  <a:pt x="37" y="66"/>
                </a:cubicBezTo>
                <a:cubicBezTo>
                  <a:pt x="104" y="66"/>
                  <a:pt x="104" y="66"/>
                  <a:pt x="104" y="66"/>
                </a:cubicBezTo>
                <a:cubicBezTo>
                  <a:pt x="110" y="65"/>
                  <a:pt x="118" y="73"/>
                  <a:pt x="120" y="79"/>
                </a:cubicBezTo>
                <a:cubicBezTo>
                  <a:pt x="136" y="152"/>
                  <a:pt x="136" y="152"/>
                  <a:pt x="136" y="152"/>
                </a:cubicBezTo>
                <a:cubicBezTo>
                  <a:pt x="139" y="158"/>
                  <a:pt x="135" y="166"/>
                  <a:pt x="129" y="168"/>
                </a:cubicBezTo>
                <a:cubicBezTo>
                  <a:pt x="129" y="168"/>
                  <a:pt x="129" y="168"/>
                  <a:pt x="129" y="168"/>
                </a:cubicBezTo>
                <a:cubicBezTo>
                  <a:pt x="123" y="171"/>
                  <a:pt x="115" y="167"/>
                  <a:pt x="113" y="161"/>
                </a:cubicBezTo>
                <a:cubicBezTo>
                  <a:pt x="111" y="155"/>
                  <a:pt x="111" y="155"/>
                  <a:pt x="111" y="155"/>
                </a:cubicBezTo>
                <a:cubicBezTo>
                  <a:pt x="104" y="109"/>
                  <a:pt x="104" y="109"/>
                  <a:pt x="104" y="109"/>
                </a:cubicBezTo>
                <a:cubicBezTo>
                  <a:pt x="105" y="213"/>
                  <a:pt x="105" y="213"/>
                  <a:pt x="105" y="213"/>
                </a:cubicBezTo>
                <a:cubicBezTo>
                  <a:pt x="106" y="271"/>
                  <a:pt x="106" y="271"/>
                  <a:pt x="106" y="27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6" name="Freeform 30"/>
          <p:cNvSpPr>
            <a:spLocks noEditPoints="1"/>
          </p:cNvSpPr>
          <p:nvPr/>
        </p:nvSpPr>
        <p:spPr bwMode="auto">
          <a:xfrm>
            <a:off x="7199313" y="5072063"/>
            <a:ext cx="731838" cy="1260475"/>
          </a:xfrm>
          <a:custGeom>
            <a:avLst/>
            <a:gdLst>
              <a:gd name="T0" fmla="*/ 80 w 159"/>
              <a:gd name="T1" fmla="*/ 0 h 274"/>
              <a:gd name="T2" fmla="*/ 51 w 159"/>
              <a:gd name="T3" fmla="*/ 28 h 274"/>
              <a:gd name="T4" fmla="*/ 66 w 159"/>
              <a:gd name="T5" fmla="*/ 53 h 274"/>
              <a:gd name="T6" fmla="*/ 80 w 159"/>
              <a:gd name="T7" fmla="*/ 57 h 274"/>
              <a:gd name="T8" fmla="*/ 109 w 159"/>
              <a:gd name="T9" fmla="*/ 28 h 274"/>
              <a:gd name="T10" fmla="*/ 95 w 159"/>
              <a:gd name="T11" fmla="*/ 4 h 274"/>
              <a:gd name="T12" fmla="*/ 80 w 159"/>
              <a:gd name="T13" fmla="*/ 0 h 274"/>
              <a:gd name="T14" fmla="*/ 108 w 159"/>
              <a:gd name="T15" fmla="*/ 107 h 274"/>
              <a:gd name="T16" fmla="*/ 133 w 159"/>
              <a:gd name="T17" fmla="*/ 150 h 274"/>
              <a:gd name="T18" fmla="*/ 149 w 159"/>
              <a:gd name="T19" fmla="*/ 157 h 274"/>
              <a:gd name="T20" fmla="*/ 149 w 159"/>
              <a:gd name="T21" fmla="*/ 157 h 274"/>
              <a:gd name="T22" fmla="*/ 157 w 159"/>
              <a:gd name="T23" fmla="*/ 141 h 274"/>
              <a:gd name="T24" fmla="*/ 125 w 159"/>
              <a:gd name="T25" fmla="*/ 78 h 274"/>
              <a:gd name="T26" fmla="*/ 109 w 159"/>
              <a:gd name="T27" fmla="*/ 65 h 274"/>
              <a:gd name="T28" fmla="*/ 51 w 159"/>
              <a:gd name="T29" fmla="*/ 66 h 274"/>
              <a:gd name="T30" fmla="*/ 35 w 159"/>
              <a:gd name="T31" fmla="*/ 78 h 274"/>
              <a:gd name="T32" fmla="*/ 2 w 159"/>
              <a:gd name="T33" fmla="*/ 141 h 274"/>
              <a:gd name="T34" fmla="*/ 9 w 159"/>
              <a:gd name="T35" fmla="*/ 158 h 274"/>
              <a:gd name="T36" fmla="*/ 9 w 159"/>
              <a:gd name="T37" fmla="*/ 158 h 274"/>
              <a:gd name="T38" fmla="*/ 26 w 159"/>
              <a:gd name="T39" fmla="*/ 150 h 274"/>
              <a:gd name="T40" fmla="*/ 52 w 159"/>
              <a:gd name="T41" fmla="*/ 107 h 274"/>
              <a:gd name="T42" fmla="*/ 27 w 159"/>
              <a:gd name="T43" fmla="*/ 188 h 274"/>
              <a:gd name="T44" fmla="*/ 46 w 159"/>
              <a:gd name="T45" fmla="*/ 192 h 274"/>
              <a:gd name="T46" fmla="*/ 46 w 159"/>
              <a:gd name="T47" fmla="*/ 198 h 274"/>
              <a:gd name="T48" fmla="*/ 45 w 159"/>
              <a:gd name="T49" fmla="*/ 259 h 274"/>
              <a:gd name="T50" fmla="*/ 47 w 159"/>
              <a:gd name="T51" fmla="*/ 267 h 274"/>
              <a:gd name="T52" fmla="*/ 60 w 159"/>
              <a:gd name="T53" fmla="*/ 274 h 274"/>
              <a:gd name="T54" fmla="*/ 60 w 159"/>
              <a:gd name="T55" fmla="*/ 274 h 274"/>
              <a:gd name="T56" fmla="*/ 76 w 159"/>
              <a:gd name="T57" fmla="*/ 259 h 274"/>
              <a:gd name="T58" fmla="*/ 76 w 159"/>
              <a:gd name="T59" fmla="*/ 192 h 274"/>
              <a:gd name="T60" fmla="*/ 85 w 159"/>
              <a:gd name="T61" fmla="*/ 192 h 274"/>
              <a:gd name="T62" fmla="*/ 85 w 159"/>
              <a:gd name="T63" fmla="*/ 259 h 274"/>
              <a:gd name="T64" fmla="*/ 86 w 159"/>
              <a:gd name="T65" fmla="*/ 264 h 274"/>
              <a:gd name="T66" fmla="*/ 100 w 159"/>
              <a:gd name="T67" fmla="*/ 274 h 274"/>
              <a:gd name="T68" fmla="*/ 100 w 159"/>
              <a:gd name="T69" fmla="*/ 274 h 274"/>
              <a:gd name="T70" fmla="*/ 116 w 159"/>
              <a:gd name="T71" fmla="*/ 259 h 274"/>
              <a:gd name="T72" fmla="*/ 115 w 159"/>
              <a:gd name="T73" fmla="*/ 201 h 274"/>
              <a:gd name="T74" fmla="*/ 114 w 159"/>
              <a:gd name="T75" fmla="*/ 192 h 274"/>
              <a:gd name="T76" fmla="*/ 131 w 159"/>
              <a:gd name="T77" fmla="*/ 188 h 274"/>
              <a:gd name="T78" fmla="*/ 108 w 159"/>
              <a:gd name="T79" fmla="*/ 107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9" h="274">
                <a:moveTo>
                  <a:pt x="80" y="0"/>
                </a:moveTo>
                <a:cubicBezTo>
                  <a:pt x="64" y="0"/>
                  <a:pt x="51" y="12"/>
                  <a:pt x="51" y="28"/>
                </a:cubicBezTo>
                <a:cubicBezTo>
                  <a:pt x="51" y="39"/>
                  <a:pt x="57" y="48"/>
                  <a:pt x="66" y="53"/>
                </a:cubicBezTo>
                <a:cubicBezTo>
                  <a:pt x="70" y="56"/>
                  <a:pt x="75" y="57"/>
                  <a:pt x="80" y="57"/>
                </a:cubicBezTo>
                <a:cubicBezTo>
                  <a:pt x="96" y="57"/>
                  <a:pt x="109" y="44"/>
                  <a:pt x="109" y="28"/>
                </a:cubicBezTo>
                <a:cubicBezTo>
                  <a:pt x="109" y="18"/>
                  <a:pt x="103" y="8"/>
                  <a:pt x="95" y="4"/>
                </a:cubicBezTo>
                <a:cubicBezTo>
                  <a:pt x="90" y="1"/>
                  <a:pt x="85" y="0"/>
                  <a:pt x="80" y="0"/>
                </a:cubicBezTo>
                <a:close/>
                <a:moveTo>
                  <a:pt x="108" y="107"/>
                </a:moveTo>
                <a:cubicBezTo>
                  <a:pt x="133" y="150"/>
                  <a:pt x="133" y="150"/>
                  <a:pt x="133" y="150"/>
                </a:cubicBezTo>
                <a:cubicBezTo>
                  <a:pt x="136" y="156"/>
                  <a:pt x="143" y="160"/>
                  <a:pt x="149" y="157"/>
                </a:cubicBezTo>
                <a:cubicBezTo>
                  <a:pt x="149" y="157"/>
                  <a:pt x="149" y="157"/>
                  <a:pt x="149" y="157"/>
                </a:cubicBezTo>
                <a:cubicBezTo>
                  <a:pt x="156" y="155"/>
                  <a:pt x="159" y="148"/>
                  <a:pt x="157" y="141"/>
                </a:cubicBezTo>
                <a:cubicBezTo>
                  <a:pt x="125" y="78"/>
                  <a:pt x="125" y="78"/>
                  <a:pt x="125" y="78"/>
                </a:cubicBezTo>
                <a:cubicBezTo>
                  <a:pt x="123" y="73"/>
                  <a:pt x="115" y="65"/>
                  <a:pt x="109" y="65"/>
                </a:cubicBezTo>
                <a:cubicBezTo>
                  <a:pt x="51" y="66"/>
                  <a:pt x="51" y="66"/>
                  <a:pt x="51" y="66"/>
                </a:cubicBezTo>
                <a:cubicBezTo>
                  <a:pt x="46" y="65"/>
                  <a:pt x="38" y="73"/>
                  <a:pt x="35" y="78"/>
                </a:cubicBezTo>
                <a:cubicBezTo>
                  <a:pt x="2" y="141"/>
                  <a:pt x="2" y="141"/>
                  <a:pt x="2" y="141"/>
                </a:cubicBezTo>
                <a:cubicBezTo>
                  <a:pt x="0" y="148"/>
                  <a:pt x="3" y="155"/>
                  <a:pt x="9" y="158"/>
                </a:cubicBezTo>
                <a:cubicBezTo>
                  <a:pt x="9" y="158"/>
                  <a:pt x="9" y="158"/>
                  <a:pt x="9" y="158"/>
                </a:cubicBezTo>
                <a:cubicBezTo>
                  <a:pt x="16" y="160"/>
                  <a:pt x="22" y="156"/>
                  <a:pt x="26" y="150"/>
                </a:cubicBezTo>
                <a:cubicBezTo>
                  <a:pt x="52" y="107"/>
                  <a:pt x="52" y="107"/>
                  <a:pt x="52" y="107"/>
                </a:cubicBezTo>
                <a:cubicBezTo>
                  <a:pt x="27" y="188"/>
                  <a:pt x="27" y="188"/>
                  <a:pt x="27" y="188"/>
                </a:cubicBezTo>
                <a:cubicBezTo>
                  <a:pt x="46" y="192"/>
                  <a:pt x="46" y="192"/>
                  <a:pt x="46" y="192"/>
                </a:cubicBezTo>
                <a:cubicBezTo>
                  <a:pt x="46" y="198"/>
                  <a:pt x="46" y="198"/>
                  <a:pt x="46" y="198"/>
                </a:cubicBezTo>
                <a:cubicBezTo>
                  <a:pt x="45" y="259"/>
                  <a:pt x="45" y="259"/>
                  <a:pt x="45" y="259"/>
                </a:cubicBezTo>
                <a:cubicBezTo>
                  <a:pt x="45" y="262"/>
                  <a:pt x="46" y="264"/>
                  <a:pt x="47" y="267"/>
                </a:cubicBezTo>
                <a:cubicBezTo>
                  <a:pt x="50" y="271"/>
                  <a:pt x="55" y="274"/>
                  <a:pt x="60" y="274"/>
                </a:cubicBezTo>
                <a:cubicBezTo>
                  <a:pt x="60" y="274"/>
                  <a:pt x="60" y="274"/>
                  <a:pt x="60" y="274"/>
                </a:cubicBezTo>
                <a:cubicBezTo>
                  <a:pt x="69" y="274"/>
                  <a:pt x="76" y="267"/>
                  <a:pt x="76" y="259"/>
                </a:cubicBezTo>
                <a:cubicBezTo>
                  <a:pt x="76" y="192"/>
                  <a:pt x="76" y="192"/>
                  <a:pt x="76" y="192"/>
                </a:cubicBezTo>
                <a:cubicBezTo>
                  <a:pt x="85" y="192"/>
                  <a:pt x="85" y="192"/>
                  <a:pt x="85" y="192"/>
                </a:cubicBezTo>
                <a:cubicBezTo>
                  <a:pt x="85" y="259"/>
                  <a:pt x="85" y="259"/>
                  <a:pt x="85" y="259"/>
                </a:cubicBezTo>
                <a:cubicBezTo>
                  <a:pt x="85" y="261"/>
                  <a:pt x="85" y="263"/>
                  <a:pt x="86" y="264"/>
                </a:cubicBezTo>
                <a:cubicBezTo>
                  <a:pt x="88" y="270"/>
                  <a:pt x="94" y="274"/>
                  <a:pt x="100" y="274"/>
                </a:cubicBezTo>
                <a:cubicBezTo>
                  <a:pt x="100" y="274"/>
                  <a:pt x="100" y="274"/>
                  <a:pt x="100" y="274"/>
                </a:cubicBezTo>
                <a:cubicBezTo>
                  <a:pt x="109" y="274"/>
                  <a:pt x="116" y="268"/>
                  <a:pt x="116" y="259"/>
                </a:cubicBezTo>
                <a:cubicBezTo>
                  <a:pt x="115" y="201"/>
                  <a:pt x="115" y="201"/>
                  <a:pt x="115" y="201"/>
                </a:cubicBezTo>
                <a:cubicBezTo>
                  <a:pt x="114" y="192"/>
                  <a:pt x="114" y="192"/>
                  <a:pt x="114" y="192"/>
                </a:cubicBezTo>
                <a:cubicBezTo>
                  <a:pt x="131" y="188"/>
                  <a:pt x="131" y="188"/>
                  <a:pt x="131" y="188"/>
                </a:cubicBezTo>
                <a:cubicBezTo>
                  <a:pt x="108" y="107"/>
                  <a:pt x="108" y="107"/>
                  <a:pt x="108" y="10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7" name="Freeform 31"/>
          <p:cNvSpPr>
            <a:spLocks noEditPoints="1"/>
          </p:cNvSpPr>
          <p:nvPr/>
        </p:nvSpPr>
        <p:spPr bwMode="auto">
          <a:xfrm>
            <a:off x="8359776" y="5578475"/>
            <a:ext cx="534988" cy="754062"/>
          </a:xfrm>
          <a:custGeom>
            <a:avLst/>
            <a:gdLst>
              <a:gd name="T0" fmla="*/ 41 w 116"/>
              <a:gd name="T1" fmla="*/ 155 h 164"/>
              <a:gd name="T2" fmla="*/ 50 w 116"/>
              <a:gd name="T3" fmla="*/ 164 h 164"/>
              <a:gd name="T4" fmla="*/ 50 w 116"/>
              <a:gd name="T5" fmla="*/ 164 h 164"/>
              <a:gd name="T6" fmla="*/ 59 w 116"/>
              <a:gd name="T7" fmla="*/ 155 h 164"/>
              <a:gd name="T8" fmla="*/ 59 w 116"/>
              <a:gd name="T9" fmla="*/ 118 h 164"/>
              <a:gd name="T10" fmla="*/ 64 w 116"/>
              <a:gd name="T11" fmla="*/ 118 h 164"/>
              <a:gd name="T12" fmla="*/ 64 w 116"/>
              <a:gd name="T13" fmla="*/ 155 h 164"/>
              <a:gd name="T14" fmla="*/ 73 w 116"/>
              <a:gd name="T15" fmla="*/ 164 h 164"/>
              <a:gd name="T16" fmla="*/ 73 w 116"/>
              <a:gd name="T17" fmla="*/ 164 h 164"/>
              <a:gd name="T18" fmla="*/ 82 w 116"/>
              <a:gd name="T19" fmla="*/ 155 h 164"/>
              <a:gd name="T20" fmla="*/ 82 w 116"/>
              <a:gd name="T21" fmla="*/ 118 h 164"/>
              <a:gd name="T22" fmla="*/ 97 w 116"/>
              <a:gd name="T23" fmla="*/ 117 h 164"/>
              <a:gd name="T24" fmla="*/ 81 w 116"/>
              <a:gd name="T25" fmla="*/ 73 h 164"/>
              <a:gd name="T26" fmla="*/ 96 w 116"/>
              <a:gd name="T27" fmla="*/ 91 h 164"/>
              <a:gd name="T28" fmla="*/ 109 w 116"/>
              <a:gd name="T29" fmla="*/ 82 h 164"/>
              <a:gd name="T30" fmla="*/ 83 w 116"/>
              <a:gd name="T31" fmla="*/ 49 h 164"/>
              <a:gd name="T32" fmla="*/ 74 w 116"/>
              <a:gd name="T33" fmla="*/ 46 h 164"/>
              <a:gd name="T34" fmla="*/ 49 w 116"/>
              <a:gd name="T35" fmla="*/ 46 h 164"/>
              <a:gd name="T36" fmla="*/ 48 w 116"/>
              <a:gd name="T37" fmla="*/ 46 h 164"/>
              <a:gd name="T38" fmla="*/ 20 w 116"/>
              <a:gd name="T39" fmla="*/ 30 h 164"/>
              <a:gd name="T40" fmla="*/ 12 w 116"/>
              <a:gd name="T41" fmla="*/ 46 h 164"/>
              <a:gd name="T42" fmla="*/ 42 w 116"/>
              <a:gd name="T43" fmla="*/ 63 h 164"/>
              <a:gd name="T44" fmla="*/ 42 w 116"/>
              <a:gd name="T45" fmla="*/ 73 h 164"/>
              <a:gd name="T46" fmla="*/ 25 w 116"/>
              <a:gd name="T47" fmla="*/ 117 h 164"/>
              <a:gd name="T48" fmla="*/ 41 w 116"/>
              <a:gd name="T49" fmla="*/ 118 h 164"/>
              <a:gd name="T50" fmla="*/ 41 w 116"/>
              <a:gd name="T51" fmla="*/ 155 h 164"/>
              <a:gd name="T52" fmla="*/ 61 w 116"/>
              <a:gd name="T53" fmla="*/ 0 h 164"/>
              <a:gd name="T54" fmla="*/ 41 w 116"/>
              <a:gd name="T55" fmla="*/ 20 h 164"/>
              <a:gd name="T56" fmla="*/ 61 w 116"/>
              <a:gd name="T57" fmla="*/ 41 h 164"/>
              <a:gd name="T58" fmla="*/ 82 w 116"/>
              <a:gd name="T59" fmla="*/ 20 h 164"/>
              <a:gd name="T60" fmla="*/ 61 w 116"/>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6" h="164">
                <a:moveTo>
                  <a:pt x="41" y="155"/>
                </a:moveTo>
                <a:cubicBezTo>
                  <a:pt x="41" y="160"/>
                  <a:pt x="45" y="164"/>
                  <a:pt x="50" y="164"/>
                </a:cubicBezTo>
                <a:cubicBezTo>
                  <a:pt x="50" y="164"/>
                  <a:pt x="50" y="164"/>
                  <a:pt x="50" y="164"/>
                </a:cubicBezTo>
                <a:cubicBezTo>
                  <a:pt x="55" y="164"/>
                  <a:pt x="59" y="160"/>
                  <a:pt x="59" y="155"/>
                </a:cubicBezTo>
                <a:cubicBezTo>
                  <a:pt x="59" y="118"/>
                  <a:pt x="59" y="118"/>
                  <a:pt x="59" y="118"/>
                </a:cubicBezTo>
                <a:cubicBezTo>
                  <a:pt x="64" y="118"/>
                  <a:pt x="64" y="118"/>
                  <a:pt x="64" y="118"/>
                </a:cubicBezTo>
                <a:cubicBezTo>
                  <a:pt x="64" y="155"/>
                  <a:pt x="64" y="155"/>
                  <a:pt x="64" y="155"/>
                </a:cubicBezTo>
                <a:cubicBezTo>
                  <a:pt x="64" y="160"/>
                  <a:pt x="68" y="164"/>
                  <a:pt x="73" y="164"/>
                </a:cubicBezTo>
                <a:cubicBezTo>
                  <a:pt x="73" y="164"/>
                  <a:pt x="73" y="164"/>
                  <a:pt x="73" y="164"/>
                </a:cubicBezTo>
                <a:cubicBezTo>
                  <a:pt x="78" y="164"/>
                  <a:pt x="82" y="160"/>
                  <a:pt x="82" y="155"/>
                </a:cubicBezTo>
                <a:cubicBezTo>
                  <a:pt x="82" y="118"/>
                  <a:pt x="82" y="118"/>
                  <a:pt x="82" y="118"/>
                </a:cubicBezTo>
                <a:cubicBezTo>
                  <a:pt x="97" y="117"/>
                  <a:pt x="97" y="117"/>
                  <a:pt x="97" y="117"/>
                </a:cubicBezTo>
                <a:cubicBezTo>
                  <a:pt x="81" y="73"/>
                  <a:pt x="81" y="73"/>
                  <a:pt x="81" y="73"/>
                </a:cubicBezTo>
                <a:cubicBezTo>
                  <a:pt x="96" y="91"/>
                  <a:pt x="96" y="91"/>
                  <a:pt x="96" y="91"/>
                </a:cubicBezTo>
                <a:cubicBezTo>
                  <a:pt x="104" y="101"/>
                  <a:pt x="116" y="90"/>
                  <a:pt x="109" y="82"/>
                </a:cubicBezTo>
                <a:cubicBezTo>
                  <a:pt x="83" y="49"/>
                  <a:pt x="83" y="49"/>
                  <a:pt x="83" y="49"/>
                </a:cubicBezTo>
                <a:cubicBezTo>
                  <a:pt x="81" y="46"/>
                  <a:pt x="77" y="45"/>
                  <a:pt x="74" y="46"/>
                </a:cubicBezTo>
                <a:cubicBezTo>
                  <a:pt x="49" y="46"/>
                  <a:pt x="49" y="46"/>
                  <a:pt x="49" y="46"/>
                </a:cubicBezTo>
                <a:cubicBezTo>
                  <a:pt x="48" y="46"/>
                  <a:pt x="48" y="46"/>
                  <a:pt x="48" y="46"/>
                </a:cubicBezTo>
                <a:cubicBezTo>
                  <a:pt x="39" y="40"/>
                  <a:pt x="30" y="35"/>
                  <a:pt x="20" y="30"/>
                </a:cubicBezTo>
                <a:cubicBezTo>
                  <a:pt x="9" y="23"/>
                  <a:pt x="0" y="38"/>
                  <a:pt x="12" y="46"/>
                </a:cubicBezTo>
                <a:cubicBezTo>
                  <a:pt x="42" y="63"/>
                  <a:pt x="42" y="63"/>
                  <a:pt x="42" y="63"/>
                </a:cubicBezTo>
                <a:cubicBezTo>
                  <a:pt x="42" y="73"/>
                  <a:pt x="42" y="73"/>
                  <a:pt x="42" y="73"/>
                </a:cubicBezTo>
                <a:cubicBezTo>
                  <a:pt x="25" y="117"/>
                  <a:pt x="25" y="117"/>
                  <a:pt x="25" y="117"/>
                </a:cubicBezTo>
                <a:cubicBezTo>
                  <a:pt x="41" y="118"/>
                  <a:pt x="41" y="118"/>
                  <a:pt x="41" y="118"/>
                </a:cubicBezTo>
                <a:cubicBezTo>
                  <a:pt x="41" y="155"/>
                  <a:pt x="41" y="155"/>
                  <a:pt x="41" y="155"/>
                </a:cubicBezTo>
                <a:close/>
                <a:moveTo>
                  <a:pt x="61" y="0"/>
                </a:moveTo>
                <a:cubicBezTo>
                  <a:pt x="50" y="0"/>
                  <a:pt x="41" y="9"/>
                  <a:pt x="41" y="20"/>
                </a:cubicBezTo>
                <a:cubicBezTo>
                  <a:pt x="41" y="32"/>
                  <a:pt x="50" y="41"/>
                  <a:pt x="61" y="41"/>
                </a:cubicBezTo>
                <a:cubicBezTo>
                  <a:pt x="72" y="41"/>
                  <a:pt x="82" y="32"/>
                  <a:pt x="82" y="20"/>
                </a:cubicBezTo>
                <a:cubicBezTo>
                  <a:pt x="82" y="9"/>
                  <a:pt x="72" y="0"/>
                  <a:pt x="61"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28" name="组合 27"/>
          <p:cNvGrpSpPr/>
          <p:nvPr/>
        </p:nvGrpSpPr>
        <p:grpSpPr>
          <a:xfrm>
            <a:off x="1722438" y="1765300"/>
            <a:ext cx="1530350" cy="1549401"/>
            <a:chOff x="1722438" y="1765300"/>
            <a:chExt cx="1530350" cy="1549401"/>
          </a:xfrm>
          <a:solidFill>
            <a:schemeClr val="tx1">
              <a:lumMod val="65000"/>
              <a:lumOff val="35000"/>
            </a:schemeClr>
          </a:solidFill>
        </p:grpSpPr>
        <p:sp>
          <p:nvSpPr>
            <p:cNvPr id="29" name="Freeform 35"/>
            <p:cNvSpPr>
              <a:spLocks/>
            </p:cNvSpPr>
            <p:nvPr/>
          </p:nvSpPr>
          <p:spPr bwMode="auto">
            <a:xfrm>
              <a:off x="2063750" y="1765300"/>
              <a:ext cx="328613" cy="330200"/>
            </a:xfrm>
            <a:custGeom>
              <a:avLst/>
              <a:gdLst>
                <a:gd name="T0" fmla="*/ 186 w 194"/>
                <a:gd name="T1" fmla="*/ 112 h 194"/>
                <a:gd name="T2" fmla="*/ 112 w 194"/>
                <a:gd name="T3" fmla="*/ 8 h 194"/>
                <a:gd name="T4" fmla="*/ 8 w 194"/>
                <a:gd name="T5" fmla="*/ 82 h 194"/>
                <a:gd name="T6" fmla="*/ 82 w 194"/>
                <a:gd name="T7" fmla="*/ 186 h 194"/>
                <a:gd name="T8" fmla="*/ 186 w 194"/>
                <a:gd name="T9" fmla="*/ 112 h 194"/>
              </a:gdLst>
              <a:ahLst/>
              <a:cxnLst>
                <a:cxn ang="0">
                  <a:pos x="T0" y="T1"/>
                </a:cxn>
                <a:cxn ang="0">
                  <a:pos x="T2" y="T3"/>
                </a:cxn>
                <a:cxn ang="0">
                  <a:pos x="T4" y="T5"/>
                </a:cxn>
                <a:cxn ang="0">
                  <a:pos x="T6" y="T7"/>
                </a:cxn>
                <a:cxn ang="0">
                  <a:pos x="T8" y="T9"/>
                </a:cxn>
              </a:cxnLst>
              <a:rect l="0" t="0" r="r" b="b"/>
              <a:pathLst>
                <a:path w="194" h="194">
                  <a:moveTo>
                    <a:pt x="186" y="112"/>
                  </a:moveTo>
                  <a:cubicBezTo>
                    <a:pt x="194" y="63"/>
                    <a:pt x="161" y="17"/>
                    <a:pt x="112" y="8"/>
                  </a:cubicBezTo>
                  <a:cubicBezTo>
                    <a:pt x="63" y="0"/>
                    <a:pt x="17" y="33"/>
                    <a:pt x="8" y="82"/>
                  </a:cubicBezTo>
                  <a:cubicBezTo>
                    <a:pt x="0" y="131"/>
                    <a:pt x="33" y="177"/>
                    <a:pt x="82" y="186"/>
                  </a:cubicBezTo>
                  <a:cubicBezTo>
                    <a:pt x="131" y="194"/>
                    <a:pt x="177" y="161"/>
                    <a:pt x="186" y="1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36"/>
            <p:cNvSpPr>
              <a:spLocks/>
            </p:cNvSpPr>
            <p:nvPr/>
          </p:nvSpPr>
          <p:spPr bwMode="auto">
            <a:xfrm>
              <a:off x="1738313" y="2043113"/>
              <a:ext cx="760413" cy="492125"/>
            </a:xfrm>
            <a:custGeom>
              <a:avLst/>
              <a:gdLst>
                <a:gd name="T0" fmla="*/ 15 w 447"/>
                <a:gd name="T1" fmla="*/ 171 h 290"/>
                <a:gd name="T2" fmla="*/ 86 w 447"/>
                <a:gd name="T3" fmla="*/ 231 h 290"/>
                <a:gd name="T4" fmla="*/ 223 w 447"/>
                <a:gd name="T5" fmla="*/ 288 h 290"/>
                <a:gd name="T6" fmla="*/ 233 w 447"/>
                <a:gd name="T7" fmla="*/ 290 h 290"/>
                <a:gd name="T8" fmla="*/ 264 w 447"/>
                <a:gd name="T9" fmla="*/ 268 h 290"/>
                <a:gd name="T10" fmla="*/ 243 w 447"/>
                <a:gd name="T11" fmla="*/ 228 h 290"/>
                <a:gd name="T12" fmla="*/ 94 w 447"/>
                <a:gd name="T13" fmla="*/ 160 h 290"/>
                <a:gd name="T14" fmla="*/ 69 w 447"/>
                <a:gd name="T15" fmla="*/ 136 h 290"/>
                <a:gd name="T16" fmla="*/ 65 w 447"/>
                <a:gd name="T17" fmla="*/ 124 h 290"/>
                <a:gd name="T18" fmla="*/ 65 w 447"/>
                <a:gd name="T19" fmla="*/ 124 h 290"/>
                <a:gd name="T20" fmla="*/ 73 w 447"/>
                <a:gd name="T21" fmla="*/ 107 h 290"/>
                <a:gd name="T22" fmla="*/ 90 w 447"/>
                <a:gd name="T23" fmla="*/ 92 h 290"/>
                <a:gd name="T24" fmla="*/ 79 w 447"/>
                <a:gd name="T25" fmla="*/ 135 h 290"/>
                <a:gd name="T26" fmla="*/ 99 w 447"/>
                <a:gd name="T27" fmla="*/ 153 h 290"/>
                <a:gd name="T28" fmla="*/ 246 w 447"/>
                <a:gd name="T29" fmla="*/ 220 h 290"/>
                <a:gd name="T30" fmla="*/ 257 w 447"/>
                <a:gd name="T31" fmla="*/ 226 h 290"/>
                <a:gd name="T32" fmla="*/ 282 w 447"/>
                <a:gd name="T33" fmla="*/ 168 h 290"/>
                <a:gd name="T34" fmla="*/ 288 w 447"/>
                <a:gd name="T35" fmla="*/ 178 h 290"/>
                <a:gd name="T36" fmla="*/ 343 w 447"/>
                <a:gd name="T37" fmla="*/ 234 h 290"/>
                <a:gd name="T38" fmla="*/ 411 w 447"/>
                <a:gd name="T39" fmla="*/ 266 h 290"/>
                <a:gd name="T40" fmla="*/ 418 w 447"/>
                <a:gd name="T41" fmla="*/ 247 h 290"/>
                <a:gd name="T42" fmla="*/ 447 w 447"/>
                <a:gd name="T43" fmla="*/ 209 h 290"/>
                <a:gd name="T44" fmla="*/ 440 w 447"/>
                <a:gd name="T45" fmla="*/ 207 h 290"/>
                <a:gd name="T46" fmla="*/ 380 w 447"/>
                <a:gd name="T47" fmla="*/ 182 h 290"/>
                <a:gd name="T48" fmla="*/ 327 w 447"/>
                <a:gd name="T49" fmla="*/ 119 h 290"/>
                <a:gd name="T50" fmla="*/ 314 w 447"/>
                <a:gd name="T51" fmla="*/ 93 h 290"/>
                <a:gd name="T52" fmla="*/ 312 w 447"/>
                <a:gd name="T53" fmla="*/ 86 h 290"/>
                <a:gd name="T54" fmla="*/ 311 w 447"/>
                <a:gd name="T55" fmla="*/ 85 h 290"/>
                <a:gd name="T56" fmla="*/ 311 w 447"/>
                <a:gd name="T57" fmla="*/ 84 h 290"/>
                <a:gd name="T58" fmla="*/ 311 w 447"/>
                <a:gd name="T59" fmla="*/ 84 h 290"/>
                <a:gd name="T60" fmla="*/ 311 w 447"/>
                <a:gd name="T61" fmla="*/ 84 h 290"/>
                <a:gd name="T62" fmla="*/ 303 w 447"/>
                <a:gd name="T63" fmla="*/ 71 h 290"/>
                <a:gd name="T64" fmla="*/ 292 w 447"/>
                <a:gd name="T65" fmla="*/ 63 h 290"/>
                <a:gd name="T66" fmla="*/ 150 w 447"/>
                <a:gd name="T67" fmla="*/ 3 h 290"/>
                <a:gd name="T68" fmla="*/ 140 w 447"/>
                <a:gd name="T69" fmla="*/ 1 h 290"/>
                <a:gd name="T70" fmla="*/ 126 w 447"/>
                <a:gd name="T71" fmla="*/ 2 h 290"/>
                <a:gd name="T72" fmla="*/ 126 w 447"/>
                <a:gd name="T73" fmla="*/ 2 h 290"/>
                <a:gd name="T74" fmla="*/ 68 w 447"/>
                <a:gd name="T75" fmla="*/ 30 h 290"/>
                <a:gd name="T76" fmla="*/ 25 w 447"/>
                <a:gd name="T77" fmla="*/ 65 h 290"/>
                <a:gd name="T78" fmla="*/ 1 w 447"/>
                <a:gd name="T79" fmla="*/ 124 h 290"/>
                <a:gd name="T80" fmla="*/ 1 w 447"/>
                <a:gd name="T81" fmla="*/ 124 h 290"/>
                <a:gd name="T82" fmla="*/ 15 w 447"/>
                <a:gd name="T83" fmla="*/ 171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47" h="290">
                  <a:moveTo>
                    <a:pt x="15" y="171"/>
                  </a:moveTo>
                  <a:cubicBezTo>
                    <a:pt x="30" y="193"/>
                    <a:pt x="53" y="212"/>
                    <a:pt x="86" y="231"/>
                  </a:cubicBezTo>
                  <a:cubicBezTo>
                    <a:pt x="119" y="250"/>
                    <a:pt x="164" y="269"/>
                    <a:pt x="223" y="288"/>
                  </a:cubicBezTo>
                  <a:cubicBezTo>
                    <a:pt x="227" y="289"/>
                    <a:pt x="230" y="290"/>
                    <a:pt x="233" y="290"/>
                  </a:cubicBezTo>
                  <a:cubicBezTo>
                    <a:pt x="247" y="290"/>
                    <a:pt x="259" y="281"/>
                    <a:pt x="264" y="268"/>
                  </a:cubicBezTo>
                  <a:cubicBezTo>
                    <a:pt x="269" y="251"/>
                    <a:pt x="260" y="233"/>
                    <a:pt x="243" y="228"/>
                  </a:cubicBezTo>
                  <a:cubicBezTo>
                    <a:pt x="168" y="203"/>
                    <a:pt x="120" y="179"/>
                    <a:pt x="94" y="160"/>
                  </a:cubicBezTo>
                  <a:cubicBezTo>
                    <a:pt x="81" y="150"/>
                    <a:pt x="73" y="142"/>
                    <a:pt x="69" y="136"/>
                  </a:cubicBezTo>
                  <a:cubicBezTo>
                    <a:pt x="65" y="130"/>
                    <a:pt x="65" y="126"/>
                    <a:pt x="65" y="124"/>
                  </a:cubicBezTo>
                  <a:cubicBezTo>
                    <a:pt x="65" y="124"/>
                    <a:pt x="65" y="124"/>
                    <a:pt x="65" y="124"/>
                  </a:cubicBezTo>
                  <a:cubicBezTo>
                    <a:pt x="65" y="120"/>
                    <a:pt x="66" y="115"/>
                    <a:pt x="73" y="107"/>
                  </a:cubicBezTo>
                  <a:cubicBezTo>
                    <a:pt x="77" y="102"/>
                    <a:pt x="83" y="97"/>
                    <a:pt x="90" y="92"/>
                  </a:cubicBezTo>
                  <a:cubicBezTo>
                    <a:pt x="79" y="135"/>
                    <a:pt x="79" y="135"/>
                    <a:pt x="79" y="135"/>
                  </a:cubicBezTo>
                  <a:cubicBezTo>
                    <a:pt x="82" y="140"/>
                    <a:pt x="88" y="146"/>
                    <a:pt x="99" y="153"/>
                  </a:cubicBezTo>
                  <a:cubicBezTo>
                    <a:pt x="119" y="168"/>
                    <a:pt x="161" y="192"/>
                    <a:pt x="246" y="220"/>
                  </a:cubicBezTo>
                  <a:cubicBezTo>
                    <a:pt x="250" y="221"/>
                    <a:pt x="254" y="223"/>
                    <a:pt x="257" y="226"/>
                  </a:cubicBezTo>
                  <a:cubicBezTo>
                    <a:pt x="282" y="168"/>
                    <a:pt x="282" y="168"/>
                    <a:pt x="282" y="168"/>
                  </a:cubicBezTo>
                  <a:cubicBezTo>
                    <a:pt x="284" y="171"/>
                    <a:pt x="286" y="175"/>
                    <a:pt x="288" y="178"/>
                  </a:cubicBezTo>
                  <a:cubicBezTo>
                    <a:pt x="301" y="197"/>
                    <a:pt x="319" y="217"/>
                    <a:pt x="343" y="234"/>
                  </a:cubicBezTo>
                  <a:cubicBezTo>
                    <a:pt x="362" y="248"/>
                    <a:pt x="385" y="260"/>
                    <a:pt x="411" y="266"/>
                  </a:cubicBezTo>
                  <a:cubicBezTo>
                    <a:pt x="413" y="260"/>
                    <a:pt x="415" y="254"/>
                    <a:pt x="418" y="247"/>
                  </a:cubicBezTo>
                  <a:cubicBezTo>
                    <a:pt x="425" y="230"/>
                    <a:pt x="435" y="218"/>
                    <a:pt x="447" y="209"/>
                  </a:cubicBezTo>
                  <a:cubicBezTo>
                    <a:pt x="445" y="208"/>
                    <a:pt x="442" y="207"/>
                    <a:pt x="440" y="207"/>
                  </a:cubicBezTo>
                  <a:cubicBezTo>
                    <a:pt x="416" y="203"/>
                    <a:pt x="397" y="194"/>
                    <a:pt x="380" y="182"/>
                  </a:cubicBezTo>
                  <a:cubicBezTo>
                    <a:pt x="356" y="165"/>
                    <a:pt x="338" y="140"/>
                    <a:pt x="327" y="119"/>
                  </a:cubicBezTo>
                  <a:cubicBezTo>
                    <a:pt x="321" y="109"/>
                    <a:pt x="317" y="100"/>
                    <a:pt x="314" y="93"/>
                  </a:cubicBezTo>
                  <a:cubicBezTo>
                    <a:pt x="313" y="90"/>
                    <a:pt x="312" y="88"/>
                    <a:pt x="312" y="86"/>
                  </a:cubicBezTo>
                  <a:cubicBezTo>
                    <a:pt x="311" y="85"/>
                    <a:pt x="311" y="85"/>
                    <a:pt x="311" y="85"/>
                  </a:cubicBezTo>
                  <a:cubicBezTo>
                    <a:pt x="311" y="84"/>
                    <a:pt x="311" y="84"/>
                    <a:pt x="311" y="84"/>
                  </a:cubicBezTo>
                  <a:cubicBezTo>
                    <a:pt x="311" y="84"/>
                    <a:pt x="311" y="84"/>
                    <a:pt x="311" y="84"/>
                  </a:cubicBezTo>
                  <a:cubicBezTo>
                    <a:pt x="311" y="84"/>
                    <a:pt x="311" y="84"/>
                    <a:pt x="311" y="84"/>
                  </a:cubicBezTo>
                  <a:cubicBezTo>
                    <a:pt x="309" y="79"/>
                    <a:pt x="307" y="74"/>
                    <a:pt x="303" y="71"/>
                  </a:cubicBezTo>
                  <a:cubicBezTo>
                    <a:pt x="300" y="68"/>
                    <a:pt x="296" y="65"/>
                    <a:pt x="292" y="63"/>
                  </a:cubicBezTo>
                  <a:cubicBezTo>
                    <a:pt x="150" y="3"/>
                    <a:pt x="150" y="3"/>
                    <a:pt x="150" y="3"/>
                  </a:cubicBezTo>
                  <a:cubicBezTo>
                    <a:pt x="147" y="2"/>
                    <a:pt x="143" y="1"/>
                    <a:pt x="140" y="1"/>
                  </a:cubicBezTo>
                  <a:cubicBezTo>
                    <a:pt x="135" y="0"/>
                    <a:pt x="130" y="1"/>
                    <a:pt x="126" y="2"/>
                  </a:cubicBezTo>
                  <a:cubicBezTo>
                    <a:pt x="126" y="2"/>
                    <a:pt x="126" y="2"/>
                    <a:pt x="126" y="2"/>
                  </a:cubicBezTo>
                  <a:cubicBezTo>
                    <a:pt x="124" y="3"/>
                    <a:pt x="97" y="12"/>
                    <a:pt x="68" y="30"/>
                  </a:cubicBezTo>
                  <a:cubicBezTo>
                    <a:pt x="53" y="39"/>
                    <a:pt x="38" y="50"/>
                    <a:pt x="25" y="65"/>
                  </a:cubicBezTo>
                  <a:cubicBezTo>
                    <a:pt x="12" y="80"/>
                    <a:pt x="1" y="99"/>
                    <a:pt x="1" y="124"/>
                  </a:cubicBezTo>
                  <a:cubicBezTo>
                    <a:pt x="1" y="124"/>
                    <a:pt x="1" y="124"/>
                    <a:pt x="1" y="124"/>
                  </a:cubicBezTo>
                  <a:cubicBezTo>
                    <a:pt x="0" y="140"/>
                    <a:pt x="6" y="156"/>
                    <a:pt x="15" y="1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37"/>
            <p:cNvSpPr>
              <a:spLocks/>
            </p:cNvSpPr>
            <p:nvPr/>
          </p:nvSpPr>
          <p:spPr bwMode="auto">
            <a:xfrm>
              <a:off x="1722438" y="2417763"/>
              <a:ext cx="558800" cy="893763"/>
            </a:xfrm>
            <a:custGeom>
              <a:avLst/>
              <a:gdLst>
                <a:gd name="T0" fmla="*/ 252 w 329"/>
                <a:gd name="T1" fmla="*/ 423 h 526"/>
                <a:gd name="T2" fmla="*/ 329 w 329"/>
                <a:gd name="T3" fmla="*/ 316 h 526"/>
                <a:gd name="T4" fmla="*/ 329 w 329"/>
                <a:gd name="T5" fmla="*/ 314 h 526"/>
                <a:gd name="T6" fmla="*/ 296 w 329"/>
                <a:gd name="T7" fmla="*/ 314 h 526"/>
                <a:gd name="T8" fmla="*/ 272 w 329"/>
                <a:gd name="T9" fmla="*/ 291 h 526"/>
                <a:gd name="T10" fmla="*/ 296 w 329"/>
                <a:gd name="T11" fmla="*/ 267 h 526"/>
                <a:gd name="T12" fmla="*/ 321 w 329"/>
                <a:gd name="T13" fmla="*/ 267 h 526"/>
                <a:gd name="T14" fmla="*/ 281 w 329"/>
                <a:gd name="T15" fmla="*/ 165 h 526"/>
                <a:gd name="T16" fmla="*/ 230 w 329"/>
                <a:gd name="T17" fmla="*/ 94 h 526"/>
                <a:gd name="T18" fmla="*/ 237 w 329"/>
                <a:gd name="T19" fmla="*/ 76 h 526"/>
                <a:gd name="T20" fmla="*/ 231 w 329"/>
                <a:gd name="T21" fmla="*/ 75 h 526"/>
                <a:gd name="T22" fmla="*/ 92 w 329"/>
                <a:gd name="T23" fmla="*/ 17 h 526"/>
                <a:gd name="T24" fmla="*/ 66 w 329"/>
                <a:gd name="T25" fmla="*/ 0 h 526"/>
                <a:gd name="T26" fmla="*/ 48 w 329"/>
                <a:gd name="T27" fmla="*/ 67 h 526"/>
                <a:gd name="T28" fmla="*/ 46 w 329"/>
                <a:gd name="T29" fmla="*/ 84 h 526"/>
                <a:gd name="T30" fmla="*/ 48 w 329"/>
                <a:gd name="T31" fmla="*/ 100 h 526"/>
                <a:gd name="T32" fmla="*/ 48 w 329"/>
                <a:gd name="T33" fmla="*/ 100 h 526"/>
                <a:gd name="T34" fmla="*/ 61 w 329"/>
                <a:gd name="T35" fmla="*/ 220 h 526"/>
                <a:gd name="T36" fmla="*/ 11 w 329"/>
                <a:gd name="T37" fmla="*/ 453 h 526"/>
                <a:gd name="T38" fmla="*/ 36 w 329"/>
                <a:gd name="T39" fmla="*/ 519 h 526"/>
                <a:gd name="T40" fmla="*/ 57 w 329"/>
                <a:gd name="T41" fmla="*/ 524 h 526"/>
                <a:gd name="T42" fmla="*/ 102 w 329"/>
                <a:gd name="T43" fmla="*/ 495 h 526"/>
                <a:gd name="T44" fmla="*/ 161 w 329"/>
                <a:gd name="T45" fmla="*/ 220 h 526"/>
                <a:gd name="T46" fmla="*/ 159 w 329"/>
                <a:gd name="T47" fmla="*/ 165 h 526"/>
                <a:gd name="T48" fmla="*/ 196 w 329"/>
                <a:gd name="T49" fmla="*/ 217 h 526"/>
                <a:gd name="T50" fmla="*/ 232 w 329"/>
                <a:gd name="T51" fmla="*/ 356 h 526"/>
                <a:gd name="T52" fmla="*/ 213 w 329"/>
                <a:gd name="T53" fmla="*/ 459 h 526"/>
                <a:gd name="T54" fmla="*/ 244 w 329"/>
                <a:gd name="T55" fmla="*/ 523 h 526"/>
                <a:gd name="T56" fmla="*/ 261 w 329"/>
                <a:gd name="T57" fmla="*/ 526 h 526"/>
                <a:gd name="T58" fmla="*/ 295 w 329"/>
                <a:gd name="T59" fmla="*/ 512 h 526"/>
                <a:gd name="T60" fmla="*/ 252 w 329"/>
                <a:gd name="T61" fmla="*/ 423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29" h="526">
                  <a:moveTo>
                    <a:pt x="252" y="423"/>
                  </a:moveTo>
                  <a:cubicBezTo>
                    <a:pt x="252" y="373"/>
                    <a:pt x="285" y="331"/>
                    <a:pt x="329" y="316"/>
                  </a:cubicBezTo>
                  <a:cubicBezTo>
                    <a:pt x="329" y="316"/>
                    <a:pt x="329" y="315"/>
                    <a:pt x="329" y="314"/>
                  </a:cubicBezTo>
                  <a:cubicBezTo>
                    <a:pt x="296" y="314"/>
                    <a:pt x="296" y="314"/>
                    <a:pt x="296" y="314"/>
                  </a:cubicBezTo>
                  <a:cubicBezTo>
                    <a:pt x="283" y="314"/>
                    <a:pt x="272" y="304"/>
                    <a:pt x="272" y="291"/>
                  </a:cubicBezTo>
                  <a:cubicBezTo>
                    <a:pt x="272" y="277"/>
                    <a:pt x="283" y="267"/>
                    <a:pt x="296" y="267"/>
                  </a:cubicBezTo>
                  <a:cubicBezTo>
                    <a:pt x="321" y="267"/>
                    <a:pt x="321" y="267"/>
                    <a:pt x="321" y="267"/>
                  </a:cubicBezTo>
                  <a:cubicBezTo>
                    <a:pt x="311" y="226"/>
                    <a:pt x="296" y="192"/>
                    <a:pt x="281" y="165"/>
                  </a:cubicBezTo>
                  <a:cubicBezTo>
                    <a:pt x="258" y="125"/>
                    <a:pt x="236" y="101"/>
                    <a:pt x="230" y="94"/>
                  </a:cubicBezTo>
                  <a:cubicBezTo>
                    <a:pt x="237" y="76"/>
                    <a:pt x="237" y="76"/>
                    <a:pt x="237" y="76"/>
                  </a:cubicBezTo>
                  <a:cubicBezTo>
                    <a:pt x="235" y="76"/>
                    <a:pt x="233" y="76"/>
                    <a:pt x="231" y="75"/>
                  </a:cubicBezTo>
                  <a:cubicBezTo>
                    <a:pt x="173" y="56"/>
                    <a:pt x="127" y="37"/>
                    <a:pt x="92" y="17"/>
                  </a:cubicBezTo>
                  <a:cubicBezTo>
                    <a:pt x="82" y="11"/>
                    <a:pt x="74" y="6"/>
                    <a:pt x="66" y="0"/>
                  </a:cubicBezTo>
                  <a:cubicBezTo>
                    <a:pt x="48" y="67"/>
                    <a:pt x="48" y="67"/>
                    <a:pt x="48" y="67"/>
                  </a:cubicBezTo>
                  <a:cubicBezTo>
                    <a:pt x="46" y="72"/>
                    <a:pt x="45" y="78"/>
                    <a:pt x="46" y="84"/>
                  </a:cubicBezTo>
                  <a:cubicBezTo>
                    <a:pt x="46" y="89"/>
                    <a:pt x="46" y="94"/>
                    <a:pt x="48" y="100"/>
                  </a:cubicBezTo>
                  <a:cubicBezTo>
                    <a:pt x="48" y="100"/>
                    <a:pt x="48" y="100"/>
                    <a:pt x="48" y="100"/>
                  </a:cubicBezTo>
                  <a:cubicBezTo>
                    <a:pt x="49" y="103"/>
                    <a:pt x="61" y="151"/>
                    <a:pt x="61" y="220"/>
                  </a:cubicBezTo>
                  <a:cubicBezTo>
                    <a:pt x="61" y="285"/>
                    <a:pt x="51" y="368"/>
                    <a:pt x="11" y="453"/>
                  </a:cubicBezTo>
                  <a:cubicBezTo>
                    <a:pt x="0" y="478"/>
                    <a:pt x="11" y="507"/>
                    <a:pt x="36" y="519"/>
                  </a:cubicBezTo>
                  <a:cubicBezTo>
                    <a:pt x="42" y="522"/>
                    <a:pt x="50" y="524"/>
                    <a:pt x="57" y="524"/>
                  </a:cubicBezTo>
                  <a:cubicBezTo>
                    <a:pt x="75" y="524"/>
                    <a:pt x="94" y="513"/>
                    <a:pt x="102" y="495"/>
                  </a:cubicBezTo>
                  <a:cubicBezTo>
                    <a:pt x="149" y="393"/>
                    <a:pt x="161" y="296"/>
                    <a:pt x="161" y="220"/>
                  </a:cubicBezTo>
                  <a:cubicBezTo>
                    <a:pt x="161" y="200"/>
                    <a:pt x="160" y="182"/>
                    <a:pt x="159" y="165"/>
                  </a:cubicBezTo>
                  <a:cubicBezTo>
                    <a:pt x="164" y="170"/>
                    <a:pt x="180" y="188"/>
                    <a:pt x="196" y="217"/>
                  </a:cubicBezTo>
                  <a:cubicBezTo>
                    <a:pt x="214" y="251"/>
                    <a:pt x="232" y="298"/>
                    <a:pt x="232" y="356"/>
                  </a:cubicBezTo>
                  <a:cubicBezTo>
                    <a:pt x="232" y="387"/>
                    <a:pt x="227" y="421"/>
                    <a:pt x="213" y="459"/>
                  </a:cubicBezTo>
                  <a:cubicBezTo>
                    <a:pt x="204" y="485"/>
                    <a:pt x="218" y="514"/>
                    <a:pt x="244" y="523"/>
                  </a:cubicBezTo>
                  <a:cubicBezTo>
                    <a:pt x="250" y="525"/>
                    <a:pt x="255" y="526"/>
                    <a:pt x="261" y="526"/>
                  </a:cubicBezTo>
                  <a:cubicBezTo>
                    <a:pt x="274" y="526"/>
                    <a:pt x="286" y="520"/>
                    <a:pt x="295" y="512"/>
                  </a:cubicBezTo>
                  <a:cubicBezTo>
                    <a:pt x="269" y="491"/>
                    <a:pt x="252" y="459"/>
                    <a:pt x="252" y="4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38"/>
            <p:cNvSpPr>
              <a:spLocks/>
            </p:cNvSpPr>
            <p:nvPr/>
          </p:nvSpPr>
          <p:spPr bwMode="auto">
            <a:xfrm>
              <a:off x="2232025" y="3043238"/>
              <a:ext cx="52388" cy="166688"/>
            </a:xfrm>
            <a:custGeom>
              <a:avLst/>
              <a:gdLst>
                <a:gd name="T0" fmla="*/ 0 w 31"/>
                <a:gd name="T1" fmla="*/ 55 h 98"/>
                <a:gd name="T2" fmla="*/ 16 w 31"/>
                <a:gd name="T3" fmla="*/ 98 h 98"/>
                <a:gd name="T4" fmla="*/ 24 w 31"/>
                <a:gd name="T5" fmla="*/ 67 h 98"/>
                <a:gd name="T6" fmla="*/ 22 w 31"/>
                <a:gd name="T7" fmla="*/ 55 h 98"/>
                <a:gd name="T8" fmla="*/ 29 w 31"/>
                <a:gd name="T9" fmla="*/ 30 h 98"/>
                <a:gd name="T10" fmla="*/ 31 w 31"/>
                <a:gd name="T11" fmla="*/ 0 h 98"/>
                <a:gd name="T12" fmla="*/ 0 w 31"/>
                <a:gd name="T13" fmla="*/ 55 h 98"/>
              </a:gdLst>
              <a:ahLst/>
              <a:cxnLst>
                <a:cxn ang="0">
                  <a:pos x="T0" y="T1"/>
                </a:cxn>
                <a:cxn ang="0">
                  <a:pos x="T2" y="T3"/>
                </a:cxn>
                <a:cxn ang="0">
                  <a:pos x="T4" y="T5"/>
                </a:cxn>
                <a:cxn ang="0">
                  <a:pos x="T6" y="T7"/>
                </a:cxn>
                <a:cxn ang="0">
                  <a:pos x="T8" y="T9"/>
                </a:cxn>
                <a:cxn ang="0">
                  <a:pos x="T10" y="T11"/>
                </a:cxn>
                <a:cxn ang="0">
                  <a:pos x="T12" y="T13"/>
                </a:cxn>
              </a:cxnLst>
              <a:rect l="0" t="0" r="r" b="b"/>
              <a:pathLst>
                <a:path w="31" h="98">
                  <a:moveTo>
                    <a:pt x="0" y="55"/>
                  </a:moveTo>
                  <a:cubicBezTo>
                    <a:pt x="0" y="71"/>
                    <a:pt x="6" y="86"/>
                    <a:pt x="16" y="98"/>
                  </a:cubicBezTo>
                  <a:cubicBezTo>
                    <a:pt x="19" y="87"/>
                    <a:pt x="21" y="77"/>
                    <a:pt x="24" y="67"/>
                  </a:cubicBezTo>
                  <a:cubicBezTo>
                    <a:pt x="23" y="63"/>
                    <a:pt x="22" y="59"/>
                    <a:pt x="22" y="55"/>
                  </a:cubicBezTo>
                  <a:cubicBezTo>
                    <a:pt x="22" y="46"/>
                    <a:pt x="25" y="37"/>
                    <a:pt x="29" y="30"/>
                  </a:cubicBezTo>
                  <a:cubicBezTo>
                    <a:pt x="30" y="20"/>
                    <a:pt x="31" y="9"/>
                    <a:pt x="31" y="0"/>
                  </a:cubicBezTo>
                  <a:cubicBezTo>
                    <a:pt x="13" y="11"/>
                    <a:pt x="0" y="31"/>
                    <a:pt x="0" y="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39"/>
            <p:cNvSpPr>
              <a:spLocks noEditPoints="1"/>
            </p:cNvSpPr>
            <p:nvPr/>
          </p:nvSpPr>
          <p:spPr bwMode="auto">
            <a:xfrm>
              <a:off x="2163763" y="2771775"/>
              <a:ext cx="527050" cy="542925"/>
            </a:xfrm>
            <a:custGeom>
              <a:avLst/>
              <a:gdLst>
                <a:gd name="T0" fmla="*/ 287 w 310"/>
                <a:gd name="T1" fmla="*/ 248 h 320"/>
                <a:gd name="T2" fmla="*/ 274 w 310"/>
                <a:gd name="T3" fmla="*/ 246 h 320"/>
                <a:gd name="T4" fmla="*/ 251 w 310"/>
                <a:gd name="T5" fmla="*/ 226 h 320"/>
                <a:gd name="T6" fmla="*/ 249 w 310"/>
                <a:gd name="T7" fmla="*/ 195 h 320"/>
                <a:gd name="T8" fmla="*/ 269 w 310"/>
                <a:gd name="T9" fmla="*/ 132 h 320"/>
                <a:gd name="T10" fmla="*/ 234 w 310"/>
                <a:gd name="T11" fmla="*/ 49 h 320"/>
                <a:gd name="T12" fmla="*/ 254 w 310"/>
                <a:gd name="T13" fmla="*/ 49 h 320"/>
                <a:gd name="T14" fmla="*/ 204 w 310"/>
                <a:gd name="T15" fmla="*/ 22 h 320"/>
                <a:gd name="T16" fmla="*/ 161 w 310"/>
                <a:gd name="T17" fmla="*/ 0 h 320"/>
                <a:gd name="T18" fmla="*/ 148 w 310"/>
                <a:gd name="T19" fmla="*/ 23 h 320"/>
                <a:gd name="T20" fmla="*/ 174 w 310"/>
                <a:gd name="T21" fmla="*/ 49 h 320"/>
                <a:gd name="T22" fmla="*/ 199 w 310"/>
                <a:gd name="T23" fmla="*/ 49 h 320"/>
                <a:gd name="T24" fmla="*/ 207 w 310"/>
                <a:gd name="T25" fmla="*/ 67 h 320"/>
                <a:gd name="T26" fmla="*/ 36 w 310"/>
                <a:gd name="T27" fmla="*/ 67 h 320"/>
                <a:gd name="T28" fmla="*/ 20 w 310"/>
                <a:gd name="T29" fmla="*/ 83 h 320"/>
                <a:gd name="T30" fmla="*/ 36 w 310"/>
                <a:gd name="T31" fmla="*/ 98 h 320"/>
                <a:gd name="T32" fmla="*/ 220 w 310"/>
                <a:gd name="T33" fmla="*/ 98 h 320"/>
                <a:gd name="T34" fmla="*/ 254 w 310"/>
                <a:gd name="T35" fmla="*/ 176 h 320"/>
                <a:gd name="T36" fmla="*/ 202 w 310"/>
                <a:gd name="T37" fmla="*/ 176 h 320"/>
                <a:gd name="T38" fmla="*/ 105 w 310"/>
                <a:gd name="T39" fmla="*/ 110 h 320"/>
                <a:gd name="T40" fmla="*/ 0 w 310"/>
                <a:gd name="T41" fmla="*/ 215 h 320"/>
                <a:gd name="T42" fmla="*/ 105 w 310"/>
                <a:gd name="T43" fmla="*/ 320 h 320"/>
                <a:gd name="T44" fmla="*/ 202 w 310"/>
                <a:gd name="T45" fmla="*/ 254 h 320"/>
                <a:gd name="T46" fmla="*/ 280 w 310"/>
                <a:gd name="T47" fmla="*/ 254 h 320"/>
                <a:gd name="T48" fmla="*/ 310 w 310"/>
                <a:gd name="T49" fmla="*/ 240 h 320"/>
                <a:gd name="T50" fmla="*/ 287 w 310"/>
                <a:gd name="T51" fmla="*/ 248 h 320"/>
                <a:gd name="T52" fmla="*/ 109 w 310"/>
                <a:gd name="T53" fmla="*/ 254 h 320"/>
                <a:gd name="T54" fmla="*/ 166 w 310"/>
                <a:gd name="T55" fmla="*/ 254 h 320"/>
                <a:gd name="T56" fmla="*/ 105 w 310"/>
                <a:gd name="T57" fmla="*/ 288 h 320"/>
                <a:gd name="T58" fmla="*/ 32 w 310"/>
                <a:gd name="T59" fmla="*/ 215 h 320"/>
                <a:gd name="T60" fmla="*/ 105 w 310"/>
                <a:gd name="T61" fmla="*/ 142 h 320"/>
                <a:gd name="T62" fmla="*/ 166 w 310"/>
                <a:gd name="T63" fmla="*/ 176 h 320"/>
                <a:gd name="T64" fmla="*/ 109 w 310"/>
                <a:gd name="T65" fmla="*/ 176 h 320"/>
                <a:gd name="T66" fmla="*/ 70 w 310"/>
                <a:gd name="T67" fmla="*/ 215 h 320"/>
                <a:gd name="T68" fmla="*/ 109 w 310"/>
                <a:gd name="T69" fmla="*/ 254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10" h="320">
                  <a:moveTo>
                    <a:pt x="287" y="248"/>
                  </a:moveTo>
                  <a:cubicBezTo>
                    <a:pt x="282" y="248"/>
                    <a:pt x="278" y="247"/>
                    <a:pt x="274" y="246"/>
                  </a:cubicBezTo>
                  <a:cubicBezTo>
                    <a:pt x="264" y="242"/>
                    <a:pt x="256" y="235"/>
                    <a:pt x="251" y="226"/>
                  </a:cubicBezTo>
                  <a:cubicBezTo>
                    <a:pt x="246" y="216"/>
                    <a:pt x="245" y="205"/>
                    <a:pt x="249" y="195"/>
                  </a:cubicBezTo>
                  <a:cubicBezTo>
                    <a:pt x="269" y="132"/>
                    <a:pt x="269" y="132"/>
                    <a:pt x="269" y="132"/>
                  </a:cubicBezTo>
                  <a:cubicBezTo>
                    <a:pt x="234" y="49"/>
                    <a:pt x="234" y="49"/>
                    <a:pt x="234" y="49"/>
                  </a:cubicBezTo>
                  <a:cubicBezTo>
                    <a:pt x="254" y="49"/>
                    <a:pt x="254" y="49"/>
                    <a:pt x="254" y="49"/>
                  </a:cubicBezTo>
                  <a:cubicBezTo>
                    <a:pt x="204" y="22"/>
                    <a:pt x="204" y="22"/>
                    <a:pt x="204" y="22"/>
                  </a:cubicBezTo>
                  <a:cubicBezTo>
                    <a:pt x="185" y="20"/>
                    <a:pt x="171" y="13"/>
                    <a:pt x="161" y="0"/>
                  </a:cubicBezTo>
                  <a:cubicBezTo>
                    <a:pt x="153" y="5"/>
                    <a:pt x="148" y="13"/>
                    <a:pt x="148" y="23"/>
                  </a:cubicBezTo>
                  <a:cubicBezTo>
                    <a:pt x="148" y="37"/>
                    <a:pt x="160" y="49"/>
                    <a:pt x="174" y="49"/>
                  </a:cubicBezTo>
                  <a:cubicBezTo>
                    <a:pt x="199" y="49"/>
                    <a:pt x="199" y="49"/>
                    <a:pt x="199" y="49"/>
                  </a:cubicBezTo>
                  <a:cubicBezTo>
                    <a:pt x="207" y="67"/>
                    <a:pt x="207" y="67"/>
                    <a:pt x="207" y="67"/>
                  </a:cubicBezTo>
                  <a:cubicBezTo>
                    <a:pt x="36" y="67"/>
                    <a:pt x="36" y="67"/>
                    <a:pt x="36" y="67"/>
                  </a:cubicBezTo>
                  <a:cubicBezTo>
                    <a:pt x="27" y="67"/>
                    <a:pt x="20" y="74"/>
                    <a:pt x="20" y="83"/>
                  </a:cubicBezTo>
                  <a:cubicBezTo>
                    <a:pt x="20" y="91"/>
                    <a:pt x="27" y="98"/>
                    <a:pt x="36" y="98"/>
                  </a:cubicBezTo>
                  <a:cubicBezTo>
                    <a:pt x="220" y="98"/>
                    <a:pt x="220" y="98"/>
                    <a:pt x="220" y="98"/>
                  </a:cubicBezTo>
                  <a:cubicBezTo>
                    <a:pt x="254" y="176"/>
                    <a:pt x="254" y="176"/>
                    <a:pt x="254" y="176"/>
                  </a:cubicBezTo>
                  <a:cubicBezTo>
                    <a:pt x="202" y="176"/>
                    <a:pt x="202" y="176"/>
                    <a:pt x="202" y="176"/>
                  </a:cubicBezTo>
                  <a:cubicBezTo>
                    <a:pt x="186" y="138"/>
                    <a:pt x="149" y="110"/>
                    <a:pt x="105" y="110"/>
                  </a:cubicBezTo>
                  <a:cubicBezTo>
                    <a:pt x="47" y="110"/>
                    <a:pt x="0" y="157"/>
                    <a:pt x="0" y="215"/>
                  </a:cubicBezTo>
                  <a:cubicBezTo>
                    <a:pt x="0" y="273"/>
                    <a:pt x="47" y="320"/>
                    <a:pt x="105" y="320"/>
                  </a:cubicBezTo>
                  <a:cubicBezTo>
                    <a:pt x="149" y="320"/>
                    <a:pt x="186" y="292"/>
                    <a:pt x="202" y="254"/>
                  </a:cubicBezTo>
                  <a:cubicBezTo>
                    <a:pt x="280" y="254"/>
                    <a:pt x="280" y="254"/>
                    <a:pt x="280" y="254"/>
                  </a:cubicBezTo>
                  <a:cubicBezTo>
                    <a:pt x="292" y="254"/>
                    <a:pt x="303" y="249"/>
                    <a:pt x="310" y="240"/>
                  </a:cubicBezTo>
                  <a:cubicBezTo>
                    <a:pt x="304" y="245"/>
                    <a:pt x="295" y="248"/>
                    <a:pt x="287" y="248"/>
                  </a:cubicBezTo>
                  <a:close/>
                  <a:moveTo>
                    <a:pt x="109" y="254"/>
                  </a:moveTo>
                  <a:cubicBezTo>
                    <a:pt x="166" y="254"/>
                    <a:pt x="166" y="254"/>
                    <a:pt x="166" y="254"/>
                  </a:cubicBezTo>
                  <a:cubicBezTo>
                    <a:pt x="153" y="274"/>
                    <a:pt x="131" y="288"/>
                    <a:pt x="105" y="288"/>
                  </a:cubicBezTo>
                  <a:cubicBezTo>
                    <a:pt x="65" y="288"/>
                    <a:pt x="32" y="255"/>
                    <a:pt x="32" y="215"/>
                  </a:cubicBezTo>
                  <a:cubicBezTo>
                    <a:pt x="32" y="175"/>
                    <a:pt x="65" y="142"/>
                    <a:pt x="105" y="142"/>
                  </a:cubicBezTo>
                  <a:cubicBezTo>
                    <a:pt x="131" y="142"/>
                    <a:pt x="153" y="156"/>
                    <a:pt x="166" y="176"/>
                  </a:cubicBezTo>
                  <a:cubicBezTo>
                    <a:pt x="109" y="176"/>
                    <a:pt x="109" y="176"/>
                    <a:pt x="109" y="176"/>
                  </a:cubicBezTo>
                  <a:cubicBezTo>
                    <a:pt x="87" y="176"/>
                    <a:pt x="70" y="193"/>
                    <a:pt x="70" y="215"/>
                  </a:cubicBezTo>
                  <a:cubicBezTo>
                    <a:pt x="70" y="237"/>
                    <a:pt x="87" y="254"/>
                    <a:pt x="109" y="254"/>
                  </a:cubicBezTo>
                  <a:close/>
                </a:path>
              </a:pathLst>
            </a:custGeom>
            <a:solidFill>
              <a:srgbClr val="B4540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40"/>
            <p:cNvSpPr>
              <a:spLocks noEditPoints="1"/>
            </p:cNvSpPr>
            <p:nvPr/>
          </p:nvSpPr>
          <p:spPr bwMode="auto">
            <a:xfrm>
              <a:off x="2733675" y="2513013"/>
              <a:ext cx="519113" cy="801688"/>
            </a:xfrm>
            <a:custGeom>
              <a:avLst/>
              <a:gdLst>
                <a:gd name="T0" fmla="*/ 201 w 305"/>
                <a:gd name="T1" fmla="*/ 472 h 472"/>
                <a:gd name="T2" fmla="*/ 305 w 305"/>
                <a:gd name="T3" fmla="*/ 367 h 472"/>
                <a:gd name="T4" fmla="*/ 201 w 305"/>
                <a:gd name="T5" fmla="*/ 262 h 472"/>
                <a:gd name="T6" fmla="*/ 173 w 305"/>
                <a:gd name="T7" fmla="*/ 266 h 472"/>
                <a:gd name="T8" fmla="*/ 100 w 305"/>
                <a:gd name="T9" fmla="*/ 105 h 472"/>
                <a:gd name="T10" fmla="*/ 136 w 305"/>
                <a:gd name="T11" fmla="*/ 77 h 472"/>
                <a:gd name="T12" fmla="*/ 143 w 305"/>
                <a:gd name="T13" fmla="*/ 64 h 472"/>
                <a:gd name="T14" fmla="*/ 143 w 305"/>
                <a:gd name="T15" fmla="*/ 15 h 472"/>
                <a:gd name="T16" fmla="*/ 138 w 305"/>
                <a:gd name="T17" fmla="*/ 4 h 472"/>
                <a:gd name="T18" fmla="*/ 127 w 305"/>
                <a:gd name="T19" fmla="*/ 0 h 472"/>
                <a:gd name="T20" fmla="*/ 65 w 305"/>
                <a:gd name="T21" fmla="*/ 0 h 472"/>
                <a:gd name="T22" fmla="*/ 68 w 305"/>
                <a:gd name="T23" fmla="*/ 6 h 472"/>
                <a:gd name="T24" fmla="*/ 65 w 305"/>
                <a:gd name="T25" fmla="*/ 31 h 472"/>
                <a:gd name="T26" fmla="*/ 111 w 305"/>
                <a:gd name="T27" fmla="*/ 31 h 472"/>
                <a:gd name="T28" fmla="*/ 111 w 305"/>
                <a:gd name="T29" fmla="*/ 56 h 472"/>
                <a:gd name="T30" fmla="*/ 71 w 305"/>
                <a:gd name="T31" fmla="*/ 87 h 472"/>
                <a:gd name="T32" fmla="*/ 66 w 305"/>
                <a:gd name="T33" fmla="*/ 106 h 472"/>
                <a:gd name="T34" fmla="*/ 107 w 305"/>
                <a:gd name="T35" fmla="*/ 198 h 472"/>
                <a:gd name="T36" fmla="*/ 19 w 305"/>
                <a:gd name="T37" fmla="*/ 277 h 472"/>
                <a:gd name="T38" fmla="*/ 0 w 305"/>
                <a:gd name="T39" fmla="*/ 338 h 472"/>
                <a:gd name="T40" fmla="*/ 121 w 305"/>
                <a:gd name="T41" fmla="*/ 228 h 472"/>
                <a:gd name="T42" fmla="*/ 144 w 305"/>
                <a:gd name="T43" fmla="*/ 279 h 472"/>
                <a:gd name="T44" fmla="*/ 96 w 305"/>
                <a:gd name="T45" fmla="*/ 367 h 472"/>
                <a:gd name="T46" fmla="*/ 201 w 305"/>
                <a:gd name="T47" fmla="*/ 472 h 472"/>
                <a:gd name="T48" fmla="*/ 158 w 305"/>
                <a:gd name="T49" fmla="*/ 308 h 472"/>
                <a:gd name="T50" fmla="*/ 190 w 305"/>
                <a:gd name="T51" fmla="*/ 381 h 472"/>
                <a:gd name="T52" fmla="*/ 205 w 305"/>
                <a:gd name="T53" fmla="*/ 390 h 472"/>
                <a:gd name="T54" fmla="*/ 211 w 305"/>
                <a:gd name="T55" fmla="*/ 389 h 472"/>
                <a:gd name="T56" fmla="*/ 219 w 305"/>
                <a:gd name="T57" fmla="*/ 368 h 472"/>
                <a:gd name="T58" fmla="*/ 187 w 305"/>
                <a:gd name="T59" fmla="*/ 296 h 472"/>
                <a:gd name="T60" fmla="*/ 201 w 305"/>
                <a:gd name="T61" fmla="*/ 294 h 472"/>
                <a:gd name="T62" fmla="*/ 274 w 305"/>
                <a:gd name="T63" fmla="*/ 367 h 472"/>
                <a:gd name="T64" fmla="*/ 201 w 305"/>
                <a:gd name="T65" fmla="*/ 440 h 472"/>
                <a:gd name="T66" fmla="*/ 128 w 305"/>
                <a:gd name="T67" fmla="*/ 367 h 472"/>
                <a:gd name="T68" fmla="*/ 158 w 305"/>
                <a:gd name="T69" fmla="*/ 308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5" h="472">
                  <a:moveTo>
                    <a:pt x="201" y="472"/>
                  </a:moveTo>
                  <a:cubicBezTo>
                    <a:pt x="258" y="472"/>
                    <a:pt x="305" y="425"/>
                    <a:pt x="305" y="367"/>
                  </a:cubicBezTo>
                  <a:cubicBezTo>
                    <a:pt x="305" y="309"/>
                    <a:pt x="258" y="262"/>
                    <a:pt x="201" y="262"/>
                  </a:cubicBezTo>
                  <a:cubicBezTo>
                    <a:pt x="191" y="262"/>
                    <a:pt x="182" y="264"/>
                    <a:pt x="173" y="266"/>
                  </a:cubicBezTo>
                  <a:cubicBezTo>
                    <a:pt x="100" y="105"/>
                    <a:pt x="100" y="105"/>
                    <a:pt x="100" y="105"/>
                  </a:cubicBezTo>
                  <a:cubicBezTo>
                    <a:pt x="136" y="77"/>
                    <a:pt x="136" y="77"/>
                    <a:pt x="136" y="77"/>
                  </a:cubicBezTo>
                  <a:cubicBezTo>
                    <a:pt x="140" y="74"/>
                    <a:pt x="143" y="69"/>
                    <a:pt x="143" y="64"/>
                  </a:cubicBezTo>
                  <a:cubicBezTo>
                    <a:pt x="143" y="15"/>
                    <a:pt x="143" y="15"/>
                    <a:pt x="143" y="15"/>
                  </a:cubicBezTo>
                  <a:cubicBezTo>
                    <a:pt x="143" y="11"/>
                    <a:pt x="141" y="7"/>
                    <a:pt x="138" y="4"/>
                  </a:cubicBezTo>
                  <a:cubicBezTo>
                    <a:pt x="135" y="1"/>
                    <a:pt x="131" y="0"/>
                    <a:pt x="127" y="0"/>
                  </a:cubicBezTo>
                  <a:cubicBezTo>
                    <a:pt x="65" y="0"/>
                    <a:pt x="65" y="0"/>
                    <a:pt x="65" y="0"/>
                  </a:cubicBezTo>
                  <a:cubicBezTo>
                    <a:pt x="66" y="1"/>
                    <a:pt x="67" y="3"/>
                    <a:pt x="68" y="6"/>
                  </a:cubicBezTo>
                  <a:cubicBezTo>
                    <a:pt x="71" y="14"/>
                    <a:pt x="70" y="24"/>
                    <a:pt x="65" y="31"/>
                  </a:cubicBezTo>
                  <a:cubicBezTo>
                    <a:pt x="111" y="31"/>
                    <a:pt x="111" y="31"/>
                    <a:pt x="111" y="31"/>
                  </a:cubicBezTo>
                  <a:cubicBezTo>
                    <a:pt x="111" y="56"/>
                    <a:pt x="111" y="56"/>
                    <a:pt x="111" y="56"/>
                  </a:cubicBezTo>
                  <a:cubicBezTo>
                    <a:pt x="71" y="87"/>
                    <a:pt x="71" y="87"/>
                    <a:pt x="71" y="87"/>
                  </a:cubicBezTo>
                  <a:cubicBezTo>
                    <a:pt x="65" y="92"/>
                    <a:pt x="63" y="100"/>
                    <a:pt x="66" y="106"/>
                  </a:cubicBezTo>
                  <a:cubicBezTo>
                    <a:pt x="107" y="198"/>
                    <a:pt x="107" y="198"/>
                    <a:pt x="107" y="198"/>
                  </a:cubicBezTo>
                  <a:cubicBezTo>
                    <a:pt x="19" y="277"/>
                    <a:pt x="19" y="277"/>
                    <a:pt x="19" y="277"/>
                  </a:cubicBezTo>
                  <a:cubicBezTo>
                    <a:pt x="0" y="338"/>
                    <a:pt x="0" y="338"/>
                    <a:pt x="0" y="338"/>
                  </a:cubicBezTo>
                  <a:cubicBezTo>
                    <a:pt x="121" y="228"/>
                    <a:pt x="121" y="228"/>
                    <a:pt x="121" y="228"/>
                  </a:cubicBezTo>
                  <a:cubicBezTo>
                    <a:pt x="144" y="279"/>
                    <a:pt x="144" y="279"/>
                    <a:pt x="144" y="279"/>
                  </a:cubicBezTo>
                  <a:cubicBezTo>
                    <a:pt x="115" y="298"/>
                    <a:pt x="96" y="330"/>
                    <a:pt x="96" y="367"/>
                  </a:cubicBezTo>
                  <a:cubicBezTo>
                    <a:pt x="96" y="425"/>
                    <a:pt x="143" y="472"/>
                    <a:pt x="201" y="472"/>
                  </a:cubicBezTo>
                  <a:close/>
                  <a:moveTo>
                    <a:pt x="158" y="308"/>
                  </a:moveTo>
                  <a:cubicBezTo>
                    <a:pt x="190" y="381"/>
                    <a:pt x="190" y="381"/>
                    <a:pt x="190" y="381"/>
                  </a:cubicBezTo>
                  <a:cubicBezTo>
                    <a:pt x="193" y="387"/>
                    <a:pt x="199" y="390"/>
                    <a:pt x="205" y="390"/>
                  </a:cubicBezTo>
                  <a:cubicBezTo>
                    <a:pt x="207" y="390"/>
                    <a:pt x="209" y="390"/>
                    <a:pt x="211" y="389"/>
                  </a:cubicBezTo>
                  <a:cubicBezTo>
                    <a:pt x="219" y="385"/>
                    <a:pt x="223" y="376"/>
                    <a:pt x="219" y="368"/>
                  </a:cubicBezTo>
                  <a:cubicBezTo>
                    <a:pt x="187" y="296"/>
                    <a:pt x="187" y="296"/>
                    <a:pt x="187" y="296"/>
                  </a:cubicBezTo>
                  <a:cubicBezTo>
                    <a:pt x="191" y="295"/>
                    <a:pt x="196" y="294"/>
                    <a:pt x="201" y="294"/>
                  </a:cubicBezTo>
                  <a:cubicBezTo>
                    <a:pt x="241" y="294"/>
                    <a:pt x="274" y="327"/>
                    <a:pt x="274" y="367"/>
                  </a:cubicBezTo>
                  <a:cubicBezTo>
                    <a:pt x="274" y="407"/>
                    <a:pt x="241" y="440"/>
                    <a:pt x="201" y="440"/>
                  </a:cubicBezTo>
                  <a:cubicBezTo>
                    <a:pt x="161" y="440"/>
                    <a:pt x="128" y="407"/>
                    <a:pt x="128" y="367"/>
                  </a:cubicBezTo>
                  <a:cubicBezTo>
                    <a:pt x="128" y="343"/>
                    <a:pt x="140" y="322"/>
                    <a:pt x="158" y="308"/>
                  </a:cubicBezTo>
                  <a:close/>
                </a:path>
              </a:pathLst>
            </a:custGeom>
            <a:solidFill>
              <a:srgbClr val="B4540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41"/>
            <p:cNvSpPr>
              <a:spLocks/>
            </p:cNvSpPr>
            <p:nvPr/>
          </p:nvSpPr>
          <p:spPr bwMode="auto">
            <a:xfrm>
              <a:off x="2417763" y="2379663"/>
              <a:ext cx="379413" cy="800100"/>
            </a:xfrm>
            <a:custGeom>
              <a:avLst/>
              <a:gdLst>
                <a:gd name="T0" fmla="*/ 57 w 223"/>
                <a:gd name="T1" fmla="*/ 246 h 471"/>
                <a:gd name="T2" fmla="*/ 149 w 223"/>
                <a:gd name="T3" fmla="*/ 295 h 471"/>
                <a:gd name="T4" fmla="*/ 106 w 223"/>
                <a:gd name="T5" fmla="*/ 429 h 471"/>
                <a:gd name="T6" fmla="*/ 127 w 223"/>
                <a:gd name="T7" fmla="*/ 469 h 471"/>
                <a:gd name="T8" fmla="*/ 137 w 223"/>
                <a:gd name="T9" fmla="*/ 471 h 471"/>
                <a:gd name="T10" fmla="*/ 167 w 223"/>
                <a:gd name="T11" fmla="*/ 448 h 471"/>
                <a:gd name="T12" fmla="*/ 218 w 223"/>
                <a:gd name="T13" fmla="*/ 290 h 471"/>
                <a:gd name="T14" fmla="*/ 203 w 223"/>
                <a:gd name="T15" fmla="*/ 252 h 471"/>
                <a:gd name="T16" fmla="*/ 111 w 223"/>
                <a:gd name="T17" fmla="*/ 202 h 471"/>
                <a:gd name="T18" fmla="*/ 119 w 223"/>
                <a:gd name="T19" fmla="*/ 113 h 471"/>
                <a:gd name="T20" fmla="*/ 98 w 223"/>
                <a:gd name="T21" fmla="*/ 98 h 471"/>
                <a:gd name="T22" fmla="*/ 68 w 223"/>
                <a:gd name="T23" fmla="*/ 65 h 471"/>
                <a:gd name="T24" fmla="*/ 76 w 223"/>
                <a:gd name="T25" fmla="*/ 26 h 471"/>
                <a:gd name="T26" fmla="*/ 91 w 223"/>
                <a:gd name="T27" fmla="*/ 22 h 471"/>
                <a:gd name="T28" fmla="*/ 115 w 223"/>
                <a:gd name="T29" fmla="*/ 35 h 471"/>
                <a:gd name="T30" fmla="*/ 115 w 223"/>
                <a:gd name="T31" fmla="*/ 35 h 471"/>
                <a:gd name="T32" fmla="*/ 116 w 223"/>
                <a:gd name="T33" fmla="*/ 36 h 471"/>
                <a:gd name="T34" fmla="*/ 119 w 223"/>
                <a:gd name="T35" fmla="*/ 40 h 471"/>
                <a:gd name="T36" fmla="*/ 132 w 223"/>
                <a:gd name="T37" fmla="*/ 54 h 471"/>
                <a:gd name="T38" fmla="*/ 103 w 223"/>
                <a:gd name="T39" fmla="*/ 5 h 471"/>
                <a:gd name="T40" fmla="*/ 25 w 223"/>
                <a:gd name="T41" fmla="*/ 52 h 471"/>
                <a:gd name="T42" fmla="*/ 6 w 223"/>
                <a:gd name="T43" fmla="*/ 200 h 471"/>
                <a:gd name="T44" fmla="*/ 57 w 223"/>
                <a:gd name="T45" fmla="*/ 246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3" h="471">
                  <a:moveTo>
                    <a:pt x="57" y="246"/>
                  </a:moveTo>
                  <a:cubicBezTo>
                    <a:pt x="149" y="295"/>
                    <a:pt x="149" y="295"/>
                    <a:pt x="149" y="295"/>
                  </a:cubicBezTo>
                  <a:cubicBezTo>
                    <a:pt x="106" y="429"/>
                    <a:pt x="106" y="429"/>
                    <a:pt x="106" y="429"/>
                  </a:cubicBezTo>
                  <a:cubicBezTo>
                    <a:pt x="101" y="446"/>
                    <a:pt x="110" y="464"/>
                    <a:pt x="127" y="469"/>
                  </a:cubicBezTo>
                  <a:cubicBezTo>
                    <a:pt x="130" y="470"/>
                    <a:pt x="133" y="471"/>
                    <a:pt x="137" y="471"/>
                  </a:cubicBezTo>
                  <a:cubicBezTo>
                    <a:pt x="150" y="471"/>
                    <a:pt x="163" y="462"/>
                    <a:pt x="167" y="448"/>
                  </a:cubicBezTo>
                  <a:cubicBezTo>
                    <a:pt x="218" y="290"/>
                    <a:pt x="218" y="290"/>
                    <a:pt x="218" y="290"/>
                  </a:cubicBezTo>
                  <a:cubicBezTo>
                    <a:pt x="223" y="275"/>
                    <a:pt x="217" y="259"/>
                    <a:pt x="203" y="252"/>
                  </a:cubicBezTo>
                  <a:cubicBezTo>
                    <a:pt x="111" y="202"/>
                    <a:pt x="111" y="202"/>
                    <a:pt x="111" y="202"/>
                  </a:cubicBezTo>
                  <a:cubicBezTo>
                    <a:pt x="108" y="173"/>
                    <a:pt x="113" y="141"/>
                    <a:pt x="119" y="113"/>
                  </a:cubicBezTo>
                  <a:cubicBezTo>
                    <a:pt x="111" y="108"/>
                    <a:pt x="104" y="103"/>
                    <a:pt x="98" y="98"/>
                  </a:cubicBezTo>
                  <a:cubicBezTo>
                    <a:pt x="81" y="84"/>
                    <a:pt x="70" y="69"/>
                    <a:pt x="68" y="65"/>
                  </a:cubicBezTo>
                  <a:cubicBezTo>
                    <a:pt x="59" y="52"/>
                    <a:pt x="63" y="35"/>
                    <a:pt x="76" y="26"/>
                  </a:cubicBezTo>
                  <a:cubicBezTo>
                    <a:pt x="81" y="23"/>
                    <a:pt x="86" y="22"/>
                    <a:pt x="91" y="22"/>
                  </a:cubicBezTo>
                  <a:cubicBezTo>
                    <a:pt x="101" y="22"/>
                    <a:pt x="110" y="27"/>
                    <a:pt x="115" y="35"/>
                  </a:cubicBezTo>
                  <a:cubicBezTo>
                    <a:pt x="115" y="35"/>
                    <a:pt x="115" y="35"/>
                    <a:pt x="115" y="35"/>
                  </a:cubicBezTo>
                  <a:cubicBezTo>
                    <a:pt x="116" y="36"/>
                    <a:pt x="116" y="36"/>
                    <a:pt x="116" y="36"/>
                  </a:cubicBezTo>
                  <a:cubicBezTo>
                    <a:pt x="116" y="37"/>
                    <a:pt x="117" y="38"/>
                    <a:pt x="119" y="40"/>
                  </a:cubicBezTo>
                  <a:cubicBezTo>
                    <a:pt x="122" y="44"/>
                    <a:pt x="126" y="49"/>
                    <a:pt x="132" y="54"/>
                  </a:cubicBezTo>
                  <a:cubicBezTo>
                    <a:pt x="134" y="31"/>
                    <a:pt x="123" y="10"/>
                    <a:pt x="103" y="5"/>
                  </a:cubicBezTo>
                  <a:cubicBezTo>
                    <a:pt x="78" y="0"/>
                    <a:pt x="41" y="13"/>
                    <a:pt x="25" y="52"/>
                  </a:cubicBezTo>
                  <a:cubicBezTo>
                    <a:pt x="4" y="106"/>
                    <a:pt x="0" y="141"/>
                    <a:pt x="6" y="200"/>
                  </a:cubicBezTo>
                  <a:cubicBezTo>
                    <a:pt x="13" y="234"/>
                    <a:pt x="35" y="243"/>
                    <a:pt x="57" y="2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42"/>
            <p:cNvSpPr>
              <a:spLocks/>
            </p:cNvSpPr>
            <p:nvPr/>
          </p:nvSpPr>
          <p:spPr bwMode="auto">
            <a:xfrm>
              <a:off x="2533650" y="2425700"/>
              <a:ext cx="311150" cy="161925"/>
            </a:xfrm>
            <a:custGeom>
              <a:avLst/>
              <a:gdLst>
                <a:gd name="T0" fmla="*/ 61 w 183"/>
                <a:gd name="T1" fmla="*/ 34 h 96"/>
                <a:gd name="T2" fmla="*/ 45 w 183"/>
                <a:gd name="T3" fmla="*/ 18 h 96"/>
                <a:gd name="T4" fmla="*/ 41 w 183"/>
                <a:gd name="T5" fmla="*/ 13 h 96"/>
                <a:gd name="T6" fmla="*/ 40 w 183"/>
                <a:gd name="T7" fmla="*/ 12 h 96"/>
                <a:gd name="T8" fmla="*/ 40 w 183"/>
                <a:gd name="T9" fmla="*/ 12 h 96"/>
                <a:gd name="T10" fmla="*/ 40 w 183"/>
                <a:gd name="T11" fmla="*/ 12 h 96"/>
                <a:gd name="T12" fmla="*/ 12 w 183"/>
                <a:gd name="T13" fmla="*/ 6 h 96"/>
                <a:gd name="T14" fmla="*/ 6 w 183"/>
                <a:gd name="T15" fmla="*/ 34 h 96"/>
                <a:gd name="T16" fmla="*/ 6 w 183"/>
                <a:gd name="T17" fmla="*/ 34 h 96"/>
                <a:gd name="T18" fmla="*/ 35 w 183"/>
                <a:gd name="T19" fmla="*/ 65 h 96"/>
                <a:gd name="T20" fmla="*/ 118 w 183"/>
                <a:gd name="T21" fmla="*/ 96 h 96"/>
                <a:gd name="T22" fmla="*/ 167 w 183"/>
                <a:gd name="T23" fmla="*/ 86 h 96"/>
                <a:gd name="T24" fmla="*/ 179 w 183"/>
                <a:gd name="T25" fmla="*/ 60 h 96"/>
                <a:gd name="T26" fmla="*/ 153 w 183"/>
                <a:gd name="T27" fmla="*/ 49 h 96"/>
                <a:gd name="T28" fmla="*/ 118 w 183"/>
                <a:gd name="T29" fmla="*/ 56 h 96"/>
                <a:gd name="T30" fmla="*/ 61 w 183"/>
                <a:gd name="T31" fmla="*/ 3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3" h="96">
                  <a:moveTo>
                    <a:pt x="61" y="34"/>
                  </a:moveTo>
                  <a:cubicBezTo>
                    <a:pt x="54" y="28"/>
                    <a:pt x="48" y="23"/>
                    <a:pt x="45" y="18"/>
                  </a:cubicBezTo>
                  <a:cubicBezTo>
                    <a:pt x="43" y="16"/>
                    <a:pt x="42" y="15"/>
                    <a:pt x="41" y="13"/>
                  </a:cubicBezTo>
                  <a:cubicBezTo>
                    <a:pt x="41" y="13"/>
                    <a:pt x="40" y="12"/>
                    <a:pt x="40" y="12"/>
                  </a:cubicBezTo>
                  <a:cubicBezTo>
                    <a:pt x="40" y="12"/>
                    <a:pt x="40" y="12"/>
                    <a:pt x="40" y="12"/>
                  </a:cubicBezTo>
                  <a:cubicBezTo>
                    <a:pt x="40" y="12"/>
                    <a:pt x="40" y="12"/>
                    <a:pt x="40" y="12"/>
                  </a:cubicBezTo>
                  <a:cubicBezTo>
                    <a:pt x="34" y="3"/>
                    <a:pt x="22" y="0"/>
                    <a:pt x="12" y="6"/>
                  </a:cubicBezTo>
                  <a:cubicBezTo>
                    <a:pt x="3" y="12"/>
                    <a:pt x="0" y="24"/>
                    <a:pt x="6" y="34"/>
                  </a:cubicBezTo>
                  <a:cubicBezTo>
                    <a:pt x="6" y="34"/>
                    <a:pt x="6" y="34"/>
                    <a:pt x="6" y="34"/>
                  </a:cubicBezTo>
                  <a:cubicBezTo>
                    <a:pt x="7" y="35"/>
                    <a:pt x="17" y="50"/>
                    <a:pt x="35" y="65"/>
                  </a:cubicBezTo>
                  <a:cubicBezTo>
                    <a:pt x="53" y="80"/>
                    <a:pt x="81" y="96"/>
                    <a:pt x="118" y="96"/>
                  </a:cubicBezTo>
                  <a:cubicBezTo>
                    <a:pt x="133" y="96"/>
                    <a:pt x="150" y="93"/>
                    <a:pt x="167" y="86"/>
                  </a:cubicBezTo>
                  <a:cubicBezTo>
                    <a:pt x="177" y="82"/>
                    <a:pt x="183" y="71"/>
                    <a:pt x="179" y="60"/>
                  </a:cubicBezTo>
                  <a:cubicBezTo>
                    <a:pt x="175" y="50"/>
                    <a:pt x="163" y="45"/>
                    <a:pt x="153" y="49"/>
                  </a:cubicBezTo>
                  <a:cubicBezTo>
                    <a:pt x="140" y="54"/>
                    <a:pt x="128" y="56"/>
                    <a:pt x="118" y="56"/>
                  </a:cubicBezTo>
                  <a:cubicBezTo>
                    <a:pt x="93" y="56"/>
                    <a:pt x="74" y="45"/>
                    <a:pt x="61"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Oval 43"/>
            <p:cNvSpPr>
              <a:spLocks noChangeArrowheads="1"/>
            </p:cNvSpPr>
            <p:nvPr/>
          </p:nvSpPr>
          <p:spPr bwMode="auto">
            <a:xfrm>
              <a:off x="2498725" y="2122488"/>
              <a:ext cx="236538" cy="2381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8" name="组合 37"/>
          <p:cNvGrpSpPr/>
          <p:nvPr/>
        </p:nvGrpSpPr>
        <p:grpSpPr>
          <a:xfrm>
            <a:off x="247650" y="382588"/>
            <a:ext cx="3287713" cy="1395412"/>
            <a:chOff x="247650" y="382588"/>
            <a:chExt cx="3287713" cy="1395412"/>
          </a:xfrm>
          <a:solidFill>
            <a:schemeClr val="tx1">
              <a:lumMod val="65000"/>
              <a:lumOff val="35000"/>
            </a:schemeClr>
          </a:solidFill>
        </p:grpSpPr>
        <p:sp>
          <p:nvSpPr>
            <p:cNvPr id="39" name="Freeform 44"/>
            <p:cNvSpPr>
              <a:spLocks/>
            </p:cNvSpPr>
            <p:nvPr/>
          </p:nvSpPr>
          <p:spPr bwMode="auto">
            <a:xfrm>
              <a:off x="3233738" y="1463675"/>
              <a:ext cx="301625" cy="28575"/>
            </a:xfrm>
            <a:custGeom>
              <a:avLst/>
              <a:gdLst>
                <a:gd name="T0" fmla="*/ 178 w 178"/>
                <a:gd name="T1" fmla="*/ 17 h 17"/>
                <a:gd name="T2" fmla="*/ 178 w 178"/>
                <a:gd name="T3" fmla="*/ 0 h 17"/>
                <a:gd name="T4" fmla="*/ 3 w 178"/>
                <a:gd name="T5" fmla="*/ 0 h 17"/>
                <a:gd name="T6" fmla="*/ 0 w 178"/>
                <a:gd name="T7" fmla="*/ 17 h 17"/>
                <a:gd name="T8" fmla="*/ 178 w 178"/>
                <a:gd name="T9" fmla="*/ 17 h 17"/>
              </a:gdLst>
              <a:ahLst/>
              <a:cxnLst>
                <a:cxn ang="0">
                  <a:pos x="T0" y="T1"/>
                </a:cxn>
                <a:cxn ang="0">
                  <a:pos x="T2" y="T3"/>
                </a:cxn>
                <a:cxn ang="0">
                  <a:pos x="T4" y="T5"/>
                </a:cxn>
                <a:cxn ang="0">
                  <a:pos x="T6" y="T7"/>
                </a:cxn>
                <a:cxn ang="0">
                  <a:pos x="T8" y="T9"/>
                </a:cxn>
              </a:cxnLst>
              <a:rect l="0" t="0" r="r" b="b"/>
              <a:pathLst>
                <a:path w="178" h="17">
                  <a:moveTo>
                    <a:pt x="178" y="17"/>
                  </a:moveTo>
                  <a:cubicBezTo>
                    <a:pt x="178" y="0"/>
                    <a:pt x="178" y="0"/>
                    <a:pt x="178" y="0"/>
                  </a:cubicBezTo>
                  <a:cubicBezTo>
                    <a:pt x="3" y="0"/>
                    <a:pt x="3" y="0"/>
                    <a:pt x="3" y="0"/>
                  </a:cubicBezTo>
                  <a:cubicBezTo>
                    <a:pt x="2" y="5"/>
                    <a:pt x="1" y="11"/>
                    <a:pt x="0" y="17"/>
                  </a:cubicBezTo>
                  <a:lnTo>
                    <a:pt x="17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45"/>
            <p:cNvSpPr>
              <a:spLocks/>
            </p:cNvSpPr>
            <p:nvPr/>
          </p:nvSpPr>
          <p:spPr bwMode="auto">
            <a:xfrm>
              <a:off x="957263" y="1463675"/>
              <a:ext cx="206375" cy="28575"/>
            </a:xfrm>
            <a:custGeom>
              <a:avLst/>
              <a:gdLst>
                <a:gd name="T0" fmla="*/ 20 w 121"/>
                <a:gd name="T1" fmla="*/ 0 h 17"/>
                <a:gd name="T2" fmla="*/ 0 w 121"/>
                <a:gd name="T3" fmla="*/ 17 h 17"/>
                <a:gd name="T4" fmla="*/ 121 w 121"/>
                <a:gd name="T5" fmla="*/ 17 h 17"/>
                <a:gd name="T6" fmla="*/ 120 w 121"/>
                <a:gd name="T7" fmla="*/ 0 h 17"/>
                <a:gd name="T8" fmla="*/ 20 w 121"/>
                <a:gd name="T9" fmla="*/ 0 h 17"/>
              </a:gdLst>
              <a:ahLst/>
              <a:cxnLst>
                <a:cxn ang="0">
                  <a:pos x="T0" y="T1"/>
                </a:cxn>
                <a:cxn ang="0">
                  <a:pos x="T2" y="T3"/>
                </a:cxn>
                <a:cxn ang="0">
                  <a:pos x="T4" y="T5"/>
                </a:cxn>
                <a:cxn ang="0">
                  <a:pos x="T6" y="T7"/>
                </a:cxn>
                <a:cxn ang="0">
                  <a:pos x="T8" y="T9"/>
                </a:cxn>
              </a:cxnLst>
              <a:rect l="0" t="0" r="r" b="b"/>
              <a:pathLst>
                <a:path w="121" h="17">
                  <a:moveTo>
                    <a:pt x="20" y="0"/>
                  </a:moveTo>
                  <a:cubicBezTo>
                    <a:pt x="14" y="6"/>
                    <a:pt x="7" y="12"/>
                    <a:pt x="0" y="17"/>
                  </a:cubicBezTo>
                  <a:cubicBezTo>
                    <a:pt x="121" y="17"/>
                    <a:pt x="121" y="17"/>
                    <a:pt x="121" y="17"/>
                  </a:cubicBezTo>
                  <a:cubicBezTo>
                    <a:pt x="121" y="11"/>
                    <a:pt x="121" y="5"/>
                    <a:pt x="120" y="0"/>
                  </a:cubicBezTo>
                  <a:lnTo>
                    <a:pt x="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46"/>
            <p:cNvSpPr>
              <a:spLocks/>
            </p:cNvSpPr>
            <p:nvPr/>
          </p:nvSpPr>
          <p:spPr bwMode="auto">
            <a:xfrm>
              <a:off x="1360488" y="1463675"/>
              <a:ext cx="1738313" cy="28575"/>
            </a:xfrm>
            <a:custGeom>
              <a:avLst/>
              <a:gdLst>
                <a:gd name="T0" fmla="*/ 1022 w 1024"/>
                <a:gd name="T1" fmla="*/ 17 h 17"/>
                <a:gd name="T2" fmla="*/ 1024 w 1024"/>
                <a:gd name="T3" fmla="*/ 0 h 17"/>
                <a:gd name="T4" fmla="*/ 0 w 1024"/>
                <a:gd name="T5" fmla="*/ 0 h 17"/>
                <a:gd name="T6" fmla="*/ 0 w 1024"/>
                <a:gd name="T7" fmla="*/ 17 h 17"/>
                <a:gd name="T8" fmla="*/ 1022 w 1024"/>
                <a:gd name="T9" fmla="*/ 17 h 17"/>
              </a:gdLst>
              <a:ahLst/>
              <a:cxnLst>
                <a:cxn ang="0">
                  <a:pos x="T0" y="T1"/>
                </a:cxn>
                <a:cxn ang="0">
                  <a:pos x="T2" y="T3"/>
                </a:cxn>
                <a:cxn ang="0">
                  <a:pos x="T4" y="T5"/>
                </a:cxn>
                <a:cxn ang="0">
                  <a:pos x="T6" y="T7"/>
                </a:cxn>
                <a:cxn ang="0">
                  <a:pos x="T8" y="T9"/>
                </a:cxn>
              </a:cxnLst>
              <a:rect l="0" t="0" r="r" b="b"/>
              <a:pathLst>
                <a:path w="1024" h="17">
                  <a:moveTo>
                    <a:pt x="1022" y="17"/>
                  </a:moveTo>
                  <a:cubicBezTo>
                    <a:pt x="1023" y="11"/>
                    <a:pt x="1023" y="5"/>
                    <a:pt x="1024" y="0"/>
                  </a:cubicBezTo>
                  <a:cubicBezTo>
                    <a:pt x="0" y="0"/>
                    <a:pt x="0" y="0"/>
                    <a:pt x="0" y="0"/>
                  </a:cubicBezTo>
                  <a:cubicBezTo>
                    <a:pt x="0" y="5"/>
                    <a:pt x="0" y="11"/>
                    <a:pt x="0" y="17"/>
                  </a:cubicBezTo>
                  <a:lnTo>
                    <a:pt x="1022"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47"/>
            <p:cNvSpPr>
              <a:spLocks/>
            </p:cNvSpPr>
            <p:nvPr/>
          </p:nvSpPr>
          <p:spPr bwMode="auto">
            <a:xfrm>
              <a:off x="247650" y="1463675"/>
              <a:ext cx="280988" cy="28575"/>
            </a:xfrm>
            <a:custGeom>
              <a:avLst/>
              <a:gdLst>
                <a:gd name="T0" fmla="*/ 164 w 166"/>
                <a:gd name="T1" fmla="*/ 11 h 17"/>
                <a:gd name="T2" fmla="*/ 166 w 166"/>
                <a:gd name="T3" fmla="*/ 0 h 17"/>
                <a:gd name="T4" fmla="*/ 0 w 166"/>
                <a:gd name="T5" fmla="*/ 0 h 17"/>
                <a:gd name="T6" fmla="*/ 0 w 166"/>
                <a:gd name="T7" fmla="*/ 17 h 17"/>
                <a:gd name="T8" fmla="*/ 164 w 166"/>
                <a:gd name="T9" fmla="*/ 17 h 17"/>
                <a:gd name="T10" fmla="*/ 164 w 166"/>
                <a:gd name="T11" fmla="*/ 11 h 17"/>
              </a:gdLst>
              <a:ahLst/>
              <a:cxnLst>
                <a:cxn ang="0">
                  <a:pos x="T0" y="T1"/>
                </a:cxn>
                <a:cxn ang="0">
                  <a:pos x="T2" y="T3"/>
                </a:cxn>
                <a:cxn ang="0">
                  <a:pos x="T4" y="T5"/>
                </a:cxn>
                <a:cxn ang="0">
                  <a:pos x="T6" y="T7"/>
                </a:cxn>
                <a:cxn ang="0">
                  <a:pos x="T8" y="T9"/>
                </a:cxn>
                <a:cxn ang="0">
                  <a:pos x="T10" y="T11"/>
                </a:cxn>
              </a:cxnLst>
              <a:rect l="0" t="0" r="r" b="b"/>
              <a:pathLst>
                <a:path w="166" h="17">
                  <a:moveTo>
                    <a:pt x="164" y="11"/>
                  </a:moveTo>
                  <a:cubicBezTo>
                    <a:pt x="164" y="7"/>
                    <a:pt x="165" y="3"/>
                    <a:pt x="166" y="0"/>
                  </a:cubicBezTo>
                  <a:cubicBezTo>
                    <a:pt x="0" y="0"/>
                    <a:pt x="0" y="0"/>
                    <a:pt x="0" y="0"/>
                  </a:cubicBezTo>
                  <a:cubicBezTo>
                    <a:pt x="0" y="17"/>
                    <a:pt x="0" y="17"/>
                    <a:pt x="0" y="17"/>
                  </a:cubicBezTo>
                  <a:cubicBezTo>
                    <a:pt x="164" y="17"/>
                    <a:pt x="164" y="17"/>
                    <a:pt x="164" y="17"/>
                  </a:cubicBezTo>
                  <a:cubicBezTo>
                    <a:pt x="164" y="15"/>
                    <a:pt x="164" y="13"/>
                    <a:pt x="164"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48"/>
            <p:cNvSpPr>
              <a:spLocks/>
            </p:cNvSpPr>
            <p:nvPr/>
          </p:nvSpPr>
          <p:spPr bwMode="auto">
            <a:xfrm>
              <a:off x="538163" y="628650"/>
              <a:ext cx="1017588" cy="1136650"/>
            </a:xfrm>
            <a:custGeom>
              <a:avLst/>
              <a:gdLst>
                <a:gd name="T0" fmla="*/ 235 w 599"/>
                <a:gd name="T1" fmla="*/ 326 h 669"/>
                <a:gd name="T2" fmla="*/ 197 w 599"/>
                <a:gd name="T3" fmla="*/ 409 h 669"/>
                <a:gd name="T4" fmla="*/ 150 w 599"/>
                <a:gd name="T5" fmla="*/ 441 h 669"/>
                <a:gd name="T6" fmla="*/ 68 w 599"/>
                <a:gd name="T7" fmla="*/ 455 h 669"/>
                <a:gd name="T8" fmla="*/ 53 w 599"/>
                <a:gd name="T9" fmla="*/ 455 h 669"/>
                <a:gd name="T10" fmla="*/ 1 w 599"/>
                <a:gd name="T11" fmla="*/ 503 h 669"/>
                <a:gd name="T12" fmla="*/ 49 w 599"/>
                <a:gd name="T13" fmla="*/ 555 h 669"/>
                <a:gd name="T14" fmla="*/ 68 w 599"/>
                <a:gd name="T15" fmla="*/ 555 h 669"/>
                <a:gd name="T16" fmla="*/ 220 w 599"/>
                <a:gd name="T17" fmla="*/ 517 h 669"/>
                <a:gd name="T18" fmla="*/ 289 w 599"/>
                <a:gd name="T19" fmla="*/ 453 h 669"/>
                <a:gd name="T20" fmla="*/ 321 w 599"/>
                <a:gd name="T21" fmla="*/ 390 h 669"/>
                <a:gd name="T22" fmla="*/ 324 w 599"/>
                <a:gd name="T23" fmla="*/ 393 h 669"/>
                <a:gd name="T24" fmla="*/ 361 w 599"/>
                <a:gd name="T25" fmla="*/ 446 h 669"/>
                <a:gd name="T26" fmla="*/ 376 w 599"/>
                <a:gd name="T27" fmla="*/ 510 h 669"/>
                <a:gd name="T28" fmla="*/ 351 w 599"/>
                <a:gd name="T29" fmla="*/ 595 h 669"/>
                <a:gd name="T30" fmla="*/ 370 w 599"/>
                <a:gd name="T31" fmla="*/ 663 h 669"/>
                <a:gd name="T32" fmla="*/ 395 w 599"/>
                <a:gd name="T33" fmla="*/ 669 h 669"/>
                <a:gd name="T34" fmla="*/ 438 w 599"/>
                <a:gd name="T35" fmla="*/ 644 h 669"/>
                <a:gd name="T36" fmla="*/ 476 w 599"/>
                <a:gd name="T37" fmla="*/ 510 h 669"/>
                <a:gd name="T38" fmla="*/ 449 w 599"/>
                <a:gd name="T39" fmla="*/ 399 h 669"/>
                <a:gd name="T40" fmla="*/ 364 w 599"/>
                <a:gd name="T41" fmla="*/ 293 h 669"/>
                <a:gd name="T42" fmla="*/ 343 w 599"/>
                <a:gd name="T43" fmla="*/ 276 h 669"/>
                <a:gd name="T44" fmla="*/ 345 w 599"/>
                <a:gd name="T45" fmla="*/ 268 h 669"/>
                <a:gd name="T46" fmla="*/ 426 w 599"/>
                <a:gd name="T47" fmla="*/ 117 h 669"/>
                <a:gd name="T48" fmla="*/ 431 w 599"/>
                <a:gd name="T49" fmla="*/ 109 h 669"/>
                <a:gd name="T50" fmla="*/ 470 w 599"/>
                <a:gd name="T51" fmla="*/ 141 h 669"/>
                <a:gd name="T52" fmla="*/ 534 w 599"/>
                <a:gd name="T53" fmla="*/ 279 h 669"/>
                <a:gd name="T54" fmla="*/ 565 w 599"/>
                <a:gd name="T55" fmla="*/ 307 h 669"/>
                <a:gd name="T56" fmla="*/ 569 w 599"/>
                <a:gd name="T57" fmla="*/ 307 h 669"/>
                <a:gd name="T58" fmla="*/ 597 w 599"/>
                <a:gd name="T59" fmla="*/ 271 h 669"/>
                <a:gd name="T60" fmla="*/ 512 w 599"/>
                <a:gd name="T61" fmla="*/ 92 h 669"/>
                <a:gd name="T62" fmla="*/ 466 w 599"/>
                <a:gd name="T63" fmla="*/ 55 h 669"/>
                <a:gd name="T64" fmla="*/ 428 w 599"/>
                <a:gd name="T65" fmla="*/ 42 h 669"/>
                <a:gd name="T66" fmla="*/ 391 w 599"/>
                <a:gd name="T67" fmla="*/ 2 h 669"/>
                <a:gd name="T68" fmla="*/ 340 w 599"/>
                <a:gd name="T69" fmla="*/ 12 h 669"/>
                <a:gd name="T70" fmla="*/ 368 w 599"/>
                <a:gd name="T71" fmla="*/ 25 h 669"/>
                <a:gd name="T72" fmla="*/ 369 w 599"/>
                <a:gd name="T73" fmla="*/ 25 h 669"/>
                <a:gd name="T74" fmla="*/ 369 w 599"/>
                <a:gd name="T75" fmla="*/ 26 h 669"/>
                <a:gd name="T76" fmla="*/ 369 w 599"/>
                <a:gd name="T77" fmla="*/ 26 h 669"/>
                <a:gd name="T78" fmla="*/ 387 w 599"/>
                <a:gd name="T79" fmla="*/ 50 h 669"/>
                <a:gd name="T80" fmla="*/ 383 w 599"/>
                <a:gd name="T81" fmla="*/ 81 h 669"/>
                <a:gd name="T82" fmla="*/ 343 w 599"/>
                <a:gd name="T83" fmla="*/ 99 h 669"/>
                <a:gd name="T84" fmla="*/ 328 w 599"/>
                <a:gd name="T85" fmla="*/ 94 h 669"/>
                <a:gd name="T86" fmla="*/ 325 w 599"/>
                <a:gd name="T87" fmla="*/ 93 h 669"/>
                <a:gd name="T88" fmla="*/ 316 w 599"/>
                <a:gd name="T89" fmla="*/ 88 h 669"/>
                <a:gd name="T90" fmla="*/ 287 w 599"/>
                <a:gd name="T91" fmla="*/ 80 h 669"/>
                <a:gd name="T92" fmla="*/ 275 w 599"/>
                <a:gd name="T93" fmla="*/ 79 h 669"/>
                <a:gd name="T94" fmla="*/ 205 w 599"/>
                <a:gd name="T95" fmla="*/ 243 h 669"/>
                <a:gd name="T96" fmla="*/ 228 w 599"/>
                <a:gd name="T97" fmla="*/ 321 h 669"/>
                <a:gd name="T98" fmla="*/ 235 w 599"/>
                <a:gd name="T99" fmla="*/ 326 h 669"/>
                <a:gd name="T100" fmla="*/ 235 w 599"/>
                <a:gd name="T101" fmla="*/ 326 h 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99" h="669">
                  <a:moveTo>
                    <a:pt x="235" y="326"/>
                  </a:moveTo>
                  <a:cubicBezTo>
                    <a:pt x="231" y="350"/>
                    <a:pt x="220" y="384"/>
                    <a:pt x="197" y="409"/>
                  </a:cubicBezTo>
                  <a:cubicBezTo>
                    <a:pt x="185" y="421"/>
                    <a:pt x="170" y="432"/>
                    <a:pt x="150" y="441"/>
                  </a:cubicBezTo>
                  <a:cubicBezTo>
                    <a:pt x="129" y="449"/>
                    <a:pt x="103" y="455"/>
                    <a:pt x="68" y="455"/>
                  </a:cubicBezTo>
                  <a:cubicBezTo>
                    <a:pt x="63" y="455"/>
                    <a:pt x="58" y="455"/>
                    <a:pt x="53" y="455"/>
                  </a:cubicBezTo>
                  <a:cubicBezTo>
                    <a:pt x="25" y="454"/>
                    <a:pt x="2" y="475"/>
                    <a:pt x="1" y="503"/>
                  </a:cubicBezTo>
                  <a:cubicBezTo>
                    <a:pt x="0" y="530"/>
                    <a:pt x="21" y="554"/>
                    <a:pt x="49" y="555"/>
                  </a:cubicBezTo>
                  <a:cubicBezTo>
                    <a:pt x="55" y="555"/>
                    <a:pt x="61" y="555"/>
                    <a:pt x="68" y="555"/>
                  </a:cubicBezTo>
                  <a:cubicBezTo>
                    <a:pt x="130" y="555"/>
                    <a:pt x="181" y="541"/>
                    <a:pt x="220" y="517"/>
                  </a:cubicBezTo>
                  <a:cubicBezTo>
                    <a:pt x="249" y="499"/>
                    <a:pt x="272" y="477"/>
                    <a:pt x="289" y="453"/>
                  </a:cubicBezTo>
                  <a:cubicBezTo>
                    <a:pt x="304" y="432"/>
                    <a:pt x="314" y="410"/>
                    <a:pt x="321" y="390"/>
                  </a:cubicBezTo>
                  <a:cubicBezTo>
                    <a:pt x="322" y="391"/>
                    <a:pt x="323" y="392"/>
                    <a:pt x="324" y="393"/>
                  </a:cubicBezTo>
                  <a:cubicBezTo>
                    <a:pt x="338" y="408"/>
                    <a:pt x="352" y="426"/>
                    <a:pt x="361" y="446"/>
                  </a:cubicBezTo>
                  <a:cubicBezTo>
                    <a:pt x="371" y="466"/>
                    <a:pt x="376" y="487"/>
                    <a:pt x="376" y="510"/>
                  </a:cubicBezTo>
                  <a:cubicBezTo>
                    <a:pt x="376" y="534"/>
                    <a:pt x="370" y="562"/>
                    <a:pt x="351" y="595"/>
                  </a:cubicBezTo>
                  <a:cubicBezTo>
                    <a:pt x="338" y="619"/>
                    <a:pt x="346" y="649"/>
                    <a:pt x="370" y="663"/>
                  </a:cubicBezTo>
                  <a:cubicBezTo>
                    <a:pt x="378" y="667"/>
                    <a:pt x="386" y="669"/>
                    <a:pt x="395" y="669"/>
                  </a:cubicBezTo>
                  <a:cubicBezTo>
                    <a:pt x="412" y="669"/>
                    <a:pt x="429" y="660"/>
                    <a:pt x="438" y="644"/>
                  </a:cubicBezTo>
                  <a:cubicBezTo>
                    <a:pt x="465" y="598"/>
                    <a:pt x="476" y="552"/>
                    <a:pt x="476" y="510"/>
                  </a:cubicBezTo>
                  <a:cubicBezTo>
                    <a:pt x="476" y="468"/>
                    <a:pt x="465" y="431"/>
                    <a:pt x="449" y="399"/>
                  </a:cubicBezTo>
                  <a:cubicBezTo>
                    <a:pt x="426" y="352"/>
                    <a:pt x="392" y="317"/>
                    <a:pt x="364" y="293"/>
                  </a:cubicBezTo>
                  <a:cubicBezTo>
                    <a:pt x="357" y="287"/>
                    <a:pt x="349" y="281"/>
                    <a:pt x="343" y="276"/>
                  </a:cubicBezTo>
                  <a:cubicBezTo>
                    <a:pt x="343" y="273"/>
                    <a:pt x="344" y="271"/>
                    <a:pt x="345" y="268"/>
                  </a:cubicBezTo>
                  <a:cubicBezTo>
                    <a:pt x="365" y="212"/>
                    <a:pt x="401" y="157"/>
                    <a:pt x="426" y="117"/>
                  </a:cubicBezTo>
                  <a:cubicBezTo>
                    <a:pt x="428" y="114"/>
                    <a:pt x="429" y="112"/>
                    <a:pt x="431" y="109"/>
                  </a:cubicBezTo>
                  <a:cubicBezTo>
                    <a:pt x="441" y="115"/>
                    <a:pt x="455" y="126"/>
                    <a:pt x="470" y="141"/>
                  </a:cubicBezTo>
                  <a:cubicBezTo>
                    <a:pt x="497" y="169"/>
                    <a:pt x="526" y="212"/>
                    <a:pt x="534" y="279"/>
                  </a:cubicBezTo>
                  <a:cubicBezTo>
                    <a:pt x="536" y="295"/>
                    <a:pt x="549" y="307"/>
                    <a:pt x="565" y="307"/>
                  </a:cubicBezTo>
                  <a:cubicBezTo>
                    <a:pt x="567" y="307"/>
                    <a:pt x="568" y="307"/>
                    <a:pt x="569" y="307"/>
                  </a:cubicBezTo>
                  <a:cubicBezTo>
                    <a:pt x="587" y="305"/>
                    <a:pt x="599" y="289"/>
                    <a:pt x="597" y="271"/>
                  </a:cubicBezTo>
                  <a:cubicBezTo>
                    <a:pt x="587" y="186"/>
                    <a:pt x="549" y="128"/>
                    <a:pt x="512" y="92"/>
                  </a:cubicBezTo>
                  <a:cubicBezTo>
                    <a:pt x="495" y="75"/>
                    <a:pt x="479" y="63"/>
                    <a:pt x="466" y="55"/>
                  </a:cubicBezTo>
                  <a:cubicBezTo>
                    <a:pt x="452" y="54"/>
                    <a:pt x="440" y="49"/>
                    <a:pt x="428" y="42"/>
                  </a:cubicBezTo>
                  <a:cubicBezTo>
                    <a:pt x="412" y="33"/>
                    <a:pt x="399" y="19"/>
                    <a:pt x="391" y="2"/>
                  </a:cubicBezTo>
                  <a:cubicBezTo>
                    <a:pt x="375" y="0"/>
                    <a:pt x="357" y="3"/>
                    <a:pt x="340" y="12"/>
                  </a:cubicBezTo>
                  <a:cubicBezTo>
                    <a:pt x="350" y="15"/>
                    <a:pt x="359" y="20"/>
                    <a:pt x="368" y="25"/>
                  </a:cubicBezTo>
                  <a:cubicBezTo>
                    <a:pt x="369" y="25"/>
                    <a:pt x="369" y="25"/>
                    <a:pt x="369" y="25"/>
                  </a:cubicBezTo>
                  <a:cubicBezTo>
                    <a:pt x="369" y="26"/>
                    <a:pt x="369" y="26"/>
                    <a:pt x="369" y="26"/>
                  </a:cubicBezTo>
                  <a:cubicBezTo>
                    <a:pt x="369" y="26"/>
                    <a:pt x="369" y="26"/>
                    <a:pt x="369" y="26"/>
                  </a:cubicBezTo>
                  <a:cubicBezTo>
                    <a:pt x="379" y="31"/>
                    <a:pt x="385" y="40"/>
                    <a:pt x="387" y="50"/>
                  </a:cubicBezTo>
                  <a:cubicBezTo>
                    <a:pt x="390" y="61"/>
                    <a:pt x="388" y="72"/>
                    <a:pt x="383" y="81"/>
                  </a:cubicBezTo>
                  <a:cubicBezTo>
                    <a:pt x="374" y="94"/>
                    <a:pt x="359" y="102"/>
                    <a:pt x="343" y="99"/>
                  </a:cubicBezTo>
                  <a:cubicBezTo>
                    <a:pt x="338" y="99"/>
                    <a:pt x="332" y="97"/>
                    <a:pt x="328" y="94"/>
                  </a:cubicBezTo>
                  <a:cubicBezTo>
                    <a:pt x="327" y="93"/>
                    <a:pt x="326" y="93"/>
                    <a:pt x="325" y="93"/>
                  </a:cubicBezTo>
                  <a:cubicBezTo>
                    <a:pt x="324" y="92"/>
                    <a:pt x="321" y="90"/>
                    <a:pt x="316" y="88"/>
                  </a:cubicBezTo>
                  <a:cubicBezTo>
                    <a:pt x="311" y="86"/>
                    <a:pt x="300" y="82"/>
                    <a:pt x="287" y="80"/>
                  </a:cubicBezTo>
                  <a:cubicBezTo>
                    <a:pt x="283" y="79"/>
                    <a:pt x="279" y="79"/>
                    <a:pt x="275" y="79"/>
                  </a:cubicBezTo>
                  <a:cubicBezTo>
                    <a:pt x="240" y="129"/>
                    <a:pt x="221" y="173"/>
                    <a:pt x="205" y="243"/>
                  </a:cubicBezTo>
                  <a:cubicBezTo>
                    <a:pt x="198" y="282"/>
                    <a:pt x="210" y="306"/>
                    <a:pt x="228" y="321"/>
                  </a:cubicBezTo>
                  <a:cubicBezTo>
                    <a:pt x="230" y="322"/>
                    <a:pt x="233" y="324"/>
                    <a:pt x="235" y="326"/>
                  </a:cubicBezTo>
                  <a:cubicBezTo>
                    <a:pt x="235" y="326"/>
                    <a:pt x="235" y="326"/>
                    <a:pt x="235" y="3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49"/>
            <p:cNvSpPr>
              <a:spLocks/>
            </p:cNvSpPr>
            <p:nvPr/>
          </p:nvSpPr>
          <p:spPr bwMode="auto">
            <a:xfrm>
              <a:off x="763588" y="639763"/>
              <a:ext cx="428625" cy="341313"/>
            </a:xfrm>
            <a:custGeom>
              <a:avLst/>
              <a:gdLst>
                <a:gd name="T0" fmla="*/ 187 w 252"/>
                <a:gd name="T1" fmla="*/ 75 h 201"/>
                <a:gd name="T2" fmla="*/ 196 w 252"/>
                <a:gd name="T3" fmla="*/ 80 h 201"/>
                <a:gd name="T4" fmla="*/ 198 w 252"/>
                <a:gd name="T5" fmla="*/ 81 h 201"/>
                <a:gd name="T6" fmla="*/ 199 w 252"/>
                <a:gd name="T7" fmla="*/ 81 h 201"/>
                <a:gd name="T8" fmla="*/ 199 w 252"/>
                <a:gd name="T9" fmla="*/ 81 h 201"/>
                <a:gd name="T10" fmla="*/ 243 w 252"/>
                <a:gd name="T11" fmla="*/ 71 h 201"/>
                <a:gd name="T12" fmla="*/ 232 w 252"/>
                <a:gd name="T13" fmla="*/ 26 h 201"/>
                <a:gd name="T14" fmla="*/ 232 w 252"/>
                <a:gd name="T15" fmla="*/ 26 h 201"/>
                <a:gd name="T16" fmla="*/ 164 w 252"/>
                <a:gd name="T17" fmla="*/ 3 h 201"/>
                <a:gd name="T18" fmla="*/ 117 w 252"/>
                <a:gd name="T19" fmla="*/ 4 h 201"/>
                <a:gd name="T20" fmla="*/ 45 w 252"/>
                <a:gd name="T21" fmla="*/ 50 h 201"/>
                <a:gd name="T22" fmla="*/ 3 w 252"/>
                <a:gd name="T23" fmla="*/ 162 h 201"/>
                <a:gd name="T24" fmla="*/ 29 w 252"/>
                <a:gd name="T25" fmla="*/ 199 h 201"/>
                <a:gd name="T26" fmla="*/ 30 w 252"/>
                <a:gd name="T27" fmla="*/ 199 h 201"/>
                <a:gd name="T28" fmla="*/ 66 w 252"/>
                <a:gd name="T29" fmla="*/ 172 h 201"/>
                <a:gd name="T30" fmla="*/ 107 w 252"/>
                <a:gd name="T31" fmla="*/ 77 h 201"/>
                <a:gd name="T32" fmla="*/ 130 w 252"/>
                <a:gd name="T33" fmla="*/ 67 h 201"/>
                <a:gd name="T34" fmla="*/ 155 w 252"/>
                <a:gd name="T35" fmla="*/ 66 h 201"/>
                <a:gd name="T36" fmla="*/ 187 w 252"/>
                <a:gd name="T37" fmla="*/ 75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2" h="201">
                  <a:moveTo>
                    <a:pt x="187" y="75"/>
                  </a:moveTo>
                  <a:cubicBezTo>
                    <a:pt x="191" y="77"/>
                    <a:pt x="194" y="78"/>
                    <a:pt x="196" y="80"/>
                  </a:cubicBezTo>
                  <a:cubicBezTo>
                    <a:pt x="197" y="80"/>
                    <a:pt x="198" y="81"/>
                    <a:pt x="198" y="81"/>
                  </a:cubicBezTo>
                  <a:cubicBezTo>
                    <a:pt x="199" y="81"/>
                    <a:pt x="199" y="81"/>
                    <a:pt x="199" y="81"/>
                  </a:cubicBezTo>
                  <a:cubicBezTo>
                    <a:pt x="199" y="81"/>
                    <a:pt x="199" y="81"/>
                    <a:pt x="199" y="81"/>
                  </a:cubicBezTo>
                  <a:cubicBezTo>
                    <a:pt x="214" y="90"/>
                    <a:pt x="233" y="86"/>
                    <a:pt x="243" y="71"/>
                  </a:cubicBezTo>
                  <a:cubicBezTo>
                    <a:pt x="252" y="55"/>
                    <a:pt x="247" y="36"/>
                    <a:pt x="232" y="26"/>
                  </a:cubicBezTo>
                  <a:cubicBezTo>
                    <a:pt x="232" y="26"/>
                    <a:pt x="232" y="26"/>
                    <a:pt x="232" y="26"/>
                  </a:cubicBezTo>
                  <a:cubicBezTo>
                    <a:pt x="230" y="25"/>
                    <a:pt x="203" y="8"/>
                    <a:pt x="164" y="3"/>
                  </a:cubicBezTo>
                  <a:cubicBezTo>
                    <a:pt x="150" y="1"/>
                    <a:pt x="134" y="0"/>
                    <a:pt x="117" y="4"/>
                  </a:cubicBezTo>
                  <a:cubicBezTo>
                    <a:pt x="91" y="9"/>
                    <a:pt x="65" y="24"/>
                    <a:pt x="45" y="50"/>
                  </a:cubicBezTo>
                  <a:cubicBezTo>
                    <a:pt x="24" y="77"/>
                    <a:pt x="10" y="113"/>
                    <a:pt x="3" y="162"/>
                  </a:cubicBezTo>
                  <a:cubicBezTo>
                    <a:pt x="0" y="180"/>
                    <a:pt x="12" y="196"/>
                    <a:pt x="29" y="199"/>
                  </a:cubicBezTo>
                  <a:cubicBezTo>
                    <a:pt x="30" y="199"/>
                    <a:pt x="30" y="199"/>
                    <a:pt x="30" y="199"/>
                  </a:cubicBezTo>
                  <a:cubicBezTo>
                    <a:pt x="47" y="201"/>
                    <a:pt x="63" y="189"/>
                    <a:pt x="66" y="172"/>
                  </a:cubicBezTo>
                  <a:cubicBezTo>
                    <a:pt x="75" y="115"/>
                    <a:pt x="92" y="89"/>
                    <a:pt x="107" y="77"/>
                  </a:cubicBezTo>
                  <a:cubicBezTo>
                    <a:pt x="114" y="71"/>
                    <a:pt x="122" y="68"/>
                    <a:pt x="130" y="67"/>
                  </a:cubicBezTo>
                  <a:cubicBezTo>
                    <a:pt x="138" y="65"/>
                    <a:pt x="147" y="65"/>
                    <a:pt x="155" y="66"/>
                  </a:cubicBezTo>
                  <a:cubicBezTo>
                    <a:pt x="167" y="68"/>
                    <a:pt x="178" y="72"/>
                    <a:pt x="187"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50"/>
            <p:cNvSpPr>
              <a:spLocks/>
            </p:cNvSpPr>
            <p:nvPr/>
          </p:nvSpPr>
          <p:spPr bwMode="auto">
            <a:xfrm>
              <a:off x="1176338" y="382588"/>
              <a:ext cx="347663" cy="350838"/>
            </a:xfrm>
            <a:custGeom>
              <a:avLst/>
              <a:gdLst>
                <a:gd name="T0" fmla="*/ 56 w 205"/>
                <a:gd name="T1" fmla="*/ 180 h 206"/>
                <a:gd name="T2" fmla="*/ 180 w 205"/>
                <a:gd name="T3" fmla="*/ 149 h 206"/>
                <a:gd name="T4" fmla="*/ 148 w 205"/>
                <a:gd name="T5" fmla="*/ 26 h 206"/>
                <a:gd name="T6" fmla="*/ 25 w 205"/>
                <a:gd name="T7" fmla="*/ 57 h 206"/>
                <a:gd name="T8" fmla="*/ 56 w 205"/>
                <a:gd name="T9" fmla="*/ 180 h 206"/>
              </a:gdLst>
              <a:ahLst/>
              <a:cxnLst>
                <a:cxn ang="0">
                  <a:pos x="T0" y="T1"/>
                </a:cxn>
                <a:cxn ang="0">
                  <a:pos x="T2" y="T3"/>
                </a:cxn>
                <a:cxn ang="0">
                  <a:pos x="T4" y="T5"/>
                </a:cxn>
                <a:cxn ang="0">
                  <a:pos x="T6" y="T7"/>
                </a:cxn>
                <a:cxn ang="0">
                  <a:pos x="T8" y="T9"/>
                </a:cxn>
              </a:cxnLst>
              <a:rect l="0" t="0" r="r" b="b"/>
              <a:pathLst>
                <a:path w="205" h="206">
                  <a:moveTo>
                    <a:pt x="56" y="180"/>
                  </a:moveTo>
                  <a:cubicBezTo>
                    <a:pt x="99" y="206"/>
                    <a:pt x="154" y="192"/>
                    <a:pt x="180" y="149"/>
                  </a:cubicBezTo>
                  <a:cubicBezTo>
                    <a:pt x="205" y="106"/>
                    <a:pt x="191" y="51"/>
                    <a:pt x="148" y="26"/>
                  </a:cubicBezTo>
                  <a:cubicBezTo>
                    <a:pt x="106" y="0"/>
                    <a:pt x="50" y="14"/>
                    <a:pt x="25" y="57"/>
                  </a:cubicBezTo>
                  <a:cubicBezTo>
                    <a:pt x="0" y="100"/>
                    <a:pt x="14" y="155"/>
                    <a:pt x="56" y="1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51"/>
            <p:cNvSpPr>
              <a:spLocks/>
            </p:cNvSpPr>
            <p:nvPr/>
          </p:nvSpPr>
          <p:spPr bwMode="auto">
            <a:xfrm>
              <a:off x="1625600" y="442913"/>
              <a:ext cx="830263" cy="153988"/>
            </a:xfrm>
            <a:custGeom>
              <a:avLst/>
              <a:gdLst>
                <a:gd name="T0" fmla="*/ 2 w 489"/>
                <a:gd name="T1" fmla="*/ 77 h 91"/>
                <a:gd name="T2" fmla="*/ 32 w 489"/>
                <a:gd name="T3" fmla="*/ 66 h 91"/>
                <a:gd name="T4" fmla="*/ 410 w 489"/>
                <a:gd name="T5" fmla="*/ 69 h 91"/>
                <a:gd name="T6" fmla="*/ 461 w 489"/>
                <a:gd name="T7" fmla="*/ 87 h 91"/>
                <a:gd name="T8" fmla="*/ 485 w 489"/>
                <a:gd name="T9" fmla="*/ 88 h 91"/>
                <a:gd name="T10" fmla="*/ 419 w 489"/>
                <a:gd name="T11" fmla="*/ 43 h 91"/>
                <a:gd name="T12" fmla="*/ 30 w 489"/>
                <a:gd name="T13" fmla="*/ 62 h 91"/>
                <a:gd name="T14" fmla="*/ 2 w 489"/>
                <a:gd name="T15" fmla="*/ 77 h 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9" h="91">
                  <a:moveTo>
                    <a:pt x="2" y="77"/>
                  </a:moveTo>
                  <a:cubicBezTo>
                    <a:pt x="4" y="77"/>
                    <a:pt x="14" y="73"/>
                    <a:pt x="32" y="66"/>
                  </a:cubicBezTo>
                  <a:cubicBezTo>
                    <a:pt x="154" y="21"/>
                    <a:pt x="292" y="21"/>
                    <a:pt x="410" y="69"/>
                  </a:cubicBezTo>
                  <a:cubicBezTo>
                    <a:pt x="429" y="76"/>
                    <a:pt x="447" y="83"/>
                    <a:pt x="461" y="87"/>
                  </a:cubicBezTo>
                  <a:cubicBezTo>
                    <a:pt x="474" y="91"/>
                    <a:pt x="483" y="91"/>
                    <a:pt x="485" y="88"/>
                  </a:cubicBezTo>
                  <a:cubicBezTo>
                    <a:pt x="489" y="80"/>
                    <a:pt x="461" y="57"/>
                    <a:pt x="419" y="43"/>
                  </a:cubicBezTo>
                  <a:cubicBezTo>
                    <a:pt x="292" y="0"/>
                    <a:pt x="151" y="10"/>
                    <a:pt x="30" y="62"/>
                  </a:cubicBezTo>
                  <a:cubicBezTo>
                    <a:pt x="10" y="72"/>
                    <a:pt x="0" y="77"/>
                    <a:pt x="2" y="77"/>
                  </a:cubicBezTo>
                  <a:close/>
                </a:path>
              </a:pathLst>
            </a:custGeom>
            <a:solidFill>
              <a:srgbClr val="B4540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52"/>
            <p:cNvSpPr>
              <a:spLocks/>
            </p:cNvSpPr>
            <p:nvPr/>
          </p:nvSpPr>
          <p:spPr bwMode="auto">
            <a:xfrm>
              <a:off x="2541588" y="600075"/>
              <a:ext cx="153988" cy="155575"/>
            </a:xfrm>
            <a:custGeom>
              <a:avLst/>
              <a:gdLst>
                <a:gd name="T0" fmla="*/ 36 w 90"/>
                <a:gd name="T1" fmla="*/ 86 h 91"/>
                <a:gd name="T2" fmla="*/ 85 w 90"/>
                <a:gd name="T3" fmla="*/ 54 h 91"/>
                <a:gd name="T4" fmla="*/ 54 w 90"/>
                <a:gd name="T5" fmla="*/ 5 h 91"/>
                <a:gd name="T6" fmla="*/ 5 w 90"/>
                <a:gd name="T7" fmla="*/ 36 h 91"/>
                <a:gd name="T8" fmla="*/ 36 w 90"/>
                <a:gd name="T9" fmla="*/ 86 h 91"/>
              </a:gdLst>
              <a:ahLst/>
              <a:cxnLst>
                <a:cxn ang="0">
                  <a:pos x="T0" y="T1"/>
                </a:cxn>
                <a:cxn ang="0">
                  <a:pos x="T2" y="T3"/>
                </a:cxn>
                <a:cxn ang="0">
                  <a:pos x="T4" y="T5"/>
                </a:cxn>
                <a:cxn ang="0">
                  <a:pos x="T6" y="T7"/>
                </a:cxn>
                <a:cxn ang="0">
                  <a:pos x="T8" y="T9"/>
                </a:cxn>
              </a:cxnLst>
              <a:rect l="0" t="0" r="r" b="b"/>
              <a:pathLst>
                <a:path w="90" h="91">
                  <a:moveTo>
                    <a:pt x="36" y="86"/>
                  </a:moveTo>
                  <a:cubicBezTo>
                    <a:pt x="58" y="91"/>
                    <a:pt x="80" y="77"/>
                    <a:pt x="85" y="54"/>
                  </a:cubicBezTo>
                  <a:cubicBezTo>
                    <a:pt x="90" y="32"/>
                    <a:pt x="76" y="10"/>
                    <a:pt x="54" y="5"/>
                  </a:cubicBezTo>
                  <a:cubicBezTo>
                    <a:pt x="32" y="0"/>
                    <a:pt x="10" y="14"/>
                    <a:pt x="5" y="36"/>
                  </a:cubicBezTo>
                  <a:cubicBezTo>
                    <a:pt x="0" y="58"/>
                    <a:pt x="14" y="81"/>
                    <a:pt x="36" y="86"/>
                  </a:cubicBezTo>
                  <a:close/>
                </a:path>
              </a:pathLst>
            </a:custGeom>
            <a:solidFill>
              <a:srgbClr val="B4540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53"/>
            <p:cNvSpPr>
              <a:spLocks/>
            </p:cNvSpPr>
            <p:nvPr/>
          </p:nvSpPr>
          <p:spPr bwMode="auto">
            <a:xfrm>
              <a:off x="3106738" y="1016000"/>
              <a:ext cx="223838" cy="762000"/>
            </a:xfrm>
            <a:custGeom>
              <a:avLst/>
              <a:gdLst>
                <a:gd name="T0" fmla="*/ 20 w 132"/>
                <a:gd name="T1" fmla="*/ 207 h 448"/>
                <a:gd name="T2" fmla="*/ 0 w 132"/>
                <a:gd name="T3" fmla="*/ 312 h 448"/>
                <a:gd name="T4" fmla="*/ 24 w 132"/>
                <a:gd name="T5" fmla="*/ 428 h 448"/>
                <a:gd name="T6" fmla="*/ 54 w 132"/>
                <a:gd name="T7" fmla="*/ 448 h 448"/>
                <a:gd name="T8" fmla="*/ 66 w 132"/>
                <a:gd name="T9" fmla="*/ 445 h 448"/>
                <a:gd name="T10" fmla="*/ 83 w 132"/>
                <a:gd name="T11" fmla="*/ 403 h 448"/>
                <a:gd name="T12" fmla="*/ 64 w 132"/>
                <a:gd name="T13" fmla="*/ 312 h 448"/>
                <a:gd name="T14" fmla="*/ 74 w 132"/>
                <a:gd name="T15" fmla="*/ 245 h 448"/>
                <a:gd name="T16" fmla="*/ 83 w 132"/>
                <a:gd name="T17" fmla="*/ 244 h 448"/>
                <a:gd name="T18" fmla="*/ 125 w 132"/>
                <a:gd name="T19" fmla="*/ 200 h 448"/>
                <a:gd name="T20" fmla="*/ 106 w 132"/>
                <a:gd name="T21" fmla="*/ 52 h 448"/>
                <a:gd name="T22" fmla="*/ 29 w 132"/>
                <a:gd name="T23" fmla="*/ 5 h 448"/>
                <a:gd name="T24" fmla="*/ 20 w 132"/>
                <a:gd name="T25" fmla="*/ 8 h 448"/>
                <a:gd name="T26" fmla="*/ 49 w 132"/>
                <a:gd name="T27" fmla="*/ 23 h 448"/>
                <a:gd name="T28" fmla="*/ 49 w 132"/>
                <a:gd name="T29" fmla="*/ 23 h 448"/>
                <a:gd name="T30" fmla="*/ 65 w 132"/>
                <a:gd name="T31" fmla="*/ 37 h 448"/>
                <a:gd name="T32" fmla="*/ 67 w 132"/>
                <a:gd name="T33" fmla="*/ 58 h 448"/>
                <a:gd name="T34" fmla="*/ 40 w 132"/>
                <a:gd name="T35" fmla="*/ 77 h 448"/>
                <a:gd name="T36" fmla="*/ 31 w 132"/>
                <a:gd name="T37" fmla="*/ 76 h 448"/>
                <a:gd name="T38" fmla="*/ 0 w 132"/>
                <a:gd name="T39" fmla="*/ 62 h 448"/>
                <a:gd name="T40" fmla="*/ 2 w 132"/>
                <a:gd name="T41" fmla="*/ 68 h 448"/>
                <a:gd name="T42" fmla="*/ 21 w 132"/>
                <a:gd name="T43" fmla="*/ 185 h 448"/>
                <a:gd name="T44" fmla="*/ 20 w 132"/>
                <a:gd name="T45" fmla="*/ 205 h 448"/>
                <a:gd name="T46" fmla="*/ 20 w 132"/>
                <a:gd name="T47" fmla="*/ 207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2" h="448">
                  <a:moveTo>
                    <a:pt x="20" y="207"/>
                  </a:moveTo>
                  <a:cubicBezTo>
                    <a:pt x="12" y="227"/>
                    <a:pt x="0" y="264"/>
                    <a:pt x="0" y="312"/>
                  </a:cubicBezTo>
                  <a:cubicBezTo>
                    <a:pt x="0" y="346"/>
                    <a:pt x="6" y="386"/>
                    <a:pt x="24" y="428"/>
                  </a:cubicBezTo>
                  <a:cubicBezTo>
                    <a:pt x="29" y="440"/>
                    <a:pt x="41" y="448"/>
                    <a:pt x="54" y="448"/>
                  </a:cubicBezTo>
                  <a:cubicBezTo>
                    <a:pt x="58" y="448"/>
                    <a:pt x="62" y="447"/>
                    <a:pt x="66" y="445"/>
                  </a:cubicBezTo>
                  <a:cubicBezTo>
                    <a:pt x="82" y="439"/>
                    <a:pt x="90" y="420"/>
                    <a:pt x="83" y="403"/>
                  </a:cubicBezTo>
                  <a:cubicBezTo>
                    <a:pt x="69" y="370"/>
                    <a:pt x="64" y="339"/>
                    <a:pt x="64" y="312"/>
                  </a:cubicBezTo>
                  <a:cubicBezTo>
                    <a:pt x="64" y="285"/>
                    <a:pt x="69" y="261"/>
                    <a:pt x="74" y="245"/>
                  </a:cubicBezTo>
                  <a:cubicBezTo>
                    <a:pt x="77" y="245"/>
                    <a:pt x="80" y="244"/>
                    <a:pt x="83" y="244"/>
                  </a:cubicBezTo>
                  <a:cubicBezTo>
                    <a:pt x="102" y="240"/>
                    <a:pt x="119" y="229"/>
                    <a:pt x="125" y="200"/>
                  </a:cubicBezTo>
                  <a:cubicBezTo>
                    <a:pt x="132" y="141"/>
                    <a:pt x="127" y="106"/>
                    <a:pt x="106" y="52"/>
                  </a:cubicBezTo>
                  <a:cubicBezTo>
                    <a:pt x="91" y="13"/>
                    <a:pt x="54" y="0"/>
                    <a:pt x="29" y="5"/>
                  </a:cubicBezTo>
                  <a:cubicBezTo>
                    <a:pt x="26" y="6"/>
                    <a:pt x="23" y="7"/>
                    <a:pt x="20" y="8"/>
                  </a:cubicBezTo>
                  <a:cubicBezTo>
                    <a:pt x="36" y="18"/>
                    <a:pt x="47" y="22"/>
                    <a:pt x="49" y="23"/>
                  </a:cubicBezTo>
                  <a:cubicBezTo>
                    <a:pt x="49" y="23"/>
                    <a:pt x="49" y="23"/>
                    <a:pt x="49" y="23"/>
                  </a:cubicBezTo>
                  <a:cubicBezTo>
                    <a:pt x="56" y="25"/>
                    <a:pt x="62" y="30"/>
                    <a:pt x="65" y="37"/>
                  </a:cubicBezTo>
                  <a:cubicBezTo>
                    <a:pt x="69" y="43"/>
                    <a:pt x="69" y="51"/>
                    <a:pt x="67" y="58"/>
                  </a:cubicBezTo>
                  <a:cubicBezTo>
                    <a:pt x="63" y="70"/>
                    <a:pt x="52" y="77"/>
                    <a:pt x="40" y="77"/>
                  </a:cubicBezTo>
                  <a:cubicBezTo>
                    <a:pt x="37" y="77"/>
                    <a:pt x="34" y="77"/>
                    <a:pt x="31" y="76"/>
                  </a:cubicBezTo>
                  <a:cubicBezTo>
                    <a:pt x="28" y="75"/>
                    <a:pt x="17" y="71"/>
                    <a:pt x="0" y="62"/>
                  </a:cubicBezTo>
                  <a:cubicBezTo>
                    <a:pt x="1" y="64"/>
                    <a:pt x="1" y="66"/>
                    <a:pt x="2" y="68"/>
                  </a:cubicBezTo>
                  <a:cubicBezTo>
                    <a:pt x="9" y="100"/>
                    <a:pt x="22" y="144"/>
                    <a:pt x="21" y="185"/>
                  </a:cubicBezTo>
                  <a:cubicBezTo>
                    <a:pt x="21" y="192"/>
                    <a:pt x="21" y="198"/>
                    <a:pt x="20" y="205"/>
                  </a:cubicBezTo>
                  <a:cubicBezTo>
                    <a:pt x="20" y="206"/>
                    <a:pt x="20" y="206"/>
                    <a:pt x="20" y="2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54"/>
            <p:cNvSpPr>
              <a:spLocks/>
            </p:cNvSpPr>
            <p:nvPr/>
          </p:nvSpPr>
          <p:spPr bwMode="auto">
            <a:xfrm>
              <a:off x="2968625" y="944563"/>
              <a:ext cx="244475" cy="188913"/>
            </a:xfrm>
            <a:custGeom>
              <a:avLst/>
              <a:gdLst>
                <a:gd name="T0" fmla="*/ 121 w 144"/>
                <a:gd name="T1" fmla="*/ 111 h 111"/>
                <a:gd name="T2" fmla="*/ 140 w 144"/>
                <a:gd name="T3" fmla="*/ 98 h 111"/>
                <a:gd name="T4" fmla="*/ 127 w 144"/>
                <a:gd name="T5" fmla="*/ 72 h 111"/>
                <a:gd name="T6" fmla="*/ 127 w 144"/>
                <a:gd name="T7" fmla="*/ 72 h 111"/>
                <a:gd name="T8" fmla="*/ 34 w 144"/>
                <a:gd name="T9" fmla="*/ 0 h 111"/>
                <a:gd name="T10" fmla="*/ 25 w 144"/>
                <a:gd name="T11" fmla="*/ 8 h 111"/>
                <a:gd name="T12" fmla="*/ 0 w 144"/>
                <a:gd name="T13" fmla="*/ 21 h 111"/>
                <a:gd name="T14" fmla="*/ 62 w 144"/>
                <a:gd name="T15" fmla="*/ 82 h 111"/>
                <a:gd name="T16" fmla="*/ 115 w 144"/>
                <a:gd name="T17" fmla="*/ 110 h 111"/>
                <a:gd name="T18" fmla="*/ 121 w 144"/>
                <a:gd name="T19"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4" h="111">
                  <a:moveTo>
                    <a:pt x="121" y="111"/>
                  </a:moveTo>
                  <a:cubicBezTo>
                    <a:pt x="130" y="111"/>
                    <a:pt x="137" y="106"/>
                    <a:pt x="140" y="98"/>
                  </a:cubicBezTo>
                  <a:cubicBezTo>
                    <a:pt x="144" y="87"/>
                    <a:pt x="138" y="76"/>
                    <a:pt x="127" y="72"/>
                  </a:cubicBezTo>
                  <a:cubicBezTo>
                    <a:pt x="127" y="72"/>
                    <a:pt x="127" y="72"/>
                    <a:pt x="127" y="72"/>
                  </a:cubicBezTo>
                  <a:cubicBezTo>
                    <a:pt x="121" y="70"/>
                    <a:pt x="72" y="51"/>
                    <a:pt x="34" y="0"/>
                  </a:cubicBezTo>
                  <a:cubicBezTo>
                    <a:pt x="32" y="3"/>
                    <a:pt x="29" y="6"/>
                    <a:pt x="25" y="8"/>
                  </a:cubicBezTo>
                  <a:cubicBezTo>
                    <a:pt x="17" y="14"/>
                    <a:pt x="9" y="19"/>
                    <a:pt x="0" y="21"/>
                  </a:cubicBezTo>
                  <a:cubicBezTo>
                    <a:pt x="20" y="49"/>
                    <a:pt x="42" y="68"/>
                    <a:pt x="62" y="82"/>
                  </a:cubicBezTo>
                  <a:cubicBezTo>
                    <a:pt x="91" y="102"/>
                    <a:pt x="114" y="110"/>
                    <a:pt x="115" y="110"/>
                  </a:cubicBezTo>
                  <a:cubicBezTo>
                    <a:pt x="117" y="111"/>
                    <a:pt x="119" y="111"/>
                    <a:pt x="121"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Oval 55"/>
            <p:cNvSpPr>
              <a:spLocks noChangeArrowheads="1"/>
            </p:cNvSpPr>
            <p:nvPr/>
          </p:nvSpPr>
          <p:spPr bwMode="auto">
            <a:xfrm>
              <a:off x="3071813" y="763588"/>
              <a:ext cx="238125" cy="2381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56"/>
            <p:cNvSpPr>
              <a:spLocks noEditPoints="1"/>
            </p:cNvSpPr>
            <p:nvPr/>
          </p:nvSpPr>
          <p:spPr bwMode="auto">
            <a:xfrm>
              <a:off x="2757488" y="671513"/>
              <a:ext cx="307975" cy="309563"/>
            </a:xfrm>
            <a:custGeom>
              <a:avLst/>
              <a:gdLst>
                <a:gd name="T0" fmla="*/ 143 w 181"/>
                <a:gd name="T1" fmla="*/ 160 h 182"/>
                <a:gd name="T2" fmla="*/ 143 w 181"/>
                <a:gd name="T3" fmla="*/ 50 h 182"/>
                <a:gd name="T4" fmla="*/ 38 w 181"/>
                <a:gd name="T5" fmla="*/ 130 h 182"/>
                <a:gd name="T6" fmla="*/ 143 w 181"/>
                <a:gd name="T7" fmla="*/ 160 h 182"/>
                <a:gd name="T8" fmla="*/ 110 w 181"/>
                <a:gd name="T9" fmla="*/ 57 h 182"/>
                <a:gd name="T10" fmla="*/ 133 w 181"/>
                <a:gd name="T11" fmla="*/ 83 h 182"/>
                <a:gd name="T12" fmla="*/ 145 w 181"/>
                <a:gd name="T13" fmla="*/ 115 h 182"/>
                <a:gd name="T14" fmla="*/ 122 w 181"/>
                <a:gd name="T15" fmla="*/ 89 h 182"/>
                <a:gd name="T16" fmla="*/ 110 w 181"/>
                <a:gd name="T17" fmla="*/ 57 h 182"/>
                <a:gd name="T18" fmla="*/ 75 w 181"/>
                <a:gd name="T19" fmla="*/ 77 h 182"/>
                <a:gd name="T20" fmla="*/ 102 w 181"/>
                <a:gd name="T21" fmla="*/ 99 h 182"/>
                <a:gd name="T22" fmla="*/ 120 w 181"/>
                <a:gd name="T23" fmla="*/ 129 h 182"/>
                <a:gd name="T24" fmla="*/ 93 w 181"/>
                <a:gd name="T25" fmla="*/ 107 h 182"/>
                <a:gd name="T26" fmla="*/ 75 w 181"/>
                <a:gd name="T27" fmla="*/ 77 h 182"/>
                <a:gd name="T28" fmla="*/ 71 w 181"/>
                <a:gd name="T29" fmla="*/ 132 h 182"/>
                <a:gd name="T30" fmla="*/ 47 w 181"/>
                <a:gd name="T31" fmla="*/ 107 h 182"/>
                <a:gd name="T32" fmla="*/ 78 w 181"/>
                <a:gd name="T33" fmla="*/ 122 h 182"/>
                <a:gd name="T34" fmla="*/ 102 w 181"/>
                <a:gd name="T35" fmla="*/ 148 h 182"/>
                <a:gd name="T36" fmla="*/ 71 w 181"/>
                <a:gd name="T37" fmla="*/ 13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1" h="182">
                  <a:moveTo>
                    <a:pt x="143" y="160"/>
                  </a:moveTo>
                  <a:cubicBezTo>
                    <a:pt x="172" y="138"/>
                    <a:pt x="181" y="100"/>
                    <a:pt x="143" y="50"/>
                  </a:cubicBezTo>
                  <a:cubicBezTo>
                    <a:pt x="105" y="0"/>
                    <a:pt x="0" y="80"/>
                    <a:pt x="38" y="130"/>
                  </a:cubicBezTo>
                  <a:cubicBezTo>
                    <a:pt x="76" y="180"/>
                    <a:pt x="114" y="182"/>
                    <a:pt x="143" y="160"/>
                  </a:cubicBezTo>
                  <a:close/>
                  <a:moveTo>
                    <a:pt x="110" y="57"/>
                  </a:moveTo>
                  <a:cubicBezTo>
                    <a:pt x="113" y="55"/>
                    <a:pt x="123" y="67"/>
                    <a:pt x="133" y="83"/>
                  </a:cubicBezTo>
                  <a:cubicBezTo>
                    <a:pt x="143" y="99"/>
                    <a:pt x="148" y="114"/>
                    <a:pt x="145" y="115"/>
                  </a:cubicBezTo>
                  <a:cubicBezTo>
                    <a:pt x="142" y="117"/>
                    <a:pt x="132" y="106"/>
                    <a:pt x="122" y="89"/>
                  </a:cubicBezTo>
                  <a:cubicBezTo>
                    <a:pt x="113" y="73"/>
                    <a:pt x="107" y="59"/>
                    <a:pt x="110" y="57"/>
                  </a:cubicBezTo>
                  <a:close/>
                  <a:moveTo>
                    <a:pt x="75" y="77"/>
                  </a:moveTo>
                  <a:cubicBezTo>
                    <a:pt x="78" y="74"/>
                    <a:pt x="90" y="84"/>
                    <a:pt x="102" y="99"/>
                  </a:cubicBezTo>
                  <a:cubicBezTo>
                    <a:pt x="115" y="113"/>
                    <a:pt x="122" y="126"/>
                    <a:pt x="120" y="129"/>
                  </a:cubicBezTo>
                  <a:cubicBezTo>
                    <a:pt x="117" y="131"/>
                    <a:pt x="105" y="121"/>
                    <a:pt x="93" y="107"/>
                  </a:cubicBezTo>
                  <a:cubicBezTo>
                    <a:pt x="81" y="92"/>
                    <a:pt x="73" y="79"/>
                    <a:pt x="75" y="77"/>
                  </a:cubicBezTo>
                  <a:close/>
                  <a:moveTo>
                    <a:pt x="71" y="132"/>
                  </a:moveTo>
                  <a:cubicBezTo>
                    <a:pt x="55" y="121"/>
                    <a:pt x="45" y="110"/>
                    <a:pt x="47" y="107"/>
                  </a:cubicBezTo>
                  <a:cubicBezTo>
                    <a:pt x="49" y="104"/>
                    <a:pt x="63" y="111"/>
                    <a:pt x="78" y="122"/>
                  </a:cubicBezTo>
                  <a:cubicBezTo>
                    <a:pt x="93" y="133"/>
                    <a:pt x="104" y="145"/>
                    <a:pt x="102" y="148"/>
                  </a:cubicBezTo>
                  <a:cubicBezTo>
                    <a:pt x="100" y="150"/>
                    <a:pt x="86" y="144"/>
                    <a:pt x="71" y="132"/>
                  </a:cubicBezTo>
                  <a:close/>
                </a:path>
              </a:pathLst>
            </a:custGeom>
            <a:solidFill>
              <a:srgbClr val="B4540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2" name="组合 51"/>
          <p:cNvGrpSpPr/>
          <p:nvPr/>
        </p:nvGrpSpPr>
        <p:grpSpPr>
          <a:xfrm>
            <a:off x="3532188" y="434975"/>
            <a:ext cx="2713038" cy="2882901"/>
            <a:chOff x="3532188" y="434975"/>
            <a:chExt cx="2713038" cy="2882901"/>
          </a:xfrm>
          <a:solidFill>
            <a:schemeClr val="tx1">
              <a:lumMod val="65000"/>
              <a:lumOff val="35000"/>
            </a:schemeClr>
          </a:solidFill>
        </p:grpSpPr>
        <p:sp>
          <p:nvSpPr>
            <p:cNvPr id="53" name="Freeform 57"/>
            <p:cNvSpPr>
              <a:spLocks/>
            </p:cNvSpPr>
            <p:nvPr/>
          </p:nvSpPr>
          <p:spPr bwMode="auto">
            <a:xfrm>
              <a:off x="5735638" y="1798638"/>
              <a:ext cx="336550" cy="336550"/>
            </a:xfrm>
            <a:custGeom>
              <a:avLst/>
              <a:gdLst>
                <a:gd name="T0" fmla="*/ 119 w 198"/>
                <a:gd name="T1" fmla="*/ 186 h 198"/>
                <a:gd name="T2" fmla="*/ 186 w 198"/>
                <a:gd name="T3" fmla="*/ 78 h 198"/>
                <a:gd name="T4" fmla="*/ 78 w 198"/>
                <a:gd name="T5" fmla="*/ 11 h 198"/>
                <a:gd name="T6" fmla="*/ 11 w 198"/>
                <a:gd name="T7" fmla="*/ 119 h 198"/>
                <a:gd name="T8" fmla="*/ 119 w 198"/>
                <a:gd name="T9" fmla="*/ 186 h 198"/>
              </a:gdLst>
              <a:ahLst/>
              <a:cxnLst>
                <a:cxn ang="0">
                  <a:pos x="T0" y="T1"/>
                </a:cxn>
                <a:cxn ang="0">
                  <a:pos x="T2" y="T3"/>
                </a:cxn>
                <a:cxn ang="0">
                  <a:pos x="T4" y="T5"/>
                </a:cxn>
                <a:cxn ang="0">
                  <a:pos x="T6" y="T7"/>
                </a:cxn>
                <a:cxn ang="0">
                  <a:pos x="T8" y="T9"/>
                </a:cxn>
              </a:cxnLst>
              <a:rect l="0" t="0" r="r" b="b"/>
              <a:pathLst>
                <a:path w="198" h="198">
                  <a:moveTo>
                    <a:pt x="119" y="186"/>
                  </a:moveTo>
                  <a:cubicBezTo>
                    <a:pt x="168" y="175"/>
                    <a:pt x="198" y="127"/>
                    <a:pt x="186" y="78"/>
                  </a:cubicBezTo>
                  <a:cubicBezTo>
                    <a:pt x="175" y="30"/>
                    <a:pt x="127" y="0"/>
                    <a:pt x="78" y="11"/>
                  </a:cubicBezTo>
                  <a:cubicBezTo>
                    <a:pt x="30" y="22"/>
                    <a:pt x="0" y="71"/>
                    <a:pt x="11" y="119"/>
                  </a:cubicBezTo>
                  <a:cubicBezTo>
                    <a:pt x="22" y="167"/>
                    <a:pt x="71" y="198"/>
                    <a:pt x="119" y="1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58"/>
            <p:cNvSpPr>
              <a:spLocks/>
            </p:cNvSpPr>
            <p:nvPr/>
          </p:nvSpPr>
          <p:spPr bwMode="auto">
            <a:xfrm>
              <a:off x="5872163" y="2116138"/>
              <a:ext cx="373063" cy="1201738"/>
            </a:xfrm>
            <a:custGeom>
              <a:avLst/>
              <a:gdLst>
                <a:gd name="T0" fmla="*/ 187 w 220"/>
                <a:gd name="T1" fmla="*/ 77 h 708"/>
                <a:gd name="T2" fmla="*/ 83 w 220"/>
                <a:gd name="T3" fmla="*/ 8 h 708"/>
                <a:gd name="T4" fmla="*/ 42 w 220"/>
                <a:gd name="T5" fmla="*/ 85 h 708"/>
                <a:gd name="T6" fmla="*/ 66 w 220"/>
                <a:gd name="T7" fmla="*/ 58 h 708"/>
                <a:gd name="T8" fmla="*/ 100 w 220"/>
                <a:gd name="T9" fmla="*/ 39 h 708"/>
                <a:gd name="T10" fmla="*/ 122 w 220"/>
                <a:gd name="T11" fmla="*/ 45 h 708"/>
                <a:gd name="T12" fmla="*/ 139 w 220"/>
                <a:gd name="T13" fmla="*/ 70 h 708"/>
                <a:gd name="T14" fmla="*/ 134 w 220"/>
                <a:gd name="T15" fmla="*/ 100 h 708"/>
                <a:gd name="T16" fmla="*/ 80 w 220"/>
                <a:gd name="T17" fmla="*/ 158 h 708"/>
                <a:gd name="T18" fmla="*/ 59 w 220"/>
                <a:gd name="T19" fmla="*/ 173 h 708"/>
                <a:gd name="T20" fmla="*/ 67 w 220"/>
                <a:gd name="T21" fmla="*/ 301 h 708"/>
                <a:gd name="T22" fmla="*/ 36 w 220"/>
                <a:gd name="T23" fmla="*/ 351 h 708"/>
                <a:gd name="T24" fmla="*/ 0 w 220"/>
                <a:gd name="T25" fmla="*/ 508 h 708"/>
                <a:gd name="T26" fmla="*/ 32 w 220"/>
                <a:gd name="T27" fmla="*/ 675 h 708"/>
                <a:gd name="T28" fmla="*/ 79 w 220"/>
                <a:gd name="T29" fmla="*/ 708 h 708"/>
                <a:gd name="T30" fmla="*/ 96 w 220"/>
                <a:gd name="T31" fmla="*/ 705 h 708"/>
                <a:gd name="T32" fmla="*/ 126 w 220"/>
                <a:gd name="T33" fmla="*/ 640 h 708"/>
                <a:gd name="T34" fmla="*/ 100 w 220"/>
                <a:gd name="T35" fmla="*/ 508 h 708"/>
                <a:gd name="T36" fmla="*/ 125 w 220"/>
                <a:gd name="T37" fmla="*/ 395 h 708"/>
                <a:gd name="T38" fmla="*/ 142 w 220"/>
                <a:gd name="T39" fmla="*/ 368 h 708"/>
                <a:gd name="T40" fmla="*/ 142 w 220"/>
                <a:gd name="T41" fmla="*/ 368 h 708"/>
                <a:gd name="T42" fmla="*/ 209 w 220"/>
                <a:gd name="T43" fmla="*/ 299 h 708"/>
                <a:gd name="T44" fmla="*/ 187 w 220"/>
                <a:gd name="T45" fmla="*/ 77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0" h="708">
                  <a:moveTo>
                    <a:pt x="187" y="77"/>
                  </a:moveTo>
                  <a:cubicBezTo>
                    <a:pt x="166" y="18"/>
                    <a:pt x="117" y="0"/>
                    <a:pt x="83" y="8"/>
                  </a:cubicBezTo>
                  <a:cubicBezTo>
                    <a:pt x="54" y="16"/>
                    <a:pt x="39" y="51"/>
                    <a:pt x="42" y="85"/>
                  </a:cubicBezTo>
                  <a:cubicBezTo>
                    <a:pt x="58" y="70"/>
                    <a:pt x="66" y="58"/>
                    <a:pt x="66" y="58"/>
                  </a:cubicBezTo>
                  <a:cubicBezTo>
                    <a:pt x="74" y="46"/>
                    <a:pt x="87" y="39"/>
                    <a:pt x="100" y="39"/>
                  </a:cubicBezTo>
                  <a:cubicBezTo>
                    <a:pt x="108" y="39"/>
                    <a:pt x="115" y="41"/>
                    <a:pt x="122" y="45"/>
                  </a:cubicBezTo>
                  <a:cubicBezTo>
                    <a:pt x="131" y="51"/>
                    <a:pt x="137" y="60"/>
                    <a:pt x="139" y="70"/>
                  </a:cubicBezTo>
                  <a:cubicBezTo>
                    <a:pt x="142" y="80"/>
                    <a:pt x="140" y="91"/>
                    <a:pt x="134" y="100"/>
                  </a:cubicBezTo>
                  <a:cubicBezTo>
                    <a:pt x="129" y="108"/>
                    <a:pt x="112" y="132"/>
                    <a:pt x="80" y="158"/>
                  </a:cubicBezTo>
                  <a:cubicBezTo>
                    <a:pt x="74" y="162"/>
                    <a:pt x="66" y="168"/>
                    <a:pt x="59" y="173"/>
                  </a:cubicBezTo>
                  <a:cubicBezTo>
                    <a:pt x="66" y="214"/>
                    <a:pt x="71" y="259"/>
                    <a:pt x="67" y="301"/>
                  </a:cubicBezTo>
                  <a:cubicBezTo>
                    <a:pt x="60" y="311"/>
                    <a:pt x="48" y="327"/>
                    <a:pt x="36" y="351"/>
                  </a:cubicBezTo>
                  <a:cubicBezTo>
                    <a:pt x="18" y="387"/>
                    <a:pt x="0" y="440"/>
                    <a:pt x="0" y="508"/>
                  </a:cubicBezTo>
                  <a:cubicBezTo>
                    <a:pt x="0" y="557"/>
                    <a:pt x="9" y="613"/>
                    <a:pt x="32" y="675"/>
                  </a:cubicBezTo>
                  <a:cubicBezTo>
                    <a:pt x="40" y="695"/>
                    <a:pt x="59" y="708"/>
                    <a:pt x="79" y="708"/>
                  </a:cubicBezTo>
                  <a:cubicBezTo>
                    <a:pt x="85" y="708"/>
                    <a:pt x="91" y="707"/>
                    <a:pt x="96" y="705"/>
                  </a:cubicBezTo>
                  <a:cubicBezTo>
                    <a:pt x="122" y="695"/>
                    <a:pt x="135" y="666"/>
                    <a:pt x="126" y="640"/>
                  </a:cubicBezTo>
                  <a:cubicBezTo>
                    <a:pt x="107" y="589"/>
                    <a:pt x="100" y="545"/>
                    <a:pt x="100" y="508"/>
                  </a:cubicBezTo>
                  <a:cubicBezTo>
                    <a:pt x="100" y="457"/>
                    <a:pt x="113" y="420"/>
                    <a:pt x="125" y="395"/>
                  </a:cubicBezTo>
                  <a:cubicBezTo>
                    <a:pt x="131" y="383"/>
                    <a:pt x="137" y="374"/>
                    <a:pt x="142" y="368"/>
                  </a:cubicBezTo>
                  <a:cubicBezTo>
                    <a:pt x="142" y="368"/>
                    <a:pt x="142" y="368"/>
                    <a:pt x="142" y="368"/>
                  </a:cubicBezTo>
                  <a:cubicBezTo>
                    <a:pt x="171" y="364"/>
                    <a:pt x="200" y="349"/>
                    <a:pt x="209" y="299"/>
                  </a:cubicBezTo>
                  <a:cubicBezTo>
                    <a:pt x="220" y="210"/>
                    <a:pt x="214" y="158"/>
                    <a:pt x="187"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59"/>
            <p:cNvSpPr>
              <a:spLocks/>
            </p:cNvSpPr>
            <p:nvPr/>
          </p:nvSpPr>
          <p:spPr bwMode="auto">
            <a:xfrm>
              <a:off x="5603875" y="2189163"/>
              <a:ext cx="500063" cy="274638"/>
            </a:xfrm>
            <a:custGeom>
              <a:avLst/>
              <a:gdLst>
                <a:gd name="T0" fmla="*/ 285 w 295"/>
                <a:gd name="T1" fmla="*/ 53 h 162"/>
                <a:gd name="T2" fmla="*/ 275 w 295"/>
                <a:gd name="T3" fmla="*/ 9 h 162"/>
                <a:gd name="T4" fmla="*/ 231 w 295"/>
                <a:gd name="T5" fmla="*/ 19 h 162"/>
                <a:gd name="T6" fmla="*/ 231 w 295"/>
                <a:gd name="T7" fmla="*/ 19 h 162"/>
                <a:gd name="T8" fmla="*/ 231 w 295"/>
                <a:gd name="T9" fmla="*/ 19 h 162"/>
                <a:gd name="T10" fmla="*/ 191 w 295"/>
                <a:gd name="T11" fmla="*/ 60 h 162"/>
                <a:gd name="T12" fmla="*/ 75 w 295"/>
                <a:gd name="T13" fmla="*/ 98 h 162"/>
                <a:gd name="T14" fmla="*/ 39 w 295"/>
                <a:gd name="T15" fmla="*/ 95 h 162"/>
                <a:gd name="T16" fmla="*/ 3 w 295"/>
                <a:gd name="T17" fmla="*/ 122 h 162"/>
                <a:gd name="T18" fmla="*/ 29 w 295"/>
                <a:gd name="T19" fmla="*/ 158 h 162"/>
                <a:gd name="T20" fmla="*/ 75 w 295"/>
                <a:gd name="T21" fmla="*/ 162 h 162"/>
                <a:gd name="T22" fmla="*/ 76 w 295"/>
                <a:gd name="T23" fmla="*/ 162 h 162"/>
                <a:gd name="T24" fmla="*/ 233 w 295"/>
                <a:gd name="T25" fmla="*/ 108 h 162"/>
                <a:gd name="T26" fmla="*/ 285 w 295"/>
                <a:gd name="T27" fmla="*/ 53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5" h="162">
                  <a:moveTo>
                    <a:pt x="285" y="53"/>
                  </a:moveTo>
                  <a:cubicBezTo>
                    <a:pt x="295" y="38"/>
                    <a:pt x="290" y="18"/>
                    <a:pt x="275" y="9"/>
                  </a:cubicBezTo>
                  <a:cubicBezTo>
                    <a:pt x="260" y="0"/>
                    <a:pt x="241" y="4"/>
                    <a:pt x="231" y="19"/>
                  </a:cubicBezTo>
                  <a:cubicBezTo>
                    <a:pt x="231" y="19"/>
                    <a:pt x="231" y="19"/>
                    <a:pt x="231" y="19"/>
                  </a:cubicBezTo>
                  <a:cubicBezTo>
                    <a:pt x="231" y="19"/>
                    <a:pt x="231" y="19"/>
                    <a:pt x="231" y="19"/>
                  </a:cubicBezTo>
                  <a:cubicBezTo>
                    <a:pt x="230" y="21"/>
                    <a:pt x="217" y="41"/>
                    <a:pt x="191" y="60"/>
                  </a:cubicBezTo>
                  <a:cubicBezTo>
                    <a:pt x="165" y="79"/>
                    <a:pt x="127" y="98"/>
                    <a:pt x="75" y="98"/>
                  </a:cubicBezTo>
                  <a:cubicBezTo>
                    <a:pt x="64" y="98"/>
                    <a:pt x="52" y="97"/>
                    <a:pt x="39" y="95"/>
                  </a:cubicBezTo>
                  <a:cubicBezTo>
                    <a:pt x="22" y="92"/>
                    <a:pt x="5" y="104"/>
                    <a:pt x="3" y="122"/>
                  </a:cubicBezTo>
                  <a:cubicBezTo>
                    <a:pt x="0" y="139"/>
                    <a:pt x="12" y="156"/>
                    <a:pt x="29" y="158"/>
                  </a:cubicBezTo>
                  <a:cubicBezTo>
                    <a:pt x="45" y="161"/>
                    <a:pt x="61" y="162"/>
                    <a:pt x="75" y="162"/>
                  </a:cubicBezTo>
                  <a:cubicBezTo>
                    <a:pt x="75" y="162"/>
                    <a:pt x="76" y="162"/>
                    <a:pt x="76" y="162"/>
                  </a:cubicBezTo>
                  <a:cubicBezTo>
                    <a:pt x="146" y="162"/>
                    <a:pt x="199" y="135"/>
                    <a:pt x="233" y="108"/>
                  </a:cubicBezTo>
                  <a:cubicBezTo>
                    <a:pt x="267" y="81"/>
                    <a:pt x="284" y="55"/>
                    <a:pt x="285"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60"/>
            <p:cNvSpPr>
              <a:spLocks/>
            </p:cNvSpPr>
            <p:nvPr/>
          </p:nvSpPr>
          <p:spPr bwMode="auto">
            <a:xfrm>
              <a:off x="3532188" y="434975"/>
              <a:ext cx="2128838" cy="2881313"/>
            </a:xfrm>
            <a:custGeom>
              <a:avLst/>
              <a:gdLst>
                <a:gd name="T0" fmla="*/ 686 w 1253"/>
                <a:gd name="T1" fmla="*/ 71 h 1696"/>
                <a:gd name="T2" fmla="*/ 748 w 1253"/>
                <a:gd name="T3" fmla="*/ 115 h 1696"/>
                <a:gd name="T4" fmla="*/ 798 w 1253"/>
                <a:gd name="T5" fmla="*/ 224 h 1696"/>
                <a:gd name="T6" fmla="*/ 1187 w 1253"/>
                <a:gd name="T7" fmla="*/ 1669 h 1696"/>
                <a:gd name="T8" fmla="*/ 1226 w 1253"/>
                <a:gd name="T9" fmla="*/ 1692 h 1696"/>
                <a:gd name="T10" fmla="*/ 1249 w 1253"/>
                <a:gd name="T11" fmla="*/ 1653 h 1696"/>
                <a:gd name="T12" fmla="*/ 860 w 1253"/>
                <a:gd name="T13" fmla="*/ 206 h 1696"/>
                <a:gd name="T14" fmla="*/ 860 w 1253"/>
                <a:gd name="T15" fmla="*/ 206 h 1696"/>
                <a:gd name="T16" fmla="*/ 771 w 1253"/>
                <a:gd name="T17" fmla="*/ 46 h 1696"/>
                <a:gd name="T18" fmla="*/ 705 w 1253"/>
                <a:gd name="T19" fmla="*/ 10 h 1696"/>
                <a:gd name="T20" fmla="*/ 627 w 1253"/>
                <a:gd name="T21" fmla="*/ 0 h 1696"/>
                <a:gd name="T22" fmla="*/ 549 w 1253"/>
                <a:gd name="T23" fmla="*/ 10 h 1696"/>
                <a:gd name="T24" fmla="*/ 455 w 1253"/>
                <a:gd name="T25" fmla="*/ 75 h 1696"/>
                <a:gd name="T26" fmla="*/ 394 w 1253"/>
                <a:gd name="T27" fmla="*/ 206 h 1696"/>
                <a:gd name="T28" fmla="*/ 394 w 1253"/>
                <a:gd name="T29" fmla="*/ 206 h 1696"/>
                <a:gd name="T30" fmla="*/ 5 w 1253"/>
                <a:gd name="T31" fmla="*/ 1653 h 1696"/>
                <a:gd name="T32" fmla="*/ 28 w 1253"/>
                <a:gd name="T33" fmla="*/ 1692 h 1696"/>
                <a:gd name="T34" fmla="*/ 36 w 1253"/>
                <a:gd name="T35" fmla="*/ 1693 h 1696"/>
                <a:gd name="T36" fmla="*/ 67 w 1253"/>
                <a:gd name="T37" fmla="*/ 1669 h 1696"/>
                <a:gd name="T38" fmla="*/ 67 w 1253"/>
                <a:gd name="T39" fmla="*/ 1669 h 1696"/>
                <a:gd name="T40" fmla="*/ 456 w 1253"/>
                <a:gd name="T41" fmla="*/ 224 h 1696"/>
                <a:gd name="T42" fmla="*/ 525 w 1253"/>
                <a:gd name="T43" fmla="*/ 95 h 1696"/>
                <a:gd name="T44" fmla="*/ 568 w 1253"/>
                <a:gd name="T45" fmla="*/ 71 h 1696"/>
                <a:gd name="T46" fmla="*/ 604 w 1253"/>
                <a:gd name="T47" fmla="*/ 64 h 1696"/>
                <a:gd name="T48" fmla="*/ 605 w 1253"/>
                <a:gd name="T49" fmla="*/ 72 h 1696"/>
                <a:gd name="T50" fmla="*/ 765 w 1253"/>
                <a:gd name="T51" fmla="*/ 1003 h 1696"/>
                <a:gd name="T52" fmla="*/ 793 w 1253"/>
                <a:gd name="T53" fmla="*/ 998 h 1696"/>
                <a:gd name="T54" fmla="*/ 634 w 1253"/>
                <a:gd name="T55" fmla="*/ 72 h 1696"/>
                <a:gd name="T56" fmla="*/ 632 w 1253"/>
                <a:gd name="T57" fmla="*/ 64 h 1696"/>
                <a:gd name="T58" fmla="*/ 686 w 1253"/>
                <a:gd name="T59" fmla="*/ 71 h 1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53" h="1696">
                  <a:moveTo>
                    <a:pt x="686" y="71"/>
                  </a:moveTo>
                  <a:cubicBezTo>
                    <a:pt x="711" y="79"/>
                    <a:pt x="729" y="91"/>
                    <a:pt x="748" y="115"/>
                  </a:cubicBezTo>
                  <a:cubicBezTo>
                    <a:pt x="766" y="138"/>
                    <a:pt x="783" y="173"/>
                    <a:pt x="798" y="224"/>
                  </a:cubicBezTo>
                  <a:cubicBezTo>
                    <a:pt x="1187" y="1669"/>
                    <a:pt x="1187" y="1669"/>
                    <a:pt x="1187" y="1669"/>
                  </a:cubicBezTo>
                  <a:cubicBezTo>
                    <a:pt x="1192" y="1686"/>
                    <a:pt x="1209" y="1696"/>
                    <a:pt x="1226" y="1692"/>
                  </a:cubicBezTo>
                  <a:cubicBezTo>
                    <a:pt x="1243" y="1687"/>
                    <a:pt x="1253" y="1670"/>
                    <a:pt x="1249" y="1653"/>
                  </a:cubicBezTo>
                  <a:cubicBezTo>
                    <a:pt x="860" y="206"/>
                    <a:pt x="860" y="206"/>
                    <a:pt x="860" y="206"/>
                  </a:cubicBezTo>
                  <a:cubicBezTo>
                    <a:pt x="860" y="206"/>
                    <a:pt x="860" y="206"/>
                    <a:pt x="860" y="206"/>
                  </a:cubicBezTo>
                  <a:cubicBezTo>
                    <a:pt x="838" y="132"/>
                    <a:pt x="811" y="81"/>
                    <a:pt x="771" y="46"/>
                  </a:cubicBezTo>
                  <a:cubicBezTo>
                    <a:pt x="751" y="29"/>
                    <a:pt x="729" y="17"/>
                    <a:pt x="705" y="10"/>
                  </a:cubicBezTo>
                  <a:cubicBezTo>
                    <a:pt x="680" y="2"/>
                    <a:pt x="654" y="0"/>
                    <a:pt x="627" y="0"/>
                  </a:cubicBezTo>
                  <a:cubicBezTo>
                    <a:pt x="599" y="0"/>
                    <a:pt x="574" y="2"/>
                    <a:pt x="549" y="10"/>
                  </a:cubicBezTo>
                  <a:cubicBezTo>
                    <a:pt x="513" y="21"/>
                    <a:pt x="481" y="43"/>
                    <a:pt x="455" y="75"/>
                  </a:cubicBezTo>
                  <a:cubicBezTo>
                    <a:pt x="430" y="108"/>
                    <a:pt x="411" y="151"/>
                    <a:pt x="394" y="206"/>
                  </a:cubicBezTo>
                  <a:cubicBezTo>
                    <a:pt x="394" y="206"/>
                    <a:pt x="394" y="206"/>
                    <a:pt x="394" y="206"/>
                  </a:cubicBezTo>
                  <a:cubicBezTo>
                    <a:pt x="5" y="1653"/>
                    <a:pt x="5" y="1653"/>
                    <a:pt x="5" y="1653"/>
                  </a:cubicBezTo>
                  <a:cubicBezTo>
                    <a:pt x="0" y="1670"/>
                    <a:pt x="11" y="1687"/>
                    <a:pt x="28" y="1692"/>
                  </a:cubicBezTo>
                  <a:cubicBezTo>
                    <a:pt x="30" y="1692"/>
                    <a:pt x="33" y="1693"/>
                    <a:pt x="36" y="1693"/>
                  </a:cubicBezTo>
                  <a:cubicBezTo>
                    <a:pt x="50" y="1693"/>
                    <a:pt x="63" y="1683"/>
                    <a:pt x="67" y="1669"/>
                  </a:cubicBezTo>
                  <a:cubicBezTo>
                    <a:pt x="67" y="1669"/>
                    <a:pt x="67" y="1669"/>
                    <a:pt x="67" y="1669"/>
                  </a:cubicBezTo>
                  <a:cubicBezTo>
                    <a:pt x="456" y="224"/>
                    <a:pt x="456" y="224"/>
                    <a:pt x="456" y="224"/>
                  </a:cubicBezTo>
                  <a:cubicBezTo>
                    <a:pt x="476" y="156"/>
                    <a:pt x="499" y="116"/>
                    <a:pt x="525" y="95"/>
                  </a:cubicBezTo>
                  <a:cubicBezTo>
                    <a:pt x="538" y="83"/>
                    <a:pt x="551" y="76"/>
                    <a:pt x="568" y="71"/>
                  </a:cubicBezTo>
                  <a:cubicBezTo>
                    <a:pt x="579" y="68"/>
                    <a:pt x="591" y="66"/>
                    <a:pt x="604" y="64"/>
                  </a:cubicBezTo>
                  <a:cubicBezTo>
                    <a:pt x="605" y="72"/>
                    <a:pt x="605" y="72"/>
                    <a:pt x="605" y="72"/>
                  </a:cubicBezTo>
                  <a:cubicBezTo>
                    <a:pt x="765" y="1003"/>
                    <a:pt x="765" y="1003"/>
                    <a:pt x="765" y="1003"/>
                  </a:cubicBezTo>
                  <a:cubicBezTo>
                    <a:pt x="793" y="998"/>
                    <a:pt x="793" y="998"/>
                    <a:pt x="793" y="998"/>
                  </a:cubicBezTo>
                  <a:cubicBezTo>
                    <a:pt x="634" y="72"/>
                    <a:pt x="634" y="72"/>
                    <a:pt x="634" y="72"/>
                  </a:cubicBezTo>
                  <a:cubicBezTo>
                    <a:pt x="632" y="64"/>
                    <a:pt x="632" y="64"/>
                    <a:pt x="632" y="64"/>
                  </a:cubicBezTo>
                  <a:cubicBezTo>
                    <a:pt x="653" y="64"/>
                    <a:pt x="671" y="66"/>
                    <a:pt x="686" y="71"/>
                  </a:cubicBezTo>
                  <a:close/>
                </a:path>
              </a:pathLst>
            </a:custGeom>
            <a:solidFill>
              <a:srgbClr val="FF66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61"/>
            <p:cNvSpPr>
              <a:spLocks/>
            </p:cNvSpPr>
            <p:nvPr/>
          </p:nvSpPr>
          <p:spPr bwMode="auto">
            <a:xfrm>
              <a:off x="4781550" y="2838450"/>
              <a:ext cx="442913" cy="177800"/>
            </a:xfrm>
            <a:custGeom>
              <a:avLst/>
              <a:gdLst>
                <a:gd name="T0" fmla="*/ 0 w 279"/>
                <a:gd name="T1" fmla="*/ 48 h 112"/>
                <a:gd name="T2" fmla="*/ 12 w 279"/>
                <a:gd name="T3" fmla="*/ 112 h 112"/>
                <a:gd name="T4" fmla="*/ 279 w 279"/>
                <a:gd name="T5" fmla="*/ 64 h 112"/>
                <a:gd name="T6" fmla="*/ 267 w 279"/>
                <a:gd name="T7" fmla="*/ 0 h 112"/>
                <a:gd name="T8" fmla="*/ 0 w 279"/>
                <a:gd name="T9" fmla="*/ 48 h 112"/>
              </a:gdLst>
              <a:ahLst/>
              <a:cxnLst>
                <a:cxn ang="0">
                  <a:pos x="T0" y="T1"/>
                </a:cxn>
                <a:cxn ang="0">
                  <a:pos x="T2" y="T3"/>
                </a:cxn>
                <a:cxn ang="0">
                  <a:pos x="T4" y="T5"/>
                </a:cxn>
                <a:cxn ang="0">
                  <a:pos x="T6" y="T7"/>
                </a:cxn>
                <a:cxn ang="0">
                  <a:pos x="T8" y="T9"/>
                </a:cxn>
              </a:cxnLst>
              <a:rect l="0" t="0" r="r" b="b"/>
              <a:pathLst>
                <a:path w="279" h="112">
                  <a:moveTo>
                    <a:pt x="0" y="48"/>
                  </a:moveTo>
                  <a:lnTo>
                    <a:pt x="12" y="112"/>
                  </a:lnTo>
                  <a:lnTo>
                    <a:pt x="279" y="64"/>
                  </a:lnTo>
                  <a:lnTo>
                    <a:pt x="267" y="0"/>
                  </a:lnTo>
                  <a:lnTo>
                    <a:pt x="0" y="48"/>
                  </a:lnTo>
                  <a:close/>
                </a:path>
              </a:pathLst>
            </a:custGeom>
            <a:solidFill>
              <a:srgbClr val="B4540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62"/>
            <p:cNvSpPr>
              <a:spLocks/>
            </p:cNvSpPr>
            <p:nvPr/>
          </p:nvSpPr>
          <p:spPr bwMode="auto">
            <a:xfrm>
              <a:off x="4649788" y="2430463"/>
              <a:ext cx="392113" cy="676275"/>
            </a:xfrm>
            <a:custGeom>
              <a:avLst/>
              <a:gdLst>
                <a:gd name="T0" fmla="*/ 1 w 230"/>
                <a:gd name="T1" fmla="*/ 230 h 398"/>
                <a:gd name="T2" fmla="*/ 3 w 230"/>
                <a:gd name="T3" fmla="*/ 366 h 398"/>
                <a:gd name="T4" fmla="*/ 35 w 230"/>
                <a:gd name="T5" fmla="*/ 398 h 398"/>
                <a:gd name="T6" fmla="*/ 35 w 230"/>
                <a:gd name="T7" fmla="*/ 398 h 398"/>
                <a:gd name="T8" fmla="*/ 67 w 230"/>
                <a:gd name="T9" fmla="*/ 366 h 398"/>
                <a:gd name="T10" fmla="*/ 65 w 230"/>
                <a:gd name="T11" fmla="*/ 257 h 398"/>
                <a:gd name="T12" fmla="*/ 146 w 230"/>
                <a:gd name="T13" fmla="*/ 245 h 398"/>
                <a:gd name="T14" fmla="*/ 159 w 230"/>
                <a:gd name="T15" fmla="*/ 245 h 398"/>
                <a:gd name="T16" fmla="*/ 227 w 230"/>
                <a:gd name="T17" fmla="*/ 199 h 398"/>
                <a:gd name="T18" fmla="*/ 229 w 230"/>
                <a:gd name="T19" fmla="*/ 141 h 398"/>
                <a:gd name="T20" fmla="*/ 227 w 230"/>
                <a:gd name="T21" fmla="*/ 146 h 398"/>
                <a:gd name="T22" fmla="*/ 189 w 230"/>
                <a:gd name="T23" fmla="*/ 188 h 398"/>
                <a:gd name="T24" fmla="*/ 171 w 230"/>
                <a:gd name="T25" fmla="*/ 195 h 398"/>
                <a:gd name="T26" fmla="*/ 150 w 230"/>
                <a:gd name="T27" fmla="*/ 186 h 398"/>
                <a:gd name="T28" fmla="*/ 152 w 230"/>
                <a:gd name="T29" fmla="*/ 146 h 398"/>
                <a:gd name="T30" fmla="*/ 179 w 230"/>
                <a:gd name="T31" fmla="*/ 117 h 398"/>
                <a:gd name="T32" fmla="*/ 184 w 230"/>
                <a:gd name="T33" fmla="*/ 102 h 398"/>
                <a:gd name="T34" fmla="*/ 181 w 230"/>
                <a:gd name="T35" fmla="*/ 94 h 398"/>
                <a:gd name="T36" fmla="*/ 170 w 230"/>
                <a:gd name="T37" fmla="*/ 84 h 398"/>
                <a:gd name="T38" fmla="*/ 147 w 230"/>
                <a:gd name="T39" fmla="*/ 73 h 398"/>
                <a:gd name="T40" fmla="*/ 147 w 230"/>
                <a:gd name="T41" fmla="*/ 73 h 398"/>
                <a:gd name="T42" fmla="*/ 128 w 230"/>
                <a:gd name="T43" fmla="*/ 38 h 398"/>
                <a:gd name="T44" fmla="*/ 155 w 230"/>
                <a:gd name="T45" fmla="*/ 18 h 398"/>
                <a:gd name="T46" fmla="*/ 162 w 230"/>
                <a:gd name="T47" fmla="*/ 19 h 398"/>
                <a:gd name="T48" fmla="*/ 185 w 230"/>
                <a:gd name="T49" fmla="*/ 28 h 398"/>
                <a:gd name="T50" fmla="*/ 200 w 230"/>
                <a:gd name="T51" fmla="*/ 37 h 398"/>
                <a:gd name="T52" fmla="*/ 131 w 230"/>
                <a:gd name="T53" fmla="*/ 5 h 398"/>
                <a:gd name="T54" fmla="*/ 104 w 230"/>
                <a:gd name="T55" fmla="*/ 68 h 398"/>
                <a:gd name="T56" fmla="*/ 123 w 230"/>
                <a:gd name="T57" fmla="*/ 183 h 398"/>
                <a:gd name="T58" fmla="*/ 28 w 230"/>
                <a:gd name="T59" fmla="*/ 198 h 398"/>
                <a:gd name="T60" fmla="*/ 1 w 230"/>
                <a:gd name="T61" fmla="*/ 230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30" h="398">
                  <a:moveTo>
                    <a:pt x="1" y="230"/>
                  </a:moveTo>
                  <a:cubicBezTo>
                    <a:pt x="3" y="366"/>
                    <a:pt x="3" y="366"/>
                    <a:pt x="3" y="366"/>
                  </a:cubicBezTo>
                  <a:cubicBezTo>
                    <a:pt x="3" y="384"/>
                    <a:pt x="17" y="398"/>
                    <a:pt x="35" y="398"/>
                  </a:cubicBezTo>
                  <a:cubicBezTo>
                    <a:pt x="35" y="398"/>
                    <a:pt x="35" y="398"/>
                    <a:pt x="35" y="398"/>
                  </a:cubicBezTo>
                  <a:cubicBezTo>
                    <a:pt x="53" y="398"/>
                    <a:pt x="67" y="383"/>
                    <a:pt x="67" y="366"/>
                  </a:cubicBezTo>
                  <a:cubicBezTo>
                    <a:pt x="65" y="257"/>
                    <a:pt x="65" y="257"/>
                    <a:pt x="65" y="257"/>
                  </a:cubicBezTo>
                  <a:cubicBezTo>
                    <a:pt x="146" y="245"/>
                    <a:pt x="146" y="245"/>
                    <a:pt x="146" y="245"/>
                  </a:cubicBezTo>
                  <a:cubicBezTo>
                    <a:pt x="150" y="245"/>
                    <a:pt x="154" y="245"/>
                    <a:pt x="159" y="245"/>
                  </a:cubicBezTo>
                  <a:cubicBezTo>
                    <a:pt x="186" y="246"/>
                    <a:pt x="219" y="242"/>
                    <a:pt x="227" y="199"/>
                  </a:cubicBezTo>
                  <a:cubicBezTo>
                    <a:pt x="230" y="177"/>
                    <a:pt x="230" y="159"/>
                    <a:pt x="229" y="141"/>
                  </a:cubicBezTo>
                  <a:cubicBezTo>
                    <a:pt x="229" y="142"/>
                    <a:pt x="228" y="144"/>
                    <a:pt x="227" y="146"/>
                  </a:cubicBezTo>
                  <a:cubicBezTo>
                    <a:pt x="218" y="160"/>
                    <a:pt x="206" y="174"/>
                    <a:pt x="189" y="188"/>
                  </a:cubicBezTo>
                  <a:cubicBezTo>
                    <a:pt x="184" y="193"/>
                    <a:pt x="177" y="195"/>
                    <a:pt x="171" y="195"/>
                  </a:cubicBezTo>
                  <a:cubicBezTo>
                    <a:pt x="163" y="195"/>
                    <a:pt x="155" y="192"/>
                    <a:pt x="150" y="186"/>
                  </a:cubicBezTo>
                  <a:cubicBezTo>
                    <a:pt x="139" y="174"/>
                    <a:pt x="141" y="156"/>
                    <a:pt x="152" y="146"/>
                  </a:cubicBezTo>
                  <a:cubicBezTo>
                    <a:pt x="168" y="133"/>
                    <a:pt x="175" y="123"/>
                    <a:pt x="179" y="117"/>
                  </a:cubicBezTo>
                  <a:cubicBezTo>
                    <a:pt x="182" y="111"/>
                    <a:pt x="184" y="106"/>
                    <a:pt x="184" y="102"/>
                  </a:cubicBezTo>
                  <a:cubicBezTo>
                    <a:pt x="184" y="99"/>
                    <a:pt x="183" y="97"/>
                    <a:pt x="181" y="94"/>
                  </a:cubicBezTo>
                  <a:cubicBezTo>
                    <a:pt x="179" y="91"/>
                    <a:pt x="175" y="87"/>
                    <a:pt x="170" y="84"/>
                  </a:cubicBezTo>
                  <a:cubicBezTo>
                    <a:pt x="161" y="78"/>
                    <a:pt x="150" y="74"/>
                    <a:pt x="147" y="73"/>
                  </a:cubicBezTo>
                  <a:cubicBezTo>
                    <a:pt x="147" y="73"/>
                    <a:pt x="147" y="73"/>
                    <a:pt x="147" y="73"/>
                  </a:cubicBezTo>
                  <a:cubicBezTo>
                    <a:pt x="132" y="68"/>
                    <a:pt x="124" y="53"/>
                    <a:pt x="128" y="38"/>
                  </a:cubicBezTo>
                  <a:cubicBezTo>
                    <a:pt x="131" y="26"/>
                    <a:pt x="142" y="18"/>
                    <a:pt x="155" y="18"/>
                  </a:cubicBezTo>
                  <a:cubicBezTo>
                    <a:pt x="157" y="18"/>
                    <a:pt x="160" y="18"/>
                    <a:pt x="162" y="19"/>
                  </a:cubicBezTo>
                  <a:cubicBezTo>
                    <a:pt x="165" y="20"/>
                    <a:pt x="174" y="23"/>
                    <a:pt x="185" y="28"/>
                  </a:cubicBezTo>
                  <a:cubicBezTo>
                    <a:pt x="190" y="30"/>
                    <a:pt x="195" y="33"/>
                    <a:pt x="200" y="37"/>
                  </a:cubicBezTo>
                  <a:cubicBezTo>
                    <a:pt x="182" y="9"/>
                    <a:pt x="152" y="0"/>
                    <a:pt x="131" y="5"/>
                  </a:cubicBezTo>
                  <a:cubicBezTo>
                    <a:pt x="106" y="10"/>
                    <a:pt x="95" y="42"/>
                    <a:pt x="104" y="68"/>
                  </a:cubicBezTo>
                  <a:cubicBezTo>
                    <a:pt x="111" y="100"/>
                    <a:pt x="123" y="143"/>
                    <a:pt x="123" y="183"/>
                  </a:cubicBezTo>
                  <a:cubicBezTo>
                    <a:pt x="28" y="198"/>
                    <a:pt x="28" y="198"/>
                    <a:pt x="28" y="198"/>
                  </a:cubicBezTo>
                  <a:cubicBezTo>
                    <a:pt x="12" y="201"/>
                    <a:pt x="0" y="215"/>
                    <a:pt x="1"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63"/>
            <p:cNvSpPr>
              <a:spLocks/>
            </p:cNvSpPr>
            <p:nvPr/>
          </p:nvSpPr>
          <p:spPr bwMode="auto">
            <a:xfrm>
              <a:off x="4875213" y="2470150"/>
              <a:ext cx="169863" cy="277813"/>
            </a:xfrm>
            <a:custGeom>
              <a:avLst/>
              <a:gdLst>
                <a:gd name="T0" fmla="*/ 50 w 100"/>
                <a:gd name="T1" fmla="*/ 11 h 163"/>
                <a:gd name="T2" fmla="*/ 28 w 100"/>
                <a:gd name="T3" fmla="*/ 3 h 163"/>
                <a:gd name="T4" fmla="*/ 3 w 100"/>
                <a:gd name="T5" fmla="*/ 17 h 163"/>
                <a:gd name="T6" fmla="*/ 17 w 100"/>
                <a:gd name="T7" fmla="*/ 41 h 163"/>
                <a:gd name="T8" fmla="*/ 17 w 100"/>
                <a:gd name="T9" fmla="*/ 41 h 163"/>
                <a:gd name="T10" fmla="*/ 17 w 100"/>
                <a:gd name="T11" fmla="*/ 41 h 163"/>
                <a:gd name="T12" fmla="*/ 43 w 100"/>
                <a:gd name="T13" fmla="*/ 53 h 163"/>
                <a:gd name="T14" fmla="*/ 56 w 100"/>
                <a:gd name="T15" fmla="*/ 65 h 163"/>
                <a:gd name="T16" fmla="*/ 60 w 100"/>
                <a:gd name="T17" fmla="*/ 78 h 163"/>
                <a:gd name="T18" fmla="*/ 54 w 100"/>
                <a:gd name="T19" fmla="*/ 97 h 163"/>
                <a:gd name="T20" fmla="*/ 26 w 100"/>
                <a:gd name="T21" fmla="*/ 128 h 163"/>
                <a:gd name="T22" fmla="*/ 24 w 100"/>
                <a:gd name="T23" fmla="*/ 156 h 163"/>
                <a:gd name="T24" fmla="*/ 39 w 100"/>
                <a:gd name="T25" fmla="*/ 163 h 163"/>
                <a:gd name="T26" fmla="*/ 52 w 100"/>
                <a:gd name="T27" fmla="*/ 158 h 163"/>
                <a:gd name="T28" fmla="*/ 88 w 100"/>
                <a:gd name="T29" fmla="*/ 117 h 163"/>
                <a:gd name="T30" fmla="*/ 100 w 100"/>
                <a:gd name="T31" fmla="*/ 78 h 163"/>
                <a:gd name="T32" fmla="*/ 87 w 100"/>
                <a:gd name="T33" fmla="*/ 40 h 163"/>
                <a:gd name="T34" fmla="*/ 50 w 100"/>
                <a:gd name="T35" fmla="*/ 11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0" h="163">
                  <a:moveTo>
                    <a:pt x="50" y="11"/>
                  </a:moveTo>
                  <a:cubicBezTo>
                    <a:pt x="38" y="6"/>
                    <a:pt x="29" y="3"/>
                    <a:pt x="28" y="3"/>
                  </a:cubicBezTo>
                  <a:cubicBezTo>
                    <a:pt x="18" y="0"/>
                    <a:pt x="7" y="6"/>
                    <a:pt x="3" y="17"/>
                  </a:cubicBezTo>
                  <a:cubicBezTo>
                    <a:pt x="0" y="27"/>
                    <a:pt x="7" y="38"/>
                    <a:pt x="17" y="41"/>
                  </a:cubicBezTo>
                  <a:cubicBezTo>
                    <a:pt x="17" y="41"/>
                    <a:pt x="17" y="41"/>
                    <a:pt x="17" y="41"/>
                  </a:cubicBezTo>
                  <a:cubicBezTo>
                    <a:pt x="17" y="41"/>
                    <a:pt x="17" y="41"/>
                    <a:pt x="17" y="41"/>
                  </a:cubicBezTo>
                  <a:cubicBezTo>
                    <a:pt x="20" y="42"/>
                    <a:pt x="32" y="46"/>
                    <a:pt x="43" y="53"/>
                  </a:cubicBezTo>
                  <a:cubicBezTo>
                    <a:pt x="48" y="57"/>
                    <a:pt x="53" y="61"/>
                    <a:pt x="56" y="65"/>
                  </a:cubicBezTo>
                  <a:cubicBezTo>
                    <a:pt x="59" y="70"/>
                    <a:pt x="60" y="73"/>
                    <a:pt x="60" y="78"/>
                  </a:cubicBezTo>
                  <a:cubicBezTo>
                    <a:pt x="60" y="82"/>
                    <a:pt x="59" y="88"/>
                    <a:pt x="54" y="97"/>
                  </a:cubicBezTo>
                  <a:cubicBezTo>
                    <a:pt x="49" y="105"/>
                    <a:pt x="40" y="116"/>
                    <a:pt x="26" y="128"/>
                  </a:cubicBezTo>
                  <a:cubicBezTo>
                    <a:pt x="17" y="135"/>
                    <a:pt x="16" y="148"/>
                    <a:pt x="24" y="156"/>
                  </a:cubicBezTo>
                  <a:cubicBezTo>
                    <a:pt x="28" y="161"/>
                    <a:pt x="33" y="163"/>
                    <a:pt x="39" y="163"/>
                  </a:cubicBezTo>
                  <a:cubicBezTo>
                    <a:pt x="43" y="163"/>
                    <a:pt x="48" y="162"/>
                    <a:pt x="52" y="158"/>
                  </a:cubicBezTo>
                  <a:cubicBezTo>
                    <a:pt x="68" y="144"/>
                    <a:pt x="80" y="131"/>
                    <a:pt x="88" y="117"/>
                  </a:cubicBezTo>
                  <a:cubicBezTo>
                    <a:pt x="96" y="104"/>
                    <a:pt x="100" y="91"/>
                    <a:pt x="100" y="78"/>
                  </a:cubicBezTo>
                  <a:cubicBezTo>
                    <a:pt x="100" y="63"/>
                    <a:pt x="94" y="50"/>
                    <a:pt x="87" y="40"/>
                  </a:cubicBezTo>
                  <a:cubicBezTo>
                    <a:pt x="76" y="26"/>
                    <a:pt x="61" y="17"/>
                    <a:pt x="5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Oval 64"/>
            <p:cNvSpPr>
              <a:spLocks noChangeArrowheads="1"/>
            </p:cNvSpPr>
            <p:nvPr/>
          </p:nvSpPr>
          <p:spPr bwMode="auto">
            <a:xfrm>
              <a:off x="4679950" y="2189163"/>
              <a:ext cx="236538" cy="2381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1" name="组合 60"/>
          <p:cNvGrpSpPr/>
          <p:nvPr/>
        </p:nvGrpSpPr>
        <p:grpSpPr>
          <a:xfrm>
            <a:off x="4381500" y="3500438"/>
            <a:ext cx="1228725" cy="895350"/>
            <a:chOff x="4381500" y="3500438"/>
            <a:chExt cx="1228725" cy="895350"/>
          </a:xfrm>
          <a:solidFill>
            <a:schemeClr val="tx1">
              <a:lumMod val="65000"/>
              <a:lumOff val="35000"/>
            </a:schemeClr>
          </a:solidFill>
        </p:grpSpPr>
        <p:sp>
          <p:nvSpPr>
            <p:cNvPr id="62" name="Freeform 65"/>
            <p:cNvSpPr>
              <a:spLocks/>
            </p:cNvSpPr>
            <p:nvPr/>
          </p:nvSpPr>
          <p:spPr bwMode="auto">
            <a:xfrm>
              <a:off x="4718050" y="3500438"/>
              <a:ext cx="180975" cy="179388"/>
            </a:xfrm>
            <a:custGeom>
              <a:avLst/>
              <a:gdLst>
                <a:gd name="T0" fmla="*/ 24 w 106"/>
                <a:gd name="T1" fmla="*/ 90 h 106"/>
                <a:gd name="T2" fmla="*/ 90 w 106"/>
                <a:gd name="T3" fmla="*/ 82 h 106"/>
                <a:gd name="T4" fmla="*/ 82 w 106"/>
                <a:gd name="T5" fmla="*/ 16 h 106"/>
                <a:gd name="T6" fmla="*/ 16 w 106"/>
                <a:gd name="T7" fmla="*/ 24 h 106"/>
                <a:gd name="T8" fmla="*/ 24 w 106"/>
                <a:gd name="T9" fmla="*/ 90 h 106"/>
              </a:gdLst>
              <a:ahLst/>
              <a:cxnLst>
                <a:cxn ang="0">
                  <a:pos x="T0" y="T1"/>
                </a:cxn>
                <a:cxn ang="0">
                  <a:pos x="T2" y="T3"/>
                </a:cxn>
                <a:cxn ang="0">
                  <a:pos x="T4" y="T5"/>
                </a:cxn>
                <a:cxn ang="0">
                  <a:pos x="T6" y="T7"/>
                </a:cxn>
                <a:cxn ang="0">
                  <a:pos x="T8" y="T9"/>
                </a:cxn>
              </a:cxnLst>
              <a:rect l="0" t="0" r="r" b="b"/>
              <a:pathLst>
                <a:path w="106" h="106">
                  <a:moveTo>
                    <a:pt x="24" y="90"/>
                  </a:moveTo>
                  <a:cubicBezTo>
                    <a:pt x="45" y="106"/>
                    <a:pt x="74" y="102"/>
                    <a:pt x="90" y="82"/>
                  </a:cubicBezTo>
                  <a:cubicBezTo>
                    <a:pt x="106" y="61"/>
                    <a:pt x="102" y="32"/>
                    <a:pt x="82" y="16"/>
                  </a:cubicBezTo>
                  <a:cubicBezTo>
                    <a:pt x="62" y="0"/>
                    <a:pt x="32" y="3"/>
                    <a:pt x="16" y="24"/>
                  </a:cubicBezTo>
                  <a:cubicBezTo>
                    <a:pt x="0" y="44"/>
                    <a:pt x="4" y="74"/>
                    <a:pt x="24"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66"/>
            <p:cNvSpPr>
              <a:spLocks/>
            </p:cNvSpPr>
            <p:nvPr/>
          </p:nvSpPr>
          <p:spPr bwMode="auto">
            <a:xfrm>
              <a:off x="4781550" y="3587750"/>
              <a:ext cx="442913" cy="290513"/>
            </a:xfrm>
            <a:custGeom>
              <a:avLst/>
              <a:gdLst>
                <a:gd name="T0" fmla="*/ 114 w 261"/>
                <a:gd name="T1" fmla="*/ 53 h 171"/>
                <a:gd name="T2" fmla="*/ 119 w 261"/>
                <a:gd name="T3" fmla="*/ 53 h 171"/>
                <a:gd name="T4" fmla="*/ 153 w 261"/>
                <a:gd name="T5" fmla="*/ 98 h 171"/>
                <a:gd name="T6" fmla="*/ 150 w 261"/>
                <a:gd name="T7" fmla="*/ 120 h 171"/>
                <a:gd name="T8" fmla="*/ 162 w 261"/>
                <a:gd name="T9" fmla="*/ 116 h 171"/>
                <a:gd name="T10" fmla="*/ 223 w 261"/>
                <a:gd name="T11" fmla="*/ 164 h 171"/>
                <a:gd name="T12" fmla="*/ 254 w 261"/>
                <a:gd name="T13" fmla="*/ 160 h 171"/>
                <a:gd name="T14" fmla="*/ 250 w 261"/>
                <a:gd name="T15" fmla="*/ 129 h 171"/>
                <a:gd name="T16" fmla="*/ 187 w 261"/>
                <a:gd name="T17" fmla="*/ 80 h 171"/>
                <a:gd name="T18" fmla="*/ 171 w 261"/>
                <a:gd name="T19" fmla="*/ 46 h 171"/>
                <a:gd name="T20" fmla="*/ 131 w 261"/>
                <a:gd name="T21" fmla="*/ 14 h 171"/>
                <a:gd name="T22" fmla="*/ 72 w 261"/>
                <a:gd name="T23" fmla="*/ 21 h 171"/>
                <a:gd name="T24" fmla="*/ 65 w 261"/>
                <a:gd name="T25" fmla="*/ 36 h 171"/>
                <a:gd name="T26" fmla="*/ 14 w 261"/>
                <a:gd name="T27" fmla="*/ 68 h 171"/>
                <a:gd name="T28" fmla="*/ 6 w 261"/>
                <a:gd name="T29" fmla="*/ 98 h 171"/>
                <a:gd name="T30" fmla="*/ 36 w 261"/>
                <a:gd name="T31" fmla="*/ 106 h 171"/>
                <a:gd name="T32" fmla="*/ 76 w 261"/>
                <a:gd name="T33" fmla="*/ 81 h 171"/>
                <a:gd name="T34" fmla="*/ 114 w 261"/>
                <a:gd name="T35" fmla="*/ 53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171">
                  <a:moveTo>
                    <a:pt x="114" y="53"/>
                  </a:moveTo>
                  <a:cubicBezTo>
                    <a:pt x="115" y="53"/>
                    <a:pt x="117" y="53"/>
                    <a:pt x="119" y="53"/>
                  </a:cubicBezTo>
                  <a:cubicBezTo>
                    <a:pt x="141" y="56"/>
                    <a:pt x="156" y="76"/>
                    <a:pt x="153" y="98"/>
                  </a:cubicBezTo>
                  <a:cubicBezTo>
                    <a:pt x="153" y="105"/>
                    <a:pt x="151" y="113"/>
                    <a:pt x="150" y="120"/>
                  </a:cubicBezTo>
                  <a:cubicBezTo>
                    <a:pt x="154" y="119"/>
                    <a:pt x="158" y="118"/>
                    <a:pt x="162" y="116"/>
                  </a:cubicBezTo>
                  <a:cubicBezTo>
                    <a:pt x="223" y="164"/>
                    <a:pt x="223" y="164"/>
                    <a:pt x="223" y="164"/>
                  </a:cubicBezTo>
                  <a:cubicBezTo>
                    <a:pt x="233" y="171"/>
                    <a:pt x="246" y="169"/>
                    <a:pt x="254" y="160"/>
                  </a:cubicBezTo>
                  <a:cubicBezTo>
                    <a:pt x="261" y="150"/>
                    <a:pt x="260" y="136"/>
                    <a:pt x="250" y="129"/>
                  </a:cubicBezTo>
                  <a:cubicBezTo>
                    <a:pt x="187" y="80"/>
                    <a:pt x="187" y="80"/>
                    <a:pt x="187" y="80"/>
                  </a:cubicBezTo>
                  <a:cubicBezTo>
                    <a:pt x="187" y="67"/>
                    <a:pt x="182" y="54"/>
                    <a:pt x="171" y="46"/>
                  </a:cubicBezTo>
                  <a:cubicBezTo>
                    <a:pt x="131" y="14"/>
                    <a:pt x="131" y="14"/>
                    <a:pt x="131" y="14"/>
                  </a:cubicBezTo>
                  <a:cubicBezTo>
                    <a:pt x="113" y="0"/>
                    <a:pt x="86" y="3"/>
                    <a:pt x="72" y="21"/>
                  </a:cubicBezTo>
                  <a:cubicBezTo>
                    <a:pt x="69" y="26"/>
                    <a:pt x="66" y="31"/>
                    <a:pt x="65" y="36"/>
                  </a:cubicBezTo>
                  <a:cubicBezTo>
                    <a:pt x="14" y="68"/>
                    <a:pt x="14" y="68"/>
                    <a:pt x="14" y="68"/>
                  </a:cubicBezTo>
                  <a:cubicBezTo>
                    <a:pt x="3" y="74"/>
                    <a:pt x="0" y="88"/>
                    <a:pt x="6" y="98"/>
                  </a:cubicBezTo>
                  <a:cubicBezTo>
                    <a:pt x="12" y="109"/>
                    <a:pt x="26" y="112"/>
                    <a:pt x="36" y="106"/>
                  </a:cubicBezTo>
                  <a:cubicBezTo>
                    <a:pt x="76" y="81"/>
                    <a:pt x="76" y="81"/>
                    <a:pt x="76" y="81"/>
                  </a:cubicBezTo>
                  <a:cubicBezTo>
                    <a:pt x="81" y="65"/>
                    <a:pt x="96" y="53"/>
                    <a:pt x="114"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67"/>
            <p:cNvSpPr>
              <a:spLocks/>
            </p:cNvSpPr>
            <p:nvPr/>
          </p:nvSpPr>
          <p:spPr bwMode="auto">
            <a:xfrm>
              <a:off x="4381500" y="3600450"/>
              <a:ext cx="349250" cy="347663"/>
            </a:xfrm>
            <a:custGeom>
              <a:avLst/>
              <a:gdLst>
                <a:gd name="T0" fmla="*/ 53 w 205"/>
                <a:gd name="T1" fmla="*/ 27 h 205"/>
                <a:gd name="T2" fmla="*/ 27 w 205"/>
                <a:gd name="T3" fmla="*/ 152 h 205"/>
                <a:gd name="T4" fmla="*/ 152 w 205"/>
                <a:gd name="T5" fmla="*/ 178 h 205"/>
                <a:gd name="T6" fmla="*/ 178 w 205"/>
                <a:gd name="T7" fmla="*/ 53 h 205"/>
                <a:gd name="T8" fmla="*/ 53 w 205"/>
                <a:gd name="T9" fmla="*/ 27 h 205"/>
              </a:gdLst>
              <a:ahLst/>
              <a:cxnLst>
                <a:cxn ang="0">
                  <a:pos x="T0" y="T1"/>
                </a:cxn>
                <a:cxn ang="0">
                  <a:pos x="T2" y="T3"/>
                </a:cxn>
                <a:cxn ang="0">
                  <a:pos x="T4" y="T5"/>
                </a:cxn>
                <a:cxn ang="0">
                  <a:pos x="T6" y="T7"/>
                </a:cxn>
                <a:cxn ang="0">
                  <a:pos x="T8" y="T9"/>
                </a:cxn>
              </a:cxnLst>
              <a:rect l="0" t="0" r="r" b="b"/>
              <a:pathLst>
                <a:path w="205" h="205">
                  <a:moveTo>
                    <a:pt x="53" y="27"/>
                  </a:moveTo>
                  <a:cubicBezTo>
                    <a:pt x="12" y="54"/>
                    <a:pt x="0" y="110"/>
                    <a:pt x="27" y="152"/>
                  </a:cubicBezTo>
                  <a:cubicBezTo>
                    <a:pt x="54" y="193"/>
                    <a:pt x="110" y="205"/>
                    <a:pt x="152" y="178"/>
                  </a:cubicBezTo>
                  <a:cubicBezTo>
                    <a:pt x="193" y="150"/>
                    <a:pt x="205" y="95"/>
                    <a:pt x="178" y="53"/>
                  </a:cubicBezTo>
                  <a:cubicBezTo>
                    <a:pt x="150" y="11"/>
                    <a:pt x="95" y="0"/>
                    <a:pt x="53"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68"/>
            <p:cNvSpPr>
              <a:spLocks/>
            </p:cNvSpPr>
            <p:nvPr/>
          </p:nvSpPr>
          <p:spPr bwMode="auto">
            <a:xfrm>
              <a:off x="4508500" y="3930650"/>
              <a:ext cx="1101725" cy="465138"/>
            </a:xfrm>
            <a:custGeom>
              <a:avLst/>
              <a:gdLst>
                <a:gd name="T0" fmla="*/ 450 w 649"/>
                <a:gd name="T1" fmla="*/ 80 h 274"/>
                <a:gd name="T2" fmla="*/ 397 w 649"/>
                <a:gd name="T3" fmla="*/ 81 h 274"/>
                <a:gd name="T4" fmla="*/ 304 w 649"/>
                <a:gd name="T5" fmla="*/ 143 h 274"/>
                <a:gd name="T6" fmla="*/ 198 w 649"/>
                <a:gd name="T7" fmla="*/ 85 h 274"/>
                <a:gd name="T8" fmla="*/ 106 w 649"/>
                <a:gd name="T9" fmla="*/ 122 h 274"/>
                <a:gd name="T10" fmla="*/ 105 w 649"/>
                <a:gd name="T11" fmla="*/ 122 h 274"/>
                <a:gd name="T12" fmla="*/ 105 w 649"/>
                <a:gd name="T13" fmla="*/ 123 h 274"/>
                <a:gd name="T14" fmla="*/ 99 w 649"/>
                <a:gd name="T15" fmla="*/ 123 h 274"/>
                <a:gd name="T16" fmla="*/ 59 w 649"/>
                <a:gd name="T17" fmla="*/ 89 h 274"/>
                <a:gd name="T18" fmla="*/ 93 w 649"/>
                <a:gd name="T19" fmla="*/ 44 h 274"/>
                <a:gd name="T20" fmla="*/ 94 w 649"/>
                <a:gd name="T21" fmla="*/ 43 h 274"/>
                <a:gd name="T22" fmla="*/ 103 w 649"/>
                <a:gd name="T23" fmla="*/ 41 h 274"/>
                <a:gd name="T24" fmla="*/ 127 w 649"/>
                <a:gd name="T25" fmla="*/ 32 h 274"/>
                <a:gd name="T26" fmla="*/ 27 w 649"/>
                <a:gd name="T27" fmla="*/ 27 h 274"/>
                <a:gd name="T28" fmla="*/ 44 w 649"/>
                <a:gd name="T29" fmla="*/ 150 h 274"/>
                <a:gd name="T30" fmla="*/ 233 w 649"/>
                <a:gd name="T31" fmla="*/ 268 h 274"/>
                <a:gd name="T32" fmla="*/ 296 w 649"/>
                <a:gd name="T33" fmla="*/ 265 h 274"/>
                <a:gd name="T34" fmla="*/ 311 w 649"/>
                <a:gd name="T35" fmla="*/ 258 h 274"/>
                <a:gd name="T36" fmla="*/ 426 w 649"/>
                <a:gd name="T37" fmla="*/ 182 h 274"/>
                <a:gd name="T38" fmla="*/ 566 w 649"/>
                <a:gd name="T39" fmla="*/ 266 h 274"/>
                <a:gd name="T40" fmla="*/ 592 w 649"/>
                <a:gd name="T41" fmla="*/ 273 h 274"/>
                <a:gd name="T42" fmla="*/ 635 w 649"/>
                <a:gd name="T43" fmla="*/ 248 h 274"/>
                <a:gd name="T44" fmla="*/ 617 w 649"/>
                <a:gd name="T45" fmla="*/ 180 h 274"/>
                <a:gd name="T46" fmla="*/ 617 w 649"/>
                <a:gd name="T47" fmla="*/ 180 h 274"/>
                <a:gd name="T48" fmla="*/ 450 w 649"/>
                <a:gd name="T49" fmla="*/ 80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49" h="274">
                  <a:moveTo>
                    <a:pt x="450" y="80"/>
                  </a:moveTo>
                  <a:cubicBezTo>
                    <a:pt x="433" y="70"/>
                    <a:pt x="412" y="71"/>
                    <a:pt x="397" y="81"/>
                  </a:cubicBezTo>
                  <a:cubicBezTo>
                    <a:pt x="304" y="143"/>
                    <a:pt x="304" y="143"/>
                    <a:pt x="304" y="143"/>
                  </a:cubicBezTo>
                  <a:cubicBezTo>
                    <a:pt x="267" y="131"/>
                    <a:pt x="230" y="108"/>
                    <a:pt x="198" y="85"/>
                  </a:cubicBezTo>
                  <a:cubicBezTo>
                    <a:pt x="155" y="112"/>
                    <a:pt x="117" y="121"/>
                    <a:pt x="106" y="122"/>
                  </a:cubicBezTo>
                  <a:cubicBezTo>
                    <a:pt x="105" y="122"/>
                    <a:pt x="105" y="122"/>
                    <a:pt x="105" y="122"/>
                  </a:cubicBezTo>
                  <a:cubicBezTo>
                    <a:pt x="105" y="123"/>
                    <a:pt x="105" y="123"/>
                    <a:pt x="105" y="123"/>
                  </a:cubicBezTo>
                  <a:cubicBezTo>
                    <a:pt x="103" y="123"/>
                    <a:pt x="101" y="123"/>
                    <a:pt x="99" y="123"/>
                  </a:cubicBezTo>
                  <a:cubicBezTo>
                    <a:pt x="79" y="123"/>
                    <a:pt x="62" y="109"/>
                    <a:pt x="59" y="89"/>
                  </a:cubicBezTo>
                  <a:cubicBezTo>
                    <a:pt x="56" y="67"/>
                    <a:pt x="71" y="47"/>
                    <a:pt x="93" y="44"/>
                  </a:cubicBezTo>
                  <a:cubicBezTo>
                    <a:pt x="93" y="43"/>
                    <a:pt x="94" y="43"/>
                    <a:pt x="94" y="43"/>
                  </a:cubicBezTo>
                  <a:cubicBezTo>
                    <a:pt x="96" y="43"/>
                    <a:pt x="99" y="42"/>
                    <a:pt x="103" y="41"/>
                  </a:cubicBezTo>
                  <a:cubicBezTo>
                    <a:pt x="108" y="40"/>
                    <a:pt x="117" y="37"/>
                    <a:pt x="127" y="32"/>
                  </a:cubicBezTo>
                  <a:cubicBezTo>
                    <a:pt x="96" y="7"/>
                    <a:pt x="49" y="0"/>
                    <a:pt x="27" y="27"/>
                  </a:cubicBezTo>
                  <a:cubicBezTo>
                    <a:pt x="5" y="54"/>
                    <a:pt x="0" y="106"/>
                    <a:pt x="44" y="150"/>
                  </a:cubicBezTo>
                  <a:cubicBezTo>
                    <a:pt x="104" y="210"/>
                    <a:pt x="149" y="238"/>
                    <a:pt x="233" y="268"/>
                  </a:cubicBezTo>
                  <a:cubicBezTo>
                    <a:pt x="257" y="274"/>
                    <a:pt x="278" y="272"/>
                    <a:pt x="296" y="265"/>
                  </a:cubicBezTo>
                  <a:cubicBezTo>
                    <a:pt x="301" y="264"/>
                    <a:pt x="306" y="261"/>
                    <a:pt x="311" y="258"/>
                  </a:cubicBezTo>
                  <a:cubicBezTo>
                    <a:pt x="426" y="182"/>
                    <a:pt x="426" y="182"/>
                    <a:pt x="426" y="182"/>
                  </a:cubicBezTo>
                  <a:cubicBezTo>
                    <a:pt x="566" y="266"/>
                    <a:pt x="566" y="266"/>
                    <a:pt x="566" y="266"/>
                  </a:cubicBezTo>
                  <a:cubicBezTo>
                    <a:pt x="574" y="270"/>
                    <a:pt x="583" y="273"/>
                    <a:pt x="592" y="273"/>
                  </a:cubicBezTo>
                  <a:cubicBezTo>
                    <a:pt x="609" y="273"/>
                    <a:pt x="625" y="264"/>
                    <a:pt x="635" y="248"/>
                  </a:cubicBezTo>
                  <a:cubicBezTo>
                    <a:pt x="649" y="225"/>
                    <a:pt x="641" y="194"/>
                    <a:pt x="617" y="180"/>
                  </a:cubicBezTo>
                  <a:cubicBezTo>
                    <a:pt x="617" y="180"/>
                    <a:pt x="617" y="180"/>
                    <a:pt x="617" y="180"/>
                  </a:cubicBezTo>
                  <a:lnTo>
                    <a:pt x="450" y="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69"/>
            <p:cNvSpPr>
              <a:spLocks/>
            </p:cNvSpPr>
            <p:nvPr/>
          </p:nvSpPr>
          <p:spPr bwMode="auto">
            <a:xfrm>
              <a:off x="4616450" y="3687763"/>
              <a:ext cx="415925" cy="438150"/>
            </a:xfrm>
            <a:custGeom>
              <a:avLst/>
              <a:gdLst>
                <a:gd name="T0" fmla="*/ 30 w 245"/>
                <a:gd name="T1" fmla="*/ 194 h 258"/>
                <a:gd name="T2" fmla="*/ 30 w 245"/>
                <a:gd name="T3" fmla="*/ 194 h 258"/>
                <a:gd name="T4" fmla="*/ 30 w 245"/>
                <a:gd name="T5" fmla="*/ 194 h 258"/>
                <a:gd name="T6" fmla="*/ 3 w 245"/>
                <a:gd name="T7" fmla="*/ 231 h 258"/>
                <a:gd name="T8" fmla="*/ 35 w 245"/>
                <a:gd name="T9" fmla="*/ 258 h 258"/>
                <a:gd name="T10" fmla="*/ 40 w 245"/>
                <a:gd name="T11" fmla="*/ 258 h 258"/>
                <a:gd name="T12" fmla="*/ 132 w 245"/>
                <a:gd name="T13" fmla="*/ 220 h 258"/>
                <a:gd name="T14" fmla="*/ 201 w 245"/>
                <a:gd name="T15" fmla="*/ 153 h 258"/>
                <a:gd name="T16" fmla="*/ 243 w 245"/>
                <a:gd name="T17" fmla="*/ 38 h 258"/>
                <a:gd name="T18" fmla="*/ 215 w 245"/>
                <a:gd name="T19" fmla="*/ 2 h 258"/>
                <a:gd name="T20" fmla="*/ 179 w 245"/>
                <a:gd name="T21" fmla="*/ 30 h 258"/>
                <a:gd name="T22" fmla="*/ 148 w 245"/>
                <a:gd name="T23" fmla="*/ 117 h 258"/>
                <a:gd name="T24" fmla="*/ 71 w 245"/>
                <a:gd name="T25" fmla="*/ 181 h 258"/>
                <a:gd name="T26" fmla="*/ 41 w 245"/>
                <a:gd name="T27" fmla="*/ 192 h 258"/>
                <a:gd name="T28" fmla="*/ 32 w 245"/>
                <a:gd name="T29" fmla="*/ 194 h 258"/>
                <a:gd name="T30" fmla="*/ 30 w 245"/>
                <a:gd name="T31" fmla="*/ 194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5" h="258">
                  <a:moveTo>
                    <a:pt x="30" y="194"/>
                  </a:moveTo>
                  <a:cubicBezTo>
                    <a:pt x="30" y="194"/>
                    <a:pt x="30" y="194"/>
                    <a:pt x="30" y="194"/>
                  </a:cubicBezTo>
                  <a:cubicBezTo>
                    <a:pt x="30" y="194"/>
                    <a:pt x="30" y="194"/>
                    <a:pt x="30" y="194"/>
                  </a:cubicBezTo>
                  <a:cubicBezTo>
                    <a:pt x="12" y="197"/>
                    <a:pt x="0" y="213"/>
                    <a:pt x="3" y="231"/>
                  </a:cubicBezTo>
                  <a:cubicBezTo>
                    <a:pt x="6" y="247"/>
                    <a:pt x="19" y="258"/>
                    <a:pt x="35" y="258"/>
                  </a:cubicBezTo>
                  <a:cubicBezTo>
                    <a:pt x="36" y="258"/>
                    <a:pt x="38" y="258"/>
                    <a:pt x="40" y="258"/>
                  </a:cubicBezTo>
                  <a:cubicBezTo>
                    <a:pt x="42" y="257"/>
                    <a:pt x="85" y="251"/>
                    <a:pt x="132" y="220"/>
                  </a:cubicBezTo>
                  <a:cubicBezTo>
                    <a:pt x="156" y="204"/>
                    <a:pt x="181" y="183"/>
                    <a:pt x="201" y="153"/>
                  </a:cubicBezTo>
                  <a:cubicBezTo>
                    <a:pt x="221" y="123"/>
                    <a:pt x="237" y="85"/>
                    <a:pt x="243" y="38"/>
                  </a:cubicBezTo>
                  <a:cubicBezTo>
                    <a:pt x="245" y="21"/>
                    <a:pt x="232" y="5"/>
                    <a:pt x="215" y="2"/>
                  </a:cubicBezTo>
                  <a:cubicBezTo>
                    <a:pt x="197" y="0"/>
                    <a:pt x="181" y="12"/>
                    <a:pt x="179" y="30"/>
                  </a:cubicBezTo>
                  <a:cubicBezTo>
                    <a:pt x="174" y="67"/>
                    <a:pt x="163" y="95"/>
                    <a:pt x="148" y="117"/>
                  </a:cubicBezTo>
                  <a:cubicBezTo>
                    <a:pt x="126" y="150"/>
                    <a:pt x="96" y="169"/>
                    <a:pt x="71" y="181"/>
                  </a:cubicBezTo>
                  <a:cubicBezTo>
                    <a:pt x="59" y="186"/>
                    <a:pt x="48" y="190"/>
                    <a:pt x="41" y="192"/>
                  </a:cubicBezTo>
                  <a:cubicBezTo>
                    <a:pt x="37" y="193"/>
                    <a:pt x="34" y="194"/>
                    <a:pt x="32" y="194"/>
                  </a:cubicBezTo>
                  <a:cubicBezTo>
                    <a:pt x="31" y="194"/>
                    <a:pt x="30" y="194"/>
                    <a:pt x="30" y="1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67" name="Freeform 70"/>
          <p:cNvSpPr>
            <a:spLocks/>
          </p:cNvSpPr>
          <p:nvPr/>
        </p:nvSpPr>
        <p:spPr bwMode="auto">
          <a:xfrm>
            <a:off x="4019550" y="4032250"/>
            <a:ext cx="522288" cy="404813"/>
          </a:xfrm>
          <a:custGeom>
            <a:avLst/>
            <a:gdLst>
              <a:gd name="T0" fmla="*/ 0 w 307"/>
              <a:gd name="T1" fmla="*/ 153 h 238"/>
              <a:gd name="T2" fmla="*/ 307 w 307"/>
              <a:gd name="T3" fmla="*/ 153 h 238"/>
              <a:gd name="T4" fmla="*/ 154 w 307"/>
              <a:gd name="T5" fmla="*/ 0 h 238"/>
              <a:gd name="T6" fmla="*/ 0 w 307"/>
              <a:gd name="T7" fmla="*/ 153 h 238"/>
            </a:gdLst>
            <a:ahLst/>
            <a:cxnLst>
              <a:cxn ang="0">
                <a:pos x="T0" y="T1"/>
              </a:cxn>
              <a:cxn ang="0">
                <a:pos x="T2" y="T3"/>
              </a:cxn>
              <a:cxn ang="0">
                <a:pos x="T4" y="T5"/>
              </a:cxn>
              <a:cxn ang="0">
                <a:pos x="T6" y="T7"/>
              </a:cxn>
            </a:cxnLst>
            <a:rect l="0" t="0" r="r" b="b"/>
            <a:pathLst>
              <a:path w="307" h="238">
                <a:moveTo>
                  <a:pt x="0" y="153"/>
                </a:moveTo>
                <a:cubicBezTo>
                  <a:pt x="0" y="238"/>
                  <a:pt x="307" y="238"/>
                  <a:pt x="307" y="153"/>
                </a:cubicBezTo>
                <a:cubicBezTo>
                  <a:pt x="307" y="68"/>
                  <a:pt x="238" y="0"/>
                  <a:pt x="154" y="0"/>
                </a:cubicBezTo>
                <a:cubicBezTo>
                  <a:pt x="69" y="0"/>
                  <a:pt x="0" y="68"/>
                  <a:pt x="0" y="153"/>
                </a:cubicBezTo>
                <a:close/>
              </a:path>
            </a:pathLst>
          </a:custGeom>
          <a:solidFill>
            <a:srgbClr val="B4540C"/>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8" name="Freeform 71"/>
          <p:cNvSpPr>
            <a:spLocks/>
          </p:cNvSpPr>
          <p:nvPr/>
        </p:nvSpPr>
        <p:spPr bwMode="auto">
          <a:xfrm>
            <a:off x="3843338" y="4422775"/>
            <a:ext cx="2171700" cy="166688"/>
          </a:xfrm>
          <a:custGeom>
            <a:avLst/>
            <a:gdLst>
              <a:gd name="T0" fmla="*/ 1249 w 1278"/>
              <a:gd name="T1" fmla="*/ 23 h 98"/>
              <a:gd name="T2" fmla="*/ 1227 w 1278"/>
              <a:gd name="T3" fmla="*/ 11 h 98"/>
              <a:gd name="T4" fmla="*/ 1205 w 1278"/>
              <a:gd name="T5" fmla="*/ 6 h 98"/>
              <a:gd name="T6" fmla="*/ 1184 w 1278"/>
              <a:gd name="T7" fmla="*/ 23 h 98"/>
              <a:gd name="T8" fmla="*/ 1162 w 1278"/>
              <a:gd name="T9" fmla="*/ 25 h 98"/>
              <a:gd name="T10" fmla="*/ 1140 w 1278"/>
              <a:gd name="T11" fmla="*/ 26 h 98"/>
              <a:gd name="T12" fmla="*/ 1118 w 1278"/>
              <a:gd name="T13" fmla="*/ 11 h 98"/>
              <a:gd name="T14" fmla="*/ 1096 w 1278"/>
              <a:gd name="T15" fmla="*/ 16 h 98"/>
              <a:gd name="T16" fmla="*/ 1075 w 1278"/>
              <a:gd name="T17" fmla="*/ 4 h 98"/>
              <a:gd name="T18" fmla="*/ 1053 w 1278"/>
              <a:gd name="T19" fmla="*/ 4 h 98"/>
              <a:gd name="T20" fmla="*/ 1031 w 1278"/>
              <a:gd name="T21" fmla="*/ 26 h 98"/>
              <a:gd name="T22" fmla="*/ 1009 w 1278"/>
              <a:gd name="T23" fmla="*/ 21 h 98"/>
              <a:gd name="T24" fmla="*/ 988 w 1278"/>
              <a:gd name="T25" fmla="*/ 1 h 98"/>
              <a:gd name="T26" fmla="*/ 966 w 1278"/>
              <a:gd name="T27" fmla="*/ 14 h 98"/>
              <a:gd name="T28" fmla="*/ 944 w 1278"/>
              <a:gd name="T29" fmla="*/ 5 h 98"/>
              <a:gd name="T30" fmla="*/ 922 w 1278"/>
              <a:gd name="T31" fmla="*/ 7 h 98"/>
              <a:gd name="T32" fmla="*/ 901 w 1278"/>
              <a:gd name="T33" fmla="*/ 18 h 98"/>
              <a:gd name="T34" fmla="*/ 879 w 1278"/>
              <a:gd name="T35" fmla="*/ 21 h 98"/>
              <a:gd name="T36" fmla="*/ 857 w 1278"/>
              <a:gd name="T37" fmla="*/ 27 h 98"/>
              <a:gd name="T38" fmla="*/ 836 w 1278"/>
              <a:gd name="T39" fmla="*/ 6 h 98"/>
              <a:gd name="T40" fmla="*/ 814 w 1278"/>
              <a:gd name="T41" fmla="*/ 18 h 98"/>
              <a:gd name="T42" fmla="*/ 792 w 1278"/>
              <a:gd name="T43" fmla="*/ 2 h 98"/>
              <a:gd name="T44" fmla="*/ 770 w 1278"/>
              <a:gd name="T45" fmla="*/ 22 h 98"/>
              <a:gd name="T46" fmla="*/ 749 w 1278"/>
              <a:gd name="T47" fmla="*/ 10 h 98"/>
              <a:gd name="T48" fmla="*/ 727 w 1278"/>
              <a:gd name="T49" fmla="*/ 13 h 98"/>
              <a:gd name="T50" fmla="*/ 705 w 1278"/>
              <a:gd name="T51" fmla="*/ 5 h 98"/>
              <a:gd name="T52" fmla="*/ 684 w 1278"/>
              <a:gd name="T53" fmla="*/ 2 h 98"/>
              <a:gd name="T54" fmla="*/ 662 w 1278"/>
              <a:gd name="T55" fmla="*/ 26 h 98"/>
              <a:gd name="T56" fmla="*/ 640 w 1278"/>
              <a:gd name="T57" fmla="*/ 13 h 98"/>
              <a:gd name="T58" fmla="*/ 619 w 1278"/>
              <a:gd name="T59" fmla="*/ 13 h 98"/>
              <a:gd name="T60" fmla="*/ 597 w 1278"/>
              <a:gd name="T61" fmla="*/ 3 h 98"/>
              <a:gd name="T62" fmla="*/ 575 w 1278"/>
              <a:gd name="T63" fmla="*/ 27 h 98"/>
              <a:gd name="T64" fmla="*/ 554 w 1278"/>
              <a:gd name="T65" fmla="*/ 28 h 98"/>
              <a:gd name="T66" fmla="*/ 532 w 1278"/>
              <a:gd name="T67" fmla="*/ 2 h 98"/>
              <a:gd name="T68" fmla="*/ 510 w 1278"/>
              <a:gd name="T69" fmla="*/ 10 h 98"/>
              <a:gd name="T70" fmla="*/ 489 w 1278"/>
              <a:gd name="T71" fmla="*/ 11 h 98"/>
              <a:gd name="T72" fmla="*/ 467 w 1278"/>
              <a:gd name="T73" fmla="*/ 14 h 98"/>
              <a:gd name="T74" fmla="*/ 445 w 1278"/>
              <a:gd name="T75" fmla="*/ 5 h 98"/>
              <a:gd name="T76" fmla="*/ 424 w 1278"/>
              <a:gd name="T77" fmla="*/ 10 h 98"/>
              <a:gd name="T78" fmla="*/ 402 w 1278"/>
              <a:gd name="T79" fmla="*/ 28 h 98"/>
              <a:gd name="T80" fmla="*/ 380 w 1278"/>
              <a:gd name="T81" fmla="*/ 22 h 98"/>
              <a:gd name="T82" fmla="*/ 358 w 1278"/>
              <a:gd name="T83" fmla="*/ 25 h 98"/>
              <a:gd name="T84" fmla="*/ 337 w 1278"/>
              <a:gd name="T85" fmla="*/ 1 h 98"/>
              <a:gd name="T86" fmla="*/ 315 w 1278"/>
              <a:gd name="T87" fmla="*/ 22 h 98"/>
              <a:gd name="T88" fmla="*/ 293 w 1278"/>
              <a:gd name="T89" fmla="*/ 26 h 98"/>
              <a:gd name="T90" fmla="*/ 272 w 1278"/>
              <a:gd name="T91" fmla="*/ 15 h 98"/>
              <a:gd name="T92" fmla="*/ 250 w 1278"/>
              <a:gd name="T93" fmla="*/ 23 h 98"/>
              <a:gd name="T94" fmla="*/ 228 w 1278"/>
              <a:gd name="T95" fmla="*/ 26 h 98"/>
              <a:gd name="T96" fmla="*/ 207 w 1278"/>
              <a:gd name="T97" fmla="*/ 17 h 98"/>
              <a:gd name="T98" fmla="*/ 185 w 1278"/>
              <a:gd name="T99" fmla="*/ 19 h 98"/>
              <a:gd name="T100" fmla="*/ 163 w 1278"/>
              <a:gd name="T101" fmla="*/ 18 h 98"/>
              <a:gd name="T102" fmla="*/ 142 w 1278"/>
              <a:gd name="T103" fmla="*/ 1 h 98"/>
              <a:gd name="T104" fmla="*/ 120 w 1278"/>
              <a:gd name="T105" fmla="*/ 4 h 98"/>
              <a:gd name="T106" fmla="*/ 98 w 1278"/>
              <a:gd name="T107" fmla="*/ 12 h 98"/>
              <a:gd name="T108" fmla="*/ 76 w 1278"/>
              <a:gd name="T109" fmla="*/ 4 h 98"/>
              <a:gd name="T110" fmla="*/ 55 w 1278"/>
              <a:gd name="T111" fmla="*/ 2 h 98"/>
              <a:gd name="T112" fmla="*/ 33 w 1278"/>
              <a:gd name="T113" fmla="*/ 16 h 98"/>
              <a:gd name="T114" fmla="*/ 9 w 1278"/>
              <a:gd name="T115" fmla="*/ 21 h 98"/>
              <a:gd name="T116" fmla="*/ 19 w 1278"/>
              <a:gd name="T117" fmla="*/ 42 h 98"/>
              <a:gd name="T118" fmla="*/ 1249 w 1278"/>
              <a:gd name="T119" fmla="*/ 98 h 98"/>
              <a:gd name="T120" fmla="*/ 1269 w 1278"/>
              <a:gd name="T121" fmla="*/ 59 h 98"/>
              <a:gd name="T122" fmla="*/ 1276 w 1278"/>
              <a:gd name="T123" fmla="*/ 3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78" h="98">
                <a:moveTo>
                  <a:pt x="1272" y="10"/>
                </a:moveTo>
                <a:cubicBezTo>
                  <a:pt x="1271" y="9"/>
                  <a:pt x="1266" y="8"/>
                  <a:pt x="1264" y="7"/>
                </a:cubicBezTo>
                <a:cubicBezTo>
                  <a:pt x="1262" y="7"/>
                  <a:pt x="1259" y="5"/>
                  <a:pt x="1257" y="4"/>
                </a:cubicBezTo>
                <a:cubicBezTo>
                  <a:pt x="1255" y="4"/>
                  <a:pt x="1251" y="23"/>
                  <a:pt x="1249" y="23"/>
                </a:cubicBezTo>
                <a:cubicBezTo>
                  <a:pt x="1246" y="23"/>
                  <a:pt x="1246" y="20"/>
                  <a:pt x="1244" y="20"/>
                </a:cubicBezTo>
                <a:cubicBezTo>
                  <a:pt x="1241" y="20"/>
                  <a:pt x="1241" y="26"/>
                  <a:pt x="1238" y="26"/>
                </a:cubicBezTo>
                <a:cubicBezTo>
                  <a:pt x="1235" y="26"/>
                  <a:pt x="1235" y="5"/>
                  <a:pt x="1233" y="5"/>
                </a:cubicBezTo>
                <a:cubicBezTo>
                  <a:pt x="1230" y="5"/>
                  <a:pt x="1230" y="11"/>
                  <a:pt x="1227" y="11"/>
                </a:cubicBezTo>
                <a:cubicBezTo>
                  <a:pt x="1224" y="11"/>
                  <a:pt x="1224" y="21"/>
                  <a:pt x="1222" y="21"/>
                </a:cubicBezTo>
                <a:cubicBezTo>
                  <a:pt x="1219" y="21"/>
                  <a:pt x="1219" y="25"/>
                  <a:pt x="1216" y="25"/>
                </a:cubicBezTo>
                <a:cubicBezTo>
                  <a:pt x="1214" y="25"/>
                  <a:pt x="1214" y="4"/>
                  <a:pt x="1211" y="4"/>
                </a:cubicBezTo>
                <a:cubicBezTo>
                  <a:pt x="1208" y="4"/>
                  <a:pt x="1208" y="6"/>
                  <a:pt x="1205" y="6"/>
                </a:cubicBezTo>
                <a:cubicBezTo>
                  <a:pt x="1203" y="6"/>
                  <a:pt x="1203" y="13"/>
                  <a:pt x="1200" y="13"/>
                </a:cubicBezTo>
                <a:cubicBezTo>
                  <a:pt x="1197" y="13"/>
                  <a:pt x="1197" y="23"/>
                  <a:pt x="1194" y="23"/>
                </a:cubicBezTo>
                <a:cubicBezTo>
                  <a:pt x="1192" y="23"/>
                  <a:pt x="1192" y="15"/>
                  <a:pt x="1189" y="15"/>
                </a:cubicBezTo>
                <a:cubicBezTo>
                  <a:pt x="1186" y="15"/>
                  <a:pt x="1186" y="23"/>
                  <a:pt x="1184" y="23"/>
                </a:cubicBezTo>
                <a:cubicBezTo>
                  <a:pt x="1181" y="23"/>
                  <a:pt x="1181" y="6"/>
                  <a:pt x="1178" y="6"/>
                </a:cubicBezTo>
                <a:cubicBezTo>
                  <a:pt x="1175" y="6"/>
                  <a:pt x="1175" y="20"/>
                  <a:pt x="1173" y="20"/>
                </a:cubicBezTo>
                <a:cubicBezTo>
                  <a:pt x="1170" y="20"/>
                  <a:pt x="1170" y="27"/>
                  <a:pt x="1167" y="27"/>
                </a:cubicBezTo>
                <a:cubicBezTo>
                  <a:pt x="1164" y="27"/>
                  <a:pt x="1164" y="25"/>
                  <a:pt x="1162" y="25"/>
                </a:cubicBezTo>
                <a:cubicBezTo>
                  <a:pt x="1159" y="25"/>
                  <a:pt x="1159" y="25"/>
                  <a:pt x="1156" y="25"/>
                </a:cubicBezTo>
                <a:cubicBezTo>
                  <a:pt x="1154" y="25"/>
                  <a:pt x="1154" y="15"/>
                  <a:pt x="1151" y="15"/>
                </a:cubicBezTo>
                <a:cubicBezTo>
                  <a:pt x="1148" y="15"/>
                  <a:pt x="1148" y="23"/>
                  <a:pt x="1145" y="23"/>
                </a:cubicBezTo>
                <a:cubicBezTo>
                  <a:pt x="1143" y="23"/>
                  <a:pt x="1143" y="26"/>
                  <a:pt x="1140" y="26"/>
                </a:cubicBezTo>
                <a:cubicBezTo>
                  <a:pt x="1137" y="26"/>
                  <a:pt x="1137" y="25"/>
                  <a:pt x="1135" y="25"/>
                </a:cubicBezTo>
                <a:cubicBezTo>
                  <a:pt x="1132" y="25"/>
                  <a:pt x="1132" y="14"/>
                  <a:pt x="1129" y="14"/>
                </a:cubicBezTo>
                <a:cubicBezTo>
                  <a:pt x="1126" y="14"/>
                  <a:pt x="1126" y="11"/>
                  <a:pt x="1124" y="11"/>
                </a:cubicBezTo>
                <a:cubicBezTo>
                  <a:pt x="1121" y="11"/>
                  <a:pt x="1121" y="11"/>
                  <a:pt x="1118" y="11"/>
                </a:cubicBezTo>
                <a:cubicBezTo>
                  <a:pt x="1115" y="11"/>
                  <a:pt x="1115" y="26"/>
                  <a:pt x="1113" y="26"/>
                </a:cubicBezTo>
                <a:cubicBezTo>
                  <a:pt x="1110" y="26"/>
                  <a:pt x="1110" y="7"/>
                  <a:pt x="1107" y="7"/>
                </a:cubicBezTo>
                <a:cubicBezTo>
                  <a:pt x="1105" y="7"/>
                  <a:pt x="1105" y="18"/>
                  <a:pt x="1102" y="18"/>
                </a:cubicBezTo>
                <a:cubicBezTo>
                  <a:pt x="1099" y="18"/>
                  <a:pt x="1099" y="16"/>
                  <a:pt x="1096" y="16"/>
                </a:cubicBezTo>
                <a:cubicBezTo>
                  <a:pt x="1094" y="16"/>
                  <a:pt x="1094" y="11"/>
                  <a:pt x="1091" y="11"/>
                </a:cubicBezTo>
                <a:cubicBezTo>
                  <a:pt x="1088" y="11"/>
                  <a:pt x="1088" y="24"/>
                  <a:pt x="1086" y="24"/>
                </a:cubicBezTo>
                <a:cubicBezTo>
                  <a:pt x="1083" y="24"/>
                  <a:pt x="1083" y="3"/>
                  <a:pt x="1080" y="3"/>
                </a:cubicBezTo>
                <a:cubicBezTo>
                  <a:pt x="1077" y="3"/>
                  <a:pt x="1077" y="4"/>
                  <a:pt x="1075" y="4"/>
                </a:cubicBezTo>
                <a:cubicBezTo>
                  <a:pt x="1072" y="4"/>
                  <a:pt x="1072" y="4"/>
                  <a:pt x="1069" y="4"/>
                </a:cubicBezTo>
                <a:cubicBezTo>
                  <a:pt x="1067" y="4"/>
                  <a:pt x="1067" y="12"/>
                  <a:pt x="1064" y="12"/>
                </a:cubicBezTo>
                <a:cubicBezTo>
                  <a:pt x="1061" y="12"/>
                  <a:pt x="1061" y="9"/>
                  <a:pt x="1058" y="9"/>
                </a:cubicBezTo>
                <a:cubicBezTo>
                  <a:pt x="1056" y="9"/>
                  <a:pt x="1056" y="4"/>
                  <a:pt x="1053" y="4"/>
                </a:cubicBezTo>
                <a:cubicBezTo>
                  <a:pt x="1050" y="4"/>
                  <a:pt x="1050" y="23"/>
                  <a:pt x="1048" y="23"/>
                </a:cubicBezTo>
                <a:cubicBezTo>
                  <a:pt x="1045" y="23"/>
                  <a:pt x="1045" y="5"/>
                  <a:pt x="1042" y="5"/>
                </a:cubicBezTo>
                <a:cubicBezTo>
                  <a:pt x="1039" y="5"/>
                  <a:pt x="1039" y="6"/>
                  <a:pt x="1037" y="6"/>
                </a:cubicBezTo>
                <a:cubicBezTo>
                  <a:pt x="1034" y="6"/>
                  <a:pt x="1034" y="26"/>
                  <a:pt x="1031" y="26"/>
                </a:cubicBezTo>
                <a:cubicBezTo>
                  <a:pt x="1029" y="26"/>
                  <a:pt x="1029" y="13"/>
                  <a:pt x="1026" y="13"/>
                </a:cubicBezTo>
                <a:cubicBezTo>
                  <a:pt x="1023" y="13"/>
                  <a:pt x="1023" y="14"/>
                  <a:pt x="1020" y="14"/>
                </a:cubicBezTo>
                <a:cubicBezTo>
                  <a:pt x="1018" y="14"/>
                  <a:pt x="1018" y="18"/>
                  <a:pt x="1015" y="18"/>
                </a:cubicBezTo>
                <a:cubicBezTo>
                  <a:pt x="1012" y="18"/>
                  <a:pt x="1012" y="21"/>
                  <a:pt x="1009" y="21"/>
                </a:cubicBezTo>
                <a:cubicBezTo>
                  <a:pt x="1007" y="21"/>
                  <a:pt x="1007" y="11"/>
                  <a:pt x="1004" y="11"/>
                </a:cubicBezTo>
                <a:cubicBezTo>
                  <a:pt x="1001" y="11"/>
                  <a:pt x="1001" y="0"/>
                  <a:pt x="999" y="0"/>
                </a:cubicBezTo>
                <a:cubicBezTo>
                  <a:pt x="996" y="0"/>
                  <a:pt x="996" y="1"/>
                  <a:pt x="993" y="1"/>
                </a:cubicBezTo>
                <a:cubicBezTo>
                  <a:pt x="990" y="1"/>
                  <a:pt x="990" y="1"/>
                  <a:pt x="988" y="1"/>
                </a:cubicBezTo>
                <a:cubicBezTo>
                  <a:pt x="985" y="1"/>
                  <a:pt x="985" y="22"/>
                  <a:pt x="982" y="22"/>
                </a:cubicBezTo>
                <a:cubicBezTo>
                  <a:pt x="980" y="22"/>
                  <a:pt x="980" y="11"/>
                  <a:pt x="977" y="11"/>
                </a:cubicBezTo>
                <a:cubicBezTo>
                  <a:pt x="974" y="11"/>
                  <a:pt x="974" y="22"/>
                  <a:pt x="971" y="22"/>
                </a:cubicBezTo>
                <a:cubicBezTo>
                  <a:pt x="969" y="22"/>
                  <a:pt x="969" y="14"/>
                  <a:pt x="966" y="14"/>
                </a:cubicBezTo>
                <a:cubicBezTo>
                  <a:pt x="963" y="14"/>
                  <a:pt x="963" y="11"/>
                  <a:pt x="961" y="11"/>
                </a:cubicBezTo>
                <a:cubicBezTo>
                  <a:pt x="958" y="11"/>
                  <a:pt x="958" y="21"/>
                  <a:pt x="955" y="21"/>
                </a:cubicBezTo>
                <a:cubicBezTo>
                  <a:pt x="952" y="21"/>
                  <a:pt x="952" y="12"/>
                  <a:pt x="950" y="12"/>
                </a:cubicBezTo>
                <a:cubicBezTo>
                  <a:pt x="947" y="12"/>
                  <a:pt x="947" y="5"/>
                  <a:pt x="944" y="5"/>
                </a:cubicBezTo>
                <a:cubicBezTo>
                  <a:pt x="942" y="5"/>
                  <a:pt x="942" y="14"/>
                  <a:pt x="939" y="14"/>
                </a:cubicBezTo>
                <a:cubicBezTo>
                  <a:pt x="936" y="14"/>
                  <a:pt x="936" y="27"/>
                  <a:pt x="933" y="27"/>
                </a:cubicBezTo>
                <a:cubicBezTo>
                  <a:pt x="931" y="27"/>
                  <a:pt x="931" y="22"/>
                  <a:pt x="928" y="22"/>
                </a:cubicBezTo>
                <a:cubicBezTo>
                  <a:pt x="925" y="22"/>
                  <a:pt x="925" y="7"/>
                  <a:pt x="922" y="7"/>
                </a:cubicBezTo>
                <a:cubicBezTo>
                  <a:pt x="920" y="7"/>
                  <a:pt x="920" y="22"/>
                  <a:pt x="917" y="22"/>
                </a:cubicBezTo>
                <a:cubicBezTo>
                  <a:pt x="914" y="22"/>
                  <a:pt x="914" y="18"/>
                  <a:pt x="912" y="18"/>
                </a:cubicBezTo>
                <a:cubicBezTo>
                  <a:pt x="909" y="18"/>
                  <a:pt x="909" y="8"/>
                  <a:pt x="906" y="8"/>
                </a:cubicBezTo>
                <a:cubicBezTo>
                  <a:pt x="903" y="8"/>
                  <a:pt x="903" y="18"/>
                  <a:pt x="901" y="18"/>
                </a:cubicBezTo>
                <a:cubicBezTo>
                  <a:pt x="898" y="18"/>
                  <a:pt x="898" y="18"/>
                  <a:pt x="895" y="18"/>
                </a:cubicBezTo>
                <a:cubicBezTo>
                  <a:pt x="893" y="18"/>
                  <a:pt x="893" y="7"/>
                  <a:pt x="890" y="7"/>
                </a:cubicBezTo>
                <a:cubicBezTo>
                  <a:pt x="887" y="7"/>
                  <a:pt x="887" y="10"/>
                  <a:pt x="884" y="10"/>
                </a:cubicBezTo>
                <a:cubicBezTo>
                  <a:pt x="882" y="10"/>
                  <a:pt x="882" y="21"/>
                  <a:pt x="879" y="21"/>
                </a:cubicBezTo>
                <a:cubicBezTo>
                  <a:pt x="876" y="21"/>
                  <a:pt x="876" y="20"/>
                  <a:pt x="874" y="20"/>
                </a:cubicBezTo>
                <a:cubicBezTo>
                  <a:pt x="871" y="20"/>
                  <a:pt x="871" y="14"/>
                  <a:pt x="868" y="14"/>
                </a:cubicBezTo>
                <a:cubicBezTo>
                  <a:pt x="865" y="14"/>
                  <a:pt x="865" y="18"/>
                  <a:pt x="863" y="18"/>
                </a:cubicBezTo>
                <a:cubicBezTo>
                  <a:pt x="860" y="18"/>
                  <a:pt x="860" y="27"/>
                  <a:pt x="857" y="27"/>
                </a:cubicBezTo>
                <a:cubicBezTo>
                  <a:pt x="855" y="27"/>
                  <a:pt x="855" y="8"/>
                  <a:pt x="852" y="8"/>
                </a:cubicBezTo>
                <a:cubicBezTo>
                  <a:pt x="849" y="8"/>
                  <a:pt x="849" y="17"/>
                  <a:pt x="846" y="17"/>
                </a:cubicBezTo>
                <a:cubicBezTo>
                  <a:pt x="844" y="17"/>
                  <a:pt x="844" y="3"/>
                  <a:pt x="841" y="3"/>
                </a:cubicBezTo>
                <a:cubicBezTo>
                  <a:pt x="838" y="3"/>
                  <a:pt x="838" y="6"/>
                  <a:pt x="836" y="6"/>
                </a:cubicBezTo>
                <a:cubicBezTo>
                  <a:pt x="833" y="6"/>
                  <a:pt x="833" y="24"/>
                  <a:pt x="830" y="24"/>
                </a:cubicBezTo>
                <a:cubicBezTo>
                  <a:pt x="827" y="24"/>
                  <a:pt x="827" y="6"/>
                  <a:pt x="825" y="6"/>
                </a:cubicBezTo>
                <a:cubicBezTo>
                  <a:pt x="822" y="6"/>
                  <a:pt x="822" y="26"/>
                  <a:pt x="819" y="26"/>
                </a:cubicBezTo>
                <a:cubicBezTo>
                  <a:pt x="817" y="26"/>
                  <a:pt x="817" y="18"/>
                  <a:pt x="814" y="18"/>
                </a:cubicBezTo>
                <a:cubicBezTo>
                  <a:pt x="811" y="18"/>
                  <a:pt x="811" y="12"/>
                  <a:pt x="808" y="12"/>
                </a:cubicBezTo>
                <a:cubicBezTo>
                  <a:pt x="806" y="12"/>
                  <a:pt x="806" y="22"/>
                  <a:pt x="803" y="22"/>
                </a:cubicBezTo>
                <a:cubicBezTo>
                  <a:pt x="800" y="22"/>
                  <a:pt x="800" y="28"/>
                  <a:pt x="798" y="28"/>
                </a:cubicBezTo>
                <a:cubicBezTo>
                  <a:pt x="795" y="28"/>
                  <a:pt x="795" y="2"/>
                  <a:pt x="792" y="2"/>
                </a:cubicBezTo>
                <a:cubicBezTo>
                  <a:pt x="789" y="2"/>
                  <a:pt x="789" y="24"/>
                  <a:pt x="787" y="24"/>
                </a:cubicBezTo>
                <a:cubicBezTo>
                  <a:pt x="784" y="24"/>
                  <a:pt x="784" y="9"/>
                  <a:pt x="781" y="9"/>
                </a:cubicBezTo>
                <a:cubicBezTo>
                  <a:pt x="779" y="9"/>
                  <a:pt x="779" y="24"/>
                  <a:pt x="776" y="24"/>
                </a:cubicBezTo>
                <a:cubicBezTo>
                  <a:pt x="773" y="24"/>
                  <a:pt x="773" y="22"/>
                  <a:pt x="770" y="22"/>
                </a:cubicBezTo>
                <a:cubicBezTo>
                  <a:pt x="768" y="22"/>
                  <a:pt x="768" y="7"/>
                  <a:pt x="765" y="7"/>
                </a:cubicBezTo>
                <a:cubicBezTo>
                  <a:pt x="762" y="7"/>
                  <a:pt x="762" y="26"/>
                  <a:pt x="760" y="26"/>
                </a:cubicBezTo>
                <a:cubicBezTo>
                  <a:pt x="757" y="26"/>
                  <a:pt x="757" y="9"/>
                  <a:pt x="754" y="9"/>
                </a:cubicBezTo>
                <a:cubicBezTo>
                  <a:pt x="751" y="9"/>
                  <a:pt x="751" y="10"/>
                  <a:pt x="749" y="10"/>
                </a:cubicBezTo>
                <a:cubicBezTo>
                  <a:pt x="746" y="10"/>
                  <a:pt x="746" y="4"/>
                  <a:pt x="743" y="4"/>
                </a:cubicBezTo>
                <a:cubicBezTo>
                  <a:pt x="741" y="4"/>
                  <a:pt x="741" y="10"/>
                  <a:pt x="738" y="10"/>
                </a:cubicBezTo>
                <a:cubicBezTo>
                  <a:pt x="735" y="10"/>
                  <a:pt x="735" y="10"/>
                  <a:pt x="732" y="10"/>
                </a:cubicBezTo>
                <a:cubicBezTo>
                  <a:pt x="730" y="10"/>
                  <a:pt x="730" y="13"/>
                  <a:pt x="727" y="13"/>
                </a:cubicBezTo>
                <a:cubicBezTo>
                  <a:pt x="724" y="13"/>
                  <a:pt x="724" y="16"/>
                  <a:pt x="722" y="16"/>
                </a:cubicBezTo>
                <a:cubicBezTo>
                  <a:pt x="719" y="16"/>
                  <a:pt x="719" y="4"/>
                  <a:pt x="716" y="4"/>
                </a:cubicBezTo>
                <a:cubicBezTo>
                  <a:pt x="713" y="4"/>
                  <a:pt x="713" y="1"/>
                  <a:pt x="711" y="1"/>
                </a:cubicBezTo>
                <a:cubicBezTo>
                  <a:pt x="708" y="1"/>
                  <a:pt x="708" y="5"/>
                  <a:pt x="705" y="5"/>
                </a:cubicBezTo>
                <a:cubicBezTo>
                  <a:pt x="703" y="5"/>
                  <a:pt x="703" y="11"/>
                  <a:pt x="700" y="11"/>
                </a:cubicBezTo>
                <a:cubicBezTo>
                  <a:pt x="697" y="11"/>
                  <a:pt x="697" y="27"/>
                  <a:pt x="695" y="27"/>
                </a:cubicBezTo>
                <a:cubicBezTo>
                  <a:pt x="692" y="27"/>
                  <a:pt x="692" y="5"/>
                  <a:pt x="689" y="5"/>
                </a:cubicBezTo>
                <a:cubicBezTo>
                  <a:pt x="686" y="5"/>
                  <a:pt x="686" y="2"/>
                  <a:pt x="684" y="2"/>
                </a:cubicBezTo>
                <a:cubicBezTo>
                  <a:pt x="681" y="2"/>
                  <a:pt x="681" y="25"/>
                  <a:pt x="678" y="25"/>
                </a:cubicBezTo>
                <a:cubicBezTo>
                  <a:pt x="676" y="25"/>
                  <a:pt x="676" y="9"/>
                  <a:pt x="673" y="9"/>
                </a:cubicBezTo>
                <a:cubicBezTo>
                  <a:pt x="670" y="9"/>
                  <a:pt x="670" y="10"/>
                  <a:pt x="667" y="10"/>
                </a:cubicBezTo>
                <a:cubicBezTo>
                  <a:pt x="665" y="10"/>
                  <a:pt x="665" y="26"/>
                  <a:pt x="662" y="26"/>
                </a:cubicBezTo>
                <a:cubicBezTo>
                  <a:pt x="659" y="26"/>
                  <a:pt x="659" y="27"/>
                  <a:pt x="657" y="27"/>
                </a:cubicBezTo>
                <a:cubicBezTo>
                  <a:pt x="654" y="27"/>
                  <a:pt x="654" y="3"/>
                  <a:pt x="651" y="3"/>
                </a:cubicBezTo>
                <a:cubicBezTo>
                  <a:pt x="648" y="3"/>
                  <a:pt x="648" y="20"/>
                  <a:pt x="646" y="20"/>
                </a:cubicBezTo>
                <a:cubicBezTo>
                  <a:pt x="643" y="20"/>
                  <a:pt x="643" y="13"/>
                  <a:pt x="640" y="13"/>
                </a:cubicBezTo>
                <a:cubicBezTo>
                  <a:pt x="638" y="13"/>
                  <a:pt x="638" y="19"/>
                  <a:pt x="635" y="19"/>
                </a:cubicBezTo>
                <a:cubicBezTo>
                  <a:pt x="632" y="19"/>
                  <a:pt x="632" y="19"/>
                  <a:pt x="629" y="19"/>
                </a:cubicBezTo>
                <a:cubicBezTo>
                  <a:pt x="627" y="19"/>
                  <a:pt x="627" y="25"/>
                  <a:pt x="624" y="25"/>
                </a:cubicBezTo>
                <a:cubicBezTo>
                  <a:pt x="621" y="25"/>
                  <a:pt x="621" y="13"/>
                  <a:pt x="619" y="13"/>
                </a:cubicBezTo>
                <a:cubicBezTo>
                  <a:pt x="616" y="13"/>
                  <a:pt x="616" y="1"/>
                  <a:pt x="613" y="1"/>
                </a:cubicBezTo>
                <a:cubicBezTo>
                  <a:pt x="610" y="1"/>
                  <a:pt x="610" y="26"/>
                  <a:pt x="608" y="26"/>
                </a:cubicBezTo>
                <a:cubicBezTo>
                  <a:pt x="605" y="26"/>
                  <a:pt x="605" y="9"/>
                  <a:pt x="602" y="9"/>
                </a:cubicBezTo>
                <a:cubicBezTo>
                  <a:pt x="600" y="9"/>
                  <a:pt x="600" y="3"/>
                  <a:pt x="597" y="3"/>
                </a:cubicBezTo>
                <a:cubicBezTo>
                  <a:pt x="594" y="3"/>
                  <a:pt x="594" y="5"/>
                  <a:pt x="591" y="5"/>
                </a:cubicBezTo>
                <a:cubicBezTo>
                  <a:pt x="589" y="5"/>
                  <a:pt x="589" y="2"/>
                  <a:pt x="586" y="2"/>
                </a:cubicBezTo>
                <a:cubicBezTo>
                  <a:pt x="583" y="2"/>
                  <a:pt x="583" y="27"/>
                  <a:pt x="581" y="27"/>
                </a:cubicBezTo>
                <a:cubicBezTo>
                  <a:pt x="578" y="27"/>
                  <a:pt x="578" y="27"/>
                  <a:pt x="575" y="27"/>
                </a:cubicBezTo>
                <a:cubicBezTo>
                  <a:pt x="573" y="27"/>
                  <a:pt x="573" y="2"/>
                  <a:pt x="570" y="2"/>
                </a:cubicBezTo>
                <a:cubicBezTo>
                  <a:pt x="567" y="2"/>
                  <a:pt x="567" y="22"/>
                  <a:pt x="564" y="22"/>
                </a:cubicBezTo>
                <a:cubicBezTo>
                  <a:pt x="562" y="22"/>
                  <a:pt x="562" y="21"/>
                  <a:pt x="559" y="21"/>
                </a:cubicBezTo>
                <a:cubicBezTo>
                  <a:pt x="556" y="21"/>
                  <a:pt x="556" y="28"/>
                  <a:pt x="554" y="28"/>
                </a:cubicBezTo>
                <a:cubicBezTo>
                  <a:pt x="551" y="28"/>
                  <a:pt x="551" y="9"/>
                  <a:pt x="548" y="9"/>
                </a:cubicBezTo>
                <a:cubicBezTo>
                  <a:pt x="546" y="9"/>
                  <a:pt x="546" y="9"/>
                  <a:pt x="543" y="9"/>
                </a:cubicBezTo>
                <a:cubicBezTo>
                  <a:pt x="540" y="9"/>
                  <a:pt x="540" y="15"/>
                  <a:pt x="537" y="15"/>
                </a:cubicBezTo>
                <a:cubicBezTo>
                  <a:pt x="535" y="15"/>
                  <a:pt x="535" y="2"/>
                  <a:pt x="532" y="2"/>
                </a:cubicBezTo>
                <a:cubicBezTo>
                  <a:pt x="529" y="2"/>
                  <a:pt x="529" y="11"/>
                  <a:pt x="527" y="11"/>
                </a:cubicBezTo>
                <a:cubicBezTo>
                  <a:pt x="524" y="11"/>
                  <a:pt x="524" y="22"/>
                  <a:pt x="521" y="22"/>
                </a:cubicBezTo>
                <a:cubicBezTo>
                  <a:pt x="518" y="22"/>
                  <a:pt x="518" y="10"/>
                  <a:pt x="516" y="10"/>
                </a:cubicBezTo>
                <a:cubicBezTo>
                  <a:pt x="513" y="10"/>
                  <a:pt x="513" y="10"/>
                  <a:pt x="510" y="10"/>
                </a:cubicBezTo>
                <a:cubicBezTo>
                  <a:pt x="508" y="10"/>
                  <a:pt x="508" y="10"/>
                  <a:pt x="505" y="10"/>
                </a:cubicBezTo>
                <a:cubicBezTo>
                  <a:pt x="502" y="10"/>
                  <a:pt x="502" y="12"/>
                  <a:pt x="499" y="12"/>
                </a:cubicBezTo>
                <a:cubicBezTo>
                  <a:pt x="497" y="12"/>
                  <a:pt x="497" y="8"/>
                  <a:pt x="494" y="8"/>
                </a:cubicBezTo>
                <a:cubicBezTo>
                  <a:pt x="491" y="8"/>
                  <a:pt x="491" y="11"/>
                  <a:pt x="489" y="11"/>
                </a:cubicBezTo>
                <a:cubicBezTo>
                  <a:pt x="486" y="11"/>
                  <a:pt x="486" y="12"/>
                  <a:pt x="483" y="12"/>
                </a:cubicBezTo>
                <a:cubicBezTo>
                  <a:pt x="480" y="12"/>
                  <a:pt x="480" y="13"/>
                  <a:pt x="478" y="13"/>
                </a:cubicBezTo>
                <a:cubicBezTo>
                  <a:pt x="475" y="13"/>
                  <a:pt x="475" y="9"/>
                  <a:pt x="472" y="9"/>
                </a:cubicBezTo>
                <a:cubicBezTo>
                  <a:pt x="470" y="9"/>
                  <a:pt x="470" y="14"/>
                  <a:pt x="467" y="14"/>
                </a:cubicBezTo>
                <a:cubicBezTo>
                  <a:pt x="464" y="14"/>
                  <a:pt x="464" y="14"/>
                  <a:pt x="462" y="14"/>
                </a:cubicBezTo>
                <a:cubicBezTo>
                  <a:pt x="459" y="14"/>
                  <a:pt x="459" y="14"/>
                  <a:pt x="456" y="14"/>
                </a:cubicBezTo>
                <a:cubicBezTo>
                  <a:pt x="453" y="14"/>
                  <a:pt x="453" y="8"/>
                  <a:pt x="451" y="8"/>
                </a:cubicBezTo>
                <a:cubicBezTo>
                  <a:pt x="448" y="8"/>
                  <a:pt x="448" y="5"/>
                  <a:pt x="445" y="5"/>
                </a:cubicBezTo>
                <a:cubicBezTo>
                  <a:pt x="443" y="5"/>
                  <a:pt x="443" y="9"/>
                  <a:pt x="440" y="9"/>
                </a:cubicBezTo>
                <a:cubicBezTo>
                  <a:pt x="437" y="9"/>
                  <a:pt x="437" y="6"/>
                  <a:pt x="434" y="6"/>
                </a:cubicBezTo>
                <a:cubicBezTo>
                  <a:pt x="432" y="6"/>
                  <a:pt x="432" y="9"/>
                  <a:pt x="429" y="9"/>
                </a:cubicBezTo>
                <a:cubicBezTo>
                  <a:pt x="426" y="9"/>
                  <a:pt x="426" y="10"/>
                  <a:pt x="424" y="10"/>
                </a:cubicBezTo>
                <a:cubicBezTo>
                  <a:pt x="421" y="10"/>
                  <a:pt x="421" y="11"/>
                  <a:pt x="418" y="11"/>
                </a:cubicBezTo>
                <a:cubicBezTo>
                  <a:pt x="415" y="11"/>
                  <a:pt x="415" y="23"/>
                  <a:pt x="413" y="23"/>
                </a:cubicBezTo>
                <a:cubicBezTo>
                  <a:pt x="410" y="23"/>
                  <a:pt x="410" y="19"/>
                  <a:pt x="407" y="19"/>
                </a:cubicBezTo>
                <a:cubicBezTo>
                  <a:pt x="405" y="19"/>
                  <a:pt x="405" y="28"/>
                  <a:pt x="402" y="28"/>
                </a:cubicBezTo>
                <a:cubicBezTo>
                  <a:pt x="399" y="28"/>
                  <a:pt x="399" y="19"/>
                  <a:pt x="396" y="19"/>
                </a:cubicBezTo>
                <a:cubicBezTo>
                  <a:pt x="394" y="19"/>
                  <a:pt x="394" y="20"/>
                  <a:pt x="391" y="20"/>
                </a:cubicBezTo>
                <a:cubicBezTo>
                  <a:pt x="388" y="20"/>
                  <a:pt x="388" y="25"/>
                  <a:pt x="386" y="25"/>
                </a:cubicBezTo>
                <a:cubicBezTo>
                  <a:pt x="383" y="25"/>
                  <a:pt x="383" y="22"/>
                  <a:pt x="380" y="22"/>
                </a:cubicBezTo>
                <a:cubicBezTo>
                  <a:pt x="377" y="22"/>
                  <a:pt x="377" y="11"/>
                  <a:pt x="375" y="11"/>
                </a:cubicBezTo>
                <a:cubicBezTo>
                  <a:pt x="372" y="11"/>
                  <a:pt x="372" y="12"/>
                  <a:pt x="369" y="12"/>
                </a:cubicBezTo>
                <a:cubicBezTo>
                  <a:pt x="367" y="12"/>
                  <a:pt x="367" y="8"/>
                  <a:pt x="364" y="8"/>
                </a:cubicBezTo>
                <a:cubicBezTo>
                  <a:pt x="361" y="8"/>
                  <a:pt x="361" y="25"/>
                  <a:pt x="358" y="25"/>
                </a:cubicBezTo>
                <a:cubicBezTo>
                  <a:pt x="356" y="25"/>
                  <a:pt x="356" y="25"/>
                  <a:pt x="353" y="25"/>
                </a:cubicBezTo>
                <a:cubicBezTo>
                  <a:pt x="350" y="25"/>
                  <a:pt x="350" y="3"/>
                  <a:pt x="348" y="3"/>
                </a:cubicBezTo>
                <a:cubicBezTo>
                  <a:pt x="345" y="3"/>
                  <a:pt x="345" y="19"/>
                  <a:pt x="342" y="19"/>
                </a:cubicBezTo>
                <a:cubicBezTo>
                  <a:pt x="339" y="19"/>
                  <a:pt x="339" y="1"/>
                  <a:pt x="337" y="1"/>
                </a:cubicBezTo>
                <a:cubicBezTo>
                  <a:pt x="334" y="1"/>
                  <a:pt x="334" y="22"/>
                  <a:pt x="331" y="22"/>
                </a:cubicBezTo>
                <a:cubicBezTo>
                  <a:pt x="329" y="22"/>
                  <a:pt x="329" y="28"/>
                  <a:pt x="326" y="28"/>
                </a:cubicBezTo>
                <a:cubicBezTo>
                  <a:pt x="323" y="28"/>
                  <a:pt x="323" y="3"/>
                  <a:pt x="320" y="3"/>
                </a:cubicBezTo>
                <a:cubicBezTo>
                  <a:pt x="318" y="3"/>
                  <a:pt x="318" y="22"/>
                  <a:pt x="315" y="22"/>
                </a:cubicBezTo>
                <a:cubicBezTo>
                  <a:pt x="312" y="22"/>
                  <a:pt x="312" y="22"/>
                  <a:pt x="310" y="22"/>
                </a:cubicBezTo>
                <a:cubicBezTo>
                  <a:pt x="307" y="22"/>
                  <a:pt x="307" y="2"/>
                  <a:pt x="304" y="2"/>
                </a:cubicBezTo>
                <a:cubicBezTo>
                  <a:pt x="301" y="2"/>
                  <a:pt x="301" y="13"/>
                  <a:pt x="299" y="13"/>
                </a:cubicBezTo>
                <a:cubicBezTo>
                  <a:pt x="296" y="13"/>
                  <a:pt x="296" y="26"/>
                  <a:pt x="293" y="26"/>
                </a:cubicBezTo>
                <a:cubicBezTo>
                  <a:pt x="291" y="26"/>
                  <a:pt x="291" y="26"/>
                  <a:pt x="288" y="26"/>
                </a:cubicBezTo>
                <a:cubicBezTo>
                  <a:pt x="285" y="26"/>
                  <a:pt x="285" y="4"/>
                  <a:pt x="283" y="4"/>
                </a:cubicBezTo>
                <a:cubicBezTo>
                  <a:pt x="280" y="4"/>
                  <a:pt x="280" y="9"/>
                  <a:pt x="277" y="9"/>
                </a:cubicBezTo>
                <a:cubicBezTo>
                  <a:pt x="274" y="9"/>
                  <a:pt x="274" y="15"/>
                  <a:pt x="272" y="15"/>
                </a:cubicBezTo>
                <a:cubicBezTo>
                  <a:pt x="269" y="15"/>
                  <a:pt x="269" y="19"/>
                  <a:pt x="266" y="19"/>
                </a:cubicBezTo>
                <a:cubicBezTo>
                  <a:pt x="264" y="19"/>
                  <a:pt x="264" y="22"/>
                  <a:pt x="261" y="22"/>
                </a:cubicBezTo>
                <a:cubicBezTo>
                  <a:pt x="258" y="22"/>
                  <a:pt x="258" y="6"/>
                  <a:pt x="255" y="6"/>
                </a:cubicBezTo>
                <a:cubicBezTo>
                  <a:pt x="253" y="6"/>
                  <a:pt x="253" y="23"/>
                  <a:pt x="250" y="23"/>
                </a:cubicBezTo>
                <a:cubicBezTo>
                  <a:pt x="247" y="23"/>
                  <a:pt x="247" y="2"/>
                  <a:pt x="245" y="2"/>
                </a:cubicBezTo>
                <a:cubicBezTo>
                  <a:pt x="242" y="2"/>
                  <a:pt x="242" y="1"/>
                  <a:pt x="239" y="1"/>
                </a:cubicBezTo>
                <a:cubicBezTo>
                  <a:pt x="236" y="1"/>
                  <a:pt x="236" y="24"/>
                  <a:pt x="234" y="24"/>
                </a:cubicBezTo>
                <a:cubicBezTo>
                  <a:pt x="231" y="24"/>
                  <a:pt x="231" y="26"/>
                  <a:pt x="228" y="26"/>
                </a:cubicBezTo>
                <a:cubicBezTo>
                  <a:pt x="226" y="26"/>
                  <a:pt x="226" y="20"/>
                  <a:pt x="223" y="20"/>
                </a:cubicBezTo>
                <a:cubicBezTo>
                  <a:pt x="220" y="20"/>
                  <a:pt x="220" y="24"/>
                  <a:pt x="217" y="24"/>
                </a:cubicBezTo>
                <a:cubicBezTo>
                  <a:pt x="215" y="24"/>
                  <a:pt x="215" y="25"/>
                  <a:pt x="212" y="25"/>
                </a:cubicBezTo>
                <a:cubicBezTo>
                  <a:pt x="209" y="25"/>
                  <a:pt x="209" y="17"/>
                  <a:pt x="207" y="17"/>
                </a:cubicBezTo>
                <a:cubicBezTo>
                  <a:pt x="204" y="17"/>
                  <a:pt x="204" y="10"/>
                  <a:pt x="201" y="10"/>
                </a:cubicBezTo>
                <a:cubicBezTo>
                  <a:pt x="198" y="10"/>
                  <a:pt x="198" y="17"/>
                  <a:pt x="196" y="17"/>
                </a:cubicBezTo>
                <a:cubicBezTo>
                  <a:pt x="193" y="17"/>
                  <a:pt x="193" y="5"/>
                  <a:pt x="190" y="5"/>
                </a:cubicBezTo>
                <a:cubicBezTo>
                  <a:pt x="188" y="5"/>
                  <a:pt x="188" y="19"/>
                  <a:pt x="185" y="19"/>
                </a:cubicBezTo>
                <a:cubicBezTo>
                  <a:pt x="182" y="19"/>
                  <a:pt x="182" y="19"/>
                  <a:pt x="179" y="19"/>
                </a:cubicBezTo>
                <a:cubicBezTo>
                  <a:pt x="177" y="19"/>
                  <a:pt x="177" y="28"/>
                  <a:pt x="174" y="28"/>
                </a:cubicBezTo>
                <a:cubicBezTo>
                  <a:pt x="171" y="28"/>
                  <a:pt x="171" y="11"/>
                  <a:pt x="169" y="11"/>
                </a:cubicBezTo>
                <a:cubicBezTo>
                  <a:pt x="166" y="11"/>
                  <a:pt x="166" y="18"/>
                  <a:pt x="163" y="18"/>
                </a:cubicBezTo>
                <a:cubicBezTo>
                  <a:pt x="160" y="18"/>
                  <a:pt x="160" y="12"/>
                  <a:pt x="158" y="12"/>
                </a:cubicBezTo>
                <a:cubicBezTo>
                  <a:pt x="155" y="12"/>
                  <a:pt x="155" y="19"/>
                  <a:pt x="152" y="19"/>
                </a:cubicBezTo>
                <a:cubicBezTo>
                  <a:pt x="150" y="19"/>
                  <a:pt x="150" y="8"/>
                  <a:pt x="147" y="8"/>
                </a:cubicBezTo>
                <a:cubicBezTo>
                  <a:pt x="144" y="8"/>
                  <a:pt x="144" y="1"/>
                  <a:pt x="142" y="1"/>
                </a:cubicBezTo>
                <a:cubicBezTo>
                  <a:pt x="139" y="1"/>
                  <a:pt x="139" y="1"/>
                  <a:pt x="136" y="1"/>
                </a:cubicBezTo>
                <a:cubicBezTo>
                  <a:pt x="133" y="1"/>
                  <a:pt x="133" y="17"/>
                  <a:pt x="131" y="17"/>
                </a:cubicBezTo>
                <a:cubicBezTo>
                  <a:pt x="128" y="17"/>
                  <a:pt x="128" y="22"/>
                  <a:pt x="125" y="22"/>
                </a:cubicBezTo>
                <a:cubicBezTo>
                  <a:pt x="123" y="22"/>
                  <a:pt x="123" y="4"/>
                  <a:pt x="120" y="4"/>
                </a:cubicBezTo>
                <a:cubicBezTo>
                  <a:pt x="117" y="4"/>
                  <a:pt x="117" y="2"/>
                  <a:pt x="114" y="2"/>
                </a:cubicBezTo>
                <a:cubicBezTo>
                  <a:pt x="112" y="2"/>
                  <a:pt x="112" y="27"/>
                  <a:pt x="109" y="27"/>
                </a:cubicBezTo>
                <a:cubicBezTo>
                  <a:pt x="106" y="27"/>
                  <a:pt x="106" y="14"/>
                  <a:pt x="104" y="14"/>
                </a:cubicBezTo>
                <a:cubicBezTo>
                  <a:pt x="101" y="14"/>
                  <a:pt x="101" y="12"/>
                  <a:pt x="98" y="12"/>
                </a:cubicBezTo>
                <a:cubicBezTo>
                  <a:pt x="95" y="12"/>
                  <a:pt x="95" y="18"/>
                  <a:pt x="93" y="18"/>
                </a:cubicBezTo>
                <a:cubicBezTo>
                  <a:pt x="90" y="18"/>
                  <a:pt x="90" y="6"/>
                  <a:pt x="87" y="6"/>
                </a:cubicBezTo>
                <a:cubicBezTo>
                  <a:pt x="85" y="6"/>
                  <a:pt x="85" y="5"/>
                  <a:pt x="82" y="5"/>
                </a:cubicBezTo>
                <a:cubicBezTo>
                  <a:pt x="79" y="5"/>
                  <a:pt x="79" y="4"/>
                  <a:pt x="76" y="4"/>
                </a:cubicBezTo>
                <a:cubicBezTo>
                  <a:pt x="74" y="4"/>
                  <a:pt x="74" y="14"/>
                  <a:pt x="71" y="14"/>
                </a:cubicBezTo>
                <a:cubicBezTo>
                  <a:pt x="68" y="14"/>
                  <a:pt x="68" y="4"/>
                  <a:pt x="66" y="4"/>
                </a:cubicBezTo>
                <a:cubicBezTo>
                  <a:pt x="63" y="4"/>
                  <a:pt x="63" y="6"/>
                  <a:pt x="60" y="6"/>
                </a:cubicBezTo>
                <a:cubicBezTo>
                  <a:pt x="58" y="6"/>
                  <a:pt x="58" y="2"/>
                  <a:pt x="55" y="2"/>
                </a:cubicBezTo>
                <a:cubicBezTo>
                  <a:pt x="52" y="2"/>
                  <a:pt x="52" y="15"/>
                  <a:pt x="49" y="15"/>
                </a:cubicBezTo>
                <a:cubicBezTo>
                  <a:pt x="47" y="15"/>
                  <a:pt x="47" y="26"/>
                  <a:pt x="44" y="26"/>
                </a:cubicBezTo>
                <a:cubicBezTo>
                  <a:pt x="41" y="26"/>
                  <a:pt x="41" y="24"/>
                  <a:pt x="39" y="24"/>
                </a:cubicBezTo>
                <a:cubicBezTo>
                  <a:pt x="36" y="24"/>
                  <a:pt x="36" y="16"/>
                  <a:pt x="33" y="16"/>
                </a:cubicBezTo>
                <a:cubicBezTo>
                  <a:pt x="31" y="16"/>
                  <a:pt x="32" y="26"/>
                  <a:pt x="30" y="27"/>
                </a:cubicBezTo>
                <a:cubicBezTo>
                  <a:pt x="28" y="27"/>
                  <a:pt x="24" y="15"/>
                  <a:pt x="22" y="16"/>
                </a:cubicBezTo>
                <a:cubicBezTo>
                  <a:pt x="20" y="17"/>
                  <a:pt x="16" y="14"/>
                  <a:pt x="14" y="15"/>
                </a:cubicBezTo>
                <a:cubicBezTo>
                  <a:pt x="13" y="17"/>
                  <a:pt x="10" y="19"/>
                  <a:pt x="9" y="21"/>
                </a:cubicBezTo>
                <a:cubicBezTo>
                  <a:pt x="9" y="23"/>
                  <a:pt x="0" y="27"/>
                  <a:pt x="0" y="29"/>
                </a:cubicBezTo>
                <a:cubicBezTo>
                  <a:pt x="0" y="32"/>
                  <a:pt x="14" y="32"/>
                  <a:pt x="14" y="34"/>
                </a:cubicBezTo>
                <a:cubicBezTo>
                  <a:pt x="14" y="37"/>
                  <a:pt x="16" y="37"/>
                  <a:pt x="16" y="40"/>
                </a:cubicBezTo>
                <a:cubicBezTo>
                  <a:pt x="16" y="41"/>
                  <a:pt x="17" y="42"/>
                  <a:pt x="19" y="42"/>
                </a:cubicBezTo>
                <a:cubicBezTo>
                  <a:pt x="15" y="46"/>
                  <a:pt x="13" y="51"/>
                  <a:pt x="13" y="56"/>
                </a:cubicBezTo>
                <a:cubicBezTo>
                  <a:pt x="13" y="78"/>
                  <a:pt x="13" y="78"/>
                  <a:pt x="13" y="78"/>
                </a:cubicBezTo>
                <a:cubicBezTo>
                  <a:pt x="13" y="89"/>
                  <a:pt x="22" y="98"/>
                  <a:pt x="33" y="98"/>
                </a:cubicBezTo>
                <a:cubicBezTo>
                  <a:pt x="1249" y="98"/>
                  <a:pt x="1249" y="98"/>
                  <a:pt x="1249" y="98"/>
                </a:cubicBezTo>
                <a:cubicBezTo>
                  <a:pt x="1260" y="98"/>
                  <a:pt x="1269" y="89"/>
                  <a:pt x="1269" y="78"/>
                </a:cubicBezTo>
                <a:cubicBezTo>
                  <a:pt x="1269" y="65"/>
                  <a:pt x="1269" y="65"/>
                  <a:pt x="1269" y="65"/>
                </a:cubicBezTo>
                <a:cubicBezTo>
                  <a:pt x="1273" y="66"/>
                  <a:pt x="1277" y="67"/>
                  <a:pt x="1277" y="66"/>
                </a:cubicBezTo>
                <a:cubicBezTo>
                  <a:pt x="1278" y="65"/>
                  <a:pt x="1273" y="61"/>
                  <a:pt x="1269" y="59"/>
                </a:cubicBezTo>
                <a:cubicBezTo>
                  <a:pt x="1269" y="56"/>
                  <a:pt x="1269" y="56"/>
                  <a:pt x="1269" y="56"/>
                </a:cubicBezTo>
                <a:cubicBezTo>
                  <a:pt x="1269" y="52"/>
                  <a:pt x="1268" y="48"/>
                  <a:pt x="1265" y="44"/>
                </a:cubicBezTo>
                <a:cubicBezTo>
                  <a:pt x="1265" y="42"/>
                  <a:pt x="1266" y="42"/>
                  <a:pt x="1266" y="40"/>
                </a:cubicBezTo>
                <a:cubicBezTo>
                  <a:pt x="1266" y="37"/>
                  <a:pt x="1276" y="37"/>
                  <a:pt x="1276" y="34"/>
                </a:cubicBezTo>
                <a:cubicBezTo>
                  <a:pt x="1276" y="32"/>
                  <a:pt x="1268" y="32"/>
                  <a:pt x="1268" y="29"/>
                </a:cubicBezTo>
                <a:cubicBezTo>
                  <a:pt x="1268" y="27"/>
                  <a:pt x="1259" y="31"/>
                  <a:pt x="1258" y="29"/>
                </a:cubicBezTo>
                <a:cubicBezTo>
                  <a:pt x="1257" y="27"/>
                  <a:pt x="1274" y="12"/>
                  <a:pt x="1272" y="10"/>
                </a:cubicBezTo>
                <a:close/>
              </a:path>
            </a:pathLst>
          </a:custGeom>
          <a:solidFill>
            <a:srgbClr val="00B050"/>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69" name="组合 68"/>
          <p:cNvGrpSpPr/>
          <p:nvPr/>
        </p:nvGrpSpPr>
        <p:grpSpPr>
          <a:xfrm>
            <a:off x="376238" y="3027363"/>
            <a:ext cx="1370013" cy="1911350"/>
            <a:chOff x="376238" y="3027363"/>
            <a:chExt cx="1370013" cy="1911350"/>
          </a:xfrm>
          <a:solidFill>
            <a:schemeClr val="tx1">
              <a:lumMod val="65000"/>
              <a:lumOff val="35000"/>
            </a:schemeClr>
          </a:solidFill>
        </p:grpSpPr>
        <p:sp>
          <p:nvSpPr>
            <p:cNvPr id="70" name="Oval 72"/>
            <p:cNvSpPr>
              <a:spLocks noChangeArrowheads="1"/>
            </p:cNvSpPr>
            <p:nvPr/>
          </p:nvSpPr>
          <p:spPr bwMode="auto">
            <a:xfrm>
              <a:off x="688975" y="3027363"/>
              <a:ext cx="238125" cy="2381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73"/>
            <p:cNvSpPr>
              <a:spLocks/>
            </p:cNvSpPr>
            <p:nvPr/>
          </p:nvSpPr>
          <p:spPr bwMode="auto">
            <a:xfrm>
              <a:off x="376238" y="3260725"/>
              <a:ext cx="863600" cy="103188"/>
            </a:xfrm>
            <a:custGeom>
              <a:avLst/>
              <a:gdLst>
                <a:gd name="T0" fmla="*/ 254 w 508"/>
                <a:gd name="T1" fmla="*/ 33 h 61"/>
                <a:gd name="T2" fmla="*/ 322 w 508"/>
                <a:gd name="T3" fmla="*/ 61 h 61"/>
                <a:gd name="T4" fmla="*/ 322 w 508"/>
                <a:gd name="T5" fmla="*/ 59 h 61"/>
                <a:gd name="T6" fmla="*/ 489 w 508"/>
                <a:gd name="T7" fmla="*/ 41 h 61"/>
                <a:gd name="T8" fmla="*/ 507 w 508"/>
                <a:gd name="T9" fmla="*/ 19 h 61"/>
                <a:gd name="T10" fmla="*/ 485 w 508"/>
                <a:gd name="T11" fmla="*/ 1 h 61"/>
                <a:gd name="T12" fmla="*/ 301 w 508"/>
                <a:gd name="T13" fmla="*/ 21 h 61"/>
                <a:gd name="T14" fmla="*/ 207 w 508"/>
                <a:gd name="T15" fmla="*/ 21 h 61"/>
                <a:gd name="T16" fmla="*/ 23 w 508"/>
                <a:gd name="T17" fmla="*/ 1 h 61"/>
                <a:gd name="T18" fmla="*/ 1 w 508"/>
                <a:gd name="T19" fmla="*/ 19 h 61"/>
                <a:gd name="T20" fmla="*/ 19 w 508"/>
                <a:gd name="T21" fmla="*/ 41 h 61"/>
                <a:gd name="T22" fmla="*/ 186 w 508"/>
                <a:gd name="T23" fmla="*/ 59 h 61"/>
                <a:gd name="T24" fmla="*/ 186 w 508"/>
                <a:gd name="T25" fmla="*/ 61 h 61"/>
                <a:gd name="T26" fmla="*/ 254 w 508"/>
                <a:gd name="T27" fmla="*/ 33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8" h="61">
                  <a:moveTo>
                    <a:pt x="254" y="33"/>
                  </a:moveTo>
                  <a:cubicBezTo>
                    <a:pt x="280" y="33"/>
                    <a:pt x="304" y="44"/>
                    <a:pt x="322" y="61"/>
                  </a:cubicBezTo>
                  <a:cubicBezTo>
                    <a:pt x="322" y="59"/>
                    <a:pt x="322" y="59"/>
                    <a:pt x="322" y="59"/>
                  </a:cubicBezTo>
                  <a:cubicBezTo>
                    <a:pt x="489" y="41"/>
                    <a:pt x="489" y="41"/>
                    <a:pt x="489" y="41"/>
                  </a:cubicBezTo>
                  <a:cubicBezTo>
                    <a:pt x="500" y="40"/>
                    <a:pt x="508" y="30"/>
                    <a:pt x="507" y="19"/>
                  </a:cubicBezTo>
                  <a:cubicBezTo>
                    <a:pt x="506" y="8"/>
                    <a:pt x="496" y="0"/>
                    <a:pt x="485" y="1"/>
                  </a:cubicBezTo>
                  <a:cubicBezTo>
                    <a:pt x="301" y="21"/>
                    <a:pt x="301" y="21"/>
                    <a:pt x="301" y="21"/>
                  </a:cubicBezTo>
                  <a:cubicBezTo>
                    <a:pt x="207" y="21"/>
                    <a:pt x="207" y="21"/>
                    <a:pt x="207" y="21"/>
                  </a:cubicBezTo>
                  <a:cubicBezTo>
                    <a:pt x="23" y="1"/>
                    <a:pt x="23" y="1"/>
                    <a:pt x="23" y="1"/>
                  </a:cubicBezTo>
                  <a:cubicBezTo>
                    <a:pt x="12" y="0"/>
                    <a:pt x="2" y="8"/>
                    <a:pt x="1" y="19"/>
                  </a:cubicBezTo>
                  <a:cubicBezTo>
                    <a:pt x="0" y="30"/>
                    <a:pt x="8" y="40"/>
                    <a:pt x="19" y="41"/>
                  </a:cubicBezTo>
                  <a:cubicBezTo>
                    <a:pt x="186" y="59"/>
                    <a:pt x="186" y="59"/>
                    <a:pt x="186" y="59"/>
                  </a:cubicBezTo>
                  <a:cubicBezTo>
                    <a:pt x="186" y="61"/>
                    <a:pt x="186" y="61"/>
                    <a:pt x="186" y="61"/>
                  </a:cubicBezTo>
                  <a:cubicBezTo>
                    <a:pt x="204" y="44"/>
                    <a:pt x="228" y="33"/>
                    <a:pt x="254"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74"/>
            <p:cNvSpPr>
              <a:spLocks/>
            </p:cNvSpPr>
            <p:nvPr/>
          </p:nvSpPr>
          <p:spPr bwMode="auto">
            <a:xfrm>
              <a:off x="442913" y="3675063"/>
              <a:ext cx="730250" cy="1263650"/>
            </a:xfrm>
            <a:custGeom>
              <a:avLst/>
              <a:gdLst>
                <a:gd name="T0" fmla="*/ 296 w 430"/>
                <a:gd name="T1" fmla="*/ 159 h 744"/>
                <a:gd name="T2" fmla="*/ 257 w 430"/>
                <a:gd name="T3" fmla="*/ 125 h 744"/>
                <a:gd name="T4" fmla="*/ 257 w 430"/>
                <a:gd name="T5" fmla="*/ 113 h 744"/>
                <a:gd name="T6" fmla="*/ 251 w 430"/>
                <a:gd name="T7" fmla="*/ 111 h 744"/>
                <a:gd name="T8" fmla="*/ 233 w 430"/>
                <a:gd name="T9" fmla="*/ 91 h 744"/>
                <a:gd name="T10" fmla="*/ 235 w 430"/>
                <a:gd name="T11" fmla="*/ 64 h 744"/>
                <a:gd name="T12" fmla="*/ 253 w 430"/>
                <a:gd name="T13" fmla="*/ 1 h 744"/>
                <a:gd name="T14" fmla="*/ 253 w 430"/>
                <a:gd name="T15" fmla="*/ 0 h 744"/>
                <a:gd name="T16" fmla="*/ 173 w 430"/>
                <a:gd name="T17" fmla="*/ 0 h 744"/>
                <a:gd name="T18" fmla="*/ 173 w 430"/>
                <a:gd name="T19" fmla="*/ 1 h 744"/>
                <a:gd name="T20" fmla="*/ 191 w 430"/>
                <a:gd name="T21" fmla="*/ 64 h 744"/>
                <a:gd name="T22" fmla="*/ 192 w 430"/>
                <a:gd name="T23" fmla="*/ 91 h 744"/>
                <a:gd name="T24" fmla="*/ 175 w 430"/>
                <a:gd name="T25" fmla="*/ 111 h 744"/>
                <a:gd name="T26" fmla="*/ 173 w 430"/>
                <a:gd name="T27" fmla="*/ 111 h 744"/>
                <a:gd name="T28" fmla="*/ 173 w 430"/>
                <a:gd name="T29" fmla="*/ 125 h 744"/>
                <a:gd name="T30" fmla="*/ 134 w 430"/>
                <a:gd name="T31" fmla="*/ 159 h 744"/>
                <a:gd name="T32" fmla="*/ 127 w 430"/>
                <a:gd name="T33" fmla="*/ 158 h 744"/>
                <a:gd name="T34" fmla="*/ 107 w 430"/>
                <a:gd name="T35" fmla="*/ 155 h 744"/>
                <a:gd name="T36" fmla="*/ 107 w 430"/>
                <a:gd name="T37" fmla="*/ 289 h 744"/>
                <a:gd name="T38" fmla="*/ 7 w 430"/>
                <a:gd name="T39" fmla="*/ 677 h 744"/>
                <a:gd name="T40" fmla="*/ 42 w 430"/>
                <a:gd name="T41" fmla="*/ 737 h 744"/>
                <a:gd name="T42" fmla="*/ 102 w 430"/>
                <a:gd name="T43" fmla="*/ 702 h 744"/>
                <a:gd name="T44" fmla="*/ 197 w 430"/>
                <a:gd name="T45" fmla="*/ 336 h 744"/>
                <a:gd name="T46" fmla="*/ 233 w 430"/>
                <a:gd name="T47" fmla="*/ 336 h 744"/>
                <a:gd name="T48" fmla="*/ 328 w 430"/>
                <a:gd name="T49" fmla="*/ 702 h 744"/>
                <a:gd name="T50" fmla="*/ 388 w 430"/>
                <a:gd name="T51" fmla="*/ 737 h 744"/>
                <a:gd name="T52" fmla="*/ 423 w 430"/>
                <a:gd name="T53" fmla="*/ 677 h 744"/>
                <a:gd name="T54" fmla="*/ 323 w 430"/>
                <a:gd name="T55" fmla="*/ 289 h 744"/>
                <a:gd name="T56" fmla="*/ 323 w 430"/>
                <a:gd name="T57" fmla="*/ 155 h 744"/>
                <a:gd name="T58" fmla="*/ 303 w 430"/>
                <a:gd name="T59" fmla="*/ 158 h 744"/>
                <a:gd name="T60" fmla="*/ 296 w 430"/>
                <a:gd name="T61" fmla="*/ 159 h 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30" h="744">
                  <a:moveTo>
                    <a:pt x="296" y="159"/>
                  </a:moveTo>
                  <a:cubicBezTo>
                    <a:pt x="277" y="159"/>
                    <a:pt x="260" y="145"/>
                    <a:pt x="257" y="125"/>
                  </a:cubicBezTo>
                  <a:cubicBezTo>
                    <a:pt x="256" y="121"/>
                    <a:pt x="256" y="117"/>
                    <a:pt x="257" y="113"/>
                  </a:cubicBezTo>
                  <a:cubicBezTo>
                    <a:pt x="255" y="112"/>
                    <a:pt x="253" y="111"/>
                    <a:pt x="251" y="111"/>
                  </a:cubicBezTo>
                  <a:cubicBezTo>
                    <a:pt x="243" y="107"/>
                    <a:pt x="237" y="100"/>
                    <a:pt x="233" y="91"/>
                  </a:cubicBezTo>
                  <a:cubicBezTo>
                    <a:pt x="230" y="82"/>
                    <a:pt x="231" y="73"/>
                    <a:pt x="235" y="64"/>
                  </a:cubicBezTo>
                  <a:cubicBezTo>
                    <a:pt x="251" y="30"/>
                    <a:pt x="253" y="10"/>
                    <a:pt x="253" y="1"/>
                  </a:cubicBezTo>
                  <a:cubicBezTo>
                    <a:pt x="253" y="1"/>
                    <a:pt x="253" y="0"/>
                    <a:pt x="253" y="0"/>
                  </a:cubicBezTo>
                  <a:cubicBezTo>
                    <a:pt x="173" y="0"/>
                    <a:pt x="173" y="0"/>
                    <a:pt x="173" y="0"/>
                  </a:cubicBezTo>
                  <a:cubicBezTo>
                    <a:pt x="173" y="0"/>
                    <a:pt x="173" y="1"/>
                    <a:pt x="173" y="1"/>
                  </a:cubicBezTo>
                  <a:cubicBezTo>
                    <a:pt x="173" y="10"/>
                    <a:pt x="175" y="30"/>
                    <a:pt x="191" y="64"/>
                  </a:cubicBezTo>
                  <a:cubicBezTo>
                    <a:pt x="195" y="73"/>
                    <a:pt x="196" y="82"/>
                    <a:pt x="192" y="91"/>
                  </a:cubicBezTo>
                  <a:cubicBezTo>
                    <a:pt x="189" y="100"/>
                    <a:pt x="183" y="107"/>
                    <a:pt x="175" y="111"/>
                  </a:cubicBezTo>
                  <a:cubicBezTo>
                    <a:pt x="174" y="111"/>
                    <a:pt x="174" y="111"/>
                    <a:pt x="173" y="111"/>
                  </a:cubicBezTo>
                  <a:cubicBezTo>
                    <a:pt x="174" y="116"/>
                    <a:pt x="174" y="120"/>
                    <a:pt x="173" y="125"/>
                  </a:cubicBezTo>
                  <a:cubicBezTo>
                    <a:pt x="170" y="145"/>
                    <a:pt x="153" y="159"/>
                    <a:pt x="134" y="159"/>
                  </a:cubicBezTo>
                  <a:cubicBezTo>
                    <a:pt x="132" y="159"/>
                    <a:pt x="129" y="159"/>
                    <a:pt x="127" y="158"/>
                  </a:cubicBezTo>
                  <a:cubicBezTo>
                    <a:pt x="120" y="157"/>
                    <a:pt x="113" y="156"/>
                    <a:pt x="107" y="155"/>
                  </a:cubicBezTo>
                  <a:cubicBezTo>
                    <a:pt x="107" y="289"/>
                    <a:pt x="107" y="289"/>
                    <a:pt x="107" y="289"/>
                  </a:cubicBezTo>
                  <a:cubicBezTo>
                    <a:pt x="7" y="677"/>
                    <a:pt x="7" y="677"/>
                    <a:pt x="7" y="677"/>
                  </a:cubicBezTo>
                  <a:cubicBezTo>
                    <a:pt x="0" y="703"/>
                    <a:pt x="16" y="730"/>
                    <a:pt x="42" y="737"/>
                  </a:cubicBezTo>
                  <a:cubicBezTo>
                    <a:pt x="69" y="744"/>
                    <a:pt x="96" y="728"/>
                    <a:pt x="102" y="702"/>
                  </a:cubicBezTo>
                  <a:cubicBezTo>
                    <a:pt x="197" y="336"/>
                    <a:pt x="197" y="336"/>
                    <a:pt x="197" y="336"/>
                  </a:cubicBezTo>
                  <a:cubicBezTo>
                    <a:pt x="233" y="336"/>
                    <a:pt x="233" y="336"/>
                    <a:pt x="233" y="336"/>
                  </a:cubicBezTo>
                  <a:cubicBezTo>
                    <a:pt x="328" y="702"/>
                    <a:pt x="328" y="702"/>
                    <a:pt x="328" y="702"/>
                  </a:cubicBezTo>
                  <a:cubicBezTo>
                    <a:pt x="334" y="728"/>
                    <a:pt x="361" y="744"/>
                    <a:pt x="388" y="737"/>
                  </a:cubicBezTo>
                  <a:cubicBezTo>
                    <a:pt x="414" y="730"/>
                    <a:pt x="430" y="703"/>
                    <a:pt x="423" y="677"/>
                  </a:cubicBezTo>
                  <a:cubicBezTo>
                    <a:pt x="323" y="289"/>
                    <a:pt x="323" y="289"/>
                    <a:pt x="323" y="289"/>
                  </a:cubicBezTo>
                  <a:cubicBezTo>
                    <a:pt x="323" y="155"/>
                    <a:pt x="323" y="155"/>
                    <a:pt x="323" y="155"/>
                  </a:cubicBezTo>
                  <a:cubicBezTo>
                    <a:pt x="317" y="156"/>
                    <a:pt x="310" y="157"/>
                    <a:pt x="303" y="158"/>
                  </a:cubicBezTo>
                  <a:cubicBezTo>
                    <a:pt x="301" y="159"/>
                    <a:pt x="298" y="159"/>
                    <a:pt x="296" y="1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75"/>
            <p:cNvSpPr>
              <a:spLocks/>
            </p:cNvSpPr>
            <p:nvPr/>
          </p:nvSpPr>
          <p:spPr bwMode="auto">
            <a:xfrm>
              <a:off x="630238" y="3573463"/>
              <a:ext cx="138113" cy="280988"/>
            </a:xfrm>
            <a:custGeom>
              <a:avLst/>
              <a:gdLst>
                <a:gd name="T0" fmla="*/ 22 w 82"/>
                <a:gd name="T1" fmla="*/ 0 h 165"/>
                <a:gd name="T2" fmla="*/ 9 w 82"/>
                <a:gd name="T3" fmla="*/ 19 h 165"/>
                <a:gd name="T4" fmla="*/ 0 w 82"/>
                <a:gd name="T5" fmla="*/ 61 h 165"/>
                <a:gd name="T6" fmla="*/ 18 w 82"/>
                <a:gd name="T7" fmla="*/ 137 h 165"/>
                <a:gd name="T8" fmla="*/ 30 w 82"/>
                <a:gd name="T9" fmla="*/ 139 h 165"/>
                <a:gd name="T10" fmla="*/ 61 w 82"/>
                <a:gd name="T11" fmla="*/ 165 h 165"/>
                <a:gd name="T12" fmla="*/ 62 w 82"/>
                <a:gd name="T13" fmla="*/ 165 h 165"/>
                <a:gd name="T14" fmla="*/ 75 w 82"/>
                <a:gd name="T15" fmla="*/ 127 h 165"/>
                <a:gd name="T16" fmla="*/ 56 w 82"/>
                <a:gd name="T17" fmla="*/ 61 h 165"/>
                <a:gd name="T18" fmla="*/ 59 w 82"/>
                <a:gd name="T19" fmla="*/ 44 h 165"/>
                <a:gd name="T20" fmla="*/ 65 w 82"/>
                <a:gd name="T21" fmla="*/ 37 h 165"/>
                <a:gd name="T22" fmla="*/ 22 w 82"/>
                <a:gd name="T2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2" h="165">
                  <a:moveTo>
                    <a:pt x="22" y="0"/>
                  </a:moveTo>
                  <a:cubicBezTo>
                    <a:pt x="17" y="5"/>
                    <a:pt x="13" y="11"/>
                    <a:pt x="9" y="19"/>
                  </a:cubicBezTo>
                  <a:cubicBezTo>
                    <a:pt x="3" y="31"/>
                    <a:pt x="0" y="45"/>
                    <a:pt x="0" y="61"/>
                  </a:cubicBezTo>
                  <a:cubicBezTo>
                    <a:pt x="0" y="83"/>
                    <a:pt x="5" y="107"/>
                    <a:pt x="18" y="137"/>
                  </a:cubicBezTo>
                  <a:cubicBezTo>
                    <a:pt x="22" y="138"/>
                    <a:pt x="26" y="139"/>
                    <a:pt x="30" y="139"/>
                  </a:cubicBezTo>
                  <a:cubicBezTo>
                    <a:pt x="45" y="142"/>
                    <a:pt x="56" y="152"/>
                    <a:pt x="61" y="165"/>
                  </a:cubicBezTo>
                  <a:cubicBezTo>
                    <a:pt x="61" y="165"/>
                    <a:pt x="61" y="165"/>
                    <a:pt x="62" y="165"/>
                  </a:cubicBezTo>
                  <a:cubicBezTo>
                    <a:pt x="76" y="158"/>
                    <a:pt x="82" y="141"/>
                    <a:pt x="75" y="127"/>
                  </a:cubicBezTo>
                  <a:cubicBezTo>
                    <a:pt x="60" y="96"/>
                    <a:pt x="56" y="74"/>
                    <a:pt x="56" y="61"/>
                  </a:cubicBezTo>
                  <a:cubicBezTo>
                    <a:pt x="56" y="52"/>
                    <a:pt x="57" y="47"/>
                    <a:pt x="59" y="44"/>
                  </a:cubicBezTo>
                  <a:cubicBezTo>
                    <a:pt x="61" y="40"/>
                    <a:pt x="63" y="38"/>
                    <a:pt x="65" y="37"/>
                  </a:cubicBezTo>
                  <a:cubicBezTo>
                    <a:pt x="47" y="29"/>
                    <a:pt x="33" y="16"/>
                    <a:pt x="2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76"/>
            <p:cNvSpPr>
              <a:spLocks/>
            </p:cNvSpPr>
            <p:nvPr/>
          </p:nvSpPr>
          <p:spPr bwMode="auto">
            <a:xfrm>
              <a:off x="839788" y="3578225"/>
              <a:ext cx="139700" cy="277813"/>
            </a:xfrm>
            <a:custGeom>
              <a:avLst/>
              <a:gdLst>
                <a:gd name="T0" fmla="*/ 56 w 82"/>
                <a:gd name="T1" fmla="*/ 136 h 163"/>
                <a:gd name="T2" fmla="*/ 64 w 82"/>
                <a:gd name="T3" fmla="*/ 135 h 163"/>
                <a:gd name="T4" fmla="*/ 82 w 82"/>
                <a:gd name="T5" fmla="*/ 58 h 163"/>
                <a:gd name="T6" fmla="*/ 73 w 82"/>
                <a:gd name="T7" fmla="*/ 16 h 163"/>
                <a:gd name="T8" fmla="*/ 62 w 82"/>
                <a:gd name="T9" fmla="*/ 0 h 163"/>
                <a:gd name="T10" fmla="*/ 18 w 82"/>
                <a:gd name="T11" fmla="*/ 35 h 163"/>
                <a:gd name="T12" fmla="*/ 19 w 82"/>
                <a:gd name="T13" fmla="*/ 36 h 163"/>
                <a:gd name="T14" fmla="*/ 26 w 82"/>
                <a:gd name="T15" fmla="*/ 58 h 163"/>
                <a:gd name="T16" fmla="*/ 7 w 82"/>
                <a:gd name="T17" fmla="*/ 124 h 163"/>
                <a:gd name="T18" fmla="*/ 20 w 82"/>
                <a:gd name="T19" fmla="*/ 162 h 163"/>
                <a:gd name="T20" fmla="*/ 24 w 82"/>
                <a:gd name="T21" fmla="*/ 163 h 163"/>
                <a:gd name="T22" fmla="*/ 56 w 82"/>
                <a:gd name="T23" fmla="*/ 13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2" h="163">
                  <a:moveTo>
                    <a:pt x="56" y="136"/>
                  </a:moveTo>
                  <a:cubicBezTo>
                    <a:pt x="58" y="136"/>
                    <a:pt x="61" y="135"/>
                    <a:pt x="64" y="135"/>
                  </a:cubicBezTo>
                  <a:cubicBezTo>
                    <a:pt x="76" y="105"/>
                    <a:pt x="82" y="80"/>
                    <a:pt x="82" y="58"/>
                  </a:cubicBezTo>
                  <a:cubicBezTo>
                    <a:pt x="82" y="42"/>
                    <a:pt x="79" y="28"/>
                    <a:pt x="73" y="16"/>
                  </a:cubicBezTo>
                  <a:cubicBezTo>
                    <a:pt x="70" y="10"/>
                    <a:pt x="66" y="4"/>
                    <a:pt x="62" y="0"/>
                  </a:cubicBezTo>
                  <a:cubicBezTo>
                    <a:pt x="51" y="15"/>
                    <a:pt x="36" y="28"/>
                    <a:pt x="18" y="35"/>
                  </a:cubicBezTo>
                  <a:cubicBezTo>
                    <a:pt x="19" y="35"/>
                    <a:pt x="19" y="35"/>
                    <a:pt x="19" y="36"/>
                  </a:cubicBezTo>
                  <a:cubicBezTo>
                    <a:pt x="22" y="39"/>
                    <a:pt x="26" y="44"/>
                    <a:pt x="26" y="58"/>
                  </a:cubicBezTo>
                  <a:cubicBezTo>
                    <a:pt x="26" y="71"/>
                    <a:pt x="22" y="93"/>
                    <a:pt x="7" y="124"/>
                  </a:cubicBezTo>
                  <a:cubicBezTo>
                    <a:pt x="0" y="138"/>
                    <a:pt x="6" y="155"/>
                    <a:pt x="20" y="162"/>
                  </a:cubicBezTo>
                  <a:cubicBezTo>
                    <a:pt x="22" y="162"/>
                    <a:pt x="23" y="163"/>
                    <a:pt x="24" y="163"/>
                  </a:cubicBezTo>
                  <a:cubicBezTo>
                    <a:pt x="29" y="149"/>
                    <a:pt x="41" y="139"/>
                    <a:pt x="56" y="1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77"/>
            <p:cNvSpPr>
              <a:spLocks/>
            </p:cNvSpPr>
            <p:nvPr/>
          </p:nvSpPr>
          <p:spPr bwMode="auto">
            <a:xfrm>
              <a:off x="428625" y="3681413"/>
              <a:ext cx="300038" cy="250825"/>
            </a:xfrm>
            <a:custGeom>
              <a:avLst/>
              <a:gdLst>
                <a:gd name="T0" fmla="*/ 16 w 176"/>
                <a:gd name="T1" fmla="*/ 107 h 147"/>
                <a:gd name="T2" fmla="*/ 61 w 176"/>
                <a:gd name="T3" fmla="*/ 130 h 147"/>
                <a:gd name="T4" fmla="*/ 137 w 176"/>
                <a:gd name="T5" fmla="*/ 146 h 147"/>
                <a:gd name="T6" fmla="*/ 142 w 176"/>
                <a:gd name="T7" fmla="*/ 147 h 147"/>
                <a:gd name="T8" fmla="*/ 173 w 176"/>
                <a:gd name="T9" fmla="*/ 120 h 147"/>
                <a:gd name="T10" fmla="*/ 147 w 176"/>
                <a:gd name="T11" fmla="*/ 83 h 147"/>
                <a:gd name="T12" fmla="*/ 80 w 176"/>
                <a:gd name="T13" fmla="*/ 68 h 147"/>
                <a:gd name="T14" fmla="*/ 64 w 176"/>
                <a:gd name="T15" fmla="*/ 62 h 147"/>
                <a:gd name="T16" fmla="*/ 60 w 176"/>
                <a:gd name="T17" fmla="*/ 60 h 147"/>
                <a:gd name="T18" fmla="*/ 60 w 176"/>
                <a:gd name="T19" fmla="*/ 60 h 147"/>
                <a:gd name="T20" fmla="*/ 67 w 176"/>
                <a:gd name="T21" fmla="*/ 55 h 147"/>
                <a:gd name="T22" fmla="*/ 82 w 176"/>
                <a:gd name="T23" fmla="*/ 61 h 147"/>
                <a:gd name="T24" fmla="*/ 108 w 176"/>
                <a:gd name="T25" fmla="*/ 67 h 147"/>
                <a:gd name="T26" fmla="*/ 115 w 176"/>
                <a:gd name="T27" fmla="*/ 66 h 147"/>
                <a:gd name="T28" fmla="*/ 115 w 176"/>
                <a:gd name="T29" fmla="*/ 69 h 147"/>
                <a:gd name="T30" fmla="*/ 128 w 176"/>
                <a:gd name="T31" fmla="*/ 72 h 147"/>
                <a:gd name="T32" fmla="*/ 111 w 176"/>
                <a:gd name="T33" fmla="*/ 0 h 147"/>
                <a:gd name="T34" fmla="*/ 74 w 176"/>
                <a:gd name="T35" fmla="*/ 11 h 147"/>
                <a:gd name="T36" fmla="*/ 32 w 176"/>
                <a:gd name="T37" fmla="*/ 28 h 147"/>
                <a:gd name="T38" fmla="*/ 13 w 176"/>
                <a:gd name="T39" fmla="*/ 43 h 147"/>
                <a:gd name="T40" fmla="*/ 5 w 176"/>
                <a:gd name="T41" fmla="*/ 55 h 147"/>
                <a:gd name="T42" fmla="*/ 0 w 176"/>
                <a:gd name="T43" fmla="*/ 74 h 147"/>
                <a:gd name="T44" fmla="*/ 5 w 176"/>
                <a:gd name="T45" fmla="*/ 93 h 147"/>
                <a:gd name="T46" fmla="*/ 13 w 176"/>
                <a:gd name="T47" fmla="*/ 104 h 147"/>
                <a:gd name="T48" fmla="*/ 13 w 176"/>
                <a:gd name="T49" fmla="*/ 104 h 147"/>
                <a:gd name="T50" fmla="*/ 16 w 176"/>
                <a:gd name="T51" fmla="*/ 10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6" h="147">
                  <a:moveTo>
                    <a:pt x="16" y="107"/>
                  </a:moveTo>
                  <a:cubicBezTo>
                    <a:pt x="28" y="118"/>
                    <a:pt x="42" y="123"/>
                    <a:pt x="61" y="130"/>
                  </a:cubicBezTo>
                  <a:cubicBezTo>
                    <a:pt x="80" y="135"/>
                    <a:pt x="104" y="141"/>
                    <a:pt x="137" y="146"/>
                  </a:cubicBezTo>
                  <a:cubicBezTo>
                    <a:pt x="138" y="147"/>
                    <a:pt x="140" y="147"/>
                    <a:pt x="142" y="147"/>
                  </a:cubicBezTo>
                  <a:cubicBezTo>
                    <a:pt x="157" y="147"/>
                    <a:pt x="171" y="136"/>
                    <a:pt x="173" y="120"/>
                  </a:cubicBezTo>
                  <a:cubicBezTo>
                    <a:pt x="176" y="102"/>
                    <a:pt x="164" y="86"/>
                    <a:pt x="147" y="83"/>
                  </a:cubicBezTo>
                  <a:cubicBezTo>
                    <a:pt x="117" y="78"/>
                    <a:pt x="95" y="73"/>
                    <a:pt x="80" y="68"/>
                  </a:cubicBezTo>
                  <a:cubicBezTo>
                    <a:pt x="72" y="66"/>
                    <a:pt x="67" y="64"/>
                    <a:pt x="64" y="62"/>
                  </a:cubicBezTo>
                  <a:cubicBezTo>
                    <a:pt x="62" y="61"/>
                    <a:pt x="61" y="61"/>
                    <a:pt x="60" y="60"/>
                  </a:cubicBezTo>
                  <a:cubicBezTo>
                    <a:pt x="60" y="60"/>
                    <a:pt x="60" y="60"/>
                    <a:pt x="60" y="60"/>
                  </a:cubicBezTo>
                  <a:cubicBezTo>
                    <a:pt x="64" y="57"/>
                    <a:pt x="67" y="55"/>
                    <a:pt x="67" y="55"/>
                  </a:cubicBezTo>
                  <a:cubicBezTo>
                    <a:pt x="69" y="56"/>
                    <a:pt x="74" y="58"/>
                    <a:pt x="82" y="61"/>
                  </a:cubicBezTo>
                  <a:cubicBezTo>
                    <a:pt x="89" y="63"/>
                    <a:pt x="98" y="65"/>
                    <a:pt x="108" y="67"/>
                  </a:cubicBezTo>
                  <a:cubicBezTo>
                    <a:pt x="110" y="67"/>
                    <a:pt x="113" y="66"/>
                    <a:pt x="115" y="66"/>
                  </a:cubicBezTo>
                  <a:cubicBezTo>
                    <a:pt x="115" y="69"/>
                    <a:pt x="115" y="69"/>
                    <a:pt x="115" y="69"/>
                  </a:cubicBezTo>
                  <a:cubicBezTo>
                    <a:pt x="119" y="70"/>
                    <a:pt x="123" y="71"/>
                    <a:pt x="128" y="72"/>
                  </a:cubicBezTo>
                  <a:cubicBezTo>
                    <a:pt x="117" y="45"/>
                    <a:pt x="112" y="22"/>
                    <a:pt x="111" y="0"/>
                  </a:cubicBezTo>
                  <a:cubicBezTo>
                    <a:pt x="101" y="3"/>
                    <a:pt x="87" y="6"/>
                    <a:pt x="74" y="11"/>
                  </a:cubicBezTo>
                  <a:cubicBezTo>
                    <a:pt x="60" y="15"/>
                    <a:pt x="45" y="21"/>
                    <a:pt x="32" y="28"/>
                  </a:cubicBezTo>
                  <a:cubicBezTo>
                    <a:pt x="26" y="32"/>
                    <a:pt x="20" y="36"/>
                    <a:pt x="13" y="43"/>
                  </a:cubicBezTo>
                  <a:cubicBezTo>
                    <a:pt x="10" y="46"/>
                    <a:pt x="7" y="50"/>
                    <a:pt x="5" y="55"/>
                  </a:cubicBezTo>
                  <a:cubicBezTo>
                    <a:pt x="2" y="60"/>
                    <a:pt x="0" y="67"/>
                    <a:pt x="0" y="74"/>
                  </a:cubicBezTo>
                  <a:cubicBezTo>
                    <a:pt x="0" y="81"/>
                    <a:pt x="2" y="88"/>
                    <a:pt x="5" y="93"/>
                  </a:cubicBezTo>
                  <a:cubicBezTo>
                    <a:pt x="7" y="97"/>
                    <a:pt x="10" y="101"/>
                    <a:pt x="13" y="104"/>
                  </a:cubicBezTo>
                  <a:cubicBezTo>
                    <a:pt x="13" y="104"/>
                    <a:pt x="13" y="104"/>
                    <a:pt x="13" y="104"/>
                  </a:cubicBezTo>
                  <a:cubicBezTo>
                    <a:pt x="14" y="105"/>
                    <a:pt x="15" y="106"/>
                    <a:pt x="16"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78"/>
            <p:cNvSpPr>
              <a:spLocks/>
            </p:cNvSpPr>
            <p:nvPr/>
          </p:nvSpPr>
          <p:spPr bwMode="auto">
            <a:xfrm>
              <a:off x="887413" y="3679825"/>
              <a:ext cx="298450" cy="252413"/>
            </a:xfrm>
            <a:custGeom>
              <a:avLst/>
              <a:gdLst>
                <a:gd name="T0" fmla="*/ 160 w 176"/>
                <a:gd name="T1" fmla="*/ 108 h 148"/>
                <a:gd name="T2" fmla="*/ 163 w 176"/>
                <a:gd name="T3" fmla="*/ 105 h 148"/>
                <a:gd name="T4" fmla="*/ 163 w 176"/>
                <a:gd name="T5" fmla="*/ 105 h 148"/>
                <a:gd name="T6" fmla="*/ 171 w 176"/>
                <a:gd name="T7" fmla="*/ 94 h 148"/>
                <a:gd name="T8" fmla="*/ 176 w 176"/>
                <a:gd name="T9" fmla="*/ 75 h 148"/>
                <a:gd name="T10" fmla="*/ 171 w 176"/>
                <a:gd name="T11" fmla="*/ 56 h 148"/>
                <a:gd name="T12" fmla="*/ 163 w 176"/>
                <a:gd name="T13" fmla="*/ 44 h 148"/>
                <a:gd name="T14" fmla="*/ 144 w 176"/>
                <a:gd name="T15" fmla="*/ 29 h 148"/>
                <a:gd name="T16" fmla="*/ 103 w 176"/>
                <a:gd name="T17" fmla="*/ 12 h 148"/>
                <a:gd name="T18" fmla="*/ 61 w 176"/>
                <a:gd name="T19" fmla="*/ 0 h 148"/>
                <a:gd name="T20" fmla="*/ 43 w 176"/>
                <a:gd name="T21" fmla="*/ 74 h 148"/>
                <a:gd name="T22" fmla="*/ 61 w 176"/>
                <a:gd name="T23" fmla="*/ 70 h 148"/>
                <a:gd name="T24" fmla="*/ 61 w 176"/>
                <a:gd name="T25" fmla="*/ 67 h 148"/>
                <a:gd name="T26" fmla="*/ 68 w 176"/>
                <a:gd name="T27" fmla="*/ 68 h 148"/>
                <a:gd name="T28" fmla="*/ 94 w 176"/>
                <a:gd name="T29" fmla="*/ 62 h 148"/>
                <a:gd name="T30" fmla="*/ 109 w 176"/>
                <a:gd name="T31" fmla="*/ 56 h 148"/>
                <a:gd name="T32" fmla="*/ 116 w 176"/>
                <a:gd name="T33" fmla="*/ 61 h 148"/>
                <a:gd name="T34" fmla="*/ 116 w 176"/>
                <a:gd name="T35" fmla="*/ 61 h 148"/>
                <a:gd name="T36" fmla="*/ 113 w 176"/>
                <a:gd name="T37" fmla="*/ 63 h 148"/>
                <a:gd name="T38" fmla="*/ 96 w 176"/>
                <a:gd name="T39" fmla="*/ 69 h 148"/>
                <a:gd name="T40" fmla="*/ 29 w 176"/>
                <a:gd name="T41" fmla="*/ 84 h 148"/>
                <a:gd name="T42" fmla="*/ 3 w 176"/>
                <a:gd name="T43" fmla="*/ 121 h 148"/>
                <a:gd name="T44" fmla="*/ 34 w 176"/>
                <a:gd name="T45" fmla="*/ 148 h 148"/>
                <a:gd name="T46" fmla="*/ 40 w 176"/>
                <a:gd name="T47" fmla="*/ 147 h 148"/>
                <a:gd name="T48" fmla="*/ 115 w 176"/>
                <a:gd name="T49" fmla="*/ 131 h 148"/>
                <a:gd name="T50" fmla="*/ 160 w 176"/>
                <a:gd name="T51" fmla="*/ 10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6" h="148">
                  <a:moveTo>
                    <a:pt x="160" y="108"/>
                  </a:moveTo>
                  <a:cubicBezTo>
                    <a:pt x="161" y="107"/>
                    <a:pt x="162" y="106"/>
                    <a:pt x="163" y="105"/>
                  </a:cubicBezTo>
                  <a:cubicBezTo>
                    <a:pt x="163" y="105"/>
                    <a:pt x="163" y="105"/>
                    <a:pt x="163" y="105"/>
                  </a:cubicBezTo>
                  <a:cubicBezTo>
                    <a:pt x="166" y="102"/>
                    <a:pt x="169" y="98"/>
                    <a:pt x="171" y="94"/>
                  </a:cubicBezTo>
                  <a:cubicBezTo>
                    <a:pt x="174" y="89"/>
                    <a:pt x="176" y="82"/>
                    <a:pt x="176" y="75"/>
                  </a:cubicBezTo>
                  <a:cubicBezTo>
                    <a:pt x="176" y="68"/>
                    <a:pt x="174" y="61"/>
                    <a:pt x="171" y="56"/>
                  </a:cubicBezTo>
                  <a:cubicBezTo>
                    <a:pt x="169" y="51"/>
                    <a:pt x="166" y="47"/>
                    <a:pt x="163" y="44"/>
                  </a:cubicBezTo>
                  <a:cubicBezTo>
                    <a:pt x="157" y="37"/>
                    <a:pt x="150" y="33"/>
                    <a:pt x="144" y="29"/>
                  </a:cubicBezTo>
                  <a:cubicBezTo>
                    <a:pt x="131" y="22"/>
                    <a:pt x="116" y="16"/>
                    <a:pt x="103" y="12"/>
                  </a:cubicBezTo>
                  <a:cubicBezTo>
                    <a:pt x="87" y="7"/>
                    <a:pt x="71" y="3"/>
                    <a:pt x="61" y="0"/>
                  </a:cubicBezTo>
                  <a:cubicBezTo>
                    <a:pt x="60" y="22"/>
                    <a:pt x="55" y="46"/>
                    <a:pt x="43" y="74"/>
                  </a:cubicBezTo>
                  <a:cubicBezTo>
                    <a:pt x="50" y="72"/>
                    <a:pt x="56" y="71"/>
                    <a:pt x="61" y="70"/>
                  </a:cubicBezTo>
                  <a:cubicBezTo>
                    <a:pt x="61" y="67"/>
                    <a:pt x="61" y="67"/>
                    <a:pt x="61" y="67"/>
                  </a:cubicBezTo>
                  <a:cubicBezTo>
                    <a:pt x="64" y="67"/>
                    <a:pt x="66" y="68"/>
                    <a:pt x="68" y="68"/>
                  </a:cubicBezTo>
                  <a:cubicBezTo>
                    <a:pt x="78" y="66"/>
                    <a:pt x="87" y="64"/>
                    <a:pt x="94" y="62"/>
                  </a:cubicBezTo>
                  <a:cubicBezTo>
                    <a:pt x="102" y="59"/>
                    <a:pt x="107" y="57"/>
                    <a:pt x="109" y="56"/>
                  </a:cubicBezTo>
                  <a:cubicBezTo>
                    <a:pt x="109" y="56"/>
                    <a:pt x="112" y="58"/>
                    <a:pt x="116" y="61"/>
                  </a:cubicBezTo>
                  <a:cubicBezTo>
                    <a:pt x="116" y="61"/>
                    <a:pt x="116" y="61"/>
                    <a:pt x="116" y="61"/>
                  </a:cubicBezTo>
                  <a:cubicBezTo>
                    <a:pt x="116" y="62"/>
                    <a:pt x="114" y="62"/>
                    <a:pt x="113" y="63"/>
                  </a:cubicBezTo>
                  <a:cubicBezTo>
                    <a:pt x="109" y="65"/>
                    <a:pt x="104" y="67"/>
                    <a:pt x="96" y="69"/>
                  </a:cubicBezTo>
                  <a:cubicBezTo>
                    <a:pt x="82" y="74"/>
                    <a:pt x="59" y="79"/>
                    <a:pt x="29" y="84"/>
                  </a:cubicBezTo>
                  <a:cubicBezTo>
                    <a:pt x="12" y="87"/>
                    <a:pt x="0" y="103"/>
                    <a:pt x="3" y="121"/>
                  </a:cubicBezTo>
                  <a:cubicBezTo>
                    <a:pt x="5" y="137"/>
                    <a:pt x="19" y="148"/>
                    <a:pt x="34" y="148"/>
                  </a:cubicBezTo>
                  <a:cubicBezTo>
                    <a:pt x="36" y="148"/>
                    <a:pt x="38" y="148"/>
                    <a:pt x="40" y="147"/>
                  </a:cubicBezTo>
                  <a:cubicBezTo>
                    <a:pt x="72" y="142"/>
                    <a:pt x="96" y="136"/>
                    <a:pt x="115" y="131"/>
                  </a:cubicBezTo>
                  <a:cubicBezTo>
                    <a:pt x="134" y="124"/>
                    <a:pt x="148" y="119"/>
                    <a:pt x="160" y="1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Oval 79"/>
            <p:cNvSpPr>
              <a:spLocks noChangeArrowheads="1"/>
            </p:cNvSpPr>
            <p:nvPr/>
          </p:nvSpPr>
          <p:spPr bwMode="auto">
            <a:xfrm>
              <a:off x="655638" y="3330575"/>
              <a:ext cx="304800" cy="3063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80"/>
            <p:cNvSpPr>
              <a:spLocks/>
            </p:cNvSpPr>
            <p:nvPr/>
          </p:nvSpPr>
          <p:spPr bwMode="auto">
            <a:xfrm>
              <a:off x="1027113" y="3770313"/>
              <a:ext cx="719138" cy="1162050"/>
            </a:xfrm>
            <a:custGeom>
              <a:avLst/>
              <a:gdLst>
                <a:gd name="T0" fmla="*/ 331 w 423"/>
                <a:gd name="T1" fmla="*/ 329 h 684"/>
                <a:gd name="T2" fmla="*/ 309 w 423"/>
                <a:gd name="T3" fmla="*/ 336 h 684"/>
                <a:gd name="T4" fmla="*/ 280 w 423"/>
                <a:gd name="T5" fmla="*/ 322 h 684"/>
                <a:gd name="T6" fmla="*/ 273 w 423"/>
                <a:gd name="T7" fmla="*/ 296 h 684"/>
                <a:gd name="T8" fmla="*/ 287 w 423"/>
                <a:gd name="T9" fmla="*/ 272 h 684"/>
                <a:gd name="T10" fmla="*/ 343 w 423"/>
                <a:gd name="T11" fmla="*/ 214 h 684"/>
                <a:gd name="T12" fmla="*/ 358 w 423"/>
                <a:gd name="T13" fmla="*/ 172 h 684"/>
                <a:gd name="T14" fmla="*/ 332 w 423"/>
                <a:gd name="T15" fmla="*/ 98 h 684"/>
                <a:gd name="T16" fmla="*/ 355 w 423"/>
                <a:gd name="T17" fmla="*/ 125 h 684"/>
                <a:gd name="T18" fmla="*/ 367 w 423"/>
                <a:gd name="T19" fmla="*/ 166 h 684"/>
                <a:gd name="T20" fmla="*/ 367 w 423"/>
                <a:gd name="T21" fmla="*/ 170 h 684"/>
                <a:gd name="T22" fmla="*/ 367 w 423"/>
                <a:gd name="T23" fmla="*/ 170 h 684"/>
                <a:gd name="T24" fmla="*/ 367 w 423"/>
                <a:gd name="T25" fmla="*/ 170 h 684"/>
                <a:gd name="T26" fmla="*/ 349 w 423"/>
                <a:gd name="T27" fmla="*/ 218 h 684"/>
                <a:gd name="T28" fmla="*/ 291 w 423"/>
                <a:gd name="T29" fmla="*/ 278 h 684"/>
                <a:gd name="T30" fmla="*/ 286 w 423"/>
                <a:gd name="T31" fmla="*/ 317 h 684"/>
                <a:gd name="T32" fmla="*/ 309 w 423"/>
                <a:gd name="T33" fmla="*/ 328 h 684"/>
                <a:gd name="T34" fmla="*/ 326 w 423"/>
                <a:gd name="T35" fmla="*/ 322 h 684"/>
                <a:gd name="T36" fmla="*/ 326 w 423"/>
                <a:gd name="T37" fmla="*/ 322 h 684"/>
                <a:gd name="T38" fmla="*/ 396 w 423"/>
                <a:gd name="T39" fmla="*/ 249 h 684"/>
                <a:gd name="T40" fmla="*/ 422 w 423"/>
                <a:gd name="T41" fmla="*/ 174 h 684"/>
                <a:gd name="T42" fmla="*/ 422 w 423"/>
                <a:gd name="T43" fmla="*/ 174 h 684"/>
                <a:gd name="T44" fmla="*/ 422 w 423"/>
                <a:gd name="T45" fmla="*/ 174 h 684"/>
                <a:gd name="T46" fmla="*/ 423 w 423"/>
                <a:gd name="T47" fmla="*/ 166 h 684"/>
                <a:gd name="T48" fmla="*/ 402 w 423"/>
                <a:gd name="T49" fmla="*/ 95 h 684"/>
                <a:gd name="T50" fmla="*/ 325 w 423"/>
                <a:gd name="T51" fmla="*/ 26 h 684"/>
                <a:gd name="T52" fmla="*/ 230 w 423"/>
                <a:gd name="T53" fmla="*/ 0 h 684"/>
                <a:gd name="T54" fmla="*/ 123 w 423"/>
                <a:gd name="T55" fmla="*/ 28 h 684"/>
                <a:gd name="T56" fmla="*/ 99 w 423"/>
                <a:gd name="T57" fmla="*/ 38 h 684"/>
                <a:gd name="T58" fmla="*/ 96 w 423"/>
                <a:gd name="T59" fmla="*/ 45 h 684"/>
                <a:gd name="T60" fmla="*/ 84 w 423"/>
                <a:gd name="T61" fmla="*/ 61 h 684"/>
                <a:gd name="T62" fmla="*/ 84 w 423"/>
                <a:gd name="T63" fmla="*/ 61 h 684"/>
                <a:gd name="T64" fmla="*/ 84 w 423"/>
                <a:gd name="T65" fmla="*/ 61 h 684"/>
                <a:gd name="T66" fmla="*/ 83 w 423"/>
                <a:gd name="T67" fmla="*/ 62 h 684"/>
                <a:gd name="T68" fmla="*/ 81 w 423"/>
                <a:gd name="T69" fmla="*/ 63 h 684"/>
                <a:gd name="T70" fmla="*/ 36 w 423"/>
                <a:gd name="T71" fmla="*/ 85 h 684"/>
                <a:gd name="T72" fmla="*/ 0 w 423"/>
                <a:gd name="T73" fmla="*/ 94 h 684"/>
                <a:gd name="T74" fmla="*/ 47 w 423"/>
                <a:gd name="T75" fmla="*/ 108 h 684"/>
                <a:gd name="T76" fmla="*/ 134 w 423"/>
                <a:gd name="T77" fmla="*/ 84 h 684"/>
                <a:gd name="T78" fmla="*/ 58 w 423"/>
                <a:gd name="T79" fmla="*/ 436 h 684"/>
                <a:gd name="T80" fmla="*/ 141 w 423"/>
                <a:gd name="T81" fmla="*/ 436 h 684"/>
                <a:gd name="T82" fmla="*/ 141 w 423"/>
                <a:gd name="T83" fmla="*/ 648 h 684"/>
                <a:gd name="T84" fmla="*/ 177 w 423"/>
                <a:gd name="T85" fmla="*/ 684 h 684"/>
                <a:gd name="T86" fmla="*/ 213 w 423"/>
                <a:gd name="T87" fmla="*/ 648 h 684"/>
                <a:gd name="T88" fmla="*/ 213 w 423"/>
                <a:gd name="T89" fmla="*/ 436 h 684"/>
                <a:gd name="T90" fmla="*/ 246 w 423"/>
                <a:gd name="T91" fmla="*/ 436 h 684"/>
                <a:gd name="T92" fmla="*/ 246 w 423"/>
                <a:gd name="T93" fmla="*/ 648 h 684"/>
                <a:gd name="T94" fmla="*/ 282 w 423"/>
                <a:gd name="T95" fmla="*/ 684 h 684"/>
                <a:gd name="T96" fmla="*/ 318 w 423"/>
                <a:gd name="T97" fmla="*/ 648 h 684"/>
                <a:gd name="T98" fmla="*/ 318 w 423"/>
                <a:gd name="T99" fmla="*/ 436 h 684"/>
                <a:gd name="T100" fmla="*/ 401 w 423"/>
                <a:gd name="T101" fmla="*/ 436 h 684"/>
                <a:gd name="T102" fmla="*/ 382 w 423"/>
                <a:gd name="T103" fmla="*/ 280 h 684"/>
                <a:gd name="T104" fmla="*/ 331 w 423"/>
                <a:gd name="T105" fmla="*/ 329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23" h="684">
                  <a:moveTo>
                    <a:pt x="331" y="329"/>
                  </a:moveTo>
                  <a:cubicBezTo>
                    <a:pt x="324" y="334"/>
                    <a:pt x="317" y="336"/>
                    <a:pt x="309" y="336"/>
                  </a:cubicBezTo>
                  <a:cubicBezTo>
                    <a:pt x="297" y="336"/>
                    <a:pt x="287" y="331"/>
                    <a:pt x="280" y="322"/>
                  </a:cubicBezTo>
                  <a:cubicBezTo>
                    <a:pt x="274" y="315"/>
                    <a:pt x="272" y="305"/>
                    <a:pt x="273" y="296"/>
                  </a:cubicBezTo>
                  <a:cubicBezTo>
                    <a:pt x="274" y="286"/>
                    <a:pt x="279" y="278"/>
                    <a:pt x="287" y="272"/>
                  </a:cubicBezTo>
                  <a:cubicBezTo>
                    <a:pt x="312" y="252"/>
                    <a:pt x="330" y="233"/>
                    <a:pt x="343" y="214"/>
                  </a:cubicBezTo>
                  <a:cubicBezTo>
                    <a:pt x="351" y="201"/>
                    <a:pt x="357" y="178"/>
                    <a:pt x="358" y="172"/>
                  </a:cubicBezTo>
                  <a:cubicBezTo>
                    <a:pt x="351" y="146"/>
                    <a:pt x="342" y="121"/>
                    <a:pt x="332" y="98"/>
                  </a:cubicBezTo>
                  <a:cubicBezTo>
                    <a:pt x="341" y="106"/>
                    <a:pt x="349" y="115"/>
                    <a:pt x="355" y="125"/>
                  </a:cubicBezTo>
                  <a:cubicBezTo>
                    <a:pt x="362" y="138"/>
                    <a:pt x="367" y="151"/>
                    <a:pt x="367" y="166"/>
                  </a:cubicBezTo>
                  <a:cubicBezTo>
                    <a:pt x="367" y="167"/>
                    <a:pt x="367" y="169"/>
                    <a:pt x="367" y="170"/>
                  </a:cubicBezTo>
                  <a:cubicBezTo>
                    <a:pt x="367" y="170"/>
                    <a:pt x="367" y="170"/>
                    <a:pt x="367" y="170"/>
                  </a:cubicBezTo>
                  <a:cubicBezTo>
                    <a:pt x="367" y="170"/>
                    <a:pt x="367" y="170"/>
                    <a:pt x="367" y="170"/>
                  </a:cubicBezTo>
                  <a:cubicBezTo>
                    <a:pt x="366" y="184"/>
                    <a:pt x="361" y="200"/>
                    <a:pt x="349" y="218"/>
                  </a:cubicBezTo>
                  <a:cubicBezTo>
                    <a:pt x="338" y="236"/>
                    <a:pt x="319" y="257"/>
                    <a:pt x="291" y="278"/>
                  </a:cubicBezTo>
                  <a:cubicBezTo>
                    <a:pt x="279" y="288"/>
                    <a:pt x="277" y="305"/>
                    <a:pt x="286" y="317"/>
                  </a:cubicBezTo>
                  <a:cubicBezTo>
                    <a:pt x="292" y="325"/>
                    <a:pt x="300" y="328"/>
                    <a:pt x="309" y="328"/>
                  </a:cubicBezTo>
                  <a:cubicBezTo>
                    <a:pt x="315" y="328"/>
                    <a:pt x="321" y="326"/>
                    <a:pt x="326" y="322"/>
                  </a:cubicBezTo>
                  <a:cubicBezTo>
                    <a:pt x="326" y="322"/>
                    <a:pt x="326" y="322"/>
                    <a:pt x="326" y="322"/>
                  </a:cubicBezTo>
                  <a:cubicBezTo>
                    <a:pt x="357" y="298"/>
                    <a:pt x="380" y="273"/>
                    <a:pt x="396" y="249"/>
                  </a:cubicBezTo>
                  <a:cubicBezTo>
                    <a:pt x="412" y="224"/>
                    <a:pt x="421" y="198"/>
                    <a:pt x="422" y="174"/>
                  </a:cubicBezTo>
                  <a:cubicBezTo>
                    <a:pt x="422" y="174"/>
                    <a:pt x="422" y="174"/>
                    <a:pt x="422" y="174"/>
                  </a:cubicBezTo>
                  <a:cubicBezTo>
                    <a:pt x="422" y="174"/>
                    <a:pt x="422" y="174"/>
                    <a:pt x="422" y="174"/>
                  </a:cubicBezTo>
                  <a:cubicBezTo>
                    <a:pt x="423" y="171"/>
                    <a:pt x="423" y="168"/>
                    <a:pt x="423" y="166"/>
                  </a:cubicBezTo>
                  <a:cubicBezTo>
                    <a:pt x="423" y="140"/>
                    <a:pt x="415" y="116"/>
                    <a:pt x="402" y="95"/>
                  </a:cubicBezTo>
                  <a:cubicBezTo>
                    <a:pt x="384" y="65"/>
                    <a:pt x="355" y="42"/>
                    <a:pt x="325" y="26"/>
                  </a:cubicBezTo>
                  <a:cubicBezTo>
                    <a:pt x="294" y="10"/>
                    <a:pt x="261" y="0"/>
                    <a:pt x="230" y="0"/>
                  </a:cubicBezTo>
                  <a:cubicBezTo>
                    <a:pt x="190" y="0"/>
                    <a:pt x="155" y="15"/>
                    <a:pt x="123" y="28"/>
                  </a:cubicBezTo>
                  <a:cubicBezTo>
                    <a:pt x="115" y="32"/>
                    <a:pt x="107" y="35"/>
                    <a:pt x="99" y="38"/>
                  </a:cubicBezTo>
                  <a:cubicBezTo>
                    <a:pt x="98" y="40"/>
                    <a:pt x="97" y="43"/>
                    <a:pt x="96" y="45"/>
                  </a:cubicBezTo>
                  <a:cubicBezTo>
                    <a:pt x="93" y="51"/>
                    <a:pt x="89" y="56"/>
                    <a:pt x="84" y="61"/>
                  </a:cubicBezTo>
                  <a:cubicBezTo>
                    <a:pt x="84" y="61"/>
                    <a:pt x="84" y="61"/>
                    <a:pt x="84" y="61"/>
                  </a:cubicBezTo>
                  <a:cubicBezTo>
                    <a:pt x="84" y="61"/>
                    <a:pt x="84" y="61"/>
                    <a:pt x="84" y="61"/>
                  </a:cubicBezTo>
                  <a:cubicBezTo>
                    <a:pt x="83" y="61"/>
                    <a:pt x="83" y="61"/>
                    <a:pt x="83" y="62"/>
                  </a:cubicBezTo>
                  <a:cubicBezTo>
                    <a:pt x="82" y="62"/>
                    <a:pt x="81" y="63"/>
                    <a:pt x="81" y="63"/>
                  </a:cubicBezTo>
                  <a:cubicBezTo>
                    <a:pt x="69" y="73"/>
                    <a:pt x="55" y="79"/>
                    <a:pt x="36" y="85"/>
                  </a:cubicBezTo>
                  <a:cubicBezTo>
                    <a:pt x="25" y="88"/>
                    <a:pt x="14" y="91"/>
                    <a:pt x="0" y="94"/>
                  </a:cubicBezTo>
                  <a:cubicBezTo>
                    <a:pt x="15" y="104"/>
                    <a:pt x="32" y="108"/>
                    <a:pt x="47" y="108"/>
                  </a:cubicBezTo>
                  <a:cubicBezTo>
                    <a:pt x="79" y="107"/>
                    <a:pt x="106" y="95"/>
                    <a:pt x="134" y="84"/>
                  </a:cubicBezTo>
                  <a:cubicBezTo>
                    <a:pt x="72" y="210"/>
                    <a:pt x="58" y="436"/>
                    <a:pt x="58" y="436"/>
                  </a:cubicBezTo>
                  <a:cubicBezTo>
                    <a:pt x="141" y="436"/>
                    <a:pt x="141" y="436"/>
                    <a:pt x="141" y="436"/>
                  </a:cubicBezTo>
                  <a:cubicBezTo>
                    <a:pt x="141" y="648"/>
                    <a:pt x="141" y="648"/>
                    <a:pt x="141" y="648"/>
                  </a:cubicBezTo>
                  <a:cubicBezTo>
                    <a:pt x="141" y="668"/>
                    <a:pt x="157" y="684"/>
                    <a:pt x="177" y="684"/>
                  </a:cubicBezTo>
                  <a:cubicBezTo>
                    <a:pt x="197" y="684"/>
                    <a:pt x="213" y="668"/>
                    <a:pt x="213" y="648"/>
                  </a:cubicBezTo>
                  <a:cubicBezTo>
                    <a:pt x="213" y="436"/>
                    <a:pt x="213" y="436"/>
                    <a:pt x="213" y="436"/>
                  </a:cubicBezTo>
                  <a:cubicBezTo>
                    <a:pt x="246" y="436"/>
                    <a:pt x="246" y="436"/>
                    <a:pt x="246" y="436"/>
                  </a:cubicBezTo>
                  <a:cubicBezTo>
                    <a:pt x="246" y="648"/>
                    <a:pt x="246" y="648"/>
                    <a:pt x="246" y="648"/>
                  </a:cubicBezTo>
                  <a:cubicBezTo>
                    <a:pt x="246" y="668"/>
                    <a:pt x="262" y="684"/>
                    <a:pt x="282" y="684"/>
                  </a:cubicBezTo>
                  <a:cubicBezTo>
                    <a:pt x="302" y="684"/>
                    <a:pt x="318" y="668"/>
                    <a:pt x="318" y="648"/>
                  </a:cubicBezTo>
                  <a:cubicBezTo>
                    <a:pt x="318" y="436"/>
                    <a:pt x="318" y="436"/>
                    <a:pt x="318" y="436"/>
                  </a:cubicBezTo>
                  <a:cubicBezTo>
                    <a:pt x="401" y="436"/>
                    <a:pt x="401" y="436"/>
                    <a:pt x="401" y="436"/>
                  </a:cubicBezTo>
                  <a:cubicBezTo>
                    <a:pt x="401" y="436"/>
                    <a:pt x="397" y="365"/>
                    <a:pt x="382" y="280"/>
                  </a:cubicBezTo>
                  <a:cubicBezTo>
                    <a:pt x="368" y="297"/>
                    <a:pt x="351" y="313"/>
                    <a:pt x="331" y="3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81"/>
            <p:cNvSpPr>
              <a:spLocks/>
            </p:cNvSpPr>
            <p:nvPr/>
          </p:nvSpPr>
          <p:spPr bwMode="auto">
            <a:xfrm>
              <a:off x="1262063" y="3448050"/>
              <a:ext cx="303213" cy="303213"/>
            </a:xfrm>
            <a:custGeom>
              <a:avLst/>
              <a:gdLst>
                <a:gd name="T0" fmla="*/ 168 w 179"/>
                <a:gd name="T1" fmla="*/ 108 h 179"/>
                <a:gd name="T2" fmla="*/ 108 w 179"/>
                <a:gd name="T3" fmla="*/ 10 h 179"/>
                <a:gd name="T4" fmla="*/ 10 w 179"/>
                <a:gd name="T5" fmla="*/ 71 h 179"/>
                <a:gd name="T6" fmla="*/ 71 w 179"/>
                <a:gd name="T7" fmla="*/ 169 h 179"/>
                <a:gd name="T8" fmla="*/ 168 w 179"/>
                <a:gd name="T9" fmla="*/ 108 h 179"/>
              </a:gdLst>
              <a:ahLst/>
              <a:cxnLst>
                <a:cxn ang="0">
                  <a:pos x="T0" y="T1"/>
                </a:cxn>
                <a:cxn ang="0">
                  <a:pos x="T2" y="T3"/>
                </a:cxn>
                <a:cxn ang="0">
                  <a:pos x="T4" y="T5"/>
                </a:cxn>
                <a:cxn ang="0">
                  <a:pos x="T6" y="T7"/>
                </a:cxn>
                <a:cxn ang="0">
                  <a:pos x="T8" y="T9"/>
                </a:cxn>
              </a:cxnLst>
              <a:rect l="0" t="0" r="r" b="b"/>
              <a:pathLst>
                <a:path w="179" h="179">
                  <a:moveTo>
                    <a:pt x="168" y="108"/>
                  </a:moveTo>
                  <a:cubicBezTo>
                    <a:pt x="179" y="64"/>
                    <a:pt x="151" y="20"/>
                    <a:pt x="108" y="10"/>
                  </a:cubicBezTo>
                  <a:cubicBezTo>
                    <a:pt x="64" y="0"/>
                    <a:pt x="20" y="27"/>
                    <a:pt x="10" y="71"/>
                  </a:cubicBezTo>
                  <a:cubicBezTo>
                    <a:pt x="0" y="115"/>
                    <a:pt x="27" y="159"/>
                    <a:pt x="71" y="169"/>
                  </a:cubicBezTo>
                  <a:cubicBezTo>
                    <a:pt x="114" y="179"/>
                    <a:pt x="158" y="152"/>
                    <a:pt x="168" y="1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80" name="Freeform 82"/>
          <p:cNvSpPr>
            <a:spLocks/>
          </p:cNvSpPr>
          <p:nvPr/>
        </p:nvSpPr>
        <p:spPr bwMode="auto">
          <a:xfrm>
            <a:off x="2447925" y="4197350"/>
            <a:ext cx="1443038" cy="1893888"/>
          </a:xfrm>
          <a:custGeom>
            <a:avLst/>
            <a:gdLst>
              <a:gd name="T0" fmla="*/ 0 w 850"/>
              <a:gd name="T1" fmla="*/ 82 h 1115"/>
              <a:gd name="T2" fmla="*/ 755 w 850"/>
              <a:gd name="T3" fmla="*/ 974 h 1115"/>
              <a:gd name="T4" fmla="*/ 0 w 850"/>
              <a:gd name="T5" fmla="*/ 108 h 1115"/>
              <a:gd name="T6" fmla="*/ 0 w 850"/>
              <a:gd name="T7" fmla="*/ 1115 h 1115"/>
              <a:gd name="T8" fmla="*/ 670 w 850"/>
              <a:gd name="T9" fmla="*/ 1115 h 1115"/>
              <a:gd name="T10" fmla="*/ 670 w 850"/>
              <a:gd name="T11" fmla="*/ 945 h 1115"/>
              <a:gd name="T12" fmla="*/ 783 w 850"/>
              <a:gd name="T13" fmla="*/ 1002 h 1115"/>
              <a:gd name="T14" fmla="*/ 736 w 850"/>
              <a:gd name="T15" fmla="*/ 1115 h 1115"/>
              <a:gd name="T16" fmla="*/ 782 w 850"/>
              <a:gd name="T17" fmla="*/ 1115 h 1115"/>
              <a:gd name="T18" fmla="*/ 822 w 850"/>
              <a:gd name="T19" fmla="*/ 1019 h 1115"/>
              <a:gd name="T20" fmla="*/ 850 w 850"/>
              <a:gd name="T21" fmla="*/ 1030 h 1115"/>
              <a:gd name="T22" fmla="*/ 825 w 850"/>
              <a:gd name="T23" fmla="*/ 1011 h 1115"/>
              <a:gd name="T24" fmla="*/ 837 w 850"/>
              <a:gd name="T25" fmla="*/ 983 h 1115"/>
              <a:gd name="T26" fmla="*/ 798 w 850"/>
              <a:gd name="T27" fmla="*/ 967 h 1115"/>
              <a:gd name="T28" fmla="*/ 791 w 850"/>
              <a:gd name="T29" fmla="*/ 983 h 1115"/>
              <a:gd name="T30" fmla="*/ 0 w 850"/>
              <a:gd name="T31" fmla="*/ 0 h 1115"/>
              <a:gd name="T32" fmla="*/ 0 w 850"/>
              <a:gd name="T33" fmla="*/ 82 h 1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50" h="1115">
                <a:moveTo>
                  <a:pt x="0" y="82"/>
                </a:moveTo>
                <a:cubicBezTo>
                  <a:pt x="188" y="564"/>
                  <a:pt x="755" y="974"/>
                  <a:pt x="755" y="974"/>
                </a:cubicBezTo>
                <a:cubicBezTo>
                  <a:pt x="755" y="974"/>
                  <a:pt x="188" y="588"/>
                  <a:pt x="0" y="108"/>
                </a:cubicBezTo>
                <a:cubicBezTo>
                  <a:pt x="0" y="1115"/>
                  <a:pt x="0" y="1115"/>
                  <a:pt x="0" y="1115"/>
                </a:cubicBezTo>
                <a:cubicBezTo>
                  <a:pt x="670" y="1115"/>
                  <a:pt x="670" y="1115"/>
                  <a:pt x="670" y="1115"/>
                </a:cubicBezTo>
                <a:cubicBezTo>
                  <a:pt x="670" y="945"/>
                  <a:pt x="670" y="945"/>
                  <a:pt x="670" y="945"/>
                </a:cubicBezTo>
                <a:cubicBezTo>
                  <a:pt x="714" y="969"/>
                  <a:pt x="753" y="988"/>
                  <a:pt x="783" y="1002"/>
                </a:cubicBezTo>
                <a:cubicBezTo>
                  <a:pt x="736" y="1115"/>
                  <a:pt x="736" y="1115"/>
                  <a:pt x="736" y="1115"/>
                </a:cubicBezTo>
                <a:cubicBezTo>
                  <a:pt x="782" y="1115"/>
                  <a:pt x="782" y="1115"/>
                  <a:pt x="782" y="1115"/>
                </a:cubicBezTo>
                <a:cubicBezTo>
                  <a:pt x="822" y="1019"/>
                  <a:pt x="822" y="1019"/>
                  <a:pt x="822" y="1019"/>
                </a:cubicBezTo>
                <a:cubicBezTo>
                  <a:pt x="840" y="1027"/>
                  <a:pt x="850" y="1030"/>
                  <a:pt x="850" y="1030"/>
                </a:cubicBezTo>
                <a:cubicBezTo>
                  <a:pt x="850" y="1030"/>
                  <a:pt x="841" y="1024"/>
                  <a:pt x="825" y="1011"/>
                </a:cubicBezTo>
                <a:cubicBezTo>
                  <a:pt x="837" y="983"/>
                  <a:pt x="837" y="983"/>
                  <a:pt x="837" y="983"/>
                </a:cubicBezTo>
                <a:cubicBezTo>
                  <a:pt x="798" y="967"/>
                  <a:pt x="798" y="967"/>
                  <a:pt x="798" y="967"/>
                </a:cubicBezTo>
                <a:cubicBezTo>
                  <a:pt x="791" y="983"/>
                  <a:pt x="791" y="983"/>
                  <a:pt x="791" y="983"/>
                </a:cubicBezTo>
                <a:cubicBezTo>
                  <a:pt x="627" y="848"/>
                  <a:pt x="171" y="444"/>
                  <a:pt x="0" y="0"/>
                </a:cubicBezTo>
                <a:lnTo>
                  <a:pt x="0" y="82"/>
                </a:lnTo>
                <a:close/>
              </a:path>
            </a:pathLst>
          </a:custGeom>
          <a:solidFill>
            <a:srgbClr val="B4540C"/>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1" name="Freeform 83"/>
          <p:cNvSpPr>
            <a:spLocks/>
          </p:cNvSpPr>
          <p:nvPr/>
        </p:nvSpPr>
        <p:spPr bwMode="auto">
          <a:xfrm>
            <a:off x="962025" y="4197350"/>
            <a:ext cx="1444625" cy="1893888"/>
          </a:xfrm>
          <a:custGeom>
            <a:avLst/>
            <a:gdLst>
              <a:gd name="T0" fmla="*/ 850 w 850"/>
              <a:gd name="T1" fmla="*/ 108 h 1115"/>
              <a:gd name="T2" fmla="*/ 95 w 850"/>
              <a:gd name="T3" fmla="*/ 974 h 1115"/>
              <a:gd name="T4" fmla="*/ 850 w 850"/>
              <a:gd name="T5" fmla="*/ 82 h 1115"/>
              <a:gd name="T6" fmla="*/ 850 w 850"/>
              <a:gd name="T7" fmla="*/ 0 h 1115"/>
              <a:gd name="T8" fmla="*/ 59 w 850"/>
              <a:gd name="T9" fmla="*/ 983 h 1115"/>
              <a:gd name="T10" fmla="*/ 52 w 850"/>
              <a:gd name="T11" fmla="*/ 967 h 1115"/>
              <a:gd name="T12" fmla="*/ 13 w 850"/>
              <a:gd name="T13" fmla="*/ 983 h 1115"/>
              <a:gd name="T14" fmla="*/ 25 w 850"/>
              <a:gd name="T15" fmla="*/ 1011 h 1115"/>
              <a:gd name="T16" fmla="*/ 0 w 850"/>
              <a:gd name="T17" fmla="*/ 1030 h 1115"/>
              <a:gd name="T18" fmla="*/ 28 w 850"/>
              <a:gd name="T19" fmla="*/ 1019 h 1115"/>
              <a:gd name="T20" fmla="*/ 68 w 850"/>
              <a:gd name="T21" fmla="*/ 1115 h 1115"/>
              <a:gd name="T22" fmla="*/ 114 w 850"/>
              <a:gd name="T23" fmla="*/ 1115 h 1115"/>
              <a:gd name="T24" fmla="*/ 67 w 850"/>
              <a:gd name="T25" fmla="*/ 1002 h 1115"/>
              <a:gd name="T26" fmla="*/ 180 w 850"/>
              <a:gd name="T27" fmla="*/ 945 h 1115"/>
              <a:gd name="T28" fmla="*/ 180 w 850"/>
              <a:gd name="T29" fmla="*/ 1115 h 1115"/>
              <a:gd name="T30" fmla="*/ 850 w 850"/>
              <a:gd name="T31" fmla="*/ 1115 h 1115"/>
              <a:gd name="T32" fmla="*/ 850 w 850"/>
              <a:gd name="T33" fmla="*/ 108 h 1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50" h="1115">
                <a:moveTo>
                  <a:pt x="850" y="108"/>
                </a:moveTo>
                <a:cubicBezTo>
                  <a:pt x="662" y="588"/>
                  <a:pt x="95" y="974"/>
                  <a:pt x="95" y="974"/>
                </a:cubicBezTo>
                <a:cubicBezTo>
                  <a:pt x="95" y="974"/>
                  <a:pt x="662" y="564"/>
                  <a:pt x="850" y="82"/>
                </a:cubicBezTo>
                <a:cubicBezTo>
                  <a:pt x="850" y="0"/>
                  <a:pt x="850" y="0"/>
                  <a:pt x="850" y="0"/>
                </a:cubicBezTo>
                <a:cubicBezTo>
                  <a:pt x="679" y="444"/>
                  <a:pt x="222" y="848"/>
                  <a:pt x="59" y="983"/>
                </a:cubicBezTo>
                <a:cubicBezTo>
                  <a:pt x="52" y="967"/>
                  <a:pt x="52" y="967"/>
                  <a:pt x="52" y="967"/>
                </a:cubicBezTo>
                <a:cubicBezTo>
                  <a:pt x="13" y="983"/>
                  <a:pt x="13" y="983"/>
                  <a:pt x="13" y="983"/>
                </a:cubicBezTo>
                <a:cubicBezTo>
                  <a:pt x="25" y="1011"/>
                  <a:pt x="25" y="1011"/>
                  <a:pt x="25" y="1011"/>
                </a:cubicBezTo>
                <a:cubicBezTo>
                  <a:pt x="9" y="1024"/>
                  <a:pt x="0" y="1030"/>
                  <a:pt x="0" y="1030"/>
                </a:cubicBezTo>
                <a:cubicBezTo>
                  <a:pt x="0" y="1030"/>
                  <a:pt x="10" y="1027"/>
                  <a:pt x="28" y="1019"/>
                </a:cubicBezTo>
                <a:cubicBezTo>
                  <a:pt x="68" y="1115"/>
                  <a:pt x="68" y="1115"/>
                  <a:pt x="68" y="1115"/>
                </a:cubicBezTo>
                <a:cubicBezTo>
                  <a:pt x="114" y="1115"/>
                  <a:pt x="114" y="1115"/>
                  <a:pt x="114" y="1115"/>
                </a:cubicBezTo>
                <a:cubicBezTo>
                  <a:pt x="67" y="1002"/>
                  <a:pt x="67" y="1002"/>
                  <a:pt x="67" y="1002"/>
                </a:cubicBezTo>
                <a:cubicBezTo>
                  <a:pt x="97" y="988"/>
                  <a:pt x="136" y="969"/>
                  <a:pt x="180" y="945"/>
                </a:cubicBezTo>
                <a:cubicBezTo>
                  <a:pt x="180" y="1115"/>
                  <a:pt x="180" y="1115"/>
                  <a:pt x="180" y="1115"/>
                </a:cubicBezTo>
                <a:cubicBezTo>
                  <a:pt x="850" y="1115"/>
                  <a:pt x="850" y="1115"/>
                  <a:pt x="850" y="1115"/>
                </a:cubicBezTo>
                <a:lnTo>
                  <a:pt x="850" y="108"/>
                </a:lnTo>
                <a:close/>
              </a:path>
            </a:pathLst>
          </a:custGeom>
          <a:solidFill>
            <a:srgbClr val="B4540C"/>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2" name="Freeform 84"/>
          <p:cNvSpPr>
            <a:spLocks/>
          </p:cNvSpPr>
          <p:nvPr/>
        </p:nvSpPr>
        <p:spPr bwMode="auto">
          <a:xfrm>
            <a:off x="225425" y="6215063"/>
            <a:ext cx="5980113" cy="165100"/>
          </a:xfrm>
          <a:custGeom>
            <a:avLst/>
            <a:gdLst>
              <a:gd name="T0" fmla="*/ 3482 w 3520"/>
              <a:gd name="T1" fmla="*/ 17 h 97"/>
              <a:gd name="T2" fmla="*/ 3425 w 3520"/>
              <a:gd name="T3" fmla="*/ 6 h 97"/>
              <a:gd name="T4" fmla="*/ 3367 w 3520"/>
              <a:gd name="T5" fmla="*/ 3 h 97"/>
              <a:gd name="T6" fmla="*/ 3309 w 3520"/>
              <a:gd name="T7" fmla="*/ 0 h 97"/>
              <a:gd name="T8" fmla="*/ 3251 w 3520"/>
              <a:gd name="T9" fmla="*/ 12 h 97"/>
              <a:gd name="T10" fmla="*/ 3194 w 3520"/>
              <a:gd name="T11" fmla="*/ 17 h 97"/>
              <a:gd name="T12" fmla="*/ 3136 w 3520"/>
              <a:gd name="T13" fmla="*/ 15 h 97"/>
              <a:gd name="T14" fmla="*/ 3078 w 3520"/>
              <a:gd name="T15" fmla="*/ 8 h 97"/>
              <a:gd name="T16" fmla="*/ 3021 w 3520"/>
              <a:gd name="T17" fmla="*/ 21 h 97"/>
              <a:gd name="T18" fmla="*/ 2963 w 3520"/>
              <a:gd name="T19" fmla="*/ 24 h 97"/>
              <a:gd name="T20" fmla="*/ 2906 w 3520"/>
              <a:gd name="T21" fmla="*/ 12 h 97"/>
              <a:gd name="T22" fmla="*/ 2848 w 3520"/>
              <a:gd name="T23" fmla="*/ 18 h 97"/>
              <a:gd name="T24" fmla="*/ 2790 w 3520"/>
              <a:gd name="T25" fmla="*/ 15 h 97"/>
              <a:gd name="T26" fmla="*/ 2733 w 3520"/>
              <a:gd name="T27" fmla="*/ 9 h 97"/>
              <a:gd name="T28" fmla="*/ 2675 w 3520"/>
              <a:gd name="T29" fmla="*/ 4 h 97"/>
              <a:gd name="T30" fmla="*/ 2618 w 3520"/>
              <a:gd name="T31" fmla="*/ 12 h 97"/>
              <a:gd name="T32" fmla="*/ 2560 w 3520"/>
              <a:gd name="T33" fmla="*/ 0 h 97"/>
              <a:gd name="T34" fmla="*/ 2503 w 3520"/>
              <a:gd name="T35" fmla="*/ 22 h 97"/>
              <a:gd name="T36" fmla="*/ 2445 w 3520"/>
              <a:gd name="T37" fmla="*/ 18 h 97"/>
              <a:gd name="T38" fmla="*/ 2387 w 3520"/>
              <a:gd name="T39" fmla="*/ 24 h 97"/>
              <a:gd name="T40" fmla="*/ 2330 w 3520"/>
              <a:gd name="T41" fmla="*/ 13 h 97"/>
              <a:gd name="T42" fmla="*/ 2272 w 3520"/>
              <a:gd name="T43" fmla="*/ 19 h 97"/>
              <a:gd name="T44" fmla="*/ 2215 w 3520"/>
              <a:gd name="T45" fmla="*/ 4 h 97"/>
              <a:gd name="T46" fmla="*/ 2157 w 3520"/>
              <a:gd name="T47" fmla="*/ 17 h 97"/>
              <a:gd name="T48" fmla="*/ 2099 w 3520"/>
              <a:gd name="T49" fmla="*/ 17 h 97"/>
              <a:gd name="T50" fmla="*/ 2042 w 3520"/>
              <a:gd name="T51" fmla="*/ 2 h 97"/>
              <a:gd name="T52" fmla="*/ 1984 w 3520"/>
              <a:gd name="T53" fmla="*/ 8 h 97"/>
              <a:gd name="T54" fmla="*/ 1927 w 3520"/>
              <a:gd name="T55" fmla="*/ 10 h 97"/>
              <a:gd name="T56" fmla="*/ 1869 w 3520"/>
              <a:gd name="T57" fmla="*/ 9 h 97"/>
              <a:gd name="T58" fmla="*/ 1812 w 3520"/>
              <a:gd name="T59" fmla="*/ 22 h 97"/>
              <a:gd name="T60" fmla="*/ 1754 w 3520"/>
              <a:gd name="T61" fmla="*/ 0 h 97"/>
              <a:gd name="T62" fmla="*/ 1697 w 3520"/>
              <a:gd name="T63" fmla="*/ 13 h 97"/>
              <a:gd name="T64" fmla="*/ 1639 w 3520"/>
              <a:gd name="T65" fmla="*/ 4 h 97"/>
              <a:gd name="T66" fmla="*/ 1582 w 3520"/>
              <a:gd name="T67" fmla="*/ 19 h 97"/>
              <a:gd name="T68" fmla="*/ 1524 w 3520"/>
              <a:gd name="T69" fmla="*/ 15 h 97"/>
              <a:gd name="T70" fmla="*/ 1467 w 3520"/>
              <a:gd name="T71" fmla="*/ 5 h 97"/>
              <a:gd name="T72" fmla="*/ 1409 w 3520"/>
              <a:gd name="T73" fmla="*/ 21 h 97"/>
              <a:gd name="T74" fmla="*/ 1352 w 3520"/>
              <a:gd name="T75" fmla="*/ 16 h 97"/>
              <a:gd name="T76" fmla="*/ 1304 w 3520"/>
              <a:gd name="T77" fmla="*/ 15 h 97"/>
              <a:gd name="T78" fmla="*/ 1256 w 3520"/>
              <a:gd name="T79" fmla="*/ 14 h 97"/>
              <a:gd name="T80" fmla="*/ 1198 w 3520"/>
              <a:gd name="T81" fmla="*/ 2 h 97"/>
              <a:gd name="T82" fmla="*/ 1141 w 3520"/>
              <a:gd name="T83" fmla="*/ 13 h 97"/>
              <a:gd name="T84" fmla="*/ 1083 w 3520"/>
              <a:gd name="T85" fmla="*/ 6 h 97"/>
              <a:gd name="T86" fmla="*/ 1026 w 3520"/>
              <a:gd name="T87" fmla="*/ 6 h 97"/>
              <a:gd name="T88" fmla="*/ 968 w 3520"/>
              <a:gd name="T89" fmla="*/ 11 h 97"/>
              <a:gd name="T90" fmla="*/ 911 w 3520"/>
              <a:gd name="T91" fmla="*/ 6 h 97"/>
              <a:gd name="T92" fmla="*/ 853 w 3520"/>
              <a:gd name="T93" fmla="*/ 1 h 97"/>
              <a:gd name="T94" fmla="*/ 796 w 3520"/>
              <a:gd name="T95" fmla="*/ 13 h 97"/>
              <a:gd name="T96" fmla="*/ 738 w 3520"/>
              <a:gd name="T97" fmla="*/ 12 h 97"/>
              <a:gd name="T98" fmla="*/ 681 w 3520"/>
              <a:gd name="T99" fmla="*/ 17 h 97"/>
              <a:gd name="T100" fmla="*/ 623 w 3520"/>
              <a:gd name="T101" fmla="*/ 16 h 97"/>
              <a:gd name="T102" fmla="*/ 566 w 3520"/>
              <a:gd name="T103" fmla="*/ 6 h 97"/>
              <a:gd name="T104" fmla="*/ 508 w 3520"/>
              <a:gd name="T105" fmla="*/ 19 h 97"/>
              <a:gd name="T106" fmla="*/ 451 w 3520"/>
              <a:gd name="T107" fmla="*/ 3 h 97"/>
              <a:gd name="T108" fmla="*/ 393 w 3520"/>
              <a:gd name="T109" fmla="*/ 21 h 97"/>
              <a:gd name="T110" fmla="*/ 336 w 3520"/>
              <a:gd name="T111" fmla="*/ 19 h 97"/>
              <a:gd name="T112" fmla="*/ 278 w 3520"/>
              <a:gd name="T113" fmla="*/ 24 h 97"/>
              <a:gd name="T114" fmla="*/ 221 w 3520"/>
              <a:gd name="T115" fmla="*/ 5 h 97"/>
              <a:gd name="T116" fmla="*/ 163 w 3520"/>
              <a:gd name="T117" fmla="*/ 4 h 97"/>
              <a:gd name="T118" fmla="*/ 106 w 3520"/>
              <a:gd name="T119" fmla="*/ 5 h 97"/>
              <a:gd name="T120" fmla="*/ 48 w 3520"/>
              <a:gd name="T121" fmla="*/ 12 h 97"/>
              <a:gd name="T122" fmla="*/ 8 w 3520"/>
              <a:gd name="T123" fmla="*/ 31 h 97"/>
              <a:gd name="T124" fmla="*/ 3520 w 3520"/>
              <a:gd name="T125" fmla="*/ 8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20" h="97">
                <a:moveTo>
                  <a:pt x="3508" y="39"/>
                </a:moveTo>
                <a:cubicBezTo>
                  <a:pt x="3505" y="36"/>
                  <a:pt x="3500" y="35"/>
                  <a:pt x="3500" y="31"/>
                </a:cubicBezTo>
                <a:cubicBezTo>
                  <a:pt x="3500" y="26"/>
                  <a:pt x="3512" y="26"/>
                  <a:pt x="3512" y="21"/>
                </a:cubicBezTo>
                <a:cubicBezTo>
                  <a:pt x="3512" y="17"/>
                  <a:pt x="3510" y="10"/>
                  <a:pt x="3507" y="6"/>
                </a:cubicBezTo>
                <a:cubicBezTo>
                  <a:pt x="3504" y="3"/>
                  <a:pt x="3497" y="1"/>
                  <a:pt x="3492" y="1"/>
                </a:cubicBezTo>
                <a:cubicBezTo>
                  <a:pt x="3487" y="1"/>
                  <a:pt x="3487" y="17"/>
                  <a:pt x="3482" y="17"/>
                </a:cubicBezTo>
                <a:cubicBezTo>
                  <a:pt x="3477" y="17"/>
                  <a:pt x="3477" y="19"/>
                  <a:pt x="3473" y="19"/>
                </a:cubicBezTo>
                <a:cubicBezTo>
                  <a:pt x="3468" y="19"/>
                  <a:pt x="3468" y="16"/>
                  <a:pt x="3463" y="16"/>
                </a:cubicBezTo>
                <a:cubicBezTo>
                  <a:pt x="3458" y="16"/>
                  <a:pt x="3458" y="20"/>
                  <a:pt x="3453" y="20"/>
                </a:cubicBezTo>
                <a:cubicBezTo>
                  <a:pt x="3449" y="20"/>
                  <a:pt x="3449" y="13"/>
                  <a:pt x="3444" y="13"/>
                </a:cubicBezTo>
                <a:cubicBezTo>
                  <a:pt x="3439" y="13"/>
                  <a:pt x="3439" y="18"/>
                  <a:pt x="3434" y="18"/>
                </a:cubicBezTo>
                <a:cubicBezTo>
                  <a:pt x="3429" y="18"/>
                  <a:pt x="3429" y="6"/>
                  <a:pt x="3425" y="6"/>
                </a:cubicBezTo>
                <a:cubicBezTo>
                  <a:pt x="3420" y="6"/>
                  <a:pt x="3420" y="17"/>
                  <a:pt x="3415" y="17"/>
                </a:cubicBezTo>
                <a:cubicBezTo>
                  <a:pt x="3410" y="17"/>
                  <a:pt x="3410" y="4"/>
                  <a:pt x="3405" y="4"/>
                </a:cubicBezTo>
                <a:cubicBezTo>
                  <a:pt x="3400" y="4"/>
                  <a:pt x="3400" y="7"/>
                  <a:pt x="3396" y="7"/>
                </a:cubicBezTo>
                <a:cubicBezTo>
                  <a:pt x="3391" y="7"/>
                  <a:pt x="3391" y="3"/>
                  <a:pt x="3386" y="3"/>
                </a:cubicBezTo>
                <a:cubicBezTo>
                  <a:pt x="3381" y="3"/>
                  <a:pt x="3381" y="17"/>
                  <a:pt x="3376" y="17"/>
                </a:cubicBezTo>
                <a:cubicBezTo>
                  <a:pt x="3372" y="17"/>
                  <a:pt x="3372" y="3"/>
                  <a:pt x="3367" y="3"/>
                </a:cubicBezTo>
                <a:cubicBezTo>
                  <a:pt x="3362" y="3"/>
                  <a:pt x="3362" y="0"/>
                  <a:pt x="3357" y="0"/>
                </a:cubicBezTo>
                <a:cubicBezTo>
                  <a:pt x="3352" y="0"/>
                  <a:pt x="3352" y="21"/>
                  <a:pt x="3348" y="21"/>
                </a:cubicBezTo>
                <a:cubicBezTo>
                  <a:pt x="3343" y="21"/>
                  <a:pt x="3343" y="11"/>
                  <a:pt x="3338" y="11"/>
                </a:cubicBezTo>
                <a:cubicBezTo>
                  <a:pt x="3333" y="11"/>
                  <a:pt x="3333" y="20"/>
                  <a:pt x="3328" y="20"/>
                </a:cubicBezTo>
                <a:cubicBezTo>
                  <a:pt x="3324" y="20"/>
                  <a:pt x="3324" y="3"/>
                  <a:pt x="3319" y="3"/>
                </a:cubicBezTo>
                <a:cubicBezTo>
                  <a:pt x="3314" y="3"/>
                  <a:pt x="3314" y="0"/>
                  <a:pt x="3309" y="0"/>
                </a:cubicBezTo>
                <a:cubicBezTo>
                  <a:pt x="3304" y="0"/>
                  <a:pt x="3304" y="20"/>
                  <a:pt x="3300" y="20"/>
                </a:cubicBezTo>
                <a:cubicBezTo>
                  <a:pt x="3295" y="20"/>
                  <a:pt x="3295" y="18"/>
                  <a:pt x="3290" y="18"/>
                </a:cubicBezTo>
                <a:cubicBezTo>
                  <a:pt x="3285" y="18"/>
                  <a:pt x="3285" y="14"/>
                  <a:pt x="3280" y="14"/>
                </a:cubicBezTo>
                <a:cubicBezTo>
                  <a:pt x="3275" y="14"/>
                  <a:pt x="3275" y="6"/>
                  <a:pt x="3271" y="6"/>
                </a:cubicBezTo>
                <a:cubicBezTo>
                  <a:pt x="3266" y="6"/>
                  <a:pt x="3266" y="16"/>
                  <a:pt x="3261" y="16"/>
                </a:cubicBezTo>
                <a:cubicBezTo>
                  <a:pt x="3256" y="16"/>
                  <a:pt x="3256" y="12"/>
                  <a:pt x="3251" y="12"/>
                </a:cubicBezTo>
                <a:cubicBezTo>
                  <a:pt x="3247" y="12"/>
                  <a:pt x="3247" y="10"/>
                  <a:pt x="3242" y="10"/>
                </a:cubicBezTo>
                <a:cubicBezTo>
                  <a:pt x="3237" y="10"/>
                  <a:pt x="3237" y="21"/>
                  <a:pt x="3232" y="21"/>
                </a:cubicBezTo>
                <a:cubicBezTo>
                  <a:pt x="3227" y="21"/>
                  <a:pt x="3227" y="22"/>
                  <a:pt x="3223" y="22"/>
                </a:cubicBezTo>
                <a:cubicBezTo>
                  <a:pt x="3218" y="22"/>
                  <a:pt x="3218" y="22"/>
                  <a:pt x="3213" y="22"/>
                </a:cubicBezTo>
                <a:cubicBezTo>
                  <a:pt x="3208" y="22"/>
                  <a:pt x="3208" y="0"/>
                  <a:pt x="3203" y="0"/>
                </a:cubicBezTo>
                <a:cubicBezTo>
                  <a:pt x="3199" y="0"/>
                  <a:pt x="3199" y="17"/>
                  <a:pt x="3194" y="17"/>
                </a:cubicBezTo>
                <a:cubicBezTo>
                  <a:pt x="3189" y="17"/>
                  <a:pt x="3189" y="1"/>
                  <a:pt x="3184" y="1"/>
                </a:cubicBezTo>
                <a:cubicBezTo>
                  <a:pt x="3179" y="1"/>
                  <a:pt x="3179" y="8"/>
                  <a:pt x="3175" y="8"/>
                </a:cubicBezTo>
                <a:cubicBezTo>
                  <a:pt x="3170" y="8"/>
                  <a:pt x="3170" y="6"/>
                  <a:pt x="3165" y="6"/>
                </a:cubicBezTo>
                <a:cubicBezTo>
                  <a:pt x="3160" y="6"/>
                  <a:pt x="3160" y="15"/>
                  <a:pt x="3155" y="15"/>
                </a:cubicBezTo>
                <a:cubicBezTo>
                  <a:pt x="3151" y="15"/>
                  <a:pt x="3151" y="15"/>
                  <a:pt x="3146" y="15"/>
                </a:cubicBezTo>
                <a:cubicBezTo>
                  <a:pt x="3141" y="15"/>
                  <a:pt x="3141" y="15"/>
                  <a:pt x="3136" y="15"/>
                </a:cubicBezTo>
                <a:cubicBezTo>
                  <a:pt x="3131" y="15"/>
                  <a:pt x="3131" y="19"/>
                  <a:pt x="3126" y="19"/>
                </a:cubicBezTo>
                <a:cubicBezTo>
                  <a:pt x="3122" y="19"/>
                  <a:pt x="3122" y="3"/>
                  <a:pt x="3117" y="3"/>
                </a:cubicBezTo>
                <a:cubicBezTo>
                  <a:pt x="3112" y="3"/>
                  <a:pt x="3112" y="0"/>
                  <a:pt x="3107" y="0"/>
                </a:cubicBezTo>
                <a:cubicBezTo>
                  <a:pt x="3102" y="0"/>
                  <a:pt x="3102" y="14"/>
                  <a:pt x="3098" y="14"/>
                </a:cubicBezTo>
                <a:cubicBezTo>
                  <a:pt x="3093" y="14"/>
                  <a:pt x="3093" y="3"/>
                  <a:pt x="3088" y="3"/>
                </a:cubicBezTo>
                <a:cubicBezTo>
                  <a:pt x="3083" y="3"/>
                  <a:pt x="3083" y="8"/>
                  <a:pt x="3078" y="8"/>
                </a:cubicBezTo>
                <a:cubicBezTo>
                  <a:pt x="3074" y="8"/>
                  <a:pt x="3074" y="18"/>
                  <a:pt x="3069" y="18"/>
                </a:cubicBezTo>
                <a:cubicBezTo>
                  <a:pt x="3064" y="18"/>
                  <a:pt x="3064" y="2"/>
                  <a:pt x="3059" y="2"/>
                </a:cubicBezTo>
                <a:cubicBezTo>
                  <a:pt x="3054" y="2"/>
                  <a:pt x="3054" y="15"/>
                  <a:pt x="3050" y="15"/>
                </a:cubicBezTo>
                <a:cubicBezTo>
                  <a:pt x="3045" y="15"/>
                  <a:pt x="3045" y="6"/>
                  <a:pt x="3040" y="6"/>
                </a:cubicBezTo>
                <a:cubicBezTo>
                  <a:pt x="3035" y="6"/>
                  <a:pt x="3035" y="2"/>
                  <a:pt x="3030" y="2"/>
                </a:cubicBezTo>
                <a:cubicBezTo>
                  <a:pt x="3026" y="2"/>
                  <a:pt x="3026" y="21"/>
                  <a:pt x="3021" y="21"/>
                </a:cubicBezTo>
                <a:cubicBezTo>
                  <a:pt x="3016" y="21"/>
                  <a:pt x="3016" y="10"/>
                  <a:pt x="3011" y="10"/>
                </a:cubicBezTo>
                <a:cubicBezTo>
                  <a:pt x="3006" y="10"/>
                  <a:pt x="3006" y="4"/>
                  <a:pt x="3002" y="4"/>
                </a:cubicBezTo>
                <a:cubicBezTo>
                  <a:pt x="2997" y="4"/>
                  <a:pt x="2997" y="6"/>
                  <a:pt x="2992" y="6"/>
                </a:cubicBezTo>
                <a:cubicBezTo>
                  <a:pt x="2987" y="6"/>
                  <a:pt x="2987" y="22"/>
                  <a:pt x="2982" y="22"/>
                </a:cubicBezTo>
                <a:cubicBezTo>
                  <a:pt x="2978" y="22"/>
                  <a:pt x="2978" y="12"/>
                  <a:pt x="2973" y="12"/>
                </a:cubicBezTo>
                <a:cubicBezTo>
                  <a:pt x="2968" y="12"/>
                  <a:pt x="2968" y="24"/>
                  <a:pt x="2963" y="24"/>
                </a:cubicBezTo>
                <a:cubicBezTo>
                  <a:pt x="2958" y="24"/>
                  <a:pt x="2958" y="6"/>
                  <a:pt x="2954" y="6"/>
                </a:cubicBezTo>
                <a:cubicBezTo>
                  <a:pt x="2949" y="6"/>
                  <a:pt x="2949" y="14"/>
                  <a:pt x="2944" y="14"/>
                </a:cubicBezTo>
                <a:cubicBezTo>
                  <a:pt x="2939" y="14"/>
                  <a:pt x="2939" y="6"/>
                  <a:pt x="2934" y="6"/>
                </a:cubicBezTo>
                <a:cubicBezTo>
                  <a:pt x="2930" y="6"/>
                  <a:pt x="2930" y="23"/>
                  <a:pt x="2925" y="23"/>
                </a:cubicBezTo>
                <a:cubicBezTo>
                  <a:pt x="2920" y="23"/>
                  <a:pt x="2920" y="7"/>
                  <a:pt x="2915" y="7"/>
                </a:cubicBezTo>
                <a:cubicBezTo>
                  <a:pt x="2910" y="7"/>
                  <a:pt x="2910" y="12"/>
                  <a:pt x="2906" y="12"/>
                </a:cubicBezTo>
                <a:cubicBezTo>
                  <a:pt x="2901" y="12"/>
                  <a:pt x="2901" y="7"/>
                  <a:pt x="2896" y="7"/>
                </a:cubicBezTo>
                <a:cubicBezTo>
                  <a:pt x="2891" y="7"/>
                  <a:pt x="2891" y="9"/>
                  <a:pt x="2886" y="9"/>
                </a:cubicBezTo>
                <a:cubicBezTo>
                  <a:pt x="2882" y="9"/>
                  <a:pt x="2882" y="19"/>
                  <a:pt x="2877" y="19"/>
                </a:cubicBezTo>
                <a:cubicBezTo>
                  <a:pt x="2872" y="19"/>
                  <a:pt x="2872" y="2"/>
                  <a:pt x="2867" y="2"/>
                </a:cubicBezTo>
                <a:cubicBezTo>
                  <a:pt x="2862" y="2"/>
                  <a:pt x="2862" y="1"/>
                  <a:pt x="2858" y="1"/>
                </a:cubicBezTo>
                <a:cubicBezTo>
                  <a:pt x="2853" y="1"/>
                  <a:pt x="2853" y="18"/>
                  <a:pt x="2848" y="18"/>
                </a:cubicBezTo>
                <a:cubicBezTo>
                  <a:pt x="2843" y="18"/>
                  <a:pt x="2843" y="20"/>
                  <a:pt x="2838" y="20"/>
                </a:cubicBezTo>
                <a:cubicBezTo>
                  <a:pt x="2834" y="20"/>
                  <a:pt x="2834" y="1"/>
                  <a:pt x="2829" y="1"/>
                </a:cubicBezTo>
                <a:cubicBezTo>
                  <a:pt x="2824" y="1"/>
                  <a:pt x="2824" y="0"/>
                  <a:pt x="2819" y="0"/>
                </a:cubicBezTo>
                <a:cubicBezTo>
                  <a:pt x="2814" y="0"/>
                  <a:pt x="2814" y="18"/>
                  <a:pt x="2810" y="18"/>
                </a:cubicBezTo>
                <a:cubicBezTo>
                  <a:pt x="2805" y="18"/>
                  <a:pt x="2805" y="15"/>
                  <a:pt x="2800" y="15"/>
                </a:cubicBezTo>
                <a:cubicBezTo>
                  <a:pt x="2795" y="15"/>
                  <a:pt x="2795" y="15"/>
                  <a:pt x="2790" y="15"/>
                </a:cubicBezTo>
                <a:cubicBezTo>
                  <a:pt x="2786" y="15"/>
                  <a:pt x="2786" y="2"/>
                  <a:pt x="2781" y="2"/>
                </a:cubicBezTo>
                <a:cubicBezTo>
                  <a:pt x="2776" y="2"/>
                  <a:pt x="2776" y="5"/>
                  <a:pt x="2771" y="5"/>
                </a:cubicBezTo>
                <a:cubicBezTo>
                  <a:pt x="2767" y="5"/>
                  <a:pt x="2767" y="12"/>
                  <a:pt x="2762" y="12"/>
                </a:cubicBezTo>
                <a:cubicBezTo>
                  <a:pt x="2757" y="12"/>
                  <a:pt x="2757" y="16"/>
                  <a:pt x="2752" y="16"/>
                </a:cubicBezTo>
                <a:cubicBezTo>
                  <a:pt x="2747" y="16"/>
                  <a:pt x="2747" y="21"/>
                  <a:pt x="2743" y="21"/>
                </a:cubicBezTo>
                <a:cubicBezTo>
                  <a:pt x="2738" y="21"/>
                  <a:pt x="2738" y="9"/>
                  <a:pt x="2733" y="9"/>
                </a:cubicBezTo>
                <a:cubicBezTo>
                  <a:pt x="2728" y="9"/>
                  <a:pt x="2728" y="20"/>
                  <a:pt x="2723" y="20"/>
                </a:cubicBezTo>
                <a:cubicBezTo>
                  <a:pt x="2719" y="20"/>
                  <a:pt x="2719" y="13"/>
                  <a:pt x="2714" y="13"/>
                </a:cubicBezTo>
                <a:cubicBezTo>
                  <a:pt x="2709" y="13"/>
                  <a:pt x="2709" y="13"/>
                  <a:pt x="2704" y="13"/>
                </a:cubicBezTo>
                <a:cubicBezTo>
                  <a:pt x="2699" y="13"/>
                  <a:pt x="2699" y="22"/>
                  <a:pt x="2695" y="22"/>
                </a:cubicBezTo>
                <a:cubicBezTo>
                  <a:pt x="2690" y="22"/>
                  <a:pt x="2690" y="2"/>
                  <a:pt x="2685" y="2"/>
                </a:cubicBezTo>
                <a:cubicBezTo>
                  <a:pt x="2680" y="2"/>
                  <a:pt x="2680" y="4"/>
                  <a:pt x="2675" y="4"/>
                </a:cubicBezTo>
                <a:cubicBezTo>
                  <a:pt x="2671" y="4"/>
                  <a:pt x="2671" y="11"/>
                  <a:pt x="2666" y="11"/>
                </a:cubicBezTo>
                <a:cubicBezTo>
                  <a:pt x="2661" y="11"/>
                  <a:pt x="2661" y="9"/>
                  <a:pt x="2656" y="9"/>
                </a:cubicBezTo>
                <a:cubicBezTo>
                  <a:pt x="2651" y="9"/>
                  <a:pt x="2651" y="16"/>
                  <a:pt x="2647" y="16"/>
                </a:cubicBezTo>
                <a:cubicBezTo>
                  <a:pt x="2642" y="16"/>
                  <a:pt x="2642" y="20"/>
                  <a:pt x="2637" y="20"/>
                </a:cubicBezTo>
                <a:cubicBezTo>
                  <a:pt x="2632" y="20"/>
                  <a:pt x="2632" y="3"/>
                  <a:pt x="2627" y="3"/>
                </a:cubicBezTo>
                <a:cubicBezTo>
                  <a:pt x="2623" y="3"/>
                  <a:pt x="2623" y="12"/>
                  <a:pt x="2618" y="12"/>
                </a:cubicBezTo>
                <a:cubicBezTo>
                  <a:pt x="2613" y="12"/>
                  <a:pt x="2613" y="19"/>
                  <a:pt x="2608" y="19"/>
                </a:cubicBezTo>
                <a:cubicBezTo>
                  <a:pt x="2603" y="19"/>
                  <a:pt x="2603" y="23"/>
                  <a:pt x="2599" y="23"/>
                </a:cubicBezTo>
                <a:cubicBezTo>
                  <a:pt x="2594" y="23"/>
                  <a:pt x="2594" y="10"/>
                  <a:pt x="2589" y="10"/>
                </a:cubicBezTo>
                <a:cubicBezTo>
                  <a:pt x="2584" y="10"/>
                  <a:pt x="2584" y="3"/>
                  <a:pt x="2579" y="3"/>
                </a:cubicBezTo>
                <a:cubicBezTo>
                  <a:pt x="2575" y="3"/>
                  <a:pt x="2575" y="22"/>
                  <a:pt x="2570" y="22"/>
                </a:cubicBezTo>
                <a:cubicBezTo>
                  <a:pt x="2565" y="22"/>
                  <a:pt x="2565" y="0"/>
                  <a:pt x="2560" y="0"/>
                </a:cubicBezTo>
                <a:cubicBezTo>
                  <a:pt x="2555" y="0"/>
                  <a:pt x="2555" y="18"/>
                  <a:pt x="2551" y="18"/>
                </a:cubicBezTo>
                <a:cubicBezTo>
                  <a:pt x="2546" y="18"/>
                  <a:pt x="2546" y="17"/>
                  <a:pt x="2541" y="17"/>
                </a:cubicBezTo>
                <a:cubicBezTo>
                  <a:pt x="2536" y="17"/>
                  <a:pt x="2536" y="22"/>
                  <a:pt x="2531" y="22"/>
                </a:cubicBezTo>
                <a:cubicBezTo>
                  <a:pt x="2527" y="22"/>
                  <a:pt x="2527" y="10"/>
                  <a:pt x="2522" y="10"/>
                </a:cubicBezTo>
                <a:cubicBezTo>
                  <a:pt x="2517" y="10"/>
                  <a:pt x="2517" y="9"/>
                  <a:pt x="2512" y="9"/>
                </a:cubicBezTo>
                <a:cubicBezTo>
                  <a:pt x="2507" y="9"/>
                  <a:pt x="2507" y="22"/>
                  <a:pt x="2503" y="22"/>
                </a:cubicBezTo>
                <a:cubicBezTo>
                  <a:pt x="2498" y="22"/>
                  <a:pt x="2498" y="18"/>
                  <a:pt x="2493" y="18"/>
                </a:cubicBezTo>
                <a:cubicBezTo>
                  <a:pt x="2488" y="18"/>
                  <a:pt x="2488" y="13"/>
                  <a:pt x="2483" y="13"/>
                </a:cubicBezTo>
                <a:cubicBezTo>
                  <a:pt x="2479" y="13"/>
                  <a:pt x="2479" y="19"/>
                  <a:pt x="2474" y="19"/>
                </a:cubicBezTo>
                <a:cubicBezTo>
                  <a:pt x="2469" y="19"/>
                  <a:pt x="2469" y="8"/>
                  <a:pt x="2464" y="8"/>
                </a:cubicBezTo>
                <a:cubicBezTo>
                  <a:pt x="2459" y="8"/>
                  <a:pt x="2459" y="15"/>
                  <a:pt x="2455" y="15"/>
                </a:cubicBezTo>
                <a:cubicBezTo>
                  <a:pt x="2450" y="15"/>
                  <a:pt x="2450" y="18"/>
                  <a:pt x="2445" y="18"/>
                </a:cubicBezTo>
                <a:cubicBezTo>
                  <a:pt x="2440" y="18"/>
                  <a:pt x="2440" y="14"/>
                  <a:pt x="2435" y="14"/>
                </a:cubicBezTo>
                <a:cubicBezTo>
                  <a:pt x="2431" y="14"/>
                  <a:pt x="2431" y="3"/>
                  <a:pt x="2426" y="3"/>
                </a:cubicBezTo>
                <a:cubicBezTo>
                  <a:pt x="2421" y="3"/>
                  <a:pt x="2421" y="15"/>
                  <a:pt x="2416" y="15"/>
                </a:cubicBezTo>
                <a:cubicBezTo>
                  <a:pt x="2411" y="15"/>
                  <a:pt x="2411" y="12"/>
                  <a:pt x="2407" y="12"/>
                </a:cubicBezTo>
                <a:cubicBezTo>
                  <a:pt x="2402" y="12"/>
                  <a:pt x="2402" y="16"/>
                  <a:pt x="2397" y="16"/>
                </a:cubicBezTo>
                <a:cubicBezTo>
                  <a:pt x="2392" y="16"/>
                  <a:pt x="2392" y="24"/>
                  <a:pt x="2387" y="24"/>
                </a:cubicBezTo>
                <a:cubicBezTo>
                  <a:pt x="2383" y="24"/>
                  <a:pt x="2383" y="8"/>
                  <a:pt x="2378" y="8"/>
                </a:cubicBezTo>
                <a:cubicBezTo>
                  <a:pt x="2373" y="8"/>
                  <a:pt x="2373" y="0"/>
                  <a:pt x="2368" y="0"/>
                </a:cubicBezTo>
                <a:cubicBezTo>
                  <a:pt x="2363" y="0"/>
                  <a:pt x="2363" y="7"/>
                  <a:pt x="2359" y="7"/>
                </a:cubicBezTo>
                <a:cubicBezTo>
                  <a:pt x="2354" y="7"/>
                  <a:pt x="2354" y="16"/>
                  <a:pt x="2349" y="16"/>
                </a:cubicBezTo>
                <a:cubicBezTo>
                  <a:pt x="2344" y="16"/>
                  <a:pt x="2344" y="22"/>
                  <a:pt x="2339" y="22"/>
                </a:cubicBezTo>
                <a:cubicBezTo>
                  <a:pt x="2335" y="22"/>
                  <a:pt x="2335" y="13"/>
                  <a:pt x="2330" y="13"/>
                </a:cubicBezTo>
                <a:cubicBezTo>
                  <a:pt x="2325" y="13"/>
                  <a:pt x="2325" y="20"/>
                  <a:pt x="2320" y="20"/>
                </a:cubicBezTo>
                <a:cubicBezTo>
                  <a:pt x="2315" y="20"/>
                  <a:pt x="2315" y="16"/>
                  <a:pt x="2311" y="16"/>
                </a:cubicBezTo>
                <a:cubicBezTo>
                  <a:pt x="2306" y="16"/>
                  <a:pt x="2306" y="6"/>
                  <a:pt x="2301" y="6"/>
                </a:cubicBezTo>
                <a:cubicBezTo>
                  <a:pt x="2296" y="6"/>
                  <a:pt x="2296" y="13"/>
                  <a:pt x="2291" y="13"/>
                </a:cubicBezTo>
                <a:cubicBezTo>
                  <a:pt x="2287" y="13"/>
                  <a:pt x="2287" y="10"/>
                  <a:pt x="2282" y="10"/>
                </a:cubicBezTo>
                <a:cubicBezTo>
                  <a:pt x="2277" y="10"/>
                  <a:pt x="2277" y="19"/>
                  <a:pt x="2272" y="19"/>
                </a:cubicBezTo>
                <a:cubicBezTo>
                  <a:pt x="2267" y="19"/>
                  <a:pt x="2267" y="19"/>
                  <a:pt x="2263" y="19"/>
                </a:cubicBezTo>
                <a:cubicBezTo>
                  <a:pt x="2258" y="19"/>
                  <a:pt x="2258" y="10"/>
                  <a:pt x="2253" y="10"/>
                </a:cubicBezTo>
                <a:cubicBezTo>
                  <a:pt x="2248" y="10"/>
                  <a:pt x="2248" y="1"/>
                  <a:pt x="2243" y="1"/>
                </a:cubicBezTo>
                <a:cubicBezTo>
                  <a:pt x="2239" y="1"/>
                  <a:pt x="2239" y="10"/>
                  <a:pt x="2234" y="10"/>
                </a:cubicBezTo>
                <a:cubicBezTo>
                  <a:pt x="2229" y="10"/>
                  <a:pt x="2229" y="16"/>
                  <a:pt x="2224" y="16"/>
                </a:cubicBezTo>
                <a:cubicBezTo>
                  <a:pt x="2219" y="16"/>
                  <a:pt x="2219" y="4"/>
                  <a:pt x="2215" y="4"/>
                </a:cubicBezTo>
                <a:cubicBezTo>
                  <a:pt x="2210" y="4"/>
                  <a:pt x="2210" y="12"/>
                  <a:pt x="2205" y="12"/>
                </a:cubicBezTo>
                <a:cubicBezTo>
                  <a:pt x="2200" y="12"/>
                  <a:pt x="2200" y="8"/>
                  <a:pt x="2195" y="8"/>
                </a:cubicBezTo>
                <a:cubicBezTo>
                  <a:pt x="2191" y="8"/>
                  <a:pt x="2191" y="8"/>
                  <a:pt x="2186" y="8"/>
                </a:cubicBezTo>
                <a:cubicBezTo>
                  <a:pt x="2181" y="8"/>
                  <a:pt x="2181" y="22"/>
                  <a:pt x="2176" y="22"/>
                </a:cubicBezTo>
                <a:cubicBezTo>
                  <a:pt x="2171" y="22"/>
                  <a:pt x="2171" y="3"/>
                  <a:pt x="2167" y="3"/>
                </a:cubicBezTo>
                <a:cubicBezTo>
                  <a:pt x="2162" y="3"/>
                  <a:pt x="2162" y="17"/>
                  <a:pt x="2157" y="17"/>
                </a:cubicBezTo>
                <a:cubicBezTo>
                  <a:pt x="2152" y="17"/>
                  <a:pt x="2152" y="4"/>
                  <a:pt x="2147" y="4"/>
                </a:cubicBezTo>
                <a:cubicBezTo>
                  <a:pt x="2143" y="4"/>
                  <a:pt x="2143" y="1"/>
                  <a:pt x="2138" y="1"/>
                </a:cubicBezTo>
                <a:cubicBezTo>
                  <a:pt x="2133" y="1"/>
                  <a:pt x="2133" y="1"/>
                  <a:pt x="2128" y="1"/>
                </a:cubicBezTo>
                <a:cubicBezTo>
                  <a:pt x="2123" y="1"/>
                  <a:pt x="2123" y="9"/>
                  <a:pt x="2119" y="9"/>
                </a:cubicBezTo>
                <a:cubicBezTo>
                  <a:pt x="2114" y="9"/>
                  <a:pt x="2114" y="7"/>
                  <a:pt x="2109" y="7"/>
                </a:cubicBezTo>
                <a:cubicBezTo>
                  <a:pt x="2104" y="7"/>
                  <a:pt x="2104" y="17"/>
                  <a:pt x="2099" y="17"/>
                </a:cubicBezTo>
                <a:cubicBezTo>
                  <a:pt x="2095" y="17"/>
                  <a:pt x="2095" y="0"/>
                  <a:pt x="2090" y="0"/>
                </a:cubicBezTo>
                <a:cubicBezTo>
                  <a:pt x="2085" y="0"/>
                  <a:pt x="2085" y="16"/>
                  <a:pt x="2080" y="16"/>
                </a:cubicBezTo>
                <a:cubicBezTo>
                  <a:pt x="2076" y="16"/>
                  <a:pt x="2076" y="12"/>
                  <a:pt x="2071" y="12"/>
                </a:cubicBezTo>
                <a:cubicBezTo>
                  <a:pt x="2066" y="12"/>
                  <a:pt x="2066" y="15"/>
                  <a:pt x="2061" y="15"/>
                </a:cubicBezTo>
                <a:cubicBezTo>
                  <a:pt x="2056" y="15"/>
                  <a:pt x="2056" y="10"/>
                  <a:pt x="2052" y="10"/>
                </a:cubicBezTo>
                <a:cubicBezTo>
                  <a:pt x="2047" y="10"/>
                  <a:pt x="2047" y="2"/>
                  <a:pt x="2042" y="2"/>
                </a:cubicBezTo>
                <a:cubicBezTo>
                  <a:pt x="2037" y="2"/>
                  <a:pt x="2037" y="23"/>
                  <a:pt x="2032" y="23"/>
                </a:cubicBezTo>
                <a:cubicBezTo>
                  <a:pt x="2028" y="23"/>
                  <a:pt x="2028" y="9"/>
                  <a:pt x="2023" y="9"/>
                </a:cubicBezTo>
                <a:cubicBezTo>
                  <a:pt x="2018" y="9"/>
                  <a:pt x="2018" y="5"/>
                  <a:pt x="2013" y="5"/>
                </a:cubicBezTo>
                <a:cubicBezTo>
                  <a:pt x="2008" y="5"/>
                  <a:pt x="2008" y="7"/>
                  <a:pt x="2004" y="7"/>
                </a:cubicBezTo>
                <a:cubicBezTo>
                  <a:pt x="1999" y="7"/>
                  <a:pt x="1999" y="20"/>
                  <a:pt x="1994" y="20"/>
                </a:cubicBezTo>
                <a:cubicBezTo>
                  <a:pt x="1989" y="20"/>
                  <a:pt x="1989" y="8"/>
                  <a:pt x="1984" y="8"/>
                </a:cubicBezTo>
                <a:cubicBezTo>
                  <a:pt x="1980" y="8"/>
                  <a:pt x="1980" y="0"/>
                  <a:pt x="1975" y="0"/>
                </a:cubicBezTo>
                <a:cubicBezTo>
                  <a:pt x="1970" y="0"/>
                  <a:pt x="1970" y="6"/>
                  <a:pt x="1965" y="6"/>
                </a:cubicBezTo>
                <a:cubicBezTo>
                  <a:pt x="1960" y="6"/>
                  <a:pt x="1960" y="15"/>
                  <a:pt x="1956" y="15"/>
                </a:cubicBezTo>
                <a:cubicBezTo>
                  <a:pt x="1951" y="15"/>
                  <a:pt x="1951" y="22"/>
                  <a:pt x="1946" y="22"/>
                </a:cubicBezTo>
                <a:cubicBezTo>
                  <a:pt x="1941" y="22"/>
                  <a:pt x="1941" y="17"/>
                  <a:pt x="1936" y="17"/>
                </a:cubicBezTo>
                <a:cubicBezTo>
                  <a:pt x="1932" y="17"/>
                  <a:pt x="1932" y="10"/>
                  <a:pt x="1927" y="10"/>
                </a:cubicBezTo>
                <a:cubicBezTo>
                  <a:pt x="1922" y="10"/>
                  <a:pt x="1922" y="4"/>
                  <a:pt x="1917" y="4"/>
                </a:cubicBezTo>
                <a:cubicBezTo>
                  <a:pt x="1912" y="4"/>
                  <a:pt x="1912" y="9"/>
                  <a:pt x="1908" y="9"/>
                </a:cubicBezTo>
                <a:cubicBezTo>
                  <a:pt x="1903" y="9"/>
                  <a:pt x="1903" y="13"/>
                  <a:pt x="1898" y="13"/>
                </a:cubicBezTo>
                <a:cubicBezTo>
                  <a:pt x="1893" y="13"/>
                  <a:pt x="1893" y="18"/>
                  <a:pt x="1888" y="18"/>
                </a:cubicBezTo>
                <a:cubicBezTo>
                  <a:pt x="1884" y="18"/>
                  <a:pt x="1884" y="5"/>
                  <a:pt x="1879" y="5"/>
                </a:cubicBezTo>
                <a:cubicBezTo>
                  <a:pt x="1874" y="5"/>
                  <a:pt x="1874" y="9"/>
                  <a:pt x="1869" y="9"/>
                </a:cubicBezTo>
                <a:cubicBezTo>
                  <a:pt x="1864" y="9"/>
                  <a:pt x="1864" y="0"/>
                  <a:pt x="1860" y="0"/>
                </a:cubicBezTo>
                <a:cubicBezTo>
                  <a:pt x="1855" y="0"/>
                  <a:pt x="1855" y="19"/>
                  <a:pt x="1850" y="19"/>
                </a:cubicBezTo>
                <a:cubicBezTo>
                  <a:pt x="1845" y="19"/>
                  <a:pt x="1845" y="8"/>
                  <a:pt x="1841" y="8"/>
                </a:cubicBezTo>
                <a:cubicBezTo>
                  <a:pt x="1836" y="8"/>
                  <a:pt x="1836" y="24"/>
                  <a:pt x="1831" y="24"/>
                </a:cubicBezTo>
                <a:cubicBezTo>
                  <a:pt x="1826" y="24"/>
                  <a:pt x="1826" y="5"/>
                  <a:pt x="1821" y="5"/>
                </a:cubicBezTo>
                <a:cubicBezTo>
                  <a:pt x="1817" y="5"/>
                  <a:pt x="1817" y="22"/>
                  <a:pt x="1812" y="22"/>
                </a:cubicBezTo>
                <a:cubicBezTo>
                  <a:pt x="1807" y="22"/>
                  <a:pt x="1807" y="12"/>
                  <a:pt x="1802" y="12"/>
                </a:cubicBezTo>
                <a:cubicBezTo>
                  <a:pt x="1797" y="12"/>
                  <a:pt x="1797" y="8"/>
                  <a:pt x="1793" y="8"/>
                </a:cubicBezTo>
                <a:cubicBezTo>
                  <a:pt x="1788" y="8"/>
                  <a:pt x="1788" y="21"/>
                  <a:pt x="1783" y="21"/>
                </a:cubicBezTo>
                <a:cubicBezTo>
                  <a:pt x="1778" y="21"/>
                  <a:pt x="1778" y="16"/>
                  <a:pt x="1773" y="16"/>
                </a:cubicBezTo>
                <a:cubicBezTo>
                  <a:pt x="1769" y="16"/>
                  <a:pt x="1769" y="9"/>
                  <a:pt x="1764" y="9"/>
                </a:cubicBezTo>
                <a:cubicBezTo>
                  <a:pt x="1759" y="9"/>
                  <a:pt x="1759" y="0"/>
                  <a:pt x="1754" y="0"/>
                </a:cubicBezTo>
                <a:cubicBezTo>
                  <a:pt x="1749" y="0"/>
                  <a:pt x="1749" y="19"/>
                  <a:pt x="1745" y="19"/>
                </a:cubicBezTo>
                <a:cubicBezTo>
                  <a:pt x="1740" y="19"/>
                  <a:pt x="1740" y="20"/>
                  <a:pt x="1735" y="20"/>
                </a:cubicBezTo>
                <a:cubicBezTo>
                  <a:pt x="1730" y="20"/>
                  <a:pt x="1730" y="12"/>
                  <a:pt x="1725" y="12"/>
                </a:cubicBezTo>
                <a:cubicBezTo>
                  <a:pt x="1721" y="12"/>
                  <a:pt x="1721" y="3"/>
                  <a:pt x="1716" y="3"/>
                </a:cubicBezTo>
                <a:cubicBezTo>
                  <a:pt x="1711" y="3"/>
                  <a:pt x="1711" y="6"/>
                  <a:pt x="1706" y="6"/>
                </a:cubicBezTo>
                <a:cubicBezTo>
                  <a:pt x="1701" y="6"/>
                  <a:pt x="1701" y="13"/>
                  <a:pt x="1697" y="13"/>
                </a:cubicBezTo>
                <a:cubicBezTo>
                  <a:pt x="1692" y="13"/>
                  <a:pt x="1692" y="0"/>
                  <a:pt x="1687" y="0"/>
                </a:cubicBezTo>
                <a:cubicBezTo>
                  <a:pt x="1682" y="0"/>
                  <a:pt x="1682" y="3"/>
                  <a:pt x="1677" y="3"/>
                </a:cubicBezTo>
                <a:cubicBezTo>
                  <a:pt x="1673" y="3"/>
                  <a:pt x="1673" y="9"/>
                  <a:pt x="1668" y="9"/>
                </a:cubicBezTo>
                <a:cubicBezTo>
                  <a:pt x="1663" y="9"/>
                  <a:pt x="1663" y="6"/>
                  <a:pt x="1658" y="6"/>
                </a:cubicBezTo>
                <a:cubicBezTo>
                  <a:pt x="1653" y="6"/>
                  <a:pt x="1653" y="12"/>
                  <a:pt x="1649" y="12"/>
                </a:cubicBezTo>
                <a:cubicBezTo>
                  <a:pt x="1644" y="12"/>
                  <a:pt x="1644" y="4"/>
                  <a:pt x="1639" y="4"/>
                </a:cubicBezTo>
                <a:cubicBezTo>
                  <a:pt x="1634" y="4"/>
                  <a:pt x="1634" y="13"/>
                  <a:pt x="1630" y="13"/>
                </a:cubicBezTo>
                <a:cubicBezTo>
                  <a:pt x="1625" y="13"/>
                  <a:pt x="1625" y="16"/>
                  <a:pt x="1620" y="16"/>
                </a:cubicBezTo>
                <a:cubicBezTo>
                  <a:pt x="1615" y="16"/>
                  <a:pt x="1615" y="21"/>
                  <a:pt x="1610" y="21"/>
                </a:cubicBezTo>
                <a:cubicBezTo>
                  <a:pt x="1606" y="21"/>
                  <a:pt x="1606" y="20"/>
                  <a:pt x="1601" y="20"/>
                </a:cubicBezTo>
                <a:cubicBezTo>
                  <a:pt x="1596" y="20"/>
                  <a:pt x="1596" y="8"/>
                  <a:pt x="1591" y="8"/>
                </a:cubicBezTo>
                <a:cubicBezTo>
                  <a:pt x="1586" y="8"/>
                  <a:pt x="1586" y="19"/>
                  <a:pt x="1582" y="19"/>
                </a:cubicBezTo>
                <a:cubicBezTo>
                  <a:pt x="1577" y="19"/>
                  <a:pt x="1577" y="1"/>
                  <a:pt x="1572" y="1"/>
                </a:cubicBezTo>
                <a:cubicBezTo>
                  <a:pt x="1567" y="1"/>
                  <a:pt x="1567" y="21"/>
                  <a:pt x="1562" y="21"/>
                </a:cubicBezTo>
                <a:cubicBezTo>
                  <a:pt x="1558" y="21"/>
                  <a:pt x="1558" y="9"/>
                  <a:pt x="1553" y="9"/>
                </a:cubicBezTo>
                <a:cubicBezTo>
                  <a:pt x="1548" y="9"/>
                  <a:pt x="1548" y="14"/>
                  <a:pt x="1543" y="14"/>
                </a:cubicBezTo>
                <a:cubicBezTo>
                  <a:pt x="1539" y="14"/>
                  <a:pt x="1539" y="22"/>
                  <a:pt x="1534" y="22"/>
                </a:cubicBezTo>
                <a:cubicBezTo>
                  <a:pt x="1529" y="22"/>
                  <a:pt x="1529" y="15"/>
                  <a:pt x="1524" y="15"/>
                </a:cubicBezTo>
                <a:cubicBezTo>
                  <a:pt x="1519" y="15"/>
                  <a:pt x="1519" y="16"/>
                  <a:pt x="1515" y="16"/>
                </a:cubicBezTo>
                <a:cubicBezTo>
                  <a:pt x="1510" y="16"/>
                  <a:pt x="1510" y="14"/>
                  <a:pt x="1505" y="14"/>
                </a:cubicBezTo>
                <a:cubicBezTo>
                  <a:pt x="1500" y="14"/>
                  <a:pt x="1500" y="17"/>
                  <a:pt x="1495" y="17"/>
                </a:cubicBezTo>
                <a:cubicBezTo>
                  <a:pt x="1491" y="17"/>
                  <a:pt x="1491" y="17"/>
                  <a:pt x="1486" y="17"/>
                </a:cubicBezTo>
                <a:cubicBezTo>
                  <a:pt x="1481" y="17"/>
                  <a:pt x="1481" y="16"/>
                  <a:pt x="1476" y="16"/>
                </a:cubicBezTo>
                <a:cubicBezTo>
                  <a:pt x="1471" y="16"/>
                  <a:pt x="1471" y="5"/>
                  <a:pt x="1467" y="5"/>
                </a:cubicBezTo>
                <a:cubicBezTo>
                  <a:pt x="1462" y="5"/>
                  <a:pt x="1462" y="2"/>
                  <a:pt x="1457" y="2"/>
                </a:cubicBezTo>
                <a:cubicBezTo>
                  <a:pt x="1452" y="2"/>
                  <a:pt x="1452" y="21"/>
                  <a:pt x="1447" y="21"/>
                </a:cubicBezTo>
                <a:cubicBezTo>
                  <a:pt x="1443" y="21"/>
                  <a:pt x="1443" y="0"/>
                  <a:pt x="1438" y="0"/>
                </a:cubicBezTo>
                <a:cubicBezTo>
                  <a:pt x="1433" y="0"/>
                  <a:pt x="1433" y="1"/>
                  <a:pt x="1428" y="1"/>
                </a:cubicBezTo>
                <a:cubicBezTo>
                  <a:pt x="1424" y="1"/>
                  <a:pt x="1424" y="4"/>
                  <a:pt x="1419" y="4"/>
                </a:cubicBezTo>
                <a:cubicBezTo>
                  <a:pt x="1414" y="4"/>
                  <a:pt x="1414" y="21"/>
                  <a:pt x="1409" y="21"/>
                </a:cubicBezTo>
                <a:cubicBezTo>
                  <a:pt x="1404" y="21"/>
                  <a:pt x="1404" y="23"/>
                  <a:pt x="1400" y="23"/>
                </a:cubicBezTo>
                <a:cubicBezTo>
                  <a:pt x="1395" y="23"/>
                  <a:pt x="1395" y="3"/>
                  <a:pt x="1390" y="3"/>
                </a:cubicBezTo>
                <a:cubicBezTo>
                  <a:pt x="1385" y="3"/>
                  <a:pt x="1385" y="15"/>
                  <a:pt x="1380" y="15"/>
                </a:cubicBezTo>
                <a:cubicBezTo>
                  <a:pt x="1376" y="15"/>
                  <a:pt x="1376" y="8"/>
                  <a:pt x="1371" y="8"/>
                </a:cubicBezTo>
                <a:cubicBezTo>
                  <a:pt x="1366" y="8"/>
                  <a:pt x="1366" y="9"/>
                  <a:pt x="1361" y="9"/>
                </a:cubicBezTo>
                <a:cubicBezTo>
                  <a:pt x="1356" y="9"/>
                  <a:pt x="1356" y="16"/>
                  <a:pt x="1352" y="16"/>
                </a:cubicBezTo>
                <a:cubicBezTo>
                  <a:pt x="1347" y="16"/>
                  <a:pt x="1347" y="8"/>
                  <a:pt x="1342" y="8"/>
                </a:cubicBezTo>
                <a:cubicBezTo>
                  <a:pt x="1337" y="8"/>
                  <a:pt x="1337" y="5"/>
                  <a:pt x="1332" y="5"/>
                </a:cubicBezTo>
                <a:cubicBezTo>
                  <a:pt x="1328" y="5"/>
                  <a:pt x="1328" y="14"/>
                  <a:pt x="1323" y="14"/>
                </a:cubicBezTo>
                <a:cubicBezTo>
                  <a:pt x="1318" y="14"/>
                  <a:pt x="1318" y="15"/>
                  <a:pt x="1313" y="15"/>
                </a:cubicBezTo>
                <a:cubicBezTo>
                  <a:pt x="1310" y="15"/>
                  <a:pt x="1309" y="15"/>
                  <a:pt x="1308" y="15"/>
                </a:cubicBezTo>
                <a:cubicBezTo>
                  <a:pt x="1307" y="15"/>
                  <a:pt x="1306" y="15"/>
                  <a:pt x="1304" y="15"/>
                </a:cubicBezTo>
                <a:cubicBezTo>
                  <a:pt x="1299" y="15"/>
                  <a:pt x="1299" y="2"/>
                  <a:pt x="1294" y="2"/>
                </a:cubicBezTo>
                <a:cubicBezTo>
                  <a:pt x="1289" y="2"/>
                  <a:pt x="1289" y="4"/>
                  <a:pt x="1284" y="4"/>
                </a:cubicBezTo>
                <a:cubicBezTo>
                  <a:pt x="1284" y="4"/>
                  <a:pt x="1284" y="4"/>
                  <a:pt x="1284" y="4"/>
                </a:cubicBezTo>
                <a:cubicBezTo>
                  <a:pt x="1280" y="4"/>
                  <a:pt x="1280" y="4"/>
                  <a:pt x="1275" y="4"/>
                </a:cubicBezTo>
                <a:cubicBezTo>
                  <a:pt x="1270" y="4"/>
                  <a:pt x="1270" y="7"/>
                  <a:pt x="1265" y="7"/>
                </a:cubicBezTo>
                <a:cubicBezTo>
                  <a:pt x="1260" y="7"/>
                  <a:pt x="1260" y="14"/>
                  <a:pt x="1256" y="14"/>
                </a:cubicBezTo>
                <a:cubicBezTo>
                  <a:pt x="1251" y="14"/>
                  <a:pt x="1251" y="10"/>
                  <a:pt x="1246" y="10"/>
                </a:cubicBezTo>
                <a:cubicBezTo>
                  <a:pt x="1241" y="10"/>
                  <a:pt x="1241" y="12"/>
                  <a:pt x="1237" y="12"/>
                </a:cubicBezTo>
                <a:cubicBezTo>
                  <a:pt x="1232" y="12"/>
                  <a:pt x="1232" y="21"/>
                  <a:pt x="1227" y="21"/>
                </a:cubicBezTo>
                <a:cubicBezTo>
                  <a:pt x="1222" y="21"/>
                  <a:pt x="1222" y="21"/>
                  <a:pt x="1217" y="21"/>
                </a:cubicBezTo>
                <a:cubicBezTo>
                  <a:pt x="1213" y="21"/>
                  <a:pt x="1213" y="13"/>
                  <a:pt x="1208" y="13"/>
                </a:cubicBezTo>
                <a:cubicBezTo>
                  <a:pt x="1203" y="13"/>
                  <a:pt x="1203" y="2"/>
                  <a:pt x="1198" y="2"/>
                </a:cubicBezTo>
                <a:cubicBezTo>
                  <a:pt x="1193" y="2"/>
                  <a:pt x="1193" y="7"/>
                  <a:pt x="1189" y="7"/>
                </a:cubicBezTo>
                <a:cubicBezTo>
                  <a:pt x="1184" y="7"/>
                  <a:pt x="1184" y="10"/>
                  <a:pt x="1179" y="10"/>
                </a:cubicBezTo>
                <a:cubicBezTo>
                  <a:pt x="1174" y="10"/>
                  <a:pt x="1174" y="20"/>
                  <a:pt x="1170" y="20"/>
                </a:cubicBezTo>
                <a:cubicBezTo>
                  <a:pt x="1165" y="20"/>
                  <a:pt x="1165" y="23"/>
                  <a:pt x="1160" y="23"/>
                </a:cubicBezTo>
                <a:cubicBezTo>
                  <a:pt x="1155" y="23"/>
                  <a:pt x="1155" y="3"/>
                  <a:pt x="1150" y="3"/>
                </a:cubicBezTo>
                <a:cubicBezTo>
                  <a:pt x="1146" y="3"/>
                  <a:pt x="1146" y="13"/>
                  <a:pt x="1141" y="13"/>
                </a:cubicBezTo>
                <a:cubicBezTo>
                  <a:pt x="1136" y="13"/>
                  <a:pt x="1136" y="4"/>
                  <a:pt x="1131" y="4"/>
                </a:cubicBezTo>
                <a:cubicBezTo>
                  <a:pt x="1126" y="4"/>
                  <a:pt x="1126" y="22"/>
                  <a:pt x="1122" y="22"/>
                </a:cubicBezTo>
                <a:cubicBezTo>
                  <a:pt x="1117" y="22"/>
                  <a:pt x="1117" y="8"/>
                  <a:pt x="1112" y="8"/>
                </a:cubicBezTo>
                <a:cubicBezTo>
                  <a:pt x="1107" y="8"/>
                  <a:pt x="1107" y="20"/>
                  <a:pt x="1103" y="20"/>
                </a:cubicBezTo>
                <a:cubicBezTo>
                  <a:pt x="1098" y="20"/>
                  <a:pt x="1098" y="13"/>
                  <a:pt x="1093" y="13"/>
                </a:cubicBezTo>
                <a:cubicBezTo>
                  <a:pt x="1088" y="13"/>
                  <a:pt x="1088" y="6"/>
                  <a:pt x="1083" y="6"/>
                </a:cubicBezTo>
                <a:cubicBezTo>
                  <a:pt x="1079" y="6"/>
                  <a:pt x="1079" y="22"/>
                  <a:pt x="1074" y="22"/>
                </a:cubicBezTo>
                <a:cubicBezTo>
                  <a:pt x="1069" y="22"/>
                  <a:pt x="1069" y="4"/>
                  <a:pt x="1064" y="4"/>
                </a:cubicBezTo>
                <a:cubicBezTo>
                  <a:pt x="1059" y="4"/>
                  <a:pt x="1059" y="12"/>
                  <a:pt x="1055" y="12"/>
                </a:cubicBezTo>
                <a:cubicBezTo>
                  <a:pt x="1050" y="12"/>
                  <a:pt x="1050" y="4"/>
                  <a:pt x="1045" y="4"/>
                </a:cubicBezTo>
                <a:cubicBezTo>
                  <a:pt x="1040" y="4"/>
                  <a:pt x="1040" y="22"/>
                  <a:pt x="1036" y="22"/>
                </a:cubicBezTo>
                <a:cubicBezTo>
                  <a:pt x="1031" y="22"/>
                  <a:pt x="1031" y="6"/>
                  <a:pt x="1026" y="6"/>
                </a:cubicBezTo>
                <a:cubicBezTo>
                  <a:pt x="1021" y="6"/>
                  <a:pt x="1021" y="19"/>
                  <a:pt x="1016" y="19"/>
                </a:cubicBezTo>
                <a:cubicBezTo>
                  <a:pt x="1012" y="19"/>
                  <a:pt x="1012" y="3"/>
                  <a:pt x="1007" y="3"/>
                </a:cubicBezTo>
                <a:cubicBezTo>
                  <a:pt x="1002" y="3"/>
                  <a:pt x="1002" y="14"/>
                  <a:pt x="997" y="14"/>
                </a:cubicBezTo>
                <a:cubicBezTo>
                  <a:pt x="992" y="14"/>
                  <a:pt x="992" y="9"/>
                  <a:pt x="988" y="9"/>
                </a:cubicBezTo>
                <a:cubicBezTo>
                  <a:pt x="983" y="9"/>
                  <a:pt x="983" y="1"/>
                  <a:pt x="978" y="1"/>
                </a:cubicBezTo>
                <a:cubicBezTo>
                  <a:pt x="973" y="1"/>
                  <a:pt x="973" y="11"/>
                  <a:pt x="968" y="11"/>
                </a:cubicBezTo>
                <a:cubicBezTo>
                  <a:pt x="964" y="11"/>
                  <a:pt x="964" y="9"/>
                  <a:pt x="959" y="9"/>
                </a:cubicBezTo>
                <a:cubicBezTo>
                  <a:pt x="954" y="9"/>
                  <a:pt x="954" y="21"/>
                  <a:pt x="949" y="21"/>
                </a:cubicBezTo>
                <a:cubicBezTo>
                  <a:pt x="945" y="21"/>
                  <a:pt x="945" y="6"/>
                  <a:pt x="940" y="6"/>
                </a:cubicBezTo>
                <a:cubicBezTo>
                  <a:pt x="935" y="6"/>
                  <a:pt x="935" y="10"/>
                  <a:pt x="930" y="10"/>
                </a:cubicBezTo>
                <a:cubicBezTo>
                  <a:pt x="925" y="10"/>
                  <a:pt x="925" y="14"/>
                  <a:pt x="921" y="14"/>
                </a:cubicBezTo>
                <a:cubicBezTo>
                  <a:pt x="916" y="14"/>
                  <a:pt x="916" y="6"/>
                  <a:pt x="911" y="6"/>
                </a:cubicBezTo>
                <a:cubicBezTo>
                  <a:pt x="906" y="6"/>
                  <a:pt x="906" y="14"/>
                  <a:pt x="901" y="14"/>
                </a:cubicBezTo>
                <a:cubicBezTo>
                  <a:pt x="897" y="14"/>
                  <a:pt x="897" y="5"/>
                  <a:pt x="892" y="5"/>
                </a:cubicBezTo>
                <a:cubicBezTo>
                  <a:pt x="887" y="5"/>
                  <a:pt x="887" y="11"/>
                  <a:pt x="882" y="11"/>
                </a:cubicBezTo>
                <a:cubicBezTo>
                  <a:pt x="877" y="11"/>
                  <a:pt x="877" y="6"/>
                  <a:pt x="873" y="6"/>
                </a:cubicBezTo>
                <a:cubicBezTo>
                  <a:pt x="868" y="6"/>
                  <a:pt x="868" y="1"/>
                  <a:pt x="863" y="1"/>
                </a:cubicBezTo>
                <a:cubicBezTo>
                  <a:pt x="858" y="1"/>
                  <a:pt x="858" y="1"/>
                  <a:pt x="853" y="1"/>
                </a:cubicBezTo>
                <a:cubicBezTo>
                  <a:pt x="849" y="1"/>
                  <a:pt x="849" y="7"/>
                  <a:pt x="844" y="7"/>
                </a:cubicBezTo>
                <a:cubicBezTo>
                  <a:pt x="839" y="7"/>
                  <a:pt x="839" y="3"/>
                  <a:pt x="834" y="3"/>
                </a:cubicBezTo>
                <a:cubicBezTo>
                  <a:pt x="829" y="3"/>
                  <a:pt x="829" y="2"/>
                  <a:pt x="825" y="2"/>
                </a:cubicBezTo>
                <a:cubicBezTo>
                  <a:pt x="820" y="2"/>
                  <a:pt x="820" y="11"/>
                  <a:pt x="815" y="11"/>
                </a:cubicBezTo>
                <a:cubicBezTo>
                  <a:pt x="810" y="11"/>
                  <a:pt x="810" y="8"/>
                  <a:pt x="806" y="8"/>
                </a:cubicBezTo>
                <a:cubicBezTo>
                  <a:pt x="801" y="8"/>
                  <a:pt x="801" y="13"/>
                  <a:pt x="796" y="13"/>
                </a:cubicBezTo>
                <a:cubicBezTo>
                  <a:pt x="791" y="13"/>
                  <a:pt x="791" y="4"/>
                  <a:pt x="786" y="4"/>
                </a:cubicBezTo>
                <a:cubicBezTo>
                  <a:pt x="782" y="4"/>
                  <a:pt x="782" y="12"/>
                  <a:pt x="777" y="12"/>
                </a:cubicBezTo>
                <a:cubicBezTo>
                  <a:pt x="772" y="12"/>
                  <a:pt x="772" y="10"/>
                  <a:pt x="767" y="10"/>
                </a:cubicBezTo>
                <a:cubicBezTo>
                  <a:pt x="762" y="10"/>
                  <a:pt x="762" y="13"/>
                  <a:pt x="758" y="13"/>
                </a:cubicBezTo>
                <a:cubicBezTo>
                  <a:pt x="753" y="13"/>
                  <a:pt x="753" y="17"/>
                  <a:pt x="748" y="17"/>
                </a:cubicBezTo>
                <a:cubicBezTo>
                  <a:pt x="743" y="17"/>
                  <a:pt x="743" y="12"/>
                  <a:pt x="738" y="12"/>
                </a:cubicBezTo>
                <a:cubicBezTo>
                  <a:pt x="734" y="12"/>
                  <a:pt x="734" y="20"/>
                  <a:pt x="729" y="20"/>
                </a:cubicBezTo>
                <a:cubicBezTo>
                  <a:pt x="724" y="20"/>
                  <a:pt x="724" y="15"/>
                  <a:pt x="719" y="15"/>
                </a:cubicBezTo>
                <a:cubicBezTo>
                  <a:pt x="715" y="15"/>
                  <a:pt x="715" y="8"/>
                  <a:pt x="710" y="8"/>
                </a:cubicBezTo>
                <a:cubicBezTo>
                  <a:pt x="705" y="8"/>
                  <a:pt x="705" y="15"/>
                  <a:pt x="700" y="15"/>
                </a:cubicBezTo>
                <a:cubicBezTo>
                  <a:pt x="695" y="15"/>
                  <a:pt x="695" y="6"/>
                  <a:pt x="691" y="6"/>
                </a:cubicBezTo>
                <a:cubicBezTo>
                  <a:pt x="686" y="6"/>
                  <a:pt x="686" y="17"/>
                  <a:pt x="681" y="17"/>
                </a:cubicBezTo>
                <a:cubicBezTo>
                  <a:pt x="676" y="17"/>
                  <a:pt x="676" y="12"/>
                  <a:pt x="671" y="12"/>
                </a:cubicBezTo>
                <a:cubicBezTo>
                  <a:pt x="667" y="12"/>
                  <a:pt x="667" y="5"/>
                  <a:pt x="662" y="5"/>
                </a:cubicBezTo>
                <a:cubicBezTo>
                  <a:pt x="657" y="5"/>
                  <a:pt x="657" y="11"/>
                  <a:pt x="652" y="11"/>
                </a:cubicBezTo>
                <a:cubicBezTo>
                  <a:pt x="647" y="11"/>
                  <a:pt x="647" y="9"/>
                  <a:pt x="643" y="9"/>
                </a:cubicBezTo>
                <a:cubicBezTo>
                  <a:pt x="638" y="9"/>
                  <a:pt x="638" y="5"/>
                  <a:pt x="633" y="5"/>
                </a:cubicBezTo>
                <a:cubicBezTo>
                  <a:pt x="628" y="5"/>
                  <a:pt x="628" y="16"/>
                  <a:pt x="623" y="16"/>
                </a:cubicBezTo>
                <a:cubicBezTo>
                  <a:pt x="619" y="16"/>
                  <a:pt x="619" y="17"/>
                  <a:pt x="614" y="17"/>
                </a:cubicBezTo>
                <a:cubicBezTo>
                  <a:pt x="609" y="17"/>
                  <a:pt x="609" y="0"/>
                  <a:pt x="604" y="0"/>
                </a:cubicBezTo>
                <a:cubicBezTo>
                  <a:pt x="599" y="0"/>
                  <a:pt x="599" y="2"/>
                  <a:pt x="595" y="2"/>
                </a:cubicBezTo>
                <a:cubicBezTo>
                  <a:pt x="590" y="2"/>
                  <a:pt x="590" y="14"/>
                  <a:pt x="585" y="14"/>
                </a:cubicBezTo>
                <a:cubicBezTo>
                  <a:pt x="580" y="14"/>
                  <a:pt x="580" y="5"/>
                  <a:pt x="575" y="5"/>
                </a:cubicBezTo>
                <a:cubicBezTo>
                  <a:pt x="571" y="5"/>
                  <a:pt x="571" y="6"/>
                  <a:pt x="566" y="6"/>
                </a:cubicBezTo>
                <a:cubicBezTo>
                  <a:pt x="561" y="6"/>
                  <a:pt x="561" y="23"/>
                  <a:pt x="556" y="23"/>
                </a:cubicBezTo>
                <a:cubicBezTo>
                  <a:pt x="552" y="23"/>
                  <a:pt x="552" y="1"/>
                  <a:pt x="547" y="1"/>
                </a:cubicBezTo>
                <a:cubicBezTo>
                  <a:pt x="542" y="1"/>
                  <a:pt x="542" y="19"/>
                  <a:pt x="537" y="19"/>
                </a:cubicBezTo>
                <a:cubicBezTo>
                  <a:pt x="532" y="19"/>
                  <a:pt x="532" y="12"/>
                  <a:pt x="528" y="12"/>
                </a:cubicBezTo>
                <a:cubicBezTo>
                  <a:pt x="523" y="12"/>
                  <a:pt x="523" y="2"/>
                  <a:pt x="518" y="2"/>
                </a:cubicBezTo>
                <a:cubicBezTo>
                  <a:pt x="513" y="2"/>
                  <a:pt x="513" y="19"/>
                  <a:pt x="508" y="19"/>
                </a:cubicBezTo>
                <a:cubicBezTo>
                  <a:pt x="504" y="19"/>
                  <a:pt x="504" y="5"/>
                  <a:pt x="499" y="5"/>
                </a:cubicBezTo>
                <a:cubicBezTo>
                  <a:pt x="494" y="5"/>
                  <a:pt x="494" y="16"/>
                  <a:pt x="489" y="16"/>
                </a:cubicBezTo>
                <a:cubicBezTo>
                  <a:pt x="484" y="16"/>
                  <a:pt x="484" y="5"/>
                  <a:pt x="480" y="5"/>
                </a:cubicBezTo>
                <a:cubicBezTo>
                  <a:pt x="475" y="5"/>
                  <a:pt x="475" y="23"/>
                  <a:pt x="470" y="23"/>
                </a:cubicBezTo>
                <a:cubicBezTo>
                  <a:pt x="465" y="23"/>
                  <a:pt x="465" y="23"/>
                  <a:pt x="460" y="23"/>
                </a:cubicBezTo>
                <a:cubicBezTo>
                  <a:pt x="456" y="23"/>
                  <a:pt x="456" y="3"/>
                  <a:pt x="451" y="3"/>
                </a:cubicBezTo>
                <a:cubicBezTo>
                  <a:pt x="446" y="3"/>
                  <a:pt x="446" y="17"/>
                  <a:pt x="441" y="17"/>
                </a:cubicBezTo>
                <a:cubicBezTo>
                  <a:pt x="436" y="17"/>
                  <a:pt x="436" y="8"/>
                  <a:pt x="432" y="8"/>
                </a:cubicBezTo>
                <a:cubicBezTo>
                  <a:pt x="427" y="8"/>
                  <a:pt x="427" y="13"/>
                  <a:pt x="422" y="13"/>
                </a:cubicBezTo>
                <a:cubicBezTo>
                  <a:pt x="417" y="13"/>
                  <a:pt x="417" y="0"/>
                  <a:pt x="412" y="0"/>
                </a:cubicBezTo>
                <a:cubicBezTo>
                  <a:pt x="408" y="0"/>
                  <a:pt x="408" y="11"/>
                  <a:pt x="403" y="11"/>
                </a:cubicBezTo>
                <a:cubicBezTo>
                  <a:pt x="398" y="11"/>
                  <a:pt x="398" y="21"/>
                  <a:pt x="393" y="21"/>
                </a:cubicBezTo>
                <a:cubicBezTo>
                  <a:pt x="388" y="21"/>
                  <a:pt x="388" y="9"/>
                  <a:pt x="384" y="9"/>
                </a:cubicBezTo>
                <a:cubicBezTo>
                  <a:pt x="379" y="9"/>
                  <a:pt x="379" y="17"/>
                  <a:pt x="374" y="17"/>
                </a:cubicBezTo>
                <a:cubicBezTo>
                  <a:pt x="369" y="17"/>
                  <a:pt x="369" y="17"/>
                  <a:pt x="365" y="17"/>
                </a:cubicBezTo>
                <a:cubicBezTo>
                  <a:pt x="360" y="17"/>
                  <a:pt x="360" y="2"/>
                  <a:pt x="355" y="2"/>
                </a:cubicBezTo>
                <a:cubicBezTo>
                  <a:pt x="350" y="2"/>
                  <a:pt x="350" y="14"/>
                  <a:pt x="345" y="14"/>
                </a:cubicBezTo>
                <a:cubicBezTo>
                  <a:pt x="341" y="14"/>
                  <a:pt x="341" y="19"/>
                  <a:pt x="336" y="19"/>
                </a:cubicBezTo>
                <a:cubicBezTo>
                  <a:pt x="331" y="19"/>
                  <a:pt x="331" y="15"/>
                  <a:pt x="326" y="15"/>
                </a:cubicBezTo>
                <a:cubicBezTo>
                  <a:pt x="321" y="15"/>
                  <a:pt x="321" y="3"/>
                  <a:pt x="317" y="3"/>
                </a:cubicBezTo>
                <a:cubicBezTo>
                  <a:pt x="312" y="3"/>
                  <a:pt x="312" y="9"/>
                  <a:pt x="307" y="9"/>
                </a:cubicBezTo>
                <a:cubicBezTo>
                  <a:pt x="302" y="9"/>
                  <a:pt x="302" y="4"/>
                  <a:pt x="297" y="4"/>
                </a:cubicBezTo>
                <a:cubicBezTo>
                  <a:pt x="293" y="4"/>
                  <a:pt x="293" y="0"/>
                  <a:pt x="288" y="0"/>
                </a:cubicBezTo>
                <a:cubicBezTo>
                  <a:pt x="283" y="0"/>
                  <a:pt x="283" y="24"/>
                  <a:pt x="278" y="24"/>
                </a:cubicBezTo>
                <a:cubicBezTo>
                  <a:pt x="273" y="24"/>
                  <a:pt x="273" y="10"/>
                  <a:pt x="269" y="10"/>
                </a:cubicBezTo>
                <a:cubicBezTo>
                  <a:pt x="264" y="10"/>
                  <a:pt x="264" y="16"/>
                  <a:pt x="259" y="16"/>
                </a:cubicBezTo>
                <a:cubicBezTo>
                  <a:pt x="254" y="16"/>
                  <a:pt x="254" y="8"/>
                  <a:pt x="249" y="8"/>
                </a:cubicBezTo>
                <a:cubicBezTo>
                  <a:pt x="245" y="8"/>
                  <a:pt x="245" y="2"/>
                  <a:pt x="240" y="2"/>
                </a:cubicBezTo>
                <a:cubicBezTo>
                  <a:pt x="235" y="2"/>
                  <a:pt x="235" y="2"/>
                  <a:pt x="230" y="2"/>
                </a:cubicBezTo>
                <a:cubicBezTo>
                  <a:pt x="226" y="2"/>
                  <a:pt x="226" y="5"/>
                  <a:pt x="221" y="5"/>
                </a:cubicBezTo>
                <a:cubicBezTo>
                  <a:pt x="216" y="5"/>
                  <a:pt x="216" y="3"/>
                  <a:pt x="211" y="3"/>
                </a:cubicBezTo>
                <a:cubicBezTo>
                  <a:pt x="206" y="3"/>
                  <a:pt x="206" y="23"/>
                  <a:pt x="202" y="23"/>
                </a:cubicBezTo>
                <a:cubicBezTo>
                  <a:pt x="197" y="23"/>
                  <a:pt x="197" y="23"/>
                  <a:pt x="192" y="23"/>
                </a:cubicBezTo>
                <a:cubicBezTo>
                  <a:pt x="187" y="23"/>
                  <a:pt x="187" y="3"/>
                  <a:pt x="182" y="3"/>
                </a:cubicBezTo>
                <a:cubicBezTo>
                  <a:pt x="178" y="3"/>
                  <a:pt x="178" y="3"/>
                  <a:pt x="173" y="3"/>
                </a:cubicBezTo>
                <a:cubicBezTo>
                  <a:pt x="168" y="3"/>
                  <a:pt x="168" y="4"/>
                  <a:pt x="163" y="4"/>
                </a:cubicBezTo>
                <a:cubicBezTo>
                  <a:pt x="158" y="4"/>
                  <a:pt x="158" y="19"/>
                  <a:pt x="154" y="19"/>
                </a:cubicBezTo>
                <a:cubicBezTo>
                  <a:pt x="149" y="19"/>
                  <a:pt x="149" y="5"/>
                  <a:pt x="144" y="5"/>
                </a:cubicBezTo>
                <a:cubicBezTo>
                  <a:pt x="139" y="5"/>
                  <a:pt x="139" y="15"/>
                  <a:pt x="134" y="15"/>
                </a:cubicBezTo>
                <a:cubicBezTo>
                  <a:pt x="130" y="15"/>
                  <a:pt x="130" y="9"/>
                  <a:pt x="125" y="9"/>
                </a:cubicBezTo>
                <a:cubicBezTo>
                  <a:pt x="120" y="9"/>
                  <a:pt x="120" y="9"/>
                  <a:pt x="115" y="9"/>
                </a:cubicBezTo>
                <a:cubicBezTo>
                  <a:pt x="110" y="9"/>
                  <a:pt x="110" y="5"/>
                  <a:pt x="106" y="5"/>
                </a:cubicBezTo>
                <a:cubicBezTo>
                  <a:pt x="101" y="5"/>
                  <a:pt x="101" y="12"/>
                  <a:pt x="96" y="12"/>
                </a:cubicBezTo>
                <a:cubicBezTo>
                  <a:pt x="91" y="12"/>
                  <a:pt x="91" y="6"/>
                  <a:pt x="86" y="6"/>
                </a:cubicBezTo>
                <a:cubicBezTo>
                  <a:pt x="82" y="6"/>
                  <a:pt x="82" y="6"/>
                  <a:pt x="77" y="6"/>
                </a:cubicBezTo>
                <a:cubicBezTo>
                  <a:pt x="72" y="6"/>
                  <a:pt x="72" y="20"/>
                  <a:pt x="67" y="20"/>
                </a:cubicBezTo>
                <a:cubicBezTo>
                  <a:pt x="63" y="20"/>
                  <a:pt x="63" y="10"/>
                  <a:pt x="58" y="10"/>
                </a:cubicBezTo>
                <a:cubicBezTo>
                  <a:pt x="53" y="10"/>
                  <a:pt x="53" y="12"/>
                  <a:pt x="48" y="12"/>
                </a:cubicBezTo>
                <a:cubicBezTo>
                  <a:pt x="43" y="12"/>
                  <a:pt x="43" y="15"/>
                  <a:pt x="39" y="15"/>
                </a:cubicBezTo>
                <a:cubicBezTo>
                  <a:pt x="34" y="15"/>
                  <a:pt x="34" y="5"/>
                  <a:pt x="29" y="5"/>
                </a:cubicBezTo>
                <a:cubicBezTo>
                  <a:pt x="24" y="5"/>
                  <a:pt x="24" y="1"/>
                  <a:pt x="19" y="1"/>
                </a:cubicBezTo>
                <a:cubicBezTo>
                  <a:pt x="15" y="1"/>
                  <a:pt x="7" y="2"/>
                  <a:pt x="3" y="5"/>
                </a:cubicBezTo>
                <a:cubicBezTo>
                  <a:pt x="0" y="9"/>
                  <a:pt x="21" y="17"/>
                  <a:pt x="21" y="22"/>
                </a:cubicBezTo>
                <a:cubicBezTo>
                  <a:pt x="21" y="26"/>
                  <a:pt x="8" y="26"/>
                  <a:pt x="8" y="31"/>
                </a:cubicBezTo>
                <a:cubicBezTo>
                  <a:pt x="8" y="35"/>
                  <a:pt x="14" y="36"/>
                  <a:pt x="17" y="38"/>
                </a:cubicBezTo>
                <a:cubicBezTo>
                  <a:pt x="9" y="40"/>
                  <a:pt x="3" y="46"/>
                  <a:pt x="3" y="52"/>
                </a:cubicBezTo>
                <a:cubicBezTo>
                  <a:pt x="3" y="82"/>
                  <a:pt x="3" y="82"/>
                  <a:pt x="3" y="82"/>
                </a:cubicBezTo>
                <a:cubicBezTo>
                  <a:pt x="3" y="91"/>
                  <a:pt x="12" y="97"/>
                  <a:pt x="23" y="97"/>
                </a:cubicBezTo>
                <a:cubicBezTo>
                  <a:pt x="3500" y="97"/>
                  <a:pt x="3500" y="97"/>
                  <a:pt x="3500" y="97"/>
                </a:cubicBezTo>
                <a:cubicBezTo>
                  <a:pt x="3511" y="97"/>
                  <a:pt x="3520" y="91"/>
                  <a:pt x="3520" y="82"/>
                </a:cubicBezTo>
                <a:cubicBezTo>
                  <a:pt x="3520" y="52"/>
                  <a:pt x="3520" y="52"/>
                  <a:pt x="3520" y="52"/>
                </a:cubicBezTo>
                <a:cubicBezTo>
                  <a:pt x="3520" y="46"/>
                  <a:pt x="3515" y="41"/>
                  <a:pt x="3508" y="39"/>
                </a:cubicBezTo>
                <a:close/>
              </a:path>
            </a:pathLst>
          </a:custGeom>
          <a:solidFill>
            <a:srgbClr val="B4540C"/>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83" name="组合 82"/>
          <p:cNvGrpSpPr/>
          <p:nvPr/>
        </p:nvGrpSpPr>
        <p:grpSpPr>
          <a:xfrm>
            <a:off x="4149725" y="5241925"/>
            <a:ext cx="1676400" cy="890588"/>
            <a:chOff x="4149725" y="5241925"/>
            <a:chExt cx="1676400" cy="890588"/>
          </a:xfrm>
          <a:solidFill>
            <a:srgbClr val="B4540C"/>
          </a:solidFill>
        </p:grpSpPr>
        <p:sp>
          <p:nvSpPr>
            <p:cNvPr id="84" name="Freeform 85"/>
            <p:cNvSpPr>
              <a:spLocks/>
            </p:cNvSpPr>
            <p:nvPr/>
          </p:nvSpPr>
          <p:spPr bwMode="auto">
            <a:xfrm>
              <a:off x="5353050" y="5978525"/>
              <a:ext cx="473075" cy="128588"/>
            </a:xfrm>
            <a:custGeom>
              <a:avLst/>
              <a:gdLst>
                <a:gd name="T0" fmla="*/ 230 w 278"/>
                <a:gd name="T1" fmla="*/ 34 h 75"/>
                <a:gd name="T2" fmla="*/ 187 w 278"/>
                <a:gd name="T3" fmla="*/ 63 h 75"/>
                <a:gd name="T4" fmla="*/ 172 w 278"/>
                <a:gd name="T5" fmla="*/ 60 h 75"/>
                <a:gd name="T6" fmla="*/ 9 w 278"/>
                <a:gd name="T7" fmla="*/ 0 h 75"/>
                <a:gd name="T8" fmla="*/ 0 w 278"/>
                <a:gd name="T9" fmla="*/ 0 h 75"/>
                <a:gd name="T10" fmla="*/ 13 w 278"/>
                <a:gd name="T11" fmla="*/ 25 h 75"/>
                <a:gd name="T12" fmla="*/ 7 w 278"/>
                <a:gd name="T13" fmla="*/ 69 h 75"/>
                <a:gd name="T14" fmla="*/ 3 w 278"/>
                <a:gd name="T15" fmla="*/ 74 h 75"/>
                <a:gd name="T16" fmla="*/ 241 w 278"/>
                <a:gd name="T17" fmla="*/ 75 h 75"/>
                <a:gd name="T18" fmla="*/ 278 w 278"/>
                <a:gd name="T19" fmla="*/ 37 h 75"/>
                <a:gd name="T20" fmla="*/ 241 w 278"/>
                <a:gd name="T21" fmla="*/ 0 h 75"/>
                <a:gd name="T22" fmla="*/ 229 w 278"/>
                <a:gd name="T23" fmla="*/ 0 h 75"/>
                <a:gd name="T24" fmla="*/ 230 w 278"/>
                <a:gd name="T25" fmla="*/ 34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8" h="75">
                  <a:moveTo>
                    <a:pt x="230" y="34"/>
                  </a:moveTo>
                  <a:cubicBezTo>
                    <a:pt x="223" y="51"/>
                    <a:pt x="206" y="63"/>
                    <a:pt x="187" y="63"/>
                  </a:cubicBezTo>
                  <a:cubicBezTo>
                    <a:pt x="182" y="63"/>
                    <a:pt x="177" y="62"/>
                    <a:pt x="172" y="60"/>
                  </a:cubicBezTo>
                  <a:cubicBezTo>
                    <a:pt x="9" y="0"/>
                    <a:pt x="9" y="0"/>
                    <a:pt x="9" y="0"/>
                  </a:cubicBezTo>
                  <a:cubicBezTo>
                    <a:pt x="0" y="0"/>
                    <a:pt x="0" y="0"/>
                    <a:pt x="0" y="0"/>
                  </a:cubicBezTo>
                  <a:cubicBezTo>
                    <a:pt x="6" y="7"/>
                    <a:pt x="11" y="15"/>
                    <a:pt x="13" y="25"/>
                  </a:cubicBezTo>
                  <a:cubicBezTo>
                    <a:pt x="17" y="40"/>
                    <a:pt x="15" y="55"/>
                    <a:pt x="7" y="69"/>
                  </a:cubicBezTo>
                  <a:cubicBezTo>
                    <a:pt x="6" y="71"/>
                    <a:pt x="5" y="72"/>
                    <a:pt x="3" y="74"/>
                  </a:cubicBezTo>
                  <a:cubicBezTo>
                    <a:pt x="241" y="75"/>
                    <a:pt x="241" y="75"/>
                    <a:pt x="241" y="75"/>
                  </a:cubicBezTo>
                  <a:cubicBezTo>
                    <a:pt x="262" y="75"/>
                    <a:pt x="278" y="58"/>
                    <a:pt x="278" y="37"/>
                  </a:cubicBezTo>
                  <a:cubicBezTo>
                    <a:pt x="278" y="17"/>
                    <a:pt x="262" y="0"/>
                    <a:pt x="241" y="0"/>
                  </a:cubicBezTo>
                  <a:cubicBezTo>
                    <a:pt x="229" y="0"/>
                    <a:pt x="229" y="0"/>
                    <a:pt x="229" y="0"/>
                  </a:cubicBezTo>
                  <a:cubicBezTo>
                    <a:pt x="234" y="11"/>
                    <a:pt x="234" y="23"/>
                    <a:pt x="230"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86"/>
            <p:cNvSpPr>
              <a:spLocks/>
            </p:cNvSpPr>
            <p:nvPr/>
          </p:nvSpPr>
          <p:spPr bwMode="auto">
            <a:xfrm>
              <a:off x="5159375" y="6094413"/>
              <a:ext cx="28575" cy="11113"/>
            </a:xfrm>
            <a:custGeom>
              <a:avLst/>
              <a:gdLst>
                <a:gd name="T0" fmla="*/ 0 w 16"/>
                <a:gd name="T1" fmla="*/ 6 h 6"/>
                <a:gd name="T2" fmla="*/ 16 w 16"/>
                <a:gd name="T3" fmla="*/ 6 h 6"/>
                <a:gd name="T4" fmla="*/ 6 w 16"/>
                <a:gd name="T5" fmla="*/ 0 h 6"/>
                <a:gd name="T6" fmla="*/ 0 w 16"/>
                <a:gd name="T7" fmla="*/ 6 h 6"/>
              </a:gdLst>
              <a:ahLst/>
              <a:cxnLst>
                <a:cxn ang="0">
                  <a:pos x="T0" y="T1"/>
                </a:cxn>
                <a:cxn ang="0">
                  <a:pos x="T2" y="T3"/>
                </a:cxn>
                <a:cxn ang="0">
                  <a:pos x="T4" y="T5"/>
                </a:cxn>
                <a:cxn ang="0">
                  <a:pos x="T6" y="T7"/>
                </a:cxn>
              </a:cxnLst>
              <a:rect l="0" t="0" r="r" b="b"/>
              <a:pathLst>
                <a:path w="16" h="6">
                  <a:moveTo>
                    <a:pt x="0" y="6"/>
                  </a:moveTo>
                  <a:cubicBezTo>
                    <a:pt x="16" y="6"/>
                    <a:pt x="16" y="6"/>
                    <a:pt x="16" y="6"/>
                  </a:cubicBezTo>
                  <a:cubicBezTo>
                    <a:pt x="6" y="0"/>
                    <a:pt x="6" y="0"/>
                    <a:pt x="6" y="0"/>
                  </a:cubicBezTo>
                  <a:cubicBezTo>
                    <a:pt x="4" y="2"/>
                    <a:pt x="2" y="4"/>
                    <a:pt x="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87"/>
            <p:cNvSpPr>
              <a:spLocks/>
            </p:cNvSpPr>
            <p:nvPr/>
          </p:nvSpPr>
          <p:spPr bwMode="auto">
            <a:xfrm>
              <a:off x="5313363" y="5830888"/>
              <a:ext cx="431800" cy="250825"/>
            </a:xfrm>
            <a:custGeom>
              <a:avLst/>
              <a:gdLst>
                <a:gd name="T0" fmla="*/ 199 w 254"/>
                <a:gd name="T1" fmla="*/ 140 h 147"/>
                <a:gd name="T2" fmla="*/ 247 w 254"/>
                <a:gd name="T3" fmla="*/ 118 h 147"/>
                <a:gd name="T4" fmla="*/ 225 w 254"/>
                <a:gd name="T5" fmla="*/ 70 h 147"/>
                <a:gd name="T6" fmla="*/ 35 w 254"/>
                <a:gd name="T7" fmla="*/ 0 h 147"/>
                <a:gd name="T8" fmla="*/ 0 w 254"/>
                <a:gd name="T9" fmla="*/ 66 h 147"/>
                <a:gd name="T10" fmla="*/ 199 w 254"/>
                <a:gd name="T11" fmla="*/ 140 h 147"/>
              </a:gdLst>
              <a:ahLst/>
              <a:cxnLst>
                <a:cxn ang="0">
                  <a:pos x="T0" y="T1"/>
                </a:cxn>
                <a:cxn ang="0">
                  <a:pos x="T2" y="T3"/>
                </a:cxn>
                <a:cxn ang="0">
                  <a:pos x="T4" y="T5"/>
                </a:cxn>
                <a:cxn ang="0">
                  <a:pos x="T6" y="T7"/>
                </a:cxn>
                <a:cxn ang="0">
                  <a:pos x="T8" y="T9"/>
                </a:cxn>
                <a:cxn ang="0">
                  <a:pos x="T10" y="T11"/>
                </a:cxn>
              </a:cxnLst>
              <a:rect l="0" t="0" r="r" b="b"/>
              <a:pathLst>
                <a:path w="254" h="147">
                  <a:moveTo>
                    <a:pt x="199" y="140"/>
                  </a:moveTo>
                  <a:cubicBezTo>
                    <a:pt x="218" y="147"/>
                    <a:pt x="240" y="137"/>
                    <a:pt x="247" y="118"/>
                  </a:cubicBezTo>
                  <a:cubicBezTo>
                    <a:pt x="254" y="99"/>
                    <a:pt x="244" y="77"/>
                    <a:pt x="225" y="70"/>
                  </a:cubicBezTo>
                  <a:cubicBezTo>
                    <a:pt x="35" y="0"/>
                    <a:pt x="35" y="0"/>
                    <a:pt x="35" y="0"/>
                  </a:cubicBezTo>
                  <a:cubicBezTo>
                    <a:pt x="30" y="24"/>
                    <a:pt x="17" y="45"/>
                    <a:pt x="0" y="66"/>
                  </a:cubicBezTo>
                  <a:lnTo>
                    <a:pt x="199"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88"/>
            <p:cNvSpPr>
              <a:spLocks/>
            </p:cNvSpPr>
            <p:nvPr/>
          </p:nvSpPr>
          <p:spPr bwMode="auto">
            <a:xfrm>
              <a:off x="4927600" y="5992813"/>
              <a:ext cx="230188" cy="138113"/>
            </a:xfrm>
            <a:custGeom>
              <a:avLst/>
              <a:gdLst>
                <a:gd name="T0" fmla="*/ 42 w 136"/>
                <a:gd name="T1" fmla="*/ 0 h 81"/>
                <a:gd name="T2" fmla="*/ 0 w 136"/>
                <a:gd name="T3" fmla="*/ 28 h 81"/>
                <a:gd name="T4" fmla="*/ 110 w 136"/>
                <a:gd name="T5" fmla="*/ 81 h 81"/>
                <a:gd name="T6" fmla="*/ 136 w 136"/>
                <a:gd name="T7" fmla="*/ 55 h 81"/>
                <a:gd name="T8" fmla="*/ 42 w 136"/>
                <a:gd name="T9" fmla="*/ 0 h 81"/>
              </a:gdLst>
              <a:ahLst/>
              <a:cxnLst>
                <a:cxn ang="0">
                  <a:pos x="T0" y="T1"/>
                </a:cxn>
                <a:cxn ang="0">
                  <a:pos x="T2" y="T3"/>
                </a:cxn>
                <a:cxn ang="0">
                  <a:pos x="T4" y="T5"/>
                </a:cxn>
                <a:cxn ang="0">
                  <a:pos x="T6" y="T7"/>
                </a:cxn>
                <a:cxn ang="0">
                  <a:pos x="T8" y="T9"/>
                </a:cxn>
              </a:cxnLst>
              <a:rect l="0" t="0" r="r" b="b"/>
              <a:pathLst>
                <a:path w="136" h="81">
                  <a:moveTo>
                    <a:pt x="42" y="0"/>
                  </a:moveTo>
                  <a:cubicBezTo>
                    <a:pt x="0" y="28"/>
                    <a:pt x="0" y="28"/>
                    <a:pt x="0" y="28"/>
                  </a:cubicBezTo>
                  <a:cubicBezTo>
                    <a:pt x="35" y="59"/>
                    <a:pt x="75" y="80"/>
                    <a:pt x="110" y="81"/>
                  </a:cubicBezTo>
                  <a:cubicBezTo>
                    <a:pt x="119" y="72"/>
                    <a:pt x="127" y="64"/>
                    <a:pt x="136" y="55"/>
                  </a:cubicBezTo>
                  <a:lnTo>
                    <a:pt x="4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89"/>
            <p:cNvSpPr>
              <a:spLocks/>
            </p:cNvSpPr>
            <p:nvPr/>
          </p:nvSpPr>
          <p:spPr bwMode="auto">
            <a:xfrm>
              <a:off x="5127625" y="5697538"/>
              <a:ext cx="242888" cy="244475"/>
            </a:xfrm>
            <a:custGeom>
              <a:avLst/>
              <a:gdLst>
                <a:gd name="T0" fmla="*/ 0 w 143"/>
                <a:gd name="T1" fmla="*/ 84 h 144"/>
                <a:gd name="T2" fmla="*/ 100 w 143"/>
                <a:gd name="T3" fmla="*/ 144 h 144"/>
                <a:gd name="T4" fmla="*/ 139 w 143"/>
                <a:gd name="T5" fmla="*/ 40 h 144"/>
                <a:gd name="T6" fmla="*/ 23 w 143"/>
                <a:gd name="T7" fmla="*/ 0 h 144"/>
                <a:gd name="T8" fmla="*/ 0 w 143"/>
                <a:gd name="T9" fmla="*/ 84 h 144"/>
              </a:gdLst>
              <a:ahLst/>
              <a:cxnLst>
                <a:cxn ang="0">
                  <a:pos x="T0" y="T1"/>
                </a:cxn>
                <a:cxn ang="0">
                  <a:pos x="T2" y="T3"/>
                </a:cxn>
                <a:cxn ang="0">
                  <a:pos x="T4" y="T5"/>
                </a:cxn>
                <a:cxn ang="0">
                  <a:pos x="T6" y="T7"/>
                </a:cxn>
                <a:cxn ang="0">
                  <a:pos x="T8" y="T9"/>
                </a:cxn>
              </a:cxnLst>
              <a:rect l="0" t="0" r="r" b="b"/>
              <a:pathLst>
                <a:path w="143" h="144">
                  <a:moveTo>
                    <a:pt x="0" y="84"/>
                  </a:moveTo>
                  <a:cubicBezTo>
                    <a:pt x="100" y="144"/>
                    <a:pt x="100" y="144"/>
                    <a:pt x="100" y="144"/>
                  </a:cubicBezTo>
                  <a:cubicBezTo>
                    <a:pt x="127" y="112"/>
                    <a:pt x="143" y="79"/>
                    <a:pt x="139" y="40"/>
                  </a:cubicBezTo>
                  <a:cubicBezTo>
                    <a:pt x="109" y="58"/>
                    <a:pt x="68" y="33"/>
                    <a:pt x="23" y="0"/>
                  </a:cubicBezTo>
                  <a:cubicBezTo>
                    <a:pt x="19" y="24"/>
                    <a:pt x="12" y="52"/>
                    <a:pt x="0"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90"/>
            <p:cNvSpPr>
              <a:spLocks/>
            </p:cNvSpPr>
            <p:nvPr/>
          </p:nvSpPr>
          <p:spPr bwMode="auto">
            <a:xfrm>
              <a:off x="4570413" y="5241925"/>
              <a:ext cx="320675" cy="320675"/>
            </a:xfrm>
            <a:custGeom>
              <a:avLst/>
              <a:gdLst>
                <a:gd name="T0" fmla="*/ 123 w 189"/>
                <a:gd name="T1" fmla="*/ 174 h 189"/>
                <a:gd name="T2" fmla="*/ 174 w 189"/>
                <a:gd name="T3" fmla="*/ 66 h 189"/>
                <a:gd name="T4" fmla="*/ 66 w 189"/>
                <a:gd name="T5" fmla="*/ 16 h 189"/>
                <a:gd name="T6" fmla="*/ 16 w 189"/>
                <a:gd name="T7" fmla="*/ 123 h 189"/>
                <a:gd name="T8" fmla="*/ 123 w 189"/>
                <a:gd name="T9" fmla="*/ 174 h 189"/>
              </a:gdLst>
              <a:ahLst/>
              <a:cxnLst>
                <a:cxn ang="0">
                  <a:pos x="T0" y="T1"/>
                </a:cxn>
                <a:cxn ang="0">
                  <a:pos x="T2" y="T3"/>
                </a:cxn>
                <a:cxn ang="0">
                  <a:pos x="T4" y="T5"/>
                </a:cxn>
                <a:cxn ang="0">
                  <a:pos x="T6" y="T7"/>
                </a:cxn>
                <a:cxn ang="0">
                  <a:pos x="T8" y="T9"/>
                </a:cxn>
              </a:cxnLst>
              <a:rect l="0" t="0" r="r" b="b"/>
              <a:pathLst>
                <a:path w="189" h="189">
                  <a:moveTo>
                    <a:pt x="123" y="174"/>
                  </a:moveTo>
                  <a:cubicBezTo>
                    <a:pt x="167" y="158"/>
                    <a:pt x="189" y="110"/>
                    <a:pt x="174" y="66"/>
                  </a:cubicBezTo>
                  <a:cubicBezTo>
                    <a:pt x="158" y="23"/>
                    <a:pt x="110" y="0"/>
                    <a:pt x="66" y="16"/>
                  </a:cubicBezTo>
                  <a:cubicBezTo>
                    <a:pt x="23" y="32"/>
                    <a:pt x="0" y="80"/>
                    <a:pt x="16" y="123"/>
                  </a:cubicBezTo>
                  <a:cubicBezTo>
                    <a:pt x="32" y="167"/>
                    <a:pt x="80" y="189"/>
                    <a:pt x="123" y="1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91"/>
            <p:cNvSpPr>
              <a:spLocks/>
            </p:cNvSpPr>
            <p:nvPr/>
          </p:nvSpPr>
          <p:spPr bwMode="auto">
            <a:xfrm>
              <a:off x="4638675" y="5500688"/>
              <a:ext cx="517525" cy="387350"/>
            </a:xfrm>
            <a:custGeom>
              <a:avLst/>
              <a:gdLst>
                <a:gd name="T0" fmla="*/ 60 w 305"/>
                <a:gd name="T1" fmla="*/ 169 h 228"/>
                <a:gd name="T2" fmla="*/ 66 w 305"/>
                <a:gd name="T3" fmla="*/ 158 h 228"/>
                <a:gd name="T4" fmla="*/ 95 w 305"/>
                <a:gd name="T5" fmla="*/ 228 h 228"/>
                <a:gd name="T6" fmla="*/ 178 w 305"/>
                <a:gd name="T7" fmla="*/ 173 h 228"/>
                <a:gd name="T8" fmla="*/ 210 w 305"/>
                <a:gd name="T9" fmla="*/ 163 h 228"/>
                <a:gd name="T10" fmla="*/ 232 w 305"/>
                <a:gd name="T11" fmla="*/ 168 h 228"/>
                <a:gd name="T12" fmla="*/ 249 w 305"/>
                <a:gd name="T13" fmla="*/ 88 h 228"/>
                <a:gd name="T14" fmla="*/ 248 w 305"/>
                <a:gd name="T15" fmla="*/ 72 h 228"/>
                <a:gd name="T16" fmla="*/ 208 w 305"/>
                <a:gd name="T17" fmla="*/ 50 h 228"/>
                <a:gd name="T18" fmla="*/ 221 w 305"/>
                <a:gd name="T19" fmla="*/ 49 h 228"/>
                <a:gd name="T20" fmla="*/ 224 w 305"/>
                <a:gd name="T21" fmla="*/ 49 h 228"/>
                <a:gd name="T22" fmla="*/ 243 w 305"/>
                <a:gd name="T23" fmla="*/ 53 h 228"/>
                <a:gd name="T24" fmla="*/ 252 w 305"/>
                <a:gd name="T25" fmla="*/ 63 h 228"/>
                <a:gd name="T26" fmla="*/ 254 w 305"/>
                <a:gd name="T27" fmla="*/ 66 h 228"/>
                <a:gd name="T28" fmla="*/ 257 w 305"/>
                <a:gd name="T29" fmla="*/ 88 h 228"/>
                <a:gd name="T30" fmla="*/ 239 w 305"/>
                <a:gd name="T31" fmla="*/ 171 h 228"/>
                <a:gd name="T32" fmla="*/ 240 w 305"/>
                <a:gd name="T33" fmla="*/ 172 h 228"/>
                <a:gd name="T34" fmla="*/ 281 w 305"/>
                <a:gd name="T35" fmla="*/ 196 h 228"/>
                <a:gd name="T36" fmla="*/ 305 w 305"/>
                <a:gd name="T37" fmla="*/ 88 h 228"/>
                <a:gd name="T38" fmla="*/ 302 w 305"/>
                <a:gd name="T39" fmla="*/ 62 h 228"/>
                <a:gd name="T40" fmla="*/ 299 w 305"/>
                <a:gd name="T41" fmla="*/ 50 h 228"/>
                <a:gd name="T42" fmla="*/ 280 w 305"/>
                <a:gd name="T43" fmla="*/ 20 h 228"/>
                <a:gd name="T44" fmla="*/ 221 w 305"/>
                <a:gd name="T45" fmla="*/ 0 h 228"/>
                <a:gd name="T46" fmla="*/ 146 w 305"/>
                <a:gd name="T47" fmla="*/ 17 h 228"/>
                <a:gd name="T48" fmla="*/ 91 w 305"/>
                <a:gd name="T49" fmla="*/ 43 h 228"/>
                <a:gd name="T50" fmla="*/ 86 w 305"/>
                <a:gd name="T51" fmla="*/ 47 h 228"/>
                <a:gd name="T52" fmla="*/ 21 w 305"/>
                <a:gd name="T53" fmla="*/ 130 h 228"/>
                <a:gd name="T54" fmla="*/ 0 w 305"/>
                <a:gd name="T55" fmla="*/ 185 h 228"/>
                <a:gd name="T56" fmla="*/ 46 w 305"/>
                <a:gd name="T57" fmla="*/ 213 h 228"/>
                <a:gd name="T58" fmla="*/ 60 w 305"/>
                <a:gd name="T59" fmla="*/ 169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05" h="228">
                  <a:moveTo>
                    <a:pt x="60" y="169"/>
                  </a:moveTo>
                  <a:cubicBezTo>
                    <a:pt x="62" y="165"/>
                    <a:pt x="64" y="161"/>
                    <a:pt x="66" y="158"/>
                  </a:cubicBezTo>
                  <a:cubicBezTo>
                    <a:pt x="71" y="181"/>
                    <a:pt x="81" y="205"/>
                    <a:pt x="95" y="228"/>
                  </a:cubicBezTo>
                  <a:cubicBezTo>
                    <a:pt x="178" y="173"/>
                    <a:pt x="178" y="173"/>
                    <a:pt x="178" y="173"/>
                  </a:cubicBezTo>
                  <a:cubicBezTo>
                    <a:pt x="188" y="167"/>
                    <a:pt x="199" y="163"/>
                    <a:pt x="210" y="163"/>
                  </a:cubicBezTo>
                  <a:cubicBezTo>
                    <a:pt x="218" y="163"/>
                    <a:pt x="225" y="165"/>
                    <a:pt x="232" y="168"/>
                  </a:cubicBezTo>
                  <a:cubicBezTo>
                    <a:pt x="243" y="135"/>
                    <a:pt x="249" y="108"/>
                    <a:pt x="249" y="88"/>
                  </a:cubicBezTo>
                  <a:cubicBezTo>
                    <a:pt x="249" y="81"/>
                    <a:pt x="248" y="76"/>
                    <a:pt x="248" y="72"/>
                  </a:cubicBezTo>
                  <a:cubicBezTo>
                    <a:pt x="234" y="64"/>
                    <a:pt x="221" y="56"/>
                    <a:pt x="208" y="50"/>
                  </a:cubicBezTo>
                  <a:cubicBezTo>
                    <a:pt x="213" y="49"/>
                    <a:pt x="217" y="49"/>
                    <a:pt x="221" y="49"/>
                  </a:cubicBezTo>
                  <a:cubicBezTo>
                    <a:pt x="222" y="49"/>
                    <a:pt x="223" y="49"/>
                    <a:pt x="224" y="49"/>
                  </a:cubicBezTo>
                  <a:cubicBezTo>
                    <a:pt x="232" y="49"/>
                    <a:pt x="239" y="51"/>
                    <a:pt x="243" y="53"/>
                  </a:cubicBezTo>
                  <a:cubicBezTo>
                    <a:pt x="247" y="55"/>
                    <a:pt x="250" y="58"/>
                    <a:pt x="252" y="63"/>
                  </a:cubicBezTo>
                  <a:cubicBezTo>
                    <a:pt x="252" y="64"/>
                    <a:pt x="253" y="65"/>
                    <a:pt x="254" y="66"/>
                  </a:cubicBezTo>
                  <a:cubicBezTo>
                    <a:pt x="255" y="71"/>
                    <a:pt x="257" y="78"/>
                    <a:pt x="257" y="88"/>
                  </a:cubicBezTo>
                  <a:cubicBezTo>
                    <a:pt x="257" y="107"/>
                    <a:pt x="252" y="134"/>
                    <a:pt x="239" y="171"/>
                  </a:cubicBezTo>
                  <a:cubicBezTo>
                    <a:pt x="239" y="171"/>
                    <a:pt x="240" y="171"/>
                    <a:pt x="240" y="172"/>
                  </a:cubicBezTo>
                  <a:cubicBezTo>
                    <a:pt x="281" y="196"/>
                    <a:pt x="281" y="196"/>
                    <a:pt x="281" y="196"/>
                  </a:cubicBezTo>
                  <a:cubicBezTo>
                    <a:pt x="298" y="152"/>
                    <a:pt x="305" y="117"/>
                    <a:pt x="305" y="88"/>
                  </a:cubicBezTo>
                  <a:cubicBezTo>
                    <a:pt x="305" y="79"/>
                    <a:pt x="304" y="70"/>
                    <a:pt x="302" y="62"/>
                  </a:cubicBezTo>
                  <a:cubicBezTo>
                    <a:pt x="301" y="58"/>
                    <a:pt x="300" y="54"/>
                    <a:pt x="299" y="50"/>
                  </a:cubicBezTo>
                  <a:cubicBezTo>
                    <a:pt x="295" y="38"/>
                    <a:pt x="288" y="28"/>
                    <a:pt x="280" y="20"/>
                  </a:cubicBezTo>
                  <a:cubicBezTo>
                    <a:pt x="263" y="5"/>
                    <a:pt x="241" y="0"/>
                    <a:pt x="221" y="0"/>
                  </a:cubicBezTo>
                  <a:cubicBezTo>
                    <a:pt x="195" y="0"/>
                    <a:pt x="169" y="8"/>
                    <a:pt x="146" y="17"/>
                  </a:cubicBezTo>
                  <a:cubicBezTo>
                    <a:pt x="123" y="25"/>
                    <a:pt x="103" y="35"/>
                    <a:pt x="91" y="43"/>
                  </a:cubicBezTo>
                  <a:cubicBezTo>
                    <a:pt x="89" y="44"/>
                    <a:pt x="88" y="45"/>
                    <a:pt x="86" y="47"/>
                  </a:cubicBezTo>
                  <a:cubicBezTo>
                    <a:pt x="63" y="64"/>
                    <a:pt x="40" y="93"/>
                    <a:pt x="21" y="130"/>
                  </a:cubicBezTo>
                  <a:cubicBezTo>
                    <a:pt x="13" y="147"/>
                    <a:pt x="6" y="165"/>
                    <a:pt x="0" y="185"/>
                  </a:cubicBezTo>
                  <a:cubicBezTo>
                    <a:pt x="14" y="195"/>
                    <a:pt x="30" y="205"/>
                    <a:pt x="46" y="213"/>
                  </a:cubicBezTo>
                  <a:cubicBezTo>
                    <a:pt x="50" y="197"/>
                    <a:pt x="55" y="183"/>
                    <a:pt x="60" y="1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92"/>
            <p:cNvSpPr>
              <a:spLocks/>
            </p:cNvSpPr>
            <p:nvPr/>
          </p:nvSpPr>
          <p:spPr bwMode="auto">
            <a:xfrm>
              <a:off x="4149725" y="5337175"/>
              <a:ext cx="347663" cy="347663"/>
            </a:xfrm>
            <a:custGeom>
              <a:avLst/>
              <a:gdLst>
                <a:gd name="T0" fmla="*/ 152 w 205"/>
                <a:gd name="T1" fmla="*/ 178 h 205"/>
                <a:gd name="T2" fmla="*/ 178 w 205"/>
                <a:gd name="T3" fmla="*/ 53 h 205"/>
                <a:gd name="T4" fmla="*/ 53 w 205"/>
                <a:gd name="T5" fmla="*/ 27 h 205"/>
                <a:gd name="T6" fmla="*/ 27 w 205"/>
                <a:gd name="T7" fmla="*/ 152 h 205"/>
                <a:gd name="T8" fmla="*/ 152 w 205"/>
                <a:gd name="T9" fmla="*/ 178 h 205"/>
              </a:gdLst>
              <a:ahLst/>
              <a:cxnLst>
                <a:cxn ang="0">
                  <a:pos x="T0" y="T1"/>
                </a:cxn>
                <a:cxn ang="0">
                  <a:pos x="T2" y="T3"/>
                </a:cxn>
                <a:cxn ang="0">
                  <a:pos x="T4" y="T5"/>
                </a:cxn>
                <a:cxn ang="0">
                  <a:pos x="T6" y="T7"/>
                </a:cxn>
                <a:cxn ang="0">
                  <a:pos x="T8" y="T9"/>
                </a:cxn>
              </a:cxnLst>
              <a:rect l="0" t="0" r="r" b="b"/>
              <a:pathLst>
                <a:path w="205" h="205">
                  <a:moveTo>
                    <a:pt x="152" y="178"/>
                  </a:moveTo>
                  <a:cubicBezTo>
                    <a:pt x="194" y="151"/>
                    <a:pt x="205" y="95"/>
                    <a:pt x="178" y="53"/>
                  </a:cubicBezTo>
                  <a:cubicBezTo>
                    <a:pt x="151" y="12"/>
                    <a:pt x="95" y="0"/>
                    <a:pt x="53" y="27"/>
                  </a:cubicBezTo>
                  <a:cubicBezTo>
                    <a:pt x="12" y="55"/>
                    <a:pt x="0" y="110"/>
                    <a:pt x="27" y="152"/>
                  </a:cubicBezTo>
                  <a:cubicBezTo>
                    <a:pt x="55" y="193"/>
                    <a:pt x="110" y="205"/>
                    <a:pt x="152" y="1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93"/>
            <p:cNvSpPr>
              <a:spLocks/>
            </p:cNvSpPr>
            <p:nvPr/>
          </p:nvSpPr>
          <p:spPr bwMode="auto">
            <a:xfrm>
              <a:off x="4281488" y="5665788"/>
              <a:ext cx="1095375" cy="466725"/>
            </a:xfrm>
            <a:custGeom>
              <a:avLst/>
              <a:gdLst>
                <a:gd name="T0" fmla="*/ 64 w 645"/>
                <a:gd name="T1" fmla="*/ 44 h 274"/>
                <a:gd name="T2" fmla="*/ 75 w 645"/>
                <a:gd name="T3" fmla="*/ 46 h 274"/>
                <a:gd name="T4" fmla="*/ 102 w 645"/>
                <a:gd name="T5" fmla="*/ 96 h 274"/>
                <a:gd name="T6" fmla="*/ 76 w 645"/>
                <a:gd name="T7" fmla="*/ 183 h 274"/>
                <a:gd name="T8" fmla="*/ 94 w 645"/>
                <a:gd name="T9" fmla="*/ 199 h 274"/>
                <a:gd name="T10" fmla="*/ 165 w 645"/>
                <a:gd name="T11" fmla="*/ 199 h 274"/>
                <a:gd name="T12" fmla="*/ 205 w 645"/>
                <a:gd name="T13" fmla="*/ 239 h 274"/>
                <a:gd name="T14" fmla="*/ 200 w 645"/>
                <a:gd name="T15" fmla="*/ 257 h 274"/>
                <a:gd name="T16" fmla="*/ 230 w 645"/>
                <a:gd name="T17" fmla="*/ 268 h 274"/>
                <a:gd name="T18" fmla="*/ 292 w 645"/>
                <a:gd name="T19" fmla="*/ 265 h 274"/>
                <a:gd name="T20" fmla="*/ 307 w 645"/>
                <a:gd name="T21" fmla="*/ 258 h 274"/>
                <a:gd name="T22" fmla="*/ 422 w 645"/>
                <a:gd name="T23" fmla="*/ 182 h 274"/>
                <a:gd name="T24" fmla="*/ 563 w 645"/>
                <a:gd name="T25" fmla="*/ 266 h 274"/>
                <a:gd name="T26" fmla="*/ 588 w 645"/>
                <a:gd name="T27" fmla="*/ 273 h 274"/>
                <a:gd name="T28" fmla="*/ 631 w 645"/>
                <a:gd name="T29" fmla="*/ 249 h 274"/>
                <a:gd name="T30" fmla="*/ 614 w 645"/>
                <a:gd name="T31" fmla="*/ 180 h 274"/>
                <a:gd name="T32" fmla="*/ 446 w 645"/>
                <a:gd name="T33" fmla="*/ 80 h 274"/>
                <a:gd name="T34" fmla="*/ 393 w 645"/>
                <a:gd name="T35" fmla="*/ 82 h 274"/>
                <a:gd name="T36" fmla="*/ 300 w 645"/>
                <a:gd name="T37" fmla="*/ 143 h 274"/>
                <a:gd name="T38" fmla="*/ 126 w 645"/>
                <a:gd name="T39" fmla="*/ 35 h 274"/>
                <a:gd name="T40" fmla="*/ 24 w 645"/>
                <a:gd name="T41" fmla="*/ 27 h 274"/>
                <a:gd name="T42" fmla="*/ 14 w 645"/>
                <a:gd name="T43" fmla="*/ 112 h 274"/>
                <a:gd name="T44" fmla="*/ 26 w 645"/>
                <a:gd name="T45" fmla="*/ 72 h 274"/>
                <a:gd name="T46" fmla="*/ 64 w 645"/>
                <a:gd name="T47" fmla="*/ 44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45" h="274">
                  <a:moveTo>
                    <a:pt x="64" y="44"/>
                  </a:moveTo>
                  <a:cubicBezTo>
                    <a:pt x="68" y="44"/>
                    <a:pt x="72" y="45"/>
                    <a:pt x="75" y="46"/>
                  </a:cubicBezTo>
                  <a:cubicBezTo>
                    <a:pt x="97" y="52"/>
                    <a:pt x="108" y="75"/>
                    <a:pt x="102" y="96"/>
                  </a:cubicBezTo>
                  <a:cubicBezTo>
                    <a:pt x="76" y="183"/>
                    <a:pt x="76" y="183"/>
                    <a:pt x="76" y="183"/>
                  </a:cubicBezTo>
                  <a:cubicBezTo>
                    <a:pt x="82" y="189"/>
                    <a:pt x="88" y="194"/>
                    <a:pt x="94" y="199"/>
                  </a:cubicBezTo>
                  <a:cubicBezTo>
                    <a:pt x="165" y="199"/>
                    <a:pt x="165" y="199"/>
                    <a:pt x="165" y="199"/>
                  </a:cubicBezTo>
                  <a:cubicBezTo>
                    <a:pt x="187" y="199"/>
                    <a:pt x="205" y="217"/>
                    <a:pt x="205" y="239"/>
                  </a:cubicBezTo>
                  <a:cubicBezTo>
                    <a:pt x="205" y="246"/>
                    <a:pt x="203" y="252"/>
                    <a:pt x="200" y="257"/>
                  </a:cubicBezTo>
                  <a:cubicBezTo>
                    <a:pt x="210" y="261"/>
                    <a:pt x="219" y="264"/>
                    <a:pt x="230" y="268"/>
                  </a:cubicBezTo>
                  <a:cubicBezTo>
                    <a:pt x="253" y="274"/>
                    <a:pt x="274" y="272"/>
                    <a:pt x="292" y="265"/>
                  </a:cubicBezTo>
                  <a:cubicBezTo>
                    <a:pt x="297" y="264"/>
                    <a:pt x="303" y="262"/>
                    <a:pt x="307" y="258"/>
                  </a:cubicBezTo>
                  <a:cubicBezTo>
                    <a:pt x="422" y="182"/>
                    <a:pt x="422" y="182"/>
                    <a:pt x="422" y="182"/>
                  </a:cubicBezTo>
                  <a:cubicBezTo>
                    <a:pt x="563" y="266"/>
                    <a:pt x="563" y="266"/>
                    <a:pt x="563" y="266"/>
                  </a:cubicBezTo>
                  <a:cubicBezTo>
                    <a:pt x="571" y="271"/>
                    <a:pt x="579" y="273"/>
                    <a:pt x="588" y="273"/>
                  </a:cubicBezTo>
                  <a:cubicBezTo>
                    <a:pt x="605" y="273"/>
                    <a:pt x="622" y="264"/>
                    <a:pt x="631" y="249"/>
                  </a:cubicBezTo>
                  <a:cubicBezTo>
                    <a:pt x="645" y="225"/>
                    <a:pt x="637" y="194"/>
                    <a:pt x="614" y="180"/>
                  </a:cubicBezTo>
                  <a:cubicBezTo>
                    <a:pt x="446" y="80"/>
                    <a:pt x="446" y="80"/>
                    <a:pt x="446" y="80"/>
                  </a:cubicBezTo>
                  <a:cubicBezTo>
                    <a:pt x="430" y="71"/>
                    <a:pt x="409" y="71"/>
                    <a:pt x="393" y="82"/>
                  </a:cubicBezTo>
                  <a:cubicBezTo>
                    <a:pt x="300" y="143"/>
                    <a:pt x="300" y="143"/>
                    <a:pt x="300" y="143"/>
                  </a:cubicBezTo>
                  <a:cubicBezTo>
                    <a:pt x="235" y="121"/>
                    <a:pt x="172" y="69"/>
                    <a:pt x="126" y="35"/>
                  </a:cubicBezTo>
                  <a:cubicBezTo>
                    <a:pt x="96" y="7"/>
                    <a:pt x="46" y="0"/>
                    <a:pt x="24" y="27"/>
                  </a:cubicBezTo>
                  <a:cubicBezTo>
                    <a:pt x="7" y="46"/>
                    <a:pt x="0" y="79"/>
                    <a:pt x="14" y="112"/>
                  </a:cubicBezTo>
                  <a:cubicBezTo>
                    <a:pt x="26" y="72"/>
                    <a:pt x="26" y="72"/>
                    <a:pt x="26" y="72"/>
                  </a:cubicBezTo>
                  <a:cubicBezTo>
                    <a:pt x="31" y="55"/>
                    <a:pt x="46" y="44"/>
                    <a:pt x="64"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94"/>
            <p:cNvSpPr>
              <a:spLocks/>
            </p:cNvSpPr>
            <p:nvPr/>
          </p:nvSpPr>
          <p:spPr bwMode="auto">
            <a:xfrm>
              <a:off x="4254500" y="5748338"/>
              <a:ext cx="361950" cy="377825"/>
            </a:xfrm>
            <a:custGeom>
              <a:avLst/>
              <a:gdLst>
                <a:gd name="T0" fmla="*/ 33 w 213"/>
                <a:gd name="T1" fmla="*/ 222 h 223"/>
                <a:gd name="T2" fmla="*/ 181 w 213"/>
                <a:gd name="T3" fmla="*/ 223 h 223"/>
                <a:gd name="T4" fmla="*/ 181 w 213"/>
                <a:gd name="T5" fmla="*/ 223 h 223"/>
                <a:gd name="T6" fmla="*/ 213 w 213"/>
                <a:gd name="T7" fmla="*/ 191 h 223"/>
                <a:gd name="T8" fmla="*/ 181 w 213"/>
                <a:gd name="T9" fmla="*/ 159 h 223"/>
                <a:gd name="T10" fmla="*/ 76 w 213"/>
                <a:gd name="T11" fmla="*/ 158 h 223"/>
                <a:gd name="T12" fmla="*/ 110 w 213"/>
                <a:gd name="T13" fmla="*/ 45 h 223"/>
                <a:gd name="T14" fmla="*/ 89 w 213"/>
                <a:gd name="T15" fmla="*/ 5 h 223"/>
                <a:gd name="T16" fmla="*/ 49 w 213"/>
                <a:gd name="T17" fmla="*/ 27 h 223"/>
                <a:gd name="T18" fmla="*/ 2 w 213"/>
                <a:gd name="T19" fmla="*/ 181 h 223"/>
                <a:gd name="T20" fmla="*/ 7 w 213"/>
                <a:gd name="T21" fmla="*/ 209 h 223"/>
                <a:gd name="T22" fmla="*/ 33 w 213"/>
                <a:gd name="T23" fmla="*/ 222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3" h="223">
                  <a:moveTo>
                    <a:pt x="33" y="222"/>
                  </a:moveTo>
                  <a:cubicBezTo>
                    <a:pt x="181" y="223"/>
                    <a:pt x="181" y="223"/>
                    <a:pt x="181" y="223"/>
                  </a:cubicBezTo>
                  <a:cubicBezTo>
                    <a:pt x="181" y="223"/>
                    <a:pt x="181" y="223"/>
                    <a:pt x="181" y="223"/>
                  </a:cubicBezTo>
                  <a:cubicBezTo>
                    <a:pt x="198" y="223"/>
                    <a:pt x="213" y="209"/>
                    <a:pt x="213" y="191"/>
                  </a:cubicBezTo>
                  <a:cubicBezTo>
                    <a:pt x="213" y="174"/>
                    <a:pt x="199" y="159"/>
                    <a:pt x="181" y="159"/>
                  </a:cubicBezTo>
                  <a:cubicBezTo>
                    <a:pt x="76" y="158"/>
                    <a:pt x="76" y="158"/>
                    <a:pt x="76" y="158"/>
                  </a:cubicBezTo>
                  <a:cubicBezTo>
                    <a:pt x="110" y="45"/>
                    <a:pt x="110" y="45"/>
                    <a:pt x="110" y="45"/>
                  </a:cubicBezTo>
                  <a:cubicBezTo>
                    <a:pt x="116" y="28"/>
                    <a:pt x="106" y="11"/>
                    <a:pt x="89" y="5"/>
                  </a:cubicBezTo>
                  <a:cubicBezTo>
                    <a:pt x="72" y="0"/>
                    <a:pt x="54" y="10"/>
                    <a:pt x="49" y="27"/>
                  </a:cubicBezTo>
                  <a:cubicBezTo>
                    <a:pt x="2" y="181"/>
                    <a:pt x="2" y="181"/>
                    <a:pt x="2" y="181"/>
                  </a:cubicBezTo>
                  <a:cubicBezTo>
                    <a:pt x="0" y="190"/>
                    <a:pt x="1" y="201"/>
                    <a:pt x="7" y="209"/>
                  </a:cubicBezTo>
                  <a:cubicBezTo>
                    <a:pt x="13" y="217"/>
                    <a:pt x="23" y="222"/>
                    <a:pt x="33" y="2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3537387292"/>
      </p:ext>
    </p:extLst>
  </p:cSld>
  <p:clrMapOvr>
    <a:masterClrMapping/>
  </p:clrMapOvr>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358775" y="969963"/>
            <a:ext cx="1017588" cy="896938"/>
            <a:chOff x="358775" y="969963"/>
            <a:chExt cx="1017588" cy="896938"/>
          </a:xfrm>
          <a:solidFill>
            <a:schemeClr val="tx1">
              <a:lumMod val="65000"/>
              <a:lumOff val="35000"/>
            </a:schemeClr>
          </a:solidFill>
        </p:grpSpPr>
        <p:sp>
          <p:nvSpPr>
            <p:cNvPr id="3" name="Oval 5"/>
            <p:cNvSpPr>
              <a:spLocks noChangeArrowheads="1"/>
            </p:cNvSpPr>
            <p:nvPr/>
          </p:nvSpPr>
          <p:spPr bwMode="auto">
            <a:xfrm>
              <a:off x="1065213" y="1016000"/>
              <a:ext cx="192088" cy="1936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Freeform 6"/>
            <p:cNvSpPr>
              <a:spLocks/>
            </p:cNvSpPr>
            <p:nvPr/>
          </p:nvSpPr>
          <p:spPr bwMode="auto">
            <a:xfrm>
              <a:off x="946150" y="1223963"/>
              <a:ext cx="430213" cy="642938"/>
            </a:xfrm>
            <a:custGeom>
              <a:avLst/>
              <a:gdLst>
                <a:gd name="T0" fmla="*/ 19 w 286"/>
                <a:gd name="T1" fmla="*/ 208 h 426"/>
                <a:gd name="T2" fmla="*/ 21 w 286"/>
                <a:gd name="T3" fmla="*/ 208 h 426"/>
                <a:gd name="T4" fmla="*/ 41 w 286"/>
                <a:gd name="T5" fmla="*/ 191 h 426"/>
                <a:gd name="T6" fmla="*/ 70 w 286"/>
                <a:gd name="T7" fmla="*/ 85 h 426"/>
                <a:gd name="T8" fmla="*/ 50 w 286"/>
                <a:gd name="T9" fmla="*/ 260 h 426"/>
                <a:gd name="T10" fmla="*/ 82 w 286"/>
                <a:gd name="T11" fmla="*/ 269 h 426"/>
                <a:gd name="T12" fmla="*/ 82 w 286"/>
                <a:gd name="T13" fmla="*/ 400 h 426"/>
                <a:gd name="T14" fmla="*/ 108 w 286"/>
                <a:gd name="T15" fmla="*/ 426 h 426"/>
                <a:gd name="T16" fmla="*/ 134 w 286"/>
                <a:gd name="T17" fmla="*/ 400 h 426"/>
                <a:gd name="T18" fmla="*/ 134 w 286"/>
                <a:gd name="T19" fmla="*/ 272 h 426"/>
                <a:gd name="T20" fmla="*/ 152 w 286"/>
                <a:gd name="T21" fmla="*/ 272 h 426"/>
                <a:gd name="T22" fmla="*/ 152 w 286"/>
                <a:gd name="T23" fmla="*/ 400 h 426"/>
                <a:gd name="T24" fmla="*/ 178 w 286"/>
                <a:gd name="T25" fmla="*/ 426 h 426"/>
                <a:gd name="T26" fmla="*/ 204 w 286"/>
                <a:gd name="T27" fmla="*/ 400 h 426"/>
                <a:gd name="T28" fmla="*/ 204 w 286"/>
                <a:gd name="T29" fmla="*/ 269 h 426"/>
                <a:gd name="T30" fmla="*/ 236 w 286"/>
                <a:gd name="T31" fmla="*/ 260 h 426"/>
                <a:gd name="T32" fmla="*/ 216 w 286"/>
                <a:gd name="T33" fmla="*/ 84 h 426"/>
                <a:gd name="T34" fmla="*/ 245 w 286"/>
                <a:gd name="T35" fmla="*/ 191 h 426"/>
                <a:gd name="T36" fmla="*/ 265 w 286"/>
                <a:gd name="T37" fmla="*/ 208 h 426"/>
                <a:gd name="T38" fmla="*/ 268 w 286"/>
                <a:gd name="T39" fmla="*/ 208 h 426"/>
                <a:gd name="T40" fmla="*/ 285 w 286"/>
                <a:gd name="T41" fmla="*/ 186 h 426"/>
                <a:gd name="T42" fmla="*/ 234 w 286"/>
                <a:gd name="T43" fmla="*/ 38 h 426"/>
                <a:gd name="T44" fmla="*/ 190 w 286"/>
                <a:gd name="T45" fmla="*/ 6 h 426"/>
                <a:gd name="T46" fmla="*/ 143 w 286"/>
                <a:gd name="T47" fmla="*/ 0 h 426"/>
                <a:gd name="T48" fmla="*/ 97 w 286"/>
                <a:gd name="T49" fmla="*/ 6 h 426"/>
                <a:gd name="T50" fmla="*/ 53 w 286"/>
                <a:gd name="T51" fmla="*/ 38 h 426"/>
                <a:gd name="T52" fmla="*/ 1 w 286"/>
                <a:gd name="T53" fmla="*/ 186 h 426"/>
                <a:gd name="T54" fmla="*/ 19 w 286"/>
                <a:gd name="T55" fmla="*/ 208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86" h="426">
                  <a:moveTo>
                    <a:pt x="19" y="208"/>
                  </a:moveTo>
                  <a:cubicBezTo>
                    <a:pt x="20" y="208"/>
                    <a:pt x="20" y="208"/>
                    <a:pt x="21" y="208"/>
                  </a:cubicBezTo>
                  <a:cubicBezTo>
                    <a:pt x="31" y="208"/>
                    <a:pt x="40" y="201"/>
                    <a:pt x="41" y="191"/>
                  </a:cubicBezTo>
                  <a:cubicBezTo>
                    <a:pt x="47" y="139"/>
                    <a:pt x="58" y="106"/>
                    <a:pt x="70" y="85"/>
                  </a:cubicBezTo>
                  <a:cubicBezTo>
                    <a:pt x="61" y="138"/>
                    <a:pt x="50" y="211"/>
                    <a:pt x="50" y="260"/>
                  </a:cubicBezTo>
                  <a:cubicBezTo>
                    <a:pt x="50" y="264"/>
                    <a:pt x="63" y="267"/>
                    <a:pt x="82" y="269"/>
                  </a:cubicBezTo>
                  <a:cubicBezTo>
                    <a:pt x="82" y="400"/>
                    <a:pt x="82" y="400"/>
                    <a:pt x="82" y="400"/>
                  </a:cubicBezTo>
                  <a:cubicBezTo>
                    <a:pt x="82" y="415"/>
                    <a:pt x="94" y="426"/>
                    <a:pt x="108" y="426"/>
                  </a:cubicBezTo>
                  <a:cubicBezTo>
                    <a:pt x="123" y="426"/>
                    <a:pt x="134" y="415"/>
                    <a:pt x="134" y="400"/>
                  </a:cubicBezTo>
                  <a:cubicBezTo>
                    <a:pt x="134" y="272"/>
                    <a:pt x="134" y="272"/>
                    <a:pt x="134" y="272"/>
                  </a:cubicBezTo>
                  <a:cubicBezTo>
                    <a:pt x="140" y="272"/>
                    <a:pt x="146" y="272"/>
                    <a:pt x="152" y="272"/>
                  </a:cubicBezTo>
                  <a:cubicBezTo>
                    <a:pt x="152" y="400"/>
                    <a:pt x="152" y="400"/>
                    <a:pt x="152" y="400"/>
                  </a:cubicBezTo>
                  <a:cubicBezTo>
                    <a:pt x="152" y="415"/>
                    <a:pt x="164" y="426"/>
                    <a:pt x="178" y="426"/>
                  </a:cubicBezTo>
                  <a:cubicBezTo>
                    <a:pt x="193" y="426"/>
                    <a:pt x="204" y="415"/>
                    <a:pt x="204" y="400"/>
                  </a:cubicBezTo>
                  <a:cubicBezTo>
                    <a:pt x="204" y="269"/>
                    <a:pt x="204" y="269"/>
                    <a:pt x="204" y="269"/>
                  </a:cubicBezTo>
                  <a:cubicBezTo>
                    <a:pt x="223" y="267"/>
                    <a:pt x="236" y="264"/>
                    <a:pt x="236" y="260"/>
                  </a:cubicBezTo>
                  <a:cubicBezTo>
                    <a:pt x="236" y="211"/>
                    <a:pt x="226" y="138"/>
                    <a:pt x="216" y="84"/>
                  </a:cubicBezTo>
                  <a:cubicBezTo>
                    <a:pt x="228" y="106"/>
                    <a:pt x="240" y="139"/>
                    <a:pt x="245" y="191"/>
                  </a:cubicBezTo>
                  <a:cubicBezTo>
                    <a:pt x="247" y="201"/>
                    <a:pt x="255" y="208"/>
                    <a:pt x="265" y="208"/>
                  </a:cubicBezTo>
                  <a:cubicBezTo>
                    <a:pt x="266" y="208"/>
                    <a:pt x="267" y="208"/>
                    <a:pt x="268" y="208"/>
                  </a:cubicBezTo>
                  <a:cubicBezTo>
                    <a:pt x="279" y="207"/>
                    <a:pt x="286" y="197"/>
                    <a:pt x="285" y="186"/>
                  </a:cubicBezTo>
                  <a:cubicBezTo>
                    <a:pt x="276" y="109"/>
                    <a:pt x="255" y="64"/>
                    <a:pt x="234" y="38"/>
                  </a:cubicBezTo>
                  <a:cubicBezTo>
                    <a:pt x="214" y="15"/>
                    <a:pt x="196" y="8"/>
                    <a:pt x="190" y="6"/>
                  </a:cubicBezTo>
                  <a:cubicBezTo>
                    <a:pt x="181" y="3"/>
                    <a:pt x="166" y="0"/>
                    <a:pt x="143" y="0"/>
                  </a:cubicBezTo>
                  <a:cubicBezTo>
                    <a:pt x="120" y="0"/>
                    <a:pt x="106" y="3"/>
                    <a:pt x="97" y="6"/>
                  </a:cubicBezTo>
                  <a:cubicBezTo>
                    <a:pt x="91" y="8"/>
                    <a:pt x="72" y="15"/>
                    <a:pt x="53" y="38"/>
                  </a:cubicBezTo>
                  <a:cubicBezTo>
                    <a:pt x="32" y="64"/>
                    <a:pt x="10" y="109"/>
                    <a:pt x="1" y="186"/>
                  </a:cubicBezTo>
                  <a:cubicBezTo>
                    <a:pt x="0" y="197"/>
                    <a:pt x="8" y="207"/>
                    <a:pt x="19" y="2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 name="Oval 14"/>
            <p:cNvSpPr>
              <a:spLocks noChangeArrowheads="1"/>
            </p:cNvSpPr>
            <p:nvPr/>
          </p:nvSpPr>
          <p:spPr bwMode="auto">
            <a:xfrm>
              <a:off x="463550" y="969963"/>
              <a:ext cx="211138" cy="2111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Freeform 15"/>
            <p:cNvSpPr>
              <a:spLocks/>
            </p:cNvSpPr>
            <p:nvPr/>
          </p:nvSpPr>
          <p:spPr bwMode="auto">
            <a:xfrm>
              <a:off x="358775" y="1209675"/>
              <a:ext cx="417513" cy="657225"/>
            </a:xfrm>
            <a:custGeom>
              <a:avLst/>
              <a:gdLst>
                <a:gd name="T0" fmla="*/ 20 w 277"/>
                <a:gd name="T1" fmla="*/ 216 h 436"/>
                <a:gd name="T2" fmla="*/ 21 w 277"/>
                <a:gd name="T3" fmla="*/ 216 h 436"/>
                <a:gd name="T4" fmla="*/ 41 w 277"/>
                <a:gd name="T5" fmla="*/ 197 h 436"/>
                <a:gd name="T6" fmla="*/ 69 w 277"/>
                <a:gd name="T7" fmla="*/ 62 h 436"/>
                <a:gd name="T8" fmla="*/ 69 w 277"/>
                <a:gd name="T9" fmla="*/ 220 h 436"/>
                <a:gd name="T10" fmla="*/ 69 w 277"/>
                <a:gd name="T11" fmla="*/ 404 h 436"/>
                <a:gd name="T12" fmla="*/ 101 w 277"/>
                <a:gd name="T13" fmla="*/ 436 h 436"/>
                <a:gd name="T14" fmla="*/ 133 w 277"/>
                <a:gd name="T15" fmla="*/ 404 h 436"/>
                <a:gd name="T16" fmla="*/ 133 w 277"/>
                <a:gd name="T17" fmla="*/ 240 h 436"/>
                <a:gd name="T18" fmla="*/ 145 w 277"/>
                <a:gd name="T19" fmla="*/ 240 h 436"/>
                <a:gd name="T20" fmla="*/ 145 w 277"/>
                <a:gd name="T21" fmla="*/ 404 h 436"/>
                <a:gd name="T22" fmla="*/ 177 w 277"/>
                <a:gd name="T23" fmla="*/ 436 h 436"/>
                <a:gd name="T24" fmla="*/ 209 w 277"/>
                <a:gd name="T25" fmla="*/ 404 h 436"/>
                <a:gd name="T26" fmla="*/ 209 w 277"/>
                <a:gd name="T27" fmla="*/ 220 h 436"/>
                <a:gd name="T28" fmla="*/ 209 w 277"/>
                <a:gd name="T29" fmla="*/ 62 h 436"/>
                <a:gd name="T30" fmla="*/ 210 w 277"/>
                <a:gd name="T31" fmla="*/ 64 h 436"/>
                <a:gd name="T32" fmla="*/ 236 w 277"/>
                <a:gd name="T33" fmla="*/ 197 h 436"/>
                <a:gd name="T34" fmla="*/ 256 w 277"/>
                <a:gd name="T35" fmla="*/ 216 h 436"/>
                <a:gd name="T36" fmla="*/ 257 w 277"/>
                <a:gd name="T37" fmla="*/ 216 h 436"/>
                <a:gd name="T38" fmla="*/ 276 w 277"/>
                <a:gd name="T39" fmla="*/ 195 h 436"/>
                <a:gd name="T40" fmla="*/ 239 w 277"/>
                <a:gd name="T41" fmla="*/ 35 h 436"/>
                <a:gd name="T42" fmla="*/ 198 w 277"/>
                <a:gd name="T43" fmla="*/ 0 h 436"/>
                <a:gd name="T44" fmla="*/ 192 w 277"/>
                <a:gd name="T45" fmla="*/ 0 h 436"/>
                <a:gd name="T46" fmla="*/ 189 w 277"/>
                <a:gd name="T47" fmla="*/ 0 h 436"/>
                <a:gd name="T48" fmla="*/ 89 w 277"/>
                <a:gd name="T49" fmla="*/ 0 h 436"/>
                <a:gd name="T50" fmla="*/ 85 w 277"/>
                <a:gd name="T51" fmla="*/ 0 h 436"/>
                <a:gd name="T52" fmla="*/ 79 w 277"/>
                <a:gd name="T53" fmla="*/ 0 h 436"/>
                <a:gd name="T54" fmla="*/ 79 w 277"/>
                <a:gd name="T55" fmla="*/ 0 h 436"/>
                <a:gd name="T56" fmla="*/ 38 w 277"/>
                <a:gd name="T57" fmla="*/ 35 h 436"/>
                <a:gd name="T58" fmla="*/ 1 w 277"/>
                <a:gd name="T59" fmla="*/ 195 h 436"/>
                <a:gd name="T60" fmla="*/ 20 w 277"/>
                <a:gd name="T61" fmla="*/ 216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77" h="436">
                  <a:moveTo>
                    <a:pt x="20" y="216"/>
                  </a:moveTo>
                  <a:cubicBezTo>
                    <a:pt x="20" y="216"/>
                    <a:pt x="21" y="216"/>
                    <a:pt x="21" y="216"/>
                  </a:cubicBezTo>
                  <a:cubicBezTo>
                    <a:pt x="32" y="216"/>
                    <a:pt x="40" y="208"/>
                    <a:pt x="41" y="197"/>
                  </a:cubicBezTo>
                  <a:cubicBezTo>
                    <a:pt x="45" y="123"/>
                    <a:pt x="57" y="83"/>
                    <a:pt x="69" y="62"/>
                  </a:cubicBezTo>
                  <a:cubicBezTo>
                    <a:pt x="69" y="220"/>
                    <a:pt x="69" y="220"/>
                    <a:pt x="69" y="220"/>
                  </a:cubicBezTo>
                  <a:cubicBezTo>
                    <a:pt x="69" y="404"/>
                    <a:pt x="69" y="404"/>
                    <a:pt x="69" y="404"/>
                  </a:cubicBezTo>
                  <a:cubicBezTo>
                    <a:pt x="69" y="421"/>
                    <a:pt x="83" y="436"/>
                    <a:pt x="101" y="436"/>
                  </a:cubicBezTo>
                  <a:cubicBezTo>
                    <a:pt x="118" y="436"/>
                    <a:pt x="133" y="421"/>
                    <a:pt x="133" y="404"/>
                  </a:cubicBezTo>
                  <a:cubicBezTo>
                    <a:pt x="133" y="240"/>
                    <a:pt x="133" y="240"/>
                    <a:pt x="133" y="240"/>
                  </a:cubicBezTo>
                  <a:cubicBezTo>
                    <a:pt x="145" y="240"/>
                    <a:pt x="145" y="240"/>
                    <a:pt x="145" y="240"/>
                  </a:cubicBezTo>
                  <a:cubicBezTo>
                    <a:pt x="145" y="404"/>
                    <a:pt x="145" y="404"/>
                    <a:pt x="145" y="404"/>
                  </a:cubicBezTo>
                  <a:cubicBezTo>
                    <a:pt x="145" y="421"/>
                    <a:pt x="159" y="436"/>
                    <a:pt x="177" y="436"/>
                  </a:cubicBezTo>
                  <a:cubicBezTo>
                    <a:pt x="194" y="436"/>
                    <a:pt x="209" y="421"/>
                    <a:pt x="209" y="404"/>
                  </a:cubicBezTo>
                  <a:cubicBezTo>
                    <a:pt x="209" y="220"/>
                    <a:pt x="209" y="220"/>
                    <a:pt x="209" y="220"/>
                  </a:cubicBezTo>
                  <a:cubicBezTo>
                    <a:pt x="209" y="62"/>
                    <a:pt x="209" y="62"/>
                    <a:pt x="209" y="62"/>
                  </a:cubicBezTo>
                  <a:cubicBezTo>
                    <a:pt x="209" y="62"/>
                    <a:pt x="209" y="63"/>
                    <a:pt x="210" y="64"/>
                  </a:cubicBezTo>
                  <a:cubicBezTo>
                    <a:pt x="221" y="86"/>
                    <a:pt x="233" y="126"/>
                    <a:pt x="236" y="197"/>
                  </a:cubicBezTo>
                  <a:cubicBezTo>
                    <a:pt x="237" y="208"/>
                    <a:pt x="246" y="216"/>
                    <a:pt x="256" y="216"/>
                  </a:cubicBezTo>
                  <a:cubicBezTo>
                    <a:pt x="257" y="216"/>
                    <a:pt x="257" y="216"/>
                    <a:pt x="257" y="216"/>
                  </a:cubicBezTo>
                  <a:cubicBezTo>
                    <a:pt x="268" y="216"/>
                    <a:pt x="277" y="206"/>
                    <a:pt x="276" y="195"/>
                  </a:cubicBezTo>
                  <a:cubicBezTo>
                    <a:pt x="272" y="110"/>
                    <a:pt x="256" y="62"/>
                    <a:pt x="239" y="35"/>
                  </a:cubicBezTo>
                  <a:cubicBezTo>
                    <a:pt x="222" y="7"/>
                    <a:pt x="203" y="1"/>
                    <a:pt x="198" y="0"/>
                  </a:cubicBezTo>
                  <a:cubicBezTo>
                    <a:pt x="196" y="0"/>
                    <a:pt x="194" y="0"/>
                    <a:pt x="192" y="0"/>
                  </a:cubicBezTo>
                  <a:cubicBezTo>
                    <a:pt x="191" y="0"/>
                    <a:pt x="190" y="0"/>
                    <a:pt x="189" y="0"/>
                  </a:cubicBezTo>
                  <a:cubicBezTo>
                    <a:pt x="89" y="0"/>
                    <a:pt x="89" y="0"/>
                    <a:pt x="89" y="0"/>
                  </a:cubicBezTo>
                  <a:cubicBezTo>
                    <a:pt x="87" y="0"/>
                    <a:pt x="86" y="0"/>
                    <a:pt x="85" y="0"/>
                  </a:cubicBezTo>
                  <a:cubicBezTo>
                    <a:pt x="83" y="0"/>
                    <a:pt x="81" y="0"/>
                    <a:pt x="79" y="0"/>
                  </a:cubicBezTo>
                  <a:cubicBezTo>
                    <a:pt x="79" y="0"/>
                    <a:pt x="79" y="0"/>
                    <a:pt x="79" y="0"/>
                  </a:cubicBezTo>
                  <a:cubicBezTo>
                    <a:pt x="74" y="1"/>
                    <a:pt x="55" y="7"/>
                    <a:pt x="38" y="35"/>
                  </a:cubicBezTo>
                  <a:cubicBezTo>
                    <a:pt x="21" y="62"/>
                    <a:pt x="5" y="110"/>
                    <a:pt x="1" y="195"/>
                  </a:cubicBezTo>
                  <a:cubicBezTo>
                    <a:pt x="0" y="206"/>
                    <a:pt x="9" y="216"/>
                    <a:pt x="20" y="2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 name="组合 6"/>
          <p:cNvGrpSpPr/>
          <p:nvPr/>
        </p:nvGrpSpPr>
        <p:grpSpPr>
          <a:xfrm>
            <a:off x="1704975" y="682625"/>
            <a:ext cx="895350" cy="1189038"/>
            <a:chOff x="1704975" y="682625"/>
            <a:chExt cx="895350" cy="1189038"/>
          </a:xfrm>
          <a:solidFill>
            <a:schemeClr val="tx1">
              <a:lumMod val="65000"/>
              <a:lumOff val="35000"/>
            </a:schemeClr>
          </a:solidFill>
        </p:grpSpPr>
        <p:sp>
          <p:nvSpPr>
            <p:cNvPr id="8" name="Freeform 16"/>
            <p:cNvSpPr>
              <a:spLocks/>
            </p:cNvSpPr>
            <p:nvPr/>
          </p:nvSpPr>
          <p:spPr bwMode="auto">
            <a:xfrm>
              <a:off x="1704975" y="1195388"/>
              <a:ext cx="374650" cy="676275"/>
            </a:xfrm>
            <a:custGeom>
              <a:avLst/>
              <a:gdLst>
                <a:gd name="T0" fmla="*/ 58 w 249"/>
                <a:gd name="T1" fmla="*/ 245 h 448"/>
                <a:gd name="T2" fmla="*/ 68 w 249"/>
                <a:gd name="T3" fmla="*/ 312 h 448"/>
                <a:gd name="T4" fmla="*/ 49 w 249"/>
                <a:gd name="T5" fmla="*/ 403 h 448"/>
                <a:gd name="T6" fmla="*/ 66 w 249"/>
                <a:gd name="T7" fmla="*/ 445 h 448"/>
                <a:gd name="T8" fmla="*/ 79 w 249"/>
                <a:gd name="T9" fmla="*/ 448 h 448"/>
                <a:gd name="T10" fmla="*/ 108 w 249"/>
                <a:gd name="T11" fmla="*/ 428 h 448"/>
                <a:gd name="T12" fmla="*/ 132 w 249"/>
                <a:gd name="T13" fmla="*/ 312 h 448"/>
                <a:gd name="T14" fmla="*/ 112 w 249"/>
                <a:gd name="T15" fmla="*/ 207 h 448"/>
                <a:gd name="T16" fmla="*/ 112 w 249"/>
                <a:gd name="T17" fmla="*/ 205 h 448"/>
                <a:gd name="T18" fmla="*/ 115 w 249"/>
                <a:gd name="T19" fmla="*/ 134 h 448"/>
                <a:gd name="T20" fmla="*/ 136 w 249"/>
                <a:gd name="T21" fmla="*/ 152 h 448"/>
                <a:gd name="T22" fmla="*/ 198 w 249"/>
                <a:gd name="T23" fmla="*/ 169 h 448"/>
                <a:gd name="T24" fmla="*/ 198 w 249"/>
                <a:gd name="T25" fmla="*/ 189 h 448"/>
                <a:gd name="T26" fmla="*/ 249 w 249"/>
                <a:gd name="T27" fmla="*/ 189 h 448"/>
                <a:gd name="T28" fmla="*/ 249 w 249"/>
                <a:gd name="T29" fmla="*/ 109 h 448"/>
                <a:gd name="T30" fmla="*/ 198 w 249"/>
                <a:gd name="T31" fmla="*/ 109 h 448"/>
                <a:gd name="T32" fmla="*/ 198 w 249"/>
                <a:gd name="T33" fmla="*/ 129 h 448"/>
                <a:gd name="T34" fmla="*/ 158 w 249"/>
                <a:gd name="T35" fmla="*/ 118 h 448"/>
                <a:gd name="T36" fmla="*/ 139 w 249"/>
                <a:gd name="T37" fmla="*/ 99 h 448"/>
                <a:gd name="T38" fmla="*/ 76 w 249"/>
                <a:gd name="T39" fmla="*/ 84 h 448"/>
                <a:gd name="T40" fmla="*/ 75 w 249"/>
                <a:gd name="T41" fmla="*/ 84 h 448"/>
                <a:gd name="T42" fmla="*/ 75 w 249"/>
                <a:gd name="T43" fmla="*/ 84 h 448"/>
                <a:gd name="T44" fmla="*/ 75 w 249"/>
                <a:gd name="T45" fmla="*/ 84 h 448"/>
                <a:gd name="T46" fmla="*/ 62 w 249"/>
                <a:gd name="T47" fmla="*/ 46 h 448"/>
                <a:gd name="T48" fmla="*/ 88 w 249"/>
                <a:gd name="T49" fmla="*/ 30 h 448"/>
                <a:gd name="T50" fmla="*/ 100 w 249"/>
                <a:gd name="T51" fmla="*/ 33 h 448"/>
                <a:gd name="T52" fmla="*/ 103 w 249"/>
                <a:gd name="T53" fmla="*/ 35 h 448"/>
                <a:gd name="T54" fmla="*/ 112 w 249"/>
                <a:gd name="T55" fmla="*/ 38 h 448"/>
                <a:gd name="T56" fmla="*/ 133 w 249"/>
                <a:gd name="T57" fmla="*/ 43 h 448"/>
                <a:gd name="T58" fmla="*/ 103 w 249"/>
                <a:gd name="T59" fmla="*/ 5 h 448"/>
                <a:gd name="T60" fmla="*/ 26 w 249"/>
                <a:gd name="T61" fmla="*/ 52 h 448"/>
                <a:gd name="T62" fmla="*/ 7 w 249"/>
                <a:gd name="T63" fmla="*/ 200 h 448"/>
                <a:gd name="T64" fmla="*/ 58 w 249"/>
                <a:gd name="T65" fmla="*/ 245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9" h="448">
                  <a:moveTo>
                    <a:pt x="58" y="245"/>
                  </a:moveTo>
                  <a:cubicBezTo>
                    <a:pt x="63" y="261"/>
                    <a:pt x="68" y="284"/>
                    <a:pt x="68" y="312"/>
                  </a:cubicBezTo>
                  <a:cubicBezTo>
                    <a:pt x="68" y="339"/>
                    <a:pt x="63" y="370"/>
                    <a:pt x="49" y="403"/>
                  </a:cubicBezTo>
                  <a:cubicBezTo>
                    <a:pt x="42" y="420"/>
                    <a:pt x="50" y="438"/>
                    <a:pt x="66" y="445"/>
                  </a:cubicBezTo>
                  <a:cubicBezTo>
                    <a:pt x="70" y="447"/>
                    <a:pt x="74" y="448"/>
                    <a:pt x="79" y="448"/>
                  </a:cubicBezTo>
                  <a:cubicBezTo>
                    <a:pt x="91" y="448"/>
                    <a:pt x="103" y="440"/>
                    <a:pt x="108" y="428"/>
                  </a:cubicBezTo>
                  <a:cubicBezTo>
                    <a:pt x="126" y="386"/>
                    <a:pt x="132" y="346"/>
                    <a:pt x="132" y="312"/>
                  </a:cubicBezTo>
                  <a:cubicBezTo>
                    <a:pt x="132" y="264"/>
                    <a:pt x="120" y="227"/>
                    <a:pt x="112" y="207"/>
                  </a:cubicBezTo>
                  <a:cubicBezTo>
                    <a:pt x="112" y="206"/>
                    <a:pt x="112" y="206"/>
                    <a:pt x="112" y="205"/>
                  </a:cubicBezTo>
                  <a:cubicBezTo>
                    <a:pt x="109" y="182"/>
                    <a:pt x="111" y="158"/>
                    <a:pt x="115" y="134"/>
                  </a:cubicBezTo>
                  <a:cubicBezTo>
                    <a:pt x="121" y="141"/>
                    <a:pt x="128" y="147"/>
                    <a:pt x="136" y="152"/>
                  </a:cubicBezTo>
                  <a:cubicBezTo>
                    <a:pt x="152" y="162"/>
                    <a:pt x="173" y="169"/>
                    <a:pt x="198" y="169"/>
                  </a:cubicBezTo>
                  <a:cubicBezTo>
                    <a:pt x="198" y="189"/>
                    <a:pt x="198" y="189"/>
                    <a:pt x="198" y="189"/>
                  </a:cubicBezTo>
                  <a:cubicBezTo>
                    <a:pt x="249" y="189"/>
                    <a:pt x="249" y="189"/>
                    <a:pt x="249" y="189"/>
                  </a:cubicBezTo>
                  <a:cubicBezTo>
                    <a:pt x="249" y="109"/>
                    <a:pt x="249" y="109"/>
                    <a:pt x="249" y="109"/>
                  </a:cubicBezTo>
                  <a:cubicBezTo>
                    <a:pt x="198" y="109"/>
                    <a:pt x="198" y="109"/>
                    <a:pt x="198" y="109"/>
                  </a:cubicBezTo>
                  <a:cubicBezTo>
                    <a:pt x="198" y="129"/>
                    <a:pt x="198" y="129"/>
                    <a:pt x="198" y="129"/>
                  </a:cubicBezTo>
                  <a:cubicBezTo>
                    <a:pt x="180" y="129"/>
                    <a:pt x="167" y="124"/>
                    <a:pt x="158" y="118"/>
                  </a:cubicBezTo>
                  <a:cubicBezTo>
                    <a:pt x="150" y="113"/>
                    <a:pt x="144" y="107"/>
                    <a:pt x="139" y="99"/>
                  </a:cubicBezTo>
                  <a:cubicBezTo>
                    <a:pt x="110" y="98"/>
                    <a:pt x="87" y="89"/>
                    <a:pt x="76" y="84"/>
                  </a:cubicBezTo>
                  <a:cubicBezTo>
                    <a:pt x="75" y="84"/>
                    <a:pt x="75" y="84"/>
                    <a:pt x="75" y="84"/>
                  </a:cubicBezTo>
                  <a:cubicBezTo>
                    <a:pt x="75" y="84"/>
                    <a:pt x="75" y="84"/>
                    <a:pt x="75" y="84"/>
                  </a:cubicBezTo>
                  <a:cubicBezTo>
                    <a:pt x="75" y="84"/>
                    <a:pt x="75" y="84"/>
                    <a:pt x="75" y="84"/>
                  </a:cubicBezTo>
                  <a:cubicBezTo>
                    <a:pt x="61" y="77"/>
                    <a:pt x="56" y="60"/>
                    <a:pt x="62" y="46"/>
                  </a:cubicBezTo>
                  <a:cubicBezTo>
                    <a:pt x="67" y="36"/>
                    <a:pt x="77" y="30"/>
                    <a:pt x="88" y="30"/>
                  </a:cubicBezTo>
                  <a:cubicBezTo>
                    <a:pt x="92" y="30"/>
                    <a:pt x="96" y="32"/>
                    <a:pt x="100" y="33"/>
                  </a:cubicBezTo>
                  <a:cubicBezTo>
                    <a:pt x="101" y="34"/>
                    <a:pt x="102" y="34"/>
                    <a:pt x="103" y="35"/>
                  </a:cubicBezTo>
                  <a:cubicBezTo>
                    <a:pt x="105" y="36"/>
                    <a:pt x="108" y="37"/>
                    <a:pt x="112" y="38"/>
                  </a:cubicBezTo>
                  <a:cubicBezTo>
                    <a:pt x="117" y="39"/>
                    <a:pt x="124" y="42"/>
                    <a:pt x="133" y="43"/>
                  </a:cubicBezTo>
                  <a:cubicBezTo>
                    <a:pt x="131" y="24"/>
                    <a:pt x="120" y="9"/>
                    <a:pt x="103" y="5"/>
                  </a:cubicBezTo>
                  <a:cubicBezTo>
                    <a:pt x="78" y="0"/>
                    <a:pt x="41" y="12"/>
                    <a:pt x="26" y="52"/>
                  </a:cubicBezTo>
                  <a:cubicBezTo>
                    <a:pt x="5" y="106"/>
                    <a:pt x="0" y="141"/>
                    <a:pt x="7" y="200"/>
                  </a:cubicBezTo>
                  <a:cubicBezTo>
                    <a:pt x="14" y="234"/>
                    <a:pt x="36" y="243"/>
                    <a:pt x="58" y="2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Oval 17"/>
            <p:cNvSpPr>
              <a:spLocks noChangeArrowheads="1"/>
            </p:cNvSpPr>
            <p:nvPr/>
          </p:nvSpPr>
          <p:spPr bwMode="auto">
            <a:xfrm>
              <a:off x="1789113" y="969963"/>
              <a:ext cx="211138" cy="2111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18"/>
            <p:cNvSpPr>
              <a:spLocks noEditPoints="1"/>
            </p:cNvSpPr>
            <p:nvPr/>
          </p:nvSpPr>
          <p:spPr bwMode="auto">
            <a:xfrm>
              <a:off x="2027238" y="1068388"/>
              <a:ext cx="47625" cy="95250"/>
            </a:xfrm>
            <a:custGeom>
              <a:avLst/>
              <a:gdLst>
                <a:gd name="T0" fmla="*/ 21 w 32"/>
                <a:gd name="T1" fmla="*/ 63 h 63"/>
                <a:gd name="T2" fmla="*/ 21 w 32"/>
                <a:gd name="T3" fmla="*/ 54 h 63"/>
                <a:gd name="T4" fmla="*/ 32 w 32"/>
                <a:gd name="T5" fmla="*/ 28 h 63"/>
                <a:gd name="T6" fmla="*/ 16 w 32"/>
                <a:gd name="T7" fmla="*/ 0 h 63"/>
                <a:gd name="T8" fmla="*/ 0 w 32"/>
                <a:gd name="T9" fmla="*/ 28 h 63"/>
                <a:gd name="T10" fmla="*/ 12 w 32"/>
                <a:gd name="T11" fmla="*/ 54 h 63"/>
                <a:gd name="T12" fmla="*/ 12 w 32"/>
                <a:gd name="T13" fmla="*/ 63 h 63"/>
                <a:gd name="T14" fmla="*/ 15 w 32"/>
                <a:gd name="T15" fmla="*/ 62 h 63"/>
                <a:gd name="T16" fmla="*/ 21 w 32"/>
                <a:gd name="T17" fmla="*/ 63 h 63"/>
                <a:gd name="T18" fmla="*/ 6 w 32"/>
                <a:gd name="T19" fmla="*/ 27 h 63"/>
                <a:gd name="T20" fmla="*/ 16 w 32"/>
                <a:gd name="T21" fmla="*/ 11 h 63"/>
                <a:gd name="T22" fmla="*/ 26 w 32"/>
                <a:gd name="T23" fmla="*/ 27 h 63"/>
                <a:gd name="T24" fmla="*/ 16 w 32"/>
                <a:gd name="T25" fmla="*/ 42 h 63"/>
                <a:gd name="T26" fmla="*/ 6 w 32"/>
                <a:gd name="T27"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63">
                  <a:moveTo>
                    <a:pt x="21" y="63"/>
                  </a:moveTo>
                  <a:cubicBezTo>
                    <a:pt x="21" y="54"/>
                    <a:pt x="21" y="54"/>
                    <a:pt x="21" y="54"/>
                  </a:cubicBezTo>
                  <a:cubicBezTo>
                    <a:pt x="27" y="51"/>
                    <a:pt x="32" y="40"/>
                    <a:pt x="32" y="28"/>
                  </a:cubicBezTo>
                  <a:cubicBezTo>
                    <a:pt x="32" y="13"/>
                    <a:pt x="25" y="0"/>
                    <a:pt x="16" y="0"/>
                  </a:cubicBezTo>
                  <a:cubicBezTo>
                    <a:pt x="7" y="0"/>
                    <a:pt x="0" y="13"/>
                    <a:pt x="0" y="28"/>
                  </a:cubicBezTo>
                  <a:cubicBezTo>
                    <a:pt x="0" y="40"/>
                    <a:pt x="5" y="51"/>
                    <a:pt x="12" y="54"/>
                  </a:cubicBezTo>
                  <a:cubicBezTo>
                    <a:pt x="12" y="63"/>
                    <a:pt x="12" y="63"/>
                    <a:pt x="12" y="63"/>
                  </a:cubicBezTo>
                  <a:cubicBezTo>
                    <a:pt x="12" y="63"/>
                    <a:pt x="13" y="62"/>
                    <a:pt x="15" y="62"/>
                  </a:cubicBezTo>
                  <a:cubicBezTo>
                    <a:pt x="17" y="62"/>
                    <a:pt x="19" y="63"/>
                    <a:pt x="21" y="63"/>
                  </a:cubicBezTo>
                  <a:close/>
                  <a:moveTo>
                    <a:pt x="6" y="27"/>
                  </a:moveTo>
                  <a:cubicBezTo>
                    <a:pt x="6" y="18"/>
                    <a:pt x="10" y="11"/>
                    <a:pt x="16" y="11"/>
                  </a:cubicBezTo>
                  <a:cubicBezTo>
                    <a:pt x="22" y="11"/>
                    <a:pt x="26" y="18"/>
                    <a:pt x="26" y="27"/>
                  </a:cubicBezTo>
                  <a:cubicBezTo>
                    <a:pt x="26" y="36"/>
                    <a:pt x="22" y="42"/>
                    <a:pt x="16" y="42"/>
                  </a:cubicBezTo>
                  <a:cubicBezTo>
                    <a:pt x="10" y="42"/>
                    <a:pt x="6" y="36"/>
                    <a:pt x="6"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9"/>
            <p:cNvSpPr>
              <a:spLocks/>
            </p:cNvSpPr>
            <p:nvPr/>
          </p:nvSpPr>
          <p:spPr bwMode="auto">
            <a:xfrm>
              <a:off x="1801813" y="1171575"/>
              <a:ext cx="280988" cy="160338"/>
            </a:xfrm>
            <a:custGeom>
              <a:avLst/>
              <a:gdLst>
                <a:gd name="T0" fmla="*/ 45 w 186"/>
                <a:gd name="T1" fmla="*/ 62 h 107"/>
                <a:gd name="T2" fmla="*/ 35 w 186"/>
                <a:gd name="T3" fmla="*/ 58 h 107"/>
                <a:gd name="T4" fmla="*/ 32 w 186"/>
                <a:gd name="T5" fmla="*/ 57 h 107"/>
                <a:gd name="T6" fmla="*/ 32 w 186"/>
                <a:gd name="T7" fmla="*/ 57 h 107"/>
                <a:gd name="T8" fmla="*/ 32 w 186"/>
                <a:gd name="T9" fmla="*/ 57 h 107"/>
                <a:gd name="T10" fmla="*/ 5 w 186"/>
                <a:gd name="T11" fmla="*/ 65 h 107"/>
                <a:gd name="T12" fmla="*/ 14 w 186"/>
                <a:gd name="T13" fmla="*/ 92 h 107"/>
                <a:gd name="T14" fmla="*/ 13 w 186"/>
                <a:gd name="T15" fmla="*/ 92 h 107"/>
                <a:gd name="T16" fmla="*/ 78 w 186"/>
                <a:gd name="T17" fmla="*/ 107 h 107"/>
                <a:gd name="T18" fmla="*/ 78 w 186"/>
                <a:gd name="T19" fmla="*/ 107 h 107"/>
                <a:gd name="T20" fmla="*/ 135 w 186"/>
                <a:gd name="T21" fmla="*/ 91 h 107"/>
                <a:gd name="T22" fmla="*/ 182 w 186"/>
                <a:gd name="T23" fmla="*/ 30 h 107"/>
                <a:gd name="T24" fmla="*/ 171 w 186"/>
                <a:gd name="T25" fmla="*/ 4 h 107"/>
                <a:gd name="T26" fmla="*/ 145 w 186"/>
                <a:gd name="T27" fmla="*/ 15 h 107"/>
                <a:gd name="T28" fmla="*/ 114 w 186"/>
                <a:gd name="T29" fmla="*/ 57 h 107"/>
                <a:gd name="T30" fmla="*/ 78 w 186"/>
                <a:gd name="T31" fmla="*/ 67 h 107"/>
                <a:gd name="T32" fmla="*/ 45 w 186"/>
                <a:gd name="T33" fmla="*/ 62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6" h="107">
                  <a:moveTo>
                    <a:pt x="45" y="62"/>
                  </a:moveTo>
                  <a:cubicBezTo>
                    <a:pt x="40" y="60"/>
                    <a:pt x="37" y="59"/>
                    <a:pt x="35" y="58"/>
                  </a:cubicBezTo>
                  <a:cubicBezTo>
                    <a:pt x="33" y="58"/>
                    <a:pt x="33" y="57"/>
                    <a:pt x="32" y="57"/>
                  </a:cubicBezTo>
                  <a:cubicBezTo>
                    <a:pt x="32" y="57"/>
                    <a:pt x="32" y="57"/>
                    <a:pt x="32" y="57"/>
                  </a:cubicBezTo>
                  <a:cubicBezTo>
                    <a:pt x="32" y="57"/>
                    <a:pt x="32" y="57"/>
                    <a:pt x="32" y="57"/>
                  </a:cubicBezTo>
                  <a:cubicBezTo>
                    <a:pt x="22" y="52"/>
                    <a:pt x="10" y="56"/>
                    <a:pt x="5" y="65"/>
                  </a:cubicBezTo>
                  <a:cubicBezTo>
                    <a:pt x="0" y="75"/>
                    <a:pt x="4" y="87"/>
                    <a:pt x="14" y="92"/>
                  </a:cubicBezTo>
                  <a:cubicBezTo>
                    <a:pt x="13" y="92"/>
                    <a:pt x="13" y="92"/>
                    <a:pt x="13" y="92"/>
                  </a:cubicBezTo>
                  <a:cubicBezTo>
                    <a:pt x="15" y="93"/>
                    <a:pt x="42" y="107"/>
                    <a:pt x="78" y="107"/>
                  </a:cubicBezTo>
                  <a:cubicBezTo>
                    <a:pt x="78" y="107"/>
                    <a:pt x="78" y="107"/>
                    <a:pt x="78" y="107"/>
                  </a:cubicBezTo>
                  <a:cubicBezTo>
                    <a:pt x="96" y="107"/>
                    <a:pt x="116" y="103"/>
                    <a:pt x="135" y="91"/>
                  </a:cubicBezTo>
                  <a:cubicBezTo>
                    <a:pt x="154" y="79"/>
                    <a:pt x="171" y="59"/>
                    <a:pt x="182" y="30"/>
                  </a:cubicBezTo>
                  <a:cubicBezTo>
                    <a:pt x="186" y="19"/>
                    <a:pt x="181" y="8"/>
                    <a:pt x="171" y="4"/>
                  </a:cubicBezTo>
                  <a:cubicBezTo>
                    <a:pt x="160" y="0"/>
                    <a:pt x="149" y="5"/>
                    <a:pt x="145" y="15"/>
                  </a:cubicBezTo>
                  <a:cubicBezTo>
                    <a:pt x="136" y="38"/>
                    <a:pt x="125" y="50"/>
                    <a:pt x="114" y="57"/>
                  </a:cubicBezTo>
                  <a:cubicBezTo>
                    <a:pt x="102" y="65"/>
                    <a:pt x="90" y="67"/>
                    <a:pt x="78" y="67"/>
                  </a:cubicBezTo>
                  <a:cubicBezTo>
                    <a:pt x="65" y="67"/>
                    <a:pt x="53" y="64"/>
                    <a:pt x="45"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20"/>
            <p:cNvSpPr>
              <a:spLocks noEditPoints="1"/>
            </p:cNvSpPr>
            <p:nvPr/>
          </p:nvSpPr>
          <p:spPr bwMode="auto">
            <a:xfrm>
              <a:off x="2266950" y="979488"/>
              <a:ext cx="106363" cy="106363"/>
            </a:xfrm>
            <a:custGeom>
              <a:avLst/>
              <a:gdLst>
                <a:gd name="T0" fmla="*/ 35 w 70"/>
                <a:gd name="T1" fmla="*/ 70 h 70"/>
                <a:gd name="T2" fmla="*/ 70 w 70"/>
                <a:gd name="T3" fmla="*/ 35 h 70"/>
                <a:gd name="T4" fmla="*/ 35 w 70"/>
                <a:gd name="T5" fmla="*/ 0 h 70"/>
                <a:gd name="T6" fmla="*/ 0 w 70"/>
                <a:gd name="T7" fmla="*/ 35 h 70"/>
                <a:gd name="T8" fmla="*/ 35 w 70"/>
                <a:gd name="T9" fmla="*/ 70 h 70"/>
                <a:gd name="T10" fmla="*/ 35 w 70"/>
                <a:gd name="T11" fmla="*/ 6 h 70"/>
                <a:gd name="T12" fmla="*/ 64 w 70"/>
                <a:gd name="T13" fmla="*/ 35 h 70"/>
                <a:gd name="T14" fmla="*/ 35 w 70"/>
                <a:gd name="T15" fmla="*/ 64 h 70"/>
                <a:gd name="T16" fmla="*/ 6 w 70"/>
                <a:gd name="T17" fmla="*/ 35 h 70"/>
                <a:gd name="T18" fmla="*/ 35 w 70"/>
                <a:gd name="T1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 h="70">
                  <a:moveTo>
                    <a:pt x="35" y="70"/>
                  </a:moveTo>
                  <a:cubicBezTo>
                    <a:pt x="54" y="70"/>
                    <a:pt x="70" y="55"/>
                    <a:pt x="70" y="35"/>
                  </a:cubicBezTo>
                  <a:cubicBezTo>
                    <a:pt x="70" y="16"/>
                    <a:pt x="54" y="0"/>
                    <a:pt x="35" y="0"/>
                  </a:cubicBezTo>
                  <a:cubicBezTo>
                    <a:pt x="15" y="0"/>
                    <a:pt x="0" y="16"/>
                    <a:pt x="0" y="35"/>
                  </a:cubicBezTo>
                  <a:cubicBezTo>
                    <a:pt x="0" y="55"/>
                    <a:pt x="15" y="70"/>
                    <a:pt x="35" y="70"/>
                  </a:cubicBezTo>
                  <a:close/>
                  <a:moveTo>
                    <a:pt x="35" y="6"/>
                  </a:moveTo>
                  <a:cubicBezTo>
                    <a:pt x="51" y="6"/>
                    <a:pt x="64" y="19"/>
                    <a:pt x="64" y="35"/>
                  </a:cubicBezTo>
                  <a:cubicBezTo>
                    <a:pt x="64" y="51"/>
                    <a:pt x="51" y="64"/>
                    <a:pt x="35" y="64"/>
                  </a:cubicBezTo>
                  <a:cubicBezTo>
                    <a:pt x="19" y="64"/>
                    <a:pt x="6" y="51"/>
                    <a:pt x="6" y="35"/>
                  </a:cubicBezTo>
                  <a:cubicBezTo>
                    <a:pt x="6" y="19"/>
                    <a:pt x="19" y="6"/>
                    <a:pt x="3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21"/>
            <p:cNvSpPr>
              <a:spLocks/>
            </p:cNvSpPr>
            <p:nvPr/>
          </p:nvSpPr>
          <p:spPr bwMode="auto">
            <a:xfrm>
              <a:off x="2284413" y="998538"/>
              <a:ext cx="38100" cy="36513"/>
            </a:xfrm>
            <a:custGeom>
              <a:avLst/>
              <a:gdLst>
                <a:gd name="T0" fmla="*/ 4 w 25"/>
                <a:gd name="T1" fmla="*/ 23 h 25"/>
                <a:gd name="T2" fmla="*/ 23 w 25"/>
                <a:gd name="T3" fmla="*/ 4 h 25"/>
                <a:gd name="T4" fmla="*/ 25 w 25"/>
                <a:gd name="T5" fmla="*/ 2 h 25"/>
                <a:gd name="T6" fmla="*/ 23 w 25"/>
                <a:gd name="T7" fmla="*/ 0 h 25"/>
                <a:gd name="T8" fmla="*/ 0 w 25"/>
                <a:gd name="T9" fmla="*/ 23 h 25"/>
                <a:gd name="T10" fmla="*/ 2 w 25"/>
                <a:gd name="T11" fmla="*/ 25 h 25"/>
                <a:gd name="T12" fmla="*/ 4 w 25"/>
                <a:gd name="T13" fmla="*/ 23 h 25"/>
              </a:gdLst>
              <a:ahLst/>
              <a:cxnLst>
                <a:cxn ang="0">
                  <a:pos x="T0" y="T1"/>
                </a:cxn>
                <a:cxn ang="0">
                  <a:pos x="T2" y="T3"/>
                </a:cxn>
                <a:cxn ang="0">
                  <a:pos x="T4" y="T5"/>
                </a:cxn>
                <a:cxn ang="0">
                  <a:pos x="T6" y="T7"/>
                </a:cxn>
                <a:cxn ang="0">
                  <a:pos x="T8" y="T9"/>
                </a:cxn>
                <a:cxn ang="0">
                  <a:pos x="T10" y="T11"/>
                </a:cxn>
                <a:cxn ang="0">
                  <a:pos x="T12" y="T13"/>
                </a:cxn>
              </a:cxnLst>
              <a:rect l="0" t="0" r="r" b="b"/>
              <a:pathLst>
                <a:path w="25" h="25">
                  <a:moveTo>
                    <a:pt x="4" y="23"/>
                  </a:moveTo>
                  <a:cubicBezTo>
                    <a:pt x="4" y="13"/>
                    <a:pt x="12" y="4"/>
                    <a:pt x="23" y="4"/>
                  </a:cubicBezTo>
                  <a:cubicBezTo>
                    <a:pt x="24" y="4"/>
                    <a:pt x="25" y="3"/>
                    <a:pt x="25" y="2"/>
                  </a:cubicBezTo>
                  <a:cubicBezTo>
                    <a:pt x="25" y="1"/>
                    <a:pt x="24" y="0"/>
                    <a:pt x="23" y="0"/>
                  </a:cubicBezTo>
                  <a:cubicBezTo>
                    <a:pt x="10" y="0"/>
                    <a:pt x="0" y="11"/>
                    <a:pt x="0" y="23"/>
                  </a:cubicBezTo>
                  <a:cubicBezTo>
                    <a:pt x="0" y="24"/>
                    <a:pt x="1" y="25"/>
                    <a:pt x="2" y="25"/>
                  </a:cubicBezTo>
                  <a:cubicBezTo>
                    <a:pt x="3" y="25"/>
                    <a:pt x="4" y="24"/>
                    <a:pt x="4"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22"/>
            <p:cNvSpPr>
              <a:spLocks noEditPoints="1"/>
            </p:cNvSpPr>
            <p:nvPr/>
          </p:nvSpPr>
          <p:spPr bwMode="auto">
            <a:xfrm>
              <a:off x="2419350" y="908050"/>
              <a:ext cx="104775" cy="104775"/>
            </a:xfrm>
            <a:custGeom>
              <a:avLst/>
              <a:gdLst>
                <a:gd name="T0" fmla="*/ 35 w 70"/>
                <a:gd name="T1" fmla="*/ 70 h 70"/>
                <a:gd name="T2" fmla="*/ 70 w 70"/>
                <a:gd name="T3" fmla="*/ 35 h 70"/>
                <a:gd name="T4" fmla="*/ 35 w 70"/>
                <a:gd name="T5" fmla="*/ 0 h 70"/>
                <a:gd name="T6" fmla="*/ 0 w 70"/>
                <a:gd name="T7" fmla="*/ 35 h 70"/>
                <a:gd name="T8" fmla="*/ 35 w 70"/>
                <a:gd name="T9" fmla="*/ 70 h 70"/>
                <a:gd name="T10" fmla="*/ 35 w 70"/>
                <a:gd name="T11" fmla="*/ 6 h 70"/>
                <a:gd name="T12" fmla="*/ 64 w 70"/>
                <a:gd name="T13" fmla="*/ 35 h 70"/>
                <a:gd name="T14" fmla="*/ 35 w 70"/>
                <a:gd name="T15" fmla="*/ 64 h 70"/>
                <a:gd name="T16" fmla="*/ 6 w 70"/>
                <a:gd name="T17" fmla="*/ 35 h 70"/>
                <a:gd name="T18" fmla="*/ 35 w 70"/>
                <a:gd name="T1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 h="70">
                  <a:moveTo>
                    <a:pt x="35" y="70"/>
                  </a:moveTo>
                  <a:cubicBezTo>
                    <a:pt x="54" y="70"/>
                    <a:pt x="70" y="54"/>
                    <a:pt x="70" y="35"/>
                  </a:cubicBezTo>
                  <a:cubicBezTo>
                    <a:pt x="70" y="16"/>
                    <a:pt x="54" y="0"/>
                    <a:pt x="35" y="0"/>
                  </a:cubicBezTo>
                  <a:cubicBezTo>
                    <a:pt x="15" y="0"/>
                    <a:pt x="0" y="16"/>
                    <a:pt x="0" y="35"/>
                  </a:cubicBezTo>
                  <a:cubicBezTo>
                    <a:pt x="0" y="54"/>
                    <a:pt x="15" y="70"/>
                    <a:pt x="35" y="70"/>
                  </a:cubicBezTo>
                  <a:close/>
                  <a:moveTo>
                    <a:pt x="35" y="6"/>
                  </a:moveTo>
                  <a:cubicBezTo>
                    <a:pt x="51" y="6"/>
                    <a:pt x="64" y="19"/>
                    <a:pt x="64" y="35"/>
                  </a:cubicBezTo>
                  <a:cubicBezTo>
                    <a:pt x="64" y="51"/>
                    <a:pt x="51" y="64"/>
                    <a:pt x="35" y="64"/>
                  </a:cubicBezTo>
                  <a:cubicBezTo>
                    <a:pt x="19" y="64"/>
                    <a:pt x="6" y="51"/>
                    <a:pt x="6" y="35"/>
                  </a:cubicBezTo>
                  <a:cubicBezTo>
                    <a:pt x="6" y="19"/>
                    <a:pt x="19" y="6"/>
                    <a:pt x="3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23"/>
            <p:cNvSpPr>
              <a:spLocks/>
            </p:cNvSpPr>
            <p:nvPr/>
          </p:nvSpPr>
          <p:spPr bwMode="auto">
            <a:xfrm>
              <a:off x="2436813" y="925513"/>
              <a:ext cx="38100" cy="38100"/>
            </a:xfrm>
            <a:custGeom>
              <a:avLst/>
              <a:gdLst>
                <a:gd name="T0" fmla="*/ 4 w 25"/>
                <a:gd name="T1" fmla="*/ 23 h 25"/>
                <a:gd name="T2" fmla="*/ 23 w 25"/>
                <a:gd name="T3" fmla="*/ 4 h 25"/>
                <a:gd name="T4" fmla="*/ 25 w 25"/>
                <a:gd name="T5" fmla="*/ 2 h 25"/>
                <a:gd name="T6" fmla="*/ 23 w 25"/>
                <a:gd name="T7" fmla="*/ 0 h 25"/>
                <a:gd name="T8" fmla="*/ 0 w 25"/>
                <a:gd name="T9" fmla="*/ 23 h 25"/>
                <a:gd name="T10" fmla="*/ 2 w 25"/>
                <a:gd name="T11" fmla="*/ 25 h 25"/>
                <a:gd name="T12" fmla="*/ 4 w 25"/>
                <a:gd name="T13" fmla="*/ 23 h 25"/>
              </a:gdLst>
              <a:ahLst/>
              <a:cxnLst>
                <a:cxn ang="0">
                  <a:pos x="T0" y="T1"/>
                </a:cxn>
                <a:cxn ang="0">
                  <a:pos x="T2" y="T3"/>
                </a:cxn>
                <a:cxn ang="0">
                  <a:pos x="T4" y="T5"/>
                </a:cxn>
                <a:cxn ang="0">
                  <a:pos x="T6" y="T7"/>
                </a:cxn>
                <a:cxn ang="0">
                  <a:pos x="T8" y="T9"/>
                </a:cxn>
                <a:cxn ang="0">
                  <a:pos x="T10" y="T11"/>
                </a:cxn>
                <a:cxn ang="0">
                  <a:pos x="T12" y="T13"/>
                </a:cxn>
              </a:cxnLst>
              <a:rect l="0" t="0" r="r" b="b"/>
              <a:pathLst>
                <a:path w="25" h="25">
                  <a:moveTo>
                    <a:pt x="4" y="23"/>
                  </a:moveTo>
                  <a:cubicBezTo>
                    <a:pt x="4" y="13"/>
                    <a:pt x="12" y="4"/>
                    <a:pt x="23" y="4"/>
                  </a:cubicBezTo>
                  <a:cubicBezTo>
                    <a:pt x="24" y="4"/>
                    <a:pt x="25" y="3"/>
                    <a:pt x="25" y="2"/>
                  </a:cubicBezTo>
                  <a:cubicBezTo>
                    <a:pt x="25" y="1"/>
                    <a:pt x="24" y="0"/>
                    <a:pt x="23" y="0"/>
                  </a:cubicBezTo>
                  <a:cubicBezTo>
                    <a:pt x="10" y="0"/>
                    <a:pt x="0" y="10"/>
                    <a:pt x="0" y="23"/>
                  </a:cubicBezTo>
                  <a:cubicBezTo>
                    <a:pt x="0" y="24"/>
                    <a:pt x="1" y="25"/>
                    <a:pt x="2" y="25"/>
                  </a:cubicBezTo>
                  <a:cubicBezTo>
                    <a:pt x="3" y="25"/>
                    <a:pt x="4" y="24"/>
                    <a:pt x="4"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24"/>
            <p:cNvSpPr>
              <a:spLocks noEditPoints="1"/>
            </p:cNvSpPr>
            <p:nvPr/>
          </p:nvSpPr>
          <p:spPr bwMode="auto">
            <a:xfrm>
              <a:off x="2463800" y="682625"/>
              <a:ext cx="136525" cy="136525"/>
            </a:xfrm>
            <a:custGeom>
              <a:avLst/>
              <a:gdLst>
                <a:gd name="T0" fmla="*/ 45 w 90"/>
                <a:gd name="T1" fmla="*/ 90 h 90"/>
                <a:gd name="T2" fmla="*/ 90 w 90"/>
                <a:gd name="T3" fmla="*/ 45 h 90"/>
                <a:gd name="T4" fmla="*/ 45 w 90"/>
                <a:gd name="T5" fmla="*/ 0 h 90"/>
                <a:gd name="T6" fmla="*/ 0 w 90"/>
                <a:gd name="T7" fmla="*/ 45 h 90"/>
                <a:gd name="T8" fmla="*/ 45 w 90"/>
                <a:gd name="T9" fmla="*/ 90 h 90"/>
                <a:gd name="T10" fmla="*/ 45 w 90"/>
                <a:gd name="T11" fmla="*/ 8 h 90"/>
                <a:gd name="T12" fmla="*/ 82 w 90"/>
                <a:gd name="T13" fmla="*/ 45 h 90"/>
                <a:gd name="T14" fmla="*/ 45 w 90"/>
                <a:gd name="T15" fmla="*/ 83 h 90"/>
                <a:gd name="T16" fmla="*/ 7 w 90"/>
                <a:gd name="T17" fmla="*/ 45 h 90"/>
                <a:gd name="T18" fmla="*/ 45 w 90"/>
                <a:gd name="T19" fmla="*/ 8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 h="90">
                  <a:moveTo>
                    <a:pt x="45" y="90"/>
                  </a:moveTo>
                  <a:cubicBezTo>
                    <a:pt x="70" y="90"/>
                    <a:pt x="90" y="70"/>
                    <a:pt x="90" y="45"/>
                  </a:cubicBezTo>
                  <a:cubicBezTo>
                    <a:pt x="90" y="21"/>
                    <a:pt x="70" y="0"/>
                    <a:pt x="45" y="0"/>
                  </a:cubicBezTo>
                  <a:cubicBezTo>
                    <a:pt x="20" y="0"/>
                    <a:pt x="0" y="21"/>
                    <a:pt x="0" y="45"/>
                  </a:cubicBezTo>
                  <a:cubicBezTo>
                    <a:pt x="0" y="70"/>
                    <a:pt x="20" y="90"/>
                    <a:pt x="45" y="90"/>
                  </a:cubicBezTo>
                  <a:close/>
                  <a:moveTo>
                    <a:pt x="45" y="8"/>
                  </a:moveTo>
                  <a:cubicBezTo>
                    <a:pt x="65" y="8"/>
                    <a:pt x="82" y="25"/>
                    <a:pt x="82" y="45"/>
                  </a:cubicBezTo>
                  <a:cubicBezTo>
                    <a:pt x="82" y="66"/>
                    <a:pt x="65" y="83"/>
                    <a:pt x="45" y="83"/>
                  </a:cubicBezTo>
                  <a:cubicBezTo>
                    <a:pt x="24" y="83"/>
                    <a:pt x="7" y="66"/>
                    <a:pt x="7" y="45"/>
                  </a:cubicBezTo>
                  <a:cubicBezTo>
                    <a:pt x="7" y="25"/>
                    <a:pt x="24" y="8"/>
                    <a:pt x="45"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25"/>
            <p:cNvSpPr>
              <a:spLocks/>
            </p:cNvSpPr>
            <p:nvPr/>
          </p:nvSpPr>
          <p:spPr bwMode="auto">
            <a:xfrm>
              <a:off x="2487613" y="706438"/>
              <a:ext cx="47625" cy="49213"/>
            </a:xfrm>
            <a:custGeom>
              <a:avLst/>
              <a:gdLst>
                <a:gd name="T0" fmla="*/ 5 w 32"/>
                <a:gd name="T1" fmla="*/ 29 h 32"/>
                <a:gd name="T2" fmla="*/ 30 w 32"/>
                <a:gd name="T3" fmla="*/ 5 h 32"/>
                <a:gd name="T4" fmla="*/ 32 w 32"/>
                <a:gd name="T5" fmla="*/ 2 h 32"/>
                <a:gd name="T6" fmla="*/ 30 w 32"/>
                <a:gd name="T7" fmla="*/ 0 h 32"/>
                <a:gd name="T8" fmla="*/ 0 w 32"/>
                <a:gd name="T9" fmla="*/ 29 h 32"/>
                <a:gd name="T10" fmla="*/ 3 w 32"/>
                <a:gd name="T11" fmla="*/ 32 h 32"/>
                <a:gd name="T12" fmla="*/ 5 w 32"/>
                <a:gd name="T13" fmla="*/ 29 h 32"/>
              </a:gdLst>
              <a:ahLst/>
              <a:cxnLst>
                <a:cxn ang="0">
                  <a:pos x="T0" y="T1"/>
                </a:cxn>
                <a:cxn ang="0">
                  <a:pos x="T2" y="T3"/>
                </a:cxn>
                <a:cxn ang="0">
                  <a:pos x="T4" y="T5"/>
                </a:cxn>
                <a:cxn ang="0">
                  <a:pos x="T6" y="T7"/>
                </a:cxn>
                <a:cxn ang="0">
                  <a:pos x="T8" y="T9"/>
                </a:cxn>
                <a:cxn ang="0">
                  <a:pos x="T10" y="T11"/>
                </a:cxn>
                <a:cxn ang="0">
                  <a:pos x="T12" y="T13"/>
                </a:cxn>
              </a:cxnLst>
              <a:rect l="0" t="0" r="r" b="b"/>
              <a:pathLst>
                <a:path w="32" h="32">
                  <a:moveTo>
                    <a:pt x="5" y="29"/>
                  </a:moveTo>
                  <a:cubicBezTo>
                    <a:pt x="5" y="16"/>
                    <a:pt x="16" y="5"/>
                    <a:pt x="30" y="5"/>
                  </a:cubicBezTo>
                  <a:cubicBezTo>
                    <a:pt x="31" y="5"/>
                    <a:pt x="32" y="4"/>
                    <a:pt x="32" y="2"/>
                  </a:cubicBezTo>
                  <a:cubicBezTo>
                    <a:pt x="32" y="1"/>
                    <a:pt x="31" y="0"/>
                    <a:pt x="30" y="0"/>
                  </a:cubicBezTo>
                  <a:cubicBezTo>
                    <a:pt x="13" y="0"/>
                    <a:pt x="0" y="13"/>
                    <a:pt x="0" y="29"/>
                  </a:cubicBezTo>
                  <a:cubicBezTo>
                    <a:pt x="0" y="31"/>
                    <a:pt x="1" y="32"/>
                    <a:pt x="3" y="32"/>
                  </a:cubicBezTo>
                  <a:cubicBezTo>
                    <a:pt x="4" y="32"/>
                    <a:pt x="5" y="31"/>
                    <a:pt x="5"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26"/>
            <p:cNvSpPr>
              <a:spLocks noEditPoints="1"/>
            </p:cNvSpPr>
            <p:nvPr/>
          </p:nvSpPr>
          <p:spPr bwMode="auto">
            <a:xfrm>
              <a:off x="2295525" y="809625"/>
              <a:ext cx="106363" cy="104775"/>
            </a:xfrm>
            <a:custGeom>
              <a:avLst/>
              <a:gdLst>
                <a:gd name="T0" fmla="*/ 35 w 70"/>
                <a:gd name="T1" fmla="*/ 70 h 70"/>
                <a:gd name="T2" fmla="*/ 70 w 70"/>
                <a:gd name="T3" fmla="*/ 35 h 70"/>
                <a:gd name="T4" fmla="*/ 35 w 70"/>
                <a:gd name="T5" fmla="*/ 0 h 70"/>
                <a:gd name="T6" fmla="*/ 0 w 70"/>
                <a:gd name="T7" fmla="*/ 35 h 70"/>
                <a:gd name="T8" fmla="*/ 35 w 70"/>
                <a:gd name="T9" fmla="*/ 70 h 70"/>
                <a:gd name="T10" fmla="*/ 35 w 70"/>
                <a:gd name="T11" fmla="*/ 6 h 70"/>
                <a:gd name="T12" fmla="*/ 64 w 70"/>
                <a:gd name="T13" fmla="*/ 35 h 70"/>
                <a:gd name="T14" fmla="*/ 35 w 70"/>
                <a:gd name="T15" fmla="*/ 64 h 70"/>
                <a:gd name="T16" fmla="*/ 6 w 70"/>
                <a:gd name="T17" fmla="*/ 35 h 70"/>
                <a:gd name="T18" fmla="*/ 35 w 70"/>
                <a:gd name="T1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 h="70">
                  <a:moveTo>
                    <a:pt x="35" y="70"/>
                  </a:moveTo>
                  <a:cubicBezTo>
                    <a:pt x="55" y="70"/>
                    <a:pt x="70" y="54"/>
                    <a:pt x="70" y="35"/>
                  </a:cubicBezTo>
                  <a:cubicBezTo>
                    <a:pt x="70" y="15"/>
                    <a:pt x="55" y="0"/>
                    <a:pt x="35" y="0"/>
                  </a:cubicBezTo>
                  <a:cubicBezTo>
                    <a:pt x="16" y="0"/>
                    <a:pt x="0" y="15"/>
                    <a:pt x="0" y="35"/>
                  </a:cubicBezTo>
                  <a:cubicBezTo>
                    <a:pt x="0" y="54"/>
                    <a:pt x="16" y="70"/>
                    <a:pt x="35" y="70"/>
                  </a:cubicBezTo>
                  <a:close/>
                  <a:moveTo>
                    <a:pt x="35" y="6"/>
                  </a:moveTo>
                  <a:cubicBezTo>
                    <a:pt x="51" y="6"/>
                    <a:pt x="64" y="19"/>
                    <a:pt x="64" y="35"/>
                  </a:cubicBezTo>
                  <a:cubicBezTo>
                    <a:pt x="64" y="51"/>
                    <a:pt x="51" y="64"/>
                    <a:pt x="35" y="64"/>
                  </a:cubicBezTo>
                  <a:cubicBezTo>
                    <a:pt x="19" y="64"/>
                    <a:pt x="6" y="51"/>
                    <a:pt x="6" y="35"/>
                  </a:cubicBezTo>
                  <a:cubicBezTo>
                    <a:pt x="6" y="19"/>
                    <a:pt x="19" y="6"/>
                    <a:pt x="3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27"/>
            <p:cNvSpPr>
              <a:spLocks/>
            </p:cNvSpPr>
            <p:nvPr/>
          </p:nvSpPr>
          <p:spPr bwMode="auto">
            <a:xfrm>
              <a:off x="2312988" y="827088"/>
              <a:ext cx="38100" cy="38100"/>
            </a:xfrm>
            <a:custGeom>
              <a:avLst/>
              <a:gdLst>
                <a:gd name="T0" fmla="*/ 4 w 25"/>
                <a:gd name="T1" fmla="*/ 23 h 25"/>
                <a:gd name="T2" fmla="*/ 23 w 25"/>
                <a:gd name="T3" fmla="*/ 4 h 25"/>
                <a:gd name="T4" fmla="*/ 25 w 25"/>
                <a:gd name="T5" fmla="*/ 2 h 25"/>
                <a:gd name="T6" fmla="*/ 23 w 25"/>
                <a:gd name="T7" fmla="*/ 0 h 25"/>
                <a:gd name="T8" fmla="*/ 0 w 25"/>
                <a:gd name="T9" fmla="*/ 23 h 25"/>
                <a:gd name="T10" fmla="*/ 2 w 25"/>
                <a:gd name="T11" fmla="*/ 25 h 25"/>
                <a:gd name="T12" fmla="*/ 4 w 25"/>
                <a:gd name="T13" fmla="*/ 23 h 25"/>
              </a:gdLst>
              <a:ahLst/>
              <a:cxnLst>
                <a:cxn ang="0">
                  <a:pos x="T0" y="T1"/>
                </a:cxn>
                <a:cxn ang="0">
                  <a:pos x="T2" y="T3"/>
                </a:cxn>
                <a:cxn ang="0">
                  <a:pos x="T4" y="T5"/>
                </a:cxn>
                <a:cxn ang="0">
                  <a:pos x="T6" y="T7"/>
                </a:cxn>
                <a:cxn ang="0">
                  <a:pos x="T8" y="T9"/>
                </a:cxn>
                <a:cxn ang="0">
                  <a:pos x="T10" y="T11"/>
                </a:cxn>
                <a:cxn ang="0">
                  <a:pos x="T12" y="T13"/>
                </a:cxn>
              </a:cxnLst>
              <a:rect l="0" t="0" r="r" b="b"/>
              <a:pathLst>
                <a:path w="25" h="25">
                  <a:moveTo>
                    <a:pt x="4" y="23"/>
                  </a:moveTo>
                  <a:cubicBezTo>
                    <a:pt x="4" y="12"/>
                    <a:pt x="13" y="4"/>
                    <a:pt x="23" y="4"/>
                  </a:cubicBezTo>
                  <a:cubicBezTo>
                    <a:pt x="24" y="4"/>
                    <a:pt x="25" y="3"/>
                    <a:pt x="25" y="2"/>
                  </a:cubicBezTo>
                  <a:cubicBezTo>
                    <a:pt x="25" y="1"/>
                    <a:pt x="24" y="0"/>
                    <a:pt x="23" y="0"/>
                  </a:cubicBezTo>
                  <a:cubicBezTo>
                    <a:pt x="11" y="0"/>
                    <a:pt x="0" y="10"/>
                    <a:pt x="0" y="23"/>
                  </a:cubicBezTo>
                  <a:cubicBezTo>
                    <a:pt x="0" y="24"/>
                    <a:pt x="1" y="25"/>
                    <a:pt x="2" y="25"/>
                  </a:cubicBezTo>
                  <a:cubicBezTo>
                    <a:pt x="3" y="25"/>
                    <a:pt x="4" y="24"/>
                    <a:pt x="4"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28"/>
            <p:cNvSpPr>
              <a:spLocks noEditPoints="1"/>
            </p:cNvSpPr>
            <p:nvPr/>
          </p:nvSpPr>
          <p:spPr bwMode="auto">
            <a:xfrm>
              <a:off x="2117725" y="1069975"/>
              <a:ext cx="50800" cy="50800"/>
            </a:xfrm>
            <a:custGeom>
              <a:avLst/>
              <a:gdLst>
                <a:gd name="T0" fmla="*/ 17 w 34"/>
                <a:gd name="T1" fmla="*/ 34 h 34"/>
                <a:gd name="T2" fmla="*/ 34 w 34"/>
                <a:gd name="T3" fmla="*/ 17 h 34"/>
                <a:gd name="T4" fmla="*/ 17 w 34"/>
                <a:gd name="T5" fmla="*/ 0 h 34"/>
                <a:gd name="T6" fmla="*/ 0 w 34"/>
                <a:gd name="T7" fmla="*/ 17 h 34"/>
                <a:gd name="T8" fmla="*/ 17 w 34"/>
                <a:gd name="T9" fmla="*/ 34 h 34"/>
                <a:gd name="T10" fmla="*/ 17 w 34"/>
                <a:gd name="T11" fmla="*/ 5 h 34"/>
                <a:gd name="T12" fmla="*/ 29 w 34"/>
                <a:gd name="T13" fmla="*/ 17 h 34"/>
                <a:gd name="T14" fmla="*/ 17 w 34"/>
                <a:gd name="T15" fmla="*/ 29 h 34"/>
                <a:gd name="T16" fmla="*/ 5 w 34"/>
                <a:gd name="T17" fmla="*/ 17 h 34"/>
                <a:gd name="T18" fmla="*/ 17 w 34"/>
                <a:gd name="T19" fmla="*/ 5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34"/>
                  </a:moveTo>
                  <a:cubicBezTo>
                    <a:pt x="26" y="34"/>
                    <a:pt x="34" y="27"/>
                    <a:pt x="34" y="17"/>
                  </a:cubicBezTo>
                  <a:cubicBezTo>
                    <a:pt x="34" y="8"/>
                    <a:pt x="26" y="0"/>
                    <a:pt x="17" y="0"/>
                  </a:cubicBezTo>
                  <a:cubicBezTo>
                    <a:pt x="8" y="0"/>
                    <a:pt x="0" y="8"/>
                    <a:pt x="0" y="17"/>
                  </a:cubicBezTo>
                  <a:cubicBezTo>
                    <a:pt x="0" y="27"/>
                    <a:pt x="8" y="34"/>
                    <a:pt x="17" y="34"/>
                  </a:cubicBezTo>
                  <a:close/>
                  <a:moveTo>
                    <a:pt x="17" y="5"/>
                  </a:moveTo>
                  <a:cubicBezTo>
                    <a:pt x="24" y="5"/>
                    <a:pt x="29" y="11"/>
                    <a:pt x="29" y="17"/>
                  </a:cubicBezTo>
                  <a:cubicBezTo>
                    <a:pt x="29" y="24"/>
                    <a:pt x="24" y="29"/>
                    <a:pt x="17" y="29"/>
                  </a:cubicBezTo>
                  <a:cubicBezTo>
                    <a:pt x="10" y="29"/>
                    <a:pt x="5" y="24"/>
                    <a:pt x="5" y="17"/>
                  </a:cubicBezTo>
                  <a:cubicBezTo>
                    <a:pt x="5" y="11"/>
                    <a:pt x="10" y="5"/>
                    <a:pt x="17"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29"/>
            <p:cNvSpPr>
              <a:spLocks noEditPoints="1"/>
            </p:cNvSpPr>
            <p:nvPr/>
          </p:nvSpPr>
          <p:spPr bwMode="auto">
            <a:xfrm>
              <a:off x="2160588" y="987425"/>
              <a:ext cx="71438" cy="73025"/>
            </a:xfrm>
            <a:custGeom>
              <a:avLst/>
              <a:gdLst>
                <a:gd name="T0" fmla="*/ 24 w 48"/>
                <a:gd name="T1" fmla="*/ 48 h 48"/>
                <a:gd name="T2" fmla="*/ 48 w 48"/>
                <a:gd name="T3" fmla="*/ 24 h 48"/>
                <a:gd name="T4" fmla="*/ 24 w 48"/>
                <a:gd name="T5" fmla="*/ 0 h 48"/>
                <a:gd name="T6" fmla="*/ 0 w 48"/>
                <a:gd name="T7" fmla="*/ 24 h 48"/>
                <a:gd name="T8" fmla="*/ 24 w 48"/>
                <a:gd name="T9" fmla="*/ 48 h 48"/>
                <a:gd name="T10" fmla="*/ 24 w 48"/>
                <a:gd name="T11" fmla="*/ 4 h 48"/>
                <a:gd name="T12" fmla="*/ 44 w 48"/>
                <a:gd name="T13" fmla="*/ 24 h 48"/>
                <a:gd name="T14" fmla="*/ 24 w 48"/>
                <a:gd name="T15" fmla="*/ 44 h 48"/>
                <a:gd name="T16" fmla="*/ 4 w 48"/>
                <a:gd name="T17" fmla="*/ 24 h 48"/>
                <a:gd name="T18" fmla="*/ 24 w 48"/>
                <a:gd name="T19" fmla="*/ 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cubicBezTo>
                    <a:pt x="37" y="48"/>
                    <a:pt x="48" y="37"/>
                    <a:pt x="48" y="24"/>
                  </a:cubicBezTo>
                  <a:cubicBezTo>
                    <a:pt x="48" y="11"/>
                    <a:pt x="37" y="0"/>
                    <a:pt x="24" y="0"/>
                  </a:cubicBezTo>
                  <a:cubicBezTo>
                    <a:pt x="11" y="0"/>
                    <a:pt x="0" y="11"/>
                    <a:pt x="0" y="24"/>
                  </a:cubicBezTo>
                  <a:cubicBezTo>
                    <a:pt x="0" y="37"/>
                    <a:pt x="11" y="48"/>
                    <a:pt x="24" y="48"/>
                  </a:cubicBezTo>
                  <a:close/>
                  <a:moveTo>
                    <a:pt x="24" y="4"/>
                  </a:moveTo>
                  <a:cubicBezTo>
                    <a:pt x="35" y="4"/>
                    <a:pt x="44" y="13"/>
                    <a:pt x="44" y="24"/>
                  </a:cubicBezTo>
                  <a:cubicBezTo>
                    <a:pt x="44" y="35"/>
                    <a:pt x="35" y="44"/>
                    <a:pt x="24" y="44"/>
                  </a:cubicBezTo>
                  <a:cubicBezTo>
                    <a:pt x="13" y="44"/>
                    <a:pt x="4" y="35"/>
                    <a:pt x="4" y="24"/>
                  </a:cubicBezTo>
                  <a:cubicBezTo>
                    <a:pt x="4" y="13"/>
                    <a:pt x="13" y="4"/>
                    <a:pt x="2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30"/>
            <p:cNvSpPr>
              <a:spLocks/>
            </p:cNvSpPr>
            <p:nvPr/>
          </p:nvSpPr>
          <p:spPr bwMode="auto">
            <a:xfrm>
              <a:off x="2171700" y="1000125"/>
              <a:ext cx="25400" cy="25400"/>
            </a:xfrm>
            <a:custGeom>
              <a:avLst/>
              <a:gdLst>
                <a:gd name="T0" fmla="*/ 3 w 17"/>
                <a:gd name="T1" fmla="*/ 16 h 17"/>
                <a:gd name="T2" fmla="*/ 16 w 17"/>
                <a:gd name="T3" fmla="*/ 3 h 17"/>
                <a:gd name="T4" fmla="*/ 17 w 17"/>
                <a:gd name="T5" fmla="*/ 2 h 17"/>
                <a:gd name="T6" fmla="*/ 16 w 17"/>
                <a:gd name="T7" fmla="*/ 0 h 17"/>
                <a:gd name="T8" fmla="*/ 0 w 17"/>
                <a:gd name="T9" fmla="*/ 16 h 17"/>
                <a:gd name="T10" fmla="*/ 2 w 17"/>
                <a:gd name="T11" fmla="*/ 17 h 17"/>
                <a:gd name="T12" fmla="*/ 3 w 17"/>
                <a:gd name="T13" fmla="*/ 16 h 17"/>
              </a:gdLst>
              <a:ahLst/>
              <a:cxnLst>
                <a:cxn ang="0">
                  <a:pos x="T0" y="T1"/>
                </a:cxn>
                <a:cxn ang="0">
                  <a:pos x="T2" y="T3"/>
                </a:cxn>
                <a:cxn ang="0">
                  <a:pos x="T4" y="T5"/>
                </a:cxn>
                <a:cxn ang="0">
                  <a:pos x="T6" y="T7"/>
                </a:cxn>
                <a:cxn ang="0">
                  <a:pos x="T8" y="T9"/>
                </a:cxn>
                <a:cxn ang="0">
                  <a:pos x="T10" y="T11"/>
                </a:cxn>
                <a:cxn ang="0">
                  <a:pos x="T12" y="T13"/>
                </a:cxn>
              </a:cxnLst>
              <a:rect l="0" t="0" r="r" b="b"/>
              <a:pathLst>
                <a:path w="17" h="17">
                  <a:moveTo>
                    <a:pt x="3" y="16"/>
                  </a:moveTo>
                  <a:cubicBezTo>
                    <a:pt x="3" y="9"/>
                    <a:pt x="9" y="3"/>
                    <a:pt x="16" y="3"/>
                  </a:cubicBezTo>
                  <a:cubicBezTo>
                    <a:pt x="17" y="3"/>
                    <a:pt x="17" y="2"/>
                    <a:pt x="17" y="2"/>
                  </a:cubicBezTo>
                  <a:cubicBezTo>
                    <a:pt x="17" y="1"/>
                    <a:pt x="17" y="0"/>
                    <a:pt x="16" y="0"/>
                  </a:cubicBezTo>
                  <a:cubicBezTo>
                    <a:pt x="7" y="0"/>
                    <a:pt x="0" y="7"/>
                    <a:pt x="0" y="16"/>
                  </a:cubicBezTo>
                  <a:cubicBezTo>
                    <a:pt x="0" y="17"/>
                    <a:pt x="1" y="17"/>
                    <a:pt x="2" y="17"/>
                  </a:cubicBezTo>
                  <a:cubicBezTo>
                    <a:pt x="2" y="17"/>
                    <a:pt x="3" y="17"/>
                    <a:pt x="3"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3" name="组合 22"/>
          <p:cNvGrpSpPr/>
          <p:nvPr/>
        </p:nvGrpSpPr>
        <p:grpSpPr>
          <a:xfrm>
            <a:off x="439738" y="2049463"/>
            <a:ext cx="1141412" cy="1223962"/>
            <a:chOff x="439738" y="2049463"/>
            <a:chExt cx="1141412" cy="1223962"/>
          </a:xfrm>
          <a:solidFill>
            <a:schemeClr val="tx1">
              <a:lumMod val="65000"/>
              <a:lumOff val="35000"/>
            </a:schemeClr>
          </a:solidFill>
        </p:grpSpPr>
        <p:sp>
          <p:nvSpPr>
            <p:cNvPr id="24" name="Oval 47"/>
            <p:cNvSpPr>
              <a:spLocks noChangeArrowheads="1"/>
            </p:cNvSpPr>
            <p:nvPr/>
          </p:nvSpPr>
          <p:spPr bwMode="auto">
            <a:xfrm>
              <a:off x="1223963" y="2409825"/>
              <a:ext cx="193675" cy="1920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48"/>
            <p:cNvSpPr>
              <a:spLocks/>
            </p:cNvSpPr>
            <p:nvPr/>
          </p:nvSpPr>
          <p:spPr bwMode="auto">
            <a:xfrm>
              <a:off x="1098550" y="2384425"/>
              <a:ext cx="482600" cy="869950"/>
            </a:xfrm>
            <a:custGeom>
              <a:avLst/>
              <a:gdLst>
                <a:gd name="T0" fmla="*/ 188 w 320"/>
                <a:gd name="T1" fmla="*/ 173 h 577"/>
                <a:gd name="T2" fmla="*/ 162 w 320"/>
                <a:gd name="T3" fmla="*/ 164 h 577"/>
                <a:gd name="T4" fmla="*/ 117 w 320"/>
                <a:gd name="T5" fmla="*/ 158 h 577"/>
                <a:gd name="T6" fmla="*/ 114 w 320"/>
                <a:gd name="T7" fmla="*/ 157 h 577"/>
                <a:gd name="T8" fmla="*/ 112 w 320"/>
                <a:gd name="T9" fmla="*/ 157 h 577"/>
                <a:gd name="T10" fmla="*/ 109 w 320"/>
                <a:gd name="T11" fmla="*/ 157 h 577"/>
                <a:gd name="T12" fmla="*/ 69 w 320"/>
                <a:gd name="T13" fmla="*/ 141 h 577"/>
                <a:gd name="T14" fmla="*/ 40 w 320"/>
                <a:gd name="T15" fmla="*/ 64 h 577"/>
                <a:gd name="T16" fmla="*/ 43 w 320"/>
                <a:gd name="T17" fmla="*/ 24 h 577"/>
                <a:gd name="T18" fmla="*/ 27 w 320"/>
                <a:gd name="T19" fmla="*/ 1 h 577"/>
                <a:gd name="T20" fmla="*/ 4 w 320"/>
                <a:gd name="T21" fmla="*/ 18 h 577"/>
                <a:gd name="T22" fmla="*/ 0 w 320"/>
                <a:gd name="T23" fmla="*/ 64 h 577"/>
                <a:gd name="T24" fmla="*/ 16 w 320"/>
                <a:gd name="T25" fmla="*/ 139 h 577"/>
                <a:gd name="T26" fmla="*/ 75 w 320"/>
                <a:gd name="T27" fmla="*/ 190 h 577"/>
                <a:gd name="T28" fmla="*/ 84 w 320"/>
                <a:gd name="T29" fmla="*/ 193 h 577"/>
                <a:gd name="T30" fmla="*/ 65 w 320"/>
                <a:gd name="T31" fmla="*/ 248 h 577"/>
                <a:gd name="T32" fmla="*/ 60 w 320"/>
                <a:gd name="T33" fmla="*/ 416 h 577"/>
                <a:gd name="T34" fmla="*/ 83 w 320"/>
                <a:gd name="T35" fmla="*/ 419 h 577"/>
                <a:gd name="T36" fmla="*/ 143 w 320"/>
                <a:gd name="T37" fmla="*/ 566 h 577"/>
                <a:gd name="T38" fmla="*/ 164 w 320"/>
                <a:gd name="T39" fmla="*/ 577 h 577"/>
                <a:gd name="T40" fmla="*/ 179 w 320"/>
                <a:gd name="T41" fmla="*/ 572 h 577"/>
                <a:gd name="T42" fmla="*/ 185 w 320"/>
                <a:gd name="T43" fmla="*/ 536 h 577"/>
                <a:gd name="T44" fmla="*/ 134 w 320"/>
                <a:gd name="T45" fmla="*/ 407 h 577"/>
                <a:gd name="T46" fmla="*/ 158 w 320"/>
                <a:gd name="T47" fmla="*/ 400 h 577"/>
                <a:gd name="T48" fmla="*/ 166 w 320"/>
                <a:gd name="T49" fmla="*/ 418 h 577"/>
                <a:gd name="T50" fmla="*/ 206 w 320"/>
                <a:gd name="T51" fmla="*/ 461 h 577"/>
                <a:gd name="T52" fmla="*/ 279 w 320"/>
                <a:gd name="T53" fmla="*/ 480 h 577"/>
                <a:gd name="T54" fmla="*/ 279 w 320"/>
                <a:gd name="T55" fmla="*/ 480 h 577"/>
                <a:gd name="T56" fmla="*/ 286 w 320"/>
                <a:gd name="T57" fmla="*/ 480 h 577"/>
                <a:gd name="T58" fmla="*/ 312 w 320"/>
                <a:gd name="T59" fmla="*/ 453 h 577"/>
                <a:gd name="T60" fmla="*/ 285 w 320"/>
                <a:gd name="T61" fmla="*/ 428 h 577"/>
                <a:gd name="T62" fmla="*/ 279 w 320"/>
                <a:gd name="T63" fmla="*/ 428 h 577"/>
                <a:gd name="T64" fmla="*/ 234 w 320"/>
                <a:gd name="T65" fmla="*/ 417 h 577"/>
                <a:gd name="T66" fmla="*/ 208 w 320"/>
                <a:gd name="T67" fmla="*/ 384 h 577"/>
                <a:gd name="T68" fmla="*/ 248 w 320"/>
                <a:gd name="T69" fmla="*/ 364 h 577"/>
                <a:gd name="T70" fmla="*/ 214 w 320"/>
                <a:gd name="T71" fmla="*/ 209 h 577"/>
                <a:gd name="T72" fmla="*/ 249 w 320"/>
                <a:gd name="T73" fmla="*/ 197 h 577"/>
                <a:gd name="T74" fmla="*/ 294 w 320"/>
                <a:gd name="T75" fmla="*/ 163 h 577"/>
                <a:gd name="T76" fmla="*/ 319 w 320"/>
                <a:gd name="T77" fmla="*/ 99 h 577"/>
                <a:gd name="T78" fmla="*/ 301 w 320"/>
                <a:gd name="T79" fmla="*/ 77 h 577"/>
                <a:gd name="T80" fmla="*/ 280 w 320"/>
                <a:gd name="T81" fmla="*/ 95 h 577"/>
                <a:gd name="T82" fmla="*/ 263 w 320"/>
                <a:gd name="T83" fmla="*/ 137 h 577"/>
                <a:gd name="T84" fmla="*/ 214 w 320"/>
                <a:gd name="T85" fmla="*/ 167 h 577"/>
                <a:gd name="T86" fmla="*/ 193 w 320"/>
                <a:gd name="T87" fmla="*/ 172 h 577"/>
                <a:gd name="T88" fmla="*/ 188 w 320"/>
                <a:gd name="T89" fmla="*/ 173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20" h="577">
                  <a:moveTo>
                    <a:pt x="188" y="173"/>
                  </a:moveTo>
                  <a:cubicBezTo>
                    <a:pt x="181" y="170"/>
                    <a:pt x="172" y="167"/>
                    <a:pt x="162" y="164"/>
                  </a:cubicBezTo>
                  <a:cubicBezTo>
                    <a:pt x="141" y="159"/>
                    <a:pt x="127" y="157"/>
                    <a:pt x="117" y="158"/>
                  </a:cubicBezTo>
                  <a:cubicBezTo>
                    <a:pt x="116" y="157"/>
                    <a:pt x="115" y="157"/>
                    <a:pt x="114" y="157"/>
                  </a:cubicBezTo>
                  <a:cubicBezTo>
                    <a:pt x="114" y="157"/>
                    <a:pt x="113" y="157"/>
                    <a:pt x="112" y="157"/>
                  </a:cubicBezTo>
                  <a:cubicBezTo>
                    <a:pt x="112" y="157"/>
                    <a:pt x="112" y="157"/>
                    <a:pt x="109" y="157"/>
                  </a:cubicBezTo>
                  <a:cubicBezTo>
                    <a:pt x="102" y="156"/>
                    <a:pt x="84" y="153"/>
                    <a:pt x="69" y="141"/>
                  </a:cubicBezTo>
                  <a:cubicBezTo>
                    <a:pt x="54" y="129"/>
                    <a:pt x="40" y="109"/>
                    <a:pt x="40" y="64"/>
                  </a:cubicBezTo>
                  <a:cubicBezTo>
                    <a:pt x="40" y="53"/>
                    <a:pt x="41" y="39"/>
                    <a:pt x="43" y="24"/>
                  </a:cubicBezTo>
                  <a:cubicBezTo>
                    <a:pt x="45" y="13"/>
                    <a:pt x="38" y="3"/>
                    <a:pt x="27" y="1"/>
                  </a:cubicBezTo>
                  <a:cubicBezTo>
                    <a:pt x="16" y="0"/>
                    <a:pt x="6" y="7"/>
                    <a:pt x="4" y="18"/>
                  </a:cubicBezTo>
                  <a:cubicBezTo>
                    <a:pt x="1" y="35"/>
                    <a:pt x="0" y="50"/>
                    <a:pt x="0" y="64"/>
                  </a:cubicBezTo>
                  <a:cubicBezTo>
                    <a:pt x="0" y="95"/>
                    <a:pt x="6" y="119"/>
                    <a:pt x="16" y="139"/>
                  </a:cubicBezTo>
                  <a:cubicBezTo>
                    <a:pt x="32" y="167"/>
                    <a:pt x="56" y="183"/>
                    <a:pt x="75" y="190"/>
                  </a:cubicBezTo>
                  <a:cubicBezTo>
                    <a:pt x="78" y="191"/>
                    <a:pt x="81" y="192"/>
                    <a:pt x="84" y="193"/>
                  </a:cubicBezTo>
                  <a:cubicBezTo>
                    <a:pt x="78" y="207"/>
                    <a:pt x="70" y="226"/>
                    <a:pt x="65" y="248"/>
                  </a:cubicBezTo>
                  <a:cubicBezTo>
                    <a:pt x="52" y="299"/>
                    <a:pt x="43" y="373"/>
                    <a:pt x="60" y="416"/>
                  </a:cubicBezTo>
                  <a:cubicBezTo>
                    <a:pt x="61" y="420"/>
                    <a:pt x="70" y="420"/>
                    <a:pt x="83" y="419"/>
                  </a:cubicBezTo>
                  <a:cubicBezTo>
                    <a:pt x="90" y="459"/>
                    <a:pt x="106" y="513"/>
                    <a:pt x="143" y="566"/>
                  </a:cubicBezTo>
                  <a:cubicBezTo>
                    <a:pt x="148" y="573"/>
                    <a:pt x="156" y="577"/>
                    <a:pt x="164" y="577"/>
                  </a:cubicBezTo>
                  <a:cubicBezTo>
                    <a:pt x="169" y="577"/>
                    <a:pt x="175" y="576"/>
                    <a:pt x="179" y="572"/>
                  </a:cubicBezTo>
                  <a:cubicBezTo>
                    <a:pt x="191" y="564"/>
                    <a:pt x="194" y="548"/>
                    <a:pt x="185" y="536"/>
                  </a:cubicBezTo>
                  <a:cubicBezTo>
                    <a:pt x="153" y="490"/>
                    <a:pt x="139" y="443"/>
                    <a:pt x="134" y="407"/>
                  </a:cubicBezTo>
                  <a:cubicBezTo>
                    <a:pt x="142" y="405"/>
                    <a:pt x="150" y="403"/>
                    <a:pt x="158" y="400"/>
                  </a:cubicBezTo>
                  <a:cubicBezTo>
                    <a:pt x="160" y="406"/>
                    <a:pt x="163" y="412"/>
                    <a:pt x="166" y="418"/>
                  </a:cubicBezTo>
                  <a:cubicBezTo>
                    <a:pt x="174" y="433"/>
                    <a:pt x="187" y="449"/>
                    <a:pt x="206" y="461"/>
                  </a:cubicBezTo>
                  <a:cubicBezTo>
                    <a:pt x="225" y="473"/>
                    <a:pt x="250" y="480"/>
                    <a:pt x="279" y="480"/>
                  </a:cubicBezTo>
                  <a:cubicBezTo>
                    <a:pt x="279" y="480"/>
                    <a:pt x="279" y="480"/>
                    <a:pt x="279" y="480"/>
                  </a:cubicBezTo>
                  <a:cubicBezTo>
                    <a:pt x="282" y="480"/>
                    <a:pt x="284" y="480"/>
                    <a:pt x="286" y="480"/>
                  </a:cubicBezTo>
                  <a:cubicBezTo>
                    <a:pt x="301" y="479"/>
                    <a:pt x="312" y="467"/>
                    <a:pt x="312" y="453"/>
                  </a:cubicBezTo>
                  <a:cubicBezTo>
                    <a:pt x="311" y="439"/>
                    <a:pt x="299" y="427"/>
                    <a:pt x="285" y="428"/>
                  </a:cubicBezTo>
                  <a:cubicBezTo>
                    <a:pt x="283" y="428"/>
                    <a:pt x="281" y="428"/>
                    <a:pt x="279" y="428"/>
                  </a:cubicBezTo>
                  <a:cubicBezTo>
                    <a:pt x="258" y="428"/>
                    <a:pt x="244" y="423"/>
                    <a:pt x="234" y="417"/>
                  </a:cubicBezTo>
                  <a:cubicBezTo>
                    <a:pt x="221" y="408"/>
                    <a:pt x="213" y="396"/>
                    <a:pt x="208" y="384"/>
                  </a:cubicBezTo>
                  <a:cubicBezTo>
                    <a:pt x="232" y="375"/>
                    <a:pt x="249" y="367"/>
                    <a:pt x="248" y="364"/>
                  </a:cubicBezTo>
                  <a:cubicBezTo>
                    <a:pt x="226" y="324"/>
                    <a:pt x="215" y="245"/>
                    <a:pt x="214" y="209"/>
                  </a:cubicBezTo>
                  <a:cubicBezTo>
                    <a:pt x="224" y="207"/>
                    <a:pt x="236" y="203"/>
                    <a:pt x="249" y="197"/>
                  </a:cubicBezTo>
                  <a:cubicBezTo>
                    <a:pt x="264" y="190"/>
                    <a:pt x="281" y="179"/>
                    <a:pt x="294" y="163"/>
                  </a:cubicBezTo>
                  <a:cubicBezTo>
                    <a:pt x="307" y="147"/>
                    <a:pt x="317" y="125"/>
                    <a:pt x="319" y="99"/>
                  </a:cubicBezTo>
                  <a:cubicBezTo>
                    <a:pt x="320" y="88"/>
                    <a:pt x="312" y="78"/>
                    <a:pt x="301" y="77"/>
                  </a:cubicBezTo>
                  <a:cubicBezTo>
                    <a:pt x="290" y="76"/>
                    <a:pt x="281" y="84"/>
                    <a:pt x="280" y="95"/>
                  </a:cubicBezTo>
                  <a:cubicBezTo>
                    <a:pt x="278" y="114"/>
                    <a:pt x="272" y="127"/>
                    <a:pt x="263" y="137"/>
                  </a:cubicBezTo>
                  <a:cubicBezTo>
                    <a:pt x="250" y="153"/>
                    <a:pt x="231" y="162"/>
                    <a:pt x="214" y="167"/>
                  </a:cubicBezTo>
                  <a:cubicBezTo>
                    <a:pt x="206" y="170"/>
                    <a:pt x="199" y="171"/>
                    <a:pt x="193" y="172"/>
                  </a:cubicBezTo>
                  <a:cubicBezTo>
                    <a:pt x="191" y="173"/>
                    <a:pt x="189" y="173"/>
                    <a:pt x="188" y="1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49"/>
            <p:cNvSpPr>
              <a:spLocks/>
            </p:cNvSpPr>
            <p:nvPr/>
          </p:nvSpPr>
          <p:spPr bwMode="auto">
            <a:xfrm>
              <a:off x="568325" y="2425700"/>
              <a:ext cx="228600" cy="228600"/>
            </a:xfrm>
            <a:custGeom>
              <a:avLst/>
              <a:gdLst>
                <a:gd name="T0" fmla="*/ 87 w 151"/>
                <a:gd name="T1" fmla="*/ 145 h 151"/>
                <a:gd name="T2" fmla="*/ 144 w 151"/>
                <a:gd name="T3" fmla="*/ 64 h 151"/>
                <a:gd name="T4" fmla="*/ 63 w 151"/>
                <a:gd name="T5" fmla="*/ 7 h 151"/>
                <a:gd name="T6" fmla="*/ 6 w 151"/>
                <a:gd name="T7" fmla="*/ 88 h 151"/>
                <a:gd name="T8" fmla="*/ 87 w 151"/>
                <a:gd name="T9" fmla="*/ 145 h 151"/>
              </a:gdLst>
              <a:ahLst/>
              <a:cxnLst>
                <a:cxn ang="0">
                  <a:pos x="T0" y="T1"/>
                </a:cxn>
                <a:cxn ang="0">
                  <a:pos x="T2" y="T3"/>
                </a:cxn>
                <a:cxn ang="0">
                  <a:pos x="T4" y="T5"/>
                </a:cxn>
                <a:cxn ang="0">
                  <a:pos x="T6" y="T7"/>
                </a:cxn>
                <a:cxn ang="0">
                  <a:pos x="T8" y="T9"/>
                </a:cxn>
              </a:cxnLst>
              <a:rect l="0" t="0" r="r" b="b"/>
              <a:pathLst>
                <a:path w="151" h="151">
                  <a:moveTo>
                    <a:pt x="87" y="145"/>
                  </a:moveTo>
                  <a:cubicBezTo>
                    <a:pt x="125" y="138"/>
                    <a:pt x="151" y="102"/>
                    <a:pt x="144" y="64"/>
                  </a:cubicBezTo>
                  <a:cubicBezTo>
                    <a:pt x="137" y="25"/>
                    <a:pt x="101" y="0"/>
                    <a:pt x="63" y="7"/>
                  </a:cubicBezTo>
                  <a:cubicBezTo>
                    <a:pt x="25" y="13"/>
                    <a:pt x="0" y="50"/>
                    <a:pt x="6" y="88"/>
                  </a:cubicBezTo>
                  <a:cubicBezTo>
                    <a:pt x="13" y="126"/>
                    <a:pt x="49" y="151"/>
                    <a:pt x="87" y="1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50"/>
            <p:cNvSpPr>
              <a:spLocks/>
            </p:cNvSpPr>
            <p:nvPr/>
          </p:nvSpPr>
          <p:spPr bwMode="auto">
            <a:xfrm>
              <a:off x="439738" y="2416175"/>
              <a:ext cx="504825" cy="857250"/>
            </a:xfrm>
            <a:custGeom>
              <a:avLst/>
              <a:gdLst>
                <a:gd name="T0" fmla="*/ 240 w 334"/>
                <a:gd name="T1" fmla="*/ 568 h 569"/>
                <a:gd name="T2" fmla="*/ 248 w 334"/>
                <a:gd name="T3" fmla="*/ 569 h 569"/>
                <a:gd name="T4" fmla="*/ 279 w 334"/>
                <a:gd name="T5" fmla="*/ 544 h 569"/>
                <a:gd name="T6" fmla="*/ 288 w 334"/>
                <a:gd name="T7" fmla="*/ 472 h 569"/>
                <a:gd name="T8" fmla="*/ 254 w 334"/>
                <a:gd name="T9" fmla="*/ 355 h 569"/>
                <a:gd name="T10" fmla="*/ 236 w 334"/>
                <a:gd name="T11" fmla="*/ 333 h 569"/>
                <a:gd name="T12" fmla="*/ 214 w 334"/>
                <a:gd name="T13" fmla="*/ 219 h 569"/>
                <a:gd name="T14" fmla="*/ 258 w 334"/>
                <a:gd name="T15" fmla="*/ 195 h 569"/>
                <a:gd name="T16" fmla="*/ 332 w 334"/>
                <a:gd name="T17" fmla="*/ 62 h 569"/>
                <a:gd name="T18" fmla="*/ 315 w 334"/>
                <a:gd name="T19" fmla="*/ 39 h 569"/>
                <a:gd name="T20" fmla="*/ 292 w 334"/>
                <a:gd name="T21" fmla="*/ 56 h 569"/>
                <a:gd name="T22" fmla="*/ 234 w 334"/>
                <a:gd name="T23" fmla="*/ 163 h 569"/>
                <a:gd name="T24" fmla="*/ 202 w 334"/>
                <a:gd name="T25" fmla="*/ 181 h 569"/>
                <a:gd name="T26" fmla="*/ 193 w 334"/>
                <a:gd name="T27" fmla="*/ 184 h 569"/>
                <a:gd name="T28" fmla="*/ 113 w 334"/>
                <a:gd name="T29" fmla="*/ 172 h 569"/>
                <a:gd name="T30" fmla="*/ 76 w 334"/>
                <a:gd name="T31" fmla="*/ 147 h 569"/>
                <a:gd name="T32" fmla="*/ 40 w 334"/>
                <a:gd name="T33" fmla="*/ 60 h 569"/>
                <a:gd name="T34" fmla="*/ 44 w 334"/>
                <a:gd name="T35" fmla="*/ 25 h 569"/>
                <a:gd name="T36" fmla="*/ 28 w 334"/>
                <a:gd name="T37" fmla="*/ 2 h 569"/>
                <a:gd name="T38" fmla="*/ 5 w 334"/>
                <a:gd name="T39" fmla="*/ 17 h 569"/>
                <a:gd name="T40" fmla="*/ 0 w 334"/>
                <a:gd name="T41" fmla="*/ 60 h 569"/>
                <a:gd name="T42" fmla="*/ 50 w 334"/>
                <a:gd name="T43" fmla="*/ 177 h 569"/>
                <a:gd name="T44" fmla="*/ 89 w 334"/>
                <a:gd name="T45" fmla="*/ 205 h 569"/>
                <a:gd name="T46" fmla="*/ 117 w 334"/>
                <a:gd name="T47" fmla="*/ 372 h 569"/>
                <a:gd name="T48" fmla="*/ 118 w 334"/>
                <a:gd name="T49" fmla="*/ 385 h 569"/>
                <a:gd name="T50" fmla="*/ 113 w 334"/>
                <a:gd name="T51" fmla="*/ 414 h 569"/>
                <a:gd name="T52" fmla="*/ 110 w 334"/>
                <a:gd name="T53" fmla="*/ 418 h 569"/>
                <a:gd name="T54" fmla="*/ 102 w 334"/>
                <a:gd name="T55" fmla="*/ 420 h 569"/>
                <a:gd name="T56" fmla="*/ 58 w 334"/>
                <a:gd name="T57" fmla="*/ 406 h 569"/>
                <a:gd name="T58" fmla="*/ 15 w 334"/>
                <a:gd name="T59" fmla="*/ 420 h 569"/>
                <a:gd name="T60" fmla="*/ 29 w 334"/>
                <a:gd name="T61" fmla="*/ 463 h 569"/>
                <a:gd name="T62" fmla="*/ 102 w 334"/>
                <a:gd name="T63" fmla="*/ 484 h 569"/>
                <a:gd name="T64" fmla="*/ 102 w 334"/>
                <a:gd name="T65" fmla="*/ 484 h 569"/>
                <a:gd name="T66" fmla="*/ 144 w 334"/>
                <a:gd name="T67" fmla="*/ 472 h 569"/>
                <a:gd name="T68" fmla="*/ 176 w 334"/>
                <a:gd name="T69" fmla="*/ 428 h 569"/>
                <a:gd name="T70" fmla="*/ 182 w 334"/>
                <a:gd name="T71" fmla="*/ 385 h 569"/>
                <a:gd name="T72" fmla="*/ 182 w 334"/>
                <a:gd name="T73" fmla="*/ 385 h 569"/>
                <a:gd name="T74" fmla="*/ 192 w 334"/>
                <a:gd name="T75" fmla="*/ 380 h 569"/>
                <a:gd name="T76" fmla="*/ 203 w 334"/>
                <a:gd name="T77" fmla="*/ 395 h 569"/>
                <a:gd name="T78" fmla="*/ 224 w 334"/>
                <a:gd name="T79" fmla="*/ 472 h 569"/>
                <a:gd name="T80" fmla="*/ 216 w 334"/>
                <a:gd name="T81" fmla="*/ 529 h 569"/>
                <a:gd name="T82" fmla="*/ 240 w 334"/>
                <a:gd name="T83" fmla="*/ 568 h 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4" h="569">
                  <a:moveTo>
                    <a:pt x="240" y="568"/>
                  </a:moveTo>
                  <a:cubicBezTo>
                    <a:pt x="242" y="568"/>
                    <a:pt x="245" y="569"/>
                    <a:pt x="248" y="569"/>
                  </a:cubicBezTo>
                  <a:cubicBezTo>
                    <a:pt x="262" y="569"/>
                    <a:pt x="275" y="559"/>
                    <a:pt x="279" y="544"/>
                  </a:cubicBezTo>
                  <a:cubicBezTo>
                    <a:pt x="285" y="518"/>
                    <a:pt x="288" y="494"/>
                    <a:pt x="288" y="472"/>
                  </a:cubicBezTo>
                  <a:cubicBezTo>
                    <a:pt x="288" y="420"/>
                    <a:pt x="271" y="381"/>
                    <a:pt x="254" y="355"/>
                  </a:cubicBezTo>
                  <a:cubicBezTo>
                    <a:pt x="248" y="346"/>
                    <a:pt x="241" y="339"/>
                    <a:pt x="236" y="333"/>
                  </a:cubicBezTo>
                  <a:cubicBezTo>
                    <a:pt x="222" y="297"/>
                    <a:pt x="215" y="258"/>
                    <a:pt x="214" y="219"/>
                  </a:cubicBezTo>
                  <a:cubicBezTo>
                    <a:pt x="225" y="215"/>
                    <a:pt x="241" y="207"/>
                    <a:pt x="258" y="195"/>
                  </a:cubicBezTo>
                  <a:cubicBezTo>
                    <a:pt x="289" y="171"/>
                    <a:pt x="322" y="129"/>
                    <a:pt x="332" y="62"/>
                  </a:cubicBezTo>
                  <a:cubicBezTo>
                    <a:pt x="334" y="51"/>
                    <a:pt x="326" y="40"/>
                    <a:pt x="315" y="39"/>
                  </a:cubicBezTo>
                  <a:cubicBezTo>
                    <a:pt x="304" y="37"/>
                    <a:pt x="294" y="45"/>
                    <a:pt x="292" y="56"/>
                  </a:cubicBezTo>
                  <a:cubicBezTo>
                    <a:pt x="284" y="113"/>
                    <a:pt x="258" y="144"/>
                    <a:pt x="234" y="163"/>
                  </a:cubicBezTo>
                  <a:cubicBezTo>
                    <a:pt x="222" y="172"/>
                    <a:pt x="210" y="178"/>
                    <a:pt x="202" y="181"/>
                  </a:cubicBezTo>
                  <a:cubicBezTo>
                    <a:pt x="198" y="183"/>
                    <a:pt x="195" y="184"/>
                    <a:pt x="193" y="184"/>
                  </a:cubicBezTo>
                  <a:cubicBezTo>
                    <a:pt x="166" y="180"/>
                    <a:pt x="139" y="176"/>
                    <a:pt x="113" y="172"/>
                  </a:cubicBezTo>
                  <a:cubicBezTo>
                    <a:pt x="107" y="170"/>
                    <a:pt x="91" y="162"/>
                    <a:pt x="76" y="147"/>
                  </a:cubicBezTo>
                  <a:cubicBezTo>
                    <a:pt x="57" y="128"/>
                    <a:pt x="40" y="102"/>
                    <a:pt x="40" y="60"/>
                  </a:cubicBezTo>
                  <a:cubicBezTo>
                    <a:pt x="40" y="49"/>
                    <a:pt x="41" y="38"/>
                    <a:pt x="44" y="25"/>
                  </a:cubicBezTo>
                  <a:cubicBezTo>
                    <a:pt x="46" y="14"/>
                    <a:pt x="39" y="4"/>
                    <a:pt x="28" y="2"/>
                  </a:cubicBezTo>
                  <a:cubicBezTo>
                    <a:pt x="17" y="0"/>
                    <a:pt x="7" y="7"/>
                    <a:pt x="5" y="17"/>
                  </a:cubicBezTo>
                  <a:cubicBezTo>
                    <a:pt x="2" y="32"/>
                    <a:pt x="0" y="46"/>
                    <a:pt x="0" y="60"/>
                  </a:cubicBezTo>
                  <a:cubicBezTo>
                    <a:pt x="0" y="115"/>
                    <a:pt x="25" y="154"/>
                    <a:pt x="50" y="177"/>
                  </a:cubicBezTo>
                  <a:cubicBezTo>
                    <a:pt x="65" y="191"/>
                    <a:pt x="80" y="200"/>
                    <a:pt x="89" y="205"/>
                  </a:cubicBezTo>
                  <a:cubicBezTo>
                    <a:pt x="89" y="262"/>
                    <a:pt x="99" y="319"/>
                    <a:pt x="117" y="372"/>
                  </a:cubicBezTo>
                  <a:cubicBezTo>
                    <a:pt x="118" y="376"/>
                    <a:pt x="118" y="380"/>
                    <a:pt x="118" y="385"/>
                  </a:cubicBezTo>
                  <a:cubicBezTo>
                    <a:pt x="118" y="396"/>
                    <a:pt x="116" y="408"/>
                    <a:pt x="113" y="414"/>
                  </a:cubicBezTo>
                  <a:cubicBezTo>
                    <a:pt x="112" y="416"/>
                    <a:pt x="111" y="417"/>
                    <a:pt x="110" y="418"/>
                  </a:cubicBezTo>
                  <a:cubicBezTo>
                    <a:pt x="109" y="418"/>
                    <a:pt x="107" y="419"/>
                    <a:pt x="102" y="420"/>
                  </a:cubicBezTo>
                  <a:cubicBezTo>
                    <a:pt x="94" y="420"/>
                    <a:pt x="79" y="417"/>
                    <a:pt x="58" y="406"/>
                  </a:cubicBezTo>
                  <a:cubicBezTo>
                    <a:pt x="42" y="398"/>
                    <a:pt x="23" y="405"/>
                    <a:pt x="15" y="420"/>
                  </a:cubicBezTo>
                  <a:cubicBezTo>
                    <a:pt x="7" y="436"/>
                    <a:pt x="14" y="456"/>
                    <a:pt x="29" y="463"/>
                  </a:cubicBezTo>
                  <a:cubicBezTo>
                    <a:pt x="57" y="477"/>
                    <a:pt x="80" y="483"/>
                    <a:pt x="102" y="484"/>
                  </a:cubicBezTo>
                  <a:cubicBezTo>
                    <a:pt x="102" y="484"/>
                    <a:pt x="102" y="484"/>
                    <a:pt x="102" y="484"/>
                  </a:cubicBezTo>
                  <a:cubicBezTo>
                    <a:pt x="117" y="484"/>
                    <a:pt x="132" y="480"/>
                    <a:pt x="144" y="472"/>
                  </a:cubicBezTo>
                  <a:cubicBezTo>
                    <a:pt x="162" y="461"/>
                    <a:pt x="171" y="443"/>
                    <a:pt x="176" y="428"/>
                  </a:cubicBezTo>
                  <a:cubicBezTo>
                    <a:pt x="181" y="412"/>
                    <a:pt x="182" y="398"/>
                    <a:pt x="182" y="385"/>
                  </a:cubicBezTo>
                  <a:cubicBezTo>
                    <a:pt x="182" y="385"/>
                    <a:pt x="182" y="385"/>
                    <a:pt x="182" y="385"/>
                  </a:cubicBezTo>
                  <a:cubicBezTo>
                    <a:pt x="185" y="383"/>
                    <a:pt x="189" y="381"/>
                    <a:pt x="192" y="380"/>
                  </a:cubicBezTo>
                  <a:cubicBezTo>
                    <a:pt x="195" y="384"/>
                    <a:pt x="199" y="389"/>
                    <a:pt x="203" y="395"/>
                  </a:cubicBezTo>
                  <a:cubicBezTo>
                    <a:pt x="214" y="411"/>
                    <a:pt x="224" y="436"/>
                    <a:pt x="224" y="472"/>
                  </a:cubicBezTo>
                  <a:cubicBezTo>
                    <a:pt x="224" y="489"/>
                    <a:pt x="222" y="507"/>
                    <a:pt x="216" y="529"/>
                  </a:cubicBezTo>
                  <a:cubicBezTo>
                    <a:pt x="212" y="546"/>
                    <a:pt x="223" y="563"/>
                    <a:pt x="240" y="5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51"/>
            <p:cNvSpPr>
              <a:spLocks noEditPoints="1"/>
            </p:cNvSpPr>
            <p:nvPr/>
          </p:nvSpPr>
          <p:spPr bwMode="auto">
            <a:xfrm>
              <a:off x="784225" y="2049463"/>
              <a:ext cx="301625" cy="301625"/>
            </a:xfrm>
            <a:custGeom>
              <a:avLst/>
              <a:gdLst>
                <a:gd name="T0" fmla="*/ 100 w 200"/>
                <a:gd name="T1" fmla="*/ 200 h 200"/>
                <a:gd name="T2" fmla="*/ 200 w 200"/>
                <a:gd name="T3" fmla="*/ 100 h 200"/>
                <a:gd name="T4" fmla="*/ 100 w 200"/>
                <a:gd name="T5" fmla="*/ 0 h 200"/>
                <a:gd name="T6" fmla="*/ 0 w 200"/>
                <a:gd name="T7" fmla="*/ 100 h 200"/>
                <a:gd name="T8" fmla="*/ 100 w 200"/>
                <a:gd name="T9" fmla="*/ 200 h 200"/>
                <a:gd name="T10" fmla="*/ 31 w 200"/>
                <a:gd name="T11" fmla="*/ 154 h 200"/>
                <a:gd name="T12" fmla="*/ 72 w 200"/>
                <a:gd name="T13" fmla="*/ 81 h 200"/>
                <a:gd name="T14" fmla="*/ 85 w 200"/>
                <a:gd name="T15" fmla="*/ 85 h 200"/>
                <a:gd name="T16" fmla="*/ 95 w 200"/>
                <a:gd name="T17" fmla="*/ 83 h 200"/>
                <a:gd name="T18" fmla="*/ 133 w 200"/>
                <a:gd name="T19" fmla="*/ 181 h 200"/>
                <a:gd name="T20" fmla="*/ 100 w 200"/>
                <a:gd name="T21" fmla="*/ 188 h 200"/>
                <a:gd name="T22" fmla="*/ 31 w 200"/>
                <a:gd name="T23" fmla="*/ 154 h 200"/>
                <a:gd name="T24" fmla="*/ 188 w 200"/>
                <a:gd name="T25" fmla="*/ 97 h 200"/>
                <a:gd name="T26" fmla="*/ 109 w 200"/>
                <a:gd name="T27" fmla="*/ 58 h 200"/>
                <a:gd name="T28" fmla="*/ 103 w 200"/>
                <a:gd name="T29" fmla="*/ 45 h 200"/>
                <a:gd name="T30" fmla="*/ 134 w 200"/>
                <a:gd name="T31" fmla="*/ 18 h 200"/>
                <a:gd name="T32" fmla="*/ 188 w 200"/>
                <a:gd name="T33" fmla="*/ 97 h 200"/>
                <a:gd name="T34" fmla="*/ 73 w 200"/>
                <a:gd name="T35" fmla="*/ 16 h 200"/>
                <a:gd name="T36" fmla="*/ 76 w 200"/>
                <a:gd name="T37" fmla="*/ 39 h 200"/>
                <a:gd name="T38" fmla="*/ 61 w 200"/>
                <a:gd name="T39" fmla="*/ 60 h 200"/>
                <a:gd name="T40" fmla="*/ 22 w 200"/>
                <a:gd name="T41" fmla="*/ 60 h 200"/>
                <a:gd name="T42" fmla="*/ 73 w 200"/>
                <a:gd name="T43" fmla="*/ 16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0" h="200">
                  <a:moveTo>
                    <a:pt x="100" y="200"/>
                  </a:moveTo>
                  <a:cubicBezTo>
                    <a:pt x="155" y="200"/>
                    <a:pt x="200" y="155"/>
                    <a:pt x="200" y="100"/>
                  </a:cubicBezTo>
                  <a:cubicBezTo>
                    <a:pt x="200" y="45"/>
                    <a:pt x="155" y="0"/>
                    <a:pt x="100" y="0"/>
                  </a:cubicBezTo>
                  <a:cubicBezTo>
                    <a:pt x="45" y="0"/>
                    <a:pt x="0" y="45"/>
                    <a:pt x="0" y="100"/>
                  </a:cubicBezTo>
                  <a:cubicBezTo>
                    <a:pt x="0" y="155"/>
                    <a:pt x="45" y="200"/>
                    <a:pt x="100" y="200"/>
                  </a:cubicBezTo>
                  <a:close/>
                  <a:moveTo>
                    <a:pt x="31" y="154"/>
                  </a:moveTo>
                  <a:cubicBezTo>
                    <a:pt x="35" y="116"/>
                    <a:pt x="65" y="88"/>
                    <a:pt x="72" y="81"/>
                  </a:cubicBezTo>
                  <a:cubicBezTo>
                    <a:pt x="76" y="84"/>
                    <a:pt x="80" y="85"/>
                    <a:pt x="85" y="85"/>
                  </a:cubicBezTo>
                  <a:cubicBezTo>
                    <a:pt x="89" y="85"/>
                    <a:pt x="92" y="84"/>
                    <a:pt x="95" y="83"/>
                  </a:cubicBezTo>
                  <a:cubicBezTo>
                    <a:pt x="101" y="104"/>
                    <a:pt x="115" y="152"/>
                    <a:pt x="133" y="181"/>
                  </a:cubicBezTo>
                  <a:cubicBezTo>
                    <a:pt x="123" y="186"/>
                    <a:pt x="112" y="188"/>
                    <a:pt x="100" y="188"/>
                  </a:cubicBezTo>
                  <a:cubicBezTo>
                    <a:pt x="72" y="188"/>
                    <a:pt x="47" y="175"/>
                    <a:pt x="31" y="154"/>
                  </a:cubicBezTo>
                  <a:close/>
                  <a:moveTo>
                    <a:pt x="188" y="97"/>
                  </a:moveTo>
                  <a:cubicBezTo>
                    <a:pt x="169" y="76"/>
                    <a:pt x="125" y="62"/>
                    <a:pt x="109" y="58"/>
                  </a:cubicBezTo>
                  <a:cubicBezTo>
                    <a:pt x="109" y="53"/>
                    <a:pt x="106" y="49"/>
                    <a:pt x="103" y="45"/>
                  </a:cubicBezTo>
                  <a:cubicBezTo>
                    <a:pt x="108" y="40"/>
                    <a:pt x="123" y="26"/>
                    <a:pt x="134" y="18"/>
                  </a:cubicBezTo>
                  <a:cubicBezTo>
                    <a:pt x="165" y="31"/>
                    <a:pt x="187" y="62"/>
                    <a:pt x="188" y="97"/>
                  </a:cubicBezTo>
                  <a:close/>
                  <a:moveTo>
                    <a:pt x="73" y="16"/>
                  </a:moveTo>
                  <a:cubicBezTo>
                    <a:pt x="76" y="39"/>
                    <a:pt x="76" y="39"/>
                    <a:pt x="76" y="39"/>
                  </a:cubicBezTo>
                  <a:cubicBezTo>
                    <a:pt x="67" y="43"/>
                    <a:pt x="62" y="51"/>
                    <a:pt x="61" y="60"/>
                  </a:cubicBezTo>
                  <a:cubicBezTo>
                    <a:pt x="22" y="60"/>
                    <a:pt x="22" y="60"/>
                    <a:pt x="22" y="60"/>
                  </a:cubicBezTo>
                  <a:cubicBezTo>
                    <a:pt x="32" y="40"/>
                    <a:pt x="50" y="24"/>
                    <a:pt x="73"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9" name="组合 28"/>
          <p:cNvGrpSpPr/>
          <p:nvPr/>
        </p:nvGrpSpPr>
        <p:grpSpPr>
          <a:xfrm>
            <a:off x="2132013" y="2341563"/>
            <a:ext cx="3046413" cy="904875"/>
            <a:chOff x="2132013" y="2341563"/>
            <a:chExt cx="3046413" cy="904875"/>
          </a:xfrm>
          <a:solidFill>
            <a:schemeClr val="tx1">
              <a:lumMod val="65000"/>
              <a:lumOff val="35000"/>
            </a:schemeClr>
          </a:solidFill>
        </p:grpSpPr>
        <p:sp>
          <p:nvSpPr>
            <p:cNvPr id="30" name="Oval 52"/>
            <p:cNvSpPr>
              <a:spLocks noChangeArrowheads="1"/>
            </p:cNvSpPr>
            <p:nvPr/>
          </p:nvSpPr>
          <p:spPr bwMode="auto">
            <a:xfrm>
              <a:off x="4148138" y="2392363"/>
              <a:ext cx="192088" cy="1936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Oval 53"/>
            <p:cNvSpPr>
              <a:spLocks noChangeArrowheads="1"/>
            </p:cNvSpPr>
            <p:nvPr/>
          </p:nvSpPr>
          <p:spPr bwMode="auto">
            <a:xfrm>
              <a:off x="2967038" y="2392363"/>
              <a:ext cx="192088" cy="1936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Oval 54"/>
            <p:cNvSpPr>
              <a:spLocks noChangeArrowheads="1"/>
            </p:cNvSpPr>
            <p:nvPr/>
          </p:nvSpPr>
          <p:spPr bwMode="auto">
            <a:xfrm>
              <a:off x="2368550" y="2341563"/>
              <a:ext cx="211138" cy="2111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55"/>
            <p:cNvSpPr>
              <a:spLocks/>
            </p:cNvSpPr>
            <p:nvPr/>
          </p:nvSpPr>
          <p:spPr bwMode="auto">
            <a:xfrm>
              <a:off x="2132013" y="2579688"/>
              <a:ext cx="3046413" cy="666750"/>
            </a:xfrm>
            <a:custGeom>
              <a:avLst/>
              <a:gdLst>
                <a:gd name="T0" fmla="*/ 300 w 2020"/>
                <a:gd name="T1" fmla="*/ 11 h 442"/>
                <a:gd name="T2" fmla="*/ 177 w 2020"/>
                <a:gd name="T3" fmla="*/ 0 h 442"/>
                <a:gd name="T4" fmla="*/ 153 w 2020"/>
                <a:gd name="T5" fmla="*/ 11 h 442"/>
                <a:gd name="T6" fmla="*/ 64 w 2020"/>
                <a:gd name="T7" fmla="*/ 73 h 442"/>
                <a:gd name="T8" fmla="*/ 15 w 2020"/>
                <a:gd name="T9" fmla="*/ 103 h 442"/>
                <a:gd name="T10" fmla="*/ 157 w 2020"/>
                <a:gd name="T11" fmla="*/ 190 h 442"/>
                <a:gd name="T12" fmla="*/ 197 w 2020"/>
                <a:gd name="T13" fmla="*/ 407 h 442"/>
                <a:gd name="T14" fmla="*/ 253 w 2020"/>
                <a:gd name="T15" fmla="*/ 407 h 442"/>
                <a:gd name="T16" fmla="*/ 297 w 2020"/>
                <a:gd name="T17" fmla="*/ 219 h 442"/>
                <a:gd name="T18" fmla="*/ 389 w 2020"/>
                <a:gd name="T19" fmla="*/ 113 h 442"/>
                <a:gd name="T20" fmla="*/ 483 w 2020"/>
                <a:gd name="T21" fmla="*/ 116 h 442"/>
                <a:gd name="T22" fmla="*/ 548 w 2020"/>
                <a:gd name="T23" fmla="*/ 283 h 442"/>
                <a:gd name="T24" fmla="*/ 579 w 2020"/>
                <a:gd name="T25" fmla="*/ 418 h 442"/>
                <a:gd name="T26" fmla="*/ 657 w 2020"/>
                <a:gd name="T27" fmla="*/ 418 h 442"/>
                <a:gd name="T28" fmla="*/ 689 w 2020"/>
                <a:gd name="T29" fmla="*/ 283 h 442"/>
                <a:gd name="T30" fmla="*/ 754 w 2020"/>
                <a:gd name="T31" fmla="*/ 116 h 442"/>
                <a:gd name="T32" fmla="*/ 847 w 2020"/>
                <a:gd name="T33" fmla="*/ 113 h 442"/>
                <a:gd name="T34" fmla="*/ 917 w 2020"/>
                <a:gd name="T35" fmla="*/ 400 h 442"/>
                <a:gd name="T36" fmla="*/ 999 w 2020"/>
                <a:gd name="T37" fmla="*/ 240 h 442"/>
                <a:gd name="T38" fmla="*/ 1072 w 2020"/>
                <a:gd name="T39" fmla="*/ 435 h 442"/>
                <a:gd name="T40" fmla="*/ 1080 w 2020"/>
                <a:gd name="T41" fmla="*/ 72 h 442"/>
                <a:gd name="T42" fmla="*/ 1217 w 2020"/>
                <a:gd name="T43" fmla="*/ 105 h 442"/>
                <a:gd name="T44" fmla="*/ 1329 w 2020"/>
                <a:gd name="T45" fmla="*/ 96 h 442"/>
                <a:gd name="T46" fmla="*/ 1311 w 2020"/>
                <a:gd name="T47" fmla="*/ 410 h 442"/>
                <a:gd name="T48" fmla="*/ 1383 w 2020"/>
                <a:gd name="T49" fmla="*/ 286 h 442"/>
                <a:gd name="T50" fmla="*/ 1470 w 2020"/>
                <a:gd name="T51" fmla="*/ 440 h 442"/>
                <a:gd name="T52" fmla="*/ 1494 w 2020"/>
                <a:gd name="T53" fmla="*/ 274 h 442"/>
                <a:gd name="T54" fmla="*/ 1537 w 2020"/>
                <a:gd name="T55" fmla="*/ 116 h 442"/>
                <a:gd name="T56" fmla="*/ 1723 w 2020"/>
                <a:gd name="T57" fmla="*/ 72 h 442"/>
                <a:gd name="T58" fmla="*/ 1728 w 2020"/>
                <a:gd name="T59" fmla="*/ 435 h 442"/>
                <a:gd name="T60" fmla="*/ 1801 w 2020"/>
                <a:gd name="T61" fmla="*/ 240 h 442"/>
                <a:gd name="T62" fmla="*/ 1883 w 2020"/>
                <a:gd name="T63" fmla="*/ 400 h 442"/>
                <a:gd name="T64" fmla="*/ 1955 w 2020"/>
                <a:gd name="T65" fmla="*/ 113 h 442"/>
                <a:gd name="T66" fmla="*/ 2016 w 2020"/>
                <a:gd name="T67" fmla="*/ 78 h 442"/>
                <a:gd name="T68" fmla="*/ 1890 w 2020"/>
                <a:gd name="T69" fmla="*/ 43 h 442"/>
                <a:gd name="T70" fmla="*/ 1866 w 2020"/>
                <a:gd name="T71" fmla="*/ 12 h 442"/>
                <a:gd name="T72" fmla="*/ 1843 w 2020"/>
                <a:gd name="T73" fmla="*/ 0 h 442"/>
                <a:gd name="T74" fmla="*/ 1719 w 2020"/>
                <a:gd name="T75" fmla="*/ 11 h 442"/>
                <a:gd name="T76" fmla="*/ 1693 w 2020"/>
                <a:gd name="T77" fmla="*/ 46 h 442"/>
                <a:gd name="T78" fmla="*/ 1578 w 2020"/>
                <a:gd name="T79" fmla="*/ 64 h 442"/>
                <a:gd name="T80" fmla="*/ 1471 w 2020"/>
                <a:gd name="T81" fmla="*/ 39 h 442"/>
                <a:gd name="T82" fmla="*/ 1467 w 2020"/>
                <a:gd name="T83" fmla="*/ 32 h 442"/>
                <a:gd name="T84" fmla="*/ 1349 w 2020"/>
                <a:gd name="T85" fmla="*/ 23 h 442"/>
                <a:gd name="T86" fmla="*/ 1336 w 2020"/>
                <a:gd name="T87" fmla="*/ 33 h 442"/>
                <a:gd name="T88" fmla="*/ 1336 w 2020"/>
                <a:gd name="T89" fmla="*/ 33 h 442"/>
                <a:gd name="T90" fmla="*/ 1224 w 2020"/>
                <a:gd name="T91" fmla="*/ 64 h 442"/>
                <a:gd name="T92" fmla="*/ 1107 w 2020"/>
                <a:gd name="T93" fmla="*/ 43 h 442"/>
                <a:gd name="T94" fmla="*/ 1083 w 2020"/>
                <a:gd name="T95" fmla="*/ 12 h 442"/>
                <a:gd name="T96" fmla="*/ 1060 w 2020"/>
                <a:gd name="T97" fmla="*/ 0 h 442"/>
                <a:gd name="T98" fmla="*/ 936 w 2020"/>
                <a:gd name="T99" fmla="*/ 11 h 442"/>
                <a:gd name="T100" fmla="*/ 847 w 2020"/>
                <a:gd name="T101" fmla="*/ 73 h 442"/>
                <a:gd name="T102" fmla="*/ 754 w 2020"/>
                <a:gd name="T103" fmla="*/ 76 h 442"/>
                <a:gd name="T104" fmla="*/ 684 w 2020"/>
                <a:gd name="T105" fmla="*/ 34 h 442"/>
                <a:gd name="T106" fmla="*/ 684 w 2020"/>
                <a:gd name="T107" fmla="*/ 32 h 442"/>
                <a:gd name="T108" fmla="*/ 566 w 2020"/>
                <a:gd name="T109" fmla="*/ 23 h 442"/>
                <a:gd name="T110" fmla="*/ 553 w 2020"/>
                <a:gd name="T111" fmla="*/ 33 h 442"/>
                <a:gd name="T112" fmla="*/ 441 w 2020"/>
                <a:gd name="T113" fmla="*/ 64 h 442"/>
                <a:gd name="T114" fmla="*/ 324 w 2020"/>
                <a:gd name="T115" fmla="*/ 43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20" h="442">
                  <a:moveTo>
                    <a:pt x="301" y="14"/>
                  </a:moveTo>
                  <a:cubicBezTo>
                    <a:pt x="301" y="13"/>
                    <a:pt x="301" y="12"/>
                    <a:pt x="300" y="12"/>
                  </a:cubicBezTo>
                  <a:cubicBezTo>
                    <a:pt x="300" y="11"/>
                    <a:pt x="300" y="11"/>
                    <a:pt x="300" y="11"/>
                  </a:cubicBezTo>
                  <a:cubicBezTo>
                    <a:pt x="296" y="4"/>
                    <a:pt x="288" y="0"/>
                    <a:pt x="280" y="1"/>
                  </a:cubicBezTo>
                  <a:cubicBezTo>
                    <a:pt x="279" y="0"/>
                    <a:pt x="278" y="0"/>
                    <a:pt x="277" y="0"/>
                  </a:cubicBezTo>
                  <a:cubicBezTo>
                    <a:pt x="177" y="0"/>
                    <a:pt x="177" y="0"/>
                    <a:pt x="177" y="0"/>
                  </a:cubicBezTo>
                  <a:cubicBezTo>
                    <a:pt x="176" y="0"/>
                    <a:pt x="175" y="0"/>
                    <a:pt x="174" y="1"/>
                  </a:cubicBezTo>
                  <a:cubicBezTo>
                    <a:pt x="165" y="0"/>
                    <a:pt x="157" y="4"/>
                    <a:pt x="153" y="11"/>
                  </a:cubicBezTo>
                  <a:cubicBezTo>
                    <a:pt x="153" y="11"/>
                    <a:pt x="153" y="11"/>
                    <a:pt x="153" y="11"/>
                  </a:cubicBezTo>
                  <a:cubicBezTo>
                    <a:pt x="153" y="11"/>
                    <a:pt x="153" y="11"/>
                    <a:pt x="153" y="12"/>
                  </a:cubicBezTo>
                  <a:cubicBezTo>
                    <a:pt x="152" y="15"/>
                    <a:pt x="142" y="31"/>
                    <a:pt x="127" y="46"/>
                  </a:cubicBezTo>
                  <a:cubicBezTo>
                    <a:pt x="111" y="60"/>
                    <a:pt x="90" y="73"/>
                    <a:pt x="64" y="73"/>
                  </a:cubicBezTo>
                  <a:cubicBezTo>
                    <a:pt x="54" y="73"/>
                    <a:pt x="43" y="71"/>
                    <a:pt x="30" y="66"/>
                  </a:cubicBezTo>
                  <a:cubicBezTo>
                    <a:pt x="19" y="62"/>
                    <a:pt x="8" y="67"/>
                    <a:pt x="4" y="78"/>
                  </a:cubicBezTo>
                  <a:cubicBezTo>
                    <a:pt x="0" y="88"/>
                    <a:pt x="5" y="99"/>
                    <a:pt x="15" y="103"/>
                  </a:cubicBezTo>
                  <a:cubicBezTo>
                    <a:pt x="32" y="110"/>
                    <a:pt x="49" y="113"/>
                    <a:pt x="64" y="113"/>
                  </a:cubicBezTo>
                  <a:cubicBezTo>
                    <a:pt x="106" y="113"/>
                    <a:pt x="137" y="92"/>
                    <a:pt x="157" y="72"/>
                  </a:cubicBezTo>
                  <a:cubicBezTo>
                    <a:pt x="157" y="190"/>
                    <a:pt x="157" y="190"/>
                    <a:pt x="157" y="190"/>
                  </a:cubicBezTo>
                  <a:cubicBezTo>
                    <a:pt x="134" y="400"/>
                    <a:pt x="134" y="400"/>
                    <a:pt x="134" y="400"/>
                  </a:cubicBezTo>
                  <a:cubicBezTo>
                    <a:pt x="132" y="418"/>
                    <a:pt x="144" y="433"/>
                    <a:pt x="162" y="435"/>
                  </a:cubicBezTo>
                  <a:cubicBezTo>
                    <a:pt x="179" y="437"/>
                    <a:pt x="195" y="425"/>
                    <a:pt x="197" y="407"/>
                  </a:cubicBezTo>
                  <a:cubicBezTo>
                    <a:pt x="216" y="240"/>
                    <a:pt x="216" y="240"/>
                    <a:pt x="216" y="240"/>
                  </a:cubicBezTo>
                  <a:cubicBezTo>
                    <a:pt x="235" y="240"/>
                    <a:pt x="235" y="240"/>
                    <a:pt x="235" y="240"/>
                  </a:cubicBezTo>
                  <a:cubicBezTo>
                    <a:pt x="253" y="407"/>
                    <a:pt x="253" y="407"/>
                    <a:pt x="253" y="407"/>
                  </a:cubicBezTo>
                  <a:cubicBezTo>
                    <a:pt x="255" y="425"/>
                    <a:pt x="271" y="437"/>
                    <a:pt x="289" y="435"/>
                  </a:cubicBezTo>
                  <a:cubicBezTo>
                    <a:pt x="306" y="433"/>
                    <a:pt x="319" y="418"/>
                    <a:pt x="317" y="400"/>
                  </a:cubicBezTo>
                  <a:cubicBezTo>
                    <a:pt x="297" y="219"/>
                    <a:pt x="297" y="219"/>
                    <a:pt x="297" y="219"/>
                  </a:cubicBezTo>
                  <a:cubicBezTo>
                    <a:pt x="297" y="72"/>
                    <a:pt x="297" y="72"/>
                    <a:pt x="297" y="72"/>
                  </a:cubicBezTo>
                  <a:cubicBezTo>
                    <a:pt x="317" y="92"/>
                    <a:pt x="348" y="113"/>
                    <a:pt x="389" y="113"/>
                  </a:cubicBezTo>
                  <a:cubicBezTo>
                    <a:pt x="389" y="113"/>
                    <a:pt x="389" y="113"/>
                    <a:pt x="389" y="113"/>
                  </a:cubicBezTo>
                  <a:cubicBezTo>
                    <a:pt x="403" y="113"/>
                    <a:pt x="418" y="110"/>
                    <a:pt x="434" y="105"/>
                  </a:cubicBezTo>
                  <a:cubicBezTo>
                    <a:pt x="451" y="112"/>
                    <a:pt x="468" y="116"/>
                    <a:pt x="483" y="116"/>
                  </a:cubicBezTo>
                  <a:cubicBezTo>
                    <a:pt x="483" y="116"/>
                    <a:pt x="483" y="116"/>
                    <a:pt x="483" y="116"/>
                  </a:cubicBezTo>
                  <a:cubicBezTo>
                    <a:pt x="509" y="116"/>
                    <a:pt x="530" y="107"/>
                    <a:pt x="546" y="96"/>
                  </a:cubicBezTo>
                  <a:cubicBezTo>
                    <a:pt x="536" y="150"/>
                    <a:pt x="525" y="225"/>
                    <a:pt x="525" y="274"/>
                  </a:cubicBezTo>
                  <a:cubicBezTo>
                    <a:pt x="525" y="278"/>
                    <a:pt x="534" y="281"/>
                    <a:pt x="548" y="283"/>
                  </a:cubicBezTo>
                  <a:cubicBezTo>
                    <a:pt x="528" y="410"/>
                    <a:pt x="528" y="410"/>
                    <a:pt x="528" y="410"/>
                  </a:cubicBezTo>
                  <a:cubicBezTo>
                    <a:pt x="526" y="424"/>
                    <a:pt x="535" y="437"/>
                    <a:pt x="550" y="440"/>
                  </a:cubicBezTo>
                  <a:cubicBezTo>
                    <a:pt x="564" y="442"/>
                    <a:pt x="577" y="432"/>
                    <a:pt x="579" y="418"/>
                  </a:cubicBezTo>
                  <a:cubicBezTo>
                    <a:pt x="600" y="286"/>
                    <a:pt x="600" y="286"/>
                    <a:pt x="600" y="286"/>
                  </a:cubicBezTo>
                  <a:cubicBezTo>
                    <a:pt x="612" y="287"/>
                    <a:pt x="625" y="287"/>
                    <a:pt x="637" y="286"/>
                  </a:cubicBezTo>
                  <a:cubicBezTo>
                    <a:pt x="657" y="418"/>
                    <a:pt x="657" y="418"/>
                    <a:pt x="657" y="418"/>
                  </a:cubicBezTo>
                  <a:cubicBezTo>
                    <a:pt x="659" y="432"/>
                    <a:pt x="673" y="442"/>
                    <a:pt x="687" y="440"/>
                  </a:cubicBezTo>
                  <a:cubicBezTo>
                    <a:pt x="701" y="437"/>
                    <a:pt x="711" y="424"/>
                    <a:pt x="709" y="410"/>
                  </a:cubicBezTo>
                  <a:cubicBezTo>
                    <a:pt x="689" y="283"/>
                    <a:pt x="689" y="283"/>
                    <a:pt x="689" y="283"/>
                  </a:cubicBezTo>
                  <a:cubicBezTo>
                    <a:pt x="703" y="281"/>
                    <a:pt x="711" y="278"/>
                    <a:pt x="711" y="274"/>
                  </a:cubicBezTo>
                  <a:cubicBezTo>
                    <a:pt x="711" y="225"/>
                    <a:pt x="700" y="150"/>
                    <a:pt x="691" y="96"/>
                  </a:cubicBezTo>
                  <a:cubicBezTo>
                    <a:pt x="707" y="107"/>
                    <a:pt x="728" y="116"/>
                    <a:pt x="754" y="116"/>
                  </a:cubicBezTo>
                  <a:cubicBezTo>
                    <a:pt x="754" y="116"/>
                    <a:pt x="754" y="116"/>
                    <a:pt x="754" y="116"/>
                  </a:cubicBezTo>
                  <a:cubicBezTo>
                    <a:pt x="769" y="116"/>
                    <a:pt x="785" y="112"/>
                    <a:pt x="803" y="105"/>
                  </a:cubicBezTo>
                  <a:cubicBezTo>
                    <a:pt x="818" y="110"/>
                    <a:pt x="833" y="113"/>
                    <a:pt x="847" y="113"/>
                  </a:cubicBezTo>
                  <a:cubicBezTo>
                    <a:pt x="889" y="113"/>
                    <a:pt x="920" y="92"/>
                    <a:pt x="940" y="72"/>
                  </a:cubicBezTo>
                  <a:cubicBezTo>
                    <a:pt x="940" y="190"/>
                    <a:pt x="940" y="190"/>
                    <a:pt x="940" y="190"/>
                  </a:cubicBezTo>
                  <a:cubicBezTo>
                    <a:pt x="917" y="400"/>
                    <a:pt x="917" y="400"/>
                    <a:pt x="917" y="400"/>
                  </a:cubicBezTo>
                  <a:cubicBezTo>
                    <a:pt x="915" y="418"/>
                    <a:pt x="927" y="433"/>
                    <a:pt x="945" y="435"/>
                  </a:cubicBezTo>
                  <a:cubicBezTo>
                    <a:pt x="962" y="437"/>
                    <a:pt x="978" y="425"/>
                    <a:pt x="980" y="407"/>
                  </a:cubicBezTo>
                  <a:cubicBezTo>
                    <a:pt x="999" y="240"/>
                    <a:pt x="999" y="240"/>
                    <a:pt x="999" y="240"/>
                  </a:cubicBezTo>
                  <a:cubicBezTo>
                    <a:pt x="1018" y="240"/>
                    <a:pt x="1018" y="240"/>
                    <a:pt x="1018" y="240"/>
                  </a:cubicBezTo>
                  <a:cubicBezTo>
                    <a:pt x="1036" y="407"/>
                    <a:pt x="1036" y="407"/>
                    <a:pt x="1036" y="407"/>
                  </a:cubicBezTo>
                  <a:cubicBezTo>
                    <a:pt x="1038" y="425"/>
                    <a:pt x="1054" y="437"/>
                    <a:pt x="1072" y="435"/>
                  </a:cubicBezTo>
                  <a:cubicBezTo>
                    <a:pt x="1089" y="433"/>
                    <a:pt x="1102" y="418"/>
                    <a:pt x="1100" y="400"/>
                  </a:cubicBezTo>
                  <a:cubicBezTo>
                    <a:pt x="1080" y="218"/>
                    <a:pt x="1080" y="218"/>
                    <a:pt x="1080" y="218"/>
                  </a:cubicBezTo>
                  <a:cubicBezTo>
                    <a:pt x="1080" y="72"/>
                    <a:pt x="1080" y="72"/>
                    <a:pt x="1080" y="72"/>
                  </a:cubicBezTo>
                  <a:cubicBezTo>
                    <a:pt x="1100" y="92"/>
                    <a:pt x="1131" y="113"/>
                    <a:pt x="1172" y="113"/>
                  </a:cubicBezTo>
                  <a:cubicBezTo>
                    <a:pt x="1172" y="113"/>
                    <a:pt x="1172" y="113"/>
                    <a:pt x="1172" y="113"/>
                  </a:cubicBezTo>
                  <a:cubicBezTo>
                    <a:pt x="1186" y="113"/>
                    <a:pt x="1201" y="110"/>
                    <a:pt x="1217" y="105"/>
                  </a:cubicBezTo>
                  <a:cubicBezTo>
                    <a:pt x="1234" y="112"/>
                    <a:pt x="1251" y="116"/>
                    <a:pt x="1266" y="116"/>
                  </a:cubicBezTo>
                  <a:cubicBezTo>
                    <a:pt x="1266" y="116"/>
                    <a:pt x="1266" y="116"/>
                    <a:pt x="1266" y="116"/>
                  </a:cubicBezTo>
                  <a:cubicBezTo>
                    <a:pt x="1291" y="116"/>
                    <a:pt x="1312" y="107"/>
                    <a:pt x="1329" y="96"/>
                  </a:cubicBezTo>
                  <a:cubicBezTo>
                    <a:pt x="1319" y="150"/>
                    <a:pt x="1308" y="225"/>
                    <a:pt x="1308" y="274"/>
                  </a:cubicBezTo>
                  <a:cubicBezTo>
                    <a:pt x="1308" y="278"/>
                    <a:pt x="1317" y="281"/>
                    <a:pt x="1331" y="283"/>
                  </a:cubicBezTo>
                  <a:cubicBezTo>
                    <a:pt x="1311" y="410"/>
                    <a:pt x="1311" y="410"/>
                    <a:pt x="1311" y="410"/>
                  </a:cubicBezTo>
                  <a:cubicBezTo>
                    <a:pt x="1309" y="424"/>
                    <a:pt x="1318" y="437"/>
                    <a:pt x="1333" y="440"/>
                  </a:cubicBezTo>
                  <a:cubicBezTo>
                    <a:pt x="1347" y="442"/>
                    <a:pt x="1360" y="432"/>
                    <a:pt x="1362" y="418"/>
                  </a:cubicBezTo>
                  <a:cubicBezTo>
                    <a:pt x="1383" y="286"/>
                    <a:pt x="1383" y="286"/>
                    <a:pt x="1383" y="286"/>
                  </a:cubicBezTo>
                  <a:cubicBezTo>
                    <a:pt x="1395" y="287"/>
                    <a:pt x="1408" y="287"/>
                    <a:pt x="1420" y="286"/>
                  </a:cubicBezTo>
                  <a:cubicBezTo>
                    <a:pt x="1440" y="418"/>
                    <a:pt x="1440" y="418"/>
                    <a:pt x="1440" y="418"/>
                  </a:cubicBezTo>
                  <a:cubicBezTo>
                    <a:pt x="1442" y="432"/>
                    <a:pt x="1456" y="442"/>
                    <a:pt x="1470" y="440"/>
                  </a:cubicBezTo>
                  <a:cubicBezTo>
                    <a:pt x="1484" y="437"/>
                    <a:pt x="1494" y="424"/>
                    <a:pt x="1492" y="410"/>
                  </a:cubicBezTo>
                  <a:cubicBezTo>
                    <a:pt x="1472" y="283"/>
                    <a:pt x="1472" y="283"/>
                    <a:pt x="1472" y="283"/>
                  </a:cubicBezTo>
                  <a:cubicBezTo>
                    <a:pt x="1486" y="281"/>
                    <a:pt x="1494" y="278"/>
                    <a:pt x="1494" y="274"/>
                  </a:cubicBezTo>
                  <a:cubicBezTo>
                    <a:pt x="1494" y="225"/>
                    <a:pt x="1483" y="150"/>
                    <a:pt x="1474" y="96"/>
                  </a:cubicBezTo>
                  <a:cubicBezTo>
                    <a:pt x="1490" y="107"/>
                    <a:pt x="1511" y="116"/>
                    <a:pt x="1536" y="116"/>
                  </a:cubicBezTo>
                  <a:cubicBezTo>
                    <a:pt x="1537" y="116"/>
                    <a:pt x="1537" y="116"/>
                    <a:pt x="1537" y="116"/>
                  </a:cubicBezTo>
                  <a:cubicBezTo>
                    <a:pt x="1552" y="116"/>
                    <a:pt x="1568" y="112"/>
                    <a:pt x="1585" y="105"/>
                  </a:cubicBezTo>
                  <a:cubicBezTo>
                    <a:pt x="1601" y="110"/>
                    <a:pt x="1616" y="113"/>
                    <a:pt x="1630" y="113"/>
                  </a:cubicBezTo>
                  <a:cubicBezTo>
                    <a:pt x="1672" y="113"/>
                    <a:pt x="1703" y="92"/>
                    <a:pt x="1723" y="72"/>
                  </a:cubicBezTo>
                  <a:cubicBezTo>
                    <a:pt x="1723" y="190"/>
                    <a:pt x="1723" y="190"/>
                    <a:pt x="1723" y="190"/>
                  </a:cubicBezTo>
                  <a:cubicBezTo>
                    <a:pt x="1699" y="400"/>
                    <a:pt x="1699" y="400"/>
                    <a:pt x="1699" y="400"/>
                  </a:cubicBezTo>
                  <a:cubicBezTo>
                    <a:pt x="1698" y="418"/>
                    <a:pt x="1710" y="433"/>
                    <a:pt x="1728" y="435"/>
                  </a:cubicBezTo>
                  <a:cubicBezTo>
                    <a:pt x="1745" y="437"/>
                    <a:pt x="1761" y="425"/>
                    <a:pt x="1763" y="407"/>
                  </a:cubicBezTo>
                  <a:cubicBezTo>
                    <a:pt x="1782" y="240"/>
                    <a:pt x="1782" y="240"/>
                    <a:pt x="1782" y="240"/>
                  </a:cubicBezTo>
                  <a:cubicBezTo>
                    <a:pt x="1801" y="240"/>
                    <a:pt x="1801" y="240"/>
                    <a:pt x="1801" y="240"/>
                  </a:cubicBezTo>
                  <a:cubicBezTo>
                    <a:pt x="1819" y="407"/>
                    <a:pt x="1819" y="407"/>
                    <a:pt x="1819" y="407"/>
                  </a:cubicBezTo>
                  <a:cubicBezTo>
                    <a:pt x="1821" y="425"/>
                    <a:pt x="1837" y="437"/>
                    <a:pt x="1855" y="435"/>
                  </a:cubicBezTo>
                  <a:cubicBezTo>
                    <a:pt x="1872" y="433"/>
                    <a:pt x="1885" y="418"/>
                    <a:pt x="1883" y="400"/>
                  </a:cubicBezTo>
                  <a:cubicBezTo>
                    <a:pt x="1863" y="218"/>
                    <a:pt x="1863" y="218"/>
                    <a:pt x="1863" y="218"/>
                  </a:cubicBezTo>
                  <a:cubicBezTo>
                    <a:pt x="1863" y="72"/>
                    <a:pt x="1863" y="72"/>
                    <a:pt x="1863" y="72"/>
                  </a:cubicBezTo>
                  <a:cubicBezTo>
                    <a:pt x="1883" y="92"/>
                    <a:pt x="1914" y="113"/>
                    <a:pt x="1955" y="113"/>
                  </a:cubicBezTo>
                  <a:cubicBezTo>
                    <a:pt x="1955" y="113"/>
                    <a:pt x="1955" y="113"/>
                    <a:pt x="1955" y="113"/>
                  </a:cubicBezTo>
                  <a:cubicBezTo>
                    <a:pt x="1971" y="113"/>
                    <a:pt x="1987" y="110"/>
                    <a:pt x="2004" y="103"/>
                  </a:cubicBezTo>
                  <a:cubicBezTo>
                    <a:pt x="2015" y="99"/>
                    <a:pt x="2020" y="88"/>
                    <a:pt x="2016" y="78"/>
                  </a:cubicBezTo>
                  <a:cubicBezTo>
                    <a:pt x="2012" y="67"/>
                    <a:pt x="2000" y="62"/>
                    <a:pt x="1990" y="66"/>
                  </a:cubicBezTo>
                  <a:cubicBezTo>
                    <a:pt x="1977" y="71"/>
                    <a:pt x="1965" y="73"/>
                    <a:pt x="1955" y="73"/>
                  </a:cubicBezTo>
                  <a:cubicBezTo>
                    <a:pt x="1927" y="73"/>
                    <a:pt x="1906" y="59"/>
                    <a:pt x="1890" y="43"/>
                  </a:cubicBezTo>
                  <a:cubicBezTo>
                    <a:pt x="1882" y="35"/>
                    <a:pt x="1876" y="27"/>
                    <a:pt x="1872" y="21"/>
                  </a:cubicBezTo>
                  <a:cubicBezTo>
                    <a:pt x="1870" y="18"/>
                    <a:pt x="1868" y="15"/>
                    <a:pt x="1867" y="14"/>
                  </a:cubicBezTo>
                  <a:cubicBezTo>
                    <a:pt x="1867" y="13"/>
                    <a:pt x="1867" y="12"/>
                    <a:pt x="1866" y="12"/>
                  </a:cubicBezTo>
                  <a:cubicBezTo>
                    <a:pt x="1866" y="11"/>
                    <a:pt x="1866" y="11"/>
                    <a:pt x="1866" y="11"/>
                  </a:cubicBezTo>
                  <a:cubicBezTo>
                    <a:pt x="1862" y="4"/>
                    <a:pt x="1854" y="0"/>
                    <a:pt x="1846" y="1"/>
                  </a:cubicBezTo>
                  <a:cubicBezTo>
                    <a:pt x="1845" y="0"/>
                    <a:pt x="1844" y="0"/>
                    <a:pt x="1843" y="0"/>
                  </a:cubicBezTo>
                  <a:cubicBezTo>
                    <a:pt x="1743" y="0"/>
                    <a:pt x="1743" y="0"/>
                    <a:pt x="1743" y="0"/>
                  </a:cubicBezTo>
                  <a:cubicBezTo>
                    <a:pt x="1742" y="0"/>
                    <a:pt x="1741" y="0"/>
                    <a:pt x="1740" y="1"/>
                  </a:cubicBezTo>
                  <a:cubicBezTo>
                    <a:pt x="1731" y="0"/>
                    <a:pt x="1723" y="4"/>
                    <a:pt x="1719" y="11"/>
                  </a:cubicBezTo>
                  <a:cubicBezTo>
                    <a:pt x="1719" y="11"/>
                    <a:pt x="1719" y="11"/>
                    <a:pt x="1719" y="11"/>
                  </a:cubicBezTo>
                  <a:cubicBezTo>
                    <a:pt x="1719" y="11"/>
                    <a:pt x="1719" y="11"/>
                    <a:pt x="1719" y="12"/>
                  </a:cubicBezTo>
                  <a:cubicBezTo>
                    <a:pt x="1718" y="15"/>
                    <a:pt x="1708" y="31"/>
                    <a:pt x="1693" y="46"/>
                  </a:cubicBezTo>
                  <a:cubicBezTo>
                    <a:pt x="1677" y="60"/>
                    <a:pt x="1656" y="73"/>
                    <a:pt x="1630" y="73"/>
                  </a:cubicBezTo>
                  <a:cubicBezTo>
                    <a:pt x="1622" y="73"/>
                    <a:pt x="1613" y="72"/>
                    <a:pt x="1603" y="69"/>
                  </a:cubicBezTo>
                  <a:cubicBezTo>
                    <a:pt x="1597" y="62"/>
                    <a:pt x="1587" y="60"/>
                    <a:pt x="1578" y="64"/>
                  </a:cubicBezTo>
                  <a:cubicBezTo>
                    <a:pt x="1562" y="73"/>
                    <a:pt x="1548" y="76"/>
                    <a:pt x="1536" y="76"/>
                  </a:cubicBezTo>
                  <a:cubicBezTo>
                    <a:pt x="1515" y="76"/>
                    <a:pt x="1498" y="66"/>
                    <a:pt x="1485" y="54"/>
                  </a:cubicBezTo>
                  <a:cubicBezTo>
                    <a:pt x="1479" y="49"/>
                    <a:pt x="1474" y="43"/>
                    <a:pt x="1471" y="39"/>
                  </a:cubicBezTo>
                  <a:cubicBezTo>
                    <a:pt x="1469" y="37"/>
                    <a:pt x="1468" y="35"/>
                    <a:pt x="1467" y="34"/>
                  </a:cubicBezTo>
                  <a:cubicBezTo>
                    <a:pt x="1467" y="33"/>
                    <a:pt x="1467" y="33"/>
                    <a:pt x="1467" y="33"/>
                  </a:cubicBezTo>
                  <a:cubicBezTo>
                    <a:pt x="1467" y="33"/>
                    <a:pt x="1467" y="32"/>
                    <a:pt x="1467" y="32"/>
                  </a:cubicBezTo>
                  <a:cubicBezTo>
                    <a:pt x="1464" y="27"/>
                    <a:pt x="1459" y="24"/>
                    <a:pt x="1453" y="23"/>
                  </a:cubicBezTo>
                  <a:cubicBezTo>
                    <a:pt x="1445" y="19"/>
                    <a:pt x="1430" y="15"/>
                    <a:pt x="1401" y="15"/>
                  </a:cubicBezTo>
                  <a:cubicBezTo>
                    <a:pt x="1373" y="15"/>
                    <a:pt x="1357" y="19"/>
                    <a:pt x="1349" y="23"/>
                  </a:cubicBezTo>
                  <a:cubicBezTo>
                    <a:pt x="1344" y="24"/>
                    <a:pt x="1339" y="27"/>
                    <a:pt x="1336" y="32"/>
                  </a:cubicBezTo>
                  <a:cubicBezTo>
                    <a:pt x="1336" y="32"/>
                    <a:pt x="1336" y="32"/>
                    <a:pt x="1336" y="32"/>
                  </a:cubicBezTo>
                  <a:cubicBezTo>
                    <a:pt x="1336" y="32"/>
                    <a:pt x="1336" y="32"/>
                    <a:pt x="1336" y="33"/>
                  </a:cubicBezTo>
                  <a:cubicBezTo>
                    <a:pt x="1336" y="33"/>
                    <a:pt x="1336" y="33"/>
                    <a:pt x="1336" y="33"/>
                  </a:cubicBezTo>
                  <a:cubicBezTo>
                    <a:pt x="1336" y="33"/>
                    <a:pt x="1336" y="33"/>
                    <a:pt x="1336" y="33"/>
                  </a:cubicBezTo>
                  <a:cubicBezTo>
                    <a:pt x="1336" y="33"/>
                    <a:pt x="1336" y="33"/>
                    <a:pt x="1336" y="33"/>
                  </a:cubicBezTo>
                  <a:cubicBezTo>
                    <a:pt x="1335" y="34"/>
                    <a:pt x="1328" y="45"/>
                    <a:pt x="1316" y="55"/>
                  </a:cubicBezTo>
                  <a:cubicBezTo>
                    <a:pt x="1303" y="66"/>
                    <a:pt x="1287" y="76"/>
                    <a:pt x="1266" y="76"/>
                  </a:cubicBezTo>
                  <a:cubicBezTo>
                    <a:pt x="1254" y="76"/>
                    <a:pt x="1240" y="73"/>
                    <a:pt x="1224" y="64"/>
                  </a:cubicBezTo>
                  <a:cubicBezTo>
                    <a:pt x="1216" y="60"/>
                    <a:pt x="1206" y="62"/>
                    <a:pt x="1200" y="69"/>
                  </a:cubicBezTo>
                  <a:cubicBezTo>
                    <a:pt x="1190" y="72"/>
                    <a:pt x="1181" y="73"/>
                    <a:pt x="1172" y="73"/>
                  </a:cubicBezTo>
                  <a:cubicBezTo>
                    <a:pt x="1144" y="73"/>
                    <a:pt x="1123" y="59"/>
                    <a:pt x="1107" y="43"/>
                  </a:cubicBezTo>
                  <a:cubicBezTo>
                    <a:pt x="1099" y="35"/>
                    <a:pt x="1093" y="27"/>
                    <a:pt x="1089" y="21"/>
                  </a:cubicBezTo>
                  <a:cubicBezTo>
                    <a:pt x="1087" y="18"/>
                    <a:pt x="1085" y="15"/>
                    <a:pt x="1084" y="13"/>
                  </a:cubicBezTo>
                  <a:cubicBezTo>
                    <a:pt x="1084" y="13"/>
                    <a:pt x="1084" y="12"/>
                    <a:pt x="1083" y="12"/>
                  </a:cubicBezTo>
                  <a:cubicBezTo>
                    <a:pt x="1083" y="11"/>
                    <a:pt x="1083" y="11"/>
                    <a:pt x="1083" y="11"/>
                  </a:cubicBezTo>
                  <a:cubicBezTo>
                    <a:pt x="1079" y="4"/>
                    <a:pt x="1071" y="0"/>
                    <a:pt x="1063" y="1"/>
                  </a:cubicBezTo>
                  <a:cubicBezTo>
                    <a:pt x="1062" y="0"/>
                    <a:pt x="1061" y="0"/>
                    <a:pt x="1060" y="0"/>
                  </a:cubicBezTo>
                  <a:cubicBezTo>
                    <a:pt x="960" y="0"/>
                    <a:pt x="960" y="0"/>
                    <a:pt x="960" y="0"/>
                  </a:cubicBezTo>
                  <a:cubicBezTo>
                    <a:pt x="959" y="0"/>
                    <a:pt x="958" y="0"/>
                    <a:pt x="957" y="1"/>
                  </a:cubicBezTo>
                  <a:cubicBezTo>
                    <a:pt x="948" y="0"/>
                    <a:pt x="940" y="4"/>
                    <a:pt x="936" y="11"/>
                  </a:cubicBezTo>
                  <a:cubicBezTo>
                    <a:pt x="936" y="11"/>
                    <a:pt x="936" y="11"/>
                    <a:pt x="936" y="12"/>
                  </a:cubicBezTo>
                  <a:cubicBezTo>
                    <a:pt x="935" y="15"/>
                    <a:pt x="925" y="31"/>
                    <a:pt x="910" y="46"/>
                  </a:cubicBezTo>
                  <a:cubicBezTo>
                    <a:pt x="894" y="60"/>
                    <a:pt x="873" y="73"/>
                    <a:pt x="847" y="73"/>
                  </a:cubicBezTo>
                  <a:cubicBezTo>
                    <a:pt x="839" y="73"/>
                    <a:pt x="830" y="72"/>
                    <a:pt x="820" y="69"/>
                  </a:cubicBezTo>
                  <a:cubicBezTo>
                    <a:pt x="814" y="62"/>
                    <a:pt x="804" y="60"/>
                    <a:pt x="795" y="64"/>
                  </a:cubicBezTo>
                  <a:cubicBezTo>
                    <a:pt x="779" y="73"/>
                    <a:pt x="765" y="76"/>
                    <a:pt x="754" y="76"/>
                  </a:cubicBezTo>
                  <a:cubicBezTo>
                    <a:pt x="732" y="76"/>
                    <a:pt x="715" y="66"/>
                    <a:pt x="702" y="54"/>
                  </a:cubicBezTo>
                  <a:cubicBezTo>
                    <a:pt x="696" y="49"/>
                    <a:pt x="691" y="43"/>
                    <a:pt x="688" y="39"/>
                  </a:cubicBezTo>
                  <a:cubicBezTo>
                    <a:pt x="686" y="37"/>
                    <a:pt x="685" y="35"/>
                    <a:pt x="684" y="34"/>
                  </a:cubicBezTo>
                  <a:cubicBezTo>
                    <a:pt x="684" y="33"/>
                    <a:pt x="684" y="33"/>
                    <a:pt x="684" y="33"/>
                  </a:cubicBezTo>
                  <a:cubicBezTo>
                    <a:pt x="684" y="33"/>
                    <a:pt x="684" y="32"/>
                    <a:pt x="684" y="32"/>
                  </a:cubicBezTo>
                  <a:cubicBezTo>
                    <a:pt x="684" y="32"/>
                    <a:pt x="684" y="32"/>
                    <a:pt x="684" y="32"/>
                  </a:cubicBezTo>
                  <a:cubicBezTo>
                    <a:pt x="681" y="27"/>
                    <a:pt x="676" y="24"/>
                    <a:pt x="670" y="23"/>
                  </a:cubicBezTo>
                  <a:cubicBezTo>
                    <a:pt x="662" y="19"/>
                    <a:pt x="647" y="15"/>
                    <a:pt x="618" y="15"/>
                  </a:cubicBezTo>
                  <a:cubicBezTo>
                    <a:pt x="590" y="15"/>
                    <a:pt x="574" y="19"/>
                    <a:pt x="566" y="23"/>
                  </a:cubicBezTo>
                  <a:cubicBezTo>
                    <a:pt x="561" y="24"/>
                    <a:pt x="556" y="27"/>
                    <a:pt x="553" y="32"/>
                  </a:cubicBezTo>
                  <a:cubicBezTo>
                    <a:pt x="553" y="32"/>
                    <a:pt x="553" y="32"/>
                    <a:pt x="553" y="32"/>
                  </a:cubicBezTo>
                  <a:cubicBezTo>
                    <a:pt x="553" y="32"/>
                    <a:pt x="553" y="32"/>
                    <a:pt x="553" y="33"/>
                  </a:cubicBezTo>
                  <a:cubicBezTo>
                    <a:pt x="552" y="33"/>
                    <a:pt x="545" y="45"/>
                    <a:pt x="533" y="55"/>
                  </a:cubicBezTo>
                  <a:cubicBezTo>
                    <a:pt x="521" y="66"/>
                    <a:pt x="504" y="76"/>
                    <a:pt x="483" y="76"/>
                  </a:cubicBezTo>
                  <a:cubicBezTo>
                    <a:pt x="471" y="76"/>
                    <a:pt x="457" y="73"/>
                    <a:pt x="441" y="64"/>
                  </a:cubicBezTo>
                  <a:cubicBezTo>
                    <a:pt x="433" y="60"/>
                    <a:pt x="423" y="62"/>
                    <a:pt x="417" y="69"/>
                  </a:cubicBezTo>
                  <a:cubicBezTo>
                    <a:pt x="407" y="72"/>
                    <a:pt x="398" y="73"/>
                    <a:pt x="389" y="73"/>
                  </a:cubicBezTo>
                  <a:cubicBezTo>
                    <a:pt x="361" y="73"/>
                    <a:pt x="340" y="59"/>
                    <a:pt x="324" y="43"/>
                  </a:cubicBezTo>
                  <a:cubicBezTo>
                    <a:pt x="316" y="35"/>
                    <a:pt x="310" y="27"/>
                    <a:pt x="306" y="21"/>
                  </a:cubicBezTo>
                  <a:cubicBezTo>
                    <a:pt x="304" y="18"/>
                    <a:pt x="302" y="15"/>
                    <a:pt x="301"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Oval 56"/>
            <p:cNvSpPr>
              <a:spLocks noChangeArrowheads="1"/>
            </p:cNvSpPr>
            <p:nvPr/>
          </p:nvSpPr>
          <p:spPr bwMode="auto">
            <a:xfrm>
              <a:off x="3549650" y="2341563"/>
              <a:ext cx="211138" cy="2111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Oval 57"/>
            <p:cNvSpPr>
              <a:spLocks noChangeArrowheads="1"/>
            </p:cNvSpPr>
            <p:nvPr/>
          </p:nvSpPr>
          <p:spPr bwMode="auto">
            <a:xfrm>
              <a:off x="4730750" y="2341563"/>
              <a:ext cx="211138" cy="2111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6" name="组合 35"/>
          <p:cNvGrpSpPr/>
          <p:nvPr/>
        </p:nvGrpSpPr>
        <p:grpSpPr>
          <a:xfrm>
            <a:off x="2787650" y="969963"/>
            <a:ext cx="684213" cy="896938"/>
            <a:chOff x="2787650" y="969963"/>
            <a:chExt cx="684213" cy="896938"/>
          </a:xfrm>
          <a:solidFill>
            <a:schemeClr val="tx1">
              <a:lumMod val="65000"/>
              <a:lumOff val="35000"/>
            </a:schemeClr>
          </a:solidFill>
        </p:grpSpPr>
        <p:sp>
          <p:nvSpPr>
            <p:cNvPr id="37" name="Oval 58"/>
            <p:cNvSpPr>
              <a:spLocks noChangeArrowheads="1"/>
            </p:cNvSpPr>
            <p:nvPr/>
          </p:nvSpPr>
          <p:spPr bwMode="auto">
            <a:xfrm>
              <a:off x="3219450" y="1016000"/>
              <a:ext cx="193675" cy="1936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59"/>
            <p:cNvSpPr>
              <a:spLocks/>
            </p:cNvSpPr>
            <p:nvPr/>
          </p:nvSpPr>
          <p:spPr bwMode="auto">
            <a:xfrm>
              <a:off x="3176588" y="1423988"/>
              <a:ext cx="280988" cy="442913"/>
            </a:xfrm>
            <a:custGeom>
              <a:avLst/>
              <a:gdLst>
                <a:gd name="T0" fmla="*/ 83 w 186"/>
                <a:gd name="T1" fmla="*/ 53 h 294"/>
                <a:gd name="T2" fmla="*/ 83 w 186"/>
                <a:gd name="T3" fmla="*/ 67 h 294"/>
                <a:gd name="T4" fmla="*/ 59 w 186"/>
                <a:gd name="T5" fmla="*/ 91 h 294"/>
                <a:gd name="T6" fmla="*/ 2 w 186"/>
                <a:gd name="T7" fmla="*/ 91 h 294"/>
                <a:gd name="T8" fmla="*/ 0 w 186"/>
                <a:gd name="T9" fmla="*/ 128 h 294"/>
                <a:gd name="T10" fmla="*/ 32 w 186"/>
                <a:gd name="T11" fmla="*/ 137 h 294"/>
                <a:gd name="T12" fmla="*/ 32 w 186"/>
                <a:gd name="T13" fmla="*/ 268 h 294"/>
                <a:gd name="T14" fmla="*/ 58 w 186"/>
                <a:gd name="T15" fmla="*/ 294 h 294"/>
                <a:gd name="T16" fmla="*/ 84 w 186"/>
                <a:gd name="T17" fmla="*/ 268 h 294"/>
                <a:gd name="T18" fmla="*/ 84 w 186"/>
                <a:gd name="T19" fmla="*/ 140 h 294"/>
                <a:gd name="T20" fmla="*/ 102 w 186"/>
                <a:gd name="T21" fmla="*/ 140 h 294"/>
                <a:gd name="T22" fmla="*/ 102 w 186"/>
                <a:gd name="T23" fmla="*/ 268 h 294"/>
                <a:gd name="T24" fmla="*/ 128 w 186"/>
                <a:gd name="T25" fmla="*/ 294 h 294"/>
                <a:gd name="T26" fmla="*/ 154 w 186"/>
                <a:gd name="T27" fmla="*/ 268 h 294"/>
                <a:gd name="T28" fmla="*/ 154 w 186"/>
                <a:gd name="T29" fmla="*/ 137 h 294"/>
                <a:gd name="T30" fmla="*/ 186 w 186"/>
                <a:gd name="T31" fmla="*/ 128 h 294"/>
                <a:gd name="T32" fmla="*/ 174 w 186"/>
                <a:gd name="T33" fmla="*/ 0 h 294"/>
                <a:gd name="T34" fmla="*/ 86 w 186"/>
                <a:gd name="T35" fmla="*/ 52 h 294"/>
                <a:gd name="T36" fmla="*/ 83 w 186"/>
                <a:gd name="T37" fmla="*/ 53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6" h="294">
                  <a:moveTo>
                    <a:pt x="83" y="53"/>
                  </a:moveTo>
                  <a:cubicBezTo>
                    <a:pt x="83" y="67"/>
                    <a:pt x="83" y="67"/>
                    <a:pt x="83" y="67"/>
                  </a:cubicBezTo>
                  <a:cubicBezTo>
                    <a:pt x="83" y="80"/>
                    <a:pt x="72" y="91"/>
                    <a:pt x="59" y="91"/>
                  </a:cubicBezTo>
                  <a:cubicBezTo>
                    <a:pt x="2" y="91"/>
                    <a:pt x="2" y="91"/>
                    <a:pt x="2" y="91"/>
                  </a:cubicBezTo>
                  <a:cubicBezTo>
                    <a:pt x="1" y="104"/>
                    <a:pt x="0" y="117"/>
                    <a:pt x="0" y="128"/>
                  </a:cubicBezTo>
                  <a:cubicBezTo>
                    <a:pt x="0" y="132"/>
                    <a:pt x="13" y="135"/>
                    <a:pt x="32" y="137"/>
                  </a:cubicBezTo>
                  <a:cubicBezTo>
                    <a:pt x="32" y="268"/>
                    <a:pt x="32" y="268"/>
                    <a:pt x="32" y="268"/>
                  </a:cubicBezTo>
                  <a:cubicBezTo>
                    <a:pt x="32" y="283"/>
                    <a:pt x="44" y="294"/>
                    <a:pt x="58" y="294"/>
                  </a:cubicBezTo>
                  <a:cubicBezTo>
                    <a:pt x="72" y="294"/>
                    <a:pt x="84" y="283"/>
                    <a:pt x="84" y="268"/>
                  </a:cubicBezTo>
                  <a:cubicBezTo>
                    <a:pt x="84" y="140"/>
                    <a:pt x="84" y="140"/>
                    <a:pt x="84" y="140"/>
                  </a:cubicBezTo>
                  <a:cubicBezTo>
                    <a:pt x="90" y="140"/>
                    <a:pt x="96" y="140"/>
                    <a:pt x="102" y="140"/>
                  </a:cubicBezTo>
                  <a:cubicBezTo>
                    <a:pt x="102" y="268"/>
                    <a:pt x="102" y="268"/>
                    <a:pt x="102" y="268"/>
                  </a:cubicBezTo>
                  <a:cubicBezTo>
                    <a:pt x="102" y="283"/>
                    <a:pt x="114" y="294"/>
                    <a:pt x="128" y="294"/>
                  </a:cubicBezTo>
                  <a:cubicBezTo>
                    <a:pt x="142" y="294"/>
                    <a:pt x="154" y="283"/>
                    <a:pt x="154" y="268"/>
                  </a:cubicBezTo>
                  <a:cubicBezTo>
                    <a:pt x="154" y="137"/>
                    <a:pt x="154" y="137"/>
                    <a:pt x="154" y="137"/>
                  </a:cubicBezTo>
                  <a:cubicBezTo>
                    <a:pt x="173" y="135"/>
                    <a:pt x="186" y="132"/>
                    <a:pt x="186" y="128"/>
                  </a:cubicBezTo>
                  <a:cubicBezTo>
                    <a:pt x="186" y="92"/>
                    <a:pt x="181" y="45"/>
                    <a:pt x="174" y="0"/>
                  </a:cubicBezTo>
                  <a:cubicBezTo>
                    <a:pt x="154" y="18"/>
                    <a:pt x="126" y="35"/>
                    <a:pt x="86" y="52"/>
                  </a:cubicBezTo>
                  <a:cubicBezTo>
                    <a:pt x="85" y="53"/>
                    <a:pt x="84" y="53"/>
                    <a:pt x="83"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60"/>
            <p:cNvSpPr>
              <a:spLocks/>
            </p:cNvSpPr>
            <p:nvPr/>
          </p:nvSpPr>
          <p:spPr bwMode="auto">
            <a:xfrm>
              <a:off x="3170238" y="1223963"/>
              <a:ext cx="301625" cy="268288"/>
            </a:xfrm>
            <a:custGeom>
              <a:avLst/>
              <a:gdLst>
                <a:gd name="T0" fmla="*/ 63 w 200"/>
                <a:gd name="T1" fmla="*/ 47 h 178"/>
                <a:gd name="T2" fmla="*/ 87 w 200"/>
                <a:gd name="T3" fmla="*/ 71 h 178"/>
                <a:gd name="T4" fmla="*/ 87 w 200"/>
                <a:gd name="T5" fmla="*/ 124 h 178"/>
                <a:gd name="T6" fmla="*/ 140 w 200"/>
                <a:gd name="T7" fmla="*/ 91 h 178"/>
                <a:gd name="T8" fmla="*/ 152 w 200"/>
                <a:gd name="T9" fmla="*/ 73 h 178"/>
                <a:gd name="T10" fmla="*/ 160 w 200"/>
                <a:gd name="T11" fmla="*/ 73 h 178"/>
                <a:gd name="T12" fmla="*/ 160 w 200"/>
                <a:gd name="T13" fmla="*/ 73 h 178"/>
                <a:gd name="T14" fmla="*/ 146 w 200"/>
                <a:gd name="T15" fmla="*/ 97 h 178"/>
                <a:gd name="T16" fmla="*/ 71 w 200"/>
                <a:gd name="T17" fmla="*/ 140 h 178"/>
                <a:gd name="T18" fmla="*/ 60 w 200"/>
                <a:gd name="T19" fmla="*/ 166 h 178"/>
                <a:gd name="T20" fmla="*/ 79 w 200"/>
                <a:gd name="T21" fmla="*/ 178 h 178"/>
                <a:gd name="T22" fmla="*/ 87 w 200"/>
                <a:gd name="T23" fmla="*/ 177 h 178"/>
                <a:gd name="T24" fmla="*/ 173 w 200"/>
                <a:gd name="T25" fmla="*/ 126 h 178"/>
                <a:gd name="T26" fmla="*/ 200 w 200"/>
                <a:gd name="T27" fmla="*/ 73 h 178"/>
                <a:gd name="T28" fmla="*/ 200 w 200"/>
                <a:gd name="T29" fmla="*/ 73 h 178"/>
                <a:gd name="T30" fmla="*/ 192 w 200"/>
                <a:gd name="T31" fmla="*/ 44 h 178"/>
                <a:gd name="T32" fmla="*/ 167 w 200"/>
                <a:gd name="T33" fmla="*/ 18 h 178"/>
                <a:gd name="T34" fmla="*/ 153 w 200"/>
                <a:gd name="T35" fmla="*/ 10 h 178"/>
                <a:gd name="T36" fmla="*/ 148 w 200"/>
                <a:gd name="T37" fmla="*/ 8 h 178"/>
                <a:gd name="T38" fmla="*/ 97 w 200"/>
                <a:gd name="T39" fmla="*/ 0 h 178"/>
                <a:gd name="T40" fmla="*/ 51 w 200"/>
                <a:gd name="T41" fmla="*/ 6 h 178"/>
                <a:gd name="T42" fmla="*/ 7 w 200"/>
                <a:gd name="T43" fmla="*/ 38 h 178"/>
                <a:gd name="T44" fmla="*/ 0 w 200"/>
                <a:gd name="T45" fmla="*/ 47 h 178"/>
                <a:gd name="T46" fmla="*/ 63 w 200"/>
                <a:gd name="T47" fmla="*/ 47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0" h="178">
                  <a:moveTo>
                    <a:pt x="63" y="47"/>
                  </a:moveTo>
                  <a:cubicBezTo>
                    <a:pt x="76" y="47"/>
                    <a:pt x="87" y="58"/>
                    <a:pt x="87" y="71"/>
                  </a:cubicBezTo>
                  <a:cubicBezTo>
                    <a:pt x="87" y="124"/>
                    <a:pt x="87" y="124"/>
                    <a:pt x="87" y="124"/>
                  </a:cubicBezTo>
                  <a:cubicBezTo>
                    <a:pt x="116" y="110"/>
                    <a:pt x="132" y="99"/>
                    <a:pt x="140" y="91"/>
                  </a:cubicBezTo>
                  <a:cubicBezTo>
                    <a:pt x="146" y="86"/>
                    <a:pt x="152" y="79"/>
                    <a:pt x="152" y="73"/>
                  </a:cubicBezTo>
                  <a:cubicBezTo>
                    <a:pt x="160" y="73"/>
                    <a:pt x="160" y="73"/>
                    <a:pt x="160" y="73"/>
                  </a:cubicBezTo>
                  <a:cubicBezTo>
                    <a:pt x="160" y="73"/>
                    <a:pt x="160" y="73"/>
                    <a:pt x="160" y="73"/>
                  </a:cubicBezTo>
                  <a:cubicBezTo>
                    <a:pt x="160" y="77"/>
                    <a:pt x="158" y="85"/>
                    <a:pt x="146" y="97"/>
                  </a:cubicBezTo>
                  <a:cubicBezTo>
                    <a:pt x="133" y="109"/>
                    <a:pt x="109" y="124"/>
                    <a:pt x="71" y="140"/>
                  </a:cubicBezTo>
                  <a:cubicBezTo>
                    <a:pt x="61" y="144"/>
                    <a:pt x="56" y="156"/>
                    <a:pt x="60" y="166"/>
                  </a:cubicBezTo>
                  <a:cubicBezTo>
                    <a:pt x="64" y="174"/>
                    <a:pt x="71" y="178"/>
                    <a:pt x="79" y="178"/>
                  </a:cubicBezTo>
                  <a:cubicBezTo>
                    <a:pt x="81" y="178"/>
                    <a:pt x="84" y="178"/>
                    <a:pt x="87" y="177"/>
                  </a:cubicBezTo>
                  <a:cubicBezTo>
                    <a:pt x="127" y="159"/>
                    <a:pt x="155" y="143"/>
                    <a:pt x="173" y="126"/>
                  </a:cubicBezTo>
                  <a:cubicBezTo>
                    <a:pt x="191" y="110"/>
                    <a:pt x="200" y="91"/>
                    <a:pt x="200" y="73"/>
                  </a:cubicBezTo>
                  <a:cubicBezTo>
                    <a:pt x="200" y="73"/>
                    <a:pt x="200" y="73"/>
                    <a:pt x="200" y="73"/>
                  </a:cubicBezTo>
                  <a:cubicBezTo>
                    <a:pt x="200" y="62"/>
                    <a:pt x="196" y="52"/>
                    <a:pt x="192" y="44"/>
                  </a:cubicBezTo>
                  <a:cubicBezTo>
                    <a:pt x="184" y="32"/>
                    <a:pt x="175" y="24"/>
                    <a:pt x="167" y="18"/>
                  </a:cubicBezTo>
                  <a:cubicBezTo>
                    <a:pt x="159" y="13"/>
                    <a:pt x="153" y="10"/>
                    <a:pt x="153" y="10"/>
                  </a:cubicBezTo>
                  <a:cubicBezTo>
                    <a:pt x="151" y="9"/>
                    <a:pt x="150" y="8"/>
                    <a:pt x="148" y="8"/>
                  </a:cubicBezTo>
                  <a:cubicBezTo>
                    <a:pt x="140" y="5"/>
                    <a:pt x="125" y="0"/>
                    <a:pt x="97" y="0"/>
                  </a:cubicBezTo>
                  <a:cubicBezTo>
                    <a:pt x="74" y="0"/>
                    <a:pt x="60" y="3"/>
                    <a:pt x="51" y="6"/>
                  </a:cubicBezTo>
                  <a:cubicBezTo>
                    <a:pt x="45" y="8"/>
                    <a:pt x="26" y="15"/>
                    <a:pt x="7" y="38"/>
                  </a:cubicBezTo>
                  <a:cubicBezTo>
                    <a:pt x="4" y="41"/>
                    <a:pt x="2" y="44"/>
                    <a:pt x="0" y="47"/>
                  </a:cubicBezTo>
                  <a:lnTo>
                    <a:pt x="63"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Oval 61"/>
            <p:cNvSpPr>
              <a:spLocks noChangeArrowheads="1"/>
            </p:cNvSpPr>
            <p:nvPr/>
          </p:nvSpPr>
          <p:spPr bwMode="auto">
            <a:xfrm>
              <a:off x="2852738" y="969963"/>
              <a:ext cx="211138" cy="2111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62"/>
            <p:cNvSpPr>
              <a:spLocks/>
            </p:cNvSpPr>
            <p:nvPr/>
          </p:nvSpPr>
          <p:spPr bwMode="auto">
            <a:xfrm>
              <a:off x="2852738" y="1435100"/>
              <a:ext cx="211138" cy="431800"/>
            </a:xfrm>
            <a:custGeom>
              <a:avLst/>
              <a:gdLst>
                <a:gd name="T0" fmla="*/ 98 w 140"/>
                <a:gd name="T1" fmla="*/ 83 h 286"/>
                <a:gd name="T2" fmla="*/ 74 w 140"/>
                <a:gd name="T3" fmla="*/ 59 h 286"/>
                <a:gd name="T4" fmla="*/ 74 w 140"/>
                <a:gd name="T5" fmla="*/ 33 h 286"/>
                <a:gd name="T6" fmla="*/ 71 w 140"/>
                <a:gd name="T7" fmla="*/ 32 h 286"/>
                <a:gd name="T8" fmla="*/ 0 w 140"/>
                <a:gd name="T9" fmla="*/ 0 h 286"/>
                <a:gd name="T10" fmla="*/ 0 w 140"/>
                <a:gd name="T11" fmla="*/ 254 h 286"/>
                <a:gd name="T12" fmla="*/ 32 w 140"/>
                <a:gd name="T13" fmla="*/ 286 h 286"/>
                <a:gd name="T14" fmla="*/ 64 w 140"/>
                <a:gd name="T15" fmla="*/ 254 h 286"/>
                <a:gd name="T16" fmla="*/ 64 w 140"/>
                <a:gd name="T17" fmla="*/ 90 h 286"/>
                <a:gd name="T18" fmla="*/ 76 w 140"/>
                <a:gd name="T19" fmla="*/ 90 h 286"/>
                <a:gd name="T20" fmla="*/ 76 w 140"/>
                <a:gd name="T21" fmla="*/ 254 h 286"/>
                <a:gd name="T22" fmla="*/ 108 w 140"/>
                <a:gd name="T23" fmla="*/ 286 h 286"/>
                <a:gd name="T24" fmla="*/ 140 w 140"/>
                <a:gd name="T25" fmla="*/ 254 h 286"/>
                <a:gd name="T26" fmla="*/ 140 w 140"/>
                <a:gd name="T27" fmla="*/ 83 h 286"/>
                <a:gd name="T28" fmla="*/ 98 w 140"/>
                <a:gd name="T29" fmla="*/ 83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0" h="286">
                  <a:moveTo>
                    <a:pt x="98" y="83"/>
                  </a:moveTo>
                  <a:cubicBezTo>
                    <a:pt x="84" y="83"/>
                    <a:pt x="74" y="72"/>
                    <a:pt x="74" y="59"/>
                  </a:cubicBezTo>
                  <a:cubicBezTo>
                    <a:pt x="74" y="33"/>
                    <a:pt x="74" y="33"/>
                    <a:pt x="74" y="33"/>
                  </a:cubicBezTo>
                  <a:cubicBezTo>
                    <a:pt x="73" y="33"/>
                    <a:pt x="72" y="33"/>
                    <a:pt x="71" y="32"/>
                  </a:cubicBezTo>
                  <a:cubicBezTo>
                    <a:pt x="42" y="23"/>
                    <a:pt x="19" y="12"/>
                    <a:pt x="0" y="0"/>
                  </a:cubicBezTo>
                  <a:cubicBezTo>
                    <a:pt x="0" y="254"/>
                    <a:pt x="0" y="254"/>
                    <a:pt x="0" y="254"/>
                  </a:cubicBezTo>
                  <a:cubicBezTo>
                    <a:pt x="0" y="271"/>
                    <a:pt x="15" y="286"/>
                    <a:pt x="32" y="286"/>
                  </a:cubicBezTo>
                  <a:cubicBezTo>
                    <a:pt x="50" y="286"/>
                    <a:pt x="64" y="271"/>
                    <a:pt x="64" y="254"/>
                  </a:cubicBezTo>
                  <a:cubicBezTo>
                    <a:pt x="64" y="90"/>
                    <a:pt x="64" y="90"/>
                    <a:pt x="64" y="90"/>
                  </a:cubicBezTo>
                  <a:cubicBezTo>
                    <a:pt x="76" y="90"/>
                    <a:pt x="76" y="90"/>
                    <a:pt x="76" y="90"/>
                  </a:cubicBezTo>
                  <a:cubicBezTo>
                    <a:pt x="76" y="254"/>
                    <a:pt x="76" y="254"/>
                    <a:pt x="76" y="254"/>
                  </a:cubicBezTo>
                  <a:cubicBezTo>
                    <a:pt x="76" y="271"/>
                    <a:pt x="91" y="286"/>
                    <a:pt x="108" y="286"/>
                  </a:cubicBezTo>
                  <a:cubicBezTo>
                    <a:pt x="126" y="286"/>
                    <a:pt x="140" y="271"/>
                    <a:pt x="140" y="254"/>
                  </a:cubicBezTo>
                  <a:cubicBezTo>
                    <a:pt x="140" y="83"/>
                    <a:pt x="140" y="83"/>
                    <a:pt x="140" y="83"/>
                  </a:cubicBezTo>
                  <a:lnTo>
                    <a:pt x="98"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63"/>
            <p:cNvSpPr>
              <a:spLocks noEditPoints="1"/>
            </p:cNvSpPr>
            <p:nvPr/>
          </p:nvSpPr>
          <p:spPr bwMode="auto">
            <a:xfrm>
              <a:off x="2976563" y="1306513"/>
              <a:ext cx="312738" cy="241300"/>
            </a:xfrm>
            <a:custGeom>
              <a:avLst/>
              <a:gdLst>
                <a:gd name="T0" fmla="*/ 16 w 208"/>
                <a:gd name="T1" fmla="*/ 160 h 160"/>
                <a:gd name="T2" fmla="*/ 192 w 208"/>
                <a:gd name="T3" fmla="*/ 160 h 160"/>
                <a:gd name="T4" fmla="*/ 208 w 208"/>
                <a:gd name="T5" fmla="*/ 144 h 160"/>
                <a:gd name="T6" fmla="*/ 208 w 208"/>
                <a:gd name="T7" fmla="*/ 131 h 160"/>
                <a:gd name="T8" fmla="*/ 182 w 208"/>
                <a:gd name="T9" fmla="*/ 114 h 160"/>
                <a:gd name="T10" fmla="*/ 182 w 208"/>
                <a:gd name="T11" fmla="*/ 93 h 160"/>
                <a:gd name="T12" fmla="*/ 197 w 208"/>
                <a:gd name="T13" fmla="*/ 78 h 160"/>
                <a:gd name="T14" fmla="*/ 208 w 208"/>
                <a:gd name="T15" fmla="*/ 73 h 160"/>
                <a:gd name="T16" fmla="*/ 208 w 208"/>
                <a:gd name="T17" fmla="*/ 16 h 160"/>
                <a:gd name="T18" fmla="*/ 192 w 208"/>
                <a:gd name="T19" fmla="*/ 0 h 160"/>
                <a:gd name="T20" fmla="*/ 16 w 208"/>
                <a:gd name="T21" fmla="*/ 0 h 160"/>
                <a:gd name="T22" fmla="*/ 0 w 208"/>
                <a:gd name="T23" fmla="*/ 16 h 160"/>
                <a:gd name="T24" fmla="*/ 0 w 208"/>
                <a:gd name="T25" fmla="*/ 62 h 160"/>
                <a:gd name="T26" fmla="*/ 7 w 208"/>
                <a:gd name="T27" fmla="*/ 65 h 160"/>
                <a:gd name="T28" fmla="*/ 23 w 208"/>
                <a:gd name="T29" fmla="*/ 79 h 160"/>
                <a:gd name="T30" fmla="*/ 24 w 208"/>
                <a:gd name="T31" fmla="*/ 100 h 160"/>
                <a:gd name="T32" fmla="*/ 0 w 208"/>
                <a:gd name="T33" fmla="*/ 119 h 160"/>
                <a:gd name="T34" fmla="*/ 0 w 208"/>
                <a:gd name="T35" fmla="*/ 144 h 160"/>
                <a:gd name="T36" fmla="*/ 16 w 208"/>
                <a:gd name="T37" fmla="*/ 160 h 160"/>
                <a:gd name="T38" fmla="*/ 183 w 208"/>
                <a:gd name="T39" fmla="*/ 15 h 160"/>
                <a:gd name="T40" fmla="*/ 193 w 208"/>
                <a:gd name="T41" fmla="*/ 15 h 160"/>
                <a:gd name="T42" fmla="*/ 193 w 208"/>
                <a:gd name="T43" fmla="*/ 25 h 160"/>
                <a:gd name="T44" fmla="*/ 183 w 208"/>
                <a:gd name="T45" fmla="*/ 25 h 160"/>
                <a:gd name="T46" fmla="*/ 183 w 208"/>
                <a:gd name="T47" fmla="*/ 1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8" h="160">
                  <a:moveTo>
                    <a:pt x="16" y="160"/>
                  </a:moveTo>
                  <a:cubicBezTo>
                    <a:pt x="192" y="160"/>
                    <a:pt x="192" y="160"/>
                    <a:pt x="192" y="160"/>
                  </a:cubicBezTo>
                  <a:cubicBezTo>
                    <a:pt x="200" y="160"/>
                    <a:pt x="208" y="153"/>
                    <a:pt x="208" y="144"/>
                  </a:cubicBezTo>
                  <a:cubicBezTo>
                    <a:pt x="208" y="131"/>
                    <a:pt x="208" y="131"/>
                    <a:pt x="208" y="131"/>
                  </a:cubicBezTo>
                  <a:cubicBezTo>
                    <a:pt x="196" y="131"/>
                    <a:pt x="186" y="125"/>
                    <a:pt x="182" y="114"/>
                  </a:cubicBezTo>
                  <a:cubicBezTo>
                    <a:pt x="179" y="107"/>
                    <a:pt x="179" y="100"/>
                    <a:pt x="182" y="93"/>
                  </a:cubicBezTo>
                  <a:cubicBezTo>
                    <a:pt x="185" y="86"/>
                    <a:pt x="190" y="80"/>
                    <a:pt x="197" y="78"/>
                  </a:cubicBezTo>
                  <a:cubicBezTo>
                    <a:pt x="201" y="76"/>
                    <a:pt x="204" y="74"/>
                    <a:pt x="208" y="73"/>
                  </a:cubicBezTo>
                  <a:cubicBezTo>
                    <a:pt x="208" y="16"/>
                    <a:pt x="208" y="16"/>
                    <a:pt x="208" y="16"/>
                  </a:cubicBezTo>
                  <a:cubicBezTo>
                    <a:pt x="208" y="7"/>
                    <a:pt x="200" y="0"/>
                    <a:pt x="192" y="0"/>
                  </a:cubicBezTo>
                  <a:cubicBezTo>
                    <a:pt x="16" y="0"/>
                    <a:pt x="16" y="0"/>
                    <a:pt x="16" y="0"/>
                  </a:cubicBezTo>
                  <a:cubicBezTo>
                    <a:pt x="7" y="0"/>
                    <a:pt x="0" y="7"/>
                    <a:pt x="0" y="16"/>
                  </a:cubicBezTo>
                  <a:cubicBezTo>
                    <a:pt x="0" y="62"/>
                    <a:pt x="0" y="62"/>
                    <a:pt x="0" y="62"/>
                  </a:cubicBezTo>
                  <a:cubicBezTo>
                    <a:pt x="2" y="63"/>
                    <a:pt x="4" y="64"/>
                    <a:pt x="7" y="65"/>
                  </a:cubicBezTo>
                  <a:cubicBezTo>
                    <a:pt x="14" y="67"/>
                    <a:pt x="20" y="72"/>
                    <a:pt x="23" y="79"/>
                  </a:cubicBezTo>
                  <a:cubicBezTo>
                    <a:pt x="26" y="85"/>
                    <a:pt x="27" y="93"/>
                    <a:pt x="24" y="100"/>
                  </a:cubicBezTo>
                  <a:cubicBezTo>
                    <a:pt x="21" y="111"/>
                    <a:pt x="11" y="118"/>
                    <a:pt x="0" y="119"/>
                  </a:cubicBezTo>
                  <a:cubicBezTo>
                    <a:pt x="0" y="144"/>
                    <a:pt x="0" y="144"/>
                    <a:pt x="0" y="144"/>
                  </a:cubicBezTo>
                  <a:cubicBezTo>
                    <a:pt x="0" y="153"/>
                    <a:pt x="7" y="160"/>
                    <a:pt x="16" y="160"/>
                  </a:cubicBezTo>
                  <a:close/>
                  <a:moveTo>
                    <a:pt x="183" y="15"/>
                  </a:moveTo>
                  <a:cubicBezTo>
                    <a:pt x="193" y="15"/>
                    <a:pt x="193" y="15"/>
                    <a:pt x="193" y="15"/>
                  </a:cubicBezTo>
                  <a:cubicBezTo>
                    <a:pt x="193" y="25"/>
                    <a:pt x="193" y="25"/>
                    <a:pt x="193" y="25"/>
                  </a:cubicBezTo>
                  <a:cubicBezTo>
                    <a:pt x="183" y="25"/>
                    <a:pt x="183" y="25"/>
                    <a:pt x="183" y="25"/>
                  </a:cubicBezTo>
                  <a:lnTo>
                    <a:pt x="183"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64"/>
            <p:cNvSpPr>
              <a:spLocks/>
            </p:cNvSpPr>
            <p:nvPr/>
          </p:nvSpPr>
          <p:spPr bwMode="auto">
            <a:xfrm>
              <a:off x="2787650" y="1208088"/>
              <a:ext cx="339725" cy="266700"/>
            </a:xfrm>
            <a:custGeom>
              <a:avLst/>
              <a:gdLst>
                <a:gd name="T0" fmla="*/ 28 w 225"/>
                <a:gd name="T1" fmla="*/ 130 h 177"/>
                <a:gd name="T2" fmla="*/ 116 w 225"/>
                <a:gd name="T3" fmla="*/ 176 h 177"/>
                <a:gd name="T4" fmla="*/ 123 w 225"/>
                <a:gd name="T5" fmla="*/ 177 h 177"/>
                <a:gd name="T6" fmla="*/ 142 w 225"/>
                <a:gd name="T7" fmla="*/ 164 h 177"/>
                <a:gd name="T8" fmla="*/ 129 w 225"/>
                <a:gd name="T9" fmla="*/ 138 h 177"/>
                <a:gd name="T10" fmla="*/ 55 w 225"/>
                <a:gd name="T11" fmla="*/ 100 h 177"/>
                <a:gd name="T12" fmla="*/ 40 w 225"/>
                <a:gd name="T13" fmla="*/ 75 h 177"/>
                <a:gd name="T14" fmla="*/ 40 w 225"/>
                <a:gd name="T15" fmla="*/ 75 h 177"/>
                <a:gd name="T16" fmla="*/ 43 w 225"/>
                <a:gd name="T17" fmla="*/ 64 h 177"/>
                <a:gd name="T18" fmla="*/ 43 w 225"/>
                <a:gd name="T19" fmla="*/ 76 h 177"/>
                <a:gd name="T20" fmla="*/ 60 w 225"/>
                <a:gd name="T21" fmla="*/ 94 h 177"/>
                <a:gd name="T22" fmla="*/ 117 w 225"/>
                <a:gd name="T23" fmla="*/ 125 h 177"/>
                <a:gd name="T24" fmla="*/ 117 w 225"/>
                <a:gd name="T25" fmla="*/ 82 h 177"/>
                <a:gd name="T26" fmla="*/ 141 w 225"/>
                <a:gd name="T27" fmla="*/ 58 h 177"/>
                <a:gd name="T28" fmla="*/ 225 w 225"/>
                <a:gd name="T29" fmla="*/ 58 h 177"/>
                <a:gd name="T30" fmla="*/ 214 w 225"/>
                <a:gd name="T31" fmla="*/ 36 h 177"/>
                <a:gd name="T32" fmla="*/ 173 w 225"/>
                <a:gd name="T33" fmla="*/ 1 h 177"/>
                <a:gd name="T34" fmla="*/ 167 w 225"/>
                <a:gd name="T35" fmla="*/ 1 h 177"/>
                <a:gd name="T36" fmla="*/ 163 w 225"/>
                <a:gd name="T37" fmla="*/ 1 h 177"/>
                <a:gd name="T38" fmla="*/ 63 w 225"/>
                <a:gd name="T39" fmla="*/ 1 h 177"/>
                <a:gd name="T40" fmla="*/ 60 w 225"/>
                <a:gd name="T41" fmla="*/ 1 h 177"/>
                <a:gd name="T42" fmla="*/ 47 w 225"/>
                <a:gd name="T43" fmla="*/ 4 h 177"/>
                <a:gd name="T44" fmla="*/ 47 w 225"/>
                <a:gd name="T45" fmla="*/ 4 h 177"/>
                <a:gd name="T46" fmla="*/ 24 w 225"/>
                <a:gd name="T47" fmla="*/ 22 h 177"/>
                <a:gd name="T48" fmla="*/ 0 w 225"/>
                <a:gd name="T49" fmla="*/ 75 h 177"/>
                <a:gd name="T50" fmla="*/ 0 w 225"/>
                <a:gd name="T51" fmla="*/ 75 h 177"/>
                <a:gd name="T52" fmla="*/ 28 w 225"/>
                <a:gd name="T53" fmla="*/ 130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5" h="177">
                  <a:moveTo>
                    <a:pt x="28" y="130"/>
                  </a:moveTo>
                  <a:cubicBezTo>
                    <a:pt x="47" y="147"/>
                    <a:pt x="75" y="162"/>
                    <a:pt x="116" y="176"/>
                  </a:cubicBezTo>
                  <a:cubicBezTo>
                    <a:pt x="118" y="177"/>
                    <a:pt x="121" y="177"/>
                    <a:pt x="123" y="177"/>
                  </a:cubicBezTo>
                  <a:cubicBezTo>
                    <a:pt x="131" y="177"/>
                    <a:pt x="139" y="172"/>
                    <a:pt x="142" y="164"/>
                  </a:cubicBezTo>
                  <a:cubicBezTo>
                    <a:pt x="145" y="153"/>
                    <a:pt x="140" y="142"/>
                    <a:pt x="129" y="138"/>
                  </a:cubicBezTo>
                  <a:cubicBezTo>
                    <a:pt x="91" y="125"/>
                    <a:pt x="67" y="111"/>
                    <a:pt x="55" y="100"/>
                  </a:cubicBezTo>
                  <a:cubicBezTo>
                    <a:pt x="42" y="89"/>
                    <a:pt x="40" y="81"/>
                    <a:pt x="40" y="75"/>
                  </a:cubicBezTo>
                  <a:cubicBezTo>
                    <a:pt x="40" y="75"/>
                    <a:pt x="40" y="75"/>
                    <a:pt x="40" y="75"/>
                  </a:cubicBezTo>
                  <a:cubicBezTo>
                    <a:pt x="40" y="72"/>
                    <a:pt x="41" y="68"/>
                    <a:pt x="43" y="64"/>
                  </a:cubicBezTo>
                  <a:cubicBezTo>
                    <a:pt x="43" y="76"/>
                    <a:pt x="43" y="76"/>
                    <a:pt x="43" y="76"/>
                  </a:cubicBezTo>
                  <a:cubicBezTo>
                    <a:pt x="45" y="79"/>
                    <a:pt x="51" y="86"/>
                    <a:pt x="60" y="94"/>
                  </a:cubicBezTo>
                  <a:cubicBezTo>
                    <a:pt x="67" y="100"/>
                    <a:pt x="83" y="112"/>
                    <a:pt x="117" y="125"/>
                  </a:cubicBezTo>
                  <a:cubicBezTo>
                    <a:pt x="117" y="82"/>
                    <a:pt x="117" y="82"/>
                    <a:pt x="117" y="82"/>
                  </a:cubicBezTo>
                  <a:cubicBezTo>
                    <a:pt x="117" y="69"/>
                    <a:pt x="127" y="58"/>
                    <a:pt x="141" y="58"/>
                  </a:cubicBezTo>
                  <a:cubicBezTo>
                    <a:pt x="225" y="58"/>
                    <a:pt x="225" y="58"/>
                    <a:pt x="225" y="58"/>
                  </a:cubicBezTo>
                  <a:cubicBezTo>
                    <a:pt x="222" y="50"/>
                    <a:pt x="218" y="42"/>
                    <a:pt x="214" y="36"/>
                  </a:cubicBezTo>
                  <a:cubicBezTo>
                    <a:pt x="197" y="8"/>
                    <a:pt x="178" y="2"/>
                    <a:pt x="173" y="1"/>
                  </a:cubicBezTo>
                  <a:cubicBezTo>
                    <a:pt x="171" y="1"/>
                    <a:pt x="169" y="1"/>
                    <a:pt x="167" y="1"/>
                  </a:cubicBezTo>
                  <a:cubicBezTo>
                    <a:pt x="166" y="1"/>
                    <a:pt x="165" y="1"/>
                    <a:pt x="163" y="1"/>
                  </a:cubicBezTo>
                  <a:cubicBezTo>
                    <a:pt x="63" y="1"/>
                    <a:pt x="63" y="1"/>
                    <a:pt x="63" y="1"/>
                  </a:cubicBezTo>
                  <a:cubicBezTo>
                    <a:pt x="62" y="1"/>
                    <a:pt x="61" y="1"/>
                    <a:pt x="60" y="1"/>
                  </a:cubicBezTo>
                  <a:cubicBezTo>
                    <a:pt x="56" y="0"/>
                    <a:pt x="51" y="1"/>
                    <a:pt x="47" y="4"/>
                  </a:cubicBezTo>
                  <a:cubicBezTo>
                    <a:pt x="47" y="4"/>
                    <a:pt x="47" y="4"/>
                    <a:pt x="47" y="4"/>
                  </a:cubicBezTo>
                  <a:cubicBezTo>
                    <a:pt x="46" y="4"/>
                    <a:pt x="36" y="11"/>
                    <a:pt x="24" y="22"/>
                  </a:cubicBezTo>
                  <a:cubicBezTo>
                    <a:pt x="13" y="34"/>
                    <a:pt x="1" y="51"/>
                    <a:pt x="0" y="75"/>
                  </a:cubicBezTo>
                  <a:cubicBezTo>
                    <a:pt x="0" y="75"/>
                    <a:pt x="0" y="75"/>
                    <a:pt x="0" y="75"/>
                  </a:cubicBezTo>
                  <a:cubicBezTo>
                    <a:pt x="0" y="94"/>
                    <a:pt x="10" y="114"/>
                    <a:pt x="28" y="1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4" name="组合 43"/>
          <p:cNvGrpSpPr/>
          <p:nvPr/>
        </p:nvGrpSpPr>
        <p:grpSpPr>
          <a:xfrm>
            <a:off x="3989388" y="758825"/>
            <a:ext cx="1330325" cy="1127125"/>
            <a:chOff x="3989388" y="758825"/>
            <a:chExt cx="1330325" cy="1127125"/>
          </a:xfrm>
          <a:solidFill>
            <a:schemeClr val="tx1">
              <a:lumMod val="65000"/>
              <a:lumOff val="35000"/>
            </a:schemeClr>
          </a:solidFill>
        </p:grpSpPr>
        <p:sp>
          <p:nvSpPr>
            <p:cNvPr id="45" name="Freeform 65"/>
            <p:cNvSpPr>
              <a:spLocks/>
            </p:cNvSpPr>
            <p:nvPr/>
          </p:nvSpPr>
          <p:spPr bwMode="auto">
            <a:xfrm>
              <a:off x="4784725" y="1368425"/>
              <a:ext cx="60325" cy="26988"/>
            </a:xfrm>
            <a:custGeom>
              <a:avLst/>
              <a:gdLst>
                <a:gd name="T0" fmla="*/ 22 w 40"/>
                <a:gd name="T1" fmla="*/ 1 h 18"/>
                <a:gd name="T2" fmla="*/ 22 w 40"/>
                <a:gd name="T3" fmla="*/ 1 h 18"/>
                <a:gd name="T4" fmla="*/ 13 w 40"/>
                <a:gd name="T5" fmla="*/ 1 h 18"/>
                <a:gd name="T6" fmla="*/ 6 w 40"/>
                <a:gd name="T7" fmla="*/ 13 h 18"/>
                <a:gd name="T8" fmla="*/ 0 w 40"/>
                <a:gd name="T9" fmla="*/ 18 h 18"/>
                <a:gd name="T10" fmla="*/ 40 w 40"/>
                <a:gd name="T11" fmla="*/ 0 h 18"/>
                <a:gd name="T12" fmla="*/ 22 w 40"/>
                <a:gd name="T13" fmla="*/ 1 h 18"/>
              </a:gdLst>
              <a:ahLst/>
              <a:cxnLst>
                <a:cxn ang="0">
                  <a:pos x="T0" y="T1"/>
                </a:cxn>
                <a:cxn ang="0">
                  <a:pos x="T2" y="T3"/>
                </a:cxn>
                <a:cxn ang="0">
                  <a:pos x="T4" y="T5"/>
                </a:cxn>
                <a:cxn ang="0">
                  <a:pos x="T6" y="T7"/>
                </a:cxn>
                <a:cxn ang="0">
                  <a:pos x="T8" y="T9"/>
                </a:cxn>
                <a:cxn ang="0">
                  <a:pos x="T10" y="T11"/>
                </a:cxn>
                <a:cxn ang="0">
                  <a:pos x="T12" y="T13"/>
                </a:cxn>
              </a:cxnLst>
              <a:rect l="0" t="0" r="r" b="b"/>
              <a:pathLst>
                <a:path w="40" h="18">
                  <a:moveTo>
                    <a:pt x="22" y="1"/>
                  </a:moveTo>
                  <a:cubicBezTo>
                    <a:pt x="22" y="1"/>
                    <a:pt x="22" y="1"/>
                    <a:pt x="22" y="1"/>
                  </a:cubicBezTo>
                  <a:cubicBezTo>
                    <a:pt x="19" y="1"/>
                    <a:pt x="16" y="1"/>
                    <a:pt x="13" y="1"/>
                  </a:cubicBezTo>
                  <a:cubicBezTo>
                    <a:pt x="12" y="6"/>
                    <a:pt x="9" y="10"/>
                    <a:pt x="6" y="13"/>
                  </a:cubicBezTo>
                  <a:cubicBezTo>
                    <a:pt x="0" y="18"/>
                    <a:pt x="0" y="18"/>
                    <a:pt x="0" y="18"/>
                  </a:cubicBezTo>
                  <a:cubicBezTo>
                    <a:pt x="15" y="14"/>
                    <a:pt x="28" y="7"/>
                    <a:pt x="40" y="0"/>
                  </a:cubicBezTo>
                  <a:cubicBezTo>
                    <a:pt x="34" y="1"/>
                    <a:pt x="29" y="1"/>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66"/>
            <p:cNvSpPr>
              <a:spLocks/>
            </p:cNvSpPr>
            <p:nvPr/>
          </p:nvSpPr>
          <p:spPr bwMode="auto">
            <a:xfrm>
              <a:off x="4773613" y="1212850"/>
              <a:ext cx="287338" cy="673100"/>
            </a:xfrm>
            <a:custGeom>
              <a:avLst/>
              <a:gdLst>
                <a:gd name="T0" fmla="*/ 67 w 190"/>
                <a:gd name="T1" fmla="*/ 39 h 446"/>
                <a:gd name="T2" fmla="*/ 79 w 190"/>
                <a:gd name="T3" fmla="*/ 29 h 446"/>
                <a:gd name="T4" fmla="*/ 101 w 190"/>
                <a:gd name="T5" fmla="*/ 18 h 446"/>
                <a:gd name="T6" fmla="*/ 118 w 190"/>
                <a:gd name="T7" fmla="*/ 24 h 446"/>
                <a:gd name="T8" fmla="*/ 123 w 190"/>
                <a:gd name="T9" fmla="*/ 63 h 446"/>
                <a:gd name="T10" fmla="*/ 99 w 190"/>
                <a:gd name="T11" fmla="*/ 85 h 446"/>
                <a:gd name="T12" fmla="*/ 67 w 190"/>
                <a:gd name="T13" fmla="*/ 99 h 446"/>
                <a:gd name="T14" fmla="*/ 78 w 190"/>
                <a:gd name="T15" fmla="*/ 205 h 446"/>
                <a:gd name="T16" fmla="*/ 78 w 190"/>
                <a:gd name="T17" fmla="*/ 208 h 446"/>
                <a:gd name="T18" fmla="*/ 5 w 190"/>
                <a:gd name="T19" fmla="*/ 404 h 446"/>
                <a:gd name="T20" fmla="*/ 26 w 190"/>
                <a:gd name="T21" fmla="*/ 444 h 446"/>
                <a:gd name="T22" fmla="*/ 36 w 190"/>
                <a:gd name="T23" fmla="*/ 446 h 446"/>
                <a:gd name="T24" fmla="*/ 66 w 190"/>
                <a:gd name="T25" fmla="*/ 424 h 446"/>
                <a:gd name="T26" fmla="*/ 119 w 190"/>
                <a:gd name="T27" fmla="*/ 276 h 446"/>
                <a:gd name="T28" fmla="*/ 131 w 190"/>
                <a:gd name="T29" fmla="*/ 245 h 446"/>
                <a:gd name="T30" fmla="*/ 183 w 190"/>
                <a:gd name="T31" fmla="*/ 200 h 446"/>
                <a:gd name="T32" fmla="*/ 164 w 190"/>
                <a:gd name="T33" fmla="*/ 52 h 446"/>
                <a:gd name="T34" fmla="*/ 87 w 190"/>
                <a:gd name="T35" fmla="*/ 5 h 446"/>
                <a:gd name="T36" fmla="*/ 57 w 190"/>
                <a:gd name="T37" fmla="*/ 41 h 446"/>
                <a:gd name="T38" fmla="*/ 55 w 190"/>
                <a:gd name="T39" fmla="*/ 44 h 446"/>
                <a:gd name="T40" fmla="*/ 67 w 190"/>
                <a:gd name="T41" fmla="*/ 39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0" h="446">
                  <a:moveTo>
                    <a:pt x="67" y="39"/>
                  </a:moveTo>
                  <a:cubicBezTo>
                    <a:pt x="75" y="34"/>
                    <a:pt x="79" y="29"/>
                    <a:pt x="79" y="29"/>
                  </a:cubicBezTo>
                  <a:cubicBezTo>
                    <a:pt x="84" y="22"/>
                    <a:pt x="92" y="18"/>
                    <a:pt x="101" y="18"/>
                  </a:cubicBezTo>
                  <a:cubicBezTo>
                    <a:pt x="107" y="18"/>
                    <a:pt x="113" y="20"/>
                    <a:pt x="118" y="24"/>
                  </a:cubicBezTo>
                  <a:cubicBezTo>
                    <a:pt x="130" y="33"/>
                    <a:pt x="133" y="50"/>
                    <a:pt x="123" y="63"/>
                  </a:cubicBezTo>
                  <a:cubicBezTo>
                    <a:pt x="121" y="66"/>
                    <a:pt x="113" y="76"/>
                    <a:pt x="99" y="85"/>
                  </a:cubicBezTo>
                  <a:cubicBezTo>
                    <a:pt x="91" y="90"/>
                    <a:pt x="80" y="95"/>
                    <a:pt x="67" y="99"/>
                  </a:cubicBezTo>
                  <a:cubicBezTo>
                    <a:pt x="75" y="132"/>
                    <a:pt x="82" y="171"/>
                    <a:pt x="78" y="205"/>
                  </a:cubicBezTo>
                  <a:cubicBezTo>
                    <a:pt x="78" y="206"/>
                    <a:pt x="78" y="207"/>
                    <a:pt x="78" y="208"/>
                  </a:cubicBezTo>
                  <a:cubicBezTo>
                    <a:pt x="64" y="240"/>
                    <a:pt x="34" y="314"/>
                    <a:pt x="5" y="404"/>
                  </a:cubicBezTo>
                  <a:cubicBezTo>
                    <a:pt x="0" y="421"/>
                    <a:pt x="9" y="439"/>
                    <a:pt x="26" y="444"/>
                  </a:cubicBezTo>
                  <a:cubicBezTo>
                    <a:pt x="29" y="446"/>
                    <a:pt x="33" y="446"/>
                    <a:pt x="36" y="446"/>
                  </a:cubicBezTo>
                  <a:cubicBezTo>
                    <a:pt x="49" y="446"/>
                    <a:pt x="62" y="437"/>
                    <a:pt x="66" y="424"/>
                  </a:cubicBezTo>
                  <a:cubicBezTo>
                    <a:pt x="85" y="366"/>
                    <a:pt x="104" y="314"/>
                    <a:pt x="119" y="276"/>
                  </a:cubicBezTo>
                  <a:cubicBezTo>
                    <a:pt x="124" y="264"/>
                    <a:pt x="128" y="254"/>
                    <a:pt x="131" y="245"/>
                  </a:cubicBezTo>
                  <a:cubicBezTo>
                    <a:pt x="154" y="243"/>
                    <a:pt x="176" y="234"/>
                    <a:pt x="183" y="200"/>
                  </a:cubicBezTo>
                  <a:cubicBezTo>
                    <a:pt x="190" y="141"/>
                    <a:pt x="185" y="106"/>
                    <a:pt x="164" y="52"/>
                  </a:cubicBezTo>
                  <a:cubicBezTo>
                    <a:pt x="148" y="12"/>
                    <a:pt x="112" y="0"/>
                    <a:pt x="87" y="5"/>
                  </a:cubicBezTo>
                  <a:cubicBezTo>
                    <a:pt x="70" y="8"/>
                    <a:pt x="60" y="23"/>
                    <a:pt x="57" y="41"/>
                  </a:cubicBezTo>
                  <a:cubicBezTo>
                    <a:pt x="57" y="42"/>
                    <a:pt x="56" y="43"/>
                    <a:pt x="55" y="44"/>
                  </a:cubicBezTo>
                  <a:cubicBezTo>
                    <a:pt x="59" y="43"/>
                    <a:pt x="63" y="41"/>
                    <a:pt x="67"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Oval 67"/>
            <p:cNvSpPr>
              <a:spLocks noChangeArrowheads="1"/>
            </p:cNvSpPr>
            <p:nvPr/>
          </p:nvSpPr>
          <p:spPr bwMode="auto">
            <a:xfrm>
              <a:off x="4856163" y="993775"/>
              <a:ext cx="211138" cy="2111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Oval 68"/>
            <p:cNvSpPr>
              <a:spLocks noChangeArrowheads="1"/>
            </p:cNvSpPr>
            <p:nvPr/>
          </p:nvSpPr>
          <p:spPr bwMode="auto">
            <a:xfrm>
              <a:off x="4287838" y="1023938"/>
              <a:ext cx="211138" cy="2111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69"/>
            <p:cNvSpPr>
              <a:spLocks/>
            </p:cNvSpPr>
            <p:nvPr/>
          </p:nvSpPr>
          <p:spPr bwMode="auto">
            <a:xfrm>
              <a:off x="4111625" y="1411288"/>
              <a:ext cx="350838" cy="473075"/>
            </a:xfrm>
            <a:custGeom>
              <a:avLst/>
              <a:gdLst>
                <a:gd name="T0" fmla="*/ 171 w 233"/>
                <a:gd name="T1" fmla="*/ 36 h 314"/>
                <a:gd name="T2" fmla="*/ 87 w 233"/>
                <a:gd name="T3" fmla="*/ 24 h 314"/>
                <a:gd name="T4" fmla="*/ 52 w 233"/>
                <a:gd name="T5" fmla="*/ 0 h 314"/>
                <a:gd name="T6" fmla="*/ 62 w 233"/>
                <a:gd name="T7" fmla="*/ 103 h 314"/>
                <a:gd name="T8" fmla="*/ 63 w 233"/>
                <a:gd name="T9" fmla="*/ 103 h 314"/>
                <a:gd name="T10" fmla="*/ 63 w 233"/>
                <a:gd name="T11" fmla="*/ 117 h 314"/>
                <a:gd name="T12" fmla="*/ 11 w 233"/>
                <a:gd name="T13" fmla="*/ 262 h 314"/>
                <a:gd name="T14" fmla="*/ 16 w 233"/>
                <a:gd name="T15" fmla="*/ 307 h 314"/>
                <a:gd name="T16" fmla="*/ 36 w 233"/>
                <a:gd name="T17" fmla="*/ 314 h 314"/>
                <a:gd name="T18" fmla="*/ 61 w 233"/>
                <a:gd name="T19" fmla="*/ 302 h 314"/>
                <a:gd name="T20" fmla="*/ 127 w 233"/>
                <a:gd name="T21" fmla="*/ 117 h 314"/>
                <a:gd name="T22" fmla="*/ 127 w 233"/>
                <a:gd name="T23" fmla="*/ 103 h 314"/>
                <a:gd name="T24" fmla="*/ 129 w 233"/>
                <a:gd name="T25" fmla="*/ 102 h 314"/>
                <a:gd name="T26" fmla="*/ 147 w 233"/>
                <a:gd name="T27" fmla="*/ 126 h 314"/>
                <a:gd name="T28" fmla="*/ 169 w 233"/>
                <a:gd name="T29" fmla="*/ 201 h 314"/>
                <a:gd name="T30" fmla="*/ 154 w 233"/>
                <a:gd name="T31" fmla="*/ 268 h 314"/>
                <a:gd name="T32" fmla="*/ 170 w 233"/>
                <a:gd name="T33" fmla="*/ 310 h 314"/>
                <a:gd name="T34" fmla="*/ 183 w 233"/>
                <a:gd name="T35" fmla="*/ 313 h 314"/>
                <a:gd name="T36" fmla="*/ 212 w 233"/>
                <a:gd name="T37" fmla="*/ 294 h 314"/>
                <a:gd name="T38" fmla="*/ 233 w 233"/>
                <a:gd name="T39" fmla="*/ 201 h 314"/>
                <a:gd name="T40" fmla="*/ 198 w 233"/>
                <a:gd name="T41" fmla="*/ 87 h 314"/>
                <a:gd name="T42" fmla="*/ 182 w 233"/>
                <a:gd name="T43" fmla="*/ 66 h 314"/>
                <a:gd name="T44" fmla="*/ 178 w 233"/>
                <a:gd name="T45" fmla="*/ 36 h 314"/>
                <a:gd name="T46" fmla="*/ 171 w 233"/>
                <a:gd name="T47" fmla="*/ 36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33" h="314">
                  <a:moveTo>
                    <a:pt x="171" y="36"/>
                  </a:moveTo>
                  <a:cubicBezTo>
                    <a:pt x="136" y="36"/>
                    <a:pt x="109" y="32"/>
                    <a:pt x="87" y="24"/>
                  </a:cubicBezTo>
                  <a:cubicBezTo>
                    <a:pt x="73" y="18"/>
                    <a:pt x="61" y="10"/>
                    <a:pt x="52" y="0"/>
                  </a:cubicBezTo>
                  <a:cubicBezTo>
                    <a:pt x="52" y="35"/>
                    <a:pt x="55" y="69"/>
                    <a:pt x="62" y="103"/>
                  </a:cubicBezTo>
                  <a:cubicBezTo>
                    <a:pt x="62" y="103"/>
                    <a:pt x="63" y="103"/>
                    <a:pt x="63" y="103"/>
                  </a:cubicBezTo>
                  <a:cubicBezTo>
                    <a:pt x="63" y="107"/>
                    <a:pt x="63" y="112"/>
                    <a:pt x="63" y="117"/>
                  </a:cubicBezTo>
                  <a:cubicBezTo>
                    <a:pt x="63" y="151"/>
                    <a:pt x="55" y="206"/>
                    <a:pt x="11" y="262"/>
                  </a:cubicBezTo>
                  <a:cubicBezTo>
                    <a:pt x="0" y="276"/>
                    <a:pt x="2" y="296"/>
                    <a:pt x="16" y="307"/>
                  </a:cubicBezTo>
                  <a:cubicBezTo>
                    <a:pt x="22" y="312"/>
                    <a:pt x="29" y="314"/>
                    <a:pt x="36" y="314"/>
                  </a:cubicBezTo>
                  <a:cubicBezTo>
                    <a:pt x="45" y="314"/>
                    <a:pt x="55" y="310"/>
                    <a:pt x="61" y="302"/>
                  </a:cubicBezTo>
                  <a:cubicBezTo>
                    <a:pt x="116" y="232"/>
                    <a:pt x="127" y="162"/>
                    <a:pt x="127" y="117"/>
                  </a:cubicBezTo>
                  <a:cubicBezTo>
                    <a:pt x="127" y="112"/>
                    <a:pt x="127" y="107"/>
                    <a:pt x="127" y="103"/>
                  </a:cubicBezTo>
                  <a:cubicBezTo>
                    <a:pt x="127" y="103"/>
                    <a:pt x="128" y="102"/>
                    <a:pt x="129" y="102"/>
                  </a:cubicBezTo>
                  <a:cubicBezTo>
                    <a:pt x="134" y="108"/>
                    <a:pt x="141" y="115"/>
                    <a:pt x="147" y="126"/>
                  </a:cubicBezTo>
                  <a:cubicBezTo>
                    <a:pt x="158" y="144"/>
                    <a:pt x="169" y="170"/>
                    <a:pt x="169" y="201"/>
                  </a:cubicBezTo>
                  <a:cubicBezTo>
                    <a:pt x="169" y="220"/>
                    <a:pt x="165" y="242"/>
                    <a:pt x="154" y="268"/>
                  </a:cubicBezTo>
                  <a:cubicBezTo>
                    <a:pt x="146" y="284"/>
                    <a:pt x="154" y="303"/>
                    <a:pt x="170" y="310"/>
                  </a:cubicBezTo>
                  <a:cubicBezTo>
                    <a:pt x="174" y="312"/>
                    <a:pt x="178" y="313"/>
                    <a:pt x="183" y="313"/>
                  </a:cubicBezTo>
                  <a:cubicBezTo>
                    <a:pt x="195" y="313"/>
                    <a:pt x="207" y="306"/>
                    <a:pt x="212" y="294"/>
                  </a:cubicBezTo>
                  <a:cubicBezTo>
                    <a:pt x="227" y="261"/>
                    <a:pt x="233" y="229"/>
                    <a:pt x="233" y="201"/>
                  </a:cubicBezTo>
                  <a:cubicBezTo>
                    <a:pt x="233" y="152"/>
                    <a:pt x="215" y="113"/>
                    <a:pt x="198" y="87"/>
                  </a:cubicBezTo>
                  <a:cubicBezTo>
                    <a:pt x="193" y="79"/>
                    <a:pt x="187" y="72"/>
                    <a:pt x="182" y="66"/>
                  </a:cubicBezTo>
                  <a:cubicBezTo>
                    <a:pt x="180" y="56"/>
                    <a:pt x="179" y="46"/>
                    <a:pt x="178" y="36"/>
                  </a:cubicBezTo>
                  <a:cubicBezTo>
                    <a:pt x="175" y="36"/>
                    <a:pt x="173" y="36"/>
                    <a:pt x="1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70"/>
            <p:cNvSpPr>
              <a:spLocks noEditPoints="1"/>
            </p:cNvSpPr>
            <p:nvPr/>
          </p:nvSpPr>
          <p:spPr bwMode="auto">
            <a:xfrm>
              <a:off x="4427538" y="1192213"/>
              <a:ext cx="365125" cy="376238"/>
            </a:xfrm>
            <a:custGeom>
              <a:avLst/>
              <a:gdLst>
                <a:gd name="T0" fmla="*/ 0 w 242"/>
                <a:gd name="T1" fmla="*/ 123 h 249"/>
                <a:gd name="T2" fmla="*/ 14 w 242"/>
                <a:gd name="T3" fmla="*/ 122 h 249"/>
                <a:gd name="T4" fmla="*/ 16 w 242"/>
                <a:gd name="T5" fmla="*/ 122 h 249"/>
                <a:gd name="T6" fmla="*/ 44 w 242"/>
                <a:gd name="T7" fmla="*/ 147 h 249"/>
                <a:gd name="T8" fmla="*/ 38 w 242"/>
                <a:gd name="T9" fmla="*/ 168 h 249"/>
                <a:gd name="T10" fmla="*/ 25 w 242"/>
                <a:gd name="T11" fmla="*/ 176 h 249"/>
                <a:gd name="T12" fmla="*/ 84 w 242"/>
                <a:gd name="T13" fmla="*/ 241 h 249"/>
                <a:gd name="T14" fmla="*/ 107 w 242"/>
                <a:gd name="T15" fmla="*/ 243 h 249"/>
                <a:gd name="T16" fmla="*/ 237 w 242"/>
                <a:gd name="T17" fmla="*/ 124 h 249"/>
                <a:gd name="T18" fmla="*/ 242 w 242"/>
                <a:gd name="T19" fmla="*/ 117 h 249"/>
                <a:gd name="T20" fmla="*/ 180 w 242"/>
                <a:gd name="T21" fmla="*/ 99 h 249"/>
                <a:gd name="T22" fmla="*/ 166 w 242"/>
                <a:gd name="T23" fmla="*/ 62 h 249"/>
                <a:gd name="T24" fmla="*/ 188 w 242"/>
                <a:gd name="T25" fmla="*/ 46 h 249"/>
                <a:gd name="T26" fmla="*/ 153 w 242"/>
                <a:gd name="T27" fmla="*/ 7 h 249"/>
                <a:gd name="T28" fmla="*/ 130 w 242"/>
                <a:gd name="T29" fmla="*/ 6 h 249"/>
                <a:gd name="T30" fmla="*/ 0 w 242"/>
                <a:gd name="T31" fmla="*/ 123 h 249"/>
                <a:gd name="T32" fmla="*/ 141 w 242"/>
                <a:gd name="T33" fmla="*/ 16 h 249"/>
                <a:gd name="T34" fmla="*/ 147 w 242"/>
                <a:gd name="T35" fmla="*/ 24 h 249"/>
                <a:gd name="T36" fmla="*/ 140 w 242"/>
                <a:gd name="T37" fmla="*/ 30 h 249"/>
                <a:gd name="T38" fmla="*/ 133 w 242"/>
                <a:gd name="T39" fmla="*/ 23 h 249"/>
                <a:gd name="T40" fmla="*/ 141 w 242"/>
                <a:gd name="T41" fmla="*/ 16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2" h="249">
                  <a:moveTo>
                    <a:pt x="0" y="123"/>
                  </a:moveTo>
                  <a:cubicBezTo>
                    <a:pt x="5" y="123"/>
                    <a:pt x="9" y="123"/>
                    <a:pt x="14" y="122"/>
                  </a:cubicBezTo>
                  <a:cubicBezTo>
                    <a:pt x="15" y="122"/>
                    <a:pt x="16" y="122"/>
                    <a:pt x="16" y="122"/>
                  </a:cubicBezTo>
                  <a:cubicBezTo>
                    <a:pt x="31" y="122"/>
                    <a:pt x="43" y="133"/>
                    <a:pt x="44" y="147"/>
                  </a:cubicBezTo>
                  <a:cubicBezTo>
                    <a:pt x="45" y="155"/>
                    <a:pt x="43" y="162"/>
                    <a:pt x="38" y="168"/>
                  </a:cubicBezTo>
                  <a:cubicBezTo>
                    <a:pt x="35" y="172"/>
                    <a:pt x="30" y="175"/>
                    <a:pt x="25" y="176"/>
                  </a:cubicBezTo>
                  <a:cubicBezTo>
                    <a:pt x="84" y="241"/>
                    <a:pt x="84" y="241"/>
                    <a:pt x="84" y="241"/>
                  </a:cubicBezTo>
                  <a:cubicBezTo>
                    <a:pt x="90" y="248"/>
                    <a:pt x="100" y="249"/>
                    <a:pt x="107" y="243"/>
                  </a:cubicBezTo>
                  <a:cubicBezTo>
                    <a:pt x="237" y="124"/>
                    <a:pt x="237" y="124"/>
                    <a:pt x="237" y="124"/>
                  </a:cubicBezTo>
                  <a:cubicBezTo>
                    <a:pt x="240" y="122"/>
                    <a:pt x="241" y="120"/>
                    <a:pt x="242" y="117"/>
                  </a:cubicBezTo>
                  <a:cubicBezTo>
                    <a:pt x="222" y="115"/>
                    <a:pt x="201" y="109"/>
                    <a:pt x="180" y="99"/>
                  </a:cubicBezTo>
                  <a:cubicBezTo>
                    <a:pt x="166" y="93"/>
                    <a:pt x="160" y="76"/>
                    <a:pt x="166" y="62"/>
                  </a:cubicBezTo>
                  <a:cubicBezTo>
                    <a:pt x="170" y="54"/>
                    <a:pt x="179" y="48"/>
                    <a:pt x="188" y="46"/>
                  </a:cubicBezTo>
                  <a:cubicBezTo>
                    <a:pt x="153" y="7"/>
                    <a:pt x="153" y="7"/>
                    <a:pt x="153" y="7"/>
                  </a:cubicBezTo>
                  <a:cubicBezTo>
                    <a:pt x="147" y="0"/>
                    <a:pt x="136" y="0"/>
                    <a:pt x="130" y="6"/>
                  </a:cubicBezTo>
                  <a:lnTo>
                    <a:pt x="0" y="123"/>
                  </a:lnTo>
                  <a:close/>
                  <a:moveTo>
                    <a:pt x="141" y="16"/>
                  </a:moveTo>
                  <a:cubicBezTo>
                    <a:pt x="147" y="24"/>
                    <a:pt x="147" y="24"/>
                    <a:pt x="147" y="24"/>
                  </a:cubicBezTo>
                  <a:cubicBezTo>
                    <a:pt x="140" y="30"/>
                    <a:pt x="140" y="30"/>
                    <a:pt x="140" y="30"/>
                  </a:cubicBezTo>
                  <a:cubicBezTo>
                    <a:pt x="133" y="23"/>
                    <a:pt x="133" y="23"/>
                    <a:pt x="133" y="23"/>
                  </a:cubicBezTo>
                  <a:lnTo>
                    <a:pt x="141"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71"/>
            <p:cNvSpPr>
              <a:spLocks/>
            </p:cNvSpPr>
            <p:nvPr/>
          </p:nvSpPr>
          <p:spPr bwMode="auto">
            <a:xfrm>
              <a:off x="4173538" y="1231900"/>
              <a:ext cx="334963" cy="222250"/>
            </a:xfrm>
            <a:custGeom>
              <a:avLst/>
              <a:gdLst>
                <a:gd name="T0" fmla="*/ 7 w 222"/>
                <a:gd name="T1" fmla="*/ 100 h 147"/>
                <a:gd name="T2" fmla="*/ 49 w 222"/>
                <a:gd name="T3" fmla="*/ 135 h 147"/>
                <a:gd name="T4" fmla="*/ 130 w 222"/>
                <a:gd name="T5" fmla="*/ 147 h 147"/>
                <a:gd name="T6" fmla="*/ 186 w 222"/>
                <a:gd name="T7" fmla="*/ 144 h 147"/>
                <a:gd name="T8" fmla="*/ 204 w 222"/>
                <a:gd name="T9" fmla="*/ 122 h 147"/>
                <a:gd name="T10" fmla="*/ 182 w 222"/>
                <a:gd name="T11" fmla="*/ 104 h 147"/>
                <a:gd name="T12" fmla="*/ 130 w 222"/>
                <a:gd name="T13" fmla="*/ 107 h 147"/>
                <a:gd name="T14" fmla="*/ 53 w 222"/>
                <a:gd name="T15" fmla="*/ 92 h 147"/>
                <a:gd name="T16" fmla="*/ 43 w 222"/>
                <a:gd name="T17" fmla="*/ 82 h 147"/>
                <a:gd name="T18" fmla="*/ 40 w 222"/>
                <a:gd name="T19" fmla="*/ 71 h 147"/>
                <a:gd name="T20" fmla="*/ 40 w 222"/>
                <a:gd name="T21" fmla="*/ 71 h 147"/>
                <a:gd name="T22" fmla="*/ 48 w 222"/>
                <a:gd name="T23" fmla="*/ 71 h 147"/>
                <a:gd name="T24" fmla="*/ 50 w 222"/>
                <a:gd name="T25" fmla="*/ 78 h 147"/>
                <a:gd name="T26" fmla="*/ 57 w 222"/>
                <a:gd name="T27" fmla="*/ 86 h 147"/>
                <a:gd name="T28" fmla="*/ 129 w 222"/>
                <a:gd name="T29" fmla="*/ 99 h 147"/>
                <a:gd name="T30" fmla="*/ 130 w 222"/>
                <a:gd name="T31" fmla="*/ 99 h 147"/>
                <a:gd name="T32" fmla="*/ 135 w 222"/>
                <a:gd name="T33" fmla="*/ 99 h 147"/>
                <a:gd name="T34" fmla="*/ 138 w 222"/>
                <a:gd name="T35" fmla="*/ 72 h 147"/>
                <a:gd name="T36" fmla="*/ 179 w 222"/>
                <a:gd name="T37" fmla="*/ 77 h 147"/>
                <a:gd name="T38" fmla="*/ 222 w 222"/>
                <a:gd name="T39" fmla="*/ 38 h 147"/>
                <a:gd name="T40" fmla="*/ 209 w 222"/>
                <a:gd name="T41" fmla="*/ 38 h 147"/>
                <a:gd name="T42" fmla="*/ 150 w 222"/>
                <a:gd name="T43" fmla="*/ 34 h 147"/>
                <a:gd name="T44" fmla="*/ 132 w 222"/>
                <a:gd name="T45" fmla="*/ 31 h 147"/>
                <a:gd name="T46" fmla="*/ 128 w 222"/>
                <a:gd name="T47" fmla="*/ 30 h 147"/>
                <a:gd name="T48" fmla="*/ 128 w 222"/>
                <a:gd name="T49" fmla="*/ 30 h 147"/>
                <a:gd name="T50" fmla="*/ 43 w 222"/>
                <a:gd name="T51" fmla="*/ 1 h 147"/>
                <a:gd name="T52" fmla="*/ 30 w 222"/>
                <a:gd name="T53" fmla="*/ 3 h 147"/>
                <a:gd name="T54" fmla="*/ 22 w 222"/>
                <a:gd name="T55" fmla="*/ 9 h 147"/>
                <a:gd name="T56" fmla="*/ 22 w 222"/>
                <a:gd name="T57" fmla="*/ 9 h 147"/>
                <a:gd name="T58" fmla="*/ 11 w 222"/>
                <a:gd name="T59" fmla="*/ 27 h 147"/>
                <a:gd name="T60" fmla="*/ 0 w 222"/>
                <a:gd name="T61" fmla="*/ 71 h 147"/>
                <a:gd name="T62" fmla="*/ 0 w 222"/>
                <a:gd name="T63" fmla="*/ 71 h 147"/>
                <a:gd name="T64" fmla="*/ 7 w 222"/>
                <a:gd name="T65" fmla="*/ 10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2" h="147">
                  <a:moveTo>
                    <a:pt x="7" y="100"/>
                  </a:moveTo>
                  <a:cubicBezTo>
                    <a:pt x="15" y="115"/>
                    <a:pt x="29" y="127"/>
                    <a:pt x="49" y="135"/>
                  </a:cubicBezTo>
                  <a:cubicBezTo>
                    <a:pt x="69" y="143"/>
                    <a:pt x="95" y="147"/>
                    <a:pt x="130" y="147"/>
                  </a:cubicBezTo>
                  <a:cubicBezTo>
                    <a:pt x="146" y="147"/>
                    <a:pt x="165" y="146"/>
                    <a:pt x="186" y="144"/>
                  </a:cubicBezTo>
                  <a:cubicBezTo>
                    <a:pt x="197" y="143"/>
                    <a:pt x="205" y="133"/>
                    <a:pt x="204" y="122"/>
                  </a:cubicBezTo>
                  <a:cubicBezTo>
                    <a:pt x="203" y="111"/>
                    <a:pt x="193" y="103"/>
                    <a:pt x="182" y="104"/>
                  </a:cubicBezTo>
                  <a:cubicBezTo>
                    <a:pt x="162" y="106"/>
                    <a:pt x="145" y="107"/>
                    <a:pt x="130" y="107"/>
                  </a:cubicBezTo>
                  <a:cubicBezTo>
                    <a:pt x="88" y="107"/>
                    <a:pt x="64" y="100"/>
                    <a:pt x="53" y="92"/>
                  </a:cubicBezTo>
                  <a:cubicBezTo>
                    <a:pt x="47" y="89"/>
                    <a:pt x="45" y="85"/>
                    <a:pt x="43" y="82"/>
                  </a:cubicBezTo>
                  <a:cubicBezTo>
                    <a:pt x="41" y="79"/>
                    <a:pt x="40" y="75"/>
                    <a:pt x="40" y="71"/>
                  </a:cubicBezTo>
                  <a:cubicBezTo>
                    <a:pt x="40" y="71"/>
                    <a:pt x="40" y="71"/>
                    <a:pt x="40" y="71"/>
                  </a:cubicBezTo>
                  <a:cubicBezTo>
                    <a:pt x="48" y="71"/>
                    <a:pt x="48" y="71"/>
                    <a:pt x="48" y="71"/>
                  </a:cubicBezTo>
                  <a:cubicBezTo>
                    <a:pt x="48" y="74"/>
                    <a:pt x="49" y="76"/>
                    <a:pt x="50" y="78"/>
                  </a:cubicBezTo>
                  <a:cubicBezTo>
                    <a:pt x="51" y="80"/>
                    <a:pt x="53" y="83"/>
                    <a:pt x="57" y="86"/>
                  </a:cubicBezTo>
                  <a:cubicBezTo>
                    <a:pt x="63" y="90"/>
                    <a:pt x="82" y="99"/>
                    <a:pt x="129" y="99"/>
                  </a:cubicBezTo>
                  <a:cubicBezTo>
                    <a:pt x="130" y="99"/>
                    <a:pt x="130" y="99"/>
                    <a:pt x="130" y="99"/>
                  </a:cubicBezTo>
                  <a:cubicBezTo>
                    <a:pt x="131" y="99"/>
                    <a:pt x="133" y="99"/>
                    <a:pt x="135" y="99"/>
                  </a:cubicBezTo>
                  <a:cubicBezTo>
                    <a:pt x="136" y="90"/>
                    <a:pt x="137" y="81"/>
                    <a:pt x="138" y="72"/>
                  </a:cubicBezTo>
                  <a:cubicBezTo>
                    <a:pt x="149" y="74"/>
                    <a:pt x="163" y="76"/>
                    <a:pt x="179" y="77"/>
                  </a:cubicBezTo>
                  <a:cubicBezTo>
                    <a:pt x="222" y="38"/>
                    <a:pt x="222" y="38"/>
                    <a:pt x="222" y="38"/>
                  </a:cubicBezTo>
                  <a:cubicBezTo>
                    <a:pt x="217" y="38"/>
                    <a:pt x="213" y="38"/>
                    <a:pt x="209" y="38"/>
                  </a:cubicBezTo>
                  <a:cubicBezTo>
                    <a:pt x="186" y="38"/>
                    <a:pt x="165" y="36"/>
                    <a:pt x="150" y="34"/>
                  </a:cubicBezTo>
                  <a:cubicBezTo>
                    <a:pt x="142" y="33"/>
                    <a:pt x="136" y="31"/>
                    <a:pt x="132" y="31"/>
                  </a:cubicBezTo>
                  <a:cubicBezTo>
                    <a:pt x="130" y="30"/>
                    <a:pt x="129" y="30"/>
                    <a:pt x="128" y="30"/>
                  </a:cubicBezTo>
                  <a:cubicBezTo>
                    <a:pt x="128" y="30"/>
                    <a:pt x="128" y="30"/>
                    <a:pt x="128" y="30"/>
                  </a:cubicBezTo>
                  <a:cubicBezTo>
                    <a:pt x="100" y="20"/>
                    <a:pt x="71" y="11"/>
                    <a:pt x="43" y="1"/>
                  </a:cubicBezTo>
                  <a:cubicBezTo>
                    <a:pt x="38" y="0"/>
                    <a:pt x="34" y="0"/>
                    <a:pt x="30" y="3"/>
                  </a:cubicBezTo>
                  <a:cubicBezTo>
                    <a:pt x="27" y="4"/>
                    <a:pt x="24" y="6"/>
                    <a:pt x="22" y="9"/>
                  </a:cubicBezTo>
                  <a:cubicBezTo>
                    <a:pt x="22" y="9"/>
                    <a:pt x="22" y="9"/>
                    <a:pt x="22" y="9"/>
                  </a:cubicBezTo>
                  <a:cubicBezTo>
                    <a:pt x="22" y="10"/>
                    <a:pt x="17" y="17"/>
                    <a:pt x="11" y="27"/>
                  </a:cubicBezTo>
                  <a:cubicBezTo>
                    <a:pt x="6" y="38"/>
                    <a:pt x="0" y="53"/>
                    <a:pt x="0" y="71"/>
                  </a:cubicBezTo>
                  <a:cubicBezTo>
                    <a:pt x="0" y="71"/>
                    <a:pt x="0" y="71"/>
                    <a:pt x="0" y="71"/>
                  </a:cubicBezTo>
                  <a:cubicBezTo>
                    <a:pt x="0" y="80"/>
                    <a:pt x="2" y="91"/>
                    <a:pt x="7"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72"/>
            <p:cNvSpPr>
              <a:spLocks/>
            </p:cNvSpPr>
            <p:nvPr/>
          </p:nvSpPr>
          <p:spPr bwMode="auto">
            <a:xfrm>
              <a:off x="4681538" y="1247775"/>
              <a:ext cx="279400" cy="111125"/>
            </a:xfrm>
            <a:custGeom>
              <a:avLst/>
              <a:gdLst>
                <a:gd name="T0" fmla="*/ 5 w 185"/>
                <a:gd name="T1" fmla="*/ 29 h 73"/>
                <a:gd name="T2" fmla="*/ 14 w 185"/>
                <a:gd name="T3" fmla="*/ 55 h 73"/>
                <a:gd name="T4" fmla="*/ 90 w 185"/>
                <a:gd name="T5" fmla="*/ 73 h 73"/>
                <a:gd name="T6" fmla="*/ 90 w 185"/>
                <a:gd name="T7" fmla="*/ 73 h 73"/>
                <a:gd name="T8" fmla="*/ 155 w 185"/>
                <a:gd name="T9" fmla="*/ 55 h 73"/>
                <a:gd name="T10" fmla="*/ 178 w 185"/>
                <a:gd name="T11" fmla="*/ 35 h 73"/>
                <a:gd name="T12" fmla="*/ 174 w 185"/>
                <a:gd name="T13" fmla="*/ 7 h 73"/>
                <a:gd name="T14" fmla="*/ 146 w 185"/>
                <a:gd name="T15" fmla="*/ 11 h 73"/>
                <a:gd name="T16" fmla="*/ 132 w 185"/>
                <a:gd name="T17" fmla="*/ 23 h 73"/>
                <a:gd name="T18" fmla="*/ 90 w 185"/>
                <a:gd name="T19" fmla="*/ 33 h 73"/>
                <a:gd name="T20" fmla="*/ 31 w 185"/>
                <a:gd name="T21" fmla="*/ 19 h 73"/>
                <a:gd name="T22" fmla="*/ 5 w 185"/>
                <a:gd name="T23" fmla="*/ 29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5" h="73">
                  <a:moveTo>
                    <a:pt x="5" y="29"/>
                  </a:moveTo>
                  <a:cubicBezTo>
                    <a:pt x="0" y="39"/>
                    <a:pt x="4" y="51"/>
                    <a:pt x="14" y="55"/>
                  </a:cubicBezTo>
                  <a:cubicBezTo>
                    <a:pt x="43" y="68"/>
                    <a:pt x="68" y="73"/>
                    <a:pt x="90" y="73"/>
                  </a:cubicBezTo>
                  <a:cubicBezTo>
                    <a:pt x="90" y="73"/>
                    <a:pt x="90" y="73"/>
                    <a:pt x="90" y="73"/>
                  </a:cubicBezTo>
                  <a:cubicBezTo>
                    <a:pt x="119" y="73"/>
                    <a:pt x="141" y="64"/>
                    <a:pt x="155" y="55"/>
                  </a:cubicBezTo>
                  <a:cubicBezTo>
                    <a:pt x="170" y="46"/>
                    <a:pt x="177" y="36"/>
                    <a:pt x="178" y="35"/>
                  </a:cubicBezTo>
                  <a:cubicBezTo>
                    <a:pt x="185" y="26"/>
                    <a:pt x="183" y="14"/>
                    <a:pt x="174" y="7"/>
                  </a:cubicBezTo>
                  <a:cubicBezTo>
                    <a:pt x="165" y="0"/>
                    <a:pt x="153" y="2"/>
                    <a:pt x="146" y="11"/>
                  </a:cubicBezTo>
                  <a:cubicBezTo>
                    <a:pt x="145" y="12"/>
                    <a:pt x="141" y="17"/>
                    <a:pt x="132" y="23"/>
                  </a:cubicBezTo>
                  <a:cubicBezTo>
                    <a:pt x="123" y="28"/>
                    <a:pt x="109" y="33"/>
                    <a:pt x="90" y="33"/>
                  </a:cubicBezTo>
                  <a:cubicBezTo>
                    <a:pt x="75" y="33"/>
                    <a:pt x="55" y="30"/>
                    <a:pt x="31" y="19"/>
                  </a:cubicBezTo>
                  <a:cubicBezTo>
                    <a:pt x="21" y="14"/>
                    <a:pt x="9" y="19"/>
                    <a:pt x="5"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73"/>
            <p:cNvSpPr>
              <a:spLocks/>
            </p:cNvSpPr>
            <p:nvPr/>
          </p:nvSpPr>
          <p:spPr bwMode="auto">
            <a:xfrm>
              <a:off x="3989388" y="766763"/>
              <a:ext cx="346075" cy="363538"/>
            </a:xfrm>
            <a:custGeom>
              <a:avLst/>
              <a:gdLst>
                <a:gd name="T0" fmla="*/ 68 w 229"/>
                <a:gd name="T1" fmla="*/ 191 h 241"/>
                <a:gd name="T2" fmla="*/ 26 w 229"/>
                <a:gd name="T3" fmla="*/ 221 h 241"/>
                <a:gd name="T4" fmla="*/ 24 w 229"/>
                <a:gd name="T5" fmla="*/ 227 h 241"/>
                <a:gd name="T6" fmla="*/ 29 w 229"/>
                <a:gd name="T7" fmla="*/ 232 h 241"/>
                <a:gd name="T8" fmla="*/ 86 w 229"/>
                <a:gd name="T9" fmla="*/ 241 h 241"/>
                <a:gd name="T10" fmla="*/ 87 w 229"/>
                <a:gd name="T11" fmla="*/ 241 h 241"/>
                <a:gd name="T12" fmla="*/ 93 w 229"/>
                <a:gd name="T13" fmla="*/ 235 h 241"/>
                <a:gd name="T14" fmla="*/ 88 w 229"/>
                <a:gd name="T15" fmla="*/ 229 h 241"/>
                <a:gd name="T16" fmla="*/ 45 w 229"/>
                <a:gd name="T17" fmla="*/ 222 h 241"/>
                <a:gd name="T18" fmla="*/ 81 w 229"/>
                <a:gd name="T19" fmla="*/ 196 h 241"/>
                <a:gd name="T20" fmla="*/ 84 w 229"/>
                <a:gd name="T21" fmla="*/ 192 h 241"/>
                <a:gd name="T22" fmla="*/ 81 w 229"/>
                <a:gd name="T23" fmla="*/ 187 h 241"/>
                <a:gd name="T24" fmla="*/ 24 w 229"/>
                <a:gd name="T25" fmla="*/ 138 h 241"/>
                <a:gd name="T26" fmla="*/ 83 w 229"/>
                <a:gd name="T27" fmla="*/ 140 h 241"/>
                <a:gd name="T28" fmla="*/ 88 w 229"/>
                <a:gd name="T29" fmla="*/ 138 h 241"/>
                <a:gd name="T30" fmla="*/ 89 w 229"/>
                <a:gd name="T31" fmla="*/ 132 h 241"/>
                <a:gd name="T32" fmla="*/ 63 w 229"/>
                <a:gd name="T33" fmla="*/ 69 h 241"/>
                <a:gd name="T34" fmla="*/ 118 w 229"/>
                <a:gd name="T35" fmla="*/ 98 h 241"/>
                <a:gd name="T36" fmla="*/ 124 w 229"/>
                <a:gd name="T37" fmla="*/ 98 h 241"/>
                <a:gd name="T38" fmla="*/ 127 w 229"/>
                <a:gd name="T39" fmla="*/ 94 h 241"/>
                <a:gd name="T40" fmla="*/ 136 w 229"/>
                <a:gd name="T41" fmla="*/ 25 h 241"/>
                <a:gd name="T42" fmla="*/ 170 w 229"/>
                <a:gd name="T43" fmla="*/ 88 h 241"/>
                <a:gd name="T44" fmla="*/ 175 w 229"/>
                <a:gd name="T45" fmla="*/ 91 h 241"/>
                <a:gd name="T46" fmla="*/ 180 w 229"/>
                <a:gd name="T47" fmla="*/ 89 h 241"/>
                <a:gd name="T48" fmla="*/ 213 w 229"/>
                <a:gd name="T49" fmla="*/ 46 h 241"/>
                <a:gd name="T50" fmla="*/ 216 w 229"/>
                <a:gd name="T51" fmla="*/ 92 h 241"/>
                <a:gd name="T52" fmla="*/ 223 w 229"/>
                <a:gd name="T53" fmla="*/ 97 h 241"/>
                <a:gd name="T54" fmla="*/ 228 w 229"/>
                <a:gd name="T55" fmla="*/ 91 h 241"/>
                <a:gd name="T56" fmla="*/ 224 w 229"/>
                <a:gd name="T57" fmla="*/ 29 h 241"/>
                <a:gd name="T58" fmla="*/ 220 w 229"/>
                <a:gd name="T59" fmla="*/ 23 h 241"/>
                <a:gd name="T60" fmla="*/ 213 w 229"/>
                <a:gd name="T61" fmla="*/ 26 h 241"/>
                <a:gd name="T62" fmla="*/ 176 w 229"/>
                <a:gd name="T63" fmla="*/ 74 h 241"/>
                <a:gd name="T64" fmla="*/ 138 w 229"/>
                <a:gd name="T65" fmla="*/ 4 h 241"/>
                <a:gd name="T66" fmla="*/ 132 w 229"/>
                <a:gd name="T67" fmla="*/ 0 h 241"/>
                <a:gd name="T68" fmla="*/ 127 w 229"/>
                <a:gd name="T69" fmla="*/ 6 h 241"/>
                <a:gd name="T70" fmla="*/ 116 w 229"/>
                <a:gd name="T71" fmla="*/ 84 h 241"/>
                <a:gd name="T72" fmla="*/ 54 w 229"/>
                <a:gd name="T73" fmla="*/ 50 h 241"/>
                <a:gd name="T74" fmla="*/ 47 w 229"/>
                <a:gd name="T75" fmla="*/ 51 h 241"/>
                <a:gd name="T76" fmla="*/ 46 w 229"/>
                <a:gd name="T77" fmla="*/ 58 h 241"/>
                <a:gd name="T78" fmla="*/ 74 w 229"/>
                <a:gd name="T79" fmla="*/ 128 h 241"/>
                <a:gd name="T80" fmla="*/ 6 w 229"/>
                <a:gd name="T81" fmla="*/ 125 h 241"/>
                <a:gd name="T82" fmla="*/ 1 w 229"/>
                <a:gd name="T83" fmla="*/ 129 h 241"/>
                <a:gd name="T84" fmla="*/ 2 w 229"/>
                <a:gd name="T85" fmla="*/ 136 h 241"/>
                <a:gd name="T86" fmla="*/ 68 w 229"/>
                <a:gd name="T87" fmla="*/ 19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29" h="241">
                  <a:moveTo>
                    <a:pt x="68" y="191"/>
                  </a:moveTo>
                  <a:cubicBezTo>
                    <a:pt x="26" y="221"/>
                    <a:pt x="26" y="221"/>
                    <a:pt x="26" y="221"/>
                  </a:cubicBezTo>
                  <a:cubicBezTo>
                    <a:pt x="24" y="223"/>
                    <a:pt x="23" y="225"/>
                    <a:pt x="24" y="227"/>
                  </a:cubicBezTo>
                  <a:cubicBezTo>
                    <a:pt x="24" y="230"/>
                    <a:pt x="26" y="232"/>
                    <a:pt x="29" y="232"/>
                  </a:cubicBezTo>
                  <a:cubicBezTo>
                    <a:pt x="86" y="241"/>
                    <a:pt x="86" y="241"/>
                    <a:pt x="86" y="241"/>
                  </a:cubicBezTo>
                  <a:cubicBezTo>
                    <a:pt x="87" y="241"/>
                    <a:pt x="87" y="241"/>
                    <a:pt x="87" y="241"/>
                  </a:cubicBezTo>
                  <a:cubicBezTo>
                    <a:pt x="90" y="241"/>
                    <a:pt x="93" y="238"/>
                    <a:pt x="93" y="235"/>
                  </a:cubicBezTo>
                  <a:cubicBezTo>
                    <a:pt x="94" y="232"/>
                    <a:pt x="91" y="229"/>
                    <a:pt x="88" y="229"/>
                  </a:cubicBezTo>
                  <a:cubicBezTo>
                    <a:pt x="45" y="222"/>
                    <a:pt x="45" y="222"/>
                    <a:pt x="45" y="222"/>
                  </a:cubicBezTo>
                  <a:cubicBezTo>
                    <a:pt x="81" y="196"/>
                    <a:pt x="81" y="196"/>
                    <a:pt x="81" y="196"/>
                  </a:cubicBezTo>
                  <a:cubicBezTo>
                    <a:pt x="83" y="195"/>
                    <a:pt x="83" y="193"/>
                    <a:pt x="84" y="192"/>
                  </a:cubicBezTo>
                  <a:cubicBezTo>
                    <a:pt x="84" y="190"/>
                    <a:pt x="83" y="188"/>
                    <a:pt x="81" y="187"/>
                  </a:cubicBezTo>
                  <a:cubicBezTo>
                    <a:pt x="24" y="138"/>
                    <a:pt x="24" y="138"/>
                    <a:pt x="24" y="138"/>
                  </a:cubicBezTo>
                  <a:cubicBezTo>
                    <a:pt x="83" y="140"/>
                    <a:pt x="83" y="140"/>
                    <a:pt x="83" y="140"/>
                  </a:cubicBezTo>
                  <a:cubicBezTo>
                    <a:pt x="85" y="141"/>
                    <a:pt x="87" y="140"/>
                    <a:pt x="88" y="138"/>
                  </a:cubicBezTo>
                  <a:cubicBezTo>
                    <a:pt x="89" y="136"/>
                    <a:pt x="89" y="134"/>
                    <a:pt x="89" y="132"/>
                  </a:cubicBezTo>
                  <a:cubicBezTo>
                    <a:pt x="63" y="69"/>
                    <a:pt x="63" y="69"/>
                    <a:pt x="63" y="69"/>
                  </a:cubicBezTo>
                  <a:cubicBezTo>
                    <a:pt x="118" y="98"/>
                    <a:pt x="118" y="98"/>
                    <a:pt x="118" y="98"/>
                  </a:cubicBezTo>
                  <a:cubicBezTo>
                    <a:pt x="120" y="99"/>
                    <a:pt x="122" y="99"/>
                    <a:pt x="124" y="98"/>
                  </a:cubicBezTo>
                  <a:cubicBezTo>
                    <a:pt x="126" y="97"/>
                    <a:pt x="127" y="96"/>
                    <a:pt x="127" y="94"/>
                  </a:cubicBezTo>
                  <a:cubicBezTo>
                    <a:pt x="136" y="25"/>
                    <a:pt x="136" y="25"/>
                    <a:pt x="136" y="25"/>
                  </a:cubicBezTo>
                  <a:cubicBezTo>
                    <a:pt x="170" y="88"/>
                    <a:pt x="170" y="88"/>
                    <a:pt x="170" y="88"/>
                  </a:cubicBezTo>
                  <a:cubicBezTo>
                    <a:pt x="171" y="90"/>
                    <a:pt x="173" y="91"/>
                    <a:pt x="175" y="91"/>
                  </a:cubicBezTo>
                  <a:cubicBezTo>
                    <a:pt x="177" y="91"/>
                    <a:pt x="179" y="90"/>
                    <a:pt x="180" y="89"/>
                  </a:cubicBezTo>
                  <a:cubicBezTo>
                    <a:pt x="213" y="46"/>
                    <a:pt x="213" y="46"/>
                    <a:pt x="213" y="46"/>
                  </a:cubicBezTo>
                  <a:cubicBezTo>
                    <a:pt x="216" y="92"/>
                    <a:pt x="216" y="92"/>
                    <a:pt x="216" y="92"/>
                  </a:cubicBezTo>
                  <a:cubicBezTo>
                    <a:pt x="217" y="95"/>
                    <a:pt x="220" y="98"/>
                    <a:pt x="223" y="97"/>
                  </a:cubicBezTo>
                  <a:cubicBezTo>
                    <a:pt x="226" y="97"/>
                    <a:pt x="229" y="94"/>
                    <a:pt x="228" y="91"/>
                  </a:cubicBezTo>
                  <a:cubicBezTo>
                    <a:pt x="224" y="29"/>
                    <a:pt x="224" y="29"/>
                    <a:pt x="224" y="29"/>
                  </a:cubicBezTo>
                  <a:cubicBezTo>
                    <a:pt x="224" y="26"/>
                    <a:pt x="222" y="24"/>
                    <a:pt x="220" y="23"/>
                  </a:cubicBezTo>
                  <a:cubicBezTo>
                    <a:pt x="218" y="23"/>
                    <a:pt x="215" y="24"/>
                    <a:pt x="213" y="26"/>
                  </a:cubicBezTo>
                  <a:cubicBezTo>
                    <a:pt x="176" y="74"/>
                    <a:pt x="176" y="74"/>
                    <a:pt x="176" y="74"/>
                  </a:cubicBezTo>
                  <a:cubicBezTo>
                    <a:pt x="138" y="4"/>
                    <a:pt x="138" y="4"/>
                    <a:pt x="138" y="4"/>
                  </a:cubicBezTo>
                  <a:cubicBezTo>
                    <a:pt x="137" y="1"/>
                    <a:pt x="134" y="0"/>
                    <a:pt x="132" y="0"/>
                  </a:cubicBezTo>
                  <a:cubicBezTo>
                    <a:pt x="129" y="1"/>
                    <a:pt x="127" y="3"/>
                    <a:pt x="127" y="6"/>
                  </a:cubicBezTo>
                  <a:cubicBezTo>
                    <a:pt x="116" y="84"/>
                    <a:pt x="116" y="84"/>
                    <a:pt x="116" y="84"/>
                  </a:cubicBezTo>
                  <a:cubicBezTo>
                    <a:pt x="54" y="50"/>
                    <a:pt x="54" y="50"/>
                    <a:pt x="54" y="50"/>
                  </a:cubicBezTo>
                  <a:cubicBezTo>
                    <a:pt x="52" y="49"/>
                    <a:pt x="49" y="50"/>
                    <a:pt x="47" y="51"/>
                  </a:cubicBezTo>
                  <a:cubicBezTo>
                    <a:pt x="45" y="53"/>
                    <a:pt x="45" y="56"/>
                    <a:pt x="46" y="58"/>
                  </a:cubicBezTo>
                  <a:cubicBezTo>
                    <a:pt x="74" y="128"/>
                    <a:pt x="74" y="128"/>
                    <a:pt x="74" y="128"/>
                  </a:cubicBezTo>
                  <a:cubicBezTo>
                    <a:pt x="6" y="125"/>
                    <a:pt x="6" y="125"/>
                    <a:pt x="6" y="125"/>
                  </a:cubicBezTo>
                  <a:cubicBezTo>
                    <a:pt x="4" y="125"/>
                    <a:pt x="2" y="127"/>
                    <a:pt x="1" y="129"/>
                  </a:cubicBezTo>
                  <a:cubicBezTo>
                    <a:pt x="0" y="131"/>
                    <a:pt x="0" y="134"/>
                    <a:pt x="2" y="136"/>
                  </a:cubicBezTo>
                  <a:lnTo>
                    <a:pt x="68" y="1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74"/>
            <p:cNvSpPr>
              <a:spLocks/>
            </p:cNvSpPr>
            <p:nvPr/>
          </p:nvSpPr>
          <p:spPr bwMode="auto">
            <a:xfrm>
              <a:off x="4957763" y="758825"/>
              <a:ext cx="361950" cy="346075"/>
            </a:xfrm>
            <a:custGeom>
              <a:avLst/>
              <a:gdLst>
                <a:gd name="T0" fmla="*/ 6 w 240"/>
                <a:gd name="T1" fmla="*/ 91 h 229"/>
                <a:gd name="T2" fmla="*/ 13 w 240"/>
                <a:gd name="T3" fmla="*/ 86 h 229"/>
                <a:gd name="T4" fmla="*/ 20 w 240"/>
                <a:gd name="T5" fmla="*/ 43 h 229"/>
                <a:gd name="T6" fmla="*/ 45 w 240"/>
                <a:gd name="T7" fmla="*/ 80 h 229"/>
                <a:gd name="T8" fmla="*/ 50 w 240"/>
                <a:gd name="T9" fmla="*/ 83 h 229"/>
                <a:gd name="T10" fmla="*/ 55 w 240"/>
                <a:gd name="T11" fmla="*/ 80 h 229"/>
                <a:gd name="T12" fmla="*/ 105 w 240"/>
                <a:gd name="T13" fmla="*/ 24 h 229"/>
                <a:gd name="T14" fmla="*/ 101 w 240"/>
                <a:gd name="T15" fmla="*/ 83 h 229"/>
                <a:gd name="T16" fmla="*/ 104 w 240"/>
                <a:gd name="T17" fmla="*/ 88 h 229"/>
                <a:gd name="T18" fmla="*/ 109 w 240"/>
                <a:gd name="T19" fmla="*/ 89 h 229"/>
                <a:gd name="T20" fmla="*/ 173 w 240"/>
                <a:gd name="T21" fmla="*/ 64 h 229"/>
                <a:gd name="T22" fmla="*/ 143 w 240"/>
                <a:gd name="T23" fmla="*/ 119 h 229"/>
                <a:gd name="T24" fmla="*/ 142 w 240"/>
                <a:gd name="T25" fmla="*/ 125 h 229"/>
                <a:gd name="T26" fmla="*/ 147 w 240"/>
                <a:gd name="T27" fmla="*/ 128 h 229"/>
                <a:gd name="T28" fmla="*/ 215 w 240"/>
                <a:gd name="T29" fmla="*/ 138 h 229"/>
                <a:gd name="T30" fmla="*/ 152 w 240"/>
                <a:gd name="T31" fmla="*/ 171 h 229"/>
                <a:gd name="T32" fmla="*/ 149 w 240"/>
                <a:gd name="T33" fmla="*/ 176 h 229"/>
                <a:gd name="T34" fmla="*/ 151 w 240"/>
                <a:gd name="T35" fmla="*/ 181 h 229"/>
                <a:gd name="T36" fmla="*/ 193 w 240"/>
                <a:gd name="T37" fmla="*/ 215 h 229"/>
                <a:gd name="T38" fmla="*/ 147 w 240"/>
                <a:gd name="T39" fmla="*/ 217 h 229"/>
                <a:gd name="T40" fmla="*/ 141 w 240"/>
                <a:gd name="T41" fmla="*/ 224 h 229"/>
                <a:gd name="T42" fmla="*/ 147 w 240"/>
                <a:gd name="T43" fmla="*/ 229 h 229"/>
                <a:gd name="T44" fmla="*/ 148 w 240"/>
                <a:gd name="T45" fmla="*/ 229 h 229"/>
                <a:gd name="T46" fmla="*/ 148 w 240"/>
                <a:gd name="T47" fmla="*/ 229 h 229"/>
                <a:gd name="T48" fmla="*/ 210 w 240"/>
                <a:gd name="T49" fmla="*/ 226 h 229"/>
                <a:gd name="T50" fmla="*/ 215 w 240"/>
                <a:gd name="T51" fmla="*/ 222 h 229"/>
                <a:gd name="T52" fmla="*/ 213 w 240"/>
                <a:gd name="T53" fmla="*/ 216 h 229"/>
                <a:gd name="T54" fmla="*/ 166 w 240"/>
                <a:gd name="T55" fmla="*/ 178 h 229"/>
                <a:gd name="T56" fmla="*/ 237 w 240"/>
                <a:gd name="T57" fmla="*/ 141 h 229"/>
                <a:gd name="T58" fmla="*/ 240 w 240"/>
                <a:gd name="T59" fmla="*/ 134 h 229"/>
                <a:gd name="T60" fmla="*/ 235 w 240"/>
                <a:gd name="T61" fmla="*/ 129 h 229"/>
                <a:gd name="T62" fmla="*/ 157 w 240"/>
                <a:gd name="T63" fmla="*/ 117 h 229"/>
                <a:gd name="T64" fmla="*/ 192 w 240"/>
                <a:gd name="T65" fmla="*/ 56 h 229"/>
                <a:gd name="T66" fmla="*/ 191 w 240"/>
                <a:gd name="T67" fmla="*/ 49 h 229"/>
                <a:gd name="T68" fmla="*/ 184 w 240"/>
                <a:gd name="T69" fmla="*/ 47 h 229"/>
                <a:gd name="T70" fmla="*/ 114 w 240"/>
                <a:gd name="T71" fmla="*/ 74 h 229"/>
                <a:gd name="T72" fmla="*/ 118 w 240"/>
                <a:gd name="T73" fmla="*/ 7 h 229"/>
                <a:gd name="T74" fmla="*/ 114 w 240"/>
                <a:gd name="T75" fmla="*/ 1 h 229"/>
                <a:gd name="T76" fmla="*/ 107 w 240"/>
                <a:gd name="T77" fmla="*/ 2 h 229"/>
                <a:gd name="T78" fmla="*/ 51 w 240"/>
                <a:gd name="T79" fmla="*/ 67 h 229"/>
                <a:gd name="T80" fmla="*/ 21 w 240"/>
                <a:gd name="T81" fmla="*/ 24 h 229"/>
                <a:gd name="T82" fmla="*/ 15 w 240"/>
                <a:gd name="T83" fmla="*/ 22 h 229"/>
                <a:gd name="T84" fmla="*/ 11 w 240"/>
                <a:gd name="T85" fmla="*/ 27 h 229"/>
                <a:gd name="T86" fmla="*/ 1 w 240"/>
                <a:gd name="T87" fmla="*/ 85 h 229"/>
                <a:gd name="T88" fmla="*/ 6 w 240"/>
                <a:gd name="T89" fmla="*/ 91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40" h="229">
                  <a:moveTo>
                    <a:pt x="6" y="91"/>
                  </a:moveTo>
                  <a:cubicBezTo>
                    <a:pt x="9" y="92"/>
                    <a:pt x="12" y="90"/>
                    <a:pt x="13" y="86"/>
                  </a:cubicBezTo>
                  <a:cubicBezTo>
                    <a:pt x="20" y="43"/>
                    <a:pt x="20" y="43"/>
                    <a:pt x="20" y="43"/>
                  </a:cubicBezTo>
                  <a:cubicBezTo>
                    <a:pt x="45" y="80"/>
                    <a:pt x="45" y="80"/>
                    <a:pt x="45" y="80"/>
                  </a:cubicBezTo>
                  <a:cubicBezTo>
                    <a:pt x="46" y="81"/>
                    <a:pt x="48" y="82"/>
                    <a:pt x="50" y="83"/>
                  </a:cubicBezTo>
                  <a:cubicBezTo>
                    <a:pt x="52" y="83"/>
                    <a:pt x="54" y="82"/>
                    <a:pt x="55" y="80"/>
                  </a:cubicBezTo>
                  <a:cubicBezTo>
                    <a:pt x="105" y="24"/>
                    <a:pt x="105" y="24"/>
                    <a:pt x="105" y="24"/>
                  </a:cubicBezTo>
                  <a:cubicBezTo>
                    <a:pt x="101" y="83"/>
                    <a:pt x="101" y="83"/>
                    <a:pt x="101" y="83"/>
                  </a:cubicBezTo>
                  <a:cubicBezTo>
                    <a:pt x="101" y="85"/>
                    <a:pt x="102" y="87"/>
                    <a:pt x="104" y="88"/>
                  </a:cubicBezTo>
                  <a:cubicBezTo>
                    <a:pt x="105" y="89"/>
                    <a:pt x="107" y="90"/>
                    <a:pt x="109" y="89"/>
                  </a:cubicBezTo>
                  <a:cubicBezTo>
                    <a:pt x="173" y="64"/>
                    <a:pt x="173" y="64"/>
                    <a:pt x="173" y="64"/>
                  </a:cubicBezTo>
                  <a:cubicBezTo>
                    <a:pt x="143" y="119"/>
                    <a:pt x="143" y="119"/>
                    <a:pt x="143" y="119"/>
                  </a:cubicBezTo>
                  <a:cubicBezTo>
                    <a:pt x="142" y="121"/>
                    <a:pt x="142" y="123"/>
                    <a:pt x="142" y="125"/>
                  </a:cubicBezTo>
                  <a:cubicBezTo>
                    <a:pt x="143" y="127"/>
                    <a:pt x="145" y="128"/>
                    <a:pt x="147" y="128"/>
                  </a:cubicBezTo>
                  <a:cubicBezTo>
                    <a:pt x="215" y="138"/>
                    <a:pt x="215" y="138"/>
                    <a:pt x="215" y="138"/>
                  </a:cubicBezTo>
                  <a:cubicBezTo>
                    <a:pt x="152" y="171"/>
                    <a:pt x="152" y="171"/>
                    <a:pt x="152" y="171"/>
                  </a:cubicBezTo>
                  <a:cubicBezTo>
                    <a:pt x="150" y="172"/>
                    <a:pt x="149" y="174"/>
                    <a:pt x="149" y="176"/>
                  </a:cubicBezTo>
                  <a:cubicBezTo>
                    <a:pt x="149" y="178"/>
                    <a:pt x="149" y="180"/>
                    <a:pt x="151" y="181"/>
                  </a:cubicBezTo>
                  <a:cubicBezTo>
                    <a:pt x="193" y="215"/>
                    <a:pt x="193" y="215"/>
                    <a:pt x="193" y="215"/>
                  </a:cubicBezTo>
                  <a:cubicBezTo>
                    <a:pt x="147" y="217"/>
                    <a:pt x="147" y="217"/>
                    <a:pt x="147" y="217"/>
                  </a:cubicBezTo>
                  <a:cubicBezTo>
                    <a:pt x="144" y="217"/>
                    <a:pt x="141" y="220"/>
                    <a:pt x="141" y="224"/>
                  </a:cubicBezTo>
                  <a:cubicBezTo>
                    <a:pt x="142" y="227"/>
                    <a:pt x="144" y="229"/>
                    <a:pt x="147" y="229"/>
                  </a:cubicBezTo>
                  <a:cubicBezTo>
                    <a:pt x="148" y="229"/>
                    <a:pt x="148" y="229"/>
                    <a:pt x="148" y="229"/>
                  </a:cubicBezTo>
                  <a:cubicBezTo>
                    <a:pt x="148" y="229"/>
                    <a:pt x="148" y="229"/>
                    <a:pt x="148" y="229"/>
                  </a:cubicBezTo>
                  <a:cubicBezTo>
                    <a:pt x="210" y="226"/>
                    <a:pt x="210" y="226"/>
                    <a:pt x="210" y="226"/>
                  </a:cubicBezTo>
                  <a:cubicBezTo>
                    <a:pt x="212" y="226"/>
                    <a:pt x="215" y="224"/>
                    <a:pt x="215" y="222"/>
                  </a:cubicBezTo>
                  <a:cubicBezTo>
                    <a:pt x="216" y="220"/>
                    <a:pt x="215" y="217"/>
                    <a:pt x="213" y="216"/>
                  </a:cubicBezTo>
                  <a:cubicBezTo>
                    <a:pt x="166" y="178"/>
                    <a:pt x="166" y="178"/>
                    <a:pt x="166" y="178"/>
                  </a:cubicBezTo>
                  <a:cubicBezTo>
                    <a:pt x="237" y="141"/>
                    <a:pt x="237" y="141"/>
                    <a:pt x="237" y="141"/>
                  </a:cubicBezTo>
                  <a:cubicBezTo>
                    <a:pt x="239" y="139"/>
                    <a:pt x="240" y="137"/>
                    <a:pt x="240" y="134"/>
                  </a:cubicBezTo>
                  <a:cubicBezTo>
                    <a:pt x="240" y="132"/>
                    <a:pt x="238" y="130"/>
                    <a:pt x="235" y="129"/>
                  </a:cubicBezTo>
                  <a:cubicBezTo>
                    <a:pt x="157" y="117"/>
                    <a:pt x="157" y="117"/>
                    <a:pt x="157" y="117"/>
                  </a:cubicBezTo>
                  <a:cubicBezTo>
                    <a:pt x="192" y="56"/>
                    <a:pt x="192" y="56"/>
                    <a:pt x="192" y="56"/>
                  </a:cubicBezTo>
                  <a:cubicBezTo>
                    <a:pt x="193" y="54"/>
                    <a:pt x="193" y="51"/>
                    <a:pt x="191" y="49"/>
                  </a:cubicBezTo>
                  <a:cubicBezTo>
                    <a:pt x="189" y="47"/>
                    <a:pt x="187" y="46"/>
                    <a:pt x="184" y="47"/>
                  </a:cubicBezTo>
                  <a:cubicBezTo>
                    <a:pt x="114" y="74"/>
                    <a:pt x="114" y="74"/>
                    <a:pt x="114" y="74"/>
                  </a:cubicBezTo>
                  <a:cubicBezTo>
                    <a:pt x="118" y="7"/>
                    <a:pt x="118" y="7"/>
                    <a:pt x="118" y="7"/>
                  </a:cubicBezTo>
                  <a:cubicBezTo>
                    <a:pt x="118" y="4"/>
                    <a:pt x="116" y="2"/>
                    <a:pt x="114" y="1"/>
                  </a:cubicBezTo>
                  <a:cubicBezTo>
                    <a:pt x="112" y="0"/>
                    <a:pt x="109" y="0"/>
                    <a:pt x="107" y="2"/>
                  </a:cubicBezTo>
                  <a:cubicBezTo>
                    <a:pt x="51" y="67"/>
                    <a:pt x="51" y="67"/>
                    <a:pt x="51" y="67"/>
                  </a:cubicBezTo>
                  <a:cubicBezTo>
                    <a:pt x="21" y="24"/>
                    <a:pt x="21" y="24"/>
                    <a:pt x="21" y="24"/>
                  </a:cubicBezTo>
                  <a:cubicBezTo>
                    <a:pt x="20" y="22"/>
                    <a:pt x="18" y="22"/>
                    <a:pt x="15" y="22"/>
                  </a:cubicBezTo>
                  <a:cubicBezTo>
                    <a:pt x="13" y="23"/>
                    <a:pt x="11" y="24"/>
                    <a:pt x="11" y="27"/>
                  </a:cubicBezTo>
                  <a:cubicBezTo>
                    <a:pt x="1" y="85"/>
                    <a:pt x="1" y="85"/>
                    <a:pt x="1" y="85"/>
                  </a:cubicBezTo>
                  <a:cubicBezTo>
                    <a:pt x="0" y="88"/>
                    <a:pt x="3" y="91"/>
                    <a:pt x="6" y="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5" name="组合 54"/>
          <p:cNvGrpSpPr/>
          <p:nvPr/>
        </p:nvGrpSpPr>
        <p:grpSpPr>
          <a:xfrm>
            <a:off x="3186113" y="3624263"/>
            <a:ext cx="2122488" cy="892175"/>
            <a:chOff x="3186113" y="3624263"/>
            <a:chExt cx="2122488" cy="892175"/>
          </a:xfrm>
          <a:solidFill>
            <a:schemeClr val="tx1">
              <a:lumMod val="65000"/>
              <a:lumOff val="35000"/>
            </a:schemeClr>
          </a:solidFill>
        </p:grpSpPr>
        <p:sp>
          <p:nvSpPr>
            <p:cNvPr id="56" name="Freeform 75"/>
            <p:cNvSpPr>
              <a:spLocks/>
            </p:cNvSpPr>
            <p:nvPr/>
          </p:nvSpPr>
          <p:spPr bwMode="auto">
            <a:xfrm>
              <a:off x="3597275" y="4011613"/>
              <a:ext cx="485775" cy="323850"/>
            </a:xfrm>
            <a:custGeom>
              <a:avLst/>
              <a:gdLst>
                <a:gd name="T0" fmla="*/ 101 w 322"/>
                <a:gd name="T1" fmla="*/ 91 h 215"/>
                <a:gd name="T2" fmla="*/ 14 w 322"/>
                <a:gd name="T3" fmla="*/ 5 h 215"/>
                <a:gd name="T4" fmla="*/ 11 w 322"/>
                <a:gd name="T5" fmla="*/ 0 h 215"/>
                <a:gd name="T6" fmla="*/ 8 w 322"/>
                <a:gd name="T7" fmla="*/ 2 h 215"/>
                <a:gd name="T8" fmla="*/ 0 w 322"/>
                <a:gd name="T9" fmla="*/ 7 h 215"/>
                <a:gd name="T10" fmla="*/ 322 w 322"/>
                <a:gd name="T11" fmla="*/ 215 h 215"/>
                <a:gd name="T12" fmla="*/ 319 w 322"/>
                <a:gd name="T13" fmla="*/ 202 h 215"/>
                <a:gd name="T14" fmla="*/ 101 w 322"/>
                <a:gd name="T15" fmla="*/ 91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2" h="215">
                  <a:moveTo>
                    <a:pt x="101" y="91"/>
                  </a:moveTo>
                  <a:cubicBezTo>
                    <a:pt x="63" y="59"/>
                    <a:pt x="34" y="28"/>
                    <a:pt x="14" y="5"/>
                  </a:cubicBezTo>
                  <a:cubicBezTo>
                    <a:pt x="13" y="3"/>
                    <a:pt x="12" y="2"/>
                    <a:pt x="11" y="0"/>
                  </a:cubicBezTo>
                  <a:cubicBezTo>
                    <a:pt x="10" y="1"/>
                    <a:pt x="9" y="2"/>
                    <a:pt x="8" y="2"/>
                  </a:cubicBezTo>
                  <a:cubicBezTo>
                    <a:pt x="6" y="4"/>
                    <a:pt x="3" y="5"/>
                    <a:pt x="0" y="7"/>
                  </a:cubicBezTo>
                  <a:cubicBezTo>
                    <a:pt x="47" y="64"/>
                    <a:pt x="158" y="178"/>
                    <a:pt x="322" y="215"/>
                  </a:cubicBezTo>
                  <a:cubicBezTo>
                    <a:pt x="319" y="202"/>
                    <a:pt x="319" y="202"/>
                    <a:pt x="319" y="202"/>
                  </a:cubicBezTo>
                  <a:cubicBezTo>
                    <a:pt x="229" y="180"/>
                    <a:pt x="156" y="136"/>
                    <a:pt x="101" y="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76"/>
            <p:cNvSpPr>
              <a:spLocks/>
            </p:cNvSpPr>
            <p:nvPr/>
          </p:nvSpPr>
          <p:spPr bwMode="auto">
            <a:xfrm>
              <a:off x="4187825" y="4013200"/>
              <a:ext cx="709613" cy="341313"/>
            </a:xfrm>
            <a:custGeom>
              <a:avLst/>
              <a:gdLst>
                <a:gd name="T0" fmla="*/ 459 w 470"/>
                <a:gd name="T1" fmla="*/ 0 h 226"/>
                <a:gd name="T2" fmla="*/ 39 w 470"/>
                <a:gd name="T3" fmla="*/ 214 h 226"/>
                <a:gd name="T4" fmla="*/ 0 w 470"/>
                <a:gd name="T5" fmla="*/ 213 h 226"/>
                <a:gd name="T6" fmla="*/ 3 w 470"/>
                <a:gd name="T7" fmla="*/ 225 h 226"/>
                <a:gd name="T8" fmla="*/ 39 w 470"/>
                <a:gd name="T9" fmla="*/ 226 h 226"/>
                <a:gd name="T10" fmla="*/ 470 w 470"/>
                <a:gd name="T11" fmla="*/ 6 h 226"/>
                <a:gd name="T12" fmla="*/ 462 w 470"/>
                <a:gd name="T13" fmla="*/ 1 h 226"/>
                <a:gd name="T14" fmla="*/ 459 w 470"/>
                <a:gd name="T15" fmla="*/ 0 h 2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0" h="226">
                  <a:moveTo>
                    <a:pt x="459" y="0"/>
                  </a:moveTo>
                  <a:cubicBezTo>
                    <a:pt x="403" y="68"/>
                    <a:pt x="256" y="214"/>
                    <a:pt x="39" y="214"/>
                  </a:cubicBezTo>
                  <a:cubicBezTo>
                    <a:pt x="26" y="214"/>
                    <a:pt x="13" y="214"/>
                    <a:pt x="0" y="213"/>
                  </a:cubicBezTo>
                  <a:cubicBezTo>
                    <a:pt x="3" y="225"/>
                    <a:pt x="3" y="225"/>
                    <a:pt x="3" y="225"/>
                  </a:cubicBezTo>
                  <a:cubicBezTo>
                    <a:pt x="15" y="226"/>
                    <a:pt x="27" y="226"/>
                    <a:pt x="39" y="226"/>
                  </a:cubicBezTo>
                  <a:cubicBezTo>
                    <a:pt x="264" y="226"/>
                    <a:pt x="413" y="75"/>
                    <a:pt x="470" y="6"/>
                  </a:cubicBezTo>
                  <a:cubicBezTo>
                    <a:pt x="467" y="4"/>
                    <a:pt x="464" y="3"/>
                    <a:pt x="462" y="1"/>
                  </a:cubicBezTo>
                  <a:cubicBezTo>
                    <a:pt x="461" y="1"/>
                    <a:pt x="460" y="0"/>
                    <a:pt x="4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77"/>
            <p:cNvSpPr>
              <a:spLocks/>
            </p:cNvSpPr>
            <p:nvPr/>
          </p:nvSpPr>
          <p:spPr bwMode="auto">
            <a:xfrm>
              <a:off x="3921125" y="3765550"/>
              <a:ext cx="617538" cy="676275"/>
            </a:xfrm>
            <a:custGeom>
              <a:avLst/>
              <a:gdLst>
                <a:gd name="T0" fmla="*/ 108 w 409"/>
                <a:gd name="T1" fmla="*/ 326 h 448"/>
                <a:gd name="T2" fmla="*/ 107 w 409"/>
                <a:gd name="T3" fmla="*/ 342 h 448"/>
                <a:gd name="T4" fmla="*/ 127 w 409"/>
                <a:gd name="T5" fmla="*/ 428 h 448"/>
                <a:gd name="T6" fmla="*/ 153 w 409"/>
                <a:gd name="T7" fmla="*/ 448 h 448"/>
                <a:gd name="T8" fmla="*/ 159 w 409"/>
                <a:gd name="T9" fmla="*/ 447 h 448"/>
                <a:gd name="T10" fmla="*/ 178 w 409"/>
                <a:gd name="T11" fmla="*/ 416 h 448"/>
                <a:gd name="T12" fmla="*/ 178 w 409"/>
                <a:gd name="T13" fmla="*/ 416 h 448"/>
                <a:gd name="T14" fmla="*/ 159 w 409"/>
                <a:gd name="T15" fmla="*/ 338 h 448"/>
                <a:gd name="T16" fmla="*/ 187 w 409"/>
                <a:gd name="T17" fmla="*/ 274 h 448"/>
                <a:gd name="T18" fmla="*/ 195 w 409"/>
                <a:gd name="T19" fmla="*/ 274 h 448"/>
                <a:gd name="T20" fmla="*/ 205 w 409"/>
                <a:gd name="T21" fmla="*/ 274 h 448"/>
                <a:gd name="T22" fmla="*/ 210 w 409"/>
                <a:gd name="T23" fmla="*/ 274 h 448"/>
                <a:gd name="T24" fmla="*/ 207 w 409"/>
                <a:gd name="T25" fmla="*/ 335 h 448"/>
                <a:gd name="T26" fmla="*/ 217 w 409"/>
                <a:gd name="T27" fmla="*/ 356 h 448"/>
                <a:gd name="T28" fmla="*/ 233 w 409"/>
                <a:gd name="T29" fmla="*/ 362 h 448"/>
                <a:gd name="T30" fmla="*/ 240 w 409"/>
                <a:gd name="T31" fmla="*/ 361 h 448"/>
                <a:gd name="T32" fmla="*/ 317 w 409"/>
                <a:gd name="T33" fmla="*/ 341 h 448"/>
                <a:gd name="T34" fmla="*/ 336 w 409"/>
                <a:gd name="T35" fmla="*/ 309 h 448"/>
                <a:gd name="T36" fmla="*/ 304 w 409"/>
                <a:gd name="T37" fmla="*/ 291 h 448"/>
                <a:gd name="T38" fmla="*/ 304 w 409"/>
                <a:gd name="T39" fmla="*/ 291 h 448"/>
                <a:gd name="T40" fmla="*/ 261 w 409"/>
                <a:gd name="T41" fmla="*/ 302 h 448"/>
                <a:gd name="T42" fmla="*/ 262 w 409"/>
                <a:gd name="T43" fmla="*/ 273 h 448"/>
                <a:gd name="T44" fmla="*/ 346 w 409"/>
                <a:gd name="T45" fmla="*/ 257 h 448"/>
                <a:gd name="T46" fmla="*/ 276 w 409"/>
                <a:gd name="T47" fmla="*/ 91 h 448"/>
                <a:gd name="T48" fmla="*/ 322 w 409"/>
                <a:gd name="T49" fmla="*/ 103 h 448"/>
                <a:gd name="T50" fmla="*/ 323 w 409"/>
                <a:gd name="T51" fmla="*/ 103 h 448"/>
                <a:gd name="T52" fmla="*/ 370 w 409"/>
                <a:gd name="T53" fmla="*/ 85 h 448"/>
                <a:gd name="T54" fmla="*/ 406 w 409"/>
                <a:gd name="T55" fmla="*/ 28 h 448"/>
                <a:gd name="T56" fmla="*/ 393 w 409"/>
                <a:gd name="T57" fmla="*/ 3 h 448"/>
                <a:gd name="T58" fmla="*/ 368 w 409"/>
                <a:gd name="T59" fmla="*/ 16 h 448"/>
                <a:gd name="T60" fmla="*/ 344 w 409"/>
                <a:gd name="T61" fmla="*/ 55 h 448"/>
                <a:gd name="T62" fmla="*/ 322 w 409"/>
                <a:gd name="T63" fmla="*/ 63 h 448"/>
                <a:gd name="T64" fmla="*/ 285 w 409"/>
                <a:gd name="T65" fmla="*/ 50 h 448"/>
                <a:gd name="T66" fmla="*/ 272 w 409"/>
                <a:gd name="T67" fmla="*/ 41 h 448"/>
                <a:gd name="T68" fmla="*/ 268 w 409"/>
                <a:gd name="T69" fmla="*/ 38 h 448"/>
                <a:gd name="T70" fmla="*/ 267 w 409"/>
                <a:gd name="T71" fmla="*/ 37 h 448"/>
                <a:gd name="T72" fmla="*/ 267 w 409"/>
                <a:gd name="T73" fmla="*/ 37 h 448"/>
                <a:gd name="T74" fmla="*/ 261 w 409"/>
                <a:gd name="T75" fmla="*/ 33 h 448"/>
                <a:gd name="T76" fmla="*/ 248 w 409"/>
                <a:gd name="T77" fmla="*/ 28 h 448"/>
                <a:gd name="T78" fmla="*/ 205 w 409"/>
                <a:gd name="T79" fmla="*/ 42 h 448"/>
                <a:gd name="T80" fmla="*/ 162 w 409"/>
                <a:gd name="T81" fmla="*/ 28 h 448"/>
                <a:gd name="T82" fmla="*/ 150 w 409"/>
                <a:gd name="T83" fmla="*/ 32 h 448"/>
                <a:gd name="T84" fmla="*/ 142 w 409"/>
                <a:gd name="T85" fmla="*/ 37 h 448"/>
                <a:gd name="T86" fmla="*/ 142 w 409"/>
                <a:gd name="T87" fmla="*/ 37 h 448"/>
                <a:gd name="T88" fmla="*/ 142 w 409"/>
                <a:gd name="T89" fmla="*/ 37 h 448"/>
                <a:gd name="T90" fmla="*/ 122 w 409"/>
                <a:gd name="T91" fmla="*/ 51 h 448"/>
                <a:gd name="T92" fmla="*/ 87 w 409"/>
                <a:gd name="T93" fmla="*/ 63 h 448"/>
                <a:gd name="T94" fmla="*/ 65 w 409"/>
                <a:gd name="T95" fmla="*/ 55 h 448"/>
                <a:gd name="T96" fmla="*/ 42 w 409"/>
                <a:gd name="T97" fmla="*/ 16 h 448"/>
                <a:gd name="T98" fmla="*/ 16 w 409"/>
                <a:gd name="T99" fmla="*/ 3 h 448"/>
                <a:gd name="T100" fmla="*/ 4 w 409"/>
                <a:gd name="T101" fmla="*/ 28 h 448"/>
                <a:gd name="T102" fmla="*/ 39 w 409"/>
                <a:gd name="T103" fmla="*/ 85 h 448"/>
                <a:gd name="T104" fmla="*/ 86 w 409"/>
                <a:gd name="T105" fmla="*/ 103 h 448"/>
                <a:gd name="T106" fmla="*/ 87 w 409"/>
                <a:gd name="T107" fmla="*/ 103 h 448"/>
                <a:gd name="T108" fmla="*/ 134 w 409"/>
                <a:gd name="T109" fmla="*/ 90 h 448"/>
                <a:gd name="T110" fmla="*/ 64 w 409"/>
                <a:gd name="T111" fmla="*/ 257 h 448"/>
                <a:gd name="T112" fmla="*/ 123 w 409"/>
                <a:gd name="T113" fmla="*/ 271 h 448"/>
                <a:gd name="T114" fmla="*/ 131 w 409"/>
                <a:gd name="T115" fmla="*/ 272 h 448"/>
                <a:gd name="T116" fmla="*/ 108 w 409"/>
                <a:gd name="T117" fmla="*/ 326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09" h="448">
                  <a:moveTo>
                    <a:pt x="108" y="326"/>
                  </a:moveTo>
                  <a:cubicBezTo>
                    <a:pt x="106" y="331"/>
                    <a:pt x="105" y="337"/>
                    <a:pt x="107" y="342"/>
                  </a:cubicBezTo>
                  <a:cubicBezTo>
                    <a:pt x="127" y="428"/>
                    <a:pt x="127" y="428"/>
                    <a:pt x="127" y="428"/>
                  </a:cubicBezTo>
                  <a:cubicBezTo>
                    <a:pt x="130" y="440"/>
                    <a:pt x="141" y="448"/>
                    <a:pt x="153" y="448"/>
                  </a:cubicBezTo>
                  <a:cubicBezTo>
                    <a:pt x="155" y="448"/>
                    <a:pt x="157" y="448"/>
                    <a:pt x="159" y="447"/>
                  </a:cubicBezTo>
                  <a:cubicBezTo>
                    <a:pt x="173" y="444"/>
                    <a:pt x="181" y="430"/>
                    <a:pt x="178" y="416"/>
                  </a:cubicBezTo>
                  <a:cubicBezTo>
                    <a:pt x="178" y="416"/>
                    <a:pt x="178" y="416"/>
                    <a:pt x="178" y="416"/>
                  </a:cubicBezTo>
                  <a:cubicBezTo>
                    <a:pt x="159" y="338"/>
                    <a:pt x="159" y="338"/>
                    <a:pt x="159" y="338"/>
                  </a:cubicBezTo>
                  <a:cubicBezTo>
                    <a:pt x="187" y="274"/>
                    <a:pt x="187" y="274"/>
                    <a:pt x="187" y="274"/>
                  </a:cubicBezTo>
                  <a:cubicBezTo>
                    <a:pt x="189" y="274"/>
                    <a:pt x="192" y="274"/>
                    <a:pt x="195" y="274"/>
                  </a:cubicBezTo>
                  <a:cubicBezTo>
                    <a:pt x="198" y="274"/>
                    <a:pt x="202" y="274"/>
                    <a:pt x="205" y="274"/>
                  </a:cubicBezTo>
                  <a:cubicBezTo>
                    <a:pt x="206" y="274"/>
                    <a:pt x="208" y="274"/>
                    <a:pt x="210" y="274"/>
                  </a:cubicBezTo>
                  <a:cubicBezTo>
                    <a:pt x="207" y="335"/>
                    <a:pt x="207" y="335"/>
                    <a:pt x="207" y="335"/>
                  </a:cubicBezTo>
                  <a:cubicBezTo>
                    <a:pt x="207" y="343"/>
                    <a:pt x="211" y="351"/>
                    <a:pt x="217" y="356"/>
                  </a:cubicBezTo>
                  <a:cubicBezTo>
                    <a:pt x="222" y="360"/>
                    <a:pt x="227" y="362"/>
                    <a:pt x="233" y="362"/>
                  </a:cubicBezTo>
                  <a:cubicBezTo>
                    <a:pt x="235" y="362"/>
                    <a:pt x="238" y="362"/>
                    <a:pt x="240" y="361"/>
                  </a:cubicBezTo>
                  <a:cubicBezTo>
                    <a:pt x="317" y="341"/>
                    <a:pt x="317" y="341"/>
                    <a:pt x="317" y="341"/>
                  </a:cubicBezTo>
                  <a:cubicBezTo>
                    <a:pt x="331" y="338"/>
                    <a:pt x="339" y="323"/>
                    <a:pt x="336" y="309"/>
                  </a:cubicBezTo>
                  <a:cubicBezTo>
                    <a:pt x="332" y="296"/>
                    <a:pt x="318" y="287"/>
                    <a:pt x="304" y="291"/>
                  </a:cubicBezTo>
                  <a:cubicBezTo>
                    <a:pt x="304" y="291"/>
                    <a:pt x="304" y="291"/>
                    <a:pt x="304" y="291"/>
                  </a:cubicBezTo>
                  <a:cubicBezTo>
                    <a:pt x="261" y="302"/>
                    <a:pt x="261" y="302"/>
                    <a:pt x="261" y="302"/>
                  </a:cubicBezTo>
                  <a:cubicBezTo>
                    <a:pt x="262" y="273"/>
                    <a:pt x="262" y="273"/>
                    <a:pt x="262" y="273"/>
                  </a:cubicBezTo>
                  <a:cubicBezTo>
                    <a:pt x="312" y="270"/>
                    <a:pt x="351" y="265"/>
                    <a:pt x="346" y="257"/>
                  </a:cubicBezTo>
                  <a:cubicBezTo>
                    <a:pt x="307" y="189"/>
                    <a:pt x="286" y="130"/>
                    <a:pt x="276" y="91"/>
                  </a:cubicBezTo>
                  <a:cubicBezTo>
                    <a:pt x="289" y="97"/>
                    <a:pt x="304" y="103"/>
                    <a:pt x="322" y="103"/>
                  </a:cubicBezTo>
                  <a:cubicBezTo>
                    <a:pt x="323" y="103"/>
                    <a:pt x="323" y="103"/>
                    <a:pt x="323" y="103"/>
                  </a:cubicBezTo>
                  <a:cubicBezTo>
                    <a:pt x="339" y="103"/>
                    <a:pt x="356" y="98"/>
                    <a:pt x="370" y="85"/>
                  </a:cubicBezTo>
                  <a:cubicBezTo>
                    <a:pt x="385" y="73"/>
                    <a:pt x="397" y="54"/>
                    <a:pt x="406" y="28"/>
                  </a:cubicBezTo>
                  <a:cubicBezTo>
                    <a:pt x="409" y="18"/>
                    <a:pt x="403" y="7"/>
                    <a:pt x="393" y="3"/>
                  </a:cubicBezTo>
                  <a:cubicBezTo>
                    <a:pt x="383" y="0"/>
                    <a:pt x="371" y="5"/>
                    <a:pt x="368" y="16"/>
                  </a:cubicBezTo>
                  <a:cubicBezTo>
                    <a:pt x="360" y="37"/>
                    <a:pt x="352" y="49"/>
                    <a:pt x="344" y="55"/>
                  </a:cubicBezTo>
                  <a:cubicBezTo>
                    <a:pt x="337" y="61"/>
                    <a:pt x="330" y="63"/>
                    <a:pt x="322" y="63"/>
                  </a:cubicBezTo>
                  <a:cubicBezTo>
                    <a:pt x="311" y="63"/>
                    <a:pt x="296" y="57"/>
                    <a:pt x="285" y="50"/>
                  </a:cubicBezTo>
                  <a:cubicBezTo>
                    <a:pt x="279" y="47"/>
                    <a:pt x="275" y="43"/>
                    <a:pt x="272" y="41"/>
                  </a:cubicBezTo>
                  <a:cubicBezTo>
                    <a:pt x="270" y="39"/>
                    <a:pt x="269" y="38"/>
                    <a:pt x="268" y="38"/>
                  </a:cubicBezTo>
                  <a:cubicBezTo>
                    <a:pt x="268" y="37"/>
                    <a:pt x="267" y="37"/>
                    <a:pt x="267" y="37"/>
                  </a:cubicBezTo>
                  <a:cubicBezTo>
                    <a:pt x="267" y="37"/>
                    <a:pt x="267" y="37"/>
                    <a:pt x="267" y="37"/>
                  </a:cubicBezTo>
                  <a:cubicBezTo>
                    <a:pt x="265" y="35"/>
                    <a:pt x="263" y="34"/>
                    <a:pt x="261" y="33"/>
                  </a:cubicBezTo>
                  <a:cubicBezTo>
                    <a:pt x="259" y="31"/>
                    <a:pt x="254" y="29"/>
                    <a:pt x="248" y="28"/>
                  </a:cubicBezTo>
                  <a:cubicBezTo>
                    <a:pt x="236" y="36"/>
                    <a:pt x="221" y="42"/>
                    <a:pt x="205" y="42"/>
                  </a:cubicBezTo>
                  <a:cubicBezTo>
                    <a:pt x="189" y="42"/>
                    <a:pt x="174" y="36"/>
                    <a:pt x="162" y="28"/>
                  </a:cubicBezTo>
                  <a:cubicBezTo>
                    <a:pt x="156" y="29"/>
                    <a:pt x="152" y="31"/>
                    <a:pt x="150" y="32"/>
                  </a:cubicBezTo>
                  <a:cubicBezTo>
                    <a:pt x="147" y="33"/>
                    <a:pt x="144" y="35"/>
                    <a:pt x="142" y="37"/>
                  </a:cubicBezTo>
                  <a:cubicBezTo>
                    <a:pt x="142" y="37"/>
                    <a:pt x="142" y="37"/>
                    <a:pt x="142" y="37"/>
                  </a:cubicBezTo>
                  <a:cubicBezTo>
                    <a:pt x="142" y="37"/>
                    <a:pt x="142" y="37"/>
                    <a:pt x="142" y="37"/>
                  </a:cubicBezTo>
                  <a:cubicBezTo>
                    <a:pt x="141" y="38"/>
                    <a:pt x="133" y="45"/>
                    <a:pt x="122" y="51"/>
                  </a:cubicBezTo>
                  <a:cubicBezTo>
                    <a:pt x="111" y="58"/>
                    <a:pt x="98" y="63"/>
                    <a:pt x="87" y="63"/>
                  </a:cubicBezTo>
                  <a:cubicBezTo>
                    <a:pt x="79" y="63"/>
                    <a:pt x="72" y="61"/>
                    <a:pt x="65" y="55"/>
                  </a:cubicBezTo>
                  <a:cubicBezTo>
                    <a:pt x="57" y="49"/>
                    <a:pt x="49" y="37"/>
                    <a:pt x="42" y="16"/>
                  </a:cubicBezTo>
                  <a:cubicBezTo>
                    <a:pt x="38" y="5"/>
                    <a:pt x="27" y="0"/>
                    <a:pt x="16" y="3"/>
                  </a:cubicBezTo>
                  <a:cubicBezTo>
                    <a:pt x="6" y="7"/>
                    <a:pt x="0" y="18"/>
                    <a:pt x="4" y="28"/>
                  </a:cubicBezTo>
                  <a:cubicBezTo>
                    <a:pt x="12" y="54"/>
                    <a:pt x="24" y="73"/>
                    <a:pt x="39" y="85"/>
                  </a:cubicBezTo>
                  <a:cubicBezTo>
                    <a:pt x="53" y="98"/>
                    <a:pt x="71" y="103"/>
                    <a:pt x="86" y="103"/>
                  </a:cubicBezTo>
                  <a:cubicBezTo>
                    <a:pt x="86" y="103"/>
                    <a:pt x="87" y="103"/>
                    <a:pt x="87" y="103"/>
                  </a:cubicBezTo>
                  <a:cubicBezTo>
                    <a:pt x="105" y="103"/>
                    <a:pt x="121" y="97"/>
                    <a:pt x="134" y="90"/>
                  </a:cubicBezTo>
                  <a:cubicBezTo>
                    <a:pt x="124" y="130"/>
                    <a:pt x="103" y="189"/>
                    <a:pt x="64" y="257"/>
                  </a:cubicBezTo>
                  <a:cubicBezTo>
                    <a:pt x="60" y="263"/>
                    <a:pt x="85" y="268"/>
                    <a:pt x="123" y="271"/>
                  </a:cubicBezTo>
                  <a:cubicBezTo>
                    <a:pt x="125" y="272"/>
                    <a:pt x="128" y="272"/>
                    <a:pt x="131" y="272"/>
                  </a:cubicBezTo>
                  <a:lnTo>
                    <a:pt x="108" y="3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Oval 78"/>
            <p:cNvSpPr>
              <a:spLocks noChangeArrowheads="1"/>
            </p:cNvSpPr>
            <p:nvPr/>
          </p:nvSpPr>
          <p:spPr bwMode="auto">
            <a:xfrm>
              <a:off x="3311525" y="3660775"/>
              <a:ext cx="192088" cy="1936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79"/>
            <p:cNvSpPr>
              <a:spLocks/>
            </p:cNvSpPr>
            <p:nvPr/>
          </p:nvSpPr>
          <p:spPr bwMode="auto">
            <a:xfrm>
              <a:off x="3186113" y="3868738"/>
              <a:ext cx="284163" cy="647700"/>
            </a:xfrm>
            <a:custGeom>
              <a:avLst/>
              <a:gdLst>
                <a:gd name="T0" fmla="*/ 89 w 189"/>
                <a:gd name="T1" fmla="*/ 69 h 430"/>
                <a:gd name="T2" fmla="*/ 83 w 189"/>
                <a:gd name="T3" fmla="*/ 48 h 430"/>
                <a:gd name="T4" fmla="*/ 93 w 189"/>
                <a:gd name="T5" fmla="*/ 29 h 430"/>
                <a:gd name="T6" fmla="*/ 111 w 189"/>
                <a:gd name="T7" fmla="*/ 23 h 430"/>
                <a:gd name="T8" fmla="*/ 133 w 189"/>
                <a:gd name="T9" fmla="*/ 34 h 430"/>
                <a:gd name="T10" fmla="*/ 133 w 189"/>
                <a:gd name="T11" fmla="*/ 35 h 430"/>
                <a:gd name="T12" fmla="*/ 137 w 189"/>
                <a:gd name="T13" fmla="*/ 38 h 430"/>
                <a:gd name="T14" fmla="*/ 150 w 189"/>
                <a:gd name="T15" fmla="*/ 50 h 430"/>
                <a:gd name="T16" fmla="*/ 169 w 189"/>
                <a:gd name="T17" fmla="*/ 60 h 430"/>
                <a:gd name="T18" fmla="*/ 110 w 189"/>
                <a:gd name="T19" fmla="*/ 0 h 430"/>
                <a:gd name="T20" fmla="*/ 1 w 189"/>
                <a:gd name="T21" fmla="*/ 254 h 430"/>
                <a:gd name="T22" fmla="*/ 83 w 189"/>
                <a:gd name="T23" fmla="*/ 272 h 430"/>
                <a:gd name="T24" fmla="*/ 86 w 189"/>
                <a:gd name="T25" fmla="*/ 316 h 430"/>
                <a:gd name="T26" fmla="*/ 75 w 189"/>
                <a:gd name="T27" fmla="*/ 397 h 430"/>
                <a:gd name="T28" fmla="*/ 94 w 189"/>
                <a:gd name="T29" fmla="*/ 429 h 430"/>
                <a:gd name="T30" fmla="*/ 101 w 189"/>
                <a:gd name="T31" fmla="*/ 430 h 430"/>
                <a:gd name="T32" fmla="*/ 126 w 189"/>
                <a:gd name="T33" fmla="*/ 411 h 430"/>
                <a:gd name="T34" fmla="*/ 138 w 189"/>
                <a:gd name="T35" fmla="*/ 316 h 430"/>
                <a:gd name="T36" fmla="*/ 136 w 189"/>
                <a:gd name="T37" fmla="*/ 274 h 430"/>
                <a:gd name="T38" fmla="*/ 186 w 189"/>
                <a:gd name="T39" fmla="*/ 266 h 430"/>
                <a:gd name="T40" fmla="*/ 182 w 189"/>
                <a:gd name="T41" fmla="*/ 121 h 430"/>
                <a:gd name="T42" fmla="*/ 118 w 189"/>
                <a:gd name="T43" fmla="*/ 96 h 430"/>
                <a:gd name="T44" fmla="*/ 89 w 189"/>
                <a:gd name="T45" fmla="*/ 69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9" h="430">
                  <a:moveTo>
                    <a:pt x="89" y="69"/>
                  </a:moveTo>
                  <a:cubicBezTo>
                    <a:pt x="84" y="63"/>
                    <a:pt x="82" y="55"/>
                    <a:pt x="83" y="48"/>
                  </a:cubicBezTo>
                  <a:cubicBezTo>
                    <a:pt x="84" y="40"/>
                    <a:pt x="88" y="34"/>
                    <a:pt x="93" y="29"/>
                  </a:cubicBezTo>
                  <a:cubicBezTo>
                    <a:pt x="98" y="25"/>
                    <a:pt x="104" y="23"/>
                    <a:pt x="111" y="23"/>
                  </a:cubicBezTo>
                  <a:cubicBezTo>
                    <a:pt x="119" y="23"/>
                    <a:pt x="127" y="27"/>
                    <a:pt x="133" y="34"/>
                  </a:cubicBezTo>
                  <a:cubicBezTo>
                    <a:pt x="133" y="35"/>
                    <a:pt x="133" y="35"/>
                    <a:pt x="133" y="35"/>
                  </a:cubicBezTo>
                  <a:cubicBezTo>
                    <a:pt x="134" y="36"/>
                    <a:pt x="135" y="37"/>
                    <a:pt x="137" y="38"/>
                  </a:cubicBezTo>
                  <a:cubicBezTo>
                    <a:pt x="139" y="41"/>
                    <a:pt x="144" y="46"/>
                    <a:pt x="150" y="50"/>
                  </a:cubicBezTo>
                  <a:cubicBezTo>
                    <a:pt x="156" y="54"/>
                    <a:pt x="162" y="58"/>
                    <a:pt x="169" y="60"/>
                  </a:cubicBezTo>
                  <a:cubicBezTo>
                    <a:pt x="157" y="25"/>
                    <a:pt x="138" y="0"/>
                    <a:pt x="110" y="0"/>
                  </a:cubicBezTo>
                  <a:cubicBezTo>
                    <a:pt x="35" y="0"/>
                    <a:pt x="6" y="169"/>
                    <a:pt x="1" y="254"/>
                  </a:cubicBezTo>
                  <a:cubicBezTo>
                    <a:pt x="0" y="262"/>
                    <a:pt x="40" y="269"/>
                    <a:pt x="83" y="272"/>
                  </a:cubicBezTo>
                  <a:cubicBezTo>
                    <a:pt x="85" y="285"/>
                    <a:pt x="86" y="300"/>
                    <a:pt x="86" y="316"/>
                  </a:cubicBezTo>
                  <a:cubicBezTo>
                    <a:pt x="86" y="340"/>
                    <a:pt x="83" y="367"/>
                    <a:pt x="75" y="397"/>
                  </a:cubicBezTo>
                  <a:cubicBezTo>
                    <a:pt x="72" y="411"/>
                    <a:pt x="80" y="425"/>
                    <a:pt x="94" y="429"/>
                  </a:cubicBezTo>
                  <a:cubicBezTo>
                    <a:pt x="96" y="430"/>
                    <a:pt x="98" y="430"/>
                    <a:pt x="101" y="430"/>
                  </a:cubicBezTo>
                  <a:cubicBezTo>
                    <a:pt x="112" y="430"/>
                    <a:pt x="123" y="422"/>
                    <a:pt x="126" y="411"/>
                  </a:cubicBezTo>
                  <a:cubicBezTo>
                    <a:pt x="135" y="376"/>
                    <a:pt x="138" y="344"/>
                    <a:pt x="138" y="316"/>
                  </a:cubicBezTo>
                  <a:cubicBezTo>
                    <a:pt x="138" y="301"/>
                    <a:pt x="137" y="287"/>
                    <a:pt x="136" y="274"/>
                  </a:cubicBezTo>
                  <a:cubicBezTo>
                    <a:pt x="164" y="274"/>
                    <a:pt x="186" y="272"/>
                    <a:pt x="186" y="266"/>
                  </a:cubicBezTo>
                  <a:cubicBezTo>
                    <a:pt x="189" y="229"/>
                    <a:pt x="189" y="172"/>
                    <a:pt x="182" y="121"/>
                  </a:cubicBezTo>
                  <a:cubicBezTo>
                    <a:pt x="154" y="118"/>
                    <a:pt x="132" y="106"/>
                    <a:pt x="118" y="96"/>
                  </a:cubicBezTo>
                  <a:cubicBezTo>
                    <a:pt x="101" y="84"/>
                    <a:pt x="91" y="72"/>
                    <a:pt x="8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80"/>
            <p:cNvSpPr>
              <a:spLocks/>
            </p:cNvSpPr>
            <p:nvPr/>
          </p:nvSpPr>
          <p:spPr bwMode="auto">
            <a:xfrm>
              <a:off x="3317875" y="3911600"/>
              <a:ext cx="303213" cy="128588"/>
            </a:xfrm>
            <a:custGeom>
              <a:avLst/>
              <a:gdLst>
                <a:gd name="T0" fmla="*/ 196 w 201"/>
                <a:gd name="T1" fmla="*/ 34 h 85"/>
                <a:gd name="T2" fmla="*/ 168 w 201"/>
                <a:gd name="T3" fmla="*/ 27 h 85"/>
                <a:gd name="T4" fmla="*/ 111 w 201"/>
                <a:gd name="T5" fmla="*/ 45 h 85"/>
                <a:gd name="T6" fmla="*/ 58 w 201"/>
                <a:gd name="T7" fmla="*/ 28 h 85"/>
                <a:gd name="T8" fmla="*/ 43 w 201"/>
                <a:gd name="T9" fmla="*/ 15 h 85"/>
                <a:gd name="T10" fmla="*/ 39 w 201"/>
                <a:gd name="T11" fmla="*/ 11 h 85"/>
                <a:gd name="T12" fmla="*/ 38 w 201"/>
                <a:gd name="T13" fmla="*/ 10 h 85"/>
                <a:gd name="T14" fmla="*/ 38 w 201"/>
                <a:gd name="T15" fmla="*/ 10 h 85"/>
                <a:gd name="T16" fmla="*/ 10 w 201"/>
                <a:gd name="T17" fmla="*/ 7 h 85"/>
                <a:gd name="T18" fmla="*/ 7 w 201"/>
                <a:gd name="T19" fmla="*/ 35 h 85"/>
                <a:gd name="T20" fmla="*/ 7 w 201"/>
                <a:gd name="T21" fmla="*/ 35 h 85"/>
                <a:gd name="T22" fmla="*/ 35 w 201"/>
                <a:gd name="T23" fmla="*/ 60 h 85"/>
                <a:gd name="T24" fmla="*/ 111 w 201"/>
                <a:gd name="T25" fmla="*/ 85 h 85"/>
                <a:gd name="T26" fmla="*/ 111 w 201"/>
                <a:gd name="T27" fmla="*/ 85 h 85"/>
                <a:gd name="T28" fmla="*/ 189 w 201"/>
                <a:gd name="T29" fmla="*/ 61 h 85"/>
                <a:gd name="T30" fmla="*/ 196 w 201"/>
                <a:gd name="T31" fmla="*/ 34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1" h="85">
                  <a:moveTo>
                    <a:pt x="196" y="34"/>
                  </a:moveTo>
                  <a:cubicBezTo>
                    <a:pt x="190" y="24"/>
                    <a:pt x="177" y="22"/>
                    <a:pt x="168" y="27"/>
                  </a:cubicBezTo>
                  <a:cubicBezTo>
                    <a:pt x="146" y="41"/>
                    <a:pt x="127" y="45"/>
                    <a:pt x="111" y="45"/>
                  </a:cubicBezTo>
                  <a:cubicBezTo>
                    <a:pt x="89" y="45"/>
                    <a:pt x="71" y="37"/>
                    <a:pt x="58" y="28"/>
                  </a:cubicBezTo>
                  <a:cubicBezTo>
                    <a:pt x="51" y="23"/>
                    <a:pt x="46" y="18"/>
                    <a:pt x="43" y="15"/>
                  </a:cubicBezTo>
                  <a:cubicBezTo>
                    <a:pt x="41" y="13"/>
                    <a:pt x="40" y="12"/>
                    <a:pt x="39" y="11"/>
                  </a:cubicBezTo>
                  <a:cubicBezTo>
                    <a:pt x="39" y="11"/>
                    <a:pt x="39" y="10"/>
                    <a:pt x="38" y="10"/>
                  </a:cubicBezTo>
                  <a:cubicBezTo>
                    <a:pt x="38" y="10"/>
                    <a:pt x="38" y="10"/>
                    <a:pt x="38" y="10"/>
                  </a:cubicBezTo>
                  <a:cubicBezTo>
                    <a:pt x="32" y="1"/>
                    <a:pt x="19" y="0"/>
                    <a:pt x="10" y="7"/>
                  </a:cubicBezTo>
                  <a:cubicBezTo>
                    <a:pt x="2" y="13"/>
                    <a:pt x="0" y="26"/>
                    <a:pt x="7" y="35"/>
                  </a:cubicBezTo>
                  <a:cubicBezTo>
                    <a:pt x="7" y="35"/>
                    <a:pt x="7" y="35"/>
                    <a:pt x="7" y="35"/>
                  </a:cubicBezTo>
                  <a:cubicBezTo>
                    <a:pt x="8" y="36"/>
                    <a:pt x="17" y="48"/>
                    <a:pt x="35" y="60"/>
                  </a:cubicBezTo>
                  <a:cubicBezTo>
                    <a:pt x="52" y="73"/>
                    <a:pt x="78" y="85"/>
                    <a:pt x="111" y="85"/>
                  </a:cubicBezTo>
                  <a:cubicBezTo>
                    <a:pt x="111" y="85"/>
                    <a:pt x="111" y="85"/>
                    <a:pt x="111" y="85"/>
                  </a:cubicBezTo>
                  <a:cubicBezTo>
                    <a:pt x="135" y="85"/>
                    <a:pt x="161" y="78"/>
                    <a:pt x="189" y="61"/>
                  </a:cubicBezTo>
                  <a:cubicBezTo>
                    <a:pt x="198" y="56"/>
                    <a:pt x="201" y="43"/>
                    <a:pt x="196"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Oval 81"/>
            <p:cNvSpPr>
              <a:spLocks noChangeArrowheads="1"/>
            </p:cNvSpPr>
            <p:nvPr/>
          </p:nvSpPr>
          <p:spPr bwMode="auto">
            <a:xfrm>
              <a:off x="4991100" y="3660775"/>
              <a:ext cx="193675" cy="1936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82"/>
            <p:cNvSpPr>
              <a:spLocks/>
            </p:cNvSpPr>
            <p:nvPr/>
          </p:nvSpPr>
          <p:spPr bwMode="auto">
            <a:xfrm>
              <a:off x="5024438" y="3868738"/>
              <a:ext cx="284163" cy="647700"/>
            </a:xfrm>
            <a:custGeom>
              <a:avLst/>
              <a:gdLst>
                <a:gd name="T0" fmla="*/ 188 w 189"/>
                <a:gd name="T1" fmla="*/ 254 h 430"/>
                <a:gd name="T2" fmla="*/ 79 w 189"/>
                <a:gd name="T3" fmla="*/ 0 h 430"/>
                <a:gd name="T4" fmla="*/ 20 w 189"/>
                <a:gd name="T5" fmla="*/ 60 h 430"/>
                <a:gd name="T6" fmla="*/ 37 w 189"/>
                <a:gd name="T7" fmla="*/ 51 h 430"/>
                <a:gd name="T8" fmla="*/ 56 w 189"/>
                <a:gd name="T9" fmla="*/ 34 h 430"/>
                <a:gd name="T10" fmla="*/ 78 w 189"/>
                <a:gd name="T11" fmla="*/ 23 h 430"/>
                <a:gd name="T12" fmla="*/ 95 w 189"/>
                <a:gd name="T13" fmla="*/ 29 h 430"/>
                <a:gd name="T14" fmla="*/ 100 w 189"/>
                <a:gd name="T15" fmla="*/ 68 h 430"/>
                <a:gd name="T16" fmla="*/ 71 w 189"/>
                <a:gd name="T17" fmla="*/ 96 h 430"/>
                <a:gd name="T18" fmla="*/ 7 w 189"/>
                <a:gd name="T19" fmla="*/ 121 h 430"/>
                <a:gd name="T20" fmla="*/ 3 w 189"/>
                <a:gd name="T21" fmla="*/ 266 h 430"/>
                <a:gd name="T22" fmla="*/ 53 w 189"/>
                <a:gd name="T23" fmla="*/ 274 h 430"/>
                <a:gd name="T24" fmla="*/ 51 w 189"/>
                <a:gd name="T25" fmla="*/ 316 h 430"/>
                <a:gd name="T26" fmla="*/ 63 w 189"/>
                <a:gd name="T27" fmla="*/ 411 h 430"/>
                <a:gd name="T28" fmla="*/ 88 w 189"/>
                <a:gd name="T29" fmla="*/ 430 h 430"/>
                <a:gd name="T30" fmla="*/ 95 w 189"/>
                <a:gd name="T31" fmla="*/ 429 h 430"/>
                <a:gd name="T32" fmla="*/ 113 w 189"/>
                <a:gd name="T33" fmla="*/ 397 h 430"/>
                <a:gd name="T34" fmla="*/ 103 w 189"/>
                <a:gd name="T35" fmla="*/ 316 h 430"/>
                <a:gd name="T36" fmla="*/ 106 w 189"/>
                <a:gd name="T37" fmla="*/ 272 h 430"/>
                <a:gd name="T38" fmla="*/ 188 w 189"/>
                <a:gd name="T39" fmla="*/ 254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9" h="430">
                  <a:moveTo>
                    <a:pt x="188" y="254"/>
                  </a:moveTo>
                  <a:cubicBezTo>
                    <a:pt x="183" y="169"/>
                    <a:pt x="154" y="0"/>
                    <a:pt x="79" y="0"/>
                  </a:cubicBezTo>
                  <a:cubicBezTo>
                    <a:pt x="51" y="0"/>
                    <a:pt x="32" y="25"/>
                    <a:pt x="20" y="60"/>
                  </a:cubicBezTo>
                  <a:cubicBezTo>
                    <a:pt x="26" y="58"/>
                    <a:pt x="32" y="55"/>
                    <a:pt x="37" y="51"/>
                  </a:cubicBezTo>
                  <a:cubicBezTo>
                    <a:pt x="49" y="43"/>
                    <a:pt x="56" y="34"/>
                    <a:pt x="56" y="34"/>
                  </a:cubicBezTo>
                  <a:cubicBezTo>
                    <a:pt x="62" y="27"/>
                    <a:pt x="70" y="23"/>
                    <a:pt x="78" y="23"/>
                  </a:cubicBezTo>
                  <a:cubicBezTo>
                    <a:pt x="85" y="23"/>
                    <a:pt x="91" y="25"/>
                    <a:pt x="95" y="29"/>
                  </a:cubicBezTo>
                  <a:cubicBezTo>
                    <a:pt x="108" y="39"/>
                    <a:pt x="110" y="56"/>
                    <a:pt x="100" y="68"/>
                  </a:cubicBezTo>
                  <a:cubicBezTo>
                    <a:pt x="98" y="72"/>
                    <a:pt x="88" y="84"/>
                    <a:pt x="71" y="96"/>
                  </a:cubicBezTo>
                  <a:cubicBezTo>
                    <a:pt x="57" y="106"/>
                    <a:pt x="35" y="118"/>
                    <a:pt x="7" y="121"/>
                  </a:cubicBezTo>
                  <a:cubicBezTo>
                    <a:pt x="0" y="172"/>
                    <a:pt x="0" y="229"/>
                    <a:pt x="3" y="266"/>
                  </a:cubicBezTo>
                  <a:cubicBezTo>
                    <a:pt x="3" y="272"/>
                    <a:pt x="25" y="274"/>
                    <a:pt x="53" y="274"/>
                  </a:cubicBezTo>
                  <a:cubicBezTo>
                    <a:pt x="52" y="287"/>
                    <a:pt x="51" y="301"/>
                    <a:pt x="51" y="316"/>
                  </a:cubicBezTo>
                  <a:cubicBezTo>
                    <a:pt x="51" y="344"/>
                    <a:pt x="54" y="376"/>
                    <a:pt x="63" y="411"/>
                  </a:cubicBezTo>
                  <a:cubicBezTo>
                    <a:pt x="66" y="422"/>
                    <a:pt x="77" y="430"/>
                    <a:pt x="88" y="430"/>
                  </a:cubicBezTo>
                  <a:cubicBezTo>
                    <a:pt x="91" y="430"/>
                    <a:pt x="93" y="430"/>
                    <a:pt x="95" y="429"/>
                  </a:cubicBezTo>
                  <a:cubicBezTo>
                    <a:pt x="109" y="425"/>
                    <a:pt x="117" y="411"/>
                    <a:pt x="113" y="397"/>
                  </a:cubicBezTo>
                  <a:cubicBezTo>
                    <a:pt x="106" y="367"/>
                    <a:pt x="103" y="340"/>
                    <a:pt x="103" y="316"/>
                  </a:cubicBezTo>
                  <a:cubicBezTo>
                    <a:pt x="103" y="300"/>
                    <a:pt x="104" y="285"/>
                    <a:pt x="106" y="272"/>
                  </a:cubicBezTo>
                  <a:cubicBezTo>
                    <a:pt x="149" y="269"/>
                    <a:pt x="189" y="262"/>
                    <a:pt x="188"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83"/>
            <p:cNvSpPr>
              <a:spLocks noEditPoints="1"/>
            </p:cNvSpPr>
            <p:nvPr/>
          </p:nvSpPr>
          <p:spPr bwMode="auto">
            <a:xfrm>
              <a:off x="4873625" y="3911600"/>
              <a:ext cx="303213" cy="128588"/>
            </a:xfrm>
            <a:custGeom>
              <a:avLst/>
              <a:gdLst>
                <a:gd name="T0" fmla="*/ 194 w 201"/>
                <a:gd name="T1" fmla="*/ 35 h 85"/>
                <a:gd name="T2" fmla="*/ 191 w 201"/>
                <a:gd name="T3" fmla="*/ 7 h 85"/>
                <a:gd name="T4" fmla="*/ 163 w 201"/>
                <a:gd name="T5" fmla="*/ 10 h 85"/>
                <a:gd name="T6" fmla="*/ 163 w 201"/>
                <a:gd name="T7" fmla="*/ 10 h 85"/>
                <a:gd name="T8" fmla="*/ 142 w 201"/>
                <a:gd name="T9" fmla="*/ 28 h 85"/>
                <a:gd name="T10" fmla="*/ 90 w 201"/>
                <a:gd name="T11" fmla="*/ 45 h 85"/>
                <a:gd name="T12" fmla="*/ 33 w 201"/>
                <a:gd name="T13" fmla="*/ 27 h 85"/>
                <a:gd name="T14" fmla="*/ 5 w 201"/>
                <a:gd name="T15" fmla="*/ 34 h 85"/>
                <a:gd name="T16" fmla="*/ 12 w 201"/>
                <a:gd name="T17" fmla="*/ 61 h 85"/>
                <a:gd name="T18" fmla="*/ 90 w 201"/>
                <a:gd name="T19" fmla="*/ 85 h 85"/>
                <a:gd name="T20" fmla="*/ 90 w 201"/>
                <a:gd name="T21" fmla="*/ 85 h 85"/>
                <a:gd name="T22" fmla="*/ 166 w 201"/>
                <a:gd name="T23" fmla="*/ 60 h 85"/>
                <a:gd name="T24" fmla="*/ 194 w 201"/>
                <a:gd name="T25" fmla="*/ 35 h 85"/>
                <a:gd name="T26" fmla="*/ 163 w 201"/>
                <a:gd name="T27" fmla="*/ 10 h 85"/>
                <a:gd name="T28" fmla="*/ 163 w 201"/>
                <a:gd name="T29" fmla="*/ 10 h 85"/>
                <a:gd name="T30" fmla="*/ 163 w 201"/>
                <a:gd name="T31" fmla="*/ 10 h 85"/>
                <a:gd name="T32" fmla="*/ 163 w 201"/>
                <a:gd name="T33" fmla="*/ 1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1" h="85">
                  <a:moveTo>
                    <a:pt x="194" y="35"/>
                  </a:moveTo>
                  <a:cubicBezTo>
                    <a:pt x="201" y="26"/>
                    <a:pt x="199" y="13"/>
                    <a:pt x="191" y="7"/>
                  </a:cubicBezTo>
                  <a:cubicBezTo>
                    <a:pt x="182" y="0"/>
                    <a:pt x="169" y="1"/>
                    <a:pt x="163" y="10"/>
                  </a:cubicBezTo>
                  <a:cubicBezTo>
                    <a:pt x="163" y="10"/>
                    <a:pt x="163" y="10"/>
                    <a:pt x="163" y="10"/>
                  </a:cubicBezTo>
                  <a:cubicBezTo>
                    <a:pt x="162" y="10"/>
                    <a:pt x="155" y="20"/>
                    <a:pt x="142" y="28"/>
                  </a:cubicBezTo>
                  <a:cubicBezTo>
                    <a:pt x="129" y="37"/>
                    <a:pt x="111" y="45"/>
                    <a:pt x="90" y="45"/>
                  </a:cubicBezTo>
                  <a:cubicBezTo>
                    <a:pt x="74" y="45"/>
                    <a:pt x="55" y="41"/>
                    <a:pt x="33" y="27"/>
                  </a:cubicBezTo>
                  <a:cubicBezTo>
                    <a:pt x="23" y="22"/>
                    <a:pt x="11" y="24"/>
                    <a:pt x="5" y="34"/>
                  </a:cubicBezTo>
                  <a:cubicBezTo>
                    <a:pt x="0" y="43"/>
                    <a:pt x="2" y="56"/>
                    <a:pt x="12" y="61"/>
                  </a:cubicBezTo>
                  <a:cubicBezTo>
                    <a:pt x="39" y="78"/>
                    <a:pt x="66" y="85"/>
                    <a:pt x="90" y="85"/>
                  </a:cubicBezTo>
                  <a:cubicBezTo>
                    <a:pt x="90" y="85"/>
                    <a:pt x="90" y="85"/>
                    <a:pt x="90" y="85"/>
                  </a:cubicBezTo>
                  <a:cubicBezTo>
                    <a:pt x="123" y="85"/>
                    <a:pt x="149" y="73"/>
                    <a:pt x="166" y="60"/>
                  </a:cubicBezTo>
                  <a:cubicBezTo>
                    <a:pt x="184" y="48"/>
                    <a:pt x="193" y="36"/>
                    <a:pt x="194" y="35"/>
                  </a:cubicBezTo>
                  <a:close/>
                  <a:moveTo>
                    <a:pt x="163" y="10"/>
                  </a:moveTo>
                  <a:cubicBezTo>
                    <a:pt x="163" y="10"/>
                    <a:pt x="163" y="10"/>
                    <a:pt x="163" y="10"/>
                  </a:cubicBezTo>
                  <a:cubicBezTo>
                    <a:pt x="163" y="10"/>
                    <a:pt x="163" y="10"/>
                    <a:pt x="163" y="10"/>
                  </a:cubicBezTo>
                  <a:cubicBezTo>
                    <a:pt x="163" y="10"/>
                    <a:pt x="163" y="10"/>
                    <a:pt x="16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Oval 84"/>
            <p:cNvSpPr>
              <a:spLocks noChangeArrowheads="1"/>
            </p:cNvSpPr>
            <p:nvPr/>
          </p:nvSpPr>
          <p:spPr bwMode="auto">
            <a:xfrm>
              <a:off x="4133850" y="3624263"/>
              <a:ext cx="193675" cy="1920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6" name="组合 65"/>
          <p:cNvGrpSpPr/>
          <p:nvPr/>
        </p:nvGrpSpPr>
        <p:grpSpPr>
          <a:xfrm>
            <a:off x="269875" y="3659188"/>
            <a:ext cx="2297113" cy="844550"/>
            <a:chOff x="269875" y="3659188"/>
            <a:chExt cx="2297113" cy="844550"/>
          </a:xfrm>
        </p:grpSpPr>
        <p:sp>
          <p:nvSpPr>
            <p:cNvPr id="67" name="Freeform 85"/>
            <p:cNvSpPr>
              <a:spLocks/>
            </p:cNvSpPr>
            <p:nvPr/>
          </p:nvSpPr>
          <p:spPr bwMode="auto">
            <a:xfrm>
              <a:off x="788988" y="3848100"/>
              <a:ext cx="296863" cy="503238"/>
            </a:xfrm>
            <a:custGeom>
              <a:avLst/>
              <a:gdLst>
                <a:gd name="T0" fmla="*/ 123 w 197"/>
                <a:gd name="T1" fmla="*/ 107 h 333"/>
                <a:gd name="T2" fmla="*/ 93 w 197"/>
                <a:gd name="T3" fmla="*/ 71 h 333"/>
                <a:gd name="T4" fmla="*/ 90 w 197"/>
                <a:gd name="T5" fmla="*/ 50 h 333"/>
                <a:gd name="T6" fmla="*/ 104 w 197"/>
                <a:gd name="T7" fmla="*/ 33 h 333"/>
                <a:gd name="T8" fmla="*/ 117 w 197"/>
                <a:gd name="T9" fmla="*/ 30 h 333"/>
                <a:gd name="T10" fmla="*/ 142 w 197"/>
                <a:gd name="T11" fmla="*/ 44 h 333"/>
                <a:gd name="T12" fmla="*/ 142 w 197"/>
                <a:gd name="T13" fmla="*/ 45 h 333"/>
                <a:gd name="T14" fmla="*/ 142 w 197"/>
                <a:gd name="T15" fmla="*/ 45 h 333"/>
                <a:gd name="T16" fmla="*/ 146 w 197"/>
                <a:gd name="T17" fmla="*/ 50 h 333"/>
                <a:gd name="T18" fmla="*/ 160 w 197"/>
                <a:gd name="T19" fmla="*/ 66 h 333"/>
                <a:gd name="T20" fmla="*/ 161 w 197"/>
                <a:gd name="T21" fmla="*/ 66 h 333"/>
                <a:gd name="T22" fmla="*/ 141 w 197"/>
                <a:gd name="T23" fmla="*/ 9 h 333"/>
                <a:gd name="T24" fmla="*/ 57 w 197"/>
                <a:gd name="T25" fmla="*/ 43 h 333"/>
                <a:gd name="T26" fmla="*/ 15 w 197"/>
                <a:gd name="T27" fmla="*/ 186 h 333"/>
                <a:gd name="T28" fmla="*/ 67 w 197"/>
                <a:gd name="T29" fmla="*/ 241 h 333"/>
                <a:gd name="T30" fmla="*/ 92 w 197"/>
                <a:gd name="T31" fmla="*/ 269 h 333"/>
                <a:gd name="T32" fmla="*/ 32 w 197"/>
                <a:gd name="T33" fmla="*/ 269 h 333"/>
                <a:gd name="T34" fmla="*/ 0 w 197"/>
                <a:gd name="T35" fmla="*/ 301 h 333"/>
                <a:gd name="T36" fmla="*/ 32 w 197"/>
                <a:gd name="T37" fmla="*/ 333 h 333"/>
                <a:gd name="T38" fmla="*/ 162 w 197"/>
                <a:gd name="T39" fmla="*/ 333 h 333"/>
                <a:gd name="T40" fmla="*/ 191 w 197"/>
                <a:gd name="T41" fmla="*/ 314 h 333"/>
                <a:gd name="T42" fmla="*/ 186 w 197"/>
                <a:gd name="T43" fmla="*/ 280 h 333"/>
                <a:gd name="T44" fmla="*/ 118 w 197"/>
                <a:gd name="T45" fmla="*/ 202 h 333"/>
                <a:gd name="T46" fmla="*/ 139 w 197"/>
                <a:gd name="T47" fmla="*/ 120 h 333"/>
                <a:gd name="T48" fmla="*/ 123 w 197"/>
                <a:gd name="T49" fmla="*/ 107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7" h="333">
                  <a:moveTo>
                    <a:pt x="123" y="107"/>
                  </a:moveTo>
                  <a:cubicBezTo>
                    <a:pt x="105" y="91"/>
                    <a:pt x="95" y="76"/>
                    <a:pt x="93" y="71"/>
                  </a:cubicBezTo>
                  <a:cubicBezTo>
                    <a:pt x="89" y="64"/>
                    <a:pt x="88" y="57"/>
                    <a:pt x="90" y="50"/>
                  </a:cubicBezTo>
                  <a:cubicBezTo>
                    <a:pt x="92" y="43"/>
                    <a:pt x="97" y="37"/>
                    <a:pt x="104" y="33"/>
                  </a:cubicBezTo>
                  <a:cubicBezTo>
                    <a:pt x="108" y="31"/>
                    <a:pt x="113" y="30"/>
                    <a:pt x="117" y="30"/>
                  </a:cubicBezTo>
                  <a:cubicBezTo>
                    <a:pt x="127" y="30"/>
                    <a:pt x="137" y="35"/>
                    <a:pt x="142" y="44"/>
                  </a:cubicBezTo>
                  <a:cubicBezTo>
                    <a:pt x="142" y="45"/>
                    <a:pt x="142" y="45"/>
                    <a:pt x="142" y="45"/>
                  </a:cubicBezTo>
                  <a:cubicBezTo>
                    <a:pt x="142" y="45"/>
                    <a:pt x="142" y="45"/>
                    <a:pt x="142" y="45"/>
                  </a:cubicBezTo>
                  <a:cubicBezTo>
                    <a:pt x="143" y="46"/>
                    <a:pt x="144" y="48"/>
                    <a:pt x="146" y="50"/>
                  </a:cubicBezTo>
                  <a:cubicBezTo>
                    <a:pt x="149" y="54"/>
                    <a:pt x="153" y="60"/>
                    <a:pt x="160" y="66"/>
                  </a:cubicBezTo>
                  <a:cubicBezTo>
                    <a:pt x="160" y="66"/>
                    <a:pt x="161" y="66"/>
                    <a:pt x="161" y="66"/>
                  </a:cubicBezTo>
                  <a:cubicBezTo>
                    <a:pt x="169" y="43"/>
                    <a:pt x="162" y="17"/>
                    <a:pt x="141" y="9"/>
                  </a:cubicBezTo>
                  <a:cubicBezTo>
                    <a:pt x="117" y="0"/>
                    <a:pt x="79" y="7"/>
                    <a:pt x="57" y="43"/>
                  </a:cubicBezTo>
                  <a:cubicBezTo>
                    <a:pt x="28" y="93"/>
                    <a:pt x="18" y="127"/>
                    <a:pt x="15" y="186"/>
                  </a:cubicBezTo>
                  <a:cubicBezTo>
                    <a:pt x="16" y="225"/>
                    <a:pt x="43" y="236"/>
                    <a:pt x="67" y="241"/>
                  </a:cubicBezTo>
                  <a:cubicBezTo>
                    <a:pt x="92" y="269"/>
                    <a:pt x="92" y="269"/>
                    <a:pt x="92" y="269"/>
                  </a:cubicBezTo>
                  <a:cubicBezTo>
                    <a:pt x="32" y="269"/>
                    <a:pt x="32" y="269"/>
                    <a:pt x="32" y="269"/>
                  </a:cubicBezTo>
                  <a:cubicBezTo>
                    <a:pt x="14" y="269"/>
                    <a:pt x="0" y="283"/>
                    <a:pt x="0" y="301"/>
                  </a:cubicBezTo>
                  <a:cubicBezTo>
                    <a:pt x="0" y="319"/>
                    <a:pt x="14" y="333"/>
                    <a:pt x="32" y="333"/>
                  </a:cubicBezTo>
                  <a:cubicBezTo>
                    <a:pt x="162" y="333"/>
                    <a:pt x="162" y="333"/>
                    <a:pt x="162" y="333"/>
                  </a:cubicBezTo>
                  <a:cubicBezTo>
                    <a:pt x="175" y="333"/>
                    <a:pt x="186" y="326"/>
                    <a:pt x="191" y="314"/>
                  </a:cubicBezTo>
                  <a:cubicBezTo>
                    <a:pt x="197" y="303"/>
                    <a:pt x="195" y="289"/>
                    <a:pt x="186" y="280"/>
                  </a:cubicBezTo>
                  <a:cubicBezTo>
                    <a:pt x="118" y="202"/>
                    <a:pt x="118" y="202"/>
                    <a:pt x="118" y="202"/>
                  </a:cubicBezTo>
                  <a:cubicBezTo>
                    <a:pt x="120" y="175"/>
                    <a:pt x="129" y="146"/>
                    <a:pt x="139" y="120"/>
                  </a:cubicBezTo>
                  <a:cubicBezTo>
                    <a:pt x="133" y="116"/>
                    <a:pt x="127" y="112"/>
                    <a:pt x="123" y="10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8" name="Freeform 86"/>
            <p:cNvSpPr>
              <a:spLocks/>
            </p:cNvSpPr>
            <p:nvPr/>
          </p:nvSpPr>
          <p:spPr bwMode="auto">
            <a:xfrm>
              <a:off x="930275" y="3902075"/>
              <a:ext cx="296863" cy="150813"/>
            </a:xfrm>
            <a:custGeom>
              <a:avLst/>
              <a:gdLst>
                <a:gd name="T0" fmla="*/ 45 w 197"/>
                <a:gd name="T1" fmla="*/ 20 h 100"/>
                <a:gd name="T2" fmla="*/ 42 w 197"/>
                <a:gd name="T3" fmla="*/ 14 h 100"/>
                <a:gd name="T4" fmla="*/ 41 w 197"/>
                <a:gd name="T5" fmla="*/ 13 h 100"/>
                <a:gd name="T6" fmla="*/ 41 w 197"/>
                <a:gd name="T7" fmla="*/ 13 h 100"/>
                <a:gd name="T8" fmla="*/ 14 w 197"/>
                <a:gd name="T9" fmla="*/ 5 h 100"/>
                <a:gd name="T10" fmla="*/ 6 w 197"/>
                <a:gd name="T11" fmla="*/ 32 h 100"/>
                <a:gd name="T12" fmla="*/ 34 w 197"/>
                <a:gd name="T13" fmla="*/ 66 h 100"/>
                <a:gd name="T14" fmla="*/ 121 w 197"/>
                <a:gd name="T15" fmla="*/ 100 h 100"/>
                <a:gd name="T16" fmla="*/ 121 w 197"/>
                <a:gd name="T17" fmla="*/ 100 h 100"/>
                <a:gd name="T18" fmla="*/ 181 w 197"/>
                <a:gd name="T19" fmla="*/ 87 h 100"/>
                <a:gd name="T20" fmla="*/ 192 w 197"/>
                <a:gd name="T21" fmla="*/ 61 h 100"/>
                <a:gd name="T22" fmla="*/ 166 w 197"/>
                <a:gd name="T23" fmla="*/ 50 h 100"/>
                <a:gd name="T24" fmla="*/ 121 w 197"/>
                <a:gd name="T25" fmla="*/ 60 h 100"/>
                <a:gd name="T26" fmla="*/ 61 w 197"/>
                <a:gd name="T27" fmla="*/ 37 h 100"/>
                <a:gd name="T28" fmla="*/ 45 w 197"/>
                <a:gd name="T29" fmla="*/ 2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7" h="100">
                  <a:moveTo>
                    <a:pt x="45" y="20"/>
                  </a:moveTo>
                  <a:cubicBezTo>
                    <a:pt x="44" y="17"/>
                    <a:pt x="42" y="16"/>
                    <a:pt x="42" y="14"/>
                  </a:cubicBezTo>
                  <a:cubicBezTo>
                    <a:pt x="41" y="14"/>
                    <a:pt x="41" y="13"/>
                    <a:pt x="41" y="13"/>
                  </a:cubicBezTo>
                  <a:cubicBezTo>
                    <a:pt x="41" y="13"/>
                    <a:pt x="41" y="13"/>
                    <a:pt x="41" y="13"/>
                  </a:cubicBezTo>
                  <a:cubicBezTo>
                    <a:pt x="35" y="3"/>
                    <a:pt x="23" y="0"/>
                    <a:pt x="14" y="5"/>
                  </a:cubicBezTo>
                  <a:cubicBezTo>
                    <a:pt x="4" y="10"/>
                    <a:pt x="0" y="22"/>
                    <a:pt x="6" y="32"/>
                  </a:cubicBezTo>
                  <a:cubicBezTo>
                    <a:pt x="6" y="33"/>
                    <a:pt x="15" y="50"/>
                    <a:pt x="34" y="66"/>
                  </a:cubicBezTo>
                  <a:cubicBezTo>
                    <a:pt x="52" y="83"/>
                    <a:pt x="82" y="100"/>
                    <a:pt x="121" y="100"/>
                  </a:cubicBezTo>
                  <a:cubicBezTo>
                    <a:pt x="121" y="100"/>
                    <a:pt x="121" y="100"/>
                    <a:pt x="121" y="100"/>
                  </a:cubicBezTo>
                  <a:cubicBezTo>
                    <a:pt x="139" y="100"/>
                    <a:pt x="160" y="96"/>
                    <a:pt x="181" y="87"/>
                  </a:cubicBezTo>
                  <a:cubicBezTo>
                    <a:pt x="192" y="83"/>
                    <a:pt x="197" y="71"/>
                    <a:pt x="192" y="61"/>
                  </a:cubicBezTo>
                  <a:cubicBezTo>
                    <a:pt x="188" y="51"/>
                    <a:pt x="176" y="46"/>
                    <a:pt x="166" y="50"/>
                  </a:cubicBezTo>
                  <a:cubicBezTo>
                    <a:pt x="149" y="58"/>
                    <a:pt x="134" y="60"/>
                    <a:pt x="121" y="60"/>
                  </a:cubicBezTo>
                  <a:cubicBezTo>
                    <a:pt x="94" y="60"/>
                    <a:pt x="74" y="49"/>
                    <a:pt x="61" y="37"/>
                  </a:cubicBezTo>
                  <a:cubicBezTo>
                    <a:pt x="54" y="30"/>
                    <a:pt x="49" y="24"/>
                    <a:pt x="45" y="2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9" name="Freeform 87"/>
            <p:cNvSpPr>
              <a:spLocks/>
            </p:cNvSpPr>
            <p:nvPr/>
          </p:nvSpPr>
          <p:spPr bwMode="auto">
            <a:xfrm>
              <a:off x="982663" y="3659188"/>
              <a:ext cx="227013" cy="227013"/>
            </a:xfrm>
            <a:custGeom>
              <a:avLst/>
              <a:gdLst>
                <a:gd name="T0" fmla="*/ 64 w 150"/>
                <a:gd name="T1" fmla="*/ 144 h 151"/>
                <a:gd name="T2" fmla="*/ 144 w 150"/>
                <a:gd name="T3" fmla="*/ 86 h 151"/>
                <a:gd name="T4" fmla="*/ 86 w 150"/>
                <a:gd name="T5" fmla="*/ 6 h 151"/>
                <a:gd name="T6" fmla="*/ 6 w 150"/>
                <a:gd name="T7" fmla="*/ 64 h 151"/>
                <a:gd name="T8" fmla="*/ 64 w 150"/>
                <a:gd name="T9" fmla="*/ 144 h 151"/>
              </a:gdLst>
              <a:ahLst/>
              <a:cxnLst>
                <a:cxn ang="0">
                  <a:pos x="T0" y="T1"/>
                </a:cxn>
                <a:cxn ang="0">
                  <a:pos x="T2" y="T3"/>
                </a:cxn>
                <a:cxn ang="0">
                  <a:pos x="T4" y="T5"/>
                </a:cxn>
                <a:cxn ang="0">
                  <a:pos x="T6" y="T7"/>
                </a:cxn>
                <a:cxn ang="0">
                  <a:pos x="T8" y="T9"/>
                </a:cxn>
              </a:cxnLst>
              <a:rect l="0" t="0" r="r" b="b"/>
              <a:pathLst>
                <a:path w="150" h="151">
                  <a:moveTo>
                    <a:pt x="64" y="144"/>
                  </a:moveTo>
                  <a:cubicBezTo>
                    <a:pt x="102" y="151"/>
                    <a:pt x="138" y="125"/>
                    <a:pt x="144" y="86"/>
                  </a:cubicBezTo>
                  <a:cubicBezTo>
                    <a:pt x="150" y="48"/>
                    <a:pt x="124" y="12"/>
                    <a:pt x="86" y="6"/>
                  </a:cubicBezTo>
                  <a:cubicBezTo>
                    <a:pt x="48" y="0"/>
                    <a:pt x="12" y="26"/>
                    <a:pt x="6" y="64"/>
                  </a:cubicBezTo>
                  <a:cubicBezTo>
                    <a:pt x="0" y="102"/>
                    <a:pt x="26" y="138"/>
                    <a:pt x="64" y="14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0" name="Freeform 88"/>
            <p:cNvSpPr>
              <a:spLocks/>
            </p:cNvSpPr>
            <p:nvPr/>
          </p:nvSpPr>
          <p:spPr bwMode="auto">
            <a:xfrm>
              <a:off x="1665288" y="4003675"/>
              <a:ext cx="434975" cy="347663"/>
            </a:xfrm>
            <a:custGeom>
              <a:avLst/>
              <a:gdLst>
                <a:gd name="T0" fmla="*/ 3 w 288"/>
                <a:gd name="T1" fmla="*/ 63 h 230"/>
                <a:gd name="T2" fmla="*/ 28 w 288"/>
                <a:gd name="T3" fmla="*/ 42 h 230"/>
                <a:gd name="T4" fmla="*/ 49 w 288"/>
                <a:gd name="T5" fmla="*/ 32 h 230"/>
                <a:gd name="T6" fmla="*/ 67 w 288"/>
                <a:gd name="T7" fmla="*/ 38 h 230"/>
                <a:gd name="T8" fmla="*/ 71 w 288"/>
                <a:gd name="T9" fmla="*/ 78 h 230"/>
                <a:gd name="T10" fmla="*/ 43 w 288"/>
                <a:gd name="T11" fmla="*/ 103 h 230"/>
                <a:gd name="T12" fmla="*/ 50 w 288"/>
                <a:gd name="T13" fmla="*/ 104 h 230"/>
                <a:gd name="T14" fmla="*/ 151 w 288"/>
                <a:gd name="T15" fmla="*/ 122 h 230"/>
                <a:gd name="T16" fmla="*/ 102 w 288"/>
                <a:gd name="T17" fmla="*/ 177 h 230"/>
                <a:gd name="T18" fmla="*/ 96 w 288"/>
                <a:gd name="T19" fmla="*/ 211 h 230"/>
                <a:gd name="T20" fmla="*/ 125 w 288"/>
                <a:gd name="T21" fmla="*/ 230 h 230"/>
                <a:gd name="T22" fmla="*/ 256 w 288"/>
                <a:gd name="T23" fmla="*/ 230 h 230"/>
                <a:gd name="T24" fmla="*/ 288 w 288"/>
                <a:gd name="T25" fmla="*/ 198 h 230"/>
                <a:gd name="T26" fmla="*/ 256 w 288"/>
                <a:gd name="T27" fmla="*/ 166 h 230"/>
                <a:gd name="T28" fmla="*/ 197 w 288"/>
                <a:gd name="T29" fmla="*/ 166 h 230"/>
                <a:gd name="T30" fmla="*/ 219 w 288"/>
                <a:gd name="T31" fmla="*/ 142 h 230"/>
                <a:gd name="T32" fmla="*/ 221 w 288"/>
                <a:gd name="T33" fmla="*/ 139 h 230"/>
                <a:gd name="T34" fmla="*/ 236 w 288"/>
                <a:gd name="T35" fmla="*/ 115 h 230"/>
                <a:gd name="T36" fmla="*/ 217 w 288"/>
                <a:gd name="T37" fmla="*/ 35 h 230"/>
                <a:gd name="T38" fmla="*/ 71 w 288"/>
                <a:gd name="T39" fmla="*/ 1 h 230"/>
                <a:gd name="T40" fmla="*/ 0 w 288"/>
                <a:gd name="T41" fmla="*/ 57 h 230"/>
                <a:gd name="T42" fmla="*/ 0 w 288"/>
                <a:gd name="T43" fmla="*/ 65 h 230"/>
                <a:gd name="T44" fmla="*/ 3 w 288"/>
                <a:gd name="T45" fmla="*/ 63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8" h="230">
                  <a:moveTo>
                    <a:pt x="3" y="63"/>
                  </a:moveTo>
                  <a:cubicBezTo>
                    <a:pt x="18" y="53"/>
                    <a:pt x="27" y="43"/>
                    <a:pt x="28" y="42"/>
                  </a:cubicBezTo>
                  <a:cubicBezTo>
                    <a:pt x="33" y="36"/>
                    <a:pt x="41" y="32"/>
                    <a:pt x="49" y="32"/>
                  </a:cubicBezTo>
                  <a:cubicBezTo>
                    <a:pt x="56" y="32"/>
                    <a:pt x="62" y="34"/>
                    <a:pt x="67" y="38"/>
                  </a:cubicBezTo>
                  <a:cubicBezTo>
                    <a:pt x="79" y="48"/>
                    <a:pt x="81" y="66"/>
                    <a:pt x="71" y="78"/>
                  </a:cubicBezTo>
                  <a:cubicBezTo>
                    <a:pt x="68" y="81"/>
                    <a:pt x="59" y="92"/>
                    <a:pt x="43" y="103"/>
                  </a:cubicBezTo>
                  <a:cubicBezTo>
                    <a:pt x="46" y="104"/>
                    <a:pt x="48" y="104"/>
                    <a:pt x="50" y="104"/>
                  </a:cubicBezTo>
                  <a:cubicBezTo>
                    <a:pt x="79" y="108"/>
                    <a:pt x="117" y="111"/>
                    <a:pt x="151" y="122"/>
                  </a:cubicBezTo>
                  <a:cubicBezTo>
                    <a:pt x="102" y="177"/>
                    <a:pt x="102" y="177"/>
                    <a:pt x="102" y="177"/>
                  </a:cubicBezTo>
                  <a:cubicBezTo>
                    <a:pt x="93" y="186"/>
                    <a:pt x="91" y="199"/>
                    <a:pt x="96" y="211"/>
                  </a:cubicBezTo>
                  <a:cubicBezTo>
                    <a:pt x="101" y="223"/>
                    <a:pt x="113" y="230"/>
                    <a:pt x="125" y="230"/>
                  </a:cubicBezTo>
                  <a:cubicBezTo>
                    <a:pt x="256" y="230"/>
                    <a:pt x="256" y="230"/>
                    <a:pt x="256" y="230"/>
                  </a:cubicBezTo>
                  <a:cubicBezTo>
                    <a:pt x="274" y="230"/>
                    <a:pt x="288" y="216"/>
                    <a:pt x="288" y="198"/>
                  </a:cubicBezTo>
                  <a:cubicBezTo>
                    <a:pt x="288" y="180"/>
                    <a:pt x="274" y="166"/>
                    <a:pt x="256" y="166"/>
                  </a:cubicBezTo>
                  <a:cubicBezTo>
                    <a:pt x="197" y="166"/>
                    <a:pt x="197" y="166"/>
                    <a:pt x="197" y="166"/>
                  </a:cubicBezTo>
                  <a:cubicBezTo>
                    <a:pt x="219" y="142"/>
                    <a:pt x="219" y="142"/>
                    <a:pt x="219" y="142"/>
                  </a:cubicBezTo>
                  <a:cubicBezTo>
                    <a:pt x="220" y="141"/>
                    <a:pt x="221" y="140"/>
                    <a:pt x="221" y="139"/>
                  </a:cubicBezTo>
                  <a:cubicBezTo>
                    <a:pt x="227" y="134"/>
                    <a:pt x="231" y="126"/>
                    <a:pt x="236" y="115"/>
                  </a:cubicBezTo>
                  <a:cubicBezTo>
                    <a:pt x="246" y="90"/>
                    <a:pt x="254" y="58"/>
                    <a:pt x="217" y="35"/>
                  </a:cubicBezTo>
                  <a:cubicBezTo>
                    <a:pt x="164" y="8"/>
                    <a:pt x="129" y="0"/>
                    <a:pt x="71" y="1"/>
                  </a:cubicBezTo>
                  <a:cubicBezTo>
                    <a:pt x="29" y="1"/>
                    <a:pt x="4" y="31"/>
                    <a:pt x="0" y="57"/>
                  </a:cubicBezTo>
                  <a:cubicBezTo>
                    <a:pt x="0" y="59"/>
                    <a:pt x="0" y="62"/>
                    <a:pt x="0" y="65"/>
                  </a:cubicBezTo>
                  <a:cubicBezTo>
                    <a:pt x="1" y="64"/>
                    <a:pt x="2" y="64"/>
                    <a:pt x="3" y="6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1" name="Freeform 89"/>
            <p:cNvSpPr>
              <a:spLocks/>
            </p:cNvSpPr>
            <p:nvPr/>
          </p:nvSpPr>
          <p:spPr bwMode="auto">
            <a:xfrm>
              <a:off x="1452563" y="4059238"/>
              <a:ext cx="320675" cy="141288"/>
            </a:xfrm>
            <a:custGeom>
              <a:avLst/>
              <a:gdLst>
                <a:gd name="T0" fmla="*/ 203 w 213"/>
                <a:gd name="T1" fmla="*/ 7 h 93"/>
                <a:gd name="T2" fmla="*/ 175 w 213"/>
                <a:gd name="T3" fmla="*/ 10 h 93"/>
                <a:gd name="T4" fmla="*/ 175 w 213"/>
                <a:gd name="T5" fmla="*/ 10 h 93"/>
                <a:gd name="T6" fmla="*/ 175 w 213"/>
                <a:gd name="T7" fmla="*/ 10 h 93"/>
                <a:gd name="T8" fmla="*/ 175 w 213"/>
                <a:gd name="T9" fmla="*/ 10 h 93"/>
                <a:gd name="T10" fmla="*/ 175 w 213"/>
                <a:gd name="T11" fmla="*/ 10 h 93"/>
                <a:gd name="T12" fmla="*/ 175 w 213"/>
                <a:gd name="T13" fmla="*/ 10 h 93"/>
                <a:gd name="T14" fmla="*/ 175 w 213"/>
                <a:gd name="T15" fmla="*/ 10 h 93"/>
                <a:gd name="T16" fmla="*/ 175 w 213"/>
                <a:gd name="T17" fmla="*/ 10 h 93"/>
                <a:gd name="T18" fmla="*/ 149 w 213"/>
                <a:gd name="T19" fmla="*/ 33 h 93"/>
                <a:gd name="T20" fmla="*/ 82 w 213"/>
                <a:gd name="T21" fmla="*/ 53 h 93"/>
                <a:gd name="T22" fmla="*/ 31 w 213"/>
                <a:gd name="T23" fmla="*/ 43 h 93"/>
                <a:gd name="T24" fmla="*/ 5 w 213"/>
                <a:gd name="T25" fmla="*/ 53 h 93"/>
                <a:gd name="T26" fmla="*/ 15 w 213"/>
                <a:gd name="T27" fmla="*/ 79 h 93"/>
                <a:gd name="T28" fmla="*/ 82 w 213"/>
                <a:gd name="T29" fmla="*/ 93 h 93"/>
                <a:gd name="T30" fmla="*/ 82 w 213"/>
                <a:gd name="T31" fmla="*/ 93 h 93"/>
                <a:gd name="T32" fmla="*/ 173 w 213"/>
                <a:gd name="T33" fmla="*/ 65 h 93"/>
                <a:gd name="T34" fmla="*/ 206 w 213"/>
                <a:gd name="T35" fmla="*/ 35 h 93"/>
                <a:gd name="T36" fmla="*/ 203 w 213"/>
                <a:gd name="T37" fmla="*/ 7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3" h="93">
                  <a:moveTo>
                    <a:pt x="203" y="7"/>
                  </a:moveTo>
                  <a:cubicBezTo>
                    <a:pt x="194" y="0"/>
                    <a:pt x="182" y="2"/>
                    <a:pt x="175" y="10"/>
                  </a:cubicBezTo>
                  <a:cubicBezTo>
                    <a:pt x="175" y="10"/>
                    <a:pt x="175" y="10"/>
                    <a:pt x="175" y="10"/>
                  </a:cubicBezTo>
                  <a:cubicBezTo>
                    <a:pt x="175" y="10"/>
                    <a:pt x="175" y="10"/>
                    <a:pt x="175" y="10"/>
                  </a:cubicBezTo>
                  <a:cubicBezTo>
                    <a:pt x="175" y="10"/>
                    <a:pt x="175" y="10"/>
                    <a:pt x="175" y="10"/>
                  </a:cubicBezTo>
                  <a:cubicBezTo>
                    <a:pt x="175" y="10"/>
                    <a:pt x="175" y="10"/>
                    <a:pt x="175" y="10"/>
                  </a:cubicBezTo>
                  <a:cubicBezTo>
                    <a:pt x="175" y="10"/>
                    <a:pt x="175" y="10"/>
                    <a:pt x="175" y="10"/>
                  </a:cubicBezTo>
                  <a:cubicBezTo>
                    <a:pt x="175" y="10"/>
                    <a:pt x="175" y="10"/>
                    <a:pt x="175" y="10"/>
                  </a:cubicBezTo>
                  <a:cubicBezTo>
                    <a:pt x="175" y="10"/>
                    <a:pt x="175" y="10"/>
                    <a:pt x="175" y="10"/>
                  </a:cubicBezTo>
                  <a:cubicBezTo>
                    <a:pt x="174" y="11"/>
                    <a:pt x="164" y="22"/>
                    <a:pt x="149" y="33"/>
                  </a:cubicBezTo>
                  <a:cubicBezTo>
                    <a:pt x="132" y="43"/>
                    <a:pt x="110" y="53"/>
                    <a:pt x="82" y="53"/>
                  </a:cubicBezTo>
                  <a:cubicBezTo>
                    <a:pt x="67" y="53"/>
                    <a:pt x="50" y="50"/>
                    <a:pt x="31" y="43"/>
                  </a:cubicBezTo>
                  <a:cubicBezTo>
                    <a:pt x="20" y="38"/>
                    <a:pt x="9" y="43"/>
                    <a:pt x="5" y="53"/>
                  </a:cubicBezTo>
                  <a:cubicBezTo>
                    <a:pt x="0" y="64"/>
                    <a:pt x="5" y="75"/>
                    <a:pt x="15" y="79"/>
                  </a:cubicBezTo>
                  <a:cubicBezTo>
                    <a:pt x="39" y="89"/>
                    <a:pt x="61" y="93"/>
                    <a:pt x="82" y="93"/>
                  </a:cubicBezTo>
                  <a:cubicBezTo>
                    <a:pt x="82" y="93"/>
                    <a:pt x="82" y="93"/>
                    <a:pt x="82" y="93"/>
                  </a:cubicBezTo>
                  <a:cubicBezTo>
                    <a:pt x="121" y="93"/>
                    <a:pt x="152" y="79"/>
                    <a:pt x="173" y="65"/>
                  </a:cubicBezTo>
                  <a:cubicBezTo>
                    <a:pt x="193" y="50"/>
                    <a:pt x="205" y="37"/>
                    <a:pt x="206" y="35"/>
                  </a:cubicBezTo>
                  <a:cubicBezTo>
                    <a:pt x="213" y="27"/>
                    <a:pt x="211" y="14"/>
                    <a:pt x="203" y="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2" name="Freeform 90"/>
            <p:cNvSpPr>
              <a:spLocks/>
            </p:cNvSpPr>
            <p:nvPr/>
          </p:nvSpPr>
          <p:spPr bwMode="auto">
            <a:xfrm>
              <a:off x="1444625" y="3851275"/>
              <a:ext cx="227013" cy="228600"/>
            </a:xfrm>
            <a:custGeom>
              <a:avLst/>
              <a:gdLst>
                <a:gd name="T0" fmla="*/ 64 w 150"/>
                <a:gd name="T1" fmla="*/ 6 h 151"/>
                <a:gd name="T2" fmla="*/ 6 w 150"/>
                <a:gd name="T3" fmla="*/ 86 h 151"/>
                <a:gd name="T4" fmla="*/ 86 w 150"/>
                <a:gd name="T5" fmla="*/ 144 h 151"/>
                <a:gd name="T6" fmla="*/ 144 w 150"/>
                <a:gd name="T7" fmla="*/ 64 h 151"/>
                <a:gd name="T8" fmla="*/ 64 w 150"/>
                <a:gd name="T9" fmla="*/ 6 h 151"/>
              </a:gdLst>
              <a:ahLst/>
              <a:cxnLst>
                <a:cxn ang="0">
                  <a:pos x="T0" y="T1"/>
                </a:cxn>
                <a:cxn ang="0">
                  <a:pos x="T2" y="T3"/>
                </a:cxn>
                <a:cxn ang="0">
                  <a:pos x="T4" y="T5"/>
                </a:cxn>
                <a:cxn ang="0">
                  <a:pos x="T6" y="T7"/>
                </a:cxn>
                <a:cxn ang="0">
                  <a:pos x="T8" y="T9"/>
                </a:cxn>
              </a:cxnLst>
              <a:rect l="0" t="0" r="r" b="b"/>
              <a:pathLst>
                <a:path w="150" h="151">
                  <a:moveTo>
                    <a:pt x="64" y="6"/>
                  </a:moveTo>
                  <a:cubicBezTo>
                    <a:pt x="26" y="12"/>
                    <a:pt x="0" y="48"/>
                    <a:pt x="6" y="86"/>
                  </a:cubicBezTo>
                  <a:cubicBezTo>
                    <a:pt x="12" y="125"/>
                    <a:pt x="48" y="151"/>
                    <a:pt x="86" y="144"/>
                  </a:cubicBezTo>
                  <a:cubicBezTo>
                    <a:pt x="124" y="138"/>
                    <a:pt x="150" y="102"/>
                    <a:pt x="144" y="64"/>
                  </a:cubicBezTo>
                  <a:cubicBezTo>
                    <a:pt x="138" y="26"/>
                    <a:pt x="102" y="0"/>
                    <a:pt x="64" y="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3" name="Freeform 91"/>
            <p:cNvSpPr>
              <a:spLocks/>
            </p:cNvSpPr>
            <p:nvPr/>
          </p:nvSpPr>
          <p:spPr bwMode="auto">
            <a:xfrm>
              <a:off x="269875" y="4386263"/>
              <a:ext cx="2297113" cy="117475"/>
            </a:xfrm>
            <a:custGeom>
              <a:avLst/>
              <a:gdLst>
                <a:gd name="T0" fmla="*/ 1515 w 1523"/>
                <a:gd name="T1" fmla="*/ 28 h 78"/>
                <a:gd name="T2" fmla="*/ 1497 w 1523"/>
                <a:gd name="T3" fmla="*/ 17 h 78"/>
                <a:gd name="T4" fmla="*/ 1469 w 1523"/>
                <a:gd name="T5" fmla="*/ 17 h 78"/>
                <a:gd name="T6" fmla="*/ 1440 w 1523"/>
                <a:gd name="T7" fmla="*/ 15 h 78"/>
                <a:gd name="T8" fmla="*/ 1411 w 1523"/>
                <a:gd name="T9" fmla="*/ 5 h 78"/>
                <a:gd name="T10" fmla="*/ 1383 w 1523"/>
                <a:gd name="T11" fmla="*/ 0 h 78"/>
                <a:gd name="T12" fmla="*/ 1354 w 1523"/>
                <a:gd name="T13" fmla="*/ 10 h 78"/>
                <a:gd name="T14" fmla="*/ 1325 w 1523"/>
                <a:gd name="T15" fmla="*/ 7 h 78"/>
                <a:gd name="T16" fmla="*/ 1296 w 1523"/>
                <a:gd name="T17" fmla="*/ 15 h 78"/>
                <a:gd name="T18" fmla="*/ 1267 w 1523"/>
                <a:gd name="T19" fmla="*/ 8 h 78"/>
                <a:gd name="T20" fmla="*/ 1238 w 1523"/>
                <a:gd name="T21" fmla="*/ 7 h 78"/>
                <a:gd name="T22" fmla="*/ 1209 w 1523"/>
                <a:gd name="T23" fmla="*/ 17 h 78"/>
                <a:gd name="T24" fmla="*/ 1181 w 1523"/>
                <a:gd name="T25" fmla="*/ 19 h 78"/>
                <a:gd name="T26" fmla="*/ 1152 w 1523"/>
                <a:gd name="T27" fmla="*/ 14 h 78"/>
                <a:gd name="T28" fmla="*/ 1123 w 1523"/>
                <a:gd name="T29" fmla="*/ 22 h 78"/>
                <a:gd name="T30" fmla="*/ 1094 w 1523"/>
                <a:gd name="T31" fmla="*/ 28 h 78"/>
                <a:gd name="T32" fmla="*/ 1065 w 1523"/>
                <a:gd name="T33" fmla="*/ 2 h 78"/>
                <a:gd name="T34" fmla="*/ 1036 w 1523"/>
                <a:gd name="T35" fmla="*/ 5 h 78"/>
                <a:gd name="T36" fmla="*/ 1007 w 1523"/>
                <a:gd name="T37" fmla="*/ 6 h 78"/>
                <a:gd name="T38" fmla="*/ 979 w 1523"/>
                <a:gd name="T39" fmla="*/ 8 h 78"/>
                <a:gd name="T40" fmla="*/ 950 w 1523"/>
                <a:gd name="T41" fmla="*/ 19 h 78"/>
                <a:gd name="T42" fmla="*/ 921 w 1523"/>
                <a:gd name="T43" fmla="*/ 6 h 78"/>
                <a:gd name="T44" fmla="*/ 892 w 1523"/>
                <a:gd name="T45" fmla="*/ 15 h 78"/>
                <a:gd name="T46" fmla="*/ 863 w 1523"/>
                <a:gd name="T47" fmla="*/ 10 h 78"/>
                <a:gd name="T48" fmla="*/ 835 w 1523"/>
                <a:gd name="T49" fmla="*/ 6 h 78"/>
                <a:gd name="T50" fmla="*/ 806 w 1523"/>
                <a:gd name="T51" fmla="*/ 26 h 78"/>
                <a:gd name="T52" fmla="*/ 777 w 1523"/>
                <a:gd name="T53" fmla="*/ 4 h 78"/>
                <a:gd name="T54" fmla="*/ 748 w 1523"/>
                <a:gd name="T55" fmla="*/ 4 h 78"/>
                <a:gd name="T56" fmla="*/ 720 w 1523"/>
                <a:gd name="T57" fmla="*/ 17 h 78"/>
                <a:gd name="T58" fmla="*/ 691 w 1523"/>
                <a:gd name="T59" fmla="*/ 25 h 78"/>
                <a:gd name="T60" fmla="*/ 662 w 1523"/>
                <a:gd name="T61" fmla="*/ 6 h 78"/>
                <a:gd name="T62" fmla="*/ 633 w 1523"/>
                <a:gd name="T63" fmla="*/ 30 h 78"/>
                <a:gd name="T64" fmla="*/ 604 w 1523"/>
                <a:gd name="T65" fmla="*/ 17 h 78"/>
                <a:gd name="T66" fmla="*/ 575 w 1523"/>
                <a:gd name="T67" fmla="*/ 23 h 78"/>
                <a:gd name="T68" fmla="*/ 547 w 1523"/>
                <a:gd name="T69" fmla="*/ 24 h 78"/>
                <a:gd name="T70" fmla="*/ 518 w 1523"/>
                <a:gd name="T71" fmla="*/ 8 h 78"/>
                <a:gd name="T72" fmla="*/ 489 w 1523"/>
                <a:gd name="T73" fmla="*/ 20 h 78"/>
                <a:gd name="T74" fmla="*/ 460 w 1523"/>
                <a:gd name="T75" fmla="*/ 8 h 78"/>
                <a:gd name="T76" fmla="*/ 431 w 1523"/>
                <a:gd name="T77" fmla="*/ 6 h 78"/>
                <a:gd name="T78" fmla="*/ 403 w 1523"/>
                <a:gd name="T79" fmla="*/ 29 h 78"/>
                <a:gd name="T80" fmla="*/ 374 w 1523"/>
                <a:gd name="T81" fmla="*/ 14 h 78"/>
                <a:gd name="T82" fmla="*/ 345 w 1523"/>
                <a:gd name="T83" fmla="*/ 21 h 78"/>
                <a:gd name="T84" fmla="*/ 316 w 1523"/>
                <a:gd name="T85" fmla="*/ 9 h 78"/>
                <a:gd name="T86" fmla="*/ 287 w 1523"/>
                <a:gd name="T87" fmla="*/ 7 h 78"/>
                <a:gd name="T88" fmla="*/ 259 w 1523"/>
                <a:gd name="T89" fmla="*/ 30 h 78"/>
                <a:gd name="T90" fmla="*/ 230 w 1523"/>
                <a:gd name="T91" fmla="*/ 11 h 78"/>
                <a:gd name="T92" fmla="*/ 201 w 1523"/>
                <a:gd name="T93" fmla="*/ 10 h 78"/>
                <a:gd name="T94" fmla="*/ 172 w 1523"/>
                <a:gd name="T95" fmla="*/ 30 h 78"/>
                <a:gd name="T96" fmla="*/ 143 w 1523"/>
                <a:gd name="T97" fmla="*/ 19 h 78"/>
                <a:gd name="T98" fmla="*/ 115 w 1523"/>
                <a:gd name="T99" fmla="*/ 15 h 78"/>
                <a:gd name="T100" fmla="*/ 86 w 1523"/>
                <a:gd name="T101" fmla="*/ 13 h 78"/>
                <a:gd name="T102" fmla="*/ 57 w 1523"/>
                <a:gd name="T103" fmla="*/ 25 h 78"/>
                <a:gd name="T104" fmla="*/ 30 w 1523"/>
                <a:gd name="T105" fmla="*/ 26 h 78"/>
                <a:gd name="T106" fmla="*/ 17 w 1523"/>
                <a:gd name="T107"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23" h="78">
                  <a:moveTo>
                    <a:pt x="17" y="78"/>
                  </a:moveTo>
                  <a:cubicBezTo>
                    <a:pt x="1506" y="78"/>
                    <a:pt x="1506" y="78"/>
                    <a:pt x="1506" y="78"/>
                  </a:cubicBezTo>
                  <a:cubicBezTo>
                    <a:pt x="1515" y="78"/>
                    <a:pt x="1522" y="70"/>
                    <a:pt x="1522" y="62"/>
                  </a:cubicBezTo>
                  <a:cubicBezTo>
                    <a:pt x="1522" y="62"/>
                    <a:pt x="1523" y="42"/>
                    <a:pt x="1523" y="42"/>
                  </a:cubicBezTo>
                  <a:cubicBezTo>
                    <a:pt x="1523" y="39"/>
                    <a:pt x="1522" y="32"/>
                    <a:pt x="1515" y="28"/>
                  </a:cubicBezTo>
                  <a:cubicBezTo>
                    <a:pt x="1513" y="26"/>
                    <a:pt x="1497" y="33"/>
                    <a:pt x="1497" y="30"/>
                  </a:cubicBezTo>
                  <a:cubicBezTo>
                    <a:pt x="1497" y="27"/>
                    <a:pt x="1508" y="27"/>
                    <a:pt x="1508" y="24"/>
                  </a:cubicBezTo>
                  <a:cubicBezTo>
                    <a:pt x="1508" y="23"/>
                    <a:pt x="1503" y="24"/>
                    <a:pt x="1502" y="22"/>
                  </a:cubicBezTo>
                  <a:cubicBezTo>
                    <a:pt x="1501" y="21"/>
                    <a:pt x="1503" y="20"/>
                    <a:pt x="1501" y="19"/>
                  </a:cubicBezTo>
                  <a:cubicBezTo>
                    <a:pt x="1500" y="18"/>
                    <a:pt x="1499" y="17"/>
                    <a:pt x="1497" y="17"/>
                  </a:cubicBezTo>
                  <a:cubicBezTo>
                    <a:pt x="1496" y="16"/>
                    <a:pt x="1495" y="20"/>
                    <a:pt x="1493" y="20"/>
                  </a:cubicBezTo>
                  <a:cubicBezTo>
                    <a:pt x="1490" y="20"/>
                    <a:pt x="1490" y="6"/>
                    <a:pt x="1487" y="6"/>
                  </a:cubicBezTo>
                  <a:cubicBezTo>
                    <a:pt x="1484" y="6"/>
                    <a:pt x="1484" y="1"/>
                    <a:pt x="1481" y="1"/>
                  </a:cubicBezTo>
                  <a:cubicBezTo>
                    <a:pt x="1478" y="1"/>
                    <a:pt x="1478" y="23"/>
                    <a:pt x="1475" y="23"/>
                  </a:cubicBezTo>
                  <a:cubicBezTo>
                    <a:pt x="1472" y="23"/>
                    <a:pt x="1472" y="17"/>
                    <a:pt x="1469" y="17"/>
                  </a:cubicBezTo>
                  <a:cubicBezTo>
                    <a:pt x="1467" y="17"/>
                    <a:pt x="1467" y="17"/>
                    <a:pt x="1464" y="17"/>
                  </a:cubicBezTo>
                  <a:cubicBezTo>
                    <a:pt x="1461" y="17"/>
                    <a:pt x="1461" y="21"/>
                    <a:pt x="1458" y="21"/>
                  </a:cubicBezTo>
                  <a:cubicBezTo>
                    <a:pt x="1455" y="21"/>
                    <a:pt x="1455" y="4"/>
                    <a:pt x="1452" y="4"/>
                  </a:cubicBezTo>
                  <a:cubicBezTo>
                    <a:pt x="1449" y="4"/>
                    <a:pt x="1449" y="3"/>
                    <a:pt x="1446" y="3"/>
                  </a:cubicBezTo>
                  <a:cubicBezTo>
                    <a:pt x="1443" y="3"/>
                    <a:pt x="1443" y="15"/>
                    <a:pt x="1440" y="15"/>
                  </a:cubicBezTo>
                  <a:cubicBezTo>
                    <a:pt x="1438" y="15"/>
                    <a:pt x="1438" y="9"/>
                    <a:pt x="1435" y="9"/>
                  </a:cubicBezTo>
                  <a:cubicBezTo>
                    <a:pt x="1432" y="9"/>
                    <a:pt x="1432" y="5"/>
                    <a:pt x="1429" y="5"/>
                  </a:cubicBezTo>
                  <a:cubicBezTo>
                    <a:pt x="1426" y="5"/>
                    <a:pt x="1426" y="13"/>
                    <a:pt x="1423" y="13"/>
                  </a:cubicBezTo>
                  <a:cubicBezTo>
                    <a:pt x="1420" y="13"/>
                    <a:pt x="1420" y="2"/>
                    <a:pt x="1417" y="2"/>
                  </a:cubicBezTo>
                  <a:cubicBezTo>
                    <a:pt x="1414" y="2"/>
                    <a:pt x="1414" y="5"/>
                    <a:pt x="1411" y="5"/>
                  </a:cubicBezTo>
                  <a:cubicBezTo>
                    <a:pt x="1409" y="5"/>
                    <a:pt x="1409" y="18"/>
                    <a:pt x="1406" y="18"/>
                  </a:cubicBezTo>
                  <a:cubicBezTo>
                    <a:pt x="1403" y="18"/>
                    <a:pt x="1403" y="4"/>
                    <a:pt x="1400" y="5"/>
                  </a:cubicBezTo>
                  <a:cubicBezTo>
                    <a:pt x="1397" y="5"/>
                    <a:pt x="1397" y="7"/>
                    <a:pt x="1394" y="7"/>
                  </a:cubicBezTo>
                  <a:cubicBezTo>
                    <a:pt x="1391" y="7"/>
                    <a:pt x="1391" y="17"/>
                    <a:pt x="1388" y="17"/>
                  </a:cubicBezTo>
                  <a:cubicBezTo>
                    <a:pt x="1386" y="17"/>
                    <a:pt x="1385" y="0"/>
                    <a:pt x="1383" y="0"/>
                  </a:cubicBezTo>
                  <a:cubicBezTo>
                    <a:pt x="1380" y="0"/>
                    <a:pt x="1380" y="9"/>
                    <a:pt x="1377" y="9"/>
                  </a:cubicBezTo>
                  <a:cubicBezTo>
                    <a:pt x="1374" y="9"/>
                    <a:pt x="1374" y="23"/>
                    <a:pt x="1371" y="23"/>
                  </a:cubicBezTo>
                  <a:cubicBezTo>
                    <a:pt x="1368" y="23"/>
                    <a:pt x="1368" y="15"/>
                    <a:pt x="1365" y="15"/>
                  </a:cubicBezTo>
                  <a:cubicBezTo>
                    <a:pt x="1362" y="15"/>
                    <a:pt x="1362" y="5"/>
                    <a:pt x="1359" y="5"/>
                  </a:cubicBezTo>
                  <a:cubicBezTo>
                    <a:pt x="1357" y="5"/>
                    <a:pt x="1357" y="10"/>
                    <a:pt x="1354" y="10"/>
                  </a:cubicBezTo>
                  <a:cubicBezTo>
                    <a:pt x="1351" y="10"/>
                    <a:pt x="1351" y="19"/>
                    <a:pt x="1348" y="19"/>
                  </a:cubicBezTo>
                  <a:cubicBezTo>
                    <a:pt x="1345" y="19"/>
                    <a:pt x="1345" y="13"/>
                    <a:pt x="1342" y="13"/>
                  </a:cubicBezTo>
                  <a:cubicBezTo>
                    <a:pt x="1339" y="13"/>
                    <a:pt x="1339" y="18"/>
                    <a:pt x="1336" y="18"/>
                  </a:cubicBezTo>
                  <a:cubicBezTo>
                    <a:pt x="1334" y="18"/>
                    <a:pt x="1333" y="10"/>
                    <a:pt x="1331" y="10"/>
                  </a:cubicBezTo>
                  <a:cubicBezTo>
                    <a:pt x="1328" y="10"/>
                    <a:pt x="1328" y="6"/>
                    <a:pt x="1325" y="7"/>
                  </a:cubicBezTo>
                  <a:cubicBezTo>
                    <a:pt x="1322" y="7"/>
                    <a:pt x="1322" y="21"/>
                    <a:pt x="1319" y="21"/>
                  </a:cubicBezTo>
                  <a:cubicBezTo>
                    <a:pt x="1316" y="21"/>
                    <a:pt x="1316" y="7"/>
                    <a:pt x="1313" y="7"/>
                  </a:cubicBezTo>
                  <a:cubicBezTo>
                    <a:pt x="1310" y="7"/>
                    <a:pt x="1310" y="16"/>
                    <a:pt x="1308" y="16"/>
                  </a:cubicBezTo>
                  <a:cubicBezTo>
                    <a:pt x="1305" y="16"/>
                    <a:pt x="1305" y="3"/>
                    <a:pt x="1302" y="3"/>
                  </a:cubicBezTo>
                  <a:cubicBezTo>
                    <a:pt x="1299" y="3"/>
                    <a:pt x="1299" y="15"/>
                    <a:pt x="1296" y="15"/>
                  </a:cubicBezTo>
                  <a:cubicBezTo>
                    <a:pt x="1293" y="15"/>
                    <a:pt x="1293" y="19"/>
                    <a:pt x="1290" y="19"/>
                  </a:cubicBezTo>
                  <a:cubicBezTo>
                    <a:pt x="1287" y="19"/>
                    <a:pt x="1287" y="16"/>
                    <a:pt x="1284" y="16"/>
                  </a:cubicBezTo>
                  <a:cubicBezTo>
                    <a:pt x="1282" y="16"/>
                    <a:pt x="1282" y="21"/>
                    <a:pt x="1279" y="21"/>
                  </a:cubicBezTo>
                  <a:cubicBezTo>
                    <a:pt x="1276" y="21"/>
                    <a:pt x="1276" y="16"/>
                    <a:pt x="1273" y="16"/>
                  </a:cubicBezTo>
                  <a:cubicBezTo>
                    <a:pt x="1270" y="16"/>
                    <a:pt x="1270" y="8"/>
                    <a:pt x="1267" y="8"/>
                  </a:cubicBezTo>
                  <a:cubicBezTo>
                    <a:pt x="1264" y="8"/>
                    <a:pt x="1264" y="25"/>
                    <a:pt x="1261" y="25"/>
                  </a:cubicBezTo>
                  <a:cubicBezTo>
                    <a:pt x="1259" y="25"/>
                    <a:pt x="1258" y="18"/>
                    <a:pt x="1256" y="18"/>
                  </a:cubicBezTo>
                  <a:cubicBezTo>
                    <a:pt x="1253" y="18"/>
                    <a:pt x="1253" y="12"/>
                    <a:pt x="1250" y="12"/>
                  </a:cubicBezTo>
                  <a:cubicBezTo>
                    <a:pt x="1247" y="12"/>
                    <a:pt x="1247" y="16"/>
                    <a:pt x="1244" y="16"/>
                  </a:cubicBezTo>
                  <a:cubicBezTo>
                    <a:pt x="1241" y="16"/>
                    <a:pt x="1241" y="7"/>
                    <a:pt x="1238" y="7"/>
                  </a:cubicBezTo>
                  <a:cubicBezTo>
                    <a:pt x="1235" y="7"/>
                    <a:pt x="1235" y="25"/>
                    <a:pt x="1233" y="25"/>
                  </a:cubicBezTo>
                  <a:cubicBezTo>
                    <a:pt x="1230" y="25"/>
                    <a:pt x="1230" y="27"/>
                    <a:pt x="1227" y="27"/>
                  </a:cubicBezTo>
                  <a:cubicBezTo>
                    <a:pt x="1224" y="27"/>
                    <a:pt x="1224" y="10"/>
                    <a:pt x="1221" y="10"/>
                  </a:cubicBezTo>
                  <a:cubicBezTo>
                    <a:pt x="1218" y="10"/>
                    <a:pt x="1218" y="4"/>
                    <a:pt x="1215" y="4"/>
                  </a:cubicBezTo>
                  <a:cubicBezTo>
                    <a:pt x="1212" y="4"/>
                    <a:pt x="1212" y="17"/>
                    <a:pt x="1209" y="17"/>
                  </a:cubicBezTo>
                  <a:cubicBezTo>
                    <a:pt x="1206" y="17"/>
                    <a:pt x="1207" y="22"/>
                    <a:pt x="1204" y="23"/>
                  </a:cubicBezTo>
                  <a:cubicBezTo>
                    <a:pt x="1201" y="23"/>
                    <a:pt x="1201" y="12"/>
                    <a:pt x="1198" y="12"/>
                  </a:cubicBezTo>
                  <a:cubicBezTo>
                    <a:pt x="1195" y="12"/>
                    <a:pt x="1195" y="13"/>
                    <a:pt x="1192" y="13"/>
                  </a:cubicBezTo>
                  <a:cubicBezTo>
                    <a:pt x="1189" y="13"/>
                    <a:pt x="1189" y="27"/>
                    <a:pt x="1186" y="27"/>
                  </a:cubicBezTo>
                  <a:cubicBezTo>
                    <a:pt x="1183" y="27"/>
                    <a:pt x="1183" y="19"/>
                    <a:pt x="1181" y="19"/>
                  </a:cubicBezTo>
                  <a:cubicBezTo>
                    <a:pt x="1178" y="19"/>
                    <a:pt x="1178" y="7"/>
                    <a:pt x="1175" y="7"/>
                  </a:cubicBezTo>
                  <a:cubicBezTo>
                    <a:pt x="1172" y="7"/>
                    <a:pt x="1172" y="8"/>
                    <a:pt x="1169" y="8"/>
                  </a:cubicBezTo>
                  <a:cubicBezTo>
                    <a:pt x="1166" y="8"/>
                    <a:pt x="1166" y="21"/>
                    <a:pt x="1163" y="21"/>
                  </a:cubicBezTo>
                  <a:cubicBezTo>
                    <a:pt x="1160" y="21"/>
                    <a:pt x="1160" y="5"/>
                    <a:pt x="1157" y="5"/>
                  </a:cubicBezTo>
                  <a:cubicBezTo>
                    <a:pt x="1154" y="5"/>
                    <a:pt x="1155" y="14"/>
                    <a:pt x="1152" y="14"/>
                  </a:cubicBezTo>
                  <a:cubicBezTo>
                    <a:pt x="1149" y="14"/>
                    <a:pt x="1149" y="17"/>
                    <a:pt x="1146" y="17"/>
                  </a:cubicBezTo>
                  <a:cubicBezTo>
                    <a:pt x="1143" y="17"/>
                    <a:pt x="1143" y="9"/>
                    <a:pt x="1140" y="9"/>
                  </a:cubicBezTo>
                  <a:cubicBezTo>
                    <a:pt x="1137" y="9"/>
                    <a:pt x="1137" y="6"/>
                    <a:pt x="1134" y="6"/>
                  </a:cubicBezTo>
                  <a:cubicBezTo>
                    <a:pt x="1131" y="6"/>
                    <a:pt x="1131" y="2"/>
                    <a:pt x="1128" y="2"/>
                  </a:cubicBezTo>
                  <a:cubicBezTo>
                    <a:pt x="1126" y="2"/>
                    <a:pt x="1126" y="22"/>
                    <a:pt x="1123" y="22"/>
                  </a:cubicBezTo>
                  <a:cubicBezTo>
                    <a:pt x="1120" y="22"/>
                    <a:pt x="1120" y="16"/>
                    <a:pt x="1117" y="16"/>
                  </a:cubicBezTo>
                  <a:cubicBezTo>
                    <a:pt x="1114" y="16"/>
                    <a:pt x="1114" y="8"/>
                    <a:pt x="1111" y="8"/>
                  </a:cubicBezTo>
                  <a:cubicBezTo>
                    <a:pt x="1108" y="8"/>
                    <a:pt x="1108" y="23"/>
                    <a:pt x="1106" y="23"/>
                  </a:cubicBezTo>
                  <a:cubicBezTo>
                    <a:pt x="1103" y="23"/>
                    <a:pt x="1103" y="15"/>
                    <a:pt x="1100" y="15"/>
                  </a:cubicBezTo>
                  <a:cubicBezTo>
                    <a:pt x="1097" y="15"/>
                    <a:pt x="1097" y="28"/>
                    <a:pt x="1094" y="28"/>
                  </a:cubicBezTo>
                  <a:cubicBezTo>
                    <a:pt x="1091" y="28"/>
                    <a:pt x="1091" y="2"/>
                    <a:pt x="1088" y="2"/>
                  </a:cubicBezTo>
                  <a:cubicBezTo>
                    <a:pt x="1085" y="2"/>
                    <a:pt x="1085" y="24"/>
                    <a:pt x="1082" y="24"/>
                  </a:cubicBezTo>
                  <a:cubicBezTo>
                    <a:pt x="1080" y="24"/>
                    <a:pt x="1080" y="24"/>
                    <a:pt x="1077" y="24"/>
                  </a:cubicBezTo>
                  <a:cubicBezTo>
                    <a:pt x="1074" y="24"/>
                    <a:pt x="1074" y="14"/>
                    <a:pt x="1071" y="14"/>
                  </a:cubicBezTo>
                  <a:cubicBezTo>
                    <a:pt x="1068" y="14"/>
                    <a:pt x="1068" y="2"/>
                    <a:pt x="1065" y="2"/>
                  </a:cubicBezTo>
                  <a:cubicBezTo>
                    <a:pt x="1062" y="2"/>
                    <a:pt x="1062" y="4"/>
                    <a:pt x="1059" y="4"/>
                  </a:cubicBezTo>
                  <a:cubicBezTo>
                    <a:pt x="1056" y="4"/>
                    <a:pt x="1056" y="20"/>
                    <a:pt x="1054" y="20"/>
                  </a:cubicBezTo>
                  <a:cubicBezTo>
                    <a:pt x="1051" y="20"/>
                    <a:pt x="1051" y="23"/>
                    <a:pt x="1048" y="23"/>
                  </a:cubicBezTo>
                  <a:cubicBezTo>
                    <a:pt x="1045" y="23"/>
                    <a:pt x="1045" y="19"/>
                    <a:pt x="1042" y="19"/>
                  </a:cubicBezTo>
                  <a:cubicBezTo>
                    <a:pt x="1039" y="19"/>
                    <a:pt x="1039" y="5"/>
                    <a:pt x="1036" y="5"/>
                  </a:cubicBezTo>
                  <a:cubicBezTo>
                    <a:pt x="1033" y="5"/>
                    <a:pt x="1033" y="12"/>
                    <a:pt x="1031" y="12"/>
                  </a:cubicBezTo>
                  <a:cubicBezTo>
                    <a:pt x="1028" y="12"/>
                    <a:pt x="1028" y="13"/>
                    <a:pt x="1025" y="13"/>
                  </a:cubicBezTo>
                  <a:cubicBezTo>
                    <a:pt x="1022" y="13"/>
                    <a:pt x="1022" y="18"/>
                    <a:pt x="1019" y="18"/>
                  </a:cubicBezTo>
                  <a:cubicBezTo>
                    <a:pt x="1016" y="18"/>
                    <a:pt x="1016" y="12"/>
                    <a:pt x="1013" y="12"/>
                  </a:cubicBezTo>
                  <a:cubicBezTo>
                    <a:pt x="1010" y="12"/>
                    <a:pt x="1010" y="5"/>
                    <a:pt x="1007" y="6"/>
                  </a:cubicBezTo>
                  <a:cubicBezTo>
                    <a:pt x="1005" y="6"/>
                    <a:pt x="1005" y="22"/>
                    <a:pt x="1002" y="22"/>
                  </a:cubicBezTo>
                  <a:cubicBezTo>
                    <a:pt x="999" y="22"/>
                    <a:pt x="999" y="9"/>
                    <a:pt x="996" y="9"/>
                  </a:cubicBezTo>
                  <a:cubicBezTo>
                    <a:pt x="993" y="9"/>
                    <a:pt x="993" y="10"/>
                    <a:pt x="990" y="10"/>
                  </a:cubicBezTo>
                  <a:cubicBezTo>
                    <a:pt x="987" y="10"/>
                    <a:pt x="987" y="3"/>
                    <a:pt x="984" y="3"/>
                  </a:cubicBezTo>
                  <a:cubicBezTo>
                    <a:pt x="981" y="3"/>
                    <a:pt x="981" y="8"/>
                    <a:pt x="979" y="8"/>
                  </a:cubicBezTo>
                  <a:cubicBezTo>
                    <a:pt x="976" y="8"/>
                    <a:pt x="976" y="27"/>
                    <a:pt x="973" y="27"/>
                  </a:cubicBezTo>
                  <a:cubicBezTo>
                    <a:pt x="970" y="27"/>
                    <a:pt x="970" y="20"/>
                    <a:pt x="967" y="20"/>
                  </a:cubicBezTo>
                  <a:cubicBezTo>
                    <a:pt x="964" y="20"/>
                    <a:pt x="964" y="15"/>
                    <a:pt x="961" y="15"/>
                  </a:cubicBezTo>
                  <a:cubicBezTo>
                    <a:pt x="958" y="15"/>
                    <a:pt x="958" y="19"/>
                    <a:pt x="956" y="19"/>
                  </a:cubicBezTo>
                  <a:cubicBezTo>
                    <a:pt x="953" y="19"/>
                    <a:pt x="953" y="19"/>
                    <a:pt x="950" y="19"/>
                  </a:cubicBezTo>
                  <a:cubicBezTo>
                    <a:pt x="947" y="19"/>
                    <a:pt x="947" y="21"/>
                    <a:pt x="944" y="21"/>
                  </a:cubicBezTo>
                  <a:cubicBezTo>
                    <a:pt x="941" y="21"/>
                    <a:pt x="941" y="28"/>
                    <a:pt x="938" y="28"/>
                  </a:cubicBezTo>
                  <a:cubicBezTo>
                    <a:pt x="936" y="28"/>
                    <a:pt x="935" y="23"/>
                    <a:pt x="933" y="23"/>
                  </a:cubicBezTo>
                  <a:cubicBezTo>
                    <a:pt x="930" y="23"/>
                    <a:pt x="930" y="18"/>
                    <a:pt x="927" y="18"/>
                  </a:cubicBezTo>
                  <a:cubicBezTo>
                    <a:pt x="924" y="18"/>
                    <a:pt x="924" y="6"/>
                    <a:pt x="921" y="6"/>
                  </a:cubicBezTo>
                  <a:cubicBezTo>
                    <a:pt x="918" y="6"/>
                    <a:pt x="918" y="16"/>
                    <a:pt x="915" y="16"/>
                  </a:cubicBezTo>
                  <a:cubicBezTo>
                    <a:pt x="912" y="16"/>
                    <a:pt x="912" y="11"/>
                    <a:pt x="910" y="11"/>
                  </a:cubicBezTo>
                  <a:cubicBezTo>
                    <a:pt x="907" y="11"/>
                    <a:pt x="907" y="17"/>
                    <a:pt x="904" y="17"/>
                  </a:cubicBezTo>
                  <a:cubicBezTo>
                    <a:pt x="901" y="17"/>
                    <a:pt x="901" y="28"/>
                    <a:pt x="898" y="28"/>
                  </a:cubicBezTo>
                  <a:cubicBezTo>
                    <a:pt x="895" y="28"/>
                    <a:pt x="895" y="15"/>
                    <a:pt x="892" y="15"/>
                  </a:cubicBezTo>
                  <a:cubicBezTo>
                    <a:pt x="889" y="15"/>
                    <a:pt x="890" y="29"/>
                    <a:pt x="887" y="29"/>
                  </a:cubicBezTo>
                  <a:cubicBezTo>
                    <a:pt x="884" y="29"/>
                    <a:pt x="884" y="9"/>
                    <a:pt x="881" y="9"/>
                  </a:cubicBezTo>
                  <a:cubicBezTo>
                    <a:pt x="878" y="9"/>
                    <a:pt x="878" y="23"/>
                    <a:pt x="875" y="23"/>
                  </a:cubicBezTo>
                  <a:cubicBezTo>
                    <a:pt x="872" y="23"/>
                    <a:pt x="872" y="28"/>
                    <a:pt x="869" y="28"/>
                  </a:cubicBezTo>
                  <a:cubicBezTo>
                    <a:pt x="866" y="28"/>
                    <a:pt x="866" y="10"/>
                    <a:pt x="863" y="10"/>
                  </a:cubicBezTo>
                  <a:cubicBezTo>
                    <a:pt x="861" y="10"/>
                    <a:pt x="861" y="16"/>
                    <a:pt x="858" y="16"/>
                  </a:cubicBezTo>
                  <a:cubicBezTo>
                    <a:pt x="855" y="16"/>
                    <a:pt x="855" y="22"/>
                    <a:pt x="852" y="22"/>
                  </a:cubicBezTo>
                  <a:cubicBezTo>
                    <a:pt x="849" y="22"/>
                    <a:pt x="849" y="22"/>
                    <a:pt x="846" y="22"/>
                  </a:cubicBezTo>
                  <a:cubicBezTo>
                    <a:pt x="843" y="22"/>
                    <a:pt x="843" y="3"/>
                    <a:pt x="840" y="3"/>
                  </a:cubicBezTo>
                  <a:cubicBezTo>
                    <a:pt x="838" y="3"/>
                    <a:pt x="838" y="6"/>
                    <a:pt x="835" y="6"/>
                  </a:cubicBezTo>
                  <a:cubicBezTo>
                    <a:pt x="832" y="6"/>
                    <a:pt x="832" y="6"/>
                    <a:pt x="829" y="6"/>
                  </a:cubicBezTo>
                  <a:cubicBezTo>
                    <a:pt x="826" y="6"/>
                    <a:pt x="826" y="25"/>
                    <a:pt x="823" y="25"/>
                  </a:cubicBezTo>
                  <a:cubicBezTo>
                    <a:pt x="820" y="25"/>
                    <a:pt x="820" y="15"/>
                    <a:pt x="817" y="15"/>
                  </a:cubicBezTo>
                  <a:cubicBezTo>
                    <a:pt x="815" y="15"/>
                    <a:pt x="815" y="23"/>
                    <a:pt x="812" y="23"/>
                  </a:cubicBezTo>
                  <a:cubicBezTo>
                    <a:pt x="809" y="23"/>
                    <a:pt x="809" y="26"/>
                    <a:pt x="806" y="26"/>
                  </a:cubicBezTo>
                  <a:cubicBezTo>
                    <a:pt x="803" y="26"/>
                    <a:pt x="803" y="29"/>
                    <a:pt x="800" y="29"/>
                  </a:cubicBezTo>
                  <a:cubicBezTo>
                    <a:pt x="797" y="29"/>
                    <a:pt x="797" y="25"/>
                    <a:pt x="794" y="25"/>
                  </a:cubicBezTo>
                  <a:cubicBezTo>
                    <a:pt x="792" y="25"/>
                    <a:pt x="791" y="6"/>
                    <a:pt x="789" y="6"/>
                  </a:cubicBezTo>
                  <a:cubicBezTo>
                    <a:pt x="786" y="6"/>
                    <a:pt x="786" y="25"/>
                    <a:pt x="783" y="25"/>
                  </a:cubicBezTo>
                  <a:cubicBezTo>
                    <a:pt x="780" y="25"/>
                    <a:pt x="780" y="4"/>
                    <a:pt x="777" y="4"/>
                  </a:cubicBezTo>
                  <a:cubicBezTo>
                    <a:pt x="774" y="4"/>
                    <a:pt x="774" y="15"/>
                    <a:pt x="771" y="15"/>
                  </a:cubicBezTo>
                  <a:cubicBezTo>
                    <a:pt x="768" y="15"/>
                    <a:pt x="769" y="26"/>
                    <a:pt x="766" y="26"/>
                  </a:cubicBezTo>
                  <a:cubicBezTo>
                    <a:pt x="763" y="26"/>
                    <a:pt x="763" y="25"/>
                    <a:pt x="760" y="25"/>
                  </a:cubicBezTo>
                  <a:cubicBezTo>
                    <a:pt x="757" y="25"/>
                    <a:pt x="757" y="6"/>
                    <a:pt x="754" y="6"/>
                  </a:cubicBezTo>
                  <a:cubicBezTo>
                    <a:pt x="751" y="6"/>
                    <a:pt x="751" y="4"/>
                    <a:pt x="748" y="4"/>
                  </a:cubicBezTo>
                  <a:cubicBezTo>
                    <a:pt x="745" y="4"/>
                    <a:pt x="745" y="12"/>
                    <a:pt x="743" y="12"/>
                  </a:cubicBezTo>
                  <a:cubicBezTo>
                    <a:pt x="740" y="12"/>
                    <a:pt x="740" y="5"/>
                    <a:pt x="737" y="5"/>
                  </a:cubicBezTo>
                  <a:cubicBezTo>
                    <a:pt x="734" y="5"/>
                    <a:pt x="734" y="14"/>
                    <a:pt x="731" y="14"/>
                  </a:cubicBezTo>
                  <a:cubicBezTo>
                    <a:pt x="728" y="14"/>
                    <a:pt x="728" y="12"/>
                    <a:pt x="725" y="12"/>
                  </a:cubicBezTo>
                  <a:cubicBezTo>
                    <a:pt x="722" y="12"/>
                    <a:pt x="722" y="17"/>
                    <a:pt x="720" y="17"/>
                  </a:cubicBezTo>
                  <a:cubicBezTo>
                    <a:pt x="717" y="17"/>
                    <a:pt x="717" y="16"/>
                    <a:pt x="714" y="16"/>
                  </a:cubicBezTo>
                  <a:cubicBezTo>
                    <a:pt x="711" y="16"/>
                    <a:pt x="711" y="22"/>
                    <a:pt x="708" y="22"/>
                  </a:cubicBezTo>
                  <a:cubicBezTo>
                    <a:pt x="705" y="22"/>
                    <a:pt x="705" y="16"/>
                    <a:pt x="702" y="16"/>
                  </a:cubicBezTo>
                  <a:cubicBezTo>
                    <a:pt x="699" y="16"/>
                    <a:pt x="699" y="18"/>
                    <a:pt x="696" y="18"/>
                  </a:cubicBezTo>
                  <a:cubicBezTo>
                    <a:pt x="694" y="18"/>
                    <a:pt x="694" y="25"/>
                    <a:pt x="691" y="25"/>
                  </a:cubicBezTo>
                  <a:cubicBezTo>
                    <a:pt x="688" y="25"/>
                    <a:pt x="688" y="28"/>
                    <a:pt x="685" y="28"/>
                  </a:cubicBezTo>
                  <a:cubicBezTo>
                    <a:pt x="682" y="28"/>
                    <a:pt x="682" y="15"/>
                    <a:pt x="679" y="15"/>
                  </a:cubicBezTo>
                  <a:cubicBezTo>
                    <a:pt x="676" y="15"/>
                    <a:pt x="676" y="23"/>
                    <a:pt x="673" y="23"/>
                  </a:cubicBezTo>
                  <a:cubicBezTo>
                    <a:pt x="671" y="23"/>
                    <a:pt x="671" y="20"/>
                    <a:pt x="668" y="20"/>
                  </a:cubicBezTo>
                  <a:cubicBezTo>
                    <a:pt x="665" y="20"/>
                    <a:pt x="665" y="6"/>
                    <a:pt x="662" y="6"/>
                  </a:cubicBezTo>
                  <a:cubicBezTo>
                    <a:pt x="659" y="6"/>
                    <a:pt x="659" y="23"/>
                    <a:pt x="656" y="23"/>
                  </a:cubicBezTo>
                  <a:cubicBezTo>
                    <a:pt x="653" y="23"/>
                    <a:pt x="653" y="25"/>
                    <a:pt x="650" y="25"/>
                  </a:cubicBezTo>
                  <a:cubicBezTo>
                    <a:pt x="648" y="25"/>
                    <a:pt x="647" y="6"/>
                    <a:pt x="644" y="6"/>
                  </a:cubicBezTo>
                  <a:cubicBezTo>
                    <a:pt x="642" y="6"/>
                    <a:pt x="642" y="24"/>
                    <a:pt x="639" y="24"/>
                  </a:cubicBezTo>
                  <a:cubicBezTo>
                    <a:pt x="636" y="24"/>
                    <a:pt x="636" y="30"/>
                    <a:pt x="633" y="30"/>
                  </a:cubicBezTo>
                  <a:cubicBezTo>
                    <a:pt x="630" y="30"/>
                    <a:pt x="630" y="16"/>
                    <a:pt x="627" y="17"/>
                  </a:cubicBezTo>
                  <a:cubicBezTo>
                    <a:pt x="624" y="17"/>
                    <a:pt x="624" y="10"/>
                    <a:pt x="621" y="10"/>
                  </a:cubicBezTo>
                  <a:cubicBezTo>
                    <a:pt x="619" y="10"/>
                    <a:pt x="619" y="15"/>
                    <a:pt x="616" y="15"/>
                  </a:cubicBezTo>
                  <a:cubicBezTo>
                    <a:pt x="613" y="15"/>
                    <a:pt x="613" y="9"/>
                    <a:pt x="610" y="9"/>
                  </a:cubicBezTo>
                  <a:cubicBezTo>
                    <a:pt x="607" y="9"/>
                    <a:pt x="607" y="17"/>
                    <a:pt x="604" y="17"/>
                  </a:cubicBezTo>
                  <a:cubicBezTo>
                    <a:pt x="601" y="17"/>
                    <a:pt x="601" y="27"/>
                    <a:pt x="599" y="27"/>
                  </a:cubicBezTo>
                  <a:cubicBezTo>
                    <a:pt x="596" y="27"/>
                    <a:pt x="595" y="5"/>
                    <a:pt x="593" y="5"/>
                  </a:cubicBezTo>
                  <a:cubicBezTo>
                    <a:pt x="590" y="5"/>
                    <a:pt x="590" y="24"/>
                    <a:pt x="587" y="24"/>
                  </a:cubicBezTo>
                  <a:cubicBezTo>
                    <a:pt x="584" y="24"/>
                    <a:pt x="584" y="20"/>
                    <a:pt x="581" y="20"/>
                  </a:cubicBezTo>
                  <a:cubicBezTo>
                    <a:pt x="578" y="20"/>
                    <a:pt x="578" y="23"/>
                    <a:pt x="575" y="23"/>
                  </a:cubicBezTo>
                  <a:cubicBezTo>
                    <a:pt x="573" y="23"/>
                    <a:pt x="572" y="11"/>
                    <a:pt x="570" y="11"/>
                  </a:cubicBezTo>
                  <a:cubicBezTo>
                    <a:pt x="567" y="11"/>
                    <a:pt x="567" y="22"/>
                    <a:pt x="564" y="22"/>
                  </a:cubicBezTo>
                  <a:cubicBezTo>
                    <a:pt x="561" y="22"/>
                    <a:pt x="561" y="22"/>
                    <a:pt x="558" y="22"/>
                  </a:cubicBezTo>
                  <a:cubicBezTo>
                    <a:pt x="555" y="22"/>
                    <a:pt x="555" y="10"/>
                    <a:pt x="552" y="10"/>
                  </a:cubicBezTo>
                  <a:cubicBezTo>
                    <a:pt x="549" y="10"/>
                    <a:pt x="550" y="24"/>
                    <a:pt x="547" y="24"/>
                  </a:cubicBezTo>
                  <a:cubicBezTo>
                    <a:pt x="544" y="24"/>
                    <a:pt x="544" y="8"/>
                    <a:pt x="541" y="8"/>
                  </a:cubicBezTo>
                  <a:cubicBezTo>
                    <a:pt x="538" y="8"/>
                    <a:pt x="538" y="12"/>
                    <a:pt x="535" y="12"/>
                  </a:cubicBezTo>
                  <a:cubicBezTo>
                    <a:pt x="532" y="12"/>
                    <a:pt x="532" y="9"/>
                    <a:pt x="529" y="9"/>
                  </a:cubicBezTo>
                  <a:cubicBezTo>
                    <a:pt x="526" y="9"/>
                    <a:pt x="526" y="17"/>
                    <a:pt x="524" y="18"/>
                  </a:cubicBezTo>
                  <a:cubicBezTo>
                    <a:pt x="521" y="18"/>
                    <a:pt x="521" y="8"/>
                    <a:pt x="518" y="8"/>
                  </a:cubicBezTo>
                  <a:cubicBezTo>
                    <a:pt x="515" y="8"/>
                    <a:pt x="515" y="31"/>
                    <a:pt x="512" y="31"/>
                  </a:cubicBezTo>
                  <a:cubicBezTo>
                    <a:pt x="509" y="31"/>
                    <a:pt x="509" y="28"/>
                    <a:pt x="506" y="28"/>
                  </a:cubicBezTo>
                  <a:cubicBezTo>
                    <a:pt x="503" y="28"/>
                    <a:pt x="503" y="10"/>
                    <a:pt x="500" y="10"/>
                  </a:cubicBezTo>
                  <a:cubicBezTo>
                    <a:pt x="498" y="10"/>
                    <a:pt x="498" y="28"/>
                    <a:pt x="495" y="28"/>
                  </a:cubicBezTo>
                  <a:cubicBezTo>
                    <a:pt x="492" y="28"/>
                    <a:pt x="492" y="20"/>
                    <a:pt x="489" y="20"/>
                  </a:cubicBezTo>
                  <a:cubicBezTo>
                    <a:pt x="486" y="20"/>
                    <a:pt x="486" y="7"/>
                    <a:pt x="483" y="7"/>
                  </a:cubicBezTo>
                  <a:cubicBezTo>
                    <a:pt x="480" y="7"/>
                    <a:pt x="480" y="26"/>
                    <a:pt x="478" y="26"/>
                  </a:cubicBezTo>
                  <a:cubicBezTo>
                    <a:pt x="475" y="26"/>
                    <a:pt x="475" y="28"/>
                    <a:pt x="472" y="28"/>
                  </a:cubicBezTo>
                  <a:cubicBezTo>
                    <a:pt x="469" y="28"/>
                    <a:pt x="469" y="22"/>
                    <a:pt x="466" y="22"/>
                  </a:cubicBezTo>
                  <a:cubicBezTo>
                    <a:pt x="463" y="22"/>
                    <a:pt x="463" y="8"/>
                    <a:pt x="460" y="8"/>
                  </a:cubicBezTo>
                  <a:cubicBezTo>
                    <a:pt x="457" y="8"/>
                    <a:pt x="457" y="25"/>
                    <a:pt x="454" y="25"/>
                  </a:cubicBezTo>
                  <a:cubicBezTo>
                    <a:pt x="452" y="25"/>
                    <a:pt x="452" y="25"/>
                    <a:pt x="449" y="25"/>
                  </a:cubicBezTo>
                  <a:cubicBezTo>
                    <a:pt x="446" y="25"/>
                    <a:pt x="446" y="25"/>
                    <a:pt x="443" y="25"/>
                  </a:cubicBezTo>
                  <a:cubicBezTo>
                    <a:pt x="440" y="25"/>
                    <a:pt x="440" y="20"/>
                    <a:pt x="437" y="20"/>
                  </a:cubicBezTo>
                  <a:cubicBezTo>
                    <a:pt x="434" y="20"/>
                    <a:pt x="434" y="6"/>
                    <a:pt x="431" y="6"/>
                  </a:cubicBezTo>
                  <a:cubicBezTo>
                    <a:pt x="428" y="6"/>
                    <a:pt x="428" y="9"/>
                    <a:pt x="426" y="9"/>
                  </a:cubicBezTo>
                  <a:cubicBezTo>
                    <a:pt x="423" y="9"/>
                    <a:pt x="423" y="12"/>
                    <a:pt x="420" y="12"/>
                  </a:cubicBezTo>
                  <a:cubicBezTo>
                    <a:pt x="417" y="12"/>
                    <a:pt x="417" y="8"/>
                    <a:pt x="414" y="8"/>
                  </a:cubicBezTo>
                  <a:cubicBezTo>
                    <a:pt x="411" y="8"/>
                    <a:pt x="411" y="29"/>
                    <a:pt x="408" y="29"/>
                  </a:cubicBezTo>
                  <a:cubicBezTo>
                    <a:pt x="406" y="29"/>
                    <a:pt x="406" y="29"/>
                    <a:pt x="403" y="29"/>
                  </a:cubicBezTo>
                  <a:cubicBezTo>
                    <a:pt x="400" y="29"/>
                    <a:pt x="400" y="19"/>
                    <a:pt x="397" y="19"/>
                  </a:cubicBezTo>
                  <a:cubicBezTo>
                    <a:pt x="394" y="19"/>
                    <a:pt x="394" y="24"/>
                    <a:pt x="391" y="24"/>
                  </a:cubicBezTo>
                  <a:cubicBezTo>
                    <a:pt x="388" y="24"/>
                    <a:pt x="388" y="26"/>
                    <a:pt x="385" y="26"/>
                  </a:cubicBezTo>
                  <a:cubicBezTo>
                    <a:pt x="382" y="26"/>
                    <a:pt x="382" y="10"/>
                    <a:pt x="379" y="10"/>
                  </a:cubicBezTo>
                  <a:cubicBezTo>
                    <a:pt x="377" y="10"/>
                    <a:pt x="377" y="14"/>
                    <a:pt x="374" y="14"/>
                  </a:cubicBezTo>
                  <a:cubicBezTo>
                    <a:pt x="371" y="14"/>
                    <a:pt x="371" y="21"/>
                    <a:pt x="368" y="21"/>
                  </a:cubicBezTo>
                  <a:cubicBezTo>
                    <a:pt x="365" y="21"/>
                    <a:pt x="365" y="25"/>
                    <a:pt x="362" y="25"/>
                  </a:cubicBezTo>
                  <a:cubicBezTo>
                    <a:pt x="359" y="25"/>
                    <a:pt x="359" y="20"/>
                    <a:pt x="356" y="20"/>
                  </a:cubicBezTo>
                  <a:cubicBezTo>
                    <a:pt x="354" y="20"/>
                    <a:pt x="354" y="8"/>
                    <a:pt x="351" y="8"/>
                  </a:cubicBezTo>
                  <a:cubicBezTo>
                    <a:pt x="348" y="8"/>
                    <a:pt x="348" y="21"/>
                    <a:pt x="345" y="21"/>
                  </a:cubicBezTo>
                  <a:cubicBezTo>
                    <a:pt x="342" y="21"/>
                    <a:pt x="342" y="9"/>
                    <a:pt x="339" y="9"/>
                  </a:cubicBezTo>
                  <a:cubicBezTo>
                    <a:pt x="336" y="9"/>
                    <a:pt x="336" y="15"/>
                    <a:pt x="333" y="15"/>
                  </a:cubicBezTo>
                  <a:cubicBezTo>
                    <a:pt x="331" y="15"/>
                    <a:pt x="331" y="32"/>
                    <a:pt x="328" y="32"/>
                  </a:cubicBezTo>
                  <a:cubicBezTo>
                    <a:pt x="325" y="32"/>
                    <a:pt x="325" y="30"/>
                    <a:pt x="322" y="30"/>
                  </a:cubicBezTo>
                  <a:cubicBezTo>
                    <a:pt x="319" y="30"/>
                    <a:pt x="319" y="9"/>
                    <a:pt x="316" y="9"/>
                  </a:cubicBezTo>
                  <a:cubicBezTo>
                    <a:pt x="313" y="9"/>
                    <a:pt x="313" y="31"/>
                    <a:pt x="311" y="31"/>
                  </a:cubicBezTo>
                  <a:cubicBezTo>
                    <a:pt x="308" y="31"/>
                    <a:pt x="307" y="11"/>
                    <a:pt x="305" y="11"/>
                  </a:cubicBezTo>
                  <a:cubicBezTo>
                    <a:pt x="302" y="11"/>
                    <a:pt x="302" y="14"/>
                    <a:pt x="299" y="14"/>
                  </a:cubicBezTo>
                  <a:cubicBezTo>
                    <a:pt x="296" y="14"/>
                    <a:pt x="296" y="11"/>
                    <a:pt x="293" y="11"/>
                  </a:cubicBezTo>
                  <a:cubicBezTo>
                    <a:pt x="290" y="11"/>
                    <a:pt x="290" y="7"/>
                    <a:pt x="287" y="7"/>
                  </a:cubicBezTo>
                  <a:cubicBezTo>
                    <a:pt x="284" y="7"/>
                    <a:pt x="284" y="10"/>
                    <a:pt x="282" y="10"/>
                  </a:cubicBezTo>
                  <a:cubicBezTo>
                    <a:pt x="279" y="10"/>
                    <a:pt x="279" y="16"/>
                    <a:pt x="276" y="16"/>
                  </a:cubicBezTo>
                  <a:cubicBezTo>
                    <a:pt x="273" y="16"/>
                    <a:pt x="273" y="18"/>
                    <a:pt x="270" y="18"/>
                  </a:cubicBezTo>
                  <a:cubicBezTo>
                    <a:pt x="267" y="18"/>
                    <a:pt x="267" y="28"/>
                    <a:pt x="264" y="28"/>
                  </a:cubicBezTo>
                  <a:cubicBezTo>
                    <a:pt x="262" y="28"/>
                    <a:pt x="262" y="30"/>
                    <a:pt x="259" y="30"/>
                  </a:cubicBezTo>
                  <a:cubicBezTo>
                    <a:pt x="256" y="30"/>
                    <a:pt x="256" y="29"/>
                    <a:pt x="253" y="29"/>
                  </a:cubicBezTo>
                  <a:cubicBezTo>
                    <a:pt x="250" y="29"/>
                    <a:pt x="250" y="26"/>
                    <a:pt x="247" y="26"/>
                  </a:cubicBezTo>
                  <a:cubicBezTo>
                    <a:pt x="244" y="26"/>
                    <a:pt x="244" y="24"/>
                    <a:pt x="241" y="24"/>
                  </a:cubicBezTo>
                  <a:cubicBezTo>
                    <a:pt x="238" y="24"/>
                    <a:pt x="238" y="10"/>
                    <a:pt x="236" y="10"/>
                  </a:cubicBezTo>
                  <a:cubicBezTo>
                    <a:pt x="233" y="10"/>
                    <a:pt x="233" y="11"/>
                    <a:pt x="230" y="11"/>
                  </a:cubicBezTo>
                  <a:cubicBezTo>
                    <a:pt x="227" y="11"/>
                    <a:pt x="227" y="27"/>
                    <a:pt x="224" y="27"/>
                  </a:cubicBezTo>
                  <a:cubicBezTo>
                    <a:pt x="221" y="27"/>
                    <a:pt x="221" y="7"/>
                    <a:pt x="218" y="7"/>
                  </a:cubicBezTo>
                  <a:cubicBezTo>
                    <a:pt x="215" y="7"/>
                    <a:pt x="215" y="16"/>
                    <a:pt x="213" y="16"/>
                  </a:cubicBezTo>
                  <a:cubicBezTo>
                    <a:pt x="210" y="16"/>
                    <a:pt x="210" y="29"/>
                    <a:pt x="207" y="29"/>
                  </a:cubicBezTo>
                  <a:cubicBezTo>
                    <a:pt x="204" y="29"/>
                    <a:pt x="204" y="10"/>
                    <a:pt x="201" y="10"/>
                  </a:cubicBezTo>
                  <a:cubicBezTo>
                    <a:pt x="198" y="10"/>
                    <a:pt x="198" y="9"/>
                    <a:pt x="195" y="9"/>
                  </a:cubicBezTo>
                  <a:cubicBezTo>
                    <a:pt x="192" y="9"/>
                    <a:pt x="192" y="22"/>
                    <a:pt x="189" y="22"/>
                  </a:cubicBezTo>
                  <a:cubicBezTo>
                    <a:pt x="187" y="22"/>
                    <a:pt x="187" y="21"/>
                    <a:pt x="184" y="21"/>
                  </a:cubicBezTo>
                  <a:cubicBezTo>
                    <a:pt x="181" y="21"/>
                    <a:pt x="181" y="18"/>
                    <a:pt x="178" y="18"/>
                  </a:cubicBezTo>
                  <a:cubicBezTo>
                    <a:pt x="175" y="18"/>
                    <a:pt x="175" y="30"/>
                    <a:pt x="172" y="30"/>
                  </a:cubicBezTo>
                  <a:cubicBezTo>
                    <a:pt x="169" y="30"/>
                    <a:pt x="169" y="15"/>
                    <a:pt x="166" y="15"/>
                  </a:cubicBezTo>
                  <a:cubicBezTo>
                    <a:pt x="164" y="15"/>
                    <a:pt x="163" y="10"/>
                    <a:pt x="161" y="10"/>
                  </a:cubicBezTo>
                  <a:cubicBezTo>
                    <a:pt x="158" y="10"/>
                    <a:pt x="158" y="8"/>
                    <a:pt x="155" y="8"/>
                  </a:cubicBezTo>
                  <a:cubicBezTo>
                    <a:pt x="152" y="8"/>
                    <a:pt x="152" y="21"/>
                    <a:pt x="149" y="21"/>
                  </a:cubicBezTo>
                  <a:cubicBezTo>
                    <a:pt x="146" y="22"/>
                    <a:pt x="146" y="19"/>
                    <a:pt x="143" y="19"/>
                  </a:cubicBezTo>
                  <a:cubicBezTo>
                    <a:pt x="141" y="19"/>
                    <a:pt x="140" y="12"/>
                    <a:pt x="138" y="12"/>
                  </a:cubicBezTo>
                  <a:cubicBezTo>
                    <a:pt x="135" y="12"/>
                    <a:pt x="135" y="25"/>
                    <a:pt x="132" y="25"/>
                  </a:cubicBezTo>
                  <a:cubicBezTo>
                    <a:pt x="129" y="25"/>
                    <a:pt x="129" y="20"/>
                    <a:pt x="126" y="20"/>
                  </a:cubicBezTo>
                  <a:cubicBezTo>
                    <a:pt x="123" y="20"/>
                    <a:pt x="123" y="28"/>
                    <a:pt x="120" y="28"/>
                  </a:cubicBezTo>
                  <a:cubicBezTo>
                    <a:pt x="118" y="28"/>
                    <a:pt x="117" y="15"/>
                    <a:pt x="115" y="15"/>
                  </a:cubicBezTo>
                  <a:cubicBezTo>
                    <a:pt x="112" y="15"/>
                    <a:pt x="112" y="32"/>
                    <a:pt x="109" y="32"/>
                  </a:cubicBezTo>
                  <a:cubicBezTo>
                    <a:pt x="106" y="32"/>
                    <a:pt x="106" y="28"/>
                    <a:pt x="103" y="28"/>
                  </a:cubicBezTo>
                  <a:cubicBezTo>
                    <a:pt x="100" y="28"/>
                    <a:pt x="100" y="13"/>
                    <a:pt x="97" y="13"/>
                  </a:cubicBezTo>
                  <a:cubicBezTo>
                    <a:pt x="94" y="13"/>
                    <a:pt x="94" y="17"/>
                    <a:pt x="92" y="17"/>
                  </a:cubicBezTo>
                  <a:cubicBezTo>
                    <a:pt x="89" y="17"/>
                    <a:pt x="89" y="13"/>
                    <a:pt x="86" y="13"/>
                  </a:cubicBezTo>
                  <a:cubicBezTo>
                    <a:pt x="83" y="13"/>
                    <a:pt x="83" y="29"/>
                    <a:pt x="80" y="29"/>
                  </a:cubicBezTo>
                  <a:cubicBezTo>
                    <a:pt x="77" y="29"/>
                    <a:pt x="77" y="12"/>
                    <a:pt x="74" y="12"/>
                  </a:cubicBezTo>
                  <a:cubicBezTo>
                    <a:pt x="71" y="12"/>
                    <a:pt x="72" y="32"/>
                    <a:pt x="69" y="32"/>
                  </a:cubicBezTo>
                  <a:cubicBezTo>
                    <a:pt x="66" y="32"/>
                    <a:pt x="66" y="22"/>
                    <a:pt x="63" y="22"/>
                  </a:cubicBezTo>
                  <a:cubicBezTo>
                    <a:pt x="60" y="22"/>
                    <a:pt x="60" y="25"/>
                    <a:pt x="57" y="25"/>
                  </a:cubicBezTo>
                  <a:cubicBezTo>
                    <a:pt x="54" y="25"/>
                    <a:pt x="54" y="15"/>
                    <a:pt x="51" y="15"/>
                  </a:cubicBezTo>
                  <a:cubicBezTo>
                    <a:pt x="48" y="15"/>
                    <a:pt x="48" y="10"/>
                    <a:pt x="46" y="10"/>
                  </a:cubicBezTo>
                  <a:cubicBezTo>
                    <a:pt x="43" y="10"/>
                    <a:pt x="43" y="24"/>
                    <a:pt x="40" y="24"/>
                  </a:cubicBezTo>
                  <a:cubicBezTo>
                    <a:pt x="37" y="24"/>
                    <a:pt x="37" y="29"/>
                    <a:pt x="34" y="29"/>
                  </a:cubicBezTo>
                  <a:cubicBezTo>
                    <a:pt x="32" y="29"/>
                    <a:pt x="31" y="25"/>
                    <a:pt x="30" y="26"/>
                  </a:cubicBezTo>
                  <a:cubicBezTo>
                    <a:pt x="28" y="26"/>
                    <a:pt x="17" y="14"/>
                    <a:pt x="16" y="15"/>
                  </a:cubicBezTo>
                  <a:cubicBezTo>
                    <a:pt x="14" y="16"/>
                    <a:pt x="11" y="26"/>
                    <a:pt x="7" y="27"/>
                  </a:cubicBezTo>
                  <a:cubicBezTo>
                    <a:pt x="5" y="27"/>
                    <a:pt x="2" y="34"/>
                    <a:pt x="1" y="38"/>
                  </a:cubicBezTo>
                  <a:cubicBezTo>
                    <a:pt x="0" y="41"/>
                    <a:pt x="1" y="62"/>
                    <a:pt x="1" y="62"/>
                  </a:cubicBezTo>
                  <a:cubicBezTo>
                    <a:pt x="1" y="70"/>
                    <a:pt x="8" y="78"/>
                    <a:pt x="17" y="78"/>
                  </a:cubicBezTo>
                  <a:close/>
                </a:path>
              </a:pathLst>
            </a:custGeom>
            <a:solidFill>
              <a:srgbClr val="00B05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4" name="Rectangle 92"/>
            <p:cNvSpPr>
              <a:spLocks noChangeArrowheads="1"/>
            </p:cNvSpPr>
            <p:nvPr/>
          </p:nvSpPr>
          <p:spPr bwMode="auto">
            <a:xfrm>
              <a:off x="1174750" y="4254500"/>
              <a:ext cx="93663" cy="95250"/>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5" name="Rectangle 93"/>
            <p:cNvSpPr>
              <a:spLocks noChangeArrowheads="1"/>
            </p:cNvSpPr>
            <p:nvPr/>
          </p:nvSpPr>
          <p:spPr bwMode="auto">
            <a:xfrm>
              <a:off x="1243013" y="4198938"/>
              <a:ext cx="180975" cy="36513"/>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6" name="Rectangle 94"/>
            <p:cNvSpPr>
              <a:spLocks noChangeArrowheads="1"/>
            </p:cNvSpPr>
            <p:nvPr/>
          </p:nvSpPr>
          <p:spPr bwMode="auto">
            <a:xfrm>
              <a:off x="1208088" y="4143375"/>
              <a:ext cx="180975" cy="36513"/>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7" name="Rectangle 95"/>
            <p:cNvSpPr>
              <a:spLocks noChangeArrowheads="1"/>
            </p:cNvSpPr>
            <p:nvPr/>
          </p:nvSpPr>
          <p:spPr bwMode="auto">
            <a:xfrm>
              <a:off x="1290638" y="4254500"/>
              <a:ext cx="95250" cy="95250"/>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8" name="Rectangle 96"/>
            <p:cNvSpPr>
              <a:spLocks noChangeArrowheads="1"/>
            </p:cNvSpPr>
            <p:nvPr/>
          </p:nvSpPr>
          <p:spPr bwMode="auto">
            <a:xfrm>
              <a:off x="1406525" y="4254500"/>
              <a:ext cx="95250" cy="95250"/>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9" name="Freeform 97"/>
            <p:cNvSpPr>
              <a:spLocks/>
            </p:cNvSpPr>
            <p:nvPr/>
          </p:nvSpPr>
          <p:spPr bwMode="auto">
            <a:xfrm>
              <a:off x="1265238" y="3983038"/>
              <a:ext cx="139700" cy="138113"/>
            </a:xfrm>
            <a:custGeom>
              <a:avLst/>
              <a:gdLst>
                <a:gd name="T0" fmla="*/ 55 w 88"/>
                <a:gd name="T1" fmla="*/ 0 h 87"/>
                <a:gd name="T2" fmla="*/ 32 w 88"/>
                <a:gd name="T3" fmla="*/ 0 h 87"/>
                <a:gd name="T4" fmla="*/ 0 w 88"/>
                <a:gd name="T5" fmla="*/ 87 h 87"/>
                <a:gd name="T6" fmla="*/ 88 w 88"/>
                <a:gd name="T7" fmla="*/ 87 h 87"/>
                <a:gd name="T8" fmla="*/ 55 w 88"/>
                <a:gd name="T9" fmla="*/ 0 h 87"/>
              </a:gdLst>
              <a:ahLst/>
              <a:cxnLst>
                <a:cxn ang="0">
                  <a:pos x="T0" y="T1"/>
                </a:cxn>
                <a:cxn ang="0">
                  <a:pos x="T2" y="T3"/>
                </a:cxn>
                <a:cxn ang="0">
                  <a:pos x="T4" y="T5"/>
                </a:cxn>
                <a:cxn ang="0">
                  <a:pos x="T6" y="T7"/>
                </a:cxn>
                <a:cxn ang="0">
                  <a:pos x="T8" y="T9"/>
                </a:cxn>
              </a:cxnLst>
              <a:rect l="0" t="0" r="r" b="b"/>
              <a:pathLst>
                <a:path w="88" h="87">
                  <a:moveTo>
                    <a:pt x="55" y="0"/>
                  </a:moveTo>
                  <a:lnTo>
                    <a:pt x="32" y="0"/>
                  </a:lnTo>
                  <a:lnTo>
                    <a:pt x="0" y="87"/>
                  </a:lnTo>
                  <a:lnTo>
                    <a:pt x="88" y="87"/>
                  </a:lnTo>
                  <a:lnTo>
                    <a:pt x="55"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80" name="组合 79"/>
          <p:cNvGrpSpPr/>
          <p:nvPr/>
        </p:nvGrpSpPr>
        <p:grpSpPr>
          <a:xfrm>
            <a:off x="0" y="4740275"/>
            <a:ext cx="5622925" cy="1444625"/>
            <a:chOff x="0" y="4740275"/>
            <a:chExt cx="5622925" cy="1444625"/>
          </a:xfrm>
          <a:solidFill>
            <a:schemeClr val="tx1">
              <a:lumMod val="65000"/>
              <a:lumOff val="35000"/>
            </a:schemeClr>
          </a:solidFill>
        </p:grpSpPr>
        <p:sp>
          <p:nvSpPr>
            <p:cNvPr id="81" name="Freeform 7"/>
            <p:cNvSpPr>
              <a:spLocks/>
            </p:cNvSpPr>
            <p:nvPr/>
          </p:nvSpPr>
          <p:spPr bwMode="auto">
            <a:xfrm>
              <a:off x="1555750" y="5291138"/>
              <a:ext cx="396875" cy="650875"/>
            </a:xfrm>
            <a:custGeom>
              <a:avLst/>
              <a:gdLst>
                <a:gd name="T0" fmla="*/ 193 w 264"/>
                <a:gd name="T1" fmla="*/ 110 h 432"/>
                <a:gd name="T2" fmla="*/ 165 w 264"/>
                <a:gd name="T3" fmla="*/ 97 h 432"/>
                <a:gd name="T4" fmla="*/ 132 w 264"/>
                <a:gd name="T5" fmla="*/ 72 h 432"/>
                <a:gd name="T6" fmla="*/ 124 w 264"/>
                <a:gd name="T7" fmla="*/ 52 h 432"/>
                <a:gd name="T8" fmla="*/ 133 w 264"/>
                <a:gd name="T9" fmla="*/ 32 h 432"/>
                <a:gd name="T10" fmla="*/ 152 w 264"/>
                <a:gd name="T11" fmla="*/ 24 h 432"/>
                <a:gd name="T12" fmla="*/ 172 w 264"/>
                <a:gd name="T13" fmla="*/ 33 h 432"/>
                <a:gd name="T14" fmla="*/ 173 w 264"/>
                <a:gd name="T15" fmla="*/ 34 h 432"/>
                <a:gd name="T16" fmla="*/ 177 w 264"/>
                <a:gd name="T17" fmla="*/ 37 h 432"/>
                <a:gd name="T18" fmla="*/ 194 w 264"/>
                <a:gd name="T19" fmla="*/ 49 h 432"/>
                <a:gd name="T20" fmla="*/ 205 w 264"/>
                <a:gd name="T21" fmla="*/ 55 h 432"/>
                <a:gd name="T22" fmla="*/ 176 w 264"/>
                <a:gd name="T23" fmla="*/ 5 h 432"/>
                <a:gd name="T24" fmla="*/ 176 w 264"/>
                <a:gd name="T25" fmla="*/ 5 h 432"/>
                <a:gd name="T26" fmla="*/ 167 w 264"/>
                <a:gd name="T27" fmla="*/ 2 h 432"/>
                <a:gd name="T28" fmla="*/ 143 w 264"/>
                <a:gd name="T29" fmla="*/ 0 h 432"/>
                <a:gd name="T30" fmla="*/ 59 w 264"/>
                <a:gd name="T31" fmla="*/ 20 h 432"/>
                <a:gd name="T32" fmla="*/ 19 w 264"/>
                <a:gd name="T33" fmla="*/ 57 h 432"/>
                <a:gd name="T34" fmla="*/ 0 w 264"/>
                <a:gd name="T35" fmla="*/ 121 h 432"/>
                <a:gd name="T36" fmla="*/ 19 w 264"/>
                <a:gd name="T37" fmla="*/ 142 h 432"/>
                <a:gd name="T38" fmla="*/ 20 w 264"/>
                <a:gd name="T39" fmla="*/ 142 h 432"/>
                <a:gd name="T40" fmla="*/ 40 w 264"/>
                <a:gd name="T41" fmla="*/ 123 h 432"/>
                <a:gd name="T42" fmla="*/ 53 w 264"/>
                <a:gd name="T43" fmla="*/ 79 h 432"/>
                <a:gd name="T44" fmla="*/ 95 w 264"/>
                <a:gd name="T45" fmla="*/ 48 h 432"/>
                <a:gd name="T46" fmla="*/ 101 w 264"/>
                <a:gd name="T47" fmla="*/ 46 h 432"/>
                <a:gd name="T48" fmla="*/ 98 w 264"/>
                <a:gd name="T49" fmla="*/ 52 h 432"/>
                <a:gd name="T50" fmla="*/ 79 w 264"/>
                <a:gd name="T51" fmla="*/ 200 h 432"/>
                <a:gd name="T52" fmla="*/ 81 w 264"/>
                <a:gd name="T53" fmla="*/ 205 h 432"/>
                <a:gd name="T54" fmla="*/ 85 w 264"/>
                <a:gd name="T55" fmla="*/ 218 h 432"/>
                <a:gd name="T56" fmla="*/ 85 w 264"/>
                <a:gd name="T57" fmla="*/ 218 h 432"/>
                <a:gd name="T58" fmla="*/ 85 w 264"/>
                <a:gd name="T59" fmla="*/ 218 h 432"/>
                <a:gd name="T60" fmla="*/ 100 w 264"/>
                <a:gd name="T61" fmla="*/ 277 h 432"/>
                <a:gd name="T62" fmla="*/ 88 w 264"/>
                <a:gd name="T63" fmla="*/ 323 h 432"/>
                <a:gd name="T64" fmla="*/ 38 w 264"/>
                <a:gd name="T65" fmla="*/ 372 h 432"/>
                <a:gd name="T66" fmla="*/ 28 w 264"/>
                <a:gd name="T67" fmla="*/ 416 h 432"/>
                <a:gd name="T68" fmla="*/ 55 w 264"/>
                <a:gd name="T69" fmla="*/ 431 h 432"/>
                <a:gd name="T70" fmla="*/ 72 w 264"/>
                <a:gd name="T71" fmla="*/ 426 h 432"/>
                <a:gd name="T72" fmla="*/ 144 w 264"/>
                <a:gd name="T73" fmla="*/ 354 h 432"/>
                <a:gd name="T74" fmla="*/ 164 w 264"/>
                <a:gd name="T75" fmla="*/ 277 h 432"/>
                <a:gd name="T76" fmla="*/ 163 w 264"/>
                <a:gd name="T77" fmla="*/ 259 h 432"/>
                <a:gd name="T78" fmla="*/ 168 w 264"/>
                <a:gd name="T79" fmla="*/ 265 h 432"/>
                <a:gd name="T80" fmla="*/ 200 w 264"/>
                <a:gd name="T81" fmla="*/ 344 h 432"/>
                <a:gd name="T82" fmla="*/ 191 w 264"/>
                <a:gd name="T83" fmla="*/ 388 h 432"/>
                <a:gd name="T84" fmla="*/ 208 w 264"/>
                <a:gd name="T85" fmla="*/ 430 h 432"/>
                <a:gd name="T86" fmla="*/ 220 w 264"/>
                <a:gd name="T87" fmla="*/ 432 h 432"/>
                <a:gd name="T88" fmla="*/ 250 w 264"/>
                <a:gd name="T89" fmla="*/ 413 h 432"/>
                <a:gd name="T90" fmla="*/ 264 w 264"/>
                <a:gd name="T91" fmla="*/ 344 h 432"/>
                <a:gd name="T92" fmla="*/ 214 w 264"/>
                <a:gd name="T93" fmla="*/ 221 h 432"/>
                <a:gd name="T94" fmla="*/ 183 w 264"/>
                <a:gd name="T95" fmla="*/ 191 h 432"/>
                <a:gd name="T96" fmla="*/ 193 w 264"/>
                <a:gd name="T97" fmla="*/ 110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64" h="432">
                  <a:moveTo>
                    <a:pt x="193" y="110"/>
                  </a:moveTo>
                  <a:cubicBezTo>
                    <a:pt x="183" y="107"/>
                    <a:pt x="174" y="102"/>
                    <a:pt x="165" y="97"/>
                  </a:cubicBezTo>
                  <a:cubicBezTo>
                    <a:pt x="146" y="86"/>
                    <a:pt x="135" y="75"/>
                    <a:pt x="132" y="72"/>
                  </a:cubicBezTo>
                  <a:cubicBezTo>
                    <a:pt x="127" y="66"/>
                    <a:pt x="124" y="59"/>
                    <a:pt x="124" y="52"/>
                  </a:cubicBezTo>
                  <a:cubicBezTo>
                    <a:pt x="124" y="44"/>
                    <a:pt x="128" y="37"/>
                    <a:pt x="133" y="32"/>
                  </a:cubicBezTo>
                  <a:cubicBezTo>
                    <a:pt x="138" y="27"/>
                    <a:pt x="145" y="24"/>
                    <a:pt x="152" y="24"/>
                  </a:cubicBezTo>
                  <a:cubicBezTo>
                    <a:pt x="160" y="24"/>
                    <a:pt x="167" y="27"/>
                    <a:pt x="172" y="33"/>
                  </a:cubicBezTo>
                  <a:cubicBezTo>
                    <a:pt x="173" y="34"/>
                    <a:pt x="173" y="34"/>
                    <a:pt x="173" y="34"/>
                  </a:cubicBezTo>
                  <a:cubicBezTo>
                    <a:pt x="174" y="35"/>
                    <a:pt x="176" y="36"/>
                    <a:pt x="177" y="37"/>
                  </a:cubicBezTo>
                  <a:cubicBezTo>
                    <a:pt x="181" y="40"/>
                    <a:pt x="186" y="44"/>
                    <a:pt x="194" y="49"/>
                  </a:cubicBezTo>
                  <a:cubicBezTo>
                    <a:pt x="197" y="51"/>
                    <a:pt x="201" y="53"/>
                    <a:pt x="205" y="55"/>
                  </a:cubicBezTo>
                  <a:cubicBezTo>
                    <a:pt x="207" y="32"/>
                    <a:pt x="196" y="10"/>
                    <a:pt x="176" y="5"/>
                  </a:cubicBezTo>
                  <a:cubicBezTo>
                    <a:pt x="176" y="5"/>
                    <a:pt x="176" y="5"/>
                    <a:pt x="176" y="5"/>
                  </a:cubicBezTo>
                  <a:cubicBezTo>
                    <a:pt x="173" y="4"/>
                    <a:pt x="170" y="2"/>
                    <a:pt x="167" y="2"/>
                  </a:cubicBezTo>
                  <a:cubicBezTo>
                    <a:pt x="166" y="2"/>
                    <a:pt x="157" y="0"/>
                    <a:pt x="143" y="0"/>
                  </a:cubicBezTo>
                  <a:cubicBezTo>
                    <a:pt x="121" y="0"/>
                    <a:pt x="89" y="3"/>
                    <a:pt x="59" y="20"/>
                  </a:cubicBezTo>
                  <a:cubicBezTo>
                    <a:pt x="44" y="28"/>
                    <a:pt x="30" y="40"/>
                    <a:pt x="19" y="57"/>
                  </a:cubicBezTo>
                  <a:cubicBezTo>
                    <a:pt x="8" y="74"/>
                    <a:pt x="2" y="95"/>
                    <a:pt x="0" y="121"/>
                  </a:cubicBezTo>
                  <a:cubicBezTo>
                    <a:pt x="0" y="132"/>
                    <a:pt x="8" y="141"/>
                    <a:pt x="19" y="142"/>
                  </a:cubicBezTo>
                  <a:cubicBezTo>
                    <a:pt x="20" y="142"/>
                    <a:pt x="20" y="142"/>
                    <a:pt x="20" y="142"/>
                  </a:cubicBezTo>
                  <a:cubicBezTo>
                    <a:pt x="31" y="142"/>
                    <a:pt x="40" y="133"/>
                    <a:pt x="40" y="123"/>
                  </a:cubicBezTo>
                  <a:cubicBezTo>
                    <a:pt x="41" y="103"/>
                    <a:pt x="46" y="89"/>
                    <a:pt x="53" y="79"/>
                  </a:cubicBezTo>
                  <a:cubicBezTo>
                    <a:pt x="63" y="63"/>
                    <a:pt x="78" y="53"/>
                    <a:pt x="95" y="48"/>
                  </a:cubicBezTo>
                  <a:cubicBezTo>
                    <a:pt x="97" y="47"/>
                    <a:pt x="99" y="46"/>
                    <a:pt x="101" y="46"/>
                  </a:cubicBezTo>
                  <a:cubicBezTo>
                    <a:pt x="100" y="48"/>
                    <a:pt x="99" y="50"/>
                    <a:pt x="98" y="52"/>
                  </a:cubicBezTo>
                  <a:cubicBezTo>
                    <a:pt x="77" y="106"/>
                    <a:pt x="73" y="141"/>
                    <a:pt x="79" y="200"/>
                  </a:cubicBezTo>
                  <a:cubicBezTo>
                    <a:pt x="80" y="202"/>
                    <a:pt x="80" y="203"/>
                    <a:pt x="81" y="205"/>
                  </a:cubicBezTo>
                  <a:cubicBezTo>
                    <a:pt x="81" y="209"/>
                    <a:pt x="82" y="214"/>
                    <a:pt x="85" y="218"/>
                  </a:cubicBezTo>
                  <a:cubicBezTo>
                    <a:pt x="85" y="218"/>
                    <a:pt x="85" y="218"/>
                    <a:pt x="85" y="218"/>
                  </a:cubicBezTo>
                  <a:cubicBezTo>
                    <a:pt x="85" y="218"/>
                    <a:pt x="85" y="218"/>
                    <a:pt x="85" y="218"/>
                  </a:cubicBezTo>
                  <a:cubicBezTo>
                    <a:pt x="86" y="220"/>
                    <a:pt x="100" y="247"/>
                    <a:pt x="100" y="277"/>
                  </a:cubicBezTo>
                  <a:cubicBezTo>
                    <a:pt x="100" y="292"/>
                    <a:pt x="97" y="308"/>
                    <a:pt x="88" y="323"/>
                  </a:cubicBezTo>
                  <a:cubicBezTo>
                    <a:pt x="79" y="339"/>
                    <a:pt x="65" y="356"/>
                    <a:pt x="38" y="372"/>
                  </a:cubicBezTo>
                  <a:cubicBezTo>
                    <a:pt x="23" y="381"/>
                    <a:pt x="18" y="400"/>
                    <a:pt x="28" y="416"/>
                  </a:cubicBezTo>
                  <a:cubicBezTo>
                    <a:pt x="34" y="425"/>
                    <a:pt x="44" y="431"/>
                    <a:pt x="55" y="431"/>
                  </a:cubicBezTo>
                  <a:cubicBezTo>
                    <a:pt x="61" y="431"/>
                    <a:pt x="66" y="429"/>
                    <a:pt x="72" y="426"/>
                  </a:cubicBezTo>
                  <a:cubicBezTo>
                    <a:pt x="106" y="406"/>
                    <a:pt x="130" y="381"/>
                    <a:pt x="144" y="354"/>
                  </a:cubicBezTo>
                  <a:cubicBezTo>
                    <a:pt x="159" y="328"/>
                    <a:pt x="164" y="301"/>
                    <a:pt x="164" y="277"/>
                  </a:cubicBezTo>
                  <a:cubicBezTo>
                    <a:pt x="164" y="271"/>
                    <a:pt x="163" y="265"/>
                    <a:pt x="163" y="259"/>
                  </a:cubicBezTo>
                  <a:cubicBezTo>
                    <a:pt x="164" y="261"/>
                    <a:pt x="166" y="263"/>
                    <a:pt x="168" y="265"/>
                  </a:cubicBezTo>
                  <a:cubicBezTo>
                    <a:pt x="185" y="286"/>
                    <a:pt x="200" y="313"/>
                    <a:pt x="200" y="344"/>
                  </a:cubicBezTo>
                  <a:cubicBezTo>
                    <a:pt x="200" y="357"/>
                    <a:pt x="198" y="372"/>
                    <a:pt x="191" y="388"/>
                  </a:cubicBezTo>
                  <a:cubicBezTo>
                    <a:pt x="184" y="404"/>
                    <a:pt x="192" y="423"/>
                    <a:pt x="208" y="430"/>
                  </a:cubicBezTo>
                  <a:cubicBezTo>
                    <a:pt x="212" y="432"/>
                    <a:pt x="216" y="432"/>
                    <a:pt x="220" y="432"/>
                  </a:cubicBezTo>
                  <a:cubicBezTo>
                    <a:pt x="233" y="432"/>
                    <a:pt x="245" y="425"/>
                    <a:pt x="250" y="413"/>
                  </a:cubicBezTo>
                  <a:cubicBezTo>
                    <a:pt x="260" y="389"/>
                    <a:pt x="264" y="366"/>
                    <a:pt x="264" y="344"/>
                  </a:cubicBezTo>
                  <a:cubicBezTo>
                    <a:pt x="264" y="290"/>
                    <a:pt x="238" y="249"/>
                    <a:pt x="214" y="221"/>
                  </a:cubicBezTo>
                  <a:cubicBezTo>
                    <a:pt x="203" y="208"/>
                    <a:pt x="192" y="198"/>
                    <a:pt x="183" y="191"/>
                  </a:cubicBezTo>
                  <a:cubicBezTo>
                    <a:pt x="182" y="164"/>
                    <a:pt x="187" y="136"/>
                    <a:pt x="193" y="1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8"/>
            <p:cNvSpPr>
              <a:spLocks/>
            </p:cNvSpPr>
            <p:nvPr/>
          </p:nvSpPr>
          <p:spPr bwMode="auto">
            <a:xfrm>
              <a:off x="1763713" y="53895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9"/>
            <p:cNvSpPr>
              <a:spLocks/>
            </p:cNvSpPr>
            <p:nvPr/>
          </p:nvSpPr>
          <p:spPr bwMode="auto">
            <a:xfrm>
              <a:off x="1751013" y="5335588"/>
              <a:ext cx="320675" cy="125413"/>
            </a:xfrm>
            <a:custGeom>
              <a:avLst/>
              <a:gdLst>
                <a:gd name="T0" fmla="*/ 42 w 213"/>
                <a:gd name="T1" fmla="*/ 13 h 83"/>
                <a:gd name="T2" fmla="*/ 38 w 213"/>
                <a:gd name="T3" fmla="*/ 10 h 83"/>
                <a:gd name="T4" fmla="*/ 37 w 213"/>
                <a:gd name="T5" fmla="*/ 9 h 83"/>
                <a:gd name="T6" fmla="*/ 37 w 213"/>
                <a:gd name="T7" fmla="*/ 8 h 83"/>
                <a:gd name="T8" fmla="*/ 8 w 213"/>
                <a:gd name="T9" fmla="*/ 8 h 83"/>
                <a:gd name="T10" fmla="*/ 8 w 213"/>
                <a:gd name="T11" fmla="*/ 36 h 83"/>
                <a:gd name="T12" fmla="*/ 39 w 213"/>
                <a:gd name="T13" fmla="*/ 60 h 83"/>
                <a:gd name="T14" fmla="*/ 119 w 213"/>
                <a:gd name="T15" fmla="*/ 83 h 83"/>
                <a:gd name="T16" fmla="*/ 119 w 213"/>
                <a:gd name="T17" fmla="*/ 83 h 83"/>
                <a:gd name="T18" fmla="*/ 201 w 213"/>
                <a:gd name="T19" fmla="*/ 59 h 83"/>
                <a:gd name="T20" fmla="*/ 207 w 213"/>
                <a:gd name="T21" fmla="*/ 31 h 83"/>
                <a:gd name="T22" fmla="*/ 180 w 213"/>
                <a:gd name="T23" fmla="*/ 25 h 83"/>
                <a:gd name="T24" fmla="*/ 119 w 213"/>
                <a:gd name="T25" fmla="*/ 43 h 83"/>
                <a:gd name="T26" fmla="*/ 59 w 213"/>
                <a:gd name="T27" fmla="*/ 26 h 83"/>
                <a:gd name="T28" fmla="*/ 42 w 213"/>
                <a:gd name="T29" fmla="*/ 1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3" h="83">
                  <a:moveTo>
                    <a:pt x="42" y="13"/>
                  </a:moveTo>
                  <a:cubicBezTo>
                    <a:pt x="40" y="12"/>
                    <a:pt x="39" y="10"/>
                    <a:pt x="38" y="10"/>
                  </a:cubicBezTo>
                  <a:cubicBezTo>
                    <a:pt x="37" y="9"/>
                    <a:pt x="37" y="9"/>
                    <a:pt x="37" y="9"/>
                  </a:cubicBezTo>
                  <a:cubicBezTo>
                    <a:pt x="37" y="9"/>
                    <a:pt x="37" y="8"/>
                    <a:pt x="37" y="8"/>
                  </a:cubicBezTo>
                  <a:cubicBezTo>
                    <a:pt x="29" y="0"/>
                    <a:pt x="16" y="0"/>
                    <a:pt x="8" y="8"/>
                  </a:cubicBezTo>
                  <a:cubicBezTo>
                    <a:pt x="0" y="15"/>
                    <a:pt x="0" y="28"/>
                    <a:pt x="8" y="36"/>
                  </a:cubicBezTo>
                  <a:cubicBezTo>
                    <a:pt x="9" y="37"/>
                    <a:pt x="20" y="48"/>
                    <a:pt x="39" y="60"/>
                  </a:cubicBezTo>
                  <a:cubicBezTo>
                    <a:pt x="58" y="71"/>
                    <a:pt x="85" y="83"/>
                    <a:pt x="119" y="83"/>
                  </a:cubicBezTo>
                  <a:cubicBezTo>
                    <a:pt x="119" y="83"/>
                    <a:pt x="119" y="83"/>
                    <a:pt x="119" y="83"/>
                  </a:cubicBezTo>
                  <a:cubicBezTo>
                    <a:pt x="144" y="83"/>
                    <a:pt x="172" y="76"/>
                    <a:pt x="201" y="59"/>
                  </a:cubicBezTo>
                  <a:cubicBezTo>
                    <a:pt x="210" y="53"/>
                    <a:pt x="213" y="41"/>
                    <a:pt x="207" y="31"/>
                  </a:cubicBezTo>
                  <a:cubicBezTo>
                    <a:pt x="202" y="22"/>
                    <a:pt x="189" y="19"/>
                    <a:pt x="180" y="25"/>
                  </a:cubicBezTo>
                  <a:cubicBezTo>
                    <a:pt x="157" y="39"/>
                    <a:pt x="137" y="43"/>
                    <a:pt x="119" y="43"/>
                  </a:cubicBezTo>
                  <a:cubicBezTo>
                    <a:pt x="95" y="43"/>
                    <a:pt x="74" y="35"/>
                    <a:pt x="59" y="26"/>
                  </a:cubicBezTo>
                  <a:cubicBezTo>
                    <a:pt x="52" y="21"/>
                    <a:pt x="46" y="17"/>
                    <a:pt x="42"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Oval 10"/>
            <p:cNvSpPr>
              <a:spLocks noChangeArrowheads="1"/>
            </p:cNvSpPr>
            <p:nvPr/>
          </p:nvSpPr>
          <p:spPr bwMode="auto">
            <a:xfrm>
              <a:off x="1798638" y="5078413"/>
              <a:ext cx="211138" cy="2111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Oval 11"/>
            <p:cNvSpPr>
              <a:spLocks noChangeArrowheads="1"/>
            </p:cNvSpPr>
            <p:nvPr/>
          </p:nvSpPr>
          <p:spPr bwMode="auto">
            <a:xfrm>
              <a:off x="2344738" y="5084763"/>
              <a:ext cx="193675" cy="1936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12"/>
            <p:cNvSpPr>
              <a:spLocks/>
            </p:cNvSpPr>
            <p:nvPr/>
          </p:nvSpPr>
          <p:spPr bwMode="auto">
            <a:xfrm>
              <a:off x="2187575" y="5276850"/>
              <a:ext cx="452438" cy="663575"/>
            </a:xfrm>
            <a:custGeom>
              <a:avLst/>
              <a:gdLst>
                <a:gd name="T0" fmla="*/ 111 w 300"/>
                <a:gd name="T1" fmla="*/ 79 h 440"/>
                <a:gd name="T2" fmla="*/ 115 w 300"/>
                <a:gd name="T3" fmla="*/ 40 h 440"/>
                <a:gd name="T4" fmla="*/ 133 w 300"/>
                <a:gd name="T5" fmla="*/ 34 h 440"/>
                <a:gd name="T6" fmla="*/ 155 w 300"/>
                <a:gd name="T7" fmla="*/ 45 h 440"/>
                <a:gd name="T8" fmla="*/ 155 w 300"/>
                <a:gd name="T9" fmla="*/ 46 h 440"/>
                <a:gd name="T10" fmla="*/ 159 w 300"/>
                <a:gd name="T11" fmla="*/ 49 h 440"/>
                <a:gd name="T12" fmla="*/ 172 w 300"/>
                <a:gd name="T13" fmla="*/ 61 h 440"/>
                <a:gd name="T14" fmla="*/ 221 w 300"/>
                <a:gd name="T15" fmla="*/ 77 h 440"/>
                <a:gd name="T16" fmla="*/ 274 w 300"/>
                <a:gd name="T17" fmla="*/ 60 h 440"/>
                <a:gd name="T18" fmla="*/ 279 w 300"/>
                <a:gd name="T19" fmla="*/ 58 h 440"/>
                <a:gd name="T20" fmla="*/ 295 w 300"/>
                <a:gd name="T21" fmla="*/ 33 h 440"/>
                <a:gd name="T22" fmla="*/ 287 w 300"/>
                <a:gd name="T23" fmla="*/ 6 h 440"/>
                <a:gd name="T24" fmla="*/ 260 w 300"/>
                <a:gd name="T25" fmla="*/ 14 h 440"/>
                <a:gd name="T26" fmla="*/ 231 w 300"/>
                <a:gd name="T27" fmla="*/ 51 h 440"/>
                <a:gd name="T28" fmla="*/ 209 w 300"/>
                <a:gd name="T29" fmla="*/ 59 h 440"/>
                <a:gd name="T30" fmla="*/ 182 w 300"/>
                <a:gd name="T31" fmla="*/ 49 h 440"/>
                <a:gd name="T32" fmla="*/ 132 w 300"/>
                <a:gd name="T33" fmla="*/ 10 h 440"/>
                <a:gd name="T34" fmla="*/ 23 w 300"/>
                <a:gd name="T35" fmla="*/ 265 h 440"/>
                <a:gd name="T36" fmla="*/ 61 w 300"/>
                <a:gd name="T37" fmla="*/ 278 h 440"/>
                <a:gd name="T38" fmla="*/ 8 w 300"/>
                <a:gd name="T39" fmla="*/ 399 h 440"/>
                <a:gd name="T40" fmla="*/ 14 w 300"/>
                <a:gd name="T41" fmla="*/ 435 h 440"/>
                <a:gd name="T42" fmla="*/ 29 w 300"/>
                <a:gd name="T43" fmla="*/ 440 h 440"/>
                <a:gd name="T44" fmla="*/ 51 w 300"/>
                <a:gd name="T45" fmla="*/ 429 h 440"/>
                <a:gd name="T46" fmla="*/ 113 w 300"/>
                <a:gd name="T47" fmla="*/ 283 h 440"/>
                <a:gd name="T48" fmla="*/ 130 w 300"/>
                <a:gd name="T49" fmla="*/ 284 h 440"/>
                <a:gd name="T50" fmla="*/ 137 w 300"/>
                <a:gd name="T51" fmla="*/ 352 h 440"/>
                <a:gd name="T52" fmla="*/ 133 w 300"/>
                <a:gd name="T53" fmla="*/ 409 h 440"/>
                <a:gd name="T54" fmla="*/ 155 w 300"/>
                <a:gd name="T55" fmla="*/ 438 h 440"/>
                <a:gd name="T56" fmla="*/ 159 w 300"/>
                <a:gd name="T57" fmla="*/ 439 h 440"/>
                <a:gd name="T58" fmla="*/ 184 w 300"/>
                <a:gd name="T59" fmla="*/ 417 h 440"/>
                <a:gd name="T60" fmla="*/ 189 w 300"/>
                <a:gd name="T61" fmla="*/ 352 h 440"/>
                <a:gd name="T62" fmla="*/ 183 w 300"/>
                <a:gd name="T63" fmla="*/ 284 h 440"/>
                <a:gd name="T64" fmla="*/ 208 w 300"/>
                <a:gd name="T65" fmla="*/ 277 h 440"/>
                <a:gd name="T66" fmla="*/ 204 w 300"/>
                <a:gd name="T67" fmla="*/ 132 h 440"/>
                <a:gd name="T68" fmla="*/ 140 w 300"/>
                <a:gd name="T69" fmla="*/ 106 h 440"/>
                <a:gd name="T70" fmla="*/ 111 w 300"/>
                <a:gd name="T71" fmla="*/ 79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00" h="440">
                  <a:moveTo>
                    <a:pt x="111" y="79"/>
                  </a:moveTo>
                  <a:cubicBezTo>
                    <a:pt x="101" y="67"/>
                    <a:pt x="103" y="49"/>
                    <a:pt x="115" y="40"/>
                  </a:cubicBezTo>
                  <a:cubicBezTo>
                    <a:pt x="120" y="36"/>
                    <a:pt x="126" y="34"/>
                    <a:pt x="133" y="34"/>
                  </a:cubicBezTo>
                  <a:cubicBezTo>
                    <a:pt x="141" y="34"/>
                    <a:pt x="149" y="38"/>
                    <a:pt x="155" y="45"/>
                  </a:cubicBezTo>
                  <a:cubicBezTo>
                    <a:pt x="155" y="46"/>
                    <a:pt x="155" y="46"/>
                    <a:pt x="155" y="46"/>
                  </a:cubicBezTo>
                  <a:cubicBezTo>
                    <a:pt x="156" y="46"/>
                    <a:pt x="157" y="48"/>
                    <a:pt x="159" y="49"/>
                  </a:cubicBezTo>
                  <a:cubicBezTo>
                    <a:pt x="162" y="52"/>
                    <a:pt x="166" y="56"/>
                    <a:pt x="172" y="61"/>
                  </a:cubicBezTo>
                  <a:cubicBezTo>
                    <a:pt x="188" y="72"/>
                    <a:pt x="204" y="77"/>
                    <a:pt x="221" y="77"/>
                  </a:cubicBezTo>
                  <a:cubicBezTo>
                    <a:pt x="238" y="77"/>
                    <a:pt x="255" y="71"/>
                    <a:pt x="274" y="60"/>
                  </a:cubicBezTo>
                  <a:cubicBezTo>
                    <a:pt x="276" y="59"/>
                    <a:pt x="278" y="58"/>
                    <a:pt x="279" y="58"/>
                  </a:cubicBezTo>
                  <a:cubicBezTo>
                    <a:pt x="285" y="50"/>
                    <a:pt x="290" y="42"/>
                    <a:pt x="295" y="33"/>
                  </a:cubicBezTo>
                  <a:cubicBezTo>
                    <a:pt x="300" y="23"/>
                    <a:pt x="297" y="11"/>
                    <a:pt x="287" y="6"/>
                  </a:cubicBezTo>
                  <a:cubicBezTo>
                    <a:pt x="277" y="0"/>
                    <a:pt x="265" y="4"/>
                    <a:pt x="260" y="14"/>
                  </a:cubicBezTo>
                  <a:cubicBezTo>
                    <a:pt x="249" y="33"/>
                    <a:pt x="239" y="45"/>
                    <a:pt x="231" y="51"/>
                  </a:cubicBezTo>
                  <a:cubicBezTo>
                    <a:pt x="222" y="58"/>
                    <a:pt x="215" y="59"/>
                    <a:pt x="209" y="59"/>
                  </a:cubicBezTo>
                  <a:cubicBezTo>
                    <a:pt x="201" y="60"/>
                    <a:pt x="191" y="55"/>
                    <a:pt x="182" y="49"/>
                  </a:cubicBezTo>
                  <a:cubicBezTo>
                    <a:pt x="170" y="26"/>
                    <a:pt x="154" y="10"/>
                    <a:pt x="132" y="10"/>
                  </a:cubicBezTo>
                  <a:cubicBezTo>
                    <a:pt x="57" y="10"/>
                    <a:pt x="28" y="179"/>
                    <a:pt x="23" y="265"/>
                  </a:cubicBezTo>
                  <a:cubicBezTo>
                    <a:pt x="23" y="270"/>
                    <a:pt x="39" y="274"/>
                    <a:pt x="61" y="278"/>
                  </a:cubicBezTo>
                  <a:cubicBezTo>
                    <a:pt x="57" y="307"/>
                    <a:pt x="44" y="348"/>
                    <a:pt x="8" y="399"/>
                  </a:cubicBezTo>
                  <a:cubicBezTo>
                    <a:pt x="0" y="411"/>
                    <a:pt x="3" y="427"/>
                    <a:pt x="14" y="435"/>
                  </a:cubicBezTo>
                  <a:cubicBezTo>
                    <a:pt x="19" y="438"/>
                    <a:pt x="24" y="440"/>
                    <a:pt x="29" y="440"/>
                  </a:cubicBezTo>
                  <a:cubicBezTo>
                    <a:pt x="37" y="440"/>
                    <a:pt x="46" y="436"/>
                    <a:pt x="51" y="429"/>
                  </a:cubicBezTo>
                  <a:cubicBezTo>
                    <a:pt x="91" y="371"/>
                    <a:pt x="108" y="321"/>
                    <a:pt x="113" y="283"/>
                  </a:cubicBezTo>
                  <a:cubicBezTo>
                    <a:pt x="119" y="283"/>
                    <a:pt x="124" y="284"/>
                    <a:pt x="130" y="284"/>
                  </a:cubicBezTo>
                  <a:cubicBezTo>
                    <a:pt x="134" y="302"/>
                    <a:pt x="137" y="325"/>
                    <a:pt x="137" y="352"/>
                  </a:cubicBezTo>
                  <a:cubicBezTo>
                    <a:pt x="137" y="369"/>
                    <a:pt x="136" y="388"/>
                    <a:pt x="133" y="409"/>
                  </a:cubicBezTo>
                  <a:cubicBezTo>
                    <a:pt x="131" y="423"/>
                    <a:pt x="141" y="436"/>
                    <a:pt x="155" y="438"/>
                  </a:cubicBezTo>
                  <a:cubicBezTo>
                    <a:pt x="156" y="439"/>
                    <a:pt x="157" y="439"/>
                    <a:pt x="159" y="439"/>
                  </a:cubicBezTo>
                  <a:cubicBezTo>
                    <a:pt x="171" y="439"/>
                    <a:pt x="182" y="429"/>
                    <a:pt x="184" y="417"/>
                  </a:cubicBezTo>
                  <a:cubicBezTo>
                    <a:pt x="188" y="394"/>
                    <a:pt x="189" y="372"/>
                    <a:pt x="189" y="352"/>
                  </a:cubicBezTo>
                  <a:cubicBezTo>
                    <a:pt x="189" y="326"/>
                    <a:pt x="187" y="304"/>
                    <a:pt x="183" y="284"/>
                  </a:cubicBezTo>
                  <a:cubicBezTo>
                    <a:pt x="198" y="283"/>
                    <a:pt x="208" y="281"/>
                    <a:pt x="208" y="277"/>
                  </a:cubicBezTo>
                  <a:cubicBezTo>
                    <a:pt x="211" y="239"/>
                    <a:pt x="211" y="183"/>
                    <a:pt x="204" y="132"/>
                  </a:cubicBezTo>
                  <a:cubicBezTo>
                    <a:pt x="176" y="128"/>
                    <a:pt x="154" y="117"/>
                    <a:pt x="140" y="106"/>
                  </a:cubicBezTo>
                  <a:cubicBezTo>
                    <a:pt x="124" y="95"/>
                    <a:pt x="114" y="84"/>
                    <a:pt x="111"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13"/>
            <p:cNvSpPr>
              <a:spLocks/>
            </p:cNvSpPr>
            <p:nvPr/>
          </p:nvSpPr>
          <p:spPr bwMode="auto">
            <a:xfrm>
              <a:off x="2352675" y="5335588"/>
              <a:ext cx="303213" cy="130175"/>
            </a:xfrm>
            <a:custGeom>
              <a:avLst/>
              <a:gdLst>
                <a:gd name="T0" fmla="*/ 111 w 201"/>
                <a:gd name="T1" fmla="*/ 86 h 86"/>
                <a:gd name="T2" fmla="*/ 189 w 201"/>
                <a:gd name="T3" fmla="*/ 62 h 86"/>
                <a:gd name="T4" fmla="*/ 196 w 201"/>
                <a:gd name="T5" fmla="*/ 34 h 86"/>
                <a:gd name="T6" fmla="*/ 168 w 201"/>
                <a:gd name="T7" fmla="*/ 28 h 86"/>
                <a:gd name="T8" fmla="*/ 111 w 201"/>
                <a:gd name="T9" fmla="*/ 46 h 86"/>
                <a:gd name="T10" fmla="*/ 58 w 201"/>
                <a:gd name="T11" fmla="*/ 28 h 86"/>
                <a:gd name="T12" fmla="*/ 43 w 201"/>
                <a:gd name="T13" fmla="*/ 16 h 86"/>
                <a:gd name="T14" fmla="*/ 39 w 201"/>
                <a:gd name="T15" fmla="*/ 12 h 86"/>
                <a:gd name="T16" fmla="*/ 39 w 201"/>
                <a:gd name="T17" fmla="*/ 11 h 86"/>
                <a:gd name="T18" fmla="*/ 38 w 201"/>
                <a:gd name="T19" fmla="*/ 11 h 86"/>
                <a:gd name="T20" fmla="*/ 38 w 201"/>
                <a:gd name="T21" fmla="*/ 11 h 86"/>
                <a:gd name="T22" fmla="*/ 38 w 201"/>
                <a:gd name="T23" fmla="*/ 11 h 86"/>
                <a:gd name="T24" fmla="*/ 10 w 201"/>
                <a:gd name="T25" fmla="*/ 7 h 86"/>
                <a:gd name="T26" fmla="*/ 7 w 201"/>
                <a:gd name="T27" fmla="*/ 35 h 86"/>
                <a:gd name="T28" fmla="*/ 35 w 201"/>
                <a:gd name="T29" fmla="*/ 61 h 86"/>
                <a:gd name="T30" fmla="*/ 111 w 201"/>
                <a:gd name="T31" fmla="*/ 86 h 86"/>
                <a:gd name="T32" fmla="*/ 111 w 201"/>
                <a:gd name="T33"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1" h="86">
                  <a:moveTo>
                    <a:pt x="111" y="86"/>
                  </a:moveTo>
                  <a:cubicBezTo>
                    <a:pt x="135" y="86"/>
                    <a:pt x="162" y="79"/>
                    <a:pt x="189" y="62"/>
                  </a:cubicBezTo>
                  <a:cubicBezTo>
                    <a:pt x="199" y="56"/>
                    <a:pt x="201" y="44"/>
                    <a:pt x="196" y="34"/>
                  </a:cubicBezTo>
                  <a:cubicBezTo>
                    <a:pt x="190" y="25"/>
                    <a:pt x="178" y="22"/>
                    <a:pt x="168" y="28"/>
                  </a:cubicBezTo>
                  <a:cubicBezTo>
                    <a:pt x="146" y="42"/>
                    <a:pt x="127" y="46"/>
                    <a:pt x="111" y="46"/>
                  </a:cubicBezTo>
                  <a:cubicBezTo>
                    <a:pt x="89" y="46"/>
                    <a:pt x="71" y="37"/>
                    <a:pt x="58" y="28"/>
                  </a:cubicBezTo>
                  <a:cubicBezTo>
                    <a:pt x="51" y="24"/>
                    <a:pt x="46" y="19"/>
                    <a:pt x="43" y="16"/>
                  </a:cubicBezTo>
                  <a:cubicBezTo>
                    <a:pt x="41" y="14"/>
                    <a:pt x="40" y="13"/>
                    <a:pt x="39" y="12"/>
                  </a:cubicBezTo>
                  <a:cubicBezTo>
                    <a:pt x="39" y="11"/>
                    <a:pt x="39" y="11"/>
                    <a:pt x="39" y="11"/>
                  </a:cubicBezTo>
                  <a:cubicBezTo>
                    <a:pt x="38" y="11"/>
                    <a:pt x="38" y="11"/>
                    <a:pt x="38" y="11"/>
                  </a:cubicBezTo>
                  <a:cubicBezTo>
                    <a:pt x="38" y="11"/>
                    <a:pt x="38" y="11"/>
                    <a:pt x="38" y="11"/>
                  </a:cubicBezTo>
                  <a:cubicBezTo>
                    <a:pt x="38" y="11"/>
                    <a:pt x="38" y="11"/>
                    <a:pt x="38" y="11"/>
                  </a:cubicBezTo>
                  <a:cubicBezTo>
                    <a:pt x="32" y="2"/>
                    <a:pt x="19" y="0"/>
                    <a:pt x="10" y="7"/>
                  </a:cubicBezTo>
                  <a:cubicBezTo>
                    <a:pt x="2" y="14"/>
                    <a:pt x="0" y="27"/>
                    <a:pt x="7" y="35"/>
                  </a:cubicBezTo>
                  <a:cubicBezTo>
                    <a:pt x="8" y="36"/>
                    <a:pt x="17" y="48"/>
                    <a:pt x="35" y="61"/>
                  </a:cubicBezTo>
                  <a:cubicBezTo>
                    <a:pt x="52" y="73"/>
                    <a:pt x="78" y="86"/>
                    <a:pt x="111" y="86"/>
                  </a:cubicBezTo>
                  <a:cubicBezTo>
                    <a:pt x="111" y="86"/>
                    <a:pt x="111" y="86"/>
                    <a:pt x="111" y="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31"/>
            <p:cNvSpPr>
              <a:spLocks/>
            </p:cNvSpPr>
            <p:nvPr/>
          </p:nvSpPr>
          <p:spPr bwMode="auto">
            <a:xfrm>
              <a:off x="0" y="4778375"/>
              <a:ext cx="5622925" cy="1406525"/>
            </a:xfrm>
            <a:custGeom>
              <a:avLst/>
              <a:gdLst>
                <a:gd name="T0" fmla="*/ 133 w 3542"/>
                <a:gd name="T1" fmla="*/ 753 h 886"/>
                <a:gd name="T2" fmla="*/ 133 w 3542"/>
                <a:gd name="T3" fmla="*/ 0 h 886"/>
                <a:gd name="T4" fmla="*/ 0 w 3542"/>
                <a:gd name="T5" fmla="*/ 0 h 886"/>
                <a:gd name="T6" fmla="*/ 0 w 3542"/>
                <a:gd name="T7" fmla="*/ 886 h 886"/>
                <a:gd name="T8" fmla="*/ 3542 w 3542"/>
                <a:gd name="T9" fmla="*/ 886 h 886"/>
                <a:gd name="T10" fmla="*/ 3542 w 3542"/>
                <a:gd name="T11" fmla="*/ 753 h 886"/>
                <a:gd name="T12" fmla="*/ 133 w 3542"/>
                <a:gd name="T13" fmla="*/ 753 h 886"/>
              </a:gdLst>
              <a:ahLst/>
              <a:cxnLst>
                <a:cxn ang="0">
                  <a:pos x="T0" y="T1"/>
                </a:cxn>
                <a:cxn ang="0">
                  <a:pos x="T2" y="T3"/>
                </a:cxn>
                <a:cxn ang="0">
                  <a:pos x="T4" y="T5"/>
                </a:cxn>
                <a:cxn ang="0">
                  <a:pos x="T6" y="T7"/>
                </a:cxn>
                <a:cxn ang="0">
                  <a:pos x="T8" y="T9"/>
                </a:cxn>
                <a:cxn ang="0">
                  <a:pos x="T10" y="T11"/>
                </a:cxn>
                <a:cxn ang="0">
                  <a:pos x="T12" y="T13"/>
                </a:cxn>
              </a:cxnLst>
              <a:rect l="0" t="0" r="r" b="b"/>
              <a:pathLst>
                <a:path w="3542" h="886">
                  <a:moveTo>
                    <a:pt x="133" y="753"/>
                  </a:moveTo>
                  <a:lnTo>
                    <a:pt x="133" y="0"/>
                  </a:lnTo>
                  <a:lnTo>
                    <a:pt x="0" y="0"/>
                  </a:lnTo>
                  <a:lnTo>
                    <a:pt x="0" y="886"/>
                  </a:lnTo>
                  <a:lnTo>
                    <a:pt x="3542" y="886"/>
                  </a:lnTo>
                  <a:lnTo>
                    <a:pt x="3542" y="753"/>
                  </a:lnTo>
                  <a:lnTo>
                    <a:pt x="133" y="7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32"/>
            <p:cNvSpPr>
              <a:spLocks/>
            </p:cNvSpPr>
            <p:nvPr/>
          </p:nvSpPr>
          <p:spPr bwMode="auto">
            <a:xfrm>
              <a:off x="388938" y="5253038"/>
              <a:ext cx="196850" cy="676275"/>
            </a:xfrm>
            <a:custGeom>
              <a:avLst/>
              <a:gdLst>
                <a:gd name="T0" fmla="*/ 66 w 130"/>
                <a:gd name="T1" fmla="*/ 51 h 449"/>
                <a:gd name="T2" fmla="*/ 38 w 130"/>
                <a:gd name="T3" fmla="*/ 77 h 449"/>
                <a:gd name="T4" fmla="*/ 37 w 130"/>
                <a:gd name="T5" fmla="*/ 77 h 449"/>
                <a:gd name="T6" fmla="*/ 0 w 130"/>
                <a:gd name="T7" fmla="*/ 69 h 449"/>
                <a:gd name="T8" fmla="*/ 18 w 130"/>
                <a:gd name="T9" fmla="*/ 205 h 449"/>
                <a:gd name="T10" fmla="*/ 18 w 130"/>
                <a:gd name="T11" fmla="*/ 218 h 449"/>
                <a:gd name="T12" fmla="*/ 13 w 130"/>
                <a:gd name="T13" fmla="*/ 283 h 449"/>
                <a:gd name="T14" fmla="*/ 35 w 130"/>
                <a:gd name="T15" fmla="*/ 426 h 449"/>
                <a:gd name="T16" fmla="*/ 66 w 130"/>
                <a:gd name="T17" fmla="*/ 449 h 449"/>
                <a:gd name="T18" fmla="*/ 76 w 130"/>
                <a:gd name="T19" fmla="*/ 447 h 449"/>
                <a:gd name="T20" fmla="*/ 97 w 130"/>
                <a:gd name="T21" fmla="*/ 407 h 449"/>
                <a:gd name="T22" fmla="*/ 77 w 130"/>
                <a:gd name="T23" fmla="*/ 283 h 449"/>
                <a:gd name="T24" fmla="*/ 79 w 130"/>
                <a:gd name="T25" fmla="*/ 244 h 449"/>
                <a:gd name="T26" fmla="*/ 123 w 130"/>
                <a:gd name="T27" fmla="*/ 200 h 449"/>
                <a:gd name="T28" fmla="*/ 104 w 130"/>
                <a:gd name="T29" fmla="*/ 52 h 449"/>
                <a:gd name="T30" fmla="*/ 27 w 130"/>
                <a:gd name="T31" fmla="*/ 5 h 449"/>
                <a:gd name="T32" fmla="*/ 11 w 130"/>
                <a:gd name="T33" fmla="*/ 13 h 449"/>
                <a:gd name="T34" fmla="*/ 40 w 130"/>
                <a:gd name="T35" fmla="*/ 21 h 449"/>
                <a:gd name="T36" fmla="*/ 66 w 130"/>
                <a:gd name="T37" fmla="*/ 51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0" h="449">
                  <a:moveTo>
                    <a:pt x="66" y="51"/>
                  </a:moveTo>
                  <a:cubicBezTo>
                    <a:pt x="65" y="66"/>
                    <a:pt x="53" y="77"/>
                    <a:pt x="38" y="77"/>
                  </a:cubicBezTo>
                  <a:cubicBezTo>
                    <a:pt x="38" y="77"/>
                    <a:pt x="37" y="77"/>
                    <a:pt x="37" y="77"/>
                  </a:cubicBezTo>
                  <a:cubicBezTo>
                    <a:pt x="32" y="77"/>
                    <a:pt x="18" y="75"/>
                    <a:pt x="0" y="69"/>
                  </a:cubicBezTo>
                  <a:cubicBezTo>
                    <a:pt x="9" y="106"/>
                    <a:pt x="24" y="160"/>
                    <a:pt x="18" y="205"/>
                  </a:cubicBezTo>
                  <a:cubicBezTo>
                    <a:pt x="18" y="210"/>
                    <a:pt x="18" y="214"/>
                    <a:pt x="18" y="218"/>
                  </a:cubicBezTo>
                  <a:cubicBezTo>
                    <a:pt x="15" y="234"/>
                    <a:pt x="13" y="255"/>
                    <a:pt x="13" y="283"/>
                  </a:cubicBezTo>
                  <a:cubicBezTo>
                    <a:pt x="13" y="321"/>
                    <a:pt x="18" y="370"/>
                    <a:pt x="35" y="426"/>
                  </a:cubicBezTo>
                  <a:cubicBezTo>
                    <a:pt x="40" y="440"/>
                    <a:pt x="52" y="449"/>
                    <a:pt x="66" y="449"/>
                  </a:cubicBezTo>
                  <a:cubicBezTo>
                    <a:pt x="69" y="449"/>
                    <a:pt x="72" y="448"/>
                    <a:pt x="76" y="447"/>
                  </a:cubicBezTo>
                  <a:cubicBezTo>
                    <a:pt x="92" y="442"/>
                    <a:pt x="102" y="424"/>
                    <a:pt x="97" y="407"/>
                  </a:cubicBezTo>
                  <a:cubicBezTo>
                    <a:pt x="81" y="357"/>
                    <a:pt x="77" y="315"/>
                    <a:pt x="77" y="283"/>
                  </a:cubicBezTo>
                  <a:cubicBezTo>
                    <a:pt x="77" y="268"/>
                    <a:pt x="78" y="255"/>
                    <a:pt x="79" y="244"/>
                  </a:cubicBezTo>
                  <a:cubicBezTo>
                    <a:pt x="99" y="241"/>
                    <a:pt x="117" y="230"/>
                    <a:pt x="123" y="200"/>
                  </a:cubicBezTo>
                  <a:cubicBezTo>
                    <a:pt x="130" y="141"/>
                    <a:pt x="125" y="106"/>
                    <a:pt x="104" y="52"/>
                  </a:cubicBezTo>
                  <a:cubicBezTo>
                    <a:pt x="89" y="12"/>
                    <a:pt x="52" y="0"/>
                    <a:pt x="27" y="5"/>
                  </a:cubicBezTo>
                  <a:cubicBezTo>
                    <a:pt x="21" y="6"/>
                    <a:pt x="16" y="9"/>
                    <a:pt x="11" y="13"/>
                  </a:cubicBezTo>
                  <a:cubicBezTo>
                    <a:pt x="27" y="20"/>
                    <a:pt x="40" y="21"/>
                    <a:pt x="40" y="21"/>
                  </a:cubicBezTo>
                  <a:cubicBezTo>
                    <a:pt x="55" y="22"/>
                    <a:pt x="67" y="35"/>
                    <a:pt x="6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33"/>
            <p:cNvSpPr>
              <a:spLocks/>
            </p:cNvSpPr>
            <p:nvPr/>
          </p:nvSpPr>
          <p:spPr bwMode="auto">
            <a:xfrm>
              <a:off x="257175" y="5027613"/>
              <a:ext cx="204788" cy="211138"/>
            </a:xfrm>
            <a:custGeom>
              <a:avLst/>
              <a:gdLst>
                <a:gd name="T0" fmla="*/ 29 w 136"/>
                <a:gd name="T1" fmla="*/ 67 h 140"/>
                <a:gd name="T2" fmla="*/ 67 w 136"/>
                <a:gd name="T3" fmla="*/ 140 h 140"/>
                <a:gd name="T4" fmla="*/ 136 w 136"/>
                <a:gd name="T5" fmla="*/ 70 h 140"/>
                <a:gd name="T6" fmla="*/ 66 w 136"/>
                <a:gd name="T7" fmla="*/ 0 h 140"/>
                <a:gd name="T8" fmla="*/ 0 w 136"/>
                <a:gd name="T9" fmla="*/ 46 h 140"/>
                <a:gd name="T10" fmla="*/ 2 w 136"/>
                <a:gd name="T11" fmla="*/ 46 h 140"/>
                <a:gd name="T12" fmla="*/ 29 w 136"/>
                <a:gd name="T13" fmla="*/ 67 h 140"/>
              </a:gdLst>
              <a:ahLst/>
              <a:cxnLst>
                <a:cxn ang="0">
                  <a:pos x="T0" y="T1"/>
                </a:cxn>
                <a:cxn ang="0">
                  <a:pos x="T2" y="T3"/>
                </a:cxn>
                <a:cxn ang="0">
                  <a:pos x="T4" y="T5"/>
                </a:cxn>
                <a:cxn ang="0">
                  <a:pos x="T6" y="T7"/>
                </a:cxn>
                <a:cxn ang="0">
                  <a:pos x="T8" y="T9"/>
                </a:cxn>
                <a:cxn ang="0">
                  <a:pos x="T10" y="T11"/>
                </a:cxn>
                <a:cxn ang="0">
                  <a:pos x="T12" y="T13"/>
                </a:cxn>
              </a:cxnLst>
              <a:rect l="0" t="0" r="r" b="b"/>
              <a:pathLst>
                <a:path w="136" h="140">
                  <a:moveTo>
                    <a:pt x="29" y="67"/>
                  </a:moveTo>
                  <a:cubicBezTo>
                    <a:pt x="37" y="98"/>
                    <a:pt x="49" y="122"/>
                    <a:pt x="67" y="140"/>
                  </a:cubicBezTo>
                  <a:cubicBezTo>
                    <a:pt x="105" y="139"/>
                    <a:pt x="136" y="108"/>
                    <a:pt x="136" y="70"/>
                  </a:cubicBezTo>
                  <a:cubicBezTo>
                    <a:pt x="136" y="31"/>
                    <a:pt x="104" y="0"/>
                    <a:pt x="66" y="0"/>
                  </a:cubicBezTo>
                  <a:cubicBezTo>
                    <a:pt x="35" y="0"/>
                    <a:pt x="10" y="19"/>
                    <a:pt x="0" y="46"/>
                  </a:cubicBezTo>
                  <a:cubicBezTo>
                    <a:pt x="1" y="46"/>
                    <a:pt x="1" y="46"/>
                    <a:pt x="2" y="46"/>
                  </a:cubicBezTo>
                  <a:cubicBezTo>
                    <a:pt x="15" y="46"/>
                    <a:pt x="26" y="54"/>
                    <a:pt x="29"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34"/>
            <p:cNvSpPr>
              <a:spLocks/>
            </p:cNvSpPr>
            <p:nvPr/>
          </p:nvSpPr>
          <p:spPr bwMode="auto">
            <a:xfrm>
              <a:off x="227013" y="5106988"/>
              <a:ext cx="250825" cy="249238"/>
            </a:xfrm>
            <a:custGeom>
              <a:avLst/>
              <a:gdLst>
                <a:gd name="T0" fmla="*/ 85 w 167"/>
                <a:gd name="T1" fmla="*/ 146 h 166"/>
                <a:gd name="T2" fmla="*/ 145 w 167"/>
                <a:gd name="T3" fmla="*/ 166 h 166"/>
                <a:gd name="T4" fmla="*/ 146 w 167"/>
                <a:gd name="T5" fmla="*/ 166 h 166"/>
                <a:gd name="T6" fmla="*/ 166 w 167"/>
                <a:gd name="T7" fmla="*/ 147 h 166"/>
                <a:gd name="T8" fmla="*/ 147 w 167"/>
                <a:gd name="T9" fmla="*/ 126 h 166"/>
                <a:gd name="T10" fmla="*/ 147 w 167"/>
                <a:gd name="T11" fmla="*/ 126 h 166"/>
                <a:gd name="T12" fmla="*/ 103 w 167"/>
                <a:gd name="T13" fmla="*/ 110 h 166"/>
                <a:gd name="T14" fmla="*/ 41 w 167"/>
                <a:gd name="T15" fmla="*/ 17 h 166"/>
                <a:gd name="T16" fmla="*/ 17 w 167"/>
                <a:gd name="T17" fmla="*/ 2 h 166"/>
                <a:gd name="T18" fmla="*/ 3 w 167"/>
                <a:gd name="T19" fmla="*/ 26 h 166"/>
                <a:gd name="T20" fmla="*/ 85 w 167"/>
                <a:gd name="T21" fmla="*/ 14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7" h="166">
                  <a:moveTo>
                    <a:pt x="85" y="146"/>
                  </a:moveTo>
                  <a:cubicBezTo>
                    <a:pt x="116" y="165"/>
                    <a:pt x="143" y="166"/>
                    <a:pt x="145" y="166"/>
                  </a:cubicBezTo>
                  <a:cubicBezTo>
                    <a:pt x="146" y="166"/>
                    <a:pt x="146" y="166"/>
                    <a:pt x="146" y="166"/>
                  </a:cubicBezTo>
                  <a:cubicBezTo>
                    <a:pt x="157" y="166"/>
                    <a:pt x="166" y="158"/>
                    <a:pt x="166" y="147"/>
                  </a:cubicBezTo>
                  <a:cubicBezTo>
                    <a:pt x="167" y="136"/>
                    <a:pt x="158" y="127"/>
                    <a:pt x="147" y="126"/>
                  </a:cubicBezTo>
                  <a:cubicBezTo>
                    <a:pt x="147" y="126"/>
                    <a:pt x="147" y="126"/>
                    <a:pt x="147" y="126"/>
                  </a:cubicBezTo>
                  <a:cubicBezTo>
                    <a:pt x="147" y="126"/>
                    <a:pt x="126" y="125"/>
                    <a:pt x="103" y="110"/>
                  </a:cubicBezTo>
                  <a:cubicBezTo>
                    <a:pt x="80" y="96"/>
                    <a:pt x="55" y="70"/>
                    <a:pt x="41" y="17"/>
                  </a:cubicBezTo>
                  <a:cubicBezTo>
                    <a:pt x="39" y="6"/>
                    <a:pt x="28" y="0"/>
                    <a:pt x="17" y="2"/>
                  </a:cubicBezTo>
                  <a:cubicBezTo>
                    <a:pt x="7" y="5"/>
                    <a:pt x="0" y="16"/>
                    <a:pt x="3" y="26"/>
                  </a:cubicBezTo>
                  <a:cubicBezTo>
                    <a:pt x="18" y="91"/>
                    <a:pt x="53" y="128"/>
                    <a:pt x="85" y="1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35"/>
            <p:cNvSpPr>
              <a:spLocks/>
            </p:cNvSpPr>
            <p:nvPr/>
          </p:nvSpPr>
          <p:spPr bwMode="auto">
            <a:xfrm>
              <a:off x="441325" y="4833938"/>
              <a:ext cx="134938" cy="115888"/>
            </a:xfrm>
            <a:custGeom>
              <a:avLst/>
              <a:gdLst>
                <a:gd name="T0" fmla="*/ 84 w 89"/>
                <a:gd name="T1" fmla="*/ 46 h 77"/>
                <a:gd name="T2" fmla="*/ 89 w 89"/>
                <a:gd name="T3" fmla="*/ 43 h 77"/>
                <a:gd name="T4" fmla="*/ 89 w 89"/>
                <a:gd name="T5" fmla="*/ 40 h 77"/>
                <a:gd name="T6" fmla="*/ 86 w 89"/>
                <a:gd name="T7" fmla="*/ 36 h 77"/>
                <a:gd name="T8" fmla="*/ 69 w 89"/>
                <a:gd name="T9" fmla="*/ 42 h 77"/>
                <a:gd name="T10" fmla="*/ 53 w 89"/>
                <a:gd name="T11" fmla="*/ 50 h 77"/>
                <a:gd name="T12" fmla="*/ 50 w 89"/>
                <a:gd name="T13" fmla="*/ 33 h 77"/>
                <a:gd name="T14" fmla="*/ 49 w 89"/>
                <a:gd name="T15" fmla="*/ 8 h 77"/>
                <a:gd name="T16" fmla="*/ 51 w 89"/>
                <a:gd name="T17" fmla="*/ 5 h 77"/>
                <a:gd name="T18" fmla="*/ 47 w 89"/>
                <a:gd name="T19" fmla="*/ 1 h 77"/>
                <a:gd name="T20" fmla="*/ 41 w 89"/>
                <a:gd name="T21" fmla="*/ 1 h 77"/>
                <a:gd name="T22" fmla="*/ 30 w 89"/>
                <a:gd name="T23" fmla="*/ 9 h 77"/>
                <a:gd name="T24" fmla="*/ 21 w 89"/>
                <a:gd name="T25" fmla="*/ 16 h 77"/>
                <a:gd name="T26" fmla="*/ 7 w 89"/>
                <a:gd name="T27" fmla="*/ 27 h 77"/>
                <a:gd name="T28" fmla="*/ 1 w 89"/>
                <a:gd name="T29" fmla="*/ 32 h 77"/>
                <a:gd name="T30" fmla="*/ 1 w 89"/>
                <a:gd name="T31" fmla="*/ 35 h 77"/>
                <a:gd name="T32" fmla="*/ 7 w 89"/>
                <a:gd name="T33" fmla="*/ 36 h 77"/>
                <a:gd name="T34" fmla="*/ 24 w 89"/>
                <a:gd name="T35" fmla="*/ 26 h 77"/>
                <a:gd name="T36" fmla="*/ 34 w 89"/>
                <a:gd name="T37" fmla="*/ 18 h 77"/>
                <a:gd name="T38" fmla="*/ 37 w 89"/>
                <a:gd name="T39" fmla="*/ 51 h 77"/>
                <a:gd name="T40" fmla="*/ 38 w 89"/>
                <a:gd name="T41" fmla="*/ 56 h 77"/>
                <a:gd name="T42" fmla="*/ 25 w 89"/>
                <a:gd name="T43" fmla="*/ 63 h 77"/>
                <a:gd name="T44" fmla="*/ 12 w 89"/>
                <a:gd name="T45" fmla="*/ 70 h 77"/>
                <a:gd name="T46" fmla="*/ 9 w 89"/>
                <a:gd name="T47" fmla="*/ 74 h 77"/>
                <a:gd name="T48" fmla="*/ 13 w 89"/>
                <a:gd name="T49" fmla="*/ 77 h 77"/>
                <a:gd name="T50" fmla="*/ 20 w 89"/>
                <a:gd name="T51" fmla="*/ 76 h 77"/>
                <a:gd name="T52" fmla="*/ 30 w 89"/>
                <a:gd name="T53" fmla="*/ 71 h 77"/>
                <a:gd name="T54" fmla="*/ 33 w 89"/>
                <a:gd name="T55" fmla="*/ 70 h 77"/>
                <a:gd name="T56" fmla="*/ 43 w 89"/>
                <a:gd name="T57" fmla="*/ 65 h 77"/>
                <a:gd name="T58" fmla="*/ 43 w 89"/>
                <a:gd name="T59" fmla="*/ 65 h 77"/>
                <a:gd name="T60" fmla="*/ 48 w 89"/>
                <a:gd name="T61" fmla="*/ 66 h 77"/>
                <a:gd name="T62" fmla="*/ 58 w 89"/>
                <a:gd name="T63" fmla="*/ 59 h 77"/>
                <a:gd name="T64" fmla="*/ 57 w 89"/>
                <a:gd name="T65" fmla="*/ 57 h 77"/>
                <a:gd name="T66" fmla="*/ 71 w 89"/>
                <a:gd name="T67" fmla="*/ 51 h 77"/>
                <a:gd name="T68" fmla="*/ 84 w 89"/>
                <a:gd name="T69" fmla="*/ 4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9" h="77">
                  <a:moveTo>
                    <a:pt x="84" y="46"/>
                  </a:moveTo>
                  <a:cubicBezTo>
                    <a:pt x="87" y="44"/>
                    <a:pt x="88" y="43"/>
                    <a:pt x="89" y="43"/>
                  </a:cubicBezTo>
                  <a:cubicBezTo>
                    <a:pt x="89" y="42"/>
                    <a:pt x="89" y="41"/>
                    <a:pt x="89" y="40"/>
                  </a:cubicBezTo>
                  <a:cubicBezTo>
                    <a:pt x="89" y="39"/>
                    <a:pt x="88" y="38"/>
                    <a:pt x="86" y="36"/>
                  </a:cubicBezTo>
                  <a:cubicBezTo>
                    <a:pt x="80" y="37"/>
                    <a:pt x="74" y="39"/>
                    <a:pt x="69" y="42"/>
                  </a:cubicBezTo>
                  <a:cubicBezTo>
                    <a:pt x="61" y="46"/>
                    <a:pt x="55" y="49"/>
                    <a:pt x="53" y="50"/>
                  </a:cubicBezTo>
                  <a:cubicBezTo>
                    <a:pt x="51" y="44"/>
                    <a:pt x="50" y="39"/>
                    <a:pt x="50" y="33"/>
                  </a:cubicBezTo>
                  <a:cubicBezTo>
                    <a:pt x="49" y="27"/>
                    <a:pt x="49" y="19"/>
                    <a:pt x="49" y="8"/>
                  </a:cubicBezTo>
                  <a:cubicBezTo>
                    <a:pt x="51" y="7"/>
                    <a:pt x="51" y="6"/>
                    <a:pt x="51" y="5"/>
                  </a:cubicBezTo>
                  <a:cubicBezTo>
                    <a:pt x="50" y="3"/>
                    <a:pt x="49" y="2"/>
                    <a:pt x="47" y="1"/>
                  </a:cubicBezTo>
                  <a:cubicBezTo>
                    <a:pt x="46" y="0"/>
                    <a:pt x="43" y="0"/>
                    <a:pt x="41" y="1"/>
                  </a:cubicBezTo>
                  <a:cubicBezTo>
                    <a:pt x="39" y="1"/>
                    <a:pt x="36" y="4"/>
                    <a:pt x="30" y="9"/>
                  </a:cubicBezTo>
                  <a:cubicBezTo>
                    <a:pt x="27" y="11"/>
                    <a:pt x="24" y="14"/>
                    <a:pt x="21" y="16"/>
                  </a:cubicBezTo>
                  <a:cubicBezTo>
                    <a:pt x="16" y="21"/>
                    <a:pt x="11" y="24"/>
                    <a:pt x="7" y="27"/>
                  </a:cubicBezTo>
                  <a:cubicBezTo>
                    <a:pt x="4" y="29"/>
                    <a:pt x="2" y="31"/>
                    <a:pt x="1" y="32"/>
                  </a:cubicBezTo>
                  <a:cubicBezTo>
                    <a:pt x="0" y="33"/>
                    <a:pt x="0" y="34"/>
                    <a:pt x="1" y="35"/>
                  </a:cubicBezTo>
                  <a:cubicBezTo>
                    <a:pt x="1" y="37"/>
                    <a:pt x="3" y="38"/>
                    <a:pt x="7" y="36"/>
                  </a:cubicBezTo>
                  <a:cubicBezTo>
                    <a:pt x="13" y="34"/>
                    <a:pt x="18" y="31"/>
                    <a:pt x="24" y="26"/>
                  </a:cubicBezTo>
                  <a:cubicBezTo>
                    <a:pt x="30" y="21"/>
                    <a:pt x="34" y="18"/>
                    <a:pt x="34" y="18"/>
                  </a:cubicBezTo>
                  <a:cubicBezTo>
                    <a:pt x="35" y="35"/>
                    <a:pt x="36" y="46"/>
                    <a:pt x="37" y="51"/>
                  </a:cubicBezTo>
                  <a:cubicBezTo>
                    <a:pt x="37" y="53"/>
                    <a:pt x="38" y="55"/>
                    <a:pt x="38" y="56"/>
                  </a:cubicBezTo>
                  <a:cubicBezTo>
                    <a:pt x="36" y="58"/>
                    <a:pt x="31" y="60"/>
                    <a:pt x="25" y="63"/>
                  </a:cubicBezTo>
                  <a:cubicBezTo>
                    <a:pt x="18" y="66"/>
                    <a:pt x="14" y="68"/>
                    <a:pt x="12" y="70"/>
                  </a:cubicBezTo>
                  <a:cubicBezTo>
                    <a:pt x="10" y="72"/>
                    <a:pt x="9" y="73"/>
                    <a:pt x="9" y="74"/>
                  </a:cubicBezTo>
                  <a:cubicBezTo>
                    <a:pt x="10" y="75"/>
                    <a:pt x="11" y="76"/>
                    <a:pt x="13" y="77"/>
                  </a:cubicBezTo>
                  <a:cubicBezTo>
                    <a:pt x="15" y="77"/>
                    <a:pt x="17" y="77"/>
                    <a:pt x="20" y="76"/>
                  </a:cubicBezTo>
                  <a:cubicBezTo>
                    <a:pt x="22" y="75"/>
                    <a:pt x="26" y="74"/>
                    <a:pt x="30" y="71"/>
                  </a:cubicBezTo>
                  <a:cubicBezTo>
                    <a:pt x="31" y="71"/>
                    <a:pt x="32" y="70"/>
                    <a:pt x="33" y="70"/>
                  </a:cubicBezTo>
                  <a:cubicBezTo>
                    <a:pt x="38" y="67"/>
                    <a:pt x="42" y="65"/>
                    <a:pt x="43" y="65"/>
                  </a:cubicBezTo>
                  <a:cubicBezTo>
                    <a:pt x="43" y="65"/>
                    <a:pt x="43" y="65"/>
                    <a:pt x="43" y="65"/>
                  </a:cubicBezTo>
                  <a:cubicBezTo>
                    <a:pt x="45" y="66"/>
                    <a:pt x="47" y="66"/>
                    <a:pt x="48" y="66"/>
                  </a:cubicBezTo>
                  <a:cubicBezTo>
                    <a:pt x="56" y="64"/>
                    <a:pt x="59" y="61"/>
                    <a:pt x="58" y="59"/>
                  </a:cubicBezTo>
                  <a:cubicBezTo>
                    <a:pt x="58" y="58"/>
                    <a:pt x="58" y="58"/>
                    <a:pt x="57" y="57"/>
                  </a:cubicBezTo>
                  <a:cubicBezTo>
                    <a:pt x="60" y="56"/>
                    <a:pt x="64" y="54"/>
                    <a:pt x="71" y="51"/>
                  </a:cubicBezTo>
                  <a:cubicBezTo>
                    <a:pt x="77" y="49"/>
                    <a:pt x="81" y="47"/>
                    <a:pt x="84"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36"/>
            <p:cNvSpPr>
              <a:spLocks/>
            </p:cNvSpPr>
            <p:nvPr/>
          </p:nvSpPr>
          <p:spPr bwMode="auto">
            <a:xfrm>
              <a:off x="593725" y="4878388"/>
              <a:ext cx="47625" cy="52388"/>
            </a:xfrm>
            <a:custGeom>
              <a:avLst/>
              <a:gdLst>
                <a:gd name="T0" fmla="*/ 9 w 31"/>
                <a:gd name="T1" fmla="*/ 25 h 35"/>
                <a:gd name="T2" fmla="*/ 1 w 31"/>
                <a:gd name="T3" fmla="*/ 29 h 35"/>
                <a:gd name="T4" fmla="*/ 0 w 31"/>
                <a:gd name="T5" fmla="*/ 32 h 35"/>
                <a:gd name="T6" fmla="*/ 5 w 31"/>
                <a:gd name="T7" fmla="*/ 34 h 35"/>
                <a:gd name="T8" fmla="*/ 14 w 31"/>
                <a:gd name="T9" fmla="*/ 30 h 35"/>
                <a:gd name="T10" fmla="*/ 16 w 31"/>
                <a:gd name="T11" fmla="*/ 30 h 35"/>
                <a:gd name="T12" fmla="*/ 24 w 31"/>
                <a:gd name="T13" fmla="*/ 25 h 35"/>
                <a:gd name="T14" fmla="*/ 29 w 31"/>
                <a:gd name="T15" fmla="*/ 16 h 35"/>
                <a:gd name="T16" fmla="*/ 31 w 31"/>
                <a:gd name="T17" fmla="*/ 10 h 35"/>
                <a:gd name="T18" fmla="*/ 29 w 31"/>
                <a:gd name="T19" fmla="*/ 5 h 35"/>
                <a:gd name="T20" fmla="*/ 26 w 31"/>
                <a:gd name="T21" fmla="*/ 2 h 35"/>
                <a:gd name="T22" fmla="*/ 21 w 31"/>
                <a:gd name="T23" fmla="*/ 0 h 35"/>
                <a:gd name="T24" fmla="*/ 15 w 31"/>
                <a:gd name="T25" fmla="*/ 1 h 35"/>
                <a:gd name="T26" fmla="*/ 12 w 31"/>
                <a:gd name="T27" fmla="*/ 3 h 35"/>
                <a:gd name="T28" fmla="*/ 11 w 31"/>
                <a:gd name="T29" fmla="*/ 7 h 35"/>
                <a:gd name="T30" fmla="*/ 13 w 31"/>
                <a:gd name="T31" fmla="*/ 9 h 35"/>
                <a:gd name="T32" fmla="*/ 15 w 31"/>
                <a:gd name="T33" fmla="*/ 14 h 35"/>
                <a:gd name="T34" fmla="*/ 15 w 31"/>
                <a:gd name="T35" fmla="*/ 18 h 35"/>
                <a:gd name="T36" fmla="*/ 9 w 31"/>
                <a:gd name="T37" fmla="*/ 2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 h="35">
                  <a:moveTo>
                    <a:pt x="9" y="25"/>
                  </a:moveTo>
                  <a:cubicBezTo>
                    <a:pt x="5" y="27"/>
                    <a:pt x="3" y="28"/>
                    <a:pt x="1" y="29"/>
                  </a:cubicBezTo>
                  <a:cubicBezTo>
                    <a:pt x="0" y="30"/>
                    <a:pt x="0" y="31"/>
                    <a:pt x="0" y="32"/>
                  </a:cubicBezTo>
                  <a:cubicBezTo>
                    <a:pt x="0" y="34"/>
                    <a:pt x="2" y="35"/>
                    <a:pt x="5" y="34"/>
                  </a:cubicBezTo>
                  <a:cubicBezTo>
                    <a:pt x="7" y="34"/>
                    <a:pt x="10" y="33"/>
                    <a:pt x="14" y="30"/>
                  </a:cubicBezTo>
                  <a:cubicBezTo>
                    <a:pt x="15" y="30"/>
                    <a:pt x="15" y="30"/>
                    <a:pt x="16" y="30"/>
                  </a:cubicBezTo>
                  <a:cubicBezTo>
                    <a:pt x="18" y="29"/>
                    <a:pt x="21" y="27"/>
                    <a:pt x="24" y="25"/>
                  </a:cubicBezTo>
                  <a:cubicBezTo>
                    <a:pt x="26" y="23"/>
                    <a:pt x="28" y="20"/>
                    <a:pt x="29" y="16"/>
                  </a:cubicBezTo>
                  <a:cubicBezTo>
                    <a:pt x="30" y="13"/>
                    <a:pt x="31" y="11"/>
                    <a:pt x="31" y="10"/>
                  </a:cubicBezTo>
                  <a:cubicBezTo>
                    <a:pt x="30" y="8"/>
                    <a:pt x="30" y="7"/>
                    <a:pt x="29" y="5"/>
                  </a:cubicBezTo>
                  <a:cubicBezTo>
                    <a:pt x="27" y="3"/>
                    <a:pt x="26" y="2"/>
                    <a:pt x="26" y="2"/>
                  </a:cubicBezTo>
                  <a:cubicBezTo>
                    <a:pt x="25" y="1"/>
                    <a:pt x="24" y="1"/>
                    <a:pt x="21" y="0"/>
                  </a:cubicBezTo>
                  <a:cubicBezTo>
                    <a:pt x="19" y="0"/>
                    <a:pt x="17" y="0"/>
                    <a:pt x="15" y="1"/>
                  </a:cubicBezTo>
                  <a:cubicBezTo>
                    <a:pt x="14" y="1"/>
                    <a:pt x="12" y="2"/>
                    <a:pt x="12" y="3"/>
                  </a:cubicBezTo>
                  <a:cubicBezTo>
                    <a:pt x="11" y="5"/>
                    <a:pt x="11" y="6"/>
                    <a:pt x="11" y="7"/>
                  </a:cubicBezTo>
                  <a:cubicBezTo>
                    <a:pt x="11" y="7"/>
                    <a:pt x="12" y="8"/>
                    <a:pt x="13" y="9"/>
                  </a:cubicBezTo>
                  <a:cubicBezTo>
                    <a:pt x="14" y="10"/>
                    <a:pt x="15" y="11"/>
                    <a:pt x="15" y="14"/>
                  </a:cubicBezTo>
                  <a:cubicBezTo>
                    <a:pt x="15" y="14"/>
                    <a:pt x="15" y="16"/>
                    <a:pt x="15" y="18"/>
                  </a:cubicBezTo>
                  <a:cubicBezTo>
                    <a:pt x="14" y="20"/>
                    <a:pt x="12" y="23"/>
                    <a:pt x="9"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37"/>
            <p:cNvSpPr>
              <a:spLocks/>
            </p:cNvSpPr>
            <p:nvPr/>
          </p:nvSpPr>
          <p:spPr bwMode="auto">
            <a:xfrm>
              <a:off x="735013" y="4757738"/>
              <a:ext cx="142875" cy="136525"/>
            </a:xfrm>
            <a:custGeom>
              <a:avLst/>
              <a:gdLst>
                <a:gd name="T0" fmla="*/ 40 w 95"/>
                <a:gd name="T1" fmla="*/ 48 h 90"/>
                <a:gd name="T2" fmla="*/ 17 w 95"/>
                <a:gd name="T3" fmla="*/ 64 h 90"/>
                <a:gd name="T4" fmla="*/ 3 w 95"/>
                <a:gd name="T5" fmla="*/ 76 h 90"/>
                <a:gd name="T6" fmla="*/ 1 w 95"/>
                <a:gd name="T7" fmla="*/ 85 h 90"/>
                <a:gd name="T8" fmla="*/ 9 w 95"/>
                <a:gd name="T9" fmla="*/ 89 h 90"/>
                <a:gd name="T10" fmla="*/ 16 w 95"/>
                <a:gd name="T11" fmla="*/ 85 h 90"/>
                <a:gd name="T12" fmla="*/ 21 w 95"/>
                <a:gd name="T13" fmla="*/ 81 h 90"/>
                <a:gd name="T14" fmla="*/ 30 w 95"/>
                <a:gd name="T15" fmla="*/ 78 h 90"/>
                <a:gd name="T16" fmla="*/ 43 w 95"/>
                <a:gd name="T17" fmla="*/ 75 h 90"/>
                <a:gd name="T18" fmla="*/ 68 w 95"/>
                <a:gd name="T19" fmla="*/ 75 h 90"/>
                <a:gd name="T20" fmla="*/ 78 w 95"/>
                <a:gd name="T21" fmla="*/ 75 h 90"/>
                <a:gd name="T22" fmla="*/ 89 w 95"/>
                <a:gd name="T23" fmla="*/ 72 h 90"/>
                <a:gd name="T24" fmla="*/ 95 w 95"/>
                <a:gd name="T25" fmla="*/ 64 h 90"/>
                <a:gd name="T26" fmla="*/ 92 w 95"/>
                <a:gd name="T27" fmla="*/ 61 h 90"/>
                <a:gd name="T28" fmla="*/ 88 w 95"/>
                <a:gd name="T29" fmla="*/ 59 h 90"/>
                <a:gd name="T30" fmla="*/ 82 w 95"/>
                <a:gd name="T31" fmla="*/ 61 h 90"/>
                <a:gd name="T32" fmla="*/ 77 w 95"/>
                <a:gd name="T33" fmla="*/ 62 h 90"/>
                <a:gd name="T34" fmla="*/ 67 w 95"/>
                <a:gd name="T35" fmla="*/ 62 h 90"/>
                <a:gd name="T36" fmla="*/ 56 w 95"/>
                <a:gd name="T37" fmla="*/ 63 h 90"/>
                <a:gd name="T38" fmla="*/ 31 w 95"/>
                <a:gd name="T39" fmla="*/ 67 h 90"/>
                <a:gd name="T40" fmla="*/ 63 w 95"/>
                <a:gd name="T41" fmla="*/ 42 h 90"/>
                <a:gd name="T42" fmla="*/ 75 w 95"/>
                <a:gd name="T43" fmla="*/ 18 h 90"/>
                <a:gd name="T44" fmla="*/ 66 w 95"/>
                <a:gd name="T45" fmla="*/ 5 h 90"/>
                <a:gd name="T46" fmla="*/ 47 w 95"/>
                <a:gd name="T47" fmla="*/ 1 h 90"/>
                <a:gd name="T48" fmla="*/ 30 w 95"/>
                <a:gd name="T49" fmla="*/ 6 h 90"/>
                <a:gd name="T50" fmla="*/ 12 w 95"/>
                <a:gd name="T51" fmla="*/ 18 h 90"/>
                <a:gd name="T52" fmla="*/ 9 w 95"/>
                <a:gd name="T53" fmla="*/ 21 h 90"/>
                <a:gd name="T54" fmla="*/ 4 w 95"/>
                <a:gd name="T55" fmla="*/ 28 h 90"/>
                <a:gd name="T56" fmla="*/ 7 w 95"/>
                <a:gd name="T57" fmla="*/ 32 h 90"/>
                <a:gd name="T58" fmla="*/ 12 w 95"/>
                <a:gd name="T59" fmla="*/ 34 h 90"/>
                <a:gd name="T60" fmla="*/ 21 w 95"/>
                <a:gd name="T61" fmla="*/ 29 h 90"/>
                <a:gd name="T62" fmla="*/ 33 w 95"/>
                <a:gd name="T63" fmla="*/ 19 h 90"/>
                <a:gd name="T64" fmla="*/ 43 w 95"/>
                <a:gd name="T65" fmla="*/ 14 h 90"/>
                <a:gd name="T66" fmla="*/ 53 w 95"/>
                <a:gd name="T67" fmla="*/ 15 h 90"/>
                <a:gd name="T68" fmla="*/ 58 w 95"/>
                <a:gd name="T69" fmla="*/ 22 h 90"/>
                <a:gd name="T70" fmla="*/ 53 w 95"/>
                <a:gd name="T71" fmla="*/ 33 h 90"/>
                <a:gd name="T72" fmla="*/ 40 w 95"/>
                <a:gd name="T73" fmla="*/ 48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5" h="90">
                  <a:moveTo>
                    <a:pt x="40" y="48"/>
                  </a:moveTo>
                  <a:cubicBezTo>
                    <a:pt x="34" y="52"/>
                    <a:pt x="27" y="58"/>
                    <a:pt x="17" y="64"/>
                  </a:cubicBezTo>
                  <a:cubicBezTo>
                    <a:pt x="10" y="69"/>
                    <a:pt x="5" y="73"/>
                    <a:pt x="3" y="76"/>
                  </a:cubicBezTo>
                  <a:cubicBezTo>
                    <a:pt x="1" y="79"/>
                    <a:pt x="0" y="82"/>
                    <a:pt x="1" y="85"/>
                  </a:cubicBezTo>
                  <a:cubicBezTo>
                    <a:pt x="1" y="89"/>
                    <a:pt x="4" y="90"/>
                    <a:pt x="9" y="89"/>
                  </a:cubicBezTo>
                  <a:cubicBezTo>
                    <a:pt x="12" y="89"/>
                    <a:pt x="14" y="87"/>
                    <a:pt x="16" y="85"/>
                  </a:cubicBezTo>
                  <a:cubicBezTo>
                    <a:pt x="18" y="84"/>
                    <a:pt x="19" y="82"/>
                    <a:pt x="21" y="81"/>
                  </a:cubicBezTo>
                  <a:cubicBezTo>
                    <a:pt x="23" y="80"/>
                    <a:pt x="26" y="79"/>
                    <a:pt x="30" y="78"/>
                  </a:cubicBezTo>
                  <a:cubicBezTo>
                    <a:pt x="34" y="77"/>
                    <a:pt x="38" y="76"/>
                    <a:pt x="43" y="75"/>
                  </a:cubicBezTo>
                  <a:cubicBezTo>
                    <a:pt x="54" y="74"/>
                    <a:pt x="62" y="74"/>
                    <a:pt x="68" y="75"/>
                  </a:cubicBezTo>
                  <a:cubicBezTo>
                    <a:pt x="70" y="75"/>
                    <a:pt x="74" y="75"/>
                    <a:pt x="78" y="75"/>
                  </a:cubicBezTo>
                  <a:cubicBezTo>
                    <a:pt x="82" y="75"/>
                    <a:pt x="86" y="74"/>
                    <a:pt x="89" y="72"/>
                  </a:cubicBezTo>
                  <a:cubicBezTo>
                    <a:pt x="93" y="70"/>
                    <a:pt x="95" y="68"/>
                    <a:pt x="95" y="64"/>
                  </a:cubicBezTo>
                  <a:cubicBezTo>
                    <a:pt x="95" y="63"/>
                    <a:pt x="94" y="62"/>
                    <a:pt x="92" y="61"/>
                  </a:cubicBezTo>
                  <a:cubicBezTo>
                    <a:pt x="91" y="60"/>
                    <a:pt x="89" y="59"/>
                    <a:pt x="88" y="59"/>
                  </a:cubicBezTo>
                  <a:cubicBezTo>
                    <a:pt x="86" y="59"/>
                    <a:pt x="84" y="60"/>
                    <a:pt x="82" y="61"/>
                  </a:cubicBezTo>
                  <a:cubicBezTo>
                    <a:pt x="80" y="62"/>
                    <a:pt x="78" y="62"/>
                    <a:pt x="77" y="62"/>
                  </a:cubicBezTo>
                  <a:cubicBezTo>
                    <a:pt x="75" y="63"/>
                    <a:pt x="72" y="63"/>
                    <a:pt x="67" y="62"/>
                  </a:cubicBezTo>
                  <a:cubicBezTo>
                    <a:pt x="62" y="62"/>
                    <a:pt x="58" y="63"/>
                    <a:pt x="56" y="63"/>
                  </a:cubicBezTo>
                  <a:cubicBezTo>
                    <a:pt x="45" y="64"/>
                    <a:pt x="37" y="66"/>
                    <a:pt x="31" y="67"/>
                  </a:cubicBezTo>
                  <a:cubicBezTo>
                    <a:pt x="44" y="60"/>
                    <a:pt x="55" y="52"/>
                    <a:pt x="63" y="42"/>
                  </a:cubicBezTo>
                  <a:cubicBezTo>
                    <a:pt x="72" y="33"/>
                    <a:pt x="76" y="25"/>
                    <a:pt x="75" y="18"/>
                  </a:cubicBezTo>
                  <a:cubicBezTo>
                    <a:pt x="75" y="13"/>
                    <a:pt x="72" y="9"/>
                    <a:pt x="66" y="5"/>
                  </a:cubicBezTo>
                  <a:cubicBezTo>
                    <a:pt x="60" y="1"/>
                    <a:pt x="53" y="0"/>
                    <a:pt x="47" y="1"/>
                  </a:cubicBezTo>
                  <a:cubicBezTo>
                    <a:pt x="40" y="2"/>
                    <a:pt x="34" y="4"/>
                    <a:pt x="30" y="6"/>
                  </a:cubicBezTo>
                  <a:cubicBezTo>
                    <a:pt x="26" y="8"/>
                    <a:pt x="20" y="13"/>
                    <a:pt x="12" y="18"/>
                  </a:cubicBezTo>
                  <a:cubicBezTo>
                    <a:pt x="11" y="20"/>
                    <a:pt x="10" y="21"/>
                    <a:pt x="9" y="21"/>
                  </a:cubicBezTo>
                  <a:cubicBezTo>
                    <a:pt x="5" y="24"/>
                    <a:pt x="4" y="26"/>
                    <a:pt x="4" y="28"/>
                  </a:cubicBezTo>
                  <a:cubicBezTo>
                    <a:pt x="4" y="29"/>
                    <a:pt x="5" y="30"/>
                    <a:pt x="7" y="32"/>
                  </a:cubicBezTo>
                  <a:cubicBezTo>
                    <a:pt x="8" y="33"/>
                    <a:pt x="10" y="34"/>
                    <a:pt x="12" y="34"/>
                  </a:cubicBezTo>
                  <a:cubicBezTo>
                    <a:pt x="16" y="33"/>
                    <a:pt x="19" y="31"/>
                    <a:pt x="21" y="29"/>
                  </a:cubicBezTo>
                  <a:cubicBezTo>
                    <a:pt x="24" y="26"/>
                    <a:pt x="28" y="22"/>
                    <a:pt x="33" y="19"/>
                  </a:cubicBezTo>
                  <a:cubicBezTo>
                    <a:pt x="37" y="16"/>
                    <a:pt x="41" y="14"/>
                    <a:pt x="43" y="14"/>
                  </a:cubicBezTo>
                  <a:cubicBezTo>
                    <a:pt x="47" y="13"/>
                    <a:pt x="50" y="14"/>
                    <a:pt x="53" y="15"/>
                  </a:cubicBezTo>
                  <a:cubicBezTo>
                    <a:pt x="56" y="17"/>
                    <a:pt x="57" y="19"/>
                    <a:pt x="58" y="22"/>
                  </a:cubicBezTo>
                  <a:cubicBezTo>
                    <a:pt x="58" y="24"/>
                    <a:pt x="56" y="28"/>
                    <a:pt x="53" y="33"/>
                  </a:cubicBezTo>
                  <a:cubicBezTo>
                    <a:pt x="50" y="38"/>
                    <a:pt x="45" y="43"/>
                    <a:pt x="40"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38"/>
            <p:cNvSpPr>
              <a:spLocks/>
            </p:cNvSpPr>
            <p:nvPr/>
          </p:nvSpPr>
          <p:spPr bwMode="auto">
            <a:xfrm>
              <a:off x="882650" y="4837113"/>
              <a:ext cx="50800" cy="57150"/>
            </a:xfrm>
            <a:custGeom>
              <a:avLst/>
              <a:gdLst>
                <a:gd name="T0" fmla="*/ 10 w 34"/>
                <a:gd name="T1" fmla="*/ 27 h 38"/>
                <a:gd name="T2" fmla="*/ 1 w 34"/>
                <a:gd name="T3" fmla="*/ 31 h 38"/>
                <a:gd name="T4" fmla="*/ 0 w 34"/>
                <a:gd name="T5" fmla="*/ 34 h 38"/>
                <a:gd name="T6" fmla="*/ 4 w 34"/>
                <a:gd name="T7" fmla="*/ 38 h 38"/>
                <a:gd name="T8" fmla="*/ 14 w 34"/>
                <a:gd name="T9" fmla="*/ 35 h 38"/>
                <a:gd name="T10" fmla="*/ 16 w 34"/>
                <a:gd name="T11" fmla="*/ 35 h 38"/>
                <a:gd name="T12" fmla="*/ 24 w 34"/>
                <a:gd name="T13" fmla="*/ 31 h 38"/>
                <a:gd name="T14" fmla="*/ 31 w 34"/>
                <a:gd name="T15" fmla="*/ 22 h 38"/>
                <a:gd name="T16" fmla="*/ 34 w 34"/>
                <a:gd name="T17" fmla="*/ 15 h 38"/>
                <a:gd name="T18" fmla="*/ 33 w 34"/>
                <a:gd name="T19" fmla="*/ 8 h 38"/>
                <a:gd name="T20" fmla="*/ 31 w 34"/>
                <a:gd name="T21" fmla="*/ 4 h 38"/>
                <a:gd name="T22" fmla="*/ 26 w 34"/>
                <a:gd name="T23" fmla="*/ 1 h 38"/>
                <a:gd name="T24" fmla="*/ 20 w 34"/>
                <a:gd name="T25" fmla="*/ 0 h 38"/>
                <a:gd name="T26" fmla="*/ 17 w 34"/>
                <a:gd name="T27" fmla="*/ 2 h 38"/>
                <a:gd name="T28" fmla="*/ 15 w 34"/>
                <a:gd name="T29" fmla="*/ 6 h 38"/>
                <a:gd name="T30" fmla="*/ 17 w 34"/>
                <a:gd name="T31" fmla="*/ 9 h 38"/>
                <a:gd name="T32" fmla="*/ 18 w 34"/>
                <a:gd name="T33" fmla="*/ 16 h 38"/>
                <a:gd name="T34" fmla="*/ 17 w 34"/>
                <a:gd name="T35" fmla="*/ 20 h 38"/>
                <a:gd name="T36" fmla="*/ 10 w 34"/>
                <a:gd name="T37" fmla="*/ 2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 h="38">
                  <a:moveTo>
                    <a:pt x="10" y="27"/>
                  </a:moveTo>
                  <a:cubicBezTo>
                    <a:pt x="6" y="29"/>
                    <a:pt x="3" y="30"/>
                    <a:pt x="1" y="31"/>
                  </a:cubicBezTo>
                  <a:cubicBezTo>
                    <a:pt x="0" y="32"/>
                    <a:pt x="0" y="33"/>
                    <a:pt x="0" y="34"/>
                  </a:cubicBezTo>
                  <a:cubicBezTo>
                    <a:pt x="0" y="36"/>
                    <a:pt x="2" y="38"/>
                    <a:pt x="4" y="38"/>
                  </a:cubicBezTo>
                  <a:cubicBezTo>
                    <a:pt x="6" y="38"/>
                    <a:pt x="9" y="37"/>
                    <a:pt x="14" y="35"/>
                  </a:cubicBezTo>
                  <a:cubicBezTo>
                    <a:pt x="15" y="35"/>
                    <a:pt x="15" y="35"/>
                    <a:pt x="16" y="35"/>
                  </a:cubicBezTo>
                  <a:cubicBezTo>
                    <a:pt x="19" y="34"/>
                    <a:pt x="21" y="33"/>
                    <a:pt x="24" y="31"/>
                  </a:cubicBezTo>
                  <a:cubicBezTo>
                    <a:pt x="27" y="29"/>
                    <a:pt x="30" y="26"/>
                    <a:pt x="31" y="22"/>
                  </a:cubicBezTo>
                  <a:cubicBezTo>
                    <a:pt x="33" y="18"/>
                    <a:pt x="34" y="15"/>
                    <a:pt x="34" y="15"/>
                  </a:cubicBezTo>
                  <a:cubicBezTo>
                    <a:pt x="34" y="13"/>
                    <a:pt x="33" y="11"/>
                    <a:pt x="33" y="8"/>
                  </a:cubicBezTo>
                  <a:cubicBezTo>
                    <a:pt x="32" y="6"/>
                    <a:pt x="31" y="4"/>
                    <a:pt x="31" y="4"/>
                  </a:cubicBezTo>
                  <a:cubicBezTo>
                    <a:pt x="30" y="3"/>
                    <a:pt x="29" y="2"/>
                    <a:pt x="26" y="1"/>
                  </a:cubicBezTo>
                  <a:cubicBezTo>
                    <a:pt x="24" y="0"/>
                    <a:pt x="22" y="0"/>
                    <a:pt x="20" y="0"/>
                  </a:cubicBezTo>
                  <a:cubicBezTo>
                    <a:pt x="19" y="0"/>
                    <a:pt x="18" y="1"/>
                    <a:pt x="17" y="2"/>
                  </a:cubicBezTo>
                  <a:cubicBezTo>
                    <a:pt x="16" y="4"/>
                    <a:pt x="15" y="5"/>
                    <a:pt x="15" y="6"/>
                  </a:cubicBezTo>
                  <a:cubicBezTo>
                    <a:pt x="15" y="7"/>
                    <a:pt x="16" y="8"/>
                    <a:pt x="17" y="9"/>
                  </a:cubicBezTo>
                  <a:cubicBezTo>
                    <a:pt x="18" y="11"/>
                    <a:pt x="18" y="13"/>
                    <a:pt x="18" y="16"/>
                  </a:cubicBezTo>
                  <a:cubicBezTo>
                    <a:pt x="18" y="16"/>
                    <a:pt x="18" y="18"/>
                    <a:pt x="17" y="20"/>
                  </a:cubicBezTo>
                  <a:cubicBezTo>
                    <a:pt x="16" y="23"/>
                    <a:pt x="14" y="25"/>
                    <a:pt x="10"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39"/>
            <p:cNvSpPr>
              <a:spLocks/>
            </p:cNvSpPr>
            <p:nvPr/>
          </p:nvSpPr>
          <p:spPr bwMode="auto">
            <a:xfrm>
              <a:off x="1035050" y="4740275"/>
              <a:ext cx="130175" cy="131763"/>
            </a:xfrm>
            <a:custGeom>
              <a:avLst/>
              <a:gdLst>
                <a:gd name="T0" fmla="*/ 55 w 87"/>
                <a:gd name="T1" fmla="*/ 69 h 88"/>
                <a:gd name="T2" fmla="*/ 28 w 87"/>
                <a:gd name="T3" fmla="*/ 73 h 88"/>
                <a:gd name="T4" fmla="*/ 12 w 87"/>
                <a:gd name="T5" fmla="*/ 68 h 88"/>
                <a:gd name="T6" fmla="*/ 9 w 87"/>
                <a:gd name="T7" fmla="*/ 67 h 88"/>
                <a:gd name="T8" fmla="*/ 0 w 87"/>
                <a:gd name="T9" fmla="*/ 75 h 88"/>
                <a:gd name="T10" fmla="*/ 7 w 87"/>
                <a:gd name="T11" fmla="*/ 84 h 88"/>
                <a:gd name="T12" fmla="*/ 24 w 87"/>
                <a:gd name="T13" fmla="*/ 87 h 88"/>
                <a:gd name="T14" fmla="*/ 64 w 87"/>
                <a:gd name="T15" fmla="*/ 79 h 88"/>
                <a:gd name="T16" fmla="*/ 86 w 87"/>
                <a:gd name="T17" fmla="*/ 54 h 88"/>
                <a:gd name="T18" fmla="*/ 80 w 87"/>
                <a:gd name="T19" fmla="*/ 38 h 88"/>
                <a:gd name="T20" fmla="*/ 58 w 87"/>
                <a:gd name="T21" fmla="*/ 32 h 88"/>
                <a:gd name="T22" fmla="*/ 52 w 87"/>
                <a:gd name="T23" fmla="*/ 32 h 88"/>
                <a:gd name="T24" fmla="*/ 47 w 87"/>
                <a:gd name="T25" fmla="*/ 32 h 88"/>
                <a:gd name="T26" fmla="*/ 61 w 87"/>
                <a:gd name="T27" fmla="*/ 25 h 88"/>
                <a:gd name="T28" fmla="*/ 79 w 87"/>
                <a:gd name="T29" fmla="*/ 15 h 88"/>
                <a:gd name="T30" fmla="*/ 83 w 87"/>
                <a:gd name="T31" fmla="*/ 8 h 88"/>
                <a:gd name="T32" fmla="*/ 80 w 87"/>
                <a:gd name="T33" fmla="*/ 2 h 88"/>
                <a:gd name="T34" fmla="*/ 68 w 87"/>
                <a:gd name="T35" fmla="*/ 1 h 88"/>
                <a:gd name="T36" fmla="*/ 37 w 87"/>
                <a:gd name="T37" fmla="*/ 2 h 88"/>
                <a:gd name="T38" fmla="*/ 27 w 87"/>
                <a:gd name="T39" fmla="*/ 3 h 88"/>
                <a:gd name="T40" fmla="*/ 21 w 87"/>
                <a:gd name="T41" fmla="*/ 2 h 88"/>
                <a:gd name="T42" fmla="*/ 15 w 87"/>
                <a:gd name="T43" fmla="*/ 0 h 88"/>
                <a:gd name="T44" fmla="*/ 9 w 87"/>
                <a:gd name="T45" fmla="*/ 2 h 88"/>
                <a:gd name="T46" fmla="*/ 7 w 87"/>
                <a:gd name="T47" fmla="*/ 6 h 88"/>
                <a:gd name="T48" fmla="*/ 21 w 87"/>
                <a:gd name="T49" fmla="*/ 18 h 88"/>
                <a:gd name="T50" fmla="*/ 41 w 87"/>
                <a:gd name="T51" fmla="*/ 15 h 88"/>
                <a:gd name="T52" fmla="*/ 61 w 87"/>
                <a:gd name="T53" fmla="*/ 12 h 88"/>
                <a:gd name="T54" fmla="*/ 37 w 87"/>
                <a:gd name="T55" fmla="*/ 26 h 88"/>
                <a:gd name="T56" fmla="*/ 21 w 87"/>
                <a:gd name="T57" fmla="*/ 38 h 88"/>
                <a:gd name="T58" fmla="*/ 19 w 87"/>
                <a:gd name="T59" fmla="*/ 43 h 88"/>
                <a:gd name="T60" fmla="*/ 27 w 87"/>
                <a:gd name="T61" fmla="*/ 48 h 88"/>
                <a:gd name="T62" fmla="*/ 48 w 87"/>
                <a:gd name="T63" fmla="*/ 44 h 88"/>
                <a:gd name="T64" fmla="*/ 64 w 87"/>
                <a:gd name="T65" fmla="*/ 47 h 88"/>
                <a:gd name="T66" fmla="*/ 69 w 87"/>
                <a:gd name="T67" fmla="*/ 55 h 88"/>
                <a:gd name="T68" fmla="*/ 55 w 87"/>
                <a:gd name="T69" fmla="*/ 69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7" h="88">
                  <a:moveTo>
                    <a:pt x="55" y="69"/>
                  </a:moveTo>
                  <a:cubicBezTo>
                    <a:pt x="46" y="72"/>
                    <a:pt x="37" y="74"/>
                    <a:pt x="28" y="73"/>
                  </a:cubicBezTo>
                  <a:cubicBezTo>
                    <a:pt x="24" y="73"/>
                    <a:pt x="18" y="71"/>
                    <a:pt x="12" y="68"/>
                  </a:cubicBezTo>
                  <a:cubicBezTo>
                    <a:pt x="11" y="67"/>
                    <a:pt x="10" y="67"/>
                    <a:pt x="9" y="67"/>
                  </a:cubicBezTo>
                  <a:cubicBezTo>
                    <a:pt x="3" y="67"/>
                    <a:pt x="0" y="70"/>
                    <a:pt x="0" y="75"/>
                  </a:cubicBezTo>
                  <a:cubicBezTo>
                    <a:pt x="0" y="79"/>
                    <a:pt x="2" y="83"/>
                    <a:pt x="7" y="84"/>
                  </a:cubicBezTo>
                  <a:cubicBezTo>
                    <a:pt x="11" y="86"/>
                    <a:pt x="17" y="87"/>
                    <a:pt x="24" y="87"/>
                  </a:cubicBezTo>
                  <a:cubicBezTo>
                    <a:pt x="38" y="88"/>
                    <a:pt x="51" y="86"/>
                    <a:pt x="64" y="79"/>
                  </a:cubicBezTo>
                  <a:cubicBezTo>
                    <a:pt x="77" y="73"/>
                    <a:pt x="85" y="65"/>
                    <a:pt x="86" y="54"/>
                  </a:cubicBezTo>
                  <a:cubicBezTo>
                    <a:pt x="87" y="48"/>
                    <a:pt x="85" y="42"/>
                    <a:pt x="80" y="38"/>
                  </a:cubicBezTo>
                  <a:cubicBezTo>
                    <a:pt x="75" y="34"/>
                    <a:pt x="68" y="32"/>
                    <a:pt x="58" y="32"/>
                  </a:cubicBezTo>
                  <a:cubicBezTo>
                    <a:pt x="57" y="32"/>
                    <a:pt x="55" y="32"/>
                    <a:pt x="52" y="32"/>
                  </a:cubicBezTo>
                  <a:cubicBezTo>
                    <a:pt x="50" y="32"/>
                    <a:pt x="49" y="32"/>
                    <a:pt x="47" y="32"/>
                  </a:cubicBezTo>
                  <a:cubicBezTo>
                    <a:pt x="49" y="31"/>
                    <a:pt x="54" y="28"/>
                    <a:pt x="61" y="25"/>
                  </a:cubicBezTo>
                  <a:cubicBezTo>
                    <a:pt x="71" y="20"/>
                    <a:pt x="77" y="17"/>
                    <a:pt x="79" y="15"/>
                  </a:cubicBezTo>
                  <a:cubicBezTo>
                    <a:pt x="81" y="13"/>
                    <a:pt x="83" y="11"/>
                    <a:pt x="83" y="8"/>
                  </a:cubicBezTo>
                  <a:cubicBezTo>
                    <a:pt x="83" y="5"/>
                    <a:pt x="82" y="3"/>
                    <a:pt x="80" y="2"/>
                  </a:cubicBezTo>
                  <a:cubicBezTo>
                    <a:pt x="78" y="1"/>
                    <a:pt x="74" y="0"/>
                    <a:pt x="68" y="1"/>
                  </a:cubicBezTo>
                  <a:cubicBezTo>
                    <a:pt x="60" y="1"/>
                    <a:pt x="49" y="1"/>
                    <a:pt x="37" y="2"/>
                  </a:cubicBezTo>
                  <a:cubicBezTo>
                    <a:pt x="33" y="3"/>
                    <a:pt x="29" y="3"/>
                    <a:pt x="27" y="3"/>
                  </a:cubicBezTo>
                  <a:cubicBezTo>
                    <a:pt x="25" y="3"/>
                    <a:pt x="23" y="3"/>
                    <a:pt x="21" y="2"/>
                  </a:cubicBezTo>
                  <a:cubicBezTo>
                    <a:pt x="18" y="1"/>
                    <a:pt x="16" y="0"/>
                    <a:pt x="15" y="0"/>
                  </a:cubicBezTo>
                  <a:cubicBezTo>
                    <a:pt x="12" y="0"/>
                    <a:pt x="11" y="1"/>
                    <a:pt x="9" y="2"/>
                  </a:cubicBezTo>
                  <a:cubicBezTo>
                    <a:pt x="8" y="3"/>
                    <a:pt x="7" y="4"/>
                    <a:pt x="7" y="6"/>
                  </a:cubicBezTo>
                  <a:cubicBezTo>
                    <a:pt x="6" y="14"/>
                    <a:pt x="11" y="18"/>
                    <a:pt x="21" y="18"/>
                  </a:cubicBezTo>
                  <a:cubicBezTo>
                    <a:pt x="22" y="18"/>
                    <a:pt x="29" y="16"/>
                    <a:pt x="41" y="15"/>
                  </a:cubicBezTo>
                  <a:cubicBezTo>
                    <a:pt x="53" y="13"/>
                    <a:pt x="60" y="12"/>
                    <a:pt x="61" y="12"/>
                  </a:cubicBezTo>
                  <a:cubicBezTo>
                    <a:pt x="53" y="15"/>
                    <a:pt x="45" y="20"/>
                    <a:pt x="37" y="26"/>
                  </a:cubicBezTo>
                  <a:cubicBezTo>
                    <a:pt x="28" y="32"/>
                    <a:pt x="23" y="36"/>
                    <a:pt x="21" y="38"/>
                  </a:cubicBezTo>
                  <a:cubicBezTo>
                    <a:pt x="20" y="40"/>
                    <a:pt x="19" y="42"/>
                    <a:pt x="19" y="43"/>
                  </a:cubicBezTo>
                  <a:cubicBezTo>
                    <a:pt x="19" y="46"/>
                    <a:pt x="22" y="48"/>
                    <a:pt x="27" y="48"/>
                  </a:cubicBezTo>
                  <a:cubicBezTo>
                    <a:pt x="33" y="45"/>
                    <a:pt x="40" y="44"/>
                    <a:pt x="48" y="44"/>
                  </a:cubicBezTo>
                  <a:cubicBezTo>
                    <a:pt x="55" y="44"/>
                    <a:pt x="61" y="45"/>
                    <a:pt x="64" y="47"/>
                  </a:cubicBezTo>
                  <a:cubicBezTo>
                    <a:pt x="68" y="49"/>
                    <a:pt x="69" y="51"/>
                    <a:pt x="69" y="55"/>
                  </a:cubicBezTo>
                  <a:cubicBezTo>
                    <a:pt x="68" y="61"/>
                    <a:pt x="64" y="66"/>
                    <a:pt x="55"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40"/>
            <p:cNvSpPr>
              <a:spLocks/>
            </p:cNvSpPr>
            <p:nvPr/>
          </p:nvSpPr>
          <p:spPr bwMode="auto">
            <a:xfrm>
              <a:off x="1165225" y="4845050"/>
              <a:ext cx="58738" cy="60325"/>
            </a:xfrm>
            <a:custGeom>
              <a:avLst/>
              <a:gdLst>
                <a:gd name="T0" fmla="*/ 19 w 38"/>
                <a:gd name="T1" fmla="*/ 23 h 40"/>
                <a:gd name="T2" fmla="*/ 11 w 38"/>
                <a:gd name="T3" fmla="*/ 29 h 40"/>
                <a:gd name="T4" fmla="*/ 2 w 38"/>
                <a:gd name="T5" fmla="*/ 31 h 40"/>
                <a:gd name="T6" fmla="*/ 0 w 38"/>
                <a:gd name="T7" fmla="*/ 35 h 40"/>
                <a:gd name="T8" fmla="*/ 4 w 38"/>
                <a:gd name="T9" fmla="*/ 40 h 40"/>
                <a:gd name="T10" fmla="*/ 14 w 38"/>
                <a:gd name="T11" fmla="*/ 39 h 40"/>
                <a:gd name="T12" fmla="*/ 15 w 38"/>
                <a:gd name="T13" fmla="*/ 39 h 40"/>
                <a:gd name="T14" fmla="*/ 25 w 38"/>
                <a:gd name="T15" fmla="*/ 36 h 40"/>
                <a:gd name="T16" fmla="*/ 33 w 38"/>
                <a:gd name="T17" fmla="*/ 26 h 40"/>
                <a:gd name="T18" fmla="*/ 37 w 38"/>
                <a:gd name="T19" fmla="*/ 19 h 40"/>
                <a:gd name="T20" fmla="*/ 37 w 38"/>
                <a:gd name="T21" fmla="*/ 11 h 40"/>
                <a:gd name="T22" fmla="*/ 36 w 38"/>
                <a:gd name="T23" fmla="*/ 6 h 40"/>
                <a:gd name="T24" fmla="*/ 32 w 38"/>
                <a:gd name="T25" fmla="*/ 2 h 40"/>
                <a:gd name="T26" fmla="*/ 26 w 38"/>
                <a:gd name="T27" fmla="*/ 0 h 40"/>
                <a:gd name="T28" fmla="*/ 22 w 38"/>
                <a:gd name="T29" fmla="*/ 2 h 40"/>
                <a:gd name="T30" fmla="*/ 20 w 38"/>
                <a:gd name="T31" fmla="*/ 6 h 40"/>
                <a:gd name="T32" fmla="*/ 21 w 38"/>
                <a:gd name="T33" fmla="*/ 10 h 40"/>
                <a:gd name="T34" fmla="*/ 21 w 38"/>
                <a:gd name="T35" fmla="*/ 18 h 40"/>
                <a:gd name="T36" fmla="*/ 19 w 38"/>
                <a:gd name="T37" fmla="*/ 2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8" h="40">
                  <a:moveTo>
                    <a:pt x="19" y="23"/>
                  </a:moveTo>
                  <a:cubicBezTo>
                    <a:pt x="18" y="25"/>
                    <a:pt x="15" y="28"/>
                    <a:pt x="11" y="29"/>
                  </a:cubicBezTo>
                  <a:cubicBezTo>
                    <a:pt x="7" y="31"/>
                    <a:pt x="4" y="31"/>
                    <a:pt x="2" y="31"/>
                  </a:cubicBezTo>
                  <a:cubicBezTo>
                    <a:pt x="1" y="32"/>
                    <a:pt x="0" y="33"/>
                    <a:pt x="0" y="35"/>
                  </a:cubicBezTo>
                  <a:cubicBezTo>
                    <a:pt x="0" y="38"/>
                    <a:pt x="1" y="40"/>
                    <a:pt x="4" y="40"/>
                  </a:cubicBezTo>
                  <a:cubicBezTo>
                    <a:pt x="6" y="40"/>
                    <a:pt x="9" y="40"/>
                    <a:pt x="14" y="39"/>
                  </a:cubicBezTo>
                  <a:cubicBezTo>
                    <a:pt x="14" y="39"/>
                    <a:pt x="15" y="39"/>
                    <a:pt x="15" y="39"/>
                  </a:cubicBezTo>
                  <a:cubicBezTo>
                    <a:pt x="18" y="38"/>
                    <a:pt x="22" y="37"/>
                    <a:pt x="25" y="36"/>
                  </a:cubicBezTo>
                  <a:cubicBezTo>
                    <a:pt x="28" y="34"/>
                    <a:pt x="31" y="31"/>
                    <a:pt x="33" y="26"/>
                  </a:cubicBezTo>
                  <a:cubicBezTo>
                    <a:pt x="36" y="22"/>
                    <a:pt x="37" y="20"/>
                    <a:pt x="37" y="19"/>
                  </a:cubicBezTo>
                  <a:cubicBezTo>
                    <a:pt x="38" y="17"/>
                    <a:pt x="37" y="14"/>
                    <a:pt x="37" y="11"/>
                  </a:cubicBezTo>
                  <a:cubicBezTo>
                    <a:pt x="37" y="8"/>
                    <a:pt x="36" y="6"/>
                    <a:pt x="36" y="6"/>
                  </a:cubicBezTo>
                  <a:cubicBezTo>
                    <a:pt x="36" y="5"/>
                    <a:pt x="35" y="4"/>
                    <a:pt x="32" y="2"/>
                  </a:cubicBezTo>
                  <a:cubicBezTo>
                    <a:pt x="30" y="1"/>
                    <a:pt x="28" y="0"/>
                    <a:pt x="26" y="0"/>
                  </a:cubicBezTo>
                  <a:cubicBezTo>
                    <a:pt x="25" y="0"/>
                    <a:pt x="24" y="0"/>
                    <a:pt x="22" y="2"/>
                  </a:cubicBezTo>
                  <a:cubicBezTo>
                    <a:pt x="21" y="3"/>
                    <a:pt x="21" y="5"/>
                    <a:pt x="20" y="6"/>
                  </a:cubicBezTo>
                  <a:cubicBezTo>
                    <a:pt x="20" y="7"/>
                    <a:pt x="21" y="8"/>
                    <a:pt x="21" y="10"/>
                  </a:cubicBezTo>
                  <a:cubicBezTo>
                    <a:pt x="22" y="11"/>
                    <a:pt x="22" y="14"/>
                    <a:pt x="21" y="18"/>
                  </a:cubicBezTo>
                  <a:cubicBezTo>
                    <a:pt x="21" y="18"/>
                    <a:pt x="21" y="20"/>
                    <a:pt x="19"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41"/>
            <p:cNvSpPr>
              <a:spLocks noEditPoints="1"/>
            </p:cNvSpPr>
            <p:nvPr/>
          </p:nvSpPr>
          <p:spPr bwMode="auto">
            <a:xfrm>
              <a:off x="1323975" y="4764088"/>
              <a:ext cx="146050" cy="166688"/>
            </a:xfrm>
            <a:custGeom>
              <a:avLst/>
              <a:gdLst>
                <a:gd name="T0" fmla="*/ 61 w 97"/>
                <a:gd name="T1" fmla="*/ 82 h 111"/>
                <a:gd name="T2" fmla="*/ 66 w 97"/>
                <a:gd name="T3" fmla="*/ 69 h 111"/>
                <a:gd name="T4" fmla="*/ 69 w 97"/>
                <a:gd name="T5" fmla="*/ 70 h 111"/>
                <a:gd name="T6" fmla="*/ 83 w 97"/>
                <a:gd name="T7" fmla="*/ 76 h 111"/>
                <a:gd name="T8" fmla="*/ 87 w 97"/>
                <a:gd name="T9" fmla="*/ 78 h 111"/>
                <a:gd name="T10" fmla="*/ 92 w 97"/>
                <a:gd name="T11" fmla="*/ 77 h 111"/>
                <a:gd name="T12" fmla="*/ 96 w 97"/>
                <a:gd name="T13" fmla="*/ 73 h 111"/>
                <a:gd name="T14" fmla="*/ 95 w 97"/>
                <a:gd name="T15" fmla="*/ 64 h 111"/>
                <a:gd name="T16" fmla="*/ 84 w 97"/>
                <a:gd name="T17" fmla="*/ 59 h 111"/>
                <a:gd name="T18" fmla="*/ 72 w 97"/>
                <a:gd name="T19" fmla="*/ 55 h 111"/>
                <a:gd name="T20" fmla="*/ 75 w 97"/>
                <a:gd name="T21" fmla="*/ 48 h 111"/>
                <a:gd name="T22" fmla="*/ 88 w 97"/>
                <a:gd name="T23" fmla="*/ 21 h 111"/>
                <a:gd name="T24" fmla="*/ 96 w 97"/>
                <a:gd name="T25" fmla="*/ 7 h 111"/>
                <a:gd name="T26" fmla="*/ 89 w 97"/>
                <a:gd name="T27" fmla="*/ 0 h 111"/>
                <a:gd name="T28" fmla="*/ 75 w 97"/>
                <a:gd name="T29" fmla="*/ 5 h 111"/>
                <a:gd name="T30" fmla="*/ 71 w 97"/>
                <a:gd name="T31" fmla="*/ 7 h 111"/>
                <a:gd name="T32" fmla="*/ 36 w 97"/>
                <a:gd name="T33" fmla="*/ 27 h 111"/>
                <a:gd name="T34" fmla="*/ 0 w 97"/>
                <a:gd name="T35" fmla="*/ 54 h 111"/>
                <a:gd name="T36" fmla="*/ 8 w 97"/>
                <a:gd name="T37" fmla="*/ 63 h 111"/>
                <a:gd name="T38" fmla="*/ 27 w 97"/>
                <a:gd name="T39" fmla="*/ 63 h 111"/>
                <a:gd name="T40" fmla="*/ 50 w 97"/>
                <a:gd name="T41" fmla="*/ 66 h 111"/>
                <a:gd name="T42" fmla="*/ 46 w 97"/>
                <a:gd name="T43" fmla="*/ 77 h 111"/>
                <a:gd name="T44" fmla="*/ 44 w 97"/>
                <a:gd name="T45" fmla="*/ 86 h 111"/>
                <a:gd name="T46" fmla="*/ 41 w 97"/>
                <a:gd name="T47" fmla="*/ 95 h 111"/>
                <a:gd name="T48" fmla="*/ 42 w 97"/>
                <a:gd name="T49" fmla="*/ 106 h 111"/>
                <a:gd name="T50" fmla="*/ 49 w 97"/>
                <a:gd name="T51" fmla="*/ 110 h 111"/>
                <a:gd name="T52" fmla="*/ 55 w 97"/>
                <a:gd name="T53" fmla="*/ 109 h 111"/>
                <a:gd name="T54" fmla="*/ 59 w 97"/>
                <a:gd name="T55" fmla="*/ 103 h 111"/>
                <a:gd name="T56" fmla="*/ 58 w 97"/>
                <a:gd name="T57" fmla="*/ 96 h 111"/>
                <a:gd name="T58" fmla="*/ 60 w 97"/>
                <a:gd name="T59" fmla="*/ 85 h 111"/>
                <a:gd name="T60" fmla="*/ 61 w 97"/>
                <a:gd name="T61" fmla="*/ 82 h 111"/>
                <a:gd name="T62" fmla="*/ 57 w 97"/>
                <a:gd name="T63" fmla="*/ 51 h 111"/>
                <a:gd name="T64" fmla="*/ 41 w 97"/>
                <a:gd name="T65" fmla="*/ 50 h 111"/>
                <a:gd name="T66" fmla="*/ 25 w 97"/>
                <a:gd name="T67" fmla="*/ 49 h 111"/>
                <a:gd name="T68" fmla="*/ 48 w 97"/>
                <a:gd name="T69" fmla="*/ 35 h 111"/>
                <a:gd name="T70" fmla="*/ 65 w 97"/>
                <a:gd name="T71" fmla="*/ 26 h 111"/>
                <a:gd name="T72" fmla="*/ 70 w 97"/>
                <a:gd name="T73" fmla="*/ 23 h 111"/>
                <a:gd name="T74" fmla="*/ 63 w 97"/>
                <a:gd name="T75" fmla="*/ 37 h 111"/>
                <a:gd name="T76" fmla="*/ 57 w 97"/>
                <a:gd name="T77" fmla="*/ 5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7" h="111">
                  <a:moveTo>
                    <a:pt x="61" y="82"/>
                  </a:moveTo>
                  <a:cubicBezTo>
                    <a:pt x="63" y="77"/>
                    <a:pt x="64" y="73"/>
                    <a:pt x="66" y="69"/>
                  </a:cubicBezTo>
                  <a:cubicBezTo>
                    <a:pt x="67" y="69"/>
                    <a:pt x="68" y="69"/>
                    <a:pt x="69" y="70"/>
                  </a:cubicBezTo>
                  <a:cubicBezTo>
                    <a:pt x="75" y="71"/>
                    <a:pt x="80" y="73"/>
                    <a:pt x="83" y="76"/>
                  </a:cubicBezTo>
                  <a:cubicBezTo>
                    <a:pt x="84" y="77"/>
                    <a:pt x="86" y="78"/>
                    <a:pt x="87" y="78"/>
                  </a:cubicBezTo>
                  <a:cubicBezTo>
                    <a:pt x="89" y="79"/>
                    <a:pt x="91" y="78"/>
                    <a:pt x="92" y="77"/>
                  </a:cubicBezTo>
                  <a:cubicBezTo>
                    <a:pt x="94" y="76"/>
                    <a:pt x="95" y="75"/>
                    <a:pt x="96" y="73"/>
                  </a:cubicBezTo>
                  <a:cubicBezTo>
                    <a:pt x="97" y="69"/>
                    <a:pt x="97" y="66"/>
                    <a:pt x="95" y="64"/>
                  </a:cubicBezTo>
                  <a:cubicBezTo>
                    <a:pt x="94" y="62"/>
                    <a:pt x="90" y="60"/>
                    <a:pt x="84" y="59"/>
                  </a:cubicBezTo>
                  <a:cubicBezTo>
                    <a:pt x="80" y="57"/>
                    <a:pt x="76" y="56"/>
                    <a:pt x="72" y="55"/>
                  </a:cubicBezTo>
                  <a:cubicBezTo>
                    <a:pt x="73" y="53"/>
                    <a:pt x="74" y="51"/>
                    <a:pt x="75" y="48"/>
                  </a:cubicBezTo>
                  <a:cubicBezTo>
                    <a:pt x="79" y="38"/>
                    <a:pt x="83" y="29"/>
                    <a:pt x="88" y="21"/>
                  </a:cubicBezTo>
                  <a:cubicBezTo>
                    <a:pt x="91" y="16"/>
                    <a:pt x="93" y="12"/>
                    <a:pt x="96" y="7"/>
                  </a:cubicBezTo>
                  <a:cubicBezTo>
                    <a:pt x="97" y="3"/>
                    <a:pt x="95" y="1"/>
                    <a:pt x="89" y="0"/>
                  </a:cubicBezTo>
                  <a:cubicBezTo>
                    <a:pt x="87" y="0"/>
                    <a:pt x="82" y="1"/>
                    <a:pt x="75" y="5"/>
                  </a:cubicBezTo>
                  <a:cubicBezTo>
                    <a:pt x="73" y="6"/>
                    <a:pt x="72" y="7"/>
                    <a:pt x="71" y="7"/>
                  </a:cubicBezTo>
                  <a:cubicBezTo>
                    <a:pt x="59" y="14"/>
                    <a:pt x="47" y="21"/>
                    <a:pt x="36" y="27"/>
                  </a:cubicBezTo>
                  <a:cubicBezTo>
                    <a:pt x="14" y="40"/>
                    <a:pt x="3" y="49"/>
                    <a:pt x="0" y="54"/>
                  </a:cubicBezTo>
                  <a:cubicBezTo>
                    <a:pt x="3" y="59"/>
                    <a:pt x="5" y="62"/>
                    <a:pt x="8" y="63"/>
                  </a:cubicBezTo>
                  <a:cubicBezTo>
                    <a:pt x="13" y="64"/>
                    <a:pt x="19" y="64"/>
                    <a:pt x="27" y="63"/>
                  </a:cubicBezTo>
                  <a:cubicBezTo>
                    <a:pt x="33" y="63"/>
                    <a:pt x="41" y="64"/>
                    <a:pt x="50" y="66"/>
                  </a:cubicBezTo>
                  <a:cubicBezTo>
                    <a:pt x="49" y="69"/>
                    <a:pt x="48" y="73"/>
                    <a:pt x="46" y="77"/>
                  </a:cubicBezTo>
                  <a:cubicBezTo>
                    <a:pt x="45" y="80"/>
                    <a:pt x="45" y="83"/>
                    <a:pt x="44" y="86"/>
                  </a:cubicBezTo>
                  <a:cubicBezTo>
                    <a:pt x="42" y="90"/>
                    <a:pt x="41" y="93"/>
                    <a:pt x="41" y="95"/>
                  </a:cubicBezTo>
                  <a:cubicBezTo>
                    <a:pt x="40" y="100"/>
                    <a:pt x="40" y="104"/>
                    <a:pt x="42" y="106"/>
                  </a:cubicBezTo>
                  <a:cubicBezTo>
                    <a:pt x="43" y="108"/>
                    <a:pt x="46" y="110"/>
                    <a:pt x="49" y="110"/>
                  </a:cubicBezTo>
                  <a:cubicBezTo>
                    <a:pt x="50" y="111"/>
                    <a:pt x="53" y="110"/>
                    <a:pt x="55" y="109"/>
                  </a:cubicBezTo>
                  <a:cubicBezTo>
                    <a:pt x="57" y="107"/>
                    <a:pt x="59" y="105"/>
                    <a:pt x="59" y="103"/>
                  </a:cubicBezTo>
                  <a:cubicBezTo>
                    <a:pt x="60" y="102"/>
                    <a:pt x="59" y="99"/>
                    <a:pt x="58" y="96"/>
                  </a:cubicBezTo>
                  <a:cubicBezTo>
                    <a:pt x="59" y="91"/>
                    <a:pt x="59" y="88"/>
                    <a:pt x="60" y="85"/>
                  </a:cubicBezTo>
                  <a:cubicBezTo>
                    <a:pt x="61" y="84"/>
                    <a:pt x="61" y="83"/>
                    <a:pt x="61" y="82"/>
                  </a:cubicBezTo>
                  <a:close/>
                  <a:moveTo>
                    <a:pt x="57" y="51"/>
                  </a:moveTo>
                  <a:cubicBezTo>
                    <a:pt x="54" y="51"/>
                    <a:pt x="49" y="51"/>
                    <a:pt x="41" y="50"/>
                  </a:cubicBezTo>
                  <a:cubicBezTo>
                    <a:pt x="34" y="50"/>
                    <a:pt x="28" y="50"/>
                    <a:pt x="25" y="49"/>
                  </a:cubicBezTo>
                  <a:cubicBezTo>
                    <a:pt x="37" y="43"/>
                    <a:pt x="45" y="38"/>
                    <a:pt x="48" y="35"/>
                  </a:cubicBezTo>
                  <a:cubicBezTo>
                    <a:pt x="51" y="33"/>
                    <a:pt x="57" y="30"/>
                    <a:pt x="65" y="26"/>
                  </a:cubicBezTo>
                  <a:cubicBezTo>
                    <a:pt x="67" y="25"/>
                    <a:pt x="68" y="24"/>
                    <a:pt x="70" y="23"/>
                  </a:cubicBezTo>
                  <a:cubicBezTo>
                    <a:pt x="68" y="28"/>
                    <a:pt x="66" y="33"/>
                    <a:pt x="63" y="37"/>
                  </a:cubicBezTo>
                  <a:cubicBezTo>
                    <a:pt x="59" y="45"/>
                    <a:pt x="57" y="50"/>
                    <a:pt x="57"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42"/>
            <p:cNvSpPr>
              <a:spLocks/>
            </p:cNvSpPr>
            <p:nvPr/>
          </p:nvSpPr>
          <p:spPr bwMode="auto">
            <a:xfrm>
              <a:off x="1466850" y="4905375"/>
              <a:ext cx="33338" cy="36513"/>
            </a:xfrm>
            <a:custGeom>
              <a:avLst/>
              <a:gdLst>
                <a:gd name="T0" fmla="*/ 6 w 23"/>
                <a:gd name="T1" fmla="*/ 23 h 24"/>
                <a:gd name="T2" fmla="*/ 13 w 23"/>
                <a:gd name="T3" fmla="*/ 22 h 24"/>
                <a:gd name="T4" fmla="*/ 20 w 23"/>
                <a:gd name="T5" fmla="*/ 17 h 24"/>
                <a:gd name="T6" fmla="*/ 23 w 23"/>
                <a:gd name="T7" fmla="*/ 11 h 24"/>
                <a:gd name="T8" fmla="*/ 22 w 23"/>
                <a:gd name="T9" fmla="*/ 5 h 24"/>
                <a:gd name="T10" fmla="*/ 17 w 23"/>
                <a:gd name="T11" fmla="*/ 1 h 24"/>
                <a:gd name="T12" fmla="*/ 8 w 23"/>
                <a:gd name="T13" fmla="*/ 0 h 24"/>
                <a:gd name="T14" fmla="*/ 4 w 23"/>
                <a:gd name="T15" fmla="*/ 3 h 24"/>
                <a:gd name="T16" fmla="*/ 2 w 23"/>
                <a:gd name="T17" fmla="*/ 9 h 24"/>
                <a:gd name="T18" fmla="*/ 1 w 23"/>
                <a:gd name="T19" fmla="*/ 20 h 24"/>
                <a:gd name="T20" fmla="*/ 6 w 23"/>
                <a:gd name="T21"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4">
                  <a:moveTo>
                    <a:pt x="6" y="23"/>
                  </a:moveTo>
                  <a:cubicBezTo>
                    <a:pt x="7" y="24"/>
                    <a:pt x="10" y="23"/>
                    <a:pt x="13" y="22"/>
                  </a:cubicBezTo>
                  <a:cubicBezTo>
                    <a:pt x="16" y="20"/>
                    <a:pt x="18" y="19"/>
                    <a:pt x="20" y="17"/>
                  </a:cubicBezTo>
                  <a:cubicBezTo>
                    <a:pt x="21" y="16"/>
                    <a:pt x="22" y="14"/>
                    <a:pt x="23" y="11"/>
                  </a:cubicBezTo>
                  <a:cubicBezTo>
                    <a:pt x="23" y="9"/>
                    <a:pt x="23" y="7"/>
                    <a:pt x="22" y="5"/>
                  </a:cubicBezTo>
                  <a:cubicBezTo>
                    <a:pt x="21" y="4"/>
                    <a:pt x="19" y="2"/>
                    <a:pt x="17" y="1"/>
                  </a:cubicBezTo>
                  <a:cubicBezTo>
                    <a:pt x="13" y="0"/>
                    <a:pt x="10" y="0"/>
                    <a:pt x="8" y="0"/>
                  </a:cubicBezTo>
                  <a:cubicBezTo>
                    <a:pt x="6" y="1"/>
                    <a:pt x="4" y="2"/>
                    <a:pt x="4" y="3"/>
                  </a:cubicBezTo>
                  <a:cubicBezTo>
                    <a:pt x="3" y="4"/>
                    <a:pt x="2" y="7"/>
                    <a:pt x="2" y="9"/>
                  </a:cubicBezTo>
                  <a:cubicBezTo>
                    <a:pt x="0" y="15"/>
                    <a:pt x="0" y="18"/>
                    <a:pt x="1" y="20"/>
                  </a:cubicBezTo>
                  <a:cubicBezTo>
                    <a:pt x="2" y="21"/>
                    <a:pt x="3" y="22"/>
                    <a:pt x="6"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43"/>
            <p:cNvSpPr>
              <a:spLocks/>
            </p:cNvSpPr>
            <p:nvPr/>
          </p:nvSpPr>
          <p:spPr bwMode="auto">
            <a:xfrm>
              <a:off x="1516063" y="4921250"/>
              <a:ext cx="34925" cy="36513"/>
            </a:xfrm>
            <a:custGeom>
              <a:avLst/>
              <a:gdLst>
                <a:gd name="T0" fmla="*/ 17 w 23"/>
                <a:gd name="T1" fmla="*/ 2 h 24"/>
                <a:gd name="T2" fmla="*/ 8 w 23"/>
                <a:gd name="T3" fmla="*/ 1 h 24"/>
                <a:gd name="T4" fmla="*/ 4 w 23"/>
                <a:gd name="T5" fmla="*/ 3 h 24"/>
                <a:gd name="T6" fmla="*/ 2 w 23"/>
                <a:gd name="T7" fmla="*/ 10 h 24"/>
                <a:gd name="T8" fmla="*/ 0 w 23"/>
                <a:gd name="T9" fmla="*/ 20 h 24"/>
                <a:gd name="T10" fmla="*/ 6 w 23"/>
                <a:gd name="T11" fmla="*/ 24 h 24"/>
                <a:gd name="T12" fmla="*/ 13 w 23"/>
                <a:gd name="T13" fmla="*/ 22 h 24"/>
                <a:gd name="T14" fmla="*/ 19 w 23"/>
                <a:gd name="T15" fmla="*/ 18 h 24"/>
                <a:gd name="T16" fmla="*/ 23 w 23"/>
                <a:gd name="T17" fmla="*/ 12 h 24"/>
                <a:gd name="T18" fmla="*/ 22 w 23"/>
                <a:gd name="T19" fmla="*/ 6 h 24"/>
                <a:gd name="T20" fmla="*/ 17 w 23"/>
                <a:gd name="T21" fmla="*/ 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4">
                  <a:moveTo>
                    <a:pt x="17" y="2"/>
                  </a:moveTo>
                  <a:cubicBezTo>
                    <a:pt x="13" y="1"/>
                    <a:pt x="11" y="0"/>
                    <a:pt x="8" y="1"/>
                  </a:cubicBezTo>
                  <a:cubicBezTo>
                    <a:pt x="6" y="1"/>
                    <a:pt x="5" y="2"/>
                    <a:pt x="4" y="3"/>
                  </a:cubicBezTo>
                  <a:cubicBezTo>
                    <a:pt x="3" y="5"/>
                    <a:pt x="3" y="7"/>
                    <a:pt x="2" y="10"/>
                  </a:cubicBezTo>
                  <a:cubicBezTo>
                    <a:pt x="0" y="15"/>
                    <a:pt x="0" y="18"/>
                    <a:pt x="0" y="20"/>
                  </a:cubicBezTo>
                  <a:cubicBezTo>
                    <a:pt x="1" y="22"/>
                    <a:pt x="3" y="23"/>
                    <a:pt x="6" y="24"/>
                  </a:cubicBezTo>
                  <a:cubicBezTo>
                    <a:pt x="7" y="24"/>
                    <a:pt x="9" y="24"/>
                    <a:pt x="13" y="22"/>
                  </a:cubicBezTo>
                  <a:cubicBezTo>
                    <a:pt x="16" y="21"/>
                    <a:pt x="18" y="20"/>
                    <a:pt x="19" y="18"/>
                  </a:cubicBezTo>
                  <a:cubicBezTo>
                    <a:pt x="21" y="17"/>
                    <a:pt x="22" y="15"/>
                    <a:pt x="23" y="12"/>
                  </a:cubicBezTo>
                  <a:cubicBezTo>
                    <a:pt x="23" y="10"/>
                    <a:pt x="23" y="8"/>
                    <a:pt x="22" y="6"/>
                  </a:cubicBezTo>
                  <a:cubicBezTo>
                    <a:pt x="21" y="4"/>
                    <a:pt x="20" y="3"/>
                    <a:pt x="1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44"/>
            <p:cNvSpPr>
              <a:spLocks/>
            </p:cNvSpPr>
            <p:nvPr/>
          </p:nvSpPr>
          <p:spPr bwMode="auto">
            <a:xfrm>
              <a:off x="1563688" y="4938713"/>
              <a:ext cx="36513" cy="36513"/>
            </a:xfrm>
            <a:custGeom>
              <a:avLst/>
              <a:gdLst>
                <a:gd name="T0" fmla="*/ 6 w 24"/>
                <a:gd name="T1" fmla="*/ 23 h 24"/>
                <a:gd name="T2" fmla="*/ 13 w 24"/>
                <a:gd name="T3" fmla="*/ 22 h 24"/>
                <a:gd name="T4" fmla="*/ 20 w 24"/>
                <a:gd name="T5" fmla="*/ 18 h 24"/>
                <a:gd name="T6" fmla="*/ 24 w 24"/>
                <a:gd name="T7" fmla="*/ 12 h 24"/>
                <a:gd name="T8" fmla="*/ 23 w 24"/>
                <a:gd name="T9" fmla="*/ 6 h 24"/>
                <a:gd name="T10" fmla="*/ 18 w 24"/>
                <a:gd name="T11" fmla="*/ 1 h 24"/>
                <a:gd name="T12" fmla="*/ 9 w 24"/>
                <a:gd name="T13" fmla="*/ 0 h 24"/>
                <a:gd name="T14" fmla="*/ 5 w 24"/>
                <a:gd name="T15" fmla="*/ 2 h 24"/>
                <a:gd name="T16" fmla="*/ 2 w 24"/>
                <a:gd name="T17" fmla="*/ 9 h 24"/>
                <a:gd name="T18" fmla="*/ 1 w 24"/>
                <a:gd name="T19" fmla="*/ 20 h 24"/>
                <a:gd name="T20" fmla="*/ 6 w 24"/>
                <a:gd name="T21"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24">
                  <a:moveTo>
                    <a:pt x="6" y="23"/>
                  </a:moveTo>
                  <a:cubicBezTo>
                    <a:pt x="7" y="24"/>
                    <a:pt x="10" y="24"/>
                    <a:pt x="13" y="22"/>
                  </a:cubicBezTo>
                  <a:cubicBezTo>
                    <a:pt x="16" y="21"/>
                    <a:pt x="19" y="19"/>
                    <a:pt x="20" y="18"/>
                  </a:cubicBezTo>
                  <a:cubicBezTo>
                    <a:pt x="21" y="17"/>
                    <a:pt x="22" y="15"/>
                    <a:pt x="24" y="12"/>
                  </a:cubicBezTo>
                  <a:cubicBezTo>
                    <a:pt x="24" y="10"/>
                    <a:pt x="24" y="8"/>
                    <a:pt x="23" y="6"/>
                  </a:cubicBezTo>
                  <a:cubicBezTo>
                    <a:pt x="22" y="4"/>
                    <a:pt x="21" y="2"/>
                    <a:pt x="18" y="1"/>
                  </a:cubicBezTo>
                  <a:cubicBezTo>
                    <a:pt x="15" y="0"/>
                    <a:pt x="12" y="0"/>
                    <a:pt x="9" y="0"/>
                  </a:cubicBezTo>
                  <a:cubicBezTo>
                    <a:pt x="7" y="0"/>
                    <a:pt x="6" y="1"/>
                    <a:pt x="5" y="2"/>
                  </a:cubicBezTo>
                  <a:cubicBezTo>
                    <a:pt x="4" y="4"/>
                    <a:pt x="3" y="6"/>
                    <a:pt x="2" y="9"/>
                  </a:cubicBezTo>
                  <a:cubicBezTo>
                    <a:pt x="1" y="14"/>
                    <a:pt x="0" y="18"/>
                    <a:pt x="1" y="20"/>
                  </a:cubicBezTo>
                  <a:cubicBezTo>
                    <a:pt x="2" y="21"/>
                    <a:pt x="3" y="23"/>
                    <a:pt x="6"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Oval 45"/>
            <p:cNvSpPr>
              <a:spLocks noChangeArrowheads="1"/>
            </p:cNvSpPr>
            <p:nvPr/>
          </p:nvSpPr>
          <p:spPr bwMode="auto">
            <a:xfrm>
              <a:off x="3052763" y="5068888"/>
              <a:ext cx="211138" cy="2111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46"/>
            <p:cNvSpPr>
              <a:spLocks/>
            </p:cNvSpPr>
            <p:nvPr/>
          </p:nvSpPr>
          <p:spPr bwMode="auto">
            <a:xfrm>
              <a:off x="2943225" y="5043488"/>
              <a:ext cx="554038" cy="898525"/>
            </a:xfrm>
            <a:custGeom>
              <a:avLst/>
              <a:gdLst>
                <a:gd name="T0" fmla="*/ 187 w 368"/>
                <a:gd name="T1" fmla="*/ 235 h 596"/>
                <a:gd name="T2" fmla="*/ 258 w 368"/>
                <a:gd name="T3" fmla="*/ 241 h 596"/>
                <a:gd name="T4" fmla="*/ 352 w 368"/>
                <a:gd name="T5" fmla="*/ 226 h 596"/>
                <a:gd name="T6" fmla="*/ 364 w 368"/>
                <a:gd name="T7" fmla="*/ 201 h 596"/>
                <a:gd name="T8" fmla="*/ 338 w 368"/>
                <a:gd name="T9" fmla="*/ 189 h 596"/>
                <a:gd name="T10" fmla="*/ 258 w 368"/>
                <a:gd name="T11" fmla="*/ 201 h 596"/>
                <a:gd name="T12" fmla="*/ 199 w 368"/>
                <a:gd name="T13" fmla="*/ 197 h 596"/>
                <a:gd name="T14" fmla="*/ 181 w 368"/>
                <a:gd name="T15" fmla="*/ 194 h 596"/>
                <a:gd name="T16" fmla="*/ 177 w 368"/>
                <a:gd name="T17" fmla="*/ 193 h 596"/>
                <a:gd name="T18" fmla="*/ 177 w 368"/>
                <a:gd name="T19" fmla="*/ 193 h 596"/>
                <a:gd name="T20" fmla="*/ 95 w 368"/>
                <a:gd name="T21" fmla="*/ 165 h 596"/>
                <a:gd name="T22" fmla="*/ 66 w 368"/>
                <a:gd name="T23" fmla="*/ 146 h 596"/>
                <a:gd name="T24" fmla="*/ 40 w 368"/>
                <a:gd name="T25" fmla="*/ 83 h 596"/>
                <a:gd name="T26" fmla="*/ 52 w 368"/>
                <a:gd name="T27" fmla="*/ 30 h 596"/>
                <a:gd name="T28" fmla="*/ 40 w 368"/>
                <a:gd name="T29" fmla="*/ 4 h 596"/>
                <a:gd name="T30" fmla="*/ 14 w 368"/>
                <a:gd name="T31" fmla="*/ 15 h 596"/>
                <a:gd name="T32" fmla="*/ 0 w 368"/>
                <a:gd name="T33" fmla="*/ 83 h 596"/>
                <a:gd name="T34" fmla="*/ 40 w 368"/>
                <a:gd name="T35" fmla="*/ 176 h 596"/>
                <a:gd name="T36" fmla="*/ 67 w 368"/>
                <a:gd name="T37" fmla="*/ 196 h 596"/>
                <a:gd name="T38" fmla="*/ 71 w 368"/>
                <a:gd name="T39" fmla="*/ 385 h 596"/>
                <a:gd name="T40" fmla="*/ 71 w 368"/>
                <a:gd name="T41" fmla="*/ 385 h 596"/>
                <a:gd name="T42" fmla="*/ 71 w 368"/>
                <a:gd name="T43" fmla="*/ 399 h 596"/>
                <a:gd name="T44" fmla="*/ 19 w 368"/>
                <a:gd name="T45" fmla="*/ 544 h 596"/>
                <a:gd name="T46" fmla="*/ 24 w 368"/>
                <a:gd name="T47" fmla="*/ 589 h 596"/>
                <a:gd name="T48" fmla="*/ 44 w 368"/>
                <a:gd name="T49" fmla="*/ 596 h 596"/>
                <a:gd name="T50" fmla="*/ 69 w 368"/>
                <a:gd name="T51" fmla="*/ 584 h 596"/>
                <a:gd name="T52" fmla="*/ 135 w 368"/>
                <a:gd name="T53" fmla="*/ 399 h 596"/>
                <a:gd name="T54" fmla="*/ 135 w 368"/>
                <a:gd name="T55" fmla="*/ 385 h 596"/>
                <a:gd name="T56" fmla="*/ 137 w 368"/>
                <a:gd name="T57" fmla="*/ 384 h 596"/>
                <a:gd name="T58" fmla="*/ 155 w 368"/>
                <a:gd name="T59" fmla="*/ 408 h 596"/>
                <a:gd name="T60" fmla="*/ 177 w 368"/>
                <a:gd name="T61" fmla="*/ 483 h 596"/>
                <a:gd name="T62" fmla="*/ 162 w 368"/>
                <a:gd name="T63" fmla="*/ 550 h 596"/>
                <a:gd name="T64" fmla="*/ 178 w 368"/>
                <a:gd name="T65" fmla="*/ 592 h 596"/>
                <a:gd name="T66" fmla="*/ 191 w 368"/>
                <a:gd name="T67" fmla="*/ 595 h 596"/>
                <a:gd name="T68" fmla="*/ 220 w 368"/>
                <a:gd name="T69" fmla="*/ 576 h 596"/>
                <a:gd name="T70" fmla="*/ 241 w 368"/>
                <a:gd name="T71" fmla="*/ 483 h 596"/>
                <a:gd name="T72" fmla="*/ 206 w 368"/>
                <a:gd name="T73" fmla="*/ 369 h 596"/>
                <a:gd name="T74" fmla="*/ 191 w 368"/>
                <a:gd name="T75" fmla="*/ 348 h 596"/>
                <a:gd name="T76" fmla="*/ 187 w 368"/>
                <a:gd name="T77" fmla="*/ 235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68" h="596">
                  <a:moveTo>
                    <a:pt x="187" y="235"/>
                  </a:moveTo>
                  <a:cubicBezTo>
                    <a:pt x="204" y="238"/>
                    <a:pt x="229" y="241"/>
                    <a:pt x="258" y="241"/>
                  </a:cubicBezTo>
                  <a:cubicBezTo>
                    <a:pt x="287" y="241"/>
                    <a:pt x="321" y="238"/>
                    <a:pt x="352" y="226"/>
                  </a:cubicBezTo>
                  <a:cubicBezTo>
                    <a:pt x="362" y="223"/>
                    <a:pt x="368" y="211"/>
                    <a:pt x="364" y="201"/>
                  </a:cubicBezTo>
                  <a:cubicBezTo>
                    <a:pt x="360" y="190"/>
                    <a:pt x="348" y="185"/>
                    <a:pt x="338" y="189"/>
                  </a:cubicBezTo>
                  <a:cubicBezTo>
                    <a:pt x="313" y="198"/>
                    <a:pt x="284" y="201"/>
                    <a:pt x="258" y="201"/>
                  </a:cubicBezTo>
                  <a:cubicBezTo>
                    <a:pt x="235" y="201"/>
                    <a:pt x="214" y="199"/>
                    <a:pt x="199" y="197"/>
                  </a:cubicBezTo>
                  <a:cubicBezTo>
                    <a:pt x="191" y="196"/>
                    <a:pt x="185" y="194"/>
                    <a:pt x="181" y="194"/>
                  </a:cubicBezTo>
                  <a:cubicBezTo>
                    <a:pt x="180" y="193"/>
                    <a:pt x="178" y="193"/>
                    <a:pt x="177" y="193"/>
                  </a:cubicBezTo>
                  <a:cubicBezTo>
                    <a:pt x="177" y="193"/>
                    <a:pt x="177" y="193"/>
                    <a:pt x="177" y="193"/>
                  </a:cubicBezTo>
                  <a:cubicBezTo>
                    <a:pt x="150" y="183"/>
                    <a:pt x="122" y="174"/>
                    <a:pt x="95" y="165"/>
                  </a:cubicBezTo>
                  <a:cubicBezTo>
                    <a:pt x="93" y="164"/>
                    <a:pt x="79" y="158"/>
                    <a:pt x="66" y="146"/>
                  </a:cubicBezTo>
                  <a:cubicBezTo>
                    <a:pt x="53" y="132"/>
                    <a:pt x="40" y="114"/>
                    <a:pt x="40" y="83"/>
                  </a:cubicBezTo>
                  <a:cubicBezTo>
                    <a:pt x="40" y="69"/>
                    <a:pt x="43" y="51"/>
                    <a:pt x="52" y="30"/>
                  </a:cubicBezTo>
                  <a:cubicBezTo>
                    <a:pt x="56" y="19"/>
                    <a:pt x="51" y="8"/>
                    <a:pt x="40" y="4"/>
                  </a:cubicBezTo>
                  <a:cubicBezTo>
                    <a:pt x="30" y="0"/>
                    <a:pt x="18" y="5"/>
                    <a:pt x="14" y="15"/>
                  </a:cubicBezTo>
                  <a:cubicBezTo>
                    <a:pt x="5" y="40"/>
                    <a:pt x="0" y="63"/>
                    <a:pt x="0" y="83"/>
                  </a:cubicBezTo>
                  <a:cubicBezTo>
                    <a:pt x="0" y="127"/>
                    <a:pt x="21" y="158"/>
                    <a:pt x="40" y="176"/>
                  </a:cubicBezTo>
                  <a:cubicBezTo>
                    <a:pt x="50" y="185"/>
                    <a:pt x="60" y="192"/>
                    <a:pt x="67" y="196"/>
                  </a:cubicBezTo>
                  <a:cubicBezTo>
                    <a:pt x="57" y="258"/>
                    <a:pt x="58" y="323"/>
                    <a:pt x="71" y="385"/>
                  </a:cubicBezTo>
                  <a:cubicBezTo>
                    <a:pt x="71" y="385"/>
                    <a:pt x="71" y="385"/>
                    <a:pt x="71" y="385"/>
                  </a:cubicBezTo>
                  <a:cubicBezTo>
                    <a:pt x="71" y="389"/>
                    <a:pt x="71" y="394"/>
                    <a:pt x="71" y="399"/>
                  </a:cubicBezTo>
                  <a:cubicBezTo>
                    <a:pt x="71" y="433"/>
                    <a:pt x="63" y="488"/>
                    <a:pt x="19" y="544"/>
                  </a:cubicBezTo>
                  <a:cubicBezTo>
                    <a:pt x="8" y="558"/>
                    <a:pt x="10" y="578"/>
                    <a:pt x="24" y="589"/>
                  </a:cubicBezTo>
                  <a:cubicBezTo>
                    <a:pt x="30" y="594"/>
                    <a:pt x="37" y="596"/>
                    <a:pt x="44" y="596"/>
                  </a:cubicBezTo>
                  <a:cubicBezTo>
                    <a:pt x="53" y="596"/>
                    <a:pt x="63" y="592"/>
                    <a:pt x="69" y="584"/>
                  </a:cubicBezTo>
                  <a:cubicBezTo>
                    <a:pt x="124" y="514"/>
                    <a:pt x="135" y="444"/>
                    <a:pt x="135" y="399"/>
                  </a:cubicBezTo>
                  <a:cubicBezTo>
                    <a:pt x="135" y="394"/>
                    <a:pt x="135" y="389"/>
                    <a:pt x="135" y="385"/>
                  </a:cubicBezTo>
                  <a:cubicBezTo>
                    <a:pt x="136" y="385"/>
                    <a:pt x="136" y="384"/>
                    <a:pt x="137" y="384"/>
                  </a:cubicBezTo>
                  <a:cubicBezTo>
                    <a:pt x="142" y="389"/>
                    <a:pt x="149" y="397"/>
                    <a:pt x="155" y="408"/>
                  </a:cubicBezTo>
                  <a:cubicBezTo>
                    <a:pt x="167" y="426"/>
                    <a:pt x="177" y="451"/>
                    <a:pt x="177" y="483"/>
                  </a:cubicBezTo>
                  <a:cubicBezTo>
                    <a:pt x="177" y="502"/>
                    <a:pt x="173" y="524"/>
                    <a:pt x="162" y="550"/>
                  </a:cubicBezTo>
                  <a:cubicBezTo>
                    <a:pt x="155" y="566"/>
                    <a:pt x="162" y="585"/>
                    <a:pt x="178" y="592"/>
                  </a:cubicBezTo>
                  <a:cubicBezTo>
                    <a:pt x="182" y="594"/>
                    <a:pt x="187" y="595"/>
                    <a:pt x="191" y="595"/>
                  </a:cubicBezTo>
                  <a:cubicBezTo>
                    <a:pt x="203" y="595"/>
                    <a:pt x="215" y="588"/>
                    <a:pt x="220" y="576"/>
                  </a:cubicBezTo>
                  <a:cubicBezTo>
                    <a:pt x="235" y="543"/>
                    <a:pt x="241" y="511"/>
                    <a:pt x="241" y="483"/>
                  </a:cubicBezTo>
                  <a:cubicBezTo>
                    <a:pt x="241" y="434"/>
                    <a:pt x="223" y="395"/>
                    <a:pt x="206" y="369"/>
                  </a:cubicBezTo>
                  <a:cubicBezTo>
                    <a:pt x="201" y="361"/>
                    <a:pt x="195" y="354"/>
                    <a:pt x="191" y="348"/>
                  </a:cubicBezTo>
                  <a:cubicBezTo>
                    <a:pt x="183" y="311"/>
                    <a:pt x="182" y="273"/>
                    <a:pt x="187" y="2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Oval 98"/>
            <p:cNvSpPr>
              <a:spLocks noChangeArrowheads="1"/>
            </p:cNvSpPr>
            <p:nvPr/>
          </p:nvSpPr>
          <p:spPr bwMode="auto">
            <a:xfrm>
              <a:off x="4652963" y="4832350"/>
              <a:ext cx="211138" cy="2111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99"/>
            <p:cNvSpPr>
              <a:spLocks noEditPoints="1"/>
            </p:cNvSpPr>
            <p:nvPr/>
          </p:nvSpPr>
          <p:spPr bwMode="auto">
            <a:xfrm>
              <a:off x="4140200" y="5105400"/>
              <a:ext cx="984250" cy="815975"/>
            </a:xfrm>
            <a:custGeom>
              <a:avLst/>
              <a:gdLst>
                <a:gd name="T0" fmla="*/ 161 w 652"/>
                <a:gd name="T1" fmla="*/ 469 h 541"/>
                <a:gd name="T2" fmla="*/ 44 w 652"/>
                <a:gd name="T3" fmla="*/ 440 h 541"/>
                <a:gd name="T4" fmla="*/ 15 w 652"/>
                <a:gd name="T5" fmla="*/ 457 h 541"/>
                <a:gd name="T6" fmla="*/ 44 w 652"/>
                <a:gd name="T7" fmla="*/ 491 h 541"/>
                <a:gd name="T8" fmla="*/ 333 w 652"/>
                <a:gd name="T9" fmla="*/ 541 h 541"/>
                <a:gd name="T10" fmla="*/ 623 w 652"/>
                <a:gd name="T11" fmla="*/ 491 h 541"/>
                <a:gd name="T12" fmla="*/ 652 w 652"/>
                <a:gd name="T13" fmla="*/ 457 h 541"/>
                <a:gd name="T14" fmla="*/ 623 w 652"/>
                <a:gd name="T15" fmla="*/ 440 h 541"/>
                <a:gd name="T16" fmla="*/ 513 w 652"/>
                <a:gd name="T17" fmla="*/ 468 h 541"/>
                <a:gd name="T18" fmla="*/ 474 w 652"/>
                <a:gd name="T19" fmla="*/ 329 h 541"/>
                <a:gd name="T20" fmla="*/ 528 w 652"/>
                <a:gd name="T21" fmla="*/ 194 h 541"/>
                <a:gd name="T22" fmla="*/ 537 w 652"/>
                <a:gd name="T23" fmla="*/ 161 h 541"/>
                <a:gd name="T24" fmla="*/ 574 w 652"/>
                <a:gd name="T25" fmla="*/ 161 h 541"/>
                <a:gd name="T26" fmla="*/ 604 w 652"/>
                <a:gd name="T27" fmla="*/ 193 h 541"/>
                <a:gd name="T28" fmla="*/ 629 w 652"/>
                <a:gd name="T29" fmla="*/ 181 h 541"/>
                <a:gd name="T30" fmla="*/ 637 w 652"/>
                <a:gd name="T31" fmla="*/ 154 h 541"/>
                <a:gd name="T32" fmla="*/ 588 w 652"/>
                <a:gd name="T33" fmla="*/ 63 h 541"/>
                <a:gd name="T34" fmla="*/ 551 w 652"/>
                <a:gd name="T35" fmla="*/ 38 h 541"/>
                <a:gd name="T36" fmla="*/ 517 w 652"/>
                <a:gd name="T37" fmla="*/ 3 h 541"/>
                <a:gd name="T38" fmla="*/ 516 w 652"/>
                <a:gd name="T39" fmla="*/ 46 h 541"/>
                <a:gd name="T40" fmla="*/ 482 w 652"/>
                <a:gd name="T41" fmla="*/ 55 h 541"/>
                <a:gd name="T42" fmla="*/ 468 w 652"/>
                <a:gd name="T43" fmla="*/ 72 h 541"/>
                <a:gd name="T44" fmla="*/ 488 w 652"/>
                <a:gd name="T45" fmla="*/ 93 h 541"/>
                <a:gd name="T46" fmla="*/ 484 w 652"/>
                <a:gd name="T47" fmla="*/ 114 h 541"/>
                <a:gd name="T48" fmla="*/ 467 w 652"/>
                <a:gd name="T49" fmla="*/ 126 h 541"/>
                <a:gd name="T50" fmla="*/ 435 w 652"/>
                <a:gd name="T51" fmla="*/ 130 h 541"/>
                <a:gd name="T52" fmla="*/ 411 w 652"/>
                <a:gd name="T53" fmla="*/ 171 h 541"/>
                <a:gd name="T54" fmla="*/ 428 w 652"/>
                <a:gd name="T55" fmla="*/ 179 h 541"/>
                <a:gd name="T56" fmla="*/ 449 w 652"/>
                <a:gd name="T57" fmla="*/ 230 h 541"/>
                <a:gd name="T58" fmla="*/ 402 w 652"/>
                <a:gd name="T59" fmla="*/ 349 h 541"/>
                <a:gd name="T60" fmla="*/ 424 w 652"/>
                <a:gd name="T61" fmla="*/ 346 h 541"/>
                <a:gd name="T62" fmla="*/ 478 w 652"/>
                <a:gd name="T63" fmla="*/ 475 h 541"/>
                <a:gd name="T64" fmla="*/ 333 w 652"/>
                <a:gd name="T65" fmla="*/ 490 h 541"/>
                <a:gd name="T66" fmla="*/ 195 w 652"/>
                <a:gd name="T67" fmla="*/ 476 h 541"/>
                <a:gd name="T68" fmla="*/ 213 w 652"/>
                <a:gd name="T69" fmla="*/ 398 h 541"/>
                <a:gd name="T70" fmla="*/ 278 w 652"/>
                <a:gd name="T71" fmla="*/ 337 h 541"/>
                <a:gd name="T72" fmla="*/ 322 w 652"/>
                <a:gd name="T73" fmla="*/ 349 h 541"/>
                <a:gd name="T74" fmla="*/ 325 w 652"/>
                <a:gd name="T75" fmla="*/ 328 h 541"/>
                <a:gd name="T76" fmla="*/ 361 w 652"/>
                <a:gd name="T77" fmla="*/ 236 h 541"/>
                <a:gd name="T78" fmla="*/ 305 w 652"/>
                <a:gd name="T79" fmla="*/ 211 h 541"/>
                <a:gd name="T80" fmla="*/ 255 w 652"/>
                <a:gd name="T81" fmla="*/ 184 h 541"/>
                <a:gd name="T82" fmla="*/ 251 w 652"/>
                <a:gd name="T83" fmla="*/ 184 h 541"/>
                <a:gd name="T84" fmla="*/ 208 w 652"/>
                <a:gd name="T85" fmla="*/ 197 h 541"/>
                <a:gd name="T86" fmla="*/ 95 w 652"/>
                <a:gd name="T87" fmla="*/ 265 h 541"/>
                <a:gd name="T88" fmla="*/ 18 w 652"/>
                <a:gd name="T89" fmla="*/ 303 h 541"/>
                <a:gd name="T90" fmla="*/ 115 w 652"/>
                <a:gd name="T91" fmla="*/ 335 h 541"/>
                <a:gd name="T92" fmla="*/ 185 w 652"/>
                <a:gd name="T93" fmla="*/ 235 h 541"/>
                <a:gd name="T94" fmla="*/ 179 w 652"/>
                <a:gd name="T95" fmla="*/ 254 h 541"/>
                <a:gd name="T96" fmla="*/ 194 w 652"/>
                <a:gd name="T97" fmla="*/ 334 h 541"/>
                <a:gd name="T98" fmla="*/ 168 w 652"/>
                <a:gd name="T99" fmla="*/ 375 h 541"/>
                <a:gd name="T100" fmla="*/ 161 w 652"/>
                <a:gd name="T101" fmla="*/ 469 h 541"/>
                <a:gd name="T102" fmla="*/ 558 w 652"/>
                <a:gd name="T103" fmla="*/ 81 h 541"/>
                <a:gd name="T104" fmla="*/ 574 w 652"/>
                <a:gd name="T105" fmla="*/ 97 h 541"/>
                <a:gd name="T106" fmla="*/ 558 w 652"/>
                <a:gd name="T107" fmla="*/ 113 h 541"/>
                <a:gd name="T108" fmla="*/ 542 w 652"/>
                <a:gd name="T109" fmla="*/ 97 h 541"/>
                <a:gd name="T110" fmla="*/ 558 w 652"/>
                <a:gd name="T111" fmla="*/ 81 h 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52" h="541">
                  <a:moveTo>
                    <a:pt x="161" y="469"/>
                  </a:moveTo>
                  <a:cubicBezTo>
                    <a:pt x="95" y="456"/>
                    <a:pt x="44" y="440"/>
                    <a:pt x="44" y="440"/>
                  </a:cubicBezTo>
                  <a:cubicBezTo>
                    <a:pt x="28" y="436"/>
                    <a:pt x="15" y="443"/>
                    <a:pt x="15" y="457"/>
                  </a:cubicBezTo>
                  <a:cubicBezTo>
                    <a:pt x="15" y="471"/>
                    <a:pt x="28" y="486"/>
                    <a:pt x="44" y="491"/>
                  </a:cubicBezTo>
                  <a:cubicBezTo>
                    <a:pt x="44" y="491"/>
                    <a:pt x="210" y="541"/>
                    <a:pt x="333" y="541"/>
                  </a:cubicBezTo>
                  <a:cubicBezTo>
                    <a:pt x="456" y="541"/>
                    <a:pt x="623" y="491"/>
                    <a:pt x="623" y="491"/>
                  </a:cubicBezTo>
                  <a:cubicBezTo>
                    <a:pt x="639" y="486"/>
                    <a:pt x="652" y="471"/>
                    <a:pt x="652" y="457"/>
                  </a:cubicBezTo>
                  <a:cubicBezTo>
                    <a:pt x="652" y="443"/>
                    <a:pt x="639" y="436"/>
                    <a:pt x="623" y="440"/>
                  </a:cubicBezTo>
                  <a:cubicBezTo>
                    <a:pt x="623" y="440"/>
                    <a:pt x="575" y="455"/>
                    <a:pt x="513" y="468"/>
                  </a:cubicBezTo>
                  <a:cubicBezTo>
                    <a:pt x="474" y="329"/>
                    <a:pt x="474" y="329"/>
                    <a:pt x="474" y="329"/>
                  </a:cubicBezTo>
                  <a:cubicBezTo>
                    <a:pt x="520" y="308"/>
                    <a:pt x="528" y="194"/>
                    <a:pt x="528" y="194"/>
                  </a:cubicBezTo>
                  <a:cubicBezTo>
                    <a:pt x="537" y="161"/>
                    <a:pt x="537" y="161"/>
                    <a:pt x="537" y="161"/>
                  </a:cubicBezTo>
                  <a:cubicBezTo>
                    <a:pt x="574" y="161"/>
                    <a:pt x="574" y="161"/>
                    <a:pt x="574" y="161"/>
                  </a:cubicBezTo>
                  <a:cubicBezTo>
                    <a:pt x="604" y="193"/>
                    <a:pt x="604" y="193"/>
                    <a:pt x="604" y="193"/>
                  </a:cubicBezTo>
                  <a:cubicBezTo>
                    <a:pt x="604" y="193"/>
                    <a:pt x="618" y="193"/>
                    <a:pt x="629" y="181"/>
                  </a:cubicBezTo>
                  <a:cubicBezTo>
                    <a:pt x="640" y="170"/>
                    <a:pt x="637" y="154"/>
                    <a:pt x="637" y="154"/>
                  </a:cubicBezTo>
                  <a:cubicBezTo>
                    <a:pt x="619" y="101"/>
                    <a:pt x="591" y="72"/>
                    <a:pt x="588" y="63"/>
                  </a:cubicBezTo>
                  <a:cubicBezTo>
                    <a:pt x="584" y="53"/>
                    <a:pt x="551" y="38"/>
                    <a:pt x="551" y="38"/>
                  </a:cubicBezTo>
                  <a:cubicBezTo>
                    <a:pt x="551" y="38"/>
                    <a:pt x="526" y="0"/>
                    <a:pt x="517" y="3"/>
                  </a:cubicBezTo>
                  <a:cubicBezTo>
                    <a:pt x="509" y="6"/>
                    <a:pt x="522" y="40"/>
                    <a:pt x="516" y="46"/>
                  </a:cubicBezTo>
                  <a:cubicBezTo>
                    <a:pt x="509" y="51"/>
                    <a:pt x="496" y="48"/>
                    <a:pt x="482" y="55"/>
                  </a:cubicBezTo>
                  <a:cubicBezTo>
                    <a:pt x="479" y="56"/>
                    <a:pt x="474" y="63"/>
                    <a:pt x="468" y="72"/>
                  </a:cubicBezTo>
                  <a:cubicBezTo>
                    <a:pt x="478" y="75"/>
                    <a:pt x="486" y="83"/>
                    <a:pt x="488" y="93"/>
                  </a:cubicBezTo>
                  <a:cubicBezTo>
                    <a:pt x="490" y="101"/>
                    <a:pt x="488" y="108"/>
                    <a:pt x="484" y="114"/>
                  </a:cubicBezTo>
                  <a:cubicBezTo>
                    <a:pt x="480" y="121"/>
                    <a:pt x="474" y="125"/>
                    <a:pt x="467" y="126"/>
                  </a:cubicBezTo>
                  <a:cubicBezTo>
                    <a:pt x="456" y="129"/>
                    <a:pt x="445" y="130"/>
                    <a:pt x="435" y="130"/>
                  </a:cubicBezTo>
                  <a:cubicBezTo>
                    <a:pt x="426" y="147"/>
                    <a:pt x="417" y="162"/>
                    <a:pt x="411" y="171"/>
                  </a:cubicBezTo>
                  <a:cubicBezTo>
                    <a:pt x="428" y="179"/>
                    <a:pt x="428" y="179"/>
                    <a:pt x="428" y="179"/>
                  </a:cubicBezTo>
                  <a:cubicBezTo>
                    <a:pt x="448" y="187"/>
                    <a:pt x="457" y="210"/>
                    <a:pt x="449" y="230"/>
                  </a:cubicBezTo>
                  <a:cubicBezTo>
                    <a:pt x="402" y="349"/>
                    <a:pt x="402" y="349"/>
                    <a:pt x="402" y="349"/>
                  </a:cubicBezTo>
                  <a:cubicBezTo>
                    <a:pt x="416" y="348"/>
                    <a:pt x="424" y="346"/>
                    <a:pt x="424" y="346"/>
                  </a:cubicBezTo>
                  <a:cubicBezTo>
                    <a:pt x="478" y="475"/>
                    <a:pt x="478" y="475"/>
                    <a:pt x="478" y="475"/>
                  </a:cubicBezTo>
                  <a:cubicBezTo>
                    <a:pt x="431" y="483"/>
                    <a:pt x="379" y="490"/>
                    <a:pt x="333" y="490"/>
                  </a:cubicBezTo>
                  <a:cubicBezTo>
                    <a:pt x="290" y="490"/>
                    <a:pt x="240" y="484"/>
                    <a:pt x="195" y="476"/>
                  </a:cubicBezTo>
                  <a:cubicBezTo>
                    <a:pt x="194" y="455"/>
                    <a:pt x="195" y="410"/>
                    <a:pt x="213" y="398"/>
                  </a:cubicBezTo>
                  <a:cubicBezTo>
                    <a:pt x="235" y="383"/>
                    <a:pt x="278" y="337"/>
                    <a:pt x="278" y="337"/>
                  </a:cubicBezTo>
                  <a:cubicBezTo>
                    <a:pt x="293" y="343"/>
                    <a:pt x="308" y="346"/>
                    <a:pt x="322" y="349"/>
                  </a:cubicBezTo>
                  <a:cubicBezTo>
                    <a:pt x="321" y="342"/>
                    <a:pt x="322" y="335"/>
                    <a:pt x="325" y="328"/>
                  </a:cubicBezTo>
                  <a:cubicBezTo>
                    <a:pt x="361" y="236"/>
                    <a:pt x="361" y="236"/>
                    <a:pt x="361" y="236"/>
                  </a:cubicBezTo>
                  <a:cubicBezTo>
                    <a:pt x="305" y="211"/>
                    <a:pt x="305" y="211"/>
                    <a:pt x="305" y="211"/>
                  </a:cubicBezTo>
                  <a:cubicBezTo>
                    <a:pt x="282" y="209"/>
                    <a:pt x="265" y="200"/>
                    <a:pt x="255" y="184"/>
                  </a:cubicBezTo>
                  <a:cubicBezTo>
                    <a:pt x="254" y="184"/>
                    <a:pt x="252" y="184"/>
                    <a:pt x="251" y="184"/>
                  </a:cubicBezTo>
                  <a:cubicBezTo>
                    <a:pt x="231" y="182"/>
                    <a:pt x="217" y="188"/>
                    <a:pt x="208" y="197"/>
                  </a:cubicBezTo>
                  <a:cubicBezTo>
                    <a:pt x="197" y="197"/>
                    <a:pt x="143" y="197"/>
                    <a:pt x="95" y="265"/>
                  </a:cubicBezTo>
                  <a:cubicBezTo>
                    <a:pt x="41" y="340"/>
                    <a:pt x="36" y="295"/>
                    <a:pt x="18" y="303"/>
                  </a:cubicBezTo>
                  <a:cubicBezTo>
                    <a:pt x="0" y="311"/>
                    <a:pt x="70" y="413"/>
                    <a:pt x="115" y="335"/>
                  </a:cubicBezTo>
                  <a:cubicBezTo>
                    <a:pt x="150" y="273"/>
                    <a:pt x="161" y="246"/>
                    <a:pt x="185" y="235"/>
                  </a:cubicBezTo>
                  <a:cubicBezTo>
                    <a:pt x="183" y="242"/>
                    <a:pt x="181" y="249"/>
                    <a:pt x="179" y="254"/>
                  </a:cubicBezTo>
                  <a:cubicBezTo>
                    <a:pt x="170" y="277"/>
                    <a:pt x="194" y="334"/>
                    <a:pt x="194" y="334"/>
                  </a:cubicBezTo>
                  <a:cubicBezTo>
                    <a:pt x="194" y="334"/>
                    <a:pt x="174" y="355"/>
                    <a:pt x="168" y="375"/>
                  </a:cubicBezTo>
                  <a:cubicBezTo>
                    <a:pt x="163" y="392"/>
                    <a:pt x="161" y="451"/>
                    <a:pt x="161" y="469"/>
                  </a:cubicBezTo>
                  <a:close/>
                  <a:moveTo>
                    <a:pt x="558" y="81"/>
                  </a:moveTo>
                  <a:cubicBezTo>
                    <a:pt x="567" y="81"/>
                    <a:pt x="574" y="88"/>
                    <a:pt x="574" y="97"/>
                  </a:cubicBezTo>
                  <a:cubicBezTo>
                    <a:pt x="574" y="106"/>
                    <a:pt x="567" y="113"/>
                    <a:pt x="558" y="113"/>
                  </a:cubicBezTo>
                  <a:cubicBezTo>
                    <a:pt x="549" y="113"/>
                    <a:pt x="542" y="106"/>
                    <a:pt x="542" y="97"/>
                  </a:cubicBezTo>
                  <a:cubicBezTo>
                    <a:pt x="542" y="88"/>
                    <a:pt x="549" y="81"/>
                    <a:pt x="55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100"/>
            <p:cNvSpPr>
              <a:spLocks/>
            </p:cNvSpPr>
            <p:nvPr/>
          </p:nvSpPr>
          <p:spPr bwMode="auto">
            <a:xfrm>
              <a:off x="4513263" y="5040313"/>
              <a:ext cx="303213" cy="630238"/>
            </a:xfrm>
            <a:custGeom>
              <a:avLst/>
              <a:gdLst>
                <a:gd name="T0" fmla="*/ 60 w 201"/>
                <a:gd name="T1" fmla="*/ 246 h 418"/>
                <a:gd name="T2" fmla="*/ 124 w 201"/>
                <a:gd name="T3" fmla="*/ 275 h 418"/>
                <a:gd name="T4" fmla="*/ 85 w 201"/>
                <a:gd name="T5" fmla="*/ 374 h 418"/>
                <a:gd name="T6" fmla="*/ 103 w 201"/>
                <a:gd name="T7" fmla="*/ 416 h 418"/>
                <a:gd name="T8" fmla="*/ 115 w 201"/>
                <a:gd name="T9" fmla="*/ 418 h 418"/>
                <a:gd name="T10" fmla="*/ 145 w 201"/>
                <a:gd name="T11" fmla="*/ 398 h 418"/>
                <a:gd name="T12" fmla="*/ 195 w 201"/>
                <a:gd name="T13" fmla="*/ 270 h 418"/>
                <a:gd name="T14" fmla="*/ 178 w 201"/>
                <a:gd name="T15" fmla="*/ 229 h 418"/>
                <a:gd name="T16" fmla="*/ 111 w 201"/>
                <a:gd name="T17" fmla="*/ 199 h 418"/>
                <a:gd name="T18" fmla="*/ 112 w 201"/>
                <a:gd name="T19" fmla="*/ 154 h 418"/>
                <a:gd name="T20" fmla="*/ 76 w 201"/>
                <a:gd name="T21" fmla="*/ 116 h 418"/>
                <a:gd name="T22" fmla="*/ 56 w 201"/>
                <a:gd name="T23" fmla="*/ 62 h 418"/>
                <a:gd name="T24" fmla="*/ 56 w 201"/>
                <a:gd name="T25" fmla="*/ 62 h 418"/>
                <a:gd name="T26" fmla="*/ 56 w 201"/>
                <a:gd name="T27" fmla="*/ 61 h 418"/>
                <a:gd name="T28" fmla="*/ 62 w 201"/>
                <a:gd name="T29" fmla="*/ 41 h 418"/>
                <a:gd name="T30" fmla="*/ 81 w 201"/>
                <a:gd name="T31" fmla="*/ 30 h 418"/>
                <a:gd name="T32" fmla="*/ 84 w 201"/>
                <a:gd name="T33" fmla="*/ 30 h 418"/>
                <a:gd name="T34" fmla="*/ 112 w 201"/>
                <a:gd name="T35" fmla="*/ 55 h 418"/>
                <a:gd name="T36" fmla="*/ 112 w 201"/>
                <a:gd name="T37" fmla="*/ 55 h 418"/>
                <a:gd name="T38" fmla="*/ 112 w 201"/>
                <a:gd name="T39" fmla="*/ 56 h 418"/>
                <a:gd name="T40" fmla="*/ 113 w 201"/>
                <a:gd name="T41" fmla="*/ 60 h 418"/>
                <a:gd name="T42" fmla="*/ 118 w 201"/>
                <a:gd name="T43" fmla="*/ 75 h 418"/>
                <a:gd name="T44" fmla="*/ 125 w 201"/>
                <a:gd name="T45" fmla="*/ 89 h 418"/>
                <a:gd name="T46" fmla="*/ 130 w 201"/>
                <a:gd name="T47" fmla="*/ 69 h 418"/>
                <a:gd name="T48" fmla="*/ 103 w 201"/>
                <a:gd name="T49" fmla="*/ 6 h 418"/>
                <a:gd name="T50" fmla="*/ 26 w 201"/>
                <a:gd name="T51" fmla="*/ 52 h 418"/>
                <a:gd name="T52" fmla="*/ 7 w 201"/>
                <a:gd name="T53" fmla="*/ 200 h 418"/>
                <a:gd name="T54" fmla="*/ 60 w 201"/>
                <a:gd name="T55" fmla="*/ 246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01" h="418">
                  <a:moveTo>
                    <a:pt x="60" y="246"/>
                  </a:moveTo>
                  <a:cubicBezTo>
                    <a:pt x="124" y="275"/>
                    <a:pt x="124" y="275"/>
                    <a:pt x="124" y="275"/>
                  </a:cubicBezTo>
                  <a:cubicBezTo>
                    <a:pt x="85" y="374"/>
                    <a:pt x="85" y="374"/>
                    <a:pt x="85" y="374"/>
                  </a:cubicBezTo>
                  <a:cubicBezTo>
                    <a:pt x="79" y="391"/>
                    <a:pt x="87" y="409"/>
                    <a:pt x="103" y="416"/>
                  </a:cubicBezTo>
                  <a:cubicBezTo>
                    <a:pt x="107" y="417"/>
                    <a:pt x="111" y="418"/>
                    <a:pt x="115" y="418"/>
                  </a:cubicBezTo>
                  <a:cubicBezTo>
                    <a:pt x="128" y="418"/>
                    <a:pt x="140" y="410"/>
                    <a:pt x="145" y="398"/>
                  </a:cubicBezTo>
                  <a:cubicBezTo>
                    <a:pt x="195" y="270"/>
                    <a:pt x="195" y="270"/>
                    <a:pt x="195" y="270"/>
                  </a:cubicBezTo>
                  <a:cubicBezTo>
                    <a:pt x="201" y="254"/>
                    <a:pt x="194" y="236"/>
                    <a:pt x="178" y="229"/>
                  </a:cubicBezTo>
                  <a:cubicBezTo>
                    <a:pt x="111" y="199"/>
                    <a:pt x="111" y="199"/>
                    <a:pt x="111" y="199"/>
                  </a:cubicBezTo>
                  <a:cubicBezTo>
                    <a:pt x="110" y="184"/>
                    <a:pt x="111" y="169"/>
                    <a:pt x="112" y="154"/>
                  </a:cubicBezTo>
                  <a:cubicBezTo>
                    <a:pt x="98" y="145"/>
                    <a:pt x="86" y="132"/>
                    <a:pt x="76" y="116"/>
                  </a:cubicBezTo>
                  <a:cubicBezTo>
                    <a:pt x="62" y="94"/>
                    <a:pt x="58" y="73"/>
                    <a:pt x="56" y="62"/>
                  </a:cubicBezTo>
                  <a:cubicBezTo>
                    <a:pt x="56" y="62"/>
                    <a:pt x="56" y="62"/>
                    <a:pt x="56" y="62"/>
                  </a:cubicBezTo>
                  <a:cubicBezTo>
                    <a:pt x="56" y="61"/>
                    <a:pt x="56" y="61"/>
                    <a:pt x="56" y="61"/>
                  </a:cubicBezTo>
                  <a:cubicBezTo>
                    <a:pt x="55" y="54"/>
                    <a:pt x="57" y="46"/>
                    <a:pt x="62" y="41"/>
                  </a:cubicBezTo>
                  <a:cubicBezTo>
                    <a:pt x="67" y="35"/>
                    <a:pt x="73" y="31"/>
                    <a:pt x="81" y="30"/>
                  </a:cubicBezTo>
                  <a:cubicBezTo>
                    <a:pt x="82" y="30"/>
                    <a:pt x="83" y="30"/>
                    <a:pt x="84" y="30"/>
                  </a:cubicBezTo>
                  <a:cubicBezTo>
                    <a:pt x="98" y="30"/>
                    <a:pt x="110" y="41"/>
                    <a:pt x="112" y="55"/>
                  </a:cubicBezTo>
                  <a:cubicBezTo>
                    <a:pt x="112" y="55"/>
                    <a:pt x="112" y="55"/>
                    <a:pt x="112" y="55"/>
                  </a:cubicBezTo>
                  <a:cubicBezTo>
                    <a:pt x="112" y="56"/>
                    <a:pt x="112" y="56"/>
                    <a:pt x="112" y="56"/>
                  </a:cubicBezTo>
                  <a:cubicBezTo>
                    <a:pt x="112" y="57"/>
                    <a:pt x="112" y="58"/>
                    <a:pt x="113" y="60"/>
                  </a:cubicBezTo>
                  <a:cubicBezTo>
                    <a:pt x="114" y="63"/>
                    <a:pt x="115" y="69"/>
                    <a:pt x="118" y="75"/>
                  </a:cubicBezTo>
                  <a:cubicBezTo>
                    <a:pt x="119" y="79"/>
                    <a:pt x="122" y="84"/>
                    <a:pt x="125" y="89"/>
                  </a:cubicBezTo>
                  <a:cubicBezTo>
                    <a:pt x="127" y="82"/>
                    <a:pt x="128" y="75"/>
                    <a:pt x="130" y="69"/>
                  </a:cubicBezTo>
                  <a:cubicBezTo>
                    <a:pt x="139" y="42"/>
                    <a:pt x="128" y="11"/>
                    <a:pt x="103" y="6"/>
                  </a:cubicBezTo>
                  <a:cubicBezTo>
                    <a:pt x="78" y="0"/>
                    <a:pt x="41" y="13"/>
                    <a:pt x="26" y="52"/>
                  </a:cubicBezTo>
                  <a:cubicBezTo>
                    <a:pt x="5" y="106"/>
                    <a:pt x="0" y="141"/>
                    <a:pt x="7" y="200"/>
                  </a:cubicBezTo>
                  <a:cubicBezTo>
                    <a:pt x="14" y="235"/>
                    <a:pt x="37" y="244"/>
                    <a:pt x="60" y="2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101"/>
            <p:cNvSpPr>
              <a:spLocks/>
            </p:cNvSpPr>
            <p:nvPr/>
          </p:nvSpPr>
          <p:spPr bwMode="auto">
            <a:xfrm>
              <a:off x="4608513" y="5095875"/>
              <a:ext cx="260350" cy="193675"/>
            </a:xfrm>
            <a:custGeom>
              <a:avLst/>
              <a:gdLst>
                <a:gd name="T0" fmla="*/ 47 w 173"/>
                <a:gd name="T1" fmla="*/ 41 h 128"/>
                <a:gd name="T2" fmla="*/ 42 w 173"/>
                <a:gd name="T3" fmla="*/ 25 h 128"/>
                <a:gd name="T4" fmla="*/ 41 w 173"/>
                <a:gd name="T5" fmla="*/ 20 h 128"/>
                <a:gd name="T6" fmla="*/ 41 w 173"/>
                <a:gd name="T7" fmla="*/ 19 h 128"/>
                <a:gd name="T8" fmla="*/ 41 w 173"/>
                <a:gd name="T9" fmla="*/ 19 h 128"/>
                <a:gd name="T10" fmla="*/ 19 w 173"/>
                <a:gd name="T11" fmla="*/ 1 h 128"/>
                <a:gd name="T12" fmla="*/ 1 w 173"/>
                <a:gd name="T13" fmla="*/ 23 h 128"/>
                <a:gd name="T14" fmla="*/ 1 w 173"/>
                <a:gd name="T15" fmla="*/ 23 h 128"/>
                <a:gd name="T16" fmla="*/ 20 w 173"/>
                <a:gd name="T17" fmla="*/ 75 h 128"/>
                <a:gd name="T18" fmla="*/ 56 w 173"/>
                <a:gd name="T19" fmla="*/ 112 h 128"/>
                <a:gd name="T20" fmla="*/ 118 w 173"/>
                <a:gd name="T21" fmla="*/ 128 h 128"/>
                <a:gd name="T22" fmla="*/ 119 w 173"/>
                <a:gd name="T23" fmla="*/ 128 h 128"/>
                <a:gd name="T24" fmla="*/ 155 w 173"/>
                <a:gd name="T25" fmla="*/ 125 h 128"/>
                <a:gd name="T26" fmla="*/ 171 w 173"/>
                <a:gd name="T27" fmla="*/ 101 h 128"/>
                <a:gd name="T28" fmla="*/ 147 w 173"/>
                <a:gd name="T29" fmla="*/ 85 h 128"/>
                <a:gd name="T30" fmla="*/ 119 w 173"/>
                <a:gd name="T31" fmla="*/ 88 h 128"/>
                <a:gd name="T32" fmla="*/ 77 w 173"/>
                <a:gd name="T33" fmla="*/ 78 h 128"/>
                <a:gd name="T34" fmla="*/ 47 w 173"/>
                <a:gd name="T35" fmla="*/ 4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3" h="128">
                  <a:moveTo>
                    <a:pt x="47" y="41"/>
                  </a:moveTo>
                  <a:cubicBezTo>
                    <a:pt x="45" y="35"/>
                    <a:pt x="43" y="29"/>
                    <a:pt x="42" y="25"/>
                  </a:cubicBezTo>
                  <a:cubicBezTo>
                    <a:pt x="42" y="23"/>
                    <a:pt x="41" y="21"/>
                    <a:pt x="41" y="20"/>
                  </a:cubicBezTo>
                  <a:cubicBezTo>
                    <a:pt x="41" y="19"/>
                    <a:pt x="41" y="19"/>
                    <a:pt x="41" y="19"/>
                  </a:cubicBezTo>
                  <a:cubicBezTo>
                    <a:pt x="41" y="19"/>
                    <a:pt x="41" y="19"/>
                    <a:pt x="41" y="19"/>
                  </a:cubicBezTo>
                  <a:cubicBezTo>
                    <a:pt x="40" y="8"/>
                    <a:pt x="30" y="0"/>
                    <a:pt x="19" y="1"/>
                  </a:cubicBezTo>
                  <a:cubicBezTo>
                    <a:pt x="8" y="2"/>
                    <a:pt x="0" y="12"/>
                    <a:pt x="1" y="23"/>
                  </a:cubicBezTo>
                  <a:cubicBezTo>
                    <a:pt x="1" y="23"/>
                    <a:pt x="1" y="23"/>
                    <a:pt x="1" y="23"/>
                  </a:cubicBezTo>
                  <a:cubicBezTo>
                    <a:pt x="1" y="25"/>
                    <a:pt x="4" y="49"/>
                    <a:pt x="20" y="75"/>
                  </a:cubicBezTo>
                  <a:cubicBezTo>
                    <a:pt x="28" y="88"/>
                    <a:pt x="39" y="102"/>
                    <a:pt x="56" y="112"/>
                  </a:cubicBezTo>
                  <a:cubicBezTo>
                    <a:pt x="72" y="122"/>
                    <a:pt x="93" y="128"/>
                    <a:pt x="118" y="128"/>
                  </a:cubicBezTo>
                  <a:cubicBezTo>
                    <a:pt x="119" y="128"/>
                    <a:pt x="119" y="128"/>
                    <a:pt x="119" y="128"/>
                  </a:cubicBezTo>
                  <a:cubicBezTo>
                    <a:pt x="130" y="128"/>
                    <a:pt x="142" y="127"/>
                    <a:pt x="155" y="125"/>
                  </a:cubicBezTo>
                  <a:cubicBezTo>
                    <a:pt x="166" y="122"/>
                    <a:pt x="173" y="112"/>
                    <a:pt x="171" y="101"/>
                  </a:cubicBezTo>
                  <a:cubicBezTo>
                    <a:pt x="168" y="90"/>
                    <a:pt x="158" y="83"/>
                    <a:pt x="147" y="85"/>
                  </a:cubicBezTo>
                  <a:cubicBezTo>
                    <a:pt x="136" y="88"/>
                    <a:pt x="127" y="88"/>
                    <a:pt x="119" y="88"/>
                  </a:cubicBezTo>
                  <a:cubicBezTo>
                    <a:pt x="100" y="88"/>
                    <a:pt x="87" y="84"/>
                    <a:pt x="77" y="78"/>
                  </a:cubicBezTo>
                  <a:cubicBezTo>
                    <a:pt x="62" y="69"/>
                    <a:pt x="53" y="54"/>
                    <a:pt x="47"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8" name="组合 107"/>
          <p:cNvGrpSpPr/>
          <p:nvPr/>
        </p:nvGrpSpPr>
        <p:grpSpPr>
          <a:xfrm>
            <a:off x="10614026" y="785813"/>
            <a:ext cx="1150938" cy="1236662"/>
            <a:chOff x="10614026" y="785813"/>
            <a:chExt cx="1150938" cy="1236662"/>
          </a:xfrm>
          <a:solidFill>
            <a:schemeClr val="tx1">
              <a:lumMod val="65000"/>
              <a:lumOff val="35000"/>
            </a:schemeClr>
          </a:solidFill>
        </p:grpSpPr>
        <p:sp>
          <p:nvSpPr>
            <p:cNvPr id="109" name="Freeform 105"/>
            <p:cNvSpPr>
              <a:spLocks/>
            </p:cNvSpPr>
            <p:nvPr/>
          </p:nvSpPr>
          <p:spPr bwMode="auto">
            <a:xfrm>
              <a:off x="11401426" y="1122363"/>
              <a:ext cx="363538" cy="252413"/>
            </a:xfrm>
            <a:custGeom>
              <a:avLst/>
              <a:gdLst>
                <a:gd name="T0" fmla="*/ 26 w 357"/>
                <a:gd name="T1" fmla="*/ 77 h 248"/>
                <a:gd name="T2" fmla="*/ 77 w 357"/>
                <a:gd name="T3" fmla="*/ 222 h 248"/>
                <a:gd name="T4" fmla="*/ 222 w 357"/>
                <a:gd name="T5" fmla="*/ 171 h 248"/>
                <a:gd name="T6" fmla="*/ 232 w 357"/>
                <a:gd name="T7" fmla="*/ 138 h 248"/>
                <a:gd name="T8" fmla="*/ 262 w 357"/>
                <a:gd name="T9" fmla="*/ 152 h 248"/>
                <a:gd name="T10" fmla="*/ 296 w 357"/>
                <a:gd name="T11" fmla="*/ 219 h 248"/>
                <a:gd name="T12" fmla="*/ 324 w 357"/>
                <a:gd name="T13" fmla="*/ 114 h 248"/>
                <a:gd name="T14" fmla="*/ 228 w 357"/>
                <a:gd name="T15" fmla="*/ 95 h 248"/>
                <a:gd name="T16" fmla="*/ 171 w 357"/>
                <a:gd name="T17" fmla="*/ 26 h 248"/>
                <a:gd name="T18" fmla="*/ 26 w 357"/>
                <a:gd name="T19" fmla="*/ 77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7" h="248">
                  <a:moveTo>
                    <a:pt x="26" y="77"/>
                  </a:moveTo>
                  <a:cubicBezTo>
                    <a:pt x="0" y="131"/>
                    <a:pt x="23" y="196"/>
                    <a:pt x="77" y="222"/>
                  </a:cubicBezTo>
                  <a:cubicBezTo>
                    <a:pt x="131" y="248"/>
                    <a:pt x="196" y="225"/>
                    <a:pt x="222" y="171"/>
                  </a:cubicBezTo>
                  <a:cubicBezTo>
                    <a:pt x="227" y="160"/>
                    <a:pt x="230" y="149"/>
                    <a:pt x="232" y="138"/>
                  </a:cubicBezTo>
                  <a:cubicBezTo>
                    <a:pt x="242" y="140"/>
                    <a:pt x="253" y="145"/>
                    <a:pt x="262" y="152"/>
                  </a:cubicBezTo>
                  <a:cubicBezTo>
                    <a:pt x="276" y="163"/>
                    <a:pt x="299" y="181"/>
                    <a:pt x="296" y="219"/>
                  </a:cubicBezTo>
                  <a:cubicBezTo>
                    <a:pt x="296" y="219"/>
                    <a:pt x="357" y="161"/>
                    <a:pt x="324" y="114"/>
                  </a:cubicBezTo>
                  <a:cubicBezTo>
                    <a:pt x="302" y="83"/>
                    <a:pt x="263" y="81"/>
                    <a:pt x="228" y="95"/>
                  </a:cubicBezTo>
                  <a:cubicBezTo>
                    <a:pt x="220" y="66"/>
                    <a:pt x="200" y="40"/>
                    <a:pt x="171" y="26"/>
                  </a:cubicBezTo>
                  <a:cubicBezTo>
                    <a:pt x="117" y="0"/>
                    <a:pt x="52" y="23"/>
                    <a:pt x="26"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106"/>
            <p:cNvSpPr>
              <a:spLocks/>
            </p:cNvSpPr>
            <p:nvPr/>
          </p:nvSpPr>
          <p:spPr bwMode="auto">
            <a:xfrm>
              <a:off x="11350626" y="1533525"/>
              <a:ext cx="292100" cy="485775"/>
            </a:xfrm>
            <a:custGeom>
              <a:avLst/>
              <a:gdLst>
                <a:gd name="T0" fmla="*/ 94 w 287"/>
                <a:gd name="T1" fmla="*/ 0 h 475"/>
                <a:gd name="T2" fmla="*/ 57 w 287"/>
                <a:gd name="T3" fmla="*/ 15 h 475"/>
                <a:gd name="T4" fmla="*/ 0 w 287"/>
                <a:gd name="T5" fmla="*/ 264 h 475"/>
                <a:gd name="T6" fmla="*/ 94 w 287"/>
                <a:gd name="T7" fmla="*/ 264 h 475"/>
                <a:gd name="T8" fmla="*/ 94 w 287"/>
                <a:gd name="T9" fmla="*/ 424 h 475"/>
                <a:gd name="T10" fmla="*/ 145 w 287"/>
                <a:gd name="T11" fmla="*/ 475 h 475"/>
                <a:gd name="T12" fmla="*/ 195 w 287"/>
                <a:gd name="T13" fmla="*/ 424 h 475"/>
                <a:gd name="T14" fmla="*/ 195 w 287"/>
                <a:gd name="T15" fmla="*/ 264 h 475"/>
                <a:gd name="T16" fmla="*/ 287 w 287"/>
                <a:gd name="T17" fmla="*/ 264 h 475"/>
                <a:gd name="T18" fmla="*/ 262 w 287"/>
                <a:gd name="T19" fmla="*/ 121 h 475"/>
                <a:gd name="T20" fmla="*/ 94 w 287"/>
                <a:gd name="T21" fmla="*/ 0 h 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7" h="475">
                  <a:moveTo>
                    <a:pt x="94" y="0"/>
                  </a:moveTo>
                  <a:cubicBezTo>
                    <a:pt x="57" y="15"/>
                    <a:pt x="57" y="15"/>
                    <a:pt x="57" y="15"/>
                  </a:cubicBezTo>
                  <a:cubicBezTo>
                    <a:pt x="33" y="118"/>
                    <a:pt x="0" y="264"/>
                    <a:pt x="0" y="264"/>
                  </a:cubicBezTo>
                  <a:cubicBezTo>
                    <a:pt x="94" y="264"/>
                    <a:pt x="94" y="264"/>
                    <a:pt x="94" y="264"/>
                  </a:cubicBezTo>
                  <a:cubicBezTo>
                    <a:pt x="94" y="424"/>
                    <a:pt x="94" y="424"/>
                    <a:pt x="94" y="424"/>
                  </a:cubicBezTo>
                  <a:cubicBezTo>
                    <a:pt x="94" y="452"/>
                    <a:pt x="117" y="475"/>
                    <a:pt x="145" y="475"/>
                  </a:cubicBezTo>
                  <a:cubicBezTo>
                    <a:pt x="173" y="475"/>
                    <a:pt x="195" y="452"/>
                    <a:pt x="195" y="424"/>
                  </a:cubicBezTo>
                  <a:cubicBezTo>
                    <a:pt x="195" y="264"/>
                    <a:pt x="195" y="264"/>
                    <a:pt x="195" y="264"/>
                  </a:cubicBezTo>
                  <a:cubicBezTo>
                    <a:pt x="287" y="264"/>
                    <a:pt x="287" y="264"/>
                    <a:pt x="287" y="264"/>
                  </a:cubicBezTo>
                  <a:cubicBezTo>
                    <a:pt x="262" y="121"/>
                    <a:pt x="262" y="121"/>
                    <a:pt x="262" y="121"/>
                  </a:cubicBezTo>
                  <a:cubicBezTo>
                    <a:pt x="144" y="63"/>
                    <a:pt x="94"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107"/>
            <p:cNvSpPr>
              <a:spLocks/>
            </p:cNvSpPr>
            <p:nvPr/>
          </p:nvSpPr>
          <p:spPr bwMode="auto">
            <a:xfrm>
              <a:off x="11595101" y="1397000"/>
              <a:ext cx="128588" cy="136525"/>
            </a:xfrm>
            <a:custGeom>
              <a:avLst/>
              <a:gdLst>
                <a:gd name="T0" fmla="*/ 0 w 126"/>
                <a:gd name="T1" fmla="*/ 13 h 133"/>
                <a:gd name="T2" fmla="*/ 11 w 126"/>
                <a:gd name="T3" fmla="*/ 76 h 133"/>
                <a:gd name="T4" fmla="*/ 97 w 126"/>
                <a:gd name="T5" fmla="*/ 88 h 133"/>
                <a:gd name="T6" fmla="*/ 105 w 126"/>
                <a:gd name="T7" fmla="*/ 116 h 133"/>
                <a:gd name="T8" fmla="*/ 126 w 126"/>
                <a:gd name="T9" fmla="*/ 133 h 133"/>
                <a:gd name="T10" fmla="*/ 113 w 126"/>
                <a:gd name="T11" fmla="*/ 78 h 133"/>
                <a:gd name="T12" fmla="*/ 0 w 126"/>
                <a:gd name="T13" fmla="*/ 13 h 133"/>
              </a:gdLst>
              <a:ahLst/>
              <a:cxnLst>
                <a:cxn ang="0">
                  <a:pos x="T0" y="T1"/>
                </a:cxn>
                <a:cxn ang="0">
                  <a:pos x="T2" y="T3"/>
                </a:cxn>
                <a:cxn ang="0">
                  <a:pos x="T4" y="T5"/>
                </a:cxn>
                <a:cxn ang="0">
                  <a:pos x="T6" y="T7"/>
                </a:cxn>
                <a:cxn ang="0">
                  <a:pos x="T8" y="T9"/>
                </a:cxn>
                <a:cxn ang="0">
                  <a:pos x="T10" y="T11"/>
                </a:cxn>
                <a:cxn ang="0">
                  <a:pos x="T12" y="T13"/>
                </a:cxn>
              </a:cxnLst>
              <a:rect l="0" t="0" r="r" b="b"/>
              <a:pathLst>
                <a:path w="126" h="133">
                  <a:moveTo>
                    <a:pt x="0" y="13"/>
                  </a:moveTo>
                  <a:cubicBezTo>
                    <a:pt x="11" y="76"/>
                    <a:pt x="11" y="76"/>
                    <a:pt x="11" y="76"/>
                  </a:cubicBezTo>
                  <a:cubicBezTo>
                    <a:pt x="97" y="88"/>
                    <a:pt x="97" y="88"/>
                    <a:pt x="97" y="88"/>
                  </a:cubicBezTo>
                  <a:cubicBezTo>
                    <a:pt x="105" y="116"/>
                    <a:pt x="105" y="116"/>
                    <a:pt x="105" y="116"/>
                  </a:cubicBezTo>
                  <a:cubicBezTo>
                    <a:pt x="106" y="118"/>
                    <a:pt x="111" y="133"/>
                    <a:pt x="126" y="133"/>
                  </a:cubicBezTo>
                  <a:cubicBezTo>
                    <a:pt x="121" y="114"/>
                    <a:pt x="116" y="95"/>
                    <a:pt x="113" y="78"/>
                  </a:cubicBezTo>
                  <a:cubicBezTo>
                    <a:pt x="104" y="33"/>
                    <a:pt x="54" y="0"/>
                    <a:pt x="0"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108"/>
            <p:cNvSpPr>
              <a:spLocks/>
            </p:cNvSpPr>
            <p:nvPr/>
          </p:nvSpPr>
          <p:spPr bwMode="auto">
            <a:xfrm>
              <a:off x="11607801" y="1487488"/>
              <a:ext cx="152400" cy="209550"/>
            </a:xfrm>
            <a:custGeom>
              <a:avLst/>
              <a:gdLst>
                <a:gd name="T0" fmla="*/ 138 w 149"/>
                <a:gd name="T1" fmla="*/ 135 h 206"/>
                <a:gd name="T2" fmla="*/ 116 w 149"/>
                <a:gd name="T3" fmla="*/ 56 h 206"/>
                <a:gd name="T4" fmla="*/ 113 w 149"/>
                <a:gd name="T5" fmla="*/ 56 h 206"/>
                <a:gd name="T6" fmla="*/ 82 w 149"/>
                <a:gd name="T7" fmla="*/ 31 h 206"/>
                <a:gd name="T8" fmla="*/ 76 w 149"/>
                <a:gd name="T9" fmla="*/ 10 h 206"/>
                <a:gd name="T10" fmla="*/ 0 w 149"/>
                <a:gd name="T11" fmla="*/ 0 h 206"/>
                <a:gd name="T12" fmla="*/ 36 w 149"/>
                <a:gd name="T13" fmla="*/ 206 h 206"/>
                <a:gd name="T14" fmla="*/ 119 w 149"/>
                <a:gd name="T15" fmla="*/ 191 h 206"/>
                <a:gd name="T16" fmla="*/ 138 w 149"/>
                <a:gd name="T17" fmla="*/ 135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9" h="206">
                  <a:moveTo>
                    <a:pt x="138" y="135"/>
                  </a:moveTo>
                  <a:cubicBezTo>
                    <a:pt x="132" y="112"/>
                    <a:pt x="124" y="84"/>
                    <a:pt x="116" y="56"/>
                  </a:cubicBezTo>
                  <a:cubicBezTo>
                    <a:pt x="115" y="56"/>
                    <a:pt x="114" y="56"/>
                    <a:pt x="113" y="56"/>
                  </a:cubicBezTo>
                  <a:cubicBezTo>
                    <a:pt x="95" y="56"/>
                    <a:pt x="84" y="41"/>
                    <a:pt x="82" y="31"/>
                  </a:cubicBezTo>
                  <a:cubicBezTo>
                    <a:pt x="76" y="10"/>
                    <a:pt x="76" y="10"/>
                    <a:pt x="76" y="10"/>
                  </a:cubicBezTo>
                  <a:cubicBezTo>
                    <a:pt x="0" y="0"/>
                    <a:pt x="0" y="0"/>
                    <a:pt x="0" y="0"/>
                  </a:cubicBezTo>
                  <a:cubicBezTo>
                    <a:pt x="36" y="206"/>
                    <a:pt x="36" y="206"/>
                    <a:pt x="36" y="206"/>
                  </a:cubicBezTo>
                  <a:cubicBezTo>
                    <a:pt x="119" y="191"/>
                    <a:pt x="119" y="191"/>
                    <a:pt x="119" y="191"/>
                  </a:cubicBezTo>
                  <a:cubicBezTo>
                    <a:pt x="119" y="191"/>
                    <a:pt x="149" y="176"/>
                    <a:pt x="138"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109"/>
            <p:cNvSpPr>
              <a:spLocks/>
            </p:cNvSpPr>
            <p:nvPr/>
          </p:nvSpPr>
          <p:spPr bwMode="auto">
            <a:xfrm>
              <a:off x="10742613" y="1673225"/>
              <a:ext cx="146050" cy="349250"/>
            </a:xfrm>
            <a:custGeom>
              <a:avLst/>
              <a:gdLst>
                <a:gd name="T0" fmla="*/ 138 w 143"/>
                <a:gd name="T1" fmla="*/ 0 h 342"/>
                <a:gd name="T2" fmla="*/ 137 w 143"/>
                <a:gd name="T3" fmla="*/ 0 h 342"/>
                <a:gd name="T4" fmla="*/ 130 w 143"/>
                <a:gd name="T5" fmla="*/ 54 h 342"/>
                <a:gd name="T6" fmla="*/ 21 w 143"/>
                <a:gd name="T7" fmla="*/ 224 h 342"/>
                <a:gd name="T8" fmla="*/ 43 w 143"/>
                <a:gd name="T9" fmla="*/ 321 h 342"/>
                <a:gd name="T10" fmla="*/ 139 w 143"/>
                <a:gd name="T11" fmla="*/ 299 h 342"/>
                <a:gd name="T12" fmla="*/ 143 w 143"/>
                <a:gd name="T13" fmla="*/ 295 h 342"/>
                <a:gd name="T14" fmla="*/ 138 w 143"/>
                <a:gd name="T15" fmla="*/ 266 h 342"/>
                <a:gd name="T16" fmla="*/ 138 w 143"/>
                <a:gd name="T17" fmla="*/ 0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 h="342">
                  <a:moveTo>
                    <a:pt x="138" y="0"/>
                  </a:moveTo>
                  <a:cubicBezTo>
                    <a:pt x="137" y="0"/>
                    <a:pt x="137" y="0"/>
                    <a:pt x="137" y="0"/>
                  </a:cubicBezTo>
                  <a:cubicBezTo>
                    <a:pt x="130" y="54"/>
                    <a:pt x="130" y="54"/>
                    <a:pt x="130" y="54"/>
                  </a:cubicBezTo>
                  <a:cubicBezTo>
                    <a:pt x="21" y="224"/>
                    <a:pt x="21" y="224"/>
                    <a:pt x="21" y="224"/>
                  </a:cubicBezTo>
                  <a:cubicBezTo>
                    <a:pt x="0" y="257"/>
                    <a:pt x="10" y="300"/>
                    <a:pt x="43" y="321"/>
                  </a:cubicBezTo>
                  <a:cubicBezTo>
                    <a:pt x="75" y="342"/>
                    <a:pt x="119" y="332"/>
                    <a:pt x="139" y="299"/>
                  </a:cubicBezTo>
                  <a:cubicBezTo>
                    <a:pt x="143" y="295"/>
                    <a:pt x="143" y="295"/>
                    <a:pt x="143" y="295"/>
                  </a:cubicBezTo>
                  <a:cubicBezTo>
                    <a:pt x="139" y="286"/>
                    <a:pt x="138" y="276"/>
                    <a:pt x="138" y="266"/>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110"/>
            <p:cNvSpPr>
              <a:spLocks/>
            </p:cNvSpPr>
            <p:nvPr/>
          </p:nvSpPr>
          <p:spPr bwMode="auto">
            <a:xfrm>
              <a:off x="11272838" y="1339850"/>
              <a:ext cx="339725" cy="282575"/>
            </a:xfrm>
            <a:custGeom>
              <a:avLst/>
              <a:gdLst>
                <a:gd name="T0" fmla="*/ 85 w 332"/>
                <a:gd name="T1" fmla="*/ 189 h 276"/>
                <a:gd name="T2" fmla="*/ 85 w 332"/>
                <a:gd name="T3" fmla="*/ 190 h 276"/>
                <a:gd name="T4" fmla="*/ 123 w 332"/>
                <a:gd name="T5" fmla="*/ 196 h 276"/>
                <a:gd name="T6" fmla="*/ 243 w 332"/>
                <a:gd name="T7" fmla="*/ 148 h 276"/>
                <a:gd name="T8" fmla="*/ 228 w 332"/>
                <a:gd name="T9" fmla="*/ 166 h 276"/>
                <a:gd name="T10" fmla="*/ 191 w 332"/>
                <a:gd name="T11" fmla="*/ 181 h 276"/>
                <a:gd name="T12" fmla="*/ 332 w 332"/>
                <a:gd name="T13" fmla="*/ 276 h 276"/>
                <a:gd name="T14" fmla="*/ 301 w 332"/>
                <a:gd name="T15" fmla="*/ 99 h 276"/>
                <a:gd name="T16" fmla="*/ 228 w 332"/>
                <a:gd name="T17" fmla="*/ 33 h 276"/>
                <a:gd name="T18" fmla="*/ 156 w 332"/>
                <a:gd name="T19" fmla="*/ 88 h 276"/>
                <a:gd name="T20" fmla="*/ 190 w 332"/>
                <a:gd name="T21" fmla="*/ 74 h 276"/>
                <a:gd name="T22" fmla="*/ 216 w 332"/>
                <a:gd name="T23" fmla="*/ 76 h 276"/>
                <a:gd name="T24" fmla="*/ 207 w 332"/>
                <a:gd name="T25" fmla="*/ 79 h 276"/>
                <a:gd name="T26" fmla="*/ 207 w 332"/>
                <a:gd name="T27" fmla="*/ 79 h 276"/>
                <a:gd name="T28" fmla="*/ 124 w 332"/>
                <a:gd name="T29" fmla="*/ 113 h 276"/>
                <a:gd name="T30" fmla="*/ 61 w 332"/>
                <a:gd name="T31" fmla="*/ 22 h 276"/>
                <a:gd name="T32" fmla="*/ 61 w 332"/>
                <a:gd name="T33" fmla="*/ 22 h 276"/>
                <a:gd name="T34" fmla="*/ 7 w 332"/>
                <a:gd name="T35" fmla="*/ 13 h 276"/>
                <a:gd name="T36" fmla="*/ 0 w 332"/>
                <a:gd name="T37" fmla="*/ 19 h 276"/>
                <a:gd name="T38" fmla="*/ 75 w 332"/>
                <a:gd name="T39" fmla="*/ 137 h 276"/>
                <a:gd name="T40" fmla="*/ 85 w 332"/>
                <a:gd name="T41" fmla="*/ 189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2" h="276">
                  <a:moveTo>
                    <a:pt x="85" y="189"/>
                  </a:moveTo>
                  <a:cubicBezTo>
                    <a:pt x="85" y="189"/>
                    <a:pt x="85" y="190"/>
                    <a:pt x="85" y="190"/>
                  </a:cubicBezTo>
                  <a:cubicBezTo>
                    <a:pt x="96" y="198"/>
                    <a:pt x="110" y="200"/>
                    <a:pt x="123" y="196"/>
                  </a:cubicBezTo>
                  <a:cubicBezTo>
                    <a:pt x="243" y="148"/>
                    <a:pt x="243" y="148"/>
                    <a:pt x="243" y="148"/>
                  </a:cubicBezTo>
                  <a:cubicBezTo>
                    <a:pt x="244" y="157"/>
                    <a:pt x="239" y="161"/>
                    <a:pt x="228" y="166"/>
                  </a:cubicBezTo>
                  <a:cubicBezTo>
                    <a:pt x="191" y="181"/>
                    <a:pt x="191" y="181"/>
                    <a:pt x="191" y="181"/>
                  </a:cubicBezTo>
                  <a:cubicBezTo>
                    <a:pt x="257" y="247"/>
                    <a:pt x="332" y="276"/>
                    <a:pt x="332" y="276"/>
                  </a:cubicBezTo>
                  <a:cubicBezTo>
                    <a:pt x="316" y="188"/>
                    <a:pt x="301" y="99"/>
                    <a:pt x="301" y="99"/>
                  </a:cubicBezTo>
                  <a:cubicBezTo>
                    <a:pt x="297" y="62"/>
                    <a:pt x="266" y="33"/>
                    <a:pt x="228" y="33"/>
                  </a:cubicBezTo>
                  <a:cubicBezTo>
                    <a:pt x="193" y="33"/>
                    <a:pt x="165" y="56"/>
                    <a:pt x="156" y="88"/>
                  </a:cubicBezTo>
                  <a:cubicBezTo>
                    <a:pt x="190" y="74"/>
                    <a:pt x="190" y="74"/>
                    <a:pt x="190" y="74"/>
                  </a:cubicBezTo>
                  <a:cubicBezTo>
                    <a:pt x="203" y="68"/>
                    <a:pt x="211" y="70"/>
                    <a:pt x="216" y="76"/>
                  </a:cubicBezTo>
                  <a:cubicBezTo>
                    <a:pt x="207" y="79"/>
                    <a:pt x="207" y="79"/>
                    <a:pt x="207" y="79"/>
                  </a:cubicBezTo>
                  <a:cubicBezTo>
                    <a:pt x="207" y="79"/>
                    <a:pt x="207" y="79"/>
                    <a:pt x="207" y="79"/>
                  </a:cubicBezTo>
                  <a:cubicBezTo>
                    <a:pt x="124" y="113"/>
                    <a:pt x="124" y="113"/>
                    <a:pt x="124" y="113"/>
                  </a:cubicBezTo>
                  <a:cubicBezTo>
                    <a:pt x="61" y="22"/>
                    <a:pt x="61" y="22"/>
                    <a:pt x="61" y="22"/>
                  </a:cubicBezTo>
                  <a:cubicBezTo>
                    <a:pt x="61" y="22"/>
                    <a:pt x="61" y="22"/>
                    <a:pt x="61" y="22"/>
                  </a:cubicBezTo>
                  <a:cubicBezTo>
                    <a:pt x="49" y="5"/>
                    <a:pt x="24" y="0"/>
                    <a:pt x="7" y="13"/>
                  </a:cubicBezTo>
                  <a:cubicBezTo>
                    <a:pt x="4" y="15"/>
                    <a:pt x="2" y="17"/>
                    <a:pt x="0" y="19"/>
                  </a:cubicBezTo>
                  <a:cubicBezTo>
                    <a:pt x="22" y="55"/>
                    <a:pt x="74" y="136"/>
                    <a:pt x="75" y="137"/>
                  </a:cubicBezTo>
                  <a:cubicBezTo>
                    <a:pt x="85" y="152"/>
                    <a:pt x="89" y="171"/>
                    <a:pt x="85" y="1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111"/>
            <p:cNvSpPr>
              <a:spLocks/>
            </p:cNvSpPr>
            <p:nvPr/>
          </p:nvSpPr>
          <p:spPr bwMode="auto">
            <a:xfrm>
              <a:off x="10614026" y="1028700"/>
              <a:ext cx="739775" cy="987425"/>
            </a:xfrm>
            <a:custGeom>
              <a:avLst/>
              <a:gdLst>
                <a:gd name="T0" fmla="*/ 621 w 724"/>
                <a:gd name="T1" fmla="*/ 317 h 967"/>
                <a:gd name="T2" fmla="*/ 632 w 724"/>
                <a:gd name="T3" fmla="*/ 125 h 967"/>
                <a:gd name="T4" fmla="*/ 647 w 724"/>
                <a:gd name="T5" fmla="*/ 142 h 967"/>
                <a:gd name="T6" fmla="*/ 645 w 724"/>
                <a:gd name="T7" fmla="*/ 188 h 967"/>
                <a:gd name="T8" fmla="*/ 654 w 724"/>
                <a:gd name="T9" fmla="*/ 61 h 967"/>
                <a:gd name="T10" fmla="*/ 525 w 724"/>
                <a:gd name="T11" fmla="*/ 17 h 967"/>
                <a:gd name="T12" fmla="*/ 525 w 724"/>
                <a:gd name="T13" fmla="*/ 17 h 967"/>
                <a:gd name="T14" fmla="*/ 249 w 724"/>
                <a:gd name="T15" fmla="*/ 161 h 967"/>
                <a:gd name="T16" fmla="*/ 181 w 724"/>
                <a:gd name="T17" fmla="*/ 229 h 967"/>
                <a:gd name="T18" fmla="*/ 2 w 724"/>
                <a:gd name="T19" fmla="*/ 502 h 967"/>
                <a:gd name="T20" fmla="*/ 2 w 724"/>
                <a:gd name="T21" fmla="*/ 502 h 967"/>
                <a:gd name="T22" fmla="*/ 0 w 724"/>
                <a:gd name="T23" fmla="*/ 507 h 967"/>
                <a:gd name="T24" fmla="*/ 5 w 724"/>
                <a:gd name="T25" fmla="*/ 515 h 967"/>
                <a:gd name="T26" fmla="*/ 5 w 724"/>
                <a:gd name="T27" fmla="*/ 515 h 967"/>
                <a:gd name="T28" fmla="*/ 5 w 724"/>
                <a:gd name="T29" fmla="*/ 516 h 967"/>
                <a:gd name="T30" fmla="*/ 281 w 724"/>
                <a:gd name="T31" fmla="*/ 620 h 967"/>
                <a:gd name="T32" fmla="*/ 281 w 724"/>
                <a:gd name="T33" fmla="*/ 897 h 967"/>
                <a:gd name="T34" fmla="*/ 351 w 724"/>
                <a:gd name="T35" fmla="*/ 967 h 967"/>
                <a:gd name="T36" fmla="*/ 421 w 724"/>
                <a:gd name="T37" fmla="*/ 897 h 967"/>
                <a:gd name="T38" fmla="*/ 421 w 724"/>
                <a:gd name="T39" fmla="*/ 673 h 967"/>
                <a:gd name="T40" fmla="*/ 456 w 724"/>
                <a:gd name="T41" fmla="*/ 686 h 967"/>
                <a:gd name="T42" fmla="*/ 459 w 724"/>
                <a:gd name="T43" fmla="*/ 687 h 967"/>
                <a:gd name="T44" fmla="*/ 468 w 724"/>
                <a:gd name="T45" fmla="*/ 677 h 967"/>
                <a:gd name="T46" fmla="*/ 465 w 724"/>
                <a:gd name="T47" fmla="*/ 330 h 967"/>
                <a:gd name="T48" fmla="*/ 498 w 724"/>
                <a:gd name="T49" fmla="*/ 305 h 967"/>
                <a:gd name="T50" fmla="*/ 507 w 724"/>
                <a:gd name="T51" fmla="*/ 135 h 967"/>
                <a:gd name="T52" fmla="*/ 523 w 724"/>
                <a:gd name="T53" fmla="*/ 119 h 967"/>
                <a:gd name="T54" fmla="*/ 523 w 724"/>
                <a:gd name="T55" fmla="*/ 119 h 967"/>
                <a:gd name="T56" fmla="*/ 524 w 724"/>
                <a:gd name="T57" fmla="*/ 119 h 967"/>
                <a:gd name="T58" fmla="*/ 513 w 724"/>
                <a:gd name="T59" fmla="*/ 328 h 967"/>
                <a:gd name="T60" fmla="*/ 513 w 724"/>
                <a:gd name="T61" fmla="*/ 328 h 967"/>
                <a:gd name="T62" fmla="*/ 513 w 724"/>
                <a:gd name="T63" fmla="*/ 328 h 967"/>
                <a:gd name="T64" fmla="*/ 522 w 724"/>
                <a:gd name="T65" fmla="*/ 362 h 967"/>
                <a:gd name="T66" fmla="*/ 522 w 724"/>
                <a:gd name="T67" fmla="*/ 362 h 967"/>
                <a:gd name="T68" fmla="*/ 618 w 724"/>
                <a:gd name="T69" fmla="*/ 512 h 967"/>
                <a:gd name="T70" fmla="*/ 693 w 724"/>
                <a:gd name="T71" fmla="*/ 526 h 967"/>
                <a:gd name="T72" fmla="*/ 707 w 724"/>
                <a:gd name="T73" fmla="*/ 451 h 967"/>
                <a:gd name="T74" fmla="*/ 621 w 724"/>
                <a:gd name="T75" fmla="*/ 317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24" h="967">
                  <a:moveTo>
                    <a:pt x="621" y="317"/>
                  </a:moveTo>
                  <a:cubicBezTo>
                    <a:pt x="632" y="125"/>
                    <a:pt x="632" y="125"/>
                    <a:pt x="632" y="125"/>
                  </a:cubicBezTo>
                  <a:cubicBezTo>
                    <a:pt x="641" y="126"/>
                    <a:pt x="647" y="133"/>
                    <a:pt x="647" y="142"/>
                  </a:cubicBezTo>
                  <a:cubicBezTo>
                    <a:pt x="645" y="188"/>
                    <a:pt x="645" y="188"/>
                    <a:pt x="645" y="188"/>
                  </a:cubicBezTo>
                  <a:cubicBezTo>
                    <a:pt x="677" y="154"/>
                    <a:pt x="682" y="101"/>
                    <a:pt x="654" y="61"/>
                  </a:cubicBezTo>
                  <a:cubicBezTo>
                    <a:pt x="627" y="20"/>
                    <a:pt x="570" y="0"/>
                    <a:pt x="525" y="17"/>
                  </a:cubicBezTo>
                  <a:cubicBezTo>
                    <a:pt x="525" y="17"/>
                    <a:pt x="525" y="17"/>
                    <a:pt x="525" y="17"/>
                  </a:cubicBezTo>
                  <a:cubicBezTo>
                    <a:pt x="249" y="161"/>
                    <a:pt x="249" y="161"/>
                    <a:pt x="249" y="161"/>
                  </a:cubicBezTo>
                  <a:cubicBezTo>
                    <a:pt x="221" y="177"/>
                    <a:pt x="197" y="200"/>
                    <a:pt x="181" y="229"/>
                  </a:cubicBezTo>
                  <a:cubicBezTo>
                    <a:pt x="2" y="502"/>
                    <a:pt x="2" y="502"/>
                    <a:pt x="2" y="502"/>
                  </a:cubicBezTo>
                  <a:cubicBezTo>
                    <a:pt x="2" y="502"/>
                    <a:pt x="2" y="502"/>
                    <a:pt x="2" y="502"/>
                  </a:cubicBezTo>
                  <a:cubicBezTo>
                    <a:pt x="1" y="504"/>
                    <a:pt x="0" y="505"/>
                    <a:pt x="0" y="507"/>
                  </a:cubicBezTo>
                  <a:cubicBezTo>
                    <a:pt x="0" y="511"/>
                    <a:pt x="2" y="514"/>
                    <a:pt x="5" y="515"/>
                  </a:cubicBezTo>
                  <a:cubicBezTo>
                    <a:pt x="5" y="515"/>
                    <a:pt x="5" y="515"/>
                    <a:pt x="5" y="515"/>
                  </a:cubicBezTo>
                  <a:cubicBezTo>
                    <a:pt x="5" y="516"/>
                    <a:pt x="5" y="516"/>
                    <a:pt x="5" y="516"/>
                  </a:cubicBezTo>
                  <a:cubicBezTo>
                    <a:pt x="5" y="516"/>
                    <a:pt x="281" y="620"/>
                    <a:pt x="281" y="620"/>
                  </a:cubicBezTo>
                  <a:cubicBezTo>
                    <a:pt x="281" y="897"/>
                    <a:pt x="281" y="897"/>
                    <a:pt x="281" y="897"/>
                  </a:cubicBezTo>
                  <a:cubicBezTo>
                    <a:pt x="281" y="936"/>
                    <a:pt x="312" y="967"/>
                    <a:pt x="351" y="967"/>
                  </a:cubicBezTo>
                  <a:cubicBezTo>
                    <a:pt x="390" y="967"/>
                    <a:pt x="421" y="936"/>
                    <a:pt x="421" y="897"/>
                  </a:cubicBezTo>
                  <a:cubicBezTo>
                    <a:pt x="421" y="673"/>
                    <a:pt x="421" y="673"/>
                    <a:pt x="421" y="673"/>
                  </a:cubicBezTo>
                  <a:cubicBezTo>
                    <a:pt x="456" y="686"/>
                    <a:pt x="456" y="686"/>
                    <a:pt x="456" y="686"/>
                  </a:cubicBezTo>
                  <a:cubicBezTo>
                    <a:pt x="457" y="686"/>
                    <a:pt x="458" y="687"/>
                    <a:pt x="459" y="687"/>
                  </a:cubicBezTo>
                  <a:cubicBezTo>
                    <a:pt x="464" y="687"/>
                    <a:pt x="468" y="682"/>
                    <a:pt x="468" y="677"/>
                  </a:cubicBezTo>
                  <a:cubicBezTo>
                    <a:pt x="465" y="330"/>
                    <a:pt x="465" y="330"/>
                    <a:pt x="465" y="330"/>
                  </a:cubicBezTo>
                  <a:cubicBezTo>
                    <a:pt x="498" y="305"/>
                    <a:pt x="498" y="305"/>
                    <a:pt x="498" y="305"/>
                  </a:cubicBezTo>
                  <a:cubicBezTo>
                    <a:pt x="498" y="298"/>
                    <a:pt x="507" y="135"/>
                    <a:pt x="507" y="135"/>
                  </a:cubicBezTo>
                  <a:cubicBezTo>
                    <a:pt x="507" y="126"/>
                    <a:pt x="514" y="119"/>
                    <a:pt x="523" y="119"/>
                  </a:cubicBezTo>
                  <a:cubicBezTo>
                    <a:pt x="523" y="119"/>
                    <a:pt x="523" y="119"/>
                    <a:pt x="523" y="119"/>
                  </a:cubicBezTo>
                  <a:cubicBezTo>
                    <a:pt x="524" y="119"/>
                    <a:pt x="524" y="119"/>
                    <a:pt x="524" y="119"/>
                  </a:cubicBezTo>
                  <a:cubicBezTo>
                    <a:pt x="522" y="156"/>
                    <a:pt x="513" y="328"/>
                    <a:pt x="513" y="328"/>
                  </a:cubicBezTo>
                  <a:cubicBezTo>
                    <a:pt x="513" y="328"/>
                    <a:pt x="513" y="328"/>
                    <a:pt x="513" y="328"/>
                  </a:cubicBezTo>
                  <a:cubicBezTo>
                    <a:pt x="513" y="328"/>
                    <a:pt x="513" y="328"/>
                    <a:pt x="513" y="328"/>
                  </a:cubicBezTo>
                  <a:cubicBezTo>
                    <a:pt x="512" y="341"/>
                    <a:pt x="516" y="352"/>
                    <a:pt x="522" y="362"/>
                  </a:cubicBezTo>
                  <a:cubicBezTo>
                    <a:pt x="522" y="362"/>
                    <a:pt x="522" y="362"/>
                    <a:pt x="522" y="362"/>
                  </a:cubicBezTo>
                  <a:cubicBezTo>
                    <a:pt x="522" y="362"/>
                    <a:pt x="618" y="512"/>
                    <a:pt x="618" y="512"/>
                  </a:cubicBezTo>
                  <a:cubicBezTo>
                    <a:pt x="635" y="537"/>
                    <a:pt x="668" y="543"/>
                    <a:pt x="693" y="526"/>
                  </a:cubicBezTo>
                  <a:cubicBezTo>
                    <a:pt x="718" y="509"/>
                    <a:pt x="724" y="476"/>
                    <a:pt x="707" y="451"/>
                  </a:cubicBezTo>
                  <a:cubicBezTo>
                    <a:pt x="707" y="451"/>
                    <a:pt x="621" y="317"/>
                    <a:pt x="621" y="3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112"/>
            <p:cNvSpPr>
              <a:spLocks/>
            </p:cNvSpPr>
            <p:nvPr/>
          </p:nvSpPr>
          <p:spPr bwMode="auto">
            <a:xfrm>
              <a:off x="11239501" y="785813"/>
              <a:ext cx="327025" cy="377825"/>
            </a:xfrm>
            <a:custGeom>
              <a:avLst/>
              <a:gdLst>
                <a:gd name="T0" fmla="*/ 73 w 320"/>
                <a:gd name="T1" fmla="*/ 74 h 370"/>
                <a:gd name="T2" fmla="*/ 116 w 320"/>
                <a:gd name="T3" fmla="*/ 103 h 370"/>
                <a:gd name="T4" fmla="*/ 98 w 320"/>
                <a:gd name="T5" fmla="*/ 114 h 370"/>
                <a:gd name="T6" fmla="*/ 64 w 320"/>
                <a:gd name="T7" fmla="*/ 295 h 370"/>
                <a:gd name="T8" fmla="*/ 246 w 320"/>
                <a:gd name="T9" fmla="*/ 329 h 370"/>
                <a:gd name="T10" fmla="*/ 280 w 320"/>
                <a:gd name="T11" fmla="*/ 148 h 370"/>
                <a:gd name="T12" fmla="*/ 143 w 320"/>
                <a:gd name="T13" fmla="*/ 94 h 370"/>
                <a:gd name="T14" fmla="*/ 66 w 320"/>
                <a:gd name="T15" fmla="*/ 2 h 370"/>
                <a:gd name="T16" fmla="*/ 0 w 320"/>
                <a:gd name="T17" fmla="*/ 88 h 370"/>
                <a:gd name="T18" fmla="*/ 73 w 320"/>
                <a:gd name="T19" fmla="*/ 74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0" h="370">
                  <a:moveTo>
                    <a:pt x="73" y="74"/>
                  </a:moveTo>
                  <a:cubicBezTo>
                    <a:pt x="92" y="79"/>
                    <a:pt x="107" y="90"/>
                    <a:pt x="116" y="103"/>
                  </a:cubicBezTo>
                  <a:cubicBezTo>
                    <a:pt x="110" y="106"/>
                    <a:pt x="104" y="110"/>
                    <a:pt x="98" y="114"/>
                  </a:cubicBezTo>
                  <a:cubicBezTo>
                    <a:pt x="39" y="154"/>
                    <a:pt x="24" y="235"/>
                    <a:pt x="64" y="295"/>
                  </a:cubicBezTo>
                  <a:cubicBezTo>
                    <a:pt x="105" y="354"/>
                    <a:pt x="186" y="370"/>
                    <a:pt x="246" y="329"/>
                  </a:cubicBezTo>
                  <a:cubicBezTo>
                    <a:pt x="305" y="288"/>
                    <a:pt x="320" y="207"/>
                    <a:pt x="280" y="148"/>
                  </a:cubicBezTo>
                  <a:cubicBezTo>
                    <a:pt x="249" y="102"/>
                    <a:pt x="194" y="83"/>
                    <a:pt x="143" y="94"/>
                  </a:cubicBezTo>
                  <a:cubicBezTo>
                    <a:pt x="142" y="48"/>
                    <a:pt x="113" y="0"/>
                    <a:pt x="66" y="2"/>
                  </a:cubicBezTo>
                  <a:cubicBezTo>
                    <a:pt x="9" y="5"/>
                    <a:pt x="0" y="88"/>
                    <a:pt x="0" y="88"/>
                  </a:cubicBezTo>
                  <a:cubicBezTo>
                    <a:pt x="28" y="63"/>
                    <a:pt x="57" y="70"/>
                    <a:pt x="73"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17" name="组合 116"/>
          <p:cNvGrpSpPr/>
          <p:nvPr/>
        </p:nvGrpSpPr>
        <p:grpSpPr>
          <a:xfrm>
            <a:off x="8175626" y="681037"/>
            <a:ext cx="1897063" cy="1338264"/>
            <a:chOff x="8175626" y="681037"/>
            <a:chExt cx="1897063" cy="1338264"/>
          </a:xfrm>
          <a:solidFill>
            <a:schemeClr val="tx1">
              <a:lumMod val="65000"/>
              <a:lumOff val="35000"/>
            </a:schemeClr>
          </a:solidFill>
        </p:grpSpPr>
        <p:sp>
          <p:nvSpPr>
            <p:cNvPr id="118" name="Freeform 113"/>
            <p:cNvSpPr>
              <a:spLocks/>
            </p:cNvSpPr>
            <p:nvPr/>
          </p:nvSpPr>
          <p:spPr bwMode="auto">
            <a:xfrm>
              <a:off x="8788401" y="1217613"/>
              <a:ext cx="230188" cy="73025"/>
            </a:xfrm>
            <a:custGeom>
              <a:avLst/>
              <a:gdLst>
                <a:gd name="T0" fmla="*/ 226 w 226"/>
                <a:gd name="T1" fmla="*/ 33 h 72"/>
                <a:gd name="T2" fmla="*/ 168 w 226"/>
                <a:gd name="T3" fmla="*/ 33 h 72"/>
                <a:gd name="T4" fmla="*/ 173 w 226"/>
                <a:gd name="T5" fmla="*/ 25 h 72"/>
                <a:gd name="T6" fmla="*/ 86 w 226"/>
                <a:gd name="T7" fmla="*/ 0 h 72"/>
                <a:gd name="T8" fmla="*/ 0 w 226"/>
                <a:gd name="T9" fmla="*/ 21 h 72"/>
                <a:gd name="T10" fmla="*/ 18 w 226"/>
                <a:gd name="T11" fmla="*/ 59 h 72"/>
                <a:gd name="T12" fmla="*/ 226 w 226"/>
                <a:gd name="T13" fmla="*/ 33 h 72"/>
              </a:gdLst>
              <a:ahLst/>
              <a:cxnLst>
                <a:cxn ang="0">
                  <a:pos x="T0" y="T1"/>
                </a:cxn>
                <a:cxn ang="0">
                  <a:pos x="T2" y="T3"/>
                </a:cxn>
                <a:cxn ang="0">
                  <a:pos x="T4" y="T5"/>
                </a:cxn>
                <a:cxn ang="0">
                  <a:pos x="T6" y="T7"/>
                </a:cxn>
                <a:cxn ang="0">
                  <a:pos x="T8" y="T9"/>
                </a:cxn>
                <a:cxn ang="0">
                  <a:pos x="T10" y="T11"/>
                </a:cxn>
                <a:cxn ang="0">
                  <a:pos x="T12" y="T13"/>
                </a:cxn>
              </a:cxnLst>
              <a:rect l="0" t="0" r="r" b="b"/>
              <a:pathLst>
                <a:path w="226" h="72">
                  <a:moveTo>
                    <a:pt x="226" y="33"/>
                  </a:moveTo>
                  <a:cubicBezTo>
                    <a:pt x="168" y="33"/>
                    <a:pt x="168" y="33"/>
                    <a:pt x="168" y="33"/>
                  </a:cubicBezTo>
                  <a:cubicBezTo>
                    <a:pt x="171" y="30"/>
                    <a:pt x="173" y="28"/>
                    <a:pt x="173" y="25"/>
                  </a:cubicBezTo>
                  <a:cubicBezTo>
                    <a:pt x="173" y="11"/>
                    <a:pt x="134" y="0"/>
                    <a:pt x="86" y="0"/>
                  </a:cubicBezTo>
                  <a:cubicBezTo>
                    <a:pt x="42" y="0"/>
                    <a:pt x="6" y="9"/>
                    <a:pt x="0" y="21"/>
                  </a:cubicBezTo>
                  <a:cubicBezTo>
                    <a:pt x="9" y="32"/>
                    <a:pt x="16" y="44"/>
                    <a:pt x="18" y="59"/>
                  </a:cubicBezTo>
                  <a:cubicBezTo>
                    <a:pt x="88" y="72"/>
                    <a:pt x="170" y="64"/>
                    <a:pt x="226"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114"/>
            <p:cNvSpPr>
              <a:spLocks/>
            </p:cNvSpPr>
            <p:nvPr/>
          </p:nvSpPr>
          <p:spPr bwMode="auto">
            <a:xfrm>
              <a:off x="8828088" y="1087438"/>
              <a:ext cx="109538" cy="96838"/>
            </a:xfrm>
            <a:custGeom>
              <a:avLst/>
              <a:gdLst>
                <a:gd name="T0" fmla="*/ 45 w 107"/>
                <a:gd name="T1" fmla="*/ 96 h 96"/>
                <a:gd name="T2" fmla="*/ 55 w 107"/>
                <a:gd name="T3" fmla="*/ 0 h 96"/>
                <a:gd name="T4" fmla="*/ 45 w 107"/>
                <a:gd name="T5" fmla="*/ 96 h 96"/>
              </a:gdLst>
              <a:ahLst/>
              <a:cxnLst>
                <a:cxn ang="0">
                  <a:pos x="T0" y="T1"/>
                </a:cxn>
                <a:cxn ang="0">
                  <a:pos x="T2" y="T3"/>
                </a:cxn>
                <a:cxn ang="0">
                  <a:pos x="T4" y="T5"/>
                </a:cxn>
              </a:cxnLst>
              <a:rect l="0" t="0" r="r" b="b"/>
              <a:pathLst>
                <a:path w="107" h="96">
                  <a:moveTo>
                    <a:pt x="45" y="96"/>
                  </a:moveTo>
                  <a:cubicBezTo>
                    <a:pt x="107" y="48"/>
                    <a:pt x="25" y="37"/>
                    <a:pt x="55" y="0"/>
                  </a:cubicBezTo>
                  <a:cubicBezTo>
                    <a:pt x="0" y="48"/>
                    <a:pt x="88" y="55"/>
                    <a:pt x="45"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115"/>
            <p:cNvSpPr>
              <a:spLocks/>
            </p:cNvSpPr>
            <p:nvPr/>
          </p:nvSpPr>
          <p:spPr bwMode="auto">
            <a:xfrm>
              <a:off x="8826501" y="1144588"/>
              <a:ext cx="76200" cy="68263"/>
            </a:xfrm>
            <a:custGeom>
              <a:avLst/>
              <a:gdLst>
                <a:gd name="T0" fmla="*/ 43 w 74"/>
                <a:gd name="T1" fmla="*/ 66 h 66"/>
                <a:gd name="T2" fmla="*/ 36 w 74"/>
                <a:gd name="T3" fmla="*/ 0 h 66"/>
                <a:gd name="T4" fmla="*/ 43 w 74"/>
                <a:gd name="T5" fmla="*/ 66 h 66"/>
              </a:gdLst>
              <a:ahLst/>
              <a:cxnLst>
                <a:cxn ang="0">
                  <a:pos x="T0" y="T1"/>
                </a:cxn>
                <a:cxn ang="0">
                  <a:pos x="T2" y="T3"/>
                </a:cxn>
                <a:cxn ang="0">
                  <a:pos x="T4" y="T5"/>
                </a:cxn>
              </a:cxnLst>
              <a:rect l="0" t="0" r="r" b="b"/>
              <a:pathLst>
                <a:path w="74" h="66">
                  <a:moveTo>
                    <a:pt x="43" y="66"/>
                  </a:moveTo>
                  <a:cubicBezTo>
                    <a:pt x="13" y="38"/>
                    <a:pt x="74" y="33"/>
                    <a:pt x="36" y="0"/>
                  </a:cubicBezTo>
                  <a:cubicBezTo>
                    <a:pt x="56" y="25"/>
                    <a:pt x="0" y="33"/>
                    <a:pt x="43" y="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116"/>
            <p:cNvSpPr>
              <a:spLocks/>
            </p:cNvSpPr>
            <p:nvPr/>
          </p:nvSpPr>
          <p:spPr bwMode="auto">
            <a:xfrm>
              <a:off x="9715501" y="1104900"/>
              <a:ext cx="342900" cy="225425"/>
            </a:xfrm>
            <a:custGeom>
              <a:avLst/>
              <a:gdLst>
                <a:gd name="T0" fmla="*/ 109 w 335"/>
                <a:gd name="T1" fmla="*/ 222 h 222"/>
                <a:gd name="T2" fmla="*/ 217 w 335"/>
                <a:gd name="T3" fmla="*/ 114 h 222"/>
                <a:gd name="T4" fmla="*/ 212 w 335"/>
                <a:gd name="T5" fmla="*/ 80 h 222"/>
                <a:gd name="T6" fmla="*/ 246 w 335"/>
                <a:gd name="T7" fmla="*/ 80 h 222"/>
                <a:gd name="T8" fmla="*/ 306 w 335"/>
                <a:gd name="T9" fmla="*/ 125 h 222"/>
                <a:gd name="T10" fmla="*/ 285 w 335"/>
                <a:gd name="T11" fmla="*/ 19 h 222"/>
                <a:gd name="T12" fmla="*/ 191 w 335"/>
                <a:gd name="T13" fmla="*/ 43 h 222"/>
                <a:gd name="T14" fmla="*/ 109 w 335"/>
                <a:gd name="T15" fmla="*/ 5 h 222"/>
                <a:gd name="T16" fmla="*/ 0 w 335"/>
                <a:gd name="T17" fmla="*/ 114 h 222"/>
                <a:gd name="T18" fmla="*/ 109 w 335"/>
                <a:gd name="T19" fmla="*/ 22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5" h="222">
                  <a:moveTo>
                    <a:pt x="109" y="222"/>
                  </a:moveTo>
                  <a:cubicBezTo>
                    <a:pt x="169" y="222"/>
                    <a:pt x="217" y="174"/>
                    <a:pt x="217" y="114"/>
                  </a:cubicBezTo>
                  <a:cubicBezTo>
                    <a:pt x="217" y="102"/>
                    <a:pt x="216" y="91"/>
                    <a:pt x="212" y="80"/>
                  </a:cubicBezTo>
                  <a:cubicBezTo>
                    <a:pt x="223" y="77"/>
                    <a:pt x="234" y="77"/>
                    <a:pt x="246" y="80"/>
                  </a:cubicBezTo>
                  <a:cubicBezTo>
                    <a:pt x="263" y="84"/>
                    <a:pt x="292" y="90"/>
                    <a:pt x="306" y="125"/>
                  </a:cubicBezTo>
                  <a:cubicBezTo>
                    <a:pt x="306" y="125"/>
                    <a:pt x="335" y="47"/>
                    <a:pt x="285" y="19"/>
                  </a:cubicBezTo>
                  <a:cubicBezTo>
                    <a:pt x="252" y="0"/>
                    <a:pt x="216" y="15"/>
                    <a:pt x="191" y="43"/>
                  </a:cubicBezTo>
                  <a:cubicBezTo>
                    <a:pt x="171" y="20"/>
                    <a:pt x="142" y="5"/>
                    <a:pt x="109" y="5"/>
                  </a:cubicBezTo>
                  <a:cubicBezTo>
                    <a:pt x="49" y="5"/>
                    <a:pt x="0" y="54"/>
                    <a:pt x="0" y="114"/>
                  </a:cubicBezTo>
                  <a:cubicBezTo>
                    <a:pt x="0" y="174"/>
                    <a:pt x="49" y="222"/>
                    <a:pt x="109" y="2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117"/>
            <p:cNvSpPr>
              <a:spLocks/>
            </p:cNvSpPr>
            <p:nvPr/>
          </p:nvSpPr>
          <p:spPr bwMode="auto">
            <a:xfrm>
              <a:off x="9501188" y="1347788"/>
              <a:ext cx="400050" cy="560388"/>
            </a:xfrm>
            <a:custGeom>
              <a:avLst/>
              <a:gdLst>
                <a:gd name="T0" fmla="*/ 304 w 391"/>
                <a:gd name="T1" fmla="*/ 363 h 548"/>
                <a:gd name="T2" fmla="*/ 391 w 391"/>
                <a:gd name="T3" fmla="*/ 275 h 548"/>
                <a:gd name="T4" fmla="*/ 390 w 391"/>
                <a:gd name="T5" fmla="*/ 72 h 548"/>
                <a:gd name="T6" fmla="*/ 389 w 391"/>
                <a:gd name="T7" fmla="*/ 66 h 548"/>
                <a:gd name="T8" fmla="*/ 316 w 391"/>
                <a:gd name="T9" fmla="*/ 0 h 548"/>
                <a:gd name="T10" fmla="*/ 245 w 391"/>
                <a:gd name="T11" fmla="*/ 55 h 548"/>
                <a:gd name="T12" fmla="*/ 269 w 391"/>
                <a:gd name="T13" fmla="*/ 46 h 548"/>
                <a:gd name="T14" fmla="*/ 283 w 391"/>
                <a:gd name="T15" fmla="*/ 51 h 548"/>
                <a:gd name="T16" fmla="*/ 283 w 391"/>
                <a:gd name="T17" fmla="*/ 51 h 548"/>
                <a:gd name="T18" fmla="*/ 171 w 391"/>
                <a:gd name="T19" fmla="*/ 97 h 548"/>
                <a:gd name="T20" fmla="*/ 39 w 391"/>
                <a:gd name="T21" fmla="*/ 97 h 548"/>
                <a:gd name="T22" fmla="*/ 39 w 391"/>
                <a:gd name="T23" fmla="*/ 98 h 548"/>
                <a:gd name="T24" fmla="*/ 0 w 391"/>
                <a:gd name="T25" fmla="*/ 136 h 548"/>
                <a:gd name="T26" fmla="*/ 39 w 391"/>
                <a:gd name="T27" fmla="*/ 175 h 548"/>
                <a:gd name="T28" fmla="*/ 39 w 391"/>
                <a:gd name="T29" fmla="*/ 175 h 548"/>
                <a:gd name="T30" fmla="*/ 178 w 391"/>
                <a:gd name="T31" fmla="*/ 175 h 548"/>
                <a:gd name="T32" fmla="*/ 178 w 391"/>
                <a:gd name="T33" fmla="*/ 175 h 548"/>
                <a:gd name="T34" fmla="*/ 178 w 391"/>
                <a:gd name="T35" fmla="*/ 175 h 548"/>
                <a:gd name="T36" fmla="*/ 178 w 391"/>
                <a:gd name="T37" fmla="*/ 175 h 548"/>
                <a:gd name="T38" fmla="*/ 179 w 391"/>
                <a:gd name="T39" fmla="*/ 175 h 548"/>
                <a:gd name="T40" fmla="*/ 179 w 391"/>
                <a:gd name="T41" fmla="*/ 175 h 548"/>
                <a:gd name="T42" fmla="*/ 179 w 391"/>
                <a:gd name="T43" fmla="*/ 175 h 548"/>
                <a:gd name="T44" fmla="*/ 186 w 391"/>
                <a:gd name="T45" fmla="*/ 174 h 548"/>
                <a:gd name="T46" fmla="*/ 194 w 391"/>
                <a:gd name="T47" fmla="*/ 172 h 548"/>
                <a:gd name="T48" fmla="*/ 325 w 391"/>
                <a:gd name="T49" fmla="*/ 118 h 548"/>
                <a:gd name="T50" fmla="*/ 325 w 391"/>
                <a:gd name="T51" fmla="*/ 118 h 548"/>
                <a:gd name="T52" fmla="*/ 325 w 391"/>
                <a:gd name="T53" fmla="*/ 118 h 548"/>
                <a:gd name="T54" fmla="*/ 326 w 391"/>
                <a:gd name="T55" fmla="*/ 118 h 548"/>
                <a:gd name="T56" fmla="*/ 329 w 391"/>
                <a:gd name="T57" fmla="*/ 116 h 548"/>
                <a:gd name="T58" fmla="*/ 329 w 391"/>
                <a:gd name="T59" fmla="*/ 117 h 548"/>
                <a:gd name="T60" fmla="*/ 323 w 391"/>
                <a:gd name="T61" fmla="*/ 131 h 548"/>
                <a:gd name="T62" fmla="*/ 242 w 391"/>
                <a:gd name="T63" fmla="*/ 164 h 548"/>
                <a:gd name="T64" fmla="*/ 242 w 391"/>
                <a:gd name="T65" fmla="*/ 257 h 548"/>
                <a:gd name="T66" fmla="*/ 115 w 391"/>
                <a:gd name="T67" fmla="*/ 257 h 548"/>
                <a:gd name="T68" fmla="*/ 63 w 391"/>
                <a:gd name="T69" fmla="*/ 307 h 548"/>
                <a:gd name="T70" fmla="*/ 63 w 391"/>
                <a:gd name="T71" fmla="*/ 497 h 548"/>
                <a:gd name="T72" fmla="*/ 113 w 391"/>
                <a:gd name="T73" fmla="*/ 548 h 548"/>
                <a:gd name="T74" fmla="*/ 164 w 391"/>
                <a:gd name="T75" fmla="*/ 497 h 548"/>
                <a:gd name="T76" fmla="*/ 164 w 391"/>
                <a:gd name="T77" fmla="*/ 366 h 548"/>
                <a:gd name="T78" fmla="*/ 164 w 391"/>
                <a:gd name="T79" fmla="*/ 363 h 548"/>
                <a:gd name="T80" fmla="*/ 304 w 391"/>
                <a:gd name="T81" fmla="*/ 363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91" h="548">
                  <a:moveTo>
                    <a:pt x="304" y="363"/>
                  </a:moveTo>
                  <a:cubicBezTo>
                    <a:pt x="371" y="362"/>
                    <a:pt x="390" y="318"/>
                    <a:pt x="391" y="275"/>
                  </a:cubicBezTo>
                  <a:cubicBezTo>
                    <a:pt x="391" y="240"/>
                    <a:pt x="390" y="77"/>
                    <a:pt x="390" y="72"/>
                  </a:cubicBezTo>
                  <a:cubicBezTo>
                    <a:pt x="390" y="70"/>
                    <a:pt x="390" y="68"/>
                    <a:pt x="389" y="66"/>
                  </a:cubicBezTo>
                  <a:cubicBezTo>
                    <a:pt x="385" y="29"/>
                    <a:pt x="354" y="0"/>
                    <a:pt x="316" y="0"/>
                  </a:cubicBezTo>
                  <a:cubicBezTo>
                    <a:pt x="282" y="0"/>
                    <a:pt x="253" y="24"/>
                    <a:pt x="245" y="55"/>
                  </a:cubicBezTo>
                  <a:cubicBezTo>
                    <a:pt x="269" y="46"/>
                    <a:pt x="269" y="46"/>
                    <a:pt x="269" y="46"/>
                  </a:cubicBezTo>
                  <a:cubicBezTo>
                    <a:pt x="274" y="43"/>
                    <a:pt x="281" y="46"/>
                    <a:pt x="283" y="51"/>
                  </a:cubicBezTo>
                  <a:cubicBezTo>
                    <a:pt x="283" y="51"/>
                    <a:pt x="283" y="51"/>
                    <a:pt x="283" y="51"/>
                  </a:cubicBezTo>
                  <a:cubicBezTo>
                    <a:pt x="171" y="97"/>
                    <a:pt x="171" y="97"/>
                    <a:pt x="171" y="97"/>
                  </a:cubicBezTo>
                  <a:cubicBezTo>
                    <a:pt x="39" y="97"/>
                    <a:pt x="39" y="97"/>
                    <a:pt x="39" y="97"/>
                  </a:cubicBezTo>
                  <a:cubicBezTo>
                    <a:pt x="39" y="98"/>
                    <a:pt x="39" y="98"/>
                    <a:pt x="39" y="98"/>
                  </a:cubicBezTo>
                  <a:cubicBezTo>
                    <a:pt x="17" y="98"/>
                    <a:pt x="0" y="115"/>
                    <a:pt x="0" y="136"/>
                  </a:cubicBezTo>
                  <a:cubicBezTo>
                    <a:pt x="0" y="158"/>
                    <a:pt x="17" y="175"/>
                    <a:pt x="39" y="175"/>
                  </a:cubicBezTo>
                  <a:cubicBezTo>
                    <a:pt x="39" y="175"/>
                    <a:pt x="39" y="175"/>
                    <a:pt x="39" y="175"/>
                  </a:cubicBezTo>
                  <a:cubicBezTo>
                    <a:pt x="178" y="175"/>
                    <a:pt x="178" y="175"/>
                    <a:pt x="178" y="175"/>
                  </a:cubicBezTo>
                  <a:cubicBezTo>
                    <a:pt x="178" y="175"/>
                    <a:pt x="178" y="175"/>
                    <a:pt x="178" y="175"/>
                  </a:cubicBezTo>
                  <a:cubicBezTo>
                    <a:pt x="178" y="175"/>
                    <a:pt x="178" y="175"/>
                    <a:pt x="178" y="175"/>
                  </a:cubicBezTo>
                  <a:cubicBezTo>
                    <a:pt x="178" y="175"/>
                    <a:pt x="178" y="175"/>
                    <a:pt x="178" y="175"/>
                  </a:cubicBezTo>
                  <a:cubicBezTo>
                    <a:pt x="179" y="175"/>
                    <a:pt x="179" y="175"/>
                    <a:pt x="179" y="175"/>
                  </a:cubicBezTo>
                  <a:cubicBezTo>
                    <a:pt x="179" y="175"/>
                    <a:pt x="179" y="175"/>
                    <a:pt x="179" y="175"/>
                  </a:cubicBezTo>
                  <a:cubicBezTo>
                    <a:pt x="179" y="175"/>
                    <a:pt x="179" y="175"/>
                    <a:pt x="179" y="175"/>
                  </a:cubicBezTo>
                  <a:cubicBezTo>
                    <a:pt x="181" y="175"/>
                    <a:pt x="184" y="175"/>
                    <a:pt x="186" y="174"/>
                  </a:cubicBezTo>
                  <a:cubicBezTo>
                    <a:pt x="189" y="174"/>
                    <a:pt x="191" y="173"/>
                    <a:pt x="194" y="172"/>
                  </a:cubicBezTo>
                  <a:cubicBezTo>
                    <a:pt x="325" y="118"/>
                    <a:pt x="325" y="118"/>
                    <a:pt x="325" y="118"/>
                  </a:cubicBezTo>
                  <a:cubicBezTo>
                    <a:pt x="325" y="118"/>
                    <a:pt x="325" y="118"/>
                    <a:pt x="325" y="118"/>
                  </a:cubicBezTo>
                  <a:cubicBezTo>
                    <a:pt x="325" y="118"/>
                    <a:pt x="325" y="118"/>
                    <a:pt x="325" y="118"/>
                  </a:cubicBezTo>
                  <a:cubicBezTo>
                    <a:pt x="326" y="118"/>
                    <a:pt x="326" y="118"/>
                    <a:pt x="326" y="118"/>
                  </a:cubicBezTo>
                  <a:cubicBezTo>
                    <a:pt x="327" y="117"/>
                    <a:pt x="328" y="117"/>
                    <a:pt x="329" y="116"/>
                  </a:cubicBezTo>
                  <a:cubicBezTo>
                    <a:pt x="329" y="116"/>
                    <a:pt x="329" y="116"/>
                    <a:pt x="329" y="117"/>
                  </a:cubicBezTo>
                  <a:cubicBezTo>
                    <a:pt x="331" y="122"/>
                    <a:pt x="329" y="128"/>
                    <a:pt x="323" y="131"/>
                  </a:cubicBezTo>
                  <a:cubicBezTo>
                    <a:pt x="242" y="164"/>
                    <a:pt x="242" y="164"/>
                    <a:pt x="242" y="164"/>
                  </a:cubicBezTo>
                  <a:cubicBezTo>
                    <a:pt x="242" y="210"/>
                    <a:pt x="242" y="257"/>
                    <a:pt x="242" y="257"/>
                  </a:cubicBezTo>
                  <a:cubicBezTo>
                    <a:pt x="115" y="257"/>
                    <a:pt x="115" y="257"/>
                    <a:pt x="115" y="257"/>
                  </a:cubicBezTo>
                  <a:cubicBezTo>
                    <a:pt x="87" y="257"/>
                    <a:pt x="64" y="279"/>
                    <a:pt x="63" y="307"/>
                  </a:cubicBezTo>
                  <a:cubicBezTo>
                    <a:pt x="63" y="497"/>
                    <a:pt x="63" y="497"/>
                    <a:pt x="63" y="497"/>
                  </a:cubicBezTo>
                  <a:cubicBezTo>
                    <a:pt x="63" y="525"/>
                    <a:pt x="86" y="548"/>
                    <a:pt x="113" y="548"/>
                  </a:cubicBezTo>
                  <a:cubicBezTo>
                    <a:pt x="141" y="548"/>
                    <a:pt x="164" y="525"/>
                    <a:pt x="164" y="497"/>
                  </a:cubicBezTo>
                  <a:cubicBezTo>
                    <a:pt x="164" y="366"/>
                    <a:pt x="164" y="366"/>
                    <a:pt x="164" y="366"/>
                  </a:cubicBezTo>
                  <a:cubicBezTo>
                    <a:pt x="164" y="365"/>
                    <a:pt x="164" y="364"/>
                    <a:pt x="164" y="363"/>
                  </a:cubicBezTo>
                  <a:lnTo>
                    <a:pt x="304" y="3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18"/>
            <p:cNvSpPr>
              <a:spLocks/>
            </p:cNvSpPr>
            <p:nvPr/>
          </p:nvSpPr>
          <p:spPr bwMode="auto">
            <a:xfrm>
              <a:off x="9266238" y="1508125"/>
              <a:ext cx="195263" cy="28575"/>
            </a:xfrm>
            <a:custGeom>
              <a:avLst/>
              <a:gdLst>
                <a:gd name="T0" fmla="*/ 190 w 190"/>
                <a:gd name="T1" fmla="*/ 0 h 28"/>
                <a:gd name="T2" fmla="*/ 0 w 190"/>
                <a:gd name="T3" fmla="*/ 0 h 28"/>
                <a:gd name="T4" fmla="*/ 190 w 190"/>
                <a:gd name="T5" fmla="*/ 0 h 28"/>
              </a:gdLst>
              <a:ahLst/>
              <a:cxnLst>
                <a:cxn ang="0">
                  <a:pos x="T0" y="T1"/>
                </a:cxn>
                <a:cxn ang="0">
                  <a:pos x="T2" y="T3"/>
                </a:cxn>
                <a:cxn ang="0">
                  <a:pos x="T4" y="T5"/>
                </a:cxn>
              </a:cxnLst>
              <a:rect l="0" t="0" r="r" b="b"/>
              <a:pathLst>
                <a:path w="190" h="28">
                  <a:moveTo>
                    <a:pt x="190" y="0"/>
                  </a:moveTo>
                  <a:cubicBezTo>
                    <a:pt x="0" y="0"/>
                    <a:pt x="0" y="0"/>
                    <a:pt x="0" y="0"/>
                  </a:cubicBezTo>
                  <a:cubicBezTo>
                    <a:pt x="53" y="28"/>
                    <a:pt x="137" y="28"/>
                    <a:pt x="19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119"/>
            <p:cNvSpPr>
              <a:spLocks/>
            </p:cNvSpPr>
            <p:nvPr/>
          </p:nvSpPr>
          <p:spPr bwMode="auto">
            <a:xfrm>
              <a:off x="8774113" y="1538288"/>
              <a:ext cx="823913" cy="481013"/>
            </a:xfrm>
            <a:custGeom>
              <a:avLst/>
              <a:gdLst>
                <a:gd name="T0" fmla="*/ 417 w 807"/>
                <a:gd name="T1" fmla="*/ 40 h 471"/>
                <a:gd name="T2" fmla="*/ 787 w 807"/>
                <a:gd name="T3" fmla="*/ 40 h 471"/>
                <a:gd name="T4" fmla="*/ 807 w 807"/>
                <a:gd name="T5" fmla="*/ 20 h 471"/>
                <a:gd name="T6" fmla="*/ 787 w 807"/>
                <a:gd name="T7" fmla="*/ 0 h 471"/>
                <a:gd name="T8" fmla="*/ 20 w 807"/>
                <a:gd name="T9" fmla="*/ 0 h 471"/>
                <a:gd name="T10" fmla="*/ 0 w 807"/>
                <a:gd name="T11" fmla="*/ 20 h 471"/>
                <a:gd name="T12" fmla="*/ 20 w 807"/>
                <a:gd name="T13" fmla="*/ 40 h 471"/>
                <a:gd name="T14" fmla="*/ 390 w 807"/>
                <a:gd name="T15" fmla="*/ 40 h 471"/>
                <a:gd name="T16" fmla="*/ 390 w 807"/>
                <a:gd name="T17" fmla="*/ 430 h 471"/>
                <a:gd name="T18" fmla="*/ 167 w 807"/>
                <a:gd name="T19" fmla="*/ 471 h 471"/>
                <a:gd name="T20" fmla="*/ 640 w 807"/>
                <a:gd name="T21" fmla="*/ 471 h 471"/>
                <a:gd name="T22" fmla="*/ 417 w 807"/>
                <a:gd name="T23" fmla="*/ 430 h 471"/>
                <a:gd name="T24" fmla="*/ 417 w 807"/>
                <a:gd name="T25" fmla="*/ 40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7" h="471">
                  <a:moveTo>
                    <a:pt x="417" y="40"/>
                  </a:moveTo>
                  <a:cubicBezTo>
                    <a:pt x="787" y="40"/>
                    <a:pt x="787" y="40"/>
                    <a:pt x="787" y="40"/>
                  </a:cubicBezTo>
                  <a:cubicBezTo>
                    <a:pt x="798" y="40"/>
                    <a:pt x="807" y="31"/>
                    <a:pt x="807" y="20"/>
                  </a:cubicBezTo>
                  <a:cubicBezTo>
                    <a:pt x="807" y="9"/>
                    <a:pt x="798" y="0"/>
                    <a:pt x="787" y="0"/>
                  </a:cubicBezTo>
                  <a:cubicBezTo>
                    <a:pt x="20" y="0"/>
                    <a:pt x="20" y="0"/>
                    <a:pt x="20" y="0"/>
                  </a:cubicBezTo>
                  <a:cubicBezTo>
                    <a:pt x="9" y="0"/>
                    <a:pt x="0" y="9"/>
                    <a:pt x="0" y="20"/>
                  </a:cubicBezTo>
                  <a:cubicBezTo>
                    <a:pt x="0" y="31"/>
                    <a:pt x="9" y="40"/>
                    <a:pt x="20" y="40"/>
                  </a:cubicBezTo>
                  <a:cubicBezTo>
                    <a:pt x="390" y="40"/>
                    <a:pt x="390" y="40"/>
                    <a:pt x="390" y="40"/>
                  </a:cubicBezTo>
                  <a:cubicBezTo>
                    <a:pt x="390" y="430"/>
                    <a:pt x="390" y="430"/>
                    <a:pt x="390" y="430"/>
                  </a:cubicBezTo>
                  <a:cubicBezTo>
                    <a:pt x="309" y="431"/>
                    <a:pt x="229" y="445"/>
                    <a:pt x="167" y="471"/>
                  </a:cubicBezTo>
                  <a:cubicBezTo>
                    <a:pt x="640" y="471"/>
                    <a:pt x="640" y="471"/>
                    <a:pt x="640" y="471"/>
                  </a:cubicBezTo>
                  <a:cubicBezTo>
                    <a:pt x="578" y="445"/>
                    <a:pt x="498" y="431"/>
                    <a:pt x="417" y="430"/>
                  </a:cubicBezTo>
                  <a:lnTo>
                    <a:pt x="417"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120"/>
            <p:cNvSpPr>
              <a:spLocks/>
            </p:cNvSpPr>
            <p:nvPr/>
          </p:nvSpPr>
          <p:spPr bwMode="auto">
            <a:xfrm>
              <a:off x="9120188" y="1416050"/>
              <a:ext cx="117475" cy="115888"/>
            </a:xfrm>
            <a:custGeom>
              <a:avLst/>
              <a:gdLst>
                <a:gd name="T0" fmla="*/ 57 w 115"/>
                <a:gd name="T1" fmla="*/ 114 h 114"/>
                <a:gd name="T2" fmla="*/ 84 w 115"/>
                <a:gd name="T3" fmla="*/ 46 h 114"/>
                <a:gd name="T4" fmla="*/ 82 w 115"/>
                <a:gd name="T5" fmla="*/ 16 h 114"/>
                <a:gd name="T6" fmla="*/ 82 w 115"/>
                <a:gd name="T7" fmla="*/ 0 h 114"/>
                <a:gd name="T8" fmla="*/ 32 w 115"/>
                <a:gd name="T9" fmla="*/ 0 h 114"/>
                <a:gd name="T10" fmla="*/ 32 w 115"/>
                <a:gd name="T11" fmla="*/ 16 h 114"/>
                <a:gd name="T12" fmla="*/ 30 w 115"/>
                <a:gd name="T13" fmla="*/ 46 h 114"/>
                <a:gd name="T14" fmla="*/ 57 w 115"/>
                <a:gd name="T15" fmla="*/ 114 h 1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5" h="114">
                  <a:moveTo>
                    <a:pt x="57" y="114"/>
                  </a:moveTo>
                  <a:cubicBezTo>
                    <a:pt x="90" y="114"/>
                    <a:pt x="115" y="76"/>
                    <a:pt x="84" y="46"/>
                  </a:cubicBezTo>
                  <a:cubicBezTo>
                    <a:pt x="65" y="28"/>
                    <a:pt x="83" y="16"/>
                    <a:pt x="82" y="16"/>
                  </a:cubicBezTo>
                  <a:cubicBezTo>
                    <a:pt x="99" y="5"/>
                    <a:pt x="82" y="0"/>
                    <a:pt x="82" y="0"/>
                  </a:cubicBezTo>
                  <a:cubicBezTo>
                    <a:pt x="32" y="0"/>
                    <a:pt x="32" y="0"/>
                    <a:pt x="32" y="0"/>
                  </a:cubicBezTo>
                  <a:cubicBezTo>
                    <a:pt x="32" y="0"/>
                    <a:pt x="16" y="5"/>
                    <a:pt x="32" y="16"/>
                  </a:cubicBezTo>
                  <a:cubicBezTo>
                    <a:pt x="31" y="16"/>
                    <a:pt x="49" y="28"/>
                    <a:pt x="30" y="46"/>
                  </a:cubicBezTo>
                  <a:cubicBezTo>
                    <a:pt x="0" y="76"/>
                    <a:pt x="25" y="114"/>
                    <a:pt x="57" y="1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121"/>
            <p:cNvSpPr>
              <a:spLocks/>
            </p:cNvSpPr>
            <p:nvPr/>
          </p:nvSpPr>
          <p:spPr bwMode="auto">
            <a:xfrm>
              <a:off x="9191626" y="1298575"/>
              <a:ext cx="42863" cy="34925"/>
            </a:xfrm>
            <a:custGeom>
              <a:avLst/>
              <a:gdLst>
                <a:gd name="T0" fmla="*/ 16 w 42"/>
                <a:gd name="T1" fmla="*/ 33 h 35"/>
                <a:gd name="T2" fmla="*/ 25 w 42"/>
                <a:gd name="T3" fmla="*/ 35 h 35"/>
                <a:gd name="T4" fmla="*/ 39 w 42"/>
                <a:gd name="T5" fmla="*/ 27 h 35"/>
                <a:gd name="T6" fmla="*/ 41 w 42"/>
                <a:gd name="T7" fmla="*/ 14 h 35"/>
                <a:gd name="T8" fmla="*/ 34 w 42"/>
                <a:gd name="T9" fmla="*/ 4 h 35"/>
                <a:gd name="T10" fmla="*/ 15 w 42"/>
                <a:gd name="T11" fmla="*/ 0 h 35"/>
                <a:gd name="T12" fmla="*/ 1 w 42"/>
                <a:gd name="T13" fmla="*/ 5 h 35"/>
                <a:gd name="T14" fmla="*/ 4 w 42"/>
                <a:gd name="T15" fmla="*/ 20 h 35"/>
                <a:gd name="T16" fmla="*/ 16 w 42"/>
                <a:gd name="T17" fmla="*/ 3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35">
                  <a:moveTo>
                    <a:pt x="16" y="33"/>
                  </a:moveTo>
                  <a:cubicBezTo>
                    <a:pt x="19" y="35"/>
                    <a:pt x="22" y="35"/>
                    <a:pt x="25" y="35"/>
                  </a:cubicBezTo>
                  <a:cubicBezTo>
                    <a:pt x="31" y="35"/>
                    <a:pt x="36" y="32"/>
                    <a:pt x="39" y="27"/>
                  </a:cubicBezTo>
                  <a:cubicBezTo>
                    <a:pt x="42" y="23"/>
                    <a:pt x="42" y="19"/>
                    <a:pt x="41" y="14"/>
                  </a:cubicBezTo>
                  <a:cubicBezTo>
                    <a:pt x="40" y="10"/>
                    <a:pt x="37" y="6"/>
                    <a:pt x="34" y="4"/>
                  </a:cubicBezTo>
                  <a:cubicBezTo>
                    <a:pt x="29" y="2"/>
                    <a:pt x="22" y="0"/>
                    <a:pt x="15" y="0"/>
                  </a:cubicBezTo>
                  <a:cubicBezTo>
                    <a:pt x="8" y="0"/>
                    <a:pt x="3" y="2"/>
                    <a:pt x="1" y="5"/>
                  </a:cubicBezTo>
                  <a:cubicBezTo>
                    <a:pt x="0" y="8"/>
                    <a:pt x="0" y="13"/>
                    <a:pt x="4" y="20"/>
                  </a:cubicBezTo>
                  <a:cubicBezTo>
                    <a:pt x="7" y="25"/>
                    <a:pt x="12" y="31"/>
                    <a:pt x="16"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122"/>
            <p:cNvSpPr>
              <a:spLocks/>
            </p:cNvSpPr>
            <p:nvPr/>
          </p:nvSpPr>
          <p:spPr bwMode="auto">
            <a:xfrm>
              <a:off x="9123363" y="1255713"/>
              <a:ext cx="46038" cy="36513"/>
            </a:xfrm>
            <a:custGeom>
              <a:avLst/>
              <a:gdLst>
                <a:gd name="T0" fmla="*/ 11 w 45"/>
                <a:gd name="T1" fmla="*/ 32 h 36"/>
                <a:gd name="T2" fmla="*/ 29 w 45"/>
                <a:gd name="T3" fmla="*/ 36 h 36"/>
                <a:gd name="T4" fmla="*/ 43 w 45"/>
                <a:gd name="T5" fmla="*/ 31 h 36"/>
                <a:gd name="T6" fmla="*/ 40 w 45"/>
                <a:gd name="T7" fmla="*/ 16 h 36"/>
                <a:gd name="T8" fmla="*/ 28 w 45"/>
                <a:gd name="T9" fmla="*/ 3 h 36"/>
                <a:gd name="T10" fmla="*/ 19 w 45"/>
                <a:gd name="T11" fmla="*/ 0 h 36"/>
                <a:gd name="T12" fmla="*/ 5 w 45"/>
                <a:gd name="T13" fmla="*/ 9 h 36"/>
                <a:gd name="T14" fmla="*/ 11 w 45"/>
                <a:gd name="T15" fmla="*/ 32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 h="36">
                  <a:moveTo>
                    <a:pt x="11" y="32"/>
                  </a:moveTo>
                  <a:cubicBezTo>
                    <a:pt x="15" y="34"/>
                    <a:pt x="23" y="36"/>
                    <a:pt x="29" y="36"/>
                  </a:cubicBezTo>
                  <a:cubicBezTo>
                    <a:pt x="36" y="36"/>
                    <a:pt x="41" y="34"/>
                    <a:pt x="43" y="31"/>
                  </a:cubicBezTo>
                  <a:cubicBezTo>
                    <a:pt x="45" y="28"/>
                    <a:pt x="44" y="22"/>
                    <a:pt x="40" y="16"/>
                  </a:cubicBezTo>
                  <a:cubicBezTo>
                    <a:pt x="37" y="11"/>
                    <a:pt x="32" y="5"/>
                    <a:pt x="28" y="3"/>
                  </a:cubicBezTo>
                  <a:cubicBezTo>
                    <a:pt x="25" y="1"/>
                    <a:pt x="22" y="0"/>
                    <a:pt x="19" y="0"/>
                  </a:cubicBezTo>
                  <a:cubicBezTo>
                    <a:pt x="13" y="0"/>
                    <a:pt x="8" y="3"/>
                    <a:pt x="5" y="9"/>
                  </a:cubicBezTo>
                  <a:cubicBezTo>
                    <a:pt x="0" y="16"/>
                    <a:pt x="3" y="27"/>
                    <a:pt x="11"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123"/>
            <p:cNvSpPr>
              <a:spLocks/>
            </p:cNvSpPr>
            <p:nvPr/>
          </p:nvSpPr>
          <p:spPr bwMode="auto">
            <a:xfrm>
              <a:off x="9188451" y="1255713"/>
              <a:ext cx="47625" cy="38100"/>
            </a:xfrm>
            <a:custGeom>
              <a:avLst/>
              <a:gdLst>
                <a:gd name="T0" fmla="*/ 5 w 46"/>
                <a:gd name="T1" fmla="*/ 30 h 36"/>
                <a:gd name="T2" fmla="*/ 19 w 46"/>
                <a:gd name="T3" fmla="*/ 36 h 36"/>
                <a:gd name="T4" fmla="*/ 37 w 46"/>
                <a:gd name="T5" fmla="*/ 32 h 36"/>
                <a:gd name="T6" fmla="*/ 45 w 46"/>
                <a:gd name="T7" fmla="*/ 21 h 36"/>
                <a:gd name="T8" fmla="*/ 43 w 46"/>
                <a:gd name="T9" fmla="*/ 9 h 36"/>
                <a:gd name="T10" fmla="*/ 28 w 46"/>
                <a:gd name="T11" fmla="*/ 0 h 36"/>
                <a:gd name="T12" fmla="*/ 20 w 46"/>
                <a:gd name="T13" fmla="*/ 2 h 36"/>
                <a:gd name="T14" fmla="*/ 5 w 46"/>
                <a:gd name="T15" fmla="*/ 30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 h="36">
                  <a:moveTo>
                    <a:pt x="5" y="30"/>
                  </a:moveTo>
                  <a:cubicBezTo>
                    <a:pt x="6" y="34"/>
                    <a:pt x="12" y="36"/>
                    <a:pt x="19" y="36"/>
                  </a:cubicBezTo>
                  <a:cubicBezTo>
                    <a:pt x="25" y="36"/>
                    <a:pt x="32" y="34"/>
                    <a:pt x="37" y="32"/>
                  </a:cubicBezTo>
                  <a:cubicBezTo>
                    <a:pt x="41" y="29"/>
                    <a:pt x="43" y="26"/>
                    <a:pt x="45" y="21"/>
                  </a:cubicBezTo>
                  <a:cubicBezTo>
                    <a:pt x="46" y="17"/>
                    <a:pt x="45" y="13"/>
                    <a:pt x="43" y="9"/>
                  </a:cubicBezTo>
                  <a:cubicBezTo>
                    <a:pt x="40" y="3"/>
                    <a:pt x="35" y="0"/>
                    <a:pt x="28" y="0"/>
                  </a:cubicBezTo>
                  <a:cubicBezTo>
                    <a:pt x="26" y="0"/>
                    <a:pt x="23" y="1"/>
                    <a:pt x="20" y="2"/>
                  </a:cubicBezTo>
                  <a:cubicBezTo>
                    <a:pt x="12" y="7"/>
                    <a:pt x="0" y="23"/>
                    <a:pt x="5"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124"/>
            <p:cNvSpPr>
              <a:spLocks/>
            </p:cNvSpPr>
            <p:nvPr/>
          </p:nvSpPr>
          <p:spPr bwMode="auto">
            <a:xfrm>
              <a:off x="9123363" y="1296988"/>
              <a:ext cx="47625" cy="36513"/>
            </a:xfrm>
            <a:custGeom>
              <a:avLst/>
              <a:gdLst>
                <a:gd name="T0" fmla="*/ 19 w 47"/>
                <a:gd name="T1" fmla="*/ 36 h 36"/>
                <a:gd name="T2" fmla="*/ 27 w 47"/>
                <a:gd name="T3" fmla="*/ 33 h 36"/>
                <a:gd name="T4" fmla="*/ 43 w 47"/>
                <a:gd name="T5" fmla="*/ 5 h 36"/>
                <a:gd name="T6" fmla="*/ 28 w 47"/>
                <a:gd name="T7" fmla="*/ 0 h 36"/>
                <a:gd name="T8" fmla="*/ 11 w 47"/>
                <a:gd name="T9" fmla="*/ 4 h 36"/>
                <a:gd name="T10" fmla="*/ 4 w 47"/>
                <a:gd name="T11" fmla="*/ 27 h 36"/>
                <a:gd name="T12" fmla="*/ 19 w 47"/>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47" h="36">
                  <a:moveTo>
                    <a:pt x="19" y="36"/>
                  </a:moveTo>
                  <a:cubicBezTo>
                    <a:pt x="22" y="36"/>
                    <a:pt x="24" y="35"/>
                    <a:pt x="27" y="33"/>
                  </a:cubicBezTo>
                  <a:cubicBezTo>
                    <a:pt x="36" y="29"/>
                    <a:pt x="47" y="13"/>
                    <a:pt x="43" y="5"/>
                  </a:cubicBezTo>
                  <a:cubicBezTo>
                    <a:pt x="41" y="2"/>
                    <a:pt x="36" y="0"/>
                    <a:pt x="28" y="0"/>
                  </a:cubicBezTo>
                  <a:cubicBezTo>
                    <a:pt x="22" y="0"/>
                    <a:pt x="15" y="2"/>
                    <a:pt x="11" y="4"/>
                  </a:cubicBezTo>
                  <a:cubicBezTo>
                    <a:pt x="2" y="9"/>
                    <a:pt x="0" y="19"/>
                    <a:pt x="4" y="27"/>
                  </a:cubicBezTo>
                  <a:cubicBezTo>
                    <a:pt x="7" y="32"/>
                    <a:pt x="13" y="36"/>
                    <a:pt x="19"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125"/>
            <p:cNvSpPr>
              <a:spLocks/>
            </p:cNvSpPr>
            <p:nvPr/>
          </p:nvSpPr>
          <p:spPr bwMode="auto">
            <a:xfrm>
              <a:off x="9163051" y="1233488"/>
              <a:ext cx="34925" cy="46038"/>
            </a:xfrm>
            <a:custGeom>
              <a:avLst/>
              <a:gdLst>
                <a:gd name="T0" fmla="*/ 16 w 34"/>
                <a:gd name="T1" fmla="*/ 44 h 44"/>
                <a:gd name="T2" fmla="*/ 17 w 34"/>
                <a:gd name="T3" fmla="*/ 44 h 44"/>
                <a:gd name="T4" fmla="*/ 34 w 34"/>
                <a:gd name="T5" fmla="*/ 17 h 44"/>
                <a:gd name="T6" fmla="*/ 29 w 34"/>
                <a:gd name="T7" fmla="*/ 5 h 44"/>
                <a:gd name="T8" fmla="*/ 17 w 34"/>
                <a:gd name="T9" fmla="*/ 0 h 44"/>
                <a:gd name="T10" fmla="*/ 17 w 34"/>
                <a:gd name="T11" fmla="*/ 0 h 44"/>
                <a:gd name="T12" fmla="*/ 0 w 34"/>
                <a:gd name="T13" fmla="*/ 17 h 44"/>
                <a:gd name="T14" fmla="*/ 16 w 34"/>
                <a:gd name="T15" fmla="*/ 44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 h="44">
                  <a:moveTo>
                    <a:pt x="16" y="44"/>
                  </a:moveTo>
                  <a:cubicBezTo>
                    <a:pt x="17" y="44"/>
                    <a:pt x="17" y="44"/>
                    <a:pt x="17" y="44"/>
                  </a:cubicBezTo>
                  <a:cubicBezTo>
                    <a:pt x="25" y="44"/>
                    <a:pt x="34" y="27"/>
                    <a:pt x="34" y="17"/>
                  </a:cubicBezTo>
                  <a:cubicBezTo>
                    <a:pt x="34" y="13"/>
                    <a:pt x="32" y="9"/>
                    <a:pt x="29" y="5"/>
                  </a:cubicBezTo>
                  <a:cubicBezTo>
                    <a:pt x="26" y="2"/>
                    <a:pt x="22" y="0"/>
                    <a:pt x="17" y="0"/>
                  </a:cubicBezTo>
                  <a:cubicBezTo>
                    <a:pt x="17" y="0"/>
                    <a:pt x="17" y="0"/>
                    <a:pt x="17" y="0"/>
                  </a:cubicBezTo>
                  <a:cubicBezTo>
                    <a:pt x="8" y="0"/>
                    <a:pt x="0" y="8"/>
                    <a:pt x="0" y="17"/>
                  </a:cubicBezTo>
                  <a:cubicBezTo>
                    <a:pt x="0" y="27"/>
                    <a:pt x="8" y="44"/>
                    <a:pt x="16"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126"/>
            <p:cNvSpPr>
              <a:spLocks/>
            </p:cNvSpPr>
            <p:nvPr/>
          </p:nvSpPr>
          <p:spPr bwMode="auto">
            <a:xfrm>
              <a:off x="9161463" y="1311275"/>
              <a:ext cx="34925" cy="44450"/>
            </a:xfrm>
            <a:custGeom>
              <a:avLst/>
              <a:gdLst>
                <a:gd name="T0" fmla="*/ 17 w 34"/>
                <a:gd name="T1" fmla="*/ 44 h 44"/>
                <a:gd name="T2" fmla="*/ 17 w 34"/>
                <a:gd name="T3" fmla="*/ 44 h 44"/>
                <a:gd name="T4" fmla="*/ 34 w 34"/>
                <a:gd name="T5" fmla="*/ 28 h 44"/>
                <a:gd name="T6" fmla="*/ 18 w 34"/>
                <a:gd name="T7" fmla="*/ 0 h 44"/>
                <a:gd name="T8" fmla="*/ 0 w 34"/>
                <a:gd name="T9" fmla="*/ 27 h 44"/>
                <a:gd name="T10" fmla="*/ 17 w 34"/>
                <a:gd name="T11" fmla="*/ 44 h 44"/>
              </a:gdLst>
              <a:ahLst/>
              <a:cxnLst>
                <a:cxn ang="0">
                  <a:pos x="T0" y="T1"/>
                </a:cxn>
                <a:cxn ang="0">
                  <a:pos x="T2" y="T3"/>
                </a:cxn>
                <a:cxn ang="0">
                  <a:pos x="T4" y="T5"/>
                </a:cxn>
                <a:cxn ang="0">
                  <a:pos x="T6" y="T7"/>
                </a:cxn>
                <a:cxn ang="0">
                  <a:pos x="T8" y="T9"/>
                </a:cxn>
                <a:cxn ang="0">
                  <a:pos x="T10" y="T11"/>
                </a:cxn>
              </a:cxnLst>
              <a:rect l="0" t="0" r="r" b="b"/>
              <a:pathLst>
                <a:path w="34" h="44">
                  <a:moveTo>
                    <a:pt x="17" y="44"/>
                  </a:moveTo>
                  <a:cubicBezTo>
                    <a:pt x="17" y="44"/>
                    <a:pt x="17" y="44"/>
                    <a:pt x="17" y="44"/>
                  </a:cubicBezTo>
                  <a:cubicBezTo>
                    <a:pt x="26" y="44"/>
                    <a:pt x="34" y="37"/>
                    <a:pt x="34" y="28"/>
                  </a:cubicBezTo>
                  <a:cubicBezTo>
                    <a:pt x="34" y="18"/>
                    <a:pt x="26" y="1"/>
                    <a:pt x="18" y="0"/>
                  </a:cubicBezTo>
                  <a:cubicBezTo>
                    <a:pt x="9" y="0"/>
                    <a:pt x="1" y="17"/>
                    <a:pt x="0" y="27"/>
                  </a:cubicBezTo>
                  <a:cubicBezTo>
                    <a:pt x="0" y="37"/>
                    <a:pt x="8" y="44"/>
                    <a:pt x="17"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127"/>
            <p:cNvSpPr>
              <a:spLocks/>
            </p:cNvSpPr>
            <p:nvPr/>
          </p:nvSpPr>
          <p:spPr bwMode="auto">
            <a:xfrm>
              <a:off x="9167813" y="1282700"/>
              <a:ext cx="25400" cy="25400"/>
            </a:xfrm>
            <a:custGeom>
              <a:avLst/>
              <a:gdLst>
                <a:gd name="T0" fmla="*/ 16 w 25"/>
                <a:gd name="T1" fmla="*/ 23 h 25"/>
                <a:gd name="T2" fmla="*/ 22 w 25"/>
                <a:gd name="T3" fmla="*/ 8 h 25"/>
                <a:gd name="T4" fmla="*/ 8 w 25"/>
                <a:gd name="T5" fmla="*/ 3 h 25"/>
                <a:gd name="T6" fmla="*/ 2 w 25"/>
                <a:gd name="T7" fmla="*/ 17 h 25"/>
                <a:gd name="T8" fmla="*/ 16 w 25"/>
                <a:gd name="T9" fmla="*/ 23 h 25"/>
              </a:gdLst>
              <a:ahLst/>
              <a:cxnLst>
                <a:cxn ang="0">
                  <a:pos x="T0" y="T1"/>
                </a:cxn>
                <a:cxn ang="0">
                  <a:pos x="T2" y="T3"/>
                </a:cxn>
                <a:cxn ang="0">
                  <a:pos x="T4" y="T5"/>
                </a:cxn>
                <a:cxn ang="0">
                  <a:pos x="T6" y="T7"/>
                </a:cxn>
                <a:cxn ang="0">
                  <a:pos x="T8" y="T9"/>
                </a:cxn>
              </a:cxnLst>
              <a:rect l="0" t="0" r="r" b="b"/>
              <a:pathLst>
                <a:path w="25" h="25">
                  <a:moveTo>
                    <a:pt x="16" y="23"/>
                  </a:moveTo>
                  <a:cubicBezTo>
                    <a:pt x="22" y="20"/>
                    <a:pt x="25" y="14"/>
                    <a:pt x="22" y="8"/>
                  </a:cubicBezTo>
                  <a:cubicBezTo>
                    <a:pt x="20" y="3"/>
                    <a:pt x="13" y="0"/>
                    <a:pt x="8" y="3"/>
                  </a:cubicBezTo>
                  <a:cubicBezTo>
                    <a:pt x="2" y="5"/>
                    <a:pt x="0" y="12"/>
                    <a:pt x="2" y="17"/>
                  </a:cubicBezTo>
                  <a:cubicBezTo>
                    <a:pt x="4" y="23"/>
                    <a:pt x="11" y="25"/>
                    <a:pt x="16"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128"/>
            <p:cNvSpPr>
              <a:spLocks/>
            </p:cNvSpPr>
            <p:nvPr/>
          </p:nvSpPr>
          <p:spPr bwMode="auto">
            <a:xfrm>
              <a:off x="9110663" y="1341438"/>
              <a:ext cx="65088" cy="65088"/>
            </a:xfrm>
            <a:custGeom>
              <a:avLst/>
              <a:gdLst>
                <a:gd name="T0" fmla="*/ 64 w 64"/>
                <a:gd name="T1" fmla="*/ 64 h 64"/>
                <a:gd name="T2" fmla="*/ 46 w 64"/>
                <a:gd name="T3" fmla="*/ 19 h 64"/>
                <a:gd name="T4" fmla="*/ 0 w 64"/>
                <a:gd name="T5" fmla="*/ 0 h 64"/>
                <a:gd name="T6" fmla="*/ 19 w 64"/>
                <a:gd name="T7" fmla="*/ 45 h 64"/>
                <a:gd name="T8" fmla="*/ 64 w 64"/>
                <a:gd name="T9" fmla="*/ 64 h 64"/>
              </a:gdLst>
              <a:ahLst/>
              <a:cxnLst>
                <a:cxn ang="0">
                  <a:pos x="T0" y="T1"/>
                </a:cxn>
                <a:cxn ang="0">
                  <a:pos x="T2" y="T3"/>
                </a:cxn>
                <a:cxn ang="0">
                  <a:pos x="T4" y="T5"/>
                </a:cxn>
                <a:cxn ang="0">
                  <a:pos x="T6" y="T7"/>
                </a:cxn>
                <a:cxn ang="0">
                  <a:pos x="T8" y="T9"/>
                </a:cxn>
              </a:cxnLst>
              <a:rect l="0" t="0" r="r" b="b"/>
              <a:pathLst>
                <a:path w="64" h="64">
                  <a:moveTo>
                    <a:pt x="64" y="64"/>
                  </a:moveTo>
                  <a:cubicBezTo>
                    <a:pt x="64" y="47"/>
                    <a:pt x="58" y="31"/>
                    <a:pt x="46" y="19"/>
                  </a:cubicBezTo>
                  <a:cubicBezTo>
                    <a:pt x="33" y="6"/>
                    <a:pt x="17" y="0"/>
                    <a:pt x="0" y="0"/>
                  </a:cubicBezTo>
                  <a:cubicBezTo>
                    <a:pt x="0" y="16"/>
                    <a:pt x="7" y="32"/>
                    <a:pt x="19" y="45"/>
                  </a:cubicBezTo>
                  <a:cubicBezTo>
                    <a:pt x="32" y="57"/>
                    <a:pt x="48" y="64"/>
                    <a:pt x="64" y="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129"/>
            <p:cNvSpPr>
              <a:spLocks/>
            </p:cNvSpPr>
            <p:nvPr/>
          </p:nvSpPr>
          <p:spPr bwMode="auto">
            <a:xfrm>
              <a:off x="9180513" y="1341438"/>
              <a:ext cx="65088" cy="65088"/>
            </a:xfrm>
            <a:custGeom>
              <a:avLst/>
              <a:gdLst>
                <a:gd name="T0" fmla="*/ 64 w 64"/>
                <a:gd name="T1" fmla="*/ 0 h 64"/>
                <a:gd name="T2" fmla="*/ 19 w 64"/>
                <a:gd name="T3" fmla="*/ 19 h 64"/>
                <a:gd name="T4" fmla="*/ 0 w 64"/>
                <a:gd name="T5" fmla="*/ 64 h 64"/>
                <a:gd name="T6" fmla="*/ 45 w 64"/>
                <a:gd name="T7" fmla="*/ 45 h 64"/>
                <a:gd name="T8" fmla="*/ 64 w 64"/>
                <a:gd name="T9" fmla="*/ 0 h 64"/>
              </a:gdLst>
              <a:ahLst/>
              <a:cxnLst>
                <a:cxn ang="0">
                  <a:pos x="T0" y="T1"/>
                </a:cxn>
                <a:cxn ang="0">
                  <a:pos x="T2" y="T3"/>
                </a:cxn>
                <a:cxn ang="0">
                  <a:pos x="T4" y="T5"/>
                </a:cxn>
                <a:cxn ang="0">
                  <a:pos x="T6" y="T7"/>
                </a:cxn>
                <a:cxn ang="0">
                  <a:pos x="T8" y="T9"/>
                </a:cxn>
              </a:cxnLst>
              <a:rect l="0" t="0" r="r" b="b"/>
              <a:pathLst>
                <a:path w="64" h="64">
                  <a:moveTo>
                    <a:pt x="64" y="0"/>
                  </a:moveTo>
                  <a:cubicBezTo>
                    <a:pt x="48" y="0"/>
                    <a:pt x="31" y="6"/>
                    <a:pt x="19" y="19"/>
                  </a:cubicBezTo>
                  <a:cubicBezTo>
                    <a:pt x="6" y="31"/>
                    <a:pt x="0" y="47"/>
                    <a:pt x="0" y="64"/>
                  </a:cubicBezTo>
                  <a:cubicBezTo>
                    <a:pt x="16" y="64"/>
                    <a:pt x="33" y="57"/>
                    <a:pt x="45" y="45"/>
                  </a:cubicBezTo>
                  <a:cubicBezTo>
                    <a:pt x="58" y="32"/>
                    <a:pt x="64" y="16"/>
                    <a:pt x="6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130"/>
            <p:cNvSpPr>
              <a:spLocks/>
            </p:cNvSpPr>
            <p:nvPr/>
          </p:nvSpPr>
          <p:spPr bwMode="auto">
            <a:xfrm>
              <a:off x="9680576" y="1373188"/>
              <a:ext cx="392113" cy="646113"/>
            </a:xfrm>
            <a:custGeom>
              <a:avLst/>
              <a:gdLst>
                <a:gd name="T0" fmla="*/ 69 w 384"/>
                <a:gd name="T1" fmla="*/ 380 h 632"/>
                <a:gd name="T2" fmla="*/ 268 w 384"/>
                <a:gd name="T3" fmla="*/ 379 h 632"/>
                <a:gd name="T4" fmla="*/ 337 w 384"/>
                <a:gd name="T5" fmla="*/ 311 h 632"/>
                <a:gd name="T6" fmla="*/ 383 w 384"/>
                <a:gd name="T7" fmla="*/ 16 h 632"/>
                <a:gd name="T8" fmla="*/ 371 w 384"/>
                <a:gd name="T9" fmla="*/ 1 h 632"/>
                <a:gd name="T10" fmla="*/ 356 w 384"/>
                <a:gd name="T11" fmla="*/ 12 h 632"/>
                <a:gd name="T12" fmla="*/ 310 w 384"/>
                <a:gd name="T13" fmla="*/ 308 h 632"/>
                <a:gd name="T14" fmla="*/ 310 w 384"/>
                <a:gd name="T15" fmla="*/ 310 h 632"/>
                <a:gd name="T16" fmla="*/ 268 w 384"/>
                <a:gd name="T17" fmla="*/ 352 h 632"/>
                <a:gd name="T18" fmla="*/ 69 w 384"/>
                <a:gd name="T19" fmla="*/ 353 h 632"/>
                <a:gd name="T20" fmla="*/ 0 w 384"/>
                <a:gd name="T21" fmla="*/ 422 h 632"/>
                <a:gd name="T22" fmla="*/ 49 w 384"/>
                <a:gd name="T23" fmla="*/ 622 h 632"/>
                <a:gd name="T24" fmla="*/ 62 w 384"/>
                <a:gd name="T25" fmla="*/ 632 h 632"/>
                <a:gd name="T26" fmla="*/ 303 w 384"/>
                <a:gd name="T27" fmla="*/ 632 h 632"/>
                <a:gd name="T28" fmla="*/ 317 w 384"/>
                <a:gd name="T29" fmla="*/ 618 h 632"/>
                <a:gd name="T30" fmla="*/ 303 w 384"/>
                <a:gd name="T31" fmla="*/ 605 h 632"/>
                <a:gd name="T32" fmla="*/ 72 w 384"/>
                <a:gd name="T33" fmla="*/ 605 h 632"/>
                <a:gd name="T34" fmla="*/ 27 w 384"/>
                <a:gd name="T35" fmla="*/ 422 h 632"/>
                <a:gd name="T36" fmla="*/ 69 w 384"/>
                <a:gd name="T37" fmla="*/ 380 h 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84" h="632">
                  <a:moveTo>
                    <a:pt x="69" y="380"/>
                  </a:moveTo>
                  <a:cubicBezTo>
                    <a:pt x="268" y="379"/>
                    <a:pt x="268" y="379"/>
                    <a:pt x="268" y="379"/>
                  </a:cubicBezTo>
                  <a:cubicBezTo>
                    <a:pt x="305" y="379"/>
                    <a:pt x="336" y="349"/>
                    <a:pt x="337" y="311"/>
                  </a:cubicBezTo>
                  <a:cubicBezTo>
                    <a:pt x="383" y="16"/>
                    <a:pt x="383" y="16"/>
                    <a:pt x="383" y="16"/>
                  </a:cubicBezTo>
                  <a:cubicBezTo>
                    <a:pt x="384" y="9"/>
                    <a:pt x="379" y="2"/>
                    <a:pt x="371" y="1"/>
                  </a:cubicBezTo>
                  <a:cubicBezTo>
                    <a:pt x="364" y="0"/>
                    <a:pt x="357" y="5"/>
                    <a:pt x="356" y="12"/>
                  </a:cubicBezTo>
                  <a:cubicBezTo>
                    <a:pt x="310" y="308"/>
                    <a:pt x="310" y="308"/>
                    <a:pt x="310" y="308"/>
                  </a:cubicBezTo>
                  <a:cubicBezTo>
                    <a:pt x="310" y="309"/>
                    <a:pt x="310" y="310"/>
                    <a:pt x="310" y="310"/>
                  </a:cubicBezTo>
                  <a:cubicBezTo>
                    <a:pt x="310" y="333"/>
                    <a:pt x="291" y="352"/>
                    <a:pt x="268" y="352"/>
                  </a:cubicBezTo>
                  <a:cubicBezTo>
                    <a:pt x="69" y="353"/>
                    <a:pt x="69" y="353"/>
                    <a:pt x="69" y="353"/>
                  </a:cubicBezTo>
                  <a:cubicBezTo>
                    <a:pt x="31" y="353"/>
                    <a:pt x="0" y="384"/>
                    <a:pt x="0" y="422"/>
                  </a:cubicBezTo>
                  <a:cubicBezTo>
                    <a:pt x="0" y="453"/>
                    <a:pt x="44" y="603"/>
                    <a:pt x="49" y="622"/>
                  </a:cubicBezTo>
                  <a:cubicBezTo>
                    <a:pt x="50" y="627"/>
                    <a:pt x="55" y="632"/>
                    <a:pt x="62" y="632"/>
                  </a:cubicBezTo>
                  <a:cubicBezTo>
                    <a:pt x="303" y="632"/>
                    <a:pt x="303" y="632"/>
                    <a:pt x="303" y="632"/>
                  </a:cubicBezTo>
                  <a:cubicBezTo>
                    <a:pt x="311" y="632"/>
                    <a:pt x="317" y="625"/>
                    <a:pt x="317" y="618"/>
                  </a:cubicBezTo>
                  <a:cubicBezTo>
                    <a:pt x="317" y="611"/>
                    <a:pt x="311" y="605"/>
                    <a:pt x="303" y="605"/>
                  </a:cubicBezTo>
                  <a:cubicBezTo>
                    <a:pt x="72" y="605"/>
                    <a:pt x="72" y="605"/>
                    <a:pt x="72" y="605"/>
                  </a:cubicBezTo>
                  <a:cubicBezTo>
                    <a:pt x="53" y="534"/>
                    <a:pt x="27" y="442"/>
                    <a:pt x="27" y="422"/>
                  </a:cubicBezTo>
                  <a:cubicBezTo>
                    <a:pt x="27" y="399"/>
                    <a:pt x="46" y="380"/>
                    <a:pt x="69" y="3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131"/>
            <p:cNvSpPr>
              <a:spLocks/>
            </p:cNvSpPr>
            <p:nvPr/>
          </p:nvSpPr>
          <p:spPr bwMode="auto">
            <a:xfrm>
              <a:off x="8982076" y="1371600"/>
              <a:ext cx="60325" cy="53975"/>
            </a:xfrm>
            <a:custGeom>
              <a:avLst/>
              <a:gdLst>
                <a:gd name="T0" fmla="*/ 31 w 60"/>
                <a:gd name="T1" fmla="*/ 0 h 54"/>
                <a:gd name="T2" fmla="*/ 26 w 60"/>
                <a:gd name="T3" fmla="*/ 54 h 54"/>
                <a:gd name="T4" fmla="*/ 31 w 60"/>
                <a:gd name="T5" fmla="*/ 0 h 54"/>
              </a:gdLst>
              <a:ahLst/>
              <a:cxnLst>
                <a:cxn ang="0">
                  <a:pos x="T0" y="T1"/>
                </a:cxn>
                <a:cxn ang="0">
                  <a:pos x="T2" y="T3"/>
                </a:cxn>
                <a:cxn ang="0">
                  <a:pos x="T4" y="T5"/>
                </a:cxn>
              </a:cxnLst>
              <a:rect l="0" t="0" r="r" b="b"/>
              <a:pathLst>
                <a:path w="60" h="54">
                  <a:moveTo>
                    <a:pt x="31" y="0"/>
                  </a:moveTo>
                  <a:cubicBezTo>
                    <a:pt x="0" y="27"/>
                    <a:pt x="50" y="31"/>
                    <a:pt x="26" y="54"/>
                  </a:cubicBezTo>
                  <a:cubicBezTo>
                    <a:pt x="60" y="27"/>
                    <a:pt x="14" y="21"/>
                    <a:pt x="3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132"/>
            <p:cNvSpPr>
              <a:spLocks/>
            </p:cNvSpPr>
            <p:nvPr/>
          </p:nvSpPr>
          <p:spPr bwMode="auto">
            <a:xfrm>
              <a:off x="8982076" y="1403350"/>
              <a:ext cx="41275" cy="38100"/>
            </a:xfrm>
            <a:custGeom>
              <a:avLst/>
              <a:gdLst>
                <a:gd name="T0" fmla="*/ 23 w 41"/>
                <a:gd name="T1" fmla="*/ 37 h 37"/>
                <a:gd name="T2" fmla="*/ 20 w 41"/>
                <a:gd name="T3" fmla="*/ 0 h 37"/>
                <a:gd name="T4" fmla="*/ 23 w 41"/>
                <a:gd name="T5" fmla="*/ 37 h 37"/>
              </a:gdLst>
              <a:ahLst/>
              <a:cxnLst>
                <a:cxn ang="0">
                  <a:pos x="T0" y="T1"/>
                </a:cxn>
                <a:cxn ang="0">
                  <a:pos x="T2" y="T3"/>
                </a:cxn>
                <a:cxn ang="0">
                  <a:pos x="T4" y="T5"/>
                </a:cxn>
              </a:cxnLst>
              <a:rect l="0" t="0" r="r" b="b"/>
              <a:pathLst>
                <a:path w="41" h="37">
                  <a:moveTo>
                    <a:pt x="23" y="37"/>
                  </a:moveTo>
                  <a:cubicBezTo>
                    <a:pt x="7" y="22"/>
                    <a:pt x="41" y="19"/>
                    <a:pt x="20" y="0"/>
                  </a:cubicBezTo>
                  <a:cubicBezTo>
                    <a:pt x="31" y="14"/>
                    <a:pt x="0" y="19"/>
                    <a:pt x="23"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133"/>
            <p:cNvSpPr>
              <a:spLocks noEditPoints="1"/>
            </p:cNvSpPr>
            <p:nvPr/>
          </p:nvSpPr>
          <p:spPr bwMode="auto">
            <a:xfrm>
              <a:off x="8905876" y="1446213"/>
              <a:ext cx="193675" cy="90488"/>
            </a:xfrm>
            <a:custGeom>
              <a:avLst/>
              <a:gdLst>
                <a:gd name="T0" fmla="*/ 50 w 190"/>
                <a:gd name="T1" fmla="*/ 11 h 89"/>
                <a:gd name="T2" fmla="*/ 46 w 190"/>
                <a:gd name="T3" fmla="*/ 10 h 89"/>
                <a:gd name="T4" fmla="*/ 24 w 190"/>
                <a:gd name="T5" fmla="*/ 32 h 89"/>
                <a:gd name="T6" fmla="*/ 46 w 190"/>
                <a:gd name="T7" fmla="*/ 54 h 89"/>
                <a:gd name="T8" fmla="*/ 55 w 190"/>
                <a:gd name="T9" fmla="*/ 51 h 89"/>
                <a:gd name="T10" fmla="*/ 63 w 190"/>
                <a:gd name="T11" fmla="*/ 61 h 89"/>
                <a:gd name="T12" fmla="*/ 0 w 190"/>
                <a:gd name="T13" fmla="*/ 61 h 89"/>
                <a:gd name="T14" fmla="*/ 190 w 190"/>
                <a:gd name="T15" fmla="*/ 61 h 89"/>
                <a:gd name="T16" fmla="*/ 125 w 190"/>
                <a:gd name="T17" fmla="*/ 61 h 89"/>
                <a:gd name="T18" fmla="*/ 141 w 190"/>
                <a:gd name="T19" fmla="*/ 26 h 89"/>
                <a:gd name="T20" fmla="*/ 132 w 190"/>
                <a:gd name="T21" fmla="*/ 0 h 89"/>
                <a:gd name="T22" fmla="*/ 56 w 190"/>
                <a:gd name="T23" fmla="*/ 0 h 89"/>
                <a:gd name="T24" fmla="*/ 50 w 190"/>
                <a:gd name="T25" fmla="*/ 11 h 89"/>
                <a:gd name="T26" fmla="*/ 46 w 190"/>
                <a:gd name="T27" fmla="*/ 43 h 89"/>
                <a:gd name="T28" fmla="*/ 35 w 190"/>
                <a:gd name="T29" fmla="*/ 32 h 89"/>
                <a:gd name="T30" fmla="*/ 46 w 190"/>
                <a:gd name="T31" fmla="*/ 21 h 89"/>
                <a:gd name="T32" fmla="*/ 48 w 190"/>
                <a:gd name="T33" fmla="*/ 22 h 89"/>
                <a:gd name="T34" fmla="*/ 47 w 190"/>
                <a:gd name="T35" fmla="*/ 26 h 89"/>
                <a:gd name="T36" fmla="*/ 50 w 190"/>
                <a:gd name="T37" fmla="*/ 42 h 89"/>
                <a:gd name="T38" fmla="*/ 46 w 190"/>
                <a:gd name="T39" fmla="*/ 43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89">
                  <a:moveTo>
                    <a:pt x="50" y="11"/>
                  </a:moveTo>
                  <a:cubicBezTo>
                    <a:pt x="49" y="11"/>
                    <a:pt x="47" y="10"/>
                    <a:pt x="46" y="10"/>
                  </a:cubicBezTo>
                  <a:cubicBezTo>
                    <a:pt x="34" y="10"/>
                    <a:pt x="24" y="20"/>
                    <a:pt x="24" y="32"/>
                  </a:cubicBezTo>
                  <a:cubicBezTo>
                    <a:pt x="24" y="44"/>
                    <a:pt x="34" y="54"/>
                    <a:pt x="46" y="54"/>
                  </a:cubicBezTo>
                  <a:cubicBezTo>
                    <a:pt x="49" y="54"/>
                    <a:pt x="52" y="53"/>
                    <a:pt x="55" y="51"/>
                  </a:cubicBezTo>
                  <a:cubicBezTo>
                    <a:pt x="57" y="55"/>
                    <a:pt x="60" y="58"/>
                    <a:pt x="63" y="61"/>
                  </a:cubicBezTo>
                  <a:cubicBezTo>
                    <a:pt x="0" y="61"/>
                    <a:pt x="0" y="61"/>
                    <a:pt x="0" y="61"/>
                  </a:cubicBezTo>
                  <a:cubicBezTo>
                    <a:pt x="53" y="89"/>
                    <a:pt x="137" y="89"/>
                    <a:pt x="190" y="61"/>
                  </a:cubicBezTo>
                  <a:cubicBezTo>
                    <a:pt x="125" y="61"/>
                    <a:pt x="125" y="61"/>
                    <a:pt x="125" y="61"/>
                  </a:cubicBezTo>
                  <a:cubicBezTo>
                    <a:pt x="135" y="52"/>
                    <a:pt x="141" y="40"/>
                    <a:pt x="141" y="26"/>
                  </a:cubicBezTo>
                  <a:cubicBezTo>
                    <a:pt x="141" y="16"/>
                    <a:pt x="137" y="7"/>
                    <a:pt x="132" y="0"/>
                  </a:cubicBezTo>
                  <a:cubicBezTo>
                    <a:pt x="56" y="0"/>
                    <a:pt x="56" y="0"/>
                    <a:pt x="56" y="0"/>
                  </a:cubicBezTo>
                  <a:cubicBezTo>
                    <a:pt x="53" y="3"/>
                    <a:pt x="52" y="7"/>
                    <a:pt x="50" y="11"/>
                  </a:cubicBezTo>
                  <a:close/>
                  <a:moveTo>
                    <a:pt x="46" y="43"/>
                  </a:moveTo>
                  <a:cubicBezTo>
                    <a:pt x="40" y="43"/>
                    <a:pt x="35" y="38"/>
                    <a:pt x="35" y="32"/>
                  </a:cubicBezTo>
                  <a:cubicBezTo>
                    <a:pt x="35" y="26"/>
                    <a:pt x="40" y="21"/>
                    <a:pt x="46" y="21"/>
                  </a:cubicBezTo>
                  <a:cubicBezTo>
                    <a:pt x="47" y="21"/>
                    <a:pt x="47" y="22"/>
                    <a:pt x="48" y="22"/>
                  </a:cubicBezTo>
                  <a:cubicBezTo>
                    <a:pt x="48" y="23"/>
                    <a:pt x="47" y="25"/>
                    <a:pt x="47" y="26"/>
                  </a:cubicBezTo>
                  <a:cubicBezTo>
                    <a:pt x="47" y="32"/>
                    <a:pt x="49" y="37"/>
                    <a:pt x="50" y="42"/>
                  </a:cubicBezTo>
                  <a:cubicBezTo>
                    <a:pt x="49" y="42"/>
                    <a:pt x="47" y="43"/>
                    <a:pt x="46"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134"/>
            <p:cNvSpPr>
              <a:spLocks/>
            </p:cNvSpPr>
            <p:nvPr/>
          </p:nvSpPr>
          <p:spPr bwMode="auto">
            <a:xfrm>
              <a:off x="8175626" y="681037"/>
              <a:ext cx="411163" cy="266700"/>
            </a:xfrm>
            <a:custGeom>
              <a:avLst/>
              <a:gdLst>
                <a:gd name="T0" fmla="*/ 64 w 402"/>
                <a:gd name="T1" fmla="*/ 198 h 261"/>
                <a:gd name="T2" fmla="*/ 94 w 402"/>
                <a:gd name="T3" fmla="*/ 129 h 261"/>
                <a:gd name="T4" fmla="*/ 142 w 402"/>
                <a:gd name="T5" fmla="*/ 111 h 261"/>
                <a:gd name="T6" fmla="*/ 140 w 402"/>
                <a:gd name="T7" fmla="*/ 131 h 261"/>
                <a:gd name="T8" fmla="*/ 271 w 402"/>
                <a:gd name="T9" fmla="*/ 261 h 261"/>
                <a:gd name="T10" fmla="*/ 402 w 402"/>
                <a:gd name="T11" fmla="*/ 131 h 261"/>
                <a:gd name="T12" fmla="*/ 271 w 402"/>
                <a:gd name="T13" fmla="*/ 0 h 261"/>
                <a:gd name="T14" fmla="*/ 150 w 402"/>
                <a:gd name="T15" fmla="*/ 83 h 261"/>
                <a:gd name="T16" fmla="*/ 30 w 402"/>
                <a:gd name="T17" fmla="*/ 95 h 261"/>
                <a:gd name="T18" fmla="*/ 64 w 402"/>
                <a:gd name="T19" fmla="*/ 198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2" h="261">
                  <a:moveTo>
                    <a:pt x="64" y="198"/>
                  </a:moveTo>
                  <a:cubicBezTo>
                    <a:pt x="59" y="160"/>
                    <a:pt x="81" y="141"/>
                    <a:pt x="94" y="129"/>
                  </a:cubicBezTo>
                  <a:cubicBezTo>
                    <a:pt x="108" y="117"/>
                    <a:pt x="125" y="111"/>
                    <a:pt x="142" y="111"/>
                  </a:cubicBezTo>
                  <a:cubicBezTo>
                    <a:pt x="141" y="117"/>
                    <a:pt x="140" y="124"/>
                    <a:pt x="140" y="131"/>
                  </a:cubicBezTo>
                  <a:cubicBezTo>
                    <a:pt x="141" y="203"/>
                    <a:pt x="199" y="261"/>
                    <a:pt x="271" y="261"/>
                  </a:cubicBezTo>
                  <a:cubicBezTo>
                    <a:pt x="343" y="261"/>
                    <a:pt x="402" y="203"/>
                    <a:pt x="402" y="131"/>
                  </a:cubicBezTo>
                  <a:cubicBezTo>
                    <a:pt x="401" y="59"/>
                    <a:pt x="343" y="0"/>
                    <a:pt x="271" y="0"/>
                  </a:cubicBezTo>
                  <a:cubicBezTo>
                    <a:pt x="216" y="0"/>
                    <a:pt x="169" y="35"/>
                    <a:pt x="150" y="83"/>
                  </a:cubicBezTo>
                  <a:cubicBezTo>
                    <a:pt x="111" y="58"/>
                    <a:pt x="55" y="54"/>
                    <a:pt x="30" y="95"/>
                  </a:cubicBezTo>
                  <a:cubicBezTo>
                    <a:pt x="0" y="144"/>
                    <a:pt x="64" y="198"/>
                    <a:pt x="64" y="19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135"/>
            <p:cNvSpPr>
              <a:spLocks/>
            </p:cNvSpPr>
            <p:nvPr/>
          </p:nvSpPr>
          <p:spPr bwMode="auto">
            <a:xfrm>
              <a:off x="8199438" y="969963"/>
              <a:ext cx="590550" cy="1049338"/>
            </a:xfrm>
            <a:custGeom>
              <a:avLst/>
              <a:gdLst>
                <a:gd name="T0" fmla="*/ 524 w 578"/>
                <a:gd name="T1" fmla="*/ 364 h 1027"/>
                <a:gd name="T2" fmla="*/ 578 w 578"/>
                <a:gd name="T3" fmla="*/ 310 h 1027"/>
                <a:gd name="T4" fmla="*/ 524 w 578"/>
                <a:gd name="T5" fmla="*/ 256 h 1027"/>
                <a:gd name="T6" fmla="*/ 350 w 578"/>
                <a:gd name="T7" fmla="*/ 256 h 1027"/>
                <a:gd name="T8" fmla="*/ 308 w 578"/>
                <a:gd name="T9" fmla="*/ 101 h 1027"/>
                <a:gd name="T10" fmla="*/ 326 w 578"/>
                <a:gd name="T11" fmla="*/ 113 h 1027"/>
                <a:gd name="T12" fmla="*/ 362 w 578"/>
                <a:gd name="T13" fmla="*/ 240 h 1027"/>
                <a:gd name="T14" fmla="*/ 394 w 578"/>
                <a:gd name="T15" fmla="*/ 240 h 1027"/>
                <a:gd name="T16" fmla="*/ 354 w 578"/>
                <a:gd name="T17" fmla="*/ 77 h 1027"/>
                <a:gd name="T18" fmla="*/ 255 w 578"/>
                <a:gd name="T19" fmla="*/ 0 h 1027"/>
                <a:gd name="T20" fmla="*/ 146 w 578"/>
                <a:gd name="T21" fmla="*/ 83 h 1027"/>
                <a:gd name="T22" fmla="*/ 1 w 578"/>
                <a:gd name="T23" fmla="*/ 659 h 1027"/>
                <a:gd name="T24" fmla="*/ 1 w 578"/>
                <a:gd name="T25" fmla="*/ 659 h 1027"/>
                <a:gd name="T26" fmla="*/ 4 w 578"/>
                <a:gd name="T27" fmla="*/ 668 h 1027"/>
                <a:gd name="T28" fmla="*/ 10 w 578"/>
                <a:gd name="T29" fmla="*/ 671 h 1027"/>
                <a:gd name="T30" fmla="*/ 185 w 578"/>
                <a:gd name="T31" fmla="*/ 671 h 1027"/>
                <a:gd name="T32" fmla="*/ 185 w 578"/>
                <a:gd name="T33" fmla="*/ 957 h 1027"/>
                <a:gd name="T34" fmla="*/ 255 w 578"/>
                <a:gd name="T35" fmla="*/ 1027 h 1027"/>
                <a:gd name="T36" fmla="*/ 325 w 578"/>
                <a:gd name="T37" fmla="*/ 957 h 1027"/>
                <a:gd name="T38" fmla="*/ 325 w 578"/>
                <a:gd name="T39" fmla="*/ 671 h 1027"/>
                <a:gd name="T40" fmla="*/ 488 w 578"/>
                <a:gd name="T41" fmla="*/ 671 h 1027"/>
                <a:gd name="T42" fmla="*/ 494 w 578"/>
                <a:gd name="T43" fmla="*/ 668 h 1027"/>
                <a:gd name="T44" fmla="*/ 497 w 578"/>
                <a:gd name="T45" fmla="*/ 659 h 1027"/>
                <a:gd name="T46" fmla="*/ 428 w 578"/>
                <a:gd name="T47" fmla="*/ 380 h 1027"/>
                <a:gd name="T48" fmla="*/ 308 w 578"/>
                <a:gd name="T49" fmla="*/ 380 h 1027"/>
                <a:gd name="T50" fmla="*/ 240 w 578"/>
                <a:gd name="T51" fmla="*/ 329 h 1027"/>
                <a:gd name="T52" fmla="*/ 196 w 578"/>
                <a:gd name="T53" fmla="*/ 164 h 1027"/>
                <a:gd name="T54" fmla="*/ 202 w 578"/>
                <a:gd name="T55" fmla="*/ 138 h 1027"/>
                <a:gd name="T56" fmla="*/ 205 w 578"/>
                <a:gd name="T57" fmla="*/ 137 h 1027"/>
                <a:gd name="T58" fmla="*/ 256 w 578"/>
                <a:gd name="T59" fmla="*/ 324 h 1027"/>
                <a:gd name="T60" fmla="*/ 256 w 578"/>
                <a:gd name="T61" fmla="*/ 324 h 1027"/>
                <a:gd name="T62" fmla="*/ 308 w 578"/>
                <a:gd name="T63" fmla="*/ 364 h 1027"/>
                <a:gd name="T64" fmla="*/ 308 w 578"/>
                <a:gd name="T65" fmla="*/ 364 h 1027"/>
                <a:gd name="T66" fmla="*/ 524 w 578"/>
                <a:gd name="T67" fmla="*/ 364 h 10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78" h="1027">
                  <a:moveTo>
                    <a:pt x="524" y="364"/>
                  </a:moveTo>
                  <a:cubicBezTo>
                    <a:pt x="554" y="364"/>
                    <a:pt x="578" y="340"/>
                    <a:pt x="578" y="310"/>
                  </a:cubicBezTo>
                  <a:cubicBezTo>
                    <a:pt x="578" y="280"/>
                    <a:pt x="554" y="256"/>
                    <a:pt x="524" y="256"/>
                  </a:cubicBezTo>
                  <a:cubicBezTo>
                    <a:pt x="524" y="256"/>
                    <a:pt x="350" y="256"/>
                    <a:pt x="350" y="256"/>
                  </a:cubicBezTo>
                  <a:cubicBezTo>
                    <a:pt x="308" y="101"/>
                    <a:pt x="308" y="101"/>
                    <a:pt x="308" y="101"/>
                  </a:cubicBezTo>
                  <a:cubicBezTo>
                    <a:pt x="316" y="100"/>
                    <a:pt x="324" y="105"/>
                    <a:pt x="326" y="113"/>
                  </a:cubicBezTo>
                  <a:cubicBezTo>
                    <a:pt x="362" y="240"/>
                    <a:pt x="362" y="240"/>
                    <a:pt x="362" y="240"/>
                  </a:cubicBezTo>
                  <a:cubicBezTo>
                    <a:pt x="394" y="240"/>
                    <a:pt x="394" y="240"/>
                    <a:pt x="394" y="240"/>
                  </a:cubicBezTo>
                  <a:cubicBezTo>
                    <a:pt x="371" y="150"/>
                    <a:pt x="354" y="80"/>
                    <a:pt x="354" y="77"/>
                  </a:cubicBezTo>
                  <a:cubicBezTo>
                    <a:pt x="343" y="33"/>
                    <a:pt x="303" y="0"/>
                    <a:pt x="255" y="0"/>
                  </a:cubicBezTo>
                  <a:cubicBezTo>
                    <a:pt x="206" y="0"/>
                    <a:pt x="156" y="35"/>
                    <a:pt x="146" y="83"/>
                  </a:cubicBezTo>
                  <a:cubicBezTo>
                    <a:pt x="145" y="89"/>
                    <a:pt x="1" y="659"/>
                    <a:pt x="1" y="659"/>
                  </a:cubicBezTo>
                  <a:cubicBezTo>
                    <a:pt x="1" y="659"/>
                    <a:pt x="1" y="659"/>
                    <a:pt x="1" y="659"/>
                  </a:cubicBezTo>
                  <a:cubicBezTo>
                    <a:pt x="0" y="662"/>
                    <a:pt x="1" y="665"/>
                    <a:pt x="4" y="668"/>
                  </a:cubicBezTo>
                  <a:cubicBezTo>
                    <a:pt x="6" y="670"/>
                    <a:pt x="8" y="671"/>
                    <a:pt x="10" y="671"/>
                  </a:cubicBezTo>
                  <a:cubicBezTo>
                    <a:pt x="11" y="671"/>
                    <a:pt x="90" y="671"/>
                    <a:pt x="185" y="671"/>
                  </a:cubicBezTo>
                  <a:cubicBezTo>
                    <a:pt x="185" y="957"/>
                    <a:pt x="185" y="957"/>
                    <a:pt x="185" y="957"/>
                  </a:cubicBezTo>
                  <a:cubicBezTo>
                    <a:pt x="185" y="996"/>
                    <a:pt x="216" y="1027"/>
                    <a:pt x="255" y="1027"/>
                  </a:cubicBezTo>
                  <a:cubicBezTo>
                    <a:pt x="294" y="1027"/>
                    <a:pt x="325" y="996"/>
                    <a:pt x="325" y="957"/>
                  </a:cubicBezTo>
                  <a:cubicBezTo>
                    <a:pt x="325" y="671"/>
                    <a:pt x="325" y="671"/>
                    <a:pt x="325" y="671"/>
                  </a:cubicBezTo>
                  <a:cubicBezTo>
                    <a:pt x="325" y="671"/>
                    <a:pt x="488" y="671"/>
                    <a:pt x="488" y="671"/>
                  </a:cubicBezTo>
                  <a:cubicBezTo>
                    <a:pt x="490" y="670"/>
                    <a:pt x="492" y="669"/>
                    <a:pt x="494" y="668"/>
                  </a:cubicBezTo>
                  <a:cubicBezTo>
                    <a:pt x="496" y="665"/>
                    <a:pt x="497" y="662"/>
                    <a:pt x="497" y="659"/>
                  </a:cubicBezTo>
                  <a:cubicBezTo>
                    <a:pt x="497" y="659"/>
                    <a:pt x="463" y="522"/>
                    <a:pt x="428" y="380"/>
                  </a:cubicBezTo>
                  <a:cubicBezTo>
                    <a:pt x="398" y="380"/>
                    <a:pt x="359" y="380"/>
                    <a:pt x="308" y="380"/>
                  </a:cubicBezTo>
                  <a:cubicBezTo>
                    <a:pt x="276" y="381"/>
                    <a:pt x="249" y="359"/>
                    <a:pt x="240" y="329"/>
                  </a:cubicBezTo>
                  <a:cubicBezTo>
                    <a:pt x="196" y="164"/>
                    <a:pt x="196" y="164"/>
                    <a:pt x="196" y="164"/>
                  </a:cubicBezTo>
                  <a:cubicBezTo>
                    <a:pt x="193" y="154"/>
                    <a:pt x="191" y="144"/>
                    <a:pt x="202" y="138"/>
                  </a:cubicBezTo>
                  <a:cubicBezTo>
                    <a:pt x="203" y="137"/>
                    <a:pt x="204" y="137"/>
                    <a:pt x="205" y="137"/>
                  </a:cubicBezTo>
                  <a:cubicBezTo>
                    <a:pt x="220" y="189"/>
                    <a:pt x="256" y="324"/>
                    <a:pt x="256" y="324"/>
                  </a:cubicBezTo>
                  <a:cubicBezTo>
                    <a:pt x="256" y="324"/>
                    <a:pt x="256" y="324"/>
                    <a:pt x="256" y="324"/>
                  </a:cubicBezTo>
                  <a:cubicBezTo>
                    <a:pt x="263" y="349"/>
                    <a:pt x="284" y="364"/>
                    <a:pt x="308" y="364"/>
                  </a:cubicBezTo>
                  <a:cubicBezTo>
                    <a:pt x="308" y="364"/>
                    <a:pt x="308" y="364"/>
                    <a:pt x="308" y="364"/>
                  </a:cubicBezTo>
                  <a:cubicBezTo>
                    <a:pt x="308" y="364"/>
                    <a:pt x="524" y="364"/>
                    <a:pt x="524" y="3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41" name="组合 140"/>
          <p:cNvGrpSpPr/>
          <p:nvPr/>
        </p:nvGrpSpPr>
        <p:grpSpPr>
          <a:xfrm>
            <a:off x="6103938" y="5067300"/>
            <a:ext cx="1019175" cy="966788"/>
            <a:chOff x="6103938" y="5067300"/>
            <a:chExt cx="1019175" cy="966788"/>
          </a:xfrm>
          <a:solidFill>
            <a:schemeClr val="tx1">
              <a:lumMod val="65000"/>
              <a:lumOff val="35000"/>
            </a:schemeClr>
          </a:solidFill>
        </p:grpSpPr>
        <p:sp>
          <p:nvSpPr>
            <p:cNvPr id="142" name="Freeform 136"/>
            <p:cNvSpPr>
              <a:spLocks/>
            </p:cNvSpPr>
            <p:nvPr/>
          </p:nvSpPr>
          <p:spPr bwMode="auto">
            <a:xfrm>
              <a:off x="7040563" y="5730875"/>
              <a:ext cx="19050" cy="303213"/>
            </a:xfrm>
            <a:custGeom>
              <a:avLst/>
              <a:gdLst>
                <a:gd name="T0" fmla="*/ 0 w 19"/>
                <a:gd name="T1" fmla="*/ 288 h 297"/>
                <a:gd name="T2" fmla="*/ 9 w 19"/>
                <a:gd name="T3" fmla="*/ 297 h 297"/>
                <a:gd name="T4" fmla="*/ 19 w 19"/>
                <a:gd name="T5" fmla="*/ 288 h 297"/>
                <a:gd name="T6" fmla="*/ 19 w 19"/>
                <a:gd name="T7" fmla="*/ 0 h 297"/>
                <a:gd name="T8" fmla="*/ 0 w 19"/>
                <a:gd name="T9" fmla="*/ 0 h 297"/>
                <a:gd name="T10" fmla="*/ 0 w 19"/>
                <a:gd name="T11" fmla="*/ 288 h 297"/>
              </a:gdLst>
              <a:ahLst/>
              <a:cxnLst>
                <a:cxn ang="0">
                  <a:pos x="T0" y="T1"/>
                </a:cxn>
                <a:cxn ang="0">
                  <a:pos x="T2" y="T3"/>
                </a:cxn>
                <a:cxn ang="0">
                  <a:pos x="T4" y="T5"/>
                </a:cxn>
                <a:cxn ang="0">
                  <a:pos x="T6" y="T7"/>
                </a:cxn>
                <a:cxn ang="0">
                  <a:pos x="T8" y="T9"/>
                </a:cxn>
                <a:cxn ang="0">
                  <a:pos x="T10" y="T11"/>
                </a:cxn>
              </a:cxnLst>
              <a:rect l="0" t="0" r="r" b="b"/>
              <a:pathLst>
                <a:path w="19" h="297">
                  <a:moveTo>
                    <a:pt x="0" y="288"/>
                  </a:moveTo>
                  <a:cubicBezTo>
                    <a:pt x="0" y="293"/>
                    <a:pt x="4" y="297"/>
                    <a:pt x="9" y="297"/>
                  </a:cubicBezTo>
                  <a:cubicBezTo>
                    <a:pt x="14" y="297"/>
                    <a:pt x="19" y="293"/>
                    <a:pt x="19" y="288"/>
                  </a:cubicBezTo>
                  <a:cubicBezTo>
                    <a:pt x="19" y="287"/>
                    <a:pt x="19" y="0"/>
                    <a:pt x="19" y="0"/>
                  </a:cubicBezTo>
                  <a:cubicBezTo>
                    <a:pt x="0" y="0"/>
                    <a:pt x="0" y="0"/>
                    <a:pt x="0" y="0"/>
                  </a:cubicBezTo>
                  <a:cubicBezTo>
                    <a:pt x="0" y="0"/>
                    <a:pt x="0" y="287"/>
                    <a:pt x="0" y="2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137"/>
            <p:cNvSpPr>
              <a:spLocks/>
            </p:cNvSpPr>
            <p:nvPr/>
          </p:nvSpPr>
          <p:spPr bwMode="auto">
            <a:xfrm>
              <a:off x="6165851" y="5730875"/>
              <a:ext cx="20638" cy="303213"/>
            </a:xfrm>
            <a:custGeom>
              <a:avLst/>
              <a:gdLst>
                <a:gd name="T0" fmla="*/ 0 w 19"/>
                <a:gd name="T1" fmla="*/ 288 h 297"/>
                <a:gd name="T2" fmla="*/ 10 w 19"/>
                <a:gd name="T3" fmla="*/ 297 h 297"/>
                <a:gd name="T4" fmla="*/ 19 w 19"/>
                <a:gd name="T5" fmla="*/ 288 h 297"/>
                <a:gd name="T6" fmla="*/ 19 w 19"/>
                <a:gd name="T7" fmla="*/ 0 h 297"/>
                <a:gd name="T8" fmla="*/ 0 w 19"/>
                <a:gd name="T9" fmla="*/ 0 h 297"/>
                <a:gd name="T10" fmla="*/ 0 w 19"/>
                <a:gd name="T11" fmla="*/ 288 h 297"/>
              </a:gdLst>
              <a:ahLst/>
              <a:cxnLst>
                <a:cxn ang="0">
                  <a:pos x="T0" y="T1"/>
                </a:cxn>
                <a:cxn ang="0">
                  <a:pos x="T2" y="T3"/>
                </a:cxn>
                <a:cxn ang="0">
                  <a:pos x="T4" y="T5"/>
                </a:cxn>
                <a:cxn ang="0">
                  <a:pos x="T6" y="T7"/>
                </a:cxn>
                <a:cxn ang="0">
                  <a:pos x="T8" y="T9"/>
                </a:cxn>
                <a:cxn ang="0">
                  <a:pos x="T10" y="T11"/>
                </a:cxn>
              </a:cxnLst>
              <a:rect l="0" t="0" r="r" b="b"/>
              <a:pathLst>
                <a:path w="19" h="297">
                  <a:moveTo>
                    <a:pt x="0" y="288"/>
                  </a:moveTo>
                  <a:cubicBezTo>
                    <a:pt x="0" y="293"/>
                    <a:pt x="4" y="297"/>
                    <a:pt x="10" y="297"/>
                  </a:cubicBezTo>
                  <a:cubicBezTo>
                    <a:pt x="15" y="297"/>
                    <a:pt x="19" y="293"/>
                    <a:pt x="19" y="288"/>
                  </a:cubicBezTo>
                  <a:cubicBezTo>
                    <a:pt x="19" y="287"/>
                    <a:pt x="19" y="0"/>
                    <a:pt x="19" y="0"/>
                  </a:cubicBezTo>
                  <a:cubicBezTo>
                    <a:pt x="0" y="0"/>
                    <a:pt x="0" y="0"/>
                    <a:pt x="0" y="0"/>
                  </a:cubicBezTo>
                  <a:cubicBezTo>
                    <a:pt x="0" y="0"/>
                    <a:pt x="0" y="287"/>
                    <a:pt x="0" y="2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138"/>
            <p:cNvSpPr>
              <a:spLocks/>
            </p:cNvSpPr>
            <p:nvPr/>
          </p:nvSpPr>
          <p:spPr bwMode="auto">
            <a:xfrm>
              <a:off x="6467476" y="5840413"/>
              <a:ext cx="17463" cy="193675"/>
            </a:xfrm>
            <a:custGeom>
              <a:avLst/>
              <a:gdLst>
                <a:gd name="T0" fmla="*/ 0 w 16"/>
                <a:gd name="T1" fmla="*/ 181 h 189"/>
                <a:gd name="T2" fmla="*/ 8 w 16"/>
                <a:gd name="T3" fmla="*/ 189 h 189"/>
                <a:gd name="T4" fmla="*/ 16 w 16"/>
                <a:gd name="T5" fmla="*/ 181 h 189"/>
                <a:gd name="T6" fmla="*/ 16 w 16"/>
                <a:gd name="T7" fmla="*/ 0 h 189"/>
                <a:gd name="T8" fmla="*/ 0 w 16"/>
                <a:gd name="T9" fmla="*/ 0 h 189"/>
                <a:gd name="T10" fmla="*/ 0 w 16"/>
                <a:gd name="T11" fmla="*/ 181 h 189"/>
              </a:gdLst>
              <a:ahLst/>
              <a:cxnLst>
                <a:cxn ang="0">
                  <a:pos x="T0" y="T1"/>
                </a:cxn>
                <a:cxn ang="0">
                  <a:pos x="T2" y="T3"/>
                </a:cxn>
                <a:cxn ang="0">
                  <a:pos x="T4" y="T5"/>
                </a:cxn>
                <a:cxn ang="0">
                  <a:pos x="T6" y="T7"/>
                </a:cxn>
                <a:cxn ang="0">
                  <a:pos x="T8" y="T9"/>
                </a:cxn>
                <a:cxn ang="0">
                  <a:pos x="T10" y="T11"/>
                </a:cxn>
              </a:cxnLst>
              <a:rect l="0" t="0" r="r" b="b"/>
              <a:pathLst>
                <a:path w="16" h="189">
                  <a:moveTo>
                    <a:pt x="0" y="181"/>
                  </a:moveTo>
                  <a:cubicBezTo>
                    <a:pt x="0" y="186"/>
                    <a:pt x="4" y="189"/>
                    <a:pt x="8" y="189"/>
                  </a:cubicBezTo>
                  <a:cubicBezTo>
                    <a:pt x="12" y="189"/>
                    <a:pt x="16" y="186"/>
                    <a:pt x="16" y="181"/>
                  </a:cubicBezTo>
                  <a:cubicBezTo>
                    <a:pt x="16" y="0"/>
                    <a:pt x="16" y="0"/>
                    <a:pt x="16" y="0"/>
                  </a:cubicBezTo>
                  <a:cubicBezTo>
                    <a:pt x="0" y="0"/>
                    <a:pt x="0" y="0"/>
                    <a:pt x="0" y="0"/>
                  </a:cubicBezTo>
                  <a:lnTo>
                    <a:pt x="0" y="1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139"/>
            <p:cNvSpPr>
              <a:spLocks/>
            </p:cNvSpPr>
            <p:nvPr/>
          </p:nvSpPr>
          <p:spPr bwMode="auto">
            <a:xfrm>
              <a:off x="6489701" y="5067300"/>
              <a:ext cx="223838" cy="341313"/>
            </a:xfrm>
            <a:custGeom>
              <a:avLst/>
              <a:gdLst>
                <a:gd name="T0" fmla="*/ 109 w 218"/>
                <a:gd name="T1" fmla="*/ 335 h 335"/>
                <a:gd name="T2" fmla="*/ 218 w 218"/>
                <a:gd name="T3" fmla="*/ 226 h 335"/>
                <a:gd name="T4" fmla="*/ 119 w 218"/>
                <a:gd name="T5" fmla="*/ 118 h 335"/>
                <a:gd name="T6" fmla="*/ 143 w 218"/>
                <a:gd name="T7" fmla="*/ 71 h 335"/>
                <a:gd name="T8" fmla="*/ 190 w 218"/>
                <a:gd name="T9" fmla="*/ 51 h 335"/>
                <a:gd name="T10" fmla="*/ 84 w 218"/>
                <a:gd name="T11" fmla="*/ 43 h 335"/>
                <a:gd name="T12" fmla="*/ 104 w 218"/>
                <a:gd name="T13" fmla="*/ 118 h 335"/>
                <a:gd name="T14" fmla="*/ 0 w 218"/>
                <a:gd name="T15" fmla="*/ 226 h 335"/>
                <a:gd name="T16" fmla="*/ 109 w 218"/>
                <a:gd name="T17" fmla="*/ 335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8" h="335">
                  <a:moveTo>
                    <a:pt x="109" y="335"/>
                  </a:moveTo>
                  <a:cubicBezTo>
                    <a:pt x="169" y="335"/>
                    <a:pt x="218" y="286"/>
                    <a:pt x="218" y="226"/>
                  </a:cubicBezTo>
                  <a:cubicBezTo>
                    <a:pt x="218" y="169"/>
                    <a:pt x="174" y="123"/>
                    <a:pt x="119" y="118"/>
                  </a:cubicBezTo>
                  <a:cubicBezTo>
                    <a:pt x="119" y="94"/>
                    <a:pt x="134" y="80"/>
                    <a:pt x="143" y="71"/>
                  </a:cubicBezTo>
                  <a:cubicBezTo>
                    <a:pt x="156" y="57"/>
                    <a:pt x="173" y="51"/>
                    <a:pt x="190" y="51"/>
                  </a:cubicBezTo>
                  <a:cubicBezTo>
                    <a:pt x="160" y="17"/>
                    <a:pt x="107" y="0"/>
                    <a:pt x="84" y="43"/>
                  </a:cubicBezTo>
                  <a:cubicBezTo>
                    <a:pt x="69" y="72"/>
                    <a:pt x="88" y="101"/>
                    <a:pt x="104" y="118"/>
                  </a:cubicBezTo>
                  <a:cubicBezTo>
                    <a:pt x="46" y="121"/>
                    <a:pt x="0" y="168"/>
                    <a:pt x="0" y="226"/>
                  </a:cubicBezTo>
                  <a:cubicBezTo>
                    <a:pt x="0" y="286"/>
                    <a:pt x="49" y="335"/>
                    <a:pt x="109" y="3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140"/>
            <p:cNvSpPr>
              <a:spLocks noEditPoints="1"/>
            </p:cNvSpPr>
            <p:nvPr/>
          </p:nvSpPr>
          <p:spPr bwMode="auto">
            <a:xfrm>
              <a:off x="6375401" y="5422900"/>
              <a:ext cx="473075" cy="246063"/>
            </a:xfrm>
            <a:custGeom>
              <a:avLst/>
              <a:gdLst>
                <a:gd name="T0" fmla="*/ 34 w 462"/>
                <a:gd name="T1" fmla="*/ 241 h 241"/>
                <a:gd name="T2" fmla="*/ 150 w 462"/>
                <a:gd name="T3" fmla="*/ 241 h 241"/>
                <a:gd name="T4" fmla="*/ 189 w 462"/>
                <a:gd name="T5" fmla="*/ 202 h 241"/>
                <a:gd name="T6" fmla="*/ 150 w 462"/>
                <a:gd name="T7" fmla="*/ 163 h 241"/>
                <a:gd name="T8" fmla="*/ 64 w 462"/>
                <a:gd name="T9" fmla="*/ 163 h 241"/>
                <a:gd name="T10" fmla="*/ 75 w 462"/>
                <a:gd name="T11" fmla="*/ 152 h 241"/>
                <a:gd name="T12" fmla="*/ 93 w 462"/>
                <a:gd name="T13" fmla="*/ 152 h 241"/>
                <a:gd name="T14" fmla="*/ 107 w 462"/>
                <a:gd name="T15" fmla="*/ 89 h 241"/>
                <a:gd name="T16" fmla="*/ 107 w 462"/>
                <a:gd name="T17" fmla="*/ 89 h 241"/>
                <a:gd name="T18" fmla="*/ 114 w 462"/>
                <a:gd name="T19" fmla="*/ 83 h 241"/>
                <a:gd name="T20" fmla="*/ 122 w 462"/>
                <a:gd name="T21" fmla="*/ 91 h 241"/>
                <a:gd name="T22" fmla="*/ 109 w 462"/>
                <a:gd name="T23" fmla="*/ 152 h 241"/>
                <a:gd name="T24" fmla="*/ 150 w 462"/>
                <a:gd name="T25" fmla="*/ 152 h 241"/>
                <a:gd name="T26" fmla="*/ 199 w 462"/>
                <a:gd name="T27" fmla="*/ 202 h 241"/>
                <a:gd name="T28" fmla="*/ 182 w 462"/>
                <a:gd name="T29" fmla="*/ 240 h 241"/>
                <a:gd name="T30" fmla="*/ 237 w 462"/>
                <a:gd name="T31" fmla="*/ 240 h 241"/>
                <a:gd name="T32" fmla="*/ 219 w 462"/>
                <a:gd name="T33" fmla="*/ 202 h 241"/>
                <a:gd name="T34" fmla="*/ 257 w 462"/>
                <a:gd name="T35" fmla="*/ 154 h 241"/>
                <a:gd name="T36" fmla="*/ 270 w 462"/>
                <a:gd name="T37" fmla="*/ 96 h 241"/>
                <a:gd name="T38" fmla="*/ 291 w 462"/>
                <a:gd name="T39" fmla="*/ 100 h 241"/>
                <a:gd name="T40" fmla="*/ 279 w 462"/>
                <a:gd name="T41" fmla="*/ 152 h 241"/>
                <a:gd name="T42" fmla="*/ 352 w 462"/>
                <a:gd name="T43" fmla="*/ 152 h 241"/>
                <a:gd name="T44" fmla="*/ 340 w 462"/>
                <a:gd name="T45" fmla="*/ 91 h 241"/>
                <a:gd name="T46" fmla="*/ 340 w 462"/>
                <a:gd name="T47" fmla="*/ 90 h 241"/>
                <a:gd name="T48" fmla="*/ 348 w 462"/>
                <a:gd name="T49" fmla="*/ 83 h 241"/>
                <a:gd name="T50" fmla="*/ 355 w 462"/>
                <a:gd name="T51" fmla="*/ 89 h 241"/>
                <a:gd name="T52" fmla="*/ 355 w 462"/>
                <a:gd name="T53" fmla="*/ 89 h 241"/>
                <a:gd name="T54" fmla="*/ 369 w 462"/>
                <a:gd name="T55" fmla="*/ 152 h 241"/>
                <a:gd name="T56" fmla="*/ 387 w 462"/>
                <a:gd name="T57" fmla="*/ 152 h 241"/>
                <a:gd name="T58" fmla="*/ 398 w 462"/>
                <a:gd name="T59" fmla="*/ 163 h 241"/>
                <a:gd name="T60" fmla="*/ 269 w 462"/>
                <a:gd name="T61" fmla="*/ 163 h 241"/>
                <a:gd name="T62" fmla="*/ 230 w 462"/>
                <a:gd name="T63" fmla="*/ 202 h 241"/>
                <a:gd name="T64" fmla="*/ 269 w 462"/>
                <a:gd name="T65" fmla="*/ 240 h 241"/>
                <a:gd name="T66" fmla="*/ 269 w 462"/>
                <a:gd name="T67" fmla="*/ 241 h 241"/>
                <a:gd name="T68" fmla="*/ 420 w 462"/>
                <a:gd name="T69" fmla="*/ 241 h 241"/>
                <a:gd name="T70" fmla="*/ 428 w 462"/>
                <a:gd name="T71" fmla="*/ 240 h 241"/>
                <a:gd name="T72" fmla="*/ 458 w 462"/>
                <a:gd name="T73" fmla="*/ 193 h 241"/>
                <a:gd name="T74" fmla="*/ 458 w 462"/>
                <a:gd name="T75" fmla="*/ 193 h 241"/>
                <a:gd name="T76" fmla="*/ 430 w 462"/>
                <a:gd name="T77" fmla="*/ 67 h 241"/>
                <a:gd name="T78" fmla="*/ 430 w 462"/>
                <a:gd name="T79" fmla="*/ 67 h 241"/>
                <a:gd name="T80" fmla="*/ 430 w 462"/>
                <a:gd name="T81" fmla="*/ 66 h 241"/>
                <a:gd name="T82" fmla="*/ 359 w 462"/>
                <a:gd name="T83" fmla="*/ 0 h 241"/>
                <a:gd name="T84" fmla="*/ 109 w 462"/>
                <a:gd name="T85" fmla="*/ 0 h 241"/>
                <a:gd name="T86" fmla="*/ 32 w 462"/>
                <a:gd name="T87" fmla="*/ 66 h 241"/>
                <a:gd name="T88" fmla="*/ 32 w 462"/>
                <a:gd name="T89" fmla="*/ 67 h 241"/>
                <a:gd name="T90" fmla="*/ 4 w 462"/>
                <a:gd name="T91" fmla="*/ 193 h 241"/>
                <a:gd name="T92" fmla="*/ 4 w 462"/>
                <a:gd name="T93" fmla="*/ 193 h 241"/>
                <a:gd name="T94" fmla="*/ 34 w 462"/>
                <a:gd name="T95" fmla="*/ 241 h 241"/>
                <a:gd name="T96" fmla="*/ 277 w 462"/>
                <a:gd name="T97" fmla="*/ 63 h 241"/>
                <a:gd name="T98" fmla="*/ 290 w 462"/>
                <a:gd name="T99" fmla="*/ 55 h 241"/>
                <a:gd name="T100" fmla="*/ 298 w 462"/>
                <a:gd name="T101" fmla="*/ 68 h 241"/>
                <a:gd name="T102" fmla="*/ 295 w 462"/>
                <a:gd name="T103" fmla="*/ 80 h 241"/>
                <a:gd name="T104" fmla="*/ 274 w 462"/>
                <a:gd name="T105" fmla="*/ 76 h 241"/>
                <a:gd name="T106" fmla="*/ 277 w 462"/>
                <a:gd name="T107" fmla="*/ 63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62" h="241">
                  <a:moveTo>
                    <a:pt x="34" y="241"/>
                  </a:moveTo>
                  <a:cubicBezTo>
                    <a:pt x="42" y="241"/>
                    <a:pt x="150" y="241"/>
                    <a:pt x="150" y="241"/>
                  </a:cubicBezTo>
                  <a:cubicBezTo>
                    <a:pt x="171" y="240"/>
                    <a:pt x="189" y="223"/>
                    <a:pt x="189" y="202"/>
                  </a:cubicBezTo>
                  <a:cubicBezTo>
                    <a:pt x="189" y="180"/>
                    <a:pt x="171" y="163"/>
                    <a:pt x="150" y="163"/>
                  </a:cubicBezTo>
                  <a:cubicBezTo>
                    <a:pt x="64" y="163"/>
                    <a:pt x="64" y="163"/>
                    <a:pt x="64" y="163"/>
                  </a:cubicBezTo>
                  <a:cubicBezTo>
                    <a:pt x="64" y="157"/>
                    <a:pt x="69" y="152"/>
                    <a:pt x="75" y="152"/>
                  </a:cubicBezTo>
                  <a:cubicBezTo>
                    <a:pt x="93" y="152"/>
                    <a:pt x="93" y="152"/>
                    <a:pt x="93" y="152"/>
                  </a:cubicBezTo>
                  <a:cubicBezTo>
                    <a:pt x="107" y="89"/>
                    <a:pt x="107" y="89"/>
                    <a:pt x="107" y="89"/>
                  </a:cubicBezTo>
                  <a:cubicBezTo>
                    <a:pt x="107" y="89"/>
                    <a:pt x="107" y="89"/>
                    <a:pt x="107" y="89"/>
                  </a:cubicBezTo>
                  <a:cubicBezTo>
                    <a:pt x="108" y="86"/>
                    <a:pt x="111" y="83"/>
                    <a:pt x="114" y="83"/>
                  </a:cubicBezTo>
                  <a:cubicBezTo>
                    <a:pt x="119" y="83"/>
                    <a:pt x="122" y="87"/>
                    <a:pt x="122" y="91"/>
                  </a:cubicBezTo>
                  <a:cubicBezTo>
                    <a:pt x="122" y="92"/>
                    <a:pt x="109" y="152"/>
                    <a:pt x="109" y="152"/>
                  </a:cubicBezTo>
                  <a:cubicBezTo>
                    <a:pt x="150" y="152"/>
                    <a:pt x="150" y="152"/>
                    <a:pt x="150" y="152"/>
                  </a:cubicBezTo>
                  <a:cubicBezTo>
                    <a:pt x="177" y="152"/>
                    <a:pt x="199" y="174"/>
                    <a:pt x="199" y="202"/>
                  </a:cubicBezTo>
                  <a:cubicBezTo>
                    <a:pt x="199" y="217"/>
                    <a:pt x="192" y="230"/>
                    <a:pt x="182" y="240"/>
                  </a:cubicBezTo>
                  <a:cubicBezTo>
                    <a:pt x="237" y="240"/>
                    <a:pt x="237" y="240"/>
                    <a:pt x="237" y="240"/>
                  </a:cubicBezTo>
                  <a:cubicBezTo>
                    <a:pt x="226" y="230"/>
                    <a:pt x="219" y="217"/>
                    <a:pt x="219" y="202"/>
                  </a:cubicBezTo>
                  <a:cubicBezTo>
                    <a:pt x="219" y="178"/>
                    <a:pt x="235" y="159"/>
                    <a:pt x="257" y="154"/>
                  </a:cubicBezTo>
                  <a:cubicBezTo>
                    <a:pt x="270" y="96"/>
                    <a:pt x="270" y="96"/>
                    <a:pt x="270" y="96"/>
                  </a:cubicBezTo>
                  <a:cubicBezTo>
                    <a:pt x="291" y="100"/>
                    <a:pt x="291" y="100"/>
                    <a:pt x="291" y="100"/>
                  </a:cubicBezTo>
                  <a:cubicBezTo>
                    <a:pt x="279" y="152"/>
                    <a:pt x="279" y="152"/>
                    <a:pt x="279" y="152"/>
                  </a:cubicBezTo>
                  <a:cubicBezTo>
                    <a:pt x="352" y="152"/>
                    <a:pt x="352" y="152"/>
                    <a:pt x="352" y="152"/>
                  </a:cubicBezTo>
                  <a:cubicBezTo>
                    <a:pt x="352" y="152"/>
                    <a:pt x="340" y="92"/>
                    <a:pt x="340" y="91"/>
                  </a:cubicBezTo>
                  <a:cubicBezTo>
                    <a:pt x="340" y="90"/>
                    <a:pt x="340" y="90"/>
                    <a:pt x="340" y="90"/>
                  </a:cubicBezTo>
                  <a:cubicBezTo>
                    <a:pt x="340" y="86"/>
                    <a:pt x="343" y="83"/>
                    <a:pt x="348" y="83"/>
                  </a:cubicBezTo>
                  <a:cubicBezTo>
                    <a:pt x="351" y="83"/>
                    <a:pt x="354" y="86"/>
                    <a:pt x="355" y="89"/>
                  </a:cubicBezTo>
                  <a:cubicBezTo>
                    <a:pt x="355" y="89"/>
                    <a:pt x="355" y="89"/>
                    <a:pt x="355" y="89"/>
                  </a:cubicBezTo>
                  <a:cubicBezTo>
                    <a:pt x="369" y="152"/>
                    <a:pt x="369" y="152"/>
                    <a:pt x="369" y="152"/>
                  </a:cubicBezTo>
                  <a:cubicBezTo>
                    <a:pt x="387" y="152"/>
                    <a:pt x="387" y="152"/>
                    <a:pt x="387" y="152"/>
                  </a:cubicBezTo>
                  <a:cubicBezTo>
                    <a:pt x="393" y="152"/>
                    <a:pt x="398" y="157"/>
                    <a:pt x="398" y="163"/>
                  </a:cubicBezTo>
                  <a:cubicBezTo>
                    <a:pt x="269" y="163"/>
                    <a:pt x="269" y="163"/>
                    <a:pt x="269" y="163"/>
                  </a:cubicBezTo>
                  <a:cubicBezTo>
                    <a:pt x="247" y="163"/>
                    <a:pt x="230" y="180"/>
                    <a:pt x="230" y="202"/>
                  </a:cubicBezTo>
                  <a:cubicBezTo>
                    <a:pt x="230" y="223"/>
                    <a:pt x="247" y="240"/>
                    <a:pt x="269" y="240"/>
                  </a:cubicBezTo>
                  <a:cubicBezTo>
                    <a:pt x="269" y="241"/>
                    <a:pt x="269" y="241"/>
                    <a:pt x="269" y="241"/>
                  </a:cubicBezTo>
                  <a:cubicBezTo>
                    <a:pt x="420" y="241"/>
                    <a:pt x="420" y="241"/>
                    <a:pt x="420" y="241"/>
                  </a:cubicBezTo>
                  <a:cubicBezTo>
                    <a:pt x="420" y="241"/>
                    <a:pt x="425" y="240"/>
                    <a:pt x="428" y="240"/>
                  </a:cubicBezTo>
                  <a:cubicBezTo>
                    <a:pt x="449" y="235"/>
                    <a:pt x="462" y="214"/>
                    <a:pt x="458" y="193"/>
                  </a:cubicBezTo>
                  <a:cubicBezTo>
                    <a:pt x="458" y="193"/>
                    <a:pt x="458" y="193"/>
                    <a:pt x="458" y="193"/>
                  </a:cubicBezTo>
                  <a:cubicBezTo>
                    <a:pt x="430" y="67"/>
                    <a:pt x="430" y="67"/>
                    <a:pt x="430" y="67"/>
                  </a:cubicBezTo>
                  <a:cubicBezTo>
                    <a:pt x="430" y="67"/>
                    <a:pt x="430" y="67"/>
                    <a:pt x="430" y="67"/>
                  </a:cubicBezTo>
                  <a:cubicBezTo>
                    <a:pt x="430" y="67"/>
                    <a:pt x="430" y="67"/>
                    <a:pt x="430" y="66"/>
                  </a:cubicBezTo>
                  <a:cubicBezTo>
                    <a:pt x="424" y="31"/>
                    <a:pt x="395" y="3"/>
                    <a:pt x="359" y="0"/>
                  </a:cubicBezTo>
                  <a:cubicBezTo>
                    <a:pt x="109" y="0"/>
                    <a:pt x="109" y="0"/>
                    <a:pt x="109" y="0"/>
                  </a:cubicBezTo>
                  <a:cubicBezTo>
                    <a:pt x="70" y="0"/>
                    <a:pt x="38" y="29"/>
                    <a:pt x="32" y="66"/>
                  </a:cubicBezTo>
                  <a:cubicBezTo>
                    <a:pt x="32" y="67"/>
                    <a:pt x="32" y="67"/>
                    <a:pt x="32" y="67"/>
                  </a:cubicBezTo>
                  <a:cubicBezTo>
                    <a:pt x="4" y="193"/>
                    <a:pt x="4" y="193"/>
                    <a:pt x="4" y="193"/>
                  </a:cubicBezTo>
                  <a:cubicBezTo>
                    <a:pt x="4" y="193"/>
                    <a:pt x="4" y="193"/>
                    <a:pt x="4" y="193"/>
                  </a:cubicBezTo>
                  <a:cubicBezTo>
                    <a:pt x="0" y="214"/>
                    <a:pt x="12" y="240"/>
                    <a:pt x="34" y="241"/>
                  </a:cubicBezTo>
                  <a:close/>
                  <a:moveTo>
                    <a:pt x="277" y="63"/>
                  </a:moveTo>
                  <a:cubicBezTo>
                    <a:pt x="278" y="57"/>
                    <a:pt x="284" y="54"/>
                    <a:pt x="290" y="55"/>
                  </a:cubicBezTo>
                  <a:cubicBezTo>
                    <a:pt x="296" y="56"/>
                    <a:pt x="300" y="62"/>
                    <a:pt x="298" y="68"/>
                  </a:cubicBezTo>
                  <a:cubicBezTo>
                    <a:pt x="295" y="80"/>
                    <a:pt x="295" y="80"/>
                    <a:pt x="295" y="80"/>
                  </a:cubicBezTo>
                  <a:cubicBezTo>
                    <a:pt x="274" y="76"/>
                    <a:pt x="274" y="76"/>
                    <a:pt x="274" y="76"/>
                  </a:cubicBezTo>
                  <a:lnTo>
                    <a:pt x="277" y="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141"/>
            <p:cNvSpPr>
              <a:spLocks/>
            </p:cNvSpPr>
            <p:nvPr/>
          </p:nvSpPr>
          <p:spPr bwMode="auto">
            <a:xfrm>
              <a:off x="6407151" y="5729288"/>
              <a:ext cx="409575" cy="304800"/>
            </a:xfrm>
            <a:custGeom>
              <a:avLst/>
              <a:gdLst>
                <a:gd name="T0" fmla="*/ 28 w 400"/>
                <a:gd name="T1" fmla="*/ 0 h 298"/>
                <a:gd name="T2" fmla="*/ 0 w 400"/>
                <a:gd name="T3" fmla="*/ 92 h 298"/>
                <a:gd name="T4" fmla="*/ 59 w 400"/>
                <a:gd name="T5" fmla="*/ 92 h 298"/>
                <a:gd name="T6" fmla="*/ 75 w 400"/>
                <a:gd name="T7" fmla="*/ 92 h 298"/>
                <a:gd name="T8" fmla="*/ 86 w 400"/>
                <a:gd name="T9" fmla="*/ 92 h 298"/>
                <a:gd name="T10" fmla="*/ 90 w 400"/>
                <a:gd name="T11" fmla="*/ 92 h 298"/>
                <a:gd name="T12" fmla="*/ 90 w 400"/>
                <a:gd name="T13" fmla="*/ 247 h 298"/>
                <a:gd name="T14" fmla="*/ 141 w 400"/>
                <a:gd name="T15" fmla="*/ 298 h 298"/>
                <a:gd name="T16" fmla="*/ 192 w 400"/>
                <a:gd name="T17" fmla="*/ 247 h 298"/>
                <a:gd name="T18" fmla="*/ 192 w 400"/>
                <a:gd name="T19" fmla="*/ 92 h 298"/>
                <a:gd name="T20" fmla="*/ 207 w 400"/>
                <a:gd name="T21" fmla="*/ 92 h 298"/>
                <a:gd name="T22" fmla="*/ 207 w 400"/>
                <a:gd name="T23" fmla="*/ 247 h 298"/>
                <a:gd name="T24" fmla="*/ 258 w 400"/>
                <a:gd name="T25" fmla="*/ 298 h 298"/>
                <a:gd name="T26" fmla="*/ 308 w 400"/>
                <a:gd name="T27" fmla="*/ 247 h 298"/>
                <a:gd name="T28" fmla="*/ 308 w 400"/>
                <a:gd name="T29" fmla="*/ 92 h 298"/>
                <a:gd name="T30" fmla="*/ 318 w 400"/>
                <a:gd name="T31" fmla="*/ 92 h 298"/>
                <a:gd name="T32" fmla="*/ 323 w 400"/>
                <a:gd name="T33" fmla="*/ 92 h 298"/>
                <a:gd name="T34" fmla="*/ 339 w 400"/>
                <a:gd name="T35" fmla="*/ 92 h 298"/>
                <a:gd name="T36" fmla="*/ 400 w 400"/>
                <a:gd name="T37" fmla="*/ 92 h 298"/>
                <a:gd name="T38" fmla="*/ 372 w 400"/>
                <a:gd name="T39" fmla="*/ 0 h 298"/>
                <a:gd name="T40" fmla="*/ 28 w 400"/>
                <a:gd name="T41" fmla="*/ 0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0" h="298">
                  <a:moveTo>
                    <a:pt x="28" y="0"/>
                  </a:moveTo>
                  <a:cubicBezTo>
                    <a:pt x="0" y="92"/>
                    <a:pt x="0" y="92"/>
                    <a:pt x="0" y="92"/>
                  </a:cubicBezTo>
                  <a:cubicBezTo>
                    <a:pt x="59" y="92"/>
                    <a:pt x="59" y="92"/>
                    <a:pt x="59" y="92"/>
                  </a:cubicBezTo>
                  <a:cubicBezTo>
                    <a:pt x="75" y="92"/>
                    <a:pt x="75" y="92"/>
                    <a:pt x="75" y="92"/>
                  </a:cubicBezTo>
                  <a:cubicBezTo>
                    <a:pt x="86" y="92"/>
                    <a:pt x="86" y="92"/>
                    <a:pt x="86" y="92"/>
                  </a:cubicBezTo>
                  <a:cubicBezTo>
                    <a:pt x="90" y="92"/>
                    <a:pt x="90" y="92"/>
                    <a:pt x="90" y="92"/>
                  </a:cubicBezTo>
                  <a:cubicBezTo>
                    <a:pt x="90" y="247"/>
                    <a:pt x="90" y="247"/>
                    <a:pt x="90" y="247"/>
                  </a:cubicBezTo>
                  <a:cubicBezTo>
                    <a:pt x="90" y="275"/>
                    <a:pt x="113" y="298"/>
                    <a:pt x="141" y="298"/>
                  </a:cubicBezTo>
                  <a:cubicBezTo>
                    <a:pt x="169" y="298"/>
                    <a:pt x="192" y="275"/>
                    <a:pt x="192" y="247"/>
                  </a:cubicBezTo>
                  <a:cubicBezTo>
                    <a:pt x="192" y="92"/>
                    <a:pt x="192" y="92"/>
                    <a:pt x="192" y="92"/>
                  </a:cubicBezTo>
                  <a:cubicBezTo>
                    <a:pt x="207" y="92"/>
                    <a:pt x="207" y="92"/>
                    <a:pt x="207" y="92"/>
                  </a:cubicBezTo>
                  <a:cubicBezTo>
                    <a:pt x="207" y="247"/>
                    <a:pt x="207" y="247"/>
                    <a:pt x="207" y="247"/>
                  </a:cubicBezTo>
                  <a:cubicBezTo>
                    <a:pt x="207" y="275"/>
                    <a:pt x="230" y="298"/>
                    <a:pt x="258" y="298"/>
                  </a:cubicBezTo>
                  <a:cubicBezTo>
                    <a:pt x="286" y="298"/>
                    <a:pt x="308" y="275"/>
                    <a:pt x="308" y="247"/>
                  </a:cubicBezTo>
                  <a:cubicBezTo>
                    <a:pt x="308" y="92"/>
                    <a:pt x="308" y="92"/>
                    <a:pt x="308" y="92"/>
                  </a:cubicBezTo>
                  <a:cubicBezTo>
                    <a:pt x="318" y="92"/>
                    <a:pt x="318" y="92"/>
                    <a:pt x="318" y="92"/>
                  </a:cubicBezTo>
                  <a:cubicBezTo>
                    <a:pt x="323" y="92"/>
                    <a:pt x="323" y="92"/>
                    <a:pt x="323" y="92"/>
                  </a:cubicBezTo>
                  <a:cubicBezTo>
                    <a:pt x="339" y="92"/>
                    <a:pt x="339" y="92"/>
                    <a:pt x="339" y="92"/>
                  </a:cubicBezTo>
                  <a:cubicBezTo>
                    <a:pt x="400" y="92"/>
                    <a:pt x="400" y="92"/>
                    <a:pt x="400" y="92"/>
                  </a:cubicBezTo>
                  <a:cubicBezTo>
                    <a:pt x="372" y="0"/>
                    <a:pt x="372" y="0"/>
                    <a:pt x="372" y="0"/>
                  </a:cubicBezTo>
                  <a:lnTo>
                    <a:pt x="2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142"/>
            <p:cNvSpPr>
              <a:spLocks/>
            </p:cNvSpPr>
            <p:nvPr/>
          </p:nvSpPr>
          <p:spPr bwMode="auto">
            <a:xfrm>
              <a:off x="6103938" y="5688013"/>
              <a:ext cx="1019175" cy="25400"/>
            </a:xfrm>
            <a:custGeom>
              <a:avLst/>
              <a:gdLst>
                <a:gd name="T0" fmla="*/ 986 w 999"/>
                <a:gd name="T1" fmla="*/ 0 h 25"/>
                <a:gd name="T2" fmla="*/ 13 w 999"/>
                <a:gd name="T3" fmla="*/ 0 h 25"/>
                <a:gd name="T4" fmla="*/ 0 w 999"/>
                <a:gd name="T5" fmla="*/ 12 h 25"/>
                <a:gd name="T6" fmla="*/ 13 w 999"/>
                <a:gd name="T7" fmla="*/ 25 h 25"/>
                <a:gd name="T8" fmla="*/ 986 w 999"/>
                <a:gd name="T9" fmla="*/ 25 h 25"/>
                <a:gd name="T10" fmla="*/ 999 w 999"/>
                <a:gd name="T11" fmla="*/ 12 h 25"/>
                <a:gd name="T12" fmla="*/ 986 w 999"/>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999" h="25">
                  <a:moveTo>
                    <a:pt x="986" y="0"/>
                  </a:moveTo>
                  <a:cubicBezTo>
                    <a:pt x="13" y="0"/>
                    <a:pt x="13" y="0"/>
                    <a:pt x="13" y="0"/>
                  </a:cubicBezTo>
                  <a:cubicBezTo>
                    <a:pt x="6" y="0"/>
                    <a:pt x="0" y="5"/>
                    <a:pt x="0" y="12"/>
                  </a:cubicBezTo>
                  <a:cubicBezTo>
                    <a:pt x="0" y="19"/>
                    <a:pt x="6" y="25"/>
                    <a:pt x="13" y="25"/>
                  </a:cubicBezTo>
                  <a:cubicBezTo>
                    <a:pt x="986" y="25"/>
                    <a:pt x="986" y="25"/>
                    <a:pt x="986" y="25"/>
                  </a:cubicBezTo>
                  <a:cubicBezTo>
                    <a:pt x="993" y="25"/>
                    <a:pt x="999" y="19"/>
                    <a:pt x="999" y="12"/>
                  </a:cubicBezTo>
                  <a:cubicBezTo>
                    <a:pt x="999" y="5"/>
                    <a:pt x="993" y="0"/>
                    <a:pt x="98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143"/>
            <p:cNvSpPr>
              <a:spLocks/>
            </p:cNvSpPr>
            <p:nvPr/>
          </p:nvSpPr>
          <p:spPr bwMode="auto">
            <a:xfrm>
              <a:off x="6737351" y="5840413"/>
              <a:ext cx="15875" cy="193675"/>
            </a:xfrm>
            <a:custGeom>
              <a:avLst/>
              <a:gdLst>
                <a:gd name="T0" fmla="*/ 0 w 16"/>
                <a:gd name="T1" fmla="*/ 181 h 189"/>
                <a:gd name="T2" fmla="*/ 8 w 16"/>
                <a:gd name="T3" fmla="*/ 189 h 189"/>
                <a:gd name="T4" fmla="*/ 16 w 16"/>
                <a:gd name="T5" fmla="*/ 181 h 189"/>
                <a:gd name="T6" fmla="*/ 16 w 16"/>
                <a:gd name="T7" fmla="*/ 0 h 189"/>
                <a:gd name="T8" fmla="*/ 0 w 16"/>
                <a:gd name="T9" fmla="*/ 0 h 189"/>
                <a:gd name="T10" fmla="*/ 0 w 16"/>
                <a:gd name="T11" fmla="*/ 181 h 189"/>
              </a:gdLst>
              <a:ahLst/>
              <a:cxnLst>
                <a:cxn ang="0">
                  <a:pos x="T0" y="T1"/>
                </a:cxn>
                <a:cxn ang="0">
                  <a:pos x="T2" y="T3"/>
                </a:cxn>
                <a:cxn ang="0">
                  <a:pos x="T4" y="T5"/>
                </a:cxn>
                <a:cxn ang="0">
                  <a:pos x="T6" y="T7"/>
                </a:cxn>
                <a:cxn ang="0">
                  <a:pos x="T8" y="T9"/>
                </a:cxn>
                <a:cxn ang="0">
                  <a:pos x="T10" y="T11"/>
                </a:cxn>
              </a:cxnLst>
              <a:rect l="0" t="0" r="r" b="b"/>
              <a:pathLst>
                <a:path w="16" h="189">
                  <a:moveTo>
                    <a:pt x="0" y="181"/>
                  </a:moveTo>
                  <a:cubicBezTo>
                    <a:pt x="0" y="186"/>
                    <a:pt x="3" y="189"/>
                    <a:pt x="8" y="189"/>
                  </a:cubicBezTo>
                  <a:cubicBezTo>
                    <a:pt x="12" y="189"/>
                    <a:pt x="16" y="186"/>
                    <a:pt x="16" y="181"/>
                  </a:cubicBezTo>
                  <a:cubicBezTo>
                    <a:pt x="16" y="0"/>
                    <a:pt x="16" y="0"/>
                    <a:pt x="16" y="0"/>
                  </a:cubicBezTo>
                  <a:cubicBezTo>
                    <a:pt x="0" y="0"/>
                    <a:pt x="0" y="0"/>
                    <a:pt x="0" y="0"/>
                  </a:cubicBezTo>
                  <a:lnTo>
                    <a:pt x="0" y="1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144"/>
            <p:cNvSpPr>
              <a:spLocks/>
            </p:cNvSpPr>
            <p:nvPr/>
          </p:nvSpPr>
          <p:spPr bwMode="auto">
            <a:xfrm>
              <a:off x="6892926" y="5376863"/>
              <a:ext cx="198438" cy="296863"/>
            </a:xfrm>
            <a:custGeom>
              <a:avLst/>
              <a:gdLst>
                <a:gd name="T0" fmla="*/ 82 w 194"/>
                <a:gd name="T1" fmla="*/ 220 h 290"/>
                <a:gd name="T2" fmla="*/ 113 w 194"/>
                <a:gd name="T3" fmla="*/ 226 h 290"/>
                <a:gd name="T4" fmla="*/ 66 w 194"/>
                <a:gd name="T5" fmla="*/ 290 h 290"/>
                <a:gd name="T6" fmla="*/ 169 w 194"/>
                <a:gd name="T7" fmla="*/ 290 h 290"/>
                <a:gd name="T8" fmla="*/ 122 w 194"/>
                <a:gd name="T9" fmla="*/ 226 h 290"/>
                <a:gd name="T10" fmla="*/ 169 w 194"/>
                <a:gd name="T11" fmla="*/ 213 h 290"/>
                <a:gd name="T12" fmla="*/ 194 w 194"/>
                <a:gd name="T13" fmla="*/ 196 h 290"/>
                <a:gd name="T14" fmla="*/ 187 w 194"/>
                <a:gd name="T15" fmla="*/ 188 h 290"/>
                <a:gd name="T16" fmla="*/ 164 w 194"/>
                <a:gd name="T17" fmla="*/ 204 h 290"/>
                <a:gd name="T18" fmla="*/ 86 w 194"/>
                <a:gd name="T19" fmla="*/ 210 h 290"/>
                <a:gd name="T20" fmla="*/ 26 w 194"/>
                <a:gd name="T21" fmla="*/ 159 h 290"/>
                <a:gd name="T22" fmla="*/ 20 w 194"/>
                <a:gd name="T23" fmla="*/ 80 h 290"/>
                <a:gd name="T24" fmla="*/ 71 w 194"/>
                <a:gd name="T25" fmla="*/ 20 h 290"/>
                <a:gd name="T26" fmla="*/ 101 w 194"/>
                <a:gd name="T27" fmla="*/ 10 h 290"/>
                <a:gd name="T28" fmla="*/ 99 w 194"/>
                <a:gd name="T29" fmla="*/ 0 h 290"/>
                <a:gd name="T30" fmla="*/ 66 w 194"/>
                <a:gd name="T31" fmla="*/ 10 h 290"/>
                <a:gd name="T32" fmla="*/ 10 w 194"/>
                <a:gd name="T33" fmla="*/ 77 h 290"/>
                <a:gd name="T34" fmla="*/ 16 w 194"/>
                <a:gd name="T35" fmla="*/ 163 h 290"/>
                <a:gd name="T36" fmla="*/ 82 w 194"/>
                <a:gd name="T37" fmla="*/ 220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4" h="290">
                  <a:moveTo>
                    <a:pt x="82" y="220"/>
                  </a:moveTo>
                  <a:cubicBezTo>
                    <a:pt x="93" y="223"/>
                    <a:pt x="103" y="225"/>
                    <a:pt x="113" y="226"/>
                  </a:cubicBezTo>
                  <a:cubicBezTo>
                    <a:pt x="66" y="290"/>
                    <a:pt x="66" y="290"/>
                    <a:pt x="66" y="290"/>
                  </a:cubicBezTo>
                  <a:cubicBezTo>
                    <a:pt x="169" y="290"/>
                    <a:pt x="169" y="290"/>
                    <a:pt x="169" y="290"/>
                  </a:cubicBezTo>
                  <a:cubicBezTo>
                    <a:pt x="122" y="226"/>
                    <a:pt x="122" y="226"/>
                    <a:pt x="122" y="226"/>
                  </a:cubicBezTo>
                  <a:cubicBezTo>
                    <a:pt x="138" y="225"/>
                    <a:pt x="154" y="221"/>
                    <a:pt x="169" y="213"/>
                  </a:cubicBezTo>
                  <a:cubicBezTo>
                    <a:pt x="178" y="209"/>
                    <a:pt x="187" y="203"/>
                    <a:pt x="194" y="196"/>
                  </a:cubicBezTo>
                  <a:cubicBezTo>
                    <a:pt x="187" y="188"/>
                    <a:pt x="187" y="188"/>
                    <a:pt x="187" y="188"/>
                  </a:cubicBezTo>
                  <a:cubicBezTo>
                    <a:pt x="180" y="194"/>
                    <a:pt x="173" y="200"/>
                    <a:pt x="164" y="204"/>
                  </a:cubicBezTo>
                  <a:cubicBezTo>
                    <a:pt x="140" y="216"/>
                    <a:pt x="112" y="218"/>
                    <a:pt x="86" y="210"/>
                  </a:cubicBezTo>
                  <a:cubicBezTo>
                    <a:pt x="60" y="201"/>
                    <a:pt x="38" y="183"/>
                    <a:pt x="26" y="159"/>
                  </a:cubicBezTo>
                  <a:cubicBezTo>
                    <a:pt x="13" y="134"/>
                    <a:pt x="11" y="106"/>
                    <a:pt x="20" y="80"/>
                  </a:cubicBezTo>
                  <a:cubicBezTo>
                    <a:pt x="28" y="54"/>
                    <a:pt x="47" y="33"/>
                    <a:pt x="71" y="20"/>
                  </a:cubicBezTo>
                  <a:cubicBezTo>
                    <a:pt x="80" y="15"/>
                    <a:pt x="90" y="12"/>
                    <a:pt x="101" y="10"/>
                  </a:cubicBezTo>
                  <a:cubicBezTo>
                    <a:pt x="99" y="0"/>
                    <a:pt x="99" y="0"/>
                    <a:pt x="99" y="0"/>
                  </a:cubicBezTo>
                  <a:cubicBezTo>
                    <a:pt x="87" y="2"/>
                    <a:pt x="76" y="5"/>
                    <a:pt x="66" y="10"/>
                  </a:cubicBezTo>
                  <a:cubicBezTo>
                    <a:pt x="39" y="24"/>
                    <a:pt x="19" y="48"/>
                    <a:pt x="10" y="77"/>
                  </a:cubicBezTo>
                  <a:cubicBezTo>
                    <a:pt x="0" y="106"/>
                    <a:pt x="2" y="136"/>
                    <a:pt x="16" y="163"/>
                  </a:cubicBezTo>
                  <a:cubicBezTo>
                    <a:pt x="30" y="191"/>
                    <a:pt x="54" y="211"/>
                    <a:pt x="82" y="2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145"/>
            <p:cNvSpPr>
              <a:spLocks noEditPoints="1"/>
            </p:cNvSpPr>
            <p:nvPr/>
          </p:nvSpPr>
          <p:spPr bwMode="auto">
            <a:xfrm>
              <a:off x="6910388" y="5389563"/>
              <a:ext cx="206375" cy="204788"/>
            </a:xfrm>
            <a:custGeom>
              <a:avLst/>
              <a:gdLst>
                <a:gd name="T0" fmla="*/ 62 w 203"/>
                <a:gd name="T1" fmla="*/ 22 h 202"/>
                <a:gd name="T2" fmla="*/ 51 w 203"/>
                <a:gd name="T3" fmla="*/ 51 h 202"/>
                <a:gd name="T4" fmla="*/ 27 w 203"/>
                <a:gd name="T5" fmla="*/ 103 h 202"/>
                <a:gd name="T6" fmla="*/ 25 w 203"/>
                <a:gd name="T7" fmla="*/ 96 h 202"/>
                <a:gd name="T8" fmla="*/ 37 w 203"/>
                <a:gd name="T9" fmla="*/ 142 h 202"/>
                <a:gd name="T10" fmla="*/ 43 w 203"/>
                <a:gd name="T11" fmla="*/ 135 h 202"/>
                <a:gd name="T12" fmla="*/ 42 w 203"/>
                <a:gd name="T13" fmla="*/ 139 h 202"/>
                <a:gd name="T14" fmla="*/ 37 w 203"/>
                <a:gd name="T15" fmla="*/ 142 h 202"/>
                <a:gd name="T16" fmla="*/ 48 w 203"/>
                <a:gd name="T17" fmla="*/ 123 h 202"/>
                <a:gd name="T18" fmla="*/ 47 w 203"/>
                <a:gd name="T19" fmla="*/ 125 h 202"/>
                <a:gd name="T20" fmla="*/ 51 w 203"/>
                <a:gd name="T21" fmla="*/ 138 h 202"/>
                <a:gd name="T22" fmla="*/ 55 w 203"/>
                <a:gd name="T23" fmla="*/ 134 h 202"/>
                <a:gd name="T24" fmla="*/ 51 w 203"/>
                <a:gd name="T25" fmla="*/ 130 h 202"/>
                <a:gd name="T26" fmla="*/ 53 w 203"/>
                <a:gd name="T27" fmla="*/ 128 h 202"/>
                <a:gd name="T28" fmla="*/ 39 w 203"/>
                <a:gd name="T29" fmla="*/ 147 h 202"/>
                <a:gd name="T30" fmla="*/ 44 w 203"/>
                <a:gd name="T31" fmla="*/ 144 h 202"/>
                <a:gd name="T32" fmla="*/ 65 w 203"/>
                <a:gd name="T33" fmla="*/ 147 h 202"/>
                <a:gd name="T34" fmla="*/ 81 w 203"/>
                <a:gd name="T35" fmla="*/ 113 h 202"/>
                <a:gd name="T36" fmla="*/ 118 w 203"/>
                <a:gd name="T37" fmla="*/ 132 h 202"/>
                <a:gd name="T38" fmla="*/ 108 w 203"/>
                <a:gd name="T39" fmla="*/ 34 h 202"/>
                <a:gd name="T40" fmla="*/ 99 w 203"/>
                <a:gd name="T41" fmla="*/ 34 h 202"/>
                <a:gd name="T42" fmla="*/ 80 w 203"/>
                <a:gd name="T43" fmla="*/ 48 h 202"/>
                <a:gd name="T44" fmla="*/ 67 w 203"/>
                <a:gd name="T45" fmla="*/ 54 h 202"/>
                <a:gd name="T46" fmla="*/ 72 w 203"/>
                <a:gd name="T47" fmla="*/ 52 h 202"/>
                <a:gd name="T48" fmla="*/ 89 w 203"/>
                <a:gd name="T49" fmla="*/ 50 h 202"/>
                <a:gd name="T50" fmla="*/ 93 w 203"/>
                <a:gd name="T51" fmla="*/ 50 h 202"/>
                <a:gd name="T52" fmla="*/ 112 w 203"/>
                <a:gd name="T53" fmla="*/ 42 h 202"/>
                <a:gd name="T54" fmla="*/ 121 w 203"/>
                <a:gd name="T55" fmla="*/ 52 h 202"/>
                <a:gd name="T56" fmla="*/ 132 w 203"/>
                <a:gd name="T57" fmla="*/ 45 h 202"/>
                <a:gd name="T58" fmla="*/ 136 w 203"/>
                <a:gd name="T59" fmla="*/ 50 h 202"/>
                <a:gd name="T60" fmla="*/ 133 w 203"/>
                <a:gd name="T61" fmla="*/ 52 h 202"/>
                <a:gd name="T62" fmla="*/ 131 w 203"/>
                <a:gd name="T63" fmla="*/ 57 h 202"/>
                <a:gd name="T64" fmla="*/ 139 w 203"/>
                <a:gd name="T65" fmla="*/ 63 h 202"/>
                <a:gd name="T66" fmla="*/ 150 w 203"/>
                <a:gd name="T67" fmla="*/ 74 h 202"/>
                <a:gd name="T68" fmla="*/ 138 w 203"/>
                <a:gd name="T69" fmla="*/ 102 h 202"/>
                <a:gd name="T70" fmla="*/ 127 w 203"/>
                <a:gd name="T71" fmla="*/ 129 h 202"/>
                <a:gd name="T72" fmla="*/ 102 w 203"/>
                <a:gd name="T73" fmla="*/ 101 h 202"/>
                <a:gd name="T74" fmla="*/ 87 w 203"/>
                <a:gd name="T75" fmla="*/ 92 h 202"/>
                <a:gd name="T76" fmla="*/ 83 w 203"/>
                <a:gd name="T77" fmla="*/ 111 h 202"/>
                <a:gd name="T78" fmla="*/ 67 w 203"/>
                <a:gd name="T79" fmla="*/ 116 h 202"/>
                <a:gd name="T80" fmla="*/ 71 w 203"/>
                <a:gd name="T81" fmla="*/ 120 h 202"/>
                <a:gd name="T82" fmla="*/ 69 w 203"/>
                <a:gd name="T83" fmla="*/ 127 h 202"/>
                <a:gd name="T84" fmla="*/ 59 w 203"/>
                <a:gd name="T85" fmla="*/ 136 h 202"/>
                <a:gd name="T86" fmla="*/ 54 w 203"/>
                <a:gd name="T87" fmla="*/ 128 h 202"/>
                <a:gd name="T88" fmla="*/ 63 w 203"/>
                <a:gd name="T89" fmla="*/ 128 h 202"/>
                <a:gd name="T90" fmla="*/ 63 w 203"/>
                <a:gd name="T91" fmla="*/ 117 h 202"/>
                <a:gd name="T92" fmla="*/ 57 w 203"/>
                <a:gd name="T93" fmla="*/ 109 h 202"/>
                <a:gd name="T94" fmla="*/ 43 w 203"/>
                <a:gd name="T95" fmla="*/ 96 h 202"/>
                <a:gd name="T96" fmla="*/ 38 w 203"/>
                <a:gd name="T97" fmla="*/ 95 h 202"/>
                <a:gd name="T98" fmla="*/ 31 w 203"/>
                <a:gd name="T99" fmla="*/ 94 h 202"/>
                <a:gd name="T100" fmla="*/ 20 w 203"/>
                <a:gd name="T101" fmla="*/ 91 h 202"/>
                <a:gd name="T102" fmla="*/ 21 w 203"/>
                <a:gd name="T103" fmla="*/ 83 h 202"/>
                <a:gd name="T104" fmla="*/ 61 w 203"/>
                <a:gd name="T105" fmla="*/ 53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3" h="202">
                  <a:moveTo>
                    <a:pt x="23" y="141"/>
                  </a:moveTo>
                  <a:cubicBezTo>
                    <a:pt x="45" y="185"/>
                    <a:pt x="98" y="202"/>
                    <a:pt x="142" y="180"/>
                  </a:cubicBezTo>
                  <a:cubicBezTo>
                    <a:pt x="186" y="158"/>
                    <a:pt x="203" y="104"/>
                    <a:pt x="181" y="61"/>
                  </a:cubicBezTo>
                  <a:cubicBezTo>
                    <a:pt x="159" y="17"/>
                    <a:pt x="105" y="0"/>
                    <a:pt x="62" y="22"/>
                  </a:cubicBezTo>
                  <a:cubicBezTo>
                    <a:pt x="18" y="44"/>
                    <a:pt x="0" y="97"/>
                    <a:pt x="23" y="141"/>
                  </a:cubicBezTo>
                  <a:close/>
                  <a:moveTo>
                    <a:pt x="51" y="51"/>
                  </a:moveTo>
                  <a:cubicBezTo>
                    <a:pt x="48" y="51"/>
                    <a:pt x="46" y="55"/>
                    <a:pt x="44" y="53"/>
                  </a:cubicBezTo>
                  <a:cubicBezTo>
                    <a:pt x="44" y="52"/>
                    <a:pt x="49" y="48"/>
                    <a:pt x="51" y="51"/>
                  </a:cubicBezTo>
                  <a:close/>
                  <a:moveTo>
                    <a:pt x="45" y="54"/>
                  </a:moveTo>
                  <a:cubicBezTo>
                    <a:pt x="44" y="55"/>
                    <a:pt x="42" y="55"/>
                    <a:pt x="41" y="56"/>
                  </a:cubicBezTo>
                  <a:cubicBezTo>
                    <a:pt x="40" y="54"/>
                    <a:pt x="44" y="53"/>
                    <a:pt x="45" y="54"/>
                  </a:cubicBezTo>
                  <a:close/>
                  <a:moveTo>
                    <a:pt x="27" y="103"/>
                  </a:moveTo>
                  <a:cubicBezTo>
                    <a:pt x="26" y="100"/>
                    <a:pt x="24" y="99"/>
                    <a:pt x="25" y="97"/>
                  </a:cubicBezTo>
                  <a:cubicBezTo>
                    <a:pt x="23" y="98"/>
                    <a:pt x="23" y="96"/>
                    <a:pt x="21" y="97"/>
                  </a:cubicBezTo>
                  <a:cubicBezTo>
                    <a:pt x="21" y="96"/>
                    <a:pt x="23" y="95"/>
                    <a:pt x="23" y="94"/>
                  </a:cubicBezTo>
                  <a:cubicBezTo>
                    <a:pt x="23" y="96"/>
                    <a:pt x="25" y="96"/>
                    <a:pt x="25" y="96"/>
                  </a:cubicBezTo>
                  <a:cubicBezTo>
                    <a:pt x="26" y="102"/>
                    <a:pt x="32" y="100"/>
                    <a:pt x="36" y="101"/>
                  </a:cubicBezTo>
                  <a:cubicBezTo>
                    <a:pt x="36" y="102"/>
                    <a:pt x="37" y="104"/>
                    <a:pt x="36" y="104"/>
                  </a:cubicBezTo>
                  <a:cubicBezTo>
                    <a:pt x="33" y="102"/>
                    <a:pt x="30" y="103"/>
                    <a:pt x="27" y="103"/>
                  </a:cubicBezTo>
                  <a:close/>
                  <a:moveTo>
                    <a:pt x="37" y="142"/>
                  </a:moveTo>
                  <a:cubicBezTo>
                    <a:pt x="37" y="142"/>
                    <a:pt x="36" y="143"/>
                    <a:pt x="36" y="144"/>
                  </a:cubicBezTo>
                  <a:cubicBezTo>
                    <a:pt x="35" y="143"/>
                    <a:pt x="35" y="142"/>
                    <a:pt x="34" y="141"/>
                  </a:cubicBezTo>
                  <a:cubicBezTo>
                    <a:pt x="36" y="139"/>
                    <a:pt x="38" y="137"/>
                    <a:pt x="40" y="135"/>
                  </a:cubicBezTo>
                  <a:cubicBezTo>
                    <a:pt x="42" y="134"/>
                    <a:pt x="42" y="136"/>
                    <a:pt x="43" y="135"/>
                  </a:cubicBezTo>
                  <a:cubicBezTo>
                    <a:pt x="43" y="135"/>
                    <a:pt x="43" y="134"/>
                    <a:pt x="43" y="133"/>
                  </a:cubicBezTo>
                  <a:cubicBezTo>
                    <a:pt x="44" y="132"/>
                    <a:pt x="45" y="132"/>
                    <a:pt x="46" y="132"/>
                  </a:cubicBezTo>
                  <a:cubicBezTo>
                    <a:pt x="44" y="134"/>
                    <a:pt x="46" y="135"/>
                    <a:pt x="45" y="136"/>
                  </a:cubicBezTo>
                  <a:cubicBezTo>
                    <a:pt x="44" y="136"/>
                    <a:pt x="41" y="139"/>
                    <a:pt x="42" y="139"/>
                  </a:cubicBezTo>
                  <a:cubicBezTo>
                    <a:pt x="42" y="139"/>
                    <a:pt x="43" y="138"/>
                    <a:pt x="43" y="138"/>
                  </a:cubicBezTo>
                  <a:cubicBezTo>
                    <a:pt x="43" y="139"/>
                    <a:pt x="43" y="140"/>
                    <a:pt x="43" y="141"/>
                  </a:cubicBezTo>
                  <a:cubicBezTo>
                    <a:pt x="41" y="141"/>
                    <a:pt x="41" y="143"/>
                    <a:pt x="38" y="143"/>
                  </a:cubicBezTo>
                  <a:cubicBezTo>
                    <a:pt x="38" y="143"/>
                    <a:pt x="38" y="142"/>
                    <a:pt x="37" y="142"/>
                  </a:cubicBezTo>
                  <a:close/>
                  <a:moveTo>
                    <a:pt x="46" y="113"/>
                  </a:moveTo>
                  <a:cubicBezTo>
                    <a:pt x="47" y="113"/>
                    <a:pt x="47" y="113"/>
                    <a:pt x="47" y="112"/>
                  </a:cubicBezTo>
                  <a:cubicBezTo>
                    <a:pt x="51" y="116"/>
                    <a:pt x="46" y="120"/>
                    <a:pt x="50" y="123"/>
                  </a:cubicBezTo>
                  <a:cubicBezTo>
                    <a:pt x="49" y="124"/>
                    <a:pt x="49" y="123"/>
                    <a:pt x="48" y="123"/>
                  </a:cubicBezTo>
                  <a:cubicBezTo>
                    <a:pt x="48" y="124"/>
                    <a:pt x="48" y="124"/>
                    <a:pt x="49" y="125"/>
                  </a:cubicBezTo>
                  <a:cubicBezTo>
                    <a:pt x="48" y="125"/>
                    <a:pt x="48" y="125"/>
                    <a:pt x="48" y="125"/>
                  </a:cubicBezTo>
                  <a:cubicBezTo>
                    <a:pt x="47" y="125"/>
                    <a:pt x="48" y="124"/>
                    <a:pt x="47" y="124"/>
                  </a:cubicBezTo>
                  <a:cubicBezTo>
                    <a:pt x="47" y="125"/>
                    <a:pt x="47" y="125"/>
                    <a:pt x="47" y="125"/>
                  </a:cubicBezTo>
                  <a:cubicBezTo>
                    <a:pt x="45" y="120"/>
                    <a:pt x="46" y="119"/>
                    <a:pt x="47" y="115"/>
                  </a:cubicBezTo>
                  <a:cubicBezTo>
                    <a:pt x="46" y="115"/>
                    <a:pt x="47" y="114"/>
                    <a:pt x="46" y="113"/>
                  </a:cubicBezTo>
                  <a:close/>
                  <a:moveTo>
                    <a:pt x="54" y="139"/>
                  </a:moveTo>
                  <a:cubicBezTo>
                    <a:pt x="54" y="139"/>
                    <a:pt x="52" y="138"/>
                    <a:pt x="51" y="138"/>
                  </a:cubicBezTo>
                  <a:cubicBezTo>
                    <a:pt x="54" y="137"/>
                    <a:pt x="56" y="135"/>
                    <a:pt x="59" y="136"/>
                  </a:cubicBezTo>
                  <a:cubicBezTo>
                    <a:pt x="56" y="137"/>
                    <a:pt x="54" y="137"/>
                    <a:pt x="52" y="138"/>
                  </a:cubicBezTo>
                  <a:cubicBezTo>
                    <a:pt x="52" y="139"/>
                    <a:pt x="54" y="137"/>
                    <a:pt x="54" y="139"/>
                  </a:cubicBezTo>
                  <a:close/>
                  <a:moveTo>
                    <a:pt x="55" y="134"/>
                  </a:moveTo>
                  <a:cubicBezTo>
                    <a:pt x="54" y="134"/>
                    <a:pt x="54" y="131"/>
                    <a:pt x="53" y="132"/>
                  </a:cubicBezTo>
                  <a:cubicBezTo>
                    <a:pt x="54" y="133"/>
                    <a:pt x="54" y="134"/>
                    <a:pt x="53" y="135"/>
                  </a:cubicBezTo>
                  <a:cubicBezTo>
                    <a:pt x="52" y="133"/>
                    <a:pt x="52" y="132"/>
                    <a:pt x="53" y="131"/>
                  </a:cubicBezTo>
                  <a:cubicBezTo>
                    <a:pt x="52" y="131"/>
                    <a:pt x="51" y="131"/>
                    <a:pt x="51" y="130"/>
                  </a:cubicBezTo>
                  <a:cubicBezTo>
                    <a:pt x="52" y="130"/>
                    <a:pt x="53" y="131"/>
                    <a:pt x="53" y="129"/>
                  </a:cubicBezTo>
                  <a:cubicBezTo>
                    <a:pt x="53" y="128"/>
                    <a:pt x="51" y="129"/>
                    <a:pt x="50" y="130"/>
                  </a:cubicBezTo>
                  <a:cubicBezTo>
                    <a:pt x="50" y="129"/>
                    <a:pt x="48" y="129"/>
                    <a:pt x="49" y="128"/>
                  </a:cubicBezTo>
                  <a:cubicBezTo>
                    <a:pt x="50" y="130"/>
                    <a:pt x="52" y="128"/>
                    <a:pt x="53" y="128"/>
                  </a:cubicBezTo>
                  <a:cubicBezTo>
                    <a:pt x="54" y="129"/>
                    <a:pt x="56" y="132"/>
                    <a:pt x="55" y="134"/>
                  </a:cubicBezTo>
                  <a:close/>
                  <a:moveTo>
                    <a:pt x="67" y="159"/>
                  </a:moveTo>
                  <a:cubicBezTo>
                    <a:pt x="63" y="161"/>
                    <a:pt x="60" y="159"/>
                    <a:pt x="57" y="160"/>
                  </a:cubicBezTo>
                  <a:cubicBezTo>
                    <a:pt x="50" y="156"/>
                    <a:pt x="45" y="152"/>
                    <a:pt x="39" y="147"/>
                  </a:cubicBezTo>
                  <a:cubicBezTo>
                    <a:pt x="40" y="146"/>
                    <a:pt x="40" y="145"/>
                    <a:pt x="40" y="143"/>
                  </a:cubicBezTo>
                  <a:cubicBezTo>
                    <a:pt x="41" y="146"/>
                    <a:pt x="42" y="148"/>
                    <a:pt x="43" y="149"/>
                  </a:cubicBezTo>
                  <a:cubicBezTo>
                    <a:pt x="45" y="148"/>
                    <a:pt x="45" y="147"/>
                    <a:pt x="46" y="146"/>
                  </a:cubicBezTo>
                  <a:cubicBezTo>
                    <a:pt x="45" y="146"/>
                    <a:pt x="45" y="145"/>
                    <a:pt x="44" y="144"/>
                  </a:cubicBezTo>
                  <a:cubicBezTo>
                    <a:pt x="46" y="143"/>
                    <a:pt x="48" y="142"/>
                    <a:pt x="49" y="141"/>
                  </a:cubicBezTo>
                  <a:cubicBezTo>
                    <a:pt x="49" y="142"/>
                    <a:pt x="50" y="143"/>
                    <a:pt x="51" y="144"/>
                  </a:cubicBezTo>
                  <a:cubicBezTo>
                    <a:pt x="51" y="143"/>
                    <a:pt x="52" y="143"/>
                    <a:pt x="53" y="142"/>
                  </a:cubicBezTo>
                  <a:cubicBezTo>
                    <a:pt x="58" y="145"/>
                    <a:pt x="60" y="147"/>
                    <a:pt x="65" y="147"/>
                  </a:cubicBezTo>
                  <a:cubicBezTo>
                    <a:pt x="68" y="151"/>
                    <a:pt x="68" y="154"/>
                    <a:pt x="67" y="159"/>
                  </a:cubicBezTo>
                  <a:close/>
                  <a:moveTo>
                    <a:pt x="81" y="113"/>
                  </a:moveTo>
                  <a:cubicBezTo>
                    <a:pt x="79" y="113"/>
                    <a:pt x="79" y="110"/>
                    <a:pt x="81" y="110"/>
                  </a:cubicBezTo>
                  <a:cubicBezTo>
                    <a:pt x="81" y="111"/>
                    <a:pt x="82" y="113"/>
                    <a:pt x="81" y="113"/>
                  </a:cubicBezTo>
                  <a:close/>
                  <a:moveTo>
                    <a:pt x="110" y="121"/>
                  </a:moveTo>
                  <a:cubicBezTo>
                    <a:pt x="112" y="122"/>
                    <a:pt x="113" y="124"/>
                    <a:pt x="115" y="123"/>
                  </a:cubicBezTo>
                  <a:cubicBezTo>
                    <a:pt x="116" y="125"/>
                    <a:pt x="118" y="128"/>
                    <a:pt x="116" y="126"/>
                  </a:cubicBezTo>
                  <a:cubicBezTo>
                    <a:pt x="118" y="128"/>
                    <a:pt x="119" y="130"/>
                    <a:pt x="118" y="132"/>
                  </a:cubicBezTo>
                  <a:cubicBezTo>
                    <a:pt x="114" y="132"/>
                    <a:pt x="110" y="125"/>
                    <a:pt x="110" y="121"/>
                  </a:cubicBezTo>
                  <a:close/>
                  <a:moveTo>
                    <a:pt x="106" y="31"/>
                  </a:moveTo>
                  <a:cubicBezTo>
                    <a:pt x="107" y="32"/>
                    <a:pt x="109" y="32"/>
                    <a:pt x="110" y="32"/>
                  </a:cubicBezTo>
                  <a:cubicBezTo>
                    <a:pt x="109" y="33"/>
                    <a:pt x="109" y="34"/>
                    <a:pt x="108" y="34"/>
                  </a:cubicBezTo>
                  <a:cubicBezTo>
                    <a:pt x="107" y="34"/>
                    <a:pt x="106" y="34"/>
                    <a:pt x="105" y="33"/>
                  </a:cubicBezTo>
                  <a:cubicBezTo>
                    <a:pt x="105" y="35"/>
                    <a:pt x="103" y="36"/>
                    <a:pt x="101" y="35"/>
                  </a:cubicBezTo>
                  <a:cubicBezTo>
                    <a:pt x="102" y="34"/>
                    <a:pt x="103" y="34"/>
                    <a:pt x="103" y="33"/>
                  </a:cubicBezTo>
                  <a:cubicBezTo>
                    <a:pt x="102" y="34"/>
                    <a:pt x="100" y="34"/>
                    <a:pt x="99" y="34"/>
                  </a:cubicBezTo>
                  <a:cubicBezTo>
                    <a:pt x="102" y="32"/>
                    <a:pt x="104" y="32"/>
                    <a:pt x="106" y="31"/>
                  </a:cubicBezTo>
                  <a:close/>
                  <a:moveTo>
                    <a:pt x="83" y="48"/>
                  </a:moveTo>
                  <a:cubicBezTo>
                    <a:pt x="83" y="49"/>
                    <a:pt x="81" y="49"/>
                    <a:pt x="79" y="50"/>
                  </a:cubicBezTo>
                  <a:cubicBezTo>
                    <a:pt x="79" y="49"/>
                    <a:pt x="80" y="49"/>
                    <a:pt x="80" y="48"/>
                  </a:cubicBezTo>
                  <a:cubicBezTo>
                    <a:pt x="77" y="46"/>
                    <a:pt x="72" y="48"/>
                    <a:pt x="68" y="47"/>
                  </a:cubicBezTo>
                  <a:cubicBezTo>
                    <a:pt x="74" y="46"/>
                    <a:pt x="80" y="44"/>
                    <a:pt x="83" y="48"/>
                  </a:cubicBezTo>
                  <a:close/>
                  <a:moveTo>
                    <a:pt x="65" y="53"/>
                  </a:moveTo>
                  <a:cubicBezTo>
                    <a:pt x="65" y="53"/>
                    <a:pt x="67" y="53"/>
                    <a:pt x="67" y="54"/>
                  </a:cubicBezTo>
                  <a:cubicBezTo>
                    <a:pt x="66" y="54"/>
                    <a:pt x="67" y="55"/>
                    <a:pt x="68" y="55"/>
                  </a:cubicBezTo>
                  <a:cubicBezTo>
                    <a:pt x="67" y="54"/>
                    <a:pt x="68" y="53"/>
                    <a:pt x="67" y="52"/>
                  </a:cubicBezTo>
                  <a:cubicBezTo>
                    <a:pt x="68" y="52"/>
                    <a:pt x="69" y="51"/>
                    <a:pt x="69" y="51"/>
                  </a:cubicBezTo>
                  <a:cubicBezTo>
                    <a:pt x="70" y="52"/>
                    <a:pt x="71" y="51"/>
                    <a:pt x="72" y="52"/>
                  </a:cubicBezTo>
                  <a:cubicBezTo>
                    <a:pt x="71" y="52"/>
                    <a:pt x="72" y="53"/>
                    <a:pt x="73" y="54"/>
                  </a:cubicBezTo>
                  <a:cubicBezTo>
                    <a:pt x="74" y="53"/>
                    <a:pt x="78" y="50"/>
                    <a:pt x="78" y="51"/>
                  </a:cubicBezTo>
                  <a:cubicBezTo>
                    <a:pt x="78" y="51"/>
                    <a:pt x="77" y="52"/>
                    <a:pt x="77" y="52"/>
                  </a:cubicBezTo>
                  <a:cubicBezTo>
                    <a:pt x="81" y="50"/>
                    <a:pt x="85" y="50"/>
                    <a:pt x="89" y="50"/>
                  </a:cubicBezTo>
                  <a:cubicBezTo>
                    <a:pt x="89" y="49"/>
                    <a:pt x="88" y="50"/>
                    <a:pt x="88" y="49"/>
                  </a:cubicBezTo>
                  <a:cubicBezTo>
                    <a:pt x="88" y="49"/>
                    <a:pt x="90" y="48"/>
                    <a:pt x="90" y="48"/>
                  </a:cubicBezTo>
                  <a:cubicBezTo>
                    <a:pt x="90" y="49"/>
                    <a:pt x="90" y="50"/>
                    <a:pt x="91" y="50"/>
                  </a:cubicBezTo>
                  <a:cubicBezTo>
                    <a:pt x="92" y="49"/>
                    <a:pt x="92" y="50"/>
                    <a:pt x="93" y="50"/>
                  </a:cubicBezTo>
                  <a:cubicBezTo>
                    <a:pt x="93" y="49"/>
                    <a:pt x="92" y="49"/>
                    <a:pt x="92" y="48"/>
                  </a:cubicBezTo>
                  <a:cubicBezTo>
                    <a:pt x="94" y="47"/>
                    <a:pt x="96" y="45"/>
                    <a:pt x="99" y="44"/>
                  </a:cubicBezTo>
                  <a:cubicBezTo>
                    <a:pt x="100" y="41"/>
                    <a:pt x="111" y="40"/>
                    <a:pt x="113" y="41"/>
                  </a:cubicBezTo>
                  <a:cubicBezTo>
                    <a:pt x="113" y="41"/>
                    <a:pt x="112" y="41"/>
                    <a:pt x="112" y="42"/>
                  </a:cubicBezTo>
                  <a:cubicBezTo>
                    <a:pt x="115" y="42"/>
                    <a:pt x="118" y="44"/>
                    <a:pt x="121" y="44"/>
                  </a:cubicBezTo>
                  <a:cubicBezTo>
                    <a:pt x="122" y="46"/>
                    <a:pt x="122" y="46"/>
                    <a:pt x="122" y="48"/>
                  </a:cubicBezTo>
                  <a:cubicBezTo>
                    <a:pt x="121" y="49"/>
                    <a:pt x="119" y="48"/>
                    <a:pt x="119" y="49"/>
                  </a:cubicBezTo>
                  <a:cubicBezTo>
                    <a:pt x="121" y="49"/>
                    <a:pt x="121" y="51"/>
                    <a:pt x="121" y="52"/>
                  </a:cubicBezTo>
                  <a:cubicBezTo>
                    <a:pt x="124" y="50"/>
                    <a:pt x="124" y="53"/>
                    <a:pt x="127" y="53"/>
                  </a:cubicBezTo>
                  <a:cubicBezTo>
                    <a:pt x="125" y="51"/>
                    <a:pt x="130" y="48"/>
                    <a:pt x="127" y="46"/>
                  </a:cubicBezTo>
                  <a:cubicBezTo>
                    <a:pt x="130" y="45"/>
                    <a:pt x="128" y="45"/>
                    <a:pt x="127" y="44"/>
                  </a:cubicBezTo>
                  <a:cubicBezTo>
                    <a:pt x="130" y="46"/>
                    <a:pt x="131" y="43"/>
                    <a:pt x="132" y="45"/>
                  </a:cubicBezTo>
                  <a:cubicBezTo>
                    <a:pt x="132" y="46"/>
                    <a:pt x="131" y="45"/>
                    <a:pt x="132" y="47"/>
                  </a:cubicBezTo>
                  <a:cubicBezTo>
                    <a:pt x="133" y="46"/>
                    <a:pt x="133" y="47"/>
                    <a:pt x="135" y="47"/>
                  </a:cubicBezTo>
                  <a:cubicBezTo>
                    <a:pt x="135" y="47"/>
                    <a:pt x="135" y="47"/>
                    <a:pt x="135" y="47"/>
                  </a:cubicBezTo>
                  <a:cubicBezTo>
                    <a:pt x="135" y="48"/>
                    <a:pt x="136" y="49"/>
                    <a:pt x="136" y="50"/>
                  </a:cubicBezTo>
                  <a:cubicBezTo>
                    <a:pt x="134" y="50"/>
                    <a:pt x="133" y="50"/>
                    <a:pt x="132" y="50"/>
                  </a:cubicBezTo>
                  <a:cubicBezTo>
                    <a:pt x="132" y="49"/>
                    <a:pt x="132" y="48"/>
                    <a:pt x="131" y="48"/>
                  </a:cubicBezTo>
                  <a:cubicBezTo>
                    <a:pt x="131" y="49"/>
                    <a:pt x="129" y="48"/>
                    <a:pt x="130" y="50"/>
                  </a:cubicBezTo>
                  <a:cubicBezTo>
                    <a:pt x="132" y="48"/>
                    <a:pt x="132" y="52"/>
                    <a:pt x="133" y="52"/>
                  </a:cubicBezTo>
                  <a:cubicBezTo>
                    <a:pt x="131" y="53"/>
                    <a:pt x="128" y="52"/>
                    <a:pt x="127" y="53"/>
                  </a:cubicBezTo>
                  <a:cubicBezTo>
                    <a:pt x="128" y="54"/>
                    <a:pt x="129" y="54"/>
                    <a:pt x="130" y="53"/>
                  </a:cubicBezTo>
                  <a:cubicBezTo>
                    <a:pt x="131" y="55"/>
                    <a:pt x="131" y="53"/>
                    <a:pt x="133" y="54"/>
                  </a:cubicBezTo>
                  <a:cubicBezTo>
                    <a:pt x="132" y="55"/>
                    <a:pt x="131" y="55"/>
                    <a:pt x="131" y="57"/>
                  </a:cubicBezTo>
                  <a:cubicBezTo>
                    <a:pt x="132" y="55"/>
                    <a:pt x="133" y="58"/>
                    <a:pt x="132" y="58"/>
                  </a:cubicBezTo>
                  <a:cubicBezTo>
                    <a:pt x="134" y="58"/>
                    <a:pt x="136" y="57"/>
                    <a:pt x="137" y="57"/>
                  </a:cubicBezTo>
                  <a:cubicBezTo>
                    <a:pt x="137" y="59"/>
                    <a:pt x="140" y="60"/>
                    <a:pt x="140" y="62"/>
                  </a:cubicBezTo>
                  <a:cubicBezTo>
                    <a:pt x="139" y="61"/>
                    <a:pt x="139" y="62"/>
                    <a:pt x="139" y="63"/>
                  </a:cubicBezTo>
                  <a:cubicBezTo>
                    <a:pt x="138" y="63"/>
                    <a:pt x="137" y="63"/>
                    <a:pt x="137" y="64"/>
                  </a:cubicBezTo>
                  <a:cubicBezTo>
                    <a:pt x="138" y="66"/>
                    <a:pt x="140" y="65"/>
                    <a:pt x="141" y="66"/>
                  </a:cubicBezTo>
                  <a:cubicBezTo>
                    <a:pt x="142" y="67"/>
                    <a:pt x="142" y="68"/>
                    <a:pt x="142" y="69"/>
                  </a:cubicBezTo>
                  <a:cubicBezTo>
                    <a:pt x="145" y="71"/>
                    <a:pt x="149" y="71"/>
                    <a:pt x="150" y="74"/>
                  </a:cubicBezTo>
                  <a:cubicBezTo>
                    <a:pt x="151" y="76"/>
                    <a:pt x="151" y="79"/>
                    <a:pt x="152" y="81"/>
                  </a:cubicBezTo>
                  <a:cubicBezTo>
                    <a:pt x="152" y="81"/>
                    <a:pt x="153" y="80"/>
                    <a:pt x="153" y="80"/>
                  </a:cubicBezTo>
                  <a:cubicBezTo>
                    <a:pt x="155" y="88"/>
                    <a:pt x="150" y="94"/>
                    <a:pt x="140" y="93"/>
                  </a:cubicBezTo>
                  <a:cubicBezTo>
                    <a:pt x="139" y="95"/>
                    <a:pt x="135" y="98"/>
                    <a:pt x="138" y="102"/>
                  </a:cubicBezTo>
                  <a:cubicBezTo>
                    <a:pt x="138" y="105"/>
                    <a:pt x="137" y="108"/>
                    <a:pt x="137" y="110"/>
                  </a:cubicBezTo>
                  <a:cubicBezTo>
                    <a:pt x="137" y="109"/>
                    <a:pt x="139" y="112"/>
                    <a:pt x="137" y="112"/>
                  </a:cubicBezTo>
                  <a:cubicBezTo>
                    <a:pt x="143" y="118"/>
                    <a:pt x="142" y="128"/>
                    <a:pt x="140" y="134"/>
                  </a:cubicBezTo>
                  <a:cubicBezTo>
                    <a:pt x="134" y="135"/>
                    <a:pt x="129" y="135"/>
                    <a:pt x="127" y="129"/>
                  </a:cubicBezTo>
                  <a:cubicBezTo>
                    <a:pt x="126" y="129"/>
                    <a:pt x="125" y="129"/>
                    <a:pt x="124" y="129"/>
                  </a:cubicBezTo>
                  <a:cubicBezTo>
                    <a:pt x="123" y="127"/>
                    <a:pt x="124" y="126"/>
                    <a:pt x="123" y="124"/>
                  </a:cubicBezTo>
                  <a:cubicBezTo>
                    <a:pt x="120" y="123"/>
                    <a:pt x="117" y="123"/>
                    <a:pt x="116" y="118"/>
                  </a:cubicBezTo>
                  <a:cubicBezTo>
                    <a:pt x="118" y="108"/>
                    <a:pt x="105" y="110"/>
                    <a:pt x="102" y="101"/>
                  </a:cubicBezTo>
                  <a:cubicBezTo>
                    <a:pt x="104" y="100"/>
                    <a:pt x="105" y="100"/>
                    <a:pt x="107" y="100"/>
                  </a:cubicBezTo>
                  <a:cubicBezTo>
                    <a:pt x="107" y="99"/>
                    <a:pt x="107" y="99"/>
                    <a:pt x="107" y="98"/>
                  </a:cubicBezTo>
                  <a:cubicBezTo>
                    <a:pt x="101" y="98"/>
                    <a:pt x="90" y="97"/>
                    <a:pt x="93" y="90"/>
                  </a:cubicBezTo>
                  <a:cubicBezTo>
                    <a:pt x="91" y="91"/>
                    <a:pt x="90" y="92"/>
                    <a:pt x="87" y="92"/>
                  </a:cubicBezTo>
                  <a:cubicBezTo>
                    <a:pt x="87" y="95"/>
                    <a:pt x="85" y="96"/>
                    <a:pt x="84" y="98"/>
                  </a:cubicBezTo>
                  <a:cubicBezTo>
                    <a:pt x="84" y="100"/>
                    <a:pt x="86" y="107"/>
                    <a:pt x="84" y="107"/>
                  </a:cubicBezTo>
                  <a:cubicBezTo>
                    <a:pt x="84" y="107"/>
                    <a:pt x="84" y="106"/>
                    <a:pt x="83" y="106"/>
                  </a:cubicBezTo>
                  <a:cubicBezTo>
                    <a:pt x="83" y="108"/>
                    <a:pt x="84" y="109"/>
                    <a:pt x="83" y="111"/>
                  </a:cubicBezTo>
                  <a:cubicBezTo>
                    <a:pt x="81" y="111"/>
                    <a:pt x="79" y="108"/>
                    <a:pt x="78" y="105"/>
                  </a:cubicBezTo>
                  <a:cubicBezTo>
                    <a:pt x="76" y="104"/>
                    <a:pt x="74" y="103"/>
                    <a:pt x="71" y="102"/>
                  </a:cubicBezTo>
                  <a:cubicBezTo>
                    <a:pt x="68" y="101"/>
                    <a:pt x="70" y="106"/>
                    <a:pt x="68" y="108"/>
                  </a:cubicBezTo>
                  <a:cubicBezTo>
                    <a:pt x="66" y="111"/>
                    <a:pt x="65" y="113"/>
                    <a:pt x="67" y="116"/>
                  </a:cubicBezTo>
                  <a:cubicBezTo>
                    <a:pt x="66" y="117"/>
                    <a:pt x="67" y="121"/>
                    <a:pt x="67" y="122"/>
                  </a:cubicBezTo>
                  <a:cubicBezTo>
                    <a:pt x="68" y="121"/>
                    <a:pt x="67" y="118"/>
                    <a:pt x="70" y="117"/>
                  </a:cubicBezTo>
                  <a:cubicBezTo>
                    <a:pt x="71" y="119"/>
                    <a:pt x="69" y="119"/>
                    <a:pt x="70" y="121"/>
                  </a:cubicBezTo>
                  <a:cubicBezTo>
                    <a:pt x="70" y="121"/>
                    <a:pt x="70" y="120"/>
                    <a:pt x="71" y="120"/>
                  </a:cubicBezTo>
                  <a:cubicBezTo>
                    <a:pt x="70" y="121"/>
                    <a:pt x="70" y="122"/>
                    <a:pt x="70" y="123"/>
                  </a:cubicBezTo>
                  <a:cubicBezTo>
                    <a:pt x="69" y="122"/>
                    <a:pt x="70" y="121"/>
                    <a:pt x="69" y="121"/>
                  </a:cubicBezTo>
                  <a:cubicBezTo>
                    <a:pt x="69" y="122"/>
                    <a:pt x="70" y="123"/>
                    <a:pt x="70" y="124"/>
                  </a:cubicBezTo>
                  <a:cubicBezTo>
                    <a:pt x="69" y="125"/>
                    <a:pt x="70" y="127"/>
                    <a:pt x="69" y="127"/>
                  </a:cubicBezTo>
                  <a:cubicBezTo>
                    <a:pt x="69" y="126"/>
                    <a:pt x="70" y="125"/>
                    <a:pt x="69" y="124"/>
                  </a:cubicBezTo>
                  <a:cubicBezTo>
                    <a:pt x="68" y="126"/>
                    <a:pt x="68" y="129"/>
                    <a:pt x="66" y="131"/>
                  </a:cubicBezTo>
                  <a:cubicBezTo>
                    <a:pt x="66" y="131"/>
                    <a:pt x="67" y="131"/>
                    <a:pt x="67" y="131"/>
                  </a:cubicBezTo>
                  <a:cubicBezTo>
                    <a:pt x="65" y="133"/>
                    <a:pt x="61" y="134"/>
                    <a:pt x="59" y="136"/>
                  </a:cubicBezTo>
                  <a:cubicBezTo>
                    <a:pt x="59" y="134"/>
                    <a:pt x="62" y="134"/>
                    <a:pt x="60" y="133"/>
                  </a:cubicBezTo>
                  <a:cubicBezTo>
                    <a:pt x="63" y="132"/>
                    <a:pt x="64" y="132"/>
                    <a:pt x="66" y="130"/>
                  </a:cubicBezTo>
                  <a:cubicBezTo>
                    <a:pt x="63" y="126"/>
                    <a:pt x="61" y="131"/>
                    <a:pt x="57" y="131"/>
                  </a:cubicBezTo>
                  <a:cubicBezTo>
                    <a:pt x="56" y="130"/>
                    <a:pt x="56" y="128"/>
                    <a:pt x="54" y="128"/>
                  </a:cubicBezTo>
                  <a:cubicBezTo>
                    <a:pt x="55" y="126"/>
                    <a:pt x="54" y="124"/>
                    <a:pt x="52" y="124"/>
                  </a:cubicBezTo>
                  <a:cubicBezTo>
                    <a:pt x="53" y="123"/>
                    <a:pt x="53" y="122"/>
                    <a:pt x="54" y="122"/>
                  </a:cubicBezTo>
                  <a:cubicBezTo>
                    <a:pt x="56" y="123"/>
                    <a:pt x="59" y="125"/>
                    <a:pt x="61" y="124"/>
                  </a:cubicBezTo>
                  <a:cubicBezTo>
                    <a:pt x="62" y="126"/>
                    <a:pt x="63" y="128"/>
                    <a:pt x="63" y="128"/>
                  </a:cubicBezTo>
                  <a:cubicBezTo>
                    <a:pt x="64" y="128"/>
                    <a:pt x="67" y="123"/>
                    <a:pt x="65" y="125"/>
                  </a:cubicBezTo>
                  <a:cubicBezTo>
                    <a:pt x="64" y="123"/>
                    <a:pt x="66" y="122"/>
                    <a:pt x="64" y="120"/>
                  </a:cubicBezTo>
                  <a:cubicBezTo>
                    <a:pt x="66" y="118"/>
                    <a:pt x="67" y="115"/>
                    <a:pt x="64" y="113"/>
                  </a:cubicBezTo>
                  <a:cubicBezTo>
                    <a:pt x="65" y="116"/>
                    <a:pt x="61" y="114"/>
                    <a:pt x="63" y="117"/>
                  </a:cubicBezTo>
                  <a:cubicBezTo>
                    <a:pt x="61" y="117"/>
                    <a:pt x="60" y="116"/>
                    <a:pt x="58" y="116"/>
                  </a:cubicBezTo>
                  <a:cubicBezTo>
                    <a:pt x="56" y="112"/>
                    <a:pt x="58" y="111"/>
                    <a:pt x="58" y="108"/>
                  </a:cubicBezTo>
                  <a:cubicBezTo>
                    <a:pt x="57" y="107"/>
                    <a:pt x="56" y="107"/>
                    <a:pt x="55" y="107"/>
                  </a:cubicBezTo>
                  <a:cubicBezTo>
                    <a:pt x="54" y="109"/>
                    <a:pt x="56" y="107"/>
                    <a:pt x="57" y="109"/>
                  </a:cubicBezTo>
                  <a:cubicBezTo>
                    <a:pt x="55" y="111"/>
                    <a:pt x="54" y="109"/>
                    <a:pt x="54" y="107"/>
                  </a:cubicBezTo>
                  <a:cubicBezTo>
                    <a:pt x="46" y="109"/>
                    <a:pt x="41" y="104"/>
                    <a:pt x="43" y="97"/>
                  </a:cubicBezTo>
                  <a:cubicBezTo>
                    <a:pt x="42" y="97"/>
                    <a:pt x="41" y="97"/>
                    <a:pt x="40" y="96"/>
                  </a:cubicBezTo>
                  <a:cubicBezTo>
                    <a:pt x="41" y="96"/>
                    <a:pt x="42" y="95"/>
                    <a:pt x="43" y="96"/>
                  </a:cubicBezTo>
                  <a:cubicBezTo>
                    <a:pt x="42" y="94"/>
                    <a:pt x="43" y="95"/>
                    <a:pt x="43" y="94"/>
                  </a:cubicBezTo>
                  <a:cubicBezTo>
                    <a:pt x="42" y="94"/>
                    <a:pt x="41" y="93"/>
                    <a:pt x="40" y="93"/>
                  </a:cubicBezTo>
                  <a:cubicBezTo>
                    <a:pt x="40" y="93"/>
                    <a:pt x="41" y="95"/>
                    <a:pt x="41" y="95"/>
                  </a:cubicBezTo>
                  <a:cubicBezTo>
                    <a:pt x="40" y="95"/>
                    <a:pt x="39" y="95"/>
                    <a:pt x="38" y="95"/>
                  </a:cubicBezTo>
                  <a:cubicBezTo>
                    <a:pt x="39" y="96"/>
                    <a:pt x="37" y="98"/>
                    <a:pt x="38" y="100"/>
                  </a:cubicBezTo>
                  <a:cubicBezTo>
                    <a:pt x="37" y="100"/>
                    <a:pt x="37" y="100"/>
                    <a:pt x="36" y="100"/>
                  </a:cubicBezTo>
                  <a:cubicBezTo>
                    <a:pt x="35" y="98"/>
                    <a:pt x="35" y="97"/>
                    <a:pt x="36" y="96"/>
                  </a:cubicBezTo>
                  <a:cubicBezTo>
                    <a:pt x="34" y="96"/>
                    <a:pt x="33" y="94"/>
                    <a:pt x="31" y="94"/>
                  </a:cubicBezTo>
                  <a:cubicBezTo>
                    <a:pt x="27" y="95"/>
                    <a:pt x="24" y="91"/>
                    <a:pt x="21" y="89"/>
                  </a:cubicBezTo>
                  <a:cubicBezTo>
                    <a:pt x="22" y="91"/>
                    <a:pt x="23" y="92"/>
                    <a:pt x="23" y="94"/>
                  </a:cubicBezTo>
                  <a:cubicBezTo>
                    <a:pt x="22" y="93"/>
                    <a:pt x="22" y="93"/>
                    <a:pt x="22" y="94"/>
                  </a:cubicBezTo>
                  <a:cubicBezTo>
                    <a:pt x="22" y="92"/>
                    <a:pt x="22" y="91"/>
                    <a:pt x="20" y="91"/>
                  </a:cubicBezTo>
                  <a:cubicBezTo>
                    <a:pt x="20" y="90"/>
                    <a:pt x="20" y="89"/>
                    <a:pt x="20" y="88"/>
                  </a:cubicBezTo>
                  <a:cubicBezTo>
                    <a:pt x="20" y="88"/>
                    <a:pt x="20" y="87"/>
                    <a:pt x="20" y="87"/>
                  </a:cubicBezTo>
                  <a:cubicBezTo>
                    <a:pt x="22" y="87"/>
                    <a:pt x="25" y="84"/>
                    <a:pt x="25" y="84"/>
                  </a:cubicBezTo>
                  <a:cubicBezTo>
                    <a:pt x="24" y="83"/>
                    <a:pt x="23" y="83"/>
                    <a:pt x="21" y="83"/>
                  </a:cubicBezTo>
                  <a:cubicBezTo>
                    <a:pt x="22" y="76"/>
                    <a:pt x="25" y="70"/>
                    <a:pt x="28" y="65"/>
                  </a:cubicBezTo>
                  <a:cubicBezTo>
                    <a:pt x="31" y="63"/>
                    <a:pt x="36" y="62"/>
                    <a:pt x="38" y="60"/>
                  </a:cubicBezTo>
                  <a:cubicBezTo>
                    <a:pt x="37" y="61"/>
                    <a:pt x="35" y="61"/>
                    <a:pt x="35" y="60"/>
                  </a:cubicBezTo>
                  <a:cubicBezTo>
                    <a:pt x="42" y="54"/>
                    <a:pt x="52" y="54"/>
                    <a:pt x="61" y="53"/>
                  </a:cubicBezTo>
                  <a:cubicBezTo>
                    <a:pt x="61" y="54"/>
                    <a:pt x="61" y="54"/>
                    <a:pt x="61" y="54"/>
                  </a:cubicBezTo>
                  <a:cubicBezTo>
                    <a:pt x="63" y="53"/>
                    <a:pt x="64" y="53"/>
                    <a:pt x="65" y="54"/>
                  </a:cubicBezTo>
                  <a:cubicBezTo>
                    <a:pt x="64" y="52"/>
                    <a:pt x="67" y="51"/>
                    <a:pt x="65"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146"/>
            <p:cNvSpPr>
              <a:spLocks/>
            </p:cNvSpPr>
            <p:nvPr/>
          </p:nvSpPr>
          <p:spPr bwMode="auto">
            <a:xfrm>
              <a:off x="6124576" y="5607050"/>
              <a:ext cx="219075" cy="61913"/>
            </a:xfrm>
            <a:custGeom>
              <a:avLst/>
              <a:gdLst>
                <a:gd name="T0" fmla="*/ 31 w 215"/>
                <a:gd name="T1" fmla="*/ 61 h 61"/>
                <a:gd name="T2" fmla="*/ 210 w 215"/>
                <a:gd name="T3" fmla="*/ 61 h 61"/>
                <a:gd name="T4" fmla="*/ 215 w 215"/>
                <a:gd name="T5" fmla="*/ 56 h 61"/>
                <a:gd name="T6" fmla="*/ 210 w 215"/>
                <a:gd name="T7" fmla="*/ 51 h 61"/>
                <a:gd name="T8" fmla="*/ 31 w 215"/>
                <a:gd name="T9" fmla="*/ 51 h 61"/>
                <a:gd name="T10" fmla="*/ 10 w 215"/>
                <a:gd name="T11" fmla="*/ 30 h 61"/>
                <a:gd name="T12" fmla="*/ 31 w 215"/>
                <a:gd name="T13" fmla="*/ 10 h 61"/>
                <a:gd name="T14" fmla="*/ 210 w 215"/>
                <a:gd name="T15" fmla="*/ 10 h 61"/>
                <a:gd name="T16" fmla="*/ 215 w 215"/>
                <a:gd name="T17" fmla="*/ 5 h 61"/>
                <a:gd name="T18" fmla="*/ 210 w 215"/>
                <a:gd name="T19" fmla="*/ 0 h 61"/>
                <a:gd name="T20" fmla="*/ 31 w 215"/>
                <a:gd name="T21" fmla="*/ 0 h 61"/>
                <a:gd name="T22" fmla="*/ 0 w 215"/>
                <a:gd name="T23" fmla="*/ 30 h 61"/>
                <a:gd name="T24" fmla="*/ 31 w 215"/>
                <a:gd name="T25"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5" h="61">
                  <a:moveTo>
                    <a:pt x="31" y="61"/>
                  </a:moveTo>
                  <a:cubicBezTo>
                    <a:pt x="210" y="61"/>
                    <a:pt x="210" y="61"/>
                    <a:pt x="210" y="61"/>
                  </a:cubicBezTo>
                  <a:cubicBezTo>
                    <a:pt x="212" y="61"/>
                    <a:pt x="215" y="59"/>
                    <a:pt x="215" y="56"/>
                  </a:cubicBezTo>
                  <a:cubicBezTo>
                    <a:pt x="215" y="53"/>
                    <a:pt x="212" y="51"/>
                    <a:pt x="210" y="51"/>
                  </a:cubicBezTo>
                  <a:cubicBezTo>
                    <a:pt x="31" y="51"/>
                    <a:pt x="31" y="51"/>
                    <a:pt x="31" y="51"/>
                  </a:cubicBezTo>
                  <a:cubicBezTo>
                    <a:pt x="19" y="51"/>
                    <a:pt x="10" y="42"/>
                    <a:pt x="10" y="30"/>
                  </a:cubicBezTo>
                  <a:cubicBezTo>
                    <a:pt x="10" y="19"/>
                    <a:pt x="19" y="10"/>
                    <a:pt x="31" y="10"/>
                  </a:cubicBezTo>
                  <a:cubicBezTo>
                    <a:pt x="210" y="10"/>
                    <a:pt x="210" y="10"/>
                    <a:pt x="210" y="10"/>
                  </a:cubicBezTo>
                  <a:cubicBezTo>
                    <a:pt x="212" y="10"/>
                    <a:pt x="215" y="7"/>
                    <a:pt x="215" y="5"/>
                  </a:cubicBezTo>
                  <a:cubicBezTo>
                    <a:pt x="215" y="2"/>
                    <a:pt x="212" y="0"/>
                    <a:pt x="210" y="0"/>
                  </a:cubicBezTo>
                  <a:cubicBezTo>
                    <a:pt x="31" y="0"/>
                    <a:pt x="31" y="0"/>
                    <a:pt x="31" y="0"/>
                  </a:cubicBezTo>
                  <a:cubicBezTo>
                    <a:pt x="14" y="0"/>
                    <a:pt x="0" y="14"/>
                    <a:pt x="0" y="30"/>
                  </a:cubicBezTo>
                  <a:cubicBezTo>
                    <a:pt x="0" y="47"/>
                    <a:pt x="14" y="61"/>
                    <a:pt x="31"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147"/>
            <p:cNvSpPr>
              <a:spLocks/>
            </p:cNvSpPr>
            <p:nvPr/>
          </p:nvSpPr>
          <p:spPr bwMode="auto">
            <a:xfrm>
              <a:off x="6142038" y="5622925"/>
              <a:ext cx="187325" cy="28575"/>
            </a:xfrm>
            <a:custGeom>
              <a:avLst/>
              <a:gdLst>
                <a:gd name="T0" fmla="*/ 0 w 183"/>
                <a:gd name="T1" fmla="*/ 13 h 27"/>
                <a:gd name="T2" fmla="*/ 14 w 183"/>
                <a:gd name="T3" fmla="*/ 27 h 27"/>
                <a:gd name="T4" fmla="*/ 183 w 183"/>
                <a:gd name="T5" fmla="*/ 27 h 27"/>
                <a:gd name="T6" fmla="*/ 183 w 183"/>
                <a:gd name="T7" fmla="*/ 0 h 27"/>
                <a:gd name="T8" fmla="*/ 14 w 183"/>
                <a:gd name="T9" fmla="*/ 0 h 27"/>
                <a:gd name="T10" fmla="*/ 0 w 183"/>
                <a:gd name="T11" fmla="*/ 13 h 27"/>
              </a:gdLst>
              <a:ahLst/>
              <a:cxnLst>
                <a:cxn ang="0">
                  <a:pos x="T0" y="T1"/>
                </a:cxn>
                <a:cxn ang="0">
                  <a:pos x="T2" y="T3"/>
                </a:cxn>
                <a:cxn ang="0">
                  <a:pos x="T4" y="T5"/>
                </a:cxn>
                <a:cxn ang="0">
                  <a:pos x="T6" y="T7"/>
                </a:cxn>
                <a:cxn ang="0">
                  <a:pos x="T8" y="T9"/>
                </a:cxn>
                <a:cxn ang="0">
                  <a:pos x="T10" y="T11"/>
                </a:cxn>
              </a:cxnLst>
              <a:rect l="0" t="0" r="r" b="b"/>
              <a:pathLst>
                <a:path w="183" h="27">
                  <a:moveTo>
                    <a:pt x="0" y="13"/>
                  </a:moveTo>
                  <a:cubicBezTo>
                    <a:pt x="0" y="21"/>
                    <a:pt x="6" y="27"/>
                    <a:pt x="14" y="27"/>
                  </a:cubicBezTo>
                  <a:cubicBezTo>
                    <a:pt x="183" y="27"/>
                    <a:pt x="183" y="27"/>
                    <a:pt x="183" y="27"/>
                  </a:cubicBezTo>
                  <a:cubicBezTo>
                    <a:pt x="183" y="0"/>
                    <a:pt x="183" y="0"/>
                    <a:pt x="183" y="0"/>
                  </a:cubicBezTo>
                  <a:cubicBezTo>
                    <a:pt x="14" y="0"/>
                    <a:pt x="14" y="0"/>
                    <a:pt x="14" y="0"/>
                  </a:cubicBezTo>
                  <a:cubicBezTo>
                    <a:pt x="6" y="0"/>
                    <a:pt x="0" y="6"/>
                    <a:pt x="0"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54" name="组合 153"/>
          <p:cNvGrpSpPr/>
          <p:nvPr/>
        </p:nvGrpSpPr>
        <p:grpSpPr>
          <a:xfrm>
            <a:off x="5883276" y="2662238"/>
            <a:ext cx="3236913" cy="1438275"/>
            <a:chOff x="5883276" y="2662238"/>
            <a:chExt cx="3236913" cy="1438275"/>
          </a:xfrm>
          <a:solidFill>
            <a:schemeClr val="tx1">
              <a:lumMod val="65000"/>
              <a:lumOff val="35000"/>
            </a:schemeClr>
          </a:solidFill>
        </p:grpSpPr>
        <p:sp>
          <p:nvSpPr>
            <p:cNvPr id="155" name="Freeform 148"/>
            <p:cNvSpPr>
              <a:spLocks/>
            </p:cNvSpPr>
            <p:nvPr/>
          </p:nvSpPr>
          <p:spPr bwMode="auto">
            <a:xfrm>
              <a:off x="7697788" y="3197225"/>
              <a:ext cx="106363" cy="76200"/>
            </a:xfrm>
            <a:custGeom>
              <a:avLst/>
              <a:gdLst>
                <a:gd name="T0" fmla="*/ 61 w 105"/>
                <a:gd name="T1" fmla="*/ 4 h 74"/>
                <a:gd name="T2" fmla="*/ 105 w 105"/>
                <a:gd name="T3" fmla="*/ 55 h 74"/>
                <a:gd name="T4" fmla="*/ 105 w 105"/>
                <a:gd name="T5" fmla="*/ 59 h 74"/>
                <a:gd name="T6" fmla="*/ 102 w 105"/>
                <a:gd name="T7" fmla="*/ 74 h 74"/>
                <a:gd name="T8" fmla="*/ 0 w 105"/>
                <a:gd name="T9" fmla="*/ 74 h 74"/>
                <a:gd name="T10" fmla="*/ 5 w 105"/>
                <a:gd name="T11" fmla="*/ 46 h 74"/>
                <a:gd name="T12" fmla="*/ 61 w 105"/>
                <a:gd name="T13" fmla="*/ 4 h 74"/>
              </a:gdLst>
              <a:ahLst/>
              <a:cxnLst>
                <a:cxn ang="0">
                  <a:pos x="T0" y="T1"/>
                </a:cxn>
                <a:cxn ang="0">
                  <a:pos x="T2" y="T3"/>
                </a:cxn>
                <a:cxn ang="0">
                  <a:pos x="T4" y="T5"/>
                </a:cxn>
                <a:cxn ang="0">
                  <a:pos x="T6" y="T7"/>
                </a:cxn>
                <a:cxn ang="0">
                  <a:pos x="T8" y="T9"/>
                </a:cxn>
                <a:cxn ang="0">
                  <a:pos x="T10" y="T11"/>
                </a:cxn>
                <a:cxn ang="0">
                  <a:pos x="T12" y="T13"/>
                </a:cxn>
              </a:cxnLst>
              <a:rect l="0" t="0" r="r" b="b"/>
              <a:pathLst>
                <a:path w="105" h="74">
                  <a:moveTo>
                    <a:pt x="61" y="4"/>
                  </a:moveTo>
                  <a:cubicBezTo>
                    <a:pt x="87" y="7"/>
                    <a:pt x="105" y="30"/>
                    <a:pt x="105" y="55"/>
                  </a:cubicBezTo>
                  <a:cubicBezTo>
                    <a:pt x="105" y="56"/>
                    <a:pt x="105" y="57"/>
                    <a:pt x="105" y="59"/>
                  </a:cubicBezTo>
                  <a:cubicBezTo>
                    <a:pt x="104" y="60"/>
                    <a:pt x="103" y="66"/>
                    <a:pt x="102" y="74"/>
                  </a:cubicBezTo>
                  <a:cubicBezTo>
                    <a:pt x="0" y="74"/>
                    <a:pt x="0" y="74"/>
                    <a:pt x="0" y="74"/>
                  </a:cubicBezTo>
                  <a:cubicBezTo>
                    <a:pt x="3" y="59"/>
                    <a:pt x="4" y="47"/>
                    <a:pt x="5" y="46"/>
                  </a:cubicBezTo>
                  <a:cubicBezTo>
                    <a:pt x="8" y="19"/>
                    <a:pt x="34" y="0"/>
                    <a:pt x="6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149"/>
            <p:cNvSpPr>
              <a:spLocks/>
            </p:cNvSpPr>
            <p:nvPr/>
          </p:nvSpPr>
          <p:spPr bwMode="auto">
            <a:xfrm>
              <a:off x="6838951" y="3035300"/>
              <a:ext cx="206375" cy="204788"/>
            </a:xfrm>
            <a:custGeom>
              <a:avLst/>
              <a:gdLst>
                <a:gd name="T0" fmla="*/ 51 w 202"/>
                <a:gd name="T1" fmla="*/ 35 h 200"/>
                <a:gd name="T2" fmla="*/ 44 w 202"/>
                <a:gd name="T3" fmla="*/ 0 h 200"/>
                <a:gd name="T4" fmla="*/ 202 w 202"/>
                <a:gd name="T5" fmla="*/ 35 h 200"/>
                <a:gd name="T6" fmla="*/ 182 w 202"/>
                <a:gd name="T7" fmla="*/ 69 h 200"/>
                <a:gd name="T8" fmla="*/ 178 w 202"/>
                <a:gd name="T9" fmla="*/ 69 h 200"/>
                <a:gd name="T10" fmla="*/ 188 w 202"/>
                <a:gd name="T11" fmla="*/ 94 h 200"/>
                <a:gd name="T12" fmla="*/ 128 w 202"/>
                <a:gd name="T13" fmla="*/ 190 h 200"/>
                <a:gd name="T14" fmla="*/ 32 w 202"/>
                <a:gd name="T15" fmla="*/ 129 h 200"/>
                <a:gd name="T16" fmla="*/ 43 w 202"/>
                <a:gd name="T17" fmla="*/ 67 h 200"/>
                <a:gd name="T18" fmla="*/ 0 w 202"/>
                <a:gd name="T19" fmla="*/ 67 h 200"/>
                <a:gd name="T20" fmla="*/ 51 w 202"/>
                <a:gd name="T21" fmla="*/ 35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2" h="200">
                  <a:moveTo>
                    <a:pt x="51" y="35"/>
                  </a:moveTo>
                  <a:cubicBezTo>
                    <a:pt x="44" y="0"/>
                    <a:pt x="44" y="0"/>
                    <a:pt x="44" y="0"/>
                  </a:cubicBezTo>
                  <a:cubicBezTo>
                    <a:pt x="202" y="35"/>
                    <a:pt x="202" y="35"/>
                    <a:pt x="202" y="35"/>
                  </a:cubicBezTo>
                  <a:cubicBezTo>
                    <a:pt x="182" y="69"/>
                    <a:pt x="182" y="69"/>
                    <a:pt x="182" y="69"/>
                  </a:cubicBezTo>
                  <a:cubicBezTo>
                    <a:pt x="178" y="69"/>
                    <a:pt x="178" y="69"/>
                    <a:pt x="178" y="69"/>
                  </a:cubicBezTo>
                  <a:cubicBezTo>
                    <a:pt x="183" y="76"/>
                    <a:pt x="186" y="85"/>
                    <a:pt x="188" y="94"/>
                  </a:cubicBezTo>
                  <a:cubicBezTo>
                    <a:pt x="198" y="137"/>
                    <a:pt x="171" y="180"/>
                    <a:pt x="128" y="190"/>
                  </a:cubicBezTo>
                  <a:cubicBezTo>
                    <a:pt x="84" y="200"/>
                    <a:pt x="41" y="173"/>
                    <a:pt x="32" y="129"/>
                  </a:cubicBezTo>
                  <a:cubicBezTo>
                    <a:pt x="27" y="107"/>
                    <a:pt x="32" y="85"/>
                    <a:pt x="43" y="67"/>
                  </a:cubicBezTo>
                  <a:cubicBezTo>
                    <a:pt x="0" y="67"/>
                    <a:pt x="0" y="67"/>
                    <a:pt x="0" y="67"/>
                  </a:cubicBezTo>
                  <a:lnTo>
                    <a:pt x="51"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Oval 150"/>
            <p:cNvSpPr>
              <a:spLocks noChangeArrowheads="1"/>
            </p:cNvSpPr>
            <p:nvPr/>
          </p:nvSpPr>
          <p:spPr bwMode="auto">
            <a:xfrm>
              <a:off x="8397876" y="3035300"/>
              <a:ext cx="150813" cy="1508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151"/>
            <p:cNvSpPr>
              <a:spLocks/>
            </p:cNvSpPr>
            <p:nvPr/>
          </p:nvSpPr>
          <p:spPr bwMode="auto">
            <a:xfrm>
              <a:off x="7307263" y="3025775"/>
              <a:ext cx="153988" cy="153988"/>
            </a:xfrm>
            <a:custGeom>
              <a:avLst/>
              <a:gdLst>
                <a:gd name="T0" fmla="*/ 72 w 151"/>
                <a:gd name="T1" fmla="*/ 149 h 151"/>
                <a:gd name="T2" fmla="*/ 2 w 151"/>
                <a:gd name="T3" fmla="*/ 72 h 151"/>
                <a:gd name="T4" fmla="*/ 79 w 151"/>
                <a:gd name="T5" fmla="*/ 2 h 151"/>
                <a:gd name="T6" fmla="*/ 149 w 151"/>
                <a:gd name="T7" fmla="*/ 79 h 151"/>
                <a:gd name="T8" fmla="*/ 72 w 151"/>
                <a:gd name="T9" fmla="*/ 149 h 151"/>
              </a:gdLst>
              <a:ahLst/>
              <a:cxnLst>
                <a:cxn ang="0">
                  <a:pos x="T0" y="T1"/>
                </a:cxn>
                <a:cxn ang="0">
                  <a:pos x="T2" y="T3"/>
                </a:cxn>
                <a:cxn ang="0">
                  <a:pos x="T4" y="T5"/>
                </a:cxn>
                <a:cxn ang="0">
                  <a:pos x="T6" y="T7"/>
                </a:cxn>
                <a:cxn ang="0">
                  <a:pos x="T8" y="T9"/>
                </a:cxn>
              </a:cxnLst>
              <a:rect l="0" t="0" r="r" b="b"/>
              <a:pathLst>
                <a:path w="151" h="151">
                  <a:moveTo>
                    <a:pt x="72" y="149"/>
                  </a:moveTo>
                  <a:cubicBezTo>
                    <a:pt x="31" y="147"/>
                    <a:pt x="0" y="113"/>
                    <a:pt x="2" y="72"/>
                  </a:cubicBezTo>
                  <a:cubicBezTo>
                    <a:pt x="4" y="31"/>
                    <a:pt x="38" y="0"/>
                    <a:pt x="79" y="2"/>
                  </a:cubicBezTo>
                  <a:cubicBezTo>
                    <a:pt x="120" y="4"/>
                    <a:pt x="151" y="38"/>
                    <a:pt x="149" y="79"/>
                  </a:cubicBezTo>
                  <a:cubicBezTo>
                    <a:pt x="147" y="120"/>
                    <a:pt x="113" y="151"/>
                    <a:pt x="72" y="1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152"/>
            <p:cNvSpPr>
              <a:spLocks/>
            </p:cNvSpPr>
            <p:nvPr/>
          </p:nvSpPr>
          <p:spPr bwMode="auto">
            <a:xfrm>
              <a:off x="8075613" y="3022600"/>
              <a:ext cx="25400" cy="55563"/>
            </a:xfrm>
            <a:custGeom>
              <a:avLst/>
              <a:gdLst>
                <a:gd name="T0" fmla="*/ 15 w 26"/>
                <a:gd name="T1" fmla="*/ 51 h 54"/>
                <a:gd name="T2" fmla="*/ 4 w 26"/>
                <a:gd name="T3" fmla="*/ 54 h 54"/>
                <a:gd name="T4" fmla="*/ 0 w 26"/>
                <a:gd name="T5" fmla="*/ 12 h 54"/>
                <a:gd name="T6" fmla="*/ 3 w 26"/>
                <a:gd name="T7" fmla="*/ 4 h 54"/>
                <a:gd name="T8" fmla="*/ 10 w 26"/>
                <a:gd name="T9" fmla="*/ 0 h 54"/>
                <a:gd name="T10" fmla="*/ 11 w 26"/>
                <a:gd name="T11" fmla="*/ 0 h 54"/>
                <a:gd name="T12" fmla="*/ 22 w 26"/>
                <a:gd name="T13" fmla="*/ 10 h 54"/>
                <a:gd name="T14" fmla="*/ 26 w 26"/>
                <a:gd name="T15" fmla="*/ 52 h 54"/>
                <a:gd name="T16" fmla="*/ 15 w 26"/>
                <a:gd name="T17" fmla="*/ 5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54">
                  <a:moveTo>
                    <a:pt x="15" y="51"/>
                  </a:moveTo>
                  <a:cubicBezTo>
                    <a:pt x="11" y="52"/>
                    <a:pt x="8" y="53"/>
                    <a:pt x="4" y="54"/>
                  </a:cubicBezTo>
                  <a:cubicBezTo>
                    <a:pt x="0" y="12"/>
                    <a:pt x="0" y="12"/>
                    <a:pt x="0" y="12"/>
                  </a:cubicBezTo>
                  <a:cubicBezTo>
                    <a:pt x="0" y="9"/>
                    <a:pt x="1" y="6"/>
                    <a:pt x="3" y="4"/>
                  </a:cubicBezTo>
                  <a:cubicBezTo>
                    <a:pt x="5" y="2"/>
                    <a:pt x="8" y="0"/>
                    <a:pt x="10" y="0"/>
                  </a:cubicBezTo>
                  <a:cubicBezTo>
                    <a:pt x="11" y="0"/>
                    <a:pt x="11" y="0"/>
                    <a:pt x="11" y="0"/>
                  </a:cubicBezTo>
                  <a:cubicBezTo>
                    <a:pt x="17" y="0"/>
                    <a:pt x="22" y="4"/>
                    <a:pt x="22" y="10"/>
                  </a:cubicBezTo>
                  <a:cubicBezTo>
                    <a:pt x="26" y="52"/>
                    <a:pt x="26" y="52"/>
                    <a:pt x="26" y="52"/>
                  </a:cubicBezTo>
                  <a:cubicBezTo>
                    <a:pt x="23" y="51"/>
                    <a:pt x="19" y="51"/>
                    <a:pt x="15"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153"/>
            <p:cNvSpPr>
              <a:spLocks/>
            </p:cNvSpPr>
            <p:nvPr/>
          </p:nvSpPr>
          <p:spPr bwMode="auto">
            <a:xfrm>
              <a:off x="8061326" y="3086100"/>
              <a:ext cx="65088" cy="61913"/>
            </a:xfrm>
            <a:custGeom>
              <a:avLst/>
              <a:gdLst>
                <a:gd name="T0" fmla="*/ 32 w 63"/>
                <a:gd name="T1" fmla="*/ 0 h 61"/>
                <a:gd name="T2" fmla="*/ 62 w 63"/>
                <a:gd name="T3" fmla="*/ 27 h 61"/>
                <a:gd name="T4" fmla="*/ 35 w 63"/>
                <a:gd name="T5" fmla="*/ 60 h 61"/>
                <a:gd name="T6" fmla="*/ 2 w 63"/>
                <a:gd name="T7" fmla="*/ 32 h 61"/>
                <a:gd name="T8" fmla="*/ 29 w 63"/>
                <a:gd name="T9" fmla="*/ 0 h 61"/>
                <a:gd name="T10" fmla="*/ 32 w 63"/>
                <a:gd name="T11" fmla="*/ 0 h 61"/>
              </a:gdLst>
              <a:ahLst/>
              <a:cxnLst>
                <a:cxn ang="0">
                  <a:pos x="T0" y="T1"/>
                </a:cxn>
                <a:cxn ang="0">
                  <a:pos x="T2" y="T3"/>
                </a:cxn>
                <a:cxn ang="0">
                  <a:pos x="T4" y="T5"/>
                </a:cxn>
                <a:cxn ang="0">
                  <a:pos x="T6" y="T7"/>
                </a:cxn>
                <a:cxn ang="0">
                  <a:pos x="T8" y="T9"/>
                </a:cxn>
                <a:cxn ang="0">
                  <a:pos x="T10" y="T11"/>
                </a:cxn>
              </a:cxnLst>
              <a:rect l="0" t="0" r="r" b="b"/>
              <a:pathLst>
                <a:path w="63" h="61">
                  <a:moveTo>
                    <a:pt x="32" y="0"/>
                  </a:moveTo>
                  <a:cubicBezTo>
                    <a:pt x="47" y="0"/>
                    <a:pt x="60" y="11"/>
                    <a:pt x="62" y="27"/>
                  </a:cubicBezTo>
                  <a:cubicBezTo>
                    <a:pt x="63" y="43"/>
                    <a:pt x="51" y="58"/>
                    <a:pt x="35" y="60"/>
                  </a:cubicBezTo>
                  <a:cubicBezTo>
                    <a:pt x="18" y="61"/>
                    <a:pt x="3" y="49"/>
                    <a:pt x="2" y="32"/>
                  </a:cubicBezTo>
                  <a:cubicBezTo>
                    <a:pt x="0" y="16"/>
                    <a:pt x="13" y="1"/>
                    <a:pt x="29" y="0"/>
                  </a:cubicBezTo>
                  <a:cubicBezTo>
                    <a:pt x="30" y="0"/>
                    <a:pt x="31" y="0"/>
                    <a:pt x="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154"/>
            <p:cNvSpPr>
              <a:spLocks/>
            </p:cNvSpPr>
            <p:nvPr/>
          </p:nvSpPr>
          <p:spPr bwMode="auto">
            <a:xfrm>
              <a:off x="8016876" y="3046413"/>
              <a:ext cx="155575" cy="150813"/>
            </a:xfrm>
            <a:custGeom>
              <a:avLst/>
              <a:gdLst>
                <a:gd name="T0" fmla="*/ 73 w 152"/>
                <a:gd name="T1" fmla="*/ 146 h 148"/>
                <a:gd name="T2" fmla="*/ 2 w 152"/>
                <a:gd name="T3" fmla="*/ 69 h 148"/>
                <a:gd name="T4" fmla="*/ 48 w 152"/>
                <a:gd name="T5" fmla="*/ 4 h 148"/>
                <a:gd name="T6" fmla="*/ 51 w 152"/>
                <a:gd name="T7" fmla="*/ 36 h 148"/>
                <a:gd name="T8" fmla="*/ 35 w 152"/>
                <a:gd name="T9" fmla="*/ 72 h 148"/>
                <a:gd name="T10" fmla="*/ 76 w 152"/>
                <a:gd name="T11" fmla="*/ 109 h 148"/>
                <a:gd name="T12" fmla="*/ 80 w 152"/>
                <a:gd name="T13" fmla="*/ 109 h 148"/>
                <a:gd name="T14" fmla="*/ 116 w 152"/>
                <a:gd name="T15" fmla="*/ 65 h 148"/>
                <a:gd name="T16" fmla="*/ 94 w 152"/>
                <a:gd name="T17" fmla="*/ 33 h 148"/>
                <a:gd name="T18" fmla="*/ 91 w 152"/>
                <a:gd name="T19" fmla="*/ 0 h 148"/>
                <a:gd name="T20" fmla="*/ 150 w 152"/>
                <a:gd name="T21" fmla="*/ 76 h 148"/>
                <a:gd name="T22" fmla="*/ 73 w 152"/>
                <a:gd name="T23" fmla="*/ 146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2" h="148">
                  <a:moveTo>
                    <a:pt x="73" y="146"/>
                  </a:moveTo>
                  <a:cubicBezTo>
                    <a:pt x="32" y="144"/>
                    <a:pt x="0" y="109"/>
                    <a:pt x="2" y="69"/>
                  </a:cubicBezTo>
                  <a:cubicBezTo>
                    <a:pt x="4" y="39"/>
                    <a:pt x="23" y="15"/>
                    <a:pt x="48" y="4"/>
                  </a:cubicBezTo>
                  <a:cubicBezTo>
                    <a:pt x="51" y="36"/>
                    <a:pt x="51" y="36"/>
                    <a:pt x="51" y="36"/>
                  </a:cubicBezTo>
                  <a:cubicBezTo>
                    <a:pt x="41" y="45"/>
                    <a:pt x="34" y="58"/>
                    <a:pt x="35" y="72"/>
                  </a:cubicBezTo>
                  <a:cubicBezTo>
                    <a:pt x="37" y="93"/>
                    <a:pt x="55" y="109"/>
                    <a:pt x="76" y="109"/>
                  </a:cubicBezTo>
                  <a:cubicBezTo>
                    <a:pt x="77" y="109"/>
                    <a:pt x="78" y="109"/>
                    <a:pt x="80" y="109"/>
                  </a:cubicBezTo>
                  <a:cubicBezTo>
                    <a:pt x="102" y="107"/>
                    <a:pt x="118" y="87"/>
                    <a:pt x="116" y="65"/>
                  </a:cubicBezTo>
                  <a:cubicBezTo>
                    <a:pt x="115" y="50"/>
                    <a:pt x="106" y="39"/>
                    <a:pt x="94" y="33"/>
                  </a:cubicBezTo>
                  <a:cubicBezTo>
                    <a:pt x="91" y="0"/>
                    <a:pt x="91" y="0"/>
                    <a:pt x="91" y="0"/>
                  </a:cubicBezTo>
                  <a:cubicBezTo>
                    <a:pt x="126" y="7"/>
                    <a:pt x="152" y="39"/>
                    <a:pt x="150" y="76"/>
                  </a:cubicBezTo>
                  <a:cubicBezTo>
                    <a:pt x="148" y="117"/>
                    <a:pt x="113" y="148"/>
                    <a:pt x="73" y="1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155"/>
            <p:cNvSpPr>
              <a:spLocks/>
            </p:cNvSpPr>
            <p:nvPr/>
          </p:nvSpPr>
          <p:spPr bwMode="auto">
            <a:xfrm>
              <a:off x="6013451" y="3209925"/>
              <a:ext cx="547688" cy="101600"/>
            </a:xfrm>
            <a:custGeom>
              <a:avLst/>
              <a:gdLst>
                <a:gd name="T0" fmla="*/ 423 w 537"/>
                <a:gd name="T1" fmla="*/ 96 h 100"/>
                <a:gd name="T2" fmla="*/ 0 w 537"/>
                <a:gd name="T3" fmla="*/ 96 h 100"/>
                <a:gd name="T4" fmla="*/ 63 w 537"/>
                <a:gd name="T5" fmla="*/ 49 h 100"/>
                <a:gd name="T6" fmla="*/ 537 w 537"/>
                <a:gd name="T7" fmla="*/ 0 h 100"/>
                <a:gd name="T8" fmla="*/ 423 w 537"/>
                <a:gd name="T9" fmla="*/ 96 h 100"/>
              </a:gdLst>
              <a:ahLst/>
              <a:cxnLst>
                <a:cxn ang="0">
                  <a:pos x="T0" y="T1"/>
                </a:cxn>
                <a:cxn ang="0">
                  <a:pos x="T2" y="T3"/>
                </a:cxn>
                <a:cxn ang="0">
                  <a:pos x="T4" y="T5"/>
                </a:cxn>
                <a:cxn ang="0">
                  <a:pos x="T6" y="T7"/>
                </a:cxn>
                <a:cxn ang="0">
                  <a:pos x="T8" y="T9"/>
                </a:cxn>
              </a:cxnLst>
              <a:rect l="0" t="0" r="r" b="b"/>
              <a:pathLst>
                <a:path w="537" h="100">
                  <a:moveTo>
                    <a:pt x="423" y="96"/>
                  </a:moveTo>
                  <a:cubicBezTo>
                    <a:pt x="297" y="100"/>
                    <a:pt x="49" y="97"/>
                    <a:pt x="0" y="96"/>
                  </a:cubicBezTo>
                  <a:cubicBezTo>
                    <a:pt x="8" y="69"/>
                    <a:pt x="33" y="49"/>
                    <a:pt x="63" y="49"/>
                  </a:cubicBezTo>
                  <a:cubicBezTo>
                    <a:pt x="537" y="0"/>
                    <a:pt x="537" y="0"/>
                    <a:pt x="537" y="0"/>
                  </a:cubicBezTo>
                  <a:cubicBezTo>
                    <a:pt x="528" y="86"/>
                    <a:pt x="488" y="94"/>
                    <a:pt x="423"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156"/>
            <p:cNvSpPr>
              <a:spLocks noEditPoints="1"/>
            </p:cNvSpPr>
            <p:nvPr/>
          </p:nvSpPr>
          <p:spPr bwMode="auto">
            <a:xfrm>
              <a:off x="6011863" y="2706688"/>
              <a:ext cx="3048000" cy="1031875"/>
            </a:xfrm>
            <a:custGeom>
              <a:avLst/>
              <a:gdLst>
                <a:gd name="T0" fmla="*/ 2955 w 2986"/>
                <a:gd name="T1" fmla="*/ 123 h 1010"/>
                <a:gd name="T2" fmla="*/ 2852 w 2986"/>
                <a:gd name="T3" fmla="*/ 25 h 1010"/>
                <a:gd name="T4" fmla="*/ 2457 w 2986"/>
                <a:gd name="T5" fmla="*/ 25 h 1010"/>
                <a:gd name="T6" fmla="*/ 2396 w 2986"/>
                <a:gd name="T7" fmla="*/ 25 h 1010"/>
                <a:gd name="T8" fmla="*/ 2056 w 2986"/>
                <a:gd name="T9" fmla="*/ 0 h 1010"/>
                <a:gd name="T10" fmla="*/ 1716 w 2986"/>
                <a:gd name="T11" fmla="*/ 25 h 1010"/>
                <a:gd name="T12" fmla="*/ 1656 w 2986"/>
                <a:gd name="T13" fmla="*/ 25 h 1010"/>
                <a:gd name="T14" fmla="*/ 1316 w 2986"/>
                <a:gd name="T15" fmla="*/ 0 h 1010"/>
                <a:gd name="T16" fmla="*/ 1140 w 2986"/>
                <a:gd name="T17" fmla="*/ 25 h 1010"/>
                <a:gd name="T18" fmla="*/ 945 w 2986"/>
                <a:gd name="T19" fmla="*/ 0 h 1010"/>
                <a:gd name="T20" fmla="*/ 662 w 2986"/>
                <a:gd name="T21" fmla="*/ 25 h 1010"/>
                <a:gd name="T22" fmla="*/ 559 w 2986"/>
                <a:gd name="T23" fmla="*/ 136 h 1010"/>
                <a:gd name="T24" fmla="*/ 447 w 2986"/>
                <a:gd name="T25" fmla="*/ 176 h 1010"/>
                <a:gd name="T26" fmla="*/ 434 w 2986"/>
                <a:gd name="T27" fmla="*/ 372 h 1010"/>
                <a:gd name="T28" fmla="*/ 491 w 2986"/>
                <a:gd name="T29" fmla="*/ 430 h 1010"/>
                <a:gd name="T30" fmla="*/ 559 w 2986"/>
                <a:gd name="T31" fmla="*/ 499 h 1010"/>
                <a:gd name="T32" fmla="*/ 256 w 2986"/>
                <a:gd name="T33" fmla="*/ 607 h 1010"/>
                <a:gd name="T34" fmla="*/ 0 w 2986"/>
                <a:gd name="T35" fmla="*/ 617 h 1010"/>
                <a:gd name="T36" fmla="*/ 240 w 2986"/>
                <a:gd name="T37" fmla="*/ 752 h 1010"/>
                <a:gd name="T38" fmla="*/ 295 w 2986"/>
                <a:gd name="T39" fmla="*/ 755 h 1010"/>
                <a:gd name="T40" fmla="*/ 638 w 2986"/>
                <a:gd name="T41" fmla="*/ 1010 h 1010"/>
                <a:gd name="T42" fmla="*/ 660 w 2986"/>
                <a:gd name="T43" fmla="*/ 238 h 1010"/>
                <a:gd name="T44" fmla="*/ 1090 w 2986"/>
                <a:gd name="T45" fmla="*/ 261 h 1010"/>
                <a:gd name="T46" fmla="*/ 1774 w 2986"/>
                <a:gd name="T47" fmla="*/ 1010 h 1010"/>
                <a:gd name="T48" fmla="*/ 2464 w 2986"/>
                <a:gd name="T49" fmla="*/ 930 h 1010"/>
                <a:gd name="T50" fmla="*/ 2956 w 2986"/>
                <a:gd name="T51" fmla="*/ 926 h 1010"/>
                <a:gd name="T52" fmla="*/ 2986 w 2986"/>
                <a:gd name="T53" fmla="*/ 154 h 1010"/>
                <a:gd name="T54" fmla="*/ 491 w 2986"/>
                <a:gd name="T55" fmla="*/ 415 h 1010"/>
                <a:gd name="T56" fmla="*/ 475 w 2986"/>
                <a:gd name="T57" fmla="*/ 372 h 1010"/>
                <a:gd name="T58" fmla="*/ 463 w 2986"/>
                <a:gd name="T59" fmla="*/ 176 h 1010"/>
                <a:gd name="T60" fmla="*/ 559 w 2986"/>
                <a:gd name="T61" fmla="*/ 152 h 1010"/>
                <a:gd name="T62" fmla="*/ 1448 w 2986"/>
                <a:gd name="T63" fmla="*/ 543 h 1010"/>
                <a:gd name="T64" fmla="*/ 1148 w 2986"/>
                <a:gd name="T65" fmla="*/ 565 h 1010"/>
                <a:gd name="T66" fmla="*/ 1126 w 2986"/>
                <a:gd name="T67" fmla="*/ 261 h 1010"/>
                <a:gd name="T68" fmla="*/ 1426 w 2986"/>
                <a:gd name="T69" fmla="*/ 238 h 1010"/>
                <a:gd name="T70" fmla="*/ 1448 w 2986"/>
                <a:gd name="T71" fmla="*/ 543 h 1010"/>
                <a:gd name="T72" fmla="*/ 1786 w 2986"/>
                <a:gd name="T73" fmla="*/ 565 h 1010"/>
                <a:gd name="T74" fmla="*/ 1487 w 2986"/>
                <a:gd name="T75" fmla="*/ 543 h 1010"/>
                <a:gd name="T76" fmla="*/ 1509 w 2986"/>
                <a:gd name="T77" fmla="*/ 238 h 1010"/>
                <a:gd name="T78" fmla="*/ 1808 w 2986"/>
                <a:gd name="T79" fmla="*/ 261 h 1010"/>
                <a:gd name="T80" fmla="*/ 2169 w 2986"/>
                <a:gd name="T81" fmla="*/ 543 h 1010"/>
                <a:gd name="T82" fmla="*/ 1869 w 2986"/>
                <a:gd name="T83" fmla="*/ 565 h 1010"/>
                <a:gd name="T84" fmla="*/ 1847 w 2986"/>
                <a:gd name="T85" fmla="*/ 261 h 1010"/>
                <a:gd name="T86" fmla="*/ 2147 w 2986"/>
                <a:gd name="T87" fmla="*/ 238 h 1010"/>
                <a:gd name="T88" fmla="*/ 2169 w 2986"/>
                <a:gd name="T89" fmla="*/ 543 h 1010"/>
                <a:gd name="T90" fmla="*/ 2508 w 2986"/>
                <a:gd name="T91" fmla="*/ 565 h 1010"/>
                <a:gd name="T92" fmla="*/ 2208 w 2986"/>
                <a:gd name="T93" fmla="*/ 543 h 1010"/>
                <a:gd name="T94" fmla="*/ 2230 w 2986"/>
                <a:gd name="T95" fmla="*/ 238 h 1010"/>
                <a:gd name="T96" fmla="*/ 2530 w 2986"/>
                <a:gd name="T97" fmla="*/ 261 h 1010"/>
                <a:gd name="T98" fmla="*/ 2890 w 2986"/>
                <a:gd name="T99" fmla="*/ 543 h 1010"/>
                <a:gd name="T100" fmla="*/ 2591 w 2986"/>
                <a:gd name="T101" fmla="*/ 565 h 1010"/>
                <a:gd name="T102" fmla="*/ 2569 w 2986"/>
                <a:gd name="T103" fmla="*/ 261 h 1010"/>
                <a:gd name="T104" fmla="*/ 2868 w 2986"/>
                <a:gd name="T105" fmla="*/ 238 h 1010"/>
                <a:gd name="T106" fmla="*/ 2890 w 2986"/>
                <a:gd name="T107" fmla="*/ 543 h 10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86" h="1010">
                  <a:moveTo>
                    <a:pt x="2986" y="154"/>
                  </a:moveTo>
                  <a:cubicBezTo>
                    <a:pt x="2986" y="136"/>
                    <a:pt x="2972" y="123"/>
                    <a:pt x="2955" y="123"/>
                  </a:cubicBezTo>
                  <a:cubicBezTo>
                    <a:pt x="2955" y="123"/>
                    <a:pt x="2955" y="123"/>
                    <a:pt x="2955" y="123"/>
                  </a:cubicBezTo>
                  <a:cubicBezTo>
                    <a:pt x="2952" y="68"/>
                    <a:pt x="2907" y="25"/>
                    <a:pt x="2852" y="25"/>
                  </a:cubicBezTo>
                  <a:cubicBezTo>
                    <a:pt x="2505" y="25"/>
                    <a:pt x="2505" y="25"/>
                    <a:pt x="2505" y="25"/>
                  </a:cubicBezTo>
                  <a:cubicBezTo>
                    <a:pt x="2457" y="25"/>
                    <a:pt x="2457" y="25"/>
                    <a:pt x="2457" y="25"/>
                  </a:cubicBezTo>
                  <a:cubicBezTo>
                    <a:pt x="2454" y="11"/>
                    <a:pt x="2441" y="0"/>
                    <a:pt x="2426" y="0"/>
                  </a:cubicBezTo>
                  <a:cubicBezTo>
                    <a:pt x="2411" y="0"/>
                    <a:pt x="2399" y="11"/>
                    <a:pt x="2396" y="25"/>
                  </a:cubicBezTo>
                  <a:cubicBezTo>
                    <a:pt x="2086" y="25"/>
                    <a:pt x="2086" y="25"/>
                    <a:pt x="2086" y="25"/>
                  </a:cubicBezTo>
                  <a:cubicBezTo>
                    <a:pt x="2083" y="11"/>
                    <a:pt x="2071" y="0"/>
                    <a:pt x="2056" y="0"/>
                  </a:cubicBezTo>
                  <a:cubicBezTo>
                    <a:pt x="2041" y="0"/>
                    <a:pt x="2029" y="11"/>
                    <a:pt x="2026" y="25"/>
                  </a:cubicBezTo>
                  <a:cubicBezTo>
                    <a:pt x="1716" y="25"/>
                    <a:pt x="1716" y="25"/>
                    <a:pt x="1716" y="25"/>
                  </a:cubicBezTo>
                  <a:cubicBezTo>
                    <a:pt x="1713" y="11"/>
                    <a:pt x="1701" y="0"/>
                    <a:pt x="1686" y="0"/>
                  </a:cubicBezTo>
                  <a:cubicBezTo>
                    <a:pt x="1671" y="0"/>
                    <a:pt x="1659" y="11"/>
                    <a:pt x="1656" y="25"/>
                  </a:cubicBezTo>
                  <a:cubicBezTo>
                    <a:pt x="1346" y="25"/>
                    <a:pt x="1346" y="25"/>
                    <a:pt x="1346" y="25"/>
                  </a:cubicBezTo>
                  <a:cubicBezTo>
                    <a:pt x="1343" y="11"/>
                    <a:pt x="1331" y="0"/>
                    <a:pt x="1316" y="0"/>
                  </a:cubicBezTo>
                  <a:cubicBezTo>
                    <a:pt x="1301" y="0"/>
                    <a:pt x="1288" y="11"/>
                    <a:pt x="1285" y="25"/>
                  </a:cubicBezTo>
                  <a:cubicBezTo>
                    <a:pt x="1140" y="25"/>
                    <a:pt x="1140" y="25"/>
                    <a:pt x="1140" y="25"/>
                  </a:cubicBezTo>
                  <a:cubicBezTo>
                    <a:pt x="976" y="25"/>
                    <a:pt x="976" y="25"/>
                    <a:pt x="976" y="25"/>
                  </a:cubicBezTo>
                  <a:cubicBezTo>
                    <a:pt x="973" y="11"/>
                    <a:pt x="960" y="0"/>
                    <a:pt x="945" y="0"/>
                  </a:cubicBezTo>
                  <a:cubicBezTo>
                    <a:pt x="930" y="0"/>
                    <a:pt x="918" y="11"/>
                    <a:pt x="915" y="25"/>
                  </a:cubicBezTo>
                  <a:cubicBezTo>
                    <a:pt x="662" y="25"/>
                    <a:pt x="662" y="25"/>
                    <a:pt x="662" y="25"/>
                  </a:cubicBezTo>
                  <a:cubicBezTo>
                    <a:pt x="605" y="25"/>
                    <a:pt x="559" y="71"/>
                    <a:pt x="559" y="128"/>
                  </a:cubicBezTo>
                  <a:cubicBezTo>
                    <a:pt x="559" y="136"/>
                    <a:pt x="559" y="136"/>
                    <a:pt x="559" y="136"/>
                  </a:cubicBezTo>
                  <a:cubicBezTo>
                    <a:pt x="491" y="136"/>
                    <a:pt x="491" y="136"/>
                    <a:pt x="491" y="136"/>
                  </a:cubicBezTo>
                  <a:cubicBezTo>
                    <a:pt x="468" y="136"/>
                    <a:pt x="450" y="154"/>
                    <a:pt x="447" y="176"/>
                  </a:cubicBezTo>
                  <a:cubicBezTo>
                    <a:pt x="440" y="179"/>
                    <a:pt x="434" y="186"/>
                    <a:pt x="434" y="195"/>
                  </a:cubicBezTo>
                  <a:cubicBezTo>
                    <a:pt x="434" y="372"/>
                    <a:pt x="434" y="372"/>
                    <a:pt x="434" y="372"/>
                  </a:cubicBezTo>
                  <a:cubicBezTo>
                    <a:pt x="434" y="380"/>
                    <a:pt x="440" y="388"/>
                    <a:pt x="447" y="391"/>
                  </a:cubicBezTo>
                  <a:cubicBezTo>
                    <a:pt x="450" y="413"/>
                    <a:pt x="468" y="430"/>
                    <a:pt x="491" y="430"/>
                  </a:cubicBezTo>
                  <a:cubicBezTo>
                    <a:pt x="559" y="430"/>
                    <a:pt x="559" y="430"/>
                    <a:pt x="559" y="430"/>
                  </a:cubicBezTo>
                  <a:cubicBezTo>
                    <a:pt x="559" y="499"/>
                    <a:pt x="559" y="499"/>
                    <a:pt x="559" y="499"/>
                  </a:cubicBezTo>
                  <a:cubicBezTo>
                    <a:pt x="549" y="594"/>
                    <a:pt x="501" y="603"/>
                    <a:pt x="434" y="605"/>
                  </a:cubicBezTo>
                  <a:cubicBezTo>
                    <a:pt x="387" y="607"/>
                    <a:pt x="322" y="607"/>
                    <a:pt x="256" y="607"/>
                  </a:cubicBezTo>
                  <a:cubicBezTo>
                    <a:pt x="144" y="607"/>
                    <a:pt x="29" y="606"/>
                    <a:pt x="1" y="606"/>
                  </a:cubicBezTo>
                  <a:cubicBezTo>
                    <a:pt x="0" y="609"/>
                    <a:pt x="0" y="613"/>
                    <a:pt x="0" y="617"/>
                  </a:cubicBezTo>
                  <a:cubicBezTo>
                    <a:pt x="0" y="653"/>
                    <a:pt x="0" y="653"/>
                    <a:pt x="0" y="653"/>
                  </a:cubicBezTo>
                  <a:cubicBezTo>
                    <a:pt x="82" y="660"/>
                    <a:pt x="240" y="691"/>
                    <a:pt x="240" y="752"/>
                  </a:cubicBezTo>
                  <a:cubicBezTo>
                    <a:pt x="240" y="754"/>
                    <a:pt x="239" y="757"/>
                    <a:pt x="239" y="760"/>
                  </a:cubicBezTo>
                  <a:cubicBezTo>
                    <a:pt x="257" y="757"/>
                    <a:pt x="276" y="755"/>
                    <a:pt x="295" y="755"/>
                  </a:cubicBezTo>
                  <a:cubicBezTo>
                    <a:pt x="452" y="755"/>
                    <a:pt x="593" y="860"/>
                    <a:pt x="638" y="1010"/>
                  </a:cubicBezTo>
                  <a:cubicBezTo>
                    <a:pt x="638" y="1010"/>
                    <a:pt x="638" y="1010"/>
                    <a:pt x="638" y="1010"/>
                  </a:cubicBezTo>
                  <a:cubicBezTo>
                    <a:pt x="638" y="261"/>
                    <a:pt x="638" y="261"/>
                    <a:pt x="638" y="261"/>
                  </a:cubicBezTo>
                  <a:cubicBezTo>
                    <a:pt x="638" y="248"/>
                    <a:pt x="648" y="238"/>
                    <a:pt x="660" y="238"/>
                  </a:cubicBezTo>
                  <a:cubicBezTo>
                    <a:pt x="1068" y="238"/>
                    <a:pt x="1068" y="238"/>
                    <a:pt x="1068" y="238"/>
                  </a:cubicBezTo>
                  <a:cubicBezTo>
                    <a:pt x="1080" y="238"/>
                    <a:pt x="1090" y="248"/>
                    <a:pt x="1090" y="261"/>
                  </a:cubicBezTo>
                  <a:cubicBezTo>
                    <a:pt x="1090" y="1010"/>
                    <a:pt x="1090" y="1010"/>
                    <a:pt x="1090" y="1010"/>
                  </a:cubicBezTo>
                  <a:cubicBezTo>
                    <a:pt x="1774" y="1010"/>
                    <a:pt x="1774" y="1010"/>
                    <a:pt x="1774" y="1010"/>
                  </a:cubicBezTo>
                  <a:cubicBezTo>
                    <a:pt x="1825" y="851"/>
                    <a:pt x="1970" y="744"/>
                    <a:pt x="2137" y="744"/>
                  </a:cubicBezTo>
                  <a:cubicBezTo>
                    <a:pt x="2276" y="744"/>
                    <a:pt x="2398" y="819"/>
                    <a:pt x="2464" y="930"/>
                  </a:cubicBezTo>
                  <a:cubicBezTo>
                    <a:pt x="2464" y="926"/>
                    <a:pt x="2464" y="926"/>
                    <a:pt x="2464" y="926"/>
                  </a:cubicBezTo>
                  <a:cubicBezTo>
                    <a:pt x="2956" y="926"/>
                    <a:pt x="2956" y="926"/>
                    <a:pt x="2956" y="926"/>
                  </a:cubicBezTo>
                  <a:cubicBezTo>
                    <a:pt x="2956" y="184"/>
                    <a:pt x="2956" y="184"/>
                    <a:pt x="2956" y="184"/>
                  </a:cubicBezTo>
                  <a:cubicBezTo>
                    <a:pt x="2972" y="184"/>
                    <a:pt x="2986" y="170"/>
                    <a:pt x="2986" y="154"/>
                  </a:cubicBezTo>
                  <a:close/>
                  <a:moveTo>
                    <a:pt x="559" y="415"/>
                  </a:moveTo>
                  <a:cubicBezTo>
                    <a:pt x="491" y="415"/>
                    <a:pt x="491" y="415"/>
                    <a:pt x="491" y="415"/>
                  </a:cubicBezTo>
                  <a:cubicBezTo>
                    <a:pt x="477" y="415"/>
                    <a:pt x="465" y="404"/>
                    <a:pt x="463" y="391"/>
                  </a:cubicBezTo>
                  <a:cubicBezTo>
                    <a:pt x="470" y="387"/>
                    <a:pt x="475" y="380"/>
                    <a:pt x="475" y="372"/>
                  </a:cubicBezTo>
                  <a:cubicBezTo>
                    <a:pt x="475" y="195"/>
                    <a:pt x="475" y="195"/>
                    <a:pt x="475" y="195"/>
                  </a:cubicBezTo>
                  <a:cubicBezTo>
                    <a:pt x="475" y="187"/>
                    <a:pt x="470" y="179"/>
                    <a:pt x="463" y="176"/>
                  </a:cubicBezTo>
                  <a:cubicBezTo>
                    <a:pt x="465" y="162"/>
                    <a:pt x="477" y="152"/>
                    <a:pt x="491" y="152"/>
                  </a:cubicBezTo>
                  <a:cubicBezTo>
                    <a:pt x="559" y="152"/>
                    <a:pt x="559" y="152"/>
                    <a:pt x="559" y="152"/>
                  </a:cubicBezTo>
                  <a:lnTo>
                    <a:pt x="559" y="415"/>
                  </a:lnTo>
                  <a:close/>
                  <a:moveTo>
                    <a:pt x="1448" y="543"/>
                  </a:moveTo>
                  <a:cubicBezTo>
                    <a:pt x="1448" y="555"/>
                    <a:pt x="1438" y="565"/>
                    <a:pt x="1426" y="565"/>
                  </a:cubicBezTo>
                  <a:cubicBezTo>
                    <a:pt x="1148" y="565"/>
                    <a:pt x="1148" y="565"/>
                    <a:pt x="1148" y="565"/>
                  </a:cubicBezTo>
                  <a:cubicBezTo>
                    <a:pt x="1136" y="565"/>
                    <a:pt x="1126" y="555"/>
                    <a:pt x="1126" y="543"/>
                  </a:cubicBezTo>
                  <a:cubicBezTo>
                    <a:pt x="1126" y="261"/>
                    <a:pt x="1126" y="261"/>
                    <a:pt x="1126" y="261"/>
                  </a:cubicBezTo>
                  <a:cubicBezTo>
                    <a:pt x="1126" y="248"/>
                    <a:pt x="1136" y="238"/>
                    <a:pt x="1148" y="238"/>
                  </a:cubicBezTo>
                  <a:cubicBezTo>
                    <a:pt x="1426" y="238"/>
                    <a:pt x="1426" y="238"/>
                    <a:pt x="1426" y="238"/>
                  </a:cubicBezTo>
                  <a:cubicBezTo>
                    <a:pt x="1438" y="238"/>
                    <a:pt x="1448" y="248"/>
                    <a:pt x="1448" y="261"/>
                  </a:cubicBezTo>
                  <a:lnTo>
                    <a:pt x="1448" y="543"/>
                  </a:lnTo>
                  <a:close/>
                  <a:moveTo>
                    <a:pt x="1808" y="543"/>
                  </a:moveTo>
                  <a:cubicBezTo>
                    <a:pt x="1808" y="555"/>
                    <a:pt x="1799" y="565"/>
                    <a:pt x="1786" y="565"/>
                  </a:cubicBezTo>
                  <a:cubicBezTo>
                    <a:pt x="1509" y="565"/>
                    <a:pt x="1509" y="565"/>
                    <a:pt x="1509" y="565"/>
                  </a:cubicBezTo>
                  <a:cubicBezTo>
                    <a:pt x="1497" y="565"/>
                    <a:pt x="1487" y="555"/>
                    <a:pt x="1487" y="543"/>
                  </a:cubicBezTo>
                  <a:cubicBezTo>
                    <a:pt x="1487" y="261"/>
                    <a:pt x="1487" y="261"/>
                    <a:pt x="1487" y="261"/>
                  </a:cubicBezTo>
                  <a:cubicBezTo>
                    <a:pt x="1487" y="248"/>
                    <a:pt x="1497" y="238"/>
                    <a:pt x="1509" y="238"/>
                  </a:cubicBezTo>
                  <a:cubicBezTo>
                    <a:pt x="1786" y="238"/>
                    <a:pt x="1786" y="238"/>
                    <a:pt x="1786" y="238"/>
                  </a:cubicBezTo>
                  <a:cubicBezTo>
                    <a:pt x="1799" y="238"/>
                    <a:pt x="1808" y="248"/>
                    <a:pt x="1808" y="261"/>
                  </a:cubicBezTo>
                  <a:lnTo>
                    <a:pt x="1808" y="543"/>
                  </a:lnTo>
                  <a:close/>
                  <a:moveTo>
                    <a:pt x="2169" y="543"/>
                  </a:moveTo>
                  <a:cubicBezTo>
                    <a:pt x="2169" y="555"/>
                    <a:pt x="2159" y="565"/>
                    <a:pt x="2147" y="565"/>
                  </a:cubicBezTo>
                  <a:cubicBezTo>
                    <a:pt x="1869" y="565"/>
                    <a:pt x="1869" y="565"/>
                    <a:pt x="1869" y="565"/>
                  </a:cubicBezTo>
                  <a:cubicBezTo>
                    <a:pt x="1857" y="565"/>
                    <a:pt x="1847" y="555"/>
                    <a:pt x="1847" y="543"/>
                  </a:cubicBezTo>
                  <a:cubicBezTo>
                    <a:pt x="1847" y="261"/>
                    <a:pt x="1847" y="261"/>
                    <a:pt x="1847" y="261"/>
                  </a:cubicBezTo>
                  <a:cubicBezTo>
                    <a:pt x="1847" y="248"/>
                    <a:pt x="1857" y="238"/>
                    <a:pt x="1869" y="238"/>
                  </a:cubicBezTo>
                  <a:cubicBezTo>
                    <a:pt x="2147" y="238"/>
                    <a:pt x="2147" y="238"/>
                    <a:pt x="2147" y="238"/>
                  </a:cubicBezTo>
                  <a:cubicBezTo>
                    <a:pt x="2159" y="238"/>
                    <a:pt x="2169" y="248"/>
                    <a:pt x="2169" y="261"/>
                  </a:cubicBezTo>
                  <a:lnTo>
                    <a:pt x="2169" y="543"/>
                  </a:lnTo>
                  <a:close/>
                  <a:moveTo>
                    <a:pt x="2530" y="543"/>
                  </a:moveTo>
                  <a:cubicBezTo>
                    <a:pt x="2530" y="555"/>
                    <a:pt x="2520" y="565"/>
                    <a:pt x="2508" y="565"/>
                  </a:cubicBezTo>
                  <a:cubicBezTo>
                    <a:pt x="2230" y="565"/>
                    <a:pt x="2230" y="565"/>
                    <a:pt x="2230" y="565"/>
                  </a:cubicBezTo>
                  <a:cubicBezTo>
                    <a:pt x="2218" y="565"/>
                    <a:pt x="2208" y="555"/>
                    <a:pt x="2208" y="543"/>
                  </a:cubicBezTo>
                  <a:cubicBezTo>
                    <a:pt x="2208" y="261"/>
                    <a:pt x="2208" y="261"/>
                    <a:pt x="2208" y="261"/>
                  </a:cubicBezTo>
                  <a:cubicBezTo>
                    <a:pt x="2208" y="248"/>
                    <a:pt x="2218" y="238"/>
                    <a:pt x="2230" y="238"/>
                  </a:cubicBezTo>
                  <a:cubicBezTo>
                    <a:pt x="2508" y="238"/>
                    <a:pt x="2508" y="238"/>
                    <a:pt x="2508" y="238"/>
                  </a:cubicBezTo>
                  <a:cubicBezTo>
                    <a:pt x="2520" y="238"/>
                    <a:pt x="2530" y="248"/>
                    <a:pt x="2530" y="261"/>
                  </a:cubicBezTo>
                  <a:lnTo>
                    <a:pt x="2530" y="543"/>
                  </a:lnTo>
                  <a:close/>
                  <a:moveTo>
                    <a:pt x="2890" y="543"/>
                  </a:moveTo>
                  <a:cubicBezTo>
                    <a:pt x="2890" y="555"/>
                    <a:pt x="2881" y="565"/>
                    <a:pt x="2868" y="565"/>
                  </a:cubicBezTo>
                  <a:cubicBezTo>
                    <a:pt x="2591" y="565"/>
                    <a:pt x="2591" y="565"/>
                    <a:pt x="2591" y="565"/>
                  </a:cubicBezTo>
                  <a:cubicBezTo>
                    <a:pt x="2579" y="565"/>
                    <a:pt x="2569" y="555"/>
                    <a:pt x="2569" y="543"/>
                  </a:cubicBezTo>
                  <a:cubicBezTo>
                    <a:pt x="2569" y="261"/>
                    <a:pt x="2569" y="261"/>
                    <a:pt x="2569" y="261"/>
                  </a:cubicBezTo>
                  <a:cubicBezTo>
                    <a:pt x="2569" y="248"/>
                    <a:pt x="2579" y="238"/>
                    <a:pt x="2591" y="238"/>
                  </a:cubicBezTo>
                  <a:cubicBezTo>
                    <a:pt x="2868" y="238"/>
                    <a:pt x="2868" y="238"/>
                    <a:pt x="2868" y="238"/>
                  </a:cubicBezTo>
                  <a:cubicBezTo>
                    <a:pt x="2881" y="238"/>
                    <a:pt x="2890" y="248"/>
                    <a:pt x="2890" y="261"/>
                  </a:cubicBezTo>
                  <a:lnTo>
                    <a:pt x="2890" y="5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Rectangle 157"/>
            <p:cNvSpPr>
              <a:spLocks noChangeArrowheads="1"/>
            </p:cNvSpPr>
            <p:nvPr/>
          </p:nvSpPr>
          <p:spPr bwMode="auto">
            <a:xfrm>
              <a:off x="7051676" y="2662238"/>
              <a:ext cx="234950" cy="539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Oval 158"/>
            <p:cNvSpPr>
              <a:spLocks noChangeArrowheads="1"/>
            </p:cNvSpPr>
            <p:nvPr/>
          </p:nvSpPr>
          <p:spPr bwMode="auto">
            <a:xfrm>
              <a:off x="6272213" y="3816350"/>
              <a:ext cx="80963" cy="793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159"/>
            <p:cNvSpPr>
              <a:spLocks noEditPoints="1"/>
            </p:cNvSpPr>
            <p:nvPr/>
          </p:nvSpPr>
          <p:spPr bwMode="auto">
            <a:xfrm>
              <a:off x="6067426" y="3609975"/>
              <a:ext cx="490538" cy="490538"/>
            </a:xfrm>
            <a:custGeom>
              <a:avLst/>
              <a:gdLst>
                <a:gd name="T0" fmla="*/ 6 w 480"/>
                <a:gd name="T1" fmla="*/ 251 h 480"/>
                <a:gd name="T2" fmla="*/ 4 w 480"/>
                <a:gd name="T3" fmla="*/ 284 h 480"/>
                <a:gd name="T4" fmla="*/ 9 w 480"/>
                <a:gd name="T5" fmla="*/ 300 h 480"/>
                <a:gd name="T6" fmla="*/ 24 w 480"/>
                <a:gd name="T7" fmla="*/ 333 h 480"/>
                <a:gd name="T8" fmla="*/ 36 w 480"/>
                <a:gd name="T9" fmla="*/ 357 h 480"/>
                <a:gd name="T10" fmla="*/ 50 w 480"/>
                <a:gd name="T11" fmla="*/ 386 h 480"/>
                <a:gd name="T12" fmla="*/ 61 w 480"/>
                <a:gd name="T13" fmla="*/ 398 h 480"/>
                <a:gd name="T14" fmla="*/ 90 w 480"/>
                <a:gd name="T15" fmla="*/ 421 h 480"/>
                <a:gd name="T16" fmla="*/ 109 w 480"/>
                <a:gd name="T17" fmla="*/ 438 h 480"/>
                <a:gd name="T18" fmla="*/ 121 w 480"/>
                <a:gd name="T19" fmla="*/ 449 h 480"/>
                <a:gd name="T20" fmla="*/ 152 w 480"/>
                <a:gd name="T21" fmla="*/ 462 h 480"/>
                <a:gd name="T22" fmla="*/ 188 w 480"/>
                <a:gd name="T23" fmla="*/ 469 h 480"/>
                <a:gd name="T24" fmla="*/ 215 w 480"/>
                <a:gd name="T25" fmla="*/ 473 h 480"/>
                <a:gd name="T26" fmla="*/ 247 w 480"/>
                <a:gd name="T27" fmla="*/ 480 h 480"/>
                <a:gd name="T28" fmla="*/ 266 w 480"/>
                <a:gd name="T29" fmla="*/ 479 h 480"/>
                <a:gd name="T30" fmla="*/ 288 w 480"/>
                <a:gd name="T31" fmla="*/ 470 h 480"/>
                <a:gd name="T32" fmla="*/ 320 w 480"/>
                <a:gd name="T33" fmla="*/ 466 h 480"/>
                <a:gd name="T34" fmla="*/ 339 w 480"/>
                <a:gd name="T35" fmla="*/ 459 h 480"/>
                <a:gd name="T36" fmla="*/ 368 w 480"/>
                <a:gd name="T37" fmla="*/ 441 h 480"/>
                <a:gd name="T38" fmla="*/ 395 w 480"/>
                <a:gd name="T39" fmla="*/ 417 h 480"/>
                <a:gd name="T40" fmla="*/ 414 w 480"/>
                <a:gd name="T41" fmla="*/ 398 h 480"/>
                <a:gd name="T42" fmla="*/ 438 w 480"/>
                <a:gd name="T43" fmla="*/ 376 h 480"/>
                <a:gd name="T44" fmla="*/ 448 w 480"/>
                <a:gd name="T45" fmla="*/ 359 h 480"/>
                <a:gd name="T46" fmla="*/ 462 w 480"/>
                <a:gd name="T47" fmla="*/ 328 h 480"/>
                <a:gd name="T48" fmla="*/ 469 w 480"/>
                <a:gd name="T49" fmla="*/ 292 h 480"/>
                <a:gd name="T50" fmla="*/ 473 w 480"/>
                <a:gd name="T51" fmla="*/ 266 h 480"/>
                <a:gd name="T52" fmla="*/ 477 w 480"/>
                <a:gd name="T53" fmla="*/ 230 h 480"/>
                <a:gd name="T54" fmla="*/ 476 w 480"/>
                <a:gd name="T55" fmla="*/ 196 h 480"/>
                <a:gd name="T56" fmla="*/ 471 w 480"/>
                <a:gd name="T57" fmla="*/ 177 h 480"/>
                <a:gd name="T58" fmla="*/ 459 w 480"/>
                <a:gd name="T59" fmla="*/ 145 h 480"/>
                <a:gd name="T60" fmla="*/ 439 w 480"/>
                <a:gd name="T61" fmla="*/ 115 h 480"/>
                <a:gd name="T62" fmla="*/ 423 w 480"/>
                <a:gd name="T63" fmla="*/ 93 h 480"/>
                <a:gd name="T64" fmla="*/ 405 w 480"/>
                <a:gd name="T65" fmla="*/ 66 h 480"/>
                <a:gd name="T66" fmla="*/ 392 w 480"/>
                <a:gd name="T67" fmla="*/ 56 h 480"/>
                <a:gd name="T68" fmla="*/ 360 w 480"/>
                <a:gd name="T69" fmla="*/ 38 h 480"/>
                <a:gd name="T70" fmla="*/ 336 w 480"/>
                <a:gd name="T71" fmla="*/ 26 h 480"/>
                <a:gd name="T72" fmla="*/ 303 w 480"/>
                <a:gd name="T73" fmla="*/ 12 h 480"/>
                <a:gd name="T74" fmla="*/ 271 w 480"/>
                <a:gd name="T75" fmla="*/ 2 h 480"/>
                <a:gd name="T76" fmla="*/ 255 w 480"/>
                <a:gd name="T77" fmla="*/ 2 h 480"/>
                <a:gd name="T78" fmla="*/ 219 w 480"/>
                <a:gd name="T79" fmla="*/ 6 h 480"/>
                <a:gd name="T80" fmla="*/ 193 w 480"/>
                <a:gd name="T81" fmla="*/ 8 h 480"/>
                <a:gd name="T82" fmla="*/ 160 w 480"/>
                <a:gd name="T83" fmla="*/ 14 h 480"/>
                <a:gd name="T84" fmla="*/ 141 w 480"/>
                <a:gd name="T85" fmla="*/ 21 h 480"/>
                <a:gd name="T86" fmla="*/ 112 w 480"/>
                <a:gd name="T87" fmla="*/ 39 h 480"/>
                <a:gd name="T88" fmla="*/ 85 w 480"/>
                <a:gd name="T89" fmla="*/ 64 h 480"/>
                <a:gd name="T90" fmla="*/ 65 w 480"/>
                <a:gd name="T91" fmla="*/ 80 h 480"/>
                <a:gd name="T92" fmla="*/ 56 w 480"/>
                <a:gd name="T93" fmla="*/ 88 h 480"/>
                <a:gd name="T94" fmla="*/ 38 w 480"/>
                <a:gd name="T95" fmla="*/ 120 h 480"/>
                <a:gd name="T96" fmla="*/ 24 w 480"/>
                <a:gd name="T97" fmla="*/ 142 h 480"/>
                <a:gd name="T98" fmla="*/ 10 w 480"/>
                <a:gd name="T99" fmla="*/ 172 h 480"/>
                <a:gd name="T100" fmla="*/ 5 w 480"/>
                <a:gd name="T101" fmla="*/ 191 h 480"/>
                <a:gd name="T102" fmla="*/ 6 w 480"/>
                <a:gd name="T103" fmla="*/ 225 h 480"/>
                <a:gd name="T104" fmla="*/ 240 w 480"/>
                <a:gd name="T105" fmla="*/ 368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80" h="480">
                  <a:moveTo>
                    <a:pt x="2" y="225"/>
                  </a:moveTo>
                  <a:cubicBezTo>
                    <a:pt x="1" y="226"/>
                    <a:pt x="0" y="227"/>
                    <a:pt x="0" y="229"/>
                  </a:cubicBezTo>
                  <a:cubicBezTo>
                    <a:pt x="0" y="247"/>
                    <a:pt x="0" y="247"/>
                    <a:pt x="0" y="247"/>
                  </a:cubicBezTo>
                  <a:cubicBezTo>
                    <a:pt x="0" y="248"/>
                    <a:pt x="2" y="250"/>
                    <a:pt x="3" y="251"/>
                  </a:cubicBezTo>
                  <a:cubicBezTo>
                    <a:pt x="6" y="251"/>
                    <a:pt x="6" y="251"/>
                    <a:pt x="6" y="251"/>
                  </a:cubicBezTo>
                  <a:cubicBezTo>
                    <a:pt x="6" y="255"/>
                    <a:pt x="6" y="258"/>
                    <a:pt x="6" y="262"/>
                  </a:cubicBezTo>
                  <a:cubicBezTo>
                    <a:pt x="6" y="262"/>
                    <a:pt x="6" y="262"/>
                    <a:pt x="6" y="262"/>
                  </a:cubicBezTo>
                  <a:cubicBezTo>
                    <a:pt x="5" y="261"/>
                    <a:pt x="4" y="262"/>
                    <a:pt x="3" y="263"/>
                  </a:cubicBezTo>
                  <a:cubicBezTo>
                    <a:pt x="2" y="264"/>
                    <a:pt x="1" y="265"/>
                    <a:pt x="2" y="266"/>
                  </a:cubicBezTo>
                  <a:cubicBezTo>
                    <a:pt x="4" y="284"/>
                    <a:pt x="4" y="284"/>
                    <a:pt x="4" y="284"/>
                  </a:cubicBezTo>
                  <a:cubicBezTo>
                    <a:pt x="5" y="286"/>
                    <a:pt x="6" y="287"/>
                    <a:pt x="8" y="288"/>
                  </a:cubicBezTo>
                  <a:cubicBezTo>
                    <a:pt x="10" y="288"/>
                    <a:pt x="10" y="288"/>
                    <a:pt x="10" y="288"/>
                  </a:cubicBezTo>
                  <a:cubicBezTo>
                    <a:pt x="11" y="291"/>
                    <a:pt x="12" y="295"/>
                    <a:pt x="13" y="298"/>
                  </a:cubicBezTo>
                  <a:cubicBezTo>
                    <a:pt x="13" y="298"/>
                    <a:pt x="13" y="298"/>
                    <a:pt x="13" y="298"/>
                  </a:cubicBezTo>
                  <a:cubicBezTo>
                    <a:pt x="11" y="298"/>
                    <a:pt x="10" y="299"/>
                    <a:pt x="9" y="300"/>
                  </a:cubicBezTo>
                  <a:cubicBezTo>
                    <a:pt x="8" y="301"/>
                    <a:pt x="8" y="302"/>
                    <a:pt x="9" y="303"/>
                  </a:cubicBezTo>
                  <a:cubicBezTo>
                    <a:pt x="14" y="320"/>
                    <a:pt x="14" y="320"/>
                    <a:pt x="14" y="320"/>
                  </a:cubicBezTo>
                  <a:cubicBezTo>
                    <a:pt x="15" y="322"/>
                    <a:pt x="16" y="323"/>
                    <a:pt x="18" y="323"/>
                  </a:cubicBezTo>
                  <a:cubicBezTo>
                    <a:pt x="21" y="323"/>
                    <a:pt x="21" y="323"/>
                    <a:pt x="21" y="323"/>
                  </a:cubicBezTo>
                  <a:cubicBezTo>
                    <a:pt x="22" y="326"/>
                    <a:pt x="23" y="330"/>
                    <a:pt x="24" y="333"/>
                  </a:cubicBezTo>
                  <a:cubicBezTo>
                    <a:pt x="23" y="333"/>
                    <a:pt x="22" y="334"/>
                    <a:pt x="21" y="335"/>
                  </a:cubicBezTo>
                  <a:cubicBezTo>
                    <a:pt x="21" y="336"/>
                    <a:pt x="21" y="338"/>
                    <a:pt x="21" y="339"/>
                  </a:cubicBezTo>
                  <a:cubicBezTo>
                    <a:pt x="29" y="355"/>
                    <a:pt x="29" y="355"/>
                    <a:pt x="29" y="355"/>
                  </a:cubicBezTo>
                  <a:cubicBezTo>
                    <a:pt x="30" y="356"/>
                    <a:pt x="32" y="357"/>
                    <a:pt x="34" y="357"/>
                  </a:cubicBezTo>
                  <a:cubicBezTo>
                    <a:pt x="36" y="357"/>
                    <a:pt x="36" y="357"/>
                    <a:pt x="36" y="357"/>
                  </a:cubicBezTo>
                  <a:cubicBezTo>
                    <a:pt x="38" y="360"/>
                    <a:pt x="40" y="362"/>
                    <a:pt x="42" y="365"/>
                  </a:cubicBezTo>
                  <a:cubicBezTo>
                    <a:pt x="42" y="365"/>
                    <a:pt x="42" y="365"/>
                    <a:pt x="42" y="365"/>
                  </a:cubicBezTo>
                  <a:cubicBezTo>
                    <a:pt x="40" y="366"/>
                    <a:pt x="39" y="367"/>
                    <a:pt x="39" y="368"/>
                  </a:cubicBezTo>
                  <a:cubicBezTo>
                    <a:pt x="38" y="369"/>
                    <a:pt x="39" y="371"/>
                    <a:pt x="39" y="372"/>
                  </a:cubicBezTo>
                  <a:cubicBezTo>
                    <a:pt x="50" y="386"/>
                    <a:pt x="50" y="386"/>
                    <a:pt x="50" y="386"/>
                  </a:cubicBezTo>
                  <a:cubicBezTo>
                    <a:pt x="51" y="388"/>
                    <a:pt x="53" y="388"/>
                    <a:pt x="55" y="388"/>
                  </a:cubicBezTo>
                  <a:cubicBezTo>
                    <a:pt x="57" y="387"/>
                    <a:pt x="57" y="387"/>
                    <a:pt x="57" y="387"/>
                  </a:cubicBezTo>
                  <a:cubicBezTo>
                    <a:pt x="59" y="390"/>
                    <a:pt x="61" y="392"/>
                    <a:pt x="64" y="395"/>
                  </a:cubicBezTo>
                  <a:cubicBezTo>
                    <a:pt x="64" y="395"/>
                    <a:pt x="64" y="395"/>
                    <a:pt x="64" y="395"/>
                  </a:cubicBezTo>
                  <a:cubicBezTo>
                    <a:pt x="62" y="395"/>
                    <a:pt x="62" y="397"/>
                    <a:pt x="61" y="398"/>
                  </a:cubicBezTo>
                  <a:cubicBezTo>
                    <a:pt x="61" y="399"/>
                    <a:pt x="62" y="401"/>
                    <a:pt x="63" y="402"/>
                  </a:cubicBezTo>
                  <a:cubicBezTo>
                    <a:pt x="75" y="414"/>
                    <a:pt x="75" y="414"/>
                    <a:pt x="75" y="414"/>
                  </a:cubicBezTo>
                  <a:cubicBezTo>
                    <a:pt x="76" y="415"/>
                    <a:pt x="78" y="416"/>
                    <a:pt x="80" y="415"/>
                  </a:cubicBezTo>
                  <a:cubicBezTo>
                    <a:pt x="82" y="414"/>
                    <a:pt x="82" y="414"/>
                    <a:pt x="82" y="414"/>
                  </a:cubicBezTo>
                  <a:cubicBezTo>
                    <a:pt x="85" y="416"/>
                    <a:pt x="87" y="418"/>
                    <a:pt x="90" y="421"/>
                  </a:cubicBezTo>
                  <a:cubicBezTo>
                    <a:pt x="90" y="421"/>
                    <a:pt x="90" y="421"/>
                    <a:pt x="90" y="421"/>
                  </a:cubicBezTo>
                  <a:cubicBezTo>
                    <a:pt x="89" y="421"/>
                    <a:pt x="88" y="423"/>
                    <a:pt x="88" y="424"/>
                  </a:cubicBezTo>
                  <a:cubicBezTo>
                    <a:pt x="88" y="425"/>
                    <a:pt x="89" y="427"/>
                    <a:pt x="90" y="427"/>
                  </a:cubicBezTo>
                  <a:cubicBezTo>
                    <a:pt x="104" y="438"/>
                    <a:pt x="104" y="438"/>
                    <a:pt x="104" y="438"/>
                  </a:cubicBezTo>
                  <a:cubicBezTo>
                    <a:pt x="106" y="439"/>
                    <a:pt x="108" y="439"/>
                    <a:pt x="109" y="438"/>
                  </a:cubicBezTo>
                  <a:cubicBezTo>
                    <a:pt x="111" y="436"/>
                    <a:pt x="111" y="436"/>
                    <a:pt x="111" y="436"/>
                  </a:cubicBezTo>
                  <a:cubicBezTo>
                    <a:pt x="114" y="438"/>
                    <a:pt x="117" y="440"/>
                    <a:pt x="120" y="442"/>
                  </a:cubicBezTo>
                  <a:cubicBezTo>
                    <a:pt x="120" y="442"/>
                    <a:pt x="120" y="442"/>
                    <a:pt x="120" y="442"/>
                  </a:cubicBezTo>
                  <a:cubicBezTo>
                    <a:pt x="119" y="443"/>
                    <a:pt x="119" y="444"/>
                    <a:pt x="119" y="445"/>
                  </a:cubicBezTo>
                  <a:cubicBezTo>
                    <a:pt x="119" y="447"/>
                    <a:pt x="120" y="448"/>
                    <a:pt x="121" y="449"/>
                  </a:cubicBezTo>
                  <a:cubicBezTo>
                    <a:pt x="137" y="457"/>
                    <a:pt x="137" y="457"/>
                    <a:pt x="137" y="457"/>
                  </a:cubicBezTo>
                  <a:cubicBezTo>
                    <a:pt x="139" y="457"/>
                    <a:pt x="141" y="457"/>
                    <a:pt x="142" y="456"/>
                  </a:cubicBezTo>
                  <a:cubicBezTo>
                    <a:pt x="144" y="454"/>
                    <a:pt x="144" y="454"/>
                    <a:pt x="144" y="454"/>
                  </a:cubicBezTo>
                  <a:cubicBezTo>
                    <a:pt x="147" y="456"/>
                    <a:pt x="150" y="457"/>
                    <a:pt x="153" y="458"/>
                  </a:cubicBezTo>
                  <a:cubicBezTo>
                    <a:pt x="152" y="459"/>
                    <a:pt x="152" y="461"/>
                    <a:pt x="152" y="462"/>
                  </a:cubicBezTo>
                  <a:cubicBezTo>
                    <a:pt x="153" y="463"/>
                    <a:pt x="154" y="464"/>
                    <a:pt x="155" y="465"/>
                  </a:cubicBezTo>
                  <a:cubicBezTo>
                    <a:pt x="172" y="470"/>
                    <a:pt x="172" y="470"/>
                    <a:pt x="172" y="470"/>
                  </a:cubicBezTo>
                  <a:cubicBezTo>
                    <a:pt x="174" y="471"/>
                    <a:pt x="176" y="470"/>
                    <a:pt x="177" y="469"/>
                  </a:cubicBezTo>
                  <a:cubicBezTo>
                    <a:pt x="178" y="467"/>
                    <a:pt x="178" y="467"/>
                    <a:pt x="178" y="467"/>
                  </a:cubicBezTo>
                  <a:cubicBezTo>
                    <a:pt x="182" y="467"/>
                    <a:pt x="185" y="468"/>
                    <a:pt x="188" y="469"/>
                  </a:cubicBezTo>
                  <a:cubicBezTo>
                    <a:pt x="188" y="470"/>
                    <a:pt x="188" y="472"/>
                    <a:pt x="188" y="473"/>
                  </a:cubicBezTo>
                  <a:cubicBezTo>
                    <a:pt x="189" y="474"/>
                    <a:pt x="190" y="475"/>
                    <a:pt x="191" y="475"/>
                  </a:cubicBezTo>
                  <a:cubicBezTo>
                    <a:pt x="209" y="478"/>
                    <a:pt x="209" y="478"/>
                    <a:pt x="209" y="478"/>
                  </a:cubicBezTo>
                  <a:cubicBezTo>
                    <a:pt x="211" y="478"/>
                    <a:pt x="213" y="477"/>
                    <a:pt x="213" y="476"/>
                  </a:cubicBezTo>
                  <a:cubicBezTo>
                    <a:pt x="215" y="473"/>
                    <a:pt x="215" y="473"/>
                    <a:pt x="215" y="473"/>
                  </a:cubicBezTo>
                  <a:cubicBezTo>
                    <a:pt x="218" y="474"/>
                    <a:pt x="221" y="474"/>
                    <a:pt x="225" y="474"/>
                  </a:cubicBezTo>
                  <a:cubicBezTo>
                    <a:pt x="224" y="475"/>
                    <a:pt x="224" y="475"/>
                    <a:pt x="224" y="476"/>
                  </a:cubicBezTo>
                  <a:cubicBezTo>
                    <a:pt x="224" y="478"/>
                    <a:pt x="226" y="480"/>
                    <a:pt x="229" y="480"/>
                  </a:cubicBezTo>
                  <a:cubicBezTo>
                    <a:pt x="229" y="480"/>
                    <a:pt x="229" y="480"/>
                    <a:pt x="229" y="480"/>
                  </a:cubicBezTo>
                  <a:cubicBezTo>
                    <a:pt x="247" y="480"/>
                    <a:pt x="247" y="480"/>
                    <a:pt x="247" y="480"/>
                  </a:cubicBezTo>
                  <a:cubicBezTo>
                    <a:pt x="248" y="480"/>
                    <a:pt x="250" y="479"/>
                    <a:pt x="251" y="477"/>
                  </a:cubicBezTo>
                  <a:cubicBezTo>
                    <a:pt x="251" y="474"/>
                    <a:pt x="251" y="474"/>
                    <a:pt x="251" y="474"/>
                  </a:cubicBezTo>
                  <a:cubicBezTo>
                    <a:pt x="255" y="474"/>
                    <a:pt x="258" y="474"/>
                    <a:pt x="261" y="474"/>
                  </a:cubicBezTo>
                  <a:cubicBezTo>
                    <a:pt x="261" y="474"/>
                    <a:pt x="261" y="474"/>
                    <a:pt x="261" y="474"/>
                  </a:cubicBezTo>
                  <a:cubicBezTo>
                    <a:pt x="261" y="477"/>
                    <a:pt x="263" y="479"/>
                    <a:pt x="266" y="479"/>
                  </a:cubicBezTo>
                  <a:cubicBezTo>
                    <a:pt x="266" y="479"/>
                    <a:pt x="266" y="479"/>
                    <a:pt x="266" y="479"/>
                  </a:cubicBezTo>
                  <a:cubicBezTo>
                    <a:pt x="266" y="479"/>
                    <a:pt x="266" y="479"/>
                    <a:pt x="266" y="479"/>
                  </a:cubicBezTo>
                  <a:cubicBezTo>
                    <a:pt x="284" y="476"/>
                    <a:pt x="284" y="476"/>
                    <a:pt x="284" y="476"/>
                  </a:cubicBezTo>
                  <a:cubicBezTo>
                    <a:pt x="286" y="476"/>
                    <a:pt x="287" y="474"/>
                    <a:pt x="287" y="472"/>
                  </a:cubicBezTo>
                  <a:cubicBezTo>
                    <a:pt x="288" y="470"/>
                    <a:pt x="288" y="470"/>
                    <a:pt x="288" y="470"/>
                  </a:cubicBezTo>
                  <a:cubicBezTo>
                    <a:pt x="291" y="469"/>
                    <a:pt x="294" y="468"/>
                    <a:pt x="298" y="468"/>
                  </a:cubicBezTo>
                  <a:cubicBezTo>
                    <a:pt x="298" y="470"/>
                    <a:pt x="300" y="472"/>
                    <a:pt x="302" y="472"/>
                  </a:cubicBezTo>
                  <a:cubicBezTo>
                    <a:pt x="302" y="472"/>
                    <a:pt x="302" y="472"/>
                    <a:pt x="302" y="472"/>
                  </a:cubicBezTo>
                  <a:cubicBezTo>
                    <a:pt x="302" y="472"/>
                    <a:pt x="303" y="472"/>
                    <a:pt x="303" y="472"/>
                  </a:cubicBezTo>
                  <a:cubicBezTo>
                    <a:pt x="320" y="466"/>
                    <a:pt x="320" y="466"/>
                    <a:pt x="320" y="466"/>
                  </a:cubicBezTo>
                  <a:cubicBezTo>
                    <a:pt x="322" y="466"/>
                    <a:pt x="323" y="464"/>
                    <a:pt x="323" y="462"/>
                  </a:cubicBezTo>
                  <a:cubicBezTo>
                    <a:pt x="323" y="460"/>
                    <a:pt x="323" y="460"/>
                    <a:pt x="323" y="460"/>
                  </a:cubicBezTo>
                  <a:cubicBezTo>
                    <a:pt x="326" y="458"/>
                    <a:pt x="329" y="457"/>
                    <a:pt x="333" y="456"/>
                  </a:cubicBezTo>
                  <a:cubicBezTo>
                    <a:pt x="333" y="457"/>
                    <a:pt x="334" y="458"/>
                    <a:pt x="335" y="459"/>
                  </a:cubicBezTo>
                  <a:cubicBezTo>
                    <a:pt x="336" y="459"/>
                    <a:pt x="338" y="459"/>
                    <a:pt x="339" y="459"/>
                  </a:cubicBezTo>
                  <a:cubicBezTo>
                    <a:pt x="355" y="451"/>
                    <a:pt x="355" y="451"/>
                    <a:pt x="355" y="451"/>
                  </a:cubicBezTo>
                  <a:cubicBezTo>
                    <a:pt x="356" y="450"/>
                    <a:pt x="357" y="448"/>
                    <a:pt x="357" y="446"/>
                  </a:cubicBezTo>
                  <a:cubicBezTo>
                    <a:pt x="357" y="444"/>
                    <a:pt x="357" y="444"/>
                    <a:pt x="357" y="444"/>
                  </a:cubicBezTo>
                  <a:cubicBezTo>
                    <a:pt x="359" y="442"/>
                    <a:pt x="362" y="440"/>
                    <a:pt x="365" y="439"/>
                  </a:cubicBezTo>
                  <a:cubicBezTo>
                    <a:pt x="366" y="440"/>
                    <a:pt x="367" y="441"/>
                    <a:pt x="368" y="441"/>
                  </a:cubicBezTo>
                  <a:cubicBezTo>
                    <a:pt x="369" y="442"/>
                    <a:pt x="371" y="441"/>
                    <a:pt x="372" y="441"/>
                  </a:cubicBezTo>
                  <a:cubicBezTo>
                    <a:pt x="386" y="430"/>
                    <a:pt x="386" y="430"/>
                    <a:pt x="386" y="430"/>
                  </a:cubicBezTo>
                  <a:cubicBezTo>
                    <a:pt x="388" y="429"/>
                    <a:pt x="388" y="427"/>
                    <a:pt x="388" y="425"/>
                  </a:cubicBezTo>
                  <a:cubicBezTo>
                    <a:pt x="387" y="423"/>
                    <a:pt x="387" y="423"/>
                    <a:pt x="387" y="423"/>
                  </a:cubicBezTo>
                  <a:cubicBezTo>
                    <a:pt x="390" y="421"/>
                    <a:pt x="392" y="419"/>
                    <a:pt x="395" y="417"/>
                  </a:cubicBezTo>
                  <a:cubicBezTo>
                    <a:pt x="395" y="418"/>
                    <a:pt x="396" y="419"/>
                    <a:pt x="398" y="419"/>
                  </a:cubicBezTo>
                  <a:cubicBezTo>
                    <a:pt x="399" y="419"/>
                    <a:pt x="400" y="419"/>
                    <a:pt x="401" y="418"/>
                  </a:cubicBezTo>
                  <a:cubicBezTo>
                    <a:pt x="414" y="405"/>
                    <a:pt x="414" y="405"/>
                    <a:pt x="414" y="405"/>
                  </a:cubicBezTo>
                  <a:cubicBezTo>
                    <a:pt x="415" y="404"/>
                    <a:pt x="416" y="402"/>
                    <a:pt x="415" y="400"/>
                  </a:cubicBezTo>
                  <a:cubicBezTo>
                    <a:pt x="414" y="398"/>
                    <a:pt x="414" y="398"/>
                    <a:pt x="414" y="398"/>
                  </a:cubicBezTo>
                  <a:cubicBezTo>
                    <a:pt x="416" y="395"/>
                    <a:pt x="418" y="393"/>
                    <a:pt x="420" y="390"/>
                  </a:cubicBezTo>
                  <a:cubicBezTo>
                    <a:pt x="420" y="390"/>
                    <a:pt x="420" y="390"/>
                    <a:pt x="420" y="390"/>
                  </a:cubicBezTo>
                  <a:cubicBezTo>
                    <a:pt x="421" y="391"/>
                    <a:pt x="422" y="392"/>
                    <a:pt x="424" y="392"/>
                  </a:cubicBezTo>
                  <a:cubicBezTo>
                    <a:pt x="425" y="392"/>
                    <a:pt x="426" y="391"/>
                    <a:pt x="427" y="390"/>
                  </a:cubicBezTo>
                  <a:cubicBezTo>
                    <a:pt x="438" y="376"/>
                    <a:pt x="438" y="376"/>
                    <a:pt x="438" y="376"/>
                  </a:cubicBezTo>
                  <a:cubicBezTo>
                    <a:pt x="439" y="374"/>
                    <a:pt x="439" y="372"/>
                    <a:pt x="438" y="371"/>
                  </a:cubicBezTo>
                  <a:cubicBezTo>
                    <a:pt x="436" y="369"/>
                    <a:pt x="436" y="369"/>
                    <a:pt x="436" y="369"/>
                  </a:cubicBezTo>
                  <a:cubicBezTo>
                    <a:pt x="438" y="366"/>
                    <a:pt x="440" y="363"/>
                    <a:pt x="442" y="360"/>
                  </a:cubicBezTo>
                  <a:cubicBezTo>
                    <a:pt x="443" y="361"/>
                    <a:pt x="444" y="362"/>
                    <a:pt x="445" y="361"/>
                  </a:cubicBezTo>
                  <a:cubicBezTo>
                    <a:pt x="447" y="361"/>
                    <a:pt x="448" y="360"/>
                    <a:pt x="448" y="359"/>
                  </a:cubicBezTo>
                  <a:cubicBezTo>
                    <a:pt x="457" y="343"/>
                    <a:pt x="457" y="343"/>
                    <a:pt x="457" y="343"/>
                  </a:cubicBezTo>
                  <a:cubicBezTo>
                    <a:pt x="457" y="342"/>
                    <a:pt x="457" y="340"/>
                    <a:pt x="456" y="338"/>
                  </a:cubicBezTo>
                  <a:cubicBezTo>
                    <a:pt x="454" y="337"/>
                    <a:pt x="454" y="337"/>
                    <a:pt x="454" y="337"/>
                  </a:cubicBezTo>
                  <a:cubicBezTo>
                    <a:pt x="455" y="333"/>
                    <a:pt x="457" y="330"/>
                    <a:pt x="458" y="327"/>
                  </a:cubicBezTo>
                  <a:cubicBezTo>
                    <a:pt x="459" y="328"/>
                    <a:pt x="461" y="328"/>
                    <a:pt x="462" y="328"/>
                  </a:cubicBezTo>
                  <a:cubicBezTo>
                    <a:pt x="463" y="327"/>
                    <a:pt x="464" y="326"/>
                    <a:pt x="464" y="325"/>
                  </a:cubicBezTo>
                  <a:cubicBezTo>
                    <a:pt x="470" y="308"/>
                    <a:pt x="470" y="308"/>
                    <a:pt x="470" y="308"/>
                  </a:cubicBezTo>
                  <a:cubicBezTo>
                    <a:pt x="471" y="306"/>
                    <a:pt x="470" y="304"/>
                    <a:pt x="468" y="303"/>
                  </a:cubicBezTo>
                  <a:cubicBezTo>
                    <a:pt x="466" y="302"/>
                    <a:pt x="466" y="302"/>
                    <a:pt x="466" y="302"/>
                  </a:cubicBezTo>
                  <a:cubicBezTo>
                    <a:pt x="467" y="298"/>
                    <a:pt x="468" y="295"/>
                    <a:pt x="469" y="292"/>
                  </a:cubicBezTo>
                  <a:cubicBezTo>
                    <a:pt x="470" y="293"/>
                    <a:pt x="472" y="293"/>
                    <a:pt x="473" y="292"/>
                  </a:cubicBezTo>
                  <a:cubicBezTo>
                    <a:pt x="474" y="291"/>
                    <a:pt x="475" y="290"/>
                    <a:pt x="475" y="289"/>
                  </a:cubicBezTo>
                  <a:cubicBezTo>
                    <a:pt x="478" y="271"/>
                    <a:pt x="478" y="271"/>
                    <a:pt x="478" y="271"/>
                  </a:cubicBezTo>
                  <a:cubicBezTo>
                    <a:pt x="478" y="269"/>
                    <a:pt x="477" y="268"/>
                    <a:pt x="476" y="267"/>
                  </a:cubicBezTo>
                  <a:cubicBezTo>
                    <a:pt x="473" y="266"/>
                    <a:pt x="473" y="266"/>
                    <a:pt x="473" y="266"/>
                  </a:cubicBezTo>
                  <a:cubicBezTo>
                    <a:pt x="474" y="262"/>
                    <a:pt x="474" y="259"/>
                    <a:pt x="474" y="256"/>
                  </a:cubicBezTo>
                  <a:cubicBezTo>
                    <a:pt x="475" y="256"/>
                    <a:pt x="477" y="256"/>
                    <a:pt x="478" y="255"/>
                  </a:cubicBezTo>
                  <a:cubicBezTo>
                    <a:pt x="479" y="254"/>
                    <a:pt x="480" y="253"/>
                    <a:pt x="480" y="252"/>
                  </a:cubicBezTo>
                  <a:cubicBezTo>
                    <a:pt x="480" y="234"/>
                    <a:pt x="480" y="234"/>
                    <a:pt x="480" y="234"/>
                  </a:cubicBezTo>
                  <a:cubicBezTo>
                    <a:pt x="480" y="232"/>
                    <a:pt x="479" y="230"/>
                    <a:pt x="477" y="230"/>
                  </a:cubicBezTo>
                  <a:cubicBezTo>
                    <a:pt x="474" y="229"/>
                    <a:pt x="474" y="229"/>
                    <a:pt x="474" y="229"/>
                  </a:cubicBezTo>
                  <a:cubicBezTo>
                    <a:pt x="474" y="225"/>
                    <a:pt x="474" y="222"/>
                    <a:pt x="474" y="219"/>
                  </a:cubicBezTo>
                  <a:cubicBezTo>
                    <a:pt x="475" y="219"/>
                    <a:pt x="476" y="218"/>
                    <a:pt x="477" y="218"/>
                  </a:cubicBezTo>
                  <a:cubicBezTo>
                    <a:pt x="478" y="217"/>
                    <a:pt x="479" y="215"/>
                    <a:pt x="479" y="214"/>
                  </a:cubicBezTo>
                  <a:cubicBezTo>
                    <a:pt x="476" y="196"/>
                    <a:pt x="476" y="196"/>
                    <a:pt x="476" y="196"/>
                  </a:cubicBezTo>
                  <a:cubicBezTo>
                    <a:pt x="475" y="194"/>
                    <a:pt x="474" y="193"/>
                    <a:pt x="472" y="193"/>
                  </a:cubicBezTo>
                  <a:cubicBezTo>
                    <a:pt x="470" y="192"/>
                    <a:pt x="470" y="192"/>
                    <a:pt x="470" y="192"/>
                  </a:cubicBezTo>
                  <a:cubicBezTo>
                    <a:pt x="469" y="189"/>
                    <a:pt x="468" y="186"/>
                    <a:pt x="468" y="182"/>
                  </a:cubicBezTo>
                  <a:cubicBezTo>
                    <a:pt x="469" y="182"/>
                    <a:pt x="470" y="182"/>
                    <a:pt x="471" y="181"/>
                  </a:cubicBezTo>
                  <a:cubicBezTo>
                    <a:pt x="472" y="180"/>
                    <a:pt x="472" y="178"/>
                    <a:pt x="471" y="177"/>
                  </a:cubicBezTo>
                  <a:cubicBezTo>
                    <a:pt x="466" y="160"/>
                    <a:pt x="466" y="160"/>
                    <a:pt x="466" y="160"/>
                  </a:cubicBezTo>
                  <a:cubicBezTo>
                    <a:pt x="465" y="158"/>
                    <a:pt x="464" y="157"/>
                    <a:pt x="462" y="157"/>
                  </a:cubicBezTo>
                  <a:cubicBezTo>
                    <a:pt x="460" y="157"/>
                    <a:pt x="460" y="157"/>
                    <a:pt x="460" y="157"/>
                  </a:cubicBezTo>
                  <a:cubicBezTo>
                    <a:pt x="458" y="154"/>
                    <a:pt x="457" y="151"/>
                    <a:pt x="456" y="148"/>
                  </a:cubicBezTo>
                  <a:cubicBezTo>
                    <a:pt x="457" y="147"/>
                    <a:pt x="458" y="146"/>
                    <a:pt x="459" y="145"/>
                  </a:cubicBezTo>
                  <a:cubicBezTo>
                    <a:pt x="459" y="144"/>
                    <a:pt x="459" y="143"/>
                    <a:pt x="459" y="141"/>
                  </a:cubicBezTo>
                  <a:cubicBezTo>
                    <a:pt x="451" y="126"/>
                    <a:pt x="451" y="126"/>
                    <a:pt x="451" y="126"/>
                  </a:cubicBezTo>
                  <a:cubicBezTo>
                    <a:pt x="450" y="124"/>
                    <a:pt x="448" y="123"/>
                    <a:pt x="446" y="123"/>
                  </a:cubicBezTo>
                  <a:cubicBezTo>
                    <a:pt x="444" y="124"/>
                    <a:pt x="444" y="124"/>
                    <a:pt x="444" y="124"/>
                  </a:cubicBezTo>
                  <a:cubicBezTo>
                    <a:pt x="442" y="121"/>
                    <a:pt x="440" y="118"/>
                    <a:pt x="439" y="115"/>
                  </a:cubicBezTo>
                  <a:cubicBezTo>
                    <a:pt x="440" y="115"/>
                    <a:pt x="441" y="114"/>
                    <a:pt x="441" y="112"/>
                  </a:cubicBezTo>
                  <a:cubicBezTo>
                    <a:pt x="442" y="111"/>
                    <a:pt x="441" y="110"/>
                    <a:pt x="441" y="108"/>
                  </a:cubicBezTo>
                  <a:cubicBezTo>
                    <a:pt x="430" y="94"/>
                    <a:pt x="430" y="94"/>
                    <a:pt x="430" y="94"/>
                  </a:cubicBezTo>
                  <a:cubicBezTo>
                    <a:pt x="429" y="92"/>
                    <a:pt x="427" y="92"/>
                    <a:pt x="425" y="92"/>
                  </a:cubicBezTo>
                  <a:cubicBezTo>
                    <a:pt x="423" y="93"/>
                    <a:pt x="423" y="93"/>
                    <a:pt x="423" y="93"/>
                  </a:cubicBezTo>
                  <a:cubicBezTo>
                    <a:pt x="421" y="91"/>
                    <a:pt x="419" y="88"/>
                    <a:pt x="416" y="85"/>
                  </a:cubicBezTo>
                  <a:cubicBezTo>
                    <a:pt x="417" y="85"/>
                    <a:pt x="417" y="85"/>
                    <a:pt x="417" y="85"/>
                  </a:cubicBezTo>
                  <a:cubicBezTo>
                    <a:pt x="418" y="85"/>
                    <a:pt x="419" y="84"/>
                    <a:pt x="419" y="82"/>
                  </a:cubicBezTo>
                  <a:cubicBezTo>
                    <a:pt x="419" y="81"/>
                    <a:pt x="419" y="80"/>
                    <a:pt x="418" y="79"/>
                  </a:cubicBezTo>
                  <a:cubicBezTo>
                    <a:pt x="405" y="66"/>
                    <a:pt x="405" y="66"/>
                    <a:pt x="405" y="66"/>
                  </a:cubicBezTo>
                  <a:cubicBezTo>
                    <a:pt x="404" y="65"/>
                    <a:pt x="402" y="64"/>
                    <a:pt x="400" y="65"/>
                  </a:cubicBezTo>
                  <a:cubicBezTo>
                    <a:pt x="398" y="66"/>
                    <a:pt x="398" y="66"/>
                    <a:pt x="398" y="66"/>
                  </a:cubicBezTo>
                  <a:cubicBezTo>
                    <a:pt x="395" y="64"/>
                    <a:pt x="393" y="62"/>
                    <a:pt x="390" y="60"/>
                  </a:cubicBezTo>
                  <a:cubicBezTo>
                    <a:pt x="390" y="60"/>
                    <a:pt x="390" y="60"/>
                    <a:pt x="390" y="60"/>
                  </a:cubicBezTo>
                  <a:cubicBezTo>
                    <a:pt x="391" y="59"/>
                    <a:pt x="392" y="58"/>
                    <a:pt x="392" y="56"/>
                  </a:cubicBezTo>
                  <a:cubicBezTo>
                    <a:pt x="392" y="55"/>
                    <a:pt x="391" y="54"/>
                    <a:pt x="390" y="53"/>
                  </a:cubicBezTo>
                  <a:cubicBezTo>
                    <a:pt x="376" y="42"/>
                    <a:pt x="376" y="42"/>
                    <a:pt x="376" y="42"/>
                  </a:cubicBezTo>
                  <a:cubicBezTo>
                    <a:pt x="374" y="41"/>
                    <a:pt x="372" y="41"/>
                    <a:pt x="371" y="42"/>
                  </a:cubicBezTo>
                  <a:cubicBezTo>
                    <a:pt x="369" y="44"/>
                    <a:pt x="369" y="44"/>
                    <a:pt x="369" y="44"/>
                  </a:cubicBezTo>
                  <a:cubicBezTo>
                    <a:pt x="366" y="42"/>
                    <a:pt x="363" y="40"/>
                    <a:pt x="360" y="38"/>
                  </a:cubicBezTo>
                  <a:cubicBezTo>
                    <a:pt x="361" y="38"/>
                    <a:pt x="361" y="36"/>
                    <a:pt x="361" y="35"/>
                  </a:cubicBezTo>
                  <a:cubicBezTo>
                    <a:pt x="361" y="34"/>
                    <a:pt x="360" y="32"/>
                    <a:pt x="359" y="32"/>
                  </a:cubicBezTo>
                  <a:cubicBezTo>
                    <a:pt x="343" y="24"/>
                    <a:pt x="343" y="24"/>
                    <a:pt x="343" y="24"/>
                  </a:cubicBezTo>
                  <a:cubicBezTo>
                    <a:pt x="341" y="23"/>
                    <a:pt x="339" y="23"/>
                    <a:pt x="338" y="24"/>
                  </a:cubicBezTo>
                  <a:cubicBezTo>
                    <a:pt x="336" y="26"/>
                    <a:pt x="336" y="26"/>
                    <a:pt x="336" y="26"/>
                  </a:cubicBezTo>
                  <a:cubicBezTo>
                    <a:pt x="333" y="25"/>
                    <a:pt x="330" y="23"/>
                    <a:pt x="327" y="22"/>
                  </a:cubicBezTo>
                  <a:cubicBezTo>
                    <a:pt x="328" y="21"/>
                    <a:pt x="328" y="20"/>
                    <a:pt x="328" y="18"/>
                  </a:cubicBezTo>
                  <a:cubicBezTo>
                    <a:pt x="327" y="17"/>
                    <a:pt x="326" y="16"/>
                    <a:pt x="325" y="16"/>
                  </a:cubicBezTo>
                  <a:cubicBezTo>
                    <a:pt x="308" y="10"/>
                    <a:pt x="308" y="10"/>
                    <a:pt x="308" y="10"/>
                  </a:cubicBezTo>
                  <a:cubicBezTo>
                    <a:pt x="306" y="10"/>
                    <a:pt x="304" y="10"/>
                    <a:pt x="303" y="12"/>
                  </a:cubicBezTo>
                  <a:cubicBezTo>
                    <a:pt x="302" y="14"/>
                    <a:pt x="302" y="14"/>
                    <a:pt x="302" y="14"/>
                  </a:cubicBezTo>
                  <a:cubicBezTo>
                    <a:pt x="298" y="13"/>
                    <a:pt x="295" y="12"/>
                    <a:pt x="292" y="11"/>
                  </a:cubicBezTo>
                  <a:cubicBezTo>
                    <a:pt x="292" y="10"/>
                    <a:pt x="292" y="9"/>
                    <a:pt x="292" y="7"/>
                  </a:cubicBezTo>
                  <a:cubicBezTo>
                    <a:pt x="291" y="6"/>
                    <a:pt x="290" y="5"/>
                    <a:pt x="289" y="5"/>
                  </a:cubicBezTo>
                  <a:cubicBezTo>
                    <a:pt x="271" y="2"/>
                    <a:pt x="271" y="2"/>
                    <a:pt x="271" y="2"/>
                  </a:cubicBezTo>
                  <a:cubicBezTo>
                    <a:pt x="269" y="2"/>
                    <a:pt x="268" y="3"/>
                    <a:pt x="267" y="5"/>
                  </a:cubicBezTo>
                  <a:cubicBezTo>
                    <a:pt x="266" y="7"/>
                    <a:pt x="266" y="7"/>
                    <a:pt x="266" y="7"/>
                  </a:cubicBezTo>
                  <a:cubicBezTo>
                    <a:pt x="262" y="7"/>
                    <a:pt x="259" y="6"/>
                    <a:pt x="255" y="6"/>
                  </a:cubicBezTo>
                  <a:cubicBezTo>
                    <a:pt x="255" y="6"/>
                    <a:pt x="255" y="6"/>
                    <a:pt x="255" y="6"/>
                  </a:cubicBezTo>
                  <a:cubicBezTo>
                    <a:pt x="256" y="5"/>
                    <a:pt x="256" y="3"/>
                    <a:pt x="255" y="2"/>
                  </a:cubicBezTo>
                  <a:cubicBezTo>
                    <a:pt x="254" y="1"/>
                    <a:pt x="253" y="0"/>
                    <a:pt x="251" y="0"/>
                  </a:cubicBezTo>
                  <a:cubicBezTo>
                    <a:pt x="234" y="0"/>
                    <a:pt x="234" y="0"/>
                    <a:pt x="234" y="0"/>
                  </a:cubicBezTo>
                  <a:cubicBezTo>
                    <a:pt x="232" y="0"/>
                    <a:pt x="230" y="2"/>
                    <a:pt x="230" y="3"/>
                  </a:cubicBezTo>
                  <a:cubicBezTo>
                    <a:pt x="229" y="6"/>
                    <a:pt x="229" y="6"/>
                    <a:pt x="229" y="6"/>
                  </a:cubicBezTo>
                  <a:cubicBezTo>
                    <a:pt x="225" y="6"/>
                    <a:pt x="222" y="6"/>
                    <a:pt x="219" y="6"/>
                  </a:cubicBezTo>
                  <a:cubicBezTo>
                    <a:pt x="219" y="6"/>
                    <a:pt x="219" y="6"/>
                    <a:pt x="219" y="6"/>
                  </a:cubicBezTo>
                  <a:cubicBezTo>
                    <a:pt x="219" y="5"/>
                    <a:pt x="218" y="4"/>
                    <a:pt x="217" y="3"/>
                  </a:cubicBezTo>
                  <a:cubicBezTo>
                    <a:pt x="216" y="2"/>
                    <a:pt x="215" y="1"/>
                    <a:pt x="214" y="2"/>
                  </a:cubicBezTo>
                  <a:cubicBezTo>
                    <a:pt x="196" y="4"/>
                    <a:pt x="196" y="4"/>
                    <a:pt x="196" y="4"/>
                  </a:cubicBezTo>
                  <a:cubicBezTo>
                    <a:pt x="194" y="5"/>
                    <a:pt x="193" y="6"/>
                    <a:pt x="193" y="8"/>
                  </a:cubicBezTo>
                  <a:cubicBezTo>
                    <a:pt x="192" y="10"/>
                    <a:pt x="192" y="10"/>
                    <a:pt x="192" y="10"/>
                  </a:cubicBezTo>
                  <a:cubicBezTo>
                    <a:pt x="189" y="11"/>
                    <a:pt x="186" y="12"/>
                    <a:pt x="182" y="13"/>
                  </a:cubicBezTo>
                  <a:cubicBezTo>
                    <a:pt x="182" y="11"/>
                    <a:pt x="182" y="10"/>
                    <a:pt x="181" y="9"/>
                  </a:cubicBezTo>
                  <a:cubicBezTo>
                    <a:pt x="179" y="8"/>
                    <a:pt x="178" y="8"/>
                    <a:pt x="177" y="9"/>
                  </a:cubicBezTo>
                  <a:cubicBezTo>
                    <a:pt x="160" y="14"/>
                    <a:pt x="160" y="14"/>
                    <a:pt x="160" y="14"/>
                  </a:cubicBezTo>
                  <a:cubicBezTo>
                    <a:pt x="158" y="15"/>
                    <a:pt x="157" y="16"/>
                    <a:pt x="157" y="18"/>
                  </a:cubicBezTo>
                  <a:cubicBezTo>
                    <a:pt x="157" y="21"/>
                    <a:pt x="157" y="21"/>
                    <a:pt x="157" y="21"/>
                  </a:cubicBezTo>
                  <a:cubicBezTo>
                    <a:pt x="154" y="22"/>
                    <a:pt x="151" y="23"/>
                    <a:pt x="147" y="24"/>
                  </a:cubicBezTo>
                  <a:cubicBezTo>
                    <a:pt x="147" y="23"/>
                    <a:pt x="146" y="22"/>
                    <a:pt x="145" y="21"/>
                  </a:cubicBezTo>
                  <a:cubicBezTo>
                    <a:pt x="144" y="21"/>
                    <a:pt x="143" y="21"/>
                    <a:pt x="141" y="21"/>
                  </a:cubicBezTo>
                  <a:cubicBezTo>
                    <a:pt x="125" y="29"/>
                    <a:pt x="125" y="29"/>
                    <a:pt x="125" y="29"/>
                  </a:cubicBezTo>
                  <a:cubicBezTo>
                    <a:pt x="124" y="30"/>
                    <a:pt x="123" y="32"/>
                    <a:pt x="123" y="34"/>
                  </a:cubicBezTo>
                  <a:cubicBezTo>
                    <a:pt x="124" y="36"/>
                    <a:pt x="124" y="36"/>
                    <a:pt x="124" y="36"/>
                  </a:cubicBezTo>
                  <a:cubicBezTo>
                    <a:pt x="121" y="38"/>
                    <a:pt x="118" y="40"/>
                    <a:pt x="115" y="42"/>
                  </a:cubicBezTo>
                  <a:cubicBezTo>
                    <a:pt x="114" y="40"/>
                    <a:pt x="113" y="39"/>
                    <a:pt x="112" y="39"/>
                  </a:cubicBezTo>
                  <a:cubicBezTo>
                    <a:pt x="111" y="39"/>
                    <a:pt x="109" y="39"/>
                    <a:pt x="108" y="40"/>
                  </a:cubicBezTo>
                  <a:cubicBezTo>
                    <a:pt x="94" y="50"/>
                    <a:pt x="94" y="50"/>
                    <a:pt x="94" y="50"/>
                  </a:cubicBezTo>
                  <a:cubicBezTo>
                    <a:pt x="92" y="51"/>
                    <a:pt x="92" y="53"/>
                    <a:pt x="92" y="55"/>
                  </a:cubicBezTo>
                  <a:cubicBezTo>
                    <a:pt x="93" y="57"/>
                    <a:pt x="93" y="57"/>
                    <a:pt x="93" y="57"/>
                  </a:cubicBezTo>
                  <a:cubicBezTo>
                    <a:pt x="90" y="59"/>
                    <a:pt x="88" y="62"/>
                    <a:pt x="85" y="64"/>
                  </a:cubicBezTo>
                  <a:cubicBezTo>
                    <a:pt x="85" y="64"/>
                    <a:pt x="85" y="64"/>
                    <a:pt x="85" y="64"/>
                  </a:cubicBezTo>
                  <a:cubicBezTo>
                    <a:pt x="85" y="62"/>
                    <a:pt x="84" y="62"/>
                    <a:pt x="82" y="61"/>
                  </a:cubicBezTo>
                  <a:cubicBezTo>
                    <a:pt x="81" y="61"/>
                    <a:pt x="80" y="62"/>
                    <a:pt x="79" y="63"/>
                  </a:cubicBezTo>
                  <a:cubicBezTo>
                    <a:pt x="66" y="75"/>
                    <a:pt x="66" y="75"/>
                    <a:pt x="66" y="75"/>
                  </a:cubicBezTo>
                  <a:cubicBezTo>
                    <a:pt x="65" y="77"/>
                    <a:pt x="64" y="79"/>
                    <a:pt x="65" y="80"/>
                  </a:cubicBezTo>
                  <a:cubicBezTo>
                    <a:pt x="66" y="82"/>
                    <a:pt x="66" y="82"/>
                    <a:pt x="66" y="82"/>
                  </a:cubicBezTo>
                  <a:cubicBezTo>
                    <a:pt x="64" y="85"/>
                    <a:pt x="62" y="87"/>
                    <a:pt x="60" y="90"/>
                  </a:cubicBezTo>
                  <a:cubicBezTo>
                    <a:pt x="60" y="90"/>
                    <a:pt x="60" y="90"/>
                    <a:pt x="60" y="90"/>
                  </a:cubicBezTo>
                  <a:cubicBezTo>
                    <a:pt x="59" y="89"/>
                    <a:pt x="58" y="88"/>
                    <a:pt x="56" y="88"/>
                  </a:cubicBezTo>
                  <a:cubicBezTo>
                    <a:pt x="56" y="88"/>
                    <a:pt x="56" y="88"/>
                    <a:pt x="56" y="88"/>
                  </a:cubicBezTo>
                  <a:cubicBezTo>
                    <a:pt x="55" y="88"/>
                    <a:pt x="54" y="89"/>
                    <a:pt x="53" y="90"/>
                  </a:cubicBezTo>
                  <a:cubicBezTo>
                    <a:pt x="42" y="105"/>
                    <a:pt x="42" y="105"/>
                    <a:pt x="42" y="105"/>
                  </a:cubicBezTo>
                  <a:cubicBezTo>
                    <a:pt x="41" y="106"/>
                    <a:pt x="41" y="108"/>
                    <a:pt x="42" y="109"/>
                  </a:cubicBezTo>
                  <a:cubicBezTo>
                    <a:pt x="44" y="111"/>
                    <a:pt x="44" y="111"/>
                    <a:pt x="44" y="111"/>
                  </a:cubicBezTo>
                  <a:cubicBezTo>
                    <a:pt x="42" y="114"/>
                    <a:pt x="40" y="117"/>
                    <a:pt x="38" y="120"/>
                  </a:cubicBezTo>
                  <a:cubicBezTo>
                    <a:pt x="38" y="120"/>
                    <a:pt x="38" y="120"/>
                    <a:pt x="38" y="120"/>
                  </a:cubicBezTo>
                  <a:cubicBezTo>
                    <a:pt x="37" y="119"/>
                    <a:pt x="36" y="119"/>
                    <a:pt x="35" y="119"/>
                  </a:cubicBezTo>
                  <a:cubicBezTo>
                    <a:pt x="33" y="119"/>
                    <a:pt x="32" y="120"/>
                    <a:pt x="32" y="121"/>
                  </a:cubicBezTo>
                  <a:cubicBezTo>
                    <a:pt x="24" y="137"/>
                    <a:pt x="24" y="137"/>
                    <a:pt x="24" y="137"/>
                  </a:cubicBezTo>
                  <a:cubicBezTo>
                    <a:pt x="23" y="139"/>
                    <a:pt x="23" y="141"/>
                    <a:pt x="24" y="142"/>
                  </a:cubicBezTo>
                  <a:cubicBezTo>
                    <a:pt x="26" y="144"/>
                    <a:pt x="26" y="144"/>
                    <a:pt x="26" y="144"/>
                  </a:cubicBezTo>
                  <a:cubicBezTo>
                    <a:pt x="25" y="147"/>
                    <a:pt x="23" y="150"/>
                    <a:pt x="22" y="153"/>
                  </a:cubicBezTo>
                  <a:cubicBezTo>
                    <a:pt x="21" y="152"/>
                    <a:pt x="20" y="152"/>
                    <a:pt x="18" y="153"/>
                  </a:cubicBezTo>
                  <a:cubicBezTo>
                    <a:pt x="17" y="153"/>
                    <a:pt x="16" y="154"/>
                    <a:pt x="16" y="155"/>
                  </a:cubicBezTo>
                  <a:cubicBezTo>
                    <a:pt x="10" y="172"/>
                    <a:pt x="10" y="172"/>
                    <a:pt x="10" y="172"/>
                  </a:cubicBezTo>
                  <a:cubicBezTo>
                    <a:pt x="9" y="174"/>
                    <a:pt x="10" y="176"/>
                    <a:pt x="12" y="177"/>
                  </a:cubicBezTo>
                  <a:cubicBezTo>
                    <a:pt x="14" y="178"/>
                    <a:pt x="14" y="178"/>
                    <a:pt x="14" y="178"/>
                  </a:cubicBezTo>
                  <a:cubicBezTo>
                    <a:pt x="13" y="182"/>
                    <a:pt x="12" y="185"/>
                    <a:pt x="11" y="188"/>
                  </a:cubicBezTo>
                  <a:cubicBezTo>
                    <a:pt x="10" y="188"/>
                    <a:pt x="9" y="188"/>
                    <a:pt x="7" y="188"/>
                  </a:cubicBezTo>
                  <a:cubicBezTo>
                    <a:pt x="6" y="189"/>
                    <a:pt x="5" y="190"/>
                    <a:pt x="5" y="191"/>
                  </a:cubicBezTo>
                  <a:cubicBezTo>
                    <a:pt x="2" y="209"/>
                    <a:pt x="2" y="209"/>
                    <a:pt x="2" y="209"/>
                  </a:cubicBezTo>
                  <a:cubicBezTo>
                    <a:pt x="2" y="211"/>
                    <a:pt x="3" y="213"/>
                    <a:pt x="5" y="213"/>
                  </a:cubicBezTo>
                  <a:cubicBezTo>
                    <a:pt x="7" y="215"/>
                    <a:pt x="7" y="215"/>
                    <a:pt x="7" y="215"/>
                  </a:cubicBezTo>
                  <a:cubicBezTo>
                    <a:pt x="6" y="218"/>
                    <a:pt x="6" y="221"/>
                    <a:pt x="6" y="225"/>
                  </a:cubicBezTo>
                  <a:cubicBezTo>
                    <a:pt x="6" y="225"/>
                    <a:pt x="6" y="225"/>
                    <a:pt x="6" y="225"/>
                  </a:cubicBezTo>
                  <a:cubicBezTo>
                    <a:pt x="5" y="224"/>
                    <a:pt x="3" y="225"/>
                    <a:pt x="2" y="225"/>
                  </a:cubicBezTo>
                  <a:close/>
                  <a:moveTo>
                    <a:pt x="112" y="240"/>
                  </a:moveTo>
                  <a:cubicBezTo>
                    <a:pt x="112" y="170"/>
                    <a:pt x="169" y="112"/>
                    <a:pt x="240" y="112"/>
                  </a:cubicBezTo>
                  <a:cubicBezTo>
                    <a:pt x="311" y="112"/>
                    <a:pt x="368" y="170"/>
                    <a:pt x="368" y="240"/>
                  </a:cubicBezTo>
                  <a:cubicBezTo>
                    <a:pt x="368" y="311"/>
                    <a:pt x="311" y="368"/>
                    <a:pt x="240" y="368"/>
                  </a:cubicBezTo>
                  <a:cubicBezTo>
                    <a:pt x="169" y="368"/>
                    <a:pt x="112" y="311"/>
                    <a:pt x="112" y="2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Oval 160"/>
            <p:cNvSpPr>
              <a:spLocks noChangeArrowheads="1"/>
            </p:cNvSpPr>
            <p:nvPr/>
          </p:nvSpPr>
          <p:spPr bwMode="auto">
            <a:xfrm>
              <a:off x="6296026" y="3746500"/>
              <a:ext cx="34925" cy="349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Oval 161"/>
            <p:cNvSpPr>
              <a:spLocks noChangeArrowheads="1"/>
            </p:cNvSpPr>
            <p:nvPr/>
          </p:nvSpPr>
          <p:spPr bwMode="auto">
            <a:xfrm>
              <a:off x="6296026" y="3929063"/>
              <a:ext cx="34925" cy="349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Oval 162"/>
            <p:cNvSpPr>
              <a:spLocks noChangeArrowheads="1"/>
            </p:cNvSpPr>
            <p:nvPr/>
          </p:nvSpPr>
          <p:spPr bwMode="auto">
            <a:xfrm>
              <a:off x="6203951" y="3838575"/>
              <a:ext cx="34925" cy="349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Oval 163"/>
            <p:cNvSpPr>
              <a:spLocks noChangeArrowheads="1"/>
            </p:cNvSpPr>
            <p:nvPr/>
          </p:nvSpPr>
          <p:spPr bwMode="auto">
            <a:xfrm>
              <a:off x="6386513" y="3838575"/>
              <a:ext cx="34925" cy="349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164"/>
            <p:cNvSpPr>
              <a:spLocks/>
            </p:cNvSpPr>
            <p:nvPr/>
          </p:nvSpPr>
          <p:spPr bwMode="auto">
            <a:xfrm>
              <a:off x="6229351" y="3771900"/>
              <a:ext cx="38100" cy="38100"/>
            </a:xfrm>
            <a:custGeom>
              <a:avLst/>
              <a:gdLst>
                <a:gd name="T0" fmla="*/ 7 w 38"/>
                <a:gd name="T1" fmla="*/ 31 h 38"/>
                <a:gd name="T2" fmla="*/ 7 w 38"/>
                <a:gd name="T3" fmla="*/ 7 h 38"/>
                <a:gd name="T4" fmla="*/ 31 w 38"/>
                <a:gd name="T5" fmla="*/ 7 h 38"/>
                <a:gd name="T6" fmla="*/ 31 w 38"/>
                <a:gd name="T7" fmla="*/ 31 h 38"/>
                <a:gd name="T8" fmla="*/ 7 w 38"/>
                <a:gd name="T9" fmla="*/ 31 h 38"/>
              </a:gdLst>
              <a:ahLst/>
              <a:cxnLst>
                <a:cxn ang="0">
                  <a:pos x="T0" y="T1"/>
                </a:cxn>
                <a:cxn ang="0">
                  <a:pos x="T2" y="T3"/>
                </a:cxn>
                <a:cxn ang="0">
                  <a:pos x="T4" y="T5"/>
                </a:cxn>
                <a:cxn ang="0">
                  <a:pos x="T6" y="T7"/>
                </a:cxn>
                <a:cxn ang="0">
                  <a:pos x="T8" y="T9"/>
                </a:cxn>
              </a:cxnLst>
              <a:rect l="0" t="0" r="r" b="b"/>
              <a:pathLst>
                <a:path w="38" h="38">
                  <a:moveTo>
                    <a:pt x="7" y="31"/>
                  </a:moveTo>
                  <a:cubicBezTo>
                    <a:pt x="0" y="25"/>
                    <a:pt x="0" y="13"/>
                    <a:pt x="7" y="7"/>
                  </a:cubicBezTo>
                  <a:cubicBezTo>
                    <a:pt x="13" y="0"/>
                    <a:pt x="24" y="0"/>
                    <a:pt x="31" y="7"/>
                  </a:cubicBezTo>
                  <a:cubicBezTo>
                    <a:pt x="38" y="13"/>
                    <a:pt x="38" y="25"/>
                    <a:pt x="31" y="31"/>
                  </a:cubicBezTo>
                  <a:cubicBezTo>
                    <a:pt x="24" y="38"/>
                    <a:pt x="13" y="38"/>
                    <a:pt x="7"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165"/>
            <p:cNvSpPr>
              <a:spLocks/>
            </p:cNvSpPr>
            <p:nvPr/>
          </p:nvSpPr>
          <p:spPr bwMode="auto">
            <a:xfrm>
              <a:off x="6357938" y="3900488"/>
              <a:ext cx="38100" cy="38100"/>
            </a:xfrm>
            <a:custGeom>
              <a:avLst/>
              <a:gdLst>
                <a:gd name="T0" fmla="*/ 32 w 38"/>
                <a:gd name="T1" fmla="*/ 7 h 38"/>
                <a:gd name="T2" fmla="*/ 32 w 38"/>
                <a:gd name="T3" fmla="*/ 32 h 38"/>
                <a:gd name="T4" fmla="*/ 7 w 38"/>
                <a:gd name="T5" fmla="*/ 32 h 38"/>
                <a:gd name="T6" fmla="*/ 7 w 38"/>
                <a:gd name="T7" fmla="*/ 7 h 38"/>
                <a:gd name="T8" fmla="*/ 32 w 38"/>
                <a:gd name="T9" fmla="*/ 7 h 38"/>
              </a:gdLst>
              <a:ahLst/>
              <a:cxnLst>
                <a:cxn ang="0">
                  <a:pos x="T0" y="T1"/>
                </a:cxn>
                <a:cxn ang="0">
                  <a:pos x="T2" y="T3"/>
                </a:cxn>
                <a:cxn ang="0">
                  <a:pos x="T4" y="T5"/>
                </a:cxn>
                <a:cxn ang="0">
                  <a:pos x="T6" y="T7"/>
                </a:cxn>
                <a:cxn ang="0">
                  <a:pos x="T8" y="T9"/>
                </a:cxn>
              </a:cxnLst>
              <a:rect l="0" t="0" r="r" b="b"/>
              <a:pathLst>
                <a:path w="38" h="38">
                  <a:moveTo>
                    <a:pt x="32" y="7"/>
                  </a:moveTo>
                  <a:cubicBezTo>
                    <a:pt x="38" y="14"/>
                    <a:pt x="38" y="25"/>
                    <a:pt x="32" y="32"/>
                  </a:cubicBezTo>
                  <a:cubicBezTo>
                    <a:pt x="25" y="38"/>
                    <a:pt x="14" y="38"/>
                    <a:pt x="7" y="32"/>
                  </a:cubicBezTo>
                  <a:cubicBezTo>
                    <a:pt x="0" y="25"/>
                    <a:pt x="0" y="14"/>
                    <a:pt x="7" y="7"/>
                  </a:cubicBezTo>
                  <a:cubicBezTo>
                    <a:pt x="14" y="0"/>
                    <a:pt x="25" y="0"/>
                    <a:pt x="32"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166"/>
            <p:cNvSpPr>
              <a:spLocks/>
            </p:cNvSpPr>
            <p:nvPr/>
          </p:nvSpPr>
          <p:spPr bwMode="auto">
            <a:xfrm>
              <a:off x="6229351" y="3900488"/>
              <a:ext cx="38100" cy="38100"/>
            </a:xfrm>
            <a:custGeom>
              <a:avLst/>
              <a:gdLst>
                <a:gd name="T0" fmla="*/ 31 w 38"/>
                <a:gd name="T1" fmla="*/ 7 h 38"/>
                <a:gd name="T2" fmla="*/ 31 w 38"/>
                <a:gd name="T3" fmla="*/ 32 h 38"/>
                <a:gd name="T4" fmla="*/ 7 w 38"/>
                <a:gd name="T5" fmla="*/ 32 h 38"/>
                <a:gd name="T6" fmla="*/ 7 w 38"/>
                <a:gd name="T7" fmla="*/ 7 h 38"/>
                <a:gd name="T8" fmla="*/ 31 w 38"/>
                <a:gd name="T9" fmla="*/ 7 h 38"/>
              </a:gdLst>
              <a:ahLst/>
              <a:cxnLst>
                <a:cxn ang="0">
                  <a:pos x="T0" y="T1"/>
                </a:cxn>
                <a:cxn ang="0">
                  <a:pos x="T2" y="T3"/>
                </a:cxn>
                <a:cxn ang="0">
                  <a:pos x="T4" y="T5"/>
                </a:cxn>
                <a:cxn ang="0">
                  <a:pos x="T6" y="T7"/>
                </a:cxn>
                <a:cxn ang="0">
                  <a:pos x="T8" y="T9"/>
                </a:cxn>
              </a:cxnLst>
              <a:rect l="0" t="0" r="r" b="b"/>
              <a:pathLst>
                <a:path w="38" h="38">
                  <a:moveTo>
                    <a:pt x="31" y="7"/>
                  </a:moveTo>
                  <a:cubicBezTo>
                    <a:pt x="38" y="14"/>
                    <a:pt x="38" y="25"/>
                    <a:pt x="31" y="32"/>
                  </a:cubicBezTo>
                  <a:cubicBezTo>
                    <a:pt x="24" y="38"/>
                    <a:pt x="13" y="38"/>
                    <a:pt x="7" y="32"/>
                  </a:cubicBezTo>
                  <a:cubicBezTo>
                    <a:pt x="0" y="25"/>
                    <a:pt x="0" y="14"/>
                    <a:pt x="7" y="7"/>
                  </a:cubicBezTo>
                  <a:cubicBezTo>
                    <a:pt x="13" y="0"/>
                    <a:pt x="24" y="0"/>
                    <a:pt x="3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167"/>
            <p:cNvSpPr>
              <a:spLocks/>
            </p:cNvSpPr>
            <p:nvPr/>
          </p:nvSpPr>
          <p:spPr bwMode="auto">
            <a:xfrm>
              <a:off x="6357938" y="3771900"/>
              <a:ext cx="38100" cy="38100"/>
            </a:xfrm>
            <a:custGeom>
              <a:avLst/>
              <a:gdLst>
                <a:gd name="T0" fmla="*/ 7 w 38"/>
                <a:gd name="T1" fmla="*/ 31 h 38"/>
                <a:gd name="T2" fmla="*/ 7 w 38"/>
                <a:gd name="T3" fmla="*/ 7 h 38"/>
                <a:gd name="T4" fmla="*/ 32 w 38"/>
                <a:gd name="T5" fmla="*/ 7 h 38"/>
                <a:gd name="T6" fmla="*/ 32 w 38"/>
                <a:gd name="T7" fmla="*/ 31 h 38"/>
                <a:gd name="T8" fmla="*/ 7 w 38"/>
                <a:gd name="T9" fmla="*/ 31 h 38"/>
              </a:gdLst>
              <a:ahLst/>
              <a:cxnLst>
                <a:cxn ang="0">
                  <a:pos x="T0" y="T1"/>
                </a:cxn>
                <a:cxn ang="0">
                  <a:pos x="T2" y="T3"/>
                </a:cxn>
                <a:cxn ang="0">
                  <a:pos x="T4" y="T5"/>
                </a:cxn>
                <a:cxn ang="0">
                  <a:pos x="T6" y="T7"/>
                </a:cxn>
                <a:cxn ang="0">
                  <a:pos x="T8" y="T9"/>
                </a:cxn>
              </a:cxnLst>
              <a:rect l="0" t="0" r="r" b="b"/>
              <a:pathLst>
                <a:path w="38" h="38">
                  <a:moveTo>
                    <a:pt x="7" y="31"/>
                  </a:moveTo>
                  <a:cubicBezTo>
                    <a:pt x="0" y="25"/>
                    <a:pt x="0" y="13"/>
                    <a:pt x="7" y="7"/>
                  </a:cubicBezTo>
                  <a:cubicBezTo>
                    <a:pt x="14" y="0"/>
                    <a:pt x="25" y="0"/>
                    <a:pt x="32" y="7"/>
                  </a:cubicBezTo>
                  <a:cubicBezTo>
                    <a:pt x="38" y="13"/>
                    <a:pt x="38" y="25"/>
                    <a:pt x="32" y="31"/>
                  </a:cubicBezTo>
                  <a:cubicBezTo>
                    <a:pt x="25" y="38"/>
                    <a:pt x="14" y="38"/>
                    <a:pt x="7"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Oval 168"/>
            <p:cNvSpPr>
              <a:spLocks noChangeArrowheads="1"/>
            </p:cNvSpPr>
            <p:nvPr/>
          </p:nvSpPr>
          <p:spPr bwMode="auto">
            <a:xfrm>
              <a:off x="8154988" y="3816350"/>
              <a:ext cx="77788" cy="793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169"/>
            <p:cNvSpPr>
              <a:spLocks noEditPoints="1"/>
            </p:cNvSpPr>
            <p:nvPr/>
          </p:nvSpPr>
          <p:spPr bwMode="auto">
            <a:xfrm>
              <a:off x="7948613" y="3609975"/>
              <a:ext cx="490538" cy="490538"/>
            </a:xfrm>
            <a:custGeom>
              <a:avLst/>
              <a:gdLst>
                <a:gd name="T0" fmla="*/ 18 w 480"/>
                <a:gd name="T1" fmla="*/ 323 h 480"/>
                <a:gd name="T2" fmla="*/ 30 w 480"/>
                <a:gd name="T3" fmla="*/ 355 h 480"/>
                <a:gd name="T4" fmla="*/ 39 w 480"/>
                <a:gd name="T5" fmla="*/ 368 h 480"/>
                <a:gd name="T6" fmla="*/ 64 w 480"/>
                <a:gd name="T7" fmla="*/ 395 h 480"/>
                <a:gd name="T8" fmla="*/ 80 w 480"/>
                <a:gd name="T9" fmla="*/ 415 h 480"/>
                <a:gd name="T10" fmla="*/ 90 w 480"/>
                <a:gd name="T11" fmla="*/ 427 h 480"/>
                <a:gd name="T12" fmla="*/ 120 w 480"/>
                <a:gd name="T13" fmla="*/ 442 h 480"/>
                <a:gd name="T14" fmla="*/ 144 w 480"/>
                <a:gd name="T15" fmla="*/ 454 h 480"/>
                <a:gd name="T16" fmla="*/ 177 w 480"/>
                <a:gd name="T17" fmla="*/ 469 h 480"/>
                <a:gd name="T18" fmla="*/ 209 w 480"/>
                <a:gd name="T19" fmla="*/ 478 h 480"/>
                <a:gd name="T20" fmla="*/ 229 w 480"/>
                <a:gd name="T21" fmla="*/ 480 h 480"/>
                <a:gd name="T22" fmla="*/ 262 w 480"/>
                <a:gd name="T23" fmla="*/ 474 h 480"/>
                <a:gd name="T24" fmla="*/ 284 w 480"/>
                <a:gd name="T25" fmla="*/ 476 h 480"/>
                <a:gd name="T26" fmla="*/ 302 w 480"/>
                <a:gd name="T27" fmla="*/ 472 h 480"/>
                <a:gd name="T28" fmla="*/ 333 w 480"/>
                <a:gd name="T29" fmla="*/ 456 h 480"/>
                <a:gd name="T30" fmla="*/ 357 w 480"/>
                <a:gd name="T31" fmla="*/ 444 h 480"/>
                <a:gd name="T32" fmla="*/ 388 w 480"/>
                <a:gd name="T33" fmla="*/ 425 h 480"/>
                <a:gd name="T34" fmla="*/ 414 w 480"/>
                <a:gd name="T35" fmla="*/ 405 h 480"/>
                <a:gd name="T36" fmla="*/ 424 w 480"/>
                <a:gd name="T37" fmla="*/ 392 h 480"/>
                <a:gd name="T38" fmla="*/ 436 w 480"/>
                <a:gd name="T39" fmla="*/ 369 h 480"/>
                <a:gd name="T40" fmla="*/ 456 w 480"/>
                <a:gd name="T41" fmla="*/ 338 h 480"/>
                <a:gd name="T42" fmla="*/ 470 w 480"/>
                <a:gd name="T43" fmla="*/ 308 h 480"/>
                <a:gd name="T44" fmla="*/ 475 w 480"/>
                <a:gd name="T45" fmla="*/ 289 h 480"/>
                <a:gd name="T46" fmla="*/ 478 w 480"/>
                <a:gd name="T47" fmla="*/ 255 h 480"/>
                <a:gd name="T48" fmla="*/ 474 w 480"/>
                <a:gd name="T49" fmla="*/ 219 h 480"/>
                <a:gd name="T50" fmla="*/ 470 w 480"/>
                <a:gd name="T51" fmla="*/ 192 h 480"/>
                <a:gd name="T52" fmla="*/ 462 w 480"/>
                <a:gd name="T53" fmla="*/ 157 h 480"/>
                <a:gd name="T54" fmla="*/ 451 w 480"/>
                <a:gd name="T55" fmla="*/ 126 h 480"/>
                <a:gd name="T56" fmla="*/ 441 w 480"/>
                <a:gd name="T57" fmla="*/ 108 h 480"/>
                <a:gd name="T58" fmla="*/ 417 w 480"/>
                <a:gd name="T59" fmla="*/ 85 h 480"/>
                <a:gd name="T60" fmla="*/ 398 w 480"/>
                <a:gd name="T61" fmla="*/ 66 h 480"/>
                <a:gd name="T62" fmla="*/ 376 w 480"/>
                <a:gd name="T63" fmla="*/ 42 h 480"/>
                <a:gd name="T64" fmla="*/ 359 w 480"/>
                <a:gd name="T65" fmla="*/ 32 h 480"/>
                <a:gd name="T66" fmla="*/ 328 w 480"/>
                <a:gd name="T67" fmla="*/ 18 h 480"/>
                <a:gd name="T68" fmla="*/ 292 w 480"/>
                <a:gd name="T69" fmla="*/ 11 h 480"/>
                <a:gd name="T70" fmla="*/ 266 w 480"/>
                <a:gd name="T71" fmla="*/ 7 h 480"/>
                <a:gd name="T72" fmla="*/ 234 w 480"/>
                <a:gd name="T73" fmla="*/ 0 h 480"/>
                <a:gd name="T74" fmla="*/ 218 w 480"/>
                <a:gd name="T75" fmla="*/ 3 h 480"/>
                <a:gd name="T76" fmla="*/ 182 w 480"/>
                <a:gd name="T77" fmla="*/ 13 h 480"/>
                <a:gd name="T78" fmla="*/ 157 w 480"/>
                <a:gd name="T79" fmla="*/ 21 h 480"/>
                <a:gd name="T80" fmla="*/ 123 w 480"/>
                <a:gd name="T81" fmla="*/ 34 h 480"/>
                <a:gd name="T82" fmla="*/ 94 w 480"/>
                <a:gd name="T83" fmla="*/ 50 h 480"/>
                <a:gd name="T84" fmla="*/ 82 w 480"/>
                <a:gd name="T85" fmla="*/ 61 h 480"/>
                <a:gd name="T86" fmla="*/ 60 w 480"/>
                <a:gd name="T87" fmla="*/ 90 h 480"/>
                <a:gd name="T88" fmla="*/ 42 w 480"/>
                <a:gd name="T89" fmla="*/ 105 h 480"/>
                <a:gd name="T90" fmla="*/ 35 w 480"/>
                <a:gd name="T91" fmla="*/ 119 h 480"/>
                <a:gd name="T92" fmla="*/ 22 w 480"/>
                <a:gd name="T93" fmla="*/ 153 h 480"/>
                <a:gd name="T94" fmla="*/ 14 w 480"/>
                <a:gd name="T95" fmla="*/ 178 h 480"/>
                <a:gd name="T96" fmla="*/ 5 w 480"/>
                <a:gd name="T97" fmla="*/ 213 h 480"/>
                <a:gd name="T98" fmla="*/ 0 w 480"/>
                <a:gd name="T99" fmla="*/ 229 h 480"/>
                <a:gd name="T100" fmla="*/ 6 w 480"/>
                <a:gd name="T101" fmla="*/ 262 h 480"/>
                <a:gd name="T102" fmla="*/ 10 w 480"/>
                <a:gd name="T103" fmla="*/ 288 h 480"/>
                <a:gd name="T104" fmla="*/ 240 w 480"/>
                <a:gd name="T105" fmla="*/ 112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80" h="480">
                  <a:moveTo>
                    <a:pt x="9" y="300"/>
                  </a:moveTo>
                  <a:cubicBezTo>
                    <a:pt x="9" y="301"/>
                    <a:pt x="8" y="302"/>
                    <a:pt x="9" y="303"/>
                  </a:cubicBezTo>
                  <a:cubicBezTo>
                    <a:pt x="14" y="320"/>
                    <a:pt x="14" y="320"/>
                    <a:pt x="14" y="320"/>
                  </a:cubicBezTo>
                  <a:cubicBezTo>
                    <a:pt x="15" y="322"/>
                    <a:pt x="16" y="323"/>
                    <a:pt x="18" y="323"/>
                  </a:cubicBezTo>
                  <a:cubicBezTo>
                    <a:pt x="18" y="323"/>
                    <a:pt x="18" y="323"/>
                    <a:pt x="18" y="323"/>
                  </a:cubicBezTo>
                  <a:cubicBezTo>
                    <a:pt x="21" y="323"/>
                    <a:pt x="21" y="323"/>
                    <a:pt x="21" y="323"/>
                  </a:cubicBezTo>
                  <a:cubicBezTo>
                    <a:pt x="22" y="326"/>
                    <a:pt x="23" y="330"/>
                    <a:pt x="25" y="333"/>
                  </a:cubicBezTo>
                  <a:cubicBezTo>
                    <a:pt x="23" y="333"/>
                    <a:pt x="22" y="334"/>
                    <a:pt x="21" y="335"/>
                  </a:cubicBezTo>
                  <a:cubicBezTo>
                    <a:pt x="21" y="336"/>
                    <a:pt x="21" y="338"/>
                    <a:pt x="21" y="339"/>
                  </a:cubicBezTo>
                  <a:cubicBezTo>
                    <a:pt x="30" y="355"/>
                    <a:pt x="30" y="355"/>
                    <a:pt x="30" y="355"/>
                  </a:cubicBezTo>
                  <a:cubicBezTo>
                    <a:pt x="30" y="356"/>
                    <a:pt x="32" y="357"/>
                    <a:pt x="34" y="357"/>
                  </a:cubicBezTo>
                  <a:cubicBezTo>
                    <a:pt x="36" y="357"/>
                    <a:pt x="36" y="357"/>
                    <a:pt x="36" y="357"/>
                  </a:cubicBezTo>
                  <a:cubicBezTo>
                    <a:pt x="38" y="360"/>
                    <a:pt x="40" y="362"/>
                    <a:pt x="42" y="365"/>
                  </a:cubicBezTo>
                  <a:cubicBezTo>
                    <a:pt x="42" y="365"/>
                    <a:pt x="42" y="365"/>
                    <a:pt x="42" y="365"/>
                  </a:cubicBezTo>
                  <a:cubicBezTo>
                    <a:pt x="40" y="366"/>
                    <a:pt x="39" y="367"/>
                    <a:pt x="39" y="368"/>
                  </a:cubicBezTo>
                  <a:cubicBezTo>
                    <a:pt x="39" y="369"/>
                    <a:pt x="39" y="371"/>
                    <a:pt x="40" y="372"/>
                  </a:cubicBezTo>
                  <a:cubicBezTo>
                    <a:pt x="50" y="386"/>
                    <a:pt x="50" y="386"/>
                    <a:pt x="50" y="386"/>
                  </a:cubicBezTo>
                  <a:cubicBezTo>
                    <a:pt x="51" y="388"/>
                    <a:pt x="53" y="388"/>
                    <a:pt x="55" y="388"/>
                  </a:cubicBezTo>
                  <a:cubicBezTo>
                    <a:pt x="57" y="387"/>
                    <a:pt x="57" y="387"/>
                    <a:pt x="57" y="387"/>
                  </a:cubicBezTo>
                  <a:cubicBezTo>
                    <a:pt x="59" y="390"/>
                    <a:pt x="62" y="392"/>
                    <a:pt x="64" y="395"/>
                  </a:cubicBezTo>
                  <a:cubicBezTo>
                    <a:pt x="64" y="395"/>
                    <a:pt x="64" y="395"/>
                    <a:pt x="64" y="395"/>
                  </a:cubicBezTo>
                  <a:cubicBezTo>
                    <a:pt x="63" y="395"/>
                    <a:pt x="62" y="397"/>
                    <a:pt x="61" y="398"/>
                  </a:cubicBezTo>
                  <a:cubicBezTo>
                    <a:pt x="61" y="399"/>
                    <a:pt x="62" y="401"/>
                    <a:pt x="63" y="402"/>
                  </a:cubicBezTo>
                  <a:cubicBezTo>
                    <a:pt x="75" y="414"/>
                    <a:pt x="75" y="414"/>
                    <a:pt x="75" y="414"/>
                  </a:cubicBezTo>
                  <a:cubicBezTo>
                    <a:pt x="77" y="415"/>
                    <a:pt x="79" y="416"/>
                    <a:pt x="80" y="415"/>
                  </a:cubicBezTo>
                  <a:cubicBezTo>
                    <a:pt x="82" y="414"/>
                    <a:pt x="82" y="414"/>
                    <a:pt x="82" y="414"/>
                  </a:cubicBezTo>
                  <a:cubicBezTo>
                    <a:pt x="85" y="416"/>
                    <a:pt x="88" y="418"/>
                    <a:pt x="90" y="421"/>
                  </a:cubicBezTo>
                  <a:cubicBezTo>
                    <a:pt x="90" y="421"/>
                    <a:pt x="90" y="421"/>
                    <a:pt x="90" y="421"/>
                  </a:cubicBezTo>
                  <a:cubicBezTo>
                    <a:pt x="89" y="421"/>
                    <a:pt x="88" y="423"/>
                    <a:pt x="88" y="424"/>
                  </a:cubicBezTo>
                  <a:cubicBezTo>
                    <a:pt x="88" y="425"/>
                    <a:pt x="89" y="427"/>
                    <a:pt x="90" y="427"/>
                  </a:cubicBezTo>
                  <a:cubicBezTo>
                    <a:pt x="105" y="438"/>
                    <a:pt x="105" y="438"/>
                    <a:pt x="105" y="438"/>
                  </a:cubicBezTo>
                  <a:cubicBezTo>
                    <a:pt x="106" y="439"/>
                    <a:pt x="108" y="439"/>
                    <a:pt x="109" y="438"/>
                  </a:cubicBezTo>
                  <a:cubicBezTo>
                    <a:pt x="111" y="436"/>
                    <a:pt x="111" y="436"/>
                    <a:pt x="111" y="436"/>
                  </a:cubicBezTo>
                  <a:cubicBezTo>
                    <a:pt x="114" y="438"/>
                    <a:pt x="117" y="440"/>
                    <a:pt x="120" y="442"/>
                  </a:cubicBezTo>
                  <a:cubicBezTo>
                    <a:pt x="120" y="442"/>
                    <a:pt x="120" y="442"/>
                    <a:pt x="120" y="442"/>
                  </a:cubicBezTo>
                  <a:cubicBezTo>
                    <a:pt x="119" y="443"/>
                    <a:pt x="119" y="444"/>
                    <a:pt x="119" y="445"/>
                  </a:cubicBezTo>
                  <a:cubicBezTo>
                    <a:pt x="119" y="447"/>
                    <a:pt x="120" y="448"/>
                    <a:pt x="121" y="449"/>
                  </a:cubicBezTo>
                  <a:cubicBezTo>
                    <a:pt x="137" y="457"/>
                    <a:pt x="137" y="457"/>
                    <a:pt x="137" y="457"/>
                  </a:cubicBezTo>
                  <a:cubicBezTo>
                    <a:pt x="139" y="457"/>
                    <a:pt x="141" y="457"/>
                    <a:pt x="142" y="456"/>
                  </a:cubicBezTo>
                  <a:cubicBezTo>
                    <a:pt x="144" y="454"/>
                    <a:pt x="144" y="454"/>
                    <a:pt x="144" y="454"/>
                  </a:cubicBezTo>
                  <a:cubicBezTo>
                    <a:pt x="147" y="456"/>
                    <a:pt x="150" y="457"/>
                    <a:pt x="153" y="458"/>
                  </a:cubicBezTo>
                  <a:cubicBezTo>
                    <a:pt x="152" y="459"/>
                    <a:pt x="152" y="461"/>
                    <a:pt x="153" y="462"/>
                  </a:cubicBezTo>
                  <a:cubicBezTo>
                    <a:pt x="153" y="463"/>
                    <a:pt x="154" y="464"/>
                    <a:pt x="155" y="465"/>
                  </a:cubicBezTo>
                  <a:cubicBezTo>
                    <a:pt x="172" y="470"/>
                    <a:pt x="172" y="470"/>
                    <a:pt x="172" y="470"/>
                  </a:cubicBezTo>
                  <a:cubicBezTo>
                    <a:pt x="174" y="471"/>
                    <a:pt x="176" y="470"/>
                    <a:pt x="177" y="469"/>
                  </a:cubicBezTo>
                  <a:cubicBezTo>
                    <a:pt x="178" y="467"/>
                    <a:pt x="178" y="467"/>
                    <a:pt x="178" y="467"/>
                  </a:cubicBezTo>
                  <a:cubicBezTo>
                    <a:pt x="182" y="467"/>
                    <a:pt x="185" y="468"/>
                    <a:pt x="188" y="469"/>
                  </a:cubicBezTo>
                  <a:cubicBezTo>
                    <a:pt x="188" y="470"/>
                    <a:pt x="188" y="472"/>
                    <a:pt x="188" y="473"/>
                  </a:cubicBezTo>
                  <a:cubicBezTo>
                    <a:pt x="189" y="474"/>
                    <a:pt x="190" y="475"/>
                    <a:pt x="191" y="475"/>
                  </a:cubicBezTo>
                  <a:cubicBezTo>
                    <a:pt x="209" y="478"/>
                    <a:pt x="209" y="478"/>
                    <a:pt x="209" y="478"/>
                  </a:cubicBezTo>
                  <a:cubicBezTo>
                    <a:pt x="211" y="478"/>
                    <a:pt x="213" y="477"/>
                    <a:pt x="214" y="476"/>
                  </a:cubicBezTo>
                  <a:cubicBezTo>
                    <a:pt x="215" y="473"/>
                    <a:pt x="215" y="473"/>
                    <a:pt x="215" y="473"/>
                  </a:cubicBezTo>
                  <a:cubicBezTo>
                    <a:pt x="218" y="474"/>
                    <a:pt x="221" y="474"/>
                    <a:pt x="225" y="474"/>
                  </a:cubicBezTo>
                  <a:cubicBezTo>
                    <a:pt x="225" y="475"/>
                    <a:pt x="225" y="475"/>
                    <a:pt x="225" y="476"/>
                  </a:cubicBezTo>
                  <a:cubicBezTo>
                    <a:pt x="225" y="478"/>
                    <a:pt x="226" y="480"/>
                    <a:pt x="229" y="480"/>
                  </a:cubicBezTo>
                  <a:cubicBezTo>
                    <a:pt x="229" y="480"/>
                    <a:pt x="229" y="480"/>
                    <a:pt x="229" y="480"/>
                  </a:cubicBezTo>
                  <a:cubicBezTo>
                    <a:pt x="247" y="480"/>
                    <a:pt x="247" y="480"/>
                    <a:pt x="247" y="480"/>
                  </a:cubicBezTo>
                  <a:cubicBezTo>
                    <a:pt x="248" y="480"/>
                    <a:pt x="250" y="479"/>
                    <a:pt x="251" y="477"/>
                  </a:cubicBezTo>
                  <a:cubicBezTo>
                    <a:pt x="251" y="474"/>
                    <a:pt x="251" y="474"/>
                    <a:pt x="251" y="474"/>
                  </a:cubicBezTo>
                  <a:cubicBezTo>
                    <a:pt x="255" y="474"/>
                    <a:pt x="258" y="474"/>
                    <a:pt x="262" y="474"/>
                  </a:cubicBezTo>
                  <a:cubicBezTo>
                    <a:pt x="261" y="474"/>
                    <a:pt x="261" y="474"/>
                    <a:pt x="261" y="474"/>
                  </a:cubicBezTo>
                  <a:cubicBezTo>
                    <a:pt x="261" y="477"/>
                    <a:pt x="263" y="479"/>
                    <a:pt x="266" y="479"/>
                  </a:cubicBezTo>
                  <a:cubicBezTo>
                    <a:pt x="266" y="479"/>
                    <a:pt x="266" y="479"/>
                    <a:pt x="266" y="479"/>
                  </a:cubicBezTo>
                  <a:cubicBezTo>
                    <a:pt x="266" y="479"/>
                    <a:pt x="266" y="479"/>
                    <a:pt x="266" y="479"/>
                  </a:cubicBezTo>
                  <a:cubicBezTo>
                    <a:pt x="284" y="476"/>
                    <a:pt x="284" y="476"/>
                    <a:pt x="284" y="476"/>
                  </a:cubicBezTo>
                  <a:cubicBezTo>
                    <a:pt x="286" y="476"/>
                    <a:pt x="287" y="474"/>
                    <a:pt x="288" y="472"/>
                  </a:cubicBezTo>
                  <a:cubicBezTo>
                    <a:pt x="288" y="470"/>
                    <a:pt x="288" y="470"/>
                    <a:pt x="288" y="470"/>
                  </a:cubicBezTo>
                  <a:cubicBezTo>
                    <a:pt x="291" y="469"/>
                    <a:pt x="295" y="468"/>
                    <a:pt x="298" y="468"/>
                  </a:cubicBezTo>
                  <a:cubicBezTo>
                    <a:pt x="298" y="470"/>
                    <a:pt x="300" y="472"/>
                    <a:pt x="302" y="472"/>
                  </a:cubicBezTo>
                  <a:cubicBezTo>
                    <a:pt x="302" y="472"/>
                    <a:pt x="302" y="472"/>
                    <a:pt x="302" y="472"/>
                  </a:cubicBezTo>
                  <a:cubicBezTo>
                    <a:pt x="303" y="472"/>
                    <a:pt x="303" y="472"/>
                    <a:pt x="303" y="472"/>
                  </a:cubicBezTo>
                  <a:cubicBezTo>
                    <a:pt x="320" y="466"/>
                    <a:pt x="320" y="466"/>
                    <a:pt x="320" y="466"/>
                  </a:cubicBezTo>
                  <a:cubicBezTo>
                    <a:pt x="322" y="466"/>
                    <a:pt x="323" y="464"/>
                    <a:pt x="323" y="462"/>
                  </a:cubicBezTo>
                  <a:cubicBezTo>
                    <a:pt x="323" y="460"/>
                    <a:pt x="323" y="460"/>
                    <a:pt x="323" y="460"/>
                  </a:cubicBezTo>
                  <a:cubicBezTo>
                    <a:pt x="326" y="458"/>
                    <a:pt x="330" y="457"/>
                    <a:pt x="333" y="456"/>
                  </a:cubicBezTo>
                  <a:cubicBezTo>
                    <a:pt x="333" y="457"/>
                    <a:pt x="334" y="458"/>
                    <a:pt x="335" y="459"/>
                  </a:cubicBezTo>
                  <a:cubicBezTo>
                    <a:pt x="336" y="459"/>
                    <a:pt x="338" y="459"/>
                    <a:pt x="339" y="459"/>
                  </a:cubicBezTo>
                  <a:cubicBezTo>
                    <a:pt x="355" y="451"/>
                    <a:pt x="355" y="451"/>
                    <a:pt x="355" y="451"/>
                  </a:cubicBezTo>
                  <a:cubicBezTo>
                    <a:pt x="356" y="450"/>
                    <a:pt x="357" y="448"/>
                    <a:pt x="357" y="446"/>
                  </a:cubicBezTo>
                  <a:cubicBezTo>
                    <a:pt x="357" y="444"/>
                    <a:pt x="357" y="444"/>
                    <a:pt x="357" y="444"/>
                  </a:cubicBezTo>
                  <a:cubicBezTo>
                    <a:pt x="360" y="442"/>
                    <a:pt x="363" y="440"/>
                    <a:pt x="365" y="439"/>
                  </a:cubicBezTo>
                  <a:cubicBezTo>
                    <a:pt x="366" y="440"/>
                    <a:pt x="367" y="441"/>
                    <a:pt x="368" y="441"/>
                  </a:cubicBezTo>
                  <a:cubicBezTo>
                    <a:pt x="369" y="442"/>
                    <a:pt x="371" y="441"/>
                    <a:pt x="372" y="441"/>
                  </a:cubicBezTo>
                  <a:cubicBezTo>
                    <a:pt x="386" y="430"/>
                    <a:pt x="386" y="430"/>
                    <a:pt x="386" y="430"/>
                  </a:cubicBezTo>
                  <a:cubicBezTo>
                    <a:pt x="388" y="429"/>
                    <a:pt x="388" y="427"/>
                    <a:pt x="388" y="425"/>
                  </a:cubicBezTo>
                  <a:cubicBezTo>
                    <a:pt x="387" y="423"/>
                    <a:pt x="387" y="423"/>
                    <a:pt x="387" y="423"/>
                  </a:cubicBezTo>
                  <a:cubicBezTo>
                    <a:pt x="390" y="421"/>
                    <a:pt x="392" y="419"/>
                    <a:pt x="395" y="417"/>
                  </a:cubicBezTo>
                  <a:cubicBezTo>
                    <a:pt x="395" y="418"/>
                    <a:pt x="397" y="419"/>
                    <a:pt x="398" y="419"/>
                  </a:cubicBezTo>
                  <a:cubicBezTo>
                    <a:pt x="399" y="419"/>
                    <a:pt x="401" y="419"/>
                    <a:pt x="402" y="418"/>
                  </a:cubicBezTo>
                  <a:cubicBezTo>
                    <a:pt x="414" y="405"/>
                    <a:pt x="414" y="405"/>
                    <a:pt x="414" y="405"/>
                  </a:cubicBezTo>
                  <a:cubicBezTo>
                    <a:pt x="416" y="404"/>
                    <a:pt x="416" y="402"/>
                    <a:pt x="415" y="400"/>
                  </a:cubicBezTo>
                  <a:cubicBezTo>
                    <a:pt x="414" y="398"/>
                    <a:pt x="414" y="398"/>
                    <a:pt x="414" y="398"/>
                  </a:cubicBezTo>
                  <a:cubicBezTo>
                    <a:pt x="416" y="395"/>
                    <a:pt x="418" y="393"/>
                    <a:pt x="421" y="390"/>
                  </a:cubicBezTo>
                  <a:cubicBezTo>
                    <a:pt x="421" y="390"/>
                    <a:pt x="421" y="390"/>
                    <a:pt x="421" y="390"/>
                  </a:cubicBezTo>
                  <a:cubicBezTo>
                    <a:pt x="421" y="391"/>
                    <a:pt x="423" y="392"/>
                    <a:pt x="424" y="392"/>
                  </a:cubicBezTo>
                  <a:cubicBezTo>
                    <a:pt x="424" y="392"/>
                    <a:pt x="424" y="392"/>
                    <a:pt x="424" y="392"/>
                  </a:cubicBezTo>
                  <a:cubicBezTo>
                    <a:pt x="425" y="392"/>
                    <a:pt x="427" y="391"/>
                    <a:pt x="427" y="390"/>
                  </a:cubicBezTo>
                  <a:cubicBezTo>
                    <a:pt x="438" y="376"/>
                    <a:pt x="438" y="376"/>
                    <a:pt x="438" y="376"/>
                  </a:cubicBezTo>
                  <a:cubicBezTo>
                    <a:pt x="439" y="374"/>
                    <a:pt x="439" y="372"/>
                    <a:pt x="438" y="371"/>
                  </a:cubicBezTo>
                  <a:cubicBezTo>
                    <a:pt x="436" y="369"/>
                    <a:pt x="436" y="369"/>
                    <a:pt x="436" y="369"/>
                  </a:cubicBezTo>
                  <a:cubicBezTo>
                    <a:pt x="438" y="366"/>
                    <a:pt x="440" y="363"/>
                    <a:pt x="442" y="360"/>
                  </a:cubicBezTo>
                  <a:cubicBezTo>
                    <a:pt x="443" y="361"/>
                    <a:pt x="444" y="362"/>
                    <a:pt x="445" y="361"/>
                  </a:cubicBezTo>
                  <a:cubicBezTo>
                    <a:pt x="447" y="361"/>
                    <a:pt x="448" y="360"/>
                    <a:pt x="449" y="359"/>
                  </a:cubicBezTo>
                  <a:cubicBezTo>
                    <a:pt x="457" y="343"/>
                    <a:pt x="457" y="343"/>
                    <a:pt x="457" y="343"/>
                  </a:cubicBezTo>
                  <a:cubicBezTo>
                    <a:pt x="458" y="342"/>
                    <a:pt x="457" y="340"/>
                    <a:pt x="456" y="338"/>
                  </a:cubicBezTo>
                  <a:cubicBezTo>
                    <a:pt x="454" y="337"/>
                    <a:pt x="454" y="337"/>
                    <a:pt x="454" y="337"/>
                  </a:cubicBezTo>
                  <a:cubicBezTo>
                    <a:pt x="456" y="333"/>
                    <a:pt x="457" y="330"/>
                    <a:pt x="458" y="327"/>
                  </a:cubicBezTo>
                  <a:cubicBezTo>
                    <a:pt x="459" y="328"/>
                    <a:pt x="461" y="328"/>
                    <a:pt x="462" y="328"/>
                  </a:cubicBezTo>
                  <a:cubicBezTo>
                    <a:pt x="463" y="327"/>
                    <a:pt x="464" y="326"/>
                    <a:pt x="465" y="325"/>
                  </a:cubicBezTo>
                  <a:cubicBezTo>
                    <a:pt x="470" y="308"/>
                    <a:pt x="470" y="308"/>
                    <a:pt x="470" y="308"/>
                  </a:cubicBezTo>
                  <a:cubicBezTo>
                    <a:pt x="471" y="306"/>
                    <a:pt x="470" y="304"/>
                    <a:pt x="469" y="303"/>
                  </a:cubicBezTo>
                  <a:cubicBezTo>
                    <a:pt x="467" y="302"/>
                    <a:pt x="467" y="302"/>
                    <a:pt x="467" y="302"/>
                  </a:cubicBezTo>
                  <a:cubicBezTo>
                    <a:pt x="468" y="298"/>
                    <a:pt x="468" y="295"/>
                    <a:pt x="469" y="292"/>
                  </a:cubicBezTo>
                  <a:cubicBezTo>
                    <a:pt x="470" y="293"/>
                    <a:pt x="472" y="293"/>
                    <a:pt x="473" y="292"/>
                  </a:cubicBezTo>
                  <a:cubicBezTo>
                    <a:pt x="474" y="291"/>
                    <a:pt x="475" y="290"/>
                    <a:pt x="475" y="289"/>
                  </a:cubicBezTo>
                  <a:cubicBezTo>
                    <a:pt x="478" y="271"/>
                    <a:pt x="478" y="271"/>
                    <a:pt x="478" y="271"/>
                  </a:cubicBezTo>
                  <a:cubicBezTo>
                    <a:pt x="478" y="269"/>
                    <a:pt x="477" y="268"/>
                    <a:pt x="476" y="267"/>
                  </a:cubicBezTo>
                  <a:cubicBezTo>
                    <a:pt x="473" y="266"/>
                    <a:pt x="473" y="266"/>
                    <a:pt x="473" y="266"/>
                  </a:cubicBezTo>
                  <a:cubicBezTo>
                    <a:pt x="474" y="262"/>
                    <a:pt x="474" y="259"/>
                    <a:pt x="474" y="256"/>
                  </a:cubicBezTo>
                  <a:cubicBezTo>
                    <a:pt x="476" y="256"/>
                    <a:pt x="477" y="256"/>
                    <a:pt x="478" y="255"/>
                  </a:cubicBezTo>
                  <a:cubicBezTo>
                    <a:pt x="479" y="254"/>
                    <a:pt x="480" y="253"/>
                    <a:pt x="480" y="252"/>
                  </a:cubicBezTo>
                  <a:cubicBezTo>
                    <a:pt x="480" y="234"/>
                    <a:pt x="480" y="234"/>
                    <a:pt x="480" y="234"/>
                  </a:cubicBezTo>
                  <a:cubicBezTo>
                    <a:pt x="480" y="232"/>
                    <a:pt x="479" y="230"/>
                    <a:pt x="477" y="230"/>
                  </a:cubicBezTo>
                  <a:cubicBezTo>
                    <a:pt x="475" y="229"/>
                    <a:pt x="475" y="229"/>
                    <a:pt x="475" y="229"/>
                  </a:cubicBezTo>
                  <a:cubicBezTo>
                    <a:pt x="474" y="225"/>
                    <a:pt x="474" y="222"/>
                    <a:pt x="474" y="219"/>
                  </a:cubicBezTo>
                  <a:cubicBezTo>
                    <a:pt x="475" y="219"/>
                    <a:pt x="477" y="218"/>
                    <a:pt x="477" y="218"/>
                  </a:cubicBezTo>
                  <a:cubicBezTo>
                    <a:pt x="478" y="217"/>
                    <a:pt x="479" y="215"/>
                    <a:pt x="479" y="214"/>
                  </a:cubicBezTo>
                  <a:cubicBezTo>
                    <a:pt x="476" y="196"/>
                    <a:pt x="476" y="196"/>
                    <a:pt x="476" y="196"/>
                  </a:cubicBezTo>
                  <a:cubicBezTo>
                    <a:pt x="476" y="194"/>
                    <a:pt x="474" y="193"/>
                    <a:pt x="472" y="193"/>
                  </a:cubicBezTo>
                  <a:cubicBezTo>
                    <a:pt x="470" y="192"/>
                    <a:pt x="470" y="192"/>
                    <a:pt x="470" y="192"/>
                  </a:cubicBezTo>
                  <a:cubicBezTo>
                    <a:pt x="469" y="189"/>
                    <a:pt x="468" y="186"/>
                    <a:pt x="468" y="182"/>
                  </a:cubicBezTo>
                  <a:cubicBezTo>
                    <a:pt x="469" y="182"/>
                    <a:pt x="470" y="182"/>
                    <a:pt x="471" y="181"/>
                  </a:cubicBezTo>
                  <a:cubicBezTo>
                    <a:pt x="472" y="180"/>
                    <a:pt x="472" y="178"/>
                    <a:pt x="472" y="177"/>
                  </a:cubicBezTo>
                  <a:cubicBezTo>
                    <a:pt x="466" y="160"/>
                    <a:pt x="466" y="160"/>
                    <a:pt x="466" y="160"/>
                  </a:cubicBezTo>
                  <a:cubicBezTo>
                    <a:pt x="466" y="158"/>
                    <a:pt x="464" y="157"/>
                    <a:pt x="462" y="157"/>
                  </a:cubicBezTo>
                  <a:cubicBezTo>
                    <a:pt x="460" y="157"/>
                    <a:pt x="460" y="157"/>
                    <a:pt x="460" y="157"/>
                  </a:cubicBezTo>
                  <a:cubicBezTo>
                    <a:pt x="459" y="154"/>
                    <a:pt x="457" y="151"/>
                    <a:pt x="456" y="148"/>
                  </a:cubicBezTo>
                  <a:cubicBezTo>
                    <a:pt x="457" y="147"/>
                    <a:pt x="458" y="146"/>
                    <a:pt x="459" y="145"/>
                  </a:cubicBezTo>
                  <a:cubicBezTo>
                    <a:pt x="459" y="144"/>
                    <a:pt x="459" y="143"/>
                    <a:pt x="459" y="141"/>
                  </a:cubicBezTo>
                  <a:cubicBezTo>
                    <a:pt x="451" y="126"/>
                    <a:pt x="451" y="126"/>
                    <a:pt x="451" y="126"/>
                  </a:cubicBezTo>
                  <a:cubicBezTo>
                    <a:pt x="450" y="124"/>
                    <a:pt x="448" y="123"/>
                    <a:pt x="446" y="123"/>
                  </a:cubicBezTo>
                  <a:cubicBezTo>
                    <a:pt x="444" y="124"/>
                    <a:pt x="444" y="124"/>
                    <a:pt x="444" y="124"/>
                  </a:cubicBezTo>
                  <a:cubicBezTo>
                    <a:pt x="442" y="121"/>
                    <a:pt x="440" y="118"/>
                    <a:pt x="439" y="115"/>
                  </a:cubicBezTo>
                  <a:cubicBezTo>
                    <a:pt x="440" y="115"/>
                    <a:pt x="441" y="114"/>
                    <a:pt x="441" y="112"/>
                  </a:cubicBezTo>
                  <a:cubicBezTo>
                    <a:pt x="442" y="111"/>
                    <a:pt x="442" y="110"/>
                    <a:pt x="441" y="108"/>
                  </a:cubicBezTo>
                  <a:cubicBezTo>
                    <a:pt x="430" y="94"/>
                    <a:pt x="430" y="94"/>
                    <a:pt x="430" y="94"/>
                  </a:cubicBezTo>
                  <a:cubicBezTo>
                    <a:pt x="429" y="92"/>
                    <a:pt x="427" y="92"/>
                    <a:pt x="426" y="92"/>
                  </a:cubicBezTo>
                  <a:cubicBezTo>
                    <a:pt x="423" y="93"/>
                    <a:pt x="423" y="93"/>
                    <a:pt x="423" y="93"/>
                  </a:cubicBezTo>
                  <a:cubicBezTo>
                    <a:pt x="421" y="91"/>
                    <a:pt x="419" y="88"/>
                    <a:pt x="417" y="85"/>
                  </a:cubicBezTo>
                  <a:cubicBezTo>
                    <a:pt x="417" y="85"/>
                    <a:pt x="417" y="85"/>
                    <a:pt x="417" y="85"/>
                  </a:cubicBezTo>
                  <a:cubicBezTo>
                    <a:pt x="418" y="85"/>
                    <a:pt x="419" y="84"/>
                    <a:pt x="419" y="82"/>
                  </a:cubicBezTo>
                  <a:cubicBezTo>
                    <a:pt x="419" y="81"/>
                    <a:pt x="419" y="80"/>
                    <a:pt x="418" y="79"/>
                  </a:cubicBezTo>
                  <a:cubicBezTo>
                    <a:pt x="405" y="66"/>
                    <a:pt x="405" y="66"/>
                    <a:pt x="405" y="66"/>
                  </a:cubicBezTo>
                  <a:cubicBezTo>
                    <a:pt x="404" y="65"/>
                    <a:pt x="402" y="64"/>
                    <a:pt x="400" y="65"/>
                  </a:cubicBezTo>
                  <a:cubicBezTo>
                    <a:pt x="398" y="66"/>
                    <a:pt x="398" y="66"/>
                    <a:pt x="398" y="66"/>
                  </a:cubicBezTo>
                  <a:cubicBezTo>
                    <a:pt x="395" y="64"/>
                    <a:pt x="393" y="62"/>
                    <a:pt x="390" y="60"/>
                  </a:cubicBezTo>
                  <a:cubicBezTo>
                    <a:pt x="390" y="60"/>
                    <a:pt x="390" y="60"/>
                    <a:pt x="390" y="60"/>
                  </a:cubicBezTo>
                  <a:cubicBezTo>
                    <a:pt x="391" y="59"/>
                    <a:pt x="392" y="58"/>
                    <a:pt x="392" y="56"/>
                  </a:cubicBezTo>
                  <a:cubicBezTo>
                    <a:pt x="392" y="55"/>
                    <a:pt x="391" y="54"/>
                    <a:pt x="390" y="53"/>
                  </a:cubicBezTo>
                  <a:cubicBezTo>
                    <a:pt x="376" y="42"/>
                    <a:pt x="376" y="42"/>
                    <a:pt x="376" y="42"/>
                  </a:cubicBezTo>
                  <a:cubicBezTo>
                    <a:pt x="374" y="41"/>
                    <a:pt x="372" y="41"/>
                    <a:pt x="371" y="42"/>
                  </a:cubicBezTo>
                  <a:cubicBezTo>
                    <a:pt x="369" y="44"/>
                    <a:pt x="369" y="44"/>
                    <a:pt x="369" y="44"/>
                  </a:cubicBezTo>
                  <a:cubicBezTo>
                    <a:pt x="366" y="42"/>
                    <a:pt x="363" y="40"/>
                    <a:pt x="360" y="38"/>
                  </a:cubicBezTo>
                  <a:cubicBezTo>
                    <a:pt x="361" y="38"/>
                    <a:pt x="362" y="36"/>
                    <a:pt x="361" y="35"/>
                  </a:cubicBezTo>
                  <a:cubicBezTo>
                    <a:pt x="361" y="34"/>
                    <a:pt x="360" y="32"/>
                    <a:pt x="359" y="32"/>
                  </a:cubicBezTo>
                  <a:cubicBezTo>
                    <a:pt x="343" y="24"/>
                    <a:pt x="343" y="24"/>
                    <a:pt x="343" y="24"/>
                  </a:cubicBezTo>
                  <a:cubicBezTo>
                    <a:pt x="342" y="23"/>
                    <a:pt x="340" y="23"/>
                    <a:pt x="338" y="24"/>
                  </a:cubicBezTo>
                  <a:cubicBezTo>
                    <a:pt x="337" y="26"/>
                    <a:pt x="337" y="26"/>
                    <a:pt x="337" y="26"/>
                  </a:cubicBezTo>
                  <a:cubicBezTo>
                    <a:pt x="333" y="25"/>
                    <a:pt x="330" y="23"/>
                    <a:pt x="327" y="22"/>
                  </a:cubicBezTo>
                  <a:cubicBezTo>
                    <a:pt x="328" y="21"/>
                    <a:pt x="328" y="20"/>
                    <a:pt x="328" y="18"/>
                  </a:cubicBezTo>
                  <a:cubicBezTo>
                    <a:pt x="327" y="17"/>
                    <a:pt x="326" y="16"/>
                    <a:pt x="325" y="16"/>
                  </a:cubicBezTo>
                  <a:cubicBezTo>
                    <a:pt x="308" y="10"/>
                    <a:pt x="308" y="10"/>
                    <a:pt x="308" y="10"/>
                  </a:cubicBezTo>
                  <a:cubicBezTo>
                    <a:pt x="306" y="10"/>
                    <a:pt x="304" y="10"/>
                    <a:pt x="303" y="12"/>
                  </a:cubicBezTo>
                  <a:cubicBezTo>
                    <a:pt x="302" y="14"/>
                    <a:pt x="302" y="14"/>
                    <a:pt x="302" y="14"/>
                  </a:cubicBezTo>
                  <a:cubicBezTo>
                    <a:pt x="298" y="13"/>
                    <a:pt x="295" y="12"/>
                    <a:pt x="292" y="11"/>
                  </a:cubicBezTo>
                  <a:cubicBezTo>
                    <a:pt x="293" y="10"/>
                    <a:pt x="293" y="9"/>
                    <a:pt x="292" y="7"/>
                  </a:cubicBezTo>
                  <a:cubicBezTo>
                    <a:pt x="291" y="6"/>
                    <a:pt x="290" y="5"/>
                    <a:pt x="289" y="5"/>
                  </a:cubicBezTo>
                  <a:cubicBezTo>
                    <a:pt x="271" y="2"/>
                    <a:pt x="271" y="2"/>
                    <a:pt x="271" y="2"/>
                  </a:cubicBezTo>
                  <a:cubicBezTo>
                    <a:pt x="269" y="2"/>
                    <a:pt x="268" y="3"/>
                    <a:pt x="267" y="5"/>
                  </a:cubicBezTo>
                  <a:cubicBezTo>
                    <a:pt x="266" y="7"/>
                    <a:pt x="266" y="7"/>
                    <a:pt x="266" y="7"/>
                  </a:cubicBezTo>
                  <a:cubicBezTo>
                    <a:pt x="262" y="7"/>
                    <a:pt x="259" y="6"/>
                    <a:pt x="256" y="6"/>
                  </a:cubicBezTo>
                  <a:cubicBezTo>
                    <a:pt x="256" y="6"/>
                    <a:pt x="256" y="6"/>
                    <a:pt x="256" y="6"/>
                  </a:cubicBezTo>
                  <a:cubicBezTo>
                    <a:pt x="256" y="5"/>
                    <a:pt x="256" y="3"/>
                    <a:pt x="255" y="2"/>
                  </a:cubicBezTo>
                  <a:cubicBezTo>
                    <a:pt x="254" y="1"/>
                    <a:pt x="253" y="0"/>
                    <a:pt x="252" y="0"/>
                  </a:cubicBezTo>
                  <a:cubicBezTo>
                    <a:pt x="234" y="0"/>
                    <a:pt x="234" y="0"/>
                    <a:pt x="234" y="0"/>
                  </a:cubicBezTo>
                  <a:cubicBezTo>
                    <a:pt x="232" y="0"/>
                    <a:pt x="230" y="2"/>
                    <a:pt x="230" y="3"/>
                  </a:cubicBezTo>
                  <a:cubicBezTo>
                    <a:pt x="229" y="6"/>
                    <a:pt x="229" y="6"/>
                    <a:pt x="229" y="6"/>
                  </a:cubicBezTo>
                  <a:cubicBezTo>
                    <a:pt x="225" y="6"/>
                    <a:pt x="222" y="6"/>
                    <a:pt x="219" y="6"/>
                  </a:cubicBezTo>
                  <a:cubicBezTo>
                    <a:pt x="219" y="6"/>
                    <a:pt x="219" y="6"/>
                    <a:pt x="219" y="6"/>
                  </a:cubicBezTo>
                  <a:cubicBezTo>
                    <a:pt x="219" y="5"/>
                    <a:pt x="219" y="4"/>
                    <a:pt x="218" y="3"/>
                  </a:cubicBezTo>
                  <a:cubicBezTo>
                    <a:pt x="217" y="2"/>
                    <a:pt x="215" y="1"/>
                    <a:pt x="214" y="2"/>
                  </a:cubicBezTo>
                  <a:cubicBezTo>
                    <a:pt x="196" y="4"/>
                    <a:pt x="196" y="4"/>
                    <a:pt x="196" y="4"/>
                  </a:cubicBezTo>
                  <a:cubicBezTo>
                    <a:pt x="194" y="5"/>
                    <a:pt x="193" y="6"/>
                    <a:pt x="193" y="8"/>
                  </a:cubicBezTo>
                  <a:cubicBezTo>
                    <a:pt x="192" y="10"/>
                    <a:pt x="192" y="10"/>
                    <a:pt x="192" y="10"/>
                  </a:cubicBezTo>
                  <a:cubicBezTo>
                    <a:pt x="189" y="11"/>
                    <a:pt x="186" y="12"/>
                    <a:pt x="182" y="13"/>
                  </a:cubicBezTo>
                  <a:cubicBezTo>
                    <a:pt x="182" y="11"/>
                    <a:pt x="182" y="10"/>
                    <a:pt x="181" y="9"/>
                  </a:cubicBezTo>
                  <a:cubicBezTo>
                    <a:pt x="180" y="8"/>
                    <a:pt x="178" y="8"/>
                    <a:pt x="177" y="9"/>
                  </a:cubicBezTo>
                  <a:cubicBezTo>
                    <a:pt x="160" y="14"/>
                    <a:pt x="160" y="14"/>
                    <a:pt x="160" y="14"/>
                  </a:cubicBezTo>
                  <a:cubicBezTo>
                    <a:pt x="158" y="15"/>
                    <a:pt x="157" y="16"/>
                    <a:pt x="157" y="18"/>
                  </a:cubicBezTo>
                  <a:cubicBezTo>
                    <a:pt x="157" y="21"/>
                    <a:pt x="157" y="21"/>
                    <a:pt x="157" y="21"/>
                  </a:cubicBezTo>
                  <a:cubicBezTo>
                    <a:pt x="154" y="22"/>
                    <a:pt x="151" y="23"/>
                    <a:pt x="148" y="24"/>
                  </a:cubicBezTo>
                  <a:cubicBezTo>
                    <a:pt x="147" y="23"/>
                    <a:pt x="147" y="22"/>
                    <a:pt x="145" y="21"/>
                  </a:cubicBezTo>
                  <a:cubicBezTo>
                    <a:pt x="144" y="21"/>
                    <a:pt x="143" y="21"/>
                    <a:pt x="142" y="21"/>
                  </a:cubicBezTo>
                  <a:cubicBezTo>
                    <a:pt x="126" y="29"/>
                    <a:pt x="126" y="29"/>
                    <a:pt x="126" y="29"/>
                  </a:cubicBezTo>
                  <a:cubicBezTo>
                    <a:pt x="124" y="30"/>
                    <a:pt x="123" y="32"/>
                    <a:pt x="123" y="34"/>
                  </a:cubicBezTo>
                  <a:cubicBezTo>
                    <a:pt x="124" y="36"/>
                    <a:pt x="124" y="36"/>
                    <a:pt x="124" y="36"/>
                  </a:cubicBezTo>
                  <a:cubicBezTo>
                    <a:pt x="121" y="38"/>
                    <a:pt x="118" y="40"/>
                    <a:pt x="115" y="42"/>
                  </a:cubicBezTo>
                  <a:cubicBezTo>
                    <a:pt x="115" y="40"/>
                    <a:pt x="114" y="39"/>
                    <a:pt x="112" y="39"/>
                  </a:cubicBezTo>
                  <a:cubicBezTo>
                    <a:pt x="111" y="39"/>
                    <a:pt x="110" y="39"/>
                    <a:pt x="109" y="40"/>
                  </a:cubicBezTo>
                  <a:cubicBezTo>
                    <a:pt x="94" y="50"/>
                    <a:pt x="94" y="50"/>
                    <a:pt x="94" y="50"/>
                  </a:cubicBezTo>
                  <a:cubicBezTo>
                    <a:pt x="93" y="51"/>
                    <a:pt x="92" y="53"/>
                    <a:pt x="92" y="55"/>
                  </a:cubicBezTo>
                  <a:cubicBezTo>
                    <a:pt x="93" y="57"/>
                    <a:pt x="93" y="57"/>
                    <a:pt x="93" y="57"/>
                  </a:cubicBezTo>
                  <a:cubicBezTo>
                    <a:pt x="91" y="59"/>
                    <a:pt x="88" y="62"/>
                    <a:pt x="85" y="64"/>
                  </a:cubicBezTo>
                  <a:cubicBezTo>
                    <a:pt x="85" y="64"/>
                    <a:pt x="85" y="64"/>
                    <a:pt x="85" y="64"/>
                  </a:cubicBezTo>
                  <a:cubicBezTo>
                    <a:pt x="85" y="62"/>
                    <a:pt x="84" y="62"/>
                    <a:pt x="82" y="61"/>
                  </a:cubicBezTo>
                  <a:cubicBezTo>
                    <a:pt x="81" y="61"/>
                    <a:pt x="80" y="62"/>
                    <a:pt x="79" y="63"/>
                  </a:cubicBezTo>
                  <a:cubicBezTo>
                    <a:pt x="66" y="75"/>
                    <a:pt x="66" y="75"/>
                    <a:pt x="66" y="75"/>
                  </a:cubicBezTo>
                  <a:cubicBezTo>
                    <a:pt x="65" y="77"/>
                    <a:pt x="64" y="79"/>
                    <a:pt x="65" y="80"/>
                  </a:cubicBezTo>
                  <a:cubicBezTo>
                    <a:pt x="66" y="82"/>
                    <a:pt x="66" y="82"/>
                    <a:pt x="66" y="82"/>
                  </a:cubicBezTo>
                  <a:cubicBezTo>
                    <a:pt x="64" y="85"/>
                    <a:pt x="62" y="87"/>
                    <a:pt x="60" y="90"/>
                  </a:cubicBezTo>
                  <a:cubicBezTo>
                    <a:pt x="60" y="90"/>
                    <a:pt x="60" y="90"/>
                    <a:pt x="60" y="90"/>
                  </a:cubicBezTo>
                  <a:cubicBezTo>
                    <a:pt x="59" y="89"/>
                    <a:pt x="58" y="88"/>
                    <a:pt x="56" y="88"/>
                  </a:cubicBezTo>
                  <a:cubicBezTo>
                    <a:pt x="56" y="88"/>
                    <a:pt x="56" y="88"/>
                    <a:pt x="56" y="88"/>
                  </a:cubicBezTo>
                  <a:cubicBezTo>
                    <a:pt x="55" y="88"/>
                    <a:pt x="54" y="89"/>
                    <a:pt x="53" y="90"/>
                  </a:cubicBezTo>
                  <a:cubicBezTo>
                    <a:pt x="42" y="105"/>
                    <a:pt x="42" y="105"/>
                    <a:pt x="42" y="105"/>
                  </a:cubicBezTo>
                  <a:cubicBezTo>
                    <a:pt x="41" y="106"/>
                    <a:pt x="41" y="108"/>
                    <a:pt x="42" y="109"/>
                  </a:cubicBezTo>
                  <a:cubicBezTo>
                    <a:pt x="44" y="111"/>
                    <a:pt x="44" y="111"/>
                    <a:pt x="44" y="111"/>
                  </a:cubicBezTo>
                  <a:cubicBezTo>
                    <a:pt x="42" y="114"/>
                    <a:pt x="40" y="117"/>
                    <a:pt x="39" y="120"/>
                  </a:cubicBezTo>
                  <a:cubicBezTo>
                    <a:pt x="38" y="120"/>
                    <a:pt x="38" y="120"/>
                    <a:pt x="38" y="120"/>
                  </a:cubicBezTo>
                  <a:cubicBezTo>
                    <a:pt x="38" y="119"/>
                    <a:pt x="36" y="119"/>
                    <a:pt x="35" y="119"/>
                  </a:cubicBezTo>
                  <a:cubicBezTo>
                    <a:pt x="34" y="119"/>
                    <a:pt x="32" y="120"/>
                    <a:pt x="32" y="121"/>
                  </a:cubicBezTo>
                  <a:cubicBezTo>
                    <a:pt x="24" y="137"/>
                    <a:pt x="24" y="137"/>
                    <a:pt x="24" y="137"/>
                  </a:cubicBezTo>
                  <a:cubicBezTo>
                    <a:pt x="23" y="139"/>
                    <a:pt x="23" y="141"/>
                    <a:pt x="24" y="142"/>
                  </a:cubicBezTo>
                  <a:cubicBezTo>
                    <a:pt x="26" y="144"/>
                    <a:pt x="26" y="144"/>
                    <a:pt x="26" y="144"/>
                  </a:cubicBezTo>
                  <a:cubicBezTo>
                    <a:pt x="25" y="147"/>
                    <a:pt x="23" y="150"/>
                    <a:pt x="22" y="153"/>
                  </a:cubicBezTo>
                  <a:cubicBezTo>
                    <a:pt x="21" y="152"/>
                    <a:pt x="20" y="152"/>
                    <a:pt x="18" y="153"/>
                  </a:cubicBezTo>
                  <a:cubicBezTo>
                    <a:pt x="17" y="153"/>
                    <a:pt x="16" y="154"/>
                    <a:pt x="16" y="155"/>
                  </a:cubicBezTo>
                  <a:cubicBezTo>
                    <a:pt x="10" y="172"/>
                    <a:pt x="10" y="172"/>
                    <a:pt x="10" y="172"/>
                  </a:cubicBezTo>
                  <a:cubicBezTo>
                    <a:pt x="10" y="174"/>
                    <a:pt x="10" y="176"/>
                    <a:pt x="12" y="177"/>
                  </a:cubicBezTo>
                  <a:cubicBezTo>
                    <a:pt x="14" y="178"/>
                    <a:pt x="14" y="178"/>
                    <a:pt x="14" y="178"/>
                  </a:cubicBezTo>
                  <a:cubicBezTo>
                    <a:pt x="13" y="182"/>
                    <a:pt x="12" y="185"/>
                    <a:pt x="11" y="188"/>
                  </a:cubicBezTo>
                  <a:cubicBezTo>
                    <a:pt x="10" y="188"/>
                    <a:pt x="9" y="188"/>
                    <a:pt x="7" y="188"/>
                  </a:cubicBezTo>
                  <a:cubicBezTo>
                    <a:pt x="6" y="189"/>
                    <a:pt x="5" y="190"/>
                    <a:pt x="5" y="191"/>
                  </a:cubicBezTo>
                  <a:cubicBezTo>
                    <a:pt x="2" y="209"/>
                    <a:pt x="2" y="209"/>
                    <a:pt x="2" y="209"/>
                  </a:cubicBezTo>
                  <a:cubicBezTo>
                    <a:pt x="2" y="211"/>
                    <a:pt x="3" y="213"/>
                    <a:pt x="5" y="213"/>
                  </a:cubicBezTo>
                  <a:cubicBezTo>
                    <a:pt x="7" y="215"/>
                    <a:pt x="7" y="215"/>
                    <a:pt x="7" y="215"/>
                  </a:cubicBezTo>
                  <a:cubicBezTo>
                    <a:pt x="7" y="218"/>
                    <a:pt x="6" y="221"/>
                    <a:pt x="6" y="225"/>
                  </a:cubicBezTo>
                  <a:cubicBezTo>
                    <a:pt x="6" y="225"/>
                    <a:pt x="6" y="225"/>
                    <a:pt x="6" y="225"/>
                  </a:cubicBezTo>
                  <a:cubicBezTo>
                    <a:pt x="5" y="224"/>
                    <a:pt x="3" y="225"/>
                    <a:pt x="2" y="225"/>
                  </a:cubicBezTo>
                  <a:cubicBezTo>
                    <a:pt x="1" y="226"/>
                    <a:pt x="0" y="227"/>
                    <a:pt x="0" y="229"/>
                  </a:cubicBezTo>
                  <a:cubicBezTo>
                    <a:pt x="0" y="247"/>
                    <a:pt x="0" y="247"/>
                    <a:pt x="0" y="247"/>
                  </a:cubicBezTo>
                  <a:cubicBezTo>
                    <a:pt x="0" y="248"/>
                    <a:pt x="2" y="250"/>
                    <a:pt x="3" y="251"/>
                  </a:cubicBezTo>
                  <a:cubicBezTo>
                    <a:pt x="6" y="251"/>
                    <a:pt x="6" y="251"/>
                    <a:pt x="6" y="251"/>
                  </a:cubicBezTo>
                  <a:cubicBezTo>
                    <a:pt x="6" y="255"/>
                    <a:pt x="6" y="258"/>
                    <a:pt x="7" y="262"/>
                  </a:cubicBezTo>
                  <a:cubicBezTo>
                    <a:pt x="6" y="262"/>
                    <a:pt x="6" y="262"/>
                    <a:pt x="6" y="262"/>
                  </a:cubicBezTo>
                  <a:cubicBezTo>
                    <a:pt x="5" y="261"/>
                    <a:pt x="4" y="262"/>
                    <a:pt x="3" y="263"/>
                  </a:cubicBezTo>
                  <a:cubicBezTo>
                    <a:pt x="2" y="264"/>
                    <a:pt x="1" y="265"/>
                    <a:pt x="2" y="266"/>
                  </a:cubicBezTo>
                  <a:cubicBezTo>
                    <a:pt x="4" y="284"/>
                    <a:pt x="4" y="284"/>
                    <a:pt x="4" y="284"/>
                  </a:cubicBezTo>
                  <a:cubicBezTo>
                    <a:pt x="5" y="286"/>
                    <a:pt x="6" y="287"/>
                    <a:pt x="8" y="288"/>
                  </a:cubicBezTo>
                  <a:cubicBezTo>
                    <a:pt x="10" y="288"/>
                    <a:pt x="10" y="288"/>
                    <a:pt x="10" y="288"/>
                  </a:cubicBezTo>
                  <a:cubicBezTo>
                    <a:pt x="11" y="291"/>
                    <a:pt x="12" y="295"/>
                    <a:pt x="13" y="298"/>
                  </a:cubicBezTo>
                  <a:cubicBezTo>
                    <a:pt x="13" y="298"/>
                    <a:pt x="13" y="298"/>
                    <a:pt x="13" y="298"/>
                  </a:cubicBezTo>
                  <a:cubicBezTo>
                    <a:pt x="11" y="298"/>
                    <a:pt x="10" y="299"/>
                    <a:pt x="9" y="300"/>
                  </a:cubicBezTo>
                  <a:close/>
                  <a:moveTo>
                    <a:pt x="112" y="240"/>
                  </a:moveTo>
                  <a:cubicBezTo>
                    <a:pt x="112" y="170"/>
                    <a:pt x="169" y="112"/>
                    <a:pt x="240" y="112"/>
                  </a:cubicBezTo>
                  <a:cubicBezTo>
                    <a:pt x="311" y="112"/>
                    <a:pt x="368" y="170"/>
                    <a:pt x="368" y="240"/>
                  </a:cubicBezTo>
                  <a:cubicBezTo>
                    <a:pt x="368" y="311"/>
                    <a:pt x="311" y="368"/>
                    <a:pt x="240" y="368"/>
                  </a:cubicBezTo>
                  <a:cubicBezTo>
                    <a:pt x="169" y="368"/>
                    <a:pt x="112" y="311"/>
                    <a:pt x="112" y="2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Oval 170"/>
            <p:cNvSpPr>
              <a:spLocks noChangeArrowheads="1"/>
            </p:cNvSpPr>
            <p:nvPr/>
          </p:nvSpPr>
          <p:spPr bwMode="auto">
            <a:xfrm>
              <a:off x="8175626" y="3746500"/>
              <a:ext cx="36513" cy="349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Oval 171"/>
            <p:cNvSpPr>
              <a:spLocks noChangeArrowheads="1"/>
            </p:cNvSpPr>
            <p:nvPr/>
          </p:nvSpPr>
          <p:spPr bwMode="auto">
            <a:xfrm>
              <a:off x="8175626" y="3929063"/>
              <a:ext cx="36513" cy="349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Oval 172"/>
            <p:cNvSpPr>
              <a:spLocks noChangeArrowheads="1"/>
            </p:cNvSpPr>
            <p:nvPr/>
          </p:nvSpPr>
          <p:spPr bwMode="auto">
            <a:xfrm>
              <a:off x="8083551" y="3838575"/>
              <a:ext cx="36513" cy="349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Oval 173"/>
            <p:cNvSpPr>
              <a:spLocks noChangeArrowheads="1"/>
            </p:cNvSpPr>
            <p:nvPr/>
          </p:nvSpPr>
          <p:spPr bwMode="auto">
            <a:xfrm>
              <a:off x="8267701" y="3838575"/>
              <a:ext cx="34925" cy="349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174"/>
            <p:cNvSpPr>
              <a:spLocks/>
            </p:cNvSpPr>
            <p:nvPr/>
          </p:nvSpPr>
          <p:spPr bwMode="auto">
            <a:xfrm>
              <a:off x="8110538" y="3771900"/>
              <a:ext cx="38100" cy="38100"/>
            </a:xfrm>
            <a:custGeom>
              <a:avLst/>
              <a:gdLst>
                <a:gd name="T0" fmla="*/ 7 w 38"/>
                <a:gd name="T1" fmla="*/ 31 h 38"/>
                <a:gd name="T2" fmla="*/ 7 w 38"/>
                <a:gd name="T3" fmla="*/ 7 h 38"/>
                <a:gd name="T4" fmla="*/ 31 w 38"/>
                <a:gd name="T5" fmla="*/ 7 h 38"/>
                <a:gd name="T6" fmla="*/ 31 w 38"/>
                <a:gd name="T7" fmla="*/ 31 h 38"/>
                <a:gd name="T8" fmla="*/ 7 w 38"/>
                <a:gd name="T9" fmla="*/ 31 h 38"/>
              </a:gdLst>
              <a:ahLst/>
              <a:cxnLst>
                <a:cxn ang="0">
                  <a:pos x="T0" y="T1"/>
                </a:cxn>
                <a:cxn ang="0">
                  <a:pos x="T2" y="T3"/>
                </a:cxn>
                <a:cxn ang="0">
                  <a:pos x="T4" y="T5"/>
                </a:cxn>
                <a:cxn ang="0">
                  <a:pos x="T6" y="T7"/>
                </a:cxn>
                <a:cxn ang="0">
                  <a:pos x="T8" y="T9"/>
                </a:cxn>
              </a:cxnLst>
              <a:rect l="0" t="0" r="r" b="b"/>
              <a:pathLst>
                <a:path w="38" h="38">
                  <a:moveTo>
                    <a:pt x="7" y="31"/>
                  </a:moveTo>
                  <a:cubicBezTo>
                    <a:pt x="0" y="25"/>
                    <a:pt x="0" y="13"/>
                    <a:pt x="7" y="7"/>
                  </a:cubicBezTo>
                  <a:cubicBezTo>
                    <a:pt x="14" y="0"/>
                    <a:pt x="25" y="0"/>
                    <a:pt x="31" y="7"/>
                  </a:cubicBezTo>
                  <a:cubicBezTo>
                    <a:pt x="38" y="13"/>
                    <a:pt x="38" y="25"/>
                    <a:pt x="31" y="31"/>
                  </a:cubicBezTo>
                  <a:cubicBezTo>
                    <a:pt x="25" y="38"/>
                    <a:pt x="14" y="38"/>
                    <a:pt x="7"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175"/>
            <p:cNvSpPr>
              <a:spLocks/>
            </p:cNvSpPr>
            <p:nvPr/>
          </p:nvSpPr>
          <p:spPr bwMode="auto">
            <a:xfrm>
              <a:off x="8239126" y="3900488"/>
              <a:ext cx="38100" cy="38100"/>
            </a:xfrm>
            <a:custGeom>
              <a:avLst/>
              <a:gdLst>
                <a:gd name="T0" fmla="*/ 32 w 38"/>
                <a:gd name="T1" fmla="*/ 7 h 38"/>
                <a:gd name="T2" fmla="*/ 32 w 38"/>
                <a:gd name="T3" fmla="*/ 32 h 38"/>
                <a:gd name="T4" fmla="*/ 7 w 38"/>
                <a:gd name="T5" fmla="*/ 32 h 38"/>
                <a:gd name="T6" fmla="*/ 7 w 38"/>
                <a:gd name="T7" fmla="*/ 7 h 38"/>
                <a:gd name="T8" fmla="*/ 32 w 38"/>
                <a:gd name="T9" fmla="*/ 7 h 38"/>
              </a:gdLst>
              <a:ahLst/>
              <a:cxnLst>
                <a:cxn ang="0">
                  <a:pos x="T0" y="T1"/>
                </a:cxn>
                <a:cxn ang="0">
                  <a:pos x="T2" y="T3"/>
                </a:cxn>
                <a:cxn ang="0">
                  <a:pos x="T4" y="T5"/>
                </a:cxn>
                <a:cxn ang="0">
                  <a:pos x="T6" y="T7"/>
                </a:cxn>
                <a:cxn ang="0">
                  <a:pos x="T8" y="T9"/>
                </a:cxn>
              </a:cxnLst>
              <a:rect l="0" t="0" r="r" b="b"/>
              <a:pathLst>
                <a:path w="38" h="38">
                  <a:moveTo>
                    <a:pt x="32" y="7"/>
                  </a:moveTo>
                  <a:cubicBezTo>
                    <a:pt x="38" y="14"/>
                    <a:pt x="38" y="25"/>
                    <a:pt x="32" y="32"/>
                  </a:cubicBezTo>
                  <a:cubicBezTo>
                    <a:pt x="25" y="38"/>
                    <a:pt x="14" y="38"/>
                    <a:pt x="7" y="32"/>
                  </a:cubicBezTo>
                  <a:cubicBezTo>
                    <a:pt x="0" y="25"/>
                    <a:pt x="0" y="14"/>
                    <a:pt x="7" y="7"/>
                  </a:cubicBezTo>
                  <a:cubicBezTo>
                    <a:pt x="14" y="0"/>
                    <a:pt x="25" y="0"/>
                    <a:pt x="32"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176"/>
            <p:cNvSpPr>
              <a:spLocks/>
            </p:cNvSpPr>
            <p:nvPr/>
          </p:nvSpPr>
          <p:spPr bwMode="auto">
            <a:xfrm>
              <a:off x="8110538" y="3900488"/>
              <a:ext cx="38100" cy="38100"/>
            </a:xfrm>
            <a:custGeom>
              <a:avLst/>
              <a:gdLst>
                <a:gd name="T0" fmla="*/ 31 w 38"/>
                <a:gd name="T1" fmla="*/ 7 h 38"/>
                <a:gd name="T2" fmla="*/ 31 w 38"/>
                <a:gd name="T3" fmla="*/ 32 h 38"/>
                <a:gd name="T4" fmla="*/ 7 w 38"/>
                <a:gd name="T5" fmla="*/ 32 h 38"/>
                <a:gd name="T6" fmla="*/ 7 w 38"/>
                <a:gd name="T7" fmla="*/ 7 h 38"/>
                <a:gd name="T8" fmla="*/ 31 w 38"/>
                <a:gd name="T9" fmla="*/ 7 h 38"/>
              </a:gdLst>
              <a:ahLst/>
              <a:cxnLst>
                <a:cxn ang="0">
                  <a:pos x="T0" y="T1"/>
                </a:cxn>
                <a:cxn ang="0">
                  <a:pos x="T2" y="T3"/>
                </a:cxn>
                <a:cxn ang="0">
                  <a:pos x="T4" y="T5"/>
                </a:cxn>
                <a:cxn ang="0">
                  <a:pos x="T6" y="T7"/>
                </a:cxn>
                <a:cxn ang="0">
                  <a:pos x="T8" y="T9"/>
                </a:cxn>
              </a:cxnLst>
              <a:rect l="0" t="0" r="r" b="b"/>
              <a:pathLst>
                <a:path w="38" h="38">
                  <a:moveTo>
                    <a:pt x="31" y="7"/>
                  </a:moveTo>
                  <a:cubicBezTo>
                    <a:pt x="38" y="14"/>
                    <a:pt x="38" y="25"/>
                    <a:pt x="31" y="32"/>
                  </a:cubicBezTo>
                  <a:cubicBezTo>
                    <a:pt x="25" y="38"/>
                    <a:pt x="14" y="38"/>
                    <a:pt x="7" y="32"/>
                  </a:cubicBezTo>
                  <a:cubicBezTo>
                    <a:pt x="0" y="25"/>
                    <a:pt x="0" y="14"/>
                    <a:pt x="7" y="7"/>
                  </a:cubicBezTo>
                  <a:cubicBezTo>
                    <a:pt x="14" y="0"/>
                    <a:pt x="25" y="0"/>
                    <a:pt x="3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177"/>
            <p:cNvSpPr>
              <a:spLocks/>
            </p:cNvSpPr>
            <p:nvPr/>
          </p:nvSpPr>
          <p:spPr bwMode="auto">
            <a:xfrm>
              <a:off x="8239126" y="3771900"/>
              <a:ext cx="38100" cy="38100"/>
            </a:xfrm>
            <a:custGeom>
              <a:avLst/>
              <a:gdLst>
                <a:gd name="T0" fmla="*/ 7 w 38"/>
                <a:gd name="T1" fmla="*/ 31 h 38"/>
                <a:gd name="T2" fmla="*/ 7 w 38"/>
                <a:gd name="T3" fmla="*/ 7 h 38"/>
                <a:gd name="T4" fmla="*/ 32 w 38"/>
                <a:gd name="T5" fmla="*/ 7 h 38"/>
                <a:gd name="T6" fmla="*/ 32 w 38"/>
                <a:gd name="T7" fmla="*/ 31 h 38"/>
                <a:gd name="T8" fmla="*/ 7 w 38"/>
                <a:gd name="T9" fmla="*/ 31 h 38"/>
              </a:gdLst>
              <a:ahLst/>
              <a:cxnLst>
                <a:cxn ang="0">
                  <a:pos x="T0" y="T1"/>
                </a:cxn>
                <a:cxn ang="0">
                  <a:pos x="T2" y="T3"/>
                </a:cxn>
                <a:cxn ang="0">
                  <a:pos x="T4" y="T5"/>
                </a:cxn>
                <a:cxn ang="0">
                  <a:pos x="T6" y="T7"/>
                </a:cxn>
                <a:cxn ang="0">
                  <a:pos x="T8" y="T9"/>
                </a:cxn>
              </a:cxnLst>
              <a:rect l="0" t="0" r="r" b="b"/>
              <a:pathLst>
                <a:path w="38" h="38">
                  <a:moveTo>
                    <a:pt x="7" y="31"/>
                  </a:moveTo>
                  <a:cubicBezTo>
                    <a:pt x="0" y="25"/>
                    <a:pt x="0" y="13"/>
                    <a:pt x="7" y="7"/>
                  </a:cubicBezTo>
                  <a:cubicBezTo>
                    <a:pt x="14" y="0"/>
                    <a:pt x="25" y="0"/>
                    <a:pt x="32" y="7"/>
                  </a:cubicBezTo>
                  <a:cubicBezTo>
                    <a:pt x="38" y="13"/>
                    <a:pt x="38" y="25"/>
                    <a:pt x="32" y="31"/>
                  </a:cubicBezTo>
                  <a:cubicBezTo>
                    <a:pt x="25" y="38"/>
                    <a:pt x="14" y="38"/>
                    <a:pt x="7"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178"/>
            <p:cNvSpPr>
              <a:spLocks/>
            </p:cNvSpPr>
            <p:nvPr/>
          </p:nvSpPr>
          <p:spPr bwMode="auto">
            <a:xfrm>
              <a:off x="6011863" y="3603625"/>
              <a:ext cx="25400" cy="33338"/>
            </a:xfrm>
            <a:custGeom>
              <a:avLst/>
              <a:gdLst>
                <a:gd name="T0" fmla="*/ 0 w 26"/>
                <a:gd name="T1" fmla="*/ 4 h 34"/>
                <a:gd name="T2" fmla="*/ 26 w 26"/>
                <a:gd name="T3" fmla="*/ 0 h 34"/>
                <a:gd name="T4" fmla="*/ 0 w 26"/>
                <a:gd name="T5" fmla="*/ 34 h 34"/>
                <a:gd name="T6" fmla="*/ 0 w 26"/>
                <a:gd name="T7" fmla="*/ 4 h 34"/>
              </a:gdLst>
              <a:ahLst/>
              <a:cxnLst>
                <a:cxn ang="0">
                  <a:pos x="T0" y="T1"/>
                </a:cxn>
                <a:cxn ang="0">
                  <a:pos x="T2" y="T3"/>
                </a:cxn>
                <a:cxn ang="0">
                  <a:pos x="T4" y="T5"/>
                </a:cxn>
                <a:cxn ang="0">
                  <a:pos x="T6" y="T7"/>
                </a:cxn>
              </a:cxnLst>
              <a:rect l="0" t="0" r="r" b="b"/>
              <a:pathLst>
                <a:path w="26" h="34">
                  <a:moveTo>
                    <a:pt x="0" y="4"/>
                  </a:moveTo>
                  <a:cubicBezTo>
                    <a:pt x="8" y="3"/>
                    <a:pt x="18" y="2"/>
                    <a:pt x="26" y="0"/>
                  </a:cubicBezTo>
                  <a:cubicBezTo>
                    <a:pt x="17" y="11"/>
                    <a:pt x="8" y="22"/>
                    <a:pt x="0" y="34"/>
                  </a:cubicBezTo>
                  <a:lnTo>
                    <a:pt x="0"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179"/>
            <p:cNvSpPr>
              <a:spLocks/>
            </p:cNvSpPr>
            <p:nvPr/>
          </p:nvSpPr>
          <p:spPr bwMode="auto">
            <a:xfrm>
              <a:off x="8534401" y="3668713"/>
              <a:ext cx="585788" cy="174625"/>
            </a:xfrm>
            <a:custGeom>
              <a:avLst/>
              <a:gdLst>
                <a:gd name="T0" fmla="*/ 0 w 574"/>
                <a:gd name="T1" fmla="*/ 0 h 171"/>
                <a:gd name="T2" fmla="*/ 489 w 574"/>
                <a:gd name="T3" fmla="*/ 0 h 171"/>
                <a:gd name="T4" fmla="*/ 574 w 574"/>
                <a:gd name="T5" fmla="*/ 86 h 171"/>
                <a:gd name="T6" fmla="*/ 489 w 574"/>
                <a:gd name="T7" fmla="*/ 171 h 171"/>
                <a:gd name="T8" fmla="*/ 47 w 574"/>
                <a:gd name="T9" fmla="*/ 171 h 171"/>
                <a:gd name="T10" fmla="*/ 0 w 574"/>
                <a:gd name="T11" fmla="*/ 0 h 171"/>
              </a:gdLst>
              <a:ahLst/>
              <a:cxnLst>
                <a:cxn ang="0">
                  <a:pos x="T0" y="T1"/>
                </a:cxn>
                <a:cxn ang="0">
                  <a:pos x="T2" y="T3"/>
                </a:cxn>
                <a:cxn ang="0">
                  <a:pos x="T4" y="T5"/>
                </a:cxn>
                <a:cxn ang="0">
                  <a:pos x="T6" y="T7"/>
                </a:cxn>
                <a:cxn ang="0">
                  <a:pos x="T8" y="T9"/>
                </a:cxn>
                <a:cxn ang="0">
                  <a:pos x="T10" y="T11"/>
                </a:cxn>
              </a:cxnLst>
              <a:rect l="0" t="0" r="r" b="b"/>
              <a:pathLst>
                <a:path w="574" h="171">
                  <a:moveTo>
                    <a:pt x="0" y="0"/>
                  </a:moveTo>
                  <a:cubicBezTo>
                    <a:pt x="489" y="0"/>
                    <a:pt x="489" y="0"/>
                    <a:pt x="489" y="0"/>
                  </a:cubicBezTo>
                  <a:cubicBezTo>
                    <a:pt x="536" y="0"/>
                    <a:pt x="574" y="39"/>
                    <a:pt x="574" y="86"/>
                  </a:cubicBezTo>
                  <a:cubicBezTo>
                    <a:pt x="574" y="133"/>
                    <a:pt x="536" y="171"/>
                    <a:pt x="489" y="171"/>
                  </a:cubicBezTo>
                  <a:cubicBezTo>
                    <a:pt x="47" y="171"/>
                    <a:pt x="47" y="171"/>
                    <a:pt x="47" y="171"/>
                  </a:cubicBezTo>
                  <a:cubicBezTo>
                    <a:pt x="45" y="109"/>
                    <a:pt x="29" y="5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180"/>
            <p:cNvSpPr>
              <a:spLocks/>
            </p:cNvSpPr>
            <p:nvPr/>
          </p:nvSpPr>
          <p:spPr bwMode="auto">
            <a:xfrm>
              <a:off x="6665913" y="3754438"/>
              <a:ext cx="1154113" cy="88900"/>
            </a:xfrm>
            <a:custGeom>
              <a:avLst/>
              <a:gdLst>
                <a:gd name="T0" fmla="*/ 1130 w 1130"/>
                <a:gd name="T1" fmla="*/ 0 h 87"/>
                <a:gd name="T2" fmla="*/ 1130 w 1130"/>
                <a:gd name="T3" fmla="*/ 87 h 87"/>
                <a:gd name="T4" fmla="*/ 0 w 1130"/>
                <a:gd name="T5" fmla="*/ 87 h 87"/>
                <a:gd name="T6" fmla="*/ 0 w 1130"/>
                <a:gd name="T7" fmla="*/ 18 h 87"/>
                <a:gd name="T8" fmla="*/ 19 w 1130"/>
                <a:gd name="T9" fmla="*/ 29 h 87"/>
                <a:gd name="T10" fmla="*/ 427 w 1130"/>
                <a:gd name="T11" fmla="*/ 29 h 87"/>
                <a:gd name="T12" fmla="*/ 449 w 1130"/>
                <a:gd name="T13" fmla="*/ 7 h 87"/>
                <a:gd name="T14" fmla="*/ 449 w 1130"/>
                <a:gd name="T15" fmla="*/ 0 h 87"/>
                <a:gd name="T16" fmla="*/ 1130 w 1130"/>
                <a:gd name="T17"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0" h="87">
                  <a:moveTo>
                    <a:pt x="1130" y="0"/>
                  </a:moveTo>
                  <a:cubicBezTo>
                    <a:pt x="1130" y="87"/>
                    <a:pt x="1130" y="87"/>
                    <a:pt x="1130" y="87"/>
                  </a:cubicBezTo>
                  <a:cubicBezTo>
                    <a:pt x="0" y="87"/>
                    <a:pt x="0" y="87"/>
                    <a:pt x="0" y="87"/>
                  </a:cubicBezTo>
                  <a:cubicBezTo>
                    <a:pt x="0" y="18"/>
                    <a:pt x="0" y="18"/>
                    <a:pt x="0" y="18"/>
                  </a:cubicBezTo>
                  <a:cubicBezTo>
                    <a:pt x="4" y="24"/>
                    <a:pt x="11" y="29"/>
                    <a:pt x="19" y="29"/>
                  </a:cubicBezTo>
                  <a:cubicBezTo>
                    <a:pt x="427" y="29"/>
                    <a:pt x="427" y="29"/>
                    <a:pt x="427" y="29"/>
                  </a:cubicBezTo>
                  <a:cubicBezTo>
                    <a:pt x="439" y="29"/>
                    <a:pt x="449" y="19"/>
                    <a:pt x="449" y="7"/>
                  </a:cubicBezTo>
                  <a:cubicBezTo>
                    <a:pt x="449" y="0"/>
                    <a:pt x="449" y="0"/>
                    <a:pt x="449" y="0"/>
                  </a:cubicBezTo>
                  <a:lnTo>
                    <a:pt x="113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181"/>
            <p:cNvSpPr>
              <a:spLocks/>
            </p:cNvSpPr>
            <p:nvPr/>
          </p:nvSpPr>
          <p:spPr bwMode="auto">
            <a:xfrm>
              <a:off x="5940426" y="3400425"/>
              <a:ext cx="20638" cy="180975"/>
            </a:xfrm>
            <a:custGeom>
              <a:avLst/>
              <a:gdLst>
                <a:gd name="T0" fmla="*/ 21 w 21"/>
                <a:gd name="T1" fmla="*/ 0 h 178"/>
                <a:gd name="T2" fmla="*/ 21 w 21"/>
                <a:gd name="T3" fmla="*/ 178 h 178"/>
                <a:gd name="T4" fmla="*/ 0 w 21"/>
                <a:gd name="T5" fmla="*/ 89 h 178"/>
                <a:gd name="T6" fmla="*/ 21 w 21"/>
                <a:gd name="T7" fmla="*/ 0 h 178"/>
              </a:gdLst>
              <a:ahLst/>
              <a:cxnLst>
                <a:cxn ang="0">
                  <a:pos x="T0" y="T1"/>
                </a:cxn>
                <a:cxn ang="0">
                  <a:pos x="T2" y="T3"/>
                </a:cxn>
                <a:cxn ang="0">
                  <a:pos x="T4" y="T5"/>
                </a:cxn>
                <a:cxn ang="0">
                  <a:pos x="T6" y="T7"/>
                </a:cxn>
              </a:cxnLst>
              <a:rect l="0" t="0" r="r" b="b"/>
              <a:pathLst>
                <a:path w="21" h="178">
                  <a:moveTo>
                    <a:pt x="21" y="0"/>
                  </a:moveTo>
                  <a:cubicBezTo>
                    <a:pt x="21" y="178"/>
                    <a:pt x="21" y="178"/>
                    <a:pt x="21" y="178"/>
                  </a:cubicBezTo>
                  <a:cubicBezTo>
                    <a:pt x="9" y="162"/>
                    <a:pt x="0" y="129"/>
                    <a:pt x="0" y="89"/>
                  </a:cubicBezTo>
                  <a:cubicBezTo>
                    <a:pt x="0" y="48"/>
                    <a:pt x="9" y="16"/>
                    <a:pt x="2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182"/>
            <p:cNvSpPr>
              <a:spLocks/>
            </p:cNvSpPr>
            <p:nvPr/>
          </p:nvSpPr>
          <p:spPr bwMode="auto">
            <a:xfrm>
              <a:off x="5983288" y="3389313"/>
              <a:ext cx="257175" cy="203200"/>
            </a:xfrm>
            <a:custGeom>
              <a:avLst/>
              <a:gdLst>
                <a:gd name="T0" fmla="*/ 0 w 252"/>
                <a:gd name="T1" fmla="*/ 0 h 199"/>
                <a:gd name="T2" fmla="*/ 252 w 252"/>
                <a:gd name="T3" fmla="*/ 85 h 199"/>
                <a:gd name="T4" fmla="*/ 250 w 252"/>
                <a:gd name="T5" fmla="*/ 96 h 199"/>
                <a:gd name="T6" fmla="*/ 247 w 252"/>
                <a:gd name="T7" fmla="*/ 96 h 199"/>
                <a:gd name="T8" fmla="*/ 78 w 252"/>
                <a:gd name="T9" fmla="*/ 185 h 199"/>
                <a:gd name="T10" fmla="*/ 0 w 252"/>
                <a:gd name="T11" fmla="*/ 199 h 199"/>
                <a:gd name="T12" fmla="*/ 0 w 252"/>
                <a:gd name="T13" fmla="*/ 0 h 199"/>
              </a:gdLst>
              <a:ahLst/>
              <a:cxnLst>
                <a:cxn ang="0">
                  <a:pos x="T0" y="T1"/>
                </a:cxn>
                <a:cxn ang="0">
                  <a:pos x="T2" y="T3"/>
                </a:cxn>
                <a:cxn ang="0">
                  <a:pos x="T4" y="T5"/>
                </a:cxn>
                <a:cxn ang="0">
                  <a:pos x="T6" y="T7"/>
                </a:cxn>
                <a:cxn ang="0">
                  <a:pos x="T8" y="T9"/>
                </a:cxn>
                <a:cxn ang="0">
                  <a:pos x="T10" y="T11"/>
                </a:cxn>
                <a:cxn ang="0">
                  <a:pos x="T12" y="T13"/>
                </a:cxn>
              </a:cxnLst>
              <a:rect l="0" t="0" r="r" b="b"/>
              <a:pathLst>
                <a:path w="252" h="199">
                  <a:moveTo>
                    <a:pt x="0" y="0"/>
                  </a:moveTo>
                  <a:cubicBezTo>
                    <a:pt x="75" y="1"/>
                    <a:pt x="252" y="34"/>
                    <a:pt x="252" y="85"/>
                  </a:cubicBezTo>
                  <a:cubicBezTo>
                    <a:pt x="252" y="88"/>
                    <a:pt x="251" y="92"/>
                    <a:pt x="250" y="96"/>
                  </a:cubicBezTo>
                  <a:cubicBezTo>
                    <a:pt x="249" y="96"/>
                    <a:pt x="248" y="96"/>
                    <a:pt x="247" y="96"/>
                  </a:cubicBezTo>
                  <a:cubicBezTo>
                    <a:pt x="184" y="110"/>
                    <a:pt x="125" y="141"/>
                    <a:pt x="78" y="185"/>
                  </a:cubicBezTo>
                  <a:cubicBezTo>
                    <a:pt x="66" y="194"/>
                    <a:pt x="37" y="199"/>
                    <a:pt x="0" y="199"/>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183"/>
            <p:cNvSpPr>
              <a:spLocks/>
            </p:cNvSpPr>
            <p:nvPr/>
          </p:nvSpPr>
          <p:spPr bwMode="auto">
            <a:xfrm>
              <a:off x="5883276" y="3482975"/>
              <a:ext cx="2955925" cy="509588"/>
            </a:xfrm>
            <a:custGeom>
              <a:avLst/>
              <a:gdLst>
                <a:gd name="T0" fmla="*/ 93 w 2895"/>
                <a:gd name="T1" fmla="*/ 175 h 500"/>
                <a:gd name="T2" fmla="*/ 126 w 2895"/>
                <a:gd name="T3" fmla="*/ 175 h 500"/>
                <a:gd name="T4" fmla="*/ 126 w 2895"/>
                <a:gd name="T5" fmla="*/ 174 h 500"/>
                <a:gd name="T6" fmla="*/ 132 w 2895"/>
                <a:gd name="T7" fmla="*/ 170 h 500"/>
                <a:gd name="T8" fmla="*/ 186 w 2895"/>
                <a:gd name="T9" fmla="*/ 105 h 500"/>
                <a:gd name="T10" fmla="*/ 186 w 2895"/>
                <a:gd name="T11" fmla="*/ 105 h 500"/>
                <a:gd name="T12" fmla="*/ 190 w 2895"/>
                <a:gd name="T13" fmla="*/ 102 h 500"/>
                <a:gd name="T14" fmla="*/ 349 w 2895"/>
                <a:gd name="T15" fmla="*/ 19 h 500"/>
                <a:gd name="T16" fmla="*/ 421 w 2895"/>
                <a:gd name="T17" fmla="*/ 12 h 500"/>
                <a:gd name="T18" fmla="*/ 749 w 2895"/>
                <a:gd name="T19" fmla="*/ 256 h 500"/>
                <a:gd name="T20" fmla="*/ 752 w 2895"/>
                <a:gd name="T21" fmla="*/ 268 h 500"/>
                <a:gd name="T22" fmla="*/ 752 w 2895"/>
                <a:gd name="T23" fmla="*/ 369 h 500"/>
                <a:gd name="T24" fmla="*/ 1913 w 2895"/>
                <a:gd name="T25" fmla="*/ 369 h 500"/>
                <a:gd name="T26" fmla="*/ 1913 w 2895"/>
                <a:gd name="T27" fmla="*/ 260 h 500"/>
                <a:gd name="T28" fmla="*/ 1915 w 2895"/>
                <a:gd name="T29" fmla="*/ 257 h 500"/>
                <a:gd name="T30" fmla="*/ 2263 w 2895"/>
                <a:gd name="T31" fmla="*/ 0 h 500"/>
                <a:gd name="T32" fmla="*/ 2628 w 2895"/>
                <a:gd name="T33" fmla="*/ 365 h 500"/>
                <a:gd name="T34" fmla="*/ 2636 w 2895"/>
                <a:gd name="T35" fmla="*/ 373 h 500"/>
                <a:gd name="T36" fmla="*/ 2760 w 2895"/>
                <a:gd name="T37" fmla="*/ 373 h 500"/>
                <a:gd name="T38" fmla="*/ 2760 w 2895"/>
                <a:gd name="T39" fmla="*/ 394 h 500"/>
                <a:gd name="T40" fmla="*/ 2895 w 2895"/>
                <a:gd name="T41" fmla="*/ 394 h 500"/>
                <a:gd name="T42" fmla="*/ 2895 w 2895"/>
                <a:gd name="T43" fmla="*/ 432 h 500"/>
                <a:gd name="T44" fmla="*/ 2763 w 2895"/>
                <a:gd name="T45" fmla="*/ 432 h 500"/>
                <a:gd name="T46" fmla="*/ 2763 w 2895"/>
                <a:gd name="T47" fmla="*/ 472 h 500"/>
                <a:gd name="T48" fmla="*/ 2584 w 2895"/>
                <a:gd name="T49" fmla="*/ 472 h 500"/>
                <a:gd name="T50" fmla="*/ 2551 w 2895"/>
                <a:gd name="T51" fmla="*/ 500 h 500"/>
                <a:gd name="T52" fmla="*/ 2495 w 2895"/>
                <a:gd name="T53" fmla="*/ 500 h 500"/>
                <a:gd name="T54" fmla="*/ 2531 w 2895"/>
                <a:gd name="T55" fmla="*/ 365 h 500"/>
                <a:gd name="T56" fmla="*/ 2263 w 2895"/>
                <a:gd name="T57" fmla="*/ 97 h 500"/>
                <a:gd name="T58" fmla="*/ 1995 w 2895"/>
                <a:gd name="T59" fmla="*/ 365 h 500"/>
                <a:gd name="T60" fmla="*/ 2031 w 2895"/>
                <a:gd name="T61" fmla="*/ 500 h 500"/>
                <a:gd name="T62" fmla="*/ 764 w 2895"/>
                <a:gd name="T63" fmla="*/ 500 h 500"/>
                <a:gd name="T64" fmla="*/ 687 w 2895"/>
                <a:gd name="T65" fmla="*/ 401 h 500"/>
                <a:gd name="T66" fmla="*/ 689 w 2895"/>
                <a:gd name="T67" fmla="*/ 365 h 500"/>
                <a:gd name="T68" fmla="*/ 421 w 2895"/>
                <a:gd name="T69" fmla="*/ 97 h 500"/>
                <a:gd name="T70" fmla="*/ 153 w 2895"/>
                <a:gd name="T71" fmla="*/ 361 h 500"/>
                <a:gd name="T72" fmla="*/ 93 w 2895"/>
                <a:gd name="T73" fmla="*/ 361 h 500"/>
                <a:gd name="T74" fmla="*/ 0 w 2895"/>
                <a:gd name="T75" fmla="*/ 268 h 500"/>
                <a:gd name="T76" fmla="*/ 93 w 2895"/>
                <a:gd name="T77" fmla="*/ 175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895" h="500">
                  <a:moveTo>
                    <a:pt x="93" y="175"/>
                  </a:moveTo>
                  <a:cubicBezTo>
                    <a:pt x="126" y="175"/>
                    <a:pt x="126" y="175"/>
                    <a:pt x="126" y="175"/>
                  </a:cubicBezTo>
                  <a:cubicBezTo>
                    <a:pt x="126" y="174"/>
                    <a:pt x="126" y="174"/>
                    <a:pt x="126" y="174"/>
                  </a:cubicBezTo>
                  <a:cubicBezTo>
                    <a:pt x="128" y="174"/>
                    <a:pt x="131" y="173"/>
                    <a:pt x="132" y="170"/>
                  </a:cubicBezTo>
                  <a:cubicBezTo>
                    <a:pt x="147" y="146"/>
                    <a:pt x="166" y="124"/>
                    <a:pt x="186" y="105"/>
                  </a:cubicBezTo>
                  <a:cubicBezTo>
                    <a:pt x="186" y="105"/>
                    <a:pt x="186" y="105"/>
                    <a:pt x="186" y="105"/>
                  </a:cubicBezTo>
                  <a:cubicBezTo>
                    <a:pt x="190" y="102"/>
                    <a:pt x="190" y="102"/>
                    <a:pt x="190" y="102"/>
                  </a:cubicBezTo>
                  <a:cubicBezTo>
                    <a:pt x="241" y="62"/>
                    <a:pt x="270" y="39"/>
                    <a:pt x="349" y="19"/>
                  </a:cubicBezTo>
                  <a:cubicBezTo>
                    <a:pt x="373" y="14"/>
                    <a:pt x="397" y="12"/>
                    <a:pt x="421" y="12"/>
                  </a:cubicBezTo>
                  <a:cubicBezTo>
                    <a:pt x="571" y="12"/>
                    <a:pt x="706" y="112"/>
                    <a:pt x="749" y="256"/>
                  </a:cubicBezTo>
                  <a:cubicBezTo>
                    <a:pt x="750" y="257"/>
                    <a:pt x="752" y="268"/>
                    <a:pt x="752" y="268"/>
                  </a:cubicBezTo>
                  <a:cubicBezTo>
                    <a:pt x="752" y="369"/>
                    <a:pt x="752" y="369"/>
                    <a:pt x="752" y="369"/>
                  </a:cubicBezTo>
                  <a:cubicBezTo>
                    <a:pt x="1913" y="369"/>
                    <a:pt x="1913" y="369"/>
                    <a:pt x="1913" y="369"/>
                  </a:cubicBezTo>
                  <a:cubicBezTo>
                    <a:pt x="1913" y="260"/>
                    <a:pt x="1913" y="260"/>
                    <a:pt x="1913" y="260"/>
                  </a:cubicBezTo>
                  <a:cubicBezTo>
                    <a:pt x="1914" y="259"/>
                    <a:pt x="1914" y="258"/>
                    <a:pt x="1915" y="257"/>
                  </a:cubicBezTo>
                  <a:cubicBezTo>
                    <a:pt x="1962" y="103"/>
                    <a:pt x="2102" y="0"/>
                    <a:pt x="2263" y="0"/>
                  </a:cubicBezTo>
                  <a:cubicBezTo>
                    <a:pt x="2464" y="0"/>
                    <a:pt x="2628" y="164"/>
                    <a:pt x="2628" y="365"/>
                  </a:cubicBezTo>
                  <a:cubicBezTo>
                    <a:pt x="2628" y="369"/>
                    <a:pt x="2632" y="373"/>
                    <a:pt x="2636" y="373"/>
                  </a:cubicBezTo>
                  <a:cubicBezTo>
                    <a:pt x="2760" y="373"/>
                    <a:pt x="2760" y="373"/>
                    <a:pt x="2760" y="373"/>
                  </a:cubicBezTo>
                  <a:cubicBezTo>
                    <a:pt x="2760" y="394"/>
                    <a:pt x="2760" y="394"/>
                    <a:pt x="2760" y="394"/>
                  </a:cubicBezTo>
                  <a:cubicBezTo>
                    <a:pt x="2895" y="394"/>
                    <a:pt x="2895" y="394"/>
                    <a:pt x="2895" y="394"/>
                  </a:cubicBezTo>
                  <a:cubicBezTo>
                    <a:pt x="2895" y="432"/>
                    <a:pt x="2895" y="432"/>
                    <a:pt x="2895" y="432"/>
                  </a:cubicBezTo>
                  <a:cubicBezTo>
                    <a:pt x="2763" y="432"/>
                    <a:pt x="2763" y="432"/>
                    <a:pt x="2763" y="432"/>
                  </a:cubicBezTo>
                  <a:cubicBezTo>
                    <a:pt x="2763" y="472"/>
                    <a:pt x="2763" y="472"/>
                    <a:pt x="2763" y="472"/>
                  </a:cubicBezTo>
                  <a:cubicBezTo>
                    <a:pt x="2584" y="472"/>
                    <a:pt x="2584" y="472"/>
                    <a:pt x="2584" y="472"/>
                  </a:cubicBezTo>
                  <a:cubicBezTo>
                    <a:pt x="2551" y="500"/>
                    <a:pt x="2551" y="500"/>
                    <a:pt x="2551" y="500"/>
                  </a:cubicBezTo>
                  <a:cubicBezTo>
                    <a:pt x="2495" y="500"/>
                    <a:pt x="2495" y="500"/>
                    <a:pt x="2495" y="500"/>
                  </a:cubicBezTo>
                  <a:cubicBezTo>
                    <a:pt x="2518" y="460"/>
                    <a:pt x="2531" y="414"/>
                    <a:pt x="2531" y="365"/>
                  </a:cubicBezTo>
                  <a:cubicBezTo>
                    <a:pt x="2531" y="217"/>
                    <a:pt x="2411" y="97"/>
                    <a:pt x="2263" y="97"/>
                  </a:cubicBezTo>
                  <a:cubicBezTo>
                    <a:pt x="2115" y="97"/>
                    <a:pt x="1995" y="217"/>
                    <a:pt x="1995" y="365"/>
                  </a:cubicBezTo>
                  <a:cubicBezTo>
                    <a:pt x="1995" y="414"/>
                    <a:pt x="2008" y="460"/>
                    <a:pt x="2031" y="500"/>
                  </a:cubicBezTo>
                  <a:cubicBezTo>
                    <a:pt x="764" y="500"/>
                    <a:pt x="764" y="500"/>
                    <a:pt x="764" y="500"/>
                  </a:cubicBezTo>
                  <a:cubicBezTo>
                    <a:pt x="687" y="401"/>
                    <a:pt x="687" y="401"/>
                    <a:pt x="687" y="401"/>
                  </a:cubicBezTo>
                  <a:cubicBezTo>
                    <a:pt x="689" y="389"/>
                    <a:pt x="689" y="377"/>
                    <a:pt x="689" y="365"/>
                  </a:cubicBezTo>
                  <a:cubicBezTo>
                    <a:pt x="689" y="217"/>
                    <a:pt x="569" y="97"/>
                    <a:pt x="421" y="97"/>
                  </a:cubicBezTo>
                  <a:cubicBezTo>
                    <a:pt x="274" y="97"/>
                    <a:pt x="155" y="215"/>
                    <a:pt x="153" y="361"/>
                  </a:cubicBezTo>
                  <a:cubicBezTo>
                    <a:pt x="93" y="361"/>
                    <a:pt x="93" y="361"/>
                    <a:pt x="93" y="361"/>
                  </a:cubicBezTo>
                  <a:cubicBezTo>
                    <a:pt x="41" y="361"/>
                    <a:pt x="0" y="319"/>
                    <a:pt x="0" y="268"/>
                  </a:cubicBezTo>
                  <a:cubicBezTo>
                    <a:pt x="0" y="216"/>
                    <a:pt x="41" y="175"/>
                    <a:pt x="93" y="1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184"/>
            <p:cNvSpPr>
              <a:spLocks noEditPoints="1"/>
            </p:cNvSpPr>
            <p:nvPr/>
          </p:nvSpPr>
          <p:spPr bwMode="auto">
            <a:xfrm>
              <a:off x="6688138" y="2970213"/>
              <a:ext cx="412750" cy="793750"/>
            </a:xfrm>
            <a:custGeom>
              <a:avLst/>
              <a:gdLst>
                <a:gd name="T0" fmla="*/ 389 w 404"/>
                <a:gd name="T1" fmla="*/ 777 h 777"/>
                <a:gd name="T2" fmla="*/ 404 w 404"/>
                <a:gd name="T3" fmla="*/ 763 h 777"/>
                <a:gd name="T4" fmla="*/ 404 w 404"/>
                <a:gd name="T5" fmla="*/ 15 h 777"/>
                <a:gd name="T6" fmla="*/ 389 w 404"/>
                <a:gd name="T7" fmla="*/ 0 h 777"/>
                <a:gd name="T8" fmla="*/ 14 w 404"/>
                <a:gd name="T9" fmla="*/ 0 h 777"/>
                <a:gd name="T10" fmla="*/ 0 w 404"/>
                <a:gd name="T11" fmla="*/ 15 h 777"/>
                <a:gd name="T12" fmla="*/ 0 w 404"/>
                <a:gd name="T13" fmla="*/ 763 h 777"/>
                <a:gd name="T14" fmla="*/ 14 w 404"/>
                <a:gd name="T15" fmla="*/ 777 h 777"/>
                <a:gd name="T16" fmla="*/ 177 w 404"/>
                <a:gd name="T17" fmla="*/ 777 h 777"/>
                <a:gd name="T18" fmla="*/ 180 w 404"/>
                <a:gd name="T19" fmla="*/ 777 h 777"/>
                <a:gd name="T20" fmla="*/ 223 w 404"/>
                <a:gd name="T21" fmla="*/ 777 h 777"/>
                <a:gd name="T22" fmla="*/ 227 w 404"/>
                <a:gd name="T23" fmla="*/ 777 h 777"/>
                <a:gd name="T24" fmla="*/ 389 w 404"/>
                <a:gd name="T25" fmla="*/ 777 h 777"/>
                <a:gd name="T26" fmla="*/ 368 w 404"/>
                <a:gd name="T27" fmla="*/ 311 h 777"/>
                <a:gd name="T28" fmla="*/ 37 w 404"/>
                <a:gd name="T29" fmla="*/ 311 h 777"/>
                <a:gd name="T30" fmla="*/ 37 w 404"/>
                <a:gd name="T31" fmla="*/ 42 h 777"/>
                <a:gd name="T32" fmla="*/ 368 w 404"/>
                <a:gd name="T33" fmla="*/ 42 h 777"/>
                <a:gd name="T34" fmla="*/ 368 w 404"/>
                <a:gd name="T35" fmla="*/ 311 h 7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4" h="777">
                  <a:moveTo>
                    <a:pt x="389" y="777"/>
                  </a:moveTo>
                  <a:cubicBezTo>
                    <a:pt x="397" y="777"/>
                    <a:pt x="404" y="771"/>
                    <a:pt x="404" y="763"/>
                  </a:cubicBezTo>
                  <a:cubicBezTo>
                    <a:pt x="404" y="15"/>
                    <a:pt x="404" y="15"/>
                    <a:pt x="404" y="15"/>
                  </a:cubicBezTo>
                  <a:cubicBezTo>
                    <a:pt x="404" y="7"/>
                    <a:pt x="397" y="0"/>
                    <a:pt x="389" y="0"/>
                  </a:cubicBezTo>
                  <a:cubicBezTo>
                    <a:pt x="14" y="0"/>
                    <a:pt x="14" y="0"/>
                    <a:pt x="14" y="0"/>
                  </a:cubicBezTo>
                  <a:cubicBezTo>
                    <a:pt x="6" y="0"/>
                    <a:pt x="0" y="7"/>
                    <a:pt x="0" y="15"/>
                  </a:cubicBezTo>
                  <a:cubicBezTo>
                    <a:pt x="0" y="763"/>
                    <a:pt x="0" y="763"/>
                    <a:pt x="0" y="763"/>
                  </a:cubicBezTo>
                  <a:cubicBezTo>
                    <a:pt x="0" y="771"/>
                    <a:pt x="6" y="777"/>
                    <a:pt x="14" y="777"/>
                  </a:cubicBezTo>
                  <a:cubicBezTo>
                    <a:pt x="177" y="777"/>
                    <a:pt x="177" y="777"/>
                    <a:pt x="177" y="777"/>
                  </a:cubicBezTo>
                  <a:cubicBezTo>
                    <a:pt x="178" y="777"/>
                    <a:pt x="179" y="777"/>
                    <a:pt x="180" y="777"/>
                  </a:cubicBezTo>
                  <a:cubicBezTo>
                    <a:pt x="223" y="777"/>
                    <a:pt x="223" y="777"/>
                    <a:pt x="223" y="777"/>
                  </a:cubicBezTo>
                  <a:cubicBezTo>
                    <a:pt x="224" y="777"/>
                    <a:pt x="225" y="777"/>
                    <a:pt x="227" y="777"/>
                  </a:cubicBezTo>
                  <a:lnTo>
                    <a:pt x="389" y="777"/>
                  </a:lnTo>
                  <a:close/>
                  <a:moveTo>
                    <a:pt x="368" y="311"/>
                  </a:moveTo>
                  <a:cubicBezTo>
                    <a:pt x="37" y="311"/>
                    <a:pt x="37" y="311"/>
                    <a:pt x="37" y="311"/>
                  </a:cubicBezTo>
                  <a:cubicBezTo>
                    <a:pt x="37" y="42"/>
                    <a:pt x="37" y="42"/>
                    <a:pt x="37" y="42"/>
                  </a:cubicBezTo>
                  <a:cubicBezTo>
                    <a:pt x="368" y="42"/>
                    <a:pt x="368" y="42"/>
                    <a:pt x="368" y="42"/>
                  </a:cubicBezTo>
                  <a:lnTo>
                    <a:pt x="368" y="3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185"/>
            <p:cNvSpPr>
              <a:spLocks/>
            </p:cNvSpPr>
            <p:nvPr/>
          </p:nvSpPr>
          <p:spPr bwMode="auto">
            <a:xfrm>
              <a:off x="7443788" y="3241675"/>
              <a:ext cx="34925" cy="31750"/>
            </a:xfrm>
            <a:custGeom>
              <a:avLst/>
              <a:gdLst>
                <a:gd name="T0" fmla="*/ 23 w 34"/>
                <a:gd name="T1" fmla="*/ 31 h 31"/>
                <a:gd name="T2" fmla="*/ 0 w 34"/>
                <a:gd name="T3" fmla="*/ 31 h 31"/>
                <a:gd name="T4" fmla="*/ 1 w 34"/>
                <a:gd name="T5" fmla="*/ 26 h 31"/>
                <a:gd name="T6" fmla="*/ 33 w 34"/>
                <a:gd name="T7" fmla="*/ 3 h 31"/>
                <a:gd name="T8" fmla="*/ 34 w 34"/>
                <a:gd name="T9" fmla="*/ 3 h 31"/>
                <a:gd name="T10" fmla="*/ 34 w 34"/>
                <a:gd name="T11" fmla="*/ 20 h 31"/>
                <a:gd name="T12" fmla="*/ 23 w 34"/>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34" h="31">
                  <a:moveTo>
                    <a:pt x="23" y="31"/>
                  </a:moveTo>
                  <a:cubicBezTo>
                    <a:pt x="0" y="31"/>
                    <a:pt x="0" y="31"/>
                    <a:pt x="0" y="31"/>
                  </a:cubicBezTo>
                  <a:cubicBezTo>
                    <a:pt x="1" y="26"/>
                    <a:pt x="1" y="26"/>
                    <a:pt x="1" y="26"/>
                  </a:cubicBezTo>
                  <a:cubicBezTo>
                    <a:pt x="4" y="10"/>
                    <a:pt x="18" y="0"/>
                    <a:pt x="33" y="3"/>
                  </a:cubicBezTo>
                  <a:cubicBezTo>
                    <a:pt x="34" y="3"/>
                    <a:pt x="34" y="3"/>
                    <a:pt x="34" y="3"/>
                  </a:cubicBezTo>
                  <a:cubicBezTo>
                    <a:pt x="34" y="20"/>
                    <a:pt x="34" y="20"/>
                    <a:pt x="34" y="20"/>
                  </a:cubicBezTo>
                  <a:cubicBezTo>
                    <a:pt x="34" y="26"/>
                    <a:pt x="29" y="31"/>
                    <a:pt x="23"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186"/>
            <p:cNvSpPr>
              <a:spLocks/>
            </p:cNvSpPr>
            <p:nvPr/>
          </p:nvSpPr>
          <p:spPr bwMode="auto">
            <a:xfrm>
              <a:off x="7813676" y="3248025"/>
              <a:ext cx="33338" cy="25400"/>
            </a:xfrm>
            <a:custGeom>
              <a:avLst/>
              <a:gdLst>
                <a:gd name="T0" fmla="*/ 21 w 33"/>
                <a:gd name="T1" fmla="*/ 25 h 25"/>
                <a:gd name="T2" fmla="*/ 0 w 33"/>
                <a:gd name="T3" fmla="*/ 25 h 25"/>
                <a:gd name="T4" fmla="*/ 32 w 33"/>
                <a:gd name="T5" fmla="*/ 3 h 25"/>
                <a:gd name="T6" fmla="*/ 33 w 33"/>
                <a:gd name="T7" fmla="*/ 3 h 25"/>
                <a:gd name="T8" fmla="*/ 33 w 33"/>
                <a:gd name="T9" fmla="*/ 14 h 25"/>
                <a:gd name="T10" fmla="*/ 21 w 33"/>
                <a:gd name="T11" fmla="*/ 25 h 25"/>
              </a:gdLst>
              <a:ahLst/>
              <a:cxnLst>
                <a:cxn ang="0">
                  <a:pos x="T0" y="T1"/>
                </a:cxn>
                <a:cxn ang="0">
                  <a:pos x="T2" y="T3"/>
                </a:cxn>
                <a:cxn ang="0">
                  <a:pos x="T4" y="T5"/>
                </a:cxn>
                <a:cxn ang="0">
                  <a:pos x="T6" y="T7"/>
                </a:cxn>
                <a:cxn ang="0">
                  <a:pos x="T8" y="T9"/>
                </a:cxn>
                <a:cxn ang="0">
                  <a:pos x="T10" y="T11"/>
                </a:cxn>
              </a:cxnLst>
              <a:rect l="0" t="0" r="r" b="b"/>
              <a:pathLst>
                <a:path w="33" h="25">
                  <a:moveTo>
                    <a:pt x="21" y="25"/>
                  </a:moveTo>
                  <a:cubicBezTo>
                    <a:pt x="0" y="25"/>
                    <a:pt x="0" y="25"/>
                    <a:pt x="0" y="25"/>
                  </a:cubicBezTo>
                  <a:cubicBezTo>
                    <a:pt x="3" y="10"/>
                    <a:pt x="17" y="0"/>
                    <a:pt x="32" y="3"/>
                  </a:cubicBezTo>
                  <a:cubicBezTo>
                    <a:pt x="32" y="3"/>
                    <a:pt x="33" y="3"/>
                    <a:pt x="33" y="3"/>
                  </a:cubicBezTo>
                  <a:cubicBezTo>
                    <a:pt x="33" y="14"/>
                    <a:pt x="33" y="14"/>
                    <a:pt x="33" y="14"/>
                  </a:cubicBezTo>
                  <a:cubicBezTo>
                    <a:pt x="33" y="20"/>
                    <a:pt x="28" y="25"/>
                    <a:pt x="21"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187"/>
            <p:cNvSpPr>
              <a:spLocks/>
            </p:cNvSpPr>
            <p:nvPr/>
          </p:nvSpPr>
          <p:spPr bwMode="auto">
            <a:xfrm>
              <a:off x="7683501" y="3036888"/>
              <a:ext cx="163513" cy="160338"/>
            </a:xfrm>
            <a:custGeom>
              <a:avLst/>
              <a:gdLst>
                <a:gd name="T0" fmla="*/ 148 w 160"/>
                <a:gd name="T1" fmla="*/ 55 h 157"/>
                <a:gd name="T2" fmla="*/ 152 w 160"/>
                <a:gd name="T3" fmla="*/ 89 h 157"/>
                <a:gd name="T4" fmla="*/ 68 w 160"/>
                <a:gd name="T5" fmla="*/ 152 h 157"/>
                <a:gd name="T6" fmla="*/ 5 w 160"/>
                <a:gd name="T7" fmla="*/ 68 h 157"/>
                <a:gd name="T8" fmla="*/ 89 w 160"/>
                <a:gd name="T9" fmla="*/ 5 h 157"/>
                <a:gd name="T10" fmla="*/ 143 w 160"/>
                <a:gd name="T11" fmla="*/ 42 h 157"/>
                <a:gd name="T12" fmla="*/ 160 w 160"/>
                <a:gd name="T13" fmla="*/ 21 h 157"/>
                <a:gd name="T14" fmla="*/ 160 w 160"/>
                <a:gd name="T15" fmla="*/ 51 h 157"/>
                <a:gd name="T16" fmla="*/ 151 w 160"/>
                <a:gd name="T17" fmla="*/ 56 h 157"/>
                <a:gd name="T18" fmla="*/ 148 w 160"/>
                <a:gd name="T19" fmla="*/ 5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0" h="157">
                  <a:moveTo>
                    <a:pt x="148" y="55"/>
                  </a:moveTo>
                  <a:cubicBezTo>
                    <a:pt x="152" y="66"/>
                    <a:pt x="153" y="77"/>
                    <a:pt x="152" y="89"/>
                  </a:cubicBezTo>
                  <a:cubicBezTo>
                    <a:pt x="146" y="129"/>
                    <a:pt x="109" y="157"/>
                    <a:pt x="68" y="152"/>
                  </a:cubicBezTo>
                  <a:cubicBezTo>
                    <a:pt x="28" y="146"/>
                    <a:pt x="0" y="109"/>
                    <a:pt x="5" y="68"/>
                  </a:cubicBezTo>
                  <a:cubicBezTo>
                    <a:pt x="11" y="28"/>
                    <a:pt x="48" y="0"/>
                    <a:pt x="89" y="5"/>
                  </a:cubicBezTo>
                  <a:cubicBezTo>
                    <a:pt x="112" y="9"/>
                    <a:pt x="132" y="23"/>
                    <a:pt x="143" y="42"/>
                  </a:cubicBezTo>
                  <a:cubicBezTo>
                    <a:pt x="147" y="34"/>
                    <a:pt x="153" y="27"/>
                    <a:pt x="160" y="21"/>
                  </a:cubicBezTo>
                  <a:cubicBezTo>
                    <a:pt x="160" y="51"/>
                    <a:pt x="160" y="51"/>
                    <a:pt x="160" y="51"/>
                  </a:cubicBezTo>
                  <a:cubicBezTo>
                    <a:pt x="157" y="52"/>
                    <a:pt x="153" y="54"/>
                    <a:pt x="151" y="56"/>
                  </a:cubicBezTo>
                  <a:cubicBezTo>
                    <a:pt x="150" y="55"/>
                    <a:pt x="149" y="55"/>
                    <a:pt x="148" y="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188"/>
            <p:cNvSpPr>
              <a:spLocks/>
            </p:cNvSpPr>
            <p:nvPr/>
          </p:nvSpPr>
          <p:spPr bwMode="auto">
            <a:xfrm>
              <a:off x="7912101" y="3248025"/>
              <a:ext cx="47625" cy="25400"/>
            </a:xfrm>
            <a:custGeom>
              <a:avLst/>
              <a:gdLst>
                <a:gd name="T0" fmla="*/ 4 w 46"/>
                <a:gd name="T1" fmla="*/ 14 h 24"/>
                <a:gd name="T2" fmla="*/ 2 w 46"/>
                <a:gd name="T3" fmla="*/ 4 h 24"/>
                <a:gd name="T4" fmla="*/ 12 w 46"/>
                <a:gd name="T5" fmla="*/ 2 h 24"/>
                <a:gd name="T6" fmla="*/ 46 w 46"/>
                <a:gd name="T7" fmla="*/ 24 h 24"/>
                <a:gd name="T8" fmla="*/ 20 w 46"/>
                <a:gd name="T9" fmla="*/ 24 h 24"/>
                <a:gd name="T10" fmla="*/ 4 w 46"/>
                <a:gd name="T11" fmla="*/ 14 h 24"/>
              </a:gdLst>
              <a:ahLst/>
              <a:cxnLst>
                <a:cxn ang="0">
                  <a:pos x="T0" y="T1"/>
                </a:cxn>
                <a:cxn ang="0">
                  <a:pos x="T2" y="T3"/>
                </a:cxn>
                <a:cxn ang="0">
                  <a:pos x="T4" y="T5"/>
                </a:cxn>
                <a:cxn ang="0">
                  <a:pos x="T6" y="T7"/>
                </a:cxn>
                <a:cxn ang="0">
                  <a:pos x="T8" y="T9"/>
                </a:cxn>
                <a:cxn ang="0">
                  <a:pos x="T10" y="T11"/>
                </a:cxn>
              </a:cxnLst>
              <a:rect l="0" t="0" r="r" b="b"/>
              <a:pathLst>
                <a:path w="46" h="24">
                  <a:moveTo>
                    <a:pt x="4" y="14"/>
                  </a:moveTo>
                  <a:cubicBezTo>
                    <a:pt x="1" y="12"/>
                    <a:pt x="0" y="7"/>
                    <a:pt x="2" y="4"/>
                  </a:cubicBezTo>
                  <a:cubicBezTo>
                    <a:pt x="5" y="1"/>
                    <a:pt x="9" y="0"/>
                    <a:pt x="12" y="2"/>
                  </a:cubicBezTo>
                  <a:cubicBezTo>
                    <a:pt x="46" y="24"/>
                    <a:pt x="46" y="24"/>
                    <a:pt x="46" y="24"/>
                  </a:cubicBezTo>
                  <a:cubicBezTo>
                    <a:pt x="20" y="24"/>
                    <a:pt x="20" y="24"/>
                    <a:pt x="20" y="24"/>
                  </a:cubicBezTo>
                  <a:lnTo>
                    <a:pt x="4"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189"/>
            <p:cNvSpPr>
              <a:spLocks/>
            </p:cNvSpPr>
            <p:nvPr/>
          </p:nvSpPr>
          <p:spPr bwMode="auto">
            <a:xfrm>
              <a:off x="8058151" y="3200400"/>
              <a:ext cx="107950" cy="73025"/>
            </a:xfrm>
            <a:custGeom>
              <a:avLst/>
              <a:gdLst>
                <a:gd name="T0" fmla="*/ 61 w 105"/>
                <a:gd name="T1" fmla="*/ 4 h 71"/>
                <a:gd name="T2" fmla="*/ 104 w 105"/>
                <a:gd name="T3" fmla="*/ 55 h 71"/>
                <a:gd name="T4" fmla="*/ 104 w 105"/>
                <a:gd name="T5" fmla="*/ 60 h 71"/>
                <a:gd name="T6" fmla="*/ 102 w 105"/>
                <a:gd name="T7" fmla="*/ 71 h 71"/>
                <a:gd name="T8" fmla="*/ 0 w 105"/>
                <a:gd name="T9" fmla="*/ 71 h 71"/>
                <a:gd name="T10" fmla="*/ 4 w 105"/>
                <a:gd name="T11" fmla="*/ 47 h 71"/>
                <a:gd name="T12" fmla="*/ 61 w 105"/>
                <a:gd name="T13" fmla="*/ 4 h 71"/>
              </a:gdLst>
              <a:ahLst/>
              <a:cxnLst>
                <a:cxn ang="0">
                  <a:pos x="T0" y="T1"/>
                </a:cxn>
                <a:cxn ang="0">
                  <a:pos x="T2" y="T3"/>
                </a:cxn>
                <a:cxn ang="0">
                  <a:pos x="T4" y="T5"/>
                </a:cxn>
                <a:cxn ang="0">
                  <a:pos x="T6" y="T7"/>
                </a:cxn>
                <a:cxn ang="0">
                  <a:pos x="T8" y="T9"/>
                </a:cxn>
                <a:cxn ang="0">
                  <a:pos x="T10" y="T11"/>
                </a:cxn>
                <a:cxn ang="0">
                  <a:pos x="T12" y="T13"/>
                </a:cxn>
              </a:cxnLst>
              <a:rect l="0" t="0" r="r" b="b"/>
              <a:pathLst>
                <a:path w="105" h="71">
                  <a:moveTo>
                    <a:pt x="61" y="4"/>
                  </a:moveTo>
                  <a:cubicBezTo>
                    <a:pt x="87" y="8"/>
                    <a:pt x="105" y="30"/>
                    <a:pt x="104" y="55"/>
                  </a:cubicBezTo>
                  <a:cubicBezTo>
                    <a:pt x="104" y="57"/>
                    <a:pt x="104" y="58"/>
                    <a:pt x="104" y="60"/>
                  </a:cubicBezTo>
                  <a:cubicBezTo>
                    <a:pt x="104" y="60"/>
                    <a:pt x="103" y="65"/>
                    <a:pt x="102" y="71"/>
                  </a:cubicBezTo>
                  <a:cubicBezTo>
                    <a:pt x="0" y="71"/>
                    <a:pt x="0" y="71"/>
                    <a:pt x="0" y="71"/>
                  </a:cubicBezTo>
                  <a:cubicBezTo>
                    <a:pt x="3" y="58"/>
                    <a:pt x="4" y="48"/>
                    <a:pt x="4" y="47"/>
                  </a:cubicBezTo>
                  <a:cubicBezTo>
                    <a:pt x="8" y="20"/>
                    <a:pt x="33" y="0"/>
                    <a:pt x="6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190"/>
            <p:cNvSpPr>
              <a:spLocks/>
            </p:cNvSpPr>
            <p:nvPr/>
          </p:nvSpPr>
          <p:spPr bwMode="auto">
            <a:xfrm>
              <a:off x="8177213" y="3248025"/>
              <a:ext cx="38100" cy="25400"/>
            </a:xfrm>
            <a:custGeom>
              <a:avLst/>
              <a:gdLst>
                <a:gd name="T0" fmla="*/ 26 w 38"/>
                <a:gd name="T1" fmla="*/ 25 h 25"/>
                <a:gd name="T2" fmla="*/ 0 w 38"/>
                <a:gd name="T3" fmla="*/ 25 h 25"/>
                <a:gd name="T4" fmla="*/ 32 w 38"/>
                <a:gd name="T5" fmla="*/ 3 h 25"/>
                <a:gd name="T6" fmla="*/ 38 w 38"/>
                <a:gd name="T7" fmla="*/ 5 h 25"/>
                <a:gd name="T8" fmla="*/ 38 w 38"/>
                <a:gd name="T9" fmla="*/ 14 h 25"/>
                <a:gd name="T10" fmla="*/ 26 w 38"/>
                <a:gd name="T11" fmla="*/ 25 h 25"/>
              </a:gdLst>
              <a:ahLst/>
              <a:cxnLst>
                <a:cxn ang="0">
                  <a:pos x="T0" y="T1"/>
                </a:cxn>
                <a:cxn ang="0">
                  <a:pos x="T2" y="T3"/>
                </a:cxn>
                <a:cxn ang="0">
                  <a:pos x="T4" y="T5"/>
                </a:cxn>
                <a:cxn ang="0">
                  <a:pos x="T6" y="T7"/>
                </a:cxn>
                <a:cxn ang="0">
                  <a:pos x="T8" y="T9"/>
                </a:cxn>
                <a:cxn ang="0">
                  <a:pos x="T10" y="T11"/>
                </a:cxn>
              </a:cxnLst>
              <a:rect l="0" t="0" r="r" b="b"/>
              <a:pathLst>
                <a:path w="38" h="25">
                  <a:moveTo>
                    <a:pt x="26" y="25"/>
                  </a:moveTo>
                  <a:cubicBezTo>
                    <a:pt x="0" y="25"/>
                    <a:pt x="0" y="25"/>
                    <a:pt x="0" y="25"/>
                  </a:cubicBezTo>
                  <a:cubicBezTo>
                    <a:pt x="2" y="10"/>
                    <a:pt x="17" y="0"/>
                    <a:pt x="32" y="3"/>
                  </a:cubicBezTo>
                  <a:cubicBezTo>
                    <a:pt x="34" y="3"/>
                    <a:pt x="36" y="4"/>
                    <a:pt x="38" y="5"/>
                  </a:cubicBezTo>
                  <a:cubicBezTo>
                    <a:pt x="38" y="14"/>
                    <a:pt x="38" y="14"/>
                    <a:pt x="38" y="14"/>
                  </a:cubicBezTo>
                  <a:cubicBezTo>
                    <a:pt x="38" y="20"/>
                    <a:pt x="32" y="25"/>
                    <a:pt x="26"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191"/>
            <p:cNvSpPr>
              <a:spLocks/>
            </p:cNvSpPr>
            <p:nvPr/>
          </p:nvSpPr>
          <p:spPr bwMode="auto">
            <a:xfrm>
              <a:off x="8275638" y="3236913"/>
              <a:ext cx="50800" cy="36513"/>
            </a:xfrm>
            <a:custGeom>
              <a:avLst/>
              <a:gdLst>
                <a:gd name="T0" fmla="*/ 0 w 49"/>
                <a:gd name="T1" fmla="*/ 24 h 35"/>
                <a:gd name="T2" fmla="*/ 0 w 49"/>
                <a:gd name="T3" fmla="*/ 0 h 35"/>
                <a:gd name="T4" fmla="*/ 49 w 49"/>
                <a:gd name="T5" fmla="*/ 35 h 35"/>
                <a:gd name="T6" fmla="*/ 12 w 49"/>
                <a:gd name="T7" fmla="*/ 35 h 35"/>
                <a:gd name="T8" fmla="*/ 0 w 49"/>
                <a:gd name="T9" fmla="*/ 24 h 35"/>
              </a:gdLst>
              <a:ahLst/>
              <a:cxnLst>
                <a:cxn ang="0">
                  <a:pos x="T0" y="T1"/>
                </a:cxn>
                <a:cxn ang="0">
                  <a:pos x="T2" y="T3"/>
                </a:cxn>
                <a:cxn ang="0">
                  <a:pos x="T4" y="T5"/>
                </a:cxn>
                <a:cxn ang="0">
                  <a:pos x="T6" y="T7"/>
                </a:cxn>
                <a:cxn ang="0">
                  <a:pos x="T8" y="T9"/>
                </a:cxn>
              </a:cxnLst>
              <a:rect l="0" t="0" r="r" b="b"/>
              <a:pathLst>
                <a:path w="49" h="35">
                  <a:moveTo>
                    <a:pt x="0" y="24"/>
                  </a:moveTo>
                  <a:cubicBezTo>
                    <a:pt x="0" y="0"/>
                    <a:pt x="0" y="0"/>
                    <a:pt x="0" y="0"/>
                  </a:cubicBezTo>
                  <a:cubicBezTo>
                    <a:pt x="49" y="35"/>
                    <a:pt x="49" y="35"/>
                    <a:pt x="49" y="35"/>
                  </a:cubicBezTo>
                  <a:cubicBezTo>
                    <a:pt x="12" y="35"/>
                    <a:pt x="12" y="35"/>
                    <a:pt x="12" y="35"/>
                  </a:cubicBezTo>
                  <a:cubicBezTo>
                    <a:pt x="6" y="35"/>
                    <a:pt x="0" y="30"/>
                    <a:pt x="0"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192"/>
            <p:cNvSpPr>
              <a:spLocks/>
            </p:cNvSpPr>
            <p:nvPr/>
          </p:nvSpPr>
          <p:spPr bwMode="auto">
            <a:xfrm>
              <a:off x="8347076" y="3040063"/>
              <a:ext cx="236538" cy="233363"/>
            </a:xfrm>
            <a:custGeom>
              <a:avLst/>
              <a:gdLst>
                <a:gd name="T0" fmla="*/ 170 w 231"/>
                <a:gd name="T1" fmla="*/ 203 h 228"/>
                <a:gd name="T2" fmla="*/ 171 w 231"/>
                <a:gd name="T3" fmla="*/ 207 h 228"/>
                <a:gd name="T4" fmla="*/ 171 w 231"/>
                <a:gd name="T5" fmla="*/ 228 h 228"/>
                <a:gd name="T6" fmla="*/ 0 w 231"/>
                <a:gd name="T7" fmla="*/ 228 h 228"/>
                <a:gd name="T8" fmla="*/ 47 w 231"/>
                <a:gd name="T9" fmla="*/ 173 h 228"/>
                <a:gd name="T10" fmla="*/ 47 w 231"/>
                <a:gd name="T11" fmla="*/ 173 h 228"/>
                <a:gd name="T12" fmla="*/ 47 w 231"/>
                <a:gd name="T13" fmla="*/ 173 h 228"/>
                <a:gd name="T14" fmla="*/ 47 w 231"/>
                <a:gd name="T15" fmla="*/ 173 h 228"/>
                <a:gd name="T16" fmla="*/ 67 w 231"/>
                <a:gd name="T17" fmla="*/ 164 h 228"/>
                <a:gd name="T18" fmla="*/ 134 w 231"/>
                <a:gd name="T19" fmla="*/ 160 h 228"/>
                <a:gd name="T20" fmla="*/ 208 w 231"/>
                <a:gd name="T21" fmla="*/ 129 h 228"/>
                <a:gd name="T22" fmla="*/ 213 w 231"/>
                <a:gd name="T23" fmla="*/ 24 h 228"/>
                <a:gd name="T24" fmla="*/ 213 w 231"/>
                <a:gd name="T25" fmla="*/ 24 h 228"/>
                <a:gd name="T26" fmla="*/ 231 w 231"/>
                <a:gd name="T27" fmla="*/ 0 h 228"/>
                <a:gd name="T28" fmla="*/ 231 w 231"/>
                <a:gd name="T29" fmla="*/ 176 h 228"/>
                <a:gd name="T30" fmla="*/ 170 w 231"/>
                <a:gd name="T31" fmla="*/ 203 h 228"/>
                <a:gd name="T32" fmla="*/ 170 w 231"/>
                <a:gd name="T33" fmla="*/ 203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1" h="228">
                  <a:moveTo>
                    <a:pt x="170" y="203"/>
                  </a:moveTo>
                  <a:cubicBezTo>
                    <a:pt x="171" y="204"/>
                    <a:pt x="171" y="205"/>
                    <a:pt x="171" y="207"/>
                  </a:cubicBezTo>
                  <a:cubicBezTo>
                    <a:pt x="171" y="208"/>
                    <a:pt x="171" y="216"/>
                    <a:pt x="171" y="228"/>
                  </a:cubicBezTo>
                  <a:cubicBezTo>
                    <a:pt x="0" y="228"/>
                    <a:pt x="0" y="228"/>
                    <a:pt x="0" y="228"/>
                  </a:cubicBezTo>
                  <a:cubicBezTo>
                    <a:pt x="47" y="173"/>
                    <a:pt x="47" y="173"/>
                    <a:pt x="47" y="173"/>
                  </a:cubicBezTo>
                  <a:cubicBezTo>
                    <a:pt x="47" y="173"/>
                    <a:pt x="47" y="173"/>
                    <a:pt x="47" y="173"/>
                  </a:cubicBezTo>
                  <a:cubicBezTo>
                    <a:pt x="47" y="173"/>
                    <a:pt x="47" y="173"/>
                    <a:pt x="47" y="173"/>
                  </a:cubicBezTo>
                  <a:cubicBezTo>
                    <a:pt x="47" y="173"/>
                    <a:pt x="47" y="173"/>
                    <a:pt x="47" y="173"/>
                  </a:cubicBezTo>
                  <a:cubicBezTo>
                    <a:pt x="52" y="167"/>
                    <a:pt x="60" y="164"/>
                    <a:pt x="67" y="164"/>
                  </a:cubicBezTo>
                  <a:cubicBezTo>
                    <a:pt x="67" y="164"/>
                    <a:pt x="130" y="159"/>
                    <a:pt x="134" y="160"/>
                  </a:cubicBezTo>
                  <a:cubicBezTo>
                    <a:pt x="208" y="129"/>
                    <a:pt x="208" y="129"/>
                    <a:pt x="208" y="129"/>
                  </a:cubicBezTo>
                  <a:cubicBezTo>
                    <a:pt x="213" y="24"/>
                    <a:pt x="213" y="24"/>
                    <a:pt x="213" y="24"/>
                  </a:cubicBezTo>
                  <a:cubicBezTo>
                    <a:pt x="213" y="24"/>
                    <a:pt x="213" y="24"/>
                    <a:pt x="213" y="24"/>
                  </a:cubicBezTo>
                  <a:cubicBezTo>
                    <a:pt x="214" y="13"/>
                    <a:pt x="221" y="4"/>
                    <a:pt x="231" y="0"/>
                  </a:cubicBezTo>
                  <a:cubicBezTo>
                    <a:pt x="231" y="176"/>
                    <a:pt x="231" y="176"/>
                    <a:pt x="231" y="176"/>
                  </a:cubicBezTo>
                  <a:cubicBezTo>
                    <a:pt x="170" y="203"/>
                    <a:pt x="170" y="203"/>
                    <a:pt x="170" y="203"/>
                  </a:cubicBezTo>
                  <a:cubicBezTo>
                    <a:pt x="170" y="203"/>
                    <a:pt x="170" y="203"/>
                    <a:pt x="170" y="2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193"/>
            <p:cNvSpPr>
              <a:spLocks/>
            </p:cNvSpPr>
            <p:nvPr/>
          </p:nvSpPr>
          <p:spPr bwMode="auto">
            <a:xfrm>
              <a:off x="8645526" y="3200400"/>
              <a:ext cx="254000" cy="73025"/>
            </a:xfrm>
            <a:custGeom>
              <a:avLst/>
              <a:gdLst>
                <a:gd name="T0" fmla="*/ 249 w 249"/>
                <a:gd name="T1" fmla="*/ 48 h 72"/>
                <a:gd name="T2" fmla="*/ 249 w 249"/>
                <a:gd name="T3" fmla="*/ 44 h 72"/>
                <a:gd name="T4" fmla="*/ 199 w 249"/>
                <a:gd name="T5" fmla="*/ 0 h 72"/>
                <a:gd name="T6" fmla="*/ 151 w 249"/>
                <a:gd name="T7" fmla="*/ 37 h 72"/>
                <a:gd name="T8" fmla="*/ 148 w 249"/>
                <a:gd name="T9" fmla="*/ 46 h 72"/>
                <a:gd name="T10" fmla="*/ 100 w 249"/>
                <a:gd name="T11" fmla="*/ 66 h 72"/>
                <a:gd name="T12" fmla="*/ 0 w 249"/>
                <a:gd name="T13" fmla="*/ 66 h 72"/>
                <a:gd name="T14" fmla="*/ 11 w 249"/>
                <a:gd name="T15" fmla="*/ 72 h 72"/>
                <a:gd name="T16" fmla="*/ 249 w 249"/>
                <a:gd name="T17" fmla="*/ 72 h 72"/>
                <a:gd name="T18" fmla="*/ 249 w 249"/>
                <a:gd name="T19" fmla="*/ 48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9" h="72">
                  <a:moveTo>
                    <a:pt x="249" y="48"/>
                  </a:moveTo>
                  <a:cubicBezTo>
                    <a:pt x="249" y="47"/>
                    <a:pt x="249" y="45"/>
                    <a:pt x="249" y="44"/>
                  </a:cubicBezTo>
                  <a:cubicBezTo>
                    <a:pt x="246" y="19"/>
                    <a:pt x="225" y="0"/>
                    <a:pt x="199" y="0"/>
                  </a:cubicBezTo>
                  <a:cubicBezTo>
                    <a:pt x="176" y="0"/>
                    <a:pt x="156" y="15"/>
                    <a:pt x="151" y="37"/>
                  </a:cubicBezTo>
                  <a:cubicBezTo>
                    <a:pt x="148" y="46"/>
                    <a:pt x="148" y="46"/>
                    <a:pt x="148" y="46"/>
                  </a:cubicBezTo>
                  <a:cubicBezTo>
                    <a:pt x="100" y="66"/>
                    <a:pt x="100" y="66"/>
                    <a:pt x="100" y="66"/>
                  </a:cubicBezTo>
                  <a:cubicBezTo>
                    <a:pt x="0" y="66"/>
                    <a:pt x="0" y="66"/>
                    <a:pt x="0" y="66"/>
                  </a:cubicBezTo>
                  <a:cubicBezTo>
                    <a:pt x="2" y="70"/>
                    <a:pt x="6" y="72"/>
                    <a:pt x="11" y="72"/>
                  </a:cubicBezTo>
                  <a:cubicBezTo>
                    <a:pt x="249" y="72"/>
                    <a:pt x="249" y="72"/>
                    <a:pt x="249" y="72"/>
                  </a:cubicBezTo>
                  <a:cubicBezTo>
                    <a:pt x="249" y="59"/>
                    <a:pt x="249" y="49"/>
                    <a:pt x="249"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194"/>
            <p:cNvSpPr>
              <a:spLocks/>
            </p:cNvSpPr>
            <p:nvPr/>
          </p:nvSpPr>
          <p:spPr bwMode="auto">
            <a:xfrm>
              <a:off x="8775701" y="3032125"/>
              <a:ext cx="176213" cy="150813"/>
            </a:xfrm>
            <a:custGeom>
              <a:avLst/>
              <a:gdLst>
                <a:gd name="T0" fmla="*/ 146 w 173"/>
                <a:gd name="T1" fmla="*/ 58 h 148"/>
                <a:gd name="T2" fmla="*/ 148 w 173"/>
                <a:gd name="T3" fmla="*/ 74 h 148"/>
                <a:gd name="T4" fmla="*/ 74 w 173"/>
                <a:gd name="T5" fmla="*/ 148 h 148"/>
                <a:gd name="T6" fmla="*/ 0 w 173"/>
                <a:gd name="T7" fmla="*/ 74 h 148"/>
                <a:gd name="T8" fmla="*/ 74 w 173"/>
                <a:gd name="T9" fmla="*/ 0 h 148"/>
                <a:gd name="T10" fmla="*/ 140 w 173"/>
                <a:gd name="T11" fmla="*/ 41 h 148"/>
                <a:gd name="T12" fmla="*/ 173 w 173"/>
                <a:gd name="T13" fmla="*/ 17 h 148"/>
                <a:gd name="T14" fmla="*/ 173 w 173"/>
                <a:gd name="T15" fmla="*/ 53 h 148"/>
                <a:gd name="T16" fmla="*/ 146 w 173"/>
                <a:gd name="T17" fmla="*/ 5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3" h="148">
                  <a:moveTo>
                    <a:pt x="146" y="58"/>
                  </a:moveTo>
                  <a:cubicBezTo>
                    <a:pt x="147" y="63"/>
                    <a:pt x="148" y="69"/>
                    <a:pt x="148" y="74"/>
                  </a:cubicBezTo>
                  <a:cubicBezTo>
                    <a:pt x="148" y="115"/>
                    <a:pt x="115" y="148"/>
                    <a:pt x="74" y="148"/>
                  </a:cubicBezTo>
                  <a:cubicBezTo>
                    <a:pt x="33" y="148"/>
                    <a:pt x="0" y="115"/>
                    <a:pt x="0" y="74"/>
                  </a:cubicBezTo>
                  <a:cubicBezTo>
                    <a:pt x="0" y="33"/>
                    <a:pt x="33" y="0"/>
                    <a:pt x="74" y="0"/>
                  </a:cubicBezTo>
                  <a:cubicBezTo>
                    <a:pt x="103" y="0"/>
                    <a:pt x="128" y="17"/>
                    <a:pt x="140" y="41"/>
                  </a:cubicBezTo>
                  <a:cubicBezTo>
                    <a:pt x="148" y="29"/>
                    <a:pt x="160" y="19"/>
                    <a:pt x="173" y="17"/>
                  </a:cubicBezTo>
                  <a:cubicBezTo>
                    <a:pt x="173" y="53"/>
                    <a:pt x="173" y="53"/>
                    <a:pt x="173" y="53"/>
                  </a:cubicBezTo>
                  <a:cubicBezTo>
                    <a:pt x="163" y="51"/>
                    <a:pt x="154" y="53"/>
                    <a:pt x="146"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195"/>
            <p:cNvSpPr>
              <a:spLocks/>
            </p:cNvSpPr>
            <p:nvPr/>
          </p:nvSpPr>
          <p:spPr bwMode="auto">
            <a:xfrm>
              <a:off x="7326313" y="3194050"/>
              <a:ext cx="107950" cy="79375"/>
            </a:xfrm>
            <a:custGeom>
              <a:avLst/>
              <a:gdLst>
                <a:gd name="T0" fmla="*/ 62 w 105"/>
                <a:gd name="T1" fmla="*/ 4 h 77"/>
                <a:gd name="T2" fmla="*/ 105 w 105"/>
                <a:gd name="T3" fmla="*/ 55 h 77"/>
                <a:gd name="T4" fmla="*/ 105 w 105"/>
                <a:gd name="T5" fmla="*/ 59 h 77"/>
                <a:gd name="T6" fmla="*/ 102 w 105"/>
                <a:gd name="T7" fmla="*/ 77 h 77"/>
                <a:gd name="T8" fmla="*/ 0 w 105"/>
                <a:gd name="T9" fmla="*/ 77 h 77"/>
                <a:gd name="T10" fmla="*/ 5 w 105"/>
                <a:gd name="T11" fmla="*/ 47 h 77"/>
                <a:gd name="T12" fmla="*/ 62 w 105"/>
                <a:gd name="T13" fmla="*/ 4 h 77"/>
              </a:gdLst>
              <a:ahLst/>
              <a:cxnLst>
                <a:cxn ang="0">
                  <a:pos x="T0" y="T1"/>
                </a:cxn>
                <a:cxn ang="0">
                  <a:pos x="T2" y="T3"/>
                </a:cxn>
                <a:cxn ang="0">
                  <a:pos x="T4" y="T5"/>
                </a:cxn>
                <a:cxn ang="0">
                  <a:pos x="T6" y="T7"/>
                </a:cxn>
                <a:cxn ang="0">
                  <a:pos x="T8" y="T9"/>
                </a:cxn>
                <a:cxn ang="0">
                  <a:pos x="T10" y="T11"/>
                </a:cxn>
                <a:cxn ang="0">
                  <a:pos x="T12" y="T13"/>
                </a:cxn>
              </a:cxnLst>
              <a:rect l="0" t="0" r="r" b="b"/>
              <a:pathLst>
                <a:path w="105" h="77">
                  <a:moveTo>
                    <a:pt x="62" y="4"/>
                  </a:moveTo>
                  <a:cubicBezTo>
                    <a:pt x="87" y="8"/>
                    <a:pt x="105" y="30"/>
                    <a:pt x="105" y="55"/>
                  </a:cubicBezTo>
                  <a:cubicBezTo>
                    <a:pt x="105" y="56"/>
                    <a:pt x="105" y="58"/>
                    <a:pt x="105" y="59"/>
                  </a:cubicBezTo>
                  <a:cubicBezTo>
                    <a:pt x="105" y="60"/>
                    <a:pt x="103" y="67"/>
                    <a:pt x="102" y="77"/>
                  </a:cubicBezTo>
                  <a:cubicBezTo>
                    <a:pt x="0" y="77"/>
                    <a:pt x="0" y="77"/>
                    <a:pt x="0" y="77"/>
                  </a:cubicBezTo>
                  <a:cubicBezTo>
                    <a:pt x="3" y="60"/>
                    <a:pt x="5" y="47"/>
                    <a:pt x="5" y="47"/>
                  </a:cubicBezTo>
                  <a:cubicBezTo>
                    <a:pt x="9" y="19"/>
                    <a:pt x="34" y="0"/>
                    <a:pt x="6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196"/>
            <p:cNvSpPr>
              <a:spLocks/>
            </p:cNvSpPr>
            <p:nvPr/>
          </p:nvSpPr>
          <p:spPr bwMode="auto">
            <a:xfrm>
              <a:off x="6892926" y="3244850"/>
              <a:ext cx="112713" cy="31750"/>
            </a:xfrm>
            <a:custGeom>
              <a:avLst/>
              <a:gdLst>
                <a:gd name="T0" fmla="*/ 68 w 109"/>
                <a:gd name="T1" fmla="*/ 6 h 32"/>
                <a:gd name="T2" fmla="*/ 109 w 109"/>
                <a:gd name="T3" fmla="*/ 32 h 32"/>
                <a:gd name="T4" fmla="*/ 0 w 109"/>
                <a:gd name="T5" fmla="*/ 32 h 32"/>
                <a:gd name="T6" fmla="*/ 68 w 109"/>
                <a:gd name="T7" fmla="*/ 6 h 32"/>
              </a:gdLst>
              <a:ahLst/>
              <a:cxnLst>
                <a:cxn ang="0">
                  <a:pos x="T0" y="T1"/>
                </a:cxn>
                <a:cxn ang="0">
                  <a:pos x="T2" y="T3"/>
                </a:cxn>
                <a:cxn ang="0">
                  <a:pos x="T4" y="T5"/>
                </a:cxn>
                <a:cxn ang="0">
                  <a:pos x="T6" y="T7"/>
                </a:cxn>
              </a:cxnLst>
              <a:rect l="0" t="0" r="r" b="b"/>
              <a:pathLst>
                <a:path w="109" h="32">
                  <a:moveTo>
                    <a:pt x="68" y="6"/>
                  </a:moveTo>
                  <a:cubicBezTo>
                    <a:pt x="81" y="9"/>
                    <a:pt x="99" y="16"/>
                    <a:pt x="109" y="32"/>
                  </a:cubicBezTo>
                  <a:cubicBezTo>
                    <a:pt x="0" y="32"/>
                    <a:pt x="0" y="32"/>
                    <a:pt x="0" y="32"/>
                  </a:cubicBezTo>
                  <a:cubicBezTo>
                    <a:pt x="15" y="11"/>
                    <a:pt x="41" y="0"/>
                    <a:pt x="68"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04" name="组合 203"/>
          <p:cNvGrpSpPr/>
          <p:nvPr/>
        </p:nvGrpSpPr>
        <p:grpSpPr>
          <a:xfrm>
            <a:off x="6142038" y="725488"/>
            <a:ext cx="1443038" cy="1300163"/>
            <a:chOff x="6142038" y="725488"/>
            <a:chExt cx="1443038" cy="1300163"/>
          </a:xfrm>
          <a:solidFill>
            <a:schemeClr val="tx1">
              <a:lumMod val="65000"/>
              <a:lumOff val="35000"/>
            </a:schemeClr>
          </a:solidFill>
        </p:grpSpPr>
        <p:sp>
          <p:nvSpPr>
            <p:cNvPr id="205" name="Rectangle 197"/>
            <p:cNvSpPr>
              <a:spLocks noChangeArrowheads="1"/>
            </p:cNvSpPr>
            <p:nvPr/>
          </p:nvSpPr>
          <p:spPr bwMode="auto">
            <a:xfrm>
              <a:off x="6142038" y="1263650"/>
              <a:ext cx="741363" cy="285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198"/>
            <p:cNvSpPr>
              <a:spLocks/>
            </p:cNvSpPr>
            <p:nvPr/>
          </p:nvSpPr>
          <p:spPr bwMode="auto">
            <a:xfrm>
              <a:off x="6165851" y="725488"/>
              <a:ext cx="698500" cy="515938"/>
            </a:xfrm>
            <a:custGeom>
              <a:avLst/>
              <a:gdLst>
                <a:gd name="T0" fmla="*/ 29 w 684"/>
                <a:gd name="T1" fmla="*/ 275 h 505"/>
                <a:gd name="T2" fmla="*/ 106 w 684"/>
                <a:gd name="T3" fmla="*/ 275 h 505"/>
                <a:gd name="T4" fmla="*/ 135 w 684"/>
                <a:gd name="T5" fmla="*/ 246 h 505"/>
                <a:gd name="T6" fmla="*/ 111 w 684"/>
                <a:gd name="T7" fmla="*/ 218 h 505"/>
                <a:gd name="T8" fmla="*/ 84 w 684"/>
                <a:gd name="T9" fmla="*/ 196 h 505"/>
                <a:gd name="T10" fmla="*/ 77 w 684"/>
                <a:gd name="T11" fmla="*/ 197 h 505"/>
                <a:gd name="T12" fmla="*/ 47 w 684"/>
                <a:gd name="T13" fmla="*/ 181 h 505"/>
                <a:gd name="T14" fmla="*/ 29 w 684"/>
                <a:gd name="T15" fmla="*/ 186 h 505"/>
                <a:gd name="T16" fmla="*/ 29 w 684"/>
                <a:gd name="T17" fmla="*/ 29 h 505"/>
                <a:gd name="T18" fmla="*/ 655 w 684"/>
                <a:gd name="T19" fmla="*/ 29 h 505"/>
                <a:gd name="T20" fmla="*/ 655 w 684"/>
                <a:gd name="T21" fmla="*/ 505 h 505"/>
                <a:gd name="T22" fmla="*/ 684 w 684"/>
                <a:gd name="T23" fmla="*/ 505 h 505"/>
                <a:gd name="T24" fmla="*/ 684 w 684"/>
                <a:gd name="T25" fmla="*/ 0 h 505"/>
                <a:gd name="T26" fmla="*/ 0 w 684"/>
                <a:gd name="T27" fmla="*/ 0 h 505"/>
                <a:gd name="T28" fmla="*/ 0 w 684"/>
                <a:gd name="T29" fmla="*/ 505 h 505"/>
                <a:gd name="T30" fmla="*/ 29 w 684"/>
                <a:gd name="T31" fmla="*/ 505 h 505"/>
                <a:gd name="T32" fmla="*/ 29 w 684"/>
                <a:gd name="T33" fmla="*/ 275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4" h="505">
                  <a:moveTo>
                    <a:pt x="29" y="275"/>
                  </a:moveTo>
                  <a:cubicBezTo>
                    <a:pt x="106" y="275"/>
                    <a:pt x="106" y="275"/>
                    <a:pt x="106" y="275"/>
                  </a:cubicBezTo>
                  <a:cubicBezTo>
                    <a:pt x="122" y="275"/>
                    <a:pt x="135" y="262"/>
                    <a:pt x="135" y="246"/>
                  </a:cubicBezTo>
                  <a:cubicBezTo>
                    <a:pt x="135" y="232"/>
                    <a:pt x="125" y="220"/>
                    <a:pt x="111" y="218"/>
                  </a:cubicBezTo>
                  <a:cubicBezTo>
                    <a:pt x="108" y="206"/>
                    <a:pt x="97" y="196"/>
                    <a:pt x="84" y="196"/>
                  </a:cubicBezTo>
                  <a:cubicBezTo>
                    <a:pt x="82" y="196"/>
                    <a:pt x="80" y="197"/>
                    <a:pt x="77" y="197"/>
                  </a:cubicBezTo>
                  <a:cubicBezTo>
                    <a:pt x="71" y="188"/>
                    <a:pt x="60" y="181"/>
                    <a:pt x="47" y="181"/>
                  </a:cubicBezTo>
                  <a:cubicBezTo>
                    <a:pt x="40" y="181"/>
                    <a:pt x="34" y="183"/>
                    <a:pt x="29" y="186"/>
                  </a:cubicBezTo>
                  <a:cubicBezTo>
                    <a:pt x="29" y="29"/>
                    <a:pt x="29" y="29"/>
                    <a:pt x="29" y="29"/>
                  </a:cubicBezTo>
                  <a:cubicBezTo>
                    <a:pt x="655" y="29"/>
                    <a:pt x="655" y="29"/>
                    <a:pt x="655" y="29"/>
                  </a:cubicBezTo>
                  <a:cubicBezTo>
                    <a:pt x="655" y="505"/>
                    <a:pt x="655" y="505"/>
                    <a:pt x="655" y="505"/>
                  </a:cubicBezTo>
                  <a:cubicBezTo>
                    <a:pt x="684" y="505"/>
                    <a:pt x="684" y="505"/>
                    <a:pt x="684" y="505"/>
                  </a:cubicBezTo>
                  <a:cubicBezTo>
                    <a:pt x="684" y="0"/>
                    <a:pt x="684" y="0"/>
                    <a:pt x="684" y="0"/>
                  </a:cubicBezTo>
                  <a:cubicBezTo>
                    <a:pt x="0" y="0"/>
                    <a:pt x="0" y="0"/>
                    <a:pt x="0" y="0"/>
                  </a:cubicBezTo>
                  <a:cubicBezTo>
                    <a:pt x="0" y="505"/>
                    <a:pt x="0" y="505"/>
                    <a:pt x="0" y="505"/>
                  </a:cubicBezTo>
                  <a:cubicBezTo>
                    <a:pt x="29" y="505"/>
                    <a:pt x="29" y="505"/>
                    <a:pt x="29" y="505"/>
                  </a:cubicBezTo>
                  <a:lnTo>
                    <a:pt x="29" y="2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199"/>
            <p:cNvSpPr>
              <a:spLocks/>
            </p:cNvSpPr>
            <p:nvPr/>
          </p:nvSpPr>
          <p:spPr bwMode="auto">
            <a:xfrm>
              <a:off x="6215063" y="1136650"/>
              <a:ext cx="587375" cy="104775"/>
            </a:xfrm>
            <a:custGeom>
              <a:avLst/>
              <a:gdLst>
                <a:gd name="T0" fmla="*/ 576 w 576"/>
                <a:gd name="T1" fmla="*/ 103 h 103"/>
                <a:gd name="T2" fmla="*/ 576 w 576"/>
                <a:gd name="T3" fmla="*/ 57 h 103"/>
                <a:gd name="T4" fmla="*/ 336 w 576"/>
                <a:gd name="T5" fmla="*/ 42 h 103"/>
                <a:gd name="T6" fmla="*/ 0 w 576"/>
                <a:gd name="T7" fmla="*/ 103 h 103"/>
                <a:gd name="T8" fmla="*/ 576 w 576"/>
                <a:gd name="T9" fmla="*/ 103 h 103"/>
              </a:gdLst>
              <a:ahLst/>
              <a:cxnLst>
                <a:cxn ang="0">
                  <a:pos x="T0" y="T1"/>
                </a:cxn>
                <a:cxn ang="0">
                  <a:pos x="T2" y="T3"/>
                </a:cxn>
                <a:cxn ang="0">
                  <a:pos x="T4" y="T5"/>
                </a:cxn>
                <a:cxn ang="0">
                  <a:pos x="T6" y="T7"/>
                </a:cxn>
                <a:cxn ang="0">
                  <a:pos x="T8" y="T9"/>
                </a:cxn>
              </a:cxnLst>
              <a:rect l="0" t="0" r="r" b="b"/>
              <a:pathLst>
                <a:path w="576" h="103">
                  <a:moveTo>
                    <a:pt x="576" y="103"/>
                  </a:moveTo>
                  <a:cubicBezTo>
                    <a:pt x="576" y="57"/>
                    <a:pt x="576" y="57"/>
                    <a:pt x="576" y="57"/>
                  </a:cubicBezTo>
                  <a:cubicBezTo>
                    <a:pt x="576" y="57"/>
                    <a:pt x="481" y="0"/>
                    <a:pt x="336" y="42"/>
                  </a:cubicBezTo>
                  <a:cubicBezTo>
                    <a:pt x="279" y="23"/>
                    <a:pt x="156" y="3"/>
                    <a:pt x="0" y="103"/>
                  </a:cubicBezTo>
                  <a:lnTo>
                    <a:pt x="576" y="10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200"/>
            <p:cNvSpPr>
              <a:spLocks/>
            </p:cNvSpPr>
            <p:nvPr/>
          </p:nvSpPr>
          <p:spPr bwMode="auto">
            <a:xfrm>
              <a:off x="6659563" y="828675"/>
              <a:ext cx="147638" cy="103188"/>
            </a:xfrm>
            <a:custGeom>
              <a:avLst/>
              <a:gdLst>
                <a:gd name="T0" fmla="*/ 119 w 144"/>
                <a:gd name="T1" fmla="*/ 39 h 101"/>
                <a:gd name="T2" fmla="*/ 90 w 144"/>
                <a:gd name="T3" fmla="*/ 17 h 101"/>
                <a:gd name="T4" fmla="*/ 83 w 144"/>
                <a:gd name="T5" fmla="*/ 18 h 101"/>
                <a:gd name="T6" fmla="*/ 50 w 144"/>
                <a:gd name="T7" fmla="*/ 0 h 101"/>
                <a:gd name="T8" fmla="*/ 12 w 144"/>
                <a:gd name="T9" fmla="*/ 39 h 101"/>
                <a:gd name="T10" fmla="*/ 12 w 144"/>
                <a:gd name="T11" fmla="*/ 45 h 101"/>
                <a:gd name="T12" fmla="*/ 0 w 144"/>
                <a:gd name="T13" fmla="*/ 70 h 101"/>
                <a:gd name="T14" fmla="*/ 31 w 144"/>
                <a:gd name="T15" fmla="*/ 101 h 101"/>
                <a:gd name="T16" fmla="*/ 113 w 144"/>
                <a:gd name="T17" fmla="*/ 101 h 101"/>
                <a:gd name="T18" fmla="*/ 144 w 144"/>
                <a:gd name="T19" fmla="*/ 70 h 101"/>
                <a:gd name="T20" fmla="*/ 119 w 144"/>
                <a:gd name="T21" fmla="*/ 3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4" h="101">
                  <a:moveTo>
                    <a:pt x="119" y="39"/>
                  </a:moveTo>
                  <a:cubicBezTo>
                    <a:pt x="116" y="26"/>
                    <a:pt x="104" y="17"/>
                    <a:pt x="90" y="17"/>
                  </a:cubicBezTo>
                  <a:cubicBezTo>
                    <a:pt x="88" y="17"/>
                    <a:pt x="85" y="17"/>
                    <a:pt x="83" y="18"/>
                  </a:cubicBezTo>
                  <a:cubicBezTo>
                    <a:pt x="76" y="7"/>
                    <a:pt x="64" y="0"/>
                    <a:pt x="50" y="0"/>
                  </a:cubicBezTo>
                  <a:cubicBezTo>
                    <a:pt x="29" y="0"/>
                    <a:pt x="12" y="18"/>
                    <a:pt x="12" y="39"/>
                  </a:cubicBezTo>
                  <a:cubicBezTo>
                    <a:pt x="12" y="41"/>
                    <a:pt x="12" y="43"/>
                    <a:pt x="12" y="45"/>
                  </a:cubicBezTo>
                  <a:cubicBezTo>
                    <a:pt x="5" y="51"/>
                    <a:pt x="0" y="59"/>
                    <a:pt x="0" y="70"/>
                  </a:cubicBezTo>
                  <a:cubicBezTo>
                    <a:pt x="0" y="87"/>
                    <a:pt x="13" y="101"/>
                    <a:pt x="31" y="101"/>
                  </a:cubicBezTo>
                  <a:cubicBezTo>
                    <a:pt x="113" y="101"/>
                    <a:pt x="113" y="101"/>
                    <a:pt x="113" y="101"/>
                  </a:cubicBezTo>
                  <a:cubicBezTo>
                    <a:pt x="131" y="101"/>
                    <a:pt x="144" y="87"/>
                    <a:pt x="144" y="70"/>
                  </a:cubicBezTo>
                  <a:cubicBezTo>
                    <a:pt x="144" y="55"/>
                    <a:pt x="134" y="42"/>
                    <a:pt x="119"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201"/>
            <p:cNvSpPr>
              <a:spLocks/>
            </p:cNvSpPr>
            <p:nvPr/>
          </p:nvSpPr>
          <p:spPr bwMode="auto">
            <a:xfrm>
              <a:off x="6543676" y="860425"/>
              <a:ext cx="44450" cy="42863"/>
            </a:xfrm>
            <a:custGeom>
              <a:avLst/>
              <a:gdLst>
                <a:gd name="T0" fmla="*/ 40 w 43"/>
                <a:gd name="T1" fmla="*/ 0 h 42"/>
                <a:gd name="T2" fmla="*/ 12 w 43"/>
                <a:gd name="T3" fmla="*/ 11 h 42"/>
                <a:gd name="T4" fmla="*/ 0 w 43"/>
                <a:gd name="T5" fmla="*/ 38 h 42"/>
                <a:gd name="T6" fmla="*/ 1 w 43"/>
                <a:gd name="T7" fmla="*/ 41 h 42"/>
                <a:gd name="T8" fmla="*/ 3 w 43"/>
                <a:gd name="T9" fmla="*/ 42 h 42"/>
                <a:gd name="T10" fmla="*/ 31 w 43"/>
                <a:gd name="T11" fmla="*/ 31 h 42"/>
                <a:gd name="T12" fmla="*/ 43 w 43"/>
                <a:gd name="T13" fmla="*/ 3 h 42"/>
                <a:gd name="T14" fmla="*/ 42 w 43"/>
                <a:gd name="T15" fmla="*/ 1 h 42"/>
                <a:gd name="T16" fmla="*/ 40 w 43"/>
                <a:gd name="T1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2">
                  <a:moveTo>
                    <a:pt x="40" y="0"/>
                  </a:moveTo>
                  <a:cubicBezTo>
                    <a:pt x="30" y="0"/>
                    <a:pt x="20" y="3"/>
                    <a:pt x="12" y="11"/>
                  </a:cubicBezTo>
                  <a:cubicBezTo>
                    <a:pt x="5" y="18"/>
                    <a:pt x="0" y="28"/>
                    <a:pt x="0" y="38"/>
                  </a:cubicBezTo>
                  <a:cubicBezTo>
                    <a:pt x="0" y="39"/>
                    <a:pt x="0" y="40"/>
                    <a:pt x="1" y="41"/>
                  </a:cubicBezTo>
                  <a:cubicBezTo>
                    <a:pt x="1" y="42"/>
                    <a:pt x="2" y="42"/>
                    <a:pt x="3" y="42"/>
                  </a:cubicBezTo>
                  <a:cubicBezTo>
                    <a:pt x="13" y="42"/>
                    <a:pt x="23" y="38"/>
                    <a:pt x="31" y="31"/>
                  </a:cubicBezTo>
                  <a:cubicBezTo>
                    <a:pt x="39" y="23"/>
                    <a:pt x="42" y="13"/>
                    <a:pt x="43" y="3"/>
                  </a:cubicBezTo>
                  <a:cubicBezTo>
                    <a:pt x="43" y="2"/>
                    <a:pt x="43" y="2"/>
                    <a:pt x="42" y="1"/>
                  </a:cubicBezTo>
                  <a:cubicBezTo>
                    <a:pt x="41" y="0"/>
                    <a:pt x="40" y="0"/>
                    <a:pt x="4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202"/>
            <p:cNvSpPr>
              <a:spLocks/>
            </p:cNvSpPr>
            <p:nvPr/>
          </p:nvSpPr>
          <p:spPr bwMode="auto">
            <a:xfrm>
              <a:off x="6561138" y="911225"/>
              <a:ext cx="60325" cy="30163"/>
            </a:xfrm>
            <a:custGeom>
              <a:avLst/>
              <a:gdLst>
                <a:gd name="T0" fmla="*/ 25 w 58"/>
                <a:gd name="T1" fmla="*/ 2 h 30"/>
                <a:gd name="T2" fmla="*/ 1 w 58"/>
                <a:gd name="T3" fmla="*/ 19 h 30"/>
                <a:gd name="T4" fmla="*/ 0 w 58"/>
                <a:gd name="T5" fmla="*/ 21 h 30"/>
                <a:gd name="T6" fmla="*/ 2 w 58"/>
                <a:gd name="T7" fmla="*/ 23 h 30"/>
                <a:gd name="T8" fmla="*/ 33 w 58"/>
                <a:gd name="T9" fmla="*/ 28 h 30"/>
                <a:gd name="T10" fmla="*/ 58 w 58"/>
                <a:gd name="T11" fmla="*/ 11 h 30"/>
                <a:gd name="T12" fmla="*/ 58 w 58"/>
                <a:gd name="T13" fmla="*/ 9 h 30"/>
                <a:gd name="T14" fmla="*/ 56 w 58"/>
                <a:gd name="T15" fmla="*/ 7 h 30"/>
                <a:gd name="T16" fmla="*/ 25 w 58"/>
                <a:gd name="T17" fmla="*/ 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25" y="2"/>
                  </a:moveTo>
                  <a:cubicBezTo>
                    <a:pt x="15" y="4"/>
                    <a:pt x="6" y="10"/>
                    <a:pt x="1" y="19"/>
                  </a:cubicBezTo>
                  <a:cubicBezTo>
                    <a:pt x="0" y="19"/>
                    <a:pt x="0" y="20"/>
                    <a:pt x="0" y="21"/>
                  </a:cubicBezTo>
                  <a:cubicBezTo>
                    <a:pt x="0" y="22"/>
                    <a:pt x="1" y="23"/>
                    <a:pt x="2" y="23"/>
                  </a:cubicBezTo>
                  <a:cubicBezTo>
                    <a:pt x="11" y="28"/>
                    <a:pt x="22" y="30"/>
                    <a:pt x="33" y="28"/>
                  </a:cubicBezTo>
                  <a:cubicBezTo>
                    <a:pt x="44" y="25"/>
                    <a:pt x="52" y="19"/>
                    <a:pt x="58" y="11"/>
                  </a:cubicBezTo>
                  <a:cubicBezTo>
                    <a:pt x="58" y="10"/>
                    <a:pt x="58" y="10"/>
                    <a:pt x="58" y="9"/>
                  </a:cubicBezTo>
                  <a:cubicBezTo>
                    <a:pt x="58" y="8"/>
                    <a:pt x="57" y="7"/>
                    <a:pt x="56" y="7"/>
                  </a:cubicBezTo>
                  <a:cubicBezTo>
                    <a:pt x="47" y="2"/>
                    <a:pt x="36" y="0"/>
                    <a:pt x="2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203"/>
            <p:cNvSpPr>
              <a:spLocks/>
            </p:cNvSpPr>
            <p:nvPr/>
          </p:nvSpPr>
          <p:spPr bwMode="auto">
            <a:xfrm>
              <a:off x="6505576" y="1012825"/>
              <a:ext cx="33338" cy="61913"/>
            </a:xfrm>
            <a:custGeom>
              <a:avLst/>
              <a:gdLst>
                <a:gd name="T0" fmla="*/ 11 w 33"/>
                <a:gd name="T1" fmla="*/ 1 h 60"/>
                <a:gd name="T2" fmla="*/ 9 w 33"/>
                <a:gd name="T3" fmla="*/ 0 h 60"/>
                <a:gd name="T4" fmla="*/ 7 w 33"/>
                <a:gd name="T5" fmla="*/ 2 h 60"/>
                <a:gd name="T6" fmla="*/ 3 w 33"/>
                <a:gd name="T7" fmla="*/ 33 h 60"/>
                <a:gd name="T8" fmla="*/ 22 w 33"/>
                <a:gd name="T9" fmla="*/ 59 h 60"/>
                <a:gd name="T10" fmla="*/ 25 w 33"/>
                <a:gd name="T11" fmla="*/ 60 h 60"/>
                <a:gd name="T12" fmla="*/ 27 w 33"/>
                <a:gd name="T13" fmla="*/ 58 h 60"/>
                <a:gd name="T14" fmla="*/ 30 w 33"/>
                <a:gd name="T15" fmla="*/ 27 h 60"/>
                <a:gd name="T16" fmla="*/ 11 w 33"/>
                <a:gd name="T17" fmla="*/ 1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60">
                  <a:moveTo>
                    <a:pt x="11" y="1"/>
                  </a:moveTo>
                  <a:cubicBezTo>
                    <a:pt x="11" y="0"/>
                    <a:pt x="10" y="0"/>
                    <a:pt x="9" y="0"/>
                  </a:cubicBezTo>
                  <a:cubicBezTo>
                    <a:pt x="8" y="0"/>
                    <a:pt x="7" y="1"/>
                    <a:pt x="7" y="2"/>
                  </a:cubicBezTo>
                  <a:cubicBezTo>
                    <a:pt x="2" y="11"/>
                    <a:pt x="0" y="22"/>
                    <a:pt x="3" y="33"/>
                  </a:cubicBezTo>
                  <a:cubicBezTo>
                    <a:pt x="6" y="44"/>
                    <a:pt x="13" y="53"/>
                    <a:pt x="22" y="59"/>
                  </a:cubicBezTo>
                  <a:cubicBezTo>
                    <a:pt x="23" y="60"/>
                    <a:pt x="24" y="60"/>
                    <a:pt x="25" y="60"/>
                  </a:cubicBezTo>
                  <a:cubicBezTo>
                    <a:pt x="26" y="59"/>
                    <a:pt x="27" y="59"/>
                    <a:pt x="27" y="58"/>
                  </a:cubicBezTo>
                  <a:cubicBezTo>
                    <a:pt x="32" y="49"/>
                    <a:pt x="33" y="38"/>
                    <a:pt x="30" y="27"/>
                  </a:cubicBezTo>
                  <a:cubicBezTo>
                    <a:pt x="27" y="16"/>
                    <a:pt x="20" y="7"/>
                    <a:pt x="1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204"/>
            <p:cNvSpPr>
              <a:spLocks/>
            </p:cNvSpPr>
            <p:nvPr/>
          </p:nvSpPr>
          <p:spPr bwMode="auto">
            <a:xfrm>
              <a:off x="6562726" y="960438"/>
              <a:ext cx="61913" cy="33338"/>
            </a:xfrm>
            <a:custGeom>
              <a:avLst/>
              <a:gdLst>
                <a:gd name="T0" fmla="*/ 58 w 60"/>
                <a:gd name="T1" fmla="*/ 27 h 32"/>
                <a:gd name="T2" fmla="*/ 60 w 60"/>
                <a:gd name="T3" fmla="*/ 25 h 32"/>
                <a:gd name="T4" fmla="*/ 59 w 60"/>
                <a:gd name="T5" fmla="*/ 22 h 32"/>
                <a:gd name="T6" fmla="*/ 33 w 60"/>
                <a:gd name="T7" fmla="*/ 3 h 32"/>
                <a:gd name="T8" fmla="*/ 1 w 60"/>
                <a:gd name="T9" fmla="*/ 5 h 32"/>
                <a:gd name="T10" fmla="*/ 0 w 60"/>
                <a:gd name="T11" fmla="*/ 7 h 32"/>
                <a:gd name="T12" fmla="*/ 0 w 60"/>
                <a:gd name="T13" fmla="*/ 10 h 32"/>
                <a:gd name="T14" fmla="*/ 27 w 60"/>
                <a:gd name="T15" fmla="*/ 29 h 32"/>
                <a:gd name="T16" fmla="*/ 58 w 60"/>
                <a:gd name="T17" fmla="*/ 27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32">
                  <a:moveTo>
                    <a:pt x="58" y="27"/>
                  </a:moveTo>
                  <a:cubicBezTo>
                    <a:pt x="59" y="26"/>
                    <a:pt x="60" y="26"/>
                    <a:pt x="60" y="25"/>
                  </a:cubicBezTo>
                  <a:cubicBezTo>
                    <a:pt x="60" y="24"/>
                    <a:pt x="60" y="23"/>
                    <a:pt x="59" y="22"/>
                  </a:cubicBezTo>
                  <a:cubicBezTo>
                    <a:pt x="53" y="14"/>
                    <a:pt x="44" y="7"/>
                    <a:pt x="33" y="3"/>
                  </a:cubicBezTo>
                  <a:cubicBezTo>
                    <a:pt x="22" y="0"/>
                    <a:pt x="11" y="1"/>
                    <a:pt x="1" y="5"/>
                  </a:cubicBezTo>
                  <a:cubicBezTo>
                    <a:pt x="1" y="6"/>
                    <a:pt x="0" y="6"/>
                    <a:pt x="0" y="7"/>
                  </a:cubicBezTo>
                  <a:cubicBezTo>
                    <a:pt x="0" y="8"/>
                    <a:pt x="0" y="9"/>
                    <a:pt x="0" y="10"/>
                  </a:cubicBezTo>
                  <a:cubicBezTo>
                    <a:pt x="6" y="18"/>
                    <a:pt x="15" y="25"/>
                    <a:pt x="27" y="29"/>
                  </a:cubicBezTo>
                  <a:cubicBezTo>
                    <a:pt x="38" y="32"/>
                    <a:pt x="49" y="31"/>
                    <a:pt x="58"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205"/>
            <p:cNvSpPr>
              <a:spLocks/>
            </p:cNvSpPr>
            <p:nvPr/>
          </p:nvSpPr>
          <p:spPr bwMode="auto">
            <a:xfrm>
              <a:off x="6453188" y="1012825"/>
              <a:ext cx="33338" cy="60325"/>
            </a:xfrm>
            <a:custGeom>
              <a:avLst/>
              <a:gdLst>
                <a:gd name="T0" fmla="*/ 23 w 33"/>
                <a:gd name="T1" fmla="*/ 1 h 60"/>
                <a:gd name="T2" fmla="*/ 4 w 33"/>
                <a:gd name="T3" fmla="*/ 26 h 60"/>
                <a:gd name="T4" fmla="*/ 6 w 33"/>
                <a:gd name="T5" fmla="*/ 58 h 60"/>
                <a:gd name="T6" fmla="*/ 8 w 33"/>
                <a:gd name="T7" fmla="*/ 60 h 60"/>
                <a:gd name="T8" fmla="*/ 11 w 33"/>
                <a:gd name="T9" fmla="*/ 59 h 60"/>
                <a:gd name="T10" fmla="*/ 30 w 33"/>
                <a:gd name="T11" fmla="*/ 34 h 60"/>
                <a:gd name="T12" fmla="*/ 28 w 33"/>
                <a:gd name="T13" fmla="*/ 2 h 60"/>
                <a:gd name="T14" fmla="*/ 26 w 33"/>
                <a:gd name="T15" fmla="*/ 0 h 60"/>
                <a:gd name="T16" fmla="*/ 23 w 33"/>
                <a:gd name="T17" fmla="*/ 1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60">
                  <a:moveTo>
                    <a:pt x="23" y="1"/>
                  </a:moveTo>
                  <a:cubicBezTo>
                    <a:pt x="14" y="6"/>
                    <a:pt x="7" y="15"/>
                    <a:pt x="4" y="26"/>
                  </a:cubicBezTo>
                  <a:cubicBezTo>
                    <a:pt x="0" y="37"/>
                    <a:pt x="2" y="48"/>
                    <a:pt x="6" y="58"/>
                  </a:cubicBezTo>
                  <a:cubicBezTo>
                    <a:pt x="6" y="59"/>
                    <a:pt x="7" y="60"/>
                    <a:pt x="8" y="60"/>
                  </a:cubicBezTo>
                  <a:cubicBezTo>
                    <a:pt x="9" y="60"/>
                    <a:pt x="10" y="60"/>
                    <a:pt x="11" y="59"/>
                  </a:cubicBezTo>
                  <a:cubicBezTo>
                    <a:pt x="20" y="54"/>
                    <a:pt x="27" y="45"/>
                    <a:pt x="30" y="34"/>
                  </a:cubicBezTo>
                  <a:cubicBezTo>
                    <a:pt x="33" y="23"/>
                    <a:pt x="32" y="12"/>
                    <a:pt x="28" y="2"/>
                  </a:cubicBezTo>
                  <a:cubicBezTo>
                    <a:pt x="27" y="1"/>
                    <a:pt x="26" y="0"/>
                    <a:pt x="26" y="0"/>
                  </a:cubicBezTo>
                  <a:cubicBezTo>
                    <a:pt x="25" y="0"/>
                    <a:pt x="24" y="0"/>
                    <a:pt x="2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206"/>
            <p:cNvSpPr>
              <a:spLocks/>
            </p:cNvSpPr>
            <p:nvPr/>
          </p:nvSpPr>
          <p:spPr bwMode="auto">
            <a:xfrm>
              <a:off x="6443663" y="895350"/>
              <a:ext cx="101600" cy="103188"/>
            </a:xfrm>
            <a:custGeom>
              <a:avLst/>
              <a:gdLst>
                <a:gd name="T0" fmla="*/ 50 w 100"/>
                <a:gd name="T1" fmla="*/ 101 h 102"/>
                <a:gd name="T2" fmla="*/ 99 w 100"/>
                <a:gd name="T3" fmla="*/ 53 h 102"/>
                <a:gd name="T4" fmla="*/ 51 w 100"/>
                <a:gd name="T5" fmla="*/ 2 h 102"/>
                <a:gd name="T6" fmla="*/ 1 w 100"/>
                <a:gd name="T7" fmla="*/ 49 h 102"/>
                <a:gd name="T8" fmla="*/ 50 w 100"/>
                <a:gd name="T9" fmla="*/ 101 h 102"/>
              </a:gdLst>
              <a:ahLst/>
              <a:cxnLst>
                <a:cxn ang="0">
                  <a:pos x="T0" y="T1"/>
                </a:cxn>
                <a:cxn ang="0">
                  <a:pos x="T2" y="T3"/>
                </a:cxn>
                <a:cxn ang="0">
                  <a:pos x="T4" y="T5"/>
                </a:cxn>
                <a:cxn ang="0">
                  <a:pos x="T6" y="T7"/>
                </a:cxn>
                <a:cxn ang="0">
                  <a:pos x="T8" y="T9"/>
                </a:cxn>
              </a:cxnLst>
              <a:rect l="0" t="0" r="r" b="b"/>
              <a:pathLst>
                <a:path w="100" h="102">
                  <a:moveTo>
                    <a:pt x="50" y="101"/>
                  </a:moveTo>
                  <a:cubicBezTo>
                    <a:pt x="77" y="102"/>
                    <a:pt x="100" y="80"/>
                    <a:pt x="99" y="53"/>
                  </a:cubicBezTo>
                  <a:cubicBezTo>
                    <a:pt x="99" y="26"/>
                    <a:pt x="77" y="3"/>
                    <a:pt x="51" y="2"/>
                  </a:cubicBezTo>
                  <a:cubicBezTo>
                    <a:pt x="24" y="0"/>
                    <a:pt x="2" y="21"/>
                    <a:pt x="1" y="49"/>
                  </a:cubicBezTo>
                  <a:cubicBezTo>
                    <a:pt x="0" y="77"/>
                    <a:pt x="22" y="100"/>
                    <a:pt x="50" y="10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207"/>
            <p:cNvSpPr>
              <a:spLocks/>
            </p:cNvSpPr>
            <p:nvPr/>
          </p:nvSpPr>
          <p:spPr bwMode="auto">
            <a:xfrm>
              <a:off x="6507163" y="823913"/>
              <a:ext cx="31750" cy="58738"/>
            </a:xfrm>
            <a:custGeom>
              <a:avLst/>
              <a:gdLst>
                <a:gd name="T0" fmla="*/ 10 w 31"/>
                <a:gd name="T1" fmla="*/ 58 h 58"/>
                <a:gd name="T2" fmla="*/ 28 w 31"/>
                <a:gd name="T3" fmla="*/ 33 h 58"/>
                <a:gd name="T4" fmla="*/ 25 w 31"/>
                <a:gd name="T5" fmla="*/ 2 h 58"/>
                <a:gd name="T6" fmla="*/ 23 w 31"/>
                <a:gd name="T7" fmla="*/ 0 h 58"/>
                <a:gd name="T8" fmla="*/ 20 w 31"/>
                <a:gd name="T9" fmla="*/ 0 h 58"/>
                <a:gd name="T10" fmla="*/ 3 w 31"/>
                <a:gd name="T11" fmla="*/ 25 h 58"/>
                <a:gd name="T12" fmla="*/ 6 w 31"/>
                <a:gd name="T13" fmla="*/ 56 h 58"/>
                <a:gd name="T14" fmla="*/ 8 w 31"/>
                <a:gd name="T15" fmla="*/ 58 h 58"/>
                <a:gd name="T16" fmla="*/ 10 w 31"/>
                <a:gd name="T17" fmla="*/ 5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58">
                  <a:moveTo>
                    <a:pt x="10" y="58"/>
                  </a:moveTo>
                  <a:cubicBezTo>
                    <a:pt x="19" y="52"/>
                    <a:pt x="25" y="44"/>
                    <a:pt x="28" y="33"/>
                  </a:cubicBezTo>
                  <a:cubicBezTo>
                    <a:pt x="31" y="23"/>
                    <a:pt x="29" y="12"/>
                    <a:pt x="25" y="2"/>
                  </a:cubicBezTo>
                  <a:cubicBezTo>
                    <a:pt x="24" y="1"/>
                    <a:pt x="24" y="0"/>
                    <a:pt x="23" y="0"/>
                  </a:cubicBezTo>
                  <a:cubicBezTo>
                    <a:pt x="22" y="0"/>
                    <a:pt x="21" y="0"/>
                    <a:pt x="20" y="0"/>
                  </a:cubicBezTo>
                  <a:cubicBezTo>
                    <a:pt x="12" y="5"/>
                    <a:pt x="6" y="14"/>
                    <a:pt x="3" y="25"/>
                  </a:cubicBezTo>
                  <a:cubicBezTo>
                    <a:pt x="0" y="35"/>
                    <a:pt x="1" y="46"/>
                    <a:pt x="6" y="56"/>
                  </a:cubicBezTo>
                  <a:cubicBezTo>
                    <a:pt x="6" y="57"/>
                    <a:pt x="7" y="58"/>
                    <a:pt x="8" y="58"/>
                  </a:cubicBezTo>
                  <a:cubicBezTo>
                    <a:pt x="9" y="58"/>
                    <a:pt x="9" y="58"/>
                    <a:pt x="10"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208"/>
            <p:cNvSpPr>
              <a:spLocks/>
            </p:cNvSpPr>
            <p:nvPr/>
          </p:nvSpPr>
          <p:spPr bwMode="auto">
            <a:xfrm>
              <a:off x="6457951" y="819150"/>
              <a:ext cx="30163" cy="61913"/>
            </a:xfrm>
            <a:custGeom>
              <a:avLst/>
              <a:gdLst>
                <a:gd name="T0" fmla="*/ 20 w 30"/>
                <a:gd name="T1" fmla="*/ 60 h 61"/>
                <a:gd name="T2" fmla="*/ 22 w 30"/>
                <a:gd name="T3" fmla="*/ 61 h 61"/>
                <a:gd name="T4" fmla="*/ 24 w 30"/>
                <a:gd name="T5" fmla="*/ 59 h 61"/>
                <a:gd name="T6" fmla="*/ 28 w 30"/>
                <a:gd name="T7" fmla="*/ 28 h 61"/>
                <a:gd name="T8" fmla="*/ 11 w 30"/>
                <a:gd name="T9" fmla="*/ 1 h 61"/>
                <a:gd name="T10" fmla="*/ 8 w 30"/>
                <a:gd name="T11" fmla="*/ 0 h 61"/>
                <a:gd name="T12" fmla="*/ 6 w 30"/>
                <a:gd name="T13" fmla="*/ 1 h 61"/>
                <a:gd name="T14" fmla="*/ 3 w 30"/>
                <a:gd name="T15" fmla="*/ 33 h 61"/>
                <a:gd name="T16" fmla="*/ 20 w 30"/>
                <a:gd name="T17" fmla="*/ 6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61">
                  <a:moveTo>
                    <a:pt x="20" y="60"/>
                  </a:moveTo>
                  <a:cubicBezTo>
                    <a:pt x="21" y="61"/>
                    <a:pt x="21" y="61"/>
                    <a:pt x="22" y="61"/>
                  </a:cubicBezTo>
                  <a:cubicBezTo>
                    <a:pt x="23" y="61"/>
                    <a:pt x="24" y="60"/>
                    <a:pt x="24" y="59"/>
                  </a:cubicBezTo>
                  <a:cubicBezTo>
                    <a:pt x="29" y="50"/>
                    <a:pt x="30" y="39"/>
                    <a:pt x="28" y="28"/>
                  </a:cubicBezTo>
                  <a:cubicBezTo>
                    <a:pt x="25" y="17"/>
                    <a:pt x="19" y="7"/>
                    <a:pt x="11" y="1"/>
                  </a:cubicBezTo>
                  <a:cubicBezTo>
                    <a:pt x="10" y="0"/>
                    <a:pt x="9" y="0"/>
                    <a:pt x="8" y="0"/>
                  </a:cubicBezTo>
                  <a:cubicBezTo>
                    <a:pt x="7" y="0"/>
                    <a:pt x="7" y="1"/>
                    <a:pt x="6" y="1"/>
                  </a:cubicBezTo>
                  <a:cubicBezTo>
                    <a:pt x="2" y="11"/>
                    <a:pt x="0" y="22"/>
                    <a:pt x="3" y="33"/>
                  </a:cubicBezTo>
                  <a:cubicBezTo>
                    <a:pt x="5" y="44"/>
                    <a:pt x="12" y="54"/>
                    <a:pt x="2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209"/>
            <p:cNvSpPr>
              <a:spLocks/>
            </p:cNvSpPr>
            <p:nvPr/>
          </p:nvSpPr>
          <p:spPr bwMode="auto">
            <a:xfrm>
              <a:off x="6543676" y="995363"/>
              <a:ext cx="49213" cy="47625"/>
            </a:xfrm>
            <a:custGeom>
              <a:avLst/>
              <a:gdLst>
                <a:gd name="T0" fmla="*/ 3 w 47"/>
                <a:gd name="T1" fmla="*/ 0 h 46"/>
                <a:gd name="T2" fmla="*/ 1 w 47"/>
                <a:gd name="T3" fmla="*/ 1 h 46"/>
                <a:gd name="T4" fmla="*/ 0 w 47"/>
                <a:gd name="T5" fmla="*/ 3 h 46"/>
                <a:gd name="T6" fmla="*/ 14 w 47"/>
                <a:gd name="T7" fmla="*/ 32 h 46"/>
                <a:gd name="T8" fmla="*/ 44 w 47"/>
                <a:gd name="T9" fmla="*/ 46 h 46"/>
                <a:gd name="T10" fmla="*/ 46 w 47"/>
                <a:gd name="T11" fmla="*/ 45 h 46"/>
                <a:gd name="T12" fmla="*/ 47 w 47"/>
                <a:gd name="T13" fmla="*/ 42 h 46"/>
                <a:gd name="T14" fmla="*/ 33 w 47"/>
                <a:gd name="T15" fmla="*/ 14 h 46"/>
                <a:gd name="T16" fmla="*/ 3 w 47"/>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46">
                  <a:moveTo>
                    <a:pt x="3" y="0"/>
                  </a:moveTo>
                  <a:cubicBezTo>
                    <a:pt x="2" y="0"/>
                    <a:pt x="1" y="0"/>
                    <a:pt x="1" y="1"/>
                  </a:cubicBezTo>
                  <a:cubicBezTo>
                    <a:pt x="0" y="2"/>
                    <a:pt x="0" y="2"/>
                    <a:pt x="0" y="3"/>
                  </a:cubicBezTo>
                  <a:cubicBezTo>
                    <a:pt x="1" y="14"/>
                    <a:pt x="5" y="24"/>
                    <a:pt x="14" y="32"/>
                  </a:cubicBezTo>
                  <a:cubicBezTo>
                    <a:pt x="22" y="40"/>
                    <a:pt x="33" y="45"/>
                    <a:pt x="44" y="46"/>
                  </a:cubicBezTo>
                  <a:cubicBezTo>
                    <a:pt x="44" y="46"/>
                    <a:pt x="45" y="45"/>
                    <a:pt x="46" y="45"/>
                  </a:cubicBezTo>
                  <a:cubicBezTo>
                    <a:pt x="47" y="44"/>
                    <a:pt x="47" y="43"/>
                    <a:pt x="47" y="42"/>
                  </a:cubicBezTo>
                  <a:cubicBezTo>
                    <a:pt x="46" y="32"/>
                    <a:pt x="41" y="22"/>
                    <a:pt x="33" y="14"/>
                  </a:cubicBezTo>
                  <a:cubicBezTo>
                    <a:pt x="24" y="6"/>
                    <a:pt x="14" y="1"/>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210"/>
            <p:cNvSpPr>
              <a:spLocks/>
            </p:cNvSpPr>
            <p:nvPr/>
          </p:nvSpPr>
          <p:spPr bwMode="auto">
            <a:xfrm>
              <a:off x="6372226" y="900113"/>
              <a:ext cx="60325" cy="33338"/>
            </a:xfrm>
            <a:custGeom>
              <a:avLst/>
              <a:gdLst>
                <a:gd name="T0" fmla="*/ 2 w 59"/>
                <a:gd name="T1" fmla="*/ 5 h 33"/>
                <a:gd name="T2" fmla="*/ 1 w 59"/>
                <a:gd name="T3" fmla="*/ 7 h 33"/>
                <a:gd name="T4" fmla="*/ 1 w 59"/>
                <a:gd name="T5" fmla="*/ 9 h 33"/>
                <a:gd name="T6" fmla="*/ 25 w 59"/>
                <a:gd name="T7" fmla="*/ 30 h 33"/>
                <a:gd name="T8" fmla="*/ 57 w 59"/>
                <a:gd name="T9" fmla="*/ 28 h 33"/>
                <a:gd name="T10" fmla="*/ 58 w 59"/>
                <a:gd name="T11" fmla="*/ 26 h 33"/>
                <a:gd name="T12" fmla="*/ 58 w 59"/>
                <a:gd name="T13" fmla="*/ 23 h 33"/>
                <a:gd name="T14" fmla="*/ 33 w 59"/>
                <a:gd name="T15" fmla="*/ 3 h 33"/>
                <a:gd name="T16" fmla="*/ 2 w 59"/>
                <a:gd name="T17" fmla="*/ 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3">
                  <a:moveTo>
                    <a:pt x="2" y="5"/>
                  </a:moveTo>
                  <a:cubicBezTo>
                    <a:pt x="1" y="5"/>
                    <a:pt x="1" y="6"/>
                    <a:pt x="1" y="7"/>
                  </a:cubicBezTo>
                  <a:cubicBezTo>
                    <a:pt x="0" y="8"/>
                    <a:pt x="0" y="9"/>
                    <a:pt x="1" y="9"/>
                  </a:cubicBezTo>
                  <a:cubicBezTo>
                    <a:pt x="6" y="19"/>
                    <a:pt x="15" y="26"/>
                    <a:pt x="25" y="30"/>
                  </a:cubicBezTo>
                  <a:cubicBezTo>
                    <a:pt x="36" y="33"/>
                    <a:pt x="47" y="32"/>
                    <a:pt x="57" y="28"/>
                  </a:cubicBezTo>
                  <a:cubicBezTo>
                    <a:pt x="57" y="28"/>
                    <a:pt x="58" y="27"/>
                    <a:pt x="58" y="26"/>
                  </a:cubicBezTo>
                  <a:cubicBezTo>
                    <a:pt x="59" y="25"/>
                    <a:pt x="58" y="24"/>
                    <a:pt x="58" y="23"/>
                  </a:cubicBezTo>
                  <a:cubicBezTo>
                    <a:pt x="52" y="14"/>
                    <a:pt x="44" y="7"/>
                    <a:pt x="33" y="3"/>
                  </a:cubicBezTo>
                  <a:cubicBezTo>
                    <a:pt x="23" y="0"/>
                    <a:pt x="12" y="0"/>
                    <a:pt x="2"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211"/>
            <p:cNvSpPr>
              <a:spLocks/>
            </p:cNvSpPr>
            <p:nvPr/>
          </p:nvSpPr>
          <p:spPr bwMode="auto">
            <a:xfrm>
              <a:off x="6369051" y="952500"/>
              <a:ext cx="61913" cy="33338"/>
            </a:xfrm>
            <a:custGeom>
              <a:avLst/>
              <a:gdLst>
                <a:gd name="T0" fmla="*/ 0 w 60"/>
                <a:gd name="T1" fmla="*/ 23 h 32"/>
                <a:gd name="T2" fmla="*/ 1 w 60"/>
                <a:gd name="T3" fmla="*/ 25 h 32"/>
                <a:gd name="T4" fmla="*/ 33 w 60"/>
                <a:gd name="T5" fmla="*/ 29 h 32"/>
                <a:gd name="T6" fmla="*/ 60 w 60"/>
                <a:gd name="T7" fmla="*/ 12 h 32"/>
                <a:gd name="T8" fmla="*/ 60 w 60"/>
                <a:gd name="T9" fmla="*/ 9 h 32"/>
                <a:gd name="T10" fmla="*/ 59 w 60"/>
                <a:gd name="T11" fmla="*/ 7 h 32"/>
                <a:gd name="T12" fmla="*/ 27 w 60"/>
                <a:gd name="T13" fmla="*/ 3 h 32"/>
                <a:gd name="T14" fmla="*/ 0 w 60"/>
                <a:gd name="T15" fmla="*/ 20 h 32"/>
                <a:gd name="T16" fmla="*/ 0 w 60"/>
                <a:gd name="T17" fmla="*/ 2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32">
                  <a:moveTo>
                    <a:pt x="0" y="23"/>
                  </a:moveTo>
                  <a:cubicBezTo>
                    <a:pt x="0" y="24"/>
                    <a:pt x="1" y="25"/>
                    <a:pt x="1" y="25"/>
                  </a:cubicBezTo>
                  <a:cubicBezTo>
                    <a:pt x="11" y="30"/>
                    <a:pt x="22" y="32"/>
                    <a:pt x="33" y="29"/>
                  </a:cubicBezTo>
                  <a:cubicBezTo>
                    <a:pt x="44" y="27"/>
                    <a:pt x="53" y="20"/>
                    <a:pt x="60" y="12"/>
                  </a:cubicBezTo>
                  <a:cubicBezTo>
                    <a:pt x="60" y="11"/>
                    <a:pt x="60" y="10"/>
                    <a:pt x="60" y="9"/>
                  </a:cubicBezTo>
                  <a:cubicBezTo>
                    <a:pt x="60" y="8"/>
                    <a:pt x="59" y="7"/>
                    <a:pt x="59" y="7"/>
                  </a:cubicBezTo>
                  <a:cubicBezTo>
                    <a:pt x="49" y="2"/>
                    <a:pt x="38" y="0"/>
                    <a:pt x="27" y="3"/>
                  </a:cubicBezTo>
                  <a:cubicBezTo>
                    <a:pt x="16" y="5"/>
                    <a:pt x="7" y="12"/>
                    <a:pt x="0" y="20"/>
                  </a:cubicBezTo>
                  <a:cubicBezTo>
                    <a:pt x="0" y="21"/>
                    <a:pt x="0" y="22"/>
                    <a:pt x="0"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212"/>
            <p:cNvSpPr>
              <a:spLocks/>
            </p:cNvSpPr>
            <p:nvPr/>
          </p:nvSpPr>
          <p:spPr bwMode="auto">
            <a:xfrm>
              <a:off x="6407151" y="847725"/>
              <a:ext cx="44450" cy="49213"/>
            </a:xfrm>
            <a:custGeom>
              <a:avLst/>
              <a:gdLst>
                <a:gd name="T0" fmla="*/ 4 w 43"/>
                <a:gd name="T1" fmla="*/ 0 h 48"/>
                <a:gd name="T2" fmla="*/ 1 w 43"/>
                <a:gd name="T3" fmla="*/ 1 h 48"/>
                <a:gd name="T4" fmla="*/ 0 w 43"/>
                <a:gd name="T5" fmla="*/ 3 h 48"/>
                <a:gd name="T6" fmla="*/ 12 w 43"/>
                <a:gd name="T7" fmla="*/ 33 h 48"/>
                <a:gd name="T8" fmla="*/ 40 w 43"/>
                <a:gd name="T9" fmla="*/ 48 h 48"/>
                <a:gd name="T10" fmla="*/ 42 w 43"/>
                <a:gd name="T11" fmla="*/ 48 h 48"/>
                <a:gd name="T12" fmla="*/ 43 w 43"/>
                <a:gd name="T13" fmla="*/ 45 h 48"/>
                <a:gd name="T14" fmla="*/ 31 w 43"/>
                <a:gd name="T15" fmla="*/ 15 h 48"/>
                <a:gd name="T16" fmla="*/ 4 w 43"/>
                <a:gd name="T1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8">
                  <a:moveTo>
                    <a:pt x="4" y="0"/>
                  </a:moveTo>
                  <a:cubicBezTo>
                    <a:pt x="3" y="0"/>
                    <a:pt x="2" y="0"/>
                    <a:pt x="1" y="1"/>
                  </a:cubicBezTo>
                  <a:cubicBezTo>
                    <a:pt x="1" y="1"/>
                    <a:pt x="0" y="2"/>
                    <a:pt x="0" y="3"/>
                  </a:cubicBezTo>
                  <a:cubicBezTo>
                    <a:pt x="1" y="14"/>
                    <a:pt x="5" y="25"/>
                    <a:pt x="12" y="33"/>
                  </a:cubicBezTo>
                  <a:cubicBezTo>
                    <a:pt x="20" y="42"/>
                    <a:pt x="29" y="47"/>
                    <a:pt x="40" y="48"/>
                  </a:cubicBezTo>
                  <a:cubicBezTo>
                    <a:pt x="40" y="48"/>
                    <a:pt x="41" y="48"/>
                    <a:pt x="42" y="48"/>
                  </a:cubicBezTo>
                  <a:cubicBezTo>
                    <a:pt x="43" y="47"/>
                    <a:pt x="43" y="46"/>
                    <a:pt x="43" y="45"/>
                  </a:cubicBezTo>
                  <a:cubicBezTo>
                    <a:pt x="42" y="34"/>
                    <a:pt x="39" y="24"/>
                    <a:pt x="31" y="15"/>
                  </a:cubicBezTo>
                  <a:cubicBezTo>
                    <a:pt x="24" y="6"/>
                    <a:pt x="14"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213"/>
            <p:cNvSpPr>
              <a:spLocks/>
            </p:cNvSpPr>
            <p:nvPr/>
          </p:nvSpPr>
          <p:spPr bwMode="auto">
            <a:xfrm>
              <a:off x="6400801" y="993775"/>
              <a:ext cx="49213" cy="44450"/>
            </a:xfrm>
            <a:custGeom>
              <a:avLst/>
              <a:gdLst>
                <a:gd name="T0" fmla="*/ 15 w 48"/>
                <a:gd name="T1" fmla="*/ 12 h 45"/>
                <a:gd name="T2" fmla="*/ 0 w 48"/>
                <a:gd name="T3" fmla="*/ 42 h 45"/>
                <a:gd name="T4" fmla="*/ 1 w 48"/>
                <a:gd name="T5" fmla="*/ 44 h 45"/>
                <a:gd name="T6" fmla="*/ 3 w 48"/>
                <a:gd name="T7" fmla="*/ 45 h 45"/>
                <a:gd name="T8" fmla="*/ 33 w 48"/>
                <a:gd name="T9" fmla="*/ 32 h 45"/>
                <a:gd name="T10" fmla="*/ 47 w 48"/>
                <a:gd name="T11" fmla="*/ 3 h 45"/>
                <a:gd name="T12" fmla="*/ 47 w 48"/>
                <a:gd name="T13" fmla="*/ 1 h 45"/>
                <a:gd name="T14" fmla="*/ 44 w 48"/>
                <a:gd name="T15" fmla="*/ 0 h 45"/>
                <a:gd name="T16" fmla="*/ 15 w 48"/>
                <a:gd name="T17" fmla="*/ 1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45">
                  <a:moveTo>
                    <a:pt x="15" y="12"/>
                  </a:moveTo>
                  <a:cubicBezTo>
                    <a:pt x="6" y="20"/>
                    <a:pt x="1" y="31"/>
                    <a:pt x="0" y="42"/>
                  </a:cubicBezTo>
                  <a:cubicBezTo>
                    <a:pt x="0" y="43"/>
                    <a:pt x="0" y="43"/>
                    <a:pt x="1" y="44"/>
                  </a:cubicBezTo>
                  <a:cubicBezTo>
                    <a:pt x="1" y="45"/>
                    <a:pt x="2" y="45"/>
                    <a:pt x="3" y="45"/>
                  </a:cubicBezTo>
                  <a:cubicBezTo>
                    <a:pt x="14" y="45"/>
                    <a:pt x="25" y="40"/>
                    <a:pt x="33" y="32"/>
                  </a:cubicBezTo>
                  <a:cubicBezTo>
                    <a:pt x="42" y="24"/>
                    <a:pt x="46" y="14"/>
                    <a:pt x="47" y="3"/>
                  </a:cubicBezTo>
                  <a:cubicBezTo>
                    <a:pt x="48" y="3"/>
                    <a:pt x="47" y="2"/>
                    <a:pt x="47" y="1"/>
                  </a:cubicBezTo>
                  <a:cubicBezTo>
                    <a:pt x="46" y="0"/>
                    <a:pt x="45" y="0"/>
                    <a:pt x="44" y="0"/>
                  </a:cubicBezTo>
                  <a:cubicBezTo>
                    <a:pt x="34" y="0"/>
                    <a:pt x="23" y="4"/>
                    <a:pt x="15"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214"/>
            <p:cNvSpPr>
              <a:spLocks/>
            </p:cNvSpPr>
            <p:nvPr/>
          </p:nvSpPr>
          <p:spPr bwMode="auto">
            <a:xfrm>
              <a:off x="6224588" y="1847850"/>
              <a:ext cx="53975" cy="131763"/>
            </a:xfrm>
            <a:custGeom>
              <a:avLst/>
              <a:gdLst>
                <a:gd name="T0" fmla="*/ 0 w 54"/>
                <a:gd name="T1" fmla="*/ 102 h 129"/>
                <a:gd name="T2" fmla="*/ 27 w 54"/>
                <a:gd name="T3" fmla="*/ 129 h 129"/>
                <a:gd name="T4" fmla="*/ 54 w 54"/>
                <a:gd name="T5" fmla="*/ 102 h 129"/>
                <a:gd name="T6" fmla="*/ 54 w 54"/>
                <a:gd name="T7" fmla="*/ 0 h 129"/>
                <a:gd name="T8" fmla="*/ 0 w 54"/>
                <a:gd name="T9" fmla="*/ 0 h 129"/>
                <a:gd name="T10" fmla="*/ 0 w 54"/>
                <a:gd name="T11" fmla="*/ 102 h 129"/>
              </a:gdLst>
              <a:ahLst/>
              <a:cxnLst>
                <a:cxn ang="0">
                  <a:pos x="T0" y="T1"/>
                </a:cxn>
                <a:cxn ang="0">
                  <a:pos x="T2" y="T3"/>
                </a:cxn>
                <a:cxn ang="0">
                  <a:pos x="T4" y="T5"/>
                </a:cxn>
                <a:cxn ang="0">
                  <a:pos x="T6" y="T7"/>
                </a:cxn>
                <a:cxn ang="0">
                  <a:pos x="T8" y="T9"/>
                </a:cxn>
                <a:cxn ang="0">
                  <a:pos x="T10" y="T11"/>
                </a:cxn>
              </a:cxnLst>
              <a:rect l="0" t="0" r="r" b="b"/>
              <a:pathLst>
                <a:path w="54" h="129">
                  <a:moveTo>
                    <a:pt x="0" y="102"/>
                  </a:moveTo>
                  <a:cubicBezTo>
                    <a:pt x="0" y="117"/>
                    <a:pt x="12" y="129"/>
                    <a:pt x="27" y="129"/>
                  </a:cubicBezTo>
                  <a:cubicBezTo>
                    <a:pt x="42" y="129"/>
                    <a:pt x="54" y="117"/>
                    <a:pt x="54" y="102"/>
                  </a:cubicBezTo>
                  <a:cubicBezTo>
                    <a:pt x="54" y="0"/>
                    <a:pt x="54" y="0"/>
                    <a:pt x="54" y="0"/>
                  </a:cubicBezTo>
                  <a:cubicBezTo>
                    <a:pt x="0" y="0"/>
                    <a:pt x="0" y="0"/>
                    <a:pt x="0" y="0"/>
                  </a:cubicBezTo>
                  <a:lnTo>
                    <a:pt x="0"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215"/>
            <p:cNvSpPr>
              <a:spLocks/>
            </p:cNvSpPr>
            <p:nvPr/>
          </p:nvSpPr>
          <p:spPr bwMode="auto">
            <a:xfrm>
              <a:off x="7423151" y="1847850"/>
              <a:ext cx="53975" cy="131763"/>
            </a:xfrm>
            <a:custGeom>
              <a:avLst/>
              <a:gdLst>
                <a:gd name="T0" fmla="*/ 0 w 54"/>
                <a:gd name="T1" fmla="*/ 102 h 129"/>
                <a:gd name="T2" fmla="*/ 27 w 54"/>
                <a:gd name="T3" fmla="*/ 129 h 129"/>
                <a:gd name="T4" fmla="*/ 54 w 54"/>
                <a:gd name="T5" fmla="*/ 102 h 129"/>
                <a:gd name="T6" fmla="*/ 54 w 54"/>
                <a:gd name="T7" fmla="*/ 0 h 129"/>
                <a:gd name="T8" fmla="*/ 0 w 54"/>
                <a:gd name="T9" fmla="*/ 0 h 129"/>
                <a:gd name="T10" fmla="*/ 0 w 54"/>
                <a:gd name="T11" fmla="*/ 102 h 129"/>
              </a:gdLst>
              <a:ahLst/>
              <a:cxnLst>
                <a:cxn ang="0">
                  <a:pos x="T0" y="T1"/>
                </a:cxn>
                <a:cxn ang="0">
                  <a:pos x="T2" y="T3"/>
                </a:cxn>
                <a:cxn ang="0">
                  <a:pos x="T4" y="T5"/>
                </a:cxn>
                <a:cxn ang="0">
                  <a:pos x="T6" y="T7"/>
                </a:cxn>
                <a:cxn ang="0">
                  <a:pos x="T8" y="T9"/>
                </a:cxn>
                <a:cxn ang="0">
                  <a:pos x="T10" y="T11"/>
                </a:cxn>
              </a:cxnLst>
              <a:rect l="0" t="0" r="r" b="b"/>
              <a:pathLst>
                <a:path w="54" h="129">
                  <a:moveTo>
                    <a:pt x="0" y="102"/>
                  </a:moveTo>
                  <a:cubicBezTo>
                    <a:pt x="0" y="117"/>
                    <a:pt x="12" y="129"/>
                    <a:pt x="27" y="129"/>
                  </a:cubicBezTo>
                  <a:cubicBezTo>
                    <a:pt x="42" y="129"/>
                    <a:pt x="54" y="117"/>
                    <a:pt x="54" y="102"/>
                  </a:cubicBezTo>
                  <a:cubicBezTo>
                    <a:pt x="54" y="0"/>
                    <a:pt x="54" y="0"/>
                    <a:pt x="54" y="0"/>
                  </a:cubicBezTo>
                  <a:cubicBezTo>
                    <a:pt x="0" y="0"/>
                    <a:pt x="0" y="0"/>
                    <a:pt x="0" y="0"/>
                  </a:cubicBezTo>
                  <a:lnTo>
                    <a:pt x="0"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216"/>
            <p:cNvSpPr>
              <a:spLocks/>
            </p:cNvSpPr>
            <p:nvPr/>
          </p:nvSpPr>
          <p:spPr bwMode="auto">
            <a:xfrm>
              <a:off x="7327901" y="1628775"/>
              <a:ext cx="257175" cy="77788"/>
            </a:xfrm>
            <a:custGeom>
              <a:avLst/>
              <a:gdLst>
                <a:gd name="T0" fmla="*/ 224 w 252"/>
                <a:gd name="T1" fmla="*/ 19 h 75"/>
                <a:gd name="T2" fmla="*/ 123 w 252"/>
                <a:gd name="T3" fmla="*/ 3 h 75"/>
                <a:gd name="T4" fmla="*/ 24 w 252"/>
                <a:gd name="T5" fmla="*/ 26 h 75"/>
                <a:gd name="T6" fmla="*/ 1 w 252"/>
                <a:gd name="T7" fmla="*/ 36 h 75"/>
                <a:gd name="T8" fmla="*/ 0 w 252"/>
                <a:gd name="T9" fmla="*/ 43 h 75"/>
                <a:gd name="T10" fmla="*/ 26 w 252"/>
                <a:gd name="T11" fmla="*/ 52 h 75"/>
                <a:gd name="T12" fmla="*/ 126 w 252"/>
                <a:gd name="T13" fmla="*/ 71 h 75"/>
                <a:gd name="T14" fmla="*/ 226 w 252"/>
                <a:gd name="T15" fmla="*/ 45 h 75"/>
                <a:gd name="T16" fmla="*/ 252 w 252"/>
                <a:gd name="T17" fmla="*/ 31 h 75"/>
                <a:gd name="T18" fmla="*/ 224 w 252"/>
                <a:gd name="T19" fmla="*/ 19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2" h="75">
                  <a:moveTo>
                    <a:pt x="224" y="19"/>
                  </a:moveTo>
                  <a:cubicBezTo>
                    <a:pt x="197" y="8"/>
                    <a:pt x="195" y="0"/>
                    <a:pt x="123" y="3"/>
                  </a:cubicBezTo>
                  <a:cubicBezTo>
                    <a:pt x="51" y="7"/>
                    <a:pt x="49" y="12"/>
                    <a:pt x="24" y="26"/>
                  </a:cubicBezTo>
                  <a:cubicBezTo>
                    <a:pt x="17" y="29"/>
                    <a:pt x="6" y="33"/>
                    <a:pt x="1" y="36"/>
                  </a:cubicBezTo>
                  <a:cubicBezTo>
                    <a:pt x="1" y="38"/>
                    <a:pt x="1" y="40"/>
                    <a:pt x="0" y="43"/>
                  </a:cubicBezTo>
                  <a:cubicBezTo>
                    <a:pt x="6" y="46"/>
                    <a:pt x="19" y="49"/>
                    <a:pt x="26" y="52"/>
                  </a:cubicBezTo>
                  <a:cubicBezTo>
                    <a:pt x="52" y="63"/>
                    <a:pt x="55" y="75"/>
                    <a:pt x="126" y="71"/>
                  </a:cubicBezTo>
                  <a:cubicBezTo>
                    <a:pt x="198" y="68"/>
                    <a:pt x="201" y="59"/>
                    <a:pt x="226" y="45"/>
                  </a:cubicBezTo>
                  <a:cubicBezTo>
                    <a:pt x="235" y="41"/>
                    <a:pt x="252" y="36"/>
                    <a:pt x="252" y="31"/>
                  </a:cubicBezTo>
                  <a:cubicBezTo>
                    <a:pt x="252" y="27"/>
                    <a:pt x="233" y="22"/>
                    <a:pt x="224"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Freeform 217"/>
            <p:cNvSpPr>
              <a:spLocks/>
            </p:cNvSpPr>
            <p:nvPr/>
          </p:nvSpPr>
          <p:spPr bwMode="auto">
            <a:xfrm>
              <a:off x="6143626" y="1714500"/>
              <a:ext cx="915988" cy="114300"/>
            </a:xfrm>
            <a:custGeom>
              <a:avLst/>
              <a:gdLst>
                <a:gd name="T0" fmla="*/ 896 w 896"/>
                <a:gd name="T1" fmla="*/ 0 h 112"/>
                <a:gd name="T2" fmla="*/ 56 w 896"/>
                <a:gd name="T3" fmla="*/ 0 h 112"/>
                <a:gd name="T4" fmla="*/ 0 w 896"/>
                <a:gd name="T5" fmla="*/ 56 h 112"/>
                <a:gd name="T6" fmla="*/ 56 w 896"/>
                <a:gd name="T7" fmla="*/ 112 h 112"/>
                <a:gd name="T8" fmla="*/ 802 w 896"/>
                <a:gd name="T9" fmla="*/ 112 h 112"/>
                <a:gd name="T10" fmla="*/ 896 w 896"/>
                <a:gd name="T11" fmla="*/ 0 h 112"/>
              </a:gdLst>
              <a:ahLst/>
              <a:cxnLst>
                <a:cxn ang="0">
                  <a:pos x="T0" y="T1"/>
                </a:cxn>
                <a:cxn ang="0">
                  <a:pos x="T2" y="T3"/>
                </a:cxn>
                <a:cxn ang="0">
                  <a:pos x="T4" y="T5"/>
                </a:cxn>
                <a:cxn ang="0">
                  <a:pos x="T6" y="T7"/>
                </a:cxn>
                <a:cxn ang="0">
                  <a:pos x="T8" y="T9"/>
                </a:cxn>
                <a:cxn ang="0">
                  <a:pos x="T10" y="T11"/>
                </a:cxn>
              </a:cxnLst>
              <a:rect l="0" t="0" r="r" b="b"/>
              <a:pathLst>
                <a:path w="896" h="112">
                  <a:moveTo>
                    <a:pt x="896" y="0"/>
                  </a:moveTo>
                  <a:cubicBezTo>
                    <a:pt x="56" y="0"/>
                    <a:pt x="56" y="0"/>
                    <a:pt x="56" y="0"/>
                  </a:cubicBezTo>
                  <a:cubicBezTo>
                    <a:pt x="25" y="0"/>
                    <a:pt x="0" y="25"/>
                    <a:pt x="0" y="56"/>
                  </a:cubicBezTo>
                  <a:cubicBezTo>
                    <a:pt x="0" y="87"/>
                    <a:pt x="25" y="112"/>
                    <a:pt x="56" y="112"/>
                  </a:cubicBezTo>
                  <a:cubicBezTo>
                    <a:pt x="802" y="112"/>
                    <a:pt x="802" y="112"/>
                    <a:pt x="802" y="112"/>
                  </a:cubicBezTo>
                  <a:lnTo>
                    <a:pt x="89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218"/>
            <p:cNvSpPr>
              <a:spLocks/>
            </p:cNvSpPr>
            <p:nvPr/>
          </p:nvSpPr>
          <p:spPr bwMode="auto">
            <a:xfrm>
              <a:off x="7351713" y="1714500"/>
              <a:ext cx="204788" cy="114300"/>
            </a:xfrm>
            <a:custGeom>
              <a:avLst/>
              <a:gdLst>
                <a:gd name="T0" fmla="*/ 145 w 201"/>
                <a:gd name="T1" fmla="*/ 0 h 112"/>
                <a:gd name="T2" fmla="*/ 0 w 201"/>
                <a:gd name="T3" fmla="*/ 0 h 112"/>
                <a:gd name="T4" fmla="*/ 46 w 201"/>
                <a:gd name="T5" fmla="*/ 54 h 112"/>
                <a:gd name="T6" fmla="*/ 60 w 201"/>
                <a:gd name="T7" fmla="*/ 100 h 112"/>
                <a:gd name="T8" fmla="*/ 59 w 201"/>
                <a:gd name="T9" fmla="*/ 112 h 112"/>
                <a:gd name="T10" fmla="*/ 145 w 201"/>
                <a:gd name="T11" fmla="*/ 112 h 112"/>
                <a:gd name="T12" fmla="*/ 201 w 201"/>
                <a:gd name="T13" fmla="*/ 56 h 112"/>
                <a:gd name="T14" fmla="*/ 145 w 201"/>
                <a:gd name="T15" fmla="*/ 0 h 1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1" h="112">
                  <a:moveTo>
                    <a:pt x="145" y="0"/>
                  </a:moveTo>
                  <a:cubicBezTo>
                    <a:pt x="0" y="0"/>
                    <a:pt x="0" y="0"/>
                    <a:pt x="0" y="0"/>
                  </a:cubicBezTo>
                  <a:cubicBezTo>
                    <a:pt x="46" y="54"/>
                    <a:pt x="46" y="54"/>
                    <a:pt x="46" y="54"/>
                  </a:cubicBezTo>
                  <a:cubicBezTo>
                    <a:pt x="57" y="67"/>
                    <a:pt x="62" y="84"/>
                    <a:pt x="60" y="100"/>
                  </a:cubicBezTo>
                  <a:cubicBezTo>
                    <a:pt x="59" y="112"/>
                    <a:pt x="59" y="112"/>
                    <a:pt x="59" y="112"/>
                  </a:cubicBezTo>
                  <a:cubicBezTo>
                    <a:pt x="145" y="112"/>
                    <a:pt x="145" y="112"/>
                    <a:pt x="145" y="112"/>
                  </a:cubicBezTo>
                  <a:cubicBezTo>
                    <a:pt x="176" y="112"/>
                    <a:pt x="201" y="87"/>
                    <a:pt x="201" y="56"/>
                  </a:cubicBezTo>
                  <a:cubicBezTo>
                    <a:pt x="201" y="25"/>
                    <a:pt x="176" y="0"/>
                    <a:pt x="14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219"/>
            <p:cNvSpPr>
              <a:spLocks/>
            </p:cNvSpPr>
            <p:nvPr/>
          </p:nvSpPr>
          <p:spPr bwMode="auto">
            <a:xfrm>
              <a:off x="7116763" y="1138238"/>
              <a:ext cx="271463" cy="273050"/>
            </a:xfrm>
            <a:custGeom>
              <a:avLst/>
              <a:gdLst>
                <a:gd name="T0" fmla="*/ 109 w 265"/>
                <a:gd name="T1" fmla="*/ 267 h 267"/>
                <a:gd name="T2" fmla="*/ 218 w 265"/>
                <a:gd name="T3" fmla="*/ 158 h 267"/>
                <a:gd name="T4" fmla="*/ 179 w 265"/>
                <a:gd name="T5" fmla="*/ 74 h 267"/>
                <a:gd name="T6" fmla="*/ 206 w 265"/>
                <a:gd name="T7" fmla="*/ 62 h 267"/>
                <a:gd name="T8" fmla="*/ 265 w 265"/>
                <a:gd name="T9" fmla="*/ 78 h 267"/>
                <a:gd name="T10" fmla="*/ 217 w 265"/>
                <a:gd name="T11" fmla="*/ 4 h 267"/>
                <a:gd name="T12" fmla="*/ 152 w 265"/>
                <a:gd name="T13" fmla="*/ 58 h 267"/>
                <a:gd name="T14" fmla="*/ 109 w 265"/>
                <a:gd name="T15" fmla="*/ 49 h 267"/>
                <a:gd name="T16" fmla="*/ 0 w 265"/>
                <a:gd name="T17" fmla="*/ 158 h 267"/>
                <a:gd name="T18" fmla="*/ 109 w 265"/>
                <a:gd name="T19" fmla="*/ 26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5" h="267">
                  <a:moveTo>
                    <a:pt x="109" y="267"/>
                  </a:moveTo>
                  <a:cubicBezTo>
                    <a:pt x="169" y="267"/>
                    <a:pt x="218" y="218"/>
                    <a:pt x="218" y="158"/>
                  </a:cubicBezTo>
                  <a:cubicBezTo>
                    <a:pt x="218" y="124"/>
                    <a:pt x="203" y="94"/>
                    <a:pt x="179" y="74"/>
                  </a:cubicBezTo>
                  <a:cubicBezTo>
                    <a:pt x="186" y="68"/>
                    <a:pt x="196" y="64"/>
                    <a:pt x="206" y="62"/>
                  </a:cubicBezTo>
                  <a:cubicBezTo>
                    <a:pt x="220" y="60"/>
                    <a:pt x="244" y="56"/>
                    <a:pt x="265" y="78"/>
                  </a:cubicBezTo>
                  <a:cubicBezTo>
                    <a:pt x="265" y="78"/>
                    <a:pt x="263" y="11"/>
                    <a:pt x="217" y="4"/>
                  </a:cubicBezTo>
                  <a:cubicBezTo>
                    <a:pt x="184" y="0"/>
                    <a:pt x="160" y="27"/>
                    <a:pt x="152" y="58"/>
                  </a:cubicBezTo>
                  <a:cubicBezTo>
                    <a:pt x="139" y="52"/>
                    <a:pt x="124" y="49"/>
                    <a:pt x="109" y="49"/>
                  </a:cubicBezTo>
                  <a:cubicBezTo>
                    <a:pt x="48" y="49"/>
                    <a:pt x="0" y="98"/>
                    <a:pt x="0" y="158"/>
                  </a:cubicBezTo>
                  <a:cubicBezTo>
                    <a:pt x="0" y="218"/>
                    <a:pt x="48" y="267"/>
                    <a:pt x="109" y="2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220"/>
            <p:cNvSpPr>
              <a:spLocks/>
            </p:cNvSpPr>
            <p:nvPr/>
          </p:nvSpPr>
          <p:spPr bwMode="auto">
            <a:xfrm>
              <a:off x="6872288" y="1154113"/>
              <a:ext cx="574675" cy="871538"/>
            </a:xfrm>
            <a:custGeom>
              <a:avLst/>
              <a:gdLst>
                <a:gd name="T0" fmla="*/ 437 w 563"/>
                <a:gd name="T1" fmla="*/ 527 h 853"/>
                <a:gd name="T2" fmla="*/ 437 w 563"/>
                <a:gd name="T3" fmla="*/ 339 h 853"/>
                <a:gd name="T4" fmla="*/ 542 w 563"/>
                <a:gd name="T5" fmla="*/ 282 h 853"/>
                <a:gd name="T6" fmla="*/ 562 w 563"/>
                <a:gd name="T7" fmla="*/ 246 h 853"/>
                <a:gd name="T8" fmla="*/ 557 w 563"/>
                <a:gd name="T9" fmla="*/ 116 h 853"/>
                <a:gd name="T10" fmla="*/ 557 w 563"/>
                <a:gd name="T11" fmla="*/ 116 h 853"/>
                <a:gd name="T12" fmla="*/ 557 w 563"/>
                <a:gd name="T13" fmla="*/ 116 h 853"/>
                <a:gd name="T14" fmla="*/ 517 w 563"/>
                <a:gd name="T15" fmla="*/ 79 h 853"/>
                <a:gd name="T16" fmla="*/ 479 w 563"/>
                <a:gd name="T17" fmla="*/ 120 h 853"/>
                <a:gd name="T18" fmla="*/ 479 w 563"/>
                <a:gd name="T19" fmla="*/ 120 h 853"/>
                <a:gd name="T20" fmla="*/ 479 w 563"/>
                <a:gd name="T21" fmla="*/ 120 h 853"/>
                <a:gd name="T22" fmla="*/ 483 w 563"/>
                <a:gd name="T23" fmla="*/ 225 h 853"/>
                <a:gd name="T24" fmla="*/ 409 w 563"/>
                <a:gd name="T25" fmla="*/ 266 h 853"/>
                <a:gd name="T26" fmla="*/ 259 w 563"/>
                <a:gd name="T27" fmla="*/ 266 h 853"/>
                <a:gd name="T28" fmla="*/ 143 w 563"/>
                <a:gd name="T29" fmla="*/ 27 h 853"/>
                <a:gd name="T30" fmla="*/ 143 w 563"/>
                <a:gd name="T31" fmla="*/ 27 h 853"/>
                <a:gd name="T32" fmla="*/ 143 w 563"/>
                <a:gd name="T33" fmla="*/ 27 h 853"/>
                <a:gd name="T34" fmla="*/ 90 w 563"/>
                <a:gd name="T35" fmla="*/ 9 h 853"/>
                <a:gd name="T36" fmla="*/ 72 w 563"/>
                <a:gd name="T37" fmla="*/ 62 h 853"/>
                <a:gd name="T38" fmla="*/ 72 w 563"/>
                <a:gd name="T39" fmla="*/ 62 h 853"/>
                <a:gd name="T40" fmla="*/ 72 w 563"/>
                <a:gd name="T41" fmla="*/ 62 h 853"/>
                <a:gd name="T42" fmla="*/ 211 w 563"/>
                <a:gd name="T43" fmla="*/ 346 h 853"/>
                <a:gd name="T44" fmla="*/ 211 w 563"/>
                <a:gd name="T45" fmla="*/ 346 h 853"/>
                <a:gd name="T46" fmla="*/ 219 w 563"/>
                <a:gd name="T47" fmla="*/ 356 h 853"/>
                <a:gd name="T48" fmla="*/ 218 w 563"/>
                <a:gd name="T49" fmla="*/ 523 h 853"/>
                <a:gd name="T50" fmla="*/ 60 w 563"/>
                <a:gd name="T51" fmla="*/ 713 h 853"/>
                <a:gd name="T52" fmla="*/ 18 w 563"/>
                <a:gd name="T53" fmla="*/ 764 h 853"/>
                <a:gd name="T54" fmla="*/ 25 w 563"/>
                <a:gd name="T55" fmla="*/ 835 h 853"/>
                <a:gd name="T56" fmla="*/ 96 w 563"/>
                <a:gd name="T57" fmla="*/ 828 h 853"/>
                <a:gd name="T58" fmla="*/ 138 w 563"/>
                <a:gd name="T59" fmla="*/ 777 h 853"/>
                <a:gd name="T60" fmla="*/ 236 w 563"/>
                <a:gd name="T61" fmla="*/ 660 h 853"/>
                <a:gd name="T62" fmla="*/ 415 w 563"/>
                <a:gd name="T63" fmla="*/ 660 h 853"/>
                <a:gd name="T64" fmla="*/ 401 w 563"/>
                <a:gd name="T65" fmla="*/ 791 h 853"/>
                <a:gd name="T66" fmla="*/ 446 w 563"/>
                <a:gd name="T67" fmla="*/ 847 h 853"/>
                <a:gd name="T68" fmla="*/ 502 w 563"/>
                <a:gd name="T69" fmla="*/ 802 h 853"/>
                <a:gd name="T70" fmla="*/ 518 w 563"/>
                <a:gd name="T71" fmla="*/ 647 h 853"/>
                <a:gd name="T72" fmla="*/ 507 w 563"/>
                <a:gd name="T73" fmla="*/ 609 h 853"/>
                <a:gd name="T74" fmla="*/ 437 w 563"/>
                <a:gd name="T75" fmla="*/ 527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63" h="853">
                  <a:moveTo>
                    <a:pt x="437" y="527"/>
                  </a:moveTo>
                  <a:cubicBezTo>
                    <a:pt x="437" y="339"/>
                    <a:pt x="437" y="339"/>
                    <a:pt x="437" y="339"/>
                  </a:cubicBezTo>
                  <a:cubicBezTo>
                    <a:pt x="542" y="282"/>
                    <a:pt x="542" y="282"/>
                    <a:pt x="542" y="282"/>
                  </a:cubicBezTo>
                  <a:cubicBezTo>
                    <a:pt x="555" y="275"/>
                    <a:pt x="563" y="262"/>
                    <a:pt x="562" y="246"/>
                  </a:cubicBezTo>
                  <a:cubicBezTo>
                    <a:pt x="562" y="246"/>
                    <a:pt x="557" y="116"/>
                    <a:pt x="557" y="116"/>
                  </a:cubicBezTo>
                  <a:cubicBezTo>
                    <a:pt x="557" y="116"/>
                    <a:pt x="557" y="116"/>
                    <a:pt x="557" y="116"/>
                  </a:cubicBezTo>
                  <a:cubicBezTo>
                    <a:pt x="557" y="116"/>
                    <a:pt x="557" y="116"/>
                    <a:pt x="557" y="116"/>
                  </a:cubicBezTo>
                  <a:cubicBezTo>
                    <a:pt x="556" y="95"/>
                    <a:pt x="538" y="78"/>
                    <a:pt x="517" y="79"/>
                  </a:cubicBezTo>
                  <a:cubicBezTo>
                    <a:pt x="495" y="80"/>
                    <a:pt x="478" y="98"/>
                    <a:pt x="479" y="120"/>
                  </a:cubicBezTo>
                  <a:cubicBezTo>
                    <a:pt x="479" y="120"/>
                    <a:pt x="479" y="120"/>
                    <a:pt x="479" y="120"/>
                  </a:cubicBezTo>
                  <a:cubicBezTo>
                    <a:pt x="479" y="120"/>
                    <a:pt x="479" y="120"/>
                    <a:pt x="479" y="120"/>
                  </a:cubicBezTo>
                  <a:cubicBezTo>
                    <a:pt x="483" y="225"/>
                    <a:pt x="483" y="225"/>
                    <a:pt x="483" y="225"/>
                  </a:cubicBezTo>
                  <a:cubicBezTo>
                    <a:pt x="409" y="266"/>
                    <a:pt x="409" y="266"/>
                    <a:pt x="409" y="266"/>
                  </a:cubicBezTo>
                  <a:cubicBezTo>
                    <a:pt x="259" y="266"/>
                    <a:pt x="259" y="266"/>
                    <a:pt x="259" y="266"/>
                  </a:cubicBezTo>
                  <a:cubicBezTo>
                    <a:pt x="143" y="27"/>
                    <a:pt x="143" y="27"/>
                    <a:pt x="143" y="27"/>
                  </a:cubicBezTo>
                  <a:cubicBezTo>
                    <a:pt x="143" y="27"/>
                    <a:pt x="143" y="27"/>
                    <a:pt x="143" y="27"/>
                  </a:cubicBezTo>
                  <a:cubicBezTo>
                    <a:pt x="143" y="27"/>
                    <a:pt x="143" y="27"/>
                    <a:pt x="143" y="27"/>
                  </a:cubicBezTo>
                  <a:cubicBezTo>
                    <a:pt x="133" y="8"/>
                    <a:pt x="110" y="0"/>
                    <a:pt x="90" y="9"/>
                  </a:cubicBezTo>
                  <a:cubicBezTo>
                    <a:pt x="71" y="19"/>
                    <a:pt x="63" y="42"/>
                    <a:pt x="72" y="62"/>
                  </a:cubicBezTo>
                  <a:cubicBezTo>
                    <a:pt x="72" y="62"/>
                    <a:pt x="72" y="62"/>
                    <a:pt x="72" y="62"/>
                  </a:cubicBezTo>
                  <a:cubicBezTo>
                    <a:pt x="72" y="62"/>
                    <a:pt x="72" y="62"/>
                    <a:pt x="72" y="62"/>
                  </a:cubicBezTo>
                  <a:cubicBezTo>
                    <a:pt x="211" y="346"/>
                    <a:pt x="211" y="346"/>
                    <a:pt x="211" y="346"/>
                  </a:cubicBezTo>
                  <a:cubicBezTo>
                    <a:pt x="211" y="346"/>
                    <a:pt x="211" y="346"/>
                    <a:pt x="211" y="346"/>
                  </a:cubicBezTo>
                  <a:cubicBezTo>
                    <a:pt x="213" y="350"/>
                    <a:pt x="216" y="354"/>
                    <a:pt x="219" y="356"/>
                  </a:cubicBezTo>
                  <a:cubicBezTo>
                    <a:pt x="218" y="523"/>
                    <a:pt x="218" y="523"/>
                    <a:pt x="218" y="523"/>
                  </a:cubicBezTo>
                  <a:cubicBezTo>
                    <a:pt x="218" y="523"/>
                    <a:pt x="60" y="713"/>
                    <a:pt x="60" y="713"/>
                  </a:cubicBezTo>
                  <a:cubicBezTo>
                    <a:pt x="18" y="764"/>
                    <a:pt x="18" y="764"/>
                    <a:pt x="18" y="764"/>
                  </a:cubicBezTo>
                  <a:cubicBezTo>
                    <a:pt x="0" y="785"/>
                    <a:pt x="3" y="818"/>
                    <a:pt x="25" y="835"/>
                  </a:cubicBezTo>
                  <a:cubicBezTo>
                    <a:pt x="47" y="853"/>
                    <a:pt x="79" y="850"/>
                    <a:pt x="96" y="828"/>
                  </a:cubicBezTo>
                  <a:cubicBezTo>
                    <a:pt x="138" y="777"/>
                    <a:pt x="138" y="777"/>
                    <a:pt x="138" y="777"/>
                  </a:cubicBezTo>
                  <a:cubicBezTo>
                    <a:pt x="236" y="660"/>
                    <a:pt x="236" y="660"/>
                    <a:pt x="236" y="660"/>
                  </a:cubicBezTo>
                  <a:cubicBezTo>
                    <a:pt x="415" y="660"/>
                    <a:pt x="415" y="660"/>
                    <a:pt x="415" y="660"/>
                  </a:cubicBezTo>
                  <a:cubicBezTo>
                    <a:pt x="401" y="791"/>
                    <a:pt x="401" y="791"/>
                    <a:pt x="401" y="791"/>
                  </a:cubicBezTo>
                  <a:cubicBezTo>
                    <a:pt x="398" y="819"/>
                    <a:pt x="418" y="844"/>
                    <a:pt x="446" y="847"/>
                  </a:cubicBezTo>
                  <a:cubicBezTo>
                    <a:pt x="474" y="850"/>
                    <a:pt x="499" y="829"/>
                    <a:pt x="502" y="802"/>
                  </a:cubicBezTo>
                  <a:cubicBezTo>
                    <a:pt x="518" y="647"/>
                    <a:pt x="518" y="647"/>
                    <a:pt x="518" y="647"/>
                  </a:cubicBezTo>
                  <a:cubicBezTo>
                    <a:pt x="520" y="633"/>
                    <a:pt x="515" y="619"/>
                    <a:pt x="507" y="609"/>
                  </a:cubicBezTo>
                  <a:lnTo>
                    <a:pt x="437" y="5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29" name="组合 228"/>
          <p:cNvGrpSpPr/>
          <p:nvPr/>
        </p:nvGrpSpPr>
        <p:grpSpPr>
          <a:xfrm>
            <a:off x="7600951" y="4727575"/>
            <a:ext cx="1704975" cy="1311275"/>
            <a:chOff x="7600951" y="4727575"/>
            <a:chExt cx="1704975" cy="1311275"/>
          </a:xfrm>
          <a:solidFill>
            <a:schemeClr val="tx1">
              <a:lumMod val="65000"/>
              <a:lumOff val="35000"/>
            </a:schemeClr>
          </a:solidFill>
        </p:grpSpPr>
        <p:sp>
          <p:nvSpPr>
            <p:cNvPr id="230" name="Freeform 221"/>
            <p:cNvSpPr>
              <a:spLocks/>
            </p:cNvSpPr>
            <p:nvPr/>
          </p:nvSpPr>
          <p:spPr bwMode="auto">
            <a:xfrm>
              <a:off x="7718426" y="5686425"/>
              <a:ext cx="147638" cy="346075"/>
            </a:xfrm>
            <a:custGeom>
              <a:avLst/>
              <a:gdLst>
                <a:gd name="T0" fmla="*/ 146 w 146"/>
                <a:gd name="T1" fmla="*/ 1 h 340"/>
                <a:gd name="T2" fmla="*/ 145 w 146"/>
                <a:gd name="T3" fmla="*/ 0 h 340"/>
                <a:gd name="T4" fmla="*/ 136 w 146"/>
                <a:gd name="T5" fmla="*/ 54 h 340"/>
                <a:gd name="T6" fmla="*/ 22 w 146"/>
                <a:gd name="T7" fmla="*/ 220 h 340"/>
                <a:gd name="T8" fmla="*/ 41 w 146"/>
                <a:gd name="T9" fmla="*/ 318 h 340"/>
                <a:gd name="T10" fmla="*/ 138 w 146"/>
                <a:gd name="T11" fmla="*/ 300 h 340"/>
                <a:gd name="T12" fmla="*/ 142 w 146"/>
                <a:gd name="T13" fmla="*/ 295 h 340"/>
                <a:gd name="T14" fmla="*/ 137 w 146"/>
                <a:gd name="T15" fmla="*/ 266 h 340"/>
                <a:gd name="T16" fmla="*/ 146 w 146"/>
                <a:gd name="T17" fmla="*/ 1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6" h="340">
                  <a:moveTo>
                    <a:pt x="146" y="1"/>
                  </a:moveTo>
                  <a:cubicBezTo>
                    <a:pt x="145" y="0"/>
                    <a:pt x="145" y="0"/>
                    <a:pt x="145" y="0"/>
                  </a:cubicBezTo>
                  <a:cubicBezTo>
                    <a:pt x="136" y="54"/>
                    <a:pt x="136" y="54"/>
                    <a:pt x="136" y="54"/>
                  </a:cubicBezTo>
                  <a:cubicBezTo>
                    <a:pt x="22" y="220"/>
                    <a:pt x="22" y="220"/>
                    <a:pt x="22" y="220"/>
                  </a:cubicBezTo>
                  <a:cubicBezTo>
                    <a:pt x="0" y="252"/>
                    <a:pt x="9" y="296"/>
                    <a:pt x="41" y="318"/>
                  </a:cubicBezTo>
                  <a:cubicBezTo>
                    <a:pt x="73" y="340"/>
                    <a:pt x="116" y="332"/>
                    <a:pt x="138" y="300"/>
                  </a:cubicBezTo>
                  <a:cubicBezTo>
                    <a:pt x="142" y="295"/>
                    <a:pt x="142" y="295"/>
                    <a:pt x="142" y="295"/>
                  </a:cubicBezTo>
                  <a:cubicBezTo>
                    <a:pt x="139" y="286"/>
                    <a:pt x="137" y="276"/>
                    <a:pt x="137" y="266"/>
                  </a:cubicBezTo>
                  <a:lnTo>
                    <a:pt x="146"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222"/>
            <p:cNvSpPr>
              <a:spLocks/>
            </p:cNvSpPr>
            <p:nvPr/>
          </p:nvSpPr>
          <p:spPr bwMode="auto">
            <a:xfrm>
              <a:off x="7600951" y="5002213"/>
              <a:ext cx="790575" cy="1030288"/>
            </a:xfrm>
            <a:custGeom>
              <a:avLst/>
              <a:gdLst>
                <a:gd name="T0" fmla="*/ 585 w 775"/>
                <a:gd name="T1" fmla="*/ 244 h 1010"/>
                <a:gd name="T2" fmla="*/ 482 w 775"/>
                <a:gd name="T3" fmla="*/ 82 h 1010"/>
                <a:gd name="T4" fmla="*/ 504 w 775"/>
                <a:gd name="T5" fmla="*/ 87 h 1010"/>
                <a:gd name="T6" fmla="*/ 529 w 775"/>
                <a:gd name="T7" fmla="*/ 126 h 1010"/>
                <a:gd name="T8" fmla="*/ 463 w 775"/>
                <a:gd name="T9" fmla="*/ 17 h 1010"/>
                <a:gd name="T10" fmla="*/ 333 w 775"/>
                <a:gd name="T11" fmla="*/ 57 h 1010"/>
                <a:gd name="T12" fmla="*/ 333 w 775"/>
                <a:gd name="T13" fmla="*/ 57 h 1010"/>
                <a:gd name="T14" fmla="*/ 3 w 775"/>
                <a:gd name="T15" fmla="*/ 548 h 1010"/>
                <a:gd name="T16" fmla="*/ 3 w 775"/>
                <a:gd name="T17" fmla="*/ 548 h 1010"/>
                <a:gd name="T18" fmla="*/ 1 w 775"/>
                <a:gd name="T19" fmla="*/ 553 h 1010"/>
                <a:gd name="T20" fmla="*/ 5 w 775"/>
                <a:gd name="T21" fmla="*/ 562 h 1010"/>
                <a:gd name="T22" fmla="*/ 5 w 775"/>
                <a:gd name="T23" fmla="*/ 562 h 1010"/>
                <a:gd name="T24" fmla="*/ 6 w 775"/>
                <a:gd name="T25" fmla="*/ 562 h 1010"/>
                <a:gd name="T26" fmla="*/ 277 w 775"/>
                <a:gd name="T27" fmla="*/ 660 h 1010"/>
                <a:gd name="T28" fmla="*/ 269 w 775"/>
                <a:gd name="T29" fmla="*/ 937 h 1010"/>
                <a:gd name="T30" fmla="*/ 337 w 775"/>
                <a:gd name="T31" fmla="*/ 1009 h 1010"/>
                <a:gd name="T32" fmla="*/ 409 w 775"/>
                <a:gd name="T33" fmla="*/ 941 h 1010"/>
                <a:gd name="T34" fmla="*/ 417 w 775"/>
                <a:gd name="T35" fmla="*/ 702 h 1010"/>
                <a:gd name="T36" fmla="*/ 459 w 775"/>
                <a:gd name="T37" fmla="*/ 713 h 1010"/>
                <a:gd name="T38" fmla="*/ 462 w 775"/>
                <a:gd name="T39" fmla="*/ 714 h 1010"/>
                <a:gd name="T40" fmla="*/ 471 w 775"/>
                <a:gd name="T41" fmla="*/ 705 h 1010"/>
                <a:gd name="T42" fmla="*/ 466 w 775"/>
                <a:gd name="T43" fmla="*/ 346 h 1010"/>
                <a:gd name="T44" fmla="*/ 478 w 775"/>
                <a:gd name="T45" fmla="*/ 306 h 1010"/>
                <a:gd name="T46" fmla="*/ 386 w 775"/>
                <a:gd name="T47" fmla="*/ 163 h 1010"/>
                <a:gd name="T48" fmla="*/ 390 w 775"/>
                <a:gd name="T49" fmla="*/ 141 h 1010"/>
                <a:gd name="T50" fmla="*/ 390 w 775"/>
                <a:gd name="T51" fmla="*/ 141 h 1010"/>
                <a:gd name="T52" fmla="*/ 391 w 775"/>
                <a:gd name="T53" fmla="*/ 140 h 1010"/>
                <a:gd name="T54" fmla="*/ 503 w 775"/>
                <a:gd name="T55" fmla="*/ 317 h 1010"/>
                <a:gd name="T56" fmla="*/ 503 w 775"/>
                <a:gd name="T57" fmla="*/ 316 h 1010"/>
                <a:gd name="T58" fmla="*/ 504 w 775"/>
                <a:gd name="T59" fmla="*/ 317 h 1010"/>
                <a:gd name="T60" fmla="*/ 531 w 775"/>
                <a:gd name="T61" fmla="*/ 338 h 1010"/>
                <a:gd name="T62" fmla="*/ 531 w 775"/>
                <a:gd name="T63" fmla="*/ 338 h 1010"/>
                <a:gd name="T64" fmla="*/ 696 w 775"/>
                <a:gd name="T65" fmla="*/ 404 h 1010"/>
                <a:gd name="T66" fmla="*/ 765 w 775"/>
                <a:gd name="T67" fmla="*/ 372 h 1010"/>
                <a:gd name="T68" fmla="*/ 733 w 775"/>
                <a:gd name="T69" fmla="*/ 303 h 1010"/>
                <a:gd name="T70" fmla="*/ 585 w 775"/>
                <a:gd name="T71" fmla="*/ 244 h 10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75" h="1010">
                  <a:moveTo>
                    <a:pt x="585" y="244"/>
                  </a:moveTo>
                  <a:cubicBezTo>
                    <a:pt x="482" y="82"/>
                    <a:pt x="482" y="82"/>
                    <a:pt x="482" y="82"/>
                  </a:cubicBezTo>
                  <a:cubicBezTo>
                    <a:pt x="489" y="77"/>
                    <a:pt x="499" y="80"/>
                    <a:pt x="504" y="87"/>
                  </a:cubicBezTo>
                  <a:cubicBezTo>
                    <a:pt x="529" y="126"/>
                    <a:pt x="529" y="126"/>
                    <a:pt x="529" y="126"/>
                  </a:cubicBezTo>
                  <a:cubicBezTo>
                    <a:pt x="535" y="79"/>
                    <a:pt x="509" y="33"/>
                    <a:pt x="463" y="17"/>
                  </a:cubicBezTo>
                  <a:cubicBezTo>
                    <a:pt x="417" y="0"/>
                    <a:pt x="359" y="16"/>
                    <a:pt x="333" y="57"/>
                  </a:cubicBezTo>
                  <a:cubicBezTo>
                    <a:pt x="333" y="57"/>
                    <a:pt x="333" y="57"/>
                    <a:pt x="333" y="57"/>
                  </a:cubicBezTo>
                  <a:cubicBezTo>
                    <a:pt x="3" y="548"/>
                    <a:pt x="3" y="548"/>
                    <a:pt x="3" y="548"/>
                  </a:cubicBezTo>
                  <a:cubicBezTo>
                    <a:pt x="3" y="548"/>
                    <a:pt x="3" y="548"/>
                    <a:pt x="3" y="548"/>
                  </a:cubicBezTo>
                  <a:cubicBezTo>
                    <a:pt x="2" y="550"/>
                    <a:pt x="1" y="551"/>
                    <a:pt x="1" y="553"/>
                  </a:cubicBezTo>
                  <a:cubicBezTo>
                    <a:pt x="0" y="557"/>
                    <a:pt x="2" y="560"/>
                    <a:pt x="5" y="562"/>
                  </a:cubicBezTo>
                  <a:cubicBezTo>
                    <a:pt x="5" y="562"/>
                    <a:pt x="5" y="562"/>
                    <a:pt x="5" y="562"/>
                  </a:cubicBezTo>
                  <a:cubicBezTo>
                    <a:pt x="6" y="562"/>
                    <a:pt x="6" y="562"/>
                    <a:pt x="6" y="562"/>
                  </a:cubicBezTo>
                  <a:cubicBezTo>
                    <a:pt x="6" y="562"/>
                    <a:pt x="277" y="660"/>
                    <a:pt x="277" y="660"/>
                  </a:cubicBezTo>
                  <a:cubicBezTo>
                    <a:pt x="269" y="937"/>
                    <a:pt x="269" y="937"/>
                    <a:pt x="269" y="937"/>
                  </a:cubicBezTo>
                  <a:cubicBezTo>
                    <a:pt x="267" y="975"/>
                    <a:pt x="298" y="1008"/>
                    <a:pt x="337" y="1009"/>
                  </a:cubicBezTo>
                  <a:cubicBezTo>
                    <a:pt x="375" y="1010"/>
                    <a:pt x="408" y="980"/>
                    <a:pt x="409" y="941"/>
                  </a:cubicBezTo>
                  <a:cubicBezTo>
                    <a:pt x="417" y="702"/>
                    <a:pt x="417" y="702"/>
                    <a:pt x="417" y="702"/>
                  </a:cubicBezTo>
                  <a:cubicBezTo>
                    <a:pt x="459" y="713"/>
                    <a:pt x="459" y="713"/>
                    <a:pt x="459" y="713"/>
                  </a:cubicBezTo>
                  <a:cubicBezTo>
                    <a:pt x="460" y="713"/>
                    <a:pt x="461" y="714"/>
                    <a:pt x="462" y="714"/>
                  </a:cubicBezTo>
                  <a:cubicBezTo>
                    <a:pt x="467" y="714"/>
                    <a:pt x="471" y="710"/>
                    <a:pt x="471" y="705"/>
                  </a:cubicBezTo>
                  <a:cubicBezTo>
                    <a:pt x="466" y="346"/>
                    <a:pt x="466" y="346"/>
                    <a:pt x="466" y="346"/>
                  </a:cubicBezTo>
                  <a:cubicBezTo>
                    <a:pt x="478" y="306"/>
                    <a:pt x="478" y="306"/>
                    <a:pt x="478" y="306"/>
                  </a:cubicBezTo>
                  <a:cubicBezTo>
                    <a:pt x="474" y="301"/>
                    <a:pt x="386" y="163"/>
                    <a:pt x="386" y="163"/>
                  </a:cubicBezTo>
                  <a:cubicBezTo>
                    <a:pt x="381" y="155"/>
                    <a:pt x="383" y="146"/>
                    <a:pt x="390" y="141"/>
                  </a:cubicBezTo>
                  <a:cubicBezTo>
                    <a:pt x="390" y="141"/>
                    <a:pt x="390" y="141"/>
                    <a:pt x="390" y="141"/>
                  </a:cubicBezTo>
                  <a:cubicBezTo>
                    <a:pt x="390" y="140"/>
                    <a:pt x="391" y="140"/>
                    <a:pt x="391" y="140"/>
                  </a:cubicBezTo>
                  <a:cubicBezTo>
                    <a:pt x="411" y="171"/>
                    <a:pt x="503" y="317"/>
                    <a:pt x="503" y="317"/>
                  </a:cubicBezTo>
                  <a:cubicBezTo>
                    <a:pt x="503" y="316"/>
                    <a:pt x="503" y="316"/>
                    <a:pt x="503" y="316"/>
                  </a:cubicBezTo>
                  <a:cubicBezTo>
                    <a:pt x="504" y="316"/>
                    <a:pt x="504" y="317"/>
                    <a:pt x="504" y="317"/>
                  </a:cubicBezTo>
                  <a:cubicBezTo>
                    <a:pt x="510" y="327"/>
                    <a:pt x="520" y="334"/>
                    <a:pt x="531" y="338"/>
                  </a:cubicBezTo>
                  <a:cubicBezTo>
                    <a:pt x="531" y="338"/>
                    <a:pt x="531" y="338"/>
                    <a:pt x="531" y="338"/>
                  </a:cubicBezTo>
                  <a:cubicBezTo>
                    <a:pt x="531" y="338"/>
                    <a:pt x="696" y="404"/>
                    <a:pt x="696" y="404"/>
                  </a:cubicBezTo>
                  <a:cubicBezTo>
                    <a:pt x="724" y="415"/>
                    <a:pt x="755" y="400"/>
                    <a:pt x="765" y="372"/>
                  </a:cubicBezTo>
                  <a:cubicBezTo>
                    <a:pt x="775" y="344"/>
                    <a:pt x="761" y="313"/>
                    <a:pt x="733" y="303"/>
                  </a:cubicBezTo>
                  <a:cubicBezTo>
                    <a:pt x="733" y="303"/>
                    <a:pt x="585" y="244"/>
                    <a:pt x="585" y="2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223"/>
            <p:cNvSpPr>
              <a:spLocks/>
            </p:cNvSpPr>
            <p:nvPr/>
          </p:nvSpPr>
          <p:spPr bwMode="auto">
            <a:xfrm>
              <a:off x="7870826" y="4727575"/>
              <a:ext cx="414338" cy="300038"/>
            </a:xfrm>
            <a:custGeom>
              <a:avLst/>
              <a:gdLst>
                <a:gd name="T0" fmla="*/ 93 w 406"/>
                <a:gd name="T1" fmla="*/ 84 h 293"/>
                <a:gd name="T2" fmla="*/ 144 w 406"/>
                <a:gd name="T3" fmla="*/ 83 h 293"/>
                <a:gd name="T4" fmla="*/ 136 w 406"/>
                <a:gd name="T5" fmla="*/ 101 h 293"/>
                <a:gd name="T6" fmla="*/ 214 w 406"/>
                <a:gd name="T7" fmla="*/ 268 h 293"/>
                <a:gd name="T8" fmla="*/ 381 w 406"/>
                <a:gd name="T9" fmla="*/ 190 h 293"/>
                <a:gd name="T10" fmla="*/ 303 w 406"/>
                <a:gd name="T11" fmla="*/ 23 h 293"/>
                <a:gd name="T12" fmla="*/ 161 w 406"/>
                <a:gd name="T13" fmla="*/ 59 h 293"/>
                <a:gd name="T14" fmla="*/ 45 w 406"/>
                <a:gd name="T15" fmla="*/ 29 h 293"/>
                <a:gd name="T16" fmla="*/ 41 w 406"/>
                <a:gd name="T17" fmla="*/ 138 h 293"/>
                <a:gd name="T18" fmla="*/ 93 w 406"/>
                <a:gd name="T19" fmla="*/ 84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6" h="293">
                  <a:moveTo>
                    <a:pt x="93" y="84"/>
                  </a:moveTo>
                  <a:cubicBezTo>
                    <a:pt x="110" y="77"/>
                    <a:pt x="129" y="77"/>
                    <a:pt x="144" y="83"/>
                  </a:cubicBezTo>
                  <a:cubicBezTo>
                    <a:pt x="141" y="88"/>
                    <a:pt x="138" y="95"/>
                    <a:pt x="136" y="101"/>
                  </a:cubicBezTo>
                  <a:cubicBezTo>
                    <a:pt x="111" y="169"/>
                    <a:pt x="146" y="244"/>
                    <a:pt x="214" y="268"/>
                  </a:cubicBezTo>
                  <a:cubicBezTo>
                    <a:pt x="282" y="293"/>
                    <a:pt x="357" y="258"/>
                    <a:pt x="381" y="190"/>
                  </a:cubicBezTo>
                  <a:cubicBezTo>
                    <a:pt x="406" y="122"/>
                    <a:pt x="371" y="47"/>
                    <a:pt x="303" y="23"/>
                  </a:cubicBezTo>
                  <a:cubicBezTo>
                    <a:pt x="251" y="4"/>
                    <a:pt x="195" y="20"/>
                    <a:pt x="161" y="59"/>
                  </a:cubicBezTo>
                  <a:cubicBezTo>
                    <a:pt x="133" y="22"/>
                    <a:pt x="82" y="0"/>
                    <a:pt x="45" y="29"/>
                  </a:cubicBezTo>
                  <a:cubicBezTo>
                    <a:pt x="0" y="65"/>
                    <a:pt x="41" y="138"/>
                    <a:pt x="41" y="138"/>
                  </a:cubicBezTo>
                  <a:cubicBezTo>
                    <a:pt x="49" y="101"/>
                    <a:pt x="77" y="90"/>
                    <a:pt x="93"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224"/>
            <p:cNvSpPr>
              <a:spLocks/>
            </p:cNvSpPr>
            <p:nvPr/>
          </p:nvSpPr>
          <p:spPr bwMode="auto">
            <a:xfrm>
              <a:off x="8863013" y="5103813"/>
              <a:ext cx="333375" cy="241300"/>
            </a:xfrm>
            <a:custGeom>
              <a:avLst/>
              <a:gdLst>
                <a:gd name="T0" fmla="*/ 139 w 326"/>
                <a:gd name="T1" fmla="*/ 224 h 236"/>
                <a:gd name="T2" fmla="*/ 226 w 326"/>
                <a:gd name="T3" fmla="*/ 106 h 236"/>
                <a:gd name="T4" fmla="*/ 277 w 326"/>
                <a:gd name="T5" fmla="*/ 120 h 236"/>
                <a:gd name="T6" fmla="*/ 293 w 326"/>
                <a:gd name="T7" fmla="*/ 135 h 236"/>
                <a:gd name="T8" fmla="*/ 326 w 326"/>
                <a:gd name="T9" fmla="*/ 101 h 236"/>
                <a:gd name="T10" fmla="*/ 292 w 326"/>
                <a:gd name="T11" fmla="*/ 57 h 236"/>
                <a:gd name="T12" fmla="*/ 223 w 326"/>
                <a:gd name="T13" fmla="*/ 91 h 236"/>
                <a:gd name="T14" fmla="*/ 97 w 326"/>
                <a:gd name="T15" fmla="*/ 11 h 236"/>
                <a:gd name="T16" fmla="*/ 11 w 326"/>
                <a:gd name="T17" fmla="*/ 139 h 236"/>
                <a:gd name="T18" fmla="*/ 139 w 326"/>
                <a:gd name="T19" fmla="*/ 224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6" h="236">
                  <a:moveTo>
                    <a:pt x="139" y="224"/>
                  </a:moveTo>
                  <a:cubicBezTo>
                    <a:pt x="195" y="213"/>
                    <a:pt x="232" y="161"/>
                    <a:pt x="226" y="106"/>
                  </a:cubicBezTo>
                  <a:cubicBezTo>
                    <a:pt x="249" y="102"/>
                    <a:pt x="266" y="113"/>
                    <a:pt x="277" y="120"/>
                  </a:cubicBezTo>
                  <a:cubicBezTo>
                    <a:pt x="284" y="124"/>
                    <a:pt x="289" y="130"/>
                    <a:pt x="293" y="135"/>
                  </a:cubicBezTo>
                  <a:cubicBezTo>
                    <a:pt x="326" y="101"/>
                    <a:pt x="326" y="101"/>
                    <a:pt x="326" y="101"/>
                  </a:cubicBezTo>
                  <a:cubicBezTo>
                    <a:pt x="325" y="81"/>
                    <a:pt x="315" y="64"/>
                    <a:pt x="292" y="57"/>
                  </a:cubicBezTo>
                  <a:cubicBezTo>
                    <a:pt x="261" y="48"/>
                    <a:pt x="237" y="72"/>
                    <a:pt x="223" y="91"/>
                  </a:cubicBezTo>
                  <a:cubicBezTo>
                    <a:pt x="209" y="35"/>
                    <a:pt x="154" y="0"/>
                    <a:pt x="97" y="11"/>
                  </a:cubicBezTo>
                  <a:cubicBezTo>
                    <a:pt x="38" y="23"/>
                    <a:pt x="0" y="80"/>
                    <a:pt x="11" y="139"/>
                  </a:cubicBezTo>
                  <a:cubicBezTo>
                    <a:pt x="23" y="198"/>
                    <a:pt x="80" y="236"/>
                    <a:pt x="139" y="2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225"/>
            <p:cNvSpPr>
              <a:spLocks/>
            </p:cNvSpPr>
            <p:nvPr/>
          </p:nvSpPr>
          <p:spPr bwMode="auto">
            <a:xfrm>
              <a:off x="8662988" y="5168900"/>
              <a:ext cx="642938" cy="869950"/>
            </a:xfrm>
            <a:custGeom>
              <a:avLst/>
              <a:gdLst>
                <a:gd name="T0" fmla="*/ 614 w 630"/>
                <a:gd name="T1" fmla="*/ 15 h 853"/>
                <a:gd name="T2" fmla="*/ 558 w 630"/>
                <a:gd name="T3" fmla="*/ 16 h 853"/>
                <a:gd name="T4" fmla="*/ 558 w 630"/>
                <a:gd name="T5" fmla="*/ 16 h 853"/>
                <a:gd name="T6" fmla="*/ 558 w 630"/>
                <a:gd name="T7" fmla="*/ 16 h 853"/>
                <a:gd name="T8" fmla="*/ 393 w 630"/>
                <a:gd name="T9" fmla="*/ 187 h 853"/>
                <a:gd name="T10" fmla="*/ 210 w 630"/>
                <a:gd name="T11" fmla="*/ 187 h 853"/>
                <a:gd name="T12" fmla="*/ 46 w 630"/>
                <a:gd name="T13" fmla="*/ 16 h 853"/>
                <a:gd name="T14" fmla="*/ 45 w 630"/>
                <a:gd name="T15" fmla="*/ 16 h 853"/>
                <a:gd name="T16" fmla="*/ 45 w 630"/>
                <a:gd name="T17" fmla="*/ 16 h 853"/>
                <a:gd name="T18" fmla="*/ 0 w 630"/>
                <a:gd name="T19" fmla="*/ 8 h 853"/>
                <a:gd name="T20" fmla="*/ 25 w 630"/>
                <a:gd name="T21" fmla="*/ 95 h 853"/>
                <a:gd name="T22" fmla="*/ 22 w 630"/>
                <a:gd name="T23" fmla="*/ 104 h 853"/>
                <a:gd name="T24" fmla="*/ 169 w 630"/>
                <a:gd name="T25" fmla="*/ 257 h 853"/>
                <a:gd name="T26" fmla="*/ 170 w 630"/>
                <a:gd name="T27" fmla="*/ 257 h 853"/>
                <a:gd name="T28" fmla="*/ 186 w 630"/>
                <a:gd name="T29" fmla="*/ 267 h 853"/>
                <a:gd name="T30" fmla="*/ 62 w 630"/>
                <a:gd name="T31" fmla="*/ 554 h 853"/>
                <a:gd name="T32" fmla="*/ 96 w 630"/>
                <a:gd name="T33" fmla="*/ 557 h 853"/>
                <a:gd name="T34" fmla="*/ 96 w 630"/>
                <a:gd name="T35" fmla="*/ 558 h 853"/>
                <a:gd name="T36" fmla="*/ 105 w 630"/>
                <a:gd name="T37" fmla="*/ 572 h 853"/>
                <a:gd name="T38" fmla="*/ 170 w 630"/>
                <a:gd name="T39" fmla="*/ 678 h 853"/>
                <a:gd name="T40" fmla="*/ 240 w 630"/>
                <a:gd name="T41" fmla="*/ 694 h 853"/>
                <a:gd name="T42" fmla="*/ 256 w 630"/>
                <a:gd name="T43" fmla="*/ 624 h 853"/>
                <a:gd name="T44" fmla="*/ 223 w 630"/>
                <a:gd name="T45" fmla="*/ 570 h 853"/>
                <a:gd name="T46" fmla="*/ 334 w 630"/>
                <a:gd name="T47" fmla="*/ 582 h 853"/>
                <a:gd name="T48" fmla="*/ 382 w 630"/>
                <a:gd name="T49" fmla="*/ 808 h 853"/>
                <a:gd name="T50" fmla="*/ 442 w 630"/>
                <a:gd name="T51" fmla="*/ 847 h 853"/>
                <a:gd name="T52" fmla="*/ 482 w 630"/>
                <a:gd name="T53" fmla="*/ 787 h 853"/>
                <a:gd name="T54" fmla="*/ 441 w 630"/>
                <a:gd name="T55" fmla="*/ 593 h 853"/>
                <a:gd name="T56" fmla="*/ 468 w 630"/>
                <a:gd name="T57" fmla="*/ 595 h 853"/>
                <a:gd name="T58" fmla="*/ 419 w 630"/>
                <a:gd name="T59" fmla="*/ 267 h 853"/>
                <a:gd name="T60" fmla="*/ 434 w 630"/>
                <a:gd name="T61" fmla="*/ 257 h 853"/>
                <a:gd name="T62" fmla="*/ 434 w 630"/>
                <a:gd name="T63" fmla="*/ 257 h 853"/>
                <a:gd name="T64" fmla="*/ 615 w 630"/>
                <a:gd name="T65" fmla="*/ 70 h 853"/>
                <a:gd name="T66" fmla="*/ 615 w 630"/>
                <a:gd name="T67" fmla="*/ 70 h 853"/>
                <a:gd name="T68" fmla="*/ 614 w 630"/>
                <a:gd name="T69" fmla="*/ 15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30" h="853">
                  <a:moveTo>
                    <a:pt x="614" y="15"/>
                  </a:moveTo>
                  <a:cubicBezTo>
                    <a:pt x="598" y="0"/>
                    <a:pt x="573" y="0"/>
                    <a:pt x="558" y="16"/>
                  </a:cubicBezTo>
                  <a:cubicBezTo>
                    <a:pt x="558" y="16"/>
                    <a:pt x="558" y="16"/>
                    <a:pt x="558" y="16"/>
                  </a:cubicBezTo>
                  <a:cubicBezTo>
                    <a:pt x="558" y="16"/>
                    <a:pt x="558" y="16"/>
                    <a:pt x="558" y="16"/>
                  </a:cubicBezTo>
                  <a:cubicBezTo>
                    <a:pt x="393" y="187"/>
                    <a:pt x="393" y="187"/>
                    <a:pt x="393" y="187"/>
                  </a:cubicBezTo>
                  <a:cubicBezTo>
                    <a:pt x="210" y="187"/>
                    <a:pt x="210" y="187"/>
                    <a:pt x="210" y="187"/>
                  </a:cubicBezTo>
                  <a:cubicBezTo>
                    <a:pt x="46" y="16"/>
                    <a:pt x="46" y="16"/>
                    <a:pt x="46" y="16"/>
                  </a:cubicBezTo>
                  <a:cubicBezTo>
                    <a:pt x="45" y="16"/>
                    <a:pt x="45" y="16"/>
                    <a:pt x="45" y="16"/>
                  </a:cubicBezTo>
                  <a:cubicBezTo>
                    <a:pt x="45" y="16"/>
                    <a:pt x="45" y="16"/>
                    <a:pt x="45" y="16"/>
                  </a:cubicBezTo>
                  <a:cubicBezTo>
                    <a:pt x="33" y="4"/>
                    <a:pt x="15" y="1"/>
                    <a:pt x="0" y="8"/>
                  </a:cubicBezTo>
                  <a:cubicBezTo>
                    <a:pt x="25" y="95"/>
                    <a:pt x="25" y="95"/>
                    <a:pt x="25" y="95"/>
                  </a:cubicBezTo>
                  <a:cubicBezTo>
                    <a:pt x="22" y="104"/>
                    <a:pt x="22" y="104"/>
                    <a:pt x="22" y="104"/>
                  </a:cubicBezTo>
                  <a:cubicBezTo>
                    <a:pt x="169" y="257"/>
                    <a:pt x="169" y="257"/>
                    <a:pt x="169" y="257"/>
                  </a:cubicBezTo>
                  <a:cubicBezTo>
                    <a:pt x="170" y="257"/>
                    <a:pt x="170" y="257"/>
                    <a:pt x="170" y="257"/>
                  </a:cubicBezTo>
                  <a:cubicBezTo>
                    <a:pt x="174" y="262"/>
                    <a:pt x="180" y="265"/>
                    <a:pt x="186" y="267"/>
                  </a:cubicBezTo>
                  <a:cubicBezTo>
                    <a:pt x="62" y="554"/>
                    <a:pt x="62" y="554"/>
                    <a:pt x="62" y="554"/>
                  </a:cubicBezTo>
                  <a:cubicBezTo>
                    <a:pt x="96" y="557"/>
                    <a:pt x="96" y="557"/>
                    <a:pt x="96" y="557"/>
                  </a:cubicBezTo>
                  <a:cubicBezTo>
                    <a:pt x="96" y="557"/>
                    <a:pt x="96" y="558"/>
                    <a:pt x="96" y="558"/>
                  </a:cubicBezTo>
                  <a:cubicBezTo>
                    <a:pt x="98" y="563"/>
                    <a:pt x="101" y="568"/>
                    <a:pt x="105" y="572"/>
                  </a:cubicBezTo>
                  <a:cubicBezTo>
                    <a:pt x="124" y="604"/>
                    <a:pt x="170" y="678"/>
                    <a:pt x="170" y="678"/>
                  </a:cubicBezTo>
                  <a:cubicBezTo>
                    <a:pt x="185" y="702"/>
                    <a:pt x="216" y="709"/>
                    <a:pt x="240" y="694"/>
                  </a:cubicBezTo>
                  <a:cubicBezTo>
                    <a:pt x="264" y="680"/>
                    <a:pt x="271" y="648"/>
                    <a:pt x="256" y="624"/>
                  </a:cubicBezTo>
                  <a:cubicBezTo>
                    <a:pt x="223" y="570"/>
                    <a:pt x="223" y="570"/>
                    <a:pt x="223" y="570"/>
                  </a:cubicBezTo>
                  <a:cubicBezTo>
                    <a:pt x="334" y="582"/>
                    <a:pt x="334" y="582"/>
                    <a:pt x="334" y="582"/>
                  </a:cubicBezTo>
                  <a:cubicBezTo>
                    <a:pt x="382" y="808"/>
                    <a:pt x="382" y="808"/>
                    <a:pt x="382" y="808"/>
                  </a:cubicBezTo>
                  <a:cubicBezTo>
                    <a:pt x="388" y="835"/>
                    <a:pt x="415" y="853"/>
                    <a:pt x="442" y="847"/>
                  </a:cubicBezTo>
                  <a:cubicBezTo>
                    <a:pt x="470" y="841"/>
                    <a:pt x="487" y="814"/>
                    <a:pt x="482" y="787"/>
                  </a:cubicBezTo>
                  <a:cubicBezTo>
                    <a:pt x="441" y="593"/>
                    <a:pt x="441" y="593"/>
                    <a:pt x="441" y="593"/>
                  </a:cubicBezTo>
                  <a:cubicBezTo>
                    <a:pt x="468" y="595"/>
                    <a:pt x="468" y="595"/>
                    <a:pt x="468" y="595"/>
                  </a:cubicBezTo>
                  <a:cubicBezTo>
                    <a:pt x="419" y="267"/>
                    <a:pt x="419" y="267"/>
                    <a:pt x="419" y="267"/>
                  </a:cubicBezTo>
                  <a:cubicBezTo>
                    <a:pt x="424" y="265"/>
                    <a:pt x="430" y="262"/>
                    <a:pt x="434" y="257"/>
                  </a:cubicBezTo>
                  <a:cubicBezTo>
                    <a:pt x="434" y="257"/>
                    <a:pt x="434" y="257"/>
                    <a:pt x="434" y="257"/>
                  </a:cubicBezTo>
                  <a:cubicBezTo>
                    <a:pt x="615" y="70"/>
                    <a:pt x="615" y="70"/>
                    <a:pt x="615" y="70"/>
                  </a:cubicBezTo>
                  <a:cubicBezTo>
                    <a:pt x="615" y="70"/>
                    <a:pt x="615" y="70"/>
                    <a:pt x="615" y="70"/>
                  </a:cubicBezTo>
                  <a:cubicBezTo>
                    <a:pt x="630" y="55"/>
                    <a:pt x="629" y="30"/>
                    <a:pt x="614"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Freeform 226"/>
            <p:cNvSpPr>
              <a:spLocks noEditPoints="1"/>
            </p:cNvSpPr>
            <p:nvPr/>
          </p:nvSpPr>
          <p:spPr bwMode="auto">
            <a:xfrm>
              <a:off x="8462963" y="5145088"/>
              <a:ext cx="214313" cy="273050"/>
            </a:xfrm>
            <a:custGeom>
              <a:avLst/>
              <a:gdLst>
                <a:gd name="T0" fmla="*/ 71 w 210"/>
                <a:gd name="T1" fmla="*/ 0 h 268"/>
                <a:gd name="T2" fmla="*/ 0 w 210"/>
                <a:gd name="T3" fmla="*/ 215 h 268"/>
                <a:gd name="T4" fmla="*/ 162 w 210"/>
                <a:gd name="T5" fmla="*/ 268 h 268"/>
                <a:gd name="T6" fmla="*/ 210 w 210"/>
                <a:gd name="T7" fmla="*/ 118 h 268"/>
                <a:gd name="T8" fmla="*/ 187 w 210"/>
                <a:gd name="T9" fmla="*/ 38 h 268"/>
                <a:gd name="T10" fmla="*/ 71 w 210"/>
                <a:gd name="T11" fmla="*/ 0 h 268"/>
                <a:gd name="T12" fmla="*/ 104 w 210"/>
                <a:gd name="T13" fmla="*/ 168 h 268"/>
                <a:gd name="T14" fmla="*/ 68 w 210"/>
                <a:gd name="T15" fmla="*/ 193 h 268"/>
                <a:gd name="T16" fmla="*/ 64 w 210"/>
                <a:gd name="T17" fmla="*/ 194 h 268"/>
                <a:gd name="T18" fmla="*/ 61 w 210"/>
                <a:gd name="T19" fmla="*/ 194 h 268"/>
                <a:gd name="T20" fmla="*/ 56 w 210"/>
                <a:gd name="T21" fmla="*/ 189 h 268"/>
                <a:gd name="T22" fmla="*/ 51 w 210"/>
                <a:gd name="T23" fmla="*/ 172 h 268"/>
                <a:gd name="T24" fmla="*/ 57 w 210"/>
                <a:gd name="T25" fmla="*/ 162 h 268"/>
                <a:gd name="T26" fmla="*/ 67 w 210"/>
                <a:gd name="T27" fmla="*/ 167 h 268"/>
                <a:gd name="T28" fmla="*/ 68 w 210"/>
                <a:gd name="T29" fmla="*/ 173 h 268"/>
                <a:gd name="T30" fmla="*/ 95 w 210"/>
                <a:gd name="T31" fmla="*/ 155 h 268"/>
                <a:gd name="T32" fmla="*/ 106 w 210"/>
                <a:gd name="T33" fmla="*/ 157 h 268"/>
                <a:gd name="T34" fmla="*/ 104 w 210"/>
                <a:gd name="T35" fmla="*/ 168 h 268"/>
                <a:gd name="T36" fmla="*/ 125 w 210"/>
                <a:gd name="T37" fmla="*/ 119 h 268"/>
                <a:gd name="T38" fmla="*/ 89 w 210"/>
                <a:gd name="T39" fmla="*/ 144 h 268"/>
                <a:gd name="T40" fmla="*/ 84 w 210"/>
                <a:gd name="T41" fmla="*/ 145 h 268"/>
                <a:gd name="T42" fmla="*/ 81 w 210"/>
                <a:gd name="T43" fmla="*/ 145 h 268"/>
                <a:gd name="T44" fmla="*/ 76 w 210"/>
                <a:gd name="T45" fmla="*/ 139 h 268"/>
                <a:gd name="T46" fmla="*/ 71 w 210"/>
                <a:gd name="T47" fmla="*/ 122 h 268"/>
                <a:gd name="T48" fmla="*/ 77 w 210"/>
                <a:gd name="T49" fmla="*/ 112 h 268"/>
                <a:gd name="T50" fmla="*/ 87 w 210"/>
                <a:gd name="T51" fmla="*/ 118 h 268"/>
                <a:gd name="T52" fmla="*/ 89 w 210"/>
                <a:gd name="T53" fmla="*/ 124 h 268"/>
                <a:gd name="T54" fmla="*/ 115 w 210"/>
                <a:gd name="T55" fmla="*/ 105 h 268"/>
                <a:gd name="T56" fmla="*/ 127 w 210"/>
                <a:gd name="T57" fmla="*/ 107 h 268"/>
                <a:gd name="T58" fmla="*/ 125 w 210"/>
                <a:gd name="T59" fmla="*/ 119 h 268"/>
                <a:gd name="T60" fmla="*/ 137 w 210"/>
                <a:gd name="T61" fmla="*/ 72 h 268"/>
                <a:gd name="T62" fmla="*/ 101 w 210"/>
                <a:gd name="T63" fmla="*/ 97 h 268"/>
                <a:gd name="T64" fmla="*/ 96 w 210"/>
                <a:gd name="T65" fmla="*/ 98 h 268"/>
                <a:gd name="T66" fmla="*/ 93 w 210"/>
                <a:gd name="T67" fmla="*/ 98 h 268"/>
                <a:gd name="T68" fmla="*/ 88 w 210"/>
                <a:gd name="T69" fmla="*/ 92 h 268"/>
                <a:gd name="T70" fmla="*/ 83 w 210"/>
                <a:gd name="T71" fmla="*/ 75 h 268"/>
                <a:gd name="T72" fmla="*/ 89 w 210"/>
                <a:gd name="T73" fmla="*/ 65 h 268"/>
                <a:gd name="T74" fmla="*/ 99 w 210"/>
                <a:gd name="T75" fmla="*/ 71 h 268"/>
                <a:gd name="T76" fmla="*/ 101 w 210"/>
                <a:gd name="T77" fmla="*/ 77 h 268"/>
                <a:gd name="T78" fmla="*/ 127 w 210"/>
                <a:gd name="T79" fmla="*/ 58 h 268"/>
                <a:gd name="T80" fmla="*/ 139 w 210"/>
                <a:gd name="T81" fmla="*/ 60 h 268"/>
                <a:gd name="T82" fmla="*/ 137 w 210"/>
                <a:gd name="T83" fmla="*/ 72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0" h="268">
                  <a:moveTo>
                    <a:pt x="71" y="0"/>
                  </a:moveTo>
                  <a:cubicBezTo>
                    <a:pt x="0" y="215"/>
                    <a:pt x="0" y="215"/>
                    <a:pt x="0" y="215"/>
                  </a:cubicBezTo>
                  <a:cubicBezTo>
                    <a:pt x="162" y="268"/>
                    <a:pt x="162" y="268"/>
                    <a:pt x="162" y="268"/>
                  </a:cubicBezTo>
                  <a:cubicBezTo>
                    <a:pt x="210" y="118"/>
                    <a:pt x="210" y="118"/>
                    <a:pt x="210" y="118"/>
                  </a:cubicBezTo>
                  <a:cubicBezTo>
                    <a:pt x="187" y="38"/>
                    <a:pt x="187" y="38"/>
                    <a:pt x="187" y="38"/>
                  </a:cubicBezTo>
                  <a:lnTo>
                    <a:pt x="71" y="0"/>
                  </a:lnTo>
                  <a:close/>
                  <a:moveTo>
                    <a:pt x="104" y="168"/>
                  </a:moveTo>
                  <a:cubicBezTo>
                    <a:pt x="68" y="193"/>
                    <a:pt x="68" y="193"/>
                    <a:pt x="68" y="193"/>
                  </a:cubicBezTo>
                  <a:cubicBezTo>
                    <a:pt x="67" y="194"/>
                    <a:pt x="65" y="194"/>
                    <a:pt x="64" y="194"/>
                  </a:cubicBezTo>
                  <a:cubicBezTo>
                    <a:pt x="63" y="194"/>
                    <a:pt x="62" y="194"/>
                    <a:pt x="61" y="194"/>
                  </a:cubicBezTo>
                  <a:cubicBezTo>
                    <a:pt x="59" y="193"/>
                    <a:pt x="57" y="191"/>
                    <a:pt x="56" y="189"/>
                  </a:cubicBezTo>
                  <a:cubicBezTo>
                    <a:pt x="51" y="172"/>
                    <a:pt x="51" y="172"/>
                    <a:pt x="51" y="172"/>
                  </a:cubicBezTo>
                  <a:cubicBezTo>
                    <a:pt x="50" y="167"/>
                    <a:pt x="52" y="163"/>
                    <a:pt x="57" y="162"/>
                  </a:cubicBezTo>
                  <a:cubicBezTo>
                    <a:pt x="61" y="160"/>
                    <a:pt x="65" y="163"/>
                    <a:pt x="67" y="167"/>
                  </a:cubicBezTo>
                  <a:cubicBezTo>
                    <a:pt x="68" y="173"/>
                    <a:pt x="68" y="173"/>
                    <a:pt x="68" y="173"/>
                  </a:cubicBezTo>
                  <a:cubicBezTo>
                    <a:pt x="95" y="155"/>
                    <a:pt x="95" y="155"/>
                    <a:pt x="95" y="155"/>
                  </a:cubicBezTo>
                  <a:cubicBezTo>
                    <a:pt x="99" y="152"/>
                    <a:pt x="104" y="153"/>
                    <a:pt x="106" y="157"/>
                  </a:cubicBezTo>
                  <a:cubicBezTo>
                    <a:pt x="109" y="160"/>
                    <a:pt x="108" y="165"/>
                    <a:pt x="104" y="168"/>
                  </a:cubicBezTo>
                  <a:close/>
                  <a:moveTo>
                    <a:pt x="125" y="119"/>
                  </a:moveTo>
                  <a:cubicBezTo>
                    <a:pt x="89" y="144"/>
                    <a:pt x="89" y="144"/>
                    <a:pt x="89" y="144"/>
                  </a:cubicBezTo>
                  <a:cubicBezTo>
                    <a:pt x="87" y="145"/>
                    <a:pt x="86" y="145"/>
                    <a:pt x="84" y="145"/>
                  </a:cubicBezTo>
                  <a:cubicBezTo>
                    <a:pt x="83" y="145"/>
                    <a:pt x="82" y="145"/>
                    <a:pt x="81" y="145"/>
                  </a:cubicBezTo>
                  <a:cubicBezTo>
                    <a:pt x="79" y="144"/>
                    <a:pt x="77" y="142"/>
                    <a:pt x="76" y="139"/>
                  </a:cubicBezTo>
                  <a:cubicBezTo>
                    <a:pt x="71" y="122"/>
                    <a:pt x="71" y="122"/>
                    <a:pt x="71" y="122"/>
                  </a:cubicBezTo>
                  <a:cubicBezTo>
                    <a:pt x="70" y="118"/>
                    <a:pt x="73" y="114"/>
                    <a:pt x="77" y="112"/>
                  </a:cubicBezTo>
                  <a:cubicBezTo>
                    <a:pt x="81" y="111"/>
                    <a:pt x="86" y="114"/>
                    <a:pt x="87" y="118"/>
                  </a:cubicBezTo>
                  <a:cubicBezTo>
                    <a:pt x="89" y="124"/>
                    <a:pt x="89" y="124"/>
                    <a:pt x="89" y="124"/>
                  </a:cubicBezTo>
                  <a:cubicBezTo>
                    <a:pt x="115" y="105"/>
                    <a:pt x="115" y="105"/>
                    <a:pt x="115" y="105"/>
                  </a:cubicBezTo>
                  <a:cubicBezTo>
                    <a:pt x="119" y="103"/>
                    <a:pt x="124" y="104"/>
                    <a:pt x="127" y="107"/>
                  </a:cubicBezTo>
                  <a:cubicBezTo>
                    <a:pt x="129" y="111"/>
                    <a:pt x="128" y="116"/>
                    <a:pt x="125" y="119"/>
                  </a:cubicBezTo>
                  <a:close/>
                  <a:moveTo>
                    <a:pt x="137" y="72"/>
                  </a:moveTo>
                  <a:cubicBezTo>
                    <a:pt x="101" y="97"/>
                    <a:pt x="101" y="97"/>
                    <a:pt x="101" y="97"/>
                  </a:cubicBezTo>
                  <a:cubicBezTo>
                    <a:pt x="99" y="98"/>
                    <a:pt x="98" y="98"/>
                    <a:pt x="96" y="98"/>
                  </a:cubicBezTo>
                  <a:cubicBezTo>
                    <a:pt x="95" y="98"/>
                    <a:pt x="94" y="98"/>
                    <a:pt x="93" y="98"/>
                  </a:cubicBezTo>
                  <a:cubicBezTo>
                    <a:pt x="91" y="97"/>
                    <a:pt x="89" y="95"/>
                    <a:pt x="88" y="92"/>
                  </a:cubicBezTo>
                  <a:cubicBezTo>
                    <a:pt x="83" y="75"/>
                    <a:pt x="83" y="75"/>
                    <a:pt x="83" y="75"/>
                  </a:cubicBezTo>
                  <a:cubicBezTo>
                    <a:pt x="82" y="71"/>
                    <a:pt x="85" y="67"/>
                    <a:pt x="89" y="65"/>
                  </a:cubicBezTo>
                  <a:cubicBezTo>
                    <a:pt x="93" y="64"/>
                    <a:pt x="98" y="67"/>
                    <a:pt x="99" y="71"/>
                  </a:cubicBezTo>
                  <a:cubicBezTo>
                    <a:pt x="101" y="77"/>
                    <a:pt x="101" y="77"/>
                    <a:pt x="101" y="77"/>
                  </a:cubicBezTo>
                  <a:cubicBezTo>
                    <a:pt x="127" y="58"/>
                    <a:pt x="127" y="58"/>
                    <a:pt x="127" y="58"/>
                  </a:cubicBezTo>
                  <a:cubicBezTo>
                    <a:pt x="131" y="56"/>
                    <a:pt x="136" y="57"/>
                    <a:pt x="139" y="60"/>
                  </a:cubicBezTo>
                  <a:cubicBezTo>
                    <a:pt x="141" y="64"/>
                    <a:pt x="140" y="69"/>
                    <a:pt x="137" y="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36" name="组合 235"/>
          <p:cNvGrpSpPr/>
          <p:nvPr/>
        </p:nvGrpSpPr>
        <p:grpSpPr>
          <a:xfrm>
            <a:off x="9839326" y="4765675"/>
            <a:ext cx="2143125" cy="1268413"/>
            <a:chOff x="9839326" y="4765675"/>
            <a:chExt cx="2143125" cy="1268413"/>
          </a:xfrm>
          <a:solidFill>
            <a:schemeClr val="tx1">
              <a:lumMod val="65000"/>
              <a:lumOff val="35000"/>
            </a:schemeClr>
          </a:solidFill>
        </p:grpSpPr>
        <p:sp>
          <p:nvSpPr>
            <p:cNvPr id="237" name="Freeform 243"/>
            <p:cNvSpPr>
              <a:spLocks/>
            </p:cNvSpPr>
            <p:nvPr/>
          </p:nvSpPr>
          <p:spPr bwMode="auto">
            <a:xfrm>
              <a:off x="9926638" y="5886450"/>
              <a:ext cx="55563" cy="131763"/>
            </a:xfrm>
            <a:custGeom>
              <a:avLst/>
              <a:gdLst>
                <a:gd name="T0" fmla="*/ 0 w 54"/>
                <a:gd name="T1" fmla="*/ 103 h 130"/>
                <a:gd name="T2" fmla="*/ 27 w 54"/>
                <a:gd name="T3" fmla="*/ 130 h 130"/>
                <a:gd name="T4" fmla="*/ 54 w 54"/>
                <a:gd name="T5" fmla="*/ 103 h 130"/>
                <a:gd name="T6" fmla="*/ 54 w 54"/>
                <a:gd name="T7" fmla="*/ 0 h 130"/>
                <a:gd name="T8" fmla="*/ 0 w 54"/>
                <a:gd name="T9" fmla="*/ 0 h 130"/>
                <a:gd name="T10" fmla="*/ 0 w 54"/>
                <a:gd name="T11" fmla="*/ 103 h 130"/>
              </a:gdLst>
              <a:ahLst/>
              <a:cxnLst>
                <a:cxn ang="0">
                  <a:pos x="T0" y="T1"/>
                </a:cxn>
                <a:cxn ang="0">
                  <a:pos x="T2" y="T3"/>
                </a:cxn>
                <a:cxn ang="0">
                  <a:pos x="T4" y="T5"/>
                </a:cxn>
                <a:cxn ang="0">
                  <a:pos x="T6" y="T7"/>
                </a:cxn>
                <a:cxn ang="0">
                  <a:pos x="T8" y="T9"/>
                </a:cxn>
                <a:cxn ang="0">
                  <a:pos x="T10" y="T11"/>
                </a:cxn>
              </a:cxnLst>
              <a:rect l="0" t="0" r="r" b="b"/>
              <a:pathLst>
                <a:path w="54" h="130">
                  <a:moveTo>
                    <a:pt x="0" y="103"/>
                  </a:moveTo>
                  <a:cubicBezTo>
                    <a:pt x="0" y="118"/>
                    <a:pt x="12" y="130"/>
                    <a:pt x="27" y="130"/>
                  </a:cubicBezTo>
                  <a:cubicBezTo>
                    <a:pt x="42" y="130"/>
                    <a:pt x="54" y="118"/>
                    <a:pt x="54" y="103"/>
                  </a:cubicBezTo>
                  <a:cubicBezTo>
                    <a:pt x="54" y="0"/>
                    <a:pt x="54" y="0"/>
                    <a:pt x="54" y="0"/>
                  </a:cubicBezTo>
                  <a:cubicBezTo>
                    <a:pt x="0" y="0"/>
                    <a:pt x="0" y="0"/>
                    <a:pt x="0" y="0"/>
                  </a:cubicBezTo>
                  <a:lnTo>
                    <a:pt x="0" y="10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244"/>
            <p:cNvSpPr>
              <a:spLocks/>
            </p:cNvSpPr>
            <p:nvPr/>
          </p:nvSpPr>
          <p:spPr bwMode="auto">
            <a:xfrm>
              <a:off x="11015663" y="5886450"/>
              <a:ext cx="53975" cy="131763"/>
            </a:xfrm>
            <a:custGeom>
              <a:avLst/>
              <a:gdLst>
                <a:gd name="T0" fmla="*/ 0 w 53"/>
                <a:gd name="T1" fmla="*/ 103 h 130"/>
                <a:gd name="T2" fmla="*/ 26 w 53"/>
                <a:gd name="T3" fmla="*/ 130 h 130"/>
                <a:gd name="T4" fmla="*/ 53 w 53"/>
                <a:gd name="T5" fmla="*/ 103 h 130"/>
                <a:gd name="T6" fmla="*/ 53 w 53"/>
                <a:gd name="T7" fmla="*/ 0 h 130"/>
                <a:gd name="T8" fmla="*/ 0 w 53"/>
                <a:gd name="T9" fmla="*/ 0 h 130"/>
                <a:gd name="T10" fmla="*/ 0 w 53"/>
                <a:gd name="T11" fmla="*/ 103 h 130"/>
              </a:gdLst>
              <a:ahLst/>
              <a:cxnLst>
                <a:cxn ang="0">
                  <a:pos x="T0" y="T1"/>
                </a:cxn>
                <a:cxn ang="0">
                  <a:pos x="T2" y="T3"/>
                </a:cxn>
                <a:cxn ang="0">
                  <a:pos x="T4" y="T5"/>
                </a:cxn>
                <a:cxn ang="0">
                  <a:pos x="T6" y="T7"/>
                </a:cxn>
                <a:cxn ang="0">
                  <a:pos x="T8" y="T9"/>
                </a:cxn>
                <a:cxn ang="0">
                  <a:pos x="T10" y="T11"/>
                </a:cxn>
              </a:cxnLst>
              <a:rect l="0" t="0" r="r" b="b"/>
              <a:pathLst>
                <a:path w="53" h="130">
                  <a:moveTo>
                    <a:pt x="0" y="103"/>
                  </a:moveTo>
                  <a:cubicBezTo>
                    <a:pt x="0" y="118"/>
                    <a:pt x="12" y="130"/>
                    <a:pt x="26" y="130"/>
                  </a:cubicBezTo>
                  <a:cubicBezTo>
                    <a:pt x="41" y="130"/>
                    <a:pt x="53" y="118"/>
                    <a:pt x="53" y="103"/>
                  </a:cubicBezTo>
                  <a:cubicBezTo>
                    <a:pt x="53" y="0"/>
                    <a:pt x="53" y="0"/>
                    <a:pt x="53" y="0"/>
                  </a:cubicBezTo>
                  <a:cubicBezTo>
                    <a:pt x="0" y="0"/>
                    <a:pt x="0" y="0"/>
                    <a:pt x="0" y="0"/>
                  </a:cubicBezTo>
                  <a:lnTo>
                    <a:pt x="0" y="10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245"/>
            <p:cNvSpPr>
              <a:spLocks/>
            </p:cNvSpPr>
            <p:nvPr/>
          </p:nvSpPr>
          <p:spPr bwMode="auto">
            <a:xfrm>
              <a:off x="9847263" y="5753100"/>
              <a:ext cx="1301750" cy="114300"/>
            </a:xfrm>
            <a:custGeom>
              <a:avLst/>
              <a:gdLst>
                <a:gd name="T0" fmla="*/ 1219 w 1275"/>
                <a:gd name="T1" fmla="*/ 0 h 112"/>
                <a:gd name="T2" fmla="*/ 56 w 1275"/>
                <a:gd name="T3" fmla="*/ 0 h 112"/>
                <a:gd name="T4" fmla="*/ 0 w 1275"/>
                <a:gd name="T5" fmla="*/ 56 h 112"/>
                <a:gd name="T6" fmla="*/ 56 w 1275"/>
                <a:gd name="T7" fmla="*/ 112 h 112"/>
                <a:gd name="T8" fmla="*/ 1219 w 1275"/>
                <a:gd name="T9" fmla="*/ 112 h 112"/>
                <a:gd name="T10" fmla="*/ 1275 w 1275"/>
                <a:gd name="T11" fmla="*/ 56 h 112"/>
                <a:gd name="T12" fmla="*/ 1219 w 1275"/>
                <a:gd name="T13" fmla="*/ 0 h 112"/>
              </a:gdLst>
              <a:ahLst/>
              <a:cxnLst>
                <a:cxn ang="0">
                  <a:pos x="T0" y="T1"/>
                </a:cxn>
                <a:cxn ang="0">
                  <a:pos x="T2" y="T3"/>
                </a:cxn>
                <a:cxn ang="0">
                  <a:pos x="T4" y="T5"/>
                </a:cxn>
                <a:cxn ang="0">
                  <a:pos x="T6" y="T7"/>
                </a:cxn>
                <a:cxn ang="0">
                  <a:pos x="T8" y="T9"/>
                </a:cxn>
                <a:cxn ang="0">
                  <a:pos x="T10" y="T11"/>
                </a:cxn>
                <a:cxn ang="0">
                  <a:pos x="T12" y="T13"/>
                </a:cxn>
              </a:cxnLst>
              <a:rect l="0" t="0" r="r" b="b"/>
              <a:pathLst>
                <a:path w="1275" h="112">
                  <a:moveTo>
                    <a:pt x="1219" y="0"/>
                  </a:moveTo>
                  <a:cubicBezTo>
                    <a:pt x="56" y="0"/>
                    <a:pt x="56" y="0"/>
                    <a:pt x="56" y="0"/>
                  </a:cubicBezTo>
                  <a:cubicBezTo>
                    <a:pt x="25" y="0"/>
                    <a:pt x="0" y="25"/>
                    <a:pt x="0" y="56"/>
                  </a:cubicBezTo>
                  <a:cubicBezTo>
                    <a:pt x="0" y="87"/>
                    <a:pt x="25" y="112"/>
                    <a:pt x="56" y="112"/>
                  </a:cubicBezTo>
                  <a:cubicBezTo>
                    <a:pt x="1219" y="112"/>
                    <a:pt x="1219" y="112"/>
                    <a:pt x="1219" y="112"/>
                  </a:cubicBezTo>
                  <a:cubicBezTo>
                    <a:pt x="1250" y="112"/>
                    <a:pt x="1275" y="87"/>
                    <a:pt x="1275" y="56"/>
                  </a:cubicBezTo>
                  <a:cubicBezTo>
                    <a:pt x="1275" y="25"/>
                    <a:pt x="1250" y="0"/>
                    <a:pt x="121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246"/>
            <p:cNvSpPr>
              <a:spLocks/>
            </p:cNvSpPr>
            <p:nvPr/>
          </p:nvSpPr>
          <p:spPr bwMode="auto">
            <a:xfrm>
              <a:off x="9944101" y="4905375"/>
              <a:ext cx="204788" cy="211138"/>
            </a:xfrm>
            <a:custGeom>
              <a:avLst/>
              <a:gdLst>
                <a:gd name="T0" fmla="*/ 54 w 201"/>
                <a:gd name="T1" fmla="*/ 17 h 207"/>
                <a:gd name="T2" fmla="*/ 31 w 201"/>
                <a:gd name="T3" fmla="*/ 152 h 207"/>
                <a:gd name="T4" fmla="*/ 167 w 201"/>
                <a:gd name="T5" fmla="*/ 177 h 207"/>
                <a:gd name="T6" fmla="*/ 201 w 201"/>
                <a:gd name="T7" fmla="*/ 134 h 207"/>
                <a:gd name="T8" fmla="*/ 117 w 201"/>
                <a:gd name="T9" fmla="*/ 93 h 207"/>
                <a:gd name="T10" fmla="*/ 106 w 201"/>
                <a:gd name="T11" fmla="*/ 0 h 207"/>
                <a:gd name="T12" fmla="*/ 54 w 201"/>
                <a:gd name="T13" fmla="*/ 17 h 207"/>
              </a:gdLst>
              <a:ahLst/>
              <a:cxnLst>
                <a:cxn ang="0">
                  <a:pos x="T0" y="T1"/>
                </a:cxn>
                <a:cxn ang="0">
                  <a:pos x="T2" y="T3"/>
                </a:cxn>
                <a:cxn ang="0">
                  <a:pos x="T4" y="T5"/>
                </a:cxn>
                <a:cxn ang="0">
                  <a:pos x="T6" y="T7"/>
                </a:cxn>
                <a:cxn ang="0">
                  <a:pos x="T8" y="T9"/>
                </a:cxn>
                <a:cxn ang="0">
                  <a:pos x="T10" y="T11"/>
                </a:cxn>
                <a:cxn ang="0">
                  <a:pos x="T12" y="T13"/>
                </a:cxn>
              </a:cxnLst>
              <a:rect l="0" t="0" r="r" b="b"/>
              <a:pathLst>
                <a:path w="201" h="207">
                  <a:moveTo>
                    <a:pt x="54" y="17"/>
                  </a:moveTo>
                  <a:cubicBezTo>
                    <a:pt x="11" y="47"/>
                    <a:pt x="0" y="108"/>
                    <a:pt x="31" y="152"/>
                  </a:cubicBezTo>
                  <a:cubicBezTo>
                    <a:pt x="62" y="196"/>
                    <a:pt x="123" y="207"/>
                    <a:pt x="167" y="177"/>
                  </a:cubicBezTo>
                  <a:cubicBezTo>
                    <a:pt x="183" y="166"/>
                    <a:pt x="194" y="151"/>
                    <a:pt x="201" y="134"/>
                  </a:cubicBezTo>
                  <a:cubicBezTo>
                    <a:pt x="169" y="135"/>
                    <a:pt x="137" y="121"/>
                    <a:pt x="117" y="93"/>
                  </a:cubicBezTo>
                  <a:cubicBezTo>
                    <a:pt x="97" y="64"/>
                    <a:pt x="94" y="30"/>
                    <a:pt x="106" y="0"/>
                  </a:cubicBezTo>
                  <a:cubicBezTo>
                    <a:pt x="88" y="1"/>
                    <a:pt x="70" y="6"/>
                    <a:pt x="54"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247"/>
            <p:cNvSpPr>
              <a:spLocks/>
            </p:cNvSpPr>
            <p:nvPr/>
          </p:nvSpPr>
          <p:spPr bwMode="auto">
            <a:xfrm>
              <a:off x="10444163" y="5130800"/>
              <a:ext cx="34925" cy="34925"/>
            </a:xfrm>
            <a:custGeom>
              <a:avLst/>
              <a:gdLst>
                <a:gd name="T0" fmla="*/ 8 w 22"/>
                <a:gd name="T1" fmla="*/ 15 h 22"/>
                <a:gd name="T2" fmla="*/ 10 w 22"/>
                <a:gd name="T3" fmla="*/ 22 h 22"/>
                <a:gd name="T4" fmla="*/ 14 w 22"/>
                <a:gd name="T5" fmla="*/ 15 h 22"/>
                <a:gd name="T6" fmla="*/ 22 w 22"/>
                <a:gd name="T7" fmla="*/ 15 h 22"/>
                <a:gd name="T8" fmla="*/ 17 w 22"/>
                <a:gd name="T9" fmla="*/ 9 h 22"/>
                <a:gd name="T10" fmla="*/ 19 w 22"/>
                <a:gd name="T11" fmla="*/ 2 h 22"/>
                <a:gd name="T12" fmla="*/ 12 w 22"/>
                <a:gd name="T13" fmla="*/ 5 h 22"/>
                <a:gd name="T14" fmla="*/ 6 w 22"/>
                <a:gd name="T15" fmla="*/ 0 h 22"/>
                <a:gd name="T16" fmla="*/ 6 w 22"/>
                <a:gd name="T17" fmla="*/ 8 h 22"/>
                <a:gd name="T18" fmla="*/ 0 w 22"/>
                <a:gd name="T19" fmla="*/ 13 h 22"/>
                <a:gd name="T20" fmla="*/ 8 w 22"/>
                <a:gd name="T21" fmla="*/ 1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22">
                  <a:moveTo>
                    <a:pt x="8" y="15"/>
                  </a:moveTo>
                  <a:lnTo>
                    <a:pt x="10" y="22"/>
                  </a:lnTo>
                  <a:lnTo>
                    <a:pt x="14" y="15"/>
                  </a:lnTo>
                  <a:lnTo>
                    <a:pt x="22" y="15"/>
                  </a:lnTo>
                  <a:lnTo>
                    <a:pt x="17" y="9"/>
                  </a:lnTo>
                  <a:lnTo>
                    <a:pt x="19" y="2"/>
                  </a:lnTo>
                  <a:lnTo>
                    <a:pt x="12" y="5"/>
                  </a:lnTo>
                  <a:lnTo>
                    <a:pt x="6" y="0"/>
                  </a:lnTo>
                  <a:lnTo>
                    <a:pt x="6" y="8"/>
                  </a:lnTo>
                  <a:lnTo>
                    <a:pt x="0" y="13"/>
                  </a:lnTo>
                  <a:lnTo>
                    <a:pt x="8"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248"/>
            <p:cNvSpPr>
              <a:spLocks/>
            </p:cNvSpPr>
            <p:nvPr/>
          </p:nvSpPr>
          <p:spPr bwMode="auto">
            <a:xfrm>
              <a:off x="10099676" y="5157788"/>
              <a:ext cx="20638" cy="19050"/>
            </a:xfrm>
            <a:custGeom>
              <a:avLst/>
              <a:gdLst>
                <a:gd name="T0" fmla="*/ 5 w 13"/>
                <a:gd name="T1" fmla="*/ 8 h 12"/>
                <a:gd name="T2" fmla="*/ 6 w 13"/>
                <a:gd name="T3" fmla="*/ 12 h 12"/>
                <a:gd name="T4" fmla="*/ 9 w 13"/>
                <a:gd name="T5" fmla="*/ 9 h 12"/>
                <a:gd name="T6" fmla="*/ 13 w 13"/>
                <a:gd name="T7" fmla="*/ 9 h 12"/>
                <a:gd name="T8" fmla="*/ 10 w 13"/>
                <a:gd name="T9" fmla="*/ 5 h 12"/>
                <a:gd name="T10" fmla="*/ 11 w 13"/>
                <a:gd name="T11" fmla="*/ 0 h 12"/>
                <a:gd name="T12" fmla="*/ 7 w 13"/>
                <a:gd name="T13" fmla="*/ 2 h 12"/>
                <a:gd name="T14" fmla="*/ 3 w 13"/>
                <a:gd name="T15" fmla="*/ 0 h 12"/>
                <a:gd name="T16" fmla="*/ 3 w 13"/>
                <a:gd name="T17" fmla="*/ 4 h 12"/>
                <a:gd name="T18" fmla="*/ 0 w 13"/>
                <a:gd name="T19" fmla="*/ 7 h 12"/>
                <a:gd name="T20" fmla="*/ 5 w 13"/>
                <a:gd name="T21"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2">
                  <a:moveTo>
                    <a:pt x="5" y="8"/>
                  </a:moveTo>
                  <a:lnTo>
                    <a:pt x="6" y="12"/>
                  </a:lnTo>
                  <a:lnTo>
                    <a:pt x="9" y="9"/>
                  </a:lnTo>
                  <a:lnTo>
                    <a:pt x="13" y="9"/>
                  </a:lnTo>
                  <a:lnTo>
                    <a:pt x="10" y="5"/>
                  </a:lnTo>
                  <a:lnTo>
                    <a:pt x="11" y="0"/>
                  </a:lnTo>
                  <a:lnTo>
                    <a:pt x="7" y="2"/>
                  </a:lnTo>
                  <a:lnTo>
                    <a:pt x="3" y="0"/>
                  </a:lnTo>
                  <a:lnTo>
                    <a:pt x="3" y="4"/>
                  </a:lnTo>
                  <a:lnTo>
                    <a:pt x="0" y="7"/>
                  </a:lnTo>
                  <a:lnTo>
                    <a:pt x="5"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249"/>
            <p:cNvSpPr>
              <a:spLocks/>
            </p:cNvSpPr>
            <p:nvPr/>
          </p:nvSpPr>
          <p:spPr bwMode="auto">
            <a:xfrm>
              <a:off x="9939338" y="4862513"/>
              <a:ext cx="20638" cy="20638"/>
            </a:xfrm>
            <a:custGeom>
              <a:avLst/>
              <a:gdLst>
                <a:gd name="T0" fmla="*/ 5 w 13"/>
                <a:gd name="T1" fmla="*/ 9 h 13"/>
                <a:gd name="T2" fmla="*/ 6 w 13"/>
                <a:gd name="T3" fmla="*/ 13 h 13"/>
                <a:gd name="T4" fmla="*/ 9 w 13"/>
                <a:gd name="T5" fmla="*/ 9 h 13"/>
                <a:gd name="T6" fmla="*/ 13 w 13"/>
                <a:gd name="T7" fmla="*/ 9 h 13"/>
                <a:gd name="T8" fmla="*/ 10 w 13"/>
                <a:gd name="T9" fmla="*/ 5 h 13"/>
                <a:gd name="T10" fmla="*/ 11 w 13"/>
                <a:gd name="T11" fmla="*/ 1 h 13"/>
                <a:gd name="T12" fmla="*/ 7 w 13"/>
                <a:gd name="T13" fmla="*/ 3 h 13"/>
                <a:gd name="T14" fmla="*/ 3 w 13"/>
                <a:gd name="T15" fmla="*/ 0 h 13"/>
                <a:gd name="T16" fmla="*/ 3 w 13"/>
                <a:gd name="T17" fmla="*/ 5 h 13"/>
                <a:gd name="T18" fmla="*/ 0 w 13"/>
                <a:gd name="T19" fmla="*/ 7 h 13"/>
                <a:gd name="T20" fmla="*/ 5 w 13"/>
                <a:gd name="T21"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3">
                  <a:moveTo>
                    <a:pt x="5" y="9"/>
                  </a:moveTo>
                  <a:lnTo>
                    <a:pt x="6" y="13"/>
                  </a:lnTo>
                  <a:lnTo>
                    <a:pt x="9" y="9"/>
                  </a:lnTo>
                  <a:lnTo>
                    <a:pt x="13" y="9"/>
                  </a:lnTo>
                  <a:lnTo>
                    <a:pt x="10" y="5"/>
                  </a:lnTo>
                  <a:lnTo>
                    <a:pt x="11" y="1"/>
                  </a:lnTo>
                  <a:lnTo>
                    <a:pt x="7" y="3"/>
                  </a:lnTo>
                  <a:lnTo>
                    <a:pt x="3" y="0"/>
                  </a:lnTo>
                  <a:lnTo>
                    <a:pt x="3" y="5"/>
                  </a:lnTo>
                  <a:lnTo>
                    <a:pt x="0" y="7"/>
                  </a:lnTo>
                  <a:lnTo>
                    <a:pt x="5"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250"/>
            <p:cNvSpPr>
              <a:spLocks/>
            </p:cNvSpPr>
            <p:nvPr/>
          </p:nvSpPr>
          <p:spPr bwMode="auto">
            <a:xfrm>
              <a:off x="10360026" y="4875213"/>
              <a:ext cx="92075" cy="95250"/>
            </a:xfrm>
            <a:custGeom>
              <a:avLst/>
              <a:gdLst>
                <a:gd name="T0" fmla="*/ 34 w 58"/>
                <a:gd name="T1" fmla="*/ 0 h 60"/>
                <a:gd name="T2" fmla="*/ 20 w 58"/>
                <a:gd name="T3" fmla="*/ 16 h 60"/>
                <a:gd name="T4" fmla="*/ 0 w 58"/>
                <a:gd name="T5" fmla="*/ 14 h 60"/>
                <a:gd name="T6" fmla="*/ 11 w 58"/>
                <a:gd name="T7" fmla="*/ 32 h 60"/>
                <a:gd name="T8" fmla="*/ 2 w 58"/>
                <a:gd name="T9" fmla="*/ 50 h 60"/>
                <a:gd name="T10" fmla="*/ 22 w 58"/>
                <a:gd name="T11" fmla="*/ 46 h 60"/>
                <a:gd name="T12" fmla="*/ 37 w 58"/>
                <a:gd name="T13" fmla="*/ 60 h 60"/>
                <a:gd name="T14" fmla="*/ 39 w 58"/>
                <a:gd name="T15" fmla="*/ 39 h 60"/>
                <a:gd name="T16" fmla="*/ 58 w 58"/>
                <a:gd name="T17" fmla="*/ 29 h 60"/>
                <a:gd name="T18" fmla="*/ 38 w 58"/>
                <a:gd name="T19" fmla="*/ 21 h 60"/>
                <a:gd name="T20" fmla="*/ 34 w 58"/>
                <a:gd name="T21"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60">
                  <a:moveTo>
                    <a:pt x="34" y="0"/>
                  </a:moveTo>
                  <a:lnTo>
                    <a:pt x="20" y="16"/>
                  </a:lnTo>
                  <a:lnTo>
                    <a:pt x="0" y="14"/>
                  </a:lnTo>
                  <a:lnTo>
                    <a:pt x="11" y="32"/>
                  </a:lnTo>
                  <a:lnTo>
                    <a:pt x="2" y="50"/>
                  </a:lnTo>
                  <a:lnTo>
                    <a:pt x="22" y="46"/>
                  </a:lnTo>
                  <a:lnTo>
                    <a:pt x="37" y="60"/>
                  </a:lnTo>
                  <a:lnTo>
                    <a:pt x="39" y="39"/>
                  </a:lnTo>
                  <a:lnTo>
                    <a:pt x="58" y="29"/>
                  </a:lnTo>
                  <a:lnTo>
                    <a:pt x="38" y="21"/>
                  </a:lnTo>
                  <a:lnTo>
                    <a:pt x="3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251"/>
            <p:cNvSpPr>
              <a:spLocks/>
            </p:cNvSpPr>
            <p:nvPr/>
          </p:nvSpPr>
          <p:spPr bwMode="auto">
            <a:xfrm>
              <a:off x="10128251" y="4954588"/>
              <a:ext cx="41275" cy="42863"/>
            </a:xfrm>
            <a:custGeom>
              <a:avLst/>
              <a:gdLst>
                <a:gd name="T0" fmla="*/ 9 w 26"/>
                <a:gd name="T1" fmla="*/ 16 h 27"/>
                <a:gd name="T2" fmla="*/ 5 w 26"/>
                <a:gd name="T3" fmla="*/ 24 h 27"/>
                <a:gd name="T4" fmla="*/ 11 w 26"/>
                <a:gd name="T5" fmla="*/ 18 h 27"/>
                <a:gd name="T6" fmla="*/ 13 w 26"/>
                <a:gd name="T7" fmla="*/ 27 h 27"/>
                <a:gd name="T8" fmla="*/ 14 w 26"/>
                <a:gd name="T9" fmla="*/ 18 h 27"/>
                <a:gd name="T10" fmla="*/ 21 w 26"/>
                <a:gd name="T11" fmla="*/ 24 h 27"/>
                <a:gd name="T12" fmla="*/ 18 w 26"/>
                <a:gd name="T13" fmla="*/ 16 h 27"/>
                <a:gd name="T14" fmla="*/ 26 w 26"/>
                <a:gd name="T15" fmla="*/ 17 h 27"/>
                <a:gd name="T16" fmla="*/ 18 w 26"/>
                <a:gd name="T17" fmla="*/ 13 h 27"/>
                <a:gd name="T18" fmla="*/ 26 w 26"/>
                <a:gd name="T19" fmla="*/ 9 h 27"/>
                <a:gd name="T20" fmla="*/ 18 w 26"/>
                <a:gd name="T21" fmla="*/ 10 h 27"/>
                <a:gd name="T22" fmla="*/ 21 w 26"/>
                <a:gd name="T23" fmla="*/ 2 h 27"/>
                <a:gd name="T24" fmla="*/ 14 w 26"/>
                <a:gd name="T25" fmla="*/ 8 h 27"/>
                <a:gd name="T26" fmla="*/ 13 w 26"/>
                <a:gd name="T27" fmla="*/ 0 h 27"/>
                <a:gd name="T28" fmla="*/ 11 w 26"/>
                <a:gd name="T29" fmla="*/ 8 h 27"/>
                <a:gd name="T30" fmla="*/ 5 w 26"/>
                <a:gd name="T31" fmla="*/ 2 h 27"/>
                <a:gd name="T32" fmla="*/ 9 w 26"/>
                <a:gd name="T33" fmla="*/ 10 h 27"/>
                <a:gd name="T34" fmla="*/ 0 w 26"/>
                <a:gd name="T35" fmla="*/ 9 h 27"/>
                <a:gd name="T36" fmla="*/ 7 w 26"/>
                <a:gd name="T37" fmla="*/ 13 h 27"/>
                <a:gd name="T38" fmla="*/ 0 w 26"/>
                <a:gd name="T39" fmla="*/ 17 h 27"/>
                <a:gd name="T40" fmla="*/ 9 w 26"/>
                <a:gd name="T41" fmla="*/ 1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 h="27">
                  <a:moveTo>
                    <a:pt x="9" y="16"/>
                  </a:moveTo>
                  <a:lnTo>
                    <a:pt x="5" y="24"/>
                  </a:lnTo>
                  <a:lnTo>
                    <a:pt x="11" y="18"/>
                  </a:lnTo>
                  <a:lnTo>
                    <a:pt x="13" y="27"/>
                  </a:lnTo>
                  <a:lnTo>
                    <a:pt x="14" y="18"/>
                  </a:lnTo>
                  <a:lnTo>
                    <a:pt x="21" y="24"/>
                  </a:lnTo>
                  <a:lnTo>
                    <a:pt x="18" y="16"/>
                  </a:lnTo>
                  <a:lnTo>
                    <a:pt x="26" y="17"/>
                  </a:lnTo>
                  <a:lnTo>
                    <a:pt x="18" y="13"/>
                  </a:lnTo>
                  <a:lnTo>
                    <a:pt x="26" y="9"/>
                  </a:lnTo>
                  <a:lnTo>
                    <a:pt x="18" y="10"/>
                  </a:lnTo>
                  <a:lnTo>
                    <a:pt x="21" y="2"/>
                  </a:lnTo>
                  <a:lnTo>
                    <a:pt x="14" y="8"/>
                  </a:lnTo>
                  <a:lnTo>
                    <a:pt x="13" y="0"/>
                  </a:lnTo>
                  <a:lnTo>
                    <a:pt x="11" y="8"/>
                  </a:lnTo>
                  <a:lnTo>
                    <a:pt x="5" y="2"/>
                  </a:lnTo>
                  <a:lnTo>
                    <a:pt x="9" y="10"/>
                  </a:lnTo>
                  <a:lnTo>
                    <a:pt x="0" y="9"/>
                  </a:lnTo>
                  <a:lnTo>
                    <a:pt x="7" y="13"/>
                  </a:lnTo>
                  <a:lnTo>
                    <a:pt x="0" y="17"/>
                  </a:lnTo>
                  <a:lnTo>
                    <a:pt x="9"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Freeform 252"/>
            <p:cNvSpPr>
              <a:spLocks/>
            </p:cNvSpPr>
            <p:nvPr/>
          </p:nvSpPr>
          <p:spPr bwMode="auto">
            <a:xfrm>
              <a:off x="9950451" y="5154613"/>
              <a:ext cx="25400" cy="25400"/>
            </a:xfrm>
            <a:custGeom>
              <a:avLst/>
              <a:gdLst>
                <a:gd name="T0" fmla="*/ 10 w 16"/>
                <a:gd name="T1" fmla="*/ 6 h 16"/>
                <a:gd name="T2" fmla="*/ 13 w 16"/>
                <a:gd name="T3" fmla="*/ 1 h 16"/>
                <a:gd name="T4" fmla="*/ 9 w 16"/>
                <a:gd name="T5" fmla="*/ 5 h 16"/>
                <a:gd name="T6" fmla="*/ 7 w 16"/>
                <a:gd name="T7" fmla="*/ 0 h 16"/>
                <a:gd name="T8" fmla="*/ 7 w 16"/>
                <a:gd name="T9" fmla="*/ 5 h 16"/>
                <a:gd name="T10" fmla="*/ 3 w 16"/>
                <a:gd name="T11" fmla="*/ 1 h 16"/>
                <a:gd name="T12" fmla="*/ 5 w 16"/>
                <a:gd name="T13" fmla="*/ 6 h 16"/>
                <a:gd name="T14" fmla="*/ 0 w 16"/>
                <a:gd name="T15" fmla="*/ 5 h 16"/>
                <a:gd name="T16" fmla="*/ 4 w 16"/>
                <a:gd name="T17" fmla="*/ 8 h 16"/>
                <a:gd name="T18" fmla="*/ 0 w 16"/>
                <a:gd name="T19" fmla="*/ 11 h 16"/>
                <a:gd name="T20" fmla="*/ 5 w 16"/>
                <a:gd name="T21" fmla="*/ 10 h 16"/>
                <a:gd name="T22" fmla="*/ 3 w 16"/>
                <a:gd name="T23" fmla="*/ 14 h 16"/>
                <a:gd name="T24" fmla="*/ 7 w 16"/>
                <a:gd name="T25" fmla="*/ 11 h 16"/>
                <a:gd name="T26" fmla="*/ 7 w 16"/>
                <a:gd name="T27" fmla="*/ 16 h 16"/>
                <a:gd name="T28" fmla="*/ 9 w 16"/>
                <a:gd name="T29" fmla="*/ 11 h 16"/>
                <a:gd name="T30" fmla="*/ 13 w 16"/>
                <a:gd name="T31" fmla="*/ 14 h 16"/>
                <a:gd name="T32" fmla="*/ 10 w 16"/>
                <a:gd name="T33" fmla="*/ 10 h 16"/>
                <a:gd name="T34" fmla="*/ 16 w 16"/>
                <a:gd name="T35" fmla="*/ 11 h 16"/>
                <a:gd name="T36" fmla="*/ 11 w 16"/>
                <a:gd name="T37" fmla="*/ 8 h 16"/>
                <a:gd name="T38" fmla="*/ 16 w 16"/>
                <a:gd name="T39" fmla="*/ 5 h 16"/>
                <a:gd name="T40" fmla="*/ 10 w 16"/>
                <a:gd name="T41"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 h="16">
                  <a:moveTo>
                    <a:pt x="10" y="6"/>
                  </a:moveTo>
                  <a:lnTo>
                    <a:pt x="13" y="1"/>
                  </a:lnTo>
                  <a:lnTo>
                    <a:pt x="9" y="5"/>
                  </a:lnTo>
                  <a:lnTo>
                    <a:pt x="7" y="0"/>
                  </a:lnTo>
                  <a:lnTo>
                    <a:pt x="7" y="5"/>
                  </a:lnTo>
                  <a:lnTo>
                    <a:pt x="3" y="1"/>
                  </a:lnTo>
                  <a:lnTo>
                    <a:pt x="5" y="6"/>
                  </a:lnTo>
                  <a:lnTo>
                    <a:pt x="0" y="5"/>
                  </a:lnTo>
                  <a:lnTo>
                    <a:pt x="4" y="8"/>
                  </a:lnTo>
                  <a:lnTo>
                    <a:pt x="0" y="11"/>
                  </a:lnTo>
                  <a:lnTo>
                    <a:pt x="5" y="10"/>
                  </a:lnTo>
                  <a:lnTo>
                    <a:pt x="3" y="14"/>
                  </a:lnTo>
                  <a:lnTo>
                    <a:pt x="7" y="11"/>
                  </a:lnTo>
                  <a:lnTo>
                    <a:pt x="7" y="16"/>
                  </a:lnTo>
                  <a:lnTo>
                    <a:pt x="9" y="11"/>
                  </a:lnTo>
                  <a:lnTo>
                    <a:pt x="13" y="14"/>
                  </a:lnTo>
                  <a:lnTo>
                    <a:pt x="10" y="10"/>
                  </a:lnTo>
                  <a:lnTo>
                    <a:pt x="16" y="11"/>
                  </a:lnTo>
                  <a:lnTo>
                    <a:pt x="11" y="8"/>
                  </a:lnTo>
                  <a:lnTo>
                    <a:pt x="16" y="5"/>
                  </a:lnTo>
                  <a:lnTo>
                    <a:pt x="10"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Freeform 253"/>
            <p:cNvSpPr>
              <a:spLocks/>
            </p:cNvSpPr>
            <p:nvPr/>
          </p:nvSpPr>
          <p:spPr bwMode="auto">
            <a:xfrm>
              <a:off x="10225088" y="4864100"/>
              <a:ext cx="49213" cy="49213"/>
            </a:xfrm>
            <a:custGeom>
              <a:avLst/>
              <a:gdLst>
                <a:gd name="T0" fmla="*/ 10 w 31"/>
                <a:gd name="T1" fmla="*/ 20 h 31"/>
                <a:gd name="T2" fmla="*/ 6 w 31"/>
                <a:gd name="T3" fmla="*/ 29 h 31"/>
                <a:gd name="T4" fmla="*/ 13 w 31"/>
                <a:gd name="T5" fmla="*/ 22 h 31"/>
                <a:gd name="T6" fmla="*/ 15 w 31"/>
                <a:gd name="T7" fmla="*/ 31 h 31"/>
                <a:gd name="T8" fmla="*/ 17 w 31"/>
                <a:gd name="T9" fmla="*/ 22 h 31"/>
                <a:gd name="T10" fmla="*/ 25 w 31"/>
                <a:gd name="T11" fmla="*/ 29 h 31"/>
                <a:gd name="T12" fmla="*/ 20 w 31"/>
                <a:gd name="T13" fmla="*/ 20 h 31"/>
                <a:gd name="T14" fmla="*/ 31 w 31"/>
                <a:gd name="T15" fmla="*/ 21 h 31"/>
                <a:gd name="T16" fmla="*/ 22 w 31"/>
                <a:gd name="T17" fmla="*/ 16 h 31"/>
                <a:gd name="T18" fmla="*/ 31 w 31"/>
                <a:gd name="T19" fmla="*/ 11 h 31"/>
                <a:gd name="T20" fmla="*/ 20 w 31"/>
                <a:gd name="T21" fmla="*/ 12 h 31"/>
                <a:gd name="T22" fmla="*/ 25 w 31"/>
                <a:gd name="T23" fmla="*/ 3 h 31"/>
                <a:gd name="T24" fmla="*/ 17 w 31"/>
                <a:gd name="T25" fmla="*/ 10 h 31"/>
                <a:gd name="T26" fmla="*/ 15 w 31"/>
                <a:gd name="T27" fmla="*/ 0 h 31"/>
                <a:gd name="T28" fmla="*/ 13 w 31"/>
                <a:gd name="T29" fmla="*/ 10 h 31"/>
                <a:gd name="T30" fmla="*/ 6 w 31"/>
                <a:gd name="T31" fmla="*/ 3 h 31"/>
                <a:gd name="T32" fmla="*/ 10 w 31"/>
                <a:gd name="T33" fmla="*/ 12 h 31"/>
                <a:gd name="T34" fmla="*/ 0 w 31"/>
                <a:gd name="T35" fmla="*/ 11 h 31"/>
                <a:gd name="T36" fmla="*/ 9 w 31"/>
                <a:gd name="T37" fmla="*/ 16 h 31"/>
                <a:gd name="T38" fmla="*/ 0 w 31"/>
                <a:gd name="T39" fmla="*/ 21 h 31"/>
                <a:gd name="T40" fmla="*/ 10 w 31"/>
                <a:gd name="T41" fmla="*/ 2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1" h="31">
                  <a:moveTo>
                    <a:pt x="10" y="20"/>
                  </a:moveTo>
                  <a:lnTo>
                    <a:pt x="6" y="29"/>
                  </a:lnTo>
                  <a:lnTo>
                    <a:pt x="13" y="22"/>
                  </a:lnTo>
                  <a:lnTo>
                    <a:pt x="15" y="31"/>
                  </a:lnTo>
                  <a:lnTo>
                    <a:pt x="17" y="22"/>
                  </a:lnTo>
                  <a:lnTo>
                    <a:pt x="25" y="29"/>
                  </a:lnTo>
                  <a:lnTo>
                    <a:pt x="20" y="20"/>
                  </a:lnTo>
                  <a:lnTo>
                    <a:pt x="31" y="21"/>
                  </a:lnTo>
                  <a:lnTo>
                    <a:pt x="22" y="16"/>
                  </a:lnTo>
                  <a:lnTo>
                    <a:pt x="31" y="11"/>
                  </a:lnTo>
                  <a:lnTo>
                    <a:pt x="20" y="12"/>
                  </a:lnTo>
                  <a:lnTo>
                    <a:pt x="25" y="3"/>
                  </a:lnTo>
                  <a:lnTo>
                    <a:pt x="17" y="10"/>
                  </a:lnTo>
                  <a:lnTo>
                    <a:pt x="15" y="0"/>
                  </a:lnTo>
                  <a:lnTo>
                    <a:pt x="13" y="10"/>
                  </a:lnTo>
                  <a:lnTo>
                    <a:pt x="6" y="3"/>
                  </a:lnTo>
                  <a:lnTo>
                    <a:pt x="10" y="12"/>
                  </a:lnTo>
                  <a:lnTo>
                    <a:pt x="0" y="11"/>
                  </a:lnTo>
                  <a:lnTo>
                    <a:pt x="9" y="16"/>
                  </a:lnTo>
                  <a:lnTo>
                    <a:pt x="0" y="21"/>
                  </a:lnTo>
                  <a:lnTo>
                    <a:pt x="10"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254"/>
            <p:cNvSpPr>
              <a:spLocks/>
            </p:cNvSpPr>
            <p:nvPr/>
          </p:nvSpPr>
          <p:spPr bwMode="auto">
            <a:xfrm>
              <a:off x="10339388" y="5013325"/>
              <a:ext cx="25400" cy="26988"/>
            </a:xfrm>
            <a:custGeom>
              <a:avLst/>
              <a:gdLst>
                <a:gd name="T0" fmla="*/ 6 w 16"/>
                <a:gd name="T1" fmla="*/ 11 h 17"/>
                <a:gd name="T2" fmla="*/ 3 w 16"/>
                <a:gd name="T3" fmla="*/ 15 h 17"/>
                <a:gd name="T4" fmla="*/ 7 w 16"/>
                <a:gd name="T5" fmla="*/ 12 h 17"/>
                <a:gd name="T6" fmla="*/ 8 w 16"/>
                <a:gd name="T7" fmla="*/ 17 h 17"/>
                <a:gd name="T8" fmla="*/ 9 w 16"/>
                <a:gd name="T9" fmla="*/ 12 h 17"/>
                <a:gd name="T10" fmla="*/ 13 w 16"/>
                <a:gd name="T11" fmla="*/ 15 h 17"/>
                <a:gd name="T12" fmla="*/ 11 w 16"/>
                <a:gd name="T13" fmla="*/ 11 h 17"/>
                <a:gd name="T14" fmla="*/ 16 w 16"/>
                <a:gd name="T15" fmla="*/ 11 h 17"/>
                <a:gd name="T16" fmla="*/ 11 w 16"/>
                <a:gd name="T17" fmla="*/ 9 h 17"/>
                <a:gd name="T18" fmla="*/ 16 w 16"/>
                <a:gd name="T19" fmla="*/ 6 h 17"/>
                <a:gd name="T20" fmla="*/ 11 w 16"/>
                <a:gd name="T21" fmla="*/ 7 h 17"/>
                <a:gd name="T22" fmla="*/ 13 w 16"/>
                <a:gd name="T23" fmla="*/ 2 h 17"/>
                <a:gd name="T24" fmla="*/ 9 w 16"/>
                <a:gd name="T25" fmla="*/ 6 h 17"/>
                <a:gd name="T26" fmla="*/ 8 w 16"/>
                <a:gd name="T27" fmla="*/ 0 h 17"/>
                <a:gd name="T28" fmla="*/ 7 w 16"/>
                <a:gd name="T29" fmla="*/ 6 h 17"/>
                <a:gd name="T30" fmla="*/ 3 w 16"/>
                <a:gd name="T31" fmla="*/ 2 h 17"/>
                <a:gd name="T32" fmla="*/ 6 w 16"/>
                <a:gd name="T33" fmla="*/ 7 h 17"/>
                <a:gd name="T34" fmla="*/ 0 w 16"/>
                <a:gd name="T35" fmla="*/ 6 h 17"/>
                <a:gd name="T36" fmla="*/ 5 w 16"/>
                <a:gd name="T37" fmla="*/ 9 h 17"/>
                <a:gd name="T38" fmla="*/ 0 w 16"/>
                <a:gd name="T39" fmla="*/ 11 h 17"/>
                <a:gd name="T40" fmla="*/ 6 w 16"/>
                <a:gd name="T4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 h="17">
                  <a:moveTo>
                    <a:pt x="6" y="11"/>
                  </a:moveTo>
                  <a:lnTo>
                    <a:pt x="3" y="15"/>
                  </a:lnTo>
                  <a:lnTo>
                    <a:pt x="7" y="12"/>
                  </a:lnTo>
                  <a:lnTo>
                    <a:pt x="8" y="17"/>
                  </a:lnTo>
                  <a:lnTo>
                    <a:pt x="9" y="12"/>
                  </a:lnTo>
                  <a:lnTo>
                    <a:pt x="13" y="15"/>
                  </a:lnTo>
                  <a:lnTo>
                    <a:pt x="11" y="11"/>
                  </a:lnTo>
                  <a:lnTo>
                    <a:pt x="16" y="11"/>
                  </a:lnTo>
                  <a:lnTo>
                    <a:pt x="11" y="9"/>
                  </a:lnTo>
                  <a:lnTo>
                    <a:pt x="16" y="6"/>
                  </a:lnTo>
                  <a:lnTo>
                    <a:pt x="11" y="7"/>
                  </a:lnTo>
                  <a:lnTo>
                    <a:pt x="13" y="2"/>
                  </a:lnTo>
                  <a:lnTo>
                    <a:pt x="9" y="6"/>
                  </a:lnTo>
                  <a:lnTo>
                    <a:pt x="8" y="0"/>
                  </a:lnTo>
                  <a:lnTo>
                    <a:pt x="7" y="6"/>
                  </a:lnTo>
                  <a:lnTo>
                    <a:pt x="3" y="2"/>
                  </a:lnTo>
                  <a:lnTo>
                    <a:pt x="6" y="7"/>
                  </a:lnTo>
                  <a:lnTo>
                    <a:pt x="0" y="6"/>
                  </a:lnTo>
                  <a:lnTo>
                    <a:pt x="5" y="9"/>
                  </a:lnTo>
                  <a:lnTo>
                    <a:pt x="0" y="11"/>
                  </a:lnTo>
                  <a:lnTo>
                    <a:pt x="6"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255"/>
            <p:cNvSpPr>
              <a:spLocks/>
            </p:cNvSpPr>
            <p:nvPr/>
          </p:nvSpPr>
          <p:spPr bwMode="auto">
            <a:xfrm>
              <a:off x="10658476" y="5657850"/>
              <a:ext cx="233363" cy="79375"/>
            </a:xfrm>
            <a:custGeom>
              <a:avLst/>
              <a:gdLst>
                <a:gd name="T0" fmla="*/ 190 w 229"/>
                <a:gd name="T1" fmla="*/ 1 h 78"/>
                <a:gd name="T2" fmla="*/ 39 w 229"/>
                <a:gd name="T3" fmla="*/ 0 h 78"/>
                <a:gd name="T4" fmla="*/ 39 w 229"/>
                <a:gd name="T5" fmla="*/ 0 h 78"/>
                <a:gd name="T6" fmla="*/ 0 w 229"/>
                <a:gd name="T7" fmla="*/ 39 h 78"/>
                <a:gd name="T8" fmla="*/ 39 w 229"/>
                <a:gd name="T9" fmla="*/ 78 h 78"/>
                <a:gd name="T10" fmla="*/ 39 w 229"/>
                <a:gd name="T11" fmla="*/ 78 h 78"/>
                <a:gd name="T12" fmla="*/ 190 w 229"/>
                <a:gd name="T13" fmla="*/ 78 h 78"/>
                <a:gd name="T14" fmla="*/ 190 w 229"/>
                <a:gd name="T15" fmla="*/ 78 h 78"/>
                <a:gd name="T16" fmla="*/ 190 w 229"/>
                <a:gd name="T17" fmla="*/ 78 h 78"/>
                <a:gd name="T18" fmla="*/ 229 w 229"/>
                <a:gd name="T19" fmla="*/ 40 h 78"/>
                <a:gd name="T20" fmla="*/ 190 w 229"/>
                <a:gd name="T21" fmla="*/ 1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9" h="78">
                  <a:moveTo>
                    <a:pt x="190" y="1"/>
                  </a:moveTo>
                  <a:cubicBezTo>
                    <a:pt x="39" y="0"/>
                    <a:pt x="39" y="0"/>
                    <a:pt x="39" y="0"/>
                  </a:cubicBezTo>
                  <a:cubicBezTo>
                    <a:pt x="39" y="0"/>
                    <a:pt x="39" y="0"/>
                    <a:pt x="39" y="0"/>
                  </a:cubicBezTo>
                  <a:cubicBezTo>
                    <a:pt x="18" y="0"/>
                    <a:pt x="0" y="18"/>
                    <a:pt x="0" y="39"/>
                  </a:cubicBezTo>
                  <a:cubicBezTo>
                    <a:pt x="0" y="61"/>
                    <a:pt x="18" y="78"/>
                    <a:pt x="39" y="78"/>
                  </a:cubicBezTo>
                  <a:cubicBezTo>
                    <a:pt x="39" y="78"/>
                    <a:pt x="39" y="78"/>
                    <a:pt x="39" y="78"/>
                  </a:cubicBezTo>
                  <a:cubicBezTo>
                    <a:pt x="190" y="78"/>
                    <a:pt x="190" y="78"/>
                    <a:pt x="190" y="78"/>
                  </a:cubicBezTo>
                  <a:cubicBezTo>
                    <a:pt x="190" y="78"/>
                    <a:pt x="190" y="78"/>
                    <a:pt x="190" y="78"/>
                  </a:cubicBezTo>
                  <a:cubicBezTo>
                    <a:pt x="190" y="78"/>
                    <a:pt x="190" y="78"/>
                    <a:pt x="190" y="78"/>
                  </a:cubicBezTo>
                  <a:cubicBezTo>
                    <a:pt x="211" y="78"/>
                    <a:pt x="229" y="61"/>
                    <a:pt x="229" y="40"/>
                  </a:cubicBezTo>
                  <a:cubicBezTo>
                    <a:pt x="229" y="18"/>
                    <a:pt x="211" y="1"/>
                    <a:pt x="19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Freeform 256"/>
            <p:cNvSpPr>
              <a:spLocks/>
            </p:cNvSpPr>
            <p:nvPr/>
          </p:nvSpPr>
          <p:spPr bwMode="auto">
            <a:xfrm>
              <a:off x="10621963" y="5389563"/>
              <a:ext cx="246063" cy="257175"/>
            </a:xfrm>
            <a:custGeom>
              <a:avLst/>
              <a:gdLst>
                <a:gd name="T0" fmla="*/ 39 w 241"/>
                <a:gd name="T1" fmla="*/ 189 h 252"/>
                <a:gd name="T2" fmla="*/ 78 w 241"/>
                <a:gd name="T3" fmla="*/ 150 h 252"/>
                <a:gd name="T4" fmla="*/ 78 w 241"/>
                <a:gd name="T5" fmla="*/ 90 h 252"/>
                <a:gd name="T6" fmla="*/ 156 w 241"/>
                <a:gd name="T7" fmla="*/ 107 h 252"/>
                <a:gd name="T8" fmla="*/ 156 w 241"/>
                <a:gd name="T9" fmla="*/ 108 h 252"/>
                <a:gd name="T10" fmla="*/ 150 w 241"/>
                <a:gd name="T11" fmla="*/ 108 h 252"/>
                <a:gd name="T12" fmla="*/ 150 w 241"/>
                <a:gd name="T13" fmla="*/ 108 h 252"/>
                <a:gd name="T14" fmla="*/ 91 w 241"/>
                <a:gd name="T15" fmla="*/ 108 h 252"/>
                <a:gd name="T16" fmla="*/ 91 w 241"/>
                <a:gd name="T17" fmla="*/ 252 h 252"/>
                <a:gd name="T18" fmla="*/ 226 w 241"/>
                <a:gd name="T19" fmla="*/ 252 h 252"/>
                <a:gd name="T20" fmla="*/ 227 w 241"/>
                <a:gd name="T21" fmla="*/ 252 h 252"/>
                <a:gd name="T22" fmla="*/ 211 w 241"/>
                <a:gd name="T23" fmla="*/ 193 h 252"/>
                <a:gd name="T24" fmla="*/ 241 w 241"/>
                <a:gd name="T25" fmla="*/ 114 h 252"/>
                <a:gd name="T26" fmla="*/ 241 w 241"/>
                <a:gd name="T27" fmla="*/ 108 h 252"/>
                <a:gd name="T28" fmla="*/ 175 w 241"/>
                <a:gd name="T29" fmla="*/ 32 h 252"/>
                <a:gd name="T30" fmla="*/ 174 w 241"/>
                <a:gd name="T31" fmla="*/ 31 h 252"/>
                <a:gd name="T32" fmla="*/ 174 w 241"/>
                <a:gd name="T33" fmla="*/ 31 h 252"/>
                <a:gd name="T34" fmla="*/ 47 w 241"/>
                <a:gd name="T35" fmla="*/ 4 h 252"/>
                <a:gd name="T36" fmla="*/ 47 w 241"/>
                <a:gd name="T37" fmla="*/ 4 h 252"/>
                <a:gd name="T38" fmla="*/ 1 w 241"/>
                <a:gd name="T39" fmla="*/ 34 h 252"/>
                <a:gd name="T40" fmla="*/ 0 w 241"/>
                <a:gd name="T41" fmla="*/ 42 h 252"/>
                <a:gd name="T42" fmla="*/ 0 w 241"/>
                <a:gd name="T43" fmla="*/ 42 h 252"/>
                <a:gd name="T44" fmla="*/ 0 w 241"/>
                <a:gd name="T45" fmla="*/ 150 h 252"/>
                <a:gd name="T46" fmla="*/ 0 w 241"/>
                <a:gd name="T47" fmla="*/ 150 h 252"/>
                <a:gd name="T48" fmla="*/ 39 w 241"/>
                <a:gd name="T49" fmla="*/ 189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1" h="252">
                  <a:moveTo>
                    <a:pt x="39" y="189"/>
                  </a:moveTo>
                  <a:cubicBezTo>
                    <a:pt x="61" y="189"/>
                    <a:pt x="78" y="171"/>
                    <a:pt x="78" y="150"/>
                  </a:cubicBezTo>
                  <a:cubicBezTo>
                    <a:pt x="78" y="90"/>
                    <a:pt x="78" y="90"/>
                    <a:pt x="78" y="90"/>
                  </a:cubicBezTo>
                  <a:cubicBezTo>
                    <a:pt x="156" y="107"/>
                    <a:pt x="156" y="107"/>
                    <a:pt x="156" y="107"/>
                  </a:cubicBezTo>
                  <a:cubicBezTo>
                    <a:pt x="156" y="108"/>
                    <a:pt x="156" y="108"/>
                    <a:pt x="156" y="108"/>
                  </a:cubicBezTo>
                  <a:cubicBezTo>
                    <a:pt x="150" y="108"/>
                    <a:pt x="150" y="108"/>
                    <a:pt x="150" y="108"/>
                  </a:cubicBezTo>
                  <a:cubicBezTo>
                    <a:pt x="150" y="108"/>
                    <a:pt x="150" y="108"/>
                    <a:pt x="150" y="108"/>
                  </a:cubicBezTo>
                  <a:cubicBezTo>
                    <a:pt x="91" y="108"/>
                    <a:pt x="91" y="108"/>
                    <a:pt x="91" y="108"/>
                  </a:cubicBezTo>
                  <a:cubicBezTo>
                    <a:pt x="91" y="252"/>
                    <a:pt x="91" y="252"/>
                    <a:pt x="91" y="252"/>
                  </a:cubicBezTo>
                  <a:cubicBezTo>
                    <a:pt x="226" y="252"/>
                    <a:pt x="226" y="252"/>
                    <a:pt x="226" y="252"/>
                  </a:cubicBezTo>
                  <a:cubicBezTo>
                    <a:pt x="226" y="252"/>
                    <a:pt x="227" y="252"/>
                    <a:pt x="227" y="252"/>
                  </a:cubicBezTo>
                  <a:cubicBezTo>
                    <a:pt x="217" y="235"/>
                    <a:pt x="211" y="214"/>
                    <a:pt x="211" y="193"/>
                  </a:cubicBezTo>
                  <a:cubicBezTo>
                    <a:pt x="211" y="163"/>
                    <a:pt x="223" y="135"/>
                    <a:pt x="241" y="114"/>
                  </a:cubicBezTo>
                  <a:cubicBezTo>
                    <a:pt x="241" y="108"/>
                    <a:pt x="241" y="108"/>
                    <a:pt x="241" y="108"/>
                  </a:cubicBezTo>
                  <a:cubicBezTo>
                    <a:pt x="241" y="69"/>
                    <a:pt x="212" y="37"/>
                    <a:pt x="175" y="32"/>
                  </a:cubicBezTo>
                  <a:cubicBezTo>
                    <a:pt x="174" y="31"/>
                    <a:pt x="174" y="31"/>
                    <a:pt x="174" y="31"/>
                  </a:cubicBezTo>
                  <a:cubicBezTo>
                    <a:pt x="174" y="31"/>
                    <a:pt x="174" y="31"/>
                    <a:pt x="174" y="31"/>
                  </a:cubicBezTo>
                  <a:cubicBezTo>
                    <a:pt x="47" y="4"/>
                    <a:pt x="47" y="4"/>
                    <a:pt x="47" y="4"/>
                  </a:cubicBezTo>
                  <a:cubicBezTo>
                    <a:pt x="47" y="4"/>
                    <a:pt x="47" y="4"/>
                    <a:pt x="47" y="4"/>
                  </a:cubicBezTo>
                  <a:cubicBezTo>
                    <a:pt x="26" y="0"/>
                    <a:pt x="6" y="13"/>
                    <a:pt x="1" y="34"/>
                  </a:cubicBezTo>
                  <a:cubicBezTo>
                    <a:pt x="1" y="37"/>
                    <a:pt x="0" y="40"/>
                    <a:pt x="0" y="42"/>
                  </a:cubicBezTo>
                  <a:cubicBezTo>
                    <a:pt x="0" y="42"/>
                    <a:pt x="0" y="42"/>
                    <a:pt x="0" y="42"/>
                  </a:cubicBezTo>
                  <a:cubicBezTo>
                    <a:pt x="0" y="150"/>
                    <a:pt x="0" y="150"/>
                    <a:pt x="0" y="150"/>
                  </a:cubicBezTo>
                  <a:cubicBezTo>
                    <a:pt x="0" y="150"/>
                    <a:pt x="0" y="150"/>
                    <a:pt x="0" y="150"/>
                  </a:cubicBezTo>
                  <a:cubicBezTo>
                    <a:pt x="0" y="171"/>
                    <a:pt x="18" y="189"/>
                    <a:pt x="39" y="1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Freeform 257"/>
            <p:cNvSpPr>
              <a:spLocks/>
            </p:cNvSpPr>
            <p:nvPr/>
          </p:nvSpPr>
          <p:spPr bwMode="auto">
            <a:xfrm>
              <a:off x="9947276" y="5473700"/>
              <a:ext cx="754063" cy="263525"/>
            </a:xfrm>
            <a:custGeom>
              <a:avLst/>
              <a:gdLst>
                <a:gd name="T0" fmla="*/ 108 w 738"/>
                <a:gd name="T1" fmla="*/ 0 h 258"/>
                <a:gd name="T2" fmla="*/ 0 w 738"/>
                <a:gd name="T3" fmla="*/ 108 h 258"/>
                <a:gd name="T4" fmla="*/ 0 w 738"/>
                <a:gd name="T5" fmla="*/ 243 h 258"/>
                <a:gd name="T6" fmla="*/ 0 w 738"/>
                <a:gd name="T7" fmla="*/ 258 h 258"/>
                <a:gd name="T8" fmla="*/ 706 w 738"/>
                <a:gd name="T9" fmla="*/ 258 h 258"/>
                <a:gd name="T10" fmla="*/ 692 w 738"/>
                <a:gd name="T11" fmla="*/ 243 h 258"/>
                <a:gd name="T12" fmla="*/ 685 w 738"/>
                <a:gd name="T13" fmla="*/ 219 h 258"/>
                <a:gd name="T14" fmla="*/ 729 w 738"/>
                <a:gd name="T15" fmla="*/ 170 h 258"/>
                <a:gd name="T16" fmla="*/ 738 w 738"/>
                <a:gd name="T17" fmla="*/ 170 h 258"/>
                <a:gd name="T18" fmla="*/ 738 w 738"/>
                <a:gd name="T19" fmla="*/ 97 h 258"/>
                <a:gd name="T20" fmla="*/ 699 w 738"/>
                <a:gd name="T21" fmla="*/ 118 h 258"/>
                <a:gd name="T22" fmla="*/ 649 w 738"/>
                <a:gd name="T23" fmla="*/ 68 h 258"/>
                <a:gd name="T24" fmla="*/ 649 w 738"/>
                <a:gd name="T25" fmla="*/ 0 h 258"/>
                <a:gd name="T26" fmla="*/ 108 w 738"/>
                <a:gd name="T27" fmla="*/ 0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38" h="258">
                  <a:moveTo>
                    <a:pt x="108" y="0"/>
                  </a:moveTo>
                  <a:cubicBezTo>
                    <a:pt x="48" y="0"/>
                    <a:pt x="0" y="48"/>
                    <a:pt x="0" y="108"/>
                  </a:cubicBezTo>
                  <a:cubicBezTo>
                    <a:pt x="0" y="243"/>
                    <a:pt x="0" y="243"/>
                    <a:pt x="0" y="243"/>
                  </a:cubicBezTo>
                  <a:cubicBezTo>
                    <a:pt x="0" y="258"/>
                    <a:pt x="0" y="258"/>
                    <a:pt x="0" y="258"/>
                  </a:cubicBezTo>
                  <a:cubicBezTo>
                    <a:pt x="706" y="258"/>
                    <a:pt x="706" y="258"/>
                    <a:pt x="706" y="258"/>
                  </a:cubicBezTo>
                  <a:cubicBezTo>
                    <a:pt x="706" y="258"/>
                    <a:pt x="698" y="254"/>
                    <a:pt x="692" y="243"/>
                  </a:cubicBezTo>
                  <a:cubicBezTo>
                    <a:pt x="688" y="236"/>
                    <a:pt x="685" y="228"/>
                    <a:pt x="685" y="219"/>
                  </a:cubicBezTo>
                  <a:cubicBezTo>
                    <a:pt x="685" y="194"/>
                    <a:pt x="705" y="173"/>
                    <a:pt x="729" y="170"/>
                  </a:cubicBezTo>
                  <a:cubicBezTo>
                    <a:pt x="733" y="170"/>
                    <a:pt x="738" y="170"/>
                    <a:pt x="738" y="170"/>
                  </a:cubicBezTo>
                  <a:cubicBezTo>
                    <a:pt x="738" y="97"/>
                    <a:pt x="738" y="97"/>
                    <a:pt x="738" y="97"/>
                  </a:cubicBezTo>
                  <a:cubicBezTo>
                    <a:pt x="730" y="111"/>
                    <a:pt x="710" y="118"/>
                    <a:pt x="699" y="118"/>
                  </a:cubicBezTo>
                  <a:cubicBezTo>
                    <a:pt x="672" y="118"/>
                    <a:pt x="649" y="95"/>
                    <a:pt x="649" y="68"/>
                  </a:cubicBezTo>
                  <a:cubicBezTo>
                    <a:pt x="649" y="0"/>
                    <a:pt x="649" y="0"/>
                    <a:pt x="649" y="0"/>
                  </a:cubicBezTo>
                  <a:lnTo>
                    <a:pt x="10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Rectangle 258"/>
            <p:cNvSpPr>
              <a:spLocks noChangeArrowheads="1"/>
            </p:cNvSpPr>
            <p:nvPr/>
          </p:nvSpPr>
          <p:spPr bwMode="auto">
            <a:xfrm>
              <a:off x="9839326" y="5303838"/>
              <a:ext cx="741363" cy="285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259"/>
            <p:cNvSpPr>
              <a:spLocks/>
            </p:cNvSpPr>
            <p:nvPr/>
          </p:nvSpPr>
          <p:spPr bwMode="auto">
            <a:xfrm>
              <a:off x="9863138" y="4765675"/>
              <a:ext cx="698500" cy="515938"/>
            </a:xfrm>
            <a:custGeom>
              <a:avLst/>
              <a:gdLst>
                <a:gd name="T0" fmla="*/ 19 w 440"/>
                <a:gd name="T1" fmla="*/ 19 h 325"/>
                <a:gd name="T2" fmla="*/ 421 w 440"/>
                <a:gd name="T3" fmla="*/ 19 h 325"/>
                <a:gd name="T4" fmla="*/ 421 w 440"/>
                <a:gd name="T5" fmla="*/ 325 h 325"/>
                <a:gd name="T6" fmla="*/ 440 w 440"/>
                <a:gd name="T7" fmla="*/ 325 h 325"/>
                <a:gd name="T8" fmla="*/ 440 w 440"/>
                <a:gd name="T9" fmla="*/ 0 h 325"/>
                <a:gd name="T10" fmla="*/ 0 w 440"/>
                <a:gd name="T11" fmla="*/ 0 h 325"/>
                <a:gd name="T12" fmla="*/ 0 w 440"/>
                <a:gd name="T13" fmla="*/ 325 h 325"/>
                <a:gd name="T14" fmla="*/ 19 w 440"/>
                <a:gd name="T15" fmla="*/ 325 h 325"/>
                <a:gd name="T16" fmla="*/ 19 w 440"/>
                <a:gd name="T17" fmla="*/ 19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0" h="325">
                  <a:moveTo>
                    <a:pt x="19" y="19"/>
                  </a:moveTo>
                  <a:lnTo>
                    <a:pt x="421" y="19"/>
                  </a:lnTo>
                  <a:lnTo>
                    <a:pt x="421" y="325"/>
                  </a:lnTo>
                  <a:lnTo>
                    <a:pt x="440" y="325"/>
                  </a:lnTo>
                  <a:lnTo>
                    <a:pt x="440" y="0"/>
                  </a:lnTo>
                  <a:lnTo>
                    <a:pt x="0" y="0"/>
                  </a:lnTo>
                  <a:lnTo>
                    <a:pt x="0" y="325"/>
                  </a:lnTo>
                  <a:lnTo>
                    <a:pt x="19" y="325"/>
                  </a:lnTo>
                  <a:lnTo>
                    <a:pt x="19"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Freeform 260"/>
            <p:cNvSpPr>
              <a:spLocks/>
            </p:cNvSpPr>
            <p:nvPr/>
          </p:nvSpPr>
          <p:spPr bwMode="auto">
            <a:xfrm>
              <a:off x="10848976" y="5475288"/>
              <a:ext cx="220663" cy="223838"/>
            </a:xfrm>
            <a:custGeom>
              <a:avLst/>
              <a:gdLst>
                <a:gd name="T0" fmla="*/ 20 w 217"/>
                <a:gd name="T1" fmla="*/ 171 h 219"/>
                <a:gd name="T2" fmla="*/ 39 w 217"/>
                <a:gd name="T3" fmla="*/ 183 h 219"/>
                <a:gd name="T4" fmla="*/ 50 w 217"/>
                <a:gd name="T5" fmla="*/ 200 h 219"/>
                <a:gd name="T6" fmla="*/ 64 w 217"/>
                <a:gd name="T7" fmla="*/ 208 h 219"/>
                <a:gd name="T8" fmla="*/ 64 w 217"/>
                <a:gd name="T9" fmla="*/ 208 h 219"/>
                <a:gd name="T10" fmla="*/ 72 w 217"/>
                <a:gd name="T11" fmla="*/ 211 h 219"/>
                <a:gd name="T12" fmla="*/ 86 w 217"/>
                <a:gd name="T13" fmla="*/ 215 h 219"/>
                <a:gd name="T14" fmla="*/ 94 w 217"/>
                <a:gd name="T15" fmla="*/ 216 h 219"/>
                <a:gd name="T16" fmla="*/ 126 w 217"/>
                <a:gd name="T17" fmla="*/ 216 h 219"/>
                <a:gd name="T18" fmla="*/ 167 w 217"/>
                <a:gd name="T19" fmla="*/ 200 h 219"/>
                <a:gd name="T20" fmla="*/ 162 w 217"/>
                <a:gd name="T21" fmla="*/ 184 h 219"/>
                <a:gd name="T22" fmla="*/ 171 w 217"/>
                <a:gd name="T23" fmla="*/ 131 h 219"/>
                <a:gd name="T24" fmla="*/ 216 w 217"/>
                <a:gd name="T25" fmla="*/ 101 h 219"/>
                <a:gd name="T26" fmla="*/ 217 w 217"/>
                <a:gd name="T27" fmla="*/ 100 h 219"/>
                <a:gd name="T28" fmla="*/ 212 w 217"/>
                <a:gd name="T29" fmla="*/ 76 h 219"/>
                <a:gd name="T30" fmla="*/ 212 w 217"/>
                <a:gd name="T31" fmla="*/ 76 h 219"/>
                <a:gd name="T32" fmla="*/ 208 w 217"/>
                <a:gd name="T33" fmla="*/ 66 h 219"/>
                <a:gd name="T34" fmla="*/ 204 w 217"/>
                <a:gd name="T35" fmla="*/ 58 h 219"/>
                <a:gd name="T36" fmla="*/ 199 w 217"/>
                <a:gd name="T37" fmla="*/ 49 h 219"/>
                <a:gd name="T38" fmla="*/ 199 w 217"/>
                <a:gd name="T39" fmla="*/ 49 h 219"/>
                <a:gd name="T40" fmla="*/ 109 w 217"/>
                <a:gd name="T41" fmla="*/ 0 h 219"/>
                <a:gd name="T42" fmla="*/ 0 w 217"/>
                <a:gd name="T43" fmla="*/ 109 h 219"/>
                <a:gd name="T44" fmla="*/ 20 w 217"/>
                <a:gd name="T45" fmla="*/ 171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7" h="219">
                  <a:moveTo>
                    <a:pt x="20" y="171"/>
                  </a:moveTo>
                  <a:cubicBezTo>
                    <a:pt x="27" y="173"/>
                    <a:pt x="33" y="177"/>
                    <a:pt x="39" y="183"/>
                  </a:cubicBezTo>
                  <a:cubicBezTo>
                    <a:pt x="44" y="188"/>
                    <a:pt x="48" y="194"/>
                    <a:pt x="50" y="200"/>
                  </a:cubicBezTo>
                  <a:cubicBezTo>
                    <a:pt x="55" y="203"/>
                    <a:pt x="59" y="206"/>
                    <a:pt x="64" y="208"/>
                  </a:cubicBezTo>
                  <a:cubicBezTo>
                    <a:pt x="64" y="208"/>
                    <a:pt x="64" y="208"/>
                    <a:pt x="64" y="208"/>
                  </a:cubicBezTo>
                  <a:cubicBezTo>
                    <a:pt x="67" y="209"/>
                    <a:pt x="69" y="210"/>
                    <a:pt x="72" y="211"/>
                  </a:cubicBezTo>
                  <a:cubicBezTo>
                    <a:pt x="74" y="211"/>
                    <a:pt x="83" y="214"/>
                    <a:pt x="86" y="215"/>
                  </a:cubicBezTo>
                  <a:cubicBezTo>
                    <a:pt x="89" y="215"/>
                    <a:pt x="91" y="216"/>
                    <a:pt x="94" y="216"/>
                  </a:cubicBezTo>
                  <a:cubicBezTo>
                    <a:pt x="104" y="219"/>
                    <a:pt x="115" y="218"/>
                    <a:pt x="126" y="216"/>
                  </a:cubicBezTo>
                  <a:cubicBezTo>
                    <a:pt x="128" y="216"/>
                    <a:pt x="152" y="212"/>
                    <a:pt x="167" y="200"/>
                  </a:cubicBezTo>
                  <a:cubicBezTo>
                    <a:pt x="165" y="195"/>
                    <a:pt x="163" y="190"/>
                    <a:pt x="162" y="184"/>
                  </a:cubicBezTo>
                  <a:cubicBezTo>
                    <a:pt x="158" y="166"/>
                    <a:pt x="161" y="147"/>
                    <a:pt x="171" y="131"/>
                  </a:cubicBezTo>
                  <a:cubicBezTo>
                    <a:pt x="181" y="115"/>
                    <a:pt x="197" y="105"/>
                    <a:pt x="216" y="101"/>
                  </a:cubicBezTo>
                  <a:cubicBezTo>
                    <a:pt x="216" y="101"/>
                    <a:pt x="216" y="101"/>
                    <a:pt x="217" y="100"/>
                  </a:cubicBezTo>
                  <a:cubicBezTo>
                    <a:pt x="216" y="92"/>
                    <a:pt x="215" y="84"/>
                    <a:pt x="212" y="76"/>
                  </a:cubicBezTo>
                  <a:cubicBezTo>
                    <a:pt x="212" y="76"/>
                    <a:pt x="212" y="76"/>
                    <a:pt x="212" y="76"/>
                  </a:cubicBezTo>
                  <a:cubicBezTo>
                    <a:pt x="211" y="72"/>
                    <a:pt x="210" y="69"/>
                    <a:pt x="208" y="66"/>
                  </a:cubicBezTo>
                  <a:cubicBezTo>
                    <a:pt x="208" y="66"/>
                    <a:pt x="206" y="60"/>
                    <a:pt x="204" y="58"/>
                  </a:cubicBezTo>
                  <a:cubicBezTo>
                    <a:pt x="204" y="57"/>
                    <a:pt x="199" y="49"/>
                    <a:pt x="199" y="49"/>
                  </a:cubicBezTo>
                  <a:cubicBezTo>
                    <a:pt x="199" y="49"/>
                    <a:pt x="199" y="49"/>
                    <a:pt x="199" y="49"/>
                  </a:cubicBezTo>
                  <a:cubicBezTo>
                    <a:pt x="180" y="20"/>
                    <a:pt x="147" y="0"/>
                    <a:pt x="109" y="0"/>
                  </a:cubicBezTo>
                  <a:cubicBezTo>
                    <a:pt x="49" y="0"/>
                    <a:pt x="0" y="49"/>
                    <a:pt x="0" y="109"/>
                  </a:cubicBezTo>
                  <a:cubicBezTo>
                    <a:pt x="0" y="132"/>
                    <a:pt x="7" y="153"/>
                    <a:pt x="20" y="1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 name="Freeform 261"/>
            <p:cNvSpPr>
              <a:spLocks/>
            </p:cNvSpPr>
            <p:nvPr/>
          </p:nvSpPr>
          <p:spPr bwMode="auto">
            <a:xfrm>
              <a:off x="10883901" y="5689600"/>
              <a:ext cx="249238" cy="47625"/>
            </a:xfrm>
            <a:custGeom>
              <a:avLst/>
              <a:gdLst>
                <a:gd name="T0" fmla="*/ 244 w 244"/>
                <a:gd name="T1" fmla="*/ 20 h 46"/>
                <a:gd name="T2" fmla="*/ 210 w 244"/>
                <a:gd name="T3" fmla="*/ 28 h 46"/>
                <a:gd name="T4" fmla="*/ 140 w 244"/>
                <a:gd name="T5" fmla="*/ 3 h 46"/>
                <a:gd name="T6" fmla="*/ 137 w 244"/>
                <a:gd name="T7" fmla="*/ 0 h 46"/>
                <a:gd name="T8" fmla="*/ 121 w 244"/>
                <a:gd name="T9" fmla="*/ 8 h 46"/>
                <a:gd name="T10" fmla="*/ 74 w 244"/>
                <a:gd name="T11" fmla="*/ 18 h 46"/>
                <a:gd name="T12" fmla="*/ 32 w 244"/>
                <a:gd name="T13" fmla="*/ 11 h 46"/>
                <a:gd name="T14" fmla="*/ 16 w 244"/>
                <a:gd name="T15" fmla="*/ 21 h 46"/>
                <a:gd name="T16" fmla="*/ 0 w 244"/>
                <a:gd name="T17" fmla="*/ 46 h 46"/>
                <a:gd name="T18" fmla="*/ 205 w 244"/>
                <a:gd name="T19" fmla="*/ 46 h 46"/>
                <a:gd name="T20" fmla="*/ 244 w 244"/>
                <a:gd name="T21" fmla="*/ 2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4" h="46">
                  <a:moveTo>
                    <a:pt x="244" y="20"/>
                  </a:moveTo>
                  <a:cubicBezTo>
                    <a:pt x="224" y="25"/>
                    <a:pt x="211" y="28"/>
                    <a:pt x="210" y="28"/>
                  </a:cubicBezTo>
                  <a:cubicBezTo>
                    <a:pt x="182" y="34"/>
                    <a:pt x="156" y="23"/>
                    <a:pt x="140" y="3"/>
                  </a:cubicBezTo>
                  <a:cubicBezTo>
                    <a:pt x="137" y="0"/>
                    <a:pt x="137" y="0"/>
                    <a:pt x="137" y="0"/>
                  </a:cubicBezTo>
                  <a:cubicBezTo>
                    <a:pt x="137" y="0"/>
                    <a:pt x="131" y="4"/>
                    <a:pt x="121" y="8"/>
                  </a:cubicBezTo>
                  <a:cubicBezTo>
                    <a:pt x="107" y="15"/>
                    <a:pt x="91" y="18"/>
                    <a:pt x="74" y="18"/>
                  </a:cubicBezTo>
                  <a:cubicBezTo>
                    <a:pt x="59" y="18"/>
                    <a:pt x="45" y="15"/>
                    <a:pt x="32" y="11"/>
                  </a:cubicBezTo>
                  <a:cubicBezTo>
                    <a:pt x="26" y="14"/>
                    <a:pt x="21" y="17"/>
                    <a:pt x="16" y="21"/>
                  </a:cubicBezTo>
                  <a:cubicBezTo>
                    <a:pt x="13" y="31"/>
                    <a:pt x="7" y="40"/>
                    <a:pt x="0" y="46"/>
                  </a:cubicBezTo>
                  <a:cubicBezTo>
                    <a:pt x="205" y="46"/>
                    <a:pt x="205" y="46"/>
                    <a:pt x="205" y="46"/>
                  </a:cubicBezTo>
                  <a:cubicBezTo>
                    <a:pt x="225" y="38"/>
                    <a:pt x="233" y="30"/>
                    <a:pt x="244"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Freeform 262"/>
            <p:cNvSpPr>
              <a:spLocks/>
            </p:cNvSpPr>
            <p:nvPr/>
          </p:nvSpPr>
          <p:spPr bwMode="auto">
            <a:xfrm>
              <a:off x="10912476" y="5060950"/>
              <a:ext cx="284163" cy="414338"/>
            </a:xfrm>
            <a:custGeom>
              <a:avLst/>
              <a:gdLst>
                <a:gd name="T0" fmla="*/ 120 w 279"/>
                <a:gd name="T1" fmla="*/ 395 h 406"/>
                <a:gd name="T2" fmla="*/ 269 w 279"/>
                <a:gd name="T3" fmla="*/ 285 h 406"/>
                <a:gd name="T4" fmla="*/ 159 w 279"/>
                <a:gd name="T5" fmla="*/ 137 h 406"/>
                <a:gd name="T6" fmla="*/ 138 w 279"/>
                <a:gd name="T7" fmla="*/ 136 h 406"/>
                <a:gd name="T8" fmla="*/ 164 w 279"/>
                <a:gd name="T9" fmla="*/ 91 h 406"/>
                <a:gd name="T10" fmla="*/ 236 w 279"/>
                <a:gd name="T11" fmla="*/ 71 h 406"/>
                <a:gd name="T12" fmla="*/ 139 w 279"/>
                <a:gd name="T13" fmla="*/ 23 h 406"/>
                <a:gd name="T14" fmla="*/ 110 w 279"/>
                <a:gd name="T15" fmla="*/ 139 h 406"/>
                <a:gd name="T16" fmla="*/ 10 w 279"/>
                <a:gd name="T17" fmla="*/ 247 h 406"/>
                <a:gd name="T18" fmla="*/ 120 w 279"/>
                <a:gd name="T19" fmla="*/ 395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9" h="406">
                  <a:moveTo>
                    <a:pt x="120" y="395"/>
                  </a:moveTo>
                  <a:cubicBezTo>
                    <a:pt x="192" y="406"/>
                    <a:pt x="258" y="357"/>
                    <a:pt x="269" y="285"/>
                  </a:cubicBezTo>
                  <a:cubicBezTo>
                    <a:pt x="279" y="214"/>
                    <a:pt x="230" y="148"/>
                    <a:pt x="159" y="137"/>
                  </a:cubicBezTo>
                  <a:cubicBezTo>
                    <a:pt x="152" y="136"/>
                    <a:pt x="145" y="136"/>
                    <a:pt x="138" y="136"/>
                  </a:cubicBezTo>
                  <a:cubicBezTo>
                    <a:pt x="141" y="119"/>
                    <a:pt x="149" y="103"/>
                    <a:pt x="164" y="91"/>
                  </a:cubicBezTo>
                  <a:cubicBezTo>
                    <a:pt x="177" y="80"/>
                    <a:pt x="200" y="61"/>
                    <a:pt x="236" y="71"/>
                  </a:cubicBezTo>
                  <a:cubicBezTo>
                    <a:pt x="236" y="71"/>
                    <a:pt x="192" y="0"/>
                    <a:pt x="139" y="23"/>
                  </a:cubicBezTo>
                  <a:cubicBezTo>
                    <a:pt x="95" y="41"/>
                    <a:pt x="90" y="97"/>
                    <a:pt x="110" y="139"/>
                  </a:cubicBezTo>
                  <a:cubicBezTo>
                    <a:pt x="59" y="151"/>
                    <a:pt x="19" y="193"/>
                    <a:pt x="10" y="247"/>
                  </a:cubicBezTo>
                  <a:cubicBezTo>
                    <a:pt x="0" y="318"/>
                    <a:pt x="49" y="385"/>
                    <a:pt x="120" y="39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 name="Freeform 263"/>
            <p:cNvSpPr>
              <a:spLocks/>
            </p:cNvSpPr>
            <p:nvPr/>
          </p:nvSpPr>
          <p:spPr bwMode="auto">
            <a:xfrm>
              <a:off x="11393488" y="5556250"/>
              <a:ext cx="120650" cy="190500"/>
            </a:xfrm>
            <a:custGeom>
              <a:avLst/>
              <a:gdLst>
                <a:gd name="T0" fmla="*/ 22 w 118"/>
                <a:gd name="T1" fmla="*/ 0 h 186"/>
                <a:gd name="T2" fmla="*/ 4 w 118"/>
                <a:gd name="T3" fmla="*/ 120 h 186"/>
                <a:gd name="T4" fmla="*/ 50 w 118"/>
                <a:gd name="T5" fmla="*/ 181 h 186"/>
                <a:gd name="T6" fmla="*/ 111 w 118"/>
                <a:gd name="T7" fmla="*/ 136 h 186"/>
                <a:gd name="T8" fmla="*/ 118 w 118"/>
                <a:gd name="T9" fmla="*/ 87 h 186"/>
                <a:gd name="T10" fmla="*/ 105 w 118"/>
                <a:gd name="T11" fmla="*/ 33 h 186"/>
                <a:gd name="T12" fmla="*/ 22 w 118"/>
                <a:gd name="T13" fmla="*/ 0 h 186"/>
              </a:gdLst>
              <a:ahLst/>
              <a:cxnLst>
                <a:cxn ang="0">
                  <a:pos x="T0" y="T1"/>
                </a:cxn>
                <a:cxn ang="0">
                  <a:pos x="T2" y="T3"/>
                </a:cxn>
                <a:cxn ang="0">
                  <a:pos x="T4" y="T5"/>
                </a:cxn>
                <a:cxn ang="0">
                  <a:pos x="T6" y="T7"/>
                </a:cxn>
                <a:cxn ang="0">
                  <a:pos x="T8" y="T9"/>
                </a:cxn>
                <a:cxn ang="0">
                  <a:pos x="T10" y="T11"/>
                </a:cxn>
                <a:cxn ang="0">
                  <a:pos x="T12" y="T13"/>
                </a:cxn>
              </a:cxnLst>
              <a:rect l="0" t="0" r="r" b="b"/>
              <a:pathLst>
                <a:path w="118" h="186">
                  <a:moveTo>
                    <a:pt x="22" y="0"/>
                  </a:moveTo>
                  <a:cubicBezTo>
                    <a:pt x="13" y="57"/>
                    <a:pt x="4" y="120"/>
                    <a:pt x="4" y="120"/>
                  </a:cubicBezTo>
                  <a:cubicBezTo>
                    <a:pt x="0" y="150"/>
                    <a:pt x="20" y="177"/>
                    <a:pt x="50" y="181"/>
                  </a:cubicBezTo>
                  <a:cubicBezTo>
                    <a:pt x="79" y="186"/>
                    <a:pt x="107" y="166"/>
                    <a:pt x="111" y="136"/>
                  </a:cubicBezTo>
                  <a:cubicBezTo>
                    <a:pt x="111" y="136"/>
                    <a:pt x="114" y="115"/>
                    <a:pt x="118" y="87"/>
                  </a:cubicBezTo>
                  <a:cubicBezTo>
                    <a:pt x="114" y="71"/>
                    <a:pt x="110" y="53"/>
                    <a:pt x="105" y="33"/>
                  </a:cubicBezTo>
                  <a:cubicBezTo>
                    <a:pt x="81" y="23"/>
                    <a:pt x="52" y="12"/>
                    <a:pt x="2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Freeform 264"/>
            <p:cNvSpPr>
              <a:spLocks/>
            </p:cNvSpPr>
            <p:nvPr/>
          </p:nvSpPr>
          <p:spPr bwMode="auto">
            <a:xfrm>
              <a:off x="11023601" y="5260975"/>
              <a:ext cx="958850" cy="773113"/>
            </a:xfrm>
            <a:custGeom>
              <a:avLst/>
              <a:gdLst>
                <a:gd name="T0" fmla="*/ 934 w 940"/>
                <a:gd name="T1" fmla="*/ 282 h 757"/>
                <a:gd name="T2" fmla="*/ 739 w 940"/>
                <a:gd name="T3" fmla="*/ 91 h 757"/>
                <a:gd name="T4" fmla="*/ 644 w 940"/>
                <a:gd name="T5" fmla="*/ 43 h 757"/>
                <a:gd name="T6" fmla="*/ 295 w 940"/>
                <a:gd name="T7" fmla="*/ 8 h 757"/>
                <a:gd name="T8" fmla="*/ 170 w 940"/>
                <a:gd name="T9" fmla="*/ 95 h 757"/>
                <a:gd name="T10" fmla="*/ 193 w 940"/>
                <a:gd name="T11" fmla="*/ 181 h 757"/>
                <a:gd name="T12" fmla="*/ 196 w 940"/>
                <a:gd name="T13" fmla="*/ 133 h 757"/>
                <a:gd name="T14" fmla="*/ 201 w 940"/>
                <a:gd name="T15" fmla="*/ 122 h 757"/>
                <a:gd name="T16" fmla="*/ 212 w 940"/>
                <a:gd name="T17" fmla="*/ 118 h 757"/>
                <a:gd name="T18" fmla="*/ 203 w 940"/>
                <a:gd name="T19" fmla="*/ 291 h 757"/>
                <a:gd name="T20" fmla="*/ 48 w 940"/>
                <a:gd name="T21" fmla="*/ 327 h 757"/>
                <a:gd name="T22" fmla="*/ 6 w 940"/>
                <a:gd name="T23" fmla="*/ 391 h 757"/>
                <a:gd name="T24" fmla="*/ 71 w 940"/>
                <a:gd name="T25" fmla="*/ 432 h 757"/>
                <a:gd name="T26" fmla="*/ 266 w 940"/>
                <a:gd name="T27" fmla="*/ 387 h 757"/>
                <a:gd name="T28" fmla="*/ 309 w 940"/>
                <a:gd name="T29" fmla="*/ 337 h 757"/>
                <a:gd name="T30" fmla="*/ 309 w 940"/>
                <a:gd name="T31" fmla="*/ 337 h 757"/>
                <a:gd name="T32" fmla="*/ 309 w 940"/>
                <a:gd name="T33" fmla="*/ 337 h 757"/>
                <a:gd name="T34" fmla="*/ 320 w 940"/>
                <a:gd name="T35" fmla="*/ 127 h 757"/>
                <a:gd name="T36" fmla="*/ 320 w 940"/>
                <a:gd name="T37" fmla="*/ 127 h 757"/>
                <a:gd name="T38" fmla="*/ 335 w 940"/>
                <a:gd name="T39" fmla="*/ 144 h 757"/>
                <a:gd name="T40" fmla="*/ 330 w 940"/>
                <a:gd name="T41" fmla="*/ 249 h 757"/>
                <a:gd name="T42" fmla="*/ 482 w 940"/>
                <a:gd name="T43" fmla="*/ 310 h 757"/>
                <a:gd name="T44" fmla="*/ 526 w 940"/>
                <a:gd name="T45" fmla="*/ 491 h 757"/>
                <a:gd name="T46" fmla="*/ 527 w 940"/>
                <a:gd name="T47" fmla="*/ 491 h 757"/>
                <a:gd name="T48" fmla="*/ 527 w 940"/>
                <a:gd name="T49" fmla="*/ 491 h 757"/>
                <a:gd name="T50" fmla="*/ 541 w 940"/>
                <a:gd name="T51" fmla="*/ 502 h 757"/>
                <a:gd name="T52" fmla="*/ 545 w 940"/>
                <a:gd name="T53" fmla="*/ 501 h 757"/>
                <a:gd name="T54" fmla="*/ 545 w 940"/>
                <a:gd name="T55" fmla="*/ 501 h 757"/>
                <a:gd name="T56" fmla="*/ 546 w 940"/>
                <a:gd name="T57" fmla="*/ 501 h 757"/>
                <a:gd name="T58" fmla="*/ 619 w 940"/>
                <a:gd name="T59" fmla="*/ 464 h 757"/>
                <a:gd name="T60" fmla="*/ 619 w 940"/>
                <a:gd name="T61" fmla="*/ 687 h 757"/>
                <a:gd name="T62" fmla="*/ 690 w 940"/>
                <a:gd name="T63" fmla="*/ 757 h 757"/>
                <a:gd name="T64" fmla="*/ 760 w 940"/>
                <a:gd name="T65" fmla="*/ 687 h 757"/>
                <a:gd name="T66" fmla="*/ 760 w 940"/>
                <a:gd name="T67" fmla="*/ 393 h 757"/>
                <a:gd name="T68" fmla="*/ 932 w 940"/>
                <a:gd name="T69" fmla="*/ 307 h 757"/>
                <a:gd name="T70" fmla="*/ 940 w 940"/>
                <a:gd name="T71" fmla="*/ 294 h 757"/>
                <a:gd name="T72" fmla="*/ 934 w 940"/>
                <a:gd name="T73" fmla="*/ 282 h 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40" h="757">
                  <a:moveTo>
                    <a:pt x="934" y="282"/>
                  </a:moveTo>
                  <a:cubicBezTo>
                    <a:pt x="739" y="91"/>
                    <a:pt x="739" y="91"/>
                    <a:pt x="739" y="91"/>
                  </a:cubicBezTo>
                  <a:cubicBezTo>
                    <a:pt x="715" y="64"/>
                    <a:pt x="682" y="47"/>
                    <a:pt x="644" y="43"/>
                  </a:cubicBezTo>
                  <a:cubicBezTo>
                    <a:pt x="640" y="42"/>
                    <a:pt x="295" y="8"/>
                    <a:pt x="295" y="8"/>
                  </a:cubicBezTo>
                  <a:cubicBezTo>
                    <a:pt x="239" y="0"/>
                    <a:pt x="181" y="29"/>
                    <a:pt x="170" y="95"/>
                  </a:cubicBezTo>
                  <a:cubicBezTo>
                    <a:pt x="165" y="126"/>
                    <a:pt x="174" y="158"/>
                    <a:pt x="193" y="181"/>
                  </a:cubicBezTo>
                  <a:cubicBezTo>
                    <a:pt x="196" y="133"/>
                    <a:pt x="196" y="133"/>
                    <a:pt x="196" y="133"/>
                  </a:cubicBezTo>
                  <a:cubicBezTo>
                    <a:pt x="196" y="129"/>
                    <a:pt x="198" y="125"/>
                    <a:pt x="201" y="122"/>
                  </a:cubicBezTo>
                  <a:cubicBezTo>
                    <a:pt x="204" y="119"/>
                    <a:pt x="208" y="118"/>
                    <a:pt x="212" y="118"/>
                  </a:cubicBezTo>
                  <a:cubicBezTo>
                    <a:pt x="203" y="291"/>
                    <a:pt x="203" y="291"/>
                    <a:pt x="203" y="291"/>
                  </a:cubicBezTo>
                  <a:cubicBezTo>
                    <a:pt x="203" y="291"/>
                    <a:pt x="48" y="327"/>
                    <a:pt x="48" y="327"/>
                  </a:cubicBezTo>
                  <a:cubicBezTo>
                    <a:pt x="19" y="333"/>
                    <a:pt x="0" y="362"/>
                    <a:pt x="6" y="391"/>
                  </a:cubicBezTo>
                  <a:cubicBezTo>
                    <a:pt x="13" y="420"/>
                    <a:pt x="41" y="438"/>
                    <a:pt x="71" y="432"/>
                  </a:cubicBezTo>
                  <a:cubicBezTo>
                    <a:pt x="71" y="432"/>
                    <a:pt x="266" y="387"/>
                    <a:pt x="266" y="387"/>
                  </a:cubicBezTo>
                  <a:cubicBezTo>
                    <a:pt x="290" y="382"/>
                    <a:pt x="308" y="362"/>
                    <a:pt x="309" y="337"/>
                  </a:cubicBezTo>
                  <a:cubicBezTo>
                    <a:pt x="309" y="337"/>
                    <a:pt x="309" y="337"/>
                    <a:pt x="309" y="337"/>
                  </a:cubicBezTo>
                  <a:cubicBezTo>
                    <a:pt x="309" y="337"/>
                    <a:pt x="309" y="337"/>
                    <a:pt x="309" y="337"/>
                  </a:cubicBezTo>
                  <a:cubicBezTo>
                    <a:pt x="316" y="196"/>
                    <a:pt x="319" y="144"/>
                    <a:pt x="320" y="127"/>
                  </a:cubicBezTo>
                  <a:cubicBezTo>
                    <a:pt x="320" y="127"/>
                    <a:pt x="320" y="127"/>
                    <a:pt x="320" y="127"/>
                  </a:cubicBezTo>
                  <a:cubicBezTo>
                    <a:pt x="329" y="127"/>
                    <a:pt x="335" y="135"/>
                    <a:pt x="335" y="144"/>
                  </a:cubicBezTo>
                  <a:cubicBezTo>
                    <a:pt x="335" y="144"/>
                    <a:pt x="332" y="198"/>
                    <a:pt x="330" y="249"/>
                  </a:cubicBezTo>
                  <a:cubicBezTo>
                    <a:pt x="400" y="277"/>
                    <a:pt x="482" y="310"/>
                    <a:pt x="482" y="310"/>
                  </a:cubicBezTo>
                  <a:cubicBezTo>
                    <a:pt x="482" y="310"/>
                    <a:pt x="526" y="490"/>
                    <a:pt x="526" y="491"/>
                  </a:cubicBezTo>
                  <a:cubicBezTo>
                    <a:pt x="527" y="491"/>
                    <a:pt x="527" y="491"/>
                    <a:pt x="527" y="491"/>
                  </a:cubicBezTo>
                  <a:cubicBezTo>
                    <a:pt x="527" y="491"/>
                    <a:pt x="527" y="491"/>
                    <a:pt x="527" y="491"/>
                  </a:cubicBezTo>
                  <a:cubicBezTo>
                    <a:pt x="528" y="497"/>
                    <a:pt x="534" y="502"/>
                    <a:pt x="541" y="502"/>
                  </a:cubicBezTo>
                  <a:cubicBezTo>
                    <a:pt x="542" y="502"/>
                    <a:pt x="544" y="501"/>
                    <a:pt x="545" y="501"/>
                  </a:cubicBezTo>
                  <a:cubicBezTo>
                    <a:pt x="545" y="501"/>
                    <a:pt x="545" y="501"/>
                    <a:pt x="545" y="501"/>
                  </a:cubicBezTo>
                  <a:cubicBezTo>
                    <a:pt x="546" y="501"/>
                    <a:pt x="546" y="501"/>
                    <a:pt x="546" y="501"/>
                  </a:cubicBezTo>
                  <a:cubicBezTo>
                    <a:pt x="546" y="501"/>
                    <a:pt x="576" y="485"/>
                    <a:pt x="619" y="464"/>
                  </a:cubicBezTo>
                  <a:cubicBezTo>
                    <a:pt x="619" y="687"/>
                    <a:pt x="619" y="687"/>
                    <a:pt x="619" y="687"/>
                  </a:cubicBezTo>
                  <a:cubicBezTo>
                    <a:pt x="619" y="726"/>
                    <a:pt x="651" y="757"/>
                    <a:pt x="690" y="757"/>
                  </a:cubicBezTo>
                  <a:cubicBezTo>
                    <a:pt x="728" y="757"/>
                    <a:pt x="760" y="726"/>
                    <a:pt x="760" y="687"/>
                  </a:cubicBezTo>
                  <a:cubicBezTo>
                    <a:pt x="760" y="393"/>
                    <a:pt x="760" y="393"/>
                    <a:pt x="760" y="393"/>
                  </a:cubicBezTo>
                  <a:cubicBezTo>
                    <a:pt x="849" y="349"/>
                    <a:pt x="932" y="307"/>
                    <a:pt x="932" y="307"/>
                  </a:cubicBezTo>
                  <a:cubicBezTo>
                    <a:pt x="937" y="304"/>
                    <a:pt x="940" y="299"/>
                    <a:pt x="940" y="294"/>
                  </a:cubicBezTo>
                  <a:cubicBezTo>
                    <a:pt x="940" y="287"/>
                    <a:pt x="934" y="282"/>
                    <a:pt x="934" y="2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 name="Freeform 265"/>
            <p:cNvSpPr>
              <a:spLocks/>
            </p:cNvSpPr>
            <p:nvPr/>
          </p:nvSpPr>
          <p:spPr bwMode="auto">
            <a:xfrm>
              <a:off x="9915526" y="5176838"/>
              <a:ext cx="588963" cy="104775"/>
            </a:xfrm>
            <a:custGeom>
              <a:avLst/>
              <a:gdLst>
                <a:gd name="T0" fmla="*/ 576 w 576"/>
                <a:gd name="T1" fmla="*/ 103 h 103"/>
                <a:gd name="T2" fmla="*/ 576 w 576"/>
                <a:gd name="T3" fmla="*/ 57 h 103"/>
                <a:gd name="T4" fmla="*/ 336 w 576"/>
                <a:gd name="T5" fmla="*/ 42 h 103"/>
                <a:gd name="T6" fmla="*/ 0 w 576"/>
                <a:gd name="T7" fmla="*/ 103 h 103"/>
                <a:gd name="T8" fmla="*/ 576 w 576"/>
                <a:gd name="T9" fmla="*/ 103 h 103"/>
              </a:gdLst>
              <a:ahLst/>
              <a:cxnLst>
                <a:cxn ang="0">
                  <a:pos x="T0" y="T1"/>
                </a:cxn>
                <a:cxn ang="0">
                  <a:pos x="T2" y="T3"/>
                </a:cxn>
                <a:cxn ang="0">
                  <a:pos x="T4" y="T5"/>
                </a:cxn>
                <a:cxn ang="0">
                  <a:pos x="T6" y="T7"/>
                </a:cxn>
                <a:cxn ang="0">
                  <a:pos x="T8" y="T9"/>
                </a:cxn>
              </a:cxnLst>
              <a:rect l="0" t="0" r="r" b="b"/>
              <a:pathLst>
                <a:path w="576" h="103">
                  <a:moveTo>
                    <a:pt x="576" y="103"/>
                  </a:moveTo>
                  <a:cubicBezTo>
                    <a:pt x="576" y="57"/>
                    <a:pt x="576" y="57"/>
                    <a:pt x="576" y="57"/>
                  </a:cubicBezTo>
                  <a:cubicBezTo>
                    <a:pt x="576" y="57"/>
                    <a:pt x="481" y="0"/>
                    <a:pt x="336" y="42"/>
                  </a:cubicBezTo>
                  <a:cubicBezTo>
                    <a:pt x="279" y="23"/>
                    <a:pt x="156" y="3"/>
                    <a:pt x="0" y="103"/>
                  </a:cubicBezTo>
                  <a:lnTo>
                    <a:pt x="576" y="10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60" name="组合 259"/>
          <p:cNvGrpSpPr/>
          <p:nvPr/>
        </p:nvGrpSpPr>
        <p:grpSpPr>
          <a:xfrm>
            <a:off x="9539288" y="2459038"/>
            <a:ext cx="2447926" cy="1785938"/>
            <a:chOff x="9539288" y="2459038"/>
            <a:chExt cx="2447926" cy="1785938"/>
          </a:xfrm>
          <a:solidFill>
            <a:schemeClr val="tx1">
              <a:lumMod val="65000"/>
              <a:lumOff val="35000"/>
            </a:schemeClr>
          </a:solidFill>
        </p:grpSpPr>
        <p:sp>
          <p:nvSpPr>
            <p:cNvPr id="261" name="Freeform 227"/>
            <p:cNvSpPr>
              <a:spLocks/>
            </p:cNvSpPr>
            <p:nvPr/>
          </p:nvSpPr>
          <p:spPr bwMode="auto">
            <a:xfrm>
              <a:off x="10483851" y="3824288"/>
              <a:ext cx="187325" cy="347663"/>
            </a:xfrm>
            <a:custGeom>
              <a:avLst/>
              <a:gdLst>
                <a:gd name="T0" fmla="*/ 61 w 183"/>
                <a:gd name="T1" fmla="*/ 340 h 340"/>
                <a:gd name="T2" fmla="*/ 175 w 183"/>
                <a:gd name="T3" fmla="*/ 59 h 340"/>
                <a:gd name="T4" fmla="*/ 175 w 183"/>
                <a:gd name="T5" fmla="*/ 59 h 340"/>
                <a:gd name="T6" fmla="*/ 154 w 183"/>
                <a:gd name="T7" fmla="*/ 8 h 340"/>
                <a:gd name="T8" fmla="*/ 103 w 183"/>
                <a:gd name="T9" fmla="*/ 30 h 340"/>
                <a:gd name="T10" fmla="*/ 103 w 183"/>
                <a:gd name="T11" fmla="*/ 30 h 340"/>
                <a:gd name="T12" fmla="*/ 0 w 183"/>
                <a:gd name="T13" fmla="*/ 286 h 340"/>
                <a:gd name="T14" fmla="*/ 61 w 183"/>
                <a:gd name="T15" fmla="*/ 340 h 3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3" h="340">
                  <a:moveTo>
                    <a:pt x="61" y="340"/>
                  </a:moveTo>
                  <a:cubicBezTo>
                    <a:pt x="175" y="59"/>
                    <a:pt x="175" y="59"/>
                    <a:pt x="175" y="59"/>
                  </a:cubicBezTo>
                  <a:cubicBezTo>
                    <a:pt x="175" y="59"/>
                    <a:pt x="175" y="59"/>
                    <a:pt x="175" y="59"/>
                  </a:cubicBezTo>
                  <a:cubicBezTo>
                    <a:pt x="183" y="39"/>
                    <a:pt x="174" y="17"/>
                    <a:pt x="154" y="8"/>
                  </a:cubicBezTo>
                  <a:cubicBezTo>
                    <a:pt x="134" y="0"/>
                    <a:pt x="111" y="10"/>
                    <a:pt x="103" y="30"/>
                  </a:cubicBezTo>
                  <a:cubicBezTo>
                    <a:pt x="103" y="30"/>
                    <a:pt x="103" y="30"/>
                    <a:pt x="103" y="30"/>
                  </a:cubicBezTo>
                  <a:cubicBezTo>
                    <a:pt x="0" y="286"/>
                    <a:pt x="0" y="286"/>
                    <a:pt x="0" y="286"/>
                  </a:cubicBezTo>
                  <a:cubicBezTo>
                    <a:pt x="21" y="303"/>
                    <a:pt x="41" y="322"/>
                    <a:pt x="61" y="3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 name="Oval 228"/>
            <p:cNvSpPr>
              <a:spLocks noChangeArrowheads="1"/>
            </p:cNvSpPr>
            <p:nvPr/>
          </p:nvSpPr>
          <p:spPr bwMode="auto">
            <a:xfrm>
              <a:off x="11460163" y="2463800"/>
              <a:ext cx="261938" cy="2619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 name="Freeform 229"/>
            <p:cNvSpPr>
              <a:spLocks/>
            </p:cNvSpPr>
            <p:nvPr/>
          </p:nvSpPr>
          <p:spPr bwMode="auto">
            <a:xfrm>
              <a:off x="11195051" y="2746375"/>
              <a:ext cx="792163" cy="1089025"/>
            </a:xfrm>
            <a:custGeom>
              <a:avLst/>
              <a:gdLst>
                <a:gd name="T0" fmla="*/ 756 w 775"/>
                <a:gd name="T1" fmla="*/ 199 h 1066"/>
                <a:gd name="T2" fmla="*/ 756 w 775"/>
                <a:gd name="T3" fmla="*/ 199 h 1066"/>
                <a:gd name="T4" fmla="*/ 756 w 775"/>
                <a:gd name="T5" fmla="*/ 199 h 1066"/>
                <a:gd name="T6" fmla="*/ 651 w 775"/>
                <a:gd name="T7" fmla="*/ 55 h 1066"/>
                <a:gd name="T8" fmla="*/ 554 w 775"/>
                <a:gd name="T9" fmla="*/ 0 h 1066"/>
                <a:gd name="T10" fmla="*/ 220 w 775"/>
                <a:gd name="T11" fmla="*/ 0 h 1066"/>
                <a:gd name="T12" fmla="*/ 124 w 775"/>
                <a:gd name="T13" fmla="*/ 55 h 1066"/>
                <a:gd name="T14" fmla="*/ 18 w 775"/>
                <a:gd name="T15" fmla="*/ 199 h 1066"/>
                <a:gd name="T16" fmla="*/ 18 w 775"/>
                <a:gd name="T17" fmla="*/ 199 h 1066"/>
                <a:gd name="T18" fmla="*/ 31 w 775"/>
                <a:gd name="T19" fmla="*/ 277 h 1066"/>
                <a:gd name="T20" fmla="*/ 74 w 775"/>
                <a:gd name="T21" fmla="*/ 287 h 1066"/>
                <a:gd name="T22" fmla="*/ 255 w 775"/>
                <a:gd name="T23" fmla="*/ 245 h 1066"/>
                <a:gd name="T24" fmla="*/ 255 w 775"/>
                <a:gd name="T25" fmla="*/ 245 h 1066"/>
                <a:gd name="T26" fmla="*/ 255 w 775"/>
                <a:gd name="T27" fmla="*/ 245 h 1066"/>
                <a:gd name="T28" fmla="*/ 297 w 775"/>
                <a:gd name="T29" fmla="*/ 178 h 1066"/>
                <a:gd name="T30" fmla="*/ 229 w 775"/>
                <a:gd name="T31" fmla="*/ 136 h 1066"/>
                <a:gd name="T32" fmla="*/ 229 w 775"/>
                <a:gd name="T33" fmla="*/ 136 h 1066"/>
                <a:gd name="T34" fmla="*/ 105 w 775"/>
                <a:gd name="T35" fmla="*/ 165 h 1066"/>
                <a:gd name="T36" fmla="*/ 105 w 775"/>
                <a:gd name="T37" fmla="*/ 165 h 1066"/>
                <a:gd name="T38" fmla="*/ 116 w 775"/>
                <a:gd name="T39" fmla="*/ 147 h 1066"/>
                <a:gd name="T40" fmla="*/ 204 w 775"/>
                <a:gd name="T41" fmla="*/ 125 h 1066"/>
                <a:gd name="T42" fmla="*/ 204 w 775"/>
                <a:gd name="T43" fmla="*/ 33 h 1066"/>
                <a:gd name="T44" fmla="*/ 384 w 775"/>
                <a:gd name="T45" fmla="*/ 96 h 1066"/>
                <a:gd name="T46" fmla="*/ 384 w 775"/>
                <a:gd name="T47" fmla="*/ 325 h 1066"/>
                <a:gd name="T48" fmla="*/ 231 w 775"/>
                <a:gd name="T49" fmla="*/ 273 h 1066"/>
                <a:gd name="T50" fmla="*/ 231 w 775"/>
                <a:gd name="T51" fmla="*/ 994 h 1066"/>
                <a:gd name="T52" fmla="*/ 304 w 775"/>
                <a:gd name="T53" fmla="*/ 1066 h 1066"/>
                <a:gd name="T54" fmla="*/ 377 w 775"/>
                <a:gd name="T55" fmla="*/ 994 h 1066"/>
                <a:gd name="T56" fmla="*/ 377 w 775"/>
                <a:gd name="T57" fmla="*/ 531 h 1066"/>
                <a:gd name="T58" fmla="*/ 388 w 775"/>
                <a:gd name="T59" fmla="*/ 519 h 1066"/>
                <a:gd name="T60" fmla="*/ 399 w 775"/>
                <a:gd name="T61" fmla="*/ 531 h 1066"/>
                <a:gd name="T62" fmla="*/ 400 w 775"/>
                <a:gd name="T63" fmla="*/ 994 h 1066"/>
                <a:gd name="T64" fmla="*/ 473 w 775"/>
                <a:gd name="T65" fmla="*/ 1066 h 1066"/>
                <a:gd name="T66" fmla="*/ 545 w 775"/>
                <a:gd name="T67" fmla="*/ 994 h 1066"/>
                <a:gd name="T68" fmla="*/ 544 w 775"/>
                <a:gd name="T69" fmla="*/ 272 h 1066"/>
                <a:gd name="T70" fmla="*/ 389 w 775"/>
                <a:gd name="T71" fmla="*/ 325 h 1066"/>
                <a:gd name="T72" fmla="*/ 389 w 775"/>
                <a:gd name="T73" fmla="*/ 96 h 1066"/>
                <a:gd name="T74" fmla="*/ 569 w 775"/>
                <a:gd name="T75" fmla="*/ 33 h 1066"/>
                <a:gd name="T76" fmla="*/ 569 w 775"/>
                <a:gd name="T77" fmla="*/ 125 h 1066"/>
                <a:gd name="T78" fmla="*/ 659 w 775"/>
                <a:gd name="T79" fmla="*/ 147 h 1066"/>
                <a:gd name="T80" fmla="*/ 670 w 775"/>
                <a:gd name="T81" fmla="*/ 165 h 1066"/>
                <a:gd name="T82" fmla="*/ 670 w 775"/>
                <a:gd name="T83" fmla="*/ 165 h 1066"/>
                <a:gd name="T84" fmla="*/ 545 w 775"/>
                <a:gd name="T85" fmla="*/ 136 h 1066"/>
                <a:gd name="T86" fmla="*/ 545 w 775"/>
                <a:gd name="T87" fmla="*/ 136 h 1066"/>
                <a:gd name="T88" fmla="*/ 478 w 775"/>
                <a:gd name="T89" fmla="*/ 178 h 1066"/>
                <a:gd name="T90" fmla="*/ 520 w 775"/>
                <a:gd name="T91" fmla="*/ 245 h 1066"/>
                <a:gd name="T92" fmla="*/ 520 w 775"/>
                <a:gd name="T93" fmla="*/ 245 h 1066"/>
                <a:gd name="T94" fmla="*/ 520 w 775"/>
                <a:gd name="T95" fmla="*/ 245 h 1066"/>
                <a:gd name="T96" fmla="*/ 701 w 775"/>
                <a:gd name="T97" fmla="*/ 287 h 1066"/>
                <a:gd name="T98" fmla="*/ 744 w 775"/>
                <a:gd name="T99" fmla="*/ 277 h 1066"/>
                <a:gd name="T100" fmla="*/ 756 w 775"/>
                <a:gd name="T101" fmla="*/ 199 h 1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75" h="1066">
                  <a:moveTo>
                    <a:pt x="756" y="199"/>
                  </a:moveTo>
                  <a:cubicBezTo>
                    <a:pt x="756" y="199"/>
                    <a:pt x="756" y="199"/>
                    <a:pt x="756" y="199"/>
                  </a:cubicBezTo>
                  <a:cubicBezTo>
                    <a:pt x="756" y="199"/>
                    <a:pt x="756" y="199"/>
                    <a:pt x="756" y="199"/>
                  </a:cubicBezTo>
                  <a:cubicBezTo>
                    <a:pt x="651" y="55"/>
                    <a:pt x="651" y="55"/>
                    <a:pt x="651" y="55"/>
                  </a:cubicBezTo>
                  <a:cubicBezTo>
                    <a:pt x="631" y="22"/>
                    <a:pt x="595" y="0"/>
                    <a:pt x="554" y="0"/>
                  </a:cubicBezTo>
                  <a:cubicBezTo>
                    <a:pt x="551" y="0"/>
                    <a:pt x="224" y="0"/>
                    <a:pt x="220" y="0"/>
                  </a:cubicBezTo>
                  <a:cubicBezTo>
                    <a:pt x="179" y="0"/>
                    <a:pt x="144" y="22"/>
                    <a:pt x="124" y="55"/>
                  </a:cubicBezTo>
                  <a:cubicBezTo>
                    <a:pt x="18" y="199"/>
                    <a:pt x="18" y="199"/>
                    <a:pt x="18" y="199"/>
                  </a:cubicBezTo>
                  <a:cubicBezTo>
                    <a:pt x="18" y="199"/>
                    <a:pt x="18" y="199"/>
                    <a:pt x="18" y="199"/>
                  </a:cubicBezTo>
                  <a:cubicBezTo>
                    <a:pt x="0" y="224"/>
                    <a:pt x="6" y="259"/>
                    <a:pt x="31" y="277"/>
                  </a:cubicBezTo>
                  <a:cubicBezTo>
                    <a:pt x="44" y="287"/>
                    <a:pt x="59" y="290"/>
                    <a:pt x="74" y="287"/>
                  </a:cubicBezTo>
                  <a:cubicBezTo>
                    <a:pt x="255" y="245"/>
                    <a:pt x="255" y="245"/>
                    <a:pt x="255" y="245"/>
                  </a:cubicBezTo>
                  <a:cubicBezTo>
                    <a:pt x="255" y="245"/>
                    <a:pt x="255" y="245"/>
                    <a:pt x="255" y="245"/>
                  </a:cubicBezTo>
                  <a:cubicBezTo>
                    <a:pt x="255" y="245"/>
                    <a:pt x="255" y="245"/>
                    <a:pt x="255" y="245"/>
                  </a:cubicBezTo>
                  <a:cubicBezTo>
                    <a:pt x="285" y="238"/>
                    <a:pt x="304" y="208"/>
                    <a:pt x="297" y="178"/>
                  </a:cubicBezTo>
                  <a:cubicBezTo>
                    <a:pt x="290" y="148"/>
                    <a:pt x="260" y="129"/>
                    <a:pt x="229" y="136"/>
                  </a:cubicBezTo>
                  <a:cubicBezTo>
                    <a:pt x="229" y="136"/>
                    <a:pt x="229" y="136"/>
                    <a:pt x="229" y="136"/>
                  </a:cubicBezTo>
                  <a:cubicBezTo>
                    <a:pt x="105" y="165"/>
                    <a:pt x="105" y="165"/>
                    <a:pt x="105" y="165"/>
                  </a:cubicBezTo>
                  <a:cubicBezTo>
                    <a:pt x="105" y="165"/>
                    <a:pt x="105" y="165"/>
                    <a:pt x="105" y="165"/>
                  </a:cubicBezTo>
                  <a:cubicBezTo>
                    <a:pt x="103" y="157"/>
                    <a:pt x="108" y="149"/>
                    <a:pt x="116" y="147"/>
                  </a:cubicBezTo>
                  <a:cubicBezTo>
                    <a:pt x="204" y="125"/>
                    <a:pt x="204" y="125"/>
                    <a:pt x="204" y="125"/>
                  </a:cubicBezTo>
                  <a:cubicBezTo>
                    <a:pt x="204" y="33"/>
                    <a:pt x="204" y="33"/>
                    <a:pt x="204" y="33"/>
                  </a:cubicBezTo>
                  <a:cubicBezTo>
                    <a:pt x="384" y="96"/>
                    <a:pt x="384" y="96"/>
                    <a:pt x="384" y="96"/>
                  </a:cubicBezTo>
                  <a:cubicBezTo>
                    <a:pt x="384" y="325"/>
                    <a:pt x="384" y="325"/>
                    <a:pt x="384" y="325"/>
                  </a:cubicBezTo>
                  <a:cubicBezTo>
                    <a:pt x="231" y="273"/>
                    <a:pt x="231" y="273"/>
                    <a:pt x="231" y="273"/>
                  </a:cubicBezTo>
                  <a:cubicBezTo>
                    <a:pt x="231" y="994"/>
                    <a:pt x="231" y="994"/>
                    <a:pt x="231" y="994"/>
                  </a:cubicBezTo>
                  <a:cubicBezTo>
                    <a:pt x="231" y="1034"/>
                    <a:pt x="264" y="1066"/>
                    <a:pt x="304" y="1066"/>
                  </a:cubicBezTo>
                  <a:cubicBezTo>
                    <a:pt x="344" y="1066"/>
                    <a:pt x="377" y="1034"/>
                    <a:pt x="377" y="994"/>
                  </a:cubicBezTo>
                  <a:cubicBezTo>
                    <a:pt x="377" y="531"/>
                    <a:pt x="377" y="531"/>
                    <a:pt x="377" y="531"/>
                  </a:cubicBezTo>
                  <a:cubicBezTo>
                    <a:pt x="377" y="524"/>
                    <a:pt x="382" y="519"/>
                    <a:pt x="388" y="519"/>
                  </a:cubicBezTo>
                  <a:cubicBezTo>
                    <a:pt x="394" y="519"/>
                    <a:pt x="399" y="524"/>
                    <a:pt x="399" y="531"/>
                  </a:cubicBezTo>
                  <a:cubicBezTo>
                    <a:pt x="400" y="994"/>
                    <a:pt x="400" y="994"/>
                    <a:pt x="400" y="994"/>
                  </a:cubicBezTo>
                  <a:cubicBezTo>
                    <a:pt x="400" y="1034"/>
                    <a:pt x="432" y="1066"/>
                    <a:pt x="473" y="1066"/>
                  </a:cubicBezTo>
                  <a:cubicBezTo>
                    <a:pt x="513" y="1066"/>
                    <a:pt x="545" y="1034"/>
                    <a:pt x="545" y="994"/>
                  </a:cubicBezTo>
                  <a:cubicBezTo>
                    <a:pt x="544" y="272"/>
                    <a:pt x="544" y="272"/>
                    <a:pt x="544" y="272"/>
                  </a:cubicBezTo>
                  <a:cubicBezTo>
                    <a:pt x="389" y="325"/>
                    <a:pt x="389" y="325"/>
                    <a:pt x="389" y="325"/>
                  </a:cubicBezTo>
                  <a:cubicBezTo>
                    <a:pt x="389" y="96"/>
                    <a:pt x="389" y="96"/>
                    <a:pt x="389" y="96"/>
                  </a:cubicBezTo>
                  <a:cubicBezTo>
                    <a:pt x="569" y="33"/>
                    <a:pt x="569" y="33"/>
                    <a:pt x="569" y="33"/>
                  </a:cubicBezTo>
                  <a:cubicBezTo>
                    <a:pt x="569" y="125"/>
                    <a:pt x="569" y="125"/>
                    <a:pt x="569" y="125"/>
                  </a:cubicBezTo>
                  <a:cubicBezTo>
                    <a:pt x="659" y="147"/>
                    <a:pt x="659" y="147"/>
                    <a:pt x="659" y="147"/>
                  </a:cubicBezTo>
                  <a:cubicBezTo>
                    <a:pt x="667" y="149"/>
                    <a:pt x="672" y="157"/>
                    <a:pt x="670" y="165"/>
                  </a:cubicBezTo>
                  <a:cubicBezTo>
                    <a:pt x="670" y="165"/>
                    <a:pt x="670" y="165"/>
                    <a:pt x="670" y="165"/>
                  </a:cubicBezTo>
                  <a:cubicBezTo>
                    <a:pt x="545" y="136"/>
                    <a:pt x="545" y="136"/>
                    <a:pt x="545" y="136"/>
                  </a:cubicBezTo>
                  <a:cubicBezTo>
                    <a:pt x="545" y="136"/>
                    <a:pt x="545" y="136"/>
                    <a:pt x="545" y="136"/>
                  </a:cubicBezTo>
                  <a:cubicBezTo>
                    <a:pt x="515" y="129"/>
                    <a:pt x="485" y="148"/>
                    <a:pt x="478" y="178"/>
                  </a:cubicBezTo>
                  <a:cubicBezTo>
                    <a:pt x="471" y="208"/>
                    <a:pt x="490" y="238"/>
                    <a:pt x="520" y="245"/>
                  </a:cubicBezTo>
                  <a:cubicBezTo>
                    <a:pt x="520" y="245"/>
                    <a:pt x="520" y="245"/>
                    <a:pt x="520" y="245"/>
                  </a:cubicBezTo>
                  <a:cubicBezTo>
                    <a:pt x="520" y="245"/>
                    <a:pt x="520" y="245"/>
                    <a:pt x="520" y="245"/>
                  </a:cubicBezTo>
                  <a:cubicBezTo>
                    <a:pt x="701" y="287"/>
                    <a:pt x="701" y="287"/>
                    <a:pt x="701" y="287"/>
                  </a:cubicBezTo>
                  <a:cubicBezTo>
                    <a:pt x="715" y="290"/>
                    <a:pt x="731" y="287"/>
                    <a:pt x="744" y="277"/>
                  </a:cubicBezTo>
                  <a:cubicBezTo>
                    <a:pt x="769" y="259"/>
                    <a:pt x="775" y="224"/>
                    <a:pt x="756"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 name="Oval 230"/>
            <p:cNvSpPr>
              <a:spLocks noChangeArrowheads="1"/>
            </p:cNvSpPr>
            <p:nvPr/>
          </p:nvSpPr>
          <p:spPr bwMode="auto">
            <a:xfrm>
              <a:off x="9623426" y="3475038"/>
              <a:ext cx="220663" cy="2222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 name="Freeform 231"/>
            <p:cNvSpPr>
              <a:spLocks/>
            </p:cNvSpPr>
            <p:nvPr/>
          </p:nvSpPr>
          <p:spPr bwMode="auto">
            <a:xfrm>
              <a:off x="9539288" y="3711575"/>
              <a:ext cx="388938" cy="123825"/>
            </a:xfrm>
            <a:custGeom>
              <a:avLst/>
              <a:gdLst>
                <a:gd name="T0" fmla="*/ 308 w 380"/>
                <a:gd name="T1" fmla="*/ 0 h 121"/>
                <a:gd name="T2" fmla="*/ 72 w 380"/>
                <a:gd name="T3" fmla="*/ 0 h 121"/>
                <a:gd name="T4" fmla="*/ 0 w 380"/>
                <a:gd name="T5" fmla="*/ 78 h 121"/>
                <a:gd name="T6" fmla="*/ 0 w 380"/>
                <a:gd name="T7" fmla="*/ 121 h 121"/>
                <a:gd name="T8" fmla="*/ 380 w 380"/>
                <a:gd name="T9" fmla="*/ 121 h 121"/>
                <a:gd name="T10" fmla="*/ 380 w 380"/>
                <a:gd name="T11" fmla="*/ 78 h 121"/>
                <a:gd name="T12" fmla="*/ 308 w 380"/>
                <a:gd name="T13" fmla="*/ 0 h 121"/>
              </a:gdLst>
              <a:ahLst/>
              <a:cxnLst>
                <a:cxn ang="0">
                  <a:pos x="T0" y="T1"/>
                </a:cxn>
                <a:cxn ang="0">
                  <a:pos x="T2" y="T3"/>
                </a:cxn>
                <a:cxn ang="0">
                  <a:pos x="T4" y="T5"/>
                </a:cxn>
                <a:cxn ang="0">
                  <a:pos x="T6" y="T7"/>
                </a:cxn>
                <a:cxn ang="0">
                  <a:pos x="T8" y="T9"/>
                </a:cxn>
                <a:cxn ang="0">
                  <a:pos x="T10" y="T11"/>
                </a:cxn>
                <a:cxn ang="0">
                  <a:pos x="T12" y="T13"/>
                </a:cxn>
              </a:cxnLst>
              <a:rect l="0" t="0" r="r" b="b"/>
              <a:pathLst>
                <a:path w="380" h="121">
                  <a:moveTo>
                    <a:pt x="308" y="0"/>
                  </a:moveTo>
                  <a:cubicBezTo>
                    <a:pt x="293" y="0"/>
                    <a:pt x="90" y="0"/>
                    <a:pt x="72" y="0"/>
                  </a:cubicBezTo>
                  <a:cubicBezTo>
                    <a:pt x="8" y="2"/>
                    <a:pt x="0" y="55"/>
                    <a:pt x="0" y="78"/>
                  </a:cubicBezTo>
                  <a:cubicBezTo>
                    <a:pt x="0" y="78"/>
                    <a:pt x="0" y="121"/>
                    <a:pt x="0" y="121"/>
                  </a:cubicBezTo>
                  <a:cubicBezTo>
                    <a:pt x="380" y="121"/>
                    <a:pt x="380" y="121"/>
                    <a:pt x="380" y="121"/>
                  </a:cubicBezTo>
                  <a:cubicBezTo>
                    <a:pt x="380" y="121"/>
                    <a:pt x="380" y="78"/>
                    <a:pt x="380" y="78"/>
                  </a:cubicBezTo>
                  <a:cubicBezTo>
                    <a:pt x="380" y="39"/>
                    <a:pt x="358" y="0"/>
                    <a:pt x="30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 name="Oval 232"/>
            <p:cNvSpPr>
              <a:spLocks noChangeArrowheads="1"/>
            </p:cNvSpPr>
            <p:nvPr/>
          </p:nvSpPr>
          <p:spPr bwMode="auto">
            <a:xfrm>
              <a:off x="10250488" y="3475038"/>
              <a:ext cx="223838" cy="2222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 name="Freeform 233"/>
            <p:cNvSpPr>
              <a:spLocks/>
            </p:cNvSpPr>
            <p:nvPr/>
          </p:nvSpPr>
          <p:spPr bwMode="auto">
            <a:xfrm>
              <a:off x="10167938" y="3711575"/>
              <a:ext cx="388938" cy="123825"/>
            </a:xfrm>
            <a:custGeom>
              <a:avLst/>
              <a:gdLst>
                <a:gd name="T0" fmla="*/ 308 w 380"/>
                <a:gd name="T1" fmla="*/ 0 h 121"/>
                <a:gd name="T2" fmla="*/ 72 w 380"/>
                <a:gd name="T3" fmla="*/ 0 h 121"/>
                <a:gd name="T4" fmla="*/ 0 w 380"/>
                <a:gd name="T5" fmla="*/ 78 h 121"/>
                <a:gd name="T6" fmla="*/ 0 w 380"/>
                <a:gd name="T7" fmla="*/ 121 h 121"/>
                <a:gd name="T8" fmla="*/ 380 w 380"/>
                <a:gd name="T9" fmla="*/ 121 h 121"/>
                <a:gd name="T10" fmla="*/ 380 w 380"/>
                <a:gd name="T11" fmla="*/ 78 h 121"/>
                <a:gd name="T12" fmla="*/ 308 w 380"/>
                <a:gd name="T13" fmla="*/ 0 h 121"/>
              </a:gdLst>
              <a:ahLst/>
              <a:cxnLst>
                <a:cxn ang="0">
                  <a:pos x="T0" y="T1"/>
                </a:cxn>
                <a:cxn ang="0">
                  <a:pos x="T2" y="T3"/>
                </a:cxn>
                <a:cxn ang="0">
                  <a:pos x="T4" y="T5"/>
                </a:cxn>
                <a:cxn ang="0">
                  <a:pos x="T6" y="T7"/>
                </a:cxn>
                <a:cxn ang="0">
                  <a:pos x="T8" y="T9"/>
                </a:cxn>
                <a:cxn ang="0">
                  <a:pos x="T10" y="T11"/>
                </a:cxn>
                <a:cxn ang="0">
                  <a:pos x="T12" y="T13"/>
                </a:cxn>
              </a:cxnLst>
              <a:rect l="0" t="0" r="r" b="b"/>
              <a:pathLst>
                <a:path w="380" h="121">
                  <a:moveTo>
                    <a:pt x="308" y="0"/>
                  </a:moveTo>
                  <a:cubicBezTo>
                    <a:pt x="293" y="0"/>
                    <a:pt x="90" y="0"/>
                    <a:pt x="72" y="0"/>
                  </a:cubicBezTo>
                  <a:cubicBezTo>
                    <a:pt x="8" y="2"/>
                    <a:pt x="0" y="55"/>
                    <a:pt x="0" y="78"/>
                  </a:cubicBezTo>
                  <a:cubicBezTo>
                    <a:pt x="0" y="78"/>
                    <a:pt x="0" y="121"/>
                    <a:pt x="0" y="121"/>
                  </a:cubicBezTo>
                  <a:cubicBezTo>
                    <a:pt x="380" y="121"/>
                    <a:pt x="380" y="121"/>
                    <a:pt x="380" y="121"/>
                  </a:cubicBezTo>
                  <a:cubicBezTo>
                    <a:pt x="380" y="121"/>
                    <a:pt x="380" y="78"/>
                    <a:pt x="380" y="78"/>
                  </a:cubicBezTo>
                  <a:cubicBezTo>
                    <a:pt x="380" y="39"/>
                    <a:pt x="358" y="0"/>
                    <a:pt x="30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 name="Oval 234"/>
            <p:cNvSpPr>
              <a:spLocks noChangeArrowheads="1"/>
            </p:cNvSpPr>
            <p:nvPr/>
          </p:nvSpPr>
          <p:spPr bwMode="auto">
            <a:xfrm>
              <a:off x="10880726" y="3475038"/>
              <a:ext cx="220663" cy="2222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 name="Freeform 235"/>
            <p:cNvSpPr>
              <a:spLocks/>
            </p:cNvSpPr>
            <p:nvPr/>
          </p:nvSpPr>
          <p:spPr bwMode="auto">
            <a:xfrm>
              <a:off x="10798176" y="3711575"/>
              <a:ext cx="387350" cy="123825"/>
            </a:xfrm>
            <a:custGeom>
              <a:avLst/>
              <a:gdLst>
                <a:gd name="T0" fmla="*/ 308 w 380"/>
                <a:gd name="T1" fmla="*/ 0 h 121"/>
                <a:gd name="T2" fmla="*/ 72 w 380"/>
                <a:gd name="T3" fmla="*/ 0 h 121"/>
                <a:gd name="T4" fmla="*/ 0 w 380"/>
                <a:gd name="T5" fmla="*/ 78 h 121"/>
                <a:gd name="T6" fmla="*/ 0 w 380"/>
                <a:gd name="T7" fmla="*/ 121 h 121"/>
                <a:gd name="T8" fmla="*/ 380 w 380"/>
                <a:gd name="T9" fmla="*/ 121 h 121"/>
                <a:gd name="T10" fmla="*/ 380 w 380"/>
                <a:gd name="T11" fmla="*/ 78 h 121"/>
                <a:gd name="T12" fmla="*/ 308 w 380"/>
                <a:gd name="T13" fmla="*/ 0 h 121"/>
              </a:gdLst>
              <a:ahLst/>
              <a:cxnLst>
                <a:cxn ang="0">
                  <a:pos x="T0" y="T1"/>
                </a:cxn>
                <a:cxn ang="0">
                  <a:pos x="T2" y="T3"/>
                </a:cxn>
                <a:cxn ang="0">
                  <a:pos x="T4" y="T5"/>
                </a:cxn>
                <a:cxn ang="0">
                  <a:pos x="T6" y="T7"/>
                </a:cxn>
                <a:cxn ang="0">
                  <a:pos x="T8" y="T9"/>
                </a:cxn>
                <a:cxn ang="0">
                  <a:pos x="T10" y="T11"/>
                </a:cxn>
                <a:cxn ang="0">
                  <a:pos x="T12" y="T13"/>
                </a:cxn>
              </a:cxnLst>
              <a:rect l="0" t="0" r="r" b="b"/>
              <a:pathLst>
                <a:path w="380" h="121">
                  <a:moveTo>
                    <a:pt x="308" y="0"/>
                  </a:moveTo>
                  <a:cubicBezTo>
                    <a:pt x="292" y="0"/>
                    <a:pt x="90" y="0"/>
                    <a:pt x="72" y="0"/>
                  </a:cubicBezTo>
                  <a:cubicBezTo>
                    <a:pt x="7" y="2"/>
                    <a:pt x="0" y="55"/>
                    <a:pt x="0" y="78"/>
                  </a:cubicBezTo>
                  <a:cubicBezTo>
                    <a:pt x="0" y="78"/>
                    <a:pt x="0" y="121"/>
                    <a:pt x="0" y="121"/>
                  </a:cubicBezTo>
                  <a:cubicBezTo>
                    <a:pt x="380" y="121"/>
                    <a:pt x="380" y="121"/>
                    <a:pt x="380" y="121"/>
                  </a:cubicBezTo>
                  <a:cubicBezTo>
                    <a:pt x="380" y="121"/>
                    <a:pt x="380" y="78"/>
                    <a:pt x="380" y="78"/>
                  </a:cubicBezTo>
                  <a:cubicBezTo>
                    <a:pt x="380" y="39"/>
                    <a:pt x="358" y="0"/>
                    <a:pt x="30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 name="Oval 236"/>
            <p:cNvSpPr>
              <a:spLocks noChangeArrowheads="1"/>
            </p:cNvSpPr>
            <p:nvPr/>
          </p:nvSpPr>
          <p:spPr bwMode="auto">
            <a:xfrm>
              <a:off x="9623426" y="3883025"/>
              <a:ext cx="220663" cy="2238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 name="Freeform 237"/>
            <p:cNvSpPr>
              <a:spLocks/>
            </p:cNvSpPr>
            <p:nvPr/>
          </p:nvSpPr>
          <p:spPr bwMode="auto">
            <a:xfrm>
              <a:off x="9539288" y="4121150"/>
              <a:ext cx="388938" cy="123825"/>
            </a:xfrm>
            <a:custGeom>
              <a:avLst/>
              <a:gdLst>
                <a:gd name="T0" fmla="*/ 308 w 380"/>
                <a:gd name="T1" fmla="*/ 0 h 121"/>
                <a:gd name="T2" fmla="*/ 72 w 380"/>
                <a:gd name="T3" fmla="*/ 0 h 121"/>
                <a:gd name="T4" fmla="*/ 0 w 380"/>
                <a:gd name="T5" fmla="*/ 77 h 121"/>
                <a:gd name="T6" fmla="*/ 0 w 380"/>
                <a:gd name="T7" fmla="*/ 121 h 121"/>
                <a:gd name="T8" fmla="*/ 380 w 380"/>
                <a:gd name="T9" fmla="*/ 121 h 121"/>
                <a:gd name="T10" fmla="*/ 380 w 380"/>
                <a:gd name="T11" fmla="*/ 77 h 121"/>
                <a:gd name="T12" fmla="*/ 308 w 380"/>
                <a:gd name="T13" fmla="*/ 0 h 121"/>
              </a:gdLst>
              <a:ahLst/>
              <a:cxnLst>
                <a:cxn ang="0">
                  <a:pos x="T0" y="T1"/>
                </a:cxn>
                <a:cxn ang="0">
                  <a:pos x="T2" y="T3"/>
                </a:cxn>
                <a:cxn ang="0">
                  <a:pos x="T4" y="T5"/>
                </a:cxn>
                <a:cxn ang="0">
                  <a:pos x="T6" y="T7"/>
                </a:cxn>
                <a:cxn ang="0">
                  <a:pos x="T8" y="T9"/>
                </a:cxn>
                <a:cxn ang="0">
                  <a:pos x="T10" y="T11"/>
                </a:cxn>
                <a:cxn ang="0">
                  <a:pos x="T12" y="T13"/>
                </a:cxn>
              </a:cxnLst>
              <a:rect l="0" t="0" r="r" b="b"/>
              <a:pathLst>
                <a:path w="380" h="121">
                  <a:moveTo>
                    <a:pt x="308" y="0"/>
                  </a:moveTo>
                  <a:cubicBezTo>
                    <a:pt x="293" y="0"/>
                    <a:pt x="90" y="0"/>
                    <a:pt x="72" y="0"/>
                  </a:cubicBezTo>
                  <a:cubicBezTo>
                    <a:pt x="8" y="2"/>
                    <a:pt x="0" y="55"/>
                    <a:pt x="0" y="77"/>
                  </a:cubicBezTo>
                  <a:cubicBezTo>
                    <a:pt x="0" y="78"/>
                    <a:pt x="0" y="121"/>
                    <a:pt x="0" y="121"/>
                  </a:cubicBezTo>
                  <a:cubicBezTo>
                    <a:pt x="380" y="121"/>
                    <a:pt x="380" y="121"/>
                    <a:pt x="380" y="121"/>
                  </a:cubicBezTo>
                  <a:cubicBezTo>
                    <a:pt x="380" y="121"/>
                    <a:pt x="380" y="78"/>
                    <a:pt x="380" y="77"/>
                  </a:cubicBezTo>
                  <a:cubicBezTo>
                    <a:pt x="380" y="39"/>
                    <a:pt x="358" y="0"/>
                    <a:pt x="30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 name="Oval 238"/>
            <p:cNvSpPr>
              <a:spLocks noChangeArrowheads="1"/>
            </p:cNvSpPr>
            <p:nvPr/>
          </p:nvSpPr>
          <p:spPr bwMode="auto">
            <a:xfrm>
              <a:off x="10250488" y="3883025"/>
              <a:ext cx="223838" cy="2238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 name="Freeform 239"/>
            <p:cNvSpPr>
              <a:spLocks/>
            </p:cNvSpPr>
            <p:nvPr/>
          </p:nvSpPr>
          <p:spPr bwMode="auto">
            <a:xfrm>
              <a:off x="10167938" y="4110038"/>
              <a:ext cx="388938" cy="134938"/>
            </a:xfrm>
            <a:custGeom>
              <a:avLst/>
              <a:gdLst>
                <a:gd name="T0" fmla="*/ 308 w 380"/>
                <a:gd name="T1" fmla="*/ 11 h 132"/>
                <a:gd name="T2" fmla="*/ 72 w 380"/>
                <a:gd name="T3" fmla="*/ 11 h 132"/>
                <a:gd name="T4" fmla="*/ 0 w 380"/>
                <a:gd name="T5" fmla="*/ 88 h 132"/>
                <a:gd name="T6" fmla="*/ 0 w 380"/>
                <a:gd name="T7" fmla="*/ 132 h 132"/>
                <a:gd name="T8" fmla="*/ 347 w 380"/>
                <a:gd name="T9" fmla="*/ 132 h 132"/>
                <a:gd name="T10" fmla="*/ 380 w 380"/>
                <a:gd name="T11" fmla="*/ 38 h 132"/>
                <a:gd name="T12" fmla="*/ 308 w 380"/>
                <a:gd name="T13" fmla="*/ 11 h 132"/>
              </a:gdLst>
              <a:ahLst/>
              <a:cxnLst>
                <a:cxn ang="0">
                  <a:pos x="T0" y="T1"/>
                </a:cxn>
                <a:cxn ang="0">
                  <a:pos x="T2" y="T3"/>
                </a:cxn>
                <a:cxn ang="0">
                  <a:pos x="T4" y="T5"/>
                </a:cxn>
                <a:cxn ang="0">
                  <a:pos x="T6" y="T7"/>
                </a:cxn>
                <a:cxn ang="0">
                  <a:pos x="T8" y="T9"/>
                </a:cxn>
                <a:cxn ang="0">
                  <a:pos x="T10" y="T11"/>
                </a:cxn>
                <a:cxn ang="0">
                  <a:pos x="T12" y="T13"/>
                </a:cxn>
              </a:cxnLst>
              <a:rect l="0" t="0" r="r" b="b"/>
              <a:pathLst>
                <a:path w="380" h="132">
                  <a:moveTo>
                    <a:pt x="308" y="11"/>
                  </a:moveTo>
                  <a:cubicBezTo>
                    <a:pt x="293" y="11"/>
                    <a:pt x="90" y="11"/>
                    <a:pt x="72" y="11"/>
                  </a:cubicBezTo>
                  <a:cubicBezTo>
                    <a:pt x="8" y="13"/>
                    <a:pt x="0" y="66"/>
                    <a:pt x="0" y="88"/>
                  </a:cubicBezTo>
                  <a:cubicBezTo>
                    <a:pt x="0" y="89"/>
                    <a:pt x="0" y="132"/>
                    <a:pt x="0" y="132"/>
                  </a:cubicBezTo>
                  <a:cubicBezTo>
                    <a:pt x="347" y="132"/>
                    <a:pt x="347" y="132"/>
                    <a:pt x="347" y="132"/>
                  </a:cubicBezTo>
                  <a:cubicBezTo>
                    <a:pt x="347" y="132"/>
                    <a:pt x="380" y="38"/>
                    <a:pt x="380" y="38"/>
                  </a:cubicBezTo>
                  <a:cubicBezTo>
                    <a:pt x="380" y="0"/>
                    <a:pt x="358" y="11"/>
                    <a:pt x="30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 name="Oval 240"/>
            <p:cNvSpPr>
              <a:spLocks noChangeArrowheads="1"/>
            </p:cNvSpPr>
            <p:nvPr/>
          </p:nvSpPr>
          <p:spPr bwMode="auto">
            <a:xfrm>
              <a:off x="10880726" y="3883025"/>
              <a:ext cx="220663" cy="2238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 name="Freeform 241"/>
            <p:cNvSpPr>
              <a:spLocks/>
            </p:cNvSpPr>
            <p:nvPr/>
          </p:nvSpPr>
          <p:spPr bwMode="auto">
            <a:xfrm>
              <a:off x="10798176" y="4121150"/>
              <a:ext cx="387350" cy="123825"/>
            </a:xfrm>
            <a:custGeom>
              <a:avLst/>
              <a:gdLst>
                <a:gd name="T0" fmla="*/ 308 w 380"/>
                <a:gd name="T1" fmla="*/ 0 h 121"/>
                <a:gd name="T2" fmla="*/ 72 w 380"/>
                <a:gd name="T3" fmla="*/ 0 h 121"/>
                <a:gd name="T4" fmla="*/ 0 w 380"/>
                <a:gd name="T5" fmla="*/ 77 h 121"/>
                <a:gd name="T6" fmla="*/ 0 w 380"/>
                <a:gd name="T7" fmla="*/ 121 h 121"/>
                <a:gd name="T8" fmla="*/ 380 w 380"/>
                <a:gd name="T9" fmla="*/ 121 h 121"/>
                <a:gd name="T10" fmla="*/ 380 w 380"/>
                <a:gd name="T11" fmla="*/ 77 h 121"/>
                <a:gd name="T12" fmla="*/ 308 w 380"/>
                <a:gd name="T13" fmla="*/ 0 h 121"/>
              </a:gdLst>
              <a:ahLst/>
              <a:cxnLst>
                <a:cxn ang="0">
                  <a:pos x="T0" y="T1"/>
                </a:cxn>
                <a:cxn ang="0">
                  <a:pos x="T2" y="T3"/>
                </a:cxn>
                <a:cxn ang="0">
                  <a:pos x="T4" y="T5"/>
                </a:cxn>
                <a:cxn ang="0">
                  <a:pos x="T6" y="T7"/>
                </a:cxn>
                <a:cxn ang="0">
                  <a:pos x="T8" y="T9"/>
                </a:cxn>
                <a:cxn ang="0">
                  <a:pos x="T10" y="T11"/>
                </a:cxn>
                <a:cxn ang="0">
                  <a:pos x="T12" y="T13"/>
                </a:cxn>
              </a:cxnLst>
              <a:rect l="0" t="0" r="r" b="b"/>
              <a:pathLst>
                <a:path w="380" h="121">
                  <a:moveTo>
                    <a:pt x="308" y="0"/>
                  </a:moveTo>
                  <a:cubicBezTo>
                    <a:pt x="292" y="0"/>
                    <a:pt x="90" y="0"/>
                    <a:pt x="72" y="0"/>
                  </a:cubicBezTo>
                  <a:cubicBezTo>
                    <a:pt x="7" y="2"/>
                    <a:pt x="0" y="55"/>
                    <a:pt x="0" y="77"/>
                  </a:cubicBezTo>
                  <a:cubicBezTo>
                    <a:pt x="0" y="78"/>
                    <a:pt x="0" y="121"/>
                    <a:pt x="0" y="121"/>
                  </a:cubicBezTo>
                  <a:cubicBezTo>
                    <a:pt x="380" y="121"/>
                    <a:pt x="380" y="121"/>
                    <a:pt x="380" y="121"/>
                  </a:cubicBezTo>
                  <a:cubicBezTo>
                    <a:pt x="380" y="121"/>
                    <a:pt x="380" y="78"/>
                    <a:pt x="380" y="77"/>
                  </a:cubicBezTo>
                  <a:cubicBezTo>
                    <a:pt x="380" y="39"/>
                    <a:pt x="358" y="0"/>
                    <a:pt x="30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 name="Rectangle 242"/>
            <p:cNvSpPr>
              <a:spLocks noChangeArrowheads="1"/>
            </p:cNvSpPr>
            <p:nvPr/>
          </p:nvSpPr>
          <p:spPr bwMode="auto">
            <a:xfrm>
              <a:off x="9702801" y="3297238"/>
              <a:ext cx="1319213"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 name="Freeform 266"/>
            <p:cNvSpPr>
              <a:spLocks noEditPoints="1"/>
            </p:cNvSpPr>
            <p:nvPr/>
          </p:nvSpPr>
          <p:spPr bwMode="auto">
            <a:xfrm>
              <a:off x="9702801" y="2459038"/>
              <a:ext cx="1319213" cy="814388"/>
            </a:xfrm>
            <a:custGeom>
              <a:avLst/>
              <a:gdLst>
                <a:gd name="T0" fmla="*/ 0 w 1292"/>
                <a:gd name="T1" fmla="*/ 799 h 799"/>
                <a:gd name="T2" fmla="*/ 1292 w 1292"/>
                <a:gd name="T3" fmla="*/ 0 h 799"/>
                <a:gd name="T4" fmla="*/ 179 w 1292"/>
                <a:gd name="T5" fmla="*/ 249 h 799"/>
                <a:gd name="T6" fmla="*/ 153 w 1292"/>
                <a:gd name="T7" fmla="*/ 254 h 799"/>
                <a:gd name="T8" fmla="*/ 148 w 1292"/>
                <a:gd name="T9" fmla="*/ 156 h 799"/>
                <a:gd name="T10" fmla="*/ 173 w 1292"/>
                <a:gd name="T11" fmla="*/ 150 h 799"/>
                <a:gd name="T12" fmla="*/ 179 w 1292"/>
                <a:gd name="T13" fmla="*/ 249 h 799"/>
                <a:gd name="T14" fmla="*/ 330 w 1292"/>
                <a:gd name="T15" fmla="*/ 227 h 799"/>
                <a:gd name="T16" fmla="*/ 336 w 1292"/>
                <a:gd name="T17" fmla="*/ 249 h 799"/>
                <a:gd name="T18" fmla="*/ 249 w 1292"/>
                <a:gd name="T19" fmla="*/ 254 h 799"/>
                <a:gd name="T20" fmla="*/ 243 w 1292"/>
                <a:gd name="T21" fmla="*/ 221 h 799"/>
                <a:gd name="T22" fmla="*/ 248 w 1292"/>
                <a:gd name="T23" fmla="*/ 200 h 799"/>
                <a:gd name="T24" fmla="*/ 281 w 1292"/>
                <a:gd name="T25" fmla="*/ 188 h 799"/>
                <a:gd name="T26" fmla="*/ 298 w 1292"/>
                <a:gd name="T27" fmla="*/ 188 h 799"/>
                <a:gd name="T28" fmla="*/ 303 w 1292"/>
                <a:gd name="T29" fmla="*/ 183 h 799"/>
                <a:gd name="T30" fmla="*/ 302 w 1292"/>
                <a:gd name="T31" fmla="*/ 179 h 799"/>
                <a:gd name="T32" fmla="*/ 293 w 1292"/>
                <a:gd name="T33" fmla="*/ 177 h 799"/>
                <a:gd name="T34" fmla="*/ 243 w 1292"/>
                <a:gd name="T35" fmla="*/ 172 h 799"/>
                <a:gd name="T36" fmla="*/ 249 w 1292"/>
                <a:gd name="T37" fmla="*/ 150 h 799"/>
                <a:gd name="T38" fmla="*/ 312 w 1292"/>
                <a:gd name="T39" fmla="*/ 151 h 799"/>
                <a:gd name="T40" fmla="*/ 330 w 1292"/>
                <a:gd name="T41" fmla="*/ 161 h 799"/>
                <a:gd name="T42" fmla="*/ 336 w 1292"/>
                <a:gd name="T43" fmla="*/ 181 h 799"/>
                <a:gd name="T44" fmla="*/ 327 w 1292"/>
                <a:gd name="T45" fmla="*/ 207 h 799"/>
                <a:gd name="T46" fmla="*/ 285 w 1292"/>
                <a:gd name="T47" fmla="*/ 215 h 799"/>
                <a:gd name="T48" fmla="*/ 276 w 1292"/>
                <a:gd name="T49" fmla="*/ 219 h 799"/>
                <a:gd name="T50" fmla="*/ 480 w 1292"/>
                <a:gd name="T51" fmla="*/ 233 h 799"/>
                <a:gd name="T52" fmla="*/ 461 w 1292"/>
                <a:gd name="T53" fmla="*/ 252 h 799"/>
                <a:gd name="T54" fmla="*/ 400 w 1292"/>
                <a:gd name="T55" fmla="*/ 254 h 799"/>
                <a:gd name="T56" fmla="*/ 395 w 1292"/>
                <a:gd name="T57" fmla="*/ 233 h 799"/>
                <a:gd name="T58" fmla="*/ 438 w 1292"/>
                <a:gd name="T59" fmla="*/ 227 h 799"/>
                <a:gd name="T60" fmla="*/ 448 w 1292"/>
                <a:gd name="T61" fmla="*/ 221 h 799"/>
                <a:gd name="T62" fmla="*/ 438 w 1292"/>
                <a:gd name="T63" fmla="*/ 215 h 799"/>
                <a:gd name="T64" fmla="*/ 402 w 1292"/>
                <a:gd name="T65" fmla="*/ 210 h 799"/>
                <a:gd name="T66" fmla="*/ 407 w 1292"/>
                <a:gd name="T67" fmla="*/ 189 h 799"/>
                <a:gd name="T68" fmla="*/ 446 w 1292"/>
                <a:gd name="T69" fmla="*/ 187 h 799"/>
                <a:gd name="T70" fmla="*/ 446 w 1292"/>
                <a:gd name="T71" fmla="*/ 179 h 799"/>
                <a:gd name="T72" fmla="*/ 400 w 1292"/>
                <a:gd name="T73" fmla="*/ 177 h 799"/>
                <a:gd name="T74" fmla="*/ 395 w 1292"/>
                <a:gd name="T75" fmla="*/ 156 h 799"/>
                <a:gd name="T76" fmla="*/ 445 w 1292"/>
                <a:gd name="T77" fmla="*/ 150 h 799"/>
                <a:gd name="T78" fmla="*/ 471 w 1292"/>
                <a:gd name="T79" fmla="*/ 158 h 799"/>
                <a:gd name="T80" fmla="*/ 481 w 1292"/>
                <a:gd name="T81" fmla="*/ 181 h 799"/>
                <a:gd name="T82" fmla="*/ 471 w 1292"/>
                <a:gd name="T83" fmla="*/ 202 h 799"/>
                <a:gd name="T84" fmla="*/ 480 w 1292"/>
                <a:gd name="T85" fmla="*/ 214 h 799"/>
                <a:gd name="T86" fmla="*/ 480 w 1292"/>
                <a:gd name="T87" fmla="*/ 233 h 799"/>
                <a:gd name="T88" fmla="*/ 891 w 1292"/>
                <a:gd name="T89" fmla="*/ 779 h 799"/>
                <a:gd name="T90" fmla="*/ 1010 w 1292"/>
                <a:gd name="T91" fmla="*/ 750 h 799"/>
                <a:gd name="T92" fmla="*/ 1206 w 1292"/>
                <a:gd name="T93" fmla="*/ 771 h 799"/>
                <a:gd name="T94" fmla="*/ 1090 w 1292"/>
                <a:gd name="T95" fmla="*/ 779 h 799"/>
                <a:gd name="T96" fmla="*/ 1083 w 1292"/>
                <a:gd name="T97" fmla="*/ 722 h 799"/>
                <a:gd name="T98" fmla="*/ 1198 w 1292"/>
                <a:gd name="T99" fmla="*/ 714 h 799"/>
                <a:gd name="T100" fmla="*/ 1206 w 1292"/>
                <a:gd name="T101" fmla="*/ 771 h 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92" h="799">
                  <a:moveTo>
                    <a:pt x="0" y="0"/>
                  </a:moveTo>
                  <a:cubicBezTo>
                    <a:pt x="0" y="799"/>
                    <a:pt x="0" y="799"/>
                    <a:pt x="0" y="799"/>
                  </a:cubicBezTo>
                  <a:cubicBezTo>
                    <a:pt x="1292" y="799"/>
                    <a:pt x="1292" y="799"/>
                    <a:pt x="1292" y="799"/>
                  </a:cubicBezTo>
                  <a:cubicBezTo>
                    <a:pt x="1292" y="0"/>
                    <a:pt x="1292" y="0"/>
                    <a:pt x="1292" y="0"/>
                  </a:cubicBezTo>
                  <a:lnTo>
                    <a:pt x="0" y="0"/>
                  </a:lnTo>
                  <a:close/>
                  <a:moveTo>
                    <a:pt x="179" y="249"/>
                  </a:moveTo>
                  <a:cubicBezTo>
                    <a:pt x="179" y="252"/>
                    <a:pt x="176" y="254"/>
                    <a:pt x="173" y="254"/>
                  </a:cubicBezTo>
                  <a:cubicBezTo>
                    <a:pt x="153" y="254"/>
                    <a:pt x="153" y="254"/>
                    <a:pt x="153" y="254"/>
                  </a:cubicBezTo>
                  <a:cubicBezTo>
                    <a:pt x="150" y="254"/>
                    <a:pt x="148" y="252"/>
                    <a:pt x="148" y="249"/>
                  </a:cubicBezTo>
                  <a:cubicBezTo>
                    <a:pt x="148" y="156"/>
                    <a:pt x="148" y="156"/>
                    <a:pt x="148" y="156"/>
                  </a:cubicBezTo>
                  <a:cubicBezTo>
                    <a:pt x="148" y="153"/>
                    <a:pt x="150" y="150"/>
                    <a:pt x="153" y="150"/>
                  </a:cubicBezTo>
                  <a:cubicBezTo>
                    <a:pt x="173" y="150"/>
                    <a:pt x="173" y="150"/>
                    <a:pt x="173" y="150"/>
                  </a:cubicBezTo>
                  <a:cubicBezTo>
                    <a:pt x="176" y="150"/>
                    <a:pt x="179" y="153"/>
                    <a:pt x="179" y="156"/>
                  </a:cubicBezTo>
                  <a:lnTo>
                    <a:pt x="179" y="249"/>
                  </a:lnTo>
                  <a:close/>
                  <a:moveTo>
                    <a:pt x="275" y="227"/>
                  </a:moveTo>
                  <a:cubicBezTo>
                    <a:pt x="330" y="227"/>
                    <a:pt x="330" y="227"/>
                    <a:pt x="330" y="227"/>
                  </a:cubicBezTo>
                  <a:cubicBezTo>
                    <a:pt x="333" y="227"/>
                    <a:pt x="336" y="230"/>
                    <a:pt x="336" y="233"/>
                  </a:cubicBezTo>
                  <a:cubicBezTo>
                    <a:pt x="336" y="249"/>
                    <a:pt x="336" y="249"/>
                    <a:pt x="336" y="249"/>
                  </a:cubicBezTo>
                  <a:cubicBezTo>
                    <a:pt x="336" y="252"/>
                    <a:pt x="333" y="254"/>
                    <a:pt x="330" y="254"/>
                  </a:cubicBezTo>
                  <a:cubicBezTo>
                    <a:pt x="249" y="254"/>
                    <a:pt x="249" y="254"/>
                    <a:pt x="249" y="254"/>
                  </a:cubicBezTo>
                  <a:cubicBezTo>
                    <a:pt x="246" y="254"/>
                    <a:pt x="243" y="252"/>
                    <a:pt x="243" y="249"/>
                  </a:cubicBezTo>
                  <a:cubicBezTo>
                    <a:pt x="243" y="221"/>
                    <a:pt x="243" y="221"/>
                    <a:pt x="243" y="221"/>
                  </a:cubicBezTo>
                  <a:cubicBezTo>
                    <a:pt x="243" y="217"/>
                    <a:pt x="244" y="213"/>
                    <a:pt x="244" y="210"/>
                  </a:cubicBezTo>
                  <a:cubicBezTo>
                    <a:pt x="245" y="206"/>
                    <a:pt x="246" y="203"/>
                    <a:pt x="248" y="200"/>
                  </a:cubicBezTo>
                  <a:cubicBezTo>
                    <a:pt x="250" y="197"/>
                    <a:pt x="253" y="195"/>
                    <a:pt x="257" y="193"/>
                  </a:cubicBezTo>
                  <a:cubicBezTo>
                    <a:pt x="263" y="189"/>
                    <a:pt x="271" y="188"/>
                    <a:pt x="281" y="188"/>
                  </a:cubicBezTo>
                  <a:cubicBezTo>
                    <a:pt x="293" y="188"/>
                    <a:pt x="293" y="188"/>
                    <a:pt x="293" y="188"/>
                  </a:cubicBezTo>
                  <a:cubicBezTo>
                    <a:pt x="295" y="188"/>
                    <a:pt x="297" y="188"/>
                    <a:pt x="298" y="188"/>
                  </a:cubicBezTo>
                  <a:cubicBezTo>
                    <a:pt x="300" y="188"/>
                    <a:pt x="301" y="187"/>
                    <a:pt x="302" y="186"/>
                  </a:cubicBezTo>
                  <a:cubicBezTo>
                    <a:pt x="303" y="186"/>
                    <a:pt x="303" y="185"/>
                    <a:pt x="303" y="183"/>
                  </a:cubicBezTo>
                  <a:cubicBezTo>
                    <a:pt x="303" y="182"/>
                    <a:pt x="303" y="182"/>
                    <a:pt x="303" y="181"/>
                  </a:cubicBezTo>
                  <a:cubicBezTo>
                    <a:pt x="303" y="180"/>
                    <a:pt x="303" y="179"/>
                    <a:pt x="302" y="179"/>
                  </a:cubicBezTo>
                  <a:cubicBezTo>
                    <a:pt x="301" y="178"/>
                    <a:pt x="301" y="178"/>
                    <a:pt x="300" y="178"/>
                  </a:cubicBezTo>
                  <a:cubicBezTo>
                    <a:pt x="298" y="177"/>
                    <a:pt x="296" y="177"/>
                    <a:pt x="293" y="177"/>
                  </a:cubicBezTo>
                  <a:cubicBezTo>
                    <a:pt x="249" y="177"/>
                    <a:pt x="249" y="177"/>
                    <a:pt x="249" y="177"/>
                  </a:cubicBezTo>
                  <a:cubicBezTo>
                    <a:pt x="246" y="177"/>
                    <a:pt x="243" y="175"/>
                    <a:pt x="243" y="172"/>
                  </a:cubicBezTo>
                  <a:cubicBezTo>
                    <a:pt x="243" y="156"/>
                    <a:pt x="243" y="156"/>
                    <a:pt x="243" y="156"/>
                  </a:cubicBezTo>
                  <a:cubicBezTo>
                    <a:pt x="243" y="153"/>
                    <a:pt x="246" y="150"/>
                    <a:pt x="249" y="150"/>
                  </a:cubicBezTo>
                  <a:cubicBezTo>
                    <a:pt x="302" y="150"/>
                    <a:pt x="302" y="150"/>
                    <a:pt x="302" y="150"/>
                  </a:cubicBezTo>
                  <a:cubicBezTo>
                    <a:pt x="306" y="150"/>
                    <a:pt x="310" y="150"/>
                    <a:pt x="312" y="151"/>
                  </a:cubicBezTo>
                  <a:cubicBezTo>
                    <a:pt x="316" y="151"/>
                    <a:pt x="319" y="153"/>
                    <a:pt x="322" y="154"/>
                  </a:cubicBezTo>
                  <a:cubicBezTo>
                    <a:pt x="325" y="156"/>
                    <a:pt x="327" y="158"/>
                    <a:pt x="330" y="161"/>
                  </a:cubicBezTo>
                  <a:cubicBezTo>
                    <a:pt x="332" y="164"/>
                    <a:pt x="333" y="167"/>
                    <a:pt x="334" y="171"/>
                  </a:cubicBezTo>
                  <a:cubicBezTo>
                    <a:pt x="335" y="174"/>
                    <a:pt x="336" y="177"/>
                    <a:pt x="336" y="181"/>
                  </a:cubicBezTo>
                  <a:cubicBezTo>
                    <a:pt x="336" y="183"/>
                    <a:pt x="336" y="183"/>
                    <a:pt x="336" y="183"/>
                  </a:cubicBezTo>
                  <a:cubicBezTo>
                    <a:pt x="336" y="193"/>
                    <a:pt x="333" y="201"/>
                    <a:pt x="327" y="207"/>
                  </a:cubicBezTo>
                  <a:cubicBezTo>
                    <a:pt x="321" y="213"/>
                    <a:pt x="313" y="215"/>
                    <a:pt x="303" y="215"/>
                  </a:cubicBezTo>
                  <a:cubicBezTo>
                    <a:pt x="285" y="215"/>
                    <a:pt x="285" y="215"/>
                    <a:pt x="285" y="215"/>
                  </a:cubicBezTo>
                  <a:cubicBezTo>
                    <a:pt x="280" y="215"/>
                    <a:pt x="278" y="216"/>
                    <a:pt x="278" y="217"/>
                  </a:cubicBezTo>
                  <a:cubicBezTo>
                    <a:pt x="277" y="217"/>
                    <a:pt x="276" y="218"/>
                    <a:pt x="276" y="219"/>
                  </a:cubicBezTo>
                  <a:cubicBezTo>
                    <a:pt x="275" y="220"/>
                    <a:pt x="275" y="222"/>
                    <a:pt x="275" y="227"/>
                  </a:cubicBezTo>
                  <a:close/>
                  <a:moveTo>
                    <a:pt x="480" y="233"/>
                  </a:moveTo>
                  <a:cubicBezTo>
                    <a:pt x="478" y="238"/>
                    <a:pt x="476" y="242"/>
                    <a:pt x="473" y="245"/>
                  </a:cubicBezTo>
                  <a:cubicBezTo>
                    <a:pt x="469" y="248"/>
                    <a:pt x="465" y="251"/>
                    <a:pt x="461" y="252"/>
                  </a:cubicBezTo>
                  <a:cubicBezTo>
                    <a:pt x="456" y="253"/>
                    <a:pt x="452" y="254"/>
                    <a:pt x="447" y="254"/>
                  </a:cubicBezTo>
                  <a:cubicBezTo>
                    <a:pt x="400" y="254"/>
                    <a:pt x="400" y="254"/>
                    <a:pt x="400" y="254"/>
                  </a:cubicBezTo>
                  <a:cubicBezTo>
                    <a:pt x="397" y="254"/>
                    <a:pt x="395" y="252"/>
                    <a:pt x="395" y="249"/>
                  </a:cubicBezTo>
                  <a:cubicBezTo>
                    <a:pt x="395" y="233"/>
                    <a:pt x="395" y="233"/>
                    <a:pt x="395" y="233"/>
                  </a:cubicBezTo>
                  <a:cubicBezTo>
                    <a:pt x="395" y="230"/>
                    <a:pt x="397" y="227"/>
                    <a:pt x="400" y="227"/>
                  </a:cubicBezTo>
                  <a:cubicBezTo>
                    <a:pt x="438" y="227"/>
                    <a:pt x="438" y="227"/>
                    <a:pt x="438" y="227"/>
                  </a:cubicBezTo>
                  <a:cubicBezTo>
                    <a:pt x="442" y="227"/>
                    <a:pt x="445" y="227"/>
                    <a:pt x="447" y="226"/>
                  </a:cubicBezTo>
                  <a:cubicBezTo>
                    <a:pt x="448" y="225"/>
                    <a:pt x="448" y="224"/>
                    <a:pt x="448" y="221"/>
                  </a:cubicBezTo>
                  <a:cubicBezTo>
                    <a:pt x="448" y="218"/>
                    <a:pt x="447" y="217"/>
                    <a:pt x="446" y="217"/>
                  </a:cubicBezTo>
                  <a:cubicBezTo>
                    <a:pt x="444" y="216"/>
                    <a:pt x="442" y="215"/>
                    <a:pt x="438" y="215"/>
                  </a:cubicBezTo>
                  <a:cubicBezTo>
                    <a:pt x="407" y="215"/>
                    <a:pt x="407" y="215"/>
                    <a:pt x="407" y="215"/>
                  </a:cubicBezTo>
                  <a:cubicBezTo>
                    <a:pt x="404" y="215"/>
                    <a:pt x="402" y="213"/>
                    <a:pt x="402" y="210"/>
                  </a:cubicBezTo>
                  <a:cubicBezTo>
                    <a:pt x="402" y="194"/>
                    <a:pt x="402" y="194"/>
                    <a:pt x="402" y="194"/>
                  </a:cubicBezTo>
                  <a:cubicBezTo>
                    <a:pt x="402" y="191"/>
                    <a:pt x="404" y="189"/>
                    <a:pt x="407" y="189"/>
                  </a:cubicBezTo>
                  <a:cubicBezTo>
                    <a:pt x="438" y="189"/>
                    <a:pt x="438" y="189"/>
                    <a:pt x="438" y="189"/>
                  </a:cubicBezTo>
                  <a:cubicBezTo>
                    <a:pt x="441" y="189"/>
                    <a:pt x="444" y="188"/>
                    <a:pt x="446" y="187"/>
                  </a:cubicBezTo>
                  <a:cubicBezTo>
                    <a:pt x="446" y="187"/>
                    <a:pt x="448" y="186"/>
                    <a:pt x="448" y="183"/>
                  </a:cubicBezTo>
                  <a:cubicBezTo>
                    <a:pt x="448" y="179"/>
                    <a:pt x="446" y="179"/>
                    <a:pt x="446" y="179"/>
                  </a:cubicBezTo>
                  <a:cubicBezTo>
                    <a:pt x="444" y="177"/>
                    <a:pt x="441" y="177"/>
                    <a:pt x="438" y="177"/>
                  </a:cubicBezTo>
                  <a:cubicBezTo>
                    <a:pt x="400" y="177"/>
                    <a:pt x="400" y="177"/>
                    <a:pt x="400" y="177"/>
                  </a:cubicBezTo>
                  <a:cubicBezTo>
                    <a:pt x="397" y="177"/>
                    <a:pt x="395" y="174"/>
                    <a:pt x="395" y="172"/>
                  </a:cubicBezTo>
                  <a:cubicBezTo>
                    <a:pt x="395" y="156"/>
                    <a:pt x="395" y="156"/>
                    <a:pt x="395" y="156"/>
                  </a:cubicBezTo>
                  <a:cubicBezTo>
                    <a:pt x="395" y="153"/>
                    <a:pt x="397" y="150"/>
                    <a:pt x="400" y="150"/>
                  </a:cubicBezTo>
                  <a:cubicBezTo>
                    <a:pt x="445" y="150"/>
                    <a:pt x="445" y="150"/>
                    <a:pt x="445" y="150"/>
                  </a:cubicBezTo>
                  <a:cubicBezTo>
                    <a:pt x="450" y="150"/>
                    <a:pt x="455" y="151"/>
                    <a:pt x="459" y="152"/>
                  </a:cubicBezTo>
                  <a:cubicBezTo>
                    <a:pt x="464" y="153"/>
                    <a:pt x="468" y="155"/>
                    <a:pt x="471" y="158"/>
                  </a:cubicBezTo>
                  <a:cubicBezTo>
                    <a:pt x="475" y="161"/>
                    <a:pt x="478" y="165"/>
                    <a:pt x="479" y="171"/>
                  </a:cubicBezTo>
                  <a:cubicBezTo>
                    <a:pt x="480" y="174"/>
                    <a:pt x="481" y="177"/>
                    <a:pt x="481" y="181"/>
                  </a:cubicBezTo>
                  <a:cubicBezTo>
                    <a:pt x="481" y="186"/>
                    <a:pt x="480" y="191"/>
                    <a:pt x="477" y="195"/>
                  </a:cubicBezTo>
                  <a:cubicBezTo>
                    <a:pt x="475" y="197"/>
                    <a:pt x="474" y="199"/>
                    <a:pt x="471" y="202"/>
                  </a:cubicBezTo>
                  <a:cubicBezTo>
                    <a:pt x="472" y="202"/>
                    <a:pt x="473" y="203"/>
                    <a:pt x="474" y="204"/>
                  </a:cubicBezTo>
                  <a:cubicBezTo>
                    <a:pt x="477" y="207"/>
                    <a:pt x="479" y="210"/>
                    <a:pt x="480" y="214"/>
                  </a:cubicBezTo>
                  <a:cubicBezTo>
                    <a:pt x="481" y="217"/>
                    <a:pt x="481" y="220"/>
                    <a:pt x="481" y="224"/>
                  </a:cubicBezTo>
                  <a:cubicBezTo>
                    <a:pt x="481" y="227"/>
                    <a:pt x="481" y="230"/>
                    <a:pt x="480" y="233"/>
                  </a:cubicBezTo>
                  <a:close/>
                  <a:moveTo>
                    <a:pt x="1010" y="779"/>
                  </a:moveTo>
                  <a:cubicBezTo>
                    <a:pt x="891" y="779"/>
                    <a:pt x="891" y="779"/>
                    <a:pt x="891" y="779"/>
                  </a:cubicBezTo>
                  <a:cubicBezTo>
                    <a:pt x="891" y="750"/>
                    <a:pt x="891" y="750"/>
                    <a:pt x="891" y="750"/>
                  </a:cubicBezTo>
                  <a:cubicBezTo>
                    <a:pt x="1010" y="750"/>
                    <a:pt x="1010" y="750"/>
                    <a:pt x="1010" y="750"/>
                  </a:cubicBezTo>
                  <a:lnTo>
                    <a:pt x="1010" y="779"/>
                  </a:lnTo>
                  <a:close/>
                  <a:moveTo>
                    <a:pt x="1206" y="771"/>
                  </a:moveTo>
                  <a:cubicBezTo>
                    <a:pt x="1206" y="776"/>
                    <a:pt x="1202" y="779"/>
                    <a:pt x="1198" y="779"/>
                  </a:cubicBezTo>
                  <a:cubicBezTo>
                    <a:pt x="1090" y="779"/>
                    <a:pt x="1090" y="779"/>
                    <a:pt x="1090" y="779"/>
                  </a:cubicBezTo>
                  <a:cubicBezTo>
                    <a:pt x="1086" y="779"/>
                    <a:pt x="1083" y="776"/>
                    <a:pt x="1083" y="771"/>
                  </a:cubicBezTo>
                  <a:cubicBezTo>
                    <a:pt x="1083" y="722"/>
                    <a:pt x="1083" y="722"/>
                    <a:pt x="1083" y="722"/>
                  </a:cubicBezTo>
                  <a:cubicBezTo>
                    <a:pt x="1083" y="718"/>
                    <a:pt x="1086" y="714"/>
                    <a:pt x="1090" y="714"/>
                  </a:cubicBezTo>
                  <a:cubicBezTo>
                    <a:pt x="1198" y="714"/>
                    <a:pt x="1198" y="714"/>
                    <a:pt x="1198" y="714"/>
                  </a:cubicBezTo>
                  <a:cubicBezTo>
                    <a:pt x="1202" y="714"/>
                    <a:pt x="1206" y="718"/>
                    <a:pt x="1206" y="722"/>
                  </a:cubicBezTo>
                  <a:lnTo>
                    <a:pt x="1206" y="7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4135034782"/>
      </p:ext>
    </p:extLst>
  </p:cSld>
  <p:clrMapOvr>
    <a:masterClrMapping/>
  </p:clrMapOvr>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987391" y="1966913"/>
            <a:ext cx="4483100" cy="1373188"/>
            <a:chOff x="1752600" y="1966913"/>
            <a:chExt cx="4483100" cy="1373188"/>
          </a:xfrm>
          <a:solidFill>
            <a:schemeClr val="tx1">
              <a:lumMod val="65000"/>
              <a:lumOff val="35000"/>
            </a:schemeClr>
          </a:solidFill>
        </p:grpSpPr>
        <p:sp>
          <p:nvSpPr>
            <p:cNvPr id="3" name="Rectangle 5"/>
            <p:cNvSpPr>
              <a:spLocks noChangeArrowheads="1"/>
            </p:cNvSpPr>
            <p:nvPr/>
          </p:nvSpPr>
          <p:spPr bwMode="auto">
            <a:xfrm>
              <a:off x="6103938" y="2073276"/>
              <a:ext cx="42863" cy="900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Rectangle 6"/>
            <p:cNvSpPr>
              <a:spLocks noChangeArrowheads="1"/>
            </p:cNvSpPr>
            <p:nvPr/>
          </p:nvSpPr>
          <p:spPr bwMode="auto">
            <a:xfrm>
              <a:off x="6159500" y="1966913"/>
              <a:ext cx="76200" cy="13731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 name="Freeform 7"/>
            <p:cNvSpPr>
              <a:spLocks/>
            </p:cNvSpPr>
            <p:nvPr/>
          </p:nvSpPr>
          <p:spPr bwMode="auto">
            <a:xfrm>
              <a:off x="4594225" y="2854326"/>
              <a:ext cx="490538" cy="30163"/>
            </a:xfrm>
            <a:custGeom>
              <a:avLst/>
              <a:gdLst>
                <a:gd name="T0" fmla="*/ 115 w 115"/>
                <a:gd name="T1" fmla="*/ 4 h 7"/>
                <a:gd name="T2" fmla="*/ 112 w 115"/>
                <a:gd name="T3" fmla="*/ 7 h 7"/>
                <a:gd name="T4" fmla="*/ 3 w 115"/>
                <a:gd name="T5" fmla="*/ 7 h 7"/>
                <a:gd name="T6" fmla="*/ 0 w 115"/>
                <a:gd name="T7" fmla="*/ 4 h 7"/>
                <a:gd name="T8" fmla="*/ 0 w 115"/>
                <a:gd name="T9" fmla="*/ 4 h 7"/>
                <a:gd name="T10" fmla="*/ 3 w 115"/>
                <a:gd name="T11" fmla="*/ 0 h 7"/>
                <a:gd name="T12" fmla="*/ 112 w 115"/>
                <a:gd name="T13" fmla="*/ 0 h 7"/>
                <a:gd name="T14" fmla="*/ 115 w 115"/>
                <a:gd name="T15" fmla="*/ 4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5" h="7">
                  <a:moveTo>
                    <a:pt x="115" y="4"/>
                  </a:moveTo>
                  <a:cubicBezTo>
                    <a:pt x="115" y="5"/>
                    <a:pt x="115" y="7"/>
                    <a:pt x="112" y="7"/>
                  </a:cubicBezTo>
                  <a:cubicBezTo>
                    <a:pt x="3" y="7"/>
                    <a:pt x="3" y="7"/>
                    <a:pt x="3" y="7"/>
                  </a:cubicBezTo>
                  <a:cubicBezTo>
                    <a:pt x="0" y="7"/>
                    <a:pt x="0" y="5"/>
                    <a:pt x="0" y="4"/>
                  </a:cubicBezTo>
                  <a:cubicBezTo>
                    <a:pt x="0" y="4"/>
                    <a:pt x="0" y="4"/>
                    <a:pt x="0" y="4"/>
                  </a:cubicBezTo>
                  <a:cubicBezTo>
                    <a:pt x="0" y="2"/>
                    <a:pt x="0" y="0"/>
                    <a:pt x="3" y="0"/>
                  </a:cubicBezTo>
                  <a:cubicBezTo>
                    <a:pt x="112" y="0"/>
                    <a:pt x="112" y="0"/>
                    <a:pt x="112" y="0"/>
                  </a:cubicBezTo>
                  <a:cubicBezTo>
                    <a:pt x="115" y="0"/>
                    <a:pt x="115" y="2"/>
                    <a:pt x="115"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Rectangle 8"/>
            <p:cNvSpPr>
              <a:spLocks noChangeArrowheads="1"/>
            </p:cNvSpPr>
            <p:nvPr/>
          </p:nvSpPr>
          <p:spPr bwMode="auto">
            <a:xfrm>
              <a:off x="4624388" y="2905126"/>
              <a:ext cx="434975" cy="392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Rectangle 9"/>
            <p:cNvSpPr>
              <a:spLocks noChangeArrowheads="1"/>
            </p:cNvSpPr>
            <p:nvPr/>
          </p:nvSpPr>
          <p:spPr bwMode="auto">
            <a:xfrm>
              <a:off x="4640263" y="3311526"/>
              <a:ext cx="30163" cy="285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Rectangle 10"/>
            <p:cNvSpPr>
              <a:spLocks noChangeArrowheads="1"/>
            </p:cNvSpPr>
            <p:nvPr/>
          </p:nvSpPr>
          <p:spPr bwMode="auto">
            <a:xfrm>
              <a:off x="5011738" y="3311526"/>
              <a:ext cx="30163" cy="285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11"/>
            <p:cNvSpPr>
              <a:spLocks/>
            </p:cNvSpPr>
            <p:nvPr/>
          </p:nvSpPr>
          <p:spPr bwMode="auto">
            <a:xfrm>
              <a:off x="5102225" y="2725738"/>
              <a:ext cx="246063" cy="614363"/>
            </a:xfrm>
            <a:custGeom>
              <a:avLst/>
              <a:gdLst>
                <a:gd name="T0" fmla="*/ 55 w 58"/>
                <a:gd name="T1" fmla="*/ 0 h 144"/>
                <a:gd name="T2" fmla="*/ 50 w 58"/>
                <a:gd name="T3" fmla="*/ 3 h 144"/>
                <a:gd name="T4" fmla="*/ 50 w 58"/>
                <a:gd name="T5" fmla="*/ 91 h 144"/>
                <a:gd name="T6" fmla="*/ 5 w 58"/>
                <a:gd name="T7" fmla="*/ 91 h 144"/>
                <a:gd name="T8" fmla="*/ 5 w 58"/>
                <a:gd name="T9" fmla="*/ 91 h 144"/>
                <a:gd name="T10" fmla="*/ 5 w 58"/>
                <a:gd name="T11" fmla="*/ 91 h 144"/>
                <a:gd name="T12" fmla="*/ 0 w 58"/>
                <a:gd name="T13" fmla="*/ 95 h 144"/>
                <a:gd name="T14" fmla="*/ 0 w 58"/>
                <a:gd name="T15" fmla="*/ 140 h 144"/>
                <a:gd name="T16" fmla="*/ 5 w 58"/>
                <a:gd name="T17" fmla="*/ 144 h 144"/>
                <a:gd name="T18" fmla="*/ 8 w 58"/>
                <a:gd name="T19" fmla="*/ 140 h 144"/>
                <a:gd name="T20" fmla="*/ 8 w 58"/>
                <a:gd name="T21" fmla="*/ 100 h 144"/>
                <a:gd name="T22" fmla="*/ 50 w 58"/>
                <a:gd name="T23" fmla="*/ 100 h 144"/>
                <a:gd name="T24" fmla="*/ 50 w 58"/>
                <a:gd name="T25" fmla="*/ 140 h 144"/>
                <a:gd name="T26" fmla="*/ 55 w 58"/>
                <a:gd name="T27" fmla="*/ 144 h 144"/>
                <a:gd name="T28" fmla="*/ 58 w 58"/>
                <a:gd name="T29" fmla="*/ 140 h 144"/>
                <a:gd name="T30" fmla="*/ 58 w 58"/>
                <a:gd name="T31" fmla="*/ 3 h 144"/>
                <a:gd name="T32" fmla="*/ 55 w 58"/>
                <a:gd name="T33"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144">
                  <a:moveTo>
                    <a:pt x="55" y="0"/>
                  </a:moveTo>
                  <a:cubicBezTo>
                    <a:pt x="52" y="0"/>
                    <a:pt x="50" y="1"/>
                    <a:pt x="50" y="3"/>
                  </a:cubicBezTo>
                  <a:cubicBezTo>
                    <a:pt x="50" y="91"/>
                    <a:pt x="50" y="91"/>
                    <a:pt x="50" y="91"/>
                  </a:cubicBezTo>
                  <a:cubicBezTo>
                    <a:pt x="5" y="91"/>
                    <a:pt x="5" y="91"/>
                    <a:pt x="5" y="91"/>
                  </a:cubicBezTo>
                  <a:cubicBezTo>
                    <a:pt x="5" y="91"/>
                    <a:pt x="5" y="91"/>
                    <a:pt x="5" y="91"/>
                  </a:cubicBezTo>
                  <a:cubicBezTo>
                    <a:pt x="5" y="91"/>
                    <a:pt x="5" y="91"/>
                    <a:pt x="5" y="91"/>
                  </a:cubicBezTo>
                  <a:cubicBezTo>
                    <a:pt x="2" y="91"/>
                    <a:pt x="0" y="93"/>
                    <a:pt x="0" y="95"/>
                  </a:cubicBezTo>
                  <a:cubicBezTo>
                    <a:pt x="0" y="140"/>
                    <a:pt x="0" y="140"/>
                    <a:pt x="0" y="140"/>
                  </a:cubicBezTo>
                  <a:cubicBezTo>
                    <a:pt x="0" y="142"/>
                    <a:pt x="2" y="144"/>
                    <a:pt x="5" y="144"/>
                  </a:cubicBezTo>
                  <a:cubicBezTo>
                    <a:pt x="7" y="144"/>
                    <a:pt x="8" y="142"/>
                    <a:pt x="8" y="140"/>
                  </a:cubicBezTo>
                  <a:cubicBezTo>
                    <a:pt x="8" y="100"/>
                    <a:pt x="8" y="100"/>
                    <a:pt x="8" y="100"/>
                  </a:cubicBezTo>
                  <a:cubicBezTo>
                    <a:pt x="50" y="100"/>
                    <a:pt x="50" y="100"/>
                    <a:pt x="50" y="100"/>
                  </a:cubicBezTo>
                  <a:cubicBezTo>
                    <a:pt x="50" y="140"/>
                    <a:pt x="50" y="140"/>
                    <a:pt x="50" y="140"/>
                  </a:cubicBezTo>
                  <a:cubicBezTo>
                    <a:pt x="50" y="142"/>
                    <a:pt x="52" y="144"/>
                    <a:pt x="55" y="144"/>
                  </a:cubicBezTo>
                  <a:cubicBezTo>
                    <a:pt x="55" y="144"/>
                    <a:pt x="58" y="142"/>
                    <a:pt x="58" y="140"/>
                  </a:cubicBezTo>
                  <a:cubicBezTo>
                    <a:pt x="58" y="3"/>
                    <a:pt x="58" y="3"/>
                    <a:pt x="58" y="3"/>
                  </a:cubicBezTo>
                  <a:cubicBezTo>
                    <a:pt x="58" y="1"/>
                    <a:pt x="55" y="0"/>
                    <a:pt x="5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Oval 12"/>
            <p:cNvSpPr>
              <a:spLocks noChangeArrowheads="1"/>
            </p:cNvSpPr>
            <p:nvPr/>
          </p:nvSpPr>
          <p:spPr bwMode="auto">
            <a:xfrm>
              <a:off x="2627313" y="2379663"/>
              <a:ext cx="200025" cy="1968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3"/>
            <p:cNvSpPr>
              <a:spLocks/>
            </p:cNvSpPr>
            <p:nvPr/>
          </p:nvSpPr>
          <p:spPr bwMode="auto">
            <a:xfrm>
              <a:off x="2682875" y="2652713"/>
              <a:ext cx="384175" cy="244475"/>
            </a:xfrm>
            <a:custGeom>
              <a:avLst/>
              <a:gdLst>
                <a:gd name="T0" fmla="*/ 81 w 90"/>
                <a:gd name="T1" fmla="*/ 38 h 57"/>
                <a:gd name="T2" fmla="*/ 48 w 90"/>
                <a:gd name="T3" fmla="*/ 38 h 57"/>
                <a:gd name="T4" fmla="*/ 18 w 90"/>
                <a:gd name="T5" fmla="*/ 4 h 57"/>
                <a:gd name="T6" fmla="*/ 4 w 90"/>
                <a:gd name="T7" fmla="*/ 3 h 57"/>
                <a:gd name="T8" fmla="*/ 3 w 90"/>
                <a:gd name="T9" fmla="*/ 17 h 57"/>
                <a:gd name="T10" fmla="*/ 36 w 90"/>
                <a:gd name="T11" fmla="*/ 54 h 57"/>
                <a:gd name="T12" fmla="*/ 43 w 90"/>
                <a:gd name="T13" fmla="*/ 57 h 57"/>
                <a:gd name="T14" fmla="*/ 43 w 90"/>
                <a:gd name="T15" fmla="*/ 57 h 57"/>
                <a:gd name="T16" fmla="*/ 81 w 90"/>
                <a:gd name="T17" fmla="*/ 57 h 57"/>
                <a:gd name="T18" fmla="*/ 90 w 90"/>
                <a:gd name="T19" fmla="*/ 48 h 57"/>
                <a:gd name="T20" fmla="*/ 81 w 90"/>
                <a:gd name="T21" fmla="*/ 38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 h="57">
                  <a:moveTo>
                    <a:pt x="81" y="38"/>
                  </a:moveTo>
                  <a:cubicBezTo>
                    <a:pt x="48" y="38"/>
                    <a:pt x="48" y="38"/>
                    <a:pt x="48" y="38"/>
                  </a:cubicBezTo>
                  <a:cubicBezTo>
                    <a:pt x="18" y="4"/>
                    <a:pt x="18" y="4"/>
                    <a:pt x="18" y="4"/>
                  </a:cubicBezTo>
                  <a:cubicBezTo>
                    <a:pt x="15" y="0"/>
                    <a:pt x="9" y="0"/>
                    <a:pt x="4" y="3"/>
                  </a:cubicBezTo>
                  <a:cubicBezTo>
                    <a:pt x="0" y="7"/>
                    <a:pt x="0" y="14"/>
                    <a:pt x="3" y="17"/>
                  </a:cubicBezTo>
                  <a:cubicBezTo>
                    <a:pt x="36" y="54"/>
                    <a:pt x="36" y="54"/>
                    <a:pt x="36" y="54"/>
                  </a:cubicBezTo>
                  <a:cubicBezTo>
                    <a:pt x="37" y="56"/>
                    <a:pt x="40" y="57"/>
                    <a:pt x="43" y="57"/>
                  </a:cubicBezTo>
                  <a:cubicBezTo>
                    <a:pt x="43" y="57"/>
                    <a:pt x="43" y="57"/>
                    <a:pt x="43" y="57"/>
                  </a:cubicBezTo>
                  <a:cubicBezTo>
                    <a:pt x="81" y="57"/>
                    <a:pt x="81" y="57"/>
                    <a:pt x="81" y="57"/>
                  </a:cubicBezTo>
                  <a:cubicBezTo>
                    <a:pt x="87" y="57"/>
                    <a:pt x="90" y="52"/>
                    <a:pt x="90" y="48"/>
                  </a:cubicBezTo>
                  <a:cubicBezTo>
                    <a:pt x="90" y="42"/>
                    <a:pt x="87" y="38"/>
                    <a:pt x="81"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14"/>
            <p:cNvSpPr>
              <a:spLocks/>
            </p:cNvSpPr>
            <p:nvPr/>
          </p:nvSpPr>
          <p:spPr bwMode="auto">
            <a:xfrm>
              <a:off x="2589213" y="3132138"/>
              <a:ext cx="33338" cy="207963"/>
            </a:xfrm>
            <a:custGeom>
              <a:avLst/>
              <a:gdLst>
                <a:gd name="T0" fmla="*/ 0 w 8"/>
                <a:gd name="T1" fmla="*/ 0 h 49"/>
                <a:gd name="T2" fmla="*/ 0 w 8"/>
                <a:gd name="T3" fmla="*/ 45 h 49"/>
                <a:gd name="T4" fmla="*/ 3 w 8"/>
                <a:gd name="T5" fmla="*/ 49 h 49"/>
                <a:gd name="T6" fmla="*/ 8 w 8"/>
                <a:gd name="T7" fmla="*/ 45 h 49"/>
                <a:gd name="T8" fmla="*/ 8 w 8"/>
                <a:gd name="T9" fmla="*/ 5 h 49"/>
                <a:gd name="T10" fmla="*/ 3 w 8"/>
                <a:gd name="T11" fmla="*/ 5 h 49"/>
                <a:gd name="T12" fmla="*/ 0 w 8"/>
                <a:gd name="T13" fmla="*/ 0 h 49"/>
              </a:gdLst>
              <a:ahLst/>
              <a:cxnLst>
                <a:cxn ang="0">
                  <a:pos x="T0" y="T1"/>
                </a:cxn>
                <a:cxn ang="0">
                  <a:pos x="T2" y="T3"/>
                </a:cxn>
                <a:cxn ang="0">
                  <a:pos x="T4" y="T5"/>
                </a:cxn>
                <a:cxn ang="0">
                  <a:pos x="T6" y="T7"/>
                </a:cxn>
                <a:cxn ang="0">
                  <a:pos x="T8" y="T9"/>
                </a:cxn>
                <a:cxn ang="0">
                  <a:pos x="T10" y="T11"/>
                </a:cxn>
                <a:cxn ang="0">
                  <a:pos x="T12" y="T13"/>
                </a:cxn>
              </a:cxnLst>
              <a:rect l="0" t="0" r="r" b="b"/>
              <a:pathLst>
                <a:path w="8" h="49">
                  <a:moveTo>
                    <a:pt x="0" y="0"/>
                  </a:moveTo>
                  <a:cubicBezTo>
                    <a:pt x="0" y="45"/>
                    <a:pt x="0" y="45"/>
                    <a:pt x="0" y="45"/>
                  </a:cubicBezTo>
                  <a:cubicBezTo>
                    <a:pt x="0" y="47"/>
                    <a:pt x="2" y="49"/>
                    <a:pt x="3" y="49"/>
                  </a:cubicBezTo>
                  <a:cubicBezTo>
                    <a:pt x="6" y="49"/>
                    <a:pt x="8" y="47"/>
                    <a:pt x="8" y="45"/>
                  </a:cubicBezTo>
                  <a:cubicBezTo>
                    <a:pt x="8" y="5"/>
                    <a:pt x="8" y="5"/>
                    <a:pt x="8" y="5"/>
                  </a:cubicBezTo>
                  <a:cubicBezTo>
                    <a:pt x="3" y="5"/>
                    <a:pt x="3" y="5"/>
                    <a:pt x="3" y="5"/>
                  </a:cubicBezTo>
                  <a:cubicBezTo>
                    <a:pt x="2" y="5"/>
                    <a:pt x="0"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5"/>
            <p:cNvSpPr>
              <a:spLocks/>
            </p:cNvSpPr>
            <p:nvPr/>
          </p:nvSpPr>
          <p:spPr bwMode="auto">
            <a:xfrm>
              <a:off x="2589213" y="2725738"/>
              <a:ext cx="33338" cy="406400"/>
            </a:xfrm>
            <a:custGeom>
              <a:avLst/>
              <a:gdLst>
                <a:gd name="T0" fmla="*/ 3 w 8"/>
                <a:gd name="T1" fmla="*/ 91 h 95"/>
                <a:gd name="T2" fmla="*/ 8 w 8"/>
                <a:gd name="T3" fmla="*/ 91 h 95"/>
                <a:gd name="T4" fmla="*/ 8 w 8"/>
                <a:gd name="T5" fmla="*/ 3 h 95"/>
                <a:gd name="T6" fmla="*/ 3 w 8"/>
                <a:gd name="T7" fmla="*/ 0 h 95"/>
                <a:gd name="T8" fmla="*/ 0 w 8"/>
                <a:gd name="T9" fmla="*/ 3 h 95"/>
                <a:gd name="T10" fmla="*/ 0 w 8"/>
                <a:gd name="T11" fmla="*/ 95 h 95"/>
                <a:gd name="T12" fmla="*/ 3 w 8"/>
                <a:gd name="T13" fmla="*/ 91 h 95"/>
              </a:gdLst>
              <a:ahLst/>
              <a:cxnLst>
                <a:cxn ang="0">
                  <a:pos x="T0" y="T1"/>
                </a:cxn>
                <a:cxn ang="0">
                  <a:pos x="T2" y="T3"/>
                </a:cxn>
                <a:cxn ang="0">
                  <a:pos x="T4" y="T5"/>
                </a:cxn>
                <a:cxn ang="0">
                  <a:pos x="T6" y="T7"/>
                </a:cxn>
                <a:cxn ang="0">
                  <a:pos x="T8" y="T9"/>
                </a:cxn>
                <a:cxn ang="0">
                  <a:pos x="T10" y="T11"/>
                </a:cxn>
                <a:cxn ang="0">
                  <a:pos x="T12" y="T13"/>
                </a:cxn>
              </a:cxnLst>
              <a:rect l="0" t="0" r="r" b="b"/>
              <a:pathLst>
                <a:path w="8" h="95">
                  <a:moveTo>
                    <a:pt x="3" y="91"/>
                  </a:moveTo>
                  <a:cubicBezTo>
                    <a:pt x="8" y="91"/>
                    <a:pt x="8" y="91"/>
                    <a:pt x="8" y="91"/>
                  </a:cubicBezTo>
                  <a:cubicBezTo>
                    <a:pt x="8" y="3"/>
                    <a:pt x="8" y="3"/>
                    <a:pt x="8" y="3"/>
                  </a:cubicBezTo>
                  <a:cubicBezTo>
                    <a:pt x="8" y="1"/>
                    <a:pt x="6" y="0"/>
                    <a:pt x="3" y="0"/>
                  </a:cubicBezTo>
                  <a:cubicBezTo>
                    <a:pt x="2" y="0"/>
                    <a:pt x="0" y="1"/>
                    <a:pt x="0" y="3"/>
                  </a:cubicBezTo>
                  <a:cubicBezTo>
                    <a:pt x="0" y="95"/>
                    <a:pt x="0" y="95"/>
                    <a:pt x="0" y="95"/>
                  </a:cubicBezTo>
                  <a:cubicBezTo>
                    <a:pt x="0" y="94"/>
                    <a:pt x="2" y="91"/>
                    <a:pt x="3" y="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6"/>
            <p:cNvSpPr>
              <a:spLocks/>
            </p:cNvSpPr>
            <p:nvPr/>
          </p:nvSpPr>
          <p:spPr bwMode="auto">
            <a:xfrm>
              <a:off x="2589213" y="3114676"/>
              <a:ext cx="225425" cy="38100"/>
            </a:xfrm>
            <a:custGeom>
              <a:avLst/>
              <a:gdLst>
                <a:gd name="T0" fmla="*/ 53 w 53"/>
                <a:gd name="T1" fmla="*/ 0 h 9"/>
                <a:gd name="T2" fmla="*/ 53 w 53"/>
                <a:gd name="T3" fmla="*/ 0 h 9"/>
                <a:gd name="T4" fmla="*/ 8 w 53"/>
                <a:gd name="T5" fmla="*/ 0 h 9"/>
                <a:gd name="T6" fmla="*/ 3 w 53"/>
                <a:gd name="T7" fmla="*/ 0 h 9"/>
                <a:gd name="T8" fmla="*/ 0 w 53"/>
                <a:gd name="T9" fmla="*/ 4 h 9"/>
                <a:gd name="T10" fmla="*/ 3 w 53"/>
                <a:gd name="T11" fmla="*/ 9 h 9"/>
                <a:gd name="T12" fmla="*/ 8 w 53"/>
                <a:gd name="T13" fmla="*/ 9 h 9"/>
                <a:gd name="T14" fmla="*/ 50 w 53"/>
                <a:gd name="T15" fmla="*/ 9 h 9"/>
                <a:gd name="T16" fmla="*/ 50 w 53"/>
                <a:gd name="T17" fmla="*/ 4 h 9"/>
                <a:gd name="T18" fmla="*/ 53 w 53"/>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9">
                  <a:moveTo>
                    <a:pt x="53" y="0"/>
                  </a:moveTo>
                  <a:cubicBezTo>
                    <a:pt x="53" y="0"/>
                    <a:pt x="53" y="0"/>
                    <a:pt x="53" y="0"/>
                  </a:cubicBezTo>
                  <a:cubicBezTo>
                    <a:pt x="8" y="0"/>
                    <a:pt x="8" y="0"/>
                    <a:pt x="8" y="0"/>
                  </a:cubicBezTo>
                  <a:cubicBezTo>
                    <a:pt x="3" y="0"/>
                    <a:pt x="3" y="0"/>
                    <a:pt x="3" y="0"/>
                  </a:cubicBezTo>
                  <a:cubicBezTo>
                    <a:pt x="2" y="0"/>
                    <a:pt x="0" y="3"/>
                    <a:pt x="0" y="4"/>
                  </a:cubicBezTo>
                  <a:cubicBezTo>
                    <a:pt x="0" y="7"/>
                    <a:pt x="2" y="9"/>
                    <a:pt x="3" y="9"/>
                  </a:cubicBezTo>
                  <a:cubicBezTo>
                    <a:pt x="8" y="9"/>
                    <a:pt x="8" y="9"/>
                    <a:pt x="8" y="9"/>
                  </a:cubicBezTo>
                  <a:cubicBezTo>
                    <a:pt x="50" y="9"/>
                    <a:pt x="50" y="9"/>
                    <a:pt x="50" y="9"/>
                  </a:cubicBezTo>
                  <a:cubicBezTo>
                    <a:pt x="50" y="4"/>
                    <a:pt x="50" y="4"/>
                    <a:pt x="50" y="4"/>
                  </a:cubicBezTo>
                  <a:cubicBezTo>
                    <a:pt x="50" y="3"/>
                    <a:pt x="50" y="1"/>
                    <a:pt x="5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7"/>
            <p:cNvSpPr>
              <a:spLocks/>
            </p:cNvSpPr>
            <p:nvPr/>
          </p:nvSpPr>
          <p:spPr bwMode="auto">
            <a:xfrm>
              <a:off x="2801938" y="3114676"/>
              <a:ext cx="25400" cy="225425"/>
            </a:xfrm>
            <a:custGeom>
              <a:avLst/>
              <a:gdLst>
                <a:gd name="T0" fmla="*/ 3 w 6"/>
                <a:gd name="T1" fmla="*/ 0 h 53"/>
                <a:gd name="T2" fmla="*/ 3 w 6"/>
                <a:gd name="T3" fmla="*/ 0 h 53"/>
                <a:gd name="T4" fmla="*/ 0 w 6"/>
                <a:gd name="T5" fmla="*/ 4 h 53"/>
                <a:gd name="T6" fmla="*/ 0 w 6"/>
                <a:gd name="T7" fmla="*/ 9 h 53"/>
                <a:gd name="T8" fmla="*/ 0 w 6"/>
                <a:gd name="T9" fmla="*/ 49 h 53"/>
                <a:gd name="T10" fmla="*/ 3 w 6"/>
                <a:gd name="T11" fmla="*/ 53 h 53"/>
                <a:gd name="T12" fmla="*/ 6 w 6"/>
                <a:gd name="T13" fmla="*/ 49 h 53"/>
                <a:gd name="T14" fmla="*/ 6 w 6"/>
                <a:gd name="T15" fmla="*/ 4 h 53"/>
                <a:gd name="T16" fmla="*/ 3 w 6"/>
                <a:gd name="T1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53">
                  <a:moveTo>
                    <a:pt x="3" y="0"/>
                  </a:moveTo>
                  <a:cubicBezTo>
                    <a:pt x="3" y="0"/>
                    <a:pt x="3" y="0"/>
                    <a:pt x="3" y="0"/>
                  </a:cubicBezTo>
                  <a:cubicBezTo>
                    <a:pt x="0" y="1"/>
                    <a:pt x="0" y="3"/>
                    <a:pt x="0" y="4"/>
                  </a:cubicBezTo>
                  <a:cubicBezTo>
                    <a:pt x="0" y="9"/>
                    <a:pt x="0" y="9"/>
                    <a:pt x="0" y="9"/>
                  </a:cubicBezTo>
                  <a:cubicBezTo>
                    <a:pt x="0" y="49"/>
                    <a:pt x="0" y="49"/>
                    <a:pt x="0" y="49"/>
                  </a:cubicBezTo>
                  <a:cubicBezTo>
                    <a:pt x="0" y="51"/>
                    <a:pt x="1" y="53"/>
                    <a:pt x="3" y="53"/>
                  </a:cubicBezTo>
                  <a:cubicBezTo>
                    <a:pt x="6" y="53"/>
                    <a:pt x="6" y="51"/>
                    <a:pt x="6" y="49"/>
                  </a:cubicBezTo>
                  <a:cubicBezTo>
                    <a:pt x="6" y="4"/>
                    <a:pt x="6" y="4"/>
                    <a:pt x="6" y="4"/>
                  </a:cubicBezTo>
                  <a:cubicBezTo>
                    <a:pt x="6" y="2"/>
                    <a:pt x="6"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8"/>
            <p:cNvSpPr>
              <a:spLocks/>
            </p:cNvSpPr>
            <p:nvPr/>
          </p:nvSpPr>
          <p:spPr bwMode="auto">
            <a:xfrm>
              <a:off x="2908300" y="2917826"/>
              <a:ext cx="444500" cy="422275"/>
            </a:xfrm>
            <a:custGeom>
              <a:avLst/>
              <a:gdLst>
                <a:gd name="T0" fmla="*/ 99 w 104"/>
                <a:gd name="T1" fmla="*/ 0 h 99"/>
                <a:gd name="T2" fmla="*/ 4 w 104"/>
                <a:gd name="T3" fmla="*/ 0 h 99"/>
                <a:gd name="T4" fmla="*/ 0 w 104"/>
                <a:gd name="T5" fmla="*/ 4 h 99"/>
                <a:gd name="T6" fmla="*/ 4 w 104"/>
                <a:gd name="T7" fmla="*/ 8 h 99"/>
                <a:gd name="T8" fmla="*/ 46 w 104"/>
                <a:gd name="T9" fmla="*/ 8 h 99"/>
                <a:gd name="T10" fmla="*/ 46 w 104"/>
                <a:gd name="T11" fmla="*/ 92 h 99"/>
                <a:gd name="T12" fmla="*/ 21 w 104"/>
                <a:gd name="T13" fmla="*/ 92 h 99"/>
                <a:gd name="T14" fmla="*/ 15 w 104"/>
                <a:gd name="T15" fmla="*/ 99 h 99"/>
                <a:gd name="T16" fmla="*/ 46 w 104"/>
                <a:gd name="T17" fmla="*/ 99 h 99"/>
                <a:gd name="T18" fmla="*/ 59 w 104"/>
                <a:gd name="T19" fmla="*/ 99 h 99"/>
                <a:gd name="T20" fmla="*/ 91 w 104"/>
                <a:gd name="T21" fmla="*/ 99 h 99"/>
                <a:gd name="T22" fmla="*/ 84 w 104"/>
                <a:gd name="T23" fmla="*/ 92 h 99"/>
                <a:gd name="T24" fmla="*/ 59 w 104"/>
                <a:gd name="T25" fmla="*/ 92 h 99"/>
                <a:gd name="T26" fmla="*/ 59 w 104"/>
                <a:gd name="T27" fmla="*/ 8 h 99"/>
                <a:gd name="T28" fmla="*/ 99 w 104"/>
                <a:gd name="T29" fmla="*/ 8 h 99"/>
                <a:gd name="T30" fmla="*/ 104 w 104"/>
                <a:gd name="T31" fmla="*/ 4 h 99"/>
                <a:gd name="T32" fmla="*/ 99 w 104"/>
                <a:gd name="T3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4" h="99">
                  <a:moveTo>
                    <a:pt x="99" y="0"/>
                  </a:moveTo>
                  <a:cubicBezTo>
                    <a:pt x="4" y="0"/>
                    <a:pt x="4" y="0"/>
                    <a:pt x="4" y="0"/>
                  </a:cubicBezTo>
                  <a:cubicBezTo>
                    <a:pt x="3" y="0"/>
                    <a:pt x="0" y="2"/>
                    <a:pt x="0" y="4"/>
                  </a:cubicBezTo>
                  <a:cubicBezTo>
                    <a:pt x="0" y="7"/>
                    <a:pt x="3" y="8"/>
                    <a:pt x="4" y="8"/>
                  </a:cubicBezTo>
                  <a:cubicBezTo>
                    <a:pt x="46" y="8"/>
                    <a:pt x="46" y="8"/>
                    <a:pt x="46" y="8"/>
                  </a:cubicBezTo>
                  <a:cubicBezTo>
                    <a:pt x="46" y="92"/>
                    <a:pt x="46" y="92"/>
                    <a:pt x="46" y="92"/>
                  </a:cubicBezTo>
                  <a:cubicBezTo>
                    <a:pt x="21" y="92"/>
                    <a:pt x="21" y="92"/>
                    <a:pt x="21" y="92"/>
                  </a:cubicBezTo>
                  <a:cubicBezTo>
                    <a:pt x="18" y="92"/>
                    <a:pt x="15" y="95"/>
                    <a:pt x="15" y="99"/>
                  </a:cubicBezTo>
                  <a:cubicBezTo>
                    <a:pt x="46" y="99"/>
                    <a:pt x="46" y="99"/>
                    <a:pt x="46" y="99"/>
                  </a:cubicBezTo>
                  <a:cubicBezTo>
                    <a:pt x="59" y="99"/>
                    <a:pt x="59" y="99"/>
                    <a:pt x="59" y="99"/>
                  </a:cubicBezTo>
                  <a:cubicBezTo>
                    <a:pt x="91" y="99"/>
                    <a:pt x="91" y="99"/>
                    <a:pt x="91" y="99"/>
                  </a:cubicBezTo>
                  <a:cubicBezTo>
                    <a:pt x="91" y="95"/>
                    <a:pt x="88" y="92"/>
                    <a:pt x="84" y="92"/>
                  </a:cubicBezTo>
                  <a:cubicBezTo>
                    <a:pt x="59" y="92"/>
                    <a:pt x="59" y="92"/>
                    <a:pt x="59" y="92"/>
                  </a:cubicBezTo>
                  <a:cubicBezTo>
                    <a:pt x="59" y="8"/>
                    <a:pt x="59" y="8"/>
                    <a:pt x="59" y="8"/>
                  </a:cubicBezTo>
                  <a:cubicBezTo>
                    <a:pt x="99" y="8"/>
                    <a:pt x="99" y="8"/>
                    <a:pt x="99" y="8"/>
                  </a:cubicBezTo>
                  <a:cubicBezTo>
                    <a:pt x="102" y="8"/>
                    <a:pt x="104" y="7"/>
                    <a:pt x="104" y="4"/>
                  </a:cubicBezTo>
                  <a:cubicBezTo>
                    <a:pt x="104" y="2"/>
                    <a:pt x="102" y="0"/>
                    <a:pt x="9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Rectangle 19"/>
            <p:cNvSpPr>
              <a:spLocks noChangeArrowheads="1"/>
            </p:cNvSpPr>
            <p:nvPr/>
          </p:nvSpPr>
          <p:spPr bwMode="auto">
            <a:xfrm>
              <a:off x="2981325" y="2905126"/>
              <a:ext cx="204788" cy="47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20"/>
            <p:cNvSpPr>
              <a:spLocks/>
            </p:cNvSpPr>
            <p:nvPr/>
          </p:nvSpPr>
          <p:spPr bwMode="auto">
            <a:xfrm>
              <a:off x="2960688" y="2776538"/>
              <a:ext cx="80963" cy="103188"/>
            </a:xfrm>
            <a:custGeom>
              <a:avLst/>
              <a:gdLst>
                <a:gd name="T0" fmla="*/ 19 w 19"/>
                <a:gd name="T1" fmla="*/ 20 h 24"/>
                <a:gd name="T2" fmla="*/ 17 w 19"/>
                <a:gd name="T3" fmla="*/ 23 h 24"/>
                <a:gd name="T4" fmla="*/ 17 w 19"/>
                <a:gd name="T5" fmla="*/ 23 h 24"/>
                <a:gd name="T6" fmla="*/ 14 w 19"/>
                <a:gd name="T7" fmla="*/ 23 h 24"/>
                <a:gd name="T8" fmla="*/ 0 w 19"/>
                <a:gd name="T9" fmla="*/ 4 h 24"/>
                <a:gd name="T10" fmla="*/ 0 w 19"/>
                <a:gd name="T11" fmla="*/ 1 h 24"/>
                <a:gd name="T12" fmla="*/ 0 w 19"/>
                <a:gd name="T13" fmla="*/ 1 h 24"/>
                <a:gd name="T14" fmla="*/ 3 w 19"/>
                <a:gd name="T15" fmla="*/ 0 h 24"/>
                <a:gd name="T16" fmla="*/ 19 w 19"/>
                <a:gd name="T17" fmla="*/ 2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24">
                  <a:moveTo>
                    <a:pt x="19" y="20"/>
                  </a:moveTo>
                  <a:cubicBezTo>
                    <a:pt x="19" y="21"/>
                    <a:pt x="19" y="23"/>
                    <a:pt x="17" y="23"/>
                  </a:cubicBezTo>
                  <a:cubicBezTo>
                    <a:pt x="17" y="23"/>
                    <a:pt x="17" y="23"/>
                    <a:pt x="17" y="23"/>
                  </a:cubicBezTo>
                  <a:cubicBezTo>
                    <a:pt x="16" y="24"/>
                    <a:pt x="16" y="23"/>
                    <a:pt x="14" y="23"/>
                  </a:cubicBezTo>
                  <a:cubicBezTo>
                    <a:pt x="0" y="4"/>
                    <a:pt x="0" y="4"/>
                    <a:pt x="0" y="4"/>
                  </a:cubicBezTo>
                  <a:cubicBezTo>
                    <a:pt x="0" y="4"/>
                    <a:pt x="0" y="2"/>
                    <a:pt x="0" y="1"/>
                  </a:cubicBezTo>
                  <a:cubicBezTo>
                    <a:pt x="0" y="1"/>
                    <a:pt x="0" y="1"/>
                    <a:pt x="0" y="1"/>
                  </a:cubicBezTo>
                  <a:cubicBezTo>
                    <a:pt x="2" y="0"/>
                    <a:pt x="3" y="0"/>
                    <a:pt x="3" y="0"/>
                  </a:cubicBezTo>
                  <a:lnTo>
                    <a:pt x="19"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21"/>
            <p:cNvSpPr>
              <a:spLocks/>
            </p:cNvSpPr>
            <p:nvPr/>
          </p:nvSpPr>
          <p:spPr bwMode="auto">
            <a:xfrm>
              <a:off x="2867025" y="2973388"/>
              <a:ext cx="131763" cy="338138"/>
            </a:xfrm>
            <a:custGeom>
              <a:avLst/>
              <a:gdLst>
                <a:gd name="T0" fmla="*/ 31 w 31"/>
                <a:gd name="T1" fmla="*/ 10 h 79"/>
                <a:gd name="T2" fmla="*/ 21 w 31"/>
                <a:gd name="T3" fmla="*/ 0 h 79"/>
                <a:gd name="T4" fmla="*/ 17 w 31"/>
                <a:gd name="T5" fmla="*/ 0 h 79"/>
                <a:gd name="T6" fmla="*/ 0 w 31"/>
                <a:gd name="T7" fmla="*/ 0 h 79"/>
                <a:gd name="T8" fmla="*/ 0 w 31"/>
                <a:gd name="T9" fmla="*/ 3 h 79"/>
                <a:gd name="T10" fmla="*/ 13 w 31"/>
                <a:gd name="T11" fmla="*/ 3 h 79"/>
                <a:gd name="T12" fmla="*/ 16 w 31"/>
                <a:gd name="T13" fmla="*/ 3 h 79"/>
                <a:gd name="T14" fmla="*/ 28 w 31"/>
                <a:gd name="T15" fmla="*/ 12 h 79"/>
                <a:gd name="T16" fmla="*/ 28 w 31"/>
                <a:gd name="T17" fmla="*/ 13 h 79"/>
                <a:gd name="T18" fmla="*/ 28 w 31"/>
                <a:gd name="T19" fmla="*/ 17 h 79"/>
                <a:gd name="T20" fmla="*/ 28 w 31"/>
                <a:gd name="T21" fmla="*/ 30 h 79"/>
                <a:gd name="T22" fmla="*/ 28 w 31"/>
                <a:gd name="T23" fmla="*/ 56 h 79"/>
                <a:gd name="T24" fmla="*/ 28 w 31"/>
                <a:gd name="T25" fmla="*/ 72 h 79"/>
                <a:gd name="T26" fmla="*/ 25 w 31"/>
                <a:gd name="T27" fmla="*/ 79 h 79"/>
                <a:gd name="T28" fmla="*/ 31 w 31"/>
                <a:gd name="T29" fmla="*/ 69 h 79"/>
                <a:gd name="T30" fmla="*/ 31 w 31"/>
                <a:gd name="T31" fmla="*/ 54 h 79"/>
                <a:gd name="T32" fmla="*/ 31 w 31"/>
                <a:gd name="T33" fmla="*/ 26 h 79"/>
                <a:gd name="T34" fmla="*/ 31 w 31"/>
                <a:gd name="T35" fmla="*/ 14 h 79"/>
                <a:gd name="T36" fmla="*/ 31 w 31"/>
                <a:gd name="T37" fmla="*/ 11 h 79"/>
                <a:gd name="T38" fmla="*/ 31 w 31"/>
                <a:gd name="T39" fmla="*/ 1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 h="79">
                  <a:moveTo>
                    <a:pt x="31" y="10"/>
                  </a:moveTo>
                  <a:cubicBezTo>
                    <a:pt x="31" y="5"/>
                    <a:pt x="25" y="0"/>
                    <a:pt x="21" y="0"/>
                  </a:cubicBezTo>
                  <a:cubicBezTo>
                    <a:pt x="17" y="0"/>
                    <a:pt x="17" y="0"/>
                    <a:pt x="17" y="0"/>
                  </a:cubicBezTo>
                  <a:cubicBezTo>
                    <a:pt x="0" y="0"/>
                    <a:pt x="0" y="0"/>
                    <a:pt x="0" y="0"/>
                  </a:cubicBezTo>
                  <a:cubicBezTo>
                    <a:pt x="0" y="3"/>
                    <a:pt x="0" y="3"/>
                    <a:pt x="0" y="3"/>
                  </a:cubicBezTo>
                  <a:cubicBezTo>
                    <a:pt x="13" y="3"/>
                    <a:pt x="13" y="3"/>
                    <a:pt x="13" y="3"/>
                  </a:cubicBezTo>
                  <a:cubicBezTo>
                    <a:pt x="16" y="3"/>
                    <a:pt x="16" y="3"/>
                    <a:pt x="16" y="3"/>
                  </a:cubicBezTo>
                  <a:cubicBezTo>
                    <a:pt x="22" y="3"/>
                    <a:pt x="27" y="7"/>
                    <a:pt x="28" y="12"/>
                  </a:cubicBezTo>
                  <a:cubicBezTo>
                    <a:pt x="28" y="13"/>
                    <a:pt x="28" y="13"/>
                    <a:pt x="28" y="13"/>
                  </a:cubicBezTo>
                  <a:cubicBezTo>
                    <a:pt x="28" y="17"/>
                    <a:pt x="28" y="17"/>
                    <a:pt x="28" y="17"/>
                  </a:cubicBezTo>
                  <a:cubicBezTo>
                    <a:pt x="28" y="30"/>
                    <a:pt x="28" y="30"/>
                    <a:pt x="28" y="30"/>
                  </a:cubicBezTo>
                  <a:cubicBezTo>
                    <a:pt x="28" y="56"/>
                    <a:pt x="28" y="56"/>
                    <a:pt x="28" y="56"/>
                  </a:cubicBezTo>
                  <a:cubicBezTo>
                    <a:pt x="28" y="72"/>
                    <a:pt x="28" y="72"/>
                    <a:pt x="28" y="72"/>
                  </a:cubicBezTo>
                  <a:cubicBezTo>
                    <a:pt x="28" y="75"/>
                    <a:pt x="27" y="77"/>
                    <a:pt x="25" y="79"/>
                  </a:cubicBezTo>
                  <a:cubicBezTo>
                    <a:pt x="28" y="78"/>
                    <a:pt x="31" y="73"/>
                    <a:pt x="31" y="69"/>
                  </a:cubicBezTo>
                  <a:cubicBezTo>
                    <a:pt x="31" y="54"/>
                    <a:pt x="31" y="54"/>
                    <a:pt x="31" y="54"/>
                  </a:cubicBezTo>
                  <a:cubicBezTo>
                    <a:pt x="31" y="26"/>
                    <a:pt x="31" y="26"/>
                    <a:pt x="31" y="26"/>
                  </a:cubicBezTo>
                  <a:cubicBezTo>
                    <a:pt x="31" y="14"/>
                    <a:pt x="31" y="14"/>
                    <a:pt x="31" y="14"/>
                  </a:cubicBezTo>
                  <a:cubicBezTo>
                    <a:pt x="31" y="11"/>
                    <a:pt x="31" y="11"/>
                    <a:pt x="31" y="11"/>
                  </a:cubicBezTo>
                  <a:lnTo>
                    <a:pt x="31"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22"/>
            <p:cNvSpPr>
              <a:spLocks/>
            </p:cNvSpPr>
            <p:nvPr/>
          </p:nvSpPr>
          <p:spPr bwMode="auto">
            <a:xfrm>
              <a:off x="2627313" y="2601913"/>
              <a:ext cx="341313" cy="738188"/>
            </a:xfrm>
            <a:custGeom>
              <a:avLst/>
              <a:gdLst>
                <a:gd name="T0" fmla="*/ 80 w 80"/>
                <a:gd name="T1" fmla="*/ 103 h 173"/>
                <a:gd name="T2" fmla="*/ 69 w 80"/>
                <a:gd name="T3" fmla="*/ 93 h 173"/>
                <a:gd name="T4" fmla="*/ 66 w 80"/>
                <a:gd name="T5" fmla="*/ 93 h 173"/>
                <a:gd name="T6" fmla="*/ 53 w 80"/>
                <a:gd name="T7" fmla="*/ 93 h 173"/>
                <a:gd name="T8" fmla="*/ 53 w 80"/>
                <a:gd name="T9" fmla="*/ 75 h 173"/>
                <a:gd name="T10" fmla="*/ 44 w 80"/>
                <a:gd name="T11" fmla="*/ 69 h 173"/>
                <a:gd name="T12" fmla="*/ 44 w 80"/>
                <a:gd name="T13" fmla="*/ 69 h 173"/>
                <a:gd name="T14" fmla="*/ 44 w 80"/>
                <a:gd name="T15" fmla="*/ 69 h 173"/>
                <a:gd name="T16" fmla="*/ 13 w 80"/>
                <a:gd name="T17" fmla="*/ 33 h 173"/>
                <a:gd name="T18" fmla="*/ 13 w 80"/>
                <a:gd name="T19" fmla="*/ 12 h 173"/>
                <a:gd name="T20" fmla="*/ 35 w 80"/>
                <a:gd name="T21" fmla="*/ 13 h 173"/>
                <a:gd name="T22" fmla="*/ 53 w 80"/>
                <a:gd name="T23" fmla="*/ 32 h 173"/>
                <a:gd name="T24" fmla="*/ 53 w 80"/>
                <a:gd name="T25" fmla="*/ 20 h 173"/>
                <a:gd name="T26" fmla="*/ 31 w 80"/>
                <a:gd name="T27" fmla="*/ 0 h 173"/>
                <a:gd name="T28" fmla="*/ 22 w 80"/>
                <a:gd name="T29" fmla="*/ 0 h 173"/>
                <a:gd name="T30" fmla="*/ 0 w 80"/>
                <a:gd name="T31" fmla="*/ 20 h 173"/>
                <a:gd name="T32" fmla="*/ 0 w 80"/>
                <a:gd name="T33" fmla="*/ 98 h 173"/>
                <a:gd name="T34" fmla="*/ 22 w 80"/>
                <a:gd name="T35" fmla="*/ 118 h 173"/>
                <a:gd name="T36" fmla="*/ 27 w 80"/>
                <a:gd name="T37" fmla="*/ 118 h 173"/>
                <a:gd name="T38" fmla="*/ 31 w 80"/>
                <a:gd name="T39" fmla="*/ 118 h 173"/>
                <a:gd name="T40" fmla="*/ 56 w 80"/>
                <a:gd name="T41" fmla="*/ 118 h 173"/>
                <a:gd name="T42" fmla="*/ 56 w 80"/>
                <a:gd name="T43" fmla="*/ 119 h 173"/>
                <a:gd name="T44" fmla="*/ 56 w 80"/>
                <a:gd name="T45" fmla="*/ 146 h 173"/>
                <a:gd name="T46" fmla="*/ 56 w 80"/>
                <a:gd name="T47" fmla="*/ 162 h 173"/>
                <a:gd name="T48" fmla="*/ 66 w 80"/>
                <a:gd name="T49" fmla="*/ 173 h 173"/>
                <a:gd name="T50" fmla="*/ 69 w 80"/>
                <a:gd name="T51" fmla="*/ 173 h 173"/>
                <a:gd name="T52" fmla="*/ 80 w 80"/>
                <a:gd name="T53" fmla="*/ 162 h 173"/>
                <a:gd name="T54" fmla="*/ 80 w 80"/>
                <a:gd name="T55" fmla="*/ 146 h 173"/>
                <a:gd name="T56" fmla="*/ 80 w 80"/>
                <a:gd name="T57" fmla="*/ 119 h 173"/>
                <a:gd name="T58" fmla="*/ 80 w 80"/>
                <a:gd name="T59" fmla="*/ 107 h 173"/>
                <a:gd name="T60" fmla="*/ 80 w 80"/>
                <a:gd name="T61" fmla="*/ 104 h 173"/>
                <a:gd name="T62" fmla="*/ 80 w 80"/>
                <a:gd name="T63" fmla="*/ 10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0" h="173">
                  <a:moveTo>
                    <a:pt x="80" y="103"/>
                  </a:moveTo>
                  <a:cubicBezTo>
                    <a:pt x="80" y="97"/>
                    <a:pt x="75" y="93"/>
                    <a:pt x="69" y="93"/>
                  </a:cubicBezTo>
                  <a:cubicBezTo>
                    <a:pt x="66" y="93"/>
                    <a:pt x="66" y="93"/>
                    <a:pt x="66" y="93"/>
                  </a:cubicBezTo>
                  <a:cubicBezTo>
                    <a:pt x="53" y="93"/>
                    <a:pt x="53" y="93"/>
                    <a:pt x="53" y="93"/>
                  </a:cubicBezTo>
                  <a:cubicBezTo>
                    <a:pt x="53" y="75"/>
                    <a:pt x="53" y="75"/>
                    <a:pt x="53" y="75"/>
                  </a:cubicBezTo>
                  <a:cubicBezTo>
                    <a:pt x="50" y="74"/>
                    <a:pt x="47" y="71"/>
                    <a:pt x="44" y="69"/>
                  </a:cubicBezTo>
                  <a:cubicBezTo>
                    <a:pt x="44" y="69"/>
                    <a:pt x="44" y="69"/>
                    <a:pt x="44" y="69"/>
                  </a:cubicBezTo>
                  <a:cubicBezTo>
                    <a:pt x="44" y="69"/>
                    <a:pt x="44" y="69"/>
                    <a:pt x="44" y="69"/>
                  </a:cubicBezTo>
                  <a:cubicBezTo>
                    <a:pt x="13" y="33"/>
                    <a:pt x="13" y="33"/>
                    <a:pt x="13" y="33"/>
                  </a:cubicBezTo>
                  <a:cubicBezTo>
                    <a:pt x="7" y="27"/>
                    <a:pt x="7" y="17"/>
                    <a:pt x="13" y="12"/>
                  </a:cubicBezTo>
                  <a:cubicBezTo>
                    <a:pt x="21" y="6"/>
                    <a:pt x="30" y="6"/>
                    <a:pt x="35" y="13"/>
                  </a:cubicBezTo>
                  <a:cubicBezTo>
                    <a:pt x="53" y="32"/>
                    <a:pt x="53" y="32"/>
                    <a:pt x="53" y="32"/>
                  </a:cubicBezTo>
                  <a:cubicBezTo>
                    <a:pt x="53" y="20"/>
                    <a:pt x="53" y="20"/>
                    <a:pt x="53" y="20"/>
                  </a:cubicBezTo>
                  <a:cubicBezTo>
                    <a:pt x="53" y="9"/>
                    <a:pt x="44" y="0"/>
                    <a:pt x="31" y="0"/>
                  </a:cubicBezTo>
                  <a:cubicBezTo>
                    <a:pt x="22" y="0"/>
                    <a:pt x="22" y="0"/>
                    <a:pt x="22" y="0"/>
                  </a:cubicBezTo>
                  <a:cubicBezTo>
                    <a:pt x="10" y="0"/>
                    <a:pt x="0" y="9"/>
                    <a:pt x="0" y="20"/>
                  </a:cubicBezTo>
                  <a:cubicBezTo>
                    <a:pt x="0" y="98"/>
                    <a:pt x="0" y="98"/>
                    <a:pt x="0" y="98"/>
                  </a:cubicBezTo>
                  <a:cubicBezTo>
                    <a:pt x="0" y="109"/>
                    <a:pt x="10" y="118"/>
                    <a:pt x="22" y="118"/>
                  </a:cubicBezTo>
                  <a:cubicBezTo>
                    <a:pt x="27" y="118"/>
                    <a:pt x="27" y="118"/>
                    <a:pt x="27" y="118"/>
                  </a:cubicBezTo>
                  <a:cubicBezTo>
                    <a:pt x="31" y="118"/>
                    <a:pt x="31" y="118"/>
                    <a:pt x="31" y="118"/>
                  </a:cubicBezTo>
                  <a:cubicBezTo>
                    <a:pt x="56" y="118"/>
                    <a:pt x="56" y="118"/>
                    <a:pt x="56" y="118"/>
                  </a:cubicBezTo>
                  <a:cubicBezTo>
                    <a:pt x="56" y="119"/>
                    <a:pt x="56" y="119"/>
                    <a:pt x="56" y="119"/>
                  </a:cubicBezTo>
                  <a:cubicBezTo>
                    <a:pt x="56" y="146"/>
                    <a:pt x="56" y="146"/>
                    <a:pt x="56" y="146"/>
                  </a:cubicBezTo>
                  <a:cubicBezTo>
                    <a:pt x="56" y="162"/>
                    <a:pt x="56" y="162"/>
                    <a:pt x="56" y="162"/>
                  </a:cubicBezTo>
                  <a:cubicBezTo>
                    <a:pt x="56" y="168"/>
                    <a:pt x="59" y="173"/>
                    <a:pt x="66" y="173"/>
                  </a:cubicBezTo>
                  <a:cubicBezTo>
                    <a:pt x="69" y="173"/>
                    <a:pt x="69" y="173"/>
                    <a:pt x="69" y="173"/>
                  </a:cubicBezTo>
                  <a:cubicBezTo>
                    <a:pt x="75" y="173"/>
                    <a:pt x="80" y="168"/>
                    <a:pt x="80" y="162"/>
                  </a:cubicBezTo>
                  <a:cubicBezTo>
                    <a:pt x="80" y="146"/>
                    <a:pt x="80" y="146"/>
                    <a:pt x="80" y="146"/>
                  </a:cubicBezTo>
                  <a:cubicBezTo>
                    <a:pt x="80" y="119"/>
                    <a:pt x="80" y="119"/>
                    <a:pt x="80" y="119"/>
                  </a:cubicBezTo>
                  <a:cubicBezTo>
                    <a:pt x="80" y="107"/>
                    <a:pt x="80" y="107"/>
                    <a:pt x="80" y="107"/>
                  </a:cubicBezTo>
                  <a:cubicBezTo>
                    <a:pt x="80" y="104"/>
                    <a:pt x="80" y="104"/>
                    <a:pt x="80" y="104"/>
                  </a:cubicBezTo>
                  <a:cubicBezTo>
                    <a:pt x="80" y="104"/>
                    <a:pt x="80" y="103"/>
                    <a:pt x="80"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Oval 23"/>
            <p:cNvSpPr>
              <a:spLocks noChangeArrowheads="1"/>
            </p:cNvSpPr>
            <p:nvPr/>
          </p:nvSpPr>
          <p:spPr bwMode="auto">
            <a:xfrm>
              <a:off x="3476625" y="2379663"/>
              <a:ext cx="200025" cy="1968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24"/>
            <p:cNvSpPr>
              <a:spLocks/>
            </p:cNvSpPr>
            <p:nvPr/>
          </p:nvSpPr>
          <p:spPr bwMode="auto">
            <a:xfrm>
              <a:off x="3532188" y="2652713"/>
              <a:ext cx="384175" cy="244475"/>
            </a:xfrm>
            <a:custGeom>
              <a:avLst/>
              <a:gdLst>
                <a:gd name="T0" fmla="*/ 81 w 90"/>
                <a:gd name="T1" fmla="*/ 38 h 57"/>
                <a:gd name="T2" fmla="*/ 47 w 90"/>
                <a:gd name="T3" fmla="*/ 38 h 57"/>
                <a:gd name="T4" fmla="*/ 18 w 90"/>
                <a:gd name="T5" fmla="*/ 4 h 57"/>
                <a:gd name="T6" fmla="*/ 4 w 90"/>
                <a:gd name="T7" fmla="*/ 3 h 57"/>
                <a:gd name="T8" fmla="*/ 3 w 90"/>
                <a:gd name="T9" fmla="*/ 17 h 57"/>
                <a:gd name="T10" fmla="*/ 36 w 90"/>
                <a:gd name="T11" fmla="*/ 54 h 57"/>
                <a:gd name="T12" fmla="*/ 43 w 90"/>
                <a:gd name="T13" fmla="*/ 57 h 57"/>
                <a:gd name="T14" fmla="*/ 43 w 90"/>
                <a:gd name="T15" fmla="*/ 57 h 57"/>
                <a:gd name="T16" fmla="*/ 81 w 90"/>
                <a:gd name="T17" fmla="*/ 57 h 57"/>
                <a:gd name="T18" fmla="*/ 90 w 90"/>
                <a:gd name="T19" fmla="*/ 48 h 57"/>
                <a:gd name="T20" fmla="*/ 81 w 90"/>
                <a:gd name="T21" fmla="*/ 38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 h="57">
                  <a:moveTo>
                    <a:pt x="81" y="38"/>
                  </a:moveTo>
                  <a:cubicBezTo>
                    <a:pt x="47" y="38"/>
                    <a:pt x="47" y="38"/>
                    <a:pt x="47" y="38"/>
                  </a:cubicBezTo>
                  <a:cubicBezTo>
                    <a:pt x="18" y="4"/>
                    <a:pt x="18" y="4"/>
                    <a:pt x="18" y="4"/>
                  </a:cubicBezTo>
                  <a:cubicBezTo>
                    <a:pt x="15" y="0"/>
                    <a:pt x="9" y="0"/>
                    <a:pt x="4" y="3"/>
                  </a:cubicBezTo>
                  <a:cubicBezTo>
                    <a:pt x="0" y="7"/>
                    <a:pt x="0" y="14"/>
                    <a:pt x="3" y="17"/>
                  </a:cubicBezTo>
                  <a:cubicBezTo>
                    <a:pt x="36" y="54"/>
                    <a:pt x="36" y="54"/>
                    <a:pt x="36" y="54"/>
                  </a:cubicBezTo>
                  <a:cubicBezTo>
                    <a:pt x="37" y="56"/>
                    <a:pt x="40" y="57"/>
                    <a:pt x="43" y="57"/>
                  </a:cubicBezTo>
                  <a:cubicBezTo>
                    <a:pt x="43" y="57"/>
                    <a:pt x="43" y="57"/>
                    <a:pt x="43" y="57"/>
                  </a:cubicBezTo>
                  <a:cubicBezTo>
                    <a:pt x="81" y="57"/>
                    <a:pt x="81" y="57"/>
                    <a:pt x="81" y="57"/>
                  </a:cubicBezTo>
                  <a:cubicBezTo>
                    <a:pt x="87" y="57"/>
                    <a:pt x="90" y="52"/>
                    <a:pt x="90" y="48"/>
                  </a:cubicBezTo>
                  <a:cubicBezTo>
                    <a:pt x="90" y="42"/>
                    <a:pt x="87" y="38"/>
                    <a:pt x="81"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25"/>
            <p:cNvSpPr>
              <a:spLocks/>
            </p:cNvSpPr>
            <p:nvPr/>
          </p:nvSpPr>
          <p:spPr bwMode="auto">
            <a:xfrm>
              <a:off x="3438525" y="3132138"/>
              <a:ext cx="25400" cy="207963"/>
            </a:xfrm>
            <a:custGeom>
              <a:avLst/>
              <a:gdLst>
                <a:gd name="T0" fmla="*/ 0 w 6"/>
                <a:gd name="T1" fmla="*/ 0 h 49"/>
                <a:gd name="T2" fmla="*/ 0 w 6"/>
                <a:gd name="T3" fmla="*/ 45 h 49"/>
                <a:gd name="T4" fmla="*/ 3 w 6"/>
                <a:gd name="T5" fmla="*/ 49 h 49"/>
                <a:gd name="T6" fmla="*/ 6 w 6"/>
                <a:gd name="T7" fmla="*/ 45 h 49"/>
                <a:gd name="T8" fmla="*/ 6 w 6"/>
                <a:gd name="T9" fmla="*/ 5 h 49"/>
                <a:gd name="T10" fmla="*/ 3 w 6"/>
                <a:gd name="T11" fmla="*/ 5 h 49"/>
                <a:gd name="T12" fmla="*/ 0 w 6"/>
                <a:gd name="T13" fmla="*/ 0 h 49"/>
              </a:gdLst>
              <a:ahLst/>
              <a:cxnLst>
                <a:cxn ang="0">
                  <a:pos x="T0" y="T1"/>
                </a:cxn>
                <a:cxn ang="0">
                  <a:pos x="T2" y="T3"/>
                </a:cxn>
                <a:cxn ang="0">
                  <a:pos x="T4" y="T5"/>
                </a:cxn>
                <a:cxn ang="0">
                  <a:pos x="T6" y="T7"/>
                </a:cxn>
                <a:cxn ang="0">
                  <a:pos x="T8" y="T9"/>
                </a:cxn>
                <a:cxn ang="0">
                  <a:pos x="T10" y="T11"/>
                </a:cxn>
                <a:cxn ang="0">
                  <a:pos x="T12" y="T13"/>
                </a:cxn>
              </a:cxnLst>
              <a:rect l="0" t="0" r="r" b="b"/>
              <a:pathLst>
                <a:path w="6" h="49">
                  <a:moveTo>
                    <a:pt x="0" y="0"/>
                  </a:moveTo>
                  <a:cubicBezTo>
                    <a:pt x="0" y="45"/>
                    <a:pt x="0" y="45"/>
                    <a:pt x="0" y="45"/>
                  </a:cubicBezTo>
                  <a:cubicBezTo>
                    <a:pt x="0" y="47"/>
                    <a:pt x="2" y="49"/>
                    <a:pt x="3" y="49"/>
                  </a:cubicBezTo>
                  <a:cubicBezTo>
                    <a:pt x="6" y="49"/>
                    <a:pt x="6" y="47"/>
                    <a:pt x="6" y="45"/>
                  </a:cubicBezTo>
                  <a:cubicBezTo>
                    <a:pt x="6" y="5"/>
                    <a:pt x="6" y="5"/>
                    <a:pt x="6" y="5"/>
                  </a:cubicBezTo>
                  <a:cubicBezTo>
                    <a:pt x="3" y="5"/>
                    <a:pt x="3" y="5"/>
                    <a:pt x="3" y="5"/>
                  </a:cubicBezTo>
                  <a:cubicBezTo>
                    <a:pt x="2" y="5"/>
                    <a:pt x="0"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6"/>
            <p:cNvSpPr>
              <a:spLocks/>
            </p:cNvSpPr>
            <p:nvPr/>
          </p:nvSpPr>
          <p:spPr bwMode="auto">
            <a:xfrm>
              <a:off x="3438525" y="2725738"/>
              <a:ext cx="25400" cy="406400"/>
            </a:xfrm>
            <a:custGeom>
              <a:avLst/>
              <a:gdLst>
                <a:gd name="T0" fmla="*/ 3 w 6"/>
                <a:gd name="T1" fmla="*/ 91 h 95"/>
                <a:gd name="T2" fmla="*/ 6 w 6"/>
                <a:gd name="T3" fmla="*/ 91 h 95"/>
                <a:gd name="T4" fmla="*/ 6 w 6"/>
                <a:gd name="T5" fmla="*/ 3 h 95"/>
                <a:gd name="T6" fmla="*/ 3 w 6"/>
                <a:gd name="T7" fmla="*/ 0 h 95"/>
                <a:gd name="T8" fmla="*/ 0 w 6"/>
                <a:gd name="T9" fmla="*/ 3 h 95"/>
                <a:gd name="T10" fmla="*/ 0 w 6"/>
                <a:gd name="T11" fmla="*/ 95 h 95"/>
                <a:gd name="T12" fmla="*/ 3 w 6"/>
                <a:gd name="T13" fmla="*/ 91 h 95"/>
              </a:gdLst>
              <a:ahLst/>
              <a:cxnLst>
                <a:cxn ang="0">
                  <a:pos x="T0" y="T1"/>
                </a:cxn>
                <a:cxn ang="0">
                  <a:pos x="T2" y="T3"/>
                </a:cxn>
                <a:cxn ang="0">
                  <a:pos x="T4" y="T5"/>
                </a:cxn>
                <a:cxn ang="0">
                  <a:pos x="T6" y="T7"/>
                </a:cxn>
                <a:cxn ang="0">
                  <a:pos x="T8" y="T9"/>
                </a:cxn>
                <a:cxn ang="0">
                  <a:pos x="T10" y="T11"/>
                </a:cxn>
                <a:cxn ang="0">
                  <a:pos x="T12" y="T13"/>
                </a:cxn>
              </a:cxnLst>
              <a:rect l="0" t="0" r="r" b="b"/>
              <a:pathLst>
                <a:path w="6" h="95">
                  <a:moveTo>
                    <a:pt x="3" y="91"/>
                  </a:moveTo>
                  <a:cubicBezTo>
                    <a:pt x="6" y="91"/>
                    <a:pt x="6" y="91"/>
                    <a:pt x="6" y="91"/>
                  </a:cubicBezTo>
                  <a:cubicBezTo>
                    <a:pt x="6" y="3"/>
                    <a:pt x="6" y="3"/>
                    <a:pt x="6" y="3"/>
                  </a:cubicBezTo>
                  <a:cubicBezTo>
                    <a:pt x="6" y="1"/>
                    <a:pt x="6" y="0"/>
                    <a:pt x="3" y="0"/>
                  </a:cubicBezTo>
                  <a:cubicBezTo>
                    <a:pt x="2" y="0"/>
                    <a:pt x="0" y="1"/>
                    <a:pt x="0" y="3"/>
                  </a:cubicBezTo>
                  <a:cubicBezTo>
                    <a:pt x="0" y="95"/>
                    <a:pt x="0" y="95"/>
                    <a:pt x="0" y="95"/>
                  </a:cubicBezTo>
                  <a:cubicBezTo>
                    <a:pt x="0" y="94"/>
                    <a:pt x="2" y="91"/>
                    <a:pt x="3" y="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27"/>
            <p:cNvSpPr>
              <a:spLocks/>
            </p:cNvSpPr>
            <p:nvPr/>
          </p:nvSpPr>
          <p:spPr bwMode="auto">
            <a:xfrm>
              <a:off x="3438525" y="3114676"/>
              <a:ext cx="225425" cy="38100"/>
            </a:xfrm>
            <a:custGeom>
              <a:avLst/>
              <a:gdLst>
                <a:gd name="T0" fmla="*/ 53 w 53"/>
                <a:gd name="T1" fmla="*/ 0 h 9"/>
                <a:gd name="T2" fmla="*/ 53 w 53"/>
                <a:gd name="T3" fmla="*/ 0 h 9"/>
                <a:gd name="T4" fmla="*/ 6 w 53"/>
                <a:gd name="T5" fmla="*/ 0 h 9"/>
                <a:gd name="T6" fmla="*/ 3 w 53"/>
                <a:gd name="T7" fmla="*/ 0 h 9"/>
                <a:gd name="T8" fmla="*/ 0 w 53"/>
                <a:gd name="T9" fmla="*/ 4 h 9"/>
                <a:gd name="T10" fmla="*/ 3 w 53"/>
                <a:gd name="T11" fmla="*/ 9 h 9"/>
                <a:gd name="T12" fmla="*/ 6 w 53"/>
                <a:gd name="T13" fmla="*/ 9 h 9"/>
                <a:gd name="T14" fmla="*/ 50 w 53"/>
                <a:gd name="T15" fmla="*/ 9 h 9"/>
                <a:gd name="T16" fmla="*/ 50 w 53"/>
                <a:gd name="T17" fmla="*/ 4 h 9"/>
                <a:gd name="T18" fmla="*/ 53 w 53"/>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9">
                  <a:moveTo>
                    <a:pt x="53" y="0"/>
                  </a:moveTo>
                  <a:cubicBezTo>
                    <a:pt x="53" y="0"/>
                    <a:pt x="53" y="0"/>
                    <a:pt x="53" y="0"/>
                  </a:cubicBezTo>
                  <a:cubicBezTo>
                    <a:pt x="6" y="0"/>
                    <a:pt x="6" y="0"/>
                    <a:pt x="6" y="0"/>
                  </a:cubicBezTo>
                  <a:cubicBezTo>
                    <a:pt x="3" y="0"/>
                    <a:pt x="3" y="0"/>
                    <a:pt x="3" y="0"/>
                  </a:cubicBezTo>
                  <a:cubicBezTo>
                    <a:pt x="2" y="0"/>
                    <a:pt x="0" y="3"/>
                    <a:pt x="0" y="4"/>
                  </a:cubicBezTo>
                  <a:cubicBezTo>
                    <a:pt x="0" y="7"/>
                    <a:pt x="2" y="9"/>
                    <a:pt x="3" y="9"/>
                  </a:cubicBezTo>
                  <a:cubicBezTo>
                    <a:pt x="6" y="9"/>
                    <a:pt x="6" y="9"/>
                    <a:pt x="6" y="9"/>
                  </a:cubicBezTo>
                  <a:cubicBezTo>
                    <a:pt x="50" y="9"/>
                    <a:pt x="50" y="9"/>
                    <a:pt x="50" y="9"/>
                  </a:cubicBezTo>
                  <a:cubicBezTo>
                    <a:pt x="50" y="4"/>
                    <a:pt x="50" y="4"/>
                    <a:pt x="50" y="4"/>
                  </a:cubicBezTo>
                  <a:cubicBezTo>
                    <a:pt x="50" y="3"/>
                    <a:pt x="50" y="1"/>
                    <a:pt x="5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28"/>
            <p:cNvSpPr>
              <a:spLocks/>
            </p:cNvSpPr>
            <p:nvPr/>
          </p:nvSpPr>
          <p:spPr bwMode="auto">
            <a:xfrm>
              <a:off x="3651250" y="3114676"/>
              <a:ext cx="25400" cy="225425"/>
            </a:xfrm>
            <a:custGeom>
              <a:avLst/>
              <a:gdLst>
                <a:gd name="T0" fmla="*/ 3 w 6"/>
                <a:gd name="T1" fmla="*/ 0 h 53"/>
                <a:gd name="T2" fmla="*/ 3 w 6"/>
                <a:gd name="T3" fmla="*/ 0 h 53"/>
                <a:gd name="T4" fmla="*/ 0 w 6"/>
                <a:gd name="T5" fmla="*/ 4 h 53"/>
                <a:gd name="T6" fmla="*/ 0 w 6"/>
                <a:gd name="T7" fmla="*/ 9 h 53"/>
                <a:gd name="T8" fmla="*/ 0 w 6"/>
                <a:gd name="T9" fmla="*/ 49 h 53"/>
                <a:gd name="T10" fmla="*/ 3 w 6"/>
                <a:gd name="T11" fmla="*/ 53 h 53"/>
                <a:gd name="T12" fmla="*/ 6 w 6"/>
                <a:gd name="T13" fmla="*/ 49 h 53"/>
                <a:gd name="T14" fmla="*/ 6 w 6"/>
                <a:gd name="T15" fmla="*/ 4 h 53"/>
                <a:gd name="T16" fmla="*/ 3 w 6"/>
                <a:gd name="T1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53">
                  <a:moveTo>
                    <a:pt x="3" y="0"/>
                  </a:moveTo>
                  <a:cubicBezTo>
                    <a:pt x="3" y="0"/>
                    <a:pt x="3" y="0"/>
                    <a:pt x="3" y="0"/>
                  </a:cubicBezTo>
                  <a:cubicBezTo>
                    <a:pt x="0" y="1"/>
                    <a:pt x="0" y="3"/>
                    <a:pt x="0" y="4"/>
                  </a:cubicBezTo>
                  <a:cubicBezTo>
                    <a:pt x="0" y="9"/>
                    <a:pt x="0" y="9"/>
                    <a:pt x="0" y="9"/>
                  </a:cubicBezTo>
                  <a:cubicBezTo>
                    <a:pt x="0" y="49"/>
                    <a:pt x="0" y="49"/>
                    <a:pt x="0" y="49"/>
                  </a:cubicBezTo>
                  <a:cubicBezTo>
                    <a:pt x="0" y="51"/>
                    <a:pt x="0" y="53"/>
                    <a:pt x="3" y="53"/>
                  </a:cubicBezTo>
                  <a:cubicBezTo>
                    <a:pt x="6" y="53"/>
                    <a:pt x="6" y="51"/>
                    <a:pt x="6" y="49"/>
                  </a:cubicBezTo>
                  <a:cubicBezTo>
                    <a:pt x="6" y="4"/>
                    <a:pt x="6" y="4"/>
                    <a:pt x="6" y="4"/>
                  </a:cubicBezTo>
                  <a:cubicBezTo>
                    <a:pt x="6" y="2"/>
                    <a:pt x="6"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29"/>
            <p:cNvSpPr>
              <a:spLocks/>
            </p:cNvSpPr>
            <p:nvPr/>
          </p:nvSpPr>
          <p:spPr bwMode="auto">
            <a:xfrm>
              <a:off x="3757613" y="2917826"/>
              <a:ext cx="444500" cy="422275"/>
            </a:xfrm>
            <a:custGeom>
              <a:avLst/>
              <a:gdLst>
                <a:gd name="T0" fmla="*/ 99 w 104"/>
                <a:gd name="T1" fmla="*/ 0 h 99"/>
                <a:gd name="T2" fmla="*/ 4 w 104"/>
                <a:gd name="T3" fmla="*/ 0 h 99"/>
                <a:gd name="T4" fmla="*/ 0 w 104"/>
                <a:gd name="T5" fmla="*/ 4 h 99"/>
                <a:gd name="T6" fmla="*/ 4 w 104"/>
                <a:gd name="T7" fmla="*/ 8 h 99"/>
                <a:gd name="T8" fmla="*/ 46 w 104"/>
                <a:gd name="T9" fmla="*/ 8 h 99"/>
                <a:gd name="T10" fmla="*/ 46 w 104"/>
                <a:gd name="T11" fmla="*/ 92 h 99"/>
                <a:gd name="T12" fmla="*/ 21 w 104"/>
                <a:gd name="T13" fmla="*/ 92 h 99"/>
                <a:gd name="T14" fmla="*/ 15 w 104"/>
                <a:gd name="T15" fmla="*/ 99 h 99"/>
                <a:gd name="T16" fmla="*/ 46 w 104"/>
                <a:gd name="T17" fmla="*/ 99 h 99"/>
                <a:gd name="T18" fmla="*/ 59 w 104"/>
                <a:gd name="T19" fmla="*/ 99 h 99"/>
                <a:gd name="T20" fmla="*/ 91 w 104"/>
                <a:gd name="T21" fmla="*/ 99 h 99"/>
                <a:gd name="T22" fmla="*/ 84 w 104"/>
                <a:gd name="T23" fmla="*/ 92 h 99"/>
                <a:gd name="T24" fmla="*/ 59 w 104"/>
                <a:gd name="T25" fmla="*/ 92 h 99"/>
                <a:gd name="T26" fmla="*/ 59 w 104"/>
                <a:gd name="T27" fmla="*/ 8 h 99"/>
                <a:gd name="T28" fmla="*/ 99 w 104"/>
                <a:gd name="T29" fmla="*/ 8 h 99"/>
                <a:gd name="T30" fmla="*/ 104 w 104"/>
                <a:gd name="T31" fmla="*/ 4 h 99"/>
                <a:gd name="T32" fmla="*/ 99 w 104"/>
                <a:gd name="T3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4" h="99">
                  <a:moveTo>
                    <a:pt x="99" y="0"/>
                  </a:moveTo>
                  <a:cubicBezTo>
                    <a:pt x="4" y="0"/>
                    <a:pt x="4" y="0"/>
                    <a:pt x="4" y="0"/>
                  </a:cubicBezTo>
                  <a:cubicBezTo>
                    <a:pt x="3" y="0"/>
                    <a:pt x="0" y="2"/>
                    <a:pt x="0" y="4"/>
                  </a:cubicBezTo>
                  <a:cubicBezTo>
                    <a:pt x="0" y="7"/>
                    <a:pt x="3" y="8"/>
                    <a:pt x="4" y="8"/>
                  </a:cubicBezTo>
                  <a:cubicBezTo>
                    <a:pt x="46" y="8"/>
                    <a:pt x="46" y="8"/>
                    <a:pt x="46" y="8"/>
                  </a:cubicBezTo>
                  <a:cubicBezTo>
                    <a:pt x="46" y="92"/>
                    <a:pt x="46" y="92"/>
                    <a:pt x="46" y="92"/>
                  </a:cubicBezTo>
                  <a:cubicBezTo>
                    <a:pt x="21" y="92"/>
                    <a:pt x="21" y="92"/>
                    <a:pt x="21" y="92"/>
                  </a:cubicBezTo>
                  <a:cubicBezTo>
                    <a:pt x="18" y="92"/>
                    <a:pt x="15" y="95"/>
                    <a:pt x="15" y="99"/>
                  </a:cubicBezTo>
                  <a:cubicBezTo>
                    <a:pt x="46" y="99"/>
                    <a:pt x="46" y="99"/>
                    <a:pt x="46" y="99"/>
                  </a:cubicBezTo>
                  <a:cubicBezTo>
                    <a:pt x="59" y="99"/>
                    <a:pt x="59" y="99"/>
                    <a:pt x="59" y="99"/>
                  </a:cubicBezTo>
                  <a:cubicBezTo>
                    <a:pt x="91" y="99"/>
                    <a:pt x="91" y="99"/>
                    <a:pt x="91" y="99"/>
                  </a:cubicBezTo>
                  <a:cubicBezTo>
                    <a:pt x="91" y="95"/>
                    <a:pt x="88" y="92"/>
                    <a:pt x="84" y="92"/>
                  </a:cubicBezTo>
                  <a:cubicBezTo>
                    <a:pt x="59" y="92"/>
                    <a:pt x="59" y="92"/>
                    <a:pt x="59" y="92"/>
                  </a:cubicBezTo>
                  <a:cubicBezTo>
                    <a:pt x="59" y="8"/>
                    <a:pt x="59" y="8"/>
                    <a:pt x="59" y="8"/>
                  </a:cubicBezTo>
                  <a:cubicBezTo>
                    <a:pt x="99" y="8"/>
                    <a:pt x="99" y="8"/>
                    <a:pt x="99" y="8"/>
                  </a:cubicBezTo>
                  <a:cubicBezTo>
                    <a:pt x="102" y="8"/>
                    <a:pt x="104" y="7"/>
                    <a:pt x="104" y="4"/>
                  </a:cubicBezTo>
                  <a:cubicBezTo>
                    <a:pt x="104" y="2"/>
                    <a:pt x="102" y="0"/>
                    <a:pt x="9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Rectangle 30"/>
            <p:cNvSpPr>
              <a:spLocks noChangeArrowheads="1"/>
            </p:cNvSpPr>
            <p:nvPr/>
          </p:nvSpPr>
          <p:spPr bwMode="auto">
            <a:xfrm>
              <a:off x="3830638" y="2905126"/>
              <a:ext cx="204788" cy="47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31"/>
            <p:cNvSpPr>
              <a:spLocks/>
            </p:cNvSpPr>
            <p:nvPr/>
          </p:nvSpPr>
          <p:spPr bwMode="auto">
            <a:xfrm>
              <a:off x="3808413" y="2776538"/>
              <a:ext cx="80963" cy="103188"/>
            </a:xfrm>
            <a:custGeom>
              <a:avLst/>
              <a:gdLst>
                <a:gd name="T0" fmla="*/ 19 w 19"/>
                <a:gd name="T1" fmla="*/ 20 h 24"/>
                <a:gd name="T2" fmla="*/ 17 w 19"/>
                <a:gd name="T3" fmla="*/ 23 h 24"/>
                <a:gd name="T4" fmla="*/ 17 w 19"/>
                <a:gd name="T5" fmla="*/ 23 h 24"/>
                <a:gd name="T6" fmla="*/ 14 w 19"/>
                <a:gd name="T7" fmla="*/ 23 h 24"/>
                <a:gd name="T8" fmla="*/ 0 w 19"/>
                <a:gd name="T9" fmla="*/ 4 h 24"/>
                <a:gd name="T10" fmla="*/ 0 w 19"/>
                <a:gd name="T11" fmla="*/ 1 h 24"/>
                <a:gd name="T12" fmla="*/ 0 w 19"/>
                <a:gd name="T13" fmla="*/ 1 h 24"/>
                <a:gd name="T14" fmla="*/ 3 w 19"/>
                <a:gd name="T15" fmla="*/ 0 h 24"/>
                <a:gd name="T16" fmla="*/ 19 w 19"/>
                <a:gd name="T17" fmla="*/ 2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24">
                  <a:moveTo>
                    <a:pt x="19" y="20"/>
                  </a:moveTo>
                  <a:cubicBezTo>
                    <a:pt x="19" y="21"/>
                    <a:pt x="19" y="23"/>
                    <a:pt x="17" y="23"/>
                  </a:cubicBezTo>
                  <a:cubicBezTo>
                    <a:pt x="17" y="23"/>
                    <a:pt x="17" y="23"/>
                    <a:pt x="17" y="23"/>
                  </a:cubicBezTo>
                  <a:cubicBezTo>
                    <a:pt x="16" y="24"/>
                    <a:pt x="16" y="23"/>
                    <a:pt x="14" y="23"/>
                  </a:cubicBezTo>
                  <a:cubicBezTo>
                    <a:pt x="0" y="4"/>
                    <a:pt x="0" y="4"/>
                    <a:pt x="0" y="4"/>
                  </a:cubicBezTo>
                  <a:cubicBezTo>
                    <a:pt x="0" y="4"/>
                    <a:pt x="0" y="2"/>
                    <a:pt x="0" y="1"/>
                  </a:cubicBezTo>
                  <a:cubicBezTo>
                    <a:pt x="0" y="1"/>
                    <a:pt x="0" y="1"/>
                    <a:pt x="0" y="1"/>
                  </a:cubicBezTo>
                  <a:cubicBezTo>
                    <a:pt x="2" y="0"/>
                    <a:pt x="3" y="0"/>
                    <a:pt x="3" y="0"/>
                  </a:cubicBezTo>
                  <a:lnTo>
                    <a:pt x="19"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32"/>
            <p:cNvSpPr>
              <a:spLocks/>
            </p:cNvSpPr>
            <p:nvPr/>
          </p:nvSpPr>
          <p:spPr bwMode="auto">
            <a:xfrm>
              <a:off x="3714750" y="2973388"/>
              <a:ext cx="133350" cy="338138"/>
            </a:xfrm>
            <a:custGeom>
              <a:avLst/>
              <a:gdLst>
                <a:gd name="T0" fmla="*/ 31 w 31"/>
                <a:gd name="T1" fmla="*/ 10 h 79"/>
                <a:gd name="T2" fmla="*/ 21 w 31"/>
                <a:gd name="T3" fmla="*/ 0 h 79"/>
                <a:gd name="T4" fmla="*/ 18 w 31"/>
                <a:gd name="T5" fmla="*/ 0 h 79"/>
                <a:gd name="T6" fmla="*/ 0 w 31"/>
                <a:gd name="T7" fmla="*/ 0 h 79"/>
                <a:gd name="T8" fmla="*/ 0 w 31"/>
                <a:gd name="T9" fmla="*/ 3 h 79"/>
                <a:gd name="T10" fmla="*/ 13 w 31"/>
                <a:gd name="T11" fmla="*/ 3 h 79"/>
                <a:gd name="T12" fmla="*/ 16 w 31"/>
                <a:gd name="T13" fmla="*/ 3 h 79"/>
                <a:gd name="T14" fmla="*/ 28 w 31"/>
                <a:gd name="T15" fmla="*/ 12 h 79"/>
                <a:gd name="T16" fmla="*/ 28 w 31"/>
                <a:gd name="T17" fmla="*/ 13 h 79"/>
                <a:gd name="T18" fmla="*/ 28 w 31"/>
                <a:gd name="T19" fmla="*/ 17 h 79"/>
                <a:gd name="T20" fmla="*/ 28 w 31"/>
                <a:gd name="T21" fmla="*/ 30 h 79"/>
                <a:gd name="T22" fmla="*/ 28 w 31"/>
                <a:gd name="T23" fmla="*/ 56 h 79"/>
                <a:gd name="T24" fmla="*/ 28 w 31"/>
                <a:gd name="T25" fmla="*/ 72 h 79"/>
                <a:gd name="T26" fmla="*/ 25 w 31"/>
                <a:gd name="T27" fmla="*/ 79 h 79"/>
                <a:gd name="T28" fmla="*/ 31 w 31"/>
                <a:gd name="T29" fmla="*/ 69 h 79"/>
                <a:gd name="T30" fmla="*/ 31 w 31"/>
                <a:gd name="T31" fmla="*/ 54 h 79"/>
                <a:gd name="T32" fmla="*/ 31 w 31"/>
                <a:gd name="T33" fmla="*/ 26 h 79"/>
                <a:gd name="T34" fmla="*/ 31 w 31"/>
                <a:gd name="T35" fmla="*/ 14 h 79"/>
                <a:gd name="T36" fmla="*/ 31 w 31"/>
                <a:gd name="T37" fmla="*/ 11 h 79"/>
                <a:gd name="T38" fmla="*/ 31 w 31"/>
                <a:gd name="T39" fmla="*/ 1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 h="79">
                  <a:moveTo>
                    <a:pt x="31" y="10"/>
                  </a:moveTo>
                  <a:cubicBezTo>
                    <a:pt x="31" y="5"/>
                    <a:pt x="25" y="0"/>
                    <a:pt x="21" y="0"/>
                  </a:cubicBezTo>
                  <a:cubicBezTo>
                    <a:pt x="18" y="0"/>
                    <a:pt x="18" y="0"/>
                    <a:pt x="18" y="0"/>
                  </a:cubicBezTo>
                  <a:cubicBezTo>
                    <a:pt x="0" y="0"/>
                    <a:pt x="0" y="0"/>
                    <a:pt x="0" y="0"/>
                  </a:cubicBezTo>
                  <a:cubicBezTo>
                    <a:pt x="0" y="3"/>
                    <a:pt x="0" y="3"/>
                    <a:pt x="0" y="3"/>
                  </a:cubicBezTo>
                  <a:cubicBezTo>
                    <a:pt x="13" y="3"/>
                    <a:pt x="13" y="3"/>
                    <a:pt x="13" y="3"/>
                  </a:cubicBezTo>
                  <a:cubicBezTo>
                    <a:pt x="16" y="3"/>
                    <a:pt x="16" y="3"/>
                    <a:pt x="16" y="3"/>
                  </a:cubicBezTo>
                  <a:cubicBezTo>
                    <a:pt x="22" y="3"/>
                    <a:pt x="27" y="7"/>
                    <a:pt x="28" y="12"/>
                  </a:cubicBezTo>
                  <a:cubicBezTo>
                    <a:pt x="28" y="13"/>
                    <a:pt x="28" y="13"/>
                    <a:pt x="28" y="13"/>
                  </a:cubicBezTo>
                  <a:cubicBezTo>
                    <a:pt x="28" y="17"/>
                    <a:pt x="28" y="17"/>
                    <a:pt x="28" y="17"/>
                  </a:cubicBezTo>
                  <a:cubicBezTo>
                    <a:pt x="28" y="30"/>
                    <a:pt x="28" y="30"/>
                    <a:pt x="28" y="30"/>
                  </a:cubicBezTo>
                  <a:cubicBezTo>
                    <a:pt x="28" y="56"/>
                    <a:pt x="28" y="56"/>
                    <a:pt x="28" y="56"/>
                  </a:cubicBezTo>
                  <a:cubicBezTo>
                    <a:pt x="28" y="72"/>
                    <a:pt x="28" y="72"/>
                    <a:pt x="28" y="72"/>
                  </a:cubicBezTo>
                  <a:cubicBezTo>
                    <a:pt x="28" y="75"/>
                    <a:pt x="25" y="77"/>
                    <a:pt x="25" y="79"/>
                  </a:cubicBezTo>
                  <a:cubicBezTo>
                    <a:pt x="28" y="78"/>
                    <a:pt x="31" y="73"/>
                    <a:pt x="31" y="69"/>
                  </a:cubicBezTo>
                  <a:cubicBezTo>
                    <a:pt x="31" y="54"/>
                    <a:pt x="31" y="54"/>
                    <a:pt x="31" y="54"/>
                  </a:cubicBezTo>
                  <a:cubicBezTo>
                    <a:pt x="31" y="26"/>
                    <a:pt x="31" y="26"/>
                    <a:pt x="31" y="26"/>
                  </a:cubicBezTo>
                  <a:cubicBezTo>
                    <a:pt x="31" y="14"/>
                    <a:pt x="31" y="14"/>
                    <a:pt x="31" y="14"/>
                  </a:cubicBezTo>
                  <a:cubicBezTo>
                    <a:pt x="31" y="11"/>
                    <a:pt x="31" y="11"/>
                    <a:pt x="31" y="11"/>
                  </a:cubicBezTo>
                  <a:lnTo>
                    <a:pt x="31"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33"/>
            <p:cNvSpPr>
              <a:spLocks/>
            </p:cNvSpPr>
            <p:nvPr/>
          </p:nvSpPr>
          <p:spPr bwMode="auto">
            <a:xfrm>
              <a:off x="3476625" y="2601913"/>
              <a:ext cx="341313" cy="738188"/>
            </a:xfrm>
            <a:custGeom>
              <a:avLst/>
              <a:gdLst>
                <a:gd name="T0" fmla="*/ 80 w 80"/>
                <a:gd name="T1" fmla="*/ 103 h 173"/>
                <a:gd name="T2" fmla="*/ 69 w 80"/>
                <a:gd name="T3" fmla="*/ 93 h 173"/>
                <a:gd name="T4" fmla="*/ 66 w 80"/>
                <a:gd name="T5" fmla="*/ 93 h 173"/>
                <a:gd name="T6" fmla="*/ 53 w 80"/>
                <a:gd name="T7" fmla="*/ 93 h 173"/>
                <a:gd name="T8" fmla="*/ 53 w 80"/>
                <a:gd name="T9" fmla="*/ 75 h 173"/>
                <a:gd name="T10" fmla="*/ 44 w 80"/>
                <a:gd name="T11" fmla="*/ 69 h 173"/>
                <a:gd name="T12" fmla="*/ 44 w 80"/>
                <a:gd name="T13" fmla="*/ 69 h 173"/>
                <a:gd name="T14" fmla="*/ 44 w 80"/>
                <a:gd name="T15" fmla="*/ 69 h 173"/>
                <a:gd name="T16" fmla="*/ 13 w 80"/>
                <a:gd name="T17" fmla="*/ 33 h 173"/>
                <a:gd name="T18" fmla="*/ 13 w 80"/>
                <a:gd name="T19" fmla="*/ 12 h 173"/>
                <a:gd name="T20" fmla="*/ 35 w 80"/>
                <a:gd name="T21" fmla="*/ 13 h 173"/>
                <a:gd name="T22" fmla="*/ 53 w 80"/>
                <a:gd name="T23" fmla="*/ 32 h 173"/>
                <a:gd name="T24" fmla="*/ 53 w 80"/>
                <a:gd name="T25" fmla="*/ 20 h 173"/>
                <a:gd name="T26" fmla="*/ 31 w 80"/>
                <a:gd name="T27" fmla="*/ 0 h 173"/>
                <a:gd name="T28" fmla="*/ 22 w 80"/>
                <a:gd name="T29" fmla="*/ 0 h 173"/>
                <a:gd name="T30" fmla="*/ 0 w 80"/>
                <a:gd name="T31" fmla="*/ 20 h 173"/>
                <a:gd name="T32" fmla="*/ 0 w 80"/>
                <a:gd name="T33" fmla="*/ 98 h 173"/>
                <a:gd name="T34" fmla="*/ 22 w 80"/>
                <a:gd name="T35" fmla="*/ 118 h 173"/>
                <a:gd name="T36" fmla="*/ 27 w 80"/>
                <a:gd name="T37" fmla="*/ 118 h 173"/>
                <a:gd name="T38" fmla="*/ 31 w 80"/>
                <a:gd name="T39" fmla="*/ 118 h 173"/>
                <a:gd name="T40" fmla="*/ 56 w 80"/>
                <a:gd name="T41" fmla="*/ 118 h 173"/>
                <a:gd name="T42" fmla="*/ 56 w 80"/>
                <a:gd name="T43" fmla="*/ 119 h 173"/>
                <a:gd name="T44" fmla="*/ 56 w 80"/>
                <a:gd name="T45" fmla="*/ 146 h 173"/>
                <a:gd name="T46" fmla="*/ 56 w 80"/>
                <a:gd name="T47" fmla="*/ 162 h 173"/>
                <a:gd name="T48" fmla="*/ 66 w 80"/>
                <a:gd name="T49" fmla="*/ 173 h 173"/>
                <a:gd name="T50" fmla="*/ 69 w 80"/>
                <a:gd name="T51" fmla="*/ 173 h 173"/>
                <a:gd name="T52" fmla="*/ 80 w 80"/>
                <a:gd name="T53" fmla="*/ 162 h 173"/>
                <a:gd name="T54" fmla="*/ 80 w 80"/>
                <a:gd name="T55" fmla="*/ 146 h 173"/>
                <a:gd name="T56" fmla="*/ 80 w 80"/>
                <a:gd name="T57" fmla="*/ 119 h 173"/>
                <a:gd name="T58" fmla="*/ 80 w 80"/>
                <a:gd name="T59" fmla="*/ 107 h 173"/>
                <a:gd name="T60" fmla="*/ 80 w 80"/>
                <a:gd name="T61" fmla="*/ 104 h 173"/>
                <a:gd name="T62" fmla="*/ 80 w 80"/>
                <a:gd name="T63" fmla="*/ 10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0" h="173">
                  <a:moveTo>
                    <a:pt x="80" y="103"/>
                  </a:moveTo>
                  <a:cubicBezTo>
                    <a:pt x="80" y="97"/>
                    <a:pt x="75" y="93"/>
                    <a:pt x="69" y="93"/>
                  </a:cubicBezTo>
                  <a:cubicBezTo>
                    <a:pt x="66" y="93"/>
                    <a:pt x="66" y="93"/>
                    <a:pt x="66" y="93"/>
                  </a:cubicBezTo>
                  <a:cubicBezTo>
                    <a:pt x="53" y="93"/>
                    <a:pt x="53" y="93"/>
                    <a:pt x="53" y="93"/>
                  </a:cubicBezTo>
                  <a:cubicBezTo>
                    <a:pt x="53" y="75"/>
                    <a:pt x="53" y="75"/>
                    <a:pt x="53" y="75"/>
                  </a:cubicBezTo>
                  <a:cubicBezTo>
                    <a:pt x="50" y="74"/>
                    <a:pt x="47" y="71"/>
                    <a:pt x="44" y="69"/>
                  </a:cubicBezTo>
                  <a:cubicBezTo>
                    <a:pt x="44" y="69"/>
                    <a:pt x="44" y="69"/>
                    <a:pt x="44" y="69"/>
                  </a:cubicBezTo>
                  <a:cubicBezTo>
                    <a:pt x="44" y="69"/>
                    <a:pt x="44" y="69"/>
                    <a:pt x="44" y="69"/>
                  </a:cubicBezTo>
                  <a:cubicBezTo>
                    <a:pt x="13" y="33"/>
                    <a:pt x="13" y="33"/>
                    <a:pt x="13" y="33"/>
                  </a:cubicBezTo>
                  <a:cubicBezTo>
                    <a:pt x="7" y="27"/>
                    <a:pt x="7" y="17"/>
                    <a:pt x="13" y="12"/>
                  </a:cubicBezTo>
                  <a:cubicBezTo>
                    <a:pt x="19" y="6"/>
                    <a:pt x="30" y="6"/>
                    <a:pt x="35" y="13"/>
                  </a:cubicBezTo>
                  <a:cubicBezTo>
                    <a:pt x="53" y="32"/>
                    <a:pt x="53" y="32"/>
                    <a:pt x="53" y="32"/>
                  </a:cubicBezTo>
                  <a:cubicBezTo>
                    <a:pt x="53" y="20"/>
                    <a:pt x="53" y="20"/>
                    <a:pt x="53" y="20"/>
                  </a:cubicBezTo>
                  <a:cubicBezTo>
                    <a:pt x="53" y="9"/>
                    <a:pt x="44" y="0"/>
                    <a:pt x="31" y="0"/>
                  </a:cubicBezTo>
                  <a:cubicBezTo>
                    <a:pt x="22" y="0"/>
                    <a:pt x="22" y="0"/>
                    <a:pt x="22" y="0"/>
                  </a:cubicBezTo>
                  <a:cubicBezTo>
                    <a:pt x="10" y="0"/>
                    <a:pt x="0" y="9"/>
                    <a:pt x="0" y="20"/>
                  </a:cubicBezTo>
                  <a:cubicBezTo>
                    <a:pt x="0" y="98"/>
                    <a:pt x="0" y="98"/>
                    <a:pt x="0" y="98"/>
                  </a:cubicBezTo>
                  <a:cubicBezTo>
                    <a:pt x="0" y="109"/>
                    <a:pt x="10" y="118"/>
                    <a:pt x="22" y="118"/>
                  </a:cubicBezTo>
                  <a:cubicBezTo>
                    <a:pt x="27" y="118"/>
                    <a:pt x="27" y="118"/>
                    <a:pt x="27" y="118"/>
                  </a:cubicBezTo>
                  <a:cubicBezTo>
                    <a:pt x="31" y="118"/>
                    <a:pt x="31" y="118"/>
                    <a:pt x="31" y="118"/>
                  </a:cubicBezTo>
                  <a:cubicBezTo>
                    <a:pt x="56" y="118"/>
                    <a:pt x="56" y="118"/>
                    <a:pt x="56" y="118"/>
                  </a:cubicBezTo>
                  <a:cubicBezTo>
                    <a:pt x="56" y="119"/>
                    <a:pt x="56" y="119"/>
                    <a:pt x="56" y="119"/>
                  </a:cubicBezTo>
                  <a:cubicBezTo>
                    <a:pt x="56" y="146"/>
                    <a:pt x="56" y="146"/>
                    <a:pt x="56" y="146"/>
                  </a:cubicBezTo>
                  <a:cubicBezTo>
                    <a:pt x="56" y="162"/>
                    <a:pt x="56" y="162"/>
                    <a:pt x="56" y="162"/>
                  </a:cubicBezTo>
                  <a:cubicBezTo>
                    <a:pt x="56" y="168"/>
                    <a:pt x="60" y="173"/>
                    <a:pt x="66" y="173"/>
                  </a:cubicBezTo>
                  <a:cubicBezTo>
                    <a:pt x="69" y="173"/>
                    <a:pt x="69" y="173"/>
                    <a:pt x="69" y="173"/>
                  </a:cubicBezTo>
                  <a:cubicBezTo>
                    <a:pt x="75" y="173"/>
                    <a:pt x="80" y="168"/>
                    <a:pt x="80" y="162"/>
                  </a:cubicBezTo>
                  <a:cubicBezTo>
                    <a:pt x="80" y="146"/>
                    <a:pt x="80" y="146"/>
                    <a:pt x="80" y="146"/>
                  </a:cubicBezTo>
                  <a:cubicBezTo>
                    <a:pt x="80" y="119"/>
                    <a:pt x="80" y="119"/>
                    <a:pt x="80" y="119"/>
                  </a:cubicBezTo>
                  <a:cubicBezTo>
                    <a:pt x="80" y="107"/>
                    <a:pt x="80" y="107"/>
                    <a:pt x="80" y="107"/>
                  </a:cubicBezTo>
                  <a:cubicBezTo>
                    <a:pt x="80" y="104"/>
                    <a:pt x="80" y="104"/>
                    <a:pt x="80" y="104"/>
                  </a:cubicBezTo>
                  <a:cubicBezTo>
                    <a:pt x="80" y="104"/>
                    <a:pt x="80" y="103"/>
                    <a:pt x="80"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34"/>
            <p:cNvSpPr>
              <a:spLocks/>
            </p:cNvSpPr>
            <p:nvPr/>
          </p:nvSpPr>
          <p:spPr bwMode="auto">
            <a:xfrm>
              <a:off x="2030413" y="2998788"/>
              <a:ext cx="106363" cy="273050"/>
            </a:xfrm>
            <a:custGeom>
              <a:avLst/>
              <a:gdLst>
                <a:gd name="T0" fmla="*/ 25 w 25"/>
                <a:gd name="T1" fmla="*/ 53 h 64"/>
                <a:gd name="T2" fmla="*/ 14 w 25"/>
                <a:gd name="T3" fmla="*/ 64 h 64"/>
                <a:gd name="T4" fmla="*/ 11 w 25"/>
                <a:gd name="T5" fmla="*/ 64 h 64"/>
                <a:gd name="T6" fmla="*/ 0 w 25"/>
                <a:gd name="T7" fmla="*/ 53 h 64"/>
                <a:gd name="T8" fmla="*/ 0 w 25"/>
                <a:gd name="T9" fmla="*/ 11 h 64"/>
                <a:gd name="T10" fmla="*/ 11 w 25"/>
                <a:gd name="T11" fmla="*/ 0 h 64"/>
                <a:gd name="T12" fmla="*/ 14 w 25"/>
                <a:gd name="T13" fmla="*/ 0 h 64"/>
                <a:gd name="T14" fmla="*/ 25 w 25"/>
                <a:gd name="T15" fmla="*/ 11 h 64"/>
                <a:gd name="T16" fmla="*/ 25 w 25"/>
                <a:gd name="T17" fmla="*/ 53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64">
                  <a:moveTo>
                    <a:pt x="25" y="53"/>
                  </a:moveTo>
                  <a:cubicBezTo>
                    <a:pt x="25" y="59"/>
                    <a:pt x="21" y="64"/>
                    <a:pt x="14" y="64"/>
                  </a:cubicBezTo>
                  <a:cubicBezTo>
                    <a:pt x="11" y="64"/>
                    <a:pt x="11" y="64"/>
                    <a:pt x="11" y="64"/>
                  </a:cubicBezTo>
                  <a:cubicBezTo>
                    <a:pt x="5" y="64"/>
                    <a:pt x="0" y="59"/>
                    <a:pt x="0" y="53"/>
                  </a:cubicBezTo>
                  <a:cubicBezTo>
                    <a:pt x="0" y="11"/>
                    <a:pt x="0" y="11"/>
                    <a:pt x="0" y="11"/>
                  </a:cubicBezTo>
                  <a:cubicBezTo>
                    <a:pt x="0" y="5"/>
                    <a:pt x="5" y="0"/>
                    <a:pt x="11" y="0"/>
                  </a:cubicBezTo>
                  <a:cubicBezTo>
                    <a:pt x="14" y="0"/>
                    <a:pt x="14" y="0"/>
                    <a:pt x="14" y="0"/>
                  </a:cubicBezTo>
                  <a:cubicBezTo>
                    <a:pt x="21" y="0"/>
                    <a:pt x="25" y="5"/>
                    <a:pt x="25" y="11"/>
                  </a:cubicBezTo>
                  <a:lnTo>
                    <a:pt x="25" y="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35"/>
            <p:cNvSpPr>
              <a:spLocks/>
            </p:cNvSpPr>
            <p:nvPr/>
          </p:nvSpPr>
          <p:spPr bwMode="auto">
            <a:xfrm>
              <a:off x="1863725" y="2998788"/>
              <a:ext cx="273050" cy="106363"/>
            </a:xfrm>
            <a:custGeom>
              <a:avLst/>
              <a:gdLst>
                <a:gd name="T0" fmla="*/ 53 w 64"/>
                <a:gd name="T1" fmla="*/ 0 h 25"/>
                <a:gd name="T2" fmla="*/ 64 w 64"/>
                <a:gd name="T3" fmla="*/ 11 h 25"/>
                <a:gd name="T4" fmla="*/ 64 w 64"/>
                <a:gd name="T5" fmla="*/ 14 h 25"/>
                <a:gd name="T6" fmla="*/ 53 w 64"/>
                <a:gd name="T7" fmla="*/ 25 h 25"/>
                <a:gd name="T8" fmla="*/ 11 w 64"/>
                <a:gd name="T9" fmla="*/ 25 h 25"/>
                <a:gd name="T10" fmla="*/ 0 w 64"/>
                <a:gd name="T11" fmla="*/ 14 h 25"/>
                <a:gd name="T12" fmla="*/ 0 w 64"/>
                <a:gd name="T13" fmla="*/ 11 h 25"/>
                <a:gd name="T14" fmla="*/ 11 w 64"/>
                <a:gd name="T15" fmla="*/ 0 h 25"/>
                <a:gd name="T16" fmla="*/ 53 w 64"/>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 h="25">
                  <a:moveTo>
                    <a:pt x="53" y="0"/>
                  </a:moveTo>
                  <a:cubicBezTo>
                    <a:pt x="60" y="0"/>
                    <a:pt x="64" y="5"/>
                    <a:pt x="64" y="11"/>
                  </a:cubicBezTo>
                  <a:cubicBezTo>
                    <a:pt x="64" y="14"/>
                    <a:pt x="64" y="14"/>
                    <a:pt x="64" y="14"/>
                  </a:cubicBezTo>
                  <a:cubicBezTo>
                    <a:pt x="64" y="20"/>
                    <a:pt x="60" y="25"/>
                    <a:pt x="53" y="25"/>
                  </a:cubicBezTo>
                  <a:cubicBezTo>
                    <a:pt x="11" y="25"/>
                    <a:pt x="11" y="25"/>
                    <a:pt x="11" y="25"/>
                  </a:cubicBezTo>
                  <a:cubicBezTo>
                    <a:pt x="5" y="25"/>
                    <a:pt x="0" y="20"/>
                    <a:pt x="0" y="14"/>
                  </a:cubicBezTo>
                  <a:cubicBezTo>
                    <a:pt x="0" y="11"/>
                    <a:pt x="0" y="11"/>
                    <a:pt x="0" y="11"/>
                  </a:cubicBezTo>
                  <a:cubicBezTo>
                    <a:pt x="0" y="5"/>
                    <a:pt x="5" y="0"/>
                    <a:pt x="11" y="0"/>
                  </a:cubicBezTo>
                  <a:lnTo>
                    <a:pt x="5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36"/>
            <p:cNvSpPr>
              <a:spLocks/>
            </p:cNvSpPr>
            <p:nvPr/>
          </p:nvSpPr>
          <p:spPr bwMode="auto">
            <a:xfrm>
              <a:off x="2030413" y="3067051"/>
              <a:ext cx="106363" cy="273050"/>
            </a:xfrm>
            <a:custGeom>
              <a:avLst/>
              <a:gdLst>
                <a:gd name="T0" fmla="*/ 25 w 25"/>
                <a:gd name="T1" fmla="*/ 53 h 64"/>
                <a:gd name="T2" fmla="*/ 14 w 25"/>
                <a:gd name="T3" fmla="*/ 64 h 64"/>
                <a:gd name="T4" fmla="*/ 11 w 25"/>
                <a:gd name="T5" fmla="*/ 64 h 64"/>
                <a:gd name="T6" fmla="*/ 0 w 25"/>
                <a:gd name="T7" fmla="*/ 53 h 64"/>
                <a:gd name="T8" fmla="*/ 0 w 25"/>
                <a:gd name="T9" fmla="*/ 10 h 64"/>
                <a:gd name="T10" fmla="*/ 11 w 25"/>
                <a:gd name="T11" fmla="*/ 0 h 64"/>
                <a:gd name="T12" fmla="*/ 14 w 25"/>
                <a:gd name="T13" fmla="*/ 0 h 64"/>
                <a:gd name="T14" fmla="*/ 25 w 25"/>
                <a:gd name="T15" fmla="*/ 10 h 64"/>
                <a:gd name="T16" fmla="*/ 25 w 25"/>
                <a:gd name="T17" fmla="*/ 53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64">
                  <a:moveTo>
                    <a:pt x="25" y="53"/>
                  </a:moveTo>
                  <a:cubicBezTo>
                    <a:pt x="25" y="59"/>
                    <a:pt x="21" y="64"/>
                    <a:pt x="14" y="64"/>
                  </a:cubicBezTo>
                  <a:cubicBezTo>
                    <a:pt x="11" y="64"/>
                    <a:pt x="11" y="64"/>
                    <a:pt x="11" y="64"/>
                  </a:cubicBezTo>
                  <a:cubicBezTo>
                    <a:pt x="5" y="64"/>
                    <a:pt x="0" y="59"/>
                    <a:pt x="0" y="53"/>
                  </a:cubicBezTo>
                  <a:cubicBezTo>
                    <a:pt x="0" y="10"/>
                    <a:pt x="0" y="10"/>
                    <a:pt x="0" y="10"/>
                  </a:cubicBezTo>
                  <a:cubicBezTo>
                    <a:pt x="0" y="4"/>
                    <a:pt x="5" y="0"/>
                    <a:pt x="11" y="0"/>
                  </a:cubicBezTo>
                  <a:cubicBezTo>
                    <a:pt x="14" y="0"/>
                    <a:pt x="14" y="0"/>
                    <a:pt x="14" y="0"/>
                  </a:cubicBezTo>
                  <a:cubicBezTo>
                    <a:pt x="21" y="0"/>
                    <a:pt x="25" y="4"/>
                    <a:pt x="25" y="10"/>
                  </a:cubicBezTo>
                  <a:lnTo>
                    <a:pt x="25" y="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37"/>
            <p:cNvSpPr>
              <a:spLocks/>
            </p:cNvSpPr>
            <p:nvPr/>
          </p:nvSpPr>
          <p:spPr bwMode="auto">
            <a:xfrm>
              <a:off x="1752600" y="2725738"/>
              <a:ext cx="252413" cy="614363"/>
            </a:xfrm>
            <a:custGeom>
              <a:avLst/>
              <a:gdLst>
                <a:gd name="T0" fmla="*/ 54 w 59"/>
                <a:gd name="T1" fmla="*/ 91 h 144"/>
                <a:gd name="T2" fmla="*/ 53 w 59"/>
                <a:gd name="T3" fmla="*/ 91 h 144"/>
                <a:gd name="T4" fmla="*/ 53 w 59"/>
                <a:gd name="T5" fmla="*/ 91 h 144"/>
                <a:gd name="T6" fmla="*/ 9 w 59"/>
                <a:gd name="T7" fmla="*/ 91 h 144"/>
                <a:gd name="T8" fmla="*/ 9 w 59"/>
                <a:gd name="T9" fmla="*/ 3 h 144"/>
                <a:gd name="T10" fmla="*/ 5 w 59"/>
                <a:gd name="T11" fmla="*/ 0 h 144"/>
                <a:gd name="T12" fmla="*/ 0 w 59"/>
                <a:gd name="T13" fmla="*/ 3 h 144"/>
                <a:gd name="T14" fmla="*/ 0 w 59"/>
                <a:gd name="T15" fmla="*/ 140 h 144"/>
                <a:gd name="T16" fmla="*/ 5 w 59"/>
                <a:gd name="T17" fmla="*/ 144 h 144"/>
                <a:gd name="T18" fmla="*/ 9 w 59"/>
                <a:gd name="T19" fmla="*/ 140 h 144"/>
                <a:gd name="T20" fmla="*/ 9 w 59"/>
                <a:gd name="T21" fmla="*/ 100 h 144"/>
                <a:gd name="T22" fmla="*/ 50 w 59"/>
                <a:gd name="T23" fmla="*/ 100 h 144"/>
                <a:gd name="T24" fmla="*/ 50 w 59"/>
                <a:gd name="T25" fmla="*/ 140 h 144"/>
                <a:gd name="T26" fmla="*/ 54 w 59"/>
                <a:gd name="T27" fmla="*/ 144 h 144"/>
                <a:gd name="T28" fmla="*/ 59 w 59"/>
                <a:gd name="T29" fmla="*/ 140 h 144"/>
                <a:gd name="T30" fmla="*/ 59 w 59"/>
                <a:gd name="T31" fmla="*/ 95 h 144"/>
                <a:gd name="T32" fmla="*/ 54 w 59"/>
                <a:gd name="T33" fmla="*/ 91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9" h="144">
                  <a:moveTo>
                    <a:pt x="54" y="91"/>
                  </a:moveTo>
                  <a:cubicBezTo>
                    <a:pt x="53" y="91"/>
                    <a:pt x="53" y="91"/>
                    <a:pt x="53" y="91"/>
                  </a:cubicBezTo>
                  <a:cubicBezTo>
                    <a:pt x="53" y="91"/>
                    <a:pt x="53" y="91"/>
                    <a:pt x="53" y="91"/>
                  </a:cubicBezTo>
                  <a:cubicBezTo>
                    <a:pt x="9" y="91"/>
                    <a:pt x="9" y="91"/>
                    <a:pt x="9" y="91"/>
                  </a:cubicBezTo>
                  <a:cubicBezTo>
                    <a:pt x="9" y="3"/>
                    <a:pt x="9" y="3"/>
                    <a:pt x="9" y="3"/>
                  </a:cubicBezTo>
                  <a:cubicBezTo>
                    <a:pt x="9" y="1"/>
                    <a:pt x="6" y="0"/>
                    <a:pt x="5" y="0"/>
                  </a:cubicBezTo>
                  <a:cubicBezTo>
                    <a:pt x="3" y="0"/>
                    <a:pt x="0" y="1"/>
                    <a:pt x="0" y="3"/>
                  </a:cubicBezTo>
                  <a:cubicBezTo>
                    <a:pt x="0" y="140"/>
                    <a:pt x="0" y="140"/>
                    <a:pt x="0" y="140"/>
                  </a:cubicBezTo>
                  <a:cubicBezTo>
                    <a:pt x="0" y="142"/>
                    <a:pt x="3" y="144"/>
                    <a:pt x="5" y="144"/>
                  </a:cubicBezTo>
                  <a:cubicBezTo>
                    <a:pt x="6" y="144"/>
                    <a:pt x="9" y="142"/>
                    <a:pt x="9" y="140"/>
                  </a:cubicBezTo>
                  <a:cubicBezTo>
                    <a:pt x="9" y="100"/>
                    <a:pt x="9" y="100"/>
                    <a:pt x="9" y="100"/>
                  </a:cubicBezTo>
                  <a:cubicBezTo>
                    <a:pt x="50" y="100"/>
                    <a:pt x="50" y="100"/>
                    <a:pt x="50" y="100"/>
                  </a:cubicBezTo>
                  <a:cubicBezTo>
                    <a:pt x="50" y="140"/>
                    <a:pt x="50" y="140"/>
                    <a:pt x="50" y="140"/>
                  </a:cubicBezTo>
                  <a:cubicBezTo>
                    <a:pt x="50" y="142"/>
                    <a:pt x="53" y="144"/>
                    <a:pt x="54" y="144"/>
                  </a:cubicBezTo>
                  <a:cubicBezTo>
                    <a:pt x="56" y="144"/>
                    <a:pt x="59" y="142"/>
                    <a:pt x="59" y="140"/>
                  </a:cubicBezTo>
                  <a:cubicBezTo>
                    <a:pt x="59" y="95"/>
                    <a:pt x="59" y="95"/>
                    <a:pt x="59" y="95"/>
                  </a:cubicBezTo>
                  <a:cubicBezTo>
                    <a:pt x="59" y="93"/>
                    <a:pt x="56" y="91"/>
                    <a:pt x="54" y="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38"/>
            <p:cNvSpPr>
              <a:spLocks/>
            </p:cNvSpPr>
            <p:nvPr/>
          </p:nvSpPr>
          <p:spPr bwMode="auto">
            <a:xfrm>
              <a:off x="2076450" y="2917826"/>
              <a:ext cx="444500" cy="422275"/>
            </a:xfrm>
            <a:custGeom>
              <a:avLst/>
              <a:gdLst>
                <a:gd name="T0" fmla="*/ 100 w 104"/>
                <a:gd name="T1" fmla="*/ 0 h 99"/>
                <a:gd name="T2" fmla="*/ 5 w 104"/>
                <a:gd name="T3" fmla="*/ 0 h 99"/>
                <a:gd name="T4" fmla="*/ 0 w 104"/>
                <a:gd name="T5" fmla="*/ 4 h 99"/>
                <a:gd name="T6" fmla="*/ 5 w 104"/>
                <a:gd name="T7" fmla="*/ 8 h 99"/>
                <a:gd name="T8" fmla="*/ 47 w 104"/>
                <a:gd name="T9" fmla="*/ 8 h 99"/>
                <a:gd name="T10" fmla="*/ 47 w 104"/>
                <a:gd name="T11" fmla="*/ 92 h 99"/>
                <a:gd name="T12" fmla="*/ 20 w 104"/>
                <a:gd name="T13" fmla="*/ 92 h 99"/>
                <a:gd name="T14" fmla="*/ 14 w 104"/>
                <a:gd name="T15" fmla="*/ 99 h 99"/>
                <a:gd name="T16" fmla="*/ 47 w 104"/>
                <a:gd name="T17" fmla="*/ 99 h 99"/>
                <a:gd name="T18" fmla="*/ 59 w 104"/>
                <a:gd name="T19" fmla="*/ 99 h 99"/>
                <a:gd name="T20" fmla="*/ 92 w 104"/>
                <a:gd name="T21" fmla="*/ 99 h 99"/>
                <a:gd name="T22" fmla="*/ 86 w 104"/>
                <a:gd name="T23" fmla="*/ 92 h 99"/>
                <a:gd name="T24" fmla="*/ 59 w 104"/>
                <a:gd name="T25" fmla="*/ 92 h 99"/>
                <a:gd name="T26" fmla="*/ 59 w 104"/>
                <a:gd name="T27" fmla="*/ 8 h 99"/>
                <a:gd name="T28" fmla="*/ 100 w 104"/>
                <a:gd name="T29" fmla="*/ 8 h 99"/>
                <a:gd name="T30" fmla="*/ 104 w 104"/>
                <a:gd name="T31" fmla="*/ 4 h 99"/>
                <a:gd name="T32" fmla="*/ 100 w 104"/>
                <a:gd name="T3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4" h="99">
                  <a:moveTo>
                    <a:pt x="100" y="0"/>
                  </a:moveTo>
                  <a:cubicBezTo>
                    <a:pt x="5" y="0"/>
                    <a:pt x="5" y="0"/>
                    <a:pt x="5" y="0"/>
                  </a:cubicBezTo>
                  <a:cubicBezTo>
                    <a:pt x="2" y="0"/>
                    <a:pt x="0" y="2"/>
                    <a:pt x="0" y="4"/>
                  </a:cubicBezTo>
                  <a:cubicBezTo>
                    <a:pt x="0" y="7"/>
                    <a:pt x="2" y="8"/>
                    <a:pt x="5" y="8"/>
                  </a:cubicBezTo>
                  <a:cubicBezTo>
                    <a:pt x="47" y="8"/>
                    <a:pt x="47" y="8"/>
                    <a:pt x="47" y="8"/>
                  </a:cubicBezTo>
                  <a:cubicBezTo>
                    <a:pt x="47" y="92"/>
                    <a:pt x="47" y="92"/>
                    <a:pt x="47" y="92"/>
                  </a:cubicBezTo>
                  <a:cubicBezTo>
                    <a:pt x="20" y="92"/>
                    <a:pt x="20" y="92"/>
                    <a:pt x="20" y="92"/>
                  </a:cubicBezTo>
                  <a:cubicBezTo>
                    <a:pt x="17" y="92"/>
                    <a:pt x="14" y="95"/>
                    <a:pt x="14" y="99"/>
                  </a:cubicBezTo>
                  <a:cubicBezTo>
                    <a:pt x="47" y="99"/>
                    <a:pt x="47" y="99"/>
                    <a:pt x="47" y="99"/>
                  </a:cubicBezTo>
                  <a:cubicBezTo>
                    <a:pt x="59" y="99"/>
                    <a:pt x="59" y="99"/>
                    <a:pt x="59" y="99"/>
                  </a:cubicBezTo>
                  <a:cubicBezTo>
                    <a:pt x="92" y="99"/>
                    <a:pt x="92" y="99"/>
                    <a:pt x="92" y="99"/>
                  </a:cubicBezTo>
                  <a:cubicBezTo>
                    <a:pt x="92" y="95"/>
                    <a:pt x="89" y="92"/>
                    <a:pt x="86" y="92"/>
                  </a:cubicBezTo>
                  <a:cubicBezTo>
                    <a:pt x="59" y="92"/>
                    <a:pt x="59" y="92"/>
                    <a:pt x="59" y="92"/>
                  </a:cubicBezTo>
                  <a:cubicBezTo>
                    <a:pt x="59" y="8"/>
                    <a:pt x="59" y="8"/>
                    <a:pt x="59" y="8"/>
                  </a:cubicBezTo>
                  <a:cubicBezTo>
                    <a:pt x="100" y="8"/>
                    <a:pt x="100" y="8"/>
                    <a:pt x="100" y="8"/>
                  </a:cubicBezTo>
                  <a:cubicBezTo>
                    <a:pt x="101" y="8"/>
                    <a:pt x="104" y="7"/>
                    <a:pt x="104" y="4"/>
                  </a:cubicBezTo>
                  <a:cubicBezTo>
                    <a:pt x="104" y="2"/>
                    <a:pt x="101" y="0"/>
                    <a:pt x="10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39"/>
            <p:cNvSpPr>
              <a:spLocks/>
            </p:cNvSpPr>
            <p:nvPr/>
          </p:nvSpPr>
          <p:spPr bwMode="auto">
            <a:xfrm>
              <a:off x="2005013" y="2713038"/>
              <a:ext cx="442913" cy="192088"/>
            </a:xfrm>
            <a:custGeom>
              <a:avLst/>
              <a:gdLst>
                <a:gd name="T0" fmla="*/ 93 w 104"/>
                <a:gd name="T1" fmla="*/ 24 h 45"/>
                <a:gd name="T2" fmla="*/ 58 w 104"/>
                <a:gd name="T3" fmla="*/ 24 h 45"/>
                <a:gd name="T4" fmla="*/ 17 w 104"/>
                <a:gd name="T5" fmla="*/ 3 h 45"/>
                <a:gd name="T6" fmla="*/ 3 w 104"/>
                <a:gd name="T7" fmla="*/ 7 h 45"/>
                <a:gd name="T8" fmla="*/ 8 w 104"/>
                <a:gd name="T9" fmla="*/ 20 h 45"/>
                <a:gd name="T10" fmla="*/ 50 w 104"/>
                <a:gd name="T11" fmla="*/ 43 h 45"/>
                <a:gd name="T12" fmla="*/ 56 w 104"/>
                <a:gd name="T13" fmla="*/ 45 h 45"/>
                <a:gd name="T14" fmla="*/ 56 w 104"/>
                <a:gd name="T15" fmla="*/ 45 h 45"/>
                <a:gd name="T16" fmla="*/ 93 w 104"/>
                <a:gd name="T17" fmla="*/ 45 h 45"/>
                <a:gd name="T18" fmla="*/ 104 w 104"/>
                <a:gd name="T19" fmla="*/ 35 h 45"/>
                <a:gd name="T20" fmla="*/ 93 w 104"/>
                <a:gd name="T21" fmla="*/ 24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45">
                  <a:moveTo>
                    <a:pt x="93" y="24"/>
                  </a:moveTo>
                  <a:cubicBezTo>
                    <a:pt x="58" y="24"/>
                    <a:pt x="58" y="24"/>
                    <a:pt x="58" y="24"/>
                  </a:cubicBezTo>
                  <a:cubicBezTo>
                    <a:pt x="17" y="3"/>
                    <a:pt x="17" y="3"/>
                    <a:pt x="17" y="3"/>
                  </a:cubicBezTo>
                  <a:cubicBezTo>
                    <a:pt x="13" y="0"/>
                    <a:pt x="6" y="2"/>
                    <a:pt x="3" y="7"/>
                  </a:cubicBezTo>
                  <a:cubicBezTo>
                    <a:pt x="0" y="11"/>
                    <a:pt x="3" y="17"/>
                    <a:pt x="8" y="20"/>
                  </a:cubicBezTo>
                  <a:cubicBezTo>
                    <a:pt x="50" y="43"/>
                    <a:pt x="50" y="43"/>
                    <a:pt x="50" y="43"/>
                  </a:cubicBezTo>
                  <a:cubicBezTo>
                    <a:pt x="53" y="44"/>
                    <a:pt x="53" y="45"/>
                    <a:pt x="56" y="45"/>
                  </a:cubicBezTo>
                  <a:cubicBezTo>
                    <a:pt x="56" y="45"/>
                    <a:pt x="56" y="45"/>
                    <a:pt x="56" y="45"/>
                  </a:cubicBezTo>
                  <a:cubicBezTo>
                    <a:pt x="93" y="45"/>
                    <a:pt x="93" y="45"/>
                    <a:pt x="93" y="45"/>
                  </a:cubicBezTo>
                  <a:cubicBezTo>
                    <a:pt x="100" y="45"/>
                    <a:pt x="104" y="40"/>
                    <a:pt x="104" y="35"/>
                  </a:cubicBezTo>
                  <a:cubicBezTo>
                    <a:pt x="104" y="29"/>
                    <a:pt x="100" y="24"/>
                    <a:pt x="93"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40"/>
            <p:cNvSpPr>
              <a:spLocks/>
            </p:cNvSpPr>
            <p:nvPr/>
          </p:nvSpPr>
          <p:spPr bwMode="auto">
            <a:xfrm>
              <a:off x="2281238" y="2551113"/>
              <a:ext cx="55563" cy="68263"/>
            </a:xfrm>
            <a:custGeom>
              <a:avLst/>
              <a:gdLst>
                <a:gd name="T0" fmla="*/ 0 w 13"/>
                <a:gd name="T1" fmla="*/ 14 h 16"/>
                <a:gd name="T2" fmla="*/ 7 w 13"/>
                <a:gd name="T3" fmla="*/ 5 h 16"/>
                <a:gd name="T4" fmla="*/ 10 w 13"/>
                <a:gd name="T5" fmla="*/ 3 h 16"/>
                <a:gd name="T6" fmla="*/ 10 w 13"/>
                <a:gd name="T7" fmla="*/ 3 h 16"/>
                <a:gd name="T8" fmla="*/ 0 w 13"/>
                <a:gd name="T9" fmla="*/ 3 h 16"/>
                <a:gd name="T10" fmla="*/ 0 w 13"/>
                <a:gd name="T11" fmla="*/ 0 h 16"/>
                <a:gd name="T12" fmla="*/ 13 w 13"/>
                <a:gd name="T13" fmla="*/ 0 h 16"/>
                <a:gd name="T14" fmla="*/ 13 w 13"/>
                <a:gd name="T15" fmla="*/ 2 h 16"/>
                <a:gd name="T16" fmla="*/ 5 w 13"/>
                <a:gd name="T17" fmla="*/ 11 h 16"/>
                <a:gd name="T18" fmla="*/ 4 w 13"/>
                <a:gd name="T19" fmla="*/ 13 h 16"/>
                <a:gd name="T20" fmla="*/ 4 w 13"/>
                <a:gd name="T21" fmla="*/ 13 h 16"/>
                <a:gd name="T22" fmla="*/ 13 w 13"/>
                <a:gd name="T23" fmla="*/ 13 h 16"/>
                <a:gd name="T24" fmla="*/ 13 w 13"/>
                <a:gd name="T25" fmla="*/ 16 h 16"/>
                <a:gd name="T26" fmla="*/ 0 w 13"/>
                <a:gd name="T27" fmla="*/ 16 h 16"/>
                <a:gd name="T28" fmla="*/ 0 w 13"/>
                <a:gd name="T29"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6">
                  <a:moveTo>
                    <a:pt x="0" y="14"/>
                  </a:moveTo>
                  <a:cubicBezTo>
                    <a:pt x="7" y="5"/>
                    <a:pt x="7" y="5"/>
                    <a:pt x="7" y="5"/>
                  </a:cubicBezTo>
                  <a:cubicBezTo>
                    <a:pt x="7" y="5"/>
                    <a:pt x="8" y="3"/>
                    <a:pt x="10" y="3"/>
                  </a:cubicBezTo>
                  <a:cubicBezTo>
                    <a:pt x="10" y="3"/>
                    <a:pt x="10" y="3"/>
                    <a:pt x="10" y="3"/>
                  </a:cubicBezTo>
                  <a:cubicBezTo>
                    <a:pt x="0" y="3"/>
                    <a:pt x="0" y="3"/>
                    <a:pt x="0" y="3"/>
                  </a:cubicBezTo>
                  <a:cubicBezTo>
                    <a:pt x="0" y="0"/>
                    <a:pt x="0" y="0"/>
                    <a:pt x="0" y="0"/>
                  </a:cubicBezTo>
                  <a:cubicBezTo>
                    <a:pt x="13" y="0"/>
                    <a:pt x="13" y="0"/>
                    <a:pt x="13" y="0"/>
                  </a:cubicBezTo>
                  <a:cubicBezTo>
                    <a:pt x="13" y="2"/>
                    <a:pt x="13" y="2"/>
                    <a:pt x="13" y="2"/>
                  </a:cubicBezTo>
                  <a:cubicBezTo>
                    <a:pt x="5" y="11"/>
                    <a:pt x="5" y="11"/>
                    <a:pt x="5" y="11"/>
                  </a:cubicBezTo>
                  <a:cubicBezTo>
                    <a:pt x="4" y="12"/>
                    <a:pt x="4" y="13"/>
                    <a:pt x="4" y="13"/>
                  </a:cubicBezTo>
                  <a:cubicBezTo>
                    <a:pt x="4" y="13"/>
                    <a:pt x="4" y="13"/>
                    <a:pt x="4" y="13"/>
                  </a:cubicBezTo>
                  <a:cubicBezTo>
                    <a:pt x="13" y="13"/>
                    <a:pt x="13" y="13"/>
                    <a:pt x="13" y="13"/>
                  </a:cubicBezTo>
                  <a:cubicBezTo>
                    <a:pt x="13" y="16"/>
                    <a:pt x="13" y="16"/>
                    <a:pt x="13" y="16"/>
                  </a:cubicBezTo>
                  <a:cubicBezTo>
                    <a:pt x="0" y="16"/>
                    <a:pt x="0" y="16"/>
                    <a:pt x="0" y="16"/>
                  </a:cubicBezTo>
                  <a:lnTo>
                    <a:pt x="0"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41"/>
            <p:cNvSpPr>
              <a:spLocks/>
            </p:cNvSpPr>
            <p:nvPr/>
          </p:nvSpPr>
          <p:spPr bwMode="auto">
            <a:xfrm>
              <a:off x="2336800" y="2397126"/>
              <a:ext cx="93663" cy="123825"/>
            </a:xfrm>
            <a:custGeom>
              <a:avLst/>
              <a:gdLst>
                <a:gd name="T0" fmla="*/ 0 w 22"/>
                <a:gd name="T1" fmla="*/ 26 h 29"/>
                <a:gd name="T2" fmla="*/ 12 w 22"/>
                <a:gd name="T3" fmla="*/ 9 h 29"/>
                <a:gd name="T4" fmla="*/ 15 w 22"/>
                <a:gd name="T5" fmla="*/ 4 h 29"/>
                <a:gd name="T6" fmla="*/ 15 w 22"/>
                <a:gd name="T7" fmla="*/ 4 h 29"/>
                <a:gd name="T8" fmla="*/ 0 w 22"/>
                <a:gd name="T9" fmla="*/ 4 h 29"/>
                <a:gd name="T10" fmla="*/ 0 w 22"/>
                <a:gd name="T11" fmla="*/ 0 h 29"/>
                <a:gd name="T12" fmla="*/ 22 w 22"/>
                <a:gd name="T13" fmla="*/ 0 h 29"/>
                <a:gd name="T14" fmla="*/ 22 w 22"/>
                <a:gd name="T15" fmla="*/ 4 h 29"/>
                <a:gd name="T16" fmla="*/ 9 w 22"/>
                <a:gd name="T17" fmla="*/ 21 h 29"/>
                <a:gd name="T18" fmla="*/ 6 w 22"/>
                <a:gd name="T19" fmla="*/ 25 h 29"/>
                <a:gd name="T20" fmla="*/ 6 w 22"/>
                <a:gd name="T21" fmla="*/ 25 h 29"/>
                <a:gd name="T22" fmla="*/ 22 w 22"/>
                <a:gd name="T23" fmla="*/ 25 h 29"/>
                <a:gd name="T24" fmla="*/ 22 w 22"/>
                <a:gd name="T25" fmla="*/ 29 h 29"/>
                <a:gd name="T26" fmla="*/ 0 w 22"/>
                <a:gd name="T27" fmla="*/ 29 h 29"/>
                <a:gd name="T28" fmla="*/ 0 w 22"/>
                <a:gd name="T29" fmla="*/ 2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29">
                  <a:moveTo>
                    <a:pt x="0" y="26"/>
                  </a:moveTo>
                  <a:cubicBezTo>
                    <a:pt x="12" y="9"/>
                    <a:pt x="12" y="9"/>
                    <a:pt x="12" y="9"/>
                  </a:cubicBezTo>
                  <a:cubicBezTo>
                    <a:pt x="14" y="7"/>
                    <a:pt x="15" y="6"/>
                    <a:pt x="15" y="4"/>
                  </a:cubicBezTo>
                  <a:cubicBezTo>
                    <a:pt x="15" y="4"/>
                    <a:pt x="15" y="4"/>
                    <a:pt x="15" y="4"/>
                  </a:cubicBezTo>
                  <a:cubicBezTo>
                    <a:pt x="0" y="4"/>
                    <a:pt x="0" y="4"/>
                    <a:pt x="0" y="4"/>
                  </a:cubicBezTo>
                  <a:cubicBezTo>
                    <a:pt x="0" y="0"/>
                    <a:pt x="0" y="0"/>
                    <a:pt x="0" y="0"/>
                  </a:cubicBezTo>
                  <a:cubicBezTo>
                    <a:pt x="22" y="0"/>
                    <a:pt x="22" y="0"/>
                    <a:pt x="22" y="0"/>
                  </a:cubicBezTo>
                  <a:cubicBezTo>
                    <a:pt x="22" y="4"/>
                    <a:pt x="22" y="4"/>
                    <a:pt x="22" y="4"/>
                  </a:cubicBezTo>
                  <a:cubicBezTo>
                    <a:pt x="9" y="21"/>
                    <a:pt x="9" y="21"/>
                    <a:pt x="9" y="21"/>
                  </a:cubicBezTo>
                  <a:cubicBezTo>
                    <a:pt x="9" y="22"/>
                    <a:pt x="6" y="24"/>
                    <a:pt x="6" y="25"/>
                  </a:cubicBezTo>
                  <a:cubicBezTo>
                    <a:pt x="6" y="25"/>
                    <a:pt x="6" y="25"/>
                    <a:pt x="6" y="25"/>
                  </a:cubicBezTo>
                  <a:cubicBezTo>
                    <a:pt x="22" y="25"/>
                    <a:pt x="22" y="25"/>
                    <a:pt x="22" y="25"/>
                  </a:cubicBezTo>
                  <a:cubicBezTo>
                    <a:pt x="22" y="29"/>
                    <a:pt x="22" y="29"/>
                    <a:pt x="22" y="29"/>
                  </a:cubicBezTo>
                  <a:cubicBezTo>
                    <a:pt x="0" y="29"/>
                    <a:pt x="0" y="29"/>
                    <a:pt x="0" y="29"/>
                  </a:cubicBezTo>
                  <a:lnTo>
                    <a:pt x="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42"/>
            <p:cNvSpPr>
              <a:spLocks/>
            </p:cNvSpPr>
            <p:nvPr/>
          </p:nvSpPr>
          <p:spPr bwMode="auto">
            <a:xfrm>
              <a:off x="2192338" y="2308226"/>
              <a:ext cx="119063" cy="149225"/>
            </a:xfrm>
            <a:custGeom>
              <a:avLst/>
              <a:gdLst>
                <a:gd name="T0" fmla="*/ 0 w 28"/>
                <a:gd name="T1" fmla="*/ 32 h 35"/>
                <a:gd name="T2" fmla="*/ 15 w 28"/>
                <a:gd name="T3" fmla="*/ 11 h 35"/>
                <a:gd name="T4" fmla="*/ 21 w 28"/>
                <a:gd name="T5" fmla="*/ 6 h 35"/>
                <a:gd name="T6" fmla="*/ 21 w 28"/>
                <a:gd name="T7" fmla="*/ 6 h 35"/>
                <a:gd name="T8" fmla="*/ 3 w 28"/>
                <a:gd name="T9" fmla="*/ 6 h 35"/>
                <a:gd name="T10" fmla="*/ 3 w 28"/>
                <a:gd name="T11" fmla="*/ 0 h 35"/>
                <a:gd name="T12" fmla="*/ 28 w 28"/>
                <a:gd name="T13" fmla="*/ 0 h 35"/>
                <a:gd name="T14" fmla="*/ 28 w 28"/>
                <a:gd name="T15" fmla="*/ 4 h 35"/>
                <a:gd name="T16" fmla="*/ 12 w 28"/>
                <a:gd name="T17" fmla="*/ 25 h 35"/>
                <a:gd name="T18" fmla="*/ 9 w 28"/>
                <a:gd name="T19" fmla="*/ 31 h 35"/>
                <a:gd name="T20" fmla="*/ 9 w 28"/>
                <a:gd name="T21" fmla="*/ 31 h 35"/>
                <a:gd name="T22" fmla="*/ 28 w 28"/>
                <a:gd name="T23" fmla="*/ 31 h 35"/>
                <a:gd name="T24" fmla="*/ 28 w 28"/>
                <a:gd name="T25" fmla="*/ 35 h 35"/>
                <a:gd name="T26" fmla="*/ 0 w 28"/>
                <a:gd name="T27" fmla="*/ 35 h 35"/>
                <a:gd name="T28" fmla="*/ 0 w 28"/>
                <a:gd name="T29" fmla="*/ 3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 h="35">
                  <a:moveTo>
                    <a:pt x="0" y="32"/>
                  </a:moveTo>
                  <a:cubicBezTo>
                    <a:pt x="15" y="11"/>
                    <a:pt x="15" y="11"/>
                    <a:pt x="15" y="11"/>
                  </a:cubicBezTo>
                  <a:cubicBezTo>
                    <a:pt x="18" y="9"/>
                    <a:pt x="18" y="7"/>
                    <a:pt x="21" y="6"/>
                  </a:cubicBezTo>
                  <a:cubicBezTo>
                    <a:pt x="21" y="6"/>
                    <a:pt x="21" y="6"/>
                    <a:pt x="21" y="6"/>
                  </a:cubicBezTo>
                  <a:cubicBezTo>
                    <a:pt x="3" y="6"/>
                    <a:pt x="3" y="6"/>
                    <a:pt x="3" y="6"/>
                  </a:cubicBezTo>
                  <a:cubicBezTo>
                    <a:pt x="3" y="0"/>
                    <a:pt x="3" y="0"/>
                    <a:pt x="3" y="0"/>
                  </a:cubicBezTo>
                  <a:cubicBezTo>
                    <a:pt x="28" y="0"/>
                    <a:pt x="28" y="0"/>
                    <a:pt x="28" y="0"/>
                  </a:cubicBezTo>
                  <a:cubicBezTo>
                    <a:pt x="28" y="4"/>
                    <a:pt x="28" y="4"/>
                    <a:pt x="28" y="4"/>
                  </a:cubicBezTo>
                  <a:cubicBezTo>
                    <a:pt x="12" y="25"/>
                    <a:pt x="12" y="25"/>
                    <a:pt x="12" y="25"/>
                  </a:cubicBezTo>
                  <a:cubicBezTo>
                    <a:pt x="12" y="27"/>
                    <a:pt x="9" y="28"/>
                    <a:pt x="9" y="31"/>
                  </a:cubicBezTo>
                  <a:cubicBezTo>
                    <a:pt x="9" y="31"/>
                    <a:pt x="9" y="31"/>
                    <a:pt x="9" y="31"/>
                  </a:cubicBezTo>
                  <a:cubicBezTo>
                    <a:pt x="28" y="31"/>
                    <a:pt x="28" y="31"/>
                    <a:pt x="28" y="31"/>
                  </a:cubicBezTo>
                  <a:cubicBezTo>
                    <a:pt x="28" y="35"/>
                    <a:pt x="28" y="35"/>
                    <a:pt x="28" y="35"/>
                  </a:cubicBezTo>
                  <a:cubicBezTo>
                    <a:pt x="0" y="35"/>
                    <a:pt x="0" y="35"/>
                    <a:pt x="0" y="35"/>
                  </a:cubicBezTo>
                  <a:lnTo>
                    <a:pt x="0"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43"/>
            <p:cNvSpPr>
              <a:spLocks/>
            </p:cNvSpPr>
            <p:nvPr/>
          </p:nvSpPr>
          <p:spPr bwMode="auto">
            <a:xfrm>
              <a:off x="2030413" y="2973388"/>
              <a:ext cx="131763" cy="338138"/>
            </a:xfrm>
            <a:custGeom>
              <a:avLst/>
              <a:gdLst>
                <a:gd name="T0" fmla="*/ 31 w 31"/>
                <a:gd name="T1" fmla="*/ 9 h 79"/>
                <a:gd name="T2" fmla="*/ 22 w 31"/>
                <a:gd name="T3" fmla="*/ 0 h 79"/>
                <a:gd name="T4" fmla="*/ 19 w 31"/>
                <a:gd name="T5" fmla="*/ 0 h 79"/>
                <a:gd name="T6" fmla="*/ 0 w 31"/>
                <a:gd name="T7" fmla="*/ 0 h 79"/>
                <a:gd name="T8" fmla="*/ 0 w 31"/>
                <a:gd name="T9" fmla="*/ 2 h 79"/>
                <a:gd name="T10" fmla="*/ 14 w 31"/>
                <a:gd name="T11" fmla="*/ 2 h 79"/>
                <a:gd name="T12" fmla="*/ 17 w 31"/>
                <a:gd name="T13" fmla="*/ 2 h 79"/>
                <a:gd name="T14" fmla="*/ 28 w 31"/>
                <a:gd name="T15" fmla="*/ 12 h 79"/>
                <a:gd name="T16" fmla="*/ 28 w 31"/>
                <a:gd name="T17" fmla="*/ 13 h 79"/>
                <a:gd name="T18" fmla="*/ 28 w 31"/>
                <a:gd name="T19" fmla="*/ 16 h 79"/>
                <a:gd name="T20" fmla="*/ 28 w 31"/>
                <a:gd name="T21" fmla="*/ 29 h 79"/>
                <a:gd name="T22" fmla="*/ 28 w 31"/>
                <a:gd name="T23" fmla="*/ 56 h 79"/>
                <a:gd name="T24" fmla="*/ 28 w 31"/>
                <a:gd name="T25" fmla="*/ 71 h 79"/>
                <a:gd name="T26" fmla="*/ 25 w 31"/>
                <a:gd name="T27" fmla="*/ 79 h 79"/>
                <a:gd name="T28" fmla="*/ 31 w 31"/>
                <a:gd name="T29" fmla="*/ 68 h 79"/>
                <a:gd name="T30" fmla="*/ 31 w 31"/>
                <a:gd name="T31" fmla="*/ 53 h 79"/>
                <a:gd name="T32" fmla="*/ 31 w 31"/>
                <a:gd name="T33" fmla="*/ 26 h 79"/>
                <a:gd name="T34" fmla="*/ 31 w 31"/>
                <a:gd name="T35" fmla="*/ 14 h 79"/>
                <a:gd name="T36" fmla="*/ 31 w 31"/>
                <a:gd name="T37" fmla="*/ 11 h 79"/>
                <a:gd name="T38" fmla="*/ 31 w 31"/>
                <a:gd name="T39" fmla="*/ 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 h="79">
                  <a:moveTo>
                    <a:pt x="31" y="9"/>
                  </a:moveTo>
                  <a:cubicBezTo>
                    <a:pt x="31" y="4"/>
                    <a:pt x="28" y="0"/>
                    <a:pt x="22" y="0"/>
                  </a:cubicBezTo>
                  <a:cubicBezTo>
                    <a:pt x="19" y="0"/>
                    <a:pt x="19" y="0"/>
                    <a:pt x="19" y="0"/>
                  </a:cubicBezTo>
                  <a:cubicBezTo>
                    <a:pt x="0" y="0"/>
                    <a:pt x="0" y="0"/>
                    <a:pt x="0" y="0"/>
                  </a:cubicBezTo>
                  <a:cubicBezTo>
                    <a:pt x="0" y="2"/>
                    <a:pt x="0" y="2"/>
                    <a:pt x="0" y="2"/>
                  </a:cubicBezTo>
                  <a:cubicBezTo>
                    <a:pt x="14" y="2"/>
                    <a:pt x="14" y="2"/>
                    <a:pt x="14" y="2"/>
                  </a:cubicBezTo>
                  <a:cubicBezTo>
                    <a:pt x="17" y="2"/>
                    <a:pt x="17" y="2"/>
                    <a:pt x="17" y="2"/>
                  </a:cubicBezTo>
                  <a:cubicBezTo>
                    <a:pt x="24" y="2"/>
                    <a:pt x="28" y="7"/>
                    <a:pt x="28" y="12"/>
                  </a:cubicBezTo>
                  <a:cubicBezTo>
                    <a:pt x="28" y="13"/>
                    <a:pt x="28" y="13"/>
                    <a:pt x="28" y="13"/>
                  </a:cubicBezTo>
                  <a:cubicBezTo>
                    <a:pt x="28" y="16"/>
                    <a:pt x="28" y="16"/>
                    <a:pt x="28" y="16"/>
                  </a:cubicBezTo>
                  <a:cubicBezTo>
                    <a:pt x="28" y="29"/>
                    <a:pt x="28" y="29"/>
                    <a:pt x="28" y="29"/>
                  </a:cubicBezTo>
                  <a:cubicBezTo>
                    <a:pt x="28" y="56"/>
                    <a:pt x="28" y="56"/>
                    <a:pt x="28" y="56"/>
                  </a:cubicBezTo>
                  <a:cubicBezTo>
                    <a:pt x="28" y="71"/>
                    <a:pt x="28" y="71"/>
                    <a:pt x="28" y="71"/>
                  </a:cubicBezTo>
                  <a:cubicBezTo>
                    <a:pt x="28" y="74"/>
                    <a:pt x="28" y="76"/>
                    <a:pt x="25" y="79"/>
                  </a:cubicBezTo>
                  <a:cubicBezTo>
                    <a:pt x="30" y="77"/>
                    <a:pt x="31" y="73"/>
                    <a:pt x="31" y="68"/>
                  </a:cubicBezTo>
                  <a:cubicBezTo>
                    <a:pt x="31" y="53"/>
                    <a:pt x="31" y="53"/>
                    <a:pt x="31" y="53"/>
                  </a:cubicBezTo>
                  <a:cubicBezTo>
                    <a:pt x="31" y="26"/>
                    <a:pt x="31" y="26"/>
                    <a:pt x="31" y="26"/>
                  </a:cubicBezTo>
                  <a:cubicBezTo>
                    <a:pt x="31" y="14"/>
                    <a:pt x="31" y="14"/>
                    <a:pt x="31" y="14"/>
                  </a:cubicBezTo>
                  <a:cubicBezTo>
                    <a:pt x="31" y="11"/>
                    <a:pt x="31" y="11"/>
                    <a:pt x="31" y="11"/>
                  </a:cubicBezTo>
                  <a:cubicBezTo>
                    <a:pt x="31" y="11"/>
                    <a:pt x="31" y="10"/>
                    <a:pt x="31"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44"/>
            <p:cNvSpPr>
              <a:spLocks/>
            </p:cNvSpPr>
            <p:nvPr/>
          </p:nvSpPr>
          <p:spPr bwMode="auto">
            <a:xfrm>
              <a:off x="2162175" y="2667001"/>
              <a:ext cx="200025" cy="127000"/>
            </a:xfrm>
            <a:custGeom>
              <a:avLst/>
              <a:gdLst>
                <a:gd name="T0" fmla="*/ 46 w 47"/>
                <a:gd name="T1" fmla="*/ 30 h 30"/>
                <a:gd name="T2" fmla="*/ 47 w 47"/>
                <a:gd name="T3" fmla="*/ 23 h 30"/>
                <a:gd name="T4" fmla="*/ 22 w 47"/>
                <a:gd name="T5" fmla="*/ 0 h 30"/>
                <a:gd name="T6" fmla="*/ 0 w 47"/>
                <a:gd name="T7" fmla="*/ 18 h 30"/>
                <a:gd name="T8" fmla="*/ 22 w 47"/>
                <a:gd name="T9" fmla="*/ 30 h 30"/>
                <a:gd name="T10" fmla="*/ 46 w 47"/>
                <a:gd name="T11" fmla="*/ 30 h 30"/>
              </a:gdLst>
              <a:ahLst/>
              <a:cxnLst>
                <a:cxn ang="0">
                  <a:pos x="T0" y="T1"/>
                </a:cxn>
                <a:cxn ang="0">
                  <a:pos x="T2" y="T3"/>
                </a:cxn>
                <a:cxn ang="0">
                  <a:pos x="T4" y="T5"/>
                </a:cxn>
                <a:cxn ang="0">
                  <a:pos x="T6" y="T7"/>
                </a:cxn>
                <a:cxn ang="0">
                  <a:pos x="T8" y="T9"/>
                </a:cxn>
                <a:cxn ang="0">
                  <a:pos x="T10" y="T11"/>
                </a:cxn>
              </a:cxnLst>
              <a:rect l="0" t="0" r="r" b="b"/>
              <a:pathLst>
                <a:path w="47" h="30">
                  <a:moveTo>
                    <a:pt x="46" y="30"/>
                  </a:moveTo>
                  <a:cubicBezTo>
                    <a:pt x="47" y="28"/>
                    <a:pt x="47" y="25"/>
                    <a:pt x="47" y="23"/>
                  </a:cubicBezTo>
                  <a:cubicBezTo>
                    <a:pt x="47" y="10"/>
                    <a:pt x="36" y="0"/>
                    <a:pt x="22" y="0"/>
                  </a:cubicBezTo>
                  <a:cubicBezTo>
                    <a:pt x="13" y="0"/>
                    <a:pt x="4" y="7"/>
                    <a:pt x="0" y="18"/>
                  </a:cubicBezTo>
                  <a:cubicBezTo>
                    <a:pt x="22" y="30"/>
                    <a:pt x="22" y="30"/>
                    <a:pt x="22" y="30"/>
                  </a:cubicBezTo>
                  <a:lnTo>
                    <a:pt x="46"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45"/>
            <p:cNvSpPr>
              <a:spLocks/>
            </p:cNvSpPr>
            <p:nvPr/>
          </p:nvSpPr>
          <p:spPr bwMode="auto">
            <a:xfrm>
              <a:off x="1800225" y="2640013"/>
              <a:ext cx="349250" cy="465138"/>
            </a:xfrm>
            <a:custGeom>
              <a:avLst/>
              <a:gdLst>
                <a:gd name="T0" fmla="*/ 47 w 82"/>
                <a:gd name="T1" fmla="*/ 21 h 109"/>
                <a:gd name="T2" fmla="*/ 70 w 82"/>
                <a:gd name="T3" fmla="*/ 14 h 109"/>
                <a:gd name="T4" fmla="*/ 82 w 82"/>
                <a:gd name="T5" fmla="*/ 22 h 109"/>
                <a:gd name="T6" fmla="*/ 82 w 82"/>
                <a:gd name="T7" fmla="*/ 20 h 109"/>
                <a:gd name="T8" fmla="*/ 61 w 82"/>
                <a:gd name="T9" fmla="*/ 2 h 109"/>
                <a:gd name="T10" fmla="*/ 45 w 82"/>
                <a:gd name="T11" fmla="*/ 4 h 109"/>
                <a:gd name="T12" fmla="*/ 40 w 82"/>
                <a:gd name="T13" fmla="*/ 4 h 109"/>
                <a:gd name="T14" fmla="*/ 31 w 82"/>
                <a:gd name="T15" fmla="*/ 7 h 109"/>
                <a:gd name="T16" fmla="*/ 1 w 82"/>
                <a:gd name="T17" fmla="*/ 54 h 109"/>
                <a:gd name="T18" fmla="*/ 1 w 82"/>
                <a:gd name="T19" fmla="*/ 89 h 109"/>
                <a:gd name="T20" fmla="*/ 20 w 82"/>
                <a:gd name="T21" fmla="*/ 109 h 109"/>
                <a:gd name="T22" fmla="*/ 31 w 82"/>
                <a:gd name="T23" fmla="*/ 109 h 109"/>
                <a:gd name="T24" fmla="*/ 51 w 82"/>
                <a:gd name="T25" fmla="*/ 89 h 109"/>
                <a:gd name="T26" fmla="*/ 51 w 82"/>
                <a:gd name="T27" fmla="*/ 55 h 109"/>
                <a:gd name="T28" fmla="*/ 67 w 82"/>
                <a:gd name="T29" fmla="*/ 52 h 109"/>
                <a:gd name="T30" fmla="*/ 70 w 82"/>
                <a:gd name="T31" fmla="*/ 52 h 109"/>
                <a:gd name="T32" fmla="*/ 54 w 82"/>
                <a:gd name="T33" fmla="*/ 43 h 109"/>
                <a:gd name="T34" fmla="*/ 47 w 82"/>
                <a:gd name="T35" fmla="*/ 2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2" h="109">
                  <a:moveTo>
                    <a:pt x="47" y="21"/>
                  </a:moveTo>
                  <a:cubicBezTo>
                    <a:pt x="51" y="13"/>
                    <a:pt x="61" y="10"/>
                    <a:pt x="70" y="14"/>
                  </a:cubicBezTo>
                  <a:cubicBezTo>
                    <a:pt x="82" y="22"/>
                    <a:pt x="82" y="22"/>
                    <a:pt x="82" y="22"/>
                  </a:cubicBezTo>
                  <a:cubicBezTo>
                    <a:pt x="82" y="20"/>
                    <a:pt x="82" y="20"/>
                    <a:pt x="82" y="20"/>
                  </a:cubicBezTo>
                  <a:cubicBezTo>
                    <a:pt x="81" y="9"/>
                    <a:pt x="70" y="0"/>
                    <a:pt x="61" y="2"/>
                  </a:cubicBezTo>
                  <a:cubicBezTo>
                    <a:pt x="45" y="4"/>
                    <a:pt x="45" y="4"/>
                    <a:pt x="45" y="4"/>
                  </a:cubicBezTo>
                  <a:cubicBezTo>
                    <a:pt x="40" y="4"/>
                    <a:pt x="40" y="4"/>
                    <a:pt x="40" y="4"/>
                  </a:cubicBezTo>
                  <a:cubicBezTo>
                    <a:pt x="39" y="5"/>
                    <a:pt x="36" y="6"/>
                    <a:pt x="31" y="7"/>
                  </a:cubicBezTo>
                  <a:cubicBezTo>
                    <a:pt x="17" y="13"/>
                    <a:pt x="0" y="26"/>
                    <a:pt x="1" y="54"/>
                  </a:cubicBezTo>
                  <a:cubicBezTo>
                    <a:pt x="1" y="89"/>
                    <a:pt x="1" y="89"/>
                    <a:pt x="1" y="89"/>
                  </a:cubicBezTo>
                  <a:cubicBezTo>
                    <a:pt x="1" y="100"/>
                    <a:pt x="9" y="109"/>
                    <a:pt x="20" y="109"/>
                  </a:cubicBezTo>
                  <a:cubicBezTo>
                    <a:pt x="31" y="109"/>
                    <a:pt x="31" y="109"/>
                    <a:pt x="31" y="109"/>
                  </a:cubicBezTo>
                  <a:cubicBezTo>
                    <a:pt x="42" y="109"/>
                    <a:pt x="51" y="100"/>
                    <a:pt x="51" y="89"/>
                  </a:cubicBezTo>
                  <a:cubicBezTo>
                    <a:pt x="51" y="55"/>
                    <a:pt x="51" y="55"/>
                    <a:pt x="51" y="55"/>
                  </a:cubicBezTo>
                  <a:cubicBezTo>
                    <a:pt x="67" y="52"/>
                    <a:pt x="67" y="52"/>
                    <a:pt x="67" y="52"/>
                  </a:cubicBezTo>
                  <a:cubicBezTo>
                    <a:pt x="67" y="52"/>
                    <a:pt x="68" y="52"/>
                    <a:pt x="70" y="52"/>
                  </a:cubicBezTo>
                  <a:cubicBezTo>
                    <a:pt x="54" y="43"/>
                    <a:pt x="54" y="43"/>
                    <a:pt x="54" y="43"/>
                  </a:cubicBezTo>
                  <a:cubicBezTo>
                    <a:pt x="45" y="38"/>
                    <a:pt x="42" y="29"/>
                    <a:pt x="47"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46"/>
            <p:cNvSpPr>
              <a:spLocks/>
            </p:cNvSpPr>
            <p:nvPr/>
          </p:nvSpPr>
          <p:spPr bwMode="auto">
            <a:xfrm>
              <a:off x="5626100" y="2187576"/>
              <a:ext cx="200025" cy="201613"/>
            </a:xfrm>
            <a:custGeom>
              <a:avLst/>
              <a:gdLst>
                <a:gd name="T0" fmla="*/ 47 w 47"/>
                <a:gd name="T1" fmla="*/ 23 h 47"/>
                <a:gd name="T2" fmla="*/ 24 w 47"/>
                <a:gd name="T3" fmla="*/ 47 h 47"/>
                <a:gd name="T4" fmla="*/ 0 w 47"/>
                <a:gd name="T5" fmla="*/ 23 h 47"/>
                <a:gd name="T6" fmla="*/ 24 w 47"/>
                <a:gd name="T7" fmla="*/ 0 h 47"/>
                <a:gd name="T8" fmla="*/ 47 w 47"/>
                <a:gd name="T9" fmla="*/ 23 h 47"/>
              </a:gdLst>
              <a:ahLst/>
              <a:cxnLst>
                <a:cxn ang="0">
                  <a:pos x="T0" y="T1"/>
                </a:cxn>
                <a:cxn ang="0">
                  <a:pos x="T2" y="T3"/>
                </a:cxn>
                <a:cxn ang="0">
                  <a:pos x="T4" y="T5"/>
                </a:cxn>
                <a:cxn ang="0">
                  <a:pos x="T6" y="T7"/>
                </a:cxn>
                <a:cxn ang="0">
                  <a:pos x="T8" y="T9"/>
                </a:cxn>
              </a:cxnLst>
              <a:rect l="0" t="0" r="r" b="b"/>
              <a:pathLst>
                <a:path w="47" h="47">
                  <a:moveTo>
                    <a:pt x="47" y="23"/>
                  </a:moveTo>
                  <a:cubicBezTo>
                    <a:pt x="47" y="36"/>
                    <a:pt x="36" y="47"/>
                    <a:pt x="24" y="47"/>
                  </a:cubicBezTo>
                  <a:cubicBezTo>
                    <a:pt x="10" y="47"/>
                    <a:pt x="0" y="36"/>
                    <a:pt x="0" y="23"/>
                  </a:cubicBezTo>
                  <a:cubicBezTo>
                    <a:pt x="0" y="11"/>
                    <a:pt x="10" y="0"/>
                    <a:pt x="24" y="0"/>
                  </a:cubicBezTo>
                  <a:cubicBezTo>
                    <a:pt x="36" y="0"/>
                    <a:pt x="47" y="11"/>
                    <a:pt x="47"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47"/>
            <p:cNvSpPr>
              <a:spLocks/>
            </p:cNvSpPr>
            <p:nvPr/>
          </p:nvSpPr>
          <p:spPr bwMode="auto">
            <a:xfrm>
              <a:off x="5681663" y="2871788"/>
              <a:ext cx="106363" cy="468313"/>
            </a:xfrm>
            <a:custGeom>
              <a:avLst/>
              <a:gdLst>
                <a:gd name="T0" fmla="*/ 25 w 25"/>
                <a:gd name="T1" fmla="*/ 11 h 110"/>
                <a:gd name="T2" fmla="*/ 14 w 25"/>
                <a:gd name="T3" fmla="*/ 0 h 110"/>
                <a:gd name="T4" fmla="*/ 11 w 25"/>
                <a:gd name="T5" fmla="*/ 0 h 110"/>
                <a:gd name="T6" fmla="*/ 0 w 25"/>
                <a:gd name="T7" fmla="*/ 11 h 110"/>
                <a:gd name="T8" fmla="*/ 0 w 25"/>
                <a:gd name="T9" fmla="*/ 54 h 110"/>
                <a:gd name="T10" fmla="*/ 0 w 25"/>
                <a:gd name="T11" fmla="*/ 55 h 110"/>
                <a:gd name="T12" fmla="*/ 0 w 25"/>
                <a:gd name="T13" fmla="*/ 56 h 110"/>
                <a:gd name="T14" fmla="*/ 0 w 25"/>
                <a:gd name="T15" fmla="*/ 99 h 110"/>
                <a:gd name="T16" fmla="*/ 11 w 25"/>
                <a:gd name="T17" fmla="*/ 110 h 110"/>
                <a:gd name="T18" fmla="*/ 14 w 25"/>
                <a:gd name="T19" fmla="*/ 110 h 110"/>
                <a:gd name="T20" fmla="*/ 25 w 25"/>
                <a:gd name="T21" fmla="*/ 99 h 110"/>
                <a:gd name="T22" fmla="*/ 25 w 25"/>
                <a:gd name="T23" fmla="*/ 56 h 110"/>
                <a:gd name="T24" fmla="*/ 25 w 25"/>
                <a:gd name="T25" fmla="*/ 55 h 110"/>
                <a:gd name="T26" fmla="*/ 25 w 25"/>
                <a:gd name="T27" fmla="*/ 54 h 110"/>
                <a:gd name="T28" fmla="*/ 25 w 25"/>
                <a:gd name="T29" fmla="*/ 11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10">
                  <a:moveTo>
                    <a:pt x="25" y="11"/>
                  </a:moveTo>
                  <a:cubicBezTo>
                    <a:pt x="25" y="5"/>
                    <a:pt x="20" y="0"/>
                    <a:pt x="14" y="0"/>
                  </a:cubicBezTo>
                  <a:cubicBezTo>
                    <a:pt x="11" y="0"/>
                    <a:pt x="11" y="0"/>
                    <a:pt x="11" y="0"/>
                  </a:cubicBezTo>
                  <a:cubicBezTo>
                    <a:pt x="6" y="0"/>
                    <a:pt x="0" y="5"/>
                    <a:pt x="0" y="11"/>
                  </a:cubicBezTo>
                  <a:cubicBezTo>
                    <a:pt x="0" y="54"/>
                    <a:pt x="0" y="54"/>
                    <a:pt x="0" y="54"/>
                  </a:cubicBezTo>
                  <a:cubicBezTo>
                    <a:pt x="0" y="55"/>
                    <a:pt x="0" y="55"/>
                    <a:pt x="0" y="55"/>
                  </a:cubicBezTo>
                  <a:cubicBezTo>
                    <a:pt x="0" y="56"/>
                    <a:pt x="0" y="56"/>
                    <a:pt x="0" y="56"/>
                  </a:cubicBezTo>
                  <a:cubicBezTo>
                    <a:pt x="0" y="99"/>
                    <a:pt x="0" y="99"/>
                    <a:pt x="0" y="99"/>
                  </a:cubicBezTo>
                  <a:cubicBezTo>
                    <a:pt x="0" y="105"/>
                    <a:pt x="6" y="110"/>
                    <a:pt x="11" y="110"/>
                  </a:cubicBezTo>
                  <a:cubicBezTo>
                    <a:pt x="14" y="110"/>
                    <a:pt x="14" y="110"/>
                    <a:pt x="14" y="110"/>
                  </a:cubicBezTo>
                  <a:cubicBezTo>
                    <a:pt x="20" y="110"/>
                    <a:pt x="25" y="105"/>
                    <a:pt x="25" y="99"/>
                  </a:cubicBezTo>
                  <a:cubicBezTo>
                    <a:pt x="25" y="56"/>
                    <a:pt x="25" y="56"/>
                    <a:pt x="25" y="56"/>
                  </a:cubicBezTo>
                  <a:cubicBezTo>
                    <a:pt x="25" y="55"/>
                    <a:pt x="25" y="55"/>
                    <a:pt x="25" y="55"/>
                  </a:cubicBezTo>
                  <a:cubicBezTo>
                    <a:pt x="25" y="54"/>
                    <a:pt x="25" y="54"/>
                    <a:pt x="25" y="54"/>
                  </a:cubicBezTo>
                  <a:lnTo>
                    <a:pt x="25"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48"/>
            <p:cNvSpPr>
              <a:spLocks/>
            </p:cNvSpPr>
            <p:nvPr/>
          </p:nvSpPr>
          <p:spPr bwMode="auto">
            <a:xfrm>
              <a:off x="5699125" y="2252663"/>
              <a:ext cx="354013" cy="323850"/>
            </a:xfrm>
            <a:custGeom>
              <a:avLst/>
              <a:gdLst>
                <a:gd name="T0" fmla="*/ 77 w 83"/>
                <a:gd name="T1" fmla="*/ 3 h 76"/>
                <a:gd name="T2" fmla="*/ 64 w 83"/>
                <a:gd name="T3" fmla="*/ 7 h 76"/>
                <a:gd name="T4" fmla="*/ 49 w 83"/>
                <a:gd name="T5" fmla="*/ 38 h 76"/>
                <a:gd name="T6" fmla="*/ 8 w 83"/>
                <a:gd name="T7" fmla="*/ 55 h 76"/>
                <a:gd name="T8" fmla="*/ 2 w 83"/>
                <a:gd name="T9" fmla="*/ 69 h 76"/>
                <a:gd name="T10" fmla="*/ 16 w 83"/>
                <a:gd name="T11" fmla="*/ 74 h 76"/>
                <a:gd name="T12" fmla="*/ 61 w 83"/>
                <a:gd name="T13" fmla="*/ 55 h 76"/>
                <a:gd name="T14" fmla="*/ 64 w 83"/>
                <a:gd name="T15" fmla="*/ 52 h 76"/>
                <a:gd name="T16" fmla="*/ 66 w 83"/>
                <a:gd name="T17" fmla="*/ 49 h 76"/>
                <a:gd name="T18" fmla="*/ 81 w 83"/>
                <a:gd name="T19" fmla="*/ 15 h 76"/>
                <a:gd name="T20" fmla="*/ 77 w 83"/>
                <a:gd name="T21" fmla="*/ 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3" h="76">
                  <a:moveTo>
                    <a:pt x="77" y="3"/>
                  </a:moveTo>
                  <a:cubicBezTo>
                    <a:pt x="70" y="0"/>
                    <a:pt x="66" y="2"/>
                    <a:pt x="64" y="7"/>
                  </a:cubicBezTo>
                  <a:cubicBezTo>
                    <a:pt x="49" y="38"/>
                    <a:pt x="49" y="38"/>
                    <a:pt x="49" y="38"/>
                  </a:cubicBezTo>
                  <a:cubicBezTo>
                    <a:pt x="8" y="55"/>
                    <a:pt x="8" y="55"/>
                    <a:pt x="8" y="55"/>
                  </a:cubicBezTo>
                  <a:cubicBezTo>
                    <a:pt x="2" y="58"/>
                    <a:pt x="0" y="64"/>
                    <a:pt x="2" y="69"/>
                  </a:cubicBezTo>
                  <a:cubicBezTo>
                    <a:pt x="5" y="73"/>
                    <a:pt x="11" y="76"/>
                    <a:pt x="16" y="74"/>
                  </a:cubicBezTo>
                  <a:cubicBezTo>
                    <a:pt x="61" y="55"/>
                    <a:pt x="61" y="55"/>
                    <a:pt x="61" y="55"/>
                  </a:cubicBezTo>
                  <a:cubicBezTo>
                    <a:pt x="61" y="54"/>
                    <a:pt x="64" y="53"/>
                    <a:pt x="64" y="52"/>
                  </a:cubicBezTo>
                  <a:cubicBezTo>
                    <a:pt x="64" y="51"/>
                    <a:pt x="64" y="50"/>
                    <a:pt x="66" y="49"/>
                  </a:cubicBezTo>
                  <a:cubicBezTo>
                    <a:pt x="81" y="15"/>
                    <a:pt x="81" y="15"/>
                    <a:pt x="81" y="15"/>
                  </a:cubicBezTo>
                  <a:cubicBezTo>
                    <a:pt x="83" y="10"/>
                    <a:pt x="81" y="5"/>
                    <a:pt x="77"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49"/>
            <p:cNvSpPr>
              <a:spLocks/>
            </p:cNvSpPr>
            <p:nvPr/>
          </p:nvSpPr>
          <p:spPr bwMode="auto">
            <a:xfrm>
              <a:off x="5984875" y="2235201"/>
              <a:ext cx="114300" cy="73025"/>
            </a:xfrm>
            <a:custGeom>
              <a:avLst/>
              <a:gdLst>
                <a:gd name="T0" fmla="*/ 25 w 27"/>
                <a:gd name="T1" fmla="*/ 2 h 17"/>
                <a:gd name="T2" fmla="*/ 25 w 27"/>
                <a:gd name="T3" fmla="*/ 6 h 17"/>
                <a:gd name="T4" fmla="*/ 5 w 27"/>
                <a:gd name="T5" fmla="*/ 17 h 17"/>
                <a:gd name="T6" fmla="*/ 0 w 27"/>
                <a:gd name="T7" fmla="*/ 15 h 17"/>
                <a:gd name="T8" fmla="*/ 0 w 27"/>
                <a:gd name="T9" fmla="*/ 15 h 17"/>
                <a:gd name="T10" fmla="*/ 2 w 27"/>
                <a:gd name="T11" fmla="*/ 12 h 17"/>
                <a:gd name="T12" fmla="*/ 22 w 27"/>
                <a:gd name="T13" fmla="*/ 1 h 17"/>
                <a:gd name="T14" fmla="*/ 25 w 27"/>
                <a:gd name="T15" fmla="*/ 1 h 17"/>
                <a:gd name="T16" fmla="*/ 25 w 27"/>
                <a:gd name="T17"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7">
                  <a:moveTo>
                    <a:pt x="25" y="2"/>
                  </a:moveTo>
                  <a:cubicBezTo>
                    <a:pt x="27" y="3"/>
                    <a:pt x="25" y="5"/>
                    <a:pt x="25" y="6"/>
                  </a:cubicBezTo>
                  <a:cubicBezTo>
                    <a:pt x="5" y="17"/>
                    <a:pt x="5" y="17"/>
                    <a:pt x="5" y="17"/>
                  </a:cubicBezTo>
                  <a:cubicBezTo>
                    <a:pt x="3" y="17"/>
                    <a:pt x="2" y="17"/>
                    <a:pt x="0" y="15"/>
                  </a:cubicBezTo>
                  <a:cubicBezTo>
                    <a:pt x="0" y="15"/>
                    <a:pt x="0" y="15"/>
                    <a:pt x="0" y="15"/>
                  </a:cubicBezTo>
                  <a:cubicBezTo>
                    <a:pt x="0" y="15"/>
                    <a:pt x="0" y="13"/>
                    <a:pt x="2" y="12"/>
                  </a:cubicBezTo>
                  <a:cubicBezTo>
                    <a:pt x="22" y="1"/>
                    <a:pt x="22" y="1"/>
                    <a:pt x="22" y="1"/>
                  </a:cubicBezTo>
                  <a:cubicBezTo>
                    <a:pt x="24" y="0"/>
                    <a:pt x="25" y="1"/>
                    <a:pt x="25" y="1"/>
                  </a:cubicBezTo>
                  <a:lnTo>
                    <a:pt x="25"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50"/>
            <p:cNvSpPr>
              <a:spLocks/>
            </p:cNvSpPr>
            <p:nvPr/>
          </p:nvSpPr>
          <p:spPr bwMode="auto">
            <a:xfrm>
              <a:off x="5767388" y="2900363"/>
              <a:ext cx="63500" cy="439738"/>
            </a:xfrm>
            <a:custGeom>
              <a:avLst/>
              <a:gdLst>
                <a:gd name="T0" fmla="*/ 11 w 15"/>
                <a:gd name="T1" fmla="*/ 3 h 103"/>
                <a:gd name="T2" fmla="*/ 11 w 15"/>
                <a:gd name="T3" fmla="*/ 4 h 103"/>
                <a:gd name="T4" fmla="*/ 11 w 15"/>
                <a:gd name="T5" fmla="*/ 47 h 103"/>
                <a:gd name="T6" fmla="*/ 11 w 15"/>
                <a:gd name="T7" fmla="*/ 48 h 103"/>
                <a:gd name="T8" fmla="*/ 11 w 15"/>
                <a:gd name="T9" fmla="*/ 49 h 103"/>
                <a:gd name="T10" fmla="*/ 11 w 15"/>
                <a:gd name="T11" fmla="*/ 92 h 103"/>
                <a:gd name="T12" fmla="*/ 0 w 15"/>
                <a:gd name="T13" fmla="*/ 103 h 103"/>
                <a:gd name="T14" fmla="*/ 1 w 15"/>
                <a:gd name="T15" fmla="*/ 103 h 103"/>
                <a:gd name="T16" fmla="*/ 5 w 15"/>
                <a:gd name="T17" fmla="*/ 103 h 103"/>
                <a:gd name="T18" fmla="*/ 15 w 15"/>
                <a:gd name="T19" fmla="*/ 92 h 103"/>
                <a:gd name="T20" fmla="*/ 15 w 15"/>
                <a:gd name="T21" fmla="*/ 49 h 103"/>
                <a:gd name="T22" fmla="*/ 15 w 15"/>
                <a:gd name="T23" fmla="*/ 48 h 103"/>
                <a:gd name="T24" fmla="*/ 15 w 15"/>
                <a:gd name="T25" fmla="*/ 47 h 103"/>
                <a:gd name="T26" fmla="*/ 15 w 15"/>
                <a:gd name="T27" fmla="*/ 4 h 103"/>
                <a:gd name="T28" fmla="*/ 14 w 15"/>
                <a:gd name="T29" fmla="*/ 0 h 103"/>
                <a:gd name="T30" fmla="*/ 11 w 15"/>
                <a:gd name="T31" fmla="*/ 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 h="103">
                  <a:moveTo>
                    <a:pt x="11" y="3"/>
                  </a:moveTo>
                  <a:cubicBezTo>
                    <a:pt x="11" y="4"/>
                    <a:pt x="11" y="4"/>
                    <a:pt x="11" y="4"/>
                  </a:cubicBezTo>
                  <a:cubicBezTo>
                    <a:pt x="11" y="47"/>
                    <a:pt x="11" y="47"/>
                    <a:pt x="11" y="47"/>
                  </a:cubicBezTo>
                  <a:cubicBezTo>
                    <a:pt x="11" y="48"/>
                    <a:pt x="11" y="48"/>
                    <a:pt x="11" y="48"/>
                  </a:cubicBezTo>
                  <a:cubicBezTo>
                    <a:pt x="11" y="49"/>
                    <a:pt x="11" y="49"/>
                    <a:pt x="11" y="49"/>
                  </a:cubicBezTo>
                  <a:cubicBezTo>
                    <a:pt x="11" y="92"/>
                    <a:pt x="11" y="92"/>
                    <a:pt x="11" y="92"/>
                  </a:cubicBezTo>
                  <a:cubicBezTo>
                    <a:pt x="11" y="97"/>
                    <a:pt x="6" y="102"/>
                    <a:pt x="0" y="103"/>
                  </a:cubicBezTo>
                  <a:cubicBezTo>
                    <a:pt x="1" y="103"/>
                    <a:pt x="1" y="103"/>
                    <a:pt x="1" y="103"/>
                  </a:cubicBezTo>
                  <a:cubicBezTo>
                    <a:pt x="5" y="103"/>
                    <a:pt x="5" y="103"/>
                    <a:pt x="5" y="103"/>
                  </a:cubicBezTo>
                  <a:cubicBezTo>
                    <a:pt x="11" y="103"/>
                    <a:pt x="15" y="98"/>
                    <a:pt x="15" y="92"/>
                  </a:cubicBezTo>
                  <a:cubicBezTo>
                    <a:pt x="15" y="49"/>
                    <a:pt x="15" y="49"/>
                    <a:pt x="15" y="49"/>
                  </a:cubicBezTo>
                  <a:cubicBezTo>
                    <a:pt x="15" y="48"/>
                    <a:pt x="15" y="48"/>
                    <a:pt x="15" y="48"/>
                  </a:cubicBezTo>
                  <a:cubicBezTo>
                    <a:pt x="15" y="47"/>
                    <a:pt x="15" y="47"/>
                    <a:pt x="15" y="47"/>
                  </a:cubicBezTo>
                  <a:cubicBezTo>
                    <a:pt x="15" y="4"/>
                    <a:pt x="15" y="4"/>
                    <a:pt x="15" y="4"/>
                  </a:cubicBezTo>
                  <a:cubicBezTo>
                    <a:pt x="15" y="2"/>
                    <a:pt x="14" y="1"/>
                    <a:pt x="14" y="0"/>
                  </a:cubicBezTo>
                  <a:cubicBezTo>
                    <a:pt x="14" y="1"/>
                    <a:pt x="11" y="2"/>
                    <a:pt x="1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51"/>
            <p:cNvSpPr>
              <a:spLocks/>
            </p:cNvSpPr>
            <p:nvPr/>
          </p:nvSpPr>
          <p:spPr bwMode="auto">
            <a:xfrm>
              <a:off x="5626100" y="2414588"/>
              <a:ext cx="212725" cy="508000"/>
            </a:xfrm>
            <a:custGeom>
              <a:avLst/>
              <a:gdLst>
                <a:gd name="T0" fmla="*/ 16 w 50"/>
                <a:gd name="T1" fmla="*/ 33 h 119"/>
                <a:gd name="T2" fmla="*/ 24 w 50"/>
                <a:gd name="T3" fmla="*/ 14 h 119"/>
                <a:gd name="T4" fmla="*/ 44 w 50"/>
                <a:gd name="T5" fmla="*/ 5 h 119"/>
                <a:gd name="T6" fmla="*/ 31 w 50"/>
                <a:gd name="T7" fmla="*/ 0 h 119"/>
                <a:gd name="T8" fmla="*/ 20 w 50"/>
                <a:gd name="T9" fmla="*/ 0 h 119"/>
                <a:gd name="T10" fmla="*/ 0 w 50"/>
                <a:gd name="T11" fmla="*/ 21 h 119"/>
                <a:gd name="T12" fmla="*/ 0 w 50"/>
                <a:gd name="T13" fmla="*/ 98 h 119"/>
                <a:gd name="T14" fmla="*/ 20 w 50"/>
                <a:gd name="T15" fmla="*/ 119 h 119"/>
                <a:gd name="T16" fmla="*/ 31 w 50"/>
                <a:gd name="T17" fmla="*/ 119 h 119"/>
                <a:gd name="T18" fmla="*/ 50 w 50"/>
                <a:gd name="T19" fmla="*/ 98 h 119"/>
                <a:gd name="T20" fmla="*/ 50 w 50"/>
                <a:gd name="T21" fmla="*/ 34 h 119"/>
                <a:gd name="T22" fmla="*/ 34 w 50"/>
                <a:gd name="T23" fmla="*/ 41 h 119"/>
                <a:gd name="T24" fmla="*/ 16 w 50"/>
                <a:gd name="T25" fmla="*/ 33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 h="119">
                  <a:moveTo>
                    <a:pt x="16" y="33"/>
                  </a:moveTo>
                  <a:cubicBezTo>
                    <a:pt x="13" y="25"/>
                    <a:pt x="16" y="17"/>
                    <a:pt x="24" y="14"/>
                  </a:cubicBezTo>
                  <a:cubicBezTo>
                    <a:pt x="44" y="5"/>
                    <a:pt x="44" y="5"/>
                    <a:pt x="44" y="5"/>
                  </a:cubicBezTo>
                  <a:cubicBezTo>
                    <a:pt x="41" y="2"/>
                    <a:pt x="36" y="0"/>
                    <a:pt x="31" y="0"/>
                  </a:cubicBezTo>
                  <a:cubicBezTo>
                    <a:pt x="20" y="0"/>
                    <a:pt x="20" y="0"/>
                    <a:pt x="20" y="0"/>
                  </a:cubicBezTo>
                  <a:cubicBezTo>
                    <a:pt x="10" y="0"/>
                    <a:pt x="0" y="10"/>
                    <a:pt x="0" y="21"/>
                  </a:cubicBezTo>
                  <a:cubicBezTo>
                    <a:pt x="0" y="98"/>
                    <a:pt x="0" y="98"/>
                    <a:pt x="0" y="98"/>
                  </a:cubicBezTo>
                  <a:cubicBezTo>
                    <a:pt x="0" y="109"/>
                    <a:pt x="10" y="119"/>
                    <a:pt x="20" y="119"/>
                  </a:cubicBezTo>
                  <a:cubicBezTo>
                    <a:pt x="31" y="119"/>
                    <a:pt x="31" y="119"/>
                    <a:pt x="31" y="119"/>
                  </a:cubicBezTo>
                  <a:cubicBezTo>
                    <a:pt x="42" y="119"/>
                    <a:pt x="50" y="109"/>
                    <a:pt x="50" y="98"/>
                  </a:cubicBezTo>
                  <a:cubicBezTo>
                    <a:pt x="50" y="34"/>
                    <a:pt x="50" y="34"/>
                    <a:pt x="50" y="34"/>
                  </a:cubicBezTo>
                  <a:cubicBezTo>
                    <a:pt x="34" y="41"/>
                    <a:pt x="34" y="41"/>
                    <a:pt x="34" y="41"/>
                  </a:cubicBezTo>
                  <a:cubicBezTo>
                    <a:pt x="28" y="44"/>
                    <a:pt x="19" y="41"/>
                    <a:pt x="16"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52"/>
            <p:cNvSpPr>
              <a:spLocks/>
            </p:cNvSpPr>
            <p:nvPr/>
          </p:nvSpPr>
          <p:spPr bwMode="auto">
            <a:xfrm>
              <a:off x="5507038" y="2546351"/>
              <a:ext cx="93663" cy="315913"/>
            </a:xfrm>
            <a:custGeom>
              <a:avLst/>
              <a:gdLst>
                <a:gd name="T0" fmla="*/ 22 w 22"/>
                <a:gd name="T1" fmla="*/ 0 h 74"/>
                <a:gd name="T2" fmla="*/ 3 w 22"/>
                <a:gd name="T3" fmla="*/ 19 h 74"/>
                <a:gd name="T4" fmla="*/ 3 w 22"/>
                <a:gd name="T5" fmla="*/ 22 h 74"/>
                <a:gd name="T6" fmla="*/ 0 w 22"/>
                <a:gd name="T7" fmla="*/ 26 h 74"/>
                <a:gd name="T8" fmla="*/ 0 w 22"/>
                <a:gd name="T9" fmla="*/ 63 h 74"/>
                <a:gd name="T10" fmla="*/ 10 w 22"/>
                <a:gd name="T11" fmla="*/ 74 h 74"/>
                <a:gd name="T12" fmla="*/ 19 w 22"/>
                <a:gd name="T13" fmla="*/ 64 h 74"/>
                <a:gd name="T14" fmla="*/ 22 w 22"/>
                <a:gd name="T15" fmla="*/ 30 h 74"/>
                <a:gd name="T16" fmla="*/ 22 w 22"/>
                <a:gd name="T17" fmla="*/ 28 h 74"/>
                <a:gd name="T18" fmla="*/ 22 w 22"/>
                <a:gd name="T19"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74">
                  <a:moveTo>
                    <a:pt x="22" y="0"/>
                  </a:moveTo>
                  <a:cubicBezTo>
                    <a:pt x="3" y="19"/>
                    <a:pt x="3" y="19"/>
                    <a:pt x="3" y="19"/>
                  </a:cubicBezTo>
                  <a:cubicBezTo>
                    <a:pt x="3" y="19"/>
                    <a:pt x="3" y="21"/>
                    <a:pt x="3" y="22"/>
                  </a:cubicBezTo>
                  <a:cubicBezTo>
                    <a:pt x="2" y="23"/>
                    <a:pt x="2" y="25"/>
                    <a:pt x="0" y="26"/>
                  </a:cubicBezTo>
                  <a:cubicBezTo>
                    <a:pt x="0" y="63"/>
                    <a:pt x="0" y="63"/>
                    <a:pt x="0" y="63"/>
                  </a:cubicBezTo>
                  <a:cubicBezTo>
                    <a:pt x="0" y="69"/>
                    <a:pt x="3" y="74"/>
                    <a:pt x="10" y="74"/>
                  </a:cubicBezTo>
                  <a:cubicBezTo>
                    <a:pt x="16" y="74"/>
                    <a:pt x="19" y="70"/>
                    <a:pt x="19" y="64"/>
                  </a:cubicBezTo>
                  <a:cubicBezTo>
                    <a:pt x="22" y="30"/>
                    <a:pt x="22" y="30"/>
                    <a:pt x="22" y="30"/>
                  </a:cubicBezTo>
                  <a:cubicBezTo>
                    <a:pt x="22" y="28"/>
                    <a:pt x="22" y="28"/>
                    <a:pt x="22" y="28"/>
                  </a:cubicBezTo>
                  <a:lnTo>
                    <a:pt x="2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1" name="组合 50"/>
          <p:cNvGrpSpPr/>
          <p:nvPr/>
        </p:nvGrpSpPr>
        <p:grpSpPr>
          <a:xfrm>
            <a:off x="979454" y="3724276"/>
            <a:ext cx="4500562" cy="1374775"/>
            <a:chOff x="1744663" y="3724276"/>
            <a:chExt cx="4500562" cy="1374775"/>
          </a:xfrm>
          <a:solidFill>
            <a:schemeClr val="tx1">
              <a:lumMod val="65000"/>
              <a:lumOff val="35000"/>
            </a:schemeClr>
          </a:solidFill>
        </p:grpSpPr>
        <p:sp>
          <p:nvSpPr>
            <p:cNvPr id="52" name="Oval 53"/>
            <p:cNvSpPr>
              <a:spLocks noChangeArrowheads="1"/>
            </p:cNvSpPr>
            <p:nvPr/>
          </p:nvSpPr>
          <p:spPr bwMode="auto">
            <a:xfrm>
              <a:off x="2614613" y="4135438"/>
              <a:ext cx="204788" cy="2000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54"/>
            <p:cNvSpPr>
              <a:spLocks/>
            </p:cNvSpPr>
            <p:nvPr/>
          </p:nvSpPr>
          <p:spPr bwMode="auto">
            <a:xfrm>
              <a:off x="2670175" y="4408488"/>
              <a:ext cx="387350" cy="242888"/>
            </a:xfrm>
            <a:custGeom>
              <a:avLst/>
              <a:gdLst>
                <a:gd name="T0" fmla="*/ 80 w 91"/>
                <a:gd name="T1" fmla="*/ 37 h 57"/>
                <a:gd name="T2" fmla="*/ 48 w 91"/>
                <a:gd name="T3" fmla="*/ 37 h 57"/>
                <a:gd name="T4" fmla="*/ 18 w 91"/>
                <a:gd name="T5" fmla="*/ 5 h 57"/>
                <a:gd name="T6" fmla="*/ 4 w 91"/>
                <a:gd name="T7" fmla="*/ 3 h 57"/>
                <a:gd name="T8" fmla="*/ 3 w 91"/>
                <a:gd name="T9" fmla="*/ 19 h 57"/>
                <a:gd name="T10" fmla="*/ 37 w 91"/>
                <a:gd name="T11" fmla="*/ 54 h 57"/>
                <a:gd name="T12" fmla="*/ 43 w 91"/>
                <a:gd name="T13" fmla="*/ 57 h 57"/>
                <a:gd name="T14" fmla="*/ 43 w 91"/>
                <a:gd name="T15" fmla="*/ 57 h 57"/>
                <a:gd name="T16" fmla="*/ 80 w 91"/>
                <a:gd name="T17" fmla="*/ 57 h 57"/>
                <a:gd name="T18" fmla="*/ 91 w 91"/>
                <a:gd name="T19" fmla="*/ 47 h 57"/>
                <a:gd name="T20" fmla="*/ 80 w 91"/>
                <a:gd name="T21" fmla="*/ 3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1" h="57">
                  <a:moveTo>
                    <a:pt x="80" y="37"/>
                  </a:moveTo>
                  <a:cubicBezTo>
                    <a:pt x="48" y="37"/>
                    <a:pt x="48" y="37"/>
                    <a:pt x="48" y="37"/>
                  </a:cubicBezTo>
                  <a:cubicBezTo>
                    <a:pt x="18" y="5"/>
                    <a:pt x="18" y="5"/>
                    <a:pt x="18" y="5"/>
                  </a:cubicBezTo>
                  <a:cubicBezTo>
                    <a:pt x="15" y="0"/>
                    <a:pt x="9" y="0"/>
                    <a:pt x="4" y="3"/>
                  </a:cubicBezTo>
                  <a:cubicBezTo>
                    <a:pt x="0" y="8"/>
                    <a:pt x="0" y="14"/>
                    <a:pt x="3" y="19"/>
                  </a:cubicBezTo>
                  <a:cubicBezTo>
                    <a:pt x="37" y="54"/>
                    <a:pt x="37" y="54"/>
                    <a:pt x="37" y="54"/>
                  </a:cubicBezTo>
                  <a:cubicBezTo>
                    <a:pt x="37" y="56"/>
                    <a:pt x="40" y="57"/>
                    <a:pt x="43" y="57"/>
                  </a:cubicBezTo>
                  <a:cubicBezTo>
                    <a:pt x="43" y="57"/>
                    <a:pt x="43" y="57"/>
                    <a:pt x="43" y="57"/>
                  </a:cubicBezTo>
                  <a:cubicBezTo>
                    <a:pt x="80" y="57"/>
                    <a:pt x="80" y="57"/>
                    <a:pt x="80" y="57"/>
                  </a:cubicBezTo>
                  <a:cubicBezTo>
                    <a:pt x="87" y="57"/>
                    <a:pt x="91" y="53"/>
                    <a:pt x="91" y="47"/>
                  </a:cubicBezTo>
                  <a:cubicBezTo>
                    <a:pt x="91" y="42"/>
                    <a:pt x="87" y="37"/>
                    <a:pt x="80"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55"/>
            <p:cNvSpPr>
              <a:spLocks/>
            </p:cNvSpPr>
            <p:nvPr/>
          </p:nvSpPr>
          <p:spPr bwMode="auto">
            <a:xfrm>
              <a:off x="2576513" y="4886326"/>
              <a:ext cx="33338" cy="212725"/>
            </a:xfrm>
            <a:custGeom>
              <a:avLst/>
              <a:gdLst>
                <a:gd name="T0" fmla="*/ 0 w 8"/>
                <a:gd name="T1" fmla="*/ 0 h 50"/>
                <a:gd name="T2" fmla="*/ 0 w 8"/>
                <a:gd name="T3" fmla="*/ 45 h 50"/>
                <a:gd name="T4" fmla="*/ 3 w 8"/>
                <a:gd name="T5" fmla="*/ 50 h 50"/>
                <a:gd name="T6" fmla="*/ 8 w 8"/>
                <a:gd name="T7" fmla="*/ 45 h 50"/>
                <a:gd name="T8" fmla="*/ 8 w 8"/>
                <a:gd name="T9" fmla="*/ 5 h 50"/>
                <a:gd name="T10" fmla="*/ 3 w 8"/>
                <a:gd name="T11" fmla="*/ 5 h 50"/>
                <a:gd name="T12" fmla="*/ 0 w 8"/>
                <a:gd name="T13" fmla="*/ 0 h 50"/>
              </a:gdLst>
              <a:ahLst/>
              <a:cxnLst>
                <a:cxn ang="0">
                  <a:pos x="T0" y="T1"/>
                </a:cxn>
                <a:cxn ang="0">
                  <a:pos x="T2" y="T3"/>
                </a:cxn>
                <a:cxn ang="0">
                  <a:pos x="T4" y="T5"/>
                </a:cxn>
                <a:cxn ang="0">
                  <a:pos x="T6" y="T7"/>
                </a:cxn>
                <a:cxn ang="0">
                  <a:pos x="T8" y="T9"/>
                </a:cxn>
                <a:cxn ang="0">
                  <a:pos x="T10" y="T11"/>
                </a:cxn>
                <a:cxn ang="0">
                  <a:pos x="T12" y="T13"/>
                </a:cxn>
              </a:cxnLst>
              <a:rect l="0" t="0" r="r" b="b"/>
              <a:pathLst>
                <a:path w="8" h="50">
                  <a:moveTo>
                    <a:pt x="0" y="0"/>
                  </a:moveTo>
                  <a:cubicBezTo>
                    <a:pt x="0" y="45"/>
                    <a:pt x="0" y="45"/>
                    <a:pt x="0" y="45"/>
                  </a:cubicBezTo>
                  <a:cubicBezTo>
                    <a:pt x="0" y="47"/>
                    <a:pt x="1" y="50"/>
                    <a:pt x="3" y="50"/>
                  </a:cubicBezTo>
                  <a:cubicBezTo>
                    <a:pt x="6" y="50"/>
                    <a:pt x="8" y="47"/>
                    <a:pt x="8" y="45"/>
                  </a:cubicBezTo>
                  <a:cubicBezTo>
                    <a:pt x="8" y="5"/>
                    <a:pt x="8" y="5"/>
                    <a:pt x="8" y="5"/>
                  </a:cubicBezTo>
                  <a:cubicBezTo>
                    <a:pt x="3" y="5"/>
                    <a:pt x="3" y="5"/>
                    <a:pt x="3" y="5"/>
                  </a:cubicBezTo>
                  <a:cubicBezTo>
                    <a:pt x="1" y="5"/>
                    <a:pt x="0"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56"/>
            <p:cNvSpPr>
              <a:spLocks/>
            </p:cNvSpPr>
            <p:nvPr/>
          </p:nvSpPr>
          <p:spPr bwMode="auto">
            <a:xfrm>
              <a:off x="2576513" y="4471988"/>
              <a:ext cx="33338" cy="414338"/>
            </a:xfrm>
            <a:custGeom>
              <a:avLst/>
              <a:gdLst>
                <a:gd name="T0" fmla="*/ 3 w 8"/>
                <a:gd name="T1" fmla="*/ 94 h 97"/>
                <a:gd name="T2" fmla="*/ 8 w 8"/>
                <a:gd name="T3" fmla="*/ 94 h 97"/>
                <a:gd name="T4" fmla="*/ 8 w 8"/>
                <a:gd name="T5" fmla="*/ 5 h 97"/>
                <a:gd name="T6" fmla="*/ 3 w 8"/>
                <a:gd name="T7" fmla="*/ 0 h 97"/>
                <a:gd name="T8" fmla="*/ 0 w 8"/>
                <a:gd name="T9" fmla="*/ 5 h 97"/>
                <a:gd name="T10" fmla="*/ 0 w 8"/>
                <a:gd name="T11" fmla="*/ 97 h 97"/>
                <a:gd name="T12" fmla="*/ 3 w 8"/>
                <a:gd name="T13" fmla="*/ 94 h 97"/>
              </a:gdLst>
              <a:ahLst/>
              <a:cxnLst>
                <a:cxn ang="0">
                  <a:pos x="T0" y="T1"/>
                </a:cxn>
                <a:cxn ang="0">
                  <a:pos x="T2" y="T3"/>
                </a:cxn>
                <a:cxn ang="0">
                  <a:pos x="T4" y="T5"/>
                </a:cxn>
                <a:cxn ang="0">
                  <a:pos x="T6" y="T7"/>
                </a:cxn>
                <a:cxn ang="0">
                  <a:pos x="T8" y="T9"/>
                </a:cxn>
                <a:cxn ang="0">
                  <a:pos x="T10" y="T11"/>
                </a:cxn>
                <a:cxn ang="0">
                  <a:pos x="T12" y="T13"/>
                </a:cxn>
              </a:cxnLst>
              <a:rect l="0" t="0" r="r" b="b"/>
              <a:pathLst>
                <a:path w="8" h="97">
                  <a:moveTo>
                    <a:pt x="3" y="94"/>
                  </a:moveTo>
                  <a:cubicBezTo>
                    <a:pt x="8" y="94"/>
                    <a:pt x="8" y="94"/>
                    <a:pt x="8" y="94"/>
                  </a:cubicBezTo>
                  <a:cubicBezTo>
                    <a:pt x="8" y="5"/>
                    <a:pt x="8" y="5"/>
                    <a:pt x="8" y="5"/>
                  </a:cubicBezTo>
                  <a:cubicBezTo>
                    <a:pt x="8" y="4"/>
                    <a:pt x="6" y="0"/>
                    <a:pt x="3" y="0"/>
                  </a:cubicBezTo>
                  <a:cubicBezTo>
                    <a:pt x="1" y="0"/>
                    <a:pt x="0" y="4"/>
                    <a:pt x="0" y="5"/>
                  </a:cubicBezTo>
                  <a:cubicBezTo>
                    <a:pt x="0" y="97"/>
                    <a:pt x="0" y="97"/>
                    <a:pt x="0" y="97"/>
                  </a:cubicBezTo>
                  <a:cubicBezTo>
                    <a:pt x="0" y="95"/>
                    <a:pt x="1" y="94"/>
                    <a:pt x="3"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57"/>
            <p:cNvSpPr>
              <a:spLocks/>
            </p:cNvSpPr>
            <p:nvPr/>
          </p:nvSpPr>
          <p:spPr bwMode="auto">
            <a:xfrm>
              <a:off x="2576513" y="4873626"/>
              <a:ext cx="225425" cy="33338"/>
            </a:xfrm>
            <a:custGeom>
              <a:avLst/>
              <a:gdLst>
                <a:gd name="T0" fmla="*/ 53 w 53"/>
                <a:gd name="T1" fmla="*/ 0 h 8"/>
                <a:gd name="T2" fmla="*/ 53 w 53"/>
                <a:gd name="T3" fmla="*/ 0 h 8"/>
                <a:gd name="T4" fmla="*/ 8 w 53"/>
                <a:gd name="T5" fmla="*/ 0 h 8"/>
                <a:gd name="T6" fmla="*/ 3 w 53"/>
                <a:gd name="T7" fmla="*/ 0 h 8"/>
                <a:gd name="T8" fmla="*/ 0 w 53"/>
                <a:gd name="T9" fmla="*/ 3 h 8"/>
                <a:gd name="T10" fmla="*/ 3 w 53"/>
                <a:gd name="T11" fmla="*/ 8 h 8"/>
                <a:gd name="T12" fmla="*/ 8 w 53"/>
                <a:gd name="T13" fmla="*/ 8 h 8"/>
                <a:gd name="T14" fmla="*/ 50 w 53"/>
                <a:gd name="T15" fmla="*/ 8 h 8"/>
                <a:gd name="T16" fmla="*/ 50 w 53"/>
                <a:gd name="T17" fmla="*/ 3 h 8"/>
                <a:gd name="T18" fmla="*/ 53 w 5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8">
                  <a:moveTo>
                    <a:pt x="53" y="0"/>
                  </a:moveTo>
                  <a:cubicBezTo>
                    <a:pt x="53" y="0"/>
                    <a:pt x="53" y="0"/>
                    <a:pt x="53" y="0"/>
                  </a:cubicBezTo>
                  <a:cubicBezTo>
                    <a:pt x="8" y="0"/>
                    <a:pt x="8" y="0"/>
                    <a:pt x="8" y="0"/>
                  </a:cubicBezTo>
                  <a:cubicBezTo>
                    <a:pt x="3" y="0"/>
                    <a:pt x="3" y="0"/>
                    <a:pt x="3" y="0"/>
                  </a:cubicBezTo>
                  <a:cubicBezTo>
                    <a:pt x="1" y="0"/>
                    <a:pt x="0" y="1"/>
                    <a:pt x="0" y="3"/>
                  </a:cubicBezTo>
                  <a:cubicBezTo>
                    <a:pt x="0" y="6"/>
                    <a:pt x="1" y="8"/>
                    <a:pt x="3" y="8"/>
                  </a:cubicBezTo>
                  <a:cubicBezTo>
                    <a:pt x="8" y="8"/>
                    <a:pt x="8" y="8"/>
                    <a:pt x="8" y="8"/>
                  </a:cubicBezTo>
                  <a:cubicBezTo>
                    <a:pt x="50" y="8"/>
                    <a:pt x="50" y="8"/>
                    <a:pt x="50" y="8"/>
                  </a:cubicBezTo>
                  <a:cubicBezTo>
                    <a:pt x="50" y="3"/>
                    <a:pt x="50" y="3"/>
                    <a:pt x="50" y="3"/>
                  </a:cubicBezTo>
                  <a:cubicBezTo>
                    <a:pt x="50" y="1"/>
                    <a:pt x="50" y="0"/>
                    <a:pt x="5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58"/>
            <p:cNvSpPr>
              <a:spLocks/>
            </p:cNvSpPr>
            <p:nvPr/>
          </p:nvSpPr>
          <p:spPr bwMode="auto">
            <a:xfrm>
              <a:off x="2789238" y="4873626"/>
              <a:ext cx="25400" cy="225425"/>
            </a:xfrm>
            <a:custGeom>
              <a:avLst/>
              <a:gdLst>
                <a:gd name="T0" fmla="*/ 3 w 6"/>
                <a:gd name="T1" fmla="*/ 0 h 53"/>
                <a:gd name="T2" fmla="*/ 3 w 6"/>
                <a:gd name="T3" fmla="*/ 0 h 53"/>
                <a:gd name="T4" fmla="*/ 0 w 6"/>
                <a:gd name="T5" fmla="*/ 3 h 53"/>
                <a:gd name="T6" fmla="*/ 0 w 6"/>
                <a:gd name="T7" fmla="*/ 8 h 53"/>
                <a:gd name="T8" fmla="*/ 0 w 6"/>
                <a:gd name="T9" fmla="*/ 48 h 53"/>
                <a:gd name="T10" fmla="*/ 3 w 6"/>
                <a:gd name="T11" fmla="*/ 53 h 53"/>
                <a:gd name="T12" fmla="*/ 6 w 6"/>
                <a:gd name="T13" fmla="*/ 48 h 53"/>
                <a:gd name="T14" fmla="*/ 6 w 6"/>
                <a:gd name="T15" fmla="*/ 3 h 53"/>
                <a:gd name="T16" fmla="*/ 3 w 6"/>
                <a:gd name="T1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53">
                  <a:moveTo>
                    <a:pt x="3" y="0"/>
                  </a:moveTo>
                  <a:cubicBezTo>
                    <a:pt x="3" y="0"/>
                    <a:pt x="3" y="0"/>
                    <a:pt x="3" y="0"/>
                  </a:cubicBezTo>
                  <a:cubicBezTo>
                    <a:pt x="0" y="0"/>
                    <a:pt x="0" y="1"/>
                    <a:pt x="0" y="3"/>
                  </a:cubicBezTo>
                  <a:cubicBezTo>
                    <a:pt x="0" y="8"/>
                    <a:pt x="0" y="8"/>
                    <a:pt x="0" y="8"/>
                  </a:cubicBezTo>
                  <a:cubicBezTo>
                    <a:pt x="0" y="48"/>
                    <a:pt x="0" y="48"/>
                    <a:pt x="0" y="48"/>
                  </a:cubicBezTo>
                  <a:cubicBezTo>
                    <a:pt x="0" y="50"/>
                    <a:pt x="1" y="53"/>
                    <a:pt x="3" y="53"/>
                  </a:cubicBezTo>
                  <a:cubicBezTo>
                    <a:pt x="6" y="53"/>
                    <a:pt x="6" y="50"/>
                    <a:pt x="6" y="48"/>
                  </a:cubicBezTo>
                  <a:cubicBezTo>
                    <a:pt x="6" y="3"/>
                    <a:pt x="6" y="3"/>
                    <a:pt x="6" y="3"/>
                  </a:cubicBezTo>
                  <a:cubicBezTo>
                    <a:pt x="6" y="1"/>
                    <a:pt x="6"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59"/>
            <p:cNvSpPr>
              <a:spLocks/>
            </p:cNvSpPr>
            <p:nvPr/>
          </p:nvSpPr>
          <p:spPr bwMode="auto">
            <a:xfrm>
              <a:off x="2895600" y="4672013"/>
              <a:ext cx="444500" cy="427038"/>
            </a:xfrm>
            <a:custGeom>
              <a:avLst/>
              <a:gdLst>
                <a:gd name="T0" fmla="*/ 99 w 104"/>
                <a:gd name="T1" fmla="*/ 0 h 100"/>
                <a:gd name="T2" fmla="*/ 4 w 104"/>
                <a:gd name="T3" fmla="*/ 0 h 100"/>
                <a:gd name="T4" fmla="*/ 0 w 104"/>
                <a:gd name="T5" fmla="*/ 3 h 100"/>
                <a:gd name="T6" fmla="*/ 4 w 104"/>
                <a:gd name="T7" fmla="*/ 9 h 100"/>
                <a:gd name="T8" fmla="*/ 46 w 104"/>
                <a:gd name="T9" fmla="*/ 9 h 100"/>
                <a:gd name="T10" fmla="*/ 46 w 104"/>
                <a:gd name="T11" fmla="*/ 92 h 100"/>
                <a:gd name="T12" fmla="*/ 21 w 104"/>
                <a:gd name="T13" fmla="*/ 92 h 100"/>
                <a:gd name="T14" fmla="*/ 15 w 104"/>
                <a:gd name="T15" fmla="*/ 100 h 100"/>
                <a:gd name="T16" fmla="*/ 46 w 104"/>
                <a:gd name="T17" fmla="*/ 100 h 100"/>
                <a:gd name="T18" fmla="*/ 59 w 104"/>
                <a:gd name="T19" fmla="*/ 100 h 100"/>
                <a:gd name="T20" fmla="*/ 91 w 104"/>
                <a:gd name="T21" fmla="*/ 100 h 100"/>
                <a:gd name="T22" fmla="*/ 85 w 104"/>
                <a:gd name="T23" fmla="*/ 92 h 100"/>
                <a:gd name="T24" fmla="*/ 59 w 104"/>
                <a:gd name="T25" fmla="*/ 92 h 100"/>
                <a:gd name="T26" fmla="*/ 59 w 104"/>
                <a:gd name="T27" fmla="*/ 9 h 100"/>
                <a:gd name="T28" fmla="*/ 99 w 104"/>
                <a:gd name="T29" fmla="*/ 9 h 100"/>
                <a:gd name="T30" fmla="*/ 104 w 104"/>
                <a:gd name="T31" fmla="*/ 3 h 100"/>
                <a:gd name="T32" fmla="*/ 99 w 104"/>
                <a:gd name="T33"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4" h="100">
                  <a:moveTo>
                    <a:pt x="99" y="0"/>
                  </a:moveTo>
                  <a:cubicBezTo>
                    <a:pt x="4" y="0"/>
                    <a:pt x="4" y="0"/>
                    <a:pt x="4" y="0"/>
                  </a:cubicBezTo>
                  <a:cubicBezTo>
                    <a:pt x="3" y="0"/>
                    <a:pt x="0" y="2"/>
                    <a:pt x="0" y="3"/>
                  </a:cubicBezTo>
                  <a:cubicBezTo>
                    <a:pt x="0" y="6"/>
                    <a:pt x="3" y="9"/>
                    <a:pt x="4" y="9"/>
                  </a:cubicBezTo>
                  <a:cubicBezTo>
                    <a:pt x="46" y="9"/>
                    <a:pt x="46" y="9"/>
                    <a:pt x="46" y="9"/>
                  </a:cubicBezTo>
                  <a:cubicBezTo>
                    <a:pt x="46" y="92"/>
                    <a:pt x="46" y="92"/>
                    <a:pt x="46" y="92"/>
                  </a:cubicBezTo>
                  <a:cubicBezTo>
                    <a:pt x="21" y="92"/>
                    <a:pt x="21" y="92"/>
                    <a:pt x="21" y="92"/>
                  </a:cubicBezTo>
                  <a:cubicBezTo>
                    <a:pt x="18" y="92"/>
                    <a:pt x="15" y="95"/>
                    <a:pt x="15" y="100"/>
                  </a:cubicBezTo>
                  <a:cubicBezTo>
                    <a:pt x="46" y="100"/>
                    <a:pt x="46" y="100"/>
                    <a:pt x="46" y="100"/>
                  </a:cubicBezTo>
                  <a:cubicBezTo>
                    <a:pt x="59" y="100"/>
                    <a:pt x="59" y="100"/>
                    <a:pt x="59" y="100"/>
                  </a:cubicBezTo>
                  <a:cubicBezTo>
                    <a:pt x="91" y="100"/>
                    <a:pt x="91" y="100"/>
                    <a:pt x="91" y="100"/>
                  </a:cubicBezTo>
                  <a:cubicBezTo>
                    <a:pt x="91" y="95"/>
                    <a:pt x="88" y="92"/>
                    <a:pt x="85" y="92"/>
                  </a:cubicBezTo>
                  <a:cubicBezTo>
                    <a:pt x="59" y="92"/>
                    <a:pt x="59" y="92"/>
                    <a:pt x="59" y="92"/>
                  </a:cubicBezTo>
                  <a:cubicBezTo>
                    <a:pt x="59" y="9"/>
                    <a:pt x="59" y="9"/>
                    <a:pt x="59" y="9"/>
                  </a:cubicBezTo>
                  <a:cubicBezTo>
                    <a:pt x="99" y="9"/>
                    <a:pt x="99" y="9"/>
                    <a:pt x="99" y="9"/>
                  </a:cubicBezTo>
                  <a:cubicBezTo>
                    <a:pt x="102" y="9"/>
                    <a:pt x="104" y="6"/>
                    <a:pt x="104" y="3"/>
                  </a:cubicBezTo>
                  <a:cubicBezTo>
                    <a:pt x="104" y="2"/>
                    <a:pt x="102" y="0"/>
                    <a:pt x="9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60"/>
            <p:cNvSpPr>
              <a:spLocks/>
            </p:cNvSpPr>
            <p:nvPr/>
          </p:nvSpPr>
          <p:spPr bwMode="auto">
            <a:xfrm>
              <a:off x="2852738" y="4727576"/>
              <a:ext cx="133350" cy="338138"/>
            </a:xfrm>
            <a:custGeom>
              <a:avLst/>
              <a:gdLst>
                <a:gd name="T0" fmla="*/ 31 w 31"/>
                <a:gd name="T1" fmla="*/ 10 h 79"/>
                <a:gd name="T2" fmla="*/ 20 w 31"/>
                <a:gd name="T3" fmla="*/ 0 h 79"/>
                <a:gd name="T4" fmla="*/ 17 w 31"/>
                <a:gd name="T5" fmla="*/ 0 h 79"/>
                <a:gd name="T6" fmla="*/ 0 w 31"/>
                <a:gd name="T7" fmla="*/ 0 h 79"/>
                <a:gd name="T8" fmla="*/ 0 w 31"/>
                <a:gd name="T9" fmla="*/ 3 h 79"/>
                <a:gd name="T10" fmla="*/ 13 w 31"/>
                <a:gd name="T11" fmla="*/ 3 h 79"/>
                <a:gd name="T12" fmla="*/ 17 w 31"/>
                <a:gd name="T13" fmla="*/ 3 h 79"/>
                <a:gd name="T14" fmla="*/ 28 w 31"/>
                <a:gd name="T15" fmla="*/ 12 h 79"/>
                <a:gd name="T16" fmla="*/ 28 w 31"/>
                <a:gd name="T17" fmla="*/ 15 h 79"/>
                <a:gd name="T18" fmla="*/ 28 w 31"/>
                <a:gd name="T19" fmla="*/ 18 h 79"/>
                <a:gd name="T20" fmla="*/ 28 w 31"/>
                <a:gd name="T21" fmla="*/ 29 h 79"/>
                <a:gd name="T22" fmla="*/ 28 w 31"/>
                <a:gd name="T23" fmla="*/ 56 h 79"/>
                <a:gd name="T24" fmla="*/ 28 w 31"/>
                <a:gd name="T25" fmla="*/ 71 h 79"/>
                <a:gd name="T26" fmla="*/ 25 w 31"/>
                <a:gd name="T27" fmla="*/ 79 h 79"/>
                <a:gd name="T28" fmla="*/ 31 w 31"/>
                <a:gd name="T29" fmla="*/ 70 h 79"/>
                <a:gd name="T30" fmla="*/ 31 w 31"/>
                <a:gd name="T31" fmla="*/ 54 h 79"/>
                <a:gd name="T32" fmla="*/ 31 w 31"/>
                <a:gd name="T33" fmla="*/ 28 h 79"/>
                <a:gd name="T34" fmla="*/ 31 w 31"/>
                <a:gd name="T35" fmla="*/ 15 h 79"/>
                <a:gd name="T36" fmla="*/ 31 w 31"/>
                <a:gd name="T37" fmla="*/ 12 h 79"/>
                <a:gd name="T38" fmla="*/ 31 w 31"/>
                <a:gd name="T39" fmla="*/ 1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 h="79">
                  <a:moveTo>
                    <a:pt x="31" y="10"/>
                  </a:moveTo>
                  <a:cubicBezTo>
                    <a:pt x="31" y="6"/>
                    <a:pt x="27" y="0"/>
                    <a:pt x="20" y="0"/>
                  </a:cubicBezTo>
                  <a:cubicBezTo>
                    <a:pt x="17" y="0"/>
                    <a:pt x="17" y="0"/>
                    <a:pt x="17" y="0"/>
                  </a:cubicBezTo>
                  <a:cubicBezTo>
                    <a:pt x="0" y="0"/>
                    <a:pt x="0" y="0"/>
                    <a:pt x="0" y="0"/>
                  </a:cubicBezTo>
                  <a:cubicBezTo>
                    <a:pt x="0" y="3"/>
                    <a:pt x="0" y="3"/>
                    <a:pt x="0" y="3"/>
                  </a:cubicBezTo>
                  <a:cubicBezTo>
                    <a:pt x="13" y="3"/>
                    <a:pt x="13" y="3"/>
                    <a:pt x="13" y="3"/>
                  </a:cubicBezTo>
                  <a:cubicBezTo>
                    <a:pt x="17" y="3"/>
                    <a:pt x="17" y="3"/>
                    <a:pt x="17" y="3"/>
                  </a:cubicBezTo>
                  <a:cubicBezTo>
                    <a:pt x="22" y="3"/>
                    <a:pt x="28" y="7"/>
                    <a:pt x="28" y="12"/>
                  </a:cubicBezTo>
                  <a:cubicBezTo>
                    <a:pt x="28" y="14"/>
                    <a:pt x="28" y="14"/>
                    <a:pt x="28" y="15"/>
                  </a:cubicBezTo>
                  <a:cubicBezTo>
                    <a:pt x="28" y="18"/>
                    <a:pt x="28" y="18"/>
                    <a:pt x="28" y="18"/>
                  </a:cubicBezTo>
                  <a:cubicBezTo>
                    <a:pt x="28" y="29"/>
                    <a:pt x="28" y="29"/>
                    <a:pt x="28" y="29"/>
                  </a:cubicBezTo>
                  <a:cubicBezTo>
                    <a:pt x="28" y="56"/>
                    <a:pt x="28" y="56"/>
                    <a:pt x="28" y="56"/>
                  </a:cubicBezTo>
                  <a:cubicBezTo>
                    <a:pt x="28" y="71"/>
                    <a:pt x="28" y="71"/>
                    <a:pt x="28" y="71"/>
                  </a:cubicBezTo>
                  <a:cubicBezTo>
                    <a:pt x="28" y="74"/>
                    <a:pt x="27" y="77"/>
                    <a:pt x="25" y="79"/>
                  </a:cubicBezTo>
                  <a:cubicBezTo>
                    <a:pt x="28" y="77"/>
                    <a:pt x="31" y="74"/>
                    <a:pt x="31" y="70"/>
                  </a:cubicBezTo>
                  <a:cubicBezTo>
                    <a:pt x="31" y="54"/>
                    <a:pt x="31" y="54"/>
                    <a:pt x="31" y="54"/>
                  </a:cubicBezTo>
                  <a:cubicBezTo>
                    <a:pt x="31" y="28"/>
                    <a:pt x="31" y="28"/>
                    <a:pt x="31" y="28"/>
                  </a:cubicBezTo>
                  <a:cubicBezTo>
                    <a:pt x="31" y="15"/>
                    <a:pt x="31" y="15"/>
                    <a:pt x="31" y="15"/>
                  </a:cubicBezTo>
                  <a:cubicBezTo>
                    <a:pt x="31" y="12"/>
                    <a:pt x="31" y="12"/>
                    <a:pt x="31" y="12"/>
                  </a:cubicBezTo>
                  <a:lnTo>
                    <a:pt x="31"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61"/>
            <p:cNvSpPr>
              <a:spLocks/>
            </p:cNvSpPr>
            <p:nvPr/>
          </p:nvSpPr>
          <p:spPr bwMode="auto">
            <a:xfrm>
              <a:off x="2614613" y="4356101"/>
              <a:ext cx="346075" cy="742950"/>
            </a:xfrm>
            <a:custGeom>
              <a:avLst/>
              <a:gdLst>
                <a:gd name="T0" fmla="*/ 81 w 81"/>
                <a:gd name="T1" fmla="*/ 102 h 174"/>
                <a:gd name="T2" fmla="*/ 69 w 81"/>
                <a:gd name="T3" fmla="*/ 93 h 174"/>
                <a:gd name="T4" fmla="*/ 66 w 81"/>
                <a:gd name="T5" fmla="*/ 93 h 174"/>
                <a:gd name="T6" fmla="*/ 53 w 81"/>
                <a:gd name="T7" fmla="*/ 93 h 174"/>
                <a:gd name="T8" fmla="*/ 53 w 81"/>
                <a:gd name="T9" fmla="*/ 74 h 174"/>
                <a:gd name="T10" fmla="*/ 44 w 81"/>
                <a:gd name="T11" fmla="*/ 69 h 174"/>
                <a:gd name="T12" fmla="*/ 44 w 81"/>
                <a:gd name="T13" fmla="*/ 69 h 174"/>
                <a:gd name="T14" fmla="*/ 44 w 81"/>
                <a:gd name="T15" fmla="*/ 69 h 174"/>
                <a:gd name="T16" fmla="*/ 13 w 81"/>
                <a:gd name="T17" fmla="*/ 34 h 174"/>
                <a:gd name="T18" fmla="*/ 14 w 81"/>
                <a:gd name="T19" fmla="*/ 12 h 174"/>
                <a:gd name="T20" fmla="*/ 34 w 81"/>
                <a:gd name="T21" fmla="*/ 12 h 174"/>
                <a:gd name="T22" fmla="*/ 53 w 81"/>
                <a:gd name="T23" fmla="*/ 32 h 174"/>
                <a:gd name="T24" fmla="*/ 53 w 81"/>
                <a:gd name="T25" fmla="*/ 21 h 174"/>
                <a:gd name="T26" fmla="*/ 31 w 81"/>
                <a:gd name="T27" fmla="*/ 0 h 174"/>
                <a:gd name="T28" fmla="*/ 22 w 81"/>
                <a:gd name="T29" fmla="*/ 0 h 174"/>
                <a:gd name="T30" fmla="*/ 0 w 81"/>
                <a:gd name="T31" fmla="*/ 21 h 174"/>
                <a:gd name="T32" fmla="*/ 0 w 81"/>
                <a:gd name="T33" fmla="*/ 97 h 174"/>
                <a:gd name="T34" fmla="*/ 22 w 81"/>
                <a:gd name="T35" fmla="*/ 118 h 174"/>
                <a:gd name="T36" fmla="*/ 27 w 81"/>
                <a:gd name="T37" fmla="*/ 118 h 174"/>
                <a:gd name="T38" fmla="*/ 31 w 81"/>
                <a:gd name="T39" fmla="*/ 118 h 174"/>
                <a:gd name="T40" fmla="*/ 56 w 81"/>
                <a:gd name="T41" fmla="*/ 118 h 174"/>
                <a:gd name="T42" fmla="*/ 56 w 81"/>
                <a:gd name="T43" fmla="*/ 119 h 174"/>
                <a:gd name="T44" fmla="*/ 56 w 81"/>
                <a:gd name="T45" fmla="*/ 146 h 174"/>
                <a:gd name="T46" fmla="*/ 56 w 81"/>
                <a:gd name="T47" fmla="*/ 161 h 174"/>
                <a:gd name="T48" fmla="*/ 66 w 81"/>
                <a:gd name="T49" fmla="*/ 174 h 174"/>
                <a:gd name="T50" fmla="*/ 69 w 81"/>
                <a:gd name="T51" fmla="*/ 174 h 174"/>
                <a:gd name="T52" fmla="*/ 81 w 81"/>
                <a:gd name="T53" fmla="*/ 161 h 174"/>
                <a:gd name="T54" fmla="*/ 81 w 81"/>
                <a:gd name="T55" fmla="*/ 146 h 174"/>
                <a:gd name="T56" fmla="*/ 81 w 81"/>
                <a:gd name="T57" fmla="*/ 119 h 174"/>
                <a:gd name="T58" fmla="*/ 81 w 81"/>
                <a:gd name="T59" fmla="*/ 108 h 174"/>
                <a:gd name="T60" fmla="*/ 81 w 81"/>
                <a:gd name="T61" fmla="*/ 105 h 174"/>
                <a:gd name="T62" fmla="*/ 81 w 81"/>
                <a:gd name="T63" fmla="*/ 102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1" h="174">
                  <a:moveTo>
                    <a:pt x="81" y="102"/>
                  </a:moveTo>
                  <a:cubicBezTo>
                    <a:pt x="80" y="97"/>
                    <a:pt x="75" y="93"/>
                    <a:pt x="69" y="93"/>
                  </a:cubicBezTo>
                  <a:cubicBezTo>
                    <a:pt x="66" y="93"/>
                    <a:pt x="66" y="93"/>
                    <a:pt x="66" y="93"/>
                  </a:cubicBezTo>
                  <a:cubicBezTo>
                    <a:pt x="53" y="93"/>
                    <a:pt x="53" y="93"/>
                    <a:pt x="53" y="93"/>
                  </a:cubicBezTo>
                  <a:cubicBezTo>
                    <a:pt x="53" y="74"/>
                    <a:pt x="53" y="74"/>
                    <a:pt x="53" y="74"/>
                  </a:cubicBezTo>
                  <a:cubicBezTo>
                    <a:pt x="50" y="74"/>
                    <a:pt x="47" y="71"/>
                    <a:pt x="44" y="69"/>
                  </a:cubicBezTo>
                  <a:cubicBezTo>
                    <a:pt x="44" y="69"/>
                    <a:pt x="44" y="69"/>
                    <a:pt x="44" y="69"/>
                  </a:cubicBezTo>
                  <a:cubicBezTo>
                    <a:pt x="44" y="69"/>
                    <a:pt x="44" y="69"/>
                    <a:pt x="44" y="69"/>
                  </a:cubicBezTo>
                  <a:cubicBezTo>
                    <a:pt x="13" y="34"/>
                    <a:pt x="13" y="34"/>
                    <a:pt x="13" y="34"/>
                  </a:cubicBezTo>
                  <a:cubicBezTo>
                    <a:pt x="6" y="27"/>
                    <a:pt x="6" y="18"/>
                    <a:pt x="14" y="12"/>
                  </a:cubicBezTo>
                  <a:cubicBezTo>
                    <a:pt x="20" y="6"/>
                    <a:pt x="30" y="6"/>
                    <a:pt x="34" y="12"/>
                  </a:cubicBezTo>
                  <a:cubicBezTo>
                    <a:pt x="53" y="32"/>
                    <a:pt x="53" y="32"/>
                    <a:pt x="53" y="32"/>
                  </a:cubicBezTo>
                  <a:cubicBezTo>
                    <a:pt x="53" y="21"/>
                    <a:pt x="53" y="21"/>
                    <a:pt x="53" y="21"/>
                  </a:cubicBezTo>
                  <a:cubicBezTo>
                    <a:pt x="53" y="9"/>
                    <a:pt x="44" y="0"/>
                    <a:pt x="31" y="0"/>
                  </a:cubicBezTo>
                  <a:cubicBezTo>
                    <a:pt x="22" y="0"/>
                    <a:pt x="22" y="0"/>
                    <a:pt x="22" y="0"/>
                  </a:cubicBezTo>
                  <a:cubicBezTo>
                    <a:pt x="10" y="0"/>
                    <a:pt x="0" y="9"/>
                    <a:pt x="0" y="21"/>
                  </a:cubicBezTo>
                  <a:cubicBezTo>
                    <a:pt x="0" y="97"/>
                    <a:pt x="0" y="97"/>
                    <a:pt x="0" y="97"/>
                  </a:cubicBezTo>
                  <a:cubicBezTo>
                    <a:pt x="0" y="108"/>
                    <a:pt x="10" y="118"/>
                    <a:pt x="22" y="118"/>
                  </a:cubicBezTo>
                  <a:cubicBezTo>
                    <a:pt x="27" y="118"/>
                    <a:pt x="27" y="118"/>
                    <a:pt x="27" y="118"/>
                  </a:cubicBezTo>
                  <a:cubicBezTo>
                    <a:pt x="31" y="118"/>
                    <a:pt x="31" y="118"/>
                    <a:pt x="31" y="118"/>
                  </a:cubicBezTo>
                  <a:cubicBezTo>
                    <a:pt x="56" y="118"/>
                    <a:pt x="56" y="118"/>
                    <a:pt x="56" y="118"/>
                  </a:cubicBezTo>
                  <a:cubicBezTo>
                    <a:pt x="56" y="119"/>
                    <a:pt x="56" y="119"/>
                    <a:pt x="56" y="119"/>
                  </a:cubicBezTo>
                  <a:cubicBezTo>
                    <a:pt x="56" y="146"/>
                    <a:pt x="56" y="146"/>
                    <a:pt x="56" y="146"/>
                  </a:cubicBezTo>
                  <a:cubicBezTo>
                    <a:pt x="56" y="161"/>
                    <a:pt x="56" y="161"/>
                    <a:pt x="56" y="161"/>
                  </a:cubicBezTo>
                  <a:cubicBezTo>
                    <a:pt x="56" y="167"/>
                    <a:pt x="59" y="174"/>
                    <a:pt x="66" y="174"/>
                  </a:cubicBezTo>
                  <a:cubicBezTo>
                    <a:pt x="69" y="174"/>
                    <a:pt x="69" y="174"/>
                    <a:pt x="69" y="174"/>
                  </a:cubicBezTo>
                  <a:cubicBezTo>
                    <a:pt x="75" y="174"/>
                    <a:pt x="81" y="167"/>
                    <a:pt x="81" y="161"/>
                  </a:cubicBezTo>
                  <a:cubicBezTo>
                    <a:pt x="81" y="146"/>
                    <a:pt x="81" y="146"/>
                    <a:pt x="81" y="146"/>
                  </a:cubicBezTo>
                  <a:cubicBezTo>
                    <a:pt x="81" y="119"/>
                    <a:pt x="81" y="119"/>
                    <a:pt x="81" y="119"/>
                  </a:cubicBezTo>
                  <a:cubicBezTo>
                    <a:pt x="81" y="108"/>
                    <a:pt x="81" y="108"/>
                    <a:pt x="81" y="108"/>
                  </a:cubicBezTo>
                  <a:cubicBezTo>
                    <a:pt x="81" y="105"/>
                    <a:pt x="81" y="105"/>
                    <a:pt x="81" y="105"/>
                  </a:cubicBezTo>
                  <a:cubicBezTo>
                    <a:pt x="81" y="104"/>
                    <a:pt x="81" y="104"/>
                    <a:pt x="81"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62"/>
            <p:cNvSpPr>
              <a:spLocks/>
            </p:cNvSpPr>
            <p:nvPr/>
          </p:nvSpPr>
          <p:spPr bwMode="auto">
            <a:xfrm>
              <a:off x="1790700" y="4135438"/>
              <a:ext cx="201613" cy="200025"/>
            </a:xfrm>
            <a:custGeom>
              <a:avLst/>
              <a:gdLst>
                <a:gd name="T0" fmla="*/ 47 w 47"/>
                <a:gd name="T1" fmla="*/ 23 h 47"/>
                <a:gd name="T2" fmla="*/ 24 w 47"/>
                <a:gd name="T3" fmla="*/ 47 h 47"/>
                <a:gd name="T4" fmla="*/ 0 w 47"/>
                <a:gd name="T5" fmla="*/ 23 h 47"/>
                <a:gd name="T6" fmla="*/ 24 w 47"/>
                <a:gd name="T7" fmla="*/ 0 h 47"/>
                <a:gd name="T8" fmla="*/ 47 w 47"/>
                <a:gd name="T9" fmla="*/ 23 h 47"/>
              </a:gdLst>
              <a:ahLst/>
              <a:cxnLst>
                <a:cxn ang="0">
                  <a:pos x="T0" y="T1"/>
                </a:cxn>
                <a:cxn ang="0">
                  <a:pos x="T2" y="T3"/>
                </a:cxn>
                <a:cxn ang="0">
                  <a:pos x="T4" y="T5"/>
                </a:cxn>
                <a:cxn ang="0">
                  <a:pos x="T6" y="T7"/>
                </a:cxn>
                <a:cxn ang="0">
                  <a:pos x="T8" y="T9"/>
                </a:cxn>
              </a:cxnLst>
              <a:rect l="0" t="0" r="r" b="b"/>
              <a:pathLst>
                <a:path w="47" h="47">
                  <a:moveTo>
                    <a:pt x="47" y="23"/>
                  </a:moveTo>
                  <a:cubicBezTo>
                    <a:pt x="47" y="36"/>
                    <a:pt x="36" y="47"/>
                    <a:pt x="24" y="47"/>
                  </a:cubicBezTo>
                  <a:cubicBezTo>
                    <a:pt x="10" y="47"/>
                    <a:pt x="0" y="36"/>
                    <a:pt x="0" y="23"/>
                  </a:cubicBezTo>
                  <a:cubicBezTo>
                    <a:pt x="0" y="11"/>
                    <a:pt x="10" y="0"/>
                    <a:pt x="24" y="0"/>
                  </a:cubicBezTo>
                  <a:cubicBezTo>
                    <a:pt x="36" y="0"/>
                    <a:pt x="47" y="11"/>
                    <a:pt x="47"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63"/>
            <p:cNvSpPr>
              <a:spLocks/>
            </p:cNvSpPr>
            <p:nvPr/>
          </p:nvSpPr>
          <p:spPr bwMode="auto">
            <a:xfrm>
              <a:off x="1846263" y="4408488"/>
              <a:ext cx="384175" cy="242888"/>
            </a:xfrm>
            <a:custGeom>
              <a:avLst/>
              <a:gdLst>
                <a:gd name="T0" fmla="*/ 81 w 90"/>
                <a:gd name="T1" fmla="*/ 37 h 57"/>
                <a:gd name="T2" fmla="*/ 46 w 90"/>
                <a:gd name="T3" fmla="*/ 37 h 57"/>
                <a:gd name="T4" fmla="*/ 17 w 90"/>
                <a:gd name="T5" fmla="*/ 5 h 57"/>
                <a:gd name="T6" fmla="*/ 3 w 90"/>
                <a:gd name="T7" fmla="*/ 3 h 57"/>
                <a:gd name="T8" fmla="*/ 3 w 90"/>
                <a:gd name="T9" fmla="*/ 19 h 57"/>
                <a:gd name="T10" fmla="*/ 34 w 90"/>
                <a:gd name="T11" fmla="*/ 54 h 57"/>
                <a:gd name="T12" fmla="*/ 42 w 90"/>
                <a:gd name="T13" fmla="*/ 57 h 57"/>
                <a:gd name="T14" fmla="*/ 43 w 90"/>
                <a:gd name="T15" fmla="*/ 57 h 57"/>
                <a:gd name="T16" fmla="*/ 81 w 90"/>
                <a:gd name="T17" fmla="*/ 57 h 57"/>
                <a:gd name="T18" fmla="*/ 90 w 90"/>
                <a:gd name="T19" fmla="*/ 47 h 57"/>
                <a:gd name="T20" fmla="*/ 81 w 90"/>
                <a:gd name="T21" fmla="*/ 3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 h="57">
                  <a:moveTo>
                    <a:pt x="81" y="37"/>
                  </a:moveTo>
                  <a:cubicBezTo>
                    <a:pt x="46" y="37"/>
                    <a:pt x="46" y="37"/>
                    <a:pt x="46" y="37"/>
                  </a:cubicBezTo>
                  <a:cubicBezTo>
                    <a:pt x="17" y="5"/>
                    <a:pt x="17" y="5"/>
                    <a:pt x="17" y="5"/>
                  </a:cubicBezTo>
                  <a:cubicBezTo>
                    <a:pt x="14" y="0"/>
                    <a:pt x="8" y="0"/>
                    <a:pt x="3" y="3"/>
                  </a:cubicBezTo>
                  <a:cubicBezTo>
                    <a:pt x="0" y="8"/>
                    <a:pt x="0" y="14"/>
                    <a:pt x="3" y="19"/>
                  </a:cubicBezTo>
                  <a:cubicBezTo>
                    <a:pt x="34" y="54"/>
                    <a:pt x="34" y="54"/>
                    <a:pt x="34" y="54"/>
                  </a:cubicBezTo>
                  <a:cubicBezTo>
                    <a:pt x="37" y="56"/>
                    <a:pt x="40" y="57"/>
                    <a:pt x="42" y="57"/>
                  </a:cubicBezTo>
                  <a:cubicBezTo>
                    <a:pt x="43" y="57"/>
                    <a:pt x="43" y="57"/>
                    <a:pt x="43" y="57"/>
                  </a:cubicBezTo>
                  <a:cubicBezTo>
                    <a:pt x="81" y="57"/>
                    <a:pt x="81" y="57"/>
                    <a:pt x="81" y="57"/>
                  </a:cubicBezTo>
                  <a:cubicBezTo>
                    <a:pt x="85" y="57"/>
                    <a:pt x="90" y="53"/>
                    <a:pt x="90" y="47"/>
                  </a:cubicBezTo>
                  <a:cubicBezTo>
                    <a:pt x="90" y="42"/>
                    <a:pt x="85" y="37"/>
                    <a:pt x="81"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64"/>
            <p:cNvSpPr>
              <a:spLocks/>
            </p:cNvSpPr>
            <p:nvPr/>
          </p:nvSpPr>
          <p:spPr bwMode="auto">
            <a:xfrm>
              <a:off x="1744663" y="4886326"/>
              <a:ext cx="33338" cy="212725"/>
            </a:xfrm>
            <a:custGeom>
              <a:avLst/>
              <a:gdLst>
                <a:gd name="T0" fmla="*/ 0 w 8"/>
                <a:gd name="T1" fmla="*/ 0 h 50"/>
                <a:gd name="T2" fmla="*/ 0 w 8"/>
                <a:gd name="T3" fmla="*/ 45 h 50"/>
                <a:gd name="T4" fmla="*/ 5 w 8"/>
                <a:gd name="T5" fmla="*/ 50 h 50"/>
                <a:gd name="T6" fmla="*/ 8 w 8"/>
                <a:gd name="T7" fmla="*/ 45 h 50"/>
                <a:gd name="T8" fmla="*/ 8 w 8"/>
                <a:gd name="T9" fmla="*/ 5 h 50"/>
                <a:gd name="T10" fmla="*/ 5 w 8"/>
                <a:gd name="T11" fmla="*/ 5 h 50"/>
                <a:gd name="T12" fmla="*/ 0 w 8"/>
                <a:gd name="T13" fmla="*/ 0 h 50"/>
              </a:gdLst>
              <a:ahLst/>
              <a:cxnLst>
                <a:cxn ang="0">
                  <a:pos x="T0" y="T1"/>
                </a:cxn>
                <a:cxn ang="0">
                  <a:pos x="T2" y="T3"/>
                </a:cxn>
                <a:cxn ang="0">
                  <a:pos x="T4" y="T5"/>
                </a:cxn>
                <a:cxn ang="0">
                  <a:pos x="T6" y="T7"/>
                </a:cxn>
                <a:cxn ang="0">
                  <a:pos x="T8" y="T9"/>
                </a:cxn>
                <a:cxn ang="0">
                  <a:pos x="T10" y="T11"/>
                </a:cxn>
                <a:cxn ang="0">
                  <a:pos x="T12" y="T13"/>
                </a:cxn>
              </a:cxnLst>
              <a:rect l="0" t="0" r="r" b="b"/>
              <a:pathLst>
                <a:path w="8" h="50">
                  <a:moveTo>
                    <a:pt x="0" y="0"/>
                  </a:moveTo>
                  <a:cubicBezTo>
                    <a:pt x="0" y="45"/>
                    <a:pt x="0" y="45"/>
                    <a:pt x="0" y="45"/>
                  </a:cubicBezTo>
                  <a:cubicBezTo>
                    <a:pt x="0" y="47"/>
                    <a:pt x="2" y="50"/>
                    <a:pt x="5" y="50"/>
                  </a:cubicBezTo>
                  <a:cubicBezTo>
                    <a:pt x="7" y="50"/>
                    <a:pt x="8" y="47"/>
                    <a:pt x="8" y="45"/>
                  </a:cubicBezTo>
                  <a:cubicBezTo>
                    <a:pt x="8" y="5"/>
                    <a:pt x="8" y="5"/>
                    <a:pt x="8" y="5"/>
                  </a:cubicBezTo>
                  <a:cubicBezTo>
                    <a:pt x="5" y="5"/>
                    <a:pt x="5" y="5"/>
                    <a:pt x="5" y="5"/>
                  </a:cubicBezTo>
                  <a:cubicBezTo>
                    <a:pt x="2" y="5"/>
                    <a:pt x="0"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65"/>
            <p:cNvSpPr>
              <a:spLocks/>
            </p:cNvSpPr>
            <p:nvPr/>
          </p:nvSpPr>
          <p:spPr bwMode="auto">
            <a:xfrm>
              <a:off x="1744663" y="4471988"/>
              <a:ext cx="33338" cy="414338"/>
            </a:xfrm>
            <a:custGeom>
              <a:avLst/>
              <a:gdLst>
                <a:gd name="T0" fmla="*/ 5 w 8"/>
                <a:gd name="T1" fmla="*/ 94 h 97"/>
                <a:gd name="T2" fmla="*/ 8 w 8"/>
                <a:gd name="T3" fmla="*/ 94 h 97"/>
                <a:gd name="T4" fmla="*/ 8 w 8"/>
                <a:gd name="T5" fmla="*/ 5 h 97"/>
                <a:gd name="T6" fmla="*/ 5 w 8"/>
                <a:gd name="T7" fmla="*/ 0 h 97"/>
                <a:gd name="T8" fmla="*/ 0 w 8"/>
                <a:gd name="T9" fmla="*/ 5 h 97"/>
                <a:gd name="T10" fmla="*/ 0 w 8"/>
                <a:gd name="T11" fmla="*/ 97 h 97"/>
                <a:gd name="T12" fmla="*/ 5 w 8"/>
                <a:gd name="T13" fmla="*/ 94 h 97"/>
              </a:gdLst>
              <a:ahLst/>
              <a:cxnLst>
                <a:cxn ang="0">
                  <a:pos x="T0" y="T1"/>
                </a:cxn>
                <a:cxn ang="0">
                  <a:pos x="T2" y="T3"/>
                </a:cxn>
                <a:cxn ang="0">
                  <a:pos x="T4" y="T5"/>
                </a:cxn>
                <a:cxn ang="0">
                  <a:pos x="T6" y="T7"/>
                </a:cxn>
                <a:cxn ang="0">
                  <a:pos x="T8" y="T9"/>
                </a:cxn>
                <a:cxn ang="0">
                  <a:pos x="T10" y="T11"/>
                </a:cxn>
                <a:cxn ang="0">
                  <a:pos x="T12" y="T13"/>
                </a:cxn>
              </a:cxnLst>
              <a:rect l="0" t="0" r="r" b="b"/>
              <a:pathLst>
                <a:path w="8" h="97">
                  <a:moveTo>
                    <a:pt x="5" y="94"/>
                  </a:moveTo>
                  <a:cubicBezTo>
                    <a:pt x="8" y="94"/>
                    <a:pt x="8" y="94"/>
                    <a:pt x="8" y="94"/>
                  </a:cubicBezTo>
                  <a:cubicBezTo>
                    <a:pt x="8" y="5"/>
                    <a:pt x="8" y="5"/>
                    <a:pt x="8" y="5"/>
                  </a:cubicBezTo>
                  <a:cubicBezTo>
                    <a:pt x="8" y="4"/>
                    <a:pt x="7" y="0"/>
                    <a:pt x="5" y="0"/>
                  </a:cubicBezTo>
                  <a:cubicBezTo>
                    <a:pt x="2" y="0"/>
                    <a:pt x="0" y="4"/>
                    <a:pt x="0" y="5"/>
                  </a:cubicBezTo>
                  <a:cubicBezTo>
                    <a:pt x="0" y="97"/>
                    <a:pt x="0" y="97"/>
                    <a:pt x="0" y="97"/>
                  </a:cubicBezTo>
                  <a:cubicBezTo>
                    <a:pt x="0" y="95"/>
                    <a:pt x="2" y="94"/>
                    <a:pt x="5"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66"/>
            <p:cNvSpPr>
              <a:spLocks/>
            </p:cNvSpPr>
            <p:nvPr/>
          </p:nvSpPr>
          <p:spPr bwMode="auto">
            <a:xfrm>
              <a:off x="1744663" y="4873626"/>
              <a:ext cx="225425" cy="33338"/>
            </a:xfrm>
            <a:custGeom>
              <a:avLst/>
              <a:gdLst>
                <a:gd name="T0" fmla="*/ 53 w 53"/>
                <a:gd name="T1" fmla="*/ 0 h 8"/>
                <a:gd name="T2" fmla="*/ 52 w 53"/>
                <a:gd name="T3" fmla="*/ 0 h 8"/>
                <a:gd name="T4" fmla="*/ 8 w 53"/>
                <a:gd name="T5" fmla="*/ 0 h 8"/>
                <a:gd name="T6" fmla="*/ 5 w 53"/>
                <a:gd name="T7" fmla="*/ 0 h 8"/>
                <a:gd name="T8" fmla="*/ 0 w 53"/>
                <a:gd name="T9" fmla="*/ 3 h 8"/>
                <a:gd name="T10" fmla="*/ 5 w 53"/>
                <a:gd name="T11" fmla="*/ 8 h 8"/>
                <a:gd name="T12" fmla="*/ 8 w 53"/>
                <a:gd name="T13" fmla="*/ 8 h 8"/>
                <a:gd name="T14" fmla="*/ 50 w 53"/>
                <a:gd name="T15" fmla="*/ 8 h 8"/>
                <a:gd name="T16" fmla="*/ 50 w 53"/>
                <a:gd name="T17" fmla="*/ 3 h 8"/>
                <a:gd name="T18" fmla="*/ 53 w 5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8">
                  <a:moveTo>
                    <a:pt x="53" y="0"/>
                  </a:moveTo>
                  <a:cubicBezTo>
                    <a:pt x="52" y="0"/>
                    <a:pt x="52" y="0"/>
                    <a:pt x="52" y="0"/>
                  </a:cubicBezTo>
                  <a:cubicBezTo>
                    <a:pt x="8" y="0"/>
                    <a:pt x="8" y="0"/>
                    <a:pt x="8" y="0"/>
                  </a:cubicBezTo>
                  <a:cubicBezTo>
                    <a:pt x="5" y="0"/>
                    <a:pt x="5" y="0"/>
                    <a:pt x="5" y="0"/>
                  </a:cubicBezTo>
                  <a:cubicBezTo>
                    <a:pt x="2" y="0"/>
                    <a:pt x="0" y="1"/>
                    <a:pt x="0" y="3"/>
                  </a:cubicBezTo>
                  <a:cubicBezTo>
                    <a:pt x="0" y="6"/>
                    <a:pt x="2" y="8"/>
                    <a:pt x="5" y="8"/>
                  </a:cubicBezTo>
                  <a:cubicBezTo>
                    <a:pt x="8" y="8"/>
                    <a:pt x="8" y="8"/>
                    <a:pt x="8" y="8"/>
                  </a:cubicBezTo>
                  <a:cubicBezTo>
                    <a:pt x="50" y="8"/>
                    <a:pt x="50" y="8"/>
                    <a:pt x="50" y="8"/>
                  </a:cubicBezTo>
                  <a:cubicBezTo>
                    <a:pt x="50" y="3"/>
                    <a:pt x="50" y="3"/>
                    <a:pt x="50" y="3"/>
                  </a:cubicBezTo>
                  <a:cubicBezTo>
                    <a:pt x="50" y="1"/>
                    <a:pt x="52" y="0"/>
                    <a:pt x="5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67"/>
            <p:cNvSpPr>
              <a:spLocks/>
            </p:cNvSpPr>
            <p:nvPr/>
          </p:nvSpPr>
          <p:spPr bwMode="auto">
            <a:xfrm>
              <a:off x="1957388" y="4873626"/>
              <a:ext cx="34925" cy="225425"/>
            </a:xfrm>
            <a:custGeom>
              <a:avLst/>
              <a:gdLst>
                <a:gd name="T0" fmla="*/ 5 w 8"/>
                <a:gd name="T1" fmla="*/ 0 h 53"/>
                <a:gd name="T2" fmla="*/ 3 w 8"/>
                <a:gd name="T3" fmla="*/ 0 h 53"/>
                <a:gd name="T4" fmla="*/ 0 w 8"/>
                <a:gd name="T5" fmla="*/ 3 h 53"/>
                <a:gd name="T6" fmla="*/ 0 w 8"/>
                <a:gd name="T7" fmla="*/ 8 h 53"/>
                <a:gd name="T8" fmla="*/ 0 w 8"/>
                <a:gd name="T9" fmla="*/ 48 h 53"/>
                <a:gd name="T10" fmla="*/ 5 w 8"/>
                <a:gd name="T11" fmla="*/ 53 h 53"/>
                <a:gd name="T12" fmla="*/ 8 w 8"/>
                <a:gd name="T13" fmla="*/ 48 h 53"/>
                <a:gd name="T14" fmla="*/ 8 w 8"/>
                <a:gd name="T15" fmla="*/ 3 h 53"/>
                <a:gd name="T16" fmla="*/ 5 w 8"/>
                <a:gd name="T1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53">
                  <a:moveTo>
                    <a:pt x="5" y="0"/>
                  </a:moveTo>
                  <a:cubicBezTo>
                    <a:pt x="3" y="0"/>
                    <a:pt x="3" y="0"/>
                    <a:pt x="3" y="0"/>
                  </a:cubicBezTo>
                  <a:cubicBezTo>
                    <a:pt x="2" y="0"/>
                    <a:pt x="0" y="1"/>
                    <a:pt x="0" y="3"/>
                  </a:cubicBezTo>
                  <a:cubicBezTo>
                    <a:pt x="0" y="8"/>
                    <a:pt x="0" y="8"/>
                    <a:pt x="0" y="8"/>
                  </a:cubicBezTo>
                  <a:cubicBezTo>
                    <a:pt x="0" y="48"/>
                    <a:pt x="0" y="48"/>
                    <a:pt x="0" y="48"/>
                  </a:cubicBezTo>
                  <a:cubicBezTo>
                    <a:pt x="0" y="50"/>
                    <a:pt x="2" y="53"/>
                    <a:pt x="5" y="53"/>
                  </a:cubicBezTo>
                  <a:cubicBezTo>
                    <a:pt x="5" y="53"/>
                    <a:pt x="8" y="50"/>
                    <a:pt x="8" y="48"/>
                  </a:cubicBezTo>
                  <a:cubicBezTo>
                    <a:pt x="8" y="3"/>
                    <a:pt x="8" y="3"/>
                    <a:pt x="8" y="3"/>
                  </a:cubicBezTo>
                  <a:cubicBezTo>
                    <a:pt x="8" y="1"/>
                    <a:pt x="5" y="0"/>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68"/>
            <p:cNvSpPr>
              <a:spLocks/>
            </p:cNvSpPr>
            <p:nvPr/>
          </p:nvSpPr>
          <p:spPr bwMode="auto">
            <a:xfrm>
              <a:off x="2073275" y="4672013"/>
              <a:ext cx="434975" cy="427038"/>
            </a:xfrm>
            <a:custGeom>
              <a:avLst/>
              <a:gdLst>
                <a:gd name="T0" fmla="*/ 99 w 102"/>
                <a:gd name="T1" fmla="*/ 0 h 100"/>
                <a:gd name="T2" fmla="*/ 3 w 102"/>
                <a:gd name="T3" fmla="*/ 0 h 100"/>
                <a:gd name="T4" fmla="*/ 0 w 102"/>
                <a:gd name="T5" fmla="*/ 3 h 100"/>
                <a:gd name="T6" fmla="*/ 3 w 102"/>
                <a:gd name="T7" fmla="*/ 9 h 100"/>
                <a:gd name="T8" fmla="*/ 46 w 102"/>
                <a:gd name="T9" fmla="*/ 9 h 100"/>
                <a:gd name="T10" fmla="*/ 46 w 102"/>
                <a:gd name="T11" fmla="*/ 92 h 100"/>
                <a:gd name="T12" fmla="*/ 21 w 102"/>
                <a:gd name="T13" fmla="*/ 92 h 100"/>
                <a:gd name="T14" fmla="*/ 12 w 102"/>
                <a:gd name="T15" fmla="*/ 100 h 100"/>
                <a:gd name="T16" fmla="*/ 46 w 102"/>
                <a:gd name="T17" fmla="*/ 100 h 100"/>
                <a:gd name="T18" fmla="*/ 59 w 102"/>
                <a:gd name="T19" fmla="*/ 100 h 100"/>
                <a:gd name="T20" fmla="*/ 90 w 102"/>
                <a:gd name="T21" fmla="*/ 100 h 100"/>
                <a:gd name="T22" fmla="*/ 84 w 102"/>
                <a:gd name="T23" fmla="*/ 92 h 100"/>
                <a:gd name="T24" fmla="*/ 59 w 102"/>
                <a:gd name="T25" fmla="*/ 92 h 100"/>
                <a:gd name="T26" fmla="*/ 59 w 102"/>
                <a:gd name="T27" fmla="*/ 9 h 100"/>
                <a:gd name="T28" fmla="*/ 99 w 102"/>
                <a:gd name="T29" fmla="*/ 9 h 100"/>
                <a:gd name="T30" fmla="*/ 102 w 102"/>
                <a:gd name="T31" fmla="*/ 3 h 100"/>
                <a:gd name="T32" fmla="*/ 99 w 102"/>
                <a:gd name="T33"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00">
                  <a:moveTo>
                    <a:pt x="99" y="0"/>
                  </a:moveTo>
                  <a:cubicBezTo>
                    <a:pt x="3" y="0"/>
                    <a:pt x="3" y="0"/>
                    <a:pt x="3" y="0"/>
                  </a:cubicBezTo>
                  <a:cubicBezTo>
                    <a:pt x="0" y="0"/>
                    <a:pt x="0" y="2"/>
                    <a:pt x="0" y="3"/>
                  </a:cubicBezTo>
                  <a:cubicBezTo>
                    <a:pt x="0" y="6"/>
                    <a:pt x="0" y="9"/>
                    <a:pt x="3" y="9"/>
                  </a:cubicBezTo>
                  <a:cubicBezTo>
                    <a:pt x="46" y="9"/>
                    <a:pt x="46" y="9"/>
                    <a:pt x="46" y="9"/>
                  </a:cubicBezTo>
                  <a:cubicBezTo>
                    <a:pt x="46" y="92"/>
                    <a:pt x="46" y="92"/>
                    <a:pt x="46" y="92"/>
                  </a:cubicBezTo>
                  <a:cubicBezTo>
                    <a:pt x="21" y="92"/>
                    <a:pt x="21" y="92"/>
                    <a:pt x="21" y="92"/>
                  </a:cubicBezTo>
                  <a:cubicBezTo>
                    <a:pt x="15" y="92"/>
                    <a:pt x="12" y="95"/>
                    <a:pt x="12" y="100"/>
                  </a:cubicBezTo>
                  <a:cubicBezTo>
                    <a:pt x="46" y="100"/>
                    <a:pt x="46" y="100"/>
                    <a:pt x="46" y="100"/>
                  </a:cubicBezTo>
                  <a:cubicBezTo>
                    <a:pt x="59" y="100"/>
                    <a:pt x="59" y="100"/>
                    <a:pt x="59" y="100"/>
                  </a:cubicBezTo>
                  <a:cubicBezTo>
                    <a:pt x="90" y="100"/>
                    <a:pt x="90" y="100"/>
                    <a:pt x="90" y="100"/>
                  </a:cubicBezTo>
                  <a:cubicBezTo>
                    <a:pt x="90" y="95"/>
                    <a:pt x="87" y="92"/>
                    <a:pt x="84" y="92"/>
                  </a:cubicBezTo>
                  <a:cubicBezTo>
                    <a:pt x="59" y="92"/>
                    <a:pt x="59" y="92"/>
                    <a:pt x="59" y="92"/>
                  </a:cubicBezTo>
                  <a:cubicBezTo>
                    <a:pt x="59" y="9"/>
                    <a:pt x="59" y="9"/>
                    <a:pt x="59" y="9"/>
                  </a:cubicBezTo>
                  <a:cubicBezTo>
                    <a:pt x="99" y="9"/>
                    <a:pt x="99" y="9"/>
                    <a:pt x="99" y="9"/>
                  </a:cubicBezTo>
                  <a:cubicBezTo>
                    <a:pt x="101" y="9"/>
                    <a:pt x="102" y="6"/>
                    <a:pt x="102" y="3"/>
                  </a:cubicBezTo>
                  <a:cubicBezTo>
                    <a:pt x="102" y="2"/>
                    <a:pt x="101" y="0"/>
                    <a:pt x="9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69"/>
            <p:cNvSpPr>
              <a:spLocks/>
            </p:cNvSpPr>
            <p:nvPr/>
          </p:nvSpPr>
          <p:spPr bwMode="auto">
            <a:xfrm>
              <a:off x="2025650" y="4727576"/>
              <a:ext cx="131763" cy="338138"/>
            </a:xfrm>
            <a:custGeom>
              <a:avLst/>
              <a:gdLst>
                <a:gd name="T0" fmla="*/ 31 w 31"/>
                <a:gd name="T1" fmla="*/ 10 h 79"/>
                <a:gd name="T2" fmla="*/ 20 w 31"/>
                <a:gd name="T3" fmla="*/ 0 h 79"/>
                <a:gd name="T4" fmla="*/ 17 w 31"/>
                <a:gd name="T5" fmla="*/ 0 h 79"/>
                <a:gd name="T6" fmla="*/ 0 w 31"/>
                <a:gd name="T7" fmla="*/ 0 h 79"/>
                <a:gd name="T8" fmla="*/ 0 w 31"/>
                <a:gd name="T9" fmla="*/ 3 h 79"/>
                <a:gd name="T10" fmla="*/ 14 w 31"/>
                <a:gd name="T11" fmla="*/ 3 h 79"/>
                <a:gd name="T12" fmla="*/ 17 w 31"/>
                <a:gd name="T13" fmla="*/ 3 h 79"/>
                <a:gd name="T14" fmla="*/ 26 w 31"/>
                <a:gd name="T15" fmla="*/ 12 h 79"/>
                <a:gd name="T16" fmla="*/ 26 w 31"/>
                <a:gd name="T17" fmla="*/ 15 h 79"/>
                <a:gd name="T18" fmla="*/ 26 w 31"/>
                <a:gd name="T19" fmla="*/ 18 h 79"/>
                <a:gd name="T20" fmla="*/ 26 w 31"/>
                <a:gd name="T21" fmla="*/ 29 h 79"/>
                <a:gd name="T22" fmla="*/ 26 w 31"/>
                <a:gd name="T23" fmla="*/ 56 h 79"/>
                <a:gd name="T24" fmla="*/ 26 w 31"/>
                <a:gd name="T25" fmla="*/ 71 h 79"/>
                <a:gd name="T26" fmla="*/ 25 w 31"/>
                <a:gd name="T27" fmla="*/ 79 h 79"/>
                <a:gd name="T28" fmla="*/ 31 w 31"/>
                <a:gd name="T29" fmla="*/ 70 h 79"/>
                <a:gd name="T30" fmla="*/ 31 w 31"/>
                <a:gd name="T31" fmla="*/ 54 h 79"/>
                <a:gd name="T32" fmla="*/ 31 w 31"/>
                <a:gd name="T33" fmla="*/ 28 h 79"/>
                <a:gd name="T34" fmla="*/ 31 w 31"/>
                <a:gd name="T35" fmla="*/ 15 h 79"/>
                <a:gd name="T36" fmla="*/ 31 w 31"/>
                <a:gd name="T37" fmla="*/ 12 h 79"/>
                <a:gd name="T38" fmla="*/ 31 w 31"/>
                <a:gd name="T39" fmla="*/ 1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 h="79">
                  <a:moveTo>
                    <a:pt x="31" y="10"/>
                  </a:moveTo>
                  <a:cubicBezTo>
                    <a:pt x="29" y="6"/>
                    <a:pt x="26" y="0"/>
                    <a:pt x="20" y="0"/>
                  </a:cubicBezTo>
                  <a:cubicBezTo>
                    <a:pt x="17" y="0"/>
                    <a:pt x="17" y="0"/>
                    <a:pt x="17" y="0"/>
                  </a:cubicBezTo>
                  <a:cubicBezTo>
                    <a:pt x="0" y="0"/>
                    <a:pt x="0" y="0"/>
                    <a:pt x="0" y="0"/>
                  </a:cubicBezTo>
                  <a:cubicBezTo>
                    <a:pt x="0" y="3"/>
                    <a:pt x="0" y="3"/>
                    <a:pt x="0" y="3"/>
                  </a:cubicBezTo>
                  <a:cubicBezTo>
                    <a:pt x="14" y="3"/>
                    <a:pt x="14" y="3"/>
                    <a:pt x="14" y="3"/>
                  </a:cubicBezTo>
                  <a:cubicBezTo>
                    <a:pt x="17" y="3"/>
                    <a:pt x="17" y="3"/>
                    <a:pt x="17" y="3"/>
                  </a:cubicBezTo>
                  <a:cubicBezTo>
                    <a:pt x="23" y="3"/>
                    <a:pt x="26" y="7"/>
                    <a:pt x="26" y="12"/>
                  </a:cubicBezTo>
                  <a:cubicBezTo>
                    <a:pt x="26" y="14"/>
                    <a:pt x="26" y="14"/>
                    <a:pt x="26" y="15"/>
                  </a:cubicBezTo>
                  <a:cubicBezTo>
                    <a:pt x="26" y="18"/>
                    <a:pt x="26" y="18"/>
                    <a:pt x="26" y="18"/>
                  </a:cubicBezTo>
                  <a:cubicBezTo>
                    <a:pt x="26" y="29"/>
                    <a:pt x="26" y="29"/>
                    <a:pt x="26" y="29"/>
                  </a:cubicBezTo>
                  <a:cubicBezTo>
                    <a:pt x="26" y="56"/>
                    <a:pt x="26" y="56"/>
                    <a:pt x="26" y="56"/>
                  </a:cubicBezTo>
                  <a:cubicBezTo>
                    <a:pt x="26" y="71"/>
                    <a:pt x="26" y="71"/>
                    <a:pt x="26" y="71"/>
                  </a:cubicBezTo>
                  <a:cubicBezTo>
                    <a:pt x="26" y="74"/>
                    <a:pt x="26" y="77"/>
                    <a:pt x="25" y="79"/>
                  </a:cubicBezTo>
                  <a:cubicBezTo>
                    <a:pt x="29" y="77"/>
                    <a:pt x="31" y="74"/>
                    <a:pt x="31" y="70"/>
                  </a:cubicBezTo>
                  <a:cubicBezTo>
                    <a:pt x="31" y="54"/>
                    <a:pt x="31" y="54"/>
                    <a:pt x="31" y="54"/>
                  </a:cubicBezTo>
                  <a:cubicBezTo>
                    <a:pt x="31" y="28"/>
                    <a:pt x="31" y="28"/>
                    <a:pt x="31" y="28"/>
                  </a:cubicBezTo>
                  <a:cubicBezTo>
                    <a:pt x="31" y="15"/>
                    <a:pt x="31" y="15"/>
                    <a:pt x="31" y="15"/>
                  </a:cubicBezTo>
                  <a:cubicBezTo>
                    <a:pt x="31" y="12"/>
                    <a:pt x="31" y="12"/>
                    <a:pt x="31" y="12"/>
                  </a:cubicBezTo>
                  <a:lnTo>
                    <a:pt x="31"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70"/>
            <p:cNvSpPr>
              <a:spLocks/>
            </p:cNvSpPr>
            <p:nvPr/>
          </p:nvSpPr>
          <p:spPr bwMode="auto">
            <a:xfrm>
              <a:off x="1790700" y="4356101"/>
              <a:ext cx="333375" cy="742950"/>
            </a:xfrm>
            <a:custGeom>
              <a:avLst/>
              <a:gdLst>
                <a:gd name="T0" fmla="*/ 78 w 78"/>
                <a:gd name="T1" fmla="*/ 102 h 174"/>
                <a:gd name="T2" fmla="*/ 69 w 78"/>
                <a:gd name="T3" fmla="*/ 93 h 174"/>
                <a:gd name="T4" fmla="*/ 66 w 78"/>
                <a:gd name="T5" fmla="*/ 93 h 174"/>
                <a:gd name="T6" fmla="*/ 50 w 78"/>
                <a:gd name="T7" fmla="*/ 93 h 174"/>
                <a:gd name="T8" fmla="*/ 50 w 78"/>
                <a:gd name="T9" fmla="*/ 74 h 174"/>
                <a:gd name="T10" fmla="*/ 44 w 78"/>
                <a:gd name="T11" fmla="*/ 69 h 174"/>
                <a:gd name="T12" fmla="*/ 44 w 78"/>
                <a:gd name="T13" fmla="*/ 69 h 174"/>
                <a:gd name="T14" fmla="*/ 44 w 78"/>
                <a:gd name="T15" fmla="*/ 69 h 174"/>
                <a:gd name="T16" fmla="*/ 11 w 78"/>
                <a:gd name="T17" fmla="*/ 34 h 174"/>
                <a:gd name="T18" fmla="*/ 13 w 78"/>
                <a:gd name="T19" fmla="*/ 12 h 174"/>
                <a:gd name="T20" fmla="*/ 35 w 78"/>
                <a:gd name="T21" fmla="*/ 12 h 174"/>
                <a:gd name="T22" fmla="*/ 50 w 78"/>
                <a:gd name="T23" fmla="*/ 32 h 174"/>
                <a:gd name="T24" fmla="*/ 50 w 78"/>
                <a:gd name="T25" fmla="*/ 21 h 174"/>
                <a:gd name="T26" fmla="*/ 31 w 78"/>
                <a:gd name="T27" fmla="*/ 0 h 174"/>
                <a:gd name="T28" fmla="*/ 21 w 78"/>
                <a:gd name="T29" fmla="*/ 0 h 174"/>
                <a:gd name="T30" fmla="*/ 0 w 78"/>
                <a:gd name="T31" fmla="*/ 21 h 174"/>
                <a:gd name="T32" fmla="*/ 0 w 78"/>
                <a:gd name="T33" fmla="*/ 97 h 174"/>
                <a:gd name="T34" fmla="*/ 21 w 78"/>
                <a:gd name="T35" fmla="*/ 118 h 174"/>
                <a:gd name="T36" fmla="*/ 25 w 78"/>
                <a:gd name="T37" fmla="*/ 118 h 174"/>
                <a:gd name="T38" fmla="*/ 31 w 78"/>
                <a:gd name="T39" fmla="*/ 118 h 174"/>
                <a:gd name="T40" fmla="*/ 53 w 78"/>
                <a:gd name="T41" fmla="*/ 118 h 174"/>
                <a:gd name="T42" fmla="*/ 53 w 78"/>
                <a:gd name="T43" fmla="*/ 119 h 174"/>
                <a:gd name="T44" fmla="*/ 53 w 78"/>
                <a:gd name="T45" fmla="*/ 146 h 174"/>
                <a:gd name="T46" fmla="*/ 53 w 78"/>
                <a:gd name="T47" fmla="*/ 161 h 174"/>
                <a:gd name="T48" fmla="*/ 66 w 78"/>
                <a:gd name="T49" fmla="*/ 174 h 174"/>
                <a:gd name="T50" fmla="*/ 69 w 78"/>
                <a:gd name="T51" fmla="*/ 174 h 174"/>
                <a:gd name="T52" fmla="*/ 78 w 78"/>
                <a:gd name="T53" fmla="*/ 161 h 174"/>
                <a:gd name="T54" fmla="*/ 78 w 78"/>
                <a:gd name="T55" fmla="*/ 146 h 174"/>
                <a:gd name="T56" fmla="*/ 78 w 78"/>
                <a:gd name="T57" fmla="*/ 119 h 174"/>
                <a:gd name="T58" fmla="*/ 78 w 78"/>
                <a:gd name="T59" fmla="*/ 108 h 174"/>
                <a:gd name="T60" fmla="*/ 78 w 78"/>
                <a:gd name="T61" fmla="*/ 105 h 174"/>
                <a:gd name="T62" fmla="*/ 78 w 78"/>
                <a:gd name="T63" fmla="*/ 102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8" h="174">
                  <a:moveTo>
                    <a:pt x="78" y="102"/>
                  </a:moveTo>
                  <a:cubicBezTo>
                    <a:pt x="78" y="97"/>
                    <a:pt x="73" y="93"/>
                    <a:pt x="69" y="93"/>
                  </a:cubicBezTo>
                  <a:cubicBezTo>
                    <a:pt x="66" y="93"/>
                    <a:pt x="66" y="93"/>
                    <a:pt x="66" y="93"/>
                  </a:cubicBezTo>
                  <a:cubicBezTo>
                    <a:pt x="50" y="93"/>
                    <a:pt x="50" y="93"/>
                    <a:pt x="50" y="93"/>
                  </a:cubicBezTo>
                  <a:cubicBezTo>
                    <a:pt x="50" y="74"/>
                    <a:pt x="50" y="74"/>
                    <a:pt x="50" y="74"/>
                  </a:cubicBezTo>
                  <a:cubicBezTo>
                    <a:pt x="47" y="74"/>
                    <a:pt x="44" y="71"/>
                    <a:pt x="44" y="69"/>
                  </a:cubicBezTo>
                  <a:cubicBezTo>
                    <a:pt x="44" y="69"/>
                    <a:pt x="44" y="69"/>
                    <a:pt x="44" y="69"/>
                  </a:cubicBezTo>
                  <a:cubicBezTo>
                    <a:pt x="44" y="69"/>
                    <a:pt x="44" y="69"/>
                    <a:pt x="44" y="69"/>
                  </a:cubicBezTo>
                  <a:cubicBezTo>
                    <a:pt x="11" y="34"/>
                    <a:pt x="11" y="34"/>
                    <a:pt x="11" y="34"/>
                  </a:cubicBezTo>
                  <a:cubicBezTo>
                    <a:pt x="7" y="27"/>
                    <a:pt x="7" y="18"/>
                    <a:pt x="13" y="12"/>
                  </a:cubicBezTo>
                  <a:cubicBezTo>
                    <a:pt x="19" y="6"/>
                    <a:pt x="28" y="6"/>
                    <a:pt x="35" y="12"/>
                  </a:cubicBezTo>
                  <a:cubicBezTo>
                    <a:pt x="50" y="32"/>
                    <a:pt x="50" y="32"/>
                    <a:pt x="50" y="32"/>
                  </a:cubicBezTo>
                  <a:cubicBezTo>
                    <a:pt x="50" y="21"/>
                    <a:pt x="50" y="21"/>
                    <a:pt x="50" y="21"/>
                  </a:cubicBezTo>
                  <a:cubicBezTo>
                    <a:pt x="50" y="9"/>
                    <a:pt x="41" y="0"/>
                    <a:pt x="31" y="0"/>
                  </a:cubicBezTo>
                  <a:cubicBezTo>
                    <a:pt x="21" y="0"/>
                    <a:pt x="21" y="0"/>
                    <a:pt x="21" y="0"/>
                  </a:cubicBezTo>
                  <a:cubicBezTo>
                    <a:pt x="10" y="0"/>
                    <a:pt x="0" y="9"/>
                    <a:pt x="0" y="21"/>
                  </a:cubicBezTo>
                  <a:cubicBezTo>
                    <a:pt x="0" y="97"/>
                    <a:pt x="0" y="97"/>
                    <a:pt x="0" y="97"/>
                  </a:cubicBezTo>
                  <a:cubicBezTo>
                    <a:pt x="0" y="108"/>
                    <a:pt x="10" y="118"/>
                    <a:pt x="21" y="118"/>
                  </a:cubicBezTo>
                  <a:cubicBezTo>
                    <a:pt x="25" y="118"/>
                    <a:pt x="25" y="118"/>
                    <a:pt x="25" y="118"/>
                  </a:cubicBezTo>
                  <a:cubicBezTo>
                    <a:pt x="31" y="118"/>
                    <a:pt x="31" y="118"/>
                    <a:pt x="31" y="118"/>
                  </a:cubicBezTo>
                  <a:cubicBezTo>
                    <a:pt x="53" y="118"/>
                    <a:pt x="53" y="118"/>
                    <a:pt x="53" y="118"/>
                  </a:cubicBezTo>
                  <a:cubicBezTo>
                    <a:pt x="53" y="119"/>
                    <a:pt x="53" y="119"/>
                    <a:pt x="53" y="119"/>
                  </a:cubicBezTo>
                  <a:cubicBezTo>
                    <a:pt x="53" y="146"/>
                    <a:pt x="53" y="146"/>
                    <a:pt x="53" y="146"/>
                  </a:cubicBezTo>
                  <a:cubicBezTo>
                    <a:pt x="53" y="161"/>
                    <a:pt x="53" y="161"/>
                    <a:pt x="53" y="161"/>
                  </a:cubicBezTo>
                  <a:cubicBezTo>
                    <a:pt x="53" y="167"/>
                    <a:pt x="59" y="174"/>
                    <a:pt x="66" y="174"/>
                  </a:cubicBezTo>
                  <a:cubicBezTo>
                    <a:pt x="69" y="174"/>
                    <a:pt x="69" y="174"/>
                    <a:pt x="69" y="174"/>
                  </a:cubicBezTo>
                  <a:cubicBezTo>
                    <a:pt x="75" y="174"/>
                    <a:pt x="78" y="167"/>
                    <a:pt x="78" y="161"/>
                  </a:cubicBezTo>
                  <a:cubicBezTo>
                    <a:pt x="78" y="146"/>
                    <a:pt x="78" y="146"/>
                    <a:pt x="78" y="146"/>
                  </a:cubicBezTo>
                  <a:cubicBezTo>
                    <a:pt x="78" y="119"/>
                    <a:pt x="78" y="119"/>
                    <a:pt x="78" y="119"/>
                  </a:cubicBezTo>
                  <a:cubicBezTo>
                    <a:pt x="78" y="108"/>
                    <a:pt x="78" y="108"/>
                    <a:pt x="78" y="108"/>
                  </a:cubicBezTo>
                  <a:cubicBezTo>
                    <a:pt x="78" y="105"/>
                    <a:pt x="78" y="105"/>
                    <a:pt x="78" y="105"/>
                  </a:cubicBezTo>
                  <a:cubicBezTo>
                    <a:pt x="78" y="104"/>
                    <a:pt x="78" y="104"/>
                    <a:pt x="78"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Oval 71"/>
            <p:cNvSpPr>
              <a:spLocks noChangeArrowheads="1"/>
            </p:cNvSpPr>
            <p:nvPr/>
          </p:nvSpPr>
          <p:spPr bwMode="auto">
            <a:xfrm>
              <a:off x="3459163" y="4135438"/>
              <a:ext cx="196850" cy="2000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72"/>
            <p:cNvSpPr>
              <a:spLocks/>
            </p:cNvSpPr>
            <p:nvPr/>
          </p:nvSpPr>
          <p:spPr bwMode="auto">
            <a:xfrm>
              <a:off x="3411538" y="4886326"/>
              <a:ext cx="34925" cy="212725"/>
            </a:xfrm>
            <a:custGeom>
              <a:avLst/>
              <a:gdLst>
                <a:gd name="T0" fmla="*/ 0 w 8"/>
                <a:gd name="T1" fmla="*/ 0 h 50"/>
                <a:gd name="T2" fmla="*/ 0 w 8"/>
                <a:gd name="T3" fmla="*/ 45 h 50"/>
                <a:gd name="T4" fmla="*/ 3 w 8"/>
                <a:gd name="T5" fmla="*/ 50 h 50"/>
                <a:gd name="T6" fmla="*/ 8 w 8"/>
                <a:gd name="T7" fmla="*/ 45 h 50"/>
                <a:gd name="T8" fmla="*/ 8 w 8"/>
                <a:gd name="T9" fmla="*/ 5 h 50"/>
                <a:gd name="T10" fmla="*/ 3 w 8"/>
                <a:gd name="T11" fmla="*/ 5 h 50"/>
                <a:gd name="T12" fmla="*/ 0 w 8"/>
                <a:gd name="T13" fmla="*/ 0 h 50"/>
              </a:gdLst>
              <a:ahLst/>
              <a:cxnLst>
                <a:cxn ang="0">
                  <a:pos x="T0" y="T1"/>
                </a:cxn>
                <a:cxn ang="0">
                  <a:pos x="T2" y="T3"/>
                </a:cxn>
                <a:cxn ang="0">
                  <a:pos x="T4" y="T5"/>
                </a:cxn>
                <a:cxn ang="0">
                  <a:pos x="T6" y="T7"/>
                </a:cxn>
                <a:cxn ang="0">
                  <a:pos x="T8" y="T9"/>
                </a:cxn>
                <a:cxn ang="0">
                  <a:pos x="T10" y="T11"/>
                </a:cxn>
                <a:cxn ang="0">
                  <a:pos x="T12" y="T13"/>
                </a:cxn>
              </a:cxnLst>
              <a:rect l="0" t="0" r="r" b="b"/>
              <a:pathLst>
                <a:path w="8" h="50">
                  <a:moveTo>
                    <a:pt x="0" y="0"/>
                  </a:moveTo>
                  <a:cubicBezTo>
                    <a:pt x="0" y="45"/>
                    <a:pt x="0" y="45"/>
                    <a:pt x="0" y="45"/>
                  </a:cubicBezTo>
                  <a:cubicBezTo>
                    <a:pt x="0" y="47"/>
                    <a:pt x="1" y="50"/>
                    <a:pt x="3" y="50"/>
                  </a:cubicBezTo>
                  <a:cubicBezTo>
                    <a:pt x="6" y="50"/>
                    <a:pt x="8" y="47"/>
                    <a:pt x="8" y="45"/>
                  </a:cubicBezTo>
                  <a:cubicBezTo>
                    <a:pt x="8" y="5"/>
                    <a:pt x="8" y="5"/>
                    <a:pt x="8" y="5"/>
                  </a:cubicBezTo>
                  <a:cubicBezTo>
                    <a:pt x="3" y="5"/>
                    <a:pt x="3" y="5"/>
                    <a:pt x="3" y="5"/>
                  </a:cubicBezTo>
                  <a:cubicBezTo>
                    <a:pt x="1" y="5"/>
                    <a:pt x="0"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73"/>
            <p:cNvSpPr>
              <a:spLocks/>
            </p:cNvSpPr>
            <p:nvPr/>
          </p:nvSpPr>
          <p:spPr bwMode="auto">
            <a:xfrm>
              <a:off x="3411538" y="4471988"/>
              <a:ext cx="34925" cy="414338"/>
            </a:xfrm>
            <a:custGeom>
              <a:avLst/>
              <a:gdLst>
                <a:gd name="T0" fmla="*/ 3 w 8"/>
                <a:gd name="T1" fmla="*/ 94 h 97"/>
                <a:gd name="T2" fmla="*/ 8 w 8"/>
                <a:gd name="T3" fmla="*/ 94 h 97"/>
                <a:gd name="T4" fmla="*/ 8 w 8"/>
                <a:gd name="T5" fmla="*/ 5 h 97"/>
                <a:gd name="T6" fmla="*/ 3 w 8"/>
                <a:gd name="T7" fmla="*/ 0 h 97"/>
                <a:gd name="T8" fmla="*/ 0 w 8"/>
                <a:gd name="T9" fmla="*/ 5 h 97"/>
                <a:gd name="T10" fmla="*/ 0 w 8"/>
                <a:gd name="T11" fmla="*/ 97 h 97"/>
                <a:gd name="T12" fmla="*/ 3 w 8"/>
                <a:gd name="T13" fmla="*/ 94 h 97"/>
              </a:gdLst>
              <a:ahLst/>
              <a:cxnLst>
                <a:cxn ang="0">
                  <a:pos x="T0" y="T1"/>
                </a:cxn>
                <a:cxn ang="0">
                  <a:pos x="T2" y="T3"/>
                </a:cxn>
                <a:cxn ang="0">
                  <a:pos x="T4" y="T5"/>
                </a:cxn>
                <a:cxn ang="0">
                  <a:pos x="T6" y="T7"/>
                </a:cxn>
                <a:cxn ang="0">
                  <a:pos x="T8" y="T9"/>
                </a:cxn>
                <a:cxn ang="0">
                  <a:pos x="T10" y="T11"/>
                </a:cxn>
                <a:cxn ang="0">
                  <a:pos x="T12" y="T13"/>
                </a:cxn>
              </a:cxnLst>
              <a:rect l="0" t="0" r="r" b="b"/>
              <a:pathLst>
                <a:path w="8" h="97">
                  <a:moveTo>
                    <a:pt x="3" y="94"/>
                  </a:moveTo>
                  <a:cubicBezTo>
                    <a:pt x="8" y="94"/>
                    <a:pt x="8" y="94"/>
                    <a:pt x="8" y="94"/>
                  </a:cubicBezTo>
                  <a:cubicBezTo>
                    <a:pt x="8" y="5"/>
                    <a:pt x="8" y="5"/>
                    <a:pt x="8" y="5"/>
                  </a:cubicBezTo>
                  <a:cubicBezTo>
                    <a:pt x="8" y="4"/>
                    <a:pt x="6" y="0"/>
                    <a:pt x="3" y="0"/>
                  </a:cubicBezTo>
                  <a:cubicBezTo>
                    <a:pt x="1" y="0"/>
                    <a:pt x="0" y="4"/>
                    <a:pt x="0" y="5"/>
                  </a:cubicBezTo>
                  <a:cubicBezTo>
                    <a:pt x="0" y="97"/>
                    <a:pt x="0" y="97"/>
                    <a:pt x="0" y="97"/>
                  </a:cubicBezTo>
                  <a:cubicBezTo>
                    <a:pt x="0" y="95"/>
                    <a:pt x="1" y="94"/>
                    <a:pt x="3"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74"/>
            <p:cNvSpPr>
              <a:spLocks/>
            </p:cNvSpPr>
            <p:nvPr/>
          </p:nvSpPr>
          <p:spPr bwMode="auto">
            <a:xfrm>
              <a:off x="3411538" y="4873626"/>
              <a:ext cx="227013" cy="33338"/>
            </a:xfrm>
            <a:custGeom>
              <a:avLst/>
              <a:gdLst>
                <a:gd name="T0" fmla="*/ 53 w 53"/>
                <a:gd name="T1" fmla="*/ 0 h 8"/>
                <a:gd name="T2" fmla="*/ 53 w 53"/>
                <a:gd name="T3" fmla="*/ 0 h 8"/>
                <a:gd name="T4" fmla="*/ 8 w 53"/>
                <a:gd name="T5" fmla="*/ 0 h 8"/>
                <a:gd name="T6" fmla="*/ 3 w 53"/>
                <a:gd name="T7" fmla="*/ 0 h 8"/>
                <a:gd name="T8" fmla="*/ 0 w 53"/>
                <a:gd name="T9" fmla="*/ 3 h 8"/>
                <a:gd name="T10" fmla="*/ 3 w 53"/>
                <a:gd name="T11" fmla="*/ 8 h 8"/>
                <a:gd name="T12" fmla="*/ 8 w 53"/>
                <a:gd name="T13" fmla="*/ 8 h 8"/>
                <a:gd name="T14" fmla="*/ 50 w 53"/>
                <a:gd name="T15" fmla="*/ 8 h 8"/>
                <a:gd name="T16" fmla="*/ 50 w 53"/>
                <a:gd name="T17" fmla="*/ 3 h 8"/>
                <a:gd name="T18" fmla="*/ 53 w 5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8">
                  <a:moveTo>
                    <a:pt x="53" y="0"/>
                  </a:moveTo>
                  <a:cubicBezTo>
                    <a:pt x="53" y="0"/>
                    <a:pt x="53" y="0"/>
                    <a:pt x="53" y="0"/>
                  </a:cubicBezTo>
                  <a:cubicBezTo>
                    <a:pt x="8" y="0"/>
                    <a:pt x="8" y="0"/>
                    <a:pt x="8" y="0"/>
                  </a:cubicBezTo>
                  <a:cubicBezTo>
                    <a:pt x="3" y="0"/>
                    <a:pt x="3" y="0"/>
                    <a:pt x="3" y="0"/>
                  </a:cubicBezTo>
                  <a:cubicBezTo>
                    <a:pt x="1" y="0"/>
                    <a:pt x="0" y="1"/>
                    <a:pt x="0" y="3"/>
                  </a:cubicBezTo>
                  <a:cubicBezTo>
                    <a:pt x="0" y="6"/>
                    <a:pt x="1" y="8"/>
                    <a:pt x="3" y="8"/>
                  </a:cubicBezTo>
                  <a:cubicBezTo>
                    <a:pt x="8" y="8"/>
                    <a:pt x="8" y="8"/>
                    <a:pt x="8" y="8"/>
                  </a:cubicBezTo>
                  <a:cubicBezTo>
                    <a:pt x="50" y="8"/>
                    <a:pt x="50" y="8"/>
                    <a:pt x="50" y="8"/>
                  </a:cubicBezTo>
                  <a:cubicBezTo>
                    <a:pt x="50" y="3"/>
                    <a:pt x="50" y="3"/>
                    <a:pt x="50" y="3"/>
                  </a:cubicBezTo>
                  <a:cubicBezTo>
                    <a:pt x="50" y="1"/>
                    <a:pt x="50" y="0"/>
                    <a:pt x="5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75"/>
            <p:cNvSpPr>
              <a:spLocks/>
            </p:cNvSpPr>
            <p:nvPr/>
          </p:nvSpPr>
          <p:spPr bwMode="auto">
            <a:xfrm>
              <a:off x="3625850" y="4873626"/>
              <a:ext cx="25400" cy="225425"/>
            </a:xfrm>
            <a:custGeom>
              <a:avLst/>
              <a:gdLst>
                <a:gd name="T0" fmla="*/ 3 w 6"/>
                <a:gd name="T1" fmla="*/ 0 h 53"/>
                <a:gd name="T2" fmla="*/ 3 w 6"/>
                <a:gd name="T3" fmla="*/ 0 h 53"/>
                <a:gd name="T4" fmla="*/ 0 w 6"/>
                <a:gd name="T5" fmla="*/ 3 h 53"/>
                <a:gd name="T6" fmla="*/ 0 w 6"/>
                <a:gd name="T7" fmla="*/ 8 h 53"/>
                <a:gd name="T8" fmla="*/ 0 w 6"/>
                <a:gd name="T9" fmla="*/ 48 h 53"/>
                <a:gd name="T10" fmla="*/ 3 w 6"/>
                <a:gd name="T11" fmla="*/ 53 h 53"/>
                <a:gd name="T12" fmla="*/ 6 w 6"/>
                <a:gd name="T13" fmla="*/ 48 h 53"/>
                <a:gd name="T14" fmla="*/ 6 w 6"/>
                <a:gd name="T15" fmla="*/ 3 h 53"/>
                <a:gd name="T16" fmla="*/ 3 w 6"/>
                <a:gd name="T1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53">
                  <a:moveTo>
                    <a:pt x="3" y="0"/>
                  </a:moveTo>
                  <a:cubicBezTo>
                    <a:pt x="3" y="0"/>
                    <a:pt x="3" y="0"/>
                    <a:pt x="3" y="0"/>
                  </a:cubicBezTo>
                  <a:cubicBezTo>
                    <a:pt x="0" y="0"/>
                    <a:pt x="0" y="1"/>
                    <a:pt x="0" y="3"/>
                  </a:cubicBezTo>
                  <a:cubicBezTo>
                    <a:pt x="0" y="8"/>
                    <a:pt x="0" y="8"/>
                    <a:pt x="0" y="8"/>
                  </a:cubicBezTo>
                  <a:cubicBezTo>
                    <a:pt x="0" y="48"/>
                    <a:pt x="0" y="48"/>
                    <a:pt x="0" y="48"/>
                  </a:cubicBezTo>
                  <a:cubicBezTo>
                    <a:pt x="0" y="50"/>
                    <a:pt x="1" y="53"/>
                    <a:pt x="3" y="53"/>
                  </a:cubicBezTo>
                  <a:cubicBezTo>
                    <a:pt x="6" y="53"/>
                    <a:pt x="6" y="50"/>
                    <a:pt x="6" y="48"/>
                  </a:cubicBezTo>
                  <a:cubicBezTo>
                    <a:pt x="6" y="3"/>
                    <a:pt x="6" y="3"/>
                    <a:pt x="6" y="3"/>
                  </a:cubicBezTo>
                  <a:cubicBezTo>
                    <a:pt x="6" y="1"/>
                    <a:pt x="6"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76"/>
            <p:cNvSpPr>
              <a:spLocks/>
            </p:cNvSpPr>
            <p:nvPr/>
          </p:nvSpPr>
          <p:spPr bwMode="auto">
            <a:xfrm>
              <a:off x="3732213" y="4672013"/>
              <a:ext cx="447675" cy="427038"/>
            </a:xfrm>
            <a:custGeom>
              <a:avLst/>
              <a:gdLst>
                <a:gd name="T0" fmla="*/ 99 w 105"/>
                <a:gd name="T1" fmla="*/ 0 h 100"/>
                <a:gd name="T2" fmla="*/ 6 w 105"/>
                <a:gd name="T3" fmla="*/ 0 h 100"/>
                <a:gd name="T4" fmla="*/ 0 w 105"/>
                <a:gd name="T5" fmla="*/ 3 h 100"/>
                <a:gd name="T6" fmla="*/ 6 w 105"/>
                <a:gd name="T7" fmla="*/ 9 h 100"/>
                <a:gd name="T8" fmla="*/ 46 w 105"/>
                <a:gd name="T9" fmla="*/ 9 h 100"/>
                <a:gd name="T10" fmla="*/ 46 w 105"/>
                <a:gd name="T11" fmla="*/ 92 h 100"/>
                <a:gd name="T12" fmla="*/ 21 w 105"/>
                <a:gd name="T13" fmla="*/ 92 h 100"/>
                <a:gd name="T14" fmla="*/ 15 w 105"/>
                <a:gd name="T15" fmla="*/ 100 h 100"/>
                <a:gd name="T16" fmla="*/ 46 w 105"/>
                <a:gd name="T17" fmla="*/ 100 h 100"/>
                <a:gd name="T18" fmla="*/ 59 w 105"/>
                <a:gd name="T19" fmla="*/ 100 h 100"/>
                <a:gd name="T20" fmla="*/ 93 w 105"/>
                <a:gd name="T21" fmla="*/ 100 h 100"/>
                <a:gd name="T22" fmla="*/ 85 w 105"/>
                <a:gd name="T23" fmla="*/ 92 h 100"/>
                <a:gd name="T24" fmla="*/ 59 w 105"/>
                <a:gd name="T25" fmla="*/ 92 h 100"/>
                <a:gd name="T26" fmla="*/ 59 w 105"/>
                <a:gd name="T27" fmla="*/ 9 h 100"/>
                <a:gd name="T28" fmla="*/ 99 w 105"/>
                <a:gd name="T29" fmla="*/ 9 h 100"/>
                <a:gd name="T30" fmla="*/ 105 w 105"/>
                <a:gd name="T31" fmla="*/ 3 h 100"/>
                <a:gd name="T32" fmla="*/ 99 w 105"/>
                <a:gd name="T33"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5" h="100">
                  <a:moveTo>
                    <a:pt x="99" y="0"/>
                  </a:moveTo>
                  <a:cubicBezTo>
                    <a:pt x="6" y="0"/>
                    <a:pt x="6" y="0"/>
                    <a:pt x="6" y="0"/>
                  </a:cubicBezTo>
                  <a:cubicBezTo>
                    <a:pt x="3" y="0"/>
                    <a:pt x="0" y="2"/>
                    <a:pt x="0" y="3"/>
                  </a:cubicBezTo>
                  <a:cubicBezTo>
                    <a:pt x="0" y="6"/>
                    <a:pt x="3" y="9"/>
                    <a:pt x="6" y="9"/>
                  </a:cubicBezTo>
                  <a:cubicBezTo>
                    <a:pt x="46" y="9"/>
                    <a:pt x="46" y="9"/>
                    <a:pt x="46" y="9"/>
                  </a:cubicBezTo>
                  <a:cubicBezTo>
                    <a:pt x="46" y="92"/>
                    <a:pt x="46" y="92"/>
                    <a:pt x="46" y="92"/>
                  </a:cubicBezTo>
                  <a:cubicBezTo>
                    <a:pt x="21" y="92"/>
                    <a:pt x="21" y="92"/>
                    <a:pt x="21" y="92"/>
                  </a:cubicBezTo>
                  <a:cubicBezTo>
                    <a:pt x="18" y="92"/>
                    <a:pt x="15" y="95"/>
                    <a:pt x="15" y="100"/>
                  </a:cubicBezTo>
                  <a:cubicBezTo>
                    <a:pt x="46" y="100"/>
                    <a:pt x="46" y="100"/>
                    <a:pt x="46" y="100"/>
                  </a:cubicBezTo>
                  <a:cubicBezTo>
                    <a:pt x="59" y="100"/>
                    <a:pt x="59" y="100"/>
                    <a:pt x="59" y="100"/>
                  </a:cubicBezTo>
                  <a:cubicBezTo>
                    <a:pt x="93" y="100"/>
                    <a:pt x="93" y="100"/>
                    <a:pt x="93" y="100"/>
                  </a:cubicBezTo>
                  <a:cubicBezTo>
                    <a:pt x="93" y="95"/>
                    <a:pt x="90" y="92"/>
                    <a:pt x="85" y="92"/>
                  </a:cubicBezTo>
                  <a:cubicBezTo>
                    <a:pt x="59" y="92"/>
                    <a:pt x="59" y="92"/>
                    <a:pt x="59" y="92"/>
                  </a:cubicBezTo>
                  <a:cubicBezTo>
                    <a:pt x="59" y="9"/>
                    <a:pt x="59" y="9"/>
                    <a:pt x="59" y="9"/>
                  </a:cubicBezTo>
                  <a:cubicBezTo>
                    <a:pt x="99" y="9"/>
                    <a:pt x="99" y="9"/>
                    <a:pt x="99" y="9"/>
                  </a:cubicBezTo>
                  <a:cubicBezTo>
                    <a:pt x="102" y="9"/>
                    <a:pt x="105" y="6"/>
                    <a:pt x="105" y="3"/>
                  </a:cubicBezTo>
                  <a:cubicBezTo>
                    <a:pt x="105" y="2"/>
                    <a:pt x="102" y="0"/>
                    <a:pt x="9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77"/>
            <p:cNvSpPr>
              <a:spLocks/>
            </p:cNvSpPr>
            <p:nvPr/>
          </p:nvSpPr>
          <p:spPr bwMode="auto">
            <a:xfrm>
              <a:off x="3689350" y="4727576"/>
              <a:ext cx="131763" cy="338138"/>
            </a:xfrm>
            <a:custGeom>
              <a:avLst/>
              <a:gdLst>
                <a:gd name="T0" fmla="*/ 31 w 31"/>
                <a:gd name="T1" fmla="*/ 10 h 79"/>
                <a:gd name="T2" fmla="*/ 22 w 31"/>
                <a:gd name="T3" fmla="*/ 0 h 79"/>
                <a:gd name="T4" fmla="*/ 17 w 31"/>
                <a:gd name="T5" fmla="*/ 0 h 79"/>
                <a:gd name="T6" fmla="*/ 0 w 31"/>
                <a:gd name="T7" fmla="*/ 0 h 79"/>
                <a:gd name="T8" fmla="*/ 0 w 31"/>
                <a:gd name="T9" fmla="*/ 3 h 79"/>
                <a:gd name="T10" fmla="*/ 14 w 31"/>
                <a:gd name="T11" fmla="*/ 3 h 79"/>
                <a:gd name="T12" fmla="*/ 17 w 31"/>
                <a:gd name="T13" fmla="*/ 3 h 79"/>
                <a:gd name="T14" fmla="*/ 28 w 31"/>
                <a:gd name="T15" fmla="*/ 12 h 79"/>
                <a:gd name="T16" fmla="*/ 28 w 31"/>
                <a:gd name="T17" fmla="*/ 15 h 79"/>
                <a:gd name="T18" fmla="*/ 28 w 31"/>
                <a:gd name="T19" fmla="*/ 18 h 79"/>
                <a:gd name="T20" fmla="*/ 28 w 31"/>
                <a:gd name="T21" fmla="*/ 29 h 79"/>
                <a:gd name="T22" fmla="*/ 28 w 31"/>
                <a:gd name="T23" fmla="*/ 56 h 79"/>
                <a:gd name="T24" fmla="*/ 28 w 31"/>
                <a:gd name="T25" fmla="*/ 71 h 79"/>
                <a:gd name="T26" fmla="*/ 25 w 31"/>
                <a:gd name="T27" fmla="*/ 79 h 79"/>
                <a:gd name="T28" fmla="*/ 31 w 31"/>
                <a:gd name="T29" fmla="*/ 70 h 79"/>
                <a:gd name="T30" fmla="*/ 31 w 31"/>
                <a:gd name="T31" fmla="*/ 54 h 79"/>
                <a:gd name="T32" fmla="*/ 31 w 31"/>
                <a:gd name="T33" fmla="*/ 28 h 79"/>
                <a:gd name="T34" fmla="*/ 31 w 31"/>
                <a:gd name="T35" fmla="*/ 15 h 79"/>
                <a:gd name="T36" fmla="*/ 31 w 31"/>
                <a:gd name="T37" fmla="*/ 12 h 79"/>
                <a:gd name="T38" fmla="*/ 31 w 31"/>
                <a:gd name="T39" fmla="*/ 1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 h="79">
                  <a:moveTo>
                    <a:pt x="31" y="10"/>
                  </a:moveTo>
                  <a:cubicBezTo>
                    <a:pt x="31" y="6"/>
                    <a:pt x="27" y="0"/>
                    <a:pt x="22" y="0"/>
                  </a:cubicBezTo>
                  <a:cubicBezTo>
                    <a:pt x="17" y="0"/>
                    <a:pt x="17" y="0"/>
                    <a:pt x="17" y="0"/>
                  </a:cubicBezTo>
                  <a:cubicBezTo>
                    <a:pt x="0" y="0"/>
                    <a:pt x="0" y="0"/>
                    <a:pt x="0" y="0"/>
                  </a:cubicBezTo>
                  <a:cubicBezTo>
                    <a:pt x="0" y="3"/>
                    <a:pt x="0" y="3"/>
                    <a:pt x="0" y="3"/>
                  </a:cubicBezTo>
                  <a:cubicBezTo>
                    <a:pt x="14" y="3"/>
                    <a:pt x="14" y="3"/>
                    <a:pt x="14" y="3"/>
                  </a:cubicBezTo>
                  <a:cubicBezTo>
                    <a:pt x="17" y="3"/>
                    <a:pt x="17" y="3"/>
                    <a:pt x="17" y="3"/>
                  </a:cubicBezTo>
                  <a:cubicBezTo>
                    <a:pt x="22" y="3"/>
                    <a:pt x="28" y="7"/>
                    <a:pt x="28" y="12"/>
                  </a:cubicBezTo>
                  <a:cubicBezTo>
                    <a:pt x="28" y="14"/>
                    <a:pt x="28" y="14"/>
                    <a:pt x="28" y="15"/>
                  </a:cubicBezTo>
                  <a:cubicBezTo>
                    <a:pt x="28" y="18"/>
                    <a:pt x="28" y="18"/>
                    <a:pt x="28" y="18"/>
                  </a:cubicBezTo>
                  <a:cubicBezTo>
                    <a:pt x="28" y="29"/>
                    <a:pt x="28" y="29"/>
                    <a:pt x="28" y="29"/>
                  </a:cubicBezTo>
                  <a:cubicBezTo>
                    <a:pt x="28" y="56"/>
                    <a:pt x="28" y="56"/>
                    <a:pt x="28" y="56"/>
                  </a:cubicBezTo>
                  <a:cubicBezTo>
                    <a:pt x="28" y="71"/>
                    <a:pt x="28" y="71"/>
                    <a:pt x="28" y="71"/>
                  </a:cubicBezTo>
                  <a:cubicBezTo>
                    <a:pt x="28" y="74"/>
                    <a:pt x="27" y="77"/>
                    <a:pt x="25" y="79"/>
                  </a:cubicBezTo>
                  <a:cubicBezTo>
                    <a:pt x="28" y="77"/>
                    <a:pt x="31" y="74"/>
                    <a:pt x="31" y="70"/>
                  </a:cubicBezTo>
                  <a:cubicBezTo>
                    <a:pt x="31" y="54"/>
                    <a:pt x="31" y="54"/>
                    <a:pt x="31" y="54"/>
                  </a:cubicBezTo>
                  <a:cubicBezTo>
                    <a:pt x="31" y="28"/>
                    <a:pt x="31" y="28"/>
                    <a:pt x="31" y="28"/>
                  </a:cubicBezTo>
                  <a:cubicBezTo>
                    <a:pt x="31" y="15"/>
                    <a:pt x="31" y="15"/>
                    <a:pt x="31" y="15"/>
                  </a:cubicBezTo>
                  <a:cubicBezTo>
                    <a:pt x="31" y="12"/>
                    <a:pt x="31" y="12"/>
                    <a:pt x="31" y="12"/>
                  </a:cubicBezTo>
                  <a:lnTo>
                    <a:pt x="31"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78"/>
            <p:cNvSpPr>
              <a:spLocks/>
            </p:cNvSpPr>
            <p:nvPr/>
          </p:nvSpPr>
          <p:spPr bwMode="auto">
            <a:xfrm>
              <a:off x="3651250" y="4087813"/>
              <a:ext cx="179388" cy="346075"/>
            </a:xfrm>
            <a:custGeom>
              <a:avLst/>
              <a:gdLst>
                <a:gd name="T0" fmla="*/ 31 w 42"/>
                <a:gd name="T1" fmla="*/ 0 h 81"/>
                <a:gd name="T2" fmla="*/ 22 w 42"/>
                <a:gd name="T3" fmla="*/ 10 h 81"/>
                <a:gd name="T4" fmla="*/ 22 w 42"/>
                <a:gd name="T5" fmla="*/ 44 h 81"/>
                <a:gd name="T6" fmla="*/ 0 w 42"/>
                <a:gd name="T7" fmla="*/ 63 h 81"/>
                <a:gd name="T8" fmla="*/ 9 w 42"/>
                <a:gd name="T9" fmla="*/ 81 h 81"/>
                <a:gd name="T10" fmla="*/ 9 w 42"/>
                <a:gd name="T11" fmla="*/ 81 h 81"/>
                <a:gd name="T12" fmla="*/ 39 w 42"/>
                <a:gd name="T13" fmla="*/ 56 h 81"/>
                <a:gd name="T14" fmla="*/ 42 w 42"/>
                <a:gd name="T15" fmla="*/ 47 h 81"/>
                <a:gd name="T16" fmla="*/ 42 w 42"/>
                <a:gd name="T17" fmla="*/ 47 h 81"/>
                <a:gd name="T18" fmla="*/ 42 w 42"/>
                <a:gd name="T19" fmla="*/ 10 h 81"/>
                <a:gd name="T20" fmla="*/ 31 w 42"/>
                <a:gd name="T21"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81">
                  <a:moveTo>
                    <a:pt x="31" y="0"/>
                  </a:moveTo>
                  <a:cubicBezTo>
                    <a:pt x="26" y="0"/>
                    <a:pt x="22" y="3"/>
                    <a:pt x="22" y="10"/>
                  </a:cubicBezTo>
                  <a:cubicBezTo>
                    <a:pt x="22" y="44"/>
                    <a:pt x="22" y="44"/>
                    <a:pt x="22" y="44"/>
                  </a:cubicBezTo>
                  <a:cubicBezTo>
                    <a:pt x="0" y="63"/>
                    <a:pt x="0" y="63"/>
                    <a:pt x="0" y="63"/>
                  </a:cubicBezTo>
                  <a:cubicBezTo>
                    <a:pt x="6" y="66"/>
                    <a:pt x="9" y="72"/>
                    <a:pt x="9" y="81"/>
                  </a:cubicBezTo>
                  <a:cubicBezTo>
                    <a:pt x="9" y="81"/>
                    <a:pt x="9" y="81"/>
                    <a:pt x="9" y="81"/>
                  </a:cubicBezTo>
                  <a:cubicBezTo>
                    <a:pt x="39" y="56"/>
                    <a:pt x="39" y="56"/>
                    <a:pt x="39" y="56"/>
                  </a:cubicBezTo>
                  <a:cubicBezTo>
                    <a:pt x="40" y="53"/>
                    <a:pt x="42" y="50"/>
                    <a:pt x="42" y="47"/>
                  </a:cubicBezTo>
                  <a:cubicBezTo>
                    <a:pt x="42" y="47"/>
                    <a:pt x="42" y="47"/>
                    <a:pt x="42" y="47"/>
                  </a:cubicBezTo>
                  <a:cubicBezTo>
                    <a:pt x="42" y="10"/>
                    <a:pt x="42" y="10"/>
                    <a:pt x="42" y="10"/>
                  </a:cubicBezTo>
                  <a:cubicBezTo>
                    <a:pt x="42" y="3"/>
                    <a:pt x="37" y="0"/>
                    <a:pt x="3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79"/>
            <p:cNvSpPr>
              <a:spLocks/>
            </p:cNvSpPr>
            <p:nvPr/>
          </p:nvSpPr>
          <p:spPr bwMode="auto">
            <a:xfrm>
              <a:off x="3506788" y="4408488"/>
              <a:ext cx="387350" cy="242888"/>
            </a:xfrm>
            <a:custGeom>
              <a:avLst/>
              <a:gdLst>
                <a:gd name="T0" fmla="*/ 80 w 91"/>
                <a:gd name="T1" fmla="*/ 37 h 57"/>
                <a:gd name="T2" fmla="*/ 48 w 91"/>
                <a:gd name="T3" fmla="*/ 37 h 57"/>
                <a:gd name="T4" fmla="*/ 18 w 91"/>
                <a:gd name="T5" fmla="*/ 5 h 57"/>
                <a:gd name="T6" fmla="*/ 6 w 91"/>
                <a:gd name="T7" fmla="*/ 3 h 57"/>
                <a:gd name="T8" fmla="*/ 3 w 91"/>
                <a:gd name="T9" fmla="*/ 19 h 57"/>
                <a:gd name="T10" fmla="*/ 37 w 91"/>
                <a:gd name="T11" fmla="*/ 54 h 57"/>
                <a:gd name="T12" fmla="*/ 43 w 91"/>
                <a:gd name="T13" fmla="*/ 57 h 57"/>
                <a:gd name="T14" fmla="*/ 43 w 91"/>
                <a:gd name="T15" fmla="*/ 57 h 57"/>
                <a:gd name="T16" fmla="*/ 80 w 91"/>
                <a:gd name="T17" fmla="*/ 57 h 57"/>
                <a:gd name="T18" fmla="*/ 91 w 91"/>
                <a:gd name="T19" fmla="*/ 47 h 57"/>
                <a:gd name="T20" fmla="*/ 80 w 91"/>
                <a:gd name="T21" fmla="*/ 3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1" h="57">
                  <a:moveTo>
                    <a:pt x="80" y="37"/>
                  </a:moveTo>
                  <a:cubicBezTo>
                    <a:pt x="48" y="37"/>
                    <a:pt x="48" y="37"/>
                    <a:pt x="48" y="37"/>
                  </a:cubicBezTo>
                  <a:cubicBezTo>
                    <a:pt x="18" y="5"/>
                    <a:pt x="18" y="5"/>
                    <a:pt x="18" y="5"/>
                  </a:cubicBezTo>
                  <a:cubicBezTo>
                    <a:pt x="15" y="0"/>
                    <a:pt x="9" y="0"/>
                    <a:pt x="6" y="3"/>
                  </a:cubicBezTo>
                  <a:cubicBezTo>
                    <a:pt x="0" y="8"/>
                    <a:pt x="0" y="14"/>
                    <a:pt x="3" y="19"/>
                  </a:cubicBezTo>
                  <a:cubicBezTo>
                    <a:pt x="37" y="54"/>
                    <a:pt x="37" y="54"/>
                    <a:pt x="37" y="54"/>
                  </a:cubicBezTo>
                  <a:cubicBezTo>
                    <a:pt x="37" y="56"/>
                    <a:pt x="40" y="57"/>
                    <a:pt x="43" y="57"/>
                  </a:cubicBezTo>
                  <a:cubicBezTo>
                    <a:pt x="43" y="57"/>
                    <a:pt x="43" y="57"/>
                    <a:pt x="43" y="57"/>
                  </a:cubicBezTo>
                  <a:cubicBezTo>
                    <a:pt x="80" y="57"/>
                    <a:pt x="80" y="57"/>
                    <a:pt x="80" y="57"/>
                  </a:cubicBezTo>
                  <a:cubicBezTo>
                    <a:pt x="87" y="57"/>
                    <a:pt x="91" y="53"/>
                    <a:pt x="91" y="47"/>
                  </a:cubicBezTo>
                  <a:cubicBezTo>
                    <a:pt x="91" y="42"/>
                    <a:pt x="87" y="37"/>
                    <a:pt x="80"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80"/>
            <p:cNvSpPr>
              <a:spLocks/>
            </p:cNvSpPr>
            <p:nvPr/>
          </p:nvSpPr>
          <p:spPr bwMode="auto">
            <a:xfrm>
              <a:off x="3459163" y="4356101"/>
              <a:ext cx="336550" cy="742950"/>
            </a:xfrm>
            <a:custGeom>
              <a:avLst/>
              <a:gdLst>
                <a:gd name="T0" fmla="*/ 67 w 79"/>
                <a:gd name="T1" fmla="*/ 93 h 174"/>
                <a:gd name="T2" fmla="*/ 64 w 79"/>
                <a:gd name="T3" fmla="*/ 93 h 174"/>
                <a:gd name="T4" fmla="*/ 51 w 79"/>
                <a:gd name="T5" fmla="*/ 93 h 174"/>
                <a:gd name="T6" fmla="*/ 51 w 79"/>
                <a:gd name="T7" fmla="*/ 74 h 174"/>
                <a:gd name="T8" fmla="*/ 42 w 79"/>
                <a:gd name="T9" fmla="*/ 69 h 174"/>
                <a:gd name="T10" fmla="*/ 42 w 79"/>
                <a:gd name="T11" fmla="*/ 69 h 174"/>
                <a:gd name="T12" fmla="*/ 42 w 79"/>
                <a:gd name="T13" fmla="*/ 69 h 174"/>
                <a:gd name="T14" fmla="*/ 11 w 79"/>
                <a:gd name="T15" fmla="*/ 34 h 174"/>
                <a:gd name="T16" fmla="*/ 12 w 79"/>
                <a:gd name="T17" fmla="*/ 12 h 174"/>
                <a:gd name="T18" fmla="*/ 32 w 79"/>
                <a:gd name="T19" fmla="*/ 12 h 174"/>
                <a:gd name="T20" fmla="*/ 34 w 79"/>
                <a:gd name="T21" fmla="*/ 12 h 174"/>
                <a:gd name="T22" fmla="*/ 45 w 79"/>
                <a:gd name="T23" fmla="*/ 26 h 174"/>
                <a:gd name="T24" fmla="*/ 51 w 79"/>
                <a:gd name="T25" fmla="*/ 32 h 174"/>
                <a:gd name="T26" fmla="*/ 51 w 79"/>
                <a:gd name="T27" fmla="*/ 21 h 174"/>
                <a:gd name="T28" fmla="*/ 51 w 79"/>
                <a:gd name="T29" fmla="*/ 21 h 174"/>
                <a:gd name="T30" fmla="*/ 42 w 79"/>
                <a:gd name="T31" fmla="*/ 3 h 174"/>
                <a:gd name="T32" fmla="*/ 29 w 79"/>
                <a:gd name="T33" fmla="*/ 0 h 174"/>
                <a:gd name="T34" fmla="*/ 20 w 79"/>
                <a:gd name="T35" fmla="*/ 0 h 174"/>
                <a:gd name="T36" fmla="*/ 0 w 79"/>
                <a:gd name="T37" fmla="*/ 21 h 174"/>
                <a:gd name="T38" fmla="*/ 0 w 79"/>
                <a:gd name="T39" fmla="*/ 97 h 174"/>
                <a:gd name="T40" fmla="*/ 20 w 79"/>
                <a:gd name="T41" fmla="*/ 118 h 174"/>
                <a:gd name="T42" fmla="*/ 26 w 79"/>
                <a:gd name="T43" fmla="*/ 118 h 174"/>
                <a:gd name="T44" fmla="*/ 29 w 79"/>
                <a:gd name="T45" fmla="*/ 118 h 174"/>
                <a:gd name="T46" fmla="*/ 54 w 79"/>
                <a:gd name="T47" fmla="*/ 118 h 174"/>
                <a:gd name="T48" fmla="*/ 54 w 79"/>
                <a:gd name="T49" fmla="*/ 119 h 174"/>
                <a:gd name="T50" fmla="*/ 54 w 79"/>
                <a:gd name="T51" fmla="*/ 146 h 174"/>
                <a:gd name="T52" fmla="*/ 54 w 79"/>
                <a:gd name="T53" fmla="*/ 161 h 174"/>
                <a:gd name="T54" fmla="*/ 64 w 79"/>
                <a:gd name="T55" fmla="*/ 174 h 174"/>
                <a:gd name="T56" fmla="*/ 67 w 79"/>
                <a:gd name="T57" fmla="*/ 174 h 174"/>
                <a:gd name="T58" fmla="*/ 79 w 79"/>
                <a:gd name="T59" fmla="*/ 161 h 174"/>
                <a:gd name="T60" fmla="*/ 79 w 79"/>
                <a:gd name="T61" fmla="*/ 146 h 174"/>
                <a:gd name="T62" fmla="*/ 79 w 79"/>
                <a:gd name="T63" fmla="*/ 119 h 174"/>
                <a:gd name="T64" fmla="*/ 79 w 79"/>
                <a:gd name="T65" fmla="*/ 108 h 174"/>
                <a:gd name="T66" fmla="*/ 79 w 79"/>
                <a:gd name="T67" fmla="*/ 105 h 174"/>
                <a:gd name="T68" fmla="*/ 79 w 79"/>
                <a:gd name="T69" fmla="*/ 102 h 174"/>
                <a:gd name="T70" fmla="*/ 67 w 79"/>
                <a:gd name="T71" fmla="*/ 93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9" h="174">
                  <a:moveTo>
                    <a:pt x="67" y="93"/>
                  </a:moveTo>
                  <a:cubicBezTo>
                    <a:pt x="64" y="93"/>
                    <a:pt x="64" y="93"/>
                    <a:pt x="64" y="93"/>
                  </a:cubicBezTo>
                  <a:cubicBezTo>
                    <a:pt x="51" y="93"/>
                    <a:pt x="51" y="93"/>
                    <a:pt x="51" y="93"/>
                  </a:cubicBezTo>
                  <a:cubicBezTo>
                    <a:pt x="51" y="74"/>
                    <a:pt x="51" y="74"/>
                    <a:pt x="51" y="74"/>
                  </a:cubicBezTo>
                  <a:cubicBezTo>
                    <a:pt x="48" y="74"/>
                    <a:pt x="45" y="71"/>
                    <a:pt x="42" y="69"/>
                  </a:cubicBezTo>
                  <a:cubicBezTo>
                    <a:pt x="42" y="69"/>
                    <a:pt x="42" y="69"/>
                    <a:pt x="42" y="69"/>
                  </a:cubicBezTo>
                  <a:cubicBezTo>
                    <a:pt x="42" y="69"/>
                    <a:pt x="42" y="69"/>
                    <a:pt x="42" y="69"/>
                  </a:cubicBezTo>
                  <a:cubicBezTo>
                    <a:pt x="11" y="34"/>
                    <a:pt x="11" y="34"/>
                    <a:pt x="11" y="34"/>
                  </a:cubicBezTo>
                  <a:cubicBezTo>
                    <a:pt x="4" y="27"/>
                    <a:pt x="4" y="18"/>
                    <a:pt x="12" y="12"/>
                  </a:cubicBezTo>
                  <a:cubicBezTo>
                    <a:pt x="17" y="6"/>
                    <a:pt x="26" y="6"/>
                    <a:pt x="32" y="12"/>
                  </a:cubicBezTo>
                  <a:cubicBezTo>
                    <a:pt x="32" y="12"/>
                    <a:pt x="32" y="12"/>
                    <a:pt x="34" y="12"/>
                  </a:cubicBezTo>
                  <a:cubicBezTo>
                    <a:pt x="45" y="26"/>
                    <a:pt x="45" y="26"/>
                    <a:pt x="45" y="26"/>
                  </a:cubicBezTo>
                  <a:cubicBezTo>
                    <a:pt x="51" y="32"/>
                    <a:pt x="51" y="32"/>
                    <a:pt x="51" y="32"/>
                  </a:cubicBezTo>
                  <a:cubicBezTo>
                    <a:pt x="51" y="21"/>
                    <a:pt x="51" y="21"/>
                    <a:pt x="51" y="21"/>
                  </a:cubicBezTo>
                  <a:cubicBezTo>
                    <a:pt x="51" y="21"/>
                    <a:pt x="51" y="21"/>
                    <a:pt x="51" y="21"/>
                  </a:cubicBezTo>
                  <a:cubicBezTo>
                    <a:pt x="51" y="13"/>
                    <a:pt x="46" y="7"/>
                    <a:pt x="42" y="3"/>
                  </a:cubicBezTo>
                  <a:cubicBezTo>
                    <a:pt x="39" y="3"/>
                    <a:pt x="34" y="0"/>
                    <a:pt x="29" y="0"/>
                  </a:cubicBezTo>
                  <a:cubicBezTo>
                    <a:pt x="20" y="0"/>
                    <a:pt x="20" y="0"/>
                    <a:pt x="20" y="0"/>
                  </a:cubicBezTo>
                  <a:cubicBezTo>
                    <a:pt x="7" y="0"/>
                    <a:pt x="0" y="9"/>
                    <a:pt x="0" y="21"/>
                  </a:cubicBezTo>
                  <a:cubicBezTo>
                    <a:pt x="0" y="97"/>
                    <a:pt x="0" y="97"/>
                    <a:pt x="0" y="97"/>
                  </a:cubicBezTo>
                  <a:cubicBezTo>
                    <a:pt x="0" y="108"/>
                    <a:pt x="7" y="118"/>
                    <a:pt x="20" y="118"/>
                  </a:cubicBezTo>
                  <a:cubicBezTo>
                    <a:pt x="26" y="118"/>
                    <a:pt x="26" y="118"/>
                    <a:pt x="26" y="118"/>
                  </a:cubicBezTo>
                  <a:cubicBezTo>
                    <a:pt x="29" y="118"/>
                    <a:pt x="29" y="118"/>
                    <a:pt x="29" y="118"/>
                  </a:cubicBezTo>
                  <a:cubicBezTo>
                    <a:pt x="54" y="118"/>
                    <a:pt x="54" y="118"/>
                    <a:pt x="54" y="118"/>
                  </a:cubicBezTo>
                  <a:cubicBezTo>
                    <a:pt x="54" y="119"/>
                    <a:pt x="54" y="119"/>
                    <a:pt x="54" y="119"/>
                  </a:cubicBezTo>
                  <a:cubicBezTo>
                    <a:pt x="54" y="146"/>
                    <a:pt x="54" y="146"/>
                    <a:pt x="54" y="146"/>
                  </a:cubicBezTo>
                  <a:cubicBezTo>
                    <a:pt x="54" y="161"/>
                    <a:pt x="54" y="161"/>
                    <a:pt x="54" y="161"/>
                  </a:cubicBezTo>
                  <a:cubicBezTo>
                    <a:pt x="54" y="167"/>
                    <a:pt x="57" y="174"/>
                    <a:pt x="64" y="174"/>
                  </a:cubicBezTo>
                  <a:cubicBezTo>
                    <a:pt x="67" y="174"/>
                    <a:pt x="67" y="174"/>
                    <a:pt x="67" y="174"/>
                  </a:cubicBezTo>
                  <a:cubicBezTo>
                    <a:pt x="73" y="174"/>
                    <a:pt x="79" y="167"/>
                    <a:pt x="79" y="161"/>
                  </a:cubicBezTo>
                  <a:cubicBezTo>
                    <a:pt x="79" y="146"/>
                    <a:pt x="79" y="146"/>
                    <a:pt x="79" y="146"/>
                  </a:cubicBezTo>
                  <a:cubicBezTo>
                    <a:pt x="79" y="119"/>
                    <a:pt x="79" y="119"/>
                    <a:pt x="79" y="119"/>
                  </a:cubicBezTo>
                  <a:cubicBezTo>
                    <a:pt x="79" y="108"/>
                    <a:pt x="79" y="108"/>
                    <a:pt x="79" y="108"/>
                  </a:cubicBezTo>
                  <a:cubicBezTo>
                    <a:pt x="79" y="105"/>
                    <a:pt x="79" y="105"/>
                    <a:pt x="79" y="105"/>
                  </a:cubicBezTo>
                  <a:cubicBezTo>
                    <a:pt x="79" y="104"/>
                    <a:pt x="79" y="104"/>
                    <a:pt x="79" y="102"/>
                  </a:cubicBezTo>
                  <a:cubicBezTo>
                    <a:pt x="78" y="97"/>
                    <a:pt x="73" y="93"/>
                    <a:pt x="67" y="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81"/>
            <p:cNvSpPr>
              <a:spLocks/>
            </p:cNvSpPr>
            <p:nvPr/>
          </p:nvSpPr>
          <p:spPr bwMode="auto">
            <a:xfrm>
              <a:off x="4606925" y="4608513"/>
              <a:ext cx="490538" cy="25400"/>
            </a:xfrm>
            <a:custGeom>
              <a:avLst/>
              <a:gdLst>
                <a:gd name="T0" fmla="*/ 115 w 115"/>
                <a:gd name="T1" fmla="*/ 3 h 6"/>
                <a:gd name="T2" fmla="*/ 112 w 115"/>
                <a:gd name="T3" fmla="*/ 6 h 6"/>
                <a:gd name="T4" fmla="*/ 3 w 115"/>
                <a:gd name="T5" fmla="*/ 6 h 6"/>
                <a:gd name="T6" fmla="*/ 0 w 115"/>
                <a:gd name="T7" fmla="*/ 3 h 6"/>
                <a:gd name="T8" fmla="*/ 0 w 115"/>
                <a:gd name="T9" fmla="*/ 3 h 6"/>
                <a:gd name="T10" fmla="*/ 3 w 115"/>
                <a:gd name="T11" fmla="*/ 0 h 6"/>
                <a:gd name="T12" fmla="*/ 112 w 115"/>
                <a:gd name="T13" fmla="*/ 0 h 6"/>
                <a:gd name="T14" fmla="*/ 115 w 115"/>
                <a:gd name="T15" fmla="*/ 3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5" h="6">
                  <a:moveTo>
                    <a:pt x="115" y="3"/>
                  </a:moveTo>
                  <a:cubicBezTo>
                    <a:pt x="115" y="6"/>
                    <a:pt x="115" y="6"/>
                    <a:pt x="112" y="6"/>
                  </a:cubicBezTo>
                  <a:cubicBezTo>
                    <a:pt x="3" y="6"/>
                    <a:pt x="3" y="6"/>
                    <a:pt x="3" y="6"/>
                  </a:cubicBezTo>
                  <a:cubicBezTo>
                    <a:pt x="1" y="6"/>
                    <a:pt x="0" y="6"/>
                    <a:pt x="0" y="3"/>
                  </a:cubicBezTo>
                  <a:cubicBezTo>
                    <a:pt x="0" y="3"/>
                    <a:pt x="0" y="3"/>
                    <a:pt x="0" y="3"/>
                  </a:cubicBezTo>
                  <a:cubicBezTo>
                    <a:pt x="0" y="3"/>
                    <a:pt x="1" y="0"/>
                    <a:pt x="3" y="0"/>
                  </a:cubicBezTo>
                  <a:cubicBezTo>
                    <a:pt x="112" y="0"/>
                    <a:pt x="112" y="0"/>
                    <a:pt x="112" y="0"/>
                  </a:cubicBezTo>
                  <a:cubicBezTo>
                    <a:pt x="115" y="0"/>
                    <a:pt x="115" y="3"/>
                    <a:pt x="11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Rectangle 82"/>
            <p:cNvSpPr>
              <a:spLocks noChangeArrowheads="1"/>
            </p:cNvSpPr>
            <p:nvPr/>
          </p:nvSpPr>
          <p:spPr bwMode="auto">
            <a:xfrm>
              <a:off x="4645025" y="4659313"/>
              <a:ext cx="427038" cy="396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Rectangle 83"/>
            <p:cNvSpPr>
              <a:spLocks noChangeArrowheads="1"/>
            </p:cNvSpPr>
            <p:nvPr/>
          </p:nvSpPr>
          <p:spPr bwMode="auto">
            <a:xfrm>
              <a:off x="4652963" y="5065713"/>
              <a:ext cx="30163" cy="333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Rectangle 84"/>
            <p:cNvSpPr>
              <a:spLocks noChangeArrowheads="1"/>
            </p:cNvSpPr>
            <p:nvPr/>
          </p:nvSpPr>
          <p:spPr bwMode="auto">
            <a:xfrm>
              <a:off x="5029200" y="5065713"/>
              <a:ext cx="30163" cy="333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85"/>
            <p:cNvSpPr>
              <a:spLocks/>
            </p:cNvSpPr>
            <p:nvPr/>
          </p:nvSpPr>
          <p:spPr bwMode="auto">
            <a:xfrm>
              <a:off x="5327650" y="4471988"/>
              <a:ext cx="247650" cy="627063"/>
            </a:xfrm>
            <a:custGeom>
              <a:avLst/>
              <a:gdLst>
                <a:gd name="T0" fmla="*/ 55 w 58"/>
                <a:gd name="T1" fmla="*/ 0 h 147"/>
                <a:gd name="T2" fmla="*/ 50 w 58"/>
                <a:gd name="T3" fmla="*/ 5 h 147"/>
                <a:gd name="T4" fmla="*/ 50 w 58"/>
                <a:gd name="T5" fmla="*/ 94 h 147"/>
                <a:gd name="T6" fmla="*/ 5 w 58"/>
                <a:gd name="T7" fmla="*/ 94 h 147"/>
                <a:gd name="T8" fmla="*/ 5 w 58"/>
                <a:gd name="T9" fmla="*/ 94 h 147"/>
                <a:gd name="T10" fmla="*/ 5 w 58"/>
                <a:gd name="T11" fmla="*/ 94 h 147"/>
                <a:gd name="T12" fmla="*/ 0 w 58"/>
                <a:gd name="T13" fmla="*/ 97 h 147"/>
                <a:gd name="T14" fmla="*/ 0 w 58"/>
                <a:gd name="T15" fmla="*/ 142 h 147"/>
                <a:gd name="T16" fmla="*/ 5 w 58"/>
                <a:gd name="T17" fmla="*/ 147 h 147"/>
                <a:gd name="T18" fmla="*/ 8 w 58"/>
                <a:gd name="T19" fmla="*/ 142 h 147"/>
                <a:gd name="T20" fmla="*/ 8 w 58"/>
                <a:gd name="T21" fmla="*/ 102 h 147"/>
                <a:gd name="T22" fmla="*/ 50 w 58"/>
                <a:gd name="T23" fmla="*/ 102 h 147"/>
                <a:gd name="T24" fmla="*/ 50 w 58"/>
                <a:gd name="T25" fmla="*/ 142 h 147"/>
                <a:gd name="T26" fmla="*/ 55 w 58"/>
                <a:gd name="T27" fmla="*/ 147 h 147"/>
                <a:gd name="T28" fmla="*/ 58 w 58"/>
                <a:gd name="T29" fmla="*/ 142 h 147"/>
                <a:gd name="T30" fmla="*/ 58 w 58"/>
                <a:gd name="T31" fmla="*/ 5 h 147"/>
                <a:gd name="T32" fmla="*/ 55 w 58"/>
                <a:gd name="T33"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147">
                  <a:moveTo>
                    <a:pt x="55" y="0"/>
                  </a:moveTo>
                  <a:cubicBezTo>
                    <a:pt x="52" y="0"/>
                    <a:pt x="50" y="4"/>
                    <a:pt x="50" y="5"/>
                  </a:cubicBezTo>
                  <a:cubicBezTo>
                    <a:pt x="50" y="94"/>
                    <a:pt x="50" y="94"/>
                    <a:pt x="50" y="94"/>
                  </a:cubicBezTo>
                  <a:cubicBezTo>
                    <a:pt x="5" y="94"/>
                    <a:pt x="5" y="94"/>
                    <a:pt x="5" y="94"/>
                  </a:cubicBezTo>
                  <a:cubicBezTo>
                    <a:pt x="5" y="94"/>
                    <a:pt x="5" y="94"/>
                    <a:pt x="5" y="94"/>
                  </a:cubicBezTo>
                  <a:cubicBezTo>
                    <a:pt x="5" y="94"/>
                    <a:pt x="5" y="94"/>
                    <a:pt x="5" y="94"/>
                  </a:cubicBezTo>
                  <a:cubicBezTo>
                    <a:pt x="2" y="94"/>
                    <a:pt x="0" y="95"/>
                    <a:pt x="0" y="97"/>
                  </a:cubicBezTo>
                  <a:cubicBezTo>
                    <a:pt x="0" y="142"/>
                    <a:pt x="0" y="142"/>
                    <a:pt x="0" y="142"/>
                  </a:cubicBezTo>
                  <a:cubicBezTo>
                    <a:pt x="0" y="144"/>
                    <a:pt x="2" y="147"/>
                    <a:pt x="5" y="147"/>
                  </a:cubicBezTo>
                  <a:cubicBezTo>
                    <a:pt x="7" y="147"/>
                    <a:pt x="8" y="144"/>
                    <a:pt x="8" y="142"/>
                  </a:cubicBezTo>
                  <a:cubicBezTo>
                    <a:pt x="8" y="102"/>
                    <a:pt x="8" y="102"/>
                    <a:pt x="8" y="102"/>
                  </a:cubicBezTo>
                  <a:cubicBezTo>
                    <a:pt x="50" y="102"/>
                    <a:pt x="50" y="102"/>
                    <a:pt x="50" y="102"/>
                  </a:cubicBezTo>
                  <a:cubicBezTo>
                    <a:pt x="50" y="142"/>
                    <a:pt x="50" y="142"/>
                    <a:pt x="50" y="142"/>
                  </a:cubicBezTo>
                  <a:cubicBezTo>
                    <a:pt x="50" y="144"/>
                    <a:pt x="52" y="147"/>
                    <a:pt x="55" y="147"/>
                  </a:cubicBezTo>
                  <a:cubicBezTo>
                    <a:pt x="55" y="147"/>
                    <a:pt x="58" y="144"/>
                    <a:pt x="58" y="142"/>
                  </a:cubicBezTo>
                  <a:cubicBezTo>
                    <a:pt x="58" y="5"/>
                    <a:pt x="58" y="5"/>
                    <a:pt x="58" y="5"/>
                  </a:cubicBezTo>
                  <a:cubicBezTo>
                    <a:pt x="58" y="4"/>
                    <a:pt x="55" y="0"/>
                    <a:pt x="5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Oval 86"/>
            <p:cNvSpPr>
              <a:spLocks noChangeArrowheads="1"/>
            </p:cNvSpPr>
            <p:nvPr/>
          </p:nvSpPr>
          <p:spPr bwMode="auto">
            <a:xfrm>
              <a:off x="5322888" y="4135438"/>
              <a:ext cx="196850" cy="2000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87"/>
            <p:cNvSpPr>
              <a:spLocks/>
            </p:cNvSpPr>
            <p:nvPr/>
          </p:nvSpPr>
          <p:spPr bwMode="auto">
            <a:xfrm>
              <a:off x="5375275" y="4356101"/>
              <a:ext cx="298450" cy="244475"/>
            </a:xfrm>
            <a:custGeom>
              <a:avLst/>
              <a:gdLst>
                <a:gd name="T0" fmla="*/ 69 w 70"/>
                <a:gd name="T1" fmla="*/ 9 h 57"/>
                <a:gd name="T2" fmla="*/ 58 w 70"/>
                <a:gd name="T3" fmla="*/ 0 h 57"/>
                <a:gd name="T4" fmla="*/ 55 w 70"/>
                <a:gd name="T5" fmla="*/ 1 h 57"/>
                <a:gd name="T6" fmla="*/ 55 w 70"/>
                <a:gd name="T7" fmla="*/ 1 h 57"/>
                <a:gd name="T8" fmla="*/ 8 w 70"/>
                <a:gd name="T9" fmla="*/ 15 h 57"/>
                <a:gd name="T10" fmla="*/ 2 w 70"/>
                <a:gd name="T11" fmla="*/ 27 h 57"/>
                <a:gd name="T12" fmla="*/ 14 w 70"/>
                <a:gd name="T13" fmla="*/ 34 h 57"/>
                <a:gd name="T14" fmla="*/ 50 w 70"/>
                <a:gd name="T15" fmla="*/ 23 h 57"/>
                <a:gd name="T16" fmla="*/ 50 w 70"/>
                <a:gd name="T17" fmla="*/ 48 h 57"/>
                <a:gd name="T18" fmla="*/ 59 w 70"/>
                <a:gd name="T19" fmla="*/ 57 h 57"/>
                <a:gd name="T20" fmla="*/ 69 w 70"/>
                <a:gd name="T21" fmla="*/ 46 h 57"/>
                <a:gd name="T22" fmla="*/ 69 w 70"/>
                <a:gd name="T23" fmla="*/ 9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0" h="57">
                  <a:moveTo>
                    <a:pt x="69" y="9"/>
                  </a:moveTo>
                  <a:cubicBezTo>
                    <a:pt x="69" y="4"/>
                    <a:pt x="62" y="0"/>
                    <a:pt x="58" y="0"/>
                  </a:cubicBezTo>
                  <a:cubicBezTo>
                    <a:pt x="56" y="0"/>
                    <a:pt x="56" y="0"/>
                    <a:pt x="55" y="1"/>
                  </a:cubicBezTo>
                  <a:cubicBezTo>
                    <a:pt x="55" y="1"/>
                    <a:pt x="55" y="1"/>
                    <a:pt x="55" y="1"/>
                  </a:cubicBezTo>
                  <a:cubicBezTo>
                    <a:pt x="8" y="15"/>
                    <a:pt x="8" y="15"/>
                    <a:pt x="8" y="15"/>
                  </a:cubicBezTo>
                  <a:cubicBezTo>
                    <a:pt x="3" y="18"/>
                    <a:pt x="0" y="23"/>
                    <a:pt x="2" y="27"/>
                  </a:cubicBezTo>
                  <a:cubicBezTo>
                    <a:pt x="3" y="34"/>
                    <a:pt x="10" y="35"/>
                    <a:pt x="14" y="34"/>
                  </a:cubicBezTo>
                  <a:cubicBezTo>
                    <a:pt x="50" y="23"/>
                    <a:pt x="50" y="23"/>
                    <a:pt x="50" y="23"/>
                  </a:cubicBezTo>
                  <a:cubicBezTo>
                    <a:pt x="50" y="48"/>
                    <a:pt x="50" y="48"/>
                    <a:pt x="50" y="48"/>
                  </a:cubicBezTo>
                  <a:cubicBezTo>
                    <a:pt x="50" y="52"/>
                    <a:pt x="56" y="57"/>
                    <a:pt x="59" y="57"/>
                  </a:cubicBezTo>
                  <a:cubicBezTo>
                    <a:pt x="65" y="57"/>
                    <a:pt x="70" y="52"/>
                    <a:pt x="69" y="46"/>
                  </a:cubicBezTo>
                  <a:lnTo>
                    <a:pt x="69"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88"/>
            <p:cNvSpPr>
              <a:spLocks/>
            </p:cNvSpPr>
            <p:nvPr/>
          </p:nvSpPr>
          <p:spPr bwMode="auto">
            <a:xfrm>
              <a:off x="5084763" y="4886326"/>
              <a:ext cx="111125" cy="200025"/>
            </a:xfrm>
            <a:custGeom>
              <a:avLst/>
              <a:gdLst>
                <a:gd name="T0" fmla="*/ 18 w 26"/>
                <a:gd name="T1" fmla="*/ 28 h 47"/>
                <a:gd name="T2" fmla="*/ 15 w 26"/>
                <a:gd name="T3" fmla="*/ 6 h 47"/>
                <a:gd name="T4" fmla="*/ 15 w 26"/>
                <a:gd name="T5" fmla="*/ 6 h 47"/>
                <a:gd name="T6" fmla="*/ 15 w 26"/>
                <a:gd name="T7" fmla="*/ 0 h 47"/>
                <a:gd name="T8" fmla="*/ 3 w 26"/>
                <a:gd name="T9" fmla="*/ 31 h 47"/>
                <a:gd name="T10" fmla="*/ 9 w 26"/>
                <a:gd name="T11" fmla="*/ 43 h 47"/>
                <a:gd name="T12" fmla="*/ 12 w 26"/>
                <a:gd name="T13" fmla="*/ 45 h 47"/>
                <a:gd name="T14" fmla="*/ 26 w 26"/>
                <a:gd name="T15" fmla="*/ 39 h 47"/>
                <a:gd name="T16" fmla="*/ 18 w 26"/>
                <a:gd name="T17" fmla="*/ 2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47">
                  <a:moveTo>
                    <a:pt x="18" y="28"/>
                  </a:moveTo>
                  <a:cubicBezTo>
                    <a:pt x="15" y="6"/>
                    <a:pt x="15" y="6"/>
                    <a:pt x="15" y="6"/>
                  </a:cubicBezTo>
                  <a:cubicBezTo>
                    <a:pt x="15" y="6"/>
                    <a:pt x="15" y="6"/>
                    <a:pt x="15" y="6"/>
                  </a:cubicBezTo>
                  <a:cubicBezTo>
                    <a:pt x="15" y="0"/>
                    <a:pt x="15" y="0"/>
                    <a:pt x="15" y="0"/>
                  </a:cubicBezTo>
                  <a:cubicBezTo>
                    <a:pt x="3" y="31"/>
                    <a:pt x="3" y="31"/>
                    <a:pt x="3" y="31"/>
                  </a:cubicBezTo>
                  <a:cubicBezTo>
                    <a:pt x="0" y="36"/>
                    <a:pt x="3" y="42"/>
                    <a:pt x="9" y="43"/>
                  </a:cubicBezTo>
                  <a:cubicBezTo>
                    <a:pt x="12" y="45"/>
                    <a:pt x="12" y="45"/>
                    <a:pt x="12" y="45"/>
                  </a:cubicBezTo>
                  <a:cubicBezTo>
                    <a:pt x="18" y="47"/>
                    <a:pt x="25" y="43"/>
                    <a:pt x="26" y="39"/>
                  </a:cubicBezTo>
                  <a:cubicBezTo>
                    <a:pt x="21" y="37"/>
                    <a:pt x="18" y="33"/>
                    <a:pt x="18"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89"/>
            <p:cNvSpPr>
              <a:spLocks/>
            </p:cNvSpPr>
            <p:nvPr/>
          </p:nvSpPr>
          <p:spPr bwMode="auto">
            <a:xfrm>
              <a:off x="5148263" y="4697413"/>
              <a:ext cx="149225" cy="342900"/>
            </a:xfrm>
            <a:custGeom>
              <a:avLst/>
              <a:gdLst>
                <a:gd name="T0" fmla="*/ 33 w 35"/>
                <a:gd name="T1" fmla="*/ 5 h 80"/>
                <a:gd name="T2" fmla="*/ 19 w 35"/>
                <a:gd name="T3" fmla="*/ 0 h 80"/>
                <a:gd name="T4" fmla="*/ 14 w 35"/>
                <a:gd name="T5" fmla="*/ 0 h 80"/>
                <a:gd name="T6" fmla="*/ 13 w 35"/>
                <a:gd name="T7" fmla="*/ 0 h 80"/>
                <a:gd name="T8" fmla="*/ 10 w 35"/>
                <a:gd name="T9" fmla="*/ 0 h 80"/>
                <a:gd name="T10" fmla="*/ 0 w 35"/>
                <a:gd name="T11" fmla="*/ 13 h 80"/>
                <a:gd name="T12" fmla="*/ 6 w 35"/>
                <a:gd name="T13" fmla="*/ 55 h 80"/>
                <a:gd name="T14" fmla="*/ 6 w 35"/>
                <a:gd name="T15" fmla="*/ 55 h 80"/>
                <a:gd name="T16" fmla="*/ 8 w 35"/>
                <a:gd name="T17" fmla="*/ 70 h 80"/>
                <a:gd name="T18" fmla="*/ 21 w 35"/>
                <a:gd name="T19" fmla="*/ 80 h 80"/>
                <a:gd name="T20" fmla="*/ 24 w 35"/>
                <a:gd name="T21" fmla="*/ 78 h 80"/>
                <a:gd name="T22" fmla="*/ 33 w 35"/>
                <a:gd name="T23" fmla="*/ 66 h 80"/>
                <a:gd name="T24" fmla="*/ 31 w 35"/>
                <a:gd name="T25" fmla="*/ 52 h 80"/>
                <a:gd name="T26" fmla="*/ 31 w 35"/>
                <a:gd name="T27" fmla="*/ 52 h 80"/>
                <a:gd name="T28" fmla="*/ 25 w 35"/>
                <a:gd name="T29" fmla="*/ 10 h 80"/>
                <a:gd name="T30" fmla="*/ 25 w 35"/>
                <a:gd name="T31" fmla="*/ 8 h 80"/>
                <a:gd name="T32" fmla="*/ 33 w 35"/>
                <a:gd name="T33" fmla="*/ 8 h 80"/>
                <a:gd name="T34" fmla="*/ 33 w 35"/>
                <a:gd name="T35" fmla="*/ 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80">
                  <a:moveTo>
                    <a:pt x="33" y="5"/>
                  </a:moveTo>
                  <a:cubicBezTo>
                    <a:pt x="19" y="0"/>
                    <a:pt x="19" y="0"/>
                    <a:pt x="19" y="0"/>
                  </a:cubicBezTo>
                  <a:cubicBezTo>
                    <a:pt x="16" y="0"/>
                    <a:pt x="16" y="0"/>
                    <a:pt x="14" y="0"/>
                  </a:cubicBezTo>
                  <a:cubicBezTo>
                    <a:pt x="13" y="0"/>
                    <a:pt x="13" y="0"/>
                    <a:pt x="13" y="0"/>
                  </a:cubicBezTo>
                  <a:cubicBezTo>
                    <a:pt x="10" y="0"/>
                    <a:pt x="10" y="0"/>
                    <a:pt x="10" y="0"/>
                  </a:cubicBezTo>
                  <a:cubicBezTo>
                    <a:pt x="3" y="0"/>
                    <a:pt x="0" y="7"/>
                    <a:pt x="0" y="13"/>
                  </a:cubicBezTo>
                  <a:cubicBezTo>
                    <a:pt x="6" y="55"/>
                    <a:pt x="6" y="55"/>
                    <a:pt x="6" y="55"/>
                  </a:cubicBezTo>
                  <a:cubicBezTo>
                    <a:pt x="6" y="55"/>
                    <a:pt x="6" y="55"/>
                    <a:pt x="6" y="55"/>
                  </a:cubicBezTo>
                  <a:cubicBezTo>
                    <a:pt x="8" y="70"/>
                    <a:pt x="8" y="70"/>
                    <a:pt x="8" y="70"/>
                  </a:cubicBezTo>
                  <a:cubicBezTo>
                    <a:pt x="10" y="75"/>
                    <a:pt x="14" y="80"/>
                    <a:pt x="21" y="80"/>
                  </a:cubicBezTo>
                  <a:cubicBezTo>
                    <a:pt x="24" y="78"/>
                    <a:pt x="24" y="78"/>
                    <a:pt x="24" y="78"/>
                  </a:cubicBezTo>
                  <a:cubicBezTo>
                    <a:pt x="28" y="78"/>
                    <a:pt x="35" y="72"/>
                    <a:pt x="33" y="66"/>
                  </a:cubicBezTo>
                  <a:cubicBezTo>
                    <a:pt x="31" y="52"/>
                    <a:pt x="31" y="52"/>
                    <a:pt x="31" y="52"/>
                  </a:cubicBezTo>
                  <a:cubicBezTo>
                    <a:pt x="31" y="52"/>
                    <a:pt x="31" y="52"/>
                    <a:pt x="31" y="52"/>
                  </a:cubicBezTo>
                  <a:cubicBezTo>
                    <a:pt x="25" y="10"/>
                    <a:pt x="25" y="10"/>
                    <a:pt x="25" y="10"/>
                  </a:cubicBezTo>
                  <a:cubicBezTo>
                    <a:pt x="25" y="10"/>
                    <a:pt x="25" y="10"/>
                    <a:pt x="25" y="8"/>
                  </a:cubicBezTo>
                  <a:cubicBezTo>
                    <a:pt x="33" y="8"/>
                    <a:pt x="33" y="8"/>
                    <a:pt x="33" y="8"/>
                  </a:cubicBezTo>
                  <a:lnTo>
                    <a:pt x="33"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90"/>
            <p:cNvSpPr>
              <a:spLocks/>
            </p:cNvSpPr>
            <p:nvPr/>
          </p:nvSpPr>
          <p:spPr bwMode="auto">
            <a:xfrm>
              <a:off x="5016500" y="4471988"/>
              <a:ext cx="273050" cy="128588"/>
            </a:xfrm>
            <a:custGeom>
              <a:avLst/>
              <a:gdLst>
                <a:gd name="T0" fmla="*/ 64 w 64"/>
                <a:gd name="T1" fmla="*/ 0 h 30"/>
                <a:gd name="T2" fmla="*/ 44 w 64"/>
                <a:gd name="T3" fmla="*/ 10 h 30"/>
                <a:gd name="T4" fmla="*/ 10 w 64"/>
                <a:gd name="T5" fmla="*/ 10 h 30"/>
                <a:gd name="T6" fmla="*/ 0 w 64"/>
                <a:gd name="T7" fmla="*/ 19 h 30"/>
                <a:gd name="T8" fmla="*/ 10 w 64"/>
                <a:gd name="T9" fmla="*/ 30 h 30"/>
                <a:gd name="T10" fmla="*/ 47 w 64"/>
                <a:gd name="T11" fmla="*/ 30 h 30"/>
                <a:gd name="T12" fmla="*/ 47 w 64"/>
                <a:gd name="T13" fmla="*/ 30 h 30"/>
                <a:gd name="T14" fmla="*/ 47 w 64"/>
                <a:gd name="T15" fmla="*/ 30 h 30"/>
                <a:gd name="T16" fmla="*/ 53 w 64"/>
                <a:gd name="T17" fmla="*/ 28 h 30"/>
                <a:gd name="T18" fmla="*/ 64 w 64"/>
                <a:gd name="T19" fmla="*/ 22 h 30"/>
                <a:gd name="T20" fmla="*/ 64 w 64"/>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30">
                  <a:moveTo>
                    <a:pt x="64" y="0"/>
                  </a:moveTo>
                  <a:cubicBezTo>
                    <a:pt x="44" y="10"/>
                    <a:pt x="44" y="10"/>
                    <a:pt x="44" y="10"/>
                  </a:cubicBezTo>
                  <a:cubicBezTo>
                    <a:pt x="10" y="10"/>
                    <a:pt x="10" y="10"/>
                    <a:pt x="10" y="10"/>
                  </a:cubicBezTo>
                  <a:cubicBezTo>
                    <a:pt x="3" y="10"/>
                    <a:pt x="0" y="14"/>
                    <a:pt x="0" y="19"/>
                  </a:cubicBezTo>
                  <a:cubicBezTo>
                    <a:pt x="0" y="25"/>
                    <a:pt x="3" y="30"/>
                    <a:pt x="10" y="30"/>
                  </a:cubicBezTo>
                  <a:cubicBezTo>
                    <a:pt x="47" y="30"/>
                    <a:pt x="47" y="30"/>
                    <a:pt x="47" y="30"/>
                  </a:cubicBezTo>
                  <a:cubicBezTo>
                    <a:pt x="47" y="30"/>
                    <a:pt x="47" y="30"/>
                    <a:pt x="47" y="30"/>
                  </a:cubicBezTo>
                  <a:cubicBezTo>
                    <a:pt x="47" y="30"/>
                    <a:pt x="47" y="30"/>
                    <a:pt x="47" y="30"/>
                  </a:cubicBezTo>
                  <a:cubicBezTo>
                    <a:pt x="50" y="30"/>
                    <a:pt x="50" y="28"/>
                    <a:pt x="53" y="28"/>
                  </a:cubicBezTo>
                  <a:cubicBezTo>
                    <a:pt x="64" y="22"/>
                    <a:pt x="64" y="22"/>
                    <a:pt x="64" y="22"/>
                  </a:cubicBezTo>
                  <a:lnTo>
                    <a:pt x="6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91"/>
            <p:cNvSpPr>
              <a:spLocks/>
            </p:cNvSpPr>
            <p:nvPr/>
          </p:nvSpPr>
          <p:spPr bwMode="auto">
            <a:xfrm>
              <a:off x="5280025" y="4356101"/>
              <a:ext cx="239713" cy="504825"/>
            </a:xfrm>
            <a:custGeom>
              <a:avLst/>
              <a:gdLst>
                <a:gd name="T0" fmla="*/ 38 w 56"/>
                <a:gd name="T1" fmla="*/ 40 h 118"/>
                <a:gd name="T2" fmla="*/ 19 w 56"/>
                <a:gd name="T3" fmla="*/ 31 h 118"/>
                <a:gd name="T4" fmla="*/ 28 w 56"/>
                <a:gd name="T5" fmla="*/ 9 h 118"/>
                <a:gd name="T6" fmla="*/ 47 w 56"/>
                <a:gd name="T7" fmla="*/ 3 h 118"/>
                <a:gd name="T8" fmla="*/ 36 w 56"/>
                <a:gd name="T9" fmla="*/ 0 h 118"/>
                <a:gd name="T10" fmla="*/ 25 w 56"/>
                <a:gd name="T11" fmla="*/ 0 h 118"/>
                <a:gd name="T12" fmla="*/ 5 w 56"/>
                <a:gd name="T13" fmla="*/ 21 h 118"/>
                <a:gd name="T14" fmla="*/ 5 w 56"/>
                <a:gd name="T15" fmla="*/ 93 h 118"/>
                <a:gd name="T16" fmla="*/ 0 w 56"/>
                <a:gd name="T17" fmla="*/ 93 h 118"/>
                <a:gd name="T18" fmla="*/ 4 w 56"/>
                <a:gd name="T19" fmla="*/ 118 h 118"/>
                <a:gd name="T20" fmla="*/ 25 w 56"/>
                <a:gd name="T21" fmla="*/ 118 h 118"/>
                <a:gd name="T22" fmla="*/ 32 w 56"/>
                <a:gd name="T23" fmla="*/ 118 h 118"/>
                <a:gd name="T24" fmla="*/ 36 w 56"/>
                <a:gd name="T25" fmla="*/ 118 h 118"/>
                <a:gd name="T26" fmla="*/ 56 w 56"/>
                <a:gd name="T27" fmla="*/ 97 h 118"/>
                <a:gd name="T28" fmla="*/ 56 w 56"/>
                <a:gd name="T29" fmla="*/ 35 h 118"/>
                <a:gd name="T30" fmla="*/ 38 w 56"/>
                <a:gd name="T31" fmla="*/ 4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6" h="118">
                  <a:moveTo>
                    <a:pt x="38" y="40"/>
                  </a:moveTo>
                  <a:cubicBezTo>
                    <a:pt x="30" y="43"/>
                    <a:pt x="22" y="38"/>
                    <a:pt x="19" y="31"/>
                  </a:cubicBezTo>
                  <a:cubicBezTo>
                    <a:pt x="16" y="21"/>
                    <a:pt x="21" y="12"/>
                    <a:pt x="28" y="9"/>
                  </a:cubicBezTo>
                  <a:cubicBezTo>
                    <a:pt x="47" y="3"/>
                    <a:pt x="47" y="3"/>
                    <a:pt x="47" y="3"/>
                  </a:cubicBezTo>
                  <a:cubicBezTo>
                    <a:pt x="44" y="3"/>
                    <a:pt x="41" y="0"/>
                    <a:pt x="36" y="0"/>
                  </a:cubicBezTo>
                  <a:cubicBezTo>
                    <a:pt x="25" y="0"/>
                    <a:pt x="25" y="0"/>
                    <a:pt x="25" y="0"/>
                  </a:cubicBezTo>
                  <a:cubicBezTo>
                    <a:pt x="14" y="0"/>
                    <a:pt x="5" y="9"/>
                    <a:pt x="5" y="21"/>
                  </a:cubicBezTo>
                  <a:cubicBezTo>
                    <a:pt x="5" y="93"/>
                    <a:pt x="5" y="93"/>
                    <a:pt x="5" y="93"/>
                  </a:cubicBezTo>
                  <a:cubicBezTo>
                    <a:pt x="0" y="93"/>
                    <a:pt x="0" y="93"/>
                    <a:pt x="0" y="93"/>
                  </a:cubicBezTo>
                  <a:cubicBezTo>
                    <a:pt x="4" y="118"/>
                    <a:pt x="4" y="118"/>
                    <a:pt x="4" y="118"/>
                  </a:cubicBezTo>
                  <a:cubicBezTo>
                    <a:pt x="25" y="118"/>
                    <a:pt x="25" y="118"/>
                    <a:pt x="25" y="118"/>
                  </a:cubicBezTo>
                  <a:cubicBezTo>
                    <a:pt x="32" y="118"/>
                    <a:pt x="32" y="118"/>
                    <a:pt x="32" y="118"/>
                  </a:cubicBezTo>
                  <a:cubicBezTo>
                    <a:pt x="36" y="118"/>
                    <a:pt x="36" y="118"/>
                    <a:pt x="36" y="118"/>
                  </a:cubicBezTo>
                  <a:cubicBezTo>
                    <a:pt x="47" y="118"/>
                    <a:pt x="56" y="108"/>
                    <a:pt x="56" y="97"/>
                  </a:cubicBezTo>
                  <a:cubicBezTo>
                    <a:pt x="56" y="35"/>
                    <a:pt x="56" y="35"/>
                    <a:pt x="56" y="35"/>
                  </a:cubicBezTo>
                  <a:lnTo>
                    <a:pt x="38"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92"/>
            <p:cNvSpPr>
              <a:spLocks noEditPoints="1"/>
            </p:cNvSpPr>
            <p:nvPr/>
          </p:nvSpPr>
          <p:spPr bwMode="auto">
            <a:xfrm>
              <a:off x="4657725" y="3908426"/>
              <a:ext cx="639763" cy="260350"/>
            </a:xfrm>
            <a:custGeom>
              <a:avLst/>
              <a:gdLst>
                <a:gd name="T0" fmla="*/ 118 w 150"/>
                <a:gd name="T1" fmla="*/ 0 h 61"/>
                <a:gd name="T2" fmla="*/ 118 w 150"/>
                <a:gd name="T3" fmla="*/ 0 h 61"/>
                <a:gd name="T4" fmla="*/ 31 w 150"/>
                <a:gd name="T5" fmla="*/ 0 h 61"/>
                <a:gd name="T6" fmla="*/ 31 w 150"/>
                <a:gd name="T7" fmla="*/ 0 h 61"/>
                <a:gd name="T8" fmla="*/ 31 w 150"/>
                <a:gd name="T9" fmla="*/ 0 h 61"/>
                <a:gd name="T10" fmla="*/ 28 w 150"/>
                <a:gd name="T11" fmla="*/ 0 h 61"/>
                <a:gd name="T12" fmla="*/ 28 w 150"/>
                <a:gd name="T13" fmla="*/ 0 h 61"/>
                <a:gd name="T14" fmla="*/ 0 w 150"/>
                <a:gd name="T15" fmla="*/ 30 h 61"/>
                <a:gd name="T16" fmla="*/ 28 w 150"/>
                <a:gd name="T17" fmla="*/ 61 h 61"/>
                <a:gd name="T18" fmla="*/ 28 w 150"/>
                <a:gd name="T19" fmla="*/ 61 h 61"/>
                <a:gd name="T20" fmla="*/ 118 w 150"/>
                <a:gd name="T21" fmla="*/ 61 h 61"/>
                <a:gd name="T22" fmla="*/ 134 w 150"/>
                <a:gd name="T23" fmla="*/ 61 h 61"/>
                <a:gd name="T24" fmla="*/ 150 w 150"/>
                <a:gd name="T25" fmla="*/ 61 h 61"/>
                <a:gd name="T26" fmla="*/ 150 w 150"/>
                <a:gd name="T27" fmla="*/ 44 h 61"/>
                <a:gd name="T28" fmla="*/ 150 w 150"/>
                <a:gd name="T29" fmla="*/ 30 h 61"/>
                <a:gd name="T30" fmla="*/ 118 w 150"/>
                <a:gd name="T31" fmla="*/ 0 h 61"/>
                <a:gd name="T32" fmla="*/ 134 w 150"/>
                <a:gd name="T33" fmla="*/ 49 h 61"/>
                <a:gd name="T34" fmla="*/ 134 w 150"/>
                <a:gd name="T35" fmla="*/ 50 h 61"/>
                <a:gd name="T36" fmla="*/ 134 w 150"/>
                <a:gd name="T37" fmla="*/ 50 h 61"/>
                <a:gd name="T38" fmla="*/ 134 w 150"/>
                <a:gd name="T39" fmla="*/ 52 h 61"/>
                <a:gd name="T40" fmla="*/ 134 w 150"/>
                <a:gd name="T41" fmla="*/ 52 h 61"/>
                <a:gd name="T42" fmla="*/ 132 w 150"/>
                <a:gd name="T43" fmla="*/ 52 h 61"/>
                <a:gd name="T44" fmla="*/ 132 w 150"/>
                <a:gd name="T45" fmla="*/ 52 h 61"/>
                <a:gd name="T46" fmla="*/ 131 w 150"/>
                <a:gd name="T47" fmla="*/ 52 h 61"/>
                <a:gd name="T48" fmla="*/ 131 w 150"/>
                <a:gd name="T49" fmla="*/ 52 h 61"/>
                <a:gd name="T50" fmla="*/ 131 w 150"/>
                <a:gd name="T51" fmla="*/ 52 h 61"/>
                <a:gd name="T52" fmla="*/ 131 w 150"/>
                <a:gd name="T53" fmla="*/ 52 h 61"/>
                <a:gd name="T54" fmla="*/ 131 w 150"/>
                <a:gd name="T55" fmla="*/ 52 h 61"/>
                <a:gd name="T56" fmla="*/ 128 w 150"/>
                <a:gd name="T57" fmla="*/ 53 h 61"/>
                <a:gd name="T58" fmla="*/ 128 w 150"/>
                <a:gd name="T59" fmla="*/ 53 h 61"/>
                <a:gd name="T60" fmla="*/ 128 w 150"/>
                <a:gd name="T61" fmla="*/ 53 h 61"/>
                <a:gd name="T62" fmla="*/ 128 w 150"/>
                <a:gd name="T63" fmla="*/ 55 h 61"/>
                <a:gd name="T64" fmla="*/ 126 w 150"/>
                <a:gd name="T65" fmla="*/ 55 h 61"/>
                <a:gd name="T66" fmla="*/ 126 w 150"/>
                <a:gd name="T67" fmla="*/ 55 h 61"/>
                <a:gd name="T68" fmla="*/ 125 w 150"/>
                <a:gd name="T69" fmla="*/ 55 h 61"/>
                <a:gd name="T70" fmla="*/ 125 w 150"/>
                <a:gd name="T71" fmla="*/ 55 h 61"/>
                <a:gd name="T72" fmla="*/ 125 w 150"/>
                <a:gd name="T73" fmla="*/ 55 h 61"/>
                <a:gd name="T74" fmla="*/ 125 w 150"/>
                <a:gd name="T75" fmla="*/ 55 h 61"/>
                <a:gd name="T76" fmla="*/ 121 w 150"/>
                <a:gd name="T77" fmla="*/ 55 h 61"/>
                <a:gd name="T78" fmla="*/ 121 w 150"/>
                <a:gd name="T79" fmla="*/ 55 h 61"/>
                <a:gd name="T80" fmla="*/ 121 w 150"/>
                <a:gd name="T81" fmla="*/ 55 h 61"/>
                <a:gd name="T82" fmla="*/ 103 w 150"/>
                <a:gd name="T83" fmla="*/ 55 h 61"/>
                <a:gd name="T84" fmla="*/ 103 w 150"/>
                <a:gd name="T85" fmla="*/ 55 h 61"/>
                <a:gd name="T86" fmla="*/ 31 w 150"/>
                <a:gd name="T87" fmla="*/ 55 h 61"/>
                <a:gd name="T88" fmla="*/ 31 w 150"/>
                <a:gd name="T89" fmla="*/ 55 h 61"/>
                <a:gd name="T90" fmla="*/ 6 w 150"/>
                <a:gd name="T91" fmla="*/ 30 h 61"/>
                <a:gd name="T92" fmla="*/ 31 w 150"/>
                <a:gd name="T93" fmla="*/ 6 h 61"/>
                <a:gd name="T94" fmla="*/ 31 w 150"/>
                <a:gd name="T95" fmla="*/ 6 h 61"/>
                <a:gd name="T96" fmla="*/ 31 w 150"/>
                <a:gd name="T97" fmla="*/ 6 h 61"/>
                <a:gd name="T98" fmla="*/ 31 w 150"/>
                <a:gd name="T99" fmla="*/ 6 h 61"/>
                <a:gd name="T100" fmla="*/ 31 w 150"/>
                <a:gd name="T101" fmla="*/ 6 h 61"/>
                <a:gd name="T102" fmla="*/ 47 w 150"/>
                <a:gd name="T103" fmla="*/ 6 h 61"/>
                <a:gd name="T104" fmla="*/ 47 w 150"/>
                <a:gd name="T105" fmla="*/ 6 h 61"/>
                <a:gd name="T106" fmla="*/ 121 w 150"/>
                <a:gd name="T107" fmla="*/ 6 h 61"/>
                <a:gd name="T108" fmla="*/ 121 w 150"/>
                <a:gd name="T109" fmla="*/ 6 h 61"/>
                <a:gd name="T110" fmla="*/ 143 w 150"/>
                <a:gd name="T111" fmla="*/ 30 h 61"/>
                <a:gd name="T112" fmla="*/ 134 w 150"/>
                <a:gd name="T113" fmla="*/ 4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0" h="61">
                  <a:moveTo>
                    <a:pt x="118" y="0"/>
                  </a:moveTo>
                  <a:cubicBezTo>
                    <a:pt x="118" y="0"/>
                    <a:pt x="118" y="0"/>
                    <a:pt x="118" y="0"/>
                  </a:cubicBezTo>
                  <a:cubicBezTo>
                    <a:pt x="31" y="0"/>
                    <a:pt x="31" y="0"/>
                    <a:pt x="31" y="0"/>
                  </a:cubicBezTo>
                  <a:cubicBezTo>
                    <a:pt x="31" y="0"/>
                    <a:pt x="31" y="0"/>
                    <a:pt x="31" y="0"/>
                  </a:cubicBezTo>
                  <a:cubicBezTo>
                    <a:pt x="31" y="0"/>
                    <a:pt x="31" y="0"/>
                    <a:pt x="31" y="0"/>
                  </a:cubicBezTo>
                  <a:cubicBezTo>
                    <a:pt x="28" y="0"/>
                    <a:pt x="28" y="0"/>
                    <a:pt x="28" y="0"/>
                  </a:cubicBezTo>
                  <a:cubicBezTo>
                    <a:pt x="28" y="0"/>
                    <a:pt x="28" y="0"/>
                    <a:pt x="28" y="0"/>
                  </a:cubicBezTo>
                  <a:cubicBezTo>
                    <a:pt x="13" y="2"/>
                    <a:pt x="0" y="15"/>
                    <a:pt x="0" y="30"/>
                  </a:cubicBezTo>
                  <a:cubicBezTo>
                    <a:pt x="0" y="45"/>
                    <a:pt x="13" y="58"/>
                    <a:pt x="28" y="61"/>
                  </a:cubicBezTo>
                  <a:cubicBezTo>
                    <a:pt x="28" y="61"/>
                    <a:pt x="28" y="61"/>
                    <a:pt x="28" y="61"/>
                  </a:cubicBezTo>
                  <a:cubicBezTo>
                    <a:pt x="118" y="61"/>
                    <a:pt x="118" y="61"/>
                    <a:pt x="118" y="61"/>
                  </a:cubicBezTo>
                  <a:cubicBezTo>
                    <a:pt x="134" y="61"/>
                    <a:pt x="134" y="61"/>
                    <a:pt x="134" y="61"/>
                  </a:cubicBezTo>
                  <a:cubicBezTo>
                    <a:pt x="150" y="61"/>
                    <a:pt x="150" y="61"/>
                    <a:pt x="150" y="61"/>
                  </a:cubicBezTo>
                  <a:cubicBezTo>
                    <a:pt x="150" y="44"/>
                    <a:pt x="150" y="44"/>
                    <a:pt x="150" y="44"/>
                  </a:cubicBezTo>
                  <a:cubicBezTo>
                    <a:pt x="150" y="30"/>
                    <a:pt x="150" y="30"/>
                    <a:pt x="150" y="30"/>
                  </a:cubicBezTo>
                  <a:cubicBezTo>
                    <a:pt x="150" y="14"/>
                    <a:pt x="137" y="0"/>
                    <a:pt x="118" y="0"/>
                  </a:cubicBezTo>
                  <a:close/>
                  <a:moveTo>
                    <a:pt x="134" y="49"/>
                  </a:moveTo>
                  <a:cubicBezTo>
                    <a:pt x="134" y="50"/>
                    <a:pt x="134" y="50"/>
                    <a:pt x="134" y="50"/>
                  </a:cubicBezTo>
                  <a:cubicBezTo>
                    <a:pt x="134" y="50"/>
                    <a:pt x="134" y="50"/>
                    <a:pt x="134" y="50"/>
                  </a:cubicBezTo>
                  <a:cubicBezTo>
                    <a:pt x="134" y="52"/>
                    <a:pt x="134" y="52"/>
                    <a:pt x="134" y="52"/>
                  </a:cubicBezTo>
                  <a:cubicBezTo>
                    <a:pt x="134" y="52"/>
                    <a:pt x="134" y="52"/>
                    <a:pt x="134" y="52"/>
                  </a:cubicBezTo>
                  <a:cubicBezTo>
                    <a:pt x="134" y="52"/>
                    <a:pt x="134" y="52"/>
                    <a:pt x="132" y="52"/>
                  </a:cubicBezTo>
                  <a:cubicBezTo>
                    <a:pt x="132" y="52"/>
                    <a:pt x="132" y="52"/>
                    <a:pt x="132" y="52"/>
                  </a:cubicBezTo>
                  <a:cubicBezTo>
                    <a:pt x="131" y="52"/>
                    <a:pt x="131" y="52"/>
                    <a:pt x="131" y="52"/>
                  </a:cubicBezTo>
                  <a:cubicBezTo>
                    <a:pt x="131" y="52"/>
                    <a:pt x="131" y="52"/>
                    <a:pt x="131" y="52"/>
                  </a:cubicBezTo>
                  <a:cubicBezTo>
                    <a:pt x="131" y="52"/>
                    <a:pt x="131" y="52"/>
                    <a:pt x="131" y="52"/>
                  </a:cubicBezTo>
                  <a:cubicBezTo>
                    <a:pt x="131" y="52"/>
                    <a:pt x="131" y="52"/>
                    <a:pt x="131" y="52"/>
                  </a:cubicBezTo>
                  <a:cubicBezTo>
                    <a:pt x="131" y="52"/>
                    <a:pt x="131" y="52"/>
                    <a:pt x="131" y="52"/>
                  </a:cubicBezTo>
                  <a:cubicBezTo>
                    <a:pt x="129" y="52"/>
                    <a:pt x="128" y="53"/>
                    <a:pt x="128" y="53"/>
                  </a:cubicBezTo>
                  <a:cubicBezTo>
                    <a:pt x="128" y="53"/>
                    <a:pt x="128" y="53"/>
                    <a:pt x="128" y="53"/>
                  </a:cubicBezTo>
                  <a:cubicBezTo>
                    <a:pt x="128" y="53"/>
                    <a:pt x="128" y="53"/>
                    <a:pt x="128" y="53"/>
                  </a:cubicBezTo>
                  <a:cubicBezTo>
                    <a:pt x="128" y="53"/>
                    <a:pt x="128" y="53"/>
                    <a:pt x="128" y="55"/>
                  </a:cubicBezTo>
                  <a:cubicBezTo>
                    <a:pt x="128" y="55"/>
                    <a:pt x="128" y="55"/>
                    <a:pt x="126" y="55"/>
                  </a:cubicBezTo>
                  <a:cubicBezTo>
                    <a:pt x="126" y="55"/>
                    <a:pt x="126" y="55"/>
                    <a:pt x="126" y="55"/>
                  </a:cubicBezTo>
                  <a:cubicBezTo>
                    <a:pt x="125" y="55"/>
                    <a:pt x="125" y="55"/>
                    <a:pt x="125" y="55"/>
                  </a:cubicBezTo>
                  <a:cubicBezTo>
                    <a:pt x="125" y="55"/>
                    <a:pt x="125" y="55"/>
                    <a:pt x="125" y="55"/>
                  </a:cubicBezTo>
                  <a:cubicBezTo>
                    <a:pt x="125" y="55"/>
                    <a:pt x="125" y="55"/>
                    <a:pt x="125" y="55"/>
                  </a:cubicBezTo>
                  <a:cubicBezTo>
                    <a:pt x="125" y="55"/>
                    <a:pt x="125" y="55"/>
                    <a:pt x="125" y="55"/>
                  </a:cubicBezTo>
                  <a:cubicBezTo>
                    <a:pt x="125" y="55"/>
                    <a:pt x="123" y="55"/>
                    <a:pt x="121" y="55"/>
                  </a:cubicBezTo>
                  <a:cubicBezTo>
                    <a:pt x="121" y="55"/>
                    <a:pt x="121" y="55"/>
                    <a:pt x="121" y="55"/>
                  </a:cubicBezTo>
                  <a:cubicBezTo>
                    <a:pt x="121" y="55"/>
                    <a:pt x="121" y="55"/>
                    <a:pt x="121" y="55"/>
                  </a:cubicBezTo>
                  <a:cubicBezTo>
                    <a:pt x="103" y="55"/>
                    <a:pt x="103" y="55"/>
                    <a:pt x="103" y="55"/>
                  </a:cubicBezTo>
                  <a:cubicBezTo>
                    <a:pt x="103" y="55"/>
                    <a:pt x="103" y="55"/>
                    <a:pt x="103" y="55"/>
                  </a:cubicBezTo>
                  <a:cubicBezTo>
                    <a:pt x="31" y="55"/>
                    <a:pt x="31" y="55"/>
                    <a:pt x="31" y="55"/>
                  </a:cubicBezTo>
                  <a:cubicBezTo>
                    <a:pt x="31" y="55"/>
                    <a:pt x="31" y="55"/>
                    <a:pt x="31" y="55"/>
                  </a:cubicBezTo>
                  <a:cubicBezTo>
                    <a:pt x="17" y="55"/>
                    <a:pt x="6" y="42"/>
                    <a:pt x="6" y="30"/>
                  </a:cubicBezTo>
                  <a:cubicBezTo>
                    <a:pt x="6" y="17"/>
                    <a:pt x="17" y="7"/>
                    <a:pt x="31" y="6"/>
                  </a:cubicBezTo>
                  <a:cubicBezTo>
                    <a:pt x="31" y="6"/>
                    <a:pt x="31" y="6"/>
                    <a:pt x="31" y="6"/>
                  </a:cubicBezTo>
                  <a:cubicBezTo>
                    <a:pt x="31" y="6"/>
                    <a:pt x="31" y="6"/>
                    <a:pt x="31" y="6"/>
                  </a:cubicBezTo>
                  <a:cubicBezTo>
                    <a:pt x="31" y="6"/>
                    <a:pt x="31" y="6"/>
                    <a:pt x="31" y="6"/>
                  </a:cubicBezTo>
                  <a:cubicBezTo>
                    <a:pt x="31" y="6"/>
                    <a:pt x="31" y="6"/>
                    <a:pt x="31" y="6"/>
                  </a:cubicBezTo>
                  <a:cubicBezTo>
                    <a:pt x="47" y="6"/>
                    <a:pt x="47" y="6"/>
                    <a:pt x="47" y="6"/>
                  </a:cubicBezTo>
                  <a:cubicBezTo>
                    <a:pt x="47" y="6"/>
                    <a:pt x="47" y="6"/>
                    <a:pt x="47" y="6"/>
                  </a:cubicBezTo>
                  <a:cubicBezTo>
                    <a:pt x="121" y="6"/>
                    <a:pt x="121" y="6"/>
                    <a:pt x="121" y="6"/>
                  </a:cubicBezTo>
                  <a:cubicBezTo>
                    <a:pt x="121" y="6"/>
                    <a:pt x="121" y="6"/>
                    <a:pt x="121" y="6"/>
                  </a:cubicBezTo>
                  <a:cubicBezTo>
                    <a:pt x="134" y="7"/>
                    <a:pt x="145" y="17"/>
                    <a:pt x="143" y="30"/>
                  </a:cubicBezTo>
                  <a:cubicBezTo>
                    <a:pt x="143" y="39"/>
                    <a:pt x="140" y="45"/>
                    <a:pt x="134"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Rectangle 93"/>
            <p:cNvSpPr>
              <a:spLocks noChangeArrowheads="1"/>
            </p:cNvSpPr>
            <p:nvPr/>
          </p:nvSpPr>
          <p:spPr bwMode="auto">
            <a:xfrm>
              <a:off x="4965700" y="4148138"/>
              <a:ext cx="1588"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94"/>
            <p:cNvSpPr>
              <a:spLocks/>
            </p:cNvSpPr>
            <p:nvPr/>
          </p:nvSpPr>
          <p:spPr bwMode="auto">
            <a:xfrm>
              <a:off x="4756150" y="3968751"/>
              <a:ext cx="460375" cy="28575"/>
            </a:xfrm>
            <a:custGeom>
              <a:avLst/>
              <a:gdLst>
                <a:gd name="T0" fmla="*/ 108 w 108"/>
                <a:gd name="T1" fmla="*/ 3 h 7"/>
                <a:gd name="T2" fmla="*/ 105 w 108"/>
                <a:gd name="T3" fmla="*/ 7 h 7"/>
                <a:gd name="T4" fmla="*/ 4 w 108"/>
                <a:gd name="T5" fmla="*/ 7 h 7"/>
                <a:gd name="T6" fmla="*/ 0 w 108"/>
                <a:gd name="T7" fmla="*/ 3 h 7"/>
                <a:gd name="T8" fmla="*/ 0 w 108"/>
                <a:gd name="T9" fmla="*/ 3 h 7"/>
                <a:gd name="T10" fmla="*/ 4 w 108"/>
                <a:gd name="T11" fmla="*/ 0 h 7"/>
                <a:gd name="T12" fmla="*/ 105 w 108"/>
                <a:gd name="T13" fmla="*/ 0 h 7"/>
                <a:gd name="T14" fmla="*/ 108 w 108"/>
                <a:gd name="T15" fmla="*/ 3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 h="7">
                  <a:moveTo>
                    <a:pt x="108" y="3"/>
                  </a:moveTo>
                  <a:cubicBezTo>
                    <a:pt x="108" y="3"/>
                    <a:pt x="106" y="7"/>
                    <a:pt x="105" y="7"/>
                  </a:cubicBezTo>
                  <a:cubicBezTo>
                    <a:pt x="4" y="7"/>
                    <a:pt x="4" y="7"/>
                    <a:pt x="4" y="7"/>
                  </a:cubicBezTo>
                  <a:cubicBezTo>
                    <a:pt x="2" y="7"/>
                    <a:pt x="0" y="3"/>
                    <a:pt x="0" y="3"/>
                  </a:cubicBezTo>
                  <a:cubicBezTo>
                    <a:pt x="0" y="3"/>
                    <a:pt x="0" y="3"/>
                    <a:pt x="0" y="3"/>
                  </a:cubicBezTo>
                  <a:cubicBezTo>
                    <a:pt x="0" y="1"/>
                    <a:pt x="2" y="0"/>
                    <a:pt x="4" y="0"/>
                  </a:cubicBezTo>
                  <a:cubicBezTo>
                    <a:pt x="105" y="0"/>
                    <a:pt x="105" y="0"/>
                    <a:pt x="105" y="0"/>
                  </a:cubicBezTo>
                  <a:cubicBezTo>
                    <a:pt x="106" y="0"/>
                    <a:pt x="108" y="1"/>
                    <a:pt x="108"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95"/>
            <p:cNvSpPr>
              <a:spLocks/>
            </p:cNvSpPr>
            <p:nvPr/>
          </p:nvSpPr>
          <p:spPr bwMode="auto">
            <a:xfrm>
              <a:off x="4756150" y="4027488"/>
              <a:ext cx="460375" cy="25400"/>
            </a:xfrm>
            <a:custGeom>
              <a:avLst/>
              <a:gdLst>
                <a:gd name="T0" fmla="*/ 108 w 108"/>
                <a:gd name="T1" fmla="*/ 3 h 6"/>
                <a:gd name="T2" fmla="*/ 105 w 108"/>
                <a:gd name="T3" fmla="*/ 6 h 6"/>
                <a:gd name="T4" fmla="*/ 4 w 108"/>
                <a:gd name="T5" fmla="*/ 6 h 6"/>
                <a:gd name="T6" fmla="*/ 0 w 108"/>
                <a:gd name="T7" fmla="*/ 3 h 6"/>
                <a:gd name="T8" fmla="*/ 0 w 108"/>
                <a:gd name="T9" fmla="*/ 3 h 6"/>
                <a:gd name="T10" fmla="*/ 4 w 108"/>
                <a:gd name="T11" fmla="*/ 0 h 6"/>
                <a:gd name="T12" fmla="*/ 105 w 108"/>
                <a:gd name="T13" fmla="*/ 0 h 6"/>
                <a:gd name="T14" fmla="*/ 108 w 108"/>
                <a:gd name="T15" fmla="*/ 3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 h="6">
                  <a:moveTo>
                    <a:pt x="108" y="3"/>
                  </a:moveTo>
                  <a:cubicBezTo>
                    <a:pt x="108" y="5"/>
                    <a:pt x="106" y="6"/>
                    <a:pt x="105" y="6"/>
                  </a:cubicBezTo>
                  <a:cubicBezTo>
                    <a:pt x="4" y="6"/>
                    <a:pt x="4" y="6"/>
                    <a:pt x="4" y="6"/>
                  </a:cubicBezTo>
                  <a:cubicBezTo>
                    <a:pt x="2" y="6"/>
                    <a:pt x="0" y="5"/>
                    <a:pt x="0" y="3"/>
                  </a:cubicBezTo>
                  <a:cubicBezTo>
                    <a:pt x="0" y="3"/>
                    <a:pt x="0" y="3"/>
                    <a:pt x="0" y="3"/>
                  </a:cubicBezTo>
                  <a:cubicBezTo>
                    <a:pt x="0" y="2"/>
                    <a:pt x="2" y="0"/>
                    <a:pt x="4" y="0"/>
                  </a:cubicBezTo>
                  <a:cubicBezTo>
                    <a:pt x="105" y="0"/>
                    <a:pt x="105" y="0"/>
                    <a:pt x="105" y="0"/>
                  </a:cubicBezTo>
                  <a:cubicBezTo>
                    <a:pt x="106" y="0"/>
                    <a:pt x="108" y="2"/>
                    <a:pt x="108"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96"/>
            <p:cNvSpPr>
              <a:spLocks/>
            </p:cNvSpPr>
            <p:nvPr/>
          </p:nvSpPr>
          <p:spPr bwMode="auto">
            <a:xfrm>
              <a:off x="4756150" y="4075113"/>
              <a:ext cx="460375" cy="25400"/>
            </a:xfrm>
            <a:custGeom>
              <a:avLst/>
              <a:gdLst>
                <a:gd name="T0" fmla="*/ 108 w 108"/>
                <a:gd name="T1" fmla="*/ 3 h 6"/>
                <a:gd name="T2" fmla="*/ 105 w 108"/>
                <a:gd name="T3" fmla="*/ 6 h 6"/>
                <a:gd name="T4" fmla="*/ 4 w 108"/>
                <a:gd name="T5" fmla="*/ 6 h 6"/>
                <a:gd name="T6" fmla="*/ 0 w 108"/>
                <a:gd name="T7" fmla="*/ 3 h 6"/>
                <a:gd name="T8" fmla="*/ 0 w 108"/>
                <a:gd name="T9" fmla="*/ 3 h 6"/>
                <a:gd name="T10" fmla="*/ 4 w 108"/>
                <a:gd name="T11" fmla="*/ 0 h 6"/>
                <a:gd name="T12" fmla="*/ 105 w 108"/>
                <a:gd name="T13" fmla="*/ 0 h 6"/>
                <a:gd name="T14" fmla="*/ 108 w 108"/>
                <a:gd name="T15" fmla="*/ 3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 h="6">
                  <a:moveTo>
                    <a:pt x="108" y="3"/>
                  </a:moveTo>
                  <a:cubicBezTo>
                    <a:pt x="108" y="6"/>
                    <a:pt x="106" y="6"/>
                    <a:pt x="105" y="6"/>
                  </a:cubicBezTo>
                  <a:cubicBezTo>
                    <a:pt x="4" y="6"/>
                    <a:pt x="4" y="6"/>
                    <a:pt x="4" y="6"/>
                  </a:cubicBezTo>
                  <a:cubicBezTo>
                    <a:pt x="2" y="6"/>
                    <a:pt x="0" y="6"/>
                    <a:pt x="0" y="3"/>
                  </a:cubicBezTo>
                  <a:cubicBezTo>
                    <a:pt x="0" y="3"/>
                    <a:pt x="0" y="3"/>
                    <a:pt x="0" y="3"/>
                  </a:cubicBezTo>
                  <a:cubicBezTo>
                    <a:pt x="0" y="3"/>
                    <a:pt x="2" y="0"/>
                    <a:pt x="4" y="0"/>
                  </a:cubicBezTo>
                  <a:cubicBezTo>
                    <a:pt x="105" y="0"/>
                    <a:pt x="105" y="0"/>
                    <a:pt x="105" y="0"/>
                  </a:cubicBezTo>
                  <a:cubicBezTo>
                    <a:pt x="106" y="0"/>
                    <a:pt x="108" y="3"/>
                    <a:pt x="108"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Rectangle 97"/>
            <p:cNvSpPr>
              <a:spLocks noChangeArrowheads="1"/>
            </p:cNvSpPr>
            <p:nvPr/>
          </p:nvSpPr>
          <p:spPr bwMode="auto">
            <a:xfrm>
              <a:off x="6116638" y="3827463"/>
              <a:ext cx="34925" cy="900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Rectangle 98"/>
            <p:cNvSpPr>
              <a:spLocks noChangeArrowheads="1"/>
            </p:cNvSpPr>
            <p:nvPr/>
          </p:nvSpPr>
          <p:spPr bwMode="auto">
            <a:xfrm>
              <a:off x="6172200" y="3724276"/>
              <a:ext cx="73025" cy="13747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8" name="组合 97"/>
          <p:cNvGrpSpPr/>
          <p:nvPr/>
        </p:nvGrpSpPr>
        <p:grpSpPr>
          <a:xfrm>
            <a:off x="949291" y="5308601"/>
            <a:ext cx="4495801" cy="1370013"/>
            <a:chOff x="1714500" y="5308601"/>
            <a:chExt cx="4495801" cy="1370013"/>
          </a:xfrm>
          <a:solidFill>
            <a:schemeClr val="tx1">
              <a:lumMod val="65000"/>
              <a:lumOff val="35000"/>
            </a:schemeClr>
          </a:solidFill>
        </p:grpSpPr>
        <p:sp>
          <p:nvSpPr>
            <p:cNvPr id="99" name="Oval 99"/>
            <p:cNvSpPr>
              <a:spLocks noChangeArrowheads="1"/>
            </p:cNvSpPr>
            <p:nvPr/>
          </p:nvSpPr>
          <p:spPr bwMode="auto">
            <a:xfrm>
              <a:off x="2589213" y="5722938"/>
              <a:ext cx="200025" cy="2000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100"/>
            <p:cNvSpPr>
              <a:spLocks/>
            </p:cNvSpPr>
            <p:nvPr/>
          </p:nvSpPr>
          <p:spPr bwMode="auto">
            <a:xfrm>
              <a:off x="2640013" y="5988051"/>
              <a:ext cx="388938" cy="250825"/>
            </a:xfrm>
            <a:custGeom>
              <a:avLst/>
              <a:gdLst>
                <a:gd name="T0" fmla="*/ 81 w 91"/>
                <a:gd name="T1" fmla="*/ 39 h 59"/>
                <a:gd name="T2" fmla="*/ 47 w 91"/>
                <a:gd name="T3" fmla="*/ 39 h 59"/>
                <a:gd name="T4" fmla="*/ 18 w 91"/>
                <a:gd name="T5" fmla="*/ 6 h 59"/>
                <a:gd name="T6" fmla="*/ 4 w 91"/>
                <a:gd name="T7" fmla="*/ 5 h 59"/>
                <a:gd name="T8" fmla="*/ 4 w 91"/>
                <a:gd name="T9" fmla="*/ 19 h 59"/>
                <a:gd name="T10" fmla="*/ 35 w 91"/>
                <a:gd name="T11" fmla="*/ 55 h 59"/>
                <a:gd name="T12" fmla="*/ 42 w 91"/>
                <a:gd name="T13" fmla="*/ 59 h 59"/>
                <a:gd name="T14" fmla="*/ 44 w 91"/>
                <a:gd name="T15" fmla="*/ 59 h 59"/>
                <a:gd name="T16" fmla="*/ 81 w 91"/>
                <a:gd name="T17" fmla="*/ 59 h 59"/>
                <a:gd name="T18" fmla="*/ 91 w 91"/>
                <a:gd name="T19" fmla="*/ 48 h 59"/>
                <a:gd name="T20" fmla="*/ 81 w 91"/>
                <a:gd name="T21" fmla="*/ 3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1" h="59">
                  <a:moveTo>
                    <a:pt x="81" y="39"/>
                  </a:moveTo>
                  <a:cubicBezTo>
                    <a:pt x="47" y="39"/>
                    <a:pt x="47" y="39"/>
                    <a:pt x="47" y="39"/>
                  </a:cubicBezTo>
                  <a:cubicBezTo>
                    <a:pt x="18" y="6"/>
                    <a:pt x="18" y="6"/>
                    <a:pt x="18" y="6"/>
                  </a:cubicBezTo>
                  <a:cubicBezTo>
                    <a:pt x="14" y="2"/>
                    <a:pt x="8" y="0"/>
                    <a:pt x="4" y="5"/>
                  </a:cubicBezTo>
                  <a:cubicBezTo>
                    <a:pt x="0" y="9"/>
                    <a:pt x="0" y="16"/>
                    <a:pt x="4" y="19"/>
                  </a:cubicBezTo>
                  <a:cubicBezTo>
                    <a:pt x="35" y="55"/>
                    <a:pt x="35" y="55"/>
                    <a:pt x="35" y="55"/>
                  </a:cubicBezTo>
                  <a:cubicBezTo>
                    <a:pt x="38" y="56"/>
                    <a:pt x="41" y="59"/>
                    <a:pt x="42" y="59"/>
                  </a:cubicBezTo>
                  <a:cubicBezTo>
                    <a:pt x="44" y="59"/>
                    <a:pt x="44" y="59"/>
                    <a:pt x="44" y="59"/>
                  </a:cubicBezTo>
                  <a:cubicBezTo>
                    <a:pt x="81" y="59"/>
                    <a:pt x="81" y="59"/>
                    <a:pt x="81" y="59"/>
                  </a:cubicBezTo>
                  <a:cubicBezTo>
                    <a:pt x="86" y="59"/>
                    <a:pt x="91" y="53"/>
                    <a:pt x="91" y="48"/>
                  </a:cubicBezTo>
                  <a:cubicBezTo>
                    <a:pt x="91" y="44"/>
                    <a:pt x="86" y="39"/>
                    <a:pt x="81"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101"/>
            <p:cNvSpPr>
              <a:spLocks/>
            </p:cNvSpPr>
            <p:nvPr/>
          </p:nvSpPr>
          <p:spPr bwMode="auto">
            <a:xfrm>
              <a:off x="2541588" y="6473826"/>
              <a:ext cx="34925" cy="204788"/>
            </a:xfrm>
            <a:custGeom>
              <a:avLst/>
              <a:gdLst>
                <a:gd name="T0" fmla="*/ 0 w 8"/>
                <a:gd name="T1" fmla="*/ 0 h 48"/>
                <a:gd name="T2" fmla="*/ 0 w 8"/>
                <a:gd name="T3" fmla="*/ 45 h 48"/>
                <a:gd name="T4" fmla="*/ 5 w 8"/>
                <a:gd name="T5" fmla="*/ 48 h 48"/>
                <a:gd name="T6" fmla="*/ 8 w 8"/>
                <a:gd name="T7" fmla="*/ 45 h 48"/>
                <a:gd name="T8" fmla="*/ 8 w 8"/>
                <a:gd name="T9" fmla="*/ 4 h 48"/>
                <a:gd name="T10" fmla="*/ 5 w 8"/>
                <a:gd name="T11" fmla="*/ 4 h 48"/>
                <a:gd name="T12" fmla="*/ 0 w 8"/>
                <a:gd name="T13" fmla="*/ 0 h 48"/>
              </a:gdLst>
              <a:ahLst/>
              <a:cxnLst>
                <a:cxn ang="0">
                  <a:pos x="T0" y="T1"/>
                </a:cxn>
                <a:cxn ang="0">
                  <a:pos x="T2" y="T3"/>
                </a:cxn>
                <a:cxn ang="0">
                  <a:pos x="T4" y="T5"/>
                </a:cxn>
                <a:cxn ang="0">
                  <a:pos x="T6" y="T7"/>
                </a:cxn>
                <a:cxn ang="0">
                  <a:pos x="T8" y="T9"/>
                </a:cxn>
                <a:cxn ang="0">
                  <a:pos x="T10" y="T11"/>
                </a:cxn>
                <a:cxn ang="0">
                  <a:pos x="T12" y="T13"/>
                </a:cxn>
              </a:cxnLst>
              <a:rect l="0" t="0" r="r" b="b"/>
              <a:pathLst>
                <a:path w="8" h="48">
                  <a:moveTo>
                    <a:pt x="0" y="0"/>
                  </a:moveTo>
                  <a:cubicBezTo>
                    <a:pt x="0" y="45"/>
                    <a:pt x="0" y="45"/>
                    <a:pt x="0" y="45"/>
                  </a:cubicBezTo>
                  <a:cubicBezTo>
                    <a:pt x="0" y="45"/>
                    <a:pt x="2" y="48"/>
                    <a:pt x="5" y="48"/>
                  </a:cubicBezTo>
                  <a:cubicBezTo>
                    <a:pt x="6" y="48"/>
                    <a:pt x="8" y="45"/>
                    <a:pt x="8" y="45"/>
                  </a:cubicBezTo>
                  <a:cubicBezTo>
                    <a:pt x="8" y="4"/>
                    <a:pt x="8" y="4"/>
                    <a:pt x="8" y="4"/>
                  </a:cubicBezTo>
                  <a:cubicBezTo>
                    <a:pt x="5" y="4"/>
                    <a:pt x="5" y="4"/>
                    <a:pt x="5" y="4"/>
                  </a:cubicBezTo>
                  <a:cubicBezTo>
                    <a:pt x="2" y="4"/>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102"/>
            <p:cNvSpPr>
              <a:spLocks/>
            </p:cNvSpPr>
            <p:nvPr/>
          </p:nvSpPr>
          <p:spPr bwMode="auto">
            <a:xfrm>
              <a:off x="2541588" y="6059488"/>
              <a:ext cx="34925" cy="414338"/>
            </a:xfrm>
            <a:custGeom>
              <a:avLst/>
              <a:gdLst>
                <a:gd name="T0" fmla="*/ 5 w 8"/>
                <a:gd name="T1" fmla="*/ 92 h 97"/>
                <a:gd name="T2" fmla="*/ 8 w 8"/>
                <a:gd name="T3" fmla="*/ 92 h 97"/>
                <a:gd name="T4" fmla="*/ 8 w 8"/>
                <a:gd name="T5" fmla="*/ 5 h 97"/>
                <a:gd name="T6" fmla="*/ 5 w 8"/>
                <a:gd name="T7" fmla="*/ 0 h 97"/>
                <a:gd name="T8" fmla="*/ 0 w 8"/>
                <a:gd name="T9" fmla="*/ 5 h 97"/>
                <a:gd name="T10" fmla="*/ 0 w 8"/>
                <a:gd name="T11" fmla="*/ 97 h 97"/>
                <a:gd name="T12" fmla="*/ 5 w 8"/>
                <a:gd name="T13" fmla="*/ 92 h 97"/>
              </a:gdLst>
              <a:ahLst/>
              <a:cxnLst>
                <a:cxn ang="0">
                  <a:pos x="T0" y="T1"/>
                </a:cxn>
                <a:cxn ang="0">
                  <a:pos x="T2" y="T3"/>
                </a:cxn>
                <a:cxn ang="0">
                  <a:pos x="T4" y="T5"/>
                </a:cxn>
                <a:cxn ang="0">
                  <a:pos x="T6" y="T7"/>
                </a:cxn>
                <a:cxn ang="0">
                  <a:pos x="T8" y="T9"/>
                </a:cxn>
                <a:cxn ang="0">
                  <a:pos x="T10" y="T11"/>
                </a:cxn>
                <a:cxn ang="0">
                  <a:pos x="T12" y="T13"/>
                </a:cxn>
              </a:cxnLst>
              <a:rect l="0" t="0" r="r" b="b"/>
              <a:pathLst>
                <a:path w="8" h="97">
                  <a:moveTo>
                    <a:pt x="5" y="92"/>
                  </a:moveTo>
                  <a:cubicBezTo>
                    <a:pt x="8" y="92"/>
                    <a:pt x="8" y="92"/>
                    <a:pt x="8" y="92"/>
                  </a:cubicBezTo>
                  <a:cubicBezTo>
                    <a:pt x="8" y="5"/>
                    <a:pt x="8" y="5"/>
                    <a:pt x="8" y="5"/>
                  </a:cubicBezTo>
                  <a:cubicBezTo>
                    <a:pt x="8" y="2"/>
                    <a:pt x="6" y="0"/>
                    <a:pt x="5" y="0"/>
                  </a:cubicBezTo>
                  <a:cubicBezTo>
                    <a:pt x="2" y="0"/>
                    <a:pt x="0" y="2"/>
                    <a:pt x="0" y="5"/>
                  </a:cubicBezTo>
                  <a:cubicBezTo>
                    <a:pt x="0" y="97"/>
                    <a:pt x="0" y="97"/>
                    <a:pt x="0" y="97"/>
                  </a:cubicBezTo>
                  <a:cubicBezTo>
                    <a:pt x="0" y="95"/>
                    <a:pt x="2" y="92"/>
                    <a:pt x="5" y="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103"/>
            <p:cNvSpPr>
              <a:spLocks/>
            </p:cNvSpPr>
            <p:nvPr/>
          </p:nvSpPr>
          <p:spPr bwMode="auto">
            <a:xfrm>
              <a:off x="2541588" y="6453188"/>
              <a:ext cx="227013" cy="38100"/>
            </a:xfrm>
            <a:custGeom>
              <a:avLst/>
              <a:gdLst>
                <a:gd name="T0" fmla="*/ 53 w 53"/>
                <a:gd name="T1" fmla="*/ 0 h 9"/>
                <a:gd name="T2" fmla="*/ 51 w 53"/>
                <a:gd name="T3" fmla="*/ 0 h 9"/>
                <a:gd name="T4" fmla="*/ 8 w 53"/>
                <a:gd name="T5" fmla="*/ 0 h 9"/>
                <a:gd name="T6" fmla="*/ 5 w 53"/>
                <a:gd name="T7" fmla="*/ 0 h 9"/>
                <a:gd name="T8" fmla="*/ 0 w 53"/>
                <a:gd name="T9" fmla="*/ 5 h 9"/>
                <a:gd name="T10" fmla="*/ 5 w 53"/>
                <a:gd name="T11" fmla="*/ 9 h 9"/>
                <a:gd name="T12" fmla="*/ 8 w 53"/>
                <a:gd name="T13" fmla="*/ 9 h 9"/>
                <a:gd name="T14" fmla="*/ 50 w 53"/>
                <a:gd name="T15" fmla="*/ 9 h 9"/>
                <a:gd name="T16" fmla="*/ 50 w 53"/>
                <a:gd name="T17" fmla="*/ 5 h 9"/>
                <a:gd name="T18" fmla="*/ 53 w 53"/>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9">
                  <a:moveTo>
                    <a:pt x="53" y="0"/>
                  </a:moveTo>
                  <a:cubicBezTo>
                    <a:pt x="53" y="0"/>
                    <a:pt x="53" y="0"/>
                    <a:pt x="51" y="0"/>
                  </a:cubicBezTo>
                  <a:cubicBezTo>
                    <a:pt x="8" y="0"/>
                    <a:pt x="8" y="0"/>
                    <a:pt x="8" y="0"/>
                  </a:cubicBezTo>
                  <a:cubicBezTo>
                    <a:pt x="5" y="0"/>
                    <a:pt x="5" y="0"/>
                    <a:pt x="5" y="0"/>
                  </a:cubicBezTo>
                  <a:cubicBezTo>
                    <a:pt x="2" y="0"/>
                    <a:pt x="0" y="3"/>
                    <a:pt x="0" y="5"/>
                  </a:cubicBezTo>
                  <a:cubicBezTo>
                    <a:pt x="0" y="6"/>
                    <a:pt x="2" y="9"/>
                    <a:pt x="5" y="9"/>
                  </a:cubicBezTo>
                  <a:cubicBezTo>
                    <a:pt x="8" y="9"/>
                    <a:pt x="8" y="9"/>
                    <a:pt x="8" y="9"/>
                  </a:cubicBezTo>
                  <a:cubicBezTo>
                    <a:pt x="50" y="9"/>
                    <a:pt x="50" y="9"/>
                    <a:pt x="50" y="9"/>
                  </a:cubicBezTo>
                  <a:cubicBezTo>
                    <a:pt x="50" y="5"/>
                    <a:pt x="50" y="5"/>
                    <a:pt x="50" y="5"/>
                  </a:cubicBezTo>
                  <a:cubicBezTo>
                    <a:pt x="50" y="3"/>
                    <a:pt x="51" y="0"/>
                    <a:pt x="5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104"/>
            <p:cNvSpPr>
              <a:spLocks/>
            </p:cNvSpPr>
            <p:nvPr/>
          </p:nvSpPr>
          <p:spPr bwMode="auto">
            <a:xfrm>
              <a:off x="2755900" y="6453188"/>
              <a:ext cx="33338" cy="225425"/>
            </a:xfrm>
            <a:custGeom>
              <a:avLst/>
              <a:gdLst>
                <a:gd name="T0" fmla="*/ 5 w 8"/>
                <a:gd name="T1" fmla="*/ 0 h 53"/>
                <a:gd name="T2" fmla="*/ 3 w 8"/>
                <a:gd name="T3" fmla="*/ 0 h 53"/>
                <a:gd name="T4" fmla="*/ 0 w 8"/>
                <a:gd name="T5" fmla="*/ 5 h 53"/>
                <a:gd name="T6" fmla="*/ 0 w 8"/>
                <a:gd name="T7" fmla="*/ 9 h 53"/>
                <a:gd name="T8" fmla="*/ 0 w 8"/>
                <a:gd name="T9" fmla="*/ 50 h 53"/>
                <a:gd name="T10" fmla="*/ 5 w 8"/>
                <a:gd name="T11" fmla="*/ 53 h 53"/>
                <a:gd name="T12" fmla="*/ 8 w 8"/>
                <a:gd name="T13" fmla="*/ 50 h 53"/>
                <a:gd name="T14" fmla="*/ 8 w 8"/>
                <a:gd name="T15" fmla="*/ 5 h 53"/>
                <a:gd name="T16" fmla="*/ 5 w 8"/>
                <a:gd name="T1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53">
                  <a:moveTo>
                    <a:pt x="5" y="0"/>
                  </a:moveTo>
                  <a:cubicBezTo>
                    <a:pt x="3" y="0"/>
                    <a:pt x="3" y="0"/>
                    <a:pt x="3" y="0"/>
                  </a:cubicBezTo>
                  <a:cubicBezTo>
                    <a:pt x="1" y="0"/>
                    <a:pt x="0" y="3"/>
                    <a:pt x="0" y="5"/>
                  </a:cubicBezTo>
                  <a:cubicBezTo>
                    <a:pt x="0" y="9"/>
                    <a:pt x="0" y="9"/>
                    <a:pt x="0" y="9"/>
                  </a:cubicBezTo>
                  <a:cubicBezTo>
                    <a:pt x="0" y="50"/>
                    <a:pt x="0" y="50"/>
                    <a:pt x="0" y="50"/>
                  </a:cubicBezTo>
                  <a:cubicBezTo>
                    <a:pt x="0" y="50"/>
                    <a:pt x="1" y="53"/>
                    <a:pt x="5" y="53"/>
                  </a:cubicBezTo>
                  <a:cubicBezTo>
                    <a:pt x="8" y="50"/>
                    <a:pt x="8" y="50"/>
                    <a:pt x="8" y="50"/>
                  </a:cubicBezTo>
                  <a:cubicBezTo>
                    <a:pt x="8" y="5"/>
                    <a:pt x="8" y="5"/>
                    <a:pt x="8" y="5"/>
                  </a:cubicBezTo>
                  <a:cubicBezTo>
                    <a:pt x="8" y="3"/>
                    <a:pt x="5" y="0"/>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105"/>
            <p:cNvSpPr>
              <a:spLocks/>
            </p:cNvSpPr>
            <p:nvPr/>
          </p:nvSpPr>
          <p:spPr bwMode="auto">
            <a:xfrm>
              <a:off x="2867025" y="6251576"/>
              <a:ext cx="438150" cy="427038"/>
            </a:xfrm>
            <a:custGeom>
              <a:avLst/>
              <a:gdLst>
                <a:gd name="T0" fmla="*/ 100 w 103"/>
                <a:gd name="T1" fmla="*/ 0 h 100"/>
                <a:gd name="T2" fmla="*/ 3 w 103"/>
                <a:gd name="T3" fmla="*/ 0 h 100"/>
                <a:gd name="T4" fmla="*/ 0 w 103"/>
                <a:gd name="T5" fmla="*/ 5 h 100"/>
                <a:gd name="T6" fmla="*/ 3 w 103"/>
                <a:gd name="T7" fmla="*/ 10 h 100"/>
                <a:gd name="T8" fmla="*/ 47 w 103"/>
                <a:gd name="T9" fmla="*/ 10 h 100"/>
                <a:gd name="T10" fmla="*/ 47 w 103"/>
                <a:gd name="T11" fmla="*/ 94 h 100"/>
                <a:gd name="T12" fmla="*/ 21 w 103"/>
                <a:gd name="T13" fmla="*/ 94 h 100"/>
                <a:gd name="T14" fmla="*/ 14 w 103"/>
                <a:gd name="T15" fmla="*/ 100 h 100"/>
                <a:gd name="T16" fmla="*/ 47 w 103"/>
                <a:gd name="T17" fmla="*/ 100 h 100"/>
                <a:gd name="T18" fmla="*/ 59 w 103"/>
                <a:gd name="T19" fmla="*/ 100 h 100"/>
                <a:gd name="T20" fmla="*/ 90 w 103"/>
                <a:gd name="T21" fmla="*/ 100 h 100"/>
                <a:gd name="T22" fmla="*/ 84 w 103"/>
                <a:gd name="T23" fmla="*/ 94 h 100"/>
                <a:gd name="T24" fmla="*/ 59 w 103"/>
                <a:gd name="T25" fmla="*/ 94 h 100"/>
                <a:gd name="T26" fmla="*/ 59 w 103"/>
                <a:gd name="T27" fmla="*/ 10 h 100"/>
                <a:gd name="T28" fmla="*/ 100 w 103"/>
                <a:gd name="T29" fmla="*/ 10 h 100"/>
                <a:gd name="T30" fmla="*/ 103 w 103"/>
                <a:gd name="T31" fmla="*/ 5 h 100"/>
                <a:gd name="T32" fmla="*/ 100 w 103"/>
                <a:gd name="T33"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3" h="100">
                  <a:moveTo>
                    <a:pt x="100" y="0"/>
                  </a:moveTo>
                  <a:cubicBezTo>
                    <a:pt x="3" y="0"/>
                    <a:pt x="3" y="0"/>
                    <a:pt x="3" y="0"/>
                  </a:cubicBezTo>
                  <a:cubicBezTo>
                    <a:pt x="2" y="0"/>
                    <a:pt x="0" y="3"/>
                    <a:pt x="0" y="5"/>
                  </a:cubicBezTo>
                  <a:cubicBezTo>
                    <a:pt x="0" y="6"/>
                    <a:pt x="2" y="10"/>
                    <a:pt x="3" y="10"/>
                  </a:cubicBezTo>
                  <a:cubicBezTo>
                    <a:pt x="47" y="10"/>
                    <a:pt x="47" y="10"/>
                    <a:pt x="47" y="10"/>
                  </a:cubicBezTo>
                  <a:cubicBezTo>
                    <a:pt x="47" y="94"/>
                    <a:pt x="47" y="94"/>
                    <a:pt x="47" y="94"/>
                  </a:cubicBezTo>
                  <a:cubicBezTo>
                    <a:pt x="21" y="94"/>
                    <a:pt x="21" y="94"/>
                    <a:pt x="21" y="94"/>
                  </a:cubicBezTo>
                  <a:cubicBezTo>
                    <a:pt x="17" y="94"/>
                    <a:pt x="14" y="97"/>
                    <a:pt x="14" y="100"/>
                  </a:cubicBezTo>
                  <a:cubicBezTo>
                    <a:pt x="47" y="100"/>
                    <a:pt x="47" y="100"/>
                    <a:pt x="47" y="100"/>
                  </a:cubicBezTo>
                  <a:cubicBezTo>
                    <a:pt x="59" y="100"/>
                    <a:pt x="59" y="100"/>
                    <a:pt x="59" y="100"/>
                  </a:cubicBezTo>
                  <a:cubicBezTo>
                    <a:pt x="90" y="100"/>
                    <a:pt x="90" y="100"/>
                    <a:pt x="90" y="100"/>
                  </a:cubicBezTo>
                  <a:cubicBezTo>
                    <a:pt x="90" y="97"/>
                    <a:pt x="87" y="94"/>
                    <a:pt x="84" y="94"/>
                  </a:cubicBezTo>
                  <a:cubicBezTo>
                    <a:pt x="59" y="94"/>
                    <a:pt x="59" y="94"/>
                    <a:pt x="59" y="94"/>
                  </a:cubicBezTo>
                  <a:cubicBezTo>
                    <a:pt x="59" y="10"/>
                    <a:pt x="59" y="10"/>
                    <a:pt x="59" y="10"/>
                  </a:cubicBezTo>
                  <a:cubicBezTo>
                    <a:pt x="100" y="10"/>
                    <a:pt x="100" y="10"/>
                    <a:pt x="100" y="10"/>
                  </a:cubicBezTo>
                  <a:cubicBezTo>
                    <a:pt x="101" y="10"/>
                    <a:pt x="103" y="6"/>
                    <a:pt x="103" y="5"/>
                  </a:cubicBezTo>
                  <a:cubicBezTo>
                    <a:pt x="103" y="3"/>
                    <a:pt x="101" y="0"/>
                    <a:pt x="10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106"/>
            <p:cNvSpPr>
              <a:spLocks/>
            </p:cNvSpPr>
            <p:nvPr/>
          </p:nvSpPr>
          <p:spPr bwMode="auto">
            <a:xfrm>
              <a:off x="2819400" y="6311901"/>
              <a:ext cx="136525" cy="341313"/>
            </a:xfrm>
            <a:custGeom>
              <a:avLst/>
              <a:gdLst>
                <a:gd name="T0" fmla="*/ 32 w 32"/>
                <a:gd name="T1" fmla="*/ 11 h 80"/>
                <a:gd name="T2" fmla="*/ 21 w 32"/>
                <a:gd name="T3" fmla="*/ 0 h 80"/>
                <a:gd name="T4" fmla="*/ 18 w 32"/>
                <a:gd name="T5" fmla="*/ 0 h 80"/>
                <a:gd name="T6" fmla="*/ 0 w 32"/>
                <a:gd name="T7" fmla="*/ 0 h 80"/>
                <a:gd name="T8" fmla="*/ 0 w 32"/>
                <a:gd name="T9" fmla="*/ 3 h 80"/>
                <a:gd name="T10" fmla="*/ 14 w 32"/>
                <a:gd name="T11" fmla="*/ 3 h 80"/>
                <a:gd name="T12" fmla="*/ 18 w 32"/>
                <a:gd name="T13" fmla="*/ 3 h 80"/>
                <a:gd name="T14" fmla="*/ 27 w 32"/>
                <a:gd name="T15" fmla="*/ 13 h 80"/>
                <a:gd name="T16" fmla="*/ 28 w 32"/>
                <a:gd name="T17" fmla="*/ 14 h 80"/>
                <a:gd name="T18" fmla="*/ 28 w 32"/>
                <a:gd name="T19" fmla="*/ 17 h 80"/>
                <a:gd name="T20" fmla="*/ 28 w 32"/>
                <a:gd name="T21" fmla="*/ 30 h 80"/>
                <a:gd name="T22" fmla="*/ 28 w 32"/>
                <a:gd name="T23" fmla="*/ 56 h 80"/>
                <a:gd name="T24" fmla="*/ 28 w 32"/>
                <a:gd name="T25" fmla="*/ 72 h 80"/>
                <a:gd name="T26" fmla="*/ 25 w 32"/>
                <a:gd name="T27" fmla="*/ 80 h 80"/>
                <a:gd name="T28" fmla="*/ 32 w 32"/>
                <a:gd name="T29" fmla="*/ 69 h 80"/>
                <a:gd name="T30" fmla="*/ 32 w 32"/>
                <a:gd name="T31" fmla="*/ 55 h 80"/>
                <a:gd name="T32" fmla="*/ 32 w 32"/>
                <a:gd name="T33" fmla="*/ 27 h 80"/>
                <a:gd name="T34" fmla="*/ 32 w 32"/>
                <a:gd name="T35" fmla="*/ 14 h 80"/>
                <a:gd name="T36" fmla="*/ 32 w 32"/>
                <a:gd name="T37" fmla="*/ 11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 h="80">
                  <a:moveTo>
                    <a:pt x="32" y="11"/>
                  </a:moveTo>
                  <a:cubicBezTo>
                    <a:pt x="32" y="5"/>
                    <a:pt x="27" y="0"/>
                    <a:pt x="21" y="0"/>
                  </a:cubicBezTo>
                  <a:cubicBezTo>
                    <a:pt x="18" y="0"/>
                    <a:pt x="18" y="0"/>
                    <a:pt x="18" y="0"/>
                  </a:cubicBezTo>
                  <a:cubicBezTo>
                    <a:pt x="0" y="0"/>
                    <a:pt x="0" y="0"/>
                    <a:pt x="0" y="0"/>
                  </a:cubicBezTo>
                  <a:cubicBezTo>
                    <a:pt x="0" y="3"/>
                    <a:pt x="0" y="3"/>
                    <a:pt x="0" y="3"/>
                  </a:cubicBezTo>
                  <a:cubicBezTo>
                    <a:pt x="14" y="3"/>
                    <a:pt x="14" y="3"/>
                    <a:pt x="14" y="3"/>
                  </a:cubicBezTo>
                  <a:cubicBezTo>
                    <a:pt x="18" y="3"/>
                    <a:pt x="18" y="3"/>
                    <a:pt x="18" y="3"/>
                  </a:cubicBezTo>
                  <a:cubicBezTo>
                    <a:pt x="24" y="3"/>
                    <a:pt x="27" y="8"/>
                    <a:pt x="27" y="13"/>
                  </a:cubicBezTo>
                  <a:cubicBezTo>
                    <a:pt x="28" y="13"/>
                    <a:pt x="28" y="14"/>
                    <a:pt x="28" y="14"/>
                  </a:cubicBezTo>
                  <a:cubicBezTo>
                    <a:pt x="28" y="17"/>
                    <a:pt x="28" y="17"/>
                    <a:pt x="28" y="17"/>
                  </a:cubicBezTo>
                  <a:cubicBezTo>
                    <a:pt x="28" y="30"/>
                    <a:pt x="28" y="30"/>
                    <a:pt x="28" y="30"/>
                  </a:cubicBezTo>
                  <a:cubicBezTo>
                    <a:pt x="28" y="56"/>
                    <a:pt x="28" y="56"/>
                    <a:pt x="28" y="56"/>
                  </a:cubicBezTo>
                  <a:cubicBezTo>
                    <a:pt x="28" y="72"/>
                    <a:pt x="28" y="72"/>
                    <a:pt x="28" y="72"/>
                  </a:cubicBezTo>
                  <a:cubicBezTo>
                    <a:pt x="28" y="73"/>
                    <a:pt x="27" y="77"/>
                    <a:pt x="25" y="80"/>
                  </a:cubicBezTo>
                  <a:cubicBezTo>
                    <a:pt x="30" y="77"/>
                    <a:pt x="32" y="73"/>
                    <a:pt x="32" y="69"/>
                  </a:cubicBezTo>
                  <a:cubicBezTo>
                    <a:pt x="32" y="55"/>
                    <a:pt x="32" y="55"/>
                    <a:pt x="32" y="55"/>
                  </a:cubicBezTo>
                  <a:cubicBezTo>
                    <a:pt x="32" y="27"/>
                    <a:pt x="32" y="27"/>
                    <a:pt x="32" y="27"/>
                  </a:cubicBezTo>
                  <a:cubicBezTo>
                    <a:pt x="32" y="14"/>
                    <a:pt x="32" y="14"/>
                    <a:pt x="32" y="14"/>
                  </a:cubicBezTo>
                  <a:cubicBezTo>
                    <a:pt x="32" y="11"/>
                    <a:pt x="32" y="11"/>
                    <a:pt x="32"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107"/>
            <p:cNvSpPr>
              <a:spLocks/>
            </p:cNvSpPr>
            <p:nvPr/>
          </p:nvSpPr>
          <p:spPr bwMode="auto">
            <a:xfrm>
              <a:off x="2589213" y="5940426"/>
              <a:ext cx="331788" cy="738188"/>
            </a:xfrm>
            <a:custGeom>
              <a:avLst/>
              <a:gdLst>
                <a:gd name="T0" fmla="*/ 78 w 78"/>
                <a:gd name="T1" fmla="*/ 103 h 173"/>
                <a:gd name="T2" fmla="*/ 68 w 78"/>
                <a:gd name="T3" fmla="*/ 93 h 173"/>
                <a:gd name="T4" fmla="*/ 65 w 78"/>
                <a:gd name="T5" fmla="*/ 93 h 173"/>
                <a:gd name="T6" fmla="*/ 50 w 78"/>
                <a:gd name="T7" fmla="*/ 93 h 173"/>
                <a:gd name="T8" fmla="*/ 50 w 78"/>
                <a:gd name="T9" fmla="*/ 73 h 173"/>
                <a:gd name="T10" fmla="*/ 44 w 78"/>
                <a:gd name="T11" fmla="*/ 69 h 173"/>
                <a:gd name="T12" fmla="*/ 44 w 78"/>
                <a:gd name="T13" fmla="*/ 69 h 173"/>
                <a:gd name="T14" fmla="*/ 44 w 78"/>
                <a:gd name="T15" fmla="*/ 69 h 173"/>
                <a:gd name="T16" fmla="*/ 11 w 78"/>
                <a:gd name="T17" fmla="*/ 33 h 173"/>
                <a:gd name="T18" fmla="*/ 12 w 78"/>
                <a:gd name="T19" fmla="*/ 11 h 173"/>
                <a:gd name="T20" fmla="*/ 34 w 78"/>
                <a:gd name="T21" fmla="*/ 13 h 173"/>
                <a:gd name="T22" fmla="*/ 50 w 78"/>
                <a:gd name="T23" fmla="*/ 31 h 173"/>
                <a:gd name="T24" fmla="*/ 50 w 78"/>
                <a:gd name="T25" fmla="*/ 20 h 173"/>
                <a:gd name="T26" fmla="*/ 31 w 78"/>
                <a:gd name="T27" fmla="*/ 0 h 173"/>
                <a:gd name="T28" fmla="*/ 20 w 78"/>
                <a:gd name="T29" fmla="*/ 0 h 173"/>
                <a:gd name="T30" fmla="*/ 0 w 78"/>
                <a:gd name="T31" fmla="*/ 20 h 173"/>
                <a:gd name="T32" fmla="*/ 0 w 78"/>
                <a:gd name="T33" fmla="*/ 98 h 173"/>
                <a:gd name="T34" fmla="*/ 20 w 78"/>
                <a:gd name="T35" fmla="*/ 117 h 173"/>
                <a:gd name="T36" fmla="*/ 25 w 78"/>
                <a:gd name="T37" fmla="*/ 117 h 173"/>
                <a:gd name="T38" fmla="*/ 31 w 78"/>
                <a:gd name="T39" fmla="*/ 117 h 173"/>
                <a:gd name="T40" fmla="*/ 53 w 78"/>
                <a:gd name="T41" fmla="*/ 117 h 173"/>
                <a:gd name="T42" fmla="*/ 53 w 78"/>
                <a:gd name="T43" fmla="*/ 120 h 173"/>
                <a:gd name="T44" fmla="*/ 53 w 78"/>
                <a:gd name="T45" fmla="*/ 146 h 173"/>
                <a:gd name="T46" fmla="*/ 53 w 78"/>
                <a:gd name="T47" fmla="*/ 162 h 173"/>
                <a:gd name="T48" fmla="*/ 65 w 78"/>
                <a:gd name="T49" fmla="*/ 173 h 173"/>
                <a:gd name="T50" fmla="*/ 68 w 78"/>
                <a:gd name="T51" fmla="*/ 173 h 173"/>
                <a:gd name="T52" fmla="*/ 78 w 78"/>
                <a:gd name="T53" fmla="*/ 162 h 173"/>
                <a:gd name="T54" fmla="*/ 78 w 78"/>
                <a:gd name="T55" fmla="*/ 146 h 173"/>
                <a:gd name="T56" fmla="*/ 78 w 78"/>
                <a:gd name="T57" fmla="*/ 120 h 173"/>
                <a:gd name="T58" fmla="*/ 78 w 78"/>
                <a:gd name="T59" fmla="*/ 107 h 173"/>
                <a:gd name="T60" fmla="*/ 78 w 78"/>
                <a:gd name="T61" fmla="*/ 104 h 173"/>
                <a:gd name="T62" fmla="*/ 78 w 78"/>
                <a:gd name="T63" fmla="*/ 10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8" h="173">
                  <a:moveTo>
                    <a:pt x="78" y="103"/>
                  </a:moveTo>
                  <a:cubicBezTo>
                    <a:pt x="78" y="98"/>
                    <a:pt x="73" y="93"/>
                    <a:pt x="68" y="93"/>
                  </a:cubicBezTo>
                  <a:cubicBezTo>
                    <a:pt x="65" y="93"/>
                    <a:pt x="65" y="93"/>
                    <a:pt x="65" y="93"/>
                  </a:cubicBezTo>
                  <a:cubicBezTo>
                    <a:pt x="50" y="93"/>
                    <a:pt x="50" y="93"/>
                    <a:pt x="50" y="93"/>
                  </a:cubicBezTo>
                  <a:cubicBezTo>
                    <a:pt x="50" y="73"/>
                    <a:pt x="50" y="73"/>
                    <a:pt x="50" y="73"/>
                  </a:cubicBezTo>
                  <a:cubicBezTo>
                    <a:pt x="47" y="73"/>
                    <a:pt x="44" y="72"/>
                    <a:pt x="44" y="69"/>
                  </a:cubicBezTo>
                  <a:cubicBezTo>
                    <a:pt x="44" y="69"/>
                    <a:pt x="44" y="69"/>
                    <a:pt x="44" y="69"/>
                  </a:cubicBezTo>
                  <a:cubicBezTo>
                    <a:pt x="44" y="69"/>
                    <a:pt x="44" y="69"/>
                    <a:pt x="44" y="69"/>
                  </a:cubicBezTo>
                  <a:cubicBezTo>
                    <a:pt x="11" y="33"/>
                    <a:pt x="11" y="33"/>
                    <a:pt x="11" y="33"/>
                  </a:cubicBezTo>
                  <a:cubicBezTo>
                    <a:pt x="6" y="27"/>
                    <a:pt x="6" y="17"/>
                    <a:pt x="12" y="11"/>
                  </a:cubicBezTo>
                  <a:cubicBezTo>
                    <a:pt x="19" y="5"/>
                    <a:pt x="28" y="6"/>
                    <a:pt x="34" y="13"/>
                  </a:cubicBezTo>
                  <a:cubicBezTo>
                    <a:pt x="50" y="31"/>
                    <a:pt x="50" y="31"/>
                    <a:pt x="50" y="31"/>
                  </a:cubicBezTo>
                  <a:cubicBezTo>
                    <a:pt x="50" y="20"/>
                    <a:pt x="50" y="20"/>
                    <a:pt x="50" y="20"/>
                  </a:cubicBezTo>
                  <a:cubicBezTo>
                    <a:pt x="50" y="10"/>
                    <a:pt x="40" y="0"/>
                    <a:pt x="31" y="0"/>
                  </a:cubicBezTo>
                  <a:cubicBezTo>
                    <a:pt x="20" y="0"/>
                    <a:pt x="20" y="0"/>
                    <a:pt x="20" y="0"/>
                  </a:cubicBezTo>
                  <a:cubicBezTo>
                    <a:pt x="9" y="0"/>
                    <a:pt x="0" y="10"/>
                    <a:pt x="0" y="20"/>
                  </a:cubicBezTo>
                  <a:cubicBezTo>
                    <a:pt x="0" y="98"/>
                    <a:pt x="0" y="98"/>
                    <a:pt x="0" y="98"/>
                  </a:cubicBezTo>
                  <a:cubicBezTo>
                    <a:pt x="0" y="109"/>
                    <a:pt x="9" y="117"/>
                    <a:pt x="20" y="117"/>
                  </a:cubicBezTo>
                  <a:cubicBezTo>
                    <a:pt x="25" y="117"/>
                    <a:pt x="25" y="117"/>
                    <a:pt x="25" y="117"/>
                  </a:cubicBezTo>
                  <a:cubicBezTo>
                    <a:pt x="31" y="117"/>
                    <a:pt x="31" y="117"/>
                    <a:pt x="31" y="117"/>
                  </a:cubicBezTo>
                  <a:cubicBezTo>
                    <a:pt x="53" y="117"/>
                    <a:pt x="53" y="117"/>
                    <a:pt x="53" y="117"/>
                  </a:cubicBezTo>
                  <a:cubicBezTo>
                    <a:pt x="53" y="120"/>
                    <a:pt x="53" y="120"/>
                    <a:pt x="53" y="120"/>
                  </a:cubicBezTo>
                  <a:cubicBezTo>
                    <a:pt x="53" y="146"/>
                    <a:pt x="53" y="146"/>
                    <a:pt x="53" y="146"/>
                  </a:cubicBezTo>
                  <a:cubicBezTo>
                    <a:pt x="53" y="162"/>
                    <a:pt x="53" y="162"/>
                    <a:pt x="53" y="162"/>
                  </a:cubicBezTo>
                  <a:cubicBezTo>
                    <a:pt x="53" y="167"/>
                    <a:pt x="59" y="173"/>
                    <a:pt x="65" y="173"/>
                  </a:cubicBezTo>
                  <a:cubicBezTo>
                    <a:pt x="68" y="173"/>
                    <a:pt x="68" y="173"/>
                    <a:pt x="68" y="173"/>
                  </a:cubicBezTo>
                  <a:cubicBezTo>
                    <a:pt x="75" y="173"/>
                    <a:pt x="78" y="167"/>
                    <a:pt x="78" y="162"/>
                  </a:cubicBezTo>
                  <a:cubicBezTo>
                    <a:pt x="78" y="146"/>
                    <a:pt x="78" y="146"/>
                    <a:pt x="78" y="146"/>
                  </a:cubicBezTo>
                  <a:cubicBezTo>
                    <a:pt x="78" y="120"/>
                    <a:pt x="78" y="120"/>
                    <a:pt x="78" y="120"/>
                  </a:cubicBezTo>
                  <a:cubicBezTo>
                    <a:pt x="78" y="107"/>
                    <a:pt x="78" y="107"/>
                    <a:pt x="78" y="107"/>
                  </a:cubicBezTo>
                  <a:cubicBezTo>
                    <a:pt x="78" y="104"/>
                    <a:pt x="78" y="104"/>
                    <a:pt x="78" y="104"/>
                  </a:cubicBezTo>
                  <a:lnTo>
                    <a:pt x="78" y="10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Oval 108"/>
            <p:cNvSpPr>
              <a:spLocks noChangeArrowheads="1"/>
            </p:cNvSpPr>
            <p:nvPr/>
          </p:nvSpPr>
          <p:spPr bwMode="auto">
            <a:xfrm>
              <a:off x="1762125" y="5722938"/>
              <a:ext cx="195263" cy="2000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109"/>
            <p:cNvSpPr>
              <a:spLocks/>
            </p:cNvSpPr>
            <p:nvPr/>
          </p:nvSpPr>
          <p:spPr bwMode="auto">
            <a:xfrm>
              <a:off x="1803400" y="5988051"/>
              <a:ext cx="393700" cy="250825"/>
            </a:xfrm>
            <a:custGeom>
              <a:avLst/>
              <a:gdLst>
                <a:gd name="T0" fmla="*/ 81 w 92"/>
                <a:gd name="T1" fmla="*/ 39 h 59"/>
                <a:gd name="T2" fmla="*/ 49 w 92"/>
                <a:gd name="T3" fmla="*/ 39 h 59"/>
                <a:gd name="T4" fmla="*/ 19 w 92"/>
                <a:gd name="T5" fmla="*/ 6 h 59"/>
                <a:gd name="T6" fmla="*/ 7 w 92"/>
                <a:gd name="T7" fmla="*/ 5 h 59"/>
                <a:gd name="T8" fmla="*/ 5 w 92"/>
                <a:gd name="T9" fmla="*/ 19 h 59"/>
                <a:gd name="T10" fmla="*/ 38 w 92"/>
                <a:gd name="T11" fmla="*/ 55 h 59"/>
                <a:gd name="T12" fmla="*/ 44 w 92"/>
                <a:gd name="T13" fmla="*/ 59 h 59"/>
                <a:gd name="T14" fmla="*/ 44 w 92"/>
                <a:gd name="T15" fmla="*/ 59 h 59"/>
                <a:gd name="T16" fmla="*/ 81 w 92"/>
                <a:gd name="T17" fmla="*/ 59 h 59"/>
                <a:gd name="T18" fmla="*/ 92 w 92"/>
                <a:gd name="T19" fmla="*/ 48 h 59"/>
                <a:gd name="T20" fmla="*/ 81 w 92"/>
                <a:gd name="T21" fmla="*/ 3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2" h="59">
                  <a:moveTo>
                    <a:pt x="81" y="39"/>
                  </a:moveTo>
                  <a:cubicBezTo>
                    <a:pt x="49" y="39"/>
                    <a:pt x="49" y="39"/>
                    <a:pt x="49" y="39"/>
                  </a:cubicBezTo>
                  <a:cubicBezTo>
                    <a:pt x="19" y="6"/>
                    <a:pt x="19" y="6"/>
                    <a:pt x="19" y="6"/>
                  </a:cubicBezTo>
                  <a:cubicBezTo>
                    <a:pt x="16" y="2"/>
                    <a:pt x="10" y="0"/>
                    <a:pt x="7" y="5"/>
                  </a:cubicBezTo>
                  <a:cubicBezTo>
                    <a:pt x="2" y="9"/>
                    <a:pt x="0" y="16"/>
                    <a:pt x="5" y="19"/>
                  </a:cubicBezTo>
                  <a:cubicBezTo>
                    <a:pt x="38" y="55"/>
                    <a:pt x="38" y="55"/>
                    <a:pt x="38" y="55"/>
                  </a:cubicBezTo>
                  <a:cubicBezTo>
                    <a:pt x="38" y="56"/>
                    <a:pt x="41" y="59"/>
                    <a:pt x="44" y="59"/>
                  </a:cubicBezTo>
                  <a:cubicBezTo>
                    <a:pt x="44" y="59"/>
                    <a:pt x="44" y="59"/>
                    <a:pt x="44" y="59"/>
                  </a:cubicBezTo>
                  <a:cubicBezTo>
                    <a:pt x="81" y="59"/>
                    <a:pt x="81" y="59"/>
                    <a:pt x="81" y="59"/>
                  </a:cubicBezTo>
                  <a:cubicBezTo>
                    <a:pt x="88" y="59"/>
                    <a:pt x="92" y="53"/>
                    <a:pt x="92" y="48"/>
                  </a:cubicBezTo>
                  <a:cubicBezTo>
                    <a:pt x="92" y="44"/>
                    <a:pt x="88" y="39"/>
                    <a:pt x="81"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110"/>
            <p:cNvSpPr>
              <a:spLocks/>
            </p:cNvSpPr>
            <p:nvPr/>
          </p:nvSpPr>
          <p:spPr bwMode="auto">
            <a:xfrm>
              <a:off x="1714500" y="6473826"/>
              <a:ext cx="30163" cy="204788"/>
            </a:xfrm>
            <a:custGeom>
              <a:avLst/>
              <a:gdLst>
                <a:gd name="T0" fmla="*/ 0 w 7"/>
                <a:gd name="T1" fmla="*/ 0 h 48"/>
                <a:gd name="T2" fmla="*/ 0 w 7"/>
                <a:gd name="T3" fmla="*/ 45 h 48"/>
                <a:gd name="T4" fmla="*/ 3 w 7"/>
                <a:gd name="T5" fmla="*/ 48 h 48"/>
                <a:gd name="T6" fmla="*/ 7 w 7"/>
                <a:gd name="T7" fmla="*/ 45 h 48"/>
                <a:gd name="T8" fmla="*/ 7 w 7"/>
                <a:gd name="T9" fmla="*/ 4 h 48"/>
                <a:gd name="T10" fmla="*/ 3 w 7"/>
                <a:gd name="T11" fmla="*/ 4 h 48"/>
                <a:gd name="T12" fmla="*/ 0 w 7"/>
                <a:gd name="T13" fmla="*/ 0 h 48"/>
              </a:gdLst>
              <a:ahLst/>
              <a:cxnLst>
                <a:cxn ang="0">
                  <a:pos x="T0" y="T1"/>
                </a:cxn>
                <a:cxn ang="0">
                  <a:pos x="T2" y="T3"/>
                </a:cxn>
                <a:cxn ang="0">
                  <a:pos x="T4" y="T5"/>
                </a:cxn>
                <a:cxn ang="0">
                  <a:pos x="T6" y="T7"/>
                </a:cxn>
                <a:cxn ang="0">
                  <a:pos x="T8" y="T9"/>
                </a:cxn>
                <a:cxn ang="0">
                  <a:pos x="T10" y="T11"/>
                </a:cxn>
                <a:cxn ang="0">
                  <a:pos x="T12" y="T13"/>
                </a:cxn>
              </a:cxnLst>
              <a:rect l="0" t="0" r="r" b="b"/>
              <a:pathLst>
                <a:path w="7" h="48">
                  <a:moveTo>
                    <a:pt x="0" y="0"/>
                  </a:moveTo>
                  <a:cubicBezTo>
                    <a:pt x="0" y="45"/>
                    <a:pt x="0" y="45"/>
                    <a:pt x="0" y="45"/>
                  </a:cubicBezTo>
                  <a:cubicBezTo>
                    <a:pt x="0" y="45"/>
                    <a:pt x="1" y="48"/>
                    <a:pt x="3" y="48"/>
                  </a:cubicBezTo>
                  <a:cubicBezTo>
                    <a:pt x="6" y="48"/>
                    <a:pt x="7" y="45"/>
                    <a:pt x="7" y="45"/>
                  </a:cubicBezTo>
                  <a:cubicBezTo>
                    <a:pt x="7" y="4"/>
                    <a:pt x="7" y="4"/>
                    <a:pt x="7" y="4"/>
                  </a:cubicBezTo>
                  <a:cubicBezTo>
                    <a:pt x="3" y="4"/>
                    <a:pt x="3" y="4"/>
                    <a:pt x="3" y="4"/>
                  </a:cubicBezTo>
                  <a:cubicBezTo>
                    <a:pt x="1" y="4"/>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111"/>
            <p:cNvSpPr>
              <a:spLocks/>
            </p:cNvSpPr>
            <p:nvPr/>
          </p:nvSpPr>
          <p:spPr bwMode="auto">
            <a:xfrm>
              <a:off x="1714500" y="6059488"/>
              <a:ext cx="30163" cy="414338"/>
            </a:xfrm>
            <a:custGeom>
              <a:avLst/>
              <a:gdLst>
                <a:gd name="T0" fmla="*/ 3 w 7"/>
                <a:gd name="T1" fmla="*/ 92 h 97"/>
                <a:gd name="T2" fmla="*/ 7 w 7"/>
                <a:gd name="T3" fmla="*/ 92 h 97"/>
                <a:gd name="T4" fmla="*/ 7 w 7"/>
                <a:gd name="T5" fmla="*/ 5 h 97"/>
                <a:gd name="T6" fmla="*/ 3 w 7"/>
                <a:gd name="T7" fmla="*/ 0 h 97"/>
                <a:gd name="T8" fmla="*/ 0 w 7"/>
                <a:gd name="T9" fmla="*/ 5 h 97"/>
                <a:gd name="T10" fmla="*/ 0 w 7"/>
                <a:gd name="T11" fmla="*/ 97 h 97"/>
                <a:gd name="T12" fmla="*/ 3 w 7"/>
                <a:gd name="T13" fmla="*/ 92 h 97"/>
              </a:gdLst>
              <a:ahLst/>
              <a:cxnLst>
                <a:cxn ang="0">
                  <a:pos x="T0" y="T1"/>
                </a:cxn>
                <a:cxn ang="0">
                  <a:pos x="T2" y="T3"/>
                </a:cxn>
                <a:cxn ang="0">
                  <a:pos x="T4" y="T5"/>
                </a:cxn>
                <a:cxn ang="0">
                  <a:pos x="T6" y="T7"/>
                </a:cxn>
                <a:cxn ang="0">
                  <a:pos x="T8" y="T9"/>
                </a:cxn>
                <a:cxn ang="0">
                  <a:pos x="T10" y="T11"/>
                </a:cxn>
                <a:cxn ang="0">
                  <a:pos x="T12" y="T13"/>
                </a:cxn>
              </a:cxnLst>
              <a:rect l="0" t="0" r="r" b="b"/>
              <a:pathLst>
                <a:path w="7" h="97">
                  <a:moveTo>
                    <a:pt x="3" y="92"/>
                  </a:moveTo>
                  <a:cubicBezTo>
                    <a:pt x="7" y="92"/>
                    <a:pt x="7" y="92"/>
                    <a:pt x="7" y="92"/>
                  </a:cubicBezTo>
                  <a:cubicBezTo>
                    <a:pt x="7" y="5"/>
                    <a:pt x="7" y="5"/>
                    <a:pt x="7" y="5"/>
                  </a:cubicBezTo>
                  <a:cubicBezTo>
                    <a:pt x="7" y="2"/>
                    <a:pt x="6" y="0"/>
                    <a:pt x="3" y="0"/>
                  </a:cubicBezTo>
                  <a:cubicBezTo>
                    <a:pt x="1" y="0"/>
                    <a:pt x="0" y="2"/>
                    <a:pt x="0" y="5"/>
                  </a:cubicBezTo>
                  <a:cubicBezTo>
                    <a:pt x="0" y="97"/>
                    <a:pt x="0" y="97"/>
                    <a:pt x="0" y="97"/>
                  </a:cubicBezTo>
                  <a:cubicBezTo>
                    <a:pt x="0" y="95"/>
                    <a:pt x="1" y="92"/>
                    <a:pt x="3" y="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112"/>
            <p:cNvSpPr>
              <a:spLocks/>
            </p:cNvSpPr>
            <p:nvPr/>
          </p:nvSpPr>
          <p:spPr bwMode="auto">
            <a:xfrm>
              <a:off x="1714500" y="6453188"/>
              <a:ext cx="225425" cy="38100"/>
            </a:xfrm>
            <a:custGeom>
              <a:avLst/>
              <a:gdLst>
                <a:gd name="T0" fmla="*/ 53 w 53"/>
                <a:gd name="T1" fmla="*/ 0 h 9"/>
                <a:gd name="T2" fmla="*/ 53 w 53"/>
                <a:gd name="T3" fmla="*/ 0 h 9"/>
                <a:gd name="T4" fmla="*/ 7 w 53"/>
                <a:gd name="T5" fmla="*/ 0 h 9"/>
                <a:gd name="T6" fmla="*/ 3 w 53"/>
                <a:gd name="T7" fmla="*/ 0 h 9"/>
                <a:gd name="T8" fmla="*/ 0 w 53"/>
                <a:gd name="T9" fmla="*/ 5 h 9"/>
                <a:gd name="T10" fmla="*/ 3 w 53"/>
                <a:gd name="T11" fmla="*/ 9 h 9"/>
                <a:gd name="T12" fmla="*/ 7 w 53"/>
                <a:gd name="T13" fmla="*/ 9 h 9"/>
                <a:gd name="T14" fmla="*/ 49 w 53"/>
                <a:gd name="T15" fmla="*/ 9 h 9"/>
                <a:gd name="T16" fmla="*/ 49 w 53"/>
                <a:gd name="T17" fmla="*/ 5 h 9"/>
                <a:gd name="T18" fmla="*/ 53 w 53"/>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9">
                  <a:moveTo>
                    <a:pt x="53" y="0"/>
                  </a:moveTo>
                  <a:cubicBezTo>
                    <a:pt x="53" y="0"/>
                    <a:pt x="53" y="0"/>
                    <a:pt x="53" y="0"/>
                  </a:cubicBezTo>
                  <a:cubicBezTo>
                    <a:pt x="7" y="0"/>
                    <a:pt x="7" y="0"/>
                    <a:pt x="7" y="0"/>
                  </a:cubicBezTo>
                  <a:cubicBezTo>
                    <a:pt x="3" y="0"/>
                    <a:pt x="3" y="0"/>
                    <a:pt x="3" y="0"/>
                  </a:cubicBezTo>
                  <a:cubicBezTo>
                    <a:pt x="1" y="0"/>
                    <a:pt x="0" y="3"/>
                    <a:pt x="0" y="5"/>
                  </a:cubicBezTo>
                  <a:cubicBezTo>
                    <a:pt x="0" y="6"/>
                    <a:pt x="1" y="9"/>
                    <a:pt x="3" y="9"/>
                  </a:cubicBezTo>
                  <a:cubicBezTo>
                    <a:pt x="7" y="9"/>
                    <a:pt x="7" y="9"/>
                    <a:pt x="7" y="9"/>
                  </a:cubicBezTo>
                  <a:cubicBezTo>
                    <a:pt x="49" y="9"/>
                    <a:pt x="49" y="9"/>
                    <a:pt x="49" y="9"/>
                  </a:cubicBezTo>
                  <a:cubicBezTo>
                    <a:pt x="49" y="5"/>
                    <a:pt x="49" y="5"/>
                    <a:pt x="49" y="5"/>
                  </a:cubicBezTo>
                  <a:cubicBezTo>
                    <a:pt x="49" y="3"/>
                    <a:pt x="51" y="0"/>
                    <a:pt x="5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113"/>
            <p:cNvSpPr>
              <a:spLocks/>
            </p:cNvSpPr>
            <p:nvPr/>
          </p:nvSpPr>
          <p:spPr bwMode="auto">
            <a:xfrm>
              <a:off x="1924050" y="6453188"/>
              <a:ext cx="33338" cy="225425"/>
            </a:xfrm>
            <a:custGeom>
              <a:avLst/>
              <a:gdLst>
                <a:gd name="T0" fmla="*/ 4 w 8"/>
                <a:gd name="T1" fmla="*/ 0 h 53"/>
                <a:gd name="T2" fmla="*/ 4 w 8"/>
                <a:gd name="T3" fmla="*/ 0 h 53"/>
                <a:gd name="T4" fmla="*/ 0 w 8"/>
                <a:gd name="T5" fmla="*/ 5 h 53"/>
                <a:gd name="T6" fmla="*/ 0 w 8"/>
                <a:gd name="T7" fmla="*/ 9 h 53"/>
                <a:gd name="T8" fmla="*/ 0 w 8"/>
                <a:gd name="T9" fmla="*/ 50 h 53"/>
                <a:gd name="T10" fmla="*/ 4 w 8"/>
                <a:gd name="T11" fmla="*/ 53 h 53"/>
                <a:gd name="T12" fmla="*/ 8 w 8"/>
                <a:gd name="T13" fmla="*/ 50 h 53"/>
                <a:gd name="T14" fmla="*/ 8 w 8"/>
                <a:gd name="T15" fmla="*/ 5 h 53"/>
                <a:gd name="T16" fmla="*/ 4 w 8"/>
                <a:gd name="T1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53">
                  <a:moveTo>
                    <a:pt x="4" y="0"/>
                  </a:moveTo>
                  <a:cubicBezTo>
                    <a:pt x="4" y="0"/>
                    <a:pt x="4" y="0"/>
                    <a:pt x="4" y="0"/>
                  </a:cubicBezTo>
                  <a:cubicBezTo>
                    <a:pt x="2" y="0"/>
                    <a:pt x="0" y="3"/>
                    <a:pt x="0" y="5"/>
                  </a:cubicBezTo>
                  <a:cubicBezTo>
                    <a:pt x="0" y="9"/>
                    <a:pt x="0" y="9"/>
                    <a:pt x="0" y="9"/>
                  </a:cubicBezTo>
                  <a:cubicBezTo>
                    <a:pt x="0" y="50"/>
                    <a:pt x="0" y="50"/>
                    <a:pt x="0" y="50"/>
                  </a:cubicBezTo>
                  <a:cubicBezTo>
                    <a:pt x="0" y="50"/>
                    <a:pt x="2" y="53"/>
                    <a:pt x="4" y="53"/>
                  </a:cubicBezTo>
                  <a:cubicBezTo>
                    <a:pt x="7" y="53"/>
                    <a:pt x="8" y="50"/>
                    <a:pt x="8" y="50"/>
                  </a:cubicBezTo>
                  <a:cubicBezTo>
                    <a:pt x="8" y="5"/>
                    <a:pt x="8" y="5"/>
                    <a:pt x="8" y="5"/>
                  </a:cubicBezTo>
                  <a:cubicBezTo>
                    <a:pt x="8" y="3"/>
                    <a:pt x="7"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114"/>
            <p:cNvSpPr>
              <a:spLocks/>
            </p:cNvSpPr>
            <p:nvPr/>
          </p:nvSpPr>
          <p:spPr bwMode="auto">
            <a:xfrm>
              <a:off x="2030413" y="6251576"/>
              <a:ext cx="452438" cy="427038"/>
            </a:xfrm>
            <a:custGeom>
              <a:avLst/>
              <a:gdLst>
                <a:gd name="T0" fmla="*/ 100 w 106"/>
                <a:gd name="T1" fmla="*/ 0 h 100"/>
                <a:gd name="T2" fmla="*/ 7 w 106"/>
                <a:gd name="T3" fmla="*/ 0 h 100"/>
                <a:gd name="T4" fmla="*/ 0 w 106"/>
                <a:gd name="T5" fmla="*/ 5 h 100"/>
                <a:gd name="T6" fmla="*/ 7 w 106"/>
                <a:gd name="T7" fmla="*/ 10 h 100"/>
                <a:gd name="T8" fmla="*/ 47 w 106"/>
                <a:gd name="T9" fmla="*/ 10 h 100"/>
                <a:gd name="T10" fmla="*/ 47 w 106"/>
                <a:gd name="T11" fmla="*/ 94 h 100"/>
                <a:gd name="T12" fmla="*/ 22 w 106"/>
                <a:gd name="T13" fmla="*/ 94 h 100"/>
                <a:gd name="T14" fmla="*/ 16 w 106"/>
                <a:gd name="T15" fmla="*/ 100 h 100"/>
                <a:gd name="T16" fmla="*/ 47 w 106"/>
                <a:gd name="T17" fmla="*/ 100 h 100"/>
                <a:gd name="T18" fmla="*/ 59 w 106"/>
                <a:gd name="T19" fmla="*/ 100 h 100"/>
                <a:gd name="T20" fmla="*/ 94 w 106"/>
                <a:gd name="T21" fmla="*/ 100 h 100"/>
                <a:gd name="T22" fmla="*/ 86 w 106"/>
                <a:gd name="T23" fmla="*/ 94 h 100"/>
                <a:gd name="T24" fmla="*/ 59 w 106"/>
                <a:gd name="T25" fmla="*/ 94 h 100"/>
                <a:gd name="T26" fmla="*/ 59 w 106"/>
                <a:gd name="T27" fmla="*/ 10 h 100"/>
                <a:gd name="T28" fmla="*/ 100 w 106"/>
                <a:gd name="T29" fmla="*/ 10 h 100"/>
                <a:gd name="T30" fmla="*/ 106 w 106"/>
                <a:gd name="T31" fmla="*/ 5 h 100"/>
                <a:gd name="T32" fmla="*/ 100 w 106"/>
                <a:gd name="T33"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6" h="100">
                  <a:moveTo>
                    <a:pt x="100" y="0"/>
                  </a:moveTo>
                  <a:cubicBezTo>
                    <a:pt x="7" y="0"/>
                    <a:pt x="7" y="0"/>
                    <a:pt x="7" y="0"/>
                  </a:cubicBezTo>
                  <a:cubicBezTo>
                    <a:pt x="3" y="0"/>
                    <a:pt x="0" y="3"/>
                    <a:pt x="0" y="5"/>
                  </a:cubicBezTo>
                  <a:cubicBezTo>
                    <a:pt x="0" y="6"/>
                    <a:pt x="3" y="10"/>
                    <a:pt x="7" y="10"/>
                  </a:cubicBezTo>
                  <a:cubicBezTo>
                    <a:pt x="47" y="10"/>
                    <a:pt x="47" y="10"/>
                    <a:pt x="47" y="10"/>
                  </a:cubicBezTo>
                  <a:cubicBezTo>
                    <a:pt x="47" y="94"/>
                    <a:pt x="47" y="94"/>
                    <a:pt x="47" y="94"/>
                  </a:cubicBezTo>
                  <a:cubicBezTo>
                    <a:pt x="22" y="94"/>
                    <a:pt x="22" y="94"/>
                    <a:pt x="22" y="94"/>
                  </a:cubicBezTo>
                  <a:cubicBezTo>
                    <a:pt x="19" y="94"/>
                    <a:pt x="16" y="97"/>
                    <a:pt x="16" y="100"/>
                  </a:cubicBezTo>
                  <a:cubicBezTo>
                    <a:pt x="47" y="100"/>
                    <a:pt x="47" y="100"/>
                    <a:pt x="47" y="100"/>
                  </a:cubicBezTo>
                  <a:cubicBezTo>
                    <a:pt x="59" y="100"/>
                    <a:pt x="59" y="100"/>
                    <a:pt x="59" y="100"/>
                  </a:cubicBezTo>
                  <a:cubicBezTo>
                    <a:pt x="94" y="100"/>
                    <a:pt x="94" y="100"/>
                    <a:pt x="94" y="100"/>
                  </a:cubicBezTo>
                  <a:cubicBezTo>
                    <a:pt x="94" y="97"/>
                    <a:pt x="90" y="94"/>
                    <a:pt x="86" y="94"/>
                  </a:cubicBezTo>
                  <a:cubicBezTo>
                    <a:pt x="59" y="94"/>
                    <a:pt x="59" y="94"/>
                    <a:pt x="59" y="94"/>
                  </a:cubicBezTo>
                  <a:cubicBezTo>
                    <a:pt x="59" y="10"/>
                    <a:pt x="59" y="10"/>
                    <a:pt x="59" y="10"/>
                  </a:cubicBezTo>
                  <a:cubicBezTo>
                    <a:pt x="100" y="10"/>
                    <a:pt x="100" y="10"/>
                    <a:pt x="100" y="10"/>
                  </a:cubicBezTo>
                  <a:cubicBezTo>
                    <a:pt x="103" y="10"/>
                    <a:pt x="106" y="6"/>
                    <a:pt x="106" y="5"/>
                  </a:cubicBezTo>
                  <a:cubicBezTo>
                    <a:pt x="106" y="3"/>
                    <a:pt x="103" y="0"/>
                    <a:pt x="10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115"/>
            <p:cNvSpPr>
              <a:spLocks/>
            </p:cNvSpPr>
            <p:nvPr/>
          </p:nvSpPr>
          <p:spPr bwMode="auto">
            <a:xfrm>
              <a:off x="1992313" y="6311901"/>
              <a:ext cx="131763" cy="341313"/>
            </a:xfrm>
            <a:custGeom>
              <a:avLst/>
              <a:gdLst>
                <a:gd name="T0" fmla="*/ 31 w 31"/>
                <a:gd name="T1" fmla="*/ 11 h 80"/>
                <a:gd name="T2" fmla="*/ 22 w 31"/>
                <a:gd name="T3" fmla="*/ 0 h 80"/>
                <a:gd name="T4" fmla="*/ 17 w 31"/>
                <a:gd name="T5" fmla="*/ 0 h 80"/>
                <a:gd name="T6" fmla="*/ 0 w 31"/>
                <a:gd name="T7" fmla="*/ 0 h 80"/>
                <a:gd name="T8" fmla="*/ 0 w 31"/>
                <a:gd name="T9" fmla="*/ 3 h 80"/>
                <a:gd name="T10" fmla="*/ 14 w 31"/>
                <a:gd name="T11" fmla="*/ 3 h 80"/>
                <a:gd name="T12" fmla="*/ 17 w 31"/>
                <a:gd name="T13" fmla="*/ 3 h 80"/>
                <a:gd name="T14" fmla="*/ 28 w 31"/>
                <a:gd name="T15" fmla="*/ 13 h 80"/>
                <a:gd name="T16" fmla="*/ 28 w 31"/>
                <a:gd name="T17" fmla="*/ 14 h 80"/>
                <a:gd name="T18" fmla="*/ 28 w 31"/>
                <a:gd name="T19" fmla="*/ 17 h 80"/>
                <a:gd name="T20" fmla="*/ 28 w 31"/>
                <a:gd name="T21" fmla="*/ 30 h 80"/>
                <a:gd name="T22" fmla="*/ 28 w 31"/>
                <a:gd name="T23" fmla="*/ 56 h 80"/>
                <a:gd name="T24" fmla="*/ 28 w 31"/>
                <a:gd name="T25" fmla="*/ 72 h 80"/>
                <a:gd name="T26" fmla="*/ 25 w 31"/>
                <a:gd name="T27" fmla="*/ 80 h 80"/>
                <a:gd name="T28" fmla="*/ 31 w 31"/>
                <a:gd name="T29" fmla="*/ 69 h 80"/>
                <a:gd name="T30" fmla="*/ 31 w 31"/>
                <a:gd name="T31" fmla="*/ 55 h 80"/>
                <a:gd name="T32" fmla="*/ 31 w 31"/>
                <a:gd name="T33" fmla="*/ 27 h 80"/>
                <a:gd name="T34" fmla="*/ 31 w 31"/>
                <a:gd name="T35" fmla="*/ 14 h 80"/>
                <a:gd name="T36" fmla="*/ 31 w 31"/>
                <a:gd name="T37" fmla="*/ 11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 h="80">
                  <a:moveTo>
                    <a:pt x="31" y="11"/>
                  </a:moveTo>
                  <a:cubicBezTo>
                    <a:pt x="31" y="5"/>
                    <a:pt x="26" y="0"/>
                    <a:pt x="22" y="0"/>
                  </a:cubicBezTo>
                  <a:cubicBezTo>
                    <a:pt x="17" y="0"/>
                    <a:pt x="17" y="0"/>
                    <a:pt x="17" y="0"/>
                  </a:cubicBezTo>
                  <a:cubicBezTo>
                    <a:pt x="0" y="0"/>
                    <a:pt x="0" y="0"/>
                    <a:pt x="0" y="0"/>
                  </a:cubicBezTo>
                  <a:cubicBezTo>
                    <a:pt x="0" y="3"/>
                    <a:pt x="0" y="3"/>
                    <a:pt x="0" y="3"/>
                  </a:cubicBezTo>
                  <a:cubicBezTo>
                    <a:pt x="14" y="3"/>
                    <a:pt x="14" y="3"/>
                    <a:pt x="14" y="3"/>
                  </a:cubicBezTo>
                  <a:cubicBezTo>
                    <a:pt x="17" y="3"/>
                    <a:pt x="17" y="3"/>
                    <a:pt x="17" y="3"/>
                  </a:cubicBezTo>
                  <a:cubicBezTo>
                    <a:pt x="22" y="3"/>
                    <a:pt x="28" y="8"/>
                    <a:pt x="28" y="13"/>
                  </a:cubicBezTo>
                  <a:cubicBezTo>
                    <a:pt x="28" y="14"/>
                    <a:pt x="28" y="14"/>
                    <a:pt x="28" y="14"/>
                  </a:cubicBezTo>
                  <a:cubicBezTo>
                    <a:pt x="28" y="17"/>
                    <a:pt x="28" y="17"/>
                    <a:pt x="28" y="17"/>
                  </a:cubicBezTo>
                  <a:cubicBezTo>
                    <a:pt x="28" y="30"/>
                    <a:pt x="28" y="30"/>
                    <a:pt x="28" y="30"/>
                  </a:cubicBezTo>
                  <a:cubicBezTo>
                    <a:pt x="28" y="56"/>
                    <a:pt x="28" y="56"/>
                    <a:pt x="28" y="56"/>
                  </a:cubicBezTo>
                  <a:cubicBezTo>
                    <a:pt x="28" y="72"/>
                    <a:pt x="28" y="72"/>
                    <a:pt x="28" y="72"/>
                  </a:cubicBezTo>
                  <a:cubicBezTo>
                    <a:pt x="28" y="73"/>
                    <a:pt x="26" y="77"/>
                    <a:pt x="25" y="80"/>
                  </a:cubicBezTo>
                  <a:cubicBezTo>
                    <a:pt x="28" y="77"/>
                    <a:pt x="31" y="73"/>
                    <a:pt x="31" y="69"/>
                  </a:cubicBezTo>
                  <a:cubicBezTo>
                    <a:pt x="31" y="55"/>
                    <a:pt x="31" y="55"/>
                    <a:pt x="31" y="55"/>
                  </a:cubicBezTo>
                  <a:cubicBezTo>
                    <a:pt x="31" y="27"/>
                    <a:pt x="31" y="27"/>
                    <a:pt x="31" y="27"/>
                  </a:cubicBezTo>
                  <a:cubicBezTo>
                    <a:pt x="31" y="14"/>
                    <a:pt x="31" y="14"/>
                    <a:pt x="31" y="14"/>
                  </a:cubicBezTo>
                  <a:cubicBezTo>
                    <a:pt x="31" y="11"/>
                    <a:pt x="31" y="11"/>
                    <a:pt x="31"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116"/>
            <p:cNvSpPr>
              <a:spLocks/>
            </p:cNvSpPr>
            <p:nvPr/>
          </p:nvSpPr>
          <p:spPr bwMode="auto">
            <a:xfrm>
              <a:off x="1762125" y="5940426"/>
              <a:ext cx="336550" cy="738188"/>
            </a:xfrm>
            <a:custGeom>
              <a:avLst/>
              <a:gdLst>
                <a:gd name="T0" fmla="*/ 79 w 79"/>
                <a:gd name="T1" fmla="*/ 103 h 173"/>
                <a:gd name="T2" fmla="*/ 66 w 79"/>
                <a:gd name="T3" fmla="*/ 93 h 173"/>
                <a:gd name="T4" fmla="*/ 63 w 79"/>
                <a:gd name="T5" fmla="*/ 93 h 173"/>
                <a:gd name="T6" fmla="*/ 51 w 79"/>
                <a:gd name="T7" fmla="*/ 93 h 173"/>
                <a:gd name="T8" fmla="*/ 51 w 79"/>
                <a:gd name="T9" fmla="*/ 73 h 173"/>
                <a:gd name="T10" fmla="*/ 42 w 79"/>
                <a:gd name="T11" fmla="*/ 69 h 173"/>
                <a:gd name="T12" fmla="*/ 42 w 79"/>
                <a:gd name="T13" fmla="*/ 69 h 173"/>
                <a:gd name="T14" fmla="*/ 42 w 79"/>
                <a:gd name="T15" fmla="*/ 69 h 173"/>
                <a:gd name="T16" fmla="*/ 10 w 79"/>
                <a:gd name="T17" fmla="*/ 33 h 173"/>
                <a:gd name="T18" fmla="*/ 12 w 79"/>
                <a:gd name="T19" fmla="*/ 11 h 173"/>
                <a:gd name="T20" fmla="*/ 34 w 79"/>
                <a:gd name="T21" fmla="*/ 13 h 173"/>
                <a:gd name="T22" fmla="*/ 51 w 79"/>
                <a:gd name="T23" fmla="*/ 31 h 173"/>
                <a:gd name="T24" fmla="*/ 51 w 79"/>
                <a:gd name="T25" fmla="*/ 20 h 173"/>
                <a:gd name="T26" fmla="*/ 29 w 79"/>
                <a:gd name="T27" fmla="*/ 0 h 173"/>
                <a:gd name="T28" fmla="*/ 20 w 79"/>
                <a:gd name="T29" fmla="*/ 0 h 173"/>
                <a:gd name="T30" fmla="*/ 0 w 79"/>
                <a:gd name="T31" fmla="*/ 20 h 173"/>
                <a:gd name="T32" fmla="*/ 0 w 79"/>
                <a:gd name="T33" fmla="*/ 98 h 173"/>
                <a:gd name="T34" fmla="*/ 20 w 79"/>
                <a:gd name="T35" fmla="*/ 117 h 173"/>
                <a:gd name="T36" fmla="*/ 26 w 79"/>
                <a:gd name="T37" fmla="*/ 117 h 173"/>
                <a:gd name="T38" fmla="*/ 29 w 79"/>
                <a:gd name="T39" fmla="*/ 117 h 173"/>
                <a:gd name="T40" fmla="*/ 54 w 79"/>
                <a:gd name="T41" fmla="*/ 117 h 173"/>
                <a:gd name="T42" fmla="*/ 54 w 79"/>
                <a:gd name="T43" fmla="*/ 120 h 173"/>
                <a:gd name="T44" fmla="*/ 54 w 79"/>
                <a:gd name="T45" fmla="*/ 146 h 173"/>
                <a:gd name="T46" fmla="*/ 54 w 79"/>
                <a:gd name="T47" fmla="*/ 162 h 173"/>
                <a:gd name="T48" fmla="*/ 63 w 79"/>
                <a:gd name="T49" fmla="*/ 173 h 173"/>
                <a:gd name="T50" fmla="*/ 66 w 79"/>
                <a:gd name="T51" fmla="*/ 173 h 173"/>
                <a:gd name="T52" fmla="*/ 79 w 79"/>
                <a:gd name="T53" fmla="*/ 162 h 173"/>
                <a:gd name="T54" fmla="*/ 79 w 79"/>
                <a:gd name="T55" fmla="*/ 146 h 173"/>
                <a:gd name="T56" fmla="*/ 79 w 79"/>
                <a:gd name="T57" fmla="*/ 120 h 173"/>
                <a:gd name="T58" fmla="*/ 79 w 79"/>
                <a:gd name="T59" fmla="*/ 107 h 173"/>
                <a:gd name="T60" fmla="*/ 79 w 79"/>
                <a:gd name="T61" fmla="*/ 104 h 173"/>
                <a:gd name="T62" fmla="*/ 79 w 79"/>
                <a:gd name="T63" fmla="*/ 10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9" h="173">
                  <a:moveTo>
                    <a:pt x="79" y="103"/>
                  </a:moveTo>
                  <a:cubicBezTo>
                    <a:pt x="77" y="98"/>
                    <a:pt x="73" y="93"/>
                    <a:pt x="66" y="93"/>
                  </a:cubicBezTo>
                  <a:cubicBezTo>
                    <a:pt x="63" y="93"/>
                    <a:pt x="63" y="93"/>
                    <a:pt x="63" y="93"/>
                  </a:cubicBezTo>
                  <a:cubicBezTo>
                    <a:pt x="51" y="93"/>
                    <a:pt x="51" y="93"/>
                    <a:pt x="51" y="93"/>
                  </a:cubicBezTo>
                  <a:cubicBezTo>
                    <a:pt x="51" y="73"/>
                    <a:pt x="51" y="73"/>
                    <a:pt x="51" y="73"/>
                  </a:cubicBezTo>
                  <a:cubicBezTo>
                    <a:pt x="48" y="73"/>
                    <a:pt x="45" y="72"/>
                    <a:pt x="42" y="69"/>
                  </a:cubicBezTo>
                  <a:cubicBezTo>
                    <a:pt x="42" y="69"/>
                    <a:pt x="42" y="69"/>
                    <a:pt x="42" y="69"/>
                  </a:cubicBezTo>
                  <a:cubicBezTo>
                    <a:pt x="42" y="69"/>
                    <a:pt x="42" y="69"/>
                    <a:pt x="42" y="69"/>
                  </a:cubicBezTo>
                  <a:cubicBezTo>
                    <a:pt x="10" y="33"/>
                    <a:pt x="10" y="33"/>
                    <a:pt x="10" y="33"/>
                  </a:cubicBezTo>
                  <a:cubicBezTo>
                    <a:pt x="4" y="27"/>
                    <a:pt x="6" y="17"/>
                    <a:pt x="12" y="11"/>
                  </a:cubicBezTo>
                  <a:cubicBezTo>
                    <a:pt x="18" y="5"/>
                    <a:pt x="29" y="6"/>
                    <a:pt x="34" y="13"/>
                  </a:cubicBezTo>
                  <a:cubicBezTo>
                    <a:pt x="51" y="31"/>
                    <a:pt x="51" y="31"/>
                    <a:pt x="51" y="31"/>
                  </a:cubicBezTo>
                  <a:cubicBezTo>
                    <a:pt x="51" y="20"/>
                    <a:pt x="51" y="20"/>
                    <a:pt x="51" y="20"/>
                  </a:cubicBezTo>
                  <a:cubicBezTo>
                    <a:pt x="51" y="10"/>
                    <a:pt x="42" y="0"/>
                    <a:pt x="29" y="0"/>
                  </a:cubicBezTo>
                  <a:cubicBezTo>
                    <a:pt x="20" y="0"/>
                    <a:pt x="20" y="0"/>
                    <a:pt x="20" y="0"/>
                  </a:cubicBezTo>
                  <a:cubicBezTo>
                    <a:pt x="7" y="0"/>
                    <a:pt x="0" y="10"/>
                    <a:pt x="0" y="20"/>
                  </a:cubicBezTo>
                  <a:cubicBezTo>
                    <a:pt x="0" y="98"/>
                    <a:pt x="0" y="98"/>
                    <a:pt x="0" y="98"/>
                  </a:cubicBezTo>
                  <a:cubicBezTo>
                    <a:pt x="0" y="109"/>
                    <a:pt x="7" y="117"/>
                    <a:pt x="20" y="117"/>
                  </a:cubicBezTo>
                  <a:cubicBezTo>
                    <a:pt x="26" y="117"/>
                    <a:pt x="26" y="117"/>
                    <a:pt x="26" y="117"/>
                  </a:cubicBezTo>
                  <a:cubicBezTo>
                    <a:pt x="29" y="117"/>
                    <a:pt x="29" y="117"/>
                    <a:pt x="29" y="117"/>
                  </a:cubicBezTo>
                  <a:cubicBezTo>
                    <a:pt x="54" y="117"/>
                    <a:pt x="54" y="117"/>
                    <a:pt x="54" y="117"/>
                  </a:cubicBezTo>
                  <a:cubicBezTo>
                    <a:pt x="54" y="120"/>
                    <a:pt x="54" y="120"/>
                    <a:pt x="54" y="120"/>
                  </a:cubicBezTo>
                  <a:cubicBezTo>
                    <a:pt x="54" y="146"/>
                    <a:pt x="54" y="146"/>
                    <a:pt x="54" y="146"/>
                  </a:cubicBezTo>
                  <a:cubicBezTo>
                    <a:pt x="54" y="162"/>
                    <a:pt x="54" y="162"/>
                    <a:pt x="54" y="162"/>
                  </a:cubicBezTo>
                  <a:cubicBezTo>
                    <a:pt x="54" y="167"/>
                    <a:pt x="57" y="173"/>
                    <a:pt x="63" y="173"/>
                  </a:cubicBezTo>
                  <a:cubicBezTo>
                    <a:pt x="66" y="173"/>
                    <a:pt x="66" y="173"/>
                    <a:pt x="66" y="173"/>
                  </a:cubicBezTo>
                  <a:cubicBezTo>
                    <a:pt x="73" y="173"/>
                    <a:pt x="79" y="167"/>
                    <a:pt x="79" y="162"/>
                  </a:cubicBezTo>
                  <a:cubicBezTo>
                    <a:pt x="79" y="146"/>
                    <a:pt x="79" y="146"/>
                    <a:pt x="79" y="146"/>
                  </a:cubicBezTo>
                  <a:cubicBezTo>
                    <a:pt x="79" y="120"/>
                    <a:pt x="79" y="120"/>
                    <a:pt x="79" y="120"/>
                  </a:cubicBezTo>
                  <a:cubicBezTo>
                    <a:pt x="79" y="107"/>
                    <a:pt x="79" y="107"/>
                    <a:pt x="79" y="107"/>
                  </a:cubicBezTo>
                  <a:cubicBezTo>
                    <a:pt x="79" y="104"/>
                    <a:pt x="79" y="104"/>
                    <a:pt x="79" y="104"/>
                  </a:cubicBezTo>
                  <a:lnTo>
                    <a:pt x="79" y="10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Oval 117"/>
            <p:cNvSpPr>
              <a:spLocks noChangeArrowheads="1"/>
            </p:cNvSpPr>
            <p:nvPr/>
          </p:nvSpPr>
          <p:spPr bwMode="auto">
            <a:xfrm>
              <a:off x="3425825" y="5722938"/>
              <a:ext cx="200025" cy="2000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118"/>
            <p:cNvSpPr>
              <a:spLocks/>
            </p:cNvSpPr>
            <p:nvPr/>
          </p:nvSpPr>
          <p:spPr bwMode="auto">
            <a:xfrm>
              <a:off x="3378200" y="6473826"/>
              <a:ext cx="33338" cy="204788"/>
            </a:xfrm>
            <a:custGeom>
              <a:avLst/>
              <a:gdLst>
                <a:gd name="T0" fmla="*/ 0 w 8"/>
                <a:gd name="T1" fmla="*/ 0 h 48"/>
                <a:gd name="T2" fmla="*/ 0 w 8"/>
                <a:gd name="T3" fmla="*/ 45 h 48"/>
                <a:gd name="T4" fmla="*/ 5 w 8"/>
                <a:gd name="T5" fmla="*/ 48 h 48"/>
                <a:gd name="T6" fmla="*/ 8 w 8"/>
                <a:gd name="T7" fmla="*/ 45 h 48"/>
                <a:gd name="T8" fmla="*/ 8 w 8"/>
                <a:gd name="T9" fmla="*/ 4 h 48"/>
                <a:gd name="T10" fmla="*/ 5 w 8"/>
                <a:gd name="T11" fmla="*/ 4 h 48"/>
                <a:gd name="T12" fmla="*/ 0 w 8"/>
                <a:gd name="T13" fmla="*/ 0 h 48"/>
              </a:gdLst>
              <a:ahLst/>
              <a:cxnLst>
                <a:cxn ang="0">
                  <a:pos x="T0" y="T1"/>
                </a:cxn>
                <a:cxn ang="0">
                  <a:pos x="T2" y="T3"/>
                </a:cxn>
                <a:cxn ang="0">
                  <a:pos x="T4" y="T5"/>
                </a:cxn>
                <a:cxn ang="0">
                  <a:pos x="T6" y="T7"/>
                </a:cxn>
                <a:cxn ang="0">
                  <a:pos x="T8" y="T9"/>
                </a:cxn>
                <a:cxn ang="0">
                  <a:pos x="T10" y="T11"/>
                </a:cxn>
                <a:cxn ang="0">
                  <a:pos x="T12" y="T13"/>
                </a:cxn>
              </a:cxnLst>
              <a:rect l="0" t="0" r="r" b="b"/>
              <a:pathLst>
                <a:path w="8" h="48">
                  <a:moveTo>
                    <a:pt x="0" y="0"/>
                  </a:moveTo>
                  <a:cubicBezTo>
                    <a:pt x="0" y="45"/>
                    <a:pt x="0" y="45"/>
                    <a:pt x="0" y="45"/>
                  </a:cubicBezTo>
                  <a:cubicBezTo>
                    <a:pt x="0" y="45"/>
                    <a:pt x="2" y="48"/>
                    <a:pt x="5" y="48"/>
                  </a:cubicBezTo>
                  <a:cubicBezTo>
                    <a:pt x="6" y="48"/>
                    <a:pt x="8" y="45"/>
                    <a:pt x="8" y="45"/>
                  </a:cubicBezTo>
                  <a:cubicBezTo>
                    <a:pt x="8" y="4"/>
                    <a:pt x="8" y="4"/>
                    <a:pt x="8" y="4"/>
                  </a:cubicBezTo>
                  <a:cubicBezTo>
                    <a:pt x="5" y="4"/>
                    <a:pt x="5" y="4"/>
                    <a:pt x="5" y="4"/>
                  </a:cubicBezTo>
                  <a:cubicBezTo>
                    <a:pt x="2" y="4"/>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119"/>
            <p:cNvSpPr>
              <a:spLocks/>
            </p:cNvSpPr>
            <p:nvPr/>
          </p:nvSpPr>
          <p:spPr bwMode="auto">
            <a:xfrm>
              <a:off x="3378200" y="6059488"/>
              <a:ext cx="33338" cy="414338"/>
            </a:xfrm>
            <a:custGeom>
              <a:avLst/>
              <a:gdLst>
                <a:gd name="T0" fmla="*/ 5 w 8"/>
                <a:gd name="T1" fmla="*/ 92 h 97"/>
                <a:gd name="T2" fmla="*/ 8 w 8"/>
                <a:gd name="T3" fmla="*/ 92 h 97"/>
                <a:gd name="T4" fmla="*/ 8 w 8"/>
                <a:gd name="T5" fmla="*/ 5 h 97"/>
                <a:gd name="T6" fmla="*/ 5 w 8"/>
                <a:gd name="T7" fmla="*/ 0 h 97"/>
                <a:gd name="T8" fmla="*/ 0 w 8"/>
                <a:gd name="T9" fmla="*/ 5 h 97"/>
                <a:gd name="T10" fmla="*/ 0 w 8"/>
                <a:gd name="T11" fmla="*/ 97 h 97"/>
                <a:gd name="T12" fmla="*/ 5 w 8"/>
                <a:gd name="T13" fmla="*/ 92 h 97"/>
              </a:gdLst>
              <a:ahLst/>
              <a:cxnLst>
                <a:cxn ang="0">
                  <a:pos x="T0" y="T1"/>
                </a:cxn>
                <a:cxn ang="0">
                  <a:pos x="T2" y="T3"/>
                </a:cxn>
                <a:cxn ang="0">
                  <a:pos x="T4" y="T5"/>
                </a:cxn>
                <a:cxn ang="0">
                  <a:pos x="T6" y="T7"/>
                </a:cxn>
                <a:cxn ang="0">
                  <a:pos x="T8" y="T9"/>
                </a:cxn>
                <a:cxn ang="0">
                  <a:pos x="T10" y="T11"/>
                </a:cxn>
                <a:cxn ang="0">
                  <a:pos x="T12" y="T13"/>
                </a:cxn>
              </a:cxnLst>
              <a:rect l="0" t="0" r="r" b="b"/>
              <a:pathLst>
                <a:path w="8" h="97">
                  <a:moveTo>
                    <a:pt x="5" y="92"/>
                  </a:moveTo>
                  <a:cubicBezTo>
                    <a:pt x="8" y="92"/>
                    <a:pt x="8" y="92"/>
                    <a:pt x="8" y="92"/>
                  </a:cubicBezTo>
                  <a:cubicBezTo>
                    <a:pt x="8" y="5"/>
                    <a:pt x="8" y="5"/>
                    <a:pt x="8" y="5"/>
                  </a:cubicBezTo>
                  <a:cubicBezTo>
                    <a:pt x="8" y="2"/>
                    <a:pt x="6" y="0"/>
                    <a:pt x="5" y="0"/>
                  </a:cubicBezTo>
                  <a:cubicBezTo>
                    <a:pt x="2" y="0"/>
                    <a:pt x="0" y="2"/>
                    <a:pt x="0" y="5"/>
                  </a:cubicBezTo>
                  <a:cubicBezTo>
                    <a:pt x="0" y="97"/>
                    <a:pt x="0" y="97"/>
                    <a:pt x="0" y="97"/>
                  </a:cubicBezTo>
                  <a:cubicBezTo>
                    <a:pt x="0" y="95"/>
                    <a:pt x="2" y="92"/>
                    <a:pt x="5" y="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120"/>
            <p:cNvSpPr>
              <a:spLocks/>
            </p:cNvSpPr>
            <p:nvPr/>
          </p:nvSpPr>
          <p:spPr bwMode="auto">
            <a:xfrm>
              <a:off x="3378200" y="6453188"/>
              <a:ext cx="225425" cy="38100"/>
            </a:xfrm>
            <a:custGeom>
              <a:avLst/>
              <a:gdLst>
                <a:gd name="T0" fmla="*/ 53 w 53"/>
                <a:gd name="T1" fmla="*/ 0 h 9"/>
                <a:gd name="T2" fmla="*/ 51 w 53"/>
                <a:gd name="T3" fmla="*/ 0 h 9"/>
                <a:gd name="T4" fmla="*/ 8 w 53"/>
                <a:gd name="T5" fmla="*/ 0 h 9"/>
                <a:gd name="T6" fmla="*/ 5 w 53"/>
                <a:gd name="T7" fmla="*/ 0 h 9"/>
                <a:gd name="T8" fmla="*/ 0 w 53"/>
                <a:gd name="T9" fmla="*/ 5 h 9"/>
                <a:gd name="T10" fmla="*/ 5 w 53"/>
                <a:gd name="T11" fmla="*/ 9 h 9"/>
                <a:gd name="T12" fmla="*/ 8 w 53"/>
                <a:gd name="T13" fmla="*/ 9 h 9"/>
                <a:gd name="T14" fmla="*/ 50 w 53"/>
                <a:gd name="T15" fmla="*/ 9 h 9"/>
                <a:gd name="T16" fmla="*/ 50 w 53"/>
                <a:gd name="T17" fmla="*/ 5 h 9"/>
                <a:gd name="T18" fmla="*/ 53 w 53"/>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9">
                  <a:moveTo>
                    <a:pt x="53" y="0"/>
                  </a:moveTo>
                  <a:cubicBezTo>
                    <a:pt x="53" y="0"/>
                    <a:pt x="53" y="0"/>
                    <a:pt x="51" y="0"/>
                  </a:cubicBezTo>
                  <a:cubicBezTo>
                    <a:pt x="8" y="0"/>
                    <a:pt x="8" y="0"/>
                    <a:pt x="8" y="0"/>
                  </a:cubicBezTo>
                  <a:cubicBezTo>
                    <a:pt x="5" y="0"/>
                    <a:pt x="5" y="0"/>
                    <a:pt x="5" y="0"/>
                  </a:cubicBezTo>
                  <a:cubicBezTo>
                    <a:pt x="2" y="0"/>
                    <a:pt x="0" y="3"/>
                    <a:pt x="0" y="5"/>
                  </a:cubicBezTo>
                  <a:cubicBezTo>
                    <a:pt x="0" y="6"/>
                    <a:pt x="2" y="9"/>
                    <a:pt x="5" y="9"/>
                  </a:cubicBezTo>
                  <a:cubicBezTo>
                    <a:pt x="8" y="9"/>
                    <a:pt x="8" y="9"/>
                    <a:pt x="8" y="9"/>
                  </a:cubicBezTo>
                  <a:cubicBezTo>
                    <a:pt x="50" y="9"/>
                    <a:pt x="50" y="9"/>
                    <a:pt x="50" y="9"/>
                  </a:cubicBezTo>
                  <a:cubicBezTo>
                    <a:pt x="50" y="5"/>
                    <a:pt x="50" y="5"/>
                    <a:pt x="50" y="5"/>
                  </a:cubicBezTo>
                  <a:cubicBezTo>
                    <a:pt x="50" y="3"/>
                    <a:pt x="51" y="0"/>
                    <a:pt x="5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121"/>
            <p:cNvSpPr>
              <a:spLocks/>
            </p:cNvSpPr>
            <p:nvPr/>
          </p:nvSpPr>
          <p:spPr bwMode="auto">
            <a:xfrm>
              <a:off x="3590925" y="6453188"/>
              <a:ext cx="34925" cy="225425"/>
            </a:xfrm>
            <a:custGeom>
              <a:avLst/>
              <a:gdLst>
                <a:gd name="T0" fmla="*/ 4 w 8"/>
                <a:gd name="T1" fmla="*/ 0 h 53"/>
                <a:gd name="T2" fmla="*/ 3 w 8"/>
                <a:gd name="T3" fmla="*/ 0 h 53"/>
                <a:gd name="T4" fmla="*/ 0 w 8"/>
                <a:gd name="T5" fmla="*/ 5 h 53"/>
                <a:gd name="T6" fmla="*/ 0 w 8"/>
                <a:gd name="T7" fmla="*/ 9 h 53"/>
                <a:gd name="T8" fmla="*/ 0 w 8"/>
                <a:gd name="T9" fmla="*/ 50 h 53"/>
                <a:gd name="T10" fmla="*/ 4 w 8"/>
                <a:gd name="T11" fmla="*/ 53 h 53"/>
                <a:gd name="T12" fmla="*/ 8 w 8"/>
                <a:gd name="T13" fmla="*/ 50 h 53"/>
                <a:gd name="T14" fmla="*/ 8 w 8"/>
                <a:gd name="T15" fmla="*/ 5 h 53"/>
                <a:gd name="T16" fmla="*/ 4 w 8"/>
                <a:gd name="T1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53">
                  <a:moveTo>
                    <a:pt x="4" y="0"/>
                  </a:moveTo>
                  <a:cubicBezTo>
                    <a:pt x="3" y="0"/>
                    <a:pt x="3" y="0"/>
                    <a:pt x="3" y="0"/>
                  </a:cubicBezTo>
                  <a:cubicBezTo>
                    <a:pt x="1" y="0"/>
                    <a:pt x="0" y="3"/>
                    <a:pt x="0" y="5"/>
                  </a:cubicBezTo>
                  <a:cubicBezTo>
                    <a:pt x="0" y="9"/>
                    <a:pt x="0" y="9"/>
                    <a:pt x="0" y="9"/>
                  </a:cubicBezTo>
                  <a:cubicBezTo>
                    <a:pt x="0" y="50"/>
                    <a:pt x="0" y="50"/>
                    <a:pt x="0" y="50"/>
                  </a:cubicBezTo>
                  <a:cubicBezTo>
                    <a:pt x="0" y="50"/>
                    <a:pt x="1" y="53"/>
                    <a:pt x="4" y="53"/>
                  </a:cubicBezTo>
                  <a:cubicBezTo>
                    <a:pt x="8" y="50"/>
                    <a:pt x="8" y="50"/>
                    <a:pt x="8" y="50"/>
                  </a:cubicBezTo>
                  <a:cubicBezTo>
                    <a:pt x="8" y="5"/>
                    <a:pt x="8" y="5"/>
                    <a:pt x="8" y="5"/>
                  </a:cubicBezTo>
                  <a:cubicBezTo>
                    <a:pt x="8" y="3"/>
                    <a:pt x="4"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122"/>
            <p:cNvSpPr>
              <a:spLocks/>
            </p:cNvSpPr>
            <p:nvPr/>
          </p:nvSpPr>
          <p:spPr bwMode="auto">
            <a:xfrm>
              <a:off x="3702050" y="6251576"/>
              <a:ext cx="439738" cy="427038"/>
            </a:xfrm>
            <a:custGeom>
              <a:avLst/>
              <a:gdLst>
                <a:gd name="T0" fmla="*/ 100 w 103"/>
                <a:gd name="T1" fmla="*/ 0 h 100"/>
                <a:gd name="T2" fmla="*/ 3 w 103"/>
                <a:gd name="T3" fmla="*/ 0 h 100"/>
                <a:gd name="T4" fmla="*/ 0 w 103"/>
                <a:gd name="T5" fmla="*/ 5 h 100"/>
                <a:gd name="T6" fmla="*/ 3 w 103"/>
                <a:gd name="T7" fmla="*/ 10 h 100"/>
                <a:gd name="T8" fmla="*/ 47 w 103"/>
                <a:gd name="T9" fmla="*/ 10 h 100"/>
                <a:gd name="T10" fmla="*/ 47 w 103"/>
                <a:gd name="T11" fmla="*/ 94 h 100"/>
                <a:gd name="T12" fmla="*/ 22 w 103"/>
                <a:gd name="T13" fmla="*/ 94 h 100"/>
                <a:gd name="T14" fmla="*/ 14 w 103"/>
                <a:gd name="T15" fmla="*/ 100 h 100"/>
                <a:gd name="T16" fmla="*/ 47 w 103"/>
                <a:gd name="T17" fmla="*/ 100 h 100"/>
                <a:gd name="T18" fmla="*/ 59 w 103"/>
                <a:gd name="T19" fmla="*/ 100 h 100"/>
                <a:gd name="T20" fmla="*/ 90 w 103"/>
                <a:gd name="T21" fmla="*/ 100 h 100"/>
                <a:gd name="T22" fmla="*/ 84 w 103"/>
                <a:gd name="T23" fmla="*/ 94 h 100"/>
                <a:gd name="T24" fmla="*/ 59 w 103"/>
                <a:gd name="T25" fmla="*/ 94 h 100"/>
                <a:gd name="T26" fmla="*/ 59 w 103"/>
                <a:gd name="T27" fmla="*/ 10 h 100"/>
                <a:gd name="T28" fmla="*/ 100 w 103"/>
                <a:gd name="T29" fmla="*/ 10 h 100"/>
                <a:gd name="T30" fmla="*/ 103 w 103"/>
                <a:gd name="T31" fmla="*/ 5 h 100"/>
                <a:gd name="T32" fmla="*/ 100 w 103"/>
                <a:gd name="T33"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3" h="100">
                  <a:moveTo>
                    <a:pt x="100" y="0"/>
                  </a:moveTo>
                  <a:cubicBezTo>
                    <a:pt x="3" y="0"/>
                    <a:pt x="3" y="0"/>
                    <a:pt x="3" y="0"/>
                  </a:cubicBezTo>
                  <a:cubicBezTo>
                    <a:pt x="2" y="0"/>
                    <a:pt x="0" y="3"/>
                    <a:pt x="0" y="5"/>
                  </a:cubicBezTo>
                  <a:cubicBezTo>
                    <a:pt x="0" y="6"/>
                    <a:pt x="2" y="10"/>
                    <a:pt x="3" y="10"/>
                  </a:cubicBezTo>
                  <a:cubicBezTo>
                    <a:pt x="47" y="10"/>
                    <a:pt x="47" y="10"/>
                    <a:pt x="47" y="10"/>
                  </a:cubicBezTo>
                  <a:cubicBezTo>
                    <a:pt x="47" y="94"/>
                    <a:pt x="47" y="94"/>
                    <a:pt x="47" y="94"/>
                  </a:cubicBezTo>
                  <a:cubicBezTo>
                    <a:pt x="22" y="94"/>
                    <a:pt x="22" y="94"/>
                    <a:pt x="22" y="94"/>
                  </a:cubicBezTo>
                  <a:cubicBezTo>
                    <a:pt x="17" y="94"/>
                    <a:pt x="14" y="97"/>
                    <a:pt x="14" y="100"/>
                  </a:cubicBezTo>
                  <a:cubicBezTo>
                    <a:pt x="47" y="100"/>
                    <a:pt x="47" y="100"/>
                    <a:pt x="47" y="100"/>
                  </a:cubicBezTo>
                  <a:cubicBezTo>
                    <a:pt x="59" y="100"/>
                    <a:pt x="59" y="100"/>
                    <a:pt x="59" y="100"/>
                  </a:cubicBezTo>
                  <a:cubicBezTo>
                    <a:pt x="90" y="100"/>
                    <a:pt x="90" y="100"/>
                    <a:pt x="90" y="100"/>
                  </a:cubicBezTo>
                  <a:cubicBezTo>
                    <a:pt x="90" y="97"/>
                    <a:pt x="87" y="94"/>
                    <a:pt x="84" y="94"/>
                  </a:cubicBezTo>
                  <a:cubicBezTo>
                    <a:pt x="59" y="94"/>
                    <a:pt x="59" y="94"/>
                    <a:pt x="59" y="94"/>
                  </a:cubicBezTo>
                  <a:cubicBezTo>
                    <a:pt x="59" y="10"/>
                    <a:pt x="59" y="10"/>
                    <a:pt x="59" y="10"/>
                  </a:cubicBezTo>
                  <a:cubicBezTo>
                    <a:pt x="100" y="10"/>
                    <a:pt x="100" y="10"/>
                    <a:pt x="100" y="10"/>
                  </a:cubicBezTo>
                  <a:cubicBezTo>
                    <a:pt x="101" y="10"/>
                    <a:pt x="103" y="6"/>
                    <a:pt x="103" y="5"/>
                  </a:cubicBezTo>
                  <a:cubicBezTo>
                    <a:pt x="103" y="3"/>
                    <a:pt x="101" y="0"/>
                    <a:pt x="10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23"/>
            <p:cNvSpPr>
              <a:spLocks/>
            </p:cNvSpPr>
            <p:nvPr/>
          </p:nvSpPr>
          <p:spPr bwMode="auto">
            <a:xfrm>
              <a:off x="3656013" y="6311901"/>
              <a:ext cx="139700" cy="341313"/>
            </a:xfrm>
            <a:custGeom>
              <a:avLst/>
              <a:gdLst>
                <a:gd name="T0" fmla="*/ 32 w 33"/>
                <a:gd name="T1" fmla="*/ 11 h 80"/>
                <a:gd name="T2" fmla="*/ 21 w 33"/>
                <a:gd name="T3" fmla="*/ 0 h 80"/>
                <a:gd name="T4" fmla="*/ 18 w 33"/>
                <a:gd name="T5" fmla="*/ 0 h 80"/>
                <a:gd name="T6" fmla="*/ 0 w 33"/>
                <a:gd name="T7" fmla="*/ 0 h 80"/>
                <a:gd name="T8" fmla="*/ 0 w 33"/>
                <a:gd name="T9" fmla="*/ 3 h 80"/>
                <a:gd name="T10" fmla="*/ 14 w 33"/>
                <a:gd name="T11" fmla="*/ 3 h 80"/>
                <a:gd name="T12" fmla="*/ 18 w 33"/>
                <a:gd name="T13" fmla="*/ 3 h 80"/>
                <a:gd name="T14" fmla="*/ 28 w 33"/>
                <a:gd name="T15" fmla="*/ 13 h 80"/>
                <a:gd name="T16" fmla="*/ 28 w 33"/>
                <a:gd name="T17" fmla="*/ 14 h 80"/>
                <a:gd name="T18" fmla="*/ 28 w 33"/>
                <a:gd name="T19" fmla="*/ 17 h 80"/>
                <a:gd name="T20" fmla="*/ 28 w 33"/>
                <a:gd name="T21" fmla="*/ 30 h 80"/>
                <a:gd name="T22" fmla="*/ 28 w 33"/>
                <a:gd name="T23" fmla="*/ 56 h 80"/>
                <a:gd name="T24" fmla="*/ 28 w 33"/>
                <a:gd name="T25" fmla="*/ 72 h 80"/>
                <a:gd name="T26" fmla="*/ 25 w 33"/>
                <a:gd name="T27" fmla="*/ 80 h 80"/>
                <a:gd name="T28" fmla="*/ 33 w 33"/>
                <a:gd name="T29" fmla="*/ 69 h 80"/>
                <a:gd name="T30" fmla="*/ 33 w 33"/>
                <a:gd name="T31" fmla="*/ 55 h 80"/>
                <a:gd name="T32" fmla="*/ 33 w 33"/>
                <a:gd name="T33" fmla="*/ 27 h 80"/>
                <a:gd name="T34" fmla="*/ 33 w 33"/>
                <a:gd name="T35" fmla="*/ 14 h 80"/>
                <a:gd name="T36" fmla="*/ 33 w 33"/>
                <a:gd name="T37" fmla="*/ 11 h 80"/>
                <a:gd name="T38" fmla="*/ 32 w 33"/>
                <a:gd name="T39" fmla="*/ 11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 h="80">
                  <a:moveTo>
                    <a:pt x="32" y="11"/>
                  </a:moveTo>
                  <a:cubicBezTo>
                    <a:pt x="32" y="5"/>
                    <a:pt x="27" y="0"/>
                    <a:pt x="21" y="0"/>
                  </a:cubicBezTo>
                  <a:cubicBezTo>
                    <a:pt x="18" y="0"/>
                    <a:pt x="18" y="0"/>
                    <a:pt x="18" y="0"/>
                  </a:cubicBezTo>
                  <a:cubicBezTo>
                    <a:pt x="0" y="0"/>
                    <a:pt x="0" y="0"/>
                    <a:pt x="0" y="0"/>
                  </a:cubicBezTo>
                  <a:cubicBezTo>
                    <a:pt x="0" y="3"/>
                    <a:pt x="0" y="3"/>
                    <a:pt x="0" y="3"/>
                  </a:cubicBezTo>
                  <a:cubicBezTo>
                    <a:pt x="14" y="3"/>
                    <a:pt x="14" y="3"/>
                    <a:pt x="14" y="3"/>
                  </a:cubicBezTo>
                  <a:cubicBezTo>
                    <a:pt x="18" y="3"/>
                    <a:pt x="18" y="3"/>
                    <a:pt x="18" y="3"/>
                  </a:cubicBezTo>
                  <a:cubicBezTo>
                    <a:pt x="24" y="3"/>
                    <a:pt x="27" y="8"/>
                    <a:pt x="28" y="13"/>
                  </a:cubicBezTo>
                  <a:cubicBezTo>
                    <a:pt x="28" y="14"/>
                    <a:pt x="28" y="14"/>
                    <a:pt x="28" y="14"/>
                  </a:cubicBezTo>
                  <a:cubicBezTo>
                    <a:pt x="28" y="17"/>
                    <a:pt x="28" y="17"/>
                    <a:pt x="28" y="17"/>
                  </a:cubicBezTo>
                  <a:cubicBezTo>
                    <a:pt x="28" y="30"/>
                    <a:pt x="28" y="30"/>
                    <a:pt x="28" y="30"/>
                  </a:cubicBezTo>
                  <a:cubicBezTo>
                    <a:pt x="28" y="56"/>
                    <a:pt x="28" y="56"/>
                    <a:pt x="28" y="56"/>
                  </a:cubicBezTo>
                  <a:cubicBezTo>
                    <a:pt x="28" y="72"/>
                    <a:pt x="28" y="72"/>
                    <a:pt x="28" y="72"/>
                  </a:cubicBezTo>
                  <a:cubicBezTo>
                    <a:pt x="28" y="73"/>
                    <a:pt x="27" y="77"/>
                    <a:pt x="25" y="80"/>
                  </a:cubicBezTo>
                  <a:cubicBezTo>
                    <a:pt x="30" y="77"/>
                    <a:pt x="33" y="73"/>
                    <a:pt x="33" y="69"/>
                  </a:cubicBezTo>
                  <a:cubicBezTo>
                    <a:pt x="33" y="55"/>
                    <a:pt x="33" y="55"/>
                    <a:pt x="33" y="55"/>
                  </a:cubicBezTo>
                  <a:cubicBezTo>
                    <a:pt x="33" y="27"/>
                    <a:pt x="33" y="27"/>
                    <a:pt x="33" y="27"/>
                  </a:cubicBezTo>
                  <a:cubicBezTo>
                    <a:pt x="33" y="14"/>
                    <a:pt x="33" y="14"/>
                    <a:pt x="33" y="14"/>
                  </a:cubicBezTo>
                  <a:cubicBezTo>
                    <a:pt x="33" y="11"/>
                    <a:pt x="33" y="11"/>
                    <a:pt x="33" y="11"/>
                  </a:cubicBezTo>
                  <a:cubicBezTo>
                    <a:pt x="33" y="11"/>
                    <a:pt x="33" y="11"/>
                    <a:pt x="32"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124"/>
            <p:cNvSpPr>
              <a:spLocks/>
            </p:cNvSpPr>
            <p:nvPr/>
          </p:nvSpPr>
          <p:spPr bwMode="auto">
            <a:xfrm>
              <a:off x="3625850" y="5667376"/>
              <a:ext cx="169863" cy="346075"/>
            </a:xfrm>
            <a:custGeom>
              <a:avLst/>
              <a:gdLst>
                <a:gd name="T0" fmla="*/ 31 w 40"/>
                <a:gd name="T1" fmla="*/ 0 h 81"/>
                <a:gd name="T2" fmla="*/ 21 w 40"/>
                <a:gd name="T3" fmla="*/ 10 h 81"/>
                <a:gd name="T4" fmla="*/ 21 w 40"/>
                <a:gd name="T5" fmla="*/ 44 h 81"/>
                <a:gd name="T6" fmla="*/ 0 w 40"/>
                <a:gd name="T7" fmla="*/ 63 h 81"/>
                <a:gd name="T8" fmla="*/ 9 w 40"/>
                <a:gd name="T9" fmla="*/ 81 h 81"/>
                <a:gd name="T10" fmla="*/ 9 w 40"/>
                <a:gd name="T11" fmla="*/ 81 h 81"/>
                <a:gd name="T12" fmla="*/ 37 w 40"/>
                <a:gd name="T13" fmla="*/ 56 h 81"/>
                <a:gd name="T14" fmla="*/ 40 w 40"/>
                <a:gd name="T15" fmla="*/ 49 h 81"/>
                <a:gd name="T16" fmla="*/ 40 w 40"/>
                <a:gd name="T17" fmla="*/ 49 h 81"/>
                <a:gd name="T18" fmla="*/ 40 w 40"/>
                <a:gd name="T19" fmla="*/ 10 h 81"/>
                <a:gd name="T20" fmla="*/ 31 w 40"/>
                <a:gd name="T21"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 h="81">
                  <a:moveTo>
                    <a:pt x="31" y="0"/>
                  </a:moveTo>
                  <a:cubicBezTo>
                    <a:pt x="25" y="0"/>
                    <a:pt x="21" y="5"/>
                    <a:pt x="21" y="10"/>
                  </a:cubicBezTo>
                  <a:cubicBezTo>
                    <a:pt x="21" y="44"/>
                    <a:pt x="21" y="44"/>
                    <a:pt x="21" y="44"/>
                  </a:cubicBezTo>
                  <a:cubicBezTo>
                    <a:pt x="0" y="63"/>
                    <a:pt x="0" y="63"/>
                    <a:pt x="0" y="63"/>
                  </a:cubicBezTo>
                  <a:cubicBezTo>
                    <a:pt x="4" y="67"/>
                    <a:pt x="9" y="74"/>
                    <a:pt x="9" y="81"/>
                  </a:cubicBezTo>
                  <a:cubicBezTo>
                    <a:pt x="9" y="81"/>
                    <a:pt x="9" y="81"/>
                    <a:pt x="9" y="81"/>
                  </a:cubicBezTo>
                  <a:cubicBezTo>
                    <a:pt x="37" y="56"/>
                    <a:pt x="37" y="56"/>
                    <a:pt x="37" y="56"/>
                  </a:cubicBezTo>
                  <a:cubicBezTo>
                    <a:pt x="40" y="53"/>
                    <a:pt x="40" y="50"/>
                    <a:pt x="40" y="49"/>
                  </a:cubicBezTo>
                  <a:cubicBezTo>
                    <a:pt x="40" y="49"/>
                    <a:pt x="40" y="49"/>
                    <a:pt x="40" y="49"/>
                  </a:cubicBezTo>
                  <a:cubicBezTo>
                    <a:pt x="40" y="10"/>
                    <a:pt x="40" y="10"/>
                    <a:pt x="40" y="10"/>
                  </a:cubicBezTo>
                  <a:cubicBezTo>
                    <a:pt x="40" y="5"/>
                    <a:pt x="37" y="0"/>
                    <a:pt x="3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125"/>
            <p:cNvSpPr>
              <a:spLocks/>
            </p:cNvSpPr>
            <p:nvPr/>
          </p:nvSpPr>
          <p:spPr bwMode="auto">
            <a:xfrm>
              <a:off x="3476625" y="5988051"/>
              <a:ext cx="387350" cy="250825"/>
            </a:xfrm>
            <a:custGeom>
              <a:avLst/>
              <a:gdLst>
                <a:gd name="T0" fmla="*/ 81 w 91"/>
                <a:gd name="T1" fmla="*/ 39 h 59"/>
                <a:gd name="T2" fmla="*/ 47 w 91"/>
                <a:gd name="T3" fmla="*/ 39 h 59"/>
                <a:gd name="T4" fmla="*/ 19 w 91"/>
                <a:gd name="T5" fmla="*/ 6 h 59"/>
                <a:gd name="T6" fmla="*/ 3 w 91"/>
                <a:gd name="T7" fmla="*/ 5 h 59"/>
                <a:gd name="T8" fmla="*/ 3 w 91"/>
                <a:gd name="T9" fmla="*/ 19 h 59"/>
                <a:gd name="T10" fmla="*/ 35 w 91"/>
                <a:gd name="T11" fmla="*/ 55 h 59"/>
                <a:gd name="T12" fmla="*/ 44 w 91"/>
                <a:gd name="T13" fmla="*/ 59 h 59"/>
                <a:gd name="T14" fmla="*/ 44 w 91"/>
                <a:gd name="T15" fmla="*/ 59 h 59"/>
                <a:gd name="T16" fmla="*/ 81 w 91"/>
                <a:gd name="T17" fmla="*/ 59 h 59"/>
                <a:gd name="T18" fmla="*/ 91 w 91"/>
                <a:gd name="T19" fmla="*/ 48 h 59"/>
                <a:gd name="T20" fmla="*/ 81 w 91"/>
                <a:gd name="T21" fmla="*/ 3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1" h="59">
                  <a:moveTo>
                    <a:pt x="81" y="39"/>
                  </a:moveTo>
                  <a:cubicBezTo>
                    <a:pt x="47" y="39"/>
                    <a:pt x="47" y="39"/>
                    <a:pt x="47" y="39"/>
                  </a:cubicBezTo>
                  <a:cubicBezTo>
                    <a:pt x="19" y="6"/>
                    <a:pt x="19" y="6"/>
                    <a:pt x="19" y="6"/>
                  </a:cubicBezTo>
                  <a:cubicBezTo>
                    <a:pt x="14" y="2"/>
                    <a:pt x="8" y="0"/>
                    <a:pt x="3" y="5"/>
                  </a:cubicBezTo>
                  <a:cubicBezTo>
                    <a:pt x="0" y="9"/>
                    <a:pt x="0" y="16"/>
                    <a:pt x="3" y="19"/>
                  </a:cubicBezTo>
                  <a:cubicBezTo>
                    <a:pt x="35" y="55"/>
                    <a:pt x="35" y="55"/>
                    <a:pt x="35" y="55"/>
                  </a:cubicBezTo>
                  <a:cubicBezTo>
                    <a:pt x="38" y="56"/>
                    <a:pt x="41" y="59"/>
                    <a:pt x="44" y="59"/>
                  </a:cubicBezTo>
                  <a:cubicBezTo>
                    <a:pt x="44" y="59"/>
                    <a:pt x="44" y="59"/>
                    <a:pt x="44" y="59"/>
                  </a:cubicBezTo>
                  <a:cubicBezTo>
                    <a:pt x="81" y="59"/>
                    <a:pt x="81" y="59"/>
                    <a:pt x="81" y="59"/>
                  </a:cubicBezTo>
                  <a:cubicBezTo>
                    <a:pt x="86" y="59"/>
                    <a:pt x="91" y="53"/>
                    <a:pt x="91" y="48"/>
                  </a:cubicBezTo>
                  <a:cubicBezTo>
                    <a:pt x="91" y="44"/>
                    <a:pt x="86" y="39"/>
                    <a:pt x="81"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126"/>
            <p:cNvSpPr>
              <a:spLocks/>
            </p:cNvSpPr>
            <p:nvPr/>
          </p:nvSpPr>
          <p:spPr bwMode="auto">
            <a:xfrm>
              <a:off x="3425825" y="5940426"/>
              <a:ext cx="331788" cy="738188"/>
            </a:xfrm>
            <a:custGeom>
              <a:avLst/>
              <a:gdLst>
                <a:gd name="T0" fmla="*/ 68 w 78"/>
                <a:gd name="T1" fmla="*/ 93 h 173"/>
                <a:gd name="T2" fmla="*/ 65 w 78"/>
                <a:gd name="T3" fmla="*/ 93 h 173"/>
                <a:gd name="T4" fmla="*/ 50 w 78"/>
                <a:gd name="T5" fmla="*/ 93 h 173"/>
                <a:gd name="T6" fmla="*/ 50 w 78"/>
                <a:gd name="T7" fmla="*/ 73 h 173"/>
                <a:gd name="T8" fmla="*/ 43 w 78"/>
                <a:gd name="T9" fmla="*/ 69 h 173"/>
                <a:gd name="T10" fmla="*/ 43 w 78"/>
                <a:gd name="T11" fmla="*/ 69 h 173"/>
                <a:gd name="T12" fmla="*/ 43 w 78"/>
                <a:gd name="T13" fmla="*/ 69 h 173"/>
                <a:gd name="T14" fmla="*/ 11 w 78"/>
                <a:gd name="T15" fmla="*/ 33 h 173"/>
                <a:gd name="T16" fmla="*/ 12 w 78"/>
                <a:gd name="T17" fmla="*/ 11 h 173"/>
                <a:gd name="T18" fmla="*/ 31 w 78"/>
                <a:gd name="T19" fmla="*/ 11 h 173"/>
                <a:gd name="T20" fmla="*/ 34 w 78"/>
                <a:gd name="T21" fmla="*/ 13 h 173"/>
                <a:gd name="T22" fmla="*/ 47 w 78"/>
                <a:gd name="T23" fmla="*/ 27 h 173"/>
                <a:gd name="T24" fmla="*/ 50 w 78"/>
                <a:gd name="T25" fmla="*/ 31 h 173"/>
                <a:gd name="T26" fmla="*/ 50 w 78"/>
                <a:gd name="T27" fmla="*/ 20 h 173"/>
                <a:gd name="T28" fmla="*/ 50 w 78"/>
                <a:gd name="T29" fmla="*/ 20 h 173"/>
                <a:gd name="T30" fmla="*/ 40 w 78"/>
                <a:gd name="T31" fmla="*/ 3 h 173"/>
                <a:gd name="T32" fmla="*/ 31 w 78"/>
                <a:gd name="T33" fmla="*/ 0 h 173"/>
                <a:gd name="T34" fmla="*/ 20 w 78"/>
                <a:gd name="T35" fmla="*/ 0 h 173"/>
                <a:gd name="T36" fmla="*/ 0 w 78"/>
                <a:gd name="T37" fmla="*/ 20 h 173"/>
                <a:gd name="T38" fmla="*/ 0 w 78"/>
                <a:gd name="T39" fmla="*/ 98 h 173"/>
                <a:gd name="T40" fmla="*/ 20 w 78"/>
                <a:gd name="T41" fmla="*/ 117 h 173"/>
                <a:gd name="T42" fmla="*/ 25 w 78"/>
                <a:gd name="T43" fmla="*/ 117 h 173"/>
                <a:gd name="T44" fmla="*/ 31 w 78"/>
                <a:gd name="T45" fmla="*/ 117 h 173"/>
                <a:gd name="T46" fmla="*/ 53 w 78"/>
                <a:gd name="T47" fmla="*/ 117 h 173"/>
                <a:gd name="T48" fmla="*/ 53 w 78"/>
                <a:gd name="T49" fmla="*/ 120 h 173"/>
                <a:gd name="T50" fmla="*/ 53 w 78"/>
                <a:gd name="T51" fmla="*/ 146 h 173"/>
                <a:gd name="T52" fmla="*/ 53 w 78"/>
                <a:gd name="T53" fmla="*/ 162 h 173"/>
                <a:gd name="T54" fmla="*/ 65 w 78"/>
                <a:gd name="T55" fmla="*/ 173 h 173"/>
                <a:gd name="T56" fmla="*/ 68 w 78"/>
                <a:gd name="T57" fmla="*/ 173 h 173"/>
                <a:gd name="T58" fmla="*/ 78 w 78"/>
                <a:gd name="T59" fmla="*/ 162 h 173"/>
                <a:gd name="T60" fmla="*/ 78 w 78"/>
                <a:gd name="T61" fmla="*/ 146 h 173"/>
                <a:gd name="T62" fmla="*/ 78 w 78"/>
                <a:gd name="T63" fmla="*/ 120 h 173"/>
                <a:gd name="T64" fmla="*/ 78 w 78"/>
                <a:gd name="T65" fmla="*/ 107 h 173"/>
                <a:gd name="T66" fmla="*/ 78 w 78"/>
                <a:gd name="T67" fmla="*/ 104 h 173"/>
                <a:gd name="T68" fmla="*/ 78 w 78"/>
                <a:gd name="T69" fmla="*/ 103 h 173"/>
                <a:gd name="T70" fmla="*/ 68 w 78"/>
                <a:gd name="T71" fmla="*/ 9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8" h="173">
                  <a:moveTo>
                    <a:pt x="68" y="93"/>
                  </a:moveTo>
                  <a:cubicBezTo>
                    <a:pt x="65" y="93"/>
                    <a:pt x="65" y="93"/>
                    <a:pt x="65" y="93"/>
                  </a:cubicBezTo>
                  <a:cubicBezTo>
                    <a:pt x="50" y="93"/>
                    <a:pt x="50" y="93"/>
                    <a:pt x="50" y="93"/>
                  </a:cubicBezTo>
                  <a:cubicBezTo>
                    <a:pt x="50" y="73"/>
                    <a:pt x="50" y="73"/>
                    <a:pt x="50" y="73"/>
                  </a:cubicBezTo>
                  <a:cubicBezTo>
                    <a:pt x="47" y="73"/>
                    <a:pt x="45" y="72"/>
                    <a:pt x="43" y="69"/>
                  </a:cubicBezTo>
                  <a:cubicBezTo>
                    <a:pt x="43" y="69"/>
                    <a:pt x="43" y="69"/>
                    <a:pt x="43" y="69"/>
                  </a:cubicBezTo>
                  <a:cubicBezTo>
                    <a:pt x="43" y="69"/>
                    <a:pt x="43" y="69"/>
                    <a:pt x="43" y="69"/>
                  </a:cubicBezTo>
                  <a:cubicBezTo>
                    <a:pt x="11" y="33"/>
                    <a:pt x="11" y="33"/>
                    <a:pt x="11" y="33"/>
                  </a:cubicBezTo>
                  <a:cubicBezTo>
                    <a:pt x="6" y="27"/>
                    <a:pt x="6" y="17"/>
                    <a:pt x="12" y="11"/>
                  </a:cubicBezTo>
                  <a:cubicBezTo>
                    <a:pt x="19" y="6"/>
                    <a:pt x="26" y="6"/>
                    <a:pt x="31" y="11"/>
                  </a:cubicBezTo>
                  <a:cubicBezTo>
                    <a:pt x="33" y="11"/>
                    <a:pt x="34" y="11"/>
                    <a:pt x="34" y="13"/>
                  </a:cubicBezTo>
                  <a:cubicBezTo>
                    <a:pt x="47" y="27"/>
                    <a:pt x="47" y="27"/>
                    <a:pt x="47" y="27"/>
                  </a:cubicBezTo>
                  <a:cubicBezTo>
                    <a:pt x="50" y="31"/>
                    <a:pt x="50" y="31"/>
                    <a:pt x="50" y="31"/>
                  </a:cubicBezTo>
                  <a:cubicBezTo>
                    <a:pt x="50" y="20"/>
                    <a:pt x="50" y="20"/>
                    <a:pt x="50" y="20"/>
                  </a:cubicBezTo>
                  <a:cubicBezTo>
                    <a:pt x="50" y="20"/>
                    <a:pt x="50" y="20"/>
                    <a:pt x="50" y="20"/>
                  </a:cubicBezTo>
                  <a:cubicBezTo>
                    <a:pt x="50" y="14"/>
                    <a:pt x="47" y="8"/>
                    <a:pt x="40" y="3"/>
                  </a:cubicBezTo>
                  <a:cubicBezTo>
                    <a:pt x="37" y="2"/>
                    <a:pt x="34" y="0"/>
                    <a:pt x="31" y="0"/>
                  </a:cubicBezTo>
                  <a:cubicBezTo>
                    <a:pt x="20" y="0"/>
                    <a:pt x="20" y="0"/>
                    <a:pt x="20" y="0"/>
                  </a:cubicBezTo>
                  <a:cubicBezTo>
                    <a:pt x="9" y="0"/>
                    <a:pt x="0" y="10"/>
                    <a:pt x="0" y="20"/>
                  </a:cubicBezTo>
                  <a:cubicBezTo>
                    <a:pt x="0" y="98"/>
                    <a:pt x="0" y="98"/>
                    <a:pt x="0" y="98"/>
                  </a:cubicBezTo>
                  <a:cubicBezTo>
                    <a:pt x="0" y="109"/>
                    <a:pt x="9" y="117"/>
                    <a:pt x="20" y="117"/>
                  </a:cubicBezTo>
                  <a:cubicBezTo>
                    <a:pt x="25" y="117"/>
                    <a:pt x="25" y="117"/>
                    <a:pt x="25" y="117"/>
                  </a:cubicBezTo>
                  <a:cubicBezTo>
                    <a:pt x="31" y="117"/>
                    <a:pt x="31" y="117"/>
                    <a:pt x="31" y="117"/>
                  </a:cubicBezTo>
                  <a:cubicBezTo>
                    <a:pt x="53" y="117"/>
                    <a:pt x="53" y="117"/>
                    <a:pt x="53" y="117"/>
                  </a:cubicBezTo>
                  <a:cubicBezTo>
                    <a:pt x="53" y="120"/>
                    <a:pt x="53" y="120"/>
                    <a:pt x="53" y="120"/>
                  </a:cubicBezTo>
                  <a:cubicBezTo>
                    <a:pt x="53" y="146"/>
                    <a:pt x="53" y="146"/>
                    <a:pt x="53" y="146"/>
                  </a:cubicBezTo>
                  <a:cubicBezTo>
                    <a:pt x="53" y="162"/>
                    <a:pt x="53" y="162"/>
                    <a:pt x="53" y="162"/>
                  </a:cubicBezTo>
                  <a:cubicBezTo>
                    <a:pt x="53" y="167"/>
                    <a:pt x="59" y="173"/>
                    <a:pt x="65" y="173"/>
                  </a:cubicBezTo>
                  <a:cubicBezTo>
                    <a:pt x="68" y="173"/>
                    <a:pt x="68" y="173"/>
                    <a:pt x="68" y="173"/>
                  </a:cubicBezTo>
                  <a:cubicBezTo>
                    <a:pt x="75" y="173"/>
                    <a:pt x="78" y="167"/>
                    <a:pt x="78" y="162"/>
                  </a:cubicBezTo>
                  <a:cubicBezTo>
                    <a:pt x="78" y="146"/>
                    <a:pt x="78" y="146"/>
                    <a:pt x="78" y="146"/>
                  </a:cubicBezTo>
                  <a:cubicBezTo>
                    <a:pt x="78" y="120"/>
                    <a:pt x="78" y="120"/>
                    <a:pt x="78" y="120"/>
                  </a:cubicBezTo>
                  <a:cubicBezTo>
                    <a:pt x="78" y="107"/>
                    <a:pt x="78" y="107"/>
                    <a:pt x="78" y="107"/>
                  </a:cubicBezTo>
                  <a:cubicBezTo>
                    <a:pt x="78" y="104"/>
                    <a:pt x="78" y="104"/>
                    <a:pt x="78" y="104"/>
                  </a:cubicBezTo>
                  <a:cubicBezTo>
                    <a:pt x="78" y="103"/>
                    <a:pt x="78" y="103"/>
                    <a:pt x="78" y="103"/>
                  </a:cubicBezTo>
                  <a:cubicBezTo>
                    <a:pt x="78" y="98"/>
                    <a:pt x="73" y="93"/>
                    <a:pt x="68" y="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Rectangle 127"/>
            <p:cNvSpPr>
              <a:spLocks noChangeArrowheads="1"/>
            </p:cNvSpPr>
            <p:nvPr/>
          </p:nvSpPr>
          <p:spPr bwMode="auto">
            <a:xfrm>
              <a:off x="4619625" y="6653213"/>
              <a:ext cx="33338" cy="254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Rectangle 128"/>
            <p:cNvSpPr>
              <a:spLocks noChangeArrowheads="1"/>
            </p:cNvSpPr>
            <p:nvPr/>
          </p:nvSpPr>
          <p:spPr bwMode="auto">
            <a:xfrm>
              <a:off x="4991100" y="6653213"/>
              <a:ext cx="33338" cy="254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129"/>
            <p:cNvSpPr>
              <a:spLocks/>
            </p:cNvSpPr>
            <p:nvPr/>
          </p:nvSpPr>
          <p:spPr bwMode="auto">
            <a:xfrm>
              <a:off x="4572000" y="6188076"/>
              <a:ext cx="500063" cy="33338"/>
            </a:xfrm>
            <a:custGeom>
              <a:avLst/>
              <a:gdLst>
                <a:gd name="T0" fmla="*/ 117 w 117"/>
                <a:gd name="T1" fmla="*/ 3 h 8"/>
                <a:gd name="T2" fmla="*/ 114 w 117"/>
                <a:gd name="T3" fmla="*/ 8 h 8"/>
                <a:gd name="T4" fmla="*/ 3 w 117"/>
                <a:gd name="T5" fmla="*/ 8 h 8"/>
                <a:gd name="T6" fmla="*/ 0 w 117"/>
                <a:gd name="T7" fmla="*/ 3 h 8"/>
                <a:gd name="T8" fmla="*/ 0 w 117"/>
                <a:gd name="T9" fmla="*/ 3 h 8"/>
                <a:gd name="T10" fmla="*/ 3 w 117"/>
                <a:gd name="T11" fmla="*/ 0 h 8"/>
                <a:gd name="T12" fmla="*/ 114 w 117"/>
                <a:gd name="T13" fmla="*/ 0 h 8"/>
                <a:gd name="T14" fmla="*/ 117 w 117"/>
                <a:gd name="T15" fmla="*/ 3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7" h="8">
                  <a:moveTo>
                    <a:pt x="117" y="3"/>
                  </a:moveTo>
                  <a:cubicBezTo>
                    <a:pt x="117" y="6"/>
                    <a:pt x="115" y="8"/>
                    <a:pt x="114" y="8"/>
                  </a:cubicBezTo>
                  <a:cubicBezTo>
                    <a:pt x="3" y="8"/>
                    <a:pt x="3" y="8"/>
                    <a:pt x="3" y="8"/>
                  </a:cubicBezTo>
                  <a:cubicBezTo>
                    <a:pt x="2" y="8"/>
                    <a:pt x="0" y="6"/>
                    <a:pt x="0" y="3"/>
                  </a:cubicBezTo>
                  <a:cubicBezTo>
                    <a:pt x="0" y="3"/>
                    <a:pt x="0" y="3"/>
                    <a:pt x="0" y="3"/>
                  </a:cubicBezTo>
                  <a:cubicBezTo>
                    <a:pt x="0" y="3"/>
                    <a:pt x="2" y="0"/>
                    <a:pt x="3" y="0"/>
                  </a:cubicBezTo>
                  <a:cubicBezTo>
                    <a:pt x="114" y="0"/>
                    <a:pt x="114" y="0"/>
                    <a:pt x="114" y="0"/>
                  </a:cubicBezTo>
                  <a:cubicBezTo>
                    <a:pt x="115" y="0"/>
                    <a:pt x="117" y="3"/>
                    <a:pt x="117"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Rectangle 130"/>
            <p:cNvSpPr>
              <a:spLocks noChangeArrowheads="1"/>
            </p:cNvSpPr>
            <p:nvPr/>
          </p:nvSpPr>
          <p:spPr bwMode="auto">
            <a:xfrm>
              <a:off x="4606925" y="6238876"/>
              <a:ext cx="430213" cy="401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Rectangle 131"/>
            <p:cNvSpPr>
              <a:spLocks noChangeArrowheads="1"/>
            </p:cNvSpPr>
            <p:nvPr/>
          </p:nvSpPr>
          <p:spPr bwMode="auto">
            <a:xfrm>
              <a:off x="6078538" y="5411788"/>
              <a:ext cx="38100" cy="900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Rectangle 132"/>
            <p:cNvSpPr>
              <a:spLocks noChangeArrowheads="1"/>
            </p:cNvSpPr>
            <p:nvPr/>
          </p:nvSpPr>
          <p:spPr bwMode="auto">
            <a:xfrm>
              <a:off x="6138863" y="5308601"/>
              <a:ext cx="71438" cy="13700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133"/>
            <p:cNvSpPr>
              <a:spLocks/>
            </p:cNvSpPr>
            <p:nvPr/>
          </p:nvSpPr>
          <p:spPr bwMode="auto">
            <a:xfrm>
              <a:off x="4953000" y="5973763"/>
              <a:ext cx="288925" cy="133350"/>
            </a:xfrm>
            <a:custGeom>
              <a:avLst/>
              <a:gdLst>
                <a:gd name="T0" fmla="*/ 60 w 68"/>
                <a:gd name="T1" fmla="*/ 12 h 31"/>
                <a:gd name="T2" fmla="*/ 68 w 68"/>
                <a:gd name="T3" fmla="*/ 23 h 31"/>
                <a:gd name="T4" fmla="*/ 68 w 68"/>
                <a:gd name="T5" fmla="*/ 23 h 31"/>
                <a:gd name="T6" fmla="*/ 56 w 68"/>
                <a:gd name="T7" fmla="*/ 31 h 31"/>
                <a:gd name="T8" fmla="*/ 9 w 68"/>
                <a:gd name="T9" fmla="*/ 22 h 31"/>
                <a:gd name="T10" fmla="*/ 1 w 68"/>
                <a:gd name="T11" fmla="*/ 9 h 31"/>
                <a:gd name="T12" fmla="*/ 1 w 68"/>
                <a:gd name="T13" fmla="*/ 9 h 31"/>
                <a:gd name="T14" fmla="*/ 12 w 68"/>
                <a:gd name="T15" fmla="*/ 3 h 31"/>
                <a:gd name="T16" fmla="*/ 60 w 68"/>
                <a:gd name="T17" fmla="*/ 1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31">
                  <a:moveTo>
                    <a:pt x="60" y="12"/>
                  </a:moveTo>
                  <a:cubicBezTo>
                    <a:pt x="65" y="12"/>
                    <a:pt x="68" y="19"/>
                    <a:pt x="68" y="23"/>
                  </a:cubicBezTo>
                  <a:cubicBezTo>
                    <a:pt x="68" y="23"/>
                    <a:pt x="68" y="23"/>
                    <a:pt x="68" y="23"/>
                  </a:cubicBezTo>
                  <a:cubicBezTo>
                    <a:pt x="68" y="28"/>
                    <a:pt x="62" y="31"/>
                    <a:pt x="56" y="31"/>
                  </a:cubicBezTo>
                  <a:cubicBezTo>
                    <a:pt x="9" y="22"/>
                    <a:pt x="9" y="22"/>
                    <a:pt x="9" y="22"/>
                  </a:cubicBezTo>
                  <a:cubicBezTo>
                    <a:pt x="3" y="20"/>
                    <a:pt x="0" y="15"/>
                    <a:pt x="1" y="9"/>
                  </a:cubicBezTo>
                  <a:cubicBezTo>
                    <a:pt x="1" y="9"/>
                    <a:pt x="1" y="9"/>
                    <a:pt x="1" y="9"/>
                  </a:cubicBezTo>
                  <a:cubicBezTo>
                    <a:pt x="3" y="5"/>
                    <a:pt x="7" y="0"/>
                    <a:pt x="12" y="3"/>
                  </a:cubicBezTo>
                  <a:lnTo>
                    <a:pt x="6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134"/>
            <p:cNvSpPr>
              <a:spLocks/>
            </p:cNvSpPr>
            <p:nvPr/>
          </p:nvSpPr>
          <p:spPr bwMode="auto">
            <a:xfrm>
              <a:off x="5297488" y="6059488"/>
              <a:ext cx="242888" cy="619125"/>
            </a:xfrm>
            <a:custGeom>
              <a:avLst/>
              <a:gdLst>
                <a:gd name="T0" fmla="*/ 52 w 57"/>
                <a:gd name="T1" fmla="*/ 0 h 145"/>
                <a:gd name="T2" fmla="*/ 49 w 57"/>
                <a:gd name="T3" fmla="*/ 5 h 145"/>
                <a:gd name="T4" fmla="*/ 49 w 57"/>
                <a:gd name="T5" fmla="*/ 92 h 145"/>
                <a:gd name="T6" fmla="*/ 6 w 57"/>
                <a:gd name="T7" fmla="*/ 92 h 145"/>
                <a:gd name="T8" fmla="*/ 4 w 57"/>
                <a:gd name="T9" fmla="*/ 92 h 145"/>
                <a:gd name="T10" fmla="*/ 3 w 57"/>
                <a:gd name="T11" fmla="*/ 92 h 145"/>
                <a:gd name="T12" fmla="*/ 0 w 57"/>
                <a:gd name="T13" fmla="*/ 97 h 145"/>
                <a:gd name="T14" fmla="*/ 0 w 57"/>
                <a:gd name="T15" fmla="*/ 142 h 145"/>
                <a:gd name="T16" fmla="*/ 3 w 57"/>
                <a:gd name="T17" fmla="*/ 145 h 145"/>
                <a:gd name="T18" fmla="*/ 7 w 57"/>
                <a:gd name="T19" fmla="*/ 142 h 145"/>
                <a:gd name="T20" fmla="*/ 7 w 57"/>
                <a:gd name="T21" fmla="*/ 101 h 145"/>
                <a:gd name="T22" fmla="*/ 49 w 57"/>
                <a:gd name="T23" fmla="*/ 101 h 145"/>
                <a:gd name="T24" fmla="*/ 49 w 57"/>
                <a:gd name="T25" fmla="*/ 142 h 145"/>
                <a:gd name="T26" fmla="*/ 52 w 57"/>
                <a:gd name="T27" fmla="*/ 145 h 145"/>
                <a:gd name="T28" fmla="*/ 57 w 57"/>
                <a:gd name="T29" fmla="*/ 142 h 145"/>
                <a:gd name="T30" fmla="*/ 57 w 57"/>
                <a:gd name="T31" fmla="*/ 5 h 145"/>
                <a:gd name="T32" fmla="*/ 52 w 57"/>
                <a:gd name="T33"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7" h="145">
                  <a:moveTo>
                    <a:pt x="52" y="0"/>
                  </a:moveTo>
                  <a:cubicBezTo>
                    <a:pt x="51" y="0"/>
                    <a:pt x="49" y="2"/>
                    <a:pt x="49" y="5"/>
                  </a:cubicBezTo>
                  <a:cubicBezTo>
                    <a:pt x="49" y="92"/>
                    <a:pt x="49" y="92"/>
                    <a:pt x="49" y="92"/>
                  </a:cubicBezTo>
                  <a:cubicBezTo>
                    <a:pt x="6" y="92"/>
                    <a:pt x="6" y="92"/>
                    <a:pt x="6" y="92"/>
                  </a:cubicBezTo>
                  <a:cubicBezTo>
                    <a:pt x="4" y="92"/>
                    <a:pt x="4" y="92"/>
                    <a:pt x="4" y="92"/>
                  </a:cubicBezTo>
                  <a:cubicBezTo>
                    <a:pt x="3" y="92"/>
                    <a:pt x="3" y="92"/>
                    <a:pt x="3" y="92"/>
                  </a:cubicBezTo>
                  <a:cubicBezTo>
                    <a:pt x="3" y="92"/>
                    <a:pt x="0" y="95"/>
                    <a:pt x="0" y="97"/>
                  </a:cubicBezTo>
                  <a:cubicBezTo>
                    <a:pt x="0" y="142"/>
                    <a:pt x="0" y="142"/>
                    <a:pt x="0" y="142"/>
                  </a:cubicBezTo>
                  <a:cubicBezTo>
                    <a:pt x="3" y="145"/>
                    <a:pt x="3" y="145"/>
                    <a:pt x="3" y="145"/>
                  </a:cubicBezTo>
                  <a:cubicBezTo>
                    <a:pt x="6" y="145"/>
                    <a:pt x="7" y="142"/>
                    <a:pt x="7" y="142"/>
                  </a:cubicBezTo>
                  <a:cubicBezTo>
                    <a:pt x="7" y="101"/>
                    <a:pt x="7" y="101"/>
                    <a:pt x="7" y="101"/>
                  </a:cubicBezTo>
                  <a:cubicBezTo>
                    <a:pt x="49" y="101"/>
                    <a:pt x="49" y="101"/>
                    <a:pt x="49" y="101"/>
                  </a:cubicBezTo>
                  <a:cubicBezTo>
                    <a:pt x="49" y="142"/>
                    <a:pt x="49" y="142"/>
                    <a:pt x="49" y="142"/>
                  </a:cubicBezTo>
                  <a:cubicBezTo>
                    <a:pt x="49" y="142"/>
                    <a:pt x="51" y="145"/>
                    <a:pt x="52" y="145"/>
                  </a:cubicBezTo>
                  <a:cubicBezTo>
                    <a:pt x="55" y="145"/>
                    <a:pt x="57" y="142"/>
                    <a:pt x="57" y="142"/>
                  </a:cubicBezTo>
                  <a:cubicBezTo>
                    <a:pt x="57" y="5"/>
                    <a:pt x="57" y="5"/>
                    <a:pt x="57" y="5"/>
                  </a:cubicBezTo>
                  <a:cubicBezTo>
                    <a:pt x="57" y="2"/>
                    <a:pt x="55" y="0"/>
                    <a:pt x="5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Oval 135"/>
            <p:cNvSpPr>
              <a:spLocks noChangeArrowheads="1"/>
            </p:cNvSpPr>
            <p:nvPr/>
          </p:nvSpPr>
          <p:spPr bwMode="auto">
            <a:xfrm>
              <a:off x="5289550" y="5722938"/>
              <a:ext cx="200025" cy="2000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136"/>
            <p:cNvSpPr>
              <a:spLocks/>
            </p:cNvSpPr>
            <p:nvPr/>
          </p:nvSpPr>
          <p:spPr bwMode="auto">
            <a:xfrm>
              <a:off x="5340350" y="5935663"/>
              <a:ext cx="298450" cy="252413"/>
            </a:xfrm>
            <a:custGeom>
              <a:avLst/>
              <a:gdLst>
                <a:gd name="T0" fmla="*/ 67 w 70"/>
                <a:gd name="T1" fmla="*/ 11 h 59"/>
                <a:gd name="T2" fmla="*/ 58 w 70"/>
                <a:gd name="T3" fmla="*/ 0 h 59"/>
                <a:gd name="T4" fmla="*/ 55 w 70"/>
                <a:gd name="T5" fmla="*/ 3 h 59"/>
                <a:gd name="T6" fmla="*/ 55 w 70"/>
                <a:gd name="T7" fmla="*/ 3 h 59"/>
                <a:gd name="T8" fmla="*/ 8 w 70"/>
                <a:gd name="T9" fmla="*/ 15 h 59"/>
                <a:gd name="T10" fmla="*/ 2 w 70"/>
                <a:gd name="T11" fmla="*/ 28 h 59"/>
                <a:gd name="T12" fmla="*/ 14 w 70"/>
                <a:gd name="T13" fmla="*/ 34 h 59"/>
                <a:gd name="T14" fmla="*/ 49 w 70"/>
                <a:gd name="T15" fmla="*/ 24 h 59"/>
                <a:gd name="T16" fmla="*/ 50 w 70"/>
                <a:gd name="T17" fmla="*/ 49 h 59"/>
                <a:gd name="T18" fmla="*/ 61 w 70"/>
                <a:gd name="T19" fmla="*/ 59 h 59"/>
                <a:gd name="T20" fmla="*/ 70 w 70"/>
                <a:gd name="T21" fmla="*/ 48 h 59"/>
                <a:gd name="T22" fmla="*/ 67 w 70"/>
                <a:gd name="T23" fmla="*/ 1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0" h="59">
                  <a:moveTo>
                    <a:pt x="67" y="11"/>
                  </a:moveTo>
                  <a:cubicBezTo>
                    <a:pt x="67" y="6"/>
                    <a:pt x="64" y="0"/>
                    <a:pt x="58" y="0"/>
                  </a:cubicBezTo>
                  <a:cubicBezTo>
                    <a:pt x="58" y="1"/>
                    <a:pt x="55" y="1"/>
                    <a:pt x="55" y="3"/>
                  </a:cubicBezTo>
                  <a:cubicBezTo>
                    <a:pt x="55" y="3"/>
                    <a:pt x="55" y="3"/>
                    <a:pt x="55" y="3"/>
                  </a:cubicBezTo>
                  <a:cubicBezTo>
                    <a:pt x="8" y="15"/>
                    <a:pt x="8" y="15"/>
                    <a:pt x="8" y="15"/>
                  </a:cubicBezTo>
                  <a:cubicBezTo>
                    <a:pt x="4" y="18"/>
                    <a:pt x="0" y="23"/>
                    <a:pt x="2" y="28"/>
                  </a:cubicBezTo>
                  <a:cubicBezTo>
                    <a:pt x="4" y="34"/>
                    <a:pt x="8" y="37"/>
                    <a:pt x="14" y="34"/>
                  </a:cubicBezTo>
                  <a:cubicBezTo>
                    <a:pt x="49" y="24"/>
                    <a:pt x="49" y="24"/>
                    <a:pt x="49" y="24"/>
                  </a:cubicBezTo>
                  <a:cubicBezTo>
                    <a:pt x="50" y="49"/>
                    <a:pt x="50" y="49"/>
                    <a:pt x="50" y="49"/>
                  </a:cubicBezTo>
                  <a:cubicBezTo>
                    <a:pt x="52" y="54"/>
                    <a:pt x="55" y="59"/>
                    <a:pt x="61" y="59"/>
                  </a:cubicBezTo>
                  <a:cubicBezTo>
                    <a:pt x="67" y="59"/>
                    <a:pt x="70" y="53"/>
                    <a:pt x="70" y="48"/>
                  </a:cubicBezTo>
                  <a:lnTo>
                    <a:pt x="67"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137"/>
            <p:cNvSpPr>
              <a:spLocks/>
            </p:cNvSpPr>
            <p:nvPr/>
          </p:nvSpPr>
          <p:spPr bwMode="auto">
            <a:xfrm>
              <a:off x="5059363" y="6465888"/>
              <a:ext cx="101600" cy="204788"/>
            </a:xfrm>
            <a:custGeom>
              <a:avLst/>
              <a:gdLst>
                <a:gd name="T0" fmla="*/ 17 w 24"/>
                <a:gd name="T1" fmla="*/ 28 h 48"/>
                <a:gd name="T2" fmla="*/ 15 w 24"/>
                <a:gd name="T3" fmla="*/ 8 h 48"/>
                <a:gd name="T4" fmla="*/ 15 w 24"/>
                <a:gd name="T5" fmla="*/ 8 h 48"/>
                <a:gd name="T6" fmla="*/ 12 w 24"/>
                <a:gd name="T7" fmla="*/ 0 h 48"/>
                <a:gd name="T8" fmla="*/ 3 w 24"/>
                <a:gd name="T9" fmla="*/ 31 h 48"/>
                <a:gd name="T10" fmla="*/ 7 w 24"/>
                <a:gd name="T11" fmla="*/ 45 h 48"/>
                <a:gd name="T12" fmla="*/ 10 w 24"/>
                <a:gd name="T13" fmla="*/ 47 h 48"/>
                <a:gd name="T14" fmla="*/ 24 w 24"/>
                <a:gd name="T15" fmla="*/ 41 h 48"/>
                <a:gd name="T16" fmla="*/ 17 w 24"/>
                <a:gd name="T17" fmla="*/ 2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48">
                  <a:moveTo>
                    <a:pt x="17" y="28"/>
                  </a:moveTo>
                  <a:cubicBezTo>
                    <a:pt x="15" y="8"/>
                    <a:pt x="15" y="8"/>
                    <a:pt x="15" y="8"/>
                  </a:cubicBezTo>
                  <a:cubicBezTo>
                    <a:pt x="15" y="8"/>
                    <a:pt x="15" y="8"/>
                    <a:pt x="15" y="8"/>
                  </a:cubicBezTo>
                  <a:cubicBezTo>
                    <a:pt x="12" y="0"/>
                    <a:pt x="12" y="0"/>
                    <a:pt x="12" y="0"/>
                  </a:cubicBezTo>
                  <a:cubicBezTo>
                    <a:pt x="3" y="31"/>
                    <a:pt x="3" y="31"/>
                    <a:pt x="3" y="31"/>
                  </a:cubicBezTo>
                  <a:cubicBezTo>
                    <a:pt x="0" y="37"/>
                    <a:pt x="3" y="44"/>
                    <a:pt x="7" y="45"/>
                  </a:cubicBezTo>
                  <a:cubicBezTo>
                    <a:pt x="10" y="47"/>
                    <a:pt x="10" y="47"/>
                    <a:pt x="10" y="47"/>
                  </a:cubicBezTo>
                  <a:cubicBezTo>
                    <a:pt x="15" y="48"/>
                    <a:pt x="21" y="45"/>
                    <a:pt x="24" y="41"/>
                  </a:cubicBezTo>
                  <a:cubicBezTo>
                    <a:pt x="21" y="37"/>
                    <a:pt x="18" y="34"/>
                    <a:pt x="17"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138"/>
            <p:cNvSpPr>
              <a:spLocks/>
            </p:cNvSpPr>
            <p:nvPr/>
          </p:nvSpPr>
          <p:spPr bwMode="auto">
            <a:xfrm>
              <a:off x="5110163" y="6276976"/>
              <a:ext cx="144463" cy="346075"/>
            </a:xfrm>
            <a:custGeom>
              <a:avLst/>
              <a:gdLst>
                <a:gd name="T0" fmla="*/ 34 w 34"/>
                <a:gd name="T1" fmla="*/ 7 h 81"/>
                <a:gd name="T2" fmla="*/ 19 w 34"/>
                <a:gd name="T3" fmla="*/ 0 h 81"/>
                <a:gd name="T4" fmla="*/ 15 w 34"/>
                <a:gd name="T5" fmla="*/ 0 h 81"/>
                <a:gd name="T6" fmla="*/ 14 w 34"/>
                <a:gd name="T7" fmla="*/ 0 h 81"/>
                <a:gd name="T8" fmla="*/ 11 w 34"/>
                <a:gd name="T9" fmla="*/ 0 h 81"/>
                <a:gd name="T10" fmla="*/ 2 w 34"/>
                <a:gd name="T11" fmla="*/ 13 h 81"/>
                <a:gd name="T12" fmla="*/ 8 w 34"/>
                <a:gd name="T13" fmla="*/ 57 h 81"/>
                <a:gd name="T14" fmla="*/ 8 w 34"/>
                <a:gd name="T15" fmla="*/ 57 h 81"/>
                <a:gd name="T16" fmla="*/ 9 w 34"/>
                <a:gd name="T17" fmla="*/ 71 h 81"/>
                <a:gd name="T18" fmla="*/ 22 w 34"/>
                <a:gd name="T19" fmla="*/ 80 h 81"/>
                <a:gd name="T20" fmla="*/ 25 w 34"/>
                <a:gd name="T21" fmla="*/ 80 h 81"/>
                <a:gd name="T22" fmla="*/ 34 w 34"/>
                <a:gd name="T23" fmla="*/ 67 h 81"/>
                <a:gd name="T24" fmla="*/ 31 w 34"/>
                <a:gd name="T25" fmla="*/ 53 h 81"/>
                <a:gd name="T26" fmla="*/ 31 w 34"/>
                <a:gd name="T27" fmla="*/ 53 h 81"/>
                <a:gd name="T28" fmla="*/ 26 w 34"/>
                <a:gd name="T29" fmla="*/ 10 h 81"/>
                <a:gd name="T30" fmla="*/ 26 w 34"/>
                <a:gd name="T31" fmla="*/ 10 h 81"/>
                <a:gd name="T32" fmla="*/ 34 w 34"/>
                <a:gd name="T33" fmla="*/ 10 h 81"/>
                <a:gd name="T34" fmla="*/ 34 w 34"/>
                <a:gd name="T35" fmla="*/ 7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4" h="81">
                  <a:moveTo>
                    <a:pt x="34" y="7"/>
                  </a:moveTo>
                  <a:cubicBezTo>
                    <a:pt x="19" y="0"/>
                    <a:pt x="19" y="0"/>
                    <a:pt x="19" y="0"/>
                  </a:cubicBezTo>
                  <a:cubicBezTo>
                    <a:pt x="19" y="0"/>
                    <a:pt x="17" y="0"/>
                    <a:pt x="15" y="0"/>
                  </a:cubicBezTo>
                  <a:cubicBezTo>
                    <a:pt x="15" y="0"/>
                    <a:pt x="15" y="0"/>
                    <a:pt x="14" y="0"/>
                  </a:cubicBezTo>
                  <a:cubicBezTo>
                    <a:pt x="11" y="0"/>
                    <a:pt x="11" y="0"/>
                    <a:pt x="11" y="0"/>
                  </a:cubicBezTo>
                  <a:cubicBezTo>
                    <a:pt x="6" y="2"/>
                    <a:pt x="0" y="7"/>
                    <a:pt x="2" y="13"/>
                  </a:cubicBezTo>
                  <a:cubicBezTo>
                    <a:pt x="8" y="57"/>
                    <a:pt x="8" y="57"/>
                    <a:pt x="8" y="57"/>
                  </a:cubicBezTo>
                  <a:cubicBezTo>
                    <a:pt x="8" y="57"/>
                    <a:pt x="8" y="57"/>
                    <a:pt x="8" y="57"/>
                  </a:cubicBezTo>
                  <a:cubicBezTo>
                    <a:pt x="9" y="71"/>
                    <a:pt x="9" y="71"/>
                    <a:pt x="9" y="71"/>
                  </a:cubicBezTo>
                  <a:cubicBezTo>
                    <a:pt x="9" y="77"/>
                    <a:pt x="15" y="81"/>
                    <a:pt x="22" y="80"/>
                  </a:cubicBezTo>
                  <a:cubicBezTo>
                    <a:pt x="25" y="80"/>
                    <a:pt x="25" y="80"/>
                    <a:pt x="25" y="80"/>
                  </a:cubicBezTo>
                  <a:cubicBezTo>
                    <a:pt x="31" y="78"/>
                    <a:pt x="34" y="74"/>
                    <a:pt x="34" y="67"/>
                  </a:cubicBezTo>
                  <a:cubicBezTo>
                    <a:pt x="31" y="53"/>
                    <a:pt x="31" y="53"/>
                    <a:pt x="31" y="53"/>
                  </a:cubicBezTo>
                  <a:cubicBezTo>
                    <a:pt x="31" y="53"/>
                    <a:pt x="31" y="53"/>
                    <a:pt x="31" y="53"/>
                  </a:cubicBezTo>
                  <a:cubicBezTo>
                    <a:pt x="26" y="10"/>
                    <a:pt x="26" y="10"/>
                    <a:pt x="26" y="10"/>
                  </a:cubicBezTo>
                  <a:cubicBezTo>
                    <a:pt x="26" y="10"/>
                    <a:pt x="26" y="10"/>
                    <a:pt x="26" y="10"/>
                  </a:cubicBezTo>
                  <a:cubicBezTo>
                    <a:pt x="34" y="10"/>
                    <a:pt x="34" y="10"/>
                    <a:pt x="34" y="10"/>
                  </a:cubicBezTo>
                  <a:lnTo>
                    <a:pt x="34"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139"/>
            <p:cNvSpPr>
              <a:spLocks/>
            </p:cNvSpPr>
            <p:nvPr/>
          </p:nvSpPr>
          <p:spPr bwMode="auto">
            <a:xfrm>
              <a:off x="5241925" y="5940426"/>
              <a:ext cx="247650" cy="500063"/>
            </a:xfrm>
            <a:custGeom>
              <a:avLst/>
              <a:gdLst>
                <a:gd name="T0" fmla="*/ 41 w 58"/>
                <a:gd name="T1" fmla="*/ 39 h 117"/>
                <a:gd name="T2" fmla="*/ 19 w 58"/>
                <a:gd name="T3" fmla="*/ 30 h 117"/>
                <a:gd name="T4" fmla="*/ 31 w 58"/>
                <a:gd name="T5" fmla="*/ 10 h 117"/>
                <a:gd name="T6" fmla="*/ 50 w 58"/>
                <a:gd name="T7" fmla="*/ 3 h 117"/>
                <a:gd name="T8" fmla="*/ 37 w 58"/>
                <a:gd name="T9" fmla="*/ 0 h 117"/>
                <a:gd name="T10" fmla="*/ 28 w 58"/>
                <a:gd name="T11" fmla="*/ 0 h 117"/>
                <a:gd name="T12" fmla="*/ 6 w 58"/>
                <a:gd name="T13" fmla="*/ 20 h 117"/>
                <a:gd name="T14" fmla="*/ 6 w 58"/>
                <a:gd name="T15" fmla="*/ 92 h 117"/>
                <a:gd name="T16" fmla="*/ 0 w 58"/>
                <a:gd name="T17" fmla="*/ 92 h 117"/>
                <a:gd name="T18" fmla="*/ 3 w 58"/>
                <a:gd name="T19" fmla="*/ 117 h 117"/>
                <a:gd name="T20" fmla="*/ 28 w 58"/>
                <a:gd name="T21" fmla="*/ 117 h 117"/>
                <a:gd name="T22" fmla="*/ 31 w 58"/>
                <a:gd name="T23" fmla="*/ 117 h 117"/>
                <a:gd name="T24" fmla="*/ 37 w 58"/>
                <a:gd name="T25" fmla="*/ 117 h 117"/>
                <a:gd name="T26" fmla="*/ 58 w 58"/>
                <a:gd name="T27" fmla="*/ 98 h 117"/>
                <a:gd name="T28" fmla="*/ 58 w 58"/>
                <a:gd name="T29" fmla="*/ 34 h 117"/>
                <a:gd name="T30" fmla="*/ 41 w 58"/>
                <a:gd name="T31" fmla="*/ 3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8" h="117">
                  <a:moveTo>
                    <a:pt x="41" y="39"/>
                  </a:moveTo>
                  <a:cubicBezTo>
                    <a:pt x="31" y="42"/>
                    <a:pt x="22" y="39"/>
                    <a:pt x="19" y="30"/>
                  </a:cubicBezTo>
                  <a:cubicBezTo>
                    <a:pt x="17" y="20"/>
                    <a:pt x="22" y="11"/>
                    <a:pt x="31" y="10"/>
                  </a:cubicBezTo>
                  <a:cubicBezTo>
                    <a:pt x="50" y="3"/>
                    <a:pt x="50" y="3"/>
                    <a:pt x="50" y="3"/>
                  </a:cubicBezTo>
                  <a:cubicBezTo>
                    <a:pt x="47" y="2"/>
                    <a:pt x="41" y="0"/>
                    <a:pt x="37" y="0"/>
                  </a:cubicBezTo>
                  <a:cubicBezTo>
                    <a:pt x="28" y="0"/>
                    <a:pt x="28" y="0"/>
                    <a:pt x="28" y="0"/>
                  </a:cubicBezTo>
                  <a:cubicBezTo>
                    <a:pt x="16" y="0"/>
                    <a:pt x="6" y="10"/>
                    <a:pt x="6" y="20"/>
                  </a:cubicBezTo>
                  <a:cubicBezTo>
                    <a:pt x="6" y="92"/>
                    <a:pt x="6" y="92"/>
                    <a:pt x="6" y="92"/>
                  </a:cubicBezTo>
                  <a:cubicBezTo>
                    <a:pt x="0" y="92"/>
                    <a:pt x="0" y="92"/>
                    <a:pt x="0" y="92"/>
                  </a:cubicBezTo>
                  <a:cubicBezTo>
                    <a:pt x="3" y="117"/>
                    <a:pt x="3" y="117"/>
                    <a:pt x="3" y="117"/>
                  </a:cubicBezTo>
                  <a:cubicBezTo>
                    <a:pt x="28" y="117"/>
                    <a:pt x="28" y="117"/>
                    <a:pt x="28" y="117"/>
                  </a:cubicBezTo>
                  <a:cubicBezTo>
                    <a:pt x="31" y="117"/>
                    <a:pt x="31" y="117"/>
                    <a:pt x="31" y="117"/>
                  </a:cubicBezTo>
                  <a:cubicBezTo>
                    <a:pt x="37" y="117"/>
                    <a:pt x="37" y="117"/>
                    <a:pt x="37" y="117"/>
                  </a:cubicBezTo>
                  <a:cubicBezTo>
                    <a:pt x="50" y="117"/>
                    <a:pt x="58" y="109"/>
                    <a:pt x="58" y="98"/>
                  </a:cubicBezTo>
                  <a:cubicBezTo>
                    <a:pt x="58" y="34"/>
                    <a:pt x="58" y="34"/>
                    <a:pt x="58" y="34"/>
                  </a:cubicBezTo>
                  <a:lnTo>
                    <a:pt x="41"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140"/>
            <p:cNvSpPr>
              <a:spLocks/>
            </p:cNvSpPr>
            <p:nvPr/>
          </p:nvSpPr>
          <p:spPr bwMode="auto">
            <a:xfrm>
              <a:off x="5156200" y="6000751"/>
              <a:ext cx="98425" cy="106363"/>
            </a:xfrm>
            <a:custGeom>
              <a:avLst/>
              <a:gdLst>
                <a:gd name="T0" fmla="*/ 8 w 23"/>
                <a:gd name="T1" fmla="*/ 6 h 25"/>
                <a:gd name="T2" fmla="*/ 1 w 23"/>
                <a:gd name="T3" fmla="*/ 19 h 25"/>
                <a:gd name="T4" fmla="*/ 14 w 23"/>
                <a:gd name="T5" fmla="*/ 25 h 25"/>
                <a:gd name="T6" fmla="*/ 23 w 23"/>
                <a:gd name="T7" fmla="*/ 22 h 25"/>
                <a:gd name="T8" fmla="*/ 23 w 23"/>
                <a:gd name="T9" fmla="*/ 0 h 25"/>
                <a:gd name="T10" fmla="*/ 8 w 23"/>
                <a:gd name="T11" fmla="*/ 6 h 25"/>
              </a:gdLst>
              <a:ahLst/>
              <a:cxnLst>
                <a:cxn ang="0">
                  <a:pos x="T0" y="T1"/>
                </a:cxn>
                <a:cxn ang="0">
                  <a:pos x="T2" y="T3"/>
                </a:cxn>
                <a:cxn ang="0">
                  <a:pos x="T4" y="T5"/>
                </a:cxn>
                <a:cxn ang="0">
                  <a:pos x="T6" y="T7"/>
                </a:cxn>
                <a:cxn ang="0">
                  <a:pos x="T8" y="T9"/>
                </a:cxn>
                <a:cxn ang="0">
                  <a:pos x="T10" y="T11"/>
                </a:cxn>
              </a:cxnLst>
              <a:rect l="0" t="0" r="r" b="b"/>
              <a:pathLst>
                <a:path w="23" h="25">
                  <a:moveTo>
                    <a:pt x="8" y="6"/>
                  </a:moveTo>
                  <a:cubicBezTo>
                    <a:pt x="3" y="6"/>
                    <a:pt x="0" y="13"/>
                    <a:pt x="1" y="19"/>
                  </a:cubicBezTo>
                  <a:cubicBezTo>
                    <a:pt x="4" y="24"/>
                    <a:pt x="9" y="25"/>
                    <a:pt x="14" y="25"/>
                  </a:cubicBezTo>
                  <a:cubicBezTo>
                    <a:pt x="23" y="22"/>
                    <a:pt x="23" y="22"/>
                    <a:pt x="23" y="22"/>
                  </a:cubicBezTo>
                  <a:cubicBezTo>
                    <a:pt x="23" y="0"/>
                    <a:pt x="23" y="0"/>
                    <a:pt x="23" y="0"/>
                  </a:cubicBezTo>
                  <a:lnTo>
                    <a:pt x="8"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41" name="组合 140"/>
          <p:cNvGrpSpPr/>
          <p:nvPr/>
        </p:nvGrpSpPr>
        <p:grpSpPr>
          <a:xfrm>
            <a:off x="6607175" y="1966913"/>
            <a:ext cx="4513263" cy="1373188"/>
            <a:chOff x="6607175" y="1966913"/>
            <a:chExt cx="4513263" cy="1373188"/>
          </a:xfrm>
          <a:solidFill>
            <a:schemeClr val="tx1">
              <a:lumMod val="65000"/>
              <a:lumOff val="35000"/>
            </a:schemeClr>
          </a:solidFill>
        </p:grpSpPr>
        <p:sp>
          <p:nvSpPr>
            <p:cNvPr id="142" name="Freeform 142"/>
            <p:cNvSpPr>
              <a:spLocks/>
            </p:cNvSpPr>
            <p:nvPr/>
          </p:nvSpPr>
          <p:spPr bwMode="auto">
            <a:xfrm>
              <a:off x="7486650" y="2379663"/>
              <a:ext cx="195263" cy="196850"/>
            </a:xfrm>
            <a:custGeom>
              <a:avLst/>
              <a:gdLst>
                <a:gd name="T0" fmla="*/ 46 w 46"/>
                <a:gd name="T1" fmla="*/ 23 h 46"/>
                <a:gd name="T2" fmla="*/ 21 w 46"/>
                <a:gd name="T3" fmla="*/ 46 h 46"/>
                <a:gd name="T4" fmla="*/ 0 w 46"/>
                <a:gd name="T5" fmla="*/ 23 h 46"/>
                <a:gd name="T6" fmla="*/ 21 w 46"/>
                <a:gd name="T7" fmla="*/ 0 h 46"/>
                <a:gd name="T8" fmla="*/ 46 w 46"/>
                <a:gd name="T9" fmla="*/ 23 h 46"/>
              </a:gdLst>
              <a:ahLst/>
              <a:cxnLst>
                <a:cxn ang="0">
                  <a:pos x="T0" y="T1"/>
                </a:cxn>
                <a:cxn ang="0">
                  <a:pos x="T2" y="T3"/>
                </a:cxn>
                <a:cxn ang="0">
                  <a:pos x="T4" y="T5"/>
                </a:cxn>
                <a:cxn ang="0">
                  <a:pos x="T6" y="T7"/>
                </a:cxn>
                <a:cxn ang="0">
                  <a:pos x="T8" y="T9"/>
                </a:cxn>
              </a:cxnLst>
              <a:rect l="0" t="0" r="r" b="b"/>
              <a:pathLst>
                <a:path w="46" h="46">
                  <a:moveTo>
                    <a:pt x="46" y="23"/>
                  </a:moveTo>
                  <a:cubicBezTo>
                    <a:pt x="46" y="36"/>
                    <a:pt x="35" y="46"/>
                    <a:pt x="21" y="46"/>
                  </a:cubicBezTo>
                  <a:cubicBezTo>
                    <a:pt x="9" y="46"/>
                    <a:pt x="0" y="36"/>
                    <a:pt x="0" y="23"/>
                  </a:cubicBezTo>
                  <a:cubicBezTo>
                    <a:pt x="0" y="10"/>
                    <a:pt x="9" y="0"/>
                    <a:pt x="21" y="0"/>
                  </a:cubicBezTo>
                  <a:cubicBezTo>
                    <a:pt x="35" y="0"/>
                    <a:pt x="46" y="10"/>
                    <a:pt x="46"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143"/>
            <p:cNvSpPr>
              <a:spLocks/>
            </p:cNvSpPr>
            <p:nvPr/>
          </p:nvSpPr>
          <p:spPr bwMode="auto">
            <a:xfrm>
              <a:off x="7532688" y="2652713"/>
              <a:ext cx="388938" cy="244475"/>
            </a:xfrm>
            <a:custGeom>
              <a:avLst/>
              <a:gdLst>
                <a:gd name="T0" fmla="*/ 81 w 91"/>
                <a:gd name="T1" fmla="*/ 38 h 57"/>
                <a:gd name="T2" fmla="*/ 48 w 91"/>
                <a:gd name="T3" fmla="*/ 38 h 57"/>
                <a:gd name="T4" fmla="*/ 18 w 91"/>
                <a:gd name="T5" fmla="*/ 4 h 57"/>
                <a:gd name="T6" fmla="*/ 4 w 91"/>
                <a:gd name="T7" fmla="*/ 3 h 57"/>
                <a:gd name="T8" fmla="*/ 4 w 91"/>
                <a:gd name="T9" fmla="*/ 17 h 57"/>
                <a:gd name="T10" fmla="*/ 35 w 91"/>
                <a:gd name="T11" fmla="*/ 54 h 57"/>
                <a:gd name="T12" fmla="*/ 43 w 91"/>
                <a:gd name="T13" fmla="*/ 57 h 57"/>
                <a:gd name="T14" fmla="*/ 43 w 91"/>
                <a:gd name="T15" fmla="*/ 57 h 57"/>
                <a:gd name="T16" fmla="*/ 81 w 91"/>
                <a:gd name="T17" fmla="*/ 57 h 57"/>
                <a:gd name="T18" fmla="*/ 91 w 91"/>
                <a:gd name="T19" fmla="*/ 48 h 57"/>
                <a:gd name="T20" fmla="*/ 81 w 91"/>
                <a:gd name="T21" fmla="*/ 38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1" h="57">
                  <a:moveTo>
                    <a:pt x="81" y="38"/>
                  </a:moveTo>
                  <a:cubicBezTo>
                    <a:pt x="48" y="38"/>
                    <a:pt x="48" y="38"/>
                    <a:pt x="48" y="38"/>
                  </a:cubicBezTo>
                  <a:cubicBezTo>
                    <a:pt x="18" y="4"/>
                    <a:pt x="18" y="4"/>
                    <a:pt x="18" y="4"/>
                  </a:cubicBezTo>
                  <a:cubicBezTo>
                    <a:pt x="14" y="0"/>
                    <a:pt x="7" y="0"/>
                    <a:pt x="4" y="3"/>
                  </a:cubicBezTo>
                  <a:cubicBezTo>
                    <a:pt x="1" y="7"/>
                    <a:pt x="0" y="14"/>
                    <a:pt x="4" y="17"/>
                  </a:cubicBezTo>
                  <a:cubicBezTo>
                    <a:pt x="35" y="54"/>
                    <a:pt x="35" y="54"/>
                    <a:pt x="35" y="54"/>
                  </a:cubicBezTo>
                  <a:cubicBezTo>
                    <a:pt x="39" y="56"/>
                    <a:pt x="40" y="57"/>
                    <a:pt x="43" y="57"/>
                  </a:cubicBezTo>
                  <a:cubicBezTo>
                    <a:pt x="43" y="57"/>
                    <a:pt x="43" y="57"/>
                    <a:pt x="43" y="57"/>
                  </a:cubicBezTo>
                  <a:cubicBezTo>
                    <a:pt x="81" y="57"/>
                    <a:pt x="81" y="57"/>
                    <a:pt x="81" y="57"/>
                  </a:cubicBezTo>
                  <a:cubicBezTo>
                    <a:pt x="85" y="57"/>
                    <a:pt x="91" y="52"/>
                    <a:pt x="91" y="48"/>
                  </a:cubicBezTo>
                  <a:cubicBezTo>
                    <a:pt x="91" y="42"/>
                    <a:pt x="85" y="38"/>
                    <a:pt x="81"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144"/>
            <p:cNvSpPr>
              <a:spLocks/>
            </p:cNvSpPr>
            <p:nvPr/>
          </p:nvSpPr>
          <p:spPr bwMode="auto">
            <a:xfrm>
              <a:off x="7431088" y="3132138"/>
              <a:ext cx="42863" cy="207963"/>
            </a:xfrm>
            <a:custGeom>
              <a:avLst/>
              <a:gdLst>
                <a:gd name="T0" fmla="*/ 0 w 10"/>
                <a:gd name="T1" fmla="*/ 0 h 49"/>
                <a:gd name="T2" fmla="*/ 0 w 10"/>
                <a:gd name="T3" fmla="*/ 45 h 49"/>
                <a:gd name="T4" fmla="*/ 5 w 10"/>
                <a:gd name="T5" fmla="*/ 49 h 49"/>
                <a:gd name="T6" fmla="*/ 10 w 10"/>
                <a:gd name="T7" fmla="*/ 45 h 49"/>
                <a:gd name="T8" fmla="*/ 10 w 10"/>
                <a:gd name="T9" fmla="*/ 5 h 49"/>
                <a:gd name="T10" fmla="*/ 5 w 10"/>
                <a:gd name="T11" fmla="*/ 5 h 49"/>
                <a:gd name="T12" fmla="*/ 0 w 10"/>
                <a:gd name="T13" fmla="*/ 0 h 49"/>
              </a:gdLst>
              <a:ahLst/>
              <a:cxnLst>
                <a:cxn ang="0">
                  <a:pos x="T0" y="T1"/>
                </a:cxn>
                <a:cxn ang="0">
                  <a:pos x="T2" y="T3"/>
                </a:cxn>
                <a:cxn ang="0">
                  <a:pos x="T4" y="T5"/>
                </a:cxn>
                <a:cxn ang="0">
                  <a:pos x="T6" y="T7"/>
                </a:cxn>
                <a:cxn ang="0">
                  <a:pos x="T8" y="T9"/>
                </a:cxn>
                <a:cxn ang="0">
                  <a:pos x="T10" y="T11"/>
                </a:cxn>
                <a:cxn ang="0">
                  <a:pos x="T12" y="T13"/>
                </a:cxn>
              </a:cxnLst>
              <a:rect l="0" t="0" r="r" b="b"/>
              <a:pathLst>
                <a:path w="10" h="49">
                  <a:moveTo>
                    <a:pt x="0" y="0"/>
                  </a:moveTo>
                  <a:cubicBezTo>
                    <a:pt x="0" y="45"/>
                    <a:pt x="0" y="45"/>
                    <a:pt x="0" y="45"/>
                  </a:cubicBezTo>
                  <a:cubicBezTo>
                    <a:pt x="0" y="47"/>
                    <a:pt x="3" y="49"/>
                    <a:pt x="5" y="49"/>
                  </a:cubicBezTo>
                  <a:cubicBezTo>
                    <a:pt x="6" y="49"/>
                    <a:pt x="10" y="47"/>
                    <a:pt x="10" y="45"/>
                  </a:cubicBezTo>
                  <a:cubicBezTo>
                    <a:pt x="10" y="5"/>
                    <a:pt x="10" y="5"/>
                    <a:pt x="10" y="5"/>
                  </a:cubicBezTo>
                  <a:cubicBezTo>
                    <a:pt x="5" y="5"/>
                    <a:pt x="5" y="5"/>
                    <a:pt x="5" y="5"/>
                  </a:cubicBezTo>
                  <a:cubicBezTo>
                    <a:pt x="3" y="5"/>
                    <a:pt x="0"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145"/>
            <p:cNvSpPr>
              <a:spLocks/>
            </p:cNvSpPr>
            <p:nvPr/>
          </p:nvSpPr>
          <p:spPr bwMode="auto">
            <a:xfrm>
              <a:off x="7431088" y="2725738"/>
              <a:ext cx="42863" cy="406400"/>
            </a:xfrm>
            <a:custGeom>
              <a:avLst/>
              <a:gdLst>
                <a:gd name="T0" fmla="*/ 5 w 10"/>
                <a:gd name="T1" fmla="*/ 91 h 95"/>
                <a:gd name="T2" fmla="*/ 10 w 10"/>
                <a:gd name="T3" fmla="*/ 91 h 95"/>
                <a:gd name="T4" fmla="*/ 10 w 10"/>
                <a:gd name="T5" fmla="*/ 3 h 95"/>
                <a:gd name="T6" fmla="*/ 5 w 10"/>
                <a:gd name="T7" fmla="*/ 0 h 95"/>
                <a:gd name="T8" fmla="*/ 0 w 10"/>
                <a:gd name="T9" fmla="*/ 3 h 95"/>
                <a:gd name="T10" fmla="*/ 0 w 10"/>
                <a:gd name="T11" fmla="*/ 95 h 95"/>
                <a:gd name="T12" fmla="*/ 5 w 10"/>
                <a:gd name="T13" fmla="*/ 91 h 95"/>
              </a:gdLst>
              <a:ahLst/>
              <a:cxnLst>
                <a:cxn ang="0">
                  <a:pos x="T0" y="T1"/>
                </a:cxn>
                <a:cxn ang="0">
                  <a:pos x="T2" y="T3"/>
                </a:cxn>
                <a:cxn ang="0">
                  <a:pos x="T4" y="T5"/>
                </a:cxn>
                <a:cxn ang="0">
                  <a:pos x="T6" y="T7"/>
                </a:cxn>
                <a:cxn ang="0">
                  <a:pos x="T8" y="T9"/>
                </a:cxn>
                <a:cxn ang="0">
                  <a:pos x="T10" y="T11"/>
                </a:cxn>
                <a:cxn ang="0">
                  <a:pos x="T12" y="T13"/>
                </a:cxn>
              </a:cxnLst>
              <a:rect l="0" t="0" r="r" b="b"/>
              <a:pathLst>
                <a:path w="10" h="95">
                  <a:moveTo>
                    <a:pt x="5" y="91"/>
                  </a:moveTo>
                  <a:cubicBezTo>
                    <a:pt x="10" y="91"/>
                    <a:pt x="10" y="91"/>
                    <a:pt x="10" y="91"/>
                  </a:cubicBezTo>
                  <a:cubicBezTo>
                    <a:pt x="10" y="3"/>
                    <a:pt x="10" y="3"/>
                    <a:pt x="10" y="3"/>
                  </a:cubicBezTo>
                  <a:cubicBezTo>
                    <a:pt x="10" y="1"/>
                    <a:pt x="6" y="0"/>
                    <a:pt x="5" y="0"/>
                  </a:cubicBezTo>
                  <a:cubicBezTo>
                    <a:pt x="3" y="0"/>
                    <a:pt x="0" y="1"/>
                    <a:pt x="0" y="3"/>
                  </a:cubicBezTo>
                  <a:cubicBezTo>
                    <a:pt x="0" y="95"/>
                    <a:pt x="0" y="95"/>
                    <a:pt x="0" y="95"/>
                  </a:cubicBezTo>
                  <a:cubicBezTo>
                    <a:pt x="0" y="94"/>
                    <a:pt x="3" y="91"/>
                    <a:pt x="5" y="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146"/>
            <p:cNvSpPr>
              <a:spLocks/>
            </p:cNvSpPr>
            <p:nvPr/>
          </p:nvSpPr>
          <p:spPr bwMode="auto">
            <a:xfrm>
              <a:off x="7431088" y="3114676"/>
              <a:ext cx="225425" cy="38100"/>
            </a:xfrm>
            <a:custGeom>
              <a:avLst/>
              <a:gdLst>
                <a:gd name="T0" fmla="*/ 53 w 53"/>
                <a:gd name="T1" fmla="*/ 0 h 9"/>
                <a:gd name="T2" fmla="*/ 53 w 53"/>
                <a:gd name="T3" fmla="*/ 0 h 9"/>
                <a:gd name="T4" fmla="*/ 10 w 53"/>
                <a:gd name="T5" fmla="*/ 0 h 9"/>
                <a:gd name="T6" fmla="*/ 5 w 53"/>
                <a:gd name="T7" fmla="*/ 0 h 9"/>
                <a:gd name="T8" fmla="*/ 0 w 53"/>
                <a:gd name="T9" fmla="*/ 4 h 9"/>
                <a:gd name="T10" fmla="*/ 5 w 53"/>
                <a:gd name="T11" fmla="*/ 9 h 9"/>
                <a:gd name="T12" fmla="*/ 10 w 53"/>
                <a:gd name="T13" fmla="*/ 9 h 9"/>
                <a:gd name="T14" fmla="*/ 50 w 53"/>
                <a:gd name="T15" fmla="*/ 9 h 9"/>
                <a:gd name="T16" fmla="*/ 50 w 53"/>
                <a:gd name="T17" fmla="*/ 4 h 9"/>
                <a:gd name="T18" fmla="*/ 53 w 53"/>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9">
                  <a:moveTo>
                    <a:pt x="53" y="0"/>
                  </a:moveTo>
                  <a:cubicBezTo>
                    <a:pt x="53" y="0"/>
                    <a:pt x="53" y="0"/>
                    <a:pt x="53" y="0"/>
                  </a:cubicBezTo>
                  <a:cubicBezTo>
                    <a:pt x="10" y="0"/>
                    <a:pt x="10" y="0"/>
                    <a:pt x="10" y="0"/>
                  </a:cubicBezTo>
                  <a:cubicBezTo>
                    <a:pt x="5" y="0"/>
                    <a:pt x="5" y="0"/>
                    <a:pt x="5" y="0"/>
                  </a:cubicBezTo>
                  <a:cubicBezTo>
                    <a:pt x="3" y="0"/>
                    <a:pt x="0" y="3"/>
                    <a:pt x="0" y="4"/>
                  </a:cubicBezTo>
                  <a:cubicBezTo>
                    <a:pt x="0" y="7"/>
                    <a:pt x="3" y="9"/>
                    <a:pt x="5" y="9"/>
                  </a:cubicBezTo>
                  <a:cubicBezTo>
                    <a:pt x="10" y="9"/>
                    <a:pt x="10" y="9"/>
                    <a:pt x="10" y="9"/>
                  </a:cubicBezTo>
                  <a:cubicBezTo>
                    <a:pt x="50" y="9"/>
                    <a:pt x="50" y="9"/>
                    <a:pt x="50" y="9"/>
                  </a:cubicBezTo>
                  <a:cubicBezTo>
                    <a:pt x="50" y="4"/>
                    <a:pt x="50" y="4"/>
                    <a:pt x="50" y="4"/>
                  </a:cubicBezTo>
                  <a:cubicBezTo>
                    <a:pt x="50" y="3"/>
                    <a:pt x="53" y="1"/>
                    <a:pt x="5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147"/>
            <p:cNvSpPr>
              <a:spLocks/>
            </p:cNvSpPr>
            <p:nvPr/>
          </p:nvSpPr>
          <p:spPr bwMode="auto">
            <a:xfrm>
              <a:off x="7643813" y="3114676"/>
              <a:ext cx="38100" cy="225425"/>
            </a:xfrm>
            <a:custGeom>
              <a:avLst/>
              <a:gdLst>
                <a:gd name="T0" fmla="*/ 5 w 9"/>
                <a:gd name="T1" fmla="*/ 0 h 53"/>
                <a:gd name="T2" fmla="*/ 3 w 9"/>
                <a:gd name="T3" fmla="*/ 0 h 53"/>
                <a:gd name="T4" fmla="*/ 0 w 9"/>
                <a:gd name="T5" fmla="*/ 4 h 53"/>
                <a:gd name="T6" fmla="*/ 0 w 9"/>
                <a:gd name="T7" fmla="*/ 9 h 53"/>
                <a:gd name="T8" fmla="*/ 0 w 9"/>
                <a:gd name="T9" fmla="*/ 49 h 53"/>
                <a:gd name="T10" fmla="*/ 5 w 9"/>
                <a:gd name="T11" fmla="*/ 53 h 53"/>
                <a:gd name="T12" fmla="*/ 9 w 9"/>
                <a:gd name="T13" fmla="*/ 49 h 53"/>
                <a:gd name="T14" fmla="*/ 9 w 9"/>
                <a:gd name="T15" fmla="*/ 4 h 53"/>
                <a:gd name="T16" fmla="*/ 5 w 9"/>
                <a:gd name="T1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53">
                  <a:moveTo>
                    <a:pt x="5" y="0"/>
                  </a:moveTo>
                  <a:cubicBezTo>
                    <a:pt x="5" y="0"/>
                    <a:pt x="5" y="0"/>
                    <a:pt x="3" y="0"/>
                  </a:cubicBezTo>
                  <a:cubicBezTo>
                    <a:pt x="3" y="0"/>
                    <a:pt x="0" y="3"/>
                    <a:pt x="0" y="4"/>
                  </a:cubicBezTo>
                  <a:cubicBezTo>
                    <a:pt x="0" y="9"/>
                    <a:pt x="0" y="9"/>
                    <a:pt x="0" y="9"/>
                  </a:cubicBezTo>
                  <a:cubicBezTo>
                    <a:pt x="0" y="49"/>
                    <a:pt x="0" y="49"/>
                    <a:pt x="0" y="49"/>
                  </a:cubicBezTo>
                  <a:cubicBezTo>
                    <a:pt x="0" y="51"/>
                    <a:pt x="3" y="53"/>
                    <a:pt x="5" y="53"/>
                  </a:cubicBezTo>
                  <a:cubicBezTo>
                    <a:pt x="6" y="53"/>
                    <a:pt x="9" y="51"/>
                    <a:pt x="9" y="49"/>
                  </a:cubicBezTo>
                  <a:cubicBezTo>
                    <a:pt x="9" y="4"/>
                    <a:pt x="9" y="4"/>
                    <a:pt x="9" y="4"/>
                  </a:cubicBezTo>
                  <a:cubicBezTo>
                    <a:pt x="9" y="2"/>
                    <a:pt x="6" y="0"/>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148"/>
            <p:cNvSpPr>
              <a:spLocks/>
            </p:cNvSpPr>
            <p:nvPr/>
          </p:nvSpPr>
          <p:spPr bwMode="auto">
            <a:xfrm>
              <a:off x="7759700" y="2917826"/>
              <a:ext cx="442913" cy="422275"/>
            </a:xfrm>
            <a:custGeom>
              <a:avLst/>
              <a:gdLst>
                <a:gd name="T0" fmla="*/ 99 w 104"/>
                <a:gd name="T1" fmla="*/ 0 h 99"/>
                <a:gd name="T2" fmla="*/ 4 w 104"/>
                <a:gd name="T3" fmla="*/ 0 h 99"/>
                <a:gd name="T4" fmla="*/ 0 w 104"/>
                <a:gd name="T5" fmla="*/ 4 h 99"/>
                <a:gd name="T6" fmla="*/ 4 w 104"/>
                <a:gd name="T7" fmla="*/ 8 h 99"/>
                <a:gd name="T8" fmla="*/ 46 w 104"/>
                <a:gd name="T9" fmla="*/ 8 h 99"/>
                <a:gd name="T10" fmla="*/ 46 w 104"/>
                <a:gd name="T11" fmla="*/ 92 h 99"/>
                <a:gd name="T12" fmla="*/ 21 w 104"/>
                <a:gd name="T13" fmla="*/ 92 h 99"/>
                <a:gd name="T14" fmla="*/ 14 w 104"/>
                <a:gd name="T15" fmla="*/ 99 h 99"/>
                <a:gd name="T16" fmla="*/ 46 w 104"/>
                <a:gd name="T17" fmla="*/ 99 h 99"/>
                <a:gd name="T18" fmla="*/ 59 w 104"/>
                <a:gd name="T19" fmla="*/ 99 h 99"/>
                <a:gd name="T20" fmla="*/ 91 w 104"/>
                <a:gd name="T21" fmla="*/ 99 h 99"/>
                <a:gd name="T22" fmla="*/ 85 w 104"/>
                <a:gd name="T23" fmla="*/ 92 h 99"/>
                <a:gd name="T24" fmla="*/ 59 w 104"/>
                <a:gd name="T25" fmla="*/ 92 h 99"/>
                <a:gd name="T26" fmla="*/ 59 w 104"/>
                <a:gd name="T27" fmla="*/ 8 h 99"/>
                <a:gd name="T28" fmla="*/ 99 w 104"/>
                <a:gd name="T29" fmla="*/ 8 h 99"/>
                <a:gd name="T30" fmla="*/ 104 w 104"/>
                <a:gd name="T31" fmla="*/ 4 h 99"/>
                <a:gd name="T32" fmla="*/ 99 w 104"/>
                <a:gd name="T3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4" h="99">
                  <a:moveTo>
                    <a:pt x="99" y="0"/>
                  </a:moveTo>
                  <a:cubicBezTo>
                    <a:pt x="4" y="0"/>
                    <a:pt x="4" y="0"/>
                    <a:pt x="4" y="0"/>
                  </a:cubicBezTo>
                  <a:cubicBezTo>
                    <a:pt x="1" y="0"/>
                    <a:pt x="0" y="2"/>
                    <a:pt x="0" y="4"/>
                  </a:cubicBezTo>
                  <a:cubicBezTo>
                    <a:pt x="0" y="7"/>
                    <a:pt x="1" y="8"/>
                    <a:pt x="4" y="8"/>
                  </a:cubicBezTo>
                  <a:cubicBezTo>
                    <a:pt x="46" y="8"/>
                    <a:pt x="46" y="8"/>
                    <a:pt x="46" y="8"/>
                  </a:cubicBezTo>
                  <a:cubicBezTo>
                    <a:pt x="46" y="92"/>
                    <a:pt x="46" y="92"/>
                    <a:pt x="46" y="92"/>
                  </a:cubicBezTo>
                  <a:cubicBezTo>
                    <a:pt x="21" y="92"/>
                    <a:pt x="21" y="92"/>
                    <a:pt x="21" y="92"/>
                  </a:cubicBezTo>
                  <a:cubicBezTo>
                    <a:pt x="17" y="92"/>
                    <a:pt x="14" y="95"/>
                    <a:pt x="14" y="99"/>
                  </a:cubicBezTo>
                  <a:cubicBezTo>
                    <a:pt x="46" y="99"/>
                    <a:pt x="46" y="99"/>
                    <a:pt x="46" y="99"/>
                  </a:cubicBezTo>
                  <a:cubicBezTo>
                    <a:pt x="59" y="99"/>
                    <a:pt x="59" y="99"/>
                    <a:pt x="59" y="99"/>
                  </a:cubicBezTo>
                  <a:cubicBezTo>
                    <a:pt x="91" y="99"/>
                    <a:pt x="91" y="99"/>
                    <a:pt x="91" y="99"/>
                  </a:cubicBezTo>
                  <a:cubicBezTo>
                    <a:pt x="91" y="95"/>
                    <a:pt x="88" y="92"/>
                    <a:pt x="85" y="92"/>
                  </a:cubicBezTo>
                  <a:cubicBezTo>
                    <a:pt x="59" y="92"/>
                    <a:pt x="59" y="92"/>
                    <a:pt x="59" y="92"/>
                  </a:cubicBezTo>
                  <a:cubicBezTo>
                    <a:pt x="59" y="8"/>
                    <a:pt x="59" y="8"/>
                    <a:pt x="59" y="8"/>
                  </a:cubicBezTo>
                  <a:cubicBezTo>
                    <a:pt x="99" y="8"/>
                    <a:pt x="99" y="8"/>
                    <a:pt x="99" y="8"/>
                  </a:cubicBezTo>
                  <a:cubicBezTo>
                    <a:pt x="101" y="8"/>
                    <a:pt x="104" y="7"/>
                    <a:pt x="104" y="4"/>
                  </a:cubicBezTo>
                  <a:cubicBezTo>
                    <a:pt x="104" y="2"/>
                    <a:pt x="101" y="0"/>
                    <a:pt x="9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149"/>
            <p:cNvSpPr>
              <a:spLocks/>
            </p:cNvSpPr>
            <p:nvPr/>
          </p:nvSpPr>
          <p:spPr bwMode="auto">
            <a:xfrm>
              <a:off x="7716838" y="2973388"/>
              <a:ext cx="131763" cy="338138"/>
            </a:xfrm>
            <a:custGeom>
              <a:avLst/>
              <a:gdLst>
                <a:gd name="T0" fmla="*/ 31 w 31"/>
                <a:gd name="T1" fmla="*/ 10 h 79"/>
                <a:gd name="T2" fmla="*/ 20 w 31"/>
                <a:gd name="T3" fmla="*/ 0 h 79"/>
                <a:gd name="T4" fmla="*/ 17 w 31"/>
                <a:gd name="T5" fmla="*/ 0 h 79"/>
                <a:gd name="T6" fmla="*/ 0 w 31"/>
                <a:gd name="T7" fmla="*/ 0 h 79"/>
                <a:gd name="T8" fmla="*/ 0 w 31"/>
                <a:gd name="T9" fmla="*/ 3 h 79"/>
                <a:gd name="T10" fmla="*/ 14 w 31"/>
                <a:gd name="T11" fmla="*/ 3 h 79"/>
                <a:gd name="T12" fmla="*/ 17 w 31"/>
                <a:gd name="T13" fmla="*/ 3 h 79"/>
                <a:gd name="T14" fmla="*/ 27 w 31"/>
                <a:gd name="T15" fmla="*/ 12 h 79"/>
                <a:gd name="T16" fmla="*/ 27 w 31"/>
                <a:gd name="T17" fmla="*/ 13 h 79"/>
                <a:gd name="T18" fmla="*/ 27 w 31"/>
                <a:gd name="T19" fmla="*/ 17 h 79"/>
                <a:gd name="T20" fmla="*/ 27 w 31"/>
                <a:gd name="T21" fmla="*/ 30 h 79"/>
                <a:gd name="T22" fmla="*/ 27 w 31"/>
                <a:gd name="T23" fmla="*/ 56 h 79"/>
                <a:gd name="T24" fmla="*/ 27 w 31"/>
                <a:gd name="T25" fmla="*/ 72 h 79"/>
                <a:gd name="T26" fmla="*/ 24 w 31"/>
                <a:gd name="T27" fmla="*/ 79 h 79"/>
                <a:gd name="T28" fmla="*/ 31 w 31"/>
                <a:gd name="T29" fmla="*/ 69 h 79"/>
                <a:gd name="T30" fmla="*/ 31 w 31"/>
                <a:gd name="T31" fmla="*/ 54 h 79"/>
                <a:gd name="T32" fmla="*/ 31 w 31"/>
                <a:gd name="T33" fmla="*/ 26 h 79"/>
                <a:gd name="T34" fmla="*/ 31 w 31"/>
                <a:gd name="T35" fmla="*/ 14 h 79"/>
                <a:gd name="T36" fmla="*/ 31 w 31"/>
                <a:gd name="T37" fmla="*/ 11 h 79"/>
                <a:gd name="T38" fmla="*/ 31 w 31"/>
                <a:gd name="T39" fmla="*/ 1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 h="79">
                  <a:moveTo>
                    <a:pt x="31" y="10"/>
                  </a:moveTo>
                  <a:cubicBezTo>
                    <a:pt x="30" y="5"/>
                    <a:pt x="27" y="0"/>
                    <a:pt x="20" y="0"/>
                  </a:cubicBezTo>
                  <a:cubicBezTo>
                    <a:pt x="17" y="0"/>
                    <a:pt x="17" y="0"/>
                    <a:pt x="17" y="0"/>
                  </a:cubicBezTo>
                  <a:cubicBezTo>
                    <a:pt x="0" y="0"/>
                    <a:pt x="0" y="0"/>
                    <a:pt x="0" y="0"/>
                  </a:cubicBezTo>
                  <a:cubicBezTo>
                    <a:pt x="0" y="3"/>
                    <a:pt x="0" y="3"/>
                    <a:pt x="0" y="3"/>
                  </a:cubicBezTo>
                  <a:cubicBezTo>
                    <a:pt x="14" y="3"/>
                    <a:pt x="14" y="3"/>
                    <a:pt x="14" y="3"/>
                  </a:cubicBezTo>
                  <a:cubicBezTo>
                    <a:pt x="17" y="3"/>
                    <a:pt x="17" y="3"/>
                    <a:pt x="17" y="3"/>
                  </a:cubicBezTo>
                  <a:cubicBezTo>
                    <a:pt x="22" y="3"/>
                    <a:pt x="27" y="7"/>
                    <a:pt x="27" y="12"/>
                  </a:cubicBezTo>
                  <a:cubicBezTo>
                    <a:pt x="27" y="13"/>
                    <a:pt x="27" y="13"/>
                    <a:pt x="27" y="13"/>
                  </a:cubicBezTo>
                  <a:cubicBezTo>
                    <a:pt x="27" y="17"/>
                    <a:pt x="27" y="17"/>
                    <a:pt x="27" y="17"/>
                  </a:cubicBezTo>
                  <a:cubicBezTo>
                    <a:pt x="27" y="30"/>
                    <a:pt x="27" y="30"/>
                    <a:pt x="27" y="30"/>
                  </a:cubicBezTo>
                  <a:cubicBezTo>
                    <a:pt x="27" y="56"/>
                    <a:pt x="27" y="56"/>
                    <a:pt x="27" y="56"/>
                  </a:cubicBezTo>
                  <a:cubicBezTo>
                    <a:pt x="27" y="72"/>
                    <a:pt x="27" y="72"/>
                    <a:pt x="27" y="72"/>
                  </a:cubicBezTo>
                  <a:cubicBezTo>
                    <a:pt x="27" y="75"/>
                    <a:pt x="27" y="77"/>
                    <a:pt x="24" y="79"/>
                  </a:cubicBezTo>
                  <a:cubicBezTo>
                    <a:pt x="28" y="78"/>
                    <a:pt x="31" y="73"/>
                    <a:pt x="31" y="69"/>
                  </a:cubicBezTo>
                  <a:cubicBezTo>
                    <a:pt x="31" y="54"/>
                    <a:pt x="31" y="54"/>
                    <a:pt x="31" y="54"/>
                  </a:cubicBezTo>
                  <a:cubicBezTo>
                    <a:pt x="31" y="26"/>
                    <a:pt x="31" y="26"/>
                    <a:pt x="31" y="26"/>
                  </a:cubicBezTo>
                  <a:cubicBezTo>
                    <a:pt x="31" y="14"/>
                    <a:pt x="31" y="14"/>
                    <a:pt x="31" y="14"/>
                  </a:cubicBezTo>
                  <a:cubicBezTo>
                    <a:pt x="31" y="11"/>
                    <a:pt x="31" y="11"/>
                    <a:pt x="31" y="11"/>
                  </a:cubicBezTo>
                  <a:lnTo>
                    <a:pt x="31"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150"/>
            <p:cNvSpPr>
              <a:spLocks/>
            </p:cNvSpPr>
            <p:nvPr/>
          </p:nvSpPr>
          <p:spPr bwMode="auto">
            <a:xfrm>
              <a:off x="7486650" y="2601913"/>
              <a:ext cx="331788" cy="738188"/>
            </a:xfrm>
            <a:custGeom>
              <a:avLst/>
              <a:gdLst>
                <a:gd name="T0" fmla="*/ 78 w 78"/>
                <a:gd name="T1" fmla="*/ 103 h 173"/>
                <a:gd name="T2" fmla="*/ 67 w 78"/>
                <a:gd name="T3" fmla="*/ 93 h 173"/>
                <a:gd name="T4" fmla="*/ 64 w 78"/>
                <a:gd name="T5" fmla="*/ 93 h 173"/>
                <a:gd name="T6" fmla="*/ 50 w 78"/>
                <a:gd name="T7" fmla="*/ 93 h 173"/>
                <a:gd name="T8" fmla="*/ 50 w 78"/>
                <a:gd name="T9" fmla="*/ 75 h 173"/>
                <a:gd name="T10" fmla="*/ 42 w 78"/>
                <a:gd name="T11" fmla="*/ 69 h 173"/>
                <a:gd name="T12" fmla="*/ 42 w 78"/>
                <a:gd name="T13" fmla="*/ 69 h 173"/>
                <a:gd name="T14" fmla="*/ 42 w 78"/>
                <a:gd name="T15" fmla="*/ 69 h 173"/>
                <a:gd name="T16" fmla="*/ 9 w 78"/>
                <a:gd name="T17" fmla="*/ 33 h 173"/>
                <a:gd name="T18" fmla="*/ 12 w 78"/>
                <a:gd name="T19" fmla="*/ 12 h 173"/>
                <a:gd name="T20" fmla="*/ 34 w 78"/>
                <a:gd name="T21" fmla="*/ 13 h 173"/>
                <a:gd name="T22" fmla="*/ 50 w 78"/>
                <a:gd name="T23" fmla="*/ 32 h 173"/>
                <a:gd name="T24" fmla="*/ 50 w 78"/>
                <a:gd name="T25" fmla="*/ 20 h 173"/>
                <a:gd name="T26" fmla="*/ 29 w 78"/>
                <a:gd name="T27" fmla="*/ 0 h 173"/>
                <a:gd name="T28" fmla="*/ 18 w 78"/>
                <a:gd name="T29" fmla="*/ 0 h 173"/>
                <a:gd name="T30" fmla="*/ 0 w 78"/>
                <a:gd name="T31" fmla="*/ 20 h 173"/>
                <a:gd name="T32" fmla="*/ 0 w 78"/>
                <a:gd name="T33" fmla="*/ 98 h 173"/>
                <a:gd name="T34" fmla="*/ 18 w 78"/>
                <a:gd name="T35" fmla="*/ 118 h 173"/>
                <a:gd name="T36" fmla="*/ 25 w 78"/>
                <a:gd name="T37" fmla="*/ 118 h 173"/>
                <a:gd name="T38" fmla="*/ 29 w 78"/>
                <a:gd name="T39" fmla="*/ 118 h 173"/>
                <a:gd name="T40" fmla="*/ 53 w 78"/>
                <a:gd name="T41" fmla="*/ 118 h 173"/>
                <a:gd name="T42" fmla="*/ 53 w 78"/>
                <a:gd name="T43" fmla="*/ 119 h 173"/>
                <a:gd name="T44" fmla="*/ 53 w 78"/>
                <a:gd name="T45" fmla="*/ 146 h 173"/>
                <a:gd name="T46" fmla="*/ 53 w 78"/>
                <a:gd name="T47" fmla="*/ 162 h 173"/>
                <a:gd name="T48" fmla="*/ 64 w 78"/>
                <a:gd name="T49" fmla="*/ 173 h 173"/>
                <a:gd name="T50" fmla="*/ 67 w 78"/>
                <a:gd name="T51" fmla="*/ 173 h 173"/>
                <a:gd name="T52" fmla="*/ 78 w 78"/>
                <a:gd name="T53" fmla="*/ 162 h 173"/>
                <a:gd name="T54" fmla="*/ 78 w 78"/>
                <a:gd name="T55" fmla="*/ 146 h 173"/>
                <a:gd name="T56" fmla="*/ 78 w 78"/>
                <a:gd name="T57" fmla="*/ 119 h 173"/>
                <a:gd name="T58" fmla="*/ 78 w 78"/>
                <a:gd name="T59" fmla="*/ 107 h 173"/>
                <a:gd name="T60" fmla="*/ 78 w 78"/>
                <a:gd name="T61" fmla="*/ 104 h 173"/>
                <a:gd name="T62" fmla="*/ 78 w 78"/>
                <a:gd name="T63" fmla="*/ 10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8" h="173">
                  <a:moveTo>
                    <a:pt x="78" y="103"/>
                  </a:moveTo>
                  <a:cubicBezTo>
                    <a:pt x="78" y="97"/>
                    <a:pt x="73" y="93"/>
                    <a:pt x="67" y="93"/>
                  </a:cubicBezTo>
                  <a:cubicBezTo>
                    <a:pt x="64" y="93"/>
                    <a:pt x="64" y="93"/>
                    <a:pt x="64" y="93"/>
                  </a:cubicBezTo>
                  <a:cubicBezTo>
                    <a:pt x="50" y="93"/>
                    <a:pt x="50" y="93"/>
                    <a:pt x="50" y="93"/>
                  </a:cubicBezTo>
                  <a:cubicBezTo>
                    <a:pt x="50" y="75"/>
                    <a:pt x="50" y="75"/>
                    <a:pt x="50" y="75"/>
                  </a:cubicBezTo>
                  <a:cubicBezTo>
                    <a:pt x="46" y="74"/>
                    <a:pt x="43" y="71"/>
                    <a:pt x="42" y="69"/>
                  </a:cubicBezTo>
                  <a:cubicBezTo>
                    <a:pt x="42" y="69"/>
                    <a:pt x="42" y="69"/>
                    <a:pt x="42" y="69"/>
                  </a:cubicBezTo>
                  <a:cubicBezTo>
                    <a:pt x="42" y="69"/>
                    <a:pt x="42" y="69"/>
                    <a:pt x="42" y="69"/>
                  </a:cubicBezTo>
                  <a:cubicBezTo>
                    <a:pt x="9" y="33"/>
                    <a:pt x="9" y="33"/>
                    <a:pt x="9" y="33"/>
                  </a:cubicBezTo>
                  <a:cubicBezTo>
                    <a:pt x="4" y="27"/>
                    <a:pt x="6" y="17"/>
                    <a:pt x="12" y="12"/>
                  </a:cubicBezTo>
                  <a:cubicBezTo>
                    <a:pt x="18" y="6"/>
                    <a:pt x="28" y="6"/>
                    <a:pt x="34" y="13"/>
                  </a:cubicBezTo>
                  <a:cubicBezTo>
                    <a:pt x="50" y="32"/>
                    <a:pt x="50" y="32"/>
                    <a:pt x="50" y="32"/>
                  </a:cubicBezTo>
                  <a:cubicBezTo>
                    <a:pt x="50" y="20"/>
                    <a:pt x="50" y="20"/>
                    <a:pt x="50" y="20"/>
                  </a:cubicBezTo>
                  <a:cubicBezTo>
                    <a:pt x="50" y="9"/>
                    <a:pt x="40" y="0"/>
                    <a:pt x="29" y="0"/>
                  </a:cubicBezTo>
                  <a:cubicBezTo>
                    <a:pt x="18" y="0"/>
                    <a:pt x="18" y="0"/>
                    <a:pt x="18" y="0"/>
                  </a:cubicBezTo>
                  <a:cubicBezTo>
                    <a:pt x="7" y="0"/>
                    <a:pt x="0" y="9"/>
                    <a:pt x="0" y="20"/>
                  </a:cubicBezTo>
                  <a:cubicBezTo>
                    <a:pt x="0" y="98"/>
                    <a:pt x="0" y="98"/>
                    <a:pt x="0" y="98"/>
                  </a:cubicBezTo>
                  <a:cubicBezTo>
                    <a:pt x="0" y="109"/>
                    <a:pt x="7" y="118"/>
                    <a:pt x="18" y="118"/>
                  </a:cubicBezTo>
                  <a:cubicBezTo>
                    <a:pt x="25" y="118"/>
                    <a:pt x="25" y="118"/>
                    <a:pt x="25" y="118"/>
                  </a:cubicBezTo>
                  <a:cubicBezTo>
                    <a:pt x="29" y="118"/>
                    <a:pt x="29" y="118"/>
                    <a:pt x="29" y="118"/>
                  </a:cubicBezTo>
                  <a:cubicBezTo>
                    <a:pt x="53" y="118"/>
                    <a:pt x="53" y="118"/>
                    <a:pt x="53" y="118"/>
                  </a:cubicBezTo>
                  <a:cubicBezTo>
                    <a:pt x="53" y="119"/>
                    <a:pt x="53" y="119"/>
                    <a:pt x="53" y="119"/>
                  </a:cubicBezTo>
                  <a:cubicBezTo>
                    <a:pt x="53" y="146"/>
                    <a:pt x="53" y="146"/>
                    <a:pt x="53" y="146"/>
                  </a:cubicBezTo>
                  <a:cubicBezTo>
                    <a:pt x="53" y="162"/>
                    <a:pt x="53" y="162"/>
                    <a:pt x="53" y="162"/>
                  </a:cubicBezTo>
                  <a:cubicBezTo>
                    <a:pt x="53" y="168"/>
                    <a:pt x="59" y="173"/>
                    <a:pt x="64" y="173"/>
                  </a:cubicBezTo>
                  <a:cubicBezTo>
                    <a:pt x="67" y="173"/>
                    <a:pt x="67" y="173"/>
                    <a:pt x="67" y="173"/>
                  </a:cubicBezTo>
                  <a:cubicBezTo>
                    <a:pt x="73" y="173"/>
                    <a:pt x="78" y="168"/>
                    <a:pt x="78" y="162"/>
                  </a:cubicBezTo>
                  <a:cubicBezTo>
                    <a:pt x="78" y="146"/>
                    <a:pt x="78" y="146"/>
                    <a:pt x="78" y="146"/>
                  </a:cubicBezTo>
                  <a:cubicBezTo>
                    <a:pt x="78" y="119"/>
                    <a:pt x="78" y="119"/>
                    <a:pt x="78" y="119"/>
                  </a:cubicBezTo>
                  <a:cubicBezTo>
                    <a:pt x="78" y="107"/>
                    <a:pt x="78" y="107"/>
                    <a:pt x="78" y="107"/>
                  </a:cubicBezTo>
                  <a:cubicBezTo>
                    <a:pt x="78" y="104"/>
                    <a:pt x="78" y="104"/>
                    <a:pt x="78" y="104"/>
                  </a:cubicBezTo>
                  <a:cubicBezTo>
                    <a:pt x="78" y="104"/>
                    <a:pt x="78" y="103"/>
                    <a:pt x="78"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151"/>
            <p:cNvSpPr>
              <a:spLocks/>
            </p:cNvSpPr>
            <p:nvPr/>
          </p:nvSpPr>
          <p:spPr bwMode="auto">
            <a:xfrm>
              <a:off x="6650038" y="2379663"/>
              <a:ext cx="196850" cy="196850"/>
            </a:xfrm>
            <a:custGeom>
              <a:avLst/>
              <a:gdLst>
                <a:gd name="T0" fmla="*/ 46 w 46"/>
                <a:gd name="T1" fmla="*/ 23 h 46"/>
                <a:gd name="T2" fmla="*/ 25 w 46"/>
                <a:gd name="T3" fmla="*/ 46 h 46"/>
                <a:gd name="T4" fmla="*/ 0 w 46"/>
                <a:gd name="T5" fmla="*/ 23 h 46"/>
                <a:gd name="T6" fmla="*/ 25 w 46"/>
                <a:gd name="T7" fmla="*/ 0 h 46"/>
                <a:gd name="T8" fmla="*/ 46 w 46"/>
                <a:gd name="T9" fmla="*/ 23 h 46"/>
              </a:gdLst>
              <a:ahLst/>
              <a:cxnLst>
                <a:cxn ang="0">
                  <a:pos x="T0" y="T1"/>
                </a:cxn>
                <a:cxn ang="0">
                  <a:pos x="T2" y="T3"/>
                </a:cxn>
                <a:cxn ang="0">
                  <a:pos x="T4" y="T5"/>
                </a:cxn>
                <a:cxn ang="0">
                  <a:pos x="T6" y="T7"/>
                </a:cxn>
                <a:cxn ang="0">
                  <a:pos x="T8" y="T9"/>
                </a:cxn>
              </a:cxnLst>
              <a:rect l="0" t="0" r="r" b="b"/>
              <a:pathLst>
                <a:path w="46" h="46">
                  <a:moveTo>
                    <a:pt x="46" y="23"/>
                  </a:moveTo>
                  <a:cubicBezTo>
                    <a:pt x="46" y="36"/>
                    <a:pt x="37" y="46"/>
                    <a:pt x="25" y="46"/>
                  </a:cubicBezTo>
                  <a:cubicBezTo>
                    <a:pt x="11" y="46"/>
                    <a:pt x="0" y="36"/>
                    <a:pt x="0" y="23"/>
                  </a:cubicBezTo>
                  <a:cubicBezTo>
                    <a:pt x="0" y="10"/>
                    <a:pt x="11" y="0"/>
                    <a:pt x="25" y="0"/>
                  </a:cubicBezTo>
                  <a:cubicBezTo>
                    <a:pt x="37" y="0"/>
                    <a:pt x="46" y="10"/>
                    <a:pt x="46"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152"/>
            <p:cNvSpPr>
              <a:spLocks/>
            </p:cNvSpPr>
            <p:nvPr/>
          </p:nvSpPr>
          <p:spPr bwMode="auto">
            <a:xfrm>
              <a:off x="6700838" y="2652713"/>
              <a:ext cx="384175" cy="244475"/>
            </a:xfrm>
            <a:custGeom>
              <a:avLst/>
              <a:gdLst>
                <a:gd name="T0" fmla="*/ 81 w 90"/>
                <a:gd name="T1" fmla="*/ 38 h 57"/>
                <a:gd name="T2" fmla="*/ 47 w 90"/>
                <a:gd name="T3" fmla="*/ 38 h 57"/>
                <a:gd name="T4" fmla="*/ 19 w 90"/>
                <a:gd name="T5" fmla="*/ 4 h 57"/>
                <a:gd name="T6" fmla="*/ 5 w 90"/>
                <a:gd name="T7" fmla="*/ 3 h 57"/>
                <a:gd name="T8" fmla="*/ 3 w 90"/>
                <a:gd name="T9" fmla="*/ 17 h 57"/>
                <a:gd name="T10" fmla="*/ 36 w 90"/>
                <a:gd name="T11" fmla="*/ 54 h 57"/>
                <a:gd name="T12" fmla="*/ 44 w 90"/>
                <a:gd name="T13" fmla="*/ 57 h 57"/>
                <a:gd name="T14" fmla="*/ 44 w 90"/>
                <a:gd name="T15" fmla="*/ 57 h 57"/>
                <a:gd name="T16" fmla="*/ 81 w 90"/>
                <a:gd name="T17" fmla="*/ 57 h 57"/>
                <a:gd name="T18" fmla="*/ 90 w 90"/>
                <a:gd name="T19" fmla="*/ 48 h 57"/>
                <a:gd name="T20" fmla="*/ 81 w 90"/>
                <a:gd name="T21" fmla="*/ 38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 h="57">
                  <a:moveTo>
                    <a:pt x="81" y="38"/>
                  </a:moveTo>
                  <a:cubicBezTo>
                    <a:pt x="47" y="38"/>
                    <a:pt x="47" y="38"/>
                    <a:pt x="47" y="38"/>
                  </a:cubicBezTo>
                  <a:cubicBezTo>
                    <a:pt x="19" y="4"/>
                    <a:pt x="19" y="4"/>
                    <a:pt x="19" y="4"/>
                  </a:cubicBezTo>
                  <a:cubicBezTo>
                    <a:pt x="16" y="0"/>
                    <a:pt x="10" y="0"/>
                    <a:pt x="5" y="3"/>
                  </a:cubicBezTo>
                  <a:cubicBezTo>
                    <a:pt x="0" y="7"/>
                    <a:pt x="0" y="14"/>
                    <a:pt x="3" y="17"/>
                  </a:cubicBezTo>
                  <a:cubicBezTo>
                    <a:pt x="36" y="54"/>
                    <a:pt x="36" y="54"/>
                    <a:pt x="36" y="54"/>
                  </a:cubicBezTo>
                  <a:cubicBezTo>
                    <a:pt x="38" y="56"/>
                    <a:pt x="41" y="57"/>
                    <a:pt x="44" y="57"/>
                  </a:cubicBezTo>
                  <a:cubicBezTo>
                    <a:pt x="44" y="57"/>
                    <a:pt x="44" y="57"/>
                    <a:pt x="44" y="57"/>
                  </a:cubicBezTo>
                  <a:cubicBezTo>
                    <a:pt x="81" y="57"/>
                    <a:pt x="81" y="57"/>
                    <a:pt x="81" y="57"/>
                  </a:cubicBezTo>
                  <a:cubicBezTo>
                    <a:pt x="87" y="57"/>
                    <a:pt x="90" y="52"/>
                    <a:pt x="90" y="48"/>
                  </a:cubicBezTo>
                  <a:cubicBezTo>
                    <a:pt x="90" y="42"/>
                    <a:pt x="87" y="38"/>
                    <a:pt x="81"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153"/>
            <p:cNvSpPr>
              <a:spLocks/>
            </p:cNvSpPr>
            <p:nvPr/>
          </p:nvSpPr>
          <p:spPr bwMode="auto">
            <a:xfrm>
              <a:off x="6607175" y="3132138"/>
              <a:ext cx="30163" cy="207963"/>
            </a:xfrm>
            <a:custGeom>
              <a:avLst/>
              <a:gdLst>
                <a:gd name="T0" fmla="*/ 0 w 7"/>
                <a:gd name="T1" fmla="*/ 0 h 49"/>
                <a:gd name="T2" fmla="*/ 0 w 7"/>
                <a:gd name="T3" fmla="*/ 45 h 49"/>
                <a:gd name="T4" fmla="*/ 4 w 7"/>
                <a:gd name="T5" fmla="*/ 49 h 49"/>
                <a:gd name="T6" fmla="*/ 7 w 7"/>
                <a:gd name="T7" fmla="*/ 45 h 49"/>
                <a:gd name="T8" fmla="*/ 7 w 7"/>
                <a:gd name="T9" fmla="*/ 5 h 49"/>
                <a:gd name="T10" fmla="*/ 4 w 7"/>
                <a:gd name="T11" fmla="*/ 5 h 49"/>
                <a:gd name="T12" fmla="*/ 0 w 7"/>
                <a:gd name="T13" fmla="*/ 0 h 49"/>
              </a:gdLst>
              <a:ahLst/>
              <a:cxnLst>
                <a:cxn ang="0">
                  <a:pos x="T0" y="T1"/>
                </a:cxn>
                <a:cxn ang="0">
                  <a:pos x="T2" y="T3"/>
                </a:cxn>
                <a:cxn ang="0">
                  <a:pos x="T4" y="T5"/>
                </a:cxn>
                <a:cxn ang="0">
                  <a:pos x="T6" y="T7"/>
                </a:cxn>
                <a:cxn ang="0">
                  <a:pos x="T8" y="T9"/>
                </a:cxn>
                <a:cxn ang="0">
                  <a:pos x="T10" y="T11"/>
                </a:cxn>
                <a:cxn ang="0">
                  <a:pos x="T12" y="T13"/>
                </a:cxn>
              </a:cxnLst>
              <a:rect l="0" t="0" r="r" b="b"/>
              <a:pathLst>
                <a:path w="7" h="49">
                  <a:moveTo>
                    <a:pt x="0" y="0"/>
                  </a:moveTo>
                  <a:cubicBezTo>
                    <a:pt x="0" y="45"/>
                    <a:pt x="0" y="45"/>
                    <a:pt x="0" y="45"/>
                  </a:cubicBezTo>
                  <a:cubicBezTo>
                    <a:pt x="0" y="47"/>
                    <a:pt x="0" y="49"/>
                    <a:pt x="4" y="49"/>
                  </a:cubicBezTo>
                  <a:cubicBezTo>
                    <a:pt x="7" y="49"/>
                    <a:pt x="7" y="47"/>
                    <a:pt x="7" y="45"/>
                  </a:cubicBezTo>
                  <a:cubicBezTo>
                    <a:pt x="7" y="5"/>
                    <a:pt x="7" y="5"/>
                    <a:pt x="7" y="5"/>
                  </a:cubicBezTo>
                  <a:cubicBezTo>
                    <a:pt x="4" y="5"/>
                    <a:pt x="4" y="5"/>
                    <a:pt x="4" y="5"/>
                  </a:cubicBezTo>
                  <a:cubicBezTo>
                    <a:pt x="0" y="5"/>
                    <a:pt x="0"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154"/>
            <p:cNvSpPr>
              <a:spLocks/>
            </p:cNvSpPr>
            <p:nvPr/>
          </p:nvSpPr>
          <p:spPr bwMode="auto">
            <a:xfrm>
              <a:off x="6607175" y="2725738"/>
              <a:ext cx="30163" cy="406400"/>
            </a:xfrm>
            <a:custGeom>
              <a:avLst/>
              <a:gdLst>
                <a:gd name="T0" fmla="*/ 4 w 7"/>
                <a:gd name="T1" fmla="*/ 91 h 95"/>
                <a:gd name="T2" fmla="*/ 7 w 7"/>
                <a:gd name="T3" fmla="*/ 91 h 95"/>
                <a:gd name="T4" fmla="*/ 7 w 7"/>
                <a:gd name="T5" fmla="*/ 3 h 95"/>
                <a:gd name="T6" fmla="*/ 4 w 7"/>
                <a:gd name="T7" fmla="*/ 0 h 95"/>
                <a:gd name="T8" fmla="*/ 0 w 7"/>
                <a:gd name="T9" fmla="*/ 3 h 95"/>
                <a:gd name="T10" fmla="*/ 0 w 7"/>
                <a:gd name="T11" fmla="*/ 95 h 95"/>
                <a:gd name="T12" fmla="*/ 4 w 7"/>
                <a:gd name="T13" fmla="*/ 91 h 95"/>
              </a:gdLst>
              <a:ahLst/>
              <a:cxnLst>
                <a:cxn ang="0">
                  <a:pos x="T0" y="T1"/>
                </a:cxn>
                <a:cxn ang="0">
                  <a:pos x="T2" y="T3"/>
                </a:cxn>
                <a:cxn ang="0">
                  <a:pos x="T4" y="T5"/>
                </a:cxn>
                <a:cxn ang="0">
                  <a:pos x="T6" y="T7"/>
                </a:cxn>
                <a:cxn ang="0">
                  <a:pos x="T8" y="T9"/>
                </a:cxn>
                <a:cxn ang="0">
                  <a:pos x="T10" y="T11"/>
                </a:cxn>
                <a:cxn ang="0">
                  <a:pos x="T12" y="T13"/>
                </a:cxn>
              </a:cxnLst>
              <a:rect l="0" t="0" r="r" b="b"/>
              <a:pathLst>
                <a:path w="7" h="95">
                  <a:moveTo>
                    <a:pt x="4" y="91"/>
                  </a:moveTo>
                  <a:cubicBezTo>
                    <a:pt x="7" y="91"/>
                    <a:pt x="7" y="91"/>
                    <a:pt x="7" y="91"/>
                  </a:cubicBezTo>
                  <a:cubicBezTo>
                    <a:pt x="7" y="3"/>
                    <a:pt x="7" y="3"/>
                    <a:pt x="7" y="3"/>
                  </a:cubicBezTo>
                  <a:cubicBezTo>
                    <a:pt x="7" y="1"/>
                    <a:pt x="7" y="0"/>
                    <a:pt x="4" y="0"/>
                  </a:cubicBezTo>
                  <a:cubicBezTo>
                    <a:pt x="0" y="0"/>
                    <a:pt x="0" y="1"/>
                    <a:pt x="0" y="3"/>
                  </a:cubicBezTo>
                  <a:cubicBezTo>
                    <a:pt x="0" y="95"/>
                    <a:pt x="0" y="95"/>
                    <a:pt x="0" y="95"/>
                  </a:cubicBezTo>
                  <a:cubicBezTo>
                    <a:pt x="0" y="94"/>
                    <a:pt x="0" y="91"/>
                    <a:pt x="4" y="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155"/>
            <p:cNvSpPr>
              <a:spLocks/>
            </p:cNvSpPr>
            <p:nvPr/>
          </p:nvSpPr>
          <p:spPr bwMode="auto">
            <a:xfrm>
              <a:off x="6607175" y="3114676"/>
              <a:ext cx="227013" cy="38100"/>
            </a:xfrm>
            <a:custGeom>
              <a:avLst/>
              <a:gdLst>
                <a:gd name="T0" fmla="*/ 53 w 53"/>
                <a:gd name="T1" fmla="*/ 0 h 9"/>
                <a:gd name="T2" fmla="*/ 53 w 53"/>
                <a:gd name="T3" fmla="*/ 0 h 9"/>
                <a:gd name="T4" fmla="*/ 7 w 53"/>
                <a:gd name="T5" fmla="*/ 0 h 9"/>
                <a:gd name="T6" fmla="*/ 4 w 53"/>
                <a:gd name="T7" fmla="*/ 0 h 9"/>
                <a:gd name="T8" fmla="*/ 0 w 53"/>
                <a:gd name="T9" fmla="*/ 4 h 9"/>
                <a:gd name="T10" fmla="*/ 4 w 53"/>
                <a:gd name="T11" fmla="*/ 9 h 9"/>
                <a:gd name="T12" fmla="*/ 7 w 53"/>
                <a:gd name="T13" fmla="*/ 9 h 9"/>
                <a:gd name="T14" fmla="*/ 50 w 53"/>
                <a:gd name="T15" fmla="*/ 9 h 9"/>
                <a:gd name="T16" fmla="*/ 50 w 53"/>
                <a:gd name="T17" fmla="*/ 4 h 9"/>
                <a:gd name="T18" fmla="*/ 53 w 53"/>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9">
                  <a:moveTo>
                    <a:pt x="53" y="0"/>
                  </a:moveTo>
                  <a:cubicBezTo>
                    <a:pt x="53" y="0"/>
                    <a:pt x="53" y="0"/>
                    <a:pt x="53" y="0"/>
                  </a:cubicBezTo>
                  <a:cubicBezTo>
                    <a:pt x="7" y="0"/>
                    <a:pt x="7" y="0"/>
                    <a:pt x="7" y="0"/>
                  </a:cubicBezTo>
                  <a:cubicBezTo>
                    <a:pt x="4" y="0"/>
                    <a:pt x="4" y="0"/>
                    <a:pt x="4" y="0"/>
                  </a:cubicBezTo>
                  <a:cubicBezTo>
                    <a:pt x="0" y="0"/>
                    <a:pt x="0" y="3"/>
                    <a:pt x="0" y="4"/>
                  </a:cubicBezTo>
                  <a:cubicBezTo>
                    <a:pt x="0" y="7"/>
                    <a:pt x="0" y="9"/>
                    <a:pt x="4" y="9"/>
                  </a:cubicBezTo>
                  <a:cubicBezTo>
                    <a:pt x="7" y="9"/>
                    <a:pt x="7" y="9"/>
                    <a:pt x="7" y="9"/>
                  </a:cubicBezTo>
                  <a:cubicBezTo>
                    <a:pt x="50" y="9"/>
                    <a:pt x="50" y="9"/>
                    <a:pt x="50" y="9"/>
                  </a:cubicBezTo>
                  <a:cubicBezTo>
                    <a:pt x="50" y="4"/>
                    <a:pt x="50" y="4"/>
                    <a:pt x="50" y="4"/>
                  </a:cubicBezTo>
                  <a:cubicBezTo>
                    <a:pt x="50" y="3"/>
                    <a:pt x="50" y="1"/>
                    <a:pt x="5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156"/>
            <p:cNvSpPr>
              <a:spLocks/>
            </p:cNvSpPr>
            <p:nvPr/>
          </p:nvSpPr>
          <p:spPr bwMode="auto">
            <a:xfrm>
              <a:off x="6819900" y="3114676"/>
              <a:ext cx="26988" cy="225425"/>
            </a:xfrm>
            <a:custGeom>
              <a:avLst/>
              <a:gdLst>
                <a:gd name="T0" fmla="*/ 3 w 6"/>
                <a:gd name="T1" fmla="*/ 0 h 53"/>
                <a:gd name="T2" fmla="*/ 3 w 6"/>
                <a:gd name="T3" fmla="*/ 0 h 53"/>
                <a:gd name="T4" fmla="*/ 0 w 6"/>
                <a:gd name="T5" fmla="*/ 4 h 53"/>
                <a:gd name="T6" fmla="*/ 0 w 6"/>
                <a:gd name="T7" fmla="*/ 9 h 53"/>
                <a:gd name="T8" fmla="*/ 0 w 6"/>
                <a:gd name="T9" fmla="*/ 49 h 53"/>
                <a:gd name="T10" fmla="*/ 3 w 6"/>
                <a:gd name="T11" fmla="*/ 53 h 53"/>
                <a:gd name="T12" fmla="*/ 6 w 6"/>
                <a:gd name="T13" fmla="*/ 49 h 53"/>
                <a:gd name="T14" fmla="*/ 6 w 6"/>
                <a:gd name="T15" fmla="*/ 4 h 53"/>
                <a:gd name="T16" fmla="*/ 3 w 6"/>
                <a:gd name="T1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53">
                  <a:moveTo>
                    <a:pt x="3" y="0"/>
                  </a:moveTo>
                  <a:cubicBezTo>
                    <a:pt x="3" y="0"/>
                    <a:pt x="3" y="0"/>
                    <a:pt x="3" y="0"/>
                  </a:cubicBezTo>
                  <a:cubicBezTo>
                    <a:pt x="0" y="1"/>
                    <a:pt x="0" y="3"/>
                    <a:pt x="0" y="4"/>
                  </a:cubicBezTo>
                  <a:cubicBezTo>
                    <a:pt x="0" y="9"/>
                    <a:pt x="0" y="9"/>
                    <a:pt x="0" y="9"/>
                  </a:cubicBezTo>
                  <a:cubicBezTo>
                    <a:pt x="0" y="49"/>
                    <a:pt x="0" y="49"/>
                    <a:pt x="0" y="49"/>
                  </a:cubicBezTo>
                  <a:cubicBezTo>
                    <a:pt x="0" y="51"/>
                    <a:pt x="0" y="53"/>
                    <a:pt x="3" y="53"/>
                  </a:cubicBezTo>
                  <a:cubicBezTo>
                    <a:pt x="6" y="53"/>
                    <a:pt x="6" y="51"/>
                    <a:pt x="6" y="49"/>
                  </a:cubicBezTo>
                  <a:cubicBezTo>
                    <a:pt x="6" y="4"/>
                    <a:pt x="6" y="4"/>
                    <a:pt x="6" y="4"/>
                  </a:cubicBezTo>
                  <a:cubicBezTo>
                    <a:pt x="6" y="2"/>
                    <a:pt x="6"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157"/>
            <p:cNvSpPr>
              <a:spLocks/>
            </p:cNvSpPr>
            <p:nvPr/>
          </p:nvSpPr>
          <p:spPr bwMode="auto">
            <a:xfrm>
              <a:off x="6927850" y="2917826"/>
              <a:ext cx="442913" cy="422275"/>
            </a:xfrm>
            <a:custGeom>
              <a:avLst/>
              <a:gdLst>
                <a:gd name="T0" fmla="*/ 100 w 104"/>
                <a:gd name="T1" fmla="*/ 0 h 99"/>
                <a:gd name="T2" fmla="*/ 5 w 104"/>
                <a:gd name="T3" fmla="*/ 0 h 99"/>
                <a:gd name="T4" fmla="*/ 0 w 104"/>
                <a:gd name="T5" fmla="*/ 4 h 99"/>
                <a:gd name="T6" fmla="*/ 3 w 104"/>
                <a:gd name="T7" fmla="*/ 8 h 99"/>
                <a:gd name="T8" fmla="*/ 47 w 104"/>
                <a:gd name="T9" fmla="*/ 8 h 99"/>
                <a:gd name="T10" fmla="*/ 47 w 104"/>
                <a:gd name="T11" fmla="*/ 92 h 99"/>
                <a:gd name="T12" fmla="*/ 22 w 104"/>
                <a:gd name="T13" fmla="*/ 92 h 99"/>
                <a:gd name="T14" fmla="*/ 16 w 104"/>
                <a:gd name="T15" fmla="*/ 99 h 99"/>
                <a:gd name="T16" fmla="*/ 47 w 104"/>
                <a:gd name="T17" fmla="*/ 99 h 99"/>
                <a:gd name="T18" fmla="*/ 59 w 104"/>
                <a:gd name="T19" fmla="*/ 99 h 99"/>
                <a:gd name="T20" fmla="*/ 92 w 104"/>
                <a:gd name="T21" fmla="*/ 99 h 99"/>
                <a:gd name="T22" fmla="*/ 84 w 104"/>
                <a:gd name="T23" fmla="*/ 92 h 99"/>
                <a:gd name="T24" fmla="*/ 59 w 104"/>
                <a:gd name="T25" fmla="*/ 92 h 99"/>
                <a:gd name="T26" fmla="*/ 59 w 104"/>
                <a:gd name="T27" fmla="*/ 8 h 99"/>
                <a:gd name="T28" fmla="*/ 100 w 104"/>
                <a:gd name="T29" fmla="*/ 8 h 99"/>
                <a:gd name="T30" fmla="*/ 104 w 104"/>
                <a:gd name="T31" fmla="*/ 4 h 99"/>
                <a:gd name="T32" fmla="*/ 100 w 104"/>
                <a:gd name="T3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4" h="99">
                  <a:moveTo>
                    <a:pt x="100" y="0"/>
                  </a:moveTo>
                  <a:cubicBezTo>
                    <a:pt x="5" y="0"/>
                    <a:pt x="5" y="0"/>
                    <a:pt x="5" y="0"/>
                  </a:cubicBezTo>
                  <a:cubicBezTo>
                    <a:pt x="5" y="0"/>
                    <a:pt x="0" y="2"/>
                    <a:pt x="0" y="4"/>
                  </a:cubicBezTo>
                  <a:cubicBezTo>
                    <a:pt x="0" y="7"/>
                    <a:pt x="3" y="8"/>
                    <a:pt x="3" y="8"/>
                  </a:cubicBezTo>
                  <a:cubicBezTo>
                    <a:pt x="47" y="8"/>
                    <a:pt x="47" y="8"/>
                    <a:pt x="47" y="8"/>
                  </a:cubicBezTo>
                  <a:cubicBezTo>
                    <a:pt x="47" y="92"/>
                    <a:pt x="47" y="92"/>
                    <a:pt x="47" y="92"/>
                  </a:cubicBezTo>
                  <a:cubicBezTo>
                    <a:pt x="22" y="92"/>
                    <a:pt x="22" y="92"/>
                    <a:pt x="22" y="92"/>
                  </a:cubicBezTo>
                  <a:cubicBezTo>
                    <a:pt x="19" y="92"/>
                    <a:pt x="16" y="95"/>
                    <a:pt x="16" y="99"/>
                  </a:cubicBezTo>
                  <a:cubicBezTo>
                    <a:pt x="47" y="99"/>
                    <a:pt x="47" y="99"/>
                    <a:pt x="47" y="99"/>
                  </a:cubicBezTo>
                  <a:cubicBezTo>
                    <a:pt x="59" y="99"/>
                    <a:pt x="59" y="99"/>
                    <a:pt x="59" y="99"/>
                  </a:cubicBezTo>
                  <a:cubicBezTo>
                    <a:pt x="92" y="99"/>
                    <a:pt x="92" y="99"/>
                    <a:pt x="92" y="99"/>
                  </a:cubicBezTo>
                  <a:cubicBezTo>
                    <a:pt x="92" y="95"/>
                    <a:pt x="89" y="92"/>
                    <a:pt x="84" y="92"/>
                  </a:cubicBezTo>
                  <a:cubicBezTo>
                    <a:pt x="59" y="92"/>
                    <a:pt x="59" y="92"/>
                    <a:pt x="59" y="92"/>
                  </a:cubicBezTo>
                  <a:cubicBezTo>
                    <a:pt x="59" y="8"/>
                    <a:pt x="59" y="8"/>
                    <a:pt x="59" y="8"/>
                  </a:cubicBezTo>
                  <a:cubicBezTo>
                    <a:pt x="100" y="8"/>
                    <a:pt x="100" y="8"/>
                    <a:pt x="100" y="8"/>
                  </a:cubicBezTo>
                  <a:cubicBezTo>
                    <a:pt x="103" y="8"/>
                    <a:pt x="104" y="7"/>
                    <a:pt x="104" y="4"/>
                  </a:cubicBezTo>
                  <a:cubicBezTo>
                    <a:pt x="104" y="2"/>
                    <a:pt x="103" y="0"/>
                    <a:pt x="10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158"/>
            <p:cNvSpPr>
              <a:spLocks/>
            </p:cNvSpPr>
            <p:nvPr/>
          </p:nvSpPr>
          <p:spPr bwMode="auto">
            <a:xfrm>
              <a:off x="6888163" y="2973388"/>
              <a:ext cx="133350" cy="338138"/>
            </a:xfrm>
            <a:custGeom>
              <a:avLst/>
              <a:gdLst>
                <a:gd name="T0" fmla="*/ 31 w 31"/>
                <a:gd name="T1" fmla="*/ 10 h 79"/>
                <a:gd name="T2" fmla="*/ 20 w 31"/>
                <a:gd name="T3" fmla="*/ 0 h 79"/>
                <a:gd name="T4" fmla="*/ 17 w 31"/>
                <a:gd name="T5" fmla="*/ 0 h 79"/>
                <a:gd name="T6" fmla="*/ 0 w 31"/>
                <a:gd name="T7" fmla="*/ 0 h 79"/>
                <a:gd name="T8" fmla="*/ 0 w 31"/>
                <a:gd name="T9" fmla="*/ 3 h 79"/>
                <a:gd name="T10" fmla="*/ 12 w 31"/>
                <a:gd name="T11" fmla="*/ 3 h 79"/>
                <a:gd name="T12" fmla="*/ 15 w 31"/>
                <a:gd name="T13" fmla="*/ 3 h 79"/>
                <a:gd name="T14" fmla="*/ 28 w 31"/>
                <a:gd name="T15" fmla="*/ 12 h 79"/>
                <a:gd name="T16" fmla="*/ 28 w 31"/>
                <a:gd name="T17" fmla="*/ 13 h 79"/>
                <a:gd name="T18" fmla="*/ 28 w 31"/>
                <a:gd name="T19" fmla="*/ 17 h 79"/>
                <a:gd name="T20" fmla="*/ 28 w 31"/>
                <a:gd name="T21" fmla="*/ 30 h 79"/>
                <a:gd name="T22" fmla="*/ 28 w 31"/>
                <a:gd name="T23" fmla="*/ 56 h 79"/>
                <a:gd name="T24" fmla="*/ 28 w 31"/>
                <a:gd name="T25" fmla="*/ 72 h 79"/>
                <a:gd name="T26" fmla="*/ 25 w 31"/>
                <a:gd name="T27" fmla="*/ 79 h 79"/>
                <a:gd name="T28" fmla="*/ 31 w 31"/>
                <a:gd name="T29" fmla="*/ 69 h 79"/>
                <a:gd name="T30" fmla="*/ 31 w 31"/>
                <a:gd name="T31" fmla="*/ 54 h 79"/>
                <a:gd name="T32" fmla="*/ 31 w 31"/>
                <a:gd name="T33" fmla="*/ 26 h 79"/>
                <a:gd name="T34" fmla="*/ 31 w 31"/>
                <a:gd name="T35" fmla="*/ 14 h 79"/>
                <a:gd name="T36" fmla="*/ 31 w 31"/>
                <a:gd name="T37" fmla="*/ 11 h 79"/>
                <a:gd name="T38" fmla="*/ 31 w 31"/>
                <a:gd name="T39" fmla="*/ 1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 h="79">
                  <a:moveTo>
                    <a:pt x="31" y="10"/>
                  </a:moveTo>
                  <a:cubicBezTo>
                    <a:pt x="31" y="5"/>
                    <a:pt x="25" y="0"/>
                    <a:pt x="20" y="0"/>
                  </a:cubicBezTo>
                  <a:cubicBezTo>
                    <a:pt x="17" y="0"/>
                    <a:pt x="17" y="0"/>
                    <a:pt x="17" y="0"/>
                  </a:cubicBezTo>
                  <a:cubicBezTo>
                    <a:pt x="0" y="0"/>
                    <a:pt x="0" y="0"/>
                    <a:pt x="0" y="0"/>
                  </a:cubicBezTo>
                  <a:cubicBezTo>
                    <a:pt x="0" y="3"/>
                    <a:pt x="0" y="3"/>
                    <a:pt x="0" y="3"/>
                  </a:cubicBezTo>
                  <a:cubicBezTo>
                    <a:pt x="12" y="3"/>
                    <a:pt x="12" y="3"/>
                    <a:pt x="12" y="3"/>
                  </a:cubicBezTo>
                  <a:cubicBezTo>
                    <a:pt x="15" y="3"/>
                    <a:pt x="15" y="3"/>
                    <a:pt x="15" y="3"/>
                  </a:cubicBezTo>
                  <a:cubicBezTo>
                    <a:pt x="22" y="3"/>
                    <a:pt x="26" y="7"/>
                    <a:pt x="28" y="12"/>
                  </a:cubicBezTo>
                  <a:cubicBezTo>
                    <a:pt x="28" y="13"/>
                    <a:pt x="28" y="13"/>
                    <a:pt x="28" y="13"/>
                  </a:cubicBezTo>
                  <a:cubicBezTo>
                    <a:pt x="28" y="17"/>
                    <a:pt x="28" y="17"/>
                    <a:pt x="28" y="17"/>
                  </a:cubicBezTo>
                  <a:cubicBezTo>
                    <a:pt x="28" y="30"/>
                    <a:pt x="28" y="30"/>
                    <a:pt x="28" y="30"/>
                  </a:cubicBezTo>
                  <a:cubicBezTo>
                    <a:pt x="28" y="56"/>
                    <a:pt x="28" y="56"/>
                    <a:pt x="28" y="56"/>
                  </a:cubicBezTo>
                  <a:cubicBezTo>
                    <a:pt x="28" y="72"/>
                    <a:pt x="28" y="72"/>
                    <a:pt x="28" y="72"/>
                  </a:cubicBezTo>
                  <a:cubicBezTo>
                    <a:pt x="28" y="75"/>
                    <a:pt x="25" y="77"/>
                    <a:pt x="25" y="79"/>
                  </a:cubicBezTo>
                  <a:cubicBezTo>
                    <a:pt x="28" y="78"/>
                    <a:pt x="31" y="73"/>
                    <a:pt x="31" y="69"/>
                  </a:cubicBezTo>
                  <a:cubicBezTo>
                    <a:pt x="31" y="54"/>
                    <a:pt x="31" y="54"/>
                    <a:pt x="31" y="54"/>
                  </a:cubicBezTo>
                  <a:cubicBezTo>
                    <a:pt x="31" y="26"/>
                    <a:pt x="31" y="26"/>
                    <a:pt x="31" y="26"/>
                  </a:cubicBezTo>
                  <a:cubicBezTo>
                    <a:pt x="31" y="14"/>
                    <a:pt x="31" y="14"/>
                    <a:pt x="31" y="14"/>
                  </a:cubicBezTo>
                  <a:cubicBezTo>
                    <a:pt x="31" y="11"/>
                    <a:pt x="31" y="11"/>
                    <a:pt x="31" y="11"/>
                  </a:cubicBezTo>
                  <a:lnTo>
                    <a:pt x="31"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159"/>
            <p:cNvSpPr>
              <a:spLocks/>
            </p:cNvSpPr>
            <p:nvPr/>
          </p:nvSpPr>
          <p:spPr bwMode="auto">
            <a:xfrm>
              <a:off x="6650038" y="2601913"/>
              <a:ext cx="336550" cy="738188"/>
            </a:xfrm>
            <a:custGeom>
              <a:avLst/>
              <a:gdLst>
                <a:gd name="T0" fmla="*/ 79 w 79"/>
                <a:gd name="T1" fmla="*/ 103 h 173"/>
                <a:gd name="T2" fmla="*/ 68 w 79"/>
                <a:gd name="T3" fmla="*/ 93 h 173"/>
                <a:gd name="T4" fmla="*/ 65 w 79"/>
                <a:gd name="T5" fmla="*/ 93 h 173"/>
                <a:gd name="T6" fmla="*/ 53 w 79"/>
                <a:gd name="T7" fmla="*/ 93 h 173"/>
                <a:gd name="T8" fmla="*/ 53 w 79"/>
                <a:gd name="T9" fmla="*/ 75 h 173"/>
                <a:gd name="T10" fmla="*/ 43 w 79"/>
                <a:gd name="T11" fmla="*/ 69 h 173"/>
                <a:gd name="T12" fmla="*/ 43 w 79"/>
                <a:gd name="T13" fmla="*/ 69 h 173"/>
                <a:gd name="T14" fmla="*/ 43 w 79"/>
                <a:gd name="T15" fmla="*/ 69 h 173"/>
                <a:gd name="T16" fmla="*/ 12 w 79"/>
                <a:gd name="T17" fmla="*/ 33 h 173"/>
                <a:gd name="T18" fmla="*/ 12 w 79"/>
                <a:gd name="T19" fmla="*/ 12 h 173"/>
                <a:gd name="T20" fmla="*/ 34 w 79"/>
                <a:gd name="T21" fmla="*/ 13 h 173"/>
                <a:gd name="T22" fmla="*/ 53 w 79"/>
                <a:gd name="T23" fmla="*/ 32 h 173"/>
                <a:gd name="T24" fmla="*/ 53 w 79"/>
                <a:gd name="T25" fmla="*/ 20 h 173"/>
                <a:gd name="T26" fmla="*/ 31 w 79"/>
                <a:gd name="T27" fmla="*/ 0 h 173"/>
                <a:gd name="T28" fmla="*/ 22 w 79"/>
                <a:gd name="T29" fmla="*/ 0 h 173"/>
                <a:gd name="T30" fmla="*/ 0 w 79"/>
                <a:gd name="T31" fmla="*/ 20 h 173"/>
                <a:gd name="T32" fmla="*/ 0 w 79"/>
                <a:gd name="T33" fmla="*/ 98 h 173"/>
                <a:gd name="T34" fmla="*/ 22 w 79"/>
                <a:gd name="T35" fmla="*/ 118 h 173"/>
                <a:gd name="T36" fmla="*/ 26 w 79"/>
                <a:gd name="T37" fmla="*/ 118 h 173"/>
                <a:gd name="T38" fmla="*/ 31 w 79"/>
                <a:gd name="T39" fmla="*/ 118 h 173"/>
                <a:gd name="T40" fmla="*/ 54 w 79"/>
                <a:gd name="T41" fmla="*/ 118 h 173"/>
                <a:gd name="T42" fmla="*/ 54 w 79"/>
                <a:gd name="T43" fmla="*/ 119 h 173"/>
                <a:gd name="T44" fmla="*/ 54 w 79"/>
                <a:gd name="T45" fmla="*/ 146 h 173"/>
                <a:gd name="T46" fmla="*/ 54 w 79"/>
                <a:gd name="T47" fmla="*/ 162 h 173"/>
                <a:gd name="T48" fmla="*/ 65 w 79"/>
                <a:gd name="T49" fmla="*/ 173 h 173"/>
                <a:gd name="T50" fmla="*/ 68 w 79"/>
                <a:gd name="T51" fmla="*/ 173 h 173"/>
                <a:gd name="T52" fmla="*/ 79 w 79"/>
                <a:gd name="T53" fmla="*/ 162 h 173"/>
                <a:gd name="T54" fmla="*/ 79 w 79"/>
                <a:gd name="T55" fmla="*/ 146 h 173"/>
                <a:gd name="T56" fmla="*/ 79 w 79"/>
                <a:gd name="T57" fmla="*/ 119 h 173"/>
                <a:gd name="T58" fmla="*/ 79 w 79"/>
                <a:gd name="T59" fmla="*/ 107 h 173"/>
                <a:gd name="T60" fmla="*/ 79 w 79"/>
                <a:gd name="T61" fmla="*/ 104 h 173"/>
                <a:gd name="T62" fmla="*/ 79 w 79"/>
                <a:gd name="T63" fmla="*/ 10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9" h="173">
                  <a:moveTo>
                    <a:pt x="79" y="103"/>
                  </a:moveTo>
                  <a:cubicBezTo>
                    <a:pt x="78" y="97"/>
                    <a:pt x="74" y="93"/>
                    <a:pt x="68" y="93"/>
                  </a:cubicBezTo>
                  <a:cubicBezTo>
                    <a:pt x="65" y="93"/>
                    <a:pt x="65" y="93"/>
                    <a:pt x="65" y="93"/>
                  </a:cubicBezTo>
                  <a:cubicBezTo>
                    <a:pt x="53" y="93"/>
                    <a:pt x="53" y="93"/>
                    <a:pt x="53" y="93"/>
                  </a:cubicBezTo>
                  <a:cubicBezTo>
                    <a:pt x="53" y="75"/>
                    <a:pt x="53" y="75"/>
                    <a:pt x="53" y="75"/>
                  </a:cubicBezTo>
                  <a:cubicBezTo>
                    <a:pt x="48" y="74"/>
                    <a:pt x="46" y="71"/>
                    <a:pt x="43" y="69"/>
                  </a:cubicBezTo>
                  <a:cubicBezTo>
                    <a:pt x="43" y="69"/>
                    <a:pt x="43" y="69"/>
                    <a:pt x="43" y="69"/>
                  </a:cubicBezTo>
                  <a:cubicBezTo>
                    <a:pt x="43" y="69"/>
                    <a:pt x="43" y="69"/>
                    <a:pt x="43" y="69"/>
                  </a:cubicBezTo>
                  <a:cubicBezTo>
                    <a:pt x="12" y="33"/>
                    <a:pt x="12" y="33"/>
                    <a:pt x="12" y="33"/>
                  </a:cubicBezTo>
                  <a:cubicBezTo>
                    <a:pt x="6" y="27"/>
                    <a:pt x="6" y="17"/>
                    <a:pt x="12" y="12"/>
                  </a:cubicBezTo>
                  <a:cubicBezTo>
                    <a:pt x="18" y="6"/>
                    <a:pt x="29" y="6"/>
                    <a:pt x="34" y="13"/>
                  </a:cubicBezTo>
                  <a:cubicBezTo>
                    <a:pt x="53" y="32"/>
                    <a:pt x="53" y="32"/>
                    <a:pt x="53" y="32"/>
                  </a:cubicBezTo>
                  <a:cubicBezTo>
                    <a:pt x="53" y="20"/>
                    <a:pt x="53" y="20"/>
                    <a:pt x="53" y="20"/>
                  </a:cubicBezTo>
                  <a:cubicBezTo>
                    <a:pt x="53" y="9"/>
                    <a:pt x="43" y="0"/>
                    <a:pt x="31" y="0"/>
                  </a:cubicBezTo>
                  <a:cubicBezTo>
                    <a:pt x="22" y="0"/>
                    <a:pt x="22" y="0"/>
                    <a:pt x="22" y="0"/>
                  </a:cubicBezTo>
                  <a:cubicBezTo>
                    <a:pt x="9" y="0"/>
                    <a:pt x="0" y="9"/>
                    <a:pt x="0" y="20"/>
                  </a:cubicBezTo>
                  <a:cubicBezTo>
                    <a:pt x="0" y="98"/>
                    <a:pt x="0" y="98"/>
                    <a:pt x="0" y="98"/>
                  </a:cubicBezTo>
                  <a:cubicBezTo>
                    <a:pt x="0" y="109"/>
                    <a:pt x="9" y="118"/>
                    <a:pt x="22" y="118"/>
                  </a:cubicBezTo>
                  <a:cubicBezTo>
                    <a:pt x="26" y="118"/>
                    <a:pt x="26" y="118"/>
                    <a:pt x="26" y="118"/>
                  </a:cubicBezTo>
                  <a:cubicBezTo>
                    <a:pt x="31" y="118"/>
                    <a:pt x="31" y="118"/>
                    <a:pt x="31" y="118"/>
                  </a:cubicBezTo>
                  <a:cubicBezTo>
                    <a:pt x="54" y="118"/>
                    <a:pt x="54" y="118"/>
                    <a:pt x="54" y="118"/>
                  </a:cubicBezTo>
                  <a:cubicBezTo>
                    <a:pt x="54" y="119"/>
                    <a:pt x="54" y="119"/>
                    <a:pt x="54" y="119"/>
                  </a:cubicBezTo>
                  <a:cubicBezTo>
                    <a:pt x="54" y="146"/>
                    <a:pt x="54" y="146"/>
                    <a:pt x="54" y="146"/>
                  </a:cubicBezTo>
                  <a:cubicBezTo>
                    <a:pt x="54" y="162"/>
                    <a:pt x="54" y="162"/>
                    <a:pt x="54" y="162"/>
                  </a:cubicBezTo>
                  <a:cubicBezTo>
                    <a:pt x="54" y="168"/>
                    <a:pt x="59" y="173"/>
                    <a:pt x="65" y="173"/>
                  </a:cubicBezTo>
                  <a:cubicBezTo>
                    <a:pt x="68" y="173"/>
                    <a:pt x="68" y="173"/>
                    <a:pt x="68" y="173"/>
                  </a:cubicBezTo>
                  <a:cubicBezTo>
                    <a:pt x="74" y="173"/>
                    <a:pt x="79" y="168"/>
                    <a:pt x="79" y="162"/>
                  </a:cubicBezTo>
                  <a:cubicBezTo>
                    <a:pt x="79" y="146"/>
                    <a:pt x="79" y="146"/>
                    <a:pt x="79" y="146"/>
                  </a:cubicBezTo>
                  <a:cubicBezTo>
                    <a:pt x="79" y="119"/>
                    <a:pt x="79" y="119"/>
                    <a:pt x="79" y="119"/>
                  </a:cubicBezTo>
                  <a:cubicBezTo>
                    <a:pt x="79" y="107"/>
                    <a:pt x="79" y="107"/>
                    <a:pt x="79" y="107"/>
                  </a:cubicBezTo>
                  <a:cubicBezTo>
                    <a:pt x="79" y="104"/>
                    <a:pt x="79" y="104"/>
                    <a:pt x="79" y="104"/>
                  </a:cubicBezTo>
                  <a:cubicBezTo>
                    <a:pt x="79" y="104"/>
                    <a:pt x="79" y="103"/>
                    <a:pt x="79"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160"/>
            <p:cNvSpPr>
              <a:spLocks/>
            </p:cNvSpPr>
            <p:nvPr/>
          </p:nvSpPr>
          <p:spPr bwMode="auto">
            <a:xfrm>
              <a:off x="8266113" y="3132138"/>
              <a:ext cx="42863" cy="207963"/>
            </a:xfrm>
            <a:custGeom>
              <a:avLst/>
              <a:gdLst>
                <a:gd name="T0" fmla="*/ 0 w 10"/>
                <a:gd name="T1" fmla="*/ 0 h 49"/>
                <a:gd name="T2" fmla="*/ 0 w 10"/>
                <a:gd name="T3" fmla="*/ 45 h 49"/>
                <a:gd name="T4" fmla="*/ 5 w 10"/>
                <a:gd name="T5" fmla="*/ 49 h 49"/>
                <a:gd name="T6" fmla="*/ 10 w 10"/>
                <a:gd name="T7" fmla="*/ 45 h 49"/>
                <a:gd name="T8" fmla="*/ 10 w 10"/>
                <a:gd name="T9" fmla="*/ 5 h 49"/>
                <a:gd name="T10" fmla="*/ 5 w 10"/>
                <a:gd name="T11" fmla="*/ 5 h 49"/>
                <a:gd name="T12" fmla="*/ 0 w 10"/>
                <a:gd name="T13" fmla="*/ 0 h 49"/>
              </a:gdLst>
              <a:ahLst/>
              <a:cxnLst>
                <a:cxn ang="0">
                  <a:pos x="T0" y="T1"/>
                </a:cxn>
                <a:cxn ang="0">
                  <a:pos x="T2" y="T3"/>
                </a:cxn>
                <a:cxn ang="0">
                  <a:pos x="T4" y="T5"/>
                </a:cxn>
                <a:cxn ang="0">
                  <a:pos x="T6" y="T7"/>
                </a:cxn>
                <a:cxn ang="0">
                  <a:pos x="T8" y="T9"/>
                </a:cxn>
                <a:cxn ang="0">
                  <a:pos x="T10" y="T11"/>
                </a:cxn>
                <a:cxn ang="0">
                  <a:pos x="T12" y="T13"/>
                </a:cxn>
              </a:cxnLst>
              <a:rect l="0" t="0" r="r" b="b"/>
              <a:pathLst>
                <a:path w="10" h="49">
                  <a:moveTo>
                    <a:pt x="0" y="0"/>
                  </a:moveTo>
                  <a:cubicBezTo>
                    <a:pt x="0" y="45"/>
                    <a:pt x="0" y="45"/>
                    <a:pt x="0" y="45"/>
                  </a:cubicBezTo>
                  <a:cubicBezTo>
                    <a:pt x="0" y="47"/>
                    <a:pt x="3" y="49"/>
                    <a:pt x="5" y="49"/>
                  </a:cubicBezTo>
                  <a:cubicBezTo>
                    <a:pt x="6" y="49"/>
                    <a:pt x="10" y="47"/>
                    <a:pt x="10" y="45"/>
                  </a:cubicBezTo>
                  <a:cubicBezTo>
                    <a:pt x="10" y="5"/>
                    <a:pt x="10" y="5"/>
                    <a:pt x="10" y="5"/>
                  </a:cubicBezTo>
                  <a:cubicBezTo>
                    <a:pt x="5" y="5"/>
                    <a:pt x="5" y="5"/>
                    <a:pt x="5" y="5"/>
                  </a:cubicBezTo>
                  <a:cubicBezTo>
                    <a:pt x="3" y="5"/>
                    <a:pt x="0"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161"/>
            <p:cNvSpPr>
              <a:spLocks/>
            </p:cNvSpPr>
            <p:nvPr/>
          </p:nvSpPr>
          <p:spPr bwMode="auto">
            <a:xfrm>
              <a:off x="8266113" y="2725738"/>
              <a:ext cx="42863" cy="406400"/>
            </a:xfrm>
            <a:custGeom>
              <a:avLst/>
              <a:gdLst>
                <a:gd name="T0" fmla="*/ 5 w 10"/>
                <a:gd name="T1" fmla="*/ 91 h 95"/>
                <a:gd name="T2" fmla="*/ 10 w 10"/>
                <a:gd name="T3" fmla="*/ 91 h 95"/>
                <a:gd name="T4" fmla="*/ 10 w 10"/>
                <a:gd name="T5" fmla="*/ 3 h 95"/>
                <a:gd name="T6" fmla="*/ 5 w 10"/>
                <a:gd name="T7" fmla="*/ 0 h 95"/>
                <a:gd name="T8" fmla="*/ 0 w 10"/>
                <a:gd name="T9" fmla="*/ 3 h 95"/>
                <a:gd name="T10" fmla="*/ 0 w 10"/>
                <a:gd name="T11" fmla="*/ 95 h 95"/>
                <a:gd name="T12" fmla="*/ 5 w 10"/>
                <a:gd name="T13" fmla="*/ 91 h 95"/>
              </a:gdLst>
              <a:ahLst/>
              <a:cxnLst>
                <a:cxn ang="0">
                  <a:pos x="T0" y="T1"/>
                </a:cxn>
                <a:cxn ang="0">
                  <a:pos x="T2" y="T3"/>
                </a:cxn>
                <a:cxn ang="0">
                  <a:pos x="T4" y="T5"/>
                </a:cxn>
                <a:cxn ang="0">
                  <a:pos x="T6" y="T7"/>
                </a:cxn>
                <a:cxn ang="0">
                  <a:pos x="T8" y="T9"/>
                </a:cxn>
                <a:cxn ang="0">
                  <a:pos x="T10" y="T11"/>
                </a:cxn>
                <a:cxn ang="0">
                  <a:pos x="T12" y="T13"/>
                </a:cxn>
              </a:cxnLst>
              <a:rect l="0" t="0" r="r" b="b"/>
              <a:pathLst>
                <a:path w="10" h="95">
                  <a:moveTo>
                    <a:pt x="5" y="91"/>
                  </a:moveTo>
                  <a:cubicBezTo>
                    <a:pt x="10" y="91"/>
                    <a:pt x="10" y="91"/>
                    <a:pt x="10" y="91"/>
                  </a:cubicBezTo>
                  <a:cubicBezTo>
                    <a:pt x="10" y="3"/>
                    <a:pt x="10" y="3"/>
                    <a:pt x="10" y="3"/>
                  </a:cubicBezTo>
                  <a:cubicBezTo>
                    <a:pt x="10" y="1"/>
                    <a:pt x="6" y="0"/>
                    <a:pt x="5" y="0"/>
                  </a:cubicBezTo>
                  <a:cubicBezTo>
                    <a:pt x="3" y="0"/>
                    <a:pt x="0" y="1"/>
                    <a:pt x="0" y="3"/>
                  </a:cubicBezTo>
                  <a:cubicBezTo>
                    <a:pt x="0" y="95"/>
                    <a:pt x="0" y="95"/>
                    <a:pt x="0" y="95"/>
                  </a:cubicBezTo>
                  <a:cubicBezTo>
                    <a:pt x="0" y="94"/>
                    <a:pt x="3" y="91"/>
                    <a:pt x="5" y="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162"/>
            <p:cNvSpPr>
              <a:spLocks/>
            </p:cNvSpPr>
            <p:nvPr/>
          </p:nvSpPr>
          <p:spPr bwMode="auto">
            <a:xfrm>
              <a:off x="8266113" y="3114676"/>
              <a:ext cx="227013" cy="38100"/>
            </a:xfrm>
            <a:custGeom>
              <a:avLst/>
              <a:gdLst>
                <a:gd name="T0" fmla="*/ 53 w 53"/>
                <a:gd name="T1" fmla="*/ 0 h 9"/>
                <a:gd name="T2" fmla="*/ 53 w 53"/>
                <a:gd name="T3" fmla="*/ 0 h 9"/>
                <a:gd name="T4" fmla="*/ 10 w 53"/>
                <a:gd name="T5" fmla="*/ 0 h 9"/>
                <a:gd name="T6" fmla="*/ 5 w 53"/>
                <a:gd name="T7" fmla="*/ 0 h 9"/>
                <a:gd name="T8" fmla="*/ 0 w 53"/>
                <a:gd name="T9" fmla="*/ 4 h 9"/>
                <a:gd name="T10" fmla="*/ 5 w 53"/>
                <a:gd name="T11" fmla="*/ 9 h 9"/>
                <a:gd name="T12" fmla="*/ 10 w 53"/>
                <a:gd name="T13" fmla="*/ 9 h 9"/>
                <a:gd name="T14" fmla="*/ 50 w 53"/>
                <a:gd name="T15" fmla="*/ 9 h 9"/>
                <a:gd name="T16" fmla="*/ 50 w 53"/>
                <a:gd name="T17" fmla="*/ 4 h 9"/>
                <a:gd name="T18" fmla="*/ 53 w 53"/>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9">
                  <a:moveTo>
                    <a:pt x="53" y="0"/>
                  </a:moveTo>
                  <a:cubicBezTo>
                    <a:pt x="53" y="0"/>
                    <a:pt x="53" y="0"/>
                    <a:pt x="53" y="0"/>
                  </a:cubicBezTo>
                  <a:cubicBezTo>
                    <a:pt x="10" y="0"/>
                    <a:pt x="10" y="0"/>
                    <a:pt x="10" y="0"/>
                  </a:cubicBezTo>
                  <a:cubicBezTo>
                    <a:pt x="5" y="0"/>
                    <a:pt x="5" y="0"/>
                    <a:pt x="5" y="0"/>
                  </a:cubicBezTo>
                  <a:cubicBezTo>
                    <a:pt x="3" y="0"/>
                    <a:pt x="0" y="3"/>
                    <a:pt x="0" y="4"/>
                  </a:cubicBezTo>
                  <a:cubicBezTo>
                    <a:pt x="0" y="7"/>
                    <a:pt x="3" y="9"/>
                    <a:pt x="5" y="9"/>
                  </a:cubicBezTo>
                  <a:cubicBezTo>
                    <a:pt x="10" y="9"/>
                    <a:pt x="10" y="9"/>
                    <a:pt x="10" y="9"/>
                  </a:cubicBezTo>
                  <a:cubicBezTo>
                    <a:pt x="50" y="9"/>
                    <a:pt x="50" y="9"/>
                    <a:pt x="50" y="9"/>
                  </a:cubicBezTo>
                  <a:cubicBezTo>
                    <a:pt x="50" y="4"/>
                    <a:pt x="50" y="4"/>
                    <a:pt x="50" y="4"/>
                  </a:cubicBezTo>
                  <a:cubicBezTo>
                    <a:pt x="50" y="3"/>
                    <a:pt x="53" y="1"/>
                    <a:pt x="5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163"/>
            <p:cNvSpPr>
              <a:spLocks/>
            </p:cNvSpPr>
            <p:nvPr/>
          </p:nvSpPr>
          <p:spPr bwMode="auto">
            <a:xfrm>
              <a:off x="8480425" y="3114676"/>
              <a:ext cx="38100" cy="225425"/>
            </a:xfrm>
            <a:custGeom>
              <a:avLst/>
              <a:gdLst>
                <a:gd name="T0" fmla="*/ 5 w 9"/>
                <a:gd name="T1" fmla="*/ 0 h 53"/>
                <a:gd name="T2" fmla="*/ 3 w 9"/>
                <a:gd name="T3" fmla="*/ 0 h 53"/>
                <a:gd name="T4" fmla="*/ 0 w 9"/>
                <a:gd name="T5" fmla="*/ 4 h 53"/>
                <a:gd name="T6" fmla="*/ 0 w 9"/>
                <a:gd name="T7" fmla="*/ 9 h 53"/>
                <a:gd name="T8" fmla="*/ 0 w 9"/>
                <a:gd name="T9" fmla="*/ 49 h 53"/>
                <a:gd name="T10" fmla="*/ 5 w 9"/>
                <a:gd name="T11" fmla="*/ 53 h 53"/>
                <a:gd name="T12" fmla="*/ 9 w 9"/>
                <a:gd name="T13" fmla="*/ 49 h 53"/>
                <a:gd name="T14" fmla="*/ 9 w 9"/>
                <a:gd name="T15" fmla="*/ 4 h 53"/>
                <a:gd name="T16" fmla="*/ 5 w 9"/>
                <a:gd name="T1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53">
                  <a:moveTo>
                    <a:pt x="5" y="0"/>
                  </a:moveTo>
                  <a:cubicBezTo>
                    <a:pt x="5" y="0"/>
                    <a:pt x="5" y="0"/>
                    <a:pt x="3" y="0"/>
                  </a:cubicBezTo>
                  <a:cubicBezTo>
                    <a:pt x="3" y="0"/>
                    <a:pt x="0" y="3"/>
                    <a:pt x="0" y="4"/>
                  </a:cubicBezTo>
                  <a:cubicBezTo>
                    <a:pt x="0" y="9"/>
                    <a:pt x="0" y="9"/>
                    <a:pt x="0" y="9"/>
                  </a:cubicBezTo>
                  <a:cubicBezTo>
                    <a:pt x="0" y="49"/>
                    <a:pt x="0" y="49"/>
                    <a:pt x="0" y="49"/>
                  </a:cubicBezTo>
                  <a:cubicBezTo>
                    <a:pt x="0" y="51"/>
                    <a:pt x="3" y="53"/>
                    <a:pt x="5" y="53"/>
                  </a:cubicBezTo>
                  <a:cubicBezTo>
                    <a:pt x="6" y="53"/>
                    <a:pt x="9" y="51"/>
                    <a:pt x="9" y="49"/>
                  </a:cubicBezTo>
                  <a:cubicBezTo>
                    <a:pt x="9" y="4"/>
                    <a:pt x="9" y="4"/>
                    <a:pt x="9" y="4"/>
                  </a:cubicBezTo>
                  <a:cubicBezTo>
                    <a:pt x="9" y="2"/>
                    <a:pt x="6" y="0"/>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164"/>
            <p:cNvSpPr>
              <a:spLocks/>
            </p:cNvSpPr>
            <p:nvPr/>
          </p:nvSpPr>
          <p:spPr bwMode="auto">
            <a:xfrm>
              <a:off x="8599488" y="2917826"/>
              <a:ext cx="439738" cy="422275"/>
            </a:xfrm>
            <a:custGeom>
              <a:avLst/>
              <a:gdLst>
                <a:gd name="T0" fmla="*/ 98 w 103"/>
                <a:gd name="T1" fmla="*/ 0 h 99"/>
                <a:gd name="T2" fmla="*/ 3 w 103"/>
                <a:gd name="T3" fmla="*/ 0 h 99"/>
                <a:gd name="T4" fmla="*/ 0 w 103"/>
                <a:gd name="T5" fmla="*/ 4 h 99"/>
                <a:gd name="T6" fmla="*/ 3 w 103"/>
                <a:gd name="T7" fmla="*/ 8 h 99"/>
                <a:gd name="T8" fmla="*/ 45 w 103"/>
                <a:gd name="T9" fmla="*/ 8 h 99"/>
                <a:gd name="T10" fmla="*/ 45 w 103"/>
                <a:gd name="T11" fmla="*/ 92 h 99"/>
                <a:gd name="T12" fmla="*/ 20 w 103"/>
                <a:gd name="T13" fmla="*/ 92 h 99"/>
                <a:gd name="T14" fmla="*/ 12 w 103"/>
                <a:gd name="T15" fmla="*/ 99 h 99"/>
                <a:gd name="T16" fmla="*/ 45 w 103"/>
                <a:gd name="T17" fmla="*/ 99 h 99"/>
                <a:gd name="T18" fmla="*/ 58 w 103"/>
                <a:gd name="T19" fmla="*/ 99 h 99"/>
                <a:gd name="T20" fmla="*/ 90 w 103"/>
                <a:gd name="T21" fmla="*/ 99 h 99"/>
                <a:gd name="T22" fmla="*/ 84 w 103"/>
                <a:gd name="T23" fmla="*/ 92 h 99"/>
                <a:gd name="T24" fmla="*/ 58 w 103"/>
                <a:gd name="T25" fmla="*/ 92 h 99"/>
                <a:gd name="T26" fmla="*/ 58 w 103"/>
                <a:gd name="T27" fmla="*/ 8 h 99"/>
                <a:gd name="T28" fmla="*/ 98 w 103"/>
                <a:gd name="T29" fmla="*/ 8 h 99"/>
                <a:gd name="T30" fmla="*/ 103 w 103"/>
                <a:gd name="T31" fmla="*/ 4 h 99"/>
                <a:gd name="T32" fmla="*/ 98 w 103"/>
                <a:gd name="T3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3" h="99">
                  <a:moveTo>
                    <a:pt x="98" y="0"/>
                  </a:moveTo>
                  <a:cubicBezTo>
                    <a:pt x="3" y="0"/>
                    <a:pt x="3" y="0"/>
                    <a:pt x="3" y="0"/>
                  </a:cubicBezTo>
                  <a:cubicBezTo>
                    <a:pt x="0" y="0"/>
                    <a:pt x="0" y="2"/>
                    <a:pt x="0" y="4"/>
                  </a:cubicBezTo>
                  <a:cubicBezTo>
                    <a:pt x="0" y="7"/>
                    <a:pt x="0" y="8"/>
                    <a:pt x="3" y="8"/>
                  </a:cubicBezTo>
                  <a:cubicBezTo>
                    <a:pt x="45" y="8"/>
                    <a:pt x="45" y="8"/>
                    <a:pt x="45" y="8"/>
                  </a:cubicBezTo>
                  <a:cubicBezTo>
                    <a:pt x="45" y="92"/>
                    <a:pt x="45" y="92"/>
                    <a:pt x="45" y="92"/>
                  </a:cubicBezTo>
                  <a:cubicBezTo>
                    <a:pt x="20" y="92"/>
                    <a:pt x="20" y="92"/>
                    <a:pt x="20" y="92"/>
                  </a:cubicBezTo>
                  <a:cubicBezTo>
                    <a:pt x="16" y="92"/>
                    <a:pt x="12" y="95"/>
                    <a:pt x="12" y="99"/>
                  </a:cubicBezTo>
                  <a:cubicBezTo>
                    <a:pt x="45" y="99"/>
                    <a:pt x="45" y="99"/>
                    <a:pt x="45" y="99"/>
                  </a:cubicBezTo>
                  <a:cubicBezTo>
                    <a:pt x="58" y="99"/>
                    <a:pt x="58" y="99"/>
                    <a:pt x="58" y="99"/>
                  </a:cubicBezTo>
                  <a:cubicBezTo>
                    <a:pt x="90" y="99"/>
                    <a:pt x="90" y="99"/>
                    <a:pt x="90" y="99"/>
                  </a:cubicBezTo>
                  <a:cubicBezTo>
                    <a:pt x="90" y="95"/>
                    <a:pt x="87" y="92"/>
                    <a:pt x="84" y="92"/>
                  </a:cubicBezTo>
                  <a:cubicBezTo>
                    <a:pt x="58" y="92"/>
                    <a:pt x="58" y="92"/>
                    <a:pt x="58" y="92"/>
                  </a:cubicBezTo>
                  <a:cubicBezTo>
                    <a:pt x="58" y="8"/>
                    <a:pt x="58" y="8"/>
                    <a:pt x="58" y="8"/>
                  </a:cubicBezTo>
                  <a:cubicBezTo>
                    <a:pt x="98" y="8"/>
                    <a:pt x="98" y="8"/>
                    <a:pt x="98" y="8"/>
                  </a:cubicBezTo>
                  <a:cubicBezTo>
                    <a:pt x="100" y="8"/>
                    <a:pt x="103" y="7"/>
                    <a:pt x="103" y="4"/>
                  </a:cubicBezTo>
                  <a:cubicBezTo>
                    <a:pt x="103" y="2"/>
                    <a:pt x="100" y="0"/>
                    <a:pt x="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165"/>
            <p:cNvSpPr>
              <a:spLocks/>
            </p:cNvSpPr>
            <p:nvPr/>
          </p:nvSpPr>
          <p:spPr bwMode="auto">
            <a:xfrm>
              <a:off x="9555163" y="2854326"/>
              <a:ext cx="490538" cy="30163"/>
            </a:xfrm>
            <a:custGeom>
              <a:avLst/>
              <a:gdLst>
                <a:gd name="T0" fmla="*/ 115 w 115"/>
                <a:gd name="T1" fmla="*/ 4 h 7"/>
                <a:gd name="T2" fmla="*/ 112 w 115"/>
                <a:gd name="T3" fmla="*/ 7 h 7"/>
                <a:gd name="T4" fmla="*/ 3 w 115"/>
                <a:gd name="T5" fmla="*/ 7 h 7"/>
                <a:gd name="T6" fmla="*/ 0 w 115"/>
                <a:gd name="T7" fmla="*/ 4 h 7"/>
                <a:gd name="T8" fmla="*/ 0 w 115"/>
                <a:gd name="T9" fmla="*/ 4 h 7"/>
                <a:gd name="T10" fmla="*/ 3 w 115"/>
                <a:gd name="T11" fmla="*/ 0 h 7"/>
                <a:gd name="T12" fmla="*/ 112 w 115"/>
                <a:gd name="T13" fmla="*/ 0 h 7"/>
                <a:gd name="T14" fmla="*/ 115 w 115"/>
                <a:gd name="T15" fmla="*/ 4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5" h="7">
                  <a:moveTo>
                    <a:pt x="115" y="4"/>
                  </a:moveTo>
                  <a:cubicBezTo>
                    <a:pt x="115" y="5"/>
                    <a:pt x="115" y="7"/>
                    <a:pt x="112" y="7"/>
                  </a:cubicBezTo>
                  <a:cubicBezTo>
                    <a:pt x="3" y="7"/>
                    <a:pt x="3" y="7"/>
                    <a:pt x="3" y="7"/>
                  </a:cubicBezTo>
                  <a:cubicBezTo>
                    <a:pt x="0" y="7"/>
                    <a:pt x="0" y="5"/>
                    <a:pt x="0" y="4"/>
                  </a:cubicBezTo>
                  <a:cubicBezTo>
                    <a:pt x="0" y="4"/>
                    <a:pt x="0" y="4"/>
                    <a:pt x="0" y="4"/>
                  </a:cubicBezTo>
                  <a:cubicBezTo>
                    <a:pt x="0" y="2"/>
                    <a:pt x="0" y="0"/>
                    <a:pt x="3" y="0"/>
                  </a:cubicBezTo>
                  <a:cubicBezTo>
                    <a:pt x="112" y="0"/>
                    <a:pt x="112" y="0"/>
                    <a:pt x="112" y="0"/>
                  </a:cubicBezTo>
                  <a:cubicBezTo>
                    <a:pt x="115" y="0"/>
                    <a:pt x="115" y="2"/>
                    <a:pt x="115"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Rectangle 166"/>
            <p:cNvSpPr>
              <a:spLocks noChangeArrowheads="1"/>
            </p:cNvSpPr>
            <p:nvPr/>
          </p:nvSpPr>
          <p:spPr bwMode="auto">
            <a:xfrm>
              <a:off x="9588500" y="2905126"/>
              <a:ext cx="431800" cy="392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Rectangle 167"/>
            <p:cNvSpPr>
              <a:spLocks noChangeArrowheads="1"/>
            </p:cNvSpPr>
            <p:nvPr/>
          </p:nvSpPr>
          <p:spPr bwMode="auto">
            <a:xfrm>
              <a:off x="9601200" y="3311526"/>
              <a:ext cx="34925" cy="285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Rectangle 168"/>
            <p:cNvSpPr>
              <a:spLocks noChangeArrowheads="1"/>
            </p:cNvSpPr>
            <p:nvPr/>
          </p:nvSpPr>
          <p:spPr bwMode="auto">
            <a:xfrm>
              <a:off x="9972675" y="3311526"/>
              <a:ext cx="34925" cy="285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169"/>
            <p:cNvSpPr>
              <a:spLocks/>
            </p:cNvSpPr>
            <p:nvPr/>
          </p:nvSpPr>
          <p:spPr bwMode="auto">
            <a:xfrm>
              <a:off x="10275888" y="2725738"/>
              <a:ext cx="247650" cy="614363"/>
            </a:xfrm>
            <a:custGeom>
              <a:avLst/>
              <a:gdLst>
                <a:gd name="T0" fmla="*/ 53 w 58"/>
                <a:gd name="T1" fmla="*/ 0 h 144"/>
                <a:gd name="T2" fmla="*/ 49 w 58"/>
                <a:gd name="T3" fmla="*/ 3 h 144"/>
                <a:gd name="T4" fmla="*/ 49 w 58"/>
                <a:gd name="T5" fmla="*/ 91 h 144"/>
                <a:gd name="T6" fmla="*/ 5 w 58"/>
                <a:gd name="T7" fmla="*/ 91 h 144"/>
                <a:gd name="T8" fmla="*/ 5 w 58"/>
                <a:gd name="T9" fmla="*/ 91 h 144"/>
                <a:gd name="T10" fmla="*/ 5 w 58"/>
                <a:gd name="T11" fmla="*/ 91 h 144"/>
                <a:gd name="T12" fmla="*/ 0 w 58"/>
                <a:gd name="T13" fmla="*/ 95 h 144"/>
                <a:gd name="T14" fmla="*/ 0 w 58"/>
                <a:gd name="T15" fmla="*/ 140 h 144"/>
                <a:gd name="T16" fmla="*/ 5 w 58"/>
                <a:gd name="T17" fmla="*/ 144 h 144"/>
                <a:gd name="T18" fmla="*/ 8 w 58"/>
                <a:gd name="T19" fmla="*/ 140 h 144"/>
                <a:gd name="T20" fmla="*/ 8 w 58"/>
                <a:gd name="T21" fmla="*/ 100 h 144"/>
                <a:gd name="T22" fmla="*/ 49 w 58"/>
                <a:gd name="T23" fmla="*/ 100 h 144"/>
                <a:gd name="T24" fmla="*/ 49 w 58"/>
                <a:gd name="T25" fmla="*/ 140 h 144"/>
                <a:gd name="T26" fmla="*/ 53 w 58"/>
                <a:gd name="T27" fmla="*/ 144 h 144"/>
                <a:gd name="T28" fmla="*/ 58 w 58"/>
                <a:gd name="T29" fmla="*/ 140 h 144"/>
                <a:gd name="T30" fmla="*/ 58 w 58"/>
                <a:gd name="T31" fmla="*/ 3 h 144"/>
                <a:gd name="T32" fmla="*/ 53 w 58"/>
                <a:gd name="T33"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144">
                  <a:moveTo>
                    <a:pt x="53" y="0"/>
                  </a:moveTo>
                  <a:cubicBezTo>
                    <a:pt x="52" y="0"/>
                    <a:pt x="49" y="1"/>
                    <a:pt x="49" y="3"/>
                  </a:cubicBezTo>
                  <a:cubicBezTo>
                    <a:pt x="49" y="91"/>
                    <a:pt x="49" y="91"/>
                    <a:pt x="49" y="91"/>
                  </a:cubicBezTo>
                  <a:cubicBezTo>
                    <a:pt x="5" y="91"/>
                    <a:pt x="5" y="91"/>
                    <a:pt x="5" y="91"/>
                  </a:cubicBezTo>
                  <a:cubicBezTo>
                    <a:pt x="5" y="91"/>
                    <a:pt x="5" y="91"/>
                    <a:pt x="5" y="91"/>
                  </a:cubicBezTo>
                  <a:cubicBezTo>
                    <a:pt x="5" y="91"/>
                    <a:pt x="5" y="91"/>
                    <a:pt x="5" y="91"/>
                  </a:cubicBezTo>
                  <a:cubicBezTo>
                    <a:pt x="2" y="91"/>
                    <a:pt x="0" y="93"/>
                    <a:pt x="0" y="95"/>
                  </a:cubicBezTo>
                  <a:cubicBezTo>
                    <a:pt x="0" y="140"/>
                    <a:pt x="0" y="140"/>
                    <a:pt x="0" y="140"/>
                  </a:cubicBezTo>
                  <a:cubicBezTo>
                    <a:pt x="0" y="142"/>
                    <a:pt x="2" y="144"/>
                    <a:pt x="5" y="144"/>
                  </a:cubicBezTo>
                  <a:cubicBezTo>
                    <a:pt x="5" y="144"/>
                    <a:pt x="8" y="142"/>
                    <a:pt x="8" y="140"/>
                  </a:cubicBezTo>
                  <a:cubicBezTo>
                    <a:pt x="8" y="100"/>
                    <a:pt x="8" y="100"/>
                    <a:pt x="8" y="100"/>
                  </a:cubicBezTo>
                  <a:cubicBezTo>
                    <a:pt x="49" y="100"/>
                    <a:pt x="49" y="100"/>
                    <a:pt x="49" y="100"/>
                  </a:cubicBezTo>
                  <a:cubicBezTo>
                    <a:pt x="49" y="140"/>
                    <a:pt x="49" y="140"/>
                    <a:pt x="49" y="140"/>
                  </a:cubicBezTo>
                  <a:cubicBezTo>
                    <a:pt x="49" y="142"/>
                    <a:pt x="52" y="144"/>
                    <a:pt x="53" y="144"/>
                  </a:cubicBezTo>
                  <a:cubicBezTo>
                    <a:pt x="55" y="144"/>
                    <a:pt x="58" y="142"/>
                    <a:pt x="58" y="140"/>
                  </a:cubicBezTo>
                  <a:cubicBezTo>
                    <a:pt x="58" y="3"/>
                    <a:pt x="58" y="3"/>
                    <a:pt x="58" y="3"/>
                  </a:cubicBezTo>
                  <a:cubicBezTo>
                    <a:pt x="58" y="1"/>
                    <a:pt x="55" y="0"/>
                    <a:pt x="5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Oval 170"/>
            <p:cNvSpPr>
              <a:spLocks noChangeArrowheads="1"/>
            </p:cNvSpPr>
            <p:nvPr/>
          </p:nvSpPr>
          <p:spPr bwMode="auto">
            <a:xfrm>
              <a:off x="10271125" y="2379663"/>
              <a:ext cx="201613" cy="1968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171"/>
            <p:cNvSpPr>
              <a:spLocks/>
            </p:cNvSpPr>
            <p:nvPr/>
          </p:nvSpPr>
          <p:spPr bwMode="auto">
            <a:xfrm>
              <a:off x="10323513" y="2597151"/>
              <a:ext cx="293688" cy="247650"/>
            </a:xfrm>
            <a:custGeom>
              <a:avLst/>
              <a:gdLst>
                <a:gd name="T0" fmla="*/ 69 w 69"/>
                <a:gd name="T1" fmla="*/ 10 h 58"/>
                <a:gd name="T2" fmla="*/ 58 w 69"/>
                <a:gd name="T3" fmla="*/ 1 h 58"/>
                <a:gd name="T4" fmla="*/ 53 w 69"/>
                <a:gd name="T5" fmla="*/ 2 h 58"/>
                <a:gd name="T6" fmla="*/ 53 w 69"/>
                <a:gd name="T7" fmla="*/ 2 h 58"/>
                <a:gd name="T8" fmla="*/ 8 w 69"/>
                <a:gd name="T9" fmla="*/ 16 h 58"/>
                <a:gd name="T10" fmla="*/ 0 w 69"/>
                <a:gd name="T11" fmla="*/ 28 h 58"/>
                <a:gd name="T12" fmla="*/ 13 w 69"/>
                <a:gd name="T13" fmla="*/ 35 h 58"/>
                <a:gd name="T14" fmla="*/ 49 w 69"/>
                <a:gd name="T15" fmla="*/ 23 h 58"/>
                <a:gd name="T16" fmla="*/ 50 w 69"/>
                <a:gd name="T17" fmla="*/ 48 h 58"/>
                <a:gd name="T18" fmla="*/ 59 w 69"/>
                <a:gd name="T19" fmla="*/ 58 h 58"/>
                <a:gd name="T20" fmla="*/ 69 w 69"/>
                <a:gd name="T21" fmla="*/ 48 h 58"/>
                <a:gd name="T22" fmla="*/ 69 w 69"/>
                <a:gd name="T23" fmla="*/ 1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9" h="58">
                  <a:moveTo>
                    <a:pt x="69" y="10"/>
                  </a:moveTo>
                  <a:cubicBezTo>
                    <a:pt x="67" y="5"/>
                    <a:pt x="63" y="0"/>
                    <a:pt x="58" y="1"/>
                  </a:cubicBezTo>
                  <a:cubicBezTo>
                    <a:pt x="56" y="1"/>
                    <a:pt x="55" y="1"/>
                    <a:pt x="53" y="2"/>
                  </a:cubicBezTo>
                  <a:cubicBezTo>
                    <a:pt x="53" y="2"/>
                    <a:pt x="53" y="2"/>
                    <a:pt x="53" y="2"/>
                  </a:cubicBezTo>
                  <a:cubicBezTo>
                    <a:pt x="8" y="16"/>
                    <a:pt x="8" y="16"/>
                    <a:pt x="8" y="16"/>
                  </a:cubicBezTo>
                  <a:cubicBezTo>
                    <a:pt x="3" y="18"/>
                    <a:pt x="0" y="23"/>
                    <a:pt x="0" y="28"/>
                  </a:cubicBezTo>
                  <a:cubicBezTo>
                    <a:pt x="3" y="34"/>
                    <a:pt x="8" y="37"/>
                    <a:pt x="13" y="35"/>
                  </a:cubicBezTo>
                  <a:cubicBezTo>
                    <a:pt x="49" y="23"/>
                    <a:pt x="49" y="23"/>
                    <a:pt x="49" y="23"/>
                  </a:cubicBezTo>
                  <a:cubicBezTo>
                    <a:pt x="50" y="48"/>
                    <a:pt x="50" y="48"/>
                    <a:pt x="50" y="48"/>
                  </a:cubicBezTo>
                  <a:cubicBezTo>
                    <a:pt x="50" y="54"/>
                    <a:pt x="55" y="58"/>
                    <a:pt x="59" y="58"/>
                  </a:cubicBezTo>
                  <a:cubicBezTo>
                    <a:pt x="66" y="58"/>
                    <a:pt x="69" y="53"/>
                    <a:pt x="69" y="48"/>
                  </a:cubicBezTo>
                  <a:lnTo>
                    <a:pt x="69"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172"/>
            <p:cNvSpPr>
              <a:spLocks/>
            </p:cNvSpPr>
            <p:nvPr/>
          </p:nvSpPr>
          <p:spPr bwMode="auto">
            <a:xfrm>
              <a:off x="10033000" y="3132138"/>
              <a:ext cx="111125" cy="200025"/>
            </a:xfrm>
            <a:custGeom>
              <a:avLst/>
              <a:gdLst>
                <a:gd name="T0" fmla="*/ 19 w 26"/>
                <a:gd name="T1" fmla="*/ 28 h 47"/>
                <a:gd name="T2" fmla="*/ 15 w 26"/>
                <a:gd name="T3" fmla="*/ 7 h 47"/>
                <a:gd name="T4" fmla="*/ 15 w 26"/>
                <a:gd name="T5" fmla="*/ 7 h 47"/>
                <a:gd name="T6" fmla="*/ 15 w 26"/>
                <a:gd name="T7" fmla="*/ 0 h 47"/>
                <a:gd name="T8" fmla="*/ 3 w 26"/>
                <a:gd name="T9" fmla="*/ 30 h 47"/>
                <a:gd name="T10" fmla="*/ 9 w 26"/>
                <a:gd name="T11" fmla="*/ 44 h 47"/>
                <a:gd name="T12" fmla="*/ 12 w 26"/>
                <a:gd name="T13" fmla="*/ 45 h 47"/>
                <a:gd name="T14" fmla="*/ 26 w 26"/>
                <a:gd name="T15" fmla="*/ 39 h 47"/>
                <a:gd name="T16" fmla="*/ 19 w 26"/>
                <a:gd name="T17" fmla="*/ 2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47">
                  <a:moveTo>
                    <a:pt x="19" y="28"/>
                  </a:moveTo>
                  <a:cubicBezTo>
                    <a:pt x="15" y="7"/>
                    <a:pt x="15" y="7"/>
                    <a:pt x="15" y="7"/>
                  </a:cubicBezTo>
                  <a:cubicBezTo>
                    <a:pt x="15" y="7"/>
                    <a:pt x="15" y="7"/>
                    <a:pt x="15" y="7"/>
                  </a:cubicBezTo>
                  <a:cubicBezTo>
                    <a:pt x="15" y="0"/>
                    <a:pt x="15" y="0"/>
                    <a:pt x="15" y="0"/>
                  </a:cubicBezTo>
                  <a:cubicBezTo>
                    <a:pt x="3" y="30"/>
                    <a:pt x="3" y="30"/>
                    <a:pt x="3" y="30"/>
                  </a:cubicBezTo>
                  <a:cubicBezTo>
                    <a:pt x="0" y="35"/>
                    <a:pt x="3" y="42"/>
                    <a:pt x="9" y="44"/>
                  </a:cubicBezTo>
                  <a:cubicBezTo>
                    <a:pt x="12" y="45"/>
                    <a:pt x="12" y="45"/>
                    <a:pt x="12" y="45"/>
                  </a:cubicBezTo>
                  <a:cubicBezTo>
                    <a:pt x="19" y="47"/>
                    <a:pt x="25" y="44"/>
                    <a:pt x="26" y="39"/>
                  </a:cubicBezTo>
                  <a:cubicBezTo>
                    <a:pt x="22" y="37"/>
                    <a:pt x="19" y="33"/>
                    <a:pt x="19"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173"/>
            <p:cNvSpPr>
              <a:spLocks/>
            </p:cNvSpPr>
            <p:nvPr/>
          </p:nvSpPr>
          <p:spPr bwMode="auto">
            <a:xfrm>
              <a:off x="10096500" y="2943226"/>
              <a:ext cx="141288" cy="341313"/>
            </a:xfrm>
            <a:custGeom>
              <a:avLst/>
              <a:gdLst>
                <a:gd name="T0" fmla="*/ 32 w 33"/>
                <a:gd name="T1" fmla="*/ 5 h 80"/>
                <a:gd name="T2" fmla="*/ 18 w 33"/>
                <a:gd name="T3" fmla="*/ 1 h 80"/>
                <a:gd name="T4" fmla="*/ 14 w 33"/>
                <a:gd name="T5" fmla="*/ 0 h 80"/>
                <a:gd name="T6" fmla="*/ 13 w 33"/>
                <a:gd name="T7" fmla="*/ 0 h 80"/>
                <a:gd name="T8" fmla="*/ 10 w 33"/>
                <a:gd name="T9" fmla="*/ 1 h 80"/>
                <a:gd name="T10" fmla="*/ 0 w 33"/>
                <a:gd name="T11" fmla="*/ 12 h 80"/>
                <a:gd name="T12" fmla="*/ 7 w 33"/>
                <a:gd name="T13" fmla="*/ 54 h 80"/>
                <a:gd name="T14" fmla="*/ 7 w 33"/>
                <a:gd name="T15" fmla="*/ 54 h 80"/>
                <a:gd name="T16" fmla="*/ 8 w 33"/>
                <a:gd name="T17" fmla="*/ 70 h 80"/>
                <a:gd name="T18" fmla="*/ 19 w 33"/>
                <a:gd name="T19" fmla="*/ 79 h 80"/>
                <a:gd name="T20" fmla="*/ 22 w 33"/>
                <a:gd name="T21" fmla="*/ 79 h 80"/>
                <a:gd name="T22" fmla="*/ 32 w 33"/>
                <a:gd name="T23" fmla="*/ 66 h 80"/>
                <a:gd name="T24" fmla="*/ 32 w 33"/>
                <a:gd name="T25" fmla="*/ 51 h 80"/>
                <a:gd name="T26" fmla="*/ 32 w 33"/>
                <a:gd name="T27" fmla="*/ 51 h 80"/>
                <a:gd name="T28" fmla="*/ 25 w 33"/>
                <a:gd name="T29" fmla="*/ 9 h 80"/>
                <a:gd name="T30" fmla="*/ 25 w 33"/>
                <a:gd name="T31" fmla="*/ 8 h 80"/>
                <a:gd name="T32" fmla="*/ 32 w 33"/>
                <a:gd name="T33" fmla="*/ 8 h 80"/>
                <a:gd name="T34" fmla="*/ 32 w 33"/>
                <a:gd name="T35" fmla="*/ 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 h="80">
                  <a:moveTo>
                    <a:pt x="32" y="5"/>
                  </a:moveTo>
                  <a:cubicBezTo>
                    <a:pt x="18" y="1"/>
                    <a:pt x="18" y="1"/>
                    <a:pt x="18" y="1"/>
                  </a:cubicBezTo>
                  <a:cubicBezTo>
                    <a:pt x="16" y="0"/>
                    <a:pt x="16" y="0"/>
                    <a:pt x="14" y="0"/>
                  </a:cubicBezTo>
                  <a:cubicBezTo>
                    <a:pt x="13" y="0"/>
                    <a:pt x="13" y="0"/>
                    <a:pt x="13" y="0"/>
                  </a:cubicBezTo>
                  <a:cubicBezTo>
                    <a:pt x="10" y="1"/>
                    <a:pt x="10" y="1"/>
                    <a:pt x="10" y="1"/>
                  </a:cubicBezTo>
                  <a:cubicBezTo>
                    <a:pt x="4" y="2"/>
                    <a:pt x="0" y="7"/>
                    <a:pt x="0" y="12"/>
                  </a:cubicBezTo>
                  <a:cubicBezTo>
                    <a:pt x="7" y="54"/>
                    <a:pt x="7" y="54"/>
                    <a:pt x="7" y="54"/>
                  </a:cubicBezTo>
                  <a:cubicBezTo>
                    <a:pt x="7" y="54"/>
                    <a:pt x="7" y="54"/>
                    <a:pt x="7" y="54"/>
                  </a:cubicBezTo>
                  <a:cubicBezTo>
                    <a:pt x="8" y="70"/>
                    <a:pt x="8" y="70"/>
                    <a:pt x="8" y="70"/>
                  </a:cubicBezTo>
                  <a:cubicBezTo>
                    <a:pt x="10" y="75"/>
                    <a:pt x="14" y="80"/>
                    <a:pt x="19" y="79"/>
                  </a:cubicBezTo>
                  <a:cubicBezTo>
                    <a:pt x="22" y="79"/>
                    <a:pt x="22" y="79"/>
                    <a:pt x="22" y="79"/>
                  </a:cubicBezTo>
                  <a:cubicBezTo>
                    <a:pt x="29" y="78"/>
                    <a:pt x="33" y="72"/>
                    <a:pt x="32" y="66"/>
                  </a:cubicBezTo>
                  <a:cubicBezTo>
                    <a:pt x="32" y="51"/>
                    <a:pt x="32" y="51"/>
                    <a:pt x="32" y="51"/>
                  </a:cubicBezTo>
                  <a:cubicBezTo>
                    <a:pt x="32" y="51"/>
                    <a:pt x="32" y="51"/>
                    <a:pt x="32" y="51"/>
                  </a:cubicBezTo>
                  <a:cubicBezTo>
                    <a:pt x="25" y="9"/>
                    <a:pt x="25" y="9"/>
                    <a:pt x="25" y="9"/>
                  </a:cubicBezTo>
                  <a:cubicBezTo>
                    <a:pt x="25" y="9"/>
                    <a:pt x="25" y="9"/>
                    <a:pt x="25" y="8"/>
                  </a:cubicBezTo>
                  <a:cubicBezTo>
                    <a:pt x="32" y="8"/>
                    <a:pt x="32" y="8"/>
                    <a:pt x="32" y="8"/>
                  </a:cubicBezTo>
                  <a:lnTo>
                    <a:pt x="3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174"/>
            <p:cNvSpPr>
              <a:spLocks/>
            </p:cNvSpPr>
            <p:nvPr/>
          </p:nvSpPr>
          <p:spPr bwMode="auto">
            <a:xfrm>
              <a:off x="9964738" y="2713038"/>
              <a:ext cx="268288" cy="131763"/>
            </a:xfrm>
            <a:custGeom>
              <a:avLst/>
              <a:gdLst>
                <a:gd name="T0" fmla="*/ 63 w 63"/>
                <a:gd name="T1" fmla="*/ 0 h 31"/>
                <a:gd name="T2" fmla="*/ 44 w 63"/>
                <a:gd name="T3" fmla="*/ 10 h 31"/>
                <a:gd name="T4" fmla="*/ 10 w 63"/>
                <a:gd name="T5" fmla="*/ 10 h 31"/>
                <a:gd name="T6" fmla="*/ 0 w 63"/>
                <a:gd name="T7" fmla="*/ 21 h 31"/>
                <a:gd name="T8" fmla="*/ 10 w 63"/>
                <a:gd name="T9" fmla="*/ 31 h 31"/>
                <a:gd name="T10" fmla="*/ 47 w 63"/>
                <a:gd name="T11" fmla="*/ 31 h 31"/>
                <a:gd name="T12" fmla="*/ 47 w 63"/>
                <a:gd name="T13" fmla="*/ 31 h 31"/>
                <a:gd name="T14" fmla="*/ 47 w 63"/>
                <a:gd name="T15" fmla="*/ 31 h 31"/>
                <a:gd name="T16" fmla="*/ 53 w 63"/>
                <a:gd name="T17" fmla="*/ 29 h 31"/>
                <a:gd name="T18" fmla="*/ 63 w 63"/>
                <a:gd name="T19" fmla="*/ 23 h 31"/>
                <a:gd name="T20" fmla="*/ 63 w 63"/>
                <a:gd name="T2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3" h="31">
                  <a:moveTo>
                    <a:pt x="63" y="0"/>
                  </a:moveTo>
                  <a:cubicBezTo>
                    <a:pt x="44" y="10"/>
                    <a:pt x="44" y="10"/>
                    <a:pt x="44" y="10"/>
                  </a:cubicBezTo>
                  <a:cubicBezTo>
                    <a:pt x="10" y="10"/>
                    <a:pt x="10" y="10"/>
                    <a:pt x="10" y="10"/>
                  </a:cubicBezTo>
                  <a:cubicBezTo>
                    <a:pt x="3" y="10"/>
                    <a:pt x="0" y="15"/>
                    <a:pt x="0" y="21"/>
                  </a:cubicBezTo>
                  <a:cubicBezTo>
                    <a:pt x="0" y="26"/>
                    <a:pt x="3" y="31"/>
                    <a:pt x="10" y="31"/>
                  </a:cubicBezTo>
                  <a:cubicBezTo>
                    <a:pt x="47" y="31"/>
                    <a:pt x="47" y="31"/>
                    <a:pt x="47" y="31"/>
                  </a:cubicBezTo>
                  <a:cubicBezTo>
                    <a:pt x="47" y="31"/>
                    <a:pt x="47" y="31"/>
                    <a:pt x="47" y="31"/>
                  </a:cubicBezTo>
                  <a:cubicBezTo>
                    <a:pt x="47" y="31"/>
                    <a:pt x="47" y="31"/>
                    <a:pt x="47" y="31"/>
                  </a:cubicBezTo>
                  <a:cubicBezTo>
                    <a:pt x="50" y="31"/>
                    <a:pt x="50" y="30"/>
                    <a:pt x="53" y="29"/>
                  </a:cubicBezTo>
                  <a:cubicBezTo>
                    <a:pt x="63" y="23"/>
                    <a:pt x="63" y="23"/>
                    <a:pt x="63" y="23"/>
                  </a:cubicBezTo>
                  <a:lnTo>
                    <a:pt x="6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175"/>
            <p:cNvSpPr>
              <a:spLocks/>
            </p:cNvSpPr>
            <p:nvPr/>
          </p:nvSpPr>
          <p:spPr bwMode="auto">
            <a:xfrm>
              <a:off x="10225088" y="2601913"/>
              <a:ext cx="247650" cy="503238"/>
            </a:xfrm>
            <a:custGeom>
              <a:avLst/>
              <a:gdLst>
                <a:gd name="T0" fmla="*/ 39 w 58"/>
                <a:gd name="T1" fmla="*/ 40 h 118"/>
                <a:gd name="T2" fmla="*/ 20 w 58"/>
                <a:gd name="T3" fmla="*/ 29 h 118"/>
                <a:gd name="T4" fmla="*/ 30 w 58"/>
                <a:gd name="T5" fmla="*/ 9 h 118"/>
                <a:gd name="T6" fmla="*/ 48 w 58"/>
                <a:gd name="T7" fmla="*/ 4 h 118"/>
                <a:gd name="T8" fmla="*/ 37 w 58"/>
                <a:gd name="T9" fmla="*/ 0 h 118"/>
                <a:gd name="T10" fmla="*/ 26 w 58"/>
                <a:gd name="T11" fmla="*/ 0 h 118"/>
                <a:gd name="T12" fmla="*/ 6 w 58"/>
                <a:gd name="T13" fmla="*/ 20 h 118"/>
                <a:gd name="T14" fmla="*/ 6 w 58"/>
                <a:gd name="T15" fmla="*/ 93 h 118"/>
                <a:gd name="T16" fmla="*/ 0 w 58"/>
                <a:gd name="T17" fmla="*/ 93 h 118"/>
                <a:gd name="T18" fmla="*/ 5 w 58"/>
                <a:gd name="T19" fmla="*/ 118 h 118"/>
                <a:gd name="T20" fmla="*/ 26 w 58"/>
                <a:gd name="T21" fmla="*/ 118 h 118"/>
                <a:gd name="T22" fmla="*/ 31 w 58"/>
                <a:gd name="T23" fmla="*/ 118 h 118"/>
                <a:gd name="T24" fmla="*/ 37 w 58"/>
                <a:gd name="T25" fmla="*/ 118 h 118"/>
                <a:gd name="T26" fmla="*/ 58 w 58"/>
                <a:gd name="T27" fmla="*/ 97 h 118"/>
                <a:gd name="T28" fmla="*/ 58 w 58"/>
                <a:gd name="T29" fmla="*/ 35 h 118"/>
                <a:gd name="T30" fmla="*/ 39 w 58"/>
                <a:gd name="T31" fmla="*/ 4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8" h="118">
                  <a:moveTo>
                    <a:pt x="39" y="40"/>
                  </a:moveTo>
                  <a:cubicBezTo>
                    <a:pt x="31" y="43"/>
                    <a:pt x="22" y="38"/>
                    <a:pt x="20" y="29"/>
                  </a:cubicBezTo>
                  <a:cubicBezTo>
                    <a:pt x="17" y="21"/>
                    <a:pt x="22" y="12"/>
                    <a:pt x="30" y="9"/>
                  </a:cubicBezTo>
                  <a:cubicBezTo>
                    <a:pt x="48" y="4"/>
                    <a:pt x="48" y="4"/>
                    <a:pt x="48" y="4"/>
                  </a:cubicBezTo>
                  <a:cubicBezTo>
                    <a:pt x="45" y="1"/>
                    <a:pt x="42" y="0"/>
                    <a:pt x="37" y="0"/>
                  </a:cubicBezTo>
                  <a:cubicBezTo>
                    <a:pt x="26" y="0"/>
                    <a:pt x="26" y="0"/>
                    <a:pt x="26" y="0"/>
                  </a:cubicBezTo>
                  <a:cubicBezTo>
                    <a:pt x="16" y="0"/>
                    <a:pt x="6" y="9"/>
                    <a:pt x="6" y="20"/>
                  </a:cubicBezTo>
                  <a:cubicBezTo>
                    <a:pt x="6" y="93"/>
                    <a:pt x="6" y="93"/>
                    <a:pt x="6" y="93"/>
                  </a:cubicBezTo>
                  <a:cubicBezTo>
                    <a:pt x="0" y="93"/>
                    <a:pt x="0" y="93"/>
                    <a:pt x="0" y="93"/>
                  </a:cubicBezTo>
                  <a:cubicBezTo>
                    <a:pt x="5" y="118"/>
                    <a:pt x="5" y="118"/>
                    <a:pt x="5" y="118"/>
                  </a:cubicBezTo>
                  <a:cubicBezTo>
                    <a:pt x="26" y="118"/>
                    <a:pt x="26" y="118"/>
                    <a:pt x="26" y="118"/>
                  </a:cubicBezTo>
                  <a:cubicBezTo>
                    <a:pt x="31" y="118"/>
                    <a:pt x="31" y="118"/>
                    <a:pt x="31" y="118"/>
                  </a:cubicBezTo>
                  <a:cubicBezTo>
                    <a:pt x="37" y="118"/>
                    <a:pt x="37" y="118"/>
                    <a:pt x="37" y="118"/>
                  </a:cubicBezTo>
                  <a:cubicBezTo>
                    <a:pt x="48" y="118"/>
                    <a:pt x="58" y="109"/>
                    <a:pt x="58" y="97"/>
                  </a:cubicBezTo>
                  <a:cubicBezTo>
                    <a:pt x="58" y="35"/>
                    <a:pt x="58" y="35"/>
                    <a:pt x="58" y="35"/>
                  </a:cubicBezTo>
                  <a:lnTo>
                    <a:pt x="39"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176"/>
            <p:cNvSpPr>
              <a:spLocks/>
            </p:cNvSpPr>
            <p:nvPr/>
          </p:nvSpPr>
          <p:spPr bwMode="auto">
            <a:xfrm>
              <a:off x="9234488" y="2197101"/>
              <a:ext cx="201613" cy="200025"/>
            </a:xfrm>
            <a:custGeom>
              <a:avLst/>
              <a:gdLst>
                <a:gd name="T0" fmla="*/ 47 w 47"/>
                <a:gd name="T1" fmla="*/ 23 h 47"/>
                <a:gd name="T2" fmla="*/ 22 w 47"/>
                <a:gd name="T3" fmla="*/ 47 h 47"/>
                <a:gd name="T4" fmla="*/ 0 w 47"/>
                <a:gd name="T5" fmla="*/ 23 h 47"/>
                <a:gd name="T6" fmla="*/ 22 w 47"/>
                <a:gd name="T7" fmla="*/ 0 h 47"/>
                <a:gd name="T8" fmla="*/ 47 w 47"/>
                <a:gd name="T9" fmla="*/ 23 h 47"/>
              </a:gdLst>
              <a:ahLst/>
              <a:cxnLst>
                <a:cxn ang="0">
                  <a:pos x="T0" y="T1"/>
                </a:cxn>
                <a:cxn ang="0">
                  <a:pos x="T2" y="T3"/>
                </a:cxn>
                <a:cxn ang="0">
                  <a:pos x="T4" y="T5"/>
                </a:cxn>
                <a:cxn ang="0">
                  <a:pos x="T6" y="T7"/>
                </a:cxn>
                <a:cxn ang="0">
                  <a:pos x="T8" y="T9"/>
                </a:cxn>
              </a:cxnLst>
              <a:rect l="0" t="0" r="r" b="b"/>
              <a:pathLst>
                <a:path w="47" h="47">
                  <a:moveTo>
                    <a:pt x="47" y="23"/>
                  </a:moveTo>
                  <a:cubicBezTo>
                    <a:pt x="47" y="37"/>
                    <a:pt x="35" y="47"/>
                    <a:pt x="22" y="47"/>
                  </a:cubicBezTo>
                  <a:cubicBezTo>
                    <a:pt x="10" y="47"/>
                    <a:pt x="0" y="37"/>
                    <a:pt x="0" y="23"/>
                  </a:cubicBezTo>
                  <a:cubicBezTo>
                    <a:pt x="0" y="11"/>
                    <a:pt x="10" y="0"/>
                    <a:pt x="22" y="0"/>
                  </a:cubicBezTo>
                  <a:cubicBezTo>
                    <a:pt x="35" y="0"/>
                    <a:pt x="47" y="11"/>
                    <a:pt x="47"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177"/>
            <p:cNvSpPr>
              <a:spLocks/>
            </p:cNvSpPr>
            <p:nvPr/>
          </p:nvSpPr>
          <p:spPr bwMode="auto">
            <a:xfrm>
              <a:off x="9128125" y="2487613"/>
              <a:ext cx="239713" cy="417513"/>
            </a:xfrm>
            <a:custGeom>
              <a:avLst/>
              <a:gdLst>
                <a:gd name="T0" fmla="*/ 52 w 56"/>
                <a:gd name="T1" fmla="*/ 4 h 98"/>
                <a:gd name="T2" fmla="*/ 38 w 56"/>
                <a:gd name="T3" fmla="*/ 5 h 98"/>
                <a:gd name="T4" fmla="*/ 7 w 56"/>
                <a:gd name="T5" fmla="*/ 42 h 98"/>
                <a:gd name="T6" fmla="*/ 4 w 56"/>
                <a:gd name="T7" fmla="*/ 46 h 98"/>
                <a:gd name="T8" fmla="*/ 2 w 56"/>
                <a:gd name="T9" fmla="*/ 51 h 98"/>
                <a:gd name="T10" fmla="*/ 0 w 56"/>
                <a:gd name="T11" fmla="*/ 88 h 98"/>
                <a:gd name="T12" fmla="*/ 10 w 56"/>
                <a:gd name="T13" fmla="*/ 98 h 98"/>
                <a:gd name="T14" fmla="*/ 19 w 56"/>
                <a:gd name="T15" fmla="*/ 89 h 98"/>
                <a:gd name="T16" fmla="*/ 22 w 56"/>
                <a:gd name="T17" fmla="*/ 53 h 98"/>
                <a:gd name="T18" fmla="*/ 53 w 56"/>
                <a:gd name="T19" fmla="*/ 18 h 98"/>
                <a:gd name="T20" fmla="*/ 52 w 56"/>
                <a:gd name="T21" fmla="*/ 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6" h="98">
                  <a:moveTo>
                    <a:pt x="52" y="4"/>
                  </a:moveTo>
                  <a:cubicBezTo>
                    <a:pt x="47" y="0"/>
                    <a:pt x="41" y="1"/>
                    <a:pt x="38" y="5"/>
                  </a:cubicBezTo>
                  <a:cubicBezTo>
                    <a:pt x="7" y="42"/>
                    <a:pt x="7" y="42"/>
                    <a:pt x="7" y="42"/>
                  </a:cubicBezTo>
                  <a:cubicBezTo>
                    <a:pt x="4" y="42"/>
                    <a:pt x="4" y="44"/>
                    <a:pt x="4" y="46"/>
                  </a:cubicBezTo>
                  <a:cubicBezTo>
                    <a:pt x="4" y="47"/>
                    <a:pt x="2" y="49"/>
                    <a:pt x="2" y="51"/>
                  </a:cubicBezTo>
                  <a:cubicBezTo>
                    <a:pt x="0" y="88"/>
                    <a:pt x="0" y="88"/>
                    <a:pt x="0" y="88"/>
                  </a:cubicBezTo>
                  <a:cubicBezTo>
                    <a:pt x="0" y="94"/>
                    <a:pt x="4" y="98"/>
                    <a:pt x="10" y="98"/>
                  </a:cubicBezTo>
                  <a:cubicBezTo>
                    <a:pt x="16" y="98"/>
                    <a:pt x="19" y="95"/>
                    <a:pt x="19" y="89"/>
                  </a:cubicBezTo>
                  <a:cubicBezTo>
                    <a:pt x="22" y="53"/>
                    <a:pt x="22" y="53"/>
                    <a:pt x="22" y="53"/>
                  </a:cubicBezTo>
                  <a:cubicBezTo>
                    <a:pt x="53" y="18"/>
                    <a:pt x="53" y="18"/>
                    <a:pt x="53" y="18"/>
                  </a:cubicBezTo>
                  <a:cubicBezTo>
                    <a:pt x="56" y="14"/>
                    <a:pt x="56" y="7"/>
                    <a:pt x="5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178"/>
            <p:cNvSpPr>
              <a:spLocks noEditPoints="1"/>
            </p:cNvSpPr>
            <p:nvPr/>
          </p:nvSpPr>
          <p:spPr bwMode="auto">
            <a:xfrm>
              <a:off x="9461500" y="2012951"/>
              <a:ext cx="630238" cy="255588"/>
            </a:xfrm>
            <a:custGeom>
              <a:avLst/>
              <a:gdLst>
                <a:gd name="T0" fmla="*/ 0 w 148"/>
                <a:gd name="T1" fmla="*/ 31 h 60"/>
                <a:gd name="T2" fmla="*/ 0 w 148"/>
                <a:gd name="T3" fmla="*/ 44 h 60"/>
                <a:gd name="T4" fmla="*/ 0 w 148"/>
                <a:gd name="T5" fmla="*/ 60 h 60"/>
                <a:gd name="T6" fmla="*/ 16 w 148"/>
                <a:gd name="T7" fmla="*/ 60 h 60"/>
                <a:gd name="T8" fmla="*/ 30 w 148"/>
                <a:gd name="T9" fmla="*/ 60 h 60"/>
                <a:gd name="T10" fmla="*/ 121 w 148"/>
                <a:gd name="T11" fmla="*/ 60 h 60"/>
                <a:gd name="T12" fmla="*/ 121 w 148"/>
                <a:gd name="T13" fmla="*/ 60 h 60"/>
                <a:gd name="T14" fmla="*/ 148 w 148"/>
                <a:gd name="T15" fmla="*/ 31 h 60"/>
                <a:gd name="T16" fmla="*/ 121 w 148"/>
                <a:gd name="T17" fmla="*/ 0 h 60"/>
                <a:gd name="T18" fmla="*/ 121 w 148"/>
                <a:gd name="T19" fmla="*/ 0 h 60"/>
                <a:gd name="T20" fmla="*/ 118 w 148"/>
                <a:gd name="T21" fmla="*/ 0 h 60"/>
                <a:gd name="T22" fmla="*/ 118 w 148"/>
                <a:gd name="T23" fmla="*/ 0 h 60"/>
                <a:gd name="T24" fmla="*/ 118 w 148"/>
                <a:gd name="T25" fmla="*/ 0 h 60"/>
                <a:gd name="T26" fmla="*/ 31 w 148"/>
                <a:gd name="T27" fmla="*/ 0 h 60"/>
                <a:gd name="T28" fmla="*/ 30 w 148"/>
                <a:gd name="T29" fmla="*/ 0 h 60"/>
                <a:gd name="T30" fmla="*/ 0 w 148"/>
                <a:gd name="T31" fmla="*/ 31 h 60"/>
                <a:gd name="T32" fmla="*/ 5 w 148"/>
                <a:gd name="T33" fmla="*/ 31 h 60"/>
                <a:gd name="T34" fmla="*/ 28 w 148"/>
                <a:gd name="T35" fmla="*/ 6 h 60"/>
                <a:gd name="T36" fmla="*/ 28 w 148"/>
                <a:gd name="T37" fmla="*/ 6 h 60"/>
                <a:gd name="T38" fmla="*/ 103 w 148"/>
                <a:gd name="T39" fmla="*/ 6 h 60"/>
                <a:gd name="T40" fmla="*/ 103 w 148"/>
                <a:gd name="T41" fmla="*/ 6 h 60"/>
                <a:gd name="T42" fmla="*/ 118 w 148"/>
                <a:gd name="T43" fmla="*/ 6 h 60"/>
                <a:gd name="T44" fmla="*/ 118 w 148"/>
                <a:gd name="T45" fmla="*/ 6 h 60"/>
                <a:gd name="T46" fmla="*/ 118 w 148"/>
                <a:gd name="T47" fmla="*/ 6 h 60"/>
                <a:gd name="T48" fmla="*/ 118 w 148"/>
                <a:gd name="T49" fmla="*/ 6 h 60"/>
                <a:gd name="T50" fmla="*/ 118 w 148"/>
                <a:gd name="T51" fmla="*/ 6 h 60"/>
                <a:gd name="T52" fmla="*/ 143 w 148"/>
                <a:gd name="T53" fmla="*/ 31 h 60"/>
                <a:gd name="T54" fmla="*/ 118 w 148"/>
                <a:gd name="T55" fmla="*/ 55 h 60"/>
                <a:gd name="T56" fmla="*/ 118 w 148"/>
                <a:gd name="T57" fmla="*/ 55 h 60"/>
                <a:gd name="T58" fmla="*/ 47 w 148"/>
                <a:gd name="T59" fmla="*/ 55 h 60"/>
                <a:gd name="T60" fmla="*/ 47 w 148"/>
                <a:gd name="T61" fmla="*/ 55 h 60"/>
                <a:gd name="T62" fmla="*/ 28 w 148"/>
                <a:gd name="T63" fmla="*/ 55 h 60"/>
                <a:gd name="T64" fmla="*/ 28 w 148"/>
                <a:gd name="T65" fmla="*/ 54 h 60"/>
                <a:gd name="T66" fmla="*/ 28 w 148"/>
                <a:gd name="T67" fmla="*/ 54 h 60"/>
                <a:gd name="T68" fmla="*/ 25 w 148"/>
                <a:gd name="T69" fmla="*/ 54 h 60"/>
                <a:gd name="T70" fmla="*/ 25 w 148"/>
                <a:gd name="T71" fmla="*/ 54 h 60"/>
                <a:gd name="T72" fmla="*/ 25 w 148"/>
                <a:gd name="T73" fmla="*/ 54 h 60"/>
                <a:gd name="T74" fmla="*/ 24 w 148"/>
                <a:gd name="T75" fmla="*/ 54 h 60"/>
                <a:gd name="T76" fmla="*/ 24 w 148"/>
                <a:gd name="T77" fmla="*/ 53 h 60"/>
                <a:gd name="T78" fmla="*/ 22 w 148"/>
                <a:gd name="T79" fmla="*/ 53 h 60"/>
                <a:gd name="T80" fmla="*/ 22 w 148"/>
                <a:gd name="T81" fmla="*/ 53 h 60"/>
                <a:gd name="T82" fmla="*/ 22 w 148"/>
                <a:gd name="T83" fmla="*/ 53 h 60"/>
                <a:gd name="T84" fmla="*/ 22 w 148"/>
                <a:gd name="T85" fmla="*/ 53 h 60"/>
                <a:gd name="T86" fmla="*/ 22 w 148"/>
                <a:gd name="T87" fmla="*/ 53 h 60"/>
                <a:gd name="T88" fmla="*/ 19 w 148"/>
                <a:gd name="T89" fmla="*/ 52 h 60"/>
                <a:gd name="T90" fmla="*/ 19 w 148"/>
                <a:gd name="T91" fmla="*/ 52 h 60"/>
                <a:gd name="T92" fmla="*/ 19 w 148"/>
                <a:gd name="T93" fmla="*/ 52 h 60"/>
                <a:gd name="T94" fmla="*/ 19 w 148"/>
                <a:gd name="T95" fmla="*/ 52 h 60"/>
                <a:gd name="T96" fmla="*/ 17 w 148"/>
                <a:gd name="T97" fmla="*/ 52 h 60"/>
                <a:gd name="T98" fmla="*/ 17 w 148"/>
                <a:gd name="T99" fmla="*/ 51 h 60"/>
                <a:gd name="T100" fmla="*/ 17 w 148"/>
                <a:gd name="T101" fmla="*/ 51 h 60"/>
                <a:gd name="T102" fmla="*/ 16 w 148"/>
                <a:gd name="T103" fmla="*/ 51 h 60"/>
                <a:gd name="T104" fmla="*/ 16 w 148"/>
                <a:gd name="T105" fmla="*/ 50 h 60"/>
                <a:gd name="T106" fmla="*/ 16 w 148"/>
                <a:gd name="T107" fmla="*/ 50 h 60"/>
                <a:gd name="T108" fmla="*/ 16 w 148"/>
                <a:gd name="T109" fmla="*/ 50 h 60"/>
                <a:gd name="T110" fmla="*/ 14 w 148"/>
                <a:gd name="T111" fmla="*/ 49 h 60"/>
                <a:gd name="T112" fmla="*/ 5 w 148"/>
                <a:gd name="T113" fmla="*/ 31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8" h="60">
                  <a:moveTo>
                    <a:pt x="0" y="31"/>
                  </a:moveTo>
                  <a:cubicBezTo>
                    <a:pt x="0" y="44"/>
                    <a:pt x="0" y="44"/>
                    <a:pt x="0" y="44"/>
                  </a:cubicBezTo>
                  <a:cubicBezTo>
                    <a:pt x="0" y="60"/>
                    <a:pt x="0" y="60"/>
                    <a:pt x="0" y="60"/>
                  </a:cubicBezTo>
                  <a:cubicBezTo>
                    <a:pt x="16" y="60"/>
                    <a:pt x="16" y="60"/>
                    <a:pt x="16" y="60"/>
                  </a:cubicBezTo>
                  <a:cubicBezTo>
                    <a:pt x="30" y="60"/>
                    <a:pt x="30" y="60"/>
                    <a:pt x="30" y="60"/>
                  </a:cubicBezTo>
                  <a:cubicBezTo>
                    <a:pt x="121" y="60"/>
                    <a:pt x="121" y="60"/>
                    <a:pt x="121" y="60"/>
                  </a:cubicBezTo>
                  <a:cubicBezTo>
                    <a:pt x="121" y="60"/>
                    <a:pt x="121" y="60"/>
                    <a:pt x="121" y="60"/>
                  </a:cubicBezTo>
                  <a:cubicBezTo>
                    <a:pt x="137" y="59"/>
                    <a:pt x="148" y="46"/>
                    <a:pt x="148" y="31"/>
                  </a:cubicBezTo>
                  <a:cubicBezTo>
                    <a:pt x="148" y="15"/>
                    <a:pt x="137" y="2"/>
                    <a:pt x="121" y="0"/>
                  </a:cubicBezTo>
                  <a:cubicBezTo>
                    <a:pt x="121" y="0"/>
                    <a:pt x="121" y="0"/>
                    <a:pt x="121" y="0"/>
                  </a:cubicBezTo>
                  <a:cubicBezTo>
                    <a:pt x="118" y="0"/>
                    <a:pt x="118" y="0"/>
                    <a:pt x="118" y="0"/>
                  </a:cubicBezTo>
                  <a:cubicBezTo>
                    <a:pt x="118" y="0"/>
                    <a:pt x="118" y="0"/>
                    <a:pt x="118" y="0"/>
                  </a:cubicBezTo>
                  <a:cubicBezTo>
                    <a:pt x="118" y="0"/>
                    <a:pt x="118" y="0"/>
                    <a:pt x="118" y="0"/>
                  </a:cubicBezTo>
                  <a:cubicBezTo>
                    <a:pt x="31" y="0"/>
                    <a:pt x="31" y="0"/>
                    <a:pt x="31" y="0"/>
                  </a:cubicBezTo>
                  <a:cubicBezTo>
                    <a:pt x="30" y="0"/>
                    <a:pt x="30" y="0"/>
                    <a:pt x="30" y="0"/>
                  </a:cubicBezTo>
                  <a:cubicBezTo>
                    <a:pt x="13" y="0"/>
                    <a:pt x="0" y="13"/>
                    <a:pt x="0" y="31"/>
                  </a:cubicBezTo>
                  <a:close/>
                  <a:moveTo>
                    <a:pt x="5" y="31"/>
                  </a:moveTo>
                  <a:cubicBezTo>
                    <a:pt x="5" y="17"/>
                    <a:pt x="16" y="6"/>
                    <a:pt x="28" y="6"/>
                  </a:cubicBezTo>
                  <a:cubicBezTo>
                    <a:pt x="28" y="6"/>
                    <a:pt x="28" y="6"/>
                    <a:pt x="28" y="6"/>
                  </a:cubicBezTo>
                  <a:cubicBezTo>
                    <a:pt x="103" y="6"/>
                    <a:pt x="103" y="6"/>
                    <a:pt x="103" y="6"/>
                  </a:cubicBezTo>
                  <a:cubicBezTo>
                    <a:pt x="103" y="6"/>
                    <a:pt x="103" y="6"/>
                    <a:pt x="103" y="6"/>
                  </a:cubicBezTo>
                  <a:cubicBezTo>
                    <a:pt x="118" y="6"/>
                    <a:pt x="118" y="6"/>
                    <a:pt x="118" y="6"/>
                  </a:cubicBezTo>
                  <a:cubicBezTo>
                    <a:pt x="118" y="6"/>
                    <a:pt x="118" y="6"/>
                    <a:pt x="118" y="6"/>
                  </a:cubicBezTo>
                  <a:cubicBezTo>
                    <a:pt x="118" y="6"/>
                    <a:pt x="118" y="6"/>
                    <a:pt x="118" y="6"/>
                  </a:cubicBezTo>
                  <a:cubicBezTo>
                    <a:pt x="118" y="6"/>
                    <a:pt x="118" y="6"/>
                    <a:pt x="118" y="6"/>
                  </a:cubicBezTo>
                  <a:cubicBezTo>
                    <a:pt x="118" y="6"/>
                    <a:pt x="118" y="6"/>
                    <a:pt x="118" y="6"/>
                  </a:cubicBezTo>
                  <a:cubicBezTo>
                    <a:pt x="132" y="6"/>
                    <a:pt x="143" y="17"/>
                    <a:pt x="143" y="31"/>
                  </a:cubicBezTo>
                  <a:cubicBezTo>
                    <a:pt x="143" y="43"/>
                    <a:pt x="132" y="54"/>
                    <a:pt x="118" y="55"/>
                  </a:cubicBezTo>
                  <a:cubicBezTo>
                    <a:pt x="118" y="55"/>
                    <a:pt x="118" y="55"/>
                    <a:pt x="118" y="55"/>
                  </a:cubicBezTo>
                  <a:cubicBezTo>
                    <a:pt x="47" y="55"/>
                    <a:pt x="47" y="55"/>
                    <a:pt x="47" y="55"/>
                  </a:cubicBezTo>
                  <a:cubicBezTo>
                    <a:pt x="47" y="55"/>
                    <a:pt x="47" y="55"/>
                    <a:pt x="47" y="55"/>
                  </a:cubicBezTo>
                  <a:cubicBezTo>
                    <a:pt x="28" y="55"/>
                    <a:pt x="28" y="55"/>
                    <a:pt x="28" y="55"/>
                  </a:cubicBezTo>
                  <a:cubicBezTo>
                    <a:pt x="28" y="54"/>
                    <a:pt x="28" y="54"/>
                    <a:pt x="28" y="54"/>
                  </a:cubicBezTo>
                  <a:cubicBezTo>
                    <a:pt x="28" y="54"/>
                    <a:pt x="28" y="54"/>
                    <a:pt x="28" y="54"/>
                  </a:cubicBezTo>
                  <a:cubicBezTo>
                    <a:pt x="27" y="54"/>
                    <a:pt x="25" y="54"/>
                    <a:pt x="25" y="54"/>
                  </a:cubicBezTo>
                  <a:cubicBezTo>
                    <a:pt x="25" y="54"/>
                    <a:pt x="25" y="54"/>
                    <a:pt x="25" y="54"/>
                  </a:cubicBezTo>
                  <a:cubicBezTo>
                    <a:pt x="25" y="54"/>
                    <a:pt x="25" y="54"/>
                    <a:pt x="25" y="54"/>
                  </a:cubicBezTo>
                  <a:cubicBezTo>
                    <a:pt x="24" y="54"/>
                    <a:pt x="24" y="54"/>
                    <a:pt x="24" y="54"/>
                  </a:cubicBezTo>
                  <a:cubicBezTo>
                    <a:pt x="24" y="53"/>
                    <a:pt x="24" y="53"/>
                    <a:pt x="24" y="53"/>
                  </a:cubicBezTo>
                  <a:cubicBezTo>
                    <a:pt x="22" y="53"/>
                    <a:pt x="22" y="53"/>
                    <a:pt x="22" y="53"/>
                  </a:cubicBezTo>
                  <a:cubicBezTo>
                    <a:pt x="22" y="53"/>
                    <a:pt x="22" y="53"/>
                    <a:pt x="22" y="53"/>
                  </a:cubicBezTo>
                  <a:cubicBezTo>
                    <a:pt x="22" y="53"/>
                    <a:pt x="22" y="53"/>
                    <a:pt x="22" y="53"/>
                  </a:cubicBezTo>
                  <a:cubicBezTo>
                    <a:pt x="22" y="53"/>
                    <a:pt x="22" y="53"/>
                    <a:pt x="22" y="53"/>
                  </a:cubicBezTo>
                  <a:cubicBezTo>
                    <a:pt x="22" y="53"/>
                    <a:pt x="22" y="53"/>
                    <a:pt x="22" y="53"/>
                  </a:cubicBezTo>
                  <a:cubicBezTo>
                    <a:pt x="20" y="52"/>
                    <a:pt x="19" y="52"/>
                    <a:pt x="19" y="52"/>
                  </a:cubicBezTo>
                  <a:cubicBezTo>
                    <a:pt x="19" y="52"/>
                    <a:pt x="19" y="52"/>
                    <a:pt x="19" y="52"/>
                  </a:cubicBezTo>
                  <a:cubicBezTo>
                    <a:pt x="19" y="52"/>
                    <a:pt x="19" y="52"/>
                    <a:pt x="19" y="52"/>
                  </a:cubicBezTo>
                  <a:cubicBezTo>
                    <a:pt x="19" y="52"/>
                    <a:pt x="19" y="52"/>
                    <a:pt x="19" y="52"/>
                  </a:cubicBezTo>
                  <a:cubicBezTo>
                    <a:pt x="19" y="52"/>
                    <a:pt x="19" y="52"/>
                    <a:pt x="17" y="52"/>
                  </a:cubicBezTo>
                  <a:cubicBezTo>
                    <a:pt x="17" y="51"/>
                    <a:pt x="17" y="51"/>
                    <a:pt x="17" y="51"/>
                  </a:cubicBezTo>
                  <a:cubicBezTo>
                    <a:pt x="17" y="51"/>
                    <a:pt x="17" y="51"/>
                    <a:pt x="17" y="51"/>
                  </a:cubicBezTo>
                  <a:cubicBezTo>
                    <a:pt x="16" y="51"/>
                    <a:pt x="16" y="51"/>
                    <a:pt x="16" y="51"/>
                  </a:cubicBezTo>
                  <a:cubicBezTo>
                    <a:pt x="16" y="50"/>
                    <a:pt x="16" y="50"/>
                    <a:pt x="16" y="50"/>
                  </a:cubicBezTo>
                  <a:cubicBezTo>
                    <a:pt x="16" y="50"/>
                    <a:pt x="16" y="50"/>
                    <a:pt x="16" y="50"/>
                  </a:cubicBezTo>
                  <a:cubicBezTo>
                    <a:pt x="16" y="50"/>
                    <a:pt x="16" y="50"/>
                    <a:pt x="16" y="50"/>
                  </a:cubicBezTo>
                  <a:cubicBezTo>
                    <a:pt x="16" y="49"/>
                    <a:pt x="16" y="49"/>
                    <a:pt x="14" y="49"/>
                  </a:cubicBezTo>
                  <a:cubicBezTo>
                    <a:pt x="10" y="45"/>
                    <a:pt x="5" y="38"/>
                    <a:pt x="5"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179"/>
            <p:cNvSpPr>
              <a:spLocks/>
            </p:cNvSpPr>
            <p:nvPr/>
          </p:nvSpPr>
          <p:spPr bwMode="auto">
            <a:xfrm>
              <a:off x="9542463" y="2063751"/>
              <a:ext cx="452438" cy="26988"/>
            </a:xfrm>
            <a:custGeom>
              <a:avLst/>
              <a:gdLst>
                <a:gd name="T0" fmla="*/ 0 w 106"/>
                <a:gd name="T1" fmla="*/ 3 h 6"/>
                <a:gd name="T2" fmla="*/ 3 w 106"/>
                <a:gd name="T3" fmla="*/ 6 h 6"/>
                <a:gd name="T4" fmla="*/ 102 w 106"/>
                <a:gd name="T5" fmla="*/ 6 h 6"/>
                <a:gd name="T6" fmla="*/ 106 w 106"/>
                <a:gd name="T7" fmla="*/ 3 h 6"/>
                <a:gd name="T8" fmla="*/ 106 w 106"/>
                <a:gd name="T9" fmla="*/ 3 h 6"/>
                <a:gd name="T10" fmla="*/ 102 w 106"/>
                <a:gd name="T11" fmla="*/ 0 h 6"/>
                <a:gd name="T12" fmla="*/ 3 w 106"/>
                <a:gd name="T13" fmla="*/ 0 h 6"/>
                <a:gd name="T14" fmla="*/ 0 w 106"/>
                <a:gd name="T15" fmla="*/ 3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 h="6">
                  <a:moveTo>
                    <a:pt x="0" y="3"/>
                  </a:moveTo>
                  <a:cubicBezTo>
                    <a:pt x="0" y="5"/>
                    <a:pt x="1" y="6"/>
                    <a:pt x="3" y="6"/>
                  </a:cubicBezTo>
                  <a:cubicBezTo>
                    <a:pt x="102" y="6"/>
                    <a:pt x="102" y="6"/>
                    <a:pt x="102" y="6"/>
                  </a:cubicBezTo>
                  <a:cubicBezTo>
                    <a:pt x="106" y="6"/>
                    <a:pt x="106" y="5"/>
                    <a:pt x="106" y="3"/>
                  </a:cubicBezTo>
                  <a:cubicBezTo>
                    <a:pt x="106" y="3"/>
                    <a:pt x="106" y="3"/>
                    <a:pt x="106" y="3"/>
                  </a:cubicBezTo>
                  <a:cubicBezTo>
                    <a:pt x="106" y="1"/>
                    <a:pt x="106" y="0"/>
                    <a:pt x="102" y="0"/>
                  </a:cubicBezTo>
                  <a:cubicBezTo>
                    <a:pt x="3" y="0"/>
                    <a:pt x="3" y="0"/>
                    <a:pt x="3" y="0"/>
                  </a:cubicBezTo>
                  <a:cubicBezTo>
                    <a:pt x="1" y="0"/>
                    <a:pt x="0" y="1"/>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180"/>
            <p:cNvSpPr>
              <a:spLocks/>
            </p:cNvSpPr>
            <p:nvPr/>
          </p:nvSpPr>
          <p:spPr bwMode="auto">
            <a:xfrm>
              <a:off x="9542463" y="2116138"/>
              <a:ext cx="452438" cy="28575"/>
            </a:xfrm>
            <a:custGeom>
              <a:avLst/>
              <a:gdLst>
                <a:gd name="T0" fmla="*/ 0 w 106"/>
                <a:gd name="T1" fmla="*/ 3 h 7"/>
                <a:gd name="T2" fmla="*/ 3 w 106"/>
                <a:gd name="T3" fmla="*/ 7 h 7"/>
                <a:gd name="T4" fmla="*/ 102 w 106"/>
                <a:gd name="T5" fmla="*/ 7 h 7"/>
                <a:gd name="T6" fmla="*/ 106 w 106"/>
                <a:gd name="T7" fmla="*/ 3 h 7"/>
                <a:gd name="T8" fmla="*/ 106 w 106"/>
                <a:gd name="T9" fmla="*/ 3 h 7"/>
                <a:gd name="T10" fmla="*/ 102 w 106"/>
                <a:gd name="T11" fmla="*/ 0 h 7"/>
                <a:gd name="T12" fmla="*/ 3 w 106"/>
                <a:gd name="T13" fmla="*/ 0 h 7"/>
                <a:gd name="T14" fmla="*/ 0 w 106"/>
                <a:gd name="T15" fmla="*/ 3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 h="7">
                  <a:moveTo>
                    <a:pt x="0" y="3"/>
                  </a:moveTo>
                  <a:cubicBezTo>
                    <a:pt x="0" y="5"/>
                    <a:pt x="1" y="7"/>
                    <a:pt x="3" y="7"/>
                  </a:cubicBezTo>
                  <a:cubicBezTo>
                    <a:pt x="102" y="7"/>
                    <a:pt x="102" y="7"/>
                    <a:pt x="102" y="7"/>
                  </a:cubicBezTo>
                  <a:cubicBezTo>
                    <a:pt x="106" y="7"/>
                    <a:pt x="106" y="5"/>
                    <a:pt x="106" y="3"/>
                  </a:cubicBezTo>
                  <a:cubicBezTo>
                    <a:pt x="106" y="3"/>
                    <a:pt x="106" y="3"/>
                    <a:pt x="106" y="3"/>
                  </a:cubicBezTo>
                  <a:cubicBezTo>
                    <a:pt x="106" y="2"/>
                    <a:pt x="106" y="0"/>
                    <a:pt x="102" y="0"/>
                  </a:cubicBezTo>
                  <a:cubicBezTo>
                    <a:pt x="3" y="0"/>
                    <a:pt x="3" y="0"/>
                    <a:pt x="3" y="0"/>
                  </a:cubicBezTo>
                  <a:cubicBezTo>
                    <a:pt x="1" y="0"/>
                    <a:pt x="0" y="2"/>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181"/>
            <p:cNvSpPr>
              <a:spLocks/>
            </p:cNvSpPr>
            <p:nvPr/>
          </p:nvSpPr>
          <p:spPr bwMode="auto">
            <a:xfrm>
              <a:off x="9542463" y="2166938"/>
              <a:ext cx="238125" cy="25400"/>
            </a:xfrm>
            <a:custGeom>
              <a:avLst/>
              <a:gdLst>
                <a:gd name="T0" fmla="*/ 56 w 56"/>
                <a:gd name="T1" fmla="*/ 3 h 6"/>
                <a:gd name="T2" fmla="*/ 53 w 56"/>
                <a:gd name="T3" fmla="*/ 6 h 6"/>
                <a:gd name="T4" fmla="*/ 3 w 56"/>
                <a:gd name="T5" fmla="*/ 6 h 6"/>
                <a:gd name="T6" fmla="*/ 0 w 56"/>
                <a:gd name="T7" fmla="*/ 3 h 6"/>
                <a:gd name="T8" fmla="*/ 0 w 56"/>
                <a:gd name="T9" fmla="*/ 3 h 6"/>
                <a:gd name="T10" fmla="*/ 3 w 56"/>
                <a:gd name="T11" fmla="*/ 0 h 6"/>
                <a:gd name="T12" fmla="*/ 53 w 56"/>
                <a:gd name="T13" fmla="*/ 0 h 6"/>
                <a:gd name="T14" fmla="*/ 56 w 56"/>
                <a:gd name="T15" fmla="*/ 3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6">
                  <a:moveTo>
                    <a:pt x="56" y="3"/>
                  </a:moveTo>
                  <a:cubicBezTo>
                    <a:pt x="56" y="5"/>
                    <a:pt x="56" y="6"/>
                    <a:pt x="53" y="6"/>
                  </a:cubicBezTo>
                  <a:cubicBezTo>
                    <a:pt x="3" y="6"/>
                    <a:pt x="3" y="6"/>
                    <a:pt x="3" y="6"/>
                  </a:cubicBezTo>
                  <a:cubicBezTo>
                    <a:pt x="1" y="6"/>
                    <a:pt x="0" y="5"/>
                    <a:pt x="0" y="3"/>
                  </a:cubicBezTo>
                  <a:cubicBezTo>
                    <a:pt x="0" y="3"/>
                    <a:pt x="0" y="3"/>
                    <a:pt x="0" y="3"/>
                  </a:cubicBezTo>
                  <a:cubicBezTo>
                    <a:pt x="0" y="2"/>
                    <a:pt x="1" y="0"/>
                    <a:pt x="3" y="0"/>
                  </a:cubicBezTo>
                  <a:cubicBezTo>
                    <a:pt x="53" y="0"/>
                    <a:pt x="53" y="0"/>
                    <a:pt x="53" y="0"/>
                  </a:cubicBezTo>
                  <a:cubicBezTo>
                    <a:pt x="56" y="0"/>
                    <a:pt x="56" y="2"/>
                    <a:pt x="56"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182"/>
            <p:cNvSpPr>
              <a:spLocks/>
            </p:cNvSpPr>
            <p:nvPr/>
          </p:nvSpPr>
          <p:spPr bwMode="auto">
            <a:xfrm>
              <a:off x="9221788" y="2435226"/>
              <a:ext cx="222250" cy="904875"/>
            </a:xfrm>
            <a:custGeom>
              <a:avLst/>
              <a:gdLst>
                <a:gd name="T0" fmla="*/ 31 w 52"/>
                <a:gd name="T1" fmla="*/ 0 h 212"/>
                <a:gd name="T2" fmla="*/ 20 w 52"/>
                <a:gd name="T3" fmla="*/ 0 h 212"/>
                <a:gd name="T4" fmla="*/ 0 w 52"/>
                <a:gd name="T5" fmla="*/ 21 h 212"/>
                <a:gd name="T6" fmla="*/ 0 w 52"/>
                <a:gd name="T7" fmla="*/ 25 h 212"/>
                <a:gd name="T8" fmla="*/ 11 w 52"/>
                <a:gd name="T9" fmla="*/ 12 h 212"/>
                <a:gd name="T10" fmla="*/ 34 w 52"/>
                <a:gd name="T11" fmla="*/ 11 h 212"/>
                <a:gd name="T12" fmla="*/ 34 w 52"/>
                <a:gd name="T13" fmla="*/ 33 h 212"/>
                <a:gd name="T14" fmla="*/ 5 w 52"/>
                <a:gd name="T15" fmla="*/ 68 h 212"/>
                <a:gd name="T16" fmla="*/ 3 w 52"/>
                <a:gd name="T17" fmla="*/ 102 h 212"/>
                <a:gd name="T18" fmla="*/ 3 w 52"/>
                <a:gd name="T19" fmla="*/ 107 h 212"/>
                <a:gd name="T20" fmla="*/ 13 w 52"/>
                <a:gd name="T21" fmla="*/ 117 h 212"/>
                <a:gd name="T22" fmla="*/ 13 w 52"/>
                <a:gd name="T23" fmla="*/ 157 h 212"/>
                <a:gd name="T24" fmla="*/ 13 w 52"/>
                <a:gd name="T25" fmla="*/ 158 h 212"/>
                <a:gd name="T26" fmla="*/ 13 w 52"/>
                <a:gd name="T27" fmla="*/ 158 h 212"/>
                <a:gd name="T28" fmla="*/ 13 w 52"/>
                <a:gd name="T29" fmla="*/ 201 h 212"/>
                <a:gd name="T30" fmla="*/ 25 w 52"/>
                <a:gd name="T31" fmla="*/ 212 h 212"/>
                <a:gd name="T32" fmla="*/ 28 w 52"/>
                <a:gd name="T33" fmla="*/ 212 h 212"/>
                <a:gd name="T34" fmla="*/ 38 w 52"/>
                <a:gd name="T35" fmla="*/ 201 h 212"/>
                <a:gd name="T36" fmla="*/ 38 w 52"/>
                <a:gd name="T37" fmla="*/ 158 h 212"/>
                <a:gd name="T38" fmla="*/ 38 w 52"/>
                <a:gd name="T39" fmla="*/ 158 h 212"/>
                <a:gd name="T40" fmla="*/ 38 w 52"/>
                <a:gd name="T41" fmla="*/ 157 h 212"/>
                <a:gd name="T42" fmla="*/ 38 w 52"/>
                <a:gd name="T43" fmla="*/ 117 h 212"/>
                <a:gd name="T44" fmla="*/ 52 w 52"/>
                <a:gd name="T45" fmla="*/ 98 h 212"/>
                <a:gd name="T46" fmla="*/ 52 w 52"/>
                <a:gd name="T47" fmla="*/ 21 h 212"/>
                <a:gd name="T48" fmla="*/ 31 w 52"/>
                <a:gd name="T49" fmla="*/ 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2" h="212">
                  <a:moveTo>
                    <a:pt x="31" y="0"/>
                  </a:moveTo>
                  <a:cubicBezTo>
                    <a:pt x="20" y="0"/>
                    <a:pt x="20" y="0"/>
                    <a:pt x="20" y="0"/>
                  </a:cubicBezTo>
                  <a:cubicBezTo>
                    <a:pt x="9" y="0"/>
                    <a:pt x="0" y="9"/>
                    <a:pt x="0" y="21"/>
                  </a:cubicBezTo>
                  <a:cubicBezTo>
                    <a:pt x="0" y="25"/>
                    <a:pt x="0" y="25"/>
                    <a:pt x="0" y="25"/>
                  </a:cubicBezTo>
                  <a:cubicBezTo>
                    <a:pt x="11" y="12"/>
                    <a:pt x="11" y="12"/>
                    <a:pt x="11" y="12"/>
                  </a:cubicBezTo>
                  <a:cubicBezTo>
                    <a:pt x="16" y="5"/>
                    <a:pt x="27" y="5"/>
                    <a:pt x="34" y="11"/>
                  </a:cubicBezTo>
                  <a:cubicBezTo>
                    <a:pt x="41" y="17"/>
                    <a:pt x="41" y="27"/>
                    <a:pt x="34" y="33"/>
                  </a:cubicBezTo>
                  <a:cubicBezTo>
                    <a:pt x="5" y="68"/>
                    <a:pt x="5" y="68"/>
                    <a:pt x="5" y="68"/>
                  </a:cubicBezTo>
                  <a:cubicBezTo>
                    <a:pt x="3" y="102"/>
                    <a:pt x="3" y="102"/>
                    <a:pt x="3" y="102"/>
                  </a:cubicBezTo>
                  <a:cubicBezTo>
                    <a:pt x="3" y="103"/>
                    <a:pt x="3" y="106"/>
                    <a:pt x="3" y="107"/>
                  </a:cubicBezTo>
                  <a:cubicBezTo>
                    <a:pt x="5" y="112"/>
                    <a:pt x="9" y="115"/>
                    <a:pt x="13" y="117"/>
                  </a:cubicBezTo>
                  <a:cubicBezTo>
                    <a:pt x="13" y="157"/>
                    <a:pt x="13" y="157"/>
                    <a:pt x="13" y="157"/>
                  </a:cubicBezTo>
                  <a:cubicBezTo>
                    <a:pt x="13" y="158"/>
                    <a:pt x="13" y="158"/>
                    <a:pt x="13" y="158"/>
                  </a:cubicBezTo>
                  <a:cubicBezTo>
                    <a:pt x="13" y="158"/>
                    <a:pt x="13" y="158"/>
                    <a:pt x="13" y="158"/>
                  </a:cubicBezTo>
                  <a:cubicBezTo>
                    <a:pt x="13" y="201"/>
                    <a:pt x="13" y="201"/>
                    <a:pt x="13" y="201"/>
                  </a:cubicBezTo>
                  <a:cubicBezTo>
                    <a:pt x="13" y="207"/>
                    <a:pt x="19" y="212"/>
                    <a:pt x="25" y="212"/>
                  </a:cubicBezTo>
                  <a:cubicBezTo>
                    <a:pt x="28" y="212"/>
                    <a:pt x="28" y="212"/>
                    <a:pt x="28" y="212"/>
                  </a:cubicBezTo>
                  <a:cubicBezTo>
                    <a:pt x="33" y="212"/>
                    <a:pt x="38" y="207"/>
                    <a:pt x="38" y="201"/>
                  </a:cubicBezTo>
                  <a:cubicBezTo>
                    <a:pt x="38" y="158"/>
                    <a:pt x="38" y="158"/>
                    <a:pt x="38" y="158"/>
                  </a:cubicBezTo>
                  <a:cubicBezTo>
                    <a:pt x="38" y="158"/>
                    <a:pt x="38" y="158"/>
                    <a:pt x="38" y="158"/>
                  </a:cubicBezTo>
                  <a:cubicBezTo>
                    <a:pt x="38" y="157"/>
                    <a:pt x="38" y="157"/>
                    <a:pt x="38" y="157"/>
                  </a:cubicBezTo>
                  <a:cubicBezTo>
                    <a:pt x="38" y="117"/>
                    <a:pt x="38" y="117"/>
                    <a:pt x="38" y="117"/>
                  </a:cubicBezTo>
                  <a:cubicBezTo>
                    <a:pt x="47" y="114"/>
                    <a:pt x="52" y="107"/>
                    <a:pt x="52" y="98"/>
                  </a:cubicBezTo>
                  <a:cubicBezTo>
                    <a:pt x="52" y="21"/>
                    <a:pt x="52" y="21"/>
                    <a:pt x="52" y="21"/>
                  </a:cubicBezTo>
                  <a:cubicBezTo>
                    <a:pt x="52" y="9"/>
                    <a:pt x="42" y="0"/>
                    <a:pt x="3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183"/>
            <p:cNvSpPr>
              <a:spLocks/>
            </p:cNvSpPr>
            <p:nvPr/>
          </p:nvSpPr>
          <p:spPr bwMode="auto">
            <a:xfrm>
              <a:off x="9363075" y="2935288"/>
              <a:ext cx="60325" cy="404813"/>
            </a:xfrm>
            <a:custGeom>
              <a:avLst/>
              <a:gdLst>
                <a:gd name="T0" fmla="*/ 11 w 14"/>
                <a:gd name="T1" fmla="*/ 39 h 95"/>
                <a:gd name="T2" fmla="*/ 11 w 14"/>
                <a:gd name="T3" fmla="*/ 40 h 95"/>
                <a:gd name="T4" fmla="*/ 11 w 14"/>
                <a:gd name="T5" fmla="*/ 41 h 95"/>
                <a:gd name="T6" fmla="*/ 11 w 14"/>
                <a:gd name="T7" fmla="*/ 84 h 95"/>
                <a:gd name="T8" fmla="*/ 0 w 14"/>
                <a:gd name="T9" fmla="*/ 95 h 95"/>
                <a:gd name="T10" fmla="*/ 1 w 14"/>
                <a:gd name="T11" fmla="*/ 95 h 95"/>
                <a:gd name="T12" fmla="*/ 5 w 14"/>
                <a:gd name="T13" fmla="*/ 95 h 95"/>
                <a:gd name="T14" fmla="*/ 14 w 14"/>
                <a:gd name="T15" fmla="*/ 84 h 95"/>
                <a:gd name="T16" fmla="*/ 14 w 14"/>
                <a:gd name="T17" fmla="*/ 41 h 95"/>
                <a:gd name="T18" fmla="*/ 14 w 14"/>
                <a:gd name="T19" fmla="*/ 40 h 95"/>
                <a:gd name="T20" fmla="*/ 14 w 14"/>
                <a:gd name="T21" fmla="*/ 39 h 95"/>
                <a:gd name="T22" fmla="*/ 14 w 14"/>
                <a:gd name="T23" fmla="*/ 0 h 95"/>
                <a:gd name="T24" fmla="*/ 11 w 14"/>
                <a:gd name="T25" fmla="*/ 3 h 95"/>
                <a:gd name="T26" fmla="*/ 11 w 14"/>
                <a:gd name="T27" fmla="*/ 39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 h="95">
                  <a:moveTo>
                    <a:pt x="11" y="39"/>
                  </a:moveTo>
                  <a:cubicBezTo>
                    <a:pt x="11" y="40"/>
                    <a:pt x="11" y="40"/>
                    <a:pt x="11" y="40"/>
                  </a:cubicBezTo>
                  <a:cubicBezTo>
                    <a:pt x="11" y="41"/>
                    <a:pt x="11" y="41"/>
                    <a:pt x="11" y="41"/>
                  </a:cubicBezTo>
                  <a:cubicBezTo>
                    <a:pt x="11" y="84"/>
                    <a:pt x="11" y="84"/>
                    <a:pt x="11" y="84"/>
                  </a:cubicBezTo>
                  <a:cubicBezTo>
                    <a:pt x="11" y="89"/>
                    <a:pt x="5" y="94"/>
                    <a:pt x="0" y="95"/>
                  </a:cubicBezTo>
                  <a:cubicBezTo>
                    <a:pt x="1" y="95"/>
                    <a:pt x="1" y="95"/>
                    <a:pt x="1" y="95"/>
                  </a:cubicBezTo>
                  <a:cubicBezTo>
                    <a:pt x="5" y="95"/>
                    <a:pt x="5" y="95"/>
                    <a:pt x="5" y="95"/>
                  </a:cubicBezTo>
                  <a:cubicBezTo>
                    <a:pt x="11" y="95"/>
                    <a:pt x="14" y="90"/>
                    <a:pt x="14" y="84"/>
                  </a:cubicBezTo>
                  <a:cubicBezTo>
                    <a:pt x="14" y="41"/>
                    <a:pt x="14" y="41"/>
                    <a:pt x="14" y="41"/>
                  </a:cubicBezTo>
                  <a:cubicBezTo>
                    <a:pt x="14" y="40"/>
                    <a:pt x="14" y="40"/>
                    <a:pt x="14" y="40"/>
                  </a:cubicBezTo>
                  <a:cubicBezTo>
                    <a:pt x="14" y="39"/>
                    <a:pt x="14" y="39"/>
                    <a:pt x="14" y="39"/>
                  </a:cubicBezTo>
                  <a:cubicBezTo>
                    <a:pt x="14" y="0"/>
                    <a:pt x="14" y="0"/>
                    <a:pt x="14" y="0"/>
                  </a:cubicBezTo>
                  <a:cubicBezTo>
                    <a:pt x="14" y="0"/>
                    <a:pt x="11" y="2"/>
                    <a:pt x="11" y="3"/>
                  </a:cubicBezTo>
                  <a:lnTo>
                    <a:pt x="11"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Rectangle 184"/>
            <p:cNvSpPr>
              <a:spLocks noChangeArrowheads="1"/>
            </p:cNvSpPr>
            <p:nvPr/>
          </p:nvSpPr>
          <p:spPr bwMode="auto">
            <a:xfrm>
              <a:off x="10991850" y="2073276"/>
              <a:ext cx="34925" cy="900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Rectangle 185"/>
            <p:cNvSpPr>
              <a:spLocks noChangeArrowheads="1"/>
            </p:cNvSpPr>
            <p:nvPr/>
          </p:nvSpPr>
          <p:spPr bwMode="auto">
            <a:xfrm>
              <a:off x="11052175" y="1966913"/>
              <a:ext cx="68263" cy="13731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86" name="组合 185"/>
          <p:cNvGrpSpPr/>
          <p:nvPr/>
        </p:nvGrpSpPr>
        <p:grpSpPr>
          <a:xfrm>
            <a:off x="6607175" y="190500"/>
            <a:ext cx="4525963" cy="1395414"/>
            <a:chOff x="6607175" y="190500"/>
            <a:chExt cx="4525963" cy="1395414"/>
          </a:xfrm>
          <a:solidFill>
            <a:schemeClr val="tx1">
              <a:lumMod val="65000"/>
              <a:lumOff val="35000"/>
            </a:schemeClr>
          </a:solidFill>
        </p:grpSpPr>
        <p:sp>
          <p:nvSpPr>
            <p:cNvPr id="187" name="Freeform 141"/>
            <p:cNvSpPr>
              <a:spLocks/>
            </p:cNvSpPr>
            <p:nvPr/>
          </p:nvSpPr>
          <p:spPr bwMode="auto">
            <a:xfrm>
              <a:off x="11128375" y="1585913"/>
              <a:ext cx="4763"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Oval 186"/>
            <p:cNvSpPr>
              <a:spLocks noChangeArrowheads="1"/>
            </p:cNvSpPr>
            <p:nvPr/>
          </p:nvSpPr>
          <p:spPr bwMode="auto">
            <a:xfrm>
              <a:off x="9256713" y="471488"/>
              <a:ext cx="200025" cy="2016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187"/>
            <p:cNvSpPr>
              <a:spLocks/>
            </p:cNvSpPr>
            <p:nvPr/>
          </p:nvSpPr>
          <p:spPr bwMode="auto">
            <a:xfrm>
              <a:off x="9090025" y="731838"/>
              <a:ext cx="234950" cy="346075"/>
            </a:xfrm>
            <a:custGeom>
              <a:avLst/>
              <a:gdLst>
                <a:gd name="T0" fmla="*/ 50 w 55"/>
                <a:gd name="T1" fmla="*/ 3 h 81"/>
                <a:gd name="T2" fmla="*/ 37 w 55"/>
                <a:gd name="T3" fmla="*/ 4 h 81"/>
                <a:gd name="T4" fmla="*/ 3 w 55"/>
                <a:gd name="T5" fmla="*/ 41 h 81"/>
                <a:gd name="T6" fmla="*/ 3 w 55"/>
                <a:gd name="T7" fmla="*/ 41 h 81"/>
                <a:gd name="T8" fmla="*/ 3 w 55"/>
                <a:gd name="T9" fmla="*/ 41 h 81"/>
                <a:gd name="T10" fmla="*/ 5 w 55"/>
                <a:gd name="T11" fmla="*/ 55 h 81"/>
                <a:gd name="T12" fmla="*/ 34 w 55"/>
                <a:gd name="T13" fmla="*/ 78 h 81"/>
                <a:gd name="T14" fmla="*/ 50 w 55"/>
                <a:gd name="T15" fmla="*/ 76 h 81"/>
                <a:gd name="T16" fmla="*/ 47 w 55"/>
                <a:gd name="T17" fmla="*/ 62 h 81"/>
                <a:gd name="T18" fmla="*/ 25 w 55"/>
                <a:gd name="T19" fmla="*/ 46 h 81"/>
                <a:gd name="T20" fmla="*/ 51 w 55"/>
                <a:gd name="T21" fmla="*/ 17 h 81"/>
                <a:gd name="T22" fmla="*/ 50 w 55"/>
                <a:gd name="T23" fmla="*/ 3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81">
                  <a:moveTo>
                    <a:pt x="50" y="3"/>
                  </a:moveTo>
                  <a:cubicBezTo>
                    <a:pt x="47" y="0"/>
                    <a:pt x="40" y="0"/>
                    <a:pt x="37" y="4"/>
                  </a:cubicBezTo>
                  <a:cubicBezTo>
                    <a:pt x="3" y="41"/>
                    <a:pt x="3" y="41"/>
                    <a:pt x="3" y="41"/>
                  </a:cubicBezTo>
                  <a:cubicBezTo>
                    <a:pt x="3" y="41"/>
                    <a:pt x="3" y="41"/>
                    <a:pt x="3" y="41"/>
                  </a:cubicBezTo>
                  <a:cubicBezTo>
                    <a:pt x="3" y="41"/>
                    <a:pt x="3" y="41"/>
                    <a:pt x="3" y="41"/>
                  </a:cubicBezTo>
                  <a:cubicBezTo>
                    <a:pt x="0" y="46"/>
                    <a:pt x="0" y="52"/>
                    <a:pt x="5" y="55"/>
                  </a:cubicBezTo>
                  <a:cubicBezTo>
                    <a:pt x="34" y="78"/>
                    <a:pt x="34" y="78"/>
                    <a:pt x="34" y="78"/>
                  </a:cubicBezTo>
                  <a:cubicBezTo>
                    <a:pt x="40" y="81"/>
                    <a:pt x="45" y="80"/>
                    <a:pt x="50" y="76"/>
                  </a:cubicBezTo>
                  <a:cubicBezTo>
                    <a:pt x="53" y="72"/>
                    <a:pt x="51" y="65"/>
                    <a:pt x="47" y="62"/>
                  </a:cubicBezTo>
                  <a:cubicBezTo>
                    <a:pt x="25" y="46"/>
                    <a:pt x="25" y="46"/>
                    <a:pt x="25" y="46"/>
                  </a:cubicBezTo>
                  <a:cubicBezTo>
                    <a:pt x="51" y="17"/>
                    <a:pt x="51" y="17"/>
                    <a:pt x="51" y="17"/>
                  </a:cubicBezTo>
                  <a:cubicBezTo>
                    <a:pt x="55" y="13"/>
                    <a:pt x="55" y="7"/>
                    <a:pt x="5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188"/>
            <p:cNvSpPr>
              <a:spLocks/>
            </p:cNvSpPr>
            <p:nvPr/>
          </p:nvSpPr>
          <p:spPr bwMode="auto">
            <a:xfrm>
              <a:off x="7486650" y="625476"/>
              <a:ext cx="195263" cy="201613"/>
            </a:xfrm>
            <a:custGeom>
              <a:avLst/>
              <a:gdLst>
                <a:gd name="T0" fmla="*/ 46 w 46"/>
                <a:gd name="T1" fmla="*/ 24 h 47"/>
                <a:gd name="T2" fmla="*/ 21 w 46"/>
                <a:gd name="T3" fmla="*/ 47 h 47"/>
                <a:gd name="T4" fmla="*/ 0 w 46"/>
                <a:gd name="T5" fmla="*/ 24 h 47"/>
                <a:gd name="T6" fmla="*/ 21 w 46"/>
                <a:gd name="T7" fmla="*/ 0 h 47"/>
                <a:gd name="T8" fmla="*/ 46 w 46"/>
                <a:gd name="T9" fmla="*/ 24 h 47"/>
              </a:gdLst>
              <a:ahLst/>
              <a:cxnLst>
                <a:cxn ang="0">
                  <a:pos x="T0" y="T1"/>
                </a:cxn>
                <a:cxn ang="0">
                  <a:pos x="T2" y="T3"/>
                </a:cxn>
                <a:cxn ang="0">
                  <a:pos x="T4" y="T5"/>
                </a:cxn>
                <a:cxn ang="0">
                  <a:pos x="T6" y="T7"/>
                </a:cxn>
                <a:cxn ang="0">
                  <a:pos x="T8" y="T9"/>
                </a:cxn>
              </a:cxnLst>
              <a:rect l="0" t="0" r="r" b="b"/>
              <a:pathLst>
                <a:path w="46" h="47">
                  <a:moveTo>
                    <a:pt x="46" y="24"/>
                  </a:moveTo>
                  <a:cubicBezTo>
                    <a:pt x="46" y="37"/>
                    <a:pt x="35" y="47"/>
                    <a:pt x="21" y="47"/>
                  </a:cubicBezTo>
                  <a:cubicBezTo>
                    <a:pt x="9" y="47"/>
                    <a:pt x="0" y="37"/>
                    <a:pt x="0" y="24"/>
                  </a:cubicBezTo>
                  <a:cubicBezTo>
                    <a:pt x="0" y="11"/>
                    <a:pt x="9" y="0"/>
                    <a:pt x="21" y="0"/>
                  </a:cubicBezTo>
                  <a:cubicBezTo>
                    <a:pt x="35" y="0"/>
                    <a:pt x="46" y="11"/>
                    <a:pt x="46"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189"/>
            <p:cNvSpPr>
              <a:spLocks/>
            </p:cNvSpPr>
            <p:nvPr/>
          </p:nvSpPr>
          <p:spPr bwMode="auto">
            <a:xfrm>
              <a:off x="7532688" y="903288"/>
              <a:ext cx="388938" cy="242888"/>
            </a:xfrm>
            <a:custGeom>
              <a:avLst/>
              <a:gdLst>
                <a:gd name="T0" fmla="*/ 81 w 91"/>
                <a:gd name="T1" fmla="*/ 37 h 57"/>
                <a:gd name="T2" fmla="*/ 48 w 91"/>
                <a:gd name="T3" fmla="*/ 37 h 57"/>
                <a:gd name="T4" fmla="*/ 18 w 91"/>
                <a:gd name="T5" fmla="*/ 4 h 57"/>
                <a:gd name="T6" fmla="*/ 4 w 91"/>
                <a:gd name="T7" fmla="*/ 4 h 57"/>
                <a:gd name="T8" fmla="*/ 4 w 91"/>
                <a:gd name="T9" fmla="*/ 17 h 57"/>
                <a:gd name="T10" fmla="*/ 35 w 91"/>
                <a:gd name="T11" fmla="*/ 53 h 57"/>
                <a:gd name="T12" fmla="*/ 43 w 91"/>
                <a:gd name="T13" fmla="*/ 57 h 57"/>
                <a:gd name="T14" fmla="*/ 43 w 91"/>
                <a:gd name="T15" fmla="*/ 57 h 57"/>
                <a:gd name="T16" fmla="*/ 81 w 91"/>
                <a:gd name="T17" fmla="*/ 57 h 57"/>
                <a:gd name="T18" fmla="*/ 91 w 91"/>
                <a:gd name="T19" fmla="*/ 47 h 57"/>
                <a:gd name="T20" fmla="*/ 81 w 91"/>
                <a:gd name="T21" fmla="*/ 3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1" h="57">
                  <a:moveTo>
                    <a:pt x="81" y="37"/>
                  </a:moveTo>
                  <a:cubicBezTo>
                    <a:pt x="48" y="37"/>
                    <a:pt x="48" y="37"/>
                    <a:pt x="48" y="37"/>
                  </a:cubicBezTo>
                  <a:cubicBezTo>
                    <a:pt x="18" y="4"/>
                    <a:pt x="18" y="4"/>
                    <a:pt x="18" y="4"/>
                  </a:cubicBezTo>
                  <a:cubicBezTo>
                    <a:pt x="14" y="0"/>
                    <a:pt x="7" y="0"/>
                    <a:pt x="4" y="4"/>
                  </a:cubicBezTo>
                  <a:cubicBezTo>
                    <a:pt x="1" y="7"/>
                    <a:pt x="0" y="13"/>
                    <a:pt x="4" y="17"/>
                  </a:cubicBezTo>
                  <a:cubicBezTo>
                    <a:pt x="35" y="53"/>
                    <a:pt x="35" y="53"/>
                    <a:pt x="35" y="53"/>
                  </a:cubicBezTo>
                  <a:cubicBezTo>
                    <a:pt x="39" y="56"/>
                    <a:pt x="40" y="57"/>
                    <a:pt x="43" y="57"/>
                  </a:cubicBezTo>
                  <a:cubicBezTo>
                    <a:pt x="43" y="57"/>
                    <a:pt x="43" y="57"/>
                    <a:pt x="43" y="57"/>
                  </a:cubicBezTo>
                  <a:cubicBezTo>
                    <a:pt x="81" y="57"/>
                    <a:pt x="81" y="57"/>
                    <a:pt x="81" y="57"/>
                  </a:cubicBezTo>
                  <a:cubicBezTo>
                    <a:pt x="85" y="57"/>
                    <a:pt x="91" y="53"/>
                    <a:pt x="91" y="47"/>
                  </a:cubicBezTo>
                  <a:cubicBezTo>
                    <a:pt x="91" y="42"/>
                    <a:pt x="85" y="37"/>
                    <a:pt x="81"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190"/>
            <p:cNvSpPr>
              <a:spLocks/>
            </p:cNvSpPr>
            <p:nvPr/>
          </p:nvSpPr>
          <p:spPr bwMode="auto">
            <a:xfrm>
              <a:off x="7431088" y="1385888"/>
              <a:ext cx="42863" cy="200025"/>
            </a:xfrm>
            <a:custGeom>
              <a:avLst/>
              <a:gdLst>
                <a:gd name="T0" fmla="*/ 0 w 10"/>
                <a:gd name="T1" fmla="*/ 0 h 47"/>
                <a:gd name="T2" fmla="*/ 0 w 10"/>
                <a:gd name="T3" fmla="*/ 43 h 47"/>
                <a:gd name="T4" fmla="*/ 5 w 10"/>
                <a:gd name="T5" fmla="*/ 47 h 47"/>
                <a:gd name="T6" fmla="*/ 10 w 10"/>
                <a:gd name="T7" fmla="*/ 43 h 47"/>
                <a:gd name="T8" fmla="*/ 10 w 10"/>
                <a:gd name="T9" fmla="*/ 3 h 47"/>
                <a:gd name="T10" fmla="*/ 5 w 10"/>
                <a:gd name="T11" fmla="*/ 3 h 47"/>
                <a:gd name="T12" fmla="*/ 0 w 10"/>
                <a:gd name="T13" fmla="*/ 0 h 47"/>
              </a:gdLst>
              <a:ahLst/>
              <a:cxnLst>
                <a:cxn ang="0">
                  <a:pos x="T0" y="T1"/>
                </a:cxn>
                <a:cxn ang="0">
                  <a:pos x="T2" y="T3"/>
                </a:cxn>
                <a:cxn ang="0">
                  <a:pos x="T4" y="T5"/>
                </a:cxn>
                <a:cxn ang="0">
                  <a:pos x="T6" y="T7"/>
                </a:cxn>
                <a:cxn ang="0">
                  <a:pos x="T8" y="T9"/>
                </a:cxn>
                <a:cxn ang="0">
                  <a:pos x="T10" y="T11"/>
                </a:cxn>
                <a:cxn ang="0">
                  <a:pos x="T12" y="T13"/>
                </a:cxn>
              </a:cxnLst>
              <a:rect l="0" t="0" r="r" b="b"/>
              <a:pathLst>
                <a:path w="10" h="47">
                  <a:moveTo>
                    <a:pt x="0" y="0"/>
                  </a:moveTo>
                  <a:cubicBezTo>
                    <a:pt x="0" y="43"/>
                    <a:pt x="0" y="43"/>
                    <a:pt x="0" y="43"/>
                  </a:cubicBezTo>
                  <a:cubicBezTo>
                    <a:pt x="0" y="45"/>
                    <a:pt x="3" y="47"/>
                    <a:pt x="5" y="47"/>
                  </a:cubicBezTo>
                  <a:cubicBezTo>
                    <a:pt x="6" y="47"/>
                    <a:pt x="10" y="45"/>
                    <a:pt x="10" y="43"/>
                  </a:cubicBezTo>
                  <a:cubicBezTo>
                    <a:pt x="10" y="3"/>
                    <a:pt x="10" y="3"/>
                    <a:pt x="10" y="3"/>
                  </a:cubicBezTo>
                  <a:cubicBezTo>
                    <a:pt x="5" y="3"/>
                    <a:pt x="5" y="3"/>
                    <a:pt x="5" y="3"/>
                  </a:cubicBezTo>
                  <a:cubicBezTo>
                    <a:pt x="3" y="3"/>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191"/>
            <p:cNvSpPr>
              <a:spLocks/>
            </p:cNvSpPr>
            <p:nvPr/>
          </p:nvSpPr>
          <p:spPr bwMode="auto">
            <a:xfrm>
              <a:off x="7431088" y="971551"/>
              <a:ext cx="42863" cy="414338"/>
            </a:xfrm>
            <a:custGeom>
              <a:avLst/>
              <a:gdLst>
                <a:gd name="T0" fmla="*/ 5 w 10"/>
                <a:gd name="T1" fmla="*/ 93 h 97"/>
                <a:gd name="T2" fmla="*/ 10 w 10"/>
                <a:gd name="T3" fmla="*/ 93 h 97"/>
                <a:gd name="T4" fmla="*/ 10 w 10"/>
                <a:gd name="T5" fmla="*/ 4 h 97"/>
                <a:gd name="T6" fmla="*/ 5 w 10"/>
                <a:gd name="T7" fmla="*/ 0 h 97"/>
                <a:gd name="T8" fmla="*/ 0 w 10"/>
                <a:gd name="T9" fmla="*/ 4 h 97"/>
                <a:gd name="T10" fmla="*/ 0 w 10"/>
                <a:gd name="T11" fmla="*/ 97 h 97"/>
                <a:gd name="T12" fmla="*/ 5 w 10"/>
                <a:gd name="T13" fmla="*/ 93 h 97"/>
              </a:gdLst>
              <a:ahLst/>
              <a:cxnLst>
                <a:cxn ang="0">
                  <a:pos x="T0" y="T1"/>
                </a:cxn>
                <a:cxn ang="0">
                  <a:pos x="T2" y="T3"/>
                </a:cxn>
                <a:cxn ang="0">
                  <a:pos x="T4" y="T5"/>
                </a:cxn>
                <a:cxn ang="0">
                  <a:pos x="T6" y="T7"/>
                </a:cxn>
                <a:cxn ang="0">
                  <a:pos x="T8" y="T9"/>
                </a:cxn>
                <a:cxn ang="0">
                  <a:pos x="T10" y="T11"/>
                </a:cxn>
                <a:cxn ang="0">
                  <a:pos x="T12" y="T13"/>
                </a:cxn>
              </a:cxnLst>
              <a:rect l="0" t="0" r="r" b="b"/>
              <a:pathLst>
                <a:path w="10" h="97">
                  <a:moveTo>
                    <a:pt x="5" y="93"/>
                  </a:moveTo>
                  <a:cubicBezTo>
                    <a:pt x="10" y="93"/>
                    <a:pt x="10" y="93"/>
                    <a:pt x="10" y="93"/>
                  </a:cubicBezTo>
                  <a:cubicBezTo>
                    <a:pt x="10" y="4"/>
                    <a:pt x="10" y="4"/>
                    <a:pt x="10" y="4"/>
                  </a:cubicBezTo>
                  <a:cubicBezTo>
                    <a:pt x="10" y="2"/>
                    <a:pt x="6" y="0"/>
                    <a:pt x="5" y="0"/>
                  </a:cubicBezTo>
                  <a:cubicBezTo>
                    <a:pt x="3" y="0"/>
                    <a:pt x="0" y="2"/>
                    <a:pt x="0" y="4"/>
                  </a:cubicBezTo>
                  <a:cubicBezTo>
                    <a:pt x="0" y="97"/>
                    <a:pt x="0" y="97"/>
                    <a:pt x="0" y="97"/>
                  </a:cubicBezTo>
                  <a:cubicBezTo>
                    <a:pt x="0" y="94"/>
                    <a:pt x="3" y="93"/>
                    <a:pt x="5" y="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192"/>
            <p:cNvSpPr>
              <a:spLocks/>
            </p:cNvSpPr>
            <p:nvPr/>
          </p:nvSpPr>
          <p:spPr bwMode="auto">
            <a:xfrm>
              <a:off x="7431088" y="1368426"/>
              <a:ext cx="225425" cy="30163"/>
            </a:xfrm>
            <a:custGeom>
              <a:avLst/>
              <a:gdLst>
                <a:gd name="T0" fmla="*/ 53 w 53"/>
                <a:gd name="T1" fmla="*/ 0 h 7"/>
                <a:gd name="T2" fmla="*/ 53 w 53"/>
                <a:gd name="T3" fmla="*/ 0 h 7"/>
                <a:gd name="T4" fmla="*/ 10 w 53"/>
                <a:gd name="T5" fmla="*/ 0 h 7"/>
                <a:gd name="T6" fmla="*/ 5 w 53"/>
                <a:gd name="T7" fmla="*/ 0 h 7"/>
                <a:gd name="T8" fmla="*/ 0 w 53"/>
                <a:gd name="T9" fmla="*/ 4 h 7"/>
                <a:gd name="T10" fmla="*/ 5 w 53"/>
                <a:gd name="T11" fmla="*/ 7 h 7"/>
                <a:gd name="T12" fmla="*/ 10 w 53"/>
                <a:gd name="T13" fmla="*/ 7 h 7"/>
                <a:gd name="T14" fmla="*/ 50 w 53"/>
                <a:gd name="T15" fmla="*/ 7 h 7"/>
                <a:gd name="T16" fmla="*/ 50 w 53"/>
                <a:gd name="T17" fmla="*/ 4 h 7"/>
                <a:gd name="T18" fmla="*/ 53 w 53"/>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7">
                  <a:moveTo>
                    <a:pt x="53" y="0"/>
                  </a:moveTo>
                  <a:cubicBezTo>
                    <a:pt x="53" y="0"/>
                    <a:pt x="53" y="0"/>
                    <a:pt x="53" y="0"/>
                  </a:cubicBezTo>
                  <a:cubicBezTo>
                    <a:pt x="10" y="0"/>
                    <a:pt x="10" y="0"/>
                    <a:pt x="10" y="0"/>
                  </a:cubicBezTo>
                  <a:cubicBezTo>
                    <a:pt x="5" y="0"/>
                    <a:pt x="5" y="0"/>
                    <a:pt x="5" y="0"/>
                  </a:cubicBezTo>
                  <a:cubicBezTo>
                    <a:pt x="3" y="0"/>
                    <a:pt x="0" y="1"/>
                    <a:pt x="0" y="4"/>
                  </a:cubicBezTo>
                  <a:cubicBezTo>
                    <a:pt x="0" y="6"/>
                    <a:pt x="3" y="7"/>
                    <a:pt x="5" y="7"/>
                  </a:cubicBezTo>
                  <a:cubicBezTo>
                    <a:pt x="10" y="7"/>
                    <a:pt x="10" y="7"/>
                    <a:pt x="10" y="7"/>
                  </a:cubicBezTo>
                  <a:cubicBezTo>
                    <a:pt x="50" y="7"/>
                    <a:pt x="50" y="7"/>
                    <a:pt x="50" y="7"/>
                  </a:cubicBezTo>
                  <a:cubicBezTo>
                    <a:pt x="50" y="4"/>
                    <a:pt x="50" y="4"/>
                    <a:pt x="50" y="4"/>
                  </a:cubicBezTo>
                  <a:cubicBezTo>
                    <a:pt x="50" y="1"/>
                    <a:pt x="53" y="0"/>
                    <a:pt x="5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193"/>
            <p:cNvSpPr>
              <a:spLocks/>
            </p:cNvSpPr>
            <p:nvPr/>
          </p:nvSpPr>
          <p:spPr bwMode="auto">
            <a:xfrm>
              <a:off x="7643813" y="1368426"/>
              <a:ext cx="38100" cy="217488"/>
            </a:xfrm>
            <a:custGeom>
              <a:avLst/>
              <a:gdLst>
                <a:gd name="T0" fmla="*/ 5 w 9"/>
                <a:gd name="T1" fmla="*/ 0 h 51"/>
                <a:gd name="T2" fmla="*/ 3 w 9"/>
                <a:gd name="T3" fmla="*/ 0 h 51"/>
                <a:gd name="T4" fmla="*/ 0 w 9"/>
                <a:gd name="T5" fmla="*/ 4 h 51"/>
                <a:gd name="T6" fmla="*/ 0 w 9"/>
                <a:gd name="T7" fmla="*/ 7 h 51"/>
                <a:gd name="T8" fmla="*/ 0 w 9"/>
                <a:gd name="T9" fmla="*/ 47 h 51"/>
                <a:gd name="T10" fmla="*/ 5 w 9"/>
                <a:gd name="T11" fmla="*/ 51 h 51"/>
                <a:gd name="T12" fmla="*/ 9 w 9"/>
                <a:gd name="T13" fmla="*/ 47 h 51"/>
                <a:gd name="T14" fmla="*/ 9 w 9"/>
                <a:gd name="T15" fmla="*/ 4 h 51"/>
                <a:gd name="T16" fmla="*/ 5 w 9"/>
                <a:gd name="T17"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51">
                  <a:moveTo>
                    <a:pt x="5" y="0"/>
                  </a:moveTo>
                  <a:cubicBezTo>
                    <a:pt x="5" y="0"/>
                    <a:pt x="5" y="0"/>
                    <a:pt x="3" y="0"/>
                  </a:cubicBezTo>
                  <a:cubicBezTo>
                    <a:pt x="3" y="0"/>
                    <a:pt x="0" y="1"/>
                    <a:pt x="0" y="4"/>
                  </a:cubicBezTo>
                  <a:cubicBezTo>
                    <a:pt x="0" y="7"/>
                    <a:pt x="0" y="7"/>
                    <a:pt x="0" y="7"/>
                  </a:cubicBezTo>
                  <a:cubicBezTo>
                    <a:pt x="0" y="47"/>
                    <a:pt x="0" y="47"/>
                    <a:pt x="0" y="47"/>
                  </a:cubicBezTo>
                  <a:cubicBezTo>
                    <a:pt x="0" y="49"/>
                    <a:pt x="3" y="51"/>
                    <a:pt x="5" y="51"/>
                  </a:cubicBezTo>
                  <a:cubicBezTo>
                    <a:pt x="6" y="51"/>
                    <a:pt x="9" y="49"/>
                    <a:pt x="9" y="47"/>
                  </a:cubicBezTo>
                  <a:cubicBezTo>
                    <a:pt x="9" y="4"/>
                    <a:pt x="9" y="4"/>
                    <a:pt x="9" y="4"/>
                  </a:cubicBezTo>
                  <a:cubicBezTo>
                    <a:pt x="9" y="1"/>
                    <a:pt x="6" y="0"/>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194"/>
            <p:cNvSpPr>
              <a:spLocks/>
            </p:cNvSpPr>
            <p:nvPr/>
          </p:nvSpPr>
          <p:spPr bwMode="auto">
            <a:xfrm>
              <a:off x="7759700" y="1163638"/>
              <a:ext cx="442913" cy="422275"/>
            </a:xfrm>
            <a:custGeom>
              <a:avLst/>
              <a:gdLst>
                <a:gd name="T0" fmla="*/ 99 w 104"/>
                <a:gd name="T1" fmla="*/ 0 h 99"/>
                <a:gd name="T2" fmla="*/ 4 w 104"/>
                <a:gd name="T3" fmla="*/ 0 h 99"/>
                <a:gd name="T4" fmla="*/ 0 w 104"/>
                <a:gd name="T5" fmla="*/ 5 h 99"/>
                <a:gd name="T6" fmla="*/ 4 w 104"/>
                <a:gd name="T7" fmla="*/ 9 h 99"/>
                <a:gd name="T8" fmla="*/ 46 w 104"/>
                <a:gd name="T9" fmla="*/ 9 h 99"/>
                <a:gd name="T10" fmla="*/ 46 w 104"/>
                <a:gd name="T11" fmla="*/ 92 h 99"/>
                <a:gd name="T12" fmla="*/ 21 w 104"/>
                <a:gd name="T13" fmla="*/ 92 h 99"/>
                <a:gd name="T14" fmla="*/ 14 w 104"/>
                <a:gd name="T15" fmla="*/ 99 h 99"/>
                <a:gd name="T16" fmla="*/ 46 w 104"/>
                <a:gd name="T17" fmla="*/ 99 h 99"/>
                <a:gd name="T18" fmla="*/ 59 w 104"/>
                <a:gd name="T19" fmla="*/ 99 h 99"/>
                <a:gd name="T20" fmla="*/ 91 w 104"/>
                <a:gd name="T21" fmla="*/ 99 h 99"/>
                <a:gd name="T22" fmla="*/ 85 w 104"/>
                <a:gd name="T23" fmla="*/ 92 h 99"/>
                <a:gd name="T24" fmla="*/ 59 w 104"/>
                <a:gd name="T25" fmla="*/ 92 h 99"/>
                <a:gd name="T26" fmla="*/ 59 w 104"/>
                <a:gd name="T27" fmla="*/ 9 h 99"/>
                <a:gd name="T28" fmla="*/ 99 w 104"/>
                <a:gd name="T29" fmla="*/ 9 h 99"/>
                <a:gd name="T30" fmla="*/ 104 w 104"/>
                <a:gd name="T31" fmla="*/ 5 h 99"/>
                <a:gd name="T32" fmla="*/ 99 w 104"/>
                <a:gd name="T3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4" h="99">
                  <a:moveTo>
                    <a:pt x="99" y="0"/>
                  </a:moveTo>
                  <a:cubicBezTo>
                    <a:pt x="4" y="0"/>
                    <a:pt x="4" y="0"/>
                    <a:pt x="4" y="0"/>
                  </a:cubicBezTo>
                  <a:cubicBezTo>
                    <a:pt x="1" y="0"/>
                    <a:pt x="0" y="3"/>
                    <a:pt x="0" y="5"/>
                  </a:cubicBezTo>
                  <a:cubicBezTo>
                    <a:pt x="0" y="7"/>
                    <a:pt x="1" y="9"/>
                    <a:pt x="4" y="9"/>
                  </a:cubicBezTo>
                  <a:cubicBezTo>
                    <a:pt x="46" y="9"/>
                    <a:pt x="46" y="9"/>
                    <a:pt x="46" y="9"/>
                  </a:cubicBezTo>
                  <a:cubicBezTo>
                    <a:pt x="46" y="92"/>
                    <a:pt x="46" y="92"/>
                    <a:pt x="46" y="92"/>
                  </a:cubicBezTo>
                  <a:cubicBezTo>
                    <a:pt x="21" y="92"/>
                    <a:pt x="21" y="92"/>
                    <a:pt x="21" y="92"/>
                  </a:cubicBezTo>
                  <a:cubicBezTo>
                    <a:pt x="17" y="92"/>
                    <a:pt x="14" y="95"/>
                    <a:pt x="14" y="99"/>
                  </a:cubicBezTo>
                  <a:cubicBezTo>
                    <a:pt x="46" y="99"/>
                    <a:pt x="46" y="99"/>
                    <a:pt x="46" y="99"/>
                  </a:cubicBezTo>
                  <a:cubicBezTo>
                    <a:pt x="59" y="99"/>
                    <a:pt x="59" y="99"/>
                    <a:pt x="59" y="99"/>
                  </a:cubicBezTo>
                  <a:cubicBezTo>
                    <a:pt x="91" y="99"/>
                    <a:pt x="91" y="99"/>
                    <a:pt x="91" y="99"/>
                  </a:cubicBezTo>
                  <a:cubicBezTo>
                    <a:pt x="91" y="95"/>
                    <a:pt x="88" y="92"/>
                    <a:pt x="85" y="92"/>
                  </a:cubicBezTo>
                  <a:cubicBezTo>
                    <a:pt x="59" y="92"/>
                    <a:pt x="59" y="92"/>
                    <a:pt x="59" y="92"/>
                  </a:cubicBezTo>
                  <a:cubicBezTo>
                    <a:pt x="59" y="9"/>
                    <a:pt x="59" y="9"/>
                    <a:pt x="59" y="9"/>
                  </a:cubicBezTo>
                  <a:cubicBezTo>
                    <a:pt x="99" y="9"/>
                    <a:pt x="99" y="9"/>
                    <a:pt x="99" y="9"/>
                  </a:cubicBezTo>
                  <a:cubicBezTo>
                    <a:pt x="101" y="9"/>
                    <a:pt x="104" y="7"/>
                    <a:pt x="104" y="5"/>
                  </a:cubicBezTo>
                  <a:cubicBezTo>
                    <a:pt x="104" y="3"/>
                    <a:pt x="101" y="0"/>
                    <a:pt x="9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195"/>
            <p:cNvSpPr>
              <a:spLocks/>
            </p:cNvSpPr>
            <p:nvPr/>
          </p:nvSpPr>
          <p:spPr bwMode="auto">
            <a:xfrm>
              <a:off x="7716838" y="1223963"/>
              <a:ext cx="131763" cy="336550"/>
            </a:xfrm>
            <a:custGeom>
              <a:avLst/>
              <a:gdLst>
                <a:gd name="T0" fmla="*/ 31 w 31"/>
                <a:gd name="T1" fmla="*/ 10 h 79"/>
                <a:gd name="T2" fmla="*/ 20 w 31"/>
                <a:gd name="T3" fmla="*/ 0 h 79"/>
                <a:gd name="T4" fmla="*/ 17 w 31"/>
                <a:gd name="T5" fmla="*/ 0 h 79"/>
                <a:gd name="T6" fmla="*/ 0 w 31"/>
                <a:gd name="T7" fmla="*/ 0 h 79"/>
                <a:gd name="T8" fmla="*/ 0 w 31"/>
                <a:gd name="T9" fmla="*/ 3 h 79"/>
                <a:gd name="T10" fmla="*/ 14 w 31"/>
                <a:gd name="T11" fmla="*/ 3 h 79"/>
                <a:gd name="T12" fmla="*/ 17 w 31"/>
                <a:gd name="T13" fmla="*/ 3 h 79"/>
                <a:gd name="T14" fmla="*/ 27 w 31"/>
                <a:gd name="T15" fmla="*/ 13 h 79"/>
                <a:gd name="T16" fmla="*/ 27 w 31"/>
                <a:gd name="T17" fmla="*/ 13 h 79"/>
                <a:gd name="T18" fmla="*/ 27 w 31"/>
                <a:gd name="T19" fmla="*/ 16 h 79"/>
                <a:gd name="T20" fmla="*/ 27 w 31"/>
                <a:gd name="T21" fmla="*/ 29 h 79"/>
                <a:gd name="T22" fmla="*/ 27 w 31"/>
                <a:gd name="T23" fmla="*/ 55 h 79"/>
                <a:gd name="T24" fmla="*/ 27 w 31"/>
                <a:gd name="T25" fmla="*/ 71 h 79"/>
                <a:gd name="T26" fmla="*/ 24 w 31"/>
                <a:gd name="T27" fmla="*/ 79 h 79"/>
                <a:gd name="T28" fmla="*/ 31 w 31"/>
                <a:gd name="T29" fmla="*/ 69 h 79"/>
                <a:gd name="T30" fmla="*/ 31 w 31"/>
                <a:gd name="T31" fmla="*/ 53 h 79"/>
                <a:gd name="T32" fmla="*/ 31 w 31"/>
                <a:gd name="T33" fmla="*/ 27 h 79"/>
                <a:gd name="T34" fmla="*/ 31 w 31"/>
                <a:gd name="T35" fmla="*/ 14 h 79"/>
                <a:gd name="T36" fmla="*/ 31 w 31"/>
                <a:gd name="T37" fmla="*/ 11 h 79"/>
                <a:gd name="T38" fmla="*/ 31 w 31"/>
                <a:gd name="T39" fmla="*/ 1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 h="79">
                  <a:moveTo>
                    <a:pt x="31" y="10"/>
                  </a:moveTo>
                  <a:cubicBezTo>
                    <a:pt x="30" y="4"/>
                    <a:pt x="27" y="0"/>
                    <a:pt x="20" y="0"/>
                  </a:cubicBezTo>
                  <a:cubicBezTo>
                    <a:pt x="17" y="0"/>
                    <a:pt x="17" y="0"/>
                    <a:pt x="17" y="0"/>
                  </a:cubicBezTo>
                  <a:cubicBezTo>
                    <a:pt x="0" y="0"/>
                    <a:pt x="0" y="0"/>
                    <a:pt x="0" y="0"/>
                  </a:cubicBezTo>
                  <a:cubicBezTo>
                    <a:pt x="0" y="3"/>
                    <a:pt x="0" y="3"/>
                    <a:pt x="0" y="3"/>
                  </a:cubicBezTo>
                  <a:cubicBezTo>
                    <a:pt x="14" y="3"/>
                    <a:pt x="14" y="3"/>
                    <a:pt x="14" y="3"/>
                  </a:cubicBezTo>
                  <a:cubicBezTo>
                    <a:pt x="17" y="3"/>
                    <a:pt x="17" y="3"/>
                    <a:pt x="17" y="3"/>
                  </a:cubicBezTo>
                  <a:cubicBezTo>
                    <a:pt x="22" y="3"/>
                    <a:pt x="27" y="7"/>
                    <a:pt x="27" y="13"/>
                  </a:cubicBezTo>
                  <a:cubicBezTo>
                    <a:pt x="27" y="13"/>
                    <a:pt x="27" y="13"/>
                    <a:pt x="27" y="13"/>
                  </a:cubicBezTo>
                  <a:cubicBezTo>
                    <a:pt x="27" y="16"/>
                    <a:pt x="27" y="16"/>
                    <a:pt x="27" y="16"/>
                  </a:cubicBezTo>
                  <a:cubicBezTo>
                    <a:pt x="27" y="29"/>
                    <a:pt x="27" y="29"/>
                    <a:pt x="27" y="29"/>
                  </a:cubicBezTo>
                  <a:cubicBezTo>
                    <a:pt x="27" y="55"/>
                    <a:pt x="27" y="55"/>
                    <a:pt x="27" y="55"/>
                  </a:cubicBezTo>
                  <a:cubicBezTo>
                    <a:pt x="27" y="71"/>
                    <a:pt x="27" y="71"/>
                    <a:pt x="27" y="71"/>
                  </a:cubicBezTo>
                  <a:cubicBezTo>
                    <a:pt x="27" y="74"/>
                    <a:pt x="27" y="76"/>
                    <a:pt x="24" y="79"/>
                  </a:cubicBezTo>
                  <a:cubicBezTo>
                    <a:pt x="28" y="77"/>
                    <a:pt x="31" y="73"/>
                    <a:pt x="31" y="69"/>
                  </a:cubicBezTo>
                  <a:cubicBezTo>
                    <a:pt x="31" y="53"/>
                    <a:pt x="31" y="53"/>
                    <a:pt x="31" y="53"/>
                  </a:cubicBezTo>
                  <a:cubicBezTo>
                    <a:pt x="31" y="27"/>
                    <a:pt x="31" y="27"/>
                    <a:pt x="31" y="27"/>
                  </a:cubicBezTo>
                  <a:cubicBezTo>
                    <a:pt x="31" y="14"/>
                    <a:pt x="31" y="14"/>
                    <a:pt x="31" y="14"/>
                  </a:cubicBezTo>
                  <a:cubicBezTo>
                    <a:pt x="31" y="11"/>
                    <a:pt x="31" y="11"/>
                    <a:pt x="31" y="11"/>
                  </a:cubicBezTo>
                  <a:cubicBezTo>
                    <a:pt x="31" y="11"/>
                    <a:pt x="31" y="10"/>
                    <a:pt x="3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196"/>
            <p:cNvSpPr>
              <a:spLocks/>
            </p:cNvSpPr>
            <p:nvPr/>
          </p:nvSpPr>
          <p:spPr bwMode="auto">
            <a:xfrm>
              <a:off x="7486650" y="852488"/>
              <a:ext cx="331788" cy="733425"/>
            </a:xfrm>
            <a:custGeom>
              <a:avLst/>
              <a:gdLst>
                <a:gd name="T0" fmla="*/ 78 w 78"/>
                <a:gd name="T1" fmla="*/ 103 h 172"/>
                <a:gd name="T2" fmla="*/ 67 w 78"/>
                <a:gd name="T3" fmla="*/ 93 h 172"/>
                <a:gd name="T4" fmla="*/ 64 w 78"/>
                <a:gd name="T5" fmla="*/ 93 h 172"/>
                <a:gd name="T6" fmla="*/ 50 w 78"/>
                <a:gd name="T7" fmla="*/ 93 h 172"/>
                <a:gd name="T8" fmla="*/ 50 w 78"/>
                <a:gd name="T9" fmla="*/ 74 h 172"/>
                <a:gd name="T10" fmla="*/ 42 w 78"/>
                <a:gd name="T11" fmla="*/ 69 h 172"/>
                <a:gd name="T12" fmla="*/ 42 w 78"/>
                <a:gd name="T13" fmla="*/ 69 h 172"/>
                <a:gd name="T14" fmla="*/ 42 w 78"/>
                <a:gd name="T15" fmla="*/ 69 h 172"/>
                <a:gd name="T16" fmla="*/ 9 w 78"/>
                <a:gd name="T17" fmla="*/ 33 h 172"/>
                <a:gd name="T18" fmla="*/ 12 w 78"/>
                <a:gd name="T19" fmla="*/ 11 h 172"/>
                <a:gd name="T20" fmla="*/ 34 w 78"/>
                <a:gd name="T21" fmla="*/ 13 h 172"/>
                <a:gd name="T22" fmla="*/ 50 w 78"/>
                <a:gd name="T23" fmla="*/ 31 h 172"/>
                <a:gd name="T24" fmla="*/ 50 w 78"/>
                <a:gd name="T25" fmla="*/ 20 h 172"/>
                <a:gd name="T26" fmla="*/ 29 w 78"/>
                <a:gd name="T27" fmla="*/ 0 h 172"/>
                <a:gd name="T28" fmla="*/ 18 w 78"/>
                <a:gd name="T29" fmla="*/ 0 h 172"/>
                <a:gd name="T30" fmla="*/ 0 w 78"/>
                <a:gd name="T31" fmla="*/ 20 h 172"/>
                <a:gd name="T32" fmla="*/ 0 w 78"/>
                <a:gd name="T33" fmla="*/ 97 h 172"/>
                <a:gd name="T34" fmla="*/ 18 w 78"/>
                <a:gd name="T35" fmla="*/ 118 h 172"/>
                <a:gd name="T36" fmla="*/ 25 w 78"/>
                <a:gd name="T37" fmla="*/ 118 h 172"/>
                <a:gd name="T38" fmla="*/ 29 w 78"/>
                <a:gd name="T39" fmla="*/ 118 h 172"/>
                <a:gd name="T40" fmla="*/ 53 w 78"/>
                <a:gd name="T41" fmla="*/ 118 h 172"/>
                <a:gd name="T42" fmla="*/ 53 w 78"/>
                <a:gd name="T43" fmla="*/ 119 h 172"/>
                <a:gd name="T44" fmla="*/ 53 w 78"/>
                <a:gd name="T45" fmla="*/ 146 h 172"/>
                <a:gd name="T46" fmla="*/ 53 w 78"/>
                <a:gd name="T47" fmla="*/ 161 h 172"/>
                <a:gd name="T48" fmla="*/ 64 w 78"/>
                <a:gd name="T49" fmla="*/ 172 h 172"/>
                <a:gd name="T50" fmla="*/ 67 w 78"/>
                <a:gd name="T51" fmla="*/ 172 h 172"/>
                <a:gd name="T52" fmla="*/ 78 w 78"/>
                <a:gd name="T53" fmla="*/ 161 h 172"/>
                <a:gd name="T54" fmla="*/ 78 w 78"/>
                <a:gd name="T55" fmla="*/ 146 h 172"/>
                <a:gd name="T56" fmla="*/ 78 w 78"/>
                <a:gd name="T57" fmla="*/ 119 h 172"/>
                <a:gd name="T58" fmla="*/ 78 w 78"/>
                <a:gd name="T59" fmla="*/ 107 h 172"/>
                <a:gd name="T60" fmla="*/ 78 w 78"/>
                <a:gd name="T61" fmla="*/ 103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72">
                  <a:moveTo>
                    <a:pt x="78" y="103"/>
                  </a:moveTo>
                  <a:cubicBezTo>
                    <a:pt x="78" y="97"/>
                    <a:pt x="73" y="93"/>
                    <a:pt x="67" y="93"/>
                  </a:cubicBezTo>
                  <a:cubicBezTo>
                    <a:pt x="64" y="93"/>
                    <a:pt x="64" y="93"/>
                    <a:pt x="64" y="93"/>
                  </a:cubicBezTo>
                  <a:cubicBezTo>
                    <a:pt x="50" y="93"/>
                    <a:pt x="50" y="93"/>
                    <a:pt x="50" y="93"/>
                  </a:cubicBezTo>
                  <a:cubicBezTo>
                    <a:pt x="50" y="74"/>
                    <a:pt x="50" y="74"/>
                    <a:pt x="50" y="74"/>
                  </a:cubicBezTo>
                  <a:cubicBezTo>
                    <a:pt x="46" y="73"/>
                    <a:pt x="43" y="71"/>
                    <a:pt x="42" y="69"/>
                  </a:cubicBezTo>
                  <a:cubicBezTo>
                    <a:pt x="42" y="69"/>
                    <a:pt x="42" y="69"/>
                    <a:pt x="42" y="69"/>
                  </a:cubicBezTo>
                  <a:cubicBezTo>
                    <a:pt x="42" y="69"/>
                    <a:pt x="42" y="69"/>
                    <a:pt x="42" y="69"/>
                  </a:cubicBezTo>
                  <a:cubicBezTo>
                    <a:pt x="9" y="33"/>
                    <a:pt x="9" y="33"/>
                    <a:pt x="9" y="33"/>
                  </a:cubicBezTo>
                  <a:cubicBezTo>
                    <a:pt x="4" y="27"/>
                    <a:pt x="6" y="16"/>
                    <a:pt x="12" y="11"/>
                  </a:cubicBezTo>
                  <a:cubicBezTo>
                    <a:pt x="18" y="6"/>
                    <a:pt x="28" y="6"/>
                    <a:pt x="34" y="13"/>
                  </a:cubicBezTo>
                  <a:cubicBezTo>
                    <a:pt x="50" y="31"/>
                    <a:pt x="50" y="31"/>
                    <a:pt x="50" y="31"/>
                  </a:cubicBezTo>
                  <a:cubicBezTo>
                    <a:pt x="50" y="20"/>
                    <a:pt x="50" y="20"/>
                    <a:pt x="50" y="20"/>
                  </a:cubicBezTo>
                  <a:cubicBezTo>
                    <a:pt x="50" y="9"/>
                    <a:pt x="40" y="0"/>
                    <a:pt x="29" y="0"/>
                  </a:cubicBezTo>
                  <a:cubicBezTo>
                    <a:pt x="18" y="0"/>
                    <a:pt x="18" y="0"/>
                    <a:pt x="18" y="0"/>
                  </a:cubicBezTo>
                  <a:cubicBezTo>
                    <a:pt x="7" y="0"/>
                    <a:pt x="0" y="9"/>
                    <a:pt x="0" y="20"/>
                  </a:cubicBezTo>
                  <a:cubicBezTo>
                    <a:pt x="0" y="97"/>
                    <a:pt x="0" y="97"/>
                    <a:pt x="0" y="97"/>
                  </a:cubicBezTo>
                  <a:cubicBezTo>
                    <a:pt x="0" y="108"/>
                    <a:pt x="7" y="118"/>
                    <a:pt x="18" y="118"/>
                  </a:cubicBezTo>
                  <a:cubicBezTo>
                    <a:pt x="25" y="118"/>
                    <a:pt x="25" y="118"/>
                    <a:pt x="25" y="118"/>
                  </a:cubicBezTo>
                  <a:cubicBezTo>
                    <a:pt x="29" y="118"/>
                    <a:pt x="29" y="118"/>
                    <a:pt x="29" y="118"/>
                  </a:cubicBezTo>
                  <a:cubicBezTo>
                    <a:pt x="53" y="118"/>
                    <a:pt x="53" y="118"/>
                    <a:pt x="53" y="118"/>
                  </a:cubicBezTo>
                  <a:cubicBezTo>
                    <a:pt x="53" y="119"/>
                    <a:pt x="53" y="119"/>
                    <a:pt x="53" y="119"/>
                  </a:cubicBezTo>
                  <a:cubicBezTo>
                    <a:pt x="53" y="146"/>
                    <a:pt x="53" y="146"/>
                    <a:pt x="53" y="146"/>
                  </a:cubicBezTo>
                  <a:cubicBezTo>
                    <a:pt x="53" y="161"/>
                    <a:pt x="53" y="161"/>
                    <a:pt x="53" y="161"/>
                  </a:cubicBezTo>
                  <a:cubicBezTo>
                    <a:pt x="53" y="167"/>
                    <a:pt x="59" y="172"/>
                    <a:pt x="64" y="172"/>
                  </a:cubicBezTo>
                  <a:cubicBezTo>
                    <a:pt x="67" y="172"/>
                    <a:pt x="67" y="172"/>
                    <a:pt x="67" y="172"/>
                  </a:cubicBezTo>
                  <a:cubicBezTo>
                    <a:pt x="73" y="172"/>
                    <a:pt x="78" y="167"/>
                    <a:pt x="78" y="161"/>
                  </a:cubicBezTo>
                  <a:cubicBezTo>
                    <a:pt x="78" y="146"/>
                    <a:pt x="78" y="146"/>
                    <a:pt x="78" y="146"/>
                  </a:cubicBezTo>
                  <a:cubicBezTo>
                    <a:pt x="78" y="119"/>
                    <a:pt x="78" y="119"/>
                    <a:pt x="78" y="119"/>
                  </a:cubicBezTo>
                  <a:cubicBezTo>
                    <a:pt x="78" y="107"/>
                    <a:pt x="78" y="107"/>
                    <a:pt x="78" y="107"/>
                  </a:cubicBezTo>
                  <a:cubicBezTo>
                    <a:pt x="78" y="103"/>
                    <a:pt x="78" y="103"/>
                    <a:pt x="78"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197"/>
            <p:cNvSpPr>
              <a:spLocks/>
            </p:cNvSpPr>
            <p:nvPr/>
          </p:nvSpPr>
          <p:spPr bwMode="auto">
            <a:xfrm>
              <a:off x="6650038" y="625476"/>
              <a:ext cx="196850" cy="201613"/>
            </a:xfrm>
            <a:custGeom>
              <a:avLst/>
              <a:gdLst>
                <a:gd name="T0" fmla="*/ 46 w 46"/>
                <a:gd name="T1" fmla="*/ 24 h 47"/>
                <a:gd name="T2" fmla="*/ 25 w 46"/>
                <a:gd name="T3" fmla="*/ 47 h 47"/>
                <a:gd name="T4" fmla="*/ 0 w 46"/>
                <a:gd name="T5" fmla="*/ 24 h 47"/>
                <a:gd name="T6" fmla="*/ 25 w 46"/>
                <a:gd name="T7" fmla="*/ 0 h 47"/>
                <a:gd name="T8" fmla="*/ 46 w 46"/>
                <a:gd name="T9" fmla="*/ 24 h 47"/>
              </a:gdLst>
              <a:ahLst/>
              <a:cxnLst>
                <a:cxn ang="0">
                  <a:pos x="T0" y="T1"/>
                </a:cxn>
                <a:cxn ang="0">
                  <a:pos x="T2" y="T3"/>
                </a:cxn>
                <a:cxn ang="0">
                  <a:pos x="T4" y="T5"/>
                </a:cxn>
                <a:cxn ang="0">
                  <a:pos x="T6" y="T7"/>
                </a:cxn>
                <a:cxn ang="0">
                  <a:pos x="T8" y="T9"/>
                </a:cxn>
              </a:cxnLst>
              <a:rect l="0" t="0" r="r" b="b"/>
              <a:pathLst>
                <a:path w="46" h="47">
                  <a:moveTo>
                    <a:pt x="46" y="24"/>
                  </a:moveTo>
                  <a:cubicBezTo>
                    <a:pt x="46" y="37"/>
                    <a:pt x="37" y="47"/>
                    <a:pt x="25" y="47"/>
                  </a:cubicBezTo>
                  <a:cubicBezTo>
                    <a:pt x="11" y="47"/>
                    <a:pt x="0" y="37"/>
                    <a:pt x="0" y="24"/>
                  </a:cubicBezTo>
                  <a:cubicBezTo>
                    <a:pt x="0" y="11"/>
                    <a:pt x="11" y="0"/>
                    <a:pt x="25" y="0"/>
                  </a:cubicBezTo>
                  <a:cubicBezTo>
                    <a:pt x="37" y="0"/>
                    <a:pt x="46" y="11"/>
                    <a:pt x="46"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198"/>
            <p:cNvSpPr>
              <a:spLocks/>
            </p:cNvSpPr>
            <p:nvPr/>
          </p:nvSpPr>
          <p:spPr bwMode="auto">
            <a:xfrm>
              <a:off x="6700838" y="903288"/>
              <a:ext cx="384175" cy="242888"/>
            </a:xfrm>
            <a:custGeom>
              <a:avLst/>
              <a:gdLst>
                <a:gd name="T0" fmla="*/ 81 w 90"/>
                <a:gd name="T1" fmla="*/ 37 h 57"/>
                <a:gd name="T2" fmla="*/ 47 w 90"/>
                <a:gd name="T3" fmla="*/ 37 h 57"/>
                <a:gd name="T4" fmla="*/ 19 w 90"/>
                <a:gd name="T5" fmla="*/ 4 h 57"/>
                <a:gd name="T6" fmla="*/ 5 w 90"/>
                <a:gd name="T7" fmla="*/ 4 h 57"/>
                <a:gd name="T8" fmla="*/ 3 w 90"/>
                <a:gd name="T9" fmla="*/ 17 h 57"/>
                <a:gd name="T10" fmla="*/ 36 w 90"/>
                <a:gd name="T11" fmla="*/ 53 h 57"/>
                <a:gd name="T12" fmla="*/ 44 w 90"/>
                <a:gd name="T13" fmla="*/ 57 h 57"/>
                <a:gd name="T14" fmla="*/ 44 w 90"/>
                <a:gd name="T15" fmla="*/ 57 h 57"/>
                <a:gd name="T16" fmla="*/ 81 w 90"/>
                <a:gd name="T17" fmla="*/ 57 h 57"/>
                <a:gd name="T18" fmla="*/ 90 w 90"/>
                <a:gd name="T19" fmla="*/ 47 h 57"/>
                <a:gd name="T20" fmla="*/ 81 w 90"/>
                <a:gd name="T21" fmla="*/ 3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 h="57">
                  <a:moveTo>
                    <a:pt x="81" y="37"/>
                  </a:moveTo>
                  <a:cubicBezTo>
                    <a:pt x="47" y="37"/>
                    <a:pt x="47" y="37"/>
                    <a:pt x="47" y="37"/>
                  </a:cubicBezTo>
                  <a:cubicBezTo>
                    <a:pt x="19" y="4"/>
                    <a:pt x="19" y="4"/>
                    <a:pt x="19" y="4"/>
                  </a:cubicBezTo>
                  <a:cubicBezTo>
                    <a:pt x="16" y="0"/>
                    <a:pt x="10" y="0"/>
                    <a:pt x="5" y="4"/>
                  </a:cubicBezTo>
                  <a:cubicBezTo>
                    <a:pt x="0" y="7"/>
                    <a:pt x="0" y="13"/>
                    <a:pt x="3" y="17"/>
                  </a:cubicBezTo>
                  <a:cubicBezTo>
                    <a:pt x="36" y="53"/>
                    <a:pt x="36" y="53"/>
                    <a:pt x="36" y="53"/>
                  </a:cubicBezTo>
                  <a:cubicBezTo>
                    <a:pt x="38" y="56"/>
                    <a:pt x="41" y="57"/>
                    <a:pt x="44" y="57"/>
                  </a:cubicBezTo>
                  <a:cubicBezTo>
                    <a:pt x="44" y="57"/>
                    <a:pt x="44" y="57"/>
                    <a:pt x="44" y="57"/>
                  </a:cubicBezTo>
                  <a:cubicBezTo>
                    <a:pt x="81" y="57"/>
                    <a:pt x="81" y="57"/>
                    <a:pt x="81" y="57"/>
                  </a:cubicBezTo>
                  <a:cubicBezTo>
                    <a:pt x="87" y="57"/>
                    <a:pt x="90" y="53"/>
                    <a:pt x="90" y="47"/>
                  </a:cubicBezTo>
                  <a:cubicBezTo>
                    <a:pt x="90" y="42"/>
                    <a:pt x="87" y="37"/>
                    <a:pt x="81"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199"/>
            <p:cNvSpPr>
              <a:spLocks/>
            </p:cNvSpPr>
            <p:nvPr/>
          </p:nvSpPr>
          <p:spPr bwMode="auto">
            <a:xfrm>
              <a:off x="6607175" y="1385888"/>
              <a:ext cx="30163" cy="200025"/>
            </a:xfrm>
            <a:custGeom>
              <a:avLst/>
              <a:gdLst>
                <a:gd name="T0" fmla="*/ 0 w 7"/>
                <a:gd name="T1" fmla="*/ 0 h 47"/>
                <a:gd name="T2" fmla="*/ 0 w 7"/>
                <a:gd name="T3" fmla="*/ 43 h 47"/>
                <a:gd name="T4" fmla="*/ 4 w 7"/>
                <a:gd name="T5" fmla="*/ 47 h 47"/>
                <a:gd name="T6" fmla="*/ 7 w 7"/>
                <a:gd name="T7" fmla="*/ 43 h 47"/>
                <a:gd name="T8" fmla="*/ 7 w 7"/>
                <a:gd name="T9" fmla="*/ 3 h 47"/>
                <a:gd name="T10" fmla="*/ 4 w 7"/>
                <a:gd name="T11" fmla="*/ 3 h 47"/>
                <a:gd name="T12" fmla="*/ 0 w 7"/>
                <a:gd name="T13" fmla="*/ 0 h 47"/>
              </a:gdLst>
              <a:ahLst/>
              <a:cxnLst>
                <a:cxn ang="0">
                  <a:pos x="T0" y="T1"/>
                </a:cxn>
                <a:cxn ang="0">
                  <a:pos x="T2" y="T3"/>
                </a:cxn>
                <a:cxn ang="0">
                  <a:pos x="T4" y="T5"/>
                </a:cxn>
                <a:cxn ang="0">
                  <a:pos x="T6" y="T7"/>
                </a:cxn>
                <a:cxn ang="0">
                  <a:pos x="T8" y="T9"/>
                </a:cxn>
                <a:cxn ang="0">
                  <a:pos x="T10" y="T11"/>
                </a:cxn>
                <a:cxn ang="0">
                  <a:pos x="T12" y="T13"/>
                </a:cxn>
              </a:cxnLst>
              <a:rect l="0" t="0" r="r" b="b"/>
              <a:pathLst>
                <a:path w="7" h="47">
                  <a:moveTo>
                    <a:pt x="0" y="0"/>
                  </a:moveTo>
                  <a:cubicBezTo>
                    <a:pt x="0" y="43"/>
                    <a:pt x="0" y="43"/>
                    <a:pt x="0" y="43"/>
                  </a:cubicBezTo>
                  <a:cubicBezTo>
                    <a:pt x="0" y="45"/>
                    <a:pt x="0" y="47"/>
                    <a:pt x="4" y="47"/>
                  </a:cubicBezTo>
                  <a:cubicBezTo>
                    <a:pt x="7" y="47"/>
                    <a:pt x="7" y="45"/>
                    <a:pt x="7" y="43"/>
                  </a:cubicBezTo>
                  <a:cubicBezTo>
                    <a:pt x="7" y="3"/>
                    <a:pt x="7" y="3"/>
                    <a:pt x="7" y="3"/>
                  </a:cubicBezTo>
                  <a:cubicBezTo>
                    <a:pt x="4" y="3"/>
                    <a:pt x="4" y="3"/>
                    <a:pt x="4" y="3"/>
                  </a:cubicBezTo>
                  <a:cubicBezTo>
                    <a:pt x="0" y="3"/>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200"/>
            <p:cNvSpPr>
              <a:spLocks/>
            </p:cNvSpPr>
            <p:nvPr/>
          </p:nvSpPr>
          <p:spPr bwMode="auto">
            <a:xfrm>
              <a:off x="6607175" y="971551"/>
              <a:ext cx="30163" cy="414338"/>
            </a:xfrm>
            <a:custGeom>
              <a:avLst/>
              <a:gdLst>
                <a:gd name="T0" fmla="*/ 4 w 7"/>
                <a:gd name="T1" fmla="*/ 93 h 97"/>
                <a:gd name="T2" fmla="*/ 7 w 7"/>
                <a:gd name="T3" fmla="*/ 93 h 97"/>
                <a:gd name="T4" fmla="*/ 7 w 7"/>
                <a:gd name="T5" fmla="*/ 4 h 97"/>
                <a:gd name="T6" fmla="*/ 4 w 7"/>
                <a:gd name="T7" fmla="*/ 0 h 97"/>
                <a:gd name="T8" fmla="*/ 0 w 7"/>
                <a:gd name="T9" fmla="*/ 4 h 97"/>
                <a:gd name="T10" fmla="*/ 0 w 7"/>
                <a:gd name="T11" fmla="*/ 97 h 97"/>
                <a:gd name="T12" fmla="*/ 4 w 7"/>
                <a:gd name="T13" fmla="*/ 93 h 97"/>
              </a:gdLst>
              <a:ahLst/>
              <a:cxnLst>
                <a:cxn ang="0">
                  <a:pos x="T0" y="T1"/>
                </a:cxn>
                <a:cxn ang="0">
                  <a:pos x="T2" y="T3"/>
                </a:cxn>
                <a:cxn ang="0">
                  <a:pos x="T4" y="T5"/>
                </a:cxn>
                <a:cxn ang="0">
                  <a:pos x="T6" y="T7"/>
                </a:cxn>
                <a:cxn ang="0">
                  <a:pos x="T8" y="T9"/>
                </a:cxn>
                <a:cxn ang="0">
                  <a:pos x="T10" y="T11"/>
                </a:cxn>
                <a:cxn ang="0">
                  <a:pos x="T12" y="T13"/>
                </a:cxn>
              </a:cxnLst>
              <a:rect l="0" t="0" r="r" b="b"/>
              <a:pathLst>
                <a:path w="7" h="97">
                  <a:moveTo>
                    <a:pt x="4" y="93"/>
                  </a:moveTo>
                  <a:cubicBezTo>
                    <a:pt x="7" y="93"/>
                    <a:pt x="7" y="93"/>
                    <a:pt x="7" y="93"/>
                  </a:cubicBezTo>
                  <a:cubicBezTo>
                    <a:pt x="7" y="4"/>
                    <a:pt x="7" y="4"/>
                    <a:pt x="7" y="4"/>
                  </a:cubicBezTo>
                  <a:cubicBezTo>
                    <a:pt x="7" y="2"/>
                    <a:pt x="7" y="0"/>
                    <a:pt x="4" y="0"/>
                  </a:cubicBezTo>
                  <a:cubicBezTo>
                    <a:pt x="0" y="0"/>
                    <a:pt x="0" y="2"/>
                    <a:pt x="0" y="4"/>
                  </a:cubicBezTo>
                  <a:cubicBezTo>
                    <a:pt x="0" y="97"/>
                    <a:pt x="0" y="97"/>
                    <a:pt x="0" y="97"/>
                  </a:cubicBezTo>
                  <a:cubicBezTo>
                    <a:pt x="0" y="94"/>
                    <a:pt x="0" y="93"/>
                    <a:pt x="4" y="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201"/>
            <p:cNvSpPr>
              <a:spLocks/>
            </p:cNvSpPr>
            <p:nvPr/>
          </p:nvSpPr>
          <p:spPr bwMode="auto">
            <a:xfrm>
              <a:off x="6607175" y="1368426"/>
              <a:ext cx="227013" cy="30163"/>
            </a:xfrm>
            <a:custGeom>
              <a:avLst/>
              <a:gdLst>
                <a:gd name="T0" fmla="*/ 53 w 53"/>
                <a:gd name="T1" fmla="*/ 0 h 7"/>
                <a:gd name="T2" fmla="*/ 53 w 53"/>
                <a:gd name="T3" fmla="*/ 0 h 7"/>
                <a:gd name="T4" fmla="*/ 7 w 53"/>
                <a:gd name="T5" fmla="*/ 0 h 7"/>
                <a:gd name="T6" fmla="*/ 4 w 53"/>
                <a:gd name="T7" fmla="*/ 0 h 7"/>
                <a:gd name="T8" fmla="*/ 0 w 53"/>
                <a:gd name="T9" fmla="*/ 4 h 7"/>
                <a:gd name="T10" fmla="*/ 4 w 53"/>
                <a:gd name="T11" fmla="*/ 7 h 7"/>
                <a:gd name="T12" fmla="*/ 7 w 53"/>
                <a:gd name="T13" fmla="*/ 7 h 7"/>
                <a:gd name="T14" fmla="*/ 50 w 53"/>
                <a:gd name="T15" fmla="*/ 7 h 7"/>
                <a:gd name="T16" fmla="*/ 50 w 53"/>
                <a:gd name="T17" fmla="*/ 4 h 7"/>
                <a:gd name="T18" fmla="*/ 53 w 53"/>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7">
                  <a:moveTo>
                    <a:pt x="53" y="0"/>
                  </a:moveTo>
                  <a:cubicBezTo>
                    <a:pt x="53" y="0"/>
                    <a:pt x="53" y="0"/>
                    <a:pt x="53" y="0"/>
                  </a:cubicBezTo>
                  <a:cubicBezTo>
                    <a:pt x="7" y="0"/>
                    <a:pt x="7" y="0"/>
                    <a:pt x="7" y="0"/>
                  </a:cubicBezTo>
                  <a:cubicBezTo>
                    <a:pt x="4" y="0"/>
                    <a:pt x="4" y="0"/>
                    <a:pt x="4" y="0"/>
                  </a:cubicBezTo>
                  <a:cubicBezTo>
                    <a:pt x="0" y="0"/>
                    <a:pt x="0" y="1"/>
                    <a:pt x="0" y="4"/>
                  </a:cubicBezTo>
                  <a:cubicBezTo>
                    <a:pt x="0" y="6"/>
                    <a:pt x="0" y="7"/>
                    <a:pt x="4" y="7"/>
                  </a:cubicBezTo>
                  <a:cubicBezTo>
                    <a:pt x="7" y="7"/>
                    <a:pt x="7" y="7"/>
                    <a:pt x="7" y="7"/>
                  </a:cubicBezTo>
                  <a:cubicBezTo>
                    <a:pt x="50" y="7"/>
                    <a:pt x="50" y="7"/>
                    <a:pt x="50" y="7"/>
                  </a:cubicBezTo>
                  <a:cubicBezTo>
                    <a:pt x="50" y="4"/>
                    <a:pt x="50" y="4"/>
                    <a:pt x="50" y="4"/>
                  </a:cubicBezTo>
                  <a:cubicBezTo>
                    <a:pt x="50" y="1"/>
                    <a:pt x="50" y="0"/>
                    <a:pt x="5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202"/>
            <p:cNvSpPr>
              <a:spLocks/>
            </p:cNvSpPr>
            <p:nvPr/>
          </p:nvSpPr>
          <p:spPr bwMode="auto">
            <a:xfrm>
              <a:off x="6819900" y="1368426"/>
              <a:ext cx="26988" cy="217488"/>
            </a:xfrm>
            <a:custGeom>
              <a:avLst/>
              <a:gdLst>
                <a:gd name="T0" fmla="*/ 3 w 6"/>
                <a:gd name="T1" fmla="*/ 0 h 51"/>
                <a:gd name="T2" fmla="*/ 3 w 6"/>
                <a:gd name="T3" fmla="*/ 0 h 51"/>
                <a:gd name="T4" fmla="*/ 0 w 6"/>
                <a:gd name="T5" fmla="*/ 4 h 51"/>
                <a:gd name="T6" fmla="*/ 0 w 6"/>
                <a:gd name="T7" fmla="*/ 7 h 51"/>
                <a:gd name="T8" fmla="*/ 0 w 6"/>
                <a:gd name="T9" fmla="*/ 47 h 51"/>
                <a:gd name="T10" fmla="*/ 3 w 6"/>
                <a:gd name="T11" fmla="*/ 51 h 51"/>
                <a:gd name="T12" fmla="*/ 6 w 6"/>
                <a:gd name="T13" fmla="*/ 47 h 51"/>
                <a:gd name="T14" fmla="*/ 6 w 6"/>
                <a:gd name="T15" fmla="*/ 4 h 51"/>
                <a:gd name="T16" fmla="*/ 3 w 6"/>
                <a:gd name="T17"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51">
                  <a:moveTo>
                    <a:pt x="3" y="0"/>
                  </a:moveTo>
                  <a:cubicBezTo>
                    <a:pt x="3" y="0"/>
                    <a:pt x="3" y="0"/>
                    <a:pt x="3" y="0"/>
                  </a:cubicBezTo>
                  <a:cubicBezTo>
                    <a:pt x="0" y="0"/>
                    <a:pt x="0" y="1"/>
                    <a:pt x="0" y="4"/>
                  </a:cubicBezTo>
                  <a:cubicBezTo>
                    <a:pt x="0" y="7"/>
                    <a:pt x="0" y="7"/>
                    <a:pt x="0" y="7"/>
                  </a:cubicBezTo>
                  <a:cubicBezTo>
                    <a:pt x="0" y="47"/>
                    <a:pt x="0" y="47"/>
                    <a:pt x="0" y="47"/>
                  </a:cubicBezTo>
                  <a:cubicBezTo>
                    <a:pt x="0" y="49"/>
                    <a:pt x="0" y="51"/>
                    <a:pt x="3" y="51"/>
                  </a:cubicBezTo>
                  <a:cubicBezTo>
                    <a:pt x="6" y="51"/>
                    <a:pt x="6" y="49"/>
                    <a:pt x="6" y="47"/>
                  </a:cubicBezTo>
                  <a:cubicBezTo>
                    <a:pt x="6" y="4"/>
                    <a:pt x="6" y="4"/>
                    <a:pt x="6" y="4"/>
                  </a:cubicBezTo>
                  <a:cubicBezTo>
                    <a:pt x="6" y="1"/>
                    <a:pt x="6"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Freeform 203"/>
            <p:cNvSpPr>
              <a:spLocks/>
            </p:cNvSpPr>
            <p:nvPr/>
          </p:nvSpPr>
          <p:spPr bwMode="auto">
            <a:xfrm>
              <a:off x="6927850" y="1163638"/>
              <a:ext cx="442913" cy="422275"/>
            </a:xfrm>
            <a:custGeom>
              <a:avLst/>
              <a:gdLst>
                <a:gd name="T0" fmla="*/ 100 w 104"/>
                <a:gd name="T1" fmla="*/ 0 h 99"/>
                <a:gd name="T2" fmla="*/ 5 w 104"/>
                <a:gd name="T3" fmla="*/ 0 h 99"/>
                <a:gd name="T4" fmla="*/ 0 w 104"/>
                <a:gd name="T5" fmla="*/ 5 h 99"/>
                <a:gd name="T6" fmla="*/ 3 w 104"/>
                <a:gd name="T7" fmla="*/ 9 h 99"/>
                <a:gd name="T8" fmla="*/ 47 w 104"/>
                <a:gd name="T9" fmla="*/ 9 h 99"/>
                <a:gd name="T10" fmla="*/ 47 w 104"/>
                <a:gd name="T11" fmla="*/ 92 h 99"/>
                <a:gd name="T12" fmla="*/ 22 w 104"/>
                <a:gd name="T13" fmla="*/ 92 h 99"/>
                <a:gd name="T14" fmla="*/ 16 w 104"/>
                <a:gd name="T15" fmla="*/ 99 h 99"/>
                <a:gd name="T16" fmla="*/ 47 w 104"/>
                <a:gd name="T17" fmla="*/ 99 h 99"/>
                <a:gd name="T18" fmla="*/ 59 w 104"/>
                <a:gd name="T19" fmla="*/ 99 h 99"/>
                <a:gd name="T20" fmla="*/ 92 w 104"/>
                <a:gd name="T21" fmla="*/ 99 h 99"/>
                <a:gd name="T22" fmla="*/ 84 w 104"/>
                <a:gd name="T23" fmla="*/ 92 h 99"/>
                <a:gd name="T24" fmla="*/ 59 w 104"/>
                <a:gd name="T25" fmla="*/ 92 h 99"/>
                <a:gd name="T26" fmla="*/ 59 w 104"/>
                <a:gd name="T27" fmla="*/ 9 h 99"/>
                <a:gd name="T28" fmla="*/ 100 w 104"/>
                <a:gd name="T29" fmla="*/ 9 h 99"/>
                <a:gd name="T30" fmla="*/ 104 w 104"/>
                <a:gd name="T31" fmla="*/ 5 h 99"/>
                <a:gd name="T32" fmla="*/ 100 w 104"/>
                <a:gd name="T3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4" h="99">
                  <a:moveTo>
                    <a:pt x="100" y="0"/>
                  </a:moveTo>
                  <a:cubicBezTo>
                    <a:pt x="5" y="0"/>
                    <a:pt x="5" y="0"/>
                    <a:pt x="5" y="0"/>
                  </a:cubicBezTo>
                  <a:cubicBezTo>
                    <a:pt x="5" y="0"/>
                    <a:pt x="0" y="3"/>
                    <a:pt x="0" y="5"/>
                  </a:cubicBezTo>
                  <a:cubicBezTo>
                    <a:pt x="0" y="7"/>
                    <a:pt x="3" y="9"/>
                    <a:pt x="3" y="9"/>
                  </a:cubicBezTo>
                  <a:cubicBezTo>
                    <a:pt x="47" y="9"/>
                    <a:pt x="47" y="9"/>
                    <a:pt x="47" y="9"/>
                  </a:cubicBezTo>
                  <a:cubicBezTo>
                    <a:pt x="47" y="92"/>
                    <a:pt x="47" y="92"/>
                    <a:pt x="47" y="92"/>
                  </a:cubicBezTo>
                  <a:cubicBezTo>
                    <a:pt x="22" y="92"/>
                    <a:pt x="22" y="92"/>
                    <a:pt x="22" y="92"/>
                  </a:cubicBezTo>
                  <a:cubicBezTo>
                    <a:pt x="19" y="92"/>
                    <a:pt x="16" y="95"/>
                    <a:pt x="16" y="99"/>
                  </a:cubicBezTo>
                  <a:cubicBezTo>
                    <a:pt x="47" y="99"/>
                    <a:pt x="47" y="99"/>
                    <a:pt x="47" y="99"/>
                  </a:cubicBezTo>
                  <a:cubicBezTo>
                    <a:pt x="59" y="99"/>
                    <a:pt x="59" y="99"/>
                    <a:pt x="59" y="99"/>
                  </a:cubicBezTo>
                  <a:cubicBezTo>
                    <a:pt x="92" y="99"/>
                    <a:pt x="92" y="99"/>
                    <a:pt x="92" y="99"/>
                  </a:cubicBezTo>
                  <a:cubicBezTo>
                    <a:pt x="92" y="95"/>
                    <a:pt x="89" y="92"/>
                    <a:pt x="84" y="92"/>
                  </a:cubicBezTo>
                  <a:cubicBezTo>
                    <a:pt x="59" y="92"/>
                    <a:pt x="59" y="92"/>
                    <a:pt x="59" y="92"/>
                  </a:cubicBezTo>
                  <a:cubicBezTo>
                    <a:pt x="59" y="9"/>
                    <a:pt x="59" y="9"/>
                    <a:pt x="59" y="9"/>
                  </a:cubicBezTo>
                  <a:cubicBezTo>
                    <a:pt x="100" y="9"/>
                    <a:pt x="100" y="9"/>
                    <a:pt x="100" y="9"/>
                  </a:cubicBezTo>
                  <a:cubicBezTo>
                    <a:pt x="103" y="9"/>
                    <a:pt x="104" y="7"/>
                    <a:pt x="104" y="5"/>
                  </a:cubicBezTo>
                  <a:cubicBezTo>
                    <a:pt x="104" y="3"/>
                    <a:pt x="103" y="0"/>
                    <a:pt x="10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204"/>
            <p:cNvSpPr>
              <a:spLocks/>
            </p:cNvSpPr>
            <p:nvPr/>
          </p:nvSpPr>
          <p:spPr bwMode="auto">
            <a:xfrm>
              <a:off x="6888163" y="1223963"/>
              <a:ext cx="133350" cy="336550"/>
            </a:xfrm>
            <a:custGeom>
              <a:avLst/>
              <a:gdLst>
                <a:gd name="T0" fmla="*/ 31 w 31"/>
                <a:gd name="T1" fmla="*/ 10 h 79"/>
                <a:gd name="T2" fmla="*/ 20 w 31"/>
                <a:gd name="T3" fmla="*/ 0 h 79"/>
                <a:gd name="T4" fmla="*/ 17 w 31"/>
                <a:gd name="T5" fmla="*/ 0 h 79"/>
                <a:gd name="T6" fmla="*/ 0 w 31"/>
                <a:gd name="T7" fmla="*/ 0 h 79"/>
                <a:gd name="T8" fmla="*/ 0 w 31"/>
                <a:gd name="T9" fmla="*/ 3 h 79"/>
                <a:gd name="T10" fmla="*/ 12 w 31"/>
                <a:gd name="T11" fmla="*/ 3 h 79"/>
                <a:gd name="T12" fmla="*/ 15 w 31"/>
                <a:gd name="T13" fmla="*/ 3 h 79"/>
                <a:gd name="T14" fmla="*/ 28 w 31"/>
                <a:gd name="T15" fmla="*/ 13 h 79"/>
                <a:gd name="T16" fmla="*/ 28 w 31"/>
                <a:gd name="T17" fmla="*/ 13 h 79"/>
                <a:gd name="T18" fmla="*/ 28 w 31"/>
                <a:gd name="T19" fmla="*/ 16 h 79"/>
                <a:gd name="T20" fmla="*/ 28 w 31"/>
                <a:gd name="T21" fmla="*/ 29 h 79"/>
                <a:gd name="T22" fmla="*/ 28 w 31"/>
                <a:gd name="T23" fmla="*/ 55 h 79"/>
                <a:gd name="T24" fmla="*/ 28 w 31"/>
                <a:gd name="T25" fmla="*/ 71 h 79"/>
                <a:gd name="T26" fmla="*/ 25 w 31"/>
                <a:gd name="T27" fmla="*/ 79 h 79"/>
                <a:gd name="T28" fmla="*/ 31 w 31"/>
                <a:gd name="T29" fmla="*/ 69 h 79"/>
                <a:gd name="T30" fmla="*/ 31 w 31"/>
                <a:gd name="T31" fmla="*/ 53 h 79"/>
                <a:gd name="T32" fmla="*/ 31 w 31"/>
                <a:gd name="T33" fmla="*/ 27 h 79"/>
                <a:gd name="T34" fmla="*/ 31 w 31"/>
                <a:gd name="T35" fmla="*/ 14 h 79"/>
                <a:gd name="T36" fmla="*/ 31 w 31"/>
                <a:gd name="T37" fmla="*/ 11 h 79"/>
                <a:gd name="T38" fmla="*/ 31 w 31"/>
                <a:gd name="T39" fmla="*/ 1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 h="79">
                  <a:moveTo>
                    <a:pt x="31" y="10"/>
                  </a:moveTo>
                  <a:cubicBezTo>
                    <a:pt x="31" y="4"/>
                    <a:pt x="25" y="0"/>
                    <a:pt x="20" y="0"/>
                  </a:cubicBezTo>
                  <a:cubicBezTo>
                    <a:pt x="17" y="0"/>
                    <a:pt x="17" y="0"/>
                    <a:pt x="17" y="0"/>
                  </a:cubicBezTo>
                  <a:cubicBezTo>
                    <a:pt x="0" y="0"/>
                    <a:pt x="0" y="0"/>
                    <a:pt x="0" y="0"/>
                  </a:cubicBezTo>
                  <a:cubicBezTo>
                    <a:pt x="0" y="3"/>
                    <a:pt x="0" y="3"/>
                    <a:pt x="0" y="3"/>
                  </a:cubicBezTo>
                  <a:cubicBezTo>
                    <a:pt x="12" y="3"/>
                    <a:pt x="12" y="3"/>
                    <a:pt x="12" y="3"/>
                  </a:cubicBezTo>
                  <a:cubicBezTo>
                    <a:pt x="15" y="3"/>
                    <a:pt x="15" y="3"/>
                    <a:pt x="15" y="3"/>
                  </a:cubicBezTo>
                  <a:cubicBezTo>
                    <a:pt x="22" y="3"/>
                    <a:pt x="26" y="7"/>
                    <a:pt x="28" y="13"/>
                  </a:cubicBezTo>
                  <a:cubicBezTo>
                    <a:pt x="28" y="13"/>
                    <a:pt x="28" y="13"/>
                    <a:pt x="28" y="13"/>
                  </a:cubicBezTo>
                  <a:cubicBezTo>
                    <a:pt x="28" y="16"/>
                    <a:pt x="28" y="16"/>
                    <a:pt x="28" y="16"/>
                  </a:cubicBezTo>
                  <a:cubicBezTo>
                    <a:pt x="28" y="29"/>
                    <a:pt x="28" y="29"/>
                    <a:pt x="28" y="29"/>
                  </a:cubicBezTo>
                  <a:cubicBezTo>
                    <a:pt x="28" y="55"/>
                    <a:pt x="28" y="55"/>
                    <a:pt x="28" y="55"/>
                  </a:cubicBezTo>
                  <a:cubicBezTo>
                    <a:pt x="28" y="71"/>
                    <a:pt x="28" y="71"/>
                    <a:pt x="28" y="71"/>
                  </a:cubicBezTo>
                  <a:cubicBezTo>
                    <a:pt x="28" y="74"/>
                    <a:pt x="25" y="76"/>
                    <a:pt x="25" y="79"/>
                  </a:cubicBezTo>
                  <a:cubicBezTo>
                    <a:pt x="28" y="77"/>
                    <a:pt x="31" y="73"/>
                    <a:pt x="31" y="69"/>
                  </a:cubicBezTo>
                  <a:cubicBezTo>
                    <a:pt x="31" y="53"/>
                    <a:pt x="31" y="53"/>
                    <a:pt x="31" y="53"/>
                  </a:cubicBezTo>
                  <a:cubicBezTo>
                    <a:pt x="31" y="27"/>
                    <a:pt x="31" y="27"/>
                    <a:pt x="31" y="27"/>
                  </a:cubicBezTo>
                  <a:cubicBezTo>
                    <a:pt x="31" y="14"/>
                    <a:pt x="31" y="14"/>
                    <a:pt x="31" y="14"/>
                  </a:cubicBezTo>
                  <a:cubicBezTo>
                    <a:pt x="31" y="11"/>
                    <a:pt x="31" y="11"/>
                    <a:pt x="31" y="11"/>
                  </a:cubicBezTo>
                  <a:cubicBezTo>
                    <a:pt x="31" y="11"/>
                    <a:pt x="31" y="10"/>
                    <a:pt x="3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206"/>
            <p:cNvSpPr>
              <a:spLocks/>
            </p:cNvSpPr>
            <p:nvPr/>
          </p:nvSpPr>
          <p:spPr bwMode="auto">
            <a:xfrm>
              <a:off x="6650038" y="852488"/>
              <a:ext cx="336550" cy="733425"/>
            </a:xfrm>
            <a:custGeom>
              <a:avLst/>
              <a:gdLst>
                <a:gd name="T0" fmla="*/ 79 w 79"/>
                <a:gd name="T1" fmla="*/ 103 h 172"/>
                <a:gd name="T2" fmla="*/ 68 w 79"/>
                <a:gd name="T3" fmla="*/ 93 h 172"/>
                <a:gd name="T4" fmla="*/ 65 w 79"/>
                <a:gd name="T5" fmla="*/ 93 h 172"/>
                <a:gd name="T6" fmla="*/ 53 w 79"/>
                <a:gd name="T7" fmla="*/ 93 h 172"/>
                <a:gd name="T8" fmla="*/ 53 w 79"/>
                <a:gd name="T9" fmla="*/ 74 h 172"/>
                <a:gd name="T10" fmla="*/ 43 w 79"/>
                <a:gd name="T11" fmla="*/ 69 h 172"/>
                <a:gd name="T12" fmla="*/ 43 w 79"/>
                <a:gd name="T13" fmla="*/ 69 h 172"/>
                <a:gd name="T14" fmla="*/ 43 w 79"/>
                <a:gd name="T15" fmla="*/ 69 h 172"/>
                <a:gd name="T16" fmla="*/ 12 w 79"/>
                <a:gd name="T17" fmla="*/ 33 h 172"/>
                <a:gd name="T18" fmla="*/ 12 w 79"/>
                <a:gd name="T19" fmla="*/ 11 h 172"/>
                <a:gd name="T20" fmla="*/ 34 w 79"/>
                <a:gd name="T21" fmla="*/ 13 h 172"/>
                <a:gd name="T22" fmla="*/ 53 w 79"/>
                <a:gd name="T23" fmla="*/ 31 h 172"/>
                <a:gd name="T24" fmla="*/ 53 w 79"/>
                <a:gd name="T25" fmla="*/ 20 h 172"/>
                <a:gd name="T26" fmla="*/ 31 w 79"/>
                <a:gd name="T27" fmla="*/ 0 h 172"/>
                <a:gd name="T28" fmla="*/ 22 w 79"/>
                <a:gd name="T29" fmla="*/ 0 h 172"/>
                <a:gd name="T30" fmla="*/ 0 w 79"/>
                <a:gd name="T31" fmla="*/ 20 h 172"/>
                <a:gd name="T32" fmla="*/ 0 w 79"/>
                <a:gd name="T33" fmla="*/ 97 h 172"/>
                <a:gd name="T34" fmla="*/ 22 w 79"/>
                <a:gd name="T35" fmla="*/ 118 h 172"/>
                <a:gd name="T36" fmla="*/ 26 w 79"/>
                <a:gd name="T37" fmla="*/ 118 h 172"/>
                <a:gd name="T38" fmla="*/ 31 w 79"/>
                <a:gd name="T39" fmla="*/ 118 h 172"/>
                <a:gd name="T40" fmla="*/ 54 w 79"/>
                <a:gd name="T41" fmla="*/ 118 h 172"/>
                <a:gd name="T42" fmla="*/ 54 w 79"/>
                <a:gd name="T43" fmla="*/ 119 h 172"/>
                <a:gd name="T44" fmla="*/ 54 w 79"/>
                <a:gd name="T45" fmla="*/ 146 h 172"/>
                <a:gd name="T46" fmla="*/ 54 w 79"/>
                <a:gd name="T47" fmla="*/ 161 h 172"/>
                <a:gd name="T48" fmla="*/ 65 w 79"/>
                <a:gd name="T49" fmla="*/ 172 h 172"/>
                <a:gd name="T50" fmla="*/ 68 w 79"/>
                <a:gd name="T51" fmla="*/ 172 h 172"/>
                <a:gd name="T52" fmla="*/ 79 w 79"/>
                <a:gd name="T53" fmla="*/ 161 h 172"/>
                <a:gd name="T54" fmla="*/ 79 w 79"/>
                <a:gd name="T55" fmla="*/ 146 h 172"/>
                <a:gd name="T56" fmla="*/ 79 w 79"/>
                <a:gd name="T57" fmla="*/ 119 h 172"/>
                <a:gd name="T58" fmla="*/ 79 w 79"/>
                <a:gd name="T59" fmla="*/ 107 h 172"/>
                <a:gd name="T60" fmla="*/ 79 w 79"/>
                <a:gd name="T61" fmla="*/ 103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9" h="172">
                  <a:moveTo>
                    <a:pt x="79" y="103"/>
                  </a:moveTo>
                  <a:cubicBezTo>
                    <a:pt x="78" y="97"/>
                    <a:pt x="74" y="93"/>
                    <a:pt x="68" y="93"/>
                  </a:cubicBezTo>
                  <a:cubicBezTo>
                    <a:pt x="65" y="93"/>
                    <a:pt x="65" y="93"/>
                    <a:pt x="65" y="93"/>
                  </a:cubicBezTo>
                  <a:cubicBezTo>
                    <a:pt x="53" y="93"/>
                    <a:pt x="53" y="93"/>
                    <a:pt x="53" y="93"/>
                  </a:cubicBezTo>
                  <a:cubicBezTo>
                    <a:pt x="53" y="74"/>
                    <a:pt x="53" y="74"/>
                    <a:pt x="53" y="74"/>
                  </a:cubicBezTo>
                  <a:cubicBezTo>
                    <a:pt x="48" y="73"/>
                    <a:pt x="46" y="71"/>
                    <a:pt x="43" y="69"/>
                  </a:cubicBezTo>
                  <a:cubicBezTo>
                    <a:pt x="43" y="69"/>
                    <a:pt x="43" y="69"/>
                    <a:pt x="43" y="69"/>
                  </a:cubicBezTo>
                  <a:cubicBezTo>
                    <a:pt x="43" y="69"/>
                    <a:pt x="43" y="69"/>
                    <a:pt x="43" y="69"/>
                  </a:cubicBezTo>
                  <a:cubicBezTo>
                    <a:pt x="12" y="33"/>
                    <a:pt x="12" y="33"/>
                    <a:pt x="12" y="33"/>
                  </a:cubicBezTo>
                  <a:cubicBezTo>
                    <a:pt x="6" y="27"/>
                    <a:pt x="6" y="16"/>
                    <a:pt x="12" y="11"/>
                  </a:cubicBezTo>
                  <a:cubicBezTo>
                    <a:pt x="18" y="6"/>
                    <a:pt x="29" y="6"/>
                    <a:pt x="34" y="13"/>
                  </a:cubicBezTo>
                  <a:cubicBezTo>
                    <a:pt x="53" y="31"/>
                    <a:pt x="53" y="31"/>
                    <a:pt x="53" y="31"/>
                  </a:cubicBezTo>
                  <a:cubicBezTo>
                    <a:pt x="53" y="20"/>
                    <a:pt x="53" y="20"/>
                    <a:pt x="53" y="20"/>
                  </a:cubicBezTo>
                  <a:cubicBezTo>
                    <a:pt x="53" y="9"/>
                    <a:pt x="43" y="0"/>
                    <a:pt x="31" y="0"/>
                  </a:cubicBezTo>
                  <a:cubicBezTo>
                    <a:pt x="22" y="0"/>
                    <a:pt x="22" y="0"/>
                    <a:pt x="22" y="0"/>
                  </a:cubicBezTo>
                  <a:cubicBezTo>
                    <a:pt x="9" y="0"/>
                    <a:pt x="0" y="9"/>
                    <a:pt x="0" y="20"/>
                  </a:cubicBezTo>
                  <a:cubicBezTo>
                    <a:pt x="0" y="97"/>
                    <a:pt x="0" y="97"/>
                    <a:pt x="0" y="97"/>
                  </a:cubicBezTo>
                  <a:cubicBezTo>
                    <a:pt x="0" y="108"/>
                    <a:pt x="9" y="118"/>
                    <a:pt x="22" y="118"/>
                  </a:cubicBezTo>
                  <a:cubicBezTo>
                    <a:pt x="26" y="118"/>
                    <a:pt x="26" y="118"/>
                    <a:pt x="26" y="118"/>
                  </a:cubicBezTo>
                  <a:cubicBezTo>
                    <a:pt x="31" y="118"/>
                    <a:pt x="31" y="118"/>
                    <a:pt x="31" y="118"/>
                  </a:cubicBezTo>
                  <a:cubicBezTo>
                    <a:pt x="54" y="118"/>
                    <a:pt x="54" y="118"/>
                    <a:pt x="54" y="118"/>
                  </a:cubicBezTo>
                  <a:cubicBezTo>
                    <a:pt x="54" y="119"/>
                    <a:pt x="54" y="119"/>
                    <a:pt x="54" y="119"/>
                  </a:cubicBezTo>
                  <a:cubicBezTo>
                    <a:pt x="54" y="146"/>
                    <a:pt x="54" y="146"/>
                    <a:pt x="54" y="146"/>
                  </a:cubicBezTo>
                  <a:cubicBezTo>
                    <a:pt x="54" y="161"/>
                    <a:pt x="54" y="161"/>
                    <a:pt x="54" y="161"/>
                  </a:cubicBezTo>
                  <a:cubicBezTo>
                    <a:pt x="54" y="167"/>
                    <a:pt x="59" y="172"/>
                    <a:pt x="65" y="172"/>
                  </a:cubicBezTo>
                  <a:cubicBezTo>
                    <a:pt x="68" y="172"/>
                    <a:pt x="68" y="172"/>
                    <a:pt x="68" y="172"/>
                  </a:cubicBezTo>
                  <a:cubicBezTo>
                    <a:pt x="74" y="172"/>
                    <a:pt x="79" y="167"/>
                    <a:pt x="79" y="161"/>
                  </a:cubicBezTo>
                  <a:cubicBezTo>
                    <a:pt x="79" y="146"/>
                    <a:pt x="79" y="146"/>
                    <a:pt x="79" y="146"/>
                  </a:cubicBezTo>
                  <a:cubicBezTo>
                    <a:pt x="79" y="119"/>
                    <a:pt x="79" y="119"/>
                    <a:pt x="79" y="119"/>
                  </a:cubicBezTo>
                  <a:cubicBezTo>
                    <a:pt x="79" y="107"/>
                    <a:pt x="79" y="107"/>
                    <a:pt x="79" y="107"/>
                  </a:cubicBezTo>
                  <a:cubicBezTo>
                    <a:pt x="79" y="103"/>
                    <a:pt x="79" y="103"/>
                    <a:pt x="79"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207"/>
            <p:cNvSpPr>
              <a:spLocks/>
            </p:cNvSpPr>
            <p:nvPr/>
          </p:nvSpPr>
          <p:spPr bwMode="auto">
            <a:xfrm>
              <a:off x="8266113" y="1385888"/>
              <a:ext cx="42863" cy="200025"/>
            </a:xfrm>
            <a:custGeom>
              <a:avLst/>
              <a:gdLst>
                <a:gd name="T0" fmla="*/ 0 w 10"/>
                <a:gd name="T1" fmla="*/ 0 h 47"/>
                <a:gd name="T2" fmla="*/ 0 w 10"/>
                <a:gd name="T3" fmla="*/ 43 h 47"/>
                <a:gd name="T4" fmla="*/ 5 w 10"/>
                <a:gd name="T5" fmla="*/ 47 h 47"/>
                <a:gd name="T6" fmla="*/ 10 w 10"/>
                <a:gd name="T7" fmla="*/ 43 h 47"/>
                <a:gd name="T8" fmla="*/ 10 w 10"/>
                <a:gd name="T9" fmla="*/ 3 h 47"/>
                <a:gd name="T10" fmla="*/ 5 w 10"/>
                <a:gd name="T11" fmla="*/ 3 h 47"/>
                <a:gd name="T12" fmla="*/ 0 w 10"/>
                <a:gd name="T13" fmla="*/ 0 h 47"/>
              </a:gdLst>
              <a:ahLst/>
              <a:cxnLst>
                <a:cxn ang="0">
                  <a:pos x="T0" y="T1"/>
                </a:cxn>
                <a:cxn ang="0">
                  <a:pos x="T2" y="T3"/>
                </a:cxn>
                <a:cxn ang="0">
                  <a:pos x="T4" y="T5"/>
                </a:cxn>
                <a:cxn ang="0">
                  <a:pos x="T6" y="T7"/>
                </a:cxn>
                <a:cxn ang="0">
                  <a:pos x="T8" y="T9"/>
                </a:cxn>
                <a:cxn ang="0">
                  <a:pos x="T10" y="T11"/>
                </a:cxn>
                <a:cxn ang="0">
                  <a:pos x="T12" y="T13"/>
                </a:cxn>
              </a:cxnLst>
              <a:rect l="0" t="0" r="r" b="b"/>
              <a:pathLst>
                <a:path w="10" h="47">
                  <a:moveTo>
                    <a:pt x="0" y="0"/>
                  </a:moveTo>
                  <a:cubicBezTo>
                    <a:pt x="0" y="43"/>
                    <a:pt x="0" y="43"/>
                    <a:pt x="0" y="43"/>
                  </a:cubicBezTo>
                  <a:cubicBezTo>
                    <a:pt x="0" y="45"/>
                    <a:pt x="3" y="47"/>
                    <a:pt x="5" y="47"/>
                  </a:cubicBezTo>
                  <a:cubicBezTo>
                    <a:pt x="6" y="47"/>
                    <a:pt x="10" y="45"/>
                    <a:pt x="10" y="43"/>
                  </a:cubicBezTo>
                  <a:cubicBezTo>
                    <a:pt x="10" y="3"/>
                    <a:pt x="10" y="3"/>
                    <a:pt x="10" y="3"/>
                  </a:cubicBezTo>
                  <a:cubicBezTo>
                    <a:pt x="5" y="3"/>
                    <a:pt x="5" y="3"/>
                    <a:pt x="5" y="3"/>
                  </a:cubicBezTo>
                  <a:cubicBezTo>
                    <a:pt x="3" y="3"/>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208"/>
            <p:cNvSpPr>
              <a:spLocks/>
            </p:cNvSpPr>
            <p:nvPr/>
          </p:nvSpPr>
          <p:spPr bwMode="auto">
            <a:xfrm>
              <a:off x="8266113" y="971550"/>
              <a:ext cx="42863" cy="414338"/>
            </a:xfrm>
            <a:custGeom>
              <a:avLst/>
              <a:gdLst>
                <a:gd name="T0" fmla="*/ 5 w 10"/>
                <a:gd name="T1" fmla="*/ 93 h 97"/>
                <a:gd name="T2" fmla="*/ 10 w 10"/>
                <a:gd name="T3" fmla="*/ 93 h 97"/>
                <a:gd name="T4" fmla="*/ 10 w 10"/>
                <a:gd name="T5" fmla="*/ 4 h 97"/>
                <a:gd name="T6" fmla="*/ 5 w 10"/>
                <a:gd name="T7" fmla="*/ 0 h 97"/>
                <a:gd name="T8" fmla="*/ 0 w 10"/>
                <a:gd name="T9" fmla="*/ 4 h 97"/>
                <a:gd name="T10" fmla="*/ 0 w 10"/>
                <a:gd name="T11" fmla="*/ 97 h 97"/>
                <a:gd name="T12" fmla="*/ 5 w 10"/>
                <a:gd name="T13" fmla="*/ 93 h 97"/>
              </a:gdLst>
              <a:ahLst/>
              <a:cxnLst>
                <a:cxn ang="0">
                  <a:pos x="T0" y="T1"/>
                </a:cxn>
                <a:cxn ang="0">
                  <a:pos x="T2" y="T3"/>
                </a:cxn>
                <a:cxn ang="0">
                  <a:pos x="T4" y="T5"/>
                </a:cxn>
                <a:cxn ang="0">
                  <a:pos x="T6" y="T7"/>
                </a:cxn>
                <a:cxn ang="0">
                  <a:pos x="T8" y="T9"/>
                </a:cxn>
                <a:cxn ang="0">
                  <a:pos x="T10" y="T11"/>
                </a:cxn>
                <a:cxn ang="0">
                  <a:pos x="T12" y="T13"/>
                </a:cxn>
              </a:cxnLst>
              <a:rect l="0" t="0" r="r" b="b"/>
              <a:pathLst>
                <a:path w="10" h="97">
                  <a:moveTo>
                    <a:pt x="5" y="93"/>
                  </a:moveTo>
                  <a:cubicBezTo>
                    <a:pt x="10" y="93"/>
                    <a:pt x="10" y="93"/>
                    <a:pt x="10" y="93"/>
                  </a:cubicBezTo>
                  <a:cubicBezTo>
                    <a:pt x="10" y="4"/>
                    <a:pt x="10" y="4"/>
                    <a:pt x="10" y="4"/>
                  </a:cubicBezTo>
                  <a:cubicBezTo>
                    <a:pt x="10" y="2"/>
                    <a:pt x="6" y="0"/>
                    <a:pt x="5" y="0"/>
                  </a:cubicBezTo>
                  <a:cubicBezTo>
                    <a:pt x="3" y="0"/>
                    <a:pt x="0" y="2"/>
                    <a:pt x="0" y="4"/>
                  </a:cubicBezTo>
                  <a:cubicBezTo>
                    <a:pt x="0" y="97"/>
                    <a:pt x="0" y="97"/>
                    <a:pt x="0" y="97"/>
                  </a:cubicBezTo>
                  <a:cubicBezTo>
                    <a:pt x="0" y="94"/>
                    <a:pt x="3" y="93"/>
                    <a:pt x="5" y="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209"/>
            <p:cNvSpPr>
              <a:spLocks/>
            </p:cNvSpPr>
            <p:nvPr/>
          </p:nvSpPr>
          <p:spPr bwMode="auto">
            <a:xfrm>
              <a:off x="8266113" y="1368425"/>
              <a:ext cx="227013" cy="30163"/>
            </a:xfrm>
            <a:custGeom>
              <a:avLst/>
              <a:gdLst>
                <a:gd name="T0" fmla="*/ 53 w 53"/>
                <a:gd name="T1" fmla="*/ 0 h 7"/>
                <a:gd name="T2" fmla="*/ 53 w 53"/>
                <a:gd name="T3" fmla="*/ 0 h 7"/>
                <a:gd name="T4" fmla="*/ 10 w 53"/>
                <a:gd name="T5" fmla="*/ 0 h 7"/>
                <a:gd name="T6" fmla="*/ 5 w 53"/>
                <a:gd name="T7" fmla="*/ 0 h 7"/>
                <a:gd name="T8" fmla="*/ 0 w 53"/>
                <a:gd name="T9" fmla="*/ 4 h 7"/>
                <a:gd name="T10" fmla="*/ 5 w 53"/>
                <a:gd name="T11" fmla="*/ 7 h 7"/>
                <a:gd name="T12" fmla="*/ 10 w 53"/>
                <a:gd name="T13" fmla="*/ 7 h 7"/>
                <a:gd name="T14" fmla="*/ 50 w 53"/>
                <a:gd name="T15" fmla="*/ 7 h 7"/>
                <a:gd name="T16" fmla="*/ 50 w 53"/>
                <a:gd name="T17" fmla="*/ 4 h 7"/>
                <a:gd name="T18" fmla="*/ 53 w 53"/>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7">
                  <a:moveTo>
                    <a:pt x="53" y="0"/>
                  </a:moveTo>
                  <a:cubicBezTo>
                    <a:pt x="53" y="0"/>
                    <a:pt x="53" y="0"/>
                    <a:pt x="53" y="0"/>
                  </a:cubicBezTo>
                  <a:cubicBezTo>
                    <a:pt x="10" y="0"/>
                    <a:pt x="10" y="0"/>
                    <a:pt x="10" y="0"/>
                  </a:cubicBezTo>
                  <a:cubicBezTo>
                    <a:pt x="5" y="0"/>
                    <a:pt x="5" y="0"/>
                    <a:pt x="5" y="0"/>
                  </a:cubicBezTo>
                  <a:cubicBezTo>
                    <a:pt x="3" y="0"/>
                    <a:pt x="0" y="1"/>
                    <a:pt x="0" y="4"/>
                  </a:cubicBezTo>
                  <a:cubicBezTo>
                    <a:pt x="0" y="6"/>
                    <a:pt x="3" y="7"/>
                    <a:pt x="5" y="7"/>
                  </a:cubicBezTo>
                  <a:cubicBezTo>
                    <a:pt x="10" y="7"/>
                    <a:pt x="10" y="7"/>
                    <a:pt x="10" y="7"/>
                  </a:cubicBezTo>
                  <a:cubicBezTo>
                    <a:pt x="50" y="7"/>
                    <a:pt x="50" y="7"/>
                    <a:pt x="50" y="7"/>
                  </a:cubicBezTo>
                  <a:cubicBezTo>
                    <a:pt x="50" y="4"/>
                    <a:pt x="50" y="4"/>
                    <a:pt x="50" y="4"/>
                  </a:cubicBezTo>
                  <a:cubicBezTo>
                    <a:pt x="50" y="1"/>
                    <a:pt x="53" y="0"/>
                    <a:pt x="5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210"/>
            <p:cNvSpPr>
              <a:spLocks/>
            </p:cNvSpPr>
            <p:nvPr/>
          </p:nvSpPr>
          <p:spPr bwMode="auto">
            <a:xfrm>
              <a:off x="8480425" y="1368425"/>
              <a:ext cx="38100" cy="217488"/>
            </a:xfrm>
            <a:custGeom>
              <a:avLst/>
              <a:gdLst>
                <a:gd name="T0" fmla="*/ 5 w 9"/>
                <a:gd name="T1" fmla="*/ 0 h 51"/>
                <a:gd name="T2" fmla="*/ 3 w 9"/>
                <a:gd name="T3" fmla="*/ 0 h 51"/>
                <a:gd name="T4" fmla="*/ 0 w 9"/>
                <a:gd name="T5" fmla="*/ 4 h 51"/>
                <a:gd name="T6" fmla="*/ 0 w 9"/>
                <a:gd name="T7" fmla="*/ 7 h 51"/>
                <a:gd name="T8" fmla="*/ 0 w 9"/>
                <a:gd name="T9" fmla="*/ 47 h 51"/>
                <a:gd name="T10" fmla="*/ 5 w 9"/>
                <a:gd name="T11" fmla="*/ 51 h 51"/>
                <a:gd name="T12" fmla="*/ 9 w 9"/>
                <a:gd name="T13" fmla="*/ 47 h 51"/>
                <a:gd name="T14" fmla="*/ 9 w 9"/>
                <a:gd name="T15" fmla="*/ 4 h 51"/>
                <a:gd name="T16" fmla="*/ 5 w 9"/>
                <a:gd name="T17"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51">
                  <a:moveTo>
                    <a:pt x="5" y="0"/>
                  </a:moveTo>
                  <a:cubicBezTo>
                    <a:pt x="5" y="0"/>
                    <a:pt x="5" y="0"/>
                    <a:pt x="3" y="0"/>
                  </a:cubicBezTo>
                  <a:cubicBezTo>
                    <a:pt x="3" y="0"/>
                    <a:pt x="0" y="1"/>
                    <a:pt x="0" y="4"/>
                  </a:cubicBezTo>
                  <a:cubicBezTo>
                    <a:pt x="0" y="7"/>
                    <a:pt x="0" y="7"/>
                    <a:pt x="0" y="7"/>
                  </a:cubicBezTo>
                  <a:cubicBezTo>
                    <a:pt x="0" y="47"/>
                    <a:pt x="0" y="47"/>
                    <a:pt x="0" y="47"/>
                  </a:cubicBezTo>
                  <a:cubicBezTo>
                    <a:pt x="0" y="49"/>
                    <a:pt x="3" y="51"/>
                    <a:pt x="5" y="51"/>
                  </a:cubicBezTo>
                  <a:cubicBezTo>
                    <a:pt x="6" y="51"/>
                    <a:pt x="9" y="49"/>
                    <a:pt x="9" y="47"/>
                  </a:cubicBezTo>
                  <a:cubicBezTo>
                    <a:pt x="9" y="4"/>
                    <a:pt x="9" y="4"/>
                    <a:pt x="9" y="4"/>
                  </a:cubicBezTo>
                  <a:cubicBezTo>
                    <a:pt x="9" y="1"/>
                    <a:pt x="6" y="0"/>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211"/>
            <p:cNvSpPr>
              <a:spLocks/>
            </p:cNvSpPr>
            <p:nvPr/>
          </p:nvSpPr>
          <p:spPr bwMode="auto">
            <a:xfrm>
              <a:off x="8599488" y="1163638"/>
              <a:ext cx="439738" cy="422275"/>
            </a:xfrm>
            <a:custGeom>
              <a:avLst/>
              <a:gdLst>
                <a:gd name="T0" fmla="*/ 98 w 103"/>
                <a:gd name="T1" fmla="*/ 0 h 99"/>
                <a:gd name="T2" fmla="*/ 3 w 103"/>
                <a:gd name="T3" fmla="*/ 0 h 99"/>
                <a:gd name="T4" fmla="*/ 0 w 103"/>
                <a:gd name="T5" fmla="*/ 5 h 99"/>
                <a:gd name="T6" fmla="*/ 3 w 103"/>
                <a:gd name="T7" fmla="*/ 9 h 99"/>
                <a:gd name="T8" fmla="*/ 45 w 103"/>
                <a:gd name="T9" fmla="*/ 9 h 99"/>
                <a:gd name="T10" fmla="*/ 45 w 103"/>
                <a:gd name="T11" fmla="*/ 92 h 99"/>
                <a:gd name="T12" fmla="*/ 20 w 103"/>
                <a:gd name="T13" fmla="*/ 92 h 99"/>
                <a:gd name="T14" fmla="*/ 12 w 103"/>
                <a:gd name="T15" fmla="*/ 99 h 99"/>
                <a:gd name="T16" fmla="*/ 45 w 103"/>
                <a:gd name="T17" fmla="*/ 99 h 99"/>
                <a:gd name="T18" fmla="*/ 58 w 103"/>
                <a:gd name="T19" fmla="*/ 99 h 99"/>
                <a:gd name="T20" fmla="*/ 90 w 103"/>
                <a:gd name="T21" fmla="*/ 99 h 99"/>
                <a:gd name="T22" fmla="*/ 84 w 103"/>
                <a:gd name="T23" fmla="*/ 92 h 99"/>
                <a:gd name="T24" fmla="*/ 58 w 103"/>
                <a:gd name="T25" fmla="*/ 92 h 99"/>
                <a:gd name="T26" fmla="*/ 58 w 103"/>
                <a:gd name="T27" fmla="*/ 9 h 99"/>
                <a:gd name="T28" fmla="*/ 98 w 103"/>
                <a:gd name="T29" fmla="*/ 9 h 99"/>
                <a:gd name="T30" fmla="*/ 103 w 103"/>
                <a:gd name="T31" fmla="*/ 5 h 99"/>
                <a:gd name="T32" fmla="*/ 98 w 103"/>
                <a:gd name="T3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3" h="99">
                  <a:moveTo>
                    <a:pt x="98" y="0"/>
                  </a:moveTo>
                  <a:cubicBezTo>
                    <a:pt x="3" y="0"/>
                    <a:pt x="3" y="0"/>
                    <a:pt x="3" y="0"/>
                  </a:cubicBezTo>
                  <a:cubicBezTo>
                    <a:pt x="0" y="0"/>
                    <a:pt x="0" y="3"/>
                    <a:pt x="0" y="5"/>
                  </a:cubicBezTo>
                  <a:cubicBezTo>
                    <a:pt x="0" y="7"/>
                    <a:pt x="0" y="9"/>
                    <a:pt x="3" y="9"/>
                  </a:cubicBezTo>
                  <a:cubicBezTo>
                    <a:pt x="45" y="9"/>
                    <a:pt x="45" y="9"/>
                    <a:pt x="45" y="9"/>
                  </a:cubicBezTo>
                  <a:cubicBezTo>
                    <a:pt x="45" y="92"/>
                    <a:pt x="45" y="92"/>
                    <a:pt x="45" y="92"/>
                  </a:cubicBezTo>
                  <a:cubicBezTo>
                    <a:pt x="20" y="92"/>
                    <a:pt x="20" y="92"/>
                    <a:pt x="20" y="92"/>
                  </a:cubicBezTo>
                  <a:cubicBezTo>
                    <a:pt x="16" y="92"/>
                    <a:pt x="12" y="95"/>
                    <a:pt x="12" y="99"/>
                  </a:cubicBezTo>
                  <a:cubicBezTo>
                    <a:pt x="45" y="99"/>
                    <a:pt x="45" y="99"/>
                    <a:pt x="45" y="99"/>
                  </a:cubicBezTo>
                  <a:cubicBezTo>
                    <a:pt x="58" y="99"/>
                    <a:pt x="58" y="99"/>
                    <a:pt x="58" y="99"/>
                  </a:cubicBezTo>
                  <a:cubicBezTo>
                    <a:pt x="90" y="99"/>
                    <a:pt x="90" y="99"/>
                    <a:pt x="90" y="99"/>
                  </a:cubicBezTo>
                  <a:cubicBezTo>
                    <a:pt x="90" y="95"/>
                    <a:pt x="87" y="92"/>
                    <a:pt x="84" y="92"/>
                  </a:cubicBezTo>
                  <a:cubicBezTo>
                    <a:pt x="58" y="92"/>
                    <a:pt x="58" y="92"/>
                    <a:pt x="58" y="92"/>
                  </a:cubicBezTo>
                  <a:cubicBezTo>
                    <a:pt x="58" y="9"/>
                    <a:pt x="58" y="9"/>
                    <a:pt x="58" y="9"/>
                  </a:cubicBezTo>
                  <a:cubicBezTo>
                    <a:pt x="98" y="9"/>
                    <a:pt x="98" y="9"/>
                    <a:pt x="98" y="9"/>
                  </a:cubicBezTo>
                  <a:cubicBezTo>
                    <a:pt x="100" y="9"/>
                    <a:pt x="103" y="7"/>
                    <a:pt x="103" y="5"/>
                  </a:cubicBezTo>
                  <a:cubicBezTo>
                    <a:pt x="103" y="3"/>
                    <a:pt x="100" y="0"/>
                    <a:pt x="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212"/>
            <p:cNvSpPr>
              <a:spLocks/>
            </p:cNvSpPr>
            <p:nvPr/>
          </p:nvSpPr>
          <p:spPr bwMode="auto">
            <a:xfrm>
              <a:off x="9555163" y="1103313"/>
              <a:ext cx="490538" cy="25400"/>
            </a:xfrm>
            <a:custGeom>
              <a:avLst/>
              <a:gdLst>
                <a:gd name="T0" fmla="*/ 115 w 115"/>
                <a:gd name="T1" fmla="*/ 3 h 6"/>
                <a:gd name="T2" fmla="*/ 112 w 115"/>
                <a:gd name="T3" fmla="*/ 6 h 6"/>
                <a:gd name="T4" fmla="*/ 3 w 115"/>
                <a:gd name="T5" fmla="*/ 6 h 6"/>
                <a:gd name="T6" fmla="*/ 0 w 115"/>
                <a:gd name="T7" fmla="*/ 3 h 6"/>
                <a:gd name="T8" fmla="*/ 0 w 115"/>
                <a:gd name="T9" fmla="*/ 3 h 6"/>
                <a:gd name="T10" fmla="*/ 3 w 115"/>
                <a:gd name="T11" fmla="*/ 0 h 6"/>
                <a:gd name="T12" fmla="*/ 112 w 115"/>
                <a:gd name="T13" fmla="*/ 0 h 6"/>
                <a:gd name="T14" fmla="*/ 115 w 115"/>
                <a:gd name="T15" fmla="*/ 3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5" h="6">
                  <a:moveTo>
                    <a:pt x="115" y="3"/>
                  </a:moveTo>
                  <a:cubicBezTo>
                    <a:pt x="115" y="5"/>
                    <a:pt x="115" y="6"/>
                    <a:pt x="112" y="6"/>
                  </a:cubicBezTo>
                  <a:cubicBezTo>
                    <a:pt x="3" y="6"/>
                    <a:pt x="3" y="6"/>
                    <a:pt x="3" y="6"/>
                  </a:cubicBezTo>
                  <a:cubicBezTo>
                    <a:pt x="0" y="6"/>
                    <a:pt x="0" y="5"/>
                    <a:pt x="0" y="3"/>
                  </a:cubicBezTo>
                  <a:cubicBezTo>
                    <a:pt x="0" y="3"/>
                    <a:pt x="0" y="3"/>
                    <a:pt x="0" y="3"/>
                  </a:cubicBezTo>
                  <a:cubicBezTo>
                    <a:pt x="0" y="1"/>
                    <a:pt x="0" y="0"/>
                    <a:pt x="3" y="0"/>
                  </a:cubicBezTo>
                  <a:cubicBezTo>
                    <a:pt x="112" y="0"/>
                    <a:pt x="112" y="0"/>
                    <a:pt x="112" y="0"/>
                  </a:cubicBezTo>
                  <a:cubicBezTo>
                    <a:pt x="115" y="0"/>
                    <a:pt x="115" y="1"/>
                    <a:pt x="11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Rectangle 213"/>
            <p:cNvSpPr>
              <a:spLocks noChangeArrowheads="1"/>
            </p:cNvSpPr>
            <p:nvPr/>
          </p:nvSpPr>
          <p:spPr bwMode="auto">
            <a:xfrm>
              <a:off x="9588500" y="1150938"/>
              <a:ext cx="431800" cy="396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Rectangle 214"/>
            <p:cNvSpPr>
              <a:spLocks noChangeArrowheads="1"/>
            </p:cNvSpPr>
            <p:nvPr/>
          </p:nvSpPr>
          <p:spPr bwMode="auto">
            <a:xfrm>
              <a:off x="9601200" y="1555750"/>
              <a:ext cx="34925" cy="301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Rectangle 215"/>
            <p:cNvSpPr>
              <a:spLocks noChangeArrowheads="1"/>
            </p:cNvSpPr>
            <p:nvPr/>
          </p:nvSpPr>
          <p:spPr bwMode="auto">
            <a:xfrm>
              <a:off x="9972675" y="1555750"/>
              <a:ext cx="34925" cy="301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216"/>
            <p:cNvSpPr>
              <a:spLocks/>
            </p:cNvSpPr>
            <p:nvPr/>
          </p:nvSpPr>
          <p:spPr bwMode="auto">
            <a:xfrm>
              <a:off x="10275888" y="971550"/>
              <a:ext cx="247650" cy="614363"/>
            </a:xfrm>
            <a:custGeom>
              <a:avLst/>
              <a:gdLst>
                <a:gd name="T0" fmla="*/ 53 w 58"/>
                <a:gd name="T1" fmla="*/ 0 h 144"/>
                <a:gd name="T2" fmla="*/ 49 w 58"/>
                <a:gd name="T3" fmla="*/ 4 h 144"/>
                <a:gd name="T4" fmla="*/ 49 w 58"/>
                <a:gd name="T5" fmla="*/ 93 h 144"/>
                <a:gd name="T6" fmla="*/ 5 w 58"/>
                <a:gd name="T7" fmla="*/ 93 h 144"/>
                <a:gd name="T8" fmla="*/ 5 w 58"/>
                <a:gd name="T9" fmla="*/ 93 h 144"/>
                <a:gd name="T10" fmla="*/ 5 w 58"/>
                <a:gd name="T11" fmla="*/ 93 h 144"/>
                <a:gd name="T12" fmla="*/ 0 w 58"/>
                <a:gd name="T13" fmla="*/ 97 h 144"/>
                <a:gd name="T14" fmla="*/ 0 w 58"/>
                <a:gd name="T15" fmla="*/ 140 h 144"/>
                <a:gd name="T16" fmla="*/ 5 w 58"/>
                <a:gd name="T17" fmla="*/ 144 h 144"/>
                <a:gd name="T18" fmla="*/ 8 w 58"/>
                <a:gd name="T19" fmla="*/ 140 h 144"/>
                <a:gd name="T20" fmla="*/ 8 w 58"/>
                <a:gd name="T21" fmla="*/ 100 h 144"/>
                <a:gd name="T22" fmla="*/ 49 w 58"/>
                <a:gd name="T23" fmla="*/ 100 h 144"/>
                <a:gd name="T24" fmla="*/ 49 w 58"/>
                <a:gd name="T25" fmla="*/ 140 h 144"/>
                <a:gd name="T26" fmla="*/ 53 w 58"/>
                <a:gd name="T27" fmla="*/ 144 h 144"/>
                <a:gd name="T28" fmla="*/ 58 w 58"/>
                <a:gd name="T29" fmla="*/ 140 h 144"/>
                <a:gd name="T30" fmla="*/ 58 w 58"/>
                <a:gd name="T31" fmla="*/ 4 h 144"/>
                <a:gd name="T32" fmla="*/ 53 w 58"/>
                <a:gd name="T33"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144">
                  <a:moveTo>
                    <a:pt x="53" y="0"/>
                  </a:moveTo>
                  <a:cubicBezTo>
                    <a:pt x="52" y="0"/>
                    <a:pt x="49" y="2"/>
                    <a:pt x="49" y="4"/>
                  </a:cubicBezTo>
                  <a:cubicBezTo>
                    <a:pt x="49" y="93"/>
                    <a:pt x="49" y="93"/>
                    <a:pt x="49" y="93"/>
                  </a:cubicBezTo>
                  <a:cubicBezTo>
                    <a:pt x="5" y="93"/>
                    <a:pt x="5" y="93"/>
                    <a:pt x="5" y="93"/>
                  </a:cubicBezTo>
                  <a:cubicBezTo>
                    <a:pt x="5" y="93"/>
                    <a:pt x="5" y="93"/>
                    <a:pt x="5" y="93"/>
                  </a:cubicBezTo>
                  <a:cubicBezTo>
                    <a:pt x="5" y="93"/>
                    <a:pt x="5" y="93"/>
                    <a:pt x="5" y="93"/>
                  </a:cubicBezTo>
                  <a:cubicBezTo>
                    <a:pt x="2" y="93"/>
                    <a:pt x="0" y="94"/>
                    <a:pt x="0" y="97"/>
                  </a:cubicBezTo>
                  <a:cubicBezTo>
                    <a:pt x="0" y="140"/>
                    <a:pt x="0" y="140"/>
                    <a:pt x="0" y="140"/>
                  </a:cubicBezTo>
                  <a:cubicBezTo>
                    <a:pt x="0" y="142"/>
                    <a:pt x="2" y="144"/>
                    <a:pt x="5" y="144"/>
                  </a:cubicBezTo>
                  <a:cubicBezTo>
                    <a:pt x="5" y="144"/>
                    <a:pt x="8" y="142"/>
                    <a:pt x="8" y="140"/>
                  </a:cubicBezTo>
                  <a:cubicBezTo>
                    <a:pt x="8" y="100"/>
                    <a:pt x="8" y="100"/>
                    <a:pt x="8" y="100"/>
                  </a:cubicBezTo>
                  <a:cubicBezTo>
                    <a:pt x="49" y="100"/>
                    <a:pt x="49" y="100"/>
                    <a:pt x="49" y="100"/>
                  </a:cubicBezTo>
                  <a:cubicBezTo>
                    <a:pt x="49" y="140"/>
                    <a:pt x="49" y="140"/>
                    <a:pt x="49" y="140"/>
                  </a:cubicBezTo>
                  <a:cubicBezTo>
                    <a:pt x="49" y="142"/>
                    <a:pt x="52" y="144"/>
                    <a:pt x="53" y="144"/>
                  </a:cubicBezTo>
                  <a:cubicBezTo>
                    <a:pt x="55" y="144"/>
                    <a:pt x="58" y="142"/>
                    <a:pt x="58" y="140"/>
                  </a:cubicBezTo>
                  <a:cubicBezTo>
                    <a:pt x="58" y="4"/>
                    <a:pt x="58" y="4"/>
                    <a:pt x="58" y="4"/>
                  </a:cubicBezTo>
                  <a:cubicBezTo>
                    <a:pt x="58" y="2"/>
                    <a:pt x="55" y="0"/>
                    <a:pt x="5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Oval 217"/>
            <p:cNvSpPr>
              <a:spLocks noChangeArrowheads="1"/>
            </p:cNvSpPr>
            <p:nvPr/>
          </p:nvSpPr>
          <p:spPr bwMode="auto">
            <a:xfrm>
              <a:off x="10271125" y="625475"/>
              <a:ext cx="201613" cy="2016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218"/>
            <p:cNvSpPr>
              <a:spLocks/>
            </p:cNvSpPr>
            <p:nvPr/>
          </p:nvSpPr>
          <p:spPr bwMode="auto">
            <a:xfrm>
              <a:off x="10323513" y="847725"/>
              <a:ext cx="293688" cy="247650"/>
            </a:xfrm>
            <a:custGeom>
              <a:avLst/>
              <a:gdLst>
                <a:gd name="T0" fmla="*/ 69 w 69"/>
                <a:gd name="T1" fmla="*/ 10 h 58"/>
                <a:gd name="T2" fmla="*/ 58 w 69"/>
                <a:gd name="T3" fmla="*/ 0 h 58"/>
                <a:gd name="T4" fmla="*/ 53 w 69"/>
                <a:gd name="T5" fmla="*/ 1 h 58"/>
                <a:gd name="T6" fmla="*/ 53 w 69"/>
                <a:gd name="T7" fmla="*/ 1 h 58"/>
                <a:gd name="T8" fmla="*/ 8 w 69"/>
                <a:gd name="T9" fmla="*/ 16 h 58"/>
                <a:gd name="T10" fmla="*/ 0 w 69"/>
                <a:gd name="T11" fmla="*/ 28 h 58"/>
                <a:gd name="T12" fmla="*/ 13 w 69"/>
                <a:gd name="T13" fmla="*/ 35 h 58"/>
                <a:gd name="T14" fmla="*/ 49 w 69"/>
                <a:gd name="T15" fmla="*/ 24 h 58"/>
                <a:gd name="T16" fmla="*/ 50 w 69"/>
                <a:gd name="T17" fmla="*/ 48 h 58"/>
                <a:gd name="T18" fmla="*/ 59 w 69"/>
                <a:gd name="T19" fmla="*/ 58 h 58"/>
                <a:gd name="T20" fmla="*/ 69 w 69"/>
                <a:gd name="T21" fmla="*/ 47 h 58"/>
                <a:gd name="T22" fmla="*/ 69 w 69"/>
                <a:gd name="T23" fmla="*/ 1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9" h="58">
                  <a:moveTo>
                    <a:pt x="69" y="10"/>
                  </a:moveTo>
                  <a:cubicBezTo>
                    <a:pt x="67" y="4"/>
                    <a:pt x="63" y="0"/>
                    <a:pt x="58" y="0"/>
                  </a:cubicBezTo>
                  <a:cubicBezTo>
                    <a:pt x="56" y="0"/>
                    <a:pt x="55" y="0"/>
                    <a:pt x="53" y="1"/>
                  </a:cubicBezTo>
                  <a:cubicBezTo>
                    <a:pt x="53" y="1"/>
                    <a:pt x="53" y="1"/>
                    <a:pt x="53" y="1"/>
                  </a:cubicBezTo>
                  <a:cubicBezTo>
                    <a:pt x="8" y="16"/>
                    <a:pt x="8" y="16"/>
                    <a:pt x="8" y="16"/>
                  </a:cubicBezTo>
                  <a:cubicBezTo>
                    <a:pt x="3" y="17"/>
                    <a:pt x="0" y="23"/>
                    <a:pt x="0" y="28"/>
                  </a:cubicBezTo>
                  <a:cubicBezTo>
                    <a:pt x="3" y="33"/>
                    <a:pt x="8" y="36"/>
                    <a:pt x="13" y="35"/>
                  </a:cubicBezTo>
                  <a:cubicBezTo>
                    <a:pt x="49" y="24"/>
                    <a:pt x="49" y="24"/>
                    <a:pt x="49" y="24"/>
                  </a:cubicBezTo>
                  <a:cubicBezTo>
                    <a:pt x="50" y="48"/>
                    <a:pt x="50" y="48"/>
                    <a:pt x="50" y="48"/>
                  </a:cubicBezTo>
                  <a:cubicBezTo>
                    <a:pt x="50" y="54"/>
                    <a:pt x="55" y="58"/>
                    <a:pt x="59" y="58"/>
                  </a:cubicBezTo>
                  <a:cubicBezTo>
                    <a:pt x="66" y="57"/>
                    <a:pt x="69" y="52"/>
                    <a:pt x="69" y="47"/>
                  </a:cubicBezTo>
                  <a:lnTo>
                    <a:pt x="69"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219"/>
            <p:cNvSpPr>
              <a:spLocks/>
            </p:cNvSpPr>
            <p:nvPr/>
          </p:nvSpPr>
          <p:spPr bwMode="auto">
            <a:xfrm>
              <a:off x="10033000" y="1376363"/>
              <a:ext cx="111125" cy="201613"/>
            </a:xfrm>
            <a:custGeom>
              <a:avLst/>
              <a:gdLst>
                <a:gd name="T0" fmla="*/ 19 w 26"/>
                <a:gd name="T1" fmla="*/ 28 h 47"/>
                <a:gd name="T2" fmla="*/ 15 w 26"/>
                <a:gd name="T3" fmla="*/ 7 h 47"/>
                <a:gd name="T4" fmla="*/ 15 w 26"/>
                <a:gd name="T5" fmla="*/ 7 h 47"/>
                <a:gd name="T6" fmla="*/ 15 w 26"/>
                <a:gd name="T7" fmla="*/ 0 h 47"/>
                <a:gd name="T8" fmla="*/ 3 w 26"/>
                <a:gd name="T9" fmla="*/ 30 h 47"/>
                <a:gd name="T10" fmla="*/ 9 w 26"/>
                <a:gd name="T11" fmla="*/ 44 h 47"/>
                <a:gd name="T12" fmla="*/ 12 w 26"/>
                <a:gd name="T13" fmla="*/ 45 h 47"/>
                <a:gd name="T14" fmla="*/ 26 w 26"/>
                <a:gd name="T15" fmla="*/ 40 h 47"/>
                <a:gd name="T16" fmla="*/ 19 w 26"/>
                <a:gd name="T17" fmla="*/ 2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47">
                  <a:moveTo>
                    <a:pt x="19" y="28"/>
                  </a:moveTo>
                  <a:cubicBezTo>
                    <a:pt x="15" y="7"/>
                    <a:pt x="15" y="7"/>
                    <a:pt x="15" y="7"/>
                  </a:cubicBezTo>
                  <a:cubicBezTo>
                    <a:pt x="15" y="7"/>
                    <a:pt x="15" y="7"/>
                    <a:pt x="15" y="7"/>
                  </a:cubicBezTo>
                  <a:cubicBezTo>
                    <a:pt x="15" y="0"/>
                    <a:pt x="15" y="0"/>
                    <a:pt x="15" y="0"/>
                  </a:cubicBezTo>
                  <a:cubicBezTo>
                    <a:pt x="3" y="30"/>
                    <a:pt x="3" y="30"/>
                    <a:pt x="3" y="30"/>
                  </a:cubicBezTo>
                  <a:cubicBezTo>
                    <a:pt x="0" y="36"/>
                    <a:pt x="3" y="42"/>
                    <a:pt x="9" y="44"/>
                  </a:cubicBezTo>
                  <a:cubicBezTo>
                    <a:pt x="12" y="45"/>
                    <a:pt x="12" y="45"/>
                    <a:pt x="12" y="45"/>
                  </a:cubicBezTo>
                  <a:cubicBezTo>
                    <a:pt x="19" y="47"/>
                    <a:pt x="25" y="45"/>
                    <a:pt x="26" y="40"/>
                  </a:cubicBezTo>
                  <a:cubicBezTo>
                    <a:pt x="22" y="37"/>
                    <a:pt x="19" y="33"/>
                    <a:pt x="19"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220"/>
            <p:cNvSpPr>
              <a:spLocks/>
            </p:cNvSpPr>
            <p:nvPr/>
          </p:nvSpPr>
          <p:spPr bwMode="auto">
            <a:xfrm>
              <a:off x="10096500" y="1189038"/>
              <a:ext cx="141288" cy="346075"/>
            </a:xfrm>
            <a:custGeom>
              <a:avLst/>
              <a:gdLst>
                <a:gd name="T0" fmla="*/ 32 w 33"/>
                <a:gd name="T1" fmla="*/ 6 h 81"/>
                <a:gd name="T2" fmla="*/ 18 w 33"/>
                <a:gd name="T3" fmla="*/ 1 h 81"/>
                <a:gd name="T4" fmla="*/ 14 w 33"/>
                <a:gd name="T5" fmla="*/ 0 h 81"/>
                <a:gd name="T6" fmla="*/ 13 w 33"/>
                <a:gd name="T7" fmla="*/ 0 h 81"/>
                <a:gd name="T8" fmla="*/ 10 w 33"/>
                <a:gd name="T9" fmla="*/ 1 h 81"/>
                <a:gd name="T10" fmla="*/ 0 w 33"/>
                <a:gd name="T11" fmla="*/ 13 h 81"/>
                <a:gd name="T12" fmla="*/ 7 w 33"/>
                <a:gd name="T13" fmla="*/ 55 h 81"/>
                <a:gd name="T14" fmla="*/ 7 w 33"/>
                <a:gd name="T15" fmla="*/ 55 h 81"/>
                <a:gd name="T16" fmla="*/ 8 w 33"/>
                <a:gd name="T17" fmla="*/ 70 h 81"/>
                <a:gd name="T18" fmla="*/ 19 w 33"/>
                <a:gd name="T19" fmla="*/ 80 h 81"/>
                <a:gd name="T20" fmla="*/ 22 w 33"/>
                <a:gd name="T21" fmla="*/ 79 h 81"/>
                <a:gd name="T22" fmla="*/ 32 w 33"/>
                <a:gd name="T23" fmla="*/ 67 h 81"/>
                <a:gd name="T24" fmla="*/ 32 w 33"/>
                <a:gd name="T25" fmla="*/ 52 h 81"/>
                <a:gd name="T26" fmla="*/ 32 w 33"/>
                <a:gd name="T27" fmla="*/ 52 h 81"/>
                <a:gd name="T28" fmla="*/ 25 w 33"/>
                <a:gd name="T29" fmla="*/ 10 h 81"/>
                <a:gd name="T30" fmla="*/ 25 w 33"/>
                <a:gd name="T31" fmla="*/ 9 h 81"/>
                <a:gd name="T32" fmla="*/ 32 w 33"/>
                <a:gd name="T33" fmla="*/ 9 h 81"/>
                <a:gd name="T34" fmla="*/ 32 w 33"/>
                <a:gd name="T35" fmla="*/ 6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 h="81">
                  <a:moveTo>
                    <a:pt x="32" y="6"/>
                  </a:moveTo>
                  <a:cubicBezTo>
                    <a:pt x="18" y="1"/>
                    <a:pt x="18" y="1"/>
                    <a:pt x="18" y="1"/>
                  </a:cubicBezTo>
                  <a:cubicBezTo>
                    <a:pt x="16" y="0"/>
                    <a:pt x="16" y="0"/>
                    <a:pt x="14" y="0"/>
                  </a:cubicBezTo>
                  <a:cubicBezTo>
                    <a:pt x="13" y="0"/>
                    <a:pt x="13" y="0"/>
                    <a:pt x="13" y="0"/>
                  </a:cubicBezTo>
                  <a:cubicBezTo>
                    <a:pt x="10" y="1"/>
                    <a:pt x="10" y="1"/>
                    <a:pt x="10" y="1"/>
                  </a:cubicBezTo>
                  <a:cubicBezTo>
                    <a:pt x="4" y="2"/>
                    <a:pt x="0" y="7"/>
                    <a:pt x="0" y="13"/>
                  </a:cubicBezTo>
                  <a:cubicBezTo>
                    <a:pt x="7" y="55"/>
                    <a:pt x="7" y="55"/>
                    <a:pt x="7" y="55"/>
                  </a:cubicBezTo>
                  <a:cubicBezTo>
                    <a:pt x="7" y="55"/>
                    <a:pt x="7" y="55"/>
                    <a:pt x="7" y="55"/>
                  </a:cubicBezTo>
                  <a:cubicBezTo>
                    <a:pt x="8" y="70"/>
                    <a:pt x="8" y="70"/>
                    <a:pt x="8" y="70"/>
                  </a:cubicBezTo>
                  <a:cubicBezTo>
                    <a:pt x="10" y="76"/>
                    <a:pt x="14" y="81"/>
                    <a:pt x="19" y="80"/>
                  </a:cubicBezTo>
                  <a:cubicBezTo>
                    <a:pt x="22" y="79"/>
                    <a:pt x="22" y="79"/>
                    <a:pt x="22" y="79"/>
                  </a:cubicBezTo>
                  <a:cubicBezTo>
                    <a:pt x="29" y="78"/>
                    <a:pt x="33" y="73"/>
                    <a:pt x="32" y="67"/>
                  </a:cubicBezTo>
                  <a:cubicBezTo>
                    <a:pt x="32" y="52"/>
                    <a:pt x="32" y="52"/>
                    <a:pt x="32" y="52"/>
                  </a:cubicBezTo>
                  <a:cubicBezTo>
                    <a:pt x="32" y="52"/>
                    <a:pt x="32" y="52"/>
                    <a:pt x="32" y="52"/>
                  </a:cubicBezTo>
                  <a:cubicBezTo>
                    <a:pt x="25" y="10"/>
                    <a:pt x="25" y="10"/>
                    <a:pt x="25" y="10"/>
                  </a:cubicBezTo>
                  <a:cubicBezTo>
                    <a:pt x="25" y="9"/>
                    <a:pt x="25" y="9"/>
                    <a:pt x="25" y="9"/>
                  </a:cubicBezTo>
                  <a:cubicBezTo>
                    <a:pt x="32" y="9"/>
                    <a:pt x="32" y="9"/>
                    <a:pt x="32" y="9"/>
                  </a:cubicBezTo>
                  <a:lnTo>
                    <a:pt x="32"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221"/>
            <p:cNvSpPr>
              <a:spLocks/>
            </p:cNvSpPr>
            <p:nvPr/>
          </p:nvSpPr>
          <p:spPr bwMode="auto">
            <a:xfrm>
              <a:off x="9964738" y="963613"/>
              <a:ext cx="268288" cy="127000"/>
            </a:xfrm>
            <a:custGeom>
              <a:avLst/>
              <a:gdLst>
                <a:gd name="T0" fmla="*/ 63 w 63"/>
                <a:gd name="T1" fmla="*/ 0 h 30"/>
                <a:gd name="T2" fmla="*/ 44 w 63"/>
                <a:gd name="T3" fmla="*/ 11 h 30"/>
                <a:gd name="T4" fmla="*/ 10 w 63"/>
                <a:gd name="T5" fmla="*/ 11 h 30"/>
                <a:gd name="T6" fmla="*/ 0 w 63"/>
                <a:gd name="T7" fmla="*/ 20 h 30"/>
                <a:gd name="T8" fmla="*/ 10 w 63"/>
                <a:gd name="T9" fmla="*/ 30 h 30"/>
                <a:gd name="T10" fmla="*/ 47 w 63"/>
                <a:gd name="T11" fmla="*/ 30 h 30"/>
                <a:gd name="T12" fmla="*/ 47 w 63"/>
                <a:gd name="T13" fmla="*/ 30 h 30"/>
                <a:gd name="T14" fmla="*/ 47 w 63"/>
                <a:gd name="T15" fmla="*/ 30 h 30"/>
                <a:gd name="T16" fmla="*/ 53 w 63"/>
                <a:gd name="T17" fmla="*/ 29 h 30"/>
                <a:gd name="T18" fmla="*/ 63 w 63"/>
                <a:gd name="T19" fmla="*/ 22 h 30"/>
                <a:gd name="T20" fmla="*/ 63 w 63"/>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3" h="30">
                  <a:moveTo>
                    <a:pt x="63" y="0"/>
                  </a:moveTo>
                  <a:cubicBezTo>
                    <a:pt x="44" y="11"/>
                    <a:pt x="44" y="11"/>
                    <a:pt x="44" y="11"/>
                  </a:cubicBezTo>
                  <a:cubicBezTo>
                    <a:pt x="10" y="11"/>
                    <a:pt x="10" y="11"/>
                    <a:pt x="10" y="11"/>
                  </a:cubicBezTo>
                  <a:cubicBezTo>
                    <a:pt x="3" y="11"/>
                    <a:pt x="0" y="15"/>
                    <a:pt x="0" y="20"/>
                  </a:cubicBezTo>
                  <a:cubicBezTo>
                    <a:pt x="0" y="25"/>
                    <a:pt x="3" y="30"/>
                    <a:pt x="10" y="30"/>
                  </a:cubicBezTo>
                  <a:cubicBezTo>
                    <a:pt x="47" y="30"/>
                    <a:pt x="47" y="30"/>
                    <a:pt x="47" y="30"/>
                  </a:cubicBezTo>
                  <a:cubicBezTo>
                    <a:pt x="47" y="30"/>
                    <a:pt x="47" y="30"/>
                    <a:pt x="47" y="30"/>
                  </a:cubicBezTo>
                  <a:cubicBezTo>
                    <a:pt x="47" y="30"/>
                    <a:pt x="47" y="30"/>
                    <a:pt x="47" y="30"/>
                  </a:cubicBezTo>
                  <a:cubicBezTo>
                    <a:pt x="50" y="30"/>
                    <a:pt x="50" y="29"/>
                    <a:pt x="53" y="29"/>
                  </a:cubicBezTo>
                  <a:cubicBezTo>
                    <a:pt x="63" y="22"/>
                    <a:pt x="63" y="22"/>
                    <a:pt x="63" y="22"/>
                  </a:cubicBezTo>
                  <a:lnTo>
                    <a:pt x="6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222"/>
            <p:cNvSpPr>
              <a:spLocks/>
            </p:cNvSpPr>
            <p:nvPr/>
          </p:nvSpPr>
          <p:spPr bwMode="auto">
            <a:xfrm>
              <a:off x="10225088" y="847725"/>
              <a:ext cx="247650" cy="508000"/>
            </a:xfrm>
            <a:custGeom>
              <a:avLst/>
              <a:gdLst>
                <a:gd name="T0" fmla="*/ 39 w 58"/>
                <a:gd name="T1" fmla="*/ 41 h 119"/>
                <a:gd name="T2" fmla="*/ 20 w 58"/>
                <a:gd name="T3" fmla="*/ 30 h 119"/>
                <a:gd name="T4" fmla="*/ 30 w 58"/>
                <a:gd name="T5" fmla="*/ 10 h 119"/>
                <a:gd name="T6" fmla="*/ 48 w 58"/>
                <a:gd name="T7" fmla="*/ 4 h 119"/>
                <a:gd name="T8" fmla="*/ 37 w 58"/>
                <a:gd name="T9" fmla="*/ 0 h 119"/>
                <a:gd name="T10" fmla="*/ 26 w 58"/>
                <a:gd name="T11" fmla="*/ 0 h 119"/>
                <a:gd name="T12" fmla="*/ 6 w 58"/>
                <a:gd name="T13" fmla="*/ 21 h 119"/>
                <a:gd name="T14" fmla="*/ 6 w 58"/>
                <a:gd name="T15" fmla="*/ 94 h 119"/>
                <a:gd name="T16" fmla="*/ 0 w 58"/>
                <a:gd name="T17" fmla="*/ 94 h 119"/>
                <a:gd name="T18" fmla="*/ 5 w 58"/>
                <a:gd name="T19" fmla="*/ 119 h 119"/>
                <a:gd name="T20" fmla="*/ 26 w 58"/>
                <a:gd name="T21" fmla="*/ 119 h 119"/>
                <a:gd name="T22" fmla="*/ 31 w 58"/>
                <a:gd name="T23" fmla="*/ 119 h 119"/>
                <a:gd name="T24" fmla="*/ 37 w 58"/>
                <a:gd name="T25" fmla="*/ 119 h 119"/>
                <a:gd name="T26" fmla="*/ 58 w 58"/>
                <a:gd name="T27" fmla="*/ 98 h 119"/>
                <a:gd name="T28" fmla="*/ 58 w 58"/>
                <a:gd name="T29" fmla="*/ 35 h 119"/>
                <a:gd name="T30" fmla="*/ 39 w 58"/>
                <a:gd name="T31" fmla="*/ 4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8" h="119">
                  <a:moveTo>
                    <a:pt x="39" y="41"/>
                  </a:moveTo>
                  <a:cubicBezTo>
                    <a:pt x="31" y="43"/>
                    <a:pt x="22" y="38"/>
                    <a:pt x="20" y="30"/>
                  </a:cubicBezTo>
                  <a:cubicBezTo>
                    <a:pt x="17" y="21"/>
                    <a:pt x="22" y="13"/>
                    <a:pt x="30" y="10"/>
                  </a:cubicBezTo>
                  <a:cubicBezTo>
                    <a:pt x="48" y="4"/>
                    <a:pt x="48" y="4"/>
                    <a:pt x="48" y="4"/>
                  </a:cubicBezTo>
                  <a:cubicBezTo>
                    <a:pt x="45" y="2"/>
                    <a:pt x="42" y="0"/>
                    <a:pt x="37" y="0"/>
                  </a:cubicBezTo>
                  <a:cubicBezTo>
                    <a:pt x="26" y="0"/>
                    <a:pt x="26" y="0"/>
                    <a:pt x="26" y="0"/>
                  </a:cubicBezTo>
                  <a:cubicBezTo>
                    <a:pt x="16" y="0"/>
                    <a:pt x="6" y="10"/>
                    <a:pt x="6" y="21"/>
                  </a:cubicBezTo>
                  <a:cubicBezTo>
                    <a:pt x="6" y="94"/>
                    <a:pt x="6" y="94"/>
                    <a:pt x="6" y="94"/>
                  </a:cubicBezTo>
                  <a:cubicBezTo>
                    <a:pt x="0" y="94"/>
                    <a:pt x="0" y="94"/>
                    <a:pt x="0" y="94"/>
                  </a:cubicBezTo>
                  <a:cubicBezTo>
                    <a:pt x="5" y="119"/>
                    <a:pt x="5" y="119"/>
                    <a:pt x="5" y="119"/>
                  </a:cubicBezTo>
                  <a:cubicBezTo>
                    <a:pt x="26" y="119"/>
                    <a:pt x="26" y="119"/>
                    <a:pt x="26" y="119"/>
                  </a:cubicBezTo>
                  <a:cubicBezTo>
                    <a:pt x="31" y="119"/>
                    <a:pt x="31" y="119"/>
                    <a:pt x="31" y="119"/>
                  </a:cubicBezTo>
                  <a:cubicBezTo>
                    <a:pt x="37" y="119"/>
                    <a:pt x="37" y="119"/>
                    <a:pt x="37" y="119"/>
                  </a:cubicBezTo>
                  <a:cubicBezTo>
                    <a:pt x="48" y="119"/>
                    <a:pt x="58" y="109"/>
                    <a:pt x="58" y="98"/>
                  </a:cubicBezTo>
                  <a:cubicBezTo>
                    <a:pt x="58" y="35"/>
                    <a:pt x="58" y="35"/>
                    <a:pt x="58" y="35"/>
                  </a:cubicBezTo>
                  <a:lnTo>
                    <a:pt x="39"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223"/>
            <p:cNvSpPr>
              <a:spLocks noEditPoints="1"/>
            </p:cNvSpPr>
            <p:nvPr/>
          </p:nvSpPr>
          <p:spPr bwMode="auto">
            <a:xfrm>
              <a:off x="9648825" y="365125"/>
              <a:ext cx="635000" cy="255588"/>
            </a:xfrm>
            <a:custGeom>
              <a:avLst/>
              <a:gdLst>
                <a:gd name="T0" fmla="*/ 118 w 149"/>
                <a:gd name="T1" fmla="*/ 0 h 60"/>
                <a:gd name="T2" fmla="*/ 118 w 149"/>
                <a:gd name="T3" fmla="*/ 0 h 60"/>
                <a:gd name="T4" fmla="*/ 31 w 149"/>
                <a:gd name="T5" fmla="*/ 0 h 60"/>
                <a:gd name="T6" fmla="*/ 31 w 149"/>
                <a:gd name="T7" fmla="*/ 0 h 60"/>
                <a:gd name="T8" fmla="*/ 31 w 149"/>
                <a:gd name="T9" fmla="*/ 0 h 60"/>
                <a:gd name="T10" fmla="*/ 26 w 149"/>
                <a:gd name="T11" fmla="*/ 0 h 60"/>
                <a:gd name="T12" fmla="*/ 26 w 149"/>
                <a:gd name="T13" fmla="*/ 0 h 60"/>
                <a:gd name="T14" fmla="*/ 0 w 149"/>
                <a:gd name="T15" fmla="*/ 30 h 60"/>
                <a:gd name="T16" fmla="*/ 26 w 149"/>
                <a:gd name="T17" fmla="*/ 60 h 60"/>
                <a:gd name="T18" fmla="*/ 26 w 149"/>
                <a:gd name="T19" fmla="*/ 60 h 60"/>
                <a:gd name="T20" fmla="*/ 118 w 149"/>
                <a:gd name="T21" fmla="*/ 60 h 60"/>
                <a:gd name="T22" fmla="*/ 134 w 149"/>
                <a:gd name="T23" fmla="*/ 60 h 60"/>
                <a:gd name="T24" fmla="*/ 149 w 149"/>
                <a:gd name="T25" fmla="*/ 60 h 60"/>
                <a:gd name="T26" fmla="*/ 149 w 149"/>
                <a:gd name="T27" fmla="*/ 43 h 60"/>
                <a:gd name="T28" fmla="*/ 149 w 149"/>
                <a:gd name="T29" fmla="*/ 30 h 60"/>
                <a:gd name="T30" fmla="*/ 118 w 149"/>
                <a:gd name="T31" fmla="*/ 0 h 60"/>
                <a:gd name="T32" fmla="*/ 134 w 149"/>
                <a:gd name="T33" fmla="*/ 49 h 60"/>
                <a:gd name="T34" fmla="*/ 134 w 149"/>
                <a:gd name="T35" fmla="*/ 50 h 60"/>
                <a:gd name="T36" fmla="*/ 134 w 149"/>
                <a:gd name="T37" fmla="*/ 50 h 60"/>
                <a:gd name="T38" fmla="*/ 132 w 149"/>
                <a:gd name="T39" fmla="*/ 50 h 60"/>
                <a:gd name="T40" fmla="*/ 130 w 149"/>
                <a:gd name="T41" fmla="*/ 50 h 60"/>
                <a:gd name="T42" fmla="*/ 130 w 149"/>
                <a:gd name="T43" fmla="*/ 50 h 60"/>
                <a:gd name="T44" fmla="*/ 130 w 149"/>
                <a:gd name="T45" fmla="*/ 51 h 60"/>
                <a:gd name="T46" fmla="*/ 130 w 149"/>
                <a:gd name="T47" fmla="*/ 51 h 60"/>
                <a:gd name="T48" fmla="*/ 130 w 149"/>
                <a:gd name="T49" fmla="*/ 51 h 60"/>
                <a:gd name="T50" fmla="*/ 130 w 149"/>
                <a:gd name="T51" fmla="*/ 51 h 60"/>
                <a:gd name="T52" fmla="*/ 129 w 149"/>
                <a:gd name="T53" fmla="*/ 52 h 60"/>
                <a:gd name="T54" fmla="*/ 129 w 149"/>
                <a:gd name="T55" fmla="*/ 52 h 60"/>
                <a:gd name="T56" fmla="*/ 127 w 149"/>
                <a:gd name="T57" fmla="*/ 53 h 60"/>
                <a:gd name="T58" fmla="*/ 127 w 149"/>
                <a:gd name="T59" fmla="*/ 53 h 60"/>
                <a:gd name="T60" fmla="*/ 126 w 149"/>
                <a:gd name="T61" fmla="*/ 53 h 60"/>
                <a:gd name="T62" fmla="*/ 126 w 149"/>
                <a:gd name="T63" fmla="*/ 53 h 60"/>
                <a:gd name="T64" fmla="*/ 124 w 149"/>
                <a:gd name="T65" fmla="*/ 53 h 60"/>
                <a:gd name="T66" fmla="*/ 124 w 149"/>
                <a:gd name="T67" fmla="*/ 53 h 60"/>
                <a:gd name="T68" fmla="*/ 124 w 149"/>
                <a:gd name="T69" fmla="*/ 53 h 60"/>
                <a:gd name="T70" fmla="*/ 124 w 149"/>
                <a:gd name="T71" fmla="*/ 53 h 60"/>
                <a:gd name="T72" fmla="*/ 124 w 149"/>
                <a:gd name="T73" fmla="*/ 53 h 60"/>
                <a:gd name="T74" fmla="*/ 124 w 149"/>
                <a:gd name="T75" fmla="*/ 53 h 60"/>
                <a:gd name="T76" fmla="*/ 121 w 149"/>
                <a:gd name="T77" fmla="*/ 54 h 60"/>
                <a:gd name="T78" fmla="*/ 121 w 149"/>
                <a:gd name="T79" fmla="*/ 54 h 60"/>
                <a:gd name="T80" fmla="*/ 121 w 149"/>
                <a:gd name="T81" fmla="*/ 54 h 60"/>
                <a:gd name="T82" fmla="*/ 101 w 149"/>
                <a:gd name="T83" fmla="*/ 54 h 60"/>
                <a:gd name="T84" fmla="*/ 102 w 149"/>
                <a:gd name="T85" fmla="*/ 54 h 60"/>
                <a:gd name="T86" fmla="*/ 28 w 149"/>
                <a:gd name="T87" fmla="*/ 54 h 60"/>
                <a:gd name="T88" fmla="*/ 28 w 149"/>
                <a:gd name="T89" fmla="*/ 54 h 60"/>
                <a:gd name="T90" fmla="*/ 6 w 149"/>
                <a:gd name="T91" fmla="*/ 30 h 60"/>
                <a:gd name="T92" fmla="*/ 28 w 149"/>
                <a:gd name="T93" fmla="*/ 5 h 60"/>
                <a:gd name="T94" fmla="*/ 28 w 149"/>
                <a:gd name="T95" fmla="*/ 5 h 60"/>
                <a:gd name="T96" fmla="*/ 31 w 149"/>
                <a:gd name="T97" fmla="*/ 5 h 60"/>
                <a:gd name="T98" fmla="*/ 31 w 149"/>
                <a:gd name="T99" fmla="*/ 5 h 60"/>
                <a:gd name="T100" fmla="*/ 31 w 149"/>
                <a:gd name="T101" fmla="*/ 5 h 60"/>
                <a:gd name="T102" fmla="*/ 46 w 149"/>
                <a:gd name="T103" fmla="*/ 5 h 60"/>
                <a:gd name="T104" fmla="*/ 46 w 149"/>
                <a:gd name="T105" fmla="*/ 5 h 60"/>
                <a:gd name="T106" fmla="*/ 121 w 149"/>
                <a:gd name="T107" fmla="*/ 5 h 60"/>
                <a:gd name="T108" fmla="*/ 121 w 149"/>
                <a:gd name="T109" fmla="*/ 5 h 60"/>
                <a:gd name="T110" fmla="*/ 143 w 149"/>
                <a:gd name="T111" fmla="*/ 30 h 60"/>
                <a:gd name="T112" fmla="*/ 134 w 149"/>
                <a:gd name="T113" fmla="*/ 4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9" h="60">
                  <a:moveTo>
                    <a:pt x="118" y="0"/>
                  </a:moveTo>
                  <a:cubicBezTo>
                    <a:pt x="118" y="0"/>
                    <a:pt x="118" y="0"/>
                    <a:pt x="118" y="0"/>
                  </a:cubicBezTo>
                  <a:cubicBezTo>
                    <a:pt x="31" y="0"/>
                    <a:pt x="31" y="0"/>
                    <a:pt x="31" y="0"/>
                  </a:cubicBezTo>
                  <a:cubicBezTo>
                    <a:pt x="31" y="0"/>
                    <a:pt x="31" y="0"/>
                    <a:pt x="31" y="0"/>
                  </a:cubicBezTo>
                  <a:cubicBezTo>
                    <a:pt x="31" y="0"/>
                    <a:pt x="31" y="0"/>
                    <a:pt x="31" y="0"/>
                  </a:cubicBezTo>
                  <a:cubicBezTo>
                    <a:pt x="26" y="0"/>
                    <a:pt x="26" y="0"/>
                    <a:pt x="26" y="0"/>
                  </a:cubicBezTo>
                  <a:cubicBezTo>
                    <a:pt x="26" y="0"/>
                    <a:pt x="26" y="0"/>
                    <a:pt x="26" y="0"/>
                  </a:cubicBezTo>
                  <a:cubicBezTo>
                    <a:pt x="12" y="1"/>
                    <a:pt x="0" y="15"/>
                    <a:pt x="0" y="30"/>
                  </a:cubicBezTo>
                  <a:cubicBezTo>
                    <a:pt x="0" y="46"/>
                    <a:pt x="12" y="58"/>
                    <a:pt x="26" y="60"/>
                  </a:cubicBezTo>
                  <a:cubicBezTo>
                    <a:pt x="26" y="60"/>
                    <a:pt x="26" y="60"/>
                    <a:pt x="26" y="60"/>
                  </a:cubicBezTo>
                  <a:cubicBezTo>
                    <a:pt x="118" y="60"/>
                    <a:pt x="118" y="60"/>
                    <a:pt x="118" y="60"/>
                  </a:cubicBezTo>
                  <a:cubicBezTo>
                    <a:pt x="134" y="60"/>
                    <a:pt x="134" y="60"/>
                    <a:pt x="134" y="60"/>
                  </a:cubicBezTo>
                  <a:cubicBezTo>
                    <a:pt x="149" y="60"/>
                    <a:pt x="149" y="60"/>
                    <a:pt x="149" y="60"/>
                  </a:cubicBezTo>
                  <a:cubicBezTo>
                    <a:pt x="149" y="43"/>
                    <a:pt x="149" y="43"/>
                    <a:pt x="149" y="43"/>
                  </a:cubicBezTo>
                  <a:cubicBezTo>
                    <a:pt x="149" y="30"/>
                    <a:pt x="149" y="30"/>
                    <a:pt x="149" y="30"/>
                  </a:cubicBezTo>
                  <a:cubicBezTo>
                    <a:pt x="149" y="13"/>
                    <a:pt x="134" y="0"/>
                    <a:pt x="118" y="0"/>
                  </a:cubicBezTo>
                  <a:close/>
                  <a:moveTo>
                    <a:pt x="134" y="49"/>
                  </a:moveTo>
                  <a:cubicBezTo>
                    <a:pt x="134" y="50"/>
                    <a:pt x="134" y="50"/>
                    <a:pt x="134" y="50"/>
                  </a:cubicBezTo>
                  <a:cubicBezTo>
                    <a:pt x="134" y="50"/>
                    <a:pt x="134" y="50"/>
                    <a:pt x="134" y="50"/>
                  </a:cubicBezTo>
                  <a:cubicBezTo>
                    <a:pt x="132" y="50"/>
                    <a:pt x="132" y="50"/>
                    <a:pt x="132" y="50"/>
                  </a:cubicBezTo>
                  <a:cubicBezTo>
                    <a:pt x="132" y="50"/>
                    <a:pt x="132" y="50"/>
                    <a:pt x="130" y="50"/>
                  </a:cubicBezTo>
                  <a:cubicBezTo>
                    <a:pt x="130" y="50"/>
                    <a:pt x="130" y="50"/>
                    <a:pt x="130" y="50"/>
                  </a:cubicBezTo>
                  <a:cubicBezTo>
                    <a:pt x="130" y="51"/>
                    <a:pt x="130" y="51"/>
                    <a:pt x="130" y="51"/>
                  </a:cubicBezTo>
                  <a:cubicBezTo>
                    <a:pt x="130" y="51"/>
                    <a:pt x="130" y="51"/>
                    <a:pt x="130" y="51"/>
                  </a:cubicBezTo>
                  <a:cubicBezTo>
                    <a:pt x="130" y="51"/>
                    <a:pt x="130" y="51"/>
                    <a:pt x="130" y="51"/>
                  </a:cubicBezTo>
                  <a:cubicBezTo>
                    <a:pt x="130" y="51"/>
                    <a:pt x="130" y="51"/>
                    <a:pt x="130" y="51"/>
                  </a:cubicBezTo>
                  <a:cubicBezTo>
                    <a:pt x="130" y="51"/>
                    <a:pt x="130" y="52"/>
                    <a:pt x="129" y="52"/>
                  </a:cubicBezTo>
                  <a:cubicBezTo>
                    <a:pt x="129" y="52"/>
                    <a:pt x="129" y="52"/>
                    <a:pt x="129" y="52"/>
                  </a:cubicBezTo>
                  <a:cubicBezTo>
                    <a:pt x="127" y="52"/>
                    <a:pt x="127" y="53"/>
                    <a:pt x="127" y="53"/>
                  </a:cubicBezTo>
                  <a:cubicBezTo>
                    <a:pt x="127" y="53"/>
                    <a:pt x="127" y="53"/>
                    <a:pt x="127" y="53"/>
                  </a:cubicBezTo>
                  <a:cubicBezTo>
                    <a:pt x="127" y="53"/>
                    <a:pt x="127" y="53"/>
                    <a:pt x="126" y="53"/>
                  </a:cubicBezTo>
                  <a:cubicBezTo>
                    <a:pt x="126" y="53"/>
                    <a:pt x="126" y="53"/>
                    <a:pt x="126" y="53"/>
                  </a:cubicBezTo>
                  <a:cubicBezTo>
                    <a:pt x="124" y="53"/>
                    <a:pt x="124" y="53"/>
                    <a:pt x="124" y="53"/>
                  </a:cubicBezTo>
                  <a:cubicBezTo>
                    <a:pt x="124" y="53"/>
                    <a:pt x="124" y="53"/>
                    <a:pt x="124" y="53"/>
                  </a:cubicBezTo>
                  <a:cubicBezTo>
                    <a:pt x="124" y="53"/>
                    <a:pt x="124" y="53"/>
                    <a:pt x="124" y="53"/>
                  </a:cubicBezTo>
                  <a:cubicBezTo>
                    <a:pt x="124" y="53"/>
                    <a:pt x="124" y="53"/>
                    <a:pt x="124" y="53"/>
                  </a:cubicBezTo>
                  <a:cubicBezTo>
                    <a:pt x="124" y="53"/>
                    <a:pt x="124" y="53"/>
                    <a:pt x="124" y="53"/>
                  </a:cubicBezTo>
                  <a:cubicBezTo>
                    <a:pt x="124" y="53"/>
                    <a:pt x="124" y="53"/>
                    <a:pt x="124" y="53"/>
                  </a:cubicBezTo>
                  <a:cubicBezTo>
                    <a:pt x="121" y="53"/>
                    <a:pt x="121" y="54"/>
                    <a:pt x="121" y="54"/>
                  </a:cubicBezTo>
                  <a:cubicBezTo>
                    <a:pt x="121" y="54"/>
                    <a:pt x="121" y="54"/>
                    <a:pt x="121" y="54"/>
                  </a:cubicBezTo>
                  <a:cubicBezTo>
                    <a:pt x="121" y="54"/>
                    <a:pt x="121" y="54"/>
                    <a:pt x="121" y="54"/>
                  </a:cubicBezTo>
                  <a:cubicBezTo>
                    <a:pt x="101" y="54"/>
                    <a:pt x="101" y="54"/>
                    <a:pt x="101" y="54"/>
                  </a:cubicBezTo>
                  <a:cubicBezTo>
                    <a:pt x="101" y="54"/>
                    <a:pt x="101" y="54"/>
                    <a:pt x="102" y="54"/>
                  </a:cubicBezTo>
                  <a:cubicBezTo>
                    <a:pt x="28" y="54"/>
                    <a:pt x="28" y="54"/>
                    <a:pt x="28" y="54"/>
                  </a:cubicBezTo>
                  <a:cubicBezTo>
                    <a:pt x="28" y="54"/>
                    <a:pt x="28" y="54"/>
                    <a:pt x="28" y="54"/>
                  </a:cubicBezTo>
                  <a:cubicBezTo>
                    <a:pt x="15" y="53"/>
                    <a:pt x="6" y="43"/>
                    <a:pt x="6" y="30"/>
                  </a:cubicBezTo>
                  <a:cubicBezTo>
                    <a:pt x="6" y="17"/>
                    <a:pt x="15" y="6"/>
                    <a:pt x="28" y="5"/>
                  </a:cubicBezTo>
                  <a:cubicBezTo>
                    <a:pt x="28" y="5"/>
                    <a:pt x="28" y="5"/>
                    <a:pt x="28" y="5"/>
                  </a:cubicBezTo>
                  <a:cubicBezTo>
                    <a:pt x="31" y="5"/>
                    <a:pt x="31" y="5"/>
                    <a:pt x="31" y="5"/>
                  </a:cubicBezTo>
                  <a:cubicBezTo>
                    <a:pt x="31" y="5"/>
                    <a:pt x="31" y="5"/>
                    <a:pt x="31" y="5"/>
                  </a:cubicBezTo>
                  <a:cubicBezTo>
                    <a:pt x="31" y="5"/>
                    <a:pt x="31" y="5"/>
                    <a:pt x="31" y="5"/>
                  </a:cubicBezTo>
                  <a:cubicBezTo>
                    <a:pt x="46" y="5"/>
                    <a:pt x="46" y="5"/>
                    <a:pt x="46" y="5"/>
                  </a:cubicBezTo>
                  <a:cubicBezTo>
                    <a:pt x="46" y="5"/>
                    <a:pt x="46" y="5"/>
                    <a:pt x="46" y="5"/>
                  </a:cubicBezTo>
                  <a:cubicBezTo>
                    <a:pt x="121" y="5"/>
                    <a:pt x="121" y="5"/>
                    <a:pt x="121" y="5"/>
                  </a:cubicBezTo>
                  <a:cubicBezTo>
                    <a:pt x="121" y="5"/>
                    <a:pt x="121" y="5"/>
                    <a:pt x="121" y="5"/>
                  </a:cubicBezTo>
                  <a:cubicBezTo>
                    <a:pt x="134" y="6"/>
                    <a:pt x="143" y="17"/>
                    <a:pt x="143" y="30"/>
                  </a:cubicBezTo>
                  <a:cubicBezTo>
                    <a:pt x="143" y="38"/>
                    <a:pt x="140" y="45"/>
                    <a:pt x="134"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Freeform 224"/>
            <p:cNvSpPr>
              <a:spLocks/>
            </p:cNvSpPr>
            <p:nvPr/>
          </p:nvSpPr>
          <p:spPr bwMode="auto">
            <a:xfrm>
              <a:off x="9737725" y="412750"/>
              <a:ext cx="461963" cy="30163"/>
            </a:xfrm>
            <a:custGeom>
              <a:avLst/>
              <a:gdLst>
                <a:gd name="T0" fmla="*/ 108 w 108"/>
                <a:gd name="T1" fmla="*/ 4 h 7"/>
                <a:gd name="T2" fmla="*/ 106 w 108"/>
                <a:gd name="T3" fmla="*/ 7 h 7"/>
                <a:gd name="T4" fmla="*/ 4 w 108"/>
                <a:gd name="T5" fmla="*/ 7 h 7"/>
                <a:gd name="T6" fmla="*/ 0 w 108"/>
                <a:gd name="T7" fmla="*/ 4 h 7"/>
                <a:gd name="T8" fmla="*/ 0 w 108"/>
                <a:gd name="T9" fmla="*/ 4 h 7"/>
                <a:gd name="T10" fmla="*/ 4 w 108"/>
                <a:gd name="T11" fmla="*/ 0 h 7"/>
                <a:gd name="T12" fmla="*/ 106 w 108"/>
                <a:gd name="T13" fmla="*/ 0 h 7"/>
                <a:gd name="T14" fmla="*/ 108 w 108"/>
                <a:gd name="T15" fmla="*/ 4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 h="7">
                  <a:moveTo>
                    <a:pt x="108" y="4"/>
                  </a:moveTo>
                  <a:cubicBezTo>
                    <a:pt x="108" y="5"/>
                    <a:pt x="106" y="7"/>
                    <a:pt x="106" y="7"/>
                  </a:cubicBezTo>
                  <a:cubicBezTo>
                    <a:pt x="4" y="7"/>
                    <a:pt x="4" y="7"/>
                    <a:pt x="4" y="7"/>
                  </a:cubicBezTo>
                  <a:cubicBezTo>
                    <a:pt x="4" y="7"/>
                    <a:pt x="0" y="5"/>
                    <a:pt x="0" y="4"/>
                  </a:cubicBezTo>
                  <a:cubicBezTo>
                    <a:pt x="0" y="4"/>
                    <a:pt x="0" y="4"/>
                    <a:pt x="0" y="4"/>
                  </a:cubicBezTo>
                  <a:cubicBezTo>
                    <a:pt x="0" y="2"/>
                    <a:pt x="4" y="0"/>
                    <a:pt x="4" y="0"/>
                  </a:cubicBezTo>
                  <a:cubicBezTo>
                    <a:pt x="106" y="0"/>
                    <a:pt x="106" y="0"/>
                    <a:pt x="106" y="0"/>
                  </a:cubicBezTo>
                  <a:cubicBezTo>
                    <a:pt x="106" y="0"/>
                    <a:pt x="108" y="2"/>
                    <a:pt x="10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225"/>
            <p:cNvSpPr>
              <a:spLocks/>
            </p:cNvSpPr>
            <p:nvPr/>
          </p:nvSpPr>
          <p:spPr bwMode="auto">
            <a:xfrm>
              <a:off x="9737725" y="468313"/>
              <a:ext cx="461963" cy="25400"/>
            </a:xfrm>
            <a:custGeom>
              <a:avLst/>
              <a:gdLst>
                <a:gd name="T0" fmla="*/ 108 w 108"/>
                <a:gd name="T1" fmla="*/ 3 h 6"/>
                <a:gd name="T2" fmla="*/ 106 w 108"/>
                <a:gd name="T3" fmla="*/ 6 h 6"/>
                <a:gd name="T4" fmla="*/ 4 w 108"/>
                <a:gd name="T5" fmla="*/ 6 h 6"/>
                <a:gd name="T6" fmla="*/ 0 w 108"/>
                <a:gd name="T7" fmla="*/ 3 h 6"/>
                <a:gd name="T8" fmla="*/ 0 w 108"/>
                <a:gd name="T9" fmla="*/ 3 h 6"/>
                <a:gd name="T10" fmla="*/ 4 w 108"/>
                <a:gd name="T11" fmla="*/ 0 h 6"/>
                <a:gd name="T12" fmla="*/ 106 w 108"/>
                <a:gd name="T13" fmla="*/ 0 h 6"/>
                <a:gd name="T14" fmla="*/ 108 w 108"/>
                <a:gd name="T15" fmla="*/ 3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 h="6">
                  <a:moveTo>
                    <a:pt x="108" y="3"/>
                  </a:moveTo>
                  <a:cubicBezTo>
                    <a:pt x="108" y="5"/>
                    <a:pt x="106" y="6"/>
                    <a:pt x="106" y="6"/>
                  </a:cubicBezTo>
                  <a:cubicBezTo>
                    <a:pt x="4" y="6"/>
                    <a:pt x="4" y="6"/>
                    <a:pt x="4" y="6"/>
                  </a:cubicBezTo>
                  <a:cubicBezTo>
                    <a:pt x="4" y="6"/>
                    <a:pt x="0" y="5"/>
                    <a:pt x="0" y="3"/>
                  </a:cubicBezTo>
                  <a:cubicBezTo>
                    <a:pt x="0" y="3"/>
                    <a:pt x="0" y="3"/>
                    <a:pt x="0" y="3"/>
                  </a:cubicBezTo>
                  <a:cubicBezTo>
                    <a:pt x="0" y="1"/>
                    <a:pt x="4" y="0"/>
                    <a:pt x="4" y="0"/>
                  </a:cubicBezTo>
                  <a:cubicBezTo>
                    <a:pt x="106" y="0"/>
                    <a:pt x="106" y="0"/>
                    <a:pt x="106" y="0"/>
                  </a:cubicBezTo>
                  <a:cubicBezTo>
                    <a:pt x="106" y="0"/>
                    <a:pt x="108" y="1"/>
                    <a:pt x="108"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226"/>
            <p:cNvSpPr>
              <a:spLocks/>
            </p:cNvSpPr>
            <p:nvPr/>
          </p:nvSpPr>
          <p:spPr bwMode="auto">
            <a:xfrm>
              <a:off x="9959975" y="519113"/>
              <a:ext cx="239713" cy="25400"/>
            </a:xfrm>
            <a:custGeom>
              <a:avLst/>
              <a:gdLst>
                <a:gd name="T0" fmla="*/ 0 w 56"/>
                <a:gd name="T1" fmla="*/ 3 h 6"/>
                <a:gd name="T2" fmla="*/ 3 w 56"/>
                <a:gd name="T3" fmla="*/ 6 h 6"/>
                <a:gd name="T4" fmla="*/ 54 w 56"/>
                <a:gd name="T5" fmla="*/ 6 h 6"/>
                <a:gd name="T6" fmla="*/ 56 w 56"/>
                <a:gd name="T7" fmla="*/ 3 h 6"/>
                <a:gd name="T8" fmla="*/ 56 w 56"/>
                <a:gd name="T9" fmla="*/ 3 h 6"/>
                <a:gd name="T10" fmla="*/ 54 w 56"/>
                <a:gd name="T11" fmla="*/ 0 h 6"/>
                <a:gd name="T12" fmla="*/ 3 w 56"/>
                <a:gd name="T13" fmla="*/ 0 h 6"/>
                <a:gd name="T14" fmla="*/ 0 w 56"/>
                <a:gd name="T15" fmla="*/ 3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6">
                  <a:moveTo>
                    <a:pt x="0" y="3"/>
                  </a:moveTo>
                  <a:cubicBezTo>
                    <a:pt x="0" y="4"/>
                    <a:pt x="1" y="6"/>
                    <a:pt x="3" y="6"/>
                  </a:cubicBezTo>
                  <a:cubicBezTo>
                    <a:pt x="54" y="6"/>
                    <a:pt x="54" y="6"/>
                    <a:pt x="54" y="6"/>
                  </a:cubicBezTo>
                  <a:cubicBezTo>
                    <a:pt x="54" y="6"/>
                    <a:pt x="56" y="4"/>
                    <a:pt x="56" y="3"/>
                  </a:cubicBezTo>
                  <a:cubicBezTo>
                    <a:pt x="56" y="3"/>
                    <a:pt x="56" y="3"/>
                    <a:pt x="56" y="3"/>
                  </a:cubicBezTo>
                  <a:cubicBezTo>
                    <a:pt x="56" y="1"/>
                    <a:pt x="54" y="0"/>
                    <a:pt x="54" y="0"/>
                  </a:cubicBezTo>
                  <a:cubicBezTo>
                    <a:pt x="3" y="0"/>
                    <a:pt x="3" y="0"/>
                    <a:pt x="3" y="0"/>
                  </a:cubicBezTo>
                  <a:cubicBezTo>
                    <a:pt x="1" y="0"/>
                    <a:pt x="0" y="1"/>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227"/>
            <p:cNvSpPr>
              <a:spLocks/>
            </p:cNvSpPr>
            <p:nvPr/>
          </p:nvSpPr>
          <p:spPr bwMode="auto">
            <a:xfrm>
              <a:off x="9324975" y="1176338"/>
              <a:ext cx="58738" cy="401638"/>
            </a:xfrm>
            <a:custGeom>
              <a:avLst/>
              <a:gdLst>
                <a:gd name="T0" fmla="*/ 10 w 14"/>
                <a:gd name="T1" fmla="*/ 38 h 94"/>
                <a:gd name="T2" fmla="*/ 10 w 14"/>
                <a:gd name="T3" fmla="*/ 39 h 94"/>
                <a:gd name="T4" fmla="*/ 10 w 14"/>
                <a:gd name="T5" fmla="*/ 42 h 94"/>
                <a:gd name="T6" fmla="*/ 10 w 14"/>
                <a:gd name="T7" fmla="*/ 84 h 94"/>
                <a:gd name="T8" fmla="*/ 0 w 14"/>
                <a:gd name="T9" fmla="*/ 94 h 94"/>
                <a:gd name="T10" fmla="*/ 1 w 14"/>
                <a:gd name="T11" fmla="*/ 94 h 94"/>
                <a:gd name="T12" fmla="*/ 4 w 14"/>
                <a:gd name="T13" fmla="*/ 94 h 94"/>
                <a:gd name="T14" fmla="*/ 14 w 14"/>
                <a:gd name="T15" fmla="*/ 84 h 94"/>
                <a:gd name="T16" fmla="*/ 14 w 14"/>
                <a:gd name="T17" fmla="*/ 42 h 94"/>
                <a:gd name="T18" fmla="*/ 14 w 14"/>
                <a:gd name="T19" fmla="*/ 40 h 94"/>
                <a:gd name="T20" fmla="*/ 14 w 14"/>
                <a:gd name="T21" fmla="*/ 38 h 94"/>
                <a:gd name="T22" fmla="*/ 14 w 14"/>
                <a:gd name="T23" fmla="*/ 0 h 94"/>
                <a:gd name="T24" fmla="*/ 10 w 14"/>
                <a:gd name="T25" fmla="*/ 3 h 94"/>
                <a:gd name="T26" fmla="*/ 10 w 14"/>
                <a:gd name="T27" fmla="*/ 3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 h="94">
                  <a:moveTo>
                    <a:pt x="10" y="38"/>
                  </a:moveTo>
                  <a:cubicBezTo>
                    <a:pt x="10" y="39"/>
                    <a:pt x="10" y="39"/>
                    <a:pt x="10" y="39"/>
                  </a:cubicBezTo>
                  <a:cubicBezTo>
                    <a:pt x="10" y="42"/>
                    <a:pt x="10" y="42"/>
                    <a:pt x="10" y="42"/>
                  </a:cubicBezTo>
                  <a:cubicBezTo>
                    <a:pt x="10" y="84"/>
                    <a:pt x="10" y="84"/>
                    <a:pt x="10" y="84"/>
                  </a:cubicBezTo>
                  <a:cubicBezTo>
                    <a:pt x="10" y="89"/>
                    <a:pt x="4" y="94"/>
                    <a:pt x="0" y="94"/>
                  </a:cubicBezTo>
                  <a:cubicBezTo>
                    <a:pt x="1" y="94"/>
                    <a:pt x="1" y="94"/>
                    <a:pt x="1" y="94"/>
                  </a:cubicBezTo>
                  <a:cubicBezTo>
                    <a:pt x="4" y="94"/>
                    <a:pt x="4" y="94"/>
                    <a:pt x="4" y="94"/>
                  </a:cubicBezTo>
                  <a:cubicBezTo>
                    <a:pt x="10" y="94"/>
                    <a:pt x="14" y="90"/>
                    <a:pt x="14" y="84"/>
                  </a:cubicBezTo>
                  <a:cubicBezTo>
                    <a:pt x="14" y="42"/>
                    <a:pt x="14" y="42"/>
                    <a:pt x="14" y="42"/>
                  </a:cubicBezTo>
                  <a:cubicBezTo>
                    <a:pt x="14" y="40"/>
                    <a:pt x="14" y="40"/>
                    <a:pt x="14" y="40"/>
                  </a:cubicBezTo>
                  <a:cubicBezTo>
                    <a:pt x="14" y="40"/>
                    <a:pt x="14" y="39"/>
                    <a:pt x="14" y="38"/>
                  </a:cubicBezTo>
                  <a:cubicBezTo>
                    <a:pt x="14" y="0"/>
                    <a:pt x="14" y="0"/>
                    <a:pt x="14" y="0"/>
                  </a:cubicBezTo>
                  <a:cubicBezTo>
                    <a:pt x="14" y="0"/>
                    <a:pt x="10" y="2"/>
                    <a:pt x="10" y="3"/>
                  </a:cubicBezTo>
                  <a:lnTo>
                    <a:pt x="10"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Rectangle 228"/>
            <p:cNvSpPr>
              <a:spLocks noChangeArrowheads="1"/>
            </p:cNvSpPr>
            <p:nvPr/>
          </p:nvSpPr>
          <p:spPr bwMode="auto">
            <a:xfrm>
              <a:off x="10991850" y="322263"/>
              <a:ext cx="34925" cy="901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Rectangle 229"/>
            <p:cNvSpPr>
              <a:spLocks noChangeArrowheads="1"/>
            </p:cNvSpPr>
            <p:nvPr/>
          </p:nvSpPr>
          <p:spPr bwMode="auto">
            <a:xfrm>
              <a:off x="11052175" y="220663"/>
              <a:ext cx="68263" cy="13652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230"/>
            <p:cNvSpPr>
              <a:spLocks/>
            </p:cNvSpPr>
            <p:nvPr/>
          </p:nvSpPr>
          <p:spPr bwMode="auto">
            <a:xfrm>
              <a:off x="9183688" y="681038"/>
              <a:ext cx="217488" cy="896938"/>
            </a:xfrm>
            <a:custGeom>
              <a:avLst/>
              <a:gdLst>
                <a:gd name="T0" fmla="*/ 31 w 51"/>
                <a:gd name="T1" fmla="*/ 0 h 210"/>
                <a:gd name="T2" fmla="*/ 22 w 51"/>
                <a:gd name="T3" fmla="*/ 0 h 210"/>
                <a:gd name="T4" fmla="*/ 0 w 51"/>
                <a:gd name="T5" fmla="*/ 20 h 210"/>
                <a:gd name="T6" fmla="*/ 0 w 51"/>
                <a:gd name="T7" fmla="*/ 21 h 210"/>
                <a:gd name="T8" fmla="*/ 9 w 51"/>
                <a:gd name="T9" fmla="*/ 12 h 210"/>
                <a:gd name="T10" fmla="*/ 33 w 51"/>
                <a:gd name="T11" fmla="*/ 11 h 210"/>
                <a:gd name="T12" fmla="*/ 34 w 51"/>
                <a:gd name="T13" fmla="*/ 35 h 210"/>
                <a:gd name="T14" fmla="*/ 14 w 51"/>
                <a:gd name="T15" fmla="*/ 57 h 210"/>
                <a:gd name="T16" fmla="*/ 28 w 51"/>
                <a:gd name="T17" fmla="*/ 68 h 210"/>
                <a:gd name="T18" fmla="*/ 31 w 51"/>
                <a:gd name="T19" fmla="*/ 91 h 210"/>
                <a:gd name="T20" fmla="*/ 8 w 51"/>
                <a:gd name="T21" fmla="*/ 95 h 210"/>
                <a:gd name="T22" fmla="*/ 0 w 51"/>
                <a:gd name="T23" fmla="*/ 89 h 210"/>
                <a:gd name="T24" fmla="*/ 0 w 51"/>
                <a:gd name="T25" fmla="*/ 98 h 210"/>
                <a:gd name="T26" fmla="*/ 14 w 51"/>
                <a:gd name="T27" fmla="*/ 116 h 210"/>
                <a:gd name="T28" fmla="*/ 14 w 51"/>
                <a:gd name="T29" fmla="*/ 154 h 210"/>
                <a:gd name="T30" fmla="*/ 14 w 51"/>
                <a:gd name="T31" fmla="*/ 155 h 210"/>
                <a:gd name="T32" fmla="*/ 14 w 51"/>
                <a:gd name="T33" fmla="*/ 158 h 210"/>
                <a:gd name="T34" fmla="*/ 14 w 51"/>
                <a:gd name="T35" fmla="*/ 200 h 210"/>
                <a:gd name="T36" fmla="*/ 25 w 51"/>
                <a:gd name="T37" fmla="*/ 210 h 210"/>
                <a:gd name="T38" fmla="*/ 28 w 51"/>
                <a:gd name="T39" fmla="*/ 210 h 210"/>
                <a:gd name="T40" fmla="*/ 39 w 51"/>
                <a:gd name="T41" fmla="*/ 200 h 210"/>
                <a:gd name="T42" fmla="*/ 39 w 51"/>
                <a:gd name="T43" fmla="*/ 158 h 210"/>
                <a:gd name="T44" fmla="*/ 37 w 51"/>
                <a:gd name="T45" fmla="*/ 155 h 210"/>
                <a:gd name="T46" fmla="*/ 39 w 51"/>
                <a:gd name="T47" fmla="*/ 154 h 210"/>
                <a:gd name="T48" fmla="*/ 39 w 51"/>
                <a:gd name="T49" fmla="*/ 116 h 210"/>
                <a:gd name="T50" fmla="*/ 51 w 51"/>
                <a:gd name="T51" fmla="*/ 98 h 210"/>
                <a:gd name="T52" fmla="*/ 51 w 51"/>
                <a:gd name="T53" fmla="*/ 20 h 210"/>
                <a:gd name="T54" fmla="*/ 31 w 51"/>
                <a:gd name="T55"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1" h="210">
                  <a:moveTo>
                    <a:pt x="31" y="0"/>
                  </a:moveTo>
                  <a:cubicBezTo>
                    <a:pt x="22" y="0"/>
                    <a:pt x="22" y="0"/>
                    <a:pt x="22" y="0"/>
                  </a:cubicBezTo>
                  <a:cubicBezTo>
                    <a:pt x="9" y="0"/>
                    <a:pt x="0" y="9"/>
                    <a:pt x="0" y="20"/>
                  </a:cubicBezTo>
                  <a:cubicBezTo>
                    <a:pt x="0" y="21"/>
                    <a:pt x="0" y="21"/>
                    <a:pt x="0" y="21"/>
                  </a:cubicBezTo>
                  <a:cubicBezTo>
                    <a:pt x="9" y="12"/>
                    <a:pt x="9" y="12"/>
                    <a:pt x="9" y="12"/>
                  </a:cubicBezTo>
                  <a:cubicBezTo>
                    <a:pt x="15" y="5"/>
                    <a:pt x="26" y="4"/>
                    <a:pt x="33" y="11"/>
                  </a:cubicBezTo>
                  <a:cubicBezTo>
                    <a:pt x="40" y="17"/>
                    <a:pt x="40" y="28"/>
                    <a:pt x="34" y="35"/>
                  </a:cubicBezTo>
                  <a:cubicBezTo>
                    <a:pt x="14" y="57"/>
                    <a:pt x="14" y="57"/>
                    <a:pt x="14" y="57"/>
                  </a:cubicBezTo>
                  <a:cubicBezTo>
                    <a:pt x="28" y="68"/>
                    <a:pt x="28" y="68"/>
                    <a:pt x="28" y="68"/>
                  </a:cubicBezTo>
                  <a:cubicBezTo>
                    <a:pt x="34" y="74"/>
                    <a:pt x="37" y="84"/>
                    <a:pt x="31" y="91"/>
                  </a:cubicBezTo>
                  <a:cubicBezTo>
                    <a:pt x="25" y="98"/>
                    <a:pt x="15" y="100"/>
                    <a:pt x="8" y="95"/>
                  </a:cubicBezTo>
                  <a:cubicBezTo>
                    <a:pt x="0" y="89"/>
                    <a:pt x="0" y="89"/>
                    <a:pt x="0" y="89"/>
                  </a:cubicBezTo>
                  <a:cubicBezTo>
                    <a:pt x="0" y="98"/>
                    <a:pt x="0" y="98"/>
                    <a:pt x="0" y="98"/>
                  </a:cubicBezTo>
                  <a:cubicBezTo>
                    <a:pt x="0" y="106"/>
                    <a:pt x="6" y="113"/>
                    <a:pt x="14" y="116"/>
                  </a:cubicBezTo>
                  <a:cubicBezTo>
                    <a:pt x="14" y="154"/>
                    <a:pt x="14" y="154"/>
                    <a:pt x="14" y="154"/>
                  </a:cubicBezTo>
                  <a:cubicBezTo>
                    <a:pt x="14" y="155"/>
                    <a:pt x="14" y="155"/>
                    <a:pt x="14" y="155"/>
                  </a:cubicBezTo>
                  <a:cubicBezTo>
                    <a:pt x="14" y="158"/>
                    <a:pt x="14" y="158"/>
                    <a:pt x="14" y="158"/>
                  </a:cubicBezTo>
                  <a:cubicBezTo>
                    <a:pt x="14" y="200"/>
                    <a:pt x="14" y="200"/>
                    <a:pt x="14" y="200"/>
                  </a:cubicBezTo>
                  <a:cubicBezTo>
                    <a:pt x="14" y="206"/>
                    <a:pt x="18" y="210"/>
                    <a:pt x="25" y="210"/>
                  </a:cubicBezTo>
                  <a:cubicBezTo>
                    <a:pt x="28" y="210"/>
                    <a:pt x="28" y="210"/>
                    <a:pt x="28" y="210"/>
                  </a:cubicBezTo>
                  <a:cubicBezTo>
                    <a:pt x="34" y="210"/>
                    <a:pt x="39" y="206"/>
                    <a:pt x="39" y="200"/>
                  </a:cubicBezTo>
                  <a:cubicBezTo>
                    <a:pt x="39" y="158"/>
                    <a:pt x="39" y="158"/>
                    <a:pt x="39" y="158"/>
                  </a:cubicBezTo>
                  <a:cubicBezTo>
                    <a:pt x="37" y="155"/>
                    <a:pt x="37" y="155"/>
                    <a:pt x="37" y="155"/>
                  </a:cubicBezTo>
                  <a:cubicBezTo>
                    <a:pt x="39" y="154"/>
                    <a:pt x="39" y="154"/>
                    <a:pt x="39" y="154"/>
                  </a:cubicBezTo>
                  <a:cubicBezTo>
                    <a:pt x="39" y="116"/>
                    <a:pt x="39" y="116"/>
                    <a:pt x="39" y="116"/>
                  </a:cubicBezTo>
                  <a:cubicBezTo>
                    <a:pt x="47" y="113"/>
                    <a:pt x="51" y="106"/>
                    <a:pt x="51" y="98"/>
                  </a:cubicBezTo>
                  <a:cubicBezTo>
                    <a:pt x="51" y="20"/>
                    <a:pt x="51" y="20"/>
                    <a:pt x="51" y="20"/>
                  </a:cubicBezTo>
                  <a:cubicBezTo>
                    <a:pt x="51" y="9"/>
                    <a:pt x="43" y="0"/>
                    <a:pt x="3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231"/>
            <p:cNvSpPr>
              <a:spLocks/>
            </p:cNvSpPr>
            <p:nvPr/>
          </p:nvSpPr>
          <p:spPr bwMode="auto">
            <a:xfrm>
              <a:off x="9383713" y="625475"/>
              <a:ext cx="196850" cy="217488"/>
            </a:xfrm>
            <a:custGeom>
              <a:avLst/>
              <a:gdLst>
                <a:gd name="T0" fmla="*/ 42 w 46"/>
                <a:gd name="T1" fmla="*/ 34 h 51"/>
                <a:gd name="T2" fmla="*/ 18 w 46"/>
                <a:gd name="T3" fmla="*/ 6 h 51"/>
                <a:gd name="T4" fmla="*/ 4 w 46"/>
                <a:gd name="T5" fmla="*/ 4 h 51"/>
                <a:gd name="T6" fmla="*/ 3 w 46"/>
                <a:gd name="T7" fmla="*/ 17 h 51"/>
                <a:gd name="T8" fmla="*/ 14 w 46"/>
                <a:gd name="T9" fmla="*/ 31 h 51"/>
                <a:gd name="T10" fmla="*/ 10 w 46"/>
                <a:gd name="T11" fmla="*/ 31 h 51"/>
                <a:gd name="T12" fmla="*/ 10 w 46"/>
                <a:gd name="T13" fmla="*/ 50 h 51"/>
                <a:gd name="T14" fmla="*/ 31 w 46"/>
                <a:gd name="T15" fmla="*/ 50 h 51"/>
                <a:gd name="T16" fmla="*/ 34 w 46"/>
                <a:gd name="T17" fmla="*/ 50 h 51"/>
                <a:gd name="T18" fmla="*/ 40 w 46"/>
                <a:gd name="T19" fmla="*/ 48 h 51"/>
                <a:gd name="T20" fmla="*/ 42 w 46"/>
                <a:gd name="T21" fmla="*/ 3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 h="51">
                  <a:moveTo>
                    <a:pt x="42" y="34"/>
                  </a:moveTo>
                  <a:cubicBezTo>
                    <a:pt x="18" y="6"/>
                    <a:pt x="18" y="6"/>
                    <a:pt x="18" y="6"/>
                  </a:cubicBezTo>
                  <a:cubicBezTo>
                    <a:pt x="15" y="1"/>
                    <a:pt x="9" y="0"/>
                    <a:pt x="4" y="4"/>
                  </a:cubicBezTo>
                  <a:cubicBezTo>
                    <a:pt x="0" y="7"/>
                    <a:pt x="0" y="13"/>
                    <a:pt x="3" y="17"/>
                  </a:cubicBezTo>
                  <a:cubicBezTo>
                    <a:pt x="14" y="31"/>
                    <a:pt x="14" y="31"/>
                    <a:pt x="14" y="31"/>
                  </a:cubicBezTo>
                  <a:cubicBezTo>
                    <a:pt x="10" y="31"/>
                    <a:pt x="10" y="31"/>
                    <a:pt x="10" y="31"/>
                  </a:cubicBezTo>
                  <a:cubicBezTo>
                    <a:pt x="10" y="50"/>
                    <a:pt x="10" y="50"/>
                    <a:pt x="10" y="50"/>
                  </a:cubicBezTo>
                  <a:cubicBezTo>
                    <a:pt x="31" y="50"/>
                    <a:pt x="31" y="50"/>
                    <a:pt x="31" y="50"/>
                  </a:cubicBezTo>
                  <a:cubicBezTo>
                    <a:pt x="32" y="50"/>
                    <a:pt x="32" y="50"/>
                    <a:pt x="34" y="50"/>
                  </a:cubicBezTo>
                  <a:cubicBezTo>
                    <a:pt x="35" y="51"/>
                    <a:pt x="38" y="50"/>
                    <a:pt x="40" y="48"/>
                  </a:cubicBezTo>
                  <a:cubicBezTo>
                    <a:pt x="45" y="45"/>
                    <a:pt x="46" y="38"/>
                    <a:pt x="42"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232"/>
            <p:cNvSpPr>
              <a:spLocks noEditPoints="1"/>
            </p:cNvSpPr>
            <p:nvPr/>
          </p:nvSpPr>
          <p:spPr bwMode="auto">
            <a:xfrm>
              <a:off x="9290050" y="190500"/>
              <a:ext cx="111125" cy="247650"/>
            </a:xfrm>
            <a:custGeom>
              <a:avLst/>
              <a:gdLst>
                <a:gd name="T0" fmla="*/ 8 w 26"/>
                <a:gd name="T1" fmla="*/ 41 h 58"/>
                <a:gd name="T2" fmla="*/ 8 w 26"/>
                <a:gd name="T3" fmla="*/ 39 h 58"/>
                <a:gd name="T4" fmla="*/ 12 w 26"/>
                <a:gd name="T5" fmla="*/ 24 h 58"/>
                <a:gd name="T6" fmla="*/ 18 w 26"/>
                <a:gd name="T7" fmla="*/ 13 h 58"/>
                <a:gd name="T8" fmla="*/ 11 w 26"/>
                <a:gd name="T9" fmla="*/ 6 h 58"/>
                <a:gd name="T10" fmla="*/ 3 w 26"/>
                <a:gd name="T11" fmla="*/ 9 h 58"/>
                <a:gd name="T12" fmla="*/ 0 w 26"/>
                <a:gd name="T13" fmla="*/ 3 h 58"/>
                <a:gd name="T14" fmla="*/ 12 w 26"/>
                <a:gd name="T15" fmla="*/ 0 h 58"/>
                <a:gd name="T16" fmla="*/ 26 w 26"/>
                <a:gd name="T17" fmla="*/ 12 h 58"/>
                <a:gd name="T18" fmla="*/ 18 w 26"/>
                <a:gd name="T19" fmla="*/ 27 h 58"/>
                <a:gd name="T20" fmla="*/ 15 w 26"/>
                <a:gd name="T21" fmla="*/ 39 h 58"/>
                <a:gd name="T22" fmla="*/ 15 w 26"/>
                <a:gd name="T23" fmla="*/ 41 h 58"/>
                <a:gd name="T24" fmla="*/ 8 w 26"/>
                <a:gd name="T25" fmla="*/ 41 h 58"/>
                <a:gd name="T26" fmla="*/ 6 w 26"/>
                <a:gd name="T27" fmla="*/ 53 h 58"/>
                <a:gd name="T28" fmla="*/ 12 w 26"/>
                <a:gd name="T29" fmla="*/ 48 h 58"/>
                <a:gd name="T30" fmla="*/ 15 w 26"/>
                <a:gd name="T31" fmla="*/ 53 h 58"/>
                <a:gd name="T32" fmla="*/ 11 w 26"/>
                <a:gd name="T33" fmla="*/ 58 h 58"/>
                <a:gd name="T34" fmla="*/ 6 w 26"/>
                <a:gd name="T35" fmla="*/ 5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58">
                  <a:moveTo>
                    <a:pt x="8" y="41"/>
                  </a:moveTo>
                  <a:cubicBezTo>
                    <a:pt x="8" y="39"/>
                    <a:pt x="8" y="39"/>
                    <a:pt x="8" y="39"/>
                  </a:cubicBezTo>
                  <a:cubicBezTo>
                    <a:pt x="8" y="35"/>
                    <a:pt x="9" y="30"/>
                    <a:pt x="12" y="24"/>
                  </a:cubicBezTo>
                  <a:cubicBezTo>
                    <a:pt x="17" y="21"/>
                    <a:pt x="18" y="17"/>
                    <a:pt x="18" y="13"/>
                  </a:cubicBezTo>
                  <a:cubicBezTo>
                    <a:pt x="18" y="9"/>
                    <a:pt x="15" y="6"/>
                    <a:pt x="11" y="6"/>
                  </a:cubicBezTo>
                  <a:cubicBezTo>
                    <a:pt x="8" y="6"/>
                    <a:pt x="4" y="7"/>
                    <a:pt x="3" y="9"/>
                  </a:cubicBezTo>
                  <a:cubicBezTo>
                    <a:pt x="0" y="3"/>
                    <a:pt x="0" y="3"/>
                    <a:pt x="0" y="3"/>
                  </a:cubicBezTo>
                  <a:cubicBezTo>
                    <a:pt x="3" y="1"/>
                    <a:pt x="8" y="0"/>
                    <a:pt x="12" y="0"/>
                  </a:cubicBezTo>
                  <a:cubicBezTo>
                    <a:pt x="22" y="0"/>
                    <a:pt x="26" y="6"/>
                    <a:pt x="26" y="12"/>
                  </a:cubicBezTo>
                  <a:cubicBezTo>
                    <a:pt x="26" y="18"/>
                    <a:pt x="23" y="22"/>
                    <a:pt x="18" y="27"/>
                  </a:cubicBezTo>
                  <a:cubicBezTo>
                    <a:pt x="15" y="31"/>
                    <a:pt x="14" y="35"/>
                    <a:pt x="15" y="39"/>
                  </a:cubicBezTo>
                  <a:cubicBezTo>
                    <a:pt x="15" y="41"/>
                    <a:pt x="15" y="41"/>
                    <a:pt x="15" y="41"/>
                  </a:cubicBezTo>
                  <a:lnTo>
                    <a:pt x="8" y="41"/>
                  </a:lnTo>
                  <a:close/>
                  <a:moveTo>
                    <a:pt x="6" y="53"/>
                  </a:moveTo>
                  <a:cubicBezTo>
                    <a:pt x="6" y="50"/>
                    <a:pt x="9" y="48"/>
                    <a:pt x="12" y="48"/>
                  </a:cubicBezTo>
                  <a:cubicBezTo>
                    <a:pt x="14" y="48"/>
                    <a:pt x="15" y="50"/>
                    <a:pt x="15" y="53"/>
                  </a:cubicBezTo>
                  <a:cubicBezTo>
                    <a:pt x="15" y="56"/>
                    <a:pt x="14" y="58"/>
                    <a:pt x="11" y="58"/>
                  </a:cubicBezTo>
                  <a:cubicBezTo>
                    <a:pt x="9" y="58"/>
                    <a:pt x="6" y="56"/>
                    <a:pt x="6"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34" name="组合 233"/>
          <p:cNvGrpSpPr/>
          <p:nvPr/>
        </p:nvGrpSpPr>
        <p:grpSpPr>
          <a:xfrm>
            <a:off x="979454" y="220663"/>
            <a:ext cx="4487862" cy="1365250"/>
            <a:chOff x="1744663" y="220663"/>
            <a:chExt cx="4487862" cy="1365250"/>
          </a:xfrm>
          <a:solidFill>
            <a:schemeClr val="tx1">
              <a:lumMod val="65000"/>
              <a:lumOff val="35000"/>
            </a:schemeClr>
          </a:solidFill>
        </p:grpSpPr>
        <p:sp>
          <p:nvSpPr>
            <p:cNvPr id="235" name="Freeform 233"/>
            <p:cNvSpPr>
              <a:spLocks/>
            </p:cNvSpPr>
            <p:nvPr/>
          </p:nvSpPr>
          <p:spPr bwMode="auto">
            <a:xfrm>
              <a:off x="3702050" y="668338"/>
              <a:ext cx="200025" cy="204788"/>
            </a:xfrm>
            <a:custGeom>
              <a:avLst/>
              <a:gdLst>
                <a:gd name="T0" fmla="*/ 47 w 47"/>
                <a:gd name="T1" fmla="*/ 24 h 48"/>
                <a:gd name="T2" fmla="*/ 22 w 47"/>
                <a:gd name="T3" fmla="*/ 48 h 48"/>
                <a:gd name="T4" fmla="*/ 0 w 47"/>
                <a:gd name="T5" fmla="*/ 24 h 48"/>
                <a:gd name="T6" fmla="*/ 22 w 47"/>
                <a:gd name="T7" fmla="*/ 0 h 48"/>
                <a:gd name="T8" fmla="*/ 47 w 47"/>
                <a:gd name="T9" fmla="*/ 24 h 48"/>
              </a:gdLst>
              <a:ahLst/>
              <a:cxnLst>
                <a:cxn ang="0">
                  <a:pos x="T0" y="T1"/>
                </a:cxn>
                <a:cxn ang="0">
                  <a:pos x="T2" y="T3"/>
                </a:cxn>
                <a:cxn ang="0">
                  <a:pos x="T4" y="T5"/>
                </a:cxn>
                <a:cxn ang="0">
                  <a:pos x="T6" y="T7"/>
                </a:cxn>
                <a:cxn ang="0">
                  <a:pos x="T8" y="T9"/>
                </a:cxn>
              </a:cxnLst>
              <a:rect l="0" t="0" r="r" b="b"/>
              <a:pathLst>
                <a:path w="47" h="48">
                  <a:moveTo>
                    <a:pt x="47" y="24"/>
                  </a:moveTo>
                  <a:cubicBezTo>
                    <a:pt x="47" y="37"/>
                    <a:pt x="36" y="48"/>
                    <a:pt x="22" y="48"/>
                  </a:cubicBezTo>
                  <a:cubicBezTo>
                    <a:pt x="10" y="48"/>
                    <a:pt x="0" y="37"/>
                    <a:pt x="0" y="24"/>
                  </a:cubicBezTo>
                  <a:cubicBezTo>
                    <a:pt x="0" y="11"/>
                    <a:pt x="10" y="0"/>
                    <a:pt x="22" y="0"/>
                  </a:cubicBezTo>
                  <a:cubicBezTo>
                    <a:pt x="36" y="0"/>
                    <a:pt x="47" y="11"/>
                    <a:pt x="47"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234"/>
            <p:cNvSpPr>
              <a:spLocks/>
            </p:cNvSpPr>
            <p:nvPr/>
          </p:nvSpPr>
          <p:spPr bwMode="auto">
            <a:xfrm>
              <a:off x="3603625" y="903288"/>
              <a:ext cx="393700" cy="242888"/>
            </a:xfrm>
            <a:custGeom>
              <a:avLst/>
              <a:gdLst>
                <a:gd name="T0" fmla="*/ 81 w 92"/>
                <a:gd name="T1" fmla="*/ 37 h 57"/>
                <a:gd name="T2" fmla="*/ 48 w 92"/>
                <a:gd name="T3" fmla="*/ 37 h 57"/>
                <a:gd name="T4" fmla="*/ 19 w 92"/>
                <a:gd name="T5" fmla="*/ 4 h 57"/>
                <a:gd name="T6" fmla="*/ 5 w 92"/>
                <a:gd name="T7" fmla="*/ 4 h 57"/>
                <a:gd name="T8" fmla="*/ 5 w 92"/>
                <a:gd name="T9" fmla="*/ 17 h 57"/>
                <a:gd name="T10" fmla="*/ 36 w 92"/>
                <a:gd name="T11" fmla="*/ 53 h 57"/>
                <a:gd name="T12" fmla="*/ 44 w 92"/>
                <a:gd name="T13" fmla="*/ 57 h 57"/>
                <a:gd name="T14" fmla="*/ 44 w 92"/>
                <a:gd name="T15" fmla="*/ 57 h 57"/>
                <a:gd name="T16" fmla="*/ 81 w 92"/>
                <a:gd name="T17" fmla="*/ 57 h 57"/>
                <a:gd name="T18" fmla="*/ 92 w 92"/>
                <a:gd name="T19" fmla="*/ 47 h 57"/>
                <a:gd name="T20" fmla="*/ 81 w 92"/>
                <a:gd name="T21" fmla="*/ 3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2" h="57">
                  <a:moveTo>
                    <a:pt x="81" y="37"/>
                  </a:moveTo>
                  <a:cubicBezTo>
                    <a:pt x="48" y="37"/>
                    <a:pt x="48" y="37"/>
                    <a:pt x="48" y="37"/>
                  </a:cubicBezTo>
                  <a:cubicBezTo>
                    <a:pt x="19" y="4"/>
                    <a:pt x="19" y="4"/>
                    <a:pt x="19" y="4"/>
                  </a:cubicBezTo>
                  <a:cubicBezTo>
                    <a:pt x="14" y="0"/>
                    <a:pt x="8" y="0"/>
                    <a:pt x="5" y="4"/>
                  </a:cubicBezTo>
                  <a:cubicBezTo>
                    <a:pt x="1" y="7"/>
                    <a:pt x="0" y="13"/>
                    <a:pt x="5" y="17"/>
                  </a:cubicBezTo>
                  <a:cubicBezTo>
                    <a:pt x="36" y="53"/>
                    <a:pt x="36" y="53"/>
                    <a:pt x="36" y="53"/>
                  </a:cubicBezTo>
                  <a:cubicBezTo>
                    <a:pt x="39" y="56"/>
                    <a:pt x="40" y="57"/>
                    <a:pt x="44" y="57"/>
                  </a:cubicBezTo>
                  <a:cubicBezTo>
                    <a:pt x="44" y="57"/>
                    <a:pt x="44" y="57"/>
                    <a:pt x="44" y="57"/>
                  </a:cubicBezTo>
                  <a:cubicBezTo>
                    <a:pt x="81" y="57"/>
                    <a:pt x="81" y="57"/>
                    <a:pt x="81" y="57"/>
                  </a:cubicBezTo>
                  <a:cubicBezTo>
                    <a:pt x="85" y="57"/>
                    <a:pt x="92" y="53"/>
                    <a:pt x="92" y="47"/>
                  </a:cubicBezTo>
                  <a:cubicBezTo>
                    <a:pt x="92" y="42"/>
                    <a:pt x="85" y="37"/>
                    <a:pt x="81"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Freeform 235"/>
            <p:cNvSpPr>
              <a:spLocks/>
            </p:cNvSpPr>
            <p:nvPr/>
          </p:nvSpPr>
          <p:spPr bwMode="auto">
            <a:xfrm>
              <a:off x="3506788" y="1385888"/>
              <a:ext cx="38100" cy="200025"/>
            </a:xfrm>
            <a:custGeom>
              <a:avLst/>
              <a:gdLst>
                <a:gd name="T0" fmla="*/ 0 w 9"/>
                <a:gd name="T1" fmla="*/ 0 h 47"/>
                <a:gd name="T2" fmla="*/ 0 w 9"/>
                <a:gd name="T3" fmla="*/ 43 h 47"/>
                <a:gd name="T4" fmla="*/ 4 w 9"/>
                <a:gd name="T5" fmla="*/ 47 h 47"/>
                <a:gd name="T6" fmla="*/ 9 w 9"/>
                <a:gd name="T7" fmla="*/ 43 h 47"/>
                <a:gd name="T8" fmla="*/ 9 w 9"/>
                <a:gd name="T9" fmla="*/ 3 h 47"/>
                <a:gd name="T10" fmla="*/ 4 w 9"/>
                <a:gd name="T11" fmla="*/ 3 h 47"/>
                <a:gd name="T12" fmla="*/ 0 w 9"/>
                <a:gd name="T13" fmla="*/ 0 h 47"/>
              </a:gdLst>
              <a:ahLst/>
              <a:cxnLst>
                <a:cxn ang="0">
                  <a:pos x="T0" y="T1"/>
                </a:cxn>
                <a:cxn ang="0">
                  <a:pos x="T2" y="T3"/>
                </a:cxn>
                <a:cxn ang="0">
                  <a:pos x="T4" y="T5"/>
                </a:cxn>
                <a:cxn ang="0">
                  <a:pos x="T6" y="T7"/>
                </a:cxn>
                <a:cxn ang="0">
                  <a:pos x="T8" y="T9"/>
                </a:cxn>
                <a:cxn ang="0">
                  <a:pos x="T10" y="T11"/>
                </a:cxn>
                <a:cxn ang="0">
                  <a:pos x="T12" y="T13"/>
                </a:cxn>
              </a:cxnLst>
              <a:rect l="0" t="0" r="r" b="b"/>
              <a:pathLst>
                <a:path w="9" h="47">
                  <a:moveTo>
                    <a:pt x="0" y="0"/>
                  </a:moveTo>
                  <a:cubicBezTo>
                    <a:pt x="0" y="43"/>
                    <a:pt x="0" y="43"/>
                    <a:pt x="0" y="43"/>
                  </a:cubicBezTo>
                  <a:cubicBezTo>
                    <a:pt x="0" y="45"/>
                    <a:pt x="3" y="47"/>
                    <a:pt x="4" y="47"/>
                  </a:cubicBezTo>
                  <a:cubicBezTo>
                    <a:pt x="6" y="47"/>
                    <a:pt x="9" y="45"/>
                    <a:pt x="9" y="43"/>
                  </a:cubicBezTo>
                  <a:cubicBezTo>
                    <a:pt x="9" y="3"/>
                    <a:pt x="9" y="3"/>
                    <a:pt x="9" y="3"/>
                  </a:cubicBezTo>
                  <a:cubicBezTo>
                    <a:pt x="4" y="3"/>
                    <a:pt x="4" y="3"/>
                    <a:pt x="4" y="3"/>
                  </a:cubicBezTo>
                  <a:cubicBezTo>
                    <a:pt x="3" y="3"/>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236"/>
            <p:cNvSpPr>
              <a:spLocks/>
            </p:cNvSpPr>
            <p:nvPr/>
          </p:nvSpPr>
          <p:spPr bwMode="auto">
            <a:xfrm>
              <a:off x="3506788" y="971550"/>
              <a:ext cx="38100" cy="414338"/>
            </a:xfrm>
            <a:custGeom>
              <a:avLst/>
              <a:gdLst>
                <a:gd name="T0" fmla="*/ 4 w 9"/>
                <a:gd name="T1" fmla="*/ 93 h 97"/>
                <a:gd name="T2" fmla="*/ 9 w 9"/>
                <a:gd name="T3" fmla="*/ 93 h 97"/>
                <a:gd name="T4" fmla="*/ 9 w 9"/>
                <a:gd name="T5" fmla="*/ 4 h 97"/>
                <a:gd name="T6" fmla="*/ 4 w 9"/>
                <a:gd name="T7" fmla="*/ 0 h 97"/>
                <a:gd name="T8" fmla="*/ 0 w 9"/>
                <a:gd name="T9" fmla="*/ 4 h 97"/>
                <a:gd name="T10" fmla="*/ 0 w 9"/>
                <a:gd name="T11" fmla="*/ 97 h 97"/>
                <a:gd name="T12" fmla="*/ 4 w 9"/>
                <a:gd name="T13" fmla="*/ 93 h 97"/>
              </a:gdLst>
              <a:ahLst/>
              <a:cxnLst>
                <a:cxn ang="0">
                  <a:pos x="T0" y="T1"/>
                </a:cxn>
                <a:cxn ang="0">
                  <a:pos x="T2" y="T3"/>
                </a:cxn>
                <a:cxn ang="0">
                  <a:pos x="T4" y="T5"/>
                </a:cxn>
                <a:cxn ang="0">
                  <a:pos x="T6" y="T7"/>
                </a:cxn>
                <a:cxn ang="0">
                  <a:pos x="T8" y="T9"/>
                </a:cxn>
                <a:cxn ang="0">
                  <a:pos x="T10" y="T11"/>
                </a:cxn>
                <a:cxn ang="0">
                  <a:pos x="T12" y="T13"/>
                </a:cxn>
              </a:cxnLst>
              <a:rect l="0" t="0" r="r" b="b"/>
              <a:pathLst>
                <a:path w="9" h="97">
                  <a:moveTo>
                    <a:pt x="4" y="93"/>
                  </a:moveTo>
                  <a:cubicBezTo>
                    <a:pt x="9" y="93"/>
                    <a:pt x="9" y="93"/>
                    <a:pt x="9" y="93"/>
                  </a:cubicBezTo>
                  <a:cubicBezTo>
                    <a:pt x="9" y="4"/>
                    <a:pt x="9" y="4"/>
                    <a:pt x="9" y="4"/>
                  </a:cubicBezTo>
                  <a:cubicBezTo>
                    <a:pt x="9" y="2"/>
                    <a:pt x="6" y="0"/>
                    <a:pt x="4" y="0"/>
                  </a:cubicBezTo>
                  <a:cubicBezTo>
                    <a:pt x="3" y="0"/>
                    <a:pt x="0" y="2"/>
                    <a:pt x="0" y="4"/>
                  </a:cubicBezTo>
                  <a:cubicBezTo>
                    <a:pt x="0" y="97"/>
                    <a:pt x="0" y="97"/>
                    <a:pt x="0" y="97"/>
                  </a:cubicBezTo>
                  <a:cubicBezTo>
                    <a:pt x="0" y="94"/>
                    <a:pt x="3" y="93"/>
                    <a:pt x="4" y="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237"/>
            <p:cNvSpPr>
              <a:spLocks/>
            </p:cNvSpPr>
            <p:nvPr/>
          </p:nvSpPr>
          <p:spPr bwMode="auto">
            <a:xfrm>
              <a:off x="3506788" y="1368425"/>
              <a:ext cx="225425" cy="30163"/>
            </a:xfrm>
            <a:custGeom>
              <a:avLst/>
              <a:gdLst>
                <a:gd name="T0" fmla="*/ 53 w 53"/>
                <a:gd name="T1" fmla="*/ 0 h 7"/>
                <a:gd name="T2" fmla="*/ 53 w 53"/>
                <a:gd name="T3" fmla="*/ 0 h 7"/>
                <a:gd name="T4" fmla="*/ 9 w 53"/>
                <a:gd name="T5" fmla="*/ 0 h 7"/>
                <a:gd name="T6" fmla="*/ 4 w 53"/>
                <a:gd name="T7" fmla="*/ 0 h 7"/>
                <a:gd name="T8" fmla="*/ 0 w 53"/>
                <a:gd name="T9" fmla="*/ 4 h 7"/>
                <a:gd name="T10" fmla="*/ 4 w 53"/>
                <a:gd name="T11" fmla="*/ 7 h 7"/>
                <a:gd name="T12" fmla="*/ 9 w 53"/>
                <a:gd name="T13" fmla="*/ 7 h 7"/>
                <a:gd name="T14" fmla="*/ 49 w 53"/>
                <a:gd name="T15" fmla="*/ 7 h 7"/>
                <a:gd name="T16" fmla="*/ 49 w 53"/>
                <a:gd name="T17" fmla="*/ 4 h 7"/>
                <a:gd name="T18" fmla="*/ 53 w 53"/>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7">
                  <a:moveTo>
                    <a:pt x="53" y="0"/>
                  </a:moveTo>
                  <a:cubicBezTo>
                    <a:pt x="53" y="0"/>
                    <a:pt x="53" y="0"/>
                    <a:pt x="53" y="0"/>
                  </a:cubicBezTo>
                  <a:cubicBezTo>
                    <a:pt x="9" y="0"/>
                    <a:pt x="9" y="0"/>
                    <a:pt x="9" y="0"/>
                  </a:cubicBezTo>
                  <a:cubicBezTo>
                    <a:pt x="4" y="0"/>
                    <a:pt x="4" y="0"/>
                    <a:pt x="4" y="0"/>
                  </a:cubicBezTo>
                  <a:cubicBezTo>
                    <a:pt x="3" y="0"/>
                    <a:pt x="0" y="1"/>
                    <a:pt x="0" y="4"/>
                  </a:cubicBezTo>
                  <a:cubicBezTo>
                    <a:pt x="0" y="6"/>
                    <a:pt x="3" y="7"/>
                    <a:pt x="4" y="7"/>
                  </a:cubicBezTo>
                  <a:cubicBezTo>
                    <a:pt x="9" y="7"/>
                    <a:pt x="9" y="7"/>
                    <a:pt x="9" y="7"/>
                  </a:cubicBezTo>
                  <a:cubicBezTo>
                    <a:pt x="49" y="7"/>
                    <a:pt x="49" y="7"/>
                    <a:pt x="49" y="7"/>
                  </a:cubicBezTo>
                  <a:cubicBezTo>
                    <a:pt x="49" y="4"/>
                    <a:pt x="49" y="4"/>
                    <a:pt x="49" y="4"/>
                  </a:cubicBezTo>
                  <a:cubicBezTo>
                    <a:pt x="49" y="1"/>
                    <a:pt x="53" y="0"/>
                    <a:pt x="5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238"/>
            <p:cNvSpPr>
              <a:spLocks/>
            </p:cNvSpPr>
            <p:nvPr/>
          </p:nvSpPr>
          <p:spPr bwMode="auto">
            <a:xfrm>
              <a:off x="3714750" y="1368425"/>
              <a:ext cx="42863" cy="217488"/>
            </a:xfrm>
            <a:custGeom>
              <a:avLst/>
              <a:gdLst>
                <a:gd name="T0" fmla="*/ 5 w 10"/>
                <a:gd name="T1" fmla="*/ 0 h 51"/>
                <a:gd name="T2" fmla="*/ 4 w 10"/>
                <a:gd name="T3" fmla="*/ 0 h 51"/>
                <a:gd name="T4" fmla="*/ 0 w 10"/>
                <a:gd name="T5" fmla="*/ 4 h 51"/>
                <a:gd name="T6" fmla="*/ 0 w 10"/>
                <a:gd name="T7" fmla="*/ 7 h 51"/>
                <a:gd name="T8" fmla="*/ 0 w 10"/>
                <a:gd name="T9" fmla="*/ 47 h 51"/>
                <a:gd name="T10" fmla="*/ 5 w 10"/>
                <a:gd name="T11" fmla="*/ 51 h 51"/>
                <a:gd name="T12" fmla="*/ 10 w 10"/>
                <a:gd name="T13" fmla="*/ 47 h 51"/>
                <a:gd name="T14" fmla="*/ 10 w 10"/>
                <a:gd name="T15" fmla="*/ 4 h 51"/>
                <a:gd name="T16" fmla="*/ 5 w 10"/>
                <a:gd name="T17"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51">
                  <a:moveTo>
                    <a:pt x="5" y="0"/>
                  </a:moveTo>
                  <a:cubicBezTo>
                    <a:pt x="4" y="0"/>
                    <a:pt x="4" y="0"/>
                    <a:pt x="4" y="0"/>
                  </a:cubicBezTo>
                  <a:cubicBezTo>
                    <a:pt x="4" y="0"/>
                    <a:pt x="0" y="1"/>
                    <a:pt x="0" y="4"/>
                  </a:cubicBezTo>
                  <a:cubicBezTo>
                    <a:pt x="0" y="7"/>
                    <a:pt x="0" y="7"/>
                    <a:pt x="0" y="7"/>
                  </a:cubicBezTo>
                  <a:cubicBezTo>
                    <a:pt x="0" y="47"/>
                    <a:pt x="0" y="47"/>
                    <a:pt x="0" y="47"/>
                  </a:cubicBezTo>
                  <a:cubicBezTo>
                    <a:pt x="0" y="49"/>
                    <a:pt x="4" y="51"/>
                    <a:pt x="5" y="51"/>
                  </a:cubicBezTo>
                  <a:cubicBezTo>
                    <a:pt x="7" y="51"/>
                    <a:pt x="10" y="49"/>
                    <a:pt x="10" y="47"/>
                  </a:cubicBezTo>
                  <a:cubicBezTo>
                    <a:pt x="10" y="4"/>
                    <a:pt x="10" y="4"/>
                    <a:pt x="10" y="4"/>
                  </a:cubicBezTo>
                  <a:cubicBezTo>
                    <a:pt x="10" y="1"/>
                    <a:pt x="7" y="0"/>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239"/>
            <p:cNvSpPr>
              <a:spLocks/>
            </p:cNvSpPr>
            <p:nvPr/>
          </p:nvSpPr>
          <p:spPr bwMode="auto">
            <a:xfrm>
              <a:off x="3830638" y="1163638"/>
              <a:ext cx="442913" cy="422275"/>
            </a:xfrm>
            <a:custGeom>
              <a:avLst/>
              <a:gdLst>
                <a:gd name="T0" fmla="*/ 99 w 104"/>
                <a:gd name="T1" fmla="*/ 0 h 99"/>
                <a:gd name="T2" fmla="*/ 4 w 104"/>
                <a:gd name="T3" fmla="*/ 0 h 99"/>
                <a:gd name="T4" fmla="*/ 0 w 104"/>
                <a:gd name="T5" fmla="*/ 5 h 99"/>
                <a:gd name="T6" fmla="*/ 4 w 104"/>
                <a:gd name="T7" fmla="*/ 9 h 99"/>
                <a:gd name="T8" fmla="*/ 46 w 104"/>
                <a:gd name="T9" fmla="*/ 9 h 99"/>
                <a:gd name="T10" fmla="*/ 46 w 104"/>
                <a:gd name="T11" fmla="*/ 92 h 99"/>
                <a:gd name="T12" fmla="*/ 22 w 104"/>
                <a:gd name="T13" fmla="*/ 92 h 99"/>
                <a:gd name="T14" fmla="*/ 14 w 104"/>
                <a:gd name="T15" fmla="*/ 99 h 99"/>
                <a:gd name="T16" fmla="*/ 46 w 104"/>
                <a:gd name="T17" fmla="*/ 99 h 99"/>
                <a:gd name="T18" fmla="*/ 59 w 104"/>
                <a:gd name="T19" fmla="*/ 99 h 99"/>
                <a:gd name="T20" fmla="*/ 92 w 104"/>
                <a:gd name="T21" fmla="*/ 99 h 99"/>
                <a:gd name="T22" fmla="*/ 85 w 104"/>
                <a:gd name="T23" fmla="*/ 92 h 99"/>
                <a:gd name="T24" fmla="*/ 59 w 104"/>
                <a:gd name="T25" fmla="*/ 92 h 99"/>
                <a:gd name="T26" fmla="*/ 59 w 104"/>
                <a:gd name="T27" fmla="*/ 9 h 99"/>
                <a:gd name="T28" fmla="*/ 99 w 104"/>
                <a:gd name="T29" fmla="*/ 9 h 99"/>
                <a:gd name="T30" fmla="*/ 104 w 104"/>
                <a:gd name="T31" fmla="*/ 5 h 99"/>
                <a:gd name="T32" fmla="*/ 99 w 104"/>
                <a:gd name="T3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4" h="99">
                  <a:moveTo>
                    <a:pt x="99" y="0"/>
                  </a:moveTo>
                  <a:cubicBezTo>
                    <a:pt x="4" y="0"/>
                    <a:pt x="4" y="0"/>
                    <a:pt x="4" y="0"/>
                  </a:cubicBezTo>
                  <a:cubicBezTo>
                    <a:pt x="1" y="0"/>
                    <a:pt x="0" y="3"/>
                    <a:pt x="0" y="5"/>
                  </a:cubicBezTo>
                  <a:cubicBezTo>
                    <a:pt x="0" y="7"/>
                    <a:pt x="1" y="9"/>
                    <a:pt x="4" y="9"/>
                  </a:cubicBezTo>
                  <a:cubicBezTo>
                    <a:pt x="46" y="9"/>
                    <a:pt x="46" y="9"/>
                    <a:pt x="46" y="9"/>
                  </a:cubicBezTo>
                  <a:cubicBezTo>
                    <a:pt x="46" y="92"/>
                    <a:pt x="46" y="92"/>
                    <a:pt x="46" y="92"/>
                  </a:cubicBezTo>
                  <a:cubicBezTo>
                    <a:pt x="22" y="92"/>
                    <a:pt x="22" y="92"/>
                    <a:pt x="22" y="92"/>
                  </a:cubicBezTo>
                  <a:cubicBezTo>
                    <a:pt x="17" y="92"/>
                    <a:pt x="14" y="95"/>
                    <a:pt x="14" y="99"/>
                  </a:cubicBezTo>
                  <a:cubicBezTo>
                    <a:pt x="46" y="99"/>
                    <a:pt x="46" y="99"/>
                    <a:pt x="46" y="99"/>
                  </a:cubicBezTo>
                  <a:cubicBezTo>
                    <a:pt x="59" y="99"/>
                    <a:pt x="59" y="99"/>
                    <a:pt x="59" y="99"/>
                  </a:cubicBezTo>
                  <a:cubicBezTo>
                    <a:pt x="92" y="99"/>
                    <a:pt x="92" y="99"/>
                    <a:pt x="92" y="99"/>
                  </a:cubicBezTo>
                  <a:cubicBezTo>
                    <a:pt x="92" y="95"/>
                    <a:pt x="88" y="92"/>
                    <a:pt x="85" y="92"/>
                  </a:cubicBezTo>
                  <a:cubicBezTo>
                    <a:pt x="59" y="92"/>
                    <a:pt x="59" y="92"/>
                    <a:pt x="59" y="92"/>
                  </a:cubicBezTo>
                  <a:cubicBezTo>
                    <a:pt x="59" y="9"/>
                    <a:pt x="59" y="9"/>
                    <a:pt x="59" y="9"/>
                  </a:cubicBezTo>
                  <a:cubicBezTo>
                    <a:pt x="99" y="9"/>
                    <a:pt x="99" y="9"/>
                    <a:pt x="99" y="9"/>
                  </a:cubicBezTo>
                  <a:cubicBezTo>
                    <a:pt x="101" y="9"/>
                    <a:pt x="104" y="7"/>
                    <a:pt x="104" y="5"/>
                  </a:cubicBezTo>
                  <a:cubicBezTo>
                    <a:pt x="104" y="3"/>
                    <a:pt x="101" y="0"/>
                    <a:pt x="9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Rectangle 240"/>
            <p:cNvSpPr>
              <a:spLocks noChangeArrowheads="1"/>
            </p:cNvSpPr>
            <p:nvPr/>
          </p:nvSpPr>
          <p:spPr bwMode="auto">
            <a:xfrm>
              <a:off x="3902075" y="1150938"/>
              <a:ext cx="204788"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241"/>
            <p:cNvSpPr>
              <a:spLocks/>
            </p:cNvSpPr>
            <p:nvPr/>
          </p:nvSpPr>
          <p:spPr bwMode="auto">
            <a:xfrm>
              <a:off x="3876675" y="1027113"/>
              <a:ext cx="77788" cy="101600"/>
            </a:xfrm>
            <a:custGeom>
              <a:avLst/>
              <a:gdLst>
                <a:gd name="T0" fmla="*/ 18 w 18"/>
                <a:gd name="T1" fmla="*/ 20 h 24"/>
                <a:gd name="T2" fmla="*/ 18 w 18"/>
                <a:gd name="T3" fmla="*/ 23 h 24"/>
                <a:gd name="T4" fmla="*/ 18 w 18"/>
                <a:gd name="T5" fmla="*/ 23 h 24"/>
                <a:gd name="T6" fmla="*/ 15 w 18"/>
                <a:gd name="T7" fmla="*/ 22 h 24"/>
                <a:gd name="T8" fmla="*/ 1 w 18"/>
                <a:gd name="T9" fmla="*/ 3 h 24"/>
                <a:gd name="T10" fmla="*/ 1 w 18"/>
                <a:gd name="T11" fmla="*/ 0 h 24"/>
                <a:gd name="T12" fmla="*/ 1 w 18"/>
                <a:gd name="T13" fmla="*/ 0 h 24"/>
                <a:gd name="T14" fmla="*/ 4 w 18"/>
                <a:gd name="T15" fmla="*/ 1 h 24"/>
                <a:gd name="T16" fmla="*/ 18 w 18"/>
                <a:gd name="T17" fmla="*/ 2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24">
                  <a:moveTo>
                    <a:pt x="18" y="20"/>
                  </a:moveTo>
                  <a:cubicBezTo>
                    <a:pt x="18" y="20"/>
                    <a:pt x="18" y="22"/>
                    <a:pt x="18" y="23"/>
                  </a:cubicBezTo>
                  <a:cubicBezTo>
                    <a:pt x="18" y="23"/>
                    <a:pt x="18" y="23"/>
                    <a:pt x="18" y="23"/>
                  </a:cubicBezTo>
                  <a:cubicBezTo>
                    <a:pt x="18" y="23"/>
                    <a:pt x="15" y="24"/>
                    <a:pt x="15" y="22"/>
                  </a:cubicBezTo>
                  <a:cubicBezTo>
                    <a:pt x="1" y="3"/>
                    <a:pt x="1" y="3"/>
                    <a:pt x="1" y="3"/>
                  </a:cubicBezTo>
                  <a:cubicBezTo>
                    <a:pt x="0" y="3"/>
                    <a:pt x="0" y="1"/>
                    <a:pt x="1" y="0"/>
                  </a:cubicBezTo>
                  <a:cubicBezTo>
                    <a:pt x="1" y="0"/>
                    <a:pt x="1" y="0"/>
                    <a:pt x="1" y="0"/>
                  </a:cubicBezTo>
                  <a:cubicBezTo>
                    <a:pt x="3" y="0"/>
                    <a:pt x="3" y="0"/>
                    <a:pt x="4" y="1"/>
                  </a:cubicBezTo>
                  <a:lnTo>
                    <a:pt x="18"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242"/>
            <p:cNvSpPr>
              <a:spLocks/>
            </p:cNvSpPr>
            <p:nvPr/>
          </p:nvSpPr>
          <p:spPr bwMode="auto">
            <a:xfrm>
              <a:off x="3783013" y="1223963"/>
              <a:ext cx="133350" cy="336550"/>
            </a:xfrm>
            <a:custGeom>
              <a:avLst/>
              <a:gdLst>
                <a:gd name="T0" fmla="*/ 31 w 31"/>
                <a:gd name="T1" fmla="*/ 10 h 79"/>
                <a:gd name="T2" fmla="*/ 22 w 31"/>
                <a:gd name="T3" fmla="*/ 0 h 79"/>
                <a:gd name="T4" fmla="*/ 19 w 31"/>
                <a:gd name="T5" fmla="*/ 0 h 79"/>
                <a:gd name="T6" fmla="*/ 0 w 31"/>
                <a:gd name="T7" fmla="*/ 0 h 79"/>
                <a:gd name="T8" fmla="*/ 0 w 31"/>
                <a:gd name="T9" fmla="*/ 3 h 79"/>
                <a:gd name="T10" fmla="*/ 15 w 31"/>
                <a:gd name="T11" fmla="*/ 3 h 79"/>
                <a:gd name="T12" fmla="*/ 19 w 31"/>
                <a:gd name="T13" fmla="*/ 3 h 79"/>
                <a:gd name="T14" fmla="*/ 28 w 31"/>
                <a:gd name="T15" fmla="*/ 13 h 79"/>
                <a:gd name="T16" fmla="*/ 28 w 31"/>
                <a:gd name="T17" fmla="*/ 13 h 79"/>
                <a:gd name="T18" fmla="*/ 28 w 31"/>
                <a:gd name="T19" fmla="*/ 16 h 79"/>
                <a:gd name="T20" fmla="*/ 28 w 31"/>
                <a:gd name="T21" fmla="*/ 29 h 79"/>
                <a:gd name="T22" fmla="*/ 28 w 31"/>
                <a:gd name="T23" fmla="*/ 55 h 79"/>
                <a:gd name="T24" fmla="*/ 28 w 31"/>
                <a:gd name="T25" fmla="*/ 71 h 79"/>
                <a:gd name="T26" fmla="*/ 25 w 31"/>
                <a:gd name="T27" fmla="*/ 79 h 79"/>
                <a:gd name="T28" fmla="*/ 31 w 31"/>
                <a:gd name="T29" fmla="*/ 69 h 79"/>
                <a:gd name="T30" fmla="*/ 31 w 31"/>
                <a:gd name="T31" fmla="*/ 53 h 79"/>
                <a:gd name="T32" fmla="*/ 31 w 31"/>
                <a:gd name="T33" fmla="*/ 27 h 79"/>
                <a:gd name="T34" fmla="*/ 31 w 31"/>
                <a:gd name="T35" fmla="*/ 14 h 79"/>
                <a:gd name="T36" fmla="*/ 31 w 31"/>
                <a:gd name="T37" fmla="*/ 11 h 79"/>
                <a:gd name="T38" fmla="*/ 31 w 31"/>
                <a:gd name="T39" fmla="*/ 1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 h="79">
                  <a:moveTo>
                    <a:pt x="31" y="10"/>
                  </a:moveTo>
                  <a:cubicBezTo>
                    <a:pt x="31" y="4"/>
                    <a:pt x="28" y="0"/>
                    <a:pt x="22" y="0"/>
                  </a:cubicBezTo>
                  <a:cubicBezTo>
                    <a:pt x="19" y="0"/>
                    <a:pt x="19" y="0"/>
                    <a:pt x="19" y="0"/>
                  </a:cubicBezTo>
                  <a:cubicBezTo>
                    <a:pt x="0" y="0"/>
                    <a:pt x="0" y="0"/>
                    <a:pt x="0" y="0"/>
                  </a:cubicBezTo>
                  <a:cubicBezTo>
                    <a:pt x="0" y="3"/>
                    <a:pt x="0" y="3"/>
                    <a:pt x="0" y="3"/>
                  </a:cubicBezTo>
                  <a:cubicBezTo>
                    <a:pt x="15" y="3"/>
                    <a:pt x="15" y="3"/>
                    <a:pt x="15" y="3"/>
                  </a:cubicBezTo>
                  <a:cubicBezTo>
                    <a:pt x="19" y="3"/>
                    <a:pt x="19" y="3"/>
                    <a:pt x="19" y="3"/>
                  </a:cubicBezTo>
                  <a:cubicBezTo>
                    <a:pt x="23" y="3"/>
                    <a:pt x="28" y="7"/>
                    <a:pt x="28" y="13"/>
                  </a:cubicBezTo>
                  <a:cubicBezTo>
                    <a:pt x="28" y="13"/>
                    <a:pt x="28" y="13"/>
                    <a:pt x="28" y="13"/>
                  </a:cubicBezTo>
                  <a:cubicBezTo>
                    <a:pt x="28" y="16"/>
                    <a:pt x="28" y="16"/>
                    <a:pt x="28" y="16"/>
                  </a:cubicBezTo>
                  <a:cubicBezTo>
                    <a:pt x="28" y="29"/>
                    <a:pt x="28" y="29"/>
                    <a:pt x="28" y="29"/>
                  </a:cubicBezTo>
                  <a:cubicBezTo>
                    <a:pt x="28" y="55"/>
                    <a:pt x="28" y="55"/>
                    <a:pt x="28" y="55"/>
                  </a:cubicBezTo>
                  <a:cubicBezTo>
                    <a:pt x="28" y="71"/>
                    <a:pt x="28" y="71"/>
                    <a:pt x="28" y="71"/>
                  </a:cubicBezTo>
                  <a:cubicBezTo>
                    <a:pt x="28" y="74"/>
                    <a:pt x="28" y="76"/>
                    <a:pt x="25" y="79"/>
                  </a:cubicBezTo>
                  <a:cubicBezTo>
                    <a:pt x="29" y="77"/>
                    <a:pt x="31" y="73"/>
                    <a:pt x="31" y="69"/>
                  </a:cubicBezTo>
                  <a:cubicBezTo>
                    <a:pt x="31" y="53"/>
                    <a:pt x="31" y="53"/>
                    <a:pt x="31" y="53"/>
                  </a:cubicBezTo>
                  <a:cubicBezTo>
                    <a:pt x="31" y="27"/>
                    <a:pt x="31" y="27"/>
                    <a:pt x="31" y="27"/>
                  </a:cubicBezTo>
                  <a:cubicBezTo>
                    <a:pt x="31" y="14"/>
                    <a:pt x="31" y="14"/>
                    <a:pt x="31" y="14"/>
                  </a:cubicBezTo>
                  <a:cubicBezTo>
                    <a:pt x="31" y="11"/>
                    <a:pt x="31" y="11"/>
                    <a:pt x="31" y="11"/>
                  </a:cubicBezTo>
                  <a:cubicBezTo>
                    <a:pt x="31" y="11"/>
                    <a:pt x="31" y="10"/>
                    <a:pt x="3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243"/>
            <p:cNvSpPr>
              <a:spLocks/>
            </p:cNvSpPr>
            <p:nvPr/>
          </p:nvSpPr>
          <p:spPr bwMode="auto">
            <a:xfrm>
              <a:off x="3557588" y="852488"/>
              <a:ext cx="331788" cy="733425"/>
            </a:xfrm>
            <a:custGeom>
              <a:avLst/>
              <a:gdLst>
                <a:gd name="T0" fmla="*/ 78 w 78"/>
                <a:gd name="T1" fmla="*/ 103 h 172"/>
                <a:gd name="T2" fmla="*/ 67 w 78"/>
                <a:gd name="T3" fmla="*/ 93 h 172"/>
                <a:gd name="T4" fmla="*/ 64 w 78"/>
                <a:gd name="T5" fmla="*/ 93 h 172"/>
                <a:gd name="T6" fmla="*/ 50 w 78"/>
                <a:gd name="T7" fmla="*/ 93 h 172"/>
                <a:gd name="T8" fmla="*/ 50 w 78"/>
                <a:gd name="T9" fmla="*/ 74 h 172"/>
                <a:gd name="T10" fmla="*/ 42 w 78"/>
                <a:gd name="T11" fmla="*/ 69 h 172"/>
                <a:gd name="T12" fmla="*/ 42 w 78"/>
                <a:gd name="T13" fmla="*/ 69 h 172"/>
                <a:gd name="T14" fmla="*/ 42 w 78"/>
                <a:gd name="T15" fmla="*/ 69 h 172"/>
                <a:gd name="T16" fmla="*/ 9 w 78"/>
                <a:gd name="T17" fmla="*/ 33 h 172"/>
                <a:gd name="T18" fmla="*/ 12 w 78"/>
                <a:gd name="T19" fmla="*/ 11 h 172"/>
                <a:gd name="T20" fmla="*/ 34 w 78"/>
                <a:gd name="T21" fmla="*/ 13 h 172"/>
                <a:gd name="T22" fmla="*/ 50 w 78"/>
                <a:gd name="T23" fmla="*/ 31 h 172"/>
                <a:gd name="T24" fmla="*/ 50 w 78"/>
                <a:gd name="T25" fmla="*/ 20 h 172"/>
                <a:gd name="T26" fmla="*/ 30 w 78"/>
                <a:gd name="T27" fmla="*/ 0 h 172"/>
                <a:gd name="T28" fmla="*/ 19 w 78"/>
                <a:gd name="T29" fmla="*/ 0 h 172"/>
                <a:gd name="T30" fmla="*/ 0 w 78"/>
                <a:gd name="T31" fmla="*/ 20 h 172"/>
                <a:gd name="T32" fmla="*/ 0 w 78"/>
                <a:gd name="T33" fmla="*/ 97 h 172"/>
                <a:gd name="T34" fmla="*/ 19 w 78"/>
                <a:gd name="T35" fmla="*/ 118 h 172"/>
                <a:gd name="T36" fmla="*/ 25 w 78"/>
                <a:gd name="T37" fmla="*/ 118 h 172"/>
                <a:gd name="T38" fmla="*/ 30 w 78"/>
                <a:gd name="T39" fmla="*/ 118 h 172"/>
                <a:gd name="T40" fmla="*/ 53 w 78"/>
                <a:gd name="T41" fmla="*/ 118 h 172"/>
                <a:gd name="T42" fmla="*/ 53 w 78"/>
                <a:gd name="T43" fmla="*/ 119 h 172"/>
                <a:gd name="T44" fmla="*/ 53 w 78"/>
                <a:gd name="T45" fmla="*/ 146 h 172"/>
                <a:gd name="T46" fmla="*/ 53 w 78"/>
                <a:gd name="T47" fmla="*/ 161 h 172"/>
                <a:gd name="T48" fmla="*/ 64 w 78"/>
                <a:gd name="T49" fmla="*/ 172 h 172"/>
                <a:gd name="T50" fmla="*/ 67 w 78"/>
                <a:gd name="T51" fmla="*/ 172 h 172"/>
                <a:gd name="T52" fmla="*/ 78 w 78"/>
                <a:gd name="T53" fmla="*/ 161 h 172"/>
                <a:gd name="T54" fmla="*/ 78 w 78"/>
                <a:gd name="T55" fmla="*/ 146 h 172"/>
                <a:gd name="T56" fmla="*/ 78 w 78"/>
                <a:gd name="T57" fmla="*/ 119 h 172"/>
                <a:gd name="T58" fmla="*/ 78 w 78"/>
                <a:gd name="T59" fmla="*/ 107 h 172"/>
                <a:gd name="T60" fmla="*/ 78 w 78"/>
                <a:gd name="T61" fmla="*/ 103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72">
                  <a:moveTo>
                    <a:pt x="78" y="103"/>
                  </a:moveTo>
                  <a:cubicBezTo>
                    <a:pt x="78" y="97"/>
                    <a:pt x="72" y="93"/>
                    <a:pt x="67" y="93"/>
                  </a:cubicBezTo>
                  <a:cubicBezTo>
                    <a:pt x="64" y="93"/>
                    <a:pt x="64" y="93"/>
                    <a:pt x="64" y="93"/>
                  </a:cubicBezTo>
                  <a:cubicBezTo>
                    <a:pt x="50" y="93"/>
                    <a:pt x="50" y="93"/>
                    <a:pt x="50" y="93"/>
                  </a:cubicBezTo>
                  <a:cubicBezTo>
                    <a:pt x="50" y="74"/>
                    <a:pt x="50" y="74"/>
                    <a:pt x="50" y="74"/>
                  </a:cubicBezTo>
                  <a:cubicBezTo>
                    <a:pt x="47" y="73"/>
                    <a:pt x="44" y="71"/>
                    <a:pt x="42" y="69"/>
                  </a:cubicBezTo>
                  <a:cubicBezTo>
                    <a:pt x="42" y="69"/>
                    <a:pt x="42" y="69"/>
                    <a:pt x="42" y="69"/>
                  </a:cubicBezTo>
                  <a:cubicBezTo>
                    <a:pt x="42" y="69"/>
                    <a:pt x="42" y="69"/>
                    <a:pt x="42" y="69"/>
                  </a:cubicBezTo>
                  <a:cubicBezTo>
                    <a:pt x="9" y="33"/>
                    <a:pt x="9" y="33"/>
                    <a:pt x="9" y="33"/>
                  </a:cubicBezTo>
                  <a:cubicBezTo>
                    <a:pt x="5" y="27"/>
                    <a:pt x="6" y="16"/>
                    <a:pt x="12" y="11"/>
                  </a:cubicBezTo>
                  <a:cubicBezTo>
                    <a:pt x="19" y="6"/>
                    <a:pt x="28" y="6"/>
                    <a:pt x="34" y="13"/>
                  </a:cubicBezTo>
                  <a:cubicBezTo>
                    <a:pt x="50" y="31"/>
                    <a:pt x="50" y="31"/>
                    <a:pt x="50" y="31"/>
                  </a:cubicBezTo>
                  <a:cubicBezTo>
                    <a:pt x="50" y="20"/>
                    <a:pt x="50" y="20"/>
                    <a:pt x="50" y="20"/>
                  </a:cubicBezTo>
                  <a:cubicBezTo>
                    <a:pt x="50" y="9"/>
                    <a:pt x="41" y="0"/>
                    <a:pt x="30" y="0"/>
                  </a:cubicBezTo>
                  <a:cubicBezTo>
                    <a:pt x="19" y="0"/>
                    <a:pt x="19" y="0"/>
                    <a:pt x="19" y="0"/>
                  </a:cubicBezTo>
                  <a:cubicBezTo>
                    <a:pt x="8" y="0"/>
                    <a:pt x="0" y="9"/>
                    <a:pt x="0" y="20"/>
                  </a:cubicBezTo>
                  <a:cubicBezTo>
                    <a:pt x="0" y="97"/>
                    <a:pt x="0" y="97"/>
                    <a:pt x="0" y="97"/>
                  </a:cubicBezTo>
                  <a:cubicBezTo>
                    <a:pt x="0" y="108"/>
                    <a:pt x="8" y="118"/>
                    <a:pt x="19" y="118"/>
                  </a:cubicBezTo>
                  <a:cubicBezTo>
                    <a:pt x="25" y="118"/>
                    <a:pt x="25" y="118"/>
                    <a:pt x="25" y="118"/>
                  </a:cubicBezTo>
                  <a:cubicBezTo>
                    <a:pt x="30" y="118"/>
                    <a:pt x="30" y="118"/>
                    <a:pt x="30" y="118"/>
                  </a:cubicBezTo>
                  <a:cubicBezTo>
                    <a:pt x="53" y="118"/>
                    <a:pt x="53" y="118"/>
                    <a:pt x="53" y="118"/>
                  </a:cubicBezTo>
                  <a:cubicBezTo>
                    <a:pt x="53" y="119"/>
                    <a:pt x="53" y="119"/>
                    <a:pt x="53" y="119"/>
                  </a:cubicBezTo>
                  <a:cubicBezTo>
                    <a:pt x="53" y="146"/>
                    <a:pt x="53" y="146"/>
                    <a:pt x="53" y="146"/>
                  </a:cubicBezTo>
                  <a:cubicBezTo>
                    <a:pt x="53" y="161"/>
                    <a:pt x="53" y="161"/>
                    <a:pt x="53" y="161"/>
                  </a:cubicBezTo>
                  <a:cubicBezTo>
                    <a:pt x="53" y="167"/>
                    <a:pt x="58" y="172"/>
                    <a:pt x="64" y="172"/>
                  </a:cubicBezTo>
                  <a:cubicBezTo>
                    <a:pt x="67" y="172"/>
                    <a:pt x="67" y="172"/>
                    <a:pt x="67" y="172"/>
                  </a:cubicBezTo>
                  <a:cubicBezTo>
                    <a:pt x="73" y="172"/>
                    <a:pt x="78" y="167"/>
                    <a:pt x="78" y="161"/>
                  </a:cubicBezTo>
                  <a:cubicBezTo>
                    <a:pt x="78" y="146"/>
                    <a:pt x="78" y="146"/>
                    <a:pt x="78" y="146"/>
                  </a:cubicBezTo>
                  <a:cubicBezTo>
                    <a:pt x="78" y="119"/>
                    <a:pt x="78" y="119"/>
                    <a:pt x="78" y="119"/>
                  </a:cubicBezTo>
                  <a:cubicBezTo>
                    <a:pt x="78" y="107"/>
                    <a:pt x="78" y="107"/>
                    <a:pt x="78" y="107"/>
                  </a:cubicBezTo>
                  <a:cubicBezTo>
                    <a:pt x="78" y="103"/>
                    <a:pt x="78" y="103"/>
                    <a:pt x="78"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Rectangle 244"/>
            <p:cNvSpPr>
              <a:spLocks noChangeArrowheads="1"/>
            </p:cNvSpPr>
            <p:nvPr/>
          </p:nvSpPr>
          <p:spPr bwMode="auto">
            <a:xfrm>
              <a:off x="6099175" y="322263"/>
              <a:ext cx="39688" cy="901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Rectangle 245"/>
            <p:cNvSpPr>
              <a:spLocks noChangeArrowheads="1"/>
            </p:cNvSpPr>
            <p:nvPr/>
          </p:nvSpPr>
          <p:spPr bwMode="auto">
            <a:xfrm>
              <a:off x="6159500" y="220663"/>
              <a:ext cx="73025" cy="13652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Rectangle 246"/>
            <p:cNvSpPr>
              <a:spLocks noChangeArrowheads="1"/>
            </p:cNvSpPr>
            <p:nvPr/>
          </p:nvSpPr>
          <p:spPr bwMode="auto">
            <a:xfrm>
              <a:off x="4700588" y="1555750"/>
              <a:ext cx="38100" cy="301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Rectangle 247"/>
            <p:cNvSpPr>
              <a:spLocks noChangeArrowheads="1"/>
            </p:cNvSpPr>
            <p:nvPr/>
          </p:nvSpPr>
          <p:spPr bwMode="auto">
            <a:xfrm>
              <a:off x="5072063" y="1555750"/>
              <a:ext cx="25400" cy="301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Freeform 248"/>
            <p:cNvSpPr>
              <a:spLocks/>
            </p:cNvSpPr>
            <p:nvPr/>
          </p:nvSpPr>
          <p:spPr bwMode="auto">
            <a:xfrm>
              <a:off x="4652963" y="1103313"/>
              <a:ext cx="495300" cy="25400"/>
            </a:xfrm>
            <a:custGeom>
              <a:avLst/>
              <a:gdLst>
                <a:gd name="T0" fmla="*/ 116 w 116"/>
                <a:gd name="T1" fmla="*/ 3 h 6"/>
                <a:gd name="T2" fmla="*/ 113 w 116"/>
                <a:gd name="T3" fmla="*/ 6 h 6"/>
                <a:gd name="T4" fmla="*/ 4 w 116"/>
                <a:gd name="T5" fmla="*/ 6 h 6"/>
                <a:gd name="T6" fmla="*/ 0 w 116"/>
                <a:gd name="T7" fmla="*/ 3 h 6"/>
                <a:gd name="T8" fmla="*/ 0 w 116"/>
                <a:gd name="T9" fmla="*/ 3 h 6"/>
                <a:gd name="T10" fmla="*/ 4 w 116"/>
                <a:gd name="T11" fmla="*/ 0 h 6"/>
                <a:gd name="T12" fmla="*/ 113 w 116"/>
                <a:gd name="T13" fmla="*/ 0 h 6"/>
                <a:gd name="T14" fmla="*/ 116 w 116"/>
                <a:gd name="T15" fmla="*/ 3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6" h="6">
                  <a:moveTo>
                    <a:pt x="116" y="3"/>
                  </a:moveTo>
                  <a:cubicBezTo>
                    <a:pt x="116" y="5"/>
                    <a:pt x="115" y="6"/>
                    <a:pt x="113" y="6"/>
                  </a:cubicBezTo>
                  <a:cubicBezTo>
                    <a:pt x="4" y="6"/>
                    <a:pt x="4" y="6"/>
                    <a:pt x="4" y="6"/>
                  </a:cubicBezTo>
                  <a:cubicBezTo>
                    <a:pt x="1" y="6"/>
                    <a:pt x="0" y="5"/>
                    <a:pt x="0" y="3"/>
                  </a:cubicBezTo>
                  <a:cubicBezTo>
                    <a:pt x="0" y="3"/>
                    <a:pt x="0" y="3"/>
                    <a:pt x="0" y="3"/>
                  </a:cubicBezTo>
                  <a:cubicBezTo>
                    <a:pt x="0" y="1"/>
                    <a:pt x="1" y="0"/>
                    <a:pt x="4" y="0"/>
                  </a:cubicBezTo>
                  <a:cubicBezTo>
                    <a:pt x="113" y="0"/>
                    <a:pt x="113" y="0"/>
                    <a:pt x="113" y="0"/>
                  </a:cubicBezTo>
                  <a:cubicBezTo>
                    <a:pt x="115" y="0"/>
                    <a:pt x="116" y="1"/>
                    <a:pt x="116"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Rectangle 249"/>
            <p:cNvSpPr>
              <a:spLocks noChangeArrowheads="1"/>
            </p:cNvSpPr>
            <p:nvPr/>
          </p:nvSpPr>
          <p:spPr bwMode="auto">
            <a:xfrm>
              <a:off x="4683125" y="1150938"/>
              <a:ext cx="434975" cy="396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250"/>
            <p:cNvSpPr>
              <a:spLocks/>
            </p:cNvSpPr>
            <p:nvPr/>
          </p:nvSpPr>
          <p:spPr bwMode="auto">
            <a:xfrm>
              <a:off x="5322888" y="971550"/>
              <a:ext cx="242888" cy="614363"/>
            </a:xfrm>
            <a:custGeom>
              <a:avLst/>
              <a:gdLst>
                <a:gd name="T0" fmla="*/ 53 w 57"/>
                <a:gd name="T1" fmla="*/ 0 h 144"/>
                <a:gd name="T2" fmla="*/ 49 w 57"/>
                <a:gd name="T3" fmla="*/ 4 h 144"/>
                <a:gd name="T4" fmla="*/ 49 w 57"/>
                <a:gd name="T5" fmla="*/ 93 h 144"/>
                <a:gd name="T6" fmla="*/ 4 w 57"/>
                <a:gd name="T7" fmla="*/ 93 h 144"/>
                <a:gd name="T8" fmla="*/ 4 w 57"/>
                <a:gd name="T9" fmla="*/ 93 h 144"/>
                <a:gd name="T10" fmla="*/ 3 w 57"/>
                <a:gd name="T11" fmla="*/ 93 h 144"/>
                <a:gd name="T12" fmla="*/ 0 w 57"/>
                <a:gd name="T13" fmla="*/ 97 h 144"/>
                <a:gd name="T14" fmla="*/ 0 w 57"/>
                <a:gd name="T15" fmla="*/ 140 h 144"/>
                <a:gd name="T16" fmla="*/ 3 w 57"/>
                <a:gd name="T17" fmla="*/ 144 h 144"/>
                <a:gd name="T18" fmla="*/ 8 w 57"/>
                <a:gd name="T19" fmla="*/ 140 h 144"/>
                <a:gd name="T20" fmla="*/ 8 w 57"/>
                <a:gd name="T21" fmla="*/ 100 h 144"/>
                <a:gd name="T22" fmla="*/ 49 w 57"/>
                <a:gd name="T23" fmla="*/ 100 h 144"/>
                <a:gd name="T24" fmla="*/ 49 w 57"/>
                <a:gd name="T25" fmla="*/ 140 h 144"/>
                <a:gd name="T26" fmla="*/ 53 w 57"/>
                <a:gd name="T27" fmla="*/ 144 h 144"/>
                <a:gd name="T28" fmla="*/ 57 w 57"/>
                <a:gd name="T29" fmla="*/ 140 h 144"/>
                <a:gd name="T30" fmla="*/ 57 w 57"/>
                <a:gd name="T31" fmla="*/ 4 h 144"/>
                <a:gd name="T32" fmla="*/ 53 w 57"/>
                <a:gd name="T33"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7" h="144">
                  <a:moveTo>
                    <a:pt x="53" y="0"/>
                  </a:moveTo>
                  <a:cubicBezTo>
                    <a:pt x="51" y="0"/>
                    <a:pt x="49" y="2"/>
                    <a:pt x="49" y="4"/>
                  </a:cubicBezTo>
                  <a:cubicBezTo>
                    <a:pt x="49" y="93"/>
                    <a:pt x="49" y="93"/>
                    <a:pt x="49" y="93"/>
                  </a:cubicBezTo>
                  <a:cubicBezTo>
                    <a:pt x="4" y="93"/>
                    <a:pt x="4" y="93"/>
                    <a:pt x="4" y="93"/>
                  </a:cubicBezTo>
                  <a:cubicBezTo>
                    <a:pt x="4" y="93"/>
                    <a:pt x="4" y="93"/>
                    <a:pt x="4" y="93"/>
                  </a:cubicBezTo>
                  <a:cubicBezTo>
                    <a:pt x="3" y="93"/>
                    <a:pt x="3" y="93"/>
                    <a:pt x="3" y="93"/>
                  </a:cubicBezTo>
                  <a:cubicBezTo>
                    <a:pt x="1" y="93"/>
                    <a:pt x="0" y="94"/>
                    <a:pt x="0" y="97"/>
                  </a:cubicBezTo>
                  <a:cubicBezTo>
                    <a:pt x="0" y="140"/>
                    <a:pt x="0" y="140"/>
                    <a:pt x="0" y="140"/>
                  </a:cubicBezTo>
                  <a:cubicBezTo>
                    <a:pt x="0" y="142"/>
                    <a:pt x="1" y="144"/>
                    <a:pt x="3" y="144"/>
                  </a:cubicBezTo>
                  <a:cubicBezTo>
                    <a:pt x="6" y="144"/>
                    <a:pt x="8" y="142"/>
                    <a:pt x="8" y="140"/>
                  </a:cubicBezTo>
                  <a:cubicBezTo>
                    <a:pt x="8" y="100"/>
                    <a:pt x="8" y="100"/>
                    <a:pt x="8" y="100"/>
                  </a:cubicBezTo>
                  <a:cubicBezTo>
                    <a:pt x="49" y="100"/>
                    <a:pt x="49" y="100"/>
                    <a:pt x="49" y="100"/>
                  </a:cubicBezTo>
                  <a:cubicBezTo>
                    <a:pt x="49" y="140"/>
                    <a:pt x="49" y="140"/>
                    <a:pt x="49" y="140"/>
                  </a:cubicBezTo>
                  <a:cubicBezTo>
                    <a:pt x="49" y="142"/>
                    <a:pt x="51" y="144"/>
                    <a:pt x="53" y="144"/>
                  </a:cubicBezTo>
                  <a:cubicBezTo>
                    <a:pt x="56" y="144"/>
                    <a:pt x="57" y="142"/>
                    <a:pt x="57" y="140"/>
                  </a:cubicBezTo>
                  <a:cubicBezTo>
                    <a:pt x="57" y="4"/>
                    <a:pt x="57" y="4"/>
                    <a:pt x="57" y="4"/>
                  </a:cubicBezTo>
                  <a:cubicBezTo>
                    <a:pt x="57" y="2"/>
                    <a:pt x="56" y="0"/>
                    <a:pt x="5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251"/>
            <p:cNvSpPr>
              <a:spLocks/>
            </p:cNvSpPr>
            <p:nvPr/>
          </p:nvSpPr>
          <p:spPr bwMode="auto">
            <a:xfrm>
              <a:off x="5216525" y="650875"/>
              <a:ext cx="200025" cy="196850"/>
            </a:xfrm>
            <a:custGeom>
              <a:avLst/>
              <a:gdLst>
                <a:gd name="T0" fmla="*/ 0 w 47"/>
                <a:gd name="T1" fmla="*/ 23 h 46"/>
                <a:gd name="T2" fmla="*/ 25 w 47"/>
                <a:gd name="T3" fmla="*/ 46 h 46"/>
                <a:gd name="T4" fmla="*/ 47 w 47"/>
                <a:gd name="T5" fmla="*/ 23 h 46"/>
                <a:gd name="T6" fmla="*/ 25 w 47"/>
                <a:gd name="T7" fmla="*/ 0 h 46"/>
                <a:gd name="T8" fmla="*/ 0 w 47"/>
                <a:gd name="T9" fmla="*/ 23 h 46"/>
              </a:gdLst>
              <a:ahLst/>
              <a:cxnLst>
                <a:cxn ang="0">
                  <a:pos x="T0" y="T1"/>
                </a:cxn>
                <a:cxn ang="0">
                  <a:pos x="T2" y="T3"/>
                </a:cxn>
                <a:cxn ang="0">
                  <a:pos x="T4" y="T5"/>
                </a:cxn>
                <a:cxn ang="0">
                  <a:pos x="T6" y="T7"/>
                </a:cxn>
                <a:cxn ang="0">
                  <a:pos x="T8" y="T9"/>
                </a:cxn>
              </a:cxnLst>
              <a:rect l="0" t="0" r="r" b="b"/>
              <a:pathLst>
                <a:path w="47" h="46">
                  <a:moveTo>
                    <a:pt x="0" y="23"/>
                  </a:moveTo>
                  <a:cubicBezTo>
                    <a:pt x="0" y="36"/>
                    <a:pt x="11" y="46"/>
                    <a:pt x="25" y="46"/>
                  </a:cubicBezTo>
                  <a:cubicBezTo>
                    <a:pt x="37" y="46"/>
                    <a:pt x="47" y="36"/>
                    <a:pt x="47" y="23"/>
                  </a:cubicBezTo>
                  <a:cubicBezTo>
                    <a:pt x="47" y="10"/>
                    <a:pt x="37" y="0"/>
                    <a:pt x="25" y="0"/>
                  </a:cubicBezTo>
                  <a:cubicBezTo>
                    <a:pt x="11" y="0"/>
                    <a:pt x="0" y="10"/>
                    <a:pt x="0"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Freeform 252"/>
            <p:cNvSpPr>
              <a:spLocks/>
            </p:cNvSpPr>
            <p:nvPr/>
          </p:nvSpPr>
          <p:spPr bwMode="auto">
            <a:xfrm>
              <a:off x="5148263" y="1219200"/>
              <a:ext cx="131763" cy="336550"/>
            </a:xfrm>
            <a:custGeom>
              <a:avLst/>
              <a:gdLst>
                <a:gd name="T0" fmla="*/ 0 w 31"/>
                <a:gd name="T1" fmla="*/ 11 h 79"/>
                <a:gd name="T2" fmla="*/ 11 w 31"/>
                <a:gd name="T3" fmla="*/ 0 h 79"/>
                <a:gd name="T4" fmla="*/ 14 w 31"/>
                <a:gd name="T5" fmla="*/ 0 h 79"/>
                <a:gd name="T6" fmla="*/ 31 w 31"/>
                <a:gd name="T7" fmla="*/ 0 h 79"/>
                <a:gd name="T8" fmla="*/ 31 w 31"/>
                <a:gd name="T9" fmla="*/ 4 h 79"/>
                <a:gd name="T10" fmla="*/ 19 w 31"/>
                <a:gd name="T11" fmla="*/ 4 h 79"/>
                <a:gd name="T12" fmla="*/ 16 w 31"/>
                <a:gd name="T13" fmla="*/ 4 h 79"/>
                <a:gd name="T14" fmla="*/ 3 w 31"/>
                <a:gd name="T15" fmla="*/ 13 h 79"/>
                <a:gd name="T16" fmla="*/ 3 w 31"/>
                <a:gd name="T17" fmla="*/ 14 h 79"/>
                <a:gd name="T18" fmla="*/ 3 w 31"/>
                <a:gd name="T19" fmla="*/ 17 h 79"/>
                <a:gd name="T20" fmla="*/ 3 w 31"/>
                <a:gd name="T21" fmla="*/ 29 h 79"/>
                <a:gd name="T22" fmla="*/ 3 w 31"/>
                <a:gd name="T23" fmla="*/ 56 h 79"/>
                <a:gd name="T24" fmla="*/ 3 w 31"/>
                <a:gd name="T25" fmla="*/ 72 h 79"/>
                <a:gd name="T26" fmla="*/ 6 w 31"/>
                <a:gd name="T27" fmla="*/ 79 h 79"/>
                <a:gd name="T28" fmla="*/ 0 w 31"/>
                <a:gd name="T29" fmla="*/ 69 h 79"/>
                <a:gd name="T30" fmla="*/ 0 w 31"/>
                <a:gd name="T31" fmla="*/ 54 h 79"/>
                <a:gd name="T32" fmla="*/ 0 w 31"/>
                <a:gd name="T33" fmla="*/ 27 h 79"/>
                <a:gd name="T34" fmla="*/ 0 w 31"/>
                <a:gd name="T35" fmla="*/ 14 h 79"/>
                <a:gd name="T36" fmla="*/ 0 w 31"/>
                <a:gd name="T37" fmla="*/ 11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 h="79">
                  <a:moveTo>
                    <a:pt x="0" y="11"/>
                  </a:moveTo>
                  <a:cubicBezTo>
                    <a:pt x="0" y="5"/>
                    <a:pt x="6" y="0"/>
                    <a:pt x="11" y="0"/>
                  </a:cubicBezTo>
                  <a:cubicBezTo>
                    <a:pt x="14" y="0"/>
                    <a:pt x="14" y="0"/>
                    <a:pt x="14" y="0"/>
                  </a:cubicBezTo>
                  <a:cubicBezTo>
                    <a:pt x="31" y="0"/>
                    <a:pt x="31" y="0"/>
                    <a:pt x="31" y="0"/>
                  </a:cubicBezTo>
                  <a:cubicBezTo>
                    <a:pt x="31" y="4"/>
                    <a:pt x="31" y="4"/>
                    <a:pt x="31" y="4"/>
                  </a:cubicBezTo>
                  <a:cubicBezTo>
                    <a:pt x="19" y="4"/>
                    <a:pt x="19" y="4"/>
                    <a:pt x="19" y="4"/>
                  </a:cubicBezTo>
                  <a:cubicBezTo>
                    <a:pt x="16" y="4"/>
                    <a:pt x="16" y="4"/>
                    <a:pt x="16" y="4"/>
                  </a:cubicBezTo>
                  <a:cubicBezTo>
                    <a:pt x="10" y="4"/>
                    <a:pt x="5" y="7"/>
                    <a:pt x="3" y="13"/>
                  </a:cubicBezTo>
                  <a:cubicBezTo>
                    <a:pt x="3" y="13"/>
                    <a:pt x="3" y="14"/>
                    <a:pt x="3" y="14"/>
                  </a:cubicBezTo>
                  <a:cubicBezTo>
                    <a:pt x="3" y="17"/>
                    <a:pt x="3" y="17"/>
                    <a:pt x="3" y="17"/>
                  </a:cubicBezTo>
                  <a:cubicBezTo>
                    <a:pt x="3" y="29"/>
                    <a:pt x="3" y="29"/>
                    <a:pt x="3" y="29"/>
                  </a:cubicBezTo>
                  <a:cubicBezTo>
                    <a:pt x="3" y="56"/>
                    <a:pt x="3" y="56"/>
                    <a:pt x="3" y="56"/>
                  </a:cubicBezTo>
                  <a:cubicBezTo>
                    <a:pt x="3" y="72"/>
                    <a:pt x="3" y="72"/>
                    <a:pt x="3" y="72"/>
                  </a:cubicBezTo>
                  <a:cubicBezTo>
                    <a:pt x="3" y="74"/>
                    <a:pt x="6" y="77"/>
                    <a:pt x="6" y="79"/>
                  </a:cubicBezTo>
                  <a:cubicBezTo>
                    <a:pt x="3" y="77"/>
                    <a:pt x="0" y="74"/>
                    <a:pt x="0" y="69"/>
                  </a:cubicBezTo>
                  <a:cubicBezTo>
                    <a:pt x="0" y="54"/>
                    <a:pt x="0" y="54"/>
                    <a:pt x="0" y="54"/>
                  </a:cubicBezTo>
                  <a:cubicBezTo>
                    <a:pt x="0" y="27"/>
                    <a:pt x="0" y="27"/>
                    <a:pt x="0" y="27"/>
                  </a:cubicBezTo>
                  <a:cubicBezTo>
                    <a:pt x="0" y="14"/>
                    <a:pt x="0" y="14"/>
                    <a:pt x="0" y="14"/>
                  </a:cubicBezTo>
                  <a:cubicBezTo>
                    <a:pt x="0" y="11"/>
                    <a:pt x="0" y="11"/>
                    <a:pt x="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 name="Rectangle 253"/>
            <p:cNvSpPr>
              <a:spLocks noChangeArrowheads="1"/>
            </p:cNvSpPr>
            <p:nvPr/>
          </p:nvSpPr>
          <p:spPr bwMode="auto">
            <a:xfrm>
              <a:off x="4943475" y="1077913"/>
              <a:ext cx="153988"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Freeform 254"/>
            <p:cNvSpPr>
              <a:spLocks/>
            </p:cNvSpPr>
            <p:nvPr/>
          </p:nvSpPr>
          <p:spPr bwMode="auto">
            <a:xfrm>
              <a:off x="5029200" y="966788"/>
              <a:ext cx="68263" cy="103188"/>
            </a:xfrm>
            <a:custGeom>
              <a:avLst/>
              <a:gdLst>
                <a:gd name="T0" fmla="*/ 16 w 16"/>
                <a:gd name="T1" fmla="*/ 0 h 24"/>
                <a:gd name="T2" fmla="*/ 16 w 16"/>
                <a:gd name="T3" fmla="*/ 3 h 24"/>
                <a:gd name="T4" fmla="*/ 3 w 16"/>
                <a:gd name="T5" fmla="*/ 24 h 24"/>
                <a:gd name="T6" fmla="*/ 2 w 16"/>
                <a:gd name="T7" fmla="*/ 24 h 24"/>
                <a:gd name="T8" fmla="*/ 2 w 16"/>
                <a:gd name="T9" fmla="*/ 24 h 24"/>
                <a:gd name="T10" fmla="*/ 2 w 16"/>
                <a:gd name="T11" fmla="*/ 23 h 24"/>
                <a:gd name="T12" fmla="*/ 14 w 16"/>
                <a:gd name="T13" fmla="*/ 1 h 24"/>
                <a:gd name="T14" fmla="*/ 16 w 16"/>
                <a:gd name="T15" fmla="*/ 0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24">
                  <a:moveTo>
                    <a:pt x="16" y="0"/>
                  </a:moveTo>
                  <a:cubicBezTo>
                    <a:pt x="16" y="3"/>
                    <a:pt x="16" y="3"/>
                    <a:pt x="16" y="3"/>
                  </a:cubicBezTo>
                  <a:cubicBezTo>
                    <a:pt x="3" y="24"/>
                    <a:pt x="3" y="24"/>
                    <a:pt x="3" y="24"/>
                  </a:cubicBezTo>
                  <a:cubicBezTo>
                    <a:pt x="3" y="24"/>
                    <a:pt x="3" y="24"/>
                    <a:pt x="2" y="24"/>
                  </a:cubicBezTo>
                  <a:cubicBezTo>
                    <a:pt x="2" y="24"/>
                    <a:pt x="2" y="24"/>
                    <a:pt x="2" y="24"/>
                  </a:cubicBezTo>
                  <a:cubicBezTo>
                    <a:pt x="0" y="24"/>
                    <a:pt x="0" y="23"/>
                    <a:pt x="2" y="23"/>
                  </a:cubicBezTo>
                  <a:cubicBezTo>
                    <a:pt x="14" y="1"/>
                    <a:pt x="14" y="1"/>
                    <a:pt x="14" y="1"/>
                  </a:cubicBezTo>
                  <a:cubicBezTo>
                    <a:pt x="16" y="0"/>
                    <a:pt x="16"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 name="Freeform 255"/>
            <p:cNvSpPr>
              <a:spLocks/>
            </p:cNvSpPr>
            <p:nvPr/>
          </p:nvSpPr>
          <p:spPr bwMode="auto">
            <a:xfrm>
              <a:off x="5183188" y="847725"/>
              <a:ext cx="336550" cy="738188"/>
            </a:xfrm>
            <a:custGeom>
              <a:avLst/>
              <a:gdLst>
                <a:gd name="T0" fmla="*/ 58 w 79"/>
                <a:gd name="T1" fmla="*/ 0 h 173"/>
                <a:gd name="T2" fmla="*/ 48 w 79"/>
                <a:gd name="T3" fmla="*/ 0 h 173"/>
                <a:gd name="T4" fmla="*/ 27 w 79"/>
                <a:gd name="T5" fmla="*/ 20 h 173"/>
                <a:gd name="T6" fmla="*/ 41 w 79"/>
                <a:gd name="T7" fmla="*/ 10 h 173"/>
                <a:gd name="T8" fmla="*/ 64 w 79"/>
                <a:gd name="T9" fmla="*/ 14 h 173"/>
                <a:gd name="T10" fmla="*/ 61 w 79"/>
                <a:gd name="T11" fmla="*/ 38 h 173"/>
                <a:gd name="T12" fmla="*/ 27 w 79"/>
                <a:gd name="T13" fmla="*/ 61 h 173"/>
                <a:gd name="T14" fmla="*/ 27 w 79"/>
                <a:gd name="T15" fmla="*/ 94 h 173"/>
                <a:gd name="T16" fmla="*/ 14 w 79"/>
                <a:gd name="T17" fmla="*/ 94 h 173"/>
                <a:gd name="T18" fmla="*/ 11 w 79"/>
                <a:gd name="T19" fmla="*/ 94 h 173"/>
                <a:gd name="T20" fmla="*/ 0 w 79"/>
                <a:gd name="T21" fmla="*/ 103 h 173"/>
                <a:gd name="T22" fmla="*/ 0 w 79"/>
                <a:gd name="T23" fmla="*/ 104 h 173"/>
                <a:gd name="T24" fmla="*/ 0 w 79"/>
                <a:gd name="T25" fmla="*/ 108 h 173"/>
                <a:gd name="T26" fmla="*/ 0 w 79"/>
                <a:gd name="T27" fmla="*/ 119 h 173"/>
                <a:gd name="T28" fmla="*/ 0 w 79"/>
                <a:gd name="T29" fmla="*/ 147 h 173"/>
                <a:gd name="T30" fmla="*/ 0 w 79"/>
                <a:gd name="T31" fmla="*/ 162 h 173"/>
                <a:gd name="T32" fmla="*/ 11 w 79"/>
                <a:gd name="T33" fmla="*/ 173 h 173"/>
                <a:gd name="T34" fmla="*/ 14 w 79"/>
                <a:gd name="T35" fmla="*/ 173 h 173"/>
                <a:gd name="T36" fmla="*/ 23 w 79"/>
                <a:gd name="T37" fmla="*/ 162 h 173"/>
                <a:gd name="T38" fmla="*/ 23 w 79"/>
                <a:gd name="T39" fmla="*/ 147 h 173"/>
                <a:gd name="T40" fmla="*/ 23 w 79"/>
                <a:gd name="T41" fmla="*/ 119 h 173"/>
                <a:gd name="T42" fmla="*/ 23 w 79"/>
                <a:gd name="T43" fmla="*/ 119 h 173"/>
                <a:gd name="T44" fmla="*/ 48 w 79"/>
                <a:gd name="T45" fmla="*/ 119 h 173"/>
                <a:gd name="T46" fmla="*/ 53 w 79"/>
                <a:gd name="T47" fmla="*/ 119 h 173"/>
                <a:gd name="T48" fmla="*/ 58 w 79"/>
                <a:gd name="T49" fmla="*/ 119 h 173"/>
                <a:gd name="T50" fmla="*/ 79 w 79"/>
                <a:gd name="T51" fmla="*/ 98 h 173"/>
                <a:gd name="T52" fmla="*/ 79 w 79"/>
                <a:gd name="T53" fmla="*/ 98 h 173"/>
                <a:gd name="T54" fmla="*/ 79 w 79"/>
                <a:gd name="T55" fmla="*/ 21 h 173"/>
                <a:gd name="T56" fmla="*/ 79 w 79"/>
                <a:gd name="T57" fmla="*/ 20 h 173"/>
                <a:gd name="T58" fmla="*/ 58 w 79"/>
                <a:gd name="T59"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173">
                  <a:moveTo>
                    <a:pt x="58" y="0"/>
                  </a:moveTo>
                  <a:cubicBezTo>
                    <a:pt x="48" y="0"/>
                    <a:pt x="48" y="0"/>
                    <a:pt x="48" y="0"/>
                  </a:cubicBezTo>
                  <a:cubicBezTo>
                    <a:pt x="36" y="0"/>
                    <a:pt x="28" y="9"/>
                    <a:pt x="27" y="20"/>
                  </a:cubicBezTo>
                  <a:cubicBezTo>
                    <a:pt x="41" y="10"/>
                    <a:pt x="41" y="10"/>
                    <a:pt x="41" y="10"/>
                  </a:cubicBezTo>
                  <a:cubicBezTo>
                    <a:pt x="48" y="5"/>
                    <a:pt x="58" y="7"/>
                    <a:pt x="64" y="14"/>
                  </a:cubicBezTo>
                  <a:cubicBezTo>
                    <a:pt x="70" y="22"/>
                    <a:pt x="67" y="32"/>
                    <a:pt x="61" y="38"/>
                  </a:cubicBezTo>
                  <a:cubicBezTo>
                    <a:pt x="27" y="61"/>
                    <a:pt x="27" y="61"/>
                    <a:pt x="27" y="61"/>
                  </a:cubicBezTo>
                  <a:cubicBezTo>
                    <a:pt x="27" y="94"/>
                    <a:pt x="27" y="94"/>
                    <a:pt x="27" y="94"/>
                  </a:cubicBezTo>
                  <a:cubicBezTo>
                    <a:pt x="14" y="94"/>
                    <a:pt x="14" y="94"/>
                    <a:pt x="14" y="94"/>
                  </a:cubicBezTo>
                  <a:cubicBezTo>
                    <a:pt x="11" y="94"/>
                    <a:pt x="11" y="94"/>
                    <a:pt x="11" y="94"/>
                  </a:cubicBezTo>
                  <a:cubicBezTo>
                    <a:pt x="5" y="94"/>
                    <a:pt x="0" y="98"/>
                    <a:pt x="0" y="103"/>
                  </a:cubicBezTo>
                  <a:cubicBezTo>
                    <a:pt x="0" y="104"/>
                    <a:pt x="0" y="104"/>
                    <a:pt x="0" y="104"/>
                  </a:cubicBezTo>
                  <a:cubicBezTo>
                    <a:pt x="0" y="108"/>
                    <a:pt x="0" y="108"/>
                    <a:pt x="0" y="108"/>
                  </a:cubicBezTo>
                  <a:cubicBezTo>
                    <a:pt x="0" y="119"/>
                    <a:pt x="0" y="119"/>
                    <a:pt x="0" y="119"/>
                  </a:cubicBezTo>
                  <a:cubicBezTo>
                    <a:pt x="0" y="147"/>
                    <a:pt x="0" y="147"/>
                    <a:pt x="0" y="147"/>
                  </a:cubicBezTo>
                  <a:cubicBezTo>
                    <a:pt x="0" y="162"/>
                    <a:pt x="0" y="162"/>
                    <a:pt x="0" y="162"/>
                  </a:cubicBezTo>
                  <a:cubicBezTo>
                    <a:pt x="0" y="167"/>
                    <a:pt x="5" y="173"/>
                    <a:pt x="11" y="173"/>
                  </a:cubicBezTo>
                  <a:cubicBezTo>
                    <a:pt x="14" y="173"/>
                    <a:pt x="14" y="173"/>
                    <a:pt x="14" y="173"/>
                  </a:cubicBezTo>
                  <a:cubicBezTo>
                    <a:pt x="20" y="173"/>
                    <a:pt x="23" y="167"/>
                    <a:pt x="23" y="162"/>
                  </a:cubicBezTo>
                  <a:cubicBezTo>
                    <a:pt x="23" y="147"/>
                    <a:pt x="23" y="147"/>
                    <a:pt x="23" y="147"/>
                  </a:cubicBezTo>
                  <a:cubicBezTo>
                    <a:pt x="23" y="119"/>
                    <a:pt x="23" y="119"/>
                    <a:pt x="23" y="119"/>
                  </a:cubicBezTo>
                  <a:cubicBezTo>
                    <a:pt x="23" y="119"/>
                    <a:pt x="23" y="119"/>
                    <a:pt x="23" y="119"/>
                  </a:cubicBezTo>
                  <a:cubicBezTo>
                    <a:pt x="48" y="119"/>
                    <a:pt x="48" y="119"/>
                    <a:pt x="48" y="119"/>
                  </a:cubicBezTo>
                  <a:cubicBezTo>
                    <a:pt x="53" y="119"/>
                    <a:pt x="53" y="119"/>
                    <a:pt x="53" y="119"/>
                  </a:cubicBezTo>
                  <a:cubicBezTo>
                    <a:pt x="58" y="119"/>
                    <a:pt x="58" y="119"/>
                    <a:pt x="58" y="119"/>
                  </a:cubicBezTo>
                  <a:cubicBezTo>
                    <a:pt x="70" y="119"/>
                    <a:pt x="79" y="109"/>
                    <a:pt x="79" y="98"/>
                  </a:cubicBezTo>
                  <a:cubicBezTo>
                    <a:pt x="79" y="98"/>
                    <a:pt x="79" y="98"/>
                    <a:pt x="79" y="98"/>
                  </a:cubicBezTo>
                  <a:cubicBezTo>
                    <a:pt x="79" y="21"/>
                    <a:pt x="79" y="21"/>
                    <a:pt x="79" y="21"/>
                  </a:cubicBezTo>
                  <a:cubicBezTo>
                    <a:pt x="79" y="20"/>
                    <a:pt x="79" y="20"/>
                    <a:pt x="79" y="20"/>
                  </a:cubicBezTo>
                  <a:cubicBezTo>
                    <a:pt x="79" y="9"/>
                    <a:pt x="70" y="0"/>
                    <a:pt x="5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Freeform 256"/>
            <p:cNvSpPr>
              <a:spLocks/>
            </p:cNvSpPr>
            <p:nvPr/>
          </p:nvSpPr>
          <p:spPr bwMode="auto">
            <a:xfrm>
              <a:off x="5029200" y="898525"/>
              <a:ext cx="427038" cy="214313"/>
            </a:xfrm>
            <a:custGeom>
              <a:avLst/>
              <a:gdLst>
                <a:gd name="T0" fmla="*/ 13 w 100"/>
                <a:gd name="T1" fmla="*/ 21 h 50"/>
                <a:gd name="T2" fmla="*/ 47 w 100"/>
                <a:gd name="T3" fmla="*/ 29 h 50"/>
                <a:gd name="T4" fmla="*/ 81 w 100"/>
                <a:gd name="T5" fmla="*/ 3 h 50"/>
                <a:gd name="T6" fmla="*/ 97 w 100"/>
                <a:gd name="T7" fmla="*/ 5 h 50"/>
                <a:gd name="T8" fmla="*/ 94 w 100"/>
                <a:gd name="T9" fmla="*/ 19 h 50"/>
                <a:gd name="T10" fmla="*/ 53 w 100"/>
                <a:gd name="T11" fmla="*/ 47 h 50"/>
                <a:gd name="T12" fmla="*/ 47 w 100"/>
                <a:gd name="T13" fmla="*/ 49 h 50"/>
                <a:gd name="T14" fmla="*/ 45 w 100"/>
                <a:gd name="T15" fmla="*/ 49 h 50"/>
                <a:gd name="T16" fmla="*/ 10 w 100"/>
                <a:gd name="T17" fmla="*/ 40 h 50"/>
                <a:gd name="T18" fmla="*/ 2 w 100"/>
                <a:gd name="T19" fmla="*/ 29 h 50"/>
                <a:gd name="T20" fmla="*/ 13 w 100"/>
                <a:gd name="T21" fmla="*/ 21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50">
                  <a:moveTo>
                    <a:pt x="13" y="21"/>
                  </a:moveTo>
                  <a:cubicBezTo>
                    <a:pt x="47" y="29"/>
                    <a:pt x="47" y="29"/>
                    <a:pt x="47" y="29"/>
                  </a:cubicBezTo>
                  <a:cubicBezTo>
                    <a:pt x="81" y="3"/>
                    <a:pt x="81" y="3"/>
                    <a:pt x="81" y="3"/>
                  </a:cubicBezTo>
                  <a:cubicBezTo>
                    <a:pt x="87" y="0"/>
                    <a:pt x="94" y="1"/>
                    <a:pt x="97" y="5"/>
                  </a:cubicBezTo>
                  <a:cubicBezTo>
                    <a:pt x="100" y="9"/>
                    <a:pt x="97" y="16"/>
                    <a:pt x="94" y="19"/>
                  </a:cubicBezTo>
                  <a:cubicBezTo>
                    <a:pt x="53" y="47"/>
                    <a:pt x="53" y="47"/>
                    <a:pt x="53" y="47"/>
                  </a:cubicBezTo>
                  <a:cubicBezTo>
                    <a:pt x="52" y="49"/>
                    <a:pt x="49" y="50"/>
                    <a:pt x="47" y="49"/>
                  </a:cubicBezTo>
                  <a:cubicBezTo>
                    <a:pt x="45" y="49"/>
                    <a:pt x="45" y="49"/>
                    <a:pt x="45" y="49"/>
                  </a:cubicBezTo>
                  <a:cubicBezTo>
                    <a:pt x="10" y="40"/>
                    <a:pt x="10" y="40"/>
                    <a:pt x="10" y="40"/>
                  </a:cubicBezTo>
                  <a:cubicBezTo>
                    <a:pt x="3" y="39"/>
                    <a:pt x="0" y="34"/>
                    <a:pt x="2" y="29"/>
                  </a:cubicBezTo>
                  <a:cubicBezTo>
                    <a:pt x="3" y="23"/>
                    <a:pt x="8" y="20"/>
                    <a:pt x="13"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 name="Oval 257"/>
            <p:cNvSpPr>
              <a:spLocks noChangeArrowheads="1"/>
            </p:cNvSpPr>
            <p:nvPr/>
          </p:nvSpPr>
          <p:spPr bwMode="auto">
            <a:xfrm>
              <a:off x="2794000" y="668338"/>
              <a:ext cx="200025" cy="2047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 name="Freeform 258"/>
            <p:cNvSpPr>
              <a:spLocks/>
            </p:cNvSpPr>
            <p:nvPr/>
          </p:nvSpPr>
          <p:spPr bwMode="auto">
            <a:xfrm>
              <a:off x="2695575" y="903288"/>
              <a:ext cx="384175" cy="242888"/>
            </a:xfrm>
            <a:custGeom>
              <a:avLst/>
              <a:gdLst>
                <a:gd name="T0" fmla="*/ 81 w 90"/>
                <a:gd name="T1" fmla="*/ 37 h 57"/>
                <a:gd name="T2" fmla="*/ 48 w 90"/>
                <a:gd name="T3" fmla="*/ 37 h 57"/>
                <a:gd name="T4" fmla="*/ 19 w 90"/>
                <a:gd name="T5" fmla="*/ 4 h 57"/>
                <a:gd name="T6" fmla="*/ 5 w 90"/>
                <a:gd name="T7" fmla="*/ 4 h 57"/>
                <a:gd name="T8" fmla="*/ 3 w 90"/>
                <a:gd name="T9" fmla="*/ 17 h 57"/>
                <a:gd name="T10" fmla="*/ 36 w 90"/>
                <a:gd name="T11" fmla="*/ 53 h 57"/>
                <a:gd name="T12" fmla="*/ 43 w 90"/>
                <a:gd name="T13" fmla="*/ 57 h 57"/>
                <a:gd name="T14" fmla="*/ 43 w 90"/>
                <a:gd name="T15" fmla="*/ 57 h 57"/>
                <a:gd name="T16" fmla="*/ 81 w 90"/>
                <a:gd name="T17" fmla="*/ 57 h 57"/>
                <a:gd name="T18" fmla="*/ 90 w 90"/>
                <a:gd name="T19" fmla="*/ 47 h 57"/>
                <a:gd name="T20" fmla="*/ 81 w 90"/>
                <a:gd name="T21" fmla="*/ 3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 h="57">
                  <a:moveTo>
                    <a:pt x="81" y="37"/>
                  </a:moveTo>
                  <a:cubicBezTo>
                    <a:pt x="48" y="37"/>
                    <a:pt x="48" y="37"/>
                    <a:pt x="48" y="37"/>
                  </a:cubicBezTo>
                  <a:cubicBezTo>
                    <a:pt x="19" y="4"/>
                    <a:pt x="19" y="4"/>
                    <a:pt x="19" y="4"/>
                  </a:cubicBezTo>
                  <a:cubicBezTo>
                    <a:pt x="15" y="0"/>
                    <a:pt x="9" y="0"/>
                    <a:pt x="5" y="4"/>
                  </a:cubicBezTo>
                  <a:cubicBezTo>
                    <a:pt x="0" y="7"/>
                    <a:pt x="0" y="13"/>
                    <a:pt x="3" y="17"/>
                  </a:cubicBezTo>
                  <a:cubicBezTo>
                    <a:pt x="36" y="53"/>
                    <a:pt x="36" y="53"/>
                    <a:pt x="36" y="53"/>
                  </a:cubicBezTo>
                  <a:cubicBezTo>
                    <a:pt x="37" y="56"/>
                    <a:pt x="40" y="57"/>
                    <a:pt x="43" y="57"/>
                  </a:cubicBezTo>
                  <a:cubicBezTo>
                    <a:pt x="43" y="57"/>
                    <a:pt x="43" y="57"/>
                    <a:pt x="43" y="57"/>
                  </a:cubicBezTo>
                  <a:cubicBezTo>
                    <a:pt x="81" y="57"/>
                    <a:pt x="81" y="57"/>
                    <a:pt x="81" y="57"/>
                  </a:cubicBezTo>
                  <a:cubicBezTo>
                    <a:pt x="87" y="57"/>
                    <a:pt x="90" y="53"/>
                    <a:pt x="90" y="47"/>
                  </a:cubicBezTo>
                  <a:cubicBezTo>
                    <a:pt x="90" y="42"/>
                    <a:pt x="87" y="37"/>
                    <a:pt x="81"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 name="Freeform 259"/>
            <p:cNvSpPr>
              <a:spLocks/>
            </p:cNvSpPr>
            <p:nvPr/>
          </p:nvSpPr>
          <p:spPr bwMode="auto">
            <a:xfrm>
              <a:off x="2601913" y="1385888"/>
              <a:ext cx="33338" cy="200025"/>
            </a:xfrm>
            <a:custGeom>
              <a:avLst/>
              <a:gdLst>
                <a:gd name="T0" fmla="*/ 0 w 8"/>
                <a:gd name="T1" fmla="*/ 0 h 47"/>
                <a:gd name="T2" fmla="*/ 0 w 8"/>
                <a:gd name="T3" fmla="*/ 43 h 47"/>
                <a:gd name="T4" fmla="*/ 3 w 8"/>
                <a:gd name="T5" fmla="*/ 47 h 47"/>
                <a:gd name="T6" fmla="*/ 8 w 8"/>
                <a:gd name="T7" fmla="*/ 43 h 47"/>
                <a:gd name="T8" fmla="*/ 8 w 8"/>
                <a:gd name="T9" fmla="*/ 3 h 47"/>
                <a:gd name="T10" fmla="*/ 3 w 8"/>
                <a:gd name="T11" fmla="*/ 3 h 47"/>
                <a:gd name="T12" fmla="*/ 0 w 8"/>
                <a:gd name="T13" fmla="*/ 0 h 47"/>
              </a:gdLst>
              <a:ahLst/>
              <a:cxnLst>
                <a:cxn ang="0">
                  <a:pos x="T0" y="T1"/>
                </a:cxn>
                <a:cxn ang="0">
                  <a:pos x="T2" y="T3"/>
                </a:cxn>
                <a:cxn ang="0">
                  <a:pos x="T4" y="T5"/>
                </a:cxn>
                <a:cxn ang="0">
                  <a:pos x="T6" y="T7"/>
                </a:cxn>
                <a:cxn ang="0">
                  <a:pos x="T8" y="T9"/>
                </a:cxn>
                <a:cxn ang="0">
                  <a:pos x="T10" y="T11"/>
                </a:cxn>
                <a:cxn ang="0">
                  <a:pos x="T12" y="T13"/>
                </a:cxn>
              </a:cxnLst>
              <a:rect l="0" t="0" r="r" b="b"/>
              <a:pathLst>
                <a:path w="8" h="47">
                  <a:moveTo>
                    <a:pt x="0" y="0"/>
                  </a:moveTo>
                  <a:cubicBezTo>
                    <a:pt x="0" y="43"/>
                    <a:pt x="0" y="43"/>
                    <a:pt x="0" y="43"/>
                  </a:cubicBezTo>
                  <a:cubicBezTo>
                    <a:pt x="0" y="45"/>
                    <a:pt x="2" y="47"/>
                    <a:pt x="3" y="47"/>
                  </a:cubicBezTo>
                  <a:cubicBezTo>
                    <a:pt x="6" y="47"/>
                    <a:pt x="8" y="45"/>
                    <a:pt x="8" y="43"/>
                  </a:cubicBezTo>
                  <a:cubicBezTo>
                    <a:pt x="8" y="3"/>
                    <a:pt x="8" y="3"/>
                    <a:pt x="8" y="3"/>
                  </a:cubicBezTo>
                  <a:cubicBezTo>
                    <a:pt x="3" y="3"/>
                    <a:pt x="3" y="3"/>
                    <a:pt x="3" y="3"/>
                  </a:cubicBezTo>
                  <a:cubicBezTo>
                    <a:pt x="2" y="3"/>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 name="Freeform 260"/>
            <p:cNvSpPr>
              <a:spLocks/>
            </p:cNvSpPr>
            <p:nvPr/>
          </p:nvSpPr>
          <p:spPr bwMode="auto">
            <a:xfrm>
              <a:off x="2601913" y="971550"/>
              <a:ext cx="33338" cy="414338"/>
            </a:xfrm>
            <a:custGeom>
              <a:avLst/>
              <a:gdLst>
                <a:gd name="T0" fmla="*/ 3 w 8"/>
                <a:gd name="T1" fmla="*/ 93 h 97"/>
                <a:gd name="T2" fmla="*/ 8 w 8"/>
                <a:gd name="T3" fmla="*/ 93 h 97"/>
                <a:gd name="T4" fmla="*/ 8 w 8"/>
                <a:gd name="T5" fmla="*/ 4 h 97"/>
                <a:gd name="T6" fmla="*/ 3 w 8"/>
                <a:gd name="T7" fmla="*/ 0 h 97"/>
                <a:gd name="T8" fmla="*/ 0 w 8"/>
                <a:gd name="T9" fmla="*/ 4 h 97"/>
                <a:gd name="T10" fmla="*/ 0 w 8"/>
                <a:gd name="T11" fmla="*/ 97 h 97"/>
                <a:gd name="T12" fmla="*/ 3 w 8"/>
                <a:gd name="T13" fmla="*/ 93 h 97"/>
              </a:gdLst>
              <a:ahLst/>
              <a:cxnLst>
                <a:cxn ang="0">
                  <a:pos x="T0" y="T1"/>
                </a:cxn>
                <a:cxn ang="0">
                  <a:pos x="T2" y="T3"/>
                </a:cxn>
                <a:cxn ang="0">
                  <a:pos x="T4" y="T5"/>
                </a:cxn>
                <a:cxn ang="0">
                  <a:pos x="T6" y="T7"/>
                </a:cxn>
                <a:cxn ang="0">
                  <a:pos x="T8" y="T9"/>
                </a:cxn>
                <a:cxn ang="0">
                  <a:pos x="T10" y="T11"/>
                </a:cxn>
                <a:cxn ang="0">
                  <a:pos x="T12" y="T13"/>
                </a:cxn>
              </a:cxnLst>
              <a:rect l="0" t="0" r="r" b="b"/>
              <a:pathLst>
                <a:path w="8" h="97">
                  <a:moveTo>
                    <a:pt x="3" y="93"/>
                  </a:moveTo>
                  <a:cubicBezTo>
                    <a:pt x="8" y="93"/>
                    <a:pt x="8" y="93"/>
                    <a:pt x="8" y="93"/>
                  </a:cubicBezTo>
                  <a:cubicBezTo>
                    <a:pt x="8" y="4"/>
                    <a:pt x="8" y="4"/>
                    <a:pt x="8" y="4"/>
                  </a:cubicBezTo>
                  <a:cubicBezTo>
                    <a:pt x="8" y="2"/>
                    <a:pt x="6" y="0"/>
                    <a:pt x="3" y="0"/>
                  </a:cubicBezTo>
                  <a:cubicBezTo>
                    <a:pt x="2" y="0"/>
                    <a:pt x="0" y="2"/>
                    <a:pt x="0" y="4"/>
                  </a:cubicBezTo>
                  <a:cubicBezTo>
                    <a:pt x="0" y="97"/>
                    <a:pt x="0" y="97"/>
                    <a:pt x="0" y="97"/>
                  </a:cubicBezTo>
                  <a:cubicBezTo>
                    <a:pt x="0" y="94"/>
                    <a:pt x="2" y="93"/>
                    <a:pt x="3" y="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 name="Freeform 261"/>
            <p:cNvSpPr>
              <a:spLocks/>
            </p:cNvSpPr>
            <p:nvPr/>
          </p:nvSpPr>
          <p:spPr bwMode="auto">
            <a:xfrm>
              <a:off x="2601913" y="1368425"/>
              <a:ext cx="225425" cy="30163"/>
            </a:xfrm>
            <a:custGeom>
              <a:avLst/>
              <a:gdLst>
                <a:gd name="T0" fmla="*/ 53 w 53"/>
                <a:gd name="T1" fmla="*/ 0 h 7"/>
                <a:gd name="T2" fmla="*/ 53 w 53"/>
                <a:gd name="T3" fmla="*/ 0 h 7"/>
                <a:gd name="T4" fmla="*/ 8 w 53"/>
                <a:gd name="T5" fmla="*/ 0 h 7"/>
                <a:gd name="T6" fmla="*/ 3 w 53"/>
                <a:gd name="T7" fmla="*/ 0 h 7"/>
                <a:gd name="T8" fmla="*/ 0 w 53"/>
                <a:gd name="T9" fmla="*/ 4 h 7"/>
                <a:gd name="T10" fmla="*/ 3 w 53"/>
                <a:gd name="T11" fmla="*/ 7 h 7"/>
                <a:gd name="T12" fmla="*/ 8 w 53"/>
                <a:gd name="T13" fmla="*/ 7 h 7"/>
                <a:gd name="T14" fmla="*/ 50 w 53"/>
                <a:gd name="T15" fmla="*/ 7 h 7"/>
                <a:gd name="T16" fmla="*/ 50 w 53"/>
                <a:gd name="T17" fmla="*/ 4 h 7"/>
                <a:gd name="T18" fmla="*/ 53 w 53"/>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7">
                  <a:moveTo>
                    <a:pt x="53" y="0"/>
                  </a:moveTo>
                  <a:cubicBezTo>
                    <a:pt x="53" y="0"/>
                    <a:pt x="53" y="0"/>
                    <a:pt x="53" y="0"/>
                  </a:cubicBezTo>
                  <a:cubicBezTo>
                    <a:pt x="8" y="0"/>
                    <a:pt x="8" y="0"/>
                    <a:pt x="8" y="0"/>
                  </a:cubicBezTo>
                  <a:cubicBezTo>
                    <a:pt x="3" y="0"/>
                    <a:pt x="3" y="0"/>
                    <a:pt x="3" y="0"/>
                  </a:cubicBezTo>
                  <a:cubicBezTo>
                    <a:pt x="2" y="0"/>
                    <a:pt x="0" y="1"/>
                    <a:pt x="0" y="4"/>
                  </a:cubicBezTo>
                  <a:cubicBezTo>
                    <a:pt x="0" y="6"/>
                    <a:pt x="2" y="7"/>
                    <a:pt x="3" y="7"/>
                  </a:cubicBezTo>
                  <a:cubicBezTo>
                    <a:pt x="8" y="7"/>
                    <a:pt x="8" y="7"/>
                    <a:pt x="8" y="7"/>
                  </a:cubicBezTo>
                  <a:cubicBezTo>
                    <a:pt x="50" y="7"/>
                    <a:pt x="50" y="7"/>
                    <a:pt x="50" y="7"/>
                  </a:cubicBezTo>
                  <a:cubicBezTo>
                    <a:pt x="50" y="4"/>
                    <a:pt x="50" y="4"/>
                    <a:pt x="50" y="4"/>
                  </a:cubicBezTo>
                  <a:cubicBezTo>
                    <a:pt x="50" y="1"/>
                    <a:pt x="50" y="0"/>
                    <a:pt x="5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 name="Freeform 262"/>
            <p:cNvSpPr>
              <a:spLocks/>
            </p:cNvSpPr>
            <p:nvPr/>
          </p:nvSpPr>
          <p:spPr bwMode="auto">
            <a:xfrm>
              <a:off x="2814638" y="1368425"/>
              <a:ext cx="25400" cy="217488"/>
            </a:xfrm>
            <a:custGeom>
              <a:avLst/>
              <a:gdLst>
                <a:gd name="T0" fmla="*/ 3 w 6"/>
                <a:gd name="T1" fmla="*/ 0 h 51"/>
                <a:gd name="T2" fmla="*/ 3 w 6"/>
                <a:gd name="T3" fmla="*/ 0 h 51"/>
                <a:gd name="T4" fmla="*/ 0 w 6"/>
                <a:gd name="T5" fmla="*/ 4 h 51"/>
                <a:gd name="T6" fmla="*/ 0 w 6"/>
                <a:gd name="T7" fmla="*/ 7 h 51"/>
                <a:gd name="T8" fmla="*/ 0 w 6"/>
                <a:gd name="T9" fmla="*/ 47 h 51"/>
                <a:gd name="T10" fmla="*/ 3 w 6"/>
                <a:gd name="T11" fmla="*/ 51 h 51"/>
                <a:gd name="T12" fmla="*/ 6 w 6"/>
                <a:gd name="T13" fmla="*/ 47 h 51"/>
                <a:gd name="T14" fmla="*/ 6 w 6"/>
                <a:gd name="T15" fmla="*/ 4 h 51"/>
                <a:gd name="T16" fmla="*/ 3 w 6"/>
                <a:gd name="T17"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51">
                  <a:moveTo>
                    <a:pt x="3" y="0"/>
                  </a:moveTo>
                  <a:cubicBezTo>
                    <a:pt x="3" y="0"/>
                    <a:pt x="3" y="0"/>
                    <a:pt x="3" y="0"/>
                  </a:cubicBezTo>
                  <a:cubicBezTo>
                    <a:pt x="0" y="0"/>
                    <a:pt x="0" y="1"/>
                    <a:pt x="0" y="4"/>
                  </a:cubicBezTo>
                  <a:cubicBezTo>
                    <a:pt x="0" y="7"/>
                    <a:pt x="0" y="7"/>
                    <a:pt x="0" y="7"/>
                  </a:cubicBezTo>
                  <a:cubicBezTo>
                    <a:pt x="0" y="47"/>
                    <a:pt x="0" y="47"/>
                    <a:pt x="0" y="47"/>
                  </a:cubicBezTo>
                  <a:cubicBezTo>
                    <a:pt x="0" y="49"/>
                    <a:pt x="1" y="51"/>
                    <a:pt x="3" y="51"/>
                  </a:cubicBezTo>
                  <a:cubicBezTo>
                    <a:pt x="6" y="51"/>
                    <a:pt x="6" y="49"/>
                    <a:pt x="6" y="47"/>
                  </a:cubicBezTo>
                  <a:cubicBezTo>
                    <a:pt x="6" y="4"/>
                    <a:pt x="6" y="4"/>
                    <a:pt x="6" y="4"/>
                  </a:cubicBezTo>
                  <a:cubicBezTo>
                    <a:pt x="6" y="1"/>
                    <a:pt x="6"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 name="Freeform 263"/>
            <p:cNvSpPr>
              <a:spLocks/>
            </p:cNvSpPr>
            <p:nvPr/>
          </p:nvSpPr>
          <p:spPr bwMode="auto">
            <a:xfrm>
              <a:off x="2921000" y="1163638"/>
              <a:ext cx="444500" cy="422275"/>
            </a:xfrm>
            <a:custGeom>
              <a:avLst/>
              <a:gdLst>
                <a:gd name="T0" fmla="*/ 99 w 104"/>
                <a:gd name="T1" fmla="*/ 0 h 99"/>
                <a:gd name="T2" fmla="*/ 4 w 104"/>
                <a:gd name="T3" fmla="*/ 0 h 99"/>
                <a:gd name="T4" fmla="*/ 0 w 104"/>
                <a:gd name="T5" fmla="*/ 5 h 99"/>
                <a:gd name="T6" fmla="*/ 4 w 104"/>
                <a:gd name="T7" fmla="*/ 9 h 99"/>
                <a:gd name="T8" fmla="*/ 46 w 104"/>
                <a:gd name="T9" fmla="*/ 9 h 99"/>
                <a:gd name="T10" fmla="*/ 46 w 104"/>
                <a:gd name="T11" fmla="*/ 92 h 99"/>
                <a:gd name="T12" fmla="*/ 21 w 104"/>
                <a:gd name="T13" fmla="*/ 92 h 99"/>
                <a:gd name="T14" fmla="*/ 15 w 104"/>
                <a:gd name="T15" fmla="*/ 99 h 99"/>
                <a:gd name="T16" fmla="*/ 46 w 104"/>
                <a:gd name="T17" fmla="*/ 99 h 99"/>
                <a:gd name="T18" fmla="*/ 59 w 104"/>
                <a:gd name="T19" fmla="*/ 99 h 99"/>
                <a:gd name="T20" fmla="*/ 91 w 104"/>
                <a:gd name="T21" fmla="*/ 99 h 99"/>
                <a:gd name="T22" fmla="*/ 84 w 104"/>
                <a:gd name="T23" fmla="*/ 92 h 99"/>
                <a:gd name="T24" fmla="*/ 59 w 104"/>
                <a:gd name="T25" fmla="*/ 92 h 99"/>
                <a:gd name="T26" fmla="*/ 59 w 104"/>
                <a:gd name="T27" fmla="*/ 9 h 99"/>
                <a:gd name="T28" fmla="*/ 99 w 104"/>
                <a:gd name="T29" fmla="*/ 9 h 99"/>
                <a:gd name="T30" fmla="*/ 104 w 104"/>
                <a:gd name="T31" fmla="*/ 5 h 99"/>
                <a:gd name="T32" fmla="*/ 99 w 104"/>
                <a:gd name="T3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4" h="99">
                  <a:moveTo>
                    <a:pt x="99" y="0"/>
                  </a:moveTo>
                  <a:cubicBezTo>
                    <a:pt x="4" y="0"/>
                    <a:pt x="4" y="0"/>
                    <a:pt x="4" y="0"/>
                  </a:cubicBezTo>
                  <a:cubicBezTo>
                    <a:pt x="3" y="0"/>
                    <a:pt x="0" y="3"/>
                    <a:pt x="0" y="5"/>
                  </a:cubicBezTo>
                  <a:cubicBezTo>
                    <a:pt x="0" y="7"/>
                    <a:pt x="3" y="9"/>
                    <a:pt x="4" y="9"/>
                  </a:cubicBezTo>
                  <a:cubicBezTo>
                    <a:pt x="46" y="9"/>
                    <a:pt x="46" y="9"/>
                    <a:pt x="46" y="9"/>
                  </a:cubicBezTo>
                  <a:cubicBezTo>
                    <a:pt x="46" y="92"/>
                    <a:pt x="46" y="92"/>
                    <a:pt x="46" y="92"/>
                  </a:cubicBezTo>
                  <a:cubicBezTo>
                    <a:pt x="21" y="92"/>
                    <a:pt x="21" y="92"/>
                    <a:pt x="21" y="92"/>
                  </a:cubicBezTo>
                  <a:cubicBezTo>
                    <a:pt x="18" y="92"/>
                    <a:pt x="15" y="95"/>
                    <a:pt x="15" y="99"/>
                  </a:cubicBezTo>
                  <a:cubicBezTo>
                    <a:pt x="46" y="99"/>
                    <a:pt x="46" y="99"/>
                    <a:pt x="46" y="99"/>
                  </a:cubicBezTo>
                  <a:cubicBezTo>
                    <a:pt x="59" y="99"/>
                    <a:pt x="59" y="99"/>
                    <a:pt x="59" y="99"/>
                  </a:cubicBezTo>
                  <a:cubicBezTo>
                    <a:pt x="91" y="99"/>
                    <a:pt x="91" y="99"/>
                    <a:pt x="91" y="99"/>
                  </a:cubicBezTo>
                  <a:cubicBezTo>
                    <a:pt x="91" y="95"/>
                    <a:pt x="88" y="92"/>
                    <a:pt x="84" y="92"/>
                  </a:cubicBezTo>
                  <a:cubicBezTo>
                    <a:pt x="59" y="92"/>
                    <a:pt x="59" y="92"/>
                    <a:pt x="59" y="92"/>
                  </a:cubicBezTo>
                  <a:cubicBezTo>
                    <a:pt x="59" y="9"/>
                    <a:pt x="59" y="9"/>
                    <a:pt x="59" y="9"/>
                  </a:cubicBezTo>
                  <a:cubicBezTo>
                    <a:pt x="99" y="9"/>
                    <a:pt x="99" y="9"/>
                    <a:pt x="99" y="9"/>
                  </a:cubicBezTo>
                  <a:cubicBezTo>
                    <a:pt x="102" y="9"/>
                    <a:pt x="104" y="7"/>
                    <a:pt x="104" y="5"/>
                  </a:cubicBezTo>
                  <a:cubicBezTo>
                    <a:pt x="104" y="3"/>
                    <a:pt x="102" y="0"/>
                    <a:pt x="9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 name="Rectangle 264"/>
            <p:cNvSpPr>
              <a:spLocks noChangeArrowheads="1"/>
            </p:cNvSpPr>
            <p:nvPr/>
          </p:nvSpPr>
          <p:spPr bwMode="auto">
            <a:xfrm>
              <a:off x="2994025" y="1150938"/>
              <a:ext cx="204788"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 name="Freeform 265"/>
            <p:cNvSpPr>
              <a:spLocks/>
            </p:cNvSpPr>
            <p:nvPr/>
          </p:nvSpPr>
          <p:spPr bwMode="auto">
            <a:xfrm>
              <a:off x="2973388" y="1027113"/>
              <a:ext cx="80963" cy="101600"/>
            </a:xfrm>
            <a:custGeom>
              <a:avLst/>
              <a:gdLst>
                <a:gd name="T0" fmla="*/ 19 w 19"/>
                <a:gd name="T1" fmla="*/ 20 h 24"/>
                <a:gd name="T2" fmla="*/ 17 w 19"/>
                <a:gd name="T3" fmla="*/ 23 h 24"/>
                <a:gd name="T4" fmla="*/ 17 w 19"/>
                <a:gd name="T5" fmla="*/ 23 h 24"/>
                <a:gd name="T6" fmla="*/ 14 w 19"/>
                <a:gd name="T7" fmla="*/ 22 h 24"/>
                <a:gd name="T8" fmla="*/ 0 w 19"/>
                <a:gd name="T9" fmla="*/ 3 h 24"/>
                <a:gd name="T10" fmla="*/ 0 w 19"/>
                <a:gd name="T11" fmla="*/ 0 h 24"/>
                <a:gd name="T12" fmla="*/ 0 w 19"/>
                <a:gd name="T13" fmla="*/ 0 h 24"/>
                <a:gd name="T14" fmla="*/ 3 w 19"/>
                <a:gd name="T15" fmla="*/ 1 h 24"/>
                <a:gd name="T16" fmla="*/ 19 w 19"/>
                <a:gd name="T17" fmla="*/ 2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24">
                  <a:moveTo>
                    <a:pt x="19" y="20"/>
                  </a:moveTo>
                  <a:cubicBezTo>
                    <a:pt x="19" y="20"/>
                    <a:pt x="19" y="22"/>
                    <a:pt x="17" y="23"/>
                  </a:cubicBezTo>
                  <a:cubicBezTo>
                    <a:pt x="17" y="23"/>
                    <a:pt x="17" y="23"/>
                    <a:pt x="17" y="23"/>
                  </a:cubicBezTo>
                  <a:cubicBezTo>
                    <a:pt x="16" y="24"/>
                    <a:pt x="16" y="24"/>
                    <a:pt x="14" y="22"/>
                  </a:cubicBezTo>
                  <a:cubicBezTo>
                    <a:pt x="0" y="3"/>
                    <a:pt x="0" y="3"/>
                    <a:pt x="0" y="3"/>
                  </a:cubicBezTo>
                  <a:cubicBezTo>
                    <a:pt x="0" y="3"/>
                    <a:pt x="0" y="1"/>
                    <a:pt x="0" y="0"/>
                  </a:cubicBezTo>
                  <a:cubicBezTo>
                    <a:pt x="0" y="0"/>
                    <a:pt x="0" y="0"/>
                    <a:pt x="0" y="0"/>
                  </a:cubicBezTo>
                  <a:cubicBezTo>
                    <a:pt x="2" y="0"/>
                    <a:pt x="3" y="0"/>
                    <a:pt x="3" y="1"/>
                  </a:cubicBezTo>
                  <a:lnTo>
                    <a:pt x="19"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 name="Freeform 266"/>
            <p:cNvSpPr>
              <a:spLocks/>
            </p:cNvSpPr>
            <p:nvPr/>
          </p:nvSpPr>
          <p:spPr bwMode="auto">
            <a:xfrm>
              <a:off x="2879725" y="1223963"/>
              <a:ext cx="131763" cy="336550"/>
            </a:xfrm>
            <a:custGeom>
              <a:avLst/>
              <a:gdLst>
                <a:gd name="T0" fmla="*/ 31 w 31"/>
                <a:gd name="T1" fmla="*/ 10 h 79"/>
                <a:gd name="T2" fmla="*/ 21 w 31"/>
                <a:gd name="T3" fmla="*/ 0 h 79"/>
                <a:gd name="T4" fmla="*/ 18 w 31"/>
                <a:gd name="T5" fmla="*/ 0 h 79"/>
                <a:gd name="T6" fmla="*/ 0 w 31"/>
                <a:gd name="T7" fmla="*/ 0 h 79"/>
                <a:gd name="T8" fmla="*/ 0 w 31"/>
                <a:gd name="T9" fmla="*/ 3 h 79"/>
                <a:gd name="T10" fmla="*/ 13 w 31"/>
                <a:gd name="T11" fmla="*/ 3 h 79"/>
                <a:gd name="T12" fmla="*/ 16 w 31"/>
                <a:gd name="T13" fmla="*/ 3 h 79"/>
                <a:gd name="T14" fmla="*/ 28 w 31"/>
                <a:gd name="T15" fmla="*/ 13 h 79"/>
                <a:gd name="T16" fmla="*/ 28 w 31"/>
                <a:gd name="T17" fmla="*/ 13 h 79"/>
                <a:gd name="T18" fmla="*/ 28 w 31"/>
                <a:gd name="T19" fmla="*/ 16 h 79"/>
                <a:gd name="T20" fmla="*/ 28 w 31"/>
                <a:gd name="T21" fmla="*/ 29 h 79"/>
                <a:gd name="T22" fmla="*/ 28 w 31"/>
                <a:gd name="T23" fmla="*/ 55 h 79"/>
                <a:gd name="T24" fmla="*/ 28 w 31"/>
                <a:gd name="T25" fmla="*/ 71 h 79"/>
                <a:gd name="T26" fmla="*/ 25 w 31"/>
                <a:gd name="T27" fmla="*/ 79 h 79"/>
                <a:gd name="T28" fmla="*/ 31 w 31"/>
                <a:gd name="T29" fmla="*/ 69 h 79"/>
                <a:gd name="T30" fmla="*/ 31 w 31"/>
                <a:gd name="T31" fmla="*/ 53 h 79"/>
                <a:gd name="T32" fmla="*/ 31 w 31"/>
                <a:gd name="T33" fmla="*/ 27 h 79"/>
                <a:gd name="T34" fmla="*/ 31 w 31"/>
                <a:gd name="T35" fmla="*/ 14 h 79"/>
                <a:gd name="T36" fmla="*/ 31 w 31"/>
                <a:gd name="T37" fmla="*/ 11 h 79"/>
                <a:gd name="T38" fmla="*/ 31 w 31"/>
                <a:gd name="T39" fmla="*/ 1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 h="79">
                  <a:moveTo>
                    <a:pt x="31" y="10"/>
                  </a:moveTo>
                  <a:cubicBezTo>
                    <a:pt x="31" y="4"/>
                    <a:pt x="25" y="0"/>
                    <a:pt x="21" y="0"/>
                  </a:cubicBezTo>
                  <a:cubicBezTo>
                    <a:pt x="18" y="0"/>
                    <a:pt x="18" y="0"/>
                    <a:pt x="18" y="0"/>
                  </a:cubicBezTo>
                  <a:cubicBezTo>
                    <a:pt x="0" y="0"/>
                    <a:pt x="0" y="0"/>
                    <a:pt x="0" y="0"/>
                  </a:cubicBezTo>
                  <a:cubicBezTo>
                    <a:pt x="0" y="3"/>
                    <a:pt x="0" y="3"/>
                    <a:pt x="0" y="3"/>
                  </a:cubicBezTo>
                  <a:cubicBezTo>
                    <a:pt x="13" y="3"/>
                    <a:pt x="13" y="3"/>
                    <a:pt x="13" y="3"/>
                  </a:cubicBezTo>
                  <a:cubicBezTo>
                    <a:pt x="16" y="3"/>
                    <a:pt x="16" y="3"/>
                    <a:pt x="16" y="3"/>
                  </a:cubicBezTo>
                  <a:cubicBezTo>
                    <a:pt x="22" y="3"/>
                    <a:pt x="27" y="7"/>
                    <a:pt x="28" y="13"/>
                  </a:cubicBezTo>
                  <a:cubicBezTo>
                    <a:pt x="28" y="13"/>
                    <a:pt x="28" y="13"/>
                    <a:pt x="28" y="13"/>
                  </a:cubicBezTo>
                  <a:cubicBezTo>
                    <a:pt x="28" y="16"/>
                    <a:pt x="28" y="16"/>
                    <a:pt x="28" y="16"/>
                  </a:cubicBezTo>
                  <a:cubicBezTo>
                    <a:pt x="28" y="29"/>
                    <a:pt x="28" y="29"/>
                    <a:pt x="28" y="29"/>
                  </a:cubicBezTo>
                  <a:cubicBezTo>
                    <a:pt x="28" y="55"/>
                    <a:pt x="28" y="55"/>
                    <a:pt x="28" y="55"/>
                  </a:cubicBezTo>
                  <a:cubicBezTo>
                    <a:pt x="28" y="71"/>
                    <a:pt x="28" y="71"/>
                    <a:pt x="28" y="71"/>
                  </a:cubicBezTo>
                  <a:cubicBezTo>
                    <a:pt x="28" y="74"/>
                    <a:pt x="27" y="76"/>
                    <a:pt x="25" y="79"/>
                  </a:cubicBezTo>
                  <a:cubicBezTo>
                    <a:pt x="28" y="77"/>
                    <a:pt x="31" y="73"/>
                    <a:pt x="31" y="69"/>
                  </a:cubicBezTo>
                  <a:cubicBezTo>
                    <a:pt x="31" y="53"/>
                    <a:pt x="31" y="53"/>
                    <a:pt x="31" y="53"/>
                  </a:cubicBezTo>
                  <a:cubicBezTo>
                    <a:pt x="31" y="27"/>
                    <a:pt x="31" y="27"/>
                    <a:pt x="31" y="27"/>
                  </a:cubicBezTo>
                  <a:cubicBezTo>
                    <a:pt x="31" y="14"/>
                    <a:pt x="31" y="14"/>
                    <a:pt x="31" y="14"/>
                  </a:cubicBezTo>
                  <a:cubicBezTo>
                    <a:pt x="31" y="11"/>
                    <a:pt x="31" y="11"/>
                    <a:pt x="31" y="11"/>
                  </a:cubicBezTo>
                  <a:cubicBezTo>
                    <a:pt x="31" y="11"/>
                    <a:pt x="31" y="10"/>
                    <a:pt x="3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 name="Freeform 267"/>
            <p:cNvSpPr>
              <a:spLocks/>
            </p:cNvSpPr>
            <p:nvPr/>
          </p:nvSpPr>
          <p:spPr bwMode="auto">
            <a:xfrm>
              <a:off x="2640013" y="852488"/>
              <a:ext cx="341313" cy="733425"/>
            </a:xfrm>
            <a:custGeom>
              <a:avLst/>
              <a:gdLst>
                <a:gd name="T0" fmla="*/ 80 w 80"/>
                <a:gd name="T1" fmla="*/ 103 h 172"/>
                <a:gd name="T2" fmla="*/ 69 w 80"/>
                <a:gd name="T3" fmla="*/ 93 h 172"/>
                <a:gd name="T4" fmla="*/ 66 w 80"/>
                <a:gd name="T5" fmla="*/ 93 h 172"/>
                <a:gd name="T6" fmla="*/ 53 w 80"/>
                <a:gd name="T7" fmla="*/ 93 h 172"/>
                <a:gd name="T8" fmla="*/ 53 w 80"/>
                <a:gd name="T9" fmla="*/ 74 h 172"/>
                <a:gd name="T10" fmla="*/ 44 w 80"/>
                <a:gd name="T11" fmla="*/ 69 h 172"/>
                <a:gd name="T12" fmla="*/ 44 w 80"/>
                <a:gd name="T13" fmla="*/ 69 h 172"/>
                <a:gd name="T14" fmla="*/ 44 w 80"/>
                <a:gd name="T15" fmla="*/ 69 h 172"/>
                <a:gd name="T16" fmla="*/ 13 w 80"/>
                <a:gd name="T17" fmla="*/ 33 h 172"/>
                <a:gd name="T18" fmla="*/ 13 w 80"/>
                <a:gd name="T19" fmla="*/ 11 h 172"/>
                <a:gd name="T20" fmla="*/ 35 w 80"/>
                <a:gd name="T21" fmla="*/ 13 h 172"/>
                <a:gd name="T22" fmla="*/ 53 w 80"/>
                <a:gd name="T23" fmla="*/ 31 h 172"/>
                <a:gd name="T24" fmla="*/ 53 w 80"/>
                <a:gd name="T25" fmla="*/ 20 h 172"/>
                <a:gd name="T26" fmla="*/ 32 w 80"/>
                <a:gd name="T27" fmla="*/ 0 h 172"/>
                <a:gd name="T28" fmla="*/ 22 w 80"/>
                <a:gd name="T29" fmla="*/ 0 h 172"/>
                <a:gd name="T30" fmla="*/ 0 w 80"/>
                <a:gd name="T31" fmla="*/ 20 h 172"/>
                <a:gd name="T32" fmla="*/ 0 w 80"/>
                <a:gd name="T33" fmla="*/ 97 h 172"/>
                <a:gd name="T34" fmla="*/ 22 w 80"/>
                <a:gd name="T35" fmla="*/ 118 h 172"/>
                <a:gd name="T36" fmla="*/ 27 w 80"/>
                <a:gd name="T37" fmla="*/ 118 h 172"/>
                <a:gd name="T38" fmla="*/ 32 w 80"/>
                <a:gd name="T39" fmla="*/ 118 h 172"/>
                <a:gd name="T40" fmla="*/ 56 w 80"/>
                <a:gd name="T41" fmla="*/ 118 h 172"/>
                <a:gd name="T42" fmla="*/ 56 w 80"/>
                <a:gd name="T43" fmla="*/ 119 h 172"/>
                <a:gd name="T44" fmla="*/ 56 w 80"/>
                <a:gd name="T45" fmla="*/ 146 h 172"/>
                <a:gd name="T46" fmla="*/ 56 w 80"/>
                <a:gd name="T47" fmla="*/ 161 h 172"/>
                <a:gd name="T48" fmla="*/ 66 w 80"/>
                <a:gd name="T49" fmla="*/ 172 h 172"/>
                <a:gd name="T50" fmla="*/ 69 w 80"/>
                <a:gd name="T51" fmla="*/ 172 h 172"/>
                <a:gd name="T52" fmla="*/ 80 w 80"/>
                <a:gd name="T53" fmla="*/ 161 h 172"/>
                <a:gd name="T54" fmla="*/ 80 w 80"/>
                <a:gd name="T55" fmla="*/ 146 h 172"/>
                <a:gd name="T56" fmla="*/ 80 w 80"/>
                <a:gd name="T57" fmla="*/ 119 h 172"/>
                <a:gd name="T58" fmla="*/ 80 w 80"/>
                <a:gd name="T59" fmla="*/ 107 h 172"/>
                <a:gd name="T60" fmla="*/ 80 w 80"/>
                <a:gd name="T61" fmla="*/ 103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0" h="172">
                  <a:moveTo>
                    <a:pt x="80" y="103"/>
                  </a:moveTo>
                  <a:cubicBezTo>
                    <a:pt x="80" y="97"/>
                    <a:pt x="75" y="93"/>
                    <a:pt x="69" y="93"/>
                  </a:cubicBezTo>
                  <a:cubicBezTo>
                    <a:pt x="66" y="93"/>
                    <a:pt x="66" y="93"/>
                    <a:pt x="66" y="93"/>
                  </a:cubicBezTo>
                  <a:cubicBezTo>
                    <a:pt x="53" y="93"/>
                    <a:pt x="53" y="93"/>
                    <a:pt x="53" y="93"/>
                  </a:cubicBezTo>
                  <a:cubicBezTo>
                    <a:pt x="53" y="74"/>
                    <a:pt x="53" y="74"/>
                    <a:pt x="53" y="74"/>
                  </a:cubicBezTo>
                  <a:cubicBezTo>
                    <a:pt x="50" y="73"/>
                    <a:pt x="47" y="71"/>
                    <a:pt x="44" y="69"/>
                  </a:cubicBezTo>
                  <a:cubicBezTo>
                    <a:pt x="44" y="69"/>
                    <a:pt x="44" y="69"/>
                    <a:pt x="44" y="69"/>
                  </a:cubicBezTo>
                  <a:cubicBezTo>
                    <a:pt x="44" y="69"/>
                    <a:pt x="44" y="69"/>
                    <a:pt x="44" y="69"/>
                  </a:cubicBezTo>
                  <a:cubicBezTo>
                    <a:pt x="13" y="33"/>
                    <a:pt x="13" y="33"/>
                    <a:pt x="13" y="33"/>
                  </a:cubicBezTo>
                  <a:cubicBezTo>
                    <a:pt x="7" y="27"/>
                    <a:pt x="7" y="16"/>
                    <a:pt x="13" y="11"/>
                  </a:cubicBezTo>
                  <a:cubicBezTo>
                    <a:pt x="21" y="6"/>
                    <a:pt x="30" y="6"/>
                    <a:pt x="35" y="13"/>
                  </a:cubicBezTo>
                  <a:cubicBezTo>
                    <a:pt x="53" y="31"/>
                    <a:pt x="53" y="31"/>
                    <a:pt x="53" y="31"/>
                  </a:cubicBezTo>
                  <a:cubicBezTo>
                    <a:pt x="53" y="20"/>
                    <a:pt x="53" y="20"/>
                    <a:pt x="53" y="20"/>
                  </a:cubicBezTo>
                  <a:cubicBezTo>
                    <a:pt x="53" y="9"/>
                    <a:pt x="44" y="0"/>
                    <a:pt x="32" y="0"/>
                  </a:cubicBezTo>
                  <a:cubicBezTo>
                    <a:pt x="22" y="0"/>
                    <a:pt x="22" y="0"/>
                    <a:pt x="22" y="0"/>
                  </a:cubicBezTo>
                  <a:cubicBezTo>
                    <a:pt x="10" y="0"/>
                    <a:pt x="0" y="9"/>
                    <a:pt x="0" y="20"/>
                  </a:cubicBezTo>
                  <a:cubicBezTo>
                    <a:pt x="0" y="97"/>
                    <a:pt x="0" y="97"/>
                    <a:pt x="0" y="97"/>
                  </a:cubicBezTo>
                  <a:cubicBezTo>
                    <a:pt x="0" y="108"/>
                    <a:pt x="10" y="118"/>
                    <a:pt x="22" y="118"/>
                  </a:cubicBezTo>
                  <a:cubicBezTo>
                    <a:pt x="27" y="118"/>
                    <a:pt x="27" y="118"/>
                    <a:pt x="27" y="118"/>
                  </a:cubicBezTo>
                  <a:cubicBezTo>
                    <a:pt x="32" y="118"/>
                    <a:pt x="32" y="118"/>
                    <a:pt x="32" y="118"/>
                  </a:cubicBezTo>
                  <a:cubicBezTo>
                    <a:pt x="56" y="118"/>
                    <a:pt x="56" y="118"/>
                    <a:pt x="56" y="118"/>
                  </a:cubicBezTo>
                  <a:cubicBezTo>
                    <a:pt x="56" y="119"/>
                    <a:pt x="56" y="119"/>
                    <a:pt x="56" y="119"/>
                  </a:cubicBezTo>
                  <a:cubicBezTo>
                    <a:pt x="56" y="146"/>
                    <a:pt x="56" y="146"/>
                    <a:pt x="56" y="146"/>
                  </a:cubicBezTo>
                  <a:cubicBezTo>
                    <a:pt x="56" y="161"/>
                    <a:pt x="56" y="161"/>
                    <a:pt x="56" y="161"/>
                  </a:cubicBezTo>
                  <a:cubicBezTo>
                    <a:pt x="56" y="167"/>
                    <a:pt x="60" y="172"/>
                    <a:pt x="66" y="172"/>
                  </a:cubicBezTo>
                  <a:cubicBezTo>
                    <a:pt x="69" y="172"/>
                    <a:pt x="69" y="172"/>
                    <a:pt x="69" y="172"/>
                  </a:cubicBezTo>
                  <a:cubicBezTo>
                    <a:pt x="75" y="172"/>
                    <a:pt x="80" y="167"/>
                    <a:pt x="80" y="161"/>
                  </a:cubicBezTo>
                  <a:cubicBezTo>
                    <a:pt x="80" y="146"/>
                    <a:pt x="80" y="146"/>
                    <a:pt x="80" y="146"/>
                  </a:cubicBezTo>
                  <a:cubicBezTo>
                    <a:pt x="80" y="119"/>
                    <a:pt x="80" y="119"/>
                    <a:pt x="80" y="119"/>
                  </a:cubicBezTo>
                  <a:cubicBezTo>
                    <a:pt x="80" y="107"/>
                    <a:pt x="80" y="107"/>
                    <a:pt x="80" y="107"/>
                  </a:cubicBezTo>
                  <a:cubicBezTo>
                    <a:pt x="80" y="103"/>
                    <a:pt x="80" y="103"/>
                    <a:pt x="80"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 name="Oval 268"/>
            <p:cNvSpPr>
              <a:spLocks noChangeArrowheads="1"/>
            </p:cNvSpPr>
            <p:nvPr/>
          </p:nvSpPr>
          <p:spPr bwMode="auto">
            <a:xfrm>
              <a:off x="1939925" y="668338"/>
              <a:ext cx="196850" cy="2047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 name="Freeform 269"/>
            <p:cNvSpPr>
              <a:spLocks/>
            </p:cNvSpPr>
            <p:nvPr/>
          </p:nvSpPr>
          <p:spPr bwMode="auto">
            <a:xfrm>
              <a:off x="1846263" y="903288"/>
              <a:ext cx="384175" cy="242888"/>
            </a:xfrm>
            <a:custGeom>
              <a:avLst/>
              <a:gdLst>
                <a:gd name="T0" fmla="*/ 81 w 90"/>
                <a:gd name="T1" fmla="*/ 37 h 57"/>
                <a:gd name="T2" fmla="*/ 46 w 90"/>
                <a:gd name="T3" fmla="*/ 37 h 57"/>
                <a:gd name="T4" fmla="*/ 18 w 90"/>
                <a:gd name="T5" fmla="*/ 4 h 57"/>
                <a:gd name="T6" fmla="*/ 3 w 90"/>
                <a:gd name="T7" fmla="*/ 4 h 57"/>
                <a:gd name="T8" fmla="*/ 3 w 90"/>
                <a:gd name="T9" fmla="*/ 17 h 57"/>
                <a:gd name="T10" fmla="*/ 34 w 90"/>
                <a:gd name="T11" fmla="*/ 53 h 57"/>
                <a:gd name="T12" fmla="*/ 43 w 90"/>
                <a:gd name="T13" fmla="*/ 57 h 57"/>
                <a:gd name="T14" fmla="*/ 43 w 90"/>
                <a:gd name="T15" fmla="*/ 57 h 57"/>
                <a:gd name="T16" fmla="*/ 81 w 90"/>
                <a:gd name="T17" fmla="*/ 57 h 57"/>
                <a:gd name="T18" fmla="*/ 90 w 90"/>
                <a:gd name="T19" fmla="*/ 47 h 57"/>
                <a:gd name="T20" fmla="*/ 81 w 90"/>
                <a:gd name="T21" fmla="*/ 3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 h="57">
                  <a:moveTo>
                    <a:pt x="81" y="37"/>
                  </a:moveTo>
                  <a:cubicBezTo>
                    <a:pt x="46" y="37"/>
                    <a:pt x="46" y="37"/>
                    <a:pt x="46" y="37"/>
                  </a:cubicBezTo>
                  <a:cubicBezTo>
                    <a:pt x="18" y="4"/>
                    <a:pt x="18" y="4"/>
                    <a:pt x="18" y="4"/>
                  </a:cubicBezTo>
                  <a:cubicBezTo>
                    <a:pt x="14" y="0"/>
                    <a:pt x="8" y="0"/>
                    <a:pt x="3" y="4"/>
                  </a:cubicBezTo>
                  <a:cubicBezTo>
                    <a:pt x="0" y="7"/>
                    <a:pt x="0" y="13"/>
                    <a:pt x="3" y="17"/>
                  </a:cubicBezTo>
                  <a:cubicBezTo>
                    <a:pt x="34" y="53"/>
                    <a:pt x="34" y="53"/>
                    <a:pt x="34" y="53"/>
                  </a:cubicBezTo>
                  <a:cubicBezTo>
                    <a:pt x="37" y="56"/>
                    <a:pt x="40" y="57"/>
                    <a:pt x="43" y="57"/>
                  </a:cubicBezTo>
                  <a:cubicBezTo>
                    <a:pt x="43" y="57"/>
                    <a:pt x="43" y="57"/>
                    <a:pt x="43" y="57"/>
                  </a:cubicBezTo>
                  <a:cubicBezTo>
                    <a:pt x="81" y="57"/>
                    <a:pt x="81" y="57"/>
                    <a:pt x="81" y="57"/>
                  </a:cubicBezTo>
                  <a:cubicBezTo>
                    <a:pt x="85" y="57"/>
                    <a:pt x="90" y="53"/>
                    <a:pt x="90" y="47"/>
                  </a:cubicBezTo>
                  <a:cubicBezTo>
                    <a:pt x="90" y="42"/>
                    <a:pt x="85" y="37"/>
                    <a:pt x="81"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 name="Freeform 270"/>
            <p:cNvSpPr>
              <a:spLocks/>
            </p:cNvSpPr>
            <p:nvPr/>
          </p:nvSpPr>
          <p:spPr bwMode="auto">
            <a:xfrm>
              <a:off x="1744663" y="1385888"/>
              <a:ext cx="33338" cy="200025"/>
            </a:xfrm>
            <a:custGeom>
              <a:avLst/>
              <a:gdLst>
                <a:gd name="T0" fmla="*/ 0 w 8"/>
                <a:gd name="T1" fmla="*/ 0 h 47"/>
                <a:gd name="T2" fmla="*/ 0 w 8"/>
                <a:gd name="T3" fmla="*/ 43 h 47"/>
                <a:gd name="T4" fmla="*/ 5 w 8"/>
                <a:gd name="T5" fmla="*/ 47 h 47"/>
                <a:gd name="T6" fmla="*/ 8 w 8"/>
                <a:gd name="T7" fmla="*/ 43 h 47"/>
                <a:gd name="T8" fmla="*/ 8 w 8"/>
                <a:gd name="T9" fmla="*/ 3 h 47"/>
                <a:gd name="T10" fmla="*/ 5 w 8"/>
                <a:gd name="T11" fmla="*/ 3 h 47"/>
                <a:gd name="T12" fmla="*/ 0 w 8"/>
                <a:gd name="T13" fmla="*/ 0 h 47"/>
              </a:gdLst>
              <a:ahLst/>
              <a:cxnLst>
                <a:cxn ang="0">
                  <a:pos x="T0" y="T1"/>
                </a:cxn>
                <a:cxn ang="0">
                  <a:pos x="T2" y="T3"/>
                </a:cxn>
                <a:cxn ang="0">
                  <a:pos x="T4" y="T5"/>
                </a:cxn>
                <a:cxn ang="0">
                  <a:pos x="T6" y="T7"/>
                </a:cxn>
                <a:cxn ang="0">
                  <a:pos x="T8" y="T9"/>
                </a:cxn>
                <a:cxn ang="0">
                  <a:pos x="T10" y="T11"/>
                </a:cxn>
                <a:cxn ang="0">
                  <a:pos x="T12" y="T13"/>
                </a:cxn>
              </a:cxnLst>
              <a:rect l="0" t="0" r="r" b="b"/>
              <a:pathLst>
                <a:path w="8" h="47">
                  <a:moveTo>
                    <a:pt x="0" y="0"/>
                  </a:moveTo>
                  <a:cubicBezTo>
                    <a:pt x="0" y="43"/>
                    <a:pt x="0" y="43"/>
                    <a:pt x="0" y="43"/>
                  </a:cubicBezTo>
                  <a:cubicBezTo>
                    <a:pt x="0" y="45"/>
                    <a:pt x="2" y="47"/>
                    <a:pt x="5" y="47"/>
                  </a:cubicBezTo>
                  <a:cubicBezTo>
                    <a:pt x="7" y="47"/>
                    <a:pt x="8" y="45"/>
                    <a:pt x="8" y="43"/>
                  </a:cubicBezTo>
                  <a:cubicBezTo>
                    <a:pt x="8" y="3"/>
                    <a:pt x="8" y="3"/>
                    <a:pt x="8" y="3"/>
                  </a:cubicBezTo>
                  <a:cubicBezTo>
                    <a:pt x="5" y="3"/>
                    <a:pt x="5" y="3"/>
                    <a:pt x="5" y="3"/>
                  </a:cubicBezTo>
                  <a:cubicBezTo>
                    <a:pt x="2" y="3"/>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 name="Freeform 271"/>
            <p:cNvSpPr>
              <a:spLocks/>
            </p:cNvSpPr>
            <p:nvPr/>
          </p:nvSpPr>
          <p:spPr bwMode="auto">
            <a:xfrm>
              <a:off x="1744663" y="971550"/>
              <a:ext cx="33338" cy="414338"/>
            </a:xfrm>
            <a:custGeom>
              <a:avLst/>
              <a:gdLst>
                <a:gd name="T0" fmla="*/ 5 w 8"/>
                <a:gd name="T1" fmla="*/ 93 h 97"/>
                <a:gd name="T2" fmla="*/ 8 w 8"/>
                <a:gd name="T3" fmla="*/ 93 h 97"/>
                <a:gd name="T4" fmla="*/ 8 w 8"/>
                <a:gd name="T5" fmla="*/ 4 h 97"/>
                <a:gd name="T6" fmla="*/ 5 w 8"/>
                <a:gd name="T7" fmla="*/ 0 h 97"/>
                <a:gd name="T8" fmla="*/ 0 w 8"/>
                <a:gd name="T9" fmla="*/ 4 h 97"/>
                <a:gd name="T10" fmla="*/ 0 w 8"/>
                <a:gd name="T11" fmla="*/ 97 h 97"/>
                <a:gd name="T12" fmla="*/ 5 w 8"/>
                <a:gd name="T13" fmla="*/ 93 h 97"/>
              </a:gdLst>
              <a:ahLst/>
              <a:cxnLst>
                <a:cxn ang="0">
                  <a:pos x="T0" y="T1"/>
                </a:cxn>
                <a:cxn ang="0">
                  <a:pos x="T2" y="T3"/>
                </a:cxn>
                <a:cxn ang="0">
                  <a:pos x="T4" y="T5"/>
                </a:cxn>
                <a:cxn ang="0">
                  <a:pos x="T6" y="T7"/>
                </a:cxn>
                <a:cxn ang="0">
                  <a:pos x="T8" y="T9"/>
                </a:cxn>
                <a:cxn ang="0">
                  <a:pos x="T10" y="T11"/>
                </a:cxn>
                <a:cxn ang="0">
                  <a:pos x="T12" y="T13"/>
                </a:cxn>
              </a:cxnLst>
              <a:rect l="0" t="0" r="r" b="b"/>
              <a:pathLst>
                <a:path w="8" h="97">
                  <a:moveTo>
                    <a:pt x="5" y="93"/>
                  </a:moveTo>
                  <a:cubicBezTo>
                    <a:pt x="8" y="93"/>
                    <a:pt x="8" y="93"/>
                    <a:pt x="8" y="93"/>
                  </a:cubicBezTo>
                  <a:cubicBezTo>
                    <a:pt x="8" y="4"/>
                    <a:pt x="8" y="4"/>
                    <a:pt x="8" y="4"/>
                  </a:cubicBezTo>
                  <a:cubicBezTo>
                    <a:pt x="8" y="2"/>
                    <a:pt x="7" y="0"/>
                    <a:pt x="5" y="0"/>
                  </a:cubicBezTo>
                  <a:cubicBezTo>
                    <a:pt x="2" y="0"/>
                    <a:pt x="0" y="2"/>
                    <a:pt x="0" y="4"/>
                  </a:cubicBezTo>
                  <a:cubicBezTo>
                    <a:pt x="0" y="97"/>
                    <a:pt x="0" y="97"/>
                    <a:pt x="0" y="97"/>
                  </a:cubicBezTo>
                  <a:cubicBezTo>
                    <a:pt x="0" y="94"/>
                    <a:pt x="2" y="93"/>
                    <a:pt x="5" y="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 name="Freeform 272"/>
            <p:cNvSpPr>
              <a:spLocks/>
            </p:cNvSpPr>
            <p:nvPr/>
          </p:nvSpPr>
          <p:spPr bwMode="auto">
            <a:xfrm>
              <a:off x="1744663" y="1368425"/>
              <a:ext cx="225425" cy="30163"/>
            </a:xfrm>
            <a:custGeom>
              <a:avLst/>
              <a:gdLst>
                <a:gd name="T0" fmla="*/ 53 w 53"/>
                <a:gd name="T1" fmla="*/ 0 h 7"/>
                <a:gd name="T2" fmla="*/ 53 w 53"/>
                <a:gd name="T3" fmla="*/ 0 h 7"/>
                <a:gd name="T4" fmla="*/ 8 w 53"/>
                <a:gd name="T5" fmla="*/ 0 h 7"/>
                <a:gd name="T6" fmla="*/ 5 w 53"/>
                <a:gd name="T7" fmla="*/ 0 h 7"/>
                <a:gd name="T8" fmla="*/ 0 w 53"/>
                <a:gd name="T9" fmla="*/ 4 h 7"/>
                <a:gd name="T10" fmla="*/ 5 w 53"/>
                <a:gd name="T11" fmla="*/ 7 h 7"/>
                <a:gd name="T12" fmla="*/ 8 w 53"/>
                <a:gd name="T13" fmla="*/ 7 h 7"/>
                <a:gd name="T14" fmla="*/ 50 w 53"/>
                <a:gd name="T15" fmla="*/ 7 h 7"/>
                <a:gd name="T16" fmla="*/ 50 w 53"/>
                <a:gd name="T17" fmla="*/ 4 h 7"/>
                <a:gd name="T18" fmla="*/ 53 w 53"/>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7">
                  <a:moveTo>
                    <a:pt x="53" y="0"/>
                  </a:moveTo>
                  <a:cubicBezTo>
                    <a:pt x="53" y="0"/>
                    <a:pt x="53" y="0"/>
                    <a:pt x="53" y="0"/>
                  </a:cubicBezTo>
                  <a:cubicBezTo>
                    <a:pt x="8" y="0"/>
                    <a:pt x="8" y="0"/>
                    <a:pt x="8" y="0"/>
                  </a:cubicBezTo>
                  <a:cubicBezTo>
                    <a:pt x="5" y="0"/>
                    <a:pt x="5" y="0"/>
                    <a:pt x="5" y="0"/>
                  </a:cubicBezTo>
                  <a:cubicBezTo>
                    <a:pt x="2" y="0"/>
                    <a:pt x="0" y="1"/>
                    <a:pt x="0" y="4"/>
                  </a:cubicBezTo>
                  <a:cubicBezTo>
                    <a:pt x="0" y="6"/>
                    <a:pt x="2" y="7"/>
                    <a:pt x="5" y="7"/>
                  </a:cubicBezTo>
                  <a:cubicBezTo>
                    <a:pt x="8" y="7"/>
                    <a:pt x="8" y="7"/>
                    <a:pt x="8" y="7"/>
                  </a:cubicBezTo>
                  <a:cubicBezTo>
                    <a:pt x="50" y="7"/>
                    <a:pt x="50" y="7"/>
                    <a:pt x="50" y="7"/>
                  </a:cubicBezTo>
                  <a:cubicBezTo>
                    <a:pt x="50" y="4"/>
                    <a:pt x="50" y="4"/>
                    <a:pt x="50" y="4"/>
                  </a:cubicBezTo>
                  <a:cubicBezTo>
                    <a:pt x="50" y="1"/>
                    <a:pt x="52" y="0"/>
                    <a:pt x="5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 name="Freeform 273"/>
            <p:cNvSpPr>
              <a:spLocks/>
            </p:cNvSpPr>
            <p:nvPr/>
          </p:nvSpPr>
          <p:spPr bwMode="auto">
            <a:xfrm>
              <a:off x="1957388" y="1368425"/>
              <a:ext cx="34925" cy="217488"/>
            </a:xfrm>
            <a:custGeom>
              <a:avLst/>
              <a:gdLst>
                <a:gd name="T0" fmla="*/ 5 w 8"/>
                <a:gd name="T1" fmla="*/ 0 h 51"/>
                <a:gd name="T2" fmla="*/ 3 w 8"/>
                <a:gd name="T3" fmla="*/ 0 h 51"/>
                <a:gd name="T4" fmla="*/ 0 w 8"/>
                <a:gd name="T5" fmla="*/ 4 h 51"/>
                <a:gd name="T6" fmla="*/ 0 w 8"/>
                <a:gd name="T7" fmla="*/ 7 h 51"/>
                <a:gd name="T8" fmla="*/ 0 w 8"/>
                <a:gd name="T9" fmla="*/ 47 h 51"/>
                <a:gd name="T10" fmla="*/ 5 w 8"/>
                <a:gd name="T11" fmla="*/ 51 h 51"/>
                <a:gd name="T12" fmla="*/ 8 w 8"/>
                <a:gd name="T13" fmla="*/ 47 h 51"/>
                <a:gd name="T14" fmla="*/ 8 w 8"/>
                <a:gd name="T15" fmla="*/ 4 h 51"/>
                <a:gd name="T16" fmla="*/ 5 w 8"/>
                <a:gd name="T17"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51">
                  <a:moveTo>
                    <a:pt x="5" y="0"/>
                  </a:moveTo>
                  <a:cubicBezTo>
                    <a:pt x="5" y="0"/>
                    <a:pt x="5" y="0"/>
                    <a:pt x="3" y="0"/>
                  </a:cubicBezTo>
                  <a:cubicBezTo>
                    <a:pt x="2" y="0"/>
                    <a:pt x="0" y="1"/>
                    <a:pt x="0" y="4"/>
                  </a:cubicBezTo>
                  <a:cubicBezTo>
                    <a:pt x="0" y="7"/>
                    <a:pt x="0" y="7"/>
                    <a:pt x="0" y="7"/>
                  </a:cubicBezTo>
                  <a:cubicBezTo>
                    <a:pt x="0" y="47"/>
                    <a:pt x="0" y="47"/>
                    <a:pt x="0" y="47"/>
                  </a:cubicBezTo>
                  <a:cubicBezTo>
                    <a:pt x="0" y="49"/>
                    <a:pt x="2" y="51"/>
                    <a:pt x="5" y="51"/>
                  </a:cubicBezTo>
                  <a:cubicBezTo>
                    <a:pt x="6" y="51"/>
                    <a:pt x="8" y="49"/>
                    <a:pt x="8" y="47"/>
                  </a:cubicBezTo>
                  <a:cubicBezTo>
                    <a:pt x="8" y="4"/>
                    <a:pt x="8" y="4"/>
                    <a:pt x="8" y="4"/>
                  </a:cubicBezTo>
                  <a:cubicBezTo>
                    <a:pt x="8" y="1"/>
                    <a:pt x="6" y="0"/>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 name="Freeform 274"/>
            <p:cNvSpPr>
              <a:spLocks/>
            </p:cNvSpPr>
            <p:nvPr/>
          </p:nvSpPr>
          <p:spPr bwMode="auto">
            <a:xfrm>
              <a:off x="2073275" y="1163638"/>
              <a:ext cx="434975" cy="422275"/>
            </a:xfrm>
            <a:custGeom>
              <a:avLst/>
              <a:gdLst>
                <a:gd name="T0" fmla="*/ 99 w 102"/>
                <a:gd name="T1" fmla="*/ 0 h 99"/>
                <a:gd name="T2" fmla="*/ 3 w 102"/>
                <a:gd name="T3" fmla="*/ 0 h 99"/>
                <a:gd name="T4" fmla="*/ 0 w 102"/>
                <a:gd name="T5" fmla="*/ 5 h 99"/>
                <a:gd name="T6" fmla="*/ 3 w 102"/>
                <a:gd name="T7" fmla="*/ 9 h 99"/>
                <a:gd name="T8" fmla="*/ 46 w 102"/>
                <a:gd name="T9" fmla="*/ 9 h 99"/>
                <a:gd name="T10" fmla="*/ 46 w 102"/>
                <a:gd name="T11" fmla="*/ 92 h 99"/>
                <a:gd name="T12" fmla="*/ 21 w 102"/>
                <a:gd name="T13" fmla="*/ 92 h 99"/>
                <a:gd name="T14" fmla="*/ 14 w 102"/>
                <a:gd name="T15" fmla="*/ 99 h 99"/>
                <a:gd name="T16" fmla="*/ 46 w 102"/>
                <a:gd name="T17" fmla="*/ 99 h 99"/>
                <a:gd name="T18" fmla="*/ 59 w 102"/>
                <a:gd name="T19" fmla="*/ 99 h 99"/>
                <a:gd name="T20" fmla="*/ 90 w 102"/>
                <a:gd name="T21" fmla="*/ 99 h 99"/>
                <a:gd name="T22" fmla="*/ 84 w 102"/>
                <a:gd name="T23" fmla="*/ 92 h 99"/>
                <a:gd name="T24" fmla="*/ 59 w 102"/>
                <a:gd name="T25" fmla="*/ 92 h 99"/>
                <a:gd name="T26" fmla="*/ 59 w 102"/>
                <a:gd name="T27" fmla="*/ 9 h 99"/>
                <a:gd name="T28" fmla="*/ 99 w 102"/>
                <a:gd name="T29" fmla="*/ 9 h 99"/>
                <a:gd name="T30" fmla="*/ 102 w 102"/>
                <a:gd name="T31" fmla="*/ 5 h 99"/>
                <a:gd name="T32" fmla="*/ 99 w 102"/>
                <a:gd name="T3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99">
                  <a:moveTo>
                    <a:pt x="99" y="0"/>
                  </a:moveTo>
                  <a:cubicBezTo>
                    <a:pt x="3" y="0"/>
                    <a:pt x="3" y="0"/>
                    <a:pt x="3" y="0"/>
                  </a:cubicBezTo>
                  <a:cubicBezTo>
                    <a:pt x="1" y="0"/>
                    <a:pt x="0" y="3"/>
                    <a:pt x="0" y="5"/>
                  </a:cubicBezTo>
                  <a:cubicBezTo>
                    <a:pt x="0" y="7"/>
                    <a:pt x="1" y="9"/>
                    <a:pt x="3" y="9"/>
                  </a:cubicBezTo>
                  <a:cubicBezTo>
                    <a:pt x="46" y="9"/>
                    <a:pt x="46" y="9"/>
                    <a:pt x="46" y="9"/>
                  </a:cubicBezTo>
                  <a:cubicBezTo>
                    <a:pt x="46" y="92"/>
                    <a:pt x="46" y="92"/>
                    <a:pt x="46" y="92"/>
                  </a:cubicBezTo>
                  <a:cubicBezTo>
                    <a:pt x="21" y="92"/>
                    <a:pt x="21" y="92"/>
                    <a:pt x="21" y="92"/>
                  </a:cubicBezTo>
                  <a:cubicBezTo>
                    <a:pt x="17" y="92"/>
                    <a:pt x="14" y="95"/>
                    <a:pt x="14" y="99"/>
                  </a:cubicBezTo>
                  <a:cubicBezTo>
                    <a:pt x="46" y="99"/>
                    <a:pt x="46" y="99"/>
                    <a:pt x="46" y="99"/>
                  </a:cubicBezTo>
                  <a:cubicBezTo>
                    <a:pt x="59" y="99"/>
                    <a:pt x="59" y="99"/>
                    <a:pt x="59" y="99"/>
                  </a:cubicBezTo>
                  <a:cubicBezTo>
                    <a:pt x="90" y="99"/>
                    <a:pt x="90" y="99"/>
                    <a:pt x="90" y="99"/>
                  </a:cubicBezTo>
                  <a:cubicBezTo>
                    <a:pt x="90" y="95"/>
                    <a:pt x="87" y="92"/>
                    <a:pt x="84" y="92"/>
                  </a:cubicBezTo>
                  <a:cubicBezTo>
                    <a:pt x="59" y="92"/>
                    <a:pt x="59" y="92"/>
                    <a:pt x="59" y="92"/>
                  </a:cubicBezTo>
                  <a:cubicBezTo>
                    <a:pt x="59" y="9"/>
                    <a:pt x="59" y="9"/>
                    <a:pt x="59" y="9"/>
                  </a:cubicBezTo>
                  <a:cubicBezTo>
                    <a:pt x="99" y="9"/>
                    <a:pt x="99" y="9"/>
                    <a:pt x="99" y="9"/>
                  </a:cubicBezTo>
                  <a:cubicBezTo>
                    <a:pt x="102" y="9"/>
                    <a:pt x="102" y="7"/>
                    <a:pt x="102" y="5"/>
                  </a:cubicBezTo>
                  <a:cubicBezTo>
                    <a:pt x="102" y="3"/>
                    <a:pt x="102" y="0"/>
                    <a:pt x="9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 name="Rectangle 275"/>
            <p:cNvSpPr>
              <a:spLocks noChangeArrowheads="1"/>
            </p:cNvSpPr>
            <p:nvPr/>
          </p:nvSpPr>
          <p:spPr bwMode="auto">
            <a:xfrm>
              <a:off x="2136775" y="1150938"/>
              <a:ext cx="212725"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 name="Freeform 276"/>
            <p:cNvSpPr>
              <a:spLocks/>
            </p:cNvSpPr>
            <p:nvPr/>
          </p:nvSpPr>
          <p:spPr bwMode="auto">
            <a:xfrm>
              <a:off x="2119313" y="1027113"/>
              <a:ext cx="85725" cy="101600"/>
            </a:xfrm>
            <a:custGeom>
              <a:avLst/>
              <a:gdLst>
                <a:gd name="T0" fmla="*/ 18 w 20"/>
                <a:gd name="T1" fmla="*/ 20 h 24"/>
                <a:gd name="T2" fmla="*/ 17 w 20"/>
                <a:gd name="T3" fmla="*/ 23 h 24"/>
                <a:gd name="T4" fmla="*/ 17 w 20"/>
                <a:gd name="T5" fmla="*/ 23 h 24"/>
                <a:gd name="T6" fmla="*/ 14 w 20"/>
                <a:gd name="T7" fmla="*/ 22 h 24"/>
                <a:gd name="T8" fmla="*/ 1 w 20"/>
                <a:gd name="T9" fmla="*/ 3 h 24"/>
                <a:gd name="T10" fmla="*/ 1 w 20"/>
                <a:gd name="T11" fmla="*/ 0 h 24"/>
                <a:gd name="T12" fmla="*/ 1 w 20"/>
                <a:gd name="T13" fmla="*/ 0 h 24"/>
                <a:gd name="T14" fmla="*/ 4 w 20"/>
                <a:gd name="T15" fmla="*/ 1 h 24"/>
                <a:gd name="T16" fmla="*/ 18 w 20"/>
                <a:gd name="T17" fmla="*/ 2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4">
                  <a:moveTo>
                    <a:pt x="18" y="20"/>
                  </a:moveTo>
                  <a:cubicBezTo>
                    <a:pt x="20" y="21"/>
                    <a:pt x="18" y="22"/>
                    <a:pt x="17" y="23"/>
                  </a:cubicBezTo>
                  <a:cubicBezTo>
                    <a:pt x="17" y="23"/>
                    <a:pt x="17" y="23"/>
                    <a:pt x="17" y="23"/>
                  </a:cubicBezTo>
                  <a:cubicBezTo>
                    <a:pt x="17" y="23"/>
                    <a:pt x="15" y="24"/>
                    <a:pt x="14" y="22"/>
                  </a:cubicBezTo>
                  <a:cubicBezTo>
                    <a:pt x="1" y="3"/>
                    <a:pt x="1" y="3"/>
                    <a:pt x="1" y="3"/>
                  </a:cubicBezTo>
                  <a:cubicBezTo>
                    <a:pt x="0" y="3"/>
                    <a:pt x="0" y="1"/>
                    <a:pt x="1" y="0"/>
                  </a:cubicBezTo>
                  <a:cubicBezTo>
                    <a:pt x="1" y="0"/>
                    <a:pt x="1" y="0"/>
                    <a:pt x="1" y="0"/>
                  </a:cubicBezTo>
                  <a:cubicBezTo>
                    <a:pt x="1" y="0"/>
                    <a:pt x="4" y="0"/>
                    <a:pt x="4" y="1"/>
                  </a:cubicBezTo>
                  <a:lnTo>
                    <a:pt x="18"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 name="Freeform 277"/>
            <p:cNvSpPr>
              <a:spLocks/>
            </p:cNvSpPr>
            <p:nvPr/>
          </p:nvSpPr>
          <p:spPr bwMode="auto">
            <a:xfrm>
              <a:off x="2030413" y="1223963"/>
              <a:ext cx="131763" cy="336550"/>
            </a:xfrm>
            <a:custGeom>
              <a:avLst/>
              <a:gdLst>
                <a:gd name="T0" fmla="*/ 31 w 31"/>
                <a:gd name="T1" fmla="*/ 10 h 79"/>
                <a:gd name="T2" fmla="*/ 19 w 31"/>
                <a:gd name="T3" fmla="*/ 0 h 79"/>
                <a:gd name="T4" fmla="*/ 16 w 31"/>
                <a:gd name="T5" fmla="*/ 0 h 79"/>
                <a:gd name="T6" fmla="*/ 0 w 31"/>
                <a:gd name="T7" fmla="*/ 0 h 79"/>
                <a:gd name="T8" fmla="*/ 0 w 31"/>
                <a:gd name="T9" fmla="*/ 3 h 79"/>
                <a:gd name="T10" fmla="*/ 13 w 31"/>
                <a:gd name="T11" fmla="*/ 3 h 79"/>
                <a:gd name="T12" fmla="*/ 16 w 31"/>
                <a:gd name="T13" fmla="*/ 3 h 79"/>
                <a:gd name="T14" fmla="*/ 27 w 31"/>
                <a:gd name="T15" fmla="*/ 13 h 79"/>
                <a:gd name="T16" fmla="*/ 27 w 31"/>
                <a:gd name="T17" fmla="*/ 13 h 79"/>
                <a:gd name="T18" fmla="*/ 27 w 31"/>
                <a:gd name="T19" fmla="*/ 16 h 79"/>
                <a:gd name="T20" fmla="*/ 27 w 31"/>
                <a:gd name="T21" fmla="*/ 29 h 79"/>
                <a:gd name="T22" fmla="*/ 27 w 31"/>
                <a:gd name="T23" fmla="*/ 55 h 79"/>
                <a:gd name="T24" fmla="*/ 27 w 31"/>
                <a:gd name="T25" fmla="*/ 71 h 79"/>
                <a:gd name="T26" fmla="*/ 24 w 31"/>
                <a:gd name="T27" fmla="*/ 79 h 79"/>
                <a:gd name="T28" fmla="*/ 31 w 31"/>
                <a:gd name="T29" fmla="*/ 69 h 79"/>
                <a:gd name="T30" fmla="*/ 31 w 31"/>
                <a:gd name="T31" fmla="*/ 53 h 79"/>
                <a:gd name="T32" fmla="*/ 31 w 31"/>
                <a:gd name="T33" fmla="*/ 27 h 79"/>
                <a:gd name="T34" fmla="*/ 31 w 31"/>
                <a:gd name="T35" fmla="*/ 14 h 79"/>
                <a:gd name="T36" fmla="*/ 31 w 31"/>
                <a:gd name="T37" fmla="*/ 11 h 79"/>
                <a:gd name="T38" fmla="*/ 31 w 31"/>
                <a:gd name="T39" fmla="*/ 1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 h="79">
                  <a:moveTo>
                    <a:pt x="31" y="10"/>
                  </a:moveTo>
                  <a:cubicBezTo>
                    <a:pt x="30" y="4"/>
                    <a:pt x="25" y="0"/>
                    <a:pt x="19" y="0"/>
                  </a:cubicBezTo>
                  <a:cubicBezTo>
                    <a:pt x="16" y="0"/>
                    <a:pt x="16" y="0"/>
                    <a:pt x="16" y="0"/>
                  </a:cubicBezTo>
                  <a:cubicBezTo>
                    <a:pt x="0" y="0"/>
                    <a:pt x="0" y="0"/>
                    <a:pt x="0" y="0"/>
                  </a:cubicBezTo>
                  <a:cubicBezTo>
                    <a:pt x="0" y="3"/>
                    <a:pt x="0" y="3"/>
                    <a:pt x="0" y="3"/>
                  </a:cubicBezTo>
                  <a:cubicBezTo>
                    <a:pt x="13" y="3"/>
                    <a:pt x="13" y="3"/>
                    <a:pt x="13" y="3"/>
                  </a:cubicBezTo>
                  <a:cubicBezTo>
                    <a:pt x="16" y="3"/>
                    <a:pt x="16" y="3"/>
                    <a:pt x="16" y="3"/>
                  </a:cubicBezTo>
                  <a:cubicBezTo>
                    <a:pt x="22" y="3"/>
                    <a:pt x="25" y="7"/>
                    <a:pt x="27" y="13"/>
                  </a:cubicBezTo>
                  <a:cubicBezTo>
                    <a:pt x="27" y="13"/>
                    <a:pt x="27" y="13"/>
                    <a:pt x="27" y="13"/>
                  </a:cubicBezTo>
                  <a:cubicBezTo>
                    <a:pt x="27" y="16"/>
                    <a:pt x="27" y="16"/>
                    <a:pt x="27" y="16"/>
                  </a:cubicBezTo>
                  <a:cubicBezTo>
                    <a:pt x="27" y="29"/>
                    <a:pt x="27" y="29"/>
                    <a:pt x="27" y="29"/>
                  </a:cubicBezTo>
                  <a:cubicBezTo>
                    <a:pt x="27" y="55"/>
                    <a:pt x="27" y="55"/>
                    <a:pt x="27" y="55"/>
                  </a:cubicBezTo>
                  <a:cubicBezTo>
                    <a:pt x="27" y="71"/>
                    <a:pt x="27" y="71"/>
                    <a:pt x="27" y="71"/>
                  </a:cubicBezTo>
                  <a:cubicBezTo>
                    <a:pt x="27" y="74"/>
                    <a:pt x="25" y="76"/>
                    <a:pt x="24" y="79"/>
                  </a:cubicBezTo>
                  <a:cubicBezTo>
                    <a:pt x="28" y="77"/>
                    <a:pt x="31" y="73"/>
                    <a:pt x="31" y="69"/>
                  </a:cubicBezTo>
                  <a:cubicBezTo>
                    <a:pt x="31" y="53"/>
                    <a:pt x="31" y="53"/>
                    <a:pt x="31" y="53"/>
                  </a:cubicBezTo>
                  <a:cubicBezTo>
                    <a:pt x="31" y="27"/>
                    <a:pt x="31" y="27"/>
                    <a:pt x="31" y="27"/>
                  </a:cubicBezTo>
                  <a:cubicBezTo>
                    <a:pt x="31" y="14"/>
                    <a:pt x="31" y="14"/>
                    <a:pt x="31" y="14"/>
                  </a:cubicBezTo>
                  <a:cubicBezTo>
                    <a:pt x="31" y="11"/>
                    <a:pt x="31" y="11"/>
                    <a:pt x="31" y="11"/>
                  </a:cubicBezTo>
                  <a:cubicBezTo>
                    <a:pt x="31" y="11"/>
                    <a:pt x="31" y="10"/>
                    <a:pt x="3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 name="Freeform 278"/>
            <p:cNvSpPr>
              <a:spLocks/>
            </p:cNvSpPr>
            <p:nvPr/>
          </p:nvSpPr>
          <p:spPr bwMode="auto">
            <a:xfrm>
              <a:off x="1790700" y="852488"/>
              <a:ext cx="333375" cy="733425"/>
            </a:xfrm>
            <a:custGeom>
              <a:avLst/>
              <a:gdLst>
                <a:gd name="T0" fmla="*/ 78 w 78"/>
                <a:gd name="T1" fmla="*/ 103 h 172"/>
                <a:gd name="T2" fmla="*/ 69 w 78"/>
                <a:gd name="T3" fmla="*/ 93 h 172"/>
                <a:gd name="T4" fmla="*/ 66 w 78"/>
                <a:gd name="T5" fmla="*/ 93 h 172"/>
                <a:gd name="T6" fmla="*/ 50 w 78"/>
                <a:gd name="T7" fmla="*/ 93 h 172"/>
                <a:gd name="T8" fmla="*/ 50 w 78"/>
                <a:gd name="T9" fmla="*/ 74 h 172"/>
                <a:gd name="T10" fmla="*/ 44 w 78"/>
                <a:gd name="T11" fmla="*/ 69 h 172"/>
                <a:gd name="T12" fmla="*/ 44 w 78"/>
                <a:gd name="T13" fmla="*/ 69 h 172"/>
                <a:gd name="T14" fmla="*/ 44 w 78"/>
                <a:gd name="T15" fmla="*/ 69 h 172"/>
                <a:gd name="T16" fmla="*/ 11 w 78"/>
                <a:gd name="T17" fmla="*/ 33 h 172"/>
                <a:gd name="T18" fmla="*/ 13 w 78"/>
                <a:gd name="T19" fmla="*/ 11 h 172"/>
                <a:gd name="T20" fmla="*/ 35 w 78"/>
                <a:gd name="T21" fmla="*/ 13 h 172"/>
                <a:gd name="T22" fmla="*/ 50 w 78"/>
                <a:gd name="T23" fmla="*/ 31 h 172"/>
                <a:gd name="T24" fmla="*/ 50 w 78"/>
                <a:gd name="T25" fmla="*/ 20 h 172"/>
                <a:gd name="T26" fmla="*/ 31 w 78"/>
                <a:gd name="T27" fmla="*/ 0 h 172"/>
                <a:gd name="T28" fmla="*/ 21 w 78"/>
                <a:gd name="T29" fmla="*/ 0 h 172"/>
                <a:gd name="T30" fmla="*/ 0 w 78"/>
                <a:gd name="T31" fmla="*/ 20 h 172"/>
                <a:gd name="T32" fmla="*/ 0 w 78"/>
                <a:gd name="T33" fmla="*/ 97 h 172"/>
                <a:gd name="T34" fmla="*/ 21 w 78"/>
                <a:gd name="T35" fmla="*/ 118 h 172"/>
                <a:gd name="T36" fmla="*/ 25 w 78"/>
                <a:gd name="T37" fmla="*/ 118 h 172"/>
                <a:gd name="T38" fmla="*/ 31 w 78"/>
                <a:gd name="T39" fmla="*/ 118 h 172"/>
                <a:gd name="T40" fmla="*/ 53 w 78"/>
                <a:gd name="T41" fmla="*/ 118 h 172"/>
                <a:gd name="T42" fmla="*/ 53 w 78"/>
                <a:gd name="T43" fmla="*/ 119 h 172"/>
                <a:gd name="T44" fmla="*/ 53 w 78"/>
                <a:gd name="T45" fmla="*/ 146 h 172"/>
                <a:gd name="T46" fmla="*/ 53 w 78"/>
                <a:gd name="T47" fmla="*/ 161 h 172"/>
                <a:gd name="T48" fmla="*/ 66 w 78"/>
                <a:gd name="T49" fmla="*/ 172 h 172"/>
                <a:gd name="T50" fmla="*/ 69 w 78"/>
                <a:gd name="T51" fmla="*/ 172 h 172"/>
                <a:gd name="T52" fmla="*/ 78 w 78"/>
                <a:gd name="T53" fmla="*/ 161 h 172"/>
                <a:gd name="T54" fmla="*/ 78 w 78"/>
                <a:gd name="T55" fmla="*/ 146 h 172"/>
                <a:gd name="T56" fmla="*/ 78 w 78"/>
                <a:gd name="T57" fmla="*/ 119 h 172"/>
                <a:gd name="T58" fmla="*/ 78 w 78"/>
                <a:gd name="T59" fmla="*/ 107 h 172"/>
                <a:gd name="T60" fmla="*/ 78 w 78"/>
                <a:gd name="T61" fmla="*/ 103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72">
                  <a:moveTo>
                    <a:pt x="78" y="103"/>
                  </a:moveTo>
                  <a:cubicBezTo>
                    <a:pt x="78" y="97"/>
                    <a:pt x="75" y="93"/>
                    <a:pt x="69" y="93"/>
                  </a:cubicBezTo>
                  <a:cubicBezTo>
                    <a:pt x="66" y="93"/>
                    <a:pt x="66" y="93"/>
                    <a:pt x="66" y="93"/>
                  </a:cubicBezTo>
                  <a:cubicBezTo>
                    <a:pt x="50" y="93"/>
                    <a:pt x="50" y="93"/>
                    <a:pt x="50" y="93"/>
                  </a:cubicBezTo>
                  <a:cubicBezTo>
                    <a:pt x="50" y="74"/>
                    <a:pt x="50" y="74"/>
                    <a:pt x="50" y="74"/>
                  </a:cubicBezTo>
                  <a:cubicBezTo>
                    <a:pt x="47" y="73"/>
                    <a:pt x="45" y="71"/>
                    <a:pt x="44" y="69"/>
                  </a:cubicBezTo>
                  <a:cubicBezTo>
                    <a:pt x="44" y="69"/>
                    <a:pt x="44" y="69"/>
                    <a:pt x="44" y="69"/>
                  </a:cubicBezTo>
                  <a:cubicBezTo>
                    <a:pt x="44" y="69"/>
                    <a:pt x="44" y="69"/>
                    <a:pt x="44" y="69"/>
                  </a:cubicBezTo>
                  <a:cubicBezTo>
                    <a:pt x="11" y="33"/>
                    <a:pt x="11" y="33"/>
                    <a:pt x="11" y="33"/>
                  </a:cubicBezTo>
                  <a:cubicBezTo>
                    <a:pt x="7" y="27"/>
                    <a:pt x="7" y="16"/>
                    <a:pt x="13" y="11"/>
                  </a:cubicBezTo>
                  <a:cubicBezTo>
                    <a:pt x="19" y="6"/>
                    <a:pt x="28" y="6"/>
                    <a:pt x="35" y="13"/>
                  </a:cubicBezTo>
                  <a:cubicBezTo>
                    <a:pt x="50" y="31"/>
                    <a:pt x="50" y="31"/>
                    <a:pt x="50" y="31"/>
                  </a:cubicBezTo>
                  <a:cubicBezTo>
                    <a:pt x="50" y="20"/>
                    <a:pt x="50" y="20"/>
                    <a:pt x="50" y="20"/>
                  </a:cubicBezTo>
                  <a:cubicBezTo>
                    <a:pt x="50" y="9"/>
                    <a:pt x="42" y="0"/>
                    <a:pt x="31" y="0"/>
                  </a:cubicBezTo>
                  <a:cubicBezTo>
                    <a:pt x="21" y="0"/>
                    <a:pt x="21" y="0"/>
                    <a:pt x="21" y="0"/>
                  </a:cubicBezTo>
                  <a:cubicBezTo>
                    <a:pt x="10" y="0"/>
                    <a:pt x="0" y="9"/>
                    <a:pt x="0" y="20"/>
                  </a:cubicBezTo>
                  <a:cubicBezTo>
                    <a:pt x="0" y="97"/>
                    <a:pt x="0" y="97"/>
                    <a:pt x="0" y="97"/>
                  </a:cubicBezTo>
                  <a:cubicBezTo>
                    <a:pt x="0" y="108"/>
                    <a:pt x="10" y="118"/>
                    <a:pt x="21" y="118"/>
                  </a:cubicBezTo>
                  <a:cubicBezTo>
                    <a:pt x="25" y="118"/>
                    <a:pt x="25" y="118"/>
                    <a:pt x="25" y="118"/>
                  </a:cubicBezTo>
                  <a:cubicBezTo>
                    <a:pt x="31" y="118"/>
                    <a:pt x="31" y="118"/>
                    <a:pt x="31" y="118"/>
                  </a:cubicBezTo>
                  <a:cubicBezTo>
                    <a:pt x="53" y="118"/>
                    <a:pt x="53" y="118"/>
                    <a:pt x="53" y="118"/>
                  </a:cubicBezTo>
                  <a:cubicBezTo>
                    <a:pt x="53" y="119"/>
                    <a:pt x="53" y="119"/>
                    <a:pt x="53" y="119"/>
                  </a:cubicBezTo>
                  <a:cubicBezTo>
                    <a:pt x="53" y="146"/>
                    <a:pt x="53" y="146"/>
                    <a:pt x="53" y="146"/>
                  </a:cubicBezTo>
                  <a:cubicBezTo>
                    <a:pt x="53" y="161"/>
                    <a:pt x="53" y="161"/>
                    <a:pt x="53" y="161"/>
                  </a:cubicBezTo>
                  <a:cubicBezTo>
                    <a:pt x="53" y="167"/>
                    <a:pt x="59" y="172"/>
                    <a:pt x="66" y="172"/>
                  </a:cubicBezTo>
                  <a:cubicBezTo>
                    <a:pt x="69" y="172"/>
                    <a:pt x="69" y="172"/>
                    <a:pt x="69" y="172"/>
                  </a:cubicBezTo>
                  <a:cubicBezTo>
                    <a:pt x="75" y="172"/>
                    <a:pt x="78" y="167"/>
                    <a:pt x="78" y="161"/>
                  </a:cubicBezTo>
                  <a:cubicBezTo>
                    <a:pt x="78" y="146"/>
                    <a:pt x="78" y="146"/>
                    <a:pt x="78" y="146"/>
                  </a:cubicBezTo>
                  <a:cubicBezTo>
                    <a:pt x="78" y="119"/>
                    <a:pt x="78" y="119"/>
                    <a:pt x="78" y="119"/>
                  </a:cubicBezTo>
                  <a:cubicBezTo>
                    <a:pt x="78" y="107"/>
                    <a:pt x="78" y="107"/>
                    <a:pt x="78" y="107"/>
                  </a:cubicBezTo>
                  <a:cubicBezTo>
                    <a:pt x="78" y="103"/>
                    <a:pt x="78" y="103"/>
                    <a:pt x="78"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81" name="组合 280"/>
          <p:cNvGrpSpPr/>
          <p:nvPr/>
        </p:nvGrpSpPr>
        <p:grpSpPr>
          <a:xfrm>
            <a:off x="6445250" y="5576888"/>
            <a:ext cx="4521201" cy="1139825"/>
            <a:chOff x="6445250" y="5576888"/>
            <a:chExt cx="4521201" cy="1139825"/>
          </a:xfrm>
          <a:solidFill>
            <a:schemeClr val="tx1">
              <a:lumMod val="65000"/>
              <a:lumOff val="35000"/>
            </a:schemeClr>
          </a:solidFill>
        </p:grpSpPr>
        <p:sp>
          <p:nvSpPr>
            <p:cNvPr id="282" name="Freeform 279"/>
            <p:cNvSpPr>
              <a:spLocks/>
            </p:cNvSpPr>
            <p:nvPr/>
          </p:nvSpPr>
          <p:spPr bwMode="auto">
            <a:xfrm>
              <a:off x="6713538" y="6357938"/>
              <a:ext cx="106363" cy="274638"/>
            </a:xfrm>
            <a:custGeom>
              <a:avLst/>
              <a:gdLst>
                <a:gd name="T0" fmla="*/ 25 w 25"/>
                <a:gd name="T1" fmla="*/ 53 h 64"/>
                <a:gd name="T2" fmla="*/ 16 w 25"/>
                <a:gd name="T3" fmla="*/ 64 h 64"/>
                <a:gd name="T4" fmla="*/ 13 w 25"/>
                <a:gd name="T5" fmla="*/ 64 h 64"/>
                <a:gd name="T6" fmla="*/ 0 w 25"/>
                <a:gd name="T7" fmla="*/ 53 h 64"/>
                <a:gd name="T8" fmla="*/ 0 w 25"/>
                <a:gd name="T9" fmla="*/ 11 h 64"/>
                <a:gd name="T10" fmla="*/ 13 w 25"/>
                <a:gd name="T11" fmla="*/ 0 h 64"/>
                <a:gd name="T12" fmla="*/ 16 w 25"/>
                <a:gd name="T13" fmla="*/ 0 h 64"/>
                <a:gd name="T14" fmla="*/ 25 w 25"/>
                <a:gd name="T15" fmla="*/ 11 h 64"/>
                <a:gd name="T16" fmla="*/ 25 w 25"/>
                <a:gd name="T17" fmla="*/ 53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64">
                  <a:moveTo>
                    <a:pt x="25" y="53"/>
                  </a:moveTo>
                  <a:cubicBezTo>
                    <a:pt x="25" y="59"/>
                    <a:pt x="22" y="64"/>
                    <a:pt x="16" y="64"/>
                  </a:cubicBezTo>
                  <a:cubicBezTo>
                    <a:pt x="13" y="64"/>
                    <a:pt x="13" y="64"/>
                    <a:pt x="13" y="64"/>
                  </a:cubicBezTo>
                  <a:cubicBezTo>
                    <a:pt x="7" y="64"/>
                    <a:pt x="0" y="59"/>
                    <a:pt x="0" y="53"/>
                  </a:cubicBezTo>
                  <a:cubicBezTo>
                    <a:pt x="0" y="11"/>
                    <a:pt x="0" y="11"/>
                    <a:pt x="0" y="11"/>
                  </a:cubicBezTo>
                  <a:cubicBezTo>
                    <a:pt x="0" y="5"/>
                    <a:pt x="7" y="0"/>
                    <a:pt x="13" y="0"/>
                  </a:cubicBezTo>
                  <a:cubicBezTo>
                    <a:pt x="16" y="0"/>
                    <a:pt x="16" y="0"/>
                    <a:pt x="16" y="0"/>
                  </a:cubicBezTo>
                  <a:cubicBezTo>
                    <a:pt x="22" y="0"/>
                    <a:pt x="25" y="5"/>
                    <a:pt x="25" y="11"/>
                  </a:cubicBezTo>
                  <a:lnTo>
                    <a:pt x="25" y="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 name="Freeform 280"/>
            <p:cNvSpPr>
              <a:spLocks/>
            </p:cNvSpPr>
            <p:nvPr/>
          </p:nvSpPr>
          <p:spPr bwMode="auto">
            <a:xfrm>
              <a:off x="6556375" y="6357938"/>
              <a:ext cx="263525" cy="107950"/>
            </a:xfrm>
            <a:custGeom>
              <a:avLst/>
              <a:gdLst>
                <a:gd name="T0" fmla="*/ 53 w 62"/>
                <a:gd name="T1" fmla="*/ 0 h 25"/>
                <a:gd name="T2" fmla="*/ 62 w 62"/>
                <a:gd name="T3" fmla="*/ 11 h 25"/>
                <a:gd name="T4" fmla="*/ 62 w 62"/>
                <a:gd name="T5" fmla="*/ 14 h 25"/>
                <a:gd name="T6" fmla="*/ 53 w 62"/>
                <a:gd name="T7" fmla="*/ 25 h 25"/>
                <a:gd name="T8" fmla="*/ 9 w 62"/>
                <a:gd name="T9" fmla="*/ 25 h 25"/>
                <a:gd name="T10" fmla="*/ 0 w 62"/>
                <a:gd name="T11" fmla="*/ 14 h 25"/>
                <a:gd name="T12" fmla="*/ 0 w 62"/>
                <a:gd name="T13" fmla="*/ 11 h 25"/>
                <a:gd name="T14" fmla="*/ 9 w 62"/>
                <a:gd name="T15" fmla="*/ 0 h 25"/>
                <a:gd name="T16" fmla="*/ 53 w 62"/>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25">
                  <a:moveTo>
                    <a:pt x="53" y="0"/>
                  </a:moveTo>
                  <a:cubicBezTo>
                    <a:pt x="59" y="0"/>
                    <a:pt x="62" y="5"/>
                    <a:pt x="62" y="11"/>
                  </a:cubicBezTo>
                  <a:cubicBezTo>
                    <a:pt x="62" y="14"/>
                    <a:pt x="62" y="14"/>
                    <a:pt x="62" y="14"/>
                  </a:cubicBezTo>
                  <a:cubicBezTo>
                    <a:pt x="62" y="20"/>
                    <a:pt x="59" y="25"/>
                    <a:pt x="53" y="25"/>
                  </a:cubicBezTo>
                  <a:cubicBezTo>
                    <a:pt x="9" y="25"/>
                    <a:pt x="9" y="25"/>
                    <a:pt x="9" y="25"/>
                  </a:cubicBezTo>
                  <a:cubicBezTo>
                    <a:pt x="3" y="25"/>
                    <a:pt x="0" y="20"/>
                    <a:pt x="0" y="14"/>
                  </a:cubicBezTo>
                  <a:cubicBezTo>
                    <a:pt x="0" y="11"/>
                    <a:pt x="0" y="11"/>
                    <a:pt x="0" y="11"/>
                  </a:cubicBezTo>
                  <a:cubicBezTo>
                    <a:pt x="0" y="5"/>
                    <a:pt x="3" y="0"/>
                    <a:pt x="9" y="0"/>
                  </a:cubicBezTo>
                  <a:lnTo>
                    <a:pt x="5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 name="Freeform 281"/>
            <p:cNvSpPr>
              <a:spLocks/>
            </p:cNvSpPr>
            <p:nvPr/>
          </p:nvSpPr>
          <p:spPr bwMode="auto">
            <a:xfrm>
              <a:off x="6713538" y="6427788"/>
              <a:ext cx="106363" cy="268288"/>
            </a:xfrm>
            <a:custGeom>
              <a:avLst/>
              <a:gdLst>
                <a:gd name="T0" fmla="*/ 25 w 25"/>
                <a:gd name="T1" fmla="*/ 53 h 63"/>
                <a:gd name="T2" fmla="*/ 16 w 25"/>
                <a:gd name="T3" fmla="*/ 63 h 63"/>
                <a:gd name="T4" fmla="*/ 13 w 25"/>
                <a:gd name="T5" fmla="*/ 63 h 63"/>
                <a:gd name="T6" fmla="*/ 0 w 25"/>
                <a:gd name="T7" fmla="*/ 53 h 63"/>
                <a:gd name="T8" fmla="*/ 0 w 25"/>
                <a:gd name="T9" fmla="*/ 11 h 63"/>
                <a:gd name="T10" fmla="*/ 13 w 25"/>
                <a:gd name="T11" fmla="*/ 0 h 63"/>
                <a:gd name="T12" fmla="*/ 16 w 25"/>
                <a:gd name="T13" fmla="*/ 0 h 63"/>
                <a:gd name="T14" fmla="*/ 25 w 25"/>
                <a:gd name="T15" fmla="*/ 11 h 63"/>
                <a:gd name="T16" fmla="*/ 25 w 25"/>
                <a:gd name="T17" fmla="*/ 5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63">
                  <a:moveTo>
                    <a:pt x="25" y="53"/>
                  </a:moveTo>
                  <a:cubicBezTo>
                    <a:pt x="25" y="59"/>
                    <a:pt x="22" y="63"/>
                    <a:pt x="16" y="63"/>
                  </a:cubicBezTo>
                  <a:cubicBezTo>
                    <a:pt x="13" y="63"/>
                    <a:pt x="13" y="63"/>
                    <a:pt x="13" y="63"/>
                  </a:cubicBezTo>
                  <a:cubicBezTo>
                    <a:pt x="7" y="63"/>
                    <a:pt x="0" y="59"/>
                    <a:pt x="0" y="53"/>
                  </a:cubicBezTo>
                  <a:cubicBezTo>
                    <a:pt x="0" y="11"/>
                    <a:pt x="0" y="11"/>
                    <a:pt x="0" y="11"/>
                  </a:cubicBezTo>
                  <a:cubicBezTo>
                    <a:pt x="0" y="4"/>
                    <a:pt x="7" y="0"/>
                    <a:pt x="13" y="0"/>
                  </a:cubicBezTo>
                  <a:cubicBezTo>
                    <a:pt x="16" y="0"/>
                    <a:pt x="16" y="0"/>
                    <a:pt x="16" y="0"/>
                  </a:cubicBezTo>
                  <a:cubicBezTo>
                    <a:pt x="22" y="0"/>
                    <a:pt x="25" y="4"/>
                    <a:pt x="25" y="11"/>
                  </a:cubicBezTo>
                  <a:lnTo>
                    <a:pt x="25" y="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 name="Freeform 282"/>
            <p:cNvSpPr>
              <a:spLocks/>
            </p:cNvSpPr>
            <p:nvPr/>
          </p:nvSpPr>
          <p:spPr bwMode="auto">
            <a:xfrm>
              <a:off x="6445250" y="6081713"/>
              <a:ext cx="242888" cy="614363"/>
            </a:xfrm>
            <a:custGeom>
              <a:avLst/>
              <a:gdLst>
                <a:gd name="T0" fmla="*/ 54 w 57"/>
                <a:gd name="T1" fmla="*/ 93 h 144"/>
                <a:gd name="T2" fmla="*/ 52 w 57"/>
                <a:gd name="T3" fmla="*/ 93 h 144"/>
                <a:gd name="T4" fmla="*/ 51 w 57"/>
                <a:gd name="T5" fmla="*/ 93 h 144"/>
                <a:gd name="T6" fmla="*/ 7 w 57"/>
                <a:gd name="T7" fmla="*/ 93 h 144"/>
                <a:gd name="T8" fmla="*/ 7 w 57"/>
                <a:gd name="T9" fmla="*/ 3 h 144"/>
                <a:gd name="T10" fmla="*/ 4 w 57"/>
                <a:gd name="T11" fmla="*/ 0 h 144"/>
                <a:gd name="T12" fmla="*/ 0 w 57"/>
                <a:gd name="T13" fmla="*/ 3 h 144"/>
                <a:gd name="T14" fmla="*/ 0 w 57"/>
                <a:gd name="T15" fmla="*/ 140 h 144"/>
                <a:gd name="T16" fmla="*/ 4 w 57"/>
                <a:gd name="T17" fmla="*/ 144 h 144"/>
                <a:gd name="T18" fmla="*/ 7 w 57"/>
                <a:gd name="T19" fmla="*/ 140 h 144"/>
                <a:gd name="T20" fmla="*/ 7 w 57"/>
                <a:gd name="T21" fmla="*/ 101 h 144"/>
                <a:gd name="T22" fmla="*/ 49 w 57"/>
                <a:gd name="T23" fmla="*/ 101 h 144"/>
                <a:gd name="T24" fmla="*/ 49 w 57"/>
                <a:gd name="T25" fmla="*/ 140 h 144"/>
                <a:gd name="T26" fmla="*/ 54 w 57"/>
                <a:gd name="T27" fmla="*/ 144 h 144"/>
                <a:gd name="T28" fmla="*/ 57 w 57"/>
                <a:gd name="T29" fmla="*/ 140 h 144"/>
                <a:gd name="T30" fmla="*/ 57 w 57"/>
                <a:gd name="T31" fmla="*/ 96 h 144"/>
                <a:gd name="T32" fmla="*/ 54 w 57"/>
                <a:gd name="T33" fmla="*/ 93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7" h="144">
                  <a:moveTo>
                    <a:pt x="54" y="93"/>
                  </a:moveTo>
                  <a:cubicBezTo>
                    <a:pt x="52" y="93"/>
                    <a:pt x="52" y="93"/>
                    <a:pt x="52" y="93"/>
                  </a:cubicBezTo>
                  <a:cubicBezTo>
                    <a:pt x="51" y="93"/>
                    <a:pt x="51" y="93"/>
                    <a:pt x="51" y="93"/>
                  </a:cubicBezTo>
                  <a:cubicBezTo>
                    <a:pt x="7" y="93"/>
                    <a:pt x="7" y="93"/>
                    <a:pt x="7" y="93"/>
                  </a:cubicBezTo>
                  <a:cubicBezTo>
                    <a:pt x="7" y="3"/>
                    <a:pt x="7" y="3"/>
                    <a:pt x="7" y="3"/>
                  </a:cubicBezTo>
                  <a:cubicBezTo>
                    <a:pt x="7" y="3"/>
                    <a:pt x="6" y="0"/>
                    <a:pt x="4" y="0"/>
                  </a:cubicBezTo>
                  <a:cubicBezTo>
                    <a:pt x="1" y="0"/>
                    <a:pt x="0" y="3"/>
                    <a:pt x="0" y="3"/>
                  </a:cubicBezTo>
                  <a:cubicBezTo>
                    <a:pt x="0" y="140"/>
                    <a:pt x="0" y="140"/>
                    <a:pt x="0" y="140"/>
                  </a:cubicBezTo>
                  <a:cubicBezTo>
                    <a:pt x="0" y="143"/>
                    <a:pt x="1" y="144"/>
                    <a:pt x="4" y="144"/>
                  </a:cubicBezTo>
                  <a:cubicBezTo>
                    <a:pt x="6" y="144"/>
                    <a:pt x="7" y="143"/>
                    <a:pt x="7" y="140"/>
                  </a:cubicBezTo>
                  <a:cubicBezTo>
                    <a:pt x="7" y="101"/>
                    <a:pt x="7" y="101"/>
                    <a:pt x="7" y="101"/>
                  </a:cubicBezTo>
                  <a:cubicBezTo>
                    <a:pt x="49" y="101"/>
                    <a:pt x="49" y="101"/>
                    <a:pt x="49" y="101"/>
                  </a:cubicBezTo>
                  <a:cubicBezTo>
                    <a:pt x="49" y="140"/>
                    <a:pt x="49" y="140"/>
                    <a:pt x="49" y="140"/>
                  </a:cubicBezTo>
                  <a:cubicBezTo>
                    <a:pt x="49" y="143"/>
                    <a:pt x="51" y="144"/>
                    <a:pt x="54" y="144"/>
                  </a:cubicBezTo>
                  <a:cubicBezTo>
                    <a:pt x="54" y="144"/>
                    <a:pt x="57" y="143"/>
                    <a:pt x="57" y="140"/>
                  </a:cubicBezTo>
                  <a:cubicBezTo>
                    <a:pt x="57" y="96"/>
                    <a:pt x="57" y="96"/>
                    <a:pt x="57" y="96"/>
                  </a:cubicBezTo>
                  <a:cubicBezTo>
                    <a:pt x="57" y="95"/>
                    <a:pt x="54" y="93"/>
                    <a:pt x="54" y="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 name="Freeform 283"/>
            <p:cNvSpPr>
              <a:spLocks/>
            </p:cNvSpPr>
            <p:nvPr/>
          </p:nvSpPr>
          <p:spPr bwMode="auto">
            <a:xfrm>
              <a:off x="6769100" y="6276975"/>
              <a:ext cx="434975" cy="419100"/>
            </a:xfrm>
            <a:custGeom>
              <a:avLst/>
              <a:gdLst>
                <a:gd name="T0" fmla="*/ 99 w 102"/>
                <a:gd name="T1" fmla="*/ 0 h 98"/>
                <a:gd name="T2" fmla="*/ 3 w 102"/>
                <a:gd name="T3" fmla="*/ 0 h 98"/>
                <a:gd name="T4" fmla="*/ 0 w 102"/>
                <a:gd name="T5" fmla="*/ 4 h 98"/>
                <a:gd name="T6" fmla="*/ 3 w 102"/>
                <a:gd name="T7" fmla="*/ 8 h 98"/>
                <a:gd name="T8" fmla="*/ 46 w 102"/>
                <a:gd name="T9" fmla="*/ 8 h 98"/>
                <a:gd name="T10" fmla="*/ 46 w 102"/>
                <a:gd name="T11" fmla="*/ 91 h 98"/>
                <a:gd name="T12" fmla="*/ 22 w 102"/>
                <a:gd name="T13" fmla="*/ 91 h 98"/>
                <a:gd name="T14" fmla="*/ 14 w 102"/>
                <a:gd name="T15" fmla="*/ 98 h 98"/>
                <a:gd name="T16" fmla="*/ 46 w 102"/>
                <a:gd name="T17" fmla="*/ 98 h 98"/>
                <a:gd name="T18" fmla="*/ 59 w 102"/>
                <a:gd name="T19" fmla="*/ 98 h 98"/>
                <a:gd name="T20" fmla="*/ 90 w 102"/>
                <a:gd name="T21" fmla="*/ 98 h 98"/>
                <a:gd name="T22" fmla="*/ 84 w 102"/>
                <a:gd name="T23" fmla="*/ 91 h 98"/>
                <a:gd name="T24" fmla="*/ 59 w 102"/>
                <a:gd name="T25" fmla="*/ 91 h 98"/>
                <a:gd name="T26" fmla="*/ 59 w 102"/>
                <a:gd name="T27" fmla="*/ 8 h 98"/>
                <a:gd name="T28" fmla="*/ 99 w 102"/>
                <a:gd name="T29" fmla="*/ 8 h 98"/>
                <a:gd name="T30" fmla="*/ 102 w 102"/>
                <a:gd name="T31" fmla="*/ 4 h 98"/>
                <a:gd name="T32" fmla="*/ 99 w 102"/>
                <a:gd name="T3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98">
                  <a:moveTo>
                    <a:pt x="99" y="0"/>
                  </a:moveTo>
                  <a:cubicBezTo>
                    <a:pt x="3" y="0"/>
                    <a:pt x="3" y="0"/>
                    <a:pt x="3" y="0"/>
                  </a:cubicBezTo>
                  <a:cubicBezTo>
                    <a:pt x="0" y="0"/>
                    <a:pt x="0" y="2"/>
                    <a:pt x="0" y="4"/>
                  </a:cubicBezTo>
                  <a:cubicBezTo>
                    <a:pt x="0" y="7"/>
                    <a:pt x="0" y="8"/>
                    <a:pt x="3" y="8"/>
                  </a:cubicBezTo>
                  <a:cubicBezTo>
                    <a:pt x="46" y="8"/>
                    <a:pt x="46" y="8"/>
                    <a:pt x="46" y="8"/>
                  </a:cubicBezTo>
                  <a:cubicBezTo>
                    <a:pt x="46" y="91"/>
                    <a:pt x="46" y="91"/>
                    <a:pt x="46" y="91"/>
                  </a:cubicBezTo>
                  <a:cubicBezTo>
                    <a:pt x="22" y="91"/>
                    <a:pt x="22" y="91"/>
                    <a:pt x="22" y="91"/>
                  </a:cubicBezTo>
                  <a:cubicBezTo>
                    <a:pt x="17" y="91"/>
                    <a:pt x="14" y="94"/>
                    <a:pt x="14" y="98"/>
                  </a:cubicBezTo>
                  <a:cubicBezTo>
                    <a:pt x="46" y="98"/>
                    <a:pt x="46" y="98"/>
                    <a:pt x="46" y="98"/>
                  </a:cubicBezTo>
                  <a:cubicBezTo>
                    <a:pt x="59" y="98"/>
                    <a:pt x="59" y="98"/>
                    <a:pt x="59" y="98"/>
                  </a:cubicBezTo>
                  <a:cubicBezTo>
                    <a:pt x="90" y="98"/>
                    <a:pt x="90" y="98"/>
                    <a:pt x="90" y="98"/>
                  </a:cubicBezTo>
                  <a:cubicBezTo>
                    <a:pt x="90" y="94"/>
                    <a:pt x="87" y="91"/>
                    <a:pt x="84" y="91"/>
                  </a:cubicBezTo>
                  <a:cubicBezTo>
                    <a:pt x="59" y="91"/>
                    <a:pt x="59" y="91"/>
                    <a:pt x="59" y="91"/>
                  </a:cubicBezTo>
                  <a:cubicBezTo>
                    <a:pt x="59" y="8"/>
                    <a:pt x="59" y="8"/>
                    <a:pt x="59" y="8"/>
                  </a:cubicBezTo>
                  <a:cubicBezTo>
                    <a:pt x="99" y="8"/>
                    <a:pt x="99" y="8"/>
                    <a:pt x="99" y="8"/>
                  </a:cubicBezTo>
                  <a:cubicBezTo>
                    <a:pt x="101" y="8"/>
                    <a:pt x="102" y="7"/>
                    <a:pt x="102" y="4"/>
                  </a:cubicBezTo>
                  <a:cubicBezTo>
                    <a:pt x="102" y="2"/>
                    <a:pt x="101" y="0"/>
                    <a:pt x="9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 name="Freeform 284"/>
            <p:cNvSpPr>
              <a:spLocks/>
            </p:cNvSpPr>
            <p:nvPr/>
          </p:nvSpPr>
          <p:spPr bwMode="auto">
            <a:xfrm>
              <a:off x="6697663" y="6069013"/>
              <a:ext cx="442913" cy="195263"/>
            </a:xfrm>
            <a:custGeom>
              <a:avLst/>
              <a:gdLst>
                <a:gd name="T0" fmla="*/ 93 w 104"/>
                <a:gd name="T1" fmla="*/ 25 h 46"/>
                <a:gd name="T2" fmla="*/ 57 w 104"/>
                <a:gd name="T3" fmla="*/ 25 h 46"/>
                <a:gd name="T4" fmla="*/ 17 w 104"/>
                <a:gd name="T5" fmla="*/ 3 h 46"/>
                <a:gd name="T6" fmla="*/ 3 w 104"/>
                <a:gd name="T7" fmla="*/ 8 h 46"/>
                <a:gd name="T8" fmla="*/ 7 w 104"/>
                <a:gd name="T9" fmla="*/ 22 h 46"/>
                <a:gd name="T10" fmla="*/ 48 w 104"/>
                <a:gd name="T11" fmla="*/ 43 h 46"/>
                <a:gd name="T12" fmla="*/ 54 w 104"/>
                <a:gd name="T13" fmla="*/ 45 h 46"/>
                <a:gd name="T14" fmla="*/ 56 w 104"/>
                <a:gd name="T15" fmla="*/ 46 h 46"/>
                <a:gd name="T16" fmla="*/ 93 w 104"/>
                <a:gd name="T17" fmla="*/ 46 h 46"/>
                <a:gd name="T18" fmla="*/ 104 w 104"/>
                <a:gd name="T19" fmla="*/ 36 h 46"/>
                <a:gd name="T20" fmla="*/ 93 w 104"/>
                <a:gd name="T21" fmla="*/ 2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46">
                  <a:moveTo>
                    <a:pt x="93" y="25"/>
                  </a:moveTo>
                  <a:cubicBezTo>
                    <a:pt x="57" y="25"/>
                    <a:pt x="57" y="25"/>
                    <a:pt x="57" y="25"/>
                  </a:cubicBezTo>
                  <a:cubicBezTo>
                    <a:pt x="17" y="3"/>
                    <a:pt x="17" y="3"/>
                    <a:pt x="17" y="3"/>
                  </a:cubicBezTo>
                  <a:cubicBezTo>
                    <a:pt x="11" y="0"/>
                    <a:pt x="4" y="3"/>
                    <a:pt x="3" y="8"/>
                  </a:cubicBezTo>
                  <a:cubicBezTo>
                    <a:pt x="0" y="12"/>
                    <a:pt x="1" y="18"/>
                    <a:pt x="7" y="22"/>
                  </a:cubicBezTo>
                  <a:cubicBezTo>
                    <a:pt x="48" y="43"/>
                    <a:pt x="48" y="43"/>
                    <a:pt x="48" y="43"/>
                  </a:cubicBezTo>
                  <a:cubicBezTo>
                    <a:pt x="51" y="45"/>
                    <a:pt x="53" y="46"/>
                    <a:pt x="54" y="45"/>
                  </a:cubicBezTo>
                  <a:cubicBezTo>
                    <a:pt x="54" y="46"/>
                    <a:pt x="56" y="46"/>
                    <a:pt x="56" y="46"/>
                  </a:cubicBezTo>
                  <a:cubicBezTo>
                    <a:pt x="93" y="46"/>
                    <a:pt x="93" y="46"/>
                    <a:pt x="93" y="46"/>
                  </a:cubicBezTo>
                  <a:cubicBezTo>
                    <a:pt x="98" y="46"/>
                    <a:pt x="104" y="40"/>
                    <a:pt x="104" y="36"/>
                  </a:cubicBezTo>
                  <a:cubicBezTo>
                    <a:pt x="104" y="31"/>
                    <a:pt x="98" y="25"/>
                    <a:pt x="93"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 name="Freeform 285"/>
            <p:cNvSpPr>
              <a:spLocks/>
            </p:cNvSpPr>
            <p:nvPr/>
          </p:nvSpPr>
          <p:spPr bwMode="auto">
            <a:xfrm>
              <a:off x="6965950" y="5905500"/>
              <a:ext cx="55563" cy="68263"/>
            </a:xfrm>
            <a:custGeom>
              <a:avLst/>
              <a:gdLst>
                <a:gd name="T0" fmla="*/ 0 w 13"/>
                <a:gd name="T1" fmla="*/ 16 h 16"/>
                <a:gd name="T2" fmla="*/ 7 w 13"/>
                <a:gd name="T3" fmla="*/ 7 h 16"/>
                <a:gd name="T4" fmla="*/ 10 w 13"/>
                <a:gd name="T5" fmla="*/ 4 h 16"/>
                <a:gd name="T6" fmla="*/ 10 w 13"/>
                <a:gd name="T7" fmla="*/ 4 h 16"/>
                <a:gd name="T8" fmla="*/ 0 w 13"/>
                <a:gd name="T9" fmla="*/ 4 h 16"/>
                <a:gd name="T10" fmla="*/ 0 w 13"/>
                <a:gd name="T11" fmla="*/ 0 h 16"/>
                <a:gd name="T12" fmla="*/ 13 w 13"/>
                <a:gd name="T13" fmla="*/ 0 h 16"/>
                <a:gd name="T14" fmla="*/ 13 w 13"/>
                <a:gd name="T15" fmla="*/ 4 h 16"/>
                <a:gd name="T16" fmla="*/ 7 w 13"/>
                <a:gd name="T17" fmla="*/ 13 h 16"/>
                <a:gd name="T18" fmla="*/ 4 w 13"/>
                <a:gd name="T19" fmla="*/ 14 h 16"/>
                <a:gd name="T20" fmla="*/ 4 w 13"/>
                <a:gd name="T21" fmla="*/ 16 h 16"/>
                <a:gd name="T22" fmla="*/ 13 w 13"/>
                <a:gd name="T23" fmla="*/ 16 h 16"/>
                <a:gd name="T24" fmla="*/ 13 w 13"/>
                <a:gd name="T25" fmla="*/ 16 h 16"/>
                <a:gd name="T26" fmla="*/ 0 w 13"/>
                <a:gd name="T2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16">
                  <a:moveTo>
                    <a:pt x="0" y="16"/>
                  </a:moveTo>
                  <a:cubicBezTo>
                    <a:pt x="7" y="7"/>
                    <a:pt x="7" y="7"/>
                    <a:pt x="7" y="7"/>
                  </a:cubicBezTo>
                  <a:cubicBezTo>
                    <a:pt x="8" y="5"/>
                    <a:pt x="10" y="4"/>
                    <a:pt x="10" y="4"/>
                  </a:cubicBezTo>
                  <a:cubicBezTo>
                    <a:pt x="10" y="4"/>
                    <a:pt x="10" y="4"/>
                    <a:pt x="10" y="4"/>
                  </a:cubicBezTo>
                  <a:cubicBezTo>
                    <a:pt x="0" y="4"/>
                    <a:pt x="0" y="4"/>
                    <a:pt x="0" y="4"/>
                  </a:cubicBezTo>
                  <a:cubicBezTo>
                    <a:pt x="0" y="0"/>
                    <a:pt x="0" y="0"/>
                    <a:pt x="0" y="0"/>
                  </a:cubicBezTo>
                  <a:cubicBezTo>
                    <a:pt x="13" y="0"/>
                    <a:pt x="13" y="0"/>
                    <a:pt x="13" y="0"/>
                  </a:cubicBezTo>
                  <a:cubicBezTo>
                    <a:pt x="13" y="4"/>
                    <a:pt x="13" y="4"/>
                    <a:pt x="13" y="4"/>
                  </a:cubicBezTo>
                  <a:cubicBezTo>
                    <a:pt x="7" y="13"/>
                    <a:pt x="7" y="13"/>
                    <a:pt x="7" y="13"/>
                  </a:cubicBezTo>
                  <a:cubicBezTo>
                    <a:pt x="5" y="13"/>
                    <a:pt x="4" y="13"/>
                    <a:pt x="4" y="14"/>
                  </a:cubicBezTo>
                  <a:cubicBezTo>
                    <a:pt x="4" y="16"/>
                    <a:pt x="4" y="16"/>
                    <a:pt x="4" y="16"/>
                  </a:cubicBezTo>
                  <a:cubicBezTo>
                    <a:pt x="13" y="16"/>
                    <a:pt x="13" y="16"/>
                    <a:pt x="13" y="16"/>
                  </a:cubicBezTo>
                  <a:cubicBezTo>
                    <a:pt x="13" y="16"/>
                    <a:pt x="13" y="16"/>
                    <a:pt x="13" y="16"/>
                  </a:cubicBezTo>
                  <a:cubicBezTo>
                    <a:pt x="0" y="16"/>
                    <a:pt x="0" y="16"/>
                    <a:pt x="0"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 name="Freeform 286"/>
            <p:cNvSpPr>
              <a:spLocks/>
            </p:cNvSpPr>
            <p:nvPr/>
          </p:nvSpPr>
          <p:spPr bwMode="auto">
            <a:xfrm>
              <a:off x="7021513" y="5761038"/>
              <a:ext cx="106363" cy="119063"/>
            </a:xfrm>
            <a:custGeom>
              <a:avLst/>
              <a:gdLst>
                <a:gd name="T0" fmla="*/ 0 w 25"/>
                <a:gd name="T1" fmla="*/ 25 h 28"/>
                <a:gd name="T2" fmla="*/ 12 w 25"/>
                <a:gd name="T3" fmla="*/ 8 h 28"/>
                <a:gd name="T4" fmla="*/ 17 w 25"/>
                <a:gd name="T5" fmla="*/ 3 h 28"/>
                <a:gd name="T6" fmla="*/ 17 w 25"/>
                <a:gd name="T7" fmla="*/ 3 h 28"/>
                <a:gd name="T8" fmla="*/ 1 w 25"/>
                <a:gd name="T9" fmla="*/ 3 h 28"/>
                <a:gd name="T10" fmla="*/ 1 w 25"/>
                <a:gd name="T11" fmla="*/ 0 h 28"/>
                <a:gd name="T12" fmla="*/ 23 w 25"/>
                <a:gd name="T13" fmla="*/ 0 h 28"/>
                <a:gd name="T14" fmla="*/ 23 w 25"/>
                <a:gd name="T15" fmla="*/ 3 h 28"/>
                <a:gd name="T16" fmla="*/ 9 w 25"/>
                <a:gd name="T17" fmla="*/ 19 h 28"/>
                <a:gd name="T18" fmla="*/ 6 w 25"/>
                <a:gd name="T19" fmla="*/ 25 h 28"/>
                <a:gd name="T20" fmla="*/ 6 w 25"/>
                <a:gd name="T21" fmla="*/ 25 h 28"/>
                <a:gd name="T22" fmla="*/ 25 w 25"/>
                <a:gd name="T23" fmla="*/ 25 h 28"/>
                <a:gd name="T24" fmla="*/ 25 w 25"/>
                <a:gd name="T25" fmla="*/ 28 h 28"/>
                <a:gd name="T26" fmla="*/ 0 w 25"/>
                <a:gd name="T27" fmla="*/ 28 h 28"/>
                <a:gd name="T28" fmla="*/ 0 w 25"/>
                <a:gd name="T29" fmla="*/ 2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8">
                  <a:moveTo>
                    <a:pt x="0" y="25"/>
                  </a:moveTo>
                  <a:cubicBezTo>
                    <a:pt x="12" y="8"/>
                    <a:pt x="12" y="8"/>
                    <a:pt x="12" y="8"/>
                  </a:cubicBezTo>
                  <a:cubicBezTo>
                    <a:pt x="15" y="6"/>
                    <a:pt x="15" y="5"/>
                    <a:pt x="17" y="3"/>
                  </a:cubicBezTo>
                  <a:cubicBezTo>
                    <a:pt x="17" y="3"/>
                    <a:pt x="17" y="3"/>
                    <a:pt x="17" y="3"/>
                  </a:cubicBezTo>
                  <a:cubicBezTo>
                    <a:pt x="1" y="3"/>
                    <a:pt x="1" y="3"/>
                    <a:pt x="1" y="3"/>
                  </a:cubicBezTo>
                  <a:cubicBezTo>
                    <a:pt x="1" y="0"/>
                    <a:pt x="1" y="0"/>
                    <a:pt x="1" y="0"/>
                  </a:cubicBezTo>
                  <a:cubicBezTo>
                    <a:pt x="23" y="0"/>
                    <a:pt x="23" y="0"/>
                    <a:pt x="23" y="0"/>
                  </a:cubicBezTo>
                  <a:cubicBezTo>
                    <a:pt x="23" y="3"/>
                    <a:pt x="23" y="3"/>
                    <a:pt x="23" y="3"/>
                  </a:cubicBezTo>
                  <a:cubicBezTo>
                    <a:pt x="9" y="19"/>
                    <a:pt x="9" y="19"/>
                    <a:pt x="9" y="19"/>
                  </a:cubicBezTo>
                  <a:cubicBezTo>
                    <a:pt x="9" y="22"/>
                    <a:pt x="8" y="22"/>
                    <a:pt x="6" y="25"/>
                  </a:cubicBezTo>
                  <a:cubicBezTo>
                    <a:pt x="6" y="25"/>
                    <a:pt x="6" y="25"/>
                    <a:pt x="6" y="25"/>
                  </a:cubicBezTo>
                  <a:cubicBezTo>
                    <a:pt x="25" y="25"/>
                    <a:pt x="25" y="25"/>
                    <a:pt x="25" y="25"/>
                  </a:cubicBezTo>
                  <a:cubicBezTo>
                    <a:pt x="25" y="28"/>
                    <a:pt x="25" y="28"/>
                    <a:pt x="25" y="28"/>
                  </a:cubicBezTo>
                  <a:cubicBezTo>
                    <a:pt x="0" y="28"/>
                    <a:pt x="0" y="28"/>
                    <a:pt x="0" y="28"/>
                  </a:cubicBezTo>
                  <a:lnTo>
                    <a:pt x="0"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 name="Freeform 287"/>
            <p:cNvSpPr>
              <a:spLocks/>
            </p:cNvSpPr>
            <p:nvPr/>
          </p:nvSpPr>
          <p:spPr bwMode="auto">
            <a:xfrm>
              <a:off x="6880225" y="5667375"/>
              <a:ext cx="128588" cy="149225"/>
            </a:xfrm>
            <a:custGeom>
              <a:avLst/>
              <a:gdLst>
                <a:gd name="T0" fmla="*/ 0 w 30"/>
                <a:gd name="T1" fmla="*/ 32 h 35"/>
                <a:gd name="T2" fmla="*/ 16 w 30"/>
                <a:gd name="T3" fmla="*/ 11 h 35"/>
                <a:gd name="T4" fmla="*/ 20 w 30"/>
                <a:gd name="T5" fmla="*/ 7 h 35"/>
                <a:gd name="T6" fmla="*/ 20 w 30"/>
                <a:gd name="T7" fmla="*/ 7 h 35"/>
                <a:gd name="T8" fmla="*/ 2 w 30"/>
                <a:gd name="T9" fmla="*/ 7 h 35"/>
                <a:gd name="T10" fmla="*/ 2 w 30"/>
                <a:gd name="T11" fmla="*/ 0 h 35"/>
                <a:gd name="T12" fmla="*/ 28 w 30"/>
                <a:gd name="T13" fmla="*/ 0 h 35"/>
                <a:gd name="T14" fmla="*/ 28 w 30"/>
                <a:gd name="T15" fmla="*/ 4 h 35"/>
                <a:gd name="T16" fmla="*/ 13 w 30"/>
                <a:gd name="T17" fmla="*/ 25 h 35"/>
                <a:gd name="T18" fmla="*/ 8 w 30"/>
                <a:gd name="T19" fmla="*/ 32 h 35"/>
                <a:gd name="T20" fmla="*/ 8 w 30"/>
                <a:gd name="T21" fmla="*/ 32 h 35"/>
                <a:gd name="T22" fmla="*/ 30 w 30"/>
                <a:gd name="T23" fmla="*/ 32 h 35"/>
                <a:gd name="T24" fmla="*/ 30 w 30"/>
                <a:gd name="T25" fmla="*/ 35 h 35"/>
                <a:gd name="T26" fmla="*/ 0 w 30"/>
                <a:gd name="T27" fmla="*/ 35 h 35"/>
                <a:gd name="T28" fmla="*/ 0 w 30"/>
                <a:gd name="T29" fmla="*/ 3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 h="35">
                  <a:moveTo>
                    <a:pt x="0" y="32"/>
                  </a:moveTo>
                  <a:cubicBezTo>
                    <a:pt x="16" y="11"/>
                    <a:pt x="16" y="11"/>
                    <a:pt x="16" y="11"/>
                  </a:cubicBezTo>
                  <a:cubicBezTo>
                    <a:pt x="17" y="10"/>
                    <a:pt x="19" y="7"/>
                    <a:pt x="20" y="7"/>
                  </a:cubicBezTo>
                  <a:cubicBezTo>
                    <a:pt x="20" y="7"/>
                    <a:pt x="20" y="7"/>
                    <a:pt x="20" y="7"/>
                  </a:cubicBezTo>
                  <a:cubicBezTo>
                    <a:pt x="2" y="7"/>
                    <a:pt x="2" y="7"/>
                    <a:pt x="2" y="7"/>
                  </a:cubicBezTo>
                  <a:cubicBezTo>
                    <a:pt x="2" y="0"/>
                    <a:pt x="2" y="0"/>
                    <a:pt x="2" y="0"/>
                  </a:cubicBezTo>
                  <a:cubicBezTo>
                    <a:pt x="28" y="0"/>
                    <a:pt x="28" y="0"/>
                    <a:pt x="28" y="0"/>
                  </a:cubicBezTo>
                  <a:cubicBezTo>
                    <a:pt x="28" y="4"/>
                    <a:pt x="28" y="4"/>
                    <a:pt x="28" y="4"/>
                  </a:cubicBezTo>
                  <a:cubicBezTo>
                    <a:pt x="13" y="25"/>
                    <a:pt x="13" y="25"/>
                    <a:pt x="13" y="25"/>
                  </a:cubicBezTo>
                  <a:cubicBezTo>
                    <a:pt x="11" y="27"/>
                    <a:pt x="10" y="28"/>
                    <a:pt x="8" y="32"/>
                  </a:cubicBezTo>
                  <a:cubicBezTo>
                    <a:pt x="8" y="32"/>
                    <a:pt x="8" y="32"/>
                    <a:pt x="8" y="32"/>
                  </a:cubicBezTo>
                  <a:cubicBezTo>
                    <a:pt x="30" y="32"/>
                    <a:pt x="30" y="32"/>
                    <a:pt x="30" y="32"/>
                  </a:cubicBezTo>
                  <a:cubicBezTo>
                    <a:pt x="30" y="35"/>
                    <a:pt x="30" y="35"/>
                    <a:pt x="30" y="35"/>
                  </a:cubicBezTo>
                  <a:cubicBezTo>
                    <a:pt x="0" y="35"/>
                    <a:pt x="0" y="35"/>
                    <a:pt x="0" y="35"/>
                  </a:cubicBezTo>
                  <a:lnTo>
                    <a:pt x="0"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 name="Freeform 288"/>
            <p:cNvSpPr>
              <a:spLocks/>
            </p:cNvSpPr>
            <p:nvPr/>
          </p:nvSpPr>
          <p:spPr bwMode="auto">
            <a:xfrm>
              <a:off x="6723063" y="6332538"/>
              <a:ext cx="131763" cy="333375"/>
            </a:xfrm>
            <a:custGeom>
              <a:avLst/>
              <a:gdLst>
                <a:gd name="T0" fmla="*/ 31 w 31"/>
                <a:gd name="T1" fmla="*/ 9 h 78"/>
                <a:gd name="T2" fmla="*/ 20 w 31"/>
                <a:gd name="T3" fmla="*/ 0 h 78"/>
                <a:gd name="T4" fmla="*/ 17 w 31"/>
                <a:gd name="T5" fmla="*/ 0 h 78"/>
                <a:gd name="T6" fmla="*/ 0 w 31"/>
                <a:gd name="T7" fmla="*/ 0 h 78"/>
                <a:gd name="T8" fmla="*/ 0 w 31"/>
                <a:gd name="T9" fmla="*/ 3 h 78"/>
                <a:gd name="T10" fmla="*/ 14 w 31"/>
                <a:gd name="T11" fmla="*/ 3 h 78"/>
                <a:gd name="T12" fmla="*/ 17 w 31"/>
                <a:gd name="T13" fmla="*/ 3 h 78"/>
                <a:gd name="T14" fmla="*/ 26 w 31"/>
                <a:gd name="T15" fmla="*/ 12 h 78"/>
                <a:gd name="T16" fmla="*/ 26 w 31"/>
                <a:gd name="T17" fmla="*/ 12 h 78"/>
                <a:gd name="T18" fmla="*/ 26 w 31"/>
                <a:gd name="T19" fmla="*/ 15 h 78"/>
                <a:gd name="T20" fmla="*/ 26 w 31"/>
                <a:gd name="T21" fmla="*/ 28 h 78"/>
                <a:gd name="T22" fmla="*/ 26 w 31"/>
                <a:gd name="T23" fmla="*/ 56 h 78"/>
                <a:gd name="T24" fmla="*/ 26 w 31"/>
                <a:gd name="T25" fmla="*/ 72 h 78"/>
                <a:gd name="T26" fmla="*/ 23 w 31"/>
                <a:gd name="T27" fmla="*/ 78 h 78"/>
                <a:gd name="T28" fmla="*/ 31 w 31"/>
                <a:gd name="T29" fmla="*/ 68 h 78"/>
                <a:gd name="T30" fmla="*/ 31 w 31"/>
                <a:gd name="T31" fmla="*/ 53 h 78"/>
                <a:gd name="T32" fmla="*/ 31 w 31"/>
                <a:gd name="T33" fmla="*/ 26 h 78"/>
                <a:gd name="T34" fmla="*/ 31 w 31"/>
                <a:gd name="T35" fmla="*/ 14 h 78"/>
                <a:gd name="T36" fmla="*/ 31 w 31"/>
                <a:gd name="T37" fmla="*/ 11 h 78"/>
                <a:gd name="T38" fmla="*/ 31 w 31"/>
                <a:gd name="T39" fmla="*/ 9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 h="78">
                  <a:moveTo>
                    <a:pt x="31" y="9"/>
                  </a:moveTo>
                  <a:cubicBezTo>
                    <a:pt x="29" y="5"/>
                    <a:pt x="26" y="0"/>
                    <a:pt x="20" y="0"/>
                  </a:cubicBezTo>
                  <a:cubicBezTo>
                    <a:pt x="17" y="0"/>
                    <a:pt x="17" y="0"/>
                    <a:pt x="17" y="0"/>
                  </a:cubicBezTo>
                  <a:cubicBezTo>
                    <a:pt x="0" y="0"/>
                    <a:pt x="0" y="0"/>
                    <a:pt x="0" y="0"/>
                  </a:cubicBezTo>
                  <a:cubicBezTo>
                    <a:pt x="0" y="3"/>
                    <a:pt x="0" y="3"/>
                    <a:pt x="0" y="3"/>
                  </a:cubicBezTo>
                  <a:cubicBezTo>
                    <a:pt x="14" y="3"/>
                    <a:pt x="14" y="3"/>
                    <a:pt x="14" y="3"/>
                  </a:cubicBezTo>
                  <a:cubicBezTo>
                    <a:pt x="17" y="3"/>
                    <a:pt x="17" y="3"/>
                    <a:pt x="17" y="3"/>
                  </a:cubicBezTo>
                  <a:cubicBezTo>
                    <a:pt x="23" y="3"/>
                    <a:pt x="26" y="6"/>
                    <a:pt x="26" y="12"/>
                  </a:cubicBezTo>
                  <a:cubicBezTo>
                    <a:pt x="26" y="12"/>
                    <a:pt x="26" y="12"/>
                    <a:pt x="26" y="12"/>
                  </a:cubicBezTo>
                  <a:cubicBezTo>
                    <a:pt x="26" y="15"/>
                    <a:pt x="26" y="15"/>
                    <a:pt x="26" y="15"/>
                  </a:cubicBezTo>
                  <a:cubicBezTo>
                    <a:pt x="26" y="28"/>
                    <a:pt x="26" y="28"/>
                    <a:pt x="26" y="28"/>
                  </a:cubicBezTo>
                  <a:cubicBezTo>
                    <a:pt x="26" y="56"/>
                    <a:pt x="26" y="56"/>
                    <a:pt x="26" y="56"/>
                  </a:cubicBezTo>
                  <a:cubicBezTo>
                    <a:pt x="26" y="72"/>
                    <a:pt x="26" y="72"/>
                    <a:pt x="26" y="72"/>
                  </a:cubicBezTo>
                  <a:cubicBezTo>
                    <a:pt x="26" y="75"/>
                    <a:pt x="26" y="78"/>
                    <a:pt x="23" y="78"/>
                  </a:cubicBezTo>
                  <a:cubicBezTo>
                    <a:pt x="29" y="78"/>
                    <a:pt x="31" y="73"/>
                    <a:pt x="31" y="68"/>
                  </a:cubicBezTo>
                  <a:cubicBezTo>
                    <a:pt x="31" y="53"/>
                    <a:pt x="31" y="53"/>
                    <a:pt x="31" y="53"/>
                  </a:cubicBezTo>
                  <a:cubicBezTo>
                    <a:pt x="31" y="26"/>
                    <a:pt x="31" y="26"/>
                    <a:pt x="31" y="26"/>
                  </a:cubicBezTo>
                  <a:cubicBezTo>
                    <a:pt x="31" y="14"/>
                    <a:pt x="31" y="14"/>
                    <a:pt x="31" y="14"/>
                  </a:cubicBezTo>
                  <a:cubicBezTo>
                    <a:pt x="31" y="11"/>
                    <a:pt x="31" y="11"/>
                    <a:pt x="31" y="11"/>
                  </a:cubicBezTo>
                  <a:lnTo>
                    <a:pt x="31"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 name="Freeform 289"/>
            <p:cNvSpPr>
              <a:spLocks/>
            </p:cNvSpPr>
            <p:nvPr/>
          </p:nvSpPr>
          <p:spPr bwMode="auto">
            <a:xfrm>
              <a:off x="6846888" y="6021388"/>
              <a:ext cx="200025" cy="131763"/>
            </a:xfrm>
            <a:custGeom>
              <a:avLst/>
              <a:gdLst>
                <a:gd name="T0" fmla="*/ 47 w 47"/>
                <a:gd name="T1" fmla="*/ 31 h 31"/>
                <a:gd name="T2" fmla="*/ 47 w 47"/>
                <a:gd name="T3" fmla="*/ 23 h 31"/>
                <a:gd name="T4" fmla="*/ 24 w 47"/>
                <a:gd name="T5" fmla="*/ 0 h 31"/>
                <a:gd name="T6" fmla="*/ 0 w 47"/>
                <a:gd name="T7" fmla="*/ 19 h 31"/>
                <a:gd name="T8" fmla="*/ 24 w 47"/>
                <a:gd name="T9" fmla="*/ 31 h 31"/>
                <a:gd name="T10" fmla="*/ 47 w 47"/>
                <a:gd name="T11" fmla="*/ 31 h 31"/>
              </a:gdLst>
              <a:ahLst/>
              <a:cxnLst>
                <a:cxn ang="0">
                  <a:pos x="T0" y="T1"/>
                </a:cxn>
                <a:cxn ang="0">
                  <a:pos x="T2" y="T3"/>
                </a:cxn>
                <a:cxn ang="0">
                  <a:pos x="T4" y="T5"/>
                </a:cxn>
                <a:cxn ang="0">
                  <a:pos x="T6" y="T7"/>
                </a:cxn>
                <a:cxn ang="0">
                  <a:pos x="T8" y="T9"/>
                </a:cxn>
                <a:cxn ang="0">
                  <a:pos x="T10" y="T11"/>
                </a:cxn>
              </a:cxnLst>
              <a:rect l="0" t="0" r="r" b="b"/>
              <a:pathLst>
                <a:path w="47" h="31">
                  <a:moveTo>
                    <a:pt x="47" y="31"/>
                  </a:moveTo>
                  <a:cubicBezTo>
                    <a:pt x="47" y="29"/>
                    <a:pt x="47" y="26"/>
                    <a:pt x="47" y="23"/>
                  </a:cubicBezTo>
                  <a:cubicBezTo>
                    <a:pt x="47" y="11"/>
                    <a:pt x="38" y="0"/>
                    <a:pt x="24" y="0"/>
                  </a:cubicBezTo>
                  <a:cubicBezTo>
                    <a:pt x="13" y="0"/>
                    <a:pt x="4" y="8"/>
                    <a:pt x="0" y="19"/>
                  </a:cubicBezTo>
                  <a:cubicBezTo>
                    <a:pt x="24" y="31"/>
                    <a:pt x="24" y="31"/>
                    <a:pt x="24" y="31"/>
                  </a:cubicBezTo>
                  <a:lnTo>
                    <a:pt x="47"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 name="Freeform 290"/>
            <p:cNvSpPr>
              <a:spLocks/>
            </p:cNvSpPr>
            <p:nvPr/>
          </p:nvSpPr>
          <p:spPr bwMode="auto">
            <a:xfrm>
              <a:off x="6488113" y="6000750"/>
              <a:ext cx="346075" cy="465138"/>
            </a:xfrm>
            <a:custGeom>
              <a:avLst/>
              <a:gdLst>
                <a:gd name="T0" fmla="*/ 47 w 81"/>
                <a:gd name="T1" fmla="*/ 20 h 109"/>
                <a:gd name="T2" fmla="*/ 69 w 81"/>
                <a:gd name="T3" fmla="*/ 14 h 109"/>
                <a:gd name="T4" fmla="*/ 81 w 81"/>
                <a:gd name="T5" fmla="*/ 22 h 109"/>
                <a:gd name="T6" fmla="*/ 81 w 81"/>
                <a:gd name="T7" fmla="*/ 19 h 109"/>
                <a:gd name="T8" fmla="*/ 60 w 81"/>
                <a:gd name="T9" fmla="*/ 2 h 109"/>
                <a:gd name="T10" fmla="*/ 44 w 81"/>
                <a:gd name="T11" fmla="*/ 3 h 109"/>
                <a:gd name="T12" fmla="*/ 41 w 81"/>
                <a:gd name="T13" fmla="*/ 3 h 109"/>
                <a:gd name="T14" fmla="*/ 32 w 81"/>
                <a:gd name="T15" fmla="*/ 6 h 109"/>
                <a:gd name="T16" fmla="*/ 0 w 81"/>
                <a:gd name="T17" fmla="*/ 53 h 109"/>
                <a:gd name="T18" fmla="*/ 0 w 81"/>
                <a:gd name="T19" fmla="*/ 89 h 109"/>
                <a:gd name="T20" fmla="*/ 19 w 81"/>
                <a:gd name="T21" fmla="*/ 109 h 109"/>
                <a:gd name="T22" fmla="*/ 32 w 81"/>
                <a:gd name="T23" fmla="*/ 109 h 109"/>
                <a:gd name="T24" fmla="*/ 50 w 81"/>
                <a:gd name="T25" fmla="*/ 89 h 109"/>
                <a:gd name="T26" fmla="*/ 50 w 81"/>
                <a:gd name="T27" fmla="*/ 55 h 109"/>
                <a:gd name="T28" fmla="*/ 66 w 81"/>
                <a:gd name="T29" fmla="*/ 53 h 109"/>
                <a:gd name="T30" fmla="*/ 69 w 81"/>
                <a:gd name="T31" fmla="*/ 52 h 109"/>
                <a:gd name="T32" fmla="*/ 53 w 81"/>
                <a:gd name="T33" fmla="*/ 44 h 109"/>
                <a:gd name="T34" fmla="*/ 47 w 81"/>
                <a:gd name="T35" fmla="*/ 2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1" h="109">
                  <a:moveTo>
                    <a:pt x="47" y="20"/>
                  </a:moveTo>
                  <a:cubicBezTo>
                    <a:pt x="50" y="13"/>
                    <a:pt x="61" y="9"/>
                    <a:pt x="69" y="14"/>
                  </a:cubicBezTo>
                  <a:cubicBezTo>
                    <a:pt x="81" y="22"/>
                    <a:pt x="81" y="22"/>
                    <a:pt x="81" y="22"/>
                  </a:cubicBezTo>
                  <a:cubicBezTo>
                    <a:pt x="81" y="19"/>
                    <a:pt x="81" y="19"/>
                    <a:pt x="81" y="19"/>
                  </a:cubicBezTo>
                  <a:cubicBezTo>
                    <a:pt x="81" y="8"/>
                    <a:pt x="70" y="0"/>
                    <a:pt x="60" y="2"/>
                  </a:cubicBezTo>
                  <a:cubicBezTo>
                    <a:pt x="44" y="3"/>
                    <a:pt x="44" y="3"/>
                    <a:pt x="44" y="3"/>
                  </a:cubicBezTo>
                  <a:cubicBezTo>
                    <a:pt x="41" y="3"/>
                    <a:pt x="41" y="3"/>
                    <a:pt x="41" y="3"/>
                  </a:cubicBezTo>
                  <a:cubicBezTo>
                    <a:pt x="38" y="5"/>
                    <a:pt x="35" y="6"/>
                    <a:pt x="32" y="6"/>
                  </a:cubicBezTo>
                  <a:cubicBezTo>
                    <a:pt x="18" y="13"/>
                    <a:pt x="0" y="25"/>
                    <a:pt x="0" y="53"/>
                  </a:cubicBezTo>
                  <a:cubicBezTo>
                    <a:pt x="0" y="89"/>
                    <a:pt x="0" y="89"/>
                    <a:pt x="0" y="89"/>
                  </a:cubicBezTo>
                  <a:cubicBezTo>
                    <a:pt x="0" y="100"/>
                    <a:pt x="10" y="109"/>
                    <a:pt x="19" y="109"/>
                  </a:cubicBezTo>
                  <a:cubicBezTo>
                    <a:pt x="32" y="109"/>
                    <a:pt x="32" y="109"/>
                    <a:pt x="32" y="109"/>
                  </a:cubicBezTo>
                  <a:cubicBezTo>
                    <a:pt x="41" y="109"/>
                    <a:pt x="50" y="100"/>
                    <a:pt x="50" y="89"/>
                  </a:cubicBezTo>
                  <a:cubicBezTo>
                    <a:pt x="50" y="55"/>
                    <a:pt x="50" y="55"/>
                    <a:pt x="50" y="55"/>
                  </a:cubicBezTo>
                  <a:cubicBezTo>
                    <a:pt x="66" y="53"/>
                    <a:pt x="66" y="53"/>
                    <a:pt x="66" y="53"/>
                  </a:cubicBezTo>
                  <a:cubicBezTo>
                    <a:pt x="66" y="53"/>
                    <a:pt x="69" y="53"/>
                    <a:pt x="69" y="52"/>
                  </a:cubicBezTo>
                  <a:cubicBezTo>
                    <a:pt x="53" y="44"/>
                    <a:pt x="53" y="44"/>
                    <a:pt x="53" y="44"/>
                  </a:cubicBezTo>
                  <a:cubicBezTo>
                    <a:pt x="44" y="38"/>
                    <a:pt x="42" y="28"/>
                    <a:pt x="47"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 name="Freeform 291"/>
            <p:cNvSpPr>
              <a:spLocks/>
            </p:cNvSpPr>
            <p:nvPr/>
          </p:nvSpPr>
          <p:spPr bwMode="auto">
            <a:xfrm>
              <a:off x="8799513" y="6294438"/>
              <a:ext cx="444500" cy="422275"/>
            </a:xfrm>
            <a:custGeom>
              <a:avLst/>
              <a:gdLst>
                <a:gd name="T0" fmla="*/ 99 w 104"/>
                <a:gd name="T1" fmla="*/ 0 h 99"/>
                <a:gd name="T2" fmla="*/ 4 w 104"/>
                <a:gd name="T3" fmla="*/ 0 h 99"/>
                <a:gd name="T4" fmla="*/ 0 w 104"/>
                <a:gd name="T5" fmla="*/ 6 h 99"/>
                <a:gd name="T6" fmla="*/ 4 w 104"/>
                <a:gd name="T7" fmla="*/ 9 h 99"/>
                <a:gd name="T8" fmla="*/ 46 w 104"/>
                <a:gd name="T9" fmla="*/ 9 h 99"/>
                <a:gd name="T10" fmla="*/ 46 w 104"/>
                <a:gd name="T11" fmla="*/ 93 h 99"/>
                <a:gd name="T12" fmla="*/ 21 w 104"/>
                <a:gd name="T13" fmla="*/ 93 h 99"/>
                <a:gd name="T14" fmla="*/ 15 w 104"/>
                <a:gd name="T15" fmla="*/ 99 h 99"/>
                <a:gd name="T16" fmla="*/ 46 w 104"/>
                <a:gd name="T17" fmla="*/ 99 h 99"/>
                <a:gd name="T18" fmla="*/ 59 w 104"/>
                <a:gd name="T19" fmla="*/ 99 h 99"/>
                <a:gd name="T20" fmla="*/ 91 w 104"/>
                <a:gd name="T21" fmla="*/ 99 h 99"/>
                <a:gd name="T22" fmla="*/ 84 w 104"/>
                <a:gd name="T23" fmla="*/ 93 h 99"/>
                <a:gd name="T24" fmla="*/ 59 w 104"/>
                <a:gd name="T25" fmla="*/ 93 h 99"/>
                <a:gd name="T26" fmla="*/ 59 w 104"/>
                <a:gd name="T27" fmla="*/ 9 h 99"/>
                <a:gd name="T28" fmla="*/ 99 w 104"/>
                <a:gd name="T29" fmla="*/ 9 h 99"/>
                <a:gd name="T30" fmla="*/ 104 w 104"/>
                <a:gd name="T31" fmla="*/ 6 h 99"/>
                <a:gd name="T32" fmla="*/ 99 w 104"/>
                <a:gd name="T3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4" h="99">
                  <a:moveTo>
                    <a:pt x="99" y="0"/>
                  </a:moveTo>
                  <a:cubicBezTo>
                    <a:pt x="4" y="0"/>
                    <a:pt x="4" y="0"/>
                    <a:pt x="4" y="0"/>
                  </a:cubicBezTo>
                  <a:cubicBezTo>
                    <a:pt x="3" y="0"/>
                    <a:pt x="0" y="3"/>
                    <a:pt x="0" y="6"/>
                  </a:cubicBezTo>
                  <a:cubicBezTo>
                    <a:pt x="0" y="7"/>
                    <a:pt x="3" y="9"/>
                    <a:pt x="4" y="9"/>
                  </a:cubicBezTo>
                  <a:cubicBezTo>
                    <a:pt x="46" y="9"/>
                    <a:pt x="46" y="9"/>
                    <a:pt x="46" y="9"/>
                  </a:cubicBezTo>
                  <a:cubicBezTo>
                    <a:pt x="46" y="93"/>
                    <a:pt x="46" y="93"/>
                    <a:pt x="46" y="93"/>
                  </a:cubicBezTo>
                  <a:cubicBezTo>
                    <a:pt x="21" y="93"/>
                    <a:pt x="21" y="93"/>
                    <a:pt x="21" y="93"/>
                  </a:cubicBezTo>
                  <a:cubicBezTo>
                    <a:pt x="18" y="93"/>
                    <a:pt x="15" y="96"/>
                    <a:pt x="15" y="99"/>
                  </a:cubicBezTo>
                  <a:cubicBezTo>
                    <a:pt x="46" y="99"/>
                    <a:pt x="46" y="99"/>
                    <a:pt x="46" y="99"/>
                  </a:cubicBezTo>
                  <a:cubicBezTo>
                    <a:pt x="59" y="99"/>
                    <a:pt x="59" y="99"/>
                    <a:pt x="59" y="99"/>
                  </a:cubicBezTo>
                  <a:cubicBezTo>
                    <a:pt x="91" y="99"/>
                    <a:pt x="91" y="99"/>
                    <a:pt x="91" y="99"/>
                  </a:cubicBezTo>
                  <a:cubicBezTo>
                    <a:pt x="91" y="96"/>
                    <a:pt x="88" y="93"/>
                    <a:pt x="84" y="93"/>
                  </a:cubicBezTo>
                  <a:cubicBezTo>
                    <a:pt x="59" y="93"/>
                    <a:pt x="59" y="93"/>
                    <a:pt x="59" y="93"/>
                  </a:cubicBezTo>
                  <a:cubicBezTo>
                    <a:pt x="59" y="9"/>
                    <a:pt x="59" y="9"/>
                    <a:pt x="59" y="9"/>
                  </a:cubicBezTo>
                  <a:cubicBezTo>
                    <a:pt x="99" y="9"/>
                    <a:pt x="99" y="9"/>
                    <a:pt x="99" y="9"/>
                  </a:cubicBezTo>
                  <a:cubicBezTo>
                    <a:pt x="102" y="9"/>
                    <a:pt x="104" y="7"/>
                    <a:pt x="104" y="6"/>
                  </a:cubicBezTo>
                  <a:cubicBezTo>
                    <a:pt x="104" y="3"/>
                    <a:pt x="102" y="0"/>
                    <a:pt x="9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 name="Freeform 292"/>
            <p:cNvSpPr>
              <a:spLocks/>
            </p:cNvSpPr>
            <p:nvPr/>
          </p:nvSpPr>
          <p:spPr bwMode="auto">
            <a:xfrm>
              <a:off x="9064625" y="5684838"/>
              <a:ext cx="195263" cy="361950"/>
            </a:xfrm>
            <a:custGeom>
              <a:avLst/>
              <a:gdLst>
                <a:gd name="T0" fmla="*/ 8 w 46"/>
                <a:gd name="T1" fmla="*/ 3 h 85"/>
                <a:gd name="T2" fmla="*/ 8 w 46"/>
                <a:gd name="T3" fmla="*/ 3 h 85"/>
                <a:gd name="T4" fmla="*/ 6 w 46"/>
                <a:gd name="T5" fmla="*/ 51 h 85"/>
                <a:gd name="T6" fmla="*/ 40 w 46"/>
                <a:gd name="T7" fmla="*/ 85 h 85"/>
                <a:gd name="T8" fmla="*/ 40 w 46"/>
                <a:gd name="T9" fmla="*/ 85 h 85"/>
                <a:gd name="T10" fmla="*/ 40 w 46"/>
                <a:gd name="T11" fmla="*/ 85 h 85"/>
                <a:gd name="T12" fmla="*/ 40 w 46"/>
                <a:gd name="T13" fmla="*/ 85 h 85"/>
                <a:gd name="T14" fmla="*/ 43 w 46"/>
                <a:gd name="T15" fmla="*/ 85 h 85"/>
                <a:gd name="T16" fmla="*/ 45 w 46"/>
                <a:gd name="T17" fmla="*/ 80 h 85"/>
                <a:gd name="T18" fmla="*/ 43 w 46"/>
                <a:gd name="T19" fmla="*/ 79 h 85"/>
                <a:gd name="T20" fmla="*/ 43 w 46"/>
                <a:gd name="T21" fmla="*/ 79 h 85"/>
                <a:gd name="T22" fmla="*/ 43 w 46"/>
                <a:gd name="T23" fmla="*/ 79 h 85"/>
                <a:gd name="T24" fmla="*/ 43 w 46"/>
                <a:gd name="T25" fmla="*/ 79 h 85"/>
                <a:gd name="T26" fmla="*/ 12 w 46"/>
                <a:gd name="T27" fmla="*/ 49 h 85"/>
                <a:gd name="T28" fmla="*/ 12 w 46"/>
                <a:gd name="T29" fmla="*/ 6 h 85"/>
                <a:gd name="T30" fmla="*/ 12 w 46"/>
                <a:gd name="T31" fmla="*/ 3 h 85"/>
                <a:gd name="T32" fmla="*/ 9 w 46"/>
                <a:gd name="T33" fmla="*/ 0 h 85"/>
                <a:gd name="T34" fmla="*/ 8 w 46"/>
                <a:gd name="T35" fmla="*/ 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 h="85">
                  <a:moveTo>
                    <a:pt x="8" y="3"/>
                  </a:moveTo>
                  <a:cubicBezTo>
                    <a:pt x="8" y="3"/>
                    <a:pt x="8" y="3"/>
                    <a:pt x="8" y="3"/>
                  </a:cubicBezTo>
                  <a:cubicBezTo>
                    <a:pt x="0" y="18"/>
                    <a:pt x="0" y="34"/>
                    <a:pt x="6" y="51"/>
                  </a:cubicBezTo>
                  <a:cubicBezTo>
                    <a:pt x="12" y="68"/>
                    <a:pt x="25" y="79"/>
                    <a:pt x="40" y="85"/>
                  </a:cubicBezTo>
                  <a:cubicBezTo>
                    <a:pt x="40" y="85"/>
                    <a:pt x="40" y="85"/>
                    <a:pt x="40" y="85"/>
                  </a:cubicBezTo>
                  <a:cubicBezTo>
                    <a:pt x="40" y="85"/>
                    <a:pt x="40" y="85"/>
                    <a:pt x="40" y="85"/>
                  </a:cubicBezTo>
                  <a:cubicBezTo>
                    <a:pt x="40" y="85"/>
                    <a:pt x="40" y="85"/>
                    <a:pt x="40" y="85"/>
                  </a:cubicBezTo>
                  <a:cubicBezTo>
                    <a:pt x="42" y="85"/>
                    <a:pt x="43" y="85"/>
                    <a:pt x="43" y="85"/>
                  </a:cubicBezTo>
                  <a:cubicBezTo>
                    <a:pt x="45" y="83"/>
                    <a:pt x="46" y="83"/>
                    <a:pt x="45" y="80"/>
                  </a:cubicBezTo>
                  <a:cubicBezTo>
                    <a:pt x="45" y="80"/>
                    <a:pt x="43" y="80"/>
                    <a:pt x="43" y="79"/>
                  </a:cubicBezTo>
                  <a:cubicBezTo>
                    <a:pt x="43" y="79"/>
                    <a:pt x="43" y="79"/>
                    <a:pt x="43" y="79"/>
                  </a:cubicBezTo>
                  <a:cubicBezTo>
                    <a:pt x="43" y="79"/>
                    <a:pt x="43" y="79"/>
                    <a:pt x="43" y="79"/>
                  </a:cubicBezTo>
                  <a:cubicBezTo>
                    <a:pt x="43" y="79"/>
                    <a:pt x="43" y="79"/>
                    <a:pt x="43" y="79"/>
                  </a:cubicBezTo>
                  <a:cubicBezTo>
                    <a:pt x="29" y="74"/>
                    <a:pt x="19" y="62"/>
                    <a:pt x="12" y="49"/>
                  </a:cubicBezTo>
                  <a:cubicBezTo>
                    <a:pt x="6" y="34"/>
                    <a:pt x="8" y="18"/>
                    <a:pt x="12" y="6"/>
                  </a:cubicBezTo>
                  <a:cubicBezTo>
                    <a:pt x="14" y="4"/>
                    <a:pt x="14" y="3"/>
                    <a:pt x="12" y="3"/>
                  </a:cubicBezTo>
                  <a:cubicBezTo>
                    <a:pt x="12" y="0"/>
                    <a:pt x="11" y="0"/>
                    <a:pt x="9" y="0"/>
                  </a:cubicBezTo>
                  <a:cubicBezTo>
                    <a:pt x="9" y="1"/>
                    <a:pt x="8" y="3"/>
                    <a:pt x="8"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 name="Freeform 293"/>
            <p:cNvSpPr>
              <a:spLocks/>
            </p:cNvSpPr>
            <p:nvPr/>
          </p:nvSpPr>
          <p:spPr bwMode="auto">
            <a:xfrm>
              <a:off x="9128125" y="5710238"/>
              <a:ext cx="153988" cy="285750"/>
            </a:xfrm>
            <a:custGeom>
              <a:avLst/>
              <a:gdLst>
                <a:gd name="T0" fmla="*/ 5 w 36"/>
                <a:gd name="T1" fmla="*/ 3 h 67"/>
                <a:gd name="T2" fmla="*/ 5 w 36"/>
                <a:gd name="T3" fmla="*/ 3 h 67"/>
                <a:gd name="T4" fmla="*/ 5 w 36"/>
                <a:gd name="T5" fmla="*/ 3 h 67"/>
                <a:gd name="T6" fmla="*/ 5 w 36"/>
                <a:gd name="T7" fmla="*/ 3 h 67"/>
                <a:gd name="T8" fmla="*/ 4 w 36"/>
                <a:gd name="T9" fmla="*/ 40 h 67"/>
                <a:gd name="T10" fmla="*/ 31 w 36"/>
                <a:gd name="T11" fmla="*/ 67 h 67"/>
                <a:gd name="T12" fmla="*/ 31 w 36"/>
                <a:gd name="T13" fmla="*/ 67 h 67"/>
                <a:gd name="T14" fmla="*/ 31 w 36"/>
                <a:gd name="T15" fmla="*/ 67 h 67"/>
                <a:gd name="T16" fmla="*/ 31 w 36"/>
                <a:gd name="T17" fmla="*/ 67 h 67"/>
                <a:gd name="T18" fmla="*/ 35 w 36"/>
                <a:gd name="T19" fmla="*/ 67 h 67"/>
                <a:gd name="T20" fmla="*/ 35 w 36"/>
                <a:gd name="T21" fmla="*/ 62 h 67"/>
                <a:gd name="T22" fmla="*/ 35 w 36"/>
                <a:gd name="T23" fmla="*/ 59 h 67"/>
                <a:gd name="T24" fmla="*/ 35 w 36"/>
                <a:gd name="T25" fmla="*/ 59 h 67"/>
                <a:gd name="T26" fmla="*/ 11 w 36"/>
                <a:gd name="T27" fmla="*/ 37 h 67"/>
                <a:gd name="T28" fmla="*/ 13 w 36"/>
                <a:gd name="T29" fmla="*/ 4 h 67"/>
                <a:gd name="T30" fmla="*/ 13 w 36"/>
                <a:gd name="T31" fmla="*/ 4 h 67"/>
                <a:gd name="T32" fmla="*/ 13 w 36"/>
                <a:gd name="T33" fmla="*/ 3 h 67"/>
                <a:gd name="T34" fmla="*/ 7 w 36"/>
                <a:gd name="T35" fmla="*/ 0 h 67"/>
                <a:gd name="T36" fmla="*/ 5 w 36"/>
                <a:gd name="T37" fmla="*/ 3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6" h="67">
                  <a:moveTo>
                    <a:pt x="5" y="3"/>
                  </a:moveTo>
                  <a:cubicBezTo>
                    <a:pt x="5" y="3"/>
                    <a:pt x="5" y="3"/>
                    <a:pt x="5" y="3"/>
                  </a:cubicBezTo>
                  <a:cubicBezTo>
                    <a:pt x="5" y="3"/>
                    <a:pt x="5" y="3"/>
                    <a:pt x="5" y="3"/>
                  </a:cubicBezTo>
                  <a:cubicBezTo>
                    <a:pt x="5" y="3"/>
                    <a:pt x="5" y="3"/>
                    <a:pt x="5" y="3"/>
                  </a:cubicBezTo>
                  <a:cubicBezTo>
                    <a:pt x="0" y="14"/>
                    <a:pt x="0" y="28"/>
                    <a:pt x="4" y="40"/>
                  </a:cubicBezTo>
                  <a:cubicBezTo>
                    <a:pt x="10" y="53"/>
                    <a:pt x="19" y="62"/>
                    <a:pt x="31" y="67"/>
                  </a:cubicBezTo>
                  <a:cubicBezTo>
                    <a:pt x="31" y="67"/>
                    <a:pt x="31" y="67"/>
                    <a:pt x="31" y="67"/>
                  </a:cubicBezTo>
                  <a:cubicBezTo>
                    <a:pt x="31" y="67"/>
                    <a:pt x="31" y="67"/>
                    <a:pt x="31" y="67"/>
                  </a:cubicBezTo>
                  <a:cubicBezTo>
                    <a:pt x="31" y="67"/>
                    <a:pt x="31" y="67"/>
                    <a:pt x="31" y="67"/>
                  </a:cubicBezTo>
                  <a:cubicBezTo>
                    <a:pt x="31" y="67"/>
                    <a:pt x="33" y="67"/>
                    <a:pt x="35" y="67"/>
                  </a:cubicBezTo>
                  <a:cubicBezTo>
                    <a:pt x="35" y="65"/>
                    <a:pt x="36" y="64"/>
                    <a:pt x="35" y="62"/>
                  </a:cubicBezTo>
                  <a:cubicBezTo>
                    <a:pt x="35" y="62"/>
                    <a:pt x="35" y="60"/>
                    <a:pt x="35" y="59"/>
                  </a:cubicBezTo>
                  <a:cubicBezTo>
                    <a:pt x="35" y="59"/>
                    <a:pt x="35" y="59"/>
                    <a:pt x="35" y="59"/>
                  </a:cubicBezTo>
                  <a:cubicBezTo>
                    <a:pt x="24" y="56"/>
                    <a:pt x="16" y="48"/>
                    <a:pt x="11" y="37"/>
                  </a:cubicBezTo>
                  <a:cubicBezTo>
                    <a:pt x="7" y="26"/>
                    <a:pt x="7" y="15"/>
                    <a:pt x="13" y="4"/>
                  </a:cubicBezTo>
                  <a:cubicBezTo>
                    <a:pt x="13" y="4"/>
                    <a:pt x="13" y="4"/>
                    <a:pt x="13" y="4"/>
                  </a:cubicBezTo>
                  <a:cubicBezTo>
                    <a:pt x="13" y="3"/>
                    <a:pt x="13" y="3"/>
                    <a:pt x="13" y="3"/>
                  </a:cubicBezTo>
                  <a:cubicBezTo>
                    <a:pt x="11" y="0"/>
                    <a:pt x="10" y="0"/>
                    <a:pt x="7" y="0"/>
                  </a:cubicBezTo>
                  <a:cubicBezTo>
                    <a:pt x="7" y="0"/>
                    <a:pt x="7" y="1"/>
                    <a:pt x="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 name="Freeform 294"/>
            <p:cNvSpPr>
              <a:spLocks/>
            </p:cNvSpPr>
            <p:nvPr/>
          </p:nvSpPr>
          <p:spPr bwMode="auto">
            <a:xfrm>
              <a:off x="9188450" y="5735638"/>
              <a:ext cx="114300" cy="200025"/>
            </a:xfrm>
            <a:custGeom>
              <a:avLst/>
              <a:gdLst>
                <a:gd name="T0" fmla="*/ 5 w 27"/>
                <a:gd name="T1" fmla="*/ 2 h 47"/>
                <a:gd name="T2" fmla="*/ 5 w 27"/>
                <a:gd name="T3" fmla="*/ 2 h 47"/>
                <a:gd name="T4" fmla="*/ 4 w 27"/>
                <a:gd name="T5" fmla="*/ 28 h 47"/>
                <a:gd name="T6" fmla="*/ 22 w 27"/>
                <a:gd name="T7" fmla="*/ 47 h 47"/>
                <a:gd name="T8" fmla="*/ 22 w 27"/>
                <a:gd name="T9" fmla="*/ 47 h 47"/>
                <a:gd name="T10" fmla="*/ 25 w 27"/>
                <a:gd name="T11" fmla="*/ 47 h 47"/>
                <a:gd name="T12" fmla="*/ 27 w 27"/>
                <a:gd name="T13" fmla="*/ 44 h 47"/>
                <a:gd name="T14" fmla="*/ 24 w 27"/>
                <a:gd name="T15" fmla="*/ 40 h 47"/>
                <a:gd name="T16" fmla="*/ 10 w 27"/>
                <a:gd name="T17" fmla="*/ 25 h 47"/>
                <a:gd name="T18" fmla="*/ 10 w 27"/>
                <a:gd name="T19" fmla="*/ 5 h 47"/>
                <a:gd name="T20" fmla="*/ 11 w 27"/>
                <a:gd name="T21" fmla="*/ 2 h 47"/>
                <a:gd name="T22" fmla="*/ 5 w 27"/>
                <a:gd name="T23" fmla="*/ 0 h 47"/>
                <a:gd name="T24" fmla="*/ 5 w 27"/>
                <a:gd name="T25" fmla="*/ 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 h="47">
                  <a:moveTo>
                    <a:pt x="5" y="2"/>
                  </a:moveTo>
                  <a:cubicBezTo>
                    <a:pt x="5" y="2"/>
                    <a:pt x="5" y="2"/>
                    <a:pt x="5" y="2"/>
                  </a:cubicBezTo>
                  <a:cubicBezTo>
                    <a:pt x="0" y="9"/>
                    <a:pt x="0" y="19"/>
                    <a:pt x="4" y="28"/>
                  </a:cubicBezTo>
                  <a:cubicBezTo>
                    <a:pt x="8" y="37"/>
                    <a:pt x="14" y="44"/>
                    <a:pt x="22" y="47"/>
                  </a:cubicBezTo>
                  <a:cubicBezTo>
                    <a:pt x="22" y="47"/>
                    <a:pt x="22" y="47"/>
                    <a:pt x="22" y="47"/>
                  </a:cubicBezTo>
                  <a:cubicBezTo>
                    <a:pt x="24" y="47"/>
                    <a:pt x="24" y="47"/>
                    <a:pt x="25" y="47"/>
                  </a:cubicBezTo>
                  <a:cubicBezTo>
                    <a:pt x="27" y="47"/>
                    <a:pt x="27" y="44"/>
                    <a:pt x="27" y="44"/>
                  </a:cubicBezTo>
                  <a:cubicBezTo>
                    <a:pt x="27" y="42"/>
                    <a:pt x="25" y="40"/>
                    <a:pt x="24" y="40"/>
                  </a:cubicBezTo>
                  <a:cubicBezTo>
                    <a:pt x="17" y="37"/>
                    <a:pt x="13" y="33"/>
                    <a:pt x="10" y="25"/>
                  </a:cubicBezTo>
                  <a:cubicBezTo>
                    <a:pt x="8" y="19"/>
                    <a:pt x="8" y="12"/>
                    <a:pt x="10" y="5"/>
                  </a:cubicBezTo>
                  <a:cubicBezTo>
                    <a:pt x="11" y="3"/>
                    <a:pt x="11" y="3"/>
                    <a:pt x="11" y="2"/>
                  </a:cubicBezTo>
                  <a:cubicBezTo>
                    <a:pt x="10" y="0"/>
                    <a:pt x="8" y="0"/>
                    <a:pt x="5" y="0"/>
                  </a:cubicBezTo>
                  <a:cubicBezTo>
                    <a:pt x="5" y="0"/>
                    <a:pt x="5" y="0"/>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 name="Oval 295"/>
            <p:cNvSpPr>
              <a:spLocks noChangeArrowheads="1"/>
            </p:cNvSpPr>
            <p:nvPr/>
          </p:nvSpPr>
          <p:spPr bwMode="auto">
            <a:xfrm>
              <a:off x="9375775" y="5603875"/>
              <a:ext cx="200025" cy="2000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 name="Freeform 296"/>
            <p:cNvSpPr>
              <a:spLocks/>
            </p:cNvSpPr>
            <p:nvPr/>
          </p:nvSpPr>
          <p:spPr bwMode="auto">
            <a:xfrm>
              <a:off x="9563100" y="5864225"/>
              <a:ext cx="217488" cy="374650"/>
            </a:xfrm>
            <a:custGeom>
              <a:avLst/>
              <a:gdLst>
                <a:gd name="T0" fmla="*/ 51 w 51"/>
                <a:gd name="T1" fmla="*/ 48 h 88"/>
                <a:gd name="T2" fmla="*/ 51 w 51"/>
                <a:gd name="T3" fmla="*/ 41 h 88"/>
                <a:gd name="T4" fmla="*/ 18 w 51"/>
                <a:gd name="T5" fmla="*/ 4 h 88"/>
                <a:gd name="T6" fmla="*/ 4 w 51"/>
                <a:gd name="T7" fmla="*/ 3 h 88"/>
                <a:gd name="T8" fmla="*/ 4 w 51"/>
                <a:gd name="T9" fmla="*/ 17 h 88"/>
                <a:gd name="T10" fmla="*/ 29 w 51"/>
                <a:gd name="T11" fmla="*/ 48 h 88"/>
                <a:gd name="T12" fmla="*/ 10 w 51"/>
                <a:gd name="T13" fmla="*/ 70 h 88"/>
                <a:gd name="T14" fmla="*/ 14 w 51"/>
                <a:gd name="T15" fmla="*/ 85 h 88"/>
                <a:gd name="T16" fmla="*/ 26 w 51"/>
                <a:gd name="T17" fmla="*/ 82 h 88"/>
                <a:gd name="T18" fmla="*/ 51 w 51"/>
                <a:gd name="T19" fmla="*/ 54 h 88"/>
                <a:gd name="T20" fmla="*/ 51 w 51"/>
                <a:gd name="T21" fmla="*/ 4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1" h="88">
                  <a:moveTo>
                    <a:pt x="51" y="48"/>
                  </a:moveTo>
                  <a:cubicBezTo>
                    <a:pt x="51" y="45"/>
                    <a:pt x="51" y="41"/>
                    <a:pt x="51" y="41"/>
                  </a:cubicBezTo>
                  <a:cubicBezTo>
                    <a:pt x="18" y="4"/>
                    <a:pt x="18" y="4"/>
                    <a:pt x="18" y="4"/>
                  </a:cubicBezTo>
                  <a:cubicBezTo>
                    <a:pt x="14" y="0"/>
                    <a:pt x="7" y="0"/>
                    <a:pt x="4" y="3"/>
                  </a:cubicBezTo>
                  <a:cubicBezTo>
                    <a:pt x="1" y="7"/>
                    <a:pt x="0" y="14"/>
                    <a:pt x="4" y="17"/>
                  </a:cubicBezTo>
                  <a:cubicBezTo>
                    <a:pt x="29" y="48"/>
                    <a:pt x="29" y="48"/>
                    <a:pt x="29" y="48"/>
                  </a:cubicBezTo>
                  <a:cubicBezTo>
                    <a:pt x="10" y="70"/>
                    <a:pt x="10" y="70"/>
                    <a:pt x="10" y="70"/>
                  </a:cubicBezTo>
                  <a:cubicBezTo>
                    <a:pt x="7" y="76"/>
                    <a:pt x="7" y="82"/>
                    <a:pt x="14" y="85"/>
                  </a:cubicBezTo>
                  <a:cubicBezTo>
                    <a:pt x="17" y="88"/>
                    <a:pt x="23" y="87"/>
                    <a:pt x="26" y="82"/>
                  </a:cubicBezTo>
                  <a:cubicBezTo>
                    <a:pt x="51" y="54"/>
                    <a:pt x="51" y="54"/>
                    <a:pt x="51" y="54"/>
                  </a:cubicBezTo>
                  <a:cubicBezTo>
                    <a:pt x="51" y="51"/>
                    <a:pt x="51" y="49"/>
                    <a:pt x="51"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 name="Freeform 297"/>
            <p:cNvSpPr>
              <a:spLocks/>
            </p:cNvSpPr>
            <p:nvPr/>
          </p:nvSpPr>
          <p:spPr bwMode="auto">
            <a:xfrm>
              <a:off x="9482138" y="5803900"/>
              <a:ext cx="217488" cy="912813"/>
            </a:xfrm>
            <a:custGeom>
              <a:avLst/>
              <a:gdLst>
                <a:gd name="T0" fmla="*/ 20 w 51"/>
                <a:gd name="T1" fmla="*/ 12 h 214"/>
                <a:gd name="T2" fmla="*/ 45 w 51"/>
                <a:gd name="T3" fmla="*/ 15 h 214"/>
                <a:gd name="T4" fmla="*/ 51 w 51"/>
                <a:gd name="T5" fmla="*/ 21 h 214"/>
                <a:gd name="T6" fmla="*/ 51 w 51"/>
                <a:gd name="T7" fmla="*/ 20 h 214"/>
                <a:gd name="T8" fmla="*/ 29 w 51"/>
                <a:gd name="T9" fmla="*/ 0 h 214"/>
                <a:gd name="T10" fmla="*/ 20 w 51"/>
                <a:gd name="T11" fmla="*/ 0 h 214"/>
                <a:gd name="T12" fmla="*/ 0 w 51"/>
                <a:gd name="T13" fmla="*/ 20 h 214"/>
                <a:gd name="T14" fmla="*/ 0 w 51"/>
                <a:gd name="T15" fmla="*/ 96 h 214"/>
                <a:gd name="T16" fmla="*/ 14 w 51"/>
                <a:gd name="T17" fmla="*/ 115 h 214"/>
                <a:gd name="T18" fmla="*/ 14 w 51"/>
                <a:gd name="T19" fmla="*/ 116 h 214"/>
                <a:gd name="T20" fmla="*/ 14 w 51"/>
                <a:gd name="T21" fmla="*/ 158 h 214"/>
                <a:gd name="T22" fmla="*/ 14 w 51"/>
                <a:gd name="T23" fmla="*/ 160 h 214"/>
                <a:gd name="T24" fmla="*/ 14 w 51"/>
                <a:gd name="T25" fmla="*/ 161 h 214"/>
                <a:gd name="T26" fmla="*/ 14 w 51"/>
                <a:gd name="T27" fmla="*/ 203 h 214"/>
                <a:gd name="T28" fmla="*/ 23 w 51"/>
                <a:gd name="T29" fmla="*/ 214 h 214"/>
                <a:gd name="T30" fmla="*/ 26 w 51"/>
                <a:gd name="T31" fmla="*/ 214 h 214"/>
                <a:gd name="T32" fmla="*/ 39 w 51"/>
                <a:gd name="T33" fmla="*/ 203 h 214"/>
                <a:gd name="T34" fmla="*/ 39 w 51"/>
                <a:gd name="T35" fmla="*/ 161 h 214"/>
                <a:gd name="T36" fmla="*/ 37 w 51"/>
                <a:gd name="T37" fmla="*/ 160 h 214"/>
                <a:gd name="T38" fmla="*/ 39 w 51"/>
                <a:gd name="T39" fmla="*/ 158 h 214"/>
                <a:gd name="T40" fmla="*/ 39 w 51"/>
                <a:gd name="T41" fmla="*/ 116 h 214"/>
                <a:gd name="T42" fmla="*/ 39 w 51"/>
                <a:gd name="T43" fmla="*/ 115 h 214"/>
                <a:gd name="T44" fmla="*/ 48 w 51"/>
                <a:gd name="T45" fmla="*/ 105 h 214"/>
                <a:gd name="T46" fmla="*/ 34 w 51"/>
                <a:gd name="T47" fmla="*/ 108 h 214"/>
                <a:gd name="T48" fmla="*/ 28 w 51"/>
                <a:gd name="T49" fmla="*/ 105 h 214"/>
                <a:gd name="T50" fmla="*/ 26 w 51"/>
                <a:gd name="T51" fmla="*/ 105 h 214"/>
                <a:gd name="T52" fmla="*/ 23 w 51"/>
                <a:gd name="T53" fmla="*/ 80 h 214"/>
                <a:gd name="T54" fmla="*/ 39 w 51"/>
                <a:gd name="T55" fmla="*/ 62 h 214"/>
                <a:gd name="T56" fmla="*/ 17 w 51"/>
                <a:gd name="T57" fmla="*/ 37 h 214"/>
                <a:gd name="T58" fmla="*/ 20 w 51"/>
                <a:gd name="T59" fmla="*/ 12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1" h="214">
                  <a:moveTo>
                    <a:pt x="20" y="12"/>
                  </a:moveTo>
                  <a:cubicBezTo>
                    <a:pt x="26" y="6"/>
                    <a:pt x="39" y="6"/>
                    <a:pt x="45" y="15"/>
                  </a:cubicBezTo>
                  <a:cubicBezTo>
                    <a:pt x="51" y="21"/>
                    <a:pt x="51" y="21"/>
                    <a:pt x="51" y="21"/>
                  </a:cubicBezTo>
                  <a:cubicBezTo>
                    <a:pt x="51" y="20"/>
                    <a:pt x="51" y="20"/>
                    <a:pt x="51" y="20"/>
                  </a:cubicBezTo>
                  <a:cubicBezTo>
                    <a:pt x="51" y="9"/>
                    <a:pt x="42" y="0"/>
                    <a:pt x="29" y="0"/>
                  </a:cubicBezTo>
                  <a:cubicBezTo>
                    <a:pt x="20" y="0"/>
                    <a:pt x="20" y="0"/>
                    <a:pt x="20" y="0"/>
                  </a:cubicBezTo>
                  <a:cubicBezTo>
                    <a:pt x="9" y="0"/>
                    <a:pt x="0" y="9"/>
                    <a:pt x="0" y="20"/>
                  </a:cubicBezTo>
                  <a:cubicBezTo>
                    <a:pt x="0" y="96"/>
                    <a:pt x="0" y="96"/>
                    <a:pt x="0" y="96"/>
                  </a:cubicBezTo>
                  <a:cubicBezTo>
                    <a:pt x="0" y="105"/>
                    <a:pt x="5" y="113"/>
                    <a:pt x="14" y="115"/>
                  </a:cubicBezTo>
                  <a:cubicBezTo>
                    <a:pt x="14" y="116"/>
                    <a:pt x="14" y="116"/>
                    <a:pt x="14" y="116"/>
                  </a:cubicBezTo>
                  <a:cubicBezTo>
                    <a:pt x="14" y="158"/>
                    <a:pt x="14" y="158"/>
                    <a:pt x="14" y="158"/>
                  </a:cubicBezTo>
                  <a:cubicBezTo>
                    <a:pt x="14" y="160"/>
                    <a:pt x="14" y="160"/>
                    <a:pt x="14" y="160"/>
                  </a:cubicBezTo>
                  <a:cubicBezTo>
                    <a:pt x="14" y="161"/>
                    <a:pt x="14" y="161"/>
                    <a:pt x="14" y="161"/>
                  </a:cubicBezTo>
                  <a:cubicBezTo>
                    <a:pt x="14" y="203"/>
                    <a:pt x="14" y="203"/>
                    <a:pt x="14" y="203"/>
                  </a:cubicBezTo>
                  <a:cubicBezTo>
                    <a:pt x="14" y="209"/>
                    <a:pt x="17" y="214"/>
                    <a:pt x="23" y="214"/>
                  </a:cubicBezTo>
                  <a:cubicBezTo>
                    <a:pt x="26" y="214"/>
                    <a:pt x="26" y="214"/>
                    <a:pt x="26" y="214"/>
                  </a:cubicBezTo>
                  <a:cubicBezTo>
                    <a:pt x="33" y="214"/>
                    <a:pt x="39" y="209"/>
                    <a:pt x="39" y="203"/>
                  </a:cubicBezTo>
                  <a:cubicBezTo>
                    <a:pt x="39" y="161"/>
                    <a:pt x="39" y="161"/>
                    <a:pt x="39" y="161"/>
                  </a:cubicBezTo>
                  <a:cubicBezTo>
                    <a:pt x="39" y="161"/>
                    <a:pt x="39" y="161"/>
                    <a:pt x="37" y="160"/>
                  </a:cubicBezTo>
                  <a:cubicBezTo>
                    <a:pt x="39" y="160"/>
                    <a:pt x="39" y="158"/>
                    <a:pt x="39" y="158"/>
                  </a:cubicBezTo>
                  <a:cubicBezTo>
                    <a:pt x="39" y="116"/>
                    <a:pt x="39" y="116"/>
                    <a:pt x="39" y="116"/>
                  </a:cubicBezTo>
                  <a:cubicBezTo>
                    <a:pt x="39" y="116"/>
                    <a:pt x="39" y="116"/>
                    <a:pt x="39" y="115"/>
                  </a:cubicBezTo>
                  <a:cubicBezTo>
                    <a:pt x="42" y="115"/>
                    <a:pt x="48" y="110"/>
                    <a:pt x="48" y="105"/>
                  </a:cubicBezTo>
                  <a:cubicBezTo>
                    <a:pt x="45" y="108"/>
                    <a:pt x="39" y="108"/>
                    <a:pt x="34" y="108"/>
                  </a:cubicBezTo>
                  <a:cubicBezTo>
                    <a:pt x="33" y="108"/>
                    <a:pt x="29" y="107"/>
                    <a:pt x="28" y="105"/>
                  </a:cubicBezTo>
                  <a:cubicBezTo>
                    <a:pt x="26" y="105"/>
                    <a:pt x="26" y="105"/>
                    <a:pt x="26" y="105"/>
                  </a:cubicBezTo>
                  <a:cubicBezTo>
                    <a:pt x="20" y="99"/>
                    <a:pt x="17" y="87"/>
                    <a:pt x="23" y="80"/>
                  </a:cubicBezTo>
                  <a:cubicBezTo>
                    <a:pt x="39" y="62"/>
                    <a:pt x="39" y="62"/>
                    <a:pt x="39" y="62"/>
                  </a:cubicBezTo>
                  <a:cubicBezTo>
                    <a:pt x="17" y="37"/>
                    <a:pt x="17" y="37"/>
                    <a:pt x="17" y="37"/>
                  </a:cubicBezTo>
                  <a:cubicBezTo>
                    <a:pt x="11" y="31"/>
                    <a:pt x="11" y="18"/>
                    <a:pt x="2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 name="Freeform 298"/>
            <p:cNvSpPr>
              <a:spLocks/>
            </p:cNvSpPr>
            <p:nvPr/>
          </p:nvSpPr>
          <p:spPr bwMode="auto">
            <a:xfrm>
              <a:off x="9234488" y="5675313"/>
              <a:ext cx="234950" cy="247650"/>
            </a:xfrm>
            <a:custGeom>
              <a:avLst/>
              <a:gdLst>
                <a:gd name="T0" fmla="*/ 35 w 55"/>
                <a:gd name="T1" fmla="*/ 37 h 58"/>
                <a:gd name="T2" fmla="*/ 21 w 55"/>
                <a:gd name="T3" fmla="*/ 8 h 58"/>
                <a:gd name="T4" fmla="*/ 8 w 55"/>
                <a:gd name="T5" fmla="*/ 2 h 58"/>
                <a:gd name="T6" fmla="*/ 3 w 55"/>
                <a:gd name="T7" fmla="*/ 16 h 58"/>
                <a:gd name="T8" fmla="*/ 19 w 55"/>
                <a:gd name="T9" fmla="*/ 48 h 58"/>
                <a:gd name="T10" fmla="*/ 22 w 55"/>
                <a:gd name="T11" fmla="*/ 53 h 58"/>
                <a:gd name="T12" fmla="*/ 30 w 55"/>
                <a:gd name="T13" fmla="*/ 58 h 58"/>
                <a:gd name="T14" fmla="*/ 53 w 55"/>
                <a:gd name="T15" fmla="*/ 58 h 58"/>
                <a:gd name="T16" fmla="*/ 53 w 55"/>
                <a:gd name="T17" fmla="*/ 50 h 58"/>
                <a:gd name="T18" fmla="*/ 55 w 55"/>
                <a:gd name="T19" fmla="*/ 39 h 58"/>
                <a:gd name="T20" fmla="*/ 35 w 55"/>
                <a:gd name="T21" fmla="*/ 3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5" h="58">
                  <a:moveTo>
                    <a:pt x="35" y="37"/>
                  </a:moveTo>
                  <a:cubicBezTo>
                    <a:pt x="21" y="8"/>
                    <a:pt x="21" y="8"/>
                    <a:pt x="21" y="8"/>
                  </a:cubicBezTo>
                  <a:cubicBezTo>
                    <a:pt x="19" y="2"/>
                    <a:pt x="13" y="0"/>
                    <a:pt x="8" y="2"/>
                  </a:cubicBezTo>
                  <a:cubicBezTo>
                    <a:pt x="3" y="5"/>
                    <a:pt x="0" y="11"/>
                    <a:pt x="3" y="16"/>
                  </a:cubicBezTo>
                  <a:cubicBezTo>
                    <a:pt x="19" y="48"/>
                    <a:pt x="19" y="48"/>
                    <a:pt x="19" y="48"/>
                  </a:cubicBezTo>
                  <a:cubicBezTo>
                    <a:pt x="19" y="51"/>
                    <a:pt x="22" y="51"/>
                    <a:pt x="22" y="53"/>
                  </a:cubicBezTo>
                  <a:cubicBezTo>
                    <a:pt x="25" y="54"/>
                    <a:pt x="27" y="58"/>
                    <a:pt x="30" y="58"/>
                  </a:cubicBezTo>
                  <a:cubicBezTo>
                    <a:pt x="53" y="58"/>
                    <a:pt x="53" y="58"/>
                    <a:pt x="53" y="58"/>
                  </a:cubicBezTo>
                  <a:cubicBezTo>
                    <a:pt x="53" y="50"/>
                    <a:pt x="53" y="50"/>
                    <a:pt x="53" y="50"/>
                  </a:cubicBezTo>
                  <a:cubicBezTo>
                    <a:pt x="53" y="45"/>
                    <a:pt x="53" y="42"/>
                    <a:pt x="55" y="39"/>
                  </a:cubicBezTo>
                  <a:lnTo>
                    <a:pt x="35"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 name="Freeform 299"/>
            <p:cNvSpPr>
              <a:spLocks/>
            </p:cNvSpPr>
            <p:nvPr/>
          </p:nvSpPr>
          <p:spPr bwMode="auto">
            <a:xfrm>
              <a:off x="9494838" y="6311900"/>
              <a:ext cx="60325" cy="404813"/>
            </a:xfrm>
            <a:custGeom>
              <a:avLst/>
              <a:gdLst>
                <a:gd name="T0" fmla="*/ 5 w 14"/>
                <a:gd name="T1" fmla="*/ 39 h 95"/>
                <a:gd name="T2" fmla="*/ 5 w 14"/>
                <a:gd name="T3" fmla="*/ 41 h 95"/>
                <a:gd name="T4" fmla="*/ 5 w 14"/>
                <a:gd name="T5" fmla="*/ 42 h 95"/>
                <a:gd name="T6" fmla="*/ 5 w 14"/>
                <a:gd name="T7" fmla="*/ 84 h 95"/>
                <a:gd name="T8" fmla="*/ 14 w 14"/>
                <a:gd name="T9" fmla="*/ 95 h 95"/>
                <a:gd name="T10" fmla="*/ 14 w 14"/>
                <a:gd name="T11" fmla="*/ 95 h 95"/>
                <a:gd name="T12" fmla="*/ 11 w 14"/>
                <a:gd name="T13" fmla="*/ 95 h 95"/>
                <a:gd name="T14" fmla="*/ 0 w 14"/>
                <a:gd name="T15" fmla="*/ 84 h 95"/>
                <a:gd name="T16" fmla="*/ 0 w 14"/>
                <a:gd name="T17" fmla="*/ 42 h 95"/>
                <a:gd name="T18" fmla="*/ 0 w 14"/>
                <a:gd name="T19" fmla="*/ 41 h 95"/>
                <a:gd name="T20" fmla="*/ 0 w 14"/>
                <a:gd name="T21" fmla="*/ 39 h 95"/>
                <a:gd name="T22" fmla="*/ 0 w 14"/>
                <a:gd name="T23" fmla="*/ 0 h 95"/>
                <a:gd name="T24" fmla="*/ 5 w 14"/>
                <a:gd name="T25" fmla="*/ 3 h 95"/>
                <a:gd name="T26" fmla="*/ 5 w 14"/>
                <a:gd name="T27" fmla="*/ 39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 h="95">
                  <a:moveTo>
                    <a:pt x="5" y="39"/>
                  </a:moveTo>
                  <a:cubicBezTo>
                    <a:pt x="5" y="39"/>
                    <a:pt x="5" y="39"/>
                    <a:pt x="5" y="41"/>
                  </a:cubicBezTo>
                  <a:cubicBezTo>
                    <a:pt x="5" y="42"/>
                    <a:pt x="5" y="42"/>
                    <a:pt x="5" y="42"/>
                  </a:cubicBezTo>
                  <a:cubicBezTo>
                    <a:pt x="5" y="84"/>
                    <a:pt x="5" y="84"/>
                    <a:pt x="5" y="84"/>
                  </a:cubicBezTo>
                  <a:cubicBezTo>
                    <a:pt x="5" y="90"/>
                    <a:pt x="9" y="95"/>
                    <a:pt x="14" y="95"/>
                  </a:cubicBezTo>
                  <a:cubicBezTo>
                    <a:pt x="14" y="95"/>
                    <a:pt x="14" y="95"/>
                    <a:pt x="14" y="95"/>
                  </a:cubicBezTo>
                  <a:cubicBezTo>
                    <a:pt x="11" y="95"/>
                    <a:pt x="11" y="95"/>
                    <a:pt x="11" y="95"/>
                  </a:cubicBezTo>
                  <a:cubicBezTo>
                    <a:pt x="5" y="95"/>
                    <a:pt x="0" y="90"/>
                    <a:pt x="0" y="84"/>
                  </a:cubicBezTo>
                  <a:cubicBezTo>
                    <a:pt x="0" y="42"/>
                    <a:pt x="0" y="42"/>
                    <a:pt x="0" y="42"/>
                  </a:cubicBezTo>
                  <a:cubicBezTo>
                    <a:pt x="0" y="41"/>
                    <a:pt x="0" y="41"/>
                    <a:pt x="0" y="41"/>
                  </a:cubicBezTo>
                  <a:cubicBezTo>
                    <a:pt x="0" y="39"/>
                    <a:pt x="0" y="39"/>
                    <a:pt x="0" y="39"/>
                  </a:cubicBezTo>
                  <a:cubicBezTo>
                    <a:pt x="0" y="0"/>
                    <a:pt x="0" y="0"/>
                    <a:pt x="0" y="0"/>
                  </a:cubicBezTo>
                  <a:cubicBezTo>
                    <a:pt x="2" y="2"/>
                    <a:pt x="3" y="2"/>
                    <a:pt x="5" y="3"/>
                  </a:cubicBezTo>
                  <a:lnTo>
                    <a:pt x="5"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 name="Oval 300"/>
            <p:cNvSpPr>
              <a:spLocks noChangeArrowheads="1"/>
            </p:cNvSpPr>
            <p:nvPr/>
          </p:nvSpPr>
          <p:spPr bwMode="auto">
            <a:xfrm>
              <a:off x="7272338" y="5576888"/>
              <a:ext cx="201613" cy="2047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 name="Freeform 301"/>
            <p:cNvSpPr>
              <a:spLocks/>
            </p:cNvSpPr>
            <p:nvPr/>
          </p:nvSpPr>
          <p:spPr bwMode="auto">
            <a:xfrm>
              <a:off x="7456488" y="5842000"/>
              <a:ext cx="225425" cy="379413"/>
            </a:xfrm>
            <a:custGeom>
              <a:avLst/>
              <a:gdLst>
                <a:gd name="T0" fmla="*/ 53 w 53"/>
                <a:gd name="T1" fmla="*/ 48 h 89"/>
                <a:gd name="T2" fmla="*/ 50 w 53"/>
                <a:gd name="T3" fmla="*/ 40 h 89"/>
                <a:gd name="T4" fmla="*/ 19 w 53"/>
                <a:gd name="T5" fmla="*/ 5 h 89"/>
                <a:gd name="T6" fmla="*/ 5 w 53"/>
                <a:gd name="T7" fmla="*/ 3 h 89"/>
                <a:gd name="T8" fmla="*/ 4 w 53"/>
                <a:gd name="T9" fmla="*/ 17 h 89"/>
                <a:gd name="T10" fmla="*/ 30 w 53"/>
                <a:gd name="T11" fmla="*/ 48 h 89"/>
                <a:gd name="T12" fmla="*/ 13 w 53"/>
                <a:gd name="T13" fmla="*/ 71 h 89"/>
                <a:gd name="T14" fmla="*/ 13 w 53"/>
                <a:gd name="T15" fmla="*/ 84 h 89"/>
                <a:gd name="T16" fmla="*/ 27 w 53"/>
                <a:gd name="T17" fmla="*/ 84 h 89"/>
                <a:gd name="T18" fmla="*/ 50 w 53"/>
                <a:gd name="T19" fmla="*/ 54 h 89"/>
                <a:gd name="T20" fmla="*/ 53 w 53"/>
                <a:gd name="T21" fmla="*/ 48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3" h="89">
                  <a:moveTo>
                    <a:pt x="53" y="48"/>
                  </a:moveTo>
                  <a:cubicBezTo>
                    <a:pt x="53" y="46"/>
                    <a:pt x="52" y="43"/>
                    <a:pt x="50" y="40"/>
                  </a:cubicBezTo>
                  <a:cubicBezTo>
                    <a:pt x="19" y="5"/>
                    <a:pt x="19" y="5"/>
                    <a:pt x="19" y="5"/>
                  </a:cubicBezTo>
                  <a:cubicBezTo>
                    <a:pt x="16" y="0"/>
                    <a:pt x="10" y="0"/>
                    <a:pt x="5" y="3"/>
                  </a:cubicBezTo>
                  <a:cubicBezTo>
                    <a:pt x="0" y="6"/>
                    <a:pt x="0" y="12"/>
                    <a:pt x="4" y="17"/>
                  </a:cubicBezTo>
                  <a:cubicBezTo>
                    <a:pt x="30" y="48"/>
                    <a:pt x="30" y="48"/>
                    <a:pt x="30" y="48"/>
                  </a:cubicBezTo>
                  <a:cubicBezTo>
                    <a:pt x="13" y="71"/>
                    <a:pt x="13" y="71"/>
                    <a:pt x="13" y="71"/>
                  </a:cubicBezTo>
                  <a:cubicBezTo>
                    <a:pt x="8" y="75"/>
                    <a:pt x="10" y="81"/>
                    <a:pt x="13" y="84"/>
                  </a:cubicBezTo>
                  <a:cubicBezTo>
                    <a:pt x="18" y="89"/>
                    <a:pt x="24" y="87"/>
                    <a:pt x="27" y="84"/>
                  </a:cubicBezTo>
                  <a:cubicBezTo>
                    <a:pt x="50" y="54"/>
                    <a:pt x="50" y="54"/>
                    <a:pt x="50" y="54"/>
                  </a:cubicBezTo>
                  <a:cubicBezTo>
                    <a:pt x="52" y="53"/>
                    <a:pt x="53" y="50"/>
                    <a:pt x="53"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 name="Freeform 302"/>
            <p:cNvSpPr>
              <a:spLocks/>
            </p:cNvSpPr>
            <p:nvPr/>
          </p:nvSpPr>
          <p:spPr bwMode="auto">
            <a:xfrm>
              <a:off x="7378700" y="5781675"/>
              <a:ext cx="214313" cy="914400"/>
            </a:xfrm>
            <a:custGeom>
              <a:avLst/>
              <a:gdLst>
                <a:gd name="T0" fmla="*/ 18 w 50"/>
                <a:gd name="T1" fmla="*/ 12 h 214"/>
                <a:gd name="T2" fmla="*/ 43 w 50"/>
                <a:gd name="T3" fmla="*/ 14 h 214"/>
                <a:gd name="T4" fmla="*/ 50 w 50"/>
                <a:gd name="T5" fmla="*/ 23 h 214"/>
                <a:gd name="T6" fmla="*/ 50 w 50"/>
                <a:gd name="T7" fmla="*/ 20 h 214"/>
                <a:gd name="T8" fmla="*/ 31 w 50"/>
                <a:gd name="T9" fmla="*/ 0 h 214"/>
                <a:gd name="T10" fmla="*/ 20 w 50"/>
                <a:gd name="T11" fmla="*/ 0 h 214"/>
                <a:gd name="T12" fmla="*/ 0 w 50"/>
                <a:gd name="T13" fmla="*/ 20 h 214"/>
                <a:gd name="T14" fmla="*/ 0 w 50"/>
                <a:gd name="T15" fmla="*/ 98 h 214"/>
                <a:gd name="T16" fmla="*/ 12 w 50"/>
                <a:gd name="T17" fmla="*/ 116 h 214"/>
                <a:gd name="T18" fmla="*/ 12 w 50"/>
                <a:gd name="T19" fmla="*/ 116 h 214"/>
                <a:gd name="T20" fmla="*/ 12 w 50"/>
                <a:gd name="T21" fmla="*/ 160 h 214"/>
                <a:gd name="T22" fmla="*/ 12 w 50"/>
                <a:gd name="T23" fmla="*/ 160 h 214"/>
                <a:gd name="T24" fmla="*/ 12 w 50"/>
                <a:gd name="T25" fmla="*/ 162 h 214"/>
                <a:gd name="T26" fmla="*/ 12 w 50"/>
                <a:gd name="T27" fmla="*/ 204 h 214"/>
                <a:gd name="T28" fmla="*/ 23 w 50"/>
                <a:gd name="T29" fmla="*/ 214 h 214"/>
                <a:gd name="T30" fmla="*/ 28 w 50"/>
                <a:gd name="T31" fmla="*/ 214 h 214"/>
                <a:gd name="T32" fmla="*/ 37 w 50"/>
                <a:gd name="T33" fmla="*/ 204 h 214"/>
                <a:gd name="T34" fmla="*/ 37 w 50"/>
                <a:gd name="T35" fmla="*/ 162 h 214"/>
                <a:gd name="T36" fmla="*/ 37 w 50"/>
                <a:gd name="T37" fmla="*/ 160 h 214"/>
                <a:gd name="T38" fmla="*/ 37 w 50"/>
                <a:gd name="T39" fmla="*/ 160 h 214"/>
                <a:gd name="T40" fmla="*/ 37 w 50"/>
                <a:gd name="T41" fmla="*/ 116 h 214"/>
                <a:gd name="T42" fmla="*/ 37 w 50"/>
                <a:gd name="T43" fmla="*/ 116 h 214"/>
                <a:gd name="T44" fmla="*/ 50 w 50"/>
                <a:gd name="T45" fmla="*/ 104 h 214"/>
                <a:gd name="T46" fmla="*/ 34 w 50"/>
                <a:gd name="T47" fmla="*/ 109 h 214"/>
                <a:gd name="T48" fmla="*/ 28 w 50"/>
                <a:gd name="T49" fmla="*/ 107 h 214"/>
                <a:gd name="T50" fmla="*/ 26 w 50"/>
                <a:gd name="T51" fmla="*/ 106 h 214"/>
                <a:gd name="T52" fmla="*/ 25 w 50"/>
                <a:gd name="T53" fmla="*/ 79 h 214"/>
                <a:gd name="T54" fmla="*/ 37 w 50"/>
                <a:gd name="T55" fmla="*/ 62 h 214"/>
                <a:gd name="T56" fmla="*/ 17 w 50"/>
                <a:gd name="T57" fmla="*/ 39 h 214"/>
                <a:gd name="T58" fmla="*/ 18 w 50"/>
                <a:gd name="T59" fmla="*/ 12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0" h="214">
                  <a:moveTo>
                    <a:pt x="18" y="12"/>
                  </a:moveTo>
                  <a:cubicBezTo>
                    <a:pt x="26" y="6"/>
                    <a:pt x="37" y="8"/>
                    <a:pt x="43" y="14"/>
                  </a:cubicBezTo>
                  <a:cubicBezTo>
                    <a:pt x="50" y="23"/>
                    <a:pt x="50" y="23"/>
                    <a:pt x="50" y="23"/>
                  </a:cubicBezTo>
                  <a:cubicBezTo>
                    <a:pt x="50" y="20"/>
                    <a:pt x="50" y="20"/>
                    <a:pt x="50" y="20"/>
                  </a:cubicBezTo>
                  <a:cubicBezTo>
                    <a:pt x="50" y="9"/>
                    <a:pt x="42" y="0"/>
                    <a:pt x="31" y="0"/>
                  </a:cubicBezTo>
                  <a:cubicBezTo>
                    <a:pt x="20" y="0"/>
                    <a:pt x="20" y="0"/>
                    <a:pt x="20" y="0"/>
                  </a:cubicBezTo>
                  <a:cubicBezTo>
                    <a:pt x="9" y="0"/>
                    <a:pt x="0" y="9"/>
                    <a:pt x="0" y="20"/>
                  </a:cubicBezTo>
                  <a:cubicBezTo>
                    <a:pt x="0" y="98"/>
                    <a:pt x="0" y="98"/>
                    <a:pt x="0" y="98"/>
                  </a:cubicBezTo>
                  <a:cubicBezTo>
                    <a:pt x="0" y="106"/>
                    <a:pt x="6" y="113"/>
                    <a:pt x="12" y="116"/>
                  </a:cubicBezTo>
                  <a:cubicBezTo>
                    <a:pt x="12" y="116"/>
                    <a:pt x="12" y="116"/>
                    <a:pt x="12" y="116"/>
                  </a:cubicBezTo>
                  <a:cubicBezTo>
                    <a:pt x="12" y="160"/>
                    <a:pt x="12" y="160"/>
                    <a:pt x="12" y="160"/>
                  </a:cubicBezTo>
                  <a:cubicBezTo>
                    <a:pt x="12" y="160"/>
                    <a:pt x="12" y="160"/>
                    <a:pt x="12" y="160"/>
                  </a:cubicBezTo>
                  <a:cubicBezTo>
                    <a:pt x="12" y="162"/>
                    <a:pt x="12" y="162"/>
                    <a:pt x="12" y="162"/>
                  </a:cubicBezTo>
                  <a:cubicBezTo>
                    <a:pt x="12" y="204"/>
                    <a:pt x="12" y="204"/>
                    <a:pt x="12" y="204"/>
                  </a:cubicBezTo>
                  <a:cubicBezTo>
                    <a:pt x="12" y="210"/>
                    <a:pt x="18" y="214"/>
                    <a:pt x="23" y="214"/>
                  </a:cubicBezTo>
                  <a:cubicBezTo>
                    <a:pt x="28" y="214"/>
                    <a:pt x="28" y="214"/>
                    <a:pt x="28" y="214"/>
                  </a:cubicBezTo>
                  <a:cubicBezTo>
                    <a:pt x="32" y="214"/>
                    <a:pt x="37" y="210"/>
                    <a:pt x="37" y="204"/>
                  </a:cubicBezTo>
                  <a:cubicBezTo>
                    <a:pt x="37" y="162"/>
                    <a:pt x="37" y="162"/>
                    <a:pt x="37" y="162"/>
                  </a:cubicBezTo>
                  <a:cubicBezTo>
                    <a:pt x="37" y="160"/>
                    <a:pt x="37" y="160"/>
                    <a:pt x="37" y="160"/>
                  </a:cubicBezTo>
                  <a:cubicBezTo>
                    <a:pt x="37" y="160"/>
                    <a:pt x="37" y="160"/>
                    <a:pt x="37" y="160"/>
                  </a:cubicBezTo>
                  <a:cubicBezTo>
                    <a:pt x="37" y="116"/>
                    <a:pt x="37" y="116"/>
                    <a:pt x="37" y="116"/>
                  </a:cubicBezTo>
                  <a:cubicBezTo>
                    <a:pt x="37" y="116"/>
                    <a:pt x="37" y="116"/>
                    <a:pt x="37" y="116"/>
                  </a:cubicBezTo>
                  <a:cubicBezTo>
                    <a:pt x="43" y="113"/>
                    <a:pt x="46" y="110"/>
                    <a:pt x="50" y="104"/>
                  </a:cubicBezTo>
                  <a:cubicBezTo>
                    <a:pt x="45" y="109"/>
                    <a:pt x="39" y="110"/>
                    <a:pt x="34" y="109"/>
                  </a:cubicBezTo>
                  <a:cubicBezTo>
                    <a:pt x="31" y="107"/>
                    <a:pt x="29" y="107"/>
                    <a:pt x="28" y="107"/>
                  </a:cubicBezTo>
                  <a:cubicBezTo>
                    <a:pt x="28" y="106"/>
                    <a:pt x="28" y="106"/>
                    <a:pt x="26" y="106"/>
                  </a:cubicBezTo>
                  <a:cubicBezTo>
                    <a:pt x="18" y="99"/>
                    <a:pt x="18" y="89"/>
                    <a:pt x="25" y="79"/>
                  </a:cubicBezTo>
                  <a:cubicBezTo>
                    <a:pt x="37" y="62"/>
                    <a:pt x="37" y="62"/>
                    <a:pt x="37" y="62"/>
                  </a:cubicBezTo>
                  <a:cubicBezTo>
                    <a:pt x="17" y="39"/>
                    <a:pt x="17" y="39"/>
                    <a:pt x="17" y="39"/>
                  </a:cubicBezTo>
                  <a:cubicBezTo>
                    <a:pt x="11" y="29"/>
                    <a:pt x="12" y="19"/>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 name="Freeform 303"/>
            <p:cNvSpPr>
              <a:spLocks/>
            </p:cNvSpPr>
            <p:nvPr/>
          </p:nvSpPr>
          <p:spPr bwMode="auto">
            <a:xfrm>
              <a:off x="7392988" y="6294438"/>
              <a:ext cx="63500" cy="401638"/>
            </a:xfrm>
            <a:custGeom>
              <a:avLst/>
              <a:gdLst>
                <a:gd name="T0" fmla="*/ 5 w 15"/>
                <a:gd name="T1" fmla="*/ 39 h 94"/>
                <a:gd name="T2" fmla="*/ 5 w 15"/>
                <a:gd name="T3" fmla="*/ 40 h 94"/>
                <a:gd name="T4" fmla="*/ 5 w 15"/>
                <a:gd name="T5" fmla="*/ 42 h 94"/>
                <a:gd name="T6" fmla="*/ 5 w 15"/>
                <a:gd name="T7" fmla="*/ 84 h 94"/>
                <a:gd name="T8" fmla="*/ 15 w 15"/>
                <a:gd name="T9" fmla="*/ 94 h 94"/>
                <a:gd name="T10" fmla="*/ 14 w 15"/>
                <a:gd name="T11" fmla="*/ 94 h 94"/>
                <a:gd name="T12" fmla="*/ 9 w 15"/>
                <a:gd name="T13" fmla="*/ 94 h 94"/>
                <a:gd name="T14" fmla="*/ 0 w 15"/>
                <a:gd name="T15" fmla="*/ 84 h 94"/>
                <a:gd name="T16" fmla="*/ 0 w 15"/>
                <a:gd name="T17" fmla="*/ 42 h 94"/>
                <a:gd name="T18" fmla="*/ 0 w 15"/>
                <a:gd name="T19" fmla="*/ 40 h 94"/>
                <a:gd name="T20" fmla="*/ 0 w 15"/>
                <a:gd name="T21" fmla="*/ 39 h 94"/>
                <a:gd name="T22" fmla="*/ 0 w 15"/>
                <a:gd name="T23" fmla="*/ 0 h 94"/>
                <a:gd name="T24" fmla="*/ 5 w 15"/>
                <a:gd name="T25" fmla="*/ 3 h 94"/>
                <a:gd name="T26" fmla="*/ 5 w 15"/>
                <a:gd name="T27"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94">
                  <a:moveTo>
                    <a:pt x="5" y="39"/>
                  </a:moveTo>
                  <a:cubicBezTo>
                    <a:pt x="5" y="40"/>
                    <a:pt x="5" y="40"/>
                    <a:pt x="5" y="40"/>
                  </a:cubicBezTo>
                  <a:cubicBezTo>
                    <a:pt x="5" y="40"/>
                    <a:pt x="5" y="40"/>
                    <a:pt x="5" y="42"/>
                  </a:cubicBezTo>
                  <a:cubicBezTo>
                    <a:pt x="5" y="84"/>
                    <a:pt x="5" y="84"/>
                    <a:pt x="5" y="84"/>
                  </a:cubicBezTo>
                  <a:cubicBezTo>
                    <a:pt x="5" y="90"/>
                    <a:pt x="9" y="94"/>
                    <a:pt x="15" y="94"/>
                  </a:cubicBezTo>
                  <a:cubicBezTo>
                    <a:pt x="14" y="94"/>
                    <a:pt x="14" y="94"/>
                    <a:pt x="14" y="94"/>
                  </a:cubicBezTo>
                  <a:cubicBezTo>
                    <a:pt x="9" y="94"/>
                    <a:pt x="9" y="94"/>
                    <a:pt x="9" y="94"/>
                  </a:cubicBezTo>
                  <a:cubicBezTo>
                    <a:pt x="5" y="94"/>
                    <a:pt x="0" y="90"/>
                    <a:pt x="0" y="84"/>
                  </a:cubicBezTo>
                  <a:cubicBezTo>
                    <a:pt x="0" y="42"/>
                    <a:pt x="0" y="42"/>
                    <a:pt x="0" y="42"/>
                  </a:cubicBezTo>
                  <a:cubicBezTo>
                    <a:pt x="0" y="40"/>
                    <a:pt x="0" y="40"/>
                    <a:pt x="0" y="40"/>
                  </a:cubicBezTo>
                  <a:cubicBezTo>
                    <a:pt x="0" y="40"/>
                    <a:pt x="0" y="40"/>
                    <a:pt x="0" y="39"/>
                  </a:cubicBezTo>
                  <a:cubicBezTo>
                    <a:pt x="0" y="0"/>
                    <a:pt x="0" y="0"/>
                    <a:pt x="0" y="0"/>
                  </a:cubicBezTo>
                  <a:cubicBezTo>
                    <a:pt x="0" y="1"/>
                    <a:pt x="3" y="3"/>
                    <a:pt x="5" y="3"/>
                  </a:cubicBezTo>
                  <a:lnTo>
                    <a:pt x="5"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 name="Oval 304"/>
            <p:cNvSpPr>
              <a:spLocks noChangeArrowheads="1"/>
            </p:cNvSpPr>
            <p:nvPr/>
          </p:nvSpPr>
          <p:spPr bwMode="auto">
            <a:xfrm>
              <a:off x="10126663" y="6205538"/>
              <a:ext cx="93663" cy="889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 name="Freeform 305"/>
            <p:cNvSpPr>
              <a:spLocks/>
            </p:cNvSpPr>
            <p:nvPr/>
          </p:nvSpPr>
          <p:spPr bwMode="auto">
            <a:xfrm>
              <a:off x="10083800" y="6319838"/>
              <a:ext cx="42863" cy="184150"/>
            </a:xfrm>
            <a:custGeom>
              <a:avLst/>
              <a:gdLst>
                <a:gd name="T0" fmla="*/ 5 w 10"/>
                <a:gd name="T1" fmla="*/ 0 h 43"/>
                <a:gd name="T2" fmla="*/ 0 w 10"/>
                <a:gd name="T3" fmla="*/ 3 h 43"/>
                <a:gd name="T4" fmla="*/ 0 w 10"/>
                <a:gd name="T5" fmla="*/ 18 h 43"/>
                <a:gd name="T6" fmla="*/ 0 w 10"/>
                <a:gd name="T7" fmla="*/ 20 h 43"/>
                <a:gd name="T8" fmla="*/ 0 w 10"/>
                <a:gd name="T9" fmla="*/ 40 h 43"/>
                <a:gd name="T10" fmla="*/ 5 w 10"/>
                <a:gd name="T11" fmla="*/ 43 h 43"/>
                <a:gd name="T12" fmla="*/ 10 w 10"/>
                <a:gd name="T13" fmla="*/ 40 h 43"/>
                <a:gd name="T14" fmla="*/ 10 w 10"/>
                <a:gd name="T15" fmla="*/ 20 h 43"/>
                <a:gd name="T16" fmla="*/ 10 w 10"/>
                <a:gd name="T17" fmla="*/ 18 h 43"/>
                <a:gd name="T18" fmla="*/ 10 w 10"/>
                <a:gd name="T19" fmla="*/ 3 h 43"/>
                <a:gd name="T20" fmla="*/ 5 w 10"/>
                <a:gd name="T21"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43">
                  <a:moveTo>
                    <a:pt x="5" y="0"/>
                  </a:moveTo>
                  <a:cubicBezTo>
                    <a:pt x="3" y="0"/>
                    <a:pt x="0" y="1"/>
                    <a:pt x="0" y="3"/>
                  </a:cubicBezTo>
                  <a:cubicBezTo>
                    <a:pt x="0" y="18"/>
                    <a:pt x="0" y="18"/>
                    <a:pt x="0" y="18"/>
                  </a:cubicBezTo>
                  <a:cubicBezTo>
                    <a:pt x="0" y="20"/>
                    <a:pt x="0" y="20"/>
                    <a:pt x="0" y="20"/>
                  </a:cubicBezTo>
                  <a:cubicBezTo>
                    <a:pt x="0" y="40"/>
                    <a:pt x="0" y="40"/>
                    <a:pt x="0" y="40"/>
                  </a:cubicBezTo>
                  <a:cubicBezTo>
                    <a:pt x="0" y="42"/>
                    <a:pt x="3" y="43"/>
                    <a:pt x="5" y="43"/>
                  </a:cubicBezTo>
                  <a:cubicBezTo>
                    <a:pt x="7" y="43"/>
                    <a:pt x="10" y="42"/>
                    <a:pt x="10" y="40"/>
                  </a:cubicBezTo>
                  <a:cubicBezTo>
                    <a:pt x="10" y="20"/>
                    <a:pt x="10" y="20"/>
                    <a:pt x="10" y="20"/>
                  </a:cubicBezTo>
                  <a:cubicBezTo>
                    <a:pt x="10" y="18"/>
                    <a:pt x="10" y="18"/>
                    <a:pt x="10" y="18"/>
                  </a:cubicBezTo>
                  <a:cubicBezTo>
                    <a:pt x="10" y="3"/>
                    <a:pt x="10" y="3"/>
                    <a:pt x="10" y="3"/>
                  </a:cubicBezTo>
                  <a:cubicBezTo>
                    <a:pt x="10" y="1"/>
                    <a:pt x="7" y="0"/>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 name="Freeform 306"/>
            <p:cNvSpPr>
              <a:spLocks/>
            </p:cNvSpPr>
            <p:nvPr/>
          </p:nvSpPr>
          <p:spPr bwMode="auto">
            <a:xfrm>
              <a:off x="10058400" y="6286500"/>
              <a:ext cx="93663" cy="217488"/>
            </a:xfrm>
            <a:custGeom>
              <a:avLst/>
              <a:gdLst>
                <a:gd name="T0" fmla="*/ 13 w 22"/>
                <a:gd name="T1" fmla="*/ 0 h 51"/>
                <a:gd name="T2" fmla="*/ 9 w 22"/>
                <a:gd name="T3" fmla="*/ 0 h 51"/>
                <a:gd name="T4" fmla="*/ 0 w 22"/>
                <a:gd name="T5" fmla="*/ 8 h 51"/>
                <a:gd name="T6" fmla="*/ 0 w 22"/>
                <a:gd name="T7" fmla="*/ 42 h 51"/>
                <a:gd name="T8" fmla="*/ 3 w 22"/>
                <a:gd name="T9" fmla="*/ 51 h 51"/>
                <a:gd name="T10" fmla="*/ 3 w 22"/>
                <a:gd name="T11" fmla="*/ 48 h 51"/>
                <a:gd name="T12" fmla="*/ 3 w 22"/>
                <a:gd name="T13" fmla="*/ 41 h 51"/>
                <a:gd name="T14" fmla="*/ 3 w 22"/>
                <a:gd name="T15" fmla="*/ 41 h 51"/>
                <a:gd name="T16" fmla="*/ 3 w 22"/>
                <a:gd name="T17" fmla="*/ 11 h 51"/>
                <a:gd name="T18" fmla="*/ 11 w 22"/>
                <a:gd name="T19" fmla="*/ 3 h 51"/>
                <a:gd name="T20" fmla="*/ 19 w 22"/>
                <a:gd name="T21" fmla="*/ 11 h 51"/>
                <a:gd name="T22" fmla="*/ 19 w 22"/>
                <a:gd name="T23" fmla="*/ 17 h 51"/>
                <a:gd name="T24" fmla="*/ 19 w 22"/>
                <a:gd name="T25" fmla="*/ 17 h 51"/>
                <a:gd name="T26" fmla="*/ 19 w 22"/>
                <a:gd name="T27" fmla="*/ 48 h 51"/>
                <a:gd name="T28" fmla="*/ 17 w 22"/>
                <a:gd name="T29" fmla="*/ 51 h 51"/>
                <a:gd name="T30" fmla="*/ 22 w 22"/>
                <a:gd name="T31" fmla="*/ 42 h 51"/>
                <a:gd name="T32" fmla="*/ 22 w 22"/>
                <a:gd name="T33" fmla="*/ 8 h 51"/>
                <a:gd name="T34" fmla="*/ 13 w 22"/>
                <a:gd name="T35"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51">
                  <a:moveTo>
                    <a:pt x="13" y="0"/>
                  </a:moveTo>
                  <a:cubicBezTo>
                    <a:pt x="9" y="0"/>
                    <a:pt x="9" y="0"/>
                    <a:pt x="9" y="0"/>
                  </a:cubicBezTo>
                  <a:cubicBezTo>
                    <a:pt x="3" y="0"/>
                    <a:pt x="0" y="5"/>
                    <a:pt x="0" y="8"/>
                  </a:cubicBezTo>
                  <a:cubicBezTo>
                    <a:pt x="0" y="42"/>
                    <a:pt x="0" y="42"/>
                    <a:pt x="0" y="42"/>
                  </a:cubicBezTo>
                  <a:cubicBezTo>
                    <a:pt x="0" y="47"/>
                    <a:pt x="0" y="50"/>
                    <a:pt x="3" y="51"/>
                  </a:cubicBezTo>
                  <a:cubicBezTo>
                    <a:pt x="3" y="50"/>
                    <a:pt x="3" y="48"/>
                    <a:pt x="3" y="48"/>
                  </a:cubicBezTo>
                  <a:cubicBezTo>
                    <a:pt x="3" y="41"/>
                    <a:pt x="3" y="41"/>
                    <a:pt x="3" y="41"/>
                  </a:cubicBezTo>
                  <a:cubicBezTo>
                    <a:pt x="3" y="41"/>
                    <a:pt x="3" y="41"/>
                    <a:pt x="3" y="41"/>
                  </a:cubicBezTo>
                  <a:cubicBezTo>
                    <a:pt x="3" y="11"/>
                    <a:pt x="3" y="11"/>
                    <a:pt x="3" y="11"/>
                  </a:cubicBezTo>
                  <a:cubicBezTo>
                    <a:pt x="3" y="6"/>
                    <a:pt x="6" y="3"/>
                    <a:pt x="11" y="3"/>
                  </a:cubicBezTo>
                  <a:cubicBezTo>
                    <a:pt x="16" y="3"/>
                    <a:pt x="19" y="6"/>
                    <a:pt x="19" y="11"/>
                  </a:cubicBezTo>
                  <a:cubicBezTo>
                    <a:pt x="19" y="17"/>
                    <a:pt x="19" y="17"/>
                    <a:pt x="19" y="17"/>
                  </a:cubicBezTo>
                  <a:cubicBezTo>
                    <a:pt x="19" y="17"/>
                    <a:pt x="19" y="17"/>
                    <a:pt x="19" y="17"/>
                  </a:cubicBezTo>
                  <a:cubicBezTo>
                    <a:pt x="19" y="48"/>
                    <a:pt x="19" y="48"/>
                    <a:pt x="19" y="48"/>
                  </a:cubicBezTo>
                  <a:cubicBezTo>
                    <a:pt x="19" y="48"/>
                    <a:pt x="19" y="50"/>
                    <a:pt x="17" y="51"/>
                  </a:cubicBezTo>
                  <a:cubicBezTo>
                    <a:pt x="20" y="50"/>
                    <a:pt x="22" y="47"/>
                    <a:pt x="22" y="42"/>
                  </a:cubicBezTo>
                  <a:cubicBezTo>
                    <a:pt x="22" y="8"/>
                    <a:pt x="22" y="8"/>
                    <a:pt x="22" y="8"/>
                  </a:cubicBezTo>
                  <a:cubicBezTo>
                    <a:pt x="22" y="5"/>
                    <a:pt x="19" y="0"/>
                    <a:pt x="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 name="Freeform 307"/>
            <p:cNvSpPr>
              <a:spLocks/>
            </p:cNvSpPr>
            <p:nvPr/>
          </p:nvSpPr>
          <p:spPr bwMode="auto">
            <a:xfrm>
              <a:off x="10083800" y="6503988"/>
              <a:ext cx="42863" cy="192088"/>
            </a:xfrm>
            <a:custGeom>
              <a:avLst/>
              <a:gdLst>
                <a:gd name="T0" fmla="*/ 10 w 10"/>
                <a:gd name="T1" fmla="*/ 2 h 45"/>
                <a:gd name="T2" fmla="*/ 10 w 10"/>
                <a:gd name="T3" fmla="*/ 0 h 45"/>
                <a:gd name="T4" fmla="*/ 5 w 10"/>
                <a:gd name="T5" fmla="*/ 4 h 45"/>
                <a:gd name="T6" fmla="*/ 0 w 10"/>
                <a:gd name="T7" fmla="*/ 2 h 45"/>
                <a:gd name="T8" fmla="*/ 0 w 10"/>
                <a:gd name="T9" fmla="*/ 21 h 45"/>
                <a:gd name="T10" fmla="*/ 0 w 10"/>
                <a:gd name="T11" fmla="*/ 22 h 45"/>
                <a:gd name="T12" fmla="*/ 0 w 10"/>
                <a:gd name="T13" fmla="*/ 22 h 45"/>
                <a:gd name="T14" fmla="*/ 0 w 10"/>
                <a:gd name="T15" fmla="*/ 41 h 45"/>
                <a:gd name="T16" fmla="*/ 3 w 10"/>
                <a:gd name="T17" fmla="*/ 45 h 45"/>
                <a:gd name="T18" fmla="*/ 7 w 10"/>
                <a:gd name="T19" fmla="*/ 45 h 45"/>
                <a:gd name="T20" fmla="*/ 10 w 10"/>
                <a:gd name="T21" fmla="*/ 41 h 45"/>
                <a:gd name="T22" fmla="*/ 10 w 10"/>
                <a:gd name="T23" fmla="*/ 22 h 45"/>
                <a:gd name="T24" fmla="*/ 10 w 10"/>
                <a:gd name="T25" fmla="*/ 22 h 45"/>
                <a:gd name="T26" fmla="*/ 10 w 10"/>
                <a:gd name="T27" fmla="*/ 21 h 45"/>
                <a:gd name="T28" fmla="*/ 10 w 10"/>
                <a:gd name="T29" fmla="*/ 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45">
                  <a:moveTo>
                    <a:pt x="10" y="2"/>
                  </a:moveTo>
                  <a:cubicBezTo>
                    <a:pt x="10" y="2"/>
                    <a:pt x="10" y="2"/>
                    <a:pt x="10" y="0"/>
                  </a:cubicBezTo>
                  <a:cubicBezTo>
                    <a:pt x="10" y="4"/>
                    <a:pt x="7" y="4"/>
                    <a:pt x="5" y="4"/>
                  </a:cubicBezTo>
                  <a:cubicBezTo>
                    <a:pt x="3" y="4"/>
                    <a:pt x="0" y="4"/>
                    <a:pt x="0" y="2"/>
                  </a:cubicBezTo>
                  <a:cubicBezTo>
                    <a:pt x="0" y="21"/>
                    <a:pt x="0" y="21"/>
                    <a:pt x="0" y="21"/>
                  </a:cubicBezTo>
                  <a:cubicBezTo>
                    <a:pt x="0" y="22"/>
                    <a:pt x="0" y="22"/>
                    <a:pt x="0" y="22"/>
                  </a:cubicBezTo>
                  <a:cubicBezTo>
                    <a:pt x="0" y="22"/>
                    <a:pt x="0" y="22"/>
                    <a:pt x="0" y="22"/>
                  </a:cubicBezTo>
                  <a:cubicBezTo>
                    <a:pt x="0" y="41"/>
                    <a:pt x="0" y="41"/>
                    <a:pt x="0" y="41"/>
                  </a:cubicBezTo>
                  <a:cubicBezTo>
                    <a:pt x="0" y="44"/>
                    <a:pt x="2" y="45"/>
                    <a:pt x="3" y="45"/>
                  </a:cubicBezTo>
                  <a:cubicBezTo>
                    <a:pt x="7" y="45"/>
                    <a:pt x="7" y="45"/>
                    <a:pt x="7" y="45"/>
                  </a:cubicBezTo>
                  <a:cubicBezTo>
                    <a:pt x="8" y="45"/>
                    <a:pt x="10" y="44"/>
                    <a:pt x="10" y="41"/>
                  </a:cubicBezTo>
                  <a:cubicBezTo>
                    <a:pt x="10" y="22"/>
                    <a:pt x="10" y="22"/>
                    <a:pt x="10" y="22"/>
                  </a:cubicBezTo>
                  <a:cubicBezTo>
                    <a:pt x="10" y="22"/>
                    <a:pt x="10" y="22"/>
                    <a:pt x="10" y="22"/>
                  </a:cubicBezTo>
                  <a:cubicBezTo>
                    <a:pt x="10" y="21"/>
                    <a:pt x="10" y="21"/>
                    <a:pt x="10" y="21"/>
                  </a:cubicBezTo>
                  <a:lnTo>
                    <a:pt x="1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 name="Freeform 308"/>
            <p:cNvSpPr>
              <a:spLocks/>
            </p:cNvSpPr>
            <p:nvPr/>
          </p:nvSpPr>
          <p:spPr bwMode="auto">
            <a:xfrm>
              <a:off x="10510838" y="5654675"/>
              <a:ext cx="230188" cy="250825"/>
            </a:xfrm>
            <a:custGeom>
              <a:avLst/>
              <a:gdLst>
                <a:gd name="T0" fmla="*/ 34 w 54"/>
                <a:gd name="T1" fmla="*/ 38 h 59"/>
                <a:gd name="T2" fmla="*/ 19 w 54"/>
                <a:gd name="T3" fmla="*/ 7 h 59"/>
                <a:gd name="T4" fmla="*/ 6 w 54"/>
                <a:gd name="T5" fmla="*/ 3 h 59"/>
                <a:gd name="T6" fmla="*/ 1 w 54"/>
                <a:gd name="T7" fmla="*/ 16 h 59"/>
                <a:gd name="T8" fmla="*/ 17 w 54"/>
                <a:gd name="T9" fmla="*/ 50 h 59"/>
                <a:gd name="T10" fmla="*/ 20 w 54"/>
                <a:gd name="T11" fmla="*/ 53 h 59"/>
                <a:gd name="T12" fmla="*/ 28 w 54"/>
                <a:gd name="T13" fmla="*/ 56 h 59"/>
                <a:gd name="T14" fmla="*/ 53 w 54"/>
                <a:gd name="T15" fmla="*/ 59 h 59"/>
                <a:gd name="T16" fmla="*/ 53 w 54"/>
                <a:gd name="T17" fmla="*/ 49 h 59"/>
                <a:gd name="T18" fmla="*/ 54 w 54"/>
                <a:gd name="T19" fmla="*/ 38 h 59"/>
                <a:gd name="T20" fmla="*/ 34 w 54"/>
                <a:gd name="T21" fmla="*/ 3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4" h="59">
                  <a:moveTo>
                    <a:pt x="34" y="38"/>
                  </a:moveTo>
                  <a:cubicBezTo>
                    <a:pt x="19" y="7"/>
                    <a:pt x="19" y="7"/>
                    <a:pt x="19" y="7"/>
                  </a:cubicBezTo>
                  <a:cubicBezTo>
                    <a:pt x="17" y="3"/>
                    <a:pt x="11" y="0"/>
                    <a:pt x="6" y="3"/>
                  </a:cubicBezTo>
                  <a:cubicBezTo>
                    <a:pt x="1" y="5"/>
                    <a:pt x="0" y="11"/>
                    <a:pt x="1" y="16"/>
                  </a:cubicBezTo>
                  <a:cubicBezTo>
                    <a:pt x="17" y="50"/>
                    <a:pt x="17" y="50"/>
                    <a:pt x="17" y="50"/>
                  </a:cubicBezTo>
                  <a:cubicBezTo>
                    <a:pt x="19" y="52"/>
                    <a:pt x="19" y="53"/>
                    <a:pt x="20" y="53"/>
                  </a:cubicBezTo>
                  <a:cubicBezTo>
                    <a:pt x="22" y="56"/>
                    <a:pt x="25" y="56"/>
                    <a:pt x="28" y="56"/>
                  </a:cubicBezTo>
                  <a:cubicBezTo>
                    <a:pt x="53" y="59"/>
                    <a:pt x="53" y="59"/>
                    <a:pt x="53" y="59"/>
                  </a:cubicBezTo>
                  <a:cubicBezTo>
                    <a:pt x="53" y="49"/>
                    <a:pt x="53" y="49"/>
                    <a:pt x="53" y="49"/>
                  </a:cubicBezTo>
                  <a:cubicBezTo>
                    <a:pt x="53" y="44"/>
                    <a:pt x="53" y="41"/>
                    <a:pt x="54" y="38"/>
                  </a:cubicBezTo>
                  <a:lnTo>
                    <a:pt x="34"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 name="Freeform 309"/>
            <p:cNvSpPr>
              <a:spLocks/>
            </p:cNvSpPr>
            <p:nvPr/>
          </p:nvSpPr>
          <p:spPr bwMode="auto">
            <a:xfrm>
              <a:off x="10331450" y="5667375"/>
              <a:ext cx="192088" cy="358775"/>
            </a:xfrm>
            <a:custGeom>
              <a:avLst/>
              <a:gdLst>
                <a:gd name="T0" fmla="*/ 8 w 45"/>
                <a:gd name="T1" fmla="*/ 2 h 84"/>
                <a:gd name="T2" fmla="*/ 8 w 45"/>
                <a:gd name="T3" fmla="*/ 2 h 84"/>
                <a:gd name="T4" fmla="*/ 8 w 45"/>
                <a:gd name="T5" fmla="*/ 50 h 84"/>
                <a:gd name="T6" fmla="*/ 42 w 45"/>
                <a:gd name="T7" fmla="*/ 84 h 84"/>
                <a:gd name="T8" fmla="*/ 42 w 45"/>
                <a:gd name="T9" fmla="*/ 84 h 84"/>
                <a:gd name="T10" fmla="*/ 42 w 45"/>
                <a:gd name="T11" fmla="*/ 84 h 84"/>
                <a:gd name="T12" fmla="*/ 42 w 45"/>
                <a:gd name="T13" fmla="*/ 84 h 84"/>
                <a:gd name="T14" fmla="*/ 43 w 45"/>
                <a:gd name="T15" fmla="*/ 84 h 84"/>
                <a:gd name="T16" fmla="*/ 45 w 45"/>
                <a:gd name="T17" fmla="*/ 81 h 84"/>
                <a:gd name="T18" fmla="*/ 43 w 45"/>
                <a:gd name="T19" fmla="*/ 78 h 84"/>
                <a:gd name="T20" fmla="*/ 43 w 45"/>
                <a:gd name="T21" fmla="*/ 78 h 84"/>
                <a:gd name="T22" fmla="*/ 43 w 45"/>
                <a:gd name="T23" fmla="*/ 78 h 84"/>
                <a:gd name="T24" fmla="*/ 43 w 45"/>
                <a:gd name="T25" fmla="*/ 78 h 84"/>
                <a:gd name="T26" fmla="*/ 14 w 45"/>
                <a:gd name="T27" fmla="*/ 47 h 84"/>
                <a:gd name="T28" fmla="*/ 14 w 45"/>
                <a:gd name="T29" fmla="*/ 4 h 84"/>
                <a:gd name="T30" fmla="*/ 14 w 45"/>
                <a:gd name="T31" fmla="*/ 2 h 84"/>
                <a:gd name="T32" fmla="*/ 9 w 45"/>
                <a:gd name="T33" fmla="*/ 0 h 84"/>
                <a:gd name="T34" fmla="*/ 8 w 45"/>
                <a:gd name="T35" fmla="*/ 2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5" h="84">
                  <a:moveTo>
                    <a:pt x="8" y="2"/>
                  </a:moveTo>
                  <a:cubicBezTo>
                    <a:pt x="8" y="2"/>
                    <a:pt x="8" y="2"/>
                    <a:pt x="8" y="2"/>
                  </a:cubicBezTo>
                  <a:cubicBezTo>
                    <a:pt x="1" y="16"/>
                    <a:pt x="0" y="35"/>
                    <a:pt x="8" y="50"/>
                  </a:cubicBezTo>
                  <a:cubicBezTo>
                    <a:pt x="14" y="66"/>
                    <a:pt x="26" y="78"/>
                    <a:pt x="42" y="84"/>
                  </a:cubicBezTo>
                  <a:cubicBezTo>
                    <a:pt x="42" y="84"/>
                    <a:pt x="42" y="84"/>
                    <a:pt x="42" y="84"/>
                  </a:cubicBezTo>
                  <a:cubicBezTo>
                    <a:pt x="42" y="84"/>
                    <a:pt x="42" y="84"/>
                    <a:pt x="42" y="84"/>
                  </a:cubicBezTo>
                  <a:cubicBezTo>
                    <a:pt x="42" y="84"/>
                    <a:pt x="42" y="84"/>
                    <a:pt x="42" y="84"/>
                  </a:cubicBezTo>
                  <a:cubicBezTo>
                    <a:pt x="42" y="84"/>
                    <a:pt x="42" y="84"/>
                    <a:pt x="43" y="84"/>
                  </a:cubicBezTo>
                  <a:cubicBezTo>
                    <a:pt x="45" y="84"/>
                    <a:pt x="45" y="81"/>
                    <a:pt x="45" y="81"/>
                  </a:cubicBezTo>
                  <a:cubicBezTo>
                    <a:pt x="45" y="80"/>
                    <a:pt x="45" y="78"/>
                    <a:pt x="43" y="78"/>
                  </a:cubicBezTo>
                  <a:cubicBezTo>
                    <a:pt x="43" y="78"/>
                    <a:pt x="43" y="78"/>
                    <a:pt x="43" y="78"/>
                  </a:cubicBezTo>
                  <a:cubicBezTo>
                    <a:pt x="43" y="78"/>
                    <a:pt x="43" y="78"/>
                    <a:pt x="43" y="78"/>
                  </a:cubicBezTo>
                  <a:cubicBezTo>
                    <a:pt x="43" y="78"/>
                    <a:pt x="43" y="78"/>
                    <a:pt x="43" y="78"/>
                  </a:cubicBezTo>
                  <a:cubicBezTo>
                    <a:pt x="30" y="74"/>
                    <a:pt x="19" y="63"/>
                    <a:pt x="14" y="47"/>
                  </a:cubicBezTo>
                  <a:cubicBezTo>
                    <a:pt x="8" y="33"/>
                    <a:pt x="8" y="18"/>
                    <a:pt x="14" y="4"/>
                  </a:cubicBezTo>
                  <a:cubicBezTo>
                    <a:pt x="14" y="4"/>
                    <a:pt x="14" y="4"/>
                    <a:pt x="14" y="2"/>
                  </a:cubicBezTo>
                  <a:cubicBezTo>
                    <a:pt x="14" y="0"/>
                    <a:pt x="11" y="0"/>
                    <a:pt x="9" y="0"/>
                  </a:cubicBezTo>
                  <a:cubicBezTo>
                    <a:pt x="8" y="0"/>
                    <a:pt x="8" y="0"/>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 name="Freeform 310"/>
            <p:cNvSpPr>
              <a:spLocks/>
            </p:cNvSpPr>
            <p:nvPr/>
          </p:nvSpPr>
          <p:spPr bwMode="auto">
            <a:xfrm>
              <a:off x="10390188" y="5688013"/>
              <a:ext cx="158750" cy="285750"/>
            </a:xfrm>
            <a:custGeom>
              <a:avLst/>
              <a:gdLst>
                <a:gd name="T0" fmla="*/ 6 w 37"/>
                <a:gd name="T1" fmla="*/ 2 h 67"/>
                <a:gd name="T2" fmla="*/ 6 w 37"/>
                <a:gd name="T3" fmla="*/ 2 h 67"/>
                <a:gd name="T4" fmla="*/ 6 w 37"/>
                <a:gd name="T5" fmla="*/ 2 h 67"/>
                <a:gd name="T6" fmla="*/ 6 w 37"/>
                <a:gd name="T7" fmla="*/ 2 h 67"/>
                <a:gd name="T8" fmla="*/ 6 w 37"/>
                <a:gd name="T9" fmla="*/ 39 h 67"/>
                <a:gd name="T10" fmla="*/ 31 w 37"/>
                <a:gd name="T11" fmla="*/ 67 h 67"/>
                <a:gd name="T12" fmla="*/ 33 w 37"/>
                <a:gd name="T13" fmla="*/ 67 h 67"/>
                <a:gd name="T14" fmla="*/ 33 w 37"/>
                <a:gd name="T15" fmla="*/ 67 h 67"/>
                <a:gd name="T16" fmla="*/ 33 w 37"/>
                <a:gd name="T17" fmla="*/ 67 h 67"/>
                <a:gd name="T18" fmla="*/ 34 w 37"/>
                <a:gd name="T19" fmla="*/ 67 h 67"/>
                <a:gd name="T20" fmla="*/ 37 w 37"/>
                <a:gd name="T21" fmla="*/ 62 h 67"/>
                <a:gd name="T22" fmla="*/ 34 w 37"/>
                <a:gd name="T23" fmla="*/ 61 h 67"/>
                <a:gd name="T24" fmla="*/ 34 w 37"/>
                <a:gd name="T25" fmla="*/ 61 h 67"/>
                <a:gd name="T26" fmla="*/ 12 w 37"/>
                <a:gd name="T27" fmla="*/ 37 h 67"/>
                <a:gd name="T28" fmla="*/ 12 w 37"/>
                <a:gd name="T29" fmla="*/ 5 h 67"/>
                <a:gd name="T30" fmla="*/ 12 w 37"/>
                <a:gd name="T31" fmla="*/ 5 h 67"/>
                <a:gd name="T32" fmla="*/ 12 w 37"/>
                <a:gd name="T33" fmla="*/ 2 h 67"/>
                <a:gd name="T34" fmla="*/ 9 w 37"/>
                <a:gd name="T35" fmla="*/ 2 h 67"/>
                <a:gd name="T36" fmla="*/ 6 w 37"/>
                <a:gd name="T37" fmla="*/ 2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67">
                  <a:moveTo>
                    <a:pt x="6" y="2"/>
                  </a:moveTo>
                  <a:cubicBezTo>
                    <a:pt x="6" y="2"/>
                    <a:pt x="6" y="2"/>
                    <a:pt x="6" y="2"/>
                  </a:cubicBezTo>
                  <a:cubicBezTo>
                    <a:pt x="6" y="2"/>
                    <a:pt x="6" y="2"/>
                    <a:pt x="6" y="2"/>
                  </a:cubicBezTo>
                  <a:cubicBezTo>
                    <a:pt x="6" y="2"/>
                    <a:pt x="6" y="2"/>
                    <a:pt x="6" y="2"/>
                  </a:cubicBezTo>
                  <a:cubicBezTo>
                    <a:pt x="2" y="14"/>
                    <a:pt x="0" y="27"/>
                    <a:pt x="6" y="39"/>
                  </a:cubicBezTo>
                  <a:cubicBezTo>
                    <a:pt x="11" y="53"/>
                    <a:pt x="20" y="62"/>
                    <a:pt x="31" y="67"/>
                  </a:cubicBezTo>
                  <a:cubicBezTo>
                    <a:pt x="33" y="67"/>
                    <a:pt x="33" y="67"/>
                    <a:pt x="33" y="67"/>
                  </a:cubicBezTo>
                  <a:cubicBezTo>
                    <a:pt x="33" y="67"/>
                    <a:pt x="33" y="67"/>
                    <a:pt x="33" y="67"/>
                  </a:cubicBezTo>
                  <a:cubicBezTo>
                    <a:pt x="33" y="67"/>
                    <a:pt x="33" y="67"/>
                    <a:pt x="33" y="67"/>
                  </a:cubicBezTo>
                  <a:cubicBezTo>
                    <a:pt x="34" y="67"/>
                    <a:pt x="34" y="67"/>
                    <a:pt x="34" y="67"/>
                  </a:cubicBezTo>
                  <a:cubicBezTo>
                    <a:pt x="37" y="67"/>
                    <a:pt x="37" y="64"/>
                    <a:pt x="37" y="62"/>
                  </a:cubicBezTo>
                  <a:cubicBezTo>
                    <a:pt x="37" y="61"/>
                    <a:pt x="36" y="61"/>
                    <a:pt x="34" y="61"/>
                  </a:cubicBezTo>
                  <a:cubicBezTo>
                    <a:pt x="34" y="61"/>
                    <a:pt x="34" y="61"/>
                    <a:pt x="34" y="61"/>
                  </a:cubicBezTo>
                  <a:cubicBezTo>
                    <a:pt x="25" y="56"/>
                    <a:pt x="17" y="48"/>
                    <a:pt x="12" y="37"/>
                  </a:cubicBezTo>
                  <a:cubicBezTo>
                    <a:pt x="9" y="27"/>
                    <a:pt x="9" y="14"/>
                    <a:pt x="12" y="5"/>
                  </a:cubicBezTo>
                  <a:cubicBezTo>
                    <a:pt x="12" y="5"/>
                    <a:pt x="12" y="5"/>
                    <a:pt x="12" y="5"/>
                  </a:cubicBezTo>
                  <a:cubicBezTo>
                    <a:pt x="12" y="5"/>
                    <a:pt x="12" y="3"/>
                    <a:pt x="12" y="2"/>
                  </a:cubicBezTo>
                  <a:cubicBezTo>
                    <a:pt x="12" y="2"/>
                    <a:pt x="9" y="0"/>
                    <a:pt x="9" y="2"/>
                  </a:cubicBezTo>
                  <a:cubicBezTo>
                    <a:pt x="8" y="2"/>
                    <a:pt x="6" y="2"/>
                    <a:pt x="6"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 name="Freeform 311"/>
            <p:cNvSpPr>
              <a:spLocks/>
            </p:cNvSpPr>
            <p:nvPr/>
          </p:nvSpPr>
          <p:spPr bwMode="auto">
            <a:xfrm>
              <a:off x="10458450" y="5710238"/>
              <a:ext cx="115888" cy="212725"/>
            </a:xfrm>
            <a:custGeom>
              <a:avLst/>
              <a:gdLst>
                <a:gd name="T0" fmla="*/ 3 w 27"/>
                <a:gd name="T1" fmla="*/ 3 h 50"/>
                <a:gd name="T2" fmla="*/ 3 w 27"/>
                <a:gd name="T3" fmla="*/ 3 h 50"/>
                <a:gd name="T4" fmla="*/ 3 w 27"/>
                <a:gd name="T5" fmla="*/ 31 h 50"/>
                <a:gd name="T6" fmla="*/ 21 w 27"/>
                <a:gd name="T7" fmla="*/ 50 h 50"/>
                <a:gd name="T8" fmla="*/ 21 w 27"/>
                <a:gd name="T9" fmla="*/ 50 h 50"/>
                <a:gd name="T10" fmla="*/ 24 w 27"/>
                <a:gd name="T11" fmla="*/ 50 h 50"/>
                <a:gd name="T12" fmla="*/ 26 w 27"/>
                <a:gd name="T13" fmla="*/ 43 h 50"/>
                <a:gd name="T14" fmla="*/ 24 w 27"/>
                <a:gd name="T15" fmla="*/ 43 h 50"/>
                <a:gd name="T16" fmla="*/ 9 w 27"/>
                <a:gd name="T17" fmla="*/ 28 h 50"/>
                <a:gd name="T18" fmla="*/ 9 w 27"/>
                <a:gd name="T19" fmla="*/ 6 h 50"/>
                <a:gd name="T20" fmla="*/ 9 w 27"/>
                <a:gd name="T21" fmla="*/ 3 h 50"/>
                <a:gd name="T22" fmla="*/ 6 w 27"/>
                <a:gd name="T23" fmla="*/ 1 h 50"/>
                <a:gd name="T24" fmla="*/ 3 w 27"/>
                <a:gd name="T25" fmla="*/ 3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 h="50">
                  <a:moveTo>
                    <a:pt x="3" y="3"/>
                  </a:moveTo>
                  <a:cubicBezTo>
                    <a:pt x="3" y="3"/>
                    <a:pt x="3" y="3"/>
                    <a:pt x="3" y="3"/>
                  </a:cubicBezTo>
                  <a:cubicBezTo>
                    <a:pt x="0" y="12"/>
                    <a:pt x="0" y="22"/>
                    <a:pt x="3" y="31"/>
                  </a:cubicBezTo>
                  <a:cubicBezTo>
                    <a:pt x="6" y="39"/>
                    <a:pt x="13" y="46"/>
                    <a:pt x="21" y="50"/>
                  </a:cubicBezTo>
                  <a:cubicBezTo>
                    <a:pt x="21" y="50"/>
                    <a:pt x="21" y="50"/>
                    <a:pt x="21" y="50"/>
                  </a:cubicBezTo>
                  <a:cubicBezTo>
                    <a:pt x="23" y="50"/>
                    <a:pt x="24" y="50"/>
                    <a:pt x="24" y="50"/>
                  </a:cubicBezTo>
                  <a:cubicBezTo>
                    <a:pt x="26" y="48"/>
                    <a:pt x="27" y="46"/>
                    <a:pt x="26" y="43"/>
                  </a:cubicBezTo>
                  <a:cubicBezTo>
                    <a:pt x="24" y="43"/>
                    <a:pt x="24" y="43"/>
                    <a:pt x="24" y="43"/>
                  </a:cubicBezTo>
                  <a:cubicBezTo>
                    <a:pt x="18" y="40"/>
                    <a:pt x="12" y="34"/>
                    <a:pt x="9" y="28"/>
                  </a:cubicBezTo>
                  <a:cubicBezTo>
                    <a:pt x="6" y="22"/>
                    <a:pt x="6" y="12"/>
                    <a:pt x="9" y="6"/>
                  </a:cubicBezTo>
                  <a:cubicBezTo>
                    <a:pt x="9" y="6"/>
                    <a:pt x="10" y="4"/>
                    <a:pt x="9" y="3"/>
                  </a:cubicBezTo>
                  <a:cubicBezTo>
                    <a:pt x="9" y="3"/>
                    <a:pt x="7" y="0"/>
                    <a:pt x="6" y="1"/>
                  </a:cubicBezTo>
                  <a:cubicBezTo>
                    <a:pt x="4" y="3"/>
                    <a:pt x="4"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 name="Oval 312"/>
            <p:cNvSpPr>
              <a:spLocks noChangeArrowheads="1"/>
            </p:cNvSpPr>
            <p:nvPr/>
          </p:nvSpPr>
          <p:spPr bwMode="auto">
            <a:xfrm>
              <a:off x="10642600" y="5576888"/>
              <a:ext cx="200025" cy="2047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 name="Freeform 313"/>
            <p:cNvSpPr>
              <a:spLocks/>
            </p:cNvSpPr>
            <p:nvPr/>
          </p:nvSpPr>
          <p:spPr bwMode="auto">
            <a:xfrm>
              <a:off x="10514013" y="5829300"/>
              <a:ext cx="368300" cy="303213"/>
            </a:xfrm>
            <a:custGeom>
              <a:avLst/>
              <a:gdLst>
                <a:gd name="T0" fmla="*/ 81 w 86"/>
                <a:gd name="T1" fmla="*/ 3 h 71"/>
                <a:gd name="T2" fmla="*/ 67 w 86"/>
                <a:gd name="T3" fmla="*/ 6 h 71"/>
                <a:gd name="T4" fmla="*/ 42 w 86"/>
                <a:gd name="T5" fmla="*/ 43 h 71"/>
                <a:gd name="T6" fmla="*/ 8 w 86"/>
                <a:gd name="T7" fmla="*/ 51 h 71"/>
                <a:gd name="T8" fmla="*/ 2 w 86"/>
                <a:gd name="T9" fmla="*/ 62 h 71"/>
                <a:gd name="T10" fmla="*/ 13 w 86"/>
                <a:gd name="T11" fmla="*/ 70 h 71"/>
                <a:gd name="T12" fmla="*/ 49 w 86"/>
                <a:gd name="T13" fmla="*/ 62 h 71"/>
                <a:gd name="T14" fmla="*/ 56 w 86"/>
                <a:gd name="T15" fmla="*/ 56 h 71"/>
                <a:gd name="T16" fmla="*/ 83 w 86"/>
                <a:gd name="T17" fmla="*/ 18 h 71"/>
                <a:gd name="T18" fmla="*/ 81 w 86"/>
                <a:gd name="T19" fmla="*/ 3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6" h="71">
                  <a:moveTo>
                    <a:pt x="81" y="3"/>
                  </a:moveTo>
                  <a:cubicBezTo>
                    <a:pt x="77" y="0"/>
                    <a:pt x="70" y="3"/>
                    <a:pt x="67" y="6"/>
                  </a:cubicBezTo>
                  <a:cubicBezTo>
                    <a:pt x="42" y="43"/>
                    <a:pt x="42" y="43"/>
                    <a:pt x="42" y="43"/>
                  </a:cubicBezTo>
                  <a:cubicBezTo>
                    <a:pt x="8" y="51"/>
                    <a:pt x="8" y="51"/>
                    <a:pt x="8" y="51"/>
                  </a:cubicBezTo>
                  <a:cubicBezTo>
                    <a:pt x="4" y="53"/>
                    <a:pt x="0" y="57"/>
                    <a:pt x="2" y="62"/>
                  </a:cubicBezTo>
                  <a:cubicBezTo>
                    <a:pt x="2" y="68"/>
                    <a:pt x="8" y="71"/>
                    <a:pt x="13" y="70"/>
                  </a:cubicBezTo>
                  <a:cubicBezTo>
                    <a:pt x="49" y="62"/>
                    <a:pt x="49" y="62"/>
                    <a:pt x="49" y="62"/>
                  </a:cubicBezTo>
                  <a:cubicBezTo>
                    <a:pt x="52" y="62"/>
                    <a:pt x="55" y="59"/>
                    <a:pt x="56" y="56"/>
                  </a:cubicBezTo>
                  <a:cubicBezTo>
                    <a:pt x="83" y="18"/>
                    <a:pt x="83" y="18"/>
                    <a:pt x="83" y="18"/>
                  </a:cubicBezTo>
                  <a:cubicBezTo>
                    <a:pt x="86" y="12"/>
                    <a:pt x="86" y="6"/>
                    <a:pt x="8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 name="Freeform 314"/>
            <p:cNvSpPr>
              <a:spLocks/>
            </p:cNvSpPr>
            <p:nvPr/>
          </p:nvSpPr>
          <p:spPr bwMode="auto">
            <a:xfrm>
              <a:off x="10761663" y="6294438"/>
              <a:ext cx="68263" cy="401638"/>
            </a:xfrm>
            <a:custGeom>
              <a:avLst/>
              <a:gdLst>
                <a:gd name="T0" fmla="*/ 5 w 16"/>
                <a:gd name="T1" fmla="*/ 39 h 94"/>
                <a:gd name="T2" fmla="*/ 5 w 16"/>
                <a:gd name="T3" fmla="*/ 40 h 94"/>
                <a:gd name="T4" fmla="*/ 5 w 16"/>
                <a:gd name="T5" fmla="*/ 42 h 94"/>
                <a:gd name="T6" fmla="*/ 5 w 16"/>
                <a:gd name="T7" fmla="*/ 84 h 94"/>
                <a:gd name="T8" fmla="*/ 16 w 16"/>
                <a:gd name="T9" fmla="*/ 94 h 94"/>
                <a:gd name="T10" fmla="*/ 14 w 16"/>
                <a:gd name="T11" fmla="*/ 94 h 94"/>
                <a:gd name="T12" fmla="*/ 11 w 16"/>
                <a:gd name="T13" fmla="*/ 94 h 94"/>
                <a:gd name="T14" fmla="*/ 0 w 16"/>
                <a:gd name="T15" fmla="*/ 84 h 94"/>
                <a:gd name="T16" fmla="*/ 0 w 16"/>
                <a:gd name="T17" fmla="*/ 42 h 94"/>
                <a:gd name="T18" fmla="*/ 0 w 16"/>
                <a:gd name="T19" fmla="*/ 40 h 94"/>
                <a:gd name="T20" fmla="*/ 0 w 16"/>
                <a:gd name="T21" fmla="*/ 39 h 94"/>
                <a:gd name="T22" fmla="*/ 0 w 16"/>
                <a:gd name="T23" fmla="*/ 0 h 94"/>
                <a:gd name="T24" fmla="*/ 5 w 16"/>
                <a:gd name="T25" fmla="*/ 3 h 94"/>
                <a:gd name="T26" fmla="*/ 5 w 16"/>
                <a:gd name="T27"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94">
                  <a:moveTo>
                    <a:pt x="5" y="39"/>
                  </a:moveTo>
                  <a:cubicBezTo>
                    <a:pt x="5" y="40"/>
                    <a:pt x="5" y="40"/>
                    <a:pt x="5" y="40"/>
                  </a:cubicBezTo>
                  <a:cubicBezTo>
                    <a:pt x="5" y="40"/>
                    <a:pt x="5" y="40"/>
                    <a:pt x="5" y="42"/>
                  </a:cubicBezTo>
                  <a:cubicBezTo>
                    <a:pt x="5" y="84"/>
                    <a:pt x="5" y="84"/>
                    <a:pt x="5" y="84"/>
                  </a:cubicBezTo>
                  <a:cubicBezTo>
                    <a:pt x="5" y="90"/>
                    <a:pt x="9" y="94"/>
                    <a:pt x="16" y="94"/>
                  </a:cubicBezTo>
                  <a:cubicBezTo>
                    <a:pt x="14" y="94"/>
                    <a:pt x="14" y="94"/>
                    <a:pt x="14" y="94"/>
                  </a:cubicBezTo>
                  <a:cubicBezTo>
                    <a:pt x="11" y="94"/>
                    <a:pt x="11" y="94"/>
                    <a:pt x="11" y="94"/>
                  </a:cubicBezTo>
                  <a:cubicBezTo>
                    <a:pt x="5" y="94"/>
                    <a:pt x="0" y="90"/>
                    <a:pt x="0" y="84"/>
                  </a:cubicBezTo>
                  <a:cubicBezTo>
                    <a:pt x="0" y="42"/>
                    <a:pt x="0" y="42"/>
                    <a:pt x="0" y="42"/>
                  </a:cubicBezTo>
                  <a:cubicBezTo>
                    <a:pt x="0" y="40"/>
                    <a:pt x="0" y="40"/>
                    <a:pt x="0" y="40"/>
                  </a:cubicBezTo>
                  <a:cubicBezTo>
                    <a:pt x="0" y="40"/>
                    <a:pt x="0" y="40"/>
                    <a:pt x="0" y="39"/>
                  </a:cubicBezTo>
                  <a:cubicBezTo>
                    <a:pt x="0" y="0"/>
                    <a:pt x="0" y="0"/>
                    <a:pt x="0" y="0"/>
                  </a:cubicBezTo>
                  <a:cubicBezTo>
                    <a:pt x="2" y="1"/>
                    <a:pt x="3" y="3"/>
                    <a:pt x="5" y="3"/>
                  </a:cubicBezTo>
                  <a:lnTo>
                    <a:pt x="5"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 name="Freeform 315"/>
            <p:cNvSpPr>
              <a:spLocks/>
            </p:cNvSpPr>
            <p:nvPr/>
          </p:nvSpPr>
          <p:spPr bwMode="auto">
            <a:xfrm>
              <a:off x="10748963" y="5781675"/>
              <a:ext cx="217488" cy="914400"/>
            </a:xfrm>
            <a:custGeom>
              <a:avLst/>
              <a:gdLst>
                <a:gd name="T0" fmla="*/ 31 w 51"/>
                <a:gd name="T1" fmla="*/ 0 h 214"/>
                <a:gd name="T2" fmla="*/ 20 w 51"/>
                <a:gd name="T3" fmla="*/ 0 h 214"/>
                <a:gd name="T4" fmla="*/ 0 w 51"/>
                <a:gd name="T5" fmla="*/ 20 h 214"/>
                <a:gd name="T6" fmla="*/ 0 w 51"/>
                <a:gd name="T7" fmla="*/ 23 h 214"/>
                <a:gd name="T8" fmla="*/ 8 w 51"/>
                <a:gd name="T9" fmla="*/ 14 h 214"/>
                <a:gd name="T10" fmla="*/ 31 w 51"/>
                <a:gd name="T11" fmla="*/ 9 h 214"/>
                <a:gd name="T12" fmla="*/ 34 w 51"/>
                <a:gd name="T13" fmla="*/ 33 h 214"/>
                <a:gd name="T14" fmla="*/ 0 w 51"/>
                <a:gd name="T15" fmla="*/ 81 h 214"/>
                <a:gd name="T16" fmla="*/ 0 w 51"/>
                <a:gd name="T17" fmla="*/ 98 h 214"/>
                <a:gd name="T18" fmla="*/ 12 w 51"/>
                <a:gd name="T19" fmla="*/ 116 h 214"/>
                <a:gd name="T20" fmla="*/ 12 w 51"/>
                <a:gd name="T21" fmla="*/ 116 h 214"/>
                <a:gd name="T22" fmla="*/ 12 w 51"/>
                <a:gd name="T23" fmla="*/ 160 h 214"/>
                <a:gd name="T24" fmla="*/ 12 w 51"/>
                <a:gd name="T25" fmla="*/ 160 h 214"/>
                <a:gd name="T26" fmla="*/ 12 w 51"/>
                <a:gd name="T27" fmla="*/ 162 h 214"/>
                <a:gd name="T28" fmla="*/ 12 w 51"/>
                <a:gd name="T29" fmla="*/ 204 h 214"/>
                <a:gd name="T30" fmla="*/ 25 w 51"/>
                <a:gd name="T31" fmla="*/ 214 h 214"/>
                <a:gd name="T32" fmla="*/ 28 w 51"/>
                <a:gd name="T33" fmla="*/ 214 h 214"/>
                <a:gd name="T34" fmla="*/ 37 w 51"/>
                <a:gd name="T35" fmla="*/ 204 h 214"/>
                <a:gd name="T36" fmla="*/ 37 w 51"/>
                <a:gd name="T37" fmla="*/ 162 h 214"/>
                <a:gd name="T38" fmla="*/ 37 w 51"/>
                <a:gd name="T39" fmla="*/ 160 h 214"/>
                <a:gd name="T40" fmla="*/ 37 w 51"/>
                <a:gd name="T41" fmla="*/ 160 h 214"/>
                <a:gd name="T42" fmla="*/ 37 w 51"/>
                <a:gd name="T43" fmla="*/ 116 h 214"/>
                <a:gd name="T44" fmla="*/ 37 w 51"/>
                <a:gd name="T45" fmla="*/ 116 h 214"/>
                <a:gd name="T46" fmla="*/ 51 w 51"/>
                <a:gd name="T47" fmla="*/ 98 h 214"/>
                <a:gd name="T48" fmla="*/ 51 w 51"/>
                <a:gd name="T49" fmla="*/ 20 h 214"/>
                <a:gd name="T50" fmla="*/ 31 w 51"/>
                <a:gd name="T51"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1" h="214">
                  <a:moveTo>
                    <a:pt x="31" y="0"/>
                  </a:moveTo>
                  <a:cubicBezTo>
                    <a:pt x="20" y="0"/>
                    <a:pt x="20" y="0"/>
                    <a:pt x="20" y="0"/>
                  </a:cubicBezTo>
                  <a:cubicBezTo>
                    <a:pt x="9" y="0"/>
                    <a:pt x="0" y="9"/>
                    <a:pt x="0" y="20"/>
                  </a:cubicBezTo>
                  <a:cubicBezTo>
                    <a:pt x="0" y="23"/>
                    <a:pt x="0" y="23"/>
                    <a:pt x="0" y="23"/>
                  </a:cubicBezTo>
                  <a:cubicBezTo>
                    <a:pt x="8" y="14"/>
                    <a:pt x="8" y="14"/>
                    <a:pt x="8" y="14"/>
                  </a:cubicBezTo>
                  <a:cubicBezTo>
                    <a:pt x="12" y="5"/>
                    <a:pt x="22" y="5"/>
                    <a:pt x="31" y="9"/>
                  </a:cubicBezTo>
                  <a:cubicBezTo>
                    <a:pt x="37" y="14"/>
                    <a:pt x="40" y="23"/>
                    <a:pt x="34" y="33"/>
                  </a:cubicBezTo>
                  <a:cubicBezTo>
                    <a:pt x="0" y="81"/>
                    <a:pt x="0" y="81"/>
                    <a:pt x="0" y="81"/>
                  </a:cubicBezTo>
                  <a:cubicBezTo>
                    <a:pt x="0" y="98"/>
                    <a:pt x="0" y="98"/>
                    <a:pt x="0" y="98"/>
                  </a:cubicBezTo>
                  <a:cubicBezTo>
                    <a:pt x="0" y="106"/>
                    <a:pt x="6" y="113"/>
                    <a:pt x="12" y="116"/>
                  </a:cubicBezTo>
                  <a:cubicBezTo>
                    <a:pt x="12" y="116"/>
                    <a:pt x="12" y="116"/>
                    <a:pt x="12" y="116"/>
                  </a:cubicBezTo>
                  <a:cubicBezTo>
                    <a:pt x="12" y="160"/>
                    <a:pt x="12" y="160"/>
                    <a:pt x="12" y="160"/>
                  </a:cubicBezTo>
                  <a:cubicBezTo>
                    <a:pt x="12" y="160"/>
                    <a:pt x="12" y="160"/>
                    <a:pt x="12" y="160"/>
                  </a:cubicBezTo>
                  <a:cubicBezTo>
                    <a:pt x="12" y="162"/>
                    <a:pt x="12" y="162"/>
                    <a:pt x="12" y="162"/>
                  </a:cubicBezTo>
                  <a:cubicBezTo>
                    <a:pt x="12" y="204"/>
                    <a:pt x="12" y="204"/>
                    <a:pt x="12" y="204"/>
                  </a:cubicBezTo>
                  <a:cubicBezTo>
                    <a:pt x="12" y="210"/>
                    <a:pt x="19" y="214"/>
                    <a:pt x="25" y="214"/>
                  </a:cubicBezTo>
                  <a:cubicBezTo>
                    <a:pt x="28" y="214"/>
                    <a:pt x="28" y="214"/>
                    <a:pt x="28" y="214"/>
                  </a:cubicBezTo>
                  <a:cubicBezTo>
                    <a:pt x="34" y="214"/>
                    <a:pt x="37" y="210"/>
                    <a:pt x="37" y="204"/>
                  </a:cubicBezTo>
                  <a:cubicBezTo>
                    <a:pt x="37" y="162"/>
                    <a:pt x="37" y="162"/>
                    <a:pt x="37" y="162"/>
                  </a:cubicBezTo>
                  <a:cubicBezTo>
                    <a:pt x="37" y="160"/>
                    <a:pt x="37" y="160"/>
                    <a:pt x="37" y="160"/>
                  </a:cubicBezTo>
                  <a:cubicBezTo>
                    <a:pt x="37" y="160"/>
                    <a:pt x="37" y="160"/>
                    <a:pt x="37" y="160"/>
                  </a:cubicBezTo>
                  <a:cubicBezTo>
                    <a:pt x="37" y="116"/>
                    <a:pt x="37" y="116"/>
                    <a:pt x="37" y="116"/>
                  </a:cubicBezTo>
                  <a:cubicBezTo>
                    <a:pt x="37" y="116"/>
                    <a:pt x="37" y="116"/>
                    <a:pt x="37" y="116"/>
                  </a:cubicBezTo>
                  <a:cubicBezTo>
                    <a:pt x="47" y="113"/>
                    <a:pt x="51" y="106"/>
                    <a:pt x="51" y="98"/>
                  </a:cubicBezTo>
                  <a:cubicBezTo>
                    <a:pt x="51" y="20"/>
                    <a:pt x="51" y="20"/>
                    <a:pt x="51" y="20"/>
                  </a:cubicBezTo>
                  <a:cubicBezTo>
                    <a:pt x="51" y="9"/>
                    <a:pt x="42" y="0"/>
                    <a:pt x="3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 name="Freeform 316"/>
            <p:cNvSpPr>
              <a:spLocks/>
            </p:cNvSpPr>
            <p:nvPr/>
          </p:nvSpPr>
          <p:spPr bwMode="auto">
            <a:xfrm>
              <a:off x="7856538" y="5834063"/>
              <a:ext cx="227013" cy="225425"/>
            </a:xfrm>
            <a:custGeom>
              <a:avLst/>
              <a:gdLst>
                <a:gd name="T0" fmla="*/ 46 w 53"/>
                <a:gd name="T1" fmla="*/ 14 h 53"/>
                <a:gd name="T2" fmla="*/ 40 w 53"/>
                <a:gd name="T3" fmla="*/ 45 h 53"/>
                <a:gd name="T4" fmla="*/ 9 w 53"/>
                <a:gd name="T5" fmla="*/ 39 h 53"/>
                <a:gd name="T6" fmla="*/ 14 w 53"/>
                <a:gd name="T7" fmla="*/ 8 h 53"/>
                <a:gd name="T8" fmla="*/ 46 w 53"/>
                <a:gd name="T9" fmla="*/ 14 h 53"/>
              </a:gdLst>
              <a:ahLst/>
              <a:cxnLst>
                <a:cxn ang="0">
                  <a:pos x="T0" y="T1"/>
                </a:cxn>
                <a:cxn ang="0">
                  <a:pos x="T2" y="T3"/>
                </a:cxn>
                <a:cxn ang="0">
                  <a:pos x="T4" y="T5"/>
                </a:cxn>
                <a:cxn ang="0">
                  <a:pos x="T6" y="T7"/>
                </a:cxn>
                <a:cxn ang="0">
                  <a:pos x="T8" y="T9"/>
                </a:cxn>
              </a:cxnLst>
              <a:rect l="0" t="0" r="r" b="b"/>
              <a:pathLst>
                <a:path w="53" h="53">
                  <a:moveTo>
                    <a:pt x="46" y="14"/>
                  </a:moveTo>
                  <a:cubicBezTo>
                    <a:pt x="53" y="24"/>
                    <a:pt x="51" y="39"/>
                    <a:pt x="40" y="45"/>
                  </a:cubicBezTo>
                  <a:cubicBezTo>
                    <a:pt x="31" y="53"/>
                    <a:pt x="15" y="52"/>
                    <a:pt x="9" y="39"/>
                  </a:cubicBezTo>
                  <a:cubicBezTo>
                    <a:pt x="0" y="30"/>
                    <a:pt x="3" y="14"/>
                    <a:pt x="14" y="8"/>
                  </a:cubicBezTo>
                  <a:cubicBezTo>
                    <a:pt x="25" y="0"/>
                    <a:pt x="39" y="2"/>
                    <a:pt x="46"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 name="Freeform 317"/>
            <p:cNvSpPr>
              <a:spLocks/>
            </p:cNvSpPr>
            <p:nvPr/>
          </p:nvSpPr>
          <p:spPr bwMode="auto">
            <a:xfrm>
              <a:off x="8061325" y="6081713"/>
              <a:ext cx="128588" cy="465138"/>
            </a:xfrm>
            <a:custGeom>
              <a:avLst/>
              <a:gdLst>
                <a:gd name="T0" fmla="*/ 30 w 30"/>
                <a:gd name="T1" fmla="*/ 95 h 109"/>
                <a:gd name="T2" fmla="*/ 20 w 30"/>
                <a:gd name="T3" fmla="*/ 59 h 109"/>
                <a:gd name="T4" fmla="*/ 26 w 30"/>
                <a:gd name="T5" fmla="*/ 12 h 109"/>
                <a:gd name="T6" fmla="*/ 17 w 30"/>
                <a:gd name="T7" fmla="*/ 0 h 109"/>
                <a:gd name="T8" fmla="*/ 8 w 30"/>
                <a:gd name="T9" fmla="*/ 9 h 109"/>
                <a:gd name="T10" fmla="*/ 0 w 30"/>
                <a:gd name="T11" fmla="*/ 56 h 109"/>
                <a:gd name="T12" fmla="*/ 2 w 30"/>
                <a:gd name="T13" fmla="*/ 60 h 109"/>
                <a:gd name="T14" fmla="*/ 2 w 30"/>
                <a:gd name="T15" fmla="*/ 62 h 109"/>
                <a:gd name="T16" fmla="*/ 9 w 30"/>
                <a:gd name="T17" fmla="*/ 99 h 109"/>
                <a:gd name="T18" fmla="*/ 22 w 30"/>
                <a:gd name="T19" fmla="*/ 106 h 109"/>
                <a:gd name="T20" fmla="*/ 30 w 30"/>
                <a:gd name="T21" fmla="*/ 95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109">
                  <a:moveTo>
                    <a:pt x="30" y="95"/>
                  </a:moveTo>
                  <a:cubicBezTo>
                    <a:pt x="20" y="59"/>
                    <a:pt x="20" y="59"/>
                    <a:pt x="20" y="59"/>
                  </a:cubicBezTo>
                  <a:cubicBezTo>
                    <a:pt x="26" y="12"/>
                    <a:pt x="26" y="12"/>
                    <a:pt x="26" y="12"/>
                  </a:cubicBezTo>
                  <a:cubicBezTo>
                    <a:pt x="26" y="6"/>
                    <a:pt x="23" y="1"/>
                    <a:pt x="17" y="0"/>
                  </a:cubicBezTo>
                  <a:cubicBezTo>
                    <a:pt x="13" y="0"/>
                    <a:pt x="8" y="3"/>
                    <a:pt x="8" y="9"/>
                  </a:cubicBezTo>
                  <a:cubicBezTo>
                    <a:pt x="0" y="56"/>
                    <a:pt x="0" y="56"/>
                    <a:pt x="0" y="56"/>
                  </a:cubicBezTo>
                  <a:cubicBezTo>
                    <a:pt x="0" y="59"/>
                    <a:pt x="0" y="59"/>
                    <a:pt x="2" y="60"/>
                  </a:cubicBezTo>
                  <a:cubicBezTo>
                    <a:pt x="2" y="62"/>
                    <a:pt x="2" y="62"/>
                    <a:pt x="2" y="62"/>
                  </a:cubicBezTo>
                  <a:cubicBezTo>
                    <a:pt x="9" y="99"/>
                    <a:pt x="9" y="99"/>
                    <a:pt x="9" y="99"/>
                  </a:cubicBezTo>
                  <a:cubicBezTo>
                    <a:pt x="11" y="104"/>
                    <a:pt x="17" y="109"/>
                    <a:pt x="22" y="106"/>
                  </a:cubicBezTo>
                  <a:cubicBezTo>
                    <a:pt x="26" y="106"/>
                    <a:pt x="30" y="99"/>
                    <a:pt x="30" y="9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 name="Freeform 318"/>
            <p:cNvSpPr>
              <a:spLocks/>
            </p:cNvSpPr>
            <p:nvPr/>
          </p:nvSpPr>
          <p:spPr bwMode="auto">
            <a:xfrm>
              <a:off x="8010525" y="5988050"/>
              <a:ext cx="720725" cy="490538"/>
            </a:xfrm>
            <a:custGeom>
              <a:avLst/>
              <a:gdLst>
                <a:gd name="T0" fmla="*/ 163 w 169"/>
                <a:gd name="T1" fmla="*/ 81 h 115"/>
                <a:gd name="T2" fmla="*/ 124 w 169"/>
                <a:gd name="T3" fmla="*/ 62 h 115"/>
                <a:gd name="T4" fmla="*/ 116 w 169"/>
                <a:gd name="T5" fmla="*/ 62 h 115"/>
                <a:gd name="T6" fmla="*/ 115 w 169"/>
                <a:gd name="T7" fmla="*/ 62 h 115"/>
                <a:gd name="T8" fmla="*/ 91 w 169"/>
                <a:gd name="T9" fmla="*/ 73 h 115"/>
                <a:gd name="T10" fmla="*/ 48 w 169"/>
                <a:gd name="T11" fmla="*/ 12 h 115"/>
                <a:gd name="T12" fmla="*/ 20 w 169"/>
                <a:gd name="T13" fmla="*/ 6 h 115"/>
                <a:gd name="T14" fmla="*/ 10 w 169"/>
                <a:gd name="T15" fmla="*/ 12 h 115"/>
                <a:gd name="T16" fmla="*/ 6 w 169"/>
                <a:gd name="T17" fmla="*/ 41 h 115"/>
                <a:gd name="T18" fmla="*/ 10 w 169"/>
                <a:gd name="T19" fmla="*/ 47 h 115"/>
                <a:gd name="T20" fmla="*/ 10 w 169"/>
                <a:gd name="T21" fmla="*/ 33 h 115"/>
                <a:gd name="T22" fmla="*/ 10 w 169"/>
                <a:gd name="T23" fmla="*/ 33 h 115"/>
                <a:gd name="T24" fmla="*/ 12 w 169"/>
                <a:gd name="T25" fmla="*/ 28 h 115"/>
                <a:gd name="T26" fmla="*/ 32 w 169"/>
                <a:gd name="T27" fmla="*/ 14 h 115"/>
                <a:gd name="T28" fmla="*/ 46 w 169"/>
                <a:gd name="T29" fmla="*/ 34 h 115"/>
                <a:gd name="T30" fmla="*/ 40 w 169"/>
                <a:gd name="T31" fmla="*/ 78 h 115"/>
                <a:gd name="T32" fmla="*/ 40 w 169"/>
                <a:gd name="T33" fmla="*/ 78 h 115"/>
                <a:gd name="T34" fmla="*/ 38 w 169"/>
                <a:gd name="T35" fmla="*/ 81 h 115"/>
                <a:gd name="T36" fmla="*/ 42 w 169"/>
                <a:gd name="T37" fmla="*/ 93 h 115"/>
                <a:gd name="T38" fmla="*/ 51 w 169"/>
                <a:gd name="T39" fmla="*/ 104 h 115"/>
                <a:gd name="T40" fmla="*/ 79 w 169"/>
                <a:gd name="T41" fmla="*/ 109 h 115"/>
                <a:gd name="T42" fmla="*/ 88 w 169"/>
                <a:gd name="T43" fmla="*/ 103 h 115"/>
                <a:gd name="T44" fmla="*/ 88 w 169"/>
                <a:gd name="T45" fmla="*/ 103 h 115"/>
                <a:gd name="T46" fmla="*/ 119 w 169"/>
                <a:gd name="T47" fmla="*/ 87 h 115"/>
                <a:gd name="T48" fmla="*/ 152 w 169"/>
                <a:gd name="T49" fmla="*/ 103 h 115"/>
                <a:gd name="T50" fmla="*/ 166 w 169"/>
                <a:gd name="T51" fmla="*/ 98 h 115"/>
                <a:gd name="T52" fmla="*/ 168 w 169"/>
                <a:gd name="T53" fmla="*/ 95 h 115"/>
                <a:gd name="T54" fmla="*/ 163 w 169"/>
                <a:gd name="T55" fmla="*/ 81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9" h="115">
                  <a:moveTo>
                    <a:pt x="163" y="81"/>
                  </a:moveTo>
                  <a:cubicBezTo>
                    <a:pt x="124" y="62"/>
                    <a:pt x="124" y="62"/>
                    <a:pt x="124" y="62"/>
                  </a:cubicBezTo>
                  <a:cubicBezTo>
                    <a:pt x="122" y="61"/>
                    <a:pt x="119" y="61"/>
                    <a:pt x="116" y="62"/>
                  </a:cubicBezTo>
                  <a:cubicBezTo>
                    <a:pt x="116" y="62"/>
                    <a:pt x="116" y="62"/>
                    <a:pt x="115" y="62"/>
                  </a:cubicBezTo>
                  <a:cubicBezTo>
                    <a:pt x="91" y="73"/>
                    <a:pt x="91" y="73"/>
                    <a:pt x="91" y="73"/>
                  </a:cubicBezTo>
                  <a:cubicBezTo>
                    <a:pt x="48" y="12"/>
                    <a:pt x="48" y="12"/>
                    <a:pt x="48" y="12"/>
                  </a:cubicBezTo>
                  <a:cubicBezTo>
                    <a:pt x="42" y="3"/>
                    <a:pt x="29" y="0"/>
                    <a:pt x="20" y="6"/>
                  </a:cubicBezTo>
                  <a:cubicBezTo>
                    <a:pt x="10" y="12"/>
                    <a:pt x="10" y="12"/>
                    <a:pt x="10" y="12"/>
                  </a:cubicBezTo>
                  <a:cubicBezTo>
                    <a:pt x="1" y="19"/>
                    <a:pt x="0" y="31"/>
                    <a:pt x="6" y="41"/>
                  </a:cubicBezTo>
                  <a:cubicBezTo>
                    <a:pt x="10" y="47"/>
                    <a:pt x="10" y="47"/>
                    <a:pt x="10" y="47"/>
                  </a:cubicBezTo>
                  <a:cubicBezTo>
                    <a:pt x="10" y="33"/>
                    <a:pt x="10" y="33"/>
                    <a:pt x="10" y="33"/>
                  </a:cubicBezTo>
                  <a:cubicBezTo>
                    <a:pt x="10" y="33"/>
                    <a:pt x="10" y="33"/>
                    <a:pt x="10" y="33"/>
                  </a:cubicBezTo>
                  <a:cubicBezTo>
                    <a:pt x="12" y="28"/>
                    <a:pt x="12" y="28"/>
                    <a:pt x="12" y="28"/>
                  </a:cubicBezTo>
                  <a:cubicBezTo>
                    <a:pt x="14" y="19"/>
                    <a:pt x="23" y="12"/>
                    <a:pt x="32" y="14"/>
                  </a:cubicBezTo>
                  <a:cubicBezTo>
                    <a:pt x="42" y="16"/>
                    <a:pt x="48" y="25"/>
                    <a:pt x="46" y="34"/>
                  </a:cubicBezTo>
                  <a:cubicBezTo>
                    <a:pt x="40" y="78"/>
                    <a:pt x="40" y="78"/>
                    <a:pt x="40" y="78"/>
                  </a:cubicBezTo>
                  <a:cubicBezTo>
                    <a:pt x="40" y="78"/>
                    <a:pt x="40" y="78"/>
                    <a:pt x="40" y="78"/>
                  </a:cubicBezTo>
                  <a:cubicBezTo>
                    <a:pt x="40" y="78"/>
                    <a:pt x="38" y="79"/>
                    <a:pt x="38" y="81"/>
                  </a:cubicBezTo>
                  <a:cubicBezTo>
                    <a:pt x="42" y="93"/>
                    <a:pt x="42" y="93"/>
                    <a:pt x="42" y="93"/>
                  </a:cubicBezTo>
                  <a:cubicBezTo>
                    <a:pt x="51" y="104"/>
                    <a:pt x="51" y="104"/>
                    <a:pt x="51" y="104"/>
                  </a:cubicBezTo>
                  <a:cubicBezTo>
                    <a:pt x="57" y="114"/>
                    <a:pt x="70" y="115"/>
                    <a:pt x="79" y="109"/>
                  </a:cubicBezTo>
                  <a:cubicBezTo>
                    <a:pt x="88" y="103"/>
                    <a:pt x="88" y="103"/>
                    <a:pt x="88" y="103"/>
                  </a:cubicBezTo>
                  <a:cubicBezTo>
                    <a:pt x="88" y="103"/>
                    <a:pt x="88" y="103"/>
                    <a:pt x="88" y="103"/>
                  </a:cubicBezTo>
                  <a:cubicBezTo>
                    <a:pt x="119" y="87"/>
                    <a:pt x="119" y="87"/>
                    <a:pt x="119" y="87"/>
                  </a:cubicBezTo>
                  <a:cubicBezTo>
                    <a:pt x="152" y="103"/>
                    <a:pt x="152" y="103"/>
                    <a:pt x="152" y="103"/>
                  </a:cubicBezTo>
                  <a:cubicBezTo>
                    <a:pt x="157" y="106"/>
                    <a:pt x="163" y="103"/>
                    <a:pt x="166" y="98"/>
                  </a:cubicBezTo>
                  <a:cubicBezTo>
                    <a:pt x="168" y="95"/>
                    <a:pt x="168" y="95"/>
                    <a:pt x="168" y="95"/>
                  </a:cubicBezTo>
                  <a:cubicBezTo>
                    <a:pt x="169" y="90"/>
                    <a:pt x="168" y="84"/>
                    <a:pt x="163"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 name="Freeform 319"/>
            <p:cNvSpPr>
              <a:spLocks/>
            </p:cNvSpPr>
            <p:nvPr/>
          </p:nvSpPr>
          <p:spPr bwMode="auto">
            <a:xfrm>
              <a:off x="8027988" y="6205538"/>
              <a:ext cx="20638" cy="46038"/>
            </a:xfrm>
            <a:custGeom>
              <a:avLst/>
              <a:gdLst>
                <a:gd name="T0" fmla="*/ 2 w 5"/>
                <a:gd name="T1" fmla="*/ 2 h 11"/>
                <a:gd name="T2" fmla="*/ 0 w 5"/>
                <a:gd name="T3" fmla="*/ 7 h 11"/>
                <a:gd name="T4" fmla="*/ 3 w 5"/>
                <a:gd name="T5" fmla="*/ 11 h 11"/>
                <a:gd name="T6" fmla="*/ 5 w 5"/>
                <a:gd name="T7" fmla="*/ 2 h 11"/>
                <a:gd name="T8" fmla="*/ 2 w 5"/>
                <a:gd name="T9" fmla="*/ 2 h 11"/>
              </a:gdLst>
              <a:ahLst/>
              <a:cxnLst>
                <a:cxn ang="0">
                  <a:pos x="T0" y="T1"/>
                </a:cxn>
                <a:cxn ang="0">
                  <a:pos x="T2" y="T3"/>
                </a:cxn>
                <a:cxn ang="0">
                  <a:pos x="T4" y="T5"/>
                </a:cxn>
                <a:cxn ang="0">
                  <a:pos x="T6" y="T7"/>
                </a:cxn>
                <a:cxn ang="0">
                  <a:pos x="T8" y="T9"/>
                </a:cxn>
              </a:cxnLst>
              <a:rect l="0" t="0" r="r" b="b"/>
              <a:pathLst>
                <a:path w="5" h="11">
                  <a:moveTo>
                    <a:pt x="2" y="2"/>
                  </a:moveTo>
                  <a:cubicBezTo>
                    <a:pt x="0" y="2"/>
                    <a:pt x="0" y="5"/>
                    <a:pt x="0" y="7"/>
                  </a:cubicBezTo>
                  <a:cubicBezTo>
                    <a:pt x="3" y="11"/>
                    <a:pt x="3" y="11"/>
                    <a:pt x="3" y="11"/>
                  </a:cubicBezTo>
                  <a:cubicBezTo>
                    <a:pt x="5" y="2"/>
                    <a:pt x="5" y="2"/>
                    <a:pt x="5" y="2"/>
                  </a:cubicBezTo>
                  <a:cubicBezTo>
                    <a:pt x="3" y="0"/>
                    <a:pt x="3"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 name="Freeform 320"/>
            <p:cNvSpPr>
              <a:spLocks/>
            </p:cNvSpPr>
            <p:nvPr/>
          </p:nvSpPr>
          <p:spPr bwMode="auto">
            <a:xfrm>
              <a:off x="8202613" y="6405563"/>
              <a:ext cx="371475" cy="311150"/>
            </a:xfrm>
            <a:custGeom>
              <a:avLst/>
              <a:gdLst>
                <a:gd name="T0" fmla="*/ 85 w 87"/>
                <a:gd name="T1" fmla="*/ 39 h 73"/>
                <a:gd name="T2" fmla="*/ 59 w 87"/>
                <a:gd name="T3" fmla="*/ 2 h 73"/>
                <a:gd name="T4" fmla="*/ 56 w 87"/>
                <a:gd name="T5" fmla="*/ 2 h 73"/>
                <a:gd name="T6" fmla="*/ 54 w 87"/>
                <a:gd name="T7" fmla="*/ 2 h 73"/>
                <a:gd name="T8" fmla="*/ 53 w 87"/>
                <a:gd name="T9" fmla="*/ 2 h 73"/>
                <a:gd name="T10" fmla="*/ 18 w 87"/>
                <a:gd name="T11" fmla="*/ 28 h 73"/>
                <a:gd name="T12" fmla="*/ 0 w 87"/>
                <a:gd name="T13" fmla="*/ 2 h 73"/>
                <a:gd name="T14" fmla="*/ 1 w 87"/>
                <a:gd name="T15" fmla="*/ 11 h 73"/>
                <a:gd name="T16" fmla="*/ 1 w 87"/>
                <a:gd name="T17" fmla="*/ 11 h 73"/>
                <a:gd name="T18" fmla="*/ 3 w 87"/>
                <a:gd name="T19" fmla="*/ 14 h 73"/>
                <a:gd name="T20" fmla="*/ 3 w 87"/>
                <a:gd name="T21" fmla="*/ 20 h 73"/>
                <a:gd name="T22" fmla="*/ 39 w 87"/>
                <a:gd name="T23" fmla="*/ 72 h 73"/>
                <a:gd name="T24" fmla="*/ 43 w 87"/>
                <a:gd name="T25" fmla="*/ 73 h 73"/>
                <a:gd name="T26" fmla="*/ 45 w 87"/>
                <a:gd name="T27" fmla="*/ 67 h 73"/>
                <a:gd name="T28" fmla="*/ 21 w 87"/>
                <a:gd name="T29" fmla="*/ 34 h 73"/>
                <a:gd name="T30" fmla="*/ 56 w 87"/>
                <a:gd name="T31" fmla="*/ 11 h 73"/>
                <a:gd name="T32" fmla="*/ 79 w 87"/>
                <a:gd name="T33" fmla="*/ 42 h 73"/>
                <a:gd name="T34" fmla="*/ 84 w 87"/>
                <a:gd name="T35" fmla="*/ 44 h 73"/>
                <a:gd name="T36" fmla="*/ 85 w 87"/>
                <a:gd name="T37" fmla="*/ 39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73">
                  <a:moveTo>
                    <a:pt x="85" y="39"/>
                  </a:moveTo>
                  <a:cubicBezTo>
                    <a:pt x="59" y="2"/>
                    <a:pt x="59" y="2"/>
                    <a:pt x="59" y="2"/>
                  </a:cubicBezTo>
                  <a:cubicBezTo>
                    <a:pt x="59" y="2"/>
                    <a:pt x="56" y="0"/>
                    <a:pt x="56" y="2"/>
                  </a:cubicBezTo>
                  <a:cubicBezTo>
                    <a:pt x="54" y="2"/>
                    <a:pt x="54" y="2"/>
                    <a:pt x="54" y="2"/>
                  </a:cubicBezTo>
                  <a:cubicBezTo>
                    <a:pt x="54" y="2"/>
                    <a:pt x="54" y="2"/>
                    <a:pt x="53" y="2"/>
                  </a:cubicBezTo>
                  <a:cubicBezTo>
                    <a:pt x="18" y="28"/>
                    <a:pt x="18" y="28"/>
                    <a:pt x="18" y="28"/>
                  </a:cubicBezTo>
                  <a:cubicBezTo>
                    <a:pt x="0" y="2"/>
                    <a:pt x="0" y="2"/>
                    <a:pt x="0" y="2"/>
                  </a:cubicBezTo>
                  <a:cubicBezTo>
                    <a:pt x="1" y="11"/>
                    <a:pt x="1" y="11"/>
                    <a:pt x="1" y="11"/>
                  </a:cubicBezTo>
                  <a:cubicBezTo>
                    <a:pt x="1" y="11"/>
                    <a:pt x="1" y="11"/>
                    <a:pt x="1" y="11"/>
                  </a:cubicBezTo>
                  <a:cubicBezTo>
                    <a:pt x="3" y="14"/>
                    <a:pt x="3" y="14"/>
                    <a:pt x="3" y="14"/>
                  </a:cubicBezTo>
                  <a:cubicBezTo>
                    <a:pt x="3" y="17"/>
                    <a:pt x="3" y="19"/>
                    <a:pt x="3" y="20"/>
                  </a:cubicBezTo>
                  <a:cubicBezTo>
                    <a:pt x="39" y="72"/>
                    <a:pt x="39" y="72"/>
                    <a:pt x="39" y="72"/>
                  </a:cubicBezTo>
                  <a:cubicBezTo>
                    <a:pt x="40" y="73"/>
                    <a:pt x="43" y="73"/>
                    <a:pt x="43" y="73"/>
                  </a:cubicBezTo>
                  <a:cubicBezTo>
                    <a:pt x="46" y="72"/>
                    <a:pt x="46" y="68"/>
                    <a:pt x="45" y="67"/>
                  </a:cubicBezTo>
                  <a:cubicBezTo>
                    <a:pt x="21" y="34"/>
                    <a:pt x="21" y="34"/>
                    <a:pt x="21" y="34"/>
                  </a:cubicBezTo>
                  <a:cubicBezTo>
                    <a:pt x="56" y="11"/>
                    <a:pt x="56" y="11"/>
                    <a:pt x="56" y="11"/>
                  </a:cubicBezTo>
                  <a:cubicBezTo>
                    <a:pt x="79" y="42"/>
                    <a:pt x="79" y="42"/>
                    <a:pt x="79" y="42"/>
                  </a:cubicBezTo>
                  <a:cubicBezTo>
                    <a:pt x="81" y="45"/>
                    <a:pt x="84" y="45"/>
                    <a:pt x="84" y="44"/>
                  </a:cubicBezTo>
                  <a:cubicBezTo>
                    <a:pt x="87" y="42"/>
                    <a:pt x="87" y="41"/>
                    <a:pt x="85"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 name="Freeform 321"/>
            <p:cNvSpPr>
              <a:spLocks/>
            </p:cNvSpPr>
            <p:nvPr/>
          </p:nvSpPr>
          <p:spPr bwMode="auto">
            <a:xfrm>
              <a:off x="8154988" y="5700713"/>
              <a:ext cx="120650" cy="320675"/>
            </a:xfrm>
            <a:custGeom>
              <a:avLst/>
              <a:gdLst>
                <a:gd name="T0" fmla="*/ 28 w 28"/>
                <a:gd name="T1" fmla="*/ 11 h 75"/>
                <a:gd name="T2" fmla="*/ 17 w 28"/>
                <a:gd name="T3" fmla="*/ 0 h 75"/>
                <a:gd name="T4" fmla="*/ 8 w 28"/>
                <a:gd name="T5" fmla="*/ 11 h 75"/>
                <a:gd name="T6" fmla="*/ 8 w 28"/>
                <a:gd name="T7" fmla="*/ 48 h 75"/>
                <a:gd name="T8" fmla="*/ 0 w 28"/>
                <a:gd name="T9" fmla="*/ 64 h 75"/>
                <a:gd name="T10" fmla="*/ 17 w 28"/>
                <a:gd name="T11" fmla="*/ 75 h 75"/>
                <a:gd name="T12" fmla="*/ 26 w 28"/>
                <a:gd name="T13" fmla="*/ 55 h 75"/>
                <a:gd name="T14" fmla="*/ 26 w 28"/>
                <a:gd name="T15" fmla="*/ 52 h 75"/>
                <a:gd name="T16" fmla="*/ 26 w 28"/>
                <a:gd name="T17" fmla="*/ 48 h 75"/>
                <a:gd name="T18" fmla="*/ 28 w 28"/>
                <a:gd name="T19"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75">
                  <a:moveTo>
                    <a:pt x="28" y="11"/>
                  </a:moveTo>
                  <a:cubicBezTo>
                    <a:pt x="28" y="5"/>
                    <a:pt x="23" y="2"/>
                    <a:pt x="17" y="0"/>
                  </a:cubicBezTo>
                  <a:cubicBezTo>
                    <a:pt x="14" y="0"/>
                    <a:pt x="8" y="5"/>
                    <a:pt x="8" y="11"/>
                  </a:cubicBezTo>
                  <a:cubicBezTo>
                    <a:pt x="8" y="48"/>
                    <a:pt x="8" y="48"/>
                    <a:pt x="8" y="48"/>
                  </a:cubicBezTo>
                  <a:cubicBezTo>
                    <a:pt x="0" y="64"/>
                    <a:pt x="0" y="64"/>
                    <a:pt x="0" y="64"/>
                  </a:cubicBezTo>
                  <a:cubicBezTo>
                    <a:pt x="6" y="66"/>
                    <a:pt x="12" y="70"/>
                    <a:pt x="17" y="75"/>
                  </a:cubicBezTo>
                  <a:cubicBezTo>
                    <a:pt x="26" y="55"/>
                    <a:pt x="26" y="55"/>
                    <a:pt x="26" y="55"/>
                  </a:cubicBezTo>
                  <a:cubicBezTo>
                    <a:pt x="26" y="53"/>
                    <a:pt x="26" y="52"/>
                    <a:pt x="26" y="52"/>
                  </a:cubicBezTo>
                  <a:cubicBezTo>
                    <a:pt x="26" y="50"/>
                    <a:pt x="26" y="48"/>
                    <a:pt x="26" y="48"/>
                  </a:cubicBezTo>
                  <a:lnTo>
                    <a:pt x="28"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 name="Freeform 322"/>
            <p:cNvSpPr>
              <a:spLocks/>
            </p:cNvSpPr>
            <p:nvPr/>
          </p:nvSpPr>
          <p:spPr bwMode="auto">
            <a:xfrm>
              <a:off x="8359775" y="6056313"/>
              <a:ext cx="290513" cy="207963"/>
            </a:xfrm>
            <a:custGeom>
              <a:avLst/>
              <a:gdLst>
                <a:gd name="T0" fmla="*/ 68 w 68"/>
                <a:gd name="T1" fmla="*/ 12 h 49"/>
                <a:gd name="T2" fmla="*/ 67 w 68"/>
                <a:gd name="T3" fmla="*/ 9 h 49"/>
                <a:gd name="T4" fmla="*/ 53 w 68"/>
                <a:gd name="T5" fmla="*/ 3 h 49"/>
                <a:gd name="T6" fmla="*/ 12 w 68"/>
                <a:gd name="T7" fmla="*/ 14 h 49"/>
                <a:gd name="T8" fmla="*/ 6 w 68"/>
                <a:gd name="T9" fmla="*/ 18 h 49"/>
                <a:gd name="T10" fmla="*/ 6 w 68"/>
                <a:gd name="T11" fmla="*/ 21 h 49"/>
                <a:gd name="T12" fmla="*/ 0 w 68"/>
                <a:gd name="T13" fmla="*/ 34 h 49"/>
                <a:gd name="T14" fmla="*/ 12 w 68"/>
                <a:gd name="T15" fmla="*/ 49 h 49"/>
                <a:gd name="T16" fmla="*/ 23 w 68"/>
                <a:gd name="T17" fmla="*/ 43 h 49"/>
                <a:gd name="T18" fmla="*/ 25 w 68"/>
                <a:gd name="T19" fmla="*/ 35 h 49"/>
                <a:gd name="T20" fmla="*/ 59 w 68"/>
                <a:gd name="T21" fmla="*/ 25 h 49"/>
                <a:gd name="T22" fmla="*/ 68 w 68"/>
                <a:gd name="T23"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49">
                  <a:moveTo>
                    <a:pt x="68" y="12"/>
                  </a:moveTo>
                  <a:cubicBezTo>
                    <a:pt x="67" y="9"/>
                    <a:pt x="67" y="9"/>
                    <a:pt x="67" y="9"/>
                  </a:cubicBezTo>
                  <a:cubicBezTo>
                    <a:pt x="65" y="3"/>
                    <a:pt x="59" y="0"/>
                    <a:pt x="53" y="3"/>
                  </a:cubicBezTo>
                  <a:cubicBezTo>
                    <a:pt x="12" y="14"/>
                    <a:pt x="12" y="14"/>
                    <a:pt x="12" y="14"/>
                  </a:cubicBezTo>
                  <a:cubicBezTo>
                    <a:pt x="9" y="15"/>
                    <a:pt x="9" y="15"/>
                    <a:pt x="6" y="18"/>
                  </a:cubicBezTo>
                  <a:cubicBezTo>
                    <a:pt x="6" y="18"/>
                    <a:pt x="6" y="20"/>
                    <a:pt x="6" y="21"/>
                  </a:cubicBezTo>
                  <a:cubicBezTo>
                    <a:pt x="0" y="34"/>
                    <a:pt x="0" y="34"/>
                    <a:pt x="0" y="34"/>
                  </a:cubicBezTo>
                  <a:cubicBezTo>
                    <a:pt x="12" y="49"/>
                    <a:pt x="12" y="49"/>
                    <a:pt x="12" y="49"/>
                  </a:cubicBezTo>
                  <a:cubicBezTo>
                    <a:pt x="23" y="43"/>
                    <a:pt x="23" y="43"/>
                    <a:pt x="23" y="43"/>
                  </a:cubicBezTo>
                  <a:cubicBezTo>
                    <a:pt x="25" y="35"/>
                    <a:pt x="25" y="35"/>
                    <a:pt x="25" y="35"/>
                  </a:cubicBezTo>
                  <a:cubicBezTo>
                    <a:pt x="59" y="25"/>
                    <a:pt x="59" y="25"/>
                    <a:pt x="59" y="25"/>
                  </a:cubicBezTo>
                  <a:cubicBezTo>
                    <a:pt x="65" y="25"/>
                    <a:pt x="68" y="18"/>
                    <a:pt x="6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26" name="组合 325"/>
          <p:cNvGrpSpPr/>
          <p:nvPr/>
        </p:nvGrpSpPr>
        <p:grpSpPr>
          <a:xfrm>
            <a:off x="6369050" y="3711575"/>
            <a:ext cx="4759325" cy="1374776"/>
            <a:chOff x="6369050" y="3711575"/>
            <a:chExt cx="4759325" cy="1374776"/>
          </a:xfrm>
          <a:solidFill>
            <a:schemeClr val="tx1">
              <a:lumMod val="65000"/>
              <a:lumOff val="35000"/>
            </a:schemeClr>
          </a:solidFill>
        </p:grpSpPr>
        <p:sp>
          <p:nvSpPr>
            <p:cNvPr id="327" name="Oval 323"/>
            <p:cNvSpPr>
              <a:spLocks noChangeArrowheads="1"/>
            </p:cNvSpPr>
            <p:nvPr/>
          </p:nvSpPr>
          <p:spPr bwMode="auto">
            <a:xfrm>
              <a:off x="7246938" y="4121150"/>
              <a:ext cx="196850" cy="2016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 name="Freeform 324"/>
            <p:cNvSpPr>
              <a:spLocks/>
            </p:cNvSpPr>
            <p:nvPr/>
          </p:nvSpPr>
          <p:spPr bwMode="auto">
            <a:xfrm>
              <a:off x="7294563" y="4395788"/>
              <a:ext cx="387350" cy="242888"/>
            </a:xfrm>
            <a:custGeom>
              <a:avLst/>
              <a:gdLst>
                <a:gd name="T0" fmla="*/ 80 w 91"/>
                <a:gd name="T1" fmla="*/ 37 h 57"/>
                <a:gd name="T2" fmla="*/ 48 w 91"/>
                <a:gd name="T3" fmla="*/ 37 h 57"/>
                <a:gd name="T4" fmla="*/ 18 w 91"/>
                <a:gd name="T5" fmla="*/ 6 h 57"/>
                <a:gd name="T6" fmla="*/ 4 w 91"/>
                <a:gd name="T7" fmla="*/ 3 h 57"/>
                <a:gd name="T8" fmla="*/ 4 w 91"/>
                <a:gd name="T9" fmla="*/ 18 h 57"/>
                <a:gd name="T10" fmla="*/ 35 w 91"/>
                <a:gd name="T11" fmla="*/ 54 h 57"/>
                <a:gd name="T12" fmla="*/ 43 w 91"/>
                <a:gd name="T13" fmla="*/ 57 h 57"/>
                <a:gd name="T14" fmla="*/ 43 w 91"/>
                <a:gd name="T15" fmla="*/ 57 h 57"/>
                <a:gd name="T16" fmla="*/ 80 w 91"/>
                <a:gd name="T17" fmla="*/ 57 h 57"/>
                <a:gd name="T18" fmla="*/ 91 w 91"/>
                <a:gd name="T19" fmla="*/ 46 h 57"/>
                <a:gd name="T20" fmla="*/ 80 w 91"/>
                <a:gd name="T21" fmla="*/ 3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1" h="57">
                  <a:moveTo>
                    <a:pt x="80" y="37"/>
                  </a:moveTo>
                  <a:cubicBezTo>
                    <a:pt x="48" y="37"/>
                    <a:pt x="48" y="37"/>
                    <a:pt x="48" y="37"/>
                  </a:cubicBezTo>
                  <a:cubicBezTo>
                    <a:pt x="18" y="6"/>
                    <a:pt x="18" y="6"/>
                    <a:pt x="18" y="6"/>
                  </a:cubicBezTo>
                  <a:cubicBezTo>
                    <a:pt x="14" y="0"/>
                    <a:pt x="7" y="0"/>
                    <a:pt x="4" y="3"/>
                  </a:cubicBezTo>
                  <a:cubicBezTo>
                    <a:pt x="0" y="8"/>
                    <a:pt x="0" y="14"/>
                    <a:pt x="4" y="18"/>
                  </a:cubicBezTo>
                  <a:cubicBezTo>
                    <a:pt x="35" y="54"/>
                    <a:pt x="35" y="54"/>
                    <a:pt x="35" y="54"/>
                  </a:cubicBezTo>
                  <a:cubicBezTo>
                    <a:pt x="37" y="56"/>
                    <a:pt x="40" y="57"/>
                    <a:pt x="43" y="57"/>
                  </a:cubicBezTo>
                  <a:cubicBezTo>
                    <a:pt x="43" y="57"/>
                    <a:pt x="43" y="57"/>
                    <a:pt x="43" y="57"/>
                  </a:cubicBezTo>
                  <a:cubicBezTo>
                    <a:pt x="80" y="57"/>
                    <a:pt x="80" y="57"/>
                    <a:pt x="80" y="57"/>
                  </a:cubicBezTo>
                  <a:cubicBezTo>
                    <a:pt x="85" y="57"/>
                    <a:pt x="91" y="53"/>
                    <a:pt x="91" y="46"/>
                  </a:cubicBezTo>
                  <a:cubicBezTo>
                    <a:pt x="91" y="42"/>
                    <a:pt x="85" y="37"/>
                    <a:pt x="80"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 name="Freeform 325"/>
            <p:cNvSpPr>
              <a:spLocks/>
            </p:cNvSpPr>
            <p:nvPr/>
          </p:nvSpPr>
          <p:spPr bwMode="auto">
            <a:xfrm>
              <a:off x="7191375" y="4873625"/>
              <a:ext cx="42863" cy="212725"/>
            </a:xfrm>
            <a:custGeom>
              <a:avLst/>
              <a:gdLst>
                <a:gd name="T0" fmla="*/ 0 w 10"/>
                <a:gd name="T1" fmla="*/ 0 h 50"/>
                <a:gd name="T2" fmla="*/ 0 w 10"/>
                <a:gd name="T3" fmla="*/ 45 h 50"/>
                <a:gd name="T4" fmla="*/ 5 w 10"/>
                <a:gd name="T5" fmla="*/ 50 h 50"/>
                <a:gd name="T6" fmla="*/ 10 w 10"/>
                <a:gd name="T7" fmla="*/ 45 h 50"/>
                <a:gd name="T8" fmla="*/ 10 w 10"/>
                <a:gd name="T9" fmla="*/ 6 h 50"/>
                <a:gd name="T10" fmla="*/ 5 w 10"/>
                <a:gd name="T11" fmla="*/ 6 h 50"/>
                <a:gd name="T12" fmla="*/ 0 w 10"/>
                <a:gd name="T13" fmla="*/ 0 h 50"/>
              </a:gdLst>
              <a:ahLst/>
              <a:cxnLst>
                <a:cxn ang="0">
                  <a:pos x="T0" y="T1"/>
                </a:cxn>
                <a:cxn ang="0">
                  <a:pos x="T2" y="T3"/>
                </a:cxn>
                <a:cxn ang="0">
                  <a:pos x="T4" y="T5"/>
                </a:cxn>
                <a:cxn ang="0">
                  <a:pos x="T6" y="T7"/>
                </a:cxn>
                <a:cxn ang="0">
                  <a:pos x="T8" y="T9"/>
                </a:cxn>
                <a:cxn ang="0">
                  <a:pos x="T10" y="T11"/>
                </a:cxn>
                <a:cxn ang="0">
                  <a:pos x="T12" y="T13"/>
                </a:cxn>
              </a:cxnLst>
              <a:rect l="0" t="0" r="r" b="b"/>
              <a:pathLst>
                <a:path w="10" h="50">
                  <a:moveTo>
                    <a:pt x="0" y="0"/>
                  </a:moveTo>
                  <a:cubicBezTo>
                    <a:pt x="0" y="45"/>
                    <a:pt x="0" y="45"/>
                    <a:pt x="0" y="45"/>
                  </a:cubicBezTo>
                  <a:cubicBezTo>
                    <a:pt x="0" y="46"/>
                    <a:pt x="3" y="50"/>
                    <a:pt x="5" y="50"/>
                  </a:cubicBezTo>
                  <a:cubicBezTo>
                    <a:pt x="7" y="50"/>
                    <a:pt x="10" y="46"/>
                    <a:pt x="10" y="45"/>
                  </a:cubicBezTo>
                  <a:cubicBezTo>
                    <a:pt x="10" y="6"/>
                    <a:pt x="10" y="6"/>
                    <a:pt x="10" y="6"/>
                  </a:cubicBezTo>
                  <a:cubicBezTo>
                    <a:pt x="5" y="6"/>
                    <a:pt x="5" y="6"/>
                    <a:pt x="5" y="6"/>
                  </a:cubicBezTo>
                  <a:cubicBezTo>
                    <a:pt x="3" y="6"/>
                    <a:pt x="0"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 name="Freeform 326"/>
            <p:cNvSpPr>
              <a:spLocks/>
            </p:cNvSpPr>
            <p:nvPr/>
          </p:nvSpPr>
          <p:spPr bwMode="auto">
            <a:xfrm>
              <a:off x="7191375" y="4467225"/>
              <a:ext cx="42863" cy="406400"/>
            </a:xfrm>
            <a:custGeom>
              <a:avLst/>
              <a:gdLst>
                <a:gd name="T0" fmla="*/ 5 w 10"/>
                <a:gd name="T1" fmla="*/ 92 h 95"/>
                <a:gd name="T2" fmla="*/ 10 w 10"/>
                <a:gd name="T3" fmla="*/ 92 h 95"/>
                <a:gd name="T4" fmla="*/ 10 w 10"/>
                <a:gd name="T5" fmla="*/ 5 h 95"/>
                <a:gd name="T6" fmla="*/ 5 w 10"/>
                <a:gd name="T7" fmla="*/ 0 h 95"/>
                <a:gd name="T8" fmla="*/ 0 w 10"/>
                <a:gd name="T9" fmla="*/ 5 h 95"/>
                <a:gd name="T10" fmla="*/ 0 w 10"/>
                <a:gd name="T11" fmla="*/ 95 h 95"/>
                <a:gd name="T12" fmla="*/ 5 w 10"/>
                <a:gd name="T13" fmla="*/ 92 h 95"/>
              </a:gdLst>
              <a:ahLst/>
              <a:cxnLst>
                <a:cxn ang="0">
                  <a:pos x="T0" y="T1"/>
                </a:cxn>
                <a:cxn ang="0">
                  <a:pos x="T2" y="T3"/>
                </a:cxn>
                <a:cxn ang="0">
                  <a:pos x="T4" y="T5"/>
                </a:cxn>
                <a:cxn ang="0">
                  <a:pos x="T6" y="T7"/>
                </a:cxn>
                <a:cxn ang="0">
                  <a:pos x="T8" y="T9"/>
                </a:cxn>
                <a:cxn ang="0">
                  <a:pos x="T10" y="T11"/>
                </a:cxn>
                <a:cxn ang="0">
                  <a:pos x="T12" y="T13"/>
                </a:cxn>
              </a:cxnLst>
              <a:rect l="0" t="0" r="r" b="b"/>
              <a:pathLst>
                <a:path w="10" h="95">
                  <a:moveTo>
                    <a:pt x="5" y="92"/>
                  </a:moveTo>
                  <a:cubicBezTo>
                    <a:pt x="10" y="92"/>
                    <a:pt x="10" y="92"/>
                    <a:pt x="10" y="92"/>
                  </a:cubicBezTo>
                  <a:cubicBezTo>
                    <a:pt x="10" y="5"/>
                    <a:pt x="10" y="5"/>
                    <a:pt x="10" y="5"/>
                  </a:cubicBezTo>
                  <a:cubicBezTo>
                    <a:pt x="10" y="1"/>
                    <a:pt x="7" y="0"/>
                    <a:pt x="5" y="0"/>
                  </a:cubicBezTo>
                  <a:cubicBezTo>
                    <a:pt x="3" y="0"/>
                    <a:pt x="0" y="1"/>
                    <a:pt x="0" y="5"/>
                  </a:cubicBezTo>
                  <a:cubicBezTo>
                    <a:pt x="0" y="95"/>
                    <a:pt x="0" y="95"/>
                    <a:pt x="0" y="95"/>
                  </a:cubicBezTo>
                  <a:cubicBezTo>
                    <a:pt x="0" y="93"/>
                    <a:pt x="3" y="92"/>
                    <a:pt x="5" y="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 name="Freeform 327"/>
            <p:cNvSpPr>
              <a:spLocks/>
            </p:cNvSpPr>
            <p:nvPr/>
          </p:nvSpPr>
          <p:spPr bwMode="auto">
            <a:xfrm>
              <a:off x="7191375" y="4860925"/>
              <a:ext cx="227013" cy="38100"/>
            </a:xfrm>
            <a:custGeom>
              <a:avLst/>
              <a:gdLst>
                <a:gd name="T0" fmla="*/ 53 w 53"/>
                <a:gd name="T1" fmla="*/ 0 h 9"/>
                <a:gd name="T2" fmla="*/ 53 w 53"/>
                <a:gd name="T3" fmla="*/ 0 h 9"/>
                <a:gd name="T4" fmla="*/ 10 w 53"/>
                <a:gd name="T5" fmla="*/ 0 h 9"/>
                <a:gd name="T6" fmla="*/ 5 w 53"/>
                <a:gd name="T7" fmla="*/ 0 h 9"/>
                <a:gd name="T8" fmla="*/ 0 w 53"/>
                <a:gd name="T9" fmla="*/ 3 h 9"/>
                <a:gd name="T10" fmla="*/ 5 w 53"/>
                <a:gd name="T11" fmla="*/ 9 h 9"/>
                <a:gd name="T12" fmla="*/ 10 w 53"/>
                <a:gd name="T13" fmla="*/ 9 h 9"/>
                <a:gd name="T14" fmla="*/ 50 w 53"/>
                <a:gd name="T15" fmla="*/ 9 h 9"/>
                <a:gd name="T16" fmla="*/ 50 w 53"/>
                <a:gd name="T17" fmla="*/ 3 h 9"/>
                <a:gd name="T18" fmla="*/ 53 w 53"/>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9">
                  <a:moveTo>
                    <a:pt x="53" y="0"/>
                  </a:moveTo>
                  <a:cubicBezTo>
                    <a:pt x="53" y="0"/>
                    <a:pt x="53" y="0"/>
                    <a:pt x="53" y="0"/>
                  </a:cubicBezTo>
                  <a:cubicBezTo>
                    <a:pt x="10" y="0"/>
                    <a:pt x="10" y="0"/>
                    <a:pt x="10" y="0"/>
                  </a:cubicBezTo>
                  <a:cubicBezTo>
                    <a:pt x="5" y="0"/>
                    <a:pt x="5" y="0"/>
                    <a:pt x="5" y="0"/>
                  </a:cubicBezTo>
                  <a:cubicBezTo>
                    <a:pt x="3" y="0"/>
                    <a:pt x="0" y="1"/>
                    <a:pt x="0" y="3"/>
                  </a:cubicBezTo>
                  <a:cubicBezTo>
                    <a:pt x="0" y="6"/>
                    <a:pt x="3" y="9"/>
                    <a:pt x="5" y="9"/>
                  </a:cubicBezTo>
                  <a:cubicBezTo>
                    <a:pt x="10" y="9"/>
                    <a:pt x="10" y="9"/>
                    <a:pt x="10" y="9"/>
                  </a:cubicBezTo>
                  <a:cubicBezTo>
                    <a:pt x="50" y="9"/>
                    <a:pt x="50" y="9"/>
                    <a:pt x="50" y="9"/>
                  </a:cubicBezTo>
                  <a:cubicBezTo>
                    <a:pt x="50" y="3"/>
                    <a:pt x="50" y="3"/>
                    <a:pt x="50" y="3"/>
                  </a:cubicBezTo>
                  <a:lnTo>
                    <a:pt x="5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 name="Freeform 328"/>
            <p:cNvSpPr>
              <a:spLocks/>
            </p:cNvSpPr>
            <p:nvPr/>
          </p:nvSpPr>
          <p:spPr bwMode="auto">
            <a:xfrm>
              <a:off x="7405688" y="4860925"/>
              <a:ext cx="38100" cy="225425"/>
            </a:xfrm>
            <a:custGeom>
              <a:avLst/>
              <a:gdLst>
                <a:gd name="T0" fmla="*/ 5 w 9"/>
                <a:gd name="T1" fmla="*/ 0 h 53"/>
                <a:gd name="T2" fmla="*/ 3 w 9"/>
                <a:gd name="T3" fmla="*/ 0 h 53"/>
                <a:gd name="T4" fmla="*/ 0 w 9"/>
                <a:gd name="T5" fmla="*/ 3 h 53"/>
                <a:gd name="T6" fmla="*/ 0 w 9"/>
                <a:gd name="T7" fmla="*/ 9 h 53"/>
                <a:gd name="T8" fmla="*/ 0 w 9"/>
                <a:gd name="T9" fmla="*/ 48 h 53"/>
                <a:gd name="T10" fmla="*/ 5 w 9"/>
                <a:gd name="T11" fmla="*/ 53 h 53"/>
                <a:gd name="T12" fmla="*/ 9 w 9"/>
                <a:gd name="T13" fmla="*/ 48 h 53"/>
                <a:gd name="T14" fmla="*/ 9 w 9"/>
                <a:gd name="T15" fmla="*/ 3 h 53"/>
                <a:gd name="T16" fmla="*/ 5 w 9"/>
                <a:gd name="T1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53">
                  <a:moveTo>
                    <a:pt x="5" y="0"/>
                  </a:moveTo>
                  <a:cubicBezTo>
                    <a:pt x="3" y="0"/>
                    <a:pt x="3" y="0"/>
                    <a:pt x="3" y="0"/>
                  </a:cubicBezTo>
                  <a:cubicBezTo>
                    <a:pt x="0" y="3"/>
                    <a:pt x="0" y="3"/>
                    <a:pt x="0" y="3"/>
                  </a:cubicBezTo>
                  <a:cubicBezTo>
                    <a:pt x="0" y="9"/>
                    <a:pt x="0" y="9"/>
                    <a:pt x="0" y="9"/>
                  </a:cubicBezTo>
                  <a:cubicBezTo>
                    <a:pt x="0" y="48"/>
                    <a:pt x="0" y="48"/>
                    <a:pt x="0" y="48"/>
                  </a:cubicBezTo>
                  <a:cubicBezTo>
                    <a:pt x="0" y="49"/>
                    <a:pt x="3" y="53"/>
                    <a:pt x="5" y="53"/>
                  </a:cubicBezTo>
                  <a:cubicBezTo>
                    <a:pt x="6" y="53"/>
                    <a:pt x="9" y="49"/>
                    <a:pt x="9" y="48"/>
                  </a:cubicBezTo>
                  <a:cubicBezTo>
                    <a:pt x="9" y="3"/>
                    <a:pt x="9" y="3"/>
                    <a:pt x="9" y="3"/>
                  </a:cubicBezTo>
                  <a:cubicBezTo>
                    <a:pt x="9" y="1"/>
                    <a:pt x="6" y="0"/>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329"/>
            <p:cNvSpPr>
              <a:spLocks/>
            </p:cNvSpPr>
            <p:nvPr/>
          </p:nvSpPr>
          <p:spPr bwMode="auto">
            <a:xfrm>
              <a:off x="7515225" y="4659313"/>
              <a:ext cx="449263" cy="427038"/>
            </a:xfrm>
            <a:custGeom>
              <a:avLst/>
              <a:gdLst>
                <a:gd name="T0" fmla="*/ 100 w 105"/>
                <a:gd name="T1" fmla="*/ 0 h 100"/>
                <a:gd name="T2" fmla="*/ 5 w 105"/>
                <a:gd name="T3" fmla="*/ 0 h 100"/>
                <a:gd name="T4" fmla="*/ 0 w 105"/>
                <a:gd name="T5" fmla="*/ 5 h 100"/>
                <a:gd name="T6" fmla="*/ 5 w 105"/>
                <a:gd name="T7" fmla="*/ 9 h 100"/>
                <a:gd name="T8" fmla="*/ 47 w 105"/>
                <a:gd name="T9" fmla="*/ 9 h 100"/>
                <a:gd name="T10" fmla="*/ 47 w 105"/>
                <a:gd name="T11" fmla="*/ 92 h 100"/>
                <a:gd name="T12" fmla="*/ 22 w 105"/>
                <a:gd name="T13" fmla="*/ 92 h 100"/>
                <a:gd name="T14" fmla="*/ 14 w 105"/>
                <a:gd name="T15" fmla="*/ 100 h 100"/>
                <a:gd name="T16" fmla="*/ 47 w 105"/>
                <a:gd name="T17" fmla="*/ 100 h 100"/>
                <a:gd name="T18" fmla="*/ 60 w 105"/>
                <a:gd name="T19" fmla="*/ 100 h 100"/>
                <a:gd name="T20" fmla="*/ 92 w 105"/>
                <a:gd name="T21" fmla="*/ 100 h 100"/>
                <a:gd name="T22" fmla="*/ 86 w 105"/>
                <a:gd name="T23" fmla="*/ 92 h 100"/>
                <a:gd name="T24" fmla="*/ 60 w 105"/>
                <a:gd name="T25" fmla="*/ 92 h 100"/>
                <a:gd name="T26" fmla="*/ 60 w 105"/>
                <a:gd name="T27" fmla="*/ 9 h 100"/>
                <a:gd name="T28" fmla="*/ 100 w 105"/>
                <a:gd name="T29" fmla="*/ 9 h 100"/>
                <a:gd name="T30" fmla="*/ 105 w 105"/>
                <a:gd name="T31" fmla="*/ 5 h 100"/>
                <a:gd name="T32" fmla="*/ 100 w 105"/>
                <a:gd name="T33"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5" h="100">
                  <a:moveTo>
                    <a:pt x="100" y="0"/>
                  </a:moveTo>
                  <a:cubicBezTo>
                    <a:pt x="5" y="0"/>
                    <a:pt x="5" y="0"/>
                    <a:pt x="5" y="0"/>
                  </a:cubicBezTo>
                  <a:cubicBezTo>
                    <a:pt x="2" y="0"/>
                    <a:pt x="0" y="2"/>
                    <a:pt x="0" y="5"/>
                  </a:cubicBezTo>
                  <a:cubicBezTo>
                    <a:pt x="0" y="6"/>
                    <a:pt x="2" y="9"/>
                    <a:pt x="5" y="9"/>
                  </a:cubicBezTo>
                  <a:cubicBezTo>
                    <a:pt x="47" y="9"/>
                    <a:pt x="47" y="9"/>
                    <a:pt x="47" y="9"/>
                  </a:cubicBezTo>
                  <a:cubicBezTo>
                    <a:pt x="47" y="92"/>
                    <a:pt x="47" y="92"/>
                    <a:pt x="47" y="92"/>
                  </a:cubicBezTo>
                  <a:cubicBezTo>
                    <a:pt x="22" y="92"/>
                    <a:pt x="22" y="92"/>
                    <a:pt x="22" y="92"/>
                  </a:cubicBezTo>
                  <a:cubicBezTo>
                    <a:pt x="18" y="92"/>
                    <a:pt x="14" y="95"/>
                    <a:pt x="14" y="100"/>
                  </a:cubicBezTo>
                  <a:cubicBezTo>
                    <a:pt x="47" y="100"/>
                    <a:pt x="47" y="100"/>
                    <a:pt x="47" y="100"/>
                  </a:cubicBezTo>
                  <a:cubicBezTo>
                    <a:pt x="60" y="100"/>
                    <a:pt x="60" y="100"/>
                    <a:pt x="60" y="100"/>
                  </a:cubicBezTo>
                  <a:cubicBezTo>
                    <a:pt x="92" y="100"/>
                    <a:pt x="92" y="100"/>
                    <a:pt x="92" y="100"/>
                  </a:cubicBezTo>
                  <a:cubicBezTo>
                    <a:pt x="92" y="95"/>
                    <a:pt x="89" y="92"/>
                    <a:pt x="86" y="92"/>
                  </a:cubicBezTo>
                  <a:cubicBezTo>
                    <a:pt x="60" y="92"/>
                    <a:pt x="60" y="92"/>
                    <a:pt x="60" y="92"/>
                  </a:cubicBezTo>
                  <a:cubicBezTo>
                    <a:pt x="60" y="9"/>
                    <a:pt x="60" y="9"/>
                    <a:pt x="60" y="9"/>
                  </a:cubicBezTo>
                  <a:cubicBezTo>
                    <a:pt x="100" y="9"/>
                    <a:pt x="100" y="9"/>
                    <a:pt x="100" y="9"/>
                  </a:cubicBezTo>
                  <a:cubicBezTo>
                    <a:pt x="102" y="9"/>
                    <a:pt x="105" y="6"/>
                    <a:pt x="105" y="5"/>
                  </a:cubicBezTo>
                  <a:cubicBezTo>
                    <a:pt x="105" y="2"/>
                    <a:pt x="102" y="0"/>
                    <a:pt x="10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330"/>
            <p:cNvSpPr>
              <a:spLocks/>
            </p:cNvSpPr>
            <p:nvPr/>
          </p:nvSpPr>
          <p:spPr bwMode="auto">
            <a:xfrm>
              <a:off x="7473950" y="4719638"/>
              <a:ext cx="136525" cy="333375"/>
            </a:xfrm>
            <a:custGeom>
              <a:avLst/>
              <a:gdLst>
                <a:gd name="T0" fmla="*/ 31 w 32"/>
                <a:gd name="T1" fmla="*/ 9 h 78"/>
                <a:gd name="T2" fmla="*/ 21 w 32"/>
                <a:gd name="T3" fmla="*/ 0 h 78"/>
                <a:gd name="T4" fmla="*/ 18 w 32"/>
                <a:gd name="T5" fmla="*/ 0 h 78"/>
                <a:gd name="T6" fmla="*/ 0 w 32"/>
                <a:gd name="T7" fmla="*/ 0 h 78"/>
                <a:gd name="T8" fmla="*/ 0 w 32"/>
                <a:gd name="T9" fmla="*/ 2 h 78"/>
                <a:gd name="T10" fmla="*/ 15 w 32"/>
                <a:gd name="T11" fmla="*/ 2 h 78"/>
                <a:gd name="T12" fmla="*/ 18 w 32"/>
                <a:gd name="T13" fmla="*/ 2 h 78"/>
                <a:gd name="T14" fmla="*/ 28 w 32"/>
                <a:gd name="T15" fmla="*/ 11 h 78"/>
                <a:gd name="T16" fmla="*/ 28 w 32"/>
                <a:gd name="T17" fmla="*/ 14 h 78"/>
                <a:gd name="T18" fmla="*/ 28 w 32"/>
                <a:gd name="T19" fmla="*/ 17 h 78"/>
                <a:gd name="T20" fmla="*/ 28 w 32"/>
                <a:gd name="T21" fmla="*/ 28 h 78"/>
                <a:gd name="T22" fmla="*/ 28 w 32"/>
                <a:gd name="T23" fmla="*/ 54 h 78"/>
                <a:gd name="T24" fmla="*/ 28 w 32"/>
                <a:gd name="T25" fmla="*/ 70 h 78"/>
                <a:gd name="T26" fmla="*/ 24 w 32"/>
                <a:gd name="T27" fmla="*/ 78 h 78"/>
                <a:gd name="T28" fmla="*/ 32 w 32"/>
                <a:gd name="T29" fmla="*/ 68 h 78"/>
                <a:gd name="T30" fmla="*/ 32 w 32"/>
                <a:gd name="T31" fmla="*/ 53 h 78"/>
                <a:gd name="T32" fmla="*/ 32 w 32"/>
                <a:gd name="T33" fmla="*/ 26 h 78"/>
                <a:gd name="T34" fmla="*/ 32 w 32"/>
                <a:gd name="T35" fmla="*/ 14 h 78"/>
                <a:gd name="T36" fmla="*/ 32 w 32"/>
                <a:gd name="T37" fmla="*/ 11 h 78"/>
                <a:gd name="T38" fmla="*/ 31 w 32"/>
                <a:gd name="T39" fmla="*/ 9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78">
                  <a:moveTo>
                    <a:pt x="31" y="9"/>
                  </a:moveTo>
                  <a:cubicBezTo>
                    <a:pt x="31" y="5"/>
                    <a:pt x="28" y="0"/>
                    <a:pt x="21" y="0"/>
                  </a:cubicBezTo>
                  <a:cubicBezTo>
                    <a:pt x="18" y="0"/>
                    <a:pt x="18" y="0"/>
                    <a:pt x="18" y="0"/>
                  </a:cubicBezTo>
                  <a:cubicBezTo>
                    <a:pt x="0" y="0"/>
                    <a:pt x="0" y="0"/>
                    <a:pt x="0" y="0"/>
                  </a:cubicBezTo>
                  <a:cubicBezTo>
                    <a:pt x="0" y="2"/>
                    <a:pt x="0" y="2"/>
                    <a:pt x="0" y="2"/>
                  </a:cubicBezTo>
                  <a:cubicBezTo>
                    <a:pt x="15" y="2"/>
                    <a:pt x="15" y="2"/>
                    <a:pt x="15" y="2"/>
                  </a:cubicBezTo>
                  <a:cubicBezTo>
                    <a:pt x="18" y="2"/>
                    <a:pt x="18" y="2"/>
                    <a:pt x="18" y="2"/>
                  </a:cubicBezTo>
                  <a:cubicBezTo>
                    <a:pt x="23" y="2"/>
                    <a:pt x="28" y="6"/>
                    <a:pt x="28" y="11"/>
                  </a:cubicBezTo>
                  <a:cubicBezTo>
                    <a:pt x="28" y="12"/>
                    <a:pt x="28" y="12"/>
                    <a:pt x="28" y="14"/>
                  </a:cubicBezTo>
                  <a:cubicBezTo>
                    <a:pt x="28" y="17"/>
                    <a:pt x="28" y="17"/>
                    <a:pt x="28" y="17"/>
                  </a:cubicBezTo>
                  <a:cubicBezTo>
                    <a:pt x="28" y="28"/>
                    <a:pt x="28" y="28"/>
                    <a:pt x="28" y="28"/>
                  </a:cubicBezTo>
                  <a:cubicBezTo>
                    <a:pt x="28" y="54"/>
                    <a:pt x="28" y="54"/>
                    <a:pt x="28" y="54"/>
                  </a:cubicBezTo>
                  <a:cubicBezTo>
                    <a:pt x="28" y="70"/>
                    <a:pt x="28" y="70"/>
                    <a:pt x="28" y="70"/>
                  </a:cubicBezTo>
                  <a:cubicBezTo>
                    <a:pt x="28" y="73"/>
                    <a:pt x="28" y="76"/>
                    <a:pt x="24" y="78"/>
                  </a:cubicBezTo>
                  <a:cubicBezTo>
                    <a:pt x="29" y="76"/>
                    <a:pt x="32" y="73"/>
                    <a:pt x="32" y="68"/>
                  </a:cubicBezTo>
                  <a:cubicBezTo>
                    <a:pt x="32" y="53"/>
                    <a:pt x="32" y="53"/>
                    <a:pt x="32" y="53"/>
                  </a:cubicBezTo>
                  <a:cubicBezTo>
                    <a:pt x="32" y="26"/>
                    <a:pt x="32" y="26"/>
                    <a:pt x="32" y="26"/>
                  </a:cubicBezTo>
                  <a:cubicBezTo>
                    <a:pt x="32" y="14"/>
                    <a:pt x="32" y="14"/>
                    <a:pt x="32" y="14"/>
                  </a:cubicBezTo>
                  <a:cubicBezTo>
                    <a:pt x="32" y="11"/>
                    <a:pt x="32" y="11"/>
                    <a:pt x="32" y="11"/>
                  </a:cubicBezTo>
                  <a:lnTo>
                    <a:pt x="31"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 name="Freeform 331"/>
            <p:cNvSpPr>
              <a:spLocks/>
            </p:cNvSpPr>
            <p:nvPr/>
          </p:nvSpPr>
          <p:spPr bwMode="auto">
            <a:xfrm>
              <a:off x="7246938" y="4340225"/>
              <a:ext cx="328613" cy="746125"/>
            </a:xfrm>
            <a:custGeom>
              <a:avLst/>
              <a:gdLst>
                <a:gd name="T0" fmla="*/ 77 w 77"/>
                <a:gd name="T1" fmla="*/ 103 h 175"/>
                <a:gd name="T2" fmla="*/ 67 w 77"/>
                <a:gd name="T3" fmla="*/ 94 h 175"/>
                <a:gd name="T4" fmla="*/ 63 w 77"/>
                <a:gd name="T5" fmla="*/ 94 h 175"/>
                <a:gd name="T6" fmla="*/ 49 w 77"/>
                <a:gd name="T7" fmla="*/ 94 h 175"/>
                <a:gd name="T8" fmla="*/ 49 w 77"/>
                <a:gd name="T9" fmla="*/ 75 h 175"/>
                <a:gd name="T10" fmla="*/ 42 w 77"/>
                <a:gd name="T11" fmla="*/ 70 h 175"/>
                <a:gd name="T12" fmla="*/ 42 w 77"/>
                <a:gd name="T13" fmla="*/ 70 h 175"/>
                <a:gd name="T14" fmla="*/ 42 w 77"/>
                <a:gd name="T15" fmla="*/ 70 h 175"/>
                <a:gd name="T16" fmla="*/ 9 w 77"/>
                <a:gd name="T17" fmla="*/ 35 h 175"/>
                <a:gd name="T18" fmla="*/ 12 w 77"/>
                <a:gd name="T19" fmla="*/ 13 h 175"/>
                <a:gd name="T20" fmla="*/ 34 w 77"/>
                <a:gd name="T21" fmla="*/ 13 h 175"/>
                <a:gd name="T22" fmla="*/ 49 w 77"/>
                <a:gd name="T23" fmla="*/ 33 h 175"/>
                <a:gd name="T24" fmla="*/ 49 w 77"/>
                <a:gd name="T25" fmla="*/ 22 h 175"/>
                <a:gd name="T26" fmla="*/ 29 w 77"/>
                <a:gd name="T27" fmla="*/ 0 h 175"/>
                <a:gd name="T28" fmla="*/ 18 w 77"/>
                <a:gd name="T29" fmla="*/ 0 h 175"/>
                <a:gd name="T30" fmla="*/ 0 w 77"/>
                <a:gd name="T31" fmla="*/ 22 h 175"/>
                <a:gd name="T32" fmla="*/ 0 w 77"/>
                <a:gd name="T33" fmla="*/ 100 h 175"/>
                <a:gd name="T34" fmla="*/ 18 w 77"/>
                <a:gd name="T35" fmla="*/ 119 h 175"/>
                <a:gd name="T36" fmla="*/ 25 w 77"/>
                <a:gd name="T37" fmla="*/ 119 h 175"/>
                <a:gd name="T38" fmla="*/ 29 w 77"/>
                <a:gd name="T39" fmla="*/ 119 h 175"/>
                <a:gd name="T40" fmla="*/ 53 w 77"/>
                <a:gd name="T41" fmla="*/ 119 h 175"/>
                <a:gd name="T42" fmla="*/ 53 w 77"/>
                <a:gd name="T43" fmla="*/ 120 h 175"/>
                <a:gd name="T44" fmla="*/ 53 w 77"/>
                <a:gd name="T45" fmla="*/ 147 h 175"/>
                <a:gd name="T46" fmla="*/ 53 w 77"/>
                <a:gd name="T47" fmla="*/ 162 h 175"/>
                <a:gd name="T48" fmla="*/ 63 w 77"/>
                <a:gd name="T49" fmla="*/ 175 h 175"/>
                <a:gd name="T50" fmla="*/ 67 w 77"/>
                <a:gd name="T51" fmla="*/ 175 h 175"/>
                <a:gd name="T52" fmla="*/ 77 w 77"/>
                <a:gd name="T53" fmla="*/ 162 h 175"/>
                <a:gd name="T54" fmla="*/ 77 w 77"/>
                <a:gd name="T55" fmla="*/ 147 h 175"/>
                <a:gd name="T56" fmla="*/ 77 w 77"/>
                <a:gd name="T57" fmla="*/ 120 h 175"/>
                <a:gd name="T58" fmla="*/ 77 w 77"/>
                <a:gd name="T59" fmla="*/ 109 h 175"/>
                <a:gd name="T60" fmla="*/ 77 w 77"/>
                <a:gd name="T61" fmla="*/ 106 h 175"/>
                <a:gd name="T62" fmla="*/ 77 w 77"/>
                <a:gd name="T63" fmla="*/ 103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7" h="175">
                  <a:moveTo>
                    <a:pt x="77" y="103"/>
                  </a:moveTo>
                  <a:cubicBezTo>
                    <a:pt x="77" y="98"/>
                    <a:pt x="71" y="94"/>
                    <a:pt x="67" y="94"/>
                  </a:cubicBezTo>
                  <a:cubicBezTo>
                    <a:pt x="63" y="94"/>
                    <a:pt x="63" y="94"/>
                    <a:pt x="63" y="94"/>
                  </a:cubicBezTo>
                  <a:cubicBezTo>
                    <a:pt x="49" y="94"/>
                    <a:pt x="49" y="94"/>
                    <a:pt x="49" y="94"/>
                  </a:cubicBezTo>
                  <a:cubicBezTo>
                    <a:pt x="49" y="75"/>
                    <a:pt x="49" y="75"/>
                    <a:pt x="49" y="75"/>
                  </a:cubicBezTo>
                  <a:cubicBezTo>
                    <a:pt x="46" y="75"/>
                    <a:pt x="43" y="72"/>
                    <a:pt x="42" y="70"/>
                  </a:cubicBezTo>
                  <a:cubicBezTo>
                    <a:pt x="42" y="70"/>
                    <a:pt x="42" y="70"/>
                    <a:pt x="42" y="70"/>
                  </a:cubicBezTo>
                  <a:cubicBezTo>
                    <a:pt x="42" y="70"/>
                    <a:pt x="42" y="70"/>
                    <a:pt x="42" y="70"/>
                  </a:cubicBezTo>
                  <a:cubicBezTo>
                    <a:pt x="9" y="35"/>
                    <a:pt x="9" y="35"/>
                    <a:pt x="9" y="35"/>
                  </a:cubicBezTo>
                  <a:cubicBezTo>
                    <a:pt x="4" y="28"/>
                    <a:pt x="6" y="19"/>
                    <a:pt x="12" y="13"/>
                  </a:cubicBezTo>
                  <a:cubicBezTo>
                    <a:pt x="18" y="7"/>
                    <a:pt x="28" y="7"/>
                    <a:pt x="34" y="13"/>
                  </a:cubicBezTo>
                  <a:cubicBezTo>
                    <a:pt x="49" y="33"/>
                    <a:pt x="49" y="33"/>
                    <a:pt x="49" y="33"/>
                  </a:cubicBezTo>
                  <a:cubicBezTo>
                    <a:pt x="49" y="22"/>
                    <a:pt x="49" y="22"/>
                    <a:pt x="49" y="22"/>
                  </a:cubicBezTo>
                  <a:cubicBezTo>
                    <a:pt x="49" y="10"/>
                    <a:pt x="40" y="0"/>
                    <a:pt x="29" y="0"/>
                  </a:cubicBezTo>
                  <a:cubicBezTo>
                    <a:pt x="18" y="0"/>
                    <a:pt x="18" y="0"/>
                    <a:pt x="18" y="0"/>
                  </a:cubicBezTo>
                  <a:cubicBezTo>
                    <a:pt x="7" y="0"/>
                    <a:pt x="0" y="10"/>
                    <a:pt x="0" y="22"/>
                  </a:cubicBezTo>
                  <a:cubicBezTo>
                    <a:pt x="0" y="100"/>
                    <a:pt x="0" y="100"/>
                    <a:pt x="0" y="100"/>
                  </a:cubicBezTo>
                  <a:cubicBezTo>
                    <a:pt x="0" y="109"/>
                    <a:pt x="7" y="119"/>
                    <a:pt x="18" y="119"/>
                  </a:cubicBezTo>
                  <a:cubicBezTo>
                    <a:pt x="25" y="119"/>
                    <a:pt x="25" y="119"/>
                    <a:pt x="25" y="119"/>
                  </a:cubicBezTo>
                  <a:cubicBezTo>
                    <a:pt x="29" y="119"/>
                    <a:pt x="29" y="119"/>
                    <a:pt x="29" y="119"/>
                  </a:cubicBezTo>
                  <a:cubicBezTo>
                    <a:pt x="53" y="119"/>
                    <a:pt x="53" y="119"/>
                    <a:pt x="53" y="119"/>
                  </a:cubicBezTo>
                  <a:cubicBezTo>
                    <a:pt x="53" y="120"/>
                    <a:pt x="53" y="120"/>
                    <a:pt x="53" y="120"/>
                  </a:cubicBezTo>
                  <a:cubicBezTo>
                    <a:pt x="53" y="147"/>
                    <a:pt x="53" y="147"/>
                    <a:pt x="53" y="147"/>
                  </a:cubicBezTo>
                  <a:cubicBezTo>
                    <a:pt x="53" y="162"/>
                    <a:pt x="53" y="162"/>
                    <a:pt x="53" y="162"/>
                  </a:cubicBezTo>
                  <a:cubicBezTo>
                    <a:pt x="53" y="168"/>
                    <a:pt x="57" y="175"/>
                    <a:pt x="63" y="175"/>
                  </a:cubicBezTo>
                  <a:cubicBezTo>
                    <a:pt x="67" y="175"/>
                    <a:pt x="67" y="175"/>
                    <a:pt x="67" y="175"/>
                  </a:cubicBezTo>
                  <a:cubicBezTo>
                    <a:pt x="73" y="175"/>
                    <a:pt x="77" y="168"/>
                    <a:pt x="77" y="162"/>
                  </a:cubicBezTo>
                  <a:cubicBezTo>
                    <a:pt x="77" y="147"/>
                    <a:pt x="77" y="147"/>
                    <a:pt x="77" y="147"/>
                  </a:cubicBezTo>
                  <a:cubicBezTo>
                    <a:pt x="77" y="120"/>
                    <a:pt x="77" y="120"/>
                    <a:pt x="77" y="120"/>
                  </a:cubicBezTo>
                  <a:cubicBezTo>
                    <a:pt x="77" y="109"/>
                    <a:pt x="77" y="109"/>
                    <a:pt x="77" y="109"/>
                  </a:cubicBezTo>
                  <a:cubicBezTo>
                    <a:pt x="77" y="106"/>
                    <a:pt x="77" y="106"/>
                    <a:pt x="77" y="106"/>
                  </a:cubicBezTo>
                  <a:cubicBezTo>
                    <a:pt x="77" y="105"/>
                    <a:pt x="77" y="105"/>
                    <a:pt x="77"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 name="Freeform 332"/>
            <p:cNvSpPr>
              <a:spLocks/>
            </p:cNvSpPr>
            <p:nvPr/>
          </p:nvSpPr>
          <p:spPr bwMode="auto">
            <a:xfrm>
              <a:off x="6410325" y="4121150"/>
              <a:ext cx="196850" cy="201613"/>
            </a:xfrm>
            <a:custGeom>
              <a:avLst/>
              <a:gdLst>
                <a:gd name="T0" fmla="*/ 46 w 46"/>
                <a:gd name="T1" fmla="*/ 23 h 47"/>
                <a:gd name="T2" fmla="*/ 25 w 46"/>
                <a:gd name="T3" fmla="*/ 47 h 47"/>
                <a:gd name="T4" fmla="*/ 0 w 46"/>
                <a:gd name="T5" fmla="*/ 23 h 47"/>
                <a:gd name="T6" fmla="*/ 25 w 46"/>
                <a:gd name="T7" fmla="*/ 0 h 47"/>
                <a:gd name="T8" fmla="*/ 46 w 46"/>
                <a:gd name="T9" fmla="*/ 23 h 47"/>
              </a:gdLst>
              <a:ahLst/>
              <a:cxnLst>
                <a:cxn ang="0">
                  <a:pos x="T0" y="T1"/>
                </a:cxn>
                <a:cxn ang="0">
                  <a:pos x="T2" y="T3"/>
                </a:cxn>
                <a:cxn ang="0">
                  <a:pos x="T4" y="T5"/>
                </a:cxn>
                <a:cxn ang="0">
                  <a:pos x="T6" y="T7"/>
                </a:cxn>
                <a:cxn ang="0">
                  <a:pos x="T8" y="T9"/>
                </a:cxn>
              </a:cxnLst>
              <a:rect l="0" t="0" r="r" b="b"/>
              <a:pathLst>
                <a:path w="46" h="47">
                  <a:moveTo>
                    <a:pt x="46" y="23"/>
                  </a:moveTo>
                  <a:cubicBezTo>
                    <a:pt x="46" y="36"/>
                    <a:pt x="37" y="47"/>
                    <a:pt x="25" y="47"/>
                  </a:cubicBezTo>
                  <a:cubicBezTo>
                    <a:pt x="11" y="47"/>
                    <a:pt x="0" y="36"/>
                    <a:pt x="0" y="23"/>
                  </a:cubicBezTo>
                  <a:cubicBezTo>
                    <a:pt x="0" y="11"/>
                    <a:pt x="11" y="0"/>
                    <a:pt x="25" y="0"/>
                  </a:cubicBezTo>
                  <a:cubicBezTo>
                    <a:pt x="37" y="0"/>
                    <a:pt x="46" y="11"/>
                    <a:pt x="46"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 name="Freeform 333"/>
            <p:cNvSpPr>
              <a:spLocks/>
            </p:cNvSpPr>
            <p:nvPr/>
          </p:nvSpPr>
          <p:spPr bwMode="auto">
            <a:xfrm>
              <a:off x="6462713" y="4395788"/>
              <a:ext cx="384175" cy="242888"/>
            </a:xfrm>
            <a:custGeom>
              <a:avLst/>
              <a:gdLst>
                <a:gd name="T0" fmla="*/ 81 w 90"/>
                <a:gd name="T1" fmla="*/ 37 h 57"/>
                <a:gd name="T2" fmla="*/ 47 w 90"/>
                <a:gd name="T3" fmla="*/ 37 h 57"/>
                <a:gd name="T4" fmla="*/ 19 w 90"/>
                <a:gd name="T5" fmla="*/ 6 h 57"/>
                <a:gd name="T6" fmla="*/ 5 w 90"/>
                <a:gd name="T7" fmla="*/ 3 h 57"/>
                <a:gd name="T8" fmla="*/ 3 w 90"/>
                <a:gd name="T9" fmla="*/ 18 h 57"/>
                <a:gd name="T10" fmla="*/ 36 w 90"/>
                <a:gd name="T11" fmla="*/ 54 h 57"/>
                <a:gd name="T12" fmla="*/ 44 w 90"/>
                <a:gd name="T13" fmla="*/ 57 h 57"/>
                <a:gd name="T14" fmla="*/ 44 w 90"/>
                <a:gd name="T15" fmla="*/ 57 h 57"/>
                <a:gd name="T16" fmla="*/ 81 w 90"/>
                <a:gd name="T17" fmla="*/ 57 h 57"/>
                <a:gd name="T18" fmla="*/ 90 w 90"/>
                <a:gd name="T19" fmla="*/ 46 h 57"/>
                <a:gd name="T20" fmla="*/ 81 w 90"/>
                <a:gd name="T21" fmla="*/ 3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 h="57">
                  <a:moveTo>
                    <a:pt x="81" y="37"/>
                  </a:moveTo>
                  <a:cubicBezTo>
                    <a:pt x="47" y="37"/>
                    <a:pt x="47" y="37"/>
                    <a:pt x="47" y="37"/>
                  </a:cubicBezTo>
                  <a:cubicBezTo>
                    <a:pt x="19" y="6"/>
                    <a:pt x="19" y="6"/>
                    <a:pt x="19" y="6"/>
                  </a:cubicBezTo>
                  <a:cubicBezTo>
                    <a:pt x="16" y="0"/>
                    <a:pt x="10" y="0"/>
                    <a:pt x="5" y="3"/>
                  </a:cubicBezTo>
                  <a:cubicBezTo>
                    <a:pt x="0" y="8"/>
                    <a:pt x="0" y="14"/>
                    <a:pt x="3" y="18"/>
                  </a:cubicBezTo>
                  <a:cubicBezTo>
                    <a:pt x="36" y="54"/>
                    <a:pt x="36" y="54"/>
                    <a:pt x="36" y="54"/>
                  </a:cubicBezTo>
                  <a:cubicBezTo>
                    <a:pt x="38" y="56"/>
                    <a:pt x="41" y="57"/>
                    <a:pt x="44" y="57"/>
                  </a:cubicBezTo>
                  <a:cubicBezTo>
                    <a:pt x="44" y="57"/>
                    <a:pt x="44" y="57"/>
                    <a:pt x="44" y="57"/>
                  </a:cubicBezTo>
                  <a:cubicBezTo>
                    <a:pt x="81" y="57"/>
                    <a:pt x="81" y="57"/>
                    <a:pt x="81" y="57"/>
                  </a:cubicBezTo>
                  <a:cubicBezTo>
                    <a:pt x="87" y="57"/>
                    <a:pt x="90" y="53"/>
                    <a:pt x="90" y="46"/>
                  </a:cubicBezTo>
                  <a:cubicBezTo>
                    <a:pt x="90" y="42"/>
                    <a:pt x="87" y="37"/>
                    <a:pt x="81"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 name="Freeform 334"/>
            <p:cNvSpPr>
              <a:spLocks/>
            </p:cNvSpPr>
            <p:nvPr/>
          </p:nvSpPr>
          <p:spPr bwMode="auto">
            <a:xfrm>
              <a:off x="6369050" y="4873625"/>
              <a:ext cx="28575" cy="212725"/>
            </a:xfrm>
            <a:custGeom>
              <a:avLst/>
              <a:gdLst>
                <a:gd name="T0" fmla="*/ 0 w 7"/>
                <a:gd name="T1" fmla="*/ 0 h 50"/>
                <a:gd name="T2" fmla="*/ 0 w 7"/>
                <a:gd name="T3" fmla="*/ 45 h 50"/>
                <a:gd name="T4" fmla="*/ 2 w 7"/>
                <a:gd name="T5" fmla="*/ 50 h 50"/>
                <a:gd name="T6" fmla="*/ 7 w 7"/>
                <a:gd name="T7" fmla="*/ 45 h 50"/>
                <a:gd name="T8" fmla="*/ 7 w 7"/>
                <a:gd name="T9" fmla="*/ 6 h 50"/>
                <a:gd name="T10" fmla="*/ 4 w 7"/>
                <a:gd name="T11" fmla="*/ 6 h 50"/>
                <a:gd name="T12" fmla="*/ 0 w 7"/>
                <a:gd name="T13" fmla="*/ 0 h 50"/>
              </a:gdLst>
              <a:ahLst/>
              <a:cxnLst>
                <a:cxn ang="0">
                  <a:pos x="T0" y="T1"/>
                </a:cxn>
                <a:cxn ang="0">
                  <a:pos x="T2" y="T3"/>
                </a:cxn>
                <a:cxn ang="0">
                  <a:pos x="T4" y="T5"/>
                </a:cxn>
                <a:cxn ang="0">
                  <a:pos x="T6" y="T7"/>
                </a:cxn>
                <a:cxn ang="0">
                  <a:pos x="T8" y="T9"/>
                </a:cxn>
                <a:cxn ang="0">
                  <a:pos x="T10" y="T11"/>
                </a:cxn>
                <a:cxn ang="0">
                  <a:pos x="T12" y="T13"/>
                </a:cxn>
              </a:cxnLst>
              <a:rect l="0" t="0" r="r" b="b"/>
              <a:pathLst>
                <a:path w="7" h="50">
                  <a:moveTo>
                    <a:pt x="0" y="0"/>
                  </a:moveTo>
                  <a:cubicBezTo>
                    <a:pt x="0" y="45"/>
                    <a:pt x="0" y="45"/>
                    <a:pt x="0" y="45"/>
                  </a:cubicBezTo>
                  <a:cubicBezTo>
                    <a:pt x="0" y="46"/>
                    <a:pt x="2" y="50"/>
                    <a:pt x="2" y="50"/>
                  </a:cubicBezTo>
                  <a:cubicBezTo>
                    <a:pt x="7" y="50"/>
                    <a:pt x="7" y="46"/>
                    <a:pt x="7" y="45"/>
                  </a:cubicBezTo>
                  <a:cubicBezTo>
                    <a:pt x="7" y="6"/>
                    <a:pt x="7" y="6"/>
                    <a:pt x="7" y="6"/>
                  </a:cubicBezTo>
                  <a:cubicBezTo>
                    <a:pt x="4" y="6"/>
                    <a:pt x="4" y="6"/>
                    <a:pt x="4" y="6"/>
                  </a:cubicBezTo>
                  <a:cubicBezTo>
                    <a:pt x="0" y="6"/>
                    <a:pt x="0"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 name="Freeform 335"/>
            <p:cNvSpPr>
              <a:spLocks/>
            </p:cNvSpPr>
            <p:nvPr/>
          </p:nvSpPr>
          <p:spPr bwMode="auto">
            <a:xfrm>
              <a:off x="6369050" y="4467225"/>
              <a:ext cx="28575" cy="406400"/>
            </a:xfrm>
            <a:custGeom>
              <a:avLst/>
              <a:gdLst>
                <a:gd name="T0" fmla="*/ 4 w 7"/>
                <a:gd name="T1" fmla="*/ 92 h 95"/>
                <a:gd name="T2" fmla="*/ 7 w 7"/>
                <a:gd name="T3" fmla="*/ 92 h 95"/>
                <a:gd name="T4" fmla="*/ 7 w 7"/>
                <a:gd name="T5" fmla="*/ 5 h 95"/>
                <a:gd name="T6" fmla="*/ 4 w 7"/>
                <a:gd name="T7" fmla="*/ 0 h 95"/>
                <a:gd name="T8" fmla="*/ 0 w 7"/>
                <a:gd name="T9" fmla="*/ 5 h 95"/>
                <a:gd name="T10" fmla="*/ 0 w 7"/>
                <a:gd name="T11" fmla="*/ 95 h 95"/>
                <a:gd name="T12" fmla="*/ 4 w 7"/>
                <a:gd name="T13" fmla="*/ 92 h 95"/>
              </a:gdLst>
              <a:ahLst/>
              <a:cxnLst>
                <a:cxn ang="0">
                  <a:pos x="T0" y="T1"/>
                </a:cxn>
                <a:cxn ang="0">
                  <a:pos x="T2" y="T3"/>
                </a:cxn>
                <a:cxn ang="0">
                  <a:pos x="T4" y="T5"/>
                </a:cxn>
                <a:cxn ang="0">
                  <a:pos x="T6" y="T7"/>
                </a:cxn>
                <a:cxn ang="0">
                  <a:pos x="T8" y="T9"/>
                </a:cxn>
                <a:cxn ang="0">
                  <a:pos x="T10" y="T11"/>
                </a:cxn>
                <a:cxn ang="0">
                  <a:pos x="T12" y="T13"/>
                </a:cxn>
              </a:cxnLst>
              <a:rect l="0" t="0" r="r" b="b"/>
              <a:pathLst>
                <a:path w="7" h="95">
                  <a:moveTo>
                    <a:pt x="4" y="92"/>
                  </a:moveTo>
                  <a:cubicBezTo>
                    <a:pt x="7" y="92"/>
                    <a:pt x="7" y="92"/>
                    <a:pt x="7" y="92"/>
                  </a:cubicBezTo>
                  <a:cubicBezTo>
                    <a:pt x="7" y="5"/>
                    <a:pt x="7" y="5"/>
                    <a:pt x="7" y="5"/>
                  </a:cubicBezTo>
                  <a:cubicBezTo>
                    <a:pt x="7" y="1"/>
                    <a:pt x="7" y="0"/>
                    <a:pt x="4" y="0"/>
                  </a:cubicBezTo>
                  <a:cubicBezTo>
                    <a:pt x="4" y="0"/>
                    <a:pt x="0" y="1"/>
                    <a:pt x="0" y="5"/>
                  </a:cubicBezTo>
                  <a:cubicBezTo>
                    <a:pt x="0" y="95"/>
                    <a:pt x="0" y="95"/>
                    <a:pt x="0" y="95"/>
                  </a:cubicBezTo>
                  <a:cubicBezTo>
                    <a:pt x="0" y="93"/>
                    <a:pt x="0" y="92"/>
                    <a:pt x="4" y="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 name="Freeform 336"/>
            <p:cNvSpPr>
              <a:spLocks/>
            </p:cNvSpPr>
            <p:nvPr/>
          </p:nvSpPr>
          <p:spPr bwMode="auto">
            <a:xfrm>
              <a:off x="6369050" y="4860925"/>
              <a:ext cx="225425" cy="38100"/>
            </a:xfrm>
            <a:custGeom>
              <a:avLst/>
              <a:gdLst>
                <a:gd name="T0" fmla="*/ 53 w 53"/>
                <a:gd name="T1" fmla="*/ 0 h 9"/>
                <a:gd name="T2" fmla="*/ 53 w 53"/>
                <a:gd name="T3" fmla="*/ 0 h 9"/>
                <a:gd name="T4" fmla="*/ 7 w 53"/>
                <a:gd name="T5" fmla="*/ 0 h 9"/>
                <a:gd name="T6" fmla="*/ 4 w 53"/>
                <a:gd name="T7" fmla="*/ 0 h 9"/>
                <a:gd name="T8" fmla="*/ 0 w 53"/>
                <a:gd name="T9" fmla="*/ 3 h 9"/>
                <a:gd name="T10" fmla="*/ 4 w 53"/>
                <a:gd name="T11" fmla="*/ 9 h 9"/>
                <a:gd name="T12" fmla="*/ 7 w 53"/>
                <a:gd name="T13" fmla="*/ 9 h 9"/>
                <a:gd name="T14" fmla="*/ 50 w 53"/>
                <a:gd name="T15" fmla="*/ 9 h 9"/>
                <a:gd name="T16" fmla="*/ 50 w 53"/>
                <a:gd name="T17" fmla="*/ 3 h 9"/>
                <a:gd name="T18" fmla="*/ 53 w 53"/>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9">
                  <a:moveTo>
                    <a:pt x="53" y="0"/>
                  </a:moveTo>
                  <a:cubicBezTo>
                    <a:pt x="53" y="0"/>
                    <a:pt x="53" y="0"/>
                    <a:pt x="53" y="0"/>
                  </a:cubicBezTo>
                  <a:cubicBezTo>
                    <a:pt x="7" y="0"/>
                    <a:pt x="7" y="0"/>
                    <a:pt x="7" y="0"/>
                  </a:cubicBezTo>
                  <a:cubicBezTo>
                    <a:pt x="4" y="0"/>
                    <a:pt x="4" y="0"/>
                    <a:pt x="4" y="0"/>
                  </a:cubicBezTo>
                  <a:cubicBezTo>
                    <a:pt x="0" y="0"/>
                    <a:pt x="0" y="1"/>
                    <a:pt x="0" y="3"/>
                  </a:cubicBezTo>
                  <a:cubicBezTo>
                    <a:pt x="0" y="6"/>
                    <a:pt x="0" y="9"/>
                    <a:pt x="4" y="9"/>
                  </a:cubicBezTo>
                  <a:cubicBezTo>
                    <a:pt x="7" y="9"/>
                    <a:pt x="7" y="9"/>
                    <a:pt x="7" y="9"/>
                  </a:cubicBezTo>
                  <a:cubicBezTo>
                    <a:pt x="50" y="9"/>
                    <a:pt x="50" y="9"/>
                    <a:pt x="50" y="9"/>
                  </a:cubicBezTo>
                  <a:cubicBezTo>
                    <a:pt x="50" y="3"/>
                    <a:pt x="50" y="3"/>
                    <a:pt x="50" y="3"/>
                  </a:cubicBezTo>
                  <a:cubicBezTo>
                    <a:pt x="50" y="3"/>
                    <a:pt x="50" y="0"/>
                    <a:pt x="5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 name="Freeform 337"/>
            <p:cNvSpPr>
              <a:spLocks/>
            </p:cNvSpPr>
            <p:nvPr/>
          </p:nvSpPr>
          <p:spPr bwMode="auto">
            <a:xfrm>
              <a:off x="6581775" y="4860925"/>
              <a:ext cx="25400" cy="225425"/>
            </a:xfrm>
            <a:custGeom>
              <a:avLst/>
              <a:gdLst>
                <a:gd name="T0" fmla="*/ 3 w 6"/>
                <a:gd name="T1" fmla="*/ 0 h 53"/>
                <a:gd name="T2" fmla="*/ 3 w 6"/>
                <a:gd name="T3" fmla="*/ 0 h 53"/>
                <a:gd name="T4" fmla="*/ 0 w 6"/>
                <a:gd name="T5" fmla="*/ 3 h 53"/>
                <a:gd name="T6" fmla="*/ 0 w 6"/>
                <a:gd name="T7" fmla="*/ 9 h 53"/>
                <a:gd name="T8" fmla="*/ 0 w 6"/>
                <a:gd name="T9" fmla="*/ 48 h 53"/>
                <a:gd name="T10" fmla="*/ 3 w 6"/>
                <a:gd name="T11" fmla="*/ 53 h 53"/>
                <a:gd name="T12" fmla="*/ 6 w 6"/>
                <a:gd name="T13" fmla="*/ 48 h 53"/>
                <a:gd name="T14" fmla="*/ 6 w 6"/>
                <a:gd name="T15" fmla="*/ 3 h 53"/>
                <a:gd name="T16" fmla="*/ 3 w 6"/>
                <a:gd name="T1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53">
                  <a:moveTo>
                    <a:pt x="3" y="0"/>
                  </a:moveTo>
                  <a:cubicBezTo>
                    <a:pt x="3" y="0"/>
                    <a:pt x="3" y="0"/>
                    <a:pt x="3" y="0"/>
                  </a:cubicBezTo>
                  <a:cubicBezTo>
                    <a:pt x="0" y="0"/>
                    <a:pt x="0" y="3"/>
                    <a:pt x="0" y="3"/>
                  </a:cubicBezTo>
                  <a:cubicBezTo>
                    <a:pt x="0" y="9"/>
                    <a:pt x="0" y="9"/>
                    <a:pt x="0" y="9"/>
                  </a:cubicBezTo>
                  <a:cubicBezTo>
                    <a:pt x="0" y="48"/>
                    <a:pt x="0" y="48"/>
                    <a:pt x="0" y="48"/>
                  </a:cubicBezTo>
                  <a:cubicBezTo>
                    <a:pt x="0" y="49"/>
                    <a:pt x="0" y="53"/>
                    <a:pt x="3" y="53"/>
                  </a:cubicBezTo>
                  <a:cubicBezTo>
                    <a:pt x="6" y="53"/>
                    <a:pt x="6" y="49"/>
                    <a:pt x="6" y="48"/>
                  </a:cubicBezTo>
                  <a:cubicBezTo>
                    <a:pt x="6" y="3"/>
                    <a:pt x="6" y="3"/>
                    <a:pt x="6" y="3"/>
                  </a:cubicBezTo>
                  <a:cubicBezTo>
                    <a:pt x="6" y="1"/>
                    <a:pt x="6"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 name="Freeform 338"/>
            <p:cNvSpPr>
              <a:spLocks/>
            </p:cNvSpPr>
            <p:nvPr/>
          </p:nvSpPr>
          <p:spPr bwMode="auto">
            <a:xfrm>
              <a:off x="6688138" y="4659313"/>
              <a:ext cx="444500" cy="427038"/>
            </a:xfrm>
            <a:custGeom>
              <a:avLst/>
              <a:gdLst>
                <a:gd name="T0" fmla="*/ 100 w 104"/>
                <a:gd name="T1" fmla="*/ 0 h 100"/>
                <a:gd name="T2" fmla="*/ 5 w 104"/>
                <a:gd name="T3" fmla="*/ 0 h 100"/>
                <a:gd name="T4" fmla="*/ 0 w 104"/>
                <a:gd name="T5" fmla="*/ 5 h 100"/>
                <a:gd name="T6" fmla="*/ 5 w 104"/>
                <a:gd name="T7" fmla="*/ 9 h 100"/>
                <a:gd name="T8" fmla="*/ 47 w 104"/>
                <a:gd name="T9" fmla="*/ 9 h 100"/>
                <a:gd name="T10" fmla="*/ 47 w 104"/>
                <a:gd name="T11" fmla="*/ 92 h 100"/>
                <a:gd name="T12" fmla="*/ 22 w 104"/>
                <a:gd name="T13" fmla="*/ 92 h 100"/>
                <a:gd name="T14" fmla="*/ 16 w 104"/>
                <a:gd name="T15" fmla="*/ 100 h 100"/>
                <a:gd name="T16" fmla="*/ 47 w 104"/>
                <a:gd name="T17" fmla="*/ 100 h 100"/>
                <a:gd name="T18" fmla="*/ 59 w 104"/>
                <a:gd name="T19" fmla="*/ 100 h 100"/>
                <a:gd name="T20" fmla="*/ 92 w 104"/>
                <a:gd name="T21" fmla="*/ 100 h 100"/>
                <a:gd name="T22" fmla="*/ 84 w 104"/>
                <a:gd name="T23" fmla="*/ 92 h 100"/>
                <a:gd name="T24" fmla="*/ 59 w 104"/>
                <a:gd name="T25" fmla="*/ 92 h 100"/>
                <a:gd name="T26" fmla="*/ 59 w 104"/>
                <a:gd name="T27" fmla="*/ 9 h 100"/>
                <a:gd name="T28" fmla="*/ 100 w 104"/>
                <a:gd name="T29" fmla="*/ 9 h 100"/>
                <a:gd name="T30" fmla="*/ 104 w 104"/>
                <a:gd name="T31" fmla="*/ 5 h 100"/>
                <a:gd name="T32" fmla="*/ 100 w 104"/>
                <a:gd name="T33"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4" h="100">
                  <a:moveTo>
                    <a:pt x="100" y="0"/>
                  </a:moveTo>
                  <a:cubicBezTo>
                    <a:pt x="5" y="0"/>
                    <a:pt x="5" y="0"/>
                    <a:pt x="5" y="0"/>
                  </a:cubicBezTo>
                  <a:cubicBezTo>
                    <a:pt x="3" y="0"/>
                    <a:pt x="0" y="2"/>
                    <a:pt x="0" y="5"/>
                  </a:cubicBezTo>
                  <a:cubicBezTo>
                    <a:pt x="0" y="6"/>
                    <a:pt x="3" y="9"/>
                    <a:pt x="5" y="9"/>
                  </a:cubicBezTo>
                  <a:cubicBezTo>
                    <a:pt x="47" y="9"/>
                    <a:pt x="47" y="9"/>
                    <a:pt x="47" y="9"/>
                  </a:cubicBezTo>
                  <a:cubicBezTo>
                    <a:pt x="47" y="92"/>
                    <a:pt x="47" y="92"/>
                    <a:pt x="47" y="92"/>
                  </a:cubicBezTo>
                  <a:cubicBezTo>
                    <a:pt x="22" y="92"/>
                    <a:pt x="22" y="92"/>
                    <a:pt x="22" y="92"/>
                  </a:cubicBezTo>
                  <a:cubicBezTo>
                    <a:pt x="19" y="92"/>
                    <a:pt x="16" y="95"/>
                    <a:pt x="16" y="100"/>
                  </a:cubicBezTo>
                  <a:cubicBezTo>
                    <a:pt x="47" y="100"/>
                    <a:pt x="47" y="100"/>
                    <a:pt x="47" y="100"/>
                  </a:cubicBezTo>
                  <a:cubicBezTo>
                    <a:pt x="59" y="100"/>
                    <a:pt x="59" y="100"/>
                    <a:pt x="59" y="100"/>
                  </a:cubicBezTo>
                  <a:cubicBezTo>
                    <a:pt x="92" y="100"/>
                    <a:pt x="92" y="100"/>
                    <a:pt x="92" y="100"/>
                  </a:cubicBezTo>
                  <a:cubicBezTo>
                    <a:pt x="92" y="95"/>
                    <a:pt x="89" y="92"/>
                    <a:pt x="84" y="92"/>
                  </a:cubicBezTo>
                  <a:cubicBezTo>
                    <a:pt x="59" y="92"/>
                    <a:pt x="59" y="92"/>
                    <a:pt x="59" y="92"/>
                  </a:cubicBezTo>
                  <a:cubicBezTo>
                    <a:pt x="59" y="9"/>
                    <a:pt x="59" y="9"/>
                    <a:pt x="59" y="9"/>
                  </a:cubicBezTo>
                  <a:cubicBezTo>
                    <a:pt x="100" y="9"/>
                    <a:pt x="100" y="9"/>
                    <a:pt x="100" y="9"/>
                  </a:cubicBezTo>
                  <a:cubicBezTo>
                    <a:pt x="103" y="9"/>
                    <a:pt x="104" y="6"/>
                    <a:pt x="104" y="5"/>
                  </a:cubicBezTo>
                  <a:cubicBezTo>
                    <a:pt x="104" y="2"/>
                    <a:pt x="103" y="0"/>
                    <a:pt x="10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 name="Freeform 339"/>
            <p:cNvSpPr>
              <a:spLocks/>
            </p:cNvSpPr>
            <p:nvPr/>
          </p:nvSpPr>
          <p:spPr bwMode="auto">
            <a:xfrm>
              <a:off x="6650038" y="4719638"/>
              <a:ext cx="131763" cy="333375"/>
            </a:xfrm>
            <a:custGeom>
              <a:avLst/>
              <a:gdLst>
                <a:gd name="T0" fmla="*/ 31 w 31"/>
                <a:gd name="T1" fmla="*/ 9 h 78"/>
                <a:gd name="T2" fmla="*/ 20 w 31"/>
                <a:gd name="T3" fmla="*/ 0 h 78"/>
                <a:gd name="T4" fmla="*/ 17 w 31"/>
                <a:gd name="T5" fmla="*/ 0 h 78"/>
                <a:gd name="T6" fmla="*/ 0 w 31"/>
                <a:gd name="T7" fmla="*/ 0 h 78"/>
                <a:gd name="T8" fmla="*/ 0 w 31"/>
                <a:gd name="T9" fmla="*/ 2 h 78"/>
                <a:gd name="T10" fmla="*/ 12 w 31"/>
                <a:gd name="T11" fmla="*/ 2 h 78"/>
                <a:gd name="T12" fmla="*/ 15 w 31"/>
                <a:gd name="T13" fmla="*/ 2 h 78"/>
                <a:gd name="T14" fmla="*/ 28 w 31"/>
                <a:gd name="T15" fmla="*/ 11 h 78"/>
                <a:gd name="T16" fmla="*/ 28 w 31"/>
                <a:gd name="T17" fmla="*/ 14 h 78"/>
                <a:gd name="T18" fmla="*/ 28 w 31"/>
                <a:gd name="T19" fmla="*/ 17 h 78"/>
                <a:gd name="T20" fmla="*/ 28 w 31"/>
                <a:gd name="T21" fmla="*/ 28 h 78"/>
                <a:gd name="T22" fmla="*/ 28 w 31"/>
                <a:gd name="T23" fmla="*/ 54 h 78"/>
                <a:gd name="T24" fmla="*/ 28 w 31"/>
                <a:gd name="T25" fmla="*/ 70 h 78"/>
                <a:gd name="T26" fmla="*/ 25 w 31"/>
                <a:gd name="T27" fmla="*/ 78 h 78"/>
                <a:gd name="T28" fmla="*/ 31 w 31"/>
                <a:gd name="T29" fmla="*/ 68 h 78"/>
                <a:gd name="T30" fmla="*/ 31 w 31"/>
                <a:gd name="T31" fmla="*/ 53 h 78"/>
                <a:gd name="T32" fmla="*/ 31 w 31"/>
                <a:gd name="T33" fmla="*/ 26 h 78"/>
                <a:gd name="T34" fmla="*/ 31 w 31"/>
                <a:gd name="T35" fmla="*/ 14 h 78"/>
                <a:gd name="T36" fmla="*/ 31 w 31"/>
                <a:gd name="T37" fmla="*/ 11 h 78"/>
                <a:gd name="T38" fmla="*/ 31 w 31"/>
                <a:gd name="T39" fmla="*/ 9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 h="78">
                  <a:moveTo>
                    <a:pt x="31" y="9"/>
                  </a:moveTo>
                  <a:cubicBezTo>
                    <a:pt x="31" y="5"/>
                    <a:pt x="25" y="0"/>
                    <a:pt x="20" y="0"/>
                  </a:cubicBezTo>
                  <a:cubicBezTo>
                    <a:pt x="17" y="0"/>
                    <a:pt x="17" y="0"/>
                    <a:pt x="17" y="0"/>
                  </a:cubicBezTo>
                  <a:cubicBezTo>
                    <a:pt x="0" y="0"/>
                    <a:pt x="0" y="0"/>
                    <a:pt x="0" y="0"/>
                  </a:cubicBezTo>
                  <a:cubicBezTo>
                    <a:pt x="0" y="2"/>
                    <a:pt x="0" y="2"/>
                    <a:pt x="0" y="2"/>
                  </a:cubicBezTo>
                  <a:cubicBezTo>
                    <a:pt x="12" y="2"/>
                    <a:pt x="12" y="2"/>
                    <a:pt x="12" y="2"/>
                  </a:cubicBezTo>
                  <a:cubicBezTo>
                    <a:pt x="15" y="2"/>
                    <a:pt x="15" y="2"/>
                    <a:pt x="15" y="2"/>
                  </a:cubicBezTo>
                  <a:cubicBezTo>
                    <a:pt x="22" y="2"/>
                    <a:pt x="26" y="6"/>
                    <a:pt x="28" y="11"/>
                  </a:cubicBezTo>
                  <a:cubicBezTo>
                    <a:pt x="28" y="12"/>
                    <a:pt x="28" y="12"/>
                    <a:pt x="28" y="14"/>
                  </a:cubicBezTo>
                  <a:cubicBezTo>
                    <a:pt x="28" y="17"/>
                    <a:pt x="28" y="17"/>
                    <a:pt x="28" y="17"/>
                  </a:cubicBezTo>
                  <a:cubicBezTo>
                    <a:pt x="28" y="28"/>
                    <a:pt x="28" y="28"/>
                    <a:pt x="28" y="28"/>
                  </a:cubicBezTo>
                  <a:cubicBezTo>
                    <a:pt x="28" y="54"/>
                    <a:pt x="28" y="54"/>
                    <a:pt x="28" y="54"/>
                  </a:cubicBezTo>
                  <a:cubicBezTo>
                    <a:pt x="28" y="70"/>
                    <a:pt x="28" y="70"/>
                    <a:pt x="28" y="70"/>
                  </a:cubicBezTo>
                  <a:cubicBezTo>
                    <a:pt x="28" y="73"/>
                    <a:pt x="25" y="76"/>
                    <a:pt x="25" y="78"/>
                  </a:cubicBezTo>
                  <a:cubicBezTo>
                    <a:pt x="28" y="76"/>
                    <a:pt x="31" y="73"/>
                    <a:pt x="31" y="68"/>
                  </a:cubicBezTo>
                  <a:cubicBezTo>
                    <a:pt x="31" y="53"/>
                    <a:pt x="31" y="53"/>
                    <a:pt x="31" y="53"/>
                  </a:cubicBezTo>
                  <a:cubicBezTo>
                    <a:pt x="31" y="26"/>
                    <a:pt x="31" y="26"/>
                    <a:pt x="31" y="26"/>
                  </a:cubicBezTo>
                  <a:cubicBezTo>
                    <a:pt x="31" y="14"/>
                    <a:pt x="31" y="14"/>
                    <a:pt x="31" y="14"/>
                  </a:cubicBezTo>
                  <a:cubicBezTo>
                    <a:pt x="31" y="11"/>
                    <a:pt x="31" y="11"/>
                    <a:pt x="31" y="11"/>
                  </a:cubicBezTo>
                  <a:lnTo>
                    <a:pt x="31"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Freeform 340"/>
            <p:cNvSpPr>
              <a:spLocks/>
            </p:cNvSpPr>
            <p:nvPr/>
          </p:nvSpPr>
          <p:spPr bwMode="auto">
            <a:xfrm>
              <a:off x="6410325" y="4340225"/>
              <a:ext cx="338138" cy="746125"/>
            </a:xfrm>
            <a:custGeom>
              <a:avLst/>
              <a:gdLst>
                <a:gd name="T0" fmla="*/ 79 w 79"/>
                <a:gd name="T1" fmla="*/ 103 h 175"/>
                <a:gd name="T2" fmla="*/ 68 w 79"/>
                <a:gd name="T3" fmla="*/ 94 h 175"/>
                <a:gd name="T4" fmla="*/ 65 w 79"/>
                <a:gd name="T5" fmla="*/ 94 h 175"/>
                <a:gd name="T6" fmla="*/ 51 w 79"/>
                <a:gd name="T7" fmla="*/ 94 h 175"/>
                <a:gd name="T8" fmla="*/ 51 w 79"/>
                <a:gd name="T9" fmla="*/ 75 h 175"/>
                <a:gd name="T10" fmla="*/ 43 w 79"/>
                <a:gd name="T11" fmla="*/ 70 h 175"/>
                <a:gd name="T12" fmla="*/ 43 w 79"/>
                <a:gd name="T13" fmla="*/ 70 h 175"/>
                <a:gd name="T14" fmla="*/ 43 w 79"/>
                <a:gd name="T15" fmla="*/ 70 h 175"/>
                <a:gd name="T16" fmla="*/ 12 w 79"/>
                <a:gd name="T17" fmla="*/ 35 h 175"/>
                <a:gd name="T18" fmla="*/ 12 w 79"/>
                <a:gd name="T19" fmla="*/ 13 h 175"/>
                <a:gd name="T20" fmla="*/ 34 w 79"/>
                <a:gd name="T21" fmla="*/ 13 h 175"/>
                <a:gd name="T22" fmla="*/ 51 w 79"/>
                <a:gd name="T23" fmla="*/ 33 h 175"/>
                <a:gd name="T24" fmla="*/ 51 w 79"/>
                <a:gd name="T25" fmla="*/ 22 h 175"/>
                <a:gd name="T26" fmla="*/ 31 w 79"/>
                <a:gd name="T27" fmla="*/ 0 h 175"/>
                <a:gd name="T28" fmla="*/ 22 w 79"/>
                <a:gd name="T29" fmla="*/ 0 h 175"/>
                <a:gd name="T30" fmla="*/ 0 w 79"/>
                <a:gd name="T31" fmla="*/ 22 h 175"/>
                <a:gd name="T32" fmla="*/ 0 w 79"/>
                <a:gd name="T33" fmla="*/ 100 h 175"/>
                <a:gd name="T34" fmla="*/ 22 w 79"/>
                <a:gd name="T35" fmla="*/ 119 h 175"/>
                <a:gd name="T36" fmla="*/ 26 w 79"/>
                <a:gd name="T37" fmla="*/ 119 h 175"/>
                <a:gd name="T38" fmla="*/ 31 w 79"/>
                <a:gd name="T39" fmla="*/ 119 h 175"/>
                <a:gd name="T40" fmla="*/ 54 w 79"/>
                <a:gd name="T41" fmla="*/ 119 h 175"/>
                <a:gd name="T42" fmla="*/ 54 w 79"/>
                <a:gd name="T43" fmla="*/ 120 h 175"/>
                <a:gd name="T44" fmla="*/ 54 w 79"/>
                <a:gd name="T45" fmla="*/ 147 h 175"/>
                <a:gd name="T46" fmla="*/ 54 w 79"/>
                <a:gd name="T47" fmla="*/ 162 h 175"/>
                <a:gd name="T48" fmla="*/ 65 w 79"/>
                <a:gd name="T49" fmla="*/ 175 h 175"/>
                <a:gd name="T50" fmla="*/ 68 w 79"/>
                <a:gd name="T51" fmla="*/ 175 h 175"/>
                <a:gd name="T52" fmla="*/ 79 w 79"/>
                <a:gd name="T53" fmla="*/ 162 h 175"/>
                <a:gd name="T54" fmla="*/ 79 w 79"/>
                <a:gd name="T55" fmla="*/ 147 h 175"/>
                <a:gd name="T56" fmla="*/ 79 w 79"/>
                <a:gd name="T57" fmla="*/ 120 h 175"/>
                <a:gd name="T58" fmla="*/ 79 w 79"/>
                <a:gd name="T59" fmla="*/ 109 h 175"/>
                <a:gd name="T60" fmla="*/ 79 w 79"/>
                <a:gd name="T61" fmla="*/ 106 h 175"/>
                <a:gd name="T62" fmla="*/ 79 w 79"/>
                <a:gd name="T63" fmla="*/ 103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9" h="175">
                  <a:moveTo>
                    <a:pt x="79" y="103"/>
                  </a:moveTo>
                  <a:cubicBezTo>
                    <a:pt x="78" y="98"/>
                    <a:pt x="74" y="94"/>
                    <a:pt x="68" y="94"/>
                  </a:cubicBezTo>
                  <a:cubicBezTo>
                    <a:pt x="65" y="94"/>
                    <a:pt x="65" y="94"/>
                    <a:pt x="65" y="94"/>
                  </a:cubicBezTo>
                  <a:cubicBezTo>
                    <a:pt x="51" y="94"/>
                    <a:pt x="51" y="94"/>
                    <a:pt x="51" y="94"/>
                  </a:cubicBezTo>
                  <a:cubicBezTo>
                    <a:pt x="51" y="75"/>
                    <a:pt x="51" y="75"/>
                    <a:pt x="51" y="75"/>
                  </a:cubicBezTo>
                  <a:cubicBezTo>
                    <a:pt x="48" y="75"/>
                    <a:pt x="46" y="72"/>
                    <a:pt x="43" y="70"/>
                  </a:cubicBezTo>
                  <a:cubicBezTo>
                    <a:pt x="43" y="70"/>
                    <a:pt x="43" y="70"/>
                    <a:pt x="43" y="70"/>
                  </a:cubicBezTo>
                  <a:cubicBezTo>
                    <a:pt x="43" y="70"/>
                    <a:pt x="43" y="70"/>
                    <a:pt x="43" y="70"/>
                  </a:cubicBezTo>
                  <a:cubicBezTo>
                    <a:pt x="12" y="35"/>
                    <a:pt x="12" y="35"/>
                    <a:pt x="12" y="35"/>
                  </a:cubicBezTo>
                  <a:cubicBezTo>
                    <a:pt x="6" y="28"/>
                    <a:pt x="6" y="19"/>
                    <a:pt x="12" y="13"/>
                  </a:cubicBezTo>
                  <a:cubicBezTo>
                    <a:pt x="18" y="7"/>
                    <a:pt x="28" y="7"/>
                    <a:pt x="34" y="13"/>
                  </a:cubicBezTo>
                  <a:cubicBezTo>
                    <a:pt x="51" y="33"/>
                    <a:pt x="51" y="33"/>
                    <a:pt x="51" y="33"/>
                  </a:cubicBezTo>
                  <a:cubicBezTo>
                    <a:pt x="51" y="22"/>
                    <a:pt x="51" y="22"/>
                    <a:pt x="51" y="22"/>
                  </a:cubicBezTo>
                  <a:cubicBezTo>
                    <a:pt x="51" y="10"/>
                    <a:pt x="43" y="0"/>
                    <a:pt x="31" y="0"/>
                  </a:cubicBezTo>
                  <a:cubicBezTo>
                    <a:pt x="22" y="0"/>
                    <a:pt x="22" y="0"/>
                    <a:pt x="22" y="0"/>
                  </a:cubicBezTo>
                  <a:cubicBezTo>
                    <a:pt x="9" y="0"/>
                    <a:pt x="0" y="10"/>
                    <a:pt x="0" y="22"/>
                  </a:cubicBezTo>
                  <a:cubicBezTo>
                    <a:pt x="0" y="100"/>
                    <a:pt x="0" y="100"/>
                    <a:pt x="0" y="100"/>
                  </a:cubicBezTo>
                  <a:cubicBezTo>
                    <a:pt x="0" y="109"/>
                    <a:pt x="9" y="119"/>
                    <a:pt x="22" y="119"/>
                  </a:cubicBezTo>
                  <a:cubicBezTo>
                    <a:pt x="26" y="119"/>
                    <a:pt x="26" y="119"/>
                    <a:pt x="26" y="119"/>
                  </a:cubicBezTo>
                  <a:cubicBezTo>
                    <a:pt x="31" y="119"/>
                    <a:pt x="31" y="119"/>
                    <a:pt x="31" y="119"/>
                  </a:cubicBezTo>
                  <a:cubicBezTo>
                    <a:pt x="54" y="119"/>
                    <a:pt x="54" y="119"/>
                    <a:pt x="54" y="119"/>
                  </a:cubicBezTo>
                  <a:cubicBezTo>
                    <a:pt x="54" y="120"/>
                    <a:pt x="54" y="120"/>
                    <a:pt x="54" y="120"/>
                  </a:cubicBezTo>
                  <a:cubicBezTo>
                    <a:pt x="54" y="147"/>
                    <a:pt x="54" y="147"/>
                    <a:pt x="54" y="147"/>
                  </a:cubicBezTo>
                  <a:cubicBezTo>
                    <a:pt x="54" y="162"/>
                    <a:pt x="54" y="162"/>
                    <a:pt x="54" y="162"/>
                  </a:cubicBezTo>
                  <a:cubicBezTo>
                    <a:pt x="54" y="168"/>
                    <a:pt x="59" y="175"/>
                    <a:pt x="65" y="175"/>
                  </a:cubicBezTo>
                  <a:cubicBezTo>
                    <a:pt x="68" y="175"/>
                    <a:pt x="68" y="175"/>
                    <a:pt x="68" y="175"/>
                  </a:cubicBezTo>
                  <a:cubicBezTo>
                    <a:pt x="74" y="175"/>
                    <a:pt x="79" y="168"/>
                    <a:pt x="79" y="162"/>
                  </a:cubicBezTo>
                  <a:cubicBezTo>
                    <a:pt x="79" y="147"/>
                    <a:pt x="79" y="147"/>
                    <a:pt x="79" y="147"/>
                  </a:cubicBezTo>
                  <a:cubicBezTo>
                    <a:pt x="79" y="120"/>
                    <a:pt x="79" y="120"/>
                    <a:pt x="79" y="120"/>
                  </a:cubicBezTo>
                  <a:cubicBezTo>
                    <a:pt x="79" y="109"/>
                    <a:pt x="79" y="109"/>
                    <a:pt x="79" y="109"/>
                  </a:cubicBezTo>
                  <a:cubicBezTo>
                    <a:pt x="79" y="106"/>
                    <a:pt x="79" y="106"/>
                    <a:pt x="79" y="106"/>
                  </a:cubicBezTo>
                  <a:cubicBezTo>
                    <a:pt x="79" y="105"/>
                    <a:pt x="79" y="105"/>
                    <a:pt x="79"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Freeform 341"/>
            <p:cNvSpPr>
              <a:spLocks/>
            </p:cNvSpPr>
            <p:nvPr/>
          </p:nvSpPr>
          <p:spPr bwMode="auto">
            <a:xfrm>
              <a:off x="8027988" y="4873625"/>
              <a:ext cx="42863" cy="212725"/>
            </a:xfrm>
            <a:custGeom>
              <a:avLst/>
              <a:gdLst>
                <a:gd name="T0" fmla="*/ 0 w 10"/>
                <a:gd name="T1" fmla="*/ 0 h 50"/>
                <a:gd name="T2" fmla="*/ 0 w 10"/>
                <a:gd name="T3" fmla="*/ 45 h 50"/>
                <a:gd name="T4" fmla="*/ 5 w 10"/>
                <a:gd name="T5" fmla="*/ 50 h 50"/>
                <a:gd name="T6" fmla="*/ 10 w 10"/>
                <a:gd name="T7" fmla="*/ 45 h 50"/>
                <a:gd name="T8" fmla="*/ 10 w 10"/>
                <a:gd name="T9" fmla="*/ 6 h 50"/>
                <a:gd name="T10" fmla="*/ 5 w 10"/>
                <a:gd name="T11" fmla="*/ 6 h 50"/>
                <a:gd name="T12" fmla="*/ 0 w 10"/>
                <a:gd name="T13" fmla="*/ 0 h 50"/>
              </a:gdLst>
              <a:ahLst/>
              <a:cxnLst>
                <a:cxn ang="0">
                  <a:pos x="T0" y="T1"/>
                </a:cxn>
                <a:cxn ang="0">
                  <a:pos x="T2" y="T3"/>
                </a:cxn>
                <a:cxn ang="0">
                  <a:pos x="T4" y="T5"/>
                </a:cxn>
                <a:cxn ang="0">
                  <a:pos x="T6" y="T7"/>
                </a:cxn>
                <a:cxn ang="0">
                  <a:pos x="T8" y="T9"/>
                </a:cxn>
                <a:cxn ang="0">
                  <a:pos x="T10" y="T11"/>
                </a:cxn>
                <a:cxn ang="0">
                  <a:pos x="T12" y="T13"/>
                </a:cxn>
              </a:cxnLst>
              <a:rect l="0" t="0" r="r" b="b"/>
              <a:pathLst>
                <a:path w="10" h="50">
                  <a:moveTo>
                    <a:pt x="0" y="0"/>
                  </a:moveTo>
                  <a:cubicBezTo>
                    <a:pt x="0" y="45"/>
                    <a:pt x="0" y="45"/>
                    <a:pt x="0" y="45"/>
                  </a:cubicBezTo>
                  <a:cubicBezTo>
                    <a:pt x="0" y="46"/>
                    <a:pt x="3" y="50"/>
                    <a:pt x="5" y="50"/>
                  </a:cubicBezTo>
                  <a:cubicBezTo>
                    <a:pt x="6" y="50"/>
                    <a:pt x="10" y="46"/>
                    <a:pt x="10" y="45"/>
                  </a:cubicBezTo>
                  <a:cubicBezTo>
                    <a:pt x="10" y="6"/>
                    <a:pt x="10" y="6"/>
                    <a:pt x="10" y="6"/>
                  </a:cubicBezTo>
                  <a:cubicBezTo>
                    <a:pt x="5" y="6"/>
                    <a:pt x="5" y="6"/>
                    <a:pt x="5" y="6"/>
                  </a:cubicBezTo>
                  <a:cubicBezTo>
                    <a:pt x="3" y="6"/>
                    <a:pt x="0"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 name="Freeform 342"/>
            <p:cNvSpPr>
              <a:spLocks/>
            </p:cNvSpPr>
            <p:nvPr/>
          </p:nvSpPr>
          <p:spPr bwMode="auto">
            <a:xfrm>
              <a:off x="8027988" y="4467225"/>
              <a:ext cx="42863" cy="406400"/>
            </a:xfrm>
            <a:custGeom>
              <a:avLst/>
              <a:gdLst>
                <a:gd name="T0" fmla="*/ 5 w 10"/>
                <a:gd name="T1" fmla="*/ 92 h 95"/>
                <a:gd name="T2" fmla="*/ 10 w 10"/>
                <a:gd name="T3" fmla="*/ 92 h 95"/>
                <a:gd name="T4" fmla="*/ 10 w 10"/>
                <a:gd name="T5" fmla="*/ 5 h 95"/>
                <a:gd name="T6" fmla="*/ 5 w 10"/>
                <a:gd name="T7" fmla="*/ 0 h 95"/>
                <a:gd name="T8" fmla="*/ 0 w 10"/>
                <a:gd name="T9" fmla="*/ 5 h 95"/>
                <a:gd name="T10" fmla="*/ 0 w 10"/>
                <a:gd name="T11" fmla="*/ 95 h 95"/>
                <a:gd name="T12" fmla="*/ 5 w 10"/>
                <a:gd name="T13" fmla="*/ 92 h 95"/>
              </a:gdLst>
              <a:ahLst/>
              <a:cxnLst>
                <a:cxn ang="0">
                  <a:pos x="T0" y="T1"/>
                </a:cxn>
                <a:cxn ang="0">
                  <a:pos x="T2" y="T3"/>
                </a:cxn>
                <a:cxn ang="0">
                  <a:pos x="T4" y="T5"/>
                </a:cxn>
                <a:cxn ang="0">
                  <a:pos x="T6" y="T7"/>
                </a:cxn>
                <a:cxn ang="0">
                  <a:pos x="T8" y="T9"/>
                </a:cxn>
                <a:cxn ang="0">
                  <a:pos x="T10" y="T11"/>
                </a:cxn>
                <a:cxn ang="0">
                  <a:pos x="T12" y="T13"/>
                </a:cxn>
              </a:cxnLst>
              <a:rect l="0" t="0" r="r" b="b"/>
              <a:pathLst>
                <a:path w="10" h="95">
                  <a:moveTo>
                    <a:pt x="5" y="92"/>
                  </a:moveTo>
                  <a:cubicBezTo>
                    <a:pt x="10" y="92"/>
                    <a:pt x="10" y="92"/>
                    <a:pt x="10" y="92"/>
                  </a:cubicBezTo>
                  <a:cubicBezTo>
                    <a:pt x="10" y="5"/>
                    <a:pt x="10" y="5"/>
                    <a:pt x="10" y="5"/>
                  </a:cubicBezTo>
                  <a:cubicBezTo>
                    <a:pt x="10" y="1"/>
                    <a:pt x="6" y="0"/>
                    <a:pt x="5" y="0"/>
                  </a:cubicBezTo>
                  <a:cubicBezTo>
                    <a:pt x="3" y="0"/>
                    <a:pt x="0" y="1"/>
                    <a:pt x="0" y="5"/>
                  </a:cubicBezTo>
                  <a:cubicBezTo>
                    <a:pt x="0" y="95"/>
                    <a:pt x="0" y="95"/>
                    <a:pt x="0" y="95"/>
                  </a:cubicBezTo>
                  <a:cubicBezTo>
                    <a:pt x="0" y="93"/>
                    <a:pt x="3" y="92"/>
                    <a:pt x="5" y="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 name="Freeform 343"/>
            <p:cNvSpPr>
              <a:spLocks/>
            </p:cNvSpPr>
            <p:nvPr/>
          </p:nvSpPr>
          <p:spPr bwMode="auto">
            <a:xfrm>
              <a:off x="8027988" y="4860925"/>
              <a:ext cx="225425" cy="38100"/>
            </a:xfrm>
            <a:custGeom>
              <a:avLst/>
              <a:gdLst>
                <a:gd name="T0" fmla="*/ 53 w 53"/>
                <a:gd name="T1" fmla="*/ 0 h 9"/>
                <a:gd name="T2" fmla="*/ 53 w 53"/>
                <a:gd name="T3" fmla="*/ 0 h 9"/>
                <a:gd name="T4" fmla="*/ 10 w 53"/>
                <a:gd name="T5" fmla="*/ 0 h 9"/>
                <a:gd name="T6" fmla="*/ 5 w 53"/>
                <a:gd name="T7" fmla="*/ 0 h 9"/>
                <a:gd name="T8" fmla="*/ 0 w 53"/>
                <a:gd name="T9" fmla="*/ 3 h 9"/>
                <a:gd name="T10" fmla="*/ 5 w 53"/>
                <a:gd name="T11" fmla="*/ 9 h 9"/>
                <a:gd name="T12" fmla="*/ 10 w 53"/>
                <a:gd name="T13" fmla="*/ 9 h 9"/>
                <a:gd name="T14" fmla="*/ 50 w 53"/>
                <a:gd name="T15" fmla="*/ 9 h 9"/>
                <a:gd name="T16" fmla="*/ 50 w 53"/>
                <a:gd name="T17" fmla="*/ 3 h 9"/>
                <a:gd name="T18" fmla="*/ 53 w 53"/>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9">
                  <a:moveTo>
                    <a:pt x="53" y="0"/>
                  </a:moveTo>
                  <a:cubicBezTo>
                    <a:pt x="53" y="0"/>
                    <a:pt x="53" y="0"/>
                    <a:pt x="53" y="0"/>
                  </a:cubicBezTo>
                  <a:cubicBezTo>
                    <a:pt x="10" y="0"/>
                    <a:pt x="10" y="0"/>
                    <a:pt x="10" y="0"/>
                  </a:cubicBezTo>
                  <a:cubicBezTo>
                    <a:pt x="5" y="0"/>
                    <a:pt x="5" y="0"/>
                    <a:pt x="5" y="0"/>
                  </a:cubicBezTo>
                  <a:cubicBezTo>
                    <a:pt x="3" y="0"/>
                    <a:pt x="0" y="1"/>
                    <a:pt x="0" y="3"/>
                  </a:cubicBezTo>
                  <a:cubicBezTo>
                    <a:pt x="0" y="6"/>
                    <a:pt x="3" y="9"/>
                    <a:pt x="5" y="9"/>
                  </a:cubicBezTo>
                  <a:cubicBezTo>
                    <a:pt x="10" y="9"/>
                    <a:pt x="10" y="9"/>
                    <a:pt x="10" y="9"/>
                  </a:cubicBezTo>
                  <a:cubicBezTo>
                    <a:pt x="50" y="9"/>
                    <a:pt x="50" y="9"/>
                    <a:pt x="50" y="9"/>
                  </a:cubicBezTo>
                  <a:cubicBezTo>
                    <a:pt x="50" y="3"/>
                    <a:pt x="50" y="3"/>
                    <a:pt x="50" y="3"/>
                  </a:cubicBezTo>
                  <a:lnTo>
                    <a:pt x="5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Freeform 344"/>
            <p:cNvSpPr>
              <a:spLocks/>
            </p:cNvSpPr>
            <p:nvPr/>
          </p:nvSpPr>
          <p:spPr bwMode="auto">
            <a:xfrm>
              <a:off x="8240713" y="4860925"/>
              <a:ext cx="38100" cy="225425"/>
            </a:xfrm>
            <a:custGeom>
              <a:avLst/>
              <a:gdLst>
                <a:gd name="T0" fmla="*/ 5 w 9"/>
                <a:gd name="T1" fmla="*/ 0 h 53"/>
                <a:gd name="T2" fmla="*/ 3 w 9"/>
                <a:gd name="T3" fmla="*/ 0 h 53"/>
                <a:gd name="T4" fmla="*/ 0 w 9"/>
                <a:gd name="T5" fmla="*/ 3 h 53"/>
                <a:gd name="T6" fmla="*/ 0 w 9"/>
                <a:gd name="T7" fmla="*/ 9 h 53"/>
                <a:gd name="T8" fmla="*/ 0 w 9"/>
                <a:gd name="T9" fmla="*/ 48 h 53"/>
                <a:gd name="T10" fmla="*/ 5 w 9"/>
                <a:gd name="T11" fmla="*/ 53 h 53"/>
                <a:gd name="T12" fmla="*/ 9 w 9"/>
                <a:gd name="T13" fmla="*/ 48 h 53"/>
                <a:gd name="T14" fmla="*/ 9 w 9"/>
                <a:gd name="T15" fmla="*/ 3 h 53"/>
                <a:gd name="T16" fmla="*/ 5 w 9"/>
                <a:gd name="T1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53">
                  <a:moveTo>
                    <a:pt x="5" y="0"/>
                  </a:moveTo>
                  <a:cubicBezTo>
                    <a:pt x="3" y="0"/>
                    <a:pt x="3" y="0"/>
                    <a:pt x="3" y="0"/>
                  </a:cubicBezTo>
                  <a:cubicBezTo>
                    <a:pt x="0" y="3"/>
                    <a:pt x="0" y="3"/>
                    <a:pt x="0" y="3"/>
                  </a:cubicBezTo>
                  <a:cubicBezTo>
                    <a:pt x="0" y="9"/>
                    <a:pt x="0" y="9"/>
                    <a:pt x="0" y="9"/>
                  </a:cubicBezTo>
                  <a:cubicBezTo>
                    <a:pt x="0" y="48"/>
                    <a:pt x="0" y="48"/>
                    <a:pt x="0" y="48"/>
                  </a:cubicBezTo>
                  <a:cubicBezTo>
                    <a:pt x="0" y="49"/>
                    <a:pt x="3" y="53"/>
                    <a:pt x="5" y="53"/>
                  </a:cubicBezTo>
                  <a:cubicBezTo>
                    <a:pt x="6" y="53"/>
                    <a:pt x="9" y="49"/>
                    <a:pt x="9" y="48"/>
                  </a:cubicBezTo>
                  <a:cubicBezTo>
                    <a:pt x="9" y="3"/>
                    <a:pt x="9" y="3"/>
                    <a:pt x="9" y="3"/>
                  </a:cubicBezTo>
                  <a:cubicBezTo>
                    <a:pt x="9" y="1"/>
                    <a:pt x="6" y="0"/>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Freeform 345"/>
            <p:cNvSpPr>
              <a:spLocks/>
            </p:cNvSpPr>
            <p:nvPr/>
          </p:nvSpPr>
          <p:spPr bwMode="auto">
            <a:xfrm>
              <a:off x="8351838" y="4659313"/>
              <a:ext cx="447675" cy="427038"/>
            </a:xfrm>
            <a:custGeom>
              <a:avLst/>
              <a:gdLst>
                <a:gd name="T0" fmla="*/ 100 w 105"/>
                <a:gd name="T1" fmla="*/ 0 h 100"/>
                <a:gd name="T2" fmla="*/ 5 w 105"/>
                <a:gd name="T3" fmla="*/ 0 h 100"/>
                <a:gd name="T4" fmla="*/ 0 w 105"/>
                <a:gd name="T5" fmla="*/ 5 h 100"/>
                <a:gd name="T6" fmla="*/ 5 w 105"/>
                <a:gd name="T7" fmla="*/ 9 h 100"/>
                <a:gd name="T8" fmla="*/ 47 w 105"/>
                <a:gd name="T9" fmla="*/ 9 h 100"/>
                <a:gd name="T10" fmla="*/ 47 w 105"/>
                <a:gd name="T11" fmla="*/ 92 h 100"/>
                <a:gd name="T12" fmla="*/ 22 w 105"/>
                <a:gd name="T13" fmla="*/ 92 h 100"/>
                <a:gd name="T14" fmla="*/ 14 w 105"/>
                <a:gd name="T15" fmla="*/ 100 h 100"/>
                <a:gd name="T16" fmla="*/ 47 w 105"/>
                <a:gd name="T17" fmla="*/ 100 h 100"/>
                <a:gd name="T18" fmla="*/ 61 w 105"/>
                <a:gd name="T19" fmla="*/ 100 h 100"/>
                <a:gd name="T20" fmla="*/ 92 w 105"/>
                <a:gd name="T21" fmla="*/ 100 h 100"/>
                <a:gd name="T22" fmla="*/ 86 w 105"/>
                <a:gd name="T23" fmla="*/ 92 h 100"/>
                <a:gd name="T24" fmla="*/ 61 w 105"/>
                <a:gd name="T25" fmla="*/ 92 h 100"/>
                <a:gd name="T26" fmla="*/ 61 w 105"/>
                <a:gd name="T27" fmla="*/ 9 h 100"/>
                <a:gd name="T28" fmla="*/ 100 w 105"/>
                <a:gd name="T29" fmla="*/ 9 h 100"/>
                <a:gd name="T30" fmla="*/ 105 w 105"/>
                <a:gd name="T31" fmla="*/ 5 h 100"/>
                <a:gd name="T32" fmla="*/ 100 w 105"/>
                <a:gd name="T33"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5" h="100">
                  <a:moveTo>
                    <a:pt x="100" y="0"/>
                  </a:moveTo>
                  <a:cubicBezTo>
                    <a:pt x="5" y="0"/>
                    <a:pt x="5" y="0"/>
                    <a:pt x="5" y="0"/>
                  </a:cubicBezTo>
                  <a:cubicBezTo>
                    <a:pt x="2" y="0"/>
                    <a:pt x="0" y="2"/>
                    <a:pt x="0" y="5"/>
                  </a:cubicBezTo>
                  <a:cubicBezTo>
                    <a:pt x="0" y="6"/>
                    <a:pt x="2" y="9"/>
                    <a:pt x="5" y="9"/>
                  </a:cubicBezTo>
                  <a:cubicBezTo>
                    <a:pt x="47" y="9"/>
                    <a:pt x="47" y="9"/>
                    <a:pt x="47" y="9"/>
                  </a:cubicBezTo>
                  <a:cubicBezTo>
                    <a:pt x="47" y="92"/>
                    <a:pt x="47" y="92"/>
                    <a:pt x="47" y="92"/>
                  </a:cubicBezTo>
                  <a:cubicBezTo>
                    <a:pt x="22" y="92"/>
                    <a:pt x="22" y="92"/>
                    <a:pt x="22" y="92"/>
                  </a:cubicBezTo>
                  <a:cubicBezTo>
                    <a:pt x="18" y="92"/>
                    <a:pt x="14" y="95"/>
                    <a:pt x="14" y="100"/>
                  </a:cubicBezTo>
                  <a:cubicBezTo>
                    <a:pt x="47" y="100"/>
                    <a:pt x="47" y="100"/>
                    <a:pt x="47" y="100"/>
                  </a:cubicBezTo>
                  <a:cubicBezTo>
                    <a:pt x="61" y="100"/>
                    <a:pt x="61" y="100"/>
                    <a:pt x="61" y="100"/>
                  </a:cubicBezTo>
                  <a:cubicBezTo>
                    <a:pt x="92" y="100"/>
                    <a:pt x="92" y="100"/>
                    <a:pt x="92" y="100"/>
                  </a:cubicBezTo>
                  <a:cubicBezTo>
                    <a:pt x="92" y="95"/>
                    <a:pt x="89" y="92"/>
                    <a:pt x="86" y="92"/>
                  </a:cubicBezTo>
                  <a:cubicBezTo>
                    <a:pt x="61" y="92"/>
                    <a:pt x="61" y="92"/>
                    <a:pt x="61" y="92"/>
                  </a:cubicBezTo>
                  <a:cubicBezTo>
                    <a:pt x="61" y="9"/>
                    <a:pt x="61" y="9"/>
                    <a:pt x="61" y="9"/>
                  </a:cubicBezTo>
                  <a:cubicBezTo>
                    <a:pt x="100" y="9"/>
                    <a:pt x="100" y="9"/>
                    <a:pt x="100" y="9"/>
                  </a:cubicBezTo>
                  <a:cubicBezTo>
                    <a:pt x="102" y="9"/>
                    <a:pt x="105" y="6"/>
                    <a:pt x="105" y="5"/>
                  </a:cubicBezTo>
                  <a:cubicBezTo>
                    <a:pt x="105" y="2"/>
                    <a:pt x="102" y="0"/>
                    <a:pt x="10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 name="Rectangle 346"/>
            <p:cNvSpPr>
              <a:spLocks noChangeArrowheads="1"/>
            </p:cNvSpPr>
            <p:nvPr/>
          </p:nvSpPr>
          <p:spPr bwMode="auto">
            <a:xfrm>
              <a:off x="10991850" y="3814763"/>
              <a:ext cx="42863" cy="896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Rectangle 347"/>
            <p:cNvSpPr>
              <a:spLocks noChangeArrowheads="1"/>
            </p:cNvSpPr>
            <p:nvPr/>
          </p:nvSpPr>
          <p:spPr bwMode="auto">
            <a:xfrm>
              <a:off x="11052175" y="3711575"/>
              <a:ext cx="76200" cy="13747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 name="Rectangle 348"/>
            <p:cNvSpPr>
              <a:spLocks noChangeArrowheads="1"/>
            </p:cNvSpPr>
            <p:nvPr/>
          </p:nvSpPr>
          <p:spPr bwMode="auto">
            <a:xfrm>
              <a:off x="9858375" y="5053013"/>
              <a:ext cx="41275" cy="333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 name="Rectangle 349"/>
            <p:cNvSpPr>
              <a:spLocks noChangeArrowheads="1"/>
            </p:cNvSpPr>
            <p:nvPr/>
          </p:nvSpPr>
          <p:spPr bwMode="auto">
            <a:xfrm>
              <a:off x="10233025" y="5053013"/>
              <a:ext cx="25400" cy="333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 name="Freeform 350"/>
            <p:cNvSpPr>
              <a:spLocks/>
            </p:cNvSpPr>
            <p:nvPr/>
          </p:nvSpPr>
          <p:spPr bwMode="auto">
            <a:xfrm>
              <a:off x="9818688" y="4591050"/>
              <a:ext cx="490538" cy="34925"/>
            </a:xfrm>
            <a:custGeom>
              <a:avLst/>
              <a:gdLst>
                <a:gd name="T0" fmla="*/ 115 w 115"/>
                <a:gd name="T1" fmla="*/ 4 h 8"/>
                <a:gd name="T2" fmla="*/ 112 w 115"/>
                <a:gd name="T3" fmla="*/ 8 h 8"/>
                <a:gd name="T4" fmla="*/ 3 w 115"/>
                <a:gd name="T5" fmla="*/ 8 h 8"/>
                <a:gd name="T6" fmla="*/ 0 w 115"/>
                <a:gd name="T7" fmla="*/ 4 h 8"/>
                <a:gd name="T8" fmla="*/ 0 w 115"/>
                <a:gd name="T9" fmla="*/ 4 h 8"/>
                <a:gd name="T10" fmla="*/ 3 w 115"/>
                <a:gd name="T11" fmla="*/ 0 h 8"/>
                <a:gd name="T12" fmla="*/ 112 w 115"/>
                <a:gd name="T13" fmla="*/ 0 h 8"/>
                <a:gd name="T14" fmla="*/ 115 w 115"/>
                <a:gd name="T15" fmla="*/ 4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5" h="8">
                  <a:moveTo>
                    <a:pt x="115" y="4"/>
                  </a:moveTo>
                  <a:cubicBezTo>
                    <a:pt x="115" y="7"/>
                    <a:pt x="114" y="8"/>
                    <a:pt x="112" y="8"/>
                  </a:cubicBezTo>
                  <a:cubicBezTo>
                    <a:pt x="3" y="8"/>
                    <a:pt x="3" y="8"/>
                    <a:pt x="3" y="8"/>
                  </a:cubicBezTo>
                  <a:cubicBezTo>
                    <a:pt x="0" y="8"/>
                    <a:pt x="0" y="7"/>
                    <a:pt x="0" y="4"/>
                  </a:cubicBezTo>
                  <a:cubicBezTo>
                    <a:pt x="0" y="4"/>
                    <a:pt x="0" y="4"/>
                    <a:pt x="0" y="4"/>
                  </a:cubicBezTo>
                  <a:cubicBezTo>
                    <a:pt x="0" y="4"/>
                    <a:pt x="0" y="0"/>
                    <a:pt x="3" y="0"/>
                  </a:cubicBezTo>
                  <a:cubicBezTo>
                    <a:pt x="112" y="0"/>
                    <a:pt x="112" y="0"/>
                    <a:pt x="112" y="0"/>
                  </a:cubicBezTo>
                  <a:cubicBezTo>
                    <a:pt x="114" y="0"/>
                    <a:pt x="115" y="4"/>
                    <a:pt x="115"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 name="Rectangle 351"/>
            <p:cNvSpPr>
              <a:spLocks noChangeArrowheads="1"/>
            </p:cNvSpPr>
            <p:nvPr/>
          </p:nvSpPr>
          <p:spPr bwMode="auto">
            <a:xfrm>
              <a:off x="9845675" y="4646613"/>
              <a:ext cx="430213" cy="396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 name="Freeform 352"/>
            <p:cNvSpPr>
              <a:spLocks/>
            </p:cNvSpPr>
            <p:nvPr/>
          </p:nvSpPr>
          <p:spPr bwMode="auto">
            <a:xfrm>
              <a:off x="10485438" y="4467225"/>
              <a:ext cx="242888" cy="619125"/>
            </a:xfrm>
            <a:custGeom>
              <a:avLst/>
              <a:gdLst>
                <a:gd name="T0" fmla="*/ 53 w 57"/>
                <a:gd name="T1" fmla="*/ 0 h 145"/>
                <a:gd name="T2" fmla="*/ 49 w 57"/>
                <a:gd name="T3" fmla="*/ 5 h 145"/>
                <a:gd name="T4" fmla="*/ 49 w 57"/>
                <a:gd name="T5" fmla="*/ 92 h 145"/>
                <a:gd name="T6" fmla="*/ 4 w 57"/>
                <a:gd name="T7" fmla="*/ 92 h 145"/>
                <a:gd name="T8" fmla="*/ 4 w 57"/>
                <a:gd name="T9" fmla="*/ 92 h 145"/>
                <a:gd name="T10" fmla="*/ 3 w 57"/>
                <a:gd name="T11" fmla="*/ 92 h 145"/>
                <a:gd name="T12" fmla="*/ 0 w 57"/>
                <a:gd name="T13" fmla="*/ 95 h 145"/>
                <a:gd name="T14" fmla="*/ 0 w 57"/>
                <a:gd name="T15" fmla="*/ 140 h 145"/>
                <a:gd name="T16" fmla="*/ 3 w 57"/>
                <a:gd name="T17" fmla="*/ 145 h 145"/>
                <a:gd name="T18" fmla="*/ 7 w 57"/>
                <a:gd name="T19" fmla="*/ 140 h 145"/>
                <a:gd name="T20" fmla="*/ 7 w 57"/>
                <a:gd name="T21" fmla="*/ 101 h 145"/>
                <a:gd name="T22" fmla="*/ 49 w 57"/>
                <a:gd name="T23" fmla="*/ 101 h 145"/>
                <a:gd name="T24" fmla="*/ 49 w 57"/>
                <a:gd name="T25" fmla="*/ 140 h 145"/>
                <a:gd name="T26" fmla="*/ 53 w 57"/>
                <a:gd name="T27" fmla="*/ 145 h 145"/>
                <a:gd name="T28" fmla="*/ 57 w 57"/>
                <a:gd name="T29" fmla="*/ 140 h 145"/>
                <a:gd name="T30" fmla="*/ 57 w 57"/>
                <a:gd name="T31" fmla="*/ 5 h 145"/>
                <a:gd name="T32" fmla="*/ 53 w 57"/>
                <a:gd name="T33"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7" h="145">
                  <a:moveTo>
                    <a:pt x="53" y="0"/>
                  </a:moveTo>
                  <a:cubicBezTo>
                    <a:pt x="51" y="0"/>
                    <a:pt x="49" y="1"/>
                    <a:pt x="49" y="5"/>
                  </a:cubicBezTo>
                  <a:cubicBezTo>
                    <a:pt x="49" y="92"/>
                    <a:pt x="49" y="92"/>
                    <a:pt x="49" y="92"/>
                  </a:cubicBezTo>
                  <a:cubicBezTo>
                    <a:pt x="4" y="92"/>
                    <a:pt x="4" y="92"/>
                    <a:pt x="4" y="92"/>
                  </a:cubicBezTo>
                  <a:cubicBezTo>
                    <a:pt x="4" y="92"/>
                    <a:pt x="4" y="92"/>
                    <a:pt x="4" y="92"/>
                  </a:cubicBezTo>
                  <a:cubicBezTo>
                    <a:pt x="3" y="92"/>
                    <a:pt x="3" y="92"/>
                    <a:pt x="3" y="92"/>
                  </a:cubicBezTo>
                  <a:cubicBezTo>
                    <a:pt x="1" y="92"/>
                    <a:pt x="0" y="93"/>
                    <a:pt x="0" y="95"/>
                  </a:cubicBezTo>
                  <a:cubicBezTo>
                    <a:pt x="0" y="140"/>
                    <a:pt x="0" y="140"/>
                    <a:pt x="0" y="140"/>
                  </a:cubicBezTo>
                  <a:cubicBezTo>
                    <a:pt x="0" y="141"/>
                    <a:pt x="1" y="145"/>
                    <a:pt x="3" y="145"/>
                  </a:cubicBezTo>
                  <a:cubicBezTo>
                    <a:pt x="6" y="145"/>
                    <a:pt x="7" y="141"/>
                    <a:pt x="7" y="140"/>
                  </a:cubicBezTo>
                  <a:cubicBezTo>
                    <a:pt x="7" y="101"/>
                    <a:pt x="7" y="101"/>
                    <a:pt x="7" y="101"/>
                  </a:cubicBezTo>
                  <a:cubicBezTo>
                    <a:pt x="49" y="101"/>
                    <a:pt x="49" y="101"/>
                    <a:pt x="49" y="101"/>
                  </a:cubicBezTo>
                  <a:cubicBezTo>
                    <a:pt x="49" y="140"/>
                    <a:pt x="49" y="140"/>
                    <a:pt x="49" y="140"/>
                  </a:cubicBezTo>
                  <a:cubicBezTo>
                    <a:pt x="49" y="141"/>
                    <a:pt x="51" y="145"/>
                    <a:pt x="53" y="145"/>
                  </a:cubicBezTo>
                  <a:cubicBezTo>
                    <a:pt x="56" y="145"/>
                    <a:pt x="57" y="141"/>
                    <a:pt x="57" y="140"/>
                  </a:cubicBezTo>
                  <a:cubicBezTo>
                    <a:pt x="57" y="5"/>
                    <a:pt x="57" y="5"/>
                    <a:pt x="57" y="5"/>
                  </a:cubicBezTo>
                  <a:cubicBezTo>
                    <a:pt x="57" y="1"/>
                    <a:pt x="56" y="0"/>
                    <a:pt x="5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 name="Freeform 353"/>
            <p:cNvSpPr>
              <a:spLocks/>
            </p:cNvSpPr>
            <p:nvPr/>
          </p:nvSpPr>
          <p:spPr bwMode="auto">
            <a:xfrm>
              <a:off x="10377488" y="4143375"/>
              <a:ext cx="196850" cy="196850"/>
            </a:xfrm>
            <a:custGeom>
              <a:avLst/>
              <a:gdLst>
                <a:gd name="T0" fmla="*/ 0 w 46"/>
                <a:gd name="T1" fmla="*/ 25 h 46"/>
                <a:gd name="T2" fmla="*/ 25 w 46"/>
                <a:gd name="T3" fmla="*/ 46 h 46"/>
                <a:gd name="T4" fmla="*/ 46 w 46"/>
                <a:gd name="T5" fmla="*/ 25 h 46"/>
                <a:gd name="T6" fmla="*/ 25 w 46"/>
                <a:gd name="T7" fmla="*/ 0 h 46"/>
                <a:gd name="T8" fmla="*/ 0 w 46"/>
                <a:gd name="T9" fmla="*/ 25 h 46"/>
              </a:gdLst>
              <a:ahLst/>
              <a:cxnLst>
                <a:cxn ang="0">
                  <a:pos x="T0" y="T1"/>
                </a:cxn>
                <a:cxn ang="0">
                  <a:pos x="T2" y="T3"/>
                </a:cxn>
                <a:cxn ang="0">
                  <a:pos x="T4" y="T5"/>
                </a:cxn>
                <a:cxn ang="0">
                  <a:pos x="T6" y="T7"/>
                </a:cxn>
                <a:cxn ang="0">
                  <a:pos x="T8" y="T9"/>
                </a:cxn>
              </a:cxnLst>
              <a:rect l="0" t="0" r="r" b="b"/>
              <a:pathLst>
                <a:path w="46" h="46">
                  <a:moveTo>
                    <a:pt x="0" y="25"/>
                  </a:moveTo>
                  <a:cubicBezTo>
                    <a:pt x="0" y="37"/>
                    <a:pt x="11" y="46"/>
                    <a:pt x="25" y="46"/>
                  </a:cubicBezTo>
                  <a:cubicBezTo>
                    <a:pt x="37" y="46"/>
                    <a:pt x="46" y="37"/>
                    <a:pt x="46" y="25"/>
                  </a:cubicBezTo>
                  <a:cubicBezTo>
                    <a:pt x="46" y="11"/>
                    <a:pt x="37" y="0"/>
                    <a:pt x="25" y="0"/>
                  </a:cubicBezTo>
                  <a:cubicBezTo>
                    <a:pt x="11" y="0"/>
                    <a:pt x="0" y="11"/>
                    <a:pt x="0"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 name="Freeform 354"/>
            <p:cNvSpPr>
              <a:spLocks/>
            </p:cNvSpPr>
            <p:nvPr/>
          </p:nvSpPr>
          <p:spPr bwMode="auto">
            <a:xfrm>
              <a:off x="10309225" y="4711700"/>
              <a:ext cx="133350" cy="341313"/>
            </a:xfrm>
            <a:custGeom>
              <a:avLst/>
              <a:gdLst>
                <a:gd name="T0" fmla="*/ 0 w 31"/>
                <a:gd name="T1" fmla="*/ 11 h 80"/>
                <a:gd name="T2" fmla="*/ 11 w 31"/>
                <a:gd name="T3" fmla="*/ 0 h 80"/>
                <a:gd name="T4" fmla="*/ 14 w 31"/>
                <a:gd name="T5" fmla="*/ 0 h 80"/>
                <a:gd name="T6" fmla="*/ 31 w 31"/>
                <a:gd name="T7" fmla="*/ 0 h 80"/>
                <a:gd name="T8" fmla="*/ 31 w 31"/>
                <a:gd name="T9" fmla="*/ 4 h 80"/>
                <a:gd name="T10" fmla="*/ 19 w 31"/>
                <a:gd name="T11" fmla="*/ 4 h 80"/>
                <a:gd name="T12" fmla="*/ 16 w 31"/>
                <a:gd name="T13" fmla="*/ 4 h 80"/>
                <a:gd name="T14" fmla="*/ 3 w 31"/>
                <a:gd name="T15" fmla="*/ 13 h 80"/>
                <a:gd name="T16" fmla="*/ 3 w 31"/>
                <a:gd name="T17" fmla="*/ 14 h 80"/>
                <a:gd name="T18" fmla="*/ 3 w 31"/>
                <a:gd name="T19" fmla="*/ 18 h 80"/>
                <a:gd name="T20" fmla="*/ 3 w 31"/>
                <a:gd name="T21" fmla="*/ 30 h 80"/>
                <a:gd name="T22" fmla="*/ 3 w 31"/>
                <a:gd name="T23" fmla="*/ 56 h 80"/>
                <a:gd name="T24" fmla="*/ 3 w 31"/>
                <a:gd name="T25" fmla="*/ 72 h 80"/>
                <a:gd name="T26" fmla="*/ 6 w 31"/>
                <a:gd name="T27" fmla="*/ 80 h 80"/>
                <a:gd name="T28" fmla="*/ 0 w 31"/>
                <a:gd name="T29" fmla="*/ 69 h 80"/>
                <a:gd name="T30" fmla="*/ 0 w 31"/>
                <a:gd name="T31" fmla="*/ 53 h 80"/>
                <a:gd name="T32" fmla="*/ 0 w 31"/>
                <a:gd name="T33" fmla="*/ 28 h 80"/>
                <a:gd name="T34" fmla="*/ 0 w 31"/>
                <a:gd name="T35" fmla="*/ 16 h 80"/>
                <a:gd name="T36" fmla="*/ 0 w 31"/>
                <a:gd name="T37" fmla="*/ 13 h 80"/>
                <a:gd name="T38" fmla="*/ 0 w 31"/>
                <a:gd name="T39" fmla="*/ 11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 h="80">
                  <a:moveTo>
                    <a:pt x="0" y="11"/>
                  </a:moveTo>
                  <a:cubicBezTo>
                    <a:pt x="0" y="5"/>
                    <a:pt x="6" y="0"/>
                    <a:pt x="11" y="0"/>
                  </a:cubicBezTo>
                  <a:cubicBezTo>
                    <a:pt x="14" y="0"/>
                    <a:pt x="14" y="0"/>
                    <a:pt x="14" y="0"/>
                  </a:cubicBezTo>
                  <a:cubicBezTo>
                    <a:pt x="31" y="0"/>
                    <a:pt x="31" y="0"/>
                    <a:pt x="31" y="0"/>
                  </a:cubicBezTo>
                  <a:cubicBezTo>
                    <a:pt x="31" y="4"/>
                    <a:pt x="31" y="4"/>
                    <a:pt x="31" y="4"/>
                  </a:cubicBezTo>
                  <a:cubicBezTo>
                    <a:pt x="19" y="4"/>
                    <a:pt x="19" y="4"/>
                    <a:pt x="19" y="4"/>
                  </a:cubicBezTo>
                  <a:cubicBezTo>
                    <a:pt x="16" y="4"/>
                    <a:pt x="16" y="4"/>
                    <a:pt x="16" y="4"/>
                  </a:cubicBezTo>
                  <a:cubicBezTo>
                    <a:pt x="10" y="4"/>
                    <a:pt x="5" y="8"/>
                    <a:pt x="3" y="13"/>
                  </a:cubicBezTo>
                  <a:cubicBezTo>
                    <a:pt x="3" y="14"/>
                    <a:pt x="3" y="14"/>
                    <a:pt x="3" y="14"/>
                  </a:cubicBezTo>
                  <a:cubicBezTo>
                    <a:pt x="3" y="18"/>
                    <a:pt x="3" y="18"/>
                    <a:pt x="3" y="18"/>
                  </a:cubicBezTo>
                  <a:cubicBezTo>
                    <a:pt x="3" y="30"/>
                    <a:pt x="3" y="30"/>
                    <a:pt x="3" y="30"/>
                  </a:cubicBezTo>
                  <a:cubicBezTo>
                    <a:pt x="3" y="56"/>
                    <a:pt x="3" y="56"/>
                    <a:pt x="3" y="56"/>
                  </a:cubicBezTo>
                  <a:cubicBezTo>
                    <a:pt x="3" y="72"/>
                    <a:pt x="3" y="72"/>
                    <a:pt x="3" y="72"/>
                  </a:cubicBezTo>
                  <a:cubicBezTo>
                    <a:pt x="3" y="75"/>
                    <a:pt x="5" y="78"/>
                    <a:pt x="6" y="80"/>
                  </a:cubicBezTo>
                  <a:cubicBezTo>
                    <a:pt x="3" y="78"/>
                    <a:pt x="0" y="75"/>
                    <a:pt x="0" y="69"/>
                  </a:cubicBezTo>
                  <a:cubicBezTo>
                    <a:pt x="0" y="53"/>
                    <a:pt x="0" y="53"/>
                    <a:pt x="0" y="53"/>
                  </a:cubicBezTo>
                  <a:cubicBezTo>
                    <a:pt x="0" y="28"/>
                    <a:pt x="0" y="28"/>
                    <a:pt x="0" y="28"/>
                  </a:cubicBezTo>
                  <a:cubicBezTo>
                    <a:pt x="0" y="16"/>
                    <a:pt x="0" y="16"/>
                    <a:pt x="0" y="16"/>
                  </a:cubicBezTo>
                  <a:cubicBezTo>
                    <a:pt x="0" y="13"/>
                    <a:pt x="0" y="13"/>
                    <a:pt x="0" y="13"/>
                  </a:cubicBezTo>
                  <a:cubicBezTo>
                    <a:pt x="0" y="11"/>
                    <a:pt x="0" y="11"/>
                    <a:pt x="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 name="Rectangle 355"/>
            <p:cNvSpPr>
              <a:spLocks noChangeArrowheads="1"/>
            </p:cNvSpPr>
            <p:nvPr/>
          </p:nvSpPr>
          <p:spPr bwMode="auto">
            <a:xfrm>
              <a:off x="10104438" y="4573588"/>
              <a:ext cx="158750"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 name="Freeform 356"/>
            <p:cNvSpPr>
              <a:spLocks/>
            </p:cNvSpPr>
            <p:nvPr/>
          </p:nvSpPr>
          <p:spPr bwMode="auto">
            <a:xfrm>
              <a:off x="10190163" y="4459288"/>
              <a:ext cx="73025" cy="106363"/>
            </a:xfrm>
            <a:custGeom>
              <a:avLst/>
              <a:gdLst>
                <a:gd name="T0" fmla="*/ 16 w 17"/>
                <a:gd name="T1" fmla="*/ 0 h 25"/>
                <a:gd name="T2" fmla="*/ 16 w 17"/>
                <a:gd name="T3" fmla="*/ 3 h 25"/>
                <a:gd name="T4" fmla="*/ 3 w 17"/>
                <a:gd name="T5" fmla="*/ 25 h 25"/>
                <a:gd name="T6" fmla="*/ 2 w 17"/>
                <a:gd name="T7" fmla="*/ 25 h 25"/>
                <a:gd name="T8" fmla="*/ 2 w 17"/>
                <a:gd name="T9" fmla="*/ 25 h 25"/>
                <a:gd name="T10" fmla="*/ 2 w 17"/>
                <a:gd name="T11" fmla="*/ 22 h 25"/>
                <a:gd name="T12" fmla="*/ 14 w 17"/>
                <a:gd name="T13" fmla="*/ 2 h 25"/>
                <a:gd name="T14" fmla="*/ 16 w 17"/>
                <a:gd name="T15" fmla="*/ 0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25">
                  <a:moveTo>
                    <a:pt x="16" y="0"/>
                  </a:moveTo>
                  <a:cubicBezTo>
                    <a:pt x="16" y="0"/>
                    <a:pt x="17" y="3"/>
                    <a:pt x="16" y="3"/>
                  </a:cubicBezTo>
                  <a:cubicBezTo>
                    <a:pt x="3" y="25"/>
                    <a:pt x="3" y="25"/>
                    <a:pt x="3" y="25"/>
                  </a:cubicBezTo>
                  <a:cubicBezTo>
                    <a:pt x="3" y="25"/>
                    <a:pt x="3" y="25"/>
                    <a:pt x="2" y="25"/>
                  </a:cubicBezTo>
                  <a:cubicBezTo>
                    <a:pt x="2" y="25"/>
                    <a:pt x="2" y="25"/>
                    <a:pt x="2" y="25"/>
                  </a:cubicBezTo>
                  <a:cubicBezTo>
                    <a:pt x="2" y="25"/>
                    <a:pt x="0" y="24"/>
                    <a:pt x="2" y="22"/>
                  </a:cubicBezTo>
                  <a:cubicBezTo>
                    <a:pt x="14" y="2"/>
                    <a:pt x="14" y="2"/>
                    <a:pt x="14" y="2"/>
                  </a:cubicBezTo>
                  <a:cubicBezTo>
                    <a:pt x="16" y="0"/>
                    <a:pt x="16"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 name="Freeform 357"/>
            <p:cNvSpPr>
              <a:spLocks/>
            </p:cNvSpPr>
            <p:nvPr/>
          </p:nvSpPr>
          <p:spPr bwMode="auto">
            <a:xfrm>
              <a:off x="10344150" y="4340225"/>
              <a:ext cx="336550" cy="738188"/>
            </a:xfrm>
            <a:custGeom>
              <a:avLst/>
              <a:gdLst>
                <a:gd name="T0" fmla="*/ 58 w 79"/>
                <a:gd name="T1" fmla="*/ 0 h 173"/>
                <a:gd name="T2" fmla="*/ 48 w 79"/>
                <a:gd name="T3" fmla="*/ 0 h 173"/>
                <a:gd name="T4" fmla="*/ 27 w 79"/>
                <a:gd name="T5" fmla="*/ 19 h 173"/>
                <a:gd name="T6" fmla="*/ 40 w 79"/>
                <a:gd name="T7" fmla="*/ 11 h 173"/>
                <a:gd name="T8" fmla="*/ 64 w 79"/>
                <a:gd name="T9" fmla="*/ 16 h 173"/>
                <a:gd name="T10" fmla="*/ 61 w 79"/>
                <a:gd name="T11" fmla="*/ 38 h 173"/>
                <a:gd name="T12" fmla="*/ 27 w 79"/>
                <a:gd name="T13" fmla="*/ 63 h 173"/>
                <a:gd name="T14" fmla="*/ 27 w 79"/>
                <a:gd name="T15" fmla="*/ 94 h 173"/>
                <a:gd name="T16" fmla="*/ 14 w 79"/>
                <a:gd name="T17" fmla="*/ 94 h 173"/>
                <a:gd name="T18" fmla="*/ 11 w 79"/>
                <a:gd name="T19" fmla="*/ 94 h 173"/>
                <a:gd name="T20" fmla="*/ 0 w 79"/>
                <a:gd name="T21" fmla="*/ 103 h 173"/>
                <a:gd name="T22" fmla="*/ 0 w 79"/>
                <a:gd name="T23" fmla="*/ 105 h 173"/>
                <a:gd name="T24" fmla="*/ 0 w 79"/>
                <a:gd name="T25" fmla="*/ 108 h 173"/>
                <a:gd name="T26" fmla="*/ 0 w 79"/>
                <a:gd name="T27" fmla="*/ 120 h 173"/>
                <a:gd name="T28" fmla="*/ 0 w 79"/>
                <a:gd name="T29" fmla="*/ 147 h 173"/>
                <a:gd name="T30" fmla="*/ 0 w 79"/>
                <a:gd name="T31" fmla="*/ 162 h 173"/>
                <a:gd name="T32" fmla="*/ 11 w 79"/>
                <a:gd name="T33" fmla="*/ 173 h 173"/>
                <a:gd name="T34" fmla="*/ 14 w 79"/>
                <a:gd name="T35" fmla="*/ 173 h 173"/>
                <a:gd name="T36" fmla="*/ 25 w 79"/>
                <a:gd name="T37" fmla="*/ 162 h 173"/>
                <a:gd name="T38" fmla="*/ 25 w 79"/>
                <a:gd name="T39" fmla="*/ 147 h 173"/>
                <a:gd name="T40" fmla="*/ 25 w 79"/>
                <a:gd name="T41" fmla="*/ 120 h 173"/>
                <a:gd name="T42" fmla="*/ 25 w 79"/>
                <a:gd name="T43" fmla="*/ 119 h 173"/>
                <a:gd name="T44" fmla="*/ 48 w 79"/>
                <a:gd name="T45" fmla="*/ 119 h 173"/>
                <a:gd name="T46" fmla="*/ 53 w 79"/>
                <a:gd name="T47" fmla="*/ 119 h 173"/>
                <a:gd name="T48" fmla="*/ 58 w 79"/>
                <a:gd name="T49" fmla="*/ 119 h 173"/>
                <a:gd name="T50" fmla="*/ 79 w 79"/>
                <a:gd name="T51" fmla="*/ 98 h 173"/>
                <a:gd name="T52" fmla="*/ 79 w 79"/>
                <a:gd name="T53" fmla="*/ 98 h 173"/>
                <a:gd name="T54" fmla="*/ 79 w 79"/>
                <a:gd name="T55" fmla="*/ 22 h 173"/>
                <a:gd name="T56" fmla="*/ 79 w 79"/>
                <a:gd name="T57" fmla="*/ 21 h 173"/>
                <a:gd name="T58" fmla="*/ 58 w 79"/>
                <a:gd name="T59"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173">
                  <a:moveTo>
                    <a:pt x="58" y="0"/>
                  </a:moveTo>
                  <a:cubicBezTo>
                    <a:pt x="48" y="0"/>
                    <a:pt x="48" y="0"/>
                    <a:pt x="48" y="0"/>
                  </a:cubicBezTo>
                  <a:cubicBezTo>
                    <a:pt x="36" y="0"/>
                    <a:pt x="28" y="10"/>
                    <a:pt x="27" y="19"/>
                  </a:cubicBezTo>
                  <a:cubicBezTo>
                    <a:pt x="40" y="11"/>
                    <a:pt x="40" y="11"/>
                    <a:pt x="40" y="11"/>
                  </a:cubicBezTo>
                  <a:cubicBezTo>
                    <a:pt x="48" y="7"/>
                    <a:pt x="58" y="7"/>
                    <a:pt x="64" y="16"/>
                  </a:cubicBezTo>
                  <a:cubicBezTo>
                    <a:pt x="70" y="22"/>
                    <a:pt x="67" y="33"/>
                    <a:pt x="61" y="38"/>
                  </a:cubicBezTo>
                  <a:cubicBezTo>
                    <a:pt x="27" y="63"/>
                    <a:pt x="27" y="63"/>
                    <a:pt x="27" y="63"/>
                  </a:cubicBezTo>
                  <a:cubicBezTo>
                    <a:pt x="27" y="94"/>
                    <a:pt x="27" y="94"/>
                    <a:pt x="27" y="94"/>
                  </a:cubicBezTo>
                  <a:cubicBezTo>
                    <a:pt x="14" y="94"/>
                    <a:pt x="14" y="94"/>
                    <a:pt x="14" y="94"/>
                  </a:cubicBezTo>
                  <a:cubicBezTo>
                    <a:pt x="11" y="94"/>
                    <a:pt x="11" y="94"/>
                    <a:pt x="11" y="94"/>
                  </a:cubicBezTo>
                  <a:cubicBezTo>
                    <a:pt x="5" y="94"/>
                    <a:pt x="0" y="98"/>
                    <a:pt x="0" y="103"/>
                  </a:cubicBezTo>
                  <a:cubicBezTo>
                    <a:pt x="0" y="105"/>
                    <a:pt x="0" y="105"/>
                    <a:pt x="0" y="105"/>
                  </a:cubicBezTo>
                  <a:cubicBezTo>
                    <a:pt x="0" y="108"/>
                    <a:pt x="0" y="108"/>
                    <a:pt x="0" y="108"/>
                  </a:cubicBezTo>
                  <a:cubicBezTo>
                    <a:pt x="0" y="120"/>
                    <a:pt x="0" y="120"/>
                    <a:pt x="0" y="120"/>
                  </a:cubicBezTo>
                  <a:cubicBezTo>
                    <a:pt x="0" y="147"/>
                    <a:pt x="0" y="147"/>
                    <a:pt x="0" y="147"/>
                  </a:cubicBezTo>
                  <a:cubicBezTo>
                    <a:pt x="0" y="162"/>
                    <a:pt x="0" y="162"/>
                    <a:pt x="0" y="162"/>
                  </a:cubicBezTo>
                  <a:cubicBezTo>
                    <a:pt x="0" y="168"/>
                    <a:pt x="5" y="173"/>
                    <a:pt x="11" y="173"/>
                  </a:cubicBezTo>
                  <a:cubicBezTo>
                    <a:pt x="14" y="173"/>
                    <a:pt x="14" y="173"/>
                    <a:pt x="14" y="173"/>
                  </a:cubicBezTo>
                  <a:cubicBezTo>
                    <a:pt x="20" y="173"/>
                    <a:pt x="25" y="168"/>
                    <a:pt x="25" y="162"/>
                  </a:cubicBezTo>
                  <a:cubicBezTo>
                    <a:pt x="25" y="147"/>
                    <a:pt x="25" y="147"/>
                    <a:pt x="25" y="147"/>
                  </a:cubicBezTo>
                  <a:cubicBezTo>
                    <a:pt x="25" y="120"/>
                    <a:pt x="25" y="120"/>
                    <a:pt x="25" y="120"/>
                  </a:cubicBezTo>
                  <a:cubicBezTo>
                    <a:pt x="25" y="119"/>
                    <a:pt x="25" y="119"/>
                    <a:pt x="25" y="119"/>
                  </a:cubicBezTo>
                  <a:cubicBezTo>
                    <a:pt x="48" y="119"/>
                    <a:pt x="48" y="119"/>
                    <a:pt x="48" y="119"/>
                  </a:cubicBezTo>
                  <a:cubicBezTo>
                    <a:pt x="53" y="119"/>
                    <a:pt x="53" y="119"/>
                    <a:pt x="53" y="119"/>
                  </a:cubicBezTo>
                  <a:cubicBezTo>
                    <a:pt x="58" y="119"/>
                    <a:pt x="58" y="119"/>
                    <a:pt x="58" y="119"/>
                  </a:cubicBezTo>
                  <a:cubicBezTo>
                    <a:pt x="70" y="119"/>
                    <a:pt x="79" y="109"/>
                    <a:pt x="79" y="98"/>
                  </a:cubicBezTo>
                  <a:cubicBezTo>
                    <a:pt x="79" y="98"/>
                    <a:pt x="79" y="98"/>
                    <a:pt x="79" y="98"/>
                  </a:cubicBezTo>
                  <a:cubicBezTo>
                    <a:pt x="79" y="22"/>
                    <a:pt x="79" y="22"/>
                    <a:pt x="79" y="22"/>
                  </a:cubicBezTo>
                  <a:cubicBezTo>
                    <a:pt x="79" y="21"/>
                    <a:pt x="79" y="21"/>
                    <a:pt x="79" y="21"/>
                  </a:cubicBezTo>
                  <a:cubicBezTo>
                    <a:pt x="79" y="10"/>
                    <a:pt x="70" y="0"/>
                    <a:pt x="5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 name="Freeform 358"/>
            <p:cNvSpPr>
              <a:spLocks/>
            </p:cNvSpPr>
            <p:nvPr/>
          </p:nvSpPr>
          <p:spPr bwMode="auto">
            <a:xfrm>
              <a:off x="10190163" y="4395788"/>
              <a:ext cx="427038" cy="212725"/>
            </a:xfrm>
            <a:custGeom>
              <a:avLst/>
              <a:gdLst>
                <a:gd name="T0" fmla="*/ 13 w 100"/>
                <a:gd name="T1" fmla="*/ 22 h 50"/>
                <a:gd name="T2" fmla="*/ 47 w 100"/>
                <a:gd name="T3" fmla="*/ 28 h 50"/>
                <a:gd name="T4" fmla="*/ 81 w 100"/>
                <a:gd name="T5" fmla="*/ 3 h 50"/>
                <a:gd name="T6" fmla="*/ 97 w 100"/>
                <a:gd name="T7" fmla="*/ 6 h 50"/>
                <a:gd name="T8" fmla="*/ 94 w 100"/>
                <a:gd name="T9" fmla="*/ 18 h 50"/>
                <a:gd name="T10" fmla="*/ 53 w 100"/>
                <a:gd name="T11" fmla="*/ 46 h 50"/>
                <a:gd name="T12" fmla="*/ 45 w 100"/>
                <a:gd name="T13" fmla="*/ 48 h 50"/>
                <a:gd name="T14" fmla="*/ 45 w 100"/>
                <a:gd name="T15" fmla="*/ 48 h 50"/>
                <a:gd name="T16" fmla="*/ 10 w 100"/>
                <a:gd name="T17" fmla="*/ 40 h 50"/>
                <a:gd name="T18" fmla="*/ 2 w 100"/>
                <a:gd name="T19" fmla="*/ 28 h 50"/>
                <a:gd name="T20" fmla="*/ 13 w 100"/>
                <a:gd name="T21" fmla="*/ 2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50">
                  <a:moveTo>
                    <a:pt x="13" y="22"/>
                  </a:moveTo>
                  <a:cubicBezTo>
                    <a:pt x="47" y="28"/>
                    <a:pt x="47" y="28"/>
                    <a:pt x="47" y="28"/>
                  </a:cubicBezTo>
                  <a:cubicBezTo>
                    <a:pt x="81" y="3"/>
                    <a:pt x="81" y="3"/>
                    <a:pt x="81" y="3"/>
                  </a:cubicBezTo>
                  <a:cubicBezTo>
                    <a:pt x="87" y="0"/>
                    <a:pt x="92" y="0"/>
                    <a:pt x="97" y="6"/>
                  </a:cubicBezTo>
                  <a:cubicBezTo>
                    <a:pt x="100" y="9"/>
                    <a:pt x="97" y="15"/>
                    <a:pt x="94" y="18"/>
                  </a:cubicBezTo>
                  <a:cubicBezTo>
                    <a:pt x="53" y="46"/>
                    <a:pt x="53" y="46"/>
                    <a:pt x="53" y="46"/>
                  </a:cubicBezTo>
                  <a:cubicBezTo>
                    <a:pt x="52" y="50"/>
                    <a:pt x="49" y="50"/>
                    <a:pt x="45" y="48"/>
                  </a:cubicBezTo>
                  <a:cubicBezTo>
                    <a:pt x="45" y="48"/>
                    <a:pt x="45" y="48"/>
                    <a:pt x="45" y="48"/>
                  </a:cubicBezTo>
                  <a:cubicBezTo>
                    <a:pt x="10" y="40"/>
                    <a:pt x="10" y="40"/>
                    <a:pt x="10" y="40"/>
                  </a:cubicBezTo>
                  <a:cubicBezTo>
                    <a:pt x="3" y="39"/>
                    <a:pt x="0" y="34"/>
                    <a:pt x="2" y="28"/>
                  </a:cubicBezTo>
                  <a:cubicBezTo>
                    <a:pt x="3" y="23"/>
                    <a:pt x="8" y="18"/>
                    <a:pt x="13"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 name="Freeform 359"/>
            <p:cNvSpPr>
              <a:spLocks noEditPoints="1"/>
            </p:cNvSpPr>
            <p:nvPr/>
          </p:nvSpPr>
          <p:spPr bwMode="auto">
            <a:xfrm>
              <a:off x="10220325" y="3835400"/>
              <a:ext cx="76200" cy="123825"/>
            </a:xfrm>
            <a:custGeom>
              <a:avLst/>
              <a:gdLst>
                <a:gd name="T0" fmla="*/ 6 w 18"/>
                <a:gd name="T1" fmla="*/ 13 h 29"/>
                <a:gd name="T2" fmla="*/ 0 w 18"/>
                <a:gd name="T3" fmla="*/ 7 h 29"/>
                <a:gd name="T4" fmla="*/ 9 w 18"/>
                <a:gd name="T5" fmla="*/ 0 h 29"/>
                <a:gd name="T6" fmla="*/ 18 w 18"/>
                <a:gd name="T7" fmla="*/ 7 h 29"/>
                <a:gd name="T8" fmla="*/ 12 w 18"/>
                <a:gd name="T9" fmla="*/ 13 h 29"/>
                <a:gd name="T10" fmla="*/ 12 w 18"/>
                <a:gd name="T11" fmla="*/ 13 h 29"/>
                <a:gd name="T12" fmla="*/ 18 w 18"/>
                <a:gd name="T13" fmla="*/ 21 h 29"/>
                <a:gd name="T14" fmla="*/ 9 w 18"/>
                <a:gd name="T15" fmla="*/ 29 h 29"/>
                <a:gd name="T16" fmla="*/ 0 w 18"/>
                <a:gd name="T17" fmla="*/ 21 h 29"/>
                <a:gd name="T18" fmla="*/ 6 w 18"/>
                <a:gd name="T19" fmla="*/ 14 h 29"/>
                <a:gd name="T20" fmla="*/ 6 w 18"/>
                <a:gd name="T21" fmla="*/ 13 h 29"/>
                <a:gd name="T22" fmla="*/ 15 w 18"/>
                <a:gd name="T23" fmla="*/ 21 h 29"/>
                <a:gd name="T24" fmla="*/ 9 w 18"/>
                <a:gd name="T25" fmla="*/ 15 h 29"/>
                <a:gd name="T26" fmla="*/ 3 w 18"/>
                <a:gd name="T27" fmla="*/ 21 h 29"/>
                <a:gd name="T28" fmla="*/ 9 w 18"/>
                <a:gd name="T29" fmla="*/ 26 h 29"/>
                <a:gd name="T30" fmla="*/ 15 w 18"/>
                <a:gd name="T31" fmla="*/ 21 h 29"/>
                <a:gd name="T32" fmla="*/ 4 w 18"/>
                <a:gd name="T33" fmla="*/ 7 h 29"/>
                <a:gd name="T34" fmla="*/ 9 w 18"/>
                <a:gd name="T35" fmla="*/ 13 h 29"/>
                <a:gd name="T36" fmla="*/ 13 w 18"/>
                <a:gd name="T37" fmla="*/ 7 h 29"/>
                <a:gd name="T38" fmla="*/ 9 w 18"/>
                <a:gd name="T39" fmla="*/ 3 h 29"/>
                <a:gd name="T40" fmla="*/ 4 w 18"/>
                <a:gd name="T41" fmla="*/ 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29">
                  <a:moveTo>
                    <a:pt x="6" y="13"/>
                  </a:moveTo>
                  <a:cubicBezTo>
                    <a:pt x="3" y="13"/>
                    <a:pt x="0" y="10"/>
                    <a:pt x="0" y="7"/>
                  </a:cubicBezTo>
                  <a:cubicBezTo>
                    <a:pt x="0" y="3"/>
                    <a:pt x="4" y="0"/>
                    <a:pt x="9" y="0"/>
                  </a:cubicBezTo>
                  <a:cubicBezTo>
                    <a:pt x="15" y="0"/>
                    <a:pt x="18" y="3"/>
                    <a:pt x="18" y="7"/>
                  </a:cubicBezTo>
                  <a:cubicBezTo>
                    <a:pt x="18" y="10"/>
                    <a:pt x="15" y="12"/>
                    <a:pt x="12" y="13"/>
                  </a:cubicBezTo>
                  <a:cubicBezTo>
                    <a:pt x="12" y="13"/>
                    <a:pt x="12" y="13"/>
                    <a:pt x="12" y="13"/>
                  </a:cubicBezTo>
                  <a:cubicBezTo>
                    <a:pt x="15" y="15"/>
                    <a:pt x="18" y="17"/>
                    <a:pt x="18" y="21"/>
                  </a:cubicBezTo>
                  <a:cubicBezTo>
                    <a:pt x="18" y="26"/>
                    <a:pt x="15" y="29"/>
                    <a:pt x="9" y="29"/>
                  </a:cubicBezTo>
                  <a:cubicBezTo>
                    <a:pt x="3" y="29"/>
                    <a:pt x="0" y="26"/>
                    <a:pt x="0" y="21"/>
                  </a:cubicBezTo>
                  <a:cubicBezTo>
                    <a:pt x="0" y="18"/>
                    <a:pt x="3" y="16"/>
                    <a:pt x="6" y="14"/>
                  </a:cubicBezTo>
                  <a:lnTo>
                    <a:pt x="6" y="13"/>
                  </a:lnTo>
                  <a:close/>
                  <a:moveTo>
                    <a:pt x="15" y="21"/>
                  </a:moveTo>
                  <a:cubicBezTo>
                    <a:pt x="15" y="18"/>
                    <a:pt x="12" y="17"/>
                    <a:pt x="9" y="15"/>
                  </a:cubicBezTo>
                  <a:cubicBezTo>
                    <a:pt x="6" y="16"/>
                    <a:pt x="3" y="18"/>
                    <a:pt x="3" y="21"/>
                  </a:cubicBezTo>
                  <a:cubicBezTo>
                    <a:pt x="3" y="24"/>
                    <a:pt x="6" y="26"/>
                    <a:pt x="9" y="26"/>
                  </a:cubicBezTo>
                  <a:cubicBezTo>
                    <a:pt x="12" y="26"/>
                    <a:pt x="15" y="24"/>
                    <a:pt x="15" y="21"/>
                  </a:cubicBezTo>
                  <a:close/>
                  <a:moveTo>
                    <a:pt x="4" y="7"/>
                  </a:moveTo>
                  <a:cubicBezTo>
                    <a:pt x="4" y="10"/>
                    <a:pt x="6" y="12"/>
                    <a:pt x="9" y="13"/>
                  </a:cubicBezTo>
                  <a:cubicBezTo>
                    <a:pt x="12" y="12"/>
                    <a:pt x="13" y="10"/>
                    <a:pt x="13" y="7"/>
                  </a:cubicBezTo>
                  <a:cubicBezTo>
                    <a:pt x="13" y="5"/>
                    <a:pt x="12" y="3"/>
                    <a:pt x="9" y="3"/>
                  </a:cubicBezTo>
                  <a:cubicBezTo>
                    <a:pt x="6" y="3"/>
                    <a:pt x="4" y="5"/>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 name="Freeform 360"/>
            <p:cNvSpPr>
              <a:spLocks/>
            </p:cNvSpPr>
            <p:nvPr/>
          </p:nvSpPr>
          <p:spPr bwMode="auto">
            <a:xfrm>
              <a:off x="10309225" y="3860800"/>
              <a:ext cx="95250" cy="95250"/>
            </a:xfrm>
            <a:custGeom>
              <a:avLst/>
              <a:gdLst>
                <a:gd name="T0" fmla="*/ 35 w 60"/>
                <a:gd name="T1" fmla="*/ 0 h 60"/>
                <a:gd name="T2" fmla="*/ 35 w 60"/>
                <a:gd name="T3" fmla="*/ 27 h 60"/>
                <a:gd name="T4" fmla="*/ 60 w 60"/>
                <a:gd name="T5" fmla="*/ 27 h 60"/>
                <a:gd name="T6" fmla="*/ 60 w 60"/>
                <a:gd name="T7" fmla="*/ 33 h 60"/>
                <a:gd name="T8" fmla="*/ 35 w 60"/>
                <a:gd name="T9" fmla="*/ 33 h 60"/>
                <a:gd name="T10" fmla="*/ 35 w 60"/>
                <a:gd name="T11" fmla="*/ 60 h 60"/>
                <a:gd name="T12" fmla="*/ 27 w 60"/>
                <a:gd name="T13" fmla="*/ 60 h 60"/>
                <a:gd name="T14" fmla="*/ 27 w 60"/>
                <a:gd name="T15" fmla="*/ 33 h 60"/>
                <a:gd name="T16" fmla="*/ 0 w 60"/>
                <a:gd name="T17" fmla="*/ 33 h 60"/>
                <a:gd name="T18" fmla="*/ 0 w 60"/>
                <a:gd name="T19" fmla="*/ 27 h 60"/>
                <a:gd name="T20" fmla="*/ 27 w 60"/>
                <a:gd name="T21" fmla="*/ 27 h 60"/>
                <a:gd name="T22" fmla="*/ 27 w 60"/>
                <a:gd name="T23" fmla="*/ 0 h 60"/>
                <a:gd name="T24" fmla="*/ 35 w 60"/>
                <a:gd name="T25"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 h="60">
                  <a:moveTo>
                    <a:pt x="35" y="0"/>
                  </a:moveTo>
                  <a:lnTo>
                    <a:pt x="35" y="27"/>
                  </a:lnTo>
                  <a:lnTo>
                    <a:pt x="60" y="27"/>
                  </a:lnTo>
                  <a:lnTo>
                    <a:pt x="60" y="33"/>
                  </a:lnTo>
                  <a:lnTo>
                    <a:pt x="35" y="33"/>
                  </a:lnTo>
                  <a:lnTo>
                    <a:pt x="35" y="60"/>
                  </a:lnTo>
                  <a:lnTo>
                    <a:pt x="27" y="60"/>
                  </a:lnTo>
                  <a:lnTo>
                    <a:pt x="27" y="33"/>
                  </a:lnTo>
                  <a:lnTo>
                    <a:pt x="0" y="33"/>
                  </a:lnTo>
                  <a:lnTo>
                    <a:pt x="0" y="27"/>
                  </a:lnTo>
                  <a:lnTo>
                    <a:pt x="27" y="27"/>
                  </a:lnTo>
                  <a:lnTo>
                    <a:pt x="27" y="0"/>
                  </a:lnTo>
                  <a:lnTo>
                    <a:pt x="3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 name="Freeform 361"/>
            <p:cNvSpPr>
              <a:spLocks noEditPoints="1"/>
            </p:cNvSpPr>
            <p:nvPr/>
          </p:nvSpPr>
          <p:spPr bwMode="auto">
            <a:xfrm>
              <a:off x="10126663" y="3729038"/>
              <a:ext cx="371475" cy="401638"/>
            </a:xfrm>
            <a:custGeom>
              <a:avLst/>
              <a:gdLst>
                <a:gd name="T0" fmla="*/ 59 w 87"/>
                <a:gd name="T1" fmla="*/ 8 h 94"/>
                <a:gd name="T2" fmla="*/ 9 w 87"/>
                <a:gd name="T3" fmla="*/ 28 h 94"/>
                <a:gd name="T4" fmla="*/ 28 w 87"/>
                <a:gd name="T5" fmla="*/ 78 h 94"/>
                <a:gd name="T6" fmla="*/ 64 w 87"/>
                <a:gd name="T7" fmla="*/ 94 h 94"/>
                <a:gd name="T8" fmla="*/ 79 w 87"/>
                <a:gd name="T9" fmla="*/ 59 h 94"/>
                <a:gd name="T10" fmla="*/ 59 w 87"/>
                <a:gd name="T11" fmla="*/ 8 h 94"/>
                <a:gd name="T12" fmla="*/ 71 w 87"/>
                <a:gd name="T13" fmla="*/ 56 h 94"/>
                <a:gd name="T14" fmla="*/ 31 w 87"/>
                <a:gd name="T15" fmla="*/ 72 h 94"/>
                <a:gd name="T16" fmla="*/ 15 w 87"/>
                <a:gd name="T17" fmla="*/ 31 h 94"/>
                <a:gd name="T18" fmla="*/ 56 w 87"/>
                <a:gd name="T19" fmla="*/ 14 h 94"/>
                <a:gd name="T20" fmla="*/ 71 w 87"/>
                <a:gd name="T21" fmla="*/ 56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94">
                  <a:moveTo>
                    <a:pt x="59" y="8"/>
                  </a:moveTo>
                  <a:cubicBezTo>
                    <a:pt x="40" y="0"/>
                    <a:pt x="15" y="9"/>
                    <a:pt x="9" y="28"/>
                  </a:cubicBezTo>
                  <a:cubicBezTo>
                    <a:pt x="0" y="48"/>
                    <a:pt x="9" y="72"/>
                    <a:pt x="28" y="78"/>
                  </a:cubicBezTo>
                  <a:cubicBezTo>
                    <a:pt x="64" y="94"/>
                    <a:pt x="64" y="94"/>
                    <a:pt x="64" y="94"/>
                  </a:cubicBezTo>
                  <a:cubicBezTo>
                    <a:pt x="79" y="59"/>
                    <a:pt x="79" y="59"/>
                    <a:pt x="79" y="59"/>
                  </a:cubicBezTo>
                  <a:cubicBezTo>
                    <a:pt x="87" y="38"/>
                    <a:pt x="78" y="16"/>
                    <a:pt x="59" y="8"/>
                  </a:cubicBezTo>
                  <a:close/>
                  <a:moveTo>
                    <a:pt x="71" y="56"/>
                  </a:moveTo>
                  <a:cubicBezTo>
                    <a:pt x="65" y="72"/>
                    <a:pt x="46" y="80"/>
                    <a:pt x="31" y="72"/>
                  </a:cubicBezTo>
                  <a:cubicBezTo>
                    <a:pt x="15" y="66"/>
                    <a:pt x="7" y="47"/>
                    <a:pt x="15" y="31"/>
                  </a:cubicBezTo>
                  <a:cubicBezTo>
                    <a:pt x="22" y="15"/>
                    <a:pt x="40" y="8"/>
                    <a:pt x="56" y="14"/>
                  </a:cubicBezTo>
                  <a:cubicBezTo>
                    <a:pt x="71" y="21"/>
                    <a:pt x="79" y="40"/>
                    <a:pt x="71" y="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 name="Freeform 362"/>
            <p:cNvSpPr>
              <a:spLocks/>
            </p:cNvSpPr>
            <p:nvPr/>
          </p:nvSpPr>
          <p:spPr bwMode="auto">
            <a:xfrm>
              <a:off x="9234488" y="4181475"/>
              <a:ext cx="201613" cy="200025"/>
            </a:xfrm>
            <a:custGeom>
              <a:avLst/>
              <a:gdLst>
                <a:gd name="T0" fmla="*/ 47 w 47"/>
                <a:gd name="T1" fmla="*/ 25 h 47"/>
                <a:gd name="T2" fmla="*/ 22 w 47"/>
                <a:gd name="T3" fmla="*/ 47 h 47"/>
                <a:gd name="T4" fmla="*/ 0 w 47"/>
                <a:gd name="T5" fmla="*/ 25 h 47"/>
                <a:gd name="T6" fmla="*/ 22 w 47"/>
                <a:gd name="T7" fmla="*/ 0 h 47"/>
                <a:gd name="T8" fmla="*/ 47 w 47"/>
                <a:gd name="T9" fmla="*/ 25 h 47"/>
              </a:gdLst>
              <a:ahLst/>
              <a:cxnLst>
                <a:cxn ang="0">
                  <a:pos x="T0" y="T1"/>
                </a:cxn>
                <a:cxn ang="0">
                  <a:pos x="T2" y="T3"/>
                </a:cxn>
                <a:cxn ang="0">
                  <a:pos x="T4" y="T5"/>
                </a:cxn>
                <a:cxn ang="0">
                  <a:pos x="T6" y="T7"/>
                </a:cxn>
                <a:cxn ang="0">
                  <a:pos x="T8" y="T9"/>
                </a:cxn>
              </a:cxnLst>
              <a:rect l="0" t="0" r="r" b="b"/>
              <a:pathLst>
                <a:path w="47" h="47">
                  <a:moveTo>
                    <a:pt x="47" y="25"/>
                  </a:moveTo>
                  <a:cubicBezTo>
                    <a:pt x="47" y="37"/>
                    <a:pt x="36" y="47"/>
                    <a:pt x="22" y="47"/>
                  </a:cubicBezTo>
                  <a:cubicBezTo>
                    <a:pt x="10" y="47"/>
                    <a:pt x="0" y="37"/>
                    <a:pt x="0" y="25"/>
                  </a:cubicBezTo>
                  <a:cubicBezTo>
                    <a:pt x="0" y="11"/>
                    <a:pt x="10" y="0"/>
                    <a:pt x="22" y="0"/>
                  </a:cubicBezTo>
                  <a:cubicBezTo>
                    <a:pt x="36" y="0"/>
                    <a:pt x="47" y="11"/>
                    <a:pt x="47"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 name="Freeform 363"/>
            <p:cNvSpPr>
              <a:spLocks/>
            </p:cNvSpPr>
            <p:nvPr/>
          </p:nvSpPr>
          <p:spPr bwMode="auto">
            <a:xfrm>
              <a:off x="9090025" y="4335463"/>
              <a:ext cx="157163" cy="285750"/>
            </a:xfrm>
            <a:custGeom>
              <a:avLst/>
              <a:gdLst>
                <a:gd name="T0" fmla="*/ 0 w 37"/>
                <a:gd name="T1" fmla="*/ 14 h 67"/>
                <a:gd name="T2" fmla="*/ 6 w 37"/>
                <a:gd name="T3" fmla="*/ 1 h 67"/>
                <a:gd name="T4" fmla="*/ 6 w 37"/>
                <a:gd name="T5" fmla="*/ 1 h 67"/>
                <a:gd name="T6" fmla="*/ 19 w 37"/>
                <a:gd name="T7" fmla="*/ 8 h 67"/>
                <a:gd name="T8" fmla="*/ 37 w 37"/>
                <a:gd name="T9" fmla="*/ 53 h 67"/>
                <a:gd name="T10" fmla="*/ 31 w 37"/>
                <a:gd name="T11" fmla="*/ 67 h 67"/>
                <a:gd name="T12" fmla="*/ 31 w 37"/>
                <a:gd name="T13" fmla="*/ 67 h 67"/>
                <a:gd name="T14" fmla="*/ 19 w 37"/>
                <a:gd name="T15" fmla="*/ 60 h 67"/>
                <a:gd name="T16" fmla="*/ 0 w 37"/>
                <a:gd name="T17" fmla="*/ 1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67">
                  <a:moveTo>
                    <a:pt x="0" y="14"/>
                  </a:moveTo>
                  <a:cubicBezTo>
                    <a:pt x="0" y="11"/>
                    <a:pt x="2" y="5"/>
                    <a:pt x="6" y="1"/>
                  </a:cubicBezTo>
                  <a:cubicBezTo>
                    <a:pt x="6" y="1"/>
                    <a:pt x="6" y="1"/>
                    <a:pt x="6" y="1"/>
                  </a:cubicBezTo>
                  <a:cubicBezTo>
                    <a:pt x="13" y="0"/>
                    <a:pt x="19" y="3"/>
                    <a:pt x="19" y="8"/>
                  </a:cubicBezTo>
                  <a:cubicBezTo>
                    <a:pt x="37" y="53"/>
                    <a:pt x="37" y="53"/>
                    <a:pt x="37" y="53"/>
                  </a:cubicBezTo>
                  <a:cubicBezTo>
                    <a:pt x="37" y="57"/>
                    <a:pt x="36" y="64"/>
                    <a:pt x="31" y="67"/>
                  </a:cubicBezTo>
                  <a:cubicBezTo>
                    <a:pt x="31" y="67"/>
                    <a:pt x="31" y="67"/>
                    <a:pt x="31" y="67"/>
                  </a:cubicBezTo>
                  <a:cubicBezTo>
                    <a:pt x="25" y="67"/>
                    <a:pt x="20" y="65"/>
                    <a:pt x="19" y="60"/>
                  </a:cubicBezTo>
                  <a:lnTo>
                    <a:pt x="0"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 name="Freeform 364"/>
            <p:cNvSpPr>
              <a:spLocks/>
            </p:cNvSpPr>
            <p:nvPr/>
          </p:nvSpPr>
          <p:spPr bwMode="auto">
            <a:xfrm>
              <a:off x="9163050" y="4446588"/>
              <a:ext cx="233363" cy="187325"/>
            </a:xfrm>
            <a:custGeom>
              <a:avLst/>
              <a:gdLst>
                <a:gd name="T0" fmla="*/ 17 w 55"/>
                <a:gd name="T1" fmla="*/ 41 h 44"/>
                <a:gd name="T2" fmla="*/ 3 w 55"/>
                <a:gd name="T3" fmla="*/ 38 h 44"/>
                <a:gd name="T4" fmla="*/ 3 w 55"/>
                <a:gd name="T5" fmla="*/ 38 h 44"/>
                <a:gd name="T6" fmla="*/ 6 w 55"/>
                <a:gd name="T7" fmla="*/ 24 h 44"/>
                <a:gd name="T8" fmla="*/ 39 w 55"/>
                <a:gd name="T9" fmla="*/ 3 h 44"/>
                <a:gd name="T10" fmla="*/ 52 w 55"/>
                <a:gd name="T11" fmla="*/ 6 h 44"/>
                <a:gd name="T12" fmla="*/ 52 w 55"/>
                <a:gd name="T13" fmla="*/ 6 h 44"/>
                <a:gd name="T14" fmla="*/ 48 w 55"/>
                <a:gd name="T15" fmla="*/ 19 h 44"/>
                <a:gd name="T16" fmla="*/ 17 w 55"/>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44">
                  <a:moveTo>
                    <a:pt x="17" y="41"/>
                  </a:moveTo>
                  <a:cubicBezTo>
                    <a:pt x="13" y="44"/>
                    <a:pt x="6" y="41"/>
                    <a:pt x="3" y="38"/>
                  </a:cubicBezTo>
                  <a:cubicBezTo>
                    <a:pt x="3" y="38"/>
                    <a:pt x="3" y="38"/>
                    <a:pt x="3" y="38"/>
                  </a:cubicBezTo>
                  <a:cubicBezTo>
                    <a:pt x="0" y="31"/>
                    <a:pt x="2" y="25"/>
                    <a:pt x="6" y="24"/>
                  </a:cubicBezTo>
                  <a:cubicBezTo>
                    <a:pt x="39" y="3"/>
                    <a:pt x="39" y="3"/>
                    <a:pt x="39" y="3"/>
                  </a:cubicBezTo>
                  <a:cubicBezTo>
                    <a:pt x="42" y="0"/>
                    <a:pt x="48" y="2"/>
                    <a:pt x="52" y="6"/>
                  </a:cubicBezTo>
                  <a:cubicBezTo>
                    <a:pt x="52" y="6"/>
                    <a:pt x="52" y="6"/>
                    <a:pt x="52" y="6"/>
                  </a:cubicBezTo>
                  <a:cubicBezTo>
                    <a:pt x="55" y="11"/>
                    <a:pt x="53" y="17"/>
                    <a:pt x="48" y="19"/>
                  </a:cubicBezTo>
                  <a:lnTo>
                    <a:pt x="17"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 name="Freeform 365"/>
            <p:cNvSpPr>
              <a:spLocks noEditPoints="1"/>
            </p:cNvSpPr>
            <p:nvPr/>
          </p:nvSpPr>
          <p:spPr bwMode="auto">
            <a:xfrm>
              <a:off x="9426575" y="3925888"/>
              <a:ext cx="631825" cy="255588"/>
            </a:xfrm>
            <a:custGeom>
              <a:avLst/>
              <a:gdLst>
                <a:gd name="T0" fmla="*/ 0 w 148"/>
                <a:gd name="T1" fmla="*/ 29 h 60"/>
                <a:gd name="T2" fmla="*/ 0 w 148"/>
                <a:gd name="T3" fmla="*/ 43 h 60"/>
                <a:gd name="T4" fmla="*/ 0 w 148"/>
                <a:gd name="T5" fmla="*/ 60 h 60"/>
                <a:gd name="T6" fmla="*/ 14 w 148"/>
                <a:gd name="T7" fmla="*/ 60 h 60"/>
                <a:gd name="T8" fmla="*/ 30 w 148"/>
                <a:gd name="T9" fmla="*/ 60 h 60"/>
                <a:gd name="T10" fmla="*/ 122 w 148"/>
                <a:gd name="T11" fmla="*/ 60 h 60"/>
                <a:gd name="T12" fmla="*/ 122 w 148"/>
                <a:gd name="T13" fmla="*/ 60 h 60"/>
                <a:gd name="T14" fmla="*/ 148 w 148"/>
                <a:gd name="T15" fmla="*/ 29 h 60"/>
                <a:gd name="T16" fmla="*/ 122 w 148"/>
                <a:gd name="T17" fmla="*/ 0 h 60"/>
                <a:gd name="T18" fmla="*/ 122 w 148"/>
                <a:gd name="T19" fmla="*/ 0 h 60"/>
                <a:gd name="T20" fmla="*/ 119 w 148"/>
                <a:gd name="T21" fmla="*/ 0 h 60"/>
                <a:gd name="T22" fmla="*/ 119 w 148"/>
                <a:gd name="T23" fmla="*/ 0 h 60"/>
                <a:gd name="T24" fmla="*/ 119 w 148"/>
                <a:gd name="T25" fmla="*/ 0 h 60"/>
                <a:gd name="T26" fmla="*/ 32 w 148"/>
                <a:gd name="T27" fmla="*/ 0 h 60"/>
                <a:gd name="T28" fmla="*/ 30 w 148"/>
                <a:gd name="T29" fmla="*/ 0 h 60"/>
                <a:gd name="T30" fmla="*/ 0 w 148"/>
                <a:gd name="T31" fmla="*/ 29 h 60"/>
                <a:gd name="T32" fmla="*/ 5 w 148"/>
                <a:gd name="T33" fmla="*/ 29 h 60"/>
                <a:gd name="T34" fmla="*/ 28 w 148"/>
                <a:gd name="T35" fmla="*/ 6 h 60"/>
                <a:gd name="T36" fmla="*/ 28 w 148"/>
                <a:gd name="T37" fmla="*/ 6 h 60"/>
                <a:gd name="T38" fmla="*/ 103 w 148"/>
                <a:gd name="T39" fmla="*/ 6 h 60"/>
                <a:gd name="T40" fmla="*/ 103 w 148"/>
                <a:gd name="T41" fmla="*/ 6 h 60"/>
                <a:gd name="T42" fmla="*/ 119 w 148"/>
                <a:gd name="T43" fmla="*/ 6 h 60"/>
                <a:gd name="T44" fmla="*/ 119 w 148"/>
                <a:gd name="T45" fmla="*/ 6 h 60"/>
                <a:gd name="T46" fmla="*/ 119 w 148"/>
                <a:gd name="T47" fmla="*/ 6 h 60"/>
                <a:gd name="T48" fmla="*/ 120 w 148"/>
                <a:gd name="T49" fmla="*/ 6 h 60"/>
                <a:gd name="T50" fmla="*/ 120 w 148"/>
                <a:gd name="T51" fmla="*/ 6 h 60"/>
                <a:gd name="T52" fmla="*/ 142 w 148"/>
                <a:gd name="T53" fmla="*/ 29 h 60"/>
                <a:gd name="T54" fmla="*/ 120 w 148"/>
                <a:gd name="T55" fmla="*/ 54 h 60"/>
                <a:gd name="T56" fmla="*/ 120 w 148"/>
                <a:gd name="T57" fmla="*/ 54 h 60"/>
                <a:gd name="T58" fmla="*/ 47 w 148"/>
                <a:gd name="T59" fmla="*/ 54 h 60"/>
                <a:gd name="T60" fmla="*/ 47 w 148"/>
                <a:gd name="T61" fmla="*/ 54 h 60"/>
                <a:gd name="T62" fmla="*/ 28 w 148"/>
                <a:gd name="T63" fmla="*/ 54 h 60"/>
                <a:gd name="T64" fmla="*/ 28 w 148"/>
                <a:gd name="T65" fmla="*/ 54 h 60"/>
                <a:gd name="T66" fmla="*/ 28 w 148"/>
                <a:gd name="T67" fmla="*/ 54 h 60"/>
                <a:gd name="T68" fmla="*/ 25 w 148"/>
                <a:gd name="T69" fmla="*/ 54 h 60"/>
                <a:gd name="T70" fmla="*/ 25 w 148"/>
                <a:gd name="T71" fmla="*/ 54 h 60"/>
                <a:gd name="T72" fmla="*/ 24 w 148"/>
                <a:gd name="T73" fmla="*/ 54 h 60"/>
                <a:gd name="T74" fmla="*/ 24 w 148"/>
                <a:gd name="T75" fmla="*/ 54 h 60"/>
                <a:gd name="T76" fmla="*/ 24 w 148"/>
                <a:gd name="T77" fmla="*/ 54 h 60"/>
                <a:gd name="T78" fmla="*/ 24 w 148"/>
                <a:gd name="T79" fmla="*/ 54 h 60"/>
                <a:gd name="T80" fmla="*/ 24 w 148"/>
                <a:gd name="T81" fmla="*/ 54 h 60"/>
                <a:gd name="T82" fmla="*/ 22 w 148"/>
                <a:gd name="T83" fmla="*/ 54 h 60"/>
                <a:gd name="T84" fmla="*/ 22 w 148"/>
                <a:gd name="T85" fmla="*/ 54 h 60"/>
                <a:gd name="T86" fmla="*/ 21 w 148"/>
                <a:gd name="T87" fmla="*/ 54 h 60"/>
                <a:gd name="T88" fmla="*/ 21 w 148"/>
                <a:gd name="T89" fmla="*/ 51 h 60"/>
                <a:gd name="T90" fmla="*/ 19 w 148"/>
                <a:gd name="T91" fmla="*/ 51 h 60"/>
                <a:gd name="T92" fmla="*/ 19 w 148"/>
                <a:gd name="T93" fmla="*/ 51 h 60"/>
                <a:gd name="T94" fmla="*/ 18 w 148"/>
                <a:gd name="T95" fmla="*/ 51 h 60"/>
                <a:gd name="T96" fmla="*/ 18 w 148"/>
                <a:gd name="T97" fmla="*/ 51 h 60"/>
                <a:gd name="T98" fmla="*/ 18 w 148"/>
                <a:gd name="T99" fmla="*/ 51 h 60"/>
                <a:gd name="T100" fmla="*/ 18 w 148"/>
                <a:gd name="T101" fmla="*/ 51 h 60"/>
                <a:gd name="T102" fmla="*/ 18 w 148"/>
                <a:gd name="T103" fmla="*/ 51 h 60"/>
                <a:gd name="T104" fmla="*/ 18 w 148"/>
                <a:gd name="T105" fmla="*/ 51 h 60"/>
                <a:gd name="T106" fmla="*/ 16 w 148"/>
                <a:gd name="T107" fmla="*/ 51 h 60"/>
                <a:gd name="T108" fmla="*/ 16 w 148"/>
                <a:gd name="T109" fmla="*/ 51 h 60"/>
                <a:gd name="T110" fmla="*/ 14 w 148"/>
                <a:gd name="T111" fmla="*/ 49 h 60"/>
                <a:gd name="T112" fmla="*/ 5 w 148"/>
                <a:gd name="T113" fmla="*/ 2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8" h="60">
                  <a:moveTo>
                    <a:pt x="0" y="29"/>
                  </a:moveTo>
                  <a:cubicBezTo>
                    <a:pt x="0" y="43"/>
                    <a:pt x="0" y="43"/>
                    <a:pt x="0" y="43"/>
                  </a:cubicBezTo>
                  <a:cubicBezTo>
                    <a:pt x="0" y="60"/>
                    <a:pt x="0" y="60"/>
                    <a:pt x="0" y="60"/>
                  </a:cubicBezTo>
                  <a:cubicBezTo>
                    <a:pt x="14" y="60"/>
                    <a:pt x="14" y="60"/>
                    <a:pt x="14" y="60"/>
                  </a:cubicBezTo>
                  <a:cubicBezTo>
                    <a:pt x="30" y="60"/>
                    <a:pt x="30" y="60"/>
                    <a:pt x="30" y="60"/>
                  </a:cubicBezTo>
                  <a:cubicBezTo>
                    <a:pt x="122" y="60"/>
                    <a:pt x="122" y="60"/>
                    <a:pt x="122" y="60"/>
                  </a:cubicBezTo>
                  <a:cubicBezTo>
                    <a:pt x="122" y="60"/>
                    <a:pt x="122" y="60"/>
                    <a:pt x="122" y="60"/>
                  </a:cubicBezTo>
                  <a:cubicBezTo>
                    <a:pt x="137" y="57"/>
                    <a:pt x="148" y="45"/>
                    <a:pt x="148" y="29"/>
                  </a:cubicBezTo>
                  <a:cubicBezTo>
                    <a:pt x="148" y="13"/>
                    <a:pt x="137" y="2"/>
                    <a:pt x="122" y="0"/>
                  </a:cubicBezTo>
                  <a:cubicBezTo>
                    <a:pt x="122" y="0"/>
                    <a:pt x="122" y="0"/>
                    <a:pt x="122" y="0"/>
                  </a:cubicBezTo>
                  <a:cubicBezTo>
                    <a:pt x="119" y="0"/>
                    <a:pt x="119" y="0"/>
                    <a:pt x="119" y="0"/>
                  </a:cubicBezTo>
                  <a:cubicBezTo>
                    <a:pt x="119" y="0"/>
                    <a:pt x="119" y="0"/>
                    <a:pt x="119" y="0"/>
                  </a:cubicBezTo>
                  <a:cubicBezTo>
                    <a:pt x="119" y="0"/>
                    <a:pt x="119" y="0"/>
                    <a:pt x="119" y="0"/>
                  </a:cubicBezTo>
                  <a:cubicBezTo>
                    <a:pt x="32" y="0"/>
                    <a:pt x="32" y="0"/>
                    <a:pt x="32" y="0"/>
                  </a:cubicBezTo>
                  <a:cubicBezTo>
                    <a:pt x="30" y="0"/>
                    <a:pt x="30" y="0"/>
                    <a:pt x="30" y="0"/>
                  </a:cubicBezTo>
                  <a:cubicBezTo>
                    <a:pt x="14" y="0"/>
                    <a:pt x="0" y="13"/>
                    <a:pt x="0" y="29"/>
                  </a:cubicBezTo>
                  <a:close/>
                  <a:moveTo>
                    <a:pt x="5" y="29"/>
                  </a:moveTo>
                  <a:cubicBezTo>
                    <a:pt x="5" y="17"/>
                    <a:pt x="14" y="6"/>
                    <a:pt x="28" y="6"/>
                  </a:cubicBezTo>
                  <a:cubicBezTo>
                    <a:pt x="28" y="6"/>
                    <a:pt x="28" y="6"/>
                    <a:pt x="28" y="6"/>
                  </a:cubicBezTo>
                  <a:cubicBezTo>
                    <a:pt x="103" y="6"/>
                    <a:pt x="103" y="6"/>
                    <a:pt x="103" y="6"/>
                  </a:cubicBezTo>
                  <a:cubicBezTo>
                    <a:pt x="103" y="6"/>
                    <a:pt x="103" y="6"/>
                    <a:pt x="103" y="6"/>
                  </a:cubicBezTo>
                  <a:cubicBezTo>
                    <a:pt x="119" y="6"/>
                    <a:pt x="119" y="6"/>
                    <a:pt x="119" y="6"/>
                  </a:cubicBezTo>
                  <a:cubicBezTo>
                    <a:pt x="119" y="6"/>
                    <a:pt x="119" y="6"/>
                    <a:pt x="119" y="6"/>
                  </a:cubicBezTo>
                  <a:cubicBezTo>
                    <a:pt x="119" y="6"/>
                    <a:pt x="119" y="6"/>
                    <a:pt x="119" y="6"/>
                  </a:cubicBezTo>
                  <a:cubicBezTo>
                    <a:pt x="120" y="6"/>
                    <a:pt x="120" y="6"/>
                    <a:pt x="120" y="6"/>
                  </a:cubicBezTo>
                  <a:cubicBezTo>
                    <a:pt x="120" y="6"/>
                    <a:pt x="120" y="6"/>
                    <a:pt x="120" y="6"/>
                  </a:cubicBezTo>
                  <a:cubicBezTo>
                    <a:pt x="133" y="6"/>
                    <a:pt x="142" y="17"/>
                    <a:pt x="142" y="29"/>
                  </a:cubicBezTo>
                  <a:cubicBezTo>
                    <a:pt x="142" y="43"/>
                    <a:pt x="133" y="54"/>
                    <a:pt x="120" y="54"/>
                  </a:cubicBezTo>
                  <a:cubicBezTo>
                    <a:pt x="120" y="54"/>
                    <a:pt x="120" y="54"/>
                    <a:pt x="120" y="54"/>
                  </a:cubicBezTo>
                  <a:cubicBezTo>
                    <a:pt x="47" y="54"/>
                    <a:pt x="47" y="54"/>
                    <a:pt x="47" y="54"/>
                  </a:cubicBezTo>
                  <a:cubicBezTo>
                    <a:pt x="47" y="54"/>
                    <a:pt x="47" y="54"/>
                    <a:pt x="47" y="54"/>
                  </a:cubicBezTo>
                  <a:cubicBezTo>
                    <a:pt x="28" y="54"/>
                    <a:pt x="28" y="54"/>
                    <a:pt x="28" y="54"/>
                  </a:cubicBezTo>
                  <a:cubicBezTo>
                    <a:pt x="28" y="54"/>
                    <a:pt x="28" y="54"/>
                    <a:pt x="28" y="54"/>
                  </a:cubicBezTo>
                  <a:cubicBezTo>
                    <a:pt x="28" y="54"/>
                    <a:pt x="28" y="54"/>
                    <a:pt x="28" y="54"/>
                  </a:cubicBezTo>
                  <a:cubicBezTo>
                    <a:pt x="27" y="54"/>
                    <a:pt x="27" y="54"/>
                    <a:pt x="25" y="54"/>
                  </a:cubicBezTo>
                  <a:cubicBezTo>
                    <a:pt x="25" y="54"/>
                    <a:pt x="25" y="54"/>
                    <a:pt x="25" y="54"/>
                  </a:cubicBezTo>
                  <a:cubicBezTo>
                    <a:pt x="25" y="54"/>
                    <a:pt x="25"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2" y="54"/>
                  </a:cubicBezTo>
                  <a:cubicBezTo>
                    <a:pt x="22" y="54"/>
                    <a:pt x="22" y="54"/>
                    <a:pt x="22" y="54"/>
                  </a:cubicBezTo>
                  <a:cubicBezTo>
                    <a:pt x="22" y="54"/>
                    <a:pt x="22" y="54"/>
                    <a:pt x="21" y="54"/>
                  </a:cubicBezTo>
                  <a:cubicBezTo>
                    <a:pt x="21" y="52"/>
                    <a:pt x="21" y="52"/>
                    <a:pt x="21" y="51"/>
                  </a:cubicBezTo>
                  <a:cubicBezTo>
                    <a:pt x="21" y="51"/>
                    <a:pt x="21" y="51"/>
                    <a:pt x="19" y="51"/>
                  </a:cubicBezTo>
                  <a:cubicBezTo>
                    <a:pt x="19" y="51"/>
                    <a:pt x="19" y="51"/>
                    <a:pt x="19" y="51"/>
                  </a:cubicBezTo>
                  <a:cubicBezTo>
                    <a:pt x="19" y="51"/>
                    <a:pt x="19" y="51"/>
                    <a:pt x="18" y="51"/>
                  </a:cubicBezTo>
                  <a:cubicBezTo>
                    <a:pt x="18" y="51"/>
                    <a:pt x="18" y="51"/>
                    <a:pt x="18" y="51"/>
                  </a:cubicBezTo>
                  <a:cubicBezTo>
                    <a:pt x="18" y="51"/>
                    <a:pt x="18" y="51"/>
                    <a:pt x="18" y="51"/>
                  </a:cubicBezTo>
                  <a:cubicBezTo>
                    <a:pt x="18" y="51"/>
                    <a:pt x="18" y="51"/>
                    <a:pt x="18" y="51"/>
                  </a:cubicBezTo>
                  <a:cubicBezTo>
                    <a:pt x="18" y="51"/>
                    <a:pt x="18" y="51"/>
                    <a:pt x="18" y="51"/>
                  </a:cubicBezTo>
                  <a:cubicBezTo>
                    <a:pt x="18" y="51"/>
                    <a:pt x="18" y="51"/>
                    <a:pt x="18" y="51"/>
                  </a:cubicBezTo>
                  <a:cubicBezTo>
                    <a:pt x="16" y="51"/>
                    <a:pt x="16" y="51"/>
                    <a:pt x="16" y="51"/>
                  </a:cubicBezTo>
                  <a:cubicBezTo>
                    <a:pt x="16" y="51"/>
                    <a:pt x="16" y="51"/>
                    <a:pt x="16" y="51"/>
                  </a:cubicBezTo>
                  <a:cubicBezTo>
                    <a:pt x="16" y="49"/>
                    <a:pt x="14" y="49"/>
                    <a:pt x="14" y="49"/>
                  </a:cubicBezTo>
                  <a:cubicBezTo>
                    <a:pt x="10" y="45"/>
                    <a:pt x="5" y="38"/>
                    <a:pt x="5"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 name="Freeform 366"/>
            <p:cNvSpPr>
              <a:spLocks/>
            </p:cNvSpPr>
            <p:nvPr/>
          </p:nvSpPr>
          <p:spPr bwMode="auto">
            <a:xfrm>
              <a:off x="8850313" y="4241800"/>
              <a:ext cx="396875" cy="844550"/>
            </a:xfrm>
            <a:custGeom>
              <a:avLst/>
              <a:gdLst>
                <a:gd name="T0" fmla="*/ 79 w 93"/>
                <a:gd name="T1" fmla="*/ 11 h 198"/>
                <a:gd name="T2" fmla="*/ 70 w 93"/>
                <a:gd name="T3" fmla="*/ 5 h 198"/>
                <a:gd name="T4" fmla="*/ 42 w 93"/>
                <a:gd name="T5" fmla="*/ 14 h 198"/>
                <a:gd name="T6" fmla="*/ 5 w 93"/>
                <a:gd name="T7" fmla="*/ 81 h 198"/>
                <a:gd name="T8" fmla="*/ 13 w 93"/>
                <a:gd name="T9" fmla="*/ 107 h 198"/>
                <a:gd name="T10" fmla="*/ 22 w 93"/>
                <a:gd name="T11" fmla="*/ 114 h 198"/>
                <a:gd name="T12" fmla="*/ 22 w 93"/>
                <a:gd name="T13" fmla="*/ 114 h 198"/>
                <a:gd name="T14" fmla="*/ 41 w 93"/>
                <a:gd name="T15" fmla="*/ 148 h 198"/>
                <a:gd name="T16" fmla="*/ 28 w 93"/>
                <a:gd name="T17" fmla="*/ 182 h 198"/>
                <a:gd name="T18" fmla="*/ 34 w 93"/>
                <a:gd name="T19" fmla="*/ 194 h 198"/>
                <a:gd name="T20" fmla="*/ 37 w 93"/>
                <a:gd name="T21" fmla="*/ 196 h 198"/>
                <a:gd name="T22" fmla="*/ 50 w 93"/>
                <a:gd name="T23" fmla="*/ 190 h 198"/>
                <a:gd name="T24" fmla="*/ 65 w 93"/>
                <a:gd name="T25" fmla="*/ 151 h 198"/>
                <a:gd name="T26" fmla="*/ 64 w 93"/>
                <a:gd name="T27" fmla="*/ 142 h 198"/>
                <a:gd name="T28" fmla="*/ 64 w 93"/>
                <a:gd name="T29" fmla="*/ 140 h 198"/>
                <a:gd name="T30" fmla="*/ 47 w 93"/>
                <a:gd name="T31" fmla="*/ 109 h 198"/>
                <a:gd name="T32" fmla="*/ 50 w 93"/>
                <a:gd name="T33" fmla="*/ 104 h 198"/>
                <a:gd name="T34" fmla="*/ 65 w 93"/>
                <a:gd name="T35" fmla="*/ 78 h 198"/>
                <a:gd name="T36" fmla="*/ 51 w 93"/>
                <a:gd name="T37" fmla="*/ 39 h 198"/>
                <a:gd name="T38" fmla="*/ 61 w 93"/>
                <a:gd name="T39" fmla="*/ 19 h 198"/>
                <a:gd name="T40" fmla="*/ 81 w 93"/>
                <a:gd name="T41" fmla="*/ 30 h 198"/>
                <a:gd name="T42" fmla="*/ 87 w 93"/>
                <a:gd name="T43" fmla="*/ 39 h 198"/>
                <a:gd name="T44" fmla="*/ 87 w 93"/>
                <a:gd name="T45" fmla="*/ 39 h 198"/>
                <a:gd name="T46" fmla="*/ 79 w 93"/>
                <a:gd name="T47" fmla="*/ 11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3" h="198">
                  <a:moveTo>
                    <a:pt x="79" y="11"/>
                  </a:moveTo>
                  <a:cubicBezTo>
                    <a:pt x="70" y="5"/>
                    <a:pt x="70" y="5"/>
                    <a:pt x="70" y="5"/>
                  </a:cubicBezTo>
                  <a:cubicBezTo>
                    <a:pt x="59" y="0"/>
                    <a:pt x="47" y="3"/>
                    <a:pt x="42" y="14"/>
                  </a:cubicBezTo>
                  <a:cubicBezTo>
                    <a:pt x="5" y="81"/>
                    <a:pt x="5" y="81"/>
                    <a:pt x="5" y="81"/>
                  </a:cubicBezTo>
                  <a:cubicBezTo>
                    <a:pt x="0" y="90"/>
                    <a:pt x="3" y="103"/>
                    <a:pt x="13" y="107"/>
                  </a:cubicBezTo>
                  <a:cubicBezTo>
                    <a:pt x="22" y="114"/>
                    <a:pt x="22" y="114"/>
                    <a:pt x="22" y="114"/>
                  </a:cubicBezTo>
                  <a:cubicBezTo>
                    <a:pt x="22" y="114"/>
                    <a:pt x="22" y="114"/>
                    <a:pt x="22" y="114"/>
                  </a:cubicBezTo>
                  <a:cubicBezTo>
                    <a:pt x="41" y="148"/>
                    <a:pt x="41" y="148"/>
                    <a:pt x="41" y="148"/>
                  </a:cubicBezTo>
                  <a:cubicBezTo>
                    <a:pt x="28" y="182"/>
                    <a:pt x="28" y="182"/>
                    <a:pt x="28" y="182"/>
                  </a:cubicBezTo>
                  <a:cubicBezTo>
                    <a:pt x="25" y="187"/>
                    <a:pt x="28" y="193"/>
                    <a:pt x="34" y="194"/>
                  </a:cubicBezTo>
                  <a:cubicBezTo>
                    <a:pt x="37" y="196"/>
                    <a:pt x="37" y="196"/>
                    <a:pt x="37" y="196"/>
                  </a:cubicBezTo>
                  <a:cubicBezTo>
                    <a:pt x="42" y="198"/>
                    <a:pt x="48" y="194"/>
                    <a:pt x="50" y="190"/>
                  </a:cubicBezTo>
                  <a:cubicBezTo>
                    <a:pt x="65" y="151"/>
                    <a:pt x="65" y="151"/>
                    <a:pt x="65" y="151"/>
                  </a:cubicBezTo>
                  <a:cubicBezTo>
                    <a:pt x="65" y="148"/>
                    <a:pt x="65" y="143"/>
                    <a:pt x="64" y="142"/>
                  </a:cubicBezTo>
                  <a:cubicBezTo>
                    <a:pt x="64" y="140"/>
                    <a:pt x="64" y="140"/>
                    <a:pt x="64" y="140"/>
                  </a:cubicBezTo>
                  <a:cubicBezTo>
                    <a:pt x="47" y="109"/>
                    <a:pt x="47" y="109"/>
                    <a:pt x="47" y="109"/>
                  </a:cubicBezTo>
                  <a:cubicBezTo>
                    <a:pt x="48" y="107"/>
                    <a:pt x="50" y="107"/>
                    <a:pt x="50" y="104"/>
                  </a:cubicBezTo>
                  <a:cubicBezTo>
                    <a:pt x="65" y="78"/>
                    <a:pt x="65" y="78"/>
                    <a:pt x="65" y="78"/>
                  </a:cubicBezTo>
                  <a:cubicBezTo>
                    <a:pt x="51" y="39"/>
                    <a:pt x="51" y="39"/>
                    <a:pt x="51" y="39"/>
                  </a:cubicBezTo>
                  <a:cubicBezTo>
                    <a:pt x="47" y="31"/>
                    <a:pt x="53" y="22"/>
                    <a:pt x="61" y="19"/>
                  </a:cubicBezTo>
                  <a:cubicBezTo>
                    <a:pt x="69" y="16"/>
                    <a:pt x="78" y="20"/>
                    <a:pt x="81" y="30"/>
                  </a:cubicBezTo>
                  <a:cubicBezTo>
                    <a:pt x="87" y="39"/>
                    <a:pt x="87" y="39"/>
                    <a:pt x="87" y="39"/>
                  </a:cubicBezTo>
                  <a:cubicBezTo>
                    <a:pt x="87" y="39"/>
                    <a:pt x="87" y="39"/>
                    <a:pt x="87" y="39"/>
                  </a:cubicBezTo>
                  <a:cubicBezTo>
                    <a:pt x="93" y="28"/>
                    <a:pt x="89" y="16"/>
                    <a:pt x="79"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 name="Freeform 367"/>
            <p:cNvSpPr>
              <a:spLocks/>
            </p:cNvSpPr>
            <p:nvPr/>
          </p:nvSpPr>
          <p:spPr bwMode="auto">
            <a:xfrm>
              <a:off x="9218613" y="4398963"/>
              <a:ext cx="190500" cy="103188"/>
            </a:xfrm>
            <a:custGeom>
              <a:avLst/>
              <a:gdLst>
                <a:gd name="T0" fmla="*/ 42 w 45"/>
                <a:gd name="T1" fmla="*/ 7 h 24"/>
                <a:gd name="T2" fmla="*/ 29 w 45"/>
                <a:gd name="T3" fmla="*/ 3 h 24"/>
                <a:gd name="T4" fmla="*/ 7 w 45"/>
                <a:gd name="T5" fmla="*/ 17 h 24"/>
                <a:gd name="T6" fmla="*/ 3 w 45"/>
                <a:gd name="T7" fmla="*/ 7 h 24"/>
                <a:gd name="T8" fmla="*/ 0 w 45"/>
                <a:gd name="T9" fmla="*/ 11 h 24"/>
                <a:gd name="T10" fmla="*/ 4 w 45"/>
                <a:gd name="T11" fmla="*/ 24 h 24"/>
                <a:gd name="T12" fmla="*/ 26 w 45"/>
                <a:gd name="T13" fmla="*/ 10 h 24"/>
                <a:gd name="T14" fmla="*/ 40 w 45"/>
                <a:gd name="T15" fmla="*/ 11 h 24"/>
                <a:gd name="T16" fmla="*/ 42 w 45"/>
                <a:gd name="T17" fmla="*/ 17 h 24"/>
                <a:gd name="T18" fmla="*/ 42 w 45"/>
                <a:gd name="T19" fmla="*/ 7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24">
                  <a:moveTo>
                    <a:pt x="42" y="7"/>
                  </a:moveTo>
                  <a:cubicBezTo>
                    <a:pt x="40" y="2"/>
                    <a:pt x="34" y="0"/>
                    <a:pt x="29" y="3"/>
                  </a:cubicBezTo>
                  <a:cubicBezTo>
                    <a:pt x="7" y="17"/>
                    <a:pt x="7" y="17"/>
                    <a:pt x="7" y="17"/>
                  </a:cubicBezTo>
                  <a:cubicBezTo>
                    <a:pt x="3" y="7"/>
                    <a:pt x="3" y="7"/>
                    <a:pt x="3" y="7"/>
                  </a:cubicBezTo>
                  <a:cubicBezTo>
                    <a:pt x="0" y="11"/>
                    <a:pt x="0" y="11"/>
                    <a:pt x="0" y="11"/>
                  </a:cubicBezTo>
                  <a:cubicBezTo>
                    <a:pt x="4" y="24"/>
                    <a:pt x="4" y="24"/>
                    <a:pt x="4" y="24"/>
                  </a:cubicBezTo>
                  <a:cubicBezTo>
                    <a:pt x="26" y="10"/>
                    <a:pt x="26" y="10"/>
                    <a:pt x="26" y="10"/>
                  </a:cubicBezTo>
                  <a:cubicBezTo>
                    <a:pt x="32" y="7"/>
                    <a:pt x="39" y="8"/>
                    <a:pt x="40" y="11"/>
                  </a:cubicBezTo>
                  <a:cubicBezTo>
                    <a:pt x="42" y="14"/>
                    <a:pt x="42" y="16"/>
                    <a:pt x="42" y="17"/>
                  </a:cubicBezTo>
                  <a:cubicBezTo>
                    <a:pt x="45" y="14"/>
                    <a:pt x="45" y="11"/>
                    <a:pt x="42"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 name="Freeform 368"/>
            <p:cNvSpPr>
              <a:spLocks/>
            </p:cNvSpPr>
            <p:nvPr/>
          </p:nvSpPr>
          <p:spPr bwMode="auto">
            <a:xfrm>
              <a:off x="9069388" y="4672013"/>
              <a:ext cx="127000" cy="414338"/>
            </a:xfrm>
            <a:custGeom>
              <a:avLst/>
              <a:gdLst>
                <a:gd name="T0" fmla="*/ 21 w 30"/>
                <a:gd name="T1" fmla="*/ 39 h 97"/>
                <a:gd name="T2" fmla="*/ 21 w 30"/>
                <a:gd name="T3" fmla="*/ 41 h 97"/>
                <a:gd name="T4" fmla="*/ 24 w 30"/>
                <a:gd name="T5" fmla="*/ 50 h 97"/>
                <a:gd name="T6" fmla="*/ 8 w 30"/>
                <a:gd name="T7" fmla="*/ 89 h 97"/>
                <a:gd name="T8" fmla="*/ 0 w 30"/>
                <a:gd name="T9" fmla="*/ 95 h 97"/>
                <a:gd name="T10" fmla="*/ 14 w 30"/>
                <a:gd name="T11" fmla="*/ 89 h 97"/>
                <a:gd name="T12" fmla="*/ 30 w 30"/>
                <a:gd name="T13" fmla="*/ 50 h 97"/>
                <a:gd name="T14" fmla="*/ 28 w 30"/>
                <a:gd name="T15" fmla="*/ 41 h 97"/>
                <a:gd name="T16" fmla="*/ 27 w 30"/>
                <a:gd name="T17" fmla="*/ 39 h 97"/>
                <a:gd name="T18" fmla="*/ 8 w 30"/>
                <a:gd name="T19" fmla="*/ 2 h 97"/>
                <a:gd name="T20" fmla="*/ 8 w 30"/>
                <a:gd name="T21" fmla="*/ 0 h 97"/>
                <a:gd name="T22" fmla="*/ 5 w 30"/>
                <a:gd name="T23" fmla="*/ 6 h 97"/>
                <a:gd name="T24" fmla="*/ 21 w 30"/>
                <a:gd name="T25" fmla="*/ 39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97">
                  <a:moveTo>
                    <a:pt x="21" y="39"/>
                  </a:moveTo>
                  <a:cubicBezTo>
                    <a:pt x="21" y="39"/>
                    <a:pt x="21" y="39"/>
                    <a:pt x="21" y="41"/>
                  </a:cubicBezTo>
                  <a:cubicBezTo>
                    <a:pt x="24" y="42"/>
                    <a:pt x="24" y="47"/>
                    <a:pt x="24" y="50"/>
                  </a:cubicBezTo>
                  <a:cubicBezTo>
                    <a:pt x="8" y="89"/>
                    <a:pt x="8" y="89"/>
                    <a:pt x="8" y="89"/>
                  </a:cubicBezTo>
                  <a:cubicBezTo>
                    <a:pt x="7" y="92"/>
                    <a:pt x="4" y="93"/>
                    <a:pt x="0" y="95"/>
                  </a:cubicBezTo>
                  <a:cubicBezTo>
                    <a:pt x="5" y="97"/>
                    <a:pt x="11" y="93"/>
                    <a:pt x="14" y="89"/>
                  </a:cubicBezTo>
                  <a:cubicBezTo>
                    <a:pt x="30" y="50"/>
                    <a:pt x="30" y="50"/>
                    <a:pt x="30" y="50"/>
                  </a:cubicBezTo>
                  <a:cubicBezTo>
                    <a:pt x="30" y="47"/>
                    <a:pt x="30" y="42"/>
                    <a:pt x="28" y="41"/>
                  </a:cubicBezTo>
                  <a:cubicBezTo>
                    <a:pt x="27" y="39"/>
                    <a:pt x="27" y="39"/>
                    <a:pt x="27" y="39"/>
                  </a:cubicBezTo>
                  <a:cubicBezTo>
                    <a:pt x="8" y="2"/>
                    <a:pt x="8" y="2"/>
                    <a:pt x="8" y="2"/>
                  </a:cubicBezTo>
                  <a:cubicBezTo>
                    <a:pt x="8" y="0"/>
                    <a:pt x="8" y="0"/>
                    <a:pt x="8" y="0"/>
                  </a:cubicBezTo>
                  <a:cubicBezTo>
                    <a:pt x="5" y="6"/>
                    <a:pt x="5" y="6"/>
                    <a:pt x="5" y="6"/>
                  </a:cubicBezTo>
                  <a:lnTo>
                    <a:pt x="21"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 name="Freeform 369"/>
            <p:cNvSpPr>
              <a:spLocks/>
            </p:cNvSpPr>
            <p:nvPr/>
          </p:nvSpPr>
          <p:spPr bwMode="auto">
            <a:xfrm>
              <a:off x="9555163" y="4002088"/>
              <a:ext cx="119063" cy="98425"/>
            </a:xfrm>
            <a:custGeom>
              <a:avLst/>
              <a:gdLst>
                <a:gd name="T0" fmla="*/ 5 w 28"/>
                <a:gd name="T1" fmla="*/ 23 h 23"/>
                <a:gd name="T2" fmla="*/ 0 w 28"/>
                <a:gd name="T3" fmla="*/ 0 h 23"/>
                <a:gd name="T4" fmla="*/ 3 w 28"/>
                <a:gd name="T5" fmla="*/ 0 h 23"/>
                <a:gd name="T6" fmla="*/ 5 w 28"/>
                <a:gd name="T7" fmla="*/ 11 h 23"/>
                <a:gd name="T8" fmla="*/ 6 w 28"/>
                <a:gd name="T9" fmla="*/ 20 h 23"/>
                <a:gd name="T10" fmla="*/ 6 w 28"/>
                <a:gd name="T11" fmla="*/ 20 h 23"/>
                <a:gd name="T12" fmla="*/ 9 w 28"/>
                <a:gd name="T13" fmla="*/ 11 h 23"/>
                <a:gd name="T14" fmla="*/ 12 w 28"/>
                <a:gd name="T15" fmla="*/ 0 h 23"/>
                <a:gd name="T16" fmla="*/ 16 w 28"/>
                <a:gd name="T17" fmla="*/ 0 h 23"/>
                <a:gd name="T18" fmla="*/ 19 w 28"/>
                <a:gd name="T19" fmla="*/ 11 h 23"/>
                <a:gd name="T20" fmla="*/ 19 w 28"/>
                <a:gd name="T21" fmla="*/ 20 h 23"/>
                <a:gd name="T22" fmla="*/ 19 w 28"/>
                <a:gd name="T23" fmla="*/ 20 h 23"/>
                <a:gd name="T24" fmla="*/ 22 w 28"/>
                <a:gd name="T25" fmla="*/ 11 h 23"/>
                <a:gd name="T26" fmla="*/ 25 w 28"/>
                <a:gd name="T27" fmla="*/ 0 h 23"/>
                <a:gd name="T28" fmla="*/ 28 w 28"/>
                <a:gd name="T29" fmla="*/ 0 h 23"/>
                <a:gd name="T30" fmla="*/ 20 w 28"/>
                <a:gd name="T31" fmla="*/ 23 h 23"/>
                <a:gd name="T32" fmla="*/ 19 w 28"/>
                <a:gd name="T33" fmla="*/ 23 h 23"/>
                <a:gd name="T34" fmla="*/ 16 w 28"/>
                <a:gd name="T35" fmla="*/ 11 h 23"/>
                <a:gd name="T36" fmla="*/ 12 w 28"/>
                <a:gd name="T37" fmla="*/ 5 h 23"/>
                <a:gd name="T38" fmla="*/ 12 w 28"/>
                <a:gd name="T39" fmla="*/ 5 h 23"/>
                <a:gd name="T40" fmla="*/ 12 w 28"/>
                <a:gd name="T41" fmla="*/ 11 h 23"/>
                <a:gd name="T42" fmla="*/ 8 w 28"/>
                <a:gd name="T43" fmla="*/ 23 h 23"/>
                <a:gd name="T44" fmla="*/ 5 w 28"/>
                <a:gd name="T45"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3">
                  <a:moveTo>
                    <a:pt x="5" y="23"/>
                  </a:moveTo>
                  <a:cubicBezTo>
                    <a:pt x="0" y="0"/>
                    <a:pt x="0" y="0"/>
                    <a:pt x="0" y="0"/>
                  </a:cubicBezTo>
                  <a:cubicBezTo>
                    <a:pt x="3" y="0"/>
                    <a:pt x="3" y="0"/>
                    <a:pt x="3" y="0"/>
                  </a:cubicBezTo>
                  <a:cubicBezTo>
                    <a:pt x="5" y="11"/>
                    <a:pt x="5" y="11"/>
                    <a:pt x="5" y="11"/>
                  </a:cubicBezTo>
                  <a:cubicBezTo>
                    <a:pt x="6" y="14"/>
                    <a:pt x="6" y="17"/>
                    <a:pt x="6" y="20"/>
                  </a:cubicBezTo>
                  <a:cubicBezTo>
                    <a:pt x="6" y="20"/>
                    <a:pt x="6" y="20"/>
                    <a:pt x="6" y="20"/>
                  </a:cubicBezTo>
                  <a:cubicBezTo>
                    <a:pt x="6" y="17"/>
                    <a:pt x="8" y="14"/>
                    <a:pt x="9" y="11"/>
                  </a:cubicBezTo>
                  <a:cubicBezTo>
                    <a:pt x="12" y="0"/>
                    <a:pt x="12" y="0"/>
                    <a:pt x="12" y="0"/>
                  </a:cubicBezTo>
                  <a:cubicBezTo>
                    <a:pt x="16" y="0"/>
                    <a:pt x="16" y="0"/>
                    <a:pt x="16" y="0"/>
                  </a:cubicBezTo>
                  <a:cubicBezTo>
                    <a:pt x="19" y="11"/>
                    <a:pt x="19" y="11"/>
                    <a:pt x="19" y="11"/>
                  </a:cubicBezTo>
                  <a:cubicBezTo>
                    <a:pt x="19" y="14"/>
                    <a:pt x="19" y="17"/>
                    <a:pt x="19" y="20"/>
                  </a:cubicBezTo>
                  <a:cubicBezTo>
                    <a:pt x="19" y="20"/>
                    <a:pt x="19" y="20"/>
                    <a:pt x="19" y="20"/>
                  </a:cubicBezTo>
                  <a:cubicBezTo>
                    <a:pt x="19" y="17"/>
                    <a:pt x="20" y="14"/>
                    <a:pt x="22" y="11"/>
                  </a:cubicBezTo>
                  <a:cubicBezTo>
                    <a:pt x="25" y="0"/>
                    <a:pt x="25" y="0"/>
                    <a:pt x="25" y="0"/>
                  </a:cubicBezTo>
                  <a:cubicBezTo>
                    <a:pt x="28" y="0"/>
                    <a:pt x="28" y="0"/>
                    <a:pt x="28" y="0"/>
                  </a:cubicBezTo>
                  <a:cubicBezTo>
                    <a:pt x="20" y="23"/>
                    <a:pt x="20" y="23"/>
                    <a:pt x="20" y="23"/>
                  </a:cubicBezTo>
                  <a:cubicBezTo>
                    <a:pt x="19" y="23"/>
                    <a:pt x="19" y="23"/>
                    <a:pt x="19" y="23"/>
                  </a:cubicBezTo>
                  <a:cubicBezTo>
                    <a:pt x="16" y="11"/>
                    <a:pt x="16" y="11"/>
                    <a:pt x="16" y="11"/>
                  </a:cubicBezTo>
                  <a:cubicBezTo>
                    <a:pt x="14" y="8"/>
                    <a:pt x="12" y="6"/>
                    <a:pt x="12" y="5"/>
                  </a:cubicBezTo>
                  <a:cubicBezTo>
                    <a:pt x="12" y="5"/>
                    <a:pt x="12" y="5"/>
                    <a:pt x="12" y="5"/>
                  </a:cubicBezTo>
                  <a:cubicBezTo>
                    <a:pt x="12" y="6"/>
                    <a:pt x="12" y="8"/>
                    <a:pt x="12" y="11"/>
                  </a:cubicBezTo>
                  <a:cubicBezTo>
                    <a:pt x="8" y="23"/>
                    <a:pt x="8" y="23"/>
                    <a:pt x="8" y="23"/>
                  </a:cubicBezTo>
                  <a:lnTo>
                    <a:pt x="5"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 name="Freeform 370"/>
            <p:cNvSpPr>
              <a:spLocks/>
            </p:cNvSpPr>
            <p:nvPr/>
          </p:nvSpPr>
          <p:spPr bwMode="auto">
            <a:xfrm>
              <a:off x="9686925" y="4002088"/>
              <a:ext cx="50800" cy="98425"/>
            </a:xfrm>
            <a:custGeom>
              <a:avLst/>
              <a:gdLst>
                <a:gd name="T0" fmla="*/ 30 w 32"/>
                <a:gd name="T1" fmla="*/ 32 h 62"/>
                <a:gd name="T2" fmla="*/ 6 w 32"/>
                <a:gd name="T3" fmla="*/ 32 h 62"/>
                <a:gd name="T4" fmla="*/ 6 w 32"/>
                <a:gd name="T5" fmla="*/ 54 h 62"/>
                <a:gd name="T6" fmla="*/ 32 w 32"/>
                <a:gd name="T7" fmla="*/ 54 h 62"/>
                <a:gd name="T8" fmla="*/ 32 w 32"/>
                <a:gd name="T9" fmla="*/ 62 h 62"/>
                <a:gd name="T10" fmla="*/ 0 w 32"/>
                <a:gd name="T11" fmla="*/ 62 h 62"/>
                <a:gd name="T12" fmla="*/ 0 w 32"/>
                <a:gd name="T13" fmla="*/ 0 h 62"/>
                <a:gd name="T14" fmla="*/ 32 w 32"/>
                <a:gd name="T15" fmla="*/ 0 h 62"/>
                <a:gd name="T16" fmla="*/ 32 w 32"/>
                <a:gd name="T17" fmla="*/ 6 h 62"/>
                <a:gd name="T18" fmla="*/ 6 w 32"/>
                <a:gd name="T19" fmla="*/ 6 h 62"/>
                <a:gd name="T20" fmla="*/ 6 w 32"/>
                <a:gd name="T21" fmla="*/ 30 h 62"/>
                <a:gd name="T22" fmla="*/ 30 w 32"/>
                <a:gd name="T23" fmla="*/ 30 h 62"/>
                <a:gd name="T24" fmla="*/ 30 w 32"/>
                <a:gd name="T25" fmla="*/ 3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62">
                  <a:moveTo>
                    <a:pt x="30" y="32"/>
                  </a:moveTo>
                  <a:lnTo>
                    <a:pt x="6" y="32"/>
                  </a:lnTo>
                  <a:lnTo>
                    <a:pt x="6" y="54"/>
                  </a:lnTo>
                  <a:lnTo>
                    <a:pt x="32" y="54"/>
                  </a:lnTo>
                  <a:lnTo>
                    <a:pt x="32" y="62"/>
                  </a:lnTo>
                  <a:lnTo>
                    <a:pt x="0" y="62"/>
                  </a:lnTo>
                  <a:lnTo>
                    <a:pt x="0" y="0"/>
                  </a:lnTo>
                  <a:lnTo>
                    <a:pt x="32" y="0"/>
                  </a:lnTo>
                  <a:lnTo>
                    <a:pt x="32" y="6"/>
                  </a:lnTo>
                  <a:lnTo>
                    <a:pt x="6" y="6"/>
                  </a:lnTo>
                  <a:lnTo>
                    <a:pt x="6" y="30"/>
                  </a:lnTo>
                  <a:lnTo>
                    <a:pt x="30" y="30"/>
                  </a:lnTo>
                  <a:lnTo>
                    <a:pt x="30"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 name="Freeform 371"/>
            <p:cNvSpPr>
              <a:spLocks/>
            </p:cNvSpPr>
            <p:nvPr/>
          </p:nvSpPr>
          <p:spPr bwMode="auto">
            <a:xfrm>
              <a:off x="9755188" y="4002088"/>
              <a:ext cx="50800" cy="98425"/>
            </a:xfrm>
            <a:custGeom>
              <a:avLst/>
              <a:gdLst>
                <a:gd name="T0" fmla="*/ 0 w 32"/>
                <a:gd name="T1" fmla="*/ 0 h 62"/>
                <a:gd name="T2" fmla="*/ 8 w 32"/>
                <a:gd name="T3" fmla="*/ 0 h 62"/>
                <a:gd name="T4" fmla="*/ 8 w 32"/>
                <a:gd name="T5" fmla="*/ 54 h 62"/>
                <a:gd name="T6" fmla="*/ 32 w 32"/>
                <a:gd name="T7" fmla="*/ 54 h 62"/>
                <a:gd name="T8" fmla="*/ 32 w 32"/>
                <a:gd name="T9" fmla="*/ 62 h 62"/>
                <a:gd name="T10" fmla="*/ 0 w 32"/>
                <a:gd name="T11" fmla="*/ 62 h 62"/>
                <a:gd name="T12" fmla="*/ 0 w 32"/>
                <a:gd name="T13" fmla="*/ 0 h 62"/>
              </a:gdLst>
              <a:ahLst/>
              <a:cxnLst>
                <a:cxn ang="0">
                  <a:pos x="T0" y="T1"/>
                </a:cxn>
                <a:cxn ang="0">
                  <a:pos x="T2" y="T3"/>
                </a:cxn>
                <a:cxn ang="0">
                  <a:pos x="T4" y="T5"/>
                </a:cxn>
                <a:cxn ang="0">
                  <a:pos x="T6" y="T7"/>
                </a:cxn>
                <a:cxn ang="0">
                  <a:pos x="T8" y="T9"/>
                </a:cxn>
                <a:cxn ang="0">
                  <a:pos x="T10" y="T11"/>
                </a:cxn>
                <a:cxn ang="0">
                  <a:pos x="T12" y="T13"/>
                </a:cxn>
              </a:cxnLst>
              <a:rect l="0" t="0" r="r" b="b"/>
              <a:pathLst>
                <a:path w="32" h="62">
                  <a:moveTo>
                    <a:pt x="0" y="0"/>
                  </a:moveTo>
                  <a:lnTo>
                    <a:pt x="8" y="0"/>
                  </a:lnTo>
                  <a:lnTo>
                    <a:pt x="8" y="54"/>
                  </a:lnTo>
                  <a:lnTo>
                    <a:pt x="32" y="54"/>
                  </a:lnTo>
                  <a:lnTo>
                    <a:pt x="32" y="62"/>
                  </a:lnTo>
                  <a:lnTo>
                    <a:pt x="0" y="6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 name="Freeform 372"/>
            <p:cNvSpPr>
              <a:spLocks/>
            </p:cNvSpPr>
            <p:nvPr/>
          </p:nvSpPr>
          <p:spPr bwMode="auto">
            <a:xfrm>
              <a:off x="9818688" y="4002088"/>
              <a:ext cx="55563" cy="98425"/>
            </a:xfrm>
            <a:custGeom>
              <a:avLst/>
              <a:gdLst>
                <a:gd name="T0" fmla="*/ 0 w 35"/>
                <a:gd name="T1" fmla="*/ 0 h 62"/>
                <a:gd name="T2" fmla="*/ 8 w 35"/>
                <a:gd name="T3" fmla="*/ 0 h 62"/>
                <a:gd name="T4" fmla="*/ 8 w 35"/>
                <a:gd name="T5" fmla="*/ 54 h 62"/>
                <a:gd name="T6" fmla="*/ 35 w 35"/>
                <a:gd name="T7" fmla="*/ 54 h 62"/>
                <a:gd name="T8" fmla="*/ 35 w 35"/>
                <a:gd name="T9" fmla="*/ 62 h 62"/>
                <a:gd name="T10" fmla="*/ 0 w 35"/>
                <a:gd name="T11" fmla="*/ 62 h 62"/>
                <a:gd name="T12" fmla="*/ 0 w 35"/>
                <a:gd name="T13" fmla="*/ 0 h 62"/>
              </a:gdLst>
              <a:ahLst/>
              <a:cxnLst>
                <a:cxn ang="0">
                  <a:pos x="T0" y="T1"/>
                </a:cxn>
                <a:cxn ang="0">
                  <a:pos x="T2" y="T3"/>
                </a:cxn>
                <a:cxn ang="0">
                  <a:pos x="T4" y="T5"/>
                </a:cxn>
                <a:cxn ang="0">
                  <a:pos x="T6" y="T7"/>
                </a:cxn>
                <a:cxn ang="0">
                  <a:pos x="T8" y="T9"/>
                </a:cxn>
                <a:cxn ang="0">
                  <a:pos x="T10" y="T11"/>
                </a:cxn>
                <a:cxn ang="0">
                  <a:pos x="T12" y="T13"/>
                </a:cxn>
              </a:cxnLst>
              <a:rect l="0" t="0" r="r" b="b"/>
              <a:pathLst>
                <a:path w="35" h="62">
                  <a:moveTo>
                    <a:pt x="0" y="0"/>
                  </a:moveTo>
                  <a:lnTo>
                    <a:pt x="8" y="0"/>
                  </a:lnTo>
                  <a:lnTo>
                    <a:pt x="8" y="54"/>
                  </a:lnTo>
                  <a:lnTo>
                    <a:pt x="35" y="54"/>
                  </a:lnTo>
                  <a:lnTo>
                    <a:pt x="35" y="62"/>
                  </a:lnTo>
                  <a:lnTo>
                    <a:pt x="0" y="6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 name="Freeform 373"/>
            <p:cNvSpPr>
              <a:spLocks noEditPoints="1"/>
            </p:cNvSpPr>
            <p:nvPr/>
          </p:nvSpPr>
          <p:spPr bwMode="auto">
            <a:xfrm>
              <a:off x="9886950" y="4002088"/>
              <a:ext cx="17463" cy="98425"/>
            </a:xfrm>
            <a:custGeom>
              <a:avLst/>
              <a:gdLst>
                <a:gd name="T0" fmla="*/ 0 w 4"/>
                <a:gd name="T1" fmla="*/ 20 h 23"/>
                <a:gd name="T2" fmla="*/ 3 w 4"/>
                <a:gd name="T3" fmla="*/ 20 h 23"/>
                <a:gd name="T4" fmla="*/ 4 w 4"/>
                <a:gd name="T5" fmla="*/ 20 h 23"/>
                <a:gd name="T6" fmla="*/ 3 w 4"/>
                <a:gd name="T7" fmla="*/ 23 h 23"/>
                <a:gd name="T8" fmla="*/ 0 w 4"/>
                <a:gd name="T9" fmla="*/ 20 h 23"/>
                <a:gd name="T10" fmla="*/ 1 w 4"/>
                <a:gd name="T11" fmla="*/ 17 h 23"/>
                <a:gd name="T12" fmla="*/ 0 w 4"/>
                <a:gd name="T13" fmla="*/ 0 h 23"/>
                <a:gd name="T14" fmla="*/ 3 w 4"/>
                <a:gd name="T15" fmla="*/ 0 h 23"/>
                <a:gd name="T16" fmla="*/ 3 w 4"/>
                <a:gd name="T17" fmla="*/ 17 h 23"/>
                <a:gd name="T18" fmla="*/ 1 w 4"/>
                <a:gd name="T19" fmla="*/ 1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23">
                  <a:moveTo>
                    <a:pt x="0" y="20"/>
                  </a:moveTo>
                  <a:cubicBezTo>
                    <a:pt x="0" y="20"/>
                    <a:pt x="1" y="20"/>
                    <a:pt x="3" y="20"/>
                  </a:cubicBezTo>
                  <a:cubicBezTo>
                    <a:pt x="4" y="20"/>
                    <a:pt x="4" y="20"/>
                    <a:pt x="4" y="20"/>
                  </a:cubicBezTo>
                  <a:cubicBezTo>
                    <a:pt x="4" y="23"/>
                    <a:pt x="3" y="23"/>
                    <a:pt x="3" y="23"/>
                  </a:cubicBezTo>
                  <a:cubicBezTo>
                    <a:pt x="0" y="23"/>
                    <a:pt x="0" y="23"/>
                    <a:pt x="0" y="20"/>
                  </a:cubicBezTo>
                  <a:close/>
                  <a:moveTo>
                    <a:pt x="1" y="17"/>
                  </a:moveTo>
                  <a:cubicBezTo>
                    <a:pt x="0" y="0"/>
                    <a:pt x="0" y="0"/>
                    <a:pt x="0" y="0"/>
                  </a:cubicBezTo>
                  <a:cubicBezTo>
                    <a:pt x="3" y="0"/>
                    <a:pt x="3" y="0"/>
                    <a:pt x="3" y="0"/>
                  </a:cubicBezTo>
                  <a:cubicBezTo>
                    <a:pt x="3" y="17"/>
                    <a:pt x="3" y="17"/>
                    <a:pt x="3" y="17"/>
                  </a:cubicBezTo>
                  <a:lnTo>
                    <a:pt x="1"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 name="Freeform 374"/>
            <p:cNvSpPr>
              <a:spLocks noEditPoints="1"/>
            </p:cNvSpPr>
            <p:nvPr/>
          </p:nvSpPr>
          <p:spPr bwMode="auto">
            <a:xfrm>
              <a:off x="9926638" y="4002088"/>
              <a:ext cx="12700" cy="98425"/>
            </a:xfrm>
            <a:custGeom>
              <a:avLst/>
              <a:gdLst>
                <a:gd name="T0" fmla="*/ 0 w 3"/>
                <a:gd name="T1" fmla="*/ 20 h 23"/>
                <a:gd name="T2" fmla="*/ 0 w 3"/>
                <a:gd name="T3" fmla="*/ 20 h 23"/>
                <a:gd name="T4" fmla="*/ 3 w 3"/>
                <a:gd name="T5" fmla="*/ 20 h 23"/>
                <a:gd name="T6" fmla="*/ 0 w 3"/>
                <a:gd name="T7" fmla="*/ 23 h 23"/>
                <a:gd name="T8" fmla="*/ 0 w 3"/>
                <a:gd name="T9" fmla="*/ 20 h 23"/>
                <a:gd name="T10" fmla="*/ 0 w 3"/>
                <a:gd name="T11" fmla="*/ 17 h 23"/>
                <a:gd name="T12" fmla="*/ 0 w 3"/>
                <a:gd name="T13" fmla="*/ 0 h 23"/>
                <a:gd name="T14" fmla="*/ 3 w 3"/>
                <a:gd name="T15" fmla="*/ 0 h 23"/>
                <a:gd name="T16" fmla="*/ 3 w 3"/>
                <a:gd name="T17" fmla="*/ 17 h 23"/>
                <a:gd name="T18" fmla="*/ 0 w 3"/>
                <a:gd name="T19" fmla="*/ 1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23">
                  <a:moveTo>
                    <a:pt x="0" y="20"/>
                  </a:moveTo>
                  <a:cubicBezTo>
                    <a:pt x="0" y="20"/>
                    <a:pt x="0" y="20"/>
                    <a:pt x="0" y="20"/>
                  </a:cubicBezTo>
                  <a:cubicBezTo>
                    <a:pt x="3" y="20"/>
                    <a:pt x="3" y="20"/>
                    <a:pt x="3" y="20"/>
                  </a:cubicBezTo>
                  <a:cubicBezTo>
                    <a:pt x="3" y="23"/>
                    <a:pt x="3" y="23"/>
                    <a:pt x="0" y="23"/>
                  </a:cubicBezTo>
                  <a:cubicBezTo>
                    <a:pt x="0" y="23"/>
                    <a:pt x="0" y="23"/>
                    <a:pt x="0" y="20"/>
                  </a:cubicBezTo>
                  <a:close/>
                  <a:moveTo>
                    <a:pt x="0" y="17"/>
                  </a:moveTo>
                  <a:cubicBezTo>
                    <a:pt x="0" y="0"/>
                    <a:pt x="0" y="0"/>
                    <a:pt x="0" y="0"/>
                  </a:cubicBezTo>
                  <a:cubicBezTo>
                    <a:pt x="3" y="0"/>
                    <a:pt x="3" y="0"/>
                    <a:pt x="3" y="0"/>
                  </a:cubicBezTo>
                  <a:cubicBezTo>
                    <a:pt x="3" y="17"/>
                    <a:pt x="3" y="17"/>
                    <a:pt x="3" y="17"/>
                  </a:cubicBezTo>
                  <a:lnTo>
                    <a:pt x="0"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162393790"/>
      </p:ext>
    </p:extLst>
  </p:cSld>
  <p:clrMapOvr>
    <a:masterClrMapping/>
  </p:clrMapOvr>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3827463" y="788988"/>
            <a:ext cx="865188" cy="1425575"/>
            <a:chOff x="3827463" y="788988"/>
            <a:chExt cx="865188" cy="1425575"/>
          </a:xfrm>
          <a:solidFill>
            <a:schemeClr val="tx1">
              <a:lumMod val="65000"/>
              <a:lumOff val="35000"/>
            </a:schemeClr>
          </a:solidFill>
        </p:grpSpPr>
        <p:sp>
          <p:nvSpPr>
            <p:cNvPr id="3" name="Freeform 5"/>
            <p:cNvSpPr>
              <a:spLocks/>
            </p:cNvSpPr>
            <p:nvPr/>
          </p:nvSpPr>
          <p:spPr bwMode="auto">
            <a:xfrm>
              <a:off x="3960813" y="788988"/>
              <a:ext cx="307975" cy="309563"/>
            </a:xfrm>
            <a:custGeom>
              <a:avLst/>
              <a:gdLst>
                <a:gd name="T0" fmla="*/ 78 w 197"/>
                <a:gd name="T1" fmla="*/ 187 h 198"/>
                <a:gd name="T2" fmla="*/ 186 w 197"/>
                <a:gd name="T3" fmla="*/ 120 h 198"/>
                <a:gd name="T4" fmla="*/ 119 w 197"/>
                <a:gd name="T5" fmla="*/ 12 h 198"/>
                <a:gd name="T6" fmla="*/ 11 w 197"/>
                <a:gd name="T7" fmla="*/ 79 h 198"/>
                <a:gd name="T8" fmla="*/ 78 w 197"/>
                <a:gd name="T9" fmla="*/ 187 h 198"/>
              </a:gdLst>
              <a:ahLst/>
              <a:cxnLst>
                <a:cxn ang="0">
                  <a:pos x="T0" y="T1"/>
                </a:cxn>
                <a:cxn ang="0">
                  <a:pos x="T2" y="T3"/>
                </a:cxn>
                <a:cxn ang="0">
                  <a:pos x="T4" y="T5"/>
                </a:cxn>
                <a:cxn ang="0">
                  <a:pos x="T6" y="T7"/>
                </a:cxn>
                <a:cxn ang="0">
                  <a:pos x="T8" y="T9"/>
                </a:cxn>
              </a:cxnLst>
              <a:rect l="0" t="0" r="r" b="b"/>
              <a:pathLst>
                <a:path w="197" h="198">
                  <a:moveTo>
                    <a:pt x="78" y="187"/>
                  </a:moveTo>
                  <a:cubicBezTo>
                    <a:pt x="127" y="198"/>
                    <a:pt x="175" y="168"/>
                    <a:pt x="186" y="120"/>
                  </a:cubicBezTo>
                  <a:cubicBezTo>
                    <a:pt x="197" y="71"/>
                    <a:pt x="167" y="23"/>
                    <a:pt x="119" y="12"/>
                  </a:cubicBezTo>
                  <a:cubicBezTo>
                    <a:pt x="71" y="0"/>
                    <a:pt x="22" y="30"/>
                    <a:pt x="11" y="79"/>
                  </a:cubicBezTo>
                  <a:cubicBezTo>
                    <a:pt x="0" y="127"/>
                    <a:pt x="30" y="176"/>
                    <a:pt x="78" y="1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Freeform 6"/>
            <p:cNvSpPr>
              <a:spLocks noEditPoints="1"/>
            </p:cNvSpPr>
            <p:nvPr/>
          </p:nvSpPr>
          <p:spPr bwMode="auto">
            <a:xfrm>
              <a:off x="3827463" y="1125538"/>
              <a:ext cx="865188" cy="1089025"/>
            </a:xfrm>
            <a:custGeom>
              <a:avLst/>
              <a:gdLst>
                <a:gd name="T0" fmla="*/ 83 w 555"/>
                <a:gd name="T1" fmla="*/ 326 h 698"/>
                <a:gd name="T2" fmla="*/ 83 w 555"/>
                <a:gd name="T3" fmla="*/ 649 h 698"/>
                <a:gd name="T4" fmla="*/ 132 w 555"/>
                <a:gd name="T5" fmla="*/ 698 h 698"/>
                <a:gd name="T6" fmla="*/ 181 w 555"/>
                <a:gd name="T7" fmla="*/ 649 h 698"/>
                <a:gd name="T8" fmla="*/ 181 w 555"/>
                <a:gd name="T9" fmla="*/ 335 h 698"/>
                <a:gd name="T10" fmla="*/ 200 w 555"/>
                <a:gd name="T11" fmla="*/ 335 h 698"/>
                <a:gd name="T12" fmla="*/ 200 w 555"/>
                <a:gd name="T13" fmla="*/ 649 h 698"/>
                <a:gd name="T14" fmla="*/ 249 w 555"/>
                <a:gd name="T15" fmla="*/ 698 h 698"/>
                <a:gd name="T16" fmla="*/ 299 w 555"/>
                <a:gd name="T17" fmla="*/ 649 h 698"/>
                <a:gd name="T18" fmla="*/ 299 w 555"/>
                <a:gd name="T19" fmla="*/ 305 h 698"/>
                <a:gd name="T20" fmla="*/ 299 w 555"/>
                <a:gd name="T21" fmla="*/ 229 h 698"/>
                <a:gd name="T22" fmla="*/ 299 w 555"/>
                <a:gd name="T23" fmla="*/ 64 h 698"/>
                <a:gd name="T24" fmla="*/ 523 w 555"/>
                <a:gd name="T25" fmla="*/ 64 h 698"/>
                <a:gd name="T26" fmla="*/ 555 w 555"/>
                <a:gd name="T27" fmla="*/ 32 h 698"/>
                <a:gd name="T28" fmla="*/ 523 w 555"/>
                <a:gd name="T29" fmla="*/ 0 h 698"/>
                <a:gd name="T30" fmla="*/ 251 w 555"/>
                <a:gd name="T31" fmla="*/ 0 h 698"/>
                <a:gd name="T32" fmla="*/ 247 w 555"/>
                <a:gd name="T33" fmla="*/ 0 h 698"/>
                <a:gd name="T34" fmla="*/ 113 w 555"/>
                <a:gd name="T35" fmla="*/ 0 h 698"/>
                <a:gd name="T36" fmla="*/ 109 w 555"/>
                <a:gd name="T37" fmla="*/ 0 h 698"/>
                <a:gd name="T38" fmla="*/ 90 w 555"/>
                <a:gd name="T39" fmla="*/ 6 h 698"/>
                <a:gd name="T40" fmla="*/ 90 w 555"/>
                <a:gd name="T41" fmla="*/ 6 h 698"/>
                <a:gd name="T42" fmla="*/ 45 w 555"/>
                <a:gd name="T43" fmla="*/ 47 h 698"/>
                <a:gd name="T44" fmla="*/ 0 w 555"/>
                <a:gd name="T45" fmla="*/ 164 h 698"/>
                <a:gd name="T46" fmla="*/ 78 w 555"/>
                <a:gd name="T47" fmla="*/ 322 h 698"/>
                <a:gd name="T48" fmla="*/ 83 w 555"/>
                <a:gd name="T49" fmla="*/ 326 h 698"/>
                <a:gd name="T50" fmla="*/ 83 w 555"/>
                <a:gd name="T51" fmla="*/ 104 h 698"/>
                <a:gd name="T52" fmla="*/ 83 w 555"/>
                <a:gd name="T53" fmla="*/ 226 h 698"/>
                <a:gd name="T54" fmla="*/ 64 w 555"/>
                <a:gd name="T55" fmla="*/ 164 h 698"/>
                <a:gd name="T56" fmla="*/ 83 w 555"/>
                <a:gd name="T57" fmla="*/ 104 h 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55" h="698">
                  <a:moveTo>
                    <a:pt x="83" y="326"/>
                  </a:moveTo>
                  <a:cubicBezTo>
                    <a:pt x="83" y="649"/>
                    <a:pt x="83" y="649"/>
                    <a:pt x="83" y="649"/>
                  </a:cubicBezTo>
                  <a:cubicBezTo>
                    <a:pt x="83" y="676"/>
                    <a:pt x="105" y="698"/>
                    <a:pt x="132" y="698"/>
                  </a:cubicBezTo>
                  <a:cubicBezTo>
                    <a:pt x="159" y="698"/>
                    <a:pt x="181" y="676"/>
                    <a:pt x="181" y="649"/>
                  </a:cubicBezTo>
                  <a:cubicBezTo>
                    <a:pt x="181" y="335"/>
                    <a:pt x="181" y="335"/>
                    <a:pt x="181" y="335"/>
                  </a:cubicBezTo>
                  <a:cubicBezTo>
                    <a:pt x="200" y="335"/>
                    <a:pt x="200" y="335"/>
                    <a:pt x="200" y="335"/>
                  </a:cubicBezTo>
                  <a:cubicBezTo>
                    <a:pt x="200" y="649"/>
                    <a:pt x="200" y="649"/>
                    <a:pt x="200" y="649"/>
                  </a:cubicBezTo>
                  <a:cubicBezTo>
                    <a:pt x="200" y="676"/>
                    <a:pt x="222" y="698"/>
                    <a:pt x="249" y="698"/>
                  </a:cubicBezTo>
                  <a:cubicBezTo>
                    <a:pt x="277" y="698"/>
                    <a:pt x="299" y="676"/>
                    <a:pt x="299" y="649"/>
                  </a:cubicBezTo>
                  <a:cubicBezTo>
                    <a:pt x="299" y="305"/>
                    <a:pt x="299" y="305"/>
                    <a:pt x="299" y="305"/>
                  </a:cubicBezTo>
                  <a:cubicBezTo>
                    <a:pt x="299" y="229"/>
                    <a:pt x="299" y="229"/>
                    <a:pt x="299" y="229"/>
                  </a:cubicBezTo>
                  <a:cubicBezTo>
                    <a:pt x="299" y="64"/>
                    <a:pt x="299" y="64"/>
                    <a:pt x="299" y="64"/>
                  </a:cubicBezTo>
                  <a:cubicBezTo>
                    <a:pt x="523" y="64"/>
                    <a:pt x="523" y="64"/>
                    <a:pt x="523" y="64"/>
                  </a:cubicBezTo>
                  <a:cubicBezTo>
                    <a:pt x="541" y="64"/>
                    <a:pt x="555" y="50"/>
                    <a:pt x="555" y="32"/>
                  </a:cubicBezTo>
                  <a:cubicBezTo>
                    <a:pt x="555" y="14"/>
                    <a:pt x="541" y="0"/>
                    <a:pt x="523" y="0"/>
                  </a:cubicBezTo>
                  <a:cubicBezTo>
                    <a:pt x="251" y="0"/>
                    <a:pt x="251" y="0"/>
                    <a:pt x="251" y="0"/>
                  </a:cubicBezTo>
                  <a:cubicBezTo>
                    <a:pt x="250" y="0"/>
                    <a:pt x="248" y="0"/>
                    <a:pt x="247" y="0"/>
                  </a:cubicBezTo>
                  <a:cubicBezTo>
                    <a:pt x="113" y="0"/>
                    <a:pt x="113" y="0"/>
                    <a:pt x="113" y="0"/>
                  </a:cubicBezTo>
                  <a:cubicBezTo>
                    <a:pt x="112" y="0"/>
                    <a:pt x="111" y="0"/>
                    <a:pt x="109" y="0"/>
                  </a:cubicBezTo>
                  <a:cubicBezTo>
                    <a:pt x="103" y="0"/>
                    <a:pt x="96" y="2"/>
                    <a:pt x="90" y="6"/>
                  </a:cubicBezTo>
                  <a:cubicBezTo>
                    <a:pt x="90" y="6"/>
                    <a:pt x="90" y="6"/>
                    <a:pt x="90" y="6"/>
                  </a:cubicBezTo>
                  <a:cubicBezTo>
                    <a:pt x="88" y="7"/>
                    <a:pt x="67" y="21"/>
                    <a:pt x="45" y="47"/>
                  </a:cubicBezTo>
                  <a:cubicBezTo>
                    <a:pt x="23" y="73"/>
                    <a:pt x="0" y="113"/>
                    <a:pt x="0" y="164"/>
                  </a:cubicBezTo>
                  <a:cubicBezTo>
                    <a:pt x="0" y="212"/>
                    <a:pt x="22" y="267"/>
                    <a:pt x="78" y="322"/>
                  </a:cubicBezTo>
                  <a:cubicBezTo>
                    <a:pt x="79" y="323"/>
                    <a:pt x="81" y="325"/>
                    <a:pt x="83" y="326"/>
                  </a:cubicBezTo>
                  <a:close/>
                  <a:moveTo>
                    <a:pt x="83" y="104"/>
                  </a:moveTo>
                  <a:cubicBezTo>
                    <a:pt x="83" y="226"/>
                    <a:pt x="83" y="226"/>
                    <a:pt x="83" y="226"/>
                  </a:cubicBezTo>
                  <a:cubicBezTo>
                    <a:pt x="68" y="202"/>
                    <a:pt x="64" y="181"/>
                    <a:pt x="64" y="164"/>
                  </a:cubicBezTo>
                  <a:cubicBezTo>
                    <a:pt x="64" y="141"/>
                    <a:pt x="72" y="121"/>
                    <a:pt x="83" y="1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 name="组合 4"/>
          <p:cNvGrpSpPr/>
          <p:nvPr/>
        </p:nvGrpSpPr>
        <p:grpSpPr>
          <a:xfrm>
            <a:off x="1374775" y="573088"/>
            <a:ext cx="920750" cy="1641475"/>
            <a:chOff x="1374775" y="573088"/>
            <a:chExt cx="920750" cy="1641475"/>
          </a:xfrm>
          <a:solidFill>
            <a:schemeClr val="tx1">
              <a:lumMod val="65000"/>
              <a:lumOff val="35000"/>
            </a:schemeClr>
          </a:solidFill>
        </p:grpSpPr>
        <p:sp>
          <p:nvSpPr>
            <p:cNvPr id="6" name="Freeform 7"/>
            <p:cNvSpPr>
              <a:spLocks/>
            </p:cNvSpPr>
            <p:nvPr/>
          </p:nvSpPr>
          <p:spPr bwMode="auto">
            <a:xfrm>
              <a:off x="2178050" y="1331913"/>
              <a:ext cx="117475" cy="136525"/>
            </a:xfrm>
            <a:custGeom>
              <a:avLst/>
              <a:gdLst>
                <a:gd name="T0" fmla="*/ 50 w 75"/>
                <a:gd name="T1" fmla="*/ 38 h 87"/>
                <a:gd name="T2" fmla="*/ 21 w 75"/>
                <a:gd name="T3" fmla="*/ 74 h 87"/>
                <a:gd name="T4" fmla="*/ 0 w 75"/>
                <a:gd name="T5" fmla="*/ 75 h 87"/>
                <a:gd name="T6" fmla="*/ 57 w 75"/>
                <a:gd name="T7" fmla="*/ 70 h 87"/>
                <a:gd name="T8" fmla="*/ 73 w 75"/>
                <a:gd name="T9" fmla="*/ 40 h 87"/>
                <a:gd name="T10" fmla="*/ 61 w 75"/>
                <a:gd name="T11" fmla="*/ 0 h 87"/>
                <a:gd name="T12" fmla="*/ 35 w 75"/>
                <a:gd name="T13" fmla="*/ 9 h 87"/>
                <a:gd name="T14" fmla="*/ 49 w 75"/>
                <a:gd name="T15" fmla="*/ 34 h 87"/>
                <a:gd name="T16" fmla="*/ 50 w 75"/>
                <a:gd name="T17" fmla="*/ 38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87">
                  <a:moveTo>
                    <a:pt x="50" y="38"/>
                  </a:moveTo>
                  <a:cubicBezTo>
                    <a:pt x="52" y="56"/>
                    <a:pt x="39" y="72"/>
                    <a:pt x="21" y="74"/>
                  </a:cubicBezTo>
                  <a:cubicBezTo>
                    <a:pt x="14" y="75"/>
                    <a:pt x="7" y="75"/>
                    <a:pt x="0" y="75"/>
                  </a:cubicBezTo>
                  <a:cubicBezTo>
                    <a:pt x="17" y="86"/>
                    <a:pt x="36" y="87"/>
                    <a:pt x="57" y="70"/>
                  </a:cubicBezTo>
                  <a:cubicBezTo>
                    <a:pt x="65" y="62"/>
                    <a:pt x="71" y="54"/>
                    <a:pt x="73" y="40"/>
                  </a:cubicBezTo>
                  <a:cubicBezTo>
                    <a:pt x="75" y="22"/>
                    <a:pt x="68" y="11"/>
                    <a:pt x="61" y="0"/>
                  </a:cubicBezTo>
                  <a:cubicBezTo>
                    <a:pt x="35" y="9"/>
                    <a:pt x="35" y="9"/>
                    <a:pt x="35" y="9"/>
                  </a:cubicBezTo>
                  <a:cubicBezTo>
                    <a:pt x="42" y="18"/>
                    <a:pt x="48" y="26"/>
                    <a:pt x="49" y="34"/>
                  </a:cubicBezTo>
                  <a:cubicBezTo>
                    <a:pt x="49" y="36"/>
                    <a:pt x="49" y="37"/>
                    <a:pt x="50"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8"/>
            <p:cNvSpPr>
              <a:spLocks/>
            </p:cNvSpPr>
            <p:nvPr/>
          </p:nvSpPr>
          <p:spPr bwMode="auto">
            <a:xfrm>
              <a:off x="1374775" y="573088"/>
              <a:ext cx="763588" cy="1641475"/>
            </a:xfrm>
            <a:custGeom>
              <a:avLst/>
              <a:gdLst>
                <a:gd name="T0" fmla="*/ 114 w 489"/>
                <a:gd name="T1" fmla="*/ 437 h 1053"/>
                <a:gd name="T2" fmla="*/ 152 w 489"/>
                <a:gd name="T3" fmla="*/ 370 h 1053"/>
                <a:gd name="T4" fmla="*/ 219 w 489"/>
                <a:gd name="T5" fmla="*/ 354 h 1053"/>
                <a:gd name="T6" fmla="*/ 126 w 489"/>
                <a:gd name="T7" fmla="*/ 99 h 1053"/>
                <a:gd name="T8" fmla="*/ 136 w 489"/>
                <a:gd name="T9" fmla="*/ 90 h 1053"/>
                <a:gd name="T10" fmla="*/ 306 w 489"/>
                <a:gd name="T11" fmla="*/ 173 h 1053"/>
                <a:gd name="T12" fmla="*/ 372 w 489"/>
                <a:gd name="T13" fmla="*/ 224 h 1053"/>
                <a:gd name="T14" fmla="*/ 371 w 489"/>
                <a:gd name="T15" fmla="*/ 228 h 1053"/>
                <a:gd name="T16" fmla="*/ 366 w 489"/>
                <a:gd name="T17" fmla="*/ 229 h 1053"/>
                <a:gd name="T18" fmla="*/ 360 w 489"/>
                <a:gd name="T19" fmla="*/ 224 h 1053"/>
                <a:gd name="T20" fmla="*/ 300 w 489"/>
                <a:gd name="T21" fmla="*/ 178 h 1053"/>
                <a:gd name="T22" fmla="*/ 134 w 489"/>
                <a:gd name="T23" fmla="*/ 98 h 1053"/>
                <a:gd name="T24" fmla="*/ 185 w 489"/>
                <a:gd name="T25" fmla="*/ 274 h 1053"/>
                <a:gd name="T26" fmla="*/ 221 w 489"/>
                <a:gd name="T27" fmla="*/ 342 h 1053"/>
                <a:gd name="T28" fmla="*/ 225 w 489"/>
                <a:gd name="T29" fmla="*/ 349 h 1053"/>
                <a:gd name="T30" fmla="*/ 269 w 489"/>
                <a:gd name="T31" fmla="*/ 279 h 1053"/>
                <a:gd name="T32" fmla="*/ 278 w 489"/>
                <a:gd name="T33" fmla="*/ 289 h 1053"/>
                <a:gd name="T34" fmla="*/ 304 w 489"/>
                <a:gd name="T35" fmla="*/ 319 h 1053"/>
                <a:gd name="T36" fmla="*/ 337 w 489"/>
                <a:gd name="T37" fmla="*/ 358 h 1053"/>
                <a:gd name="T38" fmla="*/ 270 w 489"/>
                <a:gd name="T39" fmla="*/ 426 h 1053"/>
                <a:gd name="T40" fmla="*/ 247 w 489"/>
                <a:gd name="T41" fmla="*/ 648 h 1053"/>
                <a:gd name="T42" fmla="*/ 290 w 489"/>
                <a:gd name="T43" fmla="*/ 710 h 1053"/>
                <a:gd name="T44" fmla="*/ 290 w 489"/>
                <a:gd name="T45" fmla="*/ 1003 h 1053"/>
                <a:gd name="T46" fmla="*/ 340 w 489"/>
                <a:gd name="T47" fmla="*/ 1053 h 1053"/>
                <a:gd name="T48" fmla="*/ 390 w 489"/>
                <a:gd name="T49" fmla="*/ 1003 h 1053"/>
                <a:gd name="T50" fmla="*/ 390 w 489"/>
                <a:gd name="T51" fmla="*/ 684 h 1053"/>
                <a:gd name="T52" fmla="*/ 390 w 489"/>
                <a:gd name="T53" fmla="*/ 658 h 1053"/>
                <a:gd name="T54" fmla="*/ 396 w 489"/>
                <a:gd name="T55" fmla="*/ 531 h 1053"/>
                <a:gd name="T56" fmla="*/ 360 w 489"/>
                <a:gd name="T57" fmla="*/ 499 h 1053"/>
                <a:gd name="T58" fmla="*/ 322 w 489"/>
                <a:gd name="T59" fmla="*/ 434 h 1053"/>
                <a:gd name="T60" fmla="*/ 322 w 489"/>
                <a:gd name="T61" fmla="*/ 434 h 1053"/>
                <a:gd name="T62" fmla="*/ 344 w 489"/>
                <a:gd name="T63" fmla="*/ 394 h 1053"/>
                <a:gd name="T64" fmla="*/ 371 w 489"/>
                <a:gd name="T65" fmla="*/ 398 h 1053"/>
                <a:gd name="T66" fmla="*/ 382 w 489"/>
                <a:gd name="T67" fmla="*/ 412 h 1053"/>
                <a:gd name="T68" fmla="*/ 383 w 489"/>
                <a:gd name="T69" fmla="*/ 416 h 1053"/>
                <a:gd name="T70" fmla="*/ 383 w 489"/>
                <a:gd name="T71" fmla="*/ 416 h 1053"/>
                <a:gd name="T72" fmla="*/ 383 w 489"/>
                <a:gd name="T73" fmla="*/ 416 h 1053"/>
                <a:gd name="T74" fmla="*/ 384 w 489"/>
                <a:gd name="T75" fmla="*/ 417 h 1053"/>
                <a:gd name="T76" fmla="*/ 386 w 489"/>
                <a:gd name="T77" fmla="*/ 422 h 1053"/>
                <a:gd name="T78" fmla="*/ 396 w 489"/>
                <a:gd name="T79" fmla="*/ 441 h 1053"/>
                <a:gd name="T80" fmla="*/ 410 w 489"/>
                <a:gd name="T81" fmla="*/ 459 h 1053"/>
                <a:gd name="T82" fmla="*/ 411 w 489"/>
                <a:gd name="T83" fmla="*/ 453 h 1053"/>
                <a:gd name="T84" fmla="*/ 412 w 489"/>
                <a:gd name="T85" fmla="*/ 448 h 1053"/>
                <a:gd name="T86" fmla="*/ 443 w 489"/>
                <a:gd name="T87" fmla="*/ 484 h 1053"/>
                <a:gd name="T88" fmla="*/ 445 w 489"/>
                <a:gd name="T89" fmla="*/ 485 h 1053"/>
                <a:gd name="T90" fmla="*/ 489 w 489"/>
                <a:gd name="T91" fmla="*/ 497 h 1053"/>
                <a:gd name="T92" fmla="*/ 413 w 489"/>
                <a:gd name="T93" fmla="*/ 409 h 1053"/>
                <a:gd name="T94" fmla="*/ 373 w 489"/>
                <a:gd name="T95" fmla="*/ 357 h 1053"/>
                <a:gd name="T96" fmla="*/ 369 w 489"/>
                <a:gd name="T97" fmla="*/ 356 h 1053"/>
                <a:gd name="T98" fmla="*/ 353 w 489"/>
                <a:gd name="T99" fmla="*/ 337 h 1053"/>
                <a:gd name="T100" fmla="*/ 445 w 489"/>
                <a:gd name="T101" fmla="*/ 268 h 1053"/>
                <a:gd name="T102" fmla="*/ 394 w 489"/>
                <a:gd name="T103" fmla="*/ 165 h 1053"/>
                <a:gd name="T104" fmla="*/ 398 w 489"/>
                <a:gd name="T105" fmla="*/ 161 h 1053"/>
                <a:gd name="T106" fmla="*/ 472 w 489"/>
                <a:gd name="T107" fmla="*/ 134 h 1053"/>
                <a:gd name="T108" fmla="*/ 147 w 489"/>
                <a:gd name="T109" fmla="*/ 80 h 1053"/>
                <a:gd name="T110" fmla="*/ 133 w 489"/>
                <a:gd name="T111" fmla="*/ 64 h 1053"/>
                <a:gd name="T112" fmla="*/ 103 w 489"/>
                <a:gd name="T113" fmla="*/ 62 h 1053"/>
                <a:gd name="T114" fmla="*/ 100 w 489"/>
                <a:gd name="T115" fmla="*/ 92 h 1053"/>
                <a:gd name="T116" fmla="*/ 114 w 489"/>
                <a:gd name="T117" fmla="*/ 108 h 1053"/>
                <a:gd name="T118" fmla="*/ 114 w 489"/>
                <a:gd name="T119" fmla="*/ 437 h 10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89" h="1053">
                  <a:moveTo>
                    <a:pt x="114" y="437"/>
                  </a:moveTo>
                  <a:cubicBezTo>
                    <a:pt x="114" y="437"/>
                    <a:pt x="122" y="395"/>
                    <a:pt x="152" y="370"/>
                  </a:cubicBezTo>
                  <a:cubicBezTo>
                    <a:pt x="169" y="355"/>
                    <a:pt x="202" y="354"/>
                    <a:pt x="219" y="354"/>
                  </a:cubicBezTo>
                  <a:cubicBezTo>
                    <a:pt x="193" y="311"/>
                    <a:pt x="133" y="203"/>
                    <a:pt x="126" y="99"/>
                  </a:cubicBezTo>
                  <a:cubicBezTo>
                    <a:pt x="136" y="90"/>
                    <a:pt x="136" y="90"/>
                    <a:pt x="136" y="90"/>
                  </a:cubicBezTo>
                  <a:cubicBezTo>
                    <a:pt x="198" y="106"/>
                    <a:pt x="260" y="141"/>
                    <a:pt x="306" y="173"/>
                  </a:cubicBezTo>
                  <a:cubicBezTo>
                    <a:pt x="335" y="193"/>
                    <a:pt x="358" y="212"/>
                    <a:pt x="372" y="224"/>
                  </a:cubicBezTo>
                  <a:cubicBezTo>
                    <a:pt x="372" y="225"/>
                    <a:pt x="371" y="227"/>
                    <a:pt x="371" y="228"/>
                  </a:cubicBezTo>
                  <a:cubicBezTo>
                    <a:pt x="369" y="228"/>
                    <a:pt x="368" y="229"/>
                    <a:pt x="366" y="229"/>
                  </a:cubicBezTo>
                  <a:cubicBezTo>
                    <a:pt x="364" y="228"/>
                    <a:pt x="362" y="226"/>
                    <a:pt x="360" y="224"/>
                  </a:cubicBezTo>
                  <a:cubicBezTo>
                    <a:pt x="345" y="212"/>
                    <a:pt x="324" y="196"/>
                    <a:pt x="300" y="178"/>
                  </a:cubicBezTo>
                  <a:cubicBezTo>
                    <a:pt x="254" y="147"/>
                    <a:pt x="194" y="113"/>
                    <a:pt x="134" y="98"/>
                  </a:cubicBezTo>
                  <a:cubicBezTo>
                    <a:pt x="138" y="159"/>
                    <a:pt x="162" y="223"/>
                    <a:pt x="185" y="274"/>
                  </a:cubicBezTo>
                  <a:cubicBezTo>
                    <a:pt x="198" y="301"/>
                    <a:pt x="211" y="325"/>
                    <a:pt x="221" y="342"/>
                  </a:cubicBezTo>
                  <a:cubicBezTo>
                    <a:pt x="222" y="344"/>
                    <a:pt x="224" y="347"/>
                    <a:pt x="225" y="349"/>
                  </a:cubicBezTo>
                  <a:cubicBezTo>
                    <a:pt x="239" y="321"/>
                    <a:pt x="259" y="289"/>
                    <a:pt x="269" y="279"/>
                  </a:cubicBezTo>
                  <a:cubicBezTo>
                    <a:pt x="278" y="289"/>
                    <a:pt x="278" y="289"/>
                    <a:pt x="278" y="289"/>
                  </a:cubicBezTo>
                  <a:cubicBezTo>
                    <a:pt x="284" y="301"/>
                    <a:pt x="293" y="311"/>
                    <a:pt x="304" y="319"/>
                  </a:cubicBezTo>
                  <a:cubicBezTo>
                    <a:pt x="337" y="358"/>
                    <a:pt x="337" y="358"/>
                    <a:pt x="337" y="358"/>
                  </a:cubicBezTo>
                  <a:cubicBezTo>
                    <a:pt x="310" y="365"/>
                    <a:pt x="283" y="387"/>
                    <a:pt x="270" y="426"/>
                  </a:cubicBezTo>
                  <a:cubicBezTo>
                    <a:pt x="242" y="507"/>
                    <a:pt x="237" y="559"/>
                    <a:pt x="247" y="648"/>
                  </a:cubicBezTo>
                  <a:cubicBezTo>
                    <a:pt x="254" y="683"/>
                    <a:pt x="270" y="701"/>
                    <a:pt x="290" y="710"/>
                  </a:cubicBezTo>
                  <a:cubicBezTo>
                    <a:pt x="290" y="1003"/>
                    <a:pt x="290" y="1003"/>
                    <a:pt x="290" y="1003"/>
                  </a:cubicBezTo>
                  <a:cubicBezTo>
                    <a:pt x="290" y="1031"/>
                    <a:pt x="312" y="1053"/>
                    <a:pt x="340" y="1053"/>
                  </a:cubicBezTo>
                  <a:cubicBezTo>
                    <a:pt x="367" y="1053"/>
                    <a:pt x="390" y="1031"/>
                    <a:pt x="390" y="1003"/>
                  </a:cubicBezTo>
                  <a:cubicBezTo>
                    <a:pt x="390" y="684"/>
                    <a:pt x="390" y="684"/>
                    <a:pt x="390" y="684"/>
                  </a:cubicBezTo>
                  <a:cubicBezTo>
                    <a:pt x="390" y="677"/>
                    <a:pt x="391" y="669"/>
                    <a:pt x="390" y="658"/>
                  </a:cubicBezTo>
                  <a:cubicBezTo>
                    <a:pt x="384" y="617"/>
                    <a:pt x="389" y="572"/>
                    <a:pt x="396" y="531"/>
                  </a:cubicBezTo>
                  <a:cubicBezTo>
                    <a:pt x="382" y="521"/>
                    <a:pt x="370" y="510"/>
                    <a:pt x="360" y="499"/>
                  </a:cubicBezTo>
                  <a:cubicBezTo>
                    <a:pt x="332" y="467"/>
                    <a:pt x="323" y="437"/>
                    <a:pt x="322" y="434"/>
                  </a:cubicBezTo>
                  <a:cubicBezTo>
                    <a:pt x="322" y="434"/>
                    <a:pt x="322" y="434"/>
                    <a:pt x="322" y="434"/>
                  </a:cubicBezTo>
                  <a:cubicBezTo>
                    <a:pt x="317" y="417"/>
                    <a:pt x="327" y="399"/>
                    <a:pt x="344" y="394"/>
                  </a:cubicBezTo>
                  <a:cubicBezTo>
                    <a:pt x="353" y="391"/>
                    <a:pt x="363" y="393"/>
                    <a:pt x="371" y="398"/>
                  </a:cubicBezTo>
                  <a:cubicBezTo>
                    <a:pt x="375" y="402"/>
                    <a:pt x="379" y="406"/>
                    <a:pt x="382" y="412"/>
                  </a:cubicBezTo>
                  <a:cubicBezTo>
                    <a:pt x="382" y="413"/>
                    <a:pt x="383" y="414"/>
                    <a:pt x="383" y="416"/>
                  </a:cubicBezTo>
                  <a:cubicBezTo>
                    <a:pt x="383" y="416"/>
                    <a:pt x="383" y="416"/>
                    <a:pt x="383" y="416"/>
                  </a:cubicBezTo>
                  <a:cubicBezTo>
                    <a:pt x="383" y="416"/>
                    <a:pt x="383" y="416"/>
                    <a:pt x="383" y="416"/>
                  </a:cubicBezTo>
                  <a:cubicBezTo>
                    <a:pt x="383" y="416"/>
                    <a:pt x="384" y="416"/>
                    <a:pt x="384" y="417"/>
                  </a:cubicBezTo>
                  <a:cubicBezTo>
                    <a:pt x="384" y="418"/>
                    <a:pt x="385" y="420"/>
                    <a:pt x="386" y="422"/>
                  </a:cubicBezTo>
                  <a:cubicBezTo>
                    <a:pt x="388" y="427"/>
                    <a:pt x="391" y="433"/>
                    <a:pt x="396" y="441"/>
                  </a:cubicBezTo>
                  <a:cubicBezTo>
                    <a:pt x="400" y="447"/>
                    <a:pt x="404" y="453"/>
                    <a:pt x="410" y="459"/>
                  </a:cubicBezTo>
                  <a:cubicBezTo>
                    <a:pt x="410" y="457"/>
                    <a:pt x="411" y="455"/>
                    <a:pt x="411" y="453"/>
                  </a:cubicBezTo>
                  <a:cubicBezTo>
                    <a:pt x="412" y="452"/>
                    <a:pt x="412" y="450"/>
                    <a:pt x="412" y="448"/>
                  </a:cubicBezTo>
                  <a:cubicBezTo>
                    <a:pt x="443" y="484"/>
                    <a:pt x="443" y="484"/>
                    <a:pt x="443" y="484"/>
                  </a:cubicBezTo>
                  <a:cubicBezTo>
                    <a:pt x="444" y="484"/>
                    <a:pt x="445" y="485"/>
                    <a:pt x="445" y="485"/>
                  </a:cubicBezTo>
                  <a:cubicBezTo>
                    <a:pt x="457" y="491"/>
                    <a:pt x="471" y="496"/>
                    <a:pt x="489" y="497"/>
                  </a:cubicBezTo>
                  <a:cubicBezTo>
                    <a:pt x="413" y="409"/>
                    <a:pt x="413" y="409"/>
                    <a:pt x="413" y="409"/>
                  </a:cubicBezTo>
                  <a:cubicBezTo>
                    <a:pt x="409" y="384"/>
                    <a:pt x="395" y="363"/>
                    <a:pt x="373" y="357"/>
                  </a:cubicBezTo>
                  <a:cubicBezTo>
                    <a:pt x="372" y="357"/>
                    <a:pt x="371" y="357"/>
                    <a:pt x="369" y="356"/>
                  </a:cubicBezTo>
                  <a:cubicBezTo>
                    <a:pt x="353" y="337"/>
                    <a:pt x="353" y="337"/>
                    <a:pt x="353" y="337"/>
                  </a:cubicBezTo>
                  <a:cubicBezTo>
                    <a:pt x="396" y="340"/>
                    <a:pt x="435" y="311"/>
                    <a:pt x="445" y="268"/>
                  </a:cubicBezTo>
                  <a:cubicBezTo>
                    <a:pt x="455" y="225"/>
                    <a:pt x="433" y="182"/>
                    <a:pt x="394" y="165"/>
                  </a:cubicBezTo>
                  <a:cubicBezTo>
                    <a:pt x="395" y="163"/>
                    <a:pt x="397" y="162"/>
                    <a:pt x="398" y="161"/>
                  </a:cubicBezTo>
                  <a:cubicBezTo>
                    <a:pt x="429" y="135"/>
                    <a:pt x="472" y="134"/>
                    <a:pt x="472" y="134"/>
                  </a:cubicBezTo>
                  <a:cubicBezTo>
                    <a:pt x="358" y="0"/>
                    <a:pt x="210" y="46"/>
                    <a:pt x="147" y="80"/>
                  </a:cubicBezTo>
                  <a:cubicBezTo>
                    <a:pt x="133" y="64"/>
                    <a:pt x="133" y="64"/>
                    <a:pt x="133" y="64"/>
                  </a:cubicBezTo>
                  <a:cubicBezTo>
                    <a:pt x="126" y="55"/>
                    <a:pt x="112" y="54"/>
                    <a:pt x="103" y="62"/>
                  </a:cubicBezTo>
                  <a:cubicBezTo>
                    <a:pt x="94" y="70"/>
                    <a:pt x="93" y="83"/>
                    <a:pt x="100" y="92"/>
                  </a:cubicBezTo>
                  <a:cubicBezTo>
                    <a:pt x="114" y="108"/>
                    <a:pt x="114" y="108"/>
                    <a:pt x="114" y="108"/>
                  </a:cubicBezTo>
                  <a:cubicBezTo>
                    <a:pt x="69" y="165"/>
                    <a:pt x="0" y="303"/>
                    <a:pt x="114" y="4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9"/>
            <p:cNvSpPr>
              <a:spLocks/>
            </p:cNvSpPr>
            <p:nvPr/>
          </p:nvSpPr>
          <p:spPr bwMode="auto">
            <a:xfrm>
              <a:off x="1884363" y="1198563"/>
              <a:ext cx="360363" cy="238125"/>
            </a:xfrm>
            <a:custGeom>
              <a:avLst/>
              <a:gdLst>
                <a:gd name="T0" fmla="*/ 116 w 231"/>
                <a:gd name="T1" fmla="*/ 91 h 153"/>
                <a:gd name="T2" fmla="*/ 82 w 231"/>
                <a:gd name="T3" fmla="*/ 67 h 153"/>
                <a:gd name="T4" fmla="*/ 63 w 231"/>
                <a:gd name="T5" fmla="*/ 44 h 153"/>
                <a:gd name="T6" fmla="*/ 53 w 231"/>
                <a:gd name="T7" fmla="*/ 24 h 153"/>
                <a:gd name="T8" fmla="*/ 50 w 231"/>
                <a:gd name="T9" fmla="*/ 19 h 153"/>
                <a:gd name="T10" fmla="*/ 50 w 231"/>
                <a:gd name="T11" fmla="*/ 17 h 153"/>
                <a:gd name="T12" fmla="*/ 27 w 231"/>
                <a:gd name="T13" fmla="*/ 0 h 153"/>
                <a:gd name="T14" fmla="*/ 20 w 231"/>
                <a:gd name="T15" fmla="*/ 1 h 153"/>
                <a:gd name="T16" fmla="*/ 4 w 231"/>
                <a:gd name="T17" fmla="*/ 31 h 153"/>
                <a:gd name="T18" fmla="*/ 4 w 231"/>
                <a:gd name="T19" fmla="*/ 31 h 153"/>
                <a:gd name="T20" fmla="*/ 40 w 231"/>
                <a:gd name="T21" fmla="*/ 93 h 153"/>
                <a:gd name="T22" fmla="*/ 72 w 231"/>
                <a:gd name="T23" fmla="*/ 121 h 153"/>
                <a:gd name="T24" fmla="*/ 95 w 231"/>
                <a:gd name="T25" fmla="*/ 135 h 153"/>
                <a:gd name="T26" fmla="*/ 179 w 231"/>
                <a:gd name="T27" fmla="*/ 153 h 153"/>
                <a:gd name="T28" fmla="*/ 181 w 231"/>
                <a:gd name="T29" fmla="*/ 153 h 153"/>
                <a:gd name="T30" fmla="*/ 181 w 231"/>
                <a:gd name="T31" fmla="*/ 153 h 153"/>
                <a:gd name="T32" fmla="*/ 209 w 231"/>
                <a:gd name="T33" fmla="*/ 152 h 153"/>
                <a:gd name="T34" fmla="*/ 226 w 231"/>
                <a:gd name="T35" fmla="*/ 143 h 153"/>
                <a:gd name="T36" fmla="*/ 227 w 231"/>
                <a:gd name="T37" fmla="*/ 141 h 153"/>
                <a:gd name="T38" fmla="*/ 231 w 231"/>
                <a:gd name="T39" fmla="*/ 125 h 153"/>
                <a:gd name="T40" fmla="*/ 207 w 231"/>
                <a:gd name="T41" fmla="*/ 104 h 153"/>
                <a:gd name="T42" fmla="*/ 204 w 231"/>
                <a:gd name="T43" fmla="*/ 104 h 153"/>
                <a:gd name="T44" fmla="*/ 181 w 231"/>
                <a:gd name="T45" fmla="*/ 105 h 153"/>
                <a:gd name="T46" fmla="*/ 170 w 231"/>
                <a:gd name="T47" fmla="*/ 105 h 153"/>
                <a:gd name="T48" fmla="*/ 129 w 231"/>
                <a:gd name="T49" fmla="*/ 97 h 153"/>
                <a:gd name="T50" fmla="*/ 116 w 231"/>
                <a:gd name="T51" fmla="*/ 9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31" h="153">
                  <a:moveTo>
                    <a:pt x="116" y="91"/>
                  </a:moveTo>
                  <a:cubicBezTo>
                    <a:pt x="103" y="85"/>
                    <a:pt x="92" y="77"/>
                    <a:pt x="82" y="67"/>
                  </a:cubicBezTo>
                  <a:cubicBezTo>
                    <a:pt x="75" y="61"/>
                    <a:pt x="69" y="53"/>
                    <a:pt x="63" y="44"/>
                  </a:cubicBezTo>
                  <a:cubicBezTo>
                    <a:pt x="58" y="36"/>
                    <a:pt x="55" y="29"/>
                    <a:pt x="53" y="24"/>
                  </a:cubicBezTo>
                  <a:cubicBezTo>
                    <a:pt x="51" y="22"/>
                    <a:pt x="51" y="20"/>
                    <a:pt x="50" y="19"/>
                  </a:cubicBezTo>
                  <a:cubicBezTo>
                    <a:pt x="50" y="18"/>
                    <a:pt x="50" y="17"/>
                    <a:pt x="50" y="17"/>
                  </a:cubicBezTo>
                  <a:cubicBezTo>
                    <a:pt x="47" y="7"/>
                    <a:pt x="37" y="0"/>
                    <a:pt x="27" y="0"/>
                  </a:cubicBezTo>
                  <a:cubicBezTo>
                    <a:pt x="24" y="0"/>
                    <a:pt x="22" y="0"/>
                    <a:pt x="20" y="1"/>
                  </a:cubicBezTo>
                  <a:cubicBezTo>
                    <a:pt x="7" y="5"/>
                    <a:pt x="0" y="18"/>
                    <a:pt x="4" y="31"/>
                  </a:cubicBezTo>
                  <a:cubicBezTo>
                    <a:pt x="4" y="31"/>
                    <a:pt x="4" y="31"/>
                    <a:pt x="4" y="31"/>
                  </a:cubicBezTo>
                  <a:cubicBezTo>
                    <a:pt x="7" y="41"/>
                    <a:pt x="17" y="66"/>
                    <a:pt x="40" y="93"/>
                  </a:cubicBezTo>
                  <a:cubicBezTo>
                    <a:pt x="49" y="103"/>
                    <a:pt x="60" y="113"/>
                    <a:pt x="72" y="121"/>
                  </a:cubicBezTo>
                  <a:cubicBezTo>
                    <a:pt x="79" y="126"/>
                    <a:pt x="87" y="131"/>
                    <a:pt x="95" y="135"/>
                  </a:cubicBezTo>
                  <a:cubicBezTo>
                    <a:pt x="120" y="147"/>
                    <a:pt x="148" y="153"/>
                    <a:pt x="179" y="153"/>
                  </a:cubicBezTo>
                  <a:cubicBezTo>
                    <a:pt x="179" y="153"/>
                    <a:pt x="180" y="153"/>
                    <a:pt x="181" y="153"/>
                  </a:cubicBezTo>
                  <a:cubicBezTo>
                    <a:pt x="181" y="153"/>
                    <a:pt x="181" y="153"/>
                    <a:pt x="181" y="153"/>
                  </a:cubicBezTo>
                  <a:cubicBezTo>
                    <a:pt x="190" y="153"/>
                    <a:pt x="200" y="153"/>
                    <a:pt x="209" y="152"/>
                  </a:cubicBezTo>
                  <a:cubicBezTo>
                    <a:pt x="216" y="151"/>
                    <a:pt x="222" y="148"/>
                    <a:pt x="226" y="143"/>
                  </a:cubicBezTo>
                  <a:cubicBezTo>
                    <a:pt x="226" y="143"/>
                    <a:pt x="226" y="142"/>
                    <a:pt x="227" y="141"/>
                  </a:cubicBezTo>
                  <a:cubicBezTo>
                    <a:pt x="230" y="137"/>
                    <a:pt x="231" y="131"/>
                    <a:pt x="231" y="125"/>
                  </a:cubicBezTo>
                  <a:cubicBezTo>
                    <a:pt x="229" y="113"/>
                    <a:pt x="219" y="104"/>
                    <a:pt x="207" y="104"/>
                  </a:cubicBezTo>
                  <a:cubicBezTo>
                    <a:pt x="206" y="104"/>
                    <a:pt x="205" y="104"/>
                    <a:pt x="204" y="104"/>
                  </a:cubicBezTo>
                  <a:cubicBezTo>
                    <a:pt x="196" y="105"/>
                    <a:pt x="188" y="105"/>
                    <a:pt x="181" y="105"/>
                  </a:cubicBezTo>
                  <a:cubicBezTo>
                    <a:pt x="177" y="105"/>
                    <a:pt x="173" y="105"/>
                    <a:pt x="170" y="105"/>
                  </a:cubicBezTo>
                  <a:cubicBezTo>
                    <a:pt x="155" y="104"/>
                    <a:pt x="142" y="101"/>
                    <a:pt x="129" y="97"/>
                  </a:cubicBezTo>
                  <a:cubicBezTo>
                    <a:pt x="124" y="95"/>
                    <a:pt x="120" y="94"/>
                    <a:pt x="116" y="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 name="组合 8"/>
          <p:cNvGrpSpPr/>
          <p:nvPr/>
        </p:nvGrpSpPr>
        <p:grpSpPr>
          <a:xfrm>
            <a:off x="2487613" y="850901"/>
            <a:ext cx="1084263" cy="1363662"/>
            <a:chOff x="2487613" y="850901"/>
            <a:chExt cx="1084263" cy="1363662"/>
          </a:xfrm>
          <a:solidFill>
            <a:schemeClr val="tx1">
              <a:lumMod val="65000"/>
              <a:lumOff val="35000"/>
            </a:schemeClr>
          </a:solidFill>
        </p:grpSpPr>
        <p:sp>
          <p:nvSpPr>
            <p:cNvPr id="10" name="Freeform 10"/>
            <p:cNvSpPr>
              <a:spLocks/>
            </p:cNvSpPr>
            <p:nvPr/>
          </p:nvSpPr>
          <p:spPr bwMode="auto">
            <a:xfrm>
              <a:off x="2862263" y="850901"/>
              <a:ext cx="307975" cy="307975"/>
            </a:xfrm>
            <a:custGeom>
              <a:avLst/>
              <a:gdLst>
                <a:gd name="T0" fmla="*/ 79 w 198"/>
                <a:gd name="T1" fmla="*/ 187 h 198"/>
                <a:gd name="T2" fmla="*/ 187 w 198"/>
                <a:gd name="T3" fmla="*/ 120 h 198"/>
                <a:gd name="T4" fmla="*/ 120 w 198"/>
                <a:gd name="T5" fmla="*/ 12 h 198"/>
                <a:gd name="T6" fmla="*/ 12 w 198"/>
                <a:gd name="T7" fmla="*/ 79 h 198"/>
                <a:gd name="T8" fmla="*/ 79 w 198"/>
                <a:gd name="T9" fmla="*/ 187 h 198"/>
              </a:gdLst>
              <a:ahLst/>
              <a:cxnLst>
                <a:cxn ang="0">
                  <a:pos x="T0" y="T1"/>
                </a:cxn>
                <a:cxn ang="0">
                  <a:pos x="T2" y="T3"/>
                </a:cxn>
                <a:cxn ang="0">
                  <a:pos x="T4" y="T5"/>
                </a:cxn>
                <a:cxn ang="0">
                  <a:pos x="T6" y="T7"/>
                </a:cxn>
                <a:cxn ang="0">
                  <a:pos x="T8" y="T9"/>
                </a:cxn>
              </a:cxnLst>
              <a:rect l="0" t="0" r="r" b="b"/>
              <a:pathLst>
                <a:path w="198" h="198">
                  <a:moveTo>
                    <a:pt x="79" y="187"/>
                  </a:moveTo>
                  <a:cubicBezTo>
                    <a:pt x="127" y="198"/>
                    <a:pt x="176" y="168"/>
                    <a:pt x="187" y="120"/>
                  </a:cubicBezTo>
                  <a:cubicBezTo>
                    <a:pt x="198" y="71"/>
                    <a:pt x="168" y="23"/>
                    <a:pt x="120" y="12"/>
                  </a:cubicBezTo>
                  <a:cubicBezTo>
                    <a:pt x="71" y="0"/>
                    <a:pt x="23" y="30"/>
                    <a:pt x="12" y="79"/>
                  </a:cubicBezTo>
                  <a:cubicBezTo>
                    <a:pt x="0" y="127"/>
                    <a:pt x="30" y="176"/>
                    <a:pt x="79" y="1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1"/>
            <p:cNvSpPr>
              <a:spLocks noEditPoints="1"/>
            </p:cNvSpPr>
            <p:nvPr/>
          </p:nvSpPr>
          <p:spPr bwMode="auto">
            <a:xfrm>
              <a:off x="2487613" y="1147763"/>
              <a:ext cx="1084263" cy="1066800"/>
            </a:xfrm>
            <a:custGeom>
              <a:avLst/>
              <a:gdLst>
                <a:gd name="T0" fmla="*/ 244 w 695"/>
                <a:gd name="T1" fmla="*/ 499 h 684"/>
                <a:gd name="T2" fmla="*/ 299 w 695"/>
                <a:gd name="T3" fmla="*/ 454 h 684"/>
                <a:gd name="T4" fmla="*/ 298 w 695"/>
                <a:gd name="T5" fmla="*/ 617 h 684"/>
                <a:gd name="T6" fmla="*/ 345 w 695"/>
                <a:gd name="T7" fmla="*/ 684 h 684"/>
                <a:gd name="T8" fmla="*/ 415 w 695"/>
                <a:gd name="T9" fmla="*/ 529 h 684"/>
                <a:gd name="T10" fmla="*/ 306 w 695"/>
                <a:gd name="T11" fmla="*/ 306 h 684"/>
                <a:gd name="T12" fmla="*/ 316 w 695"/>
                <a:gd name="T13" fmla="*/ 155 h 684"/>
                <a:gd name="T14" fmla="*/ 430 w 695"/>
                <a:gd name="T15" fmla="*/ 214 h 684"/>
                <a:gd name="T16" fmla="*/ 481 w 695"/>
                <a:gd name="T17" fmla="*/ 205 h 684"/>
                <a:gd name="T18" fmla="*/ 505 w 695"/>
                <a:gd name="T19" fmla="*/ 226 h 684"/>
                <a:gd name="T20" fmla="*/ 495 w 695"/>
                <a:gd name="T21" fmla="*/ 283 h 684"/>
                <a:gd name="T22" fmla="*/ 614 w 695"/>
                <a:gd name="T23" fmla="*/ 323 h 684"/>
                <a:gd name="T24" fmla="*/ 683 w 695"/>
                <a:gd name="T25" fmla="*/ 144 h 684"/>
                <a:gd name="T26" fmla="*/ 565 w 695"/>
                <a:gd name="T27" fmla="*/ 104 h 684"/>
                <a:gd name="T28" fmla="*/ 543 w 695"/>
                <a:gd name="T29" fmla="*/ 137 h 684"/>
                <a:gd name="T30" fmla="*/ 470 w 695"/>
                <a:gd name="T31" fmla="*/ 140 h 684"/>
                <a:gd name="T32" fmla="*/ 392 w 695"/>
                <a:gd name="T33" fmla="*/ 138 h 684"/>
                <a:gd name="T34" fmla="*/ 335 w 695"/>
                <a:gd name="T35" fmla="*/ 66 h 684"/>
                <a:gd name="T36" fmla="*/ 332 w 695"/>
                <a:gd name="T37" fmla="*/ 58 h 684"/>
                <a:gd name="T38" fmla="*/ 331 w 695"/>
                <a:gd name="T39" fmla="*/ 57 h 684"/>
                <a:gd name="T40" fmla="*/ 331 w 695"/>
                <a:gd name="T41" fmla="*/ 57 h 684"/>
                <a:gd name="T42" fmla="*/ 290 w 695"/>
                <a:gd name="T43" fmla="*/ 2 h 684"/>
                <a:gd name="T44" fmla="*/ 246 w 695"/>
                <a:gd name="T45" fmla="*/ 0 h 684"/>
                <a:gd name="T46" fmla="*/ 81 w 695"/>
                <a:gd name="T47" fmla="*/ 97 h 684"/>
                <a:gd name="T48" fmla="*/ 65 w 695"/>
                <a:gd name="T49" fmla="*/ 262 h 684"/>
                <a:gd name="T50" fmla="*/ 101 w 695"/>
                <a:gd name="T51" fmla="*/ 290 h 684"/>
                <a:gd name="T52" fmla="*/ 125 w 695"/>
                <a:gd name="T53" fmla="*/ 201 h 684"/>
                <a:gd name="T54" fmla="*/ 184 w 695"/>
                <a:gd name="T55" fmla="*/ 78 h 684"/>
                <a:gd name="T56" fmla="*/ 176 w 695"/>
                <a:gd name="T57" fmla="*/ 328 h 684"/>
                <a:gd name="T58" fmla="*/ 153 w 695"/>
                <a:gd name="T59" fmla="*/ 457 h 684"/>
                <a:gd name="T60" fmla="*/ 12 w 695"/>
                <a:gd name="T61" fmla="*/ 640 h 684"/>
                <a:gd name="T62" fmla="*/ 538 w 695"/>
                <a:gd name="T63" fmla="*/ 148 h 684"/>
                <a:gd name="T64" fmla="*/ 511 w 695"/>
                <a:gd name="T65" fmla="*/ 215 h 684"/>
                <a:gd name="T66" fmla="*/ 492 w 695"/>
                <a:gd name="T67" fmla="*/ 200 h 684"/>
                <a:gd name="T68" fmla="*/ 513 w 695"/>
                <a:gd name="T69" fmla="*/ 153 h 684"/>
                <a:gd name="T70" fmla="*/ 538 w 695"/>
                <a:gd name="T71" fmla="*/ 148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95" h="684">
                  <a:moveTo>
                    <a:pt x="78" y="663"/>
                  </a:moveTo>
                  <a:cubicBezTo>
                    <a:pt x="165" y="622"/>
                    <a:pt x="217" y="559"/>
                    <a:pt x="244" y="499"/>
                  </a:cubicBezTo>
                  <a:cubicBezTo>
                    <a:pt x="258" y="468"/>
                    <a:pt x="266" y="438"/>
                    <a:pt x="271" y="411"/>
                  </a:cubicBezTo>
                  <a:cubicBezTo>
                    <a:pt x="282" y="423"/>
                    <a:pt x="292" y="438"/>
                    <a:pt x="299" y="454"/>
                  </a:cubicBezTo>
                  <a:cubicBezTo>
                    <a:pt x="309" y="475"/>
                    <a:pt x="315" y="500"/>
                    <a:pt x="315" y="529"/>
                  </a:cubicBezTo>
                  <a:cubicBezTo>
                    <a:pt x="315" y="554"/>
                    <a:pt x="311" y="583"/>
                    <a:pt x="298" y="617"/>
                  </a:cubicBezTo>
                  <a:cubicBezTo>
                    <a:pt x="289" y="643"/>
                    <a:pt x="303" y="672"/>
                    <a:pt x="329" y="681"/>
                  </a:cubicBezTo>
                  <a:cubicBezTo>
                    <a:pt x="334" y="683"/>
                    <a:pt x="340" y="684"/>
                    <a:pt x="345" y="684"/>
                  </a:cubicBezTo>
                  <a:cubicBezTo>
                    <a:pt x="366" y="684"/>
                    <a:pt x="385" y="671"/>
                    <a:pt x="393" y="651"/>
                  </a:cubicBezTo>
                  <a:cubicBezTo>
                    <a:pt x="408" y="607"/>
                    <a:pt x="415" y="567"/>
                    <a:pt x="415" y="529"/>
                  </a:cubicBezTo>
                  <a:cubicBezTo>
                    <a:pt x="415" y="483"/>
                    <a:pt x="405" y="443"/>
                    <a:pt x="388" y="409"/>
                  </a:cubicBezTo>
                  <a:cubicBezTo>
                    <a:pt x="366" y="362"/>
                    <a:pt x="334" y="329"/>
                    <a:pt x="306" y="306"/>
                  </a:cubicBezTo>
                  <a:cubicBezTo>
                    <a:pt x="306" y="305"/>
                    <a:pt x="306" y="304"/>
                    <a:pt x="306" y="303"/>
                  </a:cubicBezTo>
                  <a:cubicBezTo>
                    <a:pt x="300" y="255"/>
                    <a:pt x="307" y="202"/>
                    <a:pt x="316" y="155"/>
                  </a:cubicBezTo>
                  <a:cubicBezTo>
                    <a:pt x="327" y="168"/>
                    <a:pt x="340" y="181"/>
                    <a:pt x="356" y="191"/>
                  </a:cubicBezTo>
                  <a:cubicBezTo>
                    <a:pt x="376" y="205"/>
                    <a:pt x="402" y="214"/>
                    <a:pt x="430" y="214"/>
                  </a:cubicBezTo>
                  <a:cubicBezTo>
                    <a:pt x="430" y="214"/>
                    <a:pt x="430" y="214"/>
                    <a:pt x="430" y="214"/>
                  </a:cubicBezTo>
                  <a:cubicBezTo>
                    <a:pt x="447" y="214"/>
                    <a:pt x="463" y="211"/>
                    <a:pt x="481" y="205"/>
                  </a:cubicBezTo>
                  <a:cubicBezTo>
                    <a:pt x="485" y="213"/>
                    <a:pt x="492" y="219"/>
                    <a:pt x="501" y="224"/>
                  </a:cubicBezTo>
                  <a:cubicBezTo>
                    <a:pt x="503" y="224"/>
                    <a:pt x="504" y="225"/>
                    <a:pt x="505" y="226"/>
                  </a:cubicBezTo>
                  <a:cubicBezTo>
                    <a:pt x="488" y="262"/>
                    <a:pt x="488" y="262"/>
                    <a:pt x="488" y="262"/>
                  </a:cubicBezTo>
                  <a:cubicBezTo>
                    <a:pt x="484" y="270"/>
                    <a:pt x="487" y="279"/>
                    <a:pt x="495" y="283"/>
                  </a:cubicBezTo>
                  <a:cubicBezTo>
                    <a:pt x="592" y="330"/>
                    <a:pt x="592" y="330"/>
                    <a:pt x="592" y="330"/>
                  </a:cubicBezTo>
                  <a:cubicBezTo>
                    <a:pt x="600" y="334"/>
                    <a:pt x="610" y="331"/>
                    <a:pt x="614" y="323"/>
                  </a:cubicBezTo>
                  <a:cubicBezTo>
                    <a:pt x="691" y="165"/>
                    <a:pt x="691" y="165"/>
                    <a:pt x="691" y="165"/>
                  </a:cubicBezTo>
                  <a:cubicBezTo>
                    <a:pt x="695" y="157"/>
                    <a:pt x="691" y="147"/>
                    <a:pt x="683" y="144"/>
                  </a:cubicBezTo>
                  <a:cubicBezTo>
                    <a:pt x="586" y="96"/>
                    <a:pt x="586" y="96"/>
                    <a:pt x="586" y="96"/>
                  </a:cubicBezTo>
                  <a:cubicBezTo>
                    <a:pt x="578" y="92"/>
                    <a:pt x="569" y="96"/>
                    <a:pt x="565" y="104"/>
                  </a:cubicBezTo>
                  <a:cubicBezTo>
                    <a:pt x="547" y="140"/>
                    <a:pt x="547" y="140"/>
                    <a:pt x="547" y="140"/>
                  </a:cubicBezTo>
                  <a:cubicBezTo>
                    <a:pt x="546" y="139"/>
                    <a:pt x="545" y="138"/>
                    <a:pt x="543" y="137"/>
                  </a:cubicBezTo>
                  <a:cubicBezTo>
                    <a:pt x="528" y="130"/>
                    <a:pt x="512" y="131"/>
                    <a:pt x="498" y="139"/>
                  </a:cubicBezTo>
                  <a:cubicBezTo>
                    <a:pt x="490" y="135"/>
                    <a:pt x="479" y="135"/>
                    <a:pt x="470" y="140"/>
                  </a:cubicBezTo>
                  <a:cubicBezTo>
                    <a:pt x="454" y="148"/>
                    <a:pt x="441" y="150"/>
                    <a:pt x="430" y="150"/>
                  </a:cubicBezTo>
                  <a:cubicBezTo>
                    <a:pt x="416" y="150"/>
                    <a:pt x="404" y="146"/>
                    <a:pt x="392" y="138"/>
                  </a:cubicBezTo>
                  <a:cubicBezTo>
                    <a:pt x="374" y="126"/>
                    <a:pt x="358" y="106"/>
                    <a:pt x="347" y="88"/>
                  </a:cubicBezTo>
                  <a:cubicBezTo>
                    <a:pt x="342" y="79"/>
                    <a:pt x="338" y="71"/>
                    <a:pt x="335" y="66"/>
                  </a:cubicBezTo>
                  <a:cubicBezTo>
                    <a:pt x="334" y="63"/>
                    <a:pt x="333" y="61"/>
                    <a:pt x="332" y="59"/>
                  </a:cubicBezTo>
                  <a:cubicBezTo>
                    <a:pt x="332" y="58"/>
                    <a:pt x="332" y="58"/>
                    <a:pt x="332" y="58"/>
                  </a:cubicBezTo>
                  <a:cubicBezTo>
                    <a:pt x="331" y="57"/>
                    <a:pt x="331" y="57"/>
                    <a:pt x="331" y="57"/>
                  </a:cubicBezTo>
                  <a:cubicBezTo>
                    <a:pt x="331" y="57"/>
                    <a:pt x="331" y="57"/>
                    <a:pt x="331" y="57"/>
                  </a:cubicBezTo>
                  <a:cubicBezTo>
                    <a:pt x="331" y="57"/>
                    <a:pt x="331" y="57"/>
                    <a:pt x="331" y="57"/>
                  </a:cubicBezTo>
                  <a:cubicBezTo>
                    <a:pt x="331" y="57"/>
                    <a:pt x="331" y="57"/>
                    <a:pt x="331" y="57"/>
                  </a:cubicBezTo>
                  <a:cubicBezTo>
                    <a:pt x="331" y="56"/>
                    <a:pt x="330" y="55"/>
                    <a:pt x="330" y="54"/>
                  </a:cubicBezTo>
                  <a:cubicBezTo>
                    <a:pt x="325" y="29"/>
                    <a:pt x="311" y="8"/>
                    <a:pt x="290" y="2"/>
                  </a:cubicBezTo>
                  <a:cubicBezTo>
                    <a:pt x="282" y="0"/>
                    <a:pt x="272" y="0"/>
                    <a:pt x="263" y="1"/>
                  </a:cubicBezTo>
                  <a:cubicBezTo>
                    <a:pt x="258" y="1"/>
                    <a:pt x="253" y="0"/>
                    <a:pt x="246" y="0"/>
                  </a:cubicBezTo>
                  <a:cubicBezTo>
                    <a:pt x="218" y="1"/>
                    <a:pt x="173" y="5"/>
                    <a:pt x="132" y="34"/>
                  </a:cubicBezTo>
                  <a:cubicBezTo>
                    <a:pt x="112" y="49"/>
                    <a:pt x="93" y="70"/>
                    <a:pt x="81" y="97"/>
                  </a:cubicBezTo>
                  <a:cubicBezTo>
                    <a:pt x="68" y="125"/>
                    <a:pt x="61" y="160"/>
                    <a:pt x="61" y="201"/>
                  </a:cubicBezTo>
                  <a:cubicBezTo>
                    <a:pt x="61" y="220"/>
                    <a:pt x="62" y="240"/>
                    <a:pt x="65" y="262"/>
                  </a:cubicBezTo>
                  <a:cubicBezTo>
                    <a:pt x="67" y="278"/>
                    <a:pt x="81" y="290"/>
                    <a:pt x="97" y="290"/>
                  </a:cubicBezTo>
                  <a:cubicBezTo>
                    <a:pt x="98" y="290"/>
                    <a:pt x="100" y="290"/>
                    <a:pt x="101" y="290"/>
                  </a:cubicBezTo>
                  <a:cubicBezTo>
                    <a:pt x="119" y="287"/>
                    <a:pt x="131" y="271"/>
                    <a:pt x="129" y="253"/>
                  </a:cubicBezTo>
                  <a:cubicBezTo>
                    <a:pt x="126" y="234"/>
                    <a:pt x="125" y="217"/>
                    <a:pt x="125" y="201"/>
                  </a:cubicBezTo>
                  <a:cubicBezTo>
                    <a:pt x="125" y="167"/>
                    <a:pt x="130" y="142"/>
                    <a:pt x="139" y="124"/>
                  </a:cubicBezTo>
                  <a:cubicBezTo>
                    <a:pt x="150" y="100"/>
                    <a:pt x="166" y="86"/>
                    <a:pt x="184" y="78"/>
                  </a:cubicBezTo>
                  <a:cubicBezTo>
                    <a:pt x="159" y="155"/>
                    <a:pt x="153" y="207"/>
                    <a:pt x="163" y="293"/>
                  </a:cubicBezTo>
                  <a:cubicBezTo>
                    <a:pt x="166" y="308"/>
                    <a:pt x="171" y="319"/>
                    <a:pt x="176" y="328"/>
                  </a:cubicBezTo>
                  <a:cubicBezTo>
                    <a:pt x="177" y="333"/>
                    <a:pt x="177" y="338"/>
                    <a:pt x="177" y="345"/>
                  </a:cubicBezTo>
                  <a:cubicBezTo>
                    <a:pt x="177" y="372"/>
                    <a:pt x="173" y="415"/>
                    <a:pt x="153" y="457"/>
                  </a:cubicBezTo>
                  <a:cubicBezTo>
                    <a:pt x="133" y="499"/>
                    <a:pt x="100" y="541"/>
                    <a:pt x="35" y="573"/>
                  </a:cubicBezTo>
                  <a:cubicBezTo>
                    <a:pt x="10" y="585"/>
                    <a:pt x="0" y="615"/>
                    <a:pt x="12" y="640"/>
                  </a:cubicBezTo>
                  <a:cubicBezTo>
                    <a:pt x="24" y="664"/>
                    <a:pt x="53" y="675"/>
                    <a:pt x="78" y="663"/>
                  </a:cubicBezTo>
                  <a:close/>
                  <a:moveTo>
                    <a:pt x="538" y="148"/>
                  </a:moveTo>
                  <a:cubicBezTo>
                    <a:pt x="539" y="149"/>
                    <a:pt x="541" y="150"/>
                    <a:pt x="542" y="151"/>
                  </a:cubicBezTo>
                  <a:cubicBezTo>
                    <a:pt x="511" y="215"/>
                    <a:pt x="511" y="215"/>
                    <a:pt x="511" y="215"/>
                  </a:cubicBezTo>
                  <a:cubicBezTo>
                    <a:pt x="509" y="214"/>
                    <a:pt x="508" y="214"/>
                    <a:pt x="506" y="213"/>
                  </a:cubicBezTo>
                  <a:cubicBezTo>
                    <a:pt x="500" y="210"/>
                    <a:pt x="495" y="205"/>
                    <a:pt x="492" y="200"/>
                  </a:cubicBezTo>
                  <a:cubicBezTo>
                    <a:pt x="494" y="199"/>
                    <a:pt x="497" y="198"/>
                    <a:pt x="499" y="196"/>
                  </a:cubicBezTo>
                  <a:cubicBezTo>
                    <a:pt x="515" y="188"/>
                    <a:pt x="521" y="169"/>
                    <a:pt x="513" y="153"/>
                  </a:cubicBezTo>
                  <a:cubicBezTo>
                    <a:pt x="512" y="151"/>
                    <a:pt x="511" y="149"/>
                    <a:pt x="509" y="147"/>
                  </a:cubicBezTo>
                  <a:cubicBezTo>
                    <a:pt x="518" y="144"/>
                    <a:pt x="529" y="144"/>
                    <a:pt x="538" y="1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2" name="组合 11"/>
          <p:cNvGrpSpPr/>
          <p:nvPr/>
        </p:nvGrpSpPr>
        <p:grpSpPr>
          <a:xfrm>
            <a:off x="528638" y="788988"/>
            <a:ext cx="631825" cy="1425575"/>
            <a:chOff x="528638" y="788988"/>
            <a:chExt cx="631825" cy="1425575"/>
          </a:xfrm>
          <a:solidFill>
            <a:schemeClr val="tx1">
              <a:lumMod val="65000"/>
              <a:lumOff val="35000"/>
            </a:schemeClr>
          </a:solidFill>
        </p:grpSpPr>
        <p:sp>
          <p:nvSpPr>
            <p:cNvPr id="13" name="Freeform 12"/>
            <p:cNvSpPr>
              <a:spLocks/>
            </p:cNvSpPr>
            <p:nvPr/>
          </p:nvSpPr>
          <p:spPr bwMode="auto">
            <a:xfrm>
              <a:off x="720725" y="788988"/>
              <a:ext cx="307975" cy="309563"/>
            </a:xfrm>
            <a:custGeom>
              <a:avLst/>
              <a:gdLst>
                <a:gd name="T0" fmla="*/ 120 w 198"/>
                <a:gd name="T1" fmla="*/ 187 h 198"/>
                <a:gd name="T2" fmla="*/ 187 w 198"/>
                <a:gd name="T3" fmla="*/ 79 h 198"/>
                <a:gd name="T4" fmla="*/ 79 w 198"/>
                <a:gd name="T5" fmla="*/ 12 h 198"/>
                <a:gd name="T6" fmla="*/ 12 w 198"/>
                <a:gd name="T7" fmla="*/ 120 h 198"/>
                <a:gd name="T8" fmla="*/ 120 w 198"/>
                <a:gd name="T9" fmla="*/ 187 h 198"/>
              </a:gdLst>
              <a:ahLst/>
              <a:cxnLst>
                <a:cxn ang="0">
                  <a:pos x="T0" y="T1"/>
                </a:cxn>
                <a:cxn ang="0">
                  <a:pos x="T2" y="T3"/>
                </a:cxn>
                <a:cxn ang="0">
                  <a:pos x="T4" y="T5"/>
                </a:cxn>
                <a:cxn ang="0">
                  <a:pos x="T6" y="T7"/>
                </a:cxn>
                <a:cxn ang="0">
                  <a:pos x="T8" y="T9"/>
                </a:cxn>
              </a:cxnLst>
              <a:rect l="0" t="0" r="r" b="b"/>
              <a:pathLst>
                <a:path w="198" h="198">
                  <a:moveTo>
                    <a:pt x="120" y="187"/>
                  </a:moveTo>
                  <a:cubicBezTo>
                    <a:pt x="168" y="176"/>
                    <a:pt x="198" y="127"/>
                    <a:pt x="187" y="79"/>
                  </a:cubicBezTo>
                  <a:cubicBezTo>
                    <a:pt x="176" y="30"/>
                    <a:pt x="127" y="0"/>
                    <a:pt x="79" y="12"/>
                  </a:cubicBezTo>
                  <a:cubicBezTo>
                    <a:pt x="31" y="23"/>
                    <a:pt x="0" y="71"/>
                    <a:pt x="12" y="120"/>
                  </a:cubicBezTo>
                  <a:cubicBezTo>
                    <a:pt x="23" y="168"/>
                    <a:pt x="71" y="198"/>
                    <a:pt x="120" y="1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3"/>
            <p:cNvSpPr>
              <a:spLocks/>
            </p:cNvSpPr>
            <p:nvPr/>
          </p:nvSpPr>
          <p:spPr bwMode="auto">
            <a:xfrm>
              <a:off x="846138" y="1368426"/>
              <a:ext cx="127000" cy="103188"/>
            </a:xfrm>
            <a:custGeom>
              <a:avLst/>
              <a:gdLst>
                <a:gd name="T0" fmla="*/ 68 w 81"/>
                <a:gd name="T1" fmla="*/ 10 h 66"/>
                <a:gd name="T2" fmla="*/ 66 w 81"/>
                <a:gd name="T3" fmla="*/ 2 h 66"/>
                <a:gd name="T4" fmla="*/ 57 w 81"/>
                <a:gd name="T5" fmla="*/ 2 h 66"/>
                <a:gd name="T6" fmla="*/ 35 w 81"/>
                <a:gd name="T7" fmla="*/ 1 h 66"/>
                <a:gd name="T8" fmla="*/ 1 w 81"/>
                <a:gd name="T9" fmla="*/ 31 h 66"/>
                <a:gd name="T10" fmla="*/ 23 w 81"/>
                <a:gd name="T11" fmla="*/ 64 h 66"/>
                <a:gd name="T12" fmla="*/ 31 w 81"/>
                <a:gd name="T13" fmla="*/ 65 h 66"/>
                <a:gd name="T14" fmla="*/ 57 w 81"/>
                <a:gd name="T15" fmla="*/ 66 h 66"/>
                <a:gd name="T16" fmla="*/ 81 w 81"/>
                <a:gd name="T17" fmla="*/ 65 h 66"/>
                <a:gd name="T18" fmla="*/ 76 w 81"/>
                <a:gd name="T19" fmla="*/ 40 h 66"/>
                <a:gd name="T20" fmla="*/ 75 w 81"/>
                <a:gd name="T21" fmla="*/ 40 h 66"/>
                <a:gd name="T22" fmla="*/ 59 w 81"/>
                <a:gd name="T23" fmla="*/ 26 h 66"/>
                <a:gd name="T24" fmla="*/ 59 w 81"/>
                <a:gd name="T25" fmla="*/ 24 h 66"/>
                <a:gd name="T26" fmla="*/ 68 w 81"/>
                <a:gd name="T27" fmla="*/ 1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66">
                  <a:moveTo>
                    <a:pt x="68" y="10"/>
                  </a:moveTo>
                  <a:cubicBezTo>
                    <a:pt x="67" y="6"/>
                    <a:pt x="66" y="3"/>
                    <a:pt x="66" y="2"/>
                  </a:cubicBezTo>
                  <a:cubicBezTo>
                    <a:pt x="63" y="2"/>
                    <a:pt x="60" y="2"/>
                    <a:pt x="57" y="2"/>
                  </a:cubicBezTo>
                  <a:cubicBezTo>
                    <a:pt x="50" y="2"/>
                    <a:pt x="43" y="2"/>
                    <a:pt x="35" y="1"/>
                  </a:cubicBezTo>
                  <a:cubicBezTo>
                    <a:pt x="18" y="0"/>
                    <a:pt x="2" y="14"/>
                    <a:pt x="1" y="31"/>
                  </a:cubicBezTo>
                  <a:cubicBezTo>
                    <a:pt x="0" y="46"/>
                    <a:pt x="9" y="59"/>
                    <a:pt x="23" y="64"/>
                  </a:cubicBezTo>
                  <a:cubicBezTo>
                    <a:pt x="25" y="64"/>
                    <a:pt x="28" y="65"/>
                    <a:pt x="31" y="65"/>
                  </a:cubicBezTo>
                  <a:cubicBezTo>
                    <a:pt x="40" y="66"/>
                    <a:pt x="49" y="66"/>
                    <a:pt x="57" y="66"/>
                  </a:cubicBezTo>
                  <a:cubicBezTo>
                    <a:pt x="65" y="66"/>
                    <a:pt x="73" y="66"/>
                    <a:pt x="81" y="65"/>
                  </a:cubicBezTo>
                  <a:cubicBezTo>
                    <a:pt x="80" y="58"/>
                    <a:pt x="78" y="49"/>
                    <a:pt x="76" y="40"/>
                  </a:cubicBezTo>
                  <a:cubicBezTo>
                    <a:pt x="76" y="40"/>
                    <a:pt x="75" y="40"/>
                    <a:pt x="75" y="40"/>
                  </a:cubicBezTo>
                  <a:cubicBezTo>
                    <a:pt x="67" y="40"/>
                    <a:pt x="60" y="34"/>
                    <a:pt x="59" y="26"/>
                  </a:cubicBezTo>
                  <a:cubicBezTo>
                    <a:pt x="59" y="25"/>
                    <a:pt x="59" y="25"/>
                    <a:pt x="59" y="24"/>
                  </a:cubicBezTo>
                  <a:cubicBezTo>
                    <a:pt x="59" y="18"/>
                    <a:pt x="63" y="13"/>
                    <a:pt x="68"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4"/>
            <p:cNvSpPr>
              <a:spLocks/>
            </p:cNvSpPr>
            <p:nvPr/>
          </p:nvSpPr>
          <p:spPr bwMode="auto">
            <a:xfrm>
              <a:off x="528638" y="1125538"/>
              <a:ext cx="631825" cy="1089025"/>
            </a:xfrm>
            <a:custGeom>
              <a:avLst/>
              <a:gdLst>
                <a:gd name="T0" fmla="*/ 83 w 405"/>
                <a:gd name="T1" fmla="*/ 554 h 698"/>
                <a:gd name="T2" fmla="*/ 91 w 405"/>
                <a:gd name="T3" fmla="*/ 403 h 698"/>
                <a:gd name="T4" fmla="*/ 57 w 405"/>
                <a:gd name="T5" fmla="*/ 395 h 698"/>
                <a:gd name="T6" fmla="*/ 73 w 405"/>
                <a:gd name="T7" fmla="*/ 337 h 698"/>
                <a:gd name="T8" fmla="*/ 80 w 405"/>
                <a:gd name="T9" fmla="*/ 130 h 698"/>
                <a:gd name="T10" fmla="*/ 108 w 405"/>
                <a:gd name="T11" fmla="*/ 229 h 698"/>
                <a:gd name="T12" fmla="*/ 108 w 405"/>
                <a:gd name="T13" fmla="*/ 649 h 698"/>
                <a:gd name="T14" fmla="*/ 207 w 405"/>
                <a:gd name="T15" fmla="*/ 649 h 698"/>
                <a:gd name="T16" fmla="*/ 226 w 405"/>
                <a:gd name="T17" fmla="*/ 335 h 698"/>
                <a:gd name="T18" fmla="*/ 275 w 405"/>
                <a:gd name="T19" fmla="*/ 698 h 698"/>
                <a:gd name="T20" fmla="*/ 324 w 405"/>
                <a:gd name="T21" fmla="*/ 305 h 698"/>
                <a:gd name="T22" fmla="*/ 324 w 405"/>
                <a:gd name="T23" fmla="*/ 222 h 698"/>
                <a:gd name="T24" fmla="*/ 261 w 405"/>
                <a:gd name="T25" fmla="*/ 229 h 698"/>
                <a:gd name="T26" fmla="*/ 234 w 405"/>
                <a:gd name="T27" fmla="*/ 228 h 698"/>
                <a:gd name="T28" fmla="*/ 207 w 405"/>
                <a:gd name="T29" fmla="*/ 215 h 698"/>
                <a:gd name="T30" fmla="*/ 200 w 405"/>
                <a:gd name="T31" fmla="*/ 204 h 698"/>
                <a:gd name="T32" fmla="*/ 237 w 405"/>
                <a:gd name="T33" fmla="*/ 148 h 698"/>
                <a:gd name="T34" fmla="*/ 261 w 405"/>
                <a:gd name="T35" fmla="*/ 149 h 698"/>
                <a:gd name="T36" fmla="*/ 321 w 405"/>
                <a:gd name="T37" fmla="*/ 139 h 698"/>
                <a:gd name="T38" fmla="*/ 324 w 405"/>
                <a:gd name="T39" fmla="*/ 82 h 698"/>
                <a:gd name="T40" fmla="*/ 341 w 405"/>
                <a:gd name="T41" fmla="*/ 120 h 698"/>
                <a:gd name="T42" fmla="*/ 332 w 405"/>
                <a:gd name="T43" fmla="*/ 140 h 698"/>
                <a:gd name="T44" fmla="*/ 320 w 405"/>
                <a:gd name="T45" fmla="*/ 148 h 698"/>
                <a:gd name="T46" fmla="*/ 280 w 405"/>
                <a:gd name="T47" fmla="*/ 164 h 698"/>
                <a:gd name="T48" fmla="*/ 295 w 405"/>
                <a:gd name="T49" fmla="*/ 183 h 698"/>
                <a:gd name="T50" fmla="*/ 293 w 405"/>
                <a:gd name="T51" fmla="*/ 219 h 698"/>
                <a:gd name="T52" fmla="*/ 324 w 405"/>
                <a:gd name="T53" fmla="*/ 214 h 698"/>
                <a:gd name="T54" fmla="*/ 367 w 405"/>
                <a:gd name="T55" fmla="*/ 194 h 698"/>
                <a:gd name="T56" fmla="*/ 405 w 405"/>
                <a:gd name="T57" fmla="*/ 120 h 698"/>
                <a:gd name="T58" fmla="*/ 338 w 405"/>
                <a:gd name="T59" fmla="*/ 12 h 698"/>
                <a:gd name="T60" fmla="*/ 294 w 405"/>
                <a:gd name="T61" fmla="*/ 0 h 698"/>
                <a:gd name="T62" fmla="*/ 133 w 405"/>
                <a:gd name="T63" fmla="*/ 1 h 698"/>
                <a:gd name="T64" fmla="*/ 37 w 405"/>
                <a:gd name="T65" fmla="*/ 68 h 698"/>
                <a:gd name="T66" fmla="*/ 10 w 405"/>
                <a:gd name="T67" fmla="*/ 345 h 698"/>
                <a:gd name="T68" fmla="*/ 34 w 405"/>
                <a:gd name="T69" fmla="*/ 395 h 698"/>
                <a:gd name="T70" fmla="*/ 0 w 405"/>
                <a:gd name="T71" fmla="*/ 403 h 698"/>
                <a:gd name="T72" fmla="*/ 8 w 405"/>
                <a:gd name="T73" fmla="*/ 554 h 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05" h="698">
                  <a:moveTo>
                    <a:pt x="8" y="554"/>
                  </a:moveTo>
                  <a:cubicBezTo>
                    <a:pt x="83" y="554"/>
                    <a:pt x="83" y="554"/>
                    <a:pt x="83" y="554"/>
                  </a:cubicBezTo>
                  <a:cubicBezTo>
                    <a:pt x="88" y="554"/>
                    <a:pt x="91" y="550"/>
                    <a:pt x="91" y="546"/>
                  </a:cubicBezTo>
                  <a:cubicBezTo>
                    <a:pt x="91" y="403"/>
                    <a:pt x="91" y="403"/>
                    <a:pt x="91" y="403"/>
                  </a:cubicBezTo>
                  <a:cubicBezTo>
                    <a:pt x="91" y="399"/>
                    <a:pt x="88" y="395"/>
                    <a:pt x="83" y="395"/>
                  </a:cubicBezTo>
                  <a:cubicBezTo>
                    <a:pt x="57" y="395"/>
                    <a:pt x="57" y="395"/>
                    <a:pt x="57" y="395"/>
                  </a:cubicBezTo>
                  <a:cubicBezTo>
                    <a:pt x="57" y="369"/>
                    <a:pt x="57" y="369"/>
                    <a:pt x="57" y="369"/>
                  </a:cubicBezTo>
                  <a:cubicBezTo>
                    <a:pt x="68" y="363"/>
                    <a:pt x="75" y="351"/>
                    <a:pt x="73" y="337"/>
                  </a:cubicBezTo>
                  <a:cubicBezTo>
                    <a:pt x="68" y="298"/>
                    <a:pt x="66" y="265"/>
                    <a:pt x="66" y="236"/>
                  </a:cubicBezTo>
                  <a:cubicBezTo>
                    <a:pt x="66" y="188"/>
                    <a:pt x="72" y="154"/>
                    <a:pt x="80" y="130"/>
                  </a:cubicBezTo>
                  <a:cubicBezTo>
                    <a:pt x="88" y="103"/>
                    <a:pt x="99" y="88"/>
                    <a:pt x="108" y="79"/>
                  </a:cubicBezTo>
                  <a:cubicBezTo>
                    <a:pt x="108" y="229"/>
                    <a:pt x="108" y="229"/>
                    <a:pt x="108" y="229"/>
                  </a:cubicBezTo>
                  <a:cubicBezTo>
                    <a:pt x="108" y="305"/>
                    <a:pt x="108" y="305"/>
                    <a:pt x="108" y="305"/>
                  </a:cubicBezTo>
                  <a:cubicBezTo>
                    <a:pt x="108" y="649"/>
                    <a:pt x="108" y="649"/>
                    <a:pt x="108" y="649"/>
                  </a:cubicBezTo>
                  <a:cubicBezTo>
                    <a:pt x="108" y="676"/>
                    <a:pt x="130" y="698"/>
                    <a:pt x="158" y="698"/>
                  </a:cubicBezTo>
                  <a:cubicBezTo>
                    <a:pt x="185" y="698"/>
                    <a:pt x="207" y="676"/>
                    <a:pt x="207" y="649"/>
                  </a:cubicBezTo>
                  <a:cubicBezTo>
                    <a:pt x="207" y="335"/>
                    <a:pt x="207" y="335"/>
                    <a:pt x="207" y="335"/>
                  </a:cubicBezTo>
                  <a:cubicBezTo>
                    <a:pt x="226" y="335"/>
                    <a:pt x="226" y="335"/>
                    <a:pt x="226" y="335"/>
                  </a:cubicBezTo>
                  <a:cubicBezTo>
                    <a:pt x="226" y="649"/>
                    <a:pt x="226" y="649"/>
                    <a:pt x="226" y="649"/>
                  </a:cubicBezTo>
                  <a:cubicBezTo>
                    <a:pt x="226" y="676"/>
                    <a:pt x="248" y="698"/>
                    <a:pt x="275" y="698"/>
                  </a:cubicBezTo>
                  <a:cubicBezTo>
                    <a:pt x="302" y="698"/>
                    <a:pt x="324" y="676"/>
                    <a:pt x="324" y="649"/>
                  </a:cubicBezTo>
                  <a:cubicBezTo>
                    <a:pt x="324" y="305"/>
                    <a:pt x="324" y="305"/>
                    <a:pt x="324" y="305"/>
                  </a:cubicBezTo>
                  <a:cubicBezTo>
                    <a:pt x="324" y="229"/>
                    <a:pt x="324" y="229"/>
                    <a:pt x="324" y="229"/>
                  </a:cubicBezTo>
                  <a:cubicBezTo>
                    <a:pt x="324" y="222"/>
                    <a:pt x="324" y="222"/>
                    <a:pt x="324" y="222"/>
                  </a:cubicBezTo>
                  <a:cubicBezTo>
                    <a:pt x="324" y="222"/>
                    <a:pt x="324" y="222"/>
                    <a:pt x="324" y="222"/>
                  </a:cubicBezTo>
                  <a:cubicBezTo>
                    <a:pt x="305" y="227"/>
                    <a:pt x="285" y="229"/>
                    <a:pt x="261" y="229"/>
                  </a:cubicBezTo>
                  <a:cubicBezTo>
                    <a:pt x="261" y="229"/>
                    <a:pt x="261" y="229"/>
                    <a:pt x="261" y="229"/>
                  </a:cubicBezTo>
                  <a:cubicBezTo>
                    <a:pt x="252" y="229"/>
                    <a:pt x="244" y="229"/>
                    <a:pt x="234" y="228"/>
                  </a:cubicBezTo>
                  <a:cubicBezTo>
                    <a:pt x="231" y="228"/>
                    <a:pt x="228" y="228"/>
                    <a:pt x="226" y="227"/>
                  </a:cubicBezTo>
                  <a:cubicBezTo>
                    <a:pt x="218" y="225"/>
                    <a:pt x="212" y="221"/>
                    <a:pt x="207" y="215"/>
                  </a:cubicBezTo>
                  <a:cubicBezTo>
                    <a:pt x="206" y="213"/>
                    <a:pt x="204" y="211"/>
                    <a:pt x="203" y="210"/>
                  </a:cubicBezTo>
                  <a:cubicBezTo>
                    <a:pt x="202" y="208"/>
                    <a:pt x="201" y="206"/>
                    <a:pt x="200" y="204"/>
                  </a:cubicBezTo>
                  <a:cubicBezTo>
                    <a:pt x="198" y="198"/>
                    <a:pt x="197" y="192"/>
                    <a:pt x="197" y="186"/>
                  </a:cubicBezTo>
                  <a:cubicBezTo>
                    <a:pt x="199" y="165"/>
                    <a:pt x="216" y="148"/>
                    <a:pt x="237" y="148"/>
                  </a:cubicBezTo>
                  <a:cubicBezTo>
                    <a:pt x="238" y="148"/>
                    <a:pt x="239" y="149"/>
                    <a:pt x="240" y="149"/>
                  </a:cubicBezTo>
                  <a:cubicBezTo>
                    <a:pt x="247" y="149"/>
                    <a:pt x="254" y="149"/>
                    <a:pt x="261" y="149"/>
                  </a:cubicBezTo>
                  <a:cubicBezTo>
                    <a:pt x="262" y="149"/>
                    <a:pt x="262" y="149"/>
                    <a:pt x="262" y="149"/>
                  </a:cubicBezTo>
                  <a:cubicBezTo>
                    <a:pt x="296" y="149"/>
                    <a:pt x="313" y="143"/>
                    <a:pt x="321" y="139"/>
                  </a:cubicBezTo>
                  <a:cubicBezTo>
                    <a:pt x="324" y="137"/>
                    <a:pt x="324" y="137"/>
                    <a:pt x="324" y="137"/>
                  </a:cubicBezTo>
                  <a:cubicBezTo>
                    <a:pt x="324" y="82"/>
                    <a:pt x="324" y="82"/>
                    <a:pt x="324" y="82"/>
                  </a:cubicBezTo>
                  <a:cubicBezTo>
                    <a:pt x="327" y="85"/>
                    <a:pt x="330" y="88"/>
                    <a:pt x="332" y="91"/>
                  </a:cubicBezTo>
                  <a:cubicBezTo>
                    <a:pt x="338" y="101"/>
                    <a:pt x="341" y="112"/>
                    <a:pt x="341" y="120"/>
                  </a:cubicBezTo>
                  <a:cubicBezTo>
                    <a:pt x="341" y="125"/>
                    <a:pt x="341" y="129"/>
                    <a:pt x="339" y="132"/>
                  </a:cubicBezTo>
                  <a:cubicBezTo>
                    <a:pt x="338" y="135"/>
                    <a:pt x="336" y="137"/>
                    <a:pt x="332" y="140"/>
                  </a:cubicBezTo>
                  <a:cubicBezTo>
                    <a:pt x="330" y="142"/>
                    <a:pt x="328" y="144"/>
                    <a:pt x="324" y="145"/>
                  </a:cubicBezTo>
                  <a:cubicBezTo>
                    <a:pt x="323" y="146"/>
                    <a:pt x="322" y="147"/>
                    <a:pt x="320" y="148"/>
                  </a:cubicBezTo>
                  <a:cubicBezTo>
                    <a:pt x="311" y="152"/>
                    <a:pt x="297" y="155"/>
                    <a:pt x="278" y="157"/>
                  </a:cubicBezTo>
                  <a:cubicBezTo>
                    <a:pt x="278" y="158"/>
                    <a:pt x="279" y="161"/>
                    <a:pt x="280" y="164"/>
                  </a:cubicBezTo>
                  <a:cubicBezTo>
                    <a:pt x="288" y="164"/>
                    <a:pt x="295" y="171"/>
                    <a:pt x="295" y="179"/>
                  </a:cubicBezTo>
                  <a:cubicBezTo>
                    <a:pt x="295" y="181"/>
                    <a:pt x="295" y="182"/>
                    <a:pt x="295" y="183"/>
                  </a:cubicBezTo>
                  <a:cubicBezTo>
                    <a:pt x="294" y="187"/>
                    <a:pt x="291" y="191"/>
                    <a:pt x="288" y="193"/>
                  </a:cubicBezTo>
                  <a:cubicBezTo>
                    <a:pt x="290" y="202"/>
                    <a:pt x="292" y="211"/>
                    <a:pt x="293" y="219"/>
                  </a:cubicBezTo>
                  <a:cubicBezTo>
                    <a:pt x="304" y="218"/>
                    <a:pt x="313" y="217"/>
                    <a:pt x="322" y="214"/>
                  </a:cubicBezTo>
                  <a:cubicBezTo>
                    <a:pt x="323" y="214"/>
                    <a:pt x="324" y="214"/>
                    <a:pt x="324" y="214"/>
                  </a:cubicBezTo>
                  <a:cubicBezTo>
                    <a:pt x="327" y="213"/>
                    <a:pt x="330" y="212"/>
                    <a:pt x="332" y="211"/>
                  </a:cubicBezTo>
                  <a:cubicBezTo>
                    <a:pt x="346" y="207"/>
                    <a:pt x="357" y="201"/>
                    <a:pt x="367" y="194"/>
                  </a:cubicBezTo>
                  <a:cubicBezTo>
                    <a:pt x="380" y="185"/>
                    <a:pt x="390" y="173"/>
                    <a:pt x="396" y="160"/>
                  </a:cubicBezTo>
                  <a:cubicBezTo>
                    <a:pt x="403" y="147"/>
                    <a:pt x="405" y="134"/>
                    <a:pt x="405" y="120"/>
                  </a:cubicBezTo>
                  <a:cubicBezTo>
                    <a:pt x="405" y="89"/>
                    <a:pt x="392" y="61"/>
                    <a:pt x="372" y="39"/>
                  </a:cubicBezTo>
                  <a:cubicBezTo>
                    <a:pt x="363" y="29"/>
                    <a:pt x="351" y="19"/>
                    <a:pt x="338" y="12"/>
                  </a:cubicBezTo>
                  <a:cubicBezTo>
                    <a:pt x="327" y="6"/>
                    <a:pt x="314" y="2"/>
                    <a:pt x="300" y="1"/>
                  </a:cubicBezTo>
                  <a:cubicBezTo>
                    <a:pt x="298" y="0"/>
                    <a:pt x="296" y="0"/>
                    <a:pt x="294" y="0"/>
                  </a:cubicBezTo>
                  <a:cubicBezTo>
                    <a:pt x="139" y="0"/>
                    <a:pt x="139" y="0"/>
                    <a:pt x="139" y="0"/>
                  </a:cubicBezTo>
                  <a:cubicBezTo>
                    <a:pt x="137" y="0"/>
                    <a:pt x="135" y="0"/>
                    <a:pt x="133" y="1"/>
                  </a:cubicBezTo>
                  <a:cubicBezTo>
                    <a:pt x="127" y="1"/>
                    <a:pt x="118" y="2"/>
                    <a:pt x="108" y="6"/>
                  </a:cubicBezTo>
                  <a:cubicBezTo>
                    <a:pt x="86" y="13"/>
                    <a:pt x="58" y="31"/>
                    <a:pt x="37" y="68"/>
                  </a:cubicBezTo>
                  <a:cubicBezTo>
                    <a:pt x="16" y="104"/>
                    <a:pt x="2" y="157"/>
                    <a:pt x="2" y="236"/>
                  </a:cubicBezTo>
                  <a:cubicBezTo>
                    <a:pt x="2" y="268"/>
                    <a:pt x="4" y="304"/>
                    <a:pt x="10" y="345"/>
                  </a:cubicBezTo>
                  <a:cubicBezTo>
                    <a:pt x="11" y="359"/>
                    <a:pt x="22" y="370"/>
                    <a:pt x="34" y="373"/>
                  </a:cubicBezTo>
                  <a:cubicBezTo>
                    <a:pt x="34" y="395"/>
                    <a:pt x="34" y="395"/>
                    <a:pt x="34" y="395"/>
                  </a:cubicBezTo>
                  <a:cubicBezTo>
                    <a:pt x="8" y="395"/>
                    <a:pt x="8" y="395"/>
                    <a:pt x="8" y="395"/>
                  </a:cubicBezTo>
                  <a:cubicBezTo>
                    <a:pt x="4" y="395"/>
                    <a:pt x="0" y="399"/>
                    <a:pt x="0" y="403"/>
                  </a:cubicBezTo>
                  <a:cubicBezTo>
                    <a:pt x="0" y="546"/>
                    <a:pt x="0" y="546"/>
                    <a:pt x="0" y="546"/>
                  </a:cubicBezTo>
                  <a:cubicBezTo>
                    <a:pt x="0" y="550"/>
                    <a:pt x="4" y="554"/>
                    <a:pt x="8" y="5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6" name="组合 15"/>
          <p:cNvGrpSpPr/>
          <p:nvPr/>
        </p:nvGrpSpPr>
        <p:grpSpPr>
          <a:xfrm>
            <a:off x="3446463" y="2571751"/>
            <a:ext cx="584200" cy="1425575"/>
            <a:chOff x="3446463" y="2571751"/>
            <a:chExt cx="584200" cy="1425575"/>
          </a:xfrm>
          <a:solidFill>
            <a:schemeClr val="tx1">
              <a:lumMod val="65000"/>
              <a:lumOff val="35000"/>
            </a:schemeClr>
          </a:solidFill>
        </p:grpSpPr>
        <p:sp>
          <p:nvSpPr>
            <p:cNvPr id="17" name="Freeform 15"/>
            <p:cNvSpPr>
              <a:spLocks noEditPoints="1"/>
            </p:cNvSpPr>
            <p:nvPr/>
          </p:nvSpPr>
          <p:spPr bwMode="auto">
            <a:xfrm>
              <a:off x="3446463" y="2908301"/>
              <a:ext cx="584200" cy="1089025"/>
            </a:xfrm>
            <a:custGeom>
              <a:avLst/>
              <a:gdLst>
                <a:gd name="T0" fmla="*/ 177 w 375"/>
                <a:gd name="T1" fmla="*/ 648 h 698"/>
                <a:gd name="T2" fmla="*/ 177 w 375"/>
                <a:gd name="T3" fmla="*/ 335 h 698"/>
                <a:gd name="T4" fmla="*/ 195 w 375"/>
                <a:gd name="T5" fmla="*/ 335 h 698"/>
                <a:gd name="T6" fmla="*/ 195 w 375"/>
                <a:gd name="T7" fmla="*/ 648 h 698"/>
                <a:gd name="T8" fmla="*/ 245 w 375"/>
                <a:gd name="T9" fmla="*/ 698 h 698"/>
                <a:gd name="T10" fmla="*/ 294 w 375"/>
                <a:gd name="T11" fmla="*/ 648 h 698"/>
                <a:gd name="T12" fmla="*/ 294 w 375"/>
                <a:gd name="T13" fmla="*/ 304 h 698"/>
                <a:gd name="T14" fmla="*/ 294 w 375"/>
                <a:gd name="T15" fmla="*/ 228 h 698"/>
                <a:gd name="T16" fmla="*/ 294 w 375"/>
                <a:gd name="T17" fmla="*/ 222 h 698"/>
                <a:gd name="T18" fmla="*/ 294 w 375"/>
                <a:gd name="T19" fmla="*/ 222 h 698"/>
                <a:gd name="T20" fmla="*/ 256 w 375"/>
                <a:gd name="T21" fmla="*/ 228 h 698"/>
                <a:gd name="T22" fmla="*/ 261 w 375"/>
                <a:gd name="T23" fmla="*/ 260 h 698"/>
                <a:gd name="T24" fmla="*/ 195 w 375"/>
                <a:gd name="T25" fmla="*/ 270 h 698"/>
                <a:gd name="T26" fmla="*/ 177 w 375"/>
                <a:gd name="T27" fmla="*/ 273 h 698"/>
                <a:gd name="T28" fmla="*/ 153 w 375"/>
                <a:gd name="T29" fmla="*/ 277 h 698"/>
                <a:gd name="T30" fmla="*/ 137 w 375"/>
                <a:gd name="T31" fmla="*/ 180 h 698"/>
                <a:gd name="T32" fmla="*/ 124 w 375"/>
                <a:gd name="T33" fmla="*/ 95 h 698"/>
                <a:gd name="T34" fmla="*/ 232 w 375"/>
                <a:gd name="T35" fmla="*/ 78 h 698"/>
                <a:gd name="T36" fmla="*/ 243 w 375"/>
                <a:gd name="T37" fmla="*/ 149 h 698"/>
                <a:gd name="T38" fmla="*/ 291 w 375"/>
                <a:gd name="T39" fmla="*/ 138 h 698"/>
                <a:gd name="T40" fmla="*/ 294 w 375"/>
                <a:gd name="T41" fmla="*/ 136 h 698"/>
                <a:gd name="T42" fmla="*/ 294 w 375"/>
                <a:gd name="T43" fmla="*/ 82 h 698"/>
                <a:gd name="T44" fmla="*/ 302 w 375"/>
                <a:gd name="T45" fmla="*/ 91 h 698"/>
                <a:gd name="T46" fmla="*/ 311 w 375"/>
                <a:gd name="T47" fmla="*/ 120 h 698"/>
                <a:gd name="T48" fmla="*/ 309 w 375"/>
                <a:gd name="T49" fmla="*/ 132 h 698"/>
                <a:gd name="T50" fmla="*/ 302 w 375"/>
                <a:gd name="T51" fmla="*/ 140 h 698"/>
                <a:gd name="T52" fmla="*/ 294 w 375"/>
                <a:gd name="T53" fmla="*/ 145 h 698"/>
                <a:gd name="T54" fmla="*/ 290 w 375"/>
                <a:gd name="T55" fmla="*/ 147 h 698"/>
                <a:gd name="T56" fmla="*/ 244 w 375"/>
                <a:gd name="T57" fmla="*/ 156 h 698"/>
                <a:gd name="T58" fmla="*/ 231 w 375"/>
                <a:gd name="T59" fmla="*/ 157 h 698"/>
                <a:gd name="T60" fmla="*/ 209 w 375"/>
                <a:gd name="T61" fmla="*/ 156 h 698"/>
                <a:gd name="T62" fmla="*/ 175 w 375"/>
                <a:gd name="T63" fmla="*/ 186 h 698"/>
                <a:gd name="T64" fmla="*/ 196 w 375"/>
                <a:gd name="T65" fmla="*/ 218 h 698"/>
                <a:gd name="T66" fmla="*/ 205 w 375"/>
                <a:gd name="T67" fmla="*/ 220 h 698"/>
                <a:gd name="T68" fmla="*/ 231 w 375"/>
                <a:gd name="T69" fmla="*/ 221 h 698"/>
                <a:gd name="T70" fmla="*/ 254 w 375"/>
                <a:gd name="T71" fmla="*/ 220 h 698"/>
                <a:gd name="T72" fmla="*/ 292 w 375"/>
                <a:gd name="T73" fmla="*/ 214 h 698"/>
                <a:gd name="T74" fmla="*/ 294 w 375"/>
                <a:gd name="T75" fmla="*/ 213 h 698"/>
                <a:gd name="T76" fmla="*/ 302 w 375"/>
                <a:gd name="T77" fmla="*/ 211 h 698"/>
                <a:gd name="T78" fmla="*/ 337 w 375"/>
                <a:gd name="T79" fmla="*/ 194 h 698"/>
                <a:gd name="T80" fmla="*/ 366 w 375"/>
                <a:gd name="T81" fmla="*/ 160 h 698"/>
                <a:gd name="T82" fmla="*/ 375 w 375"/>
                <a:gd name="T83" fmla="*/ 120 h 698"/>
                <a:gd name="T84" fmla="*/ 342 w 375"/>
                <a:gd name="T85" fmla="*/ 39 h 698"/>
                <a:gd name="T86" fmla="*/ 308 w 375"/>
                <a:gd name="T87" fmla="*/ 12 h 698"/>
                <a:gd name="T88" fmla="*/ 270 w 375"/>
                <a:gd name="T89" fmla="*/ 0 h 698"/>
                <a:gd name="T90" fmla="*/ 263 w 375"/>
                <a:gd name="T91" fmla="*/ 0 h 698"/>
                <a:gd name="T92" fmla="*/ 109 w 375"/>
                <a:gd name="T93" fmla="*/ 0 h 698"/>
                <a:gd name="T94" fmla="*/ 102 w 375"/>
                <a:gd name="T95" fmla="*/ 1 h 698"/>
                <a:gd name="T96" fmla="*/ 52 w 375"/>
                <a:gd name="T97" fmla="*/ 19 h 698"/>
                <a:gd name="T98" fmla="*/ 16 w 375"/>
                <a:gd name="T99" fmla="*/ 61 h 698"/>
                <a:gd name="T100" fmla="*/ 1 w 375"/>
                <a:gd name="T101" fmla="*/ 132 h 698"/>
                <a:gd name="T102" fmla="*/ 59 w 375"/>
                <a:gd name="T103" fmla="*/ 334 h 698"/>
                <a:gd name="T104" fmla="*/ 78 w 375"/>
                <a:gd name="T105" fmla="*/ 351 h 698"/>
                <a:gd name="T106" fmla="*/ 78 w 375"/>
                <a:gd name="T107" fmla="*/ 648 h 698"/>
                <a:gd name="T108" fmla="*/ 127 w 375"/>
                <a:gd name="T109" fmla="*/ 698 h 698"/>
                <a:gd name="T110" fmla="*/ 177 w 375"/>
                <a:gd name="T111" fmla="*/ 648 h 698"/>
                <a:gd name="T112" fmla="*/ 65 w 375"/>
                <a:gd name="T113" fmla="*/ 132 h 698"/>
                <a:gd name="T114" fmla="*/ 73 w 375"/>
                <a:gd name="T115" fmla="*/ 90 h 698"/>
                <a:gd name="T116" fmla="*/ 78 w 375"/>
                <a:gd name="T117" fmla="*/ 82 h 698"/>
                <a:gd name="T118" fmla="*/ 78 w 375"/>
                <a:gd name="T119" fmla="*/ 208 h 698"/>
                <a:gd name="T120" fmla="*/ 65 w 375"/>
                <a:gd name="T121" fmla="*/ 132 h 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5" h="698">
                  <a:moveTo>
                    <a:pt x="177" y="648"/>
                  </a:moveTo>
                  <a:cubicBezTo>
                    <a:pt x="177" y="335"/>
                    <a:pt x="177" y="335"/>
                    <a:pt x="177" y="335"/>
                  </a:cubicBezTo>
                  <a:cubicBezTo>
                    <a:pt x="195" y="335"/>
                    <a:pt x="195" y="335"/>
                    <a:pt x="195" y="335"/>
                  </a:cubicBezTo>
                  <a:cubicBezTo>
                    <a:pt x="195" y="648"/>
                    <a:pt x="195" y="648"/>
                    <a:pt x="195" y="648"/>
                  </a:cubicBezTo>
                  <a:cubicBezTo>
                    <a:pt x="195" y="676"/>
                    <a:pt x="218" y="698"/>
                    <a:pt x="245" y="698"/>
                  </a:cubicBezTo>
                  <a:cubicBezTo>
                    <a:pt x="272" y="698"/>
                    <a:pt x="294" y="676"/>
                    <a:pt x="294" y="648"/>
                  </a:cubicBezTo>
                  <a:cubicBezTo>
                    <a:pt x="294" y="304"/>
                    <a:pt x="294" y="304"/>
                    <a:pt x="294" y="304"/>
                  </a:cubicBezTo>
                  <a:cubicBezTo>
                    <a:pt x="294" y="228"/>
                    <a:pt x="294" y="228"/>
                    <a:pt x="294" y="228"/>
                  </a:cubicBezTo>
                  <a:cubicBezTo>
                    <a:pt x="294" y="222"/>
                    <a:pt x="294" y="222"/>
                    <a:pt x="294" y="222"/>
                  </a:cubicBezTo>
                  <a:cubicBezTo>
                    <a:pt x="294" y="222"/>
                    <a:pt x="294" y="222"/>
                    <a:pt x="294" y="222"/>
                  </a:cubicBezTo>
                  <a:cubicBezTo>
                    <a:pt x="282" y="225"/>
                    <a:pt x="269" y="227"/>
                    <a:pt x="256" y="228"/>
                  </a:cubicBezTo>
                  <a:cubicBezTo>
                    <a:pt x="261" y="260"/>
                    <a:pt x="261" y="260"/>
                    <a:pt x="261" y="260"/>
                  </a:cubicBezTo>
                  <a:cubicBezTo>
                    <a:pt x="195" y="270"/>
                    <a:pt x="195" y="270"/>
                    <a:pt x="195" y="270"/>
                  </a:cubicBezTo>
                  <a:cubicBezTo>
                    <a:pt x="177" y="273"/>
                    <a:pt x="177" y="273"/>
                    <a:pt x="177" y="273"/>
                  </a:cubicBezTo>
                  <a:cubicBezTo>
                    <a:pt x="153" y="277"/>
                    <a:pt x="153" y="277"/>
                    <a:pt x="153" y="277"/>
                  </a:cubicBezTo>
                  <a:cubicBezTo>
                    <a:pt x="137" y="180"/>
                    <a:pt x="137" y="180"/>
                    <a:pt x="137" y="180"/>
                  </a:cubicBezTo>
                  <a:cubicBezTo>
                    <a:pt x="124" y="95"/>
                    <a:pt x="124" y="95"/>
                    <a:pt x="124" y="95"/>
                  </a:cubicBezTo>
                  <a:cubicBezTo>
                    <a:pt x="232" y="78"/>
                    <a:pt x="232" y="78"/>
                    <a:pt x="232" y="78"/>
                  </a:cubicBezTo>
                  <a:cubicBezTo>
                    <a:pt x="243" y="149"/>
                    <a:pt x="243" y="149"/>
                    <a:pt x="243" y="149"/>
                  </a:cubicBezTo>
                  <a:cubicBezTo>
                    <a:pt x="270" y="147"/>
                    <a:pt x="284" y="142"/>
                    <a:pt x="291" y="138"/>
                  </a:cubicBezTo>
                  <a:cubicBezTo>
                    <a:pt x="294" y="136"/>
                    <a:pt x="294" y="136"/>
                    <a:pt x="294" y="136"/>
                  </a:cubicBezTo>
                  <a:cubicBezTo>
                    <a:pt x="294" y="82"/>
                    <a:pt x="294" y="82"/>
                    <a:pt x="294" y="82"/>
                  </a:cubicBezTo>
                  <a:cubicBezTo>
                    <a:pt x="297" y="85"/>
                    <a:pt x="299" y="88"/>
                    <a:pt x="302" y="91"/>
                  </a:cubicBezTo>
                  <a:cubicBezTo>
                    <a:pt x="308" y="101"/>
                    <a:pt x="311" y="112"/>
                    <a:pt x="311" y="120"/>
                  </a:cubicBezTo>
                  <a:cubicBezTo>
                    <a:pt x="311" y="125"/>
                    <a:pt x="310" y="128"/>
                    <a:pt x="309" y="132"/>
                  </a:cubicBezTo>
                  <a:cubicBezTo>
                    <a:pt x="307" y="134"/>
                    <a:pt x="306" y="137"/>
                    <a:pt x="302" y="140"/>
                  </a:cubicBezTo>
                  <a:cubicBezTo>
                    <a:pt x="300" y="141"/>
                    <a:pt x="298" y="143"/>
                    <a:pt x="294" y="145"/>
                  </a:cubicBezTo>
                  <a:cubicBezTo>
                    <a:pt x="293" y="146"/>
                    <a:pt x="292" y="147"/>
                    <a:pt x="290" y="147"/>
                  </a:cubicBezTo>
                  <a:cubicBezTo>
                    <a:pt x="280" y="152"/>
                    <a:pt x="265" y="155"/>
                    <a:pt x="244" y="156"/>
                  </a:cubicBezTo>
                  <a:cubicBezTo>
                    <a:pt x="240" y="157"/>
                    <a:pt x="235" y="157"/>
                    <a:pt x="231" y="157"/>
                  </a:cubicBezTo>
                  <a:cubicBezTo>
                    <a:pt x="224" y="157"/>
                    <a:pt x="217" y="157"/>
                    <a:pt x="209" y="156"/>
                  </a:cubicBezTo>
                  <a:cubicBezTo>
                    <a:pt x="191" y="155"/>
                    <a:pt x="176" y="168"/>
                    <a:pt x="175" y="186"/>
                  </a:cubicBezTo>
                  <a:cubicBezTo>
                    <a:pt x="174" y="201"/>
                    <a:pt x="183" y="214"/>
                    <a:pt x="196" y="218"/>
                  </a:cubicBezTo>
                  <a:cubicBezTo>
                    <a:pt x="199" y="219"/>
                    <a:pt x="202" y="220"/>
                    <a:pt x="205" y="220"/>
                  </a:cubicBezTo>
                  <a:cubicBezTo>
                    <a:pt x="214" y="221"/>
                    <a:pt x="222" y="221"/>
                    <a:pt x="231" y="221"/>
                  </a:cubicBezTo>
                  <a:cubicBezTo>
                    <a:pt x="239" y="221"/>
                    <a:pt x="247" y="220"/>
                    <a:pt x="254" y="220"/>
                  </a:cubicBezTo>
                  <a:cubicBezTo>
                    <a:pt x="268" y="219"/>
                    <a:pt x="281" y="217"/>
                    <a:pt x="292" y="214"/>
                  </a:cubicBezTo>
                  <a:cubicBezTo>
                    <a:pt x="293" y="214"/>
                    <a:pt x="294" y="214"/>
                    <a:pt x="294" y="213"/>
                  </a:cubicBezTo>
                  <a:cubicBezTo>
                    <a:pt x="297" y="213"/>
                    <a:pt x="300" y="212"/>
                    <a:pt x="302" y="211"/>
                  </a:cubicBezTo>
                  <a:cubicBezTo>
                    <a:pt x="315" y="207"/>
                    <a:pt x="327" y="201"/>
                    <a:pt x="337" y="194"/>
                  </a:cubicBezTo>
                  <a:cubicBezTo>
                    <a:pt x="350" y="185"/>
                    <a:pt x="360" y="173"/>
                    <a:pt x="366" y="160"/>
                  </a:cubicBezTo>
                  <a:cubicBezTo>
                    <a:pt x="372" y="147"/>
                    <a:pt x="375" y="133"/>
                    <a:pt x="375" y="120"/>
                  </a:cubicBezTo>
                  <a:cubicBezTo>
                    <a:pt x="375" y="89"/>
                    <a:pt x="361" y="61"/>
                    <a:pt x="342" y="39"/>
                  </a:cubicBezTo>
                  <a:cubicBezTo>
                    <a:pt x="332" y="28"/>
                    <a:pt x="321" y="19"/>
                    <a:pt x="308" y="12"/>
                  </a:cubicBezTo>
                  <a:cubicBezTo>
                    <a:pt x="297" y="6"/>
                    <a:pt x="284" y="1"/>
                    <a:pt x="270" y="0"/>
                  </a:cubicBezTo>
                  <a:cubicBezTo>
                    <a:pt x="268" y="0"/>
                    <a:pt x="266" y="0"/>
                    <a:pt x="263" y="0"/>
                  </a:cubicBezTo>
                  <a:cubicBezTo>
                    <a:pt x="109" y="0"/>
                    <a:pt x="109" y="0"/>
                    <a:pt x="109" y="0"/>
                  </a:cubicBezTo>
                  <a:cubicBezTo>
                    <a:pt x="106" y="0"/>
                    <a:pt x="104" y="0"/>
                    <a:pt x="102" y="1"/>
                  </a:cubicBezTo>
                  <a:cubicBezTo>
                    <a:pt x="93" y="2"/>
                    <a:pt x="73" y="5"/>
                    <a:pt x="52" y="19"/>
                  </a:cubicBezTo>
                  <a:cubicBezTo>
                    <a:pt x="39" y="28"/>
                    <a:pt x="25" y="42"/>
                    <a:pt x="16" y="61"/>
                  </a:cubicBezTo>
                  <a:cubicBezTo>
                    <a:pt x="6" y="80"/>
                    <a:pt x="0" y="103"/>
                    <a:pt x="1" y="132"/>
                  </a:cubicBezTo>
                  <a:cubicBezTo>
                    <a:pt x="1" y="181"/>
                    <a:pt x="17" y="245"/>
                    <a:pt x="59" y="334"/>
                  </a:cubicBezTo>
                  <a:cubicBezTo>
                    <a:pt x="63" y="342"/>
                    <a:pt x="70" y="348"/>
                    <a:pt x="78" y="351"/>
                  </a:cubicBezTo>
                  <a:cubicBezTo>
                    <a:pt x="78" y="648"/>
                    <a:pt x="78" y="648"/>
                    <a:pt x="78" y="648"/>
                  </a:cubicBezTo>
                  <a:cubicBezTo>
                    <a:pt x="78" y="676"/>
                    <a:pt x="100" y="698"/>
                    <a:pt x="127" y="698"/>
                  </a:cubicBezTo>
                  <a:cubicBezTo>
                    <a:pt x="155" y="698"/>
                    <a:pt x="177" y="676"/>
                    <a:pt x="177" y="648"/>
                  </a:cubicBezTo>
                  <a:close/>
                  <a:moveTo>
                    <a:pt x="65" y="132"/>
                  </a:moveTo>
                  <a:cubicBezTo>
                    <a:pt x="65" y="111"/>
                    <a:pt x="68" y="98"/>
                    <a:pt x="73" y="90"/>
                  </a:cubicBezTo>
                  <a:cubicBezTo>
                    <a:pt x="74" y="87"/>
                    <a:pt x="76" y="84"/>
                    <a:pt x="78" y="82"/>
                  </a:cubicBezTo>
                  <a:cubicBezTo>
                    <a:pt x="78" y="208"/>
                    <a:pt x="78" y="208"/>
                    <a:pt x="78" y="208"/>
                  </a:cubicBezTo>
                  <a:cubicBezTo>
                    <a:pt x="68" y="176"/>
                    <a:pt x="64" y="151"/>
                    <a:pt x="65" y="1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6"/>
            <p:cNvSpPr>
              <a:spLocks/>
            </p:cNvSpPr>
            <p:nvPr/>
          </p:nvSpPr>
          <p:spPr bwMode="auto">
            <a:xfrm>
              <a:off x="3590925" y="2571751"/>
              <a:ext cx="309563" cy="307975"/>
            </a:xfrm>
            <a:custGeom>
              <a:avLst/>
              <a:gdLst>
                <a:gd name="T0" fmla="*/ 120 w 198"/>
                <a:gd name="T1" fmla="*/ 187 h 198"/>
                <a:gd name="T2" fmla="*/ 187 w 198"/>
                <a:gd name="T3" fmla="*/ 79 h 198"/>
                <a:gd name="T4" fmla="*/ 79 w 198"/>
                <a:gd name="T5" fmla="*/ 11 h 198"/>
                <a:gd name="T6" fmla="*/ 12 w 198"/>
                <a:gd name="T7" fmla="*/ 119 h 198"/>
                <a:gd name="T8" fmla="*/ 120 w 198"/>
                <a:gd name="T9" fmla="*/ 187 h 198"/>
              </a:gdLst>
              <a:ahLst/>
              <a:cxnLst>
                <a:cxn ang="0">
                  <a:pos x="T0" y="T1"/>
                </a:cxn>
                <a:cxn ang="0">
                  <a:pos x="T2" y="T3"/>
                </a:cxn>
                <a:cxn ang="0">
                  <a:pos x="T4" y="T5"/>
                </a:cxn>
                <a:cxn ang="0">
                  <a:pos x="T6" y="T7"/>
                </a:cxn>
                <a:cxn ang="0">
                  <a:pos x="T8" y="T9"/>
                </a:cxn>
              </a:cxnLst>
              <a:rect l="0" t="0" r="r" b="b"/>
              <a:pathLst>
                <a:path w="198" h="198">
                  <a:moveTo>
                    <a:pt x="120" y="187"/>
                  </a:moveTo>
                  <a:cubicBezTo>
                    <a:pt x="168" y="175"/>
                    <a:pt x="198" y="127"/>
                    <a:pt x="187" y="79"/>
                  </a:cubicBezTo>
                  <a:cubicBezTo>
                    <a:pt x="176" y="30"/>
                    <a:pt x="127" y="0"/>
                    <a:pt x="79" y="11"/>
                  </a:cubicBezTo>
                  <a:cubicBezTo>
                    <a:pt x="30" y="23"/>
                    <a:pt x="0" y="71"/>
                    <a:pt x="12" y="119"/>
                  </a:cubicBezTo>
                  <a:cubicBezTo>
                    <a:pt x="23" y="168"/>
                    <a:pt x="71" y="198"/>
                    <a:pt x="120" y="1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9" name="组合 18"/>
          <p:cNvGrpSpPr/>
          <p:nvPr/>
        </p:nvGrpSpPr>
        <p:grpSpPr>
          <a:xfrm>
            <a:off x="458788" y="2641601"/>
            <a:ext cx="1241425" cy="1355725"/>
            <a:chOff x="458788" y="2641601"/>
            <a:chExt cx="1241425" cy="1355725"/>
          </a:xfrm>
          <a:solidFill>
            <a:schemeClr val="tx1">
              <a:lumMod val="65000"/>
              <a:lumOff val="35000"/>
            </a:schemeClr>
          </a:solidFill>
        </p:grpSpPr>
        <p:sp>
          <p:nvSpPr>
            <p:cNvPr id="20" name="Freeform 17"/>
            <p:cNvSpPr>
              <a:spLocks/>
            </p:cNvSpPr>
            <p:nvPr/>
          </p:nvSpPr>
          <p:spPr bwMode="auto">
            <a:xfrm>
              <a:off x="458788" y="2936876"/>
              <a:ext cx="1096963" cy="1060450"/>
            </a:xfrm>
            <a:custGeom>
              <a:avLst/>
              <a:gdLst>
                <a:gd name="T0" fmla="*/ 0 w 704"/>
                <a:gd name="T1" fmla="*/ 674 h 680"/>
                <a:gd name="T2" fmla="*/ 44 w 704"/>
                <a:gd name="T3" fmla="*/ 674 h 680"/>
                <a:gd name="T4" fmla="*/ 54 w 704"/>
                <a:gd name="T5" fmla="*/ 546 h 680"/>
                <a:gd name="T6" fmla="*/ 72 w 704"/>
                <a:gd name="T7" fmla="*/ 355 h 680"/>
                <a:gd name="T8" fmla="*/ 81 w 704"/>
                <a:gd name="T9" fmla="*/ 332 h 680"/>
                <a:gd name="T10" fmla="*/ 106 w 704"/>
                <a:gd name="T11" fmla="*/ 316 h 680"/>
                <a:gd name="T12" fmla="*/ 361 w 704"/>
                <a:gd name="T13" fmla="*/ 316 h 680"/>
                <a:gd name="T14" fmla="*/ 386 w 704"/>
                <a:gd name="T15" fmla="*/ 332 h 680"/>
                <a:gd name="T16" fmla="*/ 389 w 704"/>
                <a:gd name="T17" fmla="*/ 337 h 680"/>
                <a:gd name="T18" fmla="*/ 369 w 704"/>
                <a:gd name="T19" fmla="*/ 337 h 680"/>
                <a:gd name="T20" fmla="*/ 326 w 704"/>
                <a:gd name="T21" fmla="*/ 373 h 680"/>
                <a:gd name="T22" fmla="*/ 279 w 704"/>
                <a:gd name="T23" fmla="*/ 628 h 680"/>
                <a:gd name="T24" fmla="*/ 314 w 704"/>
                <a:gd name="T25" fmla="*/ 679 h 680"/>
                <a:gd name="T26" fmla="*/ 322 w 704"/>
                <a:gd name="T27" fmla="*/ 680 h 680"/>
                <a:gd name="T28" fmla="*/ 366 w 704"/>
                <a:gd name="T29" fmla="*/ 644 h 680"/>
                <a:gd name="T30" fmla="*/ 403 w 704"/>
                <a:gd name="T31" fmla="*/ 437 h 680"/>
                <a:gd name="T32" fmla="*/ 413 w 704"/>
                <a:gd name="T33" fmla="*/ 546 h 680"/>
                <a:gd name="T34" fmla="*/ 423 w 704"/>
                <a:gd name="T35" fmla="*/ 674 h 680"/>
                <a:gd name="T36" fmla="*/ 467 w 704"/>
                <a:gd name="T37" fmla="*/ 674 h 680"/>
                <a:gd name="T38" fmla="*/ 446 w 704"/>
                <a:gd name="T39" fmla="*/ 425 h 680"/>
                <a:gd name="T40" fmla="*/ 606 w 704"/>
                <a:gd name="T41" fmla="*/ 425 h 680"/>
                <a:gd name="T42" fmla="*/ 642 w 704"/>
                <a:gd name="T43" fmla="*/ 407 h 680"/>
                <a:gd name="T44" fmla="*/ 688 w 704"/>
                <a:gd name="T45" fmla="*/ 336 h 680"/>
                <a:gd name="T46" fmla="*/ 688 w 704"/>
                <a:gd name="T47" fmla="*/ 96 h 680"/>
                <a:gd name="T48" fmla="*/ 579 w 704"/>
                <a:gd name="T49" fmla="*/ 19 h 680"/>
                <a:gd name="T50" fmla="*/ 529 w 704"/>
                <a:gd name="T51" fmla="*/ 102 h 680"/>
                <a:gd name="T52" fmla="*/ 533 w 704"/>
                <a:gd name="T53" fmla="*/ 100 h 680"/>
                <a:gd name="T54" fmla="*/ 579 w 704"/>
                <a:gd name="T55" fmla="*/ 67 h 680"/>
                <a:gd name="T56" fmla="*/ 579 w 704"/>
                <a:gd name="T57" fmla="*/ 66 h 680"/>
                <a:gd name="T58" fmla="*/ 579 w 704"/>
                <a:gd name="T59" fmla="*/ 66 h 680"/>
                <a:gd name="T60" fmla="*/ 579 w 704"/>
                <a:gd name="T61" fmla="*/ 66 h 680"/>
                <a:gd name="T62" fmla="*/ 623 w 704"/>
                <a:gd name="T63" fmla="*/ 58 h 680"/>
                <a:gd name="T64" fmla="*/ 631 w 704"/>
                <a:gd name="T65" fmla="*/ 103 h 680"/>
                <a:gd name="T66" fmla="*/ 574 w 704"/>
                <a:gd name="T67" fmla="*/ 151 h 680"/>
                <a:gd name="T68" fmla="*/ 537 w 704"/>
                <a:gd name="T69" fmla="*/ 168 h 680"/>
                <a:gd name="T70" fmla="*/ 531 w 704"/>
                <a:gd name="T71" fmla="*/ 303 h 680"/>
                <a:gd name="T72" fmla="*/ 530 w 704"/>
                <a:gd name="T73" fmla="*/ 337 h 680"/>
                <a:gd name="T74" fmla="*/ 436 w 704"/>
                <a:gd name="T75" fmla="*/ 337 h 680"/>
                <a:gd name="T76" fmla="*/ 428 w 704"/>
                <a:gd name="T77" fmla="*/ 316 h 680"/>
                <a:gd name="T78" fmla="*/ 443 w 704"/>
                <a:gd name="T79" fmla="*/ 316 h 680"/>
                <a:gd name="T80" fmla="*/ 455 w 704"/>
                <a:gd name="T81" fmla="*/ 304 h 680"/>
                <a:gd name="T82" fmla="*/ 455 w 704"/>
                <a:gd name="T83" fmla="*/ 264 h 680"/>
                <a:gd name="T84" fmla="*/ 443 w 704"/>
                <a:gd name="T85" fmla="*/ 251 h 680"/>
                <a:gd name="T86" fmla="*/ 24 w 704"/>
                <a:gd name="T87" fmla="*/ 251 h 680"/>
                <a:gd name="T88" fmla="*/ 12 w 704"/>
                <a:gd name="T89" fmla="*/ 264 h 680"/>
                <a:gd name="T90" fmla="*/ 12 w 704"/>
                <a:gd name="T91" fmla="*/ 304 h 680"/>
                <a:gd name="T92" fmla="*/ 24 w 704"/>
                <a:gd name="T93" fmla="*/ 316 h 680"/>
                <a:gd name="T94" fmla="*/ 39 w 704"/>
                <a:gd name="T95" fmla="*/ 316 h 680"/>
                <a:gd name="T96" fmla="*/ 28 w 704"/>
                <a:gd name="T97" fmla="*/ 351 h 680"/>
                <a:gd name="T98" fmla="*/ 0 w 704"/>
                <a:gd name="T99" fmla="*/ 674 h 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04" h="680">
                  <a:moveTo>
                    <a:pt x="0" y="674"/>
                  </a:moveTo>
                  <a:cubicBezTo>
                    <a:pt x="44" y="674"/>
                    <a:pt x="44" y="674"/>
                    <a:pt x="44" y="674"/>
                  </a:cubicBezTo>
                  <a:cubicBezTo>
                    <a:pt x="46" y="649"/>
                    <a:pt x="50" y="600"/>
                    <a:pt x="54" y="546"/>
                  </a:cubicBezTo>
                  <a:cubicBezTo>
                    <a:pt x="60" y="468"/>
                    <a:pt x="68" y="396"/>
                    <a:pt x="72" y="355"/>
                  </a:cubicBezTo>
                  <a:cubicBezTo>
                    <a:pt x="73" y="344"/>
                    <a:pt x="76" y="338"/>
                    <a:pt x="81" y="332"/>
                  </a:cubicBezTo>
                  <a:cubicBezTo>
                    <a:pt x="86" y="325"/>
                    <a:pt x="95" y="320"/>
                    <a:pt x="106" y="316"/>
                  </a:cubicBezTo>
                  <a:cubicBezTo>
                    <a:pt x="361" y="316"/>
                    <a:pt x="361" y="316"/>
                    <a:pt x="361" y="316"/>
                  </a:cubicBezTo>
                  <a:cubicBezTo>
                    <a:pt x="372" y="320"/>
                    <a:pt x="381" y="325"/>
                    <a:pt x="386" y="332"/>
                  </a:cubicBezTo>
                  <a:cubicBezTo>
                    <a:pt x="387" y="334"/>
                    <a:pt x="388" y="335"/>
                    <a:pt x="389" y="337"/>
                  </a:cubicBezTo>
                  <a:cubicBezTo>
                    <a:pt x="369" y="337"/>
                    <a:pt x="369" y="337"/>
                    <a:pt x="369" y="337"/>
                  </a:cubicBezTo>
                  <a:cubicBezTo>
                    <a:pt x="348" y="337"/>
                    <a:pt x="330" y="352"/>
                    <a:pt x="326" y="373"/>
                  </a:cubicBezTo>
                  <a:cubicBezTo>
                    <a:pt x="279" y="628"/>
                    <a:pt x="279" y="628"/>
                    <a:pt x="279" y="628"/>
                  </a:cubicBezTo>
                  <a:cubicBezTo>
                    <a:pt x="275" y="652"/>
                    <a:pt x="291" y="675"/>
                    <a:pt x="314" y="679"/>
                  </a:cubicBezTo>
                  <a:cubicBezTo>
                    <a:pt x="317" y="679"/>
                    <a:pt x="320" y="680"/>
                    <a:pt x="322" y="680"/>
                  </a:cubicBezTo>
                  <a:cubicBezTo>
                    <a:pt x="343" y="680"/>
                    <a:pt x="362" y="665"/>
                    <a:pt x="366" y="644"/>
                  </a:cubicBezTo>
                  <a:cubicBezTo>
                    <a:pt x="403" y="437"/>
                    <a:pt x="403" y="437"/>
                    <a:pt x="403" y="437"/>
                  </a:cubicBezTo>
                  <a:cubicBezTo>
                    <a:pt x="406" y="470"/>
                    <a:pt x="410" y="507"/>
                    <a:pt x="413" y="546"/>
                  </a:cubicBezTo>
                  <a:cubicBezTo>
                    <a:pt x="417" y="600"/>
                    <a:pt x="421" y="649"/>
                    <a:pt x="423" y="674"/>
                  </a:cubicBezTo>
                  <a:cubicBezTo>
                    <a:pt x="467" y="674"/>
                    <a:pt x="467" y="674"/>
                    <a:pt x="467" y="674"/>
                  </a:cubicBezTo>
                  <a:cubicBezTo>
                    <a:pt x="464" y="632"/>
                    <a:pt x="454" y="513"/>
                    <a:pt x="446" y="425"/>
                  </a:cubicBezTo>
                  <a:cubicBezTo>
                    <a:pt x="606" y="425"/>
                    <a:pt x="606" y="425"/>
                    <a:pt x="606" y="425"/>
                  </a:cubicBezTo>
                  <a:cubicBezTo>
                    <a:pt x="621" y="425"/>
                    <a:pt x="634" y="418"/>
                    <a:pt x="642" y="407"/>
                  </a:cubicBezTo>
                  <a:cubicBezTo>
                    <a:pt x="663" y="393"/>
                    <a:pt x="681" y="369"/>
                    <a:pt x="688" y="336"/>
                  </a:cubicBezTo>
                  <a:cubicBezTo>
                    <a:pt x="704" y="257"/>
                    <a:pt x="704" y="175"/>
                    <a:pt x="688" y="96"/>
                  </a:cubicBezTo>
                  <a:cubicBezTo>
                    <a:pt x="674" y="33"/>
                    <a:pt x="619" y="0"/>
                    <a:pt x="579" y="19"/>
                  </a:cubicBezTo>
                  <a:cubicBezTo>
                    <a:pt x="548" y="34"/>
                    <a:pt x="531" y="68"/>
                    <a:pt x="529" y="102"/>
                  </a:cubicBezTo>
                  <a:cubicBezTo>
                    <a:pt x="531" y="102"/>
                    <a:pt x="532" y="101"/>
                    <a:pt x="533" y="100"/>
                  </a:cubicBezTo>
                  <a:cubicBezTo>
                    <a:pt x="563" y="85"/>
                    <a:pt x="576" y="69"/>
                    <a:pt x="579" y="67"/>
                  </a:cubicBezTo>
                  <a:cubicBezTo>
                    <a:pt x="579" y="66"/>
                    <a:pt x="579" y="66"/>
                    <a:pt x="579" y="66"/>
                  </a:cubicBezTo>
                  <a:cubicBezTo>
                    <a:pt x="579" y="66"/>
                    <a:pt x="579" y="66"/>
                    <a:pt x="579" y="66"/>
                  </a:cubicBezTo>
                  <a:cubicBezTo>
                    <a:pt x="579" y="66"/>
                    <a:pt x="579" y="66"/>
                    <a:pt x="579" y="66"/>
                  </a:cubicBezTo>
                  <a:cubicBezTo>
                    <a:pt x="589" y="52"/>
                    <a:pt x="609" y="48"/>
                    <a:pt x="623" y="58"/>
                  </a:cubicBezTo>
                  <a:cubicBezTo>
                    <a:pt x="638" y="68"/>
                    <a:pt x="641" y="88"/>
                    <a:pt x="631" y="103"/>
                  </a:cubicBezTo>
                  <a:cubicBezTo>
                    <a:pt x="629" y="106"/>
                    <a:pt x="613" y="129"/>
                    <a:pt x="574" y="151"/>
                  </a:cubicBezTo>
                  <a:cubicBezTo>
                    <a:pt x="563" y="157"/>
                    <a:pt x="551" y="163"/>
                    <a:pt x="537" y="168"/>
                  </a:cubicBezTo>
                  <a:cubicBezTo>
                    <a:pt x="543" y="213"/>
                    <a:pt x="541" y="259"/>
                    <a:pt x="531" y="303"/>
                  </a:cubicBezTo>
                  <a:cubicBezTo>
                    <a:pt x="529" y="314"/>
                    <a:pt x="528" y="325"/>
                    <a:pt x="530" y="337"/>
                  </a:cubicBezTo>
                  <a:cubicBezTo>
                    <a:pt x="436" y="337"/>
                    <a:pt x="436" y="337"/>
                    <a:pt x="436" y="337"/>
                  </a:cubicBezTo>
                  <a:cubicBezTo>
                    <a:pt x="435" y="329"/>
                    <a:pt x="432" y="322"/>
                    <a:pt x="428" y="316"/>
                  </a:cubicBezTo>
                  <a:cubicBezTo>
                    <a:pt x="443" y="316"/>
                    <a:pt x="443" y="316"/>
                    <a:pt x="443" y="316"/>
                  </a:cubicBezTo>
                  <a:cubicBezTo>
                    <a:pt x="450" y="316"/>
                    <a:pt x="455" y="311"/>
                    <a:pt x="455" y="304"/>
                  </a:cubicBezTo>
                  <a:cubicBezTo>
                    <a:pt x="455" y="264"/>
                    <a:pt x="455" y="264"/>
                    <a:pt x="455" y="264"/>
                  </a:cubicBezTo>
                  <a:cubicBezTo>
                    <a:pt x="455" y="257"/>
                    <a:pt x="450" y="251"/>
                    <a:pt x="443" y="251"/>
                  </a:cubicBezTo>
                  <a:cubicBezTo>
                    <a:pt x="24" y="251"/>
                    <a:pt x="24" y="251"/>
                    <a:pt x="24" y="251"/>
                  </a:cubicBezTo>
                  <a:cubicBezTo>
                    <a:pt x="17" y="251"/>
                    <a:pt x="12" y="257"/>
                    <a:pt x="12" y="264"/>
                  </a:cubicBezTo>
                  <a:cubicBezTo>
                    <a:pt x="12" y="304"/>
                    <a:pt x="12" y="304"/>
                    <a:pt x="12" y="304"/>
                  </a:cubicBezTo>
                  <a:cubicBezTo>
                    <a:pt x="12" y="311"/>
                    <a:pt x="17" y="316"/>
                    <a:pt x="24" y="316"/>
                  </a:cubicBezTo>
                  <a:cubicBezTo>
                    <a:pt x="39" y="316"/>
                    <a:pt x="39" y="316"/>
                    <a:pt x="39" y="316"/>
                  </a:cubicBezTo>
                  <a:cubicBezTo>
                    <a:pt x="33" y="326"/>
                    <a:pt x="29" y="338"/>
                    <a:pt x="28" y="351"/>
                  </a:cubicBezTo>
                  <a:cubicBezTo>
                    <a:pt x="21" y="423"/>
                    <a:pt x="4" y="618"/>
                    <a:pt x="0" y="6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18"/>
            <p:cNvSpPr>
              <a:spLocks/>
            </p:cNvSpPr>
            <p:nvPr/>
          </p:nvSpPr>
          <p:spPr bwMode="auto">
            <a:xfrm>
              <a:off x="584200" y="2874963"/>
              <a:ext cx="515938" cy="438150"/>
            </a:xfrm>
            <a:custGeom>
              <a:avLst/>
              <a:gdLst>
                <a:gd name="T0" fmla="*/ 59 w 330"/>
                <a:gd name="T1" fmla="*/ 258 h 281"/>
                <a:gd name="T2" fmla="*/ 59 w 330"/>
                <a:gd name="T3" fmla="*/ 272 h 281"/>
                <a:gd name="T4" fmla="*/ 69 w 330"/>
                <a:gd name="T5" fmla="*/ 281 h 281"/>
                <a:gd name="T6" fmla="*/ 321 w 330"/>
                <a:gd name="T7" fmla="*/ 281 h 281"/>
                <a:gd name="T8" fmla="*/ 330 w 330"/>
                <a:gd name="T9" fmla="*/ 272 h 281"/>
                <a:gd name="T10" fmla="*/ 330 w 330"/>
                <a:gd name="T11" fmla="*/ 258 h 281"/>
                <a:gd name="T12" fmla="*/ 321 w 330"/>
                <a:gd name="T13" fmla="*/ 248 h 281"/>
                <a:gd name="T14" fmla="*/ 114 w 330"/>
                <a:gd name="T15" fmla="*/ 248 h 281"/>
                <a:gd name="T16" fmla="*/ 114 w 330"/>
                <a:gd name="T17" fmla="*/ 246 h 281"/>
                <a:gd name="T18" fmla="*/ 32 w 330"/>
                <a:gd name="T19" fmla="*/ 8 h 281"/>
                <a:gd name="T20" fmla="*/ 21 w 330"/>
                <a:gd name="T21" fmla="*/ 2 h 281"/>
                <a:gd name="T22" fmla="*/ 7 w 330"/>
                <a:gd name="T23" fmla="*/ 6 h 281"/>
                <a:gd name="T24" fmla="*/ 1 w 330"/>
                <a:gd name="T25" fmla="*/ 18 h 281"/>
                <a:gd name="T26" fmla="*/ 80 w 330"/>
                <a:gd name="T27" fmla="*/ 248 h 281"/>
                <a:gd name="T28" fmla="*/ 69 w 330"/>
                <a:gd name="T29" fmla="*/ 248 h 281"/>
                <a:gd name="T30" fmla="*/ 59 w 330"/>
                <a:gd name="T31" fmla="*/ 258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30" h="281">
                  <a:moveTo>
                    <a:pt x="59" y="258"/>
                  </a:moveTo>
                  <a:cubicBezTo>
                    <a:pt x="59" y="272"/>
                    <a:pt x="59" y="272"/>
                    <a:pt x="59" y="272"/>
                  </a:cubicBezTo>
                  <a:cubicBezTo>
                    <a:pt x="59" y="277"/>
                    <a:pt x="63" y="281"/>
                    <a:pt x="69" y="281"/>
                  </a:cubicBezTo>
                  <a:cubicBezTo>
                    <a:pt x="321" y="281"/>
                    <a:pt x="321" y="281"/>
                    <a:pt x="321" y="281"/>
                  </a:cubicBezTo>
                  <a:cubicBezTo>
                    <a:pt x="326" y="281"/>
                    <a:pt x="330" y="277"/>
                    <a:pt x="330" y="272"/>
                  </a:cubicBezTo>
                  <a:cubicBezTo>
                    <a:pt x="330" y="258"/>
                    <a:pt x="330" y="258"/>
                    <a:pt x="330" y="258"/>
                  </a:cubicBezTo>
                  <a:cubicBezTo>
                    <a:pt x="330" y="253"/>
                    <a:pt x="326" y="248"/>
                    <a:pt x="321" y="248"/>
                  </a:cubicBezTo>
                  <a:cubicBezTo>
                    <a:pt x="114" y="248"/>
                    <a:pt x="114" y="248"/>
                    <a:pt x="114" y="248"/>
                  </a:cubicBezTo>
                  <a:cubicBezTo>
                    <a:pt x="114" y="248"/>
                    <a:pt x="114" y="247"/>
                    <a:pt x="114" y="246"/>
                  </a:cubicBezTo>
                  <a:cubicBezTo>
                    <a:pt x="32" y="8"/>
                    <a:pt x="32" y="8"/>
                    <a:pt x="32" y="8"/>
                  </a:cubicBezTo>
                  <a:cubicBezTo>
                    <a:pt x="31" y="3"/>
                    <a:pt x="25" y="0"/>
                    <a:pt x="21" y="2"/>
                  </a:cubicBezTo>
                  <a:cubicBezTo>
                    <a:pt x="7" y="6"/>
                    <a:pt x="7" y="6"/>
                    <a:pt x="7" y="6"/>
                  </a:cubicBezTo>
                  <a:cubicBezTo>
                    <a:pt x="2" y="8"/>
                    <a:pt x="0" y="13"/>
                    <a:pt x="1" y="18"/>
                  </a:cubicBezTo>
                  <a:cubicBezTo>
                    <a:pt x="80" y="248"/>
                    <a:pt x="80" y="248"/>
                    <a:pt x="80" y="248"/>
                  </a:cubicBezTo>
                  <a:cubicBezTo>
                    <a:pt x="69" y="248"/>
                    <a:pt x="69" y="248"/>
                    <a:pt x="69" y="248"/>
                  </a:cubicBezTo>
                  <a:cubicBezTo>
                    <a:pt x="63" y="248"/>
                    <a:pt x="59" y="253"/>
                    <a:pt x="59" y="2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19"/>
            <p:cNvSpPr>
              <a:spLocks/>
            </p:cNvSpPr>
            <p:nvPr/>
          </p:nvSpPr>
          <p:spPr bwMode="auto">
            <a:xfrm>
              <a:off x="1162050" y="2641601"/>
              <a:ext cx="307975" cy="309563"/>
            </a:xfrm>
            <a:custGeom>
              <a:avLst/>
              <a:gdLst>
                <a:gd name="T0" fmla="*/ 119 w 198"/>
                <a:gd name="T1" fmla="*/ 186 h 198"/>
                <a:gd name="T2" fmla="*/ 186 w 198"/>
                <a:gd name="T3" fmla="*/ 78 h 198"/>
                <a:gd name="T4" fmla="*/ 78 w 198"/>
                <a:gd name="T5" fmla="*/ 11 h 198"/>
                <a:gd name="T6" fmla="*/ 11 w 198"/>
                <a:gd name="T7" fmla="*/ 119 h 198"/>
                <a:gd name="T8" fmla="*/ 119 w 198"/>
                <a:gd name="T9" fmla="*/ 186 h 198"/>
              </a:gdLst>
              <a:ahLst/>
              <a:cxnLst>
                <a:cxn ang="0">
                  <a:pos x="T0" y="T1"/>
                </a:cxn>
                <a:cxn ang="0">
                  <a:pos x="T2" y="T3"/>
                </a:cxn>
                <a:cxn ang="0">
                  <a:pos x="T4" y="T5"/>
                </a:cxn>
                <a:cxn ang="0">
                  <a:pos x="T6" y="T7"/>
                </a:cxn>
                <a:cxn ang="0">
                  <a:pos x="T8" y="T9"/>
                </a:cxn>
              </a:cxnLst>
              <a:rect l="0" t="0" r="r" b="b"/>
              <a:pathLst>
                <a:path w="198" h="198">
                  <a:moveTo>
                    <a:pt x="119" y="186"/>
                  </a:moveTo>
                  <a:cubicBezTo>
                    <a:pt x="167" y="175"/>
                    <a:pt x="198" y="127"/>
                    <a:pt x="186" y="78"/>
                  </a:cubicBezTo>
                  <a:cubicBezTo>
                    <a:pt x="175" y="30"/>
                    <a:pt x="127" y="0"/>
                    <a:pt x="78" y="11"/>
                  </a:cubicBezTo>
                  <a:cubicBezTo>
                    <a:pt x="30" y="22"/>
                    <a:pt x="0" y="71"/>
                    <a:pt x="11" y="119"/>
                  </a:cubicBezTo>
                  <a:cubicBezTo>
                    <a:pt x="22" y="167"/>
                    <a:pt x="71" y="198"/>
                    <a:pt x="119" y="1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20"/>
            <p:cNvSpPr>
              <a:spLocks/>
            </p:cNvSpPr>
            <p:nvPr/>
          </p:nvSpPr>
          <p:spPr bwMode="auto">
            <a:xfrm>
              <a:off x="942975" y="3032126"/>
              <a:ext cx="501650" cy="193675"/>
            </a:xfrm>
            <a:custGeom>
              <a:avLst/>
              <a:gdLst>
                <a:gd name="T0" fmla="*/ 259 w 321"/>
                <a:gd name="T1" fmla="*/ 83 h 125"/>
                <a:gd name="T2" fmla="*/ 314 w 321"/>
                <a:gd name="T3" fmla="*/ 37 h 125"/>
                <a:gd name="T4" fmla="*/ 308 w 321"/>
                <a:gd name="T5" fmla="*/ 4 h 125"/>
                <a:gd name="T6" fmla="*/ 294 w 321"/>
                <a:gd name="T7" fmla="*/ 0 h 125"/>
                <a:gd name="T8" fmla="*/ 274 w 321"/>
                <a:gd name="T9" fmla="*/ 10 h 125"/>
                <a:gd name="T10" fmla="*/ 274 w 321"/>
                <a:gd name="T11" fmla="*/ 10 h 125"/>
                <a:gd name="T12" fmla="*/ 274 w 321"/>
                <a:gd name="T13" fmla="*/ 10 h 125"/>
                <a:gd name="T14" fmla="*/ 274 w 321"/>
                <a:gd name="T15" fmla="*/ 11 h 125"/>
                <a:gd name="T16" fmla="*/ 274 w 321"/>
                <a:gd name="T17" fmla="*/ 11 h 125"/>
                <a:gd name="T18" fmla="*/ 226 w 321"/>
                <a:gd name="T19" fmla="*/ 46 h 125"/>
                <a:gd name="T20" fmla="*/ 218 w 321"/>
                <a:gd name="T21" fmla="*/ 50 h 125"/>
                <a:gd name="T22" fmla="*/ 75 w 321"/>
                <a:gd name="T23" fmla="*/ 77 h 125"/>
                <a:gd name="T24" fmla="*/ 27 w 321"/>
                <a:gd name="T25" fmla="*/ 75 h 125"/>
                <a:gd name="T26" fmla="*/ 25 w 321"/>
                <a:gd name="T27" fmla="*/ 75 h 125"/>
                <a:gd name="T28" fmla="*/ 1 w 321"/>
                <a:gd name="T29" fmla="*/ 97 h 125"/>
                <a:gd name="T30" fmla="*/ 23 w 321"/>
                <a:gd name="T31" fmla="*/ 123 h 125"/>
                <a:gd name="T32" fmla="*/ 75 w 321"/>
                <a:gd name="T33" fmla="*/ 125 h 125"/>
                <a:gd name="T34" fmla="*/ 75 w 321"/>
                <a:gd name="T35" fmla="*/ 125 h 125"/>
                <a:gd name="T36" fmla="*/ 225 w 321"/>
                <a:gd name="T37" fmla="*/ 99 h 125"/>
                <a:gd name="T38" fmla="*/ 259 w 321"/>
                <a:gd name="T39" fmla="*/ 83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1" h="125">
                  <a:moveTo>
                    <a:pt x="259" y="83"/>
                  </a:moveTo>
                  <a:cubicBezTo>
                    <a:pt x="297" y="62"/>
                    <a:pt x="312" y="40"/>
                    <a:pt x="314" y="37"/>
                  </a:cubicBezTo>
                  <a:cubicBezTo>
                    <a:pt x="321" y="26"/>
                    <a:pt x="319" y="11"/>
                    <a:pt x="308" y="4"/>
                  </a:cubicBezTo>
                  <a:cubicBezTo>
                    <a:pt x="304" y="1"/>
                    <a:pt x="299" y="0"/>
                    <a:pt x="294" y="0"/>
                  </a:cubicBezTo>
                  <a:cubicBezTo>
                    <a:pt x="286" y="0"/>
                    <a:pt x="279" y="3"/>
                    <a:pt x="274" y="10"/>
                  </a:cubicBezTo>
                  <a:cubicBezTo>
                    <a:pt x="274" y="10"/>
                    <a:pt x="274" y="10"/>
                    <a:pt x="274" y="10"/>
                  </a:cubicBezTo>
                  <a:cubicBezTo>
                    <a:pt x="274" y="10"/>
                    <a:pt x="274" y="10"/>
                    <a:pt x="274" y="10"/>
                  </a:cubicBezTo>
                  <a:cubicBezTo>
                    <a:pt x="274" y="11"/>
                    <a:pt x="274" y="11"/>
                    <a:pt x="274" y="11"/>
                  </a:cubicBezTo>
                  <a:cubicBezTo>
                    <a:pt x="274" y="11"/>
                    <a:pt x="274" y="11"/>
                    <a:pt x="274" y="11"/>
                  </a:cubicBezTo>
                  <a:cubicBezTo>
                    <a:pt x="270" y="15"/>
                    <a:pt x="256" y="31"/>
                    <a:pt x="226" y="46"/>
                  </a:cubicBezTo>
                  <a:cubicBezTo>
                    <a:pt x="223" y="48"/>
                    <a:pt x="221" y="49"/>
                    <a:pt x="218" y="50"/>
                  </a:cubicBezTo>
                  <a:cubicBezTo>
                    <a:pt x="179" y="68"/>
                    <a:pt x="131" y="77"/>
                    <a:pt x="75" y="77"/>
                  </a:cubicBezTo>
                  <a:cubicBezTo>
                    <a:pt x="60" y="77"/>
                    <a:pt x="44" y="76"/>
                    <a:pt x="27" y="75"/>
                  </a:cubicBezTo>
                  <a:cubicBezTo>
                    <a:pt x="27" y="75"/>
                    <a:pt x="26" y="75"/>
                    <a:pt x="25" y="75"/>
                  </a:cubicBezTo>
                  <a:cubicBezTo>
                    <a:pt x="13" y="75"/>
                    <a:pt x="3" y="85"/>
                    <a:pt x="1" y="97"/>
                  </a:cubicBezTo>
                  <a:cubicBezTo>
                    <a:pt x="0" y="110"/>
                    <a:pt x="10" y="122"/>
                    <a:pt x="23" y="123"/>
                  </a:cubicBezTo>
                  <a:cubicBezTo>
                    <a:pt x="41" y="124"/>
                    <a:pt x="58" y="125"/>
                    <a:pt x="75" y="125"/>
                  </a:cubicBezTo>
                  <a:cubicBezTo>
                    <a:pt x="75" y="125"/>
                    <a:pt x="75" y="125"/>
                    <a:pt x="75" y="125"/>
                  </a:cubicBezTo>
                  <a:cubicBezTo>
                    <a:pt x="142" y="125"/>
                    <a:pt x="191" y="113"/>
                    <a:pt x="225" y="99"/>
                  </a:cubicBezTo>
                  <a:cubicBezTo>
                    <a:pt x="238" y="94"/>
                    <a:pt x="250" y="88"/>
                    <a:pt x="259"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1"/>
            <p:cNvSpPr>
              <a:spLocks/>
            </p:cNvSpPr>
            <p:nvPr/>
          </p:nvSpPr>
          <p:spPr bwMode="auto">
            <a:xfrm>
              <a:off x="1238250" y="3636963"/>
              <a:ext cx="461963" cy="342900"/>
            </a:xfrm>
            <a:custGeom>
              <a:avLst/>
              <a:gdLst>
                <a:gd name="T0" fmla="*/ 0 w 291"/>
                <a:gd name="T1" fmla="*/ 216 h 216"/>
                <a:gd name="T2" fmla="*/ 291 w 291"/>
                <a:gd name="T3" fmla="*/ 216 h 216"/>
                <a:gd name="T4" fmla="*/ 253 w 291"/>
                <a:gd name="T5" fmla="*/ 0 h 216"/>
                <a:gd name="T6" fmla="*/ 37 w 291"/>
                <a:gd name="T7" fmla="*/ 0 h 216"/>
                <a:gd name="T8" fmla="*/ 0 w 291"/>
                <a:gd name="T9" fmla="*/ 216 h 216"/>
              </a:gdLst>
              <a:ahLst/>
              <a:cxnLst>
                <a:cxn ang="0">
                  <a:pos x="T0" y="T1"/>
                </a:cxn>
                <a:cxn ang="0">
                  <a:pos x="T2" y="T3"/>
                </a:cxn>
                <a:cxn ang="0">
                  <a:pos x="T4" y="T5"/>
                </a:cxn>
                <a:cxn ang="0">
                  <a:pos x="T6" y="T7"/>
                </a:cxn>
                <a:cxn ang="0">
                  <a:pos x="T8" y="T9"/>
                </a:cxn>
              </a:cxnLst>
              <a:rect l="0" t="0" r="r" b="b"/>
              <a:pathLst>
                <a:path w="291" h="216">
                  <a:moveTo>
                    <a:pt x="0" y="216"/>
                  </a:moveTo>
                  <a:lnTo>
                    <a:pt x="291" y="216"/>
                  </a:lnTo>
                  <a:lnTo>
                    <a:pt x="253" y="0"/>
                  </a:lnTo>
                  <a:lnTo>
                    <a:pt x="37" y="0"/>
                  </a:lnTo>
                  <a:lnTo>
                    <a:pt x="0" y="2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5" name="组合 24"/>
          <p:cNvGrpSpPr/>
          <p:nvPr/>
        </p:nvGrpSpPr>
        <p:grpSpPr>
          <a:xfrm>
            <a:off x="1954213" y="2524126"/>
            <a:ext cx="1241425" cy="1473200"/>
            <a:chOff x="1954213" y="2524126"/>
            <a:chExt cx="1241425" cy="1473200"/>
          </a:xfrm>
          <a:solidFill>
            <a:schemeClr val="tx1">
              <a:lumMod val="65000"/>
              <a:lumOff val="35000"/>
            </a:schemeClr>
          </a:solidFill>
        </p:grpSpPr>
        <p:sp>
          <p:nvSpPr>
            <p:cNvPr id="26" name="Freeform 22"/>
            <p:cNvSpPr>
              <a:spLocks noEditPoints="1"/>
            </p:cNvSpPr>
            <p:nvPr/>
          </p:nvSpPr>
          <p:spPr bwMode="auto">
            <a:xfrm>
              <a:off x="1954213" y="3060701"/>
              <a:ext cx="1046163" cy="936625"/>
            </a:xfrm>
            <a:custGeom>
              <a:avLst/>
              <a:gdLst>
                <a:gd name="T0" fmla="*/ 413 w 671"/>
                <a:gd name="T1" fmla="*/ 466 h 600"/>
                <a:gd name="T2" fmla="*/ 423 w 671"/>
                <a:gd name="T3" fmla="*/ 594 h 600"/>
                <a:gd name="T4" fmla="*/ 467 w 671"/>
                <a:gd name="T5" fmla="*/ 594 h 600"/>
                <a:gd name="T6" fmla="*/ 446 w 671"/>
                <a:gd name="T7" fmla="*/ 344 h 600"/>
                <a:gd name="T8" fmla="*/ 613 w 671"/>
                <a:gd name="T9" fmla="*/ 344 h 600"/>
                <a:gd name="T10" fmla="*/ 656 w 671"/>
                <a:gd name="T11" fmla="*/ 304 h 600"/>
                <a:gd name="T12" fmla="*/ 645 w 671"/>
                <a:gd name="T13" fmla="*/ 200 h 600"/>
                <a:gd name="T14" fmla="*/ 472 w 671"/>
                <a:gd name="T15" fmla="*/ 34 h 600"/>
                <a:gd name="T16" fmla="*/ 341 w 671"/>
                <a:gd name="T17" fmla="*/ 59 h 600"/>
                <a:gd name="T18" fmla="*/ 337 w 671"/>
                <a:gd name="T19" fmla="*/ 85 h 600"/>
                <a:gd name="T20" fmla="*/ 339 w 671"/>
                <a:gd name="T21" fmla="*/ 84 h 600"/>
                <a:gd name="T22" fmla="*/ 386 w 671"/>
                <a:gd name="T23" fmla="*/ 54 h 600"/>
                <a:gd name="T24" fmla="*/ 387 w 671"/>
                <a:gd name="T25" fmla="*/ 53 h 600"/>
                <a:gd name="T26" fmla="*/ 387 w 671"/>
                <a:gd name="T27" fmla="*/ 53 h 600"/>
                <a:gd name="T28" fmla="*/ 387 w 671"/>
                <a:gd name="T29" fmla="*/ 53 h 600"/>
                <a:gd name="T30" fmla="*/ 431 w 671"/>
                <a:gd name="T31" fmla="*/ 48 h 600"/>
                <a:gd name="T32" fmla="*/ 437 w 671"/>
                <a:gd name="T33" fmla="*/ 93 h 600"/>
                <a:gd name="T34" fmla="*/ 376 w 671"/>
                <a:gd name="T35" fmla="*/ 138 h 600"/>
                <a:gd name="T36" fmla="*/ 360 w 671"/>
                <a:gd name="T37" fmla="*/ 145 h 600"/>
                <a:gd name="T38" fmla="*/ 388 w 671"/>
                <a:gd name="T39" fmla="*/ 170 h 600"/>
                <a:gd name="T40" fmla="*/ 390 w 671"/>
                <a:gd name="T41" fmla="*/ 171 h 600"/>
                <a:gd name="T42" fmla="*/ 24 w 671"/>
                <a:gd name="T43" fmla="*/ 171 h 600"/>
                <a:gd name="T44" fmla="*/ 12 w 671"/>
                <a:gd name="T45" fmla="*/ 184 h 600"/>
                <a:gd name="T46" fmla="*/ 12 w 671"/>
                <a:gd name="T47" fmla="*/ 224 h 600"/>
                <a:gd name="T48" fmla="*/ 24 w 671"/>
                <a:gd name="T49" fmla="*/ 236 h 600"/>
                <a:gd name="T50" fmla="*/ 39 w 671"/>
                <a:gd name="T51" fmla="*/ 236 h 600"/>
                <a:gd name="T52" fmla="*/ 28 w 671"/>
                <a:gd name="T53" fmla="*/ 271 h 600"/>
                <a:gd name="T54" fmla="*/ 0 w 671"/>
                <a:gd name="T55" fmla="*/ 594 h 600"/>
                <a:gd name="T56" fmla="*/ 44 w 671"/>
                <a:gd name="T57" fmla="*/ 594 h 600"/>
                <a:gd name="T58" fmla="*/ 54 w 671"/>
                <a:gd name="T59" fmla="*/ 466 h 600"/>
                <a:gd name="T60" fmla="*/ 72 w 671"/>
                <a:gd name="T61" fmla="*/ 275 h 600"/>
                <a:gd name="T62" fmla="*/ 81 w 671"/>
                <a:gd name="T63" fmla="*/ 252 h 600"/>
                <a:gd name="T64" fmla="*/ 106 w 671"/>
                <a:gd name="T65" fmla="*/ 236 h 600"/>
                <a:gd name="T66" fmla="*/ 361 w 671"/>
                <a:gd name="T67" fmla="*/ 236 h 600"/>
                <a:gd name="T68" fmla="*/ 386 w 671"/>
                <a:gd name="T69" fmla="*/ 252 h 600"/>
                <a:gd name="T70" fmla="*/ 389 w 671"/>
                <a:gd name="T71" fmla="*/ 257 h 600"/>
                <a:gd name="T72" fmla="*/ 369 w 671"/>
                <a:gd name="T73" fmla="*/ 257 h 600"/>
                <a:gd name="T74" fmla="*/ 326 w 671"/>
                <a:gd name="T75" fmla="*/ 293 h 600"/>
                <a:gd name="T76" fmla="*/ 279 w 671"/>
                <a:gd name="T77" fmla="*/ 548 h 600"/>
                <a:gd name="T78" fmla="*/ 315 w 671"/>
                <a:gd name="T79" fmla="*/ 599 h 600"/>
                <a:gd name="T80" fmla="*/ 323 w 671"/>
                <a:gd name="T81" fmla="*/ 600 h 600"/>
                <a:gd name="T82" fmla="*/ 366 w 671"/>
                <a:gd name="T83" fmla="*/ 564 h 600"/>
                <a:gd name="T84" fmla="*/ 404 w 671"/>
                <a:gd name="T85" fmla="*/ 357 h 600"/>
                <a:gd name="T86" fmla="*/ 413 w 671"/>
                <a:gd name="T87" fmla="*/ 466 h 600"/>
                <a:gd name="T88" fmla="*/ 428 w 671"/>
                <a:gd name="T89" fmla="*/ 236 h 600"/>
                <a:gd name="T90" fmla="*/ 443 w 671"/>
                <a:gd name="T91" fmla="*/ 236 h 600"/>
                <a:gd name="T92" fmla="*/ 455 w 671"/>
                <a:gd name="T93" fmla="*/ 224 h 600"/>
                <a:gd name="T94" fmla="*/ 455 w 671"/>
                <a:gd name="T95" fmla="*/ 222 h 600"/>
                <a:gd name="T96" fmla="*/ 488 w 671"/>
                <a:gd name="T97" fmla="*/ 256 h 600"/>
                <a:gd name="T98" fmla="*/ 437 w 671"/>
                <a:gd name="T99" fmla="*/ 256 h 600"/>
                <a:gd name="T100" fmla="*/ 428 w 671"/>
                <a:gd name="T101" fmla="*/ 236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71" h="600">
                  <a:moveTo>
                    <a:pt x="413" y="466"/>
                  </a:moveTo>
                  <a:cubicBezTo>
                    <a:pt x="417" y="520"/>
                    <a:pt x="421" y="569"/>
                    <a:pt x="423" y="594"/>
                  </a:cubicBezTo>
                  <a:cubicBezTo>
                    <a:pt x="467" y="594"/>
                    <a:pt x="467" y="594"/>
                    <a:pt x="467" y="594"/>
                  </a:cubicBezTo>
                  <a:cubicBezTo>
                    <a:pt x="464" y="552"/>
                    <a:pt x="454" y="432"/>
                    <a:pt x="446" y="344"/>
                  </a:cubicBezTo>
                  <a:cubicBezTo>
                    <a:pt x="613" y="344"/>
                    <a:pt x="613" y="344"/>
                    <a:pt x="613" y="344"/>
                  </a:cubicBezTo>
                  <a:cubicBezTo>
                    <a:pt x="635" y="344"/>
                    <a:pt x="654" y="327"/>
                    <a:pt x="656" y="304"/>
                  </a:cubicBezTo>
                  <a:cubicBezTo>
                    <a:pt x="671" y="277"/>
                    <a:pt x="670" y="236"/>
                    <a:pt x="645" y="200"/>
                  </a:cubicBezTo>
                  <a:cubicBezTo>
                    <a:pt x="600" y="133"/>
                    <a:pt x="541" y="76"/>
                    <a:pt x="472" y="34"/>
                  </a:cubicBezTo>
                  <a:cubicBezTo>
                    <a:pt x="417" y="0"/>
                    <a:pt x="355" y="17"/>
                    <a:pt x="341" y="59"/>
                  </a:cubicBezTo>
                  <a:cubicBezTo>
                    <a:pt x="339" y="67"/>
                    <a:pt x="337" y="76"/>
                    <a:pt x="337" y="85"/>
                  </a:cubicBezTo>
                  <a:cubicBezTo>
                    <a:pt x="338" y="85"/>
                    <a:pt x="338" y="85"/>
                    <a:pt x="339" y="84"/>
                  </a:cubicBezTo>
                  <a:cubicBezTo>
                    <a:pt x="370" y="71"/>
                    <a:pt x="384" y="57"/>
                    <a:pt x="386" y="54"/>
                  </a:cubicBezTo>
                  <a:cubicBezTo>
                    <a:pt x="386" y="54"/>
                    <a:pt x="387" y="53"/>
                    <a:pt x="387" y="53"/>
                  </a:cubicBezTo>
                  <a:cubicBezTo>
                    <a:pt x="387" y="53"/>
                    <a:pt x="387" y="53"/>
                    <a:pt x="387" y="53"/>
                  </a:cubicBezTo>
                  <a:cubicBezTo>
                    <a:pt x="387" y="53"/>
                    <a:pt x="387" y="53"/>
                    <a:pt x="387" y="53"/>
                  </a:cubicBezTo>
                  <a:cubicBezTo>
                    <a:pt x="398" y="40"/>
                    <a:pt x="417" y="38"/>
                    <a:pt x="431" y="48"/>
                  </a:cubicBezTo>
                  <a:cubicBezTo>
                    <a:pt x="445" y="59"/>
                    <a:pt x="448" y="79"/>
                    <a:pt x="437" y="93"/>
                  </a:cubicBezTo>
                  <a:cubicBezTo>
                    <a:pt x="434" y="96"/>
                    <a:pt x="416" y="118"/>
                    <a:pt x="376" y="138"/>
                  </a:cubicBezTo>
                  <a:cubicBezTo>
                    <a:pt x="371" y="140"/>
                    <a:pt x="366" y="143"/>
                    <a:pt x="360" y="145"/>
                  </a:cubicBezTo>
                  <a:cubicBezTo>
                    <a:pt x="368" y="155"/>
                    <a:pt x="377" y="163"/>
                    <a:pt x="388" y="170"/>
                  </a:cubicBezTo>
                  <a:cubicBezTo>
                    <a:pt x="389" y="170"/>
                    <a:pt x="389" y="171"/>
                    <a:pt x="390" y="171"/>
                  </a:cubicBezTo>
                  <a:cubicBezTo>
                    <a:pt x="24" y="171"/>
                    <a:pt x="24" y="171"/>
                    <a:pt x="24" y="171"/>
                  </a:cubicBezTo>
                  <a:cubicBezTo>
                    <a:pt x="18" y="171"/>
                    <a:pt x="12" y="177"/>
                    <a:pt x="12" y="184"/>
                  </a:cubicBezTo>
                  <a:cubicBezTo>
                    <a:pt x="12" y="224"/>
                    <a:pt x="12" y="224"/>
                    <a:pt x="12" y="224"/>
                  </a:cubicBezTo>
                  <a:cubicBezTo>
                    <a:pt x="12" y="231"/>
                    <a:pt x="18" y="236"/>
                    <a:pt x="24" y="236"/>
                  </a:cubicBezTo>
                  <a:cubicBezTo>
                    <a:pt x="39" y="236"/>
                    <a:pt x="39" y="236"/>
                    <a:pt x="39" y="236"/>
                  </a:cubicBezTo>
                  <a:cubicBezTo>
                    <a:pt x="33" y="246"/>
                    <a:pt x="29" y="258"/>
                    <a:pt x="28" y="271"/>
                  </a:cubicBezTo>
                  <a:cubicBezTo>
                    <a:pt x="21" y="343"/>
                    <a:pt x="4" y="538"/>
                    <a:pt x="0" y="594"/>
                  </a:cubicBezTo>
                  <a:cubicBezTo>
                    <a:pt x="44" y="594"/>
                    <a:pt x="44" y="594"/>
                    <a:pt x="44" y="594"/>
                  </a:cubicBezTo>
                  <a:cubicBezTo>
                    <a:pt x="46" y="569"/>
                    <a:pt x="50" y="520"/>
                    <a:pt x="54" y="466"/>
                  </a:cubicBezTo>
                  <a:cubicBezTo>
                    <a:pt x="60" y="388"/>
                    <a:pt x="68" y="316"/>
                    <a:pt x="72" y="275"/>
                  </a:cubicBezTo>
                  <a:cubicBezTo>
                    <a:pt x="73" y="264"/>
                    <a:pt x="76" y="258"/>
                    <a:pt x="81" y="252"/>
                  </a:cubicBezTo>
                  <a:cubicBezTo>
                    <a:pt x="86" y="245"/>
                    <a:pt x="95" y="240"/>
                    <a:pt x="106" y="236"/>
                  </a:cubicBezTo>
                  <a:cubicBezTo>
                    <a:pt x="361" y="236"/>
                    <a:pt x="361" y="236"/>
                    <a:pt x="361" y="236"/>
                  </a:cubicBezTo>
                  <a:cubicBezTo>
                    <a:pt x="372" y="240"/>
                    <a:pt x="381" y="245"/>
                    <a:pt x="386" y="252"/>
                  </a:cubicBezTo>
                  <a:cubicBezTo>
                    <a:pt x="388" y="254"/>
                    <a:pt x="389" y="255"/>
                    <a:pt x="389" y="257"/>
                  </a:cubicBezTo>
                  <a:cubicBezTo>
                    <a:pt x="369" y="257"/>
                    <a:pt x="369" y="257"/>
                    <a:pt x="369" y="257"/>
                  </a:cubicBezTo>
                  <a:cubicBezTo>
                    <a:pt x="348" y="257"/>
                    <a:pt x="330" y="272"/>
                    <a:pt x="326" y="293"/>
                  </a:cubicBezTo>
                  <a:cubicBezTo>
                    <a:pt x="279" y="548"/>
                    <a:pt x="279" y="548"/>
                    <a:pt x="279" y="548"/>
                  </a:cubicBezTo>
                  <a:cubicBezTo>
                    <a:pt x="275" y="572"/>
                    <a:pt x="291" y="595"/>
                    <a:pt x="315" y="599"/>
                  </a:cubicBezTo>
                  <a:cubicBezTo>
                    <a:pt x="317" y="599"/>
                    <a:pt x="320" y="600"/>
                    <a:pt x="323" y="600"/>
                  </a:cubicBezTo>
                  <a:cubicBezTo>
                    <a:pt x="343" y="600"/>
                    <a:pt x="362" y="585"/>
                    <a:pt x="366" y="564"/>
                  </a:cubicBezTo>
                  <a:cubicBezTo>
                    <a:pt x="404" y="357"/>
                    <a:pt x="404" y="357"/>
                    <a:pt x="404" y="357"/>
                  </a:cubicBezTo>
                  <a:cubicBezTo>
                    <a:pt x="407" y="390"/>
                    <a:pt x="410" y="427"/>
                    <a:pt x="413" y="466"/>
                  </a:cubicBezTo>
                  <a:close/>
                  <a:moveTo>
                    <a:pt x="428" y="236"/>
                  </a:moveTo>
                  <a:cubicBezTo>
                    <a:pt x="443" y="236"/>
                    <a:pt x="443" y="236"/>
                    <a:pt x="443" y="236"/>
                  </a:cubicBezTo>
                  <a:cubicBezTo>
                    <a:pt x="450" y="236"/>
                    <a:pt x="455" y="231"/>
                    <a:pt x="455" y="224"/>
                  </a:cubicBezTo>
                  <a:cubicBezTo>
                    <a:pt x="455" y="222"/>
                    <a:pt x="455" y="222"/>
                    <a:pt x="455" y="222"/>
                  </a:cubicBezTo>
                  <a:cubicBezTo>
                    <a:pt x="467" y="233"/>
                    <a:pt x="477" y="244"/>
                    <a:pt x="488" y="256"/>
                  </a:cubicBezTo>
                  <a:cubicBezTo>
                    <a:pt x="437" y="256"/>
                    <a:pt x="437" y="256"/>
                    <a:pt x="437" y="256"/>
                  </a:cubicBezTo>
                  <a:cubicBezTo>
                    <a:pt x="435" y="249"/>
                    <a:pt x="432" y="242"/>
                    <a:pt x="428" y="2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23"/>
            <p:cNvSpPr>
              <a:spLocks/>
            </p:cNvSpPr>
            <p:nvPr/>
          </p:nvSpPr>
          <p:spPr bwMode="auto">
            <a:xfrm>
              <a:off x="2160588" y="2949576"/>
              <a:ext cx="303213" cy="277813"/>
            </a:xfrm>
            <a:custGeom>
              <a:avLst/>
              <a:gdLst>
                <a:gd name="T0" fmla="*/ 12 w 195"/>
                <a:gd name="T1" fmla="*/ 119 h 179"/>
                <a:gd name="T2" fmla="*/ 53 w 195"/>
                <a:gd name="T3" fmla="*/ 176 h 179"/>
                <a:gd name="T4" fmla="*/ 58 w 195"/>
                <a:gd name="T5" fmla="*/ 177 h 179"/>
                <a:gd name="T6" fmla="*/ 151 w 195"/>
                <a:gd name="T7" fmla="*/ 172 h 179"/>
                <a:gd name="T8" fmla="*/ 187 w 195"/>
                <a:gd name="T9" fmla="*/ 79 h 179"/>
                <a:gd name="T10" fmla="*/ 79 w 195"/>
                <a:gd name="T11" fmla="*/ 11 h 179"/>
                <a:gd name="T12" fmla="*/ 12 w 195"/>
                <a:gd name="T13" fmla="*/ 119 h 179"/>
              </a:gdLst>
              <a:ahLst/>
              <a:cxnLst>
                <a:cxn ang="0">
                  <a:pos x="T0" y="T1"/>
                </a:cxn>
                <a:cxn ang="0">
                  <a:pos x="T2" y="T3"/>
                </a:cxn>
                <a:cxn ang="0">
                  <a:pos x="T4" y="T5"/>
                </a:cxn>
                <a:cxn ang="0">
                  <a:pos x="T6" y="T7"/>
                </a:cxn>
                <a:cxn ang="0">
                  <a:pos x="T8" y="T9"/>
                </a:cxn>
                <a:cxn ang="0">
                  <a:pos x="T10" y="T11"/>
                </a:cxn>
                <a:cxn ang="0">
                  <a:pos x="T12" y="T13"/>
                </a:cxn>
              </a:cxnLst>
              <a:rect l="0" t="0" r="r" b="b"/>
              <a:pathLst>
                <a:path w="195" h="179">
                  <a:moveTo>
                    <a:pt x="12" y="119"/>
                  </a:moveTo>
                  <a:cubicBezTo>
                    <a:pt x="17" y="144"/>
                    <a:pt x="33" y="164"/>
                    <a:pt x="53" y="176"/>
                  </a:cubicBezTo>
                  <a:cubicBezTo>
                    <a:pt x="55" y="176"/>
                    <a:pt x="56" y="176"/>
                    <a:pt x="58" y="177"/>
                  </a:cubicBezTo>
                  <a:cubicBezTo>
                    <a:pt x="95" y="179"/>
                    <a:pt x="126" y="177"/>
                    <a:pt x="151" y="172"/>
                  </a:cubicBezTo>
                  <a:cubicBezTo>
                    <a:pt x="180" y="152"/>
                    <a:pt x="195" y="115"/>
                    <a:pt x="187" y="79"/>
                  </a:cubicBezTo>
                  <a:cubicBezTo>
                    <a:pt x="176" y="30"/>
                    <a:pt x="127" y="0"/>
                    <a:pt x="79" y="11"/>
                  </a:cubicBezTo>
                  <a:cubicBezTo>
                    <a:pt x="30" y="23"/>
                    <a:pt x="0" y="71"/>
                    <a:pt x="12" y="1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24"/>
            <p:cNvSpPr>
              <a:spLocks/>
            </p:cNvSpPr>
            <p:nvPr/>
          </p:nvSpPr>
          <p:spPr bwMode="auto">
            <a:xfrm>
              <a:off x="2130425" y="3136901"/>
              <a:ext cx="506413" cy="182563"/>
            </a:xfrm>
            <a:custGeom>
              <a:avLst/>
              <a:gdLst>
                <a:gd name="T0" fmla="*/ 93 w 325"/>
                <a:gd name="T1" fmla="*/ 64 h 117"/>
                <a:gd name="T2" fmla="*/ 76 w 325"/>
                <a:gd name="T3" fmla="*/ 63 h 117"/>
                <a:gd name="T4" fmla="*/ 29 w 325"/>
                <a:gd name="T5" fmla="*/ 58 h 117"/>
                <a:gd name="T6" fmla="*/ 27 w 325"/>
                <a:gd name="T7" fmla="*/ 58 h 117"/>
                <a:gd name="T8" fmla="*/ 2 w 325"/>
                <a:gd name="T9" fmla="*/ 78 h 117"/>
                <a:gd name="T10" fmla="*/ 22 w 325"/>
                <a:gd name="T11" fmla="*/ 106 h 117"/>
                <a:gd name="T12" fmla="*/ 73 w 325"/>
                <a:gd name="T13" fmla="*/ 111 h 117"/>
                <a:gd name="T14" fmla="*/ 74 w 325"/>
                <a:gd name="T15" fmla="*/ 111 h 117"/>
                <a:gd name="T16" fmla="*/ 242 w 325"/>
                <a:gd name="T17" fmla="*/ 89 h 117"/>
                <a:gd name="T18" fmla="*/ 259 w 325"/>
                <a:gd name="T19" fmla="*/ 82 h 117"/>
                <a:gd name="T20" fmla="*/ 317 w 325"/>
                <a:gd name="T21" fmla="*/ 39 h 117"/>
                <a:gd name="T22" fmla="*/ 313 w 325"/>
                <a:gd name="T23" fmla="*/ 6 h 117"/>
                <a:gd name="T24" fmla="*/ 300 w 325"/>
                <a:gd name="T25" fmla="*/ 1 h 117"/>
                <a:gd name="T26" fmla="*/ 280 w 325"/>
                <a:gd name="T27" fmla="*/ 9 h 117"/>
                <a:gd name="T28" fmla="*/ 280 w 325"/>
                <a:gd name="T29" fmla="*/ 10 h 117"/>
                <a:gd name="T30" fmla="*/ 279 w 325"/>
                <a:gd name="T31" fmla="*/ 10 h 117"/>
                <a:gd name="T32" fmla="*/ 279 w 325"/>
                <a:gd name="T33" fmla="*/ 10 h 117"/>
                <a:gd name="T34" fmla="*/ 279 w 325"/>
                <a:gd name="T35" fmla="*/ 10 h 117"/>
                <a:gd name="T36" fmla="*/ 229 w 325"/>
                <a:gd name="T37" fmla="*/ 43 h 117"/>
                <a:gd name="T38" fmla="*/ 225 w 325"/>
                <a:gd name="T39" fmla="*/ 44 h 117"/>
                <a:gd name="T40" fmla="*/ 149 w 325"/>
                <a:gd name="T41" fmla="*/ 62 h 117"/>
                <a:gd name="T42" fmla="*/ 93 w 325"/>
                <a:gd name="T43" fmla="*/ 64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25" h="117">
                  <a:moveTo>
                    <a:pt x="93" y="64"/>
                  </a:moveTo>
                  <a:cubicBezTo>
                    <a:pt x="87" y="64"/>
                    <a:pt x="82" y="64"/>
                    <a:pt x="76" y="63"/>
                  </a:cubicBezTo>
                  <a:cubicBezTo>
                    <a:pt x="61" y="62"/>
                    <a:pt x="45" y="61"/>
                    <a:pt x="29" y="58"/>
                  </a:cubicBezTo>
                  <a:cubicBezTo>
                    <a:pt x="28" y="58"/>
                    <a:pt x="28" y="58"/>
                    <a:pt x="27" y="58"/>
                  </a:cubicBezTo>
                  <a:cubicBezTo>
                    <a:pt x="15" y="57"/>
                    <a:pt x="4" y="66"/>
                    <a:pt x="2" y="78"/>
                  </a:cubicBezTo>
                  <a:cubicBezTo>
                    <a:pt x="0" y="92"/>
                    <a:pt x="9" y="104"/>
                    <a:pt x="22" y="106"/>
                  </a:cubicBezTo>
                  <a:cubicBezTo>
                    <a:pt x="39" y="108"/>
                    <a:pt x="57" y="110"/>
                    <a:pt x="73" y="111"/>
                  </a:cubicBezTo>
                  <a:cubicBezTo>
                    <a:pt x="74" y="111"/>
                    <a:pt x="74" y="111"/>
                    <a:pt x="74" y="111"/>
                  </a:cubicBezTo>
                  <a:cubicBezTo>
                    <a:pt x="151" y="117"/>
                    <a:pt x="206" y="104"/>
                    <a:pt x="242" y="89"/>
                  </a:cubicBezTo>
                  <a:cubicBezTo>
                    <a:pt x="248" y="87"/>
                    <a:pt x="254" y="84"/>
                    <a:pt x="259" y="82"/>
                  </a:cubicBezTo>
                  <a:cubicBezTo>
                    <a:pt x="298" y="63"/>
                    <a:pt x="315" y="42"/>
                    <a:pt x="317" y="39"/>
                  </a:cubicBezTo>
                  <a:cubicBezTo>
                    <a:pt x="325" y="29"/>
                    <a:pt x="324" y="14"/>
                    <a:pt x="313" y="6"/>
                  </a:cubicBezTo>
                  <a:cubicBezTo>
                    <a:pt x="309" y="3"/>
                    <a:pt x="305" y="1"/>
                    <a:pt x="300" y="1"/>
                  </a:cubicBezTo>
                  <a:cubicBezTo>
                    <a:pt x="292" y="0"/>
                    <a:pt x="285" y="3"/>
                    <a:pt x="280" y="9"/>
                  </a:cubicBezTo>
                  <a:cubicBezTo>
                    <a:pt x="280" y="10"/>
                    <a:pt x="280" y="10"/>
                    <a:pt x="280" y="10"/>
                  </a:cubicBezTo>
                  <a:cubicBezTo>
                    <a:pt x="279" y="10"/>
                    <a:pt x="279" y="10"/>
                    <a:pt x="279" y="10"/>
                  </a:cubicBezTo>
                  <a:cubicBezTo>
                    <a:pt x="279" y="10"/>
                    <a:pt x="279" y="10"/>
                    <a:pt x="279" y="10"/>
                  </a:cubicBezTo>
                  <a:cubicBezTo>
                    <a:pt x="279" y="10"/>
                    <a:pt x="279" y="10"/>
                    <a:pt x="279" y="10"/>
                  </a:cubicBezTo>
                  <a:cubicBezTo>
                    <a:pt x="275" y="15"/>
                    <a:pt x="260" y="29"/>
                    <a:pt x="229" y="43"/>
                  </a:cubicBezTo>
                  <a:cubicBezTo>
                    <a:pt x="228" y="43"/>
                    <a:pt x="226" y="44"/>
                    <a:pt x="225" y="44"/>
                  </a:cubicBezTo>
                  <a:cubicBezTo>
                    <a:pt x="202" y="53"/>
                    <a:pt x="177" y="60"/>
                    <a:pt x="149" y="62"/>
                  </a:cubicBezTo>
                  <a:cubicBezTo>
                    <a:pt x="131" y="64"/>
                    <a:pt x="113" y="65"/>
                    <a:pt x="93" y="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25"/>
            <p:cNvSpPr>
              <a:spLocks/>
            </p:cNvSpPr>
            <p:nvPr/>
          </p:nvSpPr>
          <p:spPr bwMode="auto">
            <a:xfrm>
              <a:off x="2735263" y="3636963"/>
              <a:ext cx="460375" cy="342900"/>
            </a:xfrm>
            <a:custGeom>
              <a:avLst/>
              <a:gdLst>
                <a:gd name="T0" fmla="*/ 253 w 290"/>
                <a:gd name="T1" fmla="*/ 0 h 216"/>
                <a:gd name="T2" fmla="*/ 36 w 290"/>
                <a:gd name="T3" fmla="*/ 0 h 216"/>
                <a:gd name="T4" fmla="*/ 0 w 290"/>
                <a:gd name="T5" fmla="*/ 216 h 216"/>
                <a:gd name="T6" fmla="*/ 290 w 290"/>
                <a:gd name="T7" fmla="*/ 216 h 216"/>
                <a:gd name="T8" fmla="*/ 253 w 290"/>
                <a:gd name="T9" fmla="*/ 0 h 216"/>
              </a:gdLst>
              <a:ahLst/>
              <a:cxnLst>
                <a:cxn ang="0">
                  <a:pos x="T0" y="T1"/>
                </a:cxn>
                <a:cxn ang="0">
                  <a:pos x="T2" y="T3"/>
                </a:cxn>
                <a:cxn ang="0">
                  <a:pos x="T4" y="T5"/>
                </a:cxn>
                <a:cxn ang="0">
                  <a:pos x="T6" y="T7"/>
                </a:cxn>
                <a:cxn ang="0">
                  <a:pos x="T8" y="T9"/>
                </a:cxn>
              </a:cxnLst>
              <a:rect l="0" t="0" r="r" b="b"/>
              <a:pathLst>
                <a:path w="290" h="216">
                  <a:moveTo>
                    <a:pt x="253" y="0"/>
                  </a:moveTo>
                  <a:lnTo>
                    <a:pt x="36" y="0"/>
                  </a:lnTo>
                  <a:lnTo>
                    <a:pt x="0" y="216"/>
                  </a:lnTo>
                  <a:lnTo>
                    <a:pt x="290" y="216"/>
                  </a:lnTo>
                  <a:lnTo>
                    <a:pt x="25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26"/>
            <p:cNvSpPr>
              <a:spLocks/>
            </p:cNvSpPr>
            <p:nvPr/>
          </p:nvSpPr>
          <p:spPr bwMode="auto">
            <a:xfrm>
              <a:off x="2667000" y="2524126"/>
              <a:ext cx="196850" cy="212725"/>
            </a:xfrm>
            <a:custGeom>
              <a:avLst/>
              <a:gdLst>
                <a:gd name="T0" fmla="*/ 55 w 126"/>
                <a:gd name="T1" fmla="*/ 89 h 136"/>
                <a:gd name="T2" fmla="*/ 75 w 126"/>
                <a:gd name="T3" fmla="*/ 76 h 136"/>
                <a:gd name="T4" fmla="*/ 111 w 126"/>
                <a:gd name="T5" fmla="*/ 51 h 136"/>
                <a:gd name="T6" fmla="*/ 124 w 126"/>
                <a:gd name="T7" fmla="*/ 34 h 136"/>
                <a:gd name="T8" fmla="*/ 115 w 126"/>
                <a:gd name="T9" fmla="*/ 20 h 136"/>
                <a:gd name="T10" fmla="*/ 45 w 126"/>
                <a:gd name="T11" fmla="*/ 2 h 136"/>
                <a:gd name="T12" fmla="*/ 30 w 126"/>
                <a:gd name="T13" fmla="*/ 10 h 136"/>
                <a:gd name="T14" fmla="*/ 30 w 126"/>
                <a:gd name="T15" fmla="*/ 12 h 136"/>
                <a:gd name="T16" fmla="*/ 38 w 126"/>
                <a:gd name="T17" fmla="*/ 26 h 136"/>
                <a:gd name="T18" fmla="*/ 67 w 126"/>
                <a:gd name="T19" fmla="*/ 34 h 136"/>
                <a:gd name="T20" fmla="*/ 81 w 126"/>
                <a:gd name="T21" fmla="*/ 37 h 136"/>
                <a:gd name="T22" fmla="*/ 71 w 126"/>
                <a:gd name="T23" fmla="*/ 43 h 136"/>
                <a:gd name="T24" fmla="*/ 51 w 126"/>
                <a:gd name="T25" fmla="*/ 57 h 136"/>
                <a:gd name="T26" fmla="*/ 15 w 126"/>
                <a:gd name="T27" fmla="*/ 81 h 136"/>
                <a:gd name="T28" fmla="*/ 2 w 126"/>
                <a:gd name="T29" fmla="*/ 99 h 136"/>
                <a:gd name="T30" fmla="*/ 2 w 126"/>
                <a:gd name="T31" fmla="*/ 99 h 136"/>
                <a:gd name="T32" fmla="*/ 11 w 126"/>
                <a:gd name="T33" fmla="*/ 114 h 136"/>
                <a:gd name="T34" fmla="*/ 89 w 126"/>
                <a:gd name="T35" fmla="*/ 134 h 136"/>
                <a:gd name="T36" fmla="*/ 103 w 126"/>
                <a:gd name="T37" fmla="*/ 126 h 136"/>
                <a:gd name="T38" fmla="*/ 104 w 126"/>
                <a:gd name="T39" fmla="*/ 123 h 136"/>
                <a:gd name="T40" fmla="*/ 96 w 126"/>
                <a:gd name="T41" fmla="*/ 108 h 136"/>
                <a:gd name="T42" fmla="*/ 61 w 126"/>
                <a:gd name="T43" fmla="*/ 99 h 136"/>
                <a:gd name="T44" fmla="*/ 57 w 126"/>
                <a:gd name="T45" fmla="*/ 98 h 136"/>
                <a:gd name="T46" fmla="*/ 55 w 126"/>
                <a:gd name="T47" fmla="*/ 89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6" h="136">
                  <a:moveTo>
                    <a:pt x="55" y="89"/>
                  </a:moveTo>
                  <a:cubicBezTo>
                    <a:pt x="60" y="86"/>
                    <a:pt x="69" y="80"/>
                    <a:pt x="75" y="76"/>
                  </a:cubicBezTo>
                  <a:cubicBezTo>
                    <a:pt x="111" y="51"/>
                    <a:pt x="111" y="51"/>
                    <a:pt x="111" y="51"/>
                  </a:cubicBezTo>
                  <a:cubicBezTo>
                    <a:pt x="117" y="48"/>
                    <a:pt x="123" y="40"/>
                    <a:pt x="124" y="34"/>
                  </a:cubicBezTo>
                  <a:cubicBezTo>
                    <a:pt x="126" y="28"/>
                    <a:pt x="122" y="22"/>
                    <a:pt x="115" y="20"/>
                  </a:cubicBezTo>
                  <a:cubicBezTo>
                    <a:pt x="45" y="2"/>
                    <a:pt x="45" y="2"/>
                    <a:pt x="45" y="2"/>
                  </a:cubicBezTo>
                  <a:cubicBezTo>
                    <a:pt x="38" y="0"/>
                    <a:pt x="32" y="4"/>
                    <a:pt x="30" y="10"/>
                  </a:cubicBezTo>
                  <a:cubicBezTo>
                    <a:pt x="30" y="12"/>
                    <a:pt x="30" y="12"/>
                    <a:pt x="30" y="12"/>
                  </a:cubicBezTo>
                  <a:cubicBezTo>
                    <a:pt x="28" y="18"/>
                    <a:pt x="32" y="25"/>
                    <a:pt x="38" y="26"/>
                  </a:cubicBezTo>
                  <a:cubicBezTo>
                    <a:pt x="67" y="34"/>
                    <a:pt x="67" y="34"/>
                    <a:pt x="67" y="34"/>
                  </a:cubicBezTo>
                  <a:cubicBezTo>
                    <a:pt x="72" y="35"/>
                    <a:pt x="77" y="36"/>
                    <a:pt x="81" y="37"/>
                  </a:cubicBezTo>
                  <a:cubicBezTo>
                    <a:pt x="76" y="39"/>
                    <a:pt x="71" y="43"/>
                    <a:pt x="71" y="43"/>
                  </a:cubicBezTo>
                  <a:cubicBezTo>
                    <a:pt x="65" y="47"/>
                    <a:pt x="56" y="53"/>
                    <a:pt x="51" y="57"/>
                  </a:cubicBezTo>
                  <a:cubicBezTo>
                    <a:pt x="15" y="81"/>
                    <a:pt x="15" y="81"/>
                    <a:pt x="15" y="81"/>
                  </a:cubicBezTo>
                  <a:cubicBezTo>
                    <a:pt x="10" y="84"/>
                    <a:pt x="4" y="93"/>
                    <a:pt x="2" y="99"/>
                  </a:cubicBezTo>
                  <a:cubicBezTo>
                    <a:pt x="2" y="99"/>
                    <a:pt x="2" y="99"/>
                    <a:pt x="2" y="99"/>
                  </a:cubicBezTo>
                  <a:cubicBezTo>
                    <a:pt x="0" y="106"/>
                    <a:pt x="4" y="112"/>
                    <a:pt x="11" y="114"/>
                  </a:cubicBezTo>
                  <a:cubicBezTo>
                    <a:pt x="89" y="134"/>
                    <a:pt x="89" y="134"/>
                    <a:pt x="89" y="134"/>
                  </a:cubicBezTo>
                  <a:cubicBezTo>
                    <a:pt x="95" y="136"/>
                    <a:pt x="102" y="132"/>
                    <a:pt x="103" y="126"/>
                  </a:cubicBezTo>
                  <a:cubicBezTo>
                    <a:pt x="104" y="123"/>
                    <a:pt x="104" y="123"/>
                    <a:pt x="104" y="123"/>
                  </a:cubicBezTo>
                  <a:cubicBezTo>
                    <a:pt x="106" y="116"/>
                    <a:pt x="102" y="110"/>
                    <a:pt x="96" y="108"/>
                  </a:cubicBezTo>
                  <a:cubicBezTo>
                    <a:pt x="61" y="99"/>
                    <a:pt x="61" y="99"/>
                    <a:pt x="61" y="99"/>
                  </a:cubicBezTo>
                  <a:cubicBezTo>
                    <a:pt x="59" y="98"/>
                    <a:pt x="57" y="98"/>
                    <a:pt x="57" y="98"/>
                  </a:cubicBezTo>
                  <a:cubicBezTo>
                    <a:pt x="50" y="97"/>
                    <a:pt x="50" y="93"/>
                    <a:pt x="55" y="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27"/>
            <p:cNvSpPr>
              <a:spLocks/>
            </p:cNvSpPr>
            <p:nvPr/>
          </p:nvSpPr>
          <p:spPr bwMode="auto">
            <a:xfrm>
              <a:off x="2546350" y="2714626"/>
              <a:ext cx="182563" cy="190500"/>
            </a:xfrm>
            <a:custGeom>
              <a:avLst/>
              <a:gdLst>
                <a:gd name="T0" fmla="*/ 48 w 117"/>
                <a:gd name="T1" fmla="*/ 77 h 122"/>
                <a:gd name="T2" fmla="*/ 67 w 117"/>
                <a:gd name="T3" fmla="*/ 69 h 122"/>
                <a:gd name="T4" fmla="*/ 101 w 117"/>
                <a:gd name="T5" fmla="*/ 54 h 122"/>
                <a:gd name="T6" fmla="*/ 114 w 117"/>
                <a:gd name="T7" fmla="*/ 42 h 122"/>
                <a:gd name="T8" fmla="*/ 109 w 117"/>
                <a:gd name="T9" fmla="*/ 29 h 122"/>
                <a:gd name="T10" fmla="*/ 53 w 117"/>
                <a:gd name="T11" fmla="*/ 2 h 122"/>
                <a:gd name="T12" fmla="*/ 40 w 117"/>
                <a:gd name="T13" fmla="*/ 7 h 122"/>
                <a:gd name="T14" fmla="*/ 39 w 117"/>
                <a:gd name="T15" fmla="*/ 9 h 122"/>
                <a:gd name="T16" fmla="*/ 44 w 117"/>
                <a:gd name="T17" fmla="*/ 22 h 122"/>
                <a:gd name="T18" fmla="*/ 67 w 117"/>
                <a:gd name="T19" fmla="*/ 33 h 122"/>
                <a:gd name="T20" fmla="*/ 78 w 117"/>
                <a:gd name="T21" fmla="*/ 37 h 122"/>
                <a:gd name="T22" fmla="*/ 68 w 117"/>
                <a:gd name="T23" fmla="*/ 41 h 122"/>
                <a:gd name="T24" fmla="*/ 50 w 117"/>
                <a:gd name="T25" fmla="*/ 49 h 122"/>
                <a:gd name="T26" fmla="*/ 16 w 117"/>
                <a:gd name="T27" fmla="*/ 64 h 122"/>
                <a:gd name="T28" fmla="*/ 3 w 117"/>
                <a:gd name="T29" fmla="*/ 77 h 122"/>
                <a:gd name="T30" fmla="*/ 3 w 117"/>
                <a:gd name="T31" fmla="*/ 77 h 122"/>
                <a:gd name="T32" fmla="*/ 7 w 117"/>
                <a:gd name="T33" fmla="*/ 91 h 122"/>
                <a:gd name="T34" fmla="*/ 69 w 117"/>
                <a:gd name="T35" fmla="*/ 120 h 122"/>
                <a:gd name="T36" fmla="*/ 83 w 117"/>
                <a:gd name="T37" fmla="*/ 115 h 122"/>
                <a:gd name="T38" fmla="*/ 84 w 117"/>
                <a:gd name="T39" fmla="*/ 113 h 122"/>
                <a:gd name="T40" fmla="*/ 79 w 117"/>
                <a:gd name="T41" fmla="*/ 99 h 122"/>
                <a:gd name="T42" fmla="*/ 52 w 117"/>
                <a:gd name="T43" fmla="*/ 86 h 122"/>
                <a:gd name="T44" fmla="*/ 48 w 117"/>
                <a:gd name="T45" fmla="*/ 85 h 122"/>
                <a:gd name="T46" fmla="*/ 48 w 117"/>
                <a:gd name="T47" fmla="*/ 7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22">
                  <a:moveTo>
                    <a:pt x="48" y="77"/>
                  </a:moveTo>
                  <a:cubicBezTo>
                    <a:pt x="53" y="75"/>
                    <a:pt x="61" y="72"/>
                    <a:pt x="67" y="69"/>
                  </a:cubicBezTo>
                  <a:cubicBezTo>
                    <a:pt x="101" y="54"/>
                    <a:pt x="101" y="54"/>
                    <a:pt x="101" y="54"/>
                  </a:cubicBezTo>
                  <a:cubicBezTo>
                    <a:pt x="106" y="52"/>
                    <a:pt x="112" y="46"/>
                    <a:pt x="114" y="42"/>
                  </a:cubicBezTo>
                  <a:cubicBezTo>
                    <a:pt x="117" y="37"/>
                    <a:pt x="114" y="31"/>
                    <a:pt x="109" y="29"/>
                  </a:cubicBezTo>
                  <a:cubicBezTo>
                    <a:pt x="53" y="2"/>
                    <a:pt x="53" y="2"/>
                    <a:pt x="53" y="2"/>
                  </a:cubicBezTo>
                  <a:cubicBezTo>
                    <a:pt x="48" y="0"/>
                    <a:pt x="42" y="2"/>
                    <a:pt x="40" y="7"/>
                  </a:cubicBezTo>
                  <a:cubicBezTo>
                    <a:pt x="39" y="9"/>
                    <a:pt x="39" y="9"/>
                    <a:pt x="39" y="9"/>
                  </a:cubicBezTo>
                  <a:cubicBezTo>
                    <a:pt x="37" y="14"/>
                    <a:pt x="39" y="20"/>
                    <a:pt x="44" y="22"/>
                  </a:cubicBezTo>
                  <a:cubicBezTo>
                    <a:pt x="67" y="33"/>
                    <a:pt x="67" y="33"/>
                    <a:pt x="67" y="33"/>
                  </a:cubicBezTo>
                  <a:cubicBezTo>
                    <a:pt x="71" y="35"/>
                    <a:pt x="75" y="36"/>
                    <a:pt x="78" y="37"/>
                  </a:cubicBezTo>
                  <a:cubicBezTo>
                    <a:pt x="74" y="39"/>
                    <a:pt x="68" y="41"/>
                    <a:pt x="68" y="41"/>
                  </a:cubicBezTo>
                  <a:cubicBezTo>
                    <a:pt x="63" y="43"/>
                    <a:pt x="55" y="47"/>
                    <a:pt x="50" y="49"/>
                  </a:cubicBezTo>
                  <a:cubicBezTo>
                    <a:pt x="16" y="64"/>
                    <a:pt x="16" y="64"/>
                    <a:pt x="16" y="64"/>
                  </a:cubicBezTo>
                  <a:cubicBezTo>
                    <a:pt x="11" y="66"/>
                    <a:pt x="5" y="72"/>
                    <a:pt x="3" y="77"/>
                  </a:cubicBezTo>
                  <a:cubicBezTo>
                    <a:pt x="3" y="77"/>
                    <a:pt x="3" y="77"/>
                    <a:pt x="3" y="77"/>
                  </a:cubicBezTo>
                  <a:cubicBezTo>
                    <a:pt x="0" y="82"/>
                    <a:pt x="2" y="88"/>
                    <a:pt x="7" y="91"/>
                  </a:cubicBezTo>
                  <a:cubicBezTo>
                    <a:pt x="69" y="120"/>
                    <a:pt x="69" y="120"/>
                    <a:pt x="69" y="120"/>
                  </a:cubicBezTo>
                  <a:cubicBezTo>
                    <a:pt x="74" y="122"/>
                    <a:pt x="80" y="120"/>
                    <a:pt x="83" y="115"/>
                  </a:cubicBezTo>
                  <a:cubicBezTo>
                    <a:pt x="84" y="113"/>
                    <a:pt x="84" y="113"/>
                    <a:pt x="84" y="113"/>
                  </a:cubicBezTo>
                  <a:cubicBezTo>
                    <a:pt x="86" y="108"/>
                    <a:pt x="84" y="101"/>
                    <a:pt x="79" y="99"/>
                  </a:cubicBezTo>
                  <a:cubicBezTo>
                    <a:pt x="52" y="86"/>
                    <a:pt x="52" y="86"/>
                    <a:pt x="52" y="86"/>
                  </a:cubicBezTo>
                  <a:cubicBezTo>
                    <a:pt x="50" y="85"/>
                    <a:pt x="48" y="85"/>
                    <a:pt x="48" y="85"/>
                  </a:cubicBezTo>
                  <a:cubicBezTo>
                    <a:pt x="43" y="82"/>
                    <a:pt x="43" y="79"/>
                    <a:pt x="48"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28"/>
            <p:cNvSpPr>
              <a:spLocks/>
            </p:cNvSpPr>
            <p:nvPr/>
          </p:nvSpPr>
          <p:spPr bwMode="auto">
            <a:xfrm>
              <a:off x="2416175" y="2849563"/>
              <a:ext cx="144463" cy="146050"/>
            </a:xfrm>
            <a:custGeom>
              <a:avLst/>
              <a:gdLst>
                <a:gd name="T0" fmla="*/ 3 w 93"/>
                <a:gd name="T1" fmla="*/ 59 h 94"/>
                <a:gd name="T2" fmla="*/ 44 w 93"/>
                <a:gd name="T3" fmla="*/ 92 h 94"/>
                <a:gd name="T4" fmla="*/ 54 w 93"/>
                <a:gd name="T5" fmla="*/ 90 h 94"/>
                <a:gd name="T6" fmla="*/ 56 w 93"/>
                <a:gd name="T7" fmla="*/ 89 h 94"/>
                <a:gd name="T8" fmla="*/ 54 w 93"/>
                <a:gd name="T9" fmla="*/ 78 h 94"/>
                <a:gd name="T10" fmla="*/ 37 w 93"/>
                <a:gd name="T11" fmla="*/ 64 h 94"/>
                <a:gd name="T12" fmla="*/ 35 w 93"/>
                <a:gd name="T13" fmla="*/ 62 h 94"/>
                <a:gd name="T14" fmla="*/ 36 w 93"/>
                <a:gd name="T15" fmla="*/ 57 h 94"/>
                <a:gd name="T16" fmla="*/ 50 w 93"/>
                <a:gd name="T17" fmla="*/ 54 h 94"/>
                <a:gd name="T18" fmla="*/ 78 w 93"/>
                <a:gd name="T19" fmla="*/ 49 h 94"/>
                <a:gd name="T20" fmla="*/ 90 w 93"/>
                <a:gd name="T21" fmla="*/ 42 h 94"/>
                <a:gd name="T22" fmla="*/ 89 w 93"/>
                <a:gd name="T23" fmla="*/ 32 h 94"/>
                <a:gd name="T24" fmla="*/ 52 w 93"/>
                <a:gd name="T25" fmla="*/ 3 h 94"/>
                <a:gd name="T26" fmla="*/ 42 w 93"/>
                <a:gd name="T27" fmla="*/ 4 h 94"/>
                <a:gd name="T28" fmla="*/ 41 w 93"/>
                <a:gd name="T29" fmla="*/ 5 h 94"/>
                <a:gd name="T30" fmla="*/ 42 w 93"/>
                <a:gd name="T31" fmla="*/ 16 h 94"/>
                <a:gd name="T32" fmla="*/ 57 w 93"/>
                <a:gd name="T33" fmla="*/ 27 h 94"/>
                <a:gd name="T34" fmla="*/ 64 w 93"/>
                <a:gd name="T35" fmla="*/ 33 h 94"/>
                <a:gd name="T36" fmla="*/ 57 w 93"/>
                <a:gd name="T37" fmla="*/ 34 h 94"/>
                <a:gd name="T38" fmla="*/ 42 w 93"/>
                <a:gd name="T39" fmla="*/ 36 h 94"/>
                <a:gd name="T40" fmla="*/ 15 w 93"/>
                <a:gd name="T41" fmla="*/ 41 h 94"/>
                <a:gd name="T42" fmla="*/ 2 w 93"/>
                <a:gd name="T43" fmla="*/ 49 h 94"/>
                <a:gd name="T44" fmla="*/ 2 w 93"/>
                <a:gd name="T45" fmla="*/ 49 h 94"/>
                <a:gd name="T46" fmla="*/ 3 w 93"/>
                <a:gd name="T47" fmla="*/ 5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3" h="94">
                  <a:moveTo>
                    <a:pt x="3" y="59"/>
                  </a:moveTo>
                  <a:cubicBezTo>
                    <a:pt x="44" y="92"/>
                    <a:pt x="44" y="92"/>
                    <a:pt x="44" y="92"/>
                  </a:cubicBezTo>
                  <a:cubicBezTo>
                    <a:pt x="47" y="94"/>
                    <a:pt x="52" y="94"/>
                    <a:pt x="54" y="90"/>
                  </a:cubicBezTo>
                  <a:cubicBezTo>
                    <a:pt x="56" y="89"/>
                    <a:pt x="56" y="89"/>
                    <a:pt x="56" y="89"/>
                  </a:cubicBezTo>
                  <a:cubicBezTo>
                    <a:pt x="58" y="86"/>
                    <a:pt x="58" y="81"/>
                    <a:pt x="54" y="78"/>
                  </a:cubicBezTo>
                  <a:cubicBezTo>
                    <a:pt x="37" y="64"/>
                    <a:pt x="37" y="64"/>
                    <a:pt x="37" y="64"/>
                  </a:cubicBezTo>
                  <a:cubicBezTo>
                    <a:pt x="36" y="63"/>
                    <a:pt x="35" y="62"/>
                    <a:pt x="35" y="62"/>
                  </a:cubicBezTo>
                  <a:cubicBezTo>
                    <a:pt x="31" y="60"/>
                    <a:pt x="32" y="57"/>
                    <a:pt x="36" y="57"/>
                  </a:cubicBezTo>
                  <a:cubicBezTo>
                    <a:pt x="40" y="56"/>
                    <a:pt x="46" y="55"/>
                    <a:pt x="50" y="54"/>
                  </a:cubicBezTo>
                  <a:cubicBezTo>
                    <a:pt x="78" y="49"/>
                    <a:pt x="78" y="49"/>
                    <a:pt x="78" y="49"/>
                  </a:cubicBezTo>
                  <a:cubicBezTo>
                    <a:pt x="82" y="48"/>
                    <a:pt x="88" y="45"/>
                    <a:pt x="90" y="42"/>
                  </a:cubicBezTo>
                  <a:cubicBezTo>
                    <a:pt x="93" y="39"/>
                    <a:pt x="92" y="35"/>
                    <a:pt x="89" y="32"/>
                  </a:cubicBezTo>
                  <a:cubicBezTo>
                    <a:pt x="52" y="3"/>
                    <a:pt x="52" y="3"/>
                    <a:pt x="52" y="3"/>
                  </a:cubicBezTo>
                  <a:cubicBezTo>
                    <a:pt x="49" y="0"/>
                    <a:pt x="44" y="1"/>
                    <a:pt x="42" y="4"/>
                  </a:cubicBezTo>
                  <a:cubicBezTo>
                    <a:pt x="41" y="5"/>
                    <a:pt x="41" y="5"/>
                    <a:pt x="41" y="5"/>
                  </a:cubicBezTo>
                  <a:cubicBezTo>
                    <a:pt x="38" y="8"/>
                    <a:pt x="39" y="13"/>
                    <a:pt x="42" y="16"/>
                  </a:cubicBezTo>
                  <a:cubicBezTo>
                    <a:pt x="57" y="27"/>
                    <a:pt x="57" y="27"/>
                    <a:pt x="57" y="27"/>
                  </a:cubicBezTo>
                  <a:cubicBezTo>
                    <a:pt x="60" y="30"/>
                    <a:pt x="62" y="31"/>
                    <a:pt x="64" y="33"/>
                  </a:cubicBezTo>
                  <a:cubicBezTo>
                    <a:pt x="61" y="33"/>
                    <a:pt x="57" y="34"/>
                    <a:pt x="57" y="34"/>
                  </a:cubicBezTo>
                  <a:cubicBezTo>
                    <a:pt x="53" y="35"/>
                    <a:pt x="46" y="36"/>
                    <a:pt x="42" y="36"/>
                  </a:cubicBezTo>
                  <a:cubicBezTo>
                    <a:pt x="15" y="41"/>
                    <a:pt x="15" y="41"/>
                    <a:pt x="15" y="41"/>
                  </a:cubicBezTo>
                  <a:cubicBezTo>
                    <a:pt x="11" y="42"/>
                    <a:pt x="5" y="45"/>
                    <a:pt x="2" y="49"/>
                  </a:cubicBezTo>
                  <a:cubicBezTo>
                    <a:pt x="2" y="49"/>
                    <a:pt x="2" y="49"/>
                    <a:pt x="2" y="49"/>
                  </a:cubicBezTo>
                  <a:cubicBezTo>
                    <a:pt x="0" y="52"/>
                    <a:pt x="0" y="57"/>
                    <a:pt x="3"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3" name="组合 32"/>
          <p:cNvGrpSpPr/>
          <p:nvPr/>
        </p:nvGrpSpPr>
        <p:grpSpPr>
          <a:xfrm>
            <a:off x="4181475" y="2487613"/>
            <a:ext cx="1387475" cy="1509713"/>
            <a:chOff x="4181475" y="2487613"/>
            <a:chExt cx="1387475" cy="1509713"/>
          </a:xfrm>
          <a:solidFill>
            <a:schemeClr val="tx1">
              <a:lumMod val="65000"/>
              <a:lumOff val="35000"/>
            </a:schemeClr>
          </a:solidFill>
        </p:grpSpPr>
        <p:sp>
          <p:nvSpPr>
            <p:cNvPr id="34" name="Freeform 29"/>
            <p:cNvSpPr>
              <a:spLocks/>
            </p:cNvSpPr>
            <p:nvPr/>
          </p:nvSpPr>
          <p:spPr bwMode="auto">
            <a:xfrm>
              <a:off x="4338638" y="2571751"/>
              <a:ext cx="307975" cy="307975"/>
            </a:xfrm>
            <a:custGeom>
              <a:avLst/>
              <a:gdLst>
                <a:gd name="T0" fmla="*/ 11 w 198"/>
                <a:gd name="T1" fmla="*/ 79 h 198"/>
                <a:gd name="T2" fmla="*/ 79 w 198"/>
                <a:gd name="T3" fmla="*/ 187 h 198"/>
                <a:gd name="T4" fmla="*/ 187 w 198"/>
                <a:gd name="T5" fmla="*/ 119 h 198"/>
                <a:gd name="T6" fmla="*/ 119 w 198"/>
                <a:gd name="T7" fmla="*/ 11 h 198"/>
                <a:gd name="T8" fmla="*/ 11 w 198"/>
                <a:gd name="T9" fmla="*/ 79 h 198"/>
              </a:gdLst>
              <a:ahLst/>
              <a:cxnLst>
                <a:cxn ang="0">
                  <a:pos x="T0" y="T1"/>
                </a:cxn>
                <a:cxn ang="0">
                  <a:pos x="T2" y="T3"/>
                </a:cxn>
                <a:cxn ang="0">
                  <a:pos x="T4" y="T5"/>
                </a:cxn>
                <a:cxn ang="0">
                  <a:pos x="T6" y="T7"/>
                </a:cxn>
                <a:cxn ang="0">
                  <a:pos x="T8" y="T9"/>
                </a:cxn>
              </a:cxnLst>
              <a:rect l="0" t="0" r="r" b="b"/>
              <a:pathLst>
                <a:path w="198" h="198">
                  <a:moveTo>
                    <a:pt x="11" y="79"/>
                  </a:moveTo>
                  <a:cubicBezTo>
                    <a:pt x="0" y="127"/>
                    <a:pt x="30" y="175"/>
                    <a:pt x="79" y="187"/>
                  </a:cubicBezTo>
                  <a:cubicBezTo>
                    <a:pt x="127" y="198"/>
                    <a:pt x="175" y="168"/>
                    <a:pt x="187" y="119"/>
                  </a:cubicBezTo>
                  <a:cubicBezTo>
                    <a:pt x="198" y="71"/>
                    <a:pt x="168" y="23"/>
                    <a:pt x="119" y="11"/>
                  </a:cubicBezTo>
                  <a:cubicBezTo>
                    <a:pt x="71" y="0"/>
                    <a:pt x="23" y="30"/>
                    <a:pt x="11"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30"/>
            <p:cNvSpPr>
              <a:spLocks noEditPoints="1"/>
            </p:cNvSpPr>
            <p:nvPr/>
          </p:nvSpPr>
          <p:spPr bwMode="auto">
            <a:xfrm>
              <a:off x="4181475" y="2487613"/>
              <a:ext cx="1387475" cy="1509713"/>
            </a:xfrm>
            <a:custGeom>
              <a:avLst/>
              <a:gdLst>
                <a:gd name="T0" fmla="*/ 401 w 890"/>
                <a:gd name="T1" fmla="*/ 0 h 968"/>
                <a:gd name="T2" fmla="*/ 401 w 890"/>
                <a:gd name="T3" fmla="*/ 286 h 968"/>
                <a:gd name="T4" fmla="*/ 373 w 890"/>
                <a:gd name="T5" fmla="*/ 288 h 968"/>
                <a:gd name="T6" fmla="*/ 319 w 890"/>
                <a:gd name="T7" fmla="*/ 280 h 968"/>
                <a:gd name="T8" fmla="*/ 303 w 890"/>
                <a:gd name="T9" fmla="*/ 275 h 968"/>
                <a:gd name="T10" fmla="*/ 299 w 890"/>
                <a:gd name="T11" fmla="*/ 274 h 968"/>
                <a:gd name="T12" fmla="*/ 299 w 890"/>
                <a:gd name="T13" fmla="*/ 273 h 968"/>
                <a:gd name="T14" fmla="*/ 299 w 890"/>
                <a:gd name="T15" fmla="*/ 273 h 968"/>
                <a:gd name="T16" fmla="*/ 293 w 890"/>
                <a:gd name="T17" fmla="*/ 271 h 968"/>
                <a:gd name="T18" fmla="*/ 283 w 890"/>
                <a:gd name="T19" fmla="*/ 270 h 968"/>
                <a:gd name="T20" fmla="*/ 129 w 890"/>
                <a:gd name="T21" fmla="*/ 270 h 968"/>
                <a:gd name="T22" fmla="*/ 125 w 890"/>
                <a:gd name="T23" fmla="*/ 270 h 968"/>
                <a:gd name="T24" fmla="*/ 123 w 890"/>
                <a:gd name="T25" fmla="*/ 270 h 968"/>
                <a:gd name="T26" fmla="*/ 90 w 890"/>
                <a:gd name="T27" fmla="*/ 276 h 968"/>
                <a:gd name="T28" fmla="*/ 28 w 890"/>
                <a:gd name="T29" fmla="*/ 330 h 968"/>
                <a:gd name="T30" fmla="*/ 0 w 890"/>
                <a:gd name="T31" fmla="*/ 464 h 968"/>
                <a:gd name="T32" fmla="*/ 22 w 890"/>
                <a:gd name="T33" fmla="*/ 642 h 968"/>
                <a:gd name="T34" fmla="*/ 53 w 890"/>
                <a:gd name="T35" fmla="*/ 667 h 968"/>
                <a:gd name="T36" fmla="*/ 60 w 890"/>
                <a:gd name="T37" fmla="*/ 666 h 968"/>
                <a:gd name="T38" fmla="*/ 84 w 890"/>
                <a:gd name="T39" fmla="*/ 628 h 968"/>
                <a:gd name="T40" fmla="*/ 64 w 890"/>
                <a:gd name="T41" fmla="*/ 464 h 968"/>
                <a:gd name="T42" fmla="*/ 74 w 890"/>
                <a:gd name="T43" fmla="*/ 384 h 968"/>
                <a:gd name="T44" fmla="*/ 98 w 890"/>
                <a:gd name="T45" fmla="*/ 344 h 968"/>
                <a:gd name="T46" fmla="*/ 98 w 890"/>
                <a:gd name="T47" fmla="*/ 498 h 968"/>
                <a:gd name="T48" fmla="*/ 98 w 890"/>
                <a:gd name="T49" fmla="*/ 574 h 968"/>
                <a:gd name="T50" fmla="*/ 98 w 890"/>
                <a:gd name="T51" fmla="*/ 918 h 968"/>
                <a:gd name="T52" fmla="*/ 147 w 890"/>
                <a:gd name="T53" fmla="*/ 968 h 968"/>
                <a:gd name="T54" fmla="*/ 197 w 890"/>
                <a:gd name="T55" fmla="*/ 918 h 968"/>
                <a:gd name="T56" fmla="*/ 197 w 890"/>
                <a:gd name="T57" fmla="*/ 605 h 968"/>
                <a:gd name="T58" fmla="*/ 215 w 890"/>
                <a:gd name="T59" fmla="*/ 605 h 968"/>
                <a:gd name="T60" fmla="*/ 215 w 890"/>
                <a:gd name="T61" fmla="*/ 918 h 968"/>
                <a:gd name="T62" fmla="*/ 265 w 890"/>
                <a:gd name="T63" fmla="*/ 968 h 968"/>
                <a:gd name="T64" fmla="*/ 314 w 890"/>
                <a:gd name="T65" fmla="*/ 918 h 968"/>
                <a:gd name="T66" fmla="*/ 314 w 890"/>
                <a:gd name="T67" fmla="*/ 574 h 968"/>
                <a:gd name="T68" fmla="*/ 314 w 890"/>
                <a:gd name="T69" fmla="*/ 498 h 968"/>
                <a:gd name="T70" fmla="*/ 314 w 890"/>
                <a:gd name="T71" fmla="*/ 345 h 968"/>
                <a:gd name="T72" fmla="*/ 373 w 890"/>
                <a:gd name="T73" fmla="*/ 352 h 968"/>
                <a:gd name="T74" fmla="*/ 374 w 890"/>
                <a:gd name="T75" fmla="*/ 352 h 968"/>
                <a:gd name="T76" fmla="*/ 401 w 890"/>
                <a:gd name="T77" fmla="*/ 351 h 968"/>
                <a:gd name="T78" fmla="*/ 401 w 890"/>
                <a:gd name="T79" fmla="*/ 477 h 968"/>
                <a:gd name="T80" fmla="*/ 890 w 890"/>
                <a:gd name="T81" fmla="*/ 477 h 968"/>
                <a:gd name="T82" fmla="*/ 890 w 890"/>
                <a:gd name="T83" fmla="*/ 457 h 968"/>
                <a:gd name="T84" fmla="*/ 890 w 890"/>
                <a:gd name="T85" fmla="*/ 0 h 968"/>
                <a:gd name="T86" fmla="*/ 401 w 890"/>
                <a:gd name="T87" fmla="*/ 0 h 968"/>
                <a:gd name="T88" fmla="*/ 441 w 890"/>
                <a:gd name="T89" fmla="*/ 437 h 968"/>
                <a:gd name="T90" fmla="*/ 441 w 890"/>
                <a:gd name="T91" fmla="*/ 342 h 968"/>
                <a:gd name="T92" fmla="*/ 543 w 890"/>
                <a:gd name="T93" fmla="*/ 277 h 968"/>
                <a:gd name="T94" fmla="*/ 541 w 890"/>
                <a:gd name="T95" fmla="*/ 232 h 968"/>
                <a:gd name="T96" fmla="*/ 496 w 890"/>
                <a:gd name="T97" fmla="*/ 233 h 968"/>
                <a:gd name="T98" fmla="*/ 441 w 890"/>
                <a:gd name="T99" fmla="*/ 274 h 968"/>
                <a:gd name="T100" fmla="*/ 441 w 890"/>
                <a:gd name="T101" fmla="*/ 40 h 968"/>
                <a:gd name="T102" fmla="*/ 850 w 890"/>
                <a:gd name="T103" fmla="*/ 40 h 968"/>
                <a:gd name="T104" fmla="*/ 850 w 890"/>
                <a:gd name="T105" fmla="*/ 437 h 968"/>
                <a:gd name="T106" fmla="*/ 441 w 890"/>
                <a:gd name="T107" fmla="*/ 437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90" h="968">
                  <a:moveTo>
                    <a:pt x="401" y="0"/>
                  </a:moveTo>
                  <a:cubicBezTo>
                    <a:pt x="401" y="286"/>
                    <a:pt x="401" y="286"/>
                    <a:pt x="401" y="286"/>
                  </a:cubicBezTo>
                  <a:cubicBezTo>
                    <a:pt x="391" y="287"/>
                    <a:pt x="382" y="288"/>
                    <a:pt x="373" y="288"/>
                  </a:cubicBezTo>
                  <a:cubicBezTo>
                    <a:pt x="351" y="288"/>
                    <a:pt x="332" y="284"/>
                    <a:pt x="319" y="280"/>
                  </a:cubicBezTo>
                  <a:cubicBezTo>
                    <a:pt x="312" y="278"/>
                    <a:pt x="307" y="277"/>
                    <a:pt x="303" y="275"/>
                  </a:cubicBezTo>
                  <a:cubicBezTo>
                    <a:pt x="301" y="275"/>
                    <a:pt x="300" y="274"/>
                    <a:pt x="299" y="274"/>
                  </a:cubicBezTo>
                  <a:cubicBezTo>
                    <a:pt x="299" y="273"/>
                    <a:pt x="299" y="273"/>
                    <a:pt x="299" y="273"/>
                  </a:cubicBezTo>
                  <a:cubicBezTo>
                    <a:pt x="299" y="273"/>
                    <a:pt x="299" y="273"/>
                    <a:pt x="299" y="273"/>
                  </a:cubicBezTo>
                  <a:cubicBezTo>
                    <a:pt x="297" y="273"/>
                    <a:pt x="295" y="272"/>
                    <a:pt x="293" y="271"/>
                  </a:cubicBezTo>
                  <a:cubicBezTo>
                    <a:pt x="290" y="270"/>
                    <a:pt x="287" y="270"/>
                    <a:pt x="283" y="270"/>
                  </a:cubicBezTo>
                  <a:cubicBezTo>
                    <a:pt x="129" y="270"/>
                    <a:pt x="129" y="270"/>
                    <a:pt x="129" y="270"/>
                  </a:cubicBezTo>
                  <a:cubicBezTo>
                    <a:pt x="128" y="270"/>
                    <a:pt x="126" y="270"/>
                    <a:pt x="125" y="270"/>
                  </a:cubicBezTo>
                  <a:cubicBezTo>
                    <a:pt x="124" y="270"/>
                    <a:pt x="124" y="270"/>
                    <a:pt x="123" y="270"/>
                  </a:cubicBezTo>
                  <a:cubicBezTo>
                    <a:pt x="116" y="270"/>
                    <a:pt x="104" y="271"/>
                    <a:pt x="90" y="276"/>
                  </a:cubicBezTo>
                  <a:cubicBezTo>
                    <a:pt x="70" y="283"/>
                    <a:pt x="45" y="300"/>
                    <a:pt x="28" y="330"/>
                  </a:cubicBezTo>
                  <a:cubicBezTo>
                    <a:pt x="10" y="361"/>
                    <a:pt x="0" y="403"/>
                    <a:pt x="0" y="464"/>
                  </a:cubicBezTo>
                  <a:cubicBezTo>
                    <a:pt x="0" y="511"/>
                    <a:pt x="6" y="569"/>
                    <a:pt x="22" y="642"/>
                  </a:cubicBezTo>
                  <a:cubicBezTo>
                    <a:pt x="25" y="657"/>
                    <a:pt x="38" y="667"/>
                    <a:pt x="53" y="667"/>
                  </a:cubicBezTo>
                  <a:cubicBezTo>
                    <a:pt x="55" y="667"/>
                    <a:pt x="57" y="667"/>
                    <a:pt x="60" y="666"/>
                  </a:cubicBezTo>
                  <a:cubicBezTo>
                    <a:pt x="77" y="663"/>
                    <a:pt x="88" y="646"/>
                    <a:pt x="84" y="628"/>
                  </a:cubicBezTo>
                  <a:cubicBezTo>
                    <a:pt x="69" y="559"/>
                    <a:pt x="64" y="505"/>
                    <a:pt x="64" y="464"/>
                  </a:cubicBezTo>
                  <a:cubicBezTo>
                    <a:pt x="64" y="429"/>
                    <a:pt x="68" y="403"/>
                    <a:pt x="74" y="384"/>
                  </a:cubicBezTo>
                  <a:cubicBezTo>
                    <a:pt x="81" y="361"/>
                    <a:pt x="90" y="350"/>
                    <a:pt x="98" y="344"/>
                  </a:cubicBezTo>
                  <a:cubicBezTo>
                    <a:pt x="98" y="498"/>
                    <a:pt x="98" y="498"/>
                    <a:pt x="98" y="498"/>
                  </a:cubicBezTo>
                  <a:cubicBezTo>
                    <a:pt x="98" y="574"/>
                    <a:pt x="98" y="574"/>
                    <a:pt x="98" y="574"/>
                  </a:cubicBezTo>
                  <a:cubicBezTo>
                    <a:pt x="98" y="918"/>
                    <a:pt x="98" y="918"/>
                    <a:pt x="98" y="918"/>
                  </a:cubicBezTo>
                  <a:cubicBezTo>
                    <a:pt x="98" y="946"/>
                    <a:pt x="120" y="968"/>
                    <a:pt x="147" y="968"/>
                  </a:cubicBezTo>
                  <a:cubicBezTo>
                    <a:pt x="175" y="968"/>
                    <a:pt x="197" y="946"/>
                    <a:pt x="197" y="918"/>
                  </a:cubicBezTo>
                  <a:cubicBezTo>
                    <a:pt x="197" y="605"/>
                    <a:pt x="197" y="605"/>
                    <a:pt x="197" y="605"/>
                  </a:cubicBezTo>
                  <a:cubicBezTo>
                    <a:pt x="215" y="605"/>
                    <a:pt x="215" y="605"/>
                    <a:pt x="215" y="605"/>
                  </a:cubicBezTo>
                  <a:cubicBezTo>
                    <a:pt x="215" y="918"/>
                    <a:pt x="215" y="918"/>
                    <a:pt x="215" y="918"/>
                  </a:cubicBezTo>
                  <a:cubicBezTo>
                    <a:pt x="215" y="946"/>
                    <a:pt x="238" y="968"/>
                    <a:pt x="265" y="968"/>
                  </a:cubicBezTo>
                  <a:cubicBezTo>
                    <a:pt x="292" y="968"/>
                    <a:pt x="314" y="946"/>
                    <a:pt x="314" y="918"/>
                  </a:cubicBezTo>
                  <a:cubicBezTo>
                    <a:pt x="314" y="574"/>
                    <a:pt x="314" y="574"/>
                    <a:pt x="314" y="574"/>
                  </a:cubicBezTo>
                  <a:cubicBezTo>
                    <a:pt x="314" y="498"/>
                    <a:pt x="314" y="498"/>
                    <a:pt x="314" y="498"/>
                  </a:cubicBezTo>
                  <a:cubicBezTo>
                    <a:pt x="314" y="345"/>
                    <a:pt x="314" y="345"/>
                    <a:pt x="314" y="345"/>
                  </a:cubicBezTo>
                  <a:cubicBezTo>
                    <a:pt x="331" y="349"/>
                    <a:pt x="350" y="352"/>
                    <a:pt x="373" y="352"/>
                  </a:cubicBezTo>
                  <a:cubicBezTo>
                    <a:pt x="373" y="352"/>
                    <a:pt x="374" y="352"/>
                    <a:pt x="374" y="352"/>
                  </a:cubicBezTo>
                  <a:cubicBezTo>
                    <a:pt x="383" y="352"/>
                    <a:pt x="392" y="352"/>
                    <a:pt x="401" y="351"/>
                  </a:cubicBezTo>
                  <a:cubicBezTo>
                    <a:pt x="401" y="477"/>
                    <a:pt x="401" y="477"/>
                    <a:pt x="401" y="477"/>
                  </a:cubicBezTo>
                  <a:cubicBezTo>
                    <a:pt x="890" y="477"/>
                    <a:pt x="890" y="477"/>
                    <a:pt x="890" y="477"/>
                  </a:cubicBezTo>
                  <a:cubicBezTo>
                    <a:pt x="890" y="457"/>
                    <a:pt x="890" y="457"/>
                    <a:pt x="890" y="457"/>
                  </a:cubicBezTo>
                  <a:cubicBezTo>
                    <a:pt x="890" y="0"/>
                    <a:pt x="890" y="0"/>
                    <a:pt x="890" y="0"/>
                  </a:cubicBezTo>
                  <a:lnTo>
                    <a:pt x="401" y="0"/>
                  </a:lnTo>
                  <a:close/>
                  <a:moveTo>
                    <a:pt x="441" y="437"/>
                  </a:moveTo>
                  <a:cubicBezTo>
                    <a:pt x="441" y="342"/>
                    <a:pt x="441" y="342"/>
                    <a:pt x="441" y="342"/>
                  </a:cubicBezTo>
                  <a:cubicBezTo>
                    <a:pt x="475" y="331"/>
                    <a:pt x="511" y="311"/>
                    <a:pt x="543" y="277"/>
                  </a:cubicBezTo>
                  <a:cubicBezTo>
                    <a:pt x="555" y="264"/>
                    <a:pt x="554" y="244"/>
                    <a:pt x="541" y="232"/>
                  </a:cubicBezTo>
                  <a:cubicBezTo>
                    <a:pt x="529" y="220"/>
                    <a:pt x="508" y="220"/>
                    <a:pt x="496" y="233"/>
                  </a:cubicBezTo>
                  <a:cubicBezTo>
                    <a:pt x="478" y="253"/>
                    <a:pt x="459" y="265"/>
                    <a:pt x="441" y="274"/>
                  </a:cubicBezTo>
                  <a:cubicBezTo>
                    <a:pt x="441" y="40"/>
                    <a:pt x="441" y="40"/>
                    <a:pt x="441" y="40"/>
                  </a:cubicBezTo>
                  <a:cubicBezTo>
                    <a:pt x="850" y="40"/>
                    <a:pt x="850" y="40"/>
                    <a:pt x="850" y="40"/>
                  </a:cubicBezTo>
                  <a:cubicBezTo>
                    <a:pt x="850" y="437"/>
                    <a:pt x="850" y="437"/>
                    <a:pt x="850" y="437"/>
                  </a:cubicBezTo>
                  <a:lnTo>
                    <a:pt x="441" y="4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Rectangle 31"/>
            <p:cNvSpPr>
              <a:spLocks noChangeArrowheads="1"/>
            </p:cNvSpPr>
            <p:nvPr/>
          </p:nvSpPr>
          <p:spPr bwMode="auto">
            <a:xfrm>
              <a:off x="4927600" y="3062288"/>
              <a:ext cx="96838" cy="635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Rectangle 32"/>
            <p:cNvSpPr>
              <a:spLocks noChangeArrowheads="1"/>
            </p:cNvSpPr>
            <p:nvPr/>
          </p:nvSpPr>
          <p:spPr bwMode="auto">
            <a:xfrm>
              <a:off x="5062538" y="2951163"/>
              <a:ext cx="96838" cy="1746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Rectangle 33"/>
            <p:cNvSpPr>
              <a:spLocks noChangeArrowheads="1"/>
            </p:cNvSpPr>
            <p:nvPr/>
          </p:nvSpPr>
          <p:spPr bwMode="auto">
            <a:xfrm>
              <a:off x="5208588" y="2838451"/>
              <a:ext cx="96838" cy="2873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Rectangle 34"/>
            <p:cNvSpPr>
              <a:spLocks noChangeArrowheads="1"/>
            </p:cNvSpPr>
            <p:nvPr/>
          </p:nvSpPr>
          <p:spPr bwMode="auto">
            <a:xfrm>
              <a:off x="5348288" y="2725738"/>
              <a:ext cx="96838" cy="400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0" name="组合 39"/>
          <p:cNvGrpSpPr/>
          <p:nvPr/>
        </p:nvGrpSpPr>
        <p:grpSpPr>
          <a:xfrm>
            <a:off x="4833938" y="803276"/>
            <a:ext cx="665162" cy="1411288"/>
            <a:chOff x="4833938" y="803276"/>
            <a:chExt cx="665162" cy="1411288"/>
          </a:xfrm>
          <a:solidFill>
            <a:schemeClr val="tx1">
              <a:lumMod val="65000"/>
              <a:lumOff val="35000"/>
            </a:schemeClr>
          </a:solidFill>
        </p:grpSpPr>
        <p:sp>
          <p:nvSpPr>
            <p:cNvPr id="41" name="Freeform 35"/>
            <p:cNvSpPr>
              <a:spLocks/>
            </p:cNvSpPr>
            <p:nvPr/>
          </p:nvSpPr>
          <p:spPr bwMode="auto">
            <a:xfrm>
              <a:off x="5137150" y="1331913"/>
              <a:ext cx="361950" cy="361950"/>
            </a:xfrm>
            <a:custGeom>
              <a:avLst/>
              <a:gdLst>
                <a:gd name="T0" fmla="*/ 232 w 232"/>
                <a:gd name="T1" fmla="*/ 0 h 232"/>
                <a:gd name="T2" fmla="*/ 0 w 232"/>
                <a:gd name="T3" fmla="*/ 0 h 232"/>
                <a:gd name="T4" fmla="*/ 0 w 232"/>
                <a:gd name="T5" fmla="*/ 82 h 232"/>
                <a:gd name="T6" fmla="*/ 74 w 232"/>
                <a:gd name="T7" fmla="*/ 124 h 232"/>
                <a:gd name="T8" fmla="*/ 93 w 232"/>
                <a:gd name="T9" fmla="*/ 165 h 232"/>
                <a:gd name="T10" fmla="*/ 63 w 232"/>
                <a:gd name="T11" fmla="*/ 186 h 232"/>
                <a:gd name="T12" fmla="*/ 52 w 232"/>
                <a:gd name="T13" fmla="*/ 184 h 232"/>
                <a:gd name="T14" fmla="*/ 0 w 232"/>
                <a:gd name="T15" fmla="*/ 160 h 232"/>
                <a:gd name="T16" fmla="*/ 0 w 232"/>
                <a:gd name="T17" fmla="*/ 232 h 232"/>
                <a:gd name="T18" fmla="*/ 232 w 232"/>
                <a:gd name="T19" fmla="*/ 232 h 232"/>
                <a:gd name="T20" fmla="*/ 232 w 232"/>
                <a:gd name="T21" fmla="*/ 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2" h="232">
                  <a:moveTo>
                    <a:pt x="232" y="0"/>
                  </a:moveTo>
                  <a:cubicBezTo>
                    <a:pt x="0" y="0"/>
                    <a:pt x="0" y="0"/>
                    <a:pt x="0" y="0"/>
                  </a:cubicBezTo>
                  <a:cubicBezTo>
                    <a:pt x="0" y="82"/>
                    <a:pt x="0" y="82"/>
                    <a:pt x="0" y="82"/>
                  </a:cubicBezTo>
                  <a:cubicBezTo>
                    <a:pt x="17" y="97"/>
                    <a:pt x="41" y="112"/>
                    <a:pt x="74" y="124"/>
                  </a:cubicBezTo>
                  <a:cubicBezTo>
                    <a:pt x="90" y="130"/>
                    <a:pt x="99" y="148"/>
                    <a:pt x="93" y="165"/>
                  </a:cubicBezTo>
                  <a:cubicBezTo>
                    <a:pt x="88" y="178"/>
                    <a:pt x="76" y="186"/>
                    <a:pt x="63" y="186"/>
                  </a:cubicBezTo>
                  <a:cubicBezTo>
                    <a:pt x="59" y="186"/>
                    <a:pt x="56" y="185"/>
                    <a:pt x="52" y="184"/>
                  </a:cubicBezTo>
                  <a:cubicBezTo>
                    <a:pt x="32" y="177"/>
                    <a:pt x="15" y="169"/>
                    <a:pt x="0" y="160"/>
                  </a:cubicBezTo>
                  <a:cubicBezTo>
                    <a:pt x="0" y="232"/>
                    <a:pt x="0" y="232"/>
                    <a:pt x="0" y="232"/>
                  </a:cubicBezTo>
                  <a:cubicBezTo>
                    <a:pt x="232" y="232"/>
                    <a:pt x="232" y="232"/>
                    <a:pt x="232" y="232"/>
                  </a:cubicBezTo>
                  <a:lnTo>
                    <a:pt x="2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36"/>
            <p:cNvSpPr>
              <a:spLocks/>
            </p:cNvSpPr>
            <p:nvPr/>
          </p:nvSpPr>
          <p:spPr bwMode="auto">
            <a:xfrm>
              <a:off x="4868863" y="803276"/>
              <a:ext cx="307975" cy="309563"/>
            </a:xfrm>
            <a:custGeom>
              <a:avLst/>
              <a:gdLst>
                <a:gd name="T0" fmla="*/ 79 w 198"/>
                <a:gd name="T1" fmla="*/ 187 h 198"/>
                <a:gd name="T2" fmla="*/ 187 w 198"/>
                <a:gd name="T3" fmla="*/ 120 h 198"/>
                <a:gd name="T4" fmla="*/ 119 w 198"/>
                <a:gd name="T5" fmla="*/ 12 h 198"/>
                <a:gd name="T6" fmla="*/ 11 w 198"/>
                <a:gd name="T7" fmla="*/ 79 h 198"/>
                <a:gd name="T8" fmla="*/ 79 w 198"/>
                <a:gd name="T9" fmla="*/ 187 h 198"/>
              </a:gdLst>
              <a:ahLst/>
              <a:cxnLst>
                <a:cxn ang="0">
                  <a:pos x="T0" y="T1"/>
                </a:cxn>
                <a:cxn ang="0">
                  <a:pos x="T2" y="T3"/>
                </a:cxn>
                <a:cxn ang="0">
                  <a:pos x="T4" y="T5"/>
                </a:cxn>
                <a:cxn ang="0">
                  <a:pos x="T6" y="T7"/>
                </a:cxn>
                <a:cxn ang="0">
                  <a:pos x="T8" y="T9"/>
                </a:cxn>
              </a:cxnLst>
              <a:rect l="0" t="0" r="r" b="b"/>
              <a:pathLst>
                <a:path w="198" h="198">
                  <a:moveTo>
                    <a:pt x="79" y="187"/>
                  </a:moveTo>
                  <a:cubicBezTo>
                    <a:pt x="127" y="198"/>
                    <a:pt x="175" y="168"/>
                    <a:pt x="187" y="120"/>
                  </a:cubicBezTo>
                  <a:cubicBezTo>
                    <a:pt x="198" y="71"/>
                    <a:pt x="168" y="23"/>
                    <a:pt x="119" y="12"/>
                  </a:cubicBezTo>
                  <a:cubicBezTo>
                    <a:pt x="71" y="0"/>
                    <a:pt x="23" y="30"/>
                    <a:pt x="11" y="79"/>
                  </a:cubicBezTo>
                  <a:cubicBezTo>
                    <a:pt x="0" y="127"/>
                    <a:pt x="30" y="176"/>
                    <a:pt x="79" y="1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37"/>
            <p:cNvSpPr>
              <a:spLocks/>
            </p:cNvSpPr>
            <p:nvPr/>
          </p:nvSpPr>
          <p:spPr bwMode="auto">
            <a:xfrm>
              <a:off x="4833938" y="1117601"/>
              <a:ext cx="290513" cy="1096963"/>
            </a:xfrm>
            <a:custGeom>
              <a:avLst/>
              <a:gdLst>
                <a:gd name="T0" fmla="*/ 53 w 186"/>
                <a:gd name="T1" fmla="*/ 361 h 704"/>
                <a:gd name="T2" fmla="*/ 53 w 186"/>
                <a:gd name="T3" fmla="*/ 654 h 704"/>
                <a:gd name="T4" fmla="*/ 103 w 186"/>
                <a:gd name="T5" fmla="*/ 704 h 704"/>
                <a:gd name="T6" fmla="*/ 153 w 186"/>
                <a:gd name="T7" fmla="*/ 654 h 704"/>
                <a:gd name="T8" fmla="*/ 153 w 186"/>
                <a:gd name="T9" fmla="*/ 335 h 704"/>
                <a:gd name="T10" fmla="*/ 153 w 186"/>
                <a:gd name="T11" fmla="*/ 309 h 704"/>
                <a:gd name="T12" fmla="*/ 151 w 186"/>
                <a:gd name="T13" fmla="*/ 268 h 704"/>
                <a:gd name="T14" fmla="*/ 105 w 186"/>
                <a:gd name="T15" fmla="*/ 214 h 704"/>
                <a:gd name="T16" fmla="*/ 76 w 186"/>
                <a:gd name="T17" fmla="*/ 109 h 704"/>
                <a:gd name="T18" fmla="*/ 78 w 186"/>
                <a:gd name="T19" fmla="*/ 81 h 704"/>
                <a:gd name="T20" fmla="*/ 116 w 186"/>
                <a:gd name="T21" fmla="*/ 56 h 704"/>
                <a:gd name="T22" fmla="*/ 141 w 186"/>
                <a:gd name="T23" fmla="*/ 94 h 704"/>
                <a:gd name="T24" fmla="*/ 141 w 186"/>
                <a:gd name="T25" fmla="*/ 94 h 704"/>
                <a:gd name="T26" fmla="*/ 141 w 186"/>
                <a:gd name="T27" fmla="*/ 94 h 704"/>
                <a:gd name="T28" fmla="*/ 141 w 186"/>
                <a:gd name="T29" fmla="*/ 97 h 704"/>
                <a:gd name="T30" fmla="*/ 140 w 186"/>
                <a:gd name="T31" fmla="*/ 109 h 704"/>
                <a:gd name="T32" fmla="*/ 160 w 186"/>
                <a:gd name="T33" fmla="*/ 181 h 704"/>
                <a:gd name="T34" fmla="*/ 175 w 186"/>
                <a:gd name="T35" fmla="*/ 104 h 704"/>
                <a:gd name="T36" fmla="*/ 137 w 186"/>
                <a:gd name="T37" fmla="*/ 8 h 704"/>
                <a:gd name="T38" fmla="*/ 33 w 186"/>
                <a:gd name="T39" fmla="*/ 77 h 704"/>
                <a:gd name="T40" fmla="*/ 10 w 186"/>
                <a:gd name="T41" fmla="*/ 299 h 704"/>
                <a:gd name="T42" fmla="*/ 53 w 186"/>
                <a:gd name="T43" fmla="*/ 361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6" h="704">
                  <a:moveTo>
                    <a:pt x="53" y="361"/>
                  </a:moveTo>
                  <a:cubicBezTo>
                    <a:pt x="53" y="654"/>
                    <a:pt x="53" y="654"/>
                    <a:pt x="53" y="654"/>
                  </a:cubicBezTo>
                  <a:cubicBezTo>
                    <a:pt x="53" y="682"/>
                    <a:pt x="76" y="704"/>
                    <a:pt x="103" y="704"/>
                  </a:cubicBezTo>
                  <a:cubicBezTo>
                    <a:pt x="131" y="704"/>
                    <a:pt x="153" y="682"/>
                    <a:pt x="153" y="654"/>
                  </a:cubicBezTo>
                  <a:cubicBezTo>
                    <a:pt x="153" y="335"/>
                    <a:pt x="153" y="335"/>
                    <a:pt x="153" y="335"/>
                  </a:cubicBezTo>
                  <a:cubicBezTo>
                    <a:pt x="154" y="328"/>
                    <a:pt x="154" y="320"/>
                    <a:pt x="153" y="309"/>
                  </a:cubicBezTo>
                  <a:cubicBezTo>
                    <a:pt x="152" y="296"/>
                    <a:pt x="151" y="282"/>
                    <a:pt x="151" y="268"/>
                  </a:cubicBezTo>
                  <a:cubicBezTo>
                    <a:pt x="131" y="251"/>
                    <a:pt x="116" y="233"/>
                    <a:pt x="105" y="214"/>
                  </a:cubicBezTo>
                  <a:cubicBezTo>
                    <a:pt x="81" y="174"/>
                    <a:pt x="76" y="134"/>
                    <a:pt x="76" y="109"/>
                  </a:cubicBezTo>
                  <a:cubicBezTo>
                    <a:pt x="76" y="93"/>
                    <a:pt x="78" y="83"/>
                    <a:pt x="78" y="81"/>
                  </a:cubicBezTo>
                  <a:cubicBezTo>
                    <a:pt x="82" y="64"/>
                    <a:pt x="99" y="53"/>
                    <a:pt x="116" y="56"/>
                  </a:cubicBezTo>
                  <a:cubicBezTo>
                    <a:pt x="133" y="60"/>
                    <a:pt x="144" y="77"/>
                    <a:pt x="141" y="94"/>
                  </a:cubicBezTo>
                  <a:cubicBezTo>
                    <a:pt x="141" y="94"/>
                    <a:pt x="141" y="94"/>
                    <a:pt x="141" y="94"/>
                  </a:cubicBezTo>
                  <a:cubicBezTo>
                    <a:pt x="141" y="94"/>
                    <a:pt x="141" y="94"/>
                    <a:pt x="141" y="94"/>
                  </a:cubicBezTo>
                  <a:cubicBezTo>
                    <a:pt x="141" y="95"/>
                    <a:pt x="141" y="96"/>
                    <a:pt x="141" y="97"/>
                  </a:cubicBezTo>
                  <a:cubicBezTo>
                    <a:pt x="140" y="100"/>
                    <a:pt x="140" y="104"/>
                    <a:pt x="140" y="109"/>
                  </a:cubicBezTo>
                  <a:cubicBezTo>
                    <a:pt x="140" y="126"/>
                    <a:pt x="143" y="153"/>
                    <a:pt x="160" y="181"/>
                  </a:cubicBezTo>
                  <a:cubicBezTo>
                    <a:pt x="164" y="153"/>
                    <a:pt x="170" y="127"/>
                    <a:pt x="175" y="104"/>
                  </a:cubicBezTo>
                  <a:cubicBezTo>
                    <a:pt x="186" y="65"/>
                    <a:pt x="171" y="17"/>
                    <a:pt x="137" y="8"/>
                  </a:cubicBezTo>
                  <a:cubicBezTo>
                    <a:pt x="103" y="0"/>
                    <a:pt x="53" y="18"/>
                    <a:pt x="33" y="77"/>
                  </a:cubicBezTo>
                  <a:cubicBezTo>
                    <a:pt x="6" y="158"/>
                    <a:pt x="0" y="210"/>
                    <a:pt x="10" y="299"/>
                  </a:cubicBezTo>
                  <a:cubicBezTo>
                    <a:pt x="17" y="334"/>
                    <a:pt x="34" y="352"/>
                    <a:pt x="53" y="3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38"/>
            <p:cNvSpPr>
              <a:spLocks/>
            </p:cNvSpPr>
            <p:nvPr/>
          </p:nvSpPr>
          <p:spPr bwMode="auto">
            <a:xfrm>
              <a:off x="4965700" y="1216026"/>
              <a:ext cx="311150" cy="393700"/>
            </a:xfrm>
            <a:custGeom>
              <a:avLst/>
              <a:gdLst>
                <a:gd name="T0" fmla="*/ 49 w 200"/>
                <a:gd name="T1" fmla="*/ 29 h 252"/>
                <a:gd name="T2" fmla="*/ 49 w 200"/>
                <a:gd name="T3" fmla="*/ 29 h 252"/>
                <a:gd name="T4" fmla="*/ 49 w 200"/>
                <a:gd name="T5" fmla="*/ 28 h 252"/>
                <a:gd name="T6" fmla="*/ 30 w 200"/>
                <a:gd name="T7" fmla="*/ 0 h 252"/>
                <a:gd name="T8" fmla="*/ 26 w 200"/>
                <a:gd name="T9" fmla="*/ 0 h 252"/>
                <a:gd name="T10" fmla="*/ 2 w 200"/>
                <a:gd name="T11" fmla="*/ 19 h 252"/>
                <a:gd name="T12" fmla="*/ 0 w 200"/>
                <a:gd name="T13" fmla="*/ 45 h 252"/>
                <a:gd name="T14" fmla="*/ 28 w 200"/>
                <a:gd name="T15" fmla="*/ 146 h 252"/>
                <a:gd name="T16" fmla="*/ 67 w 200"/>
                <a:gd name="T17" fmla="*/ 194 h 252"/>
                <a:gd name="T18" fmla="*/ 110 w 200"/>
                <a:gd name="T19" fmla="*/ 224 h 252"/>
                <a:gd name="T20" fmla="*/ 165 w 200"/>
                <a:gd name="T21" fmla="*/ 250 h 252"/>
                <a:gd name="T22" fmla="*/ 173 w 200"/>
                <a:gd name="T23" fmla="*/ 252 h 252"/>
                <a:gd name="T24" fmla="*/ 195 w 200"/>
                <a:gd name="T25" fmla="*/ 236 h 252"/>
                <a:gd name="T26" fmla="*/ 181 w 200"/>
                <a:gd name="T27" fmla="*/ 205 h 252"/>
                <a:gd name="T28" fmla="*/ 110 w 200"/>
                <a:gd name="T29" fmla="*/ 167 h 252"/>
                <a:gd name="T30" fmla="*/ 74 w 200"/>
                <a:gd name="T31" fmla="*/ 129 h 252"/>
                <a:gd name="T32" fmla="*/ 69 w 200"/>
                <a:gd name="T33" fmla="*/ 122 h 252"/>
                <a:gd name="T34" fmla="*/ 48 w 200"/>
                <a:gd name="T35" fmla="*/ 45 h 252"/>
                <a:gd name="T36" fmla="*/ 49 w 200"/>
                <a:gd name="T37" fmla="*/ 32 h 252"/>
                <a:gd name="T38" fmla="*/ 49 w 200"/>
                <a:gd name="T39" fmla="*/ 29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0" h="252">
                  <a:moveTo>
                    <a:pt x="49" y="29"/>
                  </a:moveTo>
                  <a:cubicBezTo>
                    <a:pt x="49" y="29"/>
                    <a:pt x="49" y="29"/>
                    <a:pt x="49" y="29"/>
                  </a:cubicBezTo>
                  <a:cubicBezTo>
                    <a:pt x="49" y="28"/>
                    <a:pt x="49" y="28"/>
                    <a:pt x="49" y="28"/>
                  </a:cubicBezTo>
                  <a:cubicBezTo>
                    <a:pt x="52" y="15"/>
                    <a:pt x="43" y="3"/>
                    <a:pt x="30" y="0"/>
                  </a:cubicBezTo>
                  <a:cubicBezTo>
                    <a:pt x="29" y="0"/>
                    <a:pt x="27" y="0"/>
                    <a:pt x="26" y="0"/>
                  </a:cubicBezTo>
                  <a:cubicBezTo>
                    <a:pt x="14" y="0"/>
                    <a:pt x="4" y="8"/>
                    <a:pt x="2" y="19"/>
                  </a:cubicBezTo>
                  <a:cubicBezTo>
                    <a:pt x="2" y="21"/>
                    <a:pt x="0" y="30"/>
                    <a:pt x="0" y="45"/>
                  </a:cubicBezTo>
                  <a:cubicBezTo>
                    <a:pt x="0" y="70"/>
                    <a:pt x="5" y="108"/>
                    <a:pt x="28" y="146"/>
                  </a:cubicBezTo>
                  <a:cubicBezTo>
                    <a:pt x="36" y="160"/>
                    <a:pt x="49" y="177"/>
                    <a:pt x="67" y="194"/>
                  </a:cubicBezTo>
                  <a:cubicBezTo>
                    <a:pt x="79" y="204"/>
                    <a:pt x="93" y="215"/>
                    <a:pt x="110" y="224"/>
                  </a:cubicBezTo>
                  <a:cubicBezTo>
                    <a:pt x="125" y="234"/>
                    <a:pt x="144" y="243"/>
                    <a:pt x="165" y="250"/>
                  </a:cubicBezTo>
                  <a:cubicBezTo>
                    <a:pt x="167" y="251"/>
                    <a:pt x="170" y="252"/>
                    <a:pt x="173" y="252"/>
                  </a:cubicBezTo>
                  <a:cubicBezTo>
                    <a:pt x="183" y="252"/>
                    <a:pt x="192" y="245"/>
                    <a:pt x="195" y="236"/>
                  </a:cubicBezTo>
                  <a:cubicBezTo>
                    <a:pt x="200" y="223"/>
                    <a:pt x="194" y="210"/>
                    <a:pt x="181" y="205"/>
                  </a:cubicBezTo>
                  <a:cubicBezTo>
                    <a:pt x="153" y="195"/>
                    <a:pt x="129" y="182"/>
                    <a:pt x="110" y="167"/>
                  </a:cubicBezTo>
                  <a:cubicBezTo>
                    <a:pt x="95" y="155"/>
                    <a:pt x="83" y="143"/>
                    <a:pt x="74" y="129"/>
                  </a:cubicBezTo>
                  <a:cubicBezTo>
                    <a:pt x="72" y="126"/>
                    <a:pt x="71" y="124"/>
                    <a:pt x="69" y="122"/>
                  </a:cubicBezTo>
                  <a:cubicBezTo>
                    <a:pt x="52" y="92"/>
                    <a:pt x="48" y="64"/>
                    <a:pt x="48" y="45"/>
                  </a:cubicBezTo>
                  <a:cubicBezTo>
                    <a:pt x="48" y="39"/>
                    <a:pt x="48" y="35"/>
                    <a:pt x="49" y="32"/>
                  </a:cubicBezTo>
                  <a:cubicBezTo>
                    <a:pt x="49" y="31"/>
                    <a:pt x="49" y="29"/>
                    <a:pt x="49"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5" name="组合 44"/>
          <p:cNvGrpSpPr/>
          <p:nvPr/>
        </p:nvGrpSpPr>
        <p:grpSpPr>
          <a:xfrm>
            <a:off x="442913" y="4432301"/>
            <a:ext cx="1049338" cy="1628775"/>
            <a:chOff x="442913" y="4432301"/>
            <a:chExt cx="1049338" cy="1628775"/>
          </a:xfrm>
          <a:solidFill>
            <a:schemeClr val="tx1">
              <a:lumMod val="65000"/>
              <a:lumOff val="35000"/>
            </a:schemeClr>
          </a:solidFill>
        </p:grpSpPr>
        <p:sp>
          <p:nvSpPr>
            <p:cNvPr id="46" name="Freeform 39"/>
            <p:cNvSpPr>
              <a:spLocks/>
            </p:cNvSpPr>
            <p:nvPr/>
          </p:nvSpPr>
          <p:spPr bwMode="auto">
            <a:xfrm>
              <a:off x="628650" y="4637088"/>
              <a:ext cx="307975" cy="307975"/>
            </a:xfrm>
            <a:custGeom>
              <a:avLst/>
              <a:gdLst>
                <a:gd name="T0" fmla="*/ 119 w 198"/>
                <a:gd name="T1" fmla="*/ 186 h 197"/>
                <a:gd name="T2" fmla="*/ 187 w 198"/>
                <a:gd name="T3" fmla="*/ 78 h 197"/>
                <a:gd name="T4" fmla="*/ 79 w 198"/>
                <a:gd name="T5" fmla="*/ 11 h 197"/>
                <a:gd name="T6" fmla="*/ 11 w 198"/>
                <a:gd name="T7" fmla="*/ 119 h 197"/>
                <a:gd name="T8" fmla="*/ 119 w 198"/>
                <a:gd name="T9" fmla="*/ 186 h 197"/>
              </a:gdLst>
              <a:ahLst/>
              <a:cxnLst>
                <a:cxn ang="0">
                  <a:pos x="T0" y="T1"/>
                </a:cxn>
                <a:cxn ang="0">
                  <a:pos x="T2" y="T3"/>
                </a:cxn>
                <a:cxn ang="0">
                  <a:pos x="T4" y="T5"/>
                </a:cxn>
                <a:cxn ang="0">
                  <a:pos x="T6" y="T7"/>
                </a:cxn>
                <a:cxn ang="0">
                  <a:pos x="T8" y="T9"/>
                </a:cxn>
              </a:cxnLst>
              <a:rect l="0" t="0" r="r" b="b"/>
              <a:pathLst>
                <a:path w="198" h="197">
                  <a:moveTo>
                    <a:pt x="119" y="186"/>
                  </a:moveTo>
                  <a:cubicBezTo>
                    <a:pt x="168" y="175"/>
                    <a:pt x="198" y="126"/>
                    <a:pt x="187" y="78"/>
                  </a:cubicBezTo>
                  <a:cubicBezTo>
                    <a:pt x="175" y="30"/>
                    <a:pt x="127" y="0"/>
                    <a:pt x="79" y="11"/>
                  </a:cubicBezTo>
                  <a:cubicBezTo>
                    <a:pt x="30" y="22"/>
                    <a:pt x="0" y="70"/>
                    <a:pt x="11" y="119"/>
                  </a:cubicBezTo>
                  <a:cubicBezTo>
                    <a:pt x="23" y="167"/>
                    <a:pt x="71" y="197"/>
                    <a:pt x="119" y="1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40"/>
            <p:cNvSpPr>
              <a:spLocks noEditPoints="1"/>
            </p:cNvSpPr>
            <p:nvPr/>
          </p:nvSpPr>
          <p:spPr bwMode="auto">
            <a:xfrm>
              <a:off x="442913" y="4722813"/>
              <a:ext cx="622300" cy="1338263"/>
            </a:xfrm>
            <a:custGeom>
              <a:avLst/>
              <a:gdLst>
                <a:gd name="T0" fmla="*/ 302 w 399"/>
                <a:gd name="T1" fmla="*/ 163 h 858"/>
                <a:gd name="T2" fmla="*/ 302 w 399"/>
                <a:gd name="T3" fmla="*/ 163 h 858"/>
                <a:gd name="T4" fmla="*/ 289 w 399"/>
                <a:gd name="T5" fmla="*/ 160 h 858"/>
                <a:gd name="T6" fmla="*/ 135 w 399"/>
                <a:gd name="T7" fmla="*/ 160 h 858"/>
                <a:gd name="T8" fmla="*/ 126 w 399"/>
                <a:gd name="T9" fmla="*/ 161 h 858"/>
                <a:gd name="T10" fmla="*/ 97 w 399"/>
                <a:gd name="T11" fmla="*/ 164 h 858"/>
                <a:gd name="T12" fmla="*/ 66 w 399"/>
                <a:gd name="T13" fmla="*/ 159 h 858"/>
                <a:gd name="T14" fmla="*/ 64 w 399"/>
                <a:gd name="T15" fmla="*/ 158 h 858"/>
                <a:gd name="T16" fmla="*/ 64 w 399"/>
                <a:gd name="T17" fmla="*/ 158 h 858"/>
                <a:gd name="T18" fmla="*/ 81 w 399"/>
                <a:gd name="T19" fmla="*/ 120 h 858"/>
                <a:gd name="T20" fmla="*/ 113 w 399"/>
                <a:gd name="T21" fmla="*/ 149 h 858"/>
                <a:gd name="T22" fmla="*/ 139 w 399"/>
                <a:gd name="T23" fmla="*/ 148 h 858"/>
                <a:gd name="T24" fmla="*/ 145 w 399"/>
                <a:gd name="T25" fmla="*/ 146 h 858"/>
                <a:gd name="T26" fmla="*/ 122 w 399"/>
                <a:gd name="T27" fmla="*/ 110 h 858"/>
                <a:gd name="T28" fmla="*/ 116 w 399"/>
                <a:gd name="T29" fmla="*/ 113 h 858"/>
                <a:gd name="T30" fmla="*/ 96 w 399"/>
                <a:gd name="T31" fmla="*/ 98 h 858"/>
                <a:gd name="T32" fmla="*/ 86 w 399"/>
                <a:gd name="T33" fmla="*/ 62 h 858"/>
                <a:gd name="T34" fmla="*/ 81 w 399"/>
                <a:gd name="T35" fmla="*/ 59 h 858"/>
                <a:gd name="T36" fmla="*/ 87 w 399"/>
                <a:gd name="T37" fmla="*/ 44 h 858"/>
                <a:gd name="T38" fmla="*/ 93 w 399"/>
                <a:gd name="T39" fmla="*/ 41 h 858"/>
                <a:gd name="T40" fmla="*/ 82 w 399"/>
                <a:gd name="T41" fmla="*/ 0 h 858"/>
                <a:gd name="T42" fmla="*/ 77 w 399"/>
                <a:gd name="T43" fmla="*/ 3 h 858"/>
                <a:gd name="T44" fmla="*/ 57 w 399"/>
                <a:gd name="T45" fmla="*/ 21 h 858"/>
                <a:gd name="T46" fmla="*/ 55 w 399"/>
                <a:gd name="T47" fmla="*/ 57 h 858"/>
                <a:gd name="T48" fmla="*/ 41 w 399"/>
                <a:gd name="T49" fmla="*/ 67 h 858"/>
                <a:gd name="T50" fmla="*/ 0 w 399"/>
                <a:gd name="T51" fmla="*/ 158 h 858"/>
                <a:gd name="T52" fmla="*/ 13 w 399"/>
                <a:gd name="T53" fmla="*/ 196 h 858"/>
                <a:gd name="T54" fmla="*/ 56 w 399"/>
                <a:gd name="T55" fmla="*/ 223 h 858"/>
                <a:gd name="T56" fmla="*/ 97 w 399"/>
                <a:gd name="T57" fmla="*/ 228 h 858"/>
                <a:gd name="T58" fmla="*/ 104 w 399"/>
                <a:gd name="T59" fmla="*/ 227 h 858"/>
                <a:gd name="T60" fmla="*/ 104 w 399"/>
                <a:gd name="T61" fmla="*/ 389 h 858"/>
                <a:gd name="T62" fmla="*/ 104 w 399"/>
                <a:gd name="T63" fmla="*/ 465 h 858"/>
                <a:gd name="T64" fmla="*/ 104 w 399"/>
                <a:gd name="T65" fmla="*/ 809 h 858"/>
                <a:gd name="T66" fmla="*/ 153 w 399"/>
                <a:gd name="T67" fmla="*/ 858 h 858"/>
                <a:gd name="T68" fmla="*/ 203 w 399"/>
                <a:gd name="T69" fmla="*/ 809 h 858"/>
                <a:gd name="T70" fmla="*/ 203 w 399"/>
                <a:gd name="T71" fmla="*/ 496 h 858"/>
                <a:gd name="T72" fmla="*/ 221 w 399"/>
                <a:gd name="T73" fmla="*/ 496 h 858"/>
                <a:gd name="T74" fmla="*/ 221 w 399"/>
                <a:gd name="T75" fmla="*/ 809 h 858"/>
                <a:gd name="T76" fmla="*/ 271 w 399"/>
                <a:gd name="T77" fmla="*/ 858 h 858"/>
                <a:gd name="T78" fmla="*/ 320 w 399"/>
                <a:gd name="T79" fmla="*/ 809 h 858"/>
                <a:gd name="T80" fmla="*/ 320 w 399"/>
                <a:gd name="T81" fmla="*/ 517 h 858"/>
                <a:gd name="T82" fmla="*/ 335 w 399"/>
                <a:gd name="T83" fmla="*/ 504 h 858"/>
                <a:gd name="T84" fmla="*/ 399 w 399"/>
                <a:gd name="T85" fmla="*/ 320 h 858"/>
                <a:gd name="T86" fmla="*/ 351 w 399"/>
                <a:gd name="T87" fmla="*/ 198 h 858"/>
                <a:gd name="T88" fmla="*/ 302 w 399"/>
                <a:gd name="T89" fmla="*/ 163 h 858"/>
                <a:gd name="T90" fmla="*/ 320 w 399"/>
                <a:gd name="T91" fmla="*/ 392 h 858"/>
                <a:gd name="T92" fmla="*/ 320 w 399"/>
                <a:gd name="T93" fmla="*/ 389 h 858"/>
                <a:gd name="T94" fmla="*/ 320 w 399"/>
                <a:gd name="T95" fmla="*/ 262 h 858"/>
                <a:gd name="T96" fmla="*/ 335 w 399"/>
                <a:gd name="T97" fmla="*/ 320 h 858"/>
                <a:gd name="T98" fmla="*/ 320 w 399"/>
                <a:gd name="T99" fmla="*/ 392 h 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99" h="858">
                  <a:moveTo>
                    <a:pt x="302" y="163"/>
                  </a:moveTo>
                  <a:cubicBezTo>
                    <a:pt x="302" y="163"/>
                    <a:pt x="302" y="163"/>
                    <a:pt x="302" y="163"/>
                  </a:cubicBezTo>
                  <a:cubicBezTo>
                    <a:pt x="298" y="161"/>
                    <a:pt x="294" y="160"/>
                    <a:pt x="289" y="160"/>
                  </a:cubicBezTo>
                  <a:cubicBezTo>
                    <a:pt x="135" y="160"/>
                    <a:pt x="135" y="160"/>
                    <a:pt x="135" y="160"/>
                  </a:cubicBezTo>
                  <a:cubicBezTo>
                    <a:pt x="132" y="160"/>
                    <a:pt x="129" y="161"/>
                    <a:pt x="126" y="161"/>
                  </a:cubicBezTo>
                  <a:cubicBezTo>
                    <a:pt x="122" y="162"/>
                    <a:pt x="110" y="164"/>
                    <a:pt x="97" y="164"/>
                  </a:cubicBezTo>
                  <a:cubicBezTo>
                    <a:pt x="85" y="164"/>
                    <a:pt x="72" y="162"/>
                    <a:pt x="66" y="159"/>
                  </a:cubicBezTo>
                  <a:cubicBezTo>
                    <a:pt x="65" y="159"/>
                    <a:pt x="64" y="158"/>
                    <a:pt x="64" y="158"/>
                  </a:cubicBezTo>
                  <a:cubicBezTo>
                    <a:pt x="64" y="158"/>
                    <a:pt x="64" y="158"/>
                    <a:pt x="64" y="158"/>
                  </a:cubicBezTo>
                  <a:cubicBezTo>
                    <a:pt x="63" y="155"/>
                    <a:pt x="67" y="141"/>
                    <a:pt x="81" y="120"/>
                  </a:cubicBezTo>
                  <a:cubicBezTo>
                    <a:pt x="92" y="137"/>
                    <a:pt x="104" y="148"/>
                    <a:pt x="113" y="149"/>
                  </a:cubicBezTo>
                  <a:cubicBezTo>
                    <a:pt x="125" y="152"/>
                    <a:pt x="139" y="148"/>
                    <a:pt x="139" y="148"/>
                  </a:cubicBezTo>
                  <a:cubicBezTo>
                    <a:pt x="139" y="148"/>
                    <a:pt x="142" y="147"/>
                    <a:pt x="145" y="146"/>
                  </a:cubicBezTo>
                  <a:cubicBezTo>
                    <a:pt x="140" y="134"/>
                    <a:pt x="132" y="119"/>
                    <a:pt x="122" y="110"/>
                  </a:cubicBezTo>
                  <a:cubicBezTo>
                    <a:pt x="120" y="111"/>
                    <a:pt x="118" y="112"/>
                    <a:pt x="116" y="113"/>
                  </a:cubicBezTo>
                  <a:cubicBezTo>
                    <a:pt x="113" y="114"/>
                    <a:pt x="105" y="112"/>
                    <a:pt x="96" y="98"/>
                  </a:cubicBezTo>
                  <a:cubicBezTo>
                    <a:pt x="101" y="86"/>
                    <a:pt x="97" y="71"/>
                    <a:pt x="86" y="62"/>
                  </a:cubicBezTo>
                  <a:cubicBezTo>
                    <a:pt x="84" y="61"/>
                    <a:pt x="83" y="60"/>
                    <a:pt x="81" y="59"/>
                  </a:cubicBezTo>
                  <a:cubicBezTo>
                    <a:pt x="81" y="50"/>
                    <a:pt x="84" y="45"/>
                    <a:pt x="87" y="44"/>
                  </a:cubicBezTo>
                  <a:cubicBezTo>
                    <a:pt x="88" y="43"/>
                    <a:pt x="91" y="42"/>
                    <a:pt x="93" y="41"/>
                  </a:cubicBezTo>
                  <a:cubicBezTo>
                    <a:pt x="93" y="28"/>
                    <a:pt x="87" y="12"/>
                    <a:pt x="82" y="0"/>
                  </a:cubicBezTo>
                  <a:cubicBezTo>
                    <a:pt x="79" y="1"/>
                    <a:pt x="77" y="3"/>
                    <a:pt x="77" y="3"/>
                  </a:cubicBezTo>
                  <a:cubicBezTo>
                    <a:pt x="77" y="3"/>
                    <a:pt x="64" y="11"/>
                    <a:pt x="57" y="21"/>
                  </a:cubicBezTo>
                  <a:cubicBezTo>
                    <a:pt x="53" y="28"/>
                    <a:pt x="52" y="41"/>
                    <a:pt x="55" y="57"/>
                  </a:cubicBezTo>
                  <a:cubicBezTo>
                    <a:pt x="50" y="59"/>
                    <a:pt x="45" y="62"/>
                    <a:pt x="41" y="67"/>
                  </a:cubicBezTo>
                  <a:cubicBezTo>
                    <a:pt x="14" y="102"/>
                    <a:pt x="0" y="129"/>
                    <a:pt x="0" y="158"/>
                  </a:cubicBezTo>
                  <a:cubicBezTo>
                    <a:pt x="0" y="172"/>
                    <a:pt x="4" y="186"/>
                    <a:pt x="13" y="196"/>
                  </a:cubicBezTo>
                  <a:cubicBezTo>
                    <a:pt x="25" y="212"/>
                    <a:pt x="41" y="219"/>
                    <a:pt x="56" y="223"/>
                  </a:cubicBezTo>
                  <a:cubicBezTo>
                    <a:pt x="70" y="227"/>
                    <a:pt x="85" y="228"/>
                    <a:pt x="97" y="228"/>
                  </a:cubicBezTo>
                  <a:cubicBezTo>
                    <a:pt x="99" y="228"/>
                    <a:pt x="102" y="228"/>
                    <a:pt x="104" y="227"/>
                  </a:cubicBezTo>
                  <a:cubicBezTo>
                    <a:pt x="104" y="389"/>
                    <a:pt x="104" y="389"/>
                    <a:pt x="104" y="389"/>
                  </a:cubicBezTo>
                  <a:cubicBezTo>
                    <a:pt x="104" y="465"/>
                    <a:pt x="104" y="465"/>
                    <a:pt x="104" y="465"/>
                  </a:cubicBezTo>
                  <a:cubicBezTo>
                    <a:pt x="104" y="809"/>
                    <a:pt x="104" y="809"/>
                    <a:pt x="104" y="809"/>
                  </a:cubicBezTo>
                  <a:cubicBezTo>
                    <a:pt x="104" y="836"/>
                    <a:pt x="126" y="858"/>
                    <a:pt x="153" y="858"/>
                  </a:cubicBezTo>
                  <a:cubicBezTo>
                    <a:pt x="180" y="858"/>
                    <a:pt x="203" y="836"/>
                    <a:pt x="203" y="809"/>
                  </a:cubicBezTo>
                  <a:cubicBezTo>
                    <a:pt x="203" y="496"/>
                    <a:pt x="203" y="496"/>
                    <a:pt x="203" y="496"/>
                  </a:cubicBezTo>
                  <a:cubicBezTo>
                    <a:pt x="221" y="496"/>
                    <a:pt x="221" y="496"/>
                    <a:pt x="221" y="496"/>
                  </a:cubicBezTo>
                  <a:cubicBezTo>
                    <a:pt x="221" y="809"/>
                    <a:pt x="221" y="809"/>
                    <a:pt x="221" y="809"/>
                  </a:cubicBezTo>
                  <a:cubicBezTo>
                    <a:pt x="221" y="836"/>
                    <a:pt x="243" y="858"/>
                    <a:pt x="271" y="858"/>
                  </a:cubicBezTo>
                  <a:cubicBezTo>
                    <a:pt x="298" y="858"/>
                    <a:pt x="320" y="836"/>
                    <a:pt x="320" y="809"/>
                  </a:cubicBezTo>
                  <a:cubicBezTo>
                    <a:pt x="320" y="517"/>
                    <a:pt x="320" y="517"/>
                    <a:pt x="320" y="517"/>
                  </a:cubicBezTo>
                  <a:cubicBezTo>
                    <a:pt x="326" y="515"/>
                    <a:pt x="331" y="510"/>
                    <a:pt x="335" y="504"/>
                  </a:cubicBezTo>
                  <a:cubicBezTo>
                    <a:pt x="381" y="431"/>
                    <a:pt x="399" y="370"/>
                    <a:pt x="399" y="320"/>
                  </a:cubicBezTo>
                  <a:cubicBezTo>
                    <a:pt x="399" y="263"/>
                    <a:pt x="375" y="222"/>
                    <a:pt x="351" y="198"/>
                  </a:cubicBezTo>
                  <a:cubicBezTo>
                    <a:pt x="328" y="174"/>
                    <a:pt x="305" y="164"/>
                    <a:pt x="302" y="163"/>
                  </a:cubicBezTo>
                  <a:close/>
                  <a:moveTo>
                    <a:pt x="320" y="392"/>
                  </a:moveTo>
                  <a:cubicBezTo>
                    <a:pt x="320" y="389"/>
                    <a:pt x="320" y="389"/>
                    <a:pt x="320" y="389"/>
                  </a:cubicBezTo>
                  <a:cubicBezTo>
                    <a:pt x="320" y="262"/>
                    <a:pt x="320" y="262"/>
                    <a:pt x="320" y="262"/>
                  </a:cubicBezTo>
                  <a:cubicBezTo>
                    <a:pt x="328" y="276"/>
                    <a:pt x="335" y="295"/>
                    <a:pt x="335" y="320"/>
                  </a:cubicBezTo>
                  <a:cubicBezTo>
                    <a:pt x="335" y="339"/>
                    <a:pt x="331" y="363"/>
                    <a:pt x="320" y="3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41"/>
            <p:cNvSpPr>
              <a:spLocks/>
            </p:cNvSpPr>
            <p:nvPr/>
          </p:nvSpPr>
          <p:spPr bwMode="auto">
            <a:xfrm>
              <a:off x="976313" y="4432301"/>
              <a:ext cx="515938" cy="482600"/>
            </a:xfrm>
            <a:custGeom>
              <a:avLst/>
              <a:gdLst>
                <a:gd name="T0" fmla="*/ 166 w 331"/>
                <a:gd name="T1" fmla="*/ 0 h 310"/>
                <a:gd name="T2" fmla="*/ 0 w 331"/>
                <a:gd name="T3" fmla="*/ 129 h 310"/>
                <a:gd name="T4" fmla="*/ 42 w 331"/>
                <a:gd name="T5" fmla="*/ 215 h 310"/>
                <a:gd name="T6" fmla="*/ 2 w 331"/>
                <a:gd name="T7" fmla="*/ 286 h 310"/>
                <a:gd name="T8" fmla="*/ 166 w 331"/>
                <a:gd name="T9" fmla="*/ 258 h 310"/>
                <a:gd name="T10" fmla="*/ 331 w 331"/>
                <a:gd name="T11" fmla="*/ 129 h 310"/>
                <a:gd name="T12" fmla="*/ 166 w 331"/>
                <a:gd name="T13" fmla="*/ 0 h 310"/>
              </a:gdLst>
              <a:ahLst/>
              <a:cxnLst>
                <a:cxn ang="0">
                  <a:pos x="T0" y="T1"/>
                </a:cxn>
                <a:cxn ang="0">
                  <a:pos x="T2" y="T3"/>
                </a:cxn>
                <a:cxn ang="0">
                  <a:pos x="T4" y="T5"/>
                </a:cxn>
                <a:cxn ang="0">
                  <a:pos x="T6" y="T7"/>
                </a:cxn>
                <a:cxn ang="0">
                  <a:pos x="T8" y="T9"/>
                </a:cxn>
                <a:cxn ang="0">
                  <a:pos x="T10" y="T11"/>
                </a:cxn>
                <a:cxn ang="0">
                  <a:pos x="T12" y="T13"/>
                </a:cxn>
              </a:cxnLst>
              <a:rect l="0" t="0" r="r" b="b"/>
              <a:pathLst>
                <a:path w="331" h="310">
                  <a:moveTo>
                    <a:pt x="166" y="0"/>
                  </a:moveTo>
                  <a:cubicBezTo>
                    <a:pt x="74" y="0"/>
                    <a:pt x="0" y="57"/>
                    <a:pt x="0" y="129"/>
                  </a:cubicBezTo>
                  <a:cubicBezTo>
                    <a:pt x="0" y="162"/>
                    <a:pt x="16" y="192"/>
                    <a:pt x="42" y="215"/>
                  </a:cubicBezTo>
                  <a:cubicBezTo>
                    <a:pt x="56" y="227"/>
                    <a:pt x="57" y="261"/>
                    <a:pt x="2" y="286"/>
                  </a:cubicBezTo>
                  <a:cubicBezTo>
                    <a:pt x="60" y="310"/>
                    <a:pt x="139" y="258"/>
                    <a:pt x="166" y="258"/>
                  </a:cubicBezTo>
                  <a:cubicBezTo>
                    <a:pt x="257" y="258"/>
                    <a:pt x="331" y="200"/>
                    <a:pt x="331" y="129"/>
                  </a:cubicBezTo>
                  <a:cubicBezTo>
                    <a:pt x="331" y="57"/>
                    <a:pt x="257" y="0"/>
                    <a:pt x="16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42"/>
            <p:cNvSpPr>
              <a:spLocks/>
            </p:cNvSpPr>
            <p:nvPr/>
          </p:nvSpPr>
          <p:spPr bwMode="auto">
            <a:xfrm>
              <a:off x="639763" y="4884738"/>
              <a:ext cx="49213" cy="63500"/>
            </a:xfrm>
            <a:custGeom>
              <a:avLst/>
              <a:gdLst>
                <a:gd name="T0" fmla="*/ 7 w 32"/>
                <a:gd name="T1" fmla="*/ 2 h 40"/>
                <a:gd name="T2" fmla="*/ 0 w 32"/>
                <a:gd name="T3" fmla="*/ 5 h 40"/>
                <a:gd name="T4" fmla="*/ 23 w 32"/>
                <a:gd name="T5" fmla="*/ 40 h 40"/>
                <a:gd name="T6" fmla="*/ 28 w 32"/>
                <a:gd name="T7" fmla="*/ 24 h 40"/>
                <a:gd name="T8" fmla="*/ 7 w 32"/>
                <a:gd name="T9" fmla="*/ 2 h 40"/>
              </a:gdLst>
              <a:ahLst/>
              <a:cxnLst>
                <a:cxn ang="0">
                  <a:pos x="T0" y="T1"/>
                </a:cxn>
                <a:cxn ang="0">
                  <a:pos x="T2" y="T3"/>
                </a:cxn>
                <a:cxn ang="0">
                  <a:pos x="T4" y="T5"/>
                </a:cxn>
                <a:cxn ang="0">
                  <a:pos x="T6" y="T7"/>
                </a:cxn>
                <a:cxn ang="0">
                  <a:pos x="T8" y="T9"/>
                </a:cxn>
              </a:cxnLst>
              <a:rect l="0" t="0" r="r" b="b"/>
              <a:pathLst>
                <a:path w="32" h="40">
                  <a:moveTo>
                    <a:pt x="7" y="2"/>
                  </a:moveTo>
                  <a:cubicBezTo>
                    <a:pt x="5" y="3"/>
                    <a:pt x="2" y="4"/>
                    <a:pt x="0" y="5"/>
                  </a:cubicBezTo>
                  <a:cubicBezTo>
                    <a:pt x="10" y="14"/>
                    <a:pt x="17" y="29"/>
                    <a:pt x="23" y="40"/>
                  </a:cubicBezTo>
                  <a:cubicBezTo>
                    <a:pt x="27" y="37"/>
                    <a:pt x="32" y="32"/>
                    <a:pt x="28" y="24"/>
                  </a:cubicBezTo>
                  <a:cubicBezTo>
                    <a:pt x="21" y="7"/>
                    <a:pt x="12" y="0"/>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43"/>
            <p:cNvSpPr>
              <a:spLocks/>
            </p:cNvSpPr>
            <p:nvPr/>
          </p:nvSpPr>
          <p:spPr bwMode="auto">
            <a:xfrm>
              <a:off x="576263" y="4718051"/>
              <a:ext cx="36513" cy="68263"/>
            </a:xfrm>
            <a:custGeom>
              <a:avLst/>
              <a:gdLst>
                <a:gd name="T0" fmla="*/ 0 w 23"/>
                <a:gd name="T1" fmla="*/ 2 h 43"/>
                <a:gd name="T2" fmla="*/ 10 w 23"/>
                <a:gd name="T3" fmla="*/ 43 h 43"/>
                <a:gd name="T4" fmla="*/ 17 w 23"/>
                <a:gd name="T5" fmla="*/ 40 h 43"/>
                <a:gd name="T6" fmla="*/ 15 w 23"/>
                <a:gd name="T7" fmla="*/ 9 h 43"/>
                <a:gd name="T8" fmla="*/ 0 w 23"/>
                <a:gd name="T9" fmla="*/ 2 h 43"/>
              </a:gdLst>
              <a:ahLst/>
              <a:cxnLst>
                <a:cxn ang="0">
                  <a:pos x="T0" y="T1"/>
                </a:cxn>
                <a:cxn ang="0">
                  <a:pos x="T2" y="T3"/>
                </a:cxn>
                <a:cxn ang="0">
                  <a:pos x="T4" y="T5"/>
                </a:cxn>
                <a:cxn ang="0">
                  <a:pos x="T6" y="T7"/>
                </a:cxn>
                <a:cxn ang="0">
                  <a:pos x="T8" y="T9"/>
                </a:cxn>
              </a:cxnLst>
              <a:rect l="0" t="0" r="r" b="b"/>
              <a:pathLst>
                <a:path w="23" h="43">
                  <a:moveTo>
                    <a:pt x="0" y="2"/>
                  </a:moveTo>
                  <a:cubicBezTo>
                    <a:pt x="4" y="13"/>
                    <a:pt x="10" y="29"/>
                    <a:pt x="10" y="43"/>
                  </a:cubicBezTo>
                  <a:cubicBezTo>
                    <a:pt x="13" y="42"/>
                    <a:pt x="15" y="41"/>
                    <a:pt x="17" y="40"/>
                  </a:cubicBezTo>
                  <a:cubicBezTo>
                    <a:pt x="22" y="38"/>
                    <a:pt x="23" y="26"/>
                    <a:pt x="15" y="9"/>
                  </a:cubicBezTo>
                  <a:cubicBezTo>
                    <a:pt x="12" y="1"/>
                    <a:pt x="5"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1" name="组合 50"/>
          <p:cNvGrpSpPr/>
          <p:nvPr/>
        </p:nvGrpSpPr>
        <p:grpSpPr>
          <a:xfrm>
            <a:off x="2535238" y="4632326"/>
            <a:ext cx="1062038" cy="1428750"/>
            <a:chOff x="2535238" y="4632326"/>
            <a:chExt cx="1062038" cy="1428750"/>
          </a:xfrm>
          <a:solidFill>
            <a:schemeClr val="tx1">
              <a:lumMod val="65000"/>
              <a:lumOff val="35000"/>
            </a:schemeClr>
          </a:solidFill>
        </p:grpSpPr>
        <p:sp>
          <p:nvSpPr>
            <p:cNvPr id="52" name="Freeform 44"/>
            <p:cNvSpPr>
              <a:spLocks/>
            </p:cNvSpPr>
            <p:nvPr/>
          </p:nvSpPr>
          <p:spPr bwMode="auto">
            <a:xfrm>
              <a:off x="2668588" y="4632326"/>
              <a:ext cx="306388" cy="309563"/>
            </a:xfrm>
            <a:custGeom>
              <a:avLst/>
              <a:gdLst>
                <a:gd name="T0" fmla="*/ 11 w 197"/>
                <a:gd name="T1" fmla="*/ 78 h 198"/>
                <a:gd name="T2" fmla="*/ 78 w 197"/>
                <a:gd name="T3" fmla="*/ 187 h 198"/>
                <a:gd name="T4" fmla="*/ 186 w 197"/>
                <a:gd name="T5" fmla="*/ 119 h 198"/>
                <a:gd name="T6" fmla="*/ 119 w 197"/>
                <a:gd name="T7" fmla="*/ 11 h 198"/>
                <a:gd name="T8" fmla="*/ 11 w 197"/>
                <a:gd name="T9" fmla="*/ 78 h 198"/>
              </a:gdLst>
              <a:ahLst/>
              <a:cxnLst>
                <a:cxn ang="0">
                  <a:pos x="T0" y="T1"/>
                </a:cxn>
                <a:cxn ang="0">
                  <a:pos x="T2" y="T3"/>
                </a:cxn>
                <a:cxn ang="0">
                  <a:pos x="T4" y="T5"/>
                </a:cxn>
                <a:cxn ang="0">
                  <a:pos x="T6" y="T7"/>
                </a:cxn>
                <a:cxn ang="0">
                  <a:pos x="T8" y="T9"/>
                </a:cxn>
              </a:cxnLst>
              <a:rect l="0" t="0" r="r" b="b"/>
              <a:pathLst>
                <a:path w="197" h="198">
                  <a:moveTo>
                    <a:pt x="11" y="78"/>
                  </a:moveTo>
                  <a:cubicBezTo>
                    <a:pt x="0" y="127"/>
                    <a:pt x="30" y="175"/>
                    <a:pt x="78" y="187"/>
                  </a:cubicBezTo>
                  <a:cubicBezTo>
                    <a:pt x="127" y="198"/>
                    <a:pt x="175" y="168"/>
                    <a:pt x="186" y="119"/>
                  </a:cubicBezTo>
                  <a:cubicBezTo>
                    <a:pt x="197" y="71"/>
                    <a:pt x="167" y="23"/>
                    <a:pt x="119" y="11"/>
                  </a:cubicBezTo>
                  <a:cubicBezTo>
                    <a:pt x="71" y="0"/>
                    <a:pt x="22" y="30"/>
                    <a:pt x="11"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45"/>
            <p:cNvSpPr>
              <a:spLocks/>
            </p:cNvSpPr>
            <p:nvPr/>
          </p:nvSpPr>
          <p:spPr bwMode="auto">
            <a:xfrm>
              <a:off x="2535238" y="4919663"/>
              <a:ext cx="287338" cy="1141413"/>
            </a:xfrm>
            <a:custGeom>
              <a:avLst/>
              <a:gdLst>
                <a:gd name="T0" fmla="*/ 125 w 184"/>
                <a:gd name="T1" fmla="*/ 178 h 732"/>
                <a:gd name="T2" fmla="*/ 89 w 184"/>
                <a:gd name="T3" fmla="*/ 81 h 732"/>
                <a:gd name="T4" fmla="*/ 89 w 184"/>
                <a:gd name="T5" fmla="*/ 81 h 732"/>
                <a:gd name="T6" fmla="*/ 118 w 184"/>
                <a:gd name="T7" fmla="*/ 46 h 732"/>
                <a:gd name="T8" fmla="*/ 153 w 184"/>
                <a:gd name="T9" fmla="*/ 74 h 732"/>
                <a:gd name="T10" fmla="*/ 153 w 184"/>
                <a:gd name="T11" fmla="*/ 74 h 732"/>
                <a:gd name="T12" fmla="*/ 153 w 184"/>
                <a:gd name="T13" fmla="*/ 76 h 732"/>
                <a:gd name="T14" fmla="*/ 155 w 184"/>
                <a:gd name="T15" fmla="*/ 86 h 732"/>
                <a:gd name="T16" fmla="*/ 165 w 184"/>
                <a:gd name="T17" fmla="*/ 118 h 732"/>
                <a:gd name="T18" fmla="*/ 171 w 184"/>
                <a:gd name="T19" fmla="*/ 129 h 732"/>
                <a:gd name="T20" fmla="*/ 173 w 184"/>
                <a:gd name="T21" fmla="*/ 115 h 732"/>
                <a:gd name="T22" fmla="*/ 134 w 184"/>
                <a:gd name="T23" fmla="*/ 9 h 732"/>
                <a:gd name="T24" fmla="*/ 31 w 184"/>
                <a:gd name="T25" fmla="*/ 83 h 732"/>
                <a:gd name="T26" fmla="*/ 11 w 184"/>
                <a:gd name="T27" fmla="*/ 325 h 732"/>
                <a:gd name="T28" fmla="*/ 51 w 184"/>
                <a:gd name="T29" fmla="*/ 392 h 732"/>
                <a:gd name="T30" fmla="*/ 51 w 184"/>
                <a:gd name="T31" fmla="*/ 683 h 732"/>
                <a:gd name="T32" fmla="*/ 101 w 184"/>
                <a:gd name="T33" fmla="*/ 732 h 732"/>
                <a:gd name="T34" fmla="*/ 150 w 184"/>
                <a:gd name="T35" fmla="*/ 683 h 732"/>
                <a:gd name="T36" fmla="*/ 150 w 184"/>
                <a:gd name="T37" fmla="*/ 386 h 732"/>
                <a:gd name="T38" fmla="*/ 155 w 184"/>
                <a:gd name="T39" fmla="*/ 338 h 732"/>
                <a:gd name="T40" fmla="*/ 157 w 184"/>
                <a:gd name="T41" fmla="*/ 217 h 732"/>
                <a:gd name="T42" fmla="*/ 125 w 184"/>
                <a:gd name="T43" fmla="*/ 178 h 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4" h="732">
                  <a:moveTo>
                    <a:pt x="125" y="178"/>
                  </a:moveTo>
                  <a:cubicBezTo>
                    <a:pt x="94" y="129"/>
                    <a:pt x="90" y="83"/>
                    <a:pt x="89" y="81"/>
                  </a:cubicBezTo>
                  <a:cubicBezTo>
                    <a:pt x="89" y="81"/>
                    <a:pt x="89" y="81"/>
                    <a:pt x="89" y="81"/>
                  </a:cubicBezTo>
                  <a:cubicBezTo>
                    <a:pt x="87" y="63"/>
                    <a:pt x="100" y="47"/>
                    <a:pt x="118" y="46"/>
                  </a:cubicBezTo>
                  <a:cubicBezTo>
                    <a:pt x="135" y="44"/>
                    <a:pt x="151" y="56"/>
                    <a:pt x="153" y="74"/>
                  </a:cubicBezTo>
                  <a:cubicBezTo>
                    <a:pt x="153" y="74"/>
                    <a:pt x="153" y="74"/>
                    <a:pt x="153" y="74"/>
                  </a:cubicBezTo>
                  <a:cubicBezTo>
                    <a:pt x="153" y="75"/>
                    <a:pt x="153" y="75"/>
                    <a:pt x="153" y="76"/>
                  </a:cubicBezTo>
                  <a:cubicBezTo>
                    <a:pt x="154" y="79"/>
                    <a:pt x="154" y="82"/>
                    <a:pt x="155" y="86"/>
                  </a:cubicBezTo>
                  <a:cubicBezTo>
                    <a:pt x="157" y="94"/>
                    <a:pt x="160" y="105"/>
                    <a:pt x="165" y="118"/>
                  </a:cubicBezTo>
                  <a:cubicBezTo>
                    <a:pt x="167" y="121"/>
                    <a:pt x="169" y="125"/>
                    <a:pt x="171" y="129"/>
                  </a:cubicBezTo>
                  <a:cubicBezTo>
                    <a:pt x="172" y="124"/>
                    <a:pt x="172" y="119"/>
                    <a:pt x="173" y="115"/>
                  </a:cubicBezTo>
                  <a:cubicBezTo>
                    <a:pt x="184" y="71"/>
                    <a:pt x="168" y="19"/>
                    <a:pt x="134" y="9"/>
                  </a:cubicBezTo>
                  <a:cubicBezTo>
                    <a:pt x="100" y="0"/>
                    <a:pt x="50" y="19"/>
                    <a:pt x="31" y="83"/>
                  </a:cubicBezTo>
                  <a:cubicBezTo>
                    <a:pt x="5" y="171"/>
                    <a:pt x="0" y="228"/>
                    <a:pt x="11" y="325"/>
                  </a:cubicBezTo>
                  <a:cubicBezTo>
                    <a:pt x="18" y="362"/>
                    <a:pt x="33" y="381"/>
                    <a:pt x="51" y="392"/>
                  </a:cubicBezTo>
                  <a:cubicBezTo>
                    <a:pt x="51" y="683"/>
                    <a:pt x="51" y="683"/>
                    <a:pt x="51" y="683"/>
                  </a:cubicBezTo>
                  <a:cubicBezTo>
                    <a:pt x="51" y="710"/>
                    <a:pt x="74" y="732"/>
                    <a:pt x="101" y="732"/>
                  </a:cubicBezTo>
                  <a:cubicBezTo>
                    <a:pt x="128" y="732"/>
                    <a:pt x="150" y="710"/>
                    <a:pt x="150" y="683"/>
                  </a:cubicBezTo>
                  <a:cubicBezTo>
                    <a:pt x="150" y="386"/>
                    <a:pt x="150" y="386"/>
                    <a:pt x="150" y="386"/>
                  </a:cubicBezTo>
                  <a:cubicBezTo>
                    <a:pt x="155" y="377"/>
                    <a:pt x="156" y="362"/>
                    <a:pt x="155" y="338"/>
                  </a:cubicBezTo>
                  <a:cubicBezTo>
                    <a:pt x="149" y="299"/>
                    <a:pt x="152" y="257"/>
                    <a:pt x="157" y="217"/>
                  </a:cubicBezTo>
                  <a:cubicBezTo>
                    <a:pt x="144" y="204"/>
                    <a:pt x="133" y="191"/>
                    <a:pt x="125" y="1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46"/>
            <p:cNvSpPr>
              <a:spLocks/>
            </p:cNvSpPr>
            <p:nvPr/>
          </p:nvSpPr>
          <p:spPr bwMode="auto">
            <a:xfrm>
              <a:off x="2686050" y="5002213"/>
              <a:ext cx="417513" cy="334963"/>
            </a:xfrm>
            <a:custGeom>
              <a:avLst/>
              <a:gdLst>
                <a:gd name="T0" fmla="*/ 262 w 268"/>
                <a:gd name="T1" fmla="*/ 205 h 215"/>
                <a:gd name="T2" fmla="*/ 268 w 268"/>
                <a:gd name="T3" fmla="*/ 188 h 215"/>
                <a:gd name="T4" fmla="*/ 264 w 268"/>
                <a:gd name="T5" fmla="*/ 177 h 215"/>
                <a:gd name="T6" fmla="*/ 257 w 268"/>
                <a:gd name="T7" fmla="*/ 170 h 215"/>
                <a:gd name="T8" fmla="*/ 244 w 268"/>
                <a:gd name="T9" fmla="*/ 166 h 215"/>
                <a:gd name="T10" fmla="*/ 242 w 268"/>
                <a:gd name="T11" fmla="*/ 166 h 215"/>
                <a:gd name="T12" fmla="*/ 219 w 268"/>
                <a:gd name="T13" fmla="*/ 167 h 215"/>
                <a:gd name="T14" fmla="*/ 126 w 268"/>
                <a:gd name="T15" fmla="*/ 144 h 215"/>
                <a:gd name="T16" fmla="*/ 72 w 268"/>
                <a:gd name="T17" fmla="*/ 89 h 215"/>
                <a:gd name="T18" fmla="*/ 62 w 268"/>
                <a:gd name="T19" fmla="*/ 68 h 215"/>
                <a:gd name="T20" fmla="*/ 51 w 268"/>
                <a:gd name="T21" fmla="*/ 34 h 215"/>
                <a:gd name="T22" fmla="*/ 49 w 268"/>
                <a:gd name="T23" fmla="*/ 25 h 215"/>
                <a:gd name="T24" fmla="*/ 49 w 268"/>
                <a:gd name="T25" fmla="*/ 22 h 215"/>
                <a:gd name="T26" fmla="*/ 49 w 268"/>
                <a:gd name="T27" fmla="*/ 22 h 215"/>
                <a:gd name="T28" fmla="*/ 49 w 268"/>
                <a:gd name="T29" fmla="*/ 22 h 215"/>
                <a:gd name="T30" fmla="*/ 25 w 268"/>
                <a:gd name="T31" fmla="*/ 0 h 215"/>
                <a:gd name="T32" fmla="*/ 23 w 268"/>
                <a:gd name="T33" fmla="*/ 0 h 215"/>
                <a:gd name="T34" fmla="*/ 1 w 268"/>
                <a:gd name="T35" fmla="*/ 27 h 215"/>
                <a:gd name="T36" fmla="*/ 1 w 268"/>
                <a:gd name="T37" fmla="*/ 26 h 215"/>
                <a:gd name="T38" fmla="*/ 1 w 268"/>
                <a:gd name="T39" fmla="*/ 27 h 215"/>
                <a:gd name="T40" fmla="*/ 35 w 268"/>
                <a:gd name="T41" fmla="*/ 120 h 215"/>
                <a:gd name="T42" fmla="*/ 62 w 268"/>
                <a:gd name="T43" fmla="*/ 154 h 215"/>
                <a:gd name="T44" fmla="*/ 102 w 268"/>
                <a:gd name="T45" fmla="*/ 185 h 215"/>
                <a:gd name="T46" fmla="*/ 219 w 268"/>
                <a:gd name="T47" fmla="*/ 215 h 215"/>
                <a:gd name="T48" fmla="*/ 219 w 268"/>
                <a:gd name="T49" fmla="*/ 215 h 215"/>
                <a:gd name="T50" fmla="*/ 236 w 268"/>
                <a:gd name="T51" fmla="*/ 214 h 215"/>
                <a:gd name="T52" fmla="*/ 245 w 268"/>
                <a:gd name="T53" fmla="*/ 214 h 215"/>
                <a:gd name="T54" fmla="*/ 246 w 268"/>
                <a:gd name="T55" fmla="*/ 214 h 215"/>
                <a:gd name="T56" fmla="*/ 262 w 268"/>
                <a:gd name="T57" fmla="*/ 205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68" h="215">
                  <a:moveTo>
                    <a:pt x="262" y="205"/>
                  </a:moveTo>
                  <a:cubicBezTo>
                    <a:pt x="266" y="200"/>
                    <a:pt x="268" y="194"/>
                    <a:pt x="268" y="188"/>
                  </a:cubicBezTo>
                  <a:cubicBezTo>
                    <a:pt x="267" y="184"/>
                    <a:pt x="266" y="180"/>
                    <a:pt x="264" y="177"/>
                  </a:cubicBezTo>
                  <a:cubicBezTo>
                    <a:pt x="262" y="174"/>
                    <a:pt x="260" y="172"/>
                    <a:pt x="257" y="170"/>
                  </a:cubicBezTo>
                  <a:cubicBezTo>
                    <a:pt x="253" y="167"/>
                    <a:pt x="249" y="166"/>
                    <a:pt x="244" y="166"/>
                  </a:cubicBezTo>
                  <a:cubicBezTo>
                    <a:pt x="243" y="166"/>
                    <a:pt x="242" y="166"/>
                    <a:pt x="242" y="166"/>
                  </a:cubicBezTo>
                  <a:cubicBezTo>
                    <a:pt x="234" y="166"/>
                    <a:pt x="227" y="167"/>
                    <a:pt x="219" y="167"/>
                  </a:cubicBezTo>
                  <a:cubicBezTo>
                    <a:pt x="183" y="167"/>
                    <a:pt x="152" y="159"/>
                    <a:pt x="126" y="144"/>
                  </a:cubicBezTo>
                  <a:cubicBezTo>
                    <a:pt x="104" y="131"/>
                    <a:pt x="86" y="112"/>
                    <a:pt x="72" y="89"/>
                  </a:cubicBezTo>
                  <a:cubicBezTo>
                    <a:pt x="69" y="82"/>
                    <a:pt x="65" y="75"/>
                    <a:pt x="62" y="68"/>
                  </a:cubicBezTo>
                  <a:cubicBezTo>
                    <a:pt x="56" y="54"/>
                    <a:pt x="53" y="42"/>
                    <a:pt x="51" y="34"/>
                  </a:cubicBezTo>
                  <a:cubicBezTo>
                    <a:pt x="50" y="31"/>
                    <a:pt x="50" y="28"/>
                    <a:pt x="49" y="25"/>
                  </a:cubicBezTo>
                  <a:cubicBezTo>
                    <a:pt x="49" y="24"/>
                    <a:pt x="49" y="23"/>
                    <a:pt x="49" y="22"/>
                  </a:cubicBezTo>
                  <a:cubicBezTo>
                    <a:pt x="49" y="22"/>
                    <a:pt x="49" y="22"/>
                    <a:pt x="49" y="22"/>
                  </a:cubicBezTo>
                  <a:cubicBezTo>
                    <a:pt x="49" y="22"/>
                    <a:pt x="49" y="22"/>
                    <a:pt x="49" y="22"/>
                  </a:cubicBezTo>
                  <a:cubicBezTo>
                    <a:pt x="48" y="10"/>
                    <a:pt x="37" y="0"/>
                    <a:pt x="25" y="0"/>
                  </a:cubicBezTo>
                  <a:cubicBezTo>
                    <a:pt x="24" y="0"/>
                    <a:pt x="23" y="0"/>
                    <a:pt x="23" y="0"/>
                  </a:cubicBezTo>
                  <a:cubicBezTo>
                    <a:pt x="9" y="2"/>
                    <a:pt x="0" y="14"/>
                    <a:pt x="1" y="27"/>
                  </a:cubicBezTo>
                  <a:cubicBezTo>
                    <a:pt x="1" y="26"/>
                    <a:pt x="1" y="26"/>
                    <a:pt x="1" y="26"/>
                  </a:cubicBezTo>
                  <a:cubicBezTo>
                    <a:pt x="1" y="27"/>
                    <a:pt x="1" y="27"/>
                    <a:pt x="1" y="27"/>
                  </a:cubicBezTo>
                  <a:cubicBezTo>
                    <a:pt x="3" y="42"/>
                    <a:pt x="10" y="80"/>
                    <a:pt x="35" y="120"/>
                  </a:cubicBezTo>
                  <a:cubicBezTo>
                    <a:pt x="43" y="133"/>
                    <a:pt x="52" y="144"/>
                    <a:pt x="62" y="154"/>
                  </a:cubicBezTo>
                  <a:cubicBezTo>
                    <a:pt x="74" y="166"/>
                    <a:pt x="87" y="177"/>
                    <a:pt x="102" y="185"/>
                  </a:cubicBezTo>
                  <a:cubicBezTo>
                    <a:pt x="135" y="205"/>
                    <a:pt x="174" y="215"/>
                    <a:pt x="219" y="215"/>
                  </a:cubicBezTo>
                  <a:cubicBezTo>
                    <a:pt x="219" y="215"/>
                    <a:pt x="219" y="215"/>
                    <a:pt x="219" y="215"/>
                  </a:cubicBezTo>
                  <a:cubicBezTo>
                    <a:pt x="225" y="215"/>
                    <a:pt x="231" y="214"/>
                    <a:pt x="236" y="214"/>
                  </a:cubicBezTo>
                  <a:cubicBezTo>
                    <a:pt x="239" y="214"/>
                    <a:pt x="242" y="214"/>
                    <a:pt x="245" y="214"/>
                  </a:cubicBezTo>
                  <a:cubicBezTo>
                    <a:pt x="245" y="214"/>
                    <a:pt x="245" y="214"/>
                    <a:pt x="246" y="214"/>
                  </a:cubicBezTo>
                  <a:cubicBezTo>
                    <a:pt x="252" y="213"/>
                    <a:pt x="258" y="210"/>
                    <a:pt x="262" y="20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47"/>
            <p:cNvSpPr>
              <a:spLocks/>
            </p:cNvSpPr>
            <p:nvPr/>
          </p:nvSpPr>
          <p:spPr bwMode="auto">
            <a:xfrm>
              <a:off x="3157538" y="4632326"/>
              <a:ext cx="309563" cy="309563"/>
            </a:xfrm>
            <a:custGeom>
              <a:avLst/>
              <a:gdLst>
                <a:gd name="T0" fmla="*/ 119 w 198"/>
                <a:gd name="T1" fmla="*/ 187 h 198"/>
                <a:gd name="T2" fmla="*/ 186 w 198"/>
                <a:gd name="T3" fmla="*/ 78 h 198"/>
                <a:gd name="T4" fmla="*/ 78 w 198"/>
                <a:gd name="T5" fmla="*/ 11 h 198"/>
                <a:gd name="T6" fmla="*/ 11 w 198"/>
                <a:gd name="T7" fmla="*/ 119 h 198"/>
                <a:gd name="T8" fmla="*/ 119 w 198"/>
                <a:gd name="T9" fmla="*/ 187 h 198"/>
              </a:gdLst>
              <a:ahLst/>
              <a:cxnLst>
                <a:cxn ang="0">
                  <a:pos x="T0" y="T1"/>
                </a:cxn>
                <a:cxn ang="0">
                  <a:pos x="T2" y="T3"/>
                </a:cxn>
                <a:cxn ang="0">
                  <a:pos x="T4" y="T5"/>
                </a:cxn>
                <a:cxn ang="0">
                  <a:pos x="T6" y="T7"/>
                </a:cxn>
                <a:cxn ang="0">
                  <a:pos x="T8" y="T9"/>
                </a:cxn>
              </a:cxnLst>
              <a:rect l="0" t="0" r="r" b="b"/>
              <a:pathLst>
                <a:path w="198" h="198">
                  <a:moveTo>
                    <a:pt x="119" y="187"/>
                  </a:moveTo>
                  <a:cubicBezTo>
                    <a:pt x="167" y="175"/>
                    <a:pt x="198" y="127"/>
                    <a:pt x="186" y="78"/>
                  </a:cubicBezTo>
                  <a:cubicBezTo>
                    <a:pt x="175" y="30"/>
                    <a:pt x="127" y="0"/>
                    <a:pt x="78" y="11"/>
                  </a:cubicBezTo>
                  <a:cubicBezTo>
                    <a:pt x="30" y="23"/>
                    <a:pt x="0" y="71"/>
                    <a:pt x="11" y="119"/>
                  </a:cubicBezTo>
                  <a:cubicBezTo>
                    <a:pt x="22" y="168"/>
                    <a:pt x="71" y="198"/>
                    <a:pt x="119" y="1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48"/>
            <p:cNvSpPr>
              <a:spLocks/>
            </p:cNvSpPr>
            <p:nvPr/>
          </p:nvSpPr>
          <p:spPr bwMode="auto">
            <a:xfrm>
              <a:off x="3078163" y="4919663"/>
              <a:ext cx="519113" cy="674688"/>
            </a:xfrm>
            <a:custGeom>
              <a:avLst/>
              <a:gdLst>
                <a:gd name="T0" fmla="*/ 199 w 333"/>
                <a:gd name="T1" fmla="*/ 9 h 433"/>
                <a:gd name="T2" fmla="*/ 160 w 333"/>
                <a:gd name="T3" fmla="*/ 115 h 433"/>
                <a:gd name="T4" fmla="*/ 163 w 333"/>
                <a:gd name="T5" fmla="*/ 132 h 433"/>
                <a:gd name="T6" fmla="*/ 165 w 333"/>
                <a:gd name="T7" fmla="*/ 146 h 433"/>
                <a:gd name="T8" fmla="*/ 124 w 333"/>
                <a:gd name="T9" fmla="*/ 194 h 433"/>
                <a:gd name="T10" fmla="*/ 35 w 333"/>
                <a:gd name="T11" fmla="*/ 228 h 433"/>
                <a:gd name="T12" fmla="*/ 21 w 333"/>
                <a:gd name="T13" fmla="*/ 229 h 433"/>
                <a:gd name="T14" fmla="*/ 24 w 333"/>
                <a:gd name="T15" fmla="*/ 240 h 433"/>
                <a:gd name="T16" fmla="*/ 0 w 333"/>
                <a:gd name="T17" fmla="*/ 274 h 433"/>
                <a:gd name="T18" fmla="*/ 14 w 333"/>
                <a:gd name="T19" fmla="*/ 278 h 433"/>
                <a:gd name="T20" fmla="*/ 40 w 333"/>
                <a:gd name="T21" fmla="*/ 276 h 433"/>
                <a:gd name="T22" fmla="*/ 41 w 333"/>
                <a:gd name="T23" fmla="*/ 276 h 433"/>
                <a:gd name="T24" fmla="*/ 153 w 333"/>
                <a:gd name="T25" fmla="*/ 233 h 433"/>
                <a:gd name="T26" fmla="*/ 176 w 333"/>
                <a:gd name="T27" fmla="*/ 213 h 433"/>
                <a:gd name="T28" fmla="*/ 177 w 333"/>
                <a:gd name="T29" fmla="*/ 223 h 433"/>
                <a:gd name="T30" fmla="*/ 178 w 333"/>
                <a:gd name="T31" fmla="*/ 338 h 433"/>
                <a:gd name="T32" fmla="*/ 183 w 333"/>
                <a:gd name="T33" fmla="*/ 386 h 433"/>
                <a:gd name="T34" fmla="*/ 183 w 333"/>
                <a:gd name="T35" fmla="*/ 397 h 433"/>
                <a:gd name="T36" fmla="*/ 187 w 333"/>
                <a:gd name="T37" fmla="*/ 393 h 433"/>
                <a:gd name="T38" fmla="*/ 197 w 333"/>
                <a:gd name="T39" fmla="*/ 386 h 433"/>
                <a:gd name="T40" fmla="*/ 200 w 333"/>
                <a:gd name="T41" fmla="*/ 374 h 433"/>
                <a:gd name="T42" fmla="*/ 232 w 333"/>
                <a:gd name="T43" fmla="*/ 261 h 433"/>
                <a:gd name="T44" fmla="*/ 233 w 333"/>
                <a:gd name="T45" fmla="*/ 236 h 433"/>
                <a:gd name="T46" fmla="*/ 222 w 333"/>
                <a:gd name="T47" fmla="*/ 157 h 433"/>
                <a:gd name="T48" fmla="*/ 218 w 333"/>
                <a:gd name="T49" fmla="*/ 145 h 433"/>
                <a:gd name="T50" fmla="*/ 214 w 333"/>
                <a:gd name="T51" fmla="*/ 132 h 433"/>
                <a:gd name="T52" fmla="*/ 201 w 333"/>
                <a:gd name="T53" fmla="*/ 104 h 433"/>
                <a:gd name="T54" fmla="*/ 197 w 333"/>
                <a:gd name="T55" fmla="*/ 97 h 433"/>
                <a:gd name="T56" fmla="*/ 196 w 333"/>
                <a:gd name="T57" fmla="*/ 95 h 433"/>
                <a:gd name="T58" fmla="*/ 196 w 333"/>
                <a:gd name="T59" fmla="*/ 95 h 433"/>
                <a:gd name="T60" fmla="*/ 205 w 333"/>
                <a:gd name="T61" fmla="*/ 51 h 433"/>
                <a:gd name="T62" fmla="*/ 227 w 333"/>
                <a:gd name="T63" fmla="*/ 46 h 433"/>
                <a:gd name="T64" fmla="*/ 240 w 333"/>
                <a:gd name="T65" fmla="*/ 50 h 433"/>
                <a:gd name="T66" fmla="*/ 249 w 333"/>
                <a:gd name="T67" fmla="*/ 59 h 433"/>
                <a:gd name="T68" fmla="*/ 297 w 333"/>
                <a:gd name="T69" fmla="*/ 236 h 433"/>
                <a:gd name="T70" fmla="*/ 282 w 333"/>
                <a:gd name="T71" fmla="*/ 340 h 433"/>
                <a:gd name="T72" fmla="*/ 260 w 333"/>
                <a:gd name="T73" fmla="*/ 397 h 433"/>
                <a:gd name="T74" fmla="*/ 263 w 333"/>
                <a:gd name="T75" fmla="*/ 400 h 433"/>
                <a:gd name="T76" fmla="*/ 275 w 333"/>
                <a:gd name="T77" fmla="*/ 433 h 433"/>
                <a:gd name="T78" fmla="*/ 282 w 333"/>
                <a:gd name="T79" fmla="*/ 433 h 433"/>
                <a:gd name="T80" fmla="*/ 282 w 333"/>
                <a:gd name="T81" fmla="*/ 392 h 433"/>
                <a:gd name="T82" fmla="*/ 322 w 333"/>
                <a:gd name="T83" fmla="*/ 325 h 433"/>
                <a:gd name="T84" fmla="*/ 302 w 333"/>
                <a:gd name="T85" fmla="*/ 83 h 433"/>
                <a:gd name="T86" fmla="*/ 199 w 333"/>
                <a:gd name="T87" fmla="*/ 9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33" h="433">
                  <a:moveTo>
                    <a:pt x="199" y="9"/>
                  </a:moveTo>
                  <a:cubicBezTo>
                    <a:pt x="165" y="19"/>
                    <a:pt x="149" y="71"/>
                    <a:pt x="160" y="115"/>
                  </a:cubicBezTo>
                  <a:cubicBezTo>
                    <a:pt x="161" y="120"/>
                    <a:pt x="162" y="126"/>
                    <a:pt x="163" y="132"/>
                  </a:cubicBezTo>
                  <a:cubicBezTo>
                    <a:pt x="164" y="137"/>
                    <a:pt x="165" y="141"/>
                    <a:pt x="165" y="146"/>
                  </a:cubicBezTo>
                  <a:cubicBezTo>
                    <a:pt x="155" y="165"/>
                    <a:pt x="141" y="182"/>
                    <a:pt x="124" y="194"/>
                  </a:cubicBezTo>
                  <a:cubicBezTo>
                    <a:pt x="100" y="213"/>
                    <a:pt x="71" y="224"/>
                    <a:pt x="35" y="228"/>
                  </a:cubicBezTo>
                  <a:cubicBezTo>
                    <a:pt x="30" y="229"/>
                    <a:pt x="25" y="229"/>
                    <a:pt x="21" y="229"/>
                  </a:cubicBezTo>
                  <a:cubicBezTo>
                    <a:pt x="22" y="233"/>
                    <a:pt x="23" y="236"/>
                    <a:pt x="24" y="240"/>
                  </a:cubicBezTo>
                  <a:cubicBezTo>
                    <a:pt x="25" y="256"/>
                    <a:pt x="15" y="270"/>
                    <a:pt x="0" y="274"/>
                  </a:cubicBezTo>
                  <a:cubicBezTo>
                    <a:pt x="4" y="276"/>
                    <a:pt x="9" y="278"/>
                    <a:pt x="14" y="278"/>
                  </a:cubicBezTo>
                  <a:cubicBezTo>
                    <a:pt x="23" y="277"/>
                    <a:pt x="32" y="277"/>
                    <a:pt x="40" y="276"/>
                  </a:cubicBezTo>
                  <a:cubicBezTo>
                    <a:pt x="41" y="276"/>
                    <a:pt x="41" y="276"/>
                    <a:pt x="41" y="276"/>
                  </a:cubicBezTo>
                  <a:cubicBezTo>
                    <a:pt x="85" y="270"/>
                    <a:pt x="123" y="256"/>
                    <a:pt x="153" y="233"/>
                  </a:cubicBezTo>
                  <a:cubicBezTo>
                    <a:pt x="161" y="227"/>
                    <a:pt x="169" y="220"/>
                    <a:pt x="176" y="213"/>
                  </a:cubicBezTo>
                  <a:cubicBezTo>
                    <a:pt x="176" y="216"/>
                    <a:pt x="177" y="219"/>
                    <a:pt x="177" y="223"/>
                  </a:cubicBezTo>
                  <a:cubicBezTo>
                    <a:pt x="181" y="261"/>
                    <a:pt x="183" y="301"/>
                    <a:pt x="178" y="338"/>
                  </a:cubicBezTo>
                  <a:cubicBezTo>
                    <a:pt x="177" y="362"/>
                    <a:pt x="178" y="377"/>
                    <a:pt x="183" y="386"/>
                  </a:cubicBezTo>
                  <a:cubicBezTo>
                    <a:pt x="183" y="397"/>
                    <a:pt x="183" y="397"/>
                    <a:pt x="183" y="397"/>
                  </a:cubicBezTo>
                  <a:cubicBezTo>
                    <a:pt x="184" y="395"/>
                    <a:pt x="185" y="394"/>
                    <a:pt x="187" y="393"/>
                  </a:cubicBezTo>
                  <a:cubicBezTo>
                    <a:pt x="190" y="390"/>
                    <a:pt x="194" y="388"/>
                    <a:pt x="197" y="386"/>
                  </a:cubicBezTo>
                  <a:cubicBezTo>
                    <a:pt x="198" y="382"/>
                    <a:pt x="199" y="378"/>
                    <a:pt x="200" y="374"/>
                  </a:cubicBezTo>
                  <a:cubicBezTo>
                    <a:pt x="220" y="332"/>
                    <a:pt x="229" y="295"/>
                    <a:pt x="232" y="261"/>
                  </a:cubicBezTo>
                  <a:cubicBezTo>
                    <a:pt x="233" y="252"/>
                    <a:pt x="233" y="244"/>
                    <a:pt x="233" y="236"/>
                  </a:cubicBezTo>
                  <a:cubicBezTo>
                    <a:pt x="233" y="205"/>
                    <a:pt x="228" y="179"/>
                    <a:pt x="222" y="157"/>
                  </a:cubicBezTo>
                  <a:cubicBezTo>
                    <a:pt x="221" y="153"/>
                    <a:pt x="220" y="149"/>
                    <a:pt x="218" y="145"/>
                  </a:cubicBezTo>
                  <a:cubicBezTo>
                    <a:pt x="217" y="140"/>
                    <a:pt x="215" y="136"/>
                    <a:pt x="214" y="132"/>
                  </a:cubicBezTo>
                  <a:cubicBezTo>
                    <a:pt x="209" y="120"/>
                    <a:pt x="205" y="110"/>
                    <a:pt x="201" y="104"/>
                  </a:cubicBezTo>
                  <a:cubicBezTo>
                    <a:pt x="199" y="101"/>
                    <a:pt x="198" y="98"/>
                    <a:pt x="197" y="97"/>
                  </a:cubicBezTo>
                  <a:cubicBezTo>
                    <a:pt x="197" y="96"/>
                    <a:pt x="196" y="96"/>
                    <a:pt x="196" y="95"/>
                  </a:cubicBezTo>
                  <a:cubicBezTo>
                    <a:pt x="196" y="95"/>
                    <a:pt x="196" y="95"/>
                    <a:pt x="196" y="95"/>
                  </a:cubicBezTo>
                  <a:cubicBezTo>
                    <a:pt x="186" y="81"/>
                    <a:pt x="190" y="61"/>
                    <a:pt x="205" y="51"/>
                  </a:cubicBezTo>
                  <a:cubicBezTo>
                    <a:pt x="211" y="46"/>
                    <a:pt x="219" y="45"/>
                    <a:pt x="227" y="46"/>
                  </a:cubicBezTo>
                  <a:cubicBezTo>
                    <a:pt x="231" y="46"/>
                    <a:pt x="236" y="48"/>
                    <a:pt x="240" y="50"/>
                  </a:cubicBezTo>
                  <a:cubicBezTo>
                    <a:pt x="244" y="53"/>
                    <a:pt x="247" y="56"/>
                    <a:pt x="249" y="59"/>
                  </a:cubicBezTo>
                  <a:cubicBezTo>
                    <a:pt x="251" y="62"/>
                    <a:pt x="297" y="130"/>
                    <a:pt x="297" y="236"/>
                  </a:cubicBezTo>
                  <a:cubicBezTo>
                    <a:pt x="297" y="268"/>
                    <a:pt x="293" y="303"/>
                    <a:pt x="282" y="340"/>
                  </a:cubicBezTo>
                  <a:cubicBezTo>
                    <a:pt x="276" y="359"/>
                    <a:pt x="269" y="378"/>
                    <a:pt x="260" y="397"/>
                  </a:cubicBezTo>
                  <a:cubicBezTo>
                    <a:pt x="261" y="398"/>
                    <a:pt x="262" y="399"/>
                    <a:pt x="263" y="400"/>
                  </a:cubicBezTo>
                  <a:cubicBezTo>
                    <a:pt x="270" y="409"/>
                    <a:pt x="275" y="420"/>
                    <a:pt x="275" y="433"/>
                  </a:cubicBezTo>
                  <a:cubicBezTo>
                    <a:pt x="282" y="433"/>
                    <a:pt x="282" y="433"/>
                    <a:pt x="282" y="433"/>
                  </a:cubicBezTo>
                  <a:cubicBezTo>
                    <a:pt x="282" y="392"/>
                    <a:pt x="282" y="392"/>
                    <a:pt x="282" y="392"/>
                  </a:cubicBezTo>
                  <a:cubicBezTo>
                    <a:pt x="300" y="381"/>
                    <a:pt x="315" y="362"/>
                    <a:pt x="322" y="325"/>
                  </a:cubicBezTo>
                  <a:cubicBezTo>
                    <a:pt x="333" y="228"/>
                    <a:pt x="328" y="171"/>
                    <a:pt x="302" y="83"/>
                  </a:cubicBezTo>
                  <a:cubicBezTo>
                    <a:pt x="283" y="19"/>
                    <a:pt x="233" y="0"/>
                    <a:pt x="199"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49"/>
            <p:cNvSpPr>
              <a:spLocks/>
            </p:cNvSpPr>
            <p:nvPr/>
          </p:nvSpPr>
          <p:spPr bwMode="auto">
            <a:xfrm>
              <a:off x="3363913" y="5832476"/>
              <a:ext cx="153988" cy="228600"/>
            </a:xfrm>
            <a:custGeom>
              <a:avLst/>
              <a:gdLst>
                <a:gd name="T0" fmla="*/ 0 w 99"/>
                <a:gd name="T1" fmla="*/ 98 h 147"/>
                <a:gd name="T2" fmla="*/ 49 w 99"/>
                <a:gd name="T3" fmla="*/ 147 h 147"/>
                <a:gd name="T4" fmla="*/ 99 w 99"/>
                <a:gd name="T5" fmla="*/ 98 h 147"/>
                <a:gd name="T6" fmla="*/ 99 w 99"/>
                <a:gd name="T7" fmla="*/ 0 h 147"/>
                <a:gd name="T8" fmla="*/ 0 w 99"/>
                <a:gd name="T9" fmla="*/ 0 h 147"/>
                <a:gd name="T10" fmla="*/ 0 w 99"/>
                <a:gd name="T11" fmla="*/ 98 h 147"/>
              </a:gdLst>
              <a:ahLst/>
              <a:cxnLst>
                <a:cxn ang="0">
                  <a:pos x="T0" y="T1"/>
                </a:cxn>
                <a:cxn ang="0">
                  <a:pos x="T2" y="T3"/>
                </a:cxn>
                <a:cxn ang="0">
                  <a:pos x="T4" y="T5"/>
                </a:cxn>
                <a:cxn ang="0">
                  <a:pos x="T6" y="T7"/>
                </a:cxn>
                <a:cxn ang="0">
                  <a:pos x="T8" y="T9"/>
                </a:cxn>
                <a:cxn ang="0">
                  <a:pos x="T10" y="T11"/>
                </a:cxn>
              </a:cxnLst>
              <a:rect l="0" t="0" r="r" b="b"/>
              <a:pathLst>
                <a:path w="99" h="147">
                  <a:moveTo>
                    <a:pt x="0" y="98"/>
                  </a:moveTo>
                  <a:cubicBezTo>
                    <a:pt x="0" y="125"/>
                    <a:pt x="22" y="147"/>
                    <a:pt x="49" y="147"/>
                  </a:cubicBezTo>
                  <a:cubicBezTo>
                    <a:pt x="76" y="147"/>
                    <a:pt x="99" y="125"/>
                    <a:pt x="99" y="98"/>
                  </a:cubicBezTo>
                  <a:cubicBezTo>
                    <a:pt x="99" y="0"/>
                    <a:pt x="99" y="0"/>
                    <a:pt x="99" y="0"/>
                  </a:cubicBezTo>
                  <a:cubicBezTo>
                    <a:pt x="0" y="0"/>
                    <a:pt x="0" y="0"/>
                    <a:pt x="0" y="0"/>
                  </a:cubicBezTo>
                  <a:lnTo>
                    <a:pt x="0" y="9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50"/>
            <p:cNvSpPr>
              <a:spLocks/>
            </p:cNvSpPr>
            <p:nvPr/>
          </p:nvSpPr>
          <p:spPr bwMode="auto">
            <a:xfrm>
              <a:off x="3376613" y="5557838"/>
              <a:ext cx="93663" cy="36513"/>
            </a:xfrm>
            <a:custGeom>
              <a:avLst/>
              <a:gdLst>
                <a:gd name="T0" fmla="*/ 0 w 60"/>
                <a:gd name="T1" fmla="*/ 24 h 24"/>
                <a:gd name="T2" fmla="*/ 60 w 60"/>
                <a:gd name="T3" fmla="*/ 24 h 24"/>
                <a:gd name="T4" fmla="*/ 54 w 60"/>
                <a:gd name="T5" fmla="*/ 6 h 24"/>
                <a:gd name="T6" fmla="*/ 38 w 60"/>
                <a:gd name="T7" fmla="*/ 10 h 24"/>
                <a:gd name="T8" fmla="*/ 25 w 60"/>
                <a:gd name="T9" fmla="*/ 7 h 24"/>
                <a:gd name="T10" fmla="*/ 15 w 60"/>
                <a:gd name="T11" fmla="*/ 0 h 24"/>
                <a:gd name="T12" fmla="*/ 0 w 60"/>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60" h="24">
                  <a:moveTo>
                    <a:pt x="0" y="24"/>
                  </a:moveTo>
                  <a:cubicBezTo>
                    <a:pt x="60" y="24"/>
                    <a:pt x="60" y="24"/>
                    <a:pt x="60" y="24"/>
                  </a:cubicBezTo>
                  <a:cubicBezTo>
                    <a:pt x="60" y="17"/>
                    <a:pt x="58" y="11"/>
                    <a:pt x="54" y="6"/>
                  </a:cubicBezTo>
                  <a:cubicBezTo>
                    <a:pt x="49" y="9"/>
                    <a:pt x="44" y="10"/>
                    <a:pt x="38" y="10"/>
                  </a:cubicBezTo>
                  <a:cubicBezTo>
                    <a:pt x="34" y="10"/>
                    <a:pt x="29" y="9"/>
                    <a:pt x="25" y="7"/>
                  </a:cubicBezTo>
                  <a:cubicBezTo>
                    <a:pt x="21" y="5"/>
                    <a:pt x="17" y="3"/>
                    <a:pt x="15" y="0"/>
                  </a:cubicBezTo>
                  <a:cubicBezTo>
                    <a:pt x="6" y="5"/>
                    <a:pt x="1" y="14"/>
                    <a:pt x="0"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51"/>
            <p:cNvSpPr>
              <a:spLocks/>
            </p:cNvSpPr>
            <p:nvPr/>
          </p:nvSpPr>
          <p:spPr bwMode="auto">
            <a:xfrm>
              <a:off x="3260725" y="5532438"/>
              <a:ext cx="323850" cy="290513"/>
            </a:xfrm>
            <a:custGeom>
              <a:avLst/>
              <a:gdLst>
                <a:gd name="T0" fmla="*/ 192 w 208"/>
                <a:gd name="T1" fmla="*/ 46 h 186"/>
                <a:gd name="T2" fmla="*/ 165 w 208"/>
                <a:gd name="T3" fmla="*/ 46 h 186"/>
                <a:gd name="T4" fmla="*/ 152 w 208"/>
                <a:gd name="T5" fmla="*/ 46 h 186"/>
                <a:gd name="T6" fmla="*/ 152 w 208"/>
                <a:gd name="T7" fmla="*/ 41 h 186"/>
                <a:gd name="T8" fmla="*/ 140 w 208"/>
                <a:gd name="T9" fmla="*/ 10 h 186"/>
                <a:gd name="T10" fmla="*/ 137 w 208"/>
                <a:gd name="T11" fmla="*/ 15 h 186"/>
                <a:gd name="T12" fmla="*/ 133 w 208"/>
                <a:gd name="T13" fmla="*/ 19 h 186"/>
                <a:gd name="T14" fmla="*/ 140 w 208"/>
                <a:gd name="T15" fmla="*/ 41 h 186"/>
                <a:gd name="T16" fmla="*/ 140 w 208"/>
                <a:gd name="T17" fmla="*/ 46 h 186"/>
                <a:gd name="T18" fmla="*/ 69 w 208"/>
                <a:gd name="T19" fmla="*/ 46 h 186"/>
                <a:gd name="T20" fmla="*/ 68 w 208"/>
                <a:gd name="T21" fmla="*/ 41 h 186"/>
                <a:gd name="T22" fmla="*/ 85 w 208"/>
                <a:gd name="T23" fmla="*/ 11 h 186"/>
                <a:gd name="T24" fmla="*/ 84 w 208"/>
                <a:gd name="T25" fmla="*/ 8 h 186"/>
                <a:gd name="T26" fmla="*/ 82 w 208"/>
                <a:gd name="T27" fmla="*/ 6 h 186"/>
                <a:gd name="T28" fmla="*/ 81 w 208"/>
                <a:gd name="T29" fmla="*/ 0 h 186"/>
                <a:gd name="T30" fmla="*/ 74 w 208"/>
                <a:gd name="T31" fmla="*/ 4 h 186"/>
                <a:gd name="T32" fmla="*/ 66 w 208"/>
                <a:gd name="T33" fmla="*/ 13 h 186"/>
                <a:gd name="T34" fmla="*/ 56 w 208"/>
                <a:gd name="T35" fmla="*/ 41 h 186"/>
                <a:gd name="T36" fmla="*/ 57 w 208"/>
                <a:gd name="T37" fmla="*/ 46 h 186"/>
                <a:gd name="T38" fmla="*/ 16 w 208"/>
                <a:gd name="T39" fmla="*/ 46 h 186"/>
                <a:gd name="T40" fmla="*/ 0 w 208"/>
                <a:gd name="T41" fmla="*/ 62 h 186"/>
                <a:gd name="T42" fmla="*/ 0 w 208"/>
                <a:gd name="T43" fmla="*/ 170 h 186"/>
                <a:gd name="T44" fmla="*/ 16 w 208"/>
                <a:gd name="T45" fmla="*/ 186 h 186"/>
                <a:gd name="T46" fmla="*/ 66 w 208"/>
                <a:gd name="T47" fmla="*/ 186 h 186"/>
                <a:gd name="T48" fmla="*/ 165 w 208"/>
                <a:gd name="T49" fmla="*/ 186 h 186"/>
                <a:gd name="T50" fmla="*/ 192 w 208"/>
                <a:gd name="T51" fmla="*/ 186 h 186"/>
                <a:gd name="T52" fmla="*/ 208 w 208"/>
                <a:gd name="T53" fmla="*/ 170 h 186"/>
                <a:gd name="T54" fmla="*/ 208 w 208"/>
                <a:gd name="T55" fmla="*/ 62 h 186"/>
                <a:gd name="T56" fmla="*/ 192 w 208"/>
                <a:gd name="T57" fmla="*/ 4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8" h="186">
                  <a:moveTo>
                    <a:pt x="192" y="46"/>
                  </a:moveTo>
                  <a:cubicBezTo>
                    <a:pt x="165" y="46"/>
                    <a:pt x="165" y="46"/>
                    <a:pt x="165" y="46"/>
                  </a:cubicBezTo>
                  <a:cubicBezTo>
                    <a:pt x="152" y="46"/>
                    <a:pt x="152" y="46"/>
                    <a:pt x="152" y="46"/>
                  </a:cubicBezTo>
                  <a:cubicBezTo>
                    <a:pt x="152" y="45"/>
                    <a:pt x="152" y="43"/>
                    <a:pt x="152" y="41"/>
                  </a:cubicBezTo>
                  <a:cubicBezTo>
                    <a:pt x="152" y="29"/>
                    <a:pt x="148" y="18"/>
                    <a:pt x="140" y="10"/>
                  </a:cubicBezTo>
                  <a:cubicBezTo>
                    <a:pt x="139" y="12"/>
                    <a:pt x="138" y="13"/>
                    <a:pt x="137" y="15"/>
                  </a:cubicBezTo>
                  <a:cubicBezTo>
                    <a:pt x="136" y="16"/>
                    <a:pt x="134" y="18"/>
                    <a:pt x="133" y="19"/>
                  </a:cubicBezTo>
                  <a:cubicBezTo>
                    <a:pt x="137" y="25"/>
                    <a:pt x="140" y="33"/>
                    <a:pt x="140" y="41"/>
                  </a:cubicBezTo>
                  <a:cubicBezTo>
                    <a:pt x="140" y="43"/>
                    <a:pt x="140" y="45"/>
                    <a:pt x="140" y="46"/>
                  </a:cubicBezTo>
                  <a:cubicBezTo>
                    <a:pt x="69" y="46"/>
                    <a:pt x="69" y="46"/>
                    <a:pt x="69" y="46"/>
                  </a:cubicBezTo>
                  <a:cubicBezTo>
                    <a:pt x="69" y="45"/>
                    <a:pt x="68" y="43"/>
                    <a:pt x="68" y="41"/>
                  </a:cubicBezTo>
                  <a:cubicBezTo>
                    <a:pt x="68" y="29"/>
                    <a:pt x="75" y="17"/>
                    <a:pt x="85" y="11"/>
                  </a:cubicBezTo>
                  <a:cubicBezTo>
                    <a:pt x="84" y="10"/>
                    <a:pt x="84" y="9"/>
                    <a:pt x="84" y="8"/>
                  </a:cubicBezTo>
                  <a:cubicBezTo>
                    <a:pt x="83" y="7"/>
                    <a:pt x="83" y="7"/>
                    <a:pt x="82" y="6"/>
                  </a:cubicBezTo>
                  <a:cubicBezTo>
                    <a:pt x="82" y="4"/>
                    <a:pt x="81" y="2"/>
                    <a:pt x="81" y="0"/>
                  </a:cubicBezTo>
                  <a:cubicBezTo>
                    <a:pt x="78" y="1"/>
                    <a:pt x="76" y="2"/>
                    <a:pt x="74" y="4"/>
                  </a:cubicBezTo>
                  <a:cubicBezTo>
                    <a:pt x="71" y="7"/>
                    <a:pt x="68" y="10"/>
                    <a:pt x="66" y="13"/>
                  </a:cubicBezTo>
                  <a:cubicBezTo>
                    <a:pt x="60" y="21"/>
                    <a:pt x="56" y="31"/>
                    <a:pt x="56" y="41"/>
                  </a:cubicBezTo>
                  <a:cubicBezTo>
                    <a:pt x="56" y="43"/>
                    <a:pt x="56" y="45"/>
                    <a:pt x="57" y="46"/>
                  </a:cubicBezTo>
                  <a:cubicBezTo>
                    <a:pt x="16" y="46"/>
                    <a:pt x="16" y="46"/>
                    <a:pt x="16" y="46"/>
                  </a:cubicBezTo>
                  <a:cubicBezTo>
                    <a:pt x="8" y="46"/>
                    <a:pt x="0" y="53"/>
                    <a:pt x="0" y="62"/>
                  </a:cubicBezTo>
                  <a:cubicBezTo>
                    <a:pt x="0" y="170"/>
                    <a:pt x="0" y="170"/>
                    <a:pt x="0" y="170"/>
                  </a:cubicBezTo>
                  <a:cubicBezTo>
                    <a:pt x="0" y="179"/>
                    <a:pt x="8" y="186"/>
                    <a:pt x="16" y="186"/>
                  </a:cubicBezTo>
                  <a:cubicBezTo>
                    <a:pt x="66" y="186"/>
                    <a:pt x="66" y="186"/>
                    <a:pt x="66" y="186"/>
                  </a:cubicBezTo>
                  <a:cubicBezTo>
                    <a:pt x="165" y="186"/>
                    <a:pt x="165" y="186"/>
                    <a:pt x="165" y="186"/>
                  </a:cubicBezTo>
                  <a:cubicBezTo>
                    <a:pt x="192" y="186"/>
                    <a:pt x="192" y="186"/>
                    <a:pt x="192" y="186"/>
                  </a:cubicBezTo>
                  <a:cubicBezTo>
                    <a:pt x="201" y="186"/>
                    <a:pt x="208" y="179"/>
                    <a:pt x="208" y="170"/>
                  </a:cubicBezTo>
                  <a:cubicBezTo>
                    <a:pt x="208" y="62"/>
                    <a:pt x="208" y="62"/>
                    <a:pt x="208" y="62"/>
                  </a:cubicBezTo>
                  <a:cubicBezTo>
                    <a:pt x="208" y="53"/>
                    <a:pt x="201" y="46"/>
                    <a:pt x="192"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52"/>
            <p:cNvSpPr>
              <a:spLocks/>
            </p:cNvSpPr>
            <p:nvPr/>
          </p:nvSpPr>
          <p:spPr bwMode="auto">
            <a:xfrm>
              <a:off x="3387725" y="5002213"/>
              <a:ext cx="141288" cy="558800"/>
            </a:xfrm>
            <a:custGeom>
              <a:avLst/>
              <a:gdLst>
                <a:gd name="T0" fmla="*/ 10 w 91"/>
                <a:gd name="T1" fmla="*/ 324 h 358"/>
                <a:gd name="T2" fmla="*/ 8 w 91"/>
                <a:gd name="T3" fmla="*/ 330 h 358"/>
                <a:gd name="T4" fmla="*/ 7 w 91"/>
                <a:gd name="T5" fmla="*/ 336 h 358"/>
                <a:gd name="T6" fmla="*/ 9 w 91"/>
                <a:gd name="T7" fmla="*/ 342 h 358"/>
                <a:gd name="T8" fmla="*/ 11 w 91"/>
                <a:gd name="T9" fmla="*/ 348 h 358"/>
                <a:gd name="T10" fmla="*/ 13 w 91"/>
                <a:gd name="T11" fmla="*/ 350 h 358"/>
                <a:gd name="T12" fmla="*/ 16 w 91"/>
                <a:gd name="T13" fmla="*/ 352 h 358"/>
                <a:gd name="T14" fmla="*/ 21 w 91"/>
                <a:gd name="T15" fmla="*/ 356 h 358"/>
                <a:gd name="T16" fmla="*/ 31 w 91"/>
                <a:gd name="T17" fmla="*/ 358 h 358"/>
                <a:gd name="T18" fmla="*/ 40 w 91"/>
                <a:gd name="T19" fmla="*/ 357 h 358"/>
                <a:gd name="T20" fmla="*/ 46 w 91"/>
                <a:gd name="T21" fmla="*/ 353 h 358"/>
                <a:gd name="T22" fmla="*/ 50 w 91"/>
                <a:gd name="T23" fmla="*/ 349 h 358"/>
                <a:gd name="T24" fmla="*/ 50 w 91"/>
                <a:gd name="T25" fmla="*/ 349 h 358"/>
                <a:gd name="T26" fmla="*/ 53 w 91"/>
                <a:gd name="T27" fmla="*/ 345 h 358"/>
                <a:gd name="T28" fmla="*/ 53 w 91"/>
                <a:gd name="T29" fmla="*/ 344 h 358"/>
                <a:gd name="T30" fmla="*/ 56 w 91"/>
                <a:gd name="T31" fmla="*/ 338 h 358"/>
                <a:gd name="T32" fmla="*/ 84 w 91"/>
                <a:gd name="T33" fmla="*/ 255 h 358"/>
                <a:gd name="T34" fmla="*/ 91 w 91"/>
                <a:gd name="T35" fmla="*/ 183 h 358"/>
                <a:gd name="T36" fmla="*/ 45 w 91"/>
                <a:gd name="T37" fmla="*/ 11 h 358"/>
                <a:gd name="T38" fmla="*/ 45 w 91"/>
                <a:gd name="T39" fmla="*/ 11 h 358"/>
                <a:gd name="T40" fmla="*/ 44 w 91"/>
                <a:gd name="T41" fmla="*/ 11 h 358"/>
                <a:gd name="T42" fmla="*/ 36 w 91"/>
                <a:gd name="T43" fmla="*/ 3 h 358"/>
                <a:gd name="T44" fmla="*/ 25 w 91"/>
                <a:gd name="T45" fmla="*/ 0 h 358"/>
                <a:gd name="T46" fmla="*/ 11 w 91"/>
                <a:gd name="T47" fmla="*/ 4 h 358"/>
                <a:gd name="T48" fmla="*/ 1 w 91"/>
                <a:gd name="T49" fmla="*/ 20 h 358"/>
                <a:gd name="T50" fmla="*/ 5 w 91"/>
                <a:gd name="T51" fmla="*/ 38 h 358"/>
                <a:gd name="T52" fmla="*/ 5 w 91"/>
                <a:gd name="T53" fmla="*/ 38 h 358"/>
                <a:gd name="T54" fmla="*/ 5 w 91"/>
                <a:gd name="T55" fmla="*/ 38 h 358"/>
                <a:gd name="T56" fmla="*/ 6 w 91"/>
                <a:gd name="T57" fmla="*/ 40 h 358"/>
                <a:gd name="T58" fmla="*/ 10 w 91"/>
                <a:gd name="T59" fmla="*/ 47 h 358"/>
                <a:gd name="T60" fmla="*/ 23 w 91"/>
                <a:gd name="T61" fmla="*/ 76 h 358"/>
                <a:gd name="T62" fmla="*/ 25 w 91"/>
                <a:gd name="T63" fmla="*/ 80 h 358"/>
                <a:gd name="T64" fmla="*/ 29 w 91"/>
                <a:gd name="T65" fmla="*/ 92 h 358"/>
                <a:gd name="T66" fmla="*/ 43 w 91"/>
                <a:gd name="T67" fmla="*/ 183 h 358"/>
                <a:gd name="T68" fmla="*/ 42 w 91"/>
                <a:gd name="T69" fmla="*/ 208 h 358"/>
                <a:gd name="T70" fmla="*/ 10 w 91"/>
                <a:gd name="T71" fmla="*/ 324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1" h="358">
                  <a:moveTo>
                    <a:pt x="10" y="324"/>
                  </a:moveTo>
                  <a:cubicBezTo>
                    <a:pt x="9" y="326"/>
                    <a:pt x="8" y="328"/>
                    <a:pt x="8" y="330"/>
                  </a:cubicBezTo>
                  <a:cubicBezTo>
                    <a:pt x="7" y="332"/>
                    <a:pt x="7" y="334"/>
                    <a:pt x="7" y="336"/>
                  </a:cubicBezTo>
                  <a:cubicBezTo>
                    <a:pt x="8" y="338"/>
                    <a:pt x="8" y="340"/>
                    <a:pt x="9" y="342"/>
                  </a:cubicBezTo>
                  <a:cubicBezTo>
                    <a:pt x="9" y="344"/>
                    <a:pt x="10" y="346"/>
                    <a:pt x="11" y="348"/>
                  </a:cubicBezTo>
                  <a:cubicBezTo>
                    <a:pt x="12" y="348"/>
                    <a:pt x="12" y="349"/>
                    <a:pt x="13" y="350"/>
                  </a:cubicBezTo>
                  <a:cubicBezTo>
                    <a:pt x="14" y="351"/>
                    <a:pt x="15" y="352"/>
                    <a:pt x="16" y="352"/>
                  </a:cubicBezTo>
                  <a:cubicBezTo>
                    <a:pt x="17" y="354"/>
                    <a:pt x="19" y="355"/>
                    <a:pt x="21" y="356"/>
                  </a:cubicBezTo>
                  <a:cubicBezTo>
                    <a:pt x="24" y="358"/>
                    <a:pt x="28" y="358"/>
                    <a:pt x="31" y="358"/>
                  </a:cubicBezTo>
                  <a:cubicBezTo>
                    <a:pt x="34" y="358"/>
                    <a:pt x="37" y="358"/>
                    <a:pt x="40" y="357"/>
                  </a:cubicBezTo>
                  <a:cubicBezTo>
                    <a:pt x="42" y="356"/>
                    <a:pt x="44" y="355"/>
                    <a:pt x="46" y="353"/>
                  </a:cubicBezTo>
                  <a:cubicBezTo>
                    <a:pt x="47" y="352"/>
                    <a:pt x="49" y="351"/>
                    <a:pt x="50" y="349"/>
                  </a:cubicBezTo>
                  <a:cubicBezTo>
                    <a:pt x="50" y="349"/>
                    <a:pt x="50" y="349"/>
                    <a:pt x="50" y="349"/>
                  </a:cubicBezTo>
                  <a:cubicBezTo>
                    <a:pt x="51" y="348"/>
                    <a:pt x="52" y="346"/>
                    <a:pt x="53" y="345"/>
                  </a:cubicBezTo>
                  <a:cubicBezTo>
                    <a:pt x="53" y="344"/>
                    <a:pt x="53" y="344"/>
                    <a:pt x="53" y="344"/>
                  </a:cubicBezTo>
                  <a:cubicBezTo>
                    <a:pt x="54" y="342"/>
                    <a:pt x="55" y="340"/>
                    <a:pt x="56" y="338"/>
                  </a:cubicBezTo>
                  <a:cubicBezTo>
                    <a:pt x="68" y="311"/>
                    <a:pt x="78" y="283"/>
                    <a:pt x="84" y="255"/>
                  </a:cubicBezTo>
                  <a:cubicBezTo>
                    <a:pt x="89" y="231"/>
                    <a:pt x="91" y="207"/>
                    <a:pt x="91" y="183"/>
                  </a:cubicBezTo>
                  <a:cubicBezTo>
                    <a:pt x="91" y="88"/>
                    <a:pt x="53" y="24"/>
                    <a:pt x="45" y="11"/>
                  </a:cubicBezTo>
                  <a:cubicBezTo>
                    <a:pt x="45" y="11"/>
                    <a:pt x="45" y="11"/>
                    <a:pt x="45" y="11"/>
                  </a:cubicBezTo>
                  <a:cubicBezTo>
                    <a:pt x="44" y="11"/>
                    <a:pt x="44" y="11"/>
                    <a:pt x="44" y="11"/>
                  </a:cubicBezTo>
                  <a:cubicBezTo>
                    <a:pt x="42" y="7"/>
                    <a:pt x="39" y="5"/>
                    <a:pt x="36" y="3"/>
                  </a:cubicBezTo>
                  <a:cubicBezTo>
                    <a:pt x="32" y="1"/>
                    <a:pt x="29" y="0"/>
                    <a:pt x="25" y="0"/>
                  </a:cubicBezTo>
                  <a:cubicBezTo>
                    <a:pt x="20" y="0"/>
                    <a:pt x="15" y="2"/>
                    <a:pt x="11" y="4"/>
                  </a:cubicBezTo>
                  <a:cubicBezTo>
                    <a:pt x="6" y="8"/>
                    <a:pt x="2" y="14"/>
                    <a:pt x="1" y="20"/>
                  </a:cubicBezTo>
                  <a:cubicBezTo>
                    <a:pt x="0" y="26"/>
                    <a:pt x="1" y="33"/>
                    <a:pt x="5" y="38"/>
                  </a:cubicBezTo>
                  <a:cubicBezTo>
                    <a:pt x="5" y="38"/>
                    <a:pt x="5" y="38"/>
                    <a:pt x="5" y="38"/>
                  </a:cubicBezTo>
                  <a:cubicBezTo>
                    <a:pt x="5" y="38"/>
                    <a:pt x="5" y="38"/>
                    <a:pt x="5" y="38"/>
                  </a:cubicBezTo>
                  <a:cubicBezTo>
                    <a:pt x="6" y="40"/>
                    <a:pt x="6" y="40"/>
                    <a:pt x="6" y="40"/>
                  </a:cubicBezTo>
                  <a:cubicBezTo>
                    <a:pt x="7" y="41"/>
                    <a:pt x="8" y="44"/>
                    <a:pt x="10" y="47"/>
                  </a:cubicBezTo>
                  <a:cubicBezTo>
                    <a:pt x="13" y="53"/>
                    <a:pt x="18" y="63"/>
                    <a:pt x="23" y="76"/>
                  </a:cubicBezTo>
                  <a:cubicBezTo>
                    <a:pt x="24" y="77"/>
                    <a:pt x="24" y="79"/>
                    <a:pt x="25" y="80"/>
                  </a:cubicBezTo>
                  <a:cubicBezTo>
                    <a:pt x="26" y="84"/>
                    <a:pt x="28" y="88"/>
                    <a:pt x="29" y="92"/>
                  </a:cubicBezTo>
                  <a:cubicBezTo>
                    <a:pt x="36" y="115"/>
                    <a:pt x="43" y="146"/>
                    <a:pt x="43" y="183"/>
                  </a:cubicBezTo>
                  <a:cubicBezTo>
                    <a:pt x="43" y="191"/>
                    <a:pt x="43" y="200"/>
                    <a:pt x="42" y="208"/>
                  </a:cubicBezTo>
                  <a:cubicBezTo>
                    <a:pt x="39" y="247"/>
                    <a:pt x="28" y="286"/>
                    <a:pt x="10" y="3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1" name="组合 60"/>
          <p:cNvGrpSpPr/>
          <p:nvPr/>
        </p:nvGrpSpPr>
        <p:grpSpPr>
          <a:xfrm>
            <a:off x="3689350" y="4303713"/>
            <a:ext cx="1220788" cy="1757363"/>
            <a:chOff x="3689350" y="4303713"/>
            <a:chExt cx="1220788" cy="1757363"/>
          </a:xfrm>
          <a:solidFill>
            <a:schemeClr val="tx1">
              <a:lumMod val="65000"/>
              <a:lumOff val="35000"/>
            </a:schemeClr>
          </a:solidFill>
        </p:grpSpPr>
        <p:sp>
          <p:nvSpPr>
            <p:cNvPr id="62" name="Freeform 53"/>
            <p:cNvSpPr>
              <a:spLocks/>
            </p:cNvSpPr>
            <p:nvPr/>
          </p:nvSpPr>
          <p:spPr bwMode="auto">
            <a:xfrm>
              <a:off x="4016375" y="4637088"/>
              <a:ext cx="306388" cy="307975"/>
            </a:xfrm>
            <a:custGeom>
              <a:avLst/>
              <a:gdLst>
                <a:gd name="T0" fmla="*/ 11 w 197"/>
                <a:gd name="T1" fmla="*/ 78 h 197"/>
                <a:gd name="T2" fmla="*/ 78 w 197"/>
                <a:gd name="T3" fmla="*/ 186 h 197"/>
                <a:gd name="T4" fmla="*/ 186 w 197"/>
                <a:gd name="T5" fmla="*/ 119 h 197"/>
                <a:gd name="T6" fmla="*/ 119 w 197"/>
                <a:gd name="T7" fmla="*/ 11 h 197"/>
                <a:gd name="T8" fmla="*/ 11 w 197"/>
                <a:gd name="T9" fmla="*/ 78 h 197"/>
              </a:gdLst>
              <a:ahLst/>
              <a:cxnLst>
                <a:cxn ang="0">
                  <a:pos x="T0" y="T1"/>
                </a:cxn>
                <a:cxn ang="0">
                  <a:pos x="T2" y="T3"/>
                </a:cxn>
                <a:cxn ang="0">
                  <a:pos x="T4" y="T5"/>
                </a:cxn>
                <a:cxn ang="0">
                  <a:pos x="T6" y="T7"/>
                </a:cxn>
                <a:cxn ang="0">
                  <a:pos x="T8" y="T9"/>
                </a:cxn>
              </a:cxnLst>
              <a:rect l="0" t="0" r="r" b="b"/>
              <a:pathLst>
                <a:path w="197" h="197">
                  <a:moveTo>
                    <a:pt x="11" y="78"/>
                  </a:moveTo>
                  <a:cubicBezTo>
                    <a:pt x="0" y="126"/>
                    <a:pt x="30" y="175"/>
                    <a:pt x="78" y="186"/>
                  </a:cubicBezTo>
                  <a:cubicBezTo>
                    <a:pt x="126" y="197"/>
                    <a:pt x="175" y="167"/>
                    <a:pt x="186" y="119"/>
                  </a:cubicBezTo>
                  <a:cubicBezTo>
                    <a:pt x="197" y="70"/>
                    <a:pt x="167" y="22"/>
                    <a:pt x="119" y="11"/>
                  </a:cubicBezTo>
                  <a:cubicBezTo>
                    <a:pt x="70" y="0"/>
                    <a:pt x="22" y="30"/>
                    <a:pt x="11"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54"/>
            <p:cNvSpPr>
              <a:spLocks noEditPoints="1"/>
            </p:cNvSpPr>
            <p:nvPr/>
          </p:nvSpPr>
          <p:spPr bwMode="auto">
            <a:xfrm>
              <a:off x="3689350" y="4303713"/>
              <a:ext cx="1220788" cy="1757363"/>
            </a:xfrm>
            <a:custGeom>
              <a:avLst/>
              <a:gdLst>
                <a:gd name="T0" fmla="*/ 621 w 783"/>
                <a:gd name="T1" fmla="*/ 219 h 1127"/>
                <a:gd name="T2" fmla="*/ 648 w 783"/>
                <a:gd name="T3" fmla="*/ 204 h 1127"/>
                <a:gd name="T4" fmla="*/ 651 w 783"/>
                <a:gd name="T5" fmla="*/ 201 h 1127"/>
                <a:gd name="T6" fmla="*/ 680 w 783"/>
                <a:gd name="T7" fmla="*/ 229 h 1127"/>
                <a:gd name="T8" fmla="*/ 702 w 783"/>
                <a:gd name="T9" fmla="*/ 228 h 1127"/>
                <a:gd name="T10" fmla="*/ 777 w 783"/>
                <a:gd name="T11" fmla="*/ 150 h 1127"/>
                <a:gd name="T12" fmla="*/ 776 w 783"/>
                <a:gd name="T13" fmla="*/ 127 h 1127"/>
                <a:gd name="T14" fmla="*/ 649 w 783"/>
                <a:gd name="T15" fmla="*/ 6 h 1127"/>
                <a:gd name="T16" fmla="*/ 626 w 783"/>
                <a:gd name="T17" fmla="*/ 6 h 1127"/>
                <a:gd name="T18" fmla="*/ 552 w 783"/>
                <a:gd name="T19" fmla="*/ 85 h 1127"/>
                <a:gd name="T20" fmla="*/ 552 w 783"/>
                <a:gd name="T21" fmla="*/ 107 h 1127"/>
                <a:gd name="T22" fmla="*/ 581 w 783"/>
                <a:gd name="T23" fmla="*/ 135 h 1127"/>
                <a:gd name="T24" fmla="*/ 578 w 783"/>
                <a:gd name="T25" fmla="*/ 138 h 1127"/>
                <a:gd name="T26" fmla="*/ 567 w 783"/>
                <a:gd name="T27" fmla="*/ 186 h 1127"/>
                <a:gd name="T28" fmla="*/ 561 w 783"/>
                <a:gd name="T29" fmla="*/ 196 h 1127"/>
                <a:gd name="T30" fmla="*/ 432 w 783"/>
                <a:gd name="T31" fmla="*/ 405 h 1127"/>
                <a:gd name="T32" fmla="*/ 399 w 783"/>
                <a:gd name="T33" fmla="*/ 428 h 1127"/>
                <a:gd name="T34" fmla="*/ 393 w 783"/>
                <a:gd name="T35" fmla="*/ 429 h 1127"/>
                <a:gd name="T36" fmla="*/ 391 w 783"/>
                <a:gd name="T37" fmla="*/ 429 h 1127"/>
                <a:gd name="T38" fmla="*/ 236 w 783"/>
                <a:gd name="T39" fmla="*/ 429 h 1127"/>
                <a:gd name="T40" fmla="*/ 234 w 783"/>
                <a:gd name="T41" fmla="*/ 429 h 1127"/>
                <a:gd name="T42" fmla="*/ 183 w 783"/>
                <a:gd name="T43" fmla="*/ 394 h 1127"/>
                <a:gd name="T44" fmla="*/ 66 w 783"/>
                <a:gd name="T45" fmla="*/ 196 h 1127"/>
                <a:gd name="T46" fmla="*/ 24 w 783"/>
                <a:gd name="T47" fmla="*/ 179 h 1127"/>
                <a:gd name="T48" fmla="*/ 7 w 783"/>
                <a:gd name="T49" fmla="*/ 221 h 1127"/>
                <a:gd name="T50" fmla="*/ 152 w 783"/>
                <a:gd name="T51" fmla="*/ 453 h 1127"/>
                <a:gd name="T52" fmla="*/ 205 w 783"/>
                <a:gd name="T53" fmla="*/ 487 h 1127"/>
                <a:gd name="T54" fmla="*/ 205 w 783"/>
                <a:gd name="T55" fmla="*/ 658 h 1127"/>
                <a:gd name="T56" fmla="*/ 205 w 783"/>
                <a:gd name="T57" fmla="*/ 734 h 1127"/>
                <a:gd name="T58" fmla="*/ 205 w 783"/>
                <a:gd name="T59" fmla="*/ 1078 h 1127"/>
                <a:gd name="T60" fmla="*/ 255 w 783"/>
                <a:gd name="T61" fmla="*/ 1127 h 1127"/>
                <a:gd name="T62" fmla="*/ 304 w 783"/>
                <a:gd name="T63" fmla="*/ 1078 h 1127"/>
                <a:gd name="T64" fmla="*/ 304 w 783"/>
                <a:gd name="T65" fmla="*/ 765 h 1127"/>
                <a:gd name="T66" fmla="*/ 323 w 783"/>
                <a:gd name="T67" fmla="*/ 765 h 1127"/>
                <a:gd name="T68" fmla="*/ 323 w 783"/>
                <a:gd name="T69" fmla="*/ 1078 h 1127"/>
                <a:gd name="T70" fmla="*/ 372 w 783"/>
                <a:gd name="T71" fmla="*/ 1127 h 1127"/>
                <a:gd name="T72" fmla="*/ 422 w 783"/>
                <a:gd name="T73" fmla="*/ 1078 h 1127"/>
                <a:gd name="T74" fmla="*/ 422 w 783"/>
                <a:gd name="T75" fmla="*/ 734 h 1127"/>
                <a:gd name="T76" fmla="*/ 422 w 783"/>
                <a:gd name="T77" fmla="*/ 658 h 1127"/>
                <a:gd name="T78" fmla="*/ 422 w 783"/>
                <a:gd name="T79" fmla="*/ 487 h 1127"/>
                <a:gd name="T80" fmla="*/ 475 w 783"/>
                <a:gd name="T81" fmla="*/ 453 h 1127"/>
                <a:gd name="T82" fmla="*/ 620 w 783"/>
                <a:gd name="T83" fmla="*/ 221 h 1127"/>
                <a:gd name="T84" fmla="*/ 621 w 783"/>
                <a:gd name="T85" fmla="*/ 219 h 1127"/>
                <a:gd name="T86" fmla="*/ 587 w 783"/>
                <a:gd name="T87" fmla="*/ 146 h 1127"/>
                <a:gd name="T88" fmla="*/ 590 w 783"/>
                <a:gd name="T89" fmla="*/ 143 h 1127"/>
                <a:gd name="T90" fmla="*/ 642 w 783"/>
                <a:gd name="T91" fmla="*/ 193 h 1127"/>
                <a:gd name="T92" fmla="*/ 639 w 783"/>
                <a:gd name="T93" fmla="*/ 196 h 1127"/>
                <a:gd name="T94" fmla="*/ 622 w 783"/>
                <a:gd name="T95" fmla="*/ 206 h 1127"/>
                <a:gd name="T96" fmla="*/ 603 w 783"/>
                <a:gd name="T97" fmla="*/ 179 h 1127"/>
                <a:gd name="T98" fmla="*/ 578 w 783"/>
                <a:gd name="T99" fmla="*/ 179 h 1127"/>
                <a:gd name="T100" fmla="*/ 587 w 783"/>
                <a:gd name="T101" fmla="*/ 146 h 1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83" h="1127">
                  <a:moveTo>
                    <a:pt x="621" y="219"/>
                  </a:moveTo>
                  <a:cubicBezTo>
                    <a:pt x="631" y="217"/>
                    <a:pt x="640" y="212"/>
                    <a:pt x="648" y="204"/>
                  </a:cubicBezTo>
                  <a:cubicBezTo>
                    <a:pt x="649" y="203"/>
                    <a:pt x="650" y="202"/>
                    <a:pt x="651" y="201"/>
                  </a:cubicBezTo>
                  <a:cubicBezTo>
                    <a:pt x="680" y="229"/>
                    <a:pt x="680" y="229"/>
                    <a:pt x="680" y="229"/>
                  </a:cubicBezTo>
                  <a:cubicBezTo>
                    <a:pt x="686" y="235"/>
                    <a:pt x="696" y="234"/>
                    <a:pt x="702" y="228"/>
                  </a:cubicBezTo>
                  <a:cubicBezTo>
                    <a:pt x="777" y="150"/>
                    <a:pt x="777" y="150"/>
                    <a:pt x="777" y="150"/>
                  </a:cubicBezTo>
                  <a:cubicBezTo>
                    <a:pt x="783" y="143"/>
                    <a:pt x="783" y="133"/>
                    <a:pt x="776" y="127"/>
                  </a:cubicBezTo>
                  <a:cubicBezTo>
                    <a:pt x="649" y="6"/>
                    <a:pt x="649" y="6"/>
                    <a:pt x="649" y="6"/>
                  </a:cubicBezTo>
                  <a:cubicBezTo>
                    <a:pt x="642" y="0"/>
                    <a:pt x="632" y="0"/>
                    <a:pt x="626" y="6"/>
                  </a:cubicBezTo>
                  <a:cubicBezTo>
                    <a:pt x="552" y="85"/>
                    <a:pt x="552" y="85"/>
                    <a:pt x="552" y="85"/>
                  </a:cubicBezTo>
                  <a:cubicBezTo>
                    <a:pt x="546" y="91"/>
                    <a:pt x="546" y="101"/>
                    <a:pt x="552" y="107"/>
                  </a:cubicBezTo>
                  <a:cubicBezTo>
                    <a:pt x="581" y="135"/>
                    <a:pt x="581" y="135"/>
                    <a:pt x="581" y="135"/>
                  </a:cubicBezTo>
                  <a:cubicBezTo>
                    <a:pt x="580" y="136"/>
                    <a:pt x="579" y="137"/>
                    <a:pt x="578" y="138"/>
                  </a:cubicBezTo>
                  <a:cubicBezTo>
                    <a:pt x="565" y="152"/>
                    <a:pt x="562" y="170"/>
                    <a:pt x="567" y="186"/>
                  </a:cubicBezTo>
                  <a:cubicBezTo>
                    <a:pt x="565" y="189"/>
                    <a:pt x="562" y="192"/>
                    <a:pt x="561" y="196"/>
                  </a:cubicBezTo>
                  <a:cubicBezTo>
                    <a:pt x="509" y="318"/>
                    <a:pt x="463" y="378"/>
                    <a:pt x="432" y="405"/>
                  </a:cubicBezTo>
                  <a:cubicBezTo>
                    <a:pt x="417" y="419"/>
                    <a:pt x="405" y="425"/>
                    <a:pt x="399" y="428"/>
                  </a:cubicBezTo>
                  <a:cubicBezTo>
                    <a:pt x="396" y="429"/>
                    <a:pt x="395" y="429"/>
                    <a:pt x="393" y="429"/>
                  </a:cubicBezTo>
                  <a:cubicBezTo>
                    <a:pt x="393" y="429"/>
                    <a:pt x="392" y="429"/>
                    <a:pt x="391" y="429"/>
                  </a:cubicBezTo>
                  <a:cubicBezTo>
                    <a:pt x="236" y="429"/>
                    <a:pt x="236" y="429"/>
                    <a:pt x="236" y="429"/>
                  </a:cubicBezTo>
                  <a:cubicBezTo>
                    <a:pt x="235" y="429"/>
                    <a:pt x="235" y="429"/>
                    <a:pt x="234" y="429"/>
                  </a:cubicBezTo>
                  <a:cubicBezTo>
                    <a:pt x="228" y="428"/>
                    <a:pt x="211" y="422"/>
                    <a:pt x="183" y="394"/>
                  </a:cubicBezTo>
                  <a:cubicBezTo>
                    <a:pt x="153" y="362"/>
                    <a:pt x="112" y="304"/>
                    <a:pt x="66" y="196"/>
                  </a:cubicBezTo>
                  <a:cubicBezTo>
                    <a:pt x="59" y="180"/>
                    <a:pt x="41" y="172"/>
                    <a:pt x="24" y="179"/>
                  </a:cubicBezTo>
                  <a:cubicBezTo>
                    <a:pt x="8" y="186"/>
                    <a:pt x="0" y="205"/>
                    <a:pt x="7" y="221"/>
                  </a:cubicBezTo>
                  <a:cubicBezTo>
                    <a:pt x="61" y="349"/>
                    <a:pt x="112" y="416"/>
                    <a:pt x="152" y="453"/>
                  </a:cubicBezTo>
                  <a:cubicBezTo>
                    <a:pt x="173" y="471"/>
                    <a:pt x="191" y="482"/>
                    <a:pt x="205" y="487"/>
                  </a:cubicBezTo>
                  <a:cubicBezTo>
                    <a:pt x="205" y="658"/>
                    <a:pt x="205" y="658"/>
                    <a:pt x="205" y="658"/>
                  </a:cubicBezTo>
                  <a:cubicBezTo>
                    <a:pt x="205" y="734"/>
                    <a:pt x="205" y="734"/>
                    <a:pt x="205" y="734"/>
                  </a:cubicBezTo>
                  <a:cubicBezTo>
                    <a:pt x="205" y="1078"/>
                    <a:pt x="205" y="1078"/>
                    <a:pt x="205" y="1078"/>
                  </a:cubicBezTo>
                  <a:cubicBezTo>
                    <a:pt x="205" y="1105"/>
                    <a:pt x="227" y="1127"/>
                    <a:pt x="255" y="1127"/>
                  </a:cubicBezTo>
                  <a:cubicBezTo>
                    <a:pt x="282" y="1127"/>
                    <a:pt x="304" y="1105"/>
                    <a:pt x="304" y="1078"/>
                  </a:cubicBezTo>
                  <a:cubicBezTo>
                    <a:pt x="304" y="765"/>
                    <a:pt x="304" y="765"/>
                    <a:pt x="304" y="765"/>
                  </a:cubicBezTo>
                  <a:cubicBezTo>
                    <a:pt x="323" y="765"/>
                    <a:pt x="323" y="765"/>
                    <a:pt x="323" y="765"/>
                  </a:cubicBezTo>
                  <a:cubicBezTo>
                    <a:pt x="323" y="1078"/>
                    <a:pt x="323" y="1078"/>
                    <a:pt x="323" y="1078"/>
                  </a:cubicBezTo>
                  <a:cubicBezTo>
                    <a:pt x="323" y="1105"/>
                    <a:pt x="345" y="1127"/>
                    <a:pt x="372" y="1127"/>
                  </a:cubicBezTo>
                  <a:cubicBezTo>
                    <a:pt x="400" y="1127"/>
                    <a:pt x="422" y="1105"/>
                    <a:pt x="422" y="1078"/>
                  </a:cubicBezTo>
                  <a:cubicBezTo>
                    <a:pt x="422" y="734"/>
                    <a:pt x="422" y="734"/>
                    <a:pt x="422" y="734"/>
                  </a:cubicBezTo>
                  <a:cubicBezTo>
                    <a:pt x="422" y="658"/>
                    <a:pt x="422" y="658"/>
                    <a:pt x="422" y="658"/>
                  </a:cubicBezTo>
                  <a:cubicBezTo>
                    <a:pt x="422" y="487"/>
                    <a:pt x="422" y="487"/>
                    <a:pt x="422" y="487"/>
                  </a:cubicBezTo>
                  <a:cubicBezTo>
                    <a:pt x="436" y="482"/>
                    <a:pt x="454" y="471"/>
                    <a:pt x="475" y="453"/>
                  </a:cubicBezTo>
                  <a:cubicBezTo>
                    <a:pt x="515" y="416"/>
                    <a:pt x="566" y="349"/>
                    <a:pt x="620" y="221"/>
                  </a:cubicBezTo>
                  <a:cubicBezTo>
                    <a:pt x="620" y="220"/>
                    <a:pt x="620" y="219"/>
                    <a:pt x="621" y="219"/>
                  </a:cubicBezTo>
                  <a:close/>
                  <a:moveTo>
                    <a:pt x="587" y="146"/>
                  </a:moveTo>
                  <a:cubicBezTo>
                    <a:pt x="588" y="145"/>
                    <a:pt x="589" y="144"/>
                    <a:pt x="590" y="143"/>
                  </a:cubicBezTo>
                  <a:cubicBezTo>
                    <a:pt x="642" y="193"/>
                    <a:pt x="642" y="193"/>
                    <a:pt x="642" y="193"/>
                  </a:cubicBezTo>
                  <a:cubicBezTo>
                    <a:pt x="641" y="194"/>
                    <a:pt x="640" y="195"/>
                    <a:pt x="639" y="196"/>
                  </a:cubicBezTo>
                  <a:cubicBezTo>
                    <a:pt x="634" y="201"/>
                    <a:pt x="628" y="204"/>
                    <a:pt x="622" y="206"/>
                  </a:cubicBezTo>
                  <a:cubicBezTo>
                    <a:pt x="621" y="194"/>
                    <a:pt x="614" y="184"/>
                    <a:pt x="603" y="179"/>
                  </a:cubicBezTo>
                  <a:cubicBezTo>
                    <a:pt x="594" y="175"/>
                    <a:pt x="585" y="176"/>
                    <a:pt x="578" y="179"/>
                  </a:cubicBezTo>
                  <a:cubicBezTo>
                    <a:pt x="575" y="168"/>
                    <a:pt x="578" y="156"/>
                    <a:pt x="587" y="1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4" name="组合 63"/>
          <p:cNvGrpSpPr/>
          <p:nvPr/>
        </p:nvGrpSpPr>
        <p:grpSpPr>
          <a:xfrm>
            <a:off x="4614863" y="5014913"/>
            <a:ext cx="946150" cy="1046163"/>
            <a:chOff x="4614863" y="5014913"/>
            <a:chExt cx="946150" cy="1046163"/>
          </a:xfrm>
          <a:solidFill>
            <a:schemeClr val="tx1">
              <a:lumMod val="65000"/>
              <a:lumOff val="35000"/>
            </a:schemeClr>
          </a:solidFill>
        </p:grpSpPr>
        <p:sp>
          <p:nvSpPr>
            <p:cNvPr id="65" name="Freeform 55"/>
            <p:cNvSpPr>
              <a:spLocks/>
            </p:cNvSpPr>
            <p:nvPr/>
          </p:nvSpPr>
          <p:spPr bwMode="auto">
            <a:xfrm>
              <a:off x="5248275" y="5014913"/>
              <a:ext cx="312738" cy="293688"/>
            </a:xfrm>
            <a:custGeom>
              <a:avLst/>
              <a:gdLst>
                <a:gd name="T0" fmla="*/ 130 w 201"/>
                <a:gd name="T1" fmla="*/ 16 h 188"/>
                <a:gd name="T2" fmla="*/ 15 w 201"/>
                <a:gd name="T3" fmla="*/ 71 h 188"/>
                <a:gd name="T4" fmla="*/ 56 w 201"/>
                <a:gd name="T5" fmla="*/ 180 h 188"/>
                <a:gd name="T6" fmla="*/ 72 w 201"/>
                <a:gd name="T7" fmla="*/ 139 h 188"/>
                <a:gd name="T8" fmla="*/ 113 w 201"/>
                <a:gd name="T9" fmla="*/ 120 h 188"/>
                <a:gd name="T10" fmla="*/ 132 w 201"/>
                <a:gd name="T11" fmla="*/ 161 h 188"/>
                <a:gd name="T12" fmla="*/ 122 w 201"/>
                <a:gd name="T13" fmla="*/ 188 h 188"/>
                <a:gd name="T14" fmla="*/ 185 w 201"/>
                <a:gd name="T15" fmla="*/ 131 h 188"/>
                <a:gd name="T16" fmla="*/ 130 w 201"/>
                <a:gd name="T17" fmla="*/ 16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1" h="188">
                  <a:moveTo>
                    <a:pt x="130" y="16"/>
                  </a:moveTo>
                  <a:cubicBezTo>
                    <a:pt x="83" y="0"/>
                    <a:pt x="32" y="24"/>
                    <a:pt x="15" y="71"/>
                  </a:cubicBezTo>
                  <a:cubicBezTo>
                    <a:pt x="0" y="113"/>
                    <a:pt x="18" y="159"/>
                    <a:pt x="56" y="180"/>
                  </a:cubicBezTo>
                  <a:cubicBezTo>
                    <a:pt x="62" y="168"/>
                    <a:pt x="67" y="154"/>
                    <a:pt x="72" y="139"/>
                  </a:cubicBezTo>
                  <a:cubicBezTo>
                    <a:pt x="78" y="123"/>
                    <a:pt x="96" y="114"/>
                    <a:pt x="113" y="120"/>
                  </a:cubicBezTo>
                  <a:cubicBezTo>
                    <a:pt x="130" y="126"/>
                    <a:pt x="138" y="144"/>
                    <a:pt x="132" y="161"/>
                  </a:cubicBezTo>
                  <a:cubicBezTo>
                    <a:pt x="129" y="170"/>
                    <a:pt x="126" y="180"/>
                    <a:pt x="122" y="188"/>
                  </a:cubicBezTo>
                  <a:cubicBezTo>
                    <a:pt x="150" y="181"/>
                    <a:pt x="174" y="160"/>
                    <a:pt x="185" y="131"/>
                  </a:cubicBezTo>
                  <a:cubicBezTo>
                    <a:pt x="201" y="84"/>
                    <a:pt x="177" y="33"/>
                    <a:pt x="130"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56"/>
            <p:cNvSpPr>
              <a:spLocks/>
            </p:cNvSpPr>
            <p:nvPr/>
          </p:nvSpPr>
          <p:spPr bwMode="auto">
            <a:xfrm>
              <a:off x="4732338" y="5116513"/>
              <a:ext cx="660400" cy="944563"/>
            </a:xfrm>
            <a:custGeom>
              <a:avLst/>
              <a:gdLst>
                <a:gd name="T0" fmla="*/ 372 w 423"/>
                <a:gd name="T1" fmla="*/ 299 h 606"/>
                <a:gd name="T2" fmla="*/ 329 w 423"/>
                <a:gd name="T3" fmla="*/ 263 h 606"/>
                <a:gd name="T4" fmla="*/ 192 w 423"/>
                <a:gd name="T5" fmla="*/ 263 h 606"/>
                <a:gd name="T6" fmla="*/ 263 w 423"/>
                <a:gd name="T7" fmla="*/ 186 h 606"/>
                <a:gd name="T8" fmla="*/ 257 w 423"/>
                <a:gd name="T9" fmla="*/ 173 h 606"/>
                <a:gd name="T10" fmla="*/ 239 w 423"/>
                <a:gd name="T11" fmla="*/ 104 h 606"/>
                <a:gd name="T12" fmla="*/ 266 w 423"/>
                <a:gd name="T13" fmla="*/ 67 h 606"/>
                <a:gd name="T14" fmla="*/ 302 w 423"/>
                <a:gd name="T15" fmla="*/ 93 h 606"/>
                <a:gd name="T16" fmla="*/ 303 w 423"/>
                <a:gd name="T17" fmla="*/ 95 h 606"/>
                <a:gd name="T18" fmla="*/ 304 w 423"/>
                <a:gd name="T19" fmla="*/ 101 h 606"/>
                <a:gd name="T20" fmla="*/ 309 w 423"/>
                <a:gd name="T21" fmla="*/ 123 h 606"/>
                <a:gd name="T22" fmla="*/ 314 w 423"/>
                <a:gd name="T23" fmla="*/ 139 h 606"/>
                <a:gd name="T24" fmla="*/ 324 w 423"/>
                <a:gd name="T25" fmla="*/ 53 h 606"/>
                <a:gd name="T26" fmla="*/ 192 w 423"/>
                <a:gd name="T27" fmla="*/ 38 h 606"/>
                <a:gd name="T28" fmla="*/ 32 w 423"/>
                <a:gd name="T29" fmla="*/ 217 h 606"/>
                <a:gd name="T30" fmla="*/ 61 w 423"/>
                <a:gd name="T31" fmla="*/ 347 h 606"/>
                <a:gd name="T32" fmla="*/ 81 w 423"/>
                <a:gd name="T33" fmla="*/ 350 h 606"/>
                <a:gd name="T34" fmla="*/ 92 w 423"/>
                <a:gd name="T35" fmla="*/ 351 h 606"/>
                <a:gd name="T36" fmla="*/ 92 w 423"/>
                <a:gd name="T37" fmla="*/ 351 h 606"/>
                <a:gd name="T38" fmla="*/ 292 w 423"/>
                <a:gd name="T39" fmla="*/ 351 h 606"/>
                <a:gd name="T40" fmla="*/ 332 w 423"/>
                <a:gd name="T41" fmla="*/ 570 h 606"/>
                <a:gd name="T42" fmla="*/ 375 w 423"/>
                <a:gd name="T43" fmla="*/ 606 h 606"/>
                <a:gd name="T44" fmla="*/ 383 w 423"/>
                <a:gd name="T45" fmla="*/ 605 h 606"/>
                <a:gd name="T46" fmla="*/ 419 w 423"/>
                <a:gd name="T47" fmla="*/ 554 h 606"/>
                <a:gd name="T48" fmla="*/ 372 w 423"/>
                <a:gd name="T49" fmla="*/ 299 h 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3" h="606">
                  <a:moveTo>
                    <a:pt x="372" y="299"/>
                  </a:moveTo>
                  <a:cubicBezTo>
                    <a:pt x="368" y="278"/>
                    <a:pt x="350" y="263"/>
                    <a:pt x="329" y="263"/>
                  </a:cubicBezTo>
                  <a:cubicBezTo>
                    <a:pt x="192" y="263"/>
                    <a:pt x="192" y="263"/>
                    <a:pt x="192" y="263"/>
                  </a:cubicBezTo>
                  <a:cubicBezTo>
                    <a:pt x="212" y="235"/>
                    <a:pt x="236" y="209"/>
                    <a:pt x="263" y="186"/>
                  </a:cubicBezTo>
                  <a:cubicBezTo>
                    <a:pt x="261" y="182"/>
                    <a:pt x="259" y="177"/>
                    <a:pt x="257" y="173"/>
                  </a:cubicBezTo>
                  <a:cubicBezTo>
                    <a:pt x="245" y="138"/>
                    <a:pt x="240" y="105"/>
                    <a:pt x="239" y="104"/>
                  </a:cubicBezTo>
                  <a:cubicBezTo>
                    <a:pt x="236" y="86"/>
                    <a:pt x="248" y="70"/>
                    <a:pt x="266" y="67"/>
                  </a:cubicBezTo>
                  <a:cubicBezTo>
                    <a:pt x="283" y="64"/>
                    <a:pt x="299" y="76"/>
                    <a:pt x="302" y="93"/>
                  </a:cubicBezTo>
                  <a:cubicBezTo>
                    <a:pt x="302" y="93"/>
                    <a:pt x="303" y="94"/>
                    <a:pt x="303" y="95"/>
                  </a:cubicBezTo>
                  <a:cubicBezTo>
                    <a:pt x="303" y="96"/>
                    <a:pt x="304" y="98"/>
                    <a:pt x="304" y="101"/>
                  </a:cubicBezTo>
                  <a:cubicBezTo>
                    <a:pt x="305" y="107"/>
                    <a:pt x="307" y="114"/>
                    <a:pt x="309" y="123"/>
                  </a:cubicBezTo>
                  <a:cubicBezTo>
                    <a:pt x="310" y="128"/>
                    <a:pt x="312" y="133"/>
                    <a:pt x="314" y="139"/>
                  </a:cubicBezTo>
                  <a:cubicBezTo>
                    <a:pt x="330" y="113"/>
                    <a:pt x="336" y="82"/>
                    <a:pt x="324" y="53"/>
                  </a:cubicBezTo>
                  <a:cubicBezTo>
                    <a:pt x="307" y="12"/>
                    <a:pt x="244" y="0"/>
                    <a:pt x="192" y="38"/>
                  </a:cubicBezTo>
                  <a:cubicBezTo>
                    <a:pt x="127" y="86"/>
                    <a:pt x="72" y="147"/>
                    <a:pt x="32" y="217"/>
                  </a:cubicBezTo>
                  <a:cubicBezTo>
                    <a:pt x="0" y="273"/>
                    <a:pt x="19" y="334"/>
                    <a:pt x="61" y="347"/>
                  </a:cubicBezTo>
                  <a:cubicBezTo>
                    <a:pt x="68" y="349"/>
                    <a:pt x="75" y="350"/>
                    <a:pt x="81" y="350"/>
                  </a:cubicBezTo>
                  <a:cubicBezTo>
                    <a:pt x="85" y="351"/>
                    <a:pt x="88" y="351"/>
                    <a:pt x="92" y="351"/>
                  </a:cubicBezTo>
                  <a:cubicBezTo>
                    <a:pt x="92" y="351"/>
                    <a:pt x="92" y="351"/>
                    <a:pt x="92" y="351"/>
                  </a:cubicBezTo>
                  <a:cubicBezTo>
                    <a:pt x="292" y="351"/>
                    <a:pt x="292" y="351"/>
                    <a:pt x="292" y="351"/>
                  </a:cubicBezTo>
                  <a:cubicBezTo>
                    <a:pt x="332" y="570"/>
                    <a:pt x="332" y="570"/>
                    <a:pt x="332" y="570"/>
                  </a:cubicBezTo>
                  <a:cubicBezTo>
                    <a:pt x="336" y="591"/>
                    <a:pt x="355" y="606"/>
                    <a:pt x="375" y="606"/>
                  </a:cubicBezTo>
                  <a:cubicBezTo>
                    <a:pt x="378" y="606"/>
                    <a:pt x="381" y="606"/>
                    <a:pt x="383" y="605"/>
                  </a:cubicBezTo>
                  <a:cubicBezTo>
                    <a:pt x="407" y="601"/>
                    <a:pt x="423" y="578"/>
                    <a:pt x="419" y="554"/>
                  </a:cubicBezTo>
                  <a:lnTo>
                    <a:pt x="372" y="29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57"/>
            <p:cNvSpPr>
              <a:spLocks/>
            </p:cNvSpPr>
            <p:nvPr/>
          </p:nvSpPr>
          <p:spPr bwMode="auto">
            <a:xfrm>
              <a:off x="4614863" y="5702301"/>
              <a:ext cx="460375" cy="342900"/>
            </a:xfrm>
            <a:custGeom>
              <a:avLst/>
              <a:gdLst>
                <a:gd name="T0" fmla="*/ 36 w 290"/>
                <a:gd name="T1" fmla="*/ 0 h 216"/>
                <a:gd name="T2" fmla="*/ 0 w 290"/>
                <a:gd name="T3" fmla="*/ 216 h 216"/>
                <a:gd name="T4" fmla="*/ 290 w 290"/>
                <a:gd name="T5" fmla="*/ 216 h 216"/>
                <a:gd name="T6" fmla="*/ 252 w 290"/>
                <a:gd name="T7" fmla="*/ 0 h 216"/>
                <a:gd name="T8" fmla="*/ 36 w 290"/>
                <a:gd name="T9" fmla="*/ 0 h 216"/>
              </a:gdLst>
              <a:ahLst/>
              <a:cxnLst>
                <a:cxn ang="0">
                  <a:pos x="T0" y="T1"/>
                </a:cxn>
                <a:cxn ang="0">
                  <a:pos x="T2" y="T3"/>
                </a:cxn>
                <a:cxn ang="0">
                  <a:pos x="T4" y="T5"/>
                </a:cxn>
                <a:cxn ang="0">
                  <a:pos x="T6" y="T7"/>
                </a:cxn>
                <a:cxn ang="0">
                  <a:pos x="T8" y="T9"/>
                </a:cxn>
              </a:cxnLst>
              <a:rect l="0" t="0" r="r" b="b"/>
              <a:pathLst>
                <a:path w="290" h="216">
                  <a:moveTo>
                    <a:pt x="36" y="0"/>
                  </a:moveTo>
                  <a:lnTo>
                    <a:pt x="0" y="216"/>
                  </a:lnTo>
                  <a:lnTo>
                    <a:pt x="290" y="216"/>
                  </a:lnTo>
                  <a:lnTo>
                    <a:pt x="252" y="0"/>
                  </a:lnTo>
                  <a:lnTo>
                    <a:pt x="3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58"/>
            <p:cNvSpPr>
              <a:spLocks/>
            </p:cNvSpPr>
            <p:nvPr/>
          </p:nvSpPr>
          <p:spPr bwMode="auto">
            <a:xfrm>
              <a:off x="5116513" y="5211763"/>
              <a:ext cx="328613" cy="293688"/>
            </a:xfrm>
            <a:custGeom>
              <a:avLst/>
              <a:gdLst>
                <a:gd name="T0" fmla="*/ 208 w 211"/>
                <a:gd name="T1" fmla="*/ 14 h 189"/>
                <a:gd name="T2" fmla="*/ 194 w 211"/>
                <a:gd name="T3" fmla="*/ 1 h 189"/>
                <a:gd name="T4" fmla="*/ 186 w 211"/>
                <a:gd name="T5" fmla="*/ 0 h 189"/>
                <a:gd name="T6" fmla="*/ 164 w 211"/>
                <a:gd name="T7" fmla="*/ 16 h 189"/>
                <a:gd name="T8" fmla="*/ 148 w 211"/>
                <a:gd name="T9" fmla="*/ 57 h 189"/>
                <a:gd name="T10" fmla="*/ 115 w 211"/>
                <a:gd name="T11" fmla="*/ 121 h 189"/>
                <a:gd name="T12" fmla="*/ 99 w 211"/>
                <a:gd name="T13" fmla="*/ 138 h 189"/>
                <a:gd name="T14" fmla="*/ 93 w 211"/>
                <a:gd name="T15" fmla="*/ 142 h 189"/>
                <a:gd name="T16" fmla="*/ 88 w 211"/>
                <a:gd name="T17" fmla="*/ 138 h 189"/>
                <a:gd name="T18" fmla="*/ 75 w 211"/>
                <a:gd name="T19" fmla="*/ 120 h 189"/>
                <a:gd name="T20" fmla="*/ 62 w 211"/>
                <a:gd name="T21" fmla="*/ 86 h 189"/>
                <a:gd name="T22" fmla="*/ 55 w 211"/>
                <a:gd name="T23" fmla="*/ 64 h 189"/>
                <a:gd name="T24" fmla="*/ 50 w 211"/>
                <a:gd name="T25" fmla="*/ 42 h 189"/>
                <a:gd name="T26" fmla="*/ 49 w 211"/>
                <a:gd name="T27" fmla="*/ 35 h 189"/>
                <a:gd name="T28" fmla="*/ 49 w 211"/>
                <a:gd name="T29" fmla="*/ 33 h 189"/>
                <a:gd name="T30" fmla="*/ 25 w 211"/>
                <a:gd name="T31" fmla="*/ 13 h 189"/>
                <a:gd name="T32" fmla="*/ 21 w 211"/>
                <a:gd name="T33" fmla="*/ 14 h 189"/>
                <a:gd name="T34" fmla="*/ 5 w 211"/>
                <a:gd name="T35" fmla="*/ 24 h 189"/>
                <a:gd name="T36" fmla="*/ 1 w 211"/>
                <a:gd name="T37" fmla="*/ 41 h 189"/>
                <a:gd name="T38" fmla="*/ 1 w 211"/>
                <a:gd name="T39" fmla="*/ 42 h 189"/>
                <a:gd name="T40" fmla="*/ 19 w 211"/>
                <a:gd name="T41" fmla="*/ 109 h 189"/>
                <a:gd name="T42" fmla="*/ 23 w 211"/>
                <a:gd name="T43" fmla="*/ 120 h 189"/>
                <a:gd name="T44" fmla="*/ 43 w 211"/>
                <a:gd name="T45" fmla="*/ 159 h 189"/>
                <a:gd name="T46" fmla="*/ 63 w 211"/>
                <a:gd name="T47" fmla="*/ 179 h 189"/>
                <a:gd name="T48" fmla="*/ 93 w 211"/>
                <a:gd name="T49" fmla="*/ 189 h 189"/>
                <a:gd name="T50" fmla="*/ 93 w 211"/>
                <a:gd name="T51" fmla="*/ 189 h 189"/>
                <a:gd name="T52" fmla="*/ 126 w 211"/>
                <a:gd name="T53" fmla="*/ 178 h 189"/>
                <a:gd name="T54" fmla="*/ 167 w 211"/>
                <a:gd name="T55" fmla="*/ 127 h 189"/>
                <a:gd name="T56" fmla="*/ 197 w 211"/>
                <a:gd name="T57" fmla="*/ 64 h 189"/>
                <a:gd name="T58" fmla="*/ 209 w 211"/>
                <a:gd name="T59" fmla="*/ 32 h 189"/>
                <a:gd name="T60" fmla="*/ 208 w 211"/>
                <a:gd name="T61" fmla="*/ 14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11" h="189">
                  <a:moveTo>
                    <a:pt x="208" y="14"/>
                  </a:moveTo>
                  <a:cubicBezTo>
                    <a:pt x="205" y="8"/>
                    <a:pt x="200" y="4"/>
                    <a:pt x="194" y="1"/>
                  </a:cubicBezTo>
                  <a:cubicBezTo>
                    <a:pt x="192" y="1"/>
                    <a:pt x="189" y="0"/>
                    <a:pt x="186" y="0"/>
                  </a:cubicBezTo>
                  <a:cubicBezTo>
                    <a:pt x="176" y="0"/>
                    <a:pt x="167" y="6"/>
                    <a:pt x="164" y="16"/>
                  </a:cubicBezTo>
                  <a:cubicBezTo>
                    <a:pt x="158" y="32"/>
                    <a:pt x="153" y="45"/>
                    <a:pt x="148" y="57"/>
                  </a:cubicBezTo>
                  <a:cubicBezTo>
                    <a:pt x="134" y="90"/>
                    <a:pt x="123" y="110"/>
                    <a:pt x="115" y="121"/>
                  </a:cubicBezTo>
                  <a:cubicBezTo>
                    <a:pt x="107" y="132"/>
                    <a:pt x="101" y="137"/>
                    <a:pt x="99" y="138"/>
                  </a:cubicBezTo>
                  <a:cubicBezTo>
                    <a:pt x="93" y="142"/>
                    <a:pt x="93" y="142"/>
                    <a:pt x="93" y="142"/>
                  </a:cubicBezTo>
                  <a:cubicBezTo>
                    <a:pt x="88" y="138"/>
                    <a:pt x="88" y="138"/>
                    <a:pt x="88" y="138"/>
                  </a:cubicBezTo>
                  <a:cubicBezTo>
                    <a:pt x="85" y="135"/>
                    <a:pt x="80" y="128"/>
                    <a:pt x="75" y="120"/>
                  </a:cubicBezTo>
                  <a:cubicBezTo>
                    <a:pt x="70" y="109"/>
                    <a:pt x="65" y="97"/>
                    <a:pt x="62" y="86"/>
                  </a:cubicBezTo>
                  <a:cubicBezTo>
                    <a:pt x="59" y="77"/>
                    <a:pt x="57" y="69"/>
                    <a:pt x="55" y="64"/>
                  </a:cubicBezTo>
                  <a:cubicBezTo>
                    <a:pt x="53" y="57"/>
                    <a:pt x="52" y="49"/>
                    <a:pt x="50" y="42"/>
                  </a:cubicBezTo>
                  <a:cubicBezTo>
                    <a:pt x="50" y="39"/>
                    <a:pt x="49" y="37"/>
                    <a:pt x="49" y="35"/>
                  </a:cubicBezTo>
                  <a:cubicBezTo>
                    <a:pt x="49" y="33"/>
                    <a:pt x="49" y="33"/>
                    <a:pt x="49" y="33"/>
                  </a:cubicBezTo>
                  <a:cubicBezTo>
                    <a:pt x="47" y="22"/>
                    <a:pt x="37" y="13"/>
                    <a:pt x="25" y="13"/>
                  </a:cubicBezTo>
                  <a:cubicBezTo>
                    <a:pt x="24" y="13"/>
                    <a:pt x="22" y="13"/>
                    <a:pt x="21" y="14"/>
                  </a:cubicBezTo>
                  <a:cubicBezTo>
                    <a:pt x="15" y="15"/>
                    <a:pt x="9" y="18"/>
                    <a:pt x="5" y="24"/>
                  </a:cubicBezTo>
                  <a:cubicBezTo>
                    <a:pt x="2" y="29"/>
                    <a:pt x="0" y="35"/>
                    <a:pt x="1" y="41"/>
                  </a:cubicBezTo>
                  <a:cubicBezTo>
                    <a:pt x="1" y="42"/>
                    <a:pt x="1" y="42"/>
                    <a:pt x="1" y="42"/>
                  </a:cubicBezTo>
                  <a:cubicBezTo>
                    <a:pt x="3" y="53"/>
                    <a:pt x="9" y="80"/>
                    <a:pt x="19" y="109"/>
                  </a:cubicBezTo>
                  <a:cubicBezTo>
                    <a:pt x="20" y="113"/>
                    <a:pt x="22" y="116"/>
                    <a:pt x="23" y="120"/>
                  </a:cubicBezTo>
                  <a:cubicBezTo>
                    <a:pt x="28" y="132"/>
                    <a:pt x="34" y="146"/>
                    <a:pt x="43" y="159"/>
                  </a:cubicBezTo>
                  <a:cubicBezTo>
                    <a:pt x="50" y="168"/>
                    <a:pt x="56" y="174"/>
                    <a:pt x="63" y="179"/>
                  </a:cubicBezTo>
                  <a:cubicBezTo>
                    <a:pt x="68" y="183"/>
                    <a:pt x="79" y="189"/>
                    <a:pt x="93" y="189"/>
                  </a:cubicBezTo>
                  <a:cubicBezTo>
                    <a:pt x="93" y="189"/>
                    <a:pt x="93" y="189"/>
                    <a:pt x="93" y="189"/>
                  </a:cubicBezTo>
                  <a:cubicBezTo>
                    <a:pt x="104" y="189"/>
                    <a:pt x="116" y="185"/>
                    <a:pt x="126" y="178"/>
                  </a:cubicBezTo>
                  <a:cubicBezTo>
                    <a:pt x="141" y="167"/>
                    <a:pt x="153" y="152"/>
                    <a:pt x="167" y="127"/>
                  </a:cubicBezTo>
                  <a:cubicBezTo>
                    <a:pt x="177" y="110"/>
                    <a:pt x="187" y="89"/>
                    <a:pt x="197" y="64"/>
                  </a:cubicBezTo>
                  <a:cubicBezTo>
                    <a:pt x="201" y="54"/>
                    <a:pt x="205" y="44"/>
                    <a:pt x="209" y="32"/>
                  </a:cubicBezTo>
                  <a:cubicBezTo>
                    <a:pt x="211" y="26"/>
                    <a:pt x="211" y="20"/>
                    <a:pt x="208"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9" name="组合 68"/>
          <p:cNvGrpSpPr/>
          <p:nvPr/>
        </p:nvGrpSpPr>
        <p:grpSpPr>
          <a:xfrm>
            <a:off x="1647825" y="4210051"/>
            <a:ext cx="635000" cy="1851025"/>
            <a:chOff x="1647825" y="4210051"/>
            <a:chExt cx="635000" cy="1851025"/>
          </a:xfrm>
          <a:solidFill>
            <a:schemeClr val="tx1">
              <a:lumMod val="65000"/>
              <a:lumOff val="35000"/>
            </a:schemeClr>
          </a:solidFill>
        </p:grpSpPr>
        <p:sp>
          <p:nvSpPr>
            <p:cNvPr id="70" name="Freeform 59"/>
            <p:cNvSpPr>
              <a:spLocks/>
            </p:cNvSpPr>
            <p:nvPr/>
          </p:nvSpPr>
          <p:spPr bwMode="auto">
            <a:xfrm>
              <a:off x="1765300" y="4637088"/>
              <a:ext cx="309563" cy="307975"/>
            </a:xfrm>
            <a:custGeom>
              <a:avLst/>
              <a:gdLst>
                <a:gd name="T0" fmla="*/ 119 w 198"/>
                <a:gd name="T1" fmla="*/ 11 h 197"/>
                <a:gd name="T2" fmla="*/ 11 w 198"/>
                <a:gd name="T3" fmla="*/ 78 h 197"/>
                <a:gd name="T4" fmla="*/ 78 w 198"/>
                <a:gd name="T5" fmla="*/ 186 h 197"/>
                <a:gd name="T6" fmla="*/ 186 w 198"/>
                <a:gd name="T7" fmla="*/ 119 h 197"/>
                <a:gd name="T8" fmla="*/ 119 w 198"/>
                <a:gd name="T9" fmla="*/ 11 h 197"/>
              </a:gdLst>
              <a:ahLst/>
              <a:cxnLst>
                <a:cxn ang="0">
                  <a:pos x="T0" y="T1"/>
                </a:cxn>
                <a:cxn ang="0">
                  <a:pos x="T2" y="T3"/>
                </a:cxn>
                <a:cxn ang="0">
                  <a:pos x="T4" y="T5"/>
                </a:cxn>
                <a:cxn ang="0">
                  <a:pos x="T6" y="T7"/>
                </a:cxn>
                <a:cxn ang="0">
                  <a:pos x="T8" y="T9"/>
                </a:cxn>
              </a:cxnLst>
              <a:rect l="0" t="0" r="r" b="b"/>
              <a:pathLst>
                <a:path w="198" h="197">
                  <a:moveTo>
                    <a:pt x="119" y="11"/>
                  </a:moveTo>
                  <a:cubicBezTo>
                    <a:pt x="71" y="0"/>
                    <a:pt x="22" y="30"/>
                    <a:pt x="11" y="78"/>
                  </a:cubicBezTo>
                  <a:cubicBezTo>
                    <a:pt x="0" y="126"/>
                    <a:pt x="30" y="175"/>
                    <a:pt x="78" y="186"/>
                  </a:cubicBezTo>
                  <a:cubicBezTo>
                    <a:pt x="127" y="197"/>
                    <a:pt x="175" y="167"/>
                    <a:pt x="186" y="119"/>
                  </a:cubicBezTo>
                  <a:cubicBezTo>
                    <a:pt x="198" y="70"/>
                    <a:pt x="168" y="22"/>
                    <a:pt x="119"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60"/>
            <p:cNvSpPr>
              <a:spLocks noEditPoints="1"/>
            </p:cNvSpPr>
            <p:nvPr/>
          </p:nvSpPr>
          <p:spPr bwMode="auto">
            <a:xfrm>
              <a:off x="1647825" y="4210051"/>
              <a:ext cx="635000" cy="1851025"/>
            </a:xfrm>
            <a:custGeom>
              <a:avLst/>
              <a:gdLst>
                <a:gd name="T0" fmla="*/ 57 w 407"/>
                <a:gd name="T1" fmla="*/ 0 h 1187"/>
                <a:gd name="T2" fmla="*/ 4 w 407"/>
                <a:gd name="T3" fmla="*/ 224 h 1187"/>
                <a:gd name="T4" fmla="*/ 22 w 407"/>
                <a:gd name="T5" fmla="*/ 229 h 1187"/>
                <a:gd name="T6" fmla="*/ 0 w 407"/>
                <a:gd name="T7" fmla="*/ 375 h 1187"/>
                <a:gd name="T8" fmla="*/ 42 w 407"/>
                <a:gd name="T9" fmla="*/ 514 h 1187"/>
                <a:gd name="T10" fmla="*/ 72 w 407"/>
                <a:gd name="T11" fmla="*/ 540 h 1187"/>
                <a:gd name="T12" fmla="*/ 72 w 407"/>
                <a:gd name="T13" fmla="*/ 718 h 1187"/>
                <a:gd name="T14" fmla="*/ 72 w 407"/>
                <a:gd name="T15" fmla="*/ 794 h 1187"/>
                <a:gd name="T16" fmla="*/ 72 w 407"/>
                <a:gd name="T17" fmla="*/ 1138 h 1187"/>
                <a:gd name="T18" fmla="*/ 121 w 407"/>
                <a:gd name="T19" fmla="*/ 1187 h 1187"/>
                <a:gd name="T20" fmla="*/ 171 w 407"/>
                <a:gd name="T21" fmla="*/ 1138 h 1187"/>
                <a:gd name="T22" fmla="*/ 171 w 407"/>
                <a:gd name="T23" fmla="*/ 825 h 1187"/>
                <a:gd name="T24" fmla="*/ 189 w 407"/>
                <a:gd name="T25" fmla="*/ 825 h 1187"/>
                <a:gd name="T26" fmla="*/ 189 w 407"/>
                <a:gd name="T27" fmla="*/ 1138 h 1187"/>
                <a:gd name="T28" fmla="*/ 239 w 407"/>
                <a:gd name="T29" fmla="*/ 1187 h 1187"/>
                <a:gd name="T30" fmla="*/ 288 w 407"/>
                <a:gd name="T31" fmla="*/ 1138 h 1187"/>
                <a:gd name="T32" fmla="*/ 288 w 407"/>
                <a:gd name="T33" fmla="*/ 794 h 1187"/>
                <a:gd name="T34" fmla="*/ 288 w 407"/>
                <a:gd name="T35" fmla="*/ 718 h 1187"/>
                <a:gd name="T36" fmla="*/ 288 w 407"/>
                <a:gd name="T37" fmla="*/ 546 h 1187"/>
                <a:gd name="T38" fmla="*/ 342 w 407"/>
                <a:gd name="T39" fmla="*/ 486 h 1187"/>
                <a:gd name="T40" fmla="*/ 375 w 407"/>
                <a:gd name="T41" fmla="*/ 312 h 1187"/>
                <a:gd name="T42" fmla="*/ 371 w 407"/>
                <a:gd name="T43" fmla="*/ 235 h 1187"/>
                <a:gd name="T44" fmla="*/ 407 w 407"/>
                <a:gd name="T45" fmla="*/ 87 h 1187"/>
                <a:gd name="T46" fmla="*/ 57 w 407"/>
                <a:gd name="T47" fmla="*/ 0 h 1187"/>
                <a:gd name="T48" fmla="*/ 272 w 407"/>
                <a:gd name="T49" fmla="*/ 477 h 1187"/>
                <a:gd name="T50" fmla="*/ 258 w 407"/>
                <a:gd name="T51" fmla="*/ 489 h 1187"/>
                <a:gd name="T52" fmla="*/ 257 w 407"/>
                <a:gd name="T53" fmla="*/ 489 h 1187"/>
                <a:gd name="T54" fmla="*/ 113 w 407"/>
                <a:gd name="T55" fmla="*/ 489 h 1187"/>
                <a:gd name="T56" fmla="*/ 112 w 407"/>
                <a:gd name="T57" fmla="*/ 489 h 1187"/>
                <a:gd name="T58" fmla="*/ 111 w 407"/>
                <a:gd name="T59" fmla="*/ 489 h 1187"/>
                <a:gd name="T60" fmla="*/ 110 w 407"/>
                <a:gd name="T61" fmla="*/ 488 h 1187"/>
                <a:gd name="T62" fmla="*/ 85 w 407"/>
                <a:gd name="T63" fmla="*/ 464 h 1187"/>
                <a:gd name="T64" fmla="*/ 64 w 407"/>
                <a:gd name="T65" fmla="*/ 375 h 1187"/>
                <a:gd name="T66" fmla="*/ 85 w 407"/>
                <a:gd name="T67" fmla="*/ 244 h 1187"/>
                <a:gd name="T68" fmla="*/ 311 w 407"/>
                <a:gd name="T69" fmla="*/ 300 h 1187"/>
                <a:gd name="T70" fmla="*/ 311 w 407"/>
                <a:gd name="T71" fmla="*/ 312 h 1187"/>
                <a:gd name="T72" fmla="*/ 272 w 407"/>
                <a:gd name="T73" fmla="*/ 477 h 1187"/>
                <a:gd name="T74" fmla="*/ 364 w 407"/>
                <a:gd name="T75" fmla="*/ 177 h 1187"/>
                <a:gd name="T76" fmla="*/ 338 w 407"/>
                <a:gd name="T77" fmla="*/ 287 h 1187"/>
                <a:gd name="T78" fmla="*/ 310 w 407"/>
                <a:gd name="T79" fmla="*/ 280 h 1187"/>
                <a:gd name="T80" fmla="*/ 90 w 407"/>
                <a:gd name="T81" fmla="*/ 225 h 1187"/>
                <a:gd name="T82" fmla="*/ 28 w 407"/>
                <a:gd name="T83" fmla="*/ 210 h 1187"/>
                <a:gd name="T84" fmla="*/ 28 w 407"/>
                <a:gd name="T85" fmla="*/ 210 h 1187"/>
                <a:gd name="T86" fmla="*/ 72 w 407"/>
                <a:gd name="T87" fmla="*/ 24 h 1187"/>
                <a:gd name="T88" fmla="*/ 383 w 407"/>
                <a:gd name="T89" fmla="*/ 101 h 1187"/>
                <a:gd name="T90" fmla="*/ 364 w 407"/>
                <a:gd name="T91" fmla="*/ 177 h 1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07" h="1187">
                  <a:moveTo>
                    <a:pt x="57" y="0"/>
                  </a:moveTo>
                  <a:cubicBezTo>
                    <a:pt x="4" y="224"/>
                    <a:pt x="4" y="224"/>
                    <a:pt x="4" y="224"/>
                  </a:cubicBezTo>
                  <a:cubicBezTo>
                    <a:pt x="22" y="229"/>
                    <a:pt x="22" y="229"/>
                    <a:pt x="22" y="229"/>
                  </a:cubicBezTo>
                  <a:cubicBezTo>
                    <a:pt x="6" y="287"/>
                    <a:pt x="0" y="335"/>
                    <a:pt x="0" y="375"/>
                  </a:cubicBezTo>
                  <a:cubicBezTo>
                    <a:pt x="0" y="442"/>
                    <a:pt x="20" y="487"/>
                    <a:pt x="42" y="514"/>
                  </a:cubicBezTo>
                  <a:cubicBezTo>
                    <a:pt x="53" y="526"/>
                    <a:pt x="63" y="534"/>
                    <a:pt x="72" y="540"/>
                  </a:cubicBezTo>
                  <a:cubicBezTo>
                    <a:pt x="72" y="718"/>
                    <a:pt x="72" y="718"/>
                    <a:pt x="72" y="718"/>
                  </a:cubicBezTo>
                  <a:cubicBezTo>
                    <a:pt x="72" y="794"/>
                    <a:pt x="72" y="794"/>
                    <a:pt x="72" y="794"/>
                  </a:cubicBezTo>
                  <a:cubicBezTo>
                    <a:pt x="72" y="1138"/>
                    <a:pt x="72" y="1138"/>
                    <a:pt x="72" y="1138"/>
                  </a:cubicBezTo>
                  <a:cubicBezTo>
                    <a:pt x="72" y="1165"/>
                    <a:pt x="94" y="1187"/>
                    <a:pt x="121" y="1187"/>
                  </a:cubicBezTo>
                  <a:cubicBezTo>
                    <a:pt x="148" y="1187"/>
                    <a:pt x="171" y="1165"/>
                    <a:pt x="171" y="1138"/>
                  </a:cubicBezTo>
                  <a:cubicBezTo>
                    <a:pt x="171" y="825"/>
                    <a:pt x="171" y="825"/>
                    <a:pt x="171" y="825"/>
                  </a:cubicBezTo>
                  <a:cubicBezTo>
                    <a:pt x="189" y="825"/>
                    <a:pt x="189" y="825"/>
                    <a:pt x="189" y="825"/>
                  </a:cubicBezTo>
                  <a:cubicBezTo>
                    <a:pt x="189" y="1138"/>
                    <a:pt x="189" y="1138"/>
                    <a:pt x="189" y="1138"/>
                  </a:cubicBezTo>
                  <a:cubicBezTo>
                    <a:pt x="189" y="1165"/>
                    <a:pt x="211" y="1187"/>
                    <a:pt x="239" y="1187"/>
                  </a:cubicBezTo>
                  <a:cubicBezTo>
                    <a:pt x="266" y="1187"/>
                    <a:pt x="288" y="1165"/>
                    <a:pt x="288" y="1138"/>
                  </a:cubicBezTo>
                  <a:cubicBezTo>
                    <a:pt x="288" y="794"/>
                    <a:pt x="288" y="794"/>
                    <a:pt x="288" y="794"/>
                  </a:cubicBezTo>
                  <a:cubicBezTo>
                    <a:pt x="288" y="718"/>
                    <a:pt x="288" y="718"/>
                    <a:pt x="288" y="718"/>
                  </a:cubicBezTo>
                  <a:cubicBezTo>
                    <a:pt x="288" y="546"/>
                    <a:pt x="288" y="546"/>
                    <a:pt x="288" y="546"/>
                  </a:cubicBezTo>
                  <a:cubicBezTo>
                    <a:pt x="305" y="536"/>
                    <a:pt x="326" y="517"/>
                    <a:pt x="342" y="486"/>
                  </a:cubicBezTo>
                  <a:cubicBezTo>
                    <a:pt x="361" y="448"/>
                    <a:pt x="375" y="393"/>
                    <a:pt x="375" y="312"/>
                  </a:cubicBezTo>
                  <a:cubicBezTo>
                    <a:pt x="375" y="288"/>
                    <a:pt x="374" y="263"/>
                    <a:pt x="371" y="235"/>
                  </a:cubicBezTo>
                  <a:cubicBezTo>
                    <a:pt x="407" y="87"/>
                    <a:pt x="407" y="87"/>
                    <a:pt x="407" y="87"/>
                  </a:cubicBezTo>
                  <a:lnTo>
                    <a:pt x="57" y="0"/>
                  </a:lnTo>
                  <a:close/>
                  <a:moveTo>
                    <a:pt x="272" y="477"/>
                  </a:moveTo>
                  <a:cubicBezTo>
                    <a:pt x="267" y="483"/>
                    <a:pt x="262" y="487"/>
                    <a:pt x="258" y="489"/>
                  </a:cubicBezTo>
                  <a:cubicBezTo>
                    <a:pt x="258" y="489"/>
                    <a:pt x="258" y="489"/>
                    <a:pt x="257" y="489"/>
                  </a:cubicBezTo>
                  <a:cubicBezTo>
                    <a:pt x="113" y="489"/>
                    <a:pt x="113" y="489"/>
                    <a:pt x="113" y="489"/>
                  </a:cubicBezTo>
                  <a:cubicBezTo>
                    <a:pt x="113" y="489"/>
                    <a:pt x="112" y="489"/>
                    <a:pt x="112" y="489"/>
                  </a:cubicBezTo>
                  <a:cubicBezTo>
                    <a:pt x="112" y="489"/>
                    <a:pt x="112" y="489"/>
                    <a:pt x="111" y="489"/>
                  </a:cubicBezTo>
                  <a:cubicBezTo>
                    <a:pt x="111" y="489"/>
                    <a:pt x="111" y="488"/>
                    <a:pt x="110" y="488"/>
                  </a:cubicBezTo>
                  <a:cubicBezTo>
                    <a:pt x="106" y="486"/>
                    <a:pt x="95" y="480"/>
                    <a:pt x="85" y="464"/>
                  </a:cubicBezTo>
                  <a:cubicBezTo>
                    <a:pt x="74" y="447"/>
                    <a:pt x="64" y="421"/>
                    <a:pt x="64" y="375"/>
                  </a:cubicBezTo>
                  <a:cubicBezTo>
                    <a:pt x="64" y="342"/>
                    <a:pt x="69" y="299"/>
                    <a:pt x="85" y="244"/>
                  </a:cubicBezTo>
                  <a:cubicBezTo>
                    <a:pt x="311" y="300"/>
                    <a:pt x="311" y="300"/>
                    <a:pt x="311" y="300"/>
                  </a:cubicBezTo>
                  <a:cubicBezTo>
                    <a:pt x="311" y="304"/>
                    <a:pt x="311" y="308"/>
                    <a:pt x="311" y="312"/>
                  </a:cubicBezTo>
                  <a:cubicBezTo>
                    <a:pt x="311" y="411"/>
                    <a:pt x="289" y="457"/>
                    <a:pt x="272" y="477"/>
                  </a:cubicBezTo>
                  <a:close/>
                  <a:moveTo>
                    <a:pt x="364" y="177"/>
                  </a:moveTo>
                  <a:cubicBezTo>
                    <a:pt x="338" y="287"/>
                    <a:pt x="338" y="287"/>
                    <a:pt x="338" y="287"/>
                  </a:cubicBezTo>
                  <a:cubicBezTo>
                    <a:pt x="310" y="280"/>
                    <a:pt x="310" y="280"/>
                    <a:pt x="310" y="280"/>
                  </a:cubicBezTo>
                  <a:cubicBezTo>
                    <a:pt x="90" y="225"/>
                    <a:pt x="90" y="225"/>
                    <a:pt x="90" y="225"/>
                  </a:cubicBezTo>
                  <a:cubicBezTo>
                    <a:pt x="28" y="210"/>
                    <a:pt x="28" y="210"/>
                    <a:pt x="28" y="210"/>
                  </a:cubicBezTo>
                  <a:cubicBezTo>
                    <a:pt x="28" y="210"/>
                    <a:pt x="28" y="210"/>
                    <a:pt x="28" y="210"/>
                  </a:cubicBezTo>
                  <a:cubicBezTo>
                    <a:pt x="72" y="24"/>
                    <a:pt x="72" y="24"/>
                    <a:pt x="72" y="24"/>
                  </a:cubicBezTo>
                  <a:cubicBezTo>
                    <a:pt x="383" y="101"/>
                    <a:pt x="383" y="101"/>
                    <a:pt x="383" y="101"/>
                  </a:cubicBezTo>
                  <a:lnTo>
                    <a:pt x="364" y="1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2" name="组合 71"/>
          <p:cNvGrpSpPr/>
          <p:nvPr/>
        </p:nvGrpSpPr>
        <p:grpSpPr>
          <a:xfrm>
            <a:off x="6538908" y="899835"/>
            <a:ext cx="821319" cy="1399670"/>
            <a:chOff x="515938" y="736600"/>
            <a:chExt cx="874713" cy="1490663"/>
          </a:xfrm>
          <a:solidFill>
            <a:schemeClr val="tx1">
              <a:lumMod val="65000"/>
              <a:lumOff val="35000"/>
            </a:schemeClr>
          </a:solidFill>
        </p:grpSpPr>
        <p:sp>
          <p:nvSpPr>
            <p:cNvPr id="73" name="Freeform 5"/>
            <p:cNvSpPr>
              <a:spLocks/>
            </p:cNvSpPr>
            <p:nvPr/>
          </p:nvSpPr>
          <p:spPr bwMode="auto">
            <a:xfrm>
              <a:off x="698500" y="736600"/>
              <a:ext cx="319088" cy="317500"/>
            </a:xfrm>
            <a:custGeom>
              <a:avLst/>
              <a:gdLst>
                <a:gd name="T0" fmla="*/ 120 w 198"/>
                <a:gd name="T1" fmla="*/ 186 h 198"/>
                <a:gd name="T2" fmla="*/ 187 w 198"/>
                <a:gd name="T3" fmla="*/ 78 h 198"/>
                <a:gd name="T4" fmla="*/ 79 w 198"/>
                <a:gd name="T5" fmla="*/ 11 h 198"/>
                <a:gd name="T6" fmla="*/ 11 w 198"/>
                <a:gd name="T7" fmla="*/ 119 h 198"/>
                <a:gd name="T8" fmla="*/ 120 w 198"/>
                <a:gd name="T9" fmla="*/ 186 h 198"/>
              </a:gdLst>
              <a:ahLst/>
              <a:cxnLst>
                <a:cxn ang="0">
                  <a:pos x="T0" y="T1"/>
                </a:cxn>
                <a:cxn ang="0">
                  <a:pos x="T2" y="T3"/>
                </a:cxn>
                <a:cxn ang="0">
                  <a:pos x="T4" y="T5"/>
                </a:cxn>
                <a:cxn ang="0">
                  <a:pos x="T6" y="T7"/>
                </a:cxn>
                <a:cxn ang="0">
                  <a:pos x="T8" y="T9"/>
                </a:cxn>
              </a:cxnLst>
              <a:rect l="0" t="0" r="r" b="b"/>
              <a:pathLst>
                <a:path w="198" h="198">
                  <a:moveTo>
                    <a:pt x="120" y="186"/>
                  </a:moveTo>
                  <a:cubicBezTo>
                    <a:pt x="168" y="175"/>
                    <a:pt x="198" y="127"/>
                    <a:pt x="187" y="78"/>
                  </a:cubicBezTo>
                  <a:cubicBezTo>
                    <a:pt x="175" y="30"/>
                    <a:pt x="127" y="0"/>
                    <a:pt x="79" y="11"/>
                  </a:cubicBezTo>
                  <a:cubicBezTo>
                    <a:pt x="30" y="22"/>
                    <a:pt x="0" y="71"/>
                    <a:pt x="11" y="119"/>
                  </a:cubicBezTo>
                  <a:cubicBezTo>
                    <a:pt x="23" y="168"/>
                    <a:pt x="71" y="198"/>
                    <a:pt x="120" y="1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6"/>
            <p:cNvSpPr>
              <a:spLocks noEditPoints="1"/>
            </p:cNvSpPr>
            <p:nvPr/>
          </p:nvSpPr>
          <p:spPr bwMode="auto">
            <a:xfrm>
              <a:off x="515938" y="1089025"/>
              <a:ext cx="874713" cy="1138238"/>
            </a:xfrm>
            <a:custGeom>
              <a:avLst/>
              <a:gdLst>
                <a:gd name="T0" fmla="*/ 33 w 545"/>
                <a:gd name="T1" fmla="*/ 353 h 709"/>
                <a:gd name="T2" fmla="*/ 64 w 545"/>
                <a:gd name="T3" fmla="*/ 296 h 709"/>
                <a:gd name="T4" fmla="*/ 105 w 545"/>
                <a:gd name="T5" fmla="*/ 228 h 709"/>
                <a:gd name="T6" fmla="*/ 105 w 545"/>
                <a:gd name="T7" fmla="*/ 660 h 709"/>
                <a:gd name="T8" fmla="*/ 204 w 545"/>
                <a:gd name="T9" fmla="*/ 660 h 709"/>
                <a:gd name="T10" fmla="*/ 223 w 545"/>
                <a:gd name="T11" fmla="*/ 335 h 709"/>
                <a:gd name="T12" fmla="*/ 272 w 545"/>
                <a:gd name="T13" fmla="*/ 709 h 709"/>
                <a:gd name="T14" fmla="*/ 322 w 545"/>
                <a:gd name="T15" fmla="*/ 617 h 709"/>
                <a:gd name="T16" fmla="*/ 234 w 545"/>
                <a:gd name="T17" fmla="*/ 590 h 709"/>
                <a:gd name="T18" fmla="*/ 261 w 545"/>
                <a:gd name="T19" fmla="*/ 373 h 709"/>
                <a:gd name="T20" fmla="*/ 322 w 545"/>
                <a:gd name="T21" fmla="*/ 228 h 709"/>
                <a:gd name="T22" fmla="*/ 321 w 545"/>
                <a:gd name="T23" fmla="*/ 106 h 709"/>
                <a:gd name="T24" fmla="*/ 362 w 545"/>
                <a:gd name="T25" fmla="*/ 296 h 709"/>
                <a:gd name="T26" fmla="*/ 363 w 545"/>
                <a:gd name="T27" fmla="*/ 331 h 709"/>
                <a:gd name="T28" fmla="*/ 336 w 545"/>
                <a:gd name="T29" fmla="*/ 380 h 709"/>
                <a:gd name="T30" fmla="*/ 322 w 545"/>
                <a:gd name="T31" fmla="*/ 382 h 709"/>
                <a:gd name="T32" fmla="*/ 243 w 545"/>
                <a:gd name="T33" fmla="*/ 400 h 709"/>
                <a:gd name="T34" fmla="*/ 261 w 545"/>
                <a:gd name="T35" fmla="*/ 608 h 709"/>
                <a:gd name="T36" fmla="*/ 527 w 545"/>
                <a:gd name="T37" fmla="*/ 608 h 709"/>
                <a:gd name="T38" fmla="*/ 545 w 545"/>
                <a:gd name="T39" fmla="*/ 400 h 709"/>
                <a:gd name="T40" fmla="*/ 453 w 545"/>
                <a:gd name="T41" fmla="*/ 382 h 709"/>
                <a:gd name="T42" fmla="*/ 453 w 545"/>
                <a:gd name="T43" fmla="*/ 373 h 709"/>
                <a:gd name="T44" fmla="*/ 425 w 545"/>
                <a:gd name="T45" fmla="*/ 323 h 709"/>
                <a:gd name="T46" fmla="*/ 372 w 545"/>
                <a:gd name="T47" fmla="*/ 67 h 709"/>
                <a:gd name="T48" fmla="*/ 298 w 545"/>
                <a:gd name="T49" fmla="*/ 1 h 709"/>
                <a:gd name="T50" fmla="*/ 136 w 545"/>
                <a:gd name="T51" fmla="*/ 0 h 709"/>
                <a:gd name="T52" fmla="*/ 115 w 545"/>
                <a:gd name="T53" fmla="*/ 4 h 709"/>
                <a:gd name="T54" fmla="*/ 0 w 545"/>
                <a:gd name="T55" fmla="*/ 296 h 709"/>
                <a:gd name="T56" fmla="*/ 32 w 545"/>
                <a:gd name="T57" fmla="*/ 353 h 709"/>
                <a:gd name="T58" fmla="*/ 439 w 545"/>
                <a:gd name="T59" fmla="*/ 380 h 709"/>
                <a:gd name="T60" fmla="*/ 349 w 545"/>
                <a:gd name="T61" fmla="*/ 382 h 709"/>
                <a:gd name="T62" fmla="*/ 350 w 545"/>
                <a:gd name="T63" fmla="*/ 373 h 709"/>
                <a:gd name="T64" fmla="*/ 392 w 545"/>
                <a:gd name="T65" fmla="*/ 353 h 709"/>
                <a:gd name="T66" fmla="*/ 418 w 545"/>
                <a:gd name="T67" fmla="*/ 342 h 709"/>
                <a:gd name="T68" fmla="*/ 213 w 545"/>
                <a:gd name="T69" fmla="*/ 279 h 709"/>
                <a:gd name="T70" fmla="*/ 175 w 545"/>
                <a:gd name="T71" fmla="*/ 231 h 709"/>
                <a:gd name="T72" fmla="*/ 197 w 545"/>
                <a:gd name="T73" fmla="*/ 70 h 709"/>
                <a:gd name="T74" fmla="*/ 213 w 545"/>
                <a:gd name="T75" fmla="*/ 73 h 709"/>
                <a:gd name="T76" fmla="*/ 229 w 545"/>
                <a:gd name="T77" fmla="*/ 70 h 709"/>
                <a:gd name="T78" fmla="*/ 251 w 545"/>
                <a:gd name="T79" fmla="*/ 231 h 709"/>
                <a:gd name="T80" fmla="*/ 213 w 545"/>
                <a:gd name="T81" fmla="*/ 279 h 709"/>
                <a:gd name="T82" fmla="*/ 213 w 545"/>
                <a:gd name="T83" fmla="*/ 21 h 709"/>
                <a:gd name="T84" fmla="*/ 236 w 545"/>
                <a:gd name="T85" fmla="*/ 51 h 709"/>
                <a:gd name="T86" fmla="*/ 213 w 545"/>
                <a:gd name="T87" fmla="*/ 61 h 709"/>
                <a:gd name="T88" fmla="*/ 190 w 545"/>
                <a:gd name="T89" fmla="*/ 51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5" h="709">
                  <a:moveTo>
                    <a:pt x="32" y="353"/>
                  </a:moveTo>
                  <a:cubicBezTo>
                    <a:pt x="33" y="353"/>
                    <a:pt x="33" y="353"/>
                    <a:pt x="33" y="353"/>
                  </a:cubicBezTo>
                  <a:cubicBezTo>
                    <a:pt x="51" y="353"/>
                    <a:pt x="65" y="338"/>
                    <a:pt x="64" y="320"/>
                  </a:cubicBezTo>
                  <a:cubicBezTo>
                    <a:pt x="64" y="312"/>
                    <a:pt x="64" y="304"/>
                    <a:pt x="64" y="296"/>
                  </a:cubicBezTo>
                  <a:cubicBezTo>
                    <a:pt x="64" y="198"/>
                    <a:pt x="85" y="140"/>
                    <a:pt x="105" y="105"/>
                  </a:cubicBezTo>
                  <a:cubicBezTo>
                    <a:pt x="105" y="228"/>
                    <a:pt x="105" y="228"/>
                    <a:pt x="105" y="228"/>
                  </a:cubicBezTo>
                  <a:cubicBezTo>
                    <a:pt x="105" y="304"/>
                    <a:pt x="105" y="304"/>
                    <a:pt x="105" y="304"/>
                  </a:cubicBezTo>
                  <a:cubicBezTo>
                    <a:pt x="105" y="660"/>
                    <a:pt x="105" y="660"/>
                    <a:pt x="105" y="660"/>
                  </a:cubicBezTo>
                  <a:cubicBezTo>
                    <a:pt x="105" y="687"/>
                    <a:pt x="127" y="709"/>
                    <a:pt x="154" y="709"/>
                  </a:cubicBezTo>
                  <a:cubicBezTo>
                    <a:pt x="182" y="709"/>
                    <a:pt x="204" y="687"/>
                    <a:pt x="204" y="660"/>
                  </a:cubicBezTo>
                  <a:cubicBezTo>
                    <a:pt x="204" y="335"/>
                    <a:pt x="204" y="335"/>
                    <a:pt x="204" y="335"/>
                  </a:cubicBezTo>
                  <a:cubicBezTo>
                    <a:pt x="223" y="335"/>
                    <a:pt x="223" y="335"/>
                    <a:pt x="223" y="335"/>
                  </a:cubicBezTo>
                  <a:cubicBezTo>
                    <a:pt x="223" y="660"/>
                    <a:pt x="223" y="660"/>
                    <a:pt x="223" y="660"/>
                  </a:cubicBezTo>
                  <a:cubicBezTo>
                    <a:pt x="223" y="687"/>
                    <a:pt x="245" y="709"/>
                    <a:pt x="272" y="709"/>
                  </a:cubicBezTo>
                  <a:cubicBezTo>
                    <a:pt x="300" y="709"/>
                    <a:pt x="322" y="687"/>
                    <a:pt x="322" y="660"/>
                  </a:cubicBezTo>
                  <a:cubicBezTo>
                    <a:pt x="322" y="617"/>
                    <a:pt x="322" y="617"/>
                    <a:pt x="322" y="617"/>
                  </a:cubicBezTo>
                  <a:cubicBezTo>
                    <a:pt x="261" y="617"/>
                    <a:pt x="261" y="617"/>
                    <a:pt x="261" y="617"/>
                  </a:cubicBezTo>
                  <a:cubicBezTo>
                    <a:pt x="246" y="617"/>
                    <a:pt x="234" y="605"/>
                    <a:pt x="234" y="590"/>
                  </a:cubicBezTo>
                  <a:cubicBezTo>
                    <a:pt x="234" y="400"/>
                    <a:pt x="234" y="400"/>
                    <a:pt x="234" y="400"/>
                  </a:cubicBezTo>
                  <a:cubicBezTo>
                    <a:pt x="234" y="385"/>
                    <a:pt x="246" y="373"/>
                    <a:pt x="261" y="373"/>
                  </a:cubicBezTo>
                  <a:cubicBezTo>
                    <a:pt x="322" y="373"/>
                    <a:pt x="322" y="373"/>
                    <a:pt x="322" y="373"/>
                  </a:cubicBezTo>
                  <a:cubicBezTo>
                    <a:pt x="322" y="228"/>
                    <a:pt x="322" y="228"/>
                    <a:pt x="322" y="228"/>
                  </a:cubicBezTo>
                  <a:cubicBezTo>
                    <a:pt x="322" y="226"/>
                    <a:pt x="322" y="224"/>
                    <a:pt x="321" y="221"/>
                  </a:cubicBezTo>
                  <a:cubicBezTo>
                    <a:pt x="321" y="106"/>
                    <a:pt x="321" y="106"/>
                    <a:pt x="321" y="106"/>
                  </a:cubicBezTo>
                  <a:cubicBezTo>
                    <a:pt x="321" y="107"/>
                    <a:pt x="322" y="107"/>
                    <a:pt x="322" y="107"/>
                  </a:cubicBezTo>
                  <a:cubicBezTo>
                    <a:pt x="341" y="142"/>
                    <a:pt x="362" y="200"/>
                    <a:pt x="362" y="296"/>
                  </a:cubicBezTo>
                  <a:cubicBezTo>
                    <a:pt x="362" y="304"/>
                    <a:pt x="362" y="312"/>
                    <a:pt x="361" y="320"/>
                  </a:cubicBezTo>
                  <a:cubicBezTo>
                    <a:pt x="361" y="324"/>
                    <a:pt x="362" y="328"/>
                    <a:pt x="363" y="331"/>
                  </a:cubicBezTo>
                  <a:cubicBezTo>
                    <a:pt x="348" y="340"/>
                    <a:pt x="338" y="355"/>
                    <a:pt x="336" y="373"/>
                  </a:cubicBezTo>
                  <a:cubicBezTo>
                    <a:pt x="336" y="376"/>
                    <a:pt x="336" y="378"/>
                    <a:pt x="336" y="380"/>
                  </a:cubicBezTo>
                  <a:cubicBezTo>
                    <a:pt x="336" y="381"/>
                    <a:pt x="336" y="382"/>
                    <a:pt x="336" y="382"/>
                  </a:cubicBezTo>
                  <a:cubicBezTo>
                    <a:pt x="322" y="382"/>
                    <a:pt x="322" y="382"/>
                    <a:pt x="322" y="382"/>
                  </a:cubicBezTo>
                  <a:cubicBezTo>
                    <a:pt x="261" y="382"/>
                    <a:pt x="261" y="382"/>
                    <a:pt x="261" y="382"/>
                  </a:cubicBezTo>
                  <a:cubicBezTo>
                    <a:pt x="251" y="382"/>
                    <a:pt x="243" y="390"/>
                    <a:pt x="243" y="400"/>
                  </a:cubicBezTo>
                  <a:cubicBezTo>
                    <a:pt x="243" y="590"/>
                    <a:pt x="243" y="590"/>
                    <a:pt x="243" y="590"/>
                  </a:cubicBezTo>
                  <a:cubicBezTo>
                    <a:pt x="243" y="600"/>
                    <a:pt x="251" y="608"/>
                    <a:pt x="261" y="608"/>
                  </a:cubicBezTo>
                  <a:cubicBezTo>
                    <a:pt x="322" y="608"/>
                    <a:pt x="322" y="608"/>
                    <a:pt x="322" y="608"/>
                  </a:cubicBezTo>
                  <a:cubicBezTo>
                    <a:pt x="527" y="608"/>
                    <a:pt x="527" y="608"/>
                    <a:pt x="527" y="608"/>
                  </a:cubicBezTo>
                  <a:cubicBezTo>
                    <a:pt x="537" y="608"/>
                    <a:pt x="545" y="600"/>
                    <a:pt x="545" y="590"/>
                  </a:cubicBezTo>
                  <a:cubicBezTo>
                    <a:pt x="545" y="400"/>
                    <a:pt x="545" y="400"/>
                    <a:pt x="545" y="400"/>
                  </a:cubicBezTo>
                  <a:cubicBezTo>
                    <a:pt x="545" y="390"/>
                    <a:pt x="537" y="382"/>
                    <a:pt x="527" y="382"/>
                  </a:cubicBezTo>
                  <a:cubicBezTo>
                    <a:pt x="453" y="382"/>
                    <a:pt x="453" y="382"/>
                    <a:pt x="453" y="382"/>
                  </a:cubicBezTo>
                  <a:cubicBezTo>
                    <a:pt x="453" y="382"/>
                    <a:pt x="453" y="381"/>
                    <a:pt x="453" y="380"/>
                  </a:cubicBezTo>
                  <a:cubicBezTo>
                    <a:pt x="453" y="378"/>
                    <a:pt x="453" y="376"/>
                    <a:pt x="453" y="373"/>
                  </a:cubicBezTo>
                  <a:cubicBezTo>
                    <a:pt x="450" y="355"/>
                    <a:pt x="440" y="339"/>
                    <a:pt x="424" y="330"/>
                  </a:cubicBezTo>
                  <a:cubicBezTo>
                    <a:pt x="425" y="327"/>
                    <a:pt x="425" y="325"/>
                    <a:pt x="425" y="323"/>
                  </a:cubicBezTo>
                  <a:cubicBezTo>
                    <a:pt x="426" y="314"/>
                    <a:pt x="426" y="305"/>
                    <a:pt x="426" y="296"/>
                  </a:cubicBezTo>
                  <a:cubicBezTo>
                    <a:pt x="426" y="184"/>
                    <a:pt x="400" y="112"/>
                    <a:pt x="372" y="67"/>
                  </a:cubicBezTo>
                  <a:cubicBezTo>
                    <a:pt x="344" y="22"/>
                    <a:pt x="315" y="6"/>
                    <a:pt x="311" y="4"/>
                  </a:cubicBezTo>
                  <a:cubicBezTo>
                    <a:pt x="307" y="2"/>
                    <a:pt x="302" y="1"/>
                    <a:pt x="298" y="1"/>
                  </a:cubicBezTo>
                  <a:cubicBezTo>
                    <a:pt x="296" y="0"/>
                    <a:pt x="293" y="0"/>
                    <a:pt x="290" y="0"/>
                  </a:cubicBezTo>
                  <a:cubicBezTo>
                    <a:pt x="136" y="0"/>
                    <a:pt x="136" y="0"/>
                    <a:pt x="136" y="0"/>
                  </a:cubicBezTo>
                  <a:cubicBezTo>
                    <a:pt x="133" y="0"/>
                    <a:pt x="131" y="0"/>
                    <a:pt x="128" y="1"/>
                  </a:cubicBezTo>
                  <a:cubicBezTo>
                    <a:pt x="124" y="1"/>
                    <a:pt x="119" y="2"/>
                    <a:pt x="115" y="4"/>
                  </a:cubicBezTo>
                  <a:cubicBezTo>
                    <a:pt x="111" y="6"/>
                    <a:pt x="81" y="22"/>
                    <a:pt x="53" y="67"/>
                  </a:cubicBezTo>
                  <a:cubicBezTo>
                    <a:pt x="25" y="112"/>
                    <a:pt x="0" y="184"/>
                    <a:pt x="0" y="296"/>
                  </a:cubicBezTo>
                  <a:cubicBezTo>
                    <a:pt x="0" y="305"/>
                    <a:pt x="0" y="314"/>
                    <a:pt x="0" y="323"/>
                  </a:cubicBezTo>
                  <a:cubicBezTo>
                    <a:pt x="1" y="340"/>
                    <a:pt x="15" y="353"/>
                    <a:pt x="32" y="353"/>
                  </a:cubicBezTo>
                  <a:close/>
                  <a:moveTo>
                    <a:pt x="439" y="373"/>
                  </a:moveTo>
                  <a:cubicBezTo>
                    <a:pt x="439" y="376"/>
                    <a:pt x="439" y="378"/>
                    <a:pt x="439" y="380"/>
                  </a:cubicBezTo>
                  <a:cubicBezTo>
                    <a:pt x="439" y="381"/>
                    <a:pt x="439" y="382"/>
                    <a:pt x="439" y="382"/>
                  </a:cubicBezTo>
                  <a:cubicBezTo>
                    <a:pt x="349" y="382"/>
                    <a:pt x="349" y="382"/>
                    <a:pt x="349" y="382"/>
                  </a:cubicBezTo>
                  <a:cubicBezTo>
                    <a:pt x="349" y="382"/>
                    <a:pt x="349" y="381"/>
                    <a:pt x="349" y="380"/>
                  </a:cubicBezTo>
                  <a:cubicBezTo>
                    <a:pt x="349" y="378"/>
                    <a:pt x="350" y="376"/>
                    <a:pt x="350" y="373"/>
                  </a:cubicBezTo>
                  <a:cubicBezTo>
                    <a:pt x="352" y="361"/>
                    <a:pt x="359" y="350"/>
                    <a:pt x="369" y="343"/>
                  </a:cubicBezTo>
                  <a:cubicBezTo>
                    <a:pt x="375" y="349"/>
                    <a:pt x="383" y="353"/>
                    <a:pt x="392" y="353"/>
                  </a:cubicBezTo>
                  <a:cubicBezTo>
                    <a:pt x="393" y="353"/>
                    <a:pt x="393" y="353"/>
                    <a:pt x="393" y="353"/>
                  </a:cubicBezTo>
                  <a:cubicBezTo>
                    <a:pt x="403" y="353"/>
                    <a:pt x="412" y="349"/>
                    <a:pt x="418" y="342"/>
                  </a:cubicBezTo>
                  <a:cubicBezTo>
                    <a:pt x="429" y="349"/>
                    <a:pt x="437" y="360"/>
                    <a:pt x="439" y="373"/>
                  </a:cubicBezTo>
                  <a:close/>
                  <a:moveTo>
                    <a:pt x="213" y="279"/>
                  </a:moveTo>
                  <a:cubicBezTo>
                    <a:pt x="204" y="268"/>
                    <a:pt x="204" y="268"/>
                    <a:pt x="204" y="268"/>
                  </a:cubicBezTo>
                  <a:cubicBezTo>
                    <a:pt x="175" y="231"/>
                    <a:pt x="175" y="231"/>
                    <a:pt x="175" y="231"/>
                  </a:cubicBezTo>
                  <a:cubicBezTo>
                    <a:pt x="181" y="187"/>
                    <a:pt x="181" y="187"/>
                    <a:pt x="181" y="187"/>
                  </a:cubicBezTo>
                  <a:cubicBezTo>
                    <a:pt x="197" y="70"/>
                    <a:pt x="197" y="70"/>
                    <a:pt x="197" y="70"/>
                  </a:cubicBezTo>
                  <a:cubicBezTo>
                    <a:pt x="202" y="72"/>
                    <a:pt x="208" y="73"/>
                    <a:pt x="213" y="73"/>
                  </a:cubicBezTo>
                  <a:cubicBezTo>
                    <a:pt x="213" y="73"/>
                    <a:pt x="213" y="73"/>
                    <a:pt x="213" y="73"/>
                  </a:cubicBezTo>
                  <a:cubicBezTo>
                    <a:pt x="213" y="73"/>
                    <a:pt x="213" y="73"/>
                    <a:pt x="213" y="73"/>
                  </a:cubicBezTo>
                  <a:cubicBezTo>
                    <a:pt x="219" y="73"/>
                    <a:pt x="224" y="72"/>
                    <a:pt x="229" y="70"/>
                  </a:cubicBezTo>
                  <a:cubicBezTo>
                    <a:pt x="245" y="187"/>
                    <a:pt x="245" y="187"/>
                    <a:pt x="245" y="187"/>
                  </a:cubicBezTo>
                  <a:cubicBezTo>
                    <a:pt x="251" y="231"/>
                    <a:pt x="251" y="231"/>
                    <a:pt x="251" y="231"/>
                  </a:cubicBezTo>
                  <a:cubicBezTo>
                    <a:pt x="223" y="267"/>
                    <a:pt x="223" y="267"/>
                    <a:pt x="223" y="267"/>
                  </a:cubicBezTo>
                  <a:lnTo>
                    <a:pt x="213" y="279"/>
                  </a:lnTo>
                  <a:close/>
                  <a:moveTo>
                    <a:pt x="198" y="21"/>
                  </a:moveTo>
                  <a:cubicBezTo>
                    <a:pt x="213" y="21"/>
                    <a:pt x="213" y="21"/>
                    <a:pt x="213" y="21"/>
                  </a:cubicBezTo>
                  <a:cubicBezTo>
                    <a:pt x="228" y="21"/>
                    <a:pt x="228" y="21"/>
                    <a:pt x="228" y="21"/>
                  </a:cubicBezTo>
                  <a:cubicBezTo>
                    <a:pt x="236" y="51"/>
                    <a:pt x="236" y="51"/>
                    <a:pt x="236" y="51"/>
                  </a:cubicBezTo>
                  <a:cubicBezTo>
                    <a:pt x="235" y="53"/>
                    <a:pt x="235" y="53"/>
                    <a:pt x="235" y="53"/>
                  </a:cubicBezTo>
                  <a:cubicBezTo>
                    <a:pt x="228" y="59"/>
                    <a:pt x="221" y="61"/>
                    <a:pt x="213" y="61"/>
                  </a:cubicBezTo>
                  <a:cubicBezTo>
                    <a:pt x="205" y="61"/>
                    <a:pt x="198" y="59"/>
                    <a:pt x="191" y="53"/>
                  </a:cubicBezTo>
                  <a:cubicBezTo>
                    <a:pt x="190" y="51"/>
                    <a:pt x="190" y="51"/>
                    <a:pt x="190" y="51"/>
                  </a:cubicBezTo>
                  <a:lnTo>
                    <a:pt x="198"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5" name="组合 74"/>
          <p:cNvGrpSpPr/>
          <p:nvPr/>
        </p:nvGrpSpPr>
        <p:grpSpPr>
          <a:xfrm>
            <a:off x="9247320" y="2655757"/>
            <a:ext cx="1277441" cy="1405632"/>
            <a:chOff x="3400425" y="2606675"/>
            <a:chExt cx="1360488" cy="1497013"/>
          </a:xfrm>
          <a:solidFill>
            <a:schemeClr val="tx1">
              <a:lumMod val="65000"/>
              <a:lumOff val="35000"/>
            </a:schemeClr>
          </a:solidFill>
        </p:grpSpPr>
        <p:sp>
          <p:nvSpPr>
            <p:cNvPr id="76" name="Freeform 7"/>
            <p:cNvSpPr>
              <a:spLocks/>
            </p:cNvSpPr>
            <p:nvPr/>
          </p:nvSpPr>
          <p:spPr bwMode="auto">
            <a:xfrm>
              <a:off x="3592513" y="2606675"/>
              <a:ext cx="317500" cy="315913"/>
            </a:xfrm>
            <a:custGeom>
              <a:avLst/>
              <a:gdLst>
                <a:gd name="T0" fmla="*/ 79 w 198"/>
                <a:gd name="T1" fmla="*/ 11 h 197"/>
                <a:gd name="T2" fmla="*/ 12 w 198"/>
                <a:gd name="T3" fmla="*/ 119 h 197"/>
                <a:gd name="T4" fmla="*/ 120 w 198"/>
                <a:gd name="T5" fmla="*/ 186 h 197"/>
                <a:gd name="T6" fmla="*/ 187 w 198"/>
                <a:gd name="T7" fmla="*/ 78 h 197"/>
                <a:gd name="T8" fmla="*/ 79 w 198"/>
                <a:gd name="T9" fmla="*/ 11 h 197"/>
              </a:gdLst>
              <a:ahLst/>
              <a:cxnLst>
                <a:cxn ang="0">
                  <a:pos x="T0" y="T1"/>
                </a:cxn>
                <a:cxn ang="0">
                  <a:pos x="T2" y="T3"/>
                </a:cxn>
                <a:cxn ang="0">
                  <a:pos x="T4" y="T5"/>
                </a:cxn>
                <a:cxn ang="0">
                  <a:pos x="T6" y="T7"/>
                </a:cxn>
                <a:cxn ang="0">
                  <a:pos x="T8" y="T9"/>
                </a:cxn>
              </a:cxnLst>
              <a:rect l="0" t="0" r="r" b="b"/>
              <a:pathLst>
                <a:path w="198" h="197">
                  <a:moveTo>
                    <a:pt x="79" y="11"/>
                  </a:moveTo>
                  <a:cubicBezTo>
                    <a:pt x="30" y="22"/>
                    <a:pt x="0" y="70"/>
                    <a:pt x="12" y="119"/>
                  </a:cubicBezTo>
                  <a:cubicBezTo>
                    <a:pt x="23" y="167"/>
                    <a:pt x="71" y="197"/>
                    <a:pt x="120" y="186"/>
                  </a:cubicBezTo>
                  <a:cubicBezTo>
                    <a:pt x="168" y="175"/>
                    <a:pt x="198" y="126"/>
                    <a:pt x="187" y="78"/>
                  </a:cubicBezTo>
                  <a:cubicBezTo>
                    <a:pt x="176" y="30"/>
                    <a:pt x="127" y="0"/>
                    <a:pt x="79"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8"/>
            <p:cNvSpPr>
              <a:spLocks noEditPoints="1"/>
            </p:cNvSpPr>
            <p:nvPr/>
          </p:nvSpPr>
          <p:spPr bwMode="auto">
            <a:xfrm>
              <a:off x="3400425" y="2951163"/>
              <a:ext cx="590550" cy="1152525"/>
            </a:xfrm>
            <a:custGeom>
              <a:avLst/>
              <a:gdLst>
                <a:gd name="T0" fmla="*/ 91 w 368"/>
                <a:gd name="T1" fmla="*/ 362 h 718"/>
                <a:gd name="T2" fmla="*/ 108 w 368"/>
                <a:gd name="T3" fmla="*/ 357 h 718"/>
                <a:gd name="T4" fmla="*/ 111 w 368"/>
                <a:gd name="T5" fmla="*/ 355 h 718"/>
                <a:gd name="T6" fmla="*/ 111 w 368"/>
                <a:gd name="T7" fmla="*/ 669 h 718"/>
                <a:gd name="T8" fmla="*/ 161 w 368"/>
                <a:gd name="T9" fmla="*/ 718 h 718"/>
                <a:gd name="T10" fmla="*/ 210 w 368"/>
                <a:gd name="T11" fmla="*/ 669 h 718"/>
                <a:gd name="T12" fmla="*/ 210 w 368"/>
                <a:gd name="T13" fmla="*/ 336 h 718"/>
                <a:gd name="T14" fmla="*/ 229 w 368"/>
                <a:gd name="T15" fmla="*/ 336 h 718"/>
                <a:gd name="T16" fmla="*/ 229 w 368"/>
                <a:gd name="T17" fmla="*/ 669 h 718"/>
                <a:gd name="T18" fmla="*/ 279 w 368"/>
                <a:gd name="T19" fmla="*/ 718 h 718"/>
                <a:gd name="T20" fmla="*/ 328 w 368"/>
                <a:gd name="T21" fmla="*/ 669 h 718"/>
                <a:gd name="T22" fmla="*/ 328 w 368"/>
                <a:gd name="T23" fmla="*/ 229 h 718"/>
                <a:gd name="T24" fmla="*/ 327 w 368"/>
                <a:gd name="T25" fmla="*/ 222 h 718"/>
                <a:gd name="T26" fmla="*/ 327 w 368"/>
                <a:gd name="T27" fmla="*/ 99 h 718"/>
                <a:gd name="T28" fmla="*/ 341 w 368"/>
                <a:gd name="T29" fmla="*/ 107 h 718"/>
                <a:gd name="T30" fmla="*/ 368 w 368"/>
                <a:gd name="T31" fmla="*/ 122 h 718"/>
                <a:gd name="T32" fmla="*/ 368 w 368"/>
                <a:gd name="T33" fmla="*/ 49 h 718"/>
                <a:gd name="T34" fmla="*/ 334 w 368"/>
                <a:gd name="T35" fmla="*/ 24 h 718"/>
                <a:gd name="T36" fmla="*/ 324 w 368"/>
                <a:gd name="T37" fmla="*/ 15 h 718"/>
                <a:gd name="T38" fmla="*/ 322 w 368"/>
                <a:gd name="T39" fmla="*/ 13 h 718"/>
                <a:gd name="T40" fmla="*/ 322 w 368"/>
                <a:gd name="T41" fmla="*/ 13 h 718"/>
                <a:gd name="T42" fmla="*/ 322 w 368"/>
                <a:gd name="T43" fmla="*/ 13 h 718"/>
                <a:gd name="T44" fmla="*/ 321 w 368"/>
                <a:gd name="T45" fmla="*/ 12 h 718"/>
                <a:gd name="T46" fmla="*/ 297 w 368"/>
                <a:gd name="T47" fmla="*/ 0 h 718"/>
                <a:gd name="T48" fmla="*/ 142 w 368"/>
                <a:gd name="T49" fmla="*/ 0 h 718"/>
                <a:gd name="T50" fmla="*/ 135 w 368"/>
                <a:gd name="T51" fmla="*/ 1 h 718"/>
                <a:gd name="T52" fmla="*/ 125 w 368"/>
                <a:gd name="T53" fmla="*/ 3 h 718"/>
                <a:gd name="T54" fmla="*/ 63 w 368"/>
                <a:gd name="T55" fmla="*/ 39 h 718"/>
                <a:gd name="T56" fmla="*/ 20 w 368"/>
                <a:gd name="T57" fmla="*/ 91 h 718"/>
                <a:gd name="T58" fmla="*/ 0 w 368"/>
                <a:gd name="T59" fmla="*/ 173 h 718"/>
                <a:gd name="T60" fmla="*/ 64 w 368"/>
                <a:gd name="T61" fmla="*/ 348 h 718"/>
                <a:gd name="T62" fmla="*/ 91 w 368"/>
                <a:gd name="T63" fmla="*/ 362 h 718"/>
                <a:gd name="T64" fmla="*/ 76 w 368"/>
                <a:gd name="T65" fmla="*/ 121 h 718"/>
                <a:gd name="T66" fmla="*/ 111 w 368"/>
                <a:gd name="T67" fmla="*/ 82 h 718"/>
                <a:gd name="T68" fmla="*/ 111 w 368"/>
                <a:gd name="T69" fmla="*/ 229 h 718"/>
                <a:gd name="T70" fmla="*/ 111 w 368"/>
                <a:gd name="T71" fmla="*/ 303 h 718"/>
                <a:gd name="T72" fmla="*/ 64 w 368"/>
                <a:gd name="T73" fmla="*/ 173 h 718"/>
                <a:gd name="T74" fmla="*/ 76 w 368"/>
                <a:gd name="T75" fmla="*/ 121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68" h="718">
                  <a:moveTo>
                    <a:pt x="91" y="362"/>
                  </a:moveTo>
                  <a:cubicBezTo>
                    <a:pt x="97" y="362"/>
                    <a:pt x="103" y="360"/>
                    <a:pt x="108" y="357"/>
                  </a:cubicBezTo>
                  <a:cubicBezTo>
                    <a:pt x="109" y="356"/>
                    <a:pt x="110" y="355"/>
                    <a:pt x="111" y="355"/>
                  </a:cubicBezTo>
                  <a:cubicBezTo>
                    <a:pt x="111" y="669"/>
                    <a:pt x="111" y="669"/>
                    <a:pt x="111" y="669"/>
                  </a:cubicBezTo>
                  <a:cubicBezTo>
                    <a:pt x="111" y="696"/>
                    <a:pt x="133" y="718"/>
                    <a:pt x="161" y="718"/>
                  </a:cubicBezTo>
                  <a:cubicBezTo>
                    <a:pt x="188" y="718"/>
                    <a:pt x="210" y="696"/>
                    <a:pt x="210" y="669"/>
                  </a:cubicBezTo>
                  <a:cubicBezTo>
                    <a:pt x="210" y="336"/>
                    <a:pt x="210" y="336"/>
                    <a:pt x="210" y="336"/>
                  </a:cubicBezTo>
                  <a:cubicBezTo>
                    <a:pt x="229" y="336"/>
                    <a:pt x="229" y="336"/>
                    <a:pt x="229" y="336"/>
                  </a:cubicBezTo>
                  <a:cubicBezTo>
                    <a:pt x="229" y="669"/>
                    <a:pt x="229" y="669"/>
                    <a:pt x="229" y="669"/>
                  </a:cubicBezTo>
                  <a:cubicBezTo>
                    <a:pt x="229" y="696"/>
                    <a:pt x="251" y="718"/>
                    <a:pt x="279" y="718"/>
                  </a:cubicBezTo>
                  <a:cubicBezTo>
                    <a:pt x="306" y="718"/>
                    <a:pt x="328" y="696"/>
                    <a:pt x="328" y="669"/>
                  </a:cubicBezTo>
                  <a:cubicBezTo>
                    <a:pt x="328" y="229"/>
                    <a:pt x="328" y="229"/>
                    <a:pt x="328" y="229"/>
                  </a:cubicBezTo>
                  <a:cubicBezTo>
                    <a:pt x="328" y="227"/>
                    <a:pt x="328" y="224"/>
                    <a:pt x="327" y="222"/>
                  </a:cubicBezTo>
                  <a:cubicBezTo>
                    <a:pt x="327" y="99"/>
                    <a:pt x="327" y="99"/>
                    <a:pt x="327" y="99"/>
                  </a:cubicBezTo>
                  <a:cubicBezTo>
                    <a:pt x="332" y="102"/>
                    <a:pt x="336" y="104"/>
                    <a:pt x="341" y="107"/>
                  </a:cubicBezTo>
                  <a:cubicBezTo>
                    <a:pt x="349" y="112"/>
                    <a:pt x="358" y="117"/>
                    <a:pt x="368" y="122"/>
                  </a:cubicBezTo>
                  <a:cubicBezTo>
                    <a:pt x="368" y="49"/>
                    <a:pt x="368" y="49"/>
                    <a:pt x="368" y="49"/>
                  </a:cubicBezTo>
                  <a:cubicBezTo>
                    <a:pt x="353" y="39"/>
                    <a:pt x="342" y="31"/>
                    <a:pt x="334" y="24"/>
                  </a:cubicBezTo>
                  <a:cubicBezTo>
                    <a:pt x="330" y="20"/>
                    <a:pt x="326" y="17"/>
                    <a:pt x="324" y="15"/>
                  </a:cubicBezTo>
                  <a:cubicBezTo>
                    <a:pt x="323" y="14"/>
                    <a:pt x="322" y="14"/>
                    <a:pt x="322" y="13"/>
                  </a:cubicBezTo>
                  <a:cubicBezTo>
                    <a:pt x="322" y="13"/>
                    <a:pt x="322" y="13"/>
                    <a:pt x="322" y="13"/>
                  </a:cubicBezTo>
                  <a:cubicBezTo>
                    <a:pt x="322" y="13"/>
                    <a:pt x="322" y="13"/>
                    <a:pt x="322" y="13"/>
                  </a:cubicBezTo>
                  <a:cubicBezTo>
                    <a:pt x="321" y="13"/>
                    <a:pt x="321" y="12"/>
                    <a:pt x="321" y="12"/>
                  </a:cubicBezTo>
                  <a:cubicBezTo>
                    <a:pt x="315" y="5"/>
                    <a:pt x="306" y="0"/>
                    <a:pt x="297" y="0"/>
                  </a:cubicBezTo>
                  <a:cubicBezTo>
                    <a:pt x="142" y="0"/>
                    <a:pt x="142" y="0"/>
                    <a:pt x="142" y="0"/>
                  </a:cubicBezTo>
                  <a:cubicBezTo>
                    <a:pt x="139" y="0"/>
                    <a:pt x="137" y="1"/>
                    <a:pt x="135" y="1"/>
                  </a:cubicBezTo>
                  <a:cubicBezTo>
                    <a:pt x="132" y="1"/>
                    <a:pt x="128" y="2"/>
                    <a:pt x="125" y="3"/>
                  </a:cubicBezTo>
                  <a:cubicBezTo>
                    <a:pt x="123" y="4"/>
                    <a:pt x="94" y="13"/>
                    <a:pt x="63" y="39"/>
                  </a:cubicBezTo>
                  <a:cubicBezTo>
                    <a:pt x="48" y="52"/>
                    <a:pt x="32" y="69"/>
                    <a:pt x="20" y="91"/>
                  </a:cubicBezTo>
                  <a:cubicBezTo>
                    <a:pt x="8" y="113"/>
                    <a:pt x="0" y="141"/>
                    <a:pt x="0" y="173"/>
                  </a:cubicBezTo>
                  <a:cubicBezTo>
                    <a:pt x="0" y="222"/>
                    <a:pt x="19" y="280"/>
                    <a:pt x="64" y="348"/>
                  </a:cubicBezTo>
                  <a:cubicBezTo>
                    <a:pt x="70" y="357"/>
                    <a:pt x="80" y="362"/>
                    <a:pt x="91" y="362"/>
                  </a:cubicBezTo>
                  <a:close/>
                  <a:moveTo>
                    <a:pt x="76" y="121"/>
                  </a:moveTo>
                  <a:cubicBezTo>
                    <a:pt x="85" y="105"/>
                    <a:pt x="98" y="92"/>
                    <a:pt x="111" y="82"/>
                  </a:cubicBezTo>
                  <a:cubicBezTo>
                    <a:pt x="111" y="229"/>
                    <a:pt x="111" y="229"/>
                    <a:pt x="111" y="229"/>
                  </a:cubicBezTo>
                  <a:cubicBezTo>
                    <a:pt x="111" y="303"/>
                    <a:pt x="111" y="303"/>
                    <a:pt x="111" y="303"/>
                  </a:cubicBezTo>
                  <a:cubicBezTo>
                    <a:pt x="75" y="246"/>
                    <a:pt x="64" y="204"/>
                    <a:pt x="64" y="173"/>
                  </a:cubicBezTo>
                  <a:cubicBezTo>
                    <a:pt x="64" y="151"/>
                    <a:pt x="69" y="135"/>
                    <a:pt x="76" y="1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9"/>
            <p:cNvSpPr>
              <a:spLocks noEditPoints="1"/>
            </p:cNvSpPr>
            <p:nvPr/>
          </p:nvSpPr>
          <p:spPr bwMode="auto">
            <a:xfrm>
              <a:off x="4003675" y="2938463"/>
              <a:ext cx="757238" cy="1155700"/>
            </a:xfrm>
            <a:custGeom>
              <a:avLst/>
              <a:gdLst>
                <a:gd name="T0" fmla="*/ 477 w 477"/>
                <a:gd name="T1" fmla="*/ 0 h 728"/>
                <a:gd name="T2" fmla="*/ 0 w 477"/>
                <a:gd name="T3" fmla="*/ 62 h 728"/>
                <a:gd name="T4" fmla="*/ 0 w 477"/>
                <a:gd name="T5" fmla="*/ 728 h 728"/>
                <a:gd name="T6" fmla="*/ 198 w 477"/>
                <a:gd name="T7" fmla="*/ 647 h 728"/>
                <a:gd name="T8" fmla="*/ 52 w 477"/>
                <a:gd name="T9" fmla="*/ 635 h 728"/>
                <a:gd name="T10" fmla="*/ 198 w 477"/>
                <a:gd name="T11" fmla="*/ 647 h 728"/>
                <a:gd name="T12" fmla="*/ 52 w 477"/>
                <a:gd name="T13" fmla="*/ 618 h 728"/>
                <a:gd name="T14" fmla="*/ 198 w 477"/>
                <a:gd name="T15" fmla="*/ 606 h 728"/>
                <a:gd name="T16" fmla="*/ 163 w 477"/>
                <a:gd name="T17" fmla="*/ 113 h 728"/>
                <a:gd name="T18" fmla="*/ 198 w 477"/>
                <a:gd name="T19" fmla="*/ 125 h 728"/>
                <a:gd name="T20" fmla="*/ 52 w 477"/>
                <a:gd name="T21" fmla="*/ 125 h 728"/>
                <a:gd name="T22" fmla="*/ 163 w 477"/>
                <a:gd name="T23" fmla="*/ 113 h 728"/>
                <a:gd name="T24" fmla="*/ 424 w 477"/>
                <a:gd name="T25" fmla="*/ 259 h 728"/>
                <a:gd name="T26" fmla="*/ 52 w 477"/>
                <a:gd name="T27" fmla="*/ 246 h 728"/>
                <a:gd name="T28" fmla="*/ 424 w 477"/>
                <a:gd name="T29" fmla="*/ 279 h 728"/>
                <a:gd name="T30" fmla="*/ 52 w 477"/>
                <a:gd name="T31" fmla="*/ 291 h 728"/>
                <a:gd name="T32" fmla="*/ 424 w 477"/>
                <a:gd name="T33" fmla="*/ 279 h 728"/>
                <a:gd name="T34" fmla="*/ 424 w 477"/>
                <a:gd name="T35" fmla="*/ 323 h 728"/>
                <a:gd name="T36" fmla="*/ 52 w 477"/>
                <a:gd name="T37" fmla="*/ 311 h 728"/>
                <a:gd name="T38" fmla="*/ 437 w 477"/>
                <a:gd name="T39" fmla="*/ 578 h 728"/>
                <a:gd name="T40" fmla="*/ 437 w 477"/>
                <a:gd name="T41" fmla="*/ 605 h 728"/>
                <a:gd name="T42" fmla="*/ 429 w 477"/>
                <a:gd name="T43" fmla="*/ 632 h 728"/>
                <a:gd name="T44" fmla="*/ 412 w 477"/>
                <a:gd name="T45" fmla="*/ 654 h 728"/>
                <a:gd name="T46" fmla="*/ 390 w 477"/>
                <a:gd name="T47" fmla="*/ 670 h 728"/>
                <a:gd name="T48" fmla="*/ 364 w 477"/>
                <a:gd name="T49" fmla="*/ 678 h 728"/>
                <a:gd name="T50" fmla="*/ 337 w 477"/>
                <a:gd name="T51" fmla="*/ 678 h 728"/>
                <a:gd name="T52" fmla="*/ 310 w 477"/>
                <a:gd name="T53" fmla="*/ 670 h 728"/>
                <a:gd name="T54" fmla="*/ 288 w 477"/>
                <a:gd name="T55" fmla="*/ 654 h 728"/>
                <a:gd name="T56" fmla="*/ 272 w 477"/>
                <a:gd name="T57" fmla="*/ 632 h 728"/>
                <a:gd name="T58" fmla="*/ 264 w 477"/>
                <a:gd name="T59" fmla="*/ 605 h 728"/>
                <a:gd name="T60" fmla="*/ 264 w 477"/>
                <a:gd name="T61" fmla="*/ 578 h 728"/>
                <a:gd name="T62" fmla="*/ 272 w 477"/>
                <a:gd name="T63" fmla="*/ 552 h 728"/>
                <a:gd name="T64" fmla="*/ 288 w 477"/>
                <a:gd name="T65" fmla="*/ 529 h 728"/>
                <a:gd name="T66" fmla="*/ 310 w 477"/>
                <a:gd name="T67" fmla="*/ 514 h 728"/>
                <a:gd name="T68" fmla="*/ 337 w 477"/>
                <a:gd name="T69" fmla="*/ 505 h 728"/>
                <a:gd name="T70" fmla="*/ 364 w 477"/>
                <a:gd name="T71" fmla="*/ 505 h 728"/>
                <a:gd name="T72" fmla="*/ 390 w 477"/>
                <a:gd name="T73" fmla="*/ 514 h 728"/>
                <a:gd name="T74" fmla="*/ 412 w 477"/>
                <a:gd name="T75" fmla="*/ 529 h 728"/>
                <a:gd name="T76" fmla="*/ 429 w 477"/>
                <a:gd name="T77" fmla="*/ 552 h 728"/>
                <a:gd name="T78" fmla="*/ 437 w 477"/>
                <a:gd name="T79" fmla="*/ 578 h 728"/>
                <a:gd name="T80" fmla="*/ 424 w 477"/>
                <a:gd name="T81" fmla="*/ 113 h 728"/>
                <a:gd name="T82" fmla="*/ 331 w 477"/>
                <a:gd name="T83" fmla="*/ 125 h 728"/>
                <a:gd name="T84" fmla="*/ 52 w 477"/>
                <a:gd name="T85" fmla="*/ 48 h 728"/>
                <a:gd name="T86" fmla="*/ 198 w 477"/>
                <a:gd name="T87" fmla="*/ 60 h 728"/>
                <a:gd name="T88" fmla="*/ 52 w 477"/>
                <a:gd name="T89" fmla="*/ 48 h 728"/>
                <a:gd name="T90" fmla="*/ 198 w 477"/>
                <a:gd name="T91" fmla="*/ 81 h 728"/>
                <a:gd name="T92" fmla="*/ 67 w 477"/>
                <a:gd name="T93" fmla="*/ 93 h 728"/>
                <a:gd name="T94" fmla="*/ 52 w 477"/>
                <a:gd name="T95" fmla="*/ 88 h 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77" h="728">
                  <a:moveTo>
                    <a:pt x="477" y="728"/>
                  </a:moveTo>
                  <a:lnTo>
                    <a:pt x="477" y="0"/>
                  </a:lnTo>
                  <a:lnTo>
                    <a:pt x="0" y="0"/>
                  </a:lnTo>
                  <a:lnTo>
                    <a:pt x="0" y="62"/>
                  </a:lnTo>
                  <a:lnTo>
                    <a:pt x="0" y="135"/>
                  </a:lnTo>
                  <a:lnTo>
                    <a:pt x="0" y="728"/>
                  </a:lnTo>
                  <a:lnTo>
                    <a:pt x="477" y="728"/>
                  </a:lnTo>
                  <a:close/>
                  <a:moveTo>
                    <a:pt x="198" y="647"/>
                  </a:moveTo>
                  <a:lnTo>
                    <a:pt x="52" y="647"/>
                  </a:lnTo>
                  <a:lnTo>
                    <a:pt x="52" y="635"/>
                  </a:lnTo>
                  <a:lnTo>
                    <a:pt x="198" y="635"/>
                  </a:lnTo>
                  <a:lnTo>
                    <a:pt x="198" y="647"/>
                  </a:lnTo>
                  <a:close/>
                  <a:moveTo>
                    <a:pt x="198" y="618"/>
                  </a:moveTo>
                  <a:lnTo>
                    <a:pt x="52" y="618"/>
                  </a:lnTo>
                  <a:lnTo>
                    <a:pt x="52" y="606"/>
                  </a:lnTo>
                  <a:lnTo>
                    <a:pt x="198" y="606"/>
                  </a:lnTo>
                  <a:lnTo>
                    <a:pt x="198" y="618"/>
                  </a:lnTo>
                  <a:close/>
                  <a:moveTo>
                    <a:pt x="163" y="113"/>
                  </a:moveTo>
                  <a:lnTo>
                    <a:pt x="198" y="113"/>
                  </a:lnTo>
                  <a:lnTo>
                    <a:pt x="198" y="125"/>
                  </a:lnTo>
                  <a:lnTo>
                    <a:pt x="179" y="125"/>
                  </a:lnTo>
                  <a:lnTo>
                    <a:pt x="52" y="125"/>
                  </a:lnTo>
                  <a:lnTo>
                    <a:pt x="52" y="113"/>
                  </a:lnTo>
                  <a:lnTo>
                    <a:pt x="163" y="113"/>
                  </a:lnTo>
                  <a:close/>
                  <a:moveTo>
                    <a:pt x="424" y="246"/>
                  </a:moveTo>
                  <a:lnTo>
                    <a:pt x="424" y="259"/>
                  </a:lnTo>
                  <a:lnTo>
                    <a:pt x="52" y="259"/>
                  </a:lnTo>
                  <a:lnTo>
                    <a:pt x="52" y="246"/>
                  </a:lnTo>
                  <a:lnTo>
                    <a:pt x="424" y="246"/>
                  </a:lnTo>
                  <a:close/>
                  <a:moveTo>
                    <a:pt x="424" y="279"/>
                  </a:moveTo>
                  <a:lnTo>
                    <a:pt x="424" y="291"/>
                  </a:lnTo>
                  <a:lnTo>
                    <a:pt x="52" y="291"/>
                  </a:lnTo>
                  <a:lnTo>
                    <a:pt x="52" y="279"/>
                  </a:lnTo>
                  <a:lnTo>
                    <a:pt x="424" y="279"/>
                  </a:lnTo>
                  <a:close/>
                  <a:moveTo>
                    <a:pt x="424" y="311"/>
                  </a:moveTo>
                  <a:lnTo>
                    <a:pt x="424" y="323"/>
                  </a:lnTo>
                  <a:lnTo>
                    <a:pt x="52" y="323"/>
                  </a:lnTo>
                  <a:lnTo>
                    <a:pt x="52" y="311"/>
                  </a:lnTo>
                  <a:lnTo>
                    <a:pt x="424" y="311"/>
                  </a:lnTo>
                  <a:close/>
                  <a:moveTo>
                    <a:pt x="437" y="578"/>
                  </a:moveTo>
                  <a:lnTo>
                    <a:pt x="420" y="592"/>
                  </a:lnTo>
                  <a:lnTo>
                    <a:pt x="437" y="605"/>
                  </a:lnTo>
                  <a:lnTo>
                    <a:pt x="416" y="613"/>
                  </a:lnTo>
                  <a:lnTo>
                    <a:pt x="429" y="632"/>
                  </a:lnTo>
                  <a:lnTo>
                    <a:pt x="407" y="633"/>
                  </a:lnTo>
                  <a:lnTo>
                    <a:pt x="412" y="654"/>
                  </a:lnTo>
                  <a:lnTo>
                    <a:pt x="391" y="649"/>
                  </a:lnTo>
                  <a:lnTo>
                    <a:pt x="390" y="670"/>
                  </a:lnTo>
                  <a:lnTo>
                    <a:pt x="372" y="659"/>
                  </a:lnTo>
                  <a:lnTo>
                    <a:pt x="364" y="678"/>
                  </a:lnTo>
                  <a:lnTo>
                    <a:pt x="350" y="662"/>
                  </a:lnTo>
                  <a:lnTo>
                    <a:pt x="337" y="678"/>
                  </a:lnTo>
                  <a:lnTo>
                    <a:pt x="328" y="659"/>
                  </a:lnTo>
                  <a:lnTo>
                    <a:pt x="310" y="670"/>
                  </a:lnTo>
                  <a:lnTo>
                    <a:pt x="309" y="649"/>
                  </a:lnTo>
                  <a:lnTo>
                    <a:pt x="288" y="654"/>
                  </a:lnTo>
                  <a:lnTo>
                    <a:pt x="293" y="633"/>
                  </a:lnTo>
                  <a:lnTo>
                    <a:pt x="272" y="632"/>
                  </a:lnTo>
                  <a:lnTo>
                    <a:pt x="284" y="613"/>
                  </a:lnTo>
                  <a:lnTo>
                    <a:pt x="264" y="605"/>
                  </a:lnTo>
                  <a:lnTo>
                    <a:pt x="280" y="592"/>
                  </a:lnTo>
                  <a:lnTo>
                    <a:pt x="264" y="578"/>
                  </a:lnTo>
                  <a:lnTo>
                    <a:pt x="284" y="570"/>
                  </a:lnTo>
                  <a:lnTo>
                    <a:pt x="272" y="552"/>
                  </a:lnTo>
                  <a:lnTo>
                    <a:pt x="293" y="551"/>
                  </a:lnTo>
                  <a:lnTo>
                    <a:pt x="288" y="529"/>
                  </a:lnTo>
                  <a:lnTo>
                    <a:pt x="309" y="536"/>
                  </a:lnTo>
                  <a:lnTo>
                    <a:pt x="310" y="514"/>
                  </a:lnTo>
                  <a:lnTo>
                    <a:pt x="328" y="525"/>
                  </a:lnTo>
                  <a:lnTo>
                    <a:pt x="337" y="505"/>
                  </a:lnTo>
                  <a:lnTo>
                    <a:pt x="350" y="521"/>
                  </a:lnTo>
                  <a:lnTo>
                    <a:pt x="364" y="505"/>
                  </a:lnTo>
                  <a:lnTo>
                    <a:pt x="372" y="525"/>
                  </a:lnTo>
                  <a:lnTo>
                    <a:pt x="390" y="514"/>
                  </a:lnTo>
                  <a:lnTo>
                    <a:pt x="391" y="536"/>
                  </a:lnTo>
                  <a:lnTo>
                    <a:pt x="412" y="529"/>
                  </a:lnTo>
                  <a:lnTo>
                    <a:pt x="407" y="551"/>
                  </a:lnTo>
                  <a:lnTo>
                    <a:pt x="429" y="552"/>
                  </a:lnTo>
                  <a:lnTo>
                    <a:pt x="416" y="570"/>
                  </a:lnTo>
                  <a:lnTo>
                    <a:pt x="437" y="578"/>
                  </a:lnTo>
                  <a:close/>
                  <a:moveTo>
                    <a:pt x="331" y="113"/>
                  </a:moveTo>
                  <a:lnTo>
                    <a:pt x="424" y="113"/>
                  </a:lnTo>
                  <a:lnTo>
                    <a:pt x="424" y="125"/>
                  </a:lnTo>
                  <a:lnTo>
                    <a:pt x="331" y="125"/>
                  </a:lnTo>
                  <a:lnTo>
                    <a:pt x="331" y="113"/>
                  </a:lnTo>
                  <a:close/>
                  <a:moveTo>
                    <a:pt x="52" y="48"/>
                  </a:moveTo>
                  <a:lnTo>
                    <a:pt x="198" y="48"/>
                  </a:lnTo>
                  <a:lnTo>
                    <a:pt x="198" y="60"/>
                  </a:lnTo>
                  <a:lnTo>
                    <a:pt x="52" y="60"/>
                  </a:lnTo>
                  <a:lnTo>
                    <a:pt x="52" y="48"/>
                  </a:lnTo>
                  <a:close/>
                  <a:moveTo>
                    <a:pt x="52" y="81"/>
                  </a:moveTo>
                  <a:lnTo>
                    <a:pt x="198" y="81"/>
                  </a:lnTo>
                  <a:lnTo>
                    <a:pt x="198" y="93"/>
                  </a:lnTo>
                  <a:lnTo>
                    <a:pt x="67" y="93"/>
                  </a:lnTo>
                  <a:lnTo>
                    <a:pt x="52" y="93"/>
                  </a:lnTo>
                  <a:lnTo>
                    <a:pt x="52" y="88"/>
                  </a:lnTo>
                  <a:lnTo>
                    <a:pt x="52" y="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9" name="组合 78"/>
          <p:cNvGrpSpPr/>
          <p:nvPr/>
        </p:nvGrpSpPr>
        <p:grpSpPr>
          <a:xfrm>
            <a:off x="8885106" y="905797"/>
            <a:ext cx="1362404" cy="1393708"/>
            <a:chOff x="3014663" y="742950"/>
            <a:chExt cx="1450975" cy="1484313"/>
          </a:xfrm>
          <a:solidFill>
            <a:schemeClr val="tx1">
              <a:lumMod val="65000"/>
              <a:lumOff val="35000"/>
            </a:schemeClr>
          </a:solidFill>
        </p:grpSpPr>
        <p:sp>
          <p:nvSpPr>
            <p:cNvPr id="80" name="Freeform 10"/>
            <p:cNvSpPr>
              <a:spLocks/>
            </p:cNvSpPr>
            <p:nvPr/>
          </p:nvSpPr>
          <p:spPr bwMode="auto">
            <a:xfrm>
              <a:off x="4100513" y="1185863"/>
              <a:ext cx="23813" cy="206375"/>
            </a:xfrm>
            <a:custGeom>
              <a:avLst/>
              <a:gdLst>
                <a:gd name="T0" fmla="*/ 0 w 15"/>
                <a:gd name="T1" fmla="*/ 130 h 130"/>
                <a:gd name="T2" fmla="*/ 15 w 15"/>
                <a:gd name="T3" fmla="*/ 130 h 130"/>
                <a:gd name="T4" fmla="*/ 15 w 15"/>
                <a:gd name="T5" fmla="*/ 0 h 130"/>
                <a:gd name="T6" fmla="*/ 0 w 15"/>
                <a:gd name="T7" fmla="*/ 9 h 130"/>
                <a:gd name="T8" fmla="*/ 0 w 15"/>
                <a:gd name="T9" fmla="*/ 130 h 130"/>
              </a:gdLst>
              <a:ahLst/>
              <a:cxnLst>
                <a:cxn ang="0">
                  <a:pos x="T0" y="T1"/>
                </a:cxn>
                <a:cxn ang="0">
                  <a:pos x="T2" y="T3"/>
                </a:cxn>
                <a:cxn ang="0">
                  <a:pos x="T4" y="T5"/>
                </a:cxn>
                <a:cxn ang="0">
                  <a:pos x="T6" y="T7"/>
                </a:cxn>
                <a:cxn ang="0">
                  <a:pos x="T8" y="T9"/>
                </a:cxn>
              </a:cxnLst>
              <a:rect l="0" t="0" r="r" b="b"/>
              <a:pathLst>
                <a:path w="15" h="130">
                  <a:moveTo>
                    <a:pt x="0" y="130"/>
                  </a:moveTo>
                  <a:lnTo>
                    <a:pt x="15" y="130"/>
                  </a:lnTo>
                  <a:lnTo>
                    <a:pt x="15" y="0"/>
                  </a:lnTo>
                  <a:lnTo>
                    <a:pt x="0" y="9"/>
                  </a:lnTo>
                  <a:lnTo>
                    <a:pt x="0" y="1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11"/>
            <p:cNvSpPr>
              <a:spLocks/>
            </p:cNvSpPr>
            <p:nvPr/>
          </p:nvSpPr>
          <p:spPr bwMode="auto">
            <a:xfrm>
              <a:off x="3979863" y="1255713"/>
              <a:ext cx="23813" cy="136525"/>
            </a:xfrm>
            <a:custGeom>
              <a:avLst/>
              <a:gdLst>
                <a:gd name="T0" fmla="*/ 0 w 15"/>
                <a:gd name="T1" fmla="*/ 86 h 86"/>
                <a:gd name="T2" fmla="*/ 15 w 15"/>
                <a:gd name="T3" fmla="*/ 86 h 86"/>
                <a:gd name="T4" fmla="*/ 15 w 15"/>
                <a:gd name="T5" fmla="*/ 0 h 86"/>
                <a:gd name="T6" fmla="*/ 0 w 15"/>
                <a:gd name="T7" fmla="*/ 10 h 86"/>
                <a:gd name="T8" fmla="*/ 0 w 15"/>
                <a:gd name="T9" fmla="*/ 86 h 86"/>
              </a:gdLst>
              <a:ahLst/>
              <a:cxnLst>
                <a:cxn ang="0">
                  <a:pos x="T0" y="T1"/>
                </a:cxn>
                <a:cxn ang="0">
                  <a:pos x="T2" y="T3"/>
                </a:cxn>
                <a:cxn ang="0">
                  <a:pos x="T4" y="T5"/>
                </a:cxn>
                <a:cxn ang="0">
                  <a:pos x="T6" y="T7"/>
                </a:cxn>
                <a:cxn ang="0">
                  <a:pos x="T8" y="T9"/>
                </a:cxn>
              </a:cxnLst>
              <a:rect l="0" t="0" r="r" b="b"/>
              <a:pathLst>
                <a:path w="15" h="86">
                  <a:moveTo>
                    <a:pt x="0" y="86"/>
                  </a:moveTo>
                  <a:lnTo>
                    <a:pt x="15" y="86"/>
                  </a:lnTo>
                  <a:lnTo>
                    <a:pt x="15" y="0"/>
                  </a:lnTo>
                  <a:lnTo>
                    <a:pt x="0" y="10"/>
                  </a:lnTo>
                  <a:lnTo>
                    <a:pt x="0" y="8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12"/>
            <p:cNvSpPr>
              <a:spLocks noEditPoints="1"/>
            </p:cNvSpPr>
            <p:nvPr/>
          </p:nvSpPr>
          <p:spPr bwMode="auto">
            <a:xfrm>
              <a:off x="3759200" y="804863"/>
              <a:ext cx="706438" cy="1419225"/>
            </a:xfrm>
            <a:custGeom>
              <a:avLst/>
              <a:gdLst>
                <a:gd name="T0" fmla="*/ 28 w 440"/>
                <a:gd name="T1" fmla="*/ 300 h 884"/>
                <a:gd name="T2" fmla="*/ 78 w 440"/>
                <a:gd name="T3" fmla="*/ 288 h 884"/>
                <a:gd name="T4" fmla="*/ 93 w 440"/>
                <a:gd name="T5" fmla="*/ 156 h 884"/>
                <a:gd name="T6" fmla="*/ 137 w 440"/>
                <a:gd name="T7" fmla="*/ 171 h 884"/>
                <a:gd name="T8" fmla="*/ 152 w 440"/>
                <a:gd name="T9" fmla="*/ 244 h 884"/>
                <a:gd name="T10" fmla="*/ 167 w 440"/>
                <a:gd name="T11" fmla="*/ 96 h 884"/>
                <a:gd name="T12" fmla="*/ 212 w 440"/>
                <a:gd name="T13" fmla="*/ 111 h 884"/>
                <a:gd name="T14" fmla="*/ 244 w 440"/>
                <a:gd name="T15" fmla="*/ 190 h 884"/>
                <a:gd name="T16" fmla="*/ 255 w 440"/>
                <a:gd name="T17" fmla="*/ 193 h 884"/>
                <a:gd name="T18" fmla="*/ 272 w 440"/>
                <a:gd name="T19" fmla="*/ 201 h 884"/>
                <a:gd name="T20" fmla="*/ 287 w 440"/>
                <a:gd name="T21" fmla="*/ 366 h 884"/>
                <a:gd name="T22" fmla="*/ 302 w 440"/>
                <a:gd name="T23" fmla="*/ 141 h 884"/>
                <a:gd name="T24" fmla="*/ 347 w 440"/>
                <a:gd name="T25" fmla="*/ 126 h 884"/>
                <a:gd name="T26" fmla="*/ 362 w 440"/>
                <a:gd name="T27" fmla="*/ 366 h 884"/>
                <a:gd name="T28" fmla="*/ 384 w 440"/>
                <a:gd name="T29" fmla="*/ 381 h 884"/>
                <a:gd name="T30" fmla="*/ 347 w 440"/>
                <a:gd name="T31" fmla="*/ 395 h 884"/>
                <a:gd name="T32" fmla="*/ 272 w 440"/>
                <a:gd name="T33" fmla="*/ 395 h 884"/>
                <a:gd name="T34" fmla="*/ 197 w 440"/>
                <a:gd name="T35" fmla="*/ 395 h 884"/>
                <a:gd name="T36" fmla="*/ 123 w 440"/>
                <a:gd name="T37" fmla="*/ 395 h 884"/>
                <a:gd name="T38" fmla="*/ 70 w 440"/>
                <a:gd name="T39" fmla="*/ 395 h 884"/>
                <a:gd name="T40" fmla="*/ 70 w 440"/>
                <a:gd name="T41" fmla="*/ 366 h 884"/>
                <a:gd name="T42" fmla="*/ 78 w 440"/>
                <a:gd name="T43" fmla="*/ 325 h 884"/>
                <a:gd name="T44" fmla="*/ 68 w 440"/>
                <a:gd name="T45" fmla="*/ 337 h 884"/>
                <a:gd name="T46" fmla="*/ 11 w 440"/>
                <a:gd name="T47" fmla="*/ 381 h 884"/>
                <a:gd name="T48" fmla="*/ 0 w 440"/>
                <a:gd name="T49" fmla="*/ 381 h 884"/>
                <a:gd name="T50" fmla="*/ 164 w 440"/>
                <a:gd name="T51" fmla="*/ 716 h 884"/>
                <a:gd name="T52" fmla="*/ 156 w 440"/>
                <a:gd name="T53" fmla="*/ 884 h 884"/>
                <a:gd name="T54" fmla="*/ 229 w 440"/>
                <a:gd name="T55" fmla="*/ 716 h 884"/>
                <a:gd name="T56" fmla="*/ 330 w 440"/>
                <a:gd name="T57" fmla="*/ 884 h 884"/>
                <a:gd name="T58" fmla="*/ 440 w 440"/>
                <a:gd name="T59" fmla="*/ 716 h 884"/>
                <a:gd name="T60" fmla="*/ 0 w 440"/>
                <a:gd name="T61" fmla="*/ 0 h 884"/>
                <a:gd name="T62" fmla="*/ 11 w 440"/>
                <a:gd name="T63" fmla="*/ 301 h 884"/>
                <a:gd name="T64" fmla="*/ 64 w 440"/>
                <a:gd name="T65" fmla="*/ 606 h 884"/>
                <a:gd name="T66" fmla="*/ 268 w 440"/>
                <a:gd name="T67" fmla="*/ 570 h 884"/>
                <a:gd name="T68" fmla="*/ 64 w 440"/>
                <a:gd name="T69" fmla="*/ 606 h 884"/>
                <a:gd name="T70" fmla="*/ 64 w 440"/>
                <a:gd name="T71" fmla="*/ 542 h 884"/>
                <a:gd name="T72" fmla="*/ 348 w 440"/>
                <a:gd name="T73" fmla="*/ 506 h 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40" h="884">
                  <a:moveTo>
                    <a:pt x="25" y="301"/>
                  </a:moveTo>
                  <a:cubicBezTo>
                    <a:pt x="26" y="301"/>
                    <a:pt x="27" y="300"/>
                    <a:pt x="28" y="300"/>
                  </a:cubicBezTo>
                  <a:cubicBezTo>
                    <a:pt x="35" y="300"/>
                    <a:pt x="41" y="302"/>
                    <a:pt x="47" y="306"/>
                  </a:cubicBezTo>
                  <a:cubicBezTo>
                    <a:pt x="78" y="288"/>
                    <a:pt x="78" y="288"/>
                    <a:pt x="78" y="288"/>
                  </a:cubicBezTo>
                  <a:cubicBezTo>
                    <a:pt x="78" y="171"/>
                    <a:pt x="78" y="171"/>
                    <a:pt x="78" y="171"/>
                  </a:cubicBezTo>
                  <a:cubicBezTo>
                    <a:pt x="78" y="163"/>
                    <a:pt x="84" y="156"/>
                    <a:pt x="93" y="156"/>
                  </a:cubicBezTo>
                  <a:cubicBezTo>
                    <a:pt x="123" y="156"/>
                    <a:pt x="123" y="156"/>
                    <a:pt x="123" y="156"/>
                  </a:cubicBezTo>
                  <a:cubicBezTo>
                    <a:pt x="131" y="156"/>
                    <a:pt x="137" y="163"/>
                    <a:pt x="137" y="171"/>
                  </a:cubicBezTo>
                  <a:cubicBezTo>
                    <a:pt x="137" y="252"/>
                    <a:pt x="137" y="252"/>
                    <a:pt x="137" y="252"/>
                  </a:cubicBezTo>
                  <a:cubicBezTo>
                    <a:pt x="152" y="244"/>
                    <a:pt x="152" y="244"/>
                    <a:pt x="152" y="244"/>
                  </a:cubicBezTo>
                  <a:cubicBezTo>
                    <a:pt x="152" y="111"/>
                    <a:pt x="152" y="111"/>
                    <a:pt x="152" y="111"/>
                  </a:cubicBezTo>
                  <a:cubicBezTo>
                    <a:pt x="152" y="103"/>
                    <a:pt x="159" y="96"/>
                    <a:pt x="167" y="96"/>
                  </a:cubicBezTo>
                  <a:cubicBezTo>
                    <a:pt x="197" y="96"/>
                    <a:pt x="197" y="96"/>
                    <a:pt x="197" y="96"/>
                  </a:cubicBezTo>
                  <a:cubicBezTo>
                    <a:pt x="206" y="96"/>
                    <a:pt x="212" y="103"/>
                    <a:pt x="212" y="111"/>
                  </a:cubicBezTo>
                  <a:cubicBezTo>
                    <a:pt x="212" y="208"/>
                    <a:pt x="212" y="208"/>
                    <a:pt x="212" y="208"/>
                  </a:cubicBezTo>
                  <a:cubicBezTo>
                    <a:pt x="244" y="190"/>
                    <a:pt x="244" y="190"/>
                    <a:pt x="244" y="190"/>
                  </a:cubicBezTo>
                  <a:cubicBezTo>
                    <a:pt x="251" y="186"/>
                    <a:pt x="251" y="186"/>
                    <a:pt x="251" y="186"/>
                  </a:cubicBezTo>
                  <a:cubicBezTo>
                    <a:pt x="255" y="193"/>
                    <a:pt x="255" y="193"/>
                    <a:pt x="255" y="193"/>
                  </a:cubicBezTo>
                  <a:cubicBezTo>
                    <a:pt x="260" y="201"/>
                    <a:pt x="260" y="201"/>
                    <a:pt x="260" y="201"/>
                  </a:cubicBezTo>
                  <a:cubicBezTo>
                    <a:pt x="272" y="201"/>
                    <a:pt x="272" y="201"/>
                    <a:pt x="272" y="201"/>
                  </a:cubicBezTo>
                  <a:cubicBezTo>
                    <a:pt x="280" y="201"/>
                    <a:pt x="287" y="208"/>
                    <a:pt x="287" y="216"/>
                  </a:cubicBezTo>
                  <a:cubicBezTo>
                    <a:pt x="287" y="366"/>
                    <a:pt x="287" y="366"/>
                    <a:pt x="287" y="366"/>
                  </a:cubicBezTo>
                  <a:cubicBezTo>
                    <a:pt x="302" y="366"/>
                    <a:pt x="302" y="366"/>
                    <a:pt x="302" y="366"/>
                  </a:cubicBezTo>
                  <a:cubicBezTo>
                    <a:pt x="302" y="141"/>
                    <a:pt x="302" y="141"/>
                    <a:pt x="302" y="141"/>
                  </a:cubicBezTo>
                  <a:cubicBezTo>
                    <a:pt x="302" y="133"/>
                    <a:pt x="309" y="126"/>
                    <a:pt x="317" y="126"/>
                  </a:cubicBezTo>
                  <a:cubicBezTo>
                    <a:pt x="347" y="126"/>
                    <a:pt x="347" y="126"/>
                    <a:pt x="347" y="126"/>
                  </a:cubicBezTo>
                  <a:cubicBezTo>
                    <a:pt x="355" y="126"/>
                    <a:pt x="362" y="133"/>
                    <a:pt x="362" y="141"/>
                  </a:cubicBezTo>
                  <a:cubicBezTo>
                    <a:pt x="362" y="366"/>
                    <a:pt x="362" y="366"/>
                    <a:pt x="362" y="366"/>
                  </a:cubicBezTo>
                  <a:cubicBezTo>
                    <a:pt x="369" y="366"/>
                    <a:pt x="369" y="366"/>
                    <a:pt x="369" y="366"/>
                  </a:cubicBezTo>
                  <a:cubicBezTo>
                    <a:pt x="377" y="366"/>
                    <a:pt x="384" y="372"/>
                    <a:pt x="384" y="381"/>
                  </a:cubicBezTo>
                  <a:cubicBezTo>
                    <a:pt x="384" y="389"/>
                    <a:pt x="377" y="395"/>
                    <a:pt x="369" y="395"/>
                  </a:cubicBezTo>
                  <a:cubicBezTo>
                    <a:pt x="347" y="395"/>
                    <a:pt x="347" y="395"/>
                    <a:pt x="347" y="395"/>
                  </a:cubicBezTo>
                  <a:cubicBezTo>
                    <a:pt x="317" y="395"/>
                    <a:pt x="317" y="395"/>
                    <a:pt x="317" y="395"/>
                  </a:cubicBezTo>
                  <a:cubicBezTo>
                    <a:pt x="272" y="395"/>
                    <a:pt x="272" y="395"/>
                    <a:pt x="272" y="395"/>
                  </a:cubicBezTo>
                  <a:cubicBezTo>
                    <a:pt x="242" y="395"/>
                    <a:pt x="242" y="395"/>
                    <a:pt x="242" y="395"/>
                  </a:cubicBezTo>
                  <a:cubicBezTo>
                    <a:pt x="197" y="395"/>
                    <a:pt x="197" y="395"/>
                    <a:pt x="197" y="395"/>
                  </a:cubicBezTo>
                  <a:cubicBezTo>
                    <a:pt x="167" y="395"/>
                    <a:pt x="167" y="395"/>
                    <a:pt x="167" y="395"/>
                  </a:cubicBezTo>
                  <a:cubicBezTo>
                    <a:pt x="123" y="395"/>
                    <a:pt x="123" y="395"/>
                    <a:pt x="123" y="395"/>
                  </a:cubicBezTo>
                  <a:cubicBezTo>
                    <a:pt x="93" y="395"/>
                    <a:pt x="93" y="395"/>
                    <a:pt x="93" y="395"/>
                  </a:cubicBezTo>
                  <a:cubicBezTo>
                    <a:pt x="70" y="395"/>
                    <a:pt x="70" y="395"/>
                    <a:pt x="70" y="395"/>
                  </a:cubicBezTo>
                  <a:cubicBezTo>
                    <a:pt x="62" y="395"/>
                    <a:pt x="55" y="389"/>
                    <a:pt x="55" y="381"/>
                  </a:cubicBezTo>
                  <a:cubicBezTo>
                    <a:pt x="55" y="372"/>
                    <a:pt x="62" y="366"/>
                    <a:pt x="70" y="366"/>
                  </a:cubicBezTo>
                  <a:cubicBezTo>
                    <a:pt x="78" y="366"/>
                    <a:pt x="78" y="366"/>
                    <a:pt x="78" y="366"/>
                  </a:cubicBezTo>
                  <a:cubicBezTo>
                    <a:pt x="78" y="325"/>
                    <a:pt x="78" y="325"/>
                    <a:pt x="78" y="325"/>
                  </a:cubicBezTo>
                  <a:cubicBezTo>
                    <a:pt x="67" y="331"/>
                    <a:pt x="67" y="331"/>
                    <a:pt x="67" y="331"/>
                  </a:cubicBezTo>
                  <a:cubicBezTo>
                    <a:pt x="67" y="333"/>
                    <a:pt x="68" y="335"/>
                    <a:pt x="68" y="337"/>
                  </a:cubicBezTo>
                  <a:cubicBezTo>
                    <a:pt x="70" y="359"/>
                    <a:pt x="53" y="379"/>
                    <a:pt x="31" y="380"/>
                  </a:cubicBezTo>
                  <a:cubicBezTo>
                    <a:pt x="24" y="381"/>
                    <a:pt x="17" y="381"/>
                    <a:pt x="11" y="381"/>
                  </a:cubicBezTo>
                  <a:cubicBezTo>
                    <a:pt x="11" y="381"/>
                    <a:pt x="11" y="381"/>
                    <a:pt x="11" y="381"/>
                  </a:cubicBezTo>
                  <a:cubicBezTo>
                    <a:pt x="7" y="381"/>
                    <a:pt x="3" y="381"/>
                    <a:pt x="0" y="381"/>
                  </a:cubicBezTo>
                  <a:cubicBezTo>
                    <a:pt x="0" y="716"/>
                    <a:pt x="0" y="716"/>
                    <a:pt x="0" y="716"/>
                  </a:cubicBezTo>
                  <a:cubicBezTo>
                    <a:pt x="164" y="716"/>
                    <a:pt x="164" y="716"/>
                    <a:pt x="164" y="716"/>
                  </a:cubicBezTo>
                  <a:cubicBezTo>
                    <a:pt x="110" y="884"/>
                    <a:pt x="110" y="884"/>
                    <a:pt x="110" y="884"/>
                  </a:cubicBezTo>
                  <a:cubicBezTo>
                    <a:pt x="156" y="884"/>
                    <a:pt x="156" y="884"/>
                    <a:pt x="156" y="884"/>
                  </a:cubicBezTo>
                  <a:cubicBezTo>
                    <a:pt x="210" y="716"/>
                    <a:pt x="210" y="716"/>
                    <a:pt x="210" y="716"/>
                  </a:cubicBezTo>
                  <a:cubicBezTo>
                    <a:pt x="229" y="716"/>
                    <a:pt x="229" y="716"/>
                    <a:pt x="229" y="716"/>
                  </a:cubicBezTo>
                  <a:cubicBezTo>
                    <a:pt x="283" y="884"/>
                    <a:pt x="283" y="884"/>
                    <a:pt x="283" y="884"/>
                  </a:cubicBezTo>
                  <a:cubicBezTo>
                    <a:pt x="330" y="884"/>
                    <a:pt x="330" y="884"/>
                    <a:pt x="330" y="884"/>
                  </a:cubicBezTo>
                  <a:cubicBezTo>
                    <a:pt x="276" y="716"/>
                    <a:pt x="276" y="716"/>
                    <a:pt x="276" y="716"/>
                  </a:cubicBezTo>
                  <a:cubicBezTo>
                    <a:pt x="440" y="716"/>
                    <a:pt x="440" y="716"/>
                    <a:pt x="440" y="716"/>
                  </a:cubicBezTo>
                  <a:cubicBezTo>
                    <a:pt x="440" y="0"/>
                    <a:pt x="440" y="0"/>
                    <a:pt x="440" y="0"/>
                  </a:cubicBezTo>
                  <a:cubicBezTo>
                    <a:pt x="0" y="0"/>
                    <a:pt x="0" y="0"/>
                    <a:pt x="0" y="0"/>
                  </a:cubicBezTo>
                  <a:cubicBezTo>
                    <a:pt x="0" y="301"/>
                    <a:pt x="0" y="301"/>
                    <a:pt x="0" y="301"/>
                  </a:cubicBezTo>
                  <a:cubicBezTo>
                    <a:pt x="3" y="301"/>
                    <a:pt x="7" y="301"/>
                    <a:pt x="11" y="301"/>
                  </a:cubicBezTo>
                  <a:cubicBezTo>
                    <a:pt x="15" y="301"/>
                    <a:pt x="20" y="301"/>
                    <a:pt x="25" y="301"/>
                  </a:cubicBezTo>
                  <a:close/>
                  <a:moveTo>
                    <a:pt x="64" y="606"/>
                  </a:moveTo>
                  <a:cubicBezTo>
                    <a:pt x="64" y="570"/>
                    <a:pt x="64" y="570"/>
                    <a:pt x="64" y="570"/>
                  </a:cubicBezTo>
                  <a:cubicBezTo>
                    <a:pt x="268" y="570"/>
                    <a:pt x="268" y="570"/>
                    <a:pt x="268" y="570"/>
                  </a:cubicBezTo>
                  <a:cubicBezTo>
                    <a:pt x="268" y="606"/>
                    <a:pt x="268" y="606"/>
                    <a:pt x="268" y="606"/>
                  </a:cubicBezTo>
                  <a:lnTo>
                    <a:pt x="64" y="606"/>
                  </a:lnTo>
                  <a:close/>
                  <a:moveTo>
                    <a:pt x="348" y="542"/>
                  </a:moveTo>
                  <a:cubicBezTo>
                    <a:pt x="64" y="542"/>
                    <a:pt x="64" y="542"/>
                    <a:pt x="64" y="542"/>
                  </a:cubicBezTo>
                  <a:cubicBezTo>
                    <a:pt x="64" y="506"/>
                    <a:pt x="64" y="506"/>
                    <a:pt x="64" y="506"/>
                  </a:cubicBezTo>
                  <a:cubicBezTo>
                    <a:pt x="348" y="506"/>
                    <a:pt x="348" y="506"/>
                    <a:pt x="348" y="506"/>
                  </a:cubicBezTo>
                  <a:lnTo>
                    <a:pt x="348" y="5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13"/>
            <p:cNvSpPr>
              <a:spLocks noEditPoints="1"/>
            </p:cNvSpPr>
            <p:nvPr/>
          </p:nvSpPr>
          <p:spPr bwMode="auto">
            <a:xfrm>
              <a:off x="3014663" y="1089025"/>
              <a:ext cx="842963" cy="1138238"/>
            </a:xfrm>
            <a:custGeom>
              <a:avLst/>
              <a:gdLst>
                <a:gd name="T0" fmla="*/ 328 w 525"/>
                <a:gd name="T1" fmla="*/ 228 h 709"/>
                <a:gd name="T2" fmla="*/ 327 w 525"/>
                <a:gd name="T3" fmla="*/ 135 h 709"/>
                <a:gd name="T4" fmla="*/ 426 w 525"/>
                <a:gd name="T5" fmla="*/ 191 h 709"/>
                <a:gd name="T6" fmla="*/ 475 w 525"/>
                <a:gd name="T7" fmla="*/ 196 h 709"/>
                <a:gd name="T8" fmla="*/ 495 w 525"/>
                <a:gd name="T9" fmla="*/ 195 h 709"/>
                <a:gd name="T10" fmla="*/ 523 w 525"/>
                <a:gd name="T11" fmla="*/ 158 h 709"/>
                <a:gd name="T12" fmla="*/ 511 w 525"/>
                <a:gd name="T13" fmla="*/ 138 h 709"/>
                <a:gd name="T14" fmla="*/ 489 w 525"/>
                <a:gd name="T15" fmla="*/ 132 h 709"/>
                <a:gd name="T16" fmla="*/ 464 w 525"/>
                <a:gd name="T17" fmla="*/ 132 h 709"/>
                <a:gd name="T18" fmla="*/ 407 w 525"/>
                <a:gd name="T19" fmla="*/ 116 h 709"/>
                <a:gd name="T20" fmla="*/ 332 w 525"/>
                <a:gd name="T21" fmla="*/ 33 h 709"/>
                <a:gd name="T22" fmla="*/ 329 w 525"/>
                <a:gd name="T23" fmla="*/ 24 h 709"/>
                <a:gd name="T24" fmla="*/ 328 w 525"/>
                <a:gd name="T25" fmla="*/ 23 h 709"/>
                <a:gd name="T26" fmla="*/ 296 w 525"/>
                <a:gd name="T27" fmla="*/ 0 h 709"/>
                <a:gd name="T28" fmla="*/ 135 w 525"/>
                <a:gd name="T29" fmla="*/ 0 h 709"/>
                <a:gd name="T30" fmla="*/ 63 w 525"/>
                <a:gd name="T31" fmla="*/ 38 h 709"/>
                <a:gd name="T32" fmla="*/ 0 w 525"/>
                <a:gd name="T33" fmla="*/ 172 h 709"/>
                <a:gd name="T34" fmla="*/ 90 w 525"/>
                <a:gd name="T35" fmla="*/ 361 h 709"/>
                <a:gd name="T36" fmla="*/ 111 w 525"/>
                <a:gd name="T37" fmla="*/ 354 h 709"/>
                <a:gd name="T38" fmla="*/ 160 w 525"/>
                <a:gd name="T39" fmla="*/ 709 h 709"/>
                <a:gd name="T40" fmla="*/ 210 w 525"/>
                <a:gd name="T41" fmla="*/ 335 h 709"/>
                <a:gd name="T42" fmla="*/ 229 w 525"/>
                <a:gd name="T43" fmla="*/ 660 h 709"/>
                <a:gd name="T44" fmla="*/ 328 w 525"/>
                <a:gd name="T45" fmla="*/ 660 h 709"/>
                <a:gd name="T46" fmla="*/ 76 w 525"/>
                <a:gd name="T47" fmla="*/ 121 h 709"/>
                <a:gd name="T48" fmla="*/ 111 w 525"/>
                <a:gd name="T49" fmla="*/ 228 h 709"/>
                <a:gd name="T50" fmla="*/ 64 w 525"/>
                <a:gd name="T51" fmla="*/ 172 h 709"/>
                <a:gd name="T52" fmla="*/ 210 w 525"/>
                <a:gd name="T53" fmla="*/ 281 h 709"/>
                <a:gd name="T54" fmla="*/ 189 w 525"/>
                <a:gd name="T55" fmla="*/ 188 h 709"/>
                <a:gd name="T56" fmla="*/ 196 w 525"/>
                <a:gd name="T57" fmla="*/ 64 h 709"/>
                <a:gd name="T58" fmla="*/ 219 w 525"/>
                <a:gd name="T59" fmla="*/ 34 h 709"/>
                <a:gd name="T60" fmla="*/ 242 w 525"/>
                <a:gd name="T61" fmla="*/ 64 h 709"/>
                <a:gd name="T62" fmla="*/ 250 w 525"/>
                <a:gd name="T63" fmla="*/ 188 h 709"/>
                <a:gd name="T64" fmla="*/ 229 w 525"/>
                <a:gd name="T65" fmla="*/ 280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25" h="709">
                  <a:moveTo>
                    <a:pt x="328" y="660"/>
                  </a:moveTo>
                  <a:cubicBezTo>
                    <a:pt x="328" y="228"/>
                    <a:pt x="328" y="228"/>
                    <a:pt x="328" y="228"/>
                  </a:cubicBezTo>
                  <a:cubicBezTo>
                    <a:pt x="328" y="226"/>
                    <a:pt x="328" y="224"/>
                    <a:pt x="327" y="221"/>
                  </a:cubicBezTo>
                  <a:cubicBezTo>
                    <a:pt x="327" y="135"/>
                    <a:pt x="327" y="135"/>
                    <a:pt x="327" y="135"/>
                  </a:cubicBezTo>
                  <a:cubicBezTo>
                    <a:pt x="341" y="149"/>
                    <a:pt x="357" y="162"/>
                    <a:pt x="377" y="172"/>
                  </a:cubicBezTo>
                  <a:cubicBezTo>
                    <a:pt x="392" y="180"/>
                    <a:pt x="408" y="186"/>
                    <a:pt x="426" y="191"/>
                  </a:cubicBezTo>
                  <a:cubicBezTo>
                    <a:pt x="438" y="193"/>
                    <a:pt x="451" y="195"/>
                    <a:pt x="464" y="196"/>
                  </a:cubicBezTo>
                  <a:cubicBezTo>
                    <a:pt x="467" y="196"/>
                    <a:pt x="471" y="196"/>
                    <a:pt x="475" y="196"/>
                  </a:cubicBezTo>
                  <a:cubicBezTo>
                    <a:pt x="475" y="196"/>
                    <a:pt x="475" y="196"/>
                    <a:pt x="475" y="196"/>
                  </a:cubicBezTo>
                  <a:cubicBezTo>
                    <a:pt x="481" y="196"/>
                    <a:pt x="488" y="196"/>
                    <a:pt x="495" y="195"/>
                  </a:cubicBezTo>
                  <a:cubicBezTo>
                    <a:pt x="512" y="194"/>
                    <a:pt x="525" y="178"/>
                    <a:pt x="524" y="161"/>
                  </a:cubicBezTo>
                  <a:cubicBezTo>
                    <a:pt x="524" y="160"/>
                    <a:pt x="524" y="159"/>
                    <a:pt x="523" y="158"/>
                  </a:cubicBezTo>
                  <a:cubicBezTo>
                    <a:pt x="523" y="156"/>
                    <a:pt x="522" y="153"/>
                    <a:pt x="521" y="151"/>
                  </a:cubicBezTo>
                  <a:cubicBezTo>
                    <a:pt x="519" y="146"/>
                    <a:pt x="515" y="141"/>
                    <a:pt x="511" y="138"/>
                  </a:cubicBezTo>
                  <a:cubicBezTo>
                    <a:pt x="509" y="136"/>
                    <a:pt x="506" y="135"/>
                    <a:pt x="503" y="133"/>
                  </a:cubicBezTo>
                  <a:cubicBezTo>
                    <a:pt x="499" y="132"/>
                    <a:pt x="494" y="131"/>
                    <a:pt x="489" y="132"/>
                  </a:cubicBezTo>
                  <a:cubicBezTo>
                    <a:pt x="484" y="132"/>
                    <a:pt x="479" y="132"/>
                    <a:pt x="475" y="132"/>
                  </a:cubicBezTo>
                  <a:cubicBezTo>
                    <a:pt x="471" y="132"/>
                    <a:pt x="467" y="132"/>
                    <a:pt x="464" y="132"/>
                  </a:cubicBezTo>
                  <a:cubicBezTo>
                    <a:pt x="451" y="131"/>
                    <a:pt x="440" y="129"/>
                    <a:pt x="430" y="125"/>
                  </a:cubicBezTo>
                  <a:cubicBezTo>
                    <a:pt x="422" y="123"/>
                    <a:pt x="414" y="120"/>
                    <a:pt x="407" y="116"/>
                  </a:cubicBezTo>
                  <a:cubicBezTo>
                    <a:pt x="380" y="101"/>
                    <a:pt x="359" y="78"/>
                    <a:pt x="346" y="58"/>
                  </a:cubicBezTo>
                  <a:cubicBezTo>
                    <a:pt x="340" y="48"/>
                    <a:pt x="335" y="39"/>
                    <a:pt x="332" y="33"/>
                  </a:cubicBezTo>
                  <a:cubicBezTo>
                    <a:pt x="331" y="29"/>
                    <a:pt x="330" y="27"/>
                    <a:pt x="329" y="25"/>
                  </a:cubicBezTo>
                  <a:cubicBezTo>
                    <a:pt x="329" y="25"/>
                    <a:pt x="329" y="24"/>
                    <a:pt x="329" y="24"/>
                  </a:cubicBezTo>
                  <a:cubicBezTo>
                    <a:pt x="328" y="24"/>
                    <a:pt x="328" y="23"/>
                    <a:pt x="328" y="23"/>
                  </a:cubicBezTo>
                  <a:cubicBezTo>
                    <a:pt x="328" y="23"/>
                    <a:pt x="328" y="23"/>
                    <a:pt x="328" y="23"/>
                  </a:cubicBezTo>
                  <a:cubicBezTo>
                    <a:pt x="327" y="19"/>
                    <a:pt x="324" y="15"/>
                    <a:pt x="321" y="11"/>
                  </a:cubicBezTo>
                  <a:cubicBezTo>
                    <a:pt x="315" y="4"/>
                    <a:pt x="306" y="0"/>
                    <a:pt x="296" y="0"/>
                  </a:cubicBezTo>
                  <a:cubicBezTo>
                    <a:pt x="142" y="0"/>
                    <a:pt x="142" y="0"/>
                    <a:pt x="142" y="0"/>
                  </a:cubicBezTo>
                  <a:cubicBezTo>
                    <a:pt x="139" y="0"/>
                    <a:pt x="137" y="0"/>
                    <a:pt x="135" y="0"/>
                  </a:cubicBezTo>
                  <a:cubicBezTo>
                    <a:pt x="131" y="1"/>
                    <a:pt x="128" y="1"/>
                    <a:pt x="125" y="2"/>
                  </a:cubicBezTo>
                  <a:cubicBezTo>
                    <a:pt x="123" y="3"/>
                    <a:pt x="94" y="12"/>
                    <a:pt x="63" y="38"/>
                  </a:cubicBezTo>
                  <a:cubicBezTo>
                    <a:pt x="48" y="51"/>
                    <a:pt x="32" y="68"/>
                    <a:pt x="20" y="90"/>
                  </a:cubicBezTo>
                  <a:cubicBezTo>
                    <a:pt x="8" y="113"/>
                    <a:pt x="0" y="140"/>
                    <a:pt x="0" y="172"/>
                  </a:cubicBezTo>
                  <a:cubicBezTo>
                    <a:pt x="0" y="221"/>
                    <a:pt x="18" y="279"/>
                    <a:pt x="64" y="347"/>
                  </a:cubicBezTo>
                  <a:cubicBezTo>
                    <a:pt x="70" y="356"/>
                    <a:pt x="80" y="361"/>
                    <a:pt x="90" y="361"/>
                  </a:cubicBezTo>
                  <a:cubicBezTo>
                    <a:pt x="97" y="361"/>
                    <a:pt x="103" y="360"/>
                    <a:pt x="108" y="356"/>
                  </a:cubicBezTo>
                  <a:cubicBezTo>
                    <a:pt x="109" y="355"/>
                    <a:pt x="110" y="355"/>
                    <a:pt x="111" y="354"/>
                  </a:cubicBezTo>
                  <a:cubicBezTo>
                    <a:pt x="111" y="660"/>
                    <a:pt x="111" y="660"/>
                    <a:pt x="111" y="660"/>
                  </a:cubicBezTo>
                  <a:cubicBezTo>
                    <a:pt x="111" y="687"/>
                    <a:pt x="133" y="709"/>
                    <a:pt x="160" y="709"/>
                  </a:cubicBezTo>
                  <a:cubicBezTo>
                    <a:pt x="188" y="709"/>
                    <a:pt x="210" y="687"/>
                    <a:pt x="210" y="660"/>
                  </a:cubicBezTo>
                  <a:cubicBezTo>
                    <a:pt x="210" y="335"/>
                    <a:pt x="210" y="335"/>
                    <a:pt x="210" y="335"/>
                  </a:cubicBezTo>
                  <a:cubicBezTo>
                    <a:pt x="229" y="335"/>
                    <a:pt x="229" y="335"/>
                    <a:pt x="229" y="335"/>
                  </a:cubicBezTo>
                  <a:cubicBezTo>
                    <a:pt x="229" y="660"/>
                    <a:pt x="229" y="660"/>
                    <a:pt x="229" y="660"/>
                  </a:cubicBezTo>
                  <a:cubicBezTo>
                    <a:pt x="229" y="687"/>
                    <a:pt x="251" y="709"/>
                    <a:pt x="278" y="709"/>
                  </a:cubicBezTo>
                  <a:cubicBezTo>
                    <a:pt x="306" y="709"/>
                    <a:pt x="328" y="687"/>
                    <a:pt x="328" y="660"/>
                  </a:cubicBezTo>
                  <a:close/>
                  <a:moveTo>
                    <a:pt x="64" y="172"/>
                  </a:moveTo>
                  <a:cubicBezTo>
                    <a:pt x="64" y="151"/>
                    <a:pt x="69" y="135"/>
                    <a:pt x="76" y="121"/>
                  </a:cubicBezTo>
                  <a:cubicBezTo>
                    <a:pt x="85" y="104"/>
                    <a:pt x="98" y="91"/>
                    <a:pt x="111" y="82"/>
                  </a:cubicBezTo>
                  <a:cubicBezTo>
                    <a:pt x="111" y="228"/>
                    <a:pt x="111" y="228"/>
                    <a:pt x="111" y="228"/>
                  </a:cubicBezTo>
                  <a:cubicBezTo>
                    <a:pt x="111" y="302"/>
                    <a:pt x="111" y="302"/>
                    <a:pt x="111" y="302"/>
                  </a:cubicBezTo>
                  <a:cubicBezTo>
                    <a:pt x="75" y="246"/>
                    <a:pt x="64" y="203"/>
                    <a:pt x="64" y="172"/>
                  </a:cubicBezTo>
                  <a:close/>
                  <a:moveTo>
                    <a:pt x="219" y="292"/>
                  </a:moveTo>
                  <a:cubicBezTo>
                    <a:pt x="210" y="281"/>
                    <a:pt x="210" y="281"/>
                    <a:pt x="210" y="281"/>
                  </a:cubicBezTo>
                  <a:cubicBezTo>
                    <a:pt x="181" y="244"/>
                    <a:pt x="181" y="244"/>
                    <a:pt x="181" y="244"/>
                  </a:cubicBezTo>
                  <a:cubicBezTo>
                    <a:pt x="189" y="188"/>
                    <a:pt x="189" y="188"/>
                    <a:pt x="189" y="188"/>
                  </a:cubicBezTo>
                  <a:cubicBezTo>
                    <a:pt x="204" y="76"/>
                    <a:pt x="204" y="76"/>
                    <a:pt x="204" y="76"/>
                  </a:cubicBezTo>
                  <a:cubicBezTo>
                    <a:pt x="196" y="64"/>
                    <a:pt x="196" y="64"/>
                    <a:pt x="196" y="64"/>
                  </a:cubicBezTo>
                  <a:cubicBezTo>
                    <a:pt x="204" y="34"/>
                    <a:pt x="204" y="34"/>
                    <a:pt x="204" y="34"/>
                  </a:cubicBezTo>
                  <a:cubicBezTo>
                    <a:pt x="219" y="34"/>
                    <a:pt x="219" y="34"/>
                    <a:pt x="219" y="34"/>
                  </a:cubicBezTo>
                  <a:cubicBezTo>
                    <a:pt x="234" y="34"/>
                    <a:pt x="234" y="34"/>
                    <a:pt x="234" y="34"/>
                  </a:cubicBezTo>
                  <a:cubicBezTo>
                    <a:pt x="242" y="64"/>
                    <a:pt x="242" y="64"/>
                    <a:pt x="242" y="64"/>
                  </a:cubicBezTo>
                  <a:cubicBezTo>
                    <a:pt x="234" y="76"/>
                    <a:pt x="234" y="76"/>
                    <a:pt x="234" y="76"/>
                  </a:cubicBezTo>
                  <a:cubicBezTo>
                    <a:pt x="250" y="188"/>
                    <a:pt x="250" y="188"/>
                    <a:pt x="250" y="188"/>
                  </a:cubicBezTo>
                  <a:cubicBezTo>
                    <a:pt x="257" y="244"/>
                    <a:pt x="257" y="244"/>
                    <a:pt x="257" y="244"/>
                  </a:cubicBezTo>
                  <a:cubicBezTo>
                    <a:pt x="229" y="280"/>
                    <a:pt x="229" y="280"/>
                    <a:pt x="229" y="280"/>
                  </a:cubicBezTo>
                  <a:lnTo>
                    <a:pt x="219" y="2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14"/>
            <p:cNvSpPr>
              <a:spLocks/>
            </p:cNvSpPr>
            <p:nvPr/>
          </p:nvSpPr>
          <p:spPr bwMode="auto">
            <a:xfrm>
              <a:off x="3206750" y="742950"/>
              <a:ext cx="319088" cy="317500"/>
            </a:xfrm>
            <a:custGeom>
              <a:avLst/>
              <a:gdLst>
                <a:gd name="T0" fmla="*/ 120 w 198"/>
                <a:gd name="T1" fmla="*/ 186 h 198"/>
                <a:gd name="T2" fmla="*/ 187 w 198"/>
                <a:gd name="T3" fmla="*/ 78 h 198"/>
                <a:gd name="T4" fmla="*/ 79 w 198"/>
                <a:gd name="T5" fmla="*/ 11 h 198"/>
                <a:gd name="T6" fmla="*/ 12 w 198"/>
                <a:gd name="T7" fmla="*/ 119 h 198"/>
                <a:gd name="T8" fmla="*/ 120 w 198"/>
                <a:gd name="T9" fmla="*/ 186 h 198"/>
              </a:gdLst>
              <a:ahLst/>
              <a:cxnLst>
                <a:cxn ang="0">
                  <a:pos x="T0" y="T1"/>
                </a:cxn>
                <a:cxn ang="0">
                  <a:pos x="T2" y="T3"/>
                </a:cxn>
                <a:cxn ang="0">
                  <a:pos x="T4" y="T5"/>
                </a:cxn>
                <a:cxn ang="0">
                  <a:pos x="T6" y="T7"/>
                </a:cxn>
                <a:cxn ang="0">
                  <a:pos x="T8" y="T9"/>
                </a:cxn>
              </a:cxnLst>
              <a:rect l="0" t="0" r="r" b="b"/>
              <a:pathLst>
                <a:path w="198" h="198">
                  <a:moveTo>
                    <a:pt x="120" y="186"/>
                  </a:moveTo>
                  <a:cubicBezTo>
                    <a:pt x="168" y="175"/>
                    <a:pt x="198" y="127"/>
                    <a:pt x="187" y="78"/>
                  </a:cubicBezTo>
                  <a:cubicBezTo>
                    <a:pt x="176" y="30"/>
                    <a:pt x="127" y="0"/>
                    <a:pt x="79" y="11"/>
                  </a:cubicBezTo>
                  <a:cubicBezTo>
                    <a:pt x="30" y="22"/>
                    <a:pt x="0" y="71"/>
                    <a:pt x="12" y="119"/>
                  </a:cubicBezTo>
                  <a:cubicBezTo>
                    <a:pt x="23" y="168"/>
                    <a:pt x="71" y="198"/>
                    <a:pt x="120" y="1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15"/>
            <p:cNvSpPr>
              <a:spLocks/>
            </p:cNvSpPr>
            <p:nvPr/>
          </p:nvSpPr>
          <p:spPr bwMode="auto">
            <a:xfrm>
              <a:off x="3846513" y="1122363"/>
              <a:ext cx="323850" cy="203200"/>
            </a:xfrm>
            <a:custGeom>
              <a:avLst/>
              <a:gdLst>
                <a:gd name="T0" fmla="*/ 10 w 202"/>
                <a:gd name="T1" fmla="*/ 127 h 127"/>
                <a:gd name="T2" fmla="*/ 24 w 202"/>
                <a:gd name="T3" fmla="*/ 118 h 127"/>
                <a:gd name="T4" fmla="*/ 83 w 202"/>
                <a:gd name="T5" fmla="*/ 83 h 127"/>
                <a:gd name="T6" fmla="*/ 98 w 202"/>
                <a:gd name="T7" fmla="*/ 74 h 127"/>
                <a:gd name="T8" fmla="*/ 158 w 202"/>
                <a:gd name="T9" fmla="*/ 39 h 127"/>
                <a:gd name="T10" fmla="*/ 173 w 202"/>
                <a:gd name="T11" fmla="*/ 30 h 127"/>
                <a:gd name="T12" fmla="*/ 202 w 202"/>
                <a:gd name="T13" fmla="*/ 13 h 127"/>
                <a:gd name="T14" fmla="*/ 196 w 202"/>
                <a:gd name="T15" fmla="*/ 4 h 127"/>
                <a:gd name="T16" fmla="*/ 194 w 202"/>
                <a:gd name="T17" fmla="*/ 0 h 127"/>
                <a:gd name="T18" fmla="*/ 186 w 202"/>
                <a:gd name="T19" fmla="*/ 4 h 127"/>
                <a:gd name="T20" fmla="*/ 176 w 202"/>
                <a:gd name="T21" fmla="*/ 10 h 127"/>
                <a:gd name="T22" fmla="*/ 158 w 202"/>
                <a:gd name="T23" fmla="*/ 21 h 127"/>
                <a:gd name="T24" fmla="*/ 98 w 202"/>
                <a:gd name="T25" fmla="*/ 56 h 127"/>
                <a:gd name="T26" fmla="*/ 83 w 202"/>
                <a:gd name="T27" fmla="*/ 65 h 127"/>
                <a:gd name="T28" fmla="*/ 24 w 202"/>
                <a:gd name="T29" fmla="*/ 100 h 127"/>
                <a:gd name="T30" fmla="*/ 0 w 202"/>
                <a:gd name="T31" fmla="*/ 114 h 127"/>
                <a:gd name="T32" fmla="*/ 10 w 202"/>
                <a:gd name="T33"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2" h="127">
                  <a:moveTo>
                    <a:pt x="10" y="127"/>
                  </a:moveTo>
                  <a:cubicBezTo>
                    <a:pt x="24" y="118"/>
                    <a:pt x="24" y="118"/>
                    <a:pt x="24" y="118"/>
                  </a:cubicBezTo>
                  <a:cubicBezTo>
                    <a:pt x="83" y="83"/>
                    <a:pt x="83" y="83"/>
                    <a:pt x="83" y="83"/>
                  </a:cubicBezTo>
                  <a:cubicBezTo>
                    <a:pt x="98" y="74"/>
                    <a:pt x="98" y="74"/>
                    <a:pt x="98" y="74"/>
                  </a:cubicBezTo>
                  <a:cubicBezTo>
                    <a:pt x="158" y="39"/>
                    <a:pt x="158" y="39"/>
                    <a:pt x="158" y="39"/>
                  </a:cubicBezTo>
                  <a:cubicBezTo>
                    <a:pt x="173" y="30"/>
                    <a:pt x="173" y="30"/>
                    <a:pt x="173" y="30"/>
                  </a:cubicBezTo>
                  <a:cubicBezTo>
                    <a:pt x="202" y="13"/>
                    <a:pt x="202" y="13"/>
                    <a:pt x="202" y="13"/>
                  </a:cubicBezTo>
                  <a:cubicBezTo>
                    <a:pt x="196" y="4"/>
                    <a:pt x="196" y="4"/>
                    <a:pt x="196" y="4"/>
                  </a:cubicBezTo>
                  <a:cubicBezTo>
                    <a:pt x="194" y="0"/>
                    <a:pt x="194" y="0"/>
                    <a:pt x="194" y="0"/>
                  </a:cubicBezTo>
                  <a:cubicBezTo>
                    <a:pt x="186" y="4"/>
                    <a:pt x="186" y="4"/>
                    <a:pt x="186" y="4"/>
                  </a:cubicBezTo>
                  <a:cubicBezTo>
                    <a:pt x="176" y="10"/>
                    <a:pt x="176" y="10"/>
                    <a:pt x="176" y="10"/>
                  </a:cubicBezTo>
                  <a:cubicBezTo>
                    <a:pt x="158" y="21"/>
                    <a:pt x="158" y="21"/>
                    <a:pt x="158" y="21"/>
                  </a:cubicBezTo>
                  <a:cubicBezTo>
                    <a:pt x="98" y="56"/>
                    <a:pt x="98" y="56"/>
                    <a:pt x="98" y="56"/>
                  </a:cubicBezTo>
                  <a:cubicBezTo>
                    <a:pt x="83" y="65"/>
                    <a:pt x="83" y="65"/>
                    <a:pt x="83" y="65"/>
                  </a:cubicBezTo>
                  <a:cubicBezTo>
                    <a:pt x="24" y="100"/>
                    <a:pt x="24" y="100"/>
                    <a:pt x="24" y="100"/>
                  </a:cubicBezTo>
                  <a:cubicBezTo>
                    <a:pt x="0" y="114"/>
                    <a:pt x="0" y="114"/>
                    <a:pt x="0" y="114"/>
                  </a:cubicBezTo>
                  <a:cubicBezTo>
                    <a:pt x="4" y="117"/>
                    <a:pt x="8" y="122"/>
                    <a:pt x="10" y="1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6" name="组合 85"/>
          <p:cNvGrpSpPr/>
          <p:nvPr/>
        </p:nvGrpSpPr>
        <p:grpSpPr>
          <a:xfrm>
            <a:off x="6377924" y="4527945"/>
            <a:ext cx="1240176" cy="1393708"/>
            <a:chOff x="344488" y="4600575"/>
            <a:chExt cx="1320800" cy="1484313"/>
          </a:xfrm>
          <a:solidFill>
            <a:schemeClr val="tx1">
              <a:lumMod val="65000"/>
              <a:lumOff val="35000"/>
            </a:schemeClr>
          </a:solidFill>
        </p:grpSpPr>
        <p:sp>
          <p:nvSpPr>
            <p:cNvPr id="87" name="Freeform 16"/>
            <p:cNvSpPr>
              <a:spLocks/>
            </p:cNvSpPr>
            <p:nvPr/>
          </p:nvSpPr>
          <p:spPr bwMode="auto">
            <a:xfrm>
              <a:off x="536575" y="4600575"/>
              <a:ext cx="317500" cy="315913"/>
            </a:xfrm>
            <a:custGeom>
              <a:avLst/>
              <a:gdLst>
                <a:gd name="T0" fmla="*/ 120 w 198"/>
                <a:gd name="T1" fmla="*/ 186 h 197"/>
                <a:gd name="T2" fmla="*/ 187 w 198"/>
                <a:gd name="T3" fmla="*/ 78 h 197"/>
                <a:gd name="T4" fmla="*/ 79 w 198"/>
                <a:gd name="T5" fmla="*/ 11 h 197"/>
                <a:gd name="T6" fmla="*/ 12 w 198"/>
                <a:gd name="T7" fmla="*/ 119 h 197"/>
                <a:gd name="T8" fmla="*/ 120 w 198"/>
                <a:gd name="T9" fmla="*/ 186 h 197"/>
              </a:gdLst>
              <a:ahLst/>
              <a:cxnLst>
                <a:cxn ang="0">
                  <a:pos x="T0" y="T1"/>
                </a:cxn>
                <a:cxn ang="0">
                  <a:pos x="T2" y="T3"/>
                </a:cxn>
                <a:cxn ang="0">
                  <a:pos x="T4" y="T5"/>
                </a:cxn>
                <a:cxn ang="0">
                  <a:pos x="T6" y="T7"/>
                </a:cxn>
                <a:cxn ang="0">
                  <a:pos x="T8" y="T9"/>
                </a:cxn>
              </a:cxnLst>
              <a:rect l="0" t="0" r="r" b="b"/>
              <a:pathLst>
                <a:path w="198" h="197">
                  <a:moveTo>
                    <a:pt x="120" y="186"/>
                  </a:moveTo>
                  <a:cubicBezTo>
                    <a:pt x="168" y="175"/>
                    <a:pt x="198" y="126"/>
                    <a:pt x="187" y="78"/>
                  </a:cubicBezTo>
                  <a:cubicBezTo>
                    <a:pt x="176" y="30"/>
                    <a:pt x="127" y="0"/>
                    <a:pt x="79" y="11"/>
                  </a:cubicBezTo>
                  <a:cubicBezTo>
                    <a:pt x="31" y="22"/>
                    <a:pt x="0" y="71"/>
                    <a:pt x="12" y="119"/>
                  </a:cubicBezTo>
                  <a:cubicBezTo>
                    <a:pt x="23" y="167"/>
                    <a:pt x="71" y="197"/>
                    <a:pt x="120" y="1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17"/>
            <p:cNvSpPr>
              <a:spLocks noEditPoints="1"/>
            </p:cNvSpPr>
            <p:nvPr/>
          </p:nvSpPr>
          <p:spPr bwMode="auto">
            <a:xfrm>
              <a:off x="344488" y="4945063"/>
              <a:ext cx="882650" cy="1139825"/>
            </a:xfrm>
            <a:custGeom>
              <a:avLst/>
              <a:gdLst>
                <a:gd name="T0" fmla="*/ 550 w 550"/>
                <a:gd name="T1" fmla="*/ 150 h 710"/>
                <a:gd name="T2" fmla="*/ 523 w 550"/>
                <a:gd name="T3" fmla="*/ 130 h 710"/>
                <a:gd name="T4" fmla="*/ 375 w 550"/>
                <a:gd name="T5" fmla="*/ 69 h 710"/>
                <a:gd name="T6" fmla="*/ 337 w 550"/>
                <a:gd name="T7" fmla="*/ 32 h 710"/>
                <a:gd name="T8" fmla="*/ 328 w 550"/>
                <a:gd name="T9" fmla="*/ 21 h 710"/>
                <a:gd name="T10" fmla="*/ 326 w 550"/>
                <a:gd name="T11" fmla="*/ 18 h 710"/>
                <a:gd name="T12" fmla="*/ 325 w 550"/>
                <a:gd name="T13" fmla="*/ 17 h 710"/>
                <a:gd name="T14" fmla="*/ 321 w 550"/>
                <a:gd name="T15" fmla="*/ 12 h 710"/>
                <a:gd name="T16" fmla="*/ 297 w 550"/>
                <a:gd name="T17" fmla="*/ 0 h 710"/>
                <a:gd name="T18" fmla="*/ 142 w 550"/>
                <a:gd name="T19" fmla="*/ 0 h 710"/>
                <a:gd name="T20" fmla="*/ 135 w 550"/>
                <a:gd name="T21" fmla="*/ 1 h 710"/>
                <a:gd name="T22" fmla="*/ 126 w 550"/>
                <a:gd name="T23" fmla="*/ 3 h 710"/>
                <a:gd name="T24" fmla="*/ 63 w 550"/>
                <a:gd name="T25" fmla="*/ 39 h 710"/>
                <a:gd name="T26" fmla="*/ 20 w 550"/>
                <a:gd name="T27" fmla="*/ 91 h 710"/>
                <a:gd name="T28" fmla="*/ 0 w 550"/>
                <a:gd name="T29" fmla="*/ 173 h 710"/>
                <a:gd name="T30" fmla="*/ 64 w 550"/>
                <a:gd name="T31" fmla="*/ 348 h 710"/>
                <a:gd name="T32" fmla="*/ 91 w 550"/>
                <a:gd name="T33" fmla="*/ 362 h 710"/>
                <a:gd name="T34" fmla="*/ 108 w 550"/>
                <a:gd name="T35" fmla="*/ 357 h 710"/>
                <a:gd name="T36" fmla="*/ 111 w 550"/>
                <a:gd name="T37" fmla="*/ 355 h 710"/>
                <a:gd name="T38" fmla="*/ 111 w 550"/>
                <a:gd name="T39" fmla="*/ 661 h 710"/>
                <a:gd name="T40" fmla="*/ 161 w 550"/>
                <a:gd name="T41" fmla="*/ 710 h 710"/>
                <a:gd name="T42" fmla="*/ 210 w 550"/>
                <a:gd name="T43" fmla="*/ 661 h 710"/>
                <a:gd name="T44" fmla="*/ 210 w 550"/>
                <a:gd name="T45" fmla="*/ 336 h 710"/>
                <a:gd name="T46" fmla="*/ 229 w 550"/>
                <a:gd name="T47" fmla="*/ 336 h 710"/>
                <a:gd name="T48" fmla="*/ 229 w 550"/>
                <a:gd name="T49" fmla="*/ 661 h 710"/>
                <a:gd name="T50" fmla="*/ 279 w 550"/>
                <a:gd name="T51" fmla="*/ 710 h 710"/>
                <a:gd name="T52" fmla="*/ 328 w 550"/>
                <a:gd name="T53" fmla="*/ 661 h 710"/>
                <a:gd name="T54" fmla="*/ 328 w 550"/>
                <a:gd name="T55" fmla="*/ 229 h 710"/>
                <a:gd name="T56" fmla="*/ 328 w 550"/>
                <a:gd name="T57" fmla="*/ 222 h 710"/>
                <a:gd name="T58" fmla="*/ 328 w 550"/>
                <a:gd name="T59" fmla="*/ 113 h 710"/>
                <a:gd name="T60" fmla="*/ 334 w 550"/>
                <a:gd name="T61" fmla="*/ 119 h 710"/>
                <a:gd name="T62" fmla="*/ 393 w 550"/>
                <a:gd name="T63" fmla="*/ 157 h 710"/>
                <a:gd name="T64" fmla="*/ 422 w 550"/>
                <a:gd name="T65" fmla="*/ 150 h 710"/>
                <a:gd name="T66" fmla="*/ 550 w 550"/>
                <a:gd name="T67" fmla="*/ 150 h 710"/>
                <a:gd name="T68" fmla="*/ 64 w 550"/>
                <a:gd name="T69" fmla="*/ 173 h 710"/>
                <a:gd name="T70" fmla="*/ 76 w 550"/>
                <a:gd name="T71" fmla="*/ 121 h 710"/>
                <a:gd name="T72" fmla="*/ 111 w 550"/>
                <a:gd name="T73" fmla="*/ 83 h 710"/>
                <a:gd name="T74" fmla="*/ 111 w 550"/>
                <a:gd name="T75" fmla="*/ 229 h 710"/>
                <a:gd name="T76" fmla="*/ 111 w 550"/>
                <a:gd name="T77" fmla="*/ 303 h 710"/>
                <a:gd name="T78" fmla="*/ 64 w 550"/>
                <a:gd name="T79" fmla="*/ 173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50" h="710">
                  <a:moveTo>
                    <a:pt x="550" y="150"/>
                  </a:moveTo>
                  <a:cubicBezTo>
                    <a:pt x="545" y="139"/>
                    <a:pt x="535" y="131"/>
                    <a:pt x="523" y="130"/>
                  </a:cubicBezTo>
                  <a:cubicBezTo>
                    <a:pt x="458" y="124"/>
                    <a:pt x="409" y="96"/>
                    <a:pt x="375" y="69"/>
                  </a:cubicBezTo>
                  <a:cubicBezTo>
                    <a:pt x="358" y="55"/>
                    <a:pt x="345" y="42"/>
                    <a:pt x="337" y="32"/>
                  </a:cubicBezTo>
                  <a:cubicBezTo>
                    <a:pt x="333" y="27"/>
                    <a:pt x="330" y="23"/>
                    <a:pt x="328" y="21"/>
                  </a:cubicBezTo>
                  <a:cubicBezTo>
                    <a:pt x="327" y="19"/>
                    <a:pt x="326" y="18"/>
                    <a:pt x="326" y="18"/>
                  </a:cubicBezTo>
                  <a:cubicBezTo>
                    <a:pt x="325" y="17"/>
                    <a:pt x="325" y="17"/>
                    <a:pt x="325" y="17"/>
                  </a:cubicBezTo>
                  <a:cubicBezTo>
                    <a:pt x="324" y="15"/>
                    <a:pt x="322" y="14"/>
                    <a:pt x="321" y="12"/>
                  </a:cubicBezTo>
                  <a:cubicBezTo>
                    <a:pt x="315" y="5"/>
                    <a:pt x="306" y="0"/>
                    <a:pt x="297" y="0"/>
                  </a:cubicBezTo>
                  <a:cubicBezTo>
                    <a:pt x="142" y="0"/>
                    <a:pt x="142" y="0"/>
                    <a:pt x="142" y="0"/>
                  </a:cubicBezTo>
                  <a:cubicBezTo>
                    <a:pt x="140" y="0"/>
                    <a:pt x="137" y="1"/>
                    <a:pt x="135" y="1"/>
                  </a:cubicBezTo>
                  <a:cubicBezTo>
                    <a:pt x="132" y="1"/>
                    <a:pt x="129" y="2"/>
                    <a:pt x="126" y="3"/>
                  </a:cubicBezTo>
                  <a:cubicBezTo>
                    <a:pt x="123" y="4"/>
                    <a:pt x="94" y="13"/>
                    <a:pt x="63" y="39"/>
                  </a:cubicBezTo>
                  <a:cubicBezTo>
                    <a:pt x="48" y="52"/>
                    <a:pt x="32" y="69"/>
                    <a:pt x="20" y="91"/>
                  </a:cubicBezTo>
                  <a:cubicBezTo>
                    <a:pt x="8" y="114"/>
                    <a:pt x="0" y="141"/>
                    <a:pt x="0" y="173"/>
                  </a:cubicBezTo>
                  <a:cubicBezTo>
                    <a:pt x="0" y="222"/>
                    <a:pt x="19" y="280"/>
                    <a:pt x="64" y="348"/>
                  </a:cubicBezTo>
                  <a:cubicBezTo>
                    <a:pt x="70" y="357"/>
                    <a:pt x="80" y="362"/>
                    <a:pt x="91" y="362"/>
                  </a:cubicBezTo>
                  <a:cubicBezTo>
                    <a:pt x="97" y="362"/>
                    <a:pt x="103" y="361"/>
                    <a:pt x="108" y="357"/>
                  </a:cubicBezTo>
                  <a:cubicBezTo>
                    <a:pt x="109" y="356"/>
                    <a:pt x="110" y="355"/>
                    <a:pt x="111" y="355"/>
                  </a:cubicBezTo>
                  <a:cubicBezTo>
                    <a:pt x="111" y="661"/>
                    <a:pt x="111" y="661"/>
                    <a:pt x="111" y="661"/>
                  </a:cubicBezTo>
                  <a:cubicBezTo>
                    <a:pt x="111" y="688"/>
                    <a:pt x="133" y="710"/>
                    <a:pt x="161" y="710"/>
                  </a:cubicBezTo>
                  <a:cubicBezTo>
                    <a:pt x="188" y="710"/>
                    <a:pt x="210" y="688"/>
                    <a:pt x="210" y="661"/>
                  </a:cubicBezTo>
                  <a:cubicBezTo>
                    <a:pt x="210" y="336"/>
                    <a:pt x="210" y="336"/>
                    <a:pt x="210" y="336"/>
                  </a:cubicBezTo>
                  <a:cubicBezTo>
                    <a:pt x="229" y="336"/>
                    <a:pt x="229" y="336"/>
                    <a:pt x="229" y="336"/>
                  </a:cubicBezTo>
                  <a:cubicBezTo>
                    <a:pt x="229" y="661"/>
                    <a:pt x="229" y="661"/>
                    <a:pt x="229" y="661"/>
                  </a:cubicBezTo>
                  <a:cubicBezTo>
                    <a:pt x="229" y="688"/>
                    <a:pt x="251" y="710"/>
                    <a:pt x="279" y="710"/>
                  </a:cubicBezTo>
                  <a:cubicBezTo>
                    <a:pt x="306" y="710"/>
                    <a:pt x="328" y="688"/>
                    <a:pt x="328" y="661"/>
                  </a:cubicBezTo>
                  <a:cubicBezTo>
                    <a:pt x="328" y="229"/>
                    <a:pt x="328" y="229"/>
                    <a:pt x="328" y="229"/>
                  </a:cubicBezTo>
                  <a:cubicBezTo>
                    <a:pt x="328" y="227"/>
                    <a:pt x="328" y="224"/>
                    <a:pt x="328" y="222"/>
                  </a:cubicBezTo>
                  <a:cubicBezTo>
                    <a:pt x="328" y="113"/>
                    <a:pt x="328" y="113"/>
                    <a:pt x="328" y="113"/>
                  </a:cubicBezTo>
                  <a:cubicBezTo>
                    <a:pt x="330" y="115"/>
                    <a:pt x="332" y="117"/>
                    <a:pt x="334" y="119"/>
                  </a:cubicBezTo>
                  <a:cubicBezTo>
                    <a:pt x="351" y="132"/>
                    <a:pt x="370" y="145"/>
                    <a:pt x="393" y="157"/>
                  </a:cubicBezTo>
                  <a:cubicBezTo>
                    <a:pt x="402" y="152"/>
                    <a:pt x="412" y="150"/>
                    <a:pt x="422" y="150"/>
                  </a:cubicBezTo>
                  <a:lnTo>
                    <a:pt x="550" y="150"/>
                  </a:lnTo>
                  <a:close/>
                  <a:moveTo>
                    <a:pt x="64" y="173"/>
                  </a:moveTo>
                  <a:cubicBezTo>
                    <a:pt x="64" y="152"/>
                    <a:pt x="69" y="135"/>
                    <a:pt x="76" y="121"/>
                  </a:cubicBezTo>
                  <a:cubicBezTo>
                    <a:pt x="85" y="105"/>
                    <a:pt x="98" y="92"/>
                    <a:pt x="111" y="83"/>
                  </a:cubicBezTo>
                  <a:cubicBezTo>
                    <a:pt x="111" y="229"/>
                    <a:pt x="111" y="229"/>
                    <a:pt x="111" y="229"/>
                  </a:cubicBezTo>
                  <a:cubicBezTo>
                    <a:pt x="111" y="303"/>
                    <a:pt x="111" y="303"/>
                    <a:pt x="111" y="303"/>
                  </a:cubicBezTo>
                  <a:cubicBezTo>
                    <a:pt x="75" y="247"/>
                    <a:pt x="64" y="204"/>
                    <a:pt x="64" y="1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18"/>
            <p:cNvSpPr>
              <a:spLocks noEditPoints="1"/>
            </p:cNvSpPr>
            <p:nvPr/>
          </p:nvSpPr>
          <p:spPr bwMode="auto">
            <a:xfrm>
              <a:off x="941388" y="5199063"/>
              <a:ext cx="723900" cy="884238"/>
            </a:xfrm>
            <a:custGeom>
              <a:avLst/>
              <a:gdLst>
                <a:gd name="T0" fmla="*/ 50 w 451"/>
                <a:gd name="T1" fmla="*/ 0 h 551"/>
                <a:gd name="T2" fmla="*/ 0 w 451"/>
                <a:gd name="T3" fmla="*/ 501 h 551"/>
                <a:gd name="T4" fmla="*/ 451 w 451"/>
                <a:gd name="T5" fmla="*/ 501 h 551"/>
                <a:gd name="T6" fmla="*/ 100 w 451"/>
                <a:gd name="T7" fmla="*/ 488 h 551"/>
                <a:gd name="T8" fmla="*/ 50 w 451"/>
                <a:gd name="T9" fmla="*/ 488 h 551"/>
                <a:gd name="T10" fmla="*/ 88 w 451"/>
                <a:gd name="T11" fmla="*/ 450 h 551"/>
                <a:gd name="T12" fmla="*/ 100 w 451"/>
                <a:gd name="T13" fmla="*/ 413 h 551"/>
                <a:gd name="T14" fmla="*/ 50 w 451"/>
                <a:gd name="T15" fmla="*/ 413 h 551"/>
                <a:gd name="T16" fmla="*/ 88 w 451"/>
                <a:gd name="T17" fmla="*/ 375 h 551"/>
                <a:gd name="T18" fmla="*/ 100 w 451"/>
                <a:gd name="T19" fmla="*/ 338 h 551"/>
                <a:gd name="T20" fmla="*/ 50 w 451"/>
                <a:gd name="T21" fmla="*/ 338 h 551"/>
                <a:gd name="T22" fmla="*/ 88 w 451"/>
                <a:gd name="T23" fmla="*/ 300 h 551"/>
                <a:gd name="T24" fmla="*/ 100 w 451"/>
                <a:gd name="T25" fmla="*/ 263 h 551"/>
                <a:gd name="T26" fmla="*/ 50 w 451"/>
                <a:gd name="T27" fmla="*/ 263 h 551"/>
                <a:gd name="T28" fmla="*/ 88 w 451"/>
                <a:gd name="T29" fmla="*/ 225 h 551"/>
                <a:gd name="T30" fmla="*/ 175 w 451"/>
                <a:gd name="T31" fmla="*/ 488 h 551"/>
                <a:gd name="T32" fmla="*/ 125 w 451"/>
                <a:gd name="T33" fmla="*/ 488 h 551"/>
                <a:gd name="T34" fmla="*/ 163 w 451"/>
                <a:gd name="T35" fmla="*/ 450 h 551"/>
                <a:gd name="T36" fmla="*/ 175 w 451"/>
                <a:gd name="T37" fmla="*/ 413 h 551"/>
                <a:gd name="T38" fmla="*/ 125 w 451"/>
                <a:gd name="T39" fmla="*/ 413 h 551"/>
                <a:gd name="T40" fmla="*/ 163 w 451"/>
                <a:gd name="T41" fmla="*/ 375 h 551"/>
                <a:gd name="T42" fmla="*/ 175 w 451"/>
                <a:gd name="T43" fmla="*/ 338 h 551"/>
                <a:gd name="T44" fmla="*/ 125 w 451"/>
                <a:gd name="T45" fmla="*/ 338 h 551"/>
                <a:gd name="T46" fmla="*/ 163 w 451"/>
                <a:gd name="T47" fmla="*/ 300 h 551"/>
                <a:gd name="T48" fmla="*/ 175 w 451"/>
                <a:gd name="T49" fmla="*/ 263 h 551"/>
                <a:gd name="T50" fmla="*/ 125 w 451"/>
                <a:gd name="T51" fmla="*/ 263 h 551"/>
                <a:gd name="T52" fmla="*/ 163 w 451"/>
                <a:gd name="T53" fmla="*/ 225 h 551"/>
                <a:gd name="T54" fmla="*/ 251 w 451"/>
                <a:gd name="T55" fmla="*/ 488 h 551"/>
                <a:gd name="T56" fmla="*/ 201 w 451"/>
                <a:gd name="T57" fmla="*/ 488 h 551"/>
                <a:gd name="T58" fmla="*/ 238 w 451"/>
                <a:gd name="T59" fmla="*/ 450 h 551"/>
                <a:gd name="T60" fmla="*/ 251 w 451"/>
                <a:gd name="T61" fmla="*/ 413 h 551"/>
                <a:gd name="T62" fmla="*/ 201 w 451"/>
                <a:gd name="T63" fmla="*/ 413 h 551"/>
                <a:gd name="T64" fmla="*/ 238 w 451"/>
                <a:gd name="T65" fmla="*/ 375 h 551"/>
                <a:gd name="T66" fmla="*/ 251 w 451"/>
                <a:gd name="T67" fmla="*/ 338 h 551"/>
                <a:gd name="T68" fmla="*/ 201 w 451"/>
                <a:gd name="T69" fmla="*/ 338 h 551"/>
                <a:gd name="T70" fmla="*/ 238 w 451"/>
                <a:gd name="T71" fmla="*/ 300 h 551"/>
                <a:gd name="T72" fmla="*/ 201 w 451"/>
                <a:gd name="T73" fmla="*/ 263 h 551"/>
                <a:gd name="T74" fmla="*/ 276 w 451"/>
                <a:gd name="T75" fmla="*/ 225 h 551"/>
                <a:gd name="T76" fmla="*/ 276 w 451"/>
                <a:gd name="T77" fmla="*/ 275 h 551"/>
                <a:gd name="T78" fmla="*/ 326 w 451"/>
                <a:gd name="T79" fmla="*/ 488 h 551"/>
                <a:gd name="T80" fmla="*/ 276 w 451"/>
                <a:gd name="T81" fmla="*/ 488 h 551"/>
                <a:gd name="T82" fmla="*/ 313 w 451"/>
                <a:gd name="T83" fmla="*/ 450 h 551"/>
                <a:gd name="T84" fmla="*/ 326 w 451"/>
                <a:gd name="T85" fmla="*/ 413 h 551"/>
                <a:gd name="T86" fmla="*/ 276 w 451"/>
                <a:gd name="T87" fmla="*/ 413 h 551"/>
                <a:gd name="T88" fmla="*/ 313 w 451"/>
                <a:gd name="T89" fmla="*/ 375 h 551"/>
                <a:gd name="T90" fmla="*/ 326 w 451"/>
                <a:gd name="T91" fmla="*/ 338 h 551"/>
                <a:gd name="T92" fmla="*/ 276 w 451"/>
                <a:gd name="T93" fmla="*/ 338 h 551"/>
                <a:gd name="T94" fmla="*/ 313 w 451"/>
                <a:gd name="T95" fmla="*/ 300 h 551"/>
                <a:gd name="T96" fmla="*/ 401 w 451"/>
                <a:gd name="T97" fmla="*/ 488 h 551"/>
                <a:gd name="T98" fmla="*/ 351 w 451"/>
                <a:gd name="T99" fmla="*/ 488 h 551"/>
                <a:gd name="T100" fmla="*/ 388 w 451"/>
                <a:gd name="T101" fmla="*/ 425 h 551"/>
                <a:gd name="T102" fmla="*/ 401 w 451"/>
                <a:gd name="T103" fmla="*/ 388 h 551"/>
                <a:gd name="T104" fmla="*/ 351 w 451"/>
                <a:gd name="T105" fmla="*/ 388 h 551"/>
                <a:gd name="T106" fmla="*/ 388 w 451"/>
                <a:gd name="T107" fmla="*/ 300 h 551"/>
                <a:gd name="T108" fmla="*/ 401 w 451"/>
                <a:gd name="T109" fmla="*/ 263 h 551"/>
                <a:gd name="T110" fmla="*/ 313 w 451"/>
                <a:gd name="T111" fmla="*/ 263 h 551"/>
                <a:gd name="T112" fmla="*/ 388 w 451"/>
                <a:gd name="T113" fmla="*/ 225 h 551"/>
                <a:gd name="T114" fmla="*/ 401 w 451"/>
                <a:gd name="T115" fmla="*/ 150 h 551"/>
                <a:gd name="T116" fmla="*/ 50 w 451"/>
                <a:gd name="T117" fmla="*/ 150 h 551"/>
                <a:gd name="T118" fmla="*/ 376 w 451"/>
                <a:gd name="T119" fmla="*/ 50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51" h="551">
                  <a:moveTo>
                    <a:pt x="401" y="0"/>
                  </a:moveTo>
                  <a:cubicBezTo>
                    <a:pt x="180" y="0"/>
                    <a:pt x="180" y="0"/>
                    <a:pt x="180" y="0"/>
                  </a:cubicBezTo>
                  <a:cubicBezTo>
                    <a:pt x="50" y="0"/>
                    <a:pt x="50" y="0"/>
                    <a:pt x="50" y="0"/>
                  </a:cubicBezTo>
                  <a:cubicBezTo>
                    <a:pt x="43" y="0"/>
                    <a:pt x="36" y="1"/>
                    <a:pt x="30" y="4"/>
                  </a:cubicBezTo>
                  <a:cubicBezTo>
                    <a:pt x="12" y="11"/>
                    <a:pt x="0" y="29"/>
                    <a:pt x="0" y="50"/>
                  </a:cubicBezTo>
                  <a:cubicBezTo>
                    <a:pt x="0" y="501"/>
                    <a:pt x="0" y="501"/>
                    <a:pt x="0" y="501"/>
                  </a:cubicBezTo>
                  <a:cubicBezTo>
                    <a:pt x="0" y="528"/>
                    <a:pt x="23" y="551"/>
                    <a:pt x="50" y="551"/>
                  </a:cubicBezTo>
                  <a:cubicBezTo>
                    <a:pt x="401" y="551"/>
                    <a:pt x="401" y="551"/>
                    <a:pt x="401" y="551"/>
                  </a:cubicBezTo>
                  <a:cubicBezTo>
                    <a:pt x="429" y="551"/>
                    <a:pt x="451" y="528"/>
                    <a:pt x="451" y="501"/>
                  </a:cubicBezTo>
                  <a:cubicBezTo>
                    <a:pt x="451" y="50"/>
                    <a:pt x="451" y="50"/>
                    <a:pt x="451" y="50"/>
                  </a:cubicBezTo>
                  <a:cubicBezTo>
                    <a:pt x="451" y="22"/>
                    <a:pt x="429" y="0"/>
                    <a:pt x="401" y="0"/>
                  </a:cubicBezTo>
                  <a:close/>
                  <a:moveTo>
                    <a:pt x="100" y="488"/>
                  </a:moveTo>
                  <a:cubicBezTo>
                    <a:pt x="100" y="495"/>
                    <a:pt x="95" y="501"/>
                    <a:pt x="88" y="501"/>
                  </a:cubicBezTo>
                  <a:cubicBezTo>
                    <a:pt x="63" y="501"/>
                    <a:pt x="63" y="501"/>
                    <a:pt x="63" y="501"/>
                  </a:cubicBezTo>
                  <a:cubicBezTo>
                    <a:pt x="56" y="501"/>
                    <a:pt x="50" y="495"/>
                    <a:pt x="50" y="488"/>
                  </a:cubicBezTo>
                  <a:cubicBezTo>
                    <a:pt x="50" y="463"/>
                    <a:pt x="50" y="463"/>
                    <a:pt x="50" y="463"/>
                  </a:cubicBezTo>
                  <a:cubicBezTo>
                    <a:pt x="50" y="456"/>
                    <a:pt x="56" y="450"/>
                    <a:pt x="63" y="450"/>
                  </a:cubicBezTo>
                  <a:cubicBezTo>
                    <a:pt x="88" y="450"/>
                    <a:pt x="88" y="450"/>
                    <a:pt x="88" y="450"/>
                  </a:cubicBezTo>
                  <a:cubicBezTo>
                    <a:pt x="95" y="450"/>
                    <a:pt x="100" y="456"/>
                    <a:pt x="100" y="463"/>
                  </a:cubicBezTo>
                  <a:lnTo>
                    <a:pt x="100" y="488"/>
                  </a:lnTo>
                  <a:close/>
                  <a:moveTo>
                    <a:pt x="100" y="413"/>
                  </a:moveTo>
                  <a:cubicBezTo>
                    <a:pt x="100" y="420"/>
                    <a:pt x="95" y="425"/>
                    <a:pt x="88" y="425"/>
                  </a:cubicBezTo>
                  <a:cubicBezTo>
                    <a:pt x="63" y="425"/>
                    <a:pt x="63" y="425"/>
                    <a:pt x="63" y="425"/>
                  </a:cubicBezTo>
                  <a:cubicBezTo>
                    <a:pt x="56" y="425"/>
                    <a:pt x="50" y="420"/>
                    <a:pt x="50" y="413"/>
                  </a:cubicBezTo>
                  <a:cubicBezTo>
                    <a:pt x="50" y="388"/>
                    <a:pt x="50" y="388"/>
                    <a:pt x="50" y="388"/>
                  </a:cubicBezTo>
                  <a:cubicBezTo>
                    <a:pt x="50" y="381"/>
                    <a:pt x="56" y="375"/>
                    <a:pt x="63" y="375"/>
                  </a:cubicBezTo>
                  <a:cubicBezTo>
                    <a:pt x="88" y="375"/>
                    <a:pt x="88" y="375"/>
                    <a:pt x="88" y="375"/>
                  </a:cubicBezTo>
                  <a:cubicBezTo>
                    <a:pt x="95" y="375"/>
                    <a:pt x="100" y="381"/>
                    <a:pt x="100" y="388"/>
                  </a:cubicBezTo>
                  <a:lnTo>
                    <a:pt x="100" y="413"/>
                  </a:lnTo>
                  <a:close/>
                  <a:moveTo>
                    <a:pt x="100" y="338"/>
                  </a:moveTo>
                  <a:cubicBezTo>
                    <a:pt x="100" y="345"/>
                    <a:pt x="95" y="350"/>
                    <a:pt x="88" y="350"/>
                  </a:cubicBezTo>
                  <a:cubicBezTo>
                    <a:pt x="63" y="350"/>
                    <a:pt x="63" y="350"/>
                    <a:pt x="63" y="350"/>
                  </a:cubicBezTo>
                  <a:cubicBezTo>
                    <a:pt x="56" y="350"/>
                    <a:pt x="50" y="345"/>
                    <a:pt x="50" y="338"/>
                  </a:cubicBezTo>
                  <a:cubicBezTo>
                    <a:pt x="50" y="313"/>
                    <a:pt x="50" y="313"/>
                    <a:pt x="50" y="313"/>
                  </a:cubicBezTo>
                  <a:cubicBezTo>
                    <a:pt x="50" y="306"/>
                    <a:pt x="56" y="300"/>
                    <a:pt x="63" y="300"/>
                  </a:cubicBezTo>
                  <a:cubicBezTo>
                    <a:pt x="88" y="300"/>
                    <a:pt x="88" y="300"/>
                    <a:pt x="88" y="300"/>
                  </a:cubicBezTo>
                  <a:cubicBezTo>
                    <a:pt x="95" y="300"/>
                    <a:pt x="100" y="306"/>
                    <a:pt x="100" y="313"/>
                  </a:cubicBezTo>
                  <a:lnTo>
                    <a:pt x="100" y="338"/>
                  </a:lnTo>
                  <a:close/>
                  <a:moveTo>
                    <a:pt x="100" y="263"/>
                  </a:moveTo>
                  <a:cubicBezTo>
                    <a:pt x="100" y="269"/>
                    <a:pt x="95" y="275"/>
                    <a:pt x="88" y="275"/>
                  </a:cubicBezTo>
                  <a:cubicBezTo>
                    <a:pt x="63" y="275"/>
                    <a:pt x="63" y="275"/>
                    <a:pt x="63" y="275"/>
                  </a:cubicBezTo>
                  <a:cubicBezTo>
                    <a:pt x="56" y="275"/>
                    <a:pt x="50" y="269"/>
                    <a:pt x="50" y="263"/>
                  </a:cubicBezTo>
                  <a:cubicBezTo>
                    <a:pt x="50" y="237"/>
                    <a:pt x="50" y="237"/>
                    <a:pt x="50" y="237"/>
                  </a:cubicBezTo>
                  <a:cubicBezTo>
                    <a:pt x="50" y="231"/>
                    <a:pt x="56" y="225"/>
                    <a:pt x="63" y="225"/>
                  </a:cubicBezTo>
                  <a:cubicBezTo>
                    <a:pt x="88" y="225"/>
                    <a:pt x="88" y="225"/>
                    <a:pt x="88" y="225"/>
                  </a:cubicBezTo>
                  <a:cubicBezTo>
                    <a:pt x="95" y="225"/>
                    <a:pt x="100" y="231"/>
                    <a:pt x="100" y="237"/>
                  </a:cubicBezTo>
                  <a:lnTo>
                    <a:pt x="100" y="263"/>
                  </a:lnTo>
                  <a:close/>
                  <a:moveTo>
                    <a:pt x="175" y="488"/>
                  </a:moveTo>
                  <a:cubicBezTo>
                    <a:pt x="175" y="495"/>
                    <a:pt x="170" y="501"/>
                    <a:pt x="163" y="501"/>
                  </a:cubicBezTo>
                  <a:cubicBezTo>
                    <a:pt x="138" y="501"/>
                    <a:pt x="138" y="501"/>
                    <a:pt x="138" y="501"/>
                  </a:cubicBezTo>
                  <a:cubicBezTo>
                    <a:pt x="131" y="501"/>
                    <a:pt x="125" y="495"/>
                    <a:pt x="125" y="488"/>
                  </a:cubicBezTo>
                  <a:cubicBezTo>
                    <a:pt x="125" y="463"/>
                    <a:pt x="125" y="463"/>
                    <a:pt x="125" y="463"/>
                  </a:cubicBezTo>
                  <a:cubicBezTo>
                    <a:pt x="125" y="456"/>
                    <a:pt x="131" y="450"/>
                    <a:pt x="138" y="450"/>
                  </a:cubicBezTo>
                  <a:cubicBezTo>
                    <a:pt x="163" y="450"/>
                    <a:pt x="163" y="450"/>
                    <a:pt x="163" y="450"/>
                  </a:cubicBezTo>
                  <a:cubicBezTo>
                    <a:pt x="170" y="450"/>
                    <a:pt x="175" y="456"/>
                    <a:pt x="175" y="463"/>
                  </a:cubicBezTo>
                  <a:lnTo>
                    <a:pt x="175" y="488"/>
                  </a:lnTo>
                  <a:close/>
                  <a:moveTo>
                    <a:pt x="175" y="413"/>
                  </a:moveTo>
                  <a:cubicBezTo>
                    <a:pt x="175" y="420"/>
                    <a:pt x="170" y="425"/>
                    <a:pt x="163" y="425"/>
                  </a:cubicBezTo>
                  <a:cubicBezTo>
                    <a:pt x="138" y="425"/>
                    <a:pt x="138" y="425"/>
                    <a:pt x="138" y="425"/>
                  </a:cubicBezTo>
                  <a:cubicBezTo>
                    <a:pt x="131" y="425"/>
                    <a:pt x="125" y="420"/>
                    <a:pt x="125" y="413"/>
                  </a:cubicBezTo>
                  <a:cubicBezTo>
                    <a:pt x="125" y="388"/>
                    <a:pt x="125" y="388"/>
                    <a:pt x="125" y="388"/>
                  </a:cubicBezTo>
                  <a:cubicBezTo>
                    <a:pt x="125" y="381"/>
                    <a:pt x="131" y="375"/>
                    <a:pt x="138" y="375"/>
                  </a:cubicBezTo>
                  <a:cubicBezTo>
                    <a:pt x="163" y="375"/>
                    <a:pt x="163" y="375"/>
                    <a:pt x="163" y="375"/>
                  </a:cubicBezTo>
                  <a:cubicBezTo>
                    <a:pt x="170" y="375"/>
                    <a:pt x="175" y="381"/>
                    <a:pt x="175" y="388"/>
                  </a:cubicBezTo>
                  <a:lnTo>
                    <a:pt x="175" y="413"/>
                  </a:lnTo>
                  <a:close/>
                  <a:moveTo>
                    <a:pt x="175" y="338"/>
                  </a:moveTo>
                  <a:cubicBezTo>
                    <a:pt x="175" y="345"/>
                    <a:pt x="170" y="350"/>
                    <a:pt x="163" y="350"/>
                  </a:cubicBezTo>
                  <a:cubicBezTo>
                    <a:pt x="138" y="350"/>
                    <a:pt x="138" y="350"/>
                    <a:pt x="138" y="350"/>
                  </a:cubicBezTo>
                  <a:cubicBezTo>
                    <a:pt x="131" y="350"/>
                    <a:pt x="125" y="345"/>
                    <a:pt x="125" y="338"/>
                  </a:cubicBezTo>
                  <a:cubicBezTo>
                    <a:pt x="125" y="313"/>
                    <a:pt x="125" y="313"/>
                    <a:pt x="125" y="313"/>
                  </a:cubicBezTo>
                  <a:cubicBezTo>
                    <a:pt x="125" y="306"/>
                    <a:pt x="131" y="300"/>
                    <a:pt x="138" y="300"/>
                  </a:cubicBezTo>
                  <a:cubicBezTo>
                    <a:pt x="163" y="300"/>
                    <a:pt x="163" y="300"/>
                    <a:pt x="163" y="300"/>
                  </a:cubicBezTo>
                  <a:cubicBezTo>
                    <a:pt x="170" y="300"/>
                    <a:pt x="175" y="306"/>
                    <a:pt x="175" y="313"/>
                  </a:cubicBezTo>
                  <a:lnTo>
                    <a:pt x="175" y="338"/>
                  </a:lnTo>
                  <a:close/>
                  <a:moveTo>
                    <a:pt x="175" y="263"/>
                  </a:moveTo>
                  <a:cubicBezTo>
                    <a:pt x="175" y="269"/>
                    <a:pt x="170" y="275"/>
                    <a:pt x="163" y="275"/>
                  </a:cubicBezTo>
                  <a:cubicBezTo>
                    <a:pt x="138" y="275"/>
                    <a:pt x="138" y="275"/>
                    <a:pt x="138" y="275"/>
                  </a:cubicBezTo>
                  <a:cubicBezTo>
                    <a:pt x="131" y="275"/>
                    <a:pt x="125" y="269"/>
                    <a:pt x="125" y="263"/>
                  </a:cubicBezTo>
                  <a:cubicBezTo>
                    <a:pt x="125" y="237"/>
                    <a:pt x="125" y="237"/>
                    <a:pt x="125" y="237"/>
                  </a:cubicBezTo>
                  <a:cubicBezTo>
                    <a:pt x="125" y="231"/>
                    <a:pt x="131" y="225"/>
                    <a:pt x="138" y="225"/>
                  </a:cubicBezTo>
                  <a:cubicBezTo>
                    <a:pt x="163" y="225"/>
                    <a:pt x="163" y="225"/>
                    <a:pt x="163" y="225"/>
                  </a:cubicBezTo>
                  <a:cubicBezTo>
                    <a:pt x="170" y="225"/>
                    <a:pt x="175" y="231"/>
                    <a:pt x="175" y="237"/>
                  </a:cubicBezTo>
                  <a:lnTo>
                    <a:pt x="175" y="263"/>
                  </a:lnTo>
                  <a:close/>
                  <a:moveTo>
                    <a:pt x="251" y="488"/>
                  </a:moveTo>
                  <a:cubicBezTo>
                    <a:pt x="251" y="495"/>
                    <a:pt x="245" y="501"/>
                    <a:pt x="238" y="501"/>
                  </a:cubicBezTo>
                  <a:cubicBezTo>
                    <a:pt x="213" y="501"/>
                    <a:pt x="213" y="501"/>
                    <a:pt x="213" y="501"/>
                  </a:cubicBezTo>
                  <a:cubicBezTo>
                    <a:pt x="206" y="501"/>
                    <a:pt x="201" y="495"/>
                    <a:pt x="201" y="488"/>
                  </a:cubicBezTo>
                  <a:cubicBezTo>
                    <a:pt x="201" y="463"/>
                    <a:pt x="201" y="463"/>
                    <a:pt x="201" y="463"/>
                  </a:cubicBezTo>
                  <a:cubicBezTo>
                    <a:pt x="201" y="456"/>
                    <a:pt x="206" y="450"/>
                    <a:pt x="213" y="450"/>
                  </a:cubicBezTo>
                  <a:cubicBezTo>
                    <a:pt x="238" y="450"/>
                    <a:pt x="238" y="450"/>
                    <a:pt x="238" y="450"/>
                  </a:cubicBezTo>
                  <a:cubicBezTo>
                    <a:pt x="245" y="450"/>
                    <a:pt x="251" y="456"/>
                    <a:pt x="251" y="463"/>
                  </a:cubicBezTo>
                  <a:lnTo>
                    <a:pt x="251" y="488"/>
                  </a:lnTo>
                  <a:close/>
                  <a:moveTo>
                    <a:pt x="251" y="413"/>
                  </a:moveTo>
                  <a:cubicBezTo>
                    <a:pt x="251" y="420"/>
                    <a:pt x="245" y="425"/>
                    <a:pt x="238" y="425"/>
                  </a:cubicBezTo>
                  <a:cubicBezTo>
                    <a:pt x="213" y="425"/>
                    <a:pt x="213" y="425"/>
                    <a:pt x="213" y="425"/>
                  </a:cubicBezTo>
                  <a:cubicBezTo>
                    <a:pt x="206" y="425"/>
                    <a:pt x="201" y="420"/>
                    <a:pt x="201" y="413"/>
                  </a:cubicBezTo>
                  <a:cubicBezTo>
                    <a:pt x="201" y="388"/>
                    <a:pt x="201" y="388"/>
                    <a:pt x="201" y="388"/>
                  </a:cubicBezTo>
                  <a:cubicBezTo>
                    <a:pt x="201" y="381"/>
                    <a:pt x="206" y="375"/>
                    <a:pt x="213" y="375"/>
                  </a:cubicBezTo>
                  <a:cubicBezTo>
                    <a:pt x="238" y="375"/>
                    <a:pt x="238" y="375"/>
                    <a:pt x="238" y="375"/>
                  </a:cubicBezTo>
                  <a:cubicBezTo>
                    <a:pt x="245" y="375"/>
                    <a:pt x="251" y="381"/>
                    <a:pt x="251" y="388"/>
                  </a:cubicBezTo>
                  <a:lnTo>
                    <a:pt x="251" y="413"/>
                  </a:lnTo>
                  <a:close/>
                  <a:moveTo>
                    <a:pt x="251" y="338"/>
                  </a:moveTo>
                  <a:cubicBezTo>
                    <a:pt x="251" y="345"/>
                    <a:pt x="245" y="350"/>
                    <a:pt x="238" y="350"/>
                  </a:cubicBezTo>
                  <a:cubicBezTo>
                    <a:pt x="213" y="350"/>
                    <a:pt x="213" y="350"/>
                    <a:pt x="213" y="350"/>
                  </a:cubicBezTo>
                  <a:cubicBezTo>
                    <a:pt x="206" y="350"/>
                    <a:pt x="201" y="345"/>
                    <a:pt x="201" y="338"/>
                  </a:cubicBezTo>
                  <a:cubicBezTo>
                    <a:pt x="201" y="313"/>
                    <a:pt x="201" y="313"/>
                    <a:pt x="201" y="313"/>
                  </a:cubicBezTo>
                  <a:cubicBezTo>
                    <a:pt x="201" y="306"/>
                    <a:pt x="206" y="300"/>
                    <a:pt x="213" y="300"/>
                  </a:cubicBezTo>
                  <a:cubicBezTo>
                    <a:pt x="238" y="300"/>
                    <a:pt x="238" y="300"/>
                    <a:pt x="238" y="300"/>
                  </a:cubicBezTo>
                  <a:cubicBezTo>
                    <a:pt x="245" y="300"/>
                    <a:pt x="251" y="306"/>
                    <a:pt x="251" y="313"/>
                  </a:cubicBezTo>
                  <a:lnTo>
                    <a:pt x="251" y="338"/>
                  </a:lnTo>
                  <a:close/>
                  <a:moveTo>
                    <a:pt x="201" y="263"/>
                  </a:moveTo>
                  <a:cubicBezTo>
                    <a:pt x="201" y="237"/>
                    <a:pt x="201" y="237"/>
                    <a:pt x="201" y="237"/>
                  </a:cubicBezTo>
                  <a:cubicBezTo>
                    <a:pt x="201" y="231"/>
                    <a:pt x="206" y="225"/>
                    <a:pt x="213" y="225"/>
                  </a:cubicBezTo>
                  <a:cubicBezTo>
                    <a:pt x="276" y="225"/>
                    <a:pt x="276" y="225"/>
                    <a:pt x="276" y="225"/>
                  </a:cubicBezTo>
                  <a:cubicBezTo>
                    <a:pt x="283" y="225"/>
                    <a:pt x="288" y="231"/>
                    <a:pt x="288" y="237"/>
                  </a:cubicBezTo>
                  <a:cubicBezTo>
                    <a:pt x="288" y="263"/>
                    <a:pt x="288" y="263"/>
                    <a:pt x="288" y="263"/>
                  </a:cubicBezTo>
                  <a:cubicBezTo>
                    <a:pt x="288" y="269"/>
                    <a:pt x="283" y="275"/>
                    <a:pt x="276" y="275"/>
                  </a:cubicBezTo>
                  <a:cubicBezTo>
                    <a:pt x="213" y="275"/>
                    <a:pt x="213" y="275"/>
                    <a:pt x="213" y="275"/>
                  </a:cubicBezTo>
                  <a:cubicBezTo>
                    <a:pt x="206" y="275"/>
                    <a:pt x="201" y="269"/>
                    <a:pt x="201" y="263"/>
                  </a:cubicBezTo>
                  <a:close/>
                  <a:moveTo>
                    <a:pt x="326" y="488"/>
                  </a:moveTo>
                  <a:cubicBezTo>
                    <a:pt x="326" y="495"/>
                    <a:pt x="320" y="501"/>
                    <a:pt x="313" y="501"/>
                  </a:cubicBezTo>
                  <a:cubicBezTo>
                    <a:pt x="288" y="501"/>
                    <a:pt x="288" y="501"/>
                    <a:pt x="288" y="501"/>
                  </a:cubicBezTo>
                  <a:cubicBezTo>
                    <a:pt x="281" y="501"/>
                    <a:pt x="276" y="495"/>
                    <a:pt x="276" y="488"/>
                  </a:cubicBezTo>
                  <a:cubicBezTo>
                    <a:pt x="276" y="463"/>
                    <a:pt x="276" y="463"/>
                    <a:pt x="276" y="463"/>
                  </a:cubicBezTo>
                  <a:cubicBezTo>
                    <a:pt x="276" y="456"/>
                    <a:pt x="281" y="450"/>
                    <a:pt x="288" y="450"/>
                  </a:cubicBezTo>
                  <a:cubicBezTo>
                    <a:pt x="313" y="450"/>
                    <a:pt x="313" y="450"/>
                    <a:pt x="313" y="450"/>
                  </a:cubicBezTo>
                  <a:cubicBezTo>
                    <a:pt x="320" y="450"/>
                    <a:pt x="326" y="456"/>
                    <a:pt x="326" y="463"/>
                  </a:cubicBezTo>
                  <a:lnTo>
                    <a:pt x="326" y="488"/>
                  </a:lnTo>
                  <a:close/>
                  <a:moveTo>
                    <a:pt x="326" y="413"/>
                  </a:moveTo>
                  <a:cubicBezTo>
                    <a:pt x="326" y="420"/>
                    <a:pt x="320" y="425"/>
                    <a:pt x="313" y="425"/>
                  </a:cubicBezTo>
                  <a:cubicBezTo>
                    <a:pt x="288" y="425"/>
                    <a:pt x="288" y="425"/>
                    <a:pt x="288" y="425"/>
                  </a:cubicBezTo>
                  <a:cubicBezTo>
                    <a:pt x="281" y="425"/>
                    <a:pt x="276" y="420"/>
                    <a:pt x="276" y="413"/>
                  </a:cubicBezTo>
                  <a:cubicBezTo>
                    <a:pt x="276" y="388"/>
                    <a:pt x="276" y="388"/>
                    <a:pt x="276" y="388"/>
                  </a:cubicBezTo>
                  <a:cubicBezTo>
                    <a:pt x="276" y="381"/>
                    <a:pt x="281" y="375"/>
                    <a:pt x="288" y="375"/>
                  </a:cubicBezTo>
                  <a:cubicBezTo>
                    <a:pt x="313" y="375"/>
                    <a:pt x="313" y="375"/>
                    <a:pt x="313" y="375"/>
                  </a:cubicBezTo>
                  <a:cubicBezTo>
                    <a:pt x="320" y="375"/>
                    <a:pt x="326" y="381"/>
                    <a:pt x="326" y="388"/>
                  </a:cubicBezTo>
                  <a:lnTo>
                    <a:pt x="326" y="413"/>
                  </a:lnTo>
                  <a:close/>
                  <a:moveTo>
                    <a:pt x="326" y="338"/>
                  </a:moveTo>
                  <a:cubicBezTo>
                    <a:pt x="326" y="345"/>
                    <a:pt x="320" y="350"/>
                    <a:pt x="313" y="350"/>
                  </a:cubicBezTo>
                  <a:cubicBezTo>
                    <a:pt x="288" y="350"/>
                    <a:pt x="288" y="350"/>
                    <a:pt x="288" y="350"/>
                  </a:cubicBezTo>
                  <a:cubicBezTo>
                    <a:pt x="281" y="350"/>
                    <a:pt x="276" y="345"/>
                    <a:pt x="276" y="338"/>
                  </a:cubicBezTo>
                  <a:cubicBezTo>
                    <a:pt x="276" y="313"/>
                    <a:pt x="276" y="313"/>
                    <a:pt x="276" y="313"/>
                  </a:cubicBezTo>
                  <a:cubicBezTo>
                    <a:pt x="276" y="306"/>
                    <a:pt x="281" y="300"/>
                    <a:pt x="288" y="300"/>
                  </a:cubicBezTo>
                  <a:cubicBezTo>
                    <a:pt x="313" y="300"/>
                    <a:pt x="313" y="300"/>
                    <a:pt x="313" y="300"/>
                  </a:cubicBezTo>
                  <a:cubicBezTo>
                    <a:pt x="320" y="300"/>
                    <a:pt x="326" y="306"/>
                    <a:pt x="326" y="313"/>
                  </a:cubicBezTo>
                  <a:lnTo>
                    <a:pt x="326" y="338"/>
                  </a:lnTo>
                  <a:close/>
                  <a:moveTo>
                    <a:pt x="401" y="488"/>
                  </a:moveTo>
                  <a:cubicBezTo>
                    <a:pt x="401" y="495"/>
                    <a:pt x="395" y="501"/>
                    <a:pt x="388" y="501"/>
                  </a:cubicBezTo>
                  <a:cubicBezTo>
                    <a:pt x="363" y="501"/>
                    <a:pt x="363" y="501"/>
                    <a:pt x="363" y="501"/>
                  </a:cubicBezTo>
                  <a:cubicBezTo>
                    <a:pt x="356" y="501"/>
                    <a:pt x="351" y="495"/>
                    <a:pt x="351" y="488"/>
                  </a:cubicBezTo>
                  <a:cubicBezTo>
                    <a:pt x="351" y="438"/>
                    <a:pt x="351" y="438"/>
                    <a:pt x="351" y="438"/>
                  </a:cubicBezTo>
                  <a:cubicBezTo>
                    <a:pt x="351" y="431"/>
                    <a:pt x="356" y="425"/>
                    <a:pt x="363" y="425"/>
                  </a:cubicBezTo>
                  <a:cubicBezTo>
                    <a:pt x="388" y="425"/>
                    <a:pt x="388" y="425"/>
                    <a:pt x="388" y="425"/>
                  </a:cubicBezTo>
                  <a:cubicBezTo>
                    <a:pt x="395" y="425"/>
                    <a:pt x="401" y="431"/>
                    <a:pt x="401" y="438"/>
                  </a:cubicBezTo>
                  <a:lnTo>
                    <a:pt x="401" y="488"/>
                  </a:lnTo>
                  <a:close/>
                  <a:moveTo>
                    <a:pt x="401" y="388"/>
                  </a:moveTo>
                  <a:cubicBezTo>
                    <a:pt x="401" y="395"/>
                    <a:pt x="395" y="400"/>
                    <a:pt x="388" y="400"/>
                  </a:cubicBezTo>
                  <a:cubicBezTo>
                    <a:pt x="363" y="400"/>
                    <a:pt x="363" y="400"/>
                    <a:pt x="363" y="400"/>
                  </a:cubicBezTo>
                  <a:cubicBezTo>
                    <a:pt x="356" y="400"/>
                    <a:pt x="351" y="395"/>
                    <a:pt x="351" y="388"/>
                  </a:cubicBezTo>
                  <a:cubicBezTo>
                    <a:pt x="351" y="313"/>
                    <a:pt x="351" y="313"/>
                    <a:pt x="351" y="313"/>
                  </a:cubicBezTo>
                  <a:cubicBezTo>
                    <a:pt x="351" y="306"/>
                    <a:pt x="356" y="300"/>
                    <a:pt x="363" y="300"/>
                  </a:cubicBezTo>
                  <a:cubicBezTo>
                    <a:pt x="388" y="300"/>
                    <a:pt x="388" y="300"/>
                    <a:pt x="388" y="300"/>
                  </a:cubicBezTo>
                  <a:cubicBezTo>
                    <a:pt x="395" y="300"/>
                    <a:pt x="401" y="306"/>
                    <a:pt x="401" y="313"/>
                  </a:cubicBezTo>
                  <a:lnTo>
                    <a:pt x="401" y="388"/>
                  </a:lnTo>
                  <a:close/>
                  <a:moveTo>
                    <a:pt x="401" y="263"/>
                  </a:moveTo>
                  <a:cubicBezTo>
                    <a:pt x="401" y="269"/>
                    <a:pt x="395" y="275"/>
                    <a:pt x="388" y="275"/>
                  </a:cubicBezTo>
                  <a:cubicBezTo>
                    <a:pt x="326" y="275"/>
                    <a:pt x="326" y="275"/>
                    <a:pt x="326" y="275"/>
                  </a:cubicBezTo>
                  <a:cubicBezTo>
                    <a:pt x="319" y="275"/>
                    <a:pt x="313" y="269"/>
                    <a:pt x="313" y="263"/>
                  </a:cubicBezTo>
                  <a:cubicBezTo>
                    <a:pt x="313" y="237"/>
                    <a:pt x="313" y="237"/>
                    <a:pt x="313" y="237"/>
                  </a:cubicBezTo>
                  <a:cubicBezTo>
                    <a:pt x="313" y="231"/>
                    <a:pt x="319" y="225"/>
                    <a:pt x="326" y="225"/>
                  </a:cubicBezTo>
                  <a:cubicBezTo>
                    <a:pt x="388" y="225"/>
                    <a:pt x="388" y="225"/>
                    <a:pt x="388" y="225"/>
                  </a:cubicBezTo>
                  <a:cubicBezTo>
                    <a:pt x="395" y="225"/>
                    <a:pt x="401" y="231"/>
                    <a:pt x="401" y="237"/>
                  </a:cubicBezTo>
                  <a:lnTo>
                    <a:pt x="401" y="263"/>
                  </a:lnTo>
                  <a:close/>
                  <a:moveTo>
                    <a:pt x="401" y="150"/>
                  </a:moveTo>
                  <a:cubicBezTo>
                    <a:pt x="401" y="164"/>
                    <a:pt x="390" y="175"/>
                    <a:pt x="376" y="175"/>
                  </a:cubicBezTo>
                  <a:cubicBezTo>
                    <a:pt x="75" y="175"/>
                    <a:pt x="75" y="175"/>
                    <a:pt x="75" y="175"/>
                  </a:cubicBezTo>
                  <a:cubicBezTo>
                    <a:pt x="61" y="175"/>
                    <a:pt x="50" y="164"/>
                    <a:pt x="50" y="150"/>
                  </a:cubicBezTo>
                  <a:cubicBezTo>
                    <a:pt x="50" y="75"/>
                    <a:pt x="50" y="75"/>
                    <a:pt x="50" y="75"/>
                  </a:cubicBezTo>
                  <a:cubicBezTo>
                    <a:pt x="50" y="61"/>
                    <a:pt x="61" y="50"/>
                    <a:pt x="75" y="50"/>
                  </a:cubicBezTo>
                  <a:cubicBezTo>
                    <a:pt x="376" y="50"/>
                    <a:pt x="376" y="50"/>
                    <a:pt x="376" y="50"/>
                  </a:cubicBezTo>
                  <a:cubicBezTo>
                    <a:pt x="390" y="50"/>
                    <a:pt x="401" y="61"/>
                    <a:pt x="401" y="75"/>
                  </a:cubicBezTo>
                  <a:lnTo>
                    <a:pt x="401" y="1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19"/>
            <p:cNvSpPr>
              <a:spLocks/>
            </p:cNvSpPr>
            <p:nvPr/>
          </p:nvSpPr>
          <p:spPr bwMode="auto">
            <a:xfrm>
              <a:off x="1258888" y="5308600"/>
              <a:ext cx="42863" cy="19050"/>
            </a:xfrm>
            <a:custGeom>
              <a:avLst/>
              <a:gdLst>
                <a:gd name="T0" fmla="*/ 22 w 27"/>
                <a:gd name="T1" fmla="*/ 12 h 12"/>
                <a:gd name="T2" fmla="*/ 26 w 27"/>
                <a:gd name="T3" fmla="*/ 8 h 12"/>
                <a:gd name="T4" fmla="*/ 27 w 27"/>
                <a:gd name="T5" fmla="*/ 4 h 12"/>
                <a:gd name="T6" fmla="*/ 24 w 27"/>
                <a:gd name="T7" fmla="*/ 0 h 12"/>
                <a:gd name="T8" fmla="*/ 5 w 27"/>
                <a:gd name="T9" fmla="*/ 0 h 12"/>
                <a:gd name="T10" fmla="*/ 0 w 27"/>
                <a:gd name="T11" fmla="*/ 4 h 12"/>
                <a:gd name="T12" fmla="*/ 0 w 27"/>
                <a:gd name="T13" fmla="*/ 8 h 12"/>
                <a:gd name="T14" fmla="*/ 3 w 27"/>
                <a:gd name="T15" fmla="*/ 12 h 12"/>
                <a:gd name="T16" fmla="*/ 22 w 27"/>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2">
                  <a:moveTo>
                    <a:pt x="22" y="12"/>
                  </a:moveTo>
                  <a:lnTo>
                    <a:pt x="26" y="8"/>
                  </a:lnTo>
                  <a:lnTo>
                    <a:pt x="27" y="4"/>
                  </a:lnTo>
                  <a:lnTo>
                    <a:pt x="24" y="0"/>
                  </a:lnTo>
                  <a:lnTo>
                    <a:pt x="5" y="0"/>
                  </a:lnTo>
                  <a:lnTo>
                    <a:pt x="0" y="4"/>
                  </a:lnTo>
                  <a:lnTo>
                    <a:pt x="0" y="8"/>
                  </a:lnTo>
                  <a:lnTo>
                    <a:pt x="3" y="12"/>
                  </a:lnTo>
                  <a:lnTo>
                    <a:pt x="22"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20"/>
            <p:cNvSpPr>
              <a:spLocks/>
            </p:cNvSpPr>
            <p:nvPr/>
          </p:nvSpPr>
          <p:spPr bwMode="auto">
            <a:xfrm>
              <a:off x="1231900" y="5327650"/>
              <a:ext cx="23813" cy="42863"/>
            </a:xfrm>
            <a:custGeom>
              <a:avLst/>
              <a:gdLst>
                <a:gd name="T0" fmla="*/ 7 w 15"/>
                <a:gd name="T1" fmla="*/ 27 h 27"/>
                <a:gd name="T2" fmla="*/ 12 w 15"/>
                <a:gd name="T3" fmla="*/ 23 h 27"/>
                <a:gd name="T4" fmla="*/ 15 w 15"/>
                <a:gd name="T5" fmla="*/ 4 h 27"/>
                <a:gd name="T6" fmla="*/ 12 w 15"/>
                <a:gd name="T7" fmla="*/ 0 h 27"/>
                <a:gd name="T8" fmla="*/ 8 w 15"/>
                <a:gd name="T9" fmla="*/ 0 h 27"/>
                <a:gd name="T10" fmla="*/ 4 w 15"/>
                <a:gd name="T11" fmla="*/ 4 h 27"/>
                <a:gd name="T12" fmla="*/ 0 w 15"/>
                <a:gd name="T13" fmla="*/ 23 h 27"/>
                <a:gd name="T14" fmla="*/ 4 w 15"/>
                <a:gd name="T15" fmla="*/ 27 h 27"/>
                <a:gd name="T16" fmla="*/ 7 w 15"/>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27">
                  <a:moveTo>
                    <a:pt x="7" y="27"/>
                  </a:moveTo>
                  <a:lnTo>
                    <a:pt x="12" y="23"/>
                  </a:lnTo>
                  <a:lnTo>
                    <a:pt x="15" y="4"/>
                  </a:lnTo>
                  <a:lnTo>
                    <a:pt x="12" y="0"/>
                  </a:lnTo>
                  <a:lnTo>
                    <a:pt x="8" y="0"/>
                  </a:lnTo>
                  <a:lnTo>
                    <a:pt x="4" y="4"/>
                  </a:lnTo>
                  <a:lnTo>
                    <a:pt x="0" y="23"/>
                  </a:lnTo>
                  <a:lnTo>
                    <a:pt x="4" y="27"/>
                  </a:lnTo>
                  <a:lnTo>
                    <a:pt x="7"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21"/>
            <p:cNvSpPr>
              <a:spLocks/>
            </p:cNvSpPr>
            <p:nvPr/>
          </p:nvSpPr>
          <p:spPr bwMode="auto">
            <a:xfrm>
              <a:off x="1293813" y="5327650"/>
              <a:ext cx="23813" cy="42863"/>
            </a:xfrm>
            <a:custGeom>
              <a:avLst/>
              <a:gdLst>
                <a:gd name="T0" fmla="*/ 0 w 15"/>
                <a:gd name="T1" fmla="*/ 23 h 27"/>
                <a:gd name="T2" fmla="*/ 3 w 15"/>
                <a:gd name="T3" fmla="*/ 27 h 27"/>
                <a:gd name="T4" fmla="*/ 6 w 15"/>
                <a:gd name="T5" fmla="*/ 27 h 27"/>
                <a:gd name="T6" fmla="*/ 12 w 15"/>
                <a:gd name="T7" fmla="*/ 23 h 27"/>
                <a:gd name="T8" fmla="*/ 15 w 15"/>
                <a:gd name="T9" fmla="*/ 4 h 27"/>
                <a:gd name="T10" fmla="*/ 12 w 15"/>
                <a:gd name="T11" fmla="*/ 0 h 27"/>
                <a:gd name="T12" fmla="*/ 7 w 15"/>
                <a:gd name="T13" fmla="*/ 0 h 27"/>
                <a:gd name="T14" fmla="*/ 3 w 15"/>
                <a:gd name="T15" fmla="*/ 4 h 27"/>
                <a:gd name="T16" fmla="*/ 0 w 15"/>
                <a:gd name="T17" fmla="*/ 2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27">
                  <a:moveTo>
                    <a:pt x="0" y="23"/>
                  </a:moveTo>
                  <a:lnTo>
                    <a:pt x="3" y="27"/>
                  </a:lnTo>
                  <a:lnTo>
                    <a:pt x="6" y="27"/>
                  </a:lnTo>
                  <a:lnTo>
                    <a:pt x="12" y="23"/>
                  </a:lnTo>
                  <a:lnTo>
                    <a:pt x="15" y="4"/>
                  </a:lnTo>
                  <a:lnTo>
                    <a:pt x="12" y="0"/>
                  </a:lnTo>
                  <a:lnTo>
                    <a:pt x="7" y="0"/>
                  </a:lnTo>
                  <a:lnTo>
                    <a:pt x="3" y="4"/>
                  </a:lnTo>
                  <a:lnTo>
                    <a:pt x="0"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22"/>
            <p:cNvSpPr>
              <a:spLocks/>
            </p:cNvSpPr>
            <p:nvPr/>
          </p:nvSpPr>
          <p:spPr bwMode="auto">
            <a:xfrm>
              <a:off x="1236663" y="5432425"/>
              <a:ext cx="42863" cy="17463"/>
            </a:xfrm>
            <a:custGeom>
              <a:avLst/>
              <a:gdLst>
                <a:gd name="T0" fmla="*/ 5 w 27"/>
                <a:gd name="T1" fmla="*/ 0 h 11"/>
                <a:gd name="T2" fmla="*/ 1 w 27"/>
                <a:gd name="T3" fmla="*/ 3 h 11"/>
                <a:gd name="T4" fmla="*/ 0 w 27"/>
                <a:gd name="T5" fmla="*/ 7 h 11"/>
                <a:gd name="T6" fmla="*/ 3 w 27"/>
                <a:gd name="T7" fmla="*/ 11 h 11"/>
                <a:gd name="T8" fmla="*/ 22 w 27"/>
                <a:gd name="T9" fmla="*/ 11 h 11"/>
                <a:gd name="T10" fmla="*/ 27 w 27"/>
                <a:gd name="T11" fmla="*/ 7 h 11"/>
                <a:gd name="T12" fmla="*/ 27 w 27"/>
                <a:gd name="T13" fmla="*/ 3 h 11"/>
                <a:gd name="T14" fmla="*/ 24 w 27"/>
                <a:gd name="T15" fmla="*/ 0 h 11"/>
                <a:gd name="T16" fmla="*/ 5 w 27"/>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1">
                  <a:moveTo>
                    <a:pt x="5" y="0"/>
                  </a:moveTo>
                  <a:lnTo>
                    <a:pt x="1" y="3"/>
                  </a:lnTo>
                  <a:lnTo>
                    <a:pt x="0" y="7"/>
                  </a:lnTo>
                  <a:lnTo>
                    <a:pt x="3" y="11"/>
                  </a:lnTo>
                  <a:lnTo>
                    <a:pt x="22" y="11"/>
                  </a:lnTo>
                  <a:lnTo>
                    <a:pt x="27" y="7"/>
                  </a:lnTo>
                  <a:lnTo>
                    <a:pt x="27" y="3"/>
                  </a:lnTo>
                  <a:lnTo>
                    <a:pt x="24"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23"/>
            <p:cNvSpPr>
              <a:spLocks/>
            </p:cNvSpPr>
            <p:nvPr/>
          </p:nvSpPr>
          <p:spPr bwMode="auto">
            <a:xfrm>
              <a:off x="1311275" y="5432425"/>
              <a:ext cx="19050" cy="17463"/>
            </a:xfrm>
            <a:custGeom>
              <a:avLst/>
              <a:gdLst>
                <a:gd name="T0" fmla="*/ 5 w 12"/>
                <a:gd name="T1" fmla="*/ 0 h 11"/>
                <a:gd name="T2" fmla="*/ 1 w 12"/>
                <a:gd name="T3" fmla="*/ 3 h 11"/>
                <a:gd name="T4" fmla="*/ 0 w 12"/>
                <a:gd name="T5" fmla="*/ 7 h 11"/>
                <a:gd name="T6" fmla="*/ 3 w 12"/>
                <a:gd name="T7" fmla="*/ 11 h 11"/>
                <a:gd name="T8" fmla="*/ 7 w 12"/>
                <a:gd name="T9" fmla="*/ 11 h 11"/>
                <a:gd name="T10" fmla="*/ 11 w 12"/>
                <a:gd name="T11" fmla="*/ 7 h 11"/>
                <a:gd name="T12" fmla="*/ 12 w 12"/>
                <a:gd name="T13" fmla="*/ 3 h 11"/>
                <a:gd name="T14" fmla="*/ 9 w 12"/>
                <a:gd name="T15" fmla="*/ 0 h 11"/>
                <a:gd name="T16" fmla="*/ 5 w 12"/>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1">
                  <a:moveTo>
                    <a:pt x="5" y="0"/>
                  </a:moveTo>
                  <a:lnTo>
                    <a:pt x="1" y="3"/>
                  </a:lnTo>
                  <a:lnTo>
                    <a:pt x="0" y="7"/>
                  </a:lnTo>
                  <a:lnTo>
                    <a:pt x="3" y="11"/>
                  </a:lnTo>
                  <a:lnTo>
                    <a:pt x="7" y="11"/>
                  </a:lnTo>
                  <a:lnTo>
                    <a:pt x="11" y="7"/>
                  </a:lnTo>
                  <a:lnTo>
                    <a:pt x="12" y="3"/>
                  </a:lnTo>
                  <a:lnTo>
                    <a:pt x="9"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24"/>
            <p:cNvSpPr>
              <a:spLocks/>
            </p:cNvSpPr>
            <p:nvPr/>
          </p:nvSpPr>
          <p:spPr bwMode="auto">
            <a:xfrm>
              <a:off x="1222375" y="5387975"/>
              <a:ext cx="23813" cy="44450"/>
            </a:xfrm>
            <a:custGeom>
              <a:avLst/>
              <a:gdLst>
                <a:gd name="T0" fmla="*/ 15 w 15"/>
                <a:gd name="T1" fmla="*/ 4 h 28"/>
                <a:gd name="T2" fmla="*/ 11 w 15"/>
                <a:gd name="T3" fmla="*/ 0 h 28"/>
                <a:gd name="T4" fmla="*/ 8 w 15"/>
                <a:gd name="T5" fmla="*/ 0 h 28"/>
                <a:gd name="T6" fmla="*/ 3 w 15"/>
                <a:gd name="T7" fmla="*/ 4 h 28"/>
                <a:gd name="T8" fmla="*/ 0 w 15"/>
                <a:gd name="T9" fmla="*/ 24 h 28"/>
                <a:gd name="T10" fmla="*/ 3 w 15"/>
                <a:gd name="T11" fmla="*/ 28 h 28"/>
                <a:gd name="T12" fmla="*/ 7 w 15"/>
                <a:gd name="T13" fmla="*/ 28 h 28"/>
                <a:gd name="T14" fmla="*/ 11 w 15"/>
                <a:gd name="T15" fmla="*/ 24 h 28"/>
                <a:gd name="T16" fmla="*/ 15 w 15"/>
                <a:gd name="T17" fmla="*/ 4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28">
                  <a:moveTo>
                    <a:pt x="15" y="4"/>
                  </a:moveTo>
                  <a:lnTo>
                    <a:pt x="11" y="0"/>
                  </a:lnTo>
                  <a:lnTo>
                    <a:pt x="8" y="0"/>
                  </a:lnTo>
                  <a:lnTo>
                    <a:pt x="3" y="4"/>
                  </a:lnTo>
                  <a:lnTo>
                    <a:pt x="0" y="24"/>
                  </a:lnTo>
                  <a:lnTo>
                    <a:pt x="3" y="28"/>
                  </a:lnTo>
                  <a:lnTo>
                    <a:pt x="7" y="28"/>
                  </a:lnTo>
                  <a:lnTo>
                    <a:pt x="11" y="24"/>
                  </a:lnTo>
                  <a:lnTo>
                    <a:pt x="15"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25"/>
            <p:cNvSpPr>
              <a:spLocks/>
            </p:cNvSpPr>
            <p:nvPr/>
          </p:nvSpPr>
          <p:spPr bwMode="auto">
            <a:xfrm>
              <a:off x="1282700" y="5387975"/>
              <a:ext cx="25400" cy="44450"/>
            </a:xfrm>
            <a:custGeom>
              <a:avLst/>
              <a:gdLst>
                <a:gd name="T0" fmla="*/ 8 w 16"/>
                <a:gd name="T1" fmla="*/ 0 h 28"/>
                <a:gd name="T2" fmla="*/ 3 w 16"/>
                <a:gd name="T3" fmla="*/ 4 h 28"/>
                <a:gd name="T4" fmla="*/ 0 w 16"/>
                <a:gd name="T5" fmla="*/ 24 h 28"/>
                <a:gd name="T6" fmla="*/ 3 w 16"/>
                <a:gd name="T7" fmla="*/ 28 h 28"/>
                <a:gd name="T8" fmla="*/ 7 w 16"/>
                <a:gd name="T9" fmla="*/ 28 h 28"/>
                <a:gd name="T10" fmla="*/ 11 w 16"/>
                <a:gd name="T11" fmla="*/ 24 h 28"/>
                <a:gd name="T12" fmla="*/ 16 w 16"/>
                <a:gd name="T13" fmla="*/ 4 h 28"/>
                <a:gd name="T14" fmla="*/ 11 w 16"/>
                <a:gd name="T15" fmla="*/ 0 h 28"/>
                <a:gd name="T16" fmla="*/ 8 w 16"/>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28">
                  <a:moveTo>
                    <a:pt x="8" y="0"/>
                  </a:moveTo>
                  <a:lnTo>
                    <a:pt x="3" y="4"/>
                  </a:lnTo>
                  <a:lnTo>
                    <a:pt x="0" y="24"/>
                  </a:lnTo>
                  <a:lnTo>
                    <a:pt x="3" y="28"/>
                  </a:lnTo>
                  <a:lnTo>
                    <a:pt x="7" y="28"/>
                  </a:lnTo>
                  <a:lnTo>
                    <a:pt x="11" y="24"/>
                  </a:lnTo>
                  <a:lnTo>
                    <a:pt x="16" y="4"/>
                  </a:lnTo>
                  <a:lnTo>
                    <a:pt x="11" y="0"/>
                  </a:lnTo>
                  <a:lnTo>
                    <a:pt x="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26"/>
            <p:cNvSpPr>
              <a:spLocks/>
            </p:cNvSpPr>
            <p:nvPr/>
          </p:nvSpPr>
          <p:spPr bwMode="auto">
            <a:xfrm>
              <a:off x="1196975" y="5327650"/>
              <a:ext cx="22225" cy="42863"/>
            </a:xfrm>
            <a:custGeom>
              <a:avLst/>
              <a:gdLst>
                <a:gd name="T0" fmla="*/ 7 w 14"/>
                <a:gd name="T1" fmla="*/ 0 h 27"/>
                <a:gd name="T2" fmla="*/ 3 w 14"/>
                <a:gd name="T3" fmla="*/ 4 h 27"/>
                <a:gd name="T4" fmla="*/ 0 w 14"/>
                <a:gd name="T5" fmla="*/ 23 h 27"/>
                <a:gd name="T6" fmla="*/ 3 w 14"/>
                <a:gd name="T7" fmla="*/ 27 h 27"/>
                <a:gd name="T8" fmla="*/ 7 w 14"/>
                <a:gd name="T9" fmla="*/ 27 h 27"/>
                <a:gd name="T10" fmla="*/ 11 w 14"/>
                <a:gd name="T11" fmla="*/ 23 h 27"/>
                <a:gd name="T12" fmla="*/ 14 w 14"/>
                <a:gd name="T13" fmla="*/ 4 h 27"/>
                <a:gd name="T14" fmla="*/ 11 w 14"/>
                <a:gd name="T15" fmla="*/ 0 h 27"/>
                <a:gd name="T16" fmla="*/ 7 w 14"/>
                <a:gd name="T1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27">
                  <a:moveTo>
                    <a:pt x="7" y="0"/>
                  </a:moveTo>
                  <a:lnTo>
                    <a:pt x="3" y="4"/>
                  </a:lnTo>
                  <a:lnTo>
                    <a:pt x="0" y="23"/>
                  </a:lnTo>
                  <a:lnTo>
                    <a:pt x="3" y="27"/>
                  </a:lnTo>
                  <a:lnTo>
                    <a:pt x="7" y="27"/>
                  </a:lnTo>
                  <a:lnTo>
                    <a:pt x="11" y="23"/>
                  </a:lnTo>
                  <a:lnTo>
                    <a:pt x="14" y="4"/>
                  </a:lnTo>
                  <a:lnTo>
                    <a:pt x="11" y="0"/>
                  </a:lnTo>
                  <a:lnTo>
                    <a:pt x="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27"/>
            <p:cNvSpPr>
              <a:spLocks/>
            </p:cNvSpPr>
            <p:nvPr/>
          </p:nvSpPr>
          <p:spPr bwMode="auto">
            <a:xfrm>
              <a:off x="1185863" y="5387975"/>
              <a:ext cx="23813" cy="44450"/>
            </a:xfrm>
            <a:custGeom>
              <a:avLst/>
              <a:gdLst>
                <a:gd name="T0" fmla="*/ 8 w 15"/>
                <a:gd name="T1" fmla="*/ 0 h 28"/>
                <a:gd name="T2" fmla="*/ 3 w 15"/>
                <a:gd name="T3" fmla="*/ 4 h 28"/>
                <a:gd name="T4" fmla="*/ 0 w 15"/>
                <a:gd name="T5" fmla="*/ 24 h 28"/>
                <a:gd name="T6" fmla="*/ 3 w 15"/>
                <a:gd name="T7" fmla="*/ 28 h 28"/>
                <a:gd name="T8" fmla="*/ 7 w 15"/>
                <a:gd name="T9" fmla="*/ 28 h 28"/>
                <a:gd name="T10" fmla="*/ 11 w 15"/>
                <a:gd name="T11" fmla="*/ 24 h 28"/>
                <a:gd name="T12" fmla="*/ 15 w 15"/>
                <a:gd name="T13" fmla="*/ 4 h 28"/>
                <a:gd name="T14" fmla="*/ 12 w 15"/>
                <a:gd name="T15" fmla="*/ 0 h 28"/>
                <a:gd name="T16" fmla="*/ 8 w 15"/>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28">
                  <a:moveTo>
                    <a:pt x="8" y="0"/>
                  </a:moveTo>
                  <a:lnTo>
                    <a:pt x="3" y="4"/>
                  </a:lnTo>
                  <a:lnTo>
                    <a:pt x="0" y="24"/>
                  </a:lnTo>
                  <a:lnTo>
                    <a:pt x="3" y="28"/>
                  </a:lnTo>
                  <a:lnTo>
                    <a:pt x="7" y="28"/>
                  </a:lnTo>
                  <a:lnTo>
                    <a:pt x="11" y="24"/>
                  </a:lnTo>
                  <a:lnTo>
                    <a:pt x="15" y="4"/>
                  </a:lnTo>
                  <a:lnTo>
                    <a:pt x="12" y="0"/>
                  </a:lnTo>
                  <a:lnTo>
                    <a:pt x="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28"/>
            <p:cNvSpPr>
              <a:spLocks/>
            </p:cNvSpPr>
            <p:nvPr/>
          </p:nvSpPr>
          <p:spPr bwMode="auto">
            <a:xfrm>
              <a:off x="1376363" y="5370513"/>
              <a:ext cx="42863" cy="17463"/>
            </a:xfrm>
            <a:custGeom>
              <a:avLst/>
              <a:gdLst>
                <a:gd name="T0" fmla="*/ 5 w 27"/>
                <a:gd name="T1" fmla="*/ 0 h 11"/>
                <a:gd name="T2" fmla="*/ 1 w 27"/>
                <a:gd name="T3" fmla="*/ 3 h 11"/>
                <a:gd name="T4" fmla="*/ 0 w 27"/>
                <a:gd name="T5" fmla="*/ 7 h 11"/>
                <a:gd name="T6" fmla="*/ 3 w 27"/>
                <a:gd name="T7" fmla="*/ 11 h 11"/>
                <a:gd name="T8" fmla="*/ 22 w 27"/>
                <a:gd name="T9" fmla="*/ 11 h 11"/>
                <a:gd name="T10" fmla="*/ 27 w 27"/>
                <a:gd name="T11" fmla="*/ 7 h 11"/>
                <a:gd name="T12" fmla="*/ 27 w 27"/>
                <a:gd name="T13" fmla="*/ 3 h 11"/>
                <a:gd name="T14" fmla="*/ 24 w 27"/>
                <a:gd name="T15" fmla="*/ 0 h 11"/>
                <a:gd name="T16" fmla="*/ 5 w 27"/>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1">
                  <a:moveTo>
                    <a:pt x="5" y="0"/>
                  </a:moveTo>
                  <a:lnTo>
                    <a:pt x="1" y="3"/>
                  </a:lnTo>
                  <a:lnTo>
                    <a:pt x="0" y="7"/>
                  </a:lnTo>
                  <a:lnTo>
                    <a:pt x="3" y="11"/>
                  </a:lnTo>
                  <a:lnTo>
                    <a:pt x="22" y="11"/>
                  </a:lnTo>
                  <a:lnTo>
                    <a:pt x="27" y="7"/>
                  </a:lnTo>
                  <a:lnTo>
                    <a:pt x="27" y="3"/>
                  </a:lnTo>
                  <a:lnTo>
                    <a:pt x="24"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29"/>
            <p:cNvSpPr>
              <a:spLocks/>
            </p:cNvSpPr>
            <p:nvPr/>
          </p:nvSpPr>
          <p:spPr bwMode="auto">
            <a:xfrm>
              <a:off x="1387475" y="5308600"/>
              <a:ext cx="42863" cy="19050"/>
            </a:xfrm>
            <a:custGeom>
              <a:avLst/>
              <a:gdLst>
                <a:gd name="T0" fmla="*/ 22 w 27"/>
                <a:gd name="T1" fmla="*/ 12 h 12"/>
                <a:gd name="T2" fmla="*/ 26 w 27"/>
                <a:gd name="T3" fmla="*/ 8 h 12"/>
                <a:gd name="T4" fmla="*/ 27 w 27"/>
                <a:gd name="T5" fmla="*/ 4 h 12"/>
                <a:gd name="T6" fmla="*/ 24 w 27"/>
                <a:gd name="T7" fmla="*/ 0 h 12"/>
                <a:gd name="T8" fmla="*/ 5 w 27"/>
                <a:gd name="T9" fmla="*/ 0 h 12"/>
                <a:gd name="T10" fmla="*/ 0 w 27"/>
                <a:gd name="T11" fmla="*/ 4 h 12"/>
                <a:gd name="T12" fmla="*/ 0 w 27"/>
                <a:gd name="T13" fmla="*/ 8 h 12"/>
                <a:gd name="T14" fmla="*/ 3 w 27"/>
                <a:gd name="T15" fmla="*/ 12 h 12"/>
                <a:gd name="T16" fmla="*/ 22 w 27"/>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2">
                  <a:moveTo>
                    <a:pt x="22" y="12"/>
                  </a:moveTo>
                  <a:lnTo>
                    <a:pt x="26" y="8"/>
                  </a:lnTo>
                  <a:lnTo>
                    <a:pt x="27" y="4"/>
                  </a:lnTo>
                  <a:lnTo>
                    <a:pt x="24" y="0"/>
                  </a:lnTo>
                  <a:lnTo>
                    <a:pt x="5" y="0"/>
                  </a:lnTo>
                  <a:lnTo>
                    <a:pt x="0" y="4"/>
                  </a:lnTo>
                  <a:lnTo>
                    <a:pt x="0" y="8"/>
                  </a:lnTo>
                  <a:lnTo>
                    <a:pt x="3" y="12"/>
                  </a:lnTo>
                  <a:lnTo>
                    <a:pt x="22"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30"/>
            <p:cNvSpPr>
              <a:spLocks/>
            </p:cNvSpPr>
            <p:nvPr/>
          </p:nvSpPr>
          <p:spPr bwMode="auto">
            <a:xfrm>
              <a:off x="1422400" y="5327650"/>
              <a:ext cx="22225" cy="42863"/>
            </a:xfrm>
            <a:custGeom>
              <a:avLst/>
              <a:gdLst>
                <a:gd name="T0" fmla="*/ 7 w 14"/>
                <a:gd name="T1" fmla="*/ 0 h 27"/>
                <a:gd name="T2" fmla="*/ 3 w 14"/>
                <a:gd name="T3" fmla="*/ 4 h 27"/>
                <a:gd name="T4" fmla="*/ 0 w 14"/>
                <a:gd name="T5" fmla="*/ 23 h 27"/>
                <a:gd name="T6" fmla="*/ 3 w 14"/>
                <a:gd name="T7" fmla="*/ 27 h 27"/>
                <a:gd name="T8" fmla="*/ 6 w 14"/>
                <a:gd name="T9" fmla="*/ 27 h 27"/>
                <a:gd name="T10" fmla="*/ 11 w 14"/>
                <a:gd name="T11" fmla="*/ 23 h 27"/>
                <a:gd name="T12" fmla="*/ 14 w 14"/>
                <a:gd name="T13" fmla="*/ 4 h 27"/>
                <a:gd name="T14" fmla="*/ 11 w 14"/>
                <a:gd name="T15" fmla="*/ 0 h 27"/>
                <a:gd name="T16" fmla="*/ 7 w 14"/>
                <a:gd name="T1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27">
                  <a:moveTo>
                    <a:pt x="7" y="0"/>
                  </a:moveTo>
                  <a:lnTo>
                    <a:pt x="3" y="4"/>
                  </a:lnTo>
                  <a:lnTo>
                    <a:pt x="0" y="23"/>
                  </a:lnTo>
                  <a:lnTo>
                    <a:pt x="3" y="27"/>
                  </a:lnTo>
                  <a:lnTo>
                    <a:pt x="6" y="27"/>
                  </a:lnTo>
                  <a:lnTo>
                    <a:pt x="11" y="23"/>
                  </a:lnTo>
                  <a:lnTo>
                    <a:pt x="14" y="4"/>
                  </a:lnTo>
                  <a:lnTo>
                    <a:pt x="11" y="0"/>
                  </a:lnTo>
                  <a:lnTo>
                    <a:pt x="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31"/>
            <p:cNvSpPr>
              <a:spLocks/>
            </p:cNvSpPr>
            <p:nvPr/>
          </p:nvSpPr>
          <p:spPr bwMode="auto">
            <a:xfrm>
              <a:off x="1365250" y="5432425"/>
              <a:ext cx="44450" cy="17463"/>
            </a:xfrm>
            <a:custGeom>
              <a:avLst/>
              <a:gdLst>
                <a:gd name="T0" fmla="*/ 5 w 28"/>
                <a:gd name="T1" fmla="*/ 0 h 11"/>
                <a:gd name="T2" fmla="*/ 1 w 28"/>
                <a:gd name="T3" fmla="*/ 3 h 11"/>
                <a:gd name="T4" fmla="*/ 0 w 28"/>
                <a:gd name="T5" fmla="*/ 7 h 11"/>
                <a:gd name="T6" fmla="*/ 3 w 28"/>
                <a:gd name="T7" fmla="*/ 11 h 11"/>
                <a:gd name="T8" fmla="*/ 22 w 28"/>
                <a:gd name="T9" fmla="*/ 11 h 11"/>
                <a:gd name="T10" fmla="*/ 27 w 28"/>
                <a:gd name="T11" fmla="*/ 7 h 11"/>
                <a:gd name="T12" fmla="*/ 28 w 28"/>
                <a:gd name="T13" fmla="*/ 3 h 11"/>
                <a:gd name="T14" fmla="*/ 24 w 28"/>
                <a:gd name="T15" fmla="*/ 0 h 11"/>
                <a:gd name="T16" fmla="*/ 5 w 28"/>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1">
                  <a:moveTo>
                    <a:pt x="5" y="0"/>
                  </a:moveTo>
                  <a:lnTo>
                    <a:pt x="1" y="3"/>
                  </a:lnTo>
                  <a:lnTo>
                    <a:pt x="0" y="7"/>
                  </a:lnTo>
                  <a:lnTo>
                    <a:pt x="3" y="11"/>
                  </a:lnTo>
                  <a:lnTo>
                    <a:pt x="22" y="11"/>
                  </a:lnTo>
                  <a:lnTo>
                    <a:pt x="27" y="7"/>
                  </a:lnTo>
                  <a:lnTo>
                    <a:pt x="28" y="3"/>
                  </a:lnTo>
                  <a:lnTo>
                    <a:pt x="24"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32"/>
            <p:cNvSpPr>
              <a:spLocks/>
            </p:cNvSpPr>
            <p:nvPr/>
          </p:nvSpPr>
          <p:spPr bwMode="auto">
            <a:xfrm>
              <a:off x="1350963" y="5387975"/>
              <a:ext cx="23813" cy="44450"/>
            </a:xfrm>
            <a:custGeom>
              <a:avLst/>
              <a:gdLst>
                <a:gd name="T0" fmla="*/ 15 w 15"/>
                <a:gd name="T1" fmla="*/ 4 h 28"/>
                <a:gd name="T2" fmla="*/ 11 w 15"/>
                <a:gd name="T3" fmla="*/ 0 h 28"/>
                <a:gd name="T4" fmla="*/ 8 w 15"/>
                <a:gd name="T5" fmla="*/ 0 h 28"/>
                <a:gd name="T6" fmla="*/ 3 w 15"/>
                <a:gd name="T7" fmla="*/ 4 h 28"/>
                <a:gd name="T8" fmla="*/ 0 w 15"/>
                <a:gd name="T9" fmla="*/ 24 h 28"/>
                <a:gd name="T10" fmla="*/ 3 w 15"/>
                <a:gd name="T11" fmla="*/ 28 h 28"/>
                <a:gd name="T12" fmla="*/ 7 w 15"/>
                <a:gd name="T13" fmla="*/ 28 h 28"/>
                <a:gd name="T14" fmla="*/ 11 w 15"/>
                <a:gd name="T15" fmla="*/ 24 h 28"/>
                <a:gd name="T16" fmla="*/ 15 w 15"/>
                <a:gd name="T17" fmla="*/ 4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28">
                  <a:moveTo>
                    <a:pt x="15" y="4"/>
                  </a:moveTo>
                  <a:lnTo>
                    <a:pt x="11" y="0"/>
                  </a:lnTo>
                  <a:lnTo>
                    <a:pt x="8" y="0"/>
                  </a:lnTo>
                  <a:lnTo>
                    <a:pt x="3" y="4"/>
                  </a:lnTo>
                  <a:lnTo>
                    <a:pt x="0" y="24"/>
                  </a:lnTo>
                  <a:lnTo>
                    <a:pt x="3" y="28"/>
                  </a:lnTo>
                  <a:lnTo>
                    <a:pt x="7" y="28"/>
                  </a:lnTo>
                  <a:lnTo>
                    <a:pt x="11" y="24"/>
                  </a:lnTo>
                  <a:lnTo>
                    <a:pt x="15"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33"/>
            <p:cNvSpPr>
              <a:spLocks/>
            </p:cNvSpPr>
            <p:nvPr/>
          </p:nvSpPr>
          <p:spPr bwMode="auto">
            <a:xfrm>
              <a:off x="1474788" y="5370513"/>
              <a:ext cx="42863" cy="17463"/>
            </a:xfrm>
            <a:custGeom>
              <a:avLst/>
              <a:gdLst>
                <a:gd name="T0" fmla="*/ 1 w 27"/>
                <a:gd name="T1" fmla="*/ 3 h 11"/>
                <a:gd name="T2" fmla="*/ 0 w 27"/>
                <a:gd name="T3" fmla="*/ 7 h 11"/>
                <a:gd name="T4" fmla="*/ 3 w 27"/>
                <a:gd name="T5" fmla="*/ 11 h 11"/>
                <a:gd name="T6" fmla="*/ 22 w 27"/>
                <a:gd name="T7" fmla="*/ 11 h 11"/>
                <a:gd name="T8" fmla="*/ 27 w 27"/>
                <a:gd name="T9" fmla="*/ 7 h 11"/>
                <a:gd name="T10" fmla="*/ 27 w 27"/>
                <a:gd name="T11" fmla="*/ 3 h 11"/>
                <a:gd name="T12" fmla="*/ 24 w 27"/>
                <a:gd name="T13" fmla="*/ 0 h 11"/>
                <a:gd name="T14" fmla="*/ 5 w 27"/>
                <a:gd name="T15" fmla="*/ 0 h 11"/>
                <a:gd name="T16" fmla="*/ 1 w 27"/>
                <a:gd name="T17"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1">
                  <a:moveTo>
                    <a:pt x="1" y="3"/>
                  </a:moveTo>
                  <a:lnTo>
                    <a:pt x="0" y="7"/>
                  </a:lnTo>
                  <a:lnTo>
                    <a:pt x="3" y="11"/>
                  </a:lnTo>
                  <a:lnTo>
                    <a:pt x="22" y="11"/>
                  </a:lnTo>
                  <a:lnTo>
                    <a:pt x="27" y="7"/>
                  </a:lnTo>
                  <a:lnTo>
                    <a:pt x="27" y="3"/>
                  </a:lnTo>
                  <a:lnTo>
                    <a:pt x="24" y="0"/>
                  </a:lnTo>
                  <a:lnTo>
                    <a:pt x="5" y="0"/>
                  </a:lnTo>
                  <a:lnTo>
                    <a:pt x="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34"/>
            <p:cNvSpPr>
              <a:spLocks/>
            </p:cNvSpPr>
            <p:nvPr/>
          </p:nvSpPr>
          <p:spPr bwMode="auto">
            <a:xfrm>
              <a:off x="1485900" y="5308600"/>
              <a:ext cx="42863" cy="19050"/>
            </a:xfrm>
            <a:custGeom>
              <a:avLst/>
              <a:gdLst>
                <a:gd name="T0" fmla="*/ 22 w 27"/>
                <a:gd name="T1" fmla="*/ 12 h 12"/>
                <a:gd name="T2" fmla="*/ 26 w 27"/>
                <a:gd name="T3" fmla="*/ 8 h 12"/>
                <a:gd name="T4" fmla="*/ 27 w 27"/>
                <a:gd name="T5" fmla="*/ 4 h 12"/>
                <a:gd name="T6" fmla="*/ 24 w 27"/>
                <a:gd name="T7" fmla="*/ 0 h 12"/>
                <a:gd name="T8" fmla="*/ 5 w 27"/>
                <a:gd name="T9" fmla="*/ 0 h 12"/>
                <a:gd name="T10" fmla="*/ 0 w 27"/>
                <a:gd name="T11" fmla="*/ 4 h 12"/>
                <a:gd name="T12" fmla="*/ 0 w 27"/>
                <a:gd name="T13" fmla="*/ 8 h 12"/>
                <a:gd name="T14" fmla="*/ 3 w 27"/>
                <a:gd name="T15" fmla="*/ 12 h 12"/>
                <a:gd name="T16" fmla="*/ 22 w 27"/>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2">
                  <a:moveTo>
                    <a:pt x="22" y="12"/>
                  </a:moveTo>
                  <a:lnTo>
                    <a:pt x="26" y="8"/>
                  </a:lnTo>
                  <a:lnTo>
                    <a:pt x="27" y="4"/>
                  </a:lnTo>
                  <a:lnTo>
                    <a:pt x="24" y="0"/>
                  </a:lnTo>
                  <a:lnTo>
                    <a:pt x="5" y="0"/>
                  </a:lnTo>
                  <a:lnTo>
                    <a:pt x="0" y="4"/>
                  </a:lnTo>
                  <a:lnTo>
                    <a:pt x="0" y="8"/>
                  </a:lnTo>
                  <a:lnTo>
                    <a:pt x="3" y="12"/>
                  </a:lnTo>
                  <a:lnTo>
                    <a:pt x="22"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35"/>
            <p:cNvSpPr>
              <a:spLocks/>
            </p:cNvSpPr>
            <p:nvPr/>
          </p:nvSpPr>
          <p:spPr bwMode="auto">
            <a:xfrm>
              <a:off x="1458913" y="5327650"/>
              <a:ext cx="23813" cy="42863"/>
            </a:xfrm>
            <a:custGeom>
              <a:avLst/>
              <a:gdLst>
                <a:gd name="T0" fmla="*/ 7 w 15"/>
                <a:gd name="T1" fmla="*/ 27 h 27"/>
                <a:gd name="T2" fmla="*/ 12 w 15"/>
                <a:gd name="T3" fmla="*/ 23 h 27"/>
                <a:gd name="T4" fmla="*/ 15 w 15"/>
                <a:gd name="T5" fmla="*/ 4 h 27"/>
                <a:gd name="T6" fmla="*/ 12 w 15"/>
                <a:gd name="T7" fmla="*/ 0 h 27"/>
                <a:gd name="T8" fmla="*/ 8 w 15"/>
                <a:gd name="T9" fmla="*/ 0 h 27"/>
                <a:gd name="T10" fmla="*/ 4 w 15"/>
                <a:gd name="T11" fmla="*/ 4 h 27"/>
                <a:gd name="T12" fmla="*/ 0 w 15"/>
                <a:gd name="T13" fmla="*/ 23 h 27"/>
                <a:gd name="T14" fmla="*/ 4 w 15"/>
                <a:gd name="T15" fmla="*/ 27 h 27"/>
                <a:gd name="T16" fmla="*/ 7 w 15"/>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27">
                  <a:moveTo>
                    <a:pt x="7" y="27"/>
                  </a:moveTo>
                  <a:lnTo>
                    <a:pt x="12" y="23"/>
                  </a:lnTo>
                  <a:lnTo>
                    <a:pt x="15" y="4"/>
                  </a:lnTo>
                  <a:lnTo>
                    <a:pt x="12" y="0"/>
                  </a:lnTo>
                  <a:lnTo>
                    <a:pt x="8" y="0"/>
                  </a:lnTo>
                  <a:lnTo>
                    <a:pt x="4" y="4"/>
                  </a:lnTo>
                  <a:lnTo>
                    <a:pt x="0" y="23"/>
                  </a:lnTo>
                  <a:lnTo>
                    <a:pt x="4" y="27"/>
                  </a:lnTo>
                  <a:lnTo>
                    <a:pt x="7"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36"/>
            <p:cNvSpPr>
              <a:spLocks/>
            </p:cNvSpPr>
            <p:nvPr/>
          </p:nvSpPr>
          <p:spPr bwMode="auto">
            <a:xfrm>
              <a:off x="1520825" y="5327650"/>
              <a:ext cx="22225" cy="42863"/>
            </a:xfrm>
            <a:custGeom>
              <a:avLst/>
              <a:gdLst>
                <a:gd name="T0" fmla="*/ 7 w 14"/>
                <a:gd name="T1" fmla="*/ 0 h 27"/>
                <a:gd name="T2" fmla="*/ 3 w 14"/>
                <a:gd name="T3" fmla="*/ 4 h 27"/>
                <a:gd name="T4" fmla="*/ 0 w 14"/>
                <a:gd name="T5" fmla="*/ 23 h 27"/>
                <a:gd name="T6" fmla="*/ 3 w 14"/>
                <a:gd name="T7" fmla="*/ 27 h 27"/>
                <a:gd name="T8" fmla="*/ 6 w 14"/>
                <a:gd name="T9" fmla="*/ 27 h 27"/>
                <a:gd name="T10" fmla="*/ 11 w 14"/>
                <a:gd name="T11" fmla="*/ 23 h 27"/>
                <a:gd name="T12" fmla="*/ 14 w 14"/>
                <a:gd name="T13" fmla="*/ 4 h 27"/>
                <a:gd name="T14" fmla="*/ 11 w 14"/>
                <a:gd name="T15" fmla="*/ 0 h 27"/>
                <a:gd name="T16" fmla="*/ 7 w 14"/>
                <a:gd name="T1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27">
                  <a:moveTo>
                    <a:pt x="7" y="0"/>
                  </a:moveTo>
                  <a:lnTo>
                    <a:pt x="3" y="4"/>
                  </a:lnTo>
                  <a:lnTo>
                    <a:pt x="0" y="23"/>
                  </a:lnTo>
                  <a:lnTo>
                    <a:pt x="3" y="27"/>
                  </a:lnTo>
                  <a:lnTo>
                    <a:pt x="6" y="27"/>
                  </a:lnTo>
                  <a:lnTo>
                    <a:pt x="11" y="23"/>
                  </a:lnTo>
                  <a:lnTo>
                    <a:pt x="14" y="4"/>
                  </a:lnTo>
                  <a:lnTo>
                    <a:pt x="11" y="0"/>
                  </a:lnTo>
                  <a:lnTo>
                    <a:pt x="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37"/>
            <p:cNvSpPr>
              <a:spLocks/>
            </p:cNvSpPr>
            <p:nvPr/>
          </p:nvSpPr>
          <p:spPr bwMode="auto">
            <a:xfrm>
              <a:off x="1463675" y="5432425"/>
              <a:ext cx="42863" cy="17463"/>
            </a:xfrm>
            <a:custGeom>
              <a:avLst/>
              <a:gdLst>
                <a:gd name="T0" fmla="*/ 5 w 27"/>
                <a:gd name="T1" fmla="*/ 0 h 11"/>
                <a:gd name="T2" fmla="*/ 1 w 27"/>
                <a:gd name="T3" fmla="*/ 3 h 11"/>
                <a:gd name="T4" fmla="*/ 0 w 27"/>
                <a:gd name="T5" fmla="*/ 7 h 11"/>
                <a:gd name="T6" fmla="*/ 3 w 27"/>
                <a:gd name="T7" fmla="*/ 11 h 11"/>
                <a:gd name="T8" fmla="*/ 22 w 27"/>
                <a:gd name="T9" fmla="*/ 11 h 11"/>
                <a:gd name="T10" fmla="*/ 27 w 27"/>
                <a:gd name="T11" fmla="*/ 7 h 11"/>
                <a:gd name="T12" fmla="*/ 27 w 27"/>
                <a:gd name="T13" fmla="*/ 3 h 11"/>
                <a:gd name="T14" fmla="*/ 24 w 27"/>
                <a:gd name="T15" fmla="*/ 0 h 11"/>
                <a:gd name="T16" fmla="*/ 5 w 27"/>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1">
                  <a:moveTo>
                    <a:pt x="5" y="0"/>
                  </a:moveTo>
                  <a:lnTo>
                    <a:pt x="1" y="3"/>
                  </a:lnTo>
                  <a:lnTo>
                    <a:pt x="0" y="7"/>
                  </a:lnTo>
                  <a:lnTo>
                    <a:pt x="3" y="11"/>
                  </a:lnTo>
                  <a:lnTo>
                    <a:pt x="22" y="11"/>
                  </a:lnTo>
                  <a:lnTo>
                    <a:pt x="27" y="7"/>
                  </a:lnTo>
                  <a:lnTo>
                    <a:pt x="27" y="3"/>
                  </a:lnTo>
                  <a:lnTo>
                    <a:pt x="24"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38"/>
            <p:cNvSpPr>
              <a:spLocks/>
            </p:cNvSpPr>
            <p:nvPr/>
          </p:nvSpPr>
          <p:spPr bwMode="auto">
            <a:xfrm>
              <a:off x="1447800" y="5387975"/>
              <a:ext cx="23813" cy="44450"/>
            </a:xfrm>
            <a:custGeom>
              <a:avLst/>
              <a:gdLst>
                <a:gd name="T0" fmla="*/ 15 w 15"/>
                <a:gd name="T1" fmla="*/ 4 h 28"/>
                <a:gd name="T2" fmla="*/ 12 w 15"/>
                <a:gd name="T3" fmla="*/ 0 h 28"/>
                <a:gd name="T4" fmla="*/ 9 w 15"/>
                <a:gd name="T5" fmla="*/ 0 h 28"/>
                <a:gd name="T6" fmla="*/ 3 w 15"/>
                <a:gd name="T7" fmla="*/ 4 h 28"/>
                <a:gd name="T8" fmla="*/ 0 w 15"/>
                <a:gd name="T9" fmla="*/ 24 h 28"/>
                <a:gd name="T10" fmla="*/ 3 w 15"/>
                <a:gd name="T11" fmla="*/ 28 h 28"/>
                <a:gd name="T12" fmla="*/ 8 w 15"/>
                <a:gd name="T13" fmla="*/ 28 h 28"/>
                <a:gd name="T14" fmla="*/ 12 w 15"/>
                <a:gd name="T15" fmla="*/ 24 h 28"/>
                <a:gd name="T16" fmla="*/ 15 w 15"/>
                <a:gd name="T17" fmla="*/ 4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28">
                  <a:moveTo>
                    <a:pt x="15" y="4"/>
                  </a:moveTo>
                  <a:lnTo>
                    <a:pt x="12" y="0"/>
                  </a:lnTo>
                  <a:lnTo>
                    <a:pt x="9" y="0"/>
                  </a:lnTo>
                  <a:lnTo>
                    <a:pt x="3" y="4"/>
                  </a:lnTo>
                  <a:lnTo>
                    <a:pt x="0" y="24"/>
                  </a:lnTo>
                  <a:lnTo>
                    <a:pt x="3" y="28"/>
                  </a:lnTo>
                  <a:lnTo>
                    <a:pt x="8" y="28"/>
                  </a:lnTo>
                  <a:lnTo>
                    <a:pt x="12" y="24"/>
                  </a:lnTo>
                  <a:lnTo>
                    <a:pt x="15"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39"/>
            <p:cNvSpPr>
              <a:spLocks/>
            </p:cNvSpPr>
            <p:nvPr/>
          </p:nvSpPr>
          <p:spPr bwMode="auto">
            <a:xfrm>
              <a:off x="1509713" y="5387975"/>
              <a:ext cx="23813" cy="44450"/>
            </a:xfrm>
            <a:custGeom>
              <a:avLst/>
              <a:gdLst>
                <a:gd name="T0" fmla="*/ 8 w 15"/>
                <a:gd name="T1" fmla="*/ 0 h 28"/>
                <a:gd name="T2" fmla="*/ 3 w 15"/>
                <a:gd name="T3" fmla="*/ 4 h 28"/>
                <a:gd name="T4" fmla="*/ 0 w 15"/>
                <a:gd name="T5" fmla="*/ 24 h 28"/>
                <a:gd name="T6" fmla="*/ 3 w 15"/>
                <a:gd name="T7" fmla="*/ 28 h 28"/>
                <a:gd name="T8" fmla="*/ 7 w 15"/>
                <a:gd name="T9" fmla="*/ 28 h 28"/>
                <a:gd name="T10" fmla="*/ 11 w 15"/>
                <a:gd name="T11" fmla="*/ 24 h 28"/>
                <a:gd name="T12" fmla="*/ 15 w 15"/>
                <a:gd name="T13" fmla="*/ 4 h 28"/>
                <a:gd name="T14" fmla="*/ 11 w 15"/>
                <a:gd name="T15" fmla="*/ 0 h 28"/>
                <a:gd name="T16" fmla="*/ 8 w 15"/>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28">
                  <a:moveTo>
                    <a:pt x="8" y="0"/>
                  </a:moveTo>
                  <a:lnTo>
                    <a:pt x="3" y="4"/>
                  </a:lnTo>
                  <a:lnTo>
                    <a:pt x="0" y="24"/>
                  </a:lnTo>
                  <a:lnTo>
                    <a:pt x="3" y="28"/>
                  </a:lnTo>
                  <a:lnTo>
                    <a:pt x="7" y="28"/>
                  </a:lnTo>
                  <a:lnTo>
                    <a:pt x="11" y="24"/>
                  </a:lnTo>
                  <a:lnTo>
                    <a:pt x="15" y="4"/>
                  </a:lnTo>
                  <a:lnTo>
                    <a:pt x="11" y="0"/>
                  </a:lnTo>
                  <a:lnTo>
                    <a:pt x="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11" name="组合 110"/>
          <p:cNvGrpSpPr/>
          <p:nvPr/>
        </p:nvGrpSpPr>
        <p:grpSpPr>
          <a:xfrm>
            <a:off x="6443510" y="2667682"/>
            <a:ext cx="1204401" cy="1393708"/>
            <a:chOff x="414338" y="2619375"/>
            <a:chExt cx="1282700" cy="1484313"/>
          </a:xfrm>
          <a:solidFill>
            <a:schemeClr val="tx1">
              <a:lumMod val="65000"/>
              <a:lumOff val="35000"/>
            </a:schemeClr>
          </a:solidFill>
        </p:grpSpPr>
        <p:sp>
          <p:nvSpPr>
            <p:cNvPr id="112" name="Freeform 40"/>
            <p:cNvSpPr>
              <a:spLocks noEditPoints="1"/>
            </p:cNvSpPr>
            <p:nvPr/>
          </p:nvSpPr>
          <p:spPr bwMode="auto">
            <a:xfrm>
              <a:off x="414338" y="2963863"/>
              <a:ext cx="744538" cy="1139825"/>
            </a:xfrm>
            <a:custGeom>
              <a:avLst/>
              <a:gdLst>
                <a:gd name="T0" fmla="*/ 232 w 464"/>
                <a:gd name="T1" fmla="*/ 529 h 710"/>
                <a:gd name="T2" fmla="*/ 233 w 464"/>
                <a:gd name="T3" fmla="*/ 529 h 710"/>
                <a:gd name="T4" fmla="*/ 233 w 464"/>
                <a:gd name="T5" fmla="*/ 523 h 710"/>
                <a:gd name="T6" fmla="*/ 233 w 464"/>
                <a:gd name="T7" fmla="*/ 336 h 710"/>
                <a:gd name="T8" fmla="*/ 233 w 464"/>
                <a:gd name="T9" fmla="*/ 186 h 710"/>
                <a:gd name="T10" fmla="*/ 233 w 464"/>
                <a:gd name="T11" fmla="*/ 178 h 710"/>
                <a:gd name="T12" fmla="*/ 233 w 464"/>
                <a:gd name="T13" fmla="*/ 170 h 710"/>
                <a:gd name="T14" fmla="*/ 241 w 464"/>
                <a:gd name="T15" fmla="*/ 170 h 710"/>
                <a:gd name="T16" fmla="*/ 306 w 464"/>
                <a:gd name="T17" fmla="*/ 170 h 710"/>
                <a:gd name="T18" fmla="*/ 306 w 464"/>
                <a:gd name="T19" fmla="*/ 75 h 710"/>
                <a:gd name="T20" fmla="*/ 319 w 464"/>
                <a:gd name="T21" fmla="*/ 83 h 710"/>
                <a:gd name="T22" fmla="*/ 370 w 464"/>
                <a:gd name="T23" fmla="*/ 142 h 710"/>
                <a:gd name="T24" fmla="*/ 385 w 464"/>
                <a:gd name="T25" fmla="*/ 170 h 710"/>
                <a:gd name="T26" fmla="*/ 389 w 464"/>
                <a:gd name="T27" fmla="*/ 178 h 710"/>
                <a:gd name="T28" fmla="*/ 397 w 464"/>
                <a:gd name="T29" fmla="*/ 199 h 710"/>
                <a:gd name="T30" fmla="*/ 402 w 464"/>
                <a:gd name="T31" fmla="*/ 212 h 710"/>
                <a:gd name="T32" fmla="*/ 402 w 464"/>
                <a:gd name="T33" fmla="*/ 212 h 710"/>
                <a:gd name="T34" fmla="*/ 406 w 464"/>
                <a:gd name="T35" fmla="*/ 220 h 710"/>
                <a:gd name="T36" fmla="*/ 432 w 464"/>
                <a:gd name="T37" fmla="*/ 233 h 710"/>
                <a:gd name="T38" fmla="*/ 443 w 464"/>
                <a:gd name="T39" fmla="*/ 231 h 710"/>
                <a:gd name="T40" fmla="*/ 458 w 464"/>
                <a:gd name="T41" fmla="*/ 220 h 710"/>
                <a:gd name="T42" fmla="*/ 462 w 464"/>
                <a:gd name="T43" fmla="*/ 212 h 710"/>
                <a:gd name="T44" fmla="*/ 464 w 464"/>
                <a:gd name="T45" fmla="*/ 199 h 710"/>
                <a:gd name="T46" fmla="*/ 462 w 464"/>
                <a:gd name="T47" fmla="*/ 191 h 710"/>
                <a:gd name="T48" fmla="*/ 458 w 464"/>
                <a:gd name="T49" fmla="*/ 178 h 710"/>
                <a:gd name="T50" fmla="*/ 455 w 464"/>
                <a:gd name="T51" fmla="*/ 170 h 710"/>
                <a:gd name="T52" fmla="*/ 443 w 464"/>
                <a:gd name="T53" fmla="*/ 142 h 710"/>
                <a:gd name="T54" fmla="*/ 354 w 464"/>
                <a:gd name="T55" fmla="*/ 29 h 710"/>
                <a:gd name="T56" fmla="*/ 284 w 464"/>
                <a:gd name="T57" fmla="*/ 1 h 710"/>
                <a:gd name="T58" fmla="*/ 275 w 464"/>
                <a:gd name="T59" fmla="*/ 0 h 710"/>
                <a:gd name="T60" fmla="*/ 120 w 464"/>
                <a:gd name="T61" fmla="*/ 0 h 710"/>
                <a:gd name="T62" fmla="*/ 113 w 464"/>
                <a:gd name="T63" fmla="*/ 1 h 710"/>
                <a:gd name="T64" fmla="*/ 105 w 464"/>
                <a:gd name="T65" fmla="*/ 2 h 710"/>
                <a:gd name="T66" fmla="*/ 52 w 464"/>
                <a:gd name="T67" fmla="*/ 33 h 710"/>
                <a:gd name="T68" fmla="*/ 16 w 464"/>
                <a:gd name="T69" fmla="*/ 79 h 710"/>
                <a:gd name="T70" fmla="*/ 0 w 464"/>
                <a:gd name="T71" fmla="*/ 151 h 710"/>
                <a:gd name="T72" fmla="*/ 69 w 464"/>
                <a:gd name="T73" fmla="*/ 340 h 710"/>
                <a:gd name="T74" fmla="*/ 90 w 464"/>
                <a:gd name="T75" fmla="*/ 353 h 710"/>
                <a:gd name="T76" fmla="*/ 90 w 464"/>
                <a:gd name="T77" fmla="*/ 661 h 710"/>
                <a:gd name="T78" fmla="*/ 139 w 464"/>
                <a:gd name="T79" fmla="*/ 710 h 710"/>
                <a:gd name="T80" fmla="*/ 188 w 464"/>
                <a:gd name="T81" fmla="*/ 661 h 710"/>
                <a:gd name="T82" fmla="*/ 188 w 464"/>
                <a:gd name="T83" fmla="*/ 336 h 710"/>
                <a:gd name="T84" fmla="*/ 208 w 464"/>
                <a:gd name="T85" fmla="*/ 336 h 710"/>
                <a:gd name="T86" fmla="*/ 208 w 464"/>
                <a:gd name="T87" fmla="*/ 660 h 710"/>
                <a:gd name="T88" fmla="*/ 231 w 464"/>
                <a:gd name="T89" fmla="*/ 536 h 710"/>
                <a:gd name="T90" fmla="*/ 232 w 464"/>
                <a:gd name="T91" fmla="*/ 529 h 710"/>
                <a:gd name="T92" fmla="*/ 64 w 464"/>
                <a:gd name="T93" fmla="*/ 151 h 710"/>
                <a:gd name="T94" fmla="*/ 73 w 464"/>
                <a:gd name="T95" fmla="*/ 107 h 710"/>
                <a:gd name="T96" fmla="*/ 90 w 464"/>
                <a:gd name="T97" fmla="*/ 85 h 710"/>
                <a:gd name="T98" fmla="*/ 90 w 464"/>
                <a:gd name="T99" fmla="*/ 229 h 710"/>
                <a:gd name="T100" fmla="*/ 90 w 464"/>
                <a:gd name="T101" fmla="*/ 246 h 710"/>
                <a:gd name="T102" fmla="*/ 64 w 464"/>
                <a:gd name="T103" fmla="*/ 151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64" h="710">
                  <a:moveTo>
                    <a:pt x="232" y="529"/>
                  </a:moveTo>
                  <a:cubicBezTo>
                    <a:pt x="233" y="529"/>
                    <a:pt x="233" y="529"/>
                    <a:pt x="233" y="529"/>
                  </a:cubicBezTo>
                  <a:cubicBezTo>
                    <a:pt x="233" y="523"/>
                    <a:pt x="233" y="523"/>
                    <a:pt x="233" y="523"/>
                  </a:cubicBezTo>
                  <a:cubicBezTo>
                    <a:pt x="233" y="336"/>
                    <a:pt x="233" y="336"/>
                    <a:pt x="233" y="336"/>
                  </a:cubicBezTo>
                  <a:cubicBezTo>
                    <a:pt x="233" y="186"/>
                    <a:pt x="233" y="186"/>
                    <a:pt x="233" y="186"/>
                  </a:cubicBezTo>
                  <a:cubicBezTo>
                    <a:pt x="233" y="178"/>
                    <a:pt x="233" y="178"/>
                    <a:pt x="233" y="178"/>
                  </a:cubicBezTo>
                  <a:cubicBezTo>
                    <a:pt x="233" y="170"/>
                    <a:pt x="233" y="170"/>
                    <a:pt x="233" y="170"/>
                  </a:cubicBezTo>
                  <a:cubicBezTo>
                    <a:pt x="241" y="170"/>
                    <a:pt x="241" y="170"/>
                    <a:pt x="241" y="170"/>
                  </a:cubicBezTo>
                  <a:cubicBezTo>
                    <a:pt x="306" y="170"/>
                    <a:pt x="306" y="170"/>
                    <a:pt x="306" y="170"/>
                  </a:cubicBezTo>
                  <a:cubicBezTo>
                    <a:pt x="306" y="75"/>
                    <a:pt x="306" y="75"/>
                    <a:pt x="306" y="75"/>
                  </a:cubicBezTo>
                  <a:cubicBezTo>
                    <a:pt x="310" y="77"/>
                    <a:pt x="315" y="80"/>
                    <a:pt x="319" y="83"/>
                  </a:cubicBezTo>
                  <a:cubicBezTo>
                    <a:pt x="334" y="94"/>
                    <a:pt x="352" y="112"/>
                    <a:pt x="370" y="142"/>
                  </a:cubicBezTo>
                  <a:cubicBezTo>
                    <a:pt x="375" y="151"/>
                    <a:pt x="380" y="160"/>
                    <a:pt x="385" y="170"/>
                  </a:cubicBezTo>
                  <a:cubicBezTo>
                    <a:pt x="386" y="173"/>
                    <a:pt x="387" y="175"/>
                    <a:pt x="389" y="178"/>
                  </a:cubicBezTo>
                  <a:cubicBezTo>
                    <a:pt x="392" y="185"/>
                    <a:pt x="395" y="192"/>
                    <a:pt x="397" y="199"/>
                  </a:cubicBezTo>
                  <a:cubicBezTo>
                    <a:pt x="399" y="203"/>
                    <a:pt x="400" y="208"/>
                    <a:pt x="402" y="212"/>
                  </a:cubicBezTo>
                  <a:cubicBezTo>
                    <a:pt x="402" y="212"/>
                    <a:pt x="402" y="212"/>
                    <a:pt x="402" y="212"/>
                  </a:cubicBezTo>
                  <a:cubicBezTo>
                    <a:pt x="403" y="215"/>
                    <a:pt x="404" y="217"/>
                    <a:pt x="406" y="220"/>
                  </a:cubicBezTo>
                  <a:cubicBezTo>
                    <a:pt x="412" y="228"/>
                    <a:pt x="422" y="233"/>
                    <a:pt x="432" y="233"/>
                  </a:cubicBezTo>
                  <a:cubicBezTo>
                    <a:pt x="436" y="233"/>
                    <a:pt x="439" y="233"/>
                    <a:pt x="443" y="231"/>
                  </a:cubicBezTo>
                  <a:cubicBezTo>
                    <a:pt x="449" y="229"/>
                    <a:pt x="454" y="225"/>
                    <a:pt x="458" y="220"/>
                  </a:cubicBezTo>
                  <a:cubicBezTo>
                    <a:pt x="460" y="217"/>
                    <a:pt x="461" y="215"/>
                    <a:pt x="462" y="212"/>
                  </a:cubicBezTo>
                  <a:cubicBezTo>
                    <a:pt x="464" y="208"/>
                    <a:pt x="464" y="204"/>
                    <a:pt x="464" y="199"/>
                  </a:cubicBezTo>
                  <a:cubicBezTo>
                    <a:pt x="464" y="197"/>
                    <a:pt x="463" y="194"/>
                    <a:pt x="462" y="191"/>
                  </a:cubicBezTo>
                  <a:cubicBezTo>
                    <a:pt x="461" y="186"/>
                    <a:pt x="459" y="182"/>
                    <a:pt x="458" y="178"/>
                  </a:cubicBezTo>
                  <a:cubicBezTo>
                    <a:pt x="457" y="175"/>
                    <a:pt x="456" y="173"/>
                    <a:pt x="455" y="170"/>
                  </a:cubicBezTo>
                  <a:cubicBezTo>
                    <a:pt x="451" y="160"/>
                    <a:pt x="447" y="151"/>
                    <a:pt x="443" y="142"/>
                  </a:cubicBezTo>
                  <a:cubicBezTo>
                    <a:pt x="415" y="84"/>
                    <a:pt x="383" y="49"/>
                    <a:pt x="354" y="29"/>
                  </a:cubicBezTo>
                  <a:cubicBezTo>
                    <a:pt x="323" y="8"/>
                    <a:pt x="296" y="3"/>
                    <a:pt x="284" y="1"/>
                  </a:cubicBezTo>
                  <a:cubicBezTo>
                    <a:pt x="281" y="1"/>
                    <a:pt x="278" y="0"/>
                    <a:pt x="275" y="0"/>
                  </a:cubicBezTo>
                  <a:cubicBezTo>
                    <a:pt x="120" y="0"/>
                    <a:pt x="120" y="0"/>
                    <a:pt x="120" y="0"/>
                  </a:cubicBezTo>
                  <a:cubicBezTo>
                    <a:pt x="118" y="0"/>
                    <a:pt x="115" y="1"/>
                    <a:pt x="113" y="1"/>
                  </a:cubicBezTo>
                  <a:cubicBezTo>
                    <a:pt x="110" y="1"/>
                    <a:pt x="107" y="2"/>
                    <a:pt x="105" y="2"/>
                  </a:cubicBezTo>
                  <a:cubicBezTo>
                    <a:pt x="102" y="3"/>
                    <a:pt x="78" y="11"/>
                    <a:pt x="52" y="33"/>
                  </a:cubicBezTo>
                  <a:cubicBezTo>
                    <a:pt x="39" y="44"/>
                    <a:pt x="26" y="59"/>
                    <a:pt x="16" y="79"/>
                  </a:cubicBezTo>
                  <a:cubicBezTo>
                    <a:pt x="6" y="99"/>
                    <a:pt x="0" y="123"/>
                    <a:pt x="0" y="151"/>
                  </a:cubicBezTo>
                  <a:cubicBezTo>
                    <a:pt x="0" y="201"/>
                    <a:pt x="20" y="263"/>
                    <a:pt x="69" y="340"/>
                  </a:cubicBezTo>
                  <a:cubicBezTo>
                    <a:pt x="74" y="347"/>
                    <a:pt x="82" y="352"/>
                    <a:pt x="90" y="353"/>
                  </a:cubicBezTo>
                  <a:cubicBezTo>
                    <a:pt x="90" y="661"/>
                    <a:pt x="90" y="661"/>
                    <a:pt x="90" y="661"/>
                  </a:cubicBezTo>
                  <a:cubicBezTo>
                    <a:pt x="90" y="688"/>
                    <a:pt x="112" y="710"/>
                    <a:pt x="139" y="710"/>
                  </a:cubicBezTo>
                  <a:cubicBezTo>
                    <a:pt x="166" y="710"/>
                    <a:pt x="188" y="688"/>
                    <a:pt x="188" y="661"/>
                  </a:cubicBezTo>
                  <a:cubicBezTo>
                    <a:pt x="188" y="336"/>
                    <a:pt x="188" y="336"/>
                    <a:pt x="188" y="336"/>
                  </a:cubicBezTo>
                  <a:cubicBezTo>
                    <a:pt x="208" y="336"/>
                    <a:pt x="208" y="336"/>
                    <a:pt x="208" y="336"/>
                  </a:cubicBezTo>
                  <a:cubicBezTo>
                    <a:pt x="208" y="660"/>
                    <a:pt x="208" y="660"/>
                    <a:pt x="208" y="660"/>
                  </a:cubicBezTo>
                  <a:cubicBezTo>
                    <a:pt x="231" y="536"/>
                    <a:pt x="231" y="536"/>
                    <a:pt x="231" y="536"/>
                  </a:cubicBezTo>
                  <a:lnTo>
                    <a:pt x="232" y="529"/>
                  </a:lnTo>
                  <a:close/>
                  <a:moveTo>
                    <a:pt x="64" y="151"/>
                  </a:moveTo>
                  <a:cubicBezTo>
                    <a:pt x="64" y="132"/>
                    <a:pt x="68" y="118"/>
                    <a:pt x="73" y="107"/>
                  </a:cubicBezTo>
                  <a:cubicBezTo>
                    <a:pt x="78" y="98"/>
                    <a:pt x="84" y="91"/>
                    <a:pt x="90" y="85"/>
                  </a:cubicBezTo>
                  <a:cubicBezTo>
                    <a:pt x="90" y="229"/>
                    <a:pt x="90" y="229"/>
                    <a:pt x="90" y="229"/>
                  </a:cubicBezTo>
                  <a:cubicBezTo>
                    <a:pt x="90" y="246"/>
                    <a:pt x="90" y="246"/>
                    <a:pt x="90" y="246"/>
                  </a:cubicBezTo>
                  <a:cubicBezTo>
                    <a:pt x="70" y="205"/>
                    <a:pt x="64" y="174"/>
                    <a:pt x="64" y="1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41"/>
            <p:cNvSpPr>
              <a:spLocks/>
            </p:cNvSpPr>
            <p:nvPr/>
          </p:nvSpPr>
          <p:spPr bwMode="auto">
            <a:xfrm>
              <a:off x="574675" y="2619375"/>
              <a:ext cx="317500" cy="315913"/>
            </a:xfrm>
            <a:custGeom>
              <a:avLst/>
              <a:gdLst>
                <a:gd name="T0" fmla="*/ 78 w 198"/>
                <a:gd name="T1" fmla="*/ 11 h 197"/>
                <a:gd name="T2" fmla="*/ 11 w 198"/>
                <a:gd name="T3" fmla="*/ 119 h 197"/>
                <a:gd name="T4" fmla="*/ 119 w 198"/>
                <a:gd name="T5" fmla="*/ 186 h 197"/>
                <a:gd name="T6" fmla="*/ 186 w 198"/>
                <a:gd name="T7" fmla="*/ 78 h 197"/>
                <a:gd name="T8" fmla="*/ 78 w 198"/>
                <a:gd name="T9" fmla="*/ 11 h 197"/>
              </a:gdLst>
              <a:ahLst/>
              <a:cxnLst>
                <a:cxn ang="0">
                  <a:pos x="T0" y="T1"/>
                </a:cxn>
                <a:cxn ang="0">
                  <a:pos x="T2" y="T3"/>
                </a:cxn>
                <a:cxn ang="0">
                  <a:pos x="T4" y="T5"/>
                </a:cxn>
                <a:cxn ang="0">
                  <a:pos x="T6" y="T7"/>
                </a:cxn>
                <a:cxn ang="0">
                  <a:pos x="T8" y="T9"/>
                </a:cxn>
              </a:cxnLst>
              <a:rect l="0" t="0" r="r" b="b"/>
              <a:pathLst>
                <a:path w="198" h="197">
                  <a:moveTo>
                    <a:pt x="78" y="11"/>
                  </a:moveTo>
                  <a:cubicBezTo>
                    <a:pt x="30" y="22"/>
                    <a:pt x="0" y="70"/>
                    <a:pt x="11" y="119"/>
                  </a:cubicBezTo>
                  <a:cubicBezTo>
                    <a:pt x="22" y="167"/>
                    <a:pt x="71" y="197"/>
                    <a:pt x="119" y="186"/>
                  </a:cubicBezTo>
                  <a:cubicBezTo>
                    <a:pt x="168" y="175"/>
                    <a:pt x="198" y="126"/>
                    <a:pt x="186" y="78"/>
                  </a:cubicBezTo>
                  <a:cubicBezTo>
                    <a:pt x="175" y="30"/>
                    <a:pt x="127" y="0"/>
                    <a:pt x="7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42"/>
            <p:cNvSpPr>
              <a:spLocks/>
            </p:cNvSpPr>
            <p:nvPr/>
          </p:nvSpPr>
          <p:spPr bwMode="auto">
            <a:xfrm>
              <a:off x="801688" y="3249613"/>
              <a:ext cx="841375" cy="554038"/>
            </a:xfrm>
            <a:custGeom>
              <a:avLst/>
              <a:gdLst>
                <a:gd name="T0" fmla="*/ 231 w 524"/>
                <a:gd name="T1" fmla="*/ 21 h 345"/>
                <a:gd name="T2" fmla="*/ 230 w 524"/>
                <a:gd name="T3" fmla="*/ 34 h 345"/>
                <a:gd name="T4" fmla="*/ 491 w 524"/>
                <a:gd name="T5" fmla="*/ 34 h 345"/>
                <a:gd name="T6" fmla="*/ 491 w 524"/>
                <a:gd name="T7" fmla="*/ 311 h 345"/>
                <a:gd name="T8" fmla="*/ 65 w 524"/>
                <a:gd name="T9" fmla="*/ 311 h 345"/>
                <a:gd name="T10" fmla="*/ 34 w 524"/>
                <a:gd name="T11" fmla="*/ 311 h 345"/>
                <a:gd name="T12" fmla="*/ 34 w 524"/>
                <a:gd name="T13" fmla="*/ 158 h 345"/>
                <a:gd name="T14" fmla="*/ 34 w 524"/>
                <a:gd name="T15" fmla="*/ 34 h 345"/>
                <a:gd name="T16" fmla="*/ 62 w 524"/>
                <a:gd name="T17" fmla="*/ 34 h 345"/>
                <a:gd name="T18" fmla="*/ 65 w 524"/>
                <a:gd name="T19" fmla="*/ 34 h 345"/>
                <a:gd name="T20" fmla="*/ 152 w 524"/>
                <a:gd name="T21" fmla="*/ 34 h 345"/>
                <a:gd name="T22" fmla="*/ 148 w 524"/>
                <a:gd name="T23" fmla="*/ 21 h 345"/>
                <a:gd name="T24" fmla="*/ 139 w 524"/>
                <a:gd name="T25" fmla="*/ 0 h 345"/>
                <a:gd name="T26" fmla="*/ 65 w 524"/>
                <a:gd name="T27" fmla="*/ 0 h 345"/>
                <a:gd name="T28" fmla="*/ 0 w 524"/>
                <a:gd name="T29" fmla="*/ 0 h 345"/>
                <a:gd name="T30" fmla="*/ 0 w 524"/>
                <a:gd name="T31" fmla="*/ 4 h 345"/>
                <a:gd name="T32" fmla="*/ 0 w 524"/>
                <a:gd name="T33" fmla="*/ 158 h 345"/>
                <a:gd name="T34" fmla="*/ 0 w 524"/>
                <a:gd name="T35" fmla="*/ 345 h 345"/>
                <a:gd name="T36" fmla="*/ 65 w 524"/>
                <a:gd name="T37" fmla="*/ 345 h 345"/>
                <a:gd name="T38" fmla="*/ 524 w 524"/>
                <a:gd name="T39" fmla="*/ 345 h 345"/>
                <a:gd name="T40" fmla="*/ 524 w 524"/>
                <a:gd name="T41" fmla="*/ 0 h 345"/>
                <a:gd name="T42" fmla="*/ 225 w 524"/>
                <a:gd name="T43" fmla="*/ 0 h 345"/>
                <a:gd name="T44" fmla="*/ 229 w 524"/>
                <a:gd name="T45" fmla="*/ 10 h 345"/>
                <a:gd name="T46" fmla="*/ 231 w 524"/>
                <a:gd name="T47" fmla="*/ 21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24" h="345">
                  <a:moveTo>
                    <a:pt x="231" y="21"/>
                  </a:moveTo>
                  <a:cubicBezTo>
                    <a:pt x="231" y="26"/>
                    <a:pt x="231" y="30"/>
                    <a:pt x="230" y="34"/>
                  </a:cubicBezTo>
                  <a:cubicBezTo>
                    <a:pt x="491" y="34"/>
                    <a:pt x="491" y="34"/>
                    <a:pt x="491" y="34"/>
                  </a:cubicBezTo>
                  <a:cubicBezTo>
                    <a:pt x="491" y="311"/>
                    <a:pt x="491" y="311"/>
                    <a:pt x="491" y="311"/>
                  </a:cubicBezTo>
                  <a:cubicBezTo>
                    <a:pt x="65" y="311"/>
                    <a:pt x="65" y="311"/>
                    <a:pt x="65" y="311"/>
                  </a:cubicBezTo>
                  <a:cubicBezTo>
                    <a:pt x="34" y="311"/>
                    <a:pt x="34" y="311"/>
                    <a:pt x="34" y="311"/>
                  </a:cubicBezTo>
                  <a:cubicBezTo>
                    <a:pt x="34" y="158"/>
                    <a:pt x="34" y="158"/>
                    <a:pt x="34" y="158"/>
                  </a:cubicBezTo>
                  <a:cubicBezTo>
                    <a:pt x="34" y="34"/>
                    <a:pt x="34" y="34"/>
                    <a:pt x="34" y="34"/>
                  </a:cubicBezTo>
                  <a:cubicBezTo>
                    <a:pt x="62" y="34"/>
                    <a:pt x="62" y="34"/>
                    <a:pt x="62" y="34"/>
                  </a:cubicBezTo>
                  <a:cubicBezTo>
                    <a:pt x="65" y="34"/>
                    <a:pt x="65" y="34"/>
                    <a:pt x="65" y="34"/>
                  </a:cubicBezTo>
                  <a:cubicBezTo>
                    <a:pt x="152" y="34"/>
                    <a:pt x="152" y="34"/>
                    <a:pt x="152" y="34"/>
                  </a:cubicBezTo>
                  <a:cubicBezTo>
                    <a:pt x="151" y="30"/>
                    <a:pt x="149" y="26"/>
                    <a:pt x="148" y="21"/>
                  </a:cubicBezTo>
                  <a:cubicBezTo>
                    <a:pt x="145" y="14"/>
                    <a:pt x="142" y="7"/>
                    <a:pt x="139" y="0"/>
                  </a:cubicBezTo>
                  <a:cubicBezTo>
                    <a:pt x="65" y="0"/>
                    <a:pt x="65" y="0"/>
                    <a:pt x="65" y="0"/>
                  </a:cubicBezTo>
                  <a:cubicBezTo>
                    <a:pt x="0" y="0"/>
                    <a:pt x="0" y="0"/>
                    <a:pt x="0" y="0"/>
                  </a:cubicBezTo>
                  <a:cubicBezTo>
                    <a:pt x="0" y="4"/>
                    <a:pt x="0" y="4"/>
                    <a:pt x="0" y="4"/>
                  </a:cubicBezTo>
                  <a:cubicBezTo>
                    <a:pt x="0" y="158"/>
                    <a:pt x="0" y="158"/>
                    <a:pt x="0" y="158"/>
                  </a:cubicBezTo>
                  <a:cubicBezTo>
                    <a:pt x="0" y="345"/>
                    <a:pt x="0" y="345"/>
                    <a:pt x="0" y="345"/>
                  </a:cubicBezTo>
                  <a:cubicBezTo>
                    <a:pt x="65" y="345"/>
                    <a:pt x="65" y="345"/>
                    <a:pt x="65" y="345"/>
                  </a:cubicBezTo>
                  <a:cubicBezTo>
                    <a:pt x="524" y="345"/>
                    <a:pt x="524" y="345"/>
                    <a:pt x="524" y="345"/>
                  </a:cubicBezTo>
                  <a:cubicBezTo>
                    <a:pt x="524" y="0"/>
                    <a:pt x="524" y="0"/>
                    <a:pt x="524" y="0"/>
                  </a:cubicBezTo>
                  <a:cubicBezTo>
                    <a:pt x="225" y="0"/>
                    <a:pt x="225" y="0"/>
                    <a:pt x="225" y="0"/>
                  </a:cubicBezTo>
                  <a:cubicBezTo>
                    <a:pt x="226" y="3"/>
                    <a:pt x="228" y="7"/>
                    <a:pt x="229" y="10"/>
                  </a:cubicBezTo>
                  <a:cubicBezTo>
                    <a:pt x="230" y="14"/>
                    <a:pt x="231" y="18"/>
                    <a:pt x="231"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43"/>
            <p:cNvSpPr>
              <a:spLocks noEditPoints="1"/>
            </p:cNvSpPr>
            <p:nvPr/>
          </p:nvSpPr>
          <p:spPr bwMode="auto">
            <a:xfrm>
              <a:off x="749300" y="3825875"/>
              <a:ext cx="947738" cy="265113"/>
            </a:xfrm>
            <a:custGeom>
              <a:avLst/>
              <a:gdLst>
                <a:gd name="T0" fmla="*/ 99 w 597"/>
                <a:gd name="T1" fmla="*/ 0 h 167"/>
                <a:gd name="T2" fmla="*/ 31 w 597"/>
                <a:gd name="T3" fmla="*/ 0 h 167"/>
                <a:gd name="T4" fmla="*/ 4 w 597"/>
                <a:gd name="T5" fmla="*/ 145 h 167"/>
                <a:gd name="T6" fmla="*/ 0 w 597"/>
                <a:gd name="T7" fmla="*/ 167 h 167"/>
                <a:gd name="T8" fmla="*/ 22 w 597"/>
                <a:gd name="T9" fmla="*/ 167 h 167"/>
                <a:gd name="T10" fmla="*/ 77 w 597"/>
                <a:gd name="T11" fmla="*/ 167 h 167"/>
                <a:gd name="T12" fmla="*/ 597 w 597"/>
                <a:gd name="T13" fmla="*/ 167 h 167"/>
                <a:gd name="T14" fmla="*/ 566 w 597"/>
                <a:gd name="T15" fmla="*/ 0 h 167"/>
                <a:gd name="T16" fmla="*/ 99 w 597"/>
                <a:gd name="T17" fmla="*/ 0 h 167"/>
                <a:gd name="T18" fmla="*/ 251 w 597"/>
                <a:gd name="T19" fmla="*/ 149 h 167"/>
                <a:gd name="T20" fmla="*/ 253 w 597"/>
                <a:gd name="T21" fmla="*/ 111 h 167"/>
                <a:gd name="T22" fmla="*/ 343 w 597"/>
                <a:gd name="T23" fmla="*/ 111 h 167"/>
                <a:gd name="T24" fmla="*/ 344 w 597"/>
                <a:gd name="T25" fmla="*/ 149 h 167"/>
                <a:gd name="T26" fmla="*/ 251 w 597"/>
                <a:gd name="T27" fmla="*/ 149 h 167"/>
                <a:gd name="T28" fmla="*/ 99 w 597"/>
                <a:gd name="T29" fmla="*/ 95 h 167"/>
                <a:gd name="T30" fmla="*/ 53 w 597"/>
                <a:gd name="T31" fmla="*/ 95 h 167"/>
                <a:gd name="T32" fmla="*/ 65 w 597"/>
                <a:gd name="T33" fmla="*/ 22 h 167"/>
                <a:gd name="T34" fmla="*/ 99 w 597"/>
                <a:gd name="T35" fmla="*/ 22 h 167"/>
                <a:gd name="T36" fmla="*/ 531 w 597"/>
                <a:gd name="T37" fmla="*/ 22 h 167"/>
                <a:gd name="T38" fmla="*/ 543 w 597"/>
                <a:gd name="T39" fmla="*/ 95 h 167"/>
                <a:gd name="T40" fmla="*/ 99 w 597"/>
                <a:gd name="T41" fmla="*/ 95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97" h="167">
                  <a:moveTo>
                    <a:pt x="99" y="0"/>
                  </a:moveTo>
                  <a:lnTo>
                    <a:pt x="31" y="0"/>
                  </a:lnTo>
                  <a:lnTo>
                    <a:pt x="4" y="145"/>
                  </a:lnTo>
                  <a:lnTo>
                    <a:pt x="0" y="167"/>
                  </a:lnTo>
                  <a:lnTo>
                    <a:pt x="22" y="167"/>
                  </a:lnTo>
                  <a:lnTo>
                    <a:pt x="77" y="167"/>
                  </a:lnTo>
                  <a:lnTo>
                    <a:pt x="597" y="167"/>
                  </a:lnTo>
                  <a:lnTo>
                    <a:pt x="566" y="0"/>
                  </a:lnTo>
                  <a:lnTo>
                    <a:pt x="99" y="0"/>
                  </a:lnTo>
                  <a:close/>
                  <a:moveTo>
                    <a:pt x="251" y="149"/>
                  </a:moveTo>
                  <a:lnTo>
                    <a:pt x="253" y="111"/>
                  </a:lnTo>
                  <a:lnTo>
                    <a:pt x="343" y="111"/>
                  </a:lnTo>
                  <a:lnTo>
                    <a:pt x="344" y="149"/>
                  </a:lnTo>
                  <a:lnTo>
                    <a:pt x="251" y="149"/>
                  </a:lnTo>
                  <a:close/>
                  <a:moveTo>
                    <a:pt x="99" y="95"/>
                  </a:moveTo>
                  <a:lnTo>
                    <a:pt x="53" y="95"/>
                  </a:lnTo>
                  <a:lnTo>
                    <a:pt x="65" y="22"/>
                  </a:lnTo>
                  <a:lnTo>
                    <a:pt x="99" y="22"/>
                  </a:lnTo>
                  <a:lnTo>
                    <a:pt x="531" y="22"/>
                  </a:lnTo>
                  <a:lnTo>
                    <a:pt x="543" y="95"/>
                  </a:lnTo>
                  <a:lnTo>
                    <a:pt x="99" y="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Rectangle 44"/>
            <p:cNvSpPr>
              <a:spLocks noChangeArrowheads="1"/>
            </p:cNvSpPr>
            <p:nvPr/>
          </p:nvSpPr>
          <p:spPr bwMode="auto">
            <a:xfrm>
              <a:off x="923925" y="3454400"/>
              <a:ext cx="38100" cy="141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Rectangle 45"/>
            <p:cNvSpPr>
              <a:spLocks noChangeArrowheads="1"/>
            </p:cNvSpPr>
            <p:nvPr/>
          </p:nvSpPr>
          <p:spPr bwMode="auto">
            <a:xfrm>
              <a:off x="1203325" y="3454400"/>
              <a:ext cx="38100" cy="141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Rectangle 46"/>
            <p:cNvSpPr>
              <a:spLocks noChangeArrowheads="1"/>
            </p:cNvSpPr>
            <p:nvPr/>
          </p:nvSpPr>
          <p:spPr bwMode="auto">
            <a:xfrm>
              <a:off x="1484313" y="3454400"/>
              <a:ext cx="38100" cy="141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47"/>
            <p:cNvSpPr>
              <a:spLocks noEditPoints="1"/>
            </p:cNvSpPr>
            <p:nvPr/>
          </p:nvSpPr>
          <p:spPr bwMode="auto">
            <a:xfrm>
              <a:off x="1004888" y="3452813"/>
              <a:ext cx="153988" cy="153988"/>
            </a:xfrm>
            <a:custGeom>
              <a:avLst/>
              <a:gdLst>
                <a:gd name="T0" fmla="*/ 0 w 96"/>
                <a:gd name="T1" fmla="*/ 48 h 96"/>
                <a:gd name="T2" fmla="*/ 48 w 96"/>
                <a:gd name="T3" fmla="*/ 96 h 96"/>
                <a:gd name="T4" fmla="*/ 96 w 96"/>
                <a:gd name="T5" fmla="*/ 48 h 96"/>
                <a:gd name="T6" fmla="*/ 48 w 96"/>
                <a:gd name="T7" fmla="*/ 0 h 96"/>
                <a:gd name="T8" fmla="*/ 0 w 96"/>
                <a:gd name="T9" fmla="*/ 48 h 96"/>
                <a:gd name="T10" fmla="*/ 48 w 96"/>
                <a:gd name="T11" fmla="*/ 16 h 96"/>
                <a:gd name="T12" fmla="*/ 80 w 96"/>
                <a:gd name="T13" fmla="*/ 48 h 96"/>
                <a:gd name="T14" fmla="*/ 48 w 96"/>
                <a:gd name="T15" fmla="*/ 80 h 96"/>
                <a:gd name="T16" fmla="*/ 16 w 96"/>
                <a:gd name="T17" fmla="*/ 48 h 96"/>
                <a:gd name="T18" fmla="*/ 48 w 96"/>
                <a:gd name="T19" fmla="*/ 1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0" y="48"/>
                  </a:moveTo>
                  <a:cubicBezTo>
                    <a:pt x="0" y="74"/>
                    <a:pt x="22" y="96"/>
                    <a:pt x="48" y="96"/>
                  </a:cubicBezTo>
                  <a:cubicBezTo>
                    <a:pt x="75" y="96"/>
                    <a:pt x="96" y="74"/>
                    <a:pt x="96" y="48"/>
                  </a:cubicBezTo>
                  <a:cubicBezTo>
                    <a:pt x="96" y="21"/>
                    <a:pt x="75" y="0"/>
                    <a:pt x="48" y="0"/>
                  </a:cubicBezTo>
                  <a:cubicBezTo>
                    <a:pt x="22" y="0"/>
                    <a:pt x="0" y="21"/>
                    <a:pt x="0" y="48"/>
                  </a:cubicBezTo>
                  <a:close/>
                  <a:moveTo>
                    <a:pt x="48" y="16"/>
                  </a:moveTo>
                  <a:cubicBezTo>
                    <a:pt x="66" y="16"/>
                    <a:pt x="80" y="30"/>
                    <a:pt x="80" y="48"/>
                  </a:cubicBezTo>
                  <a:cubicBezTo>
                    <a:pt x="80" y="65"/>
                    <a:pt x="66" y="80"/>
                    <a:pt x="48" y="80"/>
                  </a:cubicBezTo>
                  <a:cubicBezTo>
                    <a:pt x="31" y="80"/>
                    <a:pt x="16" y="65"/>
                    <a:pt x="16" y="48"/>
                  </a:cubicBezTo>
                  <a:cubicBezTo>
                    <a:pt x="16" y="30"/>
                    <a:pt x="31" y="16"/>
                    <a:pt x="4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48"/>
            <p:cNvSpPr>
              <a:spLocks noEditPoints="1"/>
            </p:cNvSpPr>
            <p:nvPr/>
          </p:nvSpPr>
          <p:spPr bwMode="auto">
            <a:xfrm>
              <a:off x="1285875" y="3452813"/>
              <a:ext cx="153988" cy="153988"/>
            </a:xfrm>
            <a:custGeom>
              <a:avLst/>
              <a:gdLst>
                <a:gd name="T0" fmla="*/ 96 w 96"/>
                <a:gd name="T1" fmla="*/ 48 h 96"/>
                <a:gd name="T2" fmla="*/ 48 w 96"/>
                <a:gd name="T3" fmla="*/ 0 h 96"/>
                <a:gd name="T4" fmla="*/ 0 w 96"/>
                <a:gd name="T5" fmla="*/ 48 h 96"/>
                <a:gd name="T6" fmla="*/ 48 w 96"/>
                <a:gd name="T7" fmla="*/ 96 h 96"/>
                <a:gd name="T8" fmla="*/ 96 w 96"/>
                <a:gd name="T9" fmla="*/ 48 h 96"/>
                <a:gd name="T10" fmla="*/ 16 w 96"/>
                <a:gd name="T11" fmla="*/ 48 h 96"/>
                <a:gd name="T12" fmla="*/ 48 w 96"/>
                <a:gd name="T13" fmla="*/ 16 h 96"/>
                <a:gd name="T14" fmla="*/ 80 w 96"/>
                <a:gd name="T15" fmla="*/ 48 h 96"/>
                <a:gd name="T16" fmla="*/ 48 w 96"/>
                <a:gd name="T17" fmla="*/ 80 h 96"/>
                <a:gd name="T18" fmla="*/ 16 w 96"/>
                <a:gd name="T19" fmla="*/ 48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96" y="48"/>
                  </a:moveTo>
                  <a:cubicBezTo>
                    <a:pt x="96" y="21"/>
                    <a:pt x="74" y="0"/>
                    <a:pt x="48" y="0"/>
                  </a:cubicBezTo>
                  <a:cubicBezTo>
                    <a:pt x="21" y="0"/>
                    <a:pt x="0" y="21"/>
                    <a:pt x="0" y="48"/>
                  </a:cubicBezTo>
                  <a:cubicBezTo>
                    <a:pt x="0" y="74"/>
                    <a:pt x="21" y="96"/>
                    <a:pt x="48" y="96"/>
                  </a:cubicBezTo>
                  <a:cubicBezTo>
                    <a:pt x="74" y="96"/>
                    <a:pt x="96" y="74"/>
                    <a:pt x="96" y="48"/>
                  </a:cubicBezTo>
                  <a:close/>
                  <a:moveTo>
                    <a:pt x="16" y="48"/>
                  </a:moveTo>
                  <a:cubicBezTo>
                    <a:pt x="16" y="30"/>
                    <a:pt x="30" y="16"/>
                    <a:pt x="48" y="16"/>
                  </a:cubicBezTo>
                  <a:cubicBezTo>
                    <a:pt x="65" y="16"/>
                    <a:pt x="80" y="30"/>
                    <a:pt x="80" y="48"/>
                  </a:cubicBezTo>
                  <a:cubicBezTo>
                    <a:pt x="80" y="65"/>
                    <a:pt x="65" y="80"/>
                    <a:pt x="48" y="80"/>
                  </a:cubicBezTo>
                  <a:cubicBezTo>
                    <a:pt x="30" y="80"/>
                    <a:pt x="16" y="65"/>
                    <a:pt x="16"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21" name="组合 120"/>
          <p:cNvGrpSpPr/>
          <p:nvPr/>
        </p:nvGrpSpPr>
        <p:grpSpPr>
          <a:xfrm>
            <a:off x="7768649" y="4517512"/>
            <a:ext cx="1164156" cy="1404141"/>
            <a:chOff x="1825625" y="4589463"/>
            <a:chExt cx="1239838" cy="1495425"/>
          </a:xfrm>
          <a:solidFill>
            <a:schemeClr val="tx1">
              <a:lumMod val="65000"/>
              <a:lumOff val="35000"/>
            </a:schemeClr>
          </a:solidFill>
        </p:grpSpPr>
        <p:sp>
          <p:nvSpPr>
            <p:cNvPr id="122" name="Freeform 49"/>
            <p:cNvSpPr>
              <a:spLocks/>
            </p:cNvSpPr>
            <p:nvPr/>
          </p:nvSpPr>
          <p:spPr bwMode="auto">
            <a:xfrm>
              <a:off x="1825625" y="4935538"/>
              <a:ext cx="738188" cy="1149350"/>
            </a:xfrm>
            <a:custGeom>
              <a:avLst/>
              <a:gdLst>
                <a:gd name="T0" fmla="*/ 277 w 460"/>
                <a:gd name="T1" fmla="*/ 697 h 716"/>
                <a:gd name="T2" fmla="*/ 277 w 460"/>
                <a:gd name="T3" fmla="*/ 335 h 716"/>
                <a:gd name="T4" fmla="*/ 277 w 460"/>
                <a:gd name="T5" fmla="*/ 221 h 716"/>
                <a:gd name="T6" fmla="*/ 297 w 460"/>
                <a:gd name="T7" fmla="*/ 201 h 716"/>
                <a:gd name="T8" fmla="*/ 315 w 460"/>
                <a:gd name="T9" fmla="*/ 201 h 716"/>
                <a:gd name="T10" fmla="*/ 323 w 460"/>
                <a:gd name="T11" fmla="*/ 201 h 716"/>
                <a:gd name="T12" fmla="*/ 323 w 460"/>
                <a:gd name="T13" fmla="*/ 86 h 716"/>
                <a:gd name="T14" fmla="*/ 342 w 460"/>
                <a:gd name="T15" fmla="*/ 103 h 716"/>
                <a:gd name="T16" fmla="*/ 376 w 460"/>
                <a:gd name="T17" fmla="*/ 155 h 716"/>
                <a:gd name="T18" fmla="*/ 391 w 460"/>
                <a:gd name="T19" fmla="*/ 201 h 716"/>
                <a:gd name="T20" fmla="*/ 393 w 460"/>
                <a:gd name="T21" fmla="*/ 209 h 716"/>
                <a:gd name="T22" fmla="*/ 396 w 460"/>
                <a:gd name="T23" fmla="*/ 249 h 716"/>
                <a:gd name="T24" fmla="*/ 396 w 460"/>
                <a:gd name="T25" fmla="*/ 254 h 716"/>
                <a:gd name="T26" fmla="*/ 403 w 460"/>
                <a:gd name="T27" fmla="*/ 273 h 716"/>
                <a:gd name="T28" fmla="*/ 405 w 460"/>
                <a:gd name="T29" fmla="*/ 276 h 716"/>
                <a:gd name="T30" fmla="*/ 428 w 460"/>
                <a:gd name="T31" fmla="*/ 286 h 716"/>
                <a:gd name="T32" fmla="*/ 432 w 460"/>
                <a:gd name="T33" fmla="*/ 285 h 716"/>
                <a:gd name="T34" fmla="*/ 440 w 460"/>
                <a:gd name="T35" fmla="*/ 283 h 716"/>
                <a:gd name="T36" fmla="*/ 448 w 460"/>
                <a:gd name="T37" fmla="*/ 279 h 716"/>
                <a:gd name="T38" fmla="*/ 456 w 460"/>
                <a:gd name="T39" fmla="*/ 270 h 716"/>
                <a:gd name="T40" fmla="*/ 460 w 460"/>
                <a:gd name="T41" fmla="*/ 254 h 716"/>
                <a:gd name="T42" fmla="*/ 460 w 460"/>
                <a:gd name="T43" fmla="*/ 249 h 716"/>
                <a:gd name="T44" fmla="*/ 458 w 460"/>
                <a:gd name="T45" fmla="*/ 214 h 716"/>
                <a:gd name="T46" fmla="*/ 457 w 460"/>
                <a:gd name="T47" fmla="*/ 205 h 716"/>
                <a:gd name="T48" fmla="*/ 445 w 460"/>
                <a:gd name="T49" fmla="*/ 155 h 716"/>
                <a:gd name="T50" fmla="*/ 384 w 460"/>
                <a:gd name="T51" fmla="*/ 55 h 716"/>
                <a:gd name="T52" fmla="*/ 306 w 460"/>
                <a:gd name="T53" fmla="*/ 2 h 716"/>
                <a:gd name="T54" fmla="*/ 301 w 460"/>
                <a:gd name="T55" fmla="*/ 1 h 716"/>
                <a:gd name="T56" fmla="*/ 292 w 460"/>
                <a:gd name="T57" fmla="*/ 0 h 716"/>
                <a:gd name="T58" fmla="*/ 137 w 460"/>
                <a:gd name="T59" fmla="*/ 0 h 716"/>
                <a:gd name="T60" fmla="*/ 130 w 460"/>
                <a:gd name="T61" fmla="*/ 0 h 716"/>
                <a:gd name="T62" fmla="*/ 120 w 460"/>
                <a:gd name="T63" fmla="*/ 2 h 716"/>
                <a:gd name="T64" fmla="*/ 59 w 460"/>
                <a:gd name="T65" fmla="*/ 43 h 716"/>
                <a:gd name="T66" fmla="*/ 1 w 460"/>
                <a:gd name="T67" fmla="*/ 200 h 716"/>
                <a:gd name="T68" fmla="*/ 34 w 460"/>
                <a:gd name="T69" fmla="*/ 361 h 716"/>
                <a:gd name="T70" fmla="*/ 64 w 460"/>
                <a:gd name="T71" fmla="*/ 382 h 716"/>
                <a:gd name="T72" fmla="*/ 76 w 460"/>
                <a:gd name="T73" fmla="*/ 379 h 716"/>
                <a:gd name="T74" fmla="*/ 94 w 460"/>
                <a:gd name="T75" fmla="*/ 338 h 716"/>
                <a:gd name="T76" fmla="*/ 65 w 460"/>
                <a:gd name="T77" fmla="*/ 200 h 716"/>
                <a:gd name="T78" fmla="*/ 105 w 460"/>
                <a:gd name="T79" fmla="*/ 88 h 716"/>
                <a:gd name="T80" fmla="*/ 106 w 460"/>
                <a:gd name="T81" fmla="*/ 86 h 716"/>
                <a:gd name="T82" fmla="*/ 106 w 460"/>
                <a:gd name="T83" fmla="*/ 228 h 716"/>
                <a:gd name="T84" fmla="*/ 106 w 460"/>
                <a:gd name="T85" fmla="*/ 304 h 716"/>
                <a:gd name="T86" fmla="*/ 106 w 460"/>
                <a:gd name="T87" fmla="*/ 667 h 716"/>
                <a:gd name="T88" fmla="*/ 156 w 460"/>
                <a:gd name="T89" fmla="*/ 716 h 716"/>
                <a:gd name="T90" fmla="*/ 205 w 460"/>
                <a:gd name="T91" fmla="*/ 667 h 716"/>
                <a:gd name="T92" fmla="*/ 205 w 460"/>
                <a:gd name="T93" fmla="*/ 335 h 716"/>
                <a:gd name="T94" fmla="*/ 224 w 460"/>
                <a:gd name="T95" fmla="*/ 335 h 716"/>
                <a:gd name="T96" fmla="*/ 224 w 460"/>
                <a:gd name="T97" fmla="*/ 667 h 716"/>
                <a:gd name="T98" fmla="*/ 274 w 460"/>
                <a:gd name="T99" fmla="*/ 716 h 716"/>
                <a:gd name="T100" fmla="*/ 287 w 460"/>
                <a:gd name="T101" fmla="*/ 714 h 716"/>
                <a:gd name="T102" fmla="*/ 277 w 460"/>
                <a:gd name="T103" fmla="*/ 697 h 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60" h="716">
                  <a:moveTo>
                    <a:pt x="277" y="697"/>
                  </a:moveTo>
                  <a:cubicBezTo>
                    <a:pt x="277" y="335"/>
                    <a:pt x="277" y="335"/>
                    <a:pt x="277" y="335"/>
                  </a:cubicBezTo>
                  <a:cubicBezTo>
                    <a:pt x="277" y="221"/>
                    <a:pt x="277" y="221"/>
                    <a:pt x="277" y="221"/>
                  </a:cubicBezTo>
                  <a:cubicBezTo>
                    <a:pt x="277" y="210"/>
                    <a:pt x="286" y="201"/>
                    <a:pt x="297" y="201"/>
                  </a:cubicBezTo>
                  <a:cubicBezTo>
                    <a:pt x="315" y="201"/>
                    <a:pt x="315" y="201"/>
                    <a:pt x="315" y="201"/>
                  </a:cubicBezTo>
                  <a:cubicBezTo>
                    <a:pt x="323" y="201"/>
                    <a:pt x="323" y="201"/>
                    <a:pt x="323" y="201"/>
                  </a:cubicBezTo>
                  <a:cubicBezTo>
                    <a:pt x="323" y="86"/>
                    <a:pt x="323" y="86"/>
                    <a:pt x="323" y="86"/>
                  </a:cubicBezTo>
                  <a:cubicBezTo>
                    <a:pt x="329" y="91"/>
                    <a:pt x="335" y="97"/>
                    <a:pt x="342" y="103"/>
                  </a:cubicBezTo>
                  <a:cubicBezTo>
                    <a:pt x="354" y="117"/>
                    <a:pt x="367" y="133"/>
                    <a:pt x="376" y="155"/>
                  </a:cubicBezTo>
                  <a:cubicBezTo>
                    <a:pt x="383" y="168"/>
                    <a:pt x="388" y="184"/>
                    <a:pt x="391" y="201"/>
                  </a:cubicBezTo>
                  <a:cubicBezTo>
                    <a:pt x="392" y="204"/>
                    <a:pt x="392" y="206"/>
                    <a:pt x="393" y="209"/>
                  </a:cubicBezTo>
                  <a:cubicBezTo>
                    <a:pt x="395" y="221"/>
                    <a:pt x="396" y="235"/>
                    <a:pt x="396" y="249"/>
                  </a:cubicBezTo>
                  <a:cubicBezTo>
                    <a:pt x="396" y="251"/>
                    <a:pt x="396" y="252"/>
                    <a:pt x="396" y="254"/>
                  </a:cubicBezTo>
                  <a:cubicBezTo>
                    <a:pt x="396" y="261"/>
                    <a:pt x="399" y="268"/>
                    <a:pt x="403" y="273"/>
                  </a:cubicBezTo>
                  <a:cubicBezTo>
                    <a:pt x="404" y="274"/>
                    <a:pt x="404" y="275"/>
                    <a:pt x="405" y="276"/>
                  </a:cubicBezTo>
                  <a:cubicBezTo>
                    <a:pt x="411" y="282"/>
                    <a:pt x="419" y="286"/>
                    <a:pt x="428" y="286"/>
                  </a:cubicBezTo>
                  <a:cubicBezTo>
                    <a:pt x="429" y="286"/>
                    <a:pt x="430" y="285"/>
                    <a:pt x="432" y="285"/>
                  </a:cubicBezTo>
                  <a:cubicBezTo>
                    <a:pt x="434" y="285"/>
                    <a:pt x="437" y="284"/>
                    <a:pt x="440" y="283"/>
                  </a:cubicBezTo>
                  <a:cubicBezTo>
                    <a:pt x="443" y="282"/>
                    <a:pt x="445" y="281"/>
                    <a:pt x="448" y="279"/>
                  </a:cubicBezTo>
                  <a:cubicBezTo>
                    <a:pt x="451" y="276"/>
                    <a:pt x="454" y="273"/>
                    <a:pt x="456" y="270"/>
                  </a:cubicBezTo>
                  <a:cubicBezTo>
                    <a:pt x="459" y="265"/>
                    <a:pt x="460" y="259"/>
                    <a:pt x="460" y="254"/>
                  </a:cubicBezTo>
                  <a:cubicBezTo>
                    <a:pt x="460" y="252"/>
                    <a:pt x="460" y="251"/>
                    <a:pt x="460" y="249"/>
                  </a:cubicBezTo>
                  <a:cubicBezTo>
                    <a:pt x="460" y="237"/>
                    <a:pt x="459" y="226"/>
                    <a:pt x="458" y="214"/>
                  </a:cubicBezTo>
                  <a:cubicBezTo>
                    <a:pt x="458" y="211"/>
                    <a:pt x="457" y="208"/>
                    <a:pt x="457" y="205"/>
                  </a:cubicBezTo>
                  <a:cubicBezTo>
                    <a:pt x="454" y="187"/>
                    <a:pt x="450" y="170"/>
                    <a:pt x="445" y="155"/>
                  </a:cubicBezTo>
                  <a:cubicBezTo>
                    <a:pt x="431" y="111"/>
                    <a:pt x="408" y="79"/>
                    <a:pt x="384" y="55"/>
                  </a:cubicBezTo>
                  <a:cubicBezTo>
                    <a:pt x="346" y="17"/>
                    <a:pt x="309" y="3"/>
                    <a:pt x="306" y="2"/>
                  </a:cubicBezTo>
                  <a:cubicBezTo>
                    <a:pt x="304" y="2"/>
                    <a:pt x="303" y="1"/>
                    <a:pt x="301" y="1"/>
                  </a:cubicBezTo>
                  <a:cubicBezTo>
                    <a:pt x="298" y="0"/>
                    <a:pt x="295" y="0"/>
                    <a:pt x="292" y="0"/>
                  </a:cubicBezTo>
                  <a:cubicBezTo>
                    <a:pt x="137" y="0"/>
                    <a:pt x="137" y="0"/>
                    <a:pt x="137" y="0"/>
                  </a:cubicBezTo>
                  <a:cubicBezTo>
                    <a:pt x="135" y="0"/>
                    <a:pt x="132" y="0"/>
                    <a:pt x="130" y="0"/>
                  </a:cubicBezTo>
                  <a:cubicBezTo>
                    <a:pt x="127" y="1"/>
                    <a:pt x="123" y="1"/>
                    <a:pt x="120" y="2"/>
                  </a:cubicBezTo>
                  <a:cubicBezTo>
                    <a:pt x="117" y="3"/>
                    <a:pt x="88" y="13"/>
                    <a:pt x="59" y="43"/>
                  </a:cubicBezTo>
                  <a:cubicBezTo>
                    <a:pt x="29" y="73"/>
                    <a:pt x="0" y="125"/>
                    <a:pt x="1" y="200"/>
                  </a:cubicBezTo>
                  <a:cubicBezTo>
                    <a:pt x="1" y="245"/>
                    <a:pt x="11" y="298"/>
                    <a:pt x="34" y="361"/>
                  </a:cubicBezTo>
                  <a:cubicBezTo>
                    <a:pt x="39" y="374"/>
                    <a:pt x="51" y="382"/>
                    <a:pt x="64" y="382"/>
                  </a:cubicBezTo>
                  <a:cubicBezTo>
                    <a:pt x="68" y="382"/>
                    <a:pt x="72" y="381"/>
                    <a:pt x="76" y="379"/>
                  </a:cubicBezTo>
                  <a:cubicBezTo>
                    <a:pt x="92" y="373"/>
                    <a:pt x="100" y="355"/>
                    <a:pt x="94" y="338"/>
                  </a:cubicBezTo>
                  <a:cubicBezTo>
                    <a:pt x="73" y="281"/>
                    <a:pt x="65" y="235"/>
                    <a:pt x="65" y="200"/>
                  </a:cubicBezTo>
                  <a:cubicBezTo>
                    <a:pt x="65" y="140"/>
                    <a:pt x="85" y="108"/>
                    <a:pt x="105" y="88"/>
                  </a:cubicBezTo>
                  <a:cubicBezTo>
                    <a:pt x="105" y="88"/>
                    <a:pt x="106" y="87"/>
                    <a:pt x="106" y="86"/>
                  </a:cubicBezTo>
                  <a:cubicBezTo>
                    <a:pt x="106" y="228"/>
                    <a:pt x="106" y="228"/>
                    <a:pt x="106" y="228"/>
                  </a:cubicBezTo>
                  <a:cubicBezTo>
                    <a:pt x="106" y="304"/>
                    <a:pt x="106" y="304"/>
                    <a:pt x="106" y="304"/>
                  </a:cubicBezTo>
                  <a:cubicBezTo>
                    <a:pt x="106" y="667"/>
                    <a:pt x="106" y="667"/>
                    <a:pt x="106" y="667"/>
                  </a:cubicBezTo>
                  <a:cubicBezTo>
                    <a:pt x="106" y="694"/>
                    <a:pt x="128" y="716"/>
                    <a:pt x="156" y="716"/>
                  </a:cubicBezTo>
                  <a:cubicBezTo>
                    <a:pt x="183" y="716"/>
                    <a:pt x="205" y="694"/>
                    <a:pt x="205" y="667"/>
                  </a:cubicBezTo>
                  <a:cubicBezTo>
                    <a:pt x="205" y="335"/>
                    <a:pt x="205" y="335"/>
                    <a:pt x="205" y="335"/>
                  </a:cubicBezTo>
                  <a:cubicBezTo>
                    <a:pt x="224" y="335"/>
                    <a:pt x="224" y="335"/>
                    <a:pt x="224" y="335"/>
                  </a:cubicBezTo>
                  <a:cubicBezTo>
                    <a:pt x="224" y="667"/>
                    <a:pt x="224" y="667"/>
                    <a:pt x="224" y="667"/>
                  </a:cubicBezTo>
                  <a:cubicBezTo>
                    <a:pt x="224" y="694"/>
                    <a:pt x="246" y="716"/>
                    <a:pt x="274" y="716"/>
                  </a:cubicBezTo>
                  <a:cubicBezTo>
                    <a:pt x="278" y="716"/>
                    <a:pt x="283" y="716"/>
                    <a:pt x="287" y="714"/>
                  </a:cubicBezTo>
                  <a:cubicBezTo>
                    <a:pt x="281" y="711"/>
                    <a:pt x="277" y="704"/>
                    <a:pt x="277" y="69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50"/>
            <p:cNvSpPr>
              <a:spLocks/>
            </p:cNvSpPr>
            <p:nvPr/>
          </p:nvSpPr>
          <p:spPr bwMode="auto">
            <a:xfrm>
              <a:off x="2009775" y="4589463"/>
              <a:ext cx="317500" cy="317500"/>
            </a:xfrm>
            <a:custGeom>
              <a:avLst/>
              <a:gdLst>
                <a:gd name="T0" fmla="*/ 120 w 198"/>
                <a:gd name="T1" fmla="*/ 186 h 198"/>
                <a:gd name="T2" fmla="*/ 187 w 198"/>
                <a:gd name="T3" fmla="*/ 78 h 198"/>
                <a:gd name="T4" fmla="*/ 79 w 198"/>
                <a:gd name="T5" fmla="*/ 11 h 198"/>
                <a:gd name="T6" fmla="*/ 12 w 198"/>
                <a:gd name="T7" fmla="*/ 119 h 198"/>
                <a:gd name="T8" fmla="*/ 120 w 198"/>
                <a:gd name="T9" fmla="*/ 186 h 198"/>
              </a:gdLst>
              <a:ahLst/>
              <a:cxnLst>
                <a:cxn ang="0">
                  <a:pos x="T0" y="T1"/>
                </a:cxn>
                <a:cxn ang="0">
                  <a:pos x="T2" y="T3"/>
                </a:cxn>
                <a:cxn ang="0">
                  <a:pos x="T4" y="T5"/>
                </a:cxn>
                <a:cxn ang="0">
                  <a:pos x="T6" y="T7"/>
                </a:cxn>
                <a:cxn ang="0">
                  <a:pos x="T8" y="T9"/>
                </a:cxn>
              </a:cxnLst>
              <a:rect l="0" t="0" r="r" b="b"/>
              <a:pathLst>
                <a:path w="198" h="198">
                  <a:moveTo>
                    <a:pt x="120" y="186"/>
                  </a:moveTo>
                  <a:cubicBezTo>
                    <a:pt x="168" y="175"/>
                    <a:pt x="198" y="127"/>
                    <a:pt x="187" y="78"/>
                  </a:cubicBezTo>
                  <a:cubicBezTo>
                    <a:pt x="176" y="30"/>
                    <a:pt x="127" y="0"/>
                    <a:pt x="79" y="11"/>
                  </a:cubicBezTo>
                  <a:cubicBezTo>
                    <a:pt x="31" y="22"/>
                    <a:pt x="0" y="71"/>
                    <a:pt x="12" y="119"/>
                  </a:cubicBezTo>
                  <a:cubicBezTo>
                    <a:pt x="23" y="168"/>
                    <a:pt x="71" y="198"/>
                    <a:pt x="120" y="1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51"/>
            <p:cNvSpPr>
              <a:spLocks noEditPoints="1"/>
            </p:cNvSpPr>
            <p:nvPr/>
          </p:nvSpPr>
          <p:spPr bwMode="auto">
            <a:xfrm>
              <a:off x="2282825" y="5272088"/>
              <a:ext cx="236538" cy="801688"/>
            </a:xfrm>
            <a:custGeom>
              <a:avLst/>
              <a:gdLst>
                <a:gd name="T0" fmla="*/ 143 w 147"/>
                <a:gd name="T1" fmla="*/ 85 h 500"/>
                <a:gd name="T2" fmla="*/ 122 w 147"/>
                <a:gd name="T3" fmla="*/ 78 h 500"/>
                <a:gd name="T4" fmla="*/ 122 w 147"/>
                <a:gd name="T5" fmla="*/ 268 h 500"/>
                <a:gd name="T6" fmla="*/ 110 w 147"/>
                <a:gd name="T7" fmla="*/ 281 h 500"/>
                <a:gd name="T8" fmla="*/ 38 w 147"/>
                <a:gd name="T9" fmla="*/ 281 h 500"/>
                <a:gd name="T10" fmla="*/ 37 w 147"/>
                <a:gd name="T11" fmla="*/ 281 h 500"/>
                <a:gd name="T12" fmla="*/ 25 w 147"/>
                <a:gd name="T13" fmla="*/ 268 h 500"/>
                <a:gd name="T14" fmla="*/ 25 w 147"/>
                <a:gd name="T15" fmla="*/ 120 h 500"/>
                <a:gd name="T16" fmla="*/ 25 w 147"/>
                <a:gd name="T17" fmla="*/ 73 h 500"/>
                <a:gd name="T18" fmla="*/ 37 w 147"/>
                <a:gd name="T19" fmla="*/ 61 h 500"/>
                <a:gd name="T20" fmla="*/ 38 w 147"/>
                <a:gd name="T21" fmla="*/ 61 h 500"/>
                <a:gd name="T22" fmla="*/ 38 w 147"/>
                <a:gd name="T23" fmla="*/ 61 h 500"/>
                <a:gd name="T24" fmla="*/ 107 w 147"/>
                <a:gd name="T25" fmla="*/ 61 h 500"/>
                <a:gd name="T26" fmla="*/ 103 w 147"/>
                <a:gd name="T27" fmla="*/ 45 h 500"/>
                <a:gd name="T28" fmla="*/ 103 w 147"/>
                <a:gd name="T29" fmla="*/ 40 h 500"/>
                <a:gd name="T30" fmla="*/ 100 w 147"/>
                <a:gd name="T31" fmla="*/ 0 h 500"/>
                <a:gd name="T32" fmla="*/ 38 w 147"/>
                <a:gd name="T33" fmla="*/ 0 h 500"/>
                <a:gd name="T34" fmla="*/ 34 w 147"/>
                <a:gd name="T35" fmla="*/ 0 h 500"/>
                <a:gd name="T36" fmla="*/ 12 w 147"/>
                <a:gd name="T37" fmla="*/ 0 h 500"/>
                <a:gd name="T38" fmla="*/ 0 w 147"/>
                <a:gd name="T39" fmla="*/ 12 h 500"/>
                <a:gd name="T40" fmla="*/ 0 w 147"/>
                <a:gd name="T41" fmla="*/ 126 h 500"/>
                <a:gd name="T42" fmla="*/ 0 w 147"/>
                <a:gd name="T43" fmla="*/ 488 h 500"/>
                <a:gd name="T44" fmla="*/ 12 w 147"/>
                <a:gd name="T45" fmla="*/ 500 h 500"/>
                <a:gd name="T46" fmla="*/ 14 w 147"/>
                <a:gd name="T47" fmla="*/ 500 h 500"/>
                <a:gd name="T48" fmla="*/ 134 w 147"/>
                <a:gd name="T49" fmla="*/ 500 h 500"/>
                <a:gd name="T50" fmla="*/ 147 w 147"/>
                <a:gd name="T51" fmla="*/ 488 h 500"/>
                <a:gd name="T52" fmla="*/ 147 w 147"/>
                <a:gd name="T53" fmla="*/ 473 h 500"/>
                <a:gd name="T54" fmla="*/ 147 w 147"/>
                <a:gd name="T55" fmla="*/ 84 h 500"/>
                <a:gd name="T56" fmla="*/ 143 w 147"/>
                <a:gd name="T57" fmla="*/ 85 h 500"/>
                <a:gd name="T58" fmla="*/ 38 w 147"/>
                <a:gd name="T59" fmla="*/ 405 h 500"/>
                <a:gd name="T60" fmla="*/ 73 w 147"/>
                <a:gd name="T61" fmla="*/ 378 h 500"/>
                <a:gd name="T62" fmla="*/ 110 w 147"/>
                <a:gd name="T63" fmla="*/ 415 h 500"/>
                <a:gd name="T64" fmla="*/ 73 w 147"/>
                <a:gd name="T65" fmla="*/ 451 h 500"/>
                <a:gd name="T66" fmla="*/ 38 w 147"/>
                <a:gd name="T67" fmla="*/ 425 h 500"/>
                <a:gd name="T68" fmla="*/ 37 w 147"/>
                <a:gd name="T69" fmla="*/ 415 h 500"/>
                <a:gd name="T70" fmla="*/ 38 w 147"/>
                <a:gd name="T71" fmla="*/ 405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7" h="500">
                  <a:moveTo>
                    <a:pt x="143" y="85"/>
                  </a:moveTo>
                  <a:cubicBezTo>
                    <a:pt x="136" y="85"/>
                    <a:pt x="128" y="82"/>
                    <a:pt x="122" y="78"/>
                  </a:cubicBezTo>
                  <a:cubicBezTo>
                    <a:pt x="122" y="268"/>
                    <a:pt x="122" y="268"/>
                    <a:pt x="122" y="268"/>
                  </a:cubicBezTo>
                  <a:cubicBezTo>
                    <a:pt x="122" y="275"/>
                    <a:pt x="117" y="281"/>
                    <a:pt x="110" y="281"/>
                  </a:cubicBezTo>
                  <a:cubicBezTo>
                    <a:pt x="38" y="281"/>
                    <a:pt x="38" y="281"/>
                    <a:pt x="38" y="281"/>
                  </a:cubicBezTo>
                  <a:cubicBezTo>
                    <a:pt x="37" y="281"/>
                    <a:pt x="37" y="281"/>
                    <a:pt x="37" y="281"/>
                  </a:cubicBezTo>
                  <a:cubicBezTo>
                    <a:pt x="30" y="281"/>
                    <a:pt x="25" y="275"/>
                    <a:pt x="25" y="268"/>
                  </a:cubicBezTo>
                  <a:cubicBezTo>
                    <a:pt x="25" y="120"/>
                    <a:pt x="25" y="120"/>
                    <a:pt x="25" y="120"/>
                  </a:cubicBezTo>
                  <a:cubicBezTo>
                    <a:pt x="25" y="73"/>
                    <a:pt x="25" y="73"/>
                    <a:pt x="25" y="73"/>
                  </a:cubicBezTo>
                  <a:cubicBezTo>
                    <a:pt x="25" y="67"/>
                    <a:pt x="30" y="61"/>
                    <a:pt x="37" y="61"/>
                  </a:cubicBezTo>
                  <a:cubicBezTo>
                    <a:pt x="38" y="61"/>
                    <a:pt x="38" y="61"/>
                    <a:pt x="38" y="61"/>
                  </a:cubicBezTo>
                  <a:cubicBezTo>
                    <a:pt x="38" y="61"/>
                    <a:pt x="38" y="61"/>
                    <a:pt x="38" y="61"/>
                  </a:cubicBezTo>
                  <a:cubicBezTo>
                    <a:pt x="107" y="61"/>
                    <a:pt x="107" y="61"/>
                    <a:pt x="107" y="61"/>
                  </a:cubicBezTo>
                  <a:cubicBezTo>
                    <a:pt x="105" y="56"/>
                    <a:pt x="103" y="50"/>
                    <a:pt x="103" y="45"/>
                  </a:cubicBezTo>
                  <a:cubicBezTo>
                    <a:pt x="103" y="43"/>
                    <a:pt x="103" y="42"/>
                    <a:pt x="103" y="40"/>
                  </a:cubicBezTo>
                  <a:cubicBezTo>
                    <a:pt x="103" y="26"/>
                    <a:pt x="102" y="13"/>
                    <a:pt x="100" y="0"/>
                  </a:cubicBezTo>
                  <a:cubicBezTo>
                    <a:pt x="38" y="0"/>
                    <a:pt x="38" y="0"/>
                    <a:pt x="38" y="0"/>
                  </a:cubicBezTo>
                  <a:cubicBezTo>
                    <a:pt x="34" y="0"/>
                    <a:pt x="34" y="0"/>
                    <a:pt x="34" y="0"/>
                  </a:cubicBezTo>
                  <a:cubicBezTo>
                    <a:pt x="12" y="0"/>
                    <a:pt x="12" y="0"/>
                    <a:pt x="12" y="0"/>
                  </a:cubicBezTo>
                  <a:cubicBezTo>
                    <a:pt x="6" y="0"/>
                    <a:pt x="0" y="6"/>
                    <a:pt x="0" y="12"/>
                  </a:cubicBezTo>
                  <a:cubicBezTo>
                    <a:pt x="0" y="126"/>
                    <a:pt x="0" y="126"/>
                    <a:pt x="0" y="126"/>
                  </a:cubicBezTo>
                  <a:cubicBezTo>
                    <a:pt x="0" y="488"/>
                    <a:pt x="0" y="488"/>
                    <a:pt x="0" y="488"/>
                  </a:cubicBezTo>
                  <a:cubicBezTo>
                    <a:pt x="0" y="495"/>
                    <a:pt x="6" y="500"/>
                    <a:pt x="12" y="500"/>
                  </a:cubicBezTo>
                  <a:cubicBezTo>
                    <a:pt x="14" y="500"/>
                    <a:pt x="14" y="500"/>
                    <a:pt x="14" y="500"/>
                  </a:cubicBezTo>
                  <a:cubicBezTo>
                    <a:pt x="134" y="500"/>
                    <a:pt x="134" y="500"/>
                    <a:pt x="134" y="500"/>
                  </a:cubicBezTo>
                  <a:cubicBezTo>
                    <a:pt x="141" y="500"/>
                    <a:pt x="147" y="495"/>
                    <a:pt x="147" y="488"/>
                  </a:cubicBezTo>
                  <a:cubicBezTo>
                    <a:pt x="147" y="473"/>
                    <a:pt x="147" y="473"/>
                    <a:pt x="147" y="473"/>
                  </a:cubicBezTo>
                  <a:cubicBezTo>
                    <a:pt x="147" y="84"/>
                    <a:pt x="147" y="84"/>
                    <a:pt x="147" y="84"/>
                  </a:cubicBezTo>
                  <a:cubicBezTo>
                    <a:pt x="145" y="84"/>
                    <a:pt x="144" y="85"/>
                    <a:pt x="143" y="85"/>
                  </a:cubicBezTo>
                  <a:close/>
                  <a:moveTo>
                    <a:pt x="38" y="405"/>
                  </a:moveTo>
                  <a:cubicBezTo>
                    <a:pt x="42" y="390"/>
                    <a:pt x="56" y="378"/>
                    <a:pt x="73" y="378"/>
                  </a:cubicBezTo>
                  <a:cubicBezTo>
                    <a:pt x="94" y="378"/>
                    <a:pt x="110" y="395"/>
                    <a:pt x="110" y="415"/>
                  </a:cubicBezTo>
                  <a:cubicBezTo>
                    <a:pt x="110" y="435"/>
                    <a:pt x="94" y="451"/>
                    <a:pt x="73" y="451"/>
                  </a:cubicBezTo>
                  <a:cubicBezTo>
                    <a:pt x="56" y="451"/>
                    <a:pt x="42" y="440"/>
                    <a:pt x="38" y="425"/>
                  </a:cubicBezTo>
                  <a:cubicBezTo>
                    <a:pt x="37" y="421"/>
                    <a:pt x="37" y="418"/>
                    <a:pt x="37" y="415"/>
                  </a:cubicBezTo>
                  <a:cubicBezTo>
                    <a:pt x="37" y="412"/>
                    <a:pt x="37" y="408"/>
                    <a:pt x="38" y="40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52"/>
            <p:cNvSpPr>
              <a:spLocks/>
            </p:cNvSpPr>
            <p:nvPr/>
          </p:nvSpPr>
          <p:spPr bwMode="auto">
            <a:xfrm>
              <a:off x="2343150" y="5407025"/>
              <a:ext cx="115888" cy="41275"/>
            </a:xfrm>
            <a:custGeom>
              <a:avLst/>
              <a:gdLst>
                <a:gd name="T0" fmla="*/ 73 w 73"/>
                <a:gd name="T1" fmla="*/ 0 h 26"/>
                <a:gd name="T2" fmla="*/ 1 w 73"/>
                <a:gd name="T3" fmla="*/ 0 h 26"/>
                <a:gd name="T4" fmla="*/ 1 w 73"/>
                <a:gd name="T5" fmla="*/ 0 h 26"/>
                <a:gd name="T6" fmla="*/ 0 w 73"/>
                <a:gd name="T7" fmla="*/ 0 h 26"/>
                <a:gd name="T8" fmla="*/ 0 w 73"/>
                <a:gd name="T9" fmla="*/ 18 h 26"/>
                <a:gd name="T10" fmla="*/ 0 w 73"/>
                <a:gd name="T11" fmla="*/ 26 h 26"/>
                <a:gd name="T12" fmla="*/ 1 w 73"/>
                <a:gd name="T13" fmla="*/ 26 h 26"/>
                <a:gd name="T14" fmla="*/ 73 w 73"/>
                <a:gd name="T15" fmla="*/ 26 h 26"/>
                <a:gd name="T16" fmla="*/ 73 w 73"/>
                <a:gd name="T17"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 h="26">
                  <a:moveTo>
                    <a:pt x="73" y="0"/>
                  </a:moveTo>
                  <a:lnTo>
                    <a:pt x="1" y="0"/>
                  </a:lnTo>
                  <a:lnTo>
                    <a:pt x="1" y="0"/>
                  </a:lnTo>
                  <a:lnTo>
                    <a:pt x="0" y="0"/>
                  </a:lnTo>
                  <a:lnTo>
                    <a:pt x="0" y="18"/>
                  </a:lnTo>
                  <a:lnTo>
                    <a:pt x="0" y="26"/>
                  </a:lnTo>
                  <a:lnTo>
                    <a:pt x="1" y="26"/>
                  </a:lnTo>
                  <a:lnTo>
                    <a:pt x="73" y="26"/>
                  </a:lnTo>
                  <a:lnTo>
                    <a:pt x="7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53"/>
            <p:cNvSpPr>
              <a:spLocks/>
            </p:cNvSpPr>
            <p:nvPr/>
          </p:nvSpPr>
          <p:spPr bwMode="auto">
            <a:xfrm>
              <a:off x="2343150" y="5467350"/>
              <a:ext cx="115888" cy="38100"/>
            </a:xfrm>
            <a:custGeom>
              <a:avLst/>
              <a:gdLst>
                <a:gd name="T0" fmla="*/ 73 w 73"/>
                <a:gd name="T1" fmla="*/ 0 h 24"/>
                <a:gd name="T2" fmla="*/ 1 w 73"/>
                <a:gd name="T3" fmla="*/ 0 h 24"/>
                <a:gd name="T4" fmla="*/ 0 w 73"/>
                <a:gd name="T5" fmla="*/ 0 h 24"/>
                <a:gd name="T6" fmla="*/ 0 w 73"/>
                <a:gd name="T7" fmla="*/ 24 h 24"/>
                <a:gd name="T8" fmla="*/ 1 w 73"/>
                <a:gd name="T9" fmla="*/ 24 h 24"/>
                <a:gd name="T10" fmla="*/ 73 w 73"/>
                <a:gd name="T11" fmla="*/ 24 h 24"/>
                <a:gd name="T12" fmla="*/ 73 w 73"/>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73" h="24">
                  <a:moveTo>
                    <a:pt x="73" y="0"/>
                  </a:moveTo>
                  <a:lnTo>
                    <a:pt x="1" y="0"/>
                  </a:lnTo>
                  <a:lnTo>
                    <a:pt x="0" y="0"/>
                  </a:lnTo>
                  <a:lnTo>
                    <a:pt x="0" y="24"/>
                  </a:lnTo>
                  <a:lnTo>
                    <a:pt x="1" y="24"/>
                  </a:lnTo>
                  <a:lnTo>
                    <a:pt x="73" y="24"/>
                  </a:lnTo>
                  <a:lnTo>
                    <a:pt x="7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54"/>
            <p:cNvSpPr>
              <a:spLocks/>
            </p:cNvSpPr>
            <p:nvPr/>
          </p:nvSpPr>
          <p:spPr bwMode="auto">
            <a:xfrm>
              <a:off x="2343150" y="5526088"/>
              <a:ext cx="115888" cy="38100"/>
            </a:xfrm>
            <a:custGeom>
              <a:avLst/>
              <a:gdLst>
                <a:gd name="T0" fmla="*/ 73 w 73"/>
                <a:gd name="T1" fmla="*/ 24 h 24"/>
                <a:gd name="T2" fmla="*/ 73 w 73"/>
                <a:gd name="T3" fmla="*/ 0 h 24"/>
                <a:gd name="T4" fmla="*/ 1 w 73"/>
                <a:gd name="T5" fmla="*/ 0 h 24"/>
                <a:gd name="T6" fmla="*/ 0 w 73"/>
                <a:gd name="T7" fmla="*/ 0 h 24"/>
                <a:gd name="T8" fmla="*/ 0 w 73"/>
                <a:gd name="T9" fmla="*/ 24 h 24"/>
                <a:gd name="T10" fmla="*/ 1 w 73"/>
                <a:gd name="T11" fmla="*/ 24 h 24"/>
                <a:gd name="T12" fmla="*/ 73 w 73"/>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73" h="24">
                  <a:moveTo>
                    <a:pt x="73" y="24"/>
                  </a:moveTo>
                  <a:lnTo>
                    <a:pt x="73" y="0"/>
                  </a:lnTo>
                  <a:lnTo>
                    <a:pt x="1" y="0"/>
                  </a:lnTo>
                  <a:lnTo>
                    <a:pt x="0" y="0"/>
                  </a:lnTo>
                  <a:lnTo>
                    <a:pt x="0" y="24"/>
                  </a:lnTo>
                  <a:lnTo>
                    <a:pt x="1" y="24"/>
                  </a:lnTo>
                  <a:lnTo>
                    <a:pt x="73"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55"/>
            <p:cNvSpPr>
              <a:spLocks noEditPoints="1"/>
            </p:cNvSpPr>
            <p:nvPr/>
          </p:nvSpPr>
          <p:spPr bwMode="auto">
            <a:xfrm>
              <a:off x="2557463" y="5272088"/>
              <a:ext cx="234950" cy="801688"/>
            </a:xfrm>
            <a:custGeom>
              <a:avLst/>
              <a:gdLst>
                <a:gd name="T0" fmla="*/ 146 w 146"/>
                <a:gd name="T1" fmla="*/ 12 h 500"/>
                <a:gd name="T2" fmla="*/ 134 w 146"/>
                <a:gd name="T3" fmla="*/ 0 h 500"/>
                <a:gd name="T4" fmla="*/ 12 w 146"/>
                <a:gd name="T5" fmla="*/ 0 h 500"/>
                <a:gd name="T6" fmla="*/ 10 w 146"/>
                <a:gd name="T7" fmla="*/ 0 h 500"/>
                <a:gd name="T8" fmla="*/ 12 w 146"/>
                <a:gd name="T9" fmla="*/ 40 h 500"/>
                <a:gd name="T10" fmla="*/ 12 w 146"/>
                <a:gd name="T11" fmla="*/ 45 h 500"/>
                <a:gd name="T12" fmla="*/ 0 w 146"/>
                <a:gd name="T13" fmla="*/ 73 h 500"/>
                <a:gd name="T14" fmla="*/ 0 w 146"/>
                <a:gd name="T15" fmla="*/ 473 h 500"/>
                <a:gd name="T16" fmla="*/ 0 w 146"/>
                <a:gd name="T17" fmla="*/ 488 h 500"/>
                <a:gd name="T18" fmla="*/ 12 w 146"/>
                <a:gd name="T19" fmla="*/ 500 h 500"/>
                <a:gd name="T20" fmla="*/ 134 w 146"/>
                <a:gd name="T21" fmla="*/ 500 h 500"/>
                <a:gd name="T22" fmla="*/ 146 w 146"/>
                <a:gd name="T23" fmla="*/ 488 h 500"/>
                <a:gd name="T24" fmla="*/ 146 w 146"/>
                <a:gd name="T25" fmla="*/ 473 h 500"/>
                <a:gd name="T26" fmla="*/ 146 w 146"/>
                <a:gd name="T27" fmla="*/ 40 h 500"/>
                <a:gd name="T28" fmla="*/ 146 w 146"/>
                <a:gd name="T29" fmla="*/ 12 h 500"/>
                <a:gd name="T30" fmla="*/ 37 w 146"/>
                <a:gd name="T31" fmla="*/ 281 h 500"/>
                <a:gd name="T32" fmla="*/ 24 w 146"/>
                <a:gd name="T33" fmla="*/ 268 h 500"/>
                <a:gd name="T34" fmla="*/ 24 w 146"/>
                <a:gd name="T35" fmla="*/ 73 h 500"/>
                <a:gd name="T36" fmla="*/ 37 w 146"/>
                <a:gd name="T37" fmla="*/ 61 h 500"/>
                <a:gd name="T38" fmla="*/ 110 w 146"/>
                <a:gd name="T39" fmla="*/ 61 h 500"/>
                <a:gd name="T40" fmla="*/ 122 w 146"/>
                <a:gd name="T41" fmla="*/ 73 h 500"/>
                <a:gd name="T42" fmla="*/ 122 w 146"/>
                <a:gd name="T43" fmla="*/ 268 h 500"/>
                <a:gd name="T44" fmla="*/ 110 w 146"/>
                <a:gd name="T45" fmla="*/ 281 h 500"/>
                <a:gd name="T46" fmla="*/ 37 w 146"/>
                <a:gd name="T47" fmla="*/ 281 h 500"/>
                <a:gd name="T48" fmla="*/ 110 w 146"/>
                <a:gd name="T49" fmla="*/ 415 h 500"/>
                <a:gd name="T50" fmla="*/ 73 w 146"/>
                <a:gd name="T51" fmla="*/ 451 h 500"/>
                <a:gd name="T52" fmla="*/ 37 w 146"/>
                <a:gd name="T53" fmla="*/ 415 h 500"/>
                <a:gd name="T54" fmla="*/ 73 w 146"/>
                <a:gd name="T55" fmla="*/ 378 h 500"/>
                <a:gd name="T56" fmla="*/ 110 w 146"/>
                <a:gd name="T57" fmla="*/ 415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6" h="500">
                  <a:moveTo>
                    <a:pt x="146" y="12"/>
                  </a:moveTo>
                  <a:cubicBezTo>
                    <a:pt x="146" y="6"/>
                    <a:pt x="141" y="0"/>
                    <a:pt x="134" y="0"/>
                  </a:cubicBezTo>
                  <a:cubicBezTo>
                    <a:pt x="12" y="0"/>
                    <a:pt x="12" y="0"/>
                    <a:pt x="12" y="0"/>
                  </a:cubicBezTo>
                  <a:cubicBezTo>
                    <a:pt x="11" y="0"/>
                    <a:pt x="10" y="0"/>
                    <a:pt x="10" y="0"/>
                  </a:cubicBezTo>
                  <a:cubicBezTo>
                    <a:pt x="11" y="13"/>
                    <a:pt x="12" y="26"/>
                    <a:pt x="12" y="40"/>
                  </a:cubicBezTo>
                  <a:cubicBezTo>
                    <a:pt x="12" y="42"/>
                    <a:pt x="12" y="43"/>
                    <a:pt x="12" y="45"/>
                  </a:cubicBezTo>
                  <a:cubicBezTo>
                    <a:pt x="12" y="56"/>
                    <a:pt x="8" y="66"/>
                    <a:pt x="0" y="73"/>
                  </a:cubicBezTo>
                  <a:cubicBezTo>
                    <a:pt x="0" y="473"/>
                    <a:pt x="0" y="473"/>
                    <a:pt x="0" y="473"/>
                  </a:cubicBezTo>
                  <a:cubicBezTo>
                    <a:pt x="0" y="488"/>
                    <a:pt x="0" y="488"/>
                    <a:pt x="0" y="488"/>
                  </a:cubicBezTo>
                  <a:cubicBezTo>
                    <a:pt x="0" y="495"/>
                    <a:pt x="5" y="500"/>
                    <a:pt x="12" y="500"/>
                  </a:cubicBezTo>
                  <a:cubicBezTo>
                    <a:pt x="134" y="500"/>
                    <a:pt x="134" y="500"/>
                    <a:pt x="134" y="500"/>
                  </a:cubicBezTo>
                  <a:cubicBezTo>
                    <a:pt x="141" y="500"/>
                    <a:pt x="146" y="495"/>
                    <a:pt x="146" y="488"/>
                  </a:cubicBezTo>
                  <a:cubicBezTo>
                    <a:pt x="146" y="473"/>
                    <a:pt x="146" y="473"/>
                    <a:pt x="146" y="473"/>
                  </a:cubicBezTo>
                  <a:cubicBezTo>
                    <a:pt x="146" y="40"/>
                    <a:pt x="146" y="40"/>
                    <a:pt x="146" y="40"/>
                  </a:cubicBezTo>
                  <a:lnTo>
                    <a:pt x="146" y="12"/>
                  </a:lnTo>
                  <a:close/>
                  <a:moveTo>
                    <a:pt x="37" y="281"/>
                  </a:moveTo>
                  <a:cubicBezTo>
                    <a:pt x="30" y="281"/>
                    <a:pt x="24" y="275"/>
                    <a:pt x="24" y="268"/>
                  </a:cubicBezTo>
                  <a:cubicBezTo>
                    <a:pt x="24" y="73"/>
                    <a:pt x="24" y="73"/>
                    <a:pt x="24" y="73"/>
                  </a:cubicBezTo>
                  <a:cubicBezTo>
                    <a:pt x="24" y="67"/>
                    <a:pt x="30" y="61"/>
                    <a:pt x="37" y="61"/>
                  </a:cubicBezTo>
                  <a:cubicBezTo>
                    <a:pt x="110" y="61"/>
                    <a:pt x="110" y="61"/>
                    <a:pt x="110" y="61"/>
                  </a:cubicBezTo>
                  <a:cubicBezTo>
                    <a:pt x="116" y="61"/>
                    <a:pt x="122" y="67"/>
                    <a:pt x="122" y="73"/>
                  </a:cubicBezTo>
                  <a:cubicBezTo>
                    <a:pt x="122" y="268"/>
                    <a:pt x="122" y="268"/>
                    <a:pt x="122" y="268"/>
                  </a:cubicBezTo>
                  <a:cubicBezTo>
                    <a:pt x="122" y="275"/>
                    <a:pt x="116" y="281"/>
                    <a:pt x="110" y="281"/>
                  </a:cubicBezTo>
                  <a:lnTo>
                    <a:pt x="37" y="281"/>
                  </a:lnTo>
                  <a:close/>
                  <a:moveTo>
                    <a:pt x="110" y="415"/>
                  </a:moveTo>
                  <a:cubicBezTo>
                    <a:pt x="110" y="435"/>
                    <a:pt x="93" y="451"/>
                    <a:pt x="73" y="451"/>
                  </a:cubicBezTo>
                  <a:cubicBezTo>
                    <a:pt x="53" y="451"/>
                    <a:pt x="37" y="435"/>
                    <a:pt x="37" y="415"/>
                  </a:cubicBezTo>
                  <a:cubicBezTo>
                    <a:pt x="37" y="395"/>
                    <a:pt x="53" y="378"/>
                    <a:pt x="73" y="378"/>
                  </a:cubicBezTo>
                  <a:cubicBezTo>
                    <a:pt x="93" y="378"/>
                    <a:pt x="110" y="395"/>
                    <a:pt x="110" y="4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Rectangle 56"/>
            <p:cNvSpPr>
              <a:spLocks noChangeArrowheads="1"/>
            </p:cNvSpPr>
            <p:nvPr/>
          </p:nvSpPr>
          <p:spPr bwMode="auto">
            <a:xfrm>
              <a:off x="2616200" y="5407025"/>
              <a:ext cx="117475" cy="412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Rectangle 57"/>
            <p:cNvSpPr>
              <a:spLocks noChangeArrowheads="1"/>
            </p:cNvSpPr>
            <p:nvPr/>
          </p:nvSpPr>
          <p:spPr bwMode="auto">
            <a:xfrm>
              <a:off x="2616200" y="5467350"/>
              <a:ext cx="117475"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Rectangle 58"/>
            <p:cNvSpPr>
              <a:spLocks noChangeArrowheads="1"/>
            </p:cNvSpPr>
            <p:nvPr/>
          </p:nvSpPr>
          <p:spPr bwMode="auto">
            <a:xfrm>
              <a:off x="2616200" y="5526088"/>
              <a:ext cx="117475"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59"/>
            <p:cNvSpPr>
              <a:spLocks noEditPoints="1"/>
            </p:cNvSpPr>
            <p:nvPr/>
          </p:nvSpPr>
          <p:spPr bwMode="auto">
            <a:xfrm>
              <a:off x="2832100" y="5272088"/>
              <a:ext cx="233363" cy="801688"/>
            </a:xfrm>
            <a:custGeom>
              <a:avLst/>
              <a:gdLst>
                <a:gd name="T0" fmla="*/ 134 w 146"/>
                <a:gd name="T1" fmla="*/ 0 h 500"/>
                <a:gd name="T2" fmla="*/ 12 w 146"/>
                <a:gd name="T3" fmla="*/ 0 h 500"/>
                <a:gd name="T4" fmla="*/ 0 w 146"/>
                <a:gd name="T5" fmla="*/ 12 h 500"/>
                <a:gd name="T6" fmla="*/ 0 w 146"/>
                <a:gd name="T7" fmla="*/ 40 h 500"/>
                <a:gd name="T8" fmla="*/ 0 w 146"/>
                <a:gd name="T9" fmla="*/ 473 h 500"/>
                <a:gd name="T10" fmla="*/ 0 w 146"/>
                <a:gd name="T11" fmla="*/ 488 h 500"/>
                <a:gd name="T12" fmla="*/ 12 w 146"/>
                <a:gd name="T13" fmla="*/ 500 h 500"/>
                <a:gd name="T14" fmla="*/ 134 w 146"/>
                <a:gd name="T15" fmla="*/ 500 h 500"/>
                <a:gd name="T16" fmla="*/ 146 w 146"/>
                <a:gd name="T17" fmla="*/ 488 h 500"/>
                <a:gd name="T18" fmla="*/ 146 w 146"/>
                <a:gd name="T19" fmla="*/ 12 h 500"/>
                <a:gd name="T20" fmla="*/ 134 w 146"/>
                <a:gd name="T21" fmla="*/ 0 h 500"/>
                <a:gd name="T22" fmla="*/ 36 w 146"/>
                <a:gd name="T23" fmla="*/ 281 h 500"/>
                <a:gd name="T24" fmla="*/ 24 w 146"/>
                <a:gd name="T25" fmla="*/ 268 h 500"/>
                <a:gd name="T26" fmla="*/ 24 w 146"/>
                <a:gd name="T27" fmla="*/ 73 h 500"/>
                <a:gd name="T28" fmla="*/ 36 w 146"/>
                <a:gd name="T29" fmla="*/ 61 h 500"/>
                <a:gd name="T30" fmla="*/ 110 w 146"/>
                <a:gd name="T31" fmla="*/ 61 h 500"/>
                <a:gd name="T32" fmla="*/ 122 w 146"/>
                <a:gd name="T33" fmla="*/ 73 h 500"/>
                <a:gd name="T34" fmla="*/ 122 w 146"/>
                <a:gd name="T35" fmla="*/ 268 h 500"/>
                <a:gd name="T36" fmla="*/ 110 w 146"/>
                <a:gd name="T37" fmla="*/ 281 h 500"/>
                <a:gd name="T38" fmla="*/ 36 w 146"/>
                <a:gd name="T39" fmla="*/ 281 h 500"/>
                <a:gd name="T40" fmla="*/ 110 w 146"/>
                <a:gd name="T41" fmla="*/ 415 h 500"/>
                <a:gd name="T42" fmla="*/ 73 w 146"/>
                <a:gd name="T43" fmla="*/ 451 h 500"/>
                <a:gd name="T44" fmla="*/ 36 w 146"/>
                <a:gd name="T45" fmla="*/ 415 h 500"/>
                <a:gd name="T46" fmla="*/ 73 w 146"/>
                <a:gd name="T47" fmla="*/ 378 h 500"/>
                <a:gd name="T48" fmla="*/ 110 w 146"/>
                <a:gd name="T49" fmla="*/ 415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6" h="500">
                  <a:moveTo>
                    <a:pt x="134" y="0"/>
                  </a:moveTo>
                  <a:cubicBezTo>
                    <a:pt x="12" y="0"/>
                    <a:pt x="12" y="0"/>
                    <a:pt x="12" y="0"/>
                  </a:cubicBezTo>
                  <a:cubicBezTo>
                    <a:pt x="5" y="0"/>
                    <a:pt x="0" y="6"/>
                    <a:pt x="0" y="12"/>
                  </a:cubicBezTo>
                  <a:cubicBezTo>
                    <a:pt x="0" y="40"/>
                    <a:pt x="0" y="40"/>
                    <a:pt x="0" y="40"/>
                  </a:cubicBezTo>
                  <a:cubicBezTo>
                    <a:pt x="0" y="473"/>
                    <a:pt x="0" y="473"/>
                    <a:pt x="0" y="473"/>
                  </a:cubicBezTo>
                  <a:cubicBezTo>
                    <a:pt x="0" y="488"/>
                    <a:pt x="0" y="488"/>
                    <a:pt x="0" y="488"/>
                  </a:cubicBezTo>
                  <a:cubicBezTo>
                    <a:pt x="0" y="495"/>
                    <a:pt x="5" y="500"/>
                    <a:pt x="12" y="500"/>
                  </a:cubicBezTo>
                  <a:cubicBezTo>
                    <a:pt x="134" y="500"/>
                    <a:pt x="134" y="500"/>
                    <a:pt x="134" y="500"/>
                  </a:cubicBezTo>
                  <a:cubicBezTo>
                    <a:pt x="141" y="500"/>
                    <a:pt x="146" y="495"/>
                    <a:pt x="146" y="488"/>
                  </a:cubicBezTo>
                  <a:cubicBezTo>
                    <a:pt x="146" y="12"/>
                    <a:pt x="146" y="12"/>
                    <a:pt x="146" y="12"/>
                  </a:cubicBezTo>
                  <a:cubicBezTo>
                    <a:pt x="146" y="6"/>
                    <a:pt x="141" y="0"/>
                    <a:pt x="134" y="0"/>
                  </a:cubicBezTo>
                  <a:close/>
                  <a:moveTo>
                    <a:pt x="36" y="281"/>
                  </a:moveTo>
                  <a:cubicBezTo>
                    <a:pt x="30" y="281"/>
                    <a:pt x="24" y="275"/>
                    <a:pt x="24" y="268"/>
                  </a:cubicBezTo>
                  <a:cubicBezTo>
                    <a:pt x="24" y="73"/>
                    <a:pt x="24" y="73"/>
                    <a:pt x="24" y="73"/>
                  </a:cubicBezTo>
                  <a:cubicBezTo>
                    <a:pt x="24" y="67"/>
                    <a:pt x="30" y="61"/>
                    <a:pt x="36" y="61"/>
                  </a:cubicBezTo>
                  <a:cubicBezTo>
                    <a:pt x="110" y="61"/>
                    <a:pt x="110" y="61"/>
                    <a:pt x="110" y="61"/>
                  </a:cubicBezTo>
                  <a:cubicBezTo>
                    <a:pt x="116" y="61"/>
                    <a:pt x="122" y="67"/>
                    <a:pt x="122" y="73"/>
                  </a:cubicBezTo>
                  <a:cubicBezTo>
                    <a:pt x="122" y="268"/>
                    <a:pt x="122" y="268"/>
                    <a:pt x="122" y="268"/>
                  </a:cubicBezTo>
                  <a:cubicBezTo>
                    <a:pt x="122" y="275"/>
                    <a:pt x="116" y="281"/>
                    <a:pt x="110" y="281"/>
                  </a:cubicBezTo>
                  <a:lnTo>
                    <a:pt x="36" y="281"/>
                  </a:lnTo>
                  <a:close/>
                  <a:moveTo>
                    <a:pt x="110" y="415"/>
                  </a:moveTo>
                  <a:cubicBezTo>
                    <a:pt x="110" y="435"/>
                    <a:pt x="93" y="451"/>
                    <a:pt x="73" y="451"/>
                  </a:cubicBezTo>
                  <a:cubicBezTo>
                    <a:pt x="53" y="451"/>
                    <a:pt x="36" y="435"/>
                    <a:pt x="36" y="415"/>
                  </a:cubicBezTo>
                  <a:cubicBezTo>
                    <a:pt x="36" y="395"/>
                    <a:pt x="53" y="378"/>
                    <a:pt x="73" y="378"/>
                  </a:cubicBezTo>
                  <a:cubicBezTo>
                    <a:pt x="93" y="378"/>
                    <a:pt x="110" y="395"/>
                    <a:pt x="110" y="4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Rectangle 60"/>
            <p:cNvSpPr>
              <a:spLocks noChangeArrowheads="1"/>
            </p:cNvSpPr>
            <p:nvPr/>
          </p:nvSpPr>
          <p:spPr bwMode="auto">
            <a:xfrm>
              <a:off x="2889250" y="5407025"/>
              <a:ext cx="119063" cy="412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Rectangle 61"/>
            <p:cNvSpPr>
              <a:spLocks noChangeArrowheads="1"/>
            </p:cNvSpPr>
            <p:nvPr/>
          </p:nvSpPr>
          <p:spPr bwMode="auto">
            <a:xfrm>
              <a:off x="2889250" y="5467350"/>
              <a:ext cx="119063"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Rectangle 62"/>
            <p:cNvSpPr>
              <a:spLocks noChangeArrowheads="1"/>
            </p:cNvSpPr>
            <p:nvPr/>
          </p:nvSpPr>
          <p:spPr bwMode="auto">
            <a:xfrm>
              <a:off x="2889250" y="5526088"/>
              <a:ext cx="119063"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36" name="组合 135"/>
          <p:cNvGrpSpPr/>
          <p:nvPr/>
        </p:nvGrpSpPr>
        <p:grpSpPr>
          <a:xfrm>
            <a:off x="9163847" y="4521983"/>
            <a:ext cx="1344517" cy="1399670"/>
            <a:chOff x="3311525" y="4594225"/>
            <a:chExt cx="1431925" cy="1490663"/>
          </a:xfrm>
          <a:solidFill>
            <a:schemeClr val="tx1">
              <a:lumMod val="65000"/>
              <a:lumOff val="35000"/>
            </a:schemeClr>
          </a:solidFill>
        </p:grpSpPr>
        <p:sp>
          <p:nvSpPr>
            <p:cNvPr id="137" name="Freeform 63"/>
            <p:cNvSpPr>
              <a:spLocks noEditPoints="1"/>
            </p:cNvSpPr>
            <p:nvPr/>
          </p:nvSpPr>
          <p:spPr bwMode="auto">
            <a:xfrm>
              <a:off x="3311525" y="4945063"/>
              <a:ext cx="882650" cy="1139825"/>
            </a:xfrm>
            <a:custGeom>
              <a:avLst/>
              <a:gdLst>
                <a:gd name="T0" fmla="*/ 280 w 550"/>
                <a:gd name="T1" fmla="*/ 568 h 710"/>
                <a:gd name="T2" fmla="*/ 259 w 550"/>
                <a:gd name="T3" fmla="*/ 457 h 710"/>
                <a:gd name="T4" fmla="*/ 265 w 550"/>
                <a:gd name="T5" fmla="*/ 450 h 710"/>
                <a:gd name="T6" fmla="*/ 331 w 550"/>
                <a:gd name="T7" fmla="*/ 353 h 710"/>
                <a:gd name="T8" fmla="*/ 301 w 550"/>
                <a:gd name="T9" fmla="*/ 348 h 710"/>
                <a:gd name="T10" fmla="*/ 292 w 550"/>
                <a:gd name="T11" fmla="*/ 339 h 710"/>
                <a:gd name="T12" fmla="*/ 331 w 550"/>
                <a:gd name="T13" fmla="*/ 307 h 710"/>
                <a:gd name="T14" fmla="*/ 331 w 550"/>
                <a:gd name="T15" fmla="*/ 229 h 710"/>
                <a:gd name="T16" fmla="*/ 331 w 550"/>
                <a:gd name="T17" fmla="*/ 73 h 710"/>
                <a:gd name="T18" fmla="*/ 550 w 550"/>
                <a:gd name="T19" fmla="*/ 119 h 710"/>
                <a:gd name="T20" fmla="*/ 394 w 550"/>
                <a:gd name="T21" fmla="*/ 27 h 710"/>
                <a:gd name="T22" fmla="*/ 307 w 550"/>
                <a:gd name="T23" fmla="*/ 1 h 710"/>
                <a:gd name="T24" fmla="*/ 145 w 550"/>
                <a:gd name="T25" fmla="*/ 0 h 710"/>
                <a:gd name="T26" fmla="*/ 131 w 550"/>
                <a:gd name="T27" fmla="*/ 2 h 710"/>
                <a:gd name="T28" fmla="*/ 3 w 550"/>
                <a:gd name="T29" fmla="*/ 222 h 710"/>
                <a:gd name="T30" fmla="*/ 35 w 550"/>
                <a:gd name="T31" fmla="*/ 353 h 710"/>
                <a:gd name="T32" fmla="*/ 20 w 550"/>
                <a:gd name="T33" fmla="*/ 370 h 710"/>
                <a:gd name="T34" fmla="*/ 0 w 550"/>
                <a:gd name="T35" fmla="*/ 533 h 710"/>
                <a:gd name="T36" fmla="*/ 79 w 550"/>
                <a:gd name="T37" fmla="*/ 553 h 710"/>
                <a:gd name="T38" fmla="*/ 99 w 550"/>
                <a:gd name="T39" fmla="*/ 390 h 710"/>
                <a:gd name="T40" fmla="*/ 63 w 550"/>
                <a:gd name="T41" fmla="*/ 370 h 710"/>
                <a:gd name="T42" fmla="*/ 77 w 550"/>
                <a:gd name="T43" fmla="*/ 316 h 710"/>
                <a:gd name="T44" fmla="*/ 110 w 550"/>
                <a:gd name="T45" fmla="*/ 88 h 710"/>
                <a:gd name="T46" fmla="*/ 114 w 550"/>
                <a:gd name="T47" fmla="*/ 229 h 710"/>
                <a:gd name="T48" fmla="*/ 114 w 550"/>
                <a:gd name="T49" fmla="*/ 661 h 710"/>
                <a:gd name="T50" fmla="*/ 213 w 550"/>
                <a:gd name="T51" fmla="*/ 661 h 710"/>
                <a:gd name="T52" fmla="*/ 232 w 550"/>
                <a:gd name="T53" fmla="*/ 336 h 710"/>
                <a:gd name="T54" fmla="*/ 282 w 550"/>
                <a:gd name="T55" fmla="*/ 710 h 710"/>
                <a:gd name="T56" fmla="*/ 331 w 550"/>
                <a:gd name="T57" fmla="*/ 585 h 710"/>
                <a:gd name="T58" fmla="*/ 285 w 550"/>
                <a:gd name="T59" fmla="*/ 567 h 710"/>
                <a:gd name="T60" fmla="*/ 223 w 550"/>
                <a:gd name="T61" fmla="*/ 22 h 710"/>
                <a:gd name="T62" fmla="*/ 245 w 550"/>
                <a:gd name="T63" fmla="*/ 52 h 710"/>
                <a:gd name="T64" fmla="*/ 223 w 550"/>
                <a:gd name="T65" fmla="*/ 62 h 710"/>
                <a:gd name="T66" fmla="*/ 200 w 550"/>
                <a:gd name="T67" fmla="*/ 52 h 710"/>
                <a:gd name="T68" fmla="*/ 223 w 550"/>
                <a:gd name="T69" fmla="*/ 280 h 710"/>
                <a:gd name="T70" fmla="*/ 185 w 550"/>
                <a:gd name="T71" fmla="*/ 232 h 710"/>
                <a:gd name="T72" fmla="*/ 206 w 550"/>
                <a:gd name="T73" fmla="*/ 71 h 710"/>
                <a:gd name="T74" fmla="*/ 223 w 550"/>
                <a:gd name="T75" fmla="*/ 74 h 710"/>
                <a:gd name="T76" fmla="*/ 255 w 550"/>
                <a:gd name="T77" fmla="*/ 188 h 710"/>
                <a:gd name="T78" fmla="*/ 232 w 550"/>
                <a:gd name="T79" fmla="*/ 268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50" h="710">
                  <a:moveTo>
                    <a:pt x="285" y="567"/>
                  </a:moveTo>
                  <a:cubicBezTo>
                    <a:pt x="280" y="568"/>
                    <a:pt x="280" y="568"/>
                    <a:pt x="280" y="568"/>
                  </a:cubicBezTo>
                  <a:cubicBezTo>
                    <a:pt x="277" y="563"/>
                    <a:pt x="277" y="563"/>
                    <a:pt x="277" y="563"/>
                  </a:cubicBezTo>
                  <a:cubicBezTo>
                    <a:pt x="276" y="561"/>
                    <a:pt x="257" y="523"/>
                    <a:pt x="259" y="457"/>
                  </a:cubicBezTo>
                  <a:cubicBezTo>
                    <a:pt x="260" y="452"/>
                    <a:pt x="260" y="452"/>
                    <a:pt x="260" y="452"/>
                  </a:cubicBezTo>
                  <a:cubicBezTo>
                    <a:pt x="265" y="450"/>
                    <a:pt x="265" y="450"/>
                    <a:pt x="265" y="450"/>
                  </a:cubicBezTo>
                  <a:cubicBezTo>
                    <a:pt x="265" y="450"/>
                    <a:pt x="303" y="438"/>
                    <a:pt x="331" y="414"/>
                  </a:cubicBezTo>
                  <a:cubicBezTo>
                    <a:pt x="331" y="353"/>
                    <a:pt x="331" y="353"/>
                    <a:pt x="331" y="353"/>
                  </a:cubicBezTo>
                  <a:cubicBezTo>
                    <a:pt x="325" y="349"/>
                    <a:pt x="317" y="347"/>
                    <a:pt x="309" y="347"/>
                  </a:cubicBezTo>
                  <a:cubicBezTo>
                    <a:pt x="306" y="347"/>
                    <a:pt x="304" y="347"/>
                    <a:pt x="301" y="348"/>
                  </a:cubicBezTo>
                  <a:cubicBezTo>
                    <a:pt x="290" y="349"/>
                    <a:pt x="290" y="349"/>
                    <a:pt x="290" y="349"/>
                  </a:cubicBezTo>
                  <a:cubicBezTo>
                    <a:pt x="292" y="339"/>
                    <a:pt x="292" y="339"/>
                    <a:pt x="292" y="339"/>
                  </a:cubicBezTo>
                  <a:cubicBezTo>
                    <a:pt x="292" y="338"/>
                    <a:pt x="292" y="337"/>
                    <a:pt x="292" y="336"/>
                  </a:cubicBezTo>
                  <a:cubicBezTo>
                    <a:pt x="296" y="321"/>
                    <a:pt x="313" y="312"/>
                    <a:pt x="331" y="307"/>
                  </a:cubicBezTo>
                  <a:cubicBezTo>
                    <a:pt x="331" y="307"/>
                    <a:pt x="331" y="307"/>
                    <a:pt x="331" y="306"/>
                  </a:cubicBezTo>
                  <a:cubicBezTo>
                    <a:pt x="331" y="229"/>
                    <a:pt x="331" y="229"/>
                    <a:pt x="331" y="229"/>
                  </a:cubicBezTo>
                  <a:cubicBezTo>
                    <a:pt x="331" y="227"/>
                    <a:pt x="331" y="224"/>
                    <a:pt x="331" y="222"/>
                  </a:cubicBezTo>
                  <a:cubicBezTo>
                    <a:pt x="331" y="73"/>
                    <a:pt x="331" y="73"/>
                    <a:pt x="331" y="73"/>
                  </a:cubicBezTo>
                  <a:cubicBezTo>
                    <a:pt x="371" y="86"/>
                    <a:pt x="441" y="112"/>
                    <a:pt x="494" y="154"/>
                  </a:cubicBezTo>
                  <a:cubicBezTo>
                    <a:pt x="508" y="137"/>
                    <a:pt x="527" y="124"/>
                    <a:pt x="550" y="119"/>
                  </a:cubicBezTo>
                  <a:cubicBezTo>
                    <a:pt x="548" y="117"/>
                    <a:pt x="547" y="115"/>
                    <a:pt x="545" y="114"/>
                  </a:cubicBezTo>
                  <a:cubicBezTo>
                    <a:pt x="497" y="72"/>
                    <a:pt x="439" y="45"/>
                    <a:pt x="394" y="27"/>
                  </a:cubicBezTo>
                  <a:cubicBezTo>
                    <a:pt x="348" y="10"/>
                    <a:pt x="314" y="2"/>
                    <a:pt x="313" y="2"/>
                  </a:cubicBezTo>
                  <a:cubicBezTo>
                    <a:pt x="311" y="2"/>
                    <a:pt x="309" y="1"/>
                    <a:pt x="307" y="1"/>
                  </a:cubicBezTo>
                  <a:cubicBezTo>
                    <a:pt x="305" y="1"/>
                    <a:pt x="302" y="0"/>
                    <a:pt x="300" y="0"/>
                  </a:cubicBezTo>
                  <a:cubicBezTo>
                    <a:pt x="145" y="0"/>
                    <a:pt x="145" y="0"/>
                    <a:pt x="145" y="0"/>
                  </a:cubicBezTo>
                  <a:cubicBezTo>
                    <a:pt x="143" y="0"/>
                    <a:pt x="140" y="1"/>
                    <a:pt x="138" y="1"/>
                  </a:cubicBezTo>
                  <a:cubicBezTo>
                    <a:pt x="136" y="1"/>
                    <a:pt x="133" y="2"/>
                    <a:pt x="131" y="2"/>
                  </a:cubicBezTo>
                  <a:cubicBezTo>
                    <a:pt x="127" y="3"/>
                    <a:pt x="96" y="11"/>
                    <a:pt x="64" y="44"/>
                  </a:cubicBezTo>
                  <a:cubicBezTo>
                    <a:pt x="32" y="76"/>
                    <a:pt x="3" y="133"/>
                    <a:pt x="3" y="222"/>
                  </a:cubicBezTo>
                  <a:cubicBezTo>
                    <a:pt x="3" y="253"/>
                    <a:pt x="6" y="289"/>
                    <a:pt x="14" y="328"/>
                  </a:cubicBezTo>
                  <a:cubicBezTo>
                    <a:pt x="17" y="340"/>
                    <a:pt x="25" y="349"/>
                    <a:pt x="35" y="353"/>
                  </a:cubicBezTo>
                  <a:cubicBezTo>
                    <a:pt x="35" y="370"/>
                    <a:pt x="35" y="370"/>
                    <a:pt x="35" y="370"/>
                  </a:cubicBezTo>
                  <a:cubicBezTo>
                    <a:pt x="20" y="370"/>
                    <a:pt x="20" y="370"/>
                    <a:pt x="20" y="370"/>
                  </a:cubicBezTo>
                  <a:cubicBezTo>
                    <a:pt x="9" y="370"/>
                    <a:pt x="0" y="379"/>
                    <a:pt x="0" y="390"/>
                  </a:cubicBezTo>
                  <a:cubicBezTo>
                    <a:pt x="0" y="533"/>
                    <a:pt x="0" y="533"/>
                    <a:pt x="0" y="533"/>
                  </a:cubicBezTo>
                  <a:cubicBezTo>
                    <a:pt x="0" y="544"/>
                    <a:pt x="9" y="553"/>
                    <a:pt x="20" y="553"/>
                  </a:cubicBezTo>
                  <a:cubicBezTo>
                    <a:pt x="79" y="553"/>
                    <a:pt x="79" y="553"/>
                    <a:pt x="79" y="553"/>
                  </a:cubicBezTo>
                  <a:cubicBezTo>
                    <a:pt x="90" y="553"/>
                    <a:pt x="99" y="544"/>
                    <a:pt x="99" y="533"/>
                  </a:cubicBezTo>
                  <a:cubicBezTo>
                    <a:pt x="99" y="390"/>
                    <a:pt x="99" y="390"/>
                    <a:pt x="99" y="390"/>
                  </a:cubicBezTo>
                  <a:cubicBezTo>
                    <a:pt x="99" y="379"/>
                    <a:pt x="90" y="370"/>
                    <a:pt x="79" y="370"/>
                  </a:cubicBezTo>
                  <a:cubicBezTo>
                    <a:pt x="63" y="370"/>
                    <a:pt x="63" y="370"/>
                    <a:pt x="63" y="370"/>
                  </a:cubicBezTo>
                  <a:cubicBezTo>
                    <a:pt x="63" y="349"/>
                    <a:pt x="63" y="349"/>
                    <a:pt x="63" y="349"/>
                  </a:cubicBezTo>
                  <a:cubicBezTo>
                    <a:pt x="74" y="342"/>
                    <a:pt x="80" y="329"/>
                    <a:pt x="77" y="316"/>
                  </a:cubicBezTo>
                  <a:cubicBezTo>
                    <a:pt x="70" y="280"/>
                    <a:pt x="67" y="248"/>
                    <a:pt x="67" y="222"/>
                  </a:cubicBezTo>
                  <a:cubicBezTo>
                    <a:pt x="67" y="147"/>
                    <a:pt x="90" y="109"/>
                    <a:pt x="110" y="88"/>
                  </a:cubicBezTo>
                  <a:cubicBezTo>
                    <a:pt x="111" y="87"/>
                    <a:pt x="113" y="85"/>
                    <a:pt x="114" y="84"/>
                  </a:cubicBezTo>
                  <a:cubicBezTo>
                    <a:pt x="114" y="229"/>
                    <a:pt x="114" y="229"/>
                    <a:pt x="114" y="229"/>
                  </a:cubicBezTo>
                  <a:cubicBezTo>
                    <a:pt x="114" y="305"/>
                    <a:pt x="114" y="305"/>
                    <a:pt x="114" y="305"/>
                  </a:cubicBezTo>
                  <a:cubicBezTo>
                    <a:pt x="114" y="661"/>
                    <a:pt x="114" y="661"/>
                    <a:pt x="114" y="661"/>
                  </a:cubicBezTo>
                  <a:cubicBezTo>
                    <a:pt x="114" y="688"/>
                    <a:pt x="137" y="710"/>
                    <a:pt x="164" y="710"/>
                  </a:cubicBezTo>
                  <a:cubicBezTo>
                    <a:pt x="191" y="710"/>
                    <a:pt x="213" y="688"/>
                    <a:pt x="213" y="661"/>
                  </a:cubicBezTo>
                  <a:cubicBezTo>
                    <a:pt x="213" y="336"/>
                    <a:pt x="213" y="336"/>
                    <a:pt x="213" y="336"/>
                  </a:cubicBezTo>
                  <a:cubicBezTo>
                    <a:pt x="232" y="336"/>
                    <a:pt x="232" y="336"/>
                    <a:pt x="232" y="336"/>
                  </a:cubicBezTo>
                  <a:cubicBezTo>
                    <a:pt x="232" y="661"/>
                    <a:pt x="232" y="661"/>
                    <a:pt x="232" y="661"/>
                  </a:cubicBezTo>
                  <a:cubicBezTo>
                    <a:pt x="232" y="688"/>
                    <a:pt x="255" y="710"/>
                    <a:pt x="282" y="710"/>
                  </a:cubicBezTo>
                  <a:cubicBezTo>
                    <a:pt x="309" y="710"/>
                    <a:pt x="331" y="688"/>
                    <a:pt x="331" y="661"/>
                  </a:cubicBezTo>
                  <a:cubicBezTo>
                    <a:pt x="331" y="585"/>
                    <a:pt x="331" y="585"/>
                    <a:pt x="331" y="585"/>
                  </a:cubicBezTo>
                  <a:cubicBezTo>
                    <a:pt x="308" y="568"/>
                    <a:pt x="292" y="567"/>
                    <a:pt x="287" y="567"/>
                  </a:cubicBezTo>
                  <a:cubicBezTo>
                    <a:pt x="286" y="567"/>
                    <a:pt x="286" y="567"/>
                    <a:pt x="285" y="567"/>
                  </a:cubicBezTo>
                  <a:close/>
                  <a:moveTo>
                    <a:pt x="207" y="22"/>
                  </a:moveTo>
                  <a:cubicBezTo>
                    <a:pt x="223" y="22"/>
                    <a:pt x="223" y="22"/>
                    <a:pt x="223" y="22"/>
                  </a:cubicBezTo>
                  <a:cubicBezTo>
                    <a:pt x="238" y="22"/>
                    <a:pt x="238" y="22"/>
                    <a:pt x="238" y="22"/>
                  </a:cubicBezTo>
                  <a:cubicBezTo>
                    <a:pt x="245" y="52"/>
                    <a:pt x="245" y="52"/>
                    <a:pt x="245" y="52"/>
                  </a:cubicBezTo>
                  <a:cubicBezTo>
                    <a:pt x="244" y="54"/>
                    <a:pt x="244" y="54"/>
                    <a:pt x="244" y="54"/>
                  </a:cubicBezTo>
                  <a:cubicBezTo>
                    <a:pt x="238" y="59"/>
                    <a:pt x="230" y="62"/>
                    <a:pt x="223" y="62"/>
                  </a:cubicBezTo>
                  <a:cubicBezTo>
                    <a:pt x="215" y="62"/>
                    <a:pt x="207" y="59"/>
                    <a:pt x="201" y="54"/>
                  </a:cubicBezTo>
                  <a:cubicBezTo>
                    <a:pt x="200" y="52"/>
                    <a:pt x="200" y="52"/>
                    <a:pt x="200" y="52"/>
                  </a:cubicBezTo>
                  <a:lnTo>
                    <a:pt x="207" y="22"/>
                  </a:lnTo>
                  <a:close/>
                  <a:moveTo>
                    <a:pt x="223" y="280"/>
                  </a:moveTo>
                  <a:cubicBezTo>
                    <a:pt x="213" y="269"/>
                    <a:pt x="213" y="269"/>
                    <a:pt x="213" y="269"/>
                  </a:cubicBezTo>
                  <a:cubicBezTo>
                    <a:pt x="185" y="232"/>
                    <a:pt x="185" y="232"/>
                    <a:pt x="185" y="232"/>
                  </a:cubicBezTo>
                  <a:cubicBezTo>
                    <a:pt x="191" y="188"/>
                    <a:pt x="191" y="188"/>
                    <a:pt x="191" y="188"/>
                  </a:cubicBezTo>
                  <a:cubicBezTo>
                    <a:pt x="206" y="71"/>
                    <a:pt x="206" y="71"/>
                    <a:pt x="206" y="71"/>
                  </a:cubicBezTo>
                  <a:cubicBezTo>
                    <a:pt x="212" y="73"/>
                    <a:pt x="217" y="74"/>
                    <a:pt x="223" y="74"/>
                  </a:cubicBezTo>
                  <a:cubicBezTo>
                    <a:pt x="223" y="74"/>
                    <a:pt x="223" y="74"/>
                    <a:pt x="223" y="74"/>
                  </a:cubicBezTo>
                  <a:cubicBezTo>
                    <a:pt x="228" y="74"/>
                    <a:pt x="233" y="73"/>
                    <a:pt x="239" y="71"/>
                  </a:cubicBezTo>
                  <a:cubicBezTo>
                    <a:pt x="255" y="188"/>
                    <a:pt x="255" y="188"/>
                    <a:pt x="255" y="188"/>
                  </a:cubicBezTo>
                  <a:cubicBezTo>
                    <a:pt x="261" y="232"/>
                    <a:pt x="261" y="232"/>
                    <a:pt x="261" y="232"/>
                  </a:cubicBezTo>
                  <a:cubicBezTo>
                    <a:pt x="232" y="268"/>
                    <a:pt x="232" y="268"/>
                    <a:pt x="232" y="268"/>
                  </a:cubicBezTo>
                  <a:lnTo>
                    <a:pt x="223" y="2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64"/>
            <p:cNvSpPr>
              <a:spLocks/>
            </p:cNvSpPr>
            <p:nvPr/>
          </p:nvSpPr>
          <p:spPr bwMode="auto">
            <a:xfrm>
              <a:off x="3511550" y="4594225"/>
              <a:ext cx="315913" cy="315913"/>
            </a:xfrm>
            <a:custGeom>
              <a:avLst/>
              <a:gdLst>
                <a:gd name="T0" fmla="*/ 78 w 197"/>
                <a:gd name="T1" fmla="*/ 11 h 197"/>
                <a:gd name="T2" fmla="*/ 11 w 197"/>
                <a:gd name="T3" fmla="*/ 119 h 197"/>
                <a:gd name="T4" fmla="*/ 119 w 197"/>
                <a:gd name="T5" fmla="*/ 186 h 197"/>
                <a:gd name="T6" fmla="*/ 186 w 197"/>
                <a:gd name="T7" fmla="*/ 78 h 197"/>
                <a:gd name="T8" fmla="*/ 78 w 197"/>
                <a:gd name="T9" fmla="*/ 11 h 197"/>
              </a:gdLst>
              <a:ahLst/>
              <a:cxnLst>
                <a:cxn ang="0">
                  <a:pos x="T0" y="T1"/>
                </a:cxn>
                <a:cxn ang="0">
                  <a:pos x="T2" y="T3"/>
                </a:cxn>
                <a:cxn ang="0">
                  <a:pos x="T4" y="T5"/>
                </a:cxn>
                <a:cxn ang="0">
                  <a:pos x="T6" y="T7"/>
                </a:cxn>
                <a:cxn ang="0">
                  <a:pos x="T8" y="T9"/>
                </a:cxn>
              </a:cxnLst>
              <a:rect l="0" t="0" r="r" b="b"/>
              <a:pathLst>
                <a:path w="197" h="197">
                  <a:moveTo>
                    <a:pt x="78" y="11"/>
                  </a:moveTo>
                  <a:cubicBezTo>
                    <a:pt x="30" y="22"/>
                    <a:pt x="0" y="71"/>
                    <a:pt x="11" y="119"/>
                  </a:cubicBezTo>
                  <a:cubicBezTo>
                    <a:pt x="22" y="167"/>
                    <a:pt x="71" y="197"/>
                    <a:pt x="119" y="186"/>
                  </a:cubicBezTo>
                  <a:cubicBezTo>
                    <a:pt x="167" y="175"/>
                    <a:pt x="197" y="126"/>
                    <a:pt x="186" y="78"/>
                  </a:cubicBezTo>
                  <a:cubicBezTo>
                    <a:pt x="175" y="30"/>
                    <a:pt x="127" y="0"/>
                    <a:pt x="7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65"/>
            <p:cNvSpPr>
              <a:spLocks noEditPoints="1"/>
            </p:cNvSpPr>
            <p:nvPr/>
          </p:nvSpPr>
          <p:spPr bwMode="auto">
            <a:xfrm>
              <a:off x="3736975" y="5440363"/>
              <a:ext cx="1006475" cy="635000"/>
            </a:xfrm>
            <a:custGeom>
              <a:avLst/>
              <a:gdLst>
                <a:gd name="T0" fmla="*/ 614 w 627"/>
                <a:gd name="T1" fmla="*/ 65 h 396"/>
                <a:gd name="T2" fmla="*/ 609 w 627"/>
                <a:gd name="T3" fmla="*/ 97 h 396"/>
                <a:gd name="T4" fmla="*/ 595 w 627"/>
                <a:gd name="T5" fmla="*/ 115 h 396"/>
                <a:gd name="T6" fmla="*/ 588 w 627"/>
                <a:gd name="T7" fmla="*/ 80 h 396"/>
                <a:gd name="T8" fmla="*/ 575 w 627"/>
                <a:gd name="T9" fmla="*/ 119 h 396"/>
                <a:gd name="T10" fmla="*/ 583 w 627"/>
                <a:gd name="T11" fmla="*/ 122 h 396"/>
                <a:gd name="T12" fmla="*/ 566 w 627"/>
                <a:gd name="T13" fmla="*/ 158 h 396"/>
                <a:gd name="T14" fmla="*/ 559 w 627"/>
                <a:gd name="T15" fmla="*/ 170 h 396"/>
                <a:gd name="T16" fmla="*/ 559 w 627"/>
                <a:gd name="T17" fmla="*/ 156 h 396"/>
                <a:gd name="T18" fmla="*/ 358 w 627"/>
                <a:gd name="T19" fmla="*/ 3 h 396"/>
                <a:gd name="T20" fmla="*/ 309 w 627"/>
                <a:gd name="T21" fmla="*/ 15 h 396"/>
                <a:gd name="T22" fmla="*/ 265 w 627"/>
                <a:gd name="T23" fmla="*/ 5 h 396"/>
                <a:gd name="T24" fmla="*/ 172 w 627"/>
                <a:gd name="T25" fmla="*/ 34 h 396"/>
                <a:gd name="T26" fmla="*/ 112 w 627"/>
                <a:gd name="T27" fmla="*/ 0 h 396"/>
                <a:gd name="T28" fmla="*/ 66 w 627"/>
                <a:gd name="T29" fmla="*/ 7 h 396"/>
                <a:gd name="T30" fmla="*/ 64 w 627"/>
                <a:gd name="T31" fmla="*/ 8 h 396"/>
                <a:gd name="T32" fmla="*/ 36 w 627"/>
                <a:gd name="T33" fmla="*/ 28 h 396"/>
                <a:gd name="T34" fmla="*/ 35 w 627"/>
                <a:gd name="T35" fmla="*/ 32 h 396"/>
                <a:gd name="T36" fmla="*/ 66 w 627"/>
                <a:gd name="T37" fmla="*/ 36 h 396"/>
                <a:gd name="T38" fmla="*/ 104 w 627"/>
                <a:gd name="T39" fmla="*/ 79 h 396"/>
                <a:gd name="T40" fmla="*/ 82 w 627"/>
                <a:gd name="T41" fmla="*/ 102 h 396"/>
                <a:gd name="T42" fmla="*/ 66 w 627"/>
                <a:gd name="T43" fmla="*/ 116 h 396"/>
                <a:gd name="T44" fmla="*/ 2 w 627"/>
                <a:gd name="T45" fmla="*/ 150 h 396"/>
                <a:gd name="T46" fmla="*/ 19 w 627"/>
                <a:gd name="T47" fmla="*/ 251 h 396"/>
                <a:gd name="T48" fmla="*/ 66 w 627"/>
                <a:gd name="T49" fmla="*/ 267 h 396"/>
                <a:gd name="T50" fmla="*/ 81 w 627"/>
                <a:gd name="T51" fmla="*/ 278 h 396"/>
                <a:gd name="T52" fmla="*/ 182 w 627"/>
                <a:gd name="T53" fmla="*/ 341 h 396"/>
                <a:gd name="T54" fmla="*/ 168 w 627"/>
                <a:gd name="T55" fmla="*/ 396 h 396"/>
                <a:gd name="T56" fmla="*/ 270 w 627"/>
                <a:gd name="T57" fmla="*/ 396 h 396"/>
                <a:gd name="T58" fmla="*/ 289 w 627"/>
                <a:gd name="T59" fmla="*/ 360 h 396"/>
                <a:gd name="T60" fmla="*/ 390 w 627"/>
                <a:gd name="T61" fmla="*/ 360 h 396"/>
                <a:gd name="T62" fmla="*/ 398 w 627"/>
                <a:gd name="T63" fmla="*/ 394 h 396"/>
                <a:gd name="T64" fmla="*/ 505 w 627"/>
                <a:gd name="T65" fmla="*/ 394 h 396"/>
                <a:gd name="T66" fmla="*/ 493 w 627"/>
                <a:gd name="T67" fmla="*/ 318 h 396"/>
                <a:gd name="T68" fmla="*/ 558 w 627"/>
                <a:gd name="T69" fmla="*/ 181 h 396"/>
                <a:gd name="T70" fmla="*/ 577 w 627"/>
                <a:gd name="T71" fmla="*/ 155 h 396"/>
                <a:gd name="T72" fmla="*/ 593 w 627"/>
                <a:gd name="T73" fmla="*/ 121 h 396"/>
                <a:gd name="T74" fmla="*/ 623 w 627"/>
                <a:gd name="T75" fmla="*/ 62 h 396"/>
                <a:gd name="T76" fmla="*/ 614 w 627"/>
                <a:gd name="T77" fmla="*/ 65 h 396"/>
                <a:gd name="T78" fmla="*/ 97 w 627"/>
                <a:gd name="T79" fmla="*/ 163 h 396"/>
                <a:gd name="T80" fmla="*/ 78 w 627"/>
                <a:gd name="T81" fmla="*/ 144 h 396"/>
                <a:gd name="T82" fmla="*/ 97 w 627"/>
                <a:gd name="T83" fmla="*/ 126 h 396"/>
                <a:gd name="T84" fmla="*/ 115 w 627"/>
                <a:gd name="T85" fmla="*/ 144 h 396"/>
                <a:gd name="T86" fmla="*/ 97 w 627"/>
                <a:gd name="T87" fmla="*/ 163 h 396"/>
                <a:gd name="T88" fmla="*/ 376 w 627"/>
                <a:gd name="T89" fmla="*/ 42 h 396"/>
                <a:gd name="T90" fmla="*/ 342 w 627"/>
                <a:gd name="T91" fmla="*/ 48 h 396"/>
                <a:gd name="T92" fmla="*/ 260 w 627"/>
                <a:gd name="T93" fmla="*/ 51 h 396"/>
                <a:gd name="T94" fmla="*/ 234 w 627"/>
                <a:gd name="T95" fmla="*/ 50 h 396"/>
                <a:gd name="T96" fmla="*/ 256 w 627"/>
                <a:gd name="T97" fmla="*/ 35 h 396"/>
                <a:gd name="T98" fmla="*/ 381 w 627"/>
                <a:gd name="T99" fmla="*/ 30 h 396"/>
                <a:gd name="T100" fmla="*/ 376 w 627"/>
                <a:gd name="T101" fmla="*/ 42 h 396"/>
                <a:gd name="T102" fmla="*/ 586 w 627"/>
                <a:gd name="T103" fmla="*/ 106 h 396"/>
                <a:gd name="T104" fmla="*/ 585 w 627"/>
                <a:gd name="T105" fmla="*/ 115 h 396"/>
                <a:gd name="T106" fmla="*/ 582 w 627"/>
                <a:gd name="T107" fmla="*/ 114 h 396"/>
                <a:gd name="T108" fmla="*/ 577 w 627"/>
                <a:gd name="T109" fmla="*/ 103 h 396"/>
                <a:gd name="T110" fmla="*/ 582 w 627"/>
                <a:gd name="T111" fmla="*/ 87 h 396"/>
                <a:gd name="T112" fmla="*/ 586 w 627"/>
                <a:gd name="T113" fmla="*/ 106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27" h="396">
                  <a:moveTo>
                    <a:pt x="614" y="65"/>
                  </a:moveTo>
                  <a:cubicBezTo>
                    <a:pt x="616" y="76"/>
                    <a:pt x="613" y="86"/>
                    <a:pt x="609" y="97"/>
                  </a:cubicBezTo>
                  <a:cubicBezTo>
                    <a:pt x="607" y="102"/>
                    <a:pt x="602" y="111"/>
                    <a:pt x="595" y="115"/>
                  </a:cubicBezTo>
                  <a:cubicBezTo>
                    <a:pt x="599" y="101"/>
                    <a:pt x="598" y="87"/>
                    <a:pt x="588" y="80"/>
                  </a:cubicBezTo>
                  <a:cubicBezTo>
                    <a:pt x="571" y="69"/>
                    <a:pt x="557" y="111"/>
                    <a:pt x="575" y="119"/>
                  </a:cubicBezTo>
                  <a:cubicBezTo>
                    <a:pt x="578" y="120"/>
                    <a:pt x="581" y="121"/>
                    <a:pt x="583" y="122"/>
                  </a:cubicBezTo>
                  <a:cubicBezTo>
                    <a:pt x="580" y="134"/>
                    <a:pt x="573" y="147"/>
                    <a:pt x="566" y="158"/>
                  </a:cubicBezTo>
                  <a:cubicBezTo>
                    <a:pt x="564" y="162"/>
                    <a:pt x="562" y="166"/>
                    <a:pt x="559" y="170"/>
                  </a:cubicBezTo>
                  <a:cubicBezTo>
                    <a:pt x="559" y="165"/>
                    <a:pt x="559" y="160"/>
                    <a:pt x="559" y="156"/>
                  </a:cubicBezTo>
                  <a:cubicBezTo>
                    <a:pt x="559" y="121"/>
                    <a:pt x="494" y="19"/>
                    <a:pt x="358" y="3"/>
                  </a:cubicBezTo>
                  <a:cubicBezTo>
                    <a:pt x="343" y="11"/>
                    <a:pt x="327" y="15"/>
                    <a:pt x="309" y="15"/>
                  </a:cubicBezTo>
                  <a:cubicBezTo>
                    <a:pt x="293" y="15"/>
                    <a:pt x="278" y="12"/>
                    <a:pt x="265" y="5"/>
                  </a:cubicBezTo>
                  <a:cubicBezTo>
                    <a:pt x="228" y="11"/>
                    <a:pt x="197" y="22"/>
                    <a:pt x="172" y="34"/>
                  </a:cubicBezTo>
                  <a:cubicBezTo>
                    <a:pt x="159" y="15"/>
                    <a:pt x="135" y="1"/>
                    <a:pt x="112" y="0"/>
                  </a:cubicBezTo>
                  <a:cubicBezTo>
                    <a:pt x="102" y="0"/>
                    <a:pt x="83" y="2"/>
                    <a:pt x="66" y="7"/>
                  </a:cubicBezTo>
                  <a:cubicBezTo>
                    <a:pt x="65" y="7"/>
                    <a:pt x="65" y="7"/>
                    <a:pt x="64" y="8"/>
                  </a:cubicBezTo>
                  <a:cubicBezTo>
                    <a:pt x="51" y="12"/>
                    <a:pt x="40" y="18"/>
                    <a:pt x="36" y="28"/>
                  </a:cubicBezTo>
                  <a:cubicBezTo>
                    <a:pt x="35" y="29"/>
                    <a:pt x="35" y="30"/>
                    <a:pt x="35" y="32"/>
                  </a:cubicBezTo>
                  <a:cubicBezTo>
                    <a:pt x="46" y="30"/>
                    <a:pt x="57" y="32"/>
                    <a:pt x="66" y="36"/>
                  </a:cubicBezTo>
                  <a:cubicBezTo>
                    <a:pt x="83" y="44"/>
                    <a:pt x="95" y="60"/>
                    <a:pt x="104" y="79"/>
                  </a:cubicBezTo>
                  <a:cubicBezTo>
                    <a:pt x="89" y="92"/>
                    <a:pt x="82" y="102"/>
                    <a:pt x="82" y="102"/>
                  </a:cubicBezTo>
                  <a:cubicBezTo>
                    <a:pt x="77" y="107"/>
                    <a:pt x="72" y="112"/>
                    <a:pt x="66" y="116"/>
                  </a:cubicBezTo>
                  <a:cubicBezTo>
                    <a:pt x="37" y="138"/>
                    <a:pt x="2" y="150"/>
                    <a:pt x="2" y="150"/>
                  </a:cubicBezTo>
                  <a:cubicBezTo>
                    <a:pt x="0" y="214"/>
                    <a:pt x="19" y="251"/>
                    <a:pt x="19" y="251"/>
                  </a:cubicBezTo>
                  <a:cubicBezTo>
                    <a:pt x="19" y="251"/>
                    <a:pt x="36" y="248"/>
                    <a:pt x="66" y="267"/>
                  </a:cubicBezTo>
                  <a:cubicBezTo>
                    <a:pt x="71" y="270"/>
                    <a:pt x="76" y="274"/>
                    <a:pt x="81" y="278"/>
                  </a:cubicBezTo>
                  <a:cubicBezTo>
                    <a:pt x="120" y="309"/>
                    <a:pt x="182" y="341"/>
                    <a:pt x="182" y="341"/>
                  </a:cubicBezTo>
                  <a:cubicBezTo>
                    <a:pt x="182" y="341"/>
                    <a:pt x="179" y="373"/>
                    <a:pt x="168" y="396"/>
                  </a:cubicBezTo>
                  <a:cubicBezTo>
                    <a:pt x="180" y="396"/>
                    <a:pt x="259" y="396"/>
                    <a:pt x="270" y="396"/>
                  </a:cubicBezTo>
                  <a:cubicBezTo>
                    <a:pt x="283" y="396"/>
                    <a:pt x="289" y="360"/>
                    <a:pt x="289" y="360"/>
                  </a:cubicBezTo>
                  <a:cubicBezTo>
                    <a:pt x="390" y="360"/>
                    <a:pt x="390" y="360"/>
                    <a:pt x="390" y="360"/>
                  </a:cubicBezTo>
                  <a:cubicBezTo>
                    <a:pt x="390" y="360"/>
                    <a:pt x="398" y="376"/>
                    <a:pt x="398" y="394"/>
                  </a:cubicBezTo>
                  <a:cubicBezTo>
                    <a:pt x="406" y="394"/>
                    <a:pt x="489" y="394"/>
                    <a:pt x="505" y="394"/>
                  </a:cubicBezTo>
                  <a:cubicBezTo>
                    <a:pt x="494" y="365"/>
                    <a:pt x="493" y="318"/>
                    <a:pt x="493" y="318"/>
                  </a:cubicBezTo>
                  <a:cubicBezTo>
                    <a:pt x="545" y="266"/>
                    <a:pt x="556" y="217"/>
                    <a:pt x="558" y="181"/>
                  </a:cubicBezTo>
                  <a:cubicBezTo>
                    <a:pt x="566" y="173"/>
                    <a:pt x="572" y="163"/>
                    <a:pt x="577" y="155"/>
                  </a:cubicBezTo>
                  <a:cubicBezTo>
                    <a:pt x="582" y="148"/>
                    <a:pt x="589" y="135"/>
                    <a:pt x="593" y="121"/>
                  </a:cubicBezTo>
                  <a:cubicBezTo>
                    <a:pt x="615" y="116"/>
                    <a:pt x="627" y="83"/>
                    <a:pt x="623" y="62"/>
                  </a:cubicBezTo>
                  <a:cubicBezTo>
                    <a:pt x="623" y="59"/>
                    <a:pt x="613" y="61"/>
                    <a:pt x="614" y="65"/>
                  </a:cubicBezTo>
                  <a:close/>
                  <a:moveTo>
                    <a:pt x="97" y="163"/>
                  </a:moveTo>
                  <a:cubicBezTo>
                    <a:pt x="86" y="163"/>
                    <a:pt x="78" y="155"/>
                    <a:pt x="78" y="144"/>
                  </a:cubicBezTo>
                  <a:cubicBezTo>
                    <a:pt x="78" y="134"/>
                    <a:pt x="86" y="126"/>
                    <a:pt x="97" y="126"/>
                  </a:cubicBezTo>
                  <a:cubicBezTo>
                    <a:pt x="107" y="126"/>
                    <a:pt x="115" y="134"/>
                    <a:pt x="115" y="144"/>
                  </a:cubicBezTo>
                  <a:cubicBezTo>
                    <a:pt x="115" y="155"/>
                    <a:pt x="107" y="163"/>
                    <a:pt x="97" y="163"/>
                  </a:cubicBezTo>
                  <a:close/>
                  <a:moveTo>
                    <a:pt x="376" y="42"/>
                  </a:moveTo>
                  <a:cubicBezTo>
                    <a:pt x="365" y="47"/>
                    <a:pt x="353" y="50"/>
                    <a:pt x="342" y="48"/>
                  </a:cubicBezTo>
                  <a:cubicBezTo>
                    <a:pt x="314" y="44"/>
                    <a:pt x="288" y="45"/>
                    <a:pt x="260" y="51"/>
                  </a:cubicBezTo>
                  <a:cubicBezTo>
                    <a:pt x="256" y="52"/>
                    <a:pt x="236" y="57"/>
                    <a:pt x="234" y="50"/>
                  </a:cubicBezTo>
                  <a:cubicBezTo>
                    <a:pt x="232" y="42"/>
                    <a:pt x="252" y="36"/>
                    <a:pt x="256" y="35"/>
                  </a:cubicBezTo>
                  <a:cubicBezTo>
                    <a:pt x="299" y="26"/>
                    <a:pt x="338" y="23"/>
                    <a:pt x="381" y="30"/>
                  </a:cubicBezTo>
                  <a:cubicBezTo>
                    <a:pt x="393" y="31"/>
                    <a:pt x="379" y="41"/>
                    <a:pt x="376" y="42"/>
                  </a:cubicBezTo>
                  <a:close/>
                  <a:moveTo>
                    <a:pt x="586" y="106"/>
                  </a:moveTo>
                  <a:cubicBezTo>
                    <a:pt x="586" y="109"/>
                    <a:pt x="585" y="112"/>
                    <a:pt x="585" y="115"/>
                  </a:cubicBezTo>
                  <a:cubicBezTo>
                    <a:pt x="584" y="115"/>
                    <a:pt x="583" y="114"/>
                    <a:pt x="582" y="114"/>
                  </a:cubicBezTo>
                  <a:cubicBezTo>
                    <a:pt x="578" y="111"/>
                    <a:pt x="577" y="107"/>
                    <a:pt x="577" y="103"/>
                  </a:cubicBezTo>
                  <a:cubicBezTo>
                    <a:pt x="576" y="99"/>
                    <a:pt x="578" y="82"/>
                    <a:pt x="582" y="87"/>
                  </a:cubicBezTo>
                  <a:cubicBezTo>
                    <a:pt x="587" y="91"/>
                    <a:pt x="587" y="100"/>
                    <a:pt x="586" y="10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66"/>
            <p:cNvSpPr>
              <a:spLocks noEditPoints="1"/>
            </p:cNvSpPr>
            <p:nvPr/>
          </p:nvSpPr>
          <p:spPr bwMode="auto">
            <a:xfrm>
              <a:off x="4078288" y="5145088"/>
              <a:ext cx="307975" cy="306388"/>
            </a:xfrm>
            <a:custGeom>
              <a:avLst/>
              <a:gdLst>
                <a:gd name="T0" fmla="*/ 129 w 192"/>
                <a:gd name="T1" fmla="*/ 186 h 191"/>
                <a:gd name="T2" fmla="*/ 192 w 192"/>
                <a:gd name="T3" fmla="*/ 96 h 191"/>
                <a:gd name="T4" fmla="*/ 76 w 192"/>
                <a:gd name="T5" fmla="*/ 2 h 191"/>
                <a:gd name="T6" fmla="*/ 0 w 192"/>
                <a:gd name="T7" fmla="*/ 96 h 191"/>
                <a:gd name="T8" fmla="*/ 68 w 192"/>
                <a:gd name="T9" fmla="*/ 187 h 191"/>
                <a:gd name="T10" fmla="*/ 90 w 192"/>
                <a:gd name="T11" fmla="*/ 36 h 191"/>
                <a:gd name="T12" fmla="*/ 102 w 192"/>
                <a:gd name="T13" fmla="*/ 46 h 191"/>
                <a:gd name="T14" fmla="*/ 127 w 192"/>
                <a:gd name="T15" fmla="*/ 51 h 191"/>
                <a:gd name="T16" fmla="*/ 136 w 192"/>
                <a:gd name="T17" fmla="*/ 76 h 191"/>
                <a:gd name="T18" fmla="*/ 113 w 192"/>
                <a:gd name="T19" fmla="*/ 70 h 191"/>
                <a:gd name="T20" fmla="*/ 108 w 192"/>
                <a:gd name="T21" fmla="*/ 66 h 191"/>
                <a:gd name="T22" fmla="*/ 90 w 192"/>
                <a:gd name="T23" fmla="*/ 66 h 191"/>
                <a:gd name="T24" fmla="*/ 81 w 192"/>
                <a:gd name="T25" fmla="*/ 68 h 191"/>
                <a:gd name="T26" fmla="*/ 78 w 192"/>
                <a:gd name="T27" fmla="*/ 76 h 191"/>
                <a:gd name="T28" fmla="*/ 80 w 192"/>
                <a:gd name="T29" fmla="*/ 82 h 191"/>
                <a:gd name="T30" fmla="*/ 90 w 192"/>
                <a:gd name="T31" fmla="*/ 84 h 191"/>
                <a:gd name="T32" fmla="*/ 118 w 192"/>
                <a:gd name="T33" fmla="*/ 86 h 191"/>
                <a:gd name="T34" fmla="*/ 137 w 192"/>
                <a:gd name="T35" fmla="*/ 98 h 191"/>
                <a:gd name="T36" fmla="*/ 137 w 192"/>
                <a:gd name="T37" fmla="*/ 128 h 191"/>
                <a:gd name="T38" fmla="*/ 119 w 192"/>
                <a:gd name="T39" fmla="*/ 142 h 191"/>
                <a:gd name="T40" fmla="*/ 102 w 192"/>
                <a:gd name="T41" fmla="*/ 155 h 191"/>
                <a:gd name="T42" fmla="*/ 90 w 192"/>
                <a:gd name="T43" fmla="*/ 144 h 191"/>
                <a:gd name="T44" fmla="*/ 63 w 192"/>
                <a:gd name="T45" fmla="*/ 138 h 191"/>
                <a:gd name="T46" fmla="*/ 53 w 192"/>
                <a:gd name="T47" fmla="*/ 111 h 191"/>
                <a:gd name="T48" fmla="*/ 77 w 192"/>
                <a:gd name="T49" fmla="*/ 118 h 191"/>
                <a:gd name="T50" fmla="*/ 84 w 192"/>
                <a:gd name="T51" fmla="*/ 123 h 191"/>
                <a:gd name="T52" fmla="*/ 102 w 192"/>
                <a:gd name="T53" fmla="*/ 124 h 191"/>
                <a:gd name="T54" fmla="*/ 113 w 192"/>
                <a:gd name="T55" fmla="*/ 123 h 191"/>
                <a:gd name="T56" fmla="*/ 116 w 192"/>
                <a:gd name="T57" fmla="*/ 114 h 191"/>
                <a:gd name="T58" fmla="*/ 114 w 192"/>
                <a:gd name="T59" fmla="*/ 107 h 191"/>
                <a:gd name="T60" fmla="*/ 102 w 192"/>
                <a:gd name="T61" fmla="*/ 104 h 191"/>
                <a:gd name="T62" fmla="*/ 71 w 192"/>
                <a:gd name="T63" fmla="*/ 101 h 191"/>
                <a:gd name="T64" fmla="*/ 56 w 192"/>
                <a:gd name="T65" fmla="*/ 88 h 191"/>
                <a:gd name="T66" fmla="*/ 56 w 192"/>
                <a:gd name="T67" fmla="*/ 61 h 191"/>
                <a:gd name="T68" fmla="*/ 73 w 192"/>
                <a:gd name="T69" fmla="*/ 47 h 191"/>
                <a:gd name="T70" fmla="*/ 90 w 192"/>
                <a:gd name="T71" fmla="*/ 36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2" h="191">
                  <a:moveTo>
                    <a:pt x="96" y="191"/>
                  </a:moveTo>
                  <a:cubicBezTo>
                    <a:pt x="108" y="191"/>
                    <a:pt x="118" y="190"/>
                    <a:pt x="129" y="186"/>
                  </a:cubicBezTo>
                  <a:cubicBezTo>
                    <a:pt x="134" y="184"/>
                    <a:pt x="139" y="182"/>
                    <a:pt x="143" y="179"/>
                  </a:cubicBezTo>
                  <a:cubicBezTo>
                    <a:pt x="173" y="163"/>
                    <a:pt x="192" y="131"/>
                    <a:pt x="192" y="96"/>
                  </a:cubicBezTo>
                  <a:cubicBezTo>
                    <a:pt x="192" y="43"/>
                    <a:pt x="149" y="0"/>
                    <a:pt x="96" y="0"/>
                  </a:cubicBezTo>
                  <a:cubicBezTo>
                    <a:pt x="89" y="0"/>
                    <a:pt x="83" y="0"/>
                    <a:pt x="76" y="2"/>
                  </a:cubicBezTo>
                  <a:cubicBezTo>
                    <a:pt x="54" y="7"/>
                    <a:pt x="35" y="19"/>
                    <a:pt x="22" y="35"/>
                  </a:cubicBezTo>
                  <a:cubicBezTo>
                    <a:pt x="8" y="52"/>
                    <a:pt x="0" y="73"/>
                    <a:pt x="0" y="96"/>
                  </a:cubicBezTo>
                  <a:cubicBezTo>
                    <a:pt x="0" y="133"/>
                    <a:pt x="22" y="165"/>
                    <a:pt x="53" y="181"/>
                  </a:cubicBezTo>
                  <a:cubicBezTo>
                    <a:pt x="58" y="184"/>
                    <a:pt x="63" y="186"/>
                    <a:pt x="68" y="187"/>
                  </a:cubicBezTo>
                  <a:cubicBezTo>
                    <a:pt x="77" y="190"/>
                    <a:pt x="87" y="191"/>
                    <a:pt x="96" y="191"/>
                  </a:cubicBezTo>
                  <a:close/>
                  <a:moveTo>
                    <a:pt x="90" y="36"/>
                  </a:moveTo>
                  <a:cubicBezTo>
                    <a:pt x="102" y="36"/>
                    <a:pt x="102" y="36"/>
                    <a:pt x="102" y="36"/>
                  </a:cubicBezTo>
                  <a:cubicBezTo>
                    <a:pt x="102" y="46"/>
                    <a:pt x="102" y="46"/>
                    <a:pt x="102" y="46"/>
                  </a:cubicBezTo>
                  <a:cubicBezTo>
                    <a:pt x="107" y="46"/>
                    <a:pt x="112" y="47"/>
                    <a:pt x="116" y="47"/>
                  </a:cubicBezTo>
                  <a:cubicBezTo>
                    <a:pt x="120" y="48"/>
                    <a:pt x="124" y="49"/>
                    <a:pt x="127" y="51"/>
                  </a:cubicBezTo>
                  <a:cubicBezTo>
                    <a:pt x="130" y="53"/>
                    <a:pt x="132" y="56"/>
                    <a:pt x="134" y="60"/>
                  </a:cubicBezTo>
                  <a:cubicBezTo>
                    <a:pt x="136" y="64"/>
                    <a:pt x="136" y="69"/>
                    <a:pt x="136" y="76"/>
                  </a:cubicBezTo>
                  <a:cubicBezTo>
                    <a:pt x="114" y="76"/>
                    <a:pt x="114" y="76"/>
                    <a:pt x="114" y="76"/>
                  </a:cubicBezTo>
                  <a:cubicBezTo>
                    <a:pt x="114" y="73"/>
                    <a:pt x="114" y="72"/>
                    <a:pt x="113" y="70"/>
                  </a:cubicBezTo>
                  <a:cubicBezTo>
                    <a:pt x="113" y="69"/>
                    <a:pt x="112" y="68"/>
                    <a:pt x="111" y="68"/>
                  </a:cubicBezTo>
                  <a:cubicBezTo>
                    <a:pt x="110" y="67"/>
                    <a:pt x="109" y="67"/>
                    <a:pt x="108" y="66"/>
                  </a:cubicBezTo>
                  <a:cubicBezTo>
                    <a:pt x="106" y="66"/>
                    <a:pt x="104" y="66"/>
                    <a:pt x="102" y="66"/>
                  </a:cubicBezTo>
                  <a:cubicBezTo>
                    <a:pt x="90" y="66"/>
                    <a:pt x="90" y="66"/>
                    <a:pt x="90" y="66"/>
                  </a:cubicBezTo>
                  <a:cubicBezTo>
                    <a:pt x="88" y="66"/>
                    <a:pt x="86" y="66"/>
                    <a:pt x="85" y="66"/>
                  </a:cubicBezTo>
                  <a:cubicBezTo>
                    <a:pt x="83" y="67"/>
                    <a:pt x="82" y="67"/>
                    <a:pt x="81" y="68"/>
                  </a:cubicBezTo>
                  <a:cubicBezTo>
                    <a:pt x="80" y="68"/>
                    <a:pt x="79" y="69"/>
                    <a:pt x="78" y="70"/>
                  </a:cubicBezTo>
                  <a:cubicBezTo>
                    <a:pt x="78" y="72"/>
                    <a:pt x="78" y="73"/>
                    <a:pt x="78" y="76"/>
                  </a:cubicBezTo>
                  <a:cubicBezTo>
                    <a:pt x="78" y="77"/>
                    <a:pt x="78" y="79"/>
                    <a:pt x="78" y="80"/>
                  </a:cubicBezTo>
                  <a:cubicBezTo>
                    <a:pt x="78" y="81"/>
                    <a:pt x="79" y="81"/>
                    <a:pt x="80" y="82"/>
                  </a:cubicBezTo>
                  <a:cubicBezTo>
                    <a:pt x="81" y="83"/>
                    <a:pt x="82" y="83"/>
                    <a:pt x="84" y="83"/>
                  </a:cubicBezTo>
                  <a:cubicBezTo>
                    <a:pt x="85" y="83"/>
                    <a:pt x="87" y="84"/>
                    <a:pt x="90" y="84"/>
                  </a:cubicBezTo>
                  <a:cubicBezTo>
                    <a:pt x="102" y="85"/>
                    <a:pt x="102" y="85"/>
                    <a:pt x="102" y="85"/>
                  </a:cubicBezTo>
                  <a:cubicBezTo>
                    <a:pt x="108" y="85"/>
                    <a:pt x="113" y="86"/>
                    <a:pt x="118" y="86"/>
                  </a:cubicBezTo>
                  <a:cubicBezTo>
                    <a:pt x="122" y="87"/>
                    <a:pt x="126" y="88"/>
                    <a:pt x="130" y="90"/>
                  </a:cubicBezTo>
                  <a:cubicBezTo>
                    <a:pt x="133" y="92"/>
                    <a:pt x="135" y="95"/>
                    <a:pt x="137" y="98"/>
                  </a:cubicBezTo>
                  <a:cubicBezTo>
                    <a:pt x="139" y="102"/>
                    <a:pt x="140" y="107"/>
                    <a:pt x="140" y="113"/>
                  </a:cubicBezTo>
                  <a:cubicBezTo>
                    <a:pt x="140" y="119"/>
                    <a:pt x="139" y="124"/>
                    <a:pt x="137" y="128"/>
                  </a:cubicBezTo>
                  <a:cubicBezTo>
                    <a:pt x="136" y="132"/>
                    <a:pt x="134" y="135"/>
                    <a:pt x="131" y="137"/>
                  </a:cubicBezTo>
                  <a:cubicBezTo>
                    <a:pt x="128" y="140"/>
                    <a:pt x="124" y="141"/>
                    <a:pt x="119" y="142"/>
                  </a:cubicBezTo>
                  <a:cubicBezTo>
                    <a:pt x="115" y="143"/>
                    <a:pt x="109" y="144"/>
                    <a:pt x="102" y="144"/>
                  </a:cubicBezTo>
                  <a:cubicBezTo>
                    <a:pt x="102" y="155"/>
                    <a:pt x="102" y="155"/>
                    <a:pt x="102" y="155"/>
                  </a:cubicBezTo>
                  <a:cubicBezTo>
                    <a:pt x="90" y="155"/>
                    <a:pt x="90" y="155"/>
                    <a:pt x="90" y="155"/>
                  </a:cubicBezTo>
                  <a:cubicBezTo>
                    <a:pt x="90" y="144"/>
                    <a:pt x="90" y="144"/>
                    <a:pt x="90" y="144"/>
                  </a:cubicBezTo>
                  <a:cubicBezTo>
                    <a:pt x="84" y="144"/>
                    <a:pt x="79" y="143"/>
                    <a:pt x="74" y="143"/>
                  </a:cubicBezTo>
                  <a:cubicBezTo>
                    <a:pt x="70" y="142"/>
                    <a:pt x="66" y="140"/>
                    <a:pt x="63" y="138"/>
                  </a:cubicBezTo>
                  <a:cubicBezTo>
                    <a:pt x="60" y="136"/>
                    <a:pt x="57" y="132"/>
                    <a:pt x="56" y="128"/>
                  </a:cubicBezTo>
                  <a:cubicBezTo>
                    <a:pt x="54" y="124"/>
                    <a:pt x="53" y="118"/>
                    <a:pt x="53" y="111"/>
                  </a:cubicBezTo>
                  <a:cubicBezTo>
                    <a:pt x="76" y="111"/>
                    <a:pt x="76" y="111"/>
                    <a:pt x="76" y="111"/>
                  </a:cubicBezTo>
                  <a:cubicBezTo>
                    <a:pt x="76" y="114"/>
                    <a:pt x="77" y="117"/>
                    <a:pt x="77" y="118"/>
                  </a:cubicBezTo>
                  <a:cubicBezTo>
                    <a:pt x="78" y="120"/>
                    <a:pt x="78" y="121"/>
                    <a:pt x="79" y="122"/>
                  </a:cubicBezTo>
                  <a:cubicBezTo>
                    <a:pt x="81" y="123"/>
                    <a:pt x="82" y="123"/>
                    <a:pt x="84" y="123"/>
                  </a:cubicBezTo>
                  <a:cubicBezTo>
                    <a:pt x="85" y="124"/>
                    <a:pt x="87" y="124"/>
                    <a:pt x="90" y="124"/>
                  </a:cubicBezTo>
                  <a:cubicBezTo>
                    <a:pt x="102" y="124"/>
                    <a:pt x="102" y="124"/>
                    <a:pt x="102" y="124"/>
                  </a:cubicBezTo>
                  <a:cubicBezTo>
                    <a:pt x="105" y="124"/>
                    <a:pt x="107" y="124"/>
                    <a:pt x="108" y="124"/>
                  </a:cubicBezTo>
                  <a:cubicBezTo>
                    <a:pt x="110" y="124"/>
                    <a:pt x="112" y="123"/>
                    <a:pt x="113" y="123"/>
                  </a:cubicBezTo>
                  <a:cubicBezTo>
                    <a:pt x="114" y="122"/>
                    <a:pt x="115" y="121"/>
                    <a:pt x="116" y="120"/>
                  </a:cubicBezTo>
                  <a:cubicBezTo>
                    <a:pt x="116" y="118"/>
                    <a:pt x="116" y="116"/>
                    <a:pt x="116" y="114"/>
                  </a:cubicBezTo>
                  <a:cubicBezTo>
                    <a:pt x="116" y="112"/>
                    <a:pt x="116" y="111"/>
                    <a:pt x="116" y="110"/>
                  </a:cubicBezTo>
                  <a:cubicBezTo>
                    <a:pt x="116" y="108"/>
                    <a:pt x="115" y="107"/>
                    <a:pt x="114" y="107"/>
                  </a:cubicBezTo>
                  <a:cubicBezTo>
                    <a:pt x="113" y="106"/>
                    <a:pt x="111" y="106"/>
                    <a:pt x="110" y="105"/>
                  </a:cubicBezTo>
                  <a:cubicBezTo>
                    <a:pt x="108" y="105"/>
                    <a:pt x="105" y="105"/>
                    <a:pt x="102" y="104"/>
                  </a:cubicBezTo>
                  <a:cubicBezTo>
                    <a:pt x="90" y="104"/>
                    <a:pt x="90" y="104"/>
                    <a:pt x="90" y="104"/>
                  </a:cubicBezTo>
                  <a:cubicBezTo>
                    <a:pt x="82" y="103"/>
                    <a:pt x="76" y="102"/>
                    <a:pt x="71" y="101"/>
                  </a:cubicBezTo>
                  <a:cubicBezTo>
                    <a:pt x="67" y="100"/>
                    <a:pt x="63" y="98"/>
                    <a:pt x="60" y="96"/>
                  </a:cubicBezTo>
                  <a:cubicBezTo>
                    <a:pt x="58" y="94"/>
                    <a:pt x="56" y="91"/>
                    <a:pt x="56" y="88"/>
                  </a:cubicBezTo>
                  <a:cubicBezTo>
                    <a:pt x="55" y="85"/>
                    <a:pt x="54" y="80"/>
                    <a:pt x="54" y="76"/>
                  </a:cubicBezTo>
                  <a:cubicBezTo>
                    <a:pt x="54" y="69"/>
                    <a:pt x="55" y="64"/>
                    <a:pt x="56" y="61"/>
                  </a:cubicBezTo>
                  <a:cubicBezTo>
                    <a:pt x="57" y="57"/>
                    <a:pt x="59" y="54"/>
                    <a:pt x="62" y="52"/>
                  </a:cubicBezTo>
                  <a:cubicBezTo>
                    <a:pt x="65" y="49"/>
                    <a:pt x="69" y="48"/>
                    <a:pt x="73" y="47"/>
                  </a:cubicBezTo>
                  <a:cubicBezTo>
                    <a:pt x="78" y="46"/>
                    <a:pt x="83" y="46"/>
                    <a:pt x="90" y="46"/>
                  </a:cubicBezTo>
                  <a:lnTo>
                    <a:pt x="90"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41" name="组合 140"/>
          <p:cNvGrpSpPr/>
          <p:nvPr/>
        </p:nvGrpSpPr>
        <p:grpSpPr>
          <a:xfrm>
            <a:off x="7872991" y="2661719"/>
            <a:ext cx="1258064" cy="1399670"/>
            <a:chOff x="1936750" y="2613025"/>
            <a:chExt cx="1339851" cy="1490663"/>
          </a:xfrm>
          <a:solidFill>
            <a:schemeClr val="tx1">
              <a:lumMod val="65000"/>
              <a:lumOff val="35000"/>
            </a:schemeClr>
          </a:solidFill>
        </p:grpSpPr>
        <p:sp>
          <p:nvSpPr>
            <p:cNvPr id="142" name="Freeform 67"/>
            <p:cNvSpPr>
              <a:spLocks/>
            </p:cNvSpPr>
            <p:nvPr/>
          </p:nvSpPr>
          <p:spPr bwMode="auto">
            <a:xfrm>
              <a:off x="1936750" y="2957513"/>
              <a:ext cx="773113" cy="1146175"/>
            </a:xfrm>
            <a:custGeom>
              <a:avLst/>
              <a:gdLst>
                <a:gd name="T0" fmla="*/ 248 w 482"/>
                <a:gd name="T1" fmla="*/ 388 h 714"/>
                <a:gd name="T2" fmla="*/ 297 w 482"/>
                <a:gd name="T3" fmla="*/ 329 h 714"/>
                <a:gd name="T4" fmla="*/ 297 w 482"/>
                <a:gd name="T5" fmla="*/ 229 h 714"/>
                <a:gd name="T6" fmla="*/ 321 w 482"/>
                <a:gd name="T7" fmla="*/ 87 h 714"/>
                <a:gd name="T8" fmla="*/ 414 w 482"/>
                <a:gd name="T9" fmla="*/ 226 h 714"/>
                <a:gd name="T10" fmla="*/ 418 w 482"/>
                <a:gd name="T11" fmla="*/ 234 h 714"/>
                <a:gd name="T12" fmla="*/ 458 w 482"/>
                <a:gd name="T13" fmla="*/ 247 h 714"/>
                <a:gd name="T14" fmla="*/ 468 w 482"/>
                <a:gd name="T15" fmla="*/ 190 h 714"/>
                <a:gd name="T16" fmla="*/ 434 w 482"/>
                <a:gd name="T17" fmla="*/ 124 h 714"/>
                <a:gd name="T18" fmla="*/ 276 w 482"/>
                <a:gd name="T19" fmla="*/ 2 h 714"/>
                <a:gd name="T20" fmla="*/ 112 w 482"/>
                <a:gd name="T21" fmla="*/ 0 h 714"/>
                <a:gd name="T22" fmla="*/ 67 w 482"/>
                <a:gd name="T23" fmla="*/ 12 h 714"/>
                <a:gd name="T24" fmla="*/ 0 w 482"/>
                <a:gd name="T25" fmla="*/ 121 h 714"/>
                <a:gd name="T26" fmla="*/ 59 w 482"/>
                <a:gd name="T27" fmla="*/ 206 h 714"/>
                <a:gd name="T28" fmla="*/ 81 w 482"/>
                <a:gd name="T29" fmla="*/ 214 h 714"/>
                <a:gd name="T30" fmla="*/ 121 w 482"/>
                <a:gd name="T31" fmla="*/ 220 h 714"/>
                <a:gd name="T32" fmla="*/ 170 w 482"/>
                <a:gd name="T33" fmla="*/ 220 h 714"/>
                <a:gd name="T34" fmla="*/ 200 w 482"/>
                <a:gd name="T35" fmla="*/ 186 h 714"/>
                <a:gd name="T36" fmla="*/ 144 w 482"/>
                <a:gd name="T37" fmla="*/ 157 h 714"/>
                <a:gd name="T38" fmla="*/ 81 w 482"/>
                <a:gd name="T39" fmla="*/ 146 h 714"/>
                <a:gd name="T40" fmla="*/ 73 w 482"/>
                <a:gd name="T41" fmla="*/ 140 h 714"/>
                <a:gd name="T42" fmla="*/ 64 w 482"/>
                <a:gd name="T43" fmla="*/ 121 h 714"/>
                <a:gd name="T44" fmla="*/ 81 w 482"/>
                <a:gd name="T45" fmla="*/ 82 h 714"/>
                <a:gd name="T46" fmla="*/ 85 w 482"/>
                <a:gd name="T47" fmla="*/ 139 h 714"/>
                <a:gd name="T48" fmla="*/ 143 w 482"/>
                <a:gd name="T49" fmla="*/ 79 h 714"/>
                <a:gd name="T50" fmla="*/ 238 w 482"/>
                <a:gd name="T51" fmla="*/ 180 h 714"/>
                <a:gd name="T52" fmla="*/ 198 w 482"/>
                <a:gd name="T53" fmla="*/ 274 h 714"/>
                <a:gd name="T54" fmla="*/ 114 w 482"/>
                <a:gd name="T55" fmla="*/ 260 h 714"/>
                <a:gd name="T56" fmla="*/ 81 w 482"/>
                <a:gd name="T57" fmla="*/ 222 h 714"/>
                <a:gd name="T58" fmla="*/ 81 w 482"/>
                <a:gd name="T59" fmla="*/ 229 h 714"/>
                <a:gd name="T60" fmla="*/ 81 w 482"/>
                <a:gd name="T61" fmla="*/ 665 h 714"/>
                <a:gd name="T62" fmla="*/ 180 w 482"/>
                <a:gd name="T63" fmla="*/ 665 h 714"/>
                <a:gd name="T64" fmla="*/ 198 w 482"/>
                <a:gd name="T65" fmla="*/ 336 h 714"/>
                <a:gd name="T66" fmla="*/ 248 w 482"/>
                <a:gd name="T67" fmla="*/ 714 h 714"/>
                <a:gd name="T68" fmla="*/ 297 w 482"/>
                <a:gd name="T69" fmla="*/ 429 h 714"/>
                <a:gd name="T70" fmla="*/ 257 w 482"/>
                <a:gd name="T71" fmla="*/ 417 h 7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82" h="714">
                  <a:moveTo>
                    <a:pt x="257" y="417"/>
                  </a:moveTo>
                  <a:cubicBezTo>
                    <a:pt x="250" y="409"/>
                    <a:pt x="247" y="398"/>
                    <a:pt x="248" y="388"/>
                  </a:cubicBezTo>
                  <a:cubicBezTo>
                    <a:pt x="248" y="377"/>
                    <a:pt x="253" y="367"/>
                    <a:pt x="261" y="360"/>
                  </a:cubicBezTo>
                  <a:cubicBezTo>
                    <a:pt x="297" y="329"/>
                    <a:pt x="297" y="329"/>
                    <a:pt x="297" y="329"/>
                  </a:cubicBezTo>
                  <a:cubicBezTo>
                    <a:pt x="297" y="305"/>
                    <a:pt x="297" y="305"/>
                    <a:pt x="297" y="305"/>
                  </a:cubicBezTo>
                  <a:cubicBezTo>
                    <a:pt x="297" y="229"/>
                    <a:pt x="297" y="229"/>
                    <a:pt x="297" y="229"/>
                  </a:cubicBezTo>
                  <a:cubicBezTo>
                    <a:pt x="297" y="72"/>
                    <a:pt x="297" y="72"/>
                    <a:pt x="297" y="72"/>
                  </a:cubicBezTo>
                  <a:cubicBezTo>
                    <a:pt x="304" y="75"/>
                    <a:pt x="312" y="80"/>
                    <a:pt x="321" y="87"/>
                  </a:cubicBezTo>
                  <a:cubicBezTo>
                    <a:pt x="336" y="99"/>
                    <a:pt x="355" y="119"/>
                    <a:pt x="374" y="150"/>
                  </a:cubicBezTo>
                  <a:cubicBezTo>
                    <a:pt x="387" y="170"/>
                    <a:pt x="401" y="195"/>
                    <a:pt x="414" y="226"/>
                  </a:cubicBezTo>
                  <a:cubicBezTo>
                    <a:pt x="415" y="228"/>
                    <a:pt x="415" y="229"/>
                    <a:pt x="416" y="230"/>
                  </a:cubicBezTo>
                  <a:cubicBezTo>
                    <a:pt x="416" y="231"/>
                    <a:pt x="417" y="233"/>
                    <a:pt x="418" y="234"/>
                  </a:cubicBezTo>
                  <a:cubicBezTo>
                    <a:pt x="424" y="244"/>
                    <a:pt x="434" y="249"/>
                    <a:pt x="445" y="249"/>
                  </a:cubicBezTo>
                  <a:cubicBezTo>
                    <a:pt x="449" y="249"/>
                    <a:pt x="454" y="249"/>
                    <a:pt x="458" y="247"/>
                  </a:cubicBezTo>
                  <a:cubicBezTo>
                    <a:pt x="474" y="240"/>
                    <a:pt x="482" y="221"/>
                    <a:pt x="475" y="205"/>
                  </a:cubicBezTo>
                  <a:cubicBezTo>
                    <a:pt x="472" y="200"/>
                    <a:pt x="470" y="195"/>
                    <a:pt x="468" y="190"/>
                  </a:cubicBezTo>
                  <a:cubicBezTo>
                    <a:pt x="467" y="187"/>
                    <a:pt x="466" y="185"/>
                    <a:pt x="465" y="182"/>
                  </a:cubicBezTo>
                  <a:cubicBezTo>
                    <a:pt x="454" y="160"/>
                    <a:pt x="444" y="141"/>
                    <a:pt x="434" y="124"/>
                  </a:cubicBezTo>
                  <a:cubicBezTo>
                    <a:pt x="409" y="83"/>
                    <a:pt x="384" y="56"/>
                    <a:pt x="361" y="37"/>
                  </a:cubicBezTo>
                  <a:cubicBezTo>
                    <a:pt x="326" y="9"/>
                    <a:pt x="295" y="2"/>
                    <a:pt x="276" y="2"/>
                  </a:cubicBezTo>
                  <a:cubicBezTo>
                    <a:pt x="273" y="1"/>
                    <a:pt x="270" y="0"/>
                    <a:pt x="266" y="0"/>
                  </a:cubicBezTo>
                  <a:cubicBezTo>
                    <a:pt x="112" y="0"/>
                    <a:pt x="112" y="0"/>
                    <a:pt x="112" y="0"/>
                  </a:cubicBezTo>
                  <a:cubicBezTo>
                    <a:pt x="109" y="0"/>
                    <a:pt x="107" y="0"/>
                    <a:pt x="105" y="1"/>
                  </a:cubicBezTo>
                  <a:cubicBezTo>
                    <a:pt x="91" y="2"/>
                    <a:pt x="78" y="6"/>
                    <a:pt x="67" y="12"/>
                  </a:cubicBezTo>
                  <a:cubicBezTo>
                    <a:pt x="47" y="23"/>
                    <a:pt x="32" y="39"/>
                    <a:pt x="20" y="57"/>
                  </a:cubicBezTo>
                  <a:cubicBezTo>
                    <a:pt x="8" y="76"/>
                    <a:pt x="0" y="97"/>
                    <a:pt x="0" y="121"/>
                  </a:cubicBezTo>
                  <a:cubicBezTo>
                    <a:pt x="0" y="134"/>
                    <a:pt x="3" y="148"/>
                    <a:pt x="9" y="161"/>
                  </a:cubicBezTo>
                  <a:cubicBezTo>
                    <a:pt x="19" y="180"/>
                    <a:pt x="36" y="196"/>
                    <a:pt x="59" y="206"/>
                  </a:cubicBezTo>
                  <a:cubicBezTo>
                    <a:pt x="63" y="208"/>
                    <a:pt x="68" y="210"/>
                    <a:pt x="73" y="211"/>
                  </a:cubicBezTo>
                  <a:cubicBezTo>
                    <a:pt x="75" y="212"/>
                    <a:pt x="78" y="213"/>
                    <a:pt x="81" y="214"/>
                  </a:cubicBezTo>
                  <a:cubicBezTo>
                    <a:pt x="81" y="214"/>
                    <a:pt x="82" y="214"/>
                    <a:pt x="83" y="214"/>
                  </a:cubicBezTo>
                  <a:cubicBezTo>
                    <a:pt x="94" y="217"/>
                    <a:pt x="107" y="219"/>
                    <a:pt x="121" y="220"/>
                  </a:cubicBezTo>
                  <a:cubicBezTo>
                    <a:pt x="128" y="221"/>
                    <a:pt x="136" y="221"/>
                    <a:pt x="144" y="221"/>
                  </a:cubicBezTo>
                  <a:cubicBezTo>
                    <a:pt x="153" y="221"/>
                    <a:pt x="161" y="221"/>
                    <a:pt x="170" y="220"/>
                  </a:cubicBezTo>
                  <a:cubicBezTo>
                    <a:pt x="173" y="220"/>
                    <a:pt x="176" y="220"/>
                    <a:pt x="179" y="219"/>
                  </a:cubicBezTo>
                  <a:cubicBezTo>
                    <a:pt x="192" y="214"/>
                    <a:pt x="201" y="201"/>
                    <a:pt x="200" y="186"/>
                  </a:cubicBezTo>
                  <a:cubicBezTo>
                    <a:pt x="199" y="169"/>
                    <a:pt x="184" y="155"/>
                    <a:pt x="166" y="157"/>
                  </a:cubicBezTo>
                  <a:cubicBezTo>
                    <a:pt x="158" y="157"/>
                    <a:pt x="151" y="157"/>
                    <a:pt x="144" y="157"/>
                  </a:cubicBezTo>
                  <a:cubicBezTo>
                    <a:pt x="140" y="157"/>
                    <a:pt x="135" y="157"/>
                    <a:pt x="131" y="157"/>
                  </a:cubicBezTo>
                  <a:cubicBezTo>
                    <a:pt x="107" y="156"/>
                    <a:pt x="90" y="151"/>
                    <a:pt x="81" y="146"/>
                  </a:cubicBezTo>
                  <a:cubicBezTo>
                    <a:pt x="79" y="145"/>
                    <a:pt x="77" y="143"/>
                    <a:pt x="75" y="142"/>
                  </a:cubicBezTo>
                  <a:cubicBezTo>
                    <a:pt x="74" y="142"/>
                    <a:pt x="74" y="141"/>
                    <a:pt x="73" y="140"/>
                  </a:cubicBezTo>
                  <a:cubicBezTo>
                    <a:pt x="69" y="137"/>
                    <a:pt x="68" y="135"/>
                    <a:pt x="66" y="132"/>
                  </a:cubicBezTo>
                  <a:cubicBezTo>
                    <a:pt x="65" y="129"/>
                    <a:pt x="64" y="125"/>
                    <a:pt x="64" y="121"/>
                  </a:cubicBezTo>
                  <a:cubicBezTo>
                    <a:pt x="64" y="110"/>
                    <a:pt x="70" y="94"/>
                    <a:pt x="81" y="82"/>
                  </a:cubicBezTo>
                  <a:cubicBezTo>
                    <a:pt x="81" y="82"/>
                    <a:pt x="81" y="82"/>
                    <a:pt x="81" y="82"/>
                  </a:cubicBezTo>
                  <a:cubicBezTo>
                    <a:pt x="81" y="137"/>
                    <a:pt x="81" y="137"/>
                    <a:pt x="81" y="137"/>
                  </a:cubicBezTo>
                  <a:cubicBezTo>
                    <a:pt x="85" y="139"/>
                    <a:pt x="85" y="139"/>
                    <a:pt x="85" y="139"/>
                  </a:cubicBezTo>
                  <a:cubicBezTo>
                    <a:pt x="91" y="142"/>
                    <a:pt x="105" y="148"/>
                    <a:pt x="132" y="149"/>
                  </a:cubicBezTo>
                  <a:cubicBezTo>
                    <a:pt x="143" y="79"/>
                    <a:pt x="143" y="79"/>
                    <a:pt x="143" y="79"/>
                  </a:cubicBezTo>
                  <a:cubicBezTo>
                    <a:pt x="251" y="96"/>
                    <a:pt x="251" y="96"/>
                    <a:pt x="251" y="96"/>
                  </a:cubicBezTo>
                  <a:cubicBezTo>
                    <a:pt x="238" y="180"/>
                    <a:pt x="238" y="180"/>
                    <a:pt x="238" y="180"/>
                  </a:cubicBezTo>
                  <a:cubicBezTo>
                    <a:pt x="222" y="278"/>
                    <a:pt x="222" y="278"/>
                    <a:pt x="222" y="278"/>
                  </a:cubicBezTo>
                  <a:cubicBezTo>
                    <a:pt x="198" y="274"/>
                    <a:pt x="198" y="274"/>
                    <a:pt x="198" y="274"/>
                  </a:cubicBezTo>
                  <a:cubicBezTo>
                    <a:pt x="180" y="271"/>
                    <a:pt x="180" y="271"/>
                    <a:pt x="180" y="271"/>
                  </a:cubicBezTo>
                  <a:cubicBezTo>
                    <a:pt x="114" y="260"/>
                    <a:pt x="114" y="260"/>
                    <a:pt x="114" y="260"/>
                  </a:cubicBezTo>
                  <a:cubicBezTo>
                    <a:pt x="120" y="229"/>
                    <a:pt x="120" y="229"/>
                    <a:pt x="120" y="229"/>
                  </a:cubicBezTo>
                  <a:cubicBezTo>
                    <a:pt x="106" y="227"/>
                    <a:pt x="93" y="225"/>
                    <a:pt x="81" y="222"/>
                  </a:cubicBezTo>
                  <a:cubicBezTo>
                    <a:pt x="81" y="222"/>
                    <a:pt x="81" y="222"/>
                    <a:pt x="81" y="222"/>
                  </a:cubicBezTo>
                  <a:cubicBezTo>
                    <a:pt x="81" y="229"/>
                    <a:pt x="81" y="229"/>
                    <a:pt x="81" y="229"/>
                  </a:cubicBezTo>
                  <a:cubicBezTo>
                    <a:pt x="81" y="305"/>
                    <a:pt x="81" y="305"/>
                    <a:pt x="81" y="305"/>
                  </a:cubicBezTo>
                  <a:cubicBezTo>
                    <a:pt x="81" y="665"/>
                    <a:pt x="81" y="665"/>
                    <a:pt x="81" y="665"/>
                  </a:cubicBezTo>
                  <a:cubicBezTo>
                    <a:pt x="81" y="692"/>
                    <a:pt x="103" y="714"/>
                    <a:pt x="130" y="714"/>
                  </a:cubicBezTo>
                  <a:cubicBezTo>
                    <a:pt x="158" y="714"/>
                    <a:pt x="180" y="692"/>
                    <a:pt x="180" y="665"/>
                  </a:cubicBezTo>
                  <a:cubicBezTo>
                    <a:pt x="180" y="336"/>
                    <a:pt x="180" y="336"/>
                    <a:pt x="180" y="336"/>
                  </a:cubicBezTo>
                  <a:cubicBezTo>
                    <a:pt x="198" y="336"/>
                    <a:pt x="198" y="336"/>
                    <a:pt x="198" y="336"/>
                  </a:cubicBezTo>
                  <a:cubicBezTo>
                    <a:pt x="198" y="665"/>
                    <a:pt x="198" y="665"/>
                    <a:pt x="198" y="665"/>
                  </a:cubicBezTo>
                  <a:cubicBezTo>
                    <a:pt x="198" y="692"/>
                    <a:pt x="220" y="714"/>
                    <a:pt x="248" y="714"/>
                  </a:cubicBezTo>
                  <a:cubicBezTo>
                    <a:pt x="275" y="714"/>
                    <a:pt x="297" y="692"/>
                    <a:pt x="297" y="665"/>
                  </a:cubicBezTo>
                  <a:cubicBezTo>
                    <a:pt x="297" y="429"/>
                    <a:pt x="297" y="429"/>
                    <a:pt x="297" y="429"/>
                  </a:cubicBezTo>
                  <a:cubicBezTo>
                    <a:pt x="294" y="430"/>
                    <a:pt x="291" y="430"/>
                    <a:pt x="288" y="430"/>
                  </a:cubicBezTo>
                  <a:cubicBezTo>
                    <a:pt x="276" y="430"/>
                    <a:pt x="265" y="425"/>
                    <a:pt x="257" y="4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68"/>
            <p:cNvSpPr>
              <a:spLocks/>
            </p:cNvSpPr>
            <p:nvPr/>
          </p:nvSpPr>
          <p:spPr bwMode="auto">
            <a:xfrm>
              <a:off x="2071688" y="2613025"/>
              <a:ext cx="317500" cy="315913"/>
            </a:xfrm>
            <a:custGeom>
              <a:avLst/>
              <a:gdLst>
                <a:gd name="T0" fmla="*/ 119 w 198"/>
                <a:gd name="T1" fmla="*/ 11 h 197"/>
                <a:gd name="T2" fmla="*/ 11 w 198"/>
                <a:gd name="T3" fmla="*/ 78 h 197"/>
                <a:gd name="T4" fmla="*/ 78 w 198"/>
                <a:gd name="T5" fmla="*/ 186 h 197"/>
                <a:gd name="T6" fmla="*/ 186 w 198"/>
                <a:gd name="T7" fmla="*/ 119 h 197"/>
                <a:gd name="T8" fmla="*/ 119 w 198"/>
                <a:gd name="T9" fmla="*/ 11 h 197"/>
              </a:gdLst>
              <a:ahLst/>
              <a:cxnLst>
                <a:cxn ang="0">
                  <a:pos x="T0" y="T1"/>
                </a:cxn>
                <a:cxn ang="0">
                  <a:pos x="T2" y="T3"/>
                </a:cxn>
                <a:cxn ang="0">
                  <a:pos x="T4" y="T5"/>
                </a:cxn>
                <a:cxn ang="0">
                  <a:pos x="T6" y="T7"/>
                </a:cxn>
                <a:cxn ang="0">
                  <a:pos x="T8" y="T9"/>
                </a:cxn>
              </a:cxnLst>
              <a:rect l="0" t="0" r="r" b="b"/>
              <a:pathLst>
                <a:path w="198" h="197">
                  <a:moveTo>
                    <a:pt x="119" y="11"/>
                  </a:moveTo>
                  <a:cubicBezTo>
                    <a:pt x="71" y="0"/>
                    <a:pt x="22" y="30"/>
                    <a:pt x="11" y="78"/>
                  </a:cubicBezTo>
                  <a:cubicBezTo>
                    <a:pt x="0" y="126"/>
                    <a:pt x="30" y="175"/>
                    <a:pt x="78" y="186"/>
                  </a:cubicBezTo>
                  <a:cubicBezTo>
                    <a:pt x="127" y="197"/>
                    <a:pt x="175" y="167"/>
                    <a:pt x="186" y="119"/>
                  </a:cubicBezTo>
                  <a:cubicBezTo>
                    <a:pt x="198" y="70"/>
                    <a:pt x="168" y="22"/>
                    <a:pt x="119"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69"/>
            <p:cNvSpPr>
              <a:spLocks/>
            </p:cNvSpPr>
            <p:nvPr/>
          </p:nvSpPr>
          <p:spPr bwMode="auto">
            <a:xfrm>
              <a:off x="2341563" y="3168650"/>
              <a:ext cx="935038" cy="928688"/>
            </a:xfrm>
            <a:custGeom>
              <a:avLst/>
              <a:gdLst>
                <a:gd name="T0" fmla="*/ 568 w 583"/>
                <a:gd name="T1" fmla="*/ 234 h 578"/>
                <a:gd name="T2" fmla="*/ 470 w 583"/>
                <a:gd name="T3" fmla="*/ 149 h 578"/>
                <a:gd name="T4" fmla="*/ 470 w 583"/>
                <a:gd name="T5" fmla="*/ 24 h 578"/>
                <a:gd name="T6" fmla="*/ 450 w 583"/>
                <a:gd name="T7" fmla="*/ 4 h 578"/>
                <a:gd name="T8" fmla="*/ 421 w 583"/>
                <a:gd name="T9" fmla="*/ 4 h 578"/>
                <a:gd name="T10" fmla="*/ 401 w 583"/>
                <a:gd name="T11" fmla="*/ 24 h 578"/>
                <a:gd name="T12" fmla="*/ 401 w 583"/>
                <a:gd name="T13" fmla="*/ 88 h 578"/>
                <a:gd name="T14" fmla="*/ 312 w 583"/>
                <a:gd name="T15" fmla="*/ 11 h 578"/>
                <a:gd name="T16" fmla="*/ 270 w 583"/>
                <a:gd name="T17" fmla="*/ 11 h 578"/>
                <a:gd name="T18" fmla="*/ 222 w 583"/>
                <a:gd name="T19" fmla="*/ 52 h 578"/>
                <a:gd name="T20" fmla="*/ 230 w 583"/>
                <a:gd name="T21" fmla="*/ 70 h 578"/>
                <a:gd name="T22" fmla="*/ 230 w 583"/>
                <a:gd name="T23" fmla="*/ 100 h 578"/>
                <a:gd name="T24" fmla="*/ 209 w 583"/>
                <a:gd name="T25" fmla="*/ 122 h 578"/>
                <a:gd name="T26" fmla="*/ 193 w 583"/>
                <a:gd name="T27" fmla="*/ 125 h 578"/>
                <a:gd name="T28" fmla="*/ 160 w 583"/>
                <a:gd name="T29" fmla="*/ 107 h 578"/>
                <a:gd name="T30" fmla="*/ 45 w 583"/>
                <a:gd name="T31" fmla="*/ 208 h 578"/>
                <a:gd name="T32" fmla="*/ 14 w 583"/>
                <a:gd name="T33" fmla="*/ 234 h 578"/>
                <a:gd name="T34" fmla="*/ 11 w 583"/>
                <a:gd name="T35" fmla="*/ 279 h 578"/>
                <a:gd name="T36" fmla="*/ 45 w 583"/>
                <a:gd name="T37" fmla="*/ 289 h 578"/>
                <a:gd name="T38" fmla="*/ 57 w 583"/>
                <a:gd name="T39" fmla="*/ 282 h 578"/>
                <a:gd name="T40" fmla="*/ 82 w 583"/>
                <a:gd name="T41" fmla="*/ 260 h 578"/>
                <a:gd name="T42" fmla="*/ 82 w 583"/>
                <a:gd name="T43" fmla="*/ 526 h 578"/>
                <a:gd name="T44" fmla="*/ 134 w 583"/>
                <a:gd name="T45" fmla="*/ 578 h 578"/>
                <a:gd name="T46" fmla="*/ 226 w 583"/>
                <a:gd name="T47" fmla="*/ 578 h 578"/>
                <a:gd name="T48" fmla="*/ 226 w 583"/>
                <a:gd name="T49" fmla="*/ 447 h 578"/>
                <a:gd name="T50" fmla="*/ 252 w 583"/>
                <a:gd name="T51" fmla="*/ 421 h 578"/>
                <a:gd name="T52" fmla="*/ 331 w 583"/>
                <a:gd name="T53" fmla="*/ 421 h 578"/>
                <a:gd name="T54" fmla="*/ 357 w 583"/>
                <a:gd name="T55" fmla="*/ 447 h 578"/>
                <a:gd name="T56" fmla="*/ 357 w 583"/>
                <a:gd name="T57" fmla="*/ 578 h 578"/>
                <a:gd name="T58" fmla="*/ 441 w 583"/>
                <a:gd name="T59" fmla="*/ 578 h 578"/>
                <a:gd name="T60" fmla="*/ 501 w 583"/>
                <a:gd name="T61" fmla="*/ 526 h 578"/>
                <a:gd name="T62" fmla="*/ 501 w 583"/>
                <a:gd name="T63" fmla="*/ 260 h 578"/>
                <a:gd name="T64" fmla="*/ 526 w 583"/>
                <a:gd name="T65" fmla="*/ 282 h 578"/>
                <a:gd name="T66" fmla="*/ 547 w 583"/>
                <a:gd name="T67" fmla="*/ 290 h 578"/>
                <a:gd name="T68" fmla="*/ 571 w 583"/>
                <a:gd name="T69" fmla="*/ 279 h 578"/>
                <a:gd name="T70" fmla="*/ 568 w 583"/>
                <a:gd name="T71" fmla="*/ 234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83" h="578">
                  <a:moveTo>
                    <a:pt x="568" y="234"/>
                  </a:moveTo>
                  <a:cubicBezTo>
                    <a:pt x="470" y="149"/>
                    <a:pt x="470" y="149"/>
                    <a:pt x="470" y="149"/>
                  </a:cubicBezTo>
                  <a:cubicBezTo>
                    <a:pt x="470" y="24"/>
                    <a:pt x="470" y="24"/>
                    <a:pt x="470" y="24"/>
                  </a:cubicBezTo>
                  <a:cubicBezTo>
                    <a:pt x="470" y="13"/>
                    <a:pt x="461" y="4"/>
                    <a:pt x="450" y="4"/>
                  </a:cubicBezTo>
                  <a:cubicBezTo>
                    <a:pt x="421" y="4"/>
                    <a:pt x="421" y="4"/>
                    <a:pt x="421" y="4"/>
                  </a:cubicBezTo>
                  <a:cubicBezTo>
                    <a:pt x="410" y="4"/>
                    <a:pt x="401" y="13"/>
                    <a:pt x="401" y="24"/>
                  </a:cubicBezTo>
                  <a:cubicBezTo>
                    <a:pt x="401" y="88"/>
                    <a:pt x="401" y="88"/>
                    <a:pt x="401" y="88"/>
                  </a:cubicBezTo>
                  <a:cubicBezTo>
                    <a:pt x="312" y="11"/>
                    <a:pt x="312" y="11"/>
                    <a:pt x="312" y="11"/>
                  </a:cubicBezTo>
                  <a:cubicBezTo>
                    <a:pt x="300" y="0"/>
                    <a:pt x="282" y="0"/>
                    <a:pt x="270" y="11"/>
                  </a:cubicBezTo>
                  <a:cubicBezTo>
                    <a:pt x="222" y="52"/>
                    <a:pt x="222" y="52"/>
                    <a:pt x="222" y="52"/>
                  </a:cubicBezTo>
                  <a:cubicBezTo>
                    <a:pt x="225" y="58"/>
                    <a:pt x="228" y="64"/>
                    <a:pt x="230" y="70"/>
                  </a:cubicBezTo>
                  <a:cubicBezTo>
                    <a:pt x="234" y="80"/>
                    <a:pt x="234" y="90"/>
                    <a:pt x="230" y="100"/>
                  </a:cubicBezTo>
                  <a:cubicBezTo>
                    <a:pt x="226" y="110"/>
                    <a:pt x="219" y="118"/>
                    <a:pt x="209" y="122"/>
                  </a:cubicBezTo>
                  <a:cubicBezTo>
                    <a:pt x="204" y="124"/>
                    <a:pt x="199" y="125"/>
                    <a:pt x="193" y="125"/>
                  </a:cubicBezTo>
                  <a:cubicBezTo>
                    <a:pt x="180" y="125"/>
                    <a:pt x="167" y="118"/>
                    <a:pt x="160" y="107"/>
                  </a:cubicBezTo>
                  <a:cubicBezTo>
                    <a:pt x="45" y="208"/>
                    <a:pt x="45" y="208"/>
                    <a:pt x="45" y="208"/>
                  </a:cubicBezTo>
                  <a:cubicBezTo>
                    <a:pt x="14" y="234"/>
                    <a:pt x="14" y="234"/>
                    <a:pt x="14" y="234"/>
                  </a:cubicBezTo>
                  <a:cubicBezTo>
                    <a:pt x="1" y="246"/>
                    <a:pt x="0" y="266"/>
                    <a:pt x="11" y="279"/>
                  </a:cubicBezTo>
                  <a:cubicBezTo>
                    <a:pt x="20" y="289"/>
                    <a:pt x="33" y="293"/>
                    <a:pt x="45" y="289"/>
                  </a:cubicBezTo>
                  <a:cubicBezTo>
                    <a:pt x="49" y="288"/>
                    <a:pt x="53" y="286"/>
                    <a:pt x="57" y="282"/>
                  </a:cubicBezTo>
                  <a:cubicBezTo>
                    <a:pt x="82" y="260"/>
                    <a:pt x="82" y="260"/>
                    <a:pt x="82" y="260"/>
                  </a:cubicBezTo>
                  <a:cubicBezTo>
                    <a:pt x="82" y="526"/>
                    <a:pt x="82" y="526"/>
                    <a:pt x="82" y="526"/>
                  </a:cubicBezTo>
                  <a:cubicBezTo>
                    <a:pt x="82" y="552"/>
                    <a:pt x="107" y="578"/>
                    <a:pt x="134" y="578"/>
                  </a:cubicBezTo>
                  <a:cubicBezTo>
                    <a:pt x="226" y="578"/>
                    <a:pt x="226" y="578"/>
                    <a:pt x="226" y="578"/>
                  </a:cubicBezTo>
                  <a:cubicBezTo>
                    <a:pt x="226" y="447"/>
                    <a:pt x="226" y="447"/>
                    <a:pt x="226" y="447"/>
                  </a:cubicBezTo>
                  <a:cubicBezTo>
                    <a:pt x="226" y="433"/>
                    <a:pt x="238" y="421"/>
                    <a:pt x="252" y="421"/>
                  </a:cubicBezTo>
                  <a:cubicBezTo>
                    <a:pt x="331" y="421"/>
                    <a:pt x="331" y="421"/>
                    <a:pt x="331" y="421"/>
                  </a:cubicBezTo>
                  <a:cubicBezTo>
                    <a:pt x="345" y="421"/>
                    <a:pt x="357" y="433"/>
                    <a:pt x="357" y="447"/>
                  </a:cubicBezTo>
                  <a:cubicBezTo>
                    <a:pt x="357" y="578"/>
                    <a:pt x="357" y="578"/>
                    <a:pt x="357" y="578"/>
                  </a:cubicBezTo>
                  <a:cubicBezTo>
                    <a:pt x="441" y="578"/>
                    <a:pt x="441" y="578"/>
                    <a:pt x="441" y="578"/>
                  </a:cubicBezTo>
                  <a:cubicBezTo>
                    <a:pt x="469" y="578"/>
                    <a:pt x="501" y="552"/>
                    <a:pt x="501" y="526"/>
                  </a:cubicBezTo>
                  <a:cubicBezTo>
                    <a:pt x="501" y="260"/>
                    <a:pt x="501" y="260"/>
                    <a:pt x="501" y="260"/>
                  </a:cubicBezTo>
                  <a:cubicBezTo>
                    <a:pt x="526" y="282"/>
                    <a:pt x="526" y="282"/>
                    <a:pt x="526" y="282"/>
                  </a:cubicBezTo>
                  <a:cubicBezTo>
                    <a:pt x="532" y="288"/>
                    <a:pt x="540" y="290"/>
                    <a:pt x="547" y="290"/>
                  </a:cubicBezTo>
                  <a:cubicBezTo>
                    <a:pt x="556" y="290"/>
                    <a:pt x="565" y="287"/>
                    <a:pt x="571" y="279"/>
                  </a:cubicBezTo>
                  <a:cubicBezTo>
                    <a:pt x="583" y="266"/>
                    <a:pt x="581" y="246"/>
                    <a:pt x="568" y="2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45" name="组合 144"/>
          <p:cNvGrpSpPr/>
          <p:nvPr/>
        </p:nvGrpSpPr>
        <p:grpSpPr>
          <a:xfrm>
            <a:off x="7598721" y="905797"/>
            <a:ext cx="1022550" cy="1399670"/>
            <a:chOff x="1644650" y="742950"/>
            <a:chExt cx="1089026" cy="1490663"/>
          </a:xfrm>
          <a:solidFill>
            <a:schemeClr val="tx1">
              <a:lumMod val="65000"/>
              <a:lumOff val="35000"/>
            </a:schemeClr>
          </a:solidFill>
        </p:grpSpPr>
        <p:sp>
          <p:nvSpPr>
            <p:cNvPr id="146" name="Freeform 70"/>
            <p:cNvSpPr>
              <a:spLocks/>
            </p:cNvSpPr>
            <p:nvPr/>
          </p:nvSpPr>
          <p:spPr bwMode="auto">
            <a:xfrm>
              <a:off x="1854200" y="1674813"/>
              <a:ext cx="158750" cy="552450"/>
            </a:xfrm>
            <a:custGeom>
              <a:avLst/>
              <a:gdLst>
                <a:gd name="T0" fmla="*/ 99 w 99"/>
                <a:gd name="T1" fmla="*/ 295 h 344"/>
                <a:gd name="T2" fmla="*/ 99 w 99"/>
                <a:gd name="T3" fmla="*/ 0 h 344"/>
                <a:gd name="T4" fmla="*/ 0 w 99"/>
                <a:gd name="T5" fmla="*/ 89 h 344"/>
                <a:gd name="T6" fmla="*/ 0 w 99"/>
                <a:gd name="T7" fmla="*/ 295 h 344"/>
                <a:gd name="T8" fmla="*/ 49 w 99"/>
                <a:gd name="T9" fmla="*/ 344 h 344"/>
                <a:gd name="T10" fmla="*/ 99 w 99"/>
                <a:gd name="T11" fmla="*/ 295 h 344"/>
              </a:gdLst>
              <a:ahLst/>
              <a:cxnLst>
                <a:cxn ang="0">
                  <a:pos x="T0" y="T1"/>
                </a:cxn>
                <a:cxn ang="0">
                  <a:pos x="T2" y="T3"/>
                </a:cxn>
                <a:cxn ang="0">
                  <a:pos x="T4" y="T5"/>
                </a:cxn>
                <a:cxn ang="0">
                  <a:pos x="T6" y="T7"/>
                </a:cxn>
                <a:cxn ang="0">
                  <a:pos x="T8" y="T9"/>
                </a:cxn>
                <a:cxn ang="0">
                  <a:pos x="T10" y="T11"/>
                </a:cxn>
              </a:cxnLst>
              <a:rect l="0" t="0" r="r" b="b"/>
              <a:pathLst>
                <a:path w="99" h="344">
                  <a:moveTo>
                    <a:pt x="99" y="295"/>
                  </a:moveTo>
                  <a:cubicBezTo>
                    <a:pt x="99" y="0"/>
                    <a:pt x="99" y="0"/>
                    <a:pt x="99" y="0"/>
                  </a:cubicBezTo>
                  <a:cubicBezTo>
                    <a:pt x="0" y="89"/>
                    <a:pt x="0" y="89"/>
                    <a:pt x="0" y="89"/>
                  </a:cubicBezTo>
                  <a:cubicBezTo>
                    <a:pt x="0" y="295"/>
                    <a:pt x="0" y="295"/>
                    <a:pt x="0" y="295"/>
                  </a:cubicBezTo>
                  <a:cubicBezTo>
                    <a:pt x="0" y="322"/>
                    <a:pt x="22" y="344"/>
                    <a:pt x="49" y="344"/>
                  </a:cubicBezTo>
                  <a:cubicBezTo>
                    <a:pt x="76" y="344"/>
                    <a:pt x="99" y="322"/>
                    <a:pt x="99" y="29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71"/>
            <p:cNvSpPr>
              <a:spLocks/>
            </p:cNvSpPr>
            <p:nvPr/>
          </p:nvSpPr>
          <p:spPr bwMode="auto">
            <a:xfrm>
              <a:off x="1868488" y="742950"/>
              <a:ext cx="317500" cy="317500"/>
            </a:xfrm>
            <a:custGeom>
              <a:avLst/>
              <a:gdLst>
                <a:gd name="T0" fmla="*/ 119 w 198"/>
                <a:gd name="T1" fmla="*/ 186 h 198"/>
                <a:gd name="T2" fmla="*/ 186 w 198"/>
                <a:gd name="T3" fmla="*/ 78 h 198"/>
                <a:gd name="T4" fmla="*/ 78 w 198"/>
                <a:gd name="T5" fmla="*/ 11 h 198"/>
                <a:gd name="T6" fmla="*/ 11 w 198"/>
                <a:gd name="T7" fmla="*/ 119 h 198"/>
                <a:gd name="T8" fmla="*/ 119 w 198"/>
                <a:gd name="T9" fmla="*/ 186 h 198"/>
              </a:gdLst>
              <a:ahLst/>
              <a:cxnLst>
                <a:cxn ang="0">
                  <a:pos x="T0" y="T1"/>
                </a:cxn>
                <a:cxn ang="0">
                  <a:pos x="T2" y="T3"/>
                </a:cxn>
                <a:cxn ang="0">
                  <a:pos x="T4" y="T5"/>
                </a:cxn>
                <a:cxn ang="0">
                  <a:pos x="T6" y="T7"/>
                </a:cxn>
                <a:cxn ang="0">
                  <a:pos x="T8" y="T9"/>
                </a:cxn>
              </a:cxnLst>
              <a:rect l="0" t="0" r="r" b="b"/>
              <a:pathLst>
                <a:path w="198" h="198">
                  <a:moveTo>
                    <a:pt x="119" y="186"/>
                  </a:moveTo>
                  <a:cubicBezTo>
                    <a:pt x="168" y="175"/>
                    <a:pt x="198" y="127"/>
                    <a:pt x="186" y="78"/>
                  </a:cubicBezTo>
                  <a:cubicBezTo>
                    <a:pt x="175" y="30"/>
                    <a:pt x="127" y="0"/>
                    <a:pt x="78" y="11"/>
                  </a:cubicBezTo>
                  <a:cubicBezTo>
                    <a:pt x="30" y="22"/>
                    <a:pt x="0" y="71"/>
                    <a:pt x="11" y="119"/>
                  </a:cubicBezTo>
                  <a:cubicBezTo>
                    <a:pt x="22" y="168"/>
                    <a:pt x="71" y="198"/>
                    <a:pt x="119" y="1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72"/>
            <p:cNvSpPr>
              <a:spLocks/>
            </p:cNvSpPr>
            <p:nvPr/>
          </p:nvSpPr>
          <p:spPr bwMode="auto">
            <a:xfrm>
              <a:off x="2373313" y="1009650"/>
              <a:ext cx="360363" cy="179388"/>
            </a:xfrm>
            <a:custGeom>
              <a:avLst/>
              <a:gdLst>
                <a:gd name="T0" fmla="*/ 225 w 225"/>
                <a:gd name="T1" fmla="*/ 112 h 112"/>
                <a:gd name="T2" fmla="*/ 225 w 225"/>
                <a:gd name="T3" fmla="*/ 85 h 112"/>
                <a:gd name="T4" fmla="*/ 225 w 225"/>
                <a:gd name="T5" fmla="*/ 45 h 112"/>
                <a:gd name="T6" fmla="*/ 180 w 225"/>
                <a:gd name="T7" fmla="*/ 0 h 112"/>
                <a:gd name="T8" fmla="*/ 45 w 225"/>
                <a:gd name="T9" fmla="*/ 0 h 112"/>
                <a:gd name="T10" fmla="*/ 0 w 225"/>
                <a:gd name="T11" fmla="*/ 45 h 112"/>
                <a:gd name="T12" fmla="*/ 0 w 225"/>
                <a:gd name="T13" fmla="*/ 85 h 112"/>
                <a:gd name="T14" fmla="*/ 0 w 225"/>
                <a:gd name="T15" fmla="*/ 112 h 112"/>
                <a:gd name="T16" fmla="*/ 225 w 225"/>
                <a:gd name="T17"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5" h="112">
                  <a:moveTo>
                    <a:pt x="225" y="112"/>
                  </a:moveTo>
                  <a:cubicBezTo>
                    <a:pt x="225" y="85"/>
                    <a:pt x="225" y="85"/>
                    <a:pt x="225" y="85"/>
                  </a:cubicBezTo>
                  <a:cubicBezTo>
                    <a:pt x="225" y="45"/>
                    <a:pt x="225" y="45"/>
                    <a:pt x="225" y="45"/>
                  </a:cubicBezTo>
                  <a:cubicBezTo>
                    <a:pt x="225" y="20"/>
                    <a:pt x="205" y="0"/>
                    <a:pt x="180" y="0"/>
                  </a:cubicBezTo>
                  <a:cubicBezTo>
                    <a:pt x="45" y="0"/>
                    <a:pt x="45" y="0"/>
                    <a:pt x="45" y="0"/>
                  </a:cubicBezTo>
                  <a:cubicBezTo>
                    <a:pt x="20" y="0"/>
                    <a:pt x="0" y="20"/>
                    <a:pt x="0" y="45"/>
                  </a:cubicBezTo>
                  <a:cubicBezTo>
                    <a:pt x="0" y="85"/>
                    <a:pt x="0" y="85"/>
                    <a:pt x="0" y="85"/>
                  </a:cubicBezTo>
                  <a:cubicBezTo>
                    <a:pt x="0" y="112"/>
                    <a:pt x="0" y="112"/>
                    <a:pt x="0" y="112"/>
                  </a:cubicBezTo>
                  <a:lnTo>
                    <a:pt x="225" y="1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73"/>
            <p:cNvSpPr>
              <a:spLocks/>
            </p:cNvSpPr>
            <p:nvPr/>
          </p:nvSpPr>
          <p:spPr bwMode="auto">
            <a:xfrm>
              <a:off x="2479675" y="1209675"/>
              <a:ext cx="144463" cy="646113"/>
            </a:xfrm>
            <a:custGeom>
              <a:avLst/>
              <a:gdLst>
                <a:gd name="T0" fmla="*/ 0 w 91"/>
                <a:gd name="T1" fmla="*/ 407 h 407"/>
                <a:gd name="T2" fmla="*/ 91 w 91"/>
                <a:gd name="T3" fmla="*/ 407 h 407"/>
                <a:gd name="T4" fmla="*/ 91 w 91"/>
                <a:gd name="T5" fmla="*/ 0 h 407"/>
                <a:gd name="T6" fmla="*/ 0 w 91"/>
                <a:gd name="T7" fmla="*/ 0 h 407"/>
                <a:gd name="T8" fmla="*/ 0 w 91"/>
                <a:gd name="T9" fmla="*/ 23 h 407"/>
                <a:gd name="T10" fmla="*/ 0 w 91"/>
                <a:gd name="T11" fmla="*/ 89 h 407"/>
                <a:gd name="T12" fmla="*/ 0 w 91"/>
                <a:gd name="T13" fmla="*/ 407 h 407"/>
              </a:gdLst>
              <a:ahLst/>
              <a:cxnLst>
                <a:cxn ang="0">
                  <a:pos x="T0" y="T1"/>
                </a:cxn>
                <a:cxn ang="0">
                  <a:pos x="T2" y="T3"/>
                </a:cxn>
                <a:cxn ang="0">
                  <a:pos x="T4" y="T5"/>
                </a:cxn>
                <a:cxn ang="0">
                  <a:pos x="T6" y="T7"/>
                </a:cxn>
                <a:cxn ang="0">
                  <a:pos x="T8" y="T9"/>
                </a:cxn>
                <a:cxn ang="0">
                  <a:pos x="T10" y="T11"/>
                </a:cxn>
                <a:cxn ang="0">
                  <a:pos x="T12" y="T13"/>
                </a:cxn>
              </a:cxnLst>
              <a:rect l="0" t="0" r="r" b="b"/>
              <a:pathLst>
                <a:path w="91" h="407">
                  <a:moveTo>
                    <a:pt x="0" y="407"/>
                  </a:moveTo>
                  <a:lnTo>
                    <a:pt x="91" y="407"/>
                  </a:lnTo>
                  <a:lnTo>
                    <a:pt x="91" y="0"/>
                  </a:lnTo>
                  <a:lnTo>
                    <a:pt x="0" y="0"/>
                  </a:lnTo>
                  <a:lnTo>
                    <a:pt x="0" y="23"/>
                  </a:lnTo>
                  <a:lnTo>
                    <a:pt x="0" y="89"/>
                  </a:lnTo>
                  <a:lnTo>
                    <a:pt x="0" y="40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74"/>
            <p:cNvSpPr>
              <a:spLocks/>
            </p:cNvSpPr>
            <p:nvPr/>
          </p:nvSpPr>
          <p:spPr bwMode="auto">
            <a:xfrm>
              <a:off x="2373313" y="1209675"/>
              <a:ext cx="82550" cy="646113"/>
            </a:xfrm>
            <a:custGeom>
              <a:avLst/>
              <a:gdLst>
                <a:gd name="T0" fmla="*/ 52 w 52"/>
                <a:gd name="T1" fmla="*/ 407 h 407"/>
                <a:gd name="T2" fmla="*/ 52 w 52"/>
                <a:gd name="T3" fmla="*/ 87 h 407"/>
                <a:gd name="T4" fmla="*/ 52 w 52"/>
                <a:gd name="T5" fmla="*/ 20 h 407"/>
                <a:gd name="T6" fmla="*/ 52 w 52"/>
                <a:gd name="T7" fmla="*/ 0 h 407"/>
                <a:gd name="T8" fmla="*/ 0 w 52"/>
                <a:gd name="T9" fmla="*/ 0 h 407"/>
                <a:gd name="T10" fmla="*/ 0 w 52"/>
                <a:gd name="T11" fmla="*/ 6 h 407"/>
                <a:gd name="T12" fmla="*/ 0 w 52"/>
                <a:gd name="T13" fmla="*/ 74 h 407"/>
                <a:gd name="T14" fmla="*/ 0 w 52"/>
                <a:gd name="T15" fmla="*/ 407 h 407"/>
                <a:gd name="T16" fmla="*/ 52 w 52"/>
                <a:gd name="T17" fmla="*/ 407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407">
                  <a:moveTo>
                    <a:pt x="52" y="407"/>
                  </a:moveTo>
                  <a:lnTo>
                    <a:pt x="52" y="87"/>
                  </a:lnTo>
                  <a:lnTo>
                    <a:pt x="52" y="20"/>
                  </a:lnTo>
                  <a:lnTo>
                    <a:pt x="52" y="0"/>
                  </a:lnTo>
                  <a:lnTo>
                    <a:pt x="0" y="0"/>
                  </a:lnTo>
                  <a:lnTo>
                    <a:pt x="0" y="6"/>
                  </a:lnTo>
                  <a:lnTo>
                    <a:pt x="0" y="74"/>
                  </a:lnTo>
                  <a:lnTo>
                    <a:pt x="0" y="407"/>
                  </a:lnTo>
                  <a:lnTo>
                    <a:pt x="52" y="40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75"/>
            <p:cNvSpPr>
              <a:spLocks/>
            </p:cNvSpPr>
            <p:nvPr/>
          </p:nvSpPr>
          <p:spPr bwMode="auto">
            <a:xfrm>
              <a:off x="2651125" y="1209675"/>
              <a:ext cx="82550" cy="646113"/>
            </a:xfrm>
            <a:custGeom>
              <a:avLst/>
              <a:gdLst>
                <a:gd name="T0" fmla="*/ 0 w 52"/>
                <a:gd name="T1" fmla="*/ 407 h 407"/>
                <a:gd name="T2" fmla="*/ 52 w 52"/>
                <a:gd name="T3" fmla="*/ 407 h 407"/>
                <a:gd name="T4" fmla="*/ 52 w 52"/>
                <a:gd name="T5" fmla="*/ 407 h 407"/>
                <a:gd name="T6" fmla="*/ 52 w 52"/>
                <a:gd name="T7" fmla="*/ 0 h 407"/>
                <a:gd name="T8" fmla="*/ 0 w 52"/>
                <a:gd name="T9" fmla="*/ 0 h 407"/>
                <a:gd name="T10" fmla="*/ 0 w 52"/>
                <a:gd name="T11" fmla="*/ 407 h 407"/>
              </a:gdLst>
              <a:ahLst/>
              <a:cxnLst>
                <a:cxn ang="0">
                  <a:pos x="T0" y="T1"/>
                </a:cxn>
                <a:cxn ang="0">
                  <a:pos x="T2" y="T3"/>
                </a:cxn>
                <a:cxn ang="0">
                  <a:pos x="T4" y="T5"/>
                </a:cxn>
                <a:cxn ang="0">
                  <a:pos x="T6" y="T7"/>
                </a:cxn>
                <a:cxn ang="0">
                  <a:pos x="T8" y="T9"/>
                </a:cxn>
                <a:cxn ang="0">
                  <a:pos x="T10" y="T11"/>
                </a:cxn>
              </a:cxnLst>
              <a:rect l="0" t="0" r="r" b="b"/>
              <a:pathLst>
                <a:path w="52" h="407">
                  <a:moveTo>
                    <a:pt x="0" y="407"/>
                  </a:moveTo>
                  <a:lnTo>
                    <a:pt x="52" y="407"/>
                  </a:lnTo>
                  <a:lnTo>
                    <a:pt x="52" y="407"/>
                  </a:lnTo>
                  <a:lnTo>
                    <a:pt x="52" y="0"/>
                  </a:lnTo>
                  <a:lnTo>
                    <a:pt x="0" y="0"/>
                  </a:lnTo>
                  <a:lnTo>
                    <a:pt x="0" y="40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76"/>
            <p:cNvSpPr>
              <a:spLocks/>
            </p:cNvSpPr>
            <p:nvPr/>
          </p:nvSpPr>
          <p:spPr bwMode="auto">
            <a:xfrm>
              <a:off x="2373313" y="1876425"/>
              <a:ext cx="360363" cy="357188"/>
            </a:xfrm>
            <a:custGeom>
              <a:avLst/>
              <a:gdLst>
                <a:gd name="T0" fmla="*/ 92 w 225"/>
                <a:gd name="T1" fmla="*/ 201 h 223"/>
                <a:gd name="T2" fmla="*/ 133 w 225"/>
                <a:gd name="T3" fmla="*/ 201 h 223"/>
                <a:gd name="T4" fmla="*/ 225 w 225"/>
                <a:gd name="T5" fmla="*/ 0 h 223"/>
                <a:gd name="T6" fmla="*/ 0 w 225"/>
                <a:gd name="T7" fmla="*/ 0 h 223"/>
                <a:gd name="T8" fmla="*/ 92 w 225"/>
                <a:gd name="T9" fmla="*/ 201 h 223"/>
              </a:gdLst>
              <a:ahLst/>
              <a:cxnLst>
                <a:cxn ang="0">
                  <a:pos x="T0" y="T1"/>
                </a:cxn>
                <a:cxn ang="0">
                  <a:pos x="T2" y="T3"/>
                </a:cxn>
                <a:cxn ang="0">
                  <a:pos x="T4" y="T5"/>
                </a:cxn>
                <a:cxn ang="0">
                  <a:pos x="T6" y="T7"/>
                </a:cxn>
                <a:cxn ang="0">
                  <a:pos x="T8" y="T9"/>
                </a:cxn>
              </a:cxnLst>
              <a:rect l="0" t="0" r="r" b="b"/>
              <a:pathLst>
                <a:path w="225" h="223">
                  <a:moveTo>
                    <a:pt x="92" y="201"/>
                  </a:moveTo>
                  <a:cubicBezTo>
                    <a:pt x="103" y="223"/>
                    <a:pt x="121" y="223"/>
                    <a:pt x="133" y="201"/>
                  </a:cubicBezTo>
                  <a:cubicBezTo>
                    <a:pt x="225" y="0"/>
                    <a:pt x="225" y="0"/>
                    <a:pt x="225" y="0"/>
                  </a:cubicBezTo>
                  <a:cubicBezTo>
                    <a:pt x="0" y="0"/>
                    <a:pt x="0" y="0"/>
                    <a:pt x="0" y="0"/>
                  </a:cubicBezTo>
                  <a:lnTo>
                    <a:pt x="92" y="20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77"/>
            <p:cNvSpPr>
              <a:spLocks/>
            </p:cNvSpPr>
            <p:nvPr/>
          </p:nvSpPr>
          <p:spPr bwMode="auto">
            <a:xfrm>
              <a:off x="1644650" y="1444625"/>
              <a:ext cx="393700" cy="392113"/>
            </a:xfrm>
            <a:custGeom>
              <a:avLst/>
              <a:gdLst>
                <a:gd name="T0" fmla="*/ 239 w 246"/>
                <a:gd name="T1" fmla="*/ 125 h 245"/>
                <a:gd name="T2" fmla="*/ 245 w 246"/>
                <a:gd name="T3" fmla="*/ 114 h 245"/>
                <a:gd name="T4" fmla="*/ 240 w 246"/>
                <a:gd name="T5" fmla="*/ 97 h 245"/>
                <a:gd name="T6" fmla="*/ 230 w 246"/>
                <a:gd name="T7" fmla="*/ 85 h 245"/>
                <a:gd name="T8" fmla="*/ 162 w 246"/>
                <a:gd name="T9" fmla="*/ 9 h 245"/>
                <a:gd name="T10" fmla="*/ 134 w 246"/>
                <a:gd name="T11" fmla="*/ 8 h 245"/>
                <a:gd name="T12" fmla="*/ 131 w 246"/>
                <a:gd name="T13" fmla="*/ 11 h 245"/>
                <a:gd name="T14" fmla="*/ 111 w 246"/>
                <a:gd name="T15" fmla="*/ 29 h 245"/>
                <a:gd name="T16" fmla="*/ 131 w 246"/>
                <a:gd name="T17" fmla="*/ 66 h 245"/>
                <a:gd name="T18" fmla="*/ 143 w 246"/>
                <a:gd name="T19" fmla="*/ 86 h 245"/>
                <a:gd name="T20" fmla="*/ 150 w 246"/>
                <a:gd name="T21" fmla="*/ 112 h 245"/>
                <a:gd name="T22" fmla="*/ 132 w 246"/>
                <a:gd name="T23" fmla="*/ 142 h 245"/>
                <a:gd name="T24" fmla="*/ 131 w 246"/>
                <a:gd name="T25" fmla="*/ 143 h 245"/>
                <a:gd name="T26" fmla="*/ 110 w 246"/>
                <a:gd name="T27" fmla="*/ 148 h 245"/>
                <a:gd name="T28" fmla="*/ 77 w 246"/>
                <a:gd name="T29" fmla="*/ 131 h 245"/>
                <a:gd name="T30" fmla="*/ 49 w 246"/>
                <a:gd name="T31" fmla="*/ 84 h 245"/>
                <a:gd name="T32" fmla="*/ 9 w 246"/>
                <a:gd name="T33" fmla="*/ 120 h 245"/>
                <a:gd name="T34" fmla="*/ 7 w 246"/>
                <a:gd name="T35" fmla="*/ 148 h 245"/>
                <a:gd name="T36" fmla="*/ 86 w 246"/>
                <a:gd name="T37" fmla="*/ 236 h 245"/>
                <a:gd name="T38" fmla="*/ 114 w 246"/>
                <a:gd name="T39" fmla="*/ 237 h 245"/>
                <a:gd name="T40" fmla="*/ 131 w 246"/>
                <a:gd name="T41" fmla="*/ 222 h 245"/>
                <a:gd name="T42" fmla="*/ 230 w 246"/>
                <a:gd name="T43" fmla="*/ 133 h 245"/>
                <a:gd name="T44" fmla="*/ 239 w 246"/>
                <a:gd name="T45" fmla="*/ 125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6" h="245">
                  <a:moveTo>
                    <a:pt x="239" y="125"/>
                  </a:moveTo>
                  <a:cubicBezTo>
                    <a:pt x="242" y="122"/>
                    <a:pt x="244" y="118"/>
                    <a:pt x="245" y="114"/>
                  </a:cubicBezTo>
                  <a:cubicBezTo>
                    <a:pt x="246" y="108"/>
                    <a:pt x="245" y="102"/>
                    <a:pt x="240" y="97"/>
                  </a:cubicBezTo>
                  <a:cubicBezTo>
                    <a:pt x="230" y="85"/>
                    <a:pt x="230" y="85"/>
                    <a:pt x="230" y="85"/>
                  </a:cubicBezTo>
                  <a:cubicBezTo>
                    <a:pt x="162" y="9"/>
                    <a:pt x="162" y="9"/>
                    <a:pt x="162" y="9"/>
                  </a:cubicBezTo>
                  <a:cubicBezTo>
                    <a:pt x="155" y="1"/>
                    <a:pt x="142" y="0"/>
                    <a:pt x="134" y="8"/>
                  </a:cubicBezTo>
                  <a:cubicBezTo>
                    <a:pt x="131" y="11"/>
                    <a:pt x="131" y="11"/>
                    <a:pt x="131" y="11"/>
                  </a:cubicBezTo>
                  <a:cubicBezTo>
                    <a:pt x="111" y="29"/>
                    <a:pt x="111" y="29"/>
                    <a:pt x="111" y="29"/>
                  </a:cubicBezTo>
                  <a:cubicBezTo>
                    <a:pt x="116" y="41"/>
                    <a:pt x="123" y="53"/>
                    <a:pt x="131" y="66"/>
                  </a:cubicBezTo>
                  <a:cubicBezTo>
                    <a:pt x="135" y="73"/>
                    <a:pt x="139" y="80"/>
                    <a:pt x="143" y="86"/>
                  </a:cubicBezTo>
                  <a:cubicBezTo>
                    <a:pt x="148" y="94"/>
                    <a:pt x="151" y="103"/>
                    <a:pt x="150" y="112"/>
                  </a:cubicBezTo>
                  <a:cubicBezTo>
                    <a:pt x="149" y="123"/>
                    <a:pt x="143" y="135"/>
                    <a:pt x="132" y="142"/>
                  </a:cubicBezTo>
                  <a:cubicBezTo>
                    <a:pt x="132" y="142"/>
                    <a:pt x="131" y="142"/>
                    <a:pt x="131" y="143"/>
                  </a:cubicBezTo>
                  <a:cubicBezTo>
                    <a:pt x="124" y="146"/>
                    <a:pt x="117" y="148"/>
                    <a:pt x="110" y="148"/>
                  </a:cubicBezTo>
                  <a:cubicBezTo>
                    <a:pt x="97" y="148"/>
                    <a:pt x="84" y="142"/>
                    <a:pt x="77" y="131"/>
                  </a:cubicBezTo>
                  <a:cubicBezTo>
                    <a:pt x="66" y="115"/>
                    <a:pt x="57" y="99"/>
                    <a:pt x="49" y="84"/>
                  </a:cubicBezTo>
                  <a:cubicBezTo>
                    <a:pt x="9" y="120"/>
                    <a:pt x="9" y="120"/>
                    <a:pt x="9" y="120"/>
                  </a:cubicBezTo>
                  <a:cubicBezTo>
                    <a:pt x="1" y="127"/>
                    <a:pt x="0" y="140"/>
                    <a:pt x="7" y="148"/>
                  </a:cubicBezTo>
                  <a:cubicBezTo>
                    <a:pt x="86" y="236"/>
                    <a:pt x="86" y="236"/>
                    <a:pt x="86" y="236"/>
                  </a:cubicBezTo>
                  <a:cubicBezTo>
                    <a:pt x="93" y="244"/>
                    <a:pt x="106" y="245"/>
                    <a:pt x="114" y="237"/>
                  </a:cubicBezTo>
                  <a:cubicBezTo>
                    <a:pt x="131" y="222"/>
                    <a:pt x="131" y="222"/>
                    <a:pt x="131" y="222"/>
                  </a:cubicBezTo>
                  <a:cubicBezTo>
                    <a:pt x="230" y="133"/>
                    <a:pt x="230" y="133"/>
                    <a:pt x="230" y="133"/>
                  </a:cubicBezTo>
                  <a:lnTo>
                    <a:pt x="239" y="1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78"/>
            <p:cNvSpPr>
              <a:spLocks/>
            </p:cNvSpPr>
            <p:nvPr/>
          </p:nvSpPr>
          <p:spPr bwMode="auto">
            <a:xfrm>
              <a:off x="1674813" y="1089025"/>
              <a:ext cx="685800" cy="1138238"/>
            </a:xfrm>
            <a:custGeom>
              <a:avLst/>
              <a:gdLst>
                <a:gd name="T0" fmla="*/ 36 w 427"/>
                <a:gd name="T1" fmla="*/ 299 h 709"/>
                <a:gd name="T2" fmla="*/ 64 w 427"/>
                <a:gd name="T3" fmla="*/ 347 h 709"/>
                <a:gd name="T4" fmla="*/ 91 w 427"/>
                <a:gd name="T5" fmla="*/ 361 h 709"/>
                <a:gd name="T6" fmla="*/ 109 w 427"/>
                <a:gd name="T7" fmla="*/ 356 h 709"/>
                <a:gd name="T8" fmla="*/ 112 w 427"/>
                <a:gd name="T9" fmla="*/ 354 h 709"/>
                <a:gd name="T10" fmla="*/ 123 w 427"/>
                <a:gd name="T11" fmla="*/ 328 h 709"/>
                <a:gd name="T12" fmla="*/ 118 w 427"/>
                <a:gd name="T13" fmla="*/ 312 h 709"/>
                <a:gd name="T14" fmla="*/ 112 w 427"/>
                <a:gd name="T15" fmla="*/ 302 h 709"/>
                <a:gd name="T16" fmla="*/ 86 w 427"/>
                <a:gd name="T17" fmla="*/ 255 h 709"/>
                <a:gd name="T18" fmla="*/ 82 w 427"/>
                <a:gd name="T19" fmla="*/ 247 h 709"/>
                <a:gd name="T20" fmla="*/ 68 w 427"/>
                <a:gd name="T21" fmla="*/ 205 h 709"/>
                <a:gd name="T22" fmla="*/ 65 w 427"/>
                <a:gd name="T23" fmla="*/ 172 h 709"/>
                <a:gd name="T24" fmla="*/ 77 w 427"/>
                <a:gd name="T25" fmla="*/ 121 h 709"/>
                <a:gd name="T26" fmla="*/ 112 w 427"/>
                <a:gd name="T27" fmla="*/ 82 h 709"/>
                <a:gd name="T28" fmla="*/ 112 w 427"/>
                <a:gd name="T29" fmla="*/ 221 h 709"/>
                <a:gd name="T30" fmla="*/ 112 w 427"/>
                <a:gd name="T31" fmla="*/ 221 h 709"/>
                <a:gd name="T32" fmla="*/ 128 w 427"/>
                <a:gd name="T33" fmla="*/ 216 h 709"/>
                <a:gd name="T34" fmla="*/ 149 w 427"/>
                <a:gd name="T35" fmla="*/ 225 h 709"/>
                <a:gd name="T36" fmla="*/ 211 w 427"/>
                <a:gd name="T37" fmla="*/ 294 h 709"/>
                <a:gd name="T38" fmla="*/ 227 w 427"/>
                <a:gd name="T39" fmla="*/ 312 h 709"/>
                <a:gd name="T40" fmla="*/ 230 w 427"/>
                <a:gd name="T41" fmla="*/ 315 h 709"/>
                <a:gd name="T42" fmla="*/ 235 w 427"/>
                <a:gd name="T43" fmla="*/ 333 h 709"/>
                <a:gd name="T44" fmla="*/ 234 w 427"/>
                <a:gd name="T45" fmla="*/ 335 h 709"/>
                <a:gd name="T46" fmla="*/ 230 w 427"/>
                <a:gd name="T47" fmla="*/ 347 h 709"/>
                <a:gd name="T48" fmla="*/ 230 w 427"/>
                <a:gd name="T49" fmla="*/ 660 h 709"/>
                <a:gd name="T50" fmla="*/ 279 w 427"/>
                <a:gd name="T51" fmla="*/ 709 h 709"/>
                <a:gd name="T52" fmla="*/ 329 w 427"/>
                <a:gd name="T53" fmla="*/ 660 h 709"/>
                <a:gd name="T54" fmla="*/ 329 w 427"/>
                <a:gd name="T55" fmla="*/ 228 h 709"/>
                <a:gd name="T56" fmla="*/ 328 w 427"/>
                <a:gd name="T57" fmla="*/ 221 h 709"/>
                <a:gd name="T58" fmla="*/ 328 w 427"/>
                <a:gd name="T59" fmla="*/ 98 h 709"/>
                <a:gd name="T60" fmla="*/ 342 w 427"/>
                <a:gd name="T61" fmla="*/ 107 h 709"/>
                <a:gd name="T62" fmla="*/ 427 w 427"/>
                <a:gd name="T63" fmla="*/ 146 h 709"/>
                <a:gd name="T64" fmla="*/ 427 w 427"/>
                <a:gd name="T65" fmla="*/ 78 h 709"/>
                <a:gd name="T66" fmla="*/ 375 w 427"/>
                <a:gd name="T67" fmla="*/ 52 h 709"/>
                <a:gd name="T68" fmla="*/ 335 w 427"/>
                <a:gd name="T69" fmla="*/ 23 h 709"/>
                <a:gd name="T70" fmla="*/ 325 w 427"/>
                <a:gd name="T71" fmla="*/ 15 h 709"/>
                <a:gd name="T72" fmla="*/ 323 w 427"/>
                <a:gd name="T73" fmla="*/ 13 h 709"/>
                <a:gd name="T74" fmla="*/ 322 w 427"/>
                <a:gd name="T75" fmla="*/ 12 h 709"/>
                <a:gd name="T76" fmla="*/ 322 w 427"/>
                <a:gd name="T77" fmla="*/ 12 h 709"/>
                <a:gd name="T78" fmla="*/ 321 w 427"/>
                <a:gd name="T79" fmla="*/ 11 h 709"/>
                <a:gd name="T80" fmla="*/ 297 w 427"/>
                <a:gd name="T81" fmla="*/ 0 h 709"/>
                <a:gd name="T82" fmla="*/ 143 w 427"/>
                <a:gd name="T83" fmla="*/ 0 h 709"/>
                <a:gd name="T84" fmla="*/ 135 w 427"/>
                <a:gd name="T85" fmla="*/ 0 h 709"/>
                <a:gd name="T86" fmla="*/ 126 w 427"/>
                <a:gd name="T87" fmla="*/ 2 h 709"/>
                <a:gd name="T88" fmla="*/ 126 w 427"/>
                <a:gd name="T89" fmla="*/ 2 h 709"/>
                <a:gd name="T90" fmla="*/ 64 w 427"/>
                <a:gd name="T91" fmla="*/ 38 h 709"/>
                <a:gd name="T92" fmla="*/ 20 w 427"/>
                <a:gd name="T93" fmla="*/ 90 h 709"/>
                <a:gd name="T94" fmla="*/ 1 w 427"/>
                <a:gd name="T95" fmla="*/ 172 h 709"/>
                <a:gd name="T96" fmla="*/ 9 w 427"/>
                <a:gd name="T97" fmla="*/ 233 h 709"/>
                <a:gd name="T98" fmla="*/ 32 w 427"/>
                <a:gd name="T99" fmla="*/ 292 h 709"/>
                <a:gd name="T100" fmla="*/ 36 w 427"/>
                <a:gd name="T101" fmla="*/ 299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27" h="709">
                  <a:moveTo>
                    <a:pt x="36" y="299"/>
                  </a:moveTo>
                  <a:cubicBezTo>
                    <a:pt x="44" y="315"/>
                    <a:pt x="53" y="331"/>
                    <a:pt x="64" y="347"/>
                  </a:cubicBezTo>
                  <a:cubicBezTo>
                    <a:pt x="71" y="356"/>
                    <a:pt x="81" y="361"/>
                    <a:pt x="91" y="361"/>
                  </a:cubicBezTo>
                  <a:cubicBezTo>
                    <a:pt x="97" y="361"/>
                    <a:pt x="103" y="360"/>
                    <a:pt x="109" y="356"/>
                  </a:cubicBezTo>
                  <a:cubicBezTo>
                    <a:pt x="110" y="355"/>
                    <a:pt x="111" y="355"/>
                    <a:pt x="112" y="354"/>
                  </a:cubicBezTo>
                  <a:cubicBezTo>
                    <a:pt x="119" y="347"/>
                    <a:pt x="123" y="338"/>
                    <a:pt x="123" y="328"/>
                  </a:cubicBezTo>
                  <a:cubicBezTo>
                    <a:pt x="123" y="322"/>
                    <a:pt x="121" y="317"/>
                    <a:pt x="118" y="312"/>
                  </a:cubicBezTo>
                  <a:cubicBezTo>
                    <a:pt x="116" y="309"/>
                    <a:pt x="114" y="305"/>
                    <a:pt x="112" y="302"/>
                  </a:cubicBezTo>
                  <a:cubicBezTo>
                    <a:pt x="101" y="285"/>
                    <a:pt x="92" y="270"/>
                    <a:pt x="86" y="255"/>
                  </a:cubicBezTo>
                  <a:cubicBezTo>
                    <a:pt x="84" y="252"/>
                    <a:pt x="83" y="250"/>
                    <a:pt x="82" y="247"/>
                  </a:cubicBezTo>
                  <a:cubicBezTo>
                    <a:pt x="76" y="232"/>
                    <a:pt x="71" y="218"/>
                    <a:pt x="68" y="205"/>
                  </a:cubicBezTo>
                  <a:cubicBezTo>
                    <a:pt x="66" y="193"/>
                    <a:pt x="65" y="182"/>
                    <a:pt x="65" y="172"/>
                  </a:cubicBezTo>
                  <a:cubicBezTo>
                    <a:pt x="65" y="151"/>
                    <a:pt x="70" y="134"/>
                    <a:pt x="77" y="121"/>
                  </a:cubicBezTo>
                  <a:cubicBezTo>
                    <a:pt x="86" y="104"/>
                    <a:pt x="99" y="91"/>
                    <a:pt x="112" y="82"/>
                  </a:cubicBezTo>
                  <a:cubicBezTo>
                    <a:pt x="112" y="221"/>
                    <a:pt x="112" y="221"/>
                    <a:pt x="112" y="221"/>
                  </a:cubicBezTo>
                  <a:cubicBezTo>
                    <a:pt x="112" y="221"/>
                    <a:pt x="112" y="221"/>
                    <a:pt x="112" y="221"/>
                  </a:cubicBezTo>
                  <a:cubicBezTo>
                    <a:pt x="117" y="218"/>
                    <a:pt x="122" y="216"/>
                    <a:pt x="128" y="216"/>
                  </a:cubicBezTo>
                  <a:cubicBezTo>
                    <a:pt x="136" y="216"/>
                    <a:pt x="144" y="219"/>
                    <a:pt x="149" y="225"/>
                  </a:cubicBezTo>
                  <a:cubicBezTo>
                    <a:pt x="211" y="294"/>
                    <a:pt x="211" y="294"/>
                    <a:pt x="211" y="294"/>
                  </a:cubicBezTo>
                  <a:cubicBezTo>
                    <a:pt x="227" y="312"/>
                    <a:pt x="227" y="312"/>
                    <a:pt x="227" y="312"/>
                  </a:cubicBezTo>
                  <a:cubicBezTo>
                    <a:pt x="228" y="313"/>
                    <a:pt x="229" y="314"/>
                    <a:pt x="230" y="315"/>
                  </a:cubicBezTo>
                  <a:cubicBezTo>
                    <a:pt x="233" y="320"/>
                    <a:pt x="235" y="326"/>
                    <a:pt x="235" y="333"/>
                  </a:cubicBezTo>
                  <a:cubicBezTo>
                    <a:pt x="234" y="333"/>
                    <a:pt x="234" y="334"/>
                    <a:pt x="234" y="335"/>
                  </a:cubicBezTo>
                  <a:cubicBezTo>
                    <a:pt x="234" y="339"/>
                    <a:pt x="232" y="343"/>
                    <a:pt x="230" y="347"/>
                  </a:cubicBezTo>
                  <a:cubicBezTo>
                    <a:pt x="230" y="660"/>
                    <a:pt x="230" y="660"/>
                    <a:pt x="230" y="660"/>
                  </a:cubicBezTo>
                  <a:cubicBezTo>
                    <a:pt x="230" y="687"/>
                    <a:pt x="252" y="709"/>
                    <a:pt x="279" y="709"/>
                  </a:cubicBezTo>
                  <a:cubicBezTo>
                    <a:pt x="306" y="709"/>
                    <a:pt x="329" y="687"/>
                    <a:pt x="329" y="660"/>
                  </a:cubicBezTo>
                  <a:cubicBezTo>
                    <a:pt x="329" y="228"/>
                    <a:pt x="329" y="228"/>
                    <a:pt x="329" y="228"/>
                  </a:cubicBezTo>
                  <a:cubicBezTo>
                    <a:pt x="329" y="226"/>
                    <a:pt x="328" y="224"/>
                    <a:pt x="328" y="221"/>
                  </a:cubicBezTo>
                  <a:cubicBezTo>
                    <a:pt x="328" y="98"/>
                    <a:pt x="328" y="98"/>
                    <a:pt x="328" y="98"/>
                  </a:cubicBezTo>
                  <a:cubicBezTo>
                    <a:pt x="332" y="101"/>
                    <a:pt x="337" y="104"/>
                    <a:pt x="342" y="107"/>
                  </a:cubicBezTo>
                  <a:cubicBezTo>
                    <a:pt x="364" y="120"/>
                    <a:pt x="393" y="135"/>
                    <a:pt x="427" y="146"/>
                  </a:cubicBezTo>
                  <a:cubicBezTo>
                    <a:pt x="427" y="78"/>
                    <a:pt x="427" y="78"/>
                    <a:pt x="427" y="78"/>
                  </a:cubicBezTo>
                  <a:cubicBezTo>
                    <a:pt x="407" y="70"/>
                    <a:pt x="389" y="61"/>
                    <a:pt x="375" y="52"/>
                  </a:cubicBezTo>
                  <a:cubicBezTo>
                    <a:pt x="357" y="41"/>
                    <a:pt x="343" y="31"/>
                    <a:pt x="335" y="23"/>
                  </a:cubicBezTo>
                  <a:cubicBezTo>
                    <a:pt x="330" y="20"/>
                    <a:pt x="327" y="17"/>
                    <a:pt x="325" y="15"/>
                  </a:cubicBezTo>
                  <a:cubicBezTo>
                    <a:pt x="324" y="14"/>
                    <a:pt x="323" y="13"/>
                    <a:pt x="323" y="13"/>
                  </a:cubicBezTo>
                  <a:cubicBezTo>
                    <a:pt x="322" y="12"/>
                    <a:pt x="322" y="12"/>
                    <a:pt x="322" y="12"/>
                  </a:cubicBezTo>
                  <a:cubicBezTo>
                    <a:pt x="322" y="12"/>
                    <a:pt x="322" y="12"/>
                    <a:pt x="322" y="12"/>
                  </a:cubicBezTo>
                  <a:cubicBezTo>
                    <a:pt x="322" y="12"/>
                    <a:pt x="322" y="12"/>
                    <a:pt x="321" y="11"/>
                  </a:cubicBezTo>
                  <a:cubicBezTo>
                    <a:pt x="316" y="4"/>
                    <a:pt x="307" y="0"/>
                    <a:pt x="297" y="0"/>
                  </a:cubicBezTo>
                  <a:cubicBezTo>
                    <a:pt x="143" y="0"/>
                    <a:pt x="143" y="0"/>
                    <a:pt x="143" y="0"/>
                  </a:cubicBezTo>
                  <a:cubicBezTo>
                    <a:pt x="140" y="0"/>
                    <a:pt x="138" y="0"/>
                    <a:pt x="135" y="0"/>
                  </a:cubicBezTo>
                  <a:cubicBezTo>
                    <a:pt x="132" y="1"/>
                    <a:pt x="129" y="1"/>
                    <a:pt x="126" y="2"/>
                  </a:cubicBezTo>
                  <a:cubicBezTo>
                    <a:pt x="126" y="2"/>
                    <a:pt x="126" y="2"/>
                    <a:pt x="126" y="2"/>
                  </a:cubicBezTo>
                  <a:cubicBezTo>
                    <a:pt x="124" y="3"/>
                    <a:pt x="94" y="12"/>
                    <a:pt x="64" y="38"/>
                  </a:cubicBezTo>
                  <a:cubicBezTo>
                    <a:pt x="48" y="51"/>
                    <a:pt x="33" y="68"/>
                    <a:pt x="20" y="90"/>
                  </a:cubicBezTo>
                  <a:cubicBezTo>
                    <a:pt x="8" y="113"/>
                    <a:pt x="0" y="140"/>
                    <a:pt x="1" y="172"/>
                  </a:cubicBezTo>
                  <a:cubicBezTo>
                    <a:pt x="1" y="191"/>
                    <a:pt x="3" y="212"/>
                    <a:pt x="9" y="233"/>
                  </a:cubicBezTo>
                  <a:cubicBezTo>
                    <a:pt x="15" y="252"/>
                    <a:pt x="22" y="271"/>
                    <a:pt x="32" y="292"/>
                  </a:cubicBezTo>
                  <a:cubicBezTo>
                    <a:pt x="34" y="295"/>
                    <a:pt x="35" y="297"/>
                    <a:pt x="36" y="2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55" name="组合 154"/>
          <p:cNvGrpSpPr/>
          <p:nvPr/>
        </p:nvGrpSpPr>
        <p:grpSpPr>
          <a:xfrm>
            <a:off x="10758784" y="2649795"/>
            <a:ext cx="889886" cy="1422029"/>
            <a:chOff x="5010150" y="2600325"/>
            <a:chExt cx="947738" cy="1514476"/>
          </a:xfrm>
          <a:solidFill>
            <a:schemeClr val="tx1">
              <a:lumMod val="65000"/>
              <a:lumOff val="35000"/>
            </a:schemeClr>
          </a:solidFill>
        </p:grpSpPr>
        <p:sp>
          <p:nvSpPr>
            <p:cNvPr id="156" name="Freeform 79"/>
            <p:cNvSpPr>
              <a:spLocks/>
            </p:cNvSpPr>
            <p:nvPr/>
          </p:nvSpPr>
          <p:spPr bwMode="auto">
            <a:xfrm>
              <a:off x="5010150" y="2933700"/>
              <a:ext cx="615950" cy="1169988"/>
            </a:xfrm>
            <a:custGeom>
              <a:avLst/>
              <a:gdLst>
                <a:gd name="T0" fmla="*/ 320 w 384"/>
                <a:gd name="T1" fmla="*/ 64 h 729"/>
                <a:gd name="T2" fmla="*/ 297 w 384"/>
                <a:gd name="T3" fmla="*/ 36 h 729"/>
                <a:gd name="T4" fmla="*/ 291 w 384"/>
                <a:gd name="T5" fmla="*/ 27 h 729"/>
                <a:gd name="T6" fmla="*/ 289 w 384"/>
                <a:gd name="T7" fmla="*/ 25 h 729"/>
                <a:gd name="T8" fmla="*/ 289 w 384"/>
                <a:gd name="T9" fmla="*/ 25 h 729"/>
                <a:gd name="T10" fmla="*/ 282 w 384"/>
                <a:gd name="T11" fmla="*/ 17 h 729"/>
                <a:gd name="T12" fmla="*/ 282 w 384"/>
                <a:gd name="T13" fmla="*/ 15 h 729"/>
                <a:gd name="T14" fmla="*/ 193 w 384"/>
                <a:gd name="T15" fmla="*/ 0 h 729"/>
                <a:gd name="T16" fmla="*/ 108 w 384"/>
                <a:gd name="T17" fmla="*/ 14 h 729"/>
                <a:gd name="T18" fmla="*/ 101 w 384"/>
                <a:gd name="T19" fmla="*/ 16 h 729"/>
                <a:gd name="T20" fmla="*/ 101 w 384"/>
                <a:gd name="T21" fmla="*/ 16 h 729"/>
                <a:gd name="T22" fmla="*/ 53 w 384"/>
                <a:gd name="T23" fmla="*/ 52 h 729"/>
                <a:gd name="T24" fmla="*/ 18 w 384"/>
                <a:gd name="T25" fmla="*/ 93 h 729"/>
                <a:gd name="T26" fmla="*/ 0 w 384"/>
                <a:gd name="T27" fmla="*/ 150 h 729"/>
                <a:gd name="T28" fmla="*/ 29 w 384"/>
                <a:gd name="T29" fmla="*/ 220 h 729"/>
                <a:gd name="T30" fmla="*/ 44 w 384"/>
                <a:gd name="T31" fmla="*/ 234 h 729"/>
                <a:gd name="T32" fmla="*/ 59 w 384"/>
                <a:gd name="T33" fmla="*/ 247 h 729"/>
                <a:gd name="T34" fmla="*/ 97 w 384"/>
                <a:gd name="T35" fmla="*/ 270 h 729"/>
                <a:gd name="T36" fmla="*/ 119 w 384"/>
                <a:gd name="T37" fmla="*/ 281 h 729"/>
                <a:gd name="T38" fmla="*/ 130 w 384"/>
                <a:gd name="T39" fmla="*/ 283 h 729"/>
                <a:gd name="T40" fmla="*/ 154 w 384"/>
                <a:gd name="T41" fmla="*/ 268 h 729"/>
                <a:gd name="T42" fmla="*/ 141 w 384"/>
                <a:gd name="T43" fmla="*/ 234 h 729"/>
                <a:gd name="T44" fmla="*/ 106 w 384"/>
                <a:gd name="T45" fmla="*/ 215 h 729"/>
                <a:gd name="T46" fmla="*/ 71 w 384"/>
                <a:gd name="T47" fmla="*/ 188 h 729"/>
                <a:gd name="T48" fmla="*/ 68 w 384"/>
                <a:gd name="T49" fmla="*/ 186 h 729"/>
                <a:gd name="T50" fmla="*/ 61 w 384"/>
                <a:gd name="T51" fmla="*/ 177 h 729"/>
                <a:gd name="T52" fmla="*/ 52 w 384"/>
                <a:gd name="T53" fmla="*/ 150 h 729"/>
                <a:gd name="T54" fmla="*/ 62 w 384"/>
                <a:gd name="T55" fmla="*/ 120 h 729"/>
                <a:gd name="T56" fmla="*/ 90 w 384"/>
                <a:gd name="T57" fmla="*/ 88 h 729"/>
                <a:gd name="T58" fmla="*/ 73 w 384"/>
                <a:gd name="T59" fmla="*/ 178 h 729"/>
                <a:gd name="T60" fmla="*/ 74 w 384"/>
                <a:gd name="T61" fmla="*/ 180 h 729"/>
                <a:gd name="T62" fmla="*/ 108 w 384"/>
                <a:gd name="T63" fmla="*/ 207 h 729"/>
                <a:gd name="T64" fmla="*/ 117 w 384"/>
                <a:gd name="T65" fmla="*/ 152 h 729"/>
                <a:gd name="T66" fmla="*/ 234 w 384"/>
                <a:gd name="T67" fmla="*/ 173 h 729"/>
                <a:gd name="T68" fmla="*/ 203 w 384"/>
                <a:gd name="T69" fmla="*/ 350 h 729"/>
                <a:gd name="T70" fmla="*/ 179 w 384"/>
                <a:gd name="T71" fmla="*/ 346 h 729"/>
                <a:gd name="T72" fmla="*/ 124 w 384"/>
                <a:gd name="T73" fmla="*/ 336 h 729"/>
                <a:gd name="T74" fmla="*/ 86 w 384"/>
                <a:gd name="T75" fmla="*/ 330 h 729"/>
                <a:gd name="T76" fmla="*/ 95 w 384"/>
                <a:gd name="T77" fmla="*/ 278 h 729"/>
                <a:gd name="T78" fmla="*/ 58 w 384"/>
                <a:gd name="T79" fmla="*/ 255 h 729"/>
                <a:gd name="T80" fmla="*/ 20 w 384"/>
                <a:gd name="T81" fmla="*/ 451 h 729"/>
                <a:gd name="T82" fmla="*/ 106 w 384"/>
                <a:gd name="T83" fmla="*/ 451 h 729"/>
                <a:gd name="T84" fmla="*/ 106 w 384"/>
                <a:gd name="T85" fmla="*/ 689 h 729"/>
                <a:gd name="T86" fmla="*/ 146 w 384"/>
                <a:gd name="T87" fmla="*/ 729 h 729"/>
                <a:gd name="T88" fmla="*/ 186 w 384"/>
                <a:gd name="T89" fmla="*/ 689 h 729"/>
                <a:gd name="T90" fmla="*/ 186 w 384"/>
                <a:gd name="T91" fmla="*/ 451 h 729"/>
                <a:gd name="T92" fmla="*/ 200 w 384"/>
                <a:gd name="T93" fmla="*/ 451 h 729"/>
                <a:gd name="T94" fmla="*/ 200 w 384"/>
                <a:gd name="T95" fmla="*/ 689 h 729"/>
                <a:gd name="T96" fmla="*/ 240 w 384"/>
                <a:gd name="T97" fmla="*/ 729 h 729"/>
                <a:gd name="T98" fmla="*/ 280 w 384"/>
                <a:gd name="T99" fmla="*/ 689 h 729"/>
                <a:gd name="T100" fmla="*/ 280 w 384"/>
                <a:gd name="T101" fmla="*/ 451 h 729"/>
                <a:gd name="T102" fmla="*/ 366 w 384"/>
                <a:gd name="T103" fmla="*/ 451 h 729"/>
                <a:gd name="T104" fmla="*/ 302 w 384"/>
                <a:gd name="T105" fmla="*/ 121 h 729"/>
                <a:gd name="T106" fmla="*/ 307 w 384"/>
                <a:gd name="T107" fmla="*/ 126 h 729"/>
                <a:gd name="T108" fmla="*/ 379 w 384"/>
                <a:gd name="T109" fmla="*/ 177 h 729"/>
                <a:gd name="T110" fmla="*/ 384 w 384"/>
                <a:gd name="T111" fmla="*/ 180 h 729"/>
                <a:gd name="T112" fmla="*/ 368 w 384"/>
                <a:gd name="T113" fmla="*/ 109 h 729"/>
                <a:gd name="T114" fmla="*/ 320 w 384"/>
                <a:gd name="T115" fmla="*/ 64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84" h="729">
                  <a:moveTo>
                    <a:pt x="320" y="64"/>
                  </a:moveTo>
                  <a:cubicBezTo>
                    <a:pt x="310" y="53"/>
                    <a:pt x="302" y="43"/>
                    <a:pt x="297" y="36"/>
                  </a:cubicBezTo>
                  <a:cubicBezTo>
                    <a:pt x="294" y="32"/>
                    <a:pt x="292" y="29"/>
                    <a:pt x="291" y="27"/>
                  </a:cubicBezTo>
                  <a:cubicBezTo>
                    <a:pt x="290" y="26"/>
                    <a:pt x="290" y="26"/>
                    <a:pt x="289" y="25"/>
                  </a:cubicBezTo>
                  <a:cubicBezTo>
                    <a:pt x="289" y="25"/>
                    <a:pt x="289" y="25"/>
                    <a:pt x="289" y="25"/>
                  </a:cubicBezTo>
                  <a:cubicBezTo>
                    <a:pt x="287" y="22"/>
                    <a:pt x="285" y="19"/>
                    <a:pt x="282" y="17"/>
                  </a:cubicBezTo>
                  <a:cubicBezTo>
                    <a:pt x="282" y="15"/>
                    <a:pt x="282" y="15"/>
                    <a:pt x="282" y="15"/>
                  </a:cubicBezTo>
                  <a:cubicBezTo>
                    <a:pt x="282" y="15"/>
                    <a:pt x="252" y="0"/>
                    <a:pt x="193" y="0"/>
                  </a:cubicBezTo>
                  <a:cubicBezTo>
                    <a:pt x="146" y="0"/>
                    <a:pt x="117" y="10"/>
                    <a:pt x="108" y="14"/>
                  </a:cubicBezTo>
                  <a:cubicBezTo>
                    <a:pt x="106" y="14"/>
                    <a:pt x="104" y="15"/>
                    <a:pt x="101" y="16"/>
                  </a:cubicBezTo>
                  <a:cubicBezTo>
                    <a:pt x="101" y="16"/>
                    <a:pt x="101" y="16"/>
                    <a:pt x="101" y="16"/>
                  </a:cubicBezTo>
                  <a:cubicBezTo>
                    <a:pt x="100" y="17"/>
                    <a:pt x="77" y="30"/>
                    <a:pt x="53" y="52"/>
                  </a:cubicBezTo>
                  <a:cubicBezTo>
                    <a:pt x="40" y="63"/>
                    <a:pt x="28" y="77"/>
                    <a:pt x="18" y="93"/>
                  </a:cubicBezTo>
                  <a:cubicBezTo>
                    <a:pt x="8" y="109"/>
                    <a:pt x="0" y="128"/>
                    <a:pt x="0" y="150"/>
                  </a:cubicBezTo>
                  <a:cubicBezTo>
                    <a:pt x="0" y="174"/>
                    <a:pt x="10" y="199"/>
                    <a:pt x="29" y="220"/>
                  </a:cubicBezTo>
                  <a:cubicBezTo>
                    <a:pt x="34" y="225"/>
                    <a:pt x="39" y="230"/>
                    <a:pt x="44" y="234"/>
                  </a:cubicBezTo>
                  <a:cubicBezTo>
                    <a:pt x="49" y="239"/>
                    <a:pt x="54" y="243"/>
                    <a:pt x="59" y="247"/>
                  </a:cubicBezTo>
                  <a:cubicBezTo>
                    <a:pt x="70" y="255"/>
                    <a:pt x="83" y="262"/>
                    <a:pt x="97" y="270"/>
                  </a:cubicBezTo>
                  <a:cubicBezTo>
                    <a:pt x="104" y="274"/>
                    <a:pt x="111" y="277"/>
                    <a:pt x="119" y="281"/>
                  </a:cubicBezTo>
                  <a:cubicBezTo>
                    <a:pt x="123" y="283"/>
                    <a:pt x="127" y="283"/>
                    <a:pt x="130" y="283"/>
                  </a:cubicBezTo>
                  <a:cubicBezTo>
                    <a:pt x="140" y="283"/>
                    <a:pt x="149" y="278"/>
                    <a:pt x="154" y="268"/>
                  </a:cubicBezTo>
                  <a:cubicBezTo>
                    <a:pt x="160" y="255"/>
                    <a:pt x="154" y="240"/>
                    <a:pt x="141" y="234"/>
                  </a:cubicBezTo>
                  <a:cubicBezTo>
                    <a:pt x="128" y="228"/>
                    <a:pt x="116" y="221"/>
                    <a:pt x="106" y="215"/>
                  </a:cubicBezTo>
                  <a:cubicBezTo>
                    <a:pt x="90" y="206"/>
                    <a:pt x="79" y="197"/>
                    <a:pt x="71" y="188"/>
                  </a:cubicBezTo>
                  <a:cubicBezTo>
                    <a:pt x="70" y="187"/>
                    <a:pt x="69" y="186"/>
                    <a:pt x="68" y="186"/>
                  </a:cubicBezTo>
                  <a:cubicBezTo>
                    <a:pt x="66" y="182"/>
                    <a:pt x="63" y="180"/>
                    <a:pt x="61" y="177"/>
                  </a:cubicBezTo>
                  <a:cubicBezTo>
                    <a:pt x="54" y="166"/>
                    <a:pt x="52" y="158"/>
                    <a:pt x="52" y="150"/>
                  </a:cubicBezTo>
                  <a:cubicBezTo>
                    <a:pt x="52" y="141"/>
                    <a:pt x="56" y="131"/>
                    <a:pt x="62" y="120"/>
                  </a:cubicBezTo>
                  <a:cubicBezTo>
                    <a:pt x="69" y="109"/>
                    <a:pt x="80" y="98"/>
                    <a:pt x="90" y="88"/>
                  </a:cubicBezTo>
                  <a:cubicBezTo>
                    <a:pt x="73" y="178"/>
                    <a:pt x="73" y="178"/>
                    <a:pt x="73" y="178"/>
                  </a:cubicBezTo>
                  <a:cubicBezTo>
                    <a:pt x="73" y="179"/>
                    <a:pt x="74" y="180"/>
                    <a:pt x="74" y="180"/>
                  </a:cubicBezTo>
                  <a:cubicBezTo>
                    <a:pt x="80" y="187"/>
                    <a:pt x="91" y="196"/>
                    <a:pt x="108" y="207"/>
                  </a:cubicBezTo>
                  <a:cubicBezTo>
                    <a:pt x="117" y="152"/>
                    <a:pt x="117" y="152"/>
                    <a:pt x="117" y="152"/>
                  </a:cubicBezTo>
                  <a:cubicBezTo>
                    <a:pt x="234" y="173"/>
                    <a:pt x="234" y="173"/>
                    <a:pt x="234" y="173"/>
                  </a:cubicBezTo>
                  <a:cubicBezTo>
                    <a:pt x="203" y="350"/>
                    <a:pt x="203" y="350"/>
                    <a:pt x="203" y="350"/>
                  </a:cubicBezTo>
                  <a:cubicBezTo>
                    <a:pt x="179" y="346"/>
                    <a:pt x="179" y="346"/>
                    <a:pt x="179" y="346"/>
                  </a:cubicBezTo>
                  <a:cubicBezTo>
                    <a:pt x="124" y="336"/>
                    <a:pt x="124" y="336"/>
                    <a:pt x="124" y="336"/>
                  </a:cubicBezTo>
                  <a:cubicBezTo>
                    <a:pt x="86" y="330"/>
                    <a:pt x="86" y="330"/>
                    <a:pt x="86" y="330"/>
                  </a:cubicBezTo>
                  <a:cubicBezTo>
                    <a:pt x="95" y="278"/>
                    <a:pt x="95" y="278"/>
                    <a:pt x="95" y="278"/>
                  </a:cubicBezTo>
                  <a:cubicBezTo>
                    <a:pt x="81" y="271"/>
                    <a:pt x="69" y="263"/>
                    <a:pt x="58" y="255"/>
                  </a:cubicBezTo>
                  <a:cubicBezTo>
                    <a:pt x="20" y="451"/>
                    <a:pt x="20" y="451"/>
                    <a:pt x="20" y="451"/>
                  </a:cubicBezTo>
                  <a:cubicBezTo>
                    <a:pt x="106" y="451"/>
                    <a:pt x="106" y="451"/>
                    <a:pt x="106" y="451"/>
                  </a:cubicBezTo>
                  <a:cubicBezTo>
                    <a:pt x="106" y="689"/>
                    <a:pt x="106" y="689"/>
                    <a:pt x="106" y="689"/>
                  </a:cubicBezTo>
                  <a:cubicBezTo>
                    <a:pt x="106" y="711"/>
                    <a:pt x="124" y="729"/>
                    <a:pt x="146" y="729"/>
                  </a:cubicBezTo>
                  <a:cubicBezTo>
                    <a:pt x="168" y="729"/>
                    <a:pt x="186" y="711"/>
                    <a:pt x="186" y="689"/>
                  </a:cubicBezTo>
                  <a:cubicBezTo>
                    <a:pt x="186" y="451"/>
                    <a:pt x="186" y="451"/>
                    <a:pt x="186" y="451"/>
                  </a:cubicBezTo>
                  <a:cubicBezTo>
                    <a:pt x="200" y="451"/>
                    <a:pt x="200" y="451"/>
                    <a:pt x="200" y="451"/>
                  </a:cubicBezTo>
                  <a:cubicBezTo>
                    <a:pt x="200" y="689"/>
                    <a:pt x="200" y="689"/>
                    <a:pt x="200" y="689"/>
                  </a:cubicBezTo>
                  <a:cubicBezTo>
                    <a:pt x="200" y="711"/>
                    <a:pt x="218" y="729"/>
                    <a:pt x="240" y="729"/>
                  </a:cubicBezTo>
                  <a:cubicBezTo>
                    <a:pt x="262" y="729"/>
                    <a:pt x="280" y="711"/>
                    <a:pt x="280" y="689"/>
                  </a:cubicBezTo>
                  <a:cubicBezTo>
                    <a:pt x="280" y="451"/>
                    <a:pt x="280" y="451"/>
                    <a:pt x="280" y="451"/>
                  </a:cubicBezTo>
                  <a:cubicBezTo>
                    <a:pt x="366" y="451"/>
                    <a:pt x="366" y="451"/>
                    <a:pt x="366" y="451"/>
                  </a:cubicBezTo>
                  <a:cubicBezTo>
                    <a:pt x="302" y="121"/>
                    <a:pt x="302" y="121"/>
                    <a:pt x="302" y="121"/>
                  </a:cubicBezTo>
                  <a:cubicBezTo>
                    <a:pt x="304" y="123"/>
                    <a:pt x="305" y="124"/>
                    <a:pt x="307" y="126"/>
                  </a:cubicBezTo>
                  <a:cubicBezTo>
                    <a:pt x="327" y="144"/>
                    <a:pt x="351" y="163"/>
                    <a:pt x="379" y="177"/>
                  </a:cubicBezTo>
                  <a:cubicBezTo>
                    <a:pt x="380" y="178"/>
                    <a:pt x="382" y="179"/>
                    <a:pt x="384" y="180"/>
                  </a:cubicBezTo>
                  <a:cubicBezTo>
                    <a:pt x="377" y="157"/>
                    <a:pt x="371" y="131"/>
                    <a:pt x="368" y="109"/>
                  </a:cubicBezTo>
                  <a:cubicBezTo>
                    <a:pt x="349" y="95"/>
                    <a:pt x="333" y="79"/>
                    <a:pt x="320" y="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80"/>
            <p:cNvSpPr>
              <a:spLocks/>
            </p:cNvSpPr>
            <p:nvPr/>
          </p:nvSpPr>
          <p:spPr bwMode="auto">
            <a:xfrm>
              <a:off x="5599113" y="3014663"/>
              <a:ext cx="358775" cy="1100138"/>
            </a:xfrm>
            <a:custGeom>
              <a:avLst/>
              <a:gdLst>
                <a:gd name="T0" fmla="*/ 63 w 224"/>
                <a:gd name="T1" fmla="*/ 499 h 685"/>
                <a:gd name="T2" fmla="*/ 10 w 224"/>
                <a:gd name="T3" fmla="*/ 665 h 685"/>
                <a:gd name="T4" fmla="*/ 173 w 224"/>
                <a:gd name="T5" fmla="*/ 634 h 685"/>
                <a:gd name="T6" fmla="*/ 224 w 224"/>
                <a:gd name="T7" fmla="*/ 343 h 685"/>
                <a:gd name="T8" fmla="*/ 173 w 224"/>
                <a:gd name="T9" fmla="*/ 51 h 685"/>
                <a:gd name="T10" fmla="*/ 10 w 224"/>
                <a:gd name="T11" fmla="*/ 20 h 685"/>
                <a:gd name="T12" fmla="*/ 10 w 224"/>
                <a:gd name="T13" fmla="*/ 65 h 685"/>
                <a:gd name="T14" fmla="*/ 27 w 224"/>
                <a:gd name="T15" fmla="*/ 133 h 685"/>
                <a:gd name="T16" fmla="*/ 63 w 224"/>
                <a:gd name="T17" fmla="*/ 186 h 685"/>
                <a:gd name="T18" fmla="*/ 134 w 224"/>
                <a:gd name="T19" fmla="*/ 179 h 685"/>
                <a:gd name="T20" fmla="*/ 153 w 224"/>
                <a:gd name="T21" fmla="*/ 343 h 685"/>
                <a:gd name="T22" fmla="*/ 134 w 224"/>
                <a:gd name="T23" fmla="*/ 506 h 685"/>
                <a:gd name="T24" fmla="*/ 63 w 224"/>
                <a:gd name="T25" fmla="*/ 499 h 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4" h="685">
                  <a:moveTo>
                    <a:pt x="63" y="499"/>
                  </a:moveTo>
                  <a:cubicBezTo>
                    <a:pt x="28" y="504"/>
                    <a:pt x="0" y="650"/>
                    <a:pt x="10" y="665"/>
                  </a:cubicBezTo>
                  <a:cubicBezTo>
                    <a:pt x="20" y="680"/>
                    <a:pt x="138" y="685"/>
                    <a:pt x="173" y="634"/>
                  </a:cubicBezTo>
                  <a:cubicBezTo>
                    <a:pt x="207" y="585"/>
                    <a:pt x="224" y="406"/>
                    <a:pt x="224" y="343"/>
                  </a:cubicBezTo>
                  <a:cubicBezTo>
                    <a:pt x="224" y="279"/>
                    <a:pt x="207" y="100"/>
                    <a:pt x="173" y="51"/>
                  </a:cubicBezTo>
                  <a:cubicBezTo>
                    <a:pt x="138" y="0"/>
                    <a:pt x="20" y="5"/>
                    <a:pt x="10" y="20"/>
                  </a:cubicBezTo>
                  <a:cubicBezTo>
                    <a:pt x="6" y="25"/>
                    <a:pt x="7" y="43"/>
                    <a:pt x="10" y="65"/>
                  </a:cubicBezTo>
                  <a:cubicBezTo>
                    <a:pt x="14" y="86"/>
                    <a:pt x="20" y="111"/>
                    <a:pt x="27" y="133"/>
                  </a:cubicBezTo>
                  <a:cubicBezTo>
                    <a:pt x="37" y="161"/>
                    <a:pt x="49" y="184"/>
                    <a:pt x="63" y="186"/>
                  </a:cubicBezTo>
                  <a:cubicBezTo>
                    <a:pt x="93" y="190"/>
                    <a:pt x="129" y="164"/>
                    <a:pt x="134" y="179"/>
                  </a:cubicBezTo>
                  <a:cubicBezTo>
                    <a:pt x="140" y="198"/>
                    <a:pt x="153" y="293"/>
                    <a:pt x="153" y="343"/>
                  </a:cubicBezTo>
                  <a:cubicBezTo>
                    <a:pt x="153" y="392"/>
                    <a:pt x="140" y="487"/>
                    <a:pt x="134" y="506"/>
                  </a:cubicBezTo>
                  <a:cubicBezTo>
                    <a:pt x="129" y="521"/>
                    <a:pt x="93" y="495"/>
                    <a:pt x="63" y="4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81"/>
            <p:cNvSpPr>
              <a:spLocks/>
            </p:cNvSpPr>
            <p:nvPr/>
          </p:nvSpPr>
          <p:spPr bwMode="auto">
            <a:xfrm>
              <a:off x="5160963" y="2600325"/>
              <a:ext cx="317500" cy="319088"/>
            </a:xfrm>
            <a:custGeom>
              <a:avLst/>
              <a:gdLst>
                <a:gd name="T0" fmla="*/ 79 w 198"/>
                <a:gd name="T1" fmla="*/ 187 h 198"/>
                <a:gd name="T2" fmla="*/ 187 w 198"/>
                <a:gd name="T3" fmla="*/ 120 h 198"/>
                <a:gd name="T4" fmla="*/ 119 w 198"/>
                <a:gd name="T5" fmla="*/ 12 h 198"/>
                <a:gd name="T6" fmla="*/ 11 w 198"/>
                <a:gd name="T7" fmla="*/ 79 h 198"/>
                <a:gd name="T8" fmla="*/ 79 w 198"/>
                <a:gd name="T9" fmla="*/ 187 h 198"/>
              </a:gdLst>
              <a:ahLst/>
              <a:cxnLst>
                <a:cxn ang="0">
                  <a:pos x="T0" y="T1"/>
                </a:cxn>
                <a:cxn ang="0">
                  <a:pos x="T2" y="T3"/>
                </a:cxn>
                <a:cxn ang="0">
                  <a:pos x="T4" y="T5"/>
                </a:cxn>
                <a:cxn ang="0">
                  <a:pos x="T6" y="T7"/>
                </a:cxn>
                <a:cxn ang="0">
                  <a:pos x="T8" y="T9"/>
                </a:cxn>
              </a:cxnLst>
              <a:rect l="0" t="0" r="r" b="b"/>
              <a:pathLst>
                <a:path w="198" h="198">
                  <a:moveTo>
                    <a:pt x="79" y="187"/>
                  </a:moveTo>
                  <a:cubicBezTo>
                    <a:pt x="127" y="198"/>
                    <a:pt x="175" y="168"/>
                    <a:pt x="187" y="120"/>
                  </a:cubicBezTo>
                  <a:cubicBezTo>
                    <a:pt x="198" y="71"/>
                    <a:pt x="168" y="23"/>
                    <a:pt x="119" y="12"/>
                  </a:cubicBezTo>
                  <a:cubicBezTo>
                    <a:pt x="71" y="0"/>
                    <a:pt x="23" y="31"/>
                    <a:pt x="11" y="79"/>
                  </a:cubicBezTo>
                  <a:cubicBezTo>
                    <a:pt x="0" y="127"/>
                    <a:pt x="30" y="176"/>
                    <a:pt x="79" y="1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59" name="组合 158"/>
          <p:cNvGrpSpPr/>
          <p:nvPr/>
        </p:nvGrpSpPr>
        <p:grpSpPr>
          <a:xfrm>
            <a:off x="10597800" y="4527945"/>
            <a:ext cx="1156702" cy="1393708"/>
            <a:chOff x="4838700" y="4600575"/>
            <a:chExt cx="1231900" cy="1484313"/>
          </a:xfrm>
          <a:solidFill>
            <a:schemeClr val="tx1">
              <a:lumMod val="65000"/>
              <a:lumOff val="35000"/>
            </a:schemeClr>
          </a:solidFill>
        </p:grpSpPr>
        <p:sp>
          <p:nvSpPr>
            <p:cNvPr id="160" name="Freeform 82"/>
            <p:cNvSpPr>
              <a:spLocks/>
            </p:cNvSpPr>
            <p:nvPr/>
          </p:nvSpPr>
          <p:spPr bwMode="auto">
            <a:xfrm>
              <a:off x="4838700" y="4951413"/>
              <a:ext cx="768350" cy="1133475"/>
            </a:xfrm>
            <a:custGeom>
              <a:avLst/>
              <a:gdLst>
                <a:gd name="T0" fmla="*/ 298 w 479"/>
                <a:gd name="T1" fmla="*/ 273 h 706"/>
                <a:gd name="T2" fmla="*/ 298 w 479"/>
                <a:gd name="T3" fmla="*/ 72 h 706"/>
                <a:gd name="T4" fmla="*/ 375 w 479"/>
                <a:gd name="T5" fmla="*/ 150 h 706"/>
                <a:gd name="T6" fmla="*/ 404 w 479"/>
                <a:gd name="T7" fmla="*/ 202 h 706"/>
                <a:gd name="T8" fmla="*/ 426 w 479"/>
                <a:gd name="T9" fmla="*/ 243 h 706"/>
                <a:gd name="T10" fmla="*/ 446 w 479"/>
                <a:gd name="T11" fmla="*/ 250 h 706"/>
                <a:gd name="T12" fmla="*/ 470 w 479"/>
                <a:gd name="T13" fmla="*/ 238 h 706"/>
                <a:gd name="T14" fmla="*/ 475 w 479"/>
                <a:gd name="T15" fmla="*/ 205 h 706"/>
                <a:gd name="T16" fmla="*/ 462 w 479"/>
                <a:gd name="T17" fmla="*/ 177 h 706"/>
                <a:gd name="T18" fmla="*/ 361 w 479"/>
                <a:gd name="T19" fmla="*/ 37 h 706"/>
                <a:gd name="T20" fmla="*/ 267 w 479"/>
                <a:gd name="T21" fmla="*/ 0 h 706"/>
                <a:gd name="T22" fmla="*/ 106 w 479"/>
                <a:gd name="T23" fmla="*/ 1 h 706"/>
                <a:gd name="T24" fmla="*/ 20 w 479"/>
                <a:gd name="T25" fmla="*/ 57 h 706"/>
                <a:gd name="T26" fmla="*/ 9 w 479"/>
                <a:gd name="T27" fmla="*/ 161 h 706"/>
                <a:gd name="T28" fmla="*/ 73 w 479"/>
                <a:gd name="T29" fmla="*/ 211 h 706"/>
                <a:gd name="T30" fmla="*/ 83 w 479"/>
                <a:gd name="T31" fmla="*/ 214 h 706"/>
                <a:gd name="T32" fmla="*/ 145 w 479"/>
                <a:gd name="T33" fmla="*/ 221 h 706"/>
                <a:gd name="T34" fmla="*/ 179 w 479"/>
                <a:gd name="T35" fmla="*/ 219 h 706"/>
                <a:gd name="T36" fmla="*/ 167 w 479"/>
                <a:gd name="T37" fmla="*/ 157 h 706"/>
                <a:gd name="T38" fmla="*/ 131 w 479"/>
                <a:gd name="T39" fmla="*/ 157 h 706"/>
                <a:gd name="T40" fmla="*/ 76 w 479"/>
                <a:gd name="T41" fmla="*/ 142 h 706"/>
                <a:gd name="T42" fmla="*/ 67 w 479"/>
                <a:gd name="T43" fmla="*/ 132 h 706"/>
                <a:gd name="T44" fmla="*/ 81 w 479"/>
                <a:gd name="T45" fmla="*/ 82 h 706"/>
                <a:gd name="T46" fmla="*/ 81 w 479"/>
                <a:gd name="T47" fmla="*/ 137 h 706"/>
                <a:gd name="T48" fmla="*/ 133 w 479"/>
                <a:gd name="T49" fmla="*/ 149 h 706"/>
                <a:gd name="T50" fmla="*/ 252 w 479"/>
                <a:gd name="T51" fmla="*/ 96 h 706"/>
                <a:gd name="T52" fmla="*/ 223 w 479"/>
                <a:gd name="T53" fmla="*/ 278 h 706"/>
                <a:gd name="T54" fmla="*/ 180 w 479"/>
                <a:gd name="T55" fmla="*/ 271 h 706"/>
                <a:gd name="T56" fmla="*/ 120 w 479"/>
                <a:gd name="T57" fmla="*/ 229 h 706"/>
                <a:gd name="T58" fmla="*/ 81 w 479"/>
                <a:gd name="T59" fmla="*/ 222 h 706"/>
                <a:gd name="T60" fmla="*/ 81 w 479"/>
                <a:gd name="T61" fmla="*/ 305 h 706"/>
                <a:gd name="T62" fmla="*/ 131 w 479"/>
                <a:gd name="T63" fmla="*/ 706 h 706"/>
                <a:gd name="T64" fmla="*/ 180 w 479"/>
                <a:gd name="T65" fmla="*/ 336 h 706"/>
                <a:gd name="T66" fmla="*/ 199 w 479"/>
                <a:gd name="T67" fmla="*/ 657 h 706"/>
                <a:gd name="T68" fmla="*/ 298 w 479"/>
                <a:gd name="T69" fmla="*/ 657 h 706"/>
                <a:gd name="T70" fmla="*/ 238 w 479"/>
                <a:gd name="T71" fmla="*/ 442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79" h="706">
                  <a:moveTo>
                    <a:pt x="260" y="336"/>
                  </a:moveTo>
                  <a:cubicBezTo>
                    <a:pt x="270" y="313"/>
                    <a:pt x="282" y="292"/>
                    <a:pt x="298" y="273"/>
                  </a:cubicBezTo>
                  <a:cubicBezTo>
                    <a:pt x="298" y="229"/>
                    <a:pt x="298" y="229"/>
                    <a:pt x="298" y="229"/>
                  </a:cubicBezTo>
                  <a:cubicBezTo>
                    <a:pt x="298" y="72"/>
                    <a:pt x="298" y="72"/>
                    <a:pt x="298" y="72"/>
                  </a:cubicBezTo>
                  <a:cubicBezTo>
                    <a:pt x="304" y="75"/>
                    <a:pt x="312" y="80"/>
                    <a:pt x="322" y="87"/>
                  </a:cubicBezTo>
                  <a:cubicBezTo>
                    <a:pt x="337" y="99"/>
                    <a:pt x="355" y="119"/>
                    <a:pt x="375" y="150"/>
                  </a:cubicBezTo>
                  <a:cubicBezTo>
                    <a:pt x="383" y="163"/>
                    <a:pt x="392" y="178"/>
                    <a:pt x="400" y="195"/>
                  </a:cubicBezTo>
                  <a:cubicBezTo>
                    <a:pt x="401" y="197"/>
                    <a:pt x="403" y="200"/>
                    <a:pt x="404" y="202"/>
                  </a:cubicBezTo>
                  <a:cubicBezTo>
                    <a:pt x="408" y="211"/>
                    <a:pt x="412" y="220"/>
                    <a:pt x="416" y="230"/>
                  </a:cubicBezTo>
                  <a:cubicBezTo>
                    <a:pt x="418" y="235"/>
                    <a:pt x="422" y="239"/>
                    <a:pt x="426" y="243"/>
                  </a:cubicBezTo>
                  <a:cubicBezTo>
                    <a:pt x="428" y="245"/>
                    <a:pt x="432" y="246"/>
                    <a:pt x="435" y="248"/>
                  </a:cubicBezTo>
                  <a:cubicBezTo>
                    <a:pt x="438" y="249"/>
                    <a:pt x="442" y="250"/>
                    <a:pt x="446" y="250"/>
                  </a:cubicBezTo>
                  <a:cubicBezTo>
                    <a:pt x="450" y="250"/>
                    <a:pt x="454" y="249"/>
                    <a:pt x="458" y="247"/>
                  </a:cubicBezTo>
                  <a:cubicBezTo>
                    <a:pt x="463" y="245"/>
                    <a:pt x="467" y="242"/>
                    <a:pt x="470" y="238"/>
                  </a:cubicBezTo>
                  <a:cubicBezTo>
                    <a:pt x="473" y="235"/>
                    <a:pt x="474" y="232"/>
                    <a:pt x="476" y="229"/>
                  </a:cubicBezTo>
                  <a:cubicBezTo>
                    <a:pt x="478" y="221"/>
                    <a:pt x="479" y="213"/>
                    <a:pt x="475" y="205"/>
                  </a:cubicBezTo>
                  <a:cubicBezTo>
                    <a:pt x="472" y="198"/>
                    <a:pt x="469" y="191"/>
                    <a:pt x="466" y="184"/>
                  </a:cubicBezTo>
                  <a:cubicBezTo>
                    <a:pt x="465" y="182"/>
                    <a:pt x="464" y="179"/>
                    <a:pt x="462" y="177"/>
                  </a:cubicBezTo>
                  <a:cubicBezTo>
                    <a:pt x="453" y="157"/>
                    <a:pt x="444" y="140"/>
                    <a:pt x="434" y="124"/>
                  </a:cubicBezTo>
                  <a:cubicBezTo>
                    <a:pt x="410" y="83"/>
                    <a:pt x="385" y="56"/>
                    <a:pt x="361" y="37"/>
                  </a:cubicBezTo>
                  <a:cubicBezTo>
                    <a:pt x="327" y="9"/>
                    <a:pt x="295" y="2"/>
                    <a:pt x="277" y="2"/>
                  </a:cubicBezTo>
                  <a:cubicBezTo>
                    <a:pt x="274" y="1"/>
                    <a:pt x="270" y="0"/>
                    <a:pt x="267" y="0"/>
                  </a:cubicBezTo>
                  <a:cubicBezTo>
                    <a:pt x="112" y="0"/>
                    <a:pt x="112" y="0"/>
                    <a:pt x="112" y="0"/>
                  </a:cubicBezTo>
                  <a:cubicBezTo>
                    <a:pt x="110" y="0"/>
                    <a:pt x="108" y="1"/>
                    <a:pt x="106" y="1"/>
                  </a:cubicBezTo>
                  <a:cubicBezTo>
                    <a:pt x="92" y="2"/>
                    <a:pt x="79" y="6"/>
                    <a:pt x="67" y="12"/>
                  </a:cubicBezTo>
                  <a:cubicBezTo>
                    <a:pt x="48" y="23"/>
                    <a:pt x="32" y="39"/>
                    <a:pt x="20" y="57"/>
                  </a:cubicBezTo>
                  <a:cubicBezTo>
                    <a:pt x="8" y="76"/>
                    <a:pt x="0" y="97"/>
                    <a:pt x="0" y="121"/>
                  </a:cubicBezTo>
                  <a:cubicBezTo>
                    <a:pt x="0" y="134"/>
                    <a:pt x="3" y="148"/>
                    <a:pt x="9" y="161"/>
                  </a:cubicBezTo>
                  <a:cubicBezTo>
                    <a:pt x="19" y="180"/>
                    <a:pt x="37" y="196"/>
                    <a:pt x="59" y="206"/>
                  </a:cubicBezTo>
                  <a:cubicBezTo>
                    <a:pt x="64" y="208"/>
                    <a:pt x="68" y="210"/>
                    <a:pt x="73" y="211"/>
                  </a:cubicBezTo>
                  <a:cubicBezTo>
                    <a:pt x="76" y="212"/>
                    <a:pt x="78" y="213"/>
                    <a:pt x="81" y="214"/>
                  </a:cubicBezTo>
                  <a:cubicBezTo>
                    <a:pt x="82" y="214"/>
                    <a:pt x="83" y="214"/>
                    <a:pt x="83" y="214"/>
                  </a:cubicBezTo>
                  <a:cubicBezTo>
                    <a:pt x="95" y="217"/>
                    <a:pt x="107" y="219"/>
                    <a:pt x="121" y="220"/>
                  </a:cubicBezTo>
                  <a:cubicBezTo>
                    <a:pt x="129" y="221"/>
                    <a:pt x="137" y="221"/>
                    <a:pt x="145" y="221"/>
                  </a:cubicBezTo>
                  <a:cubicBezTo>
                    <a:pt x="153" y="221"/>
                    <a:pt x="162" y="221"/>
                    <a:pt x="171" y="221"/>
                  </a:cubicBezTo>
                  <a:cubicBezTo>
                    <a:pt x="174" y="220"/>
                    <a:pt x="176" y="220"/>
                    <a:pt x="179" y="219"/>
                  </a:cubicBezTo>
                  <a:cubicBezTo>
                    <a:pt x="192" y="214"/>
                    <a:pt x="201" y="201"/>
                    <a:pt x="201" y="186"/>
                  </a:cubicBezTo>
                  <a:cubicBezTo>
                    <a:pt x="199" y="169"/>
                    <a:pt x="184" y="155"/>
                    <a:pt x="167" y="157"/>
                  </a:cubicBezTo>
                  <a:cubicBezTo>
                    <a:pt x="159" y="157"/>
                    <a:pt x="152" y="157"/>
                    <a:pt x="145" y="157"/>
                  </a:cubicBezTo>
                  <a:cubicBezTo>
                    <a:pt x="140" y="157"/>
                    <a:pt x="136" y="157"/>
                    <a:pt x="131" y="157"/>
                  </a:cubicBezTo>
                  <a:cubicBezTo>
                    <a:pt x="107" y="156"/>
                    <a:pt x="91" y="151"/>
                    <a:pt x="81" y="146"/>
                  </a:cubicBezTo>
                  <a:cubicBezTo>
                    <a:pt x="79" y="145"/>
                    <a:pt x="77" y="144"/>
                    <a:pt x="76" y="142"/>
                  </a:cubicBezTo>
                  <a:cubicBezTo>
                    <a:pt x="75" y="142"/>
                    <a:pt x="74" y="141"/>
                    <a:pt x="73" y="140"/>
                  </a:cubicBezTo>
                  <a:cubicBezTo>
                    <a:pt x="70" y="138"/>
                    <a:pt x="68" y="135"/>
                    <a:pt x="67" y="132"/>
                  </a:cubicBezTo>
                  <a:cubicBezTo>
                    <a:pt x="65" y="129"/>
                    <a:pt x="64" y="125"/>
                    <a:pt x="64" y="121"/>
                  </a:cubicBezTo>
                  <a:cubicBezTo>
                    <a:pt x="64" y="110"/>
                    <a:pt x="70" y="94"/>
                    <a:pt x="81" y="82"/>
                  </a:cubicBezTo>
                  <a:cubicBezTo>
                    <a:pt x="81" y="82"/>
                    <a:pt x="81" y="82"/>
                    <a:pt x="81" y="82"/>
                  </a:cubicBezTo>
                  <a:cubicBezTo>
                    <a:pt x="81" y="137"/>
                    <a:pt x="81" y="137"/>
                    <a:pt x="81" y="137"/>
                  </a:cubicBezTo>
                  <a:cubicBezTo>
                    <a:pt x="85" y="139"/>
                    <a:pt x="85" y="139"/>
                    <a:pt x="85" y="139"/>
                  </a:cubicBezTo>
                  <a:cubicBezTo>
                    <a:pt x="92" y="142"/>
                    <a:pt x="106" y="148"/>
                    <a:pt x="133" y="149"/>
                  </a:cubicBezTo>
                  <a:cubicBezTo>
                    <a:pt x="144" y="79"/>
                    <a:pt x="144" y="79"/>
                    <a:pt x="144" y="79"/>
                  </a:cubicBezTo>
                  <a:cubicBezTo>
                    <a:pt x="252" y="96"/>
                    <a:pt x="252" y="96"/>
                    <a:pt x="252" y="96"/>
                  </a:cubicBezTo>
                  <a:cubicBezTo>
                    <a:pt x="238" y="181"/>
                    <a:pt x="238" y="181"/>
                    <a:pt x="238" y="181"/>
                  </a:cubicBezTo>
                  <a:cubicBezTo>
                    <a:pt x="223" y="278"/>
                    <a:pt x="223" y="278"/>
                    <a:pt x="223" y="278"/>
                  </a:cubicBezTo>
                  <a:cubicBezTo>
                    <a:pt x="199" y="274"/>
                    <a:pt x="199" y="274"/>
                    <a:pt x="199" y="274"/>
                  </a:cubicBezTo>
                  <a:cubicBezTo>
                    <a:pt x="180" y="271"/>
                    <a:pt x="180" y="271"/>
                    <a:pt x="180" y="271"/>
                  </a:cubicBezTo>
                  <a:cubicBezTo>
                    <a:pt x="115" y="261"/>
                    <a:pt x="115" y="261"/>
                    <a:pt x="115" y="261"/>
                  </a:cubicBezTo>
                  <a:cubicBezTo>
                    <a:pt x="120" y="229"/>
                    <a:pt x="120" y="229"/>
                    <a:pt x="120" y="229"/>
                  </a:cubicBezTo>
                  <a:cubicBezTo>
                    <a:pt x="106" y="227"/>
                    <a:pt x="94" y="225"/>
                    <a:pt x="82" y="222"/>
                  </a:cubicBezTo>
                  <a:cubicBezTo>
                    <a:pt x="82" y="222"/>
                    <a:pt x="81" y="222"/>
                    <a:pt x="81" y="222"/>
                  </a:cubicBezTo>
                  <a:cubicBezTo>
                    <a:pt x="81" y="229"/>
                    <a:pt x="81" y="229"/>
                    <a:pt x="81" y="229"/>
                  </a:cubicBezTo>
                  <a:cubicBezTo>
                    <a:pt x="81" y="305"/>
                    <a:pt x="81" y="305"/>
                    <a:pt x="81" y="305"/>
                  </a:cubicBezTo>
                  <a:cubicBezTo>
                    <a:pt x="81" y="657"/>
                    <a:pt x="81" y="657"/>
                    <a:pt x="81" y="657"/>
                  </a:cubicBezTo>
                  <a:cubicBezTo>
                    <a:pt x="81" y="684"/>
                    <a:pt x="103" y="706"/>
                    <a:pt x="131" y="706"/>
                  </a:cubicBezTo>
                  <a:cubicBezTo>
                    <a:pt x="158" y="706"/>
                    <a:pt x="180" y="684"/>
                    <a:pt x="180" y="657"/>
                  </a:cubicBezTo>
                  <a:cubicBezTo>
                    <a:pt x="180" y="336"/>
                    <a:pt x="180" y="336"/>
                    <a:pt x="180" y="336"/>
                  </a:cubicBezTo>
                  <a:cubicBezTo>
                    <a:pt x="199" y="336"/>
                    <a:pt x="199" y="336"/>
                    <a:pt x="199" y="336"/>
                  </a:cubicBezTo>
                  <a:cubicBezTo>
                    <a:pt x="199" y="657"/>
                    <a:pt x="199" y="657"/>
                    <a:pt x="199" y="657"/>
                  </a:cubicBezTo>
                  <a:cubicBezTo>
                    <a:pt x="199" y="684"/>
                    <a:pt x="221" y="706"/>
                    <a:pt x="248" y="706"/>
                  </a:cubicBezTo>
                  <a:cubicBezTo>
                    <a:pt x="275" y="706"/>
                    <a:pt x="298" y="684"/>
                    <a:pt x="298" y="657"/>
                  </a:cubicBezTo>
                  <a:cubicBezTo>
                    <a:pt x="298" y="611"/>
                    <a:pt x="298" y="611"/>
                    <a:pt x="298" y="611"/>
                  </a:cubicBezTo>
                  <a:cubicBezTo>
                    <a:pt x="260" y="564"/>
                    <a:pt x="238" y="506"/>
                    <a:pt x="238" y="442"/>
                  </a:cubicBezTo>
                  <a:cubicBezTo>
                    <a:pt x="238" y="404"/>
                    <a:pt x="246" y="368"/>
                    <a:pt x="260" y="3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83"/>
            <p:cNvSpPr>
              <a:spLocks/>
            </p:cNvSpPr>
            <p:nvPr/>
          </p:nvSpPr>
          <p:spPr bwMode="auto">
            <a:xfrm>
              <a:off x="4972050" y="4600575"/>
              <a:ext cx="319088" cy="315913"/>
            </a:xfrm>
            <a:custGeom>
              <a:avLst/>
              <a:gdLst>
                <a:gd name="T0" fmla="*/ 120 w 198"/>
                <a:gd name="T1" fmla="*/ 11 h 197"/>
                <a:gd name="T2" fmla="*/ 12 w 198"/>
                <a:gd name="T3" fmla="*/ 78 h 197"/>
                <a:gd name="T4" fmla="*/ 79 w 198"/>
                <a:gd name="T5" fmla="*/ 186 h 197"/>
                <a:gd name="T6" fmla="*/ 187 w 198"/>
                <a:gd name="T7" fmla="*/ 119 h 197"/>
                <a:gd name="T8" fmla="*/ 120 w 198"/>
                <a:gd name="T9" fmla="*/ 11 h 197"/>
              </a:gdLst>
              <a:ahLst/>
              <a:cxnLst>
                <a:cxn ang="0">
                  <a:pos x="T0" y="T1"/>
                </a:cxn>
                <a:cxn ang="0">
                  <a:pos x="T2" y="T3"/>
                </a:cxn>
                <a:cxn ang="0">
                  <a:pos x="T4" y="T5"/>
                </a:cxn>
                <a:cxn ang="0">
                  <a:pos x="T6" y="T7"/>
                </a:cxn>
                <a:cxn ang="0">
                  <a:pos x="T8" y="T9"/>
                </a:cxn>
              </a:cxnLst>
              <a:rect l="0" t="0" r="r" b="b"/>
              <a:pathLst>
                <a:path w="198" h="197">
                  <a:moveTo>
                    <a:pt x="120" y="11"/>
                  </a:moveTo>
                  <a:cubicBezTo>
                    <a:pt x="71" y="0"/>
                    <a:pt x="23" y="30"/>
                    <a:pt x="12" y="78"/>
                  </a:cubicBezTo>
                  <a:cubicBezTo>
                    <a:pt x="0" y="126"/>
                    <a:pt x="30" y="175"/>
                    <a:pt x="79" y="186"/>
                  </a:cubicBezTo>
                  <a:cubicBezTo>
                    <a:pt x="127" y="197"/>
                    <a:pt x="176" y="167"/>
                    <a:pt x="187" y="119"/>
                  </a:cubicBezTo>
                  <a:cubicBezTo>
                    <a:pt x="198" y="71"/>
                    <a:pt x="168" y="22"/>
                    <a:pt x="12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84"/>
            <p:cNvSpPr>
              <a:spLocks/>
            </p:cNvSpPr>
            <p:nvPr/>
          </p:nvSpPr>
          <p:spPr bwMode="auto">
            <a:xfrm>
              <a:off x="5232400" y="5241925"/>
              <a:ext cx="838200" cy="838200"/>
            </a:xfrm>
            <a:custGeom>
              <a:avLst/>
              <a:gdLst>
                <a:gd name="T0" fmla="*/ 261 w 522"/>
                <a:gd name="T1" fmla="*/ 0 h 522"/>
                <a:gd name="T2" fmla="*/ 228 w 522"/>
                <a:gd name="T3" fmla="*/ 2 h 522"/>
                <a:gd name="T4" fmla="*/ 237 w 522"/>
                <a:gd name="T5" fmla="*/ 21 h 522"/>
                <a:gd name="T6" fmla="*/ 238 w 522"/>
                <a:gd name="T7" fmla="*/ 47 h 522"/>
                <a:gd name="T8" fmla="*/ 261 w 522"/>
                <a:gd name="T9" fmla="*/ 46 h 522"/>
                <a:gd name="T10" fmla="*/ 476 w 522"/>
                <a:gd name="T11" fmla="*/ 261 h 522"/>
                <a:gd name="T12" fmla="*/ 261 w 522"/>
                <a:gd name="T13" fmla="*/ 476 h 522"/>
                <a:gd name="T14" fmla="*/ 52 w 522"/>
                <a:gd name="T15" fmla="*/ 311 h 522"/>
                <a:gd name="T16" fmla="*/ 46 w 522"/>
                <a:gd name="T17" fmla="*/ 261 h 522"/>
                <a:gd name="T18" fmla="*/ 52 w 522"/>
                <a:gd name="T19" fmla="*/ 211 h 522"/>
                <a:gd name="T20" fmla="*/ 172 w 522"/>
                <a:gd name="T21" fmla="*/ 65 h 522"/>
                <a:gd name="T22" fmla="*/ 163 w 522"/>
                <a:gd name="T23" fmla="*/ 52 h 522"/>
                <a:gd name="T24" fmla="*/ 150 w 522"/>
                <a:gd name="T25" fmla="*/ 24 h 522"/>
                <a:gd name="T26" fmla="*/ 52 w 522"/>
                <a:gd name="T27" fmla="*/ 105 h 522"/>
                <a:gd name="T28" fmla="*/ 23 w 522"/>
                <a:gd name="T29" fmla="*/ 155 h 522"/>
                <a:gd name="T30" fmla="*/ 0 w 522"/>
                <a:gd name="T31" fmla="*/ 261 h 522"/>
                <a:gd name="T32" fmla="*/ 52 w 522"/>
                <a:gd name="T33" fmla="*/ 417 h 522"/>
                <a:gd name="T34" fmla="*/ 261 w 522"/>
                <a:gd name="T35" fmla="*/ 522 h 522"/>
                <a:gd name="T36" fmla="*/ 522 w 522"/>
                <a:gd name="T37" fmla="*/ 261 h 522"/>
                <a:gd name="T38" fmla="*/ 261 w 522"/>
                <a:gd name="T39" fmla="*/ 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22" h="522">
                  <a:moveTo>
                    <a:pt x="261" y="0"/>
                  </a:moveTo>
                  <a:cubicBezTo>
                    <a:pt x="250" y="0"/>
                    <a:pt x="239" y="1"/>
                    <a:pt x="228" y="2"/>
                  </a:cubicBezTo>
                  <a:cubicBezTo>
                    <a:pt x="231" y="8"/>
                    <a:pt x="234" y="14"/>
                    <a:pt x="237" y="21"/>
                  </a:cubicBezTo>
                  <a:cubicBezTo>
                    <a:pt x="240" y="29"/>
                    <a:pt x="241" y="38"/>
                    <a:pt x="238" y="47"/>
                  </a:cubicBezTo>
                  <a:cubicBezTo>
                    <a:pt x="246" y="46"/>
                    <a:pt x="253" y="46"/>
                    <a:pt x="261" y="46"/>
                  </a:cubicBezTo>
                  <a:cubicBezTo>
                    <a:pt x="380" y="46"/>
                    <a:pt x="476" y="142"/>
                    <a:pt x="476" y="261"/>
                  </a:cubicBezTo>
                  <a:cubicBezTo>
                    <a:pt x="476" y="380"/>
                    <a:pt x="380" y="476"/>
                    <a:pt x="261" y="476"/>
                  </a:cubicBezTo>
                  <a:cubicBezTo>
                    <a:pt x="159" y="476"/>
                    <a:pt x="74" y="406"/>
                    <a:pt x="52" y="311"/>
                  </a:cubicBezTo>
                  <a:cubicBezTo>
                    <a:pt x="48" y="295"/>
                    <a:pt x="46" y="278"/>
                    <a:pt x="46" y="261"/>
                  </a:cubicBezTo>
                  <a:cubicBezTo>
                    <a:pt x="46" y="244"/>
                    <a:pt x="48" y="227"/>
                    <a:pt x="52" y="211"/>
                  </a:cubicBezTo>
                  <a:cubicBezTo>
                    <a:pt x="67" y="146"/>
                    <a:pt x="112" y="92"/>
                    <a:pt x="172" y="65"/>
                  </a:cubicBezTo>
                  <a:cubicBezTo>
                    <a:pt x="168" y="61"/>
                    <a:pt x="165" y="57"/>
                    <a:pt x="163" y="52"/>
                  </a:cubicBezTo>
                  <a:cubicBezTo>
                    <a:pt x="159" y="42"/>
                    <a:pt x="155" y="33"/>
                    <a:pt x="150" y="24"/>
                  </a:cubicBezTo>
                  <a:cubicBezTo>
                    <a:pt x="111" y="43"/>
                    <a:pt x="77" y="71"/>
                    <a:pt x="52" y="105"/>
                  </a:cubicBezTo>
                  <a:cubicBezTo>
                    <a:pt x="40" y="120"/>
                    <a:pt x="30" y="137"/>
                    <a:pt x="23" y="155"/>
                  </a:cubicBezTo>
                  <a:cubicBezTo>
                    <a:pt x="8" y="187"/>
                    <a:pt x="0" y="223"/>
                    <a:pt x="0" y="261"/>
                  </a:cubicBezTo>
                  <a:cubicBezTo>
                    <a:pt x="0" y="319"/>
                    <a:pt x="19" y="373"/>
                    <a:pt x="52" y="417"/>
                  </a:cubicBezTo>
                  <a:cubicBezTo>
                    <a:pt x="99" y="481"/>
                    <a:pt x="175" y="522"/>
                    <a:pt x="261" y="522"/>
                  </a:cubicBezTo>
                  <a:cubicBezTo>
                    <a:pt x="405" y="522"/>
                    <a:pt x="522" y="405"/>
                    <a:pt x="522" y="261"/>
                  </a:cubicBezTo>
                  <a:cubicBezTo>
                    <a:pt x="522" y="117"/>
                    <a:pt x="405" y="0"/>
                    <a:pt x="26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85"/>
            <p:cNvSpPr>
              <a:spLocks/>
            </p:cNvSpPr>
            <p:nvPr/>
          </p:nvSpPr>
          <p:spPr bwMode="auto">
            <a:xfrm>
              <a:off x="5427663" y="5732463"/>
              <a:ext cx="358775" cy="139700"/>
            </a:xfrm>
            <a:custGeom>
              <a:avLst/>
              <a:gdLst>
                <a:gd name="T0" fmla="*/ 112 w 224"/>
                <a:gd name="T1" fmla="*/ 41 h 87"/>
                <a:gd name="T2" fmla="*/ 41 w 224"/>
                <a:gd name="T3" fmla="*/ 0 h 87"/>
                <a:gd name="T4" fmla="*/ 0 w 224"/>
                <a:gd name="T5" fmla="*/ 87 h 87"/>
                <a:gd name="T6" fmla="*/ 224 w 224"/>
                <a:gd name="T7" fmla="*/ 87 h 87"/>
                <a:gd name="T8" fmla="*/ 182 w 224"/>
                <a:gd name="T9" fmla="*/ 0 h 87"/>
                <a:gd name="T10" fmla="*/ 112 w 224"/>
                <a:gd name="T11" fmla="*/ 41 h 87"/>
              </a:gdLst>
              <a:ahLst/>
              <a:cxnLst>
                <a:cxn ang="0">
                  <a:pos x="T0" y="T1"/>
                </a:cxn>
                <a:cxn ang="0">
                  <a:pos x="T2" y="T3"/>
                </a:cxn>
                <a:cxn ang="0">
                  <a:pos x="T4" y="T5"/>
                </a:cxn>
                <a:cxn ang="0">
                  <a:pos x="T6" y="T7"/>
                </a:cxn>
                <a:cxn ang="0">
                  <a:pos x="T8" y="T9"/>
                </a:cxn>
                <a:cxn ang="0">
                  <a:pos x="T10" y="T11"/>
                </a:cxn>
              </a:cxnLst>
              <a:rect l="0" t="0" r="r" b="b"/>
              <a:pathLst>
                <a:path w="224" h="87">
                  <a:moveTo>
                    <a:pt x="112" y="41"/>
                  </a:moveTo>
                  <a:cubicBezTo>
                    <a:pt x="82" y="41"/>
                    <a:pt x="57" y="24"/>
                    <a:pt x="41" y="0"/>
                  </a:cubicBezTo>
                  <a:cubicBezTo>
                    <a:pt x="16" y="20"/>
                    <a:pt x="0" y="52"/>
                    <a:pt x="0" y="87"/>
                  </a:cubicBezTo>
                  <a:cubicBezTo>
                    <a:pt x="224" y="87"/>
                    <a:pt x="224" y="87"/>
                    <a:pt x="224" y="87"/>
                  </a:cubicBezTo>
                  <a:cubicBezTo>
                    <a:pt x="224" y="52"/>
                    <a:pt x="207" y="20"/>
                    <a:pt x="182" y="0"/>
                  </a:cubicBezTo>
                  <a:cubicBezTo>
                    <a:pt x="167" y="24"/>
                    <a:pt x="141" y="41"/>
                    <a:pt x="112"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Oval 86"/>
            <p:cNvSpPr>
              <a:spLocks noChangeArrowheads="1"/>
            </p:cNvSpPr>
            <p:nvPr/>
          </p:nvSpPr>
          <p:spPr bwMode="auto">
            <a:xfrm>
              <a:off x="5491163" y="5510213"/>
              <a:ext cx="230188" cy="2619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87"/>
            <p:cNvSpPr>
              <a:spLocks/>
            </p:cNvSpPr>
            <p:nvPr/>
          </p:nvSpPr>
          <p:spPr bwMode="auto">
            <a:xfrm>
              <a:off x="5730875" y="5583238"/>
              <a:ext cx="177800" cy="123825"/>
            </a:xfrm>
            <a:custGeom>
              <a:avLst/>
              <a:gdLst>
                <a:gd name="T0" fmla="*/ 75 w 111"/>
                <a:gd name="T1" fmla="*/ 0 h 78"/>
                <a:gd name="T2" fmla="*/ 12 w 111"/>
                <a:gd name="T3" fmla="*/ 37 h 78"/>
                <a:gd name="T4" fmla="*/ 8 w 111"/>
                <a:gd name="T5" fmla="*/ 37 h 78"/>
                <a:gd name="T6" fmla="*/ 8 w 111"/>
                <a:gd name="T7" fmla="*/ 37 h 78"/>
                <a:gd name="T8" fmla="*/ 0 w 111"/>
                <a:gd name="T9" fmla="*/ 78 h 78"/>
                <a:gd name="T10" fmla="*/ 111 w 111"/>
                <a:gd name="T11" fmla="*/ 78 h 78"/>
                <a:gd name="T12" fmla="*/ 75 w 111"/>
                <a:gd name="T13" fmla="*/ 0 h 78"/>
              </a:gdLst>
              <a:ahLst/>
              <a:cxnLst>
                <a:cxn ang="0">
                  <a:pos x="T0" y="T1"/>
                </a:cxn>
                <a:cxn ang="0">
                  <a:pos x="T2" y="T3"/>
                </a:cxn>
                <a:cxn ang="0">
                  <a:pos x="T4" y="T5"/>
                </a:cxn>
                <a:cxn ang="0">
                  <a:pos x="T6" y="T7"/>
                </a:cxn>
                <a:cxn ang="0">
                  <a:pos x="T8" y="T9"/>
                </a:cxn>
                <a:cxn ang="0">
                  <a:pos x="T10" y="T11"/>
                </a:cxn>
                <a:cxn ang="0">
                  <a:pos x="T12" y="T13"/>
                </a:cxn>
              </a:cxnLst>
              <a:rect l="0" t="0" r="r" b="b"/>
              <a:pathLst>
                <a:path w="111" h="78">
                  <a:moveTo>
                    <a:pt x="75" y="0"/>
                  </a:moveTo>
                  <a:cubicBezTo>
                    <a:pt x="61" y="22"/>
                    <a:pt x="38" y="37"/>
                    <a:pt x="12" y="37"/>
                  </a:cubicBezTo>
                  <a:cubicBezTo>
                    <a:pt x="11" y="37"/>
                    <a:pt x="10" y="37"/>
                    <a:pt x="8" y="37"/>
                  </a:cubicBezTo>
                  <a:cubicBezTo>
                    <a:pt x="8" y="37"/>
                    <a:pt x="8" y="37"/>
                    <a:pt x="8" y="37"/>
                  </a:cubicBezTo>
                  <a:cubicBezTo>
                    <a:pt x="8" y="51"/>
                    <a:pt x="5" y="65"/>
                    <a:pt x="0" y="78"/>
                  </a:cubicBezTo>
                  <a:cubicBezTo>
                    <a:pt x="111" y="78"/>
                    <a:pt x="111" y="78"/>
                    <a:pt x="111" y="78"/>
                  </a:cubicBezTo>
                  <a:cubicBezTo>
                    <a:pt x="111" y="46"/>
                    <a:pt x="97" y="19"/>
                    <a:pt x="7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88"/>
            <p:cNvSpPr>
              <a:spLocks/>
            </p:cNvSpPr>
            <p:nvPr/>
          </p:nvSpPr>
          <p:spPr bwMode="auto">
            <a:xfrm>
              <a:off x="5649913" y="5387975"/>
              <a:ext cx="200025" cy="231775"/>
            </a:xfrm>
            <a:custGeom>
              <a:avLst/>
              <a:gdLst>
                <a:gd name="T0" fmla="*/ 62 w 125"/>
                <a:gd name="T1" fmla="*/ 0 h 144"/>
                <a:gd name="T2" fmla="*/ 0 w 125"/>
                <a:gd name="T3" fmla="*/ 66 h 144"/>
                <a:gd name="T4" fmla="*/ 57 w 125"/>
                <a:gd name="T5" fmla="*/ 144 h 144"/>
                <a:gd name="T6" fmla="*/ 62 w 125"/>
                <a:gd name="T7" fmla="*/ 144 h 144"/>
                <a:gd name="T8" fmla="*/ 125 w 125"/>
                <a:gd name="T9" fmla="*/ 72 h 144"/>
                <a:gd name="T10" fmla="*/ 62 w 125"/>
                <a:gd name="T11" fmla="*/ 0 h 144"/>
              </a:gdLst>
              <a:ahLst/>
              <a:cxnLst>
                <a:cxn ang="0">
                  <a:pos x="T0" y="T1"/>
                </a:cxn>
                <a:cxn ang="0">
                  <a:pos x="T2" y="T3"/>
                </a:cxn>
                <a:cxn ang="0">
                  <a:pos x="T4" y="T5"/>
                </a:cxn>
                <a:cxn ang="0">
                  <a:pos x="T6" y="T7"/>
                </a:cxn>
                <a:cxn ang="0">
                  <a:pos x="T8" y="T9"/>
                </a:cxn>
                <a:cxn ang="0">
                  <a:pos x="T10" y="T11"/>
                </a:cxn>
              </a:cxnLst>
              <a:rect l="0" t="0" r="r" b="b"/>
              <a:pathLst>
                <a:path w="125" h="144">
                  <a:moveTo>
                    <a:pt x="62" y="0"/>
                  </a:moveTo>
                  <a:cubicBezTo>
                    <a:pt x="29" y="0"/>
                    <a:pt x="2" y="29"/>
                    <a:pt x="0" y="66"/>
                  </a:cubicBezTo>
                  <a:cubicBezTo>
                    <a:pt x="30" y="78"/>
                    <a:pt x="52" y="108"/>
                    <a:pt x="57" y="144"/>
                  </a:cubicBezTo>
                  <a:cubicBezTo>
                    <a:pt x="59" y="144"/>
                    <a:pt x="60" y="144"/>
                    <a:pt x="62" y="144"/>
                  </a:cubicBezTo>
                  <a:cubicBezTo>
                    <a:pt x="97" y="144"/>
                    <a:pt x="125" y="112"/>
                    <a:pt x="125" y="72"/>
                  </a:cubicBezTo>
                  <a:cubicBezTo>
                    <a:pt x="125" y="32"/>
                    <a:pt x="97" y="0"/>
                    <a:pt x="6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67" name="组合 166"/>
          <p:cNvGrpSpPr/>
          <p:nvPr/>
        </p:nvGrpSpPr>
        <p:grpSpPr>
          <a:xfrm>
            <a:off x="10439797" y="905797"/>
            <a:ext cx="1189496" cy="1393708"/>
            <a:chOff x="4670425" y="742950"/>
            <a:chExt cx="1266826" cy="1484313"/>
          </a:xfrm>
          <a:solidFill>
            <a:schemeClr val="tx1">
              <a:lumMod val="65000"/>
              <a:lumOff val="35000"/>
            </a:schemeClr>
          </a:solidFill>
        </p:grpSpPr>
        <p:sp>
          <p:nvSpPr>
            <p:cNvPr id="168" name="Freeform 89"/>
            <p:cNvSpPr>
              <a:spLocks/>
            </p:cNvSpPr>
            <p:nvPr/>
          </p:nvSpPr>
          <p:spPr bwMode="auto">
            <a:xfrm>
              <a:off x="4908550" y="742950"/>
              <a:ext cx="317500" cy="317500"/>
            </a:xfrm>
            <a:custGeom>
              <a:avLst/>
              <a:gdLst>
                <a:gd name="T0" fmla="*/ 119 w 198"/>
                <a:gd name="T1" fmla="*/ 186 h 198"/>
                <a:gd name="T2" fmla="*/ 186 w 198"/>
                <a:gd name="T3" fmla="*/ 78 h 198"/>
                <a:gd name="T4" fmla="*/ 78 w 198"/>
                <a:gd name="T5" fmla="*/ 11 h 198"/>
                <a:gd name="T6" fmla="*/ 11 w 198"/>
                <a:gd name="T7" fmla="*/ 119 h 198"/>
                <a:gd name="T8" fmla="*/ 119 w 198"/>
                <a:gd name="T9" fmla="*/ 186 h 198"/>
              </a:gdLst>
              <a:ahLst/>
              <a:cxnLst>
                <a:cxn ang="0">
                  <a:pos x="T0" y="T1"/>
                </a:cxn>
                <a:cxn ang="0">
                  <a:pos x="T2" y="T3"/>
                </a:cxn>
                <a:cxn ang="0">
                  <a:pos x="T4" y="T5"/>
                </a:cxn>
                <a:cxn ang="0">
                  <a:pos x="T6" y="T7"/>
                </a:cxn>
                <a:cxn ang="0">
                  <a:pos x="T8" y="T9"/>
                </a:cxn>
              </a:cxnLst>
              <a:rect l="0" t="0" r="r" b="b"/>
              <a:pathLst>
                <a:path w="198" h="198">
                  <a:moveTo>
                    <a:pt x="119" y="186"/>
                  </a:moveTo>
                  <a:cubicBezTo>
                    <a:pt x="168" y="175"/>
                    <a:pt x="198" y="127"/>
                    <a:pt x="186" y="78"/>
                  </a:cubicBezTo>
                  <a:cubicBezTo>
                    <a:pt x="175" y="30"/>
                    <a:pt x="127" y="0"/>
                    <a:pt x="78" y="11"/>
                  </a:cubicBezTo>
                  <a:cubicBezTo>
                    <a:pt x="30" y="22"/>
                    <a:pt x="0" y="71"/>
                    <a:pt x="11" y="119"/>
                  </a:cubicBezTo>
                  <a:cubicBezTo>
                    <a:pt x="22" y="168"/>
                    <a:pt x="71" y="198"/>
                    <a:pt x="119" y="1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90"/>
            <p:cNvSpPr>
              <a:spLocks/>
            </p:cNvSpPr>
            <p:nvPr/>
          </p:nvSpPr>
          <p:spPr bwMode="auto">
            <a:xfrm>
              <a:off x="4670425" y="1319213"/>
              <a:ext cx="180975" cy="269875"/>
            </a:xfrm>
            <a:custGeom>
              <a:avLst/>
              <a:gdLst>
                <a:gd name="T0" fmla="*/ 77 w 112"/>
                <a:gd name="T1" fmla="*/ 97 h 168"/>
                <a:gd name="T2" fmla="*/ 54 w 112"/>
                <a:gd name="T3" fmla="*/ 11 h 168"/>
                <a:gd name="T4" fmla="*/ 55 w 112"/>
                <a:gd name="T5" fmla="*/ 0 h 168"/>
                <a:gd name="T6" fmla="*/ 0 w 112"/>
                <a:gd name="T7" fmla="*/ 24 h 168"/>
                <a:gd name="T8" fmla="*/ 63 w 112"/>
                <a:gd name="T9" fmla="*/ 168 h 168"/>
                <a:gd name="T10" fmla="*/ 112 w 112"/>
                <a:gd name="T11" fmla="*/ 147 h 168"/>
                <a:gd name="T12" fmla="*/ 84 w 112"/>
                <a:gd name="T13" fmla="*/ 110 h 168"/>
                <a:gd name="T14" fmla="*/ 77 w 112"/>
                <a:gd name="T15" fmla="*/ 97 h 1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68">
                  <a:moveTo>
                    <a:pt x="77" y="97"/>
                  </a:moveTo>
                  <a:cubicBezTo>
                    <a:pt x="62" y="69"/>
                    <a:pt x="54" y="40"/>
                    <a:pt x="54" y="11"/>
                  </a:cubicBezTo>
                  <a:cubicBezTo>
                    <a:pt x="54" y="8"/>
                    <a:pt x="54" y="4"/>
                    <a:pt x="55" y="0"/>
                  </a:cubicBezTo>
                  <a:cubicBezTo>
                    <a:pt x="0" y="24"/>
                    <a:pt x="0" y="24"/>
                    <a:pt x="0" y="24"/>
                  </a:cubicBezTo>
                  <a:cubicBezTo>
                    <a:pt x="63" y="168"/>
                    <a:pt x="63" y="168"/>
                    <a:pt x="63" y="168"/>
                  </a:cubicBezTo>
                  <a:cubicBezTo>
                    <a:pt x="112" y="147"/>
                    <a:pt x="112" y="147"/>
                    <a:pt x="112" y="147"/>
                  </a:cubicBezTo>
                  <a:cubicBezTo>
                    <a:pt x="101" y="135"/>
                    <a:pt x="92" y="122"/>
                    <a:pt x="84" y="110"/>
                  </a:cubicBezTo>
                  <a:cubicBezTo>
                    <a:pt x="82" y="106"/>
                    <a:pt x="79" y="101"/>
                    <a:pt x="77" y="9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91"/>
            <p:cNvSpPr>
              <a:spLocks/>
            </p:cNvSpPr>
            <p:nvPr/>
          </p:nvSpPr>
          <p:spPr bwMode="auto">
            <a:xfrm>
              <a:off x="4886325" y="1200150"/>
              <a:ext cx="247650" cy="300038"/>
            </a:xfrm>
            <a:custGeom>
              <a:avLst/>
              <a:gdLst>
                <a:gd name="T0" fmla="*/ 123 w 154"/>
                <a:gd name="T1" fmla="*/ 158 h 187"/>
                <a:gd name="T2" fmla="*/ 154 w 154"/>
                <a:gd name="T3" fmla="*/ 144 h 187"/>
                <a:gd name="T4" fmla="*/ 143 w 154"/>
                <a:gd name="T5" fmla="*/ 119 h 187"/>
                <a:gd name="T6" fmla="*/ 91 w 154"/>
                <a:gd name="T7" fmla="*/ 0 h 187"/>
                <a:gd name="T8" fmla="*/ 18 w 154"/>
                <a:gd name="T9" fmla="*/ 32 h 187"/>
                <a:gd name="T10" fmla="*/ 5 w 154"/>
                <a:gd name="T11" fmla="*/ 58 h 187"/>
                <a:gd name="T12" fmla="*/ 0 w 154"/>
                <a:gd name="T13" fmla="*/ 85 h 187"/>
                <a:gd name="T14" fmla="*/ 5 w 154"/>
                <a:gd name="T15" fmla="*/ 113 h 187"/>
                <a:gd name="T16" fmla="*/ 13 w 154"/>
                <a:gd name="T17" fmla="*/ 132 h 187"/>
                <a:gd name="T18" fmla="*/ 13 w 154"/>
                <a:gd name="T19" fmla="*/ 133 h 187"/>
                <a:gd name="T20" fmla="*/ 53 w 154"/>
                <a:gd name="T21" fmla="*/ 184 h 187"/>
                <a:gd name="T22" fmla="*/ 56 w 154"/>
                <a:gd name="T23" fmla="*/ 187 h 187"/>
                <a:gd name="T24" fmla="*/ 104 w 154"/>
                <a:gd name="T25" fmla="*/ 166 h 187"/>
                <a:gd name="T26" fmla="*/ 123 w 154"/>
                <a:gd name="T27" fmla="*/ 158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4" h="187">
                  <a:moveTo>
                    <a:pt x="123" y="158"/>
                  </a:moveTo>
                  <a:cubicBezTo>
                    <a:pt x="154" y="144"/>
                    <a:pt x="154" y="144"/>
                    <a:pt x="154" y="144"/>
                  </a:cubicBezTo>
                  <a:cubicBezTo>
                    <a:pt x="143" y="119"/>
                    <a:pt x="143" y="119"/>
                    <a:pt x="143" y="119"/>
                  </a:cubicBezTo>
                  <a:cubicBezTo>
                    <a:pt x="91" y="0"/>
                    <a:pt x="91" y="0"/>
                    <a:pt x="91" y="0"/>
                  </a:cubicBezTo>
                  <a:cubicBezTo>
                    <a:pt x="18" y="32"/>
                    <a:pt x="18" y="32"/>
                    <a:pt x="18" y="32"/>
                  </a:cubicBezTo>
                  <a:cubicBezTo>
                    <a:pt x="13" y="39"/>
                    <a:pt x="8" y="48"/>
                    <a:pt x="5" y="58"/>
                  </a:cubicBezTo>
                  <a:cubicBezTo>
                    <a:pt x="2" y="67"/>
                    <a:pt x="0" y="76"/>
                    <a:pt x="0" y="85"/>
                  </a:cubicBezTo>
                  <a:cubicBezTo>
                    <a:pt x="0" y="94"/>
                    <a:pt x="2" y="104"/>
                    <a:pt x="5" y="113"/>
                  </a:cubicBezTo>
                  <a:cubicBezTo>
                    <a:pt x="7" y="119"/>
                    <a:pt x="9" y="126"/>
                    <a:pt x="13" y="132"/>
                  </a:cubicBezTo>
                  <a:cubicBezTo>
                    <a:pt x="13" y="133"/>
                    <a:pt x="13" y="133"/>
                    <a:pt x="13" y="133"/>
                  </a:cubicBezTo>
                  <a:cubicBezTo>
                    <a:pt x="22" y="150"/>
                    <a:pt x="36" y="167"/>
                    <a:pt x="53" y="184"/>
                  </a:cubicBezTo>
                  <a:cubicBezTo>
                    <a:pt x="54" y="185"/>
                    <a:pt x="55" y="186"/>
                    <a:pt x="56" y="187"/>
                  </a:cubicBezTo>
                  <a:cubicBezTo>
                    <a:pt x="104" y="166"/>
                    <a:pt x="104" y="166"/>
                    <a:pt x="104" y="166"/>
                  </a:cubicBezTo>
                  <a:lnTo>
                    <a:pt x="12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92"/>
            <p:cNvSpPr>
              <a:spLocks/>
            </p:cNvSpPr>
            <p:nvPr/>
          </p:nvSpPr>
          <p:spPr bwMode="auto">
            <a:xfrm>
              <a:off x="4770438" y="1089025"/>
              <a:ext cx="611188" cy="1138238"/>
            </a:xfrm>
            <a:custGeom>
              <a:avLst/>
              <a:gdLst>
                <a:gd name="T0" fmla="*/ 0 w 381"/>
                <a:gd name="T1" fmla="*/ 154 h 709"/>
                <a:gd name="T2" fmla="*/ 32 w 381"/>
                <a:gd name="T3" fmla="*/ 253 h 709"/>
                <a:gd name="T4" fmla="*/ 64 w 381"/>
                <a:gd name="T5" fmla="*/ 293 h 709"/>
                <a:gd name="T6" fmla="*/ 77 w 381"/>
                <a:gd name="T7" fmla="*/ 306 h 709"/>
                <a:gd name="T8" fmla="*/ 115 w 381"/>
                <a:gd name="T9" fmla="*/ 330 h 709"/>
                <a:gd name="T10" fmla="*/ 136 w 381"/>
                <a:gd name="T11" fmla="*/ 274 h 709"/>
                <a:gd name="T12" fmla="*/ 120 w 381"/>
                <a:gd name="T13" fmla="*/ 259 h 709"/>
                <a:gd name="T14" fmla="*/ 80 w 381"/>
                <a:gd name="T15" fmla="*/ 210 h 709"/>
                <a:gd name="T16" fmla="*/ 77 w 381"/>
                <a:gd name="T17" fmla="*/ 203 h 709"/>
                <a:gd name="T18" fmla="*/ 77 w 381"/>
                <a:gd name="T19" fmla="*/ 107 h 709"/>
                <a:gd name="T20" fmla="*/ 84 w 381"/>
                <a:gd name="T21" fmla="*/ 95 h 709"/>
                <a:gd name="T22" fmla="*/ 160 w 381"/>
                <a:gd name="T23" fmla="*/ 62 h 709"/>
                <a:gd name="T24" fmla="*/ 170 w 381"/>
                <a:gd name="T25" fmla="*/ 66 h 709"/>
                <a:gd name="T26" fmla="*/ 233 w 381"/>
                <a:gd name="T27" fmla="*/ 210 h 709"/>
                <a:gd name="T28" fmla="*/ 229 w 381"/>
                <a:gd name="T29" fmla="*/ 220 h 709"/>
                <a:gd name="T30" fmla="*/ 176 w 381"/>
                <a:gd name="T31" fmla="*/ 244 h 709"/>
                <a:gd name="T32" fmla="*/ 142 w 381"/>
                <a:gd name="T33" fmla="*/ 268 h 709"/>
                <a:gd name="T34" fmla="*/ 131 w 381"/>
                <a:gd name="T35" fmla="*/ 335 h 709"/>
                <a:gd name="T36" fmla="*/ 94 w 381"/>
                <a:gd name="T37" fmla="*/ 332 h 709"/>
                <a:gd name="T38" fmla="*/ 83 w 381"/>
                <a:gd name="T39" fmla="*/ 323 h 709"/>
                <a:gd name="T40" fmla="*/ 77 w 381"/>
                <a:gd name="T41" fmla="*/ 660 h 709"/>
                <a:gd name="T42" fmla="*/ 176 w 381"/>
                <a:gd name="T43" fmla="*/ 660 h 709"/>
                <a:gd name="T44" fmla="*/ 195 w 381"/>
                <a:gd name="T45" fmla="*/ 335 h 709"/>
                <a:gd name="T46" fmla="*/ 244 w 381"/>
                <a:gd name="T47" fmla="*/ 709 h 709"/>
                <a:gd name="T48" fmla="*/ 294 w 381"/>
                <a:gd name="T49" fmla="*/ 228 h 709"/>
                <a:gd name="T50" fmla="*/ 293 w 381"/>
                <a:gd name="T51" fmla="*/ 161 h 709"/>
                <a:gd name="T52" fmla="*/ 378 w 381"/>
                <a:gd name="T53" fmla="*/ 226 h 709"/>
                <a:gd name="T54" fmla="*/ 381 w 381"/>
                <a:gd name="T55" fmla="*/ 218 h 709"/>
                <a:gd name="T56" fmla="*/ 338 w 381"/>
                <a:gd name="T57" fmla="*/ 111 h 709"/>
                <a:gd name="T58" fmla="*/ 301 w 381"/>
                <a:gd name="T59" fmla="*/ 30 h 709"/>
                <a:gd name="T60" fmla="*/ 299 w 381"/>
                <a:gd name="T61" fmla="*/ 24 h 709"/>
                <a:gd name="T62" fmla="*/ 270 w 381"/>
                <a:gd name="T63" fmla="*/ 1 h 709"/>
                <a:gd name="T64" fmla="*/ 108 w 381"/>
                <a:gd name="T65" fmla="*/ 0 h 709"/>
                <a:gd name="T66" fmla="*/ 83 w 381"/>
                <a:gd name="T67" fmla="*/ 6 h 709"/>
                <a:gd name="T68" fmla="*/ 42 w 381"/>
                <a:gd name="T69" fmla="*/ 45 h 709"/>
                <a:gd name="T70" fmla="*/ 2 w 381"/>
                <a:gd name="T71" fmla="*/ 131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81" h="709">
                  <a:moveTo>
                    <a:pt x="1" y="140"/>
                  </a:moveTo>
                  <a:cubicBezTo>
                    <a:pt x="0" y="145"/>
                    <a:pt x="0" y="149"/>
                    <a:pt x="0" y="154"/>
                  </a:cubicBezTo>
                  <a:cubicBezTo>
                    <a:pt x="0" y="180"/>
                    <a:pt x="7" y="208"/>
                    <a:pt x="22" y="236"/>
                  </a:cubicBezTo>
                  <a:cubicBezTo>
                    <a:pt x="25" y="242"/>
                    <a:pt x="28" y="247"/>
                    <a:pt x="32" y="253"/>
                  </a:cubicBezTo>
                  <a:cubicBezTo>
                    <a:pt x="39" y="264"/>
                    <a:pt x="48" y="275"/>
                    <a:pt x="58" y="287"/>
                  </a:cubicBezTo>
                  <a:cubicBezTo>
                    <a:pt x="60" y="289"/>
                    <a:pt x="62" y="291"/>
                    <a:pt x="64" y="293"/>
                  </a:cubicBezTo>
                  <a:cubicBezTo>
                    <a:pt x="68" y="297"/>
                    <a:pt x="72" y="302"/>
                    <a:pt x="77" y="306"/>
                  </a:cubicBezTo>
                  <a:cubicBezTo>
                    <a:pt x="77" y="306"/>
                    <a:pt x="77" y="306"/>
                    <a:pt x="77" y="306"/>
                  </a:cubicBezTo>
                  <a:cubicBezTo>
                    <a:pt x="82" y="312"/>
                    <a:pt x="88" y="317"/>
                    <a:pt x="95" y="322"/>
                  </a:cubicBezTo>
                  <a:cubicBezTo>
                    <a:pt x="101" y="328"/>
                    <a:pt x="108" y="330"/>
                    <a:pt x="115" y="330"/>
                  </a:cubicBezTo>
                  <a:cubicBezTo>
                    <a:pt x="124" y="330"/>
                    <a:pt x="133" y="326"/>
                    <a:pt x="140" y="319"/>
                  </a:cubicBezTo>
                  <a:cubicBezTo>
                    <a:pt x="151" y="306"/>
                    <a:pt x="150" y="285"/>
                    <a:pt x="136" y="274"/>
                  </a:cubicBezTo>
                  <a:cubicBezTo>
                    <a:pt x="133" y="271"/>
                    <a:pt x="130" y="268"/>
                    <a:pt x="127" y="265"/>
                  </a:cubicBezTo>
                  <a:cubicBezTo>
                    <a:pt x="124" y="263"/>
                    <a:pt x="122" y="261"/>
                    <a:pt x="120" y="259"/>
                  </a:cubicBezTo>
                  <a:cubicBezTo>
                    <a:pt x="118" y="257"/>
                    <a:pt x="116" y="255"/>
                    <a:pt x="114" y="253"/>
                  </a:cubicBezTo>
                  <a:cubicBezTo>
                    <a:pt x="99" y="237"/>
                    <a:pt x="88" y="223"/>
                    <a:pt x="80" y="210"/>
                  </a:cubicBezTo>
                  <a:cubicBezTo>
                    <a:pt x="80" y="208"/>
                    <a:pt x="79" y="207"/>
                    <a:pt x="78" y="206"/>
                  </a:cubicBezTo>
                  <a:cubicBezTo>
                    <a:pt x="78" y="205"/>
                    <a:pt x="77" y="204"/>
                    <a:pt x="77" y="203"/>
                  </a:cubicBezTo>
                  <a:cubicBezTo>
                    <a:pt x="67" y="184"/>
                    <a:pt x="64" y="169"/>
                    <a:pt x="64" y="154"/>
                  </a:cubicBezTo>
                  <a:cubicBezTo>
                    <a:pt x="64" y="137"/>
                    <a:pt x="69" y="121"/>
                    <a:pt x="77" y="107"/>
                  </a:cubicBezTo>
                  <a:cubicBezTo>
                    <a:pt x="77" y="107"/>
                    <a:pt x="77" y="107"/>
                    <a:pt x="77" y="106"/>
                  </a:cubicBezTo>
                  <a:cubicBezTo>
                    <a:pt x="79" y="103"/>
                    <a:pt x="82" y="99"/>
                    <a:pt x="84" y="95"/>
                  </a:cubicBezTo>
                  <a:cubicBezTo>
                    <a:pt x="84" y="95"/>
                    <a:pt x="84" y="95"/>
                    <a:pt x="85" y="94"/>
                  </a:cubicBezTo>
                  <a:cubicBezTo>
                    <a:pt x="160" y="62"/>
                    <a:pt x="160" y="62"/>
                    <a:pt x="160" y="62"/>
                  </a:cubicBezTo>
                  <a:cubicBezTo>
                    <a:pt x="167" y="58"/>
                    <a:pt x="167" y="58"/>
                    <a:pt x="167" y="58"/>
                  </a:cubicBezTo>
                  <a:cubicBezTo>
                    <a:pt x="170" y="66"/>
                    <a:pt x="170" y="66"/>
                    <a:pt x="170" y="66"/>
                  </a:cubicBezTo>
                  <a:cubicBezTo>
                    <a:pt x="222" y="184"/>
                    <a:pt x="222" y="184"/>
                    <a:pt x="222" y="184"/>
                  </a:cubicBezTo>
                  <a:cubicBezTo>
                    <a:pt x="233" y="210"/>
                    <a:pt x="233" y="210"/>
                    <a:pt x="233" y="210"/>
                  </a:cubicBezTo>
                  <a:cubicBezTo>
                    <a:pt x="237" y="217"/>
                    <a:pt x="237" y="217"/>
                    <a:pt x="237" y="217"/>
                  </a:cubicBezTo>
                  <a:cubicBezTo>
                    <a:pt x="229" y="220"/>
                    <a:pt x="229" y="220"/>
                    <a:pt x="229" y="220"/>
                  </a:cubicBezTo>
                  <a:cubicBezTo>
                    <a:pt x="195" y="235"/>
                    <a:pt x="195" y="235"/>
                    <a:pt x="195" y="235"/>
                  </a:cubicBezTo>
                  <a:cubicBezTo>
                    <a:pt x="176" y="244"/>
                    <a:pt x="176" y="244"/>
                    <a:pt x="176" y="244"/>
                  </a:cubicBezTo>
                  <a:cubicBezTo>
                    <a:pt x="135" y="262"/>
                    <a:pt x="135" y="262"/>
                    <a:pt x="135" y="262"/>
                  </a:cubicBezTo>
                  <a:cubicBezTo>
                    <a:pt x="137" y="264"/>
                    <a:pt x="139" y="266"/>
                    <a:pt x="142" y="268"/>
                  </a:cubicBezTo>
                  <a:cubicBezTo>
                    <a:pt x="158" y="282"/>
                    <a:pt x="160" y="307"/>
                    <a:pt x="146" y="324"/>
                  </a:cubicBezTo>
                  <a:cubicBezTo>
                    <a:pt x="142" y="329"/>
                    <a:pt x="137" y="333"/>
                    <a:pt x="131" y="335"/>
                  </a:cubicBezTo>
                  <a:cubicBezTo>
                    <a:pt x="126" y="337"/>
                    <a:pt x="121" y="338"/>
                    <a:pt x="115" y="338"/>
                  </a:cubicBezTo>
                  <a:cubicBezTo>
                    <a:pt x="108" y="338"/>
                    <a:pt x="100" y="336"/>
                    <a:pt x="94" y="332"/>
                  </a:cubicBezTo>
                  <a:cubicBezTo>
                    <a:pt x="92" y="331"/>
                    <a:pt x="91" y="330"/>
                    <a:pt x="89" y="328"/>
                  </a:cubicBezTo>
                  <a:cubicBezTo>
                    <a:pt x="87" y="327"/>
                    <a:pt x="85" y="325"/>
                    <a:pt x="83" y="323"/>
                  </a:cubicBezTo>
                  <a:cubicBezTo>
                    <a:pt x="81" y="321"/>
                    <a:pt x="79" y="319"/>
                    <a:pt x="77" y="317"/>
                  </a:cubicBezTo>
                  <a:cubicBezTo>
                    <a:pt x="77" y="660"/>
                    <a:pt x="77" y="660"/>
                    <a:pt x="77" y="660"/>
                  </a:cubicBezTo>
                  <a:cubicBezTo>
                    <a:pt x="77" y="687"/>
                    <a:pt x="99" y="709"/>
                    <a:pt x="126" y="709"/>
                  </a:cubicBezTo>
                  <a:cubicBezTo>
                    <a:pt x="153" y="709"/>
                    <a:pt x="176" y="687"/>
                    <a:pt x="176" y="660"/>
                  </a:cubicBezTo>
                  <a:cubicBezTo>
                    <a:pt x="176" y="335"/>
                    <a:pt x="176" y="335"/>
                    <a:pt x="176" y="335"/>
                  </a:cubicBezTo>
                  <a:cubicBezTo>
                    <a:pt x="195" y="335"/>
                    <a:pt x="195" y="335"/>
                    <a:pt x="195" y="335"/>
                  </a:cubicBezTo>
                  <a:cubicBezTo>
                    <a:pt x="195" y="660"/>
                    <a:pt x="195" y="660"/>
                    <a:pt x="195" y="660"/>
                  </a:cubicBezTo>
                  <a:cubicBezTo>
                    <a:pt x="195" y="687"/>
                    <a:pt x="217" y="709"/>
                    <a:pt x="244" y="709"/>
                  </a:cubicBezTo>
                  <a:cubicBezTo>
                    <a:pt x="271" y="709"/>
                    <a:pt x="294" y="687"/>
                    <a:pt x="294" y="660"/>
                  </a:cubicBezTo>
                  <a:cubicBezTo>
                    <a:pt x="294" y="228"/>
                    <a:pt x="294" y="228"/>
                    <a:pt x="294" y="228"/>
                  </a:cubicBezTo>
                  <a:cubicBezTo>
                    <a:pt x="294" y="226"/>
                    <a:pt x="293" y="224"/>
                    <a:pt x="293" y="221"/>
                  </a:cubicBezTo>
                  <a:cubicBezTo>
                    <a:pt x="293" y="161"/>
                    <a:pt x="293" y="161"/>
                    <a:pt x="293" y="161"/>
                  </a:cubicBezTo>
                  <a:cubicBezTo>
                    <a:pt x="314" y="194"/>
                    <a:pt x="342" y="230"/>
                    <a:pt x="378" y="260"/>
                  </a:cubicBezTo>
                  <a:cubicBezTo>
                    <a:pt x="378" y="226"/>
                    <a:pt x="378" y="226"/>
                    <a:pt x="378" y="226"/>
                  </a:cubicBezTo>
                  <a:cubicBezTo>
                    <a:pt x="378" y="218"/>
                    <a:pt x="378" y="218"/>
                    <a:pt x="378" y="218"/>
                  </a:cubicBezTo>
                  <a:cubicBezTo>
                    <a:pt x="381" y="218"/>
                    <a:pt x="381" y="218"/>
                    <a:pt x="381" y="218"/>
                  </a:cubicBezTo>
                  <a:cubicBezTo>
                    <a:pt x="381" y="173"/>
                    <a:pt x="381" y="173"/>
                    <a:pt x="381" y="173"/>
                  </a:cubicBezTo>
                  <a:cubicBezTo>
                    <a:pt x="364" y="153"/>
                    <a:pt x="349" y="132"/>
                    <a:pt x="338" y="111"/>
                  </a:cubicBezTo>
                  <a:cubicBezTo>
                    <a:pt x="324" y="87"/>
                    <a:pt x="314" y="65"/>
                    <a:pt x="308" y="49"/>
                  </a:cubicBezTo>
                  <a:cubicBezTo>
                    <a:pt x="304" y="41"/>
                    <a:pt x="302" y="34"/>
                    <a:pt x="301" y="30"/>
                  </a:cubicBezTo>
                  <a:cubicBezTo>
                    <a:pt x="300" y="28"/>
                    <a:pt x="299" y="26"/>
                    <a:pt x="299" y="25"/>
                  </a:cubicBezTo>
                  <a:cubicBezTo>
                    <a:pt x="299" y="24"/>
                    <a:pt x="299" y="24"/>
                    <a:pt x="299" y="24"/>
                  </a:cubicBezTo>
                  <a:cubicBezTo>
                    <a:pt x="299" y="24"/>
                    <a:pt x="299" y="24"/>
                    <a:pt x="299" y="24"/>
                  </a:cubicBezTo>
                  <a:cubicBezTo>
                    <a:pt x="295" y="10"/>
                    <a:pt x="283" y="1"/>
                    <a:pt x="270" y="1"/>
                  </a:cubicBezTo>
                  <a:cubicBezTo>
                    <a:pt x="267" y="0"/>
                    <a:pt x="265" y="0"/>
                    <a:pt x="262" y="0"/>
                  </a:cubicBezTo>
                  <a:cubicBezTo>
                    <a:pt x="108" y="0"/>
                    <a:pt x="108" y="0"/>
                    <a:pt x="108" y="0"/>
                  </a:cubicBezTo>
                  <a:cubicBezTo>
                    <a:pt x="105" y="0"/>
                    <a:pt x="103" y="0"/>
                    <a:pt x="100" y="0"/>
                  </a:cubicBezTo>
                  <a:cubicBezTo>
                    <a:pt x="94" y="1"/>
                    <a:pt x="88" y="2"/>
                    <a:pt x="83" y="6"/>
                  </a:cubicBezTo>
                  <a:cubicBezTo>
                    <a:pt x="83" y="6"/>
                    <a:pt x="83" y="6"/>
                    <a:pt x="83" y="6"/>
                  </a:cubicBezTo>
                  <a:cubicBezTo>
                    <a:pt x="81" y="7"/>
                    <a:pt x="62" y="20"/>
                    <a:pt x="42" y="45"/>
                  </a:cubicBezTo>
                  <a:cubicBezTo>
                    <a:pt x="31" y="58"/>
                    <a:pt x="20" y="75"/>
                    <a:pt x="12" y="95"/>
                  </a:cubicBezTo>
                  <a:cubicBezTo>
                    <a:pt x="7" y="106"/>
                    <a:pt x="4" y="118"/>
                    <a:pt x="2" y="131"/>
                  </a:cubicBezTo>
                  <a:cubicBezTo>
                    <a:pt x="2" y="134"/>
                    <a:pt x="1" y="137"/>
                    <a:pt x="1" y="1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93"/>
            <p:cNvSpPr>
              <a:spLocks noEditPoints="1"/>
            </p:cNvSpPr>
            <p:nvPr/>
          </p:nvSpPr>
          <p:spPr bwMode="auto">
            <a:xfrm>
              <a:off x="5389563" y="1066800"/>
              <a:ext cx="547688" cy="1157288"/>
            </a:xfrm>
            <a:custGeom>
              <a:avLst/>
              <a:gdLst>
                <a:gd name="T0" fmla="*/ 3 w 345"/>
                <a:gd name="T1" fmla="*/ 243 h 729"/>
                <a:gd name="T2" fmla="*/ 0 w 345"/>
                <a:gd name="T3" fmla="*/ 243 h 729"/>
                <a:gd name="T4" fmla="*/ 0 w 345"/>
                <a:gd name="T5" fmla="*/ 283 h 729"/>
                <a:gd name="T6" fmla="*/ 0 w 345"/>
                <a:gd name="T7" fmla="*/ 289 h 729"/>
                <a:gd name="T8" fmla="*/ 3 w 345"/>
                <a:gd name="T9" fmla="*/ 289 h 729"/>
                <a:gd name="T10" fmla="*/ 3 w 345"/>
                <a:gd name="T11" fmla="*/ 485 h 729"/>
                <a:gd name="T12" fmla="*/ 0 w 345"/>
                <a:gd name="T13" fmla="*/ 485 h 729"/>
                <a:gd name="T14" fmla="*/ 0 w 345"/>
                <a:gd name="T15" fmla="*/ 532 h 729"/>
                <a:gd name="T16" fmla="*/ 3 w 345"/>
                <a:gd name="T17" fmla="*/ 532 h 729"/>
                <a:gd name="T18" fmla="*/ 3 w 345"/>
                <a:gd name="T19" fmla="*/ 729 h 729"/>
                <a:gd name="T20" fmla="*/ 341 w 345"/>
                <a:gd name="T21" fmla="*/ 729 h 729"/>
                <a:gd name="T22" fmla="*/ 341 w 345"/>
                <a:gd name="T23" fmla="*/ 532 h 729"/>
                <a:gd name="T24" fmla="*/ 345 w 345"/>
                <a:gd name="T25" fmla="*/ 532 h 729"/>
                <a:gd name="T26" fmla="*/ 345 w 345"/>
                <a:gd name="T27" fmla="*/ 485 h 729"/>
                <a:gd name="T28" fmla="*/ 341 w 345"/>
                <a:gd name="T29" fmla="*/ 485 h 729"/>
                <a:gd name="T30" fmla="*/ 341 w 345"/>
                <a:gd name="T31" fmla="*/ 289 h 729"/>
                <a:gd name="T32" fmla="*/ 345 w 345"/>
                <a:gd name="T33" fmla="*/ 289 h 729"/>
                <a:gd name="T34" fmla="*/ 345 w 345"/>
                <a:gd name="T35" fmla="*/ 243 h 729"/>
                <a:gd name="T36" fmla="*/ 341 w 345"/>
                <a:gd name="T37" fmla="*/ 243 h 729"/>
                <a:gd name="T38" fmla="*/ 341 w 345"/>
                <a:gd name="T39" fmla="*/ 47 h 729"/>
                <a:gd name="T40" fmla="*/ 345 w 345"/>
                <a:gd name="T41" fmla="*/ 47 h 729"/>
                <a:gd name="T42" fmla="*/ 345 w 345"/>
                <a:gd name="T43" fmla="*/ 0 h 729"/>
                <a:gd name="T44" fmla="*/ 0 w 345"/>
                <a:gd name="T45" fmla="*/ 0 h 729"/>
                <a:gd name="T46" fmla="*/ 0 w 345"/>
                <a:gd name="T47" fmla="*/ 47 h 729"/>
                <a:gd name="T48" fmla="*/ 3 w 345"/>
                <a:gd name="T49" fmla="*/ 47 h 729"/>
                <a:gd name="T50" fmla="*/ 3 w 345"/>
                <a:gd name="T51" fmla="*/ 198 h 729"/>
                <a:gd name="T52" fmla="*/ 3 w 345"/>
                <a:gd name="T53" fmla="*/ 243 h 729"/>
                <a:gd name="T54" fmla="*/ 115 w 345"/>
                <a:gd name="T55" fmla="*/ 92 h 729"/>
                <a:gd name="T56" fmla="*/ 230 w 345"/>
                <a:gd name="T57" fmla="*/ 92 h 729"/>
                <a:gd name="T58" fmla="*/ 230 w 345"/>
                <a:gd name="T59" fmla="*/ 123 h 729"/>
                <a:gd name="T60" fmla="*/ 115 w 345"/>
                <a:gd name="T61" fmla="*/ 123 h 729"/>
                <a:gd name="T62" fmla="*/ 115 w 345"/>
                <a:gd name="T63" fmla="*/ 92 h 729"/>
                <a:gd name="T64" fmla="*/ 230 w 345"/>
                <a:gd name="T65" fmla="*/ 609 h 729"/>
                <a:gd name="T66" fmla="*/ 115 w 345"/>
                <a:gd name="T67" fmla="*/ 609 h 729"/>
                <a:gd name="T68" fmla="*/ 115 w 345"/>
                <a:gd name="T69" fmla="*/ 577 h 729"/>
                <a:gd name="T70" fmla="*/ 230 w 345"/>
                <a:gd name="T71" fmla="*/ 577 h 729"/>
                <a:gd name="T72" fmla="*/ 230 w 345"/>
                <a:gd name="T73" fmla="*/ 609 h 729"/>
                <a:gd name="T74" fmla="*/ 230 w 345"/>
                <a:gd name="T75" fmla="*/ 335 h 729"/>
                <a:gd name="T76" fmla="*/ 230 w 345"/>
                <a:gd name="T77" fmla="*/ 366 h 729"/>
                <a:gd name="T78" fmla="*/ 115 w 345"/>
                <a:gd name="T79" fmla="*/ 366 h 729"/>
                <a:gd name="T80" fmla="*/ 115 w 345"/>
                <a:gd name="T81" fmla="*/ 335 h 729"/>
                <a:gd name="T82" fmla="*/ 230 w 345"/>
                <a:gd name="T83" fmla="*/ 335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45" h="729">
                  <a:moveTo>
                    <a:pt x="3" y="243"/>
                  </a:moveTo>
                  <a:lnTo>
                    <a:pt x="0" y="243"/>
                  </a:lnTo>
                  <a:lnTo>
                    <a:pt x="0" y="283"/>
                  </a:lnTo>
                  <a:lnTo>
                    <a:pt x="0" y="289"/>
                  </a:lnTo>
                  <a:lnTo>
                    <a:pt x="3" y="289"/>
                  </a:lnTo>
                  <a:lnTo>
                    <a:pt x="3" y="485"/>
                  </a:lnTo>
                  <a:lnTo>
                    <a:pt x="0" y="485"/>
                  </a:lnTo>
                  <a:lnTo>
                    <a:pt x="0" y="532"/>
                  </a:lnTo>
                  <a:lnTo>
                    <a:pt x="3" y="532"/>
                  </a:lnTo>
                  <a:lnTo>
                    <a:pt x="3" y="729"/>
                  </a:lnTo>
                  <a:lnTo>
                    <a:pt x="341" y="729"/>
                  </a:lnTo>
                  <a:lnTo>
                    <a:pt x="341" y="532"/>
                  </a:lnTo>
                  <a:lnTo>
                    <a:pt x="345" y="532"/>
                  </a:lnTo>
                  <a:lnTo>
                    <a:pt x="345" y="485"/>
                  </a:lnTo>
                  <a:lnTo>
                    <a:pt x="341" y="485"/>
                  </a:lnTo>
                  <a:lnTo>
                    <a:pt x="341" y="289"/>
                  </a:lnTo>
                  <a:lnTo>
                    <a:pt x="345" y="289"/>
                  </a:lnTo>
                  <a:lnTo>
                    <a:pt x="345" y="243"/>
                  </a:lnTo>
                  <a:lnTo>
                    <a:pt x="341" y="243"/>
                  </a:lnTo>
                  <a:lnTo>
                    <a:pt x="341" y="47"/>
                  </a:lnTo>
                  <a:lnTo>
                    <a:pt x="345" y="47"/>
                  </a:lnTo>
                  <a:lnTo>
                    <a:pt x="345" y="0"/>
                  </a:lnTo>
                  <a:lnTo>
                    <a:pt x="0" y="0"/>
                  </a:lnTo>
                  <a:lnTo>
                    <a:pt x="0" y="47"/>
                  </a:lnTo>
                  <a:lnTo>
                    <a:pt x="3" y="47"/>
                  </a:lnTo>
                  <a:lnTo>
                    <a:pt x="3" y="198"/>
                  </a:lnTo>
                  <a:lnTo>
                    <a:pt x="3" y="243"/>
                  </a:lnTo>
                  <a:close/>
                  <a:moveTo>
                    <a:pt x="115" y="92"/>
                  </a:moveTo>
                  <a:lnTo>
                    <a:pt x="230" y="92"/>
                  </a:lnTo>
                  <a:lnTo>
                    <a:pt x="230" y="123"/>
                  </a:lnTo>
                  <a:lnTo>
                    <a:pt x="115" y="123"/>
                  </a:lnTo>
                  <a:lnTo>
                    <a:pt x="115" y="92"/>
                  </a:lnTo>
                  <a:close/>
                  <a:moveTo>
                    <a:pt x="230" y="609"/>
                  </a:moveTo>
                  <a:lnTo>
                    <a:pt x="115" y="609"/>
                  </a:lnTo>
                  <a:lnTo>
                    <a:pt x="115" y="577"/>
                  </a:lnTo>
                  <a:lnTo>
                    <a:pt x="230" y="577"/>
                  </a:lnTo>
                  <a:lnTo>
                    <a:pt x="230" y="609"/>
                  </a:lnTo>
                  <a:close/>
                  <a:moveTo>
                    <a:pt x="230" y="335"/>
                  </a:moveTo>
                  <a:lnTo>
                    <a:pt x="230" y="366"/>
                  </a:lnTo>
                  <a:lnTo>
                    <a:pt x="115" y="366"/>
                  </a:lnTo>
                  <a:lnTo>
                    <a:pt x="115" y="335"/>
                  </a:lnTo>
                  <a:lnTo>
                    <a:pt x="230" y="3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422826560"/>
      </p:ext>
    </p:extLst>
  </p:cSld>
  <p:clrMapOvr>
    <a:masterClrMapping/>
  </p:clrMapOvr>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3" name="组合 202"/>
          <p:cNvGrpSpPr/>
          <p:nvPr/>
        </p:nvGrpSpPr>
        <p:grpSpPr>
          <a:xfrm>
            <a:off x="3267690" y="2497413"/>
            <a:ext cx="1219767" cy="815375"/>
            <a:chOff x="4191000" y="5265738"/>
            <a:chExt cx="1762125" cy="1177924"/>
          </a:xfrm>
          <a:solidFill>
            <a:schemeClr val="tx1">
              <a:lumMod val="65000"/>
              <a:lumOff val="35000"/>
            </a:schemeClr>
          </a:solidFill>
        </p:grpSpPr>
        <p:sp>
          <p:nvSpPr>
            <p:cNvPr id="204" name="Freeform 23"/>
            <p:cNvSpPr>
              <a:spLocks/>
            </p:cNvSpPr>
            <p:nvPr/>
          </p:nvSpPr>
          <p:spPr bwMode="auto">
            <a:xfrm>
              <a:off x="4191000" y="5538788"/>
              <a:ext cx="1168400" cy="647700"/>
            </a:xfrm>
            <a:custGeom>
              <a:avLst/>
              <a:gdLst>
                <a:gd name="T0" fmla="*/ 398 w 424"/>
                <a:gd name="T1" fmla="*/ 15 h 235"/>
                <a:gd name="T2" fmla="*/ 341 w 424"/>
                <a:gd name="T3" fmla="*/ 17 h 235"/>
                <a:gd name="T4" fmla="*/ 212 w 424"/>
                <a:gd name="T5" fmla="*/ 142 h 235"/>
                <a:gd name="T6" fmla="*/ 12 w 424"/>
                <a:gd name="T7" fmla="*/ 184 h 235"/>
                <a:gd name="T8" fmla="*/ 13 w 424"/>
                <a:gd name="T9" fmla="*/ 227 h 235"/>
                <a:gd name="T10" fmla="*/ 34 w 424"/>
                <a:gd name="T11" fmla="*/ 235 h 235"/>
                <a:gd name="T12" fmla="*/ 56 w 424"/>
                <a:gd name="T13" fmla="*/ 225 h 235"/>
                <a:gd name="T14" fmla="*/ 217 w 424"/>
                <a:gd name="T15" fmla="*/ 215 h 235"/>
                <a:gd name="T16" fmla="*/ 220 w 424"/>
                <a:gd name="T17" fmla="*/ 217 h 235"/>
                <a:gd name="T18" fmla="*/ 221 w 424"/>
                <a:gd name="T19" fmla="*/ 219 h 235"/>
                <a:gd name="T20" fmla="*/ 257 w 424"/>
                <a:gd name="T21" fmla="*/ 223 h 235"/>
                <a:gd name="T22" fmla="*/ 273 w 424"/>
                <a:gd name="T23" fmla="*/ 212 h 235"/>
                <a:gd name="T24" fmla="*/ 406 w 424"/>
                <a:gd name="T25" fmla="*/ 83 h 235"/>
                <a:gd name="T26" fmla="*/ 409 w 424"/>
                <a:gd name="T27" fmla="*/ 26 h 235"/>
                <a:gd name="T28" fmla="*/ 398 w 424"/>
                <a:gd name="T29" fmla="*/ 1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24" h="235">
                  <a:moveTo>
                    <a:pt x="398" y="15"/>
                  </a:moveTo>
                  <a:cubicBezTo>
                    <a:pt x="383" y="0"/>
                    <a:pt x="358" y="0"/>
                    <a:pt x="341" y="17"/>
                  </a:cubicBezTo>
                  <a:cubicBezTo>
                    <a:pt x="212" y="142"/>
                    <a:pt x="212" y="142"/>
                    <a:pt x="212" y="142"/>
                  </a:cubicBezTo>
                  <a:cubicBezTo>
                    <a:pt x="145" y="113"/>
                    <a:pt x="64" y="128"/>
                    <a:pt x="12" y="184"/>
                  </a:cubicBezTo>
                  <a:cubicBezTo>
                    <a:pt x="0" y="196"/>
                    <a:pt x="1" y="215"/>
                    <a:pt x="13" y="227"/>
                  </a:cubicBezTo>
                  <a:cubicBezTo>
                    <a:pt x="19" y="232"/>
                    <a:pt x="26" y="235"/>
                    <a:pt x="34" y="235"/>
                  </a:cubicBezTo>
                  <a:cubicBezTo>
                    <a:pt x="42" y="235"/>
                    <a:pt x="50" y="231"/>
                    <a:pt x="56" y="225"/>
                  </a:cubicBezTo>
                  <a:cubicBezTo>
                    <a:pt x="98" y="179"/>
                    <a:pt x="169" y="175"/>
                    <a:pt x="217" y="215"/>
                  </a:cubicBezTo>
                  <a:cubicBezTo>
                    <a:pt x="218" y="216"/>
                    <a:pt x="219" y="217"/>
                    <a:pt x="220" y="217"/>
                  </a:cubicBezTo>
                  <a:cubicBezTo>
                    <a:pt x="220" y="218"/>
                    <a:pt x="221" y="218"/>
                    <a:pt x="221" y="219"/>
                  </a:cubicBezTo>
                  <a:cubicBezTo>
                    <a:pt x="231" y="228"/>
                    <a:pt x="246" y="229"/>
                    <a:pt x="257" y="223"/>
                  </a:cubicBezTo>
                  <a:cubicBezTo>
                    <a:pt x="263" y="221"/>
                    <a:pt x="268" y="217"/>
                    <a:pt x="273" y="212"/>
                  </a:cubicBezTo>
                  <a:cubicBezTo>
                    <a:pt x="406" y="83"/>
                    <a:pt x="406" y="83"/>
                    <a:pt x="406" y="83"/>
                  </a:cubicBezTo>
                  <a:cubicBezTo>
                    <a:pt x="423" y="67"/>
                    <a:pt x="424" y="41"/>
                    <a:pt x="409" y="26"/>
                  </a:cubicBezTo>
                  <a:lnTo>
                    <a:pt x="398"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Freeform 24"/>
            <p:cNvSpPr>
              <a:spLocks/>
            </p:cNvSpPr>
            <p:nvPr/>
          </p:nvSpPr>
          <p:spPr bwMode="auto">
            <a:xfrm>
              <a:off x="5249863" y="5265738"/>
              <a:ext cx="361950" cy="358775"/>
            </a:xfrm>
            <a:custGeom>
              <a:avLst/>
              <a:gdLst>
                <a:gd name="T0" fmla="*/ 108 w 131"/>
                <a:gd name="T1" fmla="*/ 24 h 130"/>
                <a:gd name="T2" fmla="*/ 24 w 131"/>
                <a:gd name="T3" fmla="*/ 23 h 130"/>
                <a:gd name="T4" fmla="*/ 23 w 131"/>
                <a:gd name="T5" fmla="*/ 106 h 130"/>
                <a:gd name="T6" fmla="*/ 107 w 131"/>
                <a:gd name="T7" fmla="*/ 108 h 130"/>
                <a:gd name="T8" fmla="*/ 108 w 131"/>
                <a:gd name="T9" fmla="*/ 24 h 130"/>
              </a:gdLst>
              <a:ahLst/>
              <a:cxnLst>
                <a:cxn ang="0">
                  <a:pos x="T0" y="T1"/>
                </a:cxn>
                <a:cxn ang="0">
                  <a:pos x="T2" y="T3"/>
                </a:cxn>
                <a:cxn ang="0">
                  <a:pos x="T4" y="T5"/>
                </a:cxn>
                <a:cxn ang="0">
                  <a:pos x="T6" y="T7"/>
                </a:cxn>
                <a:cxn ang="0">
                  <a:pos x="T8" y="T9"/>
                </a:cxn>
              </a:cxnLst>
              <a:rect l="0" t="0" r="r" b="b"/>
              <a:pathLst>
                <a:path w="131" h="130">
                  <a:moveTo>
                    <a:pt x="108" y="24"/>
                  </a:moveTo>
                  <a:cubicBezTo>
                    <a:pt x="85" y="0"/>
                    <a:pt x="48" y="0"/>
                    <a:pt x="24" y="23"/>
                  </a:cubicBezTo>
                  <a:cubicBezTo>
                    <a:pt x="1" y="45"/>
                    <a:pt x="0" y="83"/>
                    <a:pt x="23" y="106"/>
                  </a:cubicBezTo>
                  <a:cubicBezTo>
                    <a:pt x="46" y="130"/>
                    <a:pt x="84" y="130"/>
                    <a:pt x="107" y="108"/>
                  </a:cubicBezTo>
                  <a:cubicBezTo>
                    <a:pt x="131" y="85"/>
                    <a:pt x="131" y="47"/>
                    <a:pt x="108"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25"/>
            <p:cNvSpPr>
              <a:spLocks/>
            </p:cNvSpPr>
            <p:nvPr/>
          </p:nvSpPr>
          <p:spPr bwMode="auto">
            <a:xfrm>
              <a:off x="4730750" y="5594350"/>
              <a:ext cx="598488" cy="371475"/>
            </a:xfrm>
            <a:custGeom>
              <a:avLst/>
              <a:gdLst>
                <a:gd name="T0" fmla="*/ 79 w 217"/>
                <a:gd name="T1" fmla="*/ 134 h 135"/>
                <a:gd name="T2" fmla="*/ 19 w 217"/>
                <a:gd name="T3" fmla="*/ 124 h 135"/>
                <a:gd name="T4" fmla="*/ 5 w 217"/>
                <a:gd name="T5" fmla="*/ 91 h 135"/>
                <a:gd name="T6" fmla="*/ 37 w 217"/>
                <a:gd name="T7" fmla="*/ 77 h 135"/>
                <a:gd name="T8" fmla="*/ 165 w 217"/>
                <a:gd name="T9" fmla="*/ 20 h 135"/>
                <a:gd name="T10" fmla="*/ 198 w 217"/>
                <a:gd name="T11" fmla="*/ 5 h 135"/>
                <a:gd name="T12" fmla="*/ 212 w 217"/>
                <a:gd name="T13" fmla="*/ 38 h 135"/>
                <a:gd name="T14" fmla="*/ 79 w 217"/>
                <a:gd name="T15" fmla="*/ 134 h 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7" h="135">
                  <a:moveTo>
                    <a:pt x="79" y="134"/>
                  </a:moveTo>
                  <a:cubicBezTo>
                    <a:pt x="60" y="135"/>
                    <a:pt x="39" y="132"/>
                    <a:pt x="19" y="124"/>
                  </a:cubicBezTo>
                  <a:cubicBezTo>
                    <a:pt x="6" y="119"/>
                    <a:pt x="0" y="104"/>
                    <a:pt x="5" y="91"/>
                  </a:cubicBezTo>
                  <a:cubicBezTo>
                    <a:pt x="10" y="78"/>
                    <a:pt x="24" y="72"/>
                    <a:pt x="37" y="77"/>
                  </a:cubicBezTo>
                  <a:cubicBezTo>
                    <a:pt x="88" y="96"/>
                    <a:pt x="145" y="71"/>
                    <a:pt x="165" y="20"/>
                  </a:cubicBezTo>
                  <a:cubicBezTo>
                    <a:pt x="170" y="7"/>
                    <a:pt x="185" y="0"/>
                    <a:pt x="198" y="5"/>
                  </a:cubicBezTo>
                  <a:cubicBezTo>
                    <a:pt x="211" y="10"/>
                    <a:pt x="217" y="25"/>
                    <a:pt x="212" y="38"/>
                  </a:cubicBezTo>
                  <a:cubicBezTo>
                    <a:pt x="190" y="95"/>
                    <a:pt x="137" y="131"/>
                    <a:pt x="79" y="1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26"/>
            <p:cNvSpPr>
              <a:spLocks noEditPoints="1"/>
            </p:cNvSpPr>
            <p:nvPr/>
          </p:nvSpPr>
          <p:spPr bwMode="auto">
            <a:xfrm>
              <a:off x="4729163" y="5599113"/>
              <a:ext cx="603250" cy="366712"/>
            </a:xfrm>
            <a:custGeom>
              <a:avLst/>
              <a:gdLst>
                <a:gd name="T0" fmla="*/ 73 w 219"/>
                <a:gd name="T1" fmla="*/ 133 h 133"/>
                <a:gd name="T2" fmla="*/ 20 w 219"/>
                <a:gd name="T3" fmla="*/ 123 h 133"/>
                <a:gd name="T4" fmla="*/ 5 w 219"/>
                <a:gd name="T5" fmla="*/ 89 h 133"/>
                <a:gd name="T6" fmla="*/ 29 w 219"/>
                <a:gd name="T7" fmla="*/ 72 h 133"/>
                <a:gd name="T8" fmla="*/ 39 w 219"/>
                <a:gd name="T9" fmla="*/ 74 h 133"/>
                <a:gd name="T10" fmla="*/ 74 w 219"/>
                <a:gd name="T11" fmla="*/ 80 h 133"/>
                <a:gd name="T12" fmla="*/ 165 w 219"/>
                <a:gd name="T13" fmla="*/ 17 h 133"/>
                <a:gd name="T14" fmla="*/ 190 w 219"/>
                <a:gd name="T15" fmla="*/ 0 h 133"/>
                <a:gd name="T16" fmla="*/ 199 w 219"/>
                <a:gd name="T17" fmla="*/ 2 h 133"/>
                <a:gd name="T18" fmla="*/ 214 w 219"/>
                <a:gd name="T19" fmla="*/ 36 h 133"/>
                <a:gd name="T20" fmla="*/ 81 w 219"/>
                <a:gd name="T21" fmla="*/ 133 h 133"/>
                <a:gd name="T22" fmla="*/ 73 w 219"/>
                <a:gd name="T23" fmla="*/ 133 h 133"/>
                <a:gd name="T24" fmla="*/ 29 w 219"/>
                <a:gd name="T25" fmla="*/ 74 h 133"/>
                <a:gd name="T26" fmla="*/ 7 w 219"/>
                <a:gd name="T27" fmla="*/ 90 h 133"/>
                <a:gd name="T28" fmla="*/ 21 w 219"/>
                <a:gd name="T29" fmla="*/ 121 h 133"/>
                <a:gd name="T30" fmla="*/ 80 w 219"/>
                <a:gd name="T31" fmla="*/ 131 h 133"/>
                <a:gd name="T32" fmla="*/ 212 w 219"/>
                <a:gd name="T33" fmla="*/ 35 h 133"/>
                <a:gd name="T34" fmla="*/ 198 w 219"/>
                <a:gd name="T35" fmla="*/ 4 h 133"/>
                <a:gd name="T36" fmla="*/ 190 w 219"/>
                <a:gd name="T37" fmla="*/ 3 h 133"/>
                <a:gd name="T38" fmla="*/ 167 w 219"/>
                <a:gd name="T39" fmla="*/ 18 h 133"/>
                <a:gd name="T40" fmla="*/ 74 w 219"/>
                <a:gd name="T41" fmla="*/ 82 h 133"/>
                <a:gd name="T42" fmla="*/ 38 w 219"/>
                <a:gd name="T43" fmla="*/ 76 h 133"/>
                <a:gd name="T44" fmla="*/ 29 w 219"/>
                <a:gd name="T45" fmla="*/ 74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9" h="133">
                  <a:moveTo>
                    <a:pt x="73" y="133"/>
                  </a:moveTo>
                  <a:cubicBezTo>
                    <a:pt x="55" y="133"/>
                    <a:pt x="37" y="130"/>
                    <a:pt x="20" y="123"/>
                  </a:cubicBezTo>
                  <a:cubicBezTo>
                    <a:pt x="6" y="118"/>
                    <a:pt x="0" y="103"/>
                    <a:pt x="5" y="89"/>
                  </a:cubicBezTo>
                  <a:cubicBezTo>
                    <a:pt x="9" y="79"/>
                    <a:pt x="19" y="72"/>
                    <a:pt x="29" y="72"/>
                  </a:cubicBezTo>
                  <a:cubicBezTo>
                    <a:pt x="33" y="72"/>
                    <a:pt x="36" y="73"/>
                    <a:pt x="39" y="74"/>
                  </a:cubicBezTo>
                  <a:cubicBezTo>
                    <a:pt x="50" y="78"/>
                    <a:pt x="62" y="80"/>
                    <a:pt x="74" y="80"/>
                  </a:cubicBezTo>
                  <a:cubicBezTo>
                    <a:pt x="114" y="80"/>
                    <a:pt x="151" y="55"/>
                    <a:pt x="165" y="17"/>
                  </a:cubicBezTo>
                  <a:cubicBezTo>
                    <a:pt x="169" y="7"/>
                    <a:pt x="179" y="0"/>
                    <a:pt x="190" y="0"/>
                  </a:cubicBezTo>
                  <a:cubicBezTo>
                    <a:pt x="193" y="0"/>
                    <a:pt x="196" y="1"/>
                    <a:pt x="199" y="2"/>
                  </a:cubicBezTo>
                  <a:cubicBezTo>
                    <a:pt x="213" y="7"/>
                    <a:pt x="219" y="23"/>
                    <a:pt x="214" y="36"/>
                  </a:cubicBezTo>
                  <a:cubicBezTo>
                    <a:pt x="193" y="92"/>
                    <a:pt x="140" y="130"/>
                    <a:pt x="81" y="133"/>
                  </a:cubicBezTo>
                  <a:cubicBezTo>
                    <a:pt x="78" y="133"/>
                    <a:pt x="76" y="133"/>
                    <a:pt x="73" y="133"/>
                  </a:cubicBezTo>
                  <a:close/>
                  <a:moveTo>
                    <a:pt x="29" y="74"/>
                  </a:moveTo>
                  <a:cubicBezTo>
                    <a:pt x="19" y="74"/>
                    <a:pt x="10" y="80"/>
                    <a:pt x="7" y="90"/>
                  </a:cubicBezTo>
                  <a:cubicBezTo>
                    <a:pt x="2" y="102"/>
                    <a:pt x="8" y="116"/>
                    <a:pt x="21" y="121"/>
                  </a:cubicBezTo>
                  <a:cubicBezTo>
                    <a:pt x="40" y="128"/>
                    <a:pt x="60" y="132"/>
                    <a:pt x="80" y="131"/>
                  </a:cubicBezTo>
                  <a:cubicBezTo>
                    <a:pt x="139" y="128"/>
                    <a:pt x="191" y="90"/>
                    <a:pt x="212" y="35"/>
                  </a:cubicBezTo>
                  <a:cubicBezTo>
                    <a:pt x="217" y="23"/>
                    <a:pt x="211" y="9"/>
                    <a:pt x="198" y="4"/>
                  </a:cubicBezTo>
                  <a:cubicBezTo>
                    <a:pt x="195" y="3"/>
                    <a:pt x="193" y="3"/>
                    <a:pt x="190" y="3"/>
                  </a:cubicBezTo>
                  <a:cubicBezTo>
                    <a:pt x="180" y="3"/>
                    <a:pt x="170" y="9"/>
                    <a:pt x="167" y="18"/>
                  </a:cubicBezTo>
                  <a:cubicBezTo>
                    <a:pt x="152" y="57"/>
                    <a:pt x="115" y="82"/>
                    <a:pt x="74" y="82"/>
                  </a:cubicBezTo>
                  <a:cubicBezTo>
                    <a:pt x="61" y="82"/>
                    <a:pt x="49" y="80"/>
                    <a:pt x="38" y="76"/>
                  </a:cubicBezTo>
                  <a:cubicBezTo>
                    <a:pt x="35" y="75"/>
                    <a:pt x="32" y="74"/>
                    <a:pt x="29"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Oval 27"/>
            <p:cNvSpPr>
              <a:spLocks noChangeArrowheads="1"/>
            </p:cNvSpPr>
            <p:nvPr/>
          </p:nvSpPr>
          <p:spPr bwMode="auto">
            <a:xfrm>
              <a:off x="4330700" y="6100763"/>
              <a:ext cx="492125" cy="3286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28"/>
            <p:cNvSpPr>
              <a:spLocks/>
            </p:cNvSpPr>
            <p:nvPr/>
          </p:nvSpPr>
          <p:spPr bwMode="auto">
            <a:xfrm>
              <a:off x="4845050" y="5464175"/>
              <a:ext cx="1108075" cy="979487"/>
            </a:xfrm>
            <a:custGeom>
              <a:avLst/>
              <a:gdLst>
                <a:gd name="T0" fmla="*/ 381 w 402"/>
                <a:gd name="T1" fmla="*/ 27 h 355"/>
                <a:gd name="T2" fmla="*/ 327 w 402"/>
                <a:gd name="T3" fmla="*/ 29 h 355"/>
                <a:gd name="T4" fmla="*/ 325 w 402"/>
                <a:gd name="T5" fmla="*/ 11 h 355"/>
                <a:gd name="T6" fmla="*/ 255 w 402"/>
                <a:gd name="T7" fmla="*/ 39 h 355"/>
                <a:gd name="T8" fmla="*/ 220 w 402"/>
                <a:gd name="T9" fmla="*/ 89 h 355"/>
                <a:gd name="T10" fmla="*/ 163 w 402"/>
                <a:gd name="T11" fmla="*/ 133 h 355"/>
                <a:gd name="T12" fmla="*/ 21 w 402"/>
                <a:gd name="T13" fmla="*/ 330 h 355"/>
                <a:gd name="T14" fmla="*/ 240 w 402"/>
                <a:gd name="T15" fmla="*/ 224 h 355"/>
                <a:gd name="T16" fmla="*/ 381 w 402"/>
                <a:gd name="T17" fmla="*/ 27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2" h="355">
                  <a:moveTo>
                    <a:pt x="381" y="27"/>
                  </a:moveTo>
                  <a:cubicBezTo>
                    <a:pt x="373" y="18"/>
                    <a:pt x="354" y="19"/>
                    <a:pt x="327" y="29"/>
                  </a:cubicBezTo>
                  <a:cubicBezTo>
                    <a:pt x="329" y="21"/>
                    <a:pt x="328" y="15"/>
                    <a:pt x="325" y="11"/>
                  </a:cubicBezTo>
                  <a:cubicBezTo>
                    <a:pt x="315" y="0"/>
                    <a:pt x="283" y="12"/>
                    <a:pt x="255" y="39"/>
                  </a:cubicBezTo>
                  <a:cubicBezTo>
                    <a:pt x="236" y="56"/>
                    <a:pt x="224" y="75"/>
                    <a:pt x="220" y="89"/>
                  </a:cubicBezTo>
                  <a:cubicBezTo>
                    <a:pt x="202" y="102"/>
                    <a:pt x="182" y="117"/>
                    <a:pt x="163" y="133"/>
                  </a:cubicBezTo>
                  <a:cubicBezTo>
                    <a:pt x="64" y="217"/>
                    <a:pt x="0" y="305"/>
                    <a:pt x="21" y="330"/>
                  </a:cubicBezTo>
                  <a:cubicBezTo>
                    <a:pt x="43" y="355"/>
                    <a:pt x="140" y="308"/>
                    <a:pt x="240" y="224"/>
                  </a:cubicBezTo>
                  <a:cubicBezTo>
                    <a:pt x="339" y="141"/>
                    <a:pt x="402" y="53"/>
                    <a:pt x="381"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0" name="组合 209"/>
          <p:cNvGrpSpPr/>
          <p:nvPr/>
        </p:nvGrpSpPr>
        <p:grpSpPr>
          <a:xfrm>
            <a:off x="345862" y="669501"/>
            <a:ext cx="1074715" cy="1303282"/>
            <a:chOff x="342900" y="665163"/>
            <a:chExt cx="1552576" cy="1882775"/>
          </a:xfrm>
          <a:solidFill>
            <a:schemeClr val="tx1">
              <a:lumMod val="65000"/>
              <a:lumOff val="35000"/>
            </a:schemeClr>
          </a:solidFill>
        </p:grpSpPr>
        <p:sp>
          <p:nvSpPr>
            <p:cNvPr id="211" name="Freeform 34"/>
            <p:cNvSpPr>
              <a:spLocks/>
            </p:cNvSpPr>
            <p:nvPr/>
          </p:nvSpPr>
          <p:spPr bwMode="auto">
            <a:xfrm>
              <a:off x="833438" y="1211263"/>
              <a:ext cx="1062038" cy="1336675"/>
            </a:xfrm>
            <a:custGeom>
              <a:avLst/>
              <a:gdLst>
                <a:gd name="T0" fmla="*/ 4 w 385"/>
                <a:gd name="T1" fmla="*/ 22 h 485"/>
                <a:gd name="T2" fmla="*/ 38 w 385"/>
                <a:gd name="T3" fmla="*/ 5 h 485"/>
                <a:gd name="T4" fmla="*/ 188 w 385"/>
                <a:gd name="T5" fmla="*/ 15 h 485"/>
                <a:gd name="T6" fmla="*/ 217 w 385"/>
                <a:gd name="T7" fmla="*/ 10 h 485"/>
                <a:gd name="T8" fmla="*/ 250 w 385"/>
                <a:gd name="T9" fmla="*/ 15 h 485"/>
                <a:gd name="T10" fmla="*/ 336 w 385"/>
                <a:gd name="T11" fmla="*/ 181 h 485"/>
                <a:gd name="T12" fmla="*/ 312 w 385"/>
                <a:gd name="T13" fmla="*/ 196 h 485"/>
                <a:gd name="T14" fmla="*/ 300 w 385"/>
                <a:gd name="T15" fmla="*/ 193 h 485"/>
                <a:gd name="T16" fmla="*/ 289 w 385"/>
                <a:gd name="T17" fmla="*/ 157 h 485"/>
                <a:gd name="T18" fmla="*/ 268 w 385"/>
                <a:gd name="T19" fmla="*/ 86 h 485"/>
                <a:gd name="T20" fmla="*/ 289 w 385"/>
                <a:gd name="T21" fmla="*/ 237 h 485"/>
                <a:gd name="T22" fmla="*/ 286 w 385"/>
                <a:gd name="T23" fmla="*/ 262 h 485"/>
                <a:gd name="T24" fmla="*/ 284 w 385"/>
                <a:gd name="T25" fmla="*/ 269 h 485"/>
                <a:gd name="T26" fmla="*/ 354 w 385"/>
                <a:gd name="T27" fmla="*/ 424 h 485"/>
                <a:gd name="T28" fmla="*/ 372 w 385"/>
                <a:gd name="T29" fmla="*/ 464 h 485"/>
                <a:gd name="T30" fmla="*/ 343 w 385"/>
                <a:gd name="T31" fmla="*/ 484 h 485"/>
                <a:gd name="T32" fmla="*/ 333 w 385"/>
                <a:gd name="T33" fmla="*/ 482 h 485"/>
                <a:gd name="T34" fmla="*/ 231 w 385"/>
                <a:gd name="T35" fmla="*/ 387 h 485"/>
                <a:gd name="T36" fmla="*/ 214 w 385"/>
                <a:gd name="T37" fmla="*/ 310 h 485"/>
                <a:gd name="T38" fmla="*/ 175 w 385"/>
                <a:gd name="T39" fmla="*/ 354 h 485"/>
                <a:gd name="T40" fmla="*/ 166 w 385"/>
                <a:gd name="T41" fmla="*/ 446 h 485"/>
                <a:gd name="T42" fmla="*/ 145 w 385"/>
                <a:gd name="T43" fmla="*/ 484 h 485"/>
                <a:gd name="T44" fmla="*/ 136 w 385"/>
                <a:gd name="T45" fmla="*/ 485 h 485"/>
                <a:gd name="T46" fmla="*/ 106 w 385"/>
                <a:gd name="T47" fmla="*/ 463 h 485"/>
                <a:gd name="T48" fmla="*/ 120 w 385"/>
                <a:gd name="T49" fmla="*/ 324 h 485"/>
                <a:gd name="T50" fmla="*/ 195 w 385"/>
                <a:gd name="T51" fmla="*/ 250 h 485"/>
                <a:gd name="T52" fmla="*/ 169 w 385"/>
                <a:gd name="T53" fmla="*/ 70 h 485"/>
                <a:gd name="T54" fmla="*/ 123 w 385"/>
                <a:gd name="T55" fmla="*/ 74 h 485"/>
                <a:gd name="T56" fmla="*/ 22 w 385"/>
                <a:gd name="T57" fmla="*/ 55 h 485"/>
                <a:gd name="T58" fmla="*/ 4 w 385"/>
                <a:gd name="T59" fmla="*/ 22 h 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85" h="485">
                  <a:moveTo>
                    <a:pt x="4" y="22"/>
                  </a:moveTo>
                  <a:cubicBezTo>
                    <a:pt x="9" y="8"/>
                    <a:pt x="24" y="0"/>
                    <a:pt x="38" y="5"/>
                  </a:cubicBezTo>
                  <a:cubicBezTo>
                    <a:pt x="104" y="25"/>
                    <a:pt x="124" y="23"/>
                    <a:pt x="188" y="15"/>
                  </a:cubicBezTo>
                  <a:cubicBezTo>
                    <a:pt x="191" y="14"/>
                    <a:pt x="217" y="10"/>
                    <a:pt x="217" y="10"/>
                  </a:cubicBezTo>
                  <a:cubicBezTo>
                    <a:pt x="224" y="9"/>
                    <a:pt x="246" y="13"/>
                    <a:pt x="250" y="15"/>
                  </a:cubicBezTo>
                  <a:cubicBezTo>
                    <a:pt x="301" y="41"/>
                    <a:pt x="385" y="83"/>
                    <a:pt x="336" y="181"/>
                  </a:cubicBezTo>
                  <a:cubicBezTo>
                    <a:pt x="331" y="190"/>
                    <a:pt x="322" y="196"/>
                    <a:pt x="312" y="196"/>
                  </a:cubicBezTo>
                  <a:cubicBezTo>
                    <a:pt x="308" y="196"/>
                    <a:pt x="304" y="195"/>
                    <a:pt x="300" y="193"/>
                  </a:cubicBezTo>
                  <a:cubicBezTo>
                    <a:pt x="287" y="186"/>
                    <a:pt x="282" y="170"/>
                    <a:pt x="289" y="157"/>
                  </a:cubicBezTo>
                  <a:cubicBezTo>
                    <a:pt x="304" y="128"/>
                    <a:pt x="303" y="110"/>
                    <a:pt x="268" y="86"/>
                  </a:cubicBezTo>
                  <a:cubicBezTo>
                    <a:pt x="289" y="237"/>
                    <a:pt x="289" y="237"/>
                    <a:pt x="289" y="237"/>
                  </a:cubicBezTo>
                  <a:cubicBezTo>
                    <a:pt x="290" y="246"/>
                    <a:pt x="289" y="255"/>
                    <a:pt x="286" y="262"/>
                  </a:cubicBezTo>
                  <a:cubicBezTo>
                    <a:pt x="285" y="264"/>
                    <a:pt x="285" y="267"/>
                    <a:pt x="284" y="269"/>
                  </a:cubicBezTo>
                  <a:cubicBezTo>
                    <a:pt x="260" y="331"/>
                    <a:pt x="292" y="401"/>
                    <a:pt x="354" y="424"/>
                  </a:cubicBezTo>
                  <a:cubicBezTo>
                    <a:pt x="370" y="430"/>
                    <a:pt x="378" y="448"/>
                    <a:pt x="372" y="464"/>
                  </a:cubicBezTo>
                  <a:cubicBezTo>
                    <a:pt x="368" y="477"/>
                    <a:pt x="356" y="484"/>
                    <a:pt x="343" y="484"/>
                  </a:cubicBezTo>
                  <a:cubicBezTo>
                    <a:pt x="340" y="484"/>
                    <a:pt x="336" y="484"/>
                    <a:pt x="333" y="482"/>
                  </a:cubicBezTo>
                  <a:cubicBezTo>
                    <a:pt x="287" y="465"/>
                    <a:pt x="251" y="431"/>
                    <a:pt x="231" y="387"/>
                  </a:cubicBezTo>
                  <a:cubicBezTo>
                    <a:pt x="220" y="362"/>
                    <a:pt x="214" y="336"/>
                    <a:pt x="214" y="310"/>
                  </a:cubicBezTo>
                  <a:cubicBezTo>
                    <a:pt x="198" y="321"/>
                    <a:pt x="184" y="336"/>
                    <a:pt x="175" y="354"/>
                  </a:cubicBezTo>
                  <a:cubicBezTo>
                    <a:pt x="160" y="382"/>
                    <a:pt x="156" y="415"/>
                    <a:pt x="166" y="446"/>
                  </a:cubicBezTo>
                  <a:cubicBezTo>
                    <a:pt x="170" y="462"/>
                    <a:pt x="161" y="479"/>
                    <a:pt x="145" y="484"/>
                  </a:cubicBezTo>
                  <a:cubicBezTo>
                    <a:pt x="142" y="485"/>
                    <a:pt x="139" y="485"/>
                    <a:pt x="136" y="485"/>
                  </a:cubicBezTo>
                  <a:cubicBezTo>
                    <a:pt x="123" y="485"/>
                    <a:pt x="110" y="477"/>
                    <a:pt x="106" y="463"/>
                  </a:cubicBezTo>
                  <a:cubicBezTo>
                    <a:pt x="92" y="417"/>
                    <a:pt x="97" y="367"/>
                    <a:pt x="120" y="324"/>
                  </a:cubicBezTo>
                  <a:cubicBezTo>
                    <a:pt x="138" y="292"/>
                    <a:pt x="163" y="267"/>
                    <a:pt x="195" y="250"/>
                  </a:cubicBezTo>
                  <a:cubicBezTo>
                    <a:pt x="169" y="70"/>
                    <a:pt x="169" y="70"/>
                    <a:pt x="169" y="70"/>
                  </a:cubicBezTo>
                  <a:cubicBezTo>
                    <a:pt x="152" y="72"/>
                    <a:pt x="138" y="74"/>
                    <a:pt x="123" y="74"/>
                  </a:cubicBezTo>
                  <a:cubicBezTo>
                    <a:pt x="95" y="74"/>
                    <a:pt x="66" y="69"/>
                    <a:pt x="22" y="55"/>
                  </a:cubicBezTo>
                  <a:cubicBezTo>
                    <a:pt x="8" y="51"/>
                    <a:pt x="0" y="36"/>
                    <a:pt x="4"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Oval 35"/>
            <p:cNvSpPr>
              <a:spLocks noChangeArrowheads="1"/>
            </p:cNvSpPr>
            <p:nvPr/>
          </p:nvSpPr>
          <p:spPr bwMode="auto">
            <a:xfrm>
              <a:off x="1158875" y="893763"/>
              <a:ext cx="339725" cy="3365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36"/>
            <p:cNvSpPr>
              <a:spLocks noEditPoints="1"/>
            </p:cNvSpPr>
            <p:nvPr/>
          </p:nvSpPr>
          <p:spPr bwMode="auto">
            <a:xfrm>
              <a:off x="342900" y="665163"/>
              <a:ext cx="447675" cy="749300"/>
            </a:xfrm>
            <a:custGeom>
              <a:avLst/>
              <a:gdLst>
                <a:gd name="T0" fmla="*/ 89 w 162"/>
                <a:gd name="T1" fmla="*/ 73 h 272"/>
                <a:gd name="T2" fmla="*/ 89 w 162"/>
                <a:gd name="T3" fmla="*/ 60 h 272"/>
                <a:gd name="T4" fmla="*/ 145 w 162"/>
                <a:gd name="T5" fmla="*/ 60 h 272"/>
                <a:gd name="T6" fmla="*/ 157 w 162"/>
                <a:gd name="T7" fmla="*/ 47 h 272"/>
                <a:gd name="T8" fmla="*/ 145 w 162"/>
                <a:gd name="T9" fmla="*/ 35 h 272"/>
                <a:gd name="T10" fmla="*/ 105 w 162"/>
                <a:gd name="T11" fmla="*/ 35 h 272"/>
                <a:gd name="T12" fmla="*/ 107 w 162"/>
                <a:gd name="T13" fmla="*/ 26 h 272"/>
                <a:gd name="T14" fmla="*/ 81 w 162"/>
                <a:gd name="T15" fmla="*/ 0 h 272"/>
                <a:gd name="T16" fmla="*/ 56 w 162"/>
                <a:gd name="T17" fmla="*/ 26 h 272"/>
                <a:gd name="T18" fmla="*/ 58 w 162"/>
                <a:gd name="T19" fmla="*/ 35 h 272"/>
                <a:gd name="T20" fmla="*/ 18 w 162"/>
                <a:gd name="T21" fmla="*/ 35 h 272"/>
                <a:gd name="T22" fmla="*/ 5 w 162"/>
                <a:gd name="T23" fmla="*/ 47 h 272"/>
                <a:gd name="T24" fmla="*/ 18 w 162"/>
                <a:gd name="T25" fmla="*/ 60 h 272"/>
                <a:gd name="T26" fmla="*/ 73 w 162"/>
                <a:gd name="T27" fmla="*/ 60 h 272"/>
                <a:gd name="T28" fmla="*/ 73 w 162"/>
                <a:gd name="T29" fmla="*/ 73 h 272"/>
                <a:gd name="T30" fmla="*/ 0 w 162"/>
                <a:gd name="T31" fmla="*/ 191 h 272"/>
                <a:gd name="T32" fmla="*/ 81 w 162"/>
                <a:gd name="T33" fmla="*/ 272 h 272"/>
                <a:gd name="T34" fmla="*/ 162 w 162"/>
                <a:gd name="T35" fmla="*/ 191 h 272"/>
                <a:gd name="T36" fmla="*/ 89 w 162"/>
                <a:gd name="T37" fmla="*/ 73 h 272"/>
                <a:gd name="T38" fmla="*/ 72 w 162"/>
                <a:gd name="T39" fmla="*/ 26 h 272"/>
                <a:gd name="T40" fmla="*/ 81 w 162"/>
                <a:gd name="T41" fmla="*/ 16 h 272"/>
                <a:gd name="T42" fmla="*/ 90 w 162"/>
                <a:gd name="T43" fmla="*/ 26 h 272"/>
                <a:gd name="T44" fmla="*/ 81 w 162"/>
                <a:gd name="T45" fmla="*/ 35 h 272"/>
                <a:gd name="T46" fmla="*/ 72 w 162"/>
                <a:gd name="T47" fmla="*/ 26 h 272"/>
                <a:gd name="T48" fmla="*/ 20 w 162"/>
                <a:gd name="T49" fmla="*/ 193 h 272"/>
                <a:gd name="T50" fmla="*/ 73 w 162"/>
                <a:gd name="T51" fmla="*/ 78 h 272"/>
                <a:gd name="T52" fmla="*/ 73 w 162"/>
                <a:gd name="T53" fmla="*/ 86 h 272"/>
                <a:gd name="T54" fmla="*/ 46 w 162"/>
                <a:gd name="T55" fmla="*/ 193 h 272"/>
                <a:gd name="T56" fmla="*/ 74 w 162"/>
                <a:gd name="T57" fmla="*/ 268 h 272"/>
                <a:gd name="T58" fmla="*/ 20 w 162"/>
                <a:gd name="T59" fmla="*/ 193 h 272"/>
                <a:gd name="T60" fmla="*/ 89 w 162"/>
                <a:gd name="T61" fmla="*/ 268 h 272"/>
                <a:gd name="T62" fmla="*/ 116 w 162"/>
                <a:gd name="T63" fmla="*/ 193 h 272"/>
                <a:gd name="T64" fmla="*/ 89 w 162"/>
                <a:gd name="T65" fmla="*/ 86 h 272"/>
                <a:gd name="T66" fmla="*/ 89 w 162"/>
                <a:gd name="T67" fmla="*/ 78 h 272"/>
                <a:gd name="T68" fmla="*/ 143 w 162"/>
                <a:gd name="T69" fmla="*/ 193 h 272"/>
                <a:gd name="T70" fmla="*/ 89 w 162"/>
                <a:gd name="T71" fmla="*/ 268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2" h="272">
                  <a:moveTo>
                    <a:pt x="89" y="73"/>
                  </a:moveTo>
                  <a:cubicBezTo>
                    <a:pt x="89" y="60"/>
                    <a:pt x="89" y="60"/>
                    <a:pt x="89" y="60"/>
                  </a:cubicBezTo>
                  <a:cubicBezTo>
                    <a:pt x="145" y="60"/>
                    <a:pt x="145" y="60"/>
                    <a:pt x="145" y="60"/>
                  </a:cubicBezTo>
                  <a:cubicBezTo>
                    <a:pt x="152" y="60"/>
                    <a:pt x="157" y="54"/>
                    <a:pt x="157" y="47"/>
                  </a:cubicBezTo>
                  <a:cubicBezTo>
                    <a:pt x="157" y="40"/>
                    <a:pt x="152" y="35"/>
                    <a:pt x="145" y="35"/>
                  </a:cubicBezTo>
                  <a:cubicBezTo>
                    <a:pt x="105" y="35"/>
                    <a:pt x="105" y="35"/>
                    <a:pt x="105" y="35"/>
                  </a:cubicBezTo>
                  <a:cubicBezTo>
                    <a:pt x="106" y="32"/>
                    <a:pt x="107" y="29"/>
                    <a:pt x="107" y="26"/>
                  </a:cubicBezTo>
                  <a:cubicBezTo>
                    <a:pt x="107" y="12"/>
                    <a:pt x="95" y="0"/>
                    <a:pt x="81" y="0"/>
                  </a:cubicBezTo>
                  <a:cubicBezTo>
                    <a:pt x="67" y="0"/>
                    <a:pt x="56" y="12"/>
                    <a:pt x="56" y="26"/>
                  </a:cubicBezTo>
                  <a:cubicBezTo>
                    <a:pt x="56" y="29"/>
                    <a:pt x="56" y="32"/>
                    <a:pt x="58" y="35"/>
                  </a:cubicBezTo>
                  <a:cubicBezTo>
                    <a:pt x="18" y="35"/>
                    <a:pt x="18" y="35"/>
                    <a:pt x="18" y="35"/>
                  </a:cubicBezTo>
                  <a:cubicBezTo>
                    <a:pt x="11" y="35"/>
                    <a:pt x="5" y="40"/>
                    <a:pt x="5" y="47"/>
                  </a:cubicBezTo>
                  <a:cubicBezTo>
                    <a:pt x="5" y="54"/>
                    <a:pt x="11" y="60"/>
                    <a:pt x="18" y="60"/>
                  </a:cubicBezTo>
                  <a:cubicBezTo>
                    <a:pt x="73" y="60"/>
                    <a:pt x="73" y="60"/>
                    <a:pt x="73" y="60"/>
                  </a:cubicBezTo>
                  <a:cubicBezTo>
                    <a:pt x="73" y="73"/>
                    <a:pt x="73" y="73"/>
                    <a:pt x="73" y="73"/>
                  </a:cubicBezTo>
                  <a:cubicBezTo>
                    <a:pt x="53" y="92"/>
                    <a:pt x="0" y="144"/>
                    <a:pt x="0" y="191"/>
                  </a:cubicBezTo>
                  <a:cubicBezTo>
                    <a:pt x="0" y="235"/>
                    <a:pt x="37" y="272"/>
                    <a:pt x="81" y="272"/>
                  </a:cubicBezTo>
                  <a:cubicBezTo>
                    <a:pt x="126" y="272"/>
                    <a:pt x="162" y="235"/>
                    <a:pt x="162" y="191"/>
                  </a:cubicBezTo>
                  <a:cubicBezTo>
                    <a:pt x="162" y="145"/>
                    <a:pt x="110" y="92"/>
                    <a:pt x="89" y="73"/>
                  </a:cubicBezTo>
                  <a:close/>
                  <a:moveTo>
                    <a:pt x="72" y="26"/>
                  </a:moveTo>
                  <a:cubicBezTo>
                    <a:pt x="72" y="21"/>
                    <a:pt x="76" y="16"/>
                    <a:pt x="81" y="16"/>
                  </a:cubicBezTo>
                  <a:cubicBezTo>
                    <a:pt x="86" y="16"/>
                    <a:pt x="90" y="21"/>
                    <a:pt x="90" y="26"/>
                  </a:cubicBezTo>
                  <a:cubicBezTo>
                    <a:pt x="90" y="31"/>
                    <a:pt x="86" y="35"/>
                    <a:pt x="81" y="35"/>
                  </a:cubicBezTo>
                  <a:cubicBezTo>
                    <a:pt x="76" y="35"/>
                    <a:pt x="72" y="31"/>
                    <a:pt x="72" y="26"/>
                  </a:cubicBezTo>
                  <a:close/>
                  <a:moveTo>
                    <a:pt x="20" y="193"/>
                  </a:moveTo>
                  <a:cubicBezTo>
                    <a:pt x="20" y="149"/>
                    <a:pt x="57" y="99"/>
                    <a:pt x="73" y="78"/>
                  </a:cubicBezTo>
                  <a:cubicBezTo>
                    <a:pt x="73" y="86"/>
                    <a:pt x="73" y="86"/>
                    <a:pt x="73" y="86"/>
                  </a:cubicBezTo>
                  <a:cubicBezTo>
                    <a:pt x="63" y="109"/>
                    <a:pt x="46" y="154"/>
                    <a:pt x="46" y="193"/>
                  </a:cubicBezTo>
                  <a:cubicBezTo>
                    <a:pt x="46" y="232"/>
                    <a:pt x="58" y="261"/>
                    <a:pt x="74" y="268"/>
                  </a:cubicBezTo>
                  <a:cubicBezTo>
                    <a:pt x="43" y="264"/>
                    <a:pt x="20" y="234"/>
                    <a:pt x="20" y="193"/>
                  </a:cubicBezTo>
                  <a:close/>
                  <a:moveTo>
                    <a:pt x="89" y="268"/>
                  </a:moveTo>
                  <a:cubicBezTo>
                    <a:pt x="105" y="261"/>
                    <a:pt x="116" y="232"/>
                    <a:pt x="116" y="193"/>
                  </a:cubicBezTo>
                  <a:cubicBezTo>
                    <a:pt x="116" y="154"/>
                    <a:pt x="99" y="110"/>
                    <a:pt x="89" y="86"/>
                  </a:cubicBezTo>
                  <a:cubicBezTo>
                    <a:pt x="89" y="78"/>
                    <a:pt x="89" y="78"/>
                    <a:pt x="89" y="78"/>
                  </a:cubicBezTo>
                  <a:cubicBezTo>
                    <a:pt x="106" y="99"/>
                    <a:pt x="143" y="150"/>
                    <a:pt x="143" y="193"/>
                  </a:cubicBezTo>
                  <a:cubicBezTo>
                    <a:pt x="143" y="234"/>
                    <a:pt x="119" y="264"/>
                    <a:pt x="89" y="2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4" name="组合 213"/>
          <p:cNvGrpSpPr/>
          <p:nvPr/>
        </p:nvGrpSpPr>
        <p:grpSpPr>
          <a:xfrm>
            <a:off x="1720573" y="822247"/>
            <a:ext cx="1152735" cy="1150536"/>
            <a:chOff x="2328863" y="885825"/>
            <a:chExt cx="1665288" cy="1662112"/>
          </a:xfrm>
          <a:solidFill>
            <a:schemeClr val="tx1">
              <a:lumMod val="65000"/>
              <a:lumOff val="35000"/>
            </a:schemeClr>
          </a:solidFill>
        </p:grpSpPr>
        <p:sp>
          <p:nvSpPr>
            <p:cNvPr id="215" name="Oval 48"/>
            <p:cNvSpPr>
              <a:spLocks noChangeArrowheads="1"/>
            </p:cNvSpPr>
            <p:nvPr/>
          </p:nvSpPr>
          <p:spPr bwMode="auto">
            <a:xfrm>
              <a:off x="2994025" y="885825"/>
              <a:ext cx="336550" cy="3365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49"/>
            <p:cNvSpPr>
              <a:spLocks noEditPoints="1"/>
            </p:cNvSpPr>
            <p:nvPr/>
          </p:nvSpPr>
          <p:spPr bwMode="auto">
            <a:xfrm>
              <a:off x="2328863" y="1235075"/>
              <a:ext cx="1665288" cy="1312862"/>
            </a:xfrm>
            <a:custGeom>
              <a:avLst/>
              <a:gdLst>
                <a:gd name="T0" fmla="*/ 588 w 604"/>
                <a:gd name="T1" fmla="*/ 158 h 476"/>
                <a:gd name="T2" fmla="*/ 583 w 604"/>
                <a:gd name="T3" fmla="*/ 93 h 476"/>
                <a:gd name="T4" fmla="*/ 555 w 604"/>
                <a:gd name="T5" fmla="*/ 158 h 476"/>
                <a:gd name="T6" fmla="*/ 549 w 604"/>
                <a:gd name="T7" fmla="*/ 93 h 476"/>
                <a:gd name="T8" fmla="*/ 520 w 604"/>
                <a:gd name="T9" fmla="*/ 158 h 476"/>
                <a:gd name="T10" fmla="*/ 515 w 604"/>
                <a:gd name="T11" fmla="*/ 93 h 476"/>
                <a:gd name="T12" fmla="*/ 486 w 604"/>
                <a:gd name="T13" fmla="*/ 156 h 476"/>
                <a:gd name="T14" fmla="*/ 472 w 604"/>
                <a:gd name="T15" fmla="*/ 145 h 476"/>
                <a:gd name="T16" fmla="*/ 323 w 604"/>
                <a:gd name="T17" fmla="*/ 0 h 476"/>
                <a:gd name="T18" fmla="*/ 270 w 604"/>
                <a:gd name="T19" fmla="*/ 2 h 476"/>
                <a:gd name="T20" fmla="*/ 135 w 604"/>
                <a:gd name="T21" fmla="*/ 156 h 476"/>
                <a:gd name="T22" fmla="*/ 118 w 604"/>
                <a:gd name="T23" fmla="*/ 93 h 476"/>
                <a:gd name="T24" fmla="*/ 89 w 604"/>
                <a:gd name="T25" fmla="*/ 158 h 476"/>
                <a:gd name="T26" fmla="*/ 83 w 604"/>
                <a:gd name="T27" fmla="*/ 93 h 476"/>
                <a:gd name="T28" fmla="*/ 55 w 604"/>
                <a:gd name="T29" fmla="*/ 158 h 476"/>
                <a:gd name="T30" fmla="*/ 49 w 604"/>
                <a:gd name="T31" fmla="*/ 93 h 476"/>
                <a:gd name="T32" fmla="*/ 20 w 604"/>
                <a:gd name="T33" fmla="*/ 158 h 476"/>
                <a:gd name="T34" fmla="*/ 15 w 604"/>
                <a:gd name="T35" fmla="*/ 145 h 476"/>
                <a:gd name="T36" fmla="*/ 0 w 604"/>
                <a:gd name="T37" fmla="*/ 183 h 476"/>
                <a:gd name="T38" fmla="*/ 15 w 604"/>
                <a:gd name="T39" fmla="*/ 170 h 476"/>
                <a:gd name="T40" fmla="*/ 20 w 604"/>
                <a:gd name="T41" fmla="*/ 235 h 476"/>
                <a:gd name="T42" fmla="*/ 49 w 604"/>
                <a:gd name="T43" fmla="*/ 170 h 476"/>
                <a:gd name="T44" fmla="*/ 55 w 604"/>
                <a:gd name="T45" fmla="*/ 235 h 476"/>
                <a:gd name="T46" fmla="*/ 83 w 604"/>
                <a:gd name="T47" fmla="*/ 170 h 476"/>
                <a:gd name="T48" fmla="*/ 89 w 604"/>
                <a:gd name="T49" fmla="*/ 235 h 476"/>
                <a:gd name="T50" fmla="*/ 118 w 604"/>
                <a:gd name="T51" fmla="*/ 172 h 476"/>
                <a:gd name="T52" fmla="*/ 245 w 604"/>
                <a:gd name="T53" fmla="*/ 245 h 476"/>
                <a:gd name="T54" fmla="*/ 245 w 604"/>
                <a:gd name="T55" fmla="*/ 450 h 476"/>
                <a:gd name="T56" fmla="*/ 271 w 604"/>
                <a:gd name="T57" fmla="*/ 476 h 476"/>
                <a:gd name="T58" fmla="*/ 298 w 604"/>
                <a:gd name="T59" fmla="*/ 280 h 476"/>
                <a:gd name="T60" fmla="*/ 306 w 604"/>
                <a:gd name="T61" fmla="*/ 450 h 476"/>
                <a:gd name="T62" fmla="*/ 332 w 604"/>
                <a:gd name="T63" fmla="*/ 476 h 476"/>
                <a:gd name="T64" fmla="*/ 359 w 604"/>
                <a:gd name="T65" fmla="*/ 248 h 476"/>
                <a:gd name="T66" fmla="*/ 359 w 604"/>
                <a:gd name="T67" fmla="*/ 172 h 476"/>
                <a:gd name="T68" fmla="*/ 486 w 604"/>
                <a:gd name="T69" fmla="*/ 235 h 476"/>
                <a:gd name="T70" fmla="*/ 515 w 604"/>
                <a:gd name="T71" fmla="*/ 170 h 476"/>
                <a:gd name="T72" fmla="*/ 520 w 604"/>
                <a:gd name="T73" fmla="*/ 235 h 476"/>
                <a:gd name="T74" fmla="*/ 549 w 604"/>
                <a:gd name="T75" fmla="*/ 170 h 476"/>
                <a:gd name="T76" fmla="*/ 555 w 604"/>
                <a:gd name="T77" fmla="*/ 235 h 476"/>
                <a:gd name="T78" fmla="*/ 583 w 604"/>
                <a:gd name="T79" fmla="*/ 170 h 476"/>
                <a:gd name="T80" fmla="*/ 588 w 604"/>
                <a:gd name="T81" fmla="*/ 183 h 476"/>
                <a:gd name="T82" fmla="*/ 604 w 604"/>
                <a:gd name="T83" fmla="*/ 145 h 476"/>
                <a:gd name="T84" fmla="*/ 180 w 604"/>
                <a:gd name="T85" fmla="*/ 156 h 476"/>
                <a:gd name="T86" fmla="*/ 245 w 604"/>
                <a:gd name="T87" fmla="*/ 57 h 476"/>
                <a:gd name="T88" fmla="*/ 180 w 604"/>
                <a:gd name="T89" fmla="*/ 156 h 476"/>
                <a:gd name="T90" fmla="*/ 421 w 604"/>
                <a:gd name="T91" fmla="*/ 145 h 476"/>
                <a:gd name="T92" fmla="*/ 359 w 604"/>
                <a:gd name="T93" fmla="*/ 156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04" h="476">
                  <a:moveTo>
                    <a:pt x="588" y="145"/>
                  </a:moveTo>
                  <a:cubicBezTo>
                    <a:pt x="588" y="158"/>
                    <a:pt x="588" y="158"/>
                    <a:pt x="588" y="158"/>
                  </a:cubicBezTo>
                  <a:cubicBezTo>
                    <a:pt x="583" y="158"/>
                    <a:pt x="583" y="158"/>
                    <a:pt x="583" y="158"/>
                  </a:cubicBezTo>
                  <a:cubicBezTo>
                    <a:pt x="583" y="93"/>
                    <a:pt x="583" y="93"/>
                    <a:pt x="583" y="93"/>
                  </a:cubicBezTo>
                  <a:cubicBezTo>
                    <a:pt x="555" y="93"/>
                    <a:pt x="555" y="93"/>
                    <a:pt x="555" y="93"/>
                  </a:cubicBezTo>
                  <a:cubicBezTo>
                    <a:pt x="555" y="158"/>
                    <a:pt x="555" y="158"/>
                    <a:pt x="555" y="158"/>
                  </a:cubicBezTo>
                  <a:cubicBezTo>
                    <a:pt x="549" y="158"/>
                    <a:pt x="549" y="158"/>
                    <a:pt x="549" y="158"/>
                  </a:cubicBezTo>
                  <a:cubicBezTo>
                    <a:pt x="549" y="93"/>
                    <a:pt x="549" y="93"/>
                    <a:pt x="549" y="93"/>
                  </a:cubicBezTo>
                  <a:cubicBezTo>
                    <a:pt x="520" y="93"/>
                    <a:pt x="520" y="93"/>
                    <a:pt x="520" y="93"/>
                  </a:cubicBezTo>
                  <a:cubicBezTo>
                    <a:pt x="520" y="158"/>
                    <a:pt x="520" y="158"/>
                    <a:pt x="520" y="158"/>
                  </a:cubicBezTo>
                  <a:cubicBezTo>
                    <a:pt x="515" y="158"/>
                    <a:pt x="515" y="158"/>
                    <a:pt x="515" y="158"/>
                  </a:cubicBezTo>
                  <a:cubicBezTo>
                    <a:pt x="515" y="93"/>
                    <a:pt x="515" y="93"/>
                    <a:pt x="515" y="93"/>
                  </a:cubicBezTo>
                  <a:cubicBezTo>
                    <a:pt x="486" y="93"/>
                    <a:pt x="486" y="93"/>
                    <a:pt x="486" y="93"/>
                  </a:cubicBezTo>
                  <a:cubicBezTo>
                    <a:pt x="486" y="156"/>
                    <a:pt x="486" y="156"/>
                    <a:pt x="486" y="156"/>
                  </a:cubicBezTo>
                  <a:cubicBezTo>
                    <a:pt x="469" y="156"/>
                    <a:pt x="469" y="156"/>
                    <a:pt x="469" y="156"/>
                  </a:cubicBezTo>
                  <a:cubicBezTo>
                    <a:pt x="471" y="153"/>
                    <a:pt x="472" y="149"/>
                    <a:pt x="472" y="145"/>
                  </a:cubicBezTo>
                  <a:cubicBezTo>
                    <a:pt x="472" y="68"/>
                    <a:pt x="410" y="5"/>
                    <a:pt x="334" y="2"/>
                  </a:cubicBezTo>
                  <a:cubicBezTo>
                    <a:pt x="331" y="1"/>
                    <a:pt x="327" y="0"/>
                    <a:pt x="323" y="0"/>
                  </a:cubicBezTo>
                  <a:cubicBezTo>
                    <a:pt x="281" y="0"/>
                    <a:pt x="281" y="0"/>
                    <a:pt x="281" y="0"/>
                  </a:cubicBezTo>
                  <a:cubicBezTo>
                    <a:pt x="277" y="0"/>
                    <a:pt x="273" y="1"/>
                    <a:pt x="270" y="2"/>
                  </a:cubicBezTo>
                  <a:cubicBezTo>
                    <a:pt x="193" y="5"/>
                    <a:pt x="132" y="68"/>
                    <a:pt x="132" y="145"/>
                  </a:cubicBezTo>
                  <a:cubicBezTo>
                    <a:pt x="132" y="149"/>
                    <a:pt x="133" y="153"/>
                    <a:pt x="135" y="156"/>
                  </a:cubicBezTo>
                  <a:cubicBezTo>
                    <a:pt x="118" y="156"/>
                    <a:pt x="118" y="156"/>
                    <a:pt x="118" y="156"/>
                  </a:cubicBezTo>
                  <a:cubicBezTo>
                    <a:pt x="118" y="93"/>
                    <a:pt x="118" y="93"/>
                    <a:pt x="118" y="93"/>
                  </a:cubicBezTo>
                  <a:cubicBezTo>
                    <a:pt x="89" y="93"/>
                    <a:pt x="89" y="93"/>
                    <a:pt x="89" y="93"/>
                  </a:cubicBezTo>
                  <a:cubicBezTo>
                    <a:pt x="89" y="158"/>
                    <a:pt x="89" y="158"/>
                    <a:pt x="89" y="158"/>
                  </a:cubicBezTo>
                  <a:cubicBezTo>
                    <a:pt x="83" y="158"/>
                    <a:pt x="83" y="158"/>
                    <a:pt x="83" y="158"/>
                  </a:cubicBezTo>
                  <a:cubicBezTo>
                    <a:pt x="83" y="93"/>
                    <a:pt x="83" y="93"/>
                    <a:pt x="83" y="93"/>
                  </a:cubicBezTo>
                  <a:cubicBezTo>
                    <a:pt x="55" y="93"/>
                    <a:pt x="55" y="93"/>
                    <a:pt x="55" y="93"/>
                  </a:cubicBezTo>
                  <a:cubicBezTo>
                    <a:pt x="55" y="158"/>
                    <a:pt x="55" y="158"/>
                    <a:pt x="55" y="158"/>
                  </a:cubicBezTo>
                  <a:cubicBezTo>
                    <a:pt x="49" y="158"/>
                    <a:pt x="49" y="158"/>
                    <a:pt x="49" y="158"/>
                  </a:cubicBezTo>
                  <a:cubicBezTo>
                    <a:pt x="49" y="93"/>
                    <a:pt x="49" y="93"/>
                    <a:pt x="49" y="93"/>
                  </a:cubicBezTo>
                  <a:cubicBezTo>
                    <a:pt x="20" y="93"/>
                    <a:pt x="20" y="93"/>
                    <a:pt x="20" y="93"/>
                  </a:cubicBezTo>
                  <a:cubicBezTo>
                    <a:pt x="20" y="158"/>
                    <a:pt x="20" y="158"/>
                    <a:pt x="20" y="158"/>
                  </a:cubicBezTo>
                  <a:cubicBezTo>
                    <a:pt x="15" y="158"/>
                    <a:pt x="15" y="158"/>
                    <a:pt x="15" y="158"/>
                  </a:cubicBezTo>
                  <a:cubicBezTo>
                    <a:pt x="15" y="145"/>
                    <a:pt x="15" y="145"/>
                    <a:pt x="15" y="145"/>
                  </a:cubicBezTo>
                  <a:cubicBezTo>
                    <a:pt x="0" y="145"/>
                    <a:pt x="0" y="145"/>
                    <a:pt x="0" y="145"/>
                  </a:cubicBezTo>
                  <a:cubicBezTo>
                    <a:pt x="0" y="183"/>
                    <a:pt x="0" y="183"/>
                    <a:pt x="0" y="183"/>
                  </a:cubicBezTo>
                  <a:cubicBezTo>
                    <a:pt x="15" y="183"/>
                    <a:pt x="15" y="183"/>
                    <a:pt x="15" y="183"/>
                  </a:cubicBezTo>
                  <a:cubicBezTo>
                    <a:pt x="15" y="170"/>
                    <a:pt x="15" y="170"/>
                    <a:pt x="15" y="170"/>
                  </a:cubicBezTo>
                  <a:cubicBezTo>
                    <a:pt x="20" y="170"/>
                    <a:pt x="20" y="170"/>
                    <a:pt x="20" y="170"/>
                  </a:cubicBezTo>
                  <a:cubicBezTo>
                    <a:pt x="20" y="235"/>
                    <a:pt x="20" y="235"/>
                    <a:pt x="20" y="235"/>
                  </a:cubicBezTo>
                  <a:cubicBezTo>
                    <a:pt x="49" y="235"/>
                    <a:pt x="49" y="235"/>
                    <a:pt x="49" y="235"/>
                  </a:cubicBezTo>
                  <a:cubicBezTo>
                    <a:pt x="49" y="170"/>
                    <a:pt x="49" y="170"/>
                    <a:pt x="49" y="170"/>
                  </a:cubicBezTo>
                  <a:cubicBezTo>
                    <a:pt x="55" y="170"/>
                    <a:pt x="55" y="170"/>
                    <a:pt x="55" y="170"/>
                  </a:cubicBezTo>
                  <a:cubicBezTo>
                    <a:pt x="55" y="235"/>
                    <a:pt x="55" y="235"/>
                    <a:pt x="55" y="235"/>
                  </a:cubicBezTo>
                  <a:cubicBezTo>
                    <a:pt x="83" y="235"/>
                    <a:pt x="83" y="235"/>
                    <a:pt x="83" y="235"/>
                  </a:cubicBezTo>
                  <a:cubicBezTo>
                    <a:pt x="83" y="170"/>
                    <a:pt x="83" y="170"/>
                    <a:pt x="83" y="170"/>
                  </a:cubicBezTo>
                  <a:cubicBezTo>
                    <a:pt x="89" y="170"/>
                    <a:pt x="89" y="170"/>
                    <a:pt x="89" y="170"/>
                  </a:cubicBezTo>
                  <a:cubicBezTo>
                    <a:pt x="89" y="235"/>
                    <a:pt x="89" y="235"/>
                    <a:pt x="89" y="235"/>
                  </a:cubicBezTo>
                  <a:cubicBezTo>
                    <a:pt x="118" y="235"/>
                    <a:pt x="118" y="235"/>
                    <a:pt x="118" y="235"/>
                  </a:cubicBezTo>
                  <a:cubicBezTo>
                    <a:pt x="118" y="172"/>
                    <a:pt x="118" y="172"/>
                    <a:pt x="118" y="172"/>
                  </a:cubicBezTo>
                  <a:cubicBezTo>
                    <a:pt x="245" y="172"/>
                    <a:pt x="245" y="172"/>
                    <a:pt x="245" y="172"/>
                  </a:cubicBezTo>
                  <a:cubicBezTo>
                    <a:pt x="245" y="245"/>
                    <a:pt x="245" y="245"/>
                    <a:pt x="245" y="245"/>
                  </a:cubicBezTo>
                  <a:cubicBezTo>
                    <a:pt x="245" y="248"/>
                    <a:pt x="245" y="248"/>
                    <a:pt x="245" y="248"/>
                  </a:cubicBezTo>
                  <a:cubicBezTo>
                    <a:pt x="245" y="450"/>
                    <a:pt x="245" y="450"/>
                    <a:pt x="245" y="450"/>
                  </a:cubicBezTo>
                  <a:cubicBezTo>
                    <a:pt x="245" y="465"/>
                    <a:pt x="257" y="476"/>
                    <a:pt x="271" y="476"/>
                  </a:cubicBezTo>
                  <a:cubicBezTo>
                    <a:pt x="271" y="476"/>
                    <a:pt x="271" y="476"/>
                    <a:pt x="271" y="476"/>
                  </a:cubicBezTo>
                  <a:cubicBezTo>
                    <a:pt x="286" y="476"/>
                    <a:pt x="298" y="465"/>
                    <a:pt x="298" y="450"/>
                  </a:cubicBezTo>
                  <a:cubicBezTo>
                    <a:pt x="298" y="280"/>
                    <a:pt x="298" y="280"/>
                    <a:pt x="298" y="280"/>
                  </a:cubicBezTo>
                  <a:cubicBezTo>
                    <a:pt x="306" y="280"/>
                    <a:pt x="306" y="280"/>
                    <a:pt x="306" y="280"/>
                  </a:cubicBezTo>
                  <a:cubicBezTo>
                    <a:pt x="306" y="450"/>
                    <a:pt x="306" y="450"/>
                    <a:pt x="306" y="450"/>
                  </a:cubicBezTo>
                  <a:cubicBezTo>
                    <a:pt x="306" y="465"/>
                    <a:pt x="318" y="476"/>
                    <a:pt x="332" y="476"/>
                  </a:cubicBezTo>
                  <a:cubicBezTo>
                    <a:pt x="332" y="476"/>
                    <a:pt x="332" y="476"/>
                    <a:pt x="332" y="476"/>
                  </a:cubicBezTo>
                  <a:cubicBezTo>
                    <a:pt x="347" y="476"/>
                    <a:pt x="359" y="465"/>
                    <a:pt x="359" y="450"/>
                  </a:cubicBezTo>
                  <a:cubicBezTo>
                    <a:pt x="359" y="248"/>
                    <a:pt x="359" y="248"/>
                    <a:pt x="359" y="248"/>
                  </a:cubicBezTo>
                  <a:cubicBezTo>
                    <a:pt x="359" y="245"/>
                    <a:pt x="359" y="245"/>
                    <a:pt x="359" y="245"/>
                  </a:cubicBezTo>
                  <a:cubicBezTo>
                    <a:pt x="359" y="172"/>
                    <a:pt x="359" y="172"/>
                    <a:pt x="359" y="172"/>
                  </a:cubicBezTo>
                  <a:cubicBezTo>
                    <a:pt x="486" y="172"/>
                    <a:pt x="486" y="172"/>
                    <a:pt x="486" y="172"/>
                  </a:cubicBezTo>
                  <a:cubicBezTo>
                    <a:pt x="486" y="235"/>
                    <a:pt x="486" y="235"/>
                    <a:pt x="486" y="235"/>
                  </a:cubicBezTo>
                  <a:cubicBezTo>
                    <a:pt x="515" y="235"/>
                    <a:pt x="515" y="235"/>
                    <a:pt x="515" y="235"/>
                  </a:cubicBezTo>
                  <a:cubicBezTo>
                    <a:pt x="515" y="170"/>
                    <a:pt x="515" y="170"/>
                    <a:pt x="515" y="170"/>
                  </a:cubicBezTo>
                  <a:cubicBezTo>
                    <a:pt x="520" y="170"/>
                    <a:pt x="520" y="170"/>
                    <a:pt x="520" y="170"/>
                  </a:cubicBezTo>
                  <a:cubicBezTo>
                    <a:pt x="520" y="235"/>
                    <a:pt x="520" y="235"/>
                    <a:pt x="520" y="235"/>
                  </a:cubicBezTo>
                  <a:cubicBezTo>
                    <a:pt x="549" y="235"/>
                    <a:pt x="549" y="235"/>
                    <a:pt x="549" y="235"/>
                  </a:cubicBezTo>
                  <a:cubicBezTo>
                    <a:pt x="549" y="170"/>
                    <a:pt x="549" y="170"/>
                    <a:pt x="549" y="170"/>
                  </a:cubicBezTo>
                  <a:cubicBezTo>
                    <a:pt x="555" y="170"/>
                    <a:pt x="555" y="170"/>
                    <a:pt x="555" y="170"/>
                  </a:cubicBezTo>
                  <a:cubicBezTo>
                    <a:pt x="555" y="235"/>
                    <a:pt x="555" y="235"/>
                    <a:pt x="555" y="235"/>
                  </a:cubicBezTo>
                  <a:cubicBezTo>
                    <a:pt x="583" y="235"/>
                    <a:pt x="583" y="235"/>
                    <a:pt x="583" y="235"/>
                  </a:cubicBezTo>
                  <a:cubicBezTo>
                    <a:pt x="583" y="170"/>
                    <a:pt x="583" y="170"/>
                    <a:pt x="583" y="170"/>
                  </a:cubicBezTo>
                  <a:cubicBezTo>
                    <a:pt x="588" y="170"/>
                    <a:pt x="588" y="170"/>
                    <a:pt x="588" y="170"/>
                  </a:cubicBezTo>
                  <a:cubicBezTo>
                    <a:pt x="588" y="183"/>
                    <a:pt x="588" y="183"/>
                    <a:pt x="588" y="183"/>
                  </a:cubicBezTo>
                  <a:cubicBezTo>
                    <a:pt x="604" y="183"/>
                    <a:pt x="604" y="183"/>
                    <a:pt x="604" y="183"/>
                  </a:cubicBezTo>
                  <a:cubicBezTo>
                    <a:pt x="604" y="145"/>
                    <a:pt x="604" y="145"/>
                    <a:pt x="604" y="145"/>
                  </a:cubicBezTo>
                  <a:lnTo>
                    <a:pt x="588" y="145"/>
                  </a:lnTo>
                  <a:close/>
                  <a:moveTo>
                    <a:pt x="180" y="156"/>
                  </a:moveTo>
                  <a:cubicBezTo>
                    <a:pt x="182" y="153"/>
                    <a:pt x="183" y="149"/>
                    <a:pt x="183" y="145"/>
                  </a:cubicBezTo>
                  <a:cubicBezTo>
                    <a:pt x="183" y="104"/>
                    <a:pt x="209" y="70"/>
                    <a:pt x="245" y="57"/>
                  </a:cubicBezTo>
                  <a:cubicBezTo>
                    <a:pt x="245" y="156"/>
                    <a:pt x="245" y="156"/>
                    <a:pt x="245" y="156"/>
                  </a:cubicBezTo>
                  <a:lnTo>
                    <a:pt x="180" y="156"/>
                  </a:lnTo>
                  <a:close/>
                  <a:moveTo>
                    <a:pt x="359" y="57"/>
                  </a:moveTo>
                  <a:cubicBezTo>
                    <a:pt x="395" y="70"/>
                    <a:pt x="421" y="104"/>
                    <a:pt x="421" y="145"/>
                  </a:cubicBezTo>
                  <a:cubicBezTo>
                    <a:pt x="421" y="149"/>
                    <a:pt x="422" y="153"/>
                    <a:pt x="424" y="156"/>
                  </a:cubicBezTo>
                  <a:cubicBezTo>
                    <a:pt x="359" y="156"/>
                    <a:pt x="359" y="156"/>
                    <a:pt x="359" y="156"/>
                  </a:cubicBezTo>
                  <a:lnTo>
                    <a:pt x="359"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7" name="组合 216"/>
          <p:cNvGrpSpPr/>
          <p:nvPr/>
        </p:nvGrpSpPr>
        <p:grpSpPr>
          <a:xfrm>
            <a:off x="4560875" y="718783"/>
            <a:ext cx="1217569" cy="1296689"/>
            <a:chOff x="2332038" y="2879725"/>
            <a:chExt cx="1758950" cy="1873250"/>
          </a:xfrm>
          <a:solidFill>
            <a:schemeClr val="tx1">
              <a:lumMod val="65000"/>
              <a:lumOff val="35000"/>
            </a:schemeClr>
          </a:solidFill>
        </p:grpSpPr>
        <p:sp>
          <p:nvSpPr>
            <p:cNvPr id="218" name="Freeform 53"/>
            <p:cNvSpPr>
              <a:spLocks/>
            </p:cNvSpPr>
            <p:nvPr/>
          </p:nvSpPr>
          <p:spPr bwMode="auto">
            <a:xfrm>
              <a:off x="2481263" y="3197225"/>
              <a:ext cx="1135063" cy="1219200"/>
            </a:xfrm>
            <a:custGeom>
              <a:avLst/>
              <a:gdLst>
                <a:gd name="T0" fmla="*/ 408 w 412"/>
                <a:gd name="T1" fmla="*/ 105 h 442"/>
                <a:gd name="T2" fmla="*/ 378 w 412"/>
                <a:gd name="T3" fmla="*/ 89 h 442"/>
                <a:gd name="T4" fmla="*/ 258 w 412"/>
                <a:gd name="T5" fmla="*/ 27 h 442"/>
                <a:gd name="T6" fmla="*/ 246 w 412"/>
                <a:gd name="T7" fmla="*/ 13 h 442"/>
                <a:gd name="T8" fmla="*/ 230 w 412"/>
                <a:gd name="T9" fmla="*/ 7 h 442"/>
                <a:gd name="T10" fmla="*/ 215 w 412"/>
                <a:gd name="T11" fmla="*/ 5 h 442"/>
                <a:gd name="T12" fmla="*/ 207 w 412"/>
                <a:gd name="T13" fmla="*/ 5 h 442"/>
                <a:gd name="T14" fmla="*/ 55 w 412"/>
                <a:gd name="T15" fmla="*/ 131 h 442"/>
                <a:gd name="T16" fmla="*/ 76 w 412"/>
                <a:gd name="T17" fmla="*/ 157 h 442"/>
                <a:gd name="T18" fmla="*/ 102 w 412"/>
                <a:gd name="T19" fmla="*/ 137 h 442"/>
                <a:gd name="T20" fmla="*/ 175 w 412"/>
                <a:gd name="T21" fmla="*/ 54 h 442"/>
                <a:gd name="T22" fmla="*/ 157 w 412"/>
                <a:gd name="T23" fmla="*/ 207 h 442"/>
                <a:gd name="T24" fmla="*/ 157 w 412"/>
                <a:gd name="T25" fmla="*/ 214 h 442"/>
                <a:gd name="T26" fmla="*/ 156 w 412"/>
                <a:gd name="T27" fmla="*/ 217 h 442"/>
                <a:gd name="T28" fmla="*/ 113 w 412"/>
                <a:gd name="T29" fmla="*/ 287 h 442"/>
                <a:gd name="T30" fmla="*/ 34 w 412"/>
                <a:gd name="T31" fmla="*/ 306 h 442"/>
                <a:gd name="T32" fmla="*/ 3 w 412"/>
                <a:gd name="T33" fmla="*/ 329 h 442"/>
                <a:gd name="T34" fmla="*/ 25 w 412"/>
                <a:gd name="T35" fmla="*/ 360 h 442"/>
                <a:gd name="T36" fmla="*/ 32 w 412"/>
                <a:gd name="T37" fmla="*/ 361 h 442"/>
                <a:gd name="T38" fmla="*/ 146 w 412"/>
                <a:gd name="T39" fmla="*/ 331 h 442"/>
                <a:gd name="T40" fmla="*/ 202 w 412"/>
                <a:gd name="T41" fmla="*/ 257 h 442"/>
                <a:gd name="T42" fmla="*/ 236 w 412"/>
                <a:gd name="T43" fmla="*/ 400 h 442"/>
                <a:gd name="T44" fmla="*/ 246 w 412"/>
                <a:gd name="T45" fmla="*/ 437 h 442"/>
                <a:gd name="T46" fmla="*/ 256 w 412"/>
                <a:gd name="T47" fmla="*/ 441 h 442"/>
                <a:gd name="T48" fmla="*/ 283 w 412"/>
                <a:gd name="T49" fmla="*/ 427 h 442"/>
                <a:gd name="T50" fmla="*/ 241 w 412"/>
                <a:gd name="T51" fmla="*/ 218 h 442"/>
                <a:gd name="T52" fmla="*/ 241 w 412"/>
                <a:gd name="T53" fmla="*/ 217 h 442"/>
                <a:gd name="T54" fmla="*/ 254 w 412"/>
                <a:gd name="T55" fmla="*/ 104 h 442"/>
                <a:gd name="T56" fmla="*/ 333 w 412"/>
                <a:gd name="T57" fmla="*/ 140 h 442"/>
                <a:gd name="T58" fmla="*/ 393 w 412"/>
                <a:gd name="T59" fmla="*/ 134 h 442"/>
                <a:gd name="T60" fmla="*/ 408 w 412"/>
                <a:gd name="T61" fmla="*/ 105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12" h="442">
                  <a:moveTo>
                    <a:pt x="408" y="105"/>
                  </a:moveTo>
                  <a:cubicBezTo>
                    <a:pt x="404" y="92"/>
                    <a:pt x="391" y="85"/>
                    <a:pt x="378" y="89"/>
                  </a:cubicBezTo>
                  <a:cubicBezTo>
                    <a:pt x="328" y="105"/>
                    <a:pt x="274" y="78"/>
                    <a:pt x="258" y="27"/>
                  </a:cubicBezTo>
                  <a:cubicBezTo>
                    <a:pt x="256" y="21"/>
                    <a:pt x="252" y="16"/>
                    <a:pt x="246" y="13"/>
                  </a:cubicBezTo>
                  <a:cubicBezTo>
                    <a:pt x="242" y="10"/>
                    <a:pt x="236" y="7"/>
                    <a:pt x="230" y="7"/>
                  </a:cubicBezTo>
                  <a:cubicBezTo>
                    <a:pt x="215" y="5"/>
                    <a:pt x="215" y="5"/>
                    <a:pt x="215" y="5"/>
                  </a:cubicBezTo>
                  <a:cubicBezTo>
                    <a:pt x="212" y="5"/>
                    <a:pt x="210" y="5"/>
                    <a:pt x="207" y="5"/>
                  </a:cubicBezTo>
                  <a:cubicBezTo>
                    <a:pt x="131" y="0"/>
                    <a:pt x="64" y="55"/>
                    <a:pt x="55" y="131"/>
                  </a:cubicBezTo>
                  <a:cubicBezTo>
                    <a:pt x="54" y="144"/>
                    <a:pt x="63" y="156"/>
                    <a:pt x="76" y="157"/>
                  </a:cubicBezTo>
                  <a:cubicBezTo>
                    <a:pt x="89" y="159"/>
                    <a:pt x="100" y="150"/>
                    <a:pt x="102" y="137"/>
                  </a:cubicBezTo>
                  <a:cubicBezTo>
                    <a:pt x="107" y="96"/>
                    <a:pt x="137" y="64"/>
                    <a:pt x="175" y="54"/>
                  </a:cubicBezTo>
                  <a:cubicBezTo>
                    <a:pt x="157" y="207"/>
                    <a:pt x="157" y="207"/>
                    <a:pt x="157" y="207"/>
                  </a:cubicBezTo>
                  <a:cubicBezTo>
                    <a:pt x="157" y="209"/>
                    <a:pt x="157" y="212"/>
                    <a:pt x="157" y="214"/>
                  </a:cubicBezTo>
                  <a:cubicBezTo>
                    <a:pt x="157" y="215"/>
                    <a:pt x="156" y="216"/>
                    <a:pt x="156" y="217"/>
                  </a:cubicBezTo>
                  <a:cubicBezTo>
                    <a:pt x="152" y="245"/>
                    <a:pt x="137" y="270"/>
                    <a:pt x="113" y="287"/>
                  </a:cubicBezTo>
                  <a:cubicBezTo>
                    <a:pt x="90" y="304"/>
                    <a:pt x="62" y="311"/>
                    <a:pt x="34" y="306"/>
                  </a:cubicBezTo>
                  <a:cubicBezTo>
                    <a:pt x="19" y="304"/>
                    <a:pt x="5" y="314"/>
                    <a:pt x="3" y="329"/>
                  </a:cubicBezTo>
                  <a:cubicBezTo>
                    <a:pt x="0" y="344"/>
                    <a:pt x="10" y="358"/>
                    <a:pt x="25" y="360"/>
                  </a:cubicBezTo>
                  <a:cubicBezTo>
                    <a:pt x="28" y="360"/>
                    <a:pt x="30" y="361"/>
                    <a:pt x="32" y="361"/>
                  </a:cubicBezTo>
                  <a:cubicBezTo>
                    <a:pt x="73" y="366"/>
                    <a:pt x="113" y="355"/>
                    <a:pt x="146" y="331"/>
                  </a:cubicBezTo>
                  <a:cubicBezTo>
                    <a:pt x="172" y="312"/>
                    <a:pt x="191" y="287"/>
                    <a:pt x="202" y="257"/>
                  </a:cubicBezTo>
                  <a:cubicBezTo>
                    <a:pt x="249" y="288"/>
                    <a:pt x="264" y="351"/>
                    <a:pt x="236" y="400"/>
                  </a:cubicBezTo>
                  <a:cubicBezTo>
                    <a:pt x="228" y="413"/>
                    <a:pt x="232" y="430"/>
                    <a:pt x="246" y="437"/>
                  </a:cubicBezTo>
                  <a:cubicBezTo>
                    <a:pt x="249" y="439"/>
                    <a:pt x="252" y="440"/>
                    <a:pt x="256" y="441"/>
                  </a:cubicBezTo>
                  <a:cubicBezTo>
                    <a:pt x="267" y="442"/>
                    <a:pt x="277" y="437"/>
                    <a:pt x="283" y="427"/>
                  </a:cubicBezTo>
                  <a:cubicBezTo>
                    <a:pt x="324" y="356"/>
                    <a:pt x="305" y="266"/>
                    <a:pt x="241" y="218"/>
                  </a:cubicBezTo>
                  <a:cubicBezTo>
                    <a:pt x="241" y="217"/>
                    <a:pt x="241" y="217"/>
                    <a:pt x="241" y="217"/>
                  </a:cubicBezTo>
                  <a:cubicBezTo>
                    <a:pt x="254" y="104"/>
                    <a:pt x="254" y="104"/>
                    <a:pt x="254" y="104"/>
                  </a:cubicBezTo>
                  <a:cubicBezTo>
                    <a:pt x="276" y="124"/>
                    <a:pt x="304" y="137"/>
                    <a:pt x="333" y="140"/>
                  </a:cubicBezTo>
                  <a:cubicBezTo>
                    <a:pt x="353" y="142"/>
                    <a:pt x="373" y="140"/>
                    <a:pt x="393" y="134"/>
                  </a:cubicBezTo>
                  <a:cubicBezTo>
                    <a:pt x="405" y="130"/>
                    <a:pt x="412" y="117"/>
                    <a:pt x="408" y="10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54"/>
            <p:cNvSpPr>
              <a:spLocks/>
            </p:cNvSpPr>
            <p:nvPr/>
          </p:nvSpPr>
          <p:spPr bwMode="auto">
            <a:xfrm>
              <a:off x="2974975" y="2879725"/>
              <a:ext cx="314325" cy="314325"/>
            </a:xfrm>
            <a:custGeom>
              <a:avLst/>
              <a:gdLst>
                <a:gd name="T0" fmla="*/ 51 w 114"/>
                <a:gd name="T1" fmla="*/ 111 h 114"/>
                <a:gd name="T2" fmla="*/ 111 w 114"/>
                <a:gd name="T3" fmla="*/ 63 h 114"/>
                <a:gd name="T4" fmla="*/ 63 w 114"/>
                <a:gd name="T5" fmla="*/ 4 h 114"/>
                <a:gd name="T6" fmla="*/ 3 w 114"/>
                <a:gd name="T7" fmla="*/ 51 h 114"/>
                <a:gd name="T8" fmla="*/ 51 w 114"/>
                <a:gd name="T9" fmla="*/ 111 h 114"/>
              </a:gdLst>
              <a:ahLst/>
              <a:cxnLst>
                <a:cxn ang="0">
                  <a:pos x="T0" y="T1"/>
                </a:cxn>
                <a:cxn ang="0">
                  <a:pos x="T2" y="T3"/>
                </a:cxn>
                <a:cxn ang="0">
                  <a:pos x="T4" y="T5"/>
                </a:cxn>
                <a:cxn ang="0">
                  <a:pos x="T6" y="T7"/>
                </a:cxn>
                <a:cxn ang="0">
                  <a:pos x="T8" y="T9"/>
                </a:cxn>
              </a:cxnLst>
              <a:rect l="0" t="0" r="r" b="b"/>
              <a:pathLst>
                <a:path w="114" h="114">
                  <a:moveTo>
                    <a:pt x="51" y="111"/>
                  </a:moveTo>
                  <a:cubicBezTo>
                    <a:pt x="81" y="114"/>
                    <a:pt x="108" y="93"/>
                    <a:pt x="111" y="63"/>
                  </a:cubicBezTo>
                  <a:cubicBezTo>
                    <a:pt x="114" y="34"/>
                    <a:pt x="93" y="7"/>
                    <a:pt x="63" y="4"/>
                  </a:cubicBezTo>
                  <a:cubicBezTo>
                    <a:pt x="34" y="0"/>
                    <a:pt x="7" y="21"/>
                    <a:pt x="3" y="51"/>
                  </a:cubicBezTo>
                  <a:cubicBezTo>
                    <a:pt x="0" y="81"/>
                    <a:pt x="21" y="108"/>
                    <a:pt x="51"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55"/>
            <p:cNvSpPr>
              <a:spLocks/>
            </p:cNvSpPr>
            <p:nvPr/>
          </p:nvSpPr>
          <p:spPr bwMode="auto">
            <a:xfrm>
              <a:off x="3589338" y="3395663"/>
              <a:ext cx="501650" cy="1011237"/>
            </a:xfrm>
            <a:custGeom>
              <a:avLst/>
              <a:gdLst>
                <a:gd name="T0" fmla="*/ 178 w 182"/>
                <a:gd name="T1" fmla="*/ 20 h 367"/>
                <a:gd name="T2" fmla="*/ 138 w 182"/>
                <a:gd name="T3" fmla="*/ 7 h 367"/>
                <a:gd name="T4" fmla="*/ 21 w 182"/>
                <a:gd name="T5" fmla="*/ 67 h 367"/>
                <a:gd name="T6" fmla="*/ 7 w 182"/>
                <a:gd name="T7" fmla="*/ 107 h 367"/>
                <a:gd name="T8" fmla="*/ 34 w 182"/>
                <a:gd name="T9" fmla="*/ 123 h 367"/>
                <a:gd name="T10" fmla="*/ 47 w 182"/>
                <a:gd name="T11" fmla="*/ 120 h 367"/>
                <a:gd name="T12" fmla="*/ 99 w 182"/>
                <a:gd name="T13" fmla="*/ 94 h 367"/>
                <a:gd name="T14" fmla="*/ 11 w 182"/>
                <a:gd name="T15" fmla="*/ 349 h 367"/>
                <a:gd name="T16" fmla="*/ 62 w 182"/>
                <a:gd name="T17" fmla="*/ 344 h 367"/>
                <a:gd name="T18" fmla="*/ 69 w 182"/>
                <a:gd name="T19" fmla="*/ 344 h 367"/>
                <a:gd name="T20" fmla="*/ 118 w 182"/>
                <a:gd name="T21" fmla="*/ 367 h 367"/>
                <a:gd name="T22" fmla="*/ 180 w 182"/>
                <a:gd name="T23" fmla="*/ 42 h 367"/>
                <a:gd name="T24" fmla="*/ 180 w 182"/>
                <a:gd name="T25" fmla="*/ 42 h 367"/>
                <a:gd name="T26" fmla="*/ 178 w 182"/>
                <a:gd name="T27" fmla="*/ 2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2" h="367">
                  <a:moveTo>
                    <a:pt x="178" y="20"/>
                  </a:moveTo>
                  <a:cubicBezTo>
                    <a:pt x="170" y="6"/>
                    <a:pt x="152" y="0"/>
                    <a:pt x="138" y="7"/>
                  </a:cubicBezTo>
                  <a:cubicBezTo>
                    <a:pt x="21" y="67"/>
                    <a:pt x="21" y="67"/>
                    <a:pt x="21" y="67"/>
                  </a:cubicBezTo>
                  <a:cubicBezTo>
                    <a:pt x="6" y="74"/>
                    <a:pt x="0" y="92"/>
                    <a:pt x="7" y="107"/>
                  </a:cubicBezTo>
                  <a:cubicBezTo>
                    <a:pt x="13" y="117"/>
                    <a:pt x="23" y="123"/>
                    <a:pt x="34" y="123"/>
                  </a:cubicBezTo>
                  <a:cubicBezTo>
                    <a:pt x="39" y="123"/>
                    <a:pt x="43" y="122"/>
                    <a:pt x="47" y="120"/>
                  </a:cubicBezTo>
                  <a:cubicBezTo>
                    <a:pt x="99" y="94"/>
                    <a:pt x="99" y="94"/>
                    <a:pt x="99" y="94"/>
                  </a:cubicBezTo>
                  <a:cubicBezTo>
                    <a:pt x="11" y="349"/>
                    <a:pt x="11" y="349"/>
                    <a:pt x="11" y="349"/>
                  </a:cubicBezTo>
                  <a:cubicBezTo>
                    <a:pt x="62" y="344"/>
                    <a:pt x="62" y="344"/>
                    <a:pt x="62" y="344"/>
                  </a:cubicBezTo>
                  <a:cubicBezTo>
                    <a:pt x="64" y="344"/>
                    <a:pt x="67" y="344"/>
                    <a:pt x="69" y="344"/>
                  </a:cubicBezTo>
                  <a:cubicBezTo>
                    <a:pt x="89" y="344"/>
                    <a:pt x="107" y="353"/>
                    <a:pt x="118" y="367"/>
                  </a:cubicBezTo>
                  <a:cubicBezTo>
                    <a:pt x="180" y="42"/>
                    <a:pt x="180" y="42"/>
                    <a:pt x="180" y="42"/>
                  </a:cubicBezTo>
                  <a:cubicBezTo>
                    <a:pt x="180" y="42"/>
                    <a:pt x="180" y="42"/>
                    <a:pt x="180" y="42"/>
                  </a:cubicBezTo>
                  <a:cubicBezTo>
                    <a:pt x="182" y="35"/>
                    <a:pt x="181" y="27"/>
                    <a:pt x="178"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56"/>
            <p:cNvSpPr>
              <a:spLocks/>
            </p:cNvSpPr>
            <p:nvPr/>
          </p:nvSpPr>
          <p:spPr bwMode="auto">
            <a:xfrm>
              <a:off x="2332038" y="4387850"/>
              <a:ext cx="1571625" cy="365125"/>
            </a:xfrm>
            <a:custGeom>
              <a:avLst/>
              <a:gdLst>
                <a:gd name="T0" fmla="*/ 520 w 570"/>
                <a:gd name="T1" fmla="*/ 2 h 132"/>
                <a:gd name="T2" fmla="*/ 50 w 570"/>
                <a:gd name="T3" fmla="*/ 48 h 132"/>
                <a:gd name="T4" fmla="*/ 0 w 570"/>
                <a:gd name="T5" fmla="*/ 92 h 132"/>
                <a:gd name="T6" fmla="*/ 51 w 570"/>
                <a:gd name="T7" fmla="*/ 132 h 132"/>
                <a:gd name="T8" fmla="*/ 520 w 570"/>
                <a:gd name="T9" fmla="*/ 132 h 132"/>
                <a:gd name="T10" fmla="*/ 570 w 570"/>
                <a:gd name="T11" fmla="*/ 81 h 132"/>
                <a:gd name="T12" fmla="*/ 570 w 570"/>
                <a:gd name="T13" fmla="*/ 48 h 132"/>
                <a:gd name="T14" fmla="*/ 520 w 570"/>
                <a:gd name="T15" fmla="*/ 2 h 1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0" h="132">
                  <a:moveTo>
                    <a:pt x="520" y="2"/>
                  </a:moveTo>
                  <a:cubicBezTo>
                    <a:pt x="50" y="48"/>
                    <a:pt x="50" y="48"/>
                    <a:pt x="50" y="48"/>
                  </a:cubicBezTo>
                  <a:cubicBezTo>
                    <a:pt x="23" y="50"/>
                    <a:pt x="0" y="70"/>
                    <a:pt x="0" y="92"/>
                  </a:cubicBezTo>
                  <a:cubicBezTo>
                    <a:pt x="0" y="114"/>
                    <a:pt x="23" y="132"/>
                    <a:pt x="51" y="132"/>
                  </a:cubicBezTo>
                  <a:cubicBezTo>
                    <a:pt x="520" y="132"/>
                    <a:pt x="520" y="132"/>
                    <a:pt x="520" y="132"/>
                  </a:cubicBezTo>
                  <a:cubicBezTo>
                    <a:pt x="548" y="132"/>
                    <a:pt x="570" y="109"/>
                    <a:pt x="570" y="81"/>
                  </a:cubicBezTo>
                  <a:cubicBezTo>
                    <a:pt x="570" y="48"/>
                    <a:pt x="570" y="48"/>
                    <a:pt x="570" y="48"/>
                  </a:cubicBezTo>
                  <a:cubicBezTo>
                    <a:pt x="570" y="20"/>
                    <a:pt x="548" y="0"/>
                    <a:pt x="52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22" name="组合 221"/>
          <p:cNvGrpSpPr/>
          <p:nvPr/>
        </p:nvGrpSpPr>
        <p:grpSpPr>
          <a:xfrm>
            <a:off x="747778" y="2521945"/>
            <a:ext cx="1037351" cy="745047"/>
            <a:chOff x="331788" y="3676650"/>
            <a:chExt cx="1498600" cy="1076325"/>
          </a:xfrm>
          <a:solidFill>
            <a:schemeClr val="tx1">
              <a:lumMod val="65000"/>
              <a:lumOff val="35000"/>
            </a:schemeClr>
          </a:solidFill>
        </p:grpSpPr>
        <p:sp>
          <p:nvSpPr>
            <p:cNvPr id="223" name="Freeform 64"/>
            <p:cNvSpPr>
              <a:spLocks/>
            </p:cNvSpPr>
            <p:nvPr/>
          </p:nvSpPr>
          <p:spPr bwMode="auto">
            <a:xfrm>
              <a:off x="331788" y="3676650"/>
              <a:ext cx="1487488" cy="650875"/>
            </a:xfrm>
            <a:custGeom>
              <a:avLst/>
              <a:gdLst>
                <a:gd name="T0" fmla="*/ 17 w 539"/>
                <a:gd name="T1" fmla="*/ 127 h 236"/>
                <a:gd name="T2" fmla="*/ 23 w 539"/>
                <a:gd name="T3" fmla="*/ 130 h 236"/>
                <a:gd name="T4" fmla="*/ 60 w 539"/>
                <a:gd name="T5" fmla="*/ 121 h 236"/>
                <a:gd name="T6" fmla="*/ 121 w 539"/>
                <a:gd name="T7" fmla="*/ 66 h 236"/>
                <a:gd name="T8" fmla="*/ 156 w 539"/>
                <a:gd name="T9" fmla="*/ 121 h 236"/>
                <a:gd name="T10" fmla="*/ 172 w 539"/>
                <a:gd name="T11" fmla="*/ 137 h 236"/>
                <a:gd name="T12" fmla="*/ 173 w 539"/>
                <a:gd name="T13" fmla="*/ 138 h 236"/>
                <a:gd name="T14" fmla="*/ 280 w 539"/>
                <a:gd name="T15" fmla="*/ 169 h 236"/>
                <a:gd name="T16" fmla="*/ 376 w 539"/>
                <a:gd name="T17" fmla="*/ 170 h 236"/>
                <a:gd name="T18" fmla="*/ 426 w 539"/>
                <a:gd name="T19" fmla="*/ 226 h 236"/>
                <a:gd name="T20" fmla="*/ 442 w 539"/>
                <a:gd name="T21" fmla="*/ 231 h 236"/>
                <a:gd name="T22" fmla="*/ 531 w 539"/>
                <a:gd name="T23" fmla="*/ 180 h 236"/>
                <a:gd name="T24" fmla="*/ 528 w 539"/>
                <a:gd name="T25" fmla="*/ 145 h 236"/>
                <a:gd name="T26" fmla="*/ 493 w 539"/>
                <a:gd name="T27" fmla="*/ 148 h 236"/>
                <a:gd name="T28" fmla="*/ 449 w 539"/>
                <a:gd name="T29" fmla="*/ 182 h 236"/>
                <a:gd name="T30" fmla="*/ 413 w 539"/>
                <a:gd name="T31" fmla="*/ 133 h 236"/>
                <a:gd name="T32" fmla="*/ 411 w 539"/>
                <a:gd name="T33" fmla="*/ 130 h 236"/>
                <a:gd name="T34" fmla="*/ 413 w 539"/>
                <a:gd name="T35" fmla="*/ 119 h 236"/>
                <a:gd name="T36" fmla="*/ 388 w 539"/>
                <a:gd name="T37" fmla="*/ 92 h 236"/>
                <a:gd name="T38" fmla="*/ 201 w 539"/>
                <a:gd name="T39" fmla="*/ 69 h 236"/>
                <a:gd name="T40" fmla="*/ 129 w 539"/>
                <a:gd name="T41" fmla="*/ 4 h 236"/>
                <a:gd name="T42" fmla="*/ 11 w 539"/>
                <a:gd name="T43" fmla="*/ 83 h 236"/>
                <a:gd name="T44" fmla="*/ 17 w 539"/>
                <a:gd name="T45" fmla="*/ 127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39" h="236">
                  <a:moveTo>
                    <a:pt x="17" y="127"/>
                  </a:moveTo>
                  <a:cubicBezTo>
                    <a:pt x="19" y="128"/>
                    <a:pt x="21" y="129"/>
                    <a:pt x="23" y="130"/>
                  </a:cubicBezTo>
                  <a:cubicBezTo>
                    <a:pt x="36" y="136"/>
                    <a:pt x="51" y="132"/>
                    <a:pt x="60" y="121"/>
                  </a:cubicBezTo>
                  <a:cubicBezTo>
                    <a:pt x="103" y="65"/>
                    <a:pt x="120" y="66"/>
                    <a:pt x="121" y="66"/>
                  </a:cubicBezTo>
                  <a:cubicBezTo>
                    <a:pt x="125" y="67"/>
                    <a:pt x="136" y="73"/>
                    <a:pt x="156" y="121"/>
                  </a:cubicBezTo>
                  <a:cubicBezTo>
                    <a:pt x="160" y="129"/>
                    <a:pt x="165" y="134"/>
                    <a:pt x="172" y="137"/>
                  </a:cubicBezTo>
                  <a:cubicBezTo>
                    <a:pt x="172" y="138"/>
                    <a:pt x="173" y="138"/>
                    <a:pt x="173" y="138"/>
                  </a:cubicBezTo>
                  <a:cubicBezTo>
                    <a:pt x="186" y="150"/>
                    <a:pt x="229" y="163"/>
                    <a:pt x="280" y="169"/>
                  </a:cubicBezTo>
                  <a:cubicBezTo>
                    <a:pt x="320" y="174"/>
                    <a:pt x="355" y="174"/>
                    <a:pt x="376" y="170"/>
                  </a:cubicBezTo>
                  <a:cubicBezTo>
                    <a:pt x="387" y="192"/>
                    <a:pt x="403" y="216"/>
                    <a:pt x="426" y="226"/>
                  </a:cubicBezTo>
                  <a:cubicBezTo>
                    <a:pt x="431" y="228"/>
                    <a:pt x="436" y="230"/>
                    <a:pt x="442" y="231"/>
                  </a:cubicBezTo>
                  <a:cubicBezTo>
                    <a:pt x="478" y="236"/>
                    <a:pt x="509" y="206"/>
                    <a:pt x="531" y="180"/>
                  </a:cubicBezTo>
                  <a:cubicBezTo>
                    <a:pt x="539" y="169"/>
                    <a:pt x="538" y="154"/>
                    <a:pt x="528" y="145"/>
                  </a:cubicBezTo>
                  <a:cubicBezTo>
                    <a:pt x="517" y="136"/>
                    <a:pt x="502" y="138"/>
                    <a:pt x="493" y="148"/>
                  </a:cubicBezTo>
                  <a:cubicBezTo>
                    <a:pt x="467" y="179"/>
                    <a:pt x="454" y="183"/>
                    <a:pt x="449" y="182"/>
                  </a:cubicBezTo>
                  <a:cubicBezTo>
                    <a:pt x="445" y="181"/>
                    <a:pt x="432" y="176"/>
                    <a:pt x="413" y="133"/>
                  </a:cubicBezTo>
                  <a:cubicBezTo>
                    <a:pt x="413" y="132"/>
                    <a:pt x="412" y="131"/>
                    <a:pt x="411" y="130"/>
                  </a:cubicBezTo>
                  <a:cubicBezTo>
                    <a:pt x="413" y="119"/>
                    <a:pt x="413" y="119"/>
                    <a:pt x="413" y="119"/>
                  </a:cubicBezTo>
                  <a:cubicBezTo>
                    <a:pt x="414" y="106"/>
                    <a:pt x="403" y="94"/>
                    <a:pt x="388" y="92"/>
                  </a:cubicBezTo>
                  <a:cubicBezTo>
                    <a:pt x="201" y="69"/>
                    <a:pt x="201" y="69"/>
                    <a:pt x="201" y="69"/>
                  </a:cubicBezTo>
                  <a:cubicBezTo>
                    <a:pt x="184" y="37"/>
                    <a:pt x="163" y="9"/>
                    <a:pt x="129" y="4"/>
                  </a:cubicBezTo>
                  <a:cubicBezTo>
                    <a:pt x="92" y="0"/>
                    <a:pt x="56" y="24"/>
                    <a:pt x="11" y="83"/>
                  </a:cubicBezTo>
                  <a:cubicBezTo>
                    <a:pt x="0" y="97"/>
                    <a:pt x="3" y="116"/>
                    <a:pt x="17" y="1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65"/>
            <p:cNvSpPr>
              <a:spLocks/>
            </p:cNvSpPr>
            <p:nvPr/>
          </p:nvSpPr>
          <p:spPr bwMode="auto">
            <a:xfrm>
              <a:off x="1460500" y="3713163"/>
              <a:ext cx="369888" cy="368300"/>
            </a:xfrm>
            <a:custGeom>
              <a:avLst/>
              <a:gdLst>
                <a:gd name="T0" fmla="*/ 21 w 134"/>
                <a:gd name="T1" fmla="*/ 104 h 134"/>
                <a:gd name="T2" fmla="*/ 104 w 134"/>
                <a:gd name="T3" fmla="*/ 114 h 134"/>
                <a:gd name="T4" fmla="*/ 114 w 134"/>
                <a:gd name="T5" fmla="*/ 30 h 134"/>
                <a:gd name="T6" fmla="*/ 30 w 134"/>
                <a:gd name="T7" fmla="*/ 20 h 134"/>
                <a:gd name="T8" fmla="*/ 21 w 134"/>
                <a:gd name="T9" fmla="*/ 104 h 134"/>
              </a:gdLst>
              <a:ahLst/>
              <a:cxnLst>
                <a:cxn ang="0">
                  <a:pos x="T0" y="T1"/>
                </a:cxn>
                <a:cxn ang="0">
                  <a:pos x="T2" y="T3"/>
                </a:cxn>
                <a:cxn ang="0">
                  <a:pos x="T4" y="T5"/>
                </a:cxn>
                <a:cxn ang="0">
                  <a:pos x="T6" y="T7"/>
                </a:cxn>
                <a:cxn ang="0">
                  <a:pos x="T8" y="T9"/>
                </a:cxn>
              </a:cxnLst>
              <a:rect l="0" t="0" r="r" b="b"/>
              <a:pathLst>
                <a:path w="134" h="134">
                  <a:moveTo>
                    <a:pt x="21" y="104"/>
                  </a:moveTo>
                  <a:cubicBezTo>
                    <a:pt x="41" y="129"/>
                    <a:pt x="78" y="134"/>
                    <a:pt x="104" y="114"/>
                  </a:cubicBezTo>
                  <a:cubicBezTo>
                    <a:pt x="130" y="93"/>
                    <a:pt x="134" y="56"/>
                    <a:pt x="114" y="30"/>
                  </a:cubicBezTo>
                  <a:cubicBezTo>
                    <a:pt x="93" y="5"/>
                    <a:pt x="56" y="0"/>
                    <a:pt x="30" y="20"/>
                  </a:cubicBezTo>
                  <a:cubicBezTo>
                    <a:pt x="5" y="41"/>
                    <a:pt x="0" y="78"/>
                    <a:pt x="21" y="1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Freeform 66"/>
            <p:cNvSpPr>
              <a:spLocks/>
            </p:cNvSpPr>
            <p:nvPr/>
          </p:nvSpPr>
          <p:spPr bwMode="auto">
            <a:xfrm>
              <a:off x="357188" y="3963988"/>
              <a:ext cx="1470025" cy="788987"/>
            </a:xfrm>
            <a:custGeom>
              <a:avLst/>
              <a:gdLst>
                <a:gd name="T0" fmla="*/ 514 w 533"/>
                <a:gd name="T1" fmla="*/ 250 h 286"/>
                <a:gd name="T2" fmla="*/ 513 w 533"/>
                <a:gd name="T3" fmla="*/ 250 h 286"/>
                <a:gd name="T4" fmla="*/ 529 w 533"/>
                <a:gd name="T5" fmla="*/ 205 h 286"/>
                <a:gd name="T6" fmla="*/ 520 w 533"/>
                <a:gd name="T7" fmla="*/ 178 h 286"/>
                <a:gd name="T8" fmla="*/ 514 w 533"/>
                <a:gd name="T9" fmla="*/ 175 h 286"/>
                <a:gd name="T10" fmla="*/ 118 w 533"/>
                <a:gd name="T11" fmla="*/ 32 h 286"/>
                <a:gd name="T12" fmla="*/ 120 w 533"/>
                <a:gd name="T13" fmla="*/ 26 h 286"/>
                <a:gd name="T14" fmla="*/ 117 w 533"/>
                <a:gd name="T15" fmla="*/ 10 h 286"/>
                <a:gd name="T16" fmla="*/ 104 w 533"/>
                <a:gd name="T17" fmla="*/ 0 h 286"/>
                <a:gd name="T18" fmla="*/ 100 w 533"/>
                <a:gd name="T19" fmla="*/ 0 h 286"/>
                <a:gd name="T20" fmla="*/ 79 w 533"/>
                <a:gd name="T21" fmla="*/ 16 h 286"/>
                <a:gd name="T22" fmla="*/ 24 w 533"/>
                <a:gd name="T23" fmla="*/ 251 h 286"/>
                <a:gd name="T24" fmla="*/ 17 w 533"/>
                <a:gd name="T25" fmla="*/ 251 h 286"/>
                <a:gd name="T26" fmla="*/ 0 w 533"/>
                <a:gd name="T27" fmla="*/ 269 h 286"/>
                <a:gd name="T28" fmla="*/ 17 w 533"/>
                <a:gd name="T29" fmla="*/ 286 h 286"/>
                <a:gd name="T30" fmla="*/ 70 w 533"/>
                <a:gd name="T31" fmla="*/ 286 h 286"/>
                <a:gd name="T32" fmla="*/ 87 w 533"/>
                <a:gd name="T33" fmla="*/ 269 h 286"/>
                <a:gd name="T34" fmla="*/ 70 w 533"/>
                <a:gd name="T35" fmla="*/ 251 h 286"/>
                <a:gd name="T36" fmla="*/ 67 w 533"/>
                <a:gd name="T37" fmla="*/ 251 h 286"/>
                <a:gd name="T38" fmla="*/ 108 w 533"/>
                <a:gd name="T39" fmla="*/ 76 h 286"/>
                <a:gd name="T40" fmla="*/ 481 w 533"/>
                <a:gd name="T41" fmla="*/ 210 h 286"/>
                <a:gd name="T42" fmla="*/ 466 w 533"/>
                <a:gd name="T43" fmla="*/ 250 h 286"/>
                <a:gd name="T44" fmla="*/ 461 w 533"/>
                <a:gd name="T45" fmla="*/ 250 h 286"/>
                <a:gd name="T46" fmla="*/ 444 w 533"/>
                <a:gd name="T47" fmla="*/ 268 h 286"/>
                <a:gd name="T48" fmla="*/ 461 w 533"/>
                <a:gd name="T49" fmla="*/ 285 h 286"/>
                <a:gd name="T50" fmla="*/ 514 w 533"/>
                <a:gd name="T51" fmla="*/ 285 h 286"/>
                <a:gd name="T52" fmla="*/ 531 w 533"/>
                <a:gd name="T53" fmla="*/ 268 h 286"/>
                <a:gd name="T54" fmla="*/ 514 w 533"/>
                <a:gd name="T55" fmla="*/ 25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33" h="286">
                  <a:moveTo>
                    <a:pt x="514" y="250"/>
                  </a:moveTo>
                  <a:cubicBezTo>
                    <a:pt x="513" y="250"/>
                    <a:pt x="513" y="250"/>
                    <a:pt x="513" y="250"/>
                  </a:cubicBezTo>
                  <a:cubicBezTo>
                    <a:pt x="529" y="205"/>
                    <a:pt x="529" y="205"/>
                    <a:pt x="529" y="205"/>
                  </a:cubicBezTo>
                  <a:cubicBezTo>
                    <a:pt x="533" y="195"/>
                    <a:pt x="529" y="183"/>
                    <a:pt x="520" y="178"/>
                  </a:cubicBezTo>
                  <a:cubicBezTo>
                    <a:pt x="518" y="177"/>
                    <a:pt x="516" y="176"/>
                    <a:pt x="514" y="175"/>
                  </a:cubicBezTo>
                  <a:cubicBezTo>
                    <a:pt x="118" y="32"/>
                    <a:pt x="118" y="32"/>
                    <a:pt x="118" y="32"/>
                  </a:cubicBezTo>
                  <a:cubicBezTo>
                    <a:pt x="120" y="26"/>
                    <a:pt x="120" y="26"/>
                    <a:pt x="120" y="26"/>
                  </a:cubicBezTo>
                  <a:cubicBezTo>
                    <a:pt x="121" y="20"/>
                    <a:pt x="120" y="14"/>
                    <a:pt x="117" y="10"/>
                  </a:cubicBezTo>
                  <a:cubicBezTo>
                    <a:pt x="114" y="5"/>
                    <a:pt x="110" y="2"/>
                    <a:pt x="104" y="0"/>
                  </a:cubicBezTo>
                  <a:cubicBezTo>
                    <a:pt x="103" y="0"/>
                    <a:pt x="101" y="0"/>
                    <a:pt x="100" y="0"/>
                  </a:cubicBezTo>
                  <a:cubicBezTo>
                    <a:pt x="90" y="0"/>
                    <a:pt x="81" y="7"/>
                    <a:pt x="79" y="16"/>
                  </a:cubicBezTo>
                  <a:cubicBezTo>
                    <a:pt x="24" y="251"/>
                    <a:pt x="24" y="251"/>
                    <a:pt x="24" y="251"/>
                  </a:cubicBezTo>
                  <a:cubicBezTo>
                    <a:pt x="17" y="251"/>
                    <a:pt x="17" y="251"/>
                    <a:pt x="17" y="251"/>
                  </a:cubicBezTo>
                  <a:cubicBezTo>
                    <a:pt x="8" y="251"/>
                    <a:pt x="0" y="259"/>
                    <a:pt x="0" y="269"/>
                  </a:cubicBezTo>
                  <a:cubicBezTo>
                    <a:pt x="0" y="278"/>
                    <a:pt x="8" y="286"/>
                    <a:pt x="17" y="286"/>
                  </a:cubicBezTo>
                  <a:cubicBezTo>
                    <a:pt x="70" y="286"/>
                    <a:pt x="70" y="286"/>
                    <a:pt x="70" y="286"/>
                  </a:cubicBezTo>
                  <a:cubicBezTo>
                    <a:pt x="80" y="286"/>
                    <a:pt x="87" y="278"/>
                    <a:pt x="87" y="269"/>
                  </a:cubicBezTo>
                  <a:cubicBezTo>
                    <a:pt x="87" y="259"/>
                    <a:pt x="80" y="251"/>
                    <a:pt x="70" y="251"/>
                  </a:cubicBezTo>
                  <a:cubicBezTo>
                    <a:pt x="67" y="251"/>
                    <a:pt x="67" y="251"/>
                    <a:pt x="67" y="251"/>
                  </a:cubicBezTo>
                  <a:cubicBezTo>
                    <a:pt x="108" y="76"/>
                    <a:pt x="108" y="76"/>
                    <a:pt x="108" y="76"/>
                  </a:cubicBezTo>
                  <a:cubicBezTo>
                    <a:pt x="481" y="210"/>
                    <a:pt x="481" y="210"/>
                    <a:pt x="481" y="210"/>
                  </a:cubicBezTo>
                  <a:cubicBezTo>
                    <a:pt x="466" y="250"/>
                    <a:pt x="466" y="250"/>
                    <a:pt x="466" y="250"/>
                  </a:cubicBezTo>
                  <a:cubicBezTo>
                    <a:pt x="461" y="250"/>
                    <a:pt x="461" y="250"/>
                    <a:pt x="461" y="250"/>
                  </a:cubicBezTo>
                  <a:cubicBezTo>
                    <a:pt x="452" y="250"/>
                    <a:pt x="444" y="258"/>
                    <a:pt x="444" y="268"/>
                  </a:cubicBezTo>
                  <a:cubicBezTo>
                    <a:pt x="444" y="277"/>
                    <a:pt x="452" y="285"/>
                    <a:pt x="461" y="285"/>
                  </a:cubicBezTo>
                  <a:cubicBezTo>
                    <a:pt x="514" y="285"/>
                    <a:pt x="514" y="285"/>
                    <a:pt x="514" y="285"/>
                  </a:cubicBezTo>
                  <a:cubicBezTo>
                    <a:pt x="524" y="285"/>
                    <a:pt x="531" y="277"/>
                    <a:pt x="531" y="268"/>
                  </a:cubicBezTo>
                  <a:cubicBezTo>
                    <a:pt x="531" y="258"/>
                    <a:pt x="524" y="250"/>
                    <a:pt x="514" y="2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26" name="组合 225"/>
          <p:cNvGrpSpPr/>
          <p:nvPr/>
        </p:nvGrpSpPr>
        <p:grpSpPr>
          <a:xfrm>
            <a:off x="4677658" y="2737225"/>
            <a:ext cx="924166" cy="582411"/>
            <a:chOff x="4529138" y="3911600"/>
            <a:chExt cx="1335088" cy="841375"/>
          </a:xfrm>
          <a:solidFill>
            <a:schemeClr val="tx1">
              <a:lumMod val="65000"/>
              <a:lumOff val="35000"/>
            </a:schemeClr>
          </a:solidFill>
        </p:grpSpPr>
        <p:sp>
          <p:nvSpPr>
            <p:cNvPr id="227" name="Freeform 79"/>
            <p:cNvSpPr>
              <a:spLocks/>
            </p:cNvSpPr>
            <p:nvPr/>
          </p:nvSpPr>
          <p:spPr bwMode="auto">
            <a:xfrm>
              <a:off x="4703763" y="4054475"/>
              <a:ext cx="741363" cy="392112"/>
            </a:xfrm>
            <a:custGeom>
              <a:avLst/>
              <a:gdLst>
                <a:gd name="T0" fmla="*/ 13 w 269"/>
                <a:gd name="T1" fmla="*/ 106 h 142"/>
                <a:gd name="T2" fmla="*/ 29 w 269"/>
                <a:gd name="T3" fmla="*/ 112 h 142"/>
                <a:gd name="T4" fmla="*/ 49 w 269"/>
                <a:gd name="T5" fmla="*/ 103 h 142"/>
                <a:gd name="T6" fmla="*/ 115 w 269"/>
                <a:gd name="T7" fmla="*/ 69 h 142"/>
                <a:gd name="T8" fmla="*/ 158 w 269"/>
                <a:gd name="T9" fmla="*/ 76 h 142"/>
                <a:gd name="T10" fmla="*/ 129 w 269"/>
                <a:gd name="T11" fmla="*/ 111 h 142"/>
                <a:gd name="T12" fmla="*/ 151 w 269"/>
                <a:gd name="T13" fmla="*/ 128 h 142"/>
                <a:gd name="T14" fmla="*/ 179 w 269"/>
                <a:gd name="T15" fmla="*/ 142 h 142"/>
                <a:gd name="T16" fmla="*/ 206 w 269"/>
                <a:gd name="T17" fmla="*/ 128 h 142"/>
                <a:gd name="T18" fmla="*/ 258 w 269"/>
                <a:gd name="T19" fmla="*/ 104 h 142"/>
                <a:gd name="T20" fmla="*/ 269 w 269"/>
                <a:gd name="T21" fmla="*/ 105 h 142"/>
                <a:gd name="T22" fmla="*/ 257 w 269"/>
                <a:gd name="T23" fmla="*/ 84 h 142"/>
                <a:gd name="T24" fmla="*/ 224 w 269"/>
                <a:gd name="T25" fmla="*/ 56 h 142"/>
                <a:gd name="T26" fmla="*/ 218 w 269"/>
                <a:gd name="T27" fmla="*/ 52 h 142"/>
                <a:gd name="T28" fmla="*/ 10 w 269"/>
                <a:gd name="T29" fmla="*/ 69 h 142"/>
                <a:gd name="T30" fmla="*/ 13 w 269"/>
                <a:gd name="T31" fmla="*/ 106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9" h="142">
                  <a:moveTo>
                    <a:pt x="13" y="106"/>
                  </a:moveTo>
                  <a:cubicBezTo>
                    <a:pt x="17" y="110"/>
                    <a:pt x="23" y="112"/>
                    <a:pt x="29" y="112"/>
                  </a:cubicBezTo>
                  <a:cubicBezTo>
                    <a:pt x="37" y="112"/>
                    <a:pt x="44" y="109"/>
                    <a:pt x="49" y="103"/>
                  </a:cubicBezTo>
                  <a:cubicBezTo>
                    <a:pt x="66" y="83"/>
                    <a:pt x="89" y="71"/>
                    <a:pt x="115" y="69"/>
                  </a:cubicBezTo>
                  <a:cubicBezTo>
                    <a:pt x="130" y="68"/>
                    <a:pt x="145" y="71"/>
                    <a:pt x="158" y="76"/>
                  </a:cubicBezTo>
                  <a:cubicBezTo>
                    <a:pt x="129" y="111"/>
                    <a:pt x="129" y="111"/>
                    <a:pt x="129" y="111"/>
                  </a:cubicBezTo>
                  <a:cubicBezTo>
                    <a:pt x="138" y="116"/>
                    <a:pt x="145" y="122"/>
                    <a:pt x="151" y="128"/>
                  </a:cubicBezTo>
                  <a:cubicBezTo>
                    <a:pt x="160" y="136"/>
                    <a:pt x="166" y="142"/>
                    <a:pt x="179" y="142"/>
                  </a:cubicBezTo>
                  <a:cubicBezTo>
                    <a:pt x="192" y="142"/>
                    <a:pt x="197" y="136"/>
                    <a:pt x="206" y="128"/>
                  </a:cubicBezTo>
                  <a:cubicBezTo>
                    <a:pt x="217" y="118"/>
                    <a:pt x="231" y="104"/>
                    <a:pt x="258" y="104"/>
                  </a:cubicBezTo>
                  <a:cubicBezTo>
                    <a:pt x="262" y="104"/>
                    <a:pt x="266" y="104"/>
                    <a:pt x="269" y="105"/>
                  </a:cubicBezTo>
                  <a:cubicBezTo>
                    <a:pt x="268" y="97"/>
                    <a:pt x="263" y="90"/>
                    <a:pt x="257" y="84"/>
                  </a:cubicBezTo>
                  <a:cubicBezTo>
                    <a:pt x="224" y="56"/>
                    <a:pt x="224" y="56"/>
                    <a:pt x="224" y="56"/>
                  </a:cubicBezTo>
                  <a:cubicBezTo>
                    <a:pt x="222" y="55"/>
                    <a:pt x="220" y="53"/>
                    <a:pt x="218" y="52"/>
                  </a:cubicBezTo>
                  <a:cubicBezTo>
                    <a:pt x="156" y="0"/>
                    <a:pt x="62" y="7"/>
                    <a:pt x="10" y="69"/>
                  </a:cubicBezTo>
                  <a:cubicBezTo>
                    <a:pt x="0" y="80"/>
                    <a:pt x="2" y="96"/>
                    <a:pt x="13" y="10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80"/>
            <p:cNvSpPr>
              <a:spLocks/>
            </p:cNvSpPr>
            <p:nvPr/>
          </p:nvSpPr>
          <p:spPr bwMode="auto">
            <a:xfrm>
              <a:off x="5295900" y="3911600"/>
              <a:ext cx="387350" cy="385762"/>
            </a:xfrm>
            <a:custGeom>
              <a:avLst/>
              <a:gdLst>
                <a:gd name="T0" fmla="*/ 29 w 140"/>
                <a:gd name="T1" fmla="*/ 117 h 140"/>
                <a:gd name="T2" fmla="*/ 118 w 140"/>
                <a:gd name="T3" fmla="*/ 110 h 140"/>
                <a:gd name="T4" fmla="*/ 111 w 140"/>
                <a:gd name="T5" fmla="*/ 22 h 140"/>
                <a:gd name="T6" fmla="*/ 22 w 140"/>
                <a:gd name="T7" fmla="*/ 29 h 140"/>
                <a:gd name="T8" fmla="*/ 29 w 140"/>
                <a:gd name="T9" fmla="*/ 117 h 140"/>
              </a:gdLst>
              <a:ahLst/>
              <a:cxnLst>
                <a:cxn ang="0">
                  <a:pos x="T0" y="T1"/>
                </a:cxn>
                <a:cxn ang="0">
                  <a:pos x="T2" y="T3"/>
                </a:cxn>
                <a:cxn ang="0">
                  <a:pos x="T4" y="T5"/>
                </a:cxn>
                <a:cxn ang="0">
                  <a:pos x="T6" y="T7"/>
                </a:cxn>
                <a:cxn ang="0">
                  <a:pos x="T8" y="T9"/>
                </a:cxn>
              </a:cxnLst>
              <a:rect l="0" t="0" r="r" b="b"/>
              <a:pathLst>
                <a:path w="140" h="140">
                  <a:moveTo>
                    <a:pt x="29" y="117"/>
                  </a:moveTo>
                  <a:cubicBezTo>
                    <a:pt x="56" y="140"/>
                    <a:pt x="95" y="137"/>
                    <a:pt x="118" y="110"/>
                  </a:cubicBezTo>
                  <a:cubicBezTo>
                    <a:pt x="140" y="84"/>
                    <a:pt x="137" y="44"/>
                    <a:pt x="111" y="22"/>
                  </a:cubicBezTo>
                  <a:cubicBezTo>
                    <a:pt x="84" y="0"/>
                    <a:pt x="45" y="3"/>
                    <a:pt x="22" y="29"/>
                  </a:cubicBezTo>
                  <a:cubicBezTo>
                    <a:pt x="0" y="55"/>
                    <a:pt x="3" y="95"/>
                    <a:pt x="29" y="1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Freeform 81"/>
            <p:cNvSpPr>
              <a:spLocks/>
            </p:cNvSpPr>
            <p:nvPr/>
          </p:nvSpPr>
          <p:spPr bwMode="auto">
            <a:xfrm>
              <a:off x="4529138" y="4371975"/>
              <a:ext cx="1335088" cy="198437"/>
            </a:xfrm>
            <a:custGeom>
              <a:avLst/>
              <a:gdLst>
                <a:gd name="T0" fmla="*/ 479 w 484"/>
                <a:gd name="T1" fmla="*/ 0 h 72"/>
                <a:gd name="T2" fmla="*/ 428 w 484"/>
                <a:gd name="T3" fmla="*/ 24 h 72"/>
                <a:gd name="T4" fmla="*/ 400 w 484"/>
                <a:gd name="T5" fmla="*/ 38 h 72"/>
                <a:gd name="T6" fmla="*/ 372 w 484"/>
                <a:gd name="T7" fmla="*/ 24 h 72"/>
                <a:gd name="T8" fmla="*/ 321 w 484"/>
                <a:gd name="T9" fmla="*/ 0 h 72"/>
                <a:gd name="T10" fmla="*/ 269 w 484"/>
                <a:gd name="T11" fmla="*/ 24 h 72"/>
                <a:gd name="T12" fmla="*/ 242 w 484"/>
                <a:gd name="T13" fmla="*/ 38 h 72"/>
                <a:gd name="T14" fmla="*/ 214 w 484"/>
                <a:gd name="T15" fmla="*/ 24 h 72"/>
                <a:gd name="T16" fmla="*/ 162 w 484"/>
                <a:gd name="T17" fmla="*/ 0 h 72"/>
                <a:gd name="T18" fmla="*/ 111 w 484"/>
                <a:gd name="T19" fmla="*/ 24 h 72"/>
                <a:gd name="T20" fmla="*/ 83 w 484"/>
                <a:gd name="T21" fmla="*/ 38 h 72"/>
                <a:gd name="T22" fmla="*/ 55 w 484"/>
                <a:gd name="T23" fmla="*/ 24 h 72"/>
                <a:gd name="T24" fmla="*/ 4 w 484"/>
                <a:gd name="T25" fmla="*/ 0 h 72"/>
                <a:gd name="T26" fmla="*/ 0 w 484"/>
                <a:gd name="T27" fmla="*/ 0 h 72"/>
                <a:gd name="T28" fmla="*/ 0 w 484"/>
                <a:gd name="T29" fmla="*/ 34 h 72"/>
                <a:gd name="T30" fmla="*/ 4 w 484"/>
                <a:gd name="T31" fmla="*/ 34 h 72"/>
                <a:gd name="T32" fmla="*/ 32 w 484"/>
                <a:gd name="T33" fmla="*/ 48 h 72"/>
                <a:gd name="T34" fmla="*/ 83 w 484"/>
                <a:gd name="T35" fmla="*/ 72 h 72"/>
                <a:gd name="T36" fmla="*/ 135 w 484"/>
                <a:gd name="T37" fmla="*/ 48 h 72"/>
                <a:gd name="T38" fmla="*/ 162 w 484"/>
                <a:gd name="T39" fmla="*/ 34 h 72"/>
                <a:gd name="T40" fmla="*/ 190 w 484"/>
                <a:gd name="T41" fmla="*/ 48 h 72"/>
                <a:gd name="T42" fmla="*/ 242 w 484"/>
                <a:gd name="T43" fmla="*/ 72 h 72"/>
                <a:gd name="T44" fmla="*/ 293 w 484"/>
                <a:gd name="T45" fmla="*/ 48 h 72"/>
                <a:gd name="T46" fmla="*/ 321 w 484"/>
                <a:gd name="T47" fmla="*/ 34 h 72"/>
                <a:gd name="T48" fmla="*/ 349 w 484"/>
                <a:gd name="T49" fmla="*/ 48 h 72"/>
                <a:gd name="T50" fmla="*/ 400 w 484"/>
                <a:gd name="T51" fmla="*/ 72 h 72"/>
                <a:gd name="T52" fmla="*/ 451 w 484"/>
                <a:gd name="T53" fmla="*/ 48 h 72"/>
                <a:gd name="T54" fmla="*/ 479 w 484"/>
                <a:gd name="T55" fmla="*/ 34 h 72"/>
                <a:gd name="T56" fmla="*/ 484 w 484"/>
                <a:gd name="T57" fmla="*/ 34 h 72"/>
                <a:gd name="T58" fmla="*/ 484 w 484"/>
                <a:gd name="T59" fmla="*/ 0 h 72"/>
                <a:gd name="T60" fmla="*/ 479 w 484"/>
                <a:gd name="T61"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84" h="72">
                  <a:moveTo>
                    <a:pt x="479" y="0"/>
                  </a:moveTo>
                  <a:cubicBezTo>
                    <a:pt x="453" y="0"/>
                    <a:pt x="438" y="14"/>
                    <a:pt x="428" y="24"/>
                  </a:cubicBezTo>
                  <a:cubicBezTo>
                    <a:pt x="419" y="33"/>
                    <a:pt x="413" y="38"/>
                    <a:pt x="400" y="38"/>
                  </a:cubicBezTo>
                  <a:cubicBezTo>
                    <a:pt x="387" y="38"/>
                    <a:pt x="381" y="33"/>
                    <a:pt x="372" y="24"/>
                  </a:cubicBezTo>
                  <a:cubicBezTo>
                    <a:pt x="362" y="14"/>
                    <a:pt x="347" y="0"/>
                    <a:pt x="321" y="0"/>
                  </a:cubicBezTo>
                  <a:cubicBezTo>
                    <a:pt x="294" y="0"/>
                    <a:pt x="280" y="14"/>
                    <a:pt x="269" y="24"/>
                  </a:cubicBezTo>
                  <a:cubicBezTo>
                    <a:pt x="260" y="33"/>
                    <a:pt x="255" y="38"/>
                    <a:pt x="242" y="38"/>
                  </a:cubicBezTo>
                  <a:cubicBezTo>
                    <a:pt x="229" y="38"/>
                    <a:pt x="223" y="33"/>
                    <a:pt x="214" y="24"/>
                  </a:cubicBezTo>
                  <a:cubicBezTo>
                    <a:pt x="203" y="14"/>
                    <a:pt x="189" y="0"/>
                    <a:pt x="162" y="0"/>
                  </a:cubicBezTo>
                  <a:cubicBezTo>
                    <a:pt x="136" y="0"/>
                    <a:pt x="122" y="14"/>
                    <a:pt x="111" y="24"/>
                  </a:cubicBezTo>
                  <a:cubicBezTo>
                    <a:pt x="102" y="33"/>
                    <a:pt x="96" y="38"/>
                    <a:pt x="83" y="38"/>
                  </a:cubicBezTo>
                  <a:cubicBezTo>
                    <a:pt x="70" y="38"/>
                    <a:pt x="65" y="33"/>
                    <a:pt x="55" y="24"/>
                  </a:cubicBezTo>
                  <a:cubicBezTo>
                    <a:pt x="45" y="14"/>
                    <a:pt x="31" y="0"/>
                    <a:pt x="4" y="0"/>
                  </a:cubicBezTo>
                  <a:cubicBezTo>
                    <a:pt x="0" y="0"/>
                    <a:pt x="0" y="0"/>
                    <a:pt x="0" y="0"/>
                  </a:cubicBezTo>
                  <a:cubicBezTo>
                    <a:pt x="0" y="34"/>
                    <a:pt x="0" y="34"/>
                    <a:pt x="0" y="34"/>
                  </a:cubicBezTo>
                  <a:cubicBezTo>
                    <a:pt x="4" y="34"/>
                    <a:pt x="4" y="34"/>
                    <a:pt x="4" y="34"/>
                  </a:cubicBezTo>
                  <a:cubicBezTo>
                    <a:pt x="17" y="34"/>
                    <a:pt x="23" y="40"/>
                    <a:pt x="32" y="48"/>
                  </a:cubicBezTo>
                  <a:cubicBezTo>
                    <a:pt x="42" y="58"/>
                    <a:pt x="57" y="72"/>
                    <a:pt x="83" y="72"/>
                  </a:cubicBezTo>
                  <a:cubicBezTo>
                    <a:pt x="110" y="72"/>
                    <a:pt x="124" y="58"/>
                    <a:pt x="135" y="48"/>
                  </a:cubicBezTo>
                  <a:cubicBezTo>
                    <a:pt x="144" y="40"/>
                    <a:pt x="149" y="34"/>
                    <a:pt x="162" y="34"/>
                  </a:cubicBezTo>
                  <a:cubicBezTo>
                    <a:pt x="175" y="34"/>
                    <a:pt x="181" y="40"/>
                    <a:pt x="190" y="48"/>
                  </a:cubicBezTo>
                  <a:cubicBezTo>
                    <a:pt x="201" y="58"/>
                    <a:pt x="215" y="72"/>
                    <a:pt x="242" y="72"/>
                  </a:cubicBezTo>
                  <a:cubicBezTo>
                    <a:pt x="268" y="72"/>
                    <a:pt x="282" y="58"/>
                    <a:pt x="293" y="48"/>
                  </a:cubicBezTo>
                  <a:cubicBezTo>
                    <a:pt x="302" y="40"/>
                    <a:pt x="308" y="34"/>
                    <a:pt x="321" y="34"/>
                  </a:cubicBezTo>
                  <a:cubicBezTo>
                    <a:pt x="334" y="34"/>
                    <a:pt x="339" y="40"/>
                    <a:pt x="349" y="48"/>
                  </a:cubicBezTo>
                  <a:cubicBezTo>
                    <a:pt x="359" y="58"/>
                    <a:pt x="373" y="72"/>
                    <a:pt x="400" y="72"/>
                  </a:cubicBezTo>
                  <a:cubicBezTo>
                    <a:pt x="427" y="72"/>
                    <a:pt x="441" y="58"/>
                    <a:pt x="451" y="48"/>
                  </a:cubicBezTo>
                  <a:cubicBezTo>
                    <a:pt x="461" y="40"/>
                    <a:pt x="466" y="34"/>
                    <a:pt x="479" y="34"/>
                  </a:cubicBezTo>
                  <a:cubicBezTo>
                    <a:pt x="484" y="34"/>
                    <a:pt x="484" y="34"/>
                    <a:pt x="484" y="34"/>
                  </a:cubicBezTo>
                  <a:cubicBezTo>
                    <a:pt x="484" y="0"/>
                    <a:pt x="484" y="0"/>
                    <a:pt x="484" y="0"/>
                  </a:cubicBezTo>
                  <a:lnTo>
                    <a:pt x="47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82"/>
            <p:cNvSpPr>
              <a:spLocks/>
            </p:cNvSpPr>
            <p:nvPr/>
          </p:nvSpPr>
          <p:spPr bwMode="auto">
            <a:xfrm>
              <a:off x="4529138" y="4554538"/>
              <a:ext cx="1335088" cy="198437"/>
            </a:xfrm>
            <a:custGeom>
              <a:avLst/>
              <a:gdLst>
                <a:gd name="T0" fmla="*/ 428 w 484"/>
                <a:gd name="T1" fmla="*/ 23 h 72"/>
                <a:gd name="T2" fmla="*/ 400 w 484"/>
                <a:gd name="T3" fmla="*/ 38 h 72"/>
                <a:gd name="T4" fmla="*/ 372 w 484"/>
                <a:gd name="T5" fmla="*/ 23 h 72"/>
                <a:gd name="T6" fmla="*/ 321 w 484"/>
                <a:gd name="T7" fmla="*/ 0 h 72"/>
                <a:gd name="T8" fmla="*/ 269 w 484"/>
                <a:gd name="T9" fmla="*/ 23 h 72"/>
                <a:gd name="T10" fmla="*/ 242 w 484"/>
                <a:gd name="T11" fmla="*/ 38 h 72"/>
                <a:gd name="T12" fmla="*/ 214 w 484"/>
                <a:gd name="T13" fmla="*/ 23 h 72"/>
                <a:gd name="T14" fmla="*/ 162 w 484"/>
                <a:gd name="T15" fmla="*/ 0 h 72"/>
                <a:gd name="T16" fmla="*/ 111 w 484"/>
                <a:gd name="T17" fmla="*/ 23 h 72"/>
                <a:gd name="T18" fmla="*/ 83 w 484"/>
                <a:gd name="T19" fmla="*/ 38 h 72"/>
                <a:gd name="T20" fmla="*/ 55 w 484"/>
                <a:gd name="T21" fmla="*/ 23 h 72"/>
                <a:gd name="T22" fmla="*/ 4 w 484"/>
                <a:gd name="T23" fmla="*/ 0 h 72"/>
                <a:gd name="T24" fmla="*/ 0 w 484"/>
                <a:gd name="T25" fmla="*/ 0 h 72"/>
                <a:gd name="T26" fmla="*/ 0 w 484"/>
                <a:gd name="T27" fmla="*/ 34 h 72"/>
                <a:gd name="T28" fmla="*/ 4 w 484"/>
                <a:gd name="T29" fmla="*/ 34 h 72"/>
                <a:gd name="T30" fmla="*/ 32 w 484"/>
                <a:gd name="T31" fmla="*/ 48 h 72"/>
                <a:gd name="T32" fmla="*/ 83 w 484"/>
                <a:gd name="T33" fmla="*/ 72 h 72"/>
                <a:gd name="T34" fmla="*/ 135 w 484"/>
                <a:gd name="T35" fmla="*/ 48 h 72"/>
                <a:gd name="T36" fmla="*/ 162 w 484"/>
                <a:gd name="T37" fmla="*/ 34 h 72"/>
                <a:gd name="T38" fmla="*/ 190 w 484"/>
                <a:gd name="T39" fmla="*/ 48 h 72"/>
                <a:gd name="T40" fmla="*/ 242 w 484"/>
                <a:gd name="T41" fmla="*/ 72 h 72"/>
                <a:gd name="T42" fmla="*/ 293 w 484"/>
                <a:gd name="T43" fmla="*/ 48 h 72"/>
                <a:gd name="T44" fmla="*/ 321 w 484"/>
                <a:gd name="T45" fmla="*/ 34 h 72"/>
                <a:gd name="T46" fmla="*/ 349 w 484"/>
                <a:gd name="T47" fmla="*/ 48 h 72"/>
                <a:gd name="T48" fmla="*/ 400 w 484"/>
                <a:gd name="T49" fmla="*/ 72 h 72"/>
                <a:gd name="T50" fmla="*/ 451 w 484"/>
                <a:gd name="T51" fmla="*/ 48 h 72"/>
                <a:gd name="T52" fmla="*/ 479 w 484"/>
                <a:gd name="T53" fmla="*/ 34 h 72"/>
                <a:gd name="T54" fmla="*/ 484 w 484"/>
                <a:gd name="T55" fmla="*/ 34 h 72"/>
                <a:gd name="T56" fmla="*/ 484 w 484"/>
                <a:gd name="T57" fmla="*/ 0 h 72"/>
                <a:gd name="T58" fmla="*/ 479 w 484"/>
                <a:gd name="T59" fmla="*/ 0 h 72"/>
                <a:gd name="T60" fmla="*/ 428 w 484"/>
                <a:gd name="T61" fmla="*/ 23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84" h="72">
                  <a:moveTo>
                    <a:pt x="428" y="23"/>
                  </a:moveTo>
                  <a:cubicBezTo>
                    <a:pt x="419" y="32"/>
                    <a:pt x="413" y="38"/>
                    <a:pt x="400" y="38"/>
                  </a:cubicBezTo>
                  <a:cubicBezTo>
                    <a:pt x="387" y="38"/>
                    <a:pt x="381" y="32"/>
                    <a:pt x="372" y="23"/>
                  </a:cubicBezTo>
                  <a:cubicBezTo>
                    <a:pt x="362" y="13"/>
                    <a:pt x="347" y="0"/>
                    <a:pt x="321" y="0"/>
                  </a:cubicBezTo>
                  <a:cubicBezTo>
                    <a:pt x="294" y="0"/>
                    <a:pt x="280" y="13"/>
                    <a:pt x="269" y="23"/>
                  </a:cubicBezTo>
                  <a:cubicBezTo>
                    <a:pt x="260" y="32"/>
                    <a:pt x="255" y="38"/>
                    <a:pt x="242" y="38"/>
                  </a:cubicBezTo>
                  <a:cubicBezTo>
                    <a:pt x="229" y="38"/>
                    <a:pt x="223" y="32"/>
                    <a:pt x="214" y="23"/>
                  </a:cubicBezTo>
                  <a:cubicBezTo>
                    <a:pt x="203" y="13"/>
                    <a:pt x="189" y="0"/>
                    <a:pt x="162" y="0"/>
                  </a:cubicBezTo>
                  <a:cubicBezTo>
                    <a:pt x="136" y="0"/>
                    <a:pt x="122" y="13"/>
                    <a:pt x="111" y="23"/>
                  </a:cubicBezTo>
                  <a:cubicBezTo>
                    <a:pt x="102" y="32"/>
                    <a:pt x="96" y="38"/>
                    <a:pt x="83" y="38"/>
                  </a:cubicBezTo>
                  <a:cubicBezTo>
                    <a:pt x="70" y="38"/>
                    <a:pt x="65" y="32"/>
                    <a:pt x="55" y="23"/>
                  </a:cubicBezTo>
                  <a:cubicBezTo>
                    <a:pt x="45" y="13"/>
                    <a:pt x="31" y="0"/>
                    <a:pt x="4" y="0"/>
                  </a:cubicBezTo>
                  <a:cubicBezTo>
                    <a:pt x="0" y="0"/>
                    <a:pt x="0" y="0"/>
                    <a:pt x="0" y="0"/>
                  </a:cubicBezTo>
                  <a:cubicBezTo>
                    <a:pt x="0" y="34"/>
                    <a:pt x="0" y="34"/>
                    <a:pt x="0" y="34"/>
                  </a:cubicBezTo>
                  <a:cubicBezTo>
                    <a:pt x="4" y="34"/>
                    <a:pt x="4" y="34"/>
                    <a:pt x="4" y="34"/>
                  </a:cubicBezTo>
                  <a:cubicBezTo>
                    <a:pt x="17" y="34"/>
                    <a:pt x="23" y="39"/>
                    <a:pt x="32" y="48"/>
                  </a:cubicBezTo>
                  <a:cubicBezTo>
                    <a:pt x="42" y="58"/>
                    <a:pt x="57" y="72"/>
                    <a:pt x="83" y="72"/>
                  </a:cubicBezTo>
                  <a:cubicBezTo>
                    <a:pt x="110" y="72"/>
                    <a:pt x="124" y="58"/>
                    <a:pt x="135" y="48"/>
                  </a:cubicBezTo>
                  <a:cubicBezTo>
                    <a:pt x="144" y="39"/>
                    <a:pt x="149" y="34"/>
                    <a:pt x="162" y="34"/>
                  </a:cubicBezTo>
                  <a:cubicBezTo>
                    <a:pt x="175" y="34"/>
                    <a:pt x="181" y="39"/>
                    <a:pt x="190" y="48"/>
                  </a:cubicBezTo>
                  <a:cubicBezTo>
                    <a:pt x="201" y="58"/>
                    <a:pt x="215" y="72"/>
                    <a:pt x="242" y="72"/>
                  </a:cubicBezTo>
                  <a:cubicBezTo>
                    <a:pt x="268" y="72"/>
                    <a:pt x="282" y="58"/>
                    <a:pt x="293" y="48"/>
                  </a:cubicBezTo>
                  <a:cubicBezTo>
                    <a:pt x="302" y="39"/>
                    <a:pt x="308" y="34"/>
                    <a:pt x="321" y="34"/>
                  </a:cubicBezTo>
                  <a:cubicBezTo>
                    <a:pt x="334" y="34"/>
                    <a:pt x="339" y="39"/>
                    <a:pt x="349" y="48"/>
                  </a:cubicBezTo>
                  <a:cubicBezTo>
                    <a:pt x="359" y="58"/>
                    <a:pt x="373" y="72"/>
                    <a:pt x="400" y="72"/>
                  </a:cubicBezTo>
                  <a:cubicBezTo>
                    <a:pt x="427" y="72"/>
                    <a:pt x="441" y="58"/>
                    <a:pt x="451" y="48"/>
                  </a:cubicBezTo>
                  <a:cubicBezTo>
                    <a:pt x="461" y="39"/>
                    <a:pt x="466" y="34"/>
                    <a:pt x="479" y="34"/>
                  </a:cubicBezTo>
                  <a:cubicBezTo>
                    <a:pt x="484" y="34"/>
                    <a:pt x="484" y="34"/>
                    <a:pt x="484" y="34"/>
                  </a:cubicBezTo>
                  <a:cubicBezTo>
                    <a:pt x="484" y="0"/>
                    <a:pt x="484" y="0"/>
                    <a:pt x="484" y="0"/>
                  </a:cubicBezTo>
                  <a:cubicBezTo>
                    <a:pt x="479" y="0"/>
                    <a:pt x="479" y="0"/>
                    <a:pt x="479" y="0"/>
                  </a:cubicBezTo>
                  <a:cubicBezTo>
                    <a:pt x="453" y="0"/>
                    <a:pt x="438" y="13"/>
                    <a:pt x="428"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31" name="组合 230"/>
          <p:cNvGrpSpPr/>
          <p:nvPr/>
        </p:nvGrpSpPr>
        <p:grpSpPr>
          <a:xfrm>
            <a:off x="3265611" y="670600"/>
            <a:ext cx="902188" cy="1302183"/>
            <a:chOff x="4560888" y="666750"/>
            <a:chExt cx="1303338" cy="1881187"/>
          </a:xfrm>
          <a:solidFill>
            <a:schemeClr val="tx1">
              <a:lumMod val="65000"/>
              <a:lumOff val="35000"/>
            </a:schemeClr>
          </a:solidFill>
        </p:grpSpPr>
        <p:sp>
          <p:nvSpPr>
            <p:cNvPr id="232" name="Oval 91"/>
            <p:cNvSpPr>
              <a:spLocks noChangeArrowheads="1"/>
            </p:cNvSpPr>
            <p:nvPr/>
          </p:nvSpPr>
          <p:spPr bwMode="auto">
            <a:xfrm>
              <a:off x="5048250" y="666750"/>
              <a:ext cx="331788" cy="3317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92"/>
            <p:cNvSpPr>
              <a:spLocks/>
            </p:cNvSpPr>
            <p:nvPr/>
          </p:nvSpPr>
          <p:spPr bwMode="auto">
            <a:xfrm>
              <a:off x="4560888" y="2273300"/>
              <a:ext cx="1303338" cy="274637"/>
            </a:xfrm>
            <a:custGeom>
              <a:avLst/>
              <a:gdLst>
                <a:gd name="T0" fmla="*/ 441 w 473"/>
                <a:gd name="T1" fmla="*/ 0 h 100"/>
                <a:gd name="T2" fmla="*/ 32 w 473"/>
                <a:gd name="T3" fmla="*/ 0 h 100"/>
                <a:gd name="T4" fmla="*/ 0 w 473"/>
                <a:gd name="T5" fmla="*/ 32 h 100"/>
                <a:gd name="T6" fmla="*/ 0 w 473"/>
                <a:gd name="T7" fmla="*/ 34 h 100"/>
                <a:gd name="T8" fmla="*/ 0 w 473"/>
                <a:gd name="T9" fmla="*/ 66 h 100"/>
                <a:gd name="T10" fmla="*/ 0 w 473"/>
                <a:gd name="T11" fmla="*/ 68 h 100"/>
                <a:gd name="T12" fmla="*/ 32 w 473"/>
                <a:gd name="T13" fmla="*/ 100 h 100"/>
                <a:gd name="T14" fmla="*/ 116 w 473"/>
                <a:gd name="T15" fmla="*/ 100 h 100"/>
                <a:gd name="T16" fmla="*/ 147 w 473"/>
                <a:gd name="T17" fmla="*/ 68 h 100"/>
                <a:gd name="T18" fmla="*/ 147 w 473"/>
                <a:gd name="T19" fmla="*/ 66 h 100"/>
                <a:gd name="T20" fmla="*/ 326 w 473"/>
                <a:gd name="T21" fmla="*/ 66 h 100"/>
                <a:gd name="T22" fmla="*/ 326 w 473"/>
                <a:gd name="T23" fmla="*/ 68 h 100"/>
                <a:gd name="T24" fmla="*/ 358 w 473"/>
                <a:gd name="T25" fmla="*/ 100 h 100"/>
                <a:gd name="T26" fmla="*/ 441 w 473"/>
                <a:gd name="T27" fmla="*/ 100 h 100"/>
                <a:gd name="T28" fmla="*/ 473 w 473"/>
                <a:gd name="T29" fmla="*/ 68 h 100"/>
                <a:gd name="T30" fmla="*/ 473 w 473"/>
                <a:gd name="T31" fmla="*/ 66 h 100"/>
                <a:gd name="T32" fmla="*/ 473 w 473"/>
                <a:gd name="T33" fmla="*/ 34 h 100"/>
                <a:gd name="T34" fmla="*/ 473 w 473"/>
                <a:gd name="T35" fmla="*/ 32 h 100"/>
                <a:gd name="T36" fmla="*/ 441 w 473"/>
                <a:gd name="T37"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73" h="100">
                  <a:moveTo>
                    <a:pt x="441" y="0"/>
                  </a:moveTo>
                  <a:cubicBezTo>
                    <a:pt x="32" y="0"/>
                    <a:pt x="32" y="0"/>
                    <a:pt x="32" y="0"/>
                  </a:cubicBezTo>
                  <a:cubicBezTo>
                    <a:pt x="15" y="0"/>
                    <a:pt x="0" y="14"/>
                    <a:pt x="0" y="32"/>
                  </a:cubicBezTo>
                  <a:cubicBezTo>
                    <a:pt x="0" y="34"/>
                    <a:pt x="0" y="34"/>
                    <a:pt x="0" y="34"/>
                  </a:cubicBezTo>
                  <a:cubicBezTo>
                    <a:pt x="0" y="66"/>
                    <a:pt x="0" y="66"/>
                    <a:pt x="0" y="66"/>
                  </a:cubicBezTo>
                  <a:cubicBezTo>
                    <a:pt x="0" y="68"/>
                    <a:pt x="0" y="68"/>
                    <a:pt x="0" y="68"/>
                  </a:cubicBezTo>
                  <a:cubicBezTo>
                    <a:pt x="0" y="86"/>
                    <a:pt x="15" y="100"/>
                    <a:pt x="32" y="100"/>
                  </a:cubicBezTo>
                  <a:cubicBezTo>
                    <a:pt x="116" y="100"/>
                    <a:pt x="116" y="100"/>
                    <a:pt x="116" y="100"/>
                  </a:cubicBezTo>
                  <a:cubicBezTo>
                    <a:pt x="133" y="100"/>
                    <a:pt x="147" y="86"/>
                    <a:pt x="147" y="68"/>
                  </a:cubicBezTo>
                  <a:cubicBezTo>
                    <a:pt x="147" y="66"/>
                    <a:pt x="147" y="66"/>
                    <a:pt x="147" y="66"/>
                  </a:cubicBezTo>
                  <a:cubicBezTo>
                    <a:pt x="326" y="66"/>
                    <a:pt x="326" y="66"/>
                    <a:pt x="326" y="66"/>
                  </a:cubicBezTo>
                  <a:cubicBezTo>
                    <a:pt x="326" y="68"/>
                    <a:pt x="326" y="68"/>
                    <a:pt x="326" y="68"/>
                  </a:cubicBezTo>
                  <a:cubicBezTo>
                    <a:pt x="326" y="86"/>
                    <a:pt x="340" y="100"/>
                    <a:pt x="358" y="100"/>
                  </a:cubicBezTo>
                  <a:cubicBezTo>
                    <a:pt x="441" y="100"/>
                    <a:pt x="441" y="100"/>
                    <a:pt x="441" y="100"/>
                  </a:cubicBezTo>
                  <a:cubicBezTo>
                    <a:pt x="458" y="100"/>
                    <a:pt x="473" y="86"/>
                    <a:pt x="473" y="68"/>
                  </a:cubicBezTo>
                  <a:cubicBezTo>
                    <a:pt x="473" y="66"/>
                    <a:pt x="473" y="66"/>
                    <a:pt x="473" y="66"/>
                  </a:cubicBezTo>
                  <a:cubicBezTo>
                    <a:pt x="473" y="34"/>
                    <a:pt x="473" y="34"/>
                    <a:pt x="473" y="34"/>
                  </a:cubicBezTo>
                  <a:cubicBezTo>
                    <a:pt x="473" y="32"/>
                    <a:pt x="473" y="32"/>
                    <a:pt x="473" y="32"/>
                  </a:cubicBezTo>
                  <a:cubicBezTo>
                    <a:pt x="473" y="14"/>
                    <a:pt x="458" y="0"/>
                    <a:pt x="44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93"/>
            <p:cNvSpPr>
              <a:spLocks/>
            </p:cNvSpPr>
            <p:nvPr/>
          </p:nvSpPr>
          <p:spPr bwMode="auto">
            <a:xfrm>
              <a:off x="4598988" y="890588"/>
              <a:ext cx="1227138" cy="1371600"/>
            </a:xfrm>
            <a:custGeom>
              <a:avLst/>
              <a:gdLst>
                <a:gd name="T0" fmla="*/ 71 w 445"/>
                <a:gd name="T1" fmla="*/ 105 h 497"/>
                <a:gd name="T2" fmla="*/ 47 w 445"/>
                <a:gd name="T3" fmla="*/ 105 h 497"/>
                <a:gd name="T4" fmla="*/ 47 w 445"/>
                <a:gd name="T5" fmla="*/ 98 h 497"/>
                <a:gd name="T6" fmla="*/ 51 w 445"/>
                <a:gd name="T7" fmla="*/ 98 h 497"/>
                <a:gd name="T8" fmla="*/ 167 w 445"/>
                <a:gd name="T9" fmla="*/ 98 h 497"/>
                <a:gd name="T10" fmla="*/ 167 w 445"/>
                <a:gd name="T11" fmla="*/ 271 h 497"/>
                <a:gd name="T12" fmla="*/ 167 w 445"/>
                <a:gd name="T13" fmla="*/ 271 h 497"/>
                <a:gd name="T14" fmla="*/ 167 w 445"/>
                <a:gd name="T15" fmla="*/ 376 h 497"/>
                <a:gd name="T16" fmla="*/ 193 w 445"/>
                <a:gd name="T17" fmla="*/ 402 h 497"/>
                <a:gd name="T18" fmla="*/ 193 w 445"/>
                <a:gd name="T19" fmla="*/ 402 h 497"/>
                <a:gd name="T20" fmla="*/ 219 w 445"/>
                <a:gd name="T21" fmla="*/ 376 h 497"/>
                <a:gd name="T22" fmla="*/ 219 w 445"/>
                <a:gd name="T23" fmla="*/ 303 h 497"/>
                <a:gd name="T24" fmla="*/ 227 w 445"/>
                <a:gd name="T25" fmla="*/ 303 h 497"/>
                <a:gd name="T26" fmla="*/ 227 w 445"/>
                <a:gd name="T27" fmla="*/ 471 h 497"/>
                <a:gd name="T28" fmla="*/ 253 w 445"/>
                <a:gd name="T29" fmla="*/ 497 h 497"/>
                <a:gd name="T30" fmla="*/ 253 w 445"/>
                <a:gd name="T31" fmla="*/ 497 h 497"/>
                <a:gd name="T32" fmla="*/ 279 w 445"/>
                <a:gd name="T33" fmla="*/ 471 h 497"/>
                <a:gd name="T34" fmla="*/ 279 w 445"/>
                <a:gd name="T35" fmla="*/ 271 h 497"/>
                <a:gd name="T36" fmla="*/ 279 w 445"/>
                <a:gd name="T37" fmla="*/ 269 h 497"/>
                <a:gd name="T38" fmla="*/ 279 w 445"/>
                <a:gd name="T39" fmla="*/ 98 h 497"/>
                <a:gd name="T40" fmla="*/ 394 w 445"/>
                <a:gd name="T41" fmla="*/ 98 h 497"/>
                <a:gd name="T42" fmla="*/ 398 w 445"/>
                <a:gd name="T43" fmla="*/ 98 h 497"/>
                <a:gd name="T44" fmla="*/ 398 w 445"/>
                <a:gd name="T45" fmla="*/ 105 h 497"/>
                <a:gd name="T46" fmla="*/ 374 w 445"/>
                <a:gd name="T47" fmla="*/ 105 h 497"/>
                <a:gd name="T48" fmla="*/ 374 w 445"/>
                <a:gd name="T49" fmla="*/ 144 h 497"/>
                <a:gd name="T50" fmla="*/ 445 w 445"/>
                <a:gd name="T51" fmla="*/ 144 h 497"/>
                <a:gd name="T52" fmla="*/ 445 w 445"/>
                <a:gd name="T53" fmla="*/ 105 h 497"/>
                <a:gd name="T54" fmla="*/ 421 w 445"/>
                <a:gd name="T55" fmla="*/ 105 h 497"/>
                <a:gd name="T56" fmla="*/ 421 w 445"/>
                <a:gd name="T57" fmla="*/ 39 h 497"/>
                <a:gd name="T58" fmla="*/ 445 w 445"/>
                <a:gd name="T59" fmla="*/ 39 h 497"/>
                <a:gd name="T60" fmla="*/ 445 w 445"/>
                <a:gd name="T61" fmla="*/ 0 h 497"/>
                <a:gd name="T62" fmla="*/ 374 w 445"/>
                <a:gd name="T63" fmla="*/ 0 h 497"/>
                <a:gd name="T64" fmla="*/ 374 w 445"/>
                <a:gd name="T65" fmla="*/ 39 h 497"/>
                <a:gd name="T66" fmla="*/ 398 w 445"/>
                <a:gd name="T67" fmla="*/ 39 h 497"/>
                <a:gd name="T68" fmla="*/ 398 w 445"/>
                <a:gd name="T69" fmla="*/ 46 h 497"/>
                <a:gd name="T70" fmla="*/ 394 w 445"/>
                <a:gd name="T71" fmla="*/ 46 h 497"/>
                <a:gd name="T72" fmla="*/ 254 w 445"/>
                <a:gd name="T73" fmla="*/ 46 h 497"/>
                <a:gd name="T74" fmla="*/ 243 w 445"/>
                <a:gd name="T75" fmla="*/ 46 h 497"/>
                <a:gd name="T76" fmla="*/ 202 w 445"/>
                <a:gd name="T77" fmla="*/ 46 h 497"/>
                <a:gd name="T78" fmla="*/ 191 w 445"/>
                <a:gd name="T79" fmla="*/ 46 h 497"/>
                <a:gd name="T80" fmla="*/ 51 w 445"/>
                <a:gd name="T81" fmla="*/ 46 h 497"/>
                <a:gd name="T82" fmla="*/ 47 w 445"/>
                <a:gd name="T83" fmla="*/ 46 h 497"/>
                <a:gd name="T84" fmla="*/ 47 w 445"/>
                <a:gd name="T85" fmla="*/ 39 h 497"/>
                <a:gd name="T86" fmla="*/ 71 w 445"/>
                <a:gd name="T87" fmla="*/ 39 h 497"/>
                <a:gd name="T88" fmla="*/ 71 w 445"/>
                <a:gd name="T89" fmla="*/ 0 h 497"/>
                <a:gd name="T90" fmla="*/ 0 w 445"/>
                <a:gd name="T91" fmla="*/ 0 h 497"/>
                <a:gd name="T92" fmla="*/ 0 w 445"/>
                <a:gd name="T93" fmla="*/ 39 h 497"/>
                <a:gd name="T94" fmla="*/ 24 w 445"/>
                <a:gd name="T95" fmla="*/ 39 h 497"/>
                <a:gd name="T96" fmla="*/ 24 w 445"/>
                <a:gd name="T97" fmla="*/ 105 h 497"/>
                <a:gd name="T98" fmla="*/ 0 w 445"/>
                <a:gd name="T99" fmla="*/ 105 h 497"/>
                <a:gd name="T100" fmla="*/ 0 w 445"/>
                <a:gd name="T101" fmla="*/ 144 h 497"/>
                <a:gd name="T102" fmla="*/ 71 w 445"/>
                <a:gd name="T103" fmla="*/ 144 h 497"/>
                <a:gd name="T104" fmla="*/ 71 w 445"/>
                <a:gd name="T105" fmla="*/ 105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45" h="497">
                  <a:moveTo>
                    <a:pt x="71" y="105"/>
                  </a:moveTo>
                  <a:cubicBezTo>
                    <a:pt x="47" y="105"/>
                    <a:pt x="47" y="105"/>
                    <a:pt x="47" y="105"/>
                  </a:cubicBezTo>
                  <a:cubicBezTo>
                    <a:pt x="47" y="98"/>
                    <a:pt x="47" y="98"/>
                    <a:pt x="47" y="98"/>
                  </a:cubicBezTo>
                  <a:cubicBezTo>
                    <a:pt x="49" y="98"/>
                    <a:pt x="50" y="98"/>
                    <a:pt x="51" y="98"/>
                  </a:cubicBezTo>
                  <a:cubicBezTo>
                    <a:pt x="167" y="98"/>
                    <a:pt x="167" y="98"/>
                    <a:pt x="167" y="98"/>
                  </a:cubicBezTo>
                  <a:cubicBezTo>
                    <a:pt x="167" y="271"/>
                    <a:pt x="167" y="271"/>
                    <a:pt x="167" y="271"/>
                  </a:cubicBezTo>
                  <a:cubicBezTo>
                    <a:pt x="167" y="271"/>
                    <a:pt x="167" y="271"/>
                    <a:pt x="167" y="271"/>
                  </a:cubicBezTo>
                  <a:cubicBezTo>
                    <a:pt x="167" y="376"/>
                    <a:pt x="167" y="376"/>
                    <a:pt x="167" y="376"/>
                  </a:cubicBezTo>
                  <a:cubicBezTo>
                    <a:pt x="167" y="390"/>
                    <a:pt x="178" y="402"/>
                    <a:pt x="193" y="402"/>
                  </a:cubicBezTo>
                  <a:cubicBezTo>
                    <a:pt x="193" y="402"/>
                    <a:pt x="193" y="402"/>
                    <a:pt x="193" y="402"/>
                  </a:cubicBezTo>
                  <a:cubicBezTo>
                    <a:pt x="207" y="402"/>
                    <a:pt x="219" y="390"/>
                    <a:pt x="219" y="376"/>
                  </a:cubicBezTo>
                  <a:cubicBezTo>
                    <a:pt x="219" y="303"/>
                    <a:pt x="219" y="303"/>
                    <a:pt x="219" y="303"/>
                  </a:cubicBezTo>
                  <a:cubicBezTo>
                    <a:pt x="227" y="303"/>
                    <a:pt x="227" y="303"/>
                    <a:pt x="227" y="303"/>
                  </a:cubicBezTo>
                  <a:cubicBezTo>
                    <a:pt x="227" y="471"/>
                    <a:pt x="227" y="471"/>
                    <a:pt x="227" y="471"/>
                  </a:cubicBezTo>
                  <a:cubicBezTo>
                    <a:pt x="227" y="485"/>
                    <a:pt x="238" y="497"/>
                    <a:pt x="253" y="497"/>
                  </a:cubicBezTo>
                  <a:cubicBezTo>
                    <a:pt x="253" y="497"/>
                    <a:pt x="253" y="497"/>
                    <a:pt x="253" y="497"/>
                  </a:cubicBezTo>
                  <a:cubicBezTo>
                    <a:pt x="267" y="497"/>
                    <a:pt x="279" y="485"/>
                    <a:pt x="279" y="471"/>
                  </a:cubicBezTo>
                  <a:cubicBezTo>
                    <a:pt x="279" y="271"/>
                    <a:pt x="279" y="271"/>
                    <a:pt x="279" y="271"/>
                  </a:cubicBezTo>
                  <a:cubicBezTo>
                    <a:pt x="279" y="269"/>
                    <a:pt x="279" y="269"/>
                    <a:pt x="279" y="269"/>
                  </a:cubicBezTo>
                  <a:cubicBezTo>
                    <a:pt x="279" y="98"/>
                    <a:pt x="279" y="98"/>
                    <a:pt x="279" y="98"/>
                  </a:cubicBezTo>
                  <a:cubicBezTo>
                    <a:pt x="394" y="98"/>
                    <a:pt x="394" y="98"/>
                    <a:pt x="394" y="98"/>
                  </a:cubicBezTo>
                  <a:cubicBezTo>
                    <a:pt x="395" y="98"/>
                    <a:pt x="397" y="98"/>
                    <a:pt x="398" y="98"/>
                  </a:cubicBezTo>
                  <a:cubicBezTo>
                    <a:pt x="398" y="105"/>
                    <a:pt x="398" y="105"/>
                    <a:pt x="398" y="105"/>
                  </a:cubicBezTo>
                  <a:cubicBezTo>
                    <a:pt x="374" y="105"/>
                    <a:pt x="374" y="105"/>
                    <a:pt x="374" y="105"/>
                  </a:cubicBezTo>
                  <a:cubicBezTo>
                    <a:pt x="374" y="144"/>
                    <a:pt x="374" y="144"/>
                    <a:pt x="374" y="144"/>
                  </a:cubicBezTo>
                  <a:cubicBezTo>
                    <a:pt x="445" y="144"/>
                    <a:pt x="445" y="144"/>
                    <a:pt x="445" y="144"/>
                  </a:cubicBezTo>
                  <a:cubicBezTo>
                    <a:pt x="445" y="105"/>
                    <a:pt x="445" y="105"/>
                    <a:pt x="445" y="105"/>
                  </a:cubicBezTo>
                  <a:cubicBezTo>
                    <a:pt x="421" y="105"/>
                    <a:pt x="421" y="105"/>
                    <a:pt x="421" y="105"/>
                  </a:cubicBezTo>
                  <a:cubicBezTo>
                    <a:pt x="421" y="39"/>
                    <a:pt x="421" y="39"/>
                    <a:pt x="421" y="39"/>
                  </a:cubicBezTo>
                  <a:cubicBezTo>
                    <a:pt x="445" y="39"/>
                    <a:pt x="445" y="39"/>
                    <a:pt x="445" y="39"/>
                  </a:cubicBezTo>
                  <a:cubicBezTo>
                    <a:pt x="445" y="0"/>
                    <a:pt x="445" y="0"/>
                    <a:pt x="445" y="0"/>
                  </a:cubicBezTo>
                  <a:cubicBezTo>
                    <a:pt x="374" y="0"/>
                    <a:pt x="374" y="0"/>
                    <a:pt x="374" y="0"/>
                  </a:cubicBezTo>
                  <a:cubicBezTo>
                    <a:pt x="374" y="39"/>
                    <a:pt x="374" y="39"/>
                    <a:pt x="374" y="39"/>
                  </a:cubicBezTo>
                  <a:cubicBezTo>
                    <a:pt x="398" y="39"/>
                    <a:pt x="398" y="39"/>
                    <a:pt x="398" y="39"/>
                  </a:cubicBezTo>
                  <a:cubicBezTo>
                    <a:pt x="398" y="46"/>
                    <a:pt x="398" y="46"/>
                    <a:pt x="398" y="46"/>
                  </a:cubicBezTo>
                  <a:cubicBezTo>
                    <a:pt x="397" y="46"/>
                    <a:pt x="395" y="46"/>
                    <a:pt x="394" y="46"/>
                  </a:cubicBezTo>
                  <a:cubicBezTo>
                    <a:pt x="254" y="46"/>
                    <a:pt x="254" y="46"/>
                    <a:pt x="254" y="46"/>
                  </a:cubicBezTo>
                  <a:cubicBezTo>
                    <a:pt x="243" y="46"/>
                    <a:pt x="243" y="46"/>
                    <a:pt x="243" y="46"/>
                  </a:cubicBezTo>
                  <a:cubicBezTo>
                    <a:pt x="202" y="46"/>
                    <a:pt x="202" y="46"/>
                    <a:pt x="202" y="46"/>
                  </a:cubicBezTo>
                  <a:cubicBezTo>
                    <a:pt x="191" y="46"/>
                    <a:pt x="191" y="46"/>
                    <a:pt x="191" y="46"/>
                  </a:cubicBezTo>
                  <a:cubicBezTo>
                    <a:pt x="51" y="46"/>
                    <a:pt x="51" y="46"/>
                    <a:pt x="51" y="46"/>
                  </a:cubicBezTo>
                  <a:cubicBezTo>
                    <a:pt x="50" y="46"/>
                    <a:pt x="49" y="46"/>
                    <a:pt x="47" y="46"/>
                  </a:cubicBezTo>
                  <a:cubicBezTo>
                    <a:pt x="47" y="39"/>
                    <a:pt x="47" y="39"/>
                    <a:pt x="47" y="39"/>
                  </a:cubicBezTo>
                  <a:cubicBezTo>
                    <a:pt x="71" y="39"/>
                    <a:pt x="71" y="39"/>
                    <a:pt x="71" y="39"/>
                  </a:cubicBezTo>
                  <a:cubicBezTo>
                    <a:pt x="71" y="0"/>
                    <a:pt x="71" y="0"/>
                    <a:pt x="71" y="0"/>
                  </a:cubicBezTo>
                  <a:cubicBezTo>
                    <a:pt x="0" y="0"/>
                    <a:pt x="0" y="0"/>
                    <a:pt x="0" y="0"/>
                  </a:cubicBezTo>
                  <a:cubicBezTo>
                    <a:pt x="0" y="39"/>
                    <a:pt x="0" y="39"/>
                    <a:pt x="0" y="39"/>
                  </a:cubicBezTo>
                  <a:cubicBezTo>
                    <a:pt x="24" y="39"/>
                    <a:pt x="24" y="39"/>
                    <a:pt x="24" y="39"/>
                  </a:cubicBezTo>
                  <a:cubicBezTo>
                    <a:pt x="24" y="105"/>
                    <a:pt x="24" y="105"/>
                    <a:pt x="24" y="105"/>
                  </a:cubicBezTo>
                  <a:cubicBezTo>
                    <a:pt x="0" y="105"/>
                    <a:pt x="0" y="105"/>
                    <a:pt x="0" y="105"/>
                  </a:cubicBezTo>
                  <a:cubicBezTo>
                    <a:pt x="0" y="144"/>
                    <a:pt x="0" y="144"/>
                    <a:pt x="0" y="144"/>
                  </a:cubicBezTo>
                  <a:cubicBezTo>
                    <a:pt x="71" y="144"/>
                    <a:pt x="71" y="144"/>
                    <a:pt x="71" y="144"/>
                  </a:cubicBezTo>
                  <a:lnTo>
                    <a:pt x="71" y="1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35" name="组合 234"/>
          <p:cNvGrpSpPr/>
          <p:nvPr/>
        </p:nvGrpSpPr>
        <p:grpSpPr>
          <a:xfrm>
            <a:off x="6497588" y="836463"/>
            <a:ext cx="790510" cy="1326054"/>
            <a:chOff x="515330" y="557299"/>
            <a:chExt cx="844944" cy="1417364"/>
          </a:xfrm>
          <a:solidFill>
            <a:schemeClr val="tx1">
              <a:lumMod val="65000"/>
              <a:lumOff val="35000"/>
            </a:schemeClr>
          </a:solidFill>
        </p:grpSpPr>
        <p:sp>
          <p:nvSpPr>
            <p:cNvPr id="236" name="Freeform 5"/>
            <p:cNvSpPr>
              <a:spLocks/>
            </p:cNvSpPr>
            <p:nvPr/>
          </p:nvSpPr>
          <p:spPr bwMode="auto">
            <a:xfrm>
              <a:off x="610517" y="905446"/>
              <a:ext cx="220364" cy="220363"/>
            </a:xfrm>
            <a:custGeom>
              <a:avLst/>
              <a:gdLst>
                <a:gd name="T0" fmla="*/ 79 w 198"/>
                <a:gd name="T1" fmla="*/ 187 h 198"/>
                <a:gd name="T2" fmla="*/ 187 w 198"/>
                <a:gd name="T3" fmla="*/ 120 h 198"/>
                <a:gd name="T4" fmla="*/ 119 w 198"/>
                <a:gd name="T5" fmla="*/ 12 h 198"/>
                <a:gd name="T6" fmla="*/ 11 w 198"/>
                <a:gd name="T7" fmla="*/ 79 h 198"/>
                <a:gd name="T8" fmla="*/ 79 w 198"/>
                <a:gd name="T9" fmla="*/ 187 h 198"/>
              </a:gdLst>
              <a:ahLst/>
              <a:cxnLst>
                <a:cxn ang="0">
                  <a:pos x="T0" y="T1"/>
                </a:cxn>
                <a:cxn ang="0">
                  <a:pos x="T2" y="T3"/>
                </a:cxn>
                <a:cxn ang="0">
                  <a:pos x="T4" y="T5"/>
                </a:cxn>
                <a:cxn ang="0">
                  <a:pos x="T6" y="T7"/>
                </a:cxn>
                <a:cxn ang="0">
                  <a:pos x="T8" y="T9"/>
                </a:cxn>
              </a:cxnLst>
              <a:rect l="0" t="0" r="r" b="b"/>
              <a:pathLst>
                <a:path w="198" h="198">
                  <a:moveTo>
                    <a:pt x="79" y="187"/>
                  </a:moveTo>
                  <a:cubicBezTo>
                    <a:pt x="127" y="198"/>
                    <a:pt x="175" y="168"/>
                    <a:pt x="187" y="120"/>
                  </a:cubicBezTo>
                  <a:cubicBezTo>
                    <a:pt x="198" y="71"/>
                    <a:pt x="168" y="23"/>
                    <a:pt x="119" y="12"/>
                  </a:cubicBezTo>
                  <a:cubicBezTo>
                    <a:pt x="71" y="0"/>
                    <a:pt x="23" y="31"/>
                    <a:pt x="11" y="79"/>
                  </a:cubicBezTo>
                  <a:cubicBezTo>
                    <a:pt x="0" y="127"/>
                    <a:pt x="30" y="176"/>
                    <a:pt x="79" y="1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Freeform 6"/>
            <p:cNvSpPr>
              <a:spLocks/>
            </p:cNvSpPr>
            <p:nvPr/>
          </p:nvSpPr>
          <p:spPr bwMode="auto">
            <a:xfrm>
              <a:off x="515330" y="1124505"/>
              <a:ext cx="212540" cy="850158"/>
            </a:xfrm>
            <a:custGeom>
              <a:avLst/>
              <a:gdLst>
                <a:gd name="T0" fmla="*/ 63 w 191"/>
                <a:gd name="T1" fmla="*/ 365 h 763"/>
                <a:gd name="T2" fmla="*/ 91 w 191"/>
                <a:gd name="T3" fmla="*/ 522 h 763"/>
                <a:gd name="T4" fmla="*/ 59 w 191"/>
                <a:gd name="T5" fmla="*/ 696 h 763"/>
                <a:gd name="T6" fmla="*/ 89 w 191"/>
                <a:gd name="T7" fmla="*/ 760 h 763"/>
                <a:gd name="T8" fmla="*/ 106 w 191"/>
                <a:gd name="T9" fmla="*/ 763 h 763"/>
                <a:gd name="T10" fmla="*/ 153 w 191"/>
                <a:gd name="T11" fmla="*/ 731 h 763"/>
                <a:gd name="T12" fmla="*/ 191 w 191"/>
                <a:gd name="T13" fmla="*/ 522 h 763"/>
                <a:gd name="T14" fmla="*/ 174 w 191"/>
                <a:gd name="T15" fmla="*/ 386 h 763"/>
                <a:gd name="T16" fmla="*/ 174 w 191"/>
                <a:gd name="T17" fmla="*/ 386 h 763"/>
                <a:gd name="T18" fmla="*/ 146 w 191"/>
                <a:gd name="T19" fmla="*/ 397 h 763"/>
                <a:gd name="T20" fmla="*/ 117 w 191"/>
                <a:gd name="T21" fmla="*/ 385 h 763"/>
                <a:gd name="T22" fmla="*/ 41 w 191"/>
                <a:gd name="T23" fmla="*/ 204 h 763"/>
                <a:gd name="T24" fmla="*/ 84 w 191"/>
                <a:gd name="T25" fmla="*/ 53 h 763"/>
                <a:gd name="T26" fmla="*/ 84 w 191"/>
                <a:gd name="T27" fmla="*/ 52 h 763"/>
                <a:gd name="T28" fmla="*/ 84 w 191"/>
                <a:gd name="T29" fmla="*/ 52 h 763"/>
                <a:gd name="T30" fmla="*/ 85 w 191"/>
                <a:gd name="T31" fmla="*/ 51 h 763"/>
                <a:gd name="T32" fmla="*/ 118 w 191"/>
                <a:gd name="T33" fmla="*/ 33 h 763"/>
                <a:gd name="T34" fmla="*/ 140 w 191"/>
                <a:gd name="T35" fmla="*/ 40 h 763"/>
                <a:gd name="T36" fmla="*/ 157 w 191"/>
                <a:gd name="T37" fmla="*/ 65 h 763"/>
                <a:gd name="T38" fmla="*/ 151 w 191"/>
                <a:gd name="T39" fmla="*/ 95 h 763"/>
                <a:gd name="T40" fmla="*/ 151 w 191"/>
                <a:gd name="T41" fmla="*/ 97 h 763"/>
                <a:gd name="T42" fmla="*/ 147 w 191"/>
                <a:gd name="T43" fmla="*/ 102 h 763"/>
                <a:gd name="T44" fmla="*/ 137 w 191"/>
                <a:gd name="T45" fmla="*/ 126 h 763"/>
                <a:gd name="T46" fmla="*/ 121 w 191"/>
                <a:gd name="T47" fmla="*/ 204 h 763"/>
                <a:gd name="T48" fmla="*/ 153 w 191"/>
                <a:gd name="T49" fmla="*/ 304 h 763"/>
                <a:gd name="T50" fmla="*/ 175 w 191"/>
                <a:gd name="T51" fmla="*/ 104 h 763"/>
                <a:gd name="T52" fmla="*/ 137 w 191"/>
                <a:gd name="T53" fmla="*/ 8 h 763"/>
                <a:gd name="T54" fmla="*/ 34 w 191"/>
                <a:gd name="T55" fmla="*/ 77 h 763"/>
                <a:gd name="T56" fmla="*/ 11 w 191"/>
                <a:gd name="T57" fmla="*/ 299 h 763"/>
                <a:gd name="T58" fmla="*/ 63 w 191"/>
                <a:gd name="T59" fmla="*/ 365 h 7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91" h="763">
                  <a:moveTo>
                    <a:pt x="63" y="365"/>
                  </a:moveTo>
                  <a:cubicBezTo>
                    <a:pt x="71" y="386"/>
                    <a:pt x="91" y="444"/>
                    <a:pt x="91" y="522"/>
                  </a:cubicBezTo>
                  <a:cubicBezTo>
                    <a:pt x="91" y="572"/>
                    <a:pt x="83" y="631"/>
                    <a:pt x="59" y="696"/>
                  </a:cubicBezTo>
                  <a:cubicBezTo>
                    <a:pt x="50" y="722"/>
                    <a:pt x="63" y="751"/>
                    <a:pt x="89" y="760"/>
                  </a:cubicBezTo>
                  <a:cubicBezTo>
                    <a:pt x="94" y="762"/>
                    <a:pt x="100" y="763"/>
                    <a:pt x="106" y="763"/>
                  </a:cubicBezTo>
                  <a:cubicBezTo>
                    <a:pt x="126" y="763"/>
                    <a:pt x="145" y="751"/>
                    <a:pt x="153" y="731"/>
                  </a:cubicBezTo>
                  <a:cubicBezTo>
                    <a:pt x="181" y="654"/>
                    <a:pt x="191" y="583"/>
                    <a:pt x="191" y="522"/>
                  </a:cubicBezTo>
                  <a:cubicBezTo>
                    <a:pt x="191" y="467"/>
                    <a:pt x="183" y="421"/>
                    <a:pt x="174" y="386"/>
                  </a:cubicBezTo>
                  <a:cubicBezTo>
                    <a:pt x="174" y="386"/>
                    <a:pt x="174" y="386"/>
                    <a:pt x="174" y="386"/>
                  </a:cubicBezTo>
                  <a:cubicBezTo>
                    <a:pt x="166" y="393"/>
                    <a:pt x="156" y="397"/>
                    <a:pt x="146" y="397"/>
                  </a:cubicBezTo>
                  <a:cubicBezTo>
                    <a:pt x="135" y="397"/>
                    <a:pt x="125" y="393"/>
                    <a:pt x="117" y="385"/>
                  </a:cubicBezTo>
                  <a:cubicBezTo>
                    <a:pt x="54" y="320"/>
                    <a:pt x="41" y="251"/>
                    <a:pt x="41" y="204"/>
                  </a:cubicBezTo>
                  <a:cubicBezTo>
                    <a:pt x="41" y="130"/>
                    <a:pt x="71" y="73"/>
                    <a:pt x="84" y="53"/>
                  </a:cubicBezTo>
                  <a:cubicBezTo>
                    <a:pt x="84" y="52"/>
                    <a:pt x="84" y="52"/>
                    <a:pt x="84" y="52"/>
                  </a:cubicBezTo>
                  <a:cubicBezTo>
                    <a:pt x="84" y="52"/>
                    <a:pt x="84" y="52"/>
                    <a:pt x="84" y="52"/>
                  </a:cubicBezTo>
                  <a:cubicBezTo>
                    <a:pt x="85" y="51"/>
                    <a:pt x="85" y="51"/>
                    <a:pt x="85" y="51"/>
                  </a:cubicBezTo>
                  <a:cubicBezTo>
                    <a:pt x="92" y="40"/>
                    <a:pt x="105" y="33"/>
                    <a:pt x="118" y="33"/>
                  </a:cubicBezTo>
                  <a:cubicBezTo>
                    <a:pt x="126" y="33"/>
                    <a:pt x="133" y="36"/>
                    <a:pt x="140" y="40"/>
                  </a:cubicBezTo>
                  <a:cubicBezTo>
                    <a:pt x="149" y="46"/>
                    <a:pt x="155" y="55"/>
                    <a:pt x="157" y="65"/>
                  </a:cubicBezTo>
                  <a:cubicBezTo>
                    <a:pt x="159" y="76"/>
                    <a:pt x="157" y="86"/>
                    <a:pt x="151" y="95"/>
                  </a:cubicBezTo>
                  <a:cubicBezTo>
                    <a:pt x="151" y="97"/>
                    <a:pt x="151" y="97"/>
                    <a:pt x="151" y="97"/>
                  </a:cubicBezTo>
                  <a:cubicBezTo>
                    <a:pt x="150" y="98"/>
                    <a:pt x="149" y="100"/>
                    <a:pt x="147" y="102"/>
                  </a:cubicBezTo>
                  <a:cubicBezTo>
                    <a:pt x="145" y="107"/>
                    <a:pt x="141" y="115"/>
                    <a:pt x="137" y="126"/>
                  </a:cubicBezTo>
                  <a:cubicBezTo>
                    <a:pt x="129" y="144"/>
                    <a:pt x="121" y="172"/>
                    <a:pt x="121" y="204"/>
                  </a:cubicBezTo>
                  <a:cubicBezTo>
                    <a:pt x="121" y="241"/>
                    <a:pt x="132" y="273"/>
                    <a:pt x="153" y="304"/>
                  </a:cubicBezTo>
                  <a:cubicBezTo>
                    <a:pt x="146" y="236"/>
                    <a:pt x="164" y="159"/>
                    <a:pt x="175" y="104"/>
                  </a:cubicBezTo>
                  <a:cubicBezTo>
                    <a:pt x="186" y="64"/>
                    <a:pt x="171" y="17"/>
                    <a:pt x="137" y="8"/>
                  </a:cubicBezTo>
                  <a:cubicBezTo>
                    <a:pt x="103" y="0"/>
                    <a:pt x="54" y="18"/>
                    <a:pt x="34" y="77"/>
                  </a:cubicBezTo>
                  <a:cubicBezTo>
                    <a:pt x="6" y="157"/>
                    <a:pt x="0" y="210"/>
                    <a:pt x="11" y="299"/>
                  </a:cubicBezTo>
                  <a:cubicBezTo>
                    <a:pt x="19" y="340"/>
                    <a:pt x="39" y="357"/>
                    <a:pt x="63" y="3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7"/>
            <p:cNvSpPr>
              <a:spLocks/>
            </p:cNvSpPr>
            <p:nvPr/>
          </p:nvSpPr>
          <p:spPr bwMode="auto">
            <a:xfrm>
              <a:off x="570095" y="1164927"/>
              <a:ext cx="147344" cy="392481"/>
            </a:xfrm>
            <a:custGeom>
              <a:avLst/>
              <a:gdLst>
                <a:gd name="T0" fmla="*/ 80 w 132"/>
                <a:gd name="T1" fmla="*/ 86 h 352"/>
                <a:gd name="T2" fmla="*/ 91 w 132"/>
                <a:gd name="T3" fmla="*/ 62 h 352"/>
                <a:gd name="T4" fmla="*/ 95 w 132"/>
                <a:gd name="T5" fmla="*/ 55 h 352"/>
                <a:gd name="T6" fmla="*/ 96 w 132"/>
                <a:gd name="T7" fmla="*/ 54 h 352"/>
                <a:gd name="T8" fmla="*/ 96 w 132"/>
                <a:gd name="T9" fmla="*/ 54 h 352"/>
                <a:gd name="T10" fmla="*/ 96 w 132"/>
                <a:gd name="T11" fmla="*/ 54 h 352"/>
                <a:gd name="T12" fmla="*/ 87 w 132"/>
                <a:gd name="T13" fmla="*/ 10 h 352"/>
                <a:gd name="T14" fmla="*/ 42 w 132"/>
                <a:gd name="T15" fmla="*/ 19 h 352"/>
                <a:gd name="T16" fmla="*/ 42 w 132"/>
                <a:gd name="T17" fmla="*/ 19 h 352"/>
                <a:gd name="T18" fmla="*/ 0 w 132"/>
                <a:gd name="T19" fmla="*/ 167 h 352"/>
                <a:gd name="T20" fmla="*/ 74 w 132"/>
                <a:gd name="T21" fmla="*/ 343 h 352"/>
                <a:gd name="T22" fmla="*/ 97 w 132"/>
                <a:gd name="T23" fmla="*/ 352 h 352"/>
                <a:gd name="T24" fmla="*/ 119 w 132"/>
                <a:gd name="T25" fmla="*/ 343 h 352"/>
                <a:gd name="T26" fmla="*/ 120 w 132"/>
                <a:gd name="T27" fmla="*/ 298 h 352"/>
                <a:gd name="T28" fmla="*/ 64 w 132"/>
                <a:gd name="T29" fmla="*/ 167 h 352"/>
                <a:gd name="T30" fmla="*/ 80 w 132"/>
                <a:gd name="T31" fmla="*/ 86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2" h="352">
                  <a:moveTo>
                    <a:pt x="80" y="86"/>
                  </a:moveTo>
                  <a:cubicBezTo>
                    <a:pt x="84" y="75"/>
                    <a:pt x="88" y="67"/>
                    <a:pt x="91" y="62"/>
                  </a:cubicBezTo>
                  <a:cubicBezTo>
                    <a:pt x="93" y="59"/>
                    <a:pt x="94" y="57"/>
                    <a:pt x="95" y="55"/>
                  </a:cubicBezTo>
                  <a:cubicBezTo>
                    <a:pt x="95" y="55"/>
                    <a:pt x="96" y="54"/>
                    <a:pt x="96" y="54"/>
                  </a:cubicBezTo>
                  <a:cubicBezTo>
                    <a:pt x="96" y="54"/>
                    <a:pt x="96" y="54"/>
                    <a:pt x="96" y="54"/>
                  </a:cubicBezTo>
                  <a:cubicBezTo>
                    <a:pt x="96" y="54"/>
                    <a:pt x="96" y="54"/>
                    <a:pt x="96" y="54"/>
                  </a:cubicBezTo>
                  <a:cubicBezTo>
                    <a:pt x="105" y="39"/>
                    <a:pt x="101" y="19"/>
                    <a:pt x="87" y="10"/>
                  </a:cubicBezTo>
                  <a:cubicBezTo>
                    <a:pt x="72" y="0"/>
                    <a:pt x="52" y="4"/>
                    <a:pt x="42" y="19"/>
                  </a:cubicBezTo>
                  <a:cubicBezTo>
                    <a:pt x="42" y="19"/>
                    <a:pt x="42" y="19"/>
                    <a:pt x="42" y="19"/>
                  </a:cubicBezTo>
                  <a:cubicBezTo>
                    <a:pt x="41" y="22"/>
                    <a:pt x="0" y="82"/>
                    <a:pt x="0" y="167"/>
                  </a:cubicBezTo>
                  <a:cubicBezTo>
                    <a:pt x="0" y="221"/>
                    <a:pt x="18" y="285"/>
                    <a:pt x="74" y="343"/>
                  </a:cubicBezTo>
                  <a:cubicBezTo>
                    <a:pt x="80" y="349"/>
                    <a:pt x="89" y="352"/>
                    <a:pt x="97" y="352"/>
                  </a:cubicBezTo>
                  <a:cubicBezTo>
                    <a:pt x="105" y="352"/>
                    <a:pt x="113" y="349"/>
                    <a:pt x="119" y="343"/>
                  </a:cubicBezTo>
                  <a:cubicBezTo>
                    <a:pt x="132" y="331"/>
                    <a:pt x="132" y="311"/>
                    <a:pt x="120" y="298"/>
                  </a:cubicBezTo>
                  <a:cubicBezTo>
                    <a:pt x="76" y="252"/>
                    <a:pt x="64" y="208"/>
                    <a:pt x="64" y="167"/>
                  </a:cubicBezTo>
                  <a:cubicBezTo>
                    <a:pt x="64" y="135"/>
                    <a:pt x="72" y="106"/>
                    <a:pt x="80" y="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8"/>
            <p:cNvSpPr>
              <a:spLocks/>
            </p:cNvSpPr>
            <p:nvPr/>
          </p:nvSpPr>
          <p:spPr bwMode="auto">
            <a:xfrm>
              <a:off x="842616" y="557299"/>
              <a:ext cx="517658" cy="417256"/>
            </a:xfrm>
            <a:custGeom>
              <a:avLst/>
              <a:gdLst>
                <a:gd name="T0" fmla="*/ 91 w 464"/>
                <a:gd name="T1" fmla="*/ 304 h 374"/>
                <a:gd name="T2" fmla="*/ 48 w 464"/>
                <a:gd name="T3" fmla="*/ 374 h 374"/>
                <a:gd name="T4" fmla="*/ 176 w 464"/>
                <a:gd name="T5" fmla="*/ 334 h 374"/>
                <a:gd name="T6" fmla="*/ 230 w 464"/>
                <a:gd name="T7" fmla="*/ 339 h 374"/>
                <a:gd name="T8" fmla="*/ 463 w 464"/>
                <a:gd name="T9" fmla="*/ 172 h 374"/>
                <a:gd name="T10" fmla="*/ 233 w 464"/>
                <a:gd name="T11" fmla="*/ 1 h 374"/>
                <a:gd name="T12" fmla="*/ 0 w 464"/>
                <a:gd name="T13" fmla="*/ 168 h 374"/>
                <a:gd name="T14" fmla="*/ 91 w 464"/>
                <a:gd name="T15" fmla="*/ 304 h 3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4" h="374">
                  <a:moveTo>
                    <a:pt x="91" y="304"/>
                  </a:moveTo>
                  <a:cubicBezTo>
                    <a:pt x="104" y="311"/>
                    <a:pt x="48" y="374"/>
                    <a:pt x="48" y="374"/>
                  </a:cubicBezTo>
                  <a:cubicBezTo>
                    <a:pt x="48" y="374"/>
                    <a:pt x="161" y="331"/>
                    <a:pt x="176" y="334"/>
                  </a:cubicBezTo>
                  <a:cubicBezTo>
                    <a:pt x="193" y="337"/>
                    <a:pt x="212" y="339"/>
                    <a:pt x="230" y="339"/>
                  </a:cubicBezTo>
                  <a:cubicBezTo>
                    <a:pt x="358" y="340"/>
                    <a:pt x="462" y="265"/>
                    <a:pt x="463" y="172"/>
                  </a:cubicBezTo>
                  <a:cubicBezTo>
                    <a:pt x="464" y="79"/>
                    <a:pt x="361" y="2"/>
                    <a:pt x="233" y="1"/>
                  </a:cubicBezTo>
                  <a:cubicBezTo>
                    <a:pt x="105" y="0"/>
                    <a:pt x="1" y="75"/>
                    <a:pt x="0" y="168"/>
                  </a:cubicBezTo>
                  <a:cubicBezTo>
                    <a:pt x="0" y="223"/>
                    <a:pt x="35" y="272"/>
                    <a:pt x="91" y="3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40" name="组合 239"/>
          <p:cNvGrpSpPr/>
          <p:nvPr/>
        </p:nvGrpSpPr>
        <p:grpSpPr>
          <a:xfrm>
            <a:off x="7253940" y="936496"/>
            <a:ext cx="575804" cy="1226021"/>
            <a:chOff x="1323763" y="664220"/>
            <a:chExt cx="615453" cy="1310443"/>
          </a:xfrm>
          <a:solidFill>
            <a:schemeClr val="tx1">
              <a:lumMod val="65000"/>
              <a:lumOff val="35000"/>
            </a:schemeClr>
          </a:solidFill>
        </p:grpSpPr>
        <p:sp>
          <p:nvSpPr>
            <p:cNvPr id="241" name="Freeform 9"/>
            <p:cNvSpPr>
              <a:spLocks/>
            </p:cNvSpPr>
            <p:nvPr/>
          </p:nvSpPr>
          <p:spPr bwMode="auto">
            <a:xfrm>
              <a:off x="1323763" y="905446"/>
              <a:ext cx="220364" cy="220363"/>
            </a:xfrm>
            <a:custGeom>
              <a:avLst/>
              <a:gdLst>
                <a:gd name="T0" fmla="*/ 11 w 198"/>
                <a:gd name="T1" fmla="*/ 120 h 198"/>
                <a:gd name="T2" fmla="*/ 119 w 198"/>
                <a:gd name="T3" fmla="*/ 187 h 198"/>
                <a:gd name="T4" fmla="*/ 187 w 198"/>
                <a:gd name="T5" fmla="*/ 79 h 198"/>
                <a:gd name="T6" fmla="*/ 79 w 198"/>
                <a:gd name="T7" fmla="*/ 12 h 198"/>
                <a:gd name="T8" fmla="*/ 11 w 198"/>
                <a:gd name="T9" fmla="*/ 120 h 198"/>
              </a:gdLst>
              <a:ahLst/>
              <a:cxnLst>
                <a:cxn ang="0">
                  <a:pos x="T0" y="T1"/>
                </a:cxn>
                <a:cxn ang="0">
                  <a:pos x="T2" y="T3"/>
                </a:cxn>
                <a:cxn ang="0">
                  <a:pos x="T4" y="T5"/>
                </a:cxn>
                <a:cxn ang="0">
                  <a:pos x="T6" y="T7"/>
                </a:cxn>
                <a:cxn ang="0">
                  <a:pos x="T8" y="T9"/>
                </a:cxn>
              </a:cxnLst>
              <a:rect l="0" t="0" r="r" b="b"/>
              <a:pathLst>
                <a:path w="198" h="198">
                  <a:moveTo>
                    <a:pt x="11" y="120"/>
                  </a:moveTo>
                  <a:cubicBezTo>
                    <a:pt x="23" y="168"/>
                    <a:pt x="71" y="198"/>
                    <a:pt x="119" y="187"/>
                  </a:cubicBezTo>
                  <a:cubicBezTo>
                    <a:pt x="168" y="176"/>
                    <a:pt x="198" y="127"/>
                    <a:pt x="187" y="79"/>
                  </a:cubicBezTo>
                  <a:cubicBezTo>
                    <a:pt x="175" y="31"/>
                    <a:pt x="127" y="0"/>
                    <a:pt x="79" y="12"/>
                  </a:cubicBezTo>
                  <a:cubicBezTo>
                    <a:pt x="30" y="23"/>
                    <a:pt x="0" y="71"/>
                    <a:pt x="11"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10"/>
            <p:cNvSpPr>
              <a:spLocks/>
            </p:cNvSpPr>
            <p:nvPr/>
          </p:nvSpPr>
          <p:spPr bwMode="auto">
            <a:xfrm>
              <a:off x="1425469" y="1124505"/>
              <a:ext cx="213843" cy="850158"/>
            </a:xfrm>
            <a:custGeom>
              <a:avLst/>
              <a:gdLst>
                <a:gd name="T0" fmla="*/ 38 w 191"/>
                <a:gd name="T1" fmla="*/ 731 h 763"/>
                <a:gd name="T2" fmla="*/ 85 w 191"/>
                <a:gd name="T3" fmla="*/ 763 h 763"/>
                <a:gd name="T4" fmla="*/ 102 w 191"/>
                <a:gd name="T5" fmla="*/ 760 h 763"/>
                <a:gd name="T6" fmla="*/ 132 w 191"/>
                <a:gd name="T7" fmla="*/ 696 h 763"/>
                <a:gd name="T8" fmla="*/ 100 w 191"/>
                <a:gd name="T9" fmla="*/ 522 h 763"/>
                <a:gd name="T10" fmla="*/ 117 w 191"/>
                <a:gd name="T11" fmla="*/ 398 h 763"/>
                <a:gd name="T12" fmla="*/ 128 w 191"/>
                <a:gd name="T13" fmla="*/ 365 h 763"/>
                <a:gd name="T14" fmla="*/ 128 w 191"/>
                <a:gd name="T15" fmla="*/ 365 h 763"/>
                <a:gd name="T16" fmla="*/ 180 w 191"/>
                <a:gd name="T17" fmla="*/ 299 h 763"/>
                <a:gd name="T18" fmla="*/ 157 w 191"/>
                <a:gd name="T19" fmla="*/ 77 h 763"/>
                <a:gd name="T20" fmla="*/ 54 w 191"/>
                <a:gd name="T21" fmla="*/ 8 h 763"/>
                <a:gd name="T22" fmla="*/ 16 w 191"/>
                <a:gd name="T23" fmla="*/ 104 h 763"/>
                <a:gd name="T24" fmla="*/ 38 w 191"/>
                <a:gd name="T25" fmla="*/ 304 h 763"/>
                <a:gd name="T26" fmla="*/ 70 w 191"/>
                <a:gd name="T27" fmla="*/ 204 h 763"/>
                <a:gd name="T28" fmla="*/ 40 w 191"/>
                <a:gd name="T29" fmla="*/ 96 h 763"/>
                <a:gd name="T30" fmla="*/ 40 w 191"/>
                <a:gd name="T31" fmla="*/ 96 h 763"/>
                <a:gd name="T32" fmla="*/ 40 w 191"/>
                <a:gd name="T33" fmla="*/ 95 h 763"/>
                <a:gd name="T34" fmla="*/ 51 w 191"/>
                <a:gd name="T35" fmla="*/ 40 h 763"/>
                <a:gd name="T36" fmla="*/ 73 w 191"/>
                <a:gd name="T37" fmla="*/ 33 h 763"/>
                <a:gd name="T38" fmla="*/ 106 w 191"/>
                <a:gd name="T39" fmla="*/ 51 h 763"/>
                <a:gd name="T40" fmla="*/ 107 w 191"/>
                <a:gd name="T41" fmla="*/ 52 h 763"/>
                <a:gd name="T42" fmla="*/ 107 w 191"/>
                <a:gd name="T43" fmla="*/ 52 h 763"/>
                <a:gd name="T44" fmla="*/ 107 w 191"/>
                <a:gd name="T45" fmla="*/ 53 h 763"/>
                <a:gd name="T46" fmla="*/ 150 w 191"/>
                <a:gd name="T47" fmla="*/ 204 h 763"/>
                <a:gd name="T48" fmla="*/ 74 w 191"/>
                <a:gd name="T49" fmla="*/ 385 h 763"/>
                <a:gd name="T50" fmla="*/ 45 w 191"/>
                <a:gd name="T51" fmla="*/ 397 h 763"/>
                <a:gd name="T52" fmla="*/ 17 w 191"/>
                <a:gd name="T53" fmla="*/ 386 h 763"/>
                <a:gd name="T54" fmla="*/ 17 w 191"/>
                <a:gd name="T55" fmla="*/ 386 h 763"/>
                <a:gd name="T56" fmla="*/ 0 w 191"/>
                <a:gd name="T57" fmla="*/ 522 h 763"/>
                <a:gd name="T58" fmla="*/ 38 w 191"/>
                <a:gd name="T59" fmla="*/ 731 h 7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91" h="763">
                  <a:moveTo>
                    <a:pt x="38" y="731"/>
                  </a:moveTo>
                  <a:cubicBezTo>
                    <a:pt x="46" y="751"/>
                    <a:pt x="65" y="763"/>
                    <a:pt x="85" y="763"/>
                  </a:cubicBezTo>
                  <a:cubicBezTo>
                    <a:pt x="91" y="763"/>
                    <a:pt x="97" y="762"/>
                    <a:pt x="102" y="760"/>
                  </a:cubicBezTo>
                  <a:cubicBezTo>
                    <a:pt x="128" y="751"/>
                    <a:pt x="141" y="722"/>
                    <a:pt x="132" y="696"/>
                  </a:cubicBezTo>
                  <a:cubicBezTo>
                    <a:pt x="108" y="631"/>
                    <a:pt x="100" y="572"/>
                    <a:pt x="100" y="522"/>
                  </a:cubicBezTo>
                  <a:cubicBezTo>
                    <a:pt x="100" y="470"/>
                    <a:pt x="109" y="428"/>
                    <a:pt x="117" y="398"/>
                  </a:cubicBezTo>
                  <a:cubicBezTo>
                    <a:pt x="121" y="384"/>
                    <a:pt x="125" y="372"/>
                    <a:pt x="128" y="365"/>
                  </a:cubicBezTo>
                  <a:cubicBezTo>
                    <a:pt x="128" y="365"/>
                    <a:pt x="128" y="365"/>
                    <a:pt x="128" y="365"/>
                  </a:cubicBezTo>
                  <a:cubicBezTo>
                    <a:pt x="152" y="357"/>
                    <a:pt x="172" y="340"/>
                    <a:pt x="180" y="299"/>
                  </a:cubicBezTo>
                  <a:cubicBezTo>
                    <a:pt x="191" y="210"/>
                    <a:pt x="185" y="157"/>
                    <a:pt x="157" y="77"/>
                  </a:cubicBezTo>
                  <a:cubicBezTo>
                    <a:pt x="137" y="18"/>
                    <a:pt x="88" y="0"/>
                    <a:pt x="54" y="8"/>
                  </a:cubicBezTo>
                  <a:cubicBezTo>
                    <a:pt x="20" y="17"/>
                    <a:pt x="5" y="64"/>
                    <a:pt x="16" y="104"/>
                  </a:cubicBezTo>
                  <a:cubicBezTo>
                    <a:pt x="27" y="159"/>
                    <a:pt x="45" y="236"/>
                    <a:pt x="38" y="304"/>
                  </a:cubicBezTo>
                  <a:cubicBezTo>
                    <a:pt x="59" y="273"/>
                    <a:pt x="70" y="241"/>
                    <a:pt x="70" y="204"/>
                  </a:cubicBezTo>
                  <a:cubicBezTo>
                    <a:pt x="71" y="145"/>
                    <a:pt x="40" y="96"/>
                    <a:pt x="40" y="96"/>
                  </a:cubicBezTo>
                  <a:cubicBezTo>
                    <a:pt x="40" y="96"/>
                    <a:pt x="40" y="96"/>
                    <a:pt x="40" y="96"/>
                  </a:cubicBezTo>
                  <a:cubicBezTo>
                    <a:pt x="40" y="95"/>
                    <a:pt x="40" y="95"/>
                    <a:pt x="40" y="95"/>
                  </a:cubicBezTo>
                  <a:cubicBezTo>
                    <a:pt x="28" y="77"/>
                    <a:pt x="33" y="52"/>
                    <a:pt x="51" y="40"/>
                  </a:cubicBezTo>
                  <a:cubicBezTo>
                    <a:pt x="58" y="36"/>
                    <a:pt x="65" y="33"/>
                    <a:pt x="73" y="33"/>
                  </a:cubicBezTo>
                  <a:cubicBezTo>
                    <a:pt x="86" y="33"/>
                    <a:pt x="99" y="40"/>
                    <a:pt x="106" y="51"/>
                  </a:cubicBezTo>
                  <a:cubicBezTo>
                    <a:pt x="107" y="52"/>
                    <a:pt x="107" y="52"/>
                    <a:pt x="107" y="52"/>
                  </a:cubicBezTo>
                  <a:cubicBezTo>
                    <a:pt x="107" y="52"/>
                    <a:pt x="107" y="52"/>
                    <a:pt x="107" y="52"/>
                  </a:cubicBezTo>
                  <a:cubicBezTo>
                    <a:pt x="107" y="53"/>
                    <a:pt x="107" y="53"/>
                    <a:pt x="107" y="53"/>
                  </a:cubicBezTo>
                  <a:cubicBezTo>
                    <a:pt x="120" y="73"/>
                    <a:pt x="150" y="130"/>
                    <a:pt x="150" y="204"/>
                  </a:cubicBezTo>
                  <a:cubicBezTo>
                    <a:pt x="150" y="251"/>
                    <a:pt x="137" y="320"/>
                    <a:pt x="74" y="385"/>
                  </a:cubicBezTo>
                  <a:cubicBezTo>
                    <a:pt x="66" y="393"/>
                    <a:pt x="56" y="397"/>
                    <a:pt x="45" y="397"/>
                  </a:cubicBezTo>
                  <a:cubicBezTo>
                    <a:pt x="35" y="397"/>
                    <a:pt x="25" y="393"/>
                    <a:pt x="17" y="386"/>
                  </a:cubicBezTo>
                  <a:cubicBezTo>
                    <a:pt x="17" y="386"/>
                    <a:pt x="17" y="386"/>
                    <a:pt x="17" y="386"/>
                  </a:cubicBezTo>
                  <a:cubicBezTo>
                    <a:pt x="8" y="421"/>
                    <a:pt x="0" y="467"/>
                    <a:pt x="0" y="522"/>
                  </a:cubicBezTo>
                  <a:cubicBezTo>
                    <a:pt x="0" y="583"/>
                    <a:pt x="10" y="654"/>
                    <a:pt x="38" y="7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11"/>
            <p:cNvSpPr>
              <a:spLocks/>
            </p:cNvSpPr>
            <p:nvPr/>
          </p:nvSpPr>
          <p:spPr bwMode="auto">
            <a:xfrm>
              <a:off x="1437205" y="1164927"/>
              <a:ext cx="147344" cy="392481"/>
            </a:xfrm>
            <a:custGeom>
              <a:avLst/>
              <a:gdLst>
                <a:gd name="T0" fmla="*/ 35 w 132"/>
                <a:gd name="T1" fmla="*/ 352 h 352"/>
                <a:gd name="T2" fmla="*/ 58 w 132"/>
                <a:gd name="T3" fmla="*/ 343 h 352"/>
                <a:gd name="T4" fmla="*/ 132 w 132"/>
                <a:gd name="T5" fmla="*/ 167 h 352"/>
                <a:gd name="T6" fmla="*/ 90 w 132"/>
                <a:gd name="T7" fmla="*/ 19 h 352"/>
                <a:gd name="T8" fmla="*/ 45 w 132"/>
                <a:gd name="T9" fmla="*/ 10 h 352"/>
                <a:gd name="T10" fmla="*/ 36 w 132"/>
                <a:gd name="T11" fmla="*/ 54 h 352"/>
                <a:gd name="T12" fmla="*/ 36 w 132"/>
                <a:gd name="T13" fmla="*/ 54 h 352"/>
                <a:gd name="T14" fmla="*/ 36 w 132"/>
                <a:gd name="T15" fmla="*/ 54 h 352"/>
                <a:gd name="T16" fmla="*/ 36 w 132"/>
                <a:gd name="T17" fmla="*/ 54 h 352"/>
                <a:gd name="T18" fmla="*/ 36 w 132"/>
                <a:gd name="T19" fmla="*/ 54 h 352"/>
                <a:gd name="T20" fmla="*/ 36 w 132"/>
                <a:gd name="T21" fmla="*/ 54 h 352"/>
                <a:gd name="T22" fmla="*/ 68 w 132"/>
                <a:gd name="T23" fmla="*/ 167 h 352"/>
                <a:gd name="T24" fmla="*/ 12 w 132"/>
                <a:gd name="T25" fmla="*/ 298 h 352"/>
                <a:gd name="T26" fmla="*/ 13 w 132"/>
                <a:gd name="T27" fmla="*/ 343 h 352"/>
                <a:gd name="T28" fmla="*/ 35 w 132"/>
                <a:gd name="T29" fmla="*/ 352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2" h="352">
                  <a:moveTo>
                    <a:pt x="35" y="352"/>
                  </a:moveTo>
                  <a:cubicBezTo>
                    <a:pt x="43" y="352"/>
                    <a:pt x="52" y="349"/>
                    <a:pt x="58" y="343"/>
                  </a:cubicBezTo>
                  <a:cubicBezTo>
                    <a:pt x="114" y="285"/>
                    <a:pt x="132" y="221"/>
                    <a:pt x="132" y="167"/>
                  </a:cubicBezTo>
                  <a:cubicBezTo>
                    <a:pt x="132" y="82"/>
                    <a:pt x="91" y="22"/>
                    <a:pt x="90" y="19"/>
                  </a:cubicBezTo>
                  <a:cubicBezTo>
                    <a:pt x="80" y="4"/>
                    <a:pt x="60" y="0"/>
                    <a:pt x="45" y="10"/>
                  </a:cubicBezTo>
                  <a:cubicBezTo>
                    <a:pt x="31" y="19"/>
                    <a:pt x="27" y="39"/>
                    <a:pt x="36" y="54"/>
                  </a:cubicBezTo>
                  <a:cubicBezTo>
                    <a:pt x="36" y="54"/>
                    <a:pt x="36" y="54"/>
                    <a:pt x="36" y="54"/>
                  </a:cubicBezTo>
                  <a:cubicBezTo>
                    <a:pt x="36" y="54"/>
                    <a:pt x="36" y="54"/>
                    <a:pt x="36" y="54"/>
                  </a:cubicBezTo>
                  <a:cubicBezTo>
                    <a:pt x="36" y="54"/>
                    <a:pt x="36" y="54"/>
                    <a:pt x="36" y="54"/>
                  </a:cubicBezTo>
                  <a:cubicBezTo>
                    <a:pt x="36" y="54"/>
                    <a:pt x="36" y="54"/>
                    <a:pt x="36" y="54"/>
                  </a:cubicBezTo>
                  <a:cubicBezTo>
                    <a:pt x="36" y="54"/>
                    <a:pt x="36" y="54"/>
                    <a:pt x="36" y="54"/>
                  </a:cubicBezTo>
                  <a:cubicBezTo>
                    <a:pt x="38" y="56"/>
                    <a:pt x="69" y="107"/>
                    <a:pt x="68" y="167"/>
                  </a:cubicBezTo>
                  <a:cubicBezTo>
                    <a:pt x="68" y="208"/>
                    <a:pt x="56" y="252"/>
                    <a:pt x="12" y="298"/>
                  </a:cubicBezTo>
                  <a:cubicBezTo>
                    <a:pt x="0" y="311"/>
                    <a:pt x="0" y="331"/>
                    <a:pt x="13" y="343"/>
                  </a:cubicBezTo>
                  <a:cubicBezTo>
                    <a:pt x="19" y="349"/>
                    <a:pt x="27" y="352"/>
                    <a:pt x="35" y="3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12"/>
            <p:cNvSpPr>
              <a:spLocks/>
            </p:cNvSpPr>
            <p:nvPr/>
          </p:nvSpPr>
          <p:spPr bwMode="auto">
            <a:xfrm>
              <a:off x="1564989" y="664220"/>
              <a:ext cx="374227" cy="301207"/>
            </a:xfrm>
            <a:custGeom>
              <a:avLst/>
              <a:gdLst>
                <a:gd name="T0" fmla="*/ 66 w 335"/>
                <a:gd name="T1" fmla="*/ 219 h 270"/>
                <a:gd name="T2" fmla="*/ 35 w 335"/>
                <a:gd name="T3" fmla="*/ 270 h 270"/>
                <a:gd name="T4" fmla="*/ 127 w 335"/>
                <a:gd name="T5" fmla="*/ 241 h 270"/>
                <a:gd name="T6" fmla="*/ 167 w 335"/>
                <a:gd name="T7" fmla="*/ 245 h 270"/>
                <a:gd name="T8" fmla="*/ 335 w 335"/>
                <a:gd name="T9" fmla="*/ 124 h 270"/>
                <a:gd name="T10" fmla="*/ 168 w 335"/>
                <a:gd name="T11" fmla="*/ 1 h 270"/>
                <a:gd name="T12" fmla="*/ 0 w 335"/>
                <a:gd name="T13" fmla="*/ 121 h 270"/>
                <a:gd name="T14" fmla="*/ 66 w 335"/>
                <a:gd name="T15" fmla="*/ 219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5" h="270">
                  <a:moveTo>
                    <a:pt x="66" y="219"/>
                  </a:moveTo>
                  <a:cubicBezTo>
                    <a:pt x="75" y="225"/>
                    <a:pt x="35" y="270"/>
                    <a:pt x="35" y="270"/>
                  </a:cubicBezTo>
                  <a:cubicBezTo>
                    <a:pt x="35" y="270"/>
                    <a:pt x="117" y="239"/>
                    <a:pt x="127" y="241"/>
                  </a:cubicBezTo>
                  <a:cubicBezTo>
                    <a:pt x="140" y="243"/>
                    <a:pt x="153" y="245"/>
                    <a:pt x="167" y="245"/>
                  </a:cubicBezTo>
                  <a:cubicBezTo>
                    <a:pt x="259" y="245"/>
                    <a:pt x="334" y="191"/>
                    <a:pt x="335" y="124"/>
                  </a:cubicBezTo>
                  <a:cubicBezTo>
                    <a:pt x="335" y="57"/>
                    <a:pt x="261" y="1"/>
                    <a:pt x="168" y="1"/>
                  </a:cubicBezTo>
                  <a:cubicBezTo>
                    <a:pt x="76" y="0"/>
                    <a:pt x="1" y="54"/>
                    <a:pt x="0" y="121"/>
                  </a:cubicBezTo>
                  <a:cubicBezTo>
                    <a:pt x="0" y="161"/>
                    <a:pt x="26" y="197"/>
                    <a:pt x="66" y="2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45" name="组合 244"/>
          <p:cNvGrpSpPr/>
          <p:nvPr/>
        </p:nvGrpSpPr>
        <p:grpSpPr>
          <a:xfrm>
            <a:off x="8694667" y="1308572"/>
            <a:ext cx="505048" cy="860044"/>
            <a:chOff x="2863697" y="1061917"/>
            <a:chExt cx="539825" cy="919266"/>
          </a:xfrm>
          <a:solidFill>
            <a:schemeClr val="tx1">
              <a:lumMod val="65000"/>
              <a:lumOff val="35000"/>
            </a:schemeClr>
          </a:solidFill>
        </p:grpSpPr>
        <p:sp>
          <p:nvSpPr>
            <p:cNvPr id="246" name="Freeform 13"/>
            <p:cNvSpPr>
              <a:spLocks/>
            </p:cNvSpPr>
            <p:nvPr/>
          </p:nvSpPr>
          <p:spPr bwMode="auto">
            <a:xfrm>
              <a:off x="3174031" y="1061917"/>
              <a:ext cx="229491" cy="228187"/>
            </a:xfrm>
            <a:custGeom>
              <a:avLst/>
              <a:gdLst>
                <a:gd name="T0" fmla="*/ 59 w 206"/>
                <a:gd name="T1" fmla="*/ 181 h 205"/>
                <a:gd name="T2" fmla="*/ 182 w 206"/>
                <a:gd name="T3" fmla="*/ 146 h 205"/>
                <a:gd name="T4" fmla="*/ 146 w 206"/>
                <a:gd name="T5" fmla="*/ 24 h 205"/>
                <a:gd name="T6" fmla="*/ 24 w 206"/>
                <a:gd name="T7" fmla="*/ 59 h 205"/>
                <a:gd name="T8" fmla="*/ 59 w 206"/>
                <a:gd name="T9" fmla="*/ 181 h 205"/>
              </a:gdLst>
              <a:ahLst/>
              <a:cxnLst>
                <a:cxn ang="0">
                  <a:pos x="T0" y="T1"/>
                </a:cxn>
                <a:cxn ang="0">
                  <a:pos x="T2" y="T3"/>
                </a:cxn>
                <a:cxn ang="0">
                  <a:pos x="T4" y="T5"/>
                </a:cxn>
                <a:cxn ang="0">
                  <a:pos x="T6" y="T7"/>
                </a:cxn>
                <a:cxn ang="0">
                  <a:pos x="T8" y="T9"/>
                </a:cxn>
              </a:cxnLst>
              <a:rect l="0" t="0" r="r" b="b"/>
              <a:pathLst>
                <a:path w="206" h="205">
                  <a:moveTo>
                    <a:pt x="59" y="181"/>
                  </a:moveTo>
                  <a:cubicBezTo>
                    <a:pt x="103" y="205"/>
                    <a:pt x="158" y="190"/>
                    <a:pt x="182" y="146"/>
                  </a:cubicBezTo>
                  <a:cubicBezTo>
                    <a:pt x="206" y="103"/>
                    <a:pt x="190" y="48"/>
                    <a:pt x="146" y="24"/>
                  </a:cubicBezTo>
                  <a:cubicBezTo>
                    <a:pt x="103" y="0"/>
                    <a:pt x="48" y="16"/>
                    <a:pt x="24" y="59"/>
                  </a:cubicBezTo>
                  <a:cubicBezTo>
                    <a:pt x="0" y="103"/>
                    <a:pt x="16" y="157"/>
                    <a:pt x="59" y="1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Freeform 14"/>
            <p:cNvSpPr>
              <a:spLocks/>
            </p:cNvSpPr>
            <p:nvPr/>
          </p:nvSpPr>
          <p:spPr bwMode="auto">
            <a:xfrm>
              <a:off x="2863697" y="1202740"/>
              <a:ext cx="349452" cy="778443"/>
            </a:xfrm>
            <a:custGeom>
              <a:avLst/>
              <a:gdLst>
                <a:gd name="T0" fmla="*/ 152 w 313"/>
                <a:gd name="T1" fmla="*/ 56 h 698"/>
                <a:gd name="T2" fmla="*/ 70 w 313"/>
                <a:gd name="T3" fmla="*/ 263 h 698"/>
                <a:gd name="T4" fmla="*/ 116 w 313"/>
                <a:gd name="T5" fmla="*/ 348 h 698"/>
                <a:gd name="T6" fmla="*/ 129 w 313"/>
                <a:gd name="T7" fmla="*/ 414 h 698"/>
                <a:gd name="T8" fmla="*/ 109 w 313"/>
                <a:gd name="T9" fmla="*/ 497 h 698"/>
                <a:gd name="T10" fmla="*/ 23 w 313"/>
                <a:gd name="T11" fmla="*/ 605 h 698"/>
                <a:gd name="T12" fmla="*/ 18 w 313"/>
                <a:gd name="T13" fmla="*/ 675 h 698"/>
                <a:gd name="T14" fmla="*/ 89 w 313"/>
                <a:gd name="T15" fmla="*/ 680 h 698"/>
                <a:gd name="T16" fmla="*/ 199 w 313"/>
                <a:gd name="T17" fmla="*/ 540 h 698"/>
                <a:gd name="T18" fmla="*/ 212 w 313"/>
                <a:gd name="T19" fmla="*/ 509 h 698"/>
                <a:gd name="T20" fmla="*/ 212 w 313"/>
                <a:gd name="T21" fmla="*/ 523 h 698"/>
                <a:gd name="T22" fmla="*/ 193 w 313"/>
                <a:gd name="T23" fmla="*/ 625 h 698"/>
                <a:gd name="T24" fmla="*/ 223 w 313"/>
                <a:gd name="T25" fmla="*/ 689 h 698"/>
                <a:gd name="T26" fmla="*/ 240 w 313"/>
                <a:gd name="T27" fmla="*/ 692 h 698"/>
                <a:gd name="T28" fmla="*/ 287 w 313"/>
                <a:gd name="T29" fmla="*/ 659 h 698"/>
                <a:gd name="T30" fmla="*/ 312 w 313"/>
                <a:gd name="T31" fmla="*/ 523 h 698"/>
                <a:gd name="T32" fmla="*/ 246 w 313"/>
                <a:gd name="T33" fmla="*/ 330 h 698"/>
                <a:gd name="T34" fmla="*/ 209 w 313"/>
                <a:gd name="T35" fmla="*/ 290 h 698"/>
                <a:gd name="T36" fmla="*/ 222 w 313"/>
                <a:gd name="T37" fmla="*/ 244 h 698"/>
                <a:gd name="T38" fmla="*/ 187 w 313"/>
                <a:gd name="T39" fmla="*/ 152 h 698"/>
                <a:gd name="T40" fmla="*/ 189 w 313"/>
                <a:gd name="T41" fmla="*/ 69 h 698"/>
                <a:gd name="T42" fmla="*/ 222 w 313"/>
                <a:gd name="T43" fmla="*/ 40 h 698"/>
                <a:gd name="T44" fmla="*/ 238 w 313"/>
                <a:gd name="T45" fmla="*/ 41 h 698"/>
                <a:gd name="T46" fmla="*/ 267 w 313"/>
                <a:gd name="T47" fmla="*/ 90 h 698"/>
                <a:gd name="T48" fmla="*/ 266 w 313"/>
                <a:gd name="T49" fmla="*/ 92 h 698"/>
                <a:gd name="T50" fmla="*/ 265 w 313"/>
                <a:gd name="T51" fmla="*/ 101 h 698"/>
                <a:gd name="T52" fmla="*/ 266 w 313"/>
                <a:gd name="T53" fmla="*/ 139 h 698"/>
                <a:gd name="T54" fmla="*/ 268 w 313"/>
                <a:gd name="T55" fmla="*/ 145 h 698"/>
                <a:gd name="T56" fmla="*/ 280 w 313"/>
                <a:gd name="T57" fmla="*/ 121 h 698"/>
                <a:gd name="T58" fmla="*/ 270 w 313"/>
                <a:gd name="T59" fmla="*/ 18 h 698"/>
                <a:gd name="T60" fmla="*/ 152 w 313"/>
                <a:gd name="T61" fmla="*/ 56 h 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13" h="698">
                  <a:moveTo>
                    <a:pt x="152" y="56"/>
                  </a:moveTo>
                  <a:cubicBezTo>
                    <a:pt x="104" y="126"/>
                    <a:pt x="84" y="175"/>
                    <a:pt x="70" y="263"/>
                  </a:cubicBezTo>
                  <a:cubicBezTo>
                    <a:pt x="65" y="314"/>
                    <a:pt x="88" y="336"/>
                    <a:pt x="116" y="348"/>
                  </a:cubicBezTo>
                  <a:cubicBezTo>
                    <a:pt x="121" y="361"/>
                    <a:pt x="129" y="384"/>
                    <a:pt x="129" y="414"/>
                  </a:cubicBezTo>
                  <a:cubicBezTo>
                    <a:pt x="129" y="437"/>
                    <a:pt x="124" y="465"/>
                    <a:pt x="109" y="497"/>
                  </a:cubicBezTo>
                  <a:cubicBezTo>
                    <a:pt x="94" y="529"/>
                    <a:pt x="67" y="565"/>
                    <a:pt x="23" y="605"/>
                  </a:cubicBezTo>
                  <a:cubicBezTo>
                    <a:pt x="2" y="623"/>
                    <a:pt x="0" y="655"/>
                    <a:pt x="18" y="675"/>
                  </a:cubicBezTo>
                  <a:cubicBezTo>
                    <a:pt x="37" y="696"/>
                    <a:pt x="68" y="698"/>
                    <a:pt x="89" y="680"/>
                  </a:cubicBezTo>
                  <a:cubicBezTo>
                    <a:pt x="142" y="633"/>
                    <a:pt x="177" y="586"/>
                    <a:pt x="199" y="540"/>
                  </a:cubicBezTo>
                  <a:cubicBezTo>
                    <a:pt x="204" y="530"/>
                    <a:pt x="208" y="519"/>
                    <a:pt x="212" y="509"/>
                  </a:cubicBezTo>
                  <a:cubicBezTo>
                    <a:pt x="212" y="513"/>
                    <a:pt x="212" y="518"/>
                    <a:pt x="212" y="523"/>
                  </a:cubicBezTo>
                  <a:cubicBezTo>
                    <a:pt x="212" y="552"/>
                    <a:pt x="207" y="586"/>
                    <a:pt x="193" y="625"/>
                  </a:cubicBezTo>
                  <a:cubicBezTo>
                    <a:pt x="183" y="651"/>
                    <a:pt x="197" y="680"/>
                    <a:pt x="223" y="689"/>
                  </a:cubicBezTo>
                  <a:cubicBezTo>
                    <a:pt x="229" y="691"/>
                    <a:pt x="234" y="692"/>
                    <a:pt x="240" y="692"/>
                  </a:cubicBezTo>
                  <a:cubicBezTo>
                    <a:pt x="260" y="692"/>
                    <a:pt x="280" y="680"/>
                    <a:pt x="287" y="659"/>
                  </a:cubicBezTo>
                  <a:cubicBezTo>
                    <a:pt x="305" y="610"/>
                    <a:pt x="312" y="564"/>
                    <a:pt x="312" y="523"/>
                  </a:cubicBezTo>
                  <a:cubicBezTo>
                    <a:pt x="313" y="437"/>
                    <a:pt x="279" y="371"/>
                    <a:pt x="246" y="330"/>
                  </a:cubicBezTo>
                  <a:cubicBezTo>
                    <a:pt x="233" y="313"/>
                    <a:pt x="220" y="300"/>
                    <a:pt x="209" y="290"/>
                  </a:cubicBezTo>
                  <a:cubicBezTo>
                    <a:pt x="212" y="275"/>
                    <a:pt x="217" y="259"/>
                    <a:pt x="222" y="244"/>
                  </a:cubicBezTo>
                  <a:cubicBezTo>
                    <a:pt x="200" y="208"/>
                    <a:pt x="191" y="174"/>
                    <a:pt x="187" y="152"/>
                  </a:cubicBezTo>
                  <a:cubicBezTo>
                    <a:pt x="181" y="109"/>
                    <a:pt x="187" y="78"/>
                    <a:pt x="189" y="69"/>
                  </a:cubicBezTo>
                  <a:cubicBezTo>
                    <a:pt x="193" y="54"/>
                    <a:pt x="206" y="43"/>
                    <a:pt x="222" y="40"/>
                  </a:cubicBezTo>
                  <a:cubicBezTo>
                    <a:pt x="227" y="39"/>
                    <a:pt x="233" y="39"/>
                    <a:pt x="238" y="41"/>
                  </a:cubicBezTo>
                  <a:cubicBezTo>
                    <a:pt x="260" y="47"/>
                    <a:pt x="272" y="69"/>
                    <a:pt x="267" y="90"/>
                  </a:cubicBezTo>
                  <a:cubicBezTo>
                    <a:pt x="266" y="90"/>
                    <a:pt x="266" y="91"/>
                    <a:pt x="266" y="92"/>
                  </a:cubicBezTo>
                  <a:cubicBezTo>
                    <a:pt x="266" y="94"/>
                    <a:pt x="265" y="97"/>
                    <a:pt x="265" y="101"/>
                  </a:cubicBezTo>
                  <a:cubicBezTo>
                    <a:pt x="264" y="110"/>
                    <a:pt x="264" y="123"/>
                    <a:pt x="266" y="139"/>
                  </a:cubicBezTo>
                  <a:cubicBezTo>
                    <a:pt x="267" y="141"/>
                    <a:pt x="267" y="143"/>
                    <a:pt x="268" y="145"/>
                  </a:cubicBezTo>
                  <a:cubicBezTo>
                    <a:pt x="272" y="137"/>
                    <a:pt x="277" y="128"/>
                    <a:pt x="280" y="121"/>
                  </a:cubicBezTo>
                  <a:cubicBezTo>
                    <a:pt x="302" y="85"/>
                    <a:pt x="301" y="35"/>
                    <a:pt x="270" y="18"/>
                  </a:cubicBezTo>
                  <a:cubicBezTo>
                    <a:pt x="240" y="0"/>
                    <a:pt x="187" y="5"/>
                    <a:pt x="152" y="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15"/>
            <p:cNvSpPr>
              <a:spLocks/>
            </p:cNvSpPr>
            <p:nvPr/>
          </p:nvSpPr>
          <p:spPr bwMode="auto">
            <a:xfrm>
              <a:off x="3073629" y="1252289"/>
              <a:ext cx="219059" cy="335109"/>
            </a:xfrm>
            <a:custGeom>
              <a:avLst/>
              <a:gdLst>
                <a:gd name="T0" fmla="*/ 69 w 197"/>
                <a:gd name="T1" fmla="*/ 57 h 301"/>
                <a:gd name="T2" fmla="*/ 70 w 197"/>
                <a:gd name="T3" fmla="*/ 46 h 301"/>
                <a:gd name="T4" fmla="*/ 71 w 197"/>
                <a:gd name="T5" fmla="*/ 44 h 301"/>
                <a:gd name="T6" fmla="*/ 71 w 197"/>
                <a:gd name="T7" fmla="*/ 44 h 301"/>
                <a:gd name="T8" fmla="*/ 48 w 197"/>
                <a:gd name="T9" fmla="*/ 5 h 301"/>
                <a:gd name="T10" fmla="*/ 9 w 197"/>
                <a:gd name="T11" fmla="*/ 27 h 301"/>
                <a:gd name="T12" fmla="*/ 9 w 197"/>
                <a:gd name="T13" fmla="*/ 27 h 301"/>
                <a:gd name="T14" fmla="*/ 7 w 197"/>
                <a:gd name="T15" fmla="*/ 106 h 301"/>
                <a:gd name="T16" fmla="*/ 143 w 197"/>
                <a:gd name="T17" fmla="*/ 295 h 301"/>
                <a:gd name="T18" fmla="*/ 165 w 197"/>
                <a:gd name="T19" fmla="*/ 300 h 301"/>
                <a:gd name="T20" fmla="*/ 187 w 197"/>
                <a:gd name="T21" fmla="*/ 285 h 301"/>
                <a:gd name="T22" fmla="*/ 177 w 197"/>
                <a:gd name="T23" fmla="*/ 241 h 301"/>
                <a:gd name="T24" fmla="*/ 70 w 197"/>
                <a:gd name="T25" fmla="*/ 96 h 301"/>
                <a:gd name="T26" fmla="*/ 69 w 197"/>
                <a:gd name="T27" fmla="*/ 57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7" h="301">
                  <a:moveTo>
                    <a:pt x="69" y="57"/>
                  </a:moveTo>
                  <a:cubicBezTo>
                    <a:pt x="69" y="52"/>
                    <a:pt x="70" y="48"/>
                    <a:pt x="70" y="46"/>
                  </a:cubicBezTo>
                  <a:cubicBezTo>
                    <a:pt x="71" y="45"/>
                    <a:pt x="71" y="44"/>
                    <a:pt x="71" y="44"/>
                  </a:cubicBezTo>
                  <a:cubicBezTo>
                    <a:pt x="71" y="44"/>
                    <a:pt x="71" y="44"/>
                    <a:pt x="71" y="44"/>
                  </a:cubicBezTo>
                  <a:cubicBezTo>
                    <a:pt x="75" y="27"/>
                    <a:pt x="65" y="9"/>
                    <a:pt x="48" y="5"/>
                  </a:cubicBezTo>
                  <a:cubicBezTo>
                    <a:pt x="31" y="0"/>
                    <a:pt x="14" y="10"/>
                    <a:pt x="9" y="27"/>
                  </a:cubicBezTo>
                  <a:cubicBezTo>
                    <a:pt x="9" y="27"/>
                    <a:pt x="9" y="27"/>
                    <a:pt x="9" y="27"/>
                  </a:cubicBezTo>
                  <a:cubicBezTo>
                    <a:pt x="8" y="30"/>
                    <a:pt x="0" y="61"/>
                    <a:pt x="7" y="106"/>
                  </a:cubicBezTo>
                  <a:cubicBezTo>
                    <a:pt x="16" y="161"/>
                    <a:pt x="50" y="236"/>
                    <a:pt x="143" y="295"/>
                  </a:cubicBezTo>
                  <a:cubicBezTo>
                    <a:pt x="150" y="299"/>
                    <a:pt x="158" y="301"/>
                    <a:pt x="165" y="300"/>
                  </a:cubicBezTo>
                  <a:cubicBezTo>
                    <a:pt x="174" y="298"/>
                    <a:pt x="182" y="293"/>
                    <a:pt x="187" y="285"/>
                  </a:cubicBezTo>
                  <a:cubicBezTo>
                    <a:pt x="197" y="270"/>
                    <a:pt x="192" y="250"/>
                    <a:pt x="177" y="241"/>
                  </a:cubicBezTo>
                  <a:cubicBezTo>
                    <a:pt x="99" y="191"/>
                    <a:pt x="77" y="136"/>
                    <a:pt x="70" y="96"/>
                  </a:cubicBezTo>
                  <a:cubicBezTo>
                    <a:pt x="68" y="80"/>
                    <a:pt x="68" y="66"/>
                    <a:pt x="69"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49" name="组合 248"/>
          <p:cNvGrpSpPr/>
          <p:nvPr/>
        </p:nvGrpSpPr>
        <p:grpSpPr>
          <a:xfrm>
            <a:off x="7965154" y="736428"/>
            <a:ext cx="951538" cy="1426088"/>
            <a:chOff x="2083951" y="450376"/>
            <a:chExt cx="1017060" cy="1524287"/>
          </a:xfrm>
          <a:solidFill>
            <a:schemeClr val="tx1">
              <a:lumMod val="65000"/>
              <a:lumOff val="35000"/>
            </a:schemeClr>
          </a:solidFill>
        </p:grpSpPr>
        <p:sp>
          <p:nvSpPr>
            <p:cNvPr id="250" name="Freeform 16"/>
            <p:cNvSpPr>
              <a:spLocks/>
            </p:cNvSpPr>
            <p:nvPr/>
          </p:nvSpPr>
          <p:spPr bwMode="auto">
            <a:xfrm>
              <a:off x="2083951" y="1142760"/>
              <a:ext cx="655874" cy="831903"/>
            </a:xfrm>
            <a:custGeom>
              <a:avLst/>
              <a:gdLst>
                <a:gd name="T0" fmla="*/ 32 w 588"/>
                <a:gd name="T1" fmla="*/ 398 h 746"/>
                <a:gd name="T2" fmla="*/ 64 w 588"/>
                <a:gd name="T3" fmla="*/ 366 h 746"/>
                <a:gd name="T4" fmla="*/ 101 w 588"/>
                <a:gd name="T5" fmla="*/ 101 h 746"/>
                <a:gd name="T6" fmla="*/ 101 w 588"/>
                <a:gd name="T7" fmla="*/ 229 h 746"/>
                <a:gd name="T8" fmla="*/ 101 w 588"/>
                <a:gd name="T9" fmla="*/ 305 h 746"/>
                <a:gd name="T10" fmla="*/ 101 w 588"/>
                <a:gd name="T11" fmla="*/ 697 h 746"/>
                <a:gd name="T12" fmla="*/ 151 w 588"/>
                <a:gd name="T13" fmla="*/ 746 h 746"/>
                <a:gd name="T14" fmla="*/ 200 w 588"/>
                <a:gd name="T15" fmla="*/ 697 h 746"/>
                <a:gd name="T16" fmla="*/ 200 w 588"/>
                <a:gd name="T17" fmla="*/ 336 h 746"/>
                <a:gd name="T18" fmla="*/ 219 w 588"/>
                <a:gd name="T19" fmla="*/ 336 h 746"/>
                <a:gd name="T20" fmla="*/ 219 w 588"/>
                <a:gd name="T21" fmla="*/ 697 h 746"/>
                <a:gd name="T22" fmla="*/ 268 w 588"/>
                <a:gd name="T23" fmla="*/ 746 h 746"/>
                <a:gd name="T24" fmla="*/ 318 w 588"/>
                <a:gd name="T25" fmla="*/ 697 h 746"/>
                <a:gd name="T26" fmla="*/ 318 w 588"/>
                <a:gd name="T27" fmla="*/ 305 h 746"/>
                <a:gd name="T28" fmla="*/ 318 w 588"/>
                <a:gd name="T29" fmla="*/ 229 h 746"/>
                <a:gd name="T30" fmla="*/ 318 w 588"/>
                <a:gd name="T31" fmla="*/ 64 h 746"/>
                <a:gd name="T32" fmla="*/ 556 w 588"/>
                <a:gd name="T33" fmla="*/ 64 h 746"/>
                <a:gd name="T34" fmla="*/ 588 w 588"/>
                <a:gd name="T35" fmla="*/ 32 h 746"/>
                <a:gd name="T36" fmla="*/ 556 w 588"/>
                <a:gd name="T37" fmla="*/ 0 h 746"/>
                <a:gd name="T38" fmla="*/ 285 w 588"/>
                <a:gd name="T39" fmla="*/ 0 h 746"/>
                <a:gd name="T40" fmla="*/ 283 w 588"/>
                <a:gd name="T41" fmla="*/ 0 h 746"/>
                <a:gd name="T42" fmla="*/ 132 w 588"/>
                <a:gd name="T43" fmla="*/ 0 h 746"/>
                <a:gd name="T44" fmla="*/ 127 w 588"/>
                <a:gd name="T45" fmla="*/ 1 h 746"/>
                <a:gd name="T46" fmla="*/ 92 w 588"/>
                <a:gd name="T47" fmla="*/ 13 h 746"/>
                <a:gd name="T48" fmla="*/ 29 w 588"/>
                <a:gd name="T49" fmla="*/ 109 h 746"/>
                <a:gd name="T50" fmla="*/ 0 w 588"/>
                <a:gd name="T51" fmla="*/ 366 h 746"/>
                <a:gd name="T52" fmla="*/ 32 w 588"/>
                <a:gd name="T53" fmla="*/ 398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8" h="746">
                  <a:moveTo>
                    <a:pt x="32" y="398"/>
                  </a:moveTo>
                  <a:cubicBezTo>
                    <a:pt x="50" y="398"/>
                    <a:pt x="64" y="384"/>
                    <a:pt x="64" y="366"/>
                  </a:cubicBezTo>
                  <a:cubicBezTo>
                    <a:pt x="64" y="218"/>
                    <a:pt x="83" y="139"/>
                    <a:pt x="101" y="101"/>
                  </a:cubicBezTo>
                  <a:cubicBezTo>
                    <a:pt x="101" y="229"/>
                    <a:pt x="101" y="229"/>
                    <a:pt x="101" y="229"/>
                  </a:cubicBezTo>
                  <a:cubicBezTo>
                    <a:pt x="101" y="305"/>
                    <a:pt x="101" y="305"/>
                    <a:pt x="101" y="305"/>
                  </a:cubicBezTo>
                  <a:cubicBezTo>
                    <a:pt x="101" y="697"/>
                    <a:pt x="101" y="697"/>
                    <a:pt x="101" y="697"/>
                  </a:cubicBezTo>
                  <a:cubicBezTo>
                    <a:pt x="101" y="724"/>
                    <a:pt x="123" y="746"/>
                    <a:pt x="151" y="746"/>
                  </a:cubicBezTo>
                  <a:cubicBezTo>
                    <a:pt x="178" y="746"/>
                    <a:pt x="200" y="724"/>
                    <a:pt x="200" y="697"/>
                  </a:cubicBezTo>
                  <a:cubicBezTo>
                    <a:pt x="200" y="336"/>
                    <a:pt x="200" y="336"/>
                    <a:pt x="200" y="336"/>
                  </a:cubicBezTo>
                  <a:cubicBezTo>
                    <a:pt x="219" y="336"/>
                    <a:pt x="219" y="336"/>
                    <a:pt x="219" y="336"/>
                  </a:cubicBezTo>
                  <a:cubicBezTo>
                    <a:pt x="219" y="697"/>
                    <a:pt x="219" y="697"/>
                    <a:pt x="219" y="697"/>
                  </a:cubicBezTo>
                  <a:cubicBezTo>
                    <a:pt x="219" y="724"/>
                    <a:pt x="241" y="746"/>
                    <a:pt x="268" y="746"/>
                  </a:cubicBezTo>
                  <a:cubicBezTo>
                    <a:pt x="295" y="746"/>
                    <a:pt x="318" y="724"/>
                    <a:pt x="318" y="697"/>
                  </a:cubicBezTo>
                  <a:cubicBezTo>
                    <a:pt x="318" y="305"/>
                    <a:pt x="318" y="305"/>
                    <a:pt x="318" y="305"/>
                  </a:cubicBezTo>
                  <a:cubicBezTo>
                    <a:pt x="318" y="229"/>
                    <a:pt x="318" y="229"/>
                    <a:pt x="318" y="229"/>
                  </a:cubicBezTo>
                  <a:cubicBezTo>
                    <a:pt x="318" y="64"/>
                    <a:pt x="318" y="64"/>
                    <a:pt x="318" y="64"/>
                  </a:cubicBezTo>
                  <a:cubicBezTo>
                    <a:pt x="556" y="64"/>
                    <a:pt x="556" y="64"/>
                    <a:pt x="556" y="64"/>
                  </a:cubicBezTo>
                  <a:cubicBezTo>
                    <a:pt x="573" y="64"/>
                    <a:pt x="588" y="50"/>
                    <a:pt x="588" y="32"/>
                  </a:cubicBezTo>
                  <a:cubicBezTo>
                    <a:pt x="588" y="15"/>
                    <a:pt x="573" y="0"/>
                    <a:pt x="556" y="0"/>
                  </a:cubicBezTo>
                  <a:cubicBezTo>
                    <a:pt x="285" y="0"/>
                    <a:pt x="285" y="0"/>
                    <a:pt x="285" y="0"/>
                  </a:cubicBezTo>
                  <a:cubicBezTo>
                    <a:pt x="284" y="0"/>
                    <a:pt x="284" y="0"/>
                    <a:pt x="283" y="0"/>
                  </a:cubicBezTo>
                  <a:cubicBezTo>
                    <a:pt x="132" y="0"/>
                    <a:pt x="132" y="0"/>
                    <a:pt x="132" y="0"/>
                  </a:cubicBezTo>
                  <a:cubicBezTo>
                    <a:pt x="130" y="0"/>
                    <a:pt x="129" y="1"/>
                    <a:pt x="127" y="1"/>
                  </a:cubicBezTo>
                  <a:cubicBezTo>
                    <a:pt x="119" y="1"/>
                    <a:pt x="106" y="4"/>
                    <a:pt x="92" y="13"/>
                  </a:cubicBezTo>
                  <a:cubicBezTo>
                    <a:pt x="69" y="27"/>
                    <a:pt x="46" y="56"/>
                    <a:pt x="29" y="109"/>
                  </a:cubicBezTo>
                  <a:cubicBezTo>
                    <a:pt x="12" y="163"/>
                    <a:pt x="0" y="243"/>
                    <a:pt x="0" y="366"/>
                  </a:cubicBezTo>
                  <a:cubicBezTo>
                    <a:pt x="0" y="384"/>
                    <a:pt x="14" y="398"/>
                    <a:pt x="32" y="39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Oval 17"/>
            <p:cNvSpPr>
              <a:spLocks noChangeArrowheads="1"/>
            </p:cNvSpPr>
            <p:nvPr/>
          </p:nvSpPr>
          <p:spPr bwMode="auto">
            <a:xfrm>
              <a:off x="2216951" y="913269"/>
              <a:ext cx="199501" cy="20080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18"/>
            <p:cNvSpPr>
              <a:spLocks/>
            </p:cNvSpPr>
            <p:nvPr/>
          </p:nvSpPr>
          <p:spPr bwMode="auto">
            <a:xfrm>
              <a:off x="2450353" y="450376"/>
              <a:ext cx="650658" cy="545040"/>
            </a:xfrm>
            <a:custGeom>
              <a:avLst/>
              <a:gdLst>
                <a:gd name="T0" fmla="*/ 0 w 583"/>
                <a:gd name="T1" fmla="*/ 237 h 489"/>
                <a:gd name="T2" fmla="*/ 22 w 583"/>
                <a:gd name="T3" fmla="*/ 330 h 489"/>
                <a:gd name="T4" fmla="*/ 100 w 583"/>
                <a:gd name="T5" fmla="*/ 362 h 489"/>
                <a:gd name="T6" fmla="*/ 6 w 583"/>
                <a:gd name="T7" fmla="*/ 489 h 489"/>
                <a:gd name="T8" fmla="*/ 166 w 583"/>
                <a:gd name="T9" fmla="*/ 404 h 489"/>
                <a:gd name="T10" fmla="*/ 178 w 583"/>
                <a:gd name="T11" fmla="*/ 456 h 489"/>
                <a:gd name="T12" fmla="*/ 291 w 583"/>
                <a:gd name="T13" fmla="*/ 475 h 489"/>
                <a:gd name="T14" fmla="*/ 405 w 583"/>
                <a:gd name="T15" fmla="*/ 456 h 489"/>
                <a:gd name="T16" fmla="*/ 498 w 583"/>
                <a:gd name="T17" fmla="*/ 405 h 489"/>
                <a:gd name="T18" fmla="*/ 560 w 583"/>
                <a:gd name="T19" fmla="*/ 330 h 489"/>
                <a:gd name="T20" fmla="*/ 583 w 583"/>
                <a:gd name="T21" fmla="*/ 237 h 489"/>
                <a:gd name="T22" fmla="*/ 560 w 583"/>
                <a:gd name="T23" fmla="*/ 145 h 489"/>
                <a:gd name="T24" fmla="*/ 498 w 583"/>
                <a:gd name="T25" fmla="*/ 70 h 489"/>
                <a:gd name="T26" fmla="*/ 405 w 583"/>
                <a:gd name="T27" fmla="*/ 19 h 489"/>
                <a:gd name="T28" fmla="*/ 291 w 583"/>
                <a:gd name="T29" fmla="*/ 0 h 489"/>
                <a:gd name="T30" fmla="*/ 178 w 583"/>
                <a:gd name="T31" fmla="*/ 19 h 489"/>
                <a:gd name="T32" fmla="*/ 85 w 583"/>
                <a:gd name="T33" fmla="*/ 70 h 489"/>
                <a:gd name="T34" fmla="*/ 22 w 583"/>
                <a:gd name="T35" fmla="*/ 145 h 489"/>
                <a:gd name="T36" fmla="*/ 0 w 583"/>
                <a:gd name="T37" fmla="*/ 237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3" h="489">
                  <a:moveTo>
                    <a:pt x="0" y="237"/>
                  </a:moveTo>
                  <a:cubicBezTo>
                    <a:pt x="71" y="262"/>
                    <a:pt x="77" y="286"/>
                    <a:pt x="22" y="330"/>
                  </a:cubicBezTo>
                  <a:cubicBezTo>
                    <a:pt x="76" y="329"/>
                    <a:pt x="100" y="338"/>
                    <a:pt x="100" y="362"/>
                  </a:cubicBezTo>
                  <a:cubicBezTo>
                    <a:pt x="6" y="489"/>
                    <a:pt x="6" y="489"/>
                    <a:pt x="6" y="489"/>
                  </a:cubicBezTo>
                  <a:cubicBezTo>
                    <a:pt x="166" y="404"/>
                    <a:pt x="166" y="404"/>
                    <a:pt x="166" y="404"/>
                  </a:cubicBezTo>
                  <a:cubicBezTo>
                    <a:pt x="175" y="414"/>
                    <a:pt x="178" y="431"/>
                    <a:pt x="178" y="456"/>
                  </a:cubicBezTo>
                  <a:cubicBezTo>
                    <a:pt x="232" y="411"/>
                    <a:pt x="261" y="416"/>
                    <a:pt x="291" y="475"/>
                  </a:cubicBezTo>
                  <a:cubicBezTo>
                    <a:pt x="322" y="416"/>
                    <a:pt x="351" y="411"/>
                    <a:pt x="405" y="456"/>
                  </a:cubicBezTo>
                  <a:cubicBezTo>
                    <a:pt x="403" y="393"/>
                    <a:pt x="427" y="380"/>
                    <a:pt x="498" y="405"/>
                  </a:cubicBezTo>
                  <a:cubicBezTo>
                    <a:pt x="467" y="348"/>
                    <a:pt x="483" y="328"/>
                    <a:pt x="560" y="330"/>
                  </a:cubicBezTo>
                  <a:cubicBezTo>
                    <a:pt x="505" y="286"/>
                    <a:pt x="512" y="262"/>
                    <a:pt x="583" y="237"/>
                  </a:cubicBezTo>
                  <a:cubicBezTo>
                    <a:pt x="512" y="213"/>
                    <a:pt x="505" y="189"/>
                    <a:pt x="560" y="145"/>
                  </a:cubicBezTo>
                  <a:cubicBezTo>
                    <a:pt x="483" y="146"/>
                    <a:pt x="467" y="127"/>
                    <a:pt x="498" y="70"/>
                  </a:cubicBezTo>
                  <a:cubicBezTo>
                    <a:pt x="427" y="95"/>
                    <a:pt x="403" y="82"/>
                    <a:pt x="405" y="19"/>
                  </a:cubicBezTo>
                  <a:cubicBezTo>
                    <a:pt x="351" y="64"/>
                    <a:pt x="322" y="59"/>
                    <a:pt x="291" y="0"/>
                  </a:cubicBezTo>
                  <a:cubicBezTo>
                    <a:pt x="261" y="59"/>
                    <a:pt x="232" y="64"/>
                    <a:pt x="178" y="19"/>
                  </a:cubicBezTo>
                  <a:cubicBezTo>
                    <a:pt x="179" y="82"/>
                    <a:pt x="156" y="95"/>
                    <a:pt x="85" y="70"/>
                  </a:cubicBezTo>
                  <a:cubicBezTo>
                    <a:pt x="116" y="127"/>
                    <a:pt x="100" y="146"/>
                    <a:pt x="22" y="145"/>
                  </a:cubicBezTo>
                  <a:cubicBezTo>
                    <a:pt x="77" y="189"/>
                    <a:pt x="71" y="213"/>
                    <a:pt x="0" y="2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53" name="组合 252"/>
          <p:cNvGrpSpPr/>
          <p:nvPr/>
        </p:nvGrpSpPr>
        <p:grpSpPr>
          <a:xfrm>
            <a:off x="9072843" y="758387"/>
            <a:ext cx="872244" cy="1404129"/>
            <a:chOff x="3267914" y="473847"/>
            <a:chExt cx="932306" cy="1500816"/>
          </a:xfrm>
          <a:solidFill>
            <a:schemeClr val="tx1">
              <a:lumMod val="65000"/>
              <a:lumOff val="35000"/>
            </a:schemeClr>
          </a:solidFill>
        </p:grpSpPr>
        <p:sp>
          <p:nvSpPr>
            <p:cNvPr id="254" name="Freeform 19"/>
            <p:cNvSpPr>
              <a:spLocks/>
            </p:cNvSpPr>
            <p:nvPr/>
          </p:nvSpPr>
          <p:spPr bwMode="auto">
            <a:xfrm>
              <a:off x="3932915" y="1270544"/>
              <a:ext cx="241226" cy="704119"/>
            </a:xfrm>
            <a:custGeom>
              <a:avLst/>
              <a:gdLst>
                <a:gd name="T0" fmla="*/ 182 w 216"/>
                <a:gd name="T1" fmla="*/ 49 h 632"/>
                <a:gd name="T2" fmla="*/ 146 w 216"/>
                <a:gd name="T3" fmla="*/ 62 h 632"/>
                <a:gd name="T4" fmla="*/ 145 w 216"/>
                <a:gd name="T5" fmla="*/ 62 h 632"/>
                <a:gd name="T6" fmla="*/ 141 w 216"/>
                <a:gd name="T7" fmla="*/ 62 h 632"/>
                <a:gd name="T8" fmla="*/ 156 w 216"/>
                <a:gd name="T9" fmla="*/ 94 h 632"/>
                <a:gd name="T10" fmla="*/ 116 w 216"/>
                <a:gd name="T11" fmla="*/ 134 h 632"/>
                <a:gd name="T12" fmla="*/ 116 w 216"/>
                <a:gd name="T13" fmla="*/ 134 h 632"/>
                <a:gd name="T14" fmla="*/ 0 w 216"/>
                <a:gd name="T15" fmla="*/ 120 h 632"/>
                <a:gd name="T16" fmla="*/ 0 w 216"/>
                <a:gd name="T17" fmla="*/ 191 h 632"/>
                <a:gd name="T18" fmla="*/ 0 w 216"/>
                <a:gd name="T19" fmla="*/ 583 h 632"/>
                <a:gd name="T20" fmla="*/ 49 w 216"/>
                <a:gd name="T21" fmla="*/ 632 h 632"/>
                <a:gd name="T22" fmla="*/ 99 w 216"/>
                <a:gd name="T23" fmla="*/ 583 h 632"/>
                <a:gd name="T24" fmla="*/ 99 w 216"/>
                <a:gd name="T25" fmla="*/ 222 h 632"/>
                <a:gd name="T26" fmla="*/ 117 w 216"/>
                <a:gd name="T27" fmla="*/ 222 h 632"/>
                <a:gd name="T28" fmla="*/ 117 w 216"/>
                <a:gd name="T29" fmla="*/ 583 h 632"/>
                <a:gd name="T30" fmla="*/ 167 w 216"/>
                <a:gd name="T31" fmla="*/ 632 h 632"/>
                <a:gd name="T32" fmla="*/ 216 w 216"/>
                <a:gd name="T33" fmla="*/ 583 h 632"/>
                <a:gd name="T34" fmla="*/ 216 w 216"/>
                <a:gd name="T35" fmla="*/ 191 h 632"/>
                <a:gd name="T36" fmla="*/ 216 w 216"/>
                <a:gd name="T37" fmla="*/ 115 h 632"/>
                <a:gd name="T38" fmla="*/ 216 w 216"/>
                <a:gd name="T39" fmla="*/ 0 h 632"/>
                <a:gd name="T40" fmla="*/ 209 w 216"/>
                <a:gd name="T41" fmla="*/ 14 h 632"/>
                <a:gd name="T42" fmla="*/ 182 w 216"/>
                <a:gd name="T43" fmla="*/ 49 h 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6" h="632">
                  <a:moveTo>
                    <a:pt x="182" y="49"/>
                  </a:moveTo>
                  <a:cubicBezTo>
                    <a:pt x="174" y="55"/>
                    <a:pt x="163" y="62"/>
                    <a:pt x="146" y="62"/>
                  </a:cubicBezTo>
                  <a:cubicBezTo>
                    <a:pt x="145" y="62"/>
                    <a:pt x="145" y="62"/>
                    <a:pt x="145" y="62"/>
                  </a:cubicBezTo>
                  <a:cubicBezTo>
                    <a:pt x="144" y="62"/>
                    <a:pt x="142" y="62"/>
                    <a:pt x="141" y="62"/>
                  </a:cubicBezTo>
                  <a:cubicBezTo>
                    <a:pt x="150" y="69"/>
                    <a:pt x="156" y="81"/>
                    <a:pt x="156" y="94"/>
                  </a:cubicBezTo>
                  <a:cubicBezTo>
                    <a:pt x="156" y="116"/>
                    <a:pt x="138" y="134"/>
                    <a:pt x="116" y="134"/>
                  </a:cubicBezTo>
                  <a:cubicBezTo>
                    <a:pt x="116" y="134"/>
                    <a:pt x="116" y="134"/>
                    <a:pt x="116" y="134"/>
                  </a:cubicBezTo>
                  <a:cubicBezTo>
                    <a:pt x="68" y="134"/>
                    <a:pt x="30" y="129"/>
                    <a:pt x="0" y="120"/>
                  </a:cubicBezTo>
                  <a:cubicBezTo>
                    <a:pt x="0" y="191"/>
                    <a:pt x="0" y="191"/>
                    <a:pt x="0" y="191"/>
                  </a:cubicBezTo>
                  <a:cubicBezTo>
                    <a:pt x="0" y="583"/>
                    <a:pt x="0" y="583"/>
                    <a:pt x="0" y="583"/>
                  </a:cubicBezTo>
                  <a:cubicBezTo>
                    <a:pt x="0" y="610"/>
                    <a:pt x="22" y="632"/>
                    <a:pt x="49" y="632"/>
                  </a:cubicBezTo>
                  <a:cubicBezTo>
                    <a:pt x="77" y="632"/>
                    <a:pt x="99" y="610"/>
                    <a:pt x="99" y="583"/>
                  </a:cubicBezTo>
                  <a:cubicBezTo>
                    <a:pt x="99" y="222"/>
                    <a:pt x="99" y="222"/>
                    <a:pt x="99" y="222"/>
                  </a:cubicBezTo>
                  <a:cubicBezTo>
                    <a:pt x="117" y="222"/>
                    <a:pt x="117" y="222"/>
                    <a:pt x="117" y="222"/>
                  </a:cubicBezTo>
                  <a:cubicBezTo>
                    <a:pt x="117" y="583"/>
                    <a:pt x="117" y="583"/>
                    <a:pt x="117" y="583"/>
                  </a:cubicBezTo>
                  <a:cubicBezTo>
                    <a:pt x="117" y="610"/>
                    <a:pt x="139" y="632"/>
                    <a:pt x="167" y="632"/>
                  </a:cubicBezTo>
                  <a:cubicBezTo>
                    <a:pt x="194" y="632"/>
                    <a:pt x="216" y="610"/>
                    <a:pt x="216" y="583"/>
                  </a:cubicBezTo>
                  <a:cubicBezTo>
                    <a:pt x="216" y="191"/>
                    <a:pt x="216" y="191"/>
                    <a:pt x="216" y="191"/>
                  </a:cubicBezTo>
                  <a:cubicBezTo>
                    <a:pt x="216" y="115"/>
                    <a:pt x="216" y="115"/>
                    <a:pt x="216" y="115"/>
                  </a:cubicBezTo>
                  <a:cubicBezTo>
                    <a:pt x="216" y="0"/>
                    <a:pt x="216" y="0"/>
                    <a:pt x="216" y="0"/>
                  </a:cubicBezTo>
                  <a:cubicBezTo>
                    <a:pt x="214" y="5"/>
                    <a:pt x="211" y="9"/>
                    <a:pt x="209" y="14"/>
                  </a:cubicBezTo>
                  <a:cubicBezTo>
                    <a:pt x="202" y="26"/>
                    <a:pt x="194" y="38"/>
                    <a:pt x="182"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 name="Freeform 20"/>
            <p:cNvSpPr>
              <a:spLocks/>
            </p:cNvSpPr>
            <p:nvPr/>
          </p:nvSpPr>
          <p:spPr bwMode="auto">
            <a:xfrm>
              <a:off x="3846856" y="1142760"/>
              <a:ext cx="251658" cy="267305"/>
            </a:xfrm>
            <a:custGeom>
              <a:avLst/>
              <a:gdLst>
                <a:gd name="T0" fmla="*/ 78 w 226"/>
                <a:gd name="T1" fmla="*/ 226 h 240"/>
                <a:gd name="T2" fmla="*/ 194 w 226"/>
                <a:gd name="T3" fmla="*/ 240 h 240"/>
                <a:gd name="T4" fmla="*/ 226 w 226"/>
                <a:gd name="T5" fmla="*/ 208 h 240"/>
                <a:gd name="T6" fmla="*/ 194 w 226"/>
                <a:gd name="T7" fmla="*/ 176 h 240"/>
                <a:gd name="T8" fmla="*/ 81 w 226"/>
                <a:gd name="T9" fmla="*/ 158 h 240"/>
                <a:gd name="T10" fmla="*/ 67 w 226"/>
                <a:gd name="T11" fmla="*/ 147 h 240"/>
                <a:gd name="T12" fmla="*/ 66 w 226"/>
                <a:gd name="T13" fmla="*/ 147 h 240"/>
                <a:gd name="T14" fmla="*/ 64 w 226"/>
                <a:gd name="T15" fmla="*/ 139 h 240"/>
                <a:gd name="T16" fmla="*/ 71 w 226"/>
                <a:gd name="T17" fmla="*/ 116 h 240"/>
                <a:gd name="T18" fmla="*/ 78 w 226"/>
                <a:gd name="T19" fmla="*/ 104 h 240"/>
                <a:gd name="T20" fmla="*/ 78 w 226"/>
                <a:gd name="T21" fmla="*/ 147 h 240"/>
                <a:gd name="T22" fmla="*/ 84 w 226"/>
                <a:gd name="T23" fmla="*/ 151 h 240"/>
                <a:gd name="T24" fmla="*/ 192 w 226"/>
                <a:gd name="T25" fmla="*/ 168 h 240"/>
                <a:gd name="T26" fmla="*/ 194 w 226"/>
                <a:gd name="T27" fmla="*/ 168 h 240"/>
                <a:gd name="T28" fmla="*/ 196 w 226"/>
                <a:gd name="T29" fmla="*/ 168 h 240"/>
                <a:gd name="T30" fmla="*/ 195 w 226"/>
                <a:gd name="T31" fmla="*/ 167 h 240"/>
                <a:gd name="T32" fmla="*/ 178 w 226"/>
                <a:gd name="T33" fmla="*/ 149 h 240"/>
                <a:gd name="T34" fmla="*/ 163 w 226"/>
                <a:gd name="T35" fmla="*/ 109 h 240"/>
                <a:gd name="T36" fmla="*/ 153 w 226"/>
                <a:gd name="T37" fmla="*/ 0 h 240"/>
                <a:gd name="T38" fmla="*/ 109 w 226"/>
                <a:gd name="T39" fmla="*/ 0 h 240"/>
                <a:gd name="T40" fmla="*/ 99 w 226"/>
                <a:gd name="T41" fmla="*/ 2 h 240"/>
                <a:gd name="T42" fmla="*/ 93 w 226"/>
                <a:gd name="T43" fmla="*/ 4 h 240"/>
                <a:gd name="T44" fmla="*/ 79 w 226"/>
                <a:gd name="T45" fmla="*/ 12 h 240"/>
                <a:gd name="T46" fmla="*/ 31 w 226"/>
                <a:gd name="T47" fmla="*/ 60 h 240"/>
                <a:gd name="T48" fmla="*/ 0 w 226"/>
                <a:gd name="T49" fmla="*/ 139 h 240"/>
                <a:gd name="T50" fmla="*/ 13 w 226"/>
                <a:gd name="T51" fmla="*/ 183 h 240"/>
                <a:gd name="T52" fmla="*/ 13 w 226"/>
                <a:gd name="T53" fmla="*/ 183 h 240"/>
                <a:gd name="T54" fmla="*/ 78 w 226"/>
                <a:gd name="T55" fmla="*/ 226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6" h="240">
                  <a:moveTo>
                    <a:pt x="78" y="226"/>
                  </a:moveTo>
                  <a:cubicBezTo>
                    <a:pt x="108" y="235"/>
                    <a:pt x="145" y="240"/>
                    <a:pt x="194" y="240"/>
                  </a:cubicBezTo>
                  <a:cubicBezTo>
                    <a:pt x="212" y="240"/>
                    <a:pt x="226" y="225"/>
                    <a:pt x="226" y="208"/>
                  </a:cubicBezTo>
                  <a:cubicBezTo>
                    <a:pt x="226" y="190"/>
                    <a:pt x="212" y="176"/>
                    <a:pt x="194" y="176"/>
                  </a:cubicBezTo>
                  <a:cubicBezTo>
                    <a:pt x="134" y="176"/>
                    <a:pt x="98" y="167"/>
                    <a:pt x="81" y="158"/>
                  </a:cubicBezTo>
                  <a:cubicBezTo>
                    <a:pt x="72" y="154"/>
                    <a:pt x="68" y="150"/>
                    <a:pt x="67" y="147"/>
                  </a:cubicBezTo>
                  <a:cubicBezTo>
                    <a:pt x="66" y="147"/>
                    <a:pt x="66" y="147"/>
                    <a:pt x="66" y="147"/>
                  </a:cubicBezTo>
                  <a:cubicBezTo>
                    <a:pt x="65" y="144"/>
                    <a:pt x="64" y="142"/>
                    <a:pt x="64" y="139"/>
                  </a:cubicBezTo>
                  <a:cubicBezTo>
                    <a:pt x="64" y="134"/>
                    <a:pt x="66" y="125"/>
                    <a:pt x="71" y="116"/>
                  </a:cubicBezTo>
                  <a:cubicBezTo>
                    <a:pt x="73" y="112"/>
                    <a:pt x="75" y="108"/>
                    <a:pt x="78" y="104"/>
                  </a:cubicBezTo>
                  <a:cubicBezTo>
                    <a:pt x="78" y="147"/>
                    <a:pt x="78" y="147"/>
                    <a:pt x="78" y="147"/>
                  </a:cubicBezTo>
                  <a:cubicBezTo>
                    <a:pt x="79" y="149"/>
                    <a:pt x="82" y="150"/>
                    <a:pt x="84" y="151"/>
                  </a:cubicBezTo>
                  <a:cubicBezTo>
                    <a:pt x="94" y="156"/>
                    <a:pt x="123" y="168"/>
                    <a:pt x="192" y="168"/>
                  </a:cubicBezTo>
                  <a:cubicBezTo>
                    <a:pt x="194" y="168"/>
                    <a:pt x="194" y="168"/>
                    <a:pt x="194" y="168"/>
                  </a:cubicBezTo>
                  <a:cubicBezTo>
                    <a:pt x="195" y="168"/>
                    <a:pt x="195" y="168"/>
                    <a:pt x="196" y="168"/>
                  </a:cubicBezTo>
                  <a:cubicBezTo>
                    <a:pt x="195" y="168"/>
                    <a:pt x="195" y="167"/>
                    <a:pt x="195" y="167"/>
                  </a:cubicBezTo>
                  <a:cubicBezTo>
                    <a:pt x="188" y="163"/>
                    <a:pt x="183" y="157"/>
                    <a:pt x="178" y="149"/>
                  </a:cubicBezTo>
                  <a:cubicBezTo>
                    <a:pt x="170" y="136"/>
                    <a:pt x="166" y="122"/>
                    <a:pt x="163" y="109"/>
                  </a:cubicBezTo>
                  <a:cubicBezTo>
                    <a:pt x="158" y="82"/>
                    <a:pt x="154" y="48"/>
                    <a:pt x="153" y="0"/>
                  </a:cubicBezTo>
                  <a:cubicBezTo>
                    <a:pt x="109" y="0"/>
                    <a:pt x="109" y="0"/>
                    <a:pt x="109" y="0"/>
                  </a:cubicBezTo>
                  <a:cubicBezTo>
                    <a:pt x="105" y="0"/>
                    <a:pt x="102" y="1"/>
                    <a:pt x="99" y="2"/>
                  </a:cubicBezTo>
                  <a:cubicBezTo>
                    <a:pt x="97" y="3"/>
                    <a:pt x="95" y="3"/>
                    <a:pt x="93" y="4"/>
                  </a:cubicBezTo>
                  <a:cubicBezTo>
                    <a:pt x="88" y="6"/>
                    <a:pt x="84" y="9"/>
                    <a:pt x="79" y="12"/>
                  </a:cubicBezTo>
                  <a:cubicBezTo>
                    <a:pt x="65" y="22"/>
                    <a:pt x="47" y="38"/>
                    <a:pt x="31" y="60"/>
                  </a:cubicBezTo>
                  <a:cubicBezTo>
                    <a:pt x="15" y="81"/>
                    <a:pt x="0" y="107"/>
                    <a:pt x="0" y="139"/>
                  </a:cubicBezTo>
                  <a:cubicBezTo>
                    <a:pt x="0" y="153"/>
                    <a:pt x="4" y="169"/>
                    <a:pt x="13" y="183"/>
                  </a:cubicBezTo>
                  <a:cubicBezTo>
                    <a:pt x="13" y="183"/>
                    <a:pt x="13" y="183"/>
                    <a:pt x="13" y="183"/>
                  </a:cubicBezTo>
                  <a:cubicBezTo>
                    <a:pt x="27" y="203"/>
                    <a:pt x="49" y="217"/>
                    <a:pt x="78" y="2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Freeform 21"/>
            <p:cNvSpPr>
              <a:spLocks/>
            </p:cNvSpPr>
            <p:nvPr/>
          </p:nvSpPr>
          <p:spPr bwMode="auto">
            <a:xfrm>
              <a:off x="3953778" y="913269"/>
              <a:ext cx="200804" cy="192981"/>
            </a:xfrm>
            <a:custGeom>
              <a:avLst/>
              <a:gdLst>
                <a:gd name="T0" fmla="*/ 67 w 180"/>
                <a:gd name="T1" fmla="*/ 144 h 173"/>
                <a:gd name="T2" fmla="*/ 96 w 180"/>
                <a:gd name="T3" fmla="*/ 132 h 173"/>
                <a:gd name="T4" fmla="*/ 96 w 180"/>
                <a:gd name="T5" fmla="*/ 132 h 173"/>
                <a:gd name="T6" fmla="*/ 96 w 180"/>
                <a:gd name="T7" fmla="*/ 132 h 173"/>
                <a:gd name="T8" fmla="*/ 136 w 180"/>
                <a:gd name="T9" fmla="*/ 167 h 173"/>
                <a:gd name="T10" fmla="*/ 180 w 180"/>
                <a:gd name="T11" fmla="*/ 90 h 173"/>
                <a:gd name="T12" fmla="*/ 90 w 180"/>
                <a:gd name="T13" fmla="*/ 0 h 173"/>
                <a:gd name="T14" fmla="*/ 0 w 180"/>
                <a:gd name="T15" fmla="*/ 90 h 173"/>
                <a:gd name="T16" fmla="*/ 56 w 180"/>
                <a:gd name="T17" fmla="*/ 173 h 173"/>
                <a:gd name="T18" fmla="*/ 56 w 180"/>
                <a:gd name="T19" fmla="*/ 172 h 173"/>
                <a:gd name="T20" fmla="*/ 67 w 180"/>
                <a:gd name="T21" fmla="*/ 144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0" h="173">
                  <a:moveTo>
                    <a:pt x="67" y="144"/>
                  </a:moveTo>
                  <a:cubicBezTo>
                    <a:pt x="75" y="136"/>
                    <a:pt x="85" y="132"/>
                    <a:pt x="96" y="132"/>
                  </a:cubicBezTo>
                  <a:cubicBezTo>
                    <a:pt x="96" y="132"/>
                    <a:pt x="96" y="132"/>
                    <a:pt x="96" y="132"/>
                  </a:cubicBezTo>
                  <a:cubicBezTo>
                    <a:pt x="96" y="132"/>
                    <a:pt x="96" y="132"/>
                    <a:pt x="96" y="132"/>
                  </a:cubicBezTo>
                  <a:cubicBezTo>
                    <a:pt x="116" y="132"/>
                    <a:pt x="133" y="147"/>
                    <a:pt x="136" y="167"/>
                  </a:cubicBezTo>
                  <a:cubicBezTo>
                    <a:pt x="162" y="151"/>
                    <a:pt x="180" y="123"/>
                    <a:pt x="180" y="90"/>
                  </a:cubicBezTo>
                  <a:cubicBezTo>
                    <a:pt x="180" y="40"/>
                    <a:pt x="140" y="0"/>
                    <a:pt x="90" y="0"/>
                  </a:cubicBezTo>
                  <a:cubicBezTo>
                    <a:pt x="40" y="0"/>
                    <a:pt x="0" y="40"/>
                    <a:pt x="0" y="90"/>
                  </a:cubicBezTo>
                  <a:cubicBezTo>
                    <a:pt x="0" y="127"/>
                    <a:pt x="23" y="160"/>
                    <a:pt x="56" y="173"/>
                  </a:cubicBezTo>
                  <a:cubicBezTo>
                    <a:pt x="56" y="173"/>
                    <a:pt x="56" y="172"/>
                    <a:pt x="56" y="172"/>
                  </a:cubicBezTo>
                  <a:cubicBezTo>
                    <a:pt x="56" y="161"/>
                    <a:pt x="60" y="151"/>
                    <a:pt x="67"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 name="Freeform 22"/>
            <p:cNvSpPr>
              <a:spLocks/>
            </p:cNvSpPr>
            <p:nvPr/>
          </p:nvSpPr>
          <p:spPr bwMode="auto">
            <a:xfrm>
              <a:off x="4024190" y="1068437"/>
              <a:ext cx="176030" cy="262089"/>
            </a:xfrm>
            <a:custGeom>
              <a:avLst/>
              <a:gdLst>
                <a:gd name="T0" fmla="*/ 71 w 157"/>
                <a:gd name="T1" fmla="*/ 146 h 235"/>
                <a:gd name="T2" fmla="*/ 69 w 157"/>
                <a:gd name="T3" fmla="*/ 132 h 235"/>
                <a:gd name="T4" fmla="*/ 64 w 157"/>
                <a:gd name="T5" fmla="*/ 32 h 235"/>
                <a:gd name="T6" fmla="*/ 32 w 157"/>
                <a:gd name="T7" fmla="*/ 1 h 235"/>
                <a:gd name="T8" fmla="*/ 0 w 157"/>
                <a:gd name="T9" fmla="*/ 33 h 235"/>
                <a:gd name="T10" fmla="*/ 0 w 157"/>
                <a:gd name="T11" fmla="*/ 33 h 235"/>
                <a:gd name="T12" fmla="*/ 11 w 157"/>
                <a:gd name="T13" fmla="*/ 174 h 235"/>
                <a:gd name="T14" fmla="*/ 25 w 157"/>
                <a:gd name="T15" fmla="*/ 212 h 235"/>
                <a:gd name="T16" fmla="*/ 40 w 157"/>
                <a:gd name="T17" fmla="*/ 228 h 235"/>
                <a:gd name="T18" fmla="*/ 63 w 157"/>
                <a:gd name="T19" fmla="*/ 235 h 235"/>
                <a:gd name="T20" fmla="*/ 64 w 157"/>
                <a:gd name="T21" fmla="*/ 235 h 235"/>
                <a:gd name="T22" fmla="*/ 94 w 157"/>
                <a:gd name="T23" fmla="*/ 224 h 235"/>
                <a:gd name="T24" fmla="*/ 120 w 157"/>
                <a:gd name="T25" fmla="*/ 191 h 235"/>
                <a:gd name="T26" fmla="*/ 144 w 157"/>
                <a:gd name="T27" fmla="*/ 137 h 235"/>
                <a:gd name="T28" fmla="*/ 145 w 157"/>
                <a:gd name="T29" fmla="*/ 135 h 235"/>
                <a:gd name="T30" fmla="*/ 154 w 157"/>
                <a:gd name="T31" fmla="*/ 110 h 235"/>
                <a:gd name="T32" fmla="*/ 149 w 157"/>
                <a:gd name="T33" fmla="*/ 81 h 235"/>
                <a:gd name="T34" fmla="*/ 124 w 157"/>
                <a:gd name="T35" fmla="*/ 68 h 235"/>
                <a:gd name="T36" fmla="*/ 108 w 157"/>
                <a:gd name="T37" fmla="*/ 68 h 235"/>
                <a:gd name="T38" fmla="*/ 103 w 157"/>
                <a:gd name="T39" fmla="*/ 67 h 235"/>
                <a:gd name="T40" fmla="*/ 73 w 157"/>
                <a:gd name="T41" fmla="*/ 67 h 235"/>
                <a:gd name="T42" fmla="*/ 75 w 157"/>
                <a:gd name="T43" fmla="*/ 137 h 235"/>
                <a:gd name="T44" fmla="*/ 71 w 157"/>
                <a:gd name="T45" fmla="*/ 146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7" h="235">
                  <a:moveTo>
                    <a:pt x="71" y="146"/>
                  </a:moveTo>
                  <a:cubicBezTo>
                    <a:pt x="70" y="142"/>
                    <a:pt x="70" y="137"/>
                    <a:pt x="69" y="132"/>
                  </a:cubicBezTo>
                  <a:cubicBezTo>
                    <a:pt x="66" y="108"/>
                    <a:pt x="65" y="75"/>
                    <a:pt x="64" y="32"/>
                  </a:cubicBezTo>
                  <a:cubicBezTo>
                    <a:pt x="64" y="15"/>
                    <a:pt x="49" y="0"/>
                    <a:pt x="32" y="1"/>
                  </a:cubicBezTo>
                  <a:cubicBezTo>
                    <a:pt x="14" y="1"/>
                    <a:pt x="0" y="15"/>
                    <a:pt x="0" y="33"/>
                  </a:cubicBezTo>
                  <a:cubicBezTo>
                    <a:pt x="0" y="33"/>
                    <a:pt x="0" y="33"/>
                    <a:pt x="0" y="33"/>
                  </a:cubicBezTo>
                  <a:cubicBezTo>
                    <a:pt x="1" y="99"/>
                    <a:pt x="5" y="143"/>
                    <a:pt x="11" y="174"/>
                  </a:cubicBezTo>
                  <a:cubicBezTo>
                    <a:pt x="14" y="189"/>
                    <a:pt x="18" y="201"/>
                    <a:pt x="25" y="212"/>
                  </a:cubicBezTo>
                  <a:cubicBezTo>
                    <a:pt x="29" y="218"/>
                    <a:pt x="33" y="223"/>
                    <a:pt x="40" y="228"/>
                  </a:cubicBezTo>
                  <a:cubicBezTo>
                    <a:pt x="46" y="232"/>
                    <a:pt x="55" y="235"/>
                    <a:pt x="63" y="235"/>
                  </a:cubicBezTo>
                  <a:cubicBezTo>
                    <a:pt x="64" y="235"/>
                    <a:pt x="64" y="235"/>
                    <a:pt x="64" y="235"/>
                  </a:cubicBezTo>
                  <a:cubicBezTo>
                    <a:pt x="78" y="235"/>
                    <a:pt x="88" y="229"/>
                    <a:pt x="94" y="224"/>
                  </a:cubicBezTo>
                  <a:cubicBezTo>
                    <a:pt x="106" y="214"/>
                    <a:pt x="113" y="203"/>
                    <a:pt x="120" y="191"/>
                  </a:cubicBezTo>
                  <a:cubicBezTo>
                    <a:pt x="130" y="173"/>
                    <a:pt x="138" y="153"/>
                    <a:pt x="144" y="137"/>
                  </a:cubicBezTo>
                  <a:cubicBezTo>
                    <a:pt x="144" y="137"/>
                    <a:pt x="145" y="136"/>
                    <a:pt x="145" y="135"/>
                  </a:cubicBezTo>
                  <a:cubicBezTo>
                    <a:pt x="150" y="121"/>
                    <a:pt x="154" y="110"/>
                    <a:pt x="154" y="110"/>
                  </a:cubicBezTo>
                  <a:cubicBezTo>
                    <a:pt x="157" y="100"/>
                    <a:pt x="155" y="89"/>
                    <a:pt x="149" y="81"/>
                  </a:cubicBezTo>
                  <a:cubicBezTo>
                    <a:pt x="143" y="73"/>
                    <a:pt x="134" y="68"/>
                    <a:pt x="124" y="68"/>
                  </a:cubicBezTo>
                  <a:cubicBezTo>
                    <a:pt x="108" y="68"/>
                    <a:pt x="108" y="68"/>
                    <a:pt x="108" y="68"/>
                  </a:cubicBezTo>
                  <a:cubicBezTo>
                    <a:pt x="107" y="68"/>
                    <a:pt x="105" y="67"/>
                    <a:pt x="103" y="67"/>
                  </a:cubicBezTo>
                  <a:cubicBezTo>
                    <a:pt x="73" y="67"/>
                    <a:pt x="73" y="67"/>
                    <a:pt x="73" y="67"/>
                  </a:cubicBezTo>
                  <a:cubicBezTo>
                    <a:pt x="74" y="91"/>
                    <a:pt x="75" y="120"/>
                    <a:pt x="75" y="137"/>
                  </a:cubicBezTo>
                  <a:cubicBezTo>
                    <a:pt x="74" y="140"/>
                    <a:pt x="72" y="143"/>
                    <a:pt x="71" y="1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Freeform 23"/>
            <p:cNvSpPr>
              <a:spLocks/>
            </p:cNvSpPr>
            <p:nvPr/>
          </p:nvSpPr>
          <p:spPr bwMode="auto">
            <a:xfrm>
              <a:off x="3267914" y="473847"/>
              <a:ext cx="674129" cy="436815"/>
            </a:xfrm>
            <a:custGeom>
              <a:avLst/>
              <a:gdLst>
                <a:gd name="T0" fmla="*/ 98 w 605"/>
                <a:gd name="T1" fmla="*/ 290 h 392"/>
                <a:gd name="T2" fmla="*/ 202 w 605"/>
                <a:gd name="T3" fmla="*/ 351 h 392"/>
                <a:gd name="T4" fmla="*/ 237 w 605"/>
                <a:gd name="T5" fmla="*/ 346 h 392"/>
                <a:gd name="T6" fmla="*/ 320 w 605"/>
                <a:gd name="T7" fmla="*/ 392 h 392"/>
                <a:gd name="T8" fmla="*/ 411 w 605"/>
                <a:gd name="T9" fmla="*/ 324 h 392"/>
                <a:gd name="T10" fmla="*/ 415 w 605"/>
                <a:gd name="T11" fmla="*/ 324 h 392"/>
                <a:gd name="T12" fmla="*/ 514 w 605"/>
                <a:gd name="T13" fmla="*/ 273 h 392"/>
                <a:gd name="T14" fmla="*/ 515 w 605"/>
                <a:gd name="T15" fmla="*/ 274 h 392"/>
                <a:gd name="T16" fmla="*/ 605 w 605"/>
                <a:gd name="T17" fmla="*/ 202 h 392"/>
                <a:gd name="T18" fmla="*/ 524 w 605"/>
                <a:gd name="T19" fmla="*/ 131 h 392"/>
                <a:gd name="T20" fmla="*/ 415 w 605"/>
                <a:gd name="T21" fmla="*/ 42 h 392"/>
                <a:gd name="T22" fmla="*/ 392 w 605"/>
                <a:gd name="T23" fmla="*/ 44 h 392"/>
                <a:gd name="T24" fmla="*/ 295 w 605"/>
                <a:gd name="T25" fmla="*/ 0 h 392"/>
                <a:gd name="T26" fmla="*/ 196 w 605"/>
                <a:gd name="T27" fmla="*/ 48 h 392"/>
                <a:gd name="T28" fmla="*/ 95 w 605"/>
                <a:gd name="T29" fmla="*/ 121 h 392"/>
                <a:gd name="T30" fmla="*/ 0 w 605"/>
                <a:gd name="T31" fmla="*/ 205 h 392"/>
                <a:gd name="T32" fmla="*/ 98 w 605"/>
                <a:gd name="T33" fmla="*/ 290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05" h="392">
                  <a:moveTo>
                    <a:pt x="98" y="290"/>
                  </a:moveTo>
                  <a:cubicBezTo>
                    <a:pt x="113" y="326"/>
                    <a:pt x="154" y="351"/>
                    <a:pt x="202" y="351"/>
                  </a:cubicBezTo>
                  <a:cubicBezTo>
                    <a:pt x="214" y="351"/>
                    <a:pt x="226" y="349"/>
                    <a:pt x="237" y="346"/>
                  </a:cubicBezTo>
                  <a:cubicBezTo>
                    <a:pt x="252" y="373"/>
                    <a:pt x="284" y="392"/>
                    <a:pt x="320" y="392"/>
                  </a:cubicBezTo>
                  <a:cubicBezTo>
                    <a:pt x="366" y="392"/>
                    <a:pt x="404" y="363"/>
                    <a:pt x="411" y="324"/>
                  </a:cubicBezTo>
                  <a:cubicBezTo>
                    <a:pt x="412" y="324"/>
                    <a:pt x="414" y="324"/>
                    <a:pt x="415" y="324"/>
                  </a:cubicBezTo>
                  <a:cubicBezTo>
                    <a:pt x="459" y="324"/>
                    <a:pt x="496" y="304"/>
                    <a:pt x="514" y="273"/>
                  </a:cubicBezTo>
                  <a:cubicBezTo>
                    <a:pt x="514" y="273"/>
                    <a:pt x="514" y="274"/>
                    <a:pt x="515" y="274"/>
                  </a:cubicBezTo>
                  <a:cubicBezTo>
                    <a:pt x="565" y="274"/>
                    <a:pt x="605" y="241"/>
                    <a:pt x="605" y="202"/>
                  </a:cubicBezTo>
                  <a:cubicBezTo>
                    <a:pt x="605" y="165"/>
                    <a:pt x="570" y="135"/>
                    <a:pt x="524" y="131"/>
                  </a:cubicBezTo>
                  <a:cubicBezTo>
                    <a:pt x="524" y="82"/>
                    <a:pt x="475" y="42"/>
                    <a:pt x="415" y="42"/>
                  </a:cubicBezTo>
                  <a:cubicBezTo>
                    <a:pt x="408" y="42"/>
                    <a:pt x="400" y="43"/>
                    <a:pt x="392" y="44"/>
                  </a:cubicBezTo>
                  <a:cubicBezTo>
                    <a:pt x="371" y="18"/>
                    <a:pt x="335" y="0"/>
                    <a:pt x="295" y="0"/>
                  </a:cubicBezTo>
                  <a:cubicBezTo>
                    <a:pt x="253" y="0"/>
                    <a:pt x="216" y="19"/>
                    <a:pt x="196" y="48"/>
                  </a:cubicBezTo>
                  <a:cubicBezTo>
                    <a:pt x="145" y="50"/>
                    <a:pt x="103" y="81"/>
                    <a:pt x="95" y="121"/>
                  </a:cubicBezTo>
                  <a:cubicBezTo>
                    <a:pt x="41" y="126"/>
                    <a:pt x="0" y="162"/>
                    <a:pt x="0" y="205"/>
                  </a:cubicBezTo>
                  <a:cubicBezTo>
                    <a:pt x="0" y="249"/>
                    <a:pt x="43" y="286"/>
                    <a:pt x="98" y="2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 name="Oval 24"/>
            <p:cNvSpPr>
              <a:spLocks noChangeArrowheads="1"/>
            </p:cNvSpPr>
            <p:nvPr/>
          </p:nvSpPr>
          <p:spPr bwMode="auto">
            <a:xfrm>
              <a:off x="3751669" y="858504"/>
              <a:ext cx="100403" cy="66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 name="Oval 25"/>
            <p:cNvSpPr>
              <a:spLocks noChangeArrowheads="1"/>
            </p:cNvSpPr>
            <p:nvPr/>
          </p:nvSpPr>
          <p:spPr bwMode="auto">
            <a:xfrm>
              <a:off x="3845552" y="940652"/>
              <a:ext cx="66501" cy="456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61" name="组合 260"/>
          <p:cNvGrpSpPr/>
          <p:nvPr/>
        </p:nvGrpSpPr>
        <p:grpSpPr>
          <a:xfrm>
            <a:off x="10225668" y="757167"/>
            <a:ext cx="867365" cy="1405349"/>
            <a:chOff x="4500121" y="472543"/>
            <a:chExt cx="927091" cy="1502120"/>
          </a:xfrm>
          <a:solidFill>
            <a:schemeClr val="tx1">
              <a:lumMod val="65000"/>
              <a:lumOff val="35000"/>
            </a:schemeClr>
          </a:solidFill>
        </p:grpSpPr>
        <p:sp>
          <p:nvSpPr>
            <p:cNvPr id="262" name="Freeform 26"/>
            <p:cNvSpPr>
              <a:spLocks/>
            </p:cNvSpPr>
            <p:nvPr/>
          </p:nvSpPr>
          <p:spPr bwMode="auto">
            <a:xfrm>
              <a:off x="4534023" y="1099731"/>
              <a:ext cx="422471" cy="610236"/>
            </a:xfrm>
            <a:custGeom>
              <a:avLst/>
              <a:gdLst>
                <a:gd name="T0" fmla="*/ 151 w 379"/>
                <a:gd name="T1" fmla="*/ 137 h 548"/>
                <a:gd name="T2" fmla="*/ 174 w 379"/>
                <a:gd name="T3" fmla="*/ 67 h 548"/>
                <a:gd name="T4" fmla="*/ 212 w 379"/>
                <a:gd name="T5" fmla="*/ 40 h 548"/>
                <a:gd name="T6" fmla="*/ 225 w 379"/>
                <a:gd name="T7" fmla="*/ 42 h 548"/>
                <a:gd name="T8" fmla="*/ 248 w 379"/>
                <a:gd name="T9" fmla="*/ 62 h 548"/>
                <a:gd name="T10" fmla="*/ 250 w 379"/>
                <a:gd name="T11" fmla="*/ 93 h 548"/>
                <a:gd name="T12" fmla="*/ 209 w 379"/>
                <a:gd name="T13" fmla="*/ 216 h 548"/>
                <a:gd name="T14" fmla="*/ 225 w 379"/>
                <a:gd name="T15" fmla="*/ 257 h 548"/>
                <a:gd name="T16" fmla="*/ 188 w 379"/>
                <a:gd name="T17" fmla="*/ 255 h 548"/>
                <a:gd name="T18" fmla="*/ 171 w 379"/>
                <a:gd name="T19" fmla="*/ 262 h 548"/>
                <a:gd name="T20" fmla="*/ 11 w 379"/>
                <a:gd name="T21" fmla="*/ 288 h 548"/>
                <a:gd name="T22" fmla="*/ 10 w 379"/>
                <a:gd name="T23" fmla="*/ 288 h 548"/>
                <a:gd name="T24" fmla="*/ 13 w 379"/>
                <a:gd name="T25" fmla="*/ 316 h 548"/>
                <a:gd name="T26" fmla="*/ 94 w 379"/>
                <a:gd name="T27" fmla="*/ 517 h 548"/>
                <a:gd name="T28" fmla="*/ 141 w 379"/>
                <a:gd name="T29" fmla="*/ 548 h 548"/>
                <a:gd name="T30" fmla="*/ 159 w 379"/>
                <a:gd name="T31" fmla="*/ 545 h 548"/>
                <a:gd name="T32" fmla="*/ 187 w 379"/>
                <a:gd name="T33" fmla="*/ 479 h 548"/>
                <a:gd name="T34" fmla="*/ 135 w 379"/>
                <a:gd name="T35" fmla="*/ 352 h 548"/>
                <a:gd name="T36" fmla="*/ 272 w 379"/>
                <a:gd name="T37" fmla="*/ 360 h 548"/>
                <a:gd name="T38" fmla="*/ 283 w 379"/>
                <a:gd name="T39" fmla="*/ 360 h 548"/>
                <a:gd name="T40" fmla="*/ 304 w 379"/>
                <a:gd name="T41" fmla="*/ 355 h 548"/>
                <a:gd name="T42" fmla="*/ 373 w 379"/>
                <a:gd name="T43" fmla="*/ 261 h 548"/>
                <a:gd name="T44" fmla="*/ 289 w 379"/>
                <a:gd name="T45" fmla="*/ 54 h 548"/>
                <a:gd name="T46" fmla="*/ 170 w 379"/>
                <a:gd name="T47" fmla="*/ 18 h 548"/>
                <a:gd name="T48" fmla="*/ 168 w 379"/>
                <a:gd name="T49" fmla="*/ 19 h 548"/>
                <a:gd name="T50" fmla="*/ 157 w 379"/>
                <a:gd name="T51" fmla="*/ 27 h 548"/>
                <a:gd name="T52" fmla="*/ 90 w 379"/>
                <a:gd name="T53" fmla="*/ 110 h 548"/>
                <a:gd name="T54" fmla="*/ 72 w 379"/>
                <a:gd name="T55" fmla="*/ 41 h 548"/>
                <a:gd name="T56" fmla="*/ 4 w 379"/>
                <a:gd name="T57" fmla="*/ 3 h 548"/>
                <a:gd name="T58" fmla="*/ 2 w 379"/>
                <a:gd name="T59" fmla="*/ 25 h 548"/>
                <a:gd name="T60" fmla="*/ 2 w 379"/>
                <a:gd name="T61" fmla="*/ 25 h 548"/>
                <a:gd name="T62" fmla="*/ 44 w 379"/>
                <a:gd name="T63" fmla="*/ 188 h 548"/>
                <a:gd name="T64" fmla="*/ 51 w 379"/>
                <a:gd name="T65" fmla="*/ 201 h 548"/>
                <a:gd name="T66" fmla="*/ 107 w 379"/>
                <a:gd name="T67" fmla="*/ 191 h 548"/>
                <a:gd name="T68" fmla="*/ 151 w 379"/>
                <a:gd name="T69" fmla="*/ 137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79" h="548">
                  <a:moveTo>
                    <a:pt x="151" y="137"/>
                  </a:moveTo>
                  <a:cubicBezTo>
                    <a:pt x="174" y="67"/>
                    <a:pt x="174" y="67"/>
                    <a:pt x="174" y="67"/>
                  </a:cubicBezTo>
                  <a:cubicBezTo>
                    <a:pt x="180" y="51"/>
                    <a:pt x="195" y="40"/>
                    <a:pt x="212" y="40"/>
                  </a:cubicBezTo>
                  <a:cubicBezTo>
                    <a:pt x="216" y="40"/>
                    <a:pt x="221" y="41"/>
                    <a:pt x="225" y="42"/>
                  </a:cubicBezTo>
                  <a:cubicBezTo>
                    <a:pt x="235" y="45"/>
                    <a:pt x="243" y="52"/>
                    <a:pt x="248" y="62"/>
                  </a:cubicBezTo>
                  <a:cubicBezTo>
                    <a:pt x="253" y="72"/>
                    <a:pt x="253" y="82"/>
                    <a:pt x="250" y="93"/>
                  </a:cubicBezTo>
                  <a:cubicBezTo>
                    <a:pt x="209" y="216"/>
                    <a:pt x="209" y="216"/>
                    <a:pt x="209" y="216"/>
                  </a:cubicBezTo>
                  <a:cubicBezTo>
                    <a:pt x="215" y="229"/>
                    <a:pt x="220" y="243"/>
                    <a:pt x="225" y="257"/>
                  </a:cubicBezTo>
                  <a:cubicBezTo>
                    <a:pt x="188" y="255"/>
                    <a:pt x="188" y="255"/>
                    <a:pt x="188" y="255"/>
                  </a:cubicBezTo>
                  <a:cubicBezTo>
                    <a:pt x="183" y="258"/>
                    <a:pt x="177" y="261"/>
                    <a:pt x="171" y="262"/>
                  </a:cubicBezTo>
                  <a:cubicBezTo>
                    <a:pt x="11" y="288"/>
                    <a:pt x="11" y="288"/>
                    <a:pt x="11" y="288"/>
                  </a:cubicBezTo>
                  <a:cubicBezTo>
                    <a:pt x="11" y="288"/>
                    <a:pt x="10" y="288"/>
                    <a:pt x="10" y="288"/>
                  </a:cubicBezTo>
                  <a:cubicBezTo>
                    <a:pt x="9" y="297"/>
                    <a:pt x="9" y="307"/>
                    <a:pt x="13" y="316"/>
                  </a:cubicBezTo>
                  <a:cubicBezTo>
                    <a:pt x="94" y="517"/>
                    <a:pt x="94" y="517"/>
                    <a:pt x="94" y="517"/>
                  </a:cubicBezTo>
                  <a:cubicBezTo>
                    <a:pt x="102" y="536"/>
                    <a:pt x="121" y="548"/>
                    <a:pt x="141" y="548"/>
                  </a:cubicBezTo>
                  <a:cubicBezTo>
                    <a:pt x="147" y="548"/>
                    <a:pt x="153" y="547"/>
                    <a:pt x="159" y="545"/>
                  </a:cubicBezTo>
                  <a:cubicBezTo>
                    <a:pt x="185" y="534"/>
                    <a:pt x="197" y="505"/>
                    <a:pt x="187" y="479"/>
                  </a:cubicBezTo>
                  <a:cubicBezTo>
                    <a:pt x="135" y="352"/>
                    <a:pt x="135" y="352"/>
                    <a:pt x="135" y="352"/>
                  </a:cubicBezTo>
                  <a:cubicBezTo>
                    <a:pt x="272" y="360"/>
                    <a:pt x="272" y="360"/>
                    <a:pt x="272" y="360"/>
                  </a:cubicBezTo>
                  <a:cubicBezTo>
                    <a:pt x="275" y="360"/>
                    <a:pt x="279" y="360"/>
                    <a:pt x="283" y="360"/>
                  </a:cubicBezTo>
                  <a:cubicBezTo>
                    <a:pt x="289" y="359"/>
                    <a:pt x="296" y="357"/>
                    <a:pt x="304" y="355"/>
                  </a:cubicBezTo>
                  <a:cubicBezTo>
                    <a:pt x="339" y="345"/>
                    <a:pt x="379" y="326"/>
                    <a:pt x="373" y="261"/>
                  </a:cubicBezTo>
                  <a:cubicBezTo>
                    <a:pt x="358" y="173"/>
                    <a:pt x="338" y="124"/>
                    <a:pt x="289" y="54"/>
                  </a:cubicBezTo>
                  <a:cubicBezTo>
                    <a:pt x="253" y="4"/>
                    <a:pt x="200" y="0"/>
                    <a:pt x="170" y="18"/>
                  </a:cubicBezTo>
                  <a:cubicBezTo>
                    <a:pt x="169" y="18"/>
                    <a:pt x="169" y="18"/>
                    <a:pt x="168" y="19"/>
                  </a:cubicBezTo>
                  <a:cubicBezTo>
                    <a:pt x="164" y="21"/>
                    <a:pt x="160" y="24"/>
                    <a:pt x="157" y="27"/>
                  </a:cubicBezTo>
                  <a:cubicBezTo>
                    <a:pt x="90" y="110"/>
                    <a:pt x="90" y="110"/>
                    <a:pt x="90" y="110"/>
                  </a:cubicBezTo>
                  <a:cubicBezTo>
                    <a:pt x="72" y="41"/>
                    <a:pt x="72" y="41"/>
                    <a:pt x="72" y="41"/>
                  </a:cubicBezTo>
                  <a:cubicBezTo>
                    <a:pt x="45" y="38"/>
                    <a:pt x="20" y="24"/>
                    <a:pt x="4" y="3"/>
                  </a:cubicBezTo>
                  <a:cubicBezTo>
                    <a:pt x="1" y="10"/>
                    <a:pt x="0" y="17"/>
                    <a:pt x="2" y="25"/>
                  </a:cubicBezTo>
                  <a:cubicBezTo>
                    <a:pt x="2" y="25"/>
                    <a:pt x="2" y="25"/>
                    <a:pt x="2" y="25"/>
                  </a:cubicBezTo>
                  <a:cubicBezTo>
                    <a:pt x="44" y="188"/>
                    <a:pt x="44" y="188"/>
                    <a:pt x="44" y="188"/>
                  </a:cubicBezTo>
                  <a:cubicBezTo>
                    <a:pt x="46" y="192"/>
                    <a:pt x="48" y="197"/>
                    <a:pt x="51" y="201"/>
                  </a:cubicBezTo>
                  <a:cubicBezTo>
                    <a:pt x="107" y="191"/>
                    <a:pt x="107" y="191"/>
                    <a:pt x="107" y="191"/>
                  </a:cubicBezTo>
                  <a:lnTo>
                    <a:pt x="151" y="1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 name="Freeform 27"/>
            <p:cNvSpPr>
              <a:spLocks/>
            </p:cNvSpPr>
            <p:nvPr/>
          </p:nvSpPr>
          <p:spPr bwMode="auto">
            <a:xfrm>
              <a:off x="4500121" y="1147976"/>
              <a:ext cx="310334" cy="264697"/>
            </a:xfrm>
            <a:custGeom>
              <a:avLst/>
              <a:gdLst>
                <a:gd name="T0" fmla="*/ 35 w 278"/>
                <a:gd name="T1" fmla="*/ 237 h 237"/>
                <a:gd name="T2" fmla="*/ 40 w 278"/>
                <a:gd name="T3" fmla="*/ 236 h 237"/>
                <a:gd name="T4" fmla="*/ 200 w 278"/>
                <a:gd name="T5" fmla="*/ 210 h 237"/>
                <a:gd name="T6" fmla="*/ 225 w 278"/>
                <a:gd name="T7" fmla="*/ 188 h 237"/>
                <a:gd name="T8" fmla="*/ 272 w 278"/>
                <a:gd name="T9" fmla="*/ 46 h 237"/>
                <a:gd name="T10" fmla="*/ 252 w 278"/>
                <a:gd name="T11" fmla="*/ 6 h 237"/>
                <a:gd name="T12" fmla="*/ 212 w 278"/>
                <a:gd name="T13" fmla="*/ 26 h 237"/>
                <a:gd name="T14" fmla="*/ 170 w 278"/>
                <a:gd name="T15" fmla="*/ 150 h 237"/>
                <a:gd name="T16" fmla="*/ 29 w 278"/>
                <a:gd name="T17" fmla="*/ 173 h 237"/>
                <a:gd name="T18" fmla="*/ 3 w 278"/>
                <a:gd name="T19" fmla="*/ 210 h 237"/>
                <a:gd name="T20" fmla="*/ 35 w 278"/>
                <a:gd name="T21" fmla="*/ 237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8" h="237">
                  <a:moveTo>
                    <a:pt x="35" y="237"/>
                  </a:moveTo>
                  <a:cubicBezTo>
                    <a:pt x="36" y="237"/>
                    <a:pt x="38" y="237"/>
                    <a:pt x="40" y="236"/>
                  </a:cubicBezTo>
                  <a:cubicBezTo>
                    <a:pt x="200" y="210"/>
                    <a:pt x="200" y="210"/>
                    <a:pt x="200" y="210"/>
                  </a:cubicBezTo>
                  <a:cubicBezTo>
                    <a:pt x="212" y="208"/>
                    <a:pt x="221" y="200"/>
                    <a:pt x="225" y="188"/>
                  </a:cubicBezTo>
                  <a:cubicBezTo>
                    <a:pt x="272" y="46"/>
                    <a:pt x="272" y="46"/>
                    <a:pt x="272" y="46"/>
                  </a:cubicBezTo>
                  <a:cubicBezTo>
                    <a:pt x="278" y="29"/>
                    <a:pt x="269" y="11"/>
                    <a:pt x="252" y="6"/>
                  </a:cubicBezTo>
                  <a:cubicBezTo>
                    <a:pt x="235" y="0"/>
                    <a:pt x="217" y="9"/>
                    <a:pt x="212" y="26"/>
                  </a:cubicBezTo>
                  <a:cubicBezTo>
                    <a:pt x="170" y="150"/>
                    <a:pt x="170" y="150"/>
                    <a:pt x="170" y="150"/>
                  </a:cubicBezTo>
                  <a:cubicBezTo>
                    <a:pt x="29" y="173"/>
                    <a:pt x="29" y="173"/>
                    <a:pt x="29" y="173"/>
                  </a:cubicBezTo>
                  <a:cubicBezTo>
                    <a:pt x="12" y="176"/>
                    <a:pt x="0" y="193"/>
                    <a:pt x="3" y="210"/>
                  </a:cubicBezTo>
                  <a:cubicBezTo>
                    <a:pt x="6" y="226"/>
                    <a:pt x="19" y="237"/>
                    <a:pt x="35" y="2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 name="Freeform 28"/>
            <p:cNvSpPr>
              <a:spLocks/>
            </p:cNvSpPr>
            <p:nvPr/>
          </p:nvSpPr>
          <p:spPr bwMode="auto">
            <a:xfrm>
              <a:off x="4509249" y="921093"/>
              <a:ext cx="229491" cy="229491"/>
            </a:xfrm>
            <a:custGeom>
              <a:avLst/>
              <a:gdLst>
                <a:gd name="T0" fmla="*/ 147 w 206"/>
                <a:gd name="T1" fmla="*/ 181 h 206"/>
                <a:gd name="T2" fmla="*/ 181 w 206"/>
                <a:gd name="T3" fmla="*/ 59 h 206"/>
                <a:gd name="T4" fmla="*/ 59 w 206"/>
                <a:gd name="T5" fmla="*/ 25 h 206"/>
                <a:gd name="T6" fmla="*/ 25 w 206"/>
                <a:gd name="T7" fmla="*/ 147 h 206"/>
                <a:gd name="T8" fmla="*/ 147 w 206"/>
                <a:gd name="T9" fmla="*/ 181 h 206"/>
              </a:gdLst>
              <a:ahLst/>
              <a:cxnLst>
                <a:cxn ang="0">
                  <a:pos x="T0" y="T1"/>
                </a:cxn>
                <a:cxn ang="0">
                  <a:pos x="T2" y="T3"/>
                </a:cxn>
                <a:cxn ang="0">
                  <a:pos x="T4" y="T5"/>
                </a:cxn>
                <a:cxn ang="0">
                  <a:pos x="T6" y="T7"/>
                </a:cxn>
                <a:cxn ang="0">
                  <a:pos x="T8" y="T9"/>
                </a:cxn>
              </a:cxnLst>
              <a:rect l="0" t="0" r="r" b="b"/>
              <a:pathLst>
                <a:path w="206" h="206">
                  <a:moveTo>
                    <a:pt x="147" y="181"/>
                  </a:moveTo>
                  <a:cubicBezTo>
                    <a:pt x="190" y="157"/>
                    <a:pt x="206" y="102"/>
                    <a:pt x="181" y="59"/>
                  </a:cubicBezTo>
                  <a:cubicBezTo>
                    <a:pt x="157" y="15"/>
                    <a:pt x="102" y="0"/>
                    <a:pt x="59" y="25"/>
                  </a:cubicBezTo>
                  <a:cubicBezTo>
                    <a:pt x="15" y="49"/>
                    <a:pt x="0" y="104"/>
                    <a:pt x="25" y="147"/>
                  </a:cubicBezTo>
                  <a:cubicBezTo>
                    <a:pt x="49" y="191"/>
                    <a:pt x="104" y="206"/>
                    <a:pt x="147" y="1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 name="Freeform 29"/>
            <p:cNvSpPr>
              <a:spLocks noEditPoints="1"/>
            </p:cNvSpPr>
            <p:nvPr/>
          </p:nvSpPr>
          <p:spPr bwMode="auto">
            <a:xfrm>
              <a:off x="4717877" y="1513074"/>
              <a:ext cx="341628" cy="461589"/>
            </a:xfrm>
            <a:custGeom>
              <a:avLst/>
              <a:gdLst>
                <a:gd name="T0" fmla="*/ 207 w 262"/>
                <a:gd name="T1" fmla="*/ 34 h 354"/>
                <a:gd name="T2" fmla="*/ 228 w 262"/>
                <a:gd name="T3" fmla="*/ 34 h 354"/>
                <a:gd name="T4" fmla="*/ 228 w 262"/>
                <a:gd name="T5" fmla="*/ 0 h 354"/>
                <a:gd name="T6" fmla="*/ 33 w 262"/>
                <a:gd name="T7" fmla="*/ 0 h 354"/>
                <a:gd name="T8" fmla="*/ 33 w 262"/>
                <a:gd name="T9" fmla="*/ 34 h 354"/>
                <a:gd name="T10" fmla="*/ 56 w 262"/>
                <a:gd name="T11" fmla="*/ 34 h 354"/>
                <a:gd name="T12" fmla="*/ 0 w 262"/>
                <a:gd name="T13" fmla="*/ 348 h 354"/>
                <a:gd name="T14" fmla="*/ 34 w 262"/>
                <a:gd name="T15" fmla="*/ 354 h 354"/>
                <a:gd name="T16" fmla="*/ 57 w 262"/>
                <a:gd name="T17" fmla="*/ 227 h 354"/>
                <a:gd name="T18" fmla="*/ 205 w 262"/>
                <a:gd name="T19" fmla="*/ 227 h 354"/>
                <a:gd name="T20" fmla="*/ 228 w 262"/>
                <a:gd name="T21" fmla="*/ 354 h 354"/>
                <a:gd name="T22" fmla="*/ 262 w 262"/>
                <a:gd name="T23" fmla="*/ 348 h 354"/>
                <a:gd name="T24" fmla="*/ 207 w 262"/>
                <a:gd name="T25" fmla="*/ 34 h 354"/>
                <a:gd name="T26" fmla="*/ 63 w 262"/>
                <a:gd name="T27" fmla="*/ 193 h 354"/>
                <a:gd name="T28" fmla="*/ 91 w 262"/>
                <a:gd name="T29" fmla="*/ 34 h 354"/>
                <a:gd name="T30" fmla="*/ 172 w 262"/>
                <a:gd name="T31" fmla="*/ 34 h 354"/>
                <a:gd name="T32" fmla="*/ 199 w 262"/>
                <a:gd name="T33" fmla="*/ 193 h 354"/>
                <a:gd name="T34" fmla="*/ 63 w 262"/>
                <a:gd name="T35" fmla="*/ 19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2" h="354">
                  <a:moveTo>
                    <a:pt x="207" y="34"/>
                  </a:moveTo>
                  <a:lnTo>
                    <a:pt x="228" y="34"/>
                  </a:lnTo>
                  <a:lnTo>
                    <a:pt x="228" y="0"/>
                  </a:lnTo>
                  <a:lnTo>
                    <a:pt x="33" y="0"/>
                  </a:lnTo>
                  <a:lnTo>
                    <a:pt x="33" y="34"/>
                  </a:lnTo>
                  <a:lnTo>
                    <a:pt x="56" y="34"/>
                  </a:lnTo>
                  <a:lnTo>
                    <a:pt x="0" y="348"/>
                  </a:lnTo>
                  <a:lnTo>
                    <a:pt x="34" y="354"/>
                  </a:lnTo>
                  <a:lnTo>
                    <a:pt x="57" y="227"/>
                  </a:lnTo>
                  <a:lnTo>
                    <a:pt x="205" y="227"/>
                  </a:lnTo>
                  <a:lnTo>
                    <a:pt x="228" y="354"/>
                  </a:lnTo>
                  <a:lnTo>
                    <a:pt x="262" y="348"/>
                  </a:lnTo>
                  <a:lnTo>
                    <a:pt x="207" y="34"/>
                  </a:lnTo>
                  <a:close/>
                  <a:moveTo>
                    <a:pt x="63" y="193"/>
                  </a:moveTo>
                  <a:lnTo>
                    <a:pt x="91" y="34"/>
                  </a:lnTo>
                  <a:lnTo>
                    <a:pt x="172" y="34"/>
                  </a:lnTo>
                  <a:lnTo>
                    <a:pt x="199" y="193"/>
                  </a:lnTo>
                  <a:lnTo>
                    <a:pt x="63" y="19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 name="Freeform 30"/>
            <p:cNvSpPr>
              <a:spLocks/>
            </p:cNvSpPr>
            <p:nvPr/>
          </p:nvSpPr>
          <p:spPr bwMode="auto">
            <a:xfrm>
              <a:off x="4820887" y="472543"/>
              <a:ext cx="606325" cy="387266"/>
            </a:xfrm>
            <a:custGeom>
              <a:avLst/>
              <a:gdLst>
                <a:gd name="T0" fmla="*/ 113 w 544"/>
                <a:gd name="T1" fmla="*/ 259 h 347"/>
                <a:gd name="T2" fmla="*/ 124 w 544"/>
                <a:gd name="T3" fmla="*/ 258 h 347"/>
                <a:gd name="T4" fmla="*/ 123 w 544"/>
                <a:gd name="T5" fmla="*/ 268 h 347"/>
                <a:gd name="T6" fmla="*/ 227 w 544"/>
                <a:gd name="T7" fmla="*/ 347 h 347"/>
                <a:gd name="T8" fmla="*/ 313 w 544"/>
                <a:gd name="T9" fmla="*/ 312 h 347"/>
                <a:gd name="T10" fmla="*/ 341 w 544"/>
                <a:gd name="T11" fmla="*/ 317 h 347"/>
                <a:gd name="T12" fmla="*/ 400 w 544"/>
                <a:gd name="T13" fmla="*/ 285 h 347"/>
                <a:gd name="T14" fmla="*/ 401 w 544"/>
                <a:gd name="T15" fmla="*/ 285 h 347"/>
                <a:gd name="T16" fmla="*/ 544 w 544"/>
                <a:gd name="T17" fmla="*/ 180 h 347"/>
                <a:gd name="T18" fmla="*/ 449 w 544"/>
                <a:gd name="T19" fmla="*/ 81 h 347"/>
                <a:gd name="T20" fmla="*/ 368 w 544"/>
                <a:gd name="T21" fmla="*/ 27 h 347"/>
                <a:gd name="T22" fmla="*/ 341 w 544"/>
                <a:gd name="T23" fmla="*/ 31 h 347"/>
                <a:gd name="T24" fmla="*/ 248 w 544"/>
                <a:gd name="T25" fmla="*/ 0 h 347"/>
                <a:gd name="T26" fmla="*/ 118 w 544"/>
                <a:gd name="T27" fmla="*/ 83 h 347"/>
                <a:gd name="T28" fmla="*/ 113 w 544"/>
                <a:gd name="T29" fmla="*/ 82 h 347"/>
                <a:gd name="T30" fmla="*/ 0 w 544"/>
                <a:gd name="T31" fmla="*/ 171 h 347"/>
                <a:gd name="T32" fmla="*/ 113 w 544"/>
                <a:gd name="T33" fmla="*/ 259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347">
                  <a:moveTo>
                    <a:pt x="113" y="259"/>
                  </a:moveTo>
                  <a:cubicBezTo>
                    <a:pt x="116" y="259"/>
                    <a:pt x="120" y="259"/>
                    <a:pt x="124" y="258"/>
                  </a:cubicBezTo>
                  <a:cubicBezTo>
                    <a:pt x="123" y="261"/>
                    <a:pt x="123" y="264"/>
                    <a:pt x="123" y="268"/>
                  </a:cubicBezTo>
                  <a:cubicBezTo>
                    <a:pt x="123" y="311"/>
                    <a:pt x="170" y="347"/>
                    <a:pt x="227" y="347"/>
                  </a:cubicBezTo>
                  <a:cubicBezTo>
                    <a:pt x="263" y="347"/>
                    <a:pt x="295" y="333"/>
                    <a:pt x="313" y="312"/>
                  </a:cubicBezTo>
                  <a:cubicBezTo>
                    <a:pt x="322" y="316"/>
                    <a:pt x="331" y="317"/>
                    <a:pt x="341" y="317"/>
                  </a:cubicBezTo>
                  <a:cubicBezTo>
                    <a:pt x="367" y="317"/>
                    <a:pt x="390" y="304"/>
                    <a:pt x="400" y="285"/>
                  </a:cubicBezTo>
                  <a:cubicBezTo>
                    <a:pt x="400" y="285"/>
                    <a:pt x="401" y="285"/>
                    <a:pt x="401" y="285"/>
                  </a:cubicBezTo>
                  <a:cubicBezTo>
                    <a:pt x="480" y="285"/>
                    <a:pt x="544" y="238"/>
                    <a:pt x="544" y="180"/>
                  </a:cubicBezTo>
                  <a:cubicBezTo>
                    <a:pt x="544" y="134"/>
                    <a:pt x="504" y="96"/>
                    <a:pt x="449" y="81"/>
                  </a:cubicBezTo>
                  <a:cubicBezTo>
                    <a:pt x="443" y="50"/>
                    <a:pt x="409" y="27"/>
                    <a:pt x="368" y="27"/>
                  </a:cubicBezTo>
                  <a:cubicBezTo>
                    <a:pt x="359" y="27"/>
                    <a:pt x="350" y="28"/>
                    <a:pt x="341" y="31"/>
                  </a:cubicBezTo>
                  <a:cubicBezTo>
                    <a:pt x="317" y="12"/>
                    <a:pt x="284" y="0"/>
                    <a:pt x="248" y="0"/>
                  </a:cubicBezTo>
                  <a:cubicBezTo>
                    <a:pt x="185" y="0"/>
                    <a:pt x="132" y="35"/>
                    <a:pt x="118" y="83"/>
                  </a:cubicBezTo>
                  <a:cubicBezTo>
                    <a:pt x="116" y="82"/>
                    <a:pt x="114" y="82"/>
                    <a:pt x="113" y="82"/>
                  </a:cubicBezTo>
                  <a:cubicBezTo>
                    <a:pt x="50" y="82"/>
                    <a:pt x="0" y="122"/>
                    <a:pt x="0" y="171"/>
                  </a:cubicBezTo>
                  <a:cubicBezTo>
                    <a:pt x="0" y="219"/>
                    <a:pt x="50" y="259"/>
                    <a:pt x="113" y="2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 name="Oval 31"/>
            <p:cNvSpPr>
              <a:spLocks noChangeArrowheads="1"/>
            </p:cNvSpPr>
            <p:nvPr/>
          </p:nvSpPr>
          <p:spPr bwMode="auto">
            <a:xfrm>
              <a:off x="4843054" y="792005"/>
              <a:ext cx="95187" cy="66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 name="Oval 32"/>
            <p:cNvSpPr>
              <a:spLocks noChangeArrowheads="1"/>
            </p:cNvSpPr>
            <p:nvPr/>
          </p:nvSpPr>
          <p:spPr bwMode="auto">
            <a:xfrm>
              <a:off x="4794808" y="868936"/>
              <a:ext cx="56069" cy="3911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 name="Oval 33"/>
            <p:cNvSpPr>
              <a:spLocks noChangeArrowheads="1"/>
            </p:cNvSpPr>
            <p:nvPr/>
          </p:nvSpPr>
          <p:spPr bwMode="auto">
            <a:xfrm>
              <a:off x="4725700" y="893711"/>
              <a:ext cx="54765" cy="3911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70" name="组合 269"/>
          <p:cNvGrpSpPr/>
          <p:nvPr/>
        </p:nvGrpSpPr>
        <p:grpSpPr>
          <a:xfrm>
            <a:off x="8745904" y="2285729"/>
            <a:ext cx="709995" cy="1278478"/>
            <a:chOff x="2918462" y="2106360"/>
            <a:chExt cx="758884" cy="1366512"/>
          </a:xfrm>
          <a:solidFill>
            <a:schemeClr val="tx1">
              <a:lumMod val="65000"/>
              <a:lumOff val="35000"/>
            </a:schemeClr>
          </a:solidFill>
        </p:grpSpPr>
        <p:sp>
          <p:nvSpPr>
            <p:cNvPr id="271" name="Freeform 34"/>
            <p:cNvSpPr>
              <a:spLocks/>
            </p:cNvSpPr>
            <p:nvPr/>
          </p:nvSpPr>
          <p:spPr bwMode="auto">
            <a:xfrm>
              <a:off x="2918462" y="2358017"/>
              <a:ext cx="758884" cy="1114855"/>
            </a:xfrm>
            <a:custGeom>
              <a:avLst/>
              <a:gdLst>
                <a:gd name="T0" fmla="*/ 426 w 681"/>
                <a:gd name="T1" fmla="*/ 308 h 1000"/>
                <a:gd name="T2" fmla="*/ 668 w 681"/>
                <a:gd name="T3" fmla="*/ 58 h 1000"/>
                <a:gd name="T4" fmla="*/ 668 w 681"/>
                <a:gd name="T5" fmla="*/ 13 h 1000"/>
                <a:gd name="T6" fmla="*/ 622 w 681"/>
                <a:gd name="T7" fmla="*/ 13 h 1000"/>
                <a:gd name="T8" fmla="*/ 390 w 681"/>
                <a:gd name="T9" fmla="*/ 253 h 1000"/>
                <a:gd name="T10" fmla="*/ 385 w 681"/>
                <a:gd name="T11" fmla="*/ 253 h 1000"/>
                <a:gd name="T12" fmla="*/ 230 w 681"/>
                <a:gd name="T13" fmla="*/ 253 h 1000"/>
                <a:gd name="T14" fmla="*/ 217 w 681"/>
                <a:gd name="T15" fmla="*/ 256 h 1000"/>
                <a:gd name="T16" fmla="*/ 204 w 681"/>
                <a:gd name="T17" fmla="*/ 266 h 1000"/>
                <a:gd name="T18" fmla="*/ 11 w 681"/>
                <a:gd name="T19" fmla="*/ 515 h 1000"/>
                <a:gd name="T20" fmla="*/ 17 w 681"/>
                <a:gd name="T21" fmla="*/ 560 h 1000"/>
                <a:gd name="T22" fmla="*/ 36 w 681"/>
                <a:gd name="T23" fmla="*/ 566 h 1000"/>
                <a:gd name="T24" fmla="*/ 62 w 681"/>
                <a:gd name="T25" fmla="*/ 554 h 1000"/>
                <a:gd name="T26" fmla="*/ 199 w 681"/>
                <a:gd name="T27" fmla="*/ 376 h 1000"/>
                <a:gd name="T28" fmla="*/ 199 w 681"/>
                <a:gd name="T29" fmla="*/ 533 h 1000"/>
                <a:gd name="T30" fmla="*/ 164 w 681"/>
                <a:gd name="T31" fmla="*/ 944 h 1000"/>
                <a:gd name="T32" fmla="*/ 209 w 681"/>
                <a:gd name="T33" fmla="*/ 998 h 1000"/>
                <a:gd name="T34" fmla="*/ 263 w 681"/>
                <a:gd name="T35" fmla="*/ 953 h 1000"/>
                <a:gd name="T36" fmla="*/ 294 w 681"/>
                <a:gd name="T37" fmla="*/ 588 h 1000"/>
                <a:gd name="T38" fmla="*/ 321 w 681"/>
                <a:gd name="T39" fmla="*/ 588 h 1000"/>
                <a:gd name="T40" fmla="*/ 352 w 681"/>
                <a:gd name="T41" fmla="*/ 953 h 1000"/>
                <a:gd name="T42" fmla="*/ 405 w 681"/>
                <a:gd name="T43" fmla="*/ 998 h 1000"/>
                <a:gd name="T44" fmla="*/ 450 w 681"/>
                <a:gd name="T45" fmla="*/ 944 h 1000"/>
                <a:gd name="T46" fmla="*/ 416 w 681"/>
                <a:gd name="T47" fmla="*/ 533 h 1000"/>
                <a:gd name="T48" fmla="*/ 416 w 681"/>
                <a:gd name="T49" fmla="*/ 315 h 1000"/>
                <a:gd name="T50" fmla="*/ 426 w 681"/>
                <a:gd name="T51" fmla="*/ 308 h 1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1" h="1000">
                  <a:moveTo>
                    <a:pt x="426" y="308"/>
                  </a:moveTo>
                  <a:cubicBezTo>
                    <a:pt x="668" y="58"/>
                    <a:pt x="668" y="58"/>
                    <a:pt x="668" y="58"/>
                  </a:cubicBezTo>
                  <a:cubicBezTo>
                    <a:pt x="681" y="45"/>
                    <a:pt x="680" y="25"/>
                    <a:pt x="668" y="13"/>
                  </a:cubicBezTo>
                  <a:cubicBezTo>
                    <a:pt x="655" y="0"/>
                    <a:pt x="635" y="1"/>
                    <a:pt x="622" y="13"/>
                  </a:cubicBezTo>
                  <a:cubicBezTo>
                    <a:pt x="390" y="253"/>
                    <a:pt x="390" y="253"/>
                    <a:pt x="390" y="253"/>
                  </a:cubicBezTo>
                  <a:cubicBezTo>
                    <a:pt x="388" y="253"/>
                    <a:pt x="386" y="253"/>
                    <a:pt x="385" y="253"/>
                  </a:cubicBezTo>
                  <a:cubicBezTo>
                    <a:pt x="230" y="253"/>
                    <a:pt x="230" y="253"/>
                    <a:pt x="230" y="253"/>
                  </a:cubicBezTo>
                  <a:cubicBezTo>
                    <a:pt x="225" y="253"/>
                    <a:pt x="221" y="254"/>
                    <a:pt x="217" y="256"/>
                  </a:cubicBezTo>
                  <a:cubicBezTo>
                    <a:pt x="212" y="258"/>
                    <a:pt x="207" y="261"/>
                    <a:pt x="204" y="266"/>
                  </a:cubicBezTo>
                  <a:cubicBezTo>
                    <a:pt x="11" y="515"/>
                    <a:pt x="11" y="515"/>
                    <a:pt x="11" y="515"/>
                  </a:cubicBezTo>
                  <a:cubicBezTo>
                    <a:pt x="0" y="529"/>
                    <a:pt x="3" y="549"/>
                    <a:pt x="17" y="560"/>
                  </a:cubicBezTo>
                  <a:cubicBezTo>
                    <a:pt x="23" y="564"/>
                    <a:pt x="29" y="566"/>
                    <a:pt x="36" y="566"/>
                  </a:cubicBezTo>
                  <a:cubicBezTo>
                    <a:pt x="46" y="566"/>
                    <a:pt x="55" y="562"/>
                    <a:pt x="62" y="554"/>
                  </a:cubicBezTo>
                  <a:cubicBezTo>
                    <a:pt x="199" y="376"/>
                    <a:pt x="199" y="376"/>
                    <a:pt x="199" y="376"/>
                  </a:cubicBezTo>
                  <a:cubicBezTo>
                    <a:pt x="199" y="533"/>
                    <a:pt x="199" y="533"/>
                    <a:pt x="199" y="533"/>
                  </a:cubicBezTo>
                  <a:cubicBezTo>
                    <a:pt x="164" y="944"/>
                    <a:pt x="164" y="944"/>
                    <a:pt x="164" y="944"/>
                  </a:cubicBezTo>
                  <a:cubicBezTo>
                    <a:pt x="162" y="972"/>
                    <a:pt x="182" y="996"/>
                    <a:pt x="209" y="998"/>
                  </a:cubicBezTo>
                  <a:cubicBezTo>
                    <a:pt x="237" y="1000"/>
                    <a:pt x="261" y="980"/>
                    <a:pt x="263" y="953"/>
                  </a:cubicBezTo>
                  <a:cubicBezTo>
                    <a:pt x="294" y="588"/>
                    <a:pt x="294" y="588"/>
                    <a:pt x="294" y="588"/>
                  </a:cubicBezTo>
                  <a:cubicBezTo>
                    <a:pt x="321" y="588"/>
                    <a:pt x="321" y="588"/>
                    <a:pt x="321" y="588"/>
                  </a:cubicBezTo>
                  <a:cubicBezTo>
                    <a:pt x="352" y="953"/>
                    <a:pt x="352" y="953"/>
                    <a:pt x="352" y="953"/>
                  </a:cubicBezTo>
                  <a:cubicBezTo>
                    <a:pt x="354" y="980"/>
                    <a:pt x="378" y="1000"/>
                    <a:pt x="405" y="998"/>
                  </a:cubicBezTo>
                  <a:cubicBezTo>
                    <a:pt x="432" y="996"/>
                    <a:pt x="453" y="972"/>
                    <a:pt x="450" y="944"/>
                  </a:cubicBezTo>
                  <a:cubicBezTo>
                    <a:pt x="416" y="533"/>
                    <a:pt x="416" y="533"/>
                    <a:pt x="416" y="533"/>
                  </a:cubicBezTo>
                  <a:cubicBezTo>
                    <a:pt x="416" y="315"/>
                    <a:pt x="416" y="315"/>
                    <a:pt x="416" y="315"/>
                  </a:cubicBezTo>
                  <a:cubicBezTo>
                    <a:pt x="419" y="313"/>
                    <a:pt x="423" y="311"/>
                    <a:pt x="426" y="3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 name="Oval 35"/>
            <p:cNvSpPr>
              <a:spLocks noChangeArrowheads="1"/>
            </p:cNvSpPr>
            <p:nvPr/>
          </p:nvSpPr>
          <p:spPr bwMode="auto">
            <a:xfrm>
              <a:off x="3160992" y="2408870"/>
              <a:ext cx="200804" cy="20080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 name="Freeform 36"/>
            <p:cNvSpPr>
              <a:spLocks/>
            </p:cNvSpPr>
            <p:nvPr/>
          </p:nvSpPr>
          <p:spPr bwMode="auto">
            <a:xfrm>
              <a:off x="2939325" y="2106360"/>
              <a:ext cx="572423" cy="430295"/>
            </a:xfrm>
            <a:custGeom>
              <a:avLst/>
              <a:gdLst>
                <a:gd name="T0" fmla="*/ 1 w 513"/>
                <a:gd name="T1" fmla="*/ 254 h 386"/>
                <a:gd name="T2" fmla="*/ 3 w 513"/>
                <a:gd name="T3" fmla="*/ 261 h 386"/>
                <a:gd name="T4" fmla="*/ 85 w 513"/>
                <a:gd name="T5" fmla="*/ 319 h 386"/>
                <a:gd name="T6" fmla="*/ 15 w 513"/>
                <a:gd name="T7" fmla="*/ 352 h 386"/>
                <a:gd name="T8" fmla="*/ 11 w 513"/>
                <a:gd name="T9" fmla="*/ 358 h 386"/>
                <a:gd name="T10" fmla="*/ 16 w 513"/>
                <a:gd name="T11" fmla="*/ 363 h 386"/>
                <a:gd name="T12" fmla="*/ 88 w 513"/>
                <a:gd name="T13" fmla="*/ 386 h 386"/>
                <a:gd name="T14" fmla="*/ 90 w 513"/>
                <a:gd name="T15" fmla="*/ 386 h 386"/>
                <a:gd name="T16" fmla="*/ 96 w 513"/>
                <a:gd name="T17" fmla="*/ 382 h 386"/>
                <a:gd name="T18" fmla="*/ 92 w 513"/>
                <a:gd name="T19" fmla="*/ 375 h 386"/>
                <a:gd name="T20" fmla="*/ 92 w 513"/>
                <a:gd name="T21" fmla="*/ 375 h 386"/>
                <a:gd name="T22" fmla="*/ 34 w 513"/>
                <a:gd name="T23" fmla="*/ 356 h 386"/>
                <a:gd name="T24" fmla="*/ 99 w 513"/>
                <a:gd name="T25" fmla="*/ 326 h 386"/>
                <a:gd name="T26" fmla="*/ 103 w 513"/>
                <a:gd name="T27" fmla="*/ 321 h 386"/>
                <a:gd name="T28" fmla="*/ 100 w 513"/>
                <a:gd name="T29" fmla="*/ 316 h 386"/>
                <a:gd name="T30" fmla="*/ 25 w 513"/>
                <a:gd name="T31" fmla="*/ 262 h 386"/>
                <a:gd name="T32" fmla="*/ 117 w 513"/>
                <a:gd name="T33" fmla="*/ 262 h 386"/>
                <a:gd name="T34" fmla="*/ 122 w 513"/>
                <a:gd name="T35" fmla="*/ 259 h 386"/>
                <a:gd name="T36" fmla="*/ 122 w 513"/>
                <a:gd name="T37" fmla="*/ 253 h 386"/>
                <a:gd name="T38" fmla="*/ 45 w 513"/>
                <a:gd name="T39" fmla="*/ 136 h 386"/>
                <a:gd name="T40" fmla="*/ 166 w 513"/>
                <a:gd name="T41" fmla="*/ 177 h 386"/>
                <a:gd name="T42" fmla="*/ 172 w 513"/>
                <a:gd name="T43" fmla="*/ 176 h 386"/>
                <a:gd name="T44" fmla="*/ 174 w 513"/>
                <a:gd name="T45" fmla="*/ 171 h 386"/>
                <a:gd name="T46" fmla="*/ 166 w 513"/>
                <a:gd name="T47" fmla="*/ 49 h 386"/>
                <a:gd name="T48" fmla="*/ 238 w 513"/>
                <a:gd name="T49" fmla="*/ 145 h 386"/>
                <a:gd name="T50" fmla="*/ 243 w 513"/>
                <a:gd name="T51" fmla="*/ 147 h 386"/>
                <a:gd name="T52" fmla="*/ 248 w 513"/>
                <a:gd name="T53" fmla="*/ 144 h 386"/>
                <a:gd name="T54" fmla="*/ 320 w 513"/>
                <a:gd name="T55" fmla="*/ 26 h 386"/>
                <a:gd name="T56" fmla="*/ 329 w 513"/>
                <a:gd name="T57" fmla="*/ 167 h 386"/>
                <a:gd name="T58" fmla="*/ 333 w 513"/>
                <a:gd name="T59" fmla="*/ 172 h 386"/>
                <a:gd name="T60" fmla="*/ 339 w 513"/>
                <a:gd name="T61" fmla="*/ 171 h 386"/>
                <a:gd name="T62" fmla="*/ 414 w 513"/>
                <a:gd name="T63" fmla="*/ 87 h 386"/>
                <a:gd name="T64" fmla="*/ 398 w 513"/>
                <a:gd name="T65" fmla="*/ 210 h 386"/>
                <a:gd name="T66" fmla="*/ 400 w 513"/>
                <a:gd name="T67" fmla="*/ 215 h 386"/>
                <a:gd name="T68" fmla="*/ 406 w 513"/>
                <a:gd name="T69" fmla="*/ 216 h 386"/>
                <a:gd name="T70" fmla="*/ 493 w 513"/>
                <a:gd name="T71" fmla="*/ 196 h 386"/>
                <a:gd name="T72" fmla="*/ 443 w 513"/>
                <a:gd name="T73" fmla="*/ 272 h 386"/>
                <a:gd name="T74" fmla="*/ 445 w 513"/>
                <a:gd name="T75" fmla="*/ 280 h 386"/>
                <a:gd name="T76" fmla="*/ 453 w 513"/>
                <a:gd name="T77" fmla="*/ 278 h 386"/>
                <a:gd name="T78" fmla="*/ 512 w 513"/>
                <a:gd name="T79" fmla="*/ 190 h 386"/>
                <a:gd name="T80" fmla="*/ 512 w 513"/>
                <a:gd name="T81" fmla="*/ 183 h 386"/>
                <a:gd name="T82" fmla="*/ 505 w 513"/>
                <a:gd name="T83" fmla="*/ 181 h 386"/>
                <a:gd name="T84" fmla="*/ 411 w 513"/>
                <a:gd name="T85" fmla="*/ 203 h 386"/>
                <a:gd name="T86" fmla="*/ 429 w 513"/>
                <a:gd name="T87" fmla="*/ 69 h 386"/>
                <a:gd name="T88" fmla="*/ 425 w 513"/>
                <a:gd name="T89" fmla="*/ 63 h 386"/>
                <a:gd name="T90" fmla="*/ 418 w 513"/>
                <a:gd name="T91" fmla="*/ 64 h 386"/>
                <a:gd name="T92" fmla="*/ 340 w 513"/>
                <a:gd name="T93" fmla="*/ 152 h 386"/>
                <a:gd name="T94" fmla="*/ 331 w 513"/>
                <a:gd name="T95" fmla="*/ 6 h 386"/>
                <a:gd name="T96" fmla="*/ 326 w 513"/>
                <a:gd name="T97" fmla="*/ 1 h 386"/>
                <a:gd name="T98" fmla="*/ 320 w 513"/>
                <a:gd name="T99" fmla="*/ 3 h 386"/>
                <a:gd name="T100" fmla="*/ 242 w 513"/>
                <a:gd name="T101" fmla="*/ 130 h 386"/>
                <a:gd name="T102" fmla="*/ 163 w 513"/>
                <a:gd name="T103" fmla="*/ 26 h 386"/>
                <a:gd name="T104" fmla="*/ 157 w 513"/>
                <a:gd name="T105" fmla="*/ 24 h 386"/>
                <a:gd name="T106" fmla="*/ 153 w 513"/>
                <a:gd name="T107" fmla="*/ 30 h 386"/>
                <a:gd name="T108" fmla="*/ 162 w 513"/>
                <a:gd name="T109" fmla="*/ 163 h 386"/>
                <a:gd name="T110" fmla="*/ 33 w 513"/>
                <a:gd name="T111" fmla="*/ 119 h 386"/>
                <a:gd name="T112" fmla="*/ 26 w 513"/>
                <a:gd name="T113" fmla="*/ 121 h 386"/>
                <a:gd name="T114" fmla="*/ 26 w 513"/>
                <a:gd name="T115" fmla="*/ 128 h 386"/>
                <a:gd name="T116" fmla="*/ 106 w 513"/>
                <a:gd name="T117" fmla="*/ 250 h 386"/>
                <a:gd name="T118" fmla="*/ 7 w 513"/>
                <a:gd name="T119" fmla="*/ 250 h 386"/>
                <a:gd name="T120" fmla="*/ 1 w 513"/>
                <a:gd name="T121" fmla="*/ 254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13" h="386">
                  <a:moveTo>
                    <a:pt x="1" y="254"/>
                  </a:moveTo>
                  <a:cubicBezTo>
                    <a:pt x="0" y="257"/>
                    <a:pt x="1" y="260"/>
                    <a:pt x="3" y="261"/>
                  </a:cubicBezTo>
                  <a:cubicBezTo>
                    <a:pt x="85" y="319"/>
                    <a:pt x="85" y="319"/>
                    <a:pt x="85" y="319"/>
                  </a:cubicBezTo>
                  <a:cubicBezTo>
                    <a:pt x="15" y="352"/>
                    <a:pt x="15" y="352"/>
                    <a:pt x="15" y="352"/>
                  </a:cubicBezTo>
                  <a:cubicBezTo>
                    <a:pt x="13" y="353"/>
                    <a:pt x="11" y="356"/>
                    <a:pt x="11" y="358"/>
                  </a:cubicBezTo>
                  <a:cubicBezTo>
                    <a:pt x="12" y="360"/>
                    <a:pt x="13" y="363"/>
                    <a:pt x="16" y="363"/>
                  </a:cubicBezTo>
                  <a:cubicBezTo>
                    <a:pt x="88" y="386"/>
                    <a:pt x="88" y="386"/>
                    <a:pt x="88" y="386"/>
                  </a:cubicBezTo>
                  <a:cubicBezTo>
                    <a:pt x="89" y="386"/>
                    <a:pt x="89" y="386"/>
                    <a:pt x="90" y="386"/>
                  </a:cubicBezTo>
                  <a:cubicBezTo>
                    <a:pt x="92" y="386"/>
                    <a:pt x="95" y="385"/>
                    <a:pt x="96" y="382"/>
                  </a:cubicBezTo>
                  <a:cubicBezTo>
                    <a:pt x="97" y="379"/>
                    <a:pt x="95" y="376"/>
                    <a:pt x="92" y="375"/>
                  </a:cubicBezTo>
                  <a:cubicBezTo>
                    <a:pt x="92" y="375"/>
                    <a:pt x="92" y="375"/>
                    <a:pt x="92" y="375"/>
                  </a:cubicBezTo>
                  <a:cubicBezTo>
                    <a:pt x="34" y="356"/>
                    <a:pt x="34" y="356"/>
                    <a:pt x="34" y="356"/>
                  </a:cubicBezTo>
                  <a:cubicBezTo>
                    <a:pt x="99" y="326"/>
                    <a:pt x="99" y="326"/>
                    <a:pt x="99" y="326"/>
                  </a:cubicBezTo>
                  <a:cubicBezTo>
                    <a:pt x="101" y="325"/>
                    <a:pt x="102" y="323"/>
                    <a:pt x="103" y="321"/>
                  </a:cubicBezTo>
                  <a:cubicBezTo>
                    <a:pt x="103" y="319"/>
                    <a:pt x="102" y="317"/>
                    <a:pt x="100" y="316"/>
                  </a:cubicBezTo>
                  <a:cubicBezTo>
                    <a:pt x="25" y="262"/>
                    <a:pt x="25" y="262"/>
                    <a:pt x="25" y="262"/>
                  </a:cubicBezTo>
                  <a:cubicBezTo>
                    <a:pt x="117" y="262"/>
                    <a:pt x="117" y="262"/>
                    <a:pt x="117" y="262"/>
                  </a:cubicBezTo>
                  <a:cubicBezTo>
                    <a:pt x="119" y="262"/>
                    <a:pt x="121" y="261"/>
                    <a:pt x="122" y="259"/>
                  </a:cubicBezTo>
                  <a:cubicBezTo>
                    <a:pt x="123" y="257"/>
                    <a:pt x="123" y="255"/>
                    <a:pt x="122" y="253"/>
                  </a:cubicBezTo>
                  <a:cubicBezTo>
                    <a:pt x="45" y="136"/>
                    <a:pt x="45" y="136"/>
                    <a:pt x="45" y="136"/>
                  </a:cubicBezTo>
                  <a:cubicBezTo>
                    <a:pt x="166" y="177"/>
                    <a:pt x="166" y="177"/>
                    <a:pt x="166" y="177"/>
                  </a:cubicBezTo>
                  <a:cubicBezTo>
                    <a:pt x="168" y="178"/>
                    <a:pt x="170" y="177"/>
                    <a:pt x="172" y="176"/>
                  </a:cubicBezTo>
                  <a:cubicBezTo>
                    <a:pt x="174" y="175"/>
                    <a:pt x="174" y="173"/>
                    <a:pt x="174" y="171"/>
                  </a:cubicBezTo>
                  <a:cubicBezTo>
                    <a:pt x="166" y="49"/>
                    <a:pt x="166" y="49"/>
                    <a:pt x="166" y="49"/>
                  </a:cubicBezTo>
                  <a:cubicBezTo>
                    <a:pt x="238" y="145"/>
                    <a:pt x="238" y="145"/>
                    <a:pt x="238" y="145"/>
                  </a:cubicBezTo>
                  <a:cubicBezTo>
                    <a:pt x="239" y="146"/>
                    <a:pt x="241" y="147"/>
                    <a:pt x="243" y="147"/>
                  </a:cubicBezTo>
                  <a:cubicBezTo>
                    <a:pt x="245" y="147"/>
                    <a:pt x="247" y="146"/>
                    <a:pt x="248" y="144"/>
                  </a:cubicBezTo>
                  <a:cubicBezTo>
                    <a:pt x="320" y="26"/>
                    <a:pt x="320" y="26"/>
                    <a:pt x="320" y="26"/>
                  </a:cubicBezTo>
                  <a:cubicBezTo>
                    <a:pt x="329" y="167"/>
                    <a:pt x="329" y="167"/>
                    <a:pt x="329" y="167"/>
                  </a:cubicBezTo>
                  <a:cubicBezTo>
                    <a:pt x="329" y="169"/>
                    <a:pt x="331" y="171"/>
                    <a:pt x="333" y="172"/>
                  </a:cubicBezTo>
                  <a:cubicBezTo>
                    <a:pt x="335" y="173"/>
                    <a:pt x="338" y="172"/>
                    <a:pt x="339" y="171"/>
                  </a:cubicBezTo>
                  <a:cubicBezTo>
                    <a:pt x="414" y="87"/>
                    <a:pt x="414" y="87"/>
                    <a:pt x="414" y="87"/>
                  </a:cubicBezTo>
                  <a:cubicBezTo>
                    <a:pt x="398" y="210"/>
                    <a:pt x="398" y="210"/>
                    <a:pt x="398" y="210"/>
                  </a:cubicBezTo>
                  <a:cubicBezTo>
                    <a:pt x="398" y="212"/>
                    <a:pt x="399" y="213"/>
                    <a:pt x="400" y="215"/>
                  </a:cubicBezTo>
                  <a:cubicBezTo>
                    <a:pt x="402" y="216"/>
                    <a:pt x="404" y="217"/>
                    <a:pt x="406" y="216"/>
                  </a:cubicBezTo>
                  <a:cubicBezTo>
                    <a:pt x="493" y="196"/>
                    <a:pt x="493" y="196"/>
                    <a:pt x="493" y="196"/>
                  </a:cubicBezTo>
                  <a:cubicBezTo>
                    <a:pt x="443" y="272"/>
                    <a:pt x="443" y="272"/>
                    <a:pt x="443" y="272"/>
                  </a:cubicBezTo>
                  <a:cubicBezTo>
                    <a:pt x="441" y="274"/>
                    <a:pt x="442" y="278"/>
                    <a:pt x="445" y="280"/>
                  </a:cubicBezTo>
                  <a:cubicBezTo>
                    <a:pt x="447" y="282"/>
                    <a:pt x="451" y="281"/>
                    <a:pt x="453" y="278"/>
                  </a:cubicBezTo>
                  <a:cubicBezTo>
                    <a:pt x="512" y="190"/>
                    <a:pt x="512" y="190"/>
                    <a:pt x="512" y="190"/>
                  </a:cubicBezTo>
                  <a:cubicBezTo>
                    <a:pt x="513" y="188"/>
                    <a:pt x="513" y="186"/>
                    <a:pt x="512" y="183"/>
                  </a:cubicBezTo>
                  <a:cubicBezTo>
                    <a:pt x="510" y="181"/>
                    <a:pt x="508" y="181"/>
                    <a:pt x="505" y="181"/>
                  </a:cubicBezTo>
                  <a:cubicBezTo>
                    <a:pt x="411" y="203"/>
                    <a:pt x="411" y="203"/>
                    <a:pt x="411" y="203"/>
                  </a:cubicBezTo>
                  <a:cubicBezTo>
                    <a:pt x="429" y="69"/>
                    <a:pt x="429" y="69"/>
                    <a:pt x="429" y="69"/>
                  </a:cubicBezTo>
                  <a:cubicBezTo>
                    <a:pt x="429" y="66"/>
                    <a:pt x="428" y="64"/>
                    <a:pt x="425" y="63"/>
                  </a:cubicBezTo>
                  <a:cubicBezTo>
                    <a:pt x="423" y="62"/>
                    <a:pt x="420" y="62"/>
                    <a:pt x="418" y="64"/>
                  </a:cubicBezTo>
                  <a:cubicBezTo>
                    <a:pt x="340" y="152"/>
                    <a:pt x="340" y="152"/>
                    <a:pt x="340" y="152"/>
                  </a:cubicBezTo>
                  <a:cubicBezTo>
                    <a:pt x="331" y="6"/>
                    <a:pt x="331" y="6"/>
                    <a:pt x="331" y="6"/>
                  </a:cubicBezTo>
                  <a:cubicBezTo>
                    <a:pt x="330" y="3"/>
                    <a:pt x="329" y="1"/>
                    <a:pt x="326" y="1"/>
                  </a:cubicBezTo>
                  <a:cubicBezTo>
                    <a:pt x="324" y="0"/>
                    <a:pt x="321" y="1"/>
                    <a:pt x="320" y="3"/>
                  </a:cubicBezTo>
                  <a:cubicBezTo>
                    <a:pt x="242" y="130"/>
                    <a:pt x="242" y="130"/>
                    <a:pt x="242" y="130"/>
                  </a:cubicBezTo>
                  <a:cubicBezTo>
                    <a:pt x="163" y="26"/>
                    <a:pt x="163" y="26"/>
                    <a:pt x="163" y="26"/>
                  </a:cubicBezTo>
                  <a:cubicBezTo>
                    <a:pt x="162" y="24"/>
                    <a:pt x="159" y="23"/>
                    <a:pt x="157" y="24"/>
                  </a:cubicBezTo>
                  <a:cubicBezTo>
                    <a:pt x="154" y="25"/>
                    <a:pt x="152" y="28"/>
                    <a:pt x="153" y="30"/>
                  </a:cubicBezTo>
                  <a:cubicBezTo>
                    <a:pt x="162" y="163"/>
                    <a:pt x="162" y="163"/>
                    <a:pt x="162" y="163"/>
                  </a:cubicBezTo>
                  <a:cubicBezTo>
                    <a:pt x="33" y="119"/>
                    <a:pt x="33" y="119"/>
                    <a:pt x="33" y="119"/>
                  </a:cubicBezTo>
                  <a:cubicBezTo>
                    <a:pt x="30" y="118"/>
                    <a:pt x="27" y="119"/>
                    <a:pt x="26" y="121"/>
                  </a:cubicBezTo>
                  <a:cubicBezTo>
                    <a:pt x="24" y="123"/>
                    <a:pt x="24" y="125"/>
                    <a:pt x="26" y="128"/>
                  </a:cubicBezTo>
                  <a:cubicBezTo>
                    <a:pt x="106" y="250"/>
                    <a:pt x="106" y="250"/>
                    <a:pt x="106" y="250"/>
                  </a:cubicBezTo>
                  <a:cubicBezTo>
                    <a:pt x="7" y="250"/>
                    <a:pt x="7" y="250"/>
                    <a:pt x="7" y="250"/>
                  </a:cubicBezTo>
                  <a:cubicBezTo>
                    <a:pt x="4" y="250"/>
                    <a:pt x="2" y="252"/>
                    <a:pt x="1"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74" name="组合 273"/>
          <p:cNvGrpSpPr/>
          <p:nvPr/>
        </p:nvGrpSpPr>
        <p:grpSpPr>
          <a:xfrm>
            <a:off x="9660845" y="2349165"/>
            <a:ext cx="1096710" cy="1212602"/>
            <a:chOff x="3896405" y="2174164"/>
            <a:chExt cx="1172228" cy="1296100"/>
          </a:xfrm>
          <a:solidFill>
            <a:schemeClr val="tx1">
              <a:lumMod val="65000"/>
              <a:lumOff val="35000"/>
            </a:schemeClr>
          </a:solidFill>
        </p:grpSpPr>
        <p:sp>
          <p:nvSpPr>
            <p:cNvPr id="275" name="Freeform 37"/>
            <p:cNvSpPr>
              <a:spLocks/>
            </p:cNvSpPr>
            <p:nvPr/>
          </p:nvSpPr>
          <p:spPr bwMode="auto">
            <a:xfrm>
              <a:off x="4600524" y="2728331"/>
              <a:ext cx="406824" cy="739325"/>
            </a:xfrm>
            <a:custGeom>
              <a:avLst/>
              <a:gdLst>
                <a:gd name="T0" fmla="*/ 32 w 364"/>
                <a:gd name="T1" fmla="*/ 270 h 663"/>
                <a:gd name="T2" fmla="*/ 39 w 364"/>
                <a:gd name="T3" fmla="*/ 270 h 663"/>
                <a:gd name="T4" fmla="*/ 117 w 364"/>
                <a:gd name="T5" fmla="*/ 254 h 663"/>
                <a:gd name="T6" fmla="*/ 114 w 364"/>
                <a:gd name="T7" fmla="*/ 245 h 663"/>
                <a:gd name="T8" fmla="*/ 119 w 364"/>
                <a:gd name="T9" fmla="*/ 215 h 663"/>
                <a:gd name="T10" fmla="*/ 143 w 364"/>
                <a:gd name="T11" fmla="*/ 197 h 663"/>
                <a:gd name="T12" fmla="*/ 181 w 364"/>
                <a:gd name="T13" fmla="*/ 184 h 663"/>
                <a:gd name="T14" fmla="*/ 187 w 364"/>
                <a:gd name="T15" fmla="*/ 180 h 663"/>
                <a:gd name="T16" fmla="*/ 182 w 364"/>
                <a:gd name="T17" fmla="*/ 171 h 663"/>
                <a:gd name="T18" fmla="*/ 158 w 364"/>
                <a:gd name="T19" fmla="*/ 147 h 663"/>
                <a:gd name="T20" fmla="*/ 111 w 364"/>
                <a:gd name="T21" fmla="*/ 115 h 663"/>
                <a:gd name="T22" fmla="*/ 110 w 364"/>
                <a:gd name="T23" fmla="*/ 114 h 663"/>
                <a:gd name="T24" fmla="*/ 91 w 364"/>
                <a:gd name="T25" fmla="*/ 91 h 663"/>
                <a:gd name="T26" fmla="*/ 95 w 364"/>
                <a:gd name="T27" fmla="*/ 60 h 663"/>
                <a:gd name="T28" fmla="*/ 130 w 364"/>
                <a:gd name="T29" fmla="*/ 39 h 663"/>
                <a:gd name="T30" fmla="*/ 149 w 364"/>
                <a:gd name="T31" fmla="*/ 44 h 663"/>
                <a:gd name="T32" fmla="*/ 184 w 364"/>
                <a:gd name="T33" fmla="*/ 66 h 663"/>
                <a:gd name="T34" fmla="*/ 244 w 364"/>
                <a:gd name="T35" fmla="*/ 120 h 663"/>
                <a:gd name="T36" fmla="*/ 268 w 364"/>
                <a:gd name="T37" fmla="*/ 181 h 663"/>
                <a:gd name="T38" fmla="*/ 260 w 364"/>
                <a:gd name="T39" fmla="*/ 216 h 663"/>
                <a:gd name="T40" fmla="*/ 236 w 364"/>
                <a:gd name="T41" fmla="*/ 243 h 663"/>
                <a:gd name="T42" fmla="*/ 210 w 364"/>
                <a:gd name="T43" fmla="*/ 259 h 663"/>
                <a:gd name="T44" fmla="*/ 223 w 364"/>
                <a:gd name="T45" fmla="*/ 278 h 663"/>
                <a:gd name="T46" fmla="*/ 221 w 364"/>
                <a:gd name="T47" fmla="*/ 282 h 663"/>
                <a:gd name="T48" fmla="*/ 185 w 364"/>
                <a:gd name="T49" fmla="*/ 436 h 663"/>
                <a:gd name="T50" fmla="*/ 239 w 364"/>
                <a:gd name="T51" fmla="*/ 636 h 663"/>
                <a:gd name="T52" fmla="*/ 283 w 364"/>
                <a:gd name="T53" fmla="*/ 663 h 663"/>
                <a:gd name="T54" fmla="*/ 307 w 364"/>
                <a:gd name="T55" fmla="*/ 657 h 663"/>
                <a:gd name="T56" fmla="*/ 327 w 364"/>
                <a:gd name="T57" fmla="*/ 589 h 663"/>
                <a:gd name="T58" fmla="*/ 285 w 364"/>
                <a:gd name="T59" fmla="*/ 436 h 663"/>
                <a:gd name="T60" fmla="*/ 310 w 364"/>
                <a:gd name="T61" fmla="*/ 327 h 663"/>
                <a:gd name="T62" fmla="*/ 327 w 364"/>
                <a:gd name="T63" fmla="*/ 299 h 663"/>
                <a:gd name="T64" fmla="*/ 329 w 364"/>
                <a:gd name="T65" fmla="*/ 297 h 663"/>
                <a:gd name="T66" fmla="*/ 342 w 364"/>
                <a:gd name="T67" fmla="*/ 202 h 663"/>
                <a:gd name="T68" fmla="*/ 194 w 364"/>
                <a:gd name="T69" fmla="*/ 35 h 663"/>
                <a:gd name="T70" fmla="*/ 70 w 364"/>
                <a:gd name="T71" fmla="*/ 41 h 663"/>
                <a:gd name="T72" fmla="*/ 63 w 364"/>
                <a:gd name="T73" fmla="*/ 96 h 663"/>
                <a:gd name="T74" fmla="*/ 69 w 364"/>
                <a:gd name="T75" fmla="*/ 109 h 663"/>
                <a:gd name="T76" fmla="*/ 69 w 364"/>
                <a:gd name="T77" fmla="*/ 109 h 663"/>
                <a:gd name="T78" fmla="*/ 83 w 364"/>
                <a:gd name="T79" fmla="*/ 135 h 663"/>
                <a:gd name="T80" fmla="*/ 96 w 364"/>
                <a:gd name="T81" fmla="*/ 179 h 663"/>
                <a:gd name="T82" fmla="*/ 94 w 364"/>
                <a:gd name="T83" fmla="*/ 189 h 663"/>
                <a:gd name="T84" fmla="*/ 84 w 364"/>
                <a:gd name="T85" fmla="*/ 199 h 663"/>
                <a:gd name="T86" fmla="*/ 39 w 364"/>
                <a:gd name="T87" fmla="*/ 206 h 663"/>
                <a:gd name="T88" fmla="*/ 34 w 364"/>
                <a:gd name="T89" fmla="*/ 206 h 663"/>
                <a:gd name="T90" fmla="*/ 1 w 364"/>
                <a:gd name="T91" fmla="*/ 237 h 663"/>
                <a:gd name="T92" fmla="*/ 32 w 364"/>
                <a:gd name="T93" fmla="*/ 270 h 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64" h="663">
                  <a:moveTo>
                    <a:pt x="32" y="270"/>
                  </a:moveTo>
                  <a:cubicBezTo>
                    <a:pt x="35" y="270"/>
                    <a:pt x="37" y="270"/>
                    <a:pt x="39" y="270"/>
                  </a:cubicBezTo>
                  <a:cubicBezTo>
                    <a:pt x="71" y="270"/>
                    <a:pt x="97" y="265"/>
                    <a:pt x="117" y="254"/>
                  </a:cubicBezTo>
                  <a:cubicBezTo>
                    <a:pt x="116" y="251"/>
                    <a:pt x="115" y="248"/>
                    <a:pt x="114" y="245"/>
                  </a:cubicBezTo>
                  <a:cubicBezTo>
                    <a:pt x="111" y="235"/>
                    <a:pt x="113" y="224"/>
                    <a:pt x="119" y="215"/>
                  </a:cubicBezTo>
                  <a:cubicBezTo>
                    <a:pt x="124" y="206"/>
                    <a:pt x="133" y="200"/>
                    <a:pt x="143" y="197"/>
                  </a:cubicBezTo>
                  <a:cubicBezTo>
                    <a:pt x="165" y="192"/>
                    <a:pt x="176" y="186"/>
                    <a:pt x="181" y="184"/>
                  </a:cubicBezTo>
                  <a:cubicBezTo>
                    <a:pt x="184" y="182"/>
                    <a:pt x="186" y="181"/>
                    <a:pt x="187" y="180"/>
                  </a:cubicBezTo>
                  <a:cubicBezTo>
                    <a:pt x="187" y="178"/>
                    <a:pt x="185" y="175"/>
                    <a:pt x="182" y="171"/>
                  </a:cubicBezTo>
                  <a:cubicBezTo>
                    <a:pt x="177" y="164"/>
                    <a:pt x="168" y="155"/>
                    <a:pt x="158" y="147"/>
                  </a:cubicBezTo>
                  <a:cubicBezTo>
                    <a:pt x="136" y="129"/>
                    <a:pt x="111" y="115"/>
                    <a:pt x="111" y="115"/>
                  </a:cubicBezTo>
                  <a:cubicBezTo>
                    <a:pt x="110" y="114"/>
                    <a:pt x="110" y="114"/>
                    <a:pt x="110" y="114"/>
                  </a:cubicBezTo>
                  <a:cubicBezTo>
                    <a:pt x="101" y="109"/>
                    <a:pt x="94" y="101"/>
                    <a:pt x="91" y="91"/>
                  </a:cubicBezTo>
                  <a:cubicBezTo>
                    <a:pt x="88" y="80"/>
                    <a:pt x="89" y="70"/>
                    <a:pt x="95" y="60"/>
                  </a:cubicBezTo>
                  <a:cubicBezTo>
                    <a:pt x="102" y="47"/>
                    <a:pt x="115" y="39"/>
                    <a:pt x="130" y="39"/>
                  </a:cubicBezTo>
                  <a:cubicBezTo>
                    <a:pt x="136" y="39"/>
                    <a:pt x="143" y="41"/>
                    <a:pt x="149" y="44"/>
                  </a:cubicBezTo>
                  <a:cubicBezTo>
                    <a:pt x="153" y="47"/>
                    <a:pt x="167" y="54"/>
                    <a:pt x="184" y="66"/>
                  </a:cubicBezTo>
                  <a:cubicBezTo>
                    <a:pt x="201" y="78"/>
                    <a:pt x="225" y="97"/>
                    <a:pt x="244" y="120"/>
                  </a:cubicBezTo>
                  <a:cubicBezTo>
                    <a:pt x="255" y="135"/>
                    <a:pt x="268" y="154"/>
                    <a:pt x="268" y="181"/>
                  </a:cubicBezTo>
                  <a:cubicBezTo>
                    <a:pt x="268" y="193"/>
                    <a:pt x="265" y="205"/>
                    <a:pt x="260" y="216"/>
                  </a:cubicBezTo>
                  <a:cubicBezTo>
                    <a:pt x="254" y="226"/>
                    <a:pt x="246" y="235"/>
                    <a:pt x="236" y="243"/>
                  </a:cubicBezTo>
                  <a:cubicBezTo>
                    <a:pt x="229" y="249"/>
                    <a:pt x="220" y="254"/>
                    <a:pt x="210" y="259"/>
                  </a:cubicBezTo>
                  <a:cubicBezTo>
                    <a:pt x="215" y="265"/>
                    <a:pt x="219" y="272"/>
                    <a:pt x="223" y="278"/>
                  </a:cubicBezTo>
                  <a:cubicBezTo>
                    <a:pt x="223" y="279"/>
                    <a:pt x="222" y="281"/>
                    <a:pt x="221" y="282"/>
                  </a:cubicBezTo>
                  <a:cubicBezTo>
                    <a:pt x="203" y="318"/>
                    <a:pt x="185" y="370"/>
                    <a:pt x="185" y="436"/>
                  </a:cubicBezTo>
                  <a:cubicBezTo>
                    <a:pt x="185" y="494"/>
                    <a:pt x="200" y="563"/>
                    <a:pt x="239" y="636"/>
                  </a:cubicBezTo>
                  <a:cubicBezTo>
                    <a:pt x="248" y="653"/>
                    <a:pt x="266" y="663"/>
                    <a:pt x="283" y="663"/>
                  </a:cubicBezTo>
                  <a:cubicBezTo>
                    <a:pt x="291" y="663"/>
                    <a:pt x="299" y="661"/>
                    <a:pt x="307" y="657"/>
                  </a:cubicBezTo>
                  <a:cubicBezTo>
                    <a:pt x="331" y="644"/>
                    <a:pt x="340" y="613"/>
                    <a:pt x="327" y="589"/>
                  </a:cubicBezTo>
                  <a:cubicBezTo>
                    <a:pt x="295" y="529"/>
                    <a:pt x="285" y="478"/>
                    <a:pt x="285" y="436"/>
                  </a:cubicBezTo>
                  <a:cubicBezTo>
                    <a:pt x="285" y="389"/>
                    <a:pt x="298" y="352"/>
                    <a:pt x="310" y="327"/>
                  </a:cubicBezTo>
                  <a:cubicBezTo>
                    <a:pt x="317" y="314"/>
                    <a:pt x="323" y="305"/>
                    <a:pt x="327" y="299"/>
                  </a:cubicBezTo>
                  <a:cubicBezTo>
                    <a:pt x="328" y="298"/>
                    <a:pt x="328" y="298"/>
                    <a:pt x="329" y="297"/>
                  </a:cubicBezTo>
                  <a:cubicBezTo>
                    <a:pt x="350" y="277"/>
                    <a:pt x="364" y="248"/>
                    <a:pt x="342" y="202"/>
                  </a:cubicBezTo>
                  <a:cubicBezTo>
                    <a:pt x="299" y="124"/>
                    <a:pt x="263" y="85"/>
                    <a:pt x="194" y="35"/>
                  </a:cubicBezTo>
                  <a:cubicBezTo>
                    <a:pt x="143" y="0"/>
                    <a:pt x="92" y="14"/>
                    <a:pt x="70" y="41"/>
                  </a:cubicBezTo>
                  <a:cubicBezTo>
                    <a:pt x="57" y="55"/>
                    <a:pt x="56" y="76"/>
                    <a:pt x="63" y="96"/>
                  </a:cubicBezTo>
                  <a:cubicBezTo>
                    <a:pt x="64" y="101"/>
                    <a:pt x="66" y="105"/>
                    <a:pt x="69" y="109"/>
                  </a:cubicBezTo>
                  <a:cubicBezTo>
                    <a:pt x="69" y="109"/>
                    <a:pt x="69" y="109"/>
                    <a:pt x="69" y="109"/>
                  </a:cubicBezTo>
                  <a:cubicBezTo>
                    <a:pt x="69" y="110"/>
                    <a:pt x="76" y="121"/>
                    <a:pt x="83" y="135"/>
                  </a:cubicBezTo>
                  <a:cubicBezTo>
                    <a:pt x="90" y="149"/>
                    <a:pt x="96" y="167"/>
                    <a:pt x="96" y="179"/>
                  </a:cubicBezTo>
                  <a:cubicBezTo>
                    <a:pt x="96" y="183"/>
                    <a:pt x="95" y="187"/>
                    <a:pt x="94" y="189"/>
                  </a:cubicBezTo>
                  <a:cubicBezTo>
                    <a:pt x="92" y="193"/>
                    <a:pt x="91" y="195"/>
                    <a:pt x="84" y="199"/>
                  </a:cubicBezTo>
                  <a:cubicBezTo>
                    <a:pt x="76" y="202"/>
                    <a:pt x="62" y="206"/>
                    <a:pt x="39" y="206"/>
                  </a:cubicBezTo>
                  <a:cubicBezTo>
                    <a:pt x="37" y="206"/>
                    <a:pt x="36" y="206"/>
                    <a:pt x="34" y="206"/>
                  </a:cubicBezTo>
                  <a:cubicBezTo>
                    <a:pt x="16" y="206"/>
                    <a:pt x="1" y="220"/>
                    <a:pt x="1" y="237"/>
                  </a:cubicBezTo>
                  <a:cubicBezTo>
                    <a:pt x="0" y="255"/>
                    <a:pt x="14" y="270"/>
                    <a:pt x="32" y="2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 name="Freeform 38"/>
            <p:cNvSpPr>
              <a:spLocks noEditPoints="1"/>
            </p:cNvSpPr>
            <p:nvPr/>
          </p:nvSpPr>
          <p:spPr bwMode="auto">
            <a:xfrm>
              <a:off x="3896405" y="2608370"/>
              <a:ext cx="457678" cy="861894"/>
            </a:xfrm>
            <a:custGeom>
              <a:avLst/>
              <a:gdLst>
                <a:gd name="T0" fmla="*/ 282 w 411"/>
                <a:gd name="T1" fmla="*/ 0 h 774"/>
                <a:gd name="T2" fmla="*/ 270 w 411"/>
                <a:gd name="T3" fmla="*/ 2 h 774"/>
                <a:gd name="T4" fmla="*/ 265 w 411"/>
                <a:gd name="T5" fmla="*/ 2 h 774"/>
                <a:gd name="T6" fmla="*/ 120 w 411"/>
                <a:gd name="T7" fmla="*/ 31 h 774"/>
                <a:gd name="T8" fmla="*/ 114 w 411"/>
                <a:gd name="T9" fmla="*/ 31 h 774"/>
                <a:gd name="T10" fmla="*/ 114 w 411"/>
                <a:gd name="T11" fmla="*/ 31 h 774"/>
                <a:gd name="T12" fmla="*/ 62 w 411"/>
                <a:gd name="T13" fmla="*/ 52 h 774"/>
                <a:gd name="T14" fmla="*/ 23 w 411"/>
                <a:gd name="T15" fmla="*/ 84 h 774"/>
                <a:gd name="T16" fmla="*/ 1 w 411"/>
                <a:gd name="T17" fmla="*/ 142 h 774"/>
                <a:gd name="T18" fmla="*/ 0 w 411"/>
                <a:gd name="T19" fmla="*/ 150 h 774"/>
                <a:gd name="T20" fmla="*/ 13 w 411"/>
                <a:gd name="T21" fmla="*/ 215 h 774"/>
                <a:gd name="T22" fmla="*/ 74 w 411"/>
                <a:gd name="T23" fmla="*/ 346 h 774"/>
                <a:gd name="T24" fmla="*/ 101 w 411"/>
                <a:gd name="T25" fmla="*/ 361 h 774"/>
                <a:gd name="T26" fmla="*/ 116 w 411"/>
                <a:gd name="T27" fmla="*/ 357 h 774"/>
                <a:gd name="T28" fmla="*/ 116 w 411"/>
                <a:gd name="T29" fmla="*/ 379 h 774"/>
                <a:gd name="T30" fmla="*/ 26 w 411"/>
                <a:gd name="T31" fmla="*/ 701 h 774"/>
                <a:gd name="T32" fmla="*/ 47 w 411"/>
                <a:gd name="T33" fmla="*/ 768 h 774"/>
                <a:gd name="T34" fmla="*/ 70 w 411"/>
                <a:gd name="T35" fmla="*/ 774 h 774"/>
                <a:gd name="T36" fmla="*/ 114 w 411"/>
                <a:gd name="T37" fmla="*/ 747 h 774"/>
                <a:gd name="T38" fmla="*/ 216 w 411"/>
                <a:gd name="T39" fmla="*/ 379 h 774"/>
                <a:gd name="T40" fmla="*/ 216 w 411"/>
                <a:gd name="T41" fmla="*/ 370 h 774"/>
                <a:gd name="T42" fmla="*/ 242 w 411"/>
                <a:gd name="T43" fmla="*/ 368 h 774"/>
                <a:gd name="T44" fmla="*/ 271 w 411"/>
                <a:gd name="T45" fmla="*/ 718 h 774"/>
                <a:gd name="T46" fmla="*/ 321 w 411"/>
                <a:gd name="T47" fmla="*/ 768 h 774"/>
                <a:gd name="T48" fmla="*/ 321 w 411"/>
                <a:gd name="T49" fmla="*/ 768 h 774"/>
                <a:gd name="T50" fmla="*/ 371 w 411"/>
                <a:gd name="T51" fmla="*/ 718 h 774"/>
                <a:gd name="T52" fmla="*/ 338 w 411"/>
                <a:gd name="T53" fmla="*/ 335 h 774"/>
                <a:gd name="T54" fmla="*/ 344 w 411"/>
                <a:gd name="T55" fmla="*/ 336 h 774"/>
                <a:gd name="T56" fmla="*/ 375 w 411"/>
                <a:gd name="T57" fmla="*/ 313 h 774"/>
                <a:gd name="T58" fmla="*/ 393 w 411"/>
                <a:gd name="T59" fmla="*/ 245 h 774"/>
                <a:gd name="T60" fmla="*/ 411 w 411"/>
                <a:gd name="T61" fmla="*/ 121 h 774"/>
                <a:gd name="T62" fmla="*/ 408 w 411"/>
                <a:gd name="T63" fmla="*/ 88 h 774"/>
                <a:gd name="T64" fmla="*/ 377 w 411"/>
                <a:gd name="T65" fmla="*/ 36 h 774"/>
                <a:gd name="T66" fmla="*/ 315 w 411"/>
                <a:gd name="T67" fmla="*/ 5 h 774"/>
                <a:gd name="T68" fmla="*/ 282 w 411"/>
                <a:gd name="T69" fmla="*/ 0 h 774"/>
                <a:gd name="T70" fmla="*/ 279 w 411"/>
                <a:gd name="T71" fmla="*/ 64 h 774"/>
                <a:gd name="T72" fmla="*/ 279 w 411"/>
                <a:gd name="T73" fmla="*/ 64 h 774"/>
                <a:gd name="T74" fmla="*/ 279 w 411"/>
                <a:gd name="T75" fmla="*/ 64 h 774"/>
                <a:gd name="T76" fmla="*/ 93 w 411"/>
                <a:gd name="T77" fmla="*/ 244 h 774"/>
                <a:gd name="T78" fmla="*/ 73 w 411"/>
                <a:gd name="T79" fmla="*/ 192 h 774"/>
                <a:gd name="T80" fmla="*/ 64 w 411"/>
                <a:gd name="T81" fmla="*/ 150 h 774"/>
                <a:gd name="T82" fmla="*/ 65 w 411"/>
                <a:gd name="T83" fmla="*/ 146 h 774"/>
                <a:gd name="T84" fmla="*/ 73 w 411"/>
                <a:gd name="T85" fmla="*/ 124 h 774"/>
                <a:gd name="T86" fmla="*/ 95 w 411"/>
                <a:gd name="T87" fmla="*/ 107 h 774"/>
                <a:gd name="T88" fmla="*/ 115 w 411"/>
                <a:gd name="T89" fmla="*/ 288 h 774"/>
                <a:gd name="T90" fmla="*/ 93 w 411"/>
                <a:gd name="T91" fmla="*/ 244 h 774"/>
                <a:gd name="T92" fmla="*/ 345 w 411"/>
                <a:gd name="T93" fmla="*/ 102 h 774"/>
                <a:gd name="T94" fmla="*/ 347 w 411"/>
                <a:gd name="T95" fmla="*/ 121 h 774"/>
                <a:gd name="T96" fmla="*/ 330 w 411"/>
                <a:gd name="T97" fmla="*/ 231 h 774"/>
                <a:gd name="T98" fmla="*/ 328 w 411"/>
                <a:gd name="T99" fmla="*/ 240 h 774"/>
                <a:gd name="T100" fmla="*/ 308 w 411"/>
                <a:gd name="T101" fmla="*/ 70 h 774"/>
                <a:gd name="T102" fmla="*/ 314 w 411"/>
                <a:gd name="T103" fmla="*/ 72 h 774"/>
                <a:gd name="T104" fmla="*/ 335 w 411"/>
                <a:gd name="T105" fmla="*/ 84 h 774"/>
                <a:gd name="T106" fmla="*/ 345 w 411"/>
                <a:gd name="T107" fmla="*/ 102 h 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11" h="774">
                  <a:moveTo>
                    <a:pt x="282" y="0"/>
                  </a:moveTo>
                  <a:cubicBezTo>
                    <a:pt x="278" y="0"/>
                    <a:pt x="274" y="0"/>
                    <a:pt x="270" y="2"/>
                  </a:cubicBezTo>
                  <a:cubicBezTo>
                    <a:pt x="268" y="2"/>
                    <a:pt x="267" y="2"/>
                    <a:pt x="265" y="2"/>
                  </a:cubicBezTo>
                  <a:cubicBezTo>
                    <a:pt x="217" y="12"/>
                    <a:pt x="169" y="22"/>
                    <a:pt x="120" y="31"/>
                  </a:cubicBezTo>
                  <a:cubicBezTo>
                    <a:pt x="118" y="31"/>
                    <a:pt x="116" y="31"/>
                    <a:pt x="114" y="31"/>
                  </a:cubicBezTo>
                  <a:cubicBezTo>
                    <a:pt x="114" y="31"/>
                    <a:pt x="114" y="31"/>
                    <a:pt x="114" y="31"/>
                  </a:cubicBezTo>
                  <a:cubicBezTo>
                    <a:pt x="112" y="32"/>
                    <a:pt x="89" y="37"/>
                    <a:pt x="62" y="52"/>
                  </a:cubicBezTo>
                  <a:cubicBezTo>
                    <a:pt x="49" y="59"/>
                    <a:pt x="35" y="70"/>
                    <a:pt x="23" y="84"/>
                  </a:cubicBezTo>
                  <a:cubicBezTo>
                    <a:pt x="12" y="99"/>
                    <a:pt x="2" y="119"/>
                    <a:pt x="1" y="142"/>
                  </a:cubicBezTo>
                  <a:cubicBezTo>
                    <a:pt x="1" y="144"/>
                    <a:pt x="0" y="147"/>
                    <a:pt x="0" y="150"/>
                  </a:cubicBezTo>
                  <a:cubicBezTo>
                    <a:pt x="1" y="172"/>
                    <a:pt x="6" y="194"/>
                    <a:pt x="13" y="215"/>
                  </a:cubicBezTo>
                  <a:cubicBezTo>
                    <a:pt x="34" y="280"/>
                    <a:pt x="73" y="344"/>
                    <a:pt x="74" y="346"/>
                  </a:cubicBezTo>
                  <a:cubicBezTo>
                    <a:pt x="80" y="356"/>
                    <a:pt x="90" y="361"/>
                    <a:pt x="101" y="361"/>
                  </a:cubicBezTo>
                  <a:cubicBezTo>
                    <a:pt x="106" y="361"/>
                    <a:pt x="111" y="360"/>
                    <a:pt x="116" y="357"/>
                  </a:cubicBezTo>
                  <a:cubicBezTo>
                    <a:pt x="116" y="361"/>
                    <a:pt x="116" y="368"/>
                    <a:pt x="116" y="379"/>
                  </a:cubicBezTo>
                  <a:cubicBezTo>
                    <a:pt x="116" y="427"/>
                    <a:pt x="107" y="544"/>
                    <a:pt x="26" y="701"/>
                  </a:cubicBezTo>
                  <a:cubicBezTo>
                    <a:pt x="13" y="726"/>
                    <a:pt x="23" y="756"/>
                    <a:pt x="47" y="768"/>
                  </a:cubicBezTo>
                  <a:cubicBezTo>
                    <a:pt x="54" y="772"/>
                    <a:pt x="62" y="774"/>
                    <a:pt x="70" y="774"/>
                  </a:cubicBezTo>
                  <a:cubicBezTo>
                    <a:pt x="88" y="774"/>
                    <a:pt x="106" y="764"/>
                    <a:pt x="114" y="747"/>
                  </a:cubicBezTo>
                  <a:cubicBezTo>
                    <a:pt x="204" y="574"/>
                    <a:pt x="216" y="440"/>
                    <a:pt x="216" y="379"/>
                  </a:cubicBezTo>
                  <a:cubicBezTo>
                    <a:pt x="216" y="376"/>
                    <a:pt x="216" y="372"/>
                    <a:pt x="216" y="370"/>
                  </a:cubicBezTo>
                  <a:cubicBezTo>
                    <a:pt x="225" y="369"/>
                    <a:pt x="233" y="369"/>
                    <a:pt x="242" y="368"/>
                  </a:cubicBezTo>
                  <a:cubicBezTo>
                    <a:pt x="254" y="454"/>
                    <a:pt x="270" y="593"/>
                    <a:pt x="271" y="718"/>
                  </a:cubicBezTo>
                  <a:cubicBezTo>
                    <a:pt x="271" y="746"/>
                    <a:pt x="293" y="768"/>
                    <a:pt x="321" y="768"/>
                  </a:cubicBezTo>
                  <a:cubicBezTo>
                    <a:pt x="321" y="768"/>
                    <a:pt x="321" y="768"/>
                    <a:pt x="321" y="768"/>
                  </a:cubicBezTo>
                  <a:cubicBezTo>
                    <a:pt x="349" y="768"/>
                    <a:pt x="371" y="746"/>
                    <a:pt x="371" y="718"/>
                  </a:cubicBezTo>
                  <a:cubicBezTo>
                    <a:pt x="370" y="575"/>
                    <a:pt x="350" y="421"/>
                    <a:pt x="338" y="335"/>
                  </a:cubicBezTo>
                  <a:cubicBezTo>
                    <a:pt x="340" y="336"/>
                    <a:pt x="342" y="336"/>
                    <a:pt x="344" y="336"/>
                  </a:cubicBezTo>
                  <a:cubicBezTo>
                    <a:pt x="358" y="336"/>
                    <a:pt x="370" y="327"/>
                    <a:pt x="375" y="313"/>
                  </a:cubicBezTo>
                  <a:cubicBezTo>
                    <a:pt x="375" y="313"/>
                    <a:pt x="384" y="284"/>
                    <a:pt x="393" y="245"/>
                  </a:cubicBezTo>
                  <a:cubicBezTo>
                    <a:pt x="402" y="207"/>
                    <a:pt x="411" y="160"/>
                    <a:pt x="411" y="121"/>
                  </a:cubicBezTo>
                  <a:cubicBezTo>
                    <a:pt x="411" y="109"/>
                    <a:pt x="410" y="98"/>
                    <a:pt x="408" y="88"/>
                  </a:cubicBezTo>
                  <a:cubicBezTo>
                    <a:pt x="403" y="66"/>
                    <a:pt x="391" y="48"/>
                    <a:pt x="377" y="36"/>
                  </a:cubicBezTo>
                  <a:cubicBezTo>
                    <a:pt x="357" y="18"/>
                    <a:pt x="333" y="10"/>
                    <a:pt x="315" y="5"/>
                  </a:cubicBezTo>
                  <a:cubicBezTo>
                    <a:pt x="297" y="1"/>
                    <a:pt x="284" y="0"/>
                    <a:pt x="282" y="0"/>
                  </a:cubicBezTo>
                  <a:close/>
                  <a:moveTo>
                    <a:pt x="279" y="64"/>
                  </a:moveTo>
                  <a:cubicBezTo>
                    <a:pt x="279" y="64"/>
                    <a:pt x="279" y="64"/>
                    <a:pt x="279" y="64"/>
                  </a:cubicBezTo>
                  <a:cubicBezTo>
                    <a:pt x="279" y="64"/>
                    <a:pt x="279" y="64"/>
                    <a:pt x="279" y="64"/>
                  </a:cubicBezTo>
                  <a:close/>
                  <a:moveTo>
                    <a:pt x="93" y="244"/>
                  </a:moveTo>
                  <a:cubicBezTo>
                    <a:pt x="85" y="227"/>
                    <a:pt x="78" y="209"/>
                    <a:pt x="73" y="192"/>
                  </a:cubicBezTo>
                  <a:cubicBezTo>
                    <a:pt x="67" y="176"/>
                    <a:pt x="64" y="160"/>
                    <a:pt x="64" y="150"/>
                  </a:cubicBezTo>
                  <a:cubicBezTo>
                    <a:pt x="64" y="149"/>
                    <a:pt x="64" y="148"/>
                    <a:pt x="65" y="146"/>
                  </a:cubicBezTo>
                  <a:cubicBezTo>
                    <a:pt x="65" y="137"/>
                    <a:pt x="68" y="131"/>
                    <a:pt x="73" y="124"/>
                  </a:cubicBezTo>
                  <a:cubicBezTo>
                    <a:pt x="79" y="118"/>
                    <a:pt x="86" y="112"/>
                    <a:pt x="95" y="107"/>
                  </a:cubicBezTo>
                  <a:cubicBezTo>
                    <a:pt x="104" y="167"/>
                    <a:pt x="110" y="227"/>
                    <a:pt x="115" y="288"/>
                  </a:cubicBezTo>
                  <a:cubicBezTo>
                    <a:pt x="108" y="276"/>
                    <a:pt x="100" y="261"/>
                    <a:pt x="93" y="244"/>
                  </a:cubicBezTo>
                  <a:close/>
                  <a:moveTo>
                    <a:pt x="345" y="102"/>
                  </a:moveTo>
                  <a:cubicBezTo>
                    <a:pt x="346" y="106"/>
                    <a:pt x="347" y="113"/>
                    <a:pt x="347" y="121"/>
                  </a:cubicBezTo>
                  <a:cubicBezTo>
                    <a:pt x="347" y="150"/>
                    <a:pt x="339" y="195"/>
                    <a:pt x="330" y="231"/>
                  </a:cubicBezTo>
                  <a:cubicBezTo>
                    <a:pt x="330" y="234"/>
                    <a:pt x="329" y="237"/>
                    <a:pt x="328" y="240"/>
                  </a:cubicBezTo>
                  <a:cubicBezTo>
                    <a:pt x="323" y="183"/>
                    <a:pt x="317" y="126"/>
                    <a:pt x="308" y="70"/>
                  </a:cubicBezTo>
                  <a:cubicBezTo>
                    <a:pt x="310" y="70"/>
                    <a:pt x="312" y="71"/>
                    <a:pt x="314" y="72"/>
                  </a:cubicBezTo>
                  <a:cubicBezTo>
                    <a:pt x="322" y="75"/>
                    <a:pt x="330" y="80"/>
                    <a:pt x="335" y="84"/>
                  </a:cubicBezTo>
                  <a:cubicBezTo>
                    <a:pt x="341" y="89"/>
                    <a:pt x="344" y="94"/>
                    <a:pt x="34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 name="Freeform 39"/>
            <p:cNvSpPr>
              <a:spLocks/>
            </p:cNvSpPr>
            <p:nvPr/>
          </p:nvSpPr>
          <p:spPr bwMode="auto">
            <a:xfrm>
              <a:off x="3958993" y="2394526"/>
              <a:ext cx="211236" cy="212540"/>
            </a:xfrm>
            <a:custGeom>
              <a:avLst/>
              <a:gdLst>
                <a:gd name="T0" fmla="*/ 105 w 190"/>
                <a:gd name="T1" fmla="*/ 185 h 190"/>
                <a:gd name="T2" fmla="*/ 185 w 190"/>
                <a:gd name="T3" fmla="*/ 85 h 190"/>
                <a:gd name="T4" fmla="*/ 85 w 190"/>
                <a:gd name="T5" fmla="*/ 6 h 190"/>
                <a:gd name="T6" fmla="*/ 6 w 190"/>
                <a:gd name="T7" fmla="*/ 105 h 190"/>
                <a:gd name="T8" fmla="*/ 105 w 190"/>
                <a:gd name="T9" fmla="*/ 185 h 190"/>
              </a:gdLst>
              <a:ahLst/>
              <a:cxnLst>
                <a:cxn ang="0">
                  <a:pos x="T0" y="T1"/>
                </a:cxn>
                <a:cxn ang="0">
                  <a:pos x="T2" y="T3"/>
                </a:cxn>
                <a:cxn ang="0">
                  <a:pos x="T4" y="T5"/>
                </a:cxn>
                <a:cxn ang="0">
                  <a:pos x="T6" y="T7"/>
                </a:cxn>
                <a:cxn ang="0">
                  <a:pos x="T8" y="T9"/>
                </a:cxn>
              </a:cxnLst>
              <a:rect l="0" t="0" r="r" b="b"/>
              <a:pathLst>
                <a:path w="190" h="190">
                  <a:moveTo>
                    <a:pt x="105" y="185"/>
                  </a:moveTo>
                  <a:cubicBezTo>
                    <a:pt x="155" y="179"/>
                    <a:pt x="190" y="135"/>
                    <a:pt x="185" y="85"/>
                  </a:cubicBezTo>
                  <a:cubicBezTo>
                    <a:pt x="179" y="36"/>
                    <a:pt x="135" y="0"/>
                    <a:pt x="85" y="6"/>
                  </a:cubicBezTo>
                  <a:cubicBezTo>
                    <a:pt x="36" y="11"/>
                    <a:pt x="0" y="56"/>
                    <a:pt x="6" y="105"/>
                  </a:cubicBezTo>
                  <a:cubicBezTo>
                    <a:pt x="11" y="155"/>
                    <a:pt x="56" y="190"/>
                    <a:pt x="105" y="1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 name="Freeform 40"/>
            <p:cNvSpPr>
              <a:spLocks/>
            </p:cNvSpPr>
            <p:nvPr/>
          </p:nvSpPr>
          <p:spPr bwMode="auto">
            <a:xfrm>
              <a:off x="4128503" y="2211977"/>
              <a:ext cx="87363" cy="106922"/>
            </a:xfrm>
            <a:custGeom>
              <a:avLst/>
              <a:gdLst>
                <a:gd name="T0" fmla="*/ 57 w 78"/>
                <a:gd name="T1" fmla="*/ 1 h 96"/>
                <a:gd name="T2" fmla="*/ 53 w 78"/>
                <a:gd name="T3" fmla="*/ 4 h 96"/>
                <a:gd name="T4" fmla="*/ 52 w 78"/>
                <a:gd name="T5" fmla="*/ 8 h 96"/>
                <a:gd name="T6" fmla="*/ 56 w 78"/>
                <a:gd name="T7" fmla="*/ 25 h 96"/>
                <a:gd name="T8" fmla="*/ 57 w 78"/>
                <a:gd name="T9" fmla="*/ 35 h 96"/>
                <a:gd name="T10" fmla="*/ 43 w 78"/>
                <a:gd name="T11" fmla="*/ 43 h 96"/>
                <a:gd name="T12" fmla="*/ 23 w 78"/>
                <a:gd name="T13" fmla="*/ 51 h 96"/>
                <a:gd name="T14" fmla="*/ 19 w 78"/>
                <a:gd name="T15" fmla="*/ 52 h 96"/>
                <a:gd name="T16" fmla="*/ 17 w 78"/>
                <a:gd name="T17" fmla="*/ 38 h 96"/>
                <a:gd name="T18" fmla="*/ 14 w 78"/>
                <a:gd name="T19" fmla="*/ 27 h 96"/>
                <a:gd name="T20" fmla="*/ 4 w 78"/>
                <a:gd name="T21" fmla="*/ 22 h 96"/>
                <a:gd name="T22" fmla="*/ 1 w 78"/>
                <a:gd name="T23" fmla="*/ 25 h 96"/>
                <a:gd name="T24" fmla="*/ 0 w 78"/>
                <a:gd name="T25" fmla="*/ 29 h 96"/>
                <a:gd name="T26" fmla="*/ 12 w 78"/>
                <a:gd name="T27" fmla="*/ 82 h 96"/>
                <a:gd name="T28" fmla="*/ 14 w 78"/>
                <a:gd name="T29" fmla="*/ 91 h 96"/>
                <a:gd name="T30" fmla="*/ 18 w 78"/>
                <a:gd name="T31" fmla="*/ 96 h 96"/>
                <a:gd name="T32" fmla="*/ 24 w 78"/>
                <a:gd name="T33" fmla="*/ 96 h 96"/>
                <a:gd name="T34" fmla="*/ 27 w 78"/>
                <a:gd name="T35" fmla="*/ 90 h 96"/>
                <a:gd name="T36" fmla="*/ 25 w 78"/>
                <a:gd name="T37" fmla="*/ 78 h 96"/>
                <a:gd name="T38" fmla="*/ 21 w 78"/>
                <a:gd name="T39" fmla="*/ 63 h 96"/>
                <a:gd name="T40" fmla="*/ 29 w 78"/>
                <a:gd name="T41" fmla="*/ 59 h 96"/>
                <a:gd name="T42" fmla="*/ 39 w 78"/>
                <a:gd name="T43" fmla="*/ 55 h 96"/>
                <a:gd name="T44" fmla="*/ 48 w 78"/>
                <a:gd name="T45" fmla="*/ 51 h 96"/>
                <a:gd name="T46" fmla="*/ 58 w 78"/>
                <a:gd name="T47" fmla="*/ 48 h 96"/>
                <a:gd name="T48" fmla="*/ 59 w 78"/>
                <a:gd name="T49" fmla="*/ 50 h 96"/>
                <a:gd name="T50" fmla="*/ 62 w 78"/>
                <a:gd name="T51" fmla="*/ 63 h 96"/>
                <a:gd name="T52" fmla="*/ 64 w 78"/>
                <a:gd name="T53" fmla="*/ 75 h 96"/>
                <a:gd name="T54" fmla="*/ 68 w 78"/>
                <a:gd name="T55" fmla="*/ 78 h 96"/>
                <a:gd name="T56" fmla="*/ 72 w 78"/>
                <a:gd name="T57" fmla="*/ 78 h 96"/>
                <a:gd name="T58" fmla="*/ 76 w 78"/>
                <a:gd name="T59" fmla="*/ 74 h 96"/>
                <a:gd name="T60" fmla="*/ 77 w 78"/>
                <a:gd name="T61" fmla="*/ 68 h 96"/>
                <a:gd name="T62" fmla="*/ 72 w 78"/>
                <a:gd name="T63" fmla="*/ 46 h 96"/>
                <a:gd name="T64" fmla="*/ 68 w 78"/>
                <a:gd name="T65" fmla="*/ 18 h 96"/>
                <a:gd name="T66" fmla="*/ 66 w 78"/>
                <a:gd name="T67" fmla="*/ 4 h 96"/>
                <a:gd name="T68" fmla="*/ 63 w 78"/>
                <a:gd name="T69" fmla="*/ 1 h 96"/>
                <a:gd name="T70" fmla="*/ 57 w 78"/>
                <a:gd name="T71" fmla="*/ 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8" h="96">
                  <a:moveTo>
                    <a:pt x="57" y="1"/>
                  </a:moveTo>
                  <a:cubicBezTo>
                    <a:pt x="55" y="1"/>
                    <a:pt x="54" y="2"/>
                    <a:pt x="53" y="4"/>
                  </a:cubicBezTo>
                  <a:cubicBezTo>
                    <a:pt x="52" y="6"/>
                    <a:pt x="51" y="7"/>
                    <a:pt x="52" y="8"/>
                  </a:cubicBezTo>
                  <a:cubicBezTo>
                    <a:pt x="53" y="14"/>
                    <a:pt x="55" y="20"/>
                    <a:pt x="56" y="25"/>
                  </a:cubicBezTo>
                  <a:cubicBezTo>
                    <a:pt x="57" y="31"/>
                    <a:pt x="57" y="34"/>
                    <a:pt x="57" y="35"/>
                  </a:cubicBezTo>
                  <a:cubicBezTo>
                    <a:pt x="56" y="37"/>
                    <a:pt x="52" y="39"/>
                    <a:pt x="43" y="43"/>
                  </a:cubicBezTo>
                  <a:cubicBezTo>
                    <a:pt x="35" y="46"/>
                    <a:pt x="28" y="49"/>
                    <a:pt x="23" y="51"/>
                  </a:cubicBezTo>
                  <a:cubicBezTo>
                    <a:pt x="21" y="52"/>
                    <a:pt x="20" y="52"/>
                    <a:pt x="19" y="52"/>
                  </a:cubicBezTo>
                  <a:cubicBezTo>
                    <a:pt x="18" y="49"/>
                    <a:pt x="17" y="45"/>
                    <a:pt x="17" y="38"/>
                  </a:cubicBezTo>
                  <a:cubicBezTo>
                    <a:pt x="16" y="33"/>
                    <a:pt x="15" y="29"/>
                    <a:pt x="14" y="27"/>
                  </a:cubicBezTo>
                  <a:cubicBezTo>
                    <a:pt x="12" y="22"/>
                    <a:pt x="9" y="20"/>
                    <a:pt x="4" y="22"/>
                  </a:cubicBezTo>
                  <a:cubicBezTo>
                    <a:pt x="3" y="22"/>
                    <a:pt x="2" y="23"/>
                    <a:pt x="1" y="25"/>
                  </a:cubicBezTo>
                  <a:cubicBezTo>
                    <a:pt x="0" y="26"/>
                    <a:pt x="0" y="27"/>
                    <a:pt x="0" y="29"/>
                  </a:cubicBezTo>
                  <a:cubicBezTo>
                    <a:pt x="7" y="56"/>
                    <a:pt x="11" y="73"/>
                    <a:pt x="12" y="82"/>
                  </a:cubicBezTo>
                  <a:cubicBezTo>
                    <a:pt x="13" y="86"/>
                    <a:pt x="13" y="89"/>
                    <a:pt x="14" y="91"/>
                  </a:cubicBezTo>
                  <a:cubicBezTo>
                    <a:pt x="15" y="94"/>
                    <a:pt x="17" y="95"/>
                    <a:pt x="18" y="96"/>
                  </a:cubicBezTo>
                  <a:cubicBezTo>
                    <a:pt x="20" y="96"/>
                    <a:pt x="22" y="96"/>
                    <a:pt x="24" y="96"/>
                  </a:cubicBezTo>
                  <a:cubicBezTo>
                    <a:pt x="26" y="95"/>
                    <a:pt x="27" y="93"/>
                    <a:pt x="27" y="90"/>
                  </a:cubicBezTo>
                  <a:cubicBezTo>
                    <a:pt x="27" y="86"/>
                    <a:pt x="26" y="82"/>
                    <a:pt x="25" y="78"/>
                  </a:cubicBezTo>
                  <a:cubicBezTo>
                    <a:pt x="22" y="70"/>
                    <a:pt x="21" y="65"/>
                    <a:pt x="21" y="63"/>
                  </a:cubicBezTo>
                  <a:cubicBezTo>
                    <a:pt x="22" y="63"/>
                    <a:pt x="24" y="61"/>
                    <a:pt x="29" y="59"/>
                  </a:cubicBezTo>
                  <a:cubicBezTo>
                    <a:pt x="34" y="57"/>
                    <a:pt x="38" y="56"/>
                    <a:pt x="39" y="55"/>
                  </a:cubicBezTo>
                  <a:cubicBezTo>
                    <a:pt x="41" y="55"/>
                    <a:pt x="44" y="53"/>
                    <a:pt x="48" y="51"/>
                  </a:cubicBezTo>
                  <a:cubicBezTo>
                    <a:pt x="53" y="49"/>
                    <a:pt x="56" y="48"/>
                    <a:pt x="58" y="48"/>
                  </a:cubicBezTo>
                  <a:cubicBezTo>
                    <a:pt x="58" y="48"/>
                    <a:pt x="59" y="48"/>
                    <a:pt x="59" y="50"/>
                  </a:cubicBezTo>
                  <a:cubicBezTo>
                    <a:pt x="60" y="52"/>
                    <a:pt x="61" y="57"/>
                    <a:pt x="62" y="63"/>
                  </a:cubicBezTo>
                  <a:cubicBezTo>
                    <a:pt x="63" y="70"/>
                    <a:pt x="64" y="73"/>
                    <a:pt x="64" y="75"/>
                  </a:cubicBezTo>
                  <a:cubicBezTo>
                    <a:pt x="65" y="76"/>
                    <a:pt x="66" y="77"/>
                    <a:pt x="68" y="78"/>
                  </a:cubicBezTo>
                  <a:cubicBezTo>
                    <a:pt x="69" y="79"/>
                    <a:pt x="71" y="79"/>
                    <a:pt x="72" y="78"/>
                  </a:cubicBezTo>
                  <a:cubicBezTo>
                    <a:pt x="74" y="78"/>
                    <a:pt x="75" y="76"/>
                    <a:pt x="76" y="74"/>
                  </a:cubicBezTo>
                  <a:cubicBezTo>
                    <a:pt x="77" y="72"/>
                    <a:pt x="78" y="70"/>
                    <a:pt x="77" y="68"/>
                  </a:cubicBezTo>
                  <a:cubicBezTo>
                    <a:pt x="76" y="65"/>
                    <a:pt x="74" y="57"/>
                    <a:pt x="72" y="46"/>
                  </a:cubicBezTo>
                  <a:cubicBezTo>
                    <a:pt x="70" y="35"/>
                    <a:pt x="68" y="25"/>
                    <a:pt x="68" y="18"/>
                  </a:cubicBezTo>
                  <a:cubicBezTo>
                    <a:pt x="67" y="11"/>
                    <a:pt x="66" y="7"/>
                    <a:pt x="66" y="4"/>
                  </a:cubicBezTo>
                  <a:cubicBezTo>
                    <a:pt x="65" y="3"/>
                    <a:pt x="64" y="1"/>
                    <a:pt x="63" y="1"/>
                  </a:cubicBezTo>
                  <a:cubicBezTo>
                    <a:pt x="61" y="0"/>
                    <a:pt x="59" y="0"/>
                    <a:pt x="5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 name="Freeform 41"/>
            <p:cNvSpPr>
              <a:spLocks noEditPoints="1"/>
            </p:cNvSpPr>
            <p:nvPr/>
          </p:nvSpPr>
          <p:spPr bwMode="auto">
            <a:xfrm>
              <a:off x="4224994" y="2218497"/>
              <a:ext cx="65196" cy="69108"/>
            </a:xfrm>
            <a:custGeom>
              <a:avLst/>
              <a:gdLst>
                <a:gd name="T0" fmla="*/ 8 w 58"/>
                <a:gd name="T1" fmla="*/ 60 h 62"/>
                <a:gd name="T2" fmla="*/ 17 w 58"/>
                <a:gd name="T3" fmla="*/ 61 h 62"/>
                <a:gd name="T4" fmla="*/ 38 w 58"/>
                <a:gd name="T5" fmla="*/ 38 h 62"/>
                <a:gd name="T6" fmla="*/ 51 w 58"/>
                <a:gd name="T7" fmla="*/ 54 h 62"/>
                <a:gd name="T8" fmla="*/ 56 w 58"/>
                <a:gd name="T9" fmla="*/ 51 h 62"/>
                <a:gd name="T10" fmla="*/ 57 w 58"/>
                <a:gd name="T11" fmla="*/ 47 h 62"/>
                <a:gd name="T12" fmla="*/ 55 w 58"/>
                <a:gd name="T13" fmla="*/ 45 h 62"/>
                <a:gd name="T14" fmla="*/ 52 w 58"/>
                <a:gd name="T15" fmla="*/ 43 h 62"/>
                <a:gd name="T16" fmla="*/ 50 w 58"/>
                <a:gd name="T17" fmla="*/ 40 h 62"/>
                <a:gd name="T18" fmla="*/ 47 w 58"/>
                <a:gd name="T19" fmla="*/ 32 h 62"/>
                <a:gd name="T20" fmla="*/ 46 w 58"/>
                <a:gd name="T21" fmla="*/ 15 h 62"/>
                <a:gd name="T22" fmla="*/ 46 w 58"/>
                <a:gd name="T23" fmla="*/ 8 h 62"/>
                <a:gd name="T24" fmla="*/ 39 w 58"/>
                <a:gd name="T25" fmla="*/ 5 h 62"/>
                <a:gd name="T26" fmla="*/ 29 w 58"/>
                <a:gd name="T27" fmla="*/ 1 h 62"/>
                <a:gd name="T28" fmla="*/ 7 w 58"/>
                <a:gd name="T29" fmla="*/ 21 h 62"/>
                <a:gd name="T30" fmla="*/ 2 w 58"/>
                <a:gd name="T31" fmla="*/ 52 h 62"/>
                <a:gd name="T32" fmla="*/ 8 w 58"/>
                <a:gd name="T33" fmla="*/ 60 h 62"/>
                <a:gd name="T34" fmla="*/ 18 w 58"/>
                <a:gd name="T35" fmla="*/ 26 h 62"/>
                <a:gd name="T36" fmla="*/ 29 w 58"/>
                <a:gd name="T37" fmla="*/ 12 h 62"/>
                <a:gd name="T38" fmla="*/ 32 w 58"/>
                <a:gd name="T39" fmla="*/ 12 h 62"/>
                <a:gd name="T40" fmla="*/ 34 w 58"/>
                <a:gd name="T41" fmla="*/ 16 h 62"/>
                <a:gd name="T42" fmla="*/ 29 w 58"/>
                <a:gd name="T43" fmla="*/ 36 h 62"/>
                <a:gd name="T44" fmla="*/ 17 w 58"/>
                <a:gd name="T45" fmla="*/ 50 h 62"/>
                <a:gd name="T46" fmla="*/ 14 w 58"/>
                <a:gd name="T47" fmla="*/ 46 h 62"/>
                <a:gd name="T48" fmla="*/ 18 w 58"/>
                <a:gd name="T49" fmla="*/ 2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8" h="62">
                  <a:moveTo>
                    <a:pt x="8" y="60"/>
                  </a:moveTo>
                  <a:cubicBezTo>
                    <a:pt x="11" y="61"/>
                    <a:pt x="14" y="62"/>
                    <a:pt x="17" y="61"/>
                  </a:cubicBezTo>
                  <a:cubicBezTo>
                    <a:pt x="25" y="59"/>
                    <a:pt x="32" y="51"/>
                    <a:pt x="38" y="38"/>
                  </a:cubicBezTo>
                  <a:cubicBezTo>
                    <a:pt x="40" y="50"/>
                    <a:pt x="44" y="56"/>
                    <a:pt x="51" y="54"/>
                  </a:cubicBezTo>
                  <a:cubicBezTo>
                    <a:pt x="53" y="54"/>
                    <a:pt x="54" y="53"/>
                    <a:pt x="56" y="51"/>
                  </a:cubicBezTo>
                  <a:cubicBezTo>
                    <a:pt x="57" y="50"/>
                    <a:pt x="58" y="48"/>
                    <a:pt x="57" y="47"/>
                  </a:cubicBezTo>
                  <a:cubicBezTo>
                    <a:pt x="57" y="46"/>
                    <a:pt x="56" y="45"/>
                    <a:pt x="55" y="45"/>
                  </a:cubicBezTo>
                  <a:cubicBezTo>
                    <a:pt x="53" y="44"/>
                    <a:pt x="53" y="44"/>
                    <a:pt x="52" y="43"/>
                  </a:cubicBezTo>
                  <a:cubicBezTo>
                    <a:pt x="52" y="43"/>
                    <a:pt x="51" y="42"/>
                    <a:pt x="50" y="40"/>
                  </a:cubicBezTo>
                  <a:cubicBezTo>
                    <a:pt x="49" y="39"/>
                    <a:pt x="48" y="36"/>
                    <a:pt x="47" y="32"/>
                  </a:cubicBezTo>
                  <a:cubicBezTo>
                    <a:pt x="47" y="28"/>
                    <a:pt x="46" y="22"/>
                    <a:pt x="46" y="15"/>
                  </a:cubicBezTo>
                  <a:cubicBezTo>
                    <a:pt x="46" y="12"/>
                    <a:pt x="46" y="9"/>
                    <a:pt x="46" y="8"/>
                  </a:cubicBezTo>
                  <a:cubicBezTo>
                    <a:pt x="45" y="5"/>
                    <a:pt x="43" y="4"/>
                    <a:pt x="39" y="5"/>
                  </a:cubicBezTo>
                  <a:cubicBezTo>
                    <a:pt x="36" y="1"/>
                    <a:pt x="33" y="0"/>
                    <a:pt x="29" y="1"/>
                  </a:cubicBezTo>
                  <a:cubicBezTo>
                    <a:pt x="20" y="3"/>
                    <a:pt x="13" y="10"/>
                    <a:pt x="7" y="21"/>
                  </a:cubicBezTo>
                  <a:cubicBezTo>
                    <a:pt x="1" y="33"/>
                    <a:pt x="0" y="43"/>
                    <a:pt x="2" y="52"/>
                  </a:cubicBezTo>
                  <a:cubicBezTo>
                    <a:pt x="3" y="55"/>
                    <a:pt x="5" y="58"/>
                    <a:pt x="8" y="60"/>
                  </a:cubicBezTo>
                  <a:close/>
                  <a:moveTo>
                    <a:pt x="18" y="26"/>
                  </a:moveTo>
                  <a:cubicBezTo>
                    <a:pt x="21" y="17"/>
                    <a:pt x="25" y="12"/>
                    <a:pt x="29" y="12"/>
                  </a:cubicBezTo>
                  <a:cubicBezTo>
                    <a:pt x="30" y="11"/>
                    <a:pt x="31" y="12"/>
                    <a:pt x="32" y="12"/>
                  </a:cubicBezTo>
                  <a:cubicBezTo>
                    <a:pt x="33" y="13"/>
                    <a:pt x="33" y="14"/>
                    <a:pt x="34" y="16"/>
                  </a:cubicBezTo>
                  <a:cubicBezTo>
                    <a:pt x="35" y="21"/>
                    <a:pt x="33" y="28"/>
                    <a:pt x="29" y="36"/>
                  </a:cubicBezTo>
                  <a:cubicBezTo>
                    <a:pt x="25" y="44"/>
                    <a:pt x="21" y="49"/>
                    <a:pt x="17" y="50"/>
                  </a:cubicBezTo>
                  <a:cubicBezTo>
                    <a:pt x="16" y="50"/>
                    <a:pt x="15" y="49"/>
                    <a:pt x="14" y="46"/>
                  </a:cubicBezTo>
                  <a:cubicBezTo>
                    <a:pt x="13" y="41"/>
                    <a:pt x="14" y="34"/>
                    <a:pt x="18"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 name="Freeform 42"/>
            <p:cNvSpPr>
              <a:spLocks/>
            </p:cNvSpPr>
            <p:nvPr/>
          </p:nvSpPr>
          <p:spPr bwMode="auto">
            <a:xfrm>
              <a:off x="4346258" y="2174164"/>
              <a:ext cx="79540" cy="93882"/>
            </a:xfrm>
            <a:custGeom>
              <a:avLst/>
              <a:gdLst>
                <a:gd name="T0" fmla="*/ 4 w 71"/>
                <a:gd name="T1" fmla="*/ 83 h 84"/>
                <a:gd name="T2" fmla="*/ 9 w 71"/>
                <a:gd name="T3" fmla="*/ 84 h 84"/>
                <a:gd name="T4" fmla="*/ 13 w 71"/>
                <a:gd name="T5" fmla="*/ 79 h 84"/>
                <a:gd name="T6" fmla="*/ 14 w 71"/>
                <a:gd name="T7" fmla="*/ 67 h 84"/>
                <a:gd name="T8" fmla="*/ 14 w 71"/>
                <a:gd name="T9" fmla="*/ 52 h 84"/>
                <a:gd name="T10" fmla="*/ 23 w 71"/>
                <a:gd name="T11" fmla="*/ 50 h 84"/>
                <a:gd name="T12" fmla="*/ 33 w 71"/>
                <a:gd name="T13" fmla="*/ 48 h 84"/>
                <a:gd name="T14" fmla="*/ 43 w 71"/>
                <a:gd name="T15" fmla="*/ 47 h 84"/>
                <a:gd name="T16" fmla="*/ 53 w 71"/>
                <a:gd name="T17" fmla="*/ 46 h 84"/>
                <a:gd name="T18" fmla="*/ 54 w 71"/>
                <a:gd name="T19" fmla="*/ 48 h 84"/>
                <a:gd name="T20" fmla="*/ 53 w 71"/>
                <a:gd name="T21" fmla="*/ 62 h 84"/>
                <a:gd name="T22" fmla="*/ 53 w 71"/>
                <a:gd name="T23" fmla="*/ 73 h 84"/>
                <a:gd name="T24" fmla="*/ 55 w 71"/>
                <a:gd name="T25" fmla="*/ 77 h 84"/>
                <a:gd name="T26" fmla="*/ 59 w 71"/>
                <a:gd name="T27" fmla="*/ 79 h 84"/>
                <a:gd name="T28" fmla="*/ 64 w 71"/>
                <a:gd name="T29" fmla="*/ 76 h 84"/>
                <a:gd name="T30" fmla="*/ 66 w 71"/>
                <a:gd name="T31" fmla="*/ 70 h 84"/>
                <a:gd name="T32" fmla="*/ 67 w 71"/>
                <a:gd name="T33" fmla="*/ 47 h 84"/>
                <a:gd name="T34" fmla="*/ 69 w 71"/>
                <a:gd name="T35" fmla="*/ 19 h 84"/>
                <a:gd name="T36" fmla="*/ 71 w 71"/>
                <a:gd name="T37" fmla="*/ 5 h 84"/>
                <a:gd name="T38" fmla="*/ 68 w 71"/>
                <a:gd name="T39" fmla="*/ 1 h 84"/>
                <a:gd name="T40" fmla="*/ 63 w 71"/>
                <a:gd name="T41" fmla="*/ 0 h 84"/>
                <a:gd name="T42" fmla="*/ 58 w 71"/>
                <a:gd name="T43" fmla="*/ 2 h 84"/>
                <a:gd name="T44" fmla="*/ 56 w 71"/>
                <a:gd name="T45" fmla="*/ 5 h 84"/>
                <a:gd name="T46" fmla="*/ 56 w 71"/>
                <a:gd name="T47" fmla="*/ 23 h 84"/>
                <a:gd name="T48" fmla="*/ 54 w 71"/>
                <a:gd name="T49" fmla="*/ 33 h 84"/>
                <a:gd name="T50" fmla="*/ 40 w 71"/>
                <a:gd name="T51" fmla="*/ 37 h 84"/>
                <a:gd name="T52" fmla="*/ 19 w 71"/>
                <a:gd name="T53" fmla="*/ 40 h 84"/>
                <a:gd name="T54" fmla="*/ 15 w 71"/>
                <a:gd name="T55" fmla="*/ 40 h 84"/>
                <a:gd name="T56" fmla="*/ 15 w 71"/>
                <a:gd name="T57" fmla="*/ 27 h 84"/>
                <a:gd name="T58" fmla="*/ 16 w 71"/>
                <a:gd name="T59" fmla="*/ 15 h 84"/>
                <a:gd name="T60" fmla="*/ 7 w 71"/>
                <a:gd name="T61" fmla="*/ 8 h 84"/>
                <a:gd name="T62" fmla="*/ 4 w 71"/>
                <a:gd name="T63" fmla="*/ 10 h 84"/>
                <a:gd name="T64" fmla="*/ 2 w 71"/>
                <a:gd name="T65" fmla="*/ 13 h 84"/>
                <a:gd name="T66" fmla="*/ 1 w 71"/>
                <a:gd name="T67" fmla="*/ 68 h 84"/>
                <a:gd name="T68" fmla="*/ 1 w 71"/>
                <a:gd name="T69" fmla="*/ 78 h 84"/>
                <a:gd name="T70" fmla="*/ 4 w 71"/>
                <a:gd name="T71" fmla="*/ 83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4">
                  <a:moveTo>
                    <a:pt x="4" y="83"/>
                  </a:moveTo>
                  <a:cubicBezTo>
                    <a:pt x="5" y="84"/>
                    <a:pt x="7" y="84"/>
                    <a:pt x="9" y="84"/>
                  </a:cubicBezTo>
                  <a:cubicBezTo>
                    <a:pt x="11" y="84"/>
                    <a:pt x="12" y="82"/>
                    <a:pt x="13" y="79"/>
                  </a:cubicBezTo>
                  <a:cubicBezTo>
                    <a:pt x="14" y="76"/>
                    <a:pt x="14" y="72"/>
                    <a:pt x="14" y="67"/>
                  </a:cubicBezTo>
                  <a:cubicBezTo>
                    <a:pt x="13" y="59"/>
                    <a:pt x="13" y="54"/>
                    <a:pt x="14" y="52"/>
                  </a:cubicBezTo>
                  <a:cubicBezTo>
                    <a:pt x="14" y="52"/>
                    <a:pt x="17" y="51"/>
                    <a:pt x="23" y="50"/>
                  </a:cubicBezTo>
                  <a:cubicBezTo>
                    <a:pt x="28" y="49"/>
                    <a:pt x="31" y="49"/>
                    <a:pt x="33" y="48"/>
                  </a:cubicBezTo>
                  <a:cubicBezTo>
                    <a:pt x="35" y="48"/>
                    <a:pt x="38" y="48"/>
                    <a:pt x="43" y="47"/>
                  </a:cubicBezTo>
                  <a:cubicBezTo>
                    <a:pt x="48" y="46"/>
                    <a:pt x="51" y="46"/>
                    <a:pt x="53" y="46"/>
                  </a:cubicBezTo>
                  <a:cubicBezTo>
                    <a:pt x="53" y="46"/>
                    <a:pt x="54" y="46"/>
                    <a:pt x="54" y="48"/>
                  </a:cubicBezTo>
                  <a:cubicBezTo>
                    <a:pt x="54" y="50"/>
                    <a:pt x="54" y="55"/>
                    <a:pt x="53" y="62"/>
                  </a:cubicBezTo>
                  <a:cubicBezTo>
                    <a:pt x="53" y="68"/>
                    <a:pt x="52" y="72"/>
                    <a:pt x="53" y="73"/>
                  </a:cubicBezTo>
                  <a:cubicBezTo>
                    <a:pt x="53" y="75"/>
                    <a:pt x="53" y="76"/>
                    <a:pt x="55" y="77"/>
                  </a:cubicBezTo>
                  <a:cubicBezTo>
                    <a:pt x="56" y="78"/>
                    <a:pt x="58" y="79"/>
                    <a:pt x="59" y="79"/>
                  </a:cubicBezTo>
                  <a:cubicBezTo>
                    <a:pt x="61" y="79"/>
                    <a:pt x="62" y="78"/>
                    <a:pt x="64" y="76"/>
                  </a:cubicBezTo>
                  <a:cubicBezTo>
                    <a:pt x="66" y="74"/>
                    <a:pt x="66" y="72"/>
                    <a:pt x="66" y="70"/>
                  </a:cubicBezTo>
                  <a:cubicBezTo>
                    <a:pt x="66" y="67"/>
                    <a:pt x="66" y="59"/>
                    <a:pt x="67" y="47"/>
                  </a:cubicBezTo>
                  <a:cubicBezTo>
                    <a:pt x="67" y="36"/>
                    <a:pt x="68" y="26"/>
                    <a:pt x="69" y="19"/>
                  </a:cubicBezTo>
                  <a:cubicBezTo>
                    <a:pt x="70" y="13"/>
                    <a:pt x="71" y="8"/>
                    <a:pt x="71" y="5"/>
                  </a:cubicBezTo>
                  <a:cubicBezTo>
                    <a:pt x="70" y="4"/>
                    <a:pt x="70" y="2"/>
                    <a:pt x="68" y="1"/>
                  </a:cubicBezTo>
                  <a:cubicBezTo>
                    <a:pt x="67" y="0"/>
                    <a:pt x="65" y="0"/>
                    <a:pt x="63" y="0"/>
                  </a:cubicBezTo>
                  <a:cubicBezTo>
                    <a:pt x="61" y="0"/>
                    <a:pt x="60" y="1"/>
                    <a:pt x="58" y="2"/>
                  </a:cubicBezTo>
                  <a:cubicBezTo>
                    <a:pt x="57" y="3"/>
                    <a:pt x="56" y="5"/>
                    <a:pt x="56" y="5"/>
                  </a:cubicBezTo>
                  <a:cubicBezTo>
                    <a:pt x="56" y="12"/>
                    <a:pt x="56" y="18"/>
                    <a:pt x="56" y="23"/>
                  </a:cubicBezTo>
                  <a:cubicBezTo>
                    <a:pt x="56" y="29"/>
                    <a:pt x="55" y="32"/>
                    <a:pt x="54" y="33"/>
                  </a:cubicBezTo>
                  <a:cubicBezTo>
                    <a:pt x="54" y="35"/>
                    <a:pt x="49" y="36"/>
                    <a:pt x="40" y="37"/>
                  </a:cubicBezTo>
                  <a:cubicBezTo>
                    <a:pt x="31" y="39"/>
                    <a:pt x="24" y="40"/>
                    <a:pt x="19" y="40"/>
                  </a:cubicBezTo>
                  <a:cubicBezTo>
                    <a:pt x="16" y="41"/>
                    <a:pt x="15" y="41"/>
                    <a:pt x="15" y="40"/>
                  </a:cubicBezTo>
                  <a:cubicBezTo>
                    <a:pt x="15" y="38"/>
                    <a:pt x="15" y="33"/>
                    <a:pt x="15" y="27"/>
                  </a:cubicBezTo>
                  <a:cubicBezTo>
                    <a:pt x="16" y="21"/>
                    <a:pt x="16" y="17"/>
                    <a:pt x="16" y="15"/>
                  </a:cubicBezTo>
                  <a:cubicBezTo>
                    <a:pt x="15" y="10"/>
                    <a:pt x="12" y="7"/>
                    <a:pt x="7" y="8"/>
                  </a:cubicBezTo>
                  <a:cubicBezTo>
                    <a:pt x="6" y="8"/>
                    <a:pt x="5" y="9"/>
                    <a:pt x="4" y="10"/>
                  </a:cubicBezTo>
                  <a:cubicBezTo>
                    <a:pt x="2" y="11"/>
                    <a:pt x="2" y="12"/>
                    <a:pt x="2" y="13"/>
                  </a:cubicBezTo>
                  <a:cubicBezTo>
                    <a:pt x="2" y="41"/>
                    <a:pt x="2" y="59"/>
                    <a:pt x="1" y="68"/>
                  </a:cubicBezTo>
                  <a:cubicBezTo>
                    <a:pt x="1" y="72"/>
                    <a:pt x="0" y="75"/>
                    <a:pt x="1" y="78"/>
                  </a:cubicBezTo>
                  <a:cubicBezTo>
                    <a:pt x="1" y="80"/>
                    <a:pt x="2" y="82"/>
                    <a:pt x="4"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 name="Freeform 43"/>
            <p:cNvSpPr>
              <a:spLocks noEditPoints="1"/>
            </p:cNvSpPr>
            <p:nvPr/>
          </p:nvSpPr>
          <p:spPr bwMode="auto">
            <a:xfrm>
              <a:off x="4436229" y="2196330"/>
              <a:ext cx="61285" cy="63893"/>
            </a:xfrm>
            <a:custGeom>
              <a:avLst/>
              <a:gdLst>
                <a:gd name="T0" fmla="*/ 12 w 55"/>
                <a:gd name="T1" fmla="*/ 55 h 57"/>
                <a:gd name="T2" fmla="*/ 38 w 55"/>
                <a:gd name="T3" fmla="*/ 38 h 57"/>
                <a:gd name="T4" fmla="*/ 47 w 55"/>
                <a:gd name="T5" fmla="*/ 57 h 57"/>
                <a:gd name="T6" fmla="*/ 52 w 55"/>
                <a:gd name="T7" fmla="*/ 55 h 57"/>
                <a:gd name="T8" fmla="*/ 55 w 55"/>
                <a:gd name="T9" fmla="*/ 51 h 57"/>
                <a:gd name="T10" fmla="*/ 53 w 55"/>
                <a:gd name="T11" fmla="*/ 49 h 57"/>
                <a:gd name="T12" fmla="*/ 51 w 55"/>
                <a:gd name="T13" fmla="*/ 47 h 57"/>
                <a:gd name="T14" fmla="*/ 49 w 55"/>
                <a:gd name="T15" fmla="*/ 43 h 57"/>
                <a:gd name="T16" fmla="*/ 49 w 55"/>
                <a:gd name="T17" fmla="*/ 34 h 57"/>
                <a:gd name="T18" fmla="*/ 51 w 55"/>
                <a:gd name="T19" fmla="*/ 18 h 57"/>
                <a:gd name="T20" fmla="*/ 53 w 55"/>
                <a:gd name="T21" fmla="*/ 11 h 57"/>
                <a:gd name="T22" fmla="*/ 47 w 55"/>
                <a:gd name="T23" fmla="*/ 6 h 57"/>
                <a:gd name="T24" fmla="*/ 38 w 55"/>
                <a:gd name="T25" fmla="*/ 0 h 57"/>
                <a:gd name="T26" fmla="*/ 12 w 55"/>
                <a:gd name="T27" fmla="*/ 15 h 57"/>
                <a:gd name="T28" fmla="*/ 1 w 55"/>
                <a:gd name="T29" fmla="*/ 43 h 57"/>
                <a:gd name="T30" fmla="*/ 4 w 55"/>
                <a:gd name="T31" fmla="*/ 52 h 57"/>
                <a:gd name="T32" fmla="*/ 12 w 55"/>
                <a:gd name="T33" fmla="*/ 55 h 57"/>
                <a:gd name="T34" fmla="*/ 22 w 55"/>
                <a:gd name="T35" fmla="*/ 21 h 57"/>
                <a:gd name="T36" fmla="*/ 36 w 55"/>
                <a:gd name="T37" fmla="*/ 10 h 57"/>
                <a:gd name="T38" fmla="*/ 38 w 55"/>
                <a:gd name="T39" fmla="*/ 12 h 57"/>
                <a:gd name="T40" fmla="*/ 39 w 55"/>
                <a:gd name="T41" fmla="*/ 16 h 57"/>
                <a:gd name="T42" fmla="*/ 30 w 55"/>
                <a:gd name="T43" fmla="*/ 34 h 57"/>
                <a:gd name="T44" fmla="*/ 15 w 55"/>
                <a:gd name="T45" fmla="*/ 44 h 57"/>
                <a:gd name="T46" fmla="*/ 13 w 55"/>
                <a:gd name="T47" fmla="*/ 40 h 57"/>
                <a:gd name="T48" fmla="*/ 22 w 55"/>
                <a:gd name="T49" fmla="*/ 2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 h="57">
                  <a:moveTo>
                    <a:pt x="12" y="55"/>
                  </a:moveTo>
                  <a:cubicBezTo>
                    <a:pt x="21" y="55"/>
                    <a:pt x="29" y="49"/>
                    <a:pt x="38" y="38"/>
                  </a:cubicBezTo>
                  <a:cubicBezTo>
                    <a:pt x="38" y="50"/>
                    <a:pt x="40" y="57"/>
                    <a:pt x="47" y="57"/>
                  </a:cubicBezTo>
                  <a:cubicBezTo>
                    <a:pt x="49" y="57"/>
                    <a:pt x="50" y="56"/>
                    <a:pt x="52" y="55"/>
                  </a:cubicBezTo>
                  <a:cubicBezTo>
                    <a:pt x="54" y="54"/>
                    <a:pt x="55" y="53"/>
                    <a:pt x="55" y="51"/>
                  </a:cubicBezTo>
                  <a:cubicBezTo>
                    <a:pt x="55" y="50"/>
                    <a:pt x="54" y="49"/>
                    <a:pt x="53" y="49"/>
                  </a:cubicBezTo>
                  <a:cubicBezTo>
                    <a:pt x="52" y="48"/>
                    <a:pt x="51" y="47"/>
                    <a:pt x="51" y="47"/>
                  </a:cubicBezTo>
                  <a:cubicBezTo>
                    <a:pt x="50" y="46"/>
                    <a:pt x="50" y="45"/>
                    <a:pt x="49" y="43"/>
                  </a:cubicBezTo>
                  <a:cubicBezTo>
                    <a:pt x="49" y="42"/>
                    <a:pt x="49" y="39"/>
                    <a:pt x="49" y="34"/>
                  </a:cubicBezTo>
                  <a:cubicBezTo>
                    <a:pt x="49" y="30"/>
                    <a:pt x="50" y="25"/>
                    <a:pt x="51" y="18"/>
                  </a:cubicBezTo>
                  <a:cubicBezTo>
                    <a:pt x="52" y="14"/>
                    <a:pt x="53" y="12"/>
                    <a:pt x="53" y="11"/>
                  </a:cubicBezTo>
                  <a:cubicBezTo>
                    <a:pt x="53" y="8"/>
                    <a:pt x="51" y="6"/>
                    <a:pt x="47" y="6"/>
                  </a:cubicBezTo>
                  <a:cubicBezTo>
                    <a:pt x="45" y="2"/>
                    <a:pt x="43" y="0"/>
                    <a:pt x="38" y="0"/>
                  </a:cubicBezTo>
                  <a:cubicBezTo>
                    <a:pt x="29" y="0"/>
                    <a:pt x="21" y="5"/>
                    <a:pt x="12" y="15"/>
                  </a:cubicBezTo>
                  <a:cubicBezTo>
                    <a:pt x="4" y="25"/>
                    <a:pt x="0" y="34"/>
                    <a:pt x="1" y="43"/>
                  </a:cubicBezTo>
                  <a:cubicBezTo>
                    <a:pt x="1" y="47"/>
                    <a:pt x="2" y="50"/>
                    <a:pt x="4" y="52"/>
                  </a:cubicBezTo>
                  <a:cubicBezTo>
                    <a:pt x="7" y="54"/>
                    <a:pt x="9" y="55"/>
                    <a:pt x="12" y="55"/>
                  </a:cubicBezTo>
                  <a:close/>
                  <a:moveTo>
                    <a:pt x="22" y="21"/>
                  </a:moveTo>
                  <a:cubicBezTo>
                    <a:pt x="27" y="14"/>
                    <a:pt x="32" y="10"/>
                    <a:pt x="36" y="10"/>
                  </a:cubicBezTo>
                  <a:cubicBezTo>
                    <a:pt x="37" y="10"/>
                    <a:pt x="38" y="11"/>
                    <a:pt x="38" y="12"/>
                  </a:cubicBezTo>
                  <a:cubicBezTo>
                    <a:pt x="39" y="13"/>
                    <a:pt x="39" y="14"/>
                    <a:pt x="39" y="16"/>
                  </a:cubicBezTo>
                  <a:cubicBezTo>
                    <a:pt x="39" y="21"/>
                    <a:pt x="36" y="27"/>
                    <a:pt x="30" y="34"/>
                  </a:cubicBezTo>
                  <a:cubicBezTo>
                    <a:pt x="24" y="41"/>
                    <a:pt x="19" y="44"/>
                    <a:pt x="15" y="44"/>
                  </a:cubicBezTo>
                  <a:cubicBezTo>
                    <a:pt x="14" y="44"/>
                    <a:pt x="13" y="43"/>
                    <a:pt x="13" y="40"/>
                  </a:cubicBezTo>
                  <a:cubicBezTo>
                    <a:pt x="13" y="35"/>
                    <a:pt x="16" y="29"/>
                    <a:pt x="22"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 name="Freeform 44"/>
            <p:cNvSpPr>
              <a:spLocks/>
            </p:cNvSpPr>
            <p:nvPr/>
          </p:nvSpPr>
          <p:spPr bwMode="auto">
            <a:xfrm>
              <a:off x="4556190" y="2183291"/>
              <a:ext cx="95187" cy="91275"/>
            </a:xfrm>
            <a:custGeom>
              <a:avLst/>
              <a:gdLst>
                <a:gd name="T0" fmla="*/ 29 w 85"/>
                <a:gd name="T1" fmla="*/ 9 h 82"/>
                <a:gd name="T2" fmla="*/ 23 w 85"/>
                <a:gd name="T3" fmla="*/ 0 h 82"/>
                <a:gd name="T4" fmla="*/ 19 w 85"/>
                <a:gd name="T5" fmla="*/ 2 h 82"/>
                <a:gd name="T6" fmla="*/ 16 w 85"/>
                <a:gd name="T7" fmla="*/ 4 h 82"/>
                <a:gd name="T8" fmla="*/ 2 w 85"/>
                <a:gd name="T9" fmla="*/ 58 h 82"/>
                <a:gd name="T10" fmla="*/ 0 w 85"/>
                <a:gd name="T11" fmla="*/ 67 h 82"/>
                <a:gd name="T12" fmla="*/ 1 w 85"/>
                <a:gd name="T13" fmla="*/ 73 h 82"/>
                <a:gd name="T14" fmla="*/ 6 w 85"/>
                <a:gd name="T15" fmla="*/ 75 h 82"/>
                <a:gd name="T16" fmla="*/ 12 w 85"/>
                <a:gd name="T17" fmla="*/ 71 h 82"/>
                <a:gd name="T18" fmla="*/ 15 w 85"/>
                <a:gd name="T19" fmla="*/ 59 h 82"/>
                <a:gd name="T20" fmla="*/ 19 w 85"/>
                <a:gd name="T21" fmla="*/ 45 h 82"/>
                <a:gd name="T22" fmla="*/ 28 w 85"/>
                <a:gd name="T23" fmla="*/ 45 h 82"/>
                <a:gd name="T24" fmla="*/ 38 w 85"/>
                <a:gd name="T25" fmla="*/ 46 h 82"/>
                <a:gd name="T26" fmla="*/ 48 w 85"/>
                <a:gd name="T27" fmla="*/ 47 h 82"/>
                <a:gd name="T28" fmla="*/ 58 w 85"/>
                <a:gd name="T29" fmla="*/ 48 h 82"/>
                <a:gd name="T30" fmla="*/ 58 w 85"/>
                <a:gd name="T31" fmla="*/ 51 h 82"/>
                <a:gd name="T32" fmla="*/ 55 w 85"/>
                <a:gd name="T33" fmla="*/ 64 h 82"/>
                <a:gd name="T34" fmla="*/ 51 w 85"/>
                <a:gd name="T35" fmla="*/ 75 h 82"/>
                <a:gd name="T36" fmla="*/ 53 w 85"/>
                <a:gd name="T37" fmla="*/ 79 h 82"/>
                <a:gd name="T38" fmla="*/ 57 w 85"/>
                <a:gd name="T39" fmla="*/ 82 h 82"/>
                <a:gd name="T40" fmla="*/ 62 w 85"/>
                <a:gd name="T41" fmla="*/ 80 h 82"/>
                <a:gd name="T42" fmla="*/ 65 w 85"/>
                <a:gd name="T43" fmla="*/ 75 h 82"/>
                <a:gd name="T44" fmla="*/ 71 w 85"/>
                <a:gd name="T45" fmla="*/ 53 h 82"/>
                <a:gd name="T46" fmla="*/ 80 w 85"/>
                <a:gd name="T47" fmla="*/ 26 h 82"/>
                <a:gd name="T48" fmla="*/ 85 w 85"/>
                <a:gd name="T49" fmla="*/ 13 h 82"/>
                <a:gd name="T50" fmla="*/ 84 w 85"/>
                <a:gd name="T51" fmla="*/ 9 h 82"/>
                <a:gd name="T52" fmla="*/ 79 w 85"/>
                <a:gd name="T53" fmla="*/ 6 h 82"/>
                <a:gd name="T54" fmla="*/ 74 w 85"/>
                <a:gd name="T55" fmla="*/ 7 h 82"/>
                <a:gd name="T56" fmla="*/ 71 w 85"/>
                <a:gd name="T57" fmla="*/ 10 h 82"/>
                <a:gd name="T58" fmla="*/ 66 w 85"/>
                <a:gd name="T59" fmla="*/ 27 h 82"/>
                <a:gd name="T60" fmla="*/ 62 w 85"/>
                <a:gd name="T61" fmla="*/ 37 h 82"/>
                <a:gd name="T62" fmla="*/ 47 w 85"/>
                <a:gd name="T63" fmla="*/ 37 h 82"/>
                <a:gd name="T64" fmla="*/ 26 w 85"/>
                <a:gd name="T65" fmla="*/ 35 h 82"/>
                <a:gd name="T66" fmla="*/ 22 w 85"/>
                <a:gd name="T67" fmla="*/ 34 h 82"/>
                <a:gd name="T68" fmla="*/ 26 w 85"/>
                <a:gd name="T69" fmla="*/ 21 h 82"/>
                <a:gd name="T70" fmla="*/ 29 w 85"/>
                <a:gd name="T71" fmla="*/ 9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5" h="82">
                  <a:moveTo>
                    <a:pt x="29" y="9"/>
                  </a:moveTo>
                  <a:cubicBezTo>
                    <a:pt x="30" y="4"/>
                    <a:pt x="28" y="1"/>
                    <a:pt x="23" y="0"/>
                  </a:cubicBezTo>
                  <a:cubicBezTo>
                    <a:pt x="21" y="0"/>
                    <a:pt x="20" y="1"/>
                    <a:pt x="19" y="2"/>
                  </a:cubicBezTo>
                  <a:cubicBezTo>
                    <a:pt x="17" y="2"/>
                    <a:pt x="16" y="3"/>
                    <a:pt x="16" y="4"/>
                  </a:cubicBezTo>
                  <a:cubicBezTo>
                    <a:pt x="10" y="32"/>
                    <a:pt x="5" y="49"/>
                    <a:pt x="2" y="58"/>
                  </a:cubicBezTo>
                  <a:cubicBezTo>
                    <a:pt x="1" y="62"/>
                    <a:pt x="0" y="65"/>
                    <a:pt x="0" y="67"/>
                  </a:cubicBezTo>
                  <a:cubicBezTo>
                    <a:pt x="0" y="69"/>
                    <a:pt x="0" y="71"/>
                    <a:pt x="1" y="73"/>
                  </a:cubicBezTo>
                  <a:cubicBezTo>
                    <a:pt x="3" y="74"/>
                    <a:pt x="4" y="75"/>
                    <a:pt x="6" y="75"/>
                  </a:cubicBezTo>
                  <a:cubicBezTo>
                    <a:pt x="8" y="75"/>
                    <a:pt x="10" y="74"/>
                    <a:pt x="12" y="71"/>
                  </a:cubicBezTo>
                  <a:cubicBezTo>
                    <a:pt x="13" y="68"/>
                    <a:pt x="14" y="64"/>
                    <a:pt x="15" y="59"/>
                  </a:cubicBezTo>
                  <a:cubicBezTo>
                    <a:pt x="16" y="51"/>
                    <a:pt x="18" y="47"/>
                    <a:pt x="19" y="45"/>
                  </a:cubicBezTo>
                  <a:cubicBezTo>
                    <a:pt x="19" y="45"/>
                    <a:pt x="22" y="45"/>
                    <a:pt x="28" y="45"/>
                  </a:cubicBezTo>
                  <a:cubicBezTo>
                    <a:pt x="33" y="46"/>
                    <a:pt x="37" y="46"/>
                    <a:pt x="38" y="46"/>
                  </a:cubicBezTo>
                  <a:cubicBezTo>
                    <a:pt x="40" y="46"/>
                    <a:pt x="43" y="47"/>
                    <a:pt x="48" y="47"/>
                  </a:cubicBezTo>
                  <a:cubicBezTo>
                    <a:pt x="53" y="47"/>
                    <a:pt x="56" y="48"/>
                    <a:pt x="58" y="48"/>
                  </a:cubicBezTo>
                  <a:cubicBezTo>
                    <a:pt x="58" y="48"/>
                    <a:pt x="59" y="49"/>
                    <a:pt x="58" y="51"/>
                  </a:cubicBezTo>
                  <a:cubicBezTo>
                    <a:pt x="58" y="53"/>
                    <a:pt x="57" y="57"/>
                    <a:pt x="55" y="64"/>
                  </a:cubicBezTo>
                  <a:cubicBezTo>
                    <a:pt x="53" y="70"/>
                    <a:pt x="51" y="74"/>
                    <a:pt x="51" y="75"/>
                  </a:cubicBezTo>
                  <a:cubicBezTo>
                    <a:pt x="51" y="77"/>
                    <a:pt x="51" y="78"/>
                    <a:pt x="53" y="79"/>
                  </a:cubicBezTo>
                  <a:cubicBezTo>
                    <a:pt x="54" y="81"/>
                    <a:pt x="55" y="82"/>
                    <a:pt x="57" y="82"/>
                  </a:cubicBezTo>
                  <a:cubicBezTo>
                    <a:pt x="58" y="82"/>
                    <a:pt x="60" y="82"/>
                    <a:pt x="62" y="80"/>
                  </a:cubicBezTo>
                  <a:cubicBezTo>
                    <a:pt x="64" y="79"/>
                    <a:pt x="65" y="77"/>
                    <a:pt x="65" y="75"/>
                  </a:cubicBezTo>
                  <a:cubicBezTo>
                    <a:pt x="66" y="72"/>
                    <a:pt x="68" y="64"/>
                    <a:pt x="71" y="53"/>
                  </a:cubicBezTo>
                  <a:cubicBezTo>
                    <a:pt x="74" y="42"/>
                    <a:pt x="77" y="33"/>
                    <a:pt x="80" y="26"/>
                  </a:cubicBezTo>
                  <a:cubicBezTo>
                    <a:pt x="83" y="20"/>
                    <a:pt x="84" y="16"/>
                    <a:pt x="85" y="13"/>
                  </a:cubicBezTo>
                  <a:cubicBezTo>
                    <a:pt x="85" y="12"/>
                    <a:pt x="85" y="10"/>
                    <a:pt x="84" y="9"/>
                  </a:cubicBezTo>
                  <a:cubicBezTo>
                    <a:pt x="83" y="7"/>
                    <a:pt x="81" y="6"/>
                    <a:pt x="79" y="6"/>
                  </a:cubicBezTo>
                  <a:cubicBezTo>
                    <a:pt x="77" y="6"/>
                    <a:pt x="76" y="6"/>
                    <a:pt x="74" y="7"/>
                  </a:cubicBezTo>
                  <a:cubicBezTo>
                    <a:pt x="72" y="8"/>
                    <a:pt x="71" y="9"/>
                    <a:pt x="71" y="10"/>
                  </a:cubicBezTo>
                  <a:cubicBezTo>
                    <a:pt x="70" y="16"/>
                    <a:pt x="68" y="22"/>
                    <a:pt x="66" y="27"/>
                  </a:cubicBezTo>
                  <a:cubicBezTo>
                    <a:pt x="65" y="32"/>
                    <a:pt x="63" y="36"/>
                    <a:pt x="62" y="37"/>
                  </a:cubicBezTo>
                  <a:cubicBezTo>
                    <a:pt x="62" y="38"/>
                    <a:pt x="57" y="38"/>
                    <a:pt x="47" y="37"/>
                  </a:cubicBezTo>
                  <a:cubicBezTo>
                    <a:pt x="38" y="36"/>
                    <a:pt x="31" y="36"/>
                    <a:pt x="26" y="35"/>
                  </a:cubicBezTo>
                  <a:cubicBezTo>
                    <a:pt x="24" y="35"/>
                    <a:pt x="23" y="34"/>
                    <a:pt x="22" y="34"/>
                  </a:cubicBezTo>
                  <a:cubicBezTo>
                    <a:pt x="23" y="31"/>
                    <a:pt x="24" y="27"/>
                    <a:pt x="26" y="21"/>
                  </a:cubicBezTo>
                  <a:cubicBezTo>
                    <a:pt x="28" y="16"/>
                    <a:pt x="29" y="12"/>
                    <a:pt x="29"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 name="Freeform 45"/>
            <p:cNvSpPr>
              <a:spLocks noEditPoints="1"/>
            </p:cNvSpPr>
            <p:nvPr/>
          </p:nvSpPr>
          <p:spPr bwMode="auto">
            <a:xfrm>
              <a:off x="4646161" y="2223713"/>
              <a:ext cx="67804" cy="67804"/>
            </a:xfrm>
            <a:custGeom>
              <a:avLst/>
              <a:gdLst>
                <a:gd name="T0" fmla="*/ 60 w 61"/>
                <a:gd name="T1" fmla="*/ 17 h 61"/>
                <a:gd name="T2" fmla="*/ 55 w 61"/>
                <a:gd name="T3" fmla="*/ 11 h 61"/>
                <a:gd name="T4" fmla="*/ 48 w 61"/>
                <a:gd name="T5" fmla="*/ 3 h 61"/>
                <a:gd name="T6" fmla="*/ 19 w 61"/>
                <a:gd name="T7" fmla="*/ 11 h 61"/>
                <a:gd name="T8" fmla="*/ 1 w 61"/>
                <a:gd name="T9" fmla="*/ 36 h 61"/>
                <a:gd name="T10" fmla="*/ 3 w 61"/>
                <a:gd name="T11" fmla="*/ 45 h 61"/>
                <a:gd name="T12" fmla="*/ 10 w 61"/>
                <a:gd name="T13" fmla="*/ 50 h 61"/>
                <a:gd name="T14" fmla="*/ 39 w 61"/>
                <a:gd name="T15" fmla="*/ 40 h 61"/>
                <a:gd name="T16" fmla="*/ 43 w 61"/>
                <a:gd name="T17" fmla="*/ 60 h 61"/>
                <a:gd name="T18" fmla="*/ 49 w 61"/>
                <a:gd name="T19" fmla="*/ 60 h 61"/>
                <a:gd name="T20" fmla="*/ 52 w 61"/>
                <a:gd name="T21" fmla="*/ 57 h 61"/>
                <a:gd name="T22" fmla="*/ 51 w 61"/>
                <a:gd name="T23" fmla="*/ 54 h 61"/>
                <a:gd name="T24" fmla="*/ 49 w 61"/>
                <a:gd name="T25" fmla="*/ 51 h 61"/>
                <a:gd name="T26" fmla="*/ 49 w 61"/>
                <a:gd name="T27" fmla="*/ 48 h 61"/>
                <a:gd name="T28" fmla="*/ 50 w 61"/>
                <a:gd name="T29" fmla="*/ 39 h 61"/>
                <a:gd name="T30" fmla="*/ 57 w 61"/>
                <a:gd name="T31" fmla="*/ 24 h 61"/>
                <a:gd name="T32" fmla="*/ 60 w 61"/>
                <a:gd name="T33" fmla="*/ 17 h 61"/>
                <a:gd name="T34" fmla="*/ 45 w 61"/>
                <a:gd name="T35" fmla="*/ 19 h 61"/>
                <a:gd name="T36" fmla="*/ 32 w 61"/>
                <a:gd name="T37" fmla="*/ 34 h 61"/>
                <a:gd name="T38" fmla="*/ 15 w 61"/>
                <a:gd name="T39" fmla="*/ 40 h 61"/>
                <a:gd name="T40" fmla="*/ 14 w 61"/>
                <a:gd name="T41" fmla="*/ 36 h 61"/>
                <a:gd name="T42" fmla="*/ 27 w 61"/>
                <a:gd name="T43" fmla="*/ 20 h 61"/>
                <a:gd name="T44" fmla="*/ 43 w 61"/>
                <a:gd name="T45" fmla="*/ 12 h 61"/>
                <a:gd name="T46" fmla="*/ 45 w 61"/>
                <a:gd name="T47" fmla="*/ 14 h 61"/>
                <a:gd name="T48" fmla="*/ 45 w 61"/>
                <a:gd name="T49" fmla="*/ 1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1" h="61">
                  <a:moveTo>
                    <a:pt x="60" y="17"/>
                  </a:moveTo>
                  <a:cubicBezTo>
                    <a:pt x="61" y="14"/>
                    <a:pt x="59" y="12"/>
                    <a:pt x="55" y="11"/>
                  </a:cubicBezTo>
                  <a:cubicBezTo>
                    <a:pt x="55" y="6"/>
                    <a:pt x="52" y="4"/>
                    <a:pt x="48" y="3"/>
                  </a:cubicBezTo>
                  <a:cubicBezTo>
                    <a:pt x="40" y="0"/>
                    <a:pt x="30" y="3"/>
                    <a:pt x="19" y="11"/>
                  </a:cubicBezTo>
                  <a:cubicBezTo>
                    <a:pt x="9" y="19"/>
                    <a:pt x="3" y="27"/>
                    <a:pt x="1" y="36"/>
                  </a:cubicBezTo>
                  <a:cubicBezTo>
                    <a:pt x="0" y="39"/>
                    <a:pt x="1" y="42"/>
                    <a:pt x="3" y="45"/>
                  </a:cubicBezTo>
                  <a:cubicBezTo>
                    <a:pt x="4" y="48"/>
                    <a:pt x="7" y="50"/>
                    <a:pt x="10" y="50"/>
                  </a:cubicBezTo>
                  <a:cubicBezTo>
                    <a:pt x="18" y="52"/>
                    <a:pt x="27" y="49"/>
                    <a:pt x="39" y="40"/>
                  </a:cubicBezTo>
                  <a:cubicBezTo>
                    <a:pt x="35" y="52"/>
                    <a:pt x="37" y="59"/>
                    <a:pt x="43" y="60"/>
                  </a:cubicBezTo>
                  <a:cubicBezTo>
                    <a:pt x="45" y="61"/>
                    <a:pt x="47" y="61"/>
                    <a:pt x="49" y="60"/>
                  </a:cubicBezTo>
                  <a:cubicBezTo>
                    <a:pt x="51" y="59"/>
                    <a:pt x="52" y="58"/>
                    <a:pt x="52" y="57"/>
                  </a:cubicBezTo>
                  <a:cubicBezTo>
                    <a:pt x="53" y="56"/>
                    <a:pt x="52" y="55"/>
                    <a:pt x="51" y="54"/>
                  </a:cubicBezTo>
                  <a:cubicBezTo>
                    <a:pt x="50" y="53"/>
                    <a:pt x="49" y="52"/>
                    <a:pt x="49" y="51"/>
                  </a:cubicBezTo>
                  <a:cubicBezTo>
                    <a:pt x="49" y="51"/>
                    <a:pt x="49" y="50"/>
                    <a:pt x="49" y="48"/>
                  </a:cubicBezTo>
                  <a:cubicBezTo>
                    <a:pt x="49" y="46"/>
                    <a:pt x="49" y="43"/>
                    <a:pt x="50" y="39"/>
                  </a:cubicBezTo>
                  <a:cubicBezTo>
                    <a:pt x="51" y="35"/>
                    <a:pt x="53" y="30"/>
                    <a:pt x="57" y="24"/>
                  </a:cubicBezTo>
                  <a:cubicBezTo>
                    <a:pt x="58" y="20"/>
                    <a:pt x="59" y="18"/>
                    <a:pt x="60" y="17"/>
                  </a:cubicBezTo>
                  <a:close/>
                  <a:moveTo>
                    <a:pt x="45" y="19"/>
                  </a:moveTo>
                  <a:cubicBezTo>
                    <a:pt x="44" y="24"/>
                    <a:pt x="40" y="29"/>
                    <a:pt x="32" y="34"/>
                  </a:cubicBezTo>
                  <a:cubicBezTo>
                    <a:pt x="24" y="39"/>
                    <a:pt x="19" y="41"/>
                    <a:pt x="15" y="40"/>
                  </a:cubicBezTo>
                  <a:cubicBezTo>
                    <a:pt x="14" y="40"/>
                    <a:pt x="13" y="39"/>
                    <a:pt x="14" y="36"/>
                  </a:cubicBezTo>
                  <a:cubicBezTo>
                    <a:pt x="15" y="31"/>
                    <a:pt x="19" y="26"/>
                    <a:pt x="27" y="20"/>
                  </a:cubicBezTo>
                  <a:cubicBezTo>
                    <a:pt x="34" y="14"/>
                    <a:pt x="39" y="11"/>
                    <a:pt x="43" y="12"/>
                  </a:cubicBezTo>
                  <a:cubicBezTo>
                    <a:pt x="44" y="13"/>
                    <a:pt x="45" y="13"/>
                    <a:pt x="45" y="14"/>
                  </a:cubicBezTo>
                  <a:cubicBezTo>
                    <a:pt x="46" y="16"/>
                    <a:pt x="46" y="17"/>
                    <a:pt x="45"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 name="Freeform 46"/>
            <p:cNvSpPr>
              <a:spLocks/>
            </p:cNvSpPr>
            <p:nvPr/>
          </p:nvSpPr>
          <p:spPr bwMode="auto">
            <a:xfrm>
              <a:off x="4713965" y="2278478"/>
              <a:ext cx="18255" cy="15647"/>
            </a:xfrm>
            <a:custGeom>
              <a:avLst/>
              <a:gdLst>
                <a:gd name="T0" fmla="*/ 12 w 17"/>
                <a:gd name="T1" fmla="*/ 1 h 15"/>
                <a:gd name="T2" fmla="*/ 5 w 17"/>
                <a:gd name="T3" fmla="*/ 0 h 15"/>
                <a:gd name="T4" fmla="*/ 2 w 17"/>
                <a:gd name="T5" fmla="*/ 2 h 15"/>
                <a:gd name="T6" fmla="*/ 1 w 17"/>
                <a:gd name="T7" fmla="*/ 6 h 15"/>
                <a:gd name="T8" fmla="*/ 1 w 17"/>
                <a:gd name="T9" fmla="*/ 12 h 15"/>
                <a:gd name="T10" fmla="*/ 5 w 17"/>
                <a:gd name="T11" fmla="*/ 14 h 15"/>
                <a:gd name="T12" fmla="*/ 10 w 17"/>
                <a:gd name="T13" fmla="*/ 14 h 15"/>
                <a:gd name="T14" fmla="*/ 15 w 17"/>
                <a:gd name="T15" fmla="*/ 11 h 15"/>
                <a:gd name="T16" fmla="*/ 17 w 17"/>
                <a:gd name="T17" fmla="*/ 7 h 15"/>
                <a:gd name="T18" fmla="*/ 16 w 17"/>
                <a:gd name="T19" fmla="*/ 4 h 15"/>
                <a:gd name="T20" fmla="*/ 12 w 17"/>
                <a:gd name="T21"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5">
                  <a:moveTo>
                    <a:pt x="12" y="1"/>
                  </a:moveTo>
                  <a:cubicBezTo>
                    <a:pt x="9" y="0"/>
                    <a:pt x="7" y="0"/>
                    <a:pt x="5" y="0"/>
                  </a:cubicBezTo>
                  <a:cubicBezTo>
                    <a:pt x="4" y="0"/>
                    <a:pt x="3" y="1"/>
                    <a:pt x="2" y="2"/>
                  </a:cubicBezTo>
                  <a:cubicBezTo>
                    <a:pt x="2" y="2"/>
                    <a:pt x="1" y="4"/>
                    <a:pt x="1" y="6"/>
                  </a:cubicBezTo>
                  <a:cubicBezTo>
                    <a:pt x="0" y="9"/>
                    <a:pt x="0" y="11"/>
                    <a:pt x="1" y="12"/>
                  </a:cubicBezTo>
                  <a:cubicBezTo>
                    <a:pt x="1" y="13"/>
                    <a:pt x="3" y="14"/>
                    <a:pt x="5" y="14"/>
                  </a:cubicBezTo>
                  <a:cubicBezTo>
                    <a:pt x="6" y="15"/>
                    <a:pt x="7" y="14"/>
                    <a:pt x="10" y="14"/>
                  </a:cubicBezTo>
                  <a:cubicBezTo>
                    <a:pt x="12" y="13"/>
                    <a:pt x="14" y="12"/>
                    <a:pt x="15" y="11"/>
                  </a:cubicBezTo>
                  <a:cubicBezTo>
                    <a:pt x="16" y="10"/>
                    <a:pt x="16" y="9"/>
                    <a:pt x="17" y="7"/>
                  </a:cubicBezTo>
                  <a:cubicBezTo>
                    <a:pt x="17" y="6"/>
                    <a:pt x="17" y="5"/>
                    <a:pt x="16" y="4"/>
                  </a:cubicBezTo>
                  <a:cubicBezTo>
                    <a:pt x="15" y="3"/>
                    <a:pt x="14" y="2"/>
                    <a:pt x="1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 name="Freeform 47"/>
            <p:cNvSpPr>
              <a:spLocks/>
            </p:cNvSpPr>
            <p:nvPr/>
          </p:nvSpPr>
          <p:spPr bwMode="auto">
            <a:xfrm>
              <a:off x="4741348" y="2286301"/>
              <a:ext cx="19559" cy="16951"/>
            </a:xfrm>
            <a:custGeom>
              <a:avLst/>
              <a:gdLst>
                <a:gd name="T0" fmla="*/ 5 w 18"/>
                <a:gd name="T1" fmla="*/ 14 h 15"/>
                <a:gd name="T2" fmla="*/ 10 w 18"/>
                <a:gd name="T3" fmla="*/ 14 h 15"/>
                <a:gd name="T4" fmla="*/ 15 w 18"/>
                <a:gd name="T5" fmla="*/ 12 h 15"/>
                <a:gd name="T6" fmla="*/ 17 w 18"/>
                <a:gd name="T7" fmla="*/ 8 h 15"/>
                <a:gd name="T8" fmla="*/ 17 w 18"/>
                <a:gd name="T9" fmla="*/ 5 h 15"/>
                <a:gd name="T10" fmla="*/ 12 w 18"/>
                <a:gd name="T11" fmla="*/ 2 h 15"/>
                <a:gd name="T12" fmla="*/ 6 w 18"/>
                <a:gd name="T13" fmla="*/ 0 h 15"/>
                <a:gd name="T14" fmla="*/ 3 w 18"/>
                <a:gd name="T15" fmla="*/ 2 h 15"/>
                <a:gd name="T16" fmla="*/ 1 w 18"/>
                <a:gd name="T17" fmla="*/ 6 h 15"/>
                <a:gd name="T18" fmla="*/ 1 w 18"/>
                <a:gd name="T19" fmla="*/ 12 h 15"/>
                <a:gd name="T20" fmla="*/ 5 w 18"/>
                <a:gd name="T21" fmla="*/ 1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5">
                  <a:moveTo>
                    <a:pt x="5" y="14"/>
                  </a:moveTo>
                  <a:cubicBezTo>
                    <a:pt x="6" y="15"/>
                    <a:pt x="7" y="15"/>
                    <a:pt x="10" y="14"/>
                  </a:cubicBezTo>
                  <a:cubicBezTo>
                    <a:pt x="12" y="13"/>
                    <a:pt x="14" y="12"/>
                    <a:pt x="15" y="12"/>
                  </a:cubicBezTo>
                  <a:cubicBezTo>
                    <a:pt x="16" y="11"/>
                    <a:pt x="17" y="10"/>
                    <a:pt x="17" y="8"/>
                  </a:cubicBezTo>
                  <a:cubicBezTo>
                    <a:pt x="18" y="7"/>
                    <a:pt x="17" y="6"/>
                    <a:pt x="17" y="5"/>
                  </a:cubicBezTo>
                  <a:cubicBezTo>
                    <a:pt x="16" y="3"/>
                    <a:pt x="14" y="2"/>
                    <a:pt x="12" y="2"/>
                  </a:cubicBezTo>
                  <a:cubicBezTo>
                    <a:pt x="10" y="1"/>
                    <a:pt x="8" y="0"/>
                    <a:pt x="6" y="0"/>
                  </a:cubicBezTo>
                  <a:cubicBezTo>
                    <a:pt x="4" y="0"/>
                    <a:pt x="3" y="1"/>
                    <a:pt x="3" y="2"/>
                  </a:cubicBezTo>
                  <a:cubicBezTo>
                    <a:pt x="2" y="2"/>
                    <a:pt x="2" y="4"/>
                    <a:pt x="1" y="6"/>
                  </a:cubicBezTo>
                  <a:cubicBezTo>
                    <a:pt x="0" y="9"/>
                    <a:pt x="0" y="11"/>
                    <a:pt x="1" y="12"/>
                  </a:cubicBezTo>
                  <a:cubicBezTo>
                    <a:pt x="1" y="13"/>
                    <a:pt x="3" y="14"/>
                    <a:pt x="5"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 name="Freeform 48"/>
            <p:cNvSpPr>
              <a:spLocks/>
            </p:cNvSpPr>
            <p:nvPr/>
          </p:nvSpPr>
          <p:spPr bwMode="auto">
            <a:xfrm>
              <a:off x="4768730" y="2296733"/>
              <a:ext cx="20863" cy="16951"/>
            </a:xfrm>
            <a:custGeom>
              <a:avLst/>
              <a:gdLst>
                <a:gd name="T0" fmla="*/ 4 w 18"/>
                <a:gd name="T1" fmla="*/ 14 h 15"/>
                <a:gd name="T2" fmla="*/ 10 w 18"/>
                <a:gd name="T3" fmla="*/ 14 h 15"/>
                <a:gd name="T4" fmla="*/ 15 w 18"/>
                <a:gd name="T5" fmla="*/ 12 h 15"/>
                <a:gd name="T6" fmla="*/ 17 w 18"/>
                <a:gd name="T7" fmla="*/ 8 h 15"/>
                <a:gd name="T8" fmla="*/ 17 w 18"/>
                <a:gd name="T9" fmla="*/ 5 h 15"/>
                <a:gd name="T10" fmla="*/ 13 w 18"/>
                <a:gd name="T11" fmla="*/ 2 h 15"/>
                <a:gd name="T12" fmla="*/ 6 w 18"/>
                <a:gd name="T13" fmla="*/ 0 h 15"/>
                <a:gd name="T14" fmla="*/ 3 w 18"/>
                <a:gd name="T15" fmla="*/ 2 h 15"/>
                <a:gd name="T16" fmla="*/ 1 w 18"/>
                <a:gd name="T17" fmla="*/ 5 h 15"/>
                <a:gd name="T18" fmla="*/ 1 w 18"/>
                <a:gd name="T19" fmla="*/ 12 h 15"/>
                <a:gd name="T20" fmla="*/ 4 w 18"/>
                <a:gd name="T21" fmla="*/ 1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5">
                  <a:moveTo>
                    <a:pt x="4" y="14"/>
                  </a:moveTo>
                  <a:cubicBezTo>
                    <a:pt x="6" y="15"/>
                    <a:pt x="7" y="15"/>
                    <a:pt x="10" y="14"/>
                  </a:cubicBezTo>
                  <a:cubicBezTo>
                    <a:pt x="12" y="13"/>
                    <a:pt x="14" y="13"/>
                    <a:pt x="15" y="12"/>
                  </a:cubicBezTo>
                  <a:cubicBezTo>
                    <a:pt x="16" y="11"/>
                    <a:pt x="17" y="10"/>
                    <a:pt x="17" y="8"/>
                  </a:cubicBezTo>
                  <a:cubicBezTo>
                    <a:pt x="18" y="7"/>
                    <a:pt x="17" y="6"/>
                    <a:pt x="17" y="5"/>
                  </a:cubicBezTo>
                  <a:cubicBezTo>
                    <a:pt x="16" y="4"/>
                    <a:pt x="15" y="3"/>
                    <a:pt x="13" y="2"/>
                  </a:cubicBezTo>
                  <a:cubicBezTo>
                    <a:pt x="10" y="1"/>
                    <a:pt x="8" y="0"/>
                    <a:pt x="6" y="0"/>
                  </a:cubicBezTo>
                  <a:cubicBezTo>
                    <a:pt x="5" y="0"/>
                    <a:pt x="4" y="1"/>
                    <a:pt x="3" y="2"/>
                  </a:cubicBezTo>
                  <a:cubicBezTo>
                    <a:pt x="3" y="2"/>
                    <a:pt x="2" y="4"/>
                    <a:pt x="1" y="5"/>
                  </a:cubicBezTo>
                  <a:cubicBezTo>
                    <a:pt x="0" y="9"/>
                    <a:pt x="0" y="11"/>
                    <a:pt x="1" y="12"/>
                  </a:cubicBezTo>
                  <a:cubicBezTo>
                    <a:pt x="1" y="13"/>
                    <a:pt x="2" y="14"/>
                    <a:pt x="4"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 name="Freeform 49"/>
            <p:cNvSpPr>
              <a:spLocks/>
            </p:cNvSpPr>
            <p:nvPr/>
          </p:nvSpPr>
          <p:spPr bwMode="auto">
            <a:xfrm>
              <a:off x="4407543" y="2472762"/>
              <a:ext cx="87363" cy="106922"/>
            </a:xfrm>
            <a:custGeom>
              <a:avLst/>
              <a:gdLst>
                <a:gd name="T0" fmla="*/ 5 w 78"/>
                <a:gd name="T1" fmla="*/ 21 h 96"/>
                <a:gd name="T2" fmla="*/ 1 w 78"/>
                <a:gd name="T3" fmla="*/ 24 h 96"/>
                <a:gd name="T4" fmla="*/ 0 w 78"/>
                <a:gd name="T5" fmla="*/ 28 h 96"/>
                <a:gd name="T6" fmla="*/ 13 w 78"/>
                <a:gd name="T7" fmla="*/ 82 h 96"/>
                <a:gd name="T8" fmla="*/ 15 w 78"/>
                <a:gd name="T9" fmla="*/ 91 h 96"/>
                <a:gd name="T10" fmla="*/ 19 w 78"/>
                <a:gd name="T11" fmla="*/ 95 h 96"/>
                <a:gd name="T12" fmla="*/ 25 w 78"/>
                <a:gd name="T13" fmla="*/ 95 h 96"/>
                <a:gd name="T14" fmla="*/ 27 w 78"/>
                <a:gd name="T15" fmla="*/ 89 h 96"/>
                <a:gd name="T16" fmla="*/ 25 w 78"/>
                <a:gd name="T17" fmla="*/ 77 h 96"/>
                <a:gd name="T18" fmla="*/ 22 w 78"/>
                <a:gd name="T19" fmla="*/ 63 h 96"/>
                <a:gd name="T20" fmla="*/ 30 w 78"/>
                <a:gd name="T21" fmla="*/ 59 h 96"/>
                <a:gd name="T22" fmla="*/ 39 w 78"/>
                <a:gd name="T23" fmla="*/ 55 h 96"/>
                <a:gd name="T24" fmla="*/ 49 w 78"/>
                <a:gd name="T25" fmla="*/ 51 h 96"/>
                <a:gd name="T26" fmla="*/ 58 w 78"/>
                <a:gd name="T27" fmla="*/ 47 h 96"/>
                <a:gd name="T28" fmla="*/ 60 w 78"/>
                <a:gd name="T29" fmla="*/ 49 h 96"/>
                <a:gd name="T30" fmla="*/ 63 w 78"/>
                <a:gd name="T31" fmla="*/ 63 h 96"/>
                <a:gd name="T32" fmla="*/ 65 w 78"/>
                <a:gd name="T33" fmla="*/ 74 h 96"/>
                <a:gd name="T34" fmla="*/ 68 w 78"/>
                <a:gd name="T35" fmla="*/ 78 h 96"/>
                <a:gd name="T36" fmla="*/ 73 w 78"/>
                <a:gd name="T37" fmla="*/ 78 h 96"/>
                <a:gd name="T38" fmla="*/ 77 w 78"/>
                <a:gd name="T39" fmla="*/ 74 h 96"/>
                <a:gd name="T40" fmla="*/ 78 w 78"/>
                <a:gd name="T41" fmla="*/ 68 h 96"/>
                <a:gd name="T42" fmla="*/ 72 w 78"/>
                <a:gd name="T43" fmla="*/ 46 h 96"/>
                <a:gd name="T44" fmla="*/ 68 w 78"/>
                <a:gd name="T45" fmla="*/ 18 h 96"/>
                <a:gd name="T46" fmla="*/ 66 w 78"/>
                <a:gd name="T47" fmla="*/ 4 h 96"/>
                <a:gd name="T48" fmla="*/ 63 w 78"/>
                <a:gd name="T49" fmla="*/ 0 h 96"/>
                <a:gd name="T50" fmla="*/ 58 w 78"/>
                <a:gd name="T51" fmla="*/ 0 h 96"/>
                <a:gd name="T52" fmla="*/ 53 w 78"/>
                <a:gd name="T53" fmla="*/ 4 h 96"/>
                <a:gd name="T54" fmla="*/ 52 w 78"/>
                <a:gd name="T55" fmla="*/ 8 h 96"/>
                <a:gd name="T56" fmla="*/ 56 w 78"/>
                <a:gd name="T57" fmla="*/ 25 h 96"/>
                <a:gd name="T58" fmla="*/ 57 w 78"/>
                <a:gd name="T59" fmla="*/ 35 h 96"/>
                <a:gd name="T60" fmla="*/ 44 w 78"/>
                <a:gd name="T61" fmla="*/ 42 h 96"/>
                <a:gd name="T62" fmla="*/ 24 w 78"/>
                <a:gd name="T63" fmla="*/ 51 h 96"/>
                <a:gd name="T64" fmla="*/ 20 w 78"/>
                <a:gd name="T65" fmla="*/ 51 h 96"/>
                <a:gd name="T66" fmla="*/ 17 w 78"/>
                <a:gd name="T67" fmla="*/ 38 h 96"/>
                <a:gd name="T68" fmla="*/ 15 w 78"/>
                <a:gd name="T69" fmla="*/ 27 h 96"/>
                <a:gd name="T70" fmla="*/ 5 w 78"/>
                <a:gd name="T71"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8" h="96">
                  <a:moveTo>
                    <a:pt x="5" y="21"/>
                  </a:moveTo>
                  <a:cubicBezTo>
                    <a:pt x="3" y="22"/>
                    <a:pt x="2" y="23"/>
                    <a:pt x="1" y="24"/>
                  </a:cubicBezTo>
                  <a:cubicBezTo>
                    <a:pt x="1" y="26"/>
                    <a:pt x="0" y="27"/>
                    <a:pt x="0" y="28"/>
                  </a:cubicBezTo>
                  <a:cubicBezTo>
                    <a:pt x="8" y="55"/>
                    <a:pt x="12" y="73"/>
                    <a:pt x="13" y="82"/>
                  </a:cubicBezTo>
                  <a:cubicBezTo>
                    <a:pt x="13" y="86"/>
                    <a:pt x="14" y="89"/>
                    <a:pt x="15" y="91"/>
                  </a:cubicBezTo>
                  <a:cubicBezTo>
                    <a:pt x="16" y="93"/>
                    <a:pt x="17" y="95"/>
                    <a:pt x="19" y="95"/>
                  </a:cubicBezTo>
                  <a:cubicBezTo>
                    <a:pt x="21" y="96"/>
                    <a:pt x="23" y="96"/>
                    <a:pt x="25" y="95"/>
                  </a:cubicBezTo>
                  <a:cubicBezTo>
                    <a:pt x="27" y="95"/>
                    <a:pt x="27" y="93"/>
                    <a:pt x="27" y="89"/>
                  </a:cubicBezTo>
                  <a:cubicBezTo>
                    <a:pt x="27" y="86"/>
                    <a:pt x="27" y="82"/>
                    <a:pt x="25" y="77"/>
                  </a:cubicBezTo>
                  <a:cubicBezTo>
                    <a:pt x="23" y="70"/>
                    <a:pt x="22" y="65"/>
                    <a:pt x="22" y="63"/>
                  </a:cubicBezTo>
                  <a:cubicBezTo>
                    <a:pt x="22" y="62"/>
                    <a:pt x="25" y="61"/>
                    <a:pt x="30" y="59"/>
                  </a:cubicBezTo>
                  <a:cubicBezTo>
                    <a:pt x="35" y="57"/>
                    <a:pt x="38" y="55"/>
                    <a:pt x="39" y="55"/>
                  </a:cubicBezTo>
                  <a:cubicBezTo>
                    <a:pt x="41" y="54"/>
                    <a:pt x="44" y="53"/>
                    <a:pt x="49" y="51"/>
                  </a:cubicBezTo>
                  <a:cubicBezTo>
                    <a:pt x="53" y="49"/>
                    <a:pt x="57" y="48"/>
                    <a:pt x="58" y="47"/>
                  </a:cubicBezTo>
                  <a:cubicBezTo>
                    <a:pt x="59" y="47"/>
                    <a:pt x="59" y="48"/>
                    <a:pt x="60" y="49"/>
                  </a:cubicBezTo>
                  <a:cubicBezTo>
                    <a:pt x="61" y="52"/>
                    <a:pt x="62" y="56"/>
                    <a:pt x="63" y="63"/>
                  </a:cubicBezTo>
                  <a:cubicBezTo>
                    <a:pt x="64" y="69"/>
                    <a:pt x="64" y="73"/>
                    <a:pt x="65" y="74"/>
                  </a:cubicBezTo>
                  <a:cubicBezTo>
                    <a:pt x="65" y="76"/>
                    <a:pt x="66" y="77"/>
                    <a:pt x="68" y="78"/>
                  </a:cubicBezTo>
                  <a:cubicBezTo>
                    <a:pt x="70" y="78"/>
                    <a:pt x="71" y="78"/>
                    <a:pt x="73" y="78"/>
                  </a:cubicBezTo>
                  <a:cubicBezTo>
                    <a:pt x="74" y="77"/>
                    <a:pt x="75" y="76"/>
                    <a:pt x="77" y="74"/>
                  </a:cubicBezTo>
                  <a:cubicBezTo>
                    <a:pt x="78" y="72"/>
                    <a:pt x="78" y="70"/>
                    <a:pt x="78" y="68"/>
                  </a:cubicBezTo>
                  <a:cubicBezTo>
                    <a:pt x="76" y="64"/>
                    <a:pt x="75" y="57"/>
                    <a:pt x="72" y="46"/>
                  </a:cubicBezTo>
                  <a:cubicBezTo>
                    <a:pt x="70" y="34"/>
                    <a:pt x="69" y="25"/>
                    <a:pt x="68" y="18"/>
                  </a:cubicBezTo>
                  <a:cubicBezTo>
                    <a:pt x="68" y="11"/>
                    <a:pt x="67" y="6"/>
                    <a:pt x="66" y="4"/>
                  </a:cubicBezTo>
                  <a:cubicBezTo>
                    <a:pt x="66" y="2"/>
                    <a:pt x="65" y="1"/>
                    <a:pt x="63" y="0"/>
                  </a:cubicBezTo>
                  <a:cubicBezTo>
                    <a:pt x="61" y="0"/>
                    <a:pt x="60" y="0"/>
                    <a:pt x="58" y="0"/>
                  </a:cubicBezTo>
                  <a:cubicBezTo>
                    <a:pt x="56" y="1"/>
                    <a:pt x="55" y="2"/>
                    <a:pt x="53" y="4"/>
                  </a:cubicBezTo>
                  <a:cubicBezTo>
                    <a:pt x="52" y="5"/>
                    <a:pt x="52" y="7"/>
                    <a:pt x="52" y="8"/>
                  </a:cubicBezTo>
                  <a:cubicBezTo>
                    <a:pt x="54" y="14"/>
                    <a:pt x="55" y="19"/>
                    <a:pt x="56" y="25"/>
                  </a:cubicBezTo>
                  <a:cubicBezTo>
                    <a:pt x="57" y="30"/>
                    <a:pt x="57" y="34"/>
                    <a:pt x="57" y="35"/>
                  </a:cubicBezTo>
                  <a:cubicBezTo>
                    <a:pt x="57" y="36"/>
                    <a:pt x="52" y="39"/>
                    <a:pt x="44" y="42"/>
                  </a:cubicBezTo>
                  <a:cubicBezTo>
                    <a:pt x="35" y="46"/>
                    <a:pt x="28" y="49"/>
                    <a:pt x="24" y="51"/>
                  </a:cubicBezTo>
                  <a:cubicBezTo>
                    <a:pt x="22" y="51"/>
                    <a:pt x="20" y="52"/>
                    <a:pt x="20" y="51"/>
                  </a:cubicBezTo>
                  <a:cubicBezTo>
                    <a:pt x="19" y="49"/>
                    <a:pt x="18" y="44"/>
                    <a:pt x="17" y="38"/>
                  </a:cubicBezTo>
                  <a:cubicBezTo>
                    <a:pt x="16" y="33"/>
                    <a:pt x="15" y="29"/>
                    <a:pt x="15" y="27"/>
                  </a:cubicBezTo>
                  <a:cubicBezTo>
                    <a:pt x="13" y="21"/>
                    <a:pt x="9" y="20"/>
                    <a:pt x="5"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 name="Freeform 50"/>
            <p:cNvSpPr>
              <a:spLocks noEditPoints="1"/>
            </p:cNvSpPr>
            <p:nvPr/>
          </p:nvSpPr>
          <p:spPr bwMode="auto">
            <a:xfrm>
              <a:off x="4506641" y="2477978"/>
              <a:ext cx="62588" cy="69108"/>
            </a:xfrm>
            <a:custGeom>
              <a:avLst/>
              <a:gdLst>
                <a:gd name="T0" fmla="*/ 38 w 57"/>
                <a:gd name="T1" fmla="*/ 5 h 62"/>
                <a:gd name="T2" fmla="*/ 28 w 57"/>
                <a:gd name="T3" fmla="*/ 1 h 62"/>
                <a:gd name="T4" fmla="*/ 7 w 57"/>
                <a:gd name="T5" fmla="*/ 22 h 62"/>
                <a:gd name="T6" fmla="*/ 2 w 57"/>
                <a:gd name="T7" fmla="*/ 52 h 62"/>
                <a:gd name="T8" fmla="*/ 8 w 57"/>
                <a:gd name="T9" fmla="*/ 60 h 62"/>
                <a:gd name="T10" fmla="*/ 16 w 57"/>
                <a:gd name="T11" fmla="*/ 62 h 62"/>
                <a:gd name="T12" fmla="*/ 38 w 57"/>
                <a:gd name="T13" fmla="*/ 39 h 62"/>
                <a:gd name="T14" fmla="*/ 50 w 57"/>
                <a:gd name="T15" fmla="*/ 55 h 62"/>
                <a:gd name="T16" fmla="*/ 55 w 57"/>
                <a:gd name="T17" fmla="*/ 52 h 62"/>
                <a:gd name="T18" fmla="*/ 57 w 57"/>
                <a:gd name="T19" fmla="*/ 47 h 62"/>
                <a:gd name="T20" fmla="*/ 54 w 57"/>
                <a:gd name="T21" fmla="*/ 45 h 62"/>
                <a:gd name="T22" fmla="*/ 52 w 57"/>
                <a:gd name="T23" fmla="*/ 44 h 62"/>
                <a:gd name="T24" fmla="*/ 50 w 57"/>
                <a:gd name="T25" fmla="*/ 41 h 62"/>
                <a:gd name="T26" fmla="*/ 47 w 57"/>
                <a:gd name="T27" fmla="*/ 33 h 62"/>
                <a:gd name="T28" fmla="*/ 46 w 57"/>
                <a:gd name="T29" fmla="*/ 16 h 62"/>
                <a:gd name="T30" fmla="*/ 45 w 57"/>
                <a:gd name="T31" fmla="*/ 8 h 62"/>
                <a:gd name="T32" fmla="*/ 38 w 57"/>
                <a:gd name="T33" fmla="*/ 5 h 62"/>
                <a:gd name="T34" fmla="*/ 29 w 57"/>
                <a:gd name="T35" fmla="*/ 37 h 62"/>
                <a:gd name="T36" fmla="*/ 16 w 57"/>
                <a:gd name="T37" fmla="*/ 50 h 62"/>
                <a:gd name="T38" fmla="*/ 14 w 57"/>
                <a:gd name="T39" fmla="*/ 47 h 62"/>
                <a:gd name="T40" fmla="*/ 17 w 57"/>
                <a:gd name="T41" fmla="*/ 26 h 62"/>
                <a:gd name="T42" fmla="*/ 28 w 57"/>
                <a:gd name="T43" fmla="*/ 12 h 62"/>
                <a:gd name="T44" fmla="*/ 31 w 57"/>
                <a:gd name="T45" fmla="*/ 13 h 62"/>
                <a:gd name="T46" fmla="*/ 33 w 57"/>
                <a:gd name="T47" fmla="*/ 17 h 62"/>
                <a:gd name="T48" fmla="*/ 29 w 57"/>
                <a:gd name="T49" fmla="*/ 37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7" h="62">
                  <a:moveTo>
                    <a:pt x="38" y="5"/>
                  </a:moveTo>
                  <a:cubicBezTo>
                    <a:pt x="36" y="2"/>
                    <a:pt x="33" y="0"/>
                    <a:pt x="28" y="1"/>
                  </a:cubicBezTo>
                  <a:cubicBezTo>
                    <a:pt x="20" y="3"/>
                    <a:pt x="12" y="10"/>
                    <a:pt x="7" y="22"/>
                  </a:cubicBezTo>
                  <a:cubicBezTo>
                    <a:pt x="1" y="34"/>
                    <a:pt x="0" y="44"/>
                    <a:pt x="2" y="52"/>
                  </a:cubicBezTo>
                  <a:cubicBezTo>
                    <a:pt x="3" y="56"/>
                    <a:pt x="5" y="59"/>
                    <a:pt x="8" y="60"/>
                  </a:cubicBezTo>
                  <a:cubicBezTo>
                    <a:pt x="10" y="62"/>
                    <a:pt x="13" y="62"/>
                    <a:pt x="16" y="62"/>
                  </a:cubicBezTo>
                  <a:cubicBezTo>
                    <a:pt x="24" y="59"/>
                    <a:pt x="31" y="52"/>
                    <a:pt x="38" y="39"/>
                  </a:cubicBezTo>
                  <a:cubicBezTo>
                    <a:pt x="40" y="51"/>
                    <a:pt x="44" y="56"/>
                    <a:pt x="50" y="55"/>
                  </a:cubicBezTo>
                  <a:cubicBezTo>
                    <a:pt x="52" y="55"/>
                    <a:pt x="54" y="54"/>
                    <a:pt x="55" y="52"/>
                  </a:cubicBezTo>
                  <a:cubicBezTo>
                    <a:pt x="57" y="51"/>
                    <a:pt x="57" y="49"/>
                    <a:pt x="57" y="47"/>
                  </a:cubicBezTo>
                  <a:cubicBezTo>
                    <a:pt x="57" y="46"/>
                    <a:pt x="56" y="46"/>
                    <a:pt x="54" y="45"/>
                  </a:cubicBezTo>
                  <a:cubicBezTo>
                    <a:pt x="53" y="45"/>
                    <a:pt x="52" y="45"/>
                    <a:pt x="52" y="44"/>
                  </a:cubicBezTo>
                  <a:cubicBezTo>
                    <a:pt x="51" y="44"/>
                    <a:pt x="51" y="43"/>
                    <a:pt x="50" y="41"/>
                  </a:cubicBezTo>
                  <a:cubicBezTo>
                    <a:pt x="49" y="40"/>
                    <a:pt x="48" y="37"/>
                    <a:pt x="47" y="33"/>
                  </a:cubicBezTo>
                  <a:cubicBezTo>
                    <a:pt x="46" y="29"/>
                    <a:pt x="46" y="23"/>
                    <a:pt x="46" y="16"/>
                  </a:cubicBezTo>
                  <a:cubicBezTo>
                    <a:pt x="46" y="12"/>
                    <a:pt x="45" y="10"/>
                    <a:pt x="45" y="8"/>
                  </a:cubicBezTo>
                  <a:cubicBezTo>
                    <a:pt x="45" y="6"/>
                    <a:pt x="42" y="5"/>
                    <a:pt x="38" y="5"/>
                  </a:cubicBezTo>
                  <a:close/>
                  <a:moveTo>
                    <a:pt x="29" y="37"/>
                  </a:moveTo>
                  <a:cubicBezTo>
                    <a:pt x="24" y="45"/>
                    <a:pt x="20" y="49"/>
                    <a:pt x="16" y="50"/>
                  </a:cubicBezTo>
                  <a:cubicBezTo>
                    <a:pt x="15" y="51"/>
                    <a:pt x="14" y="50"/>
                    <a:pt x="14" y="47"/>
                  </a:cubicBezTo>
                  <a:cubicBezTo>
                    <a:pt x="12" y="42"/>
                    <a:pt x="13" y="35"/>
                    <a:pt x="17" y="26"/>
                  </a:cubicBezTo>
                  <a:cubicBezTo>
                    <a:pt x="21" y="18"/>
                    <a:pt x="25" y="13"/>
                    <a:pt x="28" y="12"/>
                  </a:cubicBezTo>
                  <a:cubicBezTo>
                    <a:pt x="29" y="12"/>
                    <a:pt x="30" y="12"/>
                    <a:pt x="31" y="13"/>
                  </a:cubicBezTo>
                  <a:cubicBezTo>
                    <a:pt x="32" y="14"/>
                    <a:pt x="33" y="15"/>
                    <a:pt x="33" y="17"/>
                  </a:cubicBezTo>
                  <a:cubicBezTo>
                    <a:pt x="35" y="22"/>
                    <a:pt x="33" y="28"/>
                    <a:pt x="29"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 name="Freeform 51"/>
            <p:cNvSpPr>
              <a:spLocks/>
            </p:cNvSpPr>
            <p:nvPr/>
          </p:nvSpPr>
          <p:spPr bwMode="auto">
            <a:xfrm>
              <a:off x="4627906" y="2433644"/>
              <a:ext cx="78235" cy="95187"/>
            </a:xfrm>
            <a:custGeom>
              <a:avLst/>
              <a:gdLst>
                <a:gd name="T0" fmla="*/ 69 w 70"/>
                <a:gd name="T1" fmla="*/ 20 h 85"/>
                <a:gd name="T2" fmla="*/ 70 w 70"/>
                <a:gd name="T3" fmla="*/ 6 h 85"/>
                <a:gd name="T4" fmla="*/ 68 w 70"/>
                <a:gd name="T5" fmla="*/ 2 h 85"/>
                <a:gd name="T6" fmla="*/ 63 w 70"/>
                <a:gd name="T7" fmla="*/ 0 h 85"/>
                <a:gd name="T8" fmla="*/ 58 w 70"/>
                <a:gd name="T9" fmla="*/ 3 h 85"/>
                <a:gd name="T10" fmla="*/ 56 w 70"/>
                <a:gd name="T11" fmla="*/ 6 h 85"/>
                <a:gd name="T12" fmla="*/ 55 w 70"/>
                <a:gd name="T13" fmla="*/ 24 h 85"/>
                <a:gd name="T14" fmla="*/ 54 w 70"/>
                <a:gd name="T15" fmla="*/ 34 h 85"/>
                <a:gd name="T16" fmla="*/ 39 w 70"/>
                <a:gd name="T17" fmla="*/ 38 h 85"/>
                <a:gd name="T18" fmla="*/ 18 w 70"/>
                <a:gd name="T19" fmla="*/ 41 h 85"/>
                <a:gd name="T20" fmla="*/ 14 w 70"/>
                <a:gd name="T21" fmla="*/ 41 h 85"/>
                <a:gd name="T22" fmla="*/ 15 w 70"/>
                <a:gd name="T23" fmla="*/ 27 h 85"/>
                <a:gd name="T24" fmla="*/ 15 w 70"/>
                <a:gd name="T25" fmla="*/ 16 h 85"/>
                <a:gd name="T26" fmla="*/ 7 w 70"/>
                <a:gd name="T27" fmla="*/ 8 h 85"/>
                <a:gd name="T28" fmla="*/ 3 w 70"/>
                <a:gd name="T29" fmla="*/ 10 h 85"/>
                <a:gd name="T30" fmla="*/ 1 w 70"/>
                <a:gd name="T31" fmla="*/ 14 h 85"/>
                <a:gd name="T32" fmla="*/ 1 w 70"/>
                <a:gd name="T33" fmla="*/ 69 h 85"/>
                <a:gd name="T34" fmla="*/ 0 w 70"/>
                <a:gd name="T35" fmla="*/ 78 h 85"/>
                <a:gd name="T36" fmla="*/ 3 w 70"/>
                <a:gd name="T37" fmla="*/ 84 h 85"/>
                <a:gd name="T38" fmla="*/ 9 w 70"/>
                <a:gd name="T39" fmla="*/ 85 h 85"/>
                <a:gd name="T40" fmla="*/ 13 w 70"/>
                <a:gd name="T41" fmla="*/ 80 h 85"/>
                <a:gd name="T42" fmla="*/ 13 w 70"/>
                <a:gd name="T43" fmla="*/ 68 h 85"/>
                <a:gd name="T44" fmla="*/ 14 w 70"/>
                <a:gd name="T45" fmla="*/ 53 h 85"/>
                <a:gd name="T46" fmla="*/ 22 w 70"/>
                <a:gd name="T47" fmla="*/ 51 h 85"/>
                <a:gd name="T48" fmla="*/ 32 w 70"/>
                <a:gd name="T49" fmla="*/ 49 h 85"/>
                <a:gd name="T50" fmla="*/ 42 w 70"/>
                <a:gd name="T51" fmla="*/ 48 h 85"/>
                <a:gd name="T52" fmla="*/ 52 w 70"/>
                <a:gd name="T53" fmla="*/ 46 h 85"/>
                <a:gd name="T54" fmla="*/ 53 w 70"/>
                <a:gd name="T55" fmla="*/ 49 h 85"/>
                <a:gd name="T56" fmla="*/ 53 w 70"/>
                <a:gd name="T57" fmla="*/ 62 h 85"/>
                <a:gd name="T58" fmla="*/ 52 w 70"/>
                <a:gd name="T59" fmla="*/ 74 h 85"/>
                <a:gd name="T60" fmla="*/ 54 w 70"/>
                <a:gd name="T61" fmla="*/ 78 h 85"/>
                <a:gd name="T62" fmla="*/ 59 w 70"/>
                <a:gd name="T63" fmla="*/ 79 h 85"/>
                <a:gd name="T64" fmla="*/ 63 w 70"/>
                <a:gd name="T65" fmla="*/ 77 h 85"/>
                <a:gd name="T66" fmla="*/ 66 w 70"/>
                <a:gd name="T67" fmla="*/ 71 h 85"/>
                <a:gd name="T68" fmla="*/ 66 w 70"/>
                <a:gd name="T69" fmla="*/ 48 h 85"/>
                <a:gd name="T70" fmla="*/ 69 w 70"/>
                <a:gd name="T71" fmla="*/ 2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0" h="85">
                  <a:moveTo>
                    <a:pt x="69" y="20"/>
                  </a:moveTo>
                  <a:cubicBezTo>
                    <a:pt x="70" y="13"/>
                    <a:pt x="70" y="9"/>
                    <a:pt x="70" y="6"/>
                  </a:cubicBezTo>
                  <a:cubicBezTo>
                    <a:pt x="70" y="4"/>
                    <a:pt x="69" y="3"/>
                    <a:pt x="68" y="2"/>
                  </a:cubicBezTo>
                  <a:cubicBezTo>
                    <a:pt x="66" y="1"/>
                    <a:pt x="65" y="0"/>
                    <a:pt x="63" y="0"/>
                  </a:cubicBezTo>
                  <a:cubicBezTo>
                    <a:pt x="61" y="1"/>
                    <a:pt x="59" y="1"/>
                    <a:pt x="58" y="3"/>
                  </a:cubicBezTo>
                  <a:cubicBezTo>
                    <a:pt x="56" y="4"/>
                    <a:pt x="56" y="5"/>
                    <a:pt x="56" y="6"/>
                  </a:cubicBezTo>
                  <a:cubicBezTo>
                    <a:pt x="56" y="12"/>
                    <a:pt x="56" y="18"/>
                    <a:pt x="55" y="24"/>
                  </a:cubicBezTo>
                  <a:cubicBezTo>
                    <a:pt x="55" y="30"/>
                    <a:pt x="55" y="33"/>
                    <a:pt x="54" y="34"/>
                  </a:cubicBezTo>
                  <a:cubicBezTo>
                    <a:pt x="53" y="35"/>
                    <a:pt x="48" y="37"/>
                    <a:pt x="39" y="38"/>
                  </a:cubicBezTo>
                  <a:cubicBezTo>
                    <a:pt x="30" y="40"/>
                    <a:pt x="23" y="41"/>
                    <a:pt x="18" y="41"/>
                  </a:cubicBezTo>
                  <a:cubicBezTo>
                    <a:pt x="16" y="41"/>
                    <a:pt x="15" y="41"/>
                    <a:pt x="14" y="41"/>
                  </a:cubicBezTo>
                  <a:cubicBezTo>
                    <a:pt x="14" y="38"/>
                    <a:pt x="14" y="34"/>
                    <a:pt x="15" y="27"/>
                  </a:cubicBezTo>
                  <a:cubicBezTo>
                    <a:pt x="15" y="22"/>
                    <a:pt x="15" y="18"/>
                    <a:pt x="15" y="16"/>
                  </a:cubicBezTo>
                  <a:cubicBezTo>
                    <a:pt x="15" y="10"/>
                    <a:pt x="12" y="8"/>
                    <a:pt x="7" y="8"/>
                  </a:cubicBezTo>
                  <a:cubicBezTo>
                    <a:pt x="6" y="9"/>
                    <a:pt x="4" y="9"/>
                    <a:pt x="3" y="10"/>
                  </a:cubicBezTo>
                  <a:cubicBezTo>
                    <a:pt x="2" y="12"/>
                    <a:pt x="1" y="13"/>
                    <a:pt x="1" y="14"/>
                  </a:cubicBezTo>
                  <a:cubicBezTo>
                    <a:pt x="2" y="42"/>
                    <a:pt x="2" y="60"/>
                    <a:pt x="1" y="69"/>
                  </a:cubicBezTo>
                  <a:cubicBezTo>
                    <a:pt x="0" y="73"/>
                    <a:pt x="0" y="76"/>
                    <a:pt x="0" y="78"/>
                  </a:cubicBezTo>
                  <a:cubicBezTo>
                    <a:pt x="1" y="81"/>
                    <a:pt x="2" y="83"/>
                    <a:pt x="3" y="84"/>
                  </a:cubicBezTo>
                  <a:cubicBezTo>
                    <a:pt x="5" y="85"/>
                    <a:pt x="7" y="85"/>
                    <a:pt x="9" y="85"/>
                  </a:cubicBezTo>
                  <a:cubicBezTo>
                    <a:pt x="11" y="85"/>
                    <a:pt x="12" y="83"/>
                    <a:pt x="13" y="80"/>
                  </a:cubicBezTo>
                  <a:cubicBezTo>
                    <a:pt x="13" y="76"/>
                    <a:pt x="14" y="72"/>
                    <a:pt x="13" y="68"/>
                  </a:cubicBezTo>
                  <a:cubicBezTo>
                    <a:pt x="13" y="59"/>
                    <a:pt x="13" y="54"/>
                    <a:pt x="14" y="53"/>
                  </a:cubicBezTo>
                  <a:cubicBezTo>
                    <a:pt x="14" y="52"/>
                    <a:pt x="17" y="52"/>
                    <a:pt x="22" y="51"/>
                  </a:cubicBezTo>
                  <a:cubicBezTo>
                    <a:pt x="28" y="50"/>
                    <a:pt x="31" y="49"/>
                    <a:pt x="32" y="49"/>
                  </a:cubicBezTo>
                  <a:cubicBezTo>
                    <a:pt x="34" y="49"/>
                    <a:pt x="37" y="48"/>
                    <a:pt x="42" y="48"/>
                  </a:cubicBezTo>
                  <a:cubicBezTo>
                    <a:pt x="47" y="47"/>
                    <a:pt x="50" y="47"/>
                    <a:pt x="52" y="46"/>
                  </a:cubicBezTo>
                  <a:cubicBezTo>
                    <a:pt x="53" y="46"/>
                    <a:pt x="53" y="47"/>
                    <a:pt x="53" y="49"/>
                  </a:cubicBezTo>
                  <a:cubicBezTo>
                    <a:pt x="53" y="51"/>
                    <a:pt x="53" y="56"/>
                    <a:pt x="53" y="62"/>
                  </a:cubicBezTo>
                  <a:cubicBezTo>
                    <a:pt x="52" y="69"/>
                    <a:pt x="52" y="73"/>
                    <a:pt x="52" y="74"/>
                  </a:cubicBezTo>
                  <a:cubicBezTo>
                    <a:pt x="52" y="76"/>
                    <a:pt x="53" y="77"/>
                    <a:pt x="54" y="78"/>
                  </a:cubicBezTo>
                  <a:cubicBezTo>
                    <a:pt x="56" y="79"/>
                    <a:pt x="57" y="80"/>
                    <a:pt x="59" y="79"/>
                  </a:cubicBezTo>
                  <a:cubicBezTo>
                    <a:pt x="60" y="79"/>
                    <a:pt x="62" y="78"/>
                    <a:pt x="63" y="77"/>
                  </a:cubicBezTo>
                  <a:cubicBezTo>
                    <a:pt x="65" y="75"/>
                    <a:pt x="66" y="73"/>
                    <a:pt x="66" y="71"/>
                  </a:cubicBezTo>
                  <a:cubicBezTo>
                    <a:pt x="66" y="67"/>
                    <a:pt x="66" y="60"/>
                    <a:pt x="66" y="48"/>
                  </a:cubicBezTo>
                  <a:cubicBezTo>
                    <a:pt x="67" y="37"/>
                    <a:pt x="67" y="27"/>
                    <a:pt x="69"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 name="Freeform 52"/>
            <p:cNvSpPr>
              <a:spLocks noEditPoints="1"/>
            </p:cNvSpPr>
            <p:nvPr/>
          </p:nvSpPr>
          <p:spPr bwMode="auto">
            <a:xfrm>
              <a:off x="4716573" y="2455811"/>
              <a:ext cx="61285" cy="65196"/>
            </a:xfrm>
            <a:custGeom>
              <a:avLst/>
              <a:gdLst>
                <a:gd name="T0" fmla="*/ 12 w 55"/>
                <a:gd name="T1" fmla="*/ 15 h 58"/>
                <a:gd name="T2" fmla="*/ 0 w 55"/>
                <a:gd name="T3" fmla="*/ 44 h 58"/>
                <a:gd name="T4" fmla="*/ 4 w 55"/>
                <a:gd name="T5" fmla="*/ 53 h 58"/>
                <a:gd name="T6" fmla="*/ 12 w 55"/>
                <a:gd name="T7" fmla="*/ 56 h 58"/>
                <a:gd name="T8" fmla="*/ 38 w 55"/>
                <a:gd name="T9" fmla="*/ 39 h 58"/>
                <a:gd name="T10" fmla="*/ 46 w 55"/>
                <a:gd name="T11" fmla="*/ 58 h 58"/>
                <a:gd name="T12" fmla="*/ 52 w 55"/>
                <a:gd name="T13" fmla="*/ 56 h 58"/>
                <a:gd name="T14" fmla="*/ 54 w 55"/>
                <a:gd name="T15" fmla="*/ 52 h 58"/>
                <a:gd name="T16" fmla="*/ 53 w 55"/>
                <a:gd name="T17" fmla="*/ 49 h 58"/>
                <a:gd name="T18" fmla="*/ 50 w 55"/>
                <a:gd name="T19" fmla="*/ 48 h 58"/>
                <a:gd name="T20" fmla="*/ 49 w 55"/>
                <a:gd name="T21" fmla="*/ 44 h 58"/>
                <a:gd name="T22" fmla="*/ 48 w 55"/>
                <a:gd name="T23" fmla="*/ 35 h 58"/>
                <a:gd name="T24" fmla="*/ 51 w 55"/>
                <a:gd name="T25" fmla="*/ 19 h 58"/>
                <a:gd name="T26" fmla="*/ 52 w 55"/>
                <a:gd name="T27" fmla="*/ 11 h 58"/>
                <a:gd name="T28" fmla="*/ 46 w 55"/>
                <a:gd name="T29" fmla="*/ 7 h 58"/>
                <a:gd name="T30" fmla="*/ 38 w 55"/>
                <a:gd name="T31" fmla="*/ 0 h 58"/>
                <a:gd name="T32" fmla="*/ 12 w 55"/>
                <a:gd name="T33" fmla="*/ 15 h 58"/>
                <a:gd name="T34" fmla="*/ 35 w 55"/>
                <a:gd name="T35" fmla="*/ 11 h 58"/>
                <a:gd name="T36" fmla="*/ 38 w 55"/>
                <a:gd name="T37" fmla="*/ 13 h 58"/>
                <a:gd name="T38" fmla="*/ 39 w 55"/>
                <a:gd name="T39" fmla="*/ 17 h 58"/>
                <a:gd name="T40" fmla="*/ 30 w 55"/>
                <a:gd name="T41" fmla="*/ 35 h 58"/>
                <a:gd name="T42" fmla="*/ 15 w 55"/>
                <a:gd name="T43" fmla="*/ 45 h 58"/>
                <a:gd name="T44" fmla="*/ 13 w 55"/>
                <a:gd name="T45" fmla="*/ 41 h 58"/>
                <a:gd name="T46" fmla="*/ 21 w 55"/>
                <a:gd name="T47" fmla="*/ 22 h 58"/>
                <a:gd name="T48" fmla="*/ 35 w 55"/>
                <a:gd name="T49" fmla="*/ 1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 h="58">
                  <a:moveTo>
                    <a:pt x="12" y="15"/>
                  </a:moveTo>
                  <a:cubicBezTo>
                    <a:pt x="4" y="25"/>
                    <a:pt x="0" y="35"/>
                    <a:pt x="0" y="44"/>
                  </a:cubicBezTo>
                  <a:cubicBezTo>
                    <a:pt x="0" y="47"/>
                    <a:pt x="2" y="50"/>
                    <a:pt x="4" y="53"/>
                  </a:cubicBezTo>
                  <a:cubicBezTo>
                    <a:pt x="6" y="55"/>
                    <a:pt x="9" y="56"/>
                    <a:pt x="12" y="56"/>
                  </a:cubicBezTo>
                  <a:cubicBezTo>
                    <a:pt x="20" y="56"/>
                    <a:pt x="29" y="50"/>
                    <a:pt x="38" y="39"/>
                  </a:cubicBezTo>
                  <a:cubicBezTo>
                    <a:pt x="37" y="51"/>
                    <a:pt x="40" y="57"/>
                    <a:pt x="46" y="58"/>
                  </a:cubicBezTo>
                  <a:cubicBezTo>
                    <a:pt x="48" y="58"/>
                    <a:pt x="50" y="57"/>
                    <a:pt x="52" y="56"/>
                  </a:cubicBezTo>
                  <a:cubicBezTo>
                    <a:pt x="53" y="55"/>
                    <a:pt x="54" y="54"/>
                    <a:pt x="54" y="52"/>
                  </a:cubicBezTo>
                  <a:cubicBezTo>
                    <a:pt x="55" y="51"/>
                    <a:pt x="54" y="50"/>
                    <a:pt x="53" y="49"/>
                  </a:cubicBezTo>
                  <a:cubicBezTo>
                    <a:pt x="51" y="49"/>
                    <a:pt x="50" y="48"/>
                    <a:pt x="50" y="48"/>
                  </a:cubicBezTo>
                  <a:cubicBezTo>
                    <a:pt x="50" y="47"/>
                    <a:pt x="49" y="46"/>
                    <a:pt x="49" y="44"/>
                  </a:cubicBezTo>
                  <a:cubicBezTo>
                    <a:pt x="48" y="42"/>
                    <a:pt x="48" y="39"/>
                    <a:pt x="48" y="35"/>
                  </a:cubicBezTo>
                  <a:cubicBezTo>
                    <a:pt x="48" y="31"/>
                    <a:pt x="49" y="26"/>
                    <a:pt x="51" y="19"/>
                  </a:cubicBezTo>
                  <a:cubicBezTo>
                    <a:pt x="52" y="15"/>
                    <a:pt x="52" y="13"/>
                    <a:pt x="52" y="11"/>
                  </a:cubicBezTo>
                  <a:cubicBezTo>
                    <a:pt x="52" y="8"/>
                    <a:pt x="50" y="7"/>
                    <a:pt x="46" y="7"/>
                  </a:cubicBezTo>
                  <a:cubicBezTo>
                    <a:pt x="45" y="3"/>
                    <a:pt x="42" y="0"/>
                    <a:pt x="38" y="0"/>
                  </a:cubicBezTo>
                  <a:cubicBezTo>
                    <a:pt x="29" y="0"/>
                    <a:pt x="20" y="5"/>
                    <a:pt x="12" y="15"/>
                  </a:cubicBezTo>
                  <a:close/>
                  <a:moveTo>
                    <a:pt x="35" y="11"/>
                  </a:moveTo>
                  <a:cubicBezTo>
                    <a:pt x="36" y="11"/>
                    <a:pt x="37" y="12"/>
                    <a:pt x="38" y="13"/>
                  </a:cubicBezTo>
                  <a:cubicBezTo>
                    <a:pt x="39" y="14"/>
                    <a:pt x="39" y="15"/>
                    <a:pt x="39" y="17"/>
                  </a:cubicBezTo>
                  <a:cubicBezTo>
                    <a:pt x="39" y="22"/>
                    <a:pt x="36" y="28"/>
                    <a:pt x="30" y="35"/>
                  </a:cubicBezTo>
                  <a:cubicBezTo>
                    <a:pt x="24" y="42"/>
                    <a:pt x="19" y="45"/>
                    <a:pt x="15" y="45"/>
                  </a:cubicBezTo>
                  <a:cubicBezTo>
                    <a:pt x="13" y="45"/>
                    <a:pt x="13" y="44"/>
                    <a:pt x="13" y="41"/>
                  </a:cubicBezTo>
                  <a:cubicBezTo>
                    <a:pt x="13" y="36"/>
                    <a:pt x="15" y="30"/>
                    <a:pt x="21" y="22"/>
                  </a:cubicBezTo>
                  <a:cubicBezTo>
                    <a:pt x="27" y="15"/>
                    <a:pt x="32" y="11"/>
                    <a:pt x="3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 name="Freeform 53"/>
            <p:cNvSpPr>
              <a:spLocks/>
            </p:cNvSpPr>
            <p:nvPr/>
          </p:nvSpPr>
          <p:spPr bwMode="auto">
            <a:xfrm>
              <a:off x="4836534" y="2444076"/>
              <a:ext cx="95187" cy="91275"/>
            </a:xfrm>
            <a:custGeom>
              <a:avLst/>
              <a:gdLst>
                <a:gd name="T0" fmla="*/ 30 w 86"/>
                <a:gd name="T1" fmla="*/ 9 h 82"/>
                <a:gd name="T2" fmla="*/ 23 w 86"/>
                <a:gd name="T3" fmla="*/ 0 h 82"/>
                <a:gd name="T4" fmla="*/ 19 w 86"/>
                <a:gd name="T5" fmla="*/ 1 h 82"/>
                <a:gd name="T6" fmla="*/ 16 w 86"/>
                <a:gd name="T7" fmla="*/ 4 h 82"/>
                <a:gd name="T8" fmla="*/ 3 w 86"/>
                <a:gd name="T9" fmla="*/ 58 h 82"/>
                <a:gd name="T10" fmla="*/ 0 w 86"/>
                <a:gd name="T11" fmla="*/ 66 h 82"/>
                <a:gd name="T12" fmla="*/ 2 w 86"/>
                <a:gd name="T13" fmla="*/ 72 h 82"/>
                <a:gd name="T14" fmla="*/ 7 w 86"/>
                <a:gd name="T15" fmla="*/ 75 h 82"/>
                <a:gd name="T16" fmla="*/ 12 w 86"/>
                <a:gd name="T17" fmla="*/ 71 h 82"/>
                <a:gd name="T18" fmla="*/ 16 w 86"/>
                <a:gd name="T19" fmla="*/ 59 h 82"/>
                <a:gd name="T20" fmla="*/ 19 w 86"/>
                <a:gd name="T21" fmla="*/ 45 h 82"/>
                <a:gd name="T22" fmla="*/ 28 w 86"/>
                <a:gd name="T23" fmla="*/ 45 h 82"/>
                <a:gd name="T24" fmla="*/ 38 w 86"/>
                <a:gd name="T25" fmla="*/ 46 h 82"/>
                <a:gd name="T26" fmla="*/ 48 w 86"/>
                <a:gd name="T27" fmla="*/ 47 h 82"/>
                <a:gd name="T28" fmla="*/ 58 w 86"/>
                <a:gd name="T29" fmla="*/ 48 h 82"/>
                <a:gd name="T30" fmla="*/ 59 w 86"/>
                <a:gd name="T31" fmla="*/ 50 h 82"/>
                <a:gd name="T32" fmla="*/ 55 w 86"/>
                <a:gd name="T33" fmla="*/ 63 h 82"/>
                <a:gd name="T34" fmla="*/ 52 w 86"/>
                <a:gd name="T35" fmla="*/ 75 h 82"/>
                <a:gd name="T36" fmla="*/ 53 w 86"/>
                <a:gd name="T37" fmla="*/ 79 h 82"/>
                <a:gd name="T38" fmla="*/ 57 w 86"/>
                <a:gd name="T39" fmla="*/ 82 h 82"/>
                <a:gd name="T40" fmla="*/ 62 w 86"/>
                <a:gd name="T41" fmla="*/ 80 h 82"/>
                <a:gd name="T42" fmla="*/ 66 w 86"/>
                <a:gd name="T43" fmla="*/ 75 h 82"/>
                <a:gd name="T44" fmla="*/ 72 w 86"/>
                <a:gd name="T45" fmla="*/ 53 h 82"/>
                <a:gd name="T46" fmla="*/ 81 w 86"/>
                <a:gd name="T47" fmla="*/ 26 h 82"/>
                <a:gd name="T48" fmla="*/ 85 w 86"/>
                <a:gd name="T49" fmla="*/ 13 h 82"/>
                <a:gd name="T50" fmla="*/ 84 w 86"/>
                <a:gd name="T51" fmla="*/ 8 h 82"/>
                <a:gd name="T52" fmla="*/ 80 w 86"/>
                <a:gd name="T53" fmla="*/ 6 h 82"/>
                <a:gd name="T54" fmla="*/ 74 w 86"/>
                <a:gd name="T55" fmla="*/ 7 h 82"/>
                <a:gd name="T56" fmla="*/ 71 w 86"/>
                <a:gd name="T57" fmla="*/ 10 h 82"/>
                <a:gd name="T58" fmla="*/ 67 w 86"/>
                <a:gd name="T59" fmla="*/ 27 h 82"/>
                <a:gd name="T60" fmla="*/ 63 w 86"/>
                <a:gd name="T61" fmla="*/ 36 h 82"/>
                <a:gd name="T62" fmla="*/ 48 w 86"/>
                <a:gd name="T63" fmla="*/ 37 h 82"/>
                <a:gd name="T64" fmla="*/ 27 w 86"/>
                <a:gd name="T65" fmla="*/ 35 h 82"/>
                <a:gd name="T66" fmla="*/ 23 w 86"/>
                <a:gd name="T67" fmla="*/ 34 h 82"/>
                <a:gd name="T68" fmla="*/ 26 w 86"/>
                <a:gd name="T69" fmla="*/ 21 h 82"/>
                <a:gd name="T70" fmla="*/ 30 w 86"/>
                <a:gd name="T71" fmla="*/ 9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6" h="82">
                  <a:moveTo>
                    <a:pt x="30" y="9"/>
                  </a:moveTo>
                  <a:cubicBezTo>
                    <a:pt x="30" y="4"/>
                    <a:pt x="28" y="1"/>
                    <a:pt x="23" y="0"/>
                  </a:cubicBezTo>
                  <a:cubicBezTo>
                    <a:pt x="22" y="0"/>
                    <a:pt x="21" y="0"/>
                    <a:pt x="19" y="1"/>
                  </a:cubicBezTo>
                  <a:cubicBezTo>
                    <a:pt x="18" y="2"/>
                    <a:pt x="17" y="3"/>
                    <a:pt x="16" y="4"/>
                  </a:cubicBezTo>
                  <a:cubicBezTo>
                    <a:pt x="10" y="31"/>
                    <a:pt x="6" y="49"/>
                    <a:pt x="3" y="58"/>
                  </a:cubicBezTo>
                  <a:cubicBezTo>
                    <a:pt x="1" y="61"/>
                    <a:pt x="1" y="64"/>
                    <a:pt x="0" y="66"/>
                  </a:cubicBezTo>
                  <a:cubicBezTo>
                    <a:pt x="0" y="69"/>
                    <a:pt x="1" y="71"/>
                    <a:pt x="2" y="72"/>
                  </a:cubicBezTo>
                  <a:cubicBezTo>
                    <a:pt x="3" y="74"/>
                    <a:pt x="5" y="75"/>
                    <a:pt x="7" y="75"/>
                  </a:cubicBezTo>
                  <a:cubicBezTo>
                    <a:pt x="9" y="75"/>
                    <a:pt x="11" y="74"/>
                    <a:pt x="12" y="71"/>
                  </a:cubicBezTo>
                  <a:cubicBezTo>
                    <a:pt x="14" y="68"/>
                    <a:pt x="15" y="64"/>
                    <a:pt x="16" y="59"/>
                  </a:cubicBezTo>
                  <a:cubicBezTo>
                    <a:pt x="17" y="51"/>
                    <a:pt x="18" y="46"/>
                    <a:pt x="19" y="45"/>
                  </a:cubicBezTo>
                  <a:cubicBezTo>
                    <a:pt x="20" y="44"/>
                    <a:pt x="23" y="44"/>
                    <a:pt x="28" y="45"/>
                  </a:cubicBezTo>
                  <a:cubicBezTo>
                    <a:pt x="34" y="45"/>
                    <a:pt x="37" y="46"/>
                    <a:pt x="38" y="46"/>
                  </a:cubicBezTo>
                  <a:cubicBezTo>
                    <a:pt x="40" y="46"/>
                    <a:pt x="43" y="46"/>
                    <a:pt x="48" y="47"/>
                  </a:cubicBezTo>
                  <a:cubicBezTo>
                    <a:pt x="53" y="47"/>
                    <a:pt x="57" y="48"/>
                    <a:pt x="58" y="48"/>
                  </a:cubicBezTo>
                  <a:cubicBezTo>
                    <a:pt x="59" y="48"/>
                    <a:pt x="59" y="49"/>
                    <a:pt x="59" y="50"/>
                  </a:cubicBezTo>
                  <a:cubicBezTo>
                    <a:pt x="58" y="53"/>
                    <a:pt x="57" y="57"/>
                    <a:pt x="55" y="63"/>
                  </a:cubicBezTo>
                  <a:cubicBezTo>
                    <a:pt x="53" y="70"/>
                    <a:pt x="52" y="74"/>
                    <a:pt x="52" y="75"/>
                  </a:cubicBezTo>
                  <a:cubicBezTo>
                    <a:pt x="51" y="76"/>
                    <a:pt x="52" y="78"/>
                    <a:pt x="53" y="79"/>
                  </a:cubicBezTo>
                  <a:cubicBezTo>
                    <a:pt x="54" y="81"/>
                    <a:pt x="56" y="81"/>
                    <a:pt x="57" y="82"/>
                  </a:cubicBezTo>
                  <a:cubicBezTo>
                    <a:pt x="58" y="82"/>
                    <a:pt x="60" y="81"/>
                    <a:pt x="62" y="80"/>
                  </a:cubicBezTo>
                  <a:cubicBezTo>
                    <a:pt x="64" y="78"/>
                    <a:pt x="65" y="77"/>
                    <a:pt x="66" y="75"/>
                  </a:cubicBezTo>
                  <a:cubicBezTo>
                    <a:pt x="66" y="71"/>
                    <a:pt x="68" y="64"/>
                    <a:pt x="72" y="53"/>
                  </a:cubicBezTo>
                  <a:cubicBezTo>
                    <a:pt x="75" y="42"/>
                    <a:pt x="78" y="33"/>
                    <a:pt x="81" y="26"/>
                  </a:cubicBezTo>
                  <a:cubicBezTo>
                    <a:pt x="83" y="20"/>
                    <a:pt x="85" y="16"/>
                    <a:pt x="85" y="13"/>
                  </a:cubicBezTo>
                  <a:cubicBezTo>
                    <a:pt x="86" y="11"/>
                    <a:pt x="85" y="10"/>
                    <a:pt x="84" y="8"/>
                  </a:cubicBezTo>
                  <a:cubicBezTo>
                    <a:pt x="83" y="7"/>
                    <a:pt x="82" y="6"/>
                    <a:pt x="80" y="6"/>
                  </a:cubicBezTo>
                  <a:cubicBezTo>
                    <a:pt x="78" y="5"/>
                    <a:pt x="76" y="6"/>
                    <a:pt x="74" y="7"/>
                  </a:cubicBezTo>
                  <a:cubicBezTo>
                    <a:pt x="72" y="8"/>
                    <a:pt x="71" y="9"/>
                    <a:pt x="71" y="10"/>
                  </a:cubicBezTo>
                  <a:cubicBezTo>
                    <a:pt x="70" y="16"/>
                    <a:pt x="69" y="22"/>
                    <a:pt x="67" y="27"/>
                  </a:cubicBezTo>
                  <a:cubicBezTo>
                    <a:pt x="65" y="32"/>
                    <a:pt x="64" y="35"/>
                    <a:pt x="63" y="36"/>
                  </a:cubicBezTo>
                  <a:cubicBezTo>
                    <a:pt x="62" y="37"/>
                    <a:pt x="57" y="37"/>
                    <a:pt x="48" y="37"/>
                  </a:cubicBezTo>
                  <a:cubicBezTo>
                    <a:pt x="39" y="36"/>
                    <a:pt x="32" y="35"/>
                    <a:pt x="27" y="35"/>
                  </a:cubicBezTo>
                  <a:cubicBezTo>
                    <a:pt x="24" y="34"/>
                    <a:pt x="23" y="34"/>
                    <a:pt x="23" y="34"/>
                  </a:cubicBezTo>
                  <a:cubicBezTo>
                    <a:pt x="23" y="31"/>
                    <a:pt x="24" y="27"/>
                    <a:pt x="26" y="21"/>
                  </a:cubicBezTo>
                  <a:cubicBezTo>
                    <a:pt x="28" y="15"/>
                    <a:pt x="29" y="12"/>
                    <a:pt x="3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 name="Freeform 54"/>
            <p:cNvSpPr>
              <a:spLocks noEditPoints="1"/>
            </p:cNvSpPr>
            <p:nvPr/>
          </p:nvSpPr>
          <p:spPr bwMode="auto">
            <a:xfrm>
              <a:off x="4926505" y="2484498"/>
              <a:ext cx="66501" cy="66501"/>
            </a:xfrm>
            <a:custGeom>
              <a:avLst/>
              <a:gdLst>
                <a:gd name="T0" fmla="*/ 56 w 60"/>
                <a:gd name="T1" fmla="*/ 23 h 60"/>
                <a:gd name="T2" fmla="*/ 59 w 60"/>
                <a:gd name="T3" fmla="*/ 16 h 60"/>
                <a:gd name="T4" fmla="*/ 54 w 60"/>
                <a:gd name="T5" fmla="*/ 10 h 60"/>
                <a:gd name="T6" fmla="*/ 48 w 60"/>
                <a:gd name="T7" fmla="*/ 2 h 60"/>
                <a:gd name="T8" fmla="*/ 19 w 60"/>
                <a:gd name="T9" fmla="*/ 11 h 60"/>
                <a:gd name="T10" fmla="*/ 1 w 60"/>
                <a:gd name="T11" fmla="*/ 35 h 60"/>
                <a:gd name="T12" fmla="*/ 2 w 60"/>
                <a:gd name="T13" fmla="*/ 45 h 60"/>
                <a:gd name="T14" fmla="*/ 9 w 60"/>
                <a:gd name="T15" fmla="*/ 50 h 60"/>
                <a:gd name="T16" fmla="*/ 39 w 60"/>
                <a:gd name="T17" fmla="*/ 40 h 60"/>
                <a:gd name="T18" fmla="*/ 42 w 60"/>
                <a:gd name="T19" fmla="*/ 60 h 60"/>
                <a:gd name="T20" fmla="*/ 48 w 60"/>
                <a:gd name="T21" fmla="*/ 60 h 60"/>
                <a:gd name="T22" fmla="*/ 52 w 60"/>
                <a:gd name="T23" fmla="*/ 56 h 60"/>
                <a:gd name="T24" fmla="*/ 50 w 60"/>
                <a:gd name="T25" fmla="*/ 53 h 60"/>
                <a:gd name="T26" fmla="*/ 49 w 60"/>
                <a:gd name="T27" fmla="*/ 51 h 60"/>
                <a:gd name="T28" fmla="*/ 48 w 60"/>
                <a:gd name="T29" fmla="*/ 47 h 60"/>
                <a:gd name="T30" fmla="*/ 50 w 60"/>
                <a:gd name="T31" fmla="*/ 39 h 60"/>
                <a:gd name="T32" fmla="*/ 56 w 60"/>
                <a:gd name="T33" fmla="*/ 23 h 60"/>
                <a:gd name="T34" fmla="*/ 45 w 60"/>
                <a:gd name="T35" fmla="*/ 18 h 60"/>
                <a:gd name="T36" fmla="*/ 32 w 60"/>
                <a:gd name="T37" fmla="*/ 34 h 60"/>
                <a:gd name="T38" fmla="*/ 14 w 60"/>
                <a:gd name="T39" fmla="*/ 40 h 60"/>
                <a:gd name="T40" fmla="*/ 14 w 60"/>
                <a:gd name="T41" fmla="*/ 36 h 60"/>
                <a:gd name="T42" fmla="*/ 26 w 60"/>
                <a:gd name="T43" fmla="*/ 19 h 60"/>
                <a:gd name="T44" fmla="*/ 43 w 60"/>
                <a:gd name="T45" fmla="*/ 12 h 60"/>
                <a:gd name="T46" fmla="*/ 45 w 60"/>
                <a:gd name="T47" fmla="*/ 14 h 60"/>
                <a:gd name="T48" fmla="*/ 45 w 60"/>
                <a:gd name="T49"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 h="60">
                  <a:moveTo>
                    <a:pt x="56" y="23"/>
                  </a:moveTo>
                  <a:cubicBezTo>
                    <a:pt x="58" y="20"/>
                    <a:pt x="59" y="18"/>
                    <a:pt x="59" y="16"/>
                  </a:cubicBezTo>
                  <a:cubicBezTo>
                    <a:pt x="60" y="14"/>
                    <a:pt x="58" y="12"/>
                    <a:pt x="54" y="10"/>
                  </a:cubicBezTo>
                  <a:cubicBezTo>
                    <a:pt x="54" y="6"/>
                    <a:pt x="52" y="3"/>
                    <a:pt x="48" y="2"/>
                  </a:cubicBezTo>
                  <a:cubicBezTo>
                    <a:pt x="39" y="0"/>
                    <a:pt x="29" y="3"/>
                    <a:pt x="19" y="11"/>
                  </a:cubicBezTo>
                  <a:cubicBezTo>
                    <a:pt x="8" y="18"/>
                    <a:pt x="2" y="27"/>
                    <a:pt x="1" y="35"/>
                  </a:cubicBezTo>
                  <a:cubicBezTo>
                    <a:pt x="0" y="39"/>
                    <a:pt x="0" y="42"/>
                    <a:pt x="2" y="45"/>
                  </a:cubicBezTo>
                  <a:cubicBezTo>
                    <a:pt x="4" y="48"/>
                    <a:pt x="6" y="49"/>
                    <a:pt x="9" y="50"/>
                  </a:cubicBezTo>
                  <a:cubicBezTo>
                    <a:pt x="17" y="52"/>
                    <a:pt x="27" y="48"/>
                    <a:pt x="39" y="40"/>
                  </a:cubicBezTo>
                  <a:cubicBezTo>
                    <a:pt x="35" y="51"/>
                    <a:pt x="36" y="58"/>
                    <a:pt x="42" y="60"/>
                  </a:cubicBezTo>
                  <a:cubicBezTo>
                    <a:pt x="44" y="60"/>
                    <a:pt x="46" y="60"/>
                    <a:pt x="48" y="60"/>
                  </a:cubicBezTo>
                  <a:cubicBezTo>
                    <a:pt x="50" y="59"/>
                    <a:pt x="51" y="58"/>
                    <a:pt x="52" y="56"/>
                  </a:cubicBezTo>
                  <a:cubicBezTo>
                    <a:pt x="52" y="55"/>
                    <a:pt x="52" y="54"/>
                    <a:pt x="50" y="53"/>
                  </a:cubicBezTo>
                  <a:cubicBezTo>
                    <a:pt x="49" y="52"/>
                    <a:pt x="49" y="52"/>
                    <a:pt x="49" y="51"/>
                  </a:cubicBezTo>
                  <a:cubicBezTo>
                    <a:pt x="48" y="50"/>
                    <a:pt x="48" y="49"/>
                    <a:pt x="48" y="47"/>
                  </a:cubicBezTo>
                  <a:cubicBezTo>
                    <a:pt x="48" y="46"/>
                    <a:pt x="49" y="43"/>
                    <a:pt x="50" y="39"/>
                  </a:cubicBezTo>
                  <a:cubicBezTo>
                    <a:pt x="51" y="35"/>
                    <a:pt x="53" y="30"/>
                    <a:pt x="56" y="23"/>
                  </a:cubicBezTo>
                  <a:close/>
                  <a:moveTo>
                    <a:pt x="45" y="18"/>
                  </a:moveTo>
                  <a:cubicBezTo>
                    <a:pt x="44" y="23"/>
                    <a:pt x="39" y="28"/>
                    <a:pt x="32" y="34"/>
                  </a:cubicBezTo>
                  <a:cubicBezTo>
                    <a:pt x="24" y="39"/>
                    <a:pt x="18" y="41"/>
                    <a:pt x="14" y="40"/>
                  </a:cubicBezTo>
                  <a:cubicBezTo>
                    <a:pt x="13" y="40"/>
                    <a:pt x="13" y="38"/>
                    <a:pt x="14" y="36"/>
                  </a:cubicBezTo>
                  <a:cubicBezTo>
                    <a:pt x="15" y="31"/>
                    <a:pt x="19" y="25"/>
                    <a:pt x="26" y="19"/>
                  </a:cubicBezTo>
                  <a:cubicBezTo>
                    <a:pt x="33" y="14"/>
                    <a:pt x="39" y="11"/>
                    <a:pt x="43" y="12"/>
                  </a:cubicBezTo>
                  <a:cubicBezTo>
                    <a:pt x="43" y="12"/>
                    <a:pt x="44" y="13"/>
                    <a:pt x="45" y="14"/>
                  </a:cubicBezTo>
                  <a:cubicBezTo>
                    <a:pt x="45" y="15"/>
                    <a:pt x="45" y="17"/>
                    <a:pt x="45"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 name="Freeform 55"/>
            <p:cNvSpPr>
              <a:spLocks/>
            </p:cNvSpPr>
            <p:nvPr/>
          </p:nvSpPr>
          <p:spPr bwMode="auto">
            <a:xfrm>
              <a:off x="4993004" y="2539262"/>
              <a:ext cx="20863" cy="15647"/>
            </a:xfrm>
            <a:custGeom>
              <a:avLst/>
              <a:gdLst>
                <a:gd name="T0" fmla="*/ 10 w 18"/>
                <a:gd name="T1" fmla="*/ 13 h 14"/>
                <a:gd name="T2" fmla="*/ 15 w 18"/>
                <a:gd name="T3" fmla="*/ 11 h 14"/>
                <a:gd name="T4" fmla="*/ 17 w 18"/>
                <a:gd name="T5" fmla="*/ 7 h 14"/>
                <a:gd name="T6" fmla="*/ 17 w 18"/>
                <a:gd name="T7" fmla="*/ 4 h 14"/>
                <a:gd name="T8" fmla="*/ 12 w 18"/>
                <a:gd name="T9" fmla="*/ 1 h 14"/>
                <a:gd name="T10" fmla="*/ 6 w 18"/>
                <a:gd name="T11" fmla="*/ 0 h 14"/>
                <a:gd name="T12" fmla="*/ 3 w 18"/>
                <a:gd name="T13" fmla="*/ 1 h 14"/>
                <a:gd name="T14" fmla="*/ 1 w 18"/>
                <a:gd name="T15" fmla="*/ 5 h 14"/>
                <a:gd name="T16" fmla="*/ 1 w 18"/>
                <a:gd name="T17" fmla="*/ 12 h 14"/>
                <a:gd name="T18" fmla="*/ 5 w 18"/>
                <a:gd name="T19" fmla="*/ 14 h 14"/>
                <a:gd name="T20" fmla="*/ 10 w 18"/>
                <a:gd name="T21"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4">
                  <a:moveTo>
                    <a:pt x="10" y="13"/>
                  </a:moveTo>
                  <a:cubicBezTo>
                    <a:pt x="13" y="13"/>
                    <a:pt x="14" y="12"/>
                    <a:pt x="15" y="11"/>
                  </a:cubicBezTo>
                  <a:cubicBezTo>
                    <a:pt x="16" y="10"/>
                    <a:pt x="17" y="9"/>
                    <a:pt x="17" y="7"/>
                  </a:cubicBezTo>
                  <a:cubicBezTo>
                    <a:pt x="18" y="6"/>
                    <a:pt x="17" y="5"/>
                    <a:pt x="17" y="4"/>
                  </a:cubicBezTo>
                  <a:cubicBezTo>
                    <a:pt x="16" y="2"/>
                    <a:pt x="15" y="2"/>
                    <a:pt x="12" y="1"/>
                  </a:cubicBezTo>
                  <a:cubicBezTo>
                    <a:pt x="10" y="0"/>
                    <a:pt x="8" y="0"/>
                    <a:pt x="6" y="0"/>
                  </a:cubicBezTo>
                  <a:cubicBezTo>
                    <a:pt x="4" y="0"/>
                    <a:pt x="3" y="0"/>
                    <a:pt x="3" y="1"/>
                  </a:cubicBezTo>
                  <a:cubicBezTo>
                    <a:pt x="2" y="2"/>
                    <a:pt x="2" y="3"/>
                    <a:pt x="1" y="5"/>
                  </a:cubicBezTo>
                  <a:cubicBezTo>
                    <a:pt x="0" y="8"/>
                    <a:pt x="0" y="11"/>
                    <a:pt x="1" y="12"/>
                  </a:cubicBezTo>
                  <a:cubicBezTo>
                    <a:pt x="2" y="13"/>
                    <a:pt x="3" y="13"/>
                    <a:pt x="5" y="14"/>
                  </a:cubicBezTo>
                  <a:cubicBezTo>
                    <a:pt x="6" y="14"/>
                    <a:pt x="8" y="14"/>
                    <a:pt x="10"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 name="Freeform 56"/>
            <p:cNvSpPr>
              <a:spLocks/>
            </p:cNvSpPr>
            <p:nvPr/>
          </p:nvSpPr>
          <p:spPr bwMode="auto">
            <a:xfrm>
              <a:off x="5021691" y="2547086"/>
              <a:ext cx="19559" cy="16951"/>
            </a:xfrm>
            <a:custGeom>
              <a:avLst/>
              <a:gdLst>
                <a:gd name="T0" fmla="*/ 13 w 18"/>
                <a:gd name="T1" fmla="*/ 1 h 15"/>
                <a:gd name="T2" fmla="*/ 6 w 18"/>
                <a:gd name="T3" fmla="*/ 0 h 15"/>
                <a:gd name="T4" fmla="*/ 3 w 18"/>
                <a:gd name="T5" fmla="*/ 1 h 15"/>
                <a:gd name="T6" fmla="*/ 2 w 18"/>
                <a:gd name="T7" fmla="*/ 5 h 15"/>
                <a:gd name="T8" fmla="*/ 1 w 18"/>
                <a:gd name="T9" fmla="*/ 12 h 15"/>
                <a:gd name="T10" fmla="*/ 5 w 18"/>
                <a:gd name="T11" fmla="*/ 14 h 15"/>
                <a:gd name="T12" fmla="*/ 10 w 18"/>
                <a:gd name="T13" fmla="*/ 14 h 15"/>
                <a:gd name="T14" fmla="*/ 15 w 18"/>
                <a:gd name="T15" fmla="*/ 11 h 15"/>
                <a:gd name="T16" fmla="*/ 18 w 18"/>
                <a:gd name="T17" fmla="*/ 8 h 15"/>
                <a:gd name="T18" fmla="*/ 17 w 18"/>
                <a:gd name="T19" fmla="*/ 4 h 15"/>
                <a:gd name="T20" fmla="*/ 13 w 18"/>
                <a:gd name="T21"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5">
                  <a:moveTo>
                    <a:pt x="13" y="1"/>
                  </a:moveTo>
                  <a:cubicBezTo>
                    <a:pt x="10" y="0"/>
                    <a:pt x="8" y="0"/>
                    <a:pt x="6" y="0"/>
                  </a:cubicBezTo>
                  <a:cubicBezTo>
                    <a:pt x="5" y="0"/>
                    <a:pt x="4" y="0"/>
                    <a:pt x="3" y="1"/>
                  </a:cubicBezTo>
                  <a:cubicBezTo>
                    <a:pt x="3" y="2"/>
                    <a:pt x="2" y="4"/>
                    <a:pt x="2" y="5"/>
                  </a:cubicBezTo>
                  <a:cubicBezTo>
                    <a:pt x="1" y="8"/>
                    <a:pt x="0" y="11"/>
                    <a:pt x="1" y="12"/>
                  </a:cubicBezTo>
                  <a:cubicBezTo>
                    <a:pt x="2" y="13"/>
                    <a:pt x="3" y="13"/>
                    <a:pt x="5" y="14"/>
                  </a:cubicBezTo>
                  <a:cubicBezTo>
                    <a:pt x="6" y="15"/>
                    <a:pt x="8" y="14"/>
                    <a:pt x="10" y="14"/>
                  </a:cubicBezTo>
                  <a:cubicBezTo>
                    <a:pt x="13" y="13"/>
                    <a:pt x="14" y="12"/>
                    <a:pt x="15" y="11"/>
                  </a:cubicBezTo>
                  <a:cubicBezTo>
                    <a:pt x="16" y="11"/>
                    <a:pt x="17" y="9"/>
                    <a:pt x="18" y="8"/>
                  </a:cubicBezTo>
                  <a:cubicBezTo>
                    <a:pt x="18" y="7"/>
                    <a:pt x="18" y="6"/>
                    <a:pt x="17" y="4"/>
                  </a:cubicBezTo>
                  <a:cubicBezTo>
                    <a:pt x="16" y="3"/>
                    <a:pt x="15" y="2"/>
                    <a:pt x="1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 name="Freeform 57"/>
            <p:cNvSpPr>
              <a:spLocks/>
            </p:cNvSpPr>
            <p:nvPr/>
          </p:nvSpPr>
          <p:spPr bwMode="auto">
            <a:xfrm>
              <a:off x="5049074" y="2557517"/>
              <a:ext cx="19559" cy="16951"/>
            </a:xfrm>
            <a:custGeom>
              <a:avLst/>
              <a:gdLst>
                <a:gd name="T0" fmla="*/ 5 w 18"/>
                <a:gd name="T1" fmla="*/ 14 h 15"/>
                <a:gd name="T2" fmla="*/ 10 w 18"/>
                <a:gd name="T3" fmla="*/ 14 h 15"/>
                <a:gd name="T4" fmla="*/ 15 w 18"/>
                <a:gd name="T5" fmla="*/ 12 h 15"/>
                <a:gd name="T6" fmla="*/ 18 w 18"/>
                <a:gd name="T7" fmla="*/ 8 h 15"/>
                <a:gd name="T8" fmla="*/ 17 w 18"/>
                <a:gd name="T9" fmla="*/ 5 h 15"/>
                <a:gd name="T10" fmla="*/ 13 w 18"/>
                <a:gd name="T11" fmla="*/ 2 h 15"/>
                <a:gd name="T12" fmla="*/ 7 w 18"/>
                <a:gd name="T13" fmla="*/ 0 h 15"/>
                <a:gd name="T14" fmla="*/ 4 w 18"/>
                <a:gd name="T15" fmla="*/ 1 h 15"/>
                <a:gd name="T16" fmla="*/ 2 w 18"/>
                <a:gd name="T17" fmla="*/ 5 h 15"/>
                <a:gd name="T18" fmla="*/ 1 w 18"/>
                <a:gd name="T19" fmla="*/ 11 h 15"/>
                <a:gd name="T20" fmla="*/ 5 w 18"/>
                <a:gd name="T21" fmla="*/ 1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5">
                  <a:moveTo>
                    <a:pt x="5" y="14"/>
                  </a:moveTo>
                  <a:cubicBezTo>
                    <a:pt x="6" y="15"/>
                    <a:pt x="8" y="14"/>
                    <a:pt x="10" y="14"/>
                  </a:cubicBezTo>
                  <a:cubicBezTo>
                    <a:pt x="13" y="13"/>
                    <a:pt x="14" y="13"/>
                    <a:pt x="15" y="12"/>
                  </a:cubicBezTo>
                  <a:cubicBezTo>
                    <a:pt x="16" y="11"/>
                    <a:pt x="17" y="10"/>
                    <a:pt x="18" y="8"/>
                  </a:cubicBezTo>
                  <a:cubicBezTo>
                    <a:pt x="18" y="7"/>
                    <a:pt x="18" y="6"/>
                    <a:pt x="17" y="5"/>
                  </a:cubicBezTo>
                  <a:cubicBezTo>
                    <a:pt x="17" y="3"/>
                    <a:pt x="15" y="2"/>
                    <a:pt x="13" y="2"/>
                  </a:cubicBezTo>
                  <a:cubicBezTo>
                    <a:pt x="11" y="1"/>
                    <a:pt x="8" y="0"/>
                    <a:pt x="7" y="0"/>
                  </a:cubicBezTo>
                  <a:cubicBezTo>
                    <a:pt x="5" y="0"/>
                    <a:pt x="4" y="0"/>
                    <a:pt x="4" y="1"/>
                  </a:cubicBezTo>
                  <a:cubicBezTo>
                    <a:pt x="3" y="2"/>
                    <a:pt x="2" y="3"/>
                    <a:pt x="2" y="5"/>
                  </a:cubicBezTo>
                  <a:cubicBezTo>
                    <a:pt x="1" y="8"/>
                    <a:pt x="0" y="10"/>
                    <a:pt x="1" y="11"/>
                  </a:cubicBezTo>
                  <a:cubicBezTo>
                    <a:pt x="2" y="12"/>
                    <a:pt x="3" y="13"/>
                    <a:pt x="5"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 name="Freeform 58"/>
            <p:cNvSpPr>
              <a:spLocks/>
            </p:cNvSpPr>
            <p:nvPr/>
          </p:nvSpPr>
          <p:spPr bwMode="auto">
            <a:xfrm>
              <a:off x="4445356" y="2616193"/>
              <a:ext cx="224275" cy="224275"/>
            </a:xfrm>
            <a:custGeom>
              <a:avLst/>
              <a:gdLst>
                <a:gd name="T0" fmla="*/ 33 w 201"/>
                <a:gd name="T1" fmla="*/ 42 h 202"/>
                <a:gd name="T2" fmla="*/ 42 w 201"/>
                <a:gd name="T3" fmla="*/ 169 h 202"/>
                <a:gd name="T4" fmla="*/ 169 w 201"/>
                <a:gd name="T5" fmla="*/ 160 h 202"/>
                <a:gd name="T6" fmla="*/ 160 w 201"/>
                <a:gd name="T7" fmla="*/ 33 h 202"/>
                <a:gd name="T8" fmla="*/ 33 w 201"/>
                <a:gd name="T9" fmla="*/ 42 h 202"/>
              </a:gdLst>
              <a:ahLst/>
              <a:cxnLst>
                <a:cxn ang="0">
                  <a:pos x="T0" y="T1"/>
                </a:cxn>
                <a:cxn ang="0">
                  <a:pos x="T2" y="T3"/>
                </a:cxn>
                <a:cxn ang="0">
                  <a:pos x="T4" y="T5"/>
                </a:cxn>
                <a:cxn ang="0">
                  <a:pos x="T6" y="T7"/>
                </a:cxn>
                <a:cxn ang="0">
                  <a:pos x="T8" y="T9"/>
                </a:cxn>
              </a:cxnLst>
              <a:rect l="0" t="0" r="r" b="b"/>
              <a:pathLst>
                <a:path w="201" h="202">
                  <a:moveTo>
                    <a:pt x="33" y="42"/>
                  </a:moveTo>
                  <a:cubicBezTo>
                    <a:pt x="0" y="80"/>
                    <a:pt x="4" y="136"/>
                    <a:pt x="42" y="169"/>
                  </a:cubicBezTo>
                  <a:cubicBezTo>
                    <a:pt x="79" y="202"/>
                    <a:pt x="136" y="198"/>
                    <a:pt x="169" y="160"/>
                  </a:cubicBezTo>
                  <a:cubicBezTo>
                    <a:pt x="201" y="122"/>
                    <a:pt x="197" y="66"/>
                    <a:pt x="160" y="33"/>
                  </a:cubicBezTo>
                  <a:cubicBezTo>
                    <a:pt x="122" y="0"/>
                    <a:pt x="65" y="4"/>
                    <a:pt x="33"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 name="Freeform 59"/>
            <p:cNvSpPr>
              <a:spLocks/>
            </p:cNvSpPr>
            <p:nvPr/>
          </p:nvSpPr>
          <p:spPr bwMode="auto">
            <a:xfrm>
              <a:off x="4704838" y="2776576"/>
              <a:ext cx="186462" cy="250353"/>
            </a:xfrm>
            <a:custGeom>
              <a:avLst/>
              <a:gdLst>
                <a:gd name="T0" fmla="*/ 159 w 167"/>
                <a:gd name="T1" fmla="*/ 169 h 225"/>
                <a:gd name="T2" fmla="*/ 167 w 167"/>
                <a:gd name="T3" fmla="*/ 138 h 225"/>
                <a:gd name="T4" fmla="*/ 145 w 167"/>
                <a:gd name="T5" fmla="*/ 82 h 225"/>
                <a:gd name="T6" fmla="*/ 86 w 167"/>
                <a:gd name="T7" fmla="*/ 30 h 225"/>
                <a:gd name="T8" fmla="*/ 52 w 167"/>
                <a:gd name="T9" fmla="*/ 8 h 225"/>
                <a:gd name="T10" fmla="*/ 9 w 167"/>
                <a:gd name="T11" fmla="*/ 21 h 225"/>
                <a:gd name="T12" fmla="*/ 21 w 167"/>
                <a:gd name="T13" fmla="*/ 64 h 225"/>
                <a:gd name="T14" fmla="*/ 22 w 167"/>
                <a:gd name="T15" fmla="*/ 65 h 225"/>
                <a:gd name="T16" fmla="*/ 70 w 167"/>
                <a:gd name="T17" fmla="*/ 98 h 225"/>
                <a:gd name="T18" fmla="*/ 96 w 167"/>
                <a:gd name="T19" fmla="*/ 123 h 225"/>
                <a:gd name="T20" fmla="*/ 103 w 167"/>
                <a:gd name="T21" fmla="*/ 138 h 225"/>
                <a:gd name="T22" fmla="*/ 103 w 167"/>
                <a:gd name="T23" fmla="*/ 139 h 225"/>
                <a:gd name="T24" fmla="*/ 92 w 167"/>
                <a:gd name="T25" fmla="*/ 148 h 225"/>
                <a:gd name="T26" fmla="*/ 52 w 167"/>
                <a:gd name="T27" fmla="*/ 162 h 225"/>
                <a:gd name="T28" fmla="*/ 29 w 167"/>
                <a:gd name="T29" fmla="*/ 201 h 225"/>
                <a:gd name="T30" fmla="*/ 60 w 167"/>
                <a:gd name="T31" fmla="*/ 225 h 225"/>
                <a:gd name="T32" fmla="*/ 67 w 167"/>
                <a:gd name="T33" fmla="*/ 224 h 225"/>
                <a:gd name="T34" fmla="*/ 138 w 167"/>
                <a:gd name="T35" fmla="*/ 194 h 225"/>
                <a:gd name="T36" fmla="*/ 159 w 167"/>
                <a:gd name="T37" fmla="*/ 169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7" h="225">
                  <a:moveTo>
                    <a:pt x="159" y="169"/>
                  </a:moveTo>
                  <a:cubicBezTo>
                    <a:pt x="165" y="159"/>
                    <a:pt x="167" y="148"/>
                    <a:pt x="167" y="138"/>
                  </a:cubicBezTo>
                  <a:cubicBezTo>
                    <a:pt x="167" y="115"/>
                    <a:pt x="156" y="97"/>
                    <a:pt x="145" y="82"/>
                  </a:cubicBezTo>
                  <a:cubicBezTo>
                    <a:pt x="127" y="60"/>
                    <a:pt x="105" y="43"/>
                    <a:pt x="86" y="30"/>
                  </a:cubicBezTo>
                  <a:cubicBezTo>
                    <a:pt x="67" y="17"/>
                    <a:pt x="53" y="9"/>
                    <a:pt x="52" y="8"/>
                  </a:cubicBezTo>
                  <a:cubicBezTo>
                    <a:pt x="37" y="0"/>
                    <a:pt x="17" y="6"/>
                    <a:pt x="9" y="21"/>
                  </a:cubicBezTo>
                  <a:cubicBezTo>
                    <a:pt x="0" y="36"/>
                    <a:pt x="6" y="56"/>
                    <a:pt x="21" y="64"/>
                  </a:cubicBezTo>
                  <a:cubicBezTo>
                    <a:pt x="21" y="64"/>
                    <a:pt x="21" y="65"/>
                    <a:pt x="22" y="65"/>
                  </a:cubicBezTo>
                  <a:cubicBezTo>
                    <a:pt x="26" y="67"/>
                    <a:pt x="50" y="81"/>
                    <a:pt x="70" y="98"/>
                  </a:cubicBezTo>
                  <a:cubicBezTo>
                    <a:pt x="80" y="106"/>
                    <a:pt x="90" y="115"/>
                    <a:pt x="96" y="123"/>
                  </a:cubicBezTo>
                  <a:cubicBezTo>
                    <a:pt x="102" y="132"/>
                    <a:pt x="103" y="138"/>
                    <a:pt x="103" y="138"/>
                  </a:cubicBezTo>
                  <a:cubicBezTo>
                    <a:pt x="103" y="139"/>
                    <a:pt x="103" y="138"/>
                    <a:pt x="103" y="139"/>
                  </a:cubicBezTo>
                  <a:cubicBezTo>
                    <a:pt x="103" y="140"/>
                    <a:pt x="100" y="143"/>
                    <a:pt x="92" y="148"/>
                  </a:cubicBezTo>
                  <a:cubicBezTo>
                    <a:pt x="84" y="152"/>
                    <a:pt x="71" y="157"/>
                    <a:pt x="52" y="162"/>
                  </a:cubicBezTo>
                  <a:cubicBezTo>
                    <a:pt x="35" y="166"/>
                    <a:pt x="25" y="183"/>
                    <a:pt x="29" y="201"/>
                  </a:cubicBezTo>
                  <a:cubicBezTo>
                    <a:pt x="32" y="215"/>
                    <a:pt x="45" y="225"/>
                    <a:pt x="60" y="225"/>
                  </a:cubicBezTo>
                  <a:cubicBezTo>
                    <a:pt x="62" y="225"/>
                    <a:pt x="65" y="225"/>
                    <a:pt x="67" y="224"/>
                  </a:cubicBezTo>
                  <a:cubicBezTo>
                    <a:pt x="98" y="217"/>
                    <a:pt x="121" y="207"/>
                    <a:pt x="138" y="194"/>
                  </a:cubicBezTo>
                  <a:cubicBezTo>
                    <a:pt x="147" y="187"/>
                    <a:pt x="154" y="178"/>
                    <a:pt x="159" y="1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98" name="组合 297"/>
          <p:cNvGrpSpPr/>
          <p:nvPr/>
        </p:nvGrpSpPr>
        <p:grpSpPr>
          <a:xfrm>
            <a:off x="11132071" y="2484576"/>
            <a:ext cx="750253" cy="1077191"/>
            <a:chOff x="5468937" y="2318899"/>
            <a:chExt cx="801914" cy="1151365"/>
          </a:xfrm>
          <a:solidFill>
            <a:schemeClr val="tx1">
              <a:lumMod val="65000"/>
              <a:lumOff val="35000"/>
            </a:schemeClr>
          </a:solidFill>
        </p:grpSpPr>
        <p:sp>
          <p:nvSpPr>
            <p:cNvPr id="299" name="Freeform 60"/>
            <p:cNvSpPr>
              <a:spLocks/>
            </p:cNvSpPr>
            <p:nvPr/>
          </p:nvSpPr>
          <p:spPr bwMode="auto">
            <a:xfrm>
              <a:off x="5779271" y="2629233"/>
              <a:ext cx="491580" cy="841031"/>
            </a:xfrm>
            <a:custGeom>
              <a:avLst/>
              <a:gdLst>
                <a:gd name="T0" fmla="*/ 406 w 441"/>
                <a:gd name="T1" fmla="*/ 372 h 754"/>
                <a:gd name="T2" fmla="*/ 411 w 441"/>
                <a:gd name="T3" fmla="*/ 372 h 754"/>
                <a:gd name="T4" fmla="*/ 438 w 441"/>
                <a:gd name="T5" fmla="*/ 335 h 754"/>
                <a:gd name="T6" fmla="*/ 359 w 441"/>
                <a:gd name="T7" fmla="*/ 74 h 754"/>
                <a:gd name="T8" fmla="*/ 305 w 441"/>
                <a:gd name="T9" fmla="*/ 6 h 754"/>
                <a:gd name="T10" fmla="*/ 277 w 441"/>
                <a:gd name="T11" fmla="*/ 4 h 754"/>
                <a:gd name="T12" fmla="*/ 273 w 441"/>
                <a:gd name="T13" fmla="*/ 4 h 754"/>
                <a:gd name="T14" fmla="*/ 128 w 441"/>
                <a:gd name="T15" fmla="*/ 32 h 754"/>
                <a:gd name="T16" fmla="*/ 109 w 441"/>
                <a:gd name="T17" fmla="*/ 39 h 754"/>
                <a:gd name="T18" fmla="*/ 98 w 441"/>
                <a:gd name="T19" fmla="*/ 52 h 754"/>
                <a:gd name="T20" fmla="*/ 1 w 441"/>
                <a:gd name="T21" fmla="*/ 381 h 754"/>
                <a:gd name="T22" fmla="*/ 31 w 441"/>
                <a:gd name="T23" fmla="*/ 415 h 754"/>
                <a:gd name="T24" fmla="*/ 33 w 441"/>
                <a:gd name="T25" fmla="*/ 415 h 754"/>
                <a:gd name="T26" fmla="*/ 65 w 441"/>
                <a:gd name="T27" fmla="*/ 385 h 754"/>
                <a:gd name="T28" fmla="*/ 111 w 441"/>
                <a:gd name="T29" fmla="*/ 174 h 754"/>
                <a:gd name="T30" fmla="*/ 125 w 441"/>
                <a:gd name="T31" fmla="*/ 339 h 754"/>
                <a:gd name="T32" fmla="*/ 95 w 441"/>
                <a:gd name="T33" fmla="*/ 700 h 754"/>
                <a:gd name="T34" fmla="*/ 141 w 441"/>
                <a:gd name="T35" fmla="*/ 754 h 754"/>
                <a:gd name="T36" fmla="*/ 145 w 441"/>
                <a:gd name="T37" fmla="*/ 754 h 754"/>
                <a:gd name="T38" fmla="*/ 195 w 441"/>
                <a:gd name="T39" fmla="*/ 708 h 754"/>
                <a:gd name="T40" fmla="*/ 223 w 441"/>
                <a:gd name="T41" fmla="*/ 371 h 754"/>
                <a:gd name="T42" fmla="*/ 244 w 441"/>
                <a:gd name="T43" fmla="*/ 370 h 754"/>
                <a:gd name="T44" fmla="*/ 277 w 441"/>
                <a:gd name="T45" fmla="*/ 708 h 754"/>
                <a:gd name="T46" fmla="*/ 326 w 441"/>
                <a:gd name="T47" fmla="*/ 753 h 754"/>
                <a:gd name="T48" fmla="*/ 331 w 441"/>
                <a:gd name="T49" fmla="*/ 753 h 754"/>
                <a:gd name="T50" fmla="*/ 376 w 441"/>
                <a:gd name="T51" fmla="*/ 698 h 754"/>
                <a:gd name="T52" fmla="*/ 341 w 441"/>
                <a:gd name="T53" fmla="*/ 336 h 754"/>
                <a:gd name="T54" fmla="*/ 341 w 441"/>
                <a:gd name="T55" fmla="*/ 331 h 754"/>
                <a:gd name="T56" fmla="*/ 327 w 441"/>
                <a:gd name="T57" fmla="*/ 157 h 754"/>
                <a:gd name="T58" fmla="*/ 375 w 441"/>
                <a:gd name="T59" fmla="*/ 345 h 754"/>
                <a:gd name="T60" fmla="*/ 406 w 441"/>
                <a:gd name="T61" fmla="*/ 372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41" h="754">
                  <a:moveTo>
                    <a:pt x="406" y="372"/>
                  </a:moveTo>
                  <a:cubicBezTo>
                    <a:pt x="408" y="372"/>
                    <a:pt x="410" y="372"/>
                    <a:pt x="411" y="372"/>
                  </a:cubicBezTo>
                  <a:cubicBezTo>
                    <a:pt x="429" y="369"/>
                    <a:pt x="441" y="353"/>
                    <a:pt x="438" y="335"/>
                  </a:cubicBezTo>
                  <a:cubicBezTo>
                    <a:pt x="416" y="202"/>
                    <a:pt x="386" y="122"/>
                    <a:pt x="359" y="74"/>
                  </a:cubicBezTo>
                  <a:cubicBezTo>
                    <a:pt x="333" y="25"/>
                    <a:pt x="310" y="9"/>
                    <a:pt x="305" y="6"/>
                  </a:cubicBezTo>
                  <a:cubicBezTo>
                    <a:pt x="296" y="1"/>
                    <a:pt x="286" y="0"/>
                    <a:pt x="277" y="4"/>
                  </a:cubicBezTo>
                  <a:cubicBezTo>
                    <a:pt x="276" y="4"/>
                    <a:pt x="274" y="4"/>
                    <a:pt x="273" y="4"/>
                  </a:cubicBezTo>
                  <a:cubicBezTo>
                    <a:pt x="225" y="14"/>
                    <a:pt x="176" y="23"/>
                    <a:pt x="128" y="32"/>
                  </a:cubicBezTo>
                  <a:cubicBezTo>
                    <a:pt x="121" y="32"/>
                    <a:pt x="114" y="35"/>
                    <a:pt x="109" y="39"/>
                  </a:cubicBezTo>
                  <a:cubicBezTo>
                    <a:pt x="104" y="42"/>
                    <a:pt x="100" y="47"/>
                    <a:pt x="98" y="52"/>
                  </a:cubicBezTo>
                  <a:cubicBezTo>
                    <a:pt x="83" y="79"/>
                    <a:pt x="11" y="208"/>
                    <a:pt x="1" y="381"/>
                  </a:cubicBezTo>
                  <a:cubicBezTo>
                    <a:pt x="0" y="399"/>
                    <a:pt x="14" y="414"/>
                    <a:pt x="31" y="415"/>
                  </a:cubicBezTo>
                  <a:cubicBezTo>
                    <a:pt x="32" y="415"/>
                    <a:pt x="32" y="415"/>
                    <a:pt x="33" y="415"/>
                  </a:cubicBezTo>
                  <a:cubicBezTo>
                    <a:pt x="50" y="415"/>
                    <a:pt x="64" y="402"/>
                    <a:pt x="65" y="385"/>
                  </a:cubicBezTo>
                  <a:cubicBezTo>
                    <a:pt x="70" y="301"/>
                    <a:pt x="91" y="228"/>
                    <a:pt x="111" y="174"/>
                  </a:cubicBezTo>
                  <a:cubicBezTo>
                    <a:pt x="118" y="229"/>
                    <a:pt x="122" y="283"/>
                    <a:pt x="125" y="339"/>
                  </a:cubicBezTo>
                  <a:cubicBezTo>
                    <a:pt x="95" y="700"/>
                    <a:pt x="95" y="700"/>
                    <a:pt x="95" y="700"/>
                  </a:cubicBezTo>
                  <a:cubicBezTo>
                    <a:pt x="93" y="727"/>
                    <a:pt x="113" y="752"/>
                    <a:pt x="141" y="754"/>
                  </a:cubicBezTo>
                  <a:cubicBezTo>
                    <a:pt x="142" y="754"/>
                    <a:pt x="144" y="754"/>
                    <a:pt x="145" y="754"/>
                  </a:cubicBezTo>
                  <a:cubicBezTo>
                    <a:pt x="171" y="754"/>
                    <a:pt x="193" y="734"/>
                    <a:pt x="195" y="708"/>
                  </a:cubicBezTo>
                  <a:cubicBezTo>
                    <a:pt x="223" y="371"/>
                    <a:pt x="223" y="371"/>
                    <a:pt x="223" y="371"/>
                  </a:cubicBezTo>
                  <a:cubicBezTo>
                    <a:pt x="230" y="371"/>
                    <a:pt x="237" y="371"/>
                    <a:pt x="244" y="370"/>
                  </a:cubicBezTo>
                  <a:cubicBezTo>
                    <a:pt x="277" y="708"/>
                    <a:pt x="277" y="708"/>
                    <a:pt x="277" y="708"/>
                  </a:cubicBezTo>
                  <a:cubicBezTo>
                    <a:pt x="279" y="734"/>
                    <a:pt x="301" y="753"/>
                    <a:pt x="326" y="753"/>
                  </a:cubicBezTo>
                  <a:cubicBezTo>
                    <a:pt x="328" y="753"/>
                    <a:pt x="329" y="753"/>
                    <a:pt x="331" y="753"/>
                  </a:cubicBezTo>
                  <a:cubicBezTo>
                    <a:pt x="359" y="750"/>
                    <a:pt x="379" y="726"/>
                    <a:pt x="376" y="698"/>
                  </a:cubicBezTo>
                  <a:cubicBezTo>
                    <a:pt x="341" y="336"/>
                    <a:pt x="341" y="336"/>
                    <a:pt x="341" y="336"/>
                  </a:cubicBezTo>
                  <a:cubicBezTo>
                    <a:pt x="341" y="334"/>
                    <a:pt x="341" y="333"/>
                    <a:pt x="341" y="331"/>
                  </a:cubicBezTo>
                  <a:cubicBezTo>
                    <a:pt x="339" y="273"/>
                    <a:pt x="334" y="215"/>
                    <a:pt x="327" y="157"/>
                  </a:cubicBezTo>
                  <a:cubicBezTo>
                    <a:pt x="344" y="200"/>
                    <a:pt x="361" y="261"/>
                    <a:pt x="375" y="345"/>
                  </a:cubicBezTo>
                  <a:cubicBezTo>
                    <a:pt x="377" y="361"/>
                    <a:pt x="391" y="372"/>
                    <a:pt x="406" y="3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 name="Freeform 61"/>
            <p:cNvSpPr>
              <a:spLocks/>
            </p:cNvSpPr>
            <p:nvPr/>
          </p:nvSpPr>
          <p:spPr bwMode="auto">
            <a:xfrm>
              <a:off x="5850986" y="2417997"/>
              <a:ext cx="211236" cy="212540"/>
            </a:xfrm>
            <a:custGeom>
              <a:avLst/>
              <a:gdLst>
                <a:gd name="T0" fmla="*/ 5 w 190"/>
                <a:gd name="T1" fmla="*/ 105 h 190"/>
                <a:gd name="T2" fmla="*/ 105 w 190"/>
                <a:gd name="T3" fmla="*/ 184 h 190"/>
                <a:gd name="T4" fmla="*/ 184 w 190"/>
                <a:gd name="T5" fmla="*/ 85 h 190"/>
                <a:gd name="T6" fmla="*/ 85 w 190"/>
                <a:gd name="T7" fmla="*/ 6 h 190"/>
                <a:gd name="T8" fmla="*/ 5 w 190"/>
                <a:gd name="T9" fmla="*/ 105 h 190"/>
              </a:gdLst>
              <a:ahLst/>
              <a:cxnLst>
                <a:cxn ang="0">
                  <a:pos x="T0" y="T1"/>
                </a:cxn>
                <a:cxn ang="0">
                  <a:pos x="T2" y="T3"/>
                </a:cxn>
                <a:cxn ang="0">
                  <a:pos x="T4" y="T5"/>
                </a:cxn>
                <a:cxn ang="0">
                  <a:pos x="T6" y="T7"/>
                </a:cxn>
                <a:cxn ang="0">
                  <a:pos x="T8" y="T9"/>
                </a:cxn>
              </a:cxnLst>
              <a:rect l="0" t="0" r="r" b="b"/>
              <a:pathLst>
                <a:path w="190" h="190">
                  <a:moveTo>
                    <a:pt x="5" y="105"/>
                  </a:moveTo>
                  <a:cubicBezTo>
                    <a:pt x="11" y="154"/>
                    <a:pt x="56" y="190"/>
                    <a:pt x="105" y="184"/>
                  </a:cubicBezTo>
                  <a:cubicBezTo>
                    <a:pt x="154" y="179"/>
                    <a:pt x="190" y="134"/>
                    <a:pt x="184" y="85"/>
                  </a:cubicBezTo>
                  <a:cubicBezTo>
                    <a:pt x="179" y="35"/>
                    <a:pt x="134" y="0"/>
                    <a:pt x="85" y="6"/>
                  </a:cubicBezTo>
                  <a:cubicBezTo>
                    <a:pt x="35" y="11"/>
                    <a:pt x="0" y="56"/>
                    <a:pt x="5" y="10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 name="Freeform 62"/>
            <p:cNvSpPr>
              <a:spLocks/>
            </p:cNvSpPr>
            <p:nvPr/>
          </p:nvSpPr>
          <p:spPr bwMode="auto">
            <a:xfrm>
              <a:off x="5596722" y="2419301"/>
              <a:ext cx="217756" cy="215148"/>
            </a:xfrm>
            <a:custGeom>
              <a:avLst/>
              <a:gdLst>
                <a:gd name="T0" fmla="*/ 188 w 195"/>
                <a:gd name="T1" fmla="*/ 112 h 193"/>
                <a:gd name="T2" fmla="*/ 119 w 195"/>
                <a:gd name="T3" fmla="*/ 11 h 193"/>
                <a:gd name="T4" fmla="*/ 11 w 195"/>
                <a:gd name="T5" fmla="*/ 79 h 193"/>
                <a:gd name="T6" fmla="*/ 78 w 195"/>
                <a:gd name="T7" fmla="*/ 187 h 193"/>
                <a:gd name="T8" fmla="*/ 156 w 195"/>
                <a:gd name="T9" fmla="*/ 169 h 193"/>
                <a:gd name="T10" fmla="*/ 157 w 195"/>
                <a:gd name="T11" fmla="*/ 149 h 193"/>
                <a:gd name="T12" fmla="*/ 188 w 195"/>
                <a:gd name="T13" fmla="*/ 112 h 193"/>
              </a:gdLst>
              <a:ahLst/>
              <a:cxnLst>
                <a:cxn ang="0">
                  <a:pos x="T0" y="T1"/>
                </a:cxn>
                <a:cxn ang="0">
                  <a:pos x="T2" y="T3"/>
                </a:cxn>
                <a:cxn ang="0">
                  <a:pos x="T4" y="T5"/>
                </a:cxn>
                <a:cxn ang="0">
                  <a:pos x="T6" y="T7"/>
                </a:cxn>
                <a:cxn ang="0">
                  <a:pos x="T8" y="T9"/>
                </a:cxn>
                <a:cxn ang="0">
                  <a:pos x="T10" y="T11"/>
                </a:cxn>
                <a:cxn ang="0">
                  <a:pos x="T12" y="T13"/>
                </a:cxn>
              </a:cxnLst>
              <a:rect l="0" t="0" r="r" b="b"/>
              <a:pathLst>
                <a:path w="195" h="193">
                  <a:moveTo>
                    <a:pt x="188" y="112"/>
                  </a:moveTo>
                  <a:cubicBezTo>
                    <a:pt x="195" y="66"/>
                    <a:pt x="165" y="22"/>
                    <a:pt x="119" y="11"/>
                  </a:cubicBezTo>
                  <a:cubicBezTo>
                    <a:pt x="71" y="0"/>
                    <a:pt x="22" y="30"/>
                    <a:pt x="11" y="79"/>
                  </a:cubicBezTo>
                  <a:cubicBezTo>
                    <a:pt x="0" y="127"/>
                    <a:pt x="30" y="175"/>
                    <a:pt x="78" y="187"/>
                  </a:cubicBezTo>
                  <a:cubicBezTo>
                    <a:pt x="107" y="193"/>
                    <a:pt x="135" y="186"/>
                    <a:pt x="156" y="169"/>
                  </a:cubicBezTo>
                  <a:cubicBezTo>
                    <a:pt x="156" y="163"/>
                    <a:pt x="157" y="156"/>
                    <a:pt x="157" y="149"/>
                  </a:cubicBezTo>
                  <a:cubicBezTo>
                    <a:pt x="158" y="131"/>
                    <a:pt x="171" y="116"/>
                    <a:pt x="188" y="1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 name="Freeform 63"/>
            <p:cNvSpPr>
              <a:spLocks/>
            </p:cNvSpPr>
            <p:nvPr/>
          </p:nvSpPr>
          <p:spPr bwMode="auto">
            <a:xfrm>
              <a:off x="5468937" y="2618801"/>
              <a:ext cx="212540" cy="851462"/>
            </a:xfrm>
            <a:custGeom>
              <a:avLst/>
              <a:gdLst>
                <a:gd name="T0" fmla="*/ 91 w 190"/>
                <a:gd name="T1" fmla="*/ 97 h 764"/>
                <a:gd name="T2" fmla="*/ 88 w 190"/>
                <a:gd name="T3" fmla="*/ 40 h 764"/>
                <a:gd name="T4" fmla="*/ 118 w 190"/>
                <a:gd name="T5" fmla="*/ 27 h 764"/>
                <a:gd name="T6" fmla="*/ 145 w 190"/>
                <a:gd name="T7" fmla="*/ 37 h 764"/>
                <a:gd name="T8" fmla="*/ 146 w 190"/>
                <a:gd name="T9" fmla="*/ 38 h 764"/>
                <a:gd name="T10" fmla="*/ 146 w 190"/>
                <a:gd name="T11" fmla="*/ 38 h 764"/>
                <a:gd name="T12" fmla="*/ 152 w 190"/>
                <a:gd name="T13" fmla="*/ 43 h 764"/>
                <a:gd name="T14" fmla="*/ 174 w 190"/>
                <a:gd name="T15" fmla="*/ 58 h 764"/>
                <a:gd name="T16" fmla="*/ 177 w 190"/>
                <a:gd name="T17" fmla="*/ 60 h 764"/>
                <a:gd name="T18" fmla="*/ 137 w 190"/>
                <a:gd name="T19" fmla="*/ 9 h 764"/>
                <a:gd name="T20" fmla="*/ 33 w 190"/>
                <a:gd name="T21" fmla="*/ 77 h 764"/>
                <a:gd name="T22" fmla="*/ 10 w 190"/>
                <a:gd name="T23" fmla="*/ 299 h 764"/>
                <a:gd name="T24" fmla="*/ 62 w 190"/>
                <a:gd name="T25" fmla="*/ 365 h 764"/>
                <a:gd name="T26" fmla="*/ 90 w 190"/>
                <a:gd name="T27" fmla="*/ 523 h 764"/>
                <a:gd name="T28" fmla="*/ 58 w 190"/>
                <a:gd name="T29" fmla="*/ 697 h 764"/>
                <a:gd name="T30" fmla="*/ 88 w 190"/>
                <a:gd name="T31" fmla="*/ 761 h 764"/>
                <a:gd name="T32" fmla="*/ 105 w 190"/>
                <a:gd name="T33" fmla="*/ 764 h 764"/>
                <a:gd name="T34" fmla="*/ 152 w 190"/>
                <a:gd name="T35" fmla="*/ 731 h 764"/>
                <a:gd name="T36" fmla="*/ 190 w 190"/>
                <a:gd name="T37" fmla="*/ 523 h 764"/>
                <a:gd name="T38" fmla="*/ 154 w 190"/>
                <a:gd name="T39" fmla="*/ 324 h 764"/>
                <a:gd name="T40" fmla="*/ 153 w 190"/>
                <a:gd name="T41" fmla="*/ 310 h 764"/>
                <a:gd name="T42" fmla="*/ 166 w 190"/>
                <a:gd name="T43" fmla="*/ 144 h 764"/>
                <a:gd name="T44" fmla="*/ 132 w 190"/>
                <a:gd name="T45" fmla="*/ 126 h 764"/>
                <a:gd name="T46" fmla="*/ 91 w 190"/>
                <a:gd name="T47" fmla="*/ 97 h 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0" h="764">
                  <a:moveTo>
                    <a:pt x="91" y="97"/>
                  </a:moveTo>
                  <a:cubicBezTo>
                    <a:pt x="75" y="82"/>
                    <a:pt x="73" y="56"/>
                    <a:pt x="88" y="40"/>
                  </a:cubicBezTo>
                  <a:cubicBezTo>
                    <a:pt x="96" y="32"/>
                    <a:pt x="107" y="27"/>
                    <a:pt x="118" y="27"/>
                  </a:cubicBezTo>
                  <a:cubicBezTo>
                    <a:pt x="128" y="27"/>
                    <a:pt x="137" y="30"/>
                    <a:pt x="145" y="37"/>
                  </a:cubicBezTo>
                  <a:cubicBezTo>
                    <a:pt x="146" y="38"/>
                    <a:pt x="146" y="38"/>
                    <a:pt x="146" y="38"/>
                  </a:cubicBezTo>
                  <a:cubicBezTo>
                    <a:pt x="146" y="38"/>
                    <a:pt x="146" y="38"/>
                    <a:pt x="146" y="38"/>
                  </a:cubicBezTo>
                  <a:cubicBezTo>
                    <a:pt x="147" y="39"/>
                    <a:pt x="150" y="41"/>
                    <a:pt x="152" y="43"/>
                  </a:cubicBezTo>
                  <a:cubicBezTo>
                    <a:pt x="157" y="47"/>
                    <a:pt x="165" y="52"/>
                    <a:pt x="174" y="58"/>
                  </a:cubicBezTo>
                  <a:cubicBezTo>
                    <a:pt x="175" y="59"/>
                    <a:pt x="176" y="59"/>
                    <a:pt x="177" y="60"/>
                  </a:cubicBezTo>
                  <a:cubicBezTo>
                    <a:pt x="172" y="35"/>
                    <a:pt x="158" y="14"/>
                    <a:pt x="137" y="9"/>
                  </a:cubicBezTo>
                  <a:cubicBezTo>
                    <a:pt x="103" y="0"/>
                    <a:pt x="53" y="19"/>
                    <a:pt x="33" y="77"/>
                  </a:cubicBezTo>
                  <a:cubicBezTo>
                    <a:pt x="6" y="158"/>
                    <a:pt x="0" y="211"/>
                    <a:pt x="10" y="299"/>
                  </a:cubicBezTo>
                  <a:cubicBezTo>
                    <a:pt x="18" y="340"/>
                    <a:pt x="39" y="358"/>
                    <a:pt x="62" y="365"/>
                  </a:cubicBezTo>
                  <a:cubicBezTo>
                    <a:pt x="71" y="387"/>
                    <a:pt x="90" y="444"/>
                    <a:pt x="90" y="523"/>
                  </a:cubicBezTo>
                  <a:cubicBezTo>
                    <a:pt x="90" y="573"/>
                    <a:pt x="82" y="632"/>
                    <a:pt x="58" y="697"/>
                  </a:cubicBezTo>
                  <a:cubicBezTo>
                    <a:pt x="49" y="723"/>
                    <a:pt x="62" y="751"/>
                    <a:pt x="88" y="761"/>
                  </a:cubicBezTo>
                  <a:cubicBezTo>
                    <a:pt x="94" y="763"/>
                    <a:pt x="100" y="764"/>
                    <a:pt x="105" y="764"/>
                  </a:cubicBezTo>
                  <a:cubicBezTo>
                    <a:pt x="126" y="764"/>
                    <a:pt x="145" y="752"/>
                    <a:pt x="152" y="731"/>
                  </a:cubicBezTo>
                  <a:cubicBezTo>
                    <a:pt x="181" y="655"/>
                    <a:pt x="190" y="584"/>
                    <a:pt x="190" y="523"/>
                  </a:cubicBezTo>
                  <a:cubicBezTo>
                    <a:pt x="190" y="424"/>
                    <a:pt x="165" y="353"/>
                    <a:pt x="154" y="324"/>
                  </a:cubicBezTo>
                  <a:cubicBezTo>
                    <a:pt x="154" y="320"/>
                    <a:pt x="153" y="315"/>
                    <a:pt x="153" y="310"/>
                  </a:cubicBezTo>
                  <a:cubicBezTo>
                    <a:pt x="146" y="256"/>
                    <a:pt x="156" y="195"/>
                    <a:pt x="166" y="144"/>
                  </a:cubicBezTo>
                  <a:cubicBezTo>
                    <a:pt x="154" y="139"/>
                    <a:pt x="142" y="132"/>
                    <a:pt x="132" y="126"/>
                  </a:cubicBezTo>
                  <a:cubicBezTo>
                    <a:pt x="111" y="113"/>
                    <a:pt x="96" y="100"/>
                    <a:pt x="91" y="9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 name="Freeform 64"/>
            <p:cNvSpPr>
              <a:spLocks/>
            </p:cNvSpPr>
            <p:nvPr/>
          </p:nvSpPr>
          <p:spPr bwMode="auto">
            <a:xfrm>
              <a:off x="5561515" y="2550997"/>
              <a:ext cx="292079" cy="234706"/>
            </a:xfrm>
            <a:custGeom>
              <a:avLst/>
              <a:gdLst>
                <a:gd name="T0" fmla="*/ 145 w 262"/>
                <a:gd name="T1" fmla="*/ 147 h 211"/>
                <a:gd name="T2" fmla="*/ 88 w 262"/>
                <a:gd name="T3" fmla="*/ 126 h 211"/>
                <a:gd name="T4" fmla="*/ 65 w 262"/>
                <a:gd name="T5" fmla="*/ 110 h 211"/>
                <a:gd name="T6" fmla="*/ 59 w 262"/>
                <a:gd name="T7" fmla="*/ 105 h 211"/>
                <a:gd name="T8" fmla="*/ 58 w 262"/>
                <a:gd name="T9" fmla="*/ 104 h 211"/>
                <a:gd name="T10" fmla="*/ 57 w 262"/>
                <a:gd name="T11" fmla="*/ 104 h 211"/>
                <a:gd name="T12" fmla="*/ 12 w 262"/>
                <a:gd name="T13" fmla="*/ 106 h 211"/>
                <a:gd name="T14" fmla="*/ 15 w 262"/>
                <a:gd name="T15" fmla="*/ 152 h 211"/>
                <a:gd name="T16" fmla="*/ 15 w 262"/>
                <a:gd name="T17" fmla="*/ 152 h 211"/>
                <a:gd name="T18" fmla="*/ 54 w 262"/>
                <a:gd name="T19" fmla="*/ 180 h 211"/>
                <a:gd name="T20" fmla="*/ 145 w 262"/>
                <a:gd name="T21" fmla="*/ 211 h 211"/>
                <a:gd name="T22" fmla="*/ 145 w 262"/>
                <a:gd name="T23" fmla="*/ 211 h 211"/>
                <a:gd name="T24" fmla="*/ 190 w 262"/>
                <a:gd name="T25" fmla="*/ 200 h 211"/>
                <a:gd name="T26" fmla="*/ 241 w 262"/>
                <a:gd name="T27" fmla="*/ 142 h 211"/>
                <a:gd name="T28" fmla="*/ 261 w 262"/>
                <a:gd name="T29" fmla="*/ 34 h 211"/>
                <a:gd name="T30" fmla="*/ 230 w 262"/>
                <a:gd name="T31" fmla="*/ 1 h 211"/>
                <a:gd name="T32" fmla="*/ 197 w 262"/>
                <a:gd name="T33" fmla="*/ 32 h 211"/>
                <a:gd name="T34" fmla="*/ 175 w 262"/>
                <a:gd name="T35" fmla="*/ 130 h 211"/>
                <a:gd name="T36" fmla="*/ 161 w 262"/>
                <a:gd name="T37" fmla="*/ 143 h 211"/>
                <a:gd name="T38" fmla="*/ 145 w 262"/>
                <a:gd name="T39" fmla="*/ 147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2" h="211">
                  <a:moveTo>
                    <a:pt x="145" y="147"/>
                  </a:moveTo>
                  <a:cubicBezTo>
                    <a:pt x="130" y="147"/>
                    <a:pt x="106" y="137"/>
                    <a:pt x="88" y="126"/>
                  </a:cubicBezTo>
                  <a:cubicBezTo>
                    <a:pt x="79" y="120"/>
                    <a:pt x="71" y="115"/>
                    <a:pt x="65" y="110"/>
                  </a:cubicBezTo>
                  <a:cubicBezTo>
                    <a:pt x="63" y="108"/>
                    <a:pt x="60" y="106"/>
                    <a:pt x="59" y="105"/>
                  </a:cubicBezTo>
                  <a:cubicBezTo>
                    <a:pt x="58" y="105"/>
                    <a:pt x="58" y="104"/>
                    <a:pt x="58" y="104"/>
                  </a:cubicBezTo>
                  <a:cubicBezTo>
                    <a:pt x="57" y="104"/>
                    <a:pt x="57" y="104"/>
                    <a:pt x="57" y="104"/>
                  </a:cubicBezTo>
                  <a:cubicBezTo>
                    <a:pt x="44" y="92"/>
                    <a:pt x="24" y="93"/>
                    <a:pt x="12" y="106"/>
                  </a:cubicBezTo>
                  <a:cubicBezTo>
                    <a:pt x="0" y="120"/>
                    <a:pt x="1" y="140"/>
                    <a:pt x="15" y="152"/>
                  </a:cubicBezTo>
                  <a:cubicBezTo>
                    <a:pt x="15" y="152"/>
                    <a:pt x="15" y="152"/>
                    <a:pt x="15" y="152"/>
                  </a:cubicBezTo>
                  <a:cubicBezTo>
                    <a:pt x="16" y="152"/>
                    <a:pt x="31" y="166"/>
                    <a:pt x="54" y="180"/>
                  </a:cubicBezTo>
                  <a:cubicBezTo>
                    <a:pt x="78" y="194"/>
                    <a:pt x="109" y="210"/>
                    <a:pt x="145" y="211"/>
                  </a:cubicBezTo>
                  <a:cubicBezTo>
                    <a:pt x="145" y="211"/>
                    <a:pt x="145" y="211"/>
                    <a:pt x="145" y="211"/>
                  </a:cubicBezTo>
                  <a:cubicBezTo>
                    <a:pt x="160" y="211"/>
                    <a:pt x="175" y="208"/>
                    <a:pt x="190" y="200"/>
                  </a:cubicBezTo>
                  <a:cubicBezTo>
                    <a:pt x="211" y="190"/>
                    <a:pt x="229" y="169"/>
                    <a:pt x="241" y="142"/>
                  </a:cubicBezTo>
                  <a:cubicBezTo>
                    <a:pt x="253" y="114"/>
                    <a:pt x="259" y="80"/>
                    <a:pt x="261" y="34"/>
                  </a:cubicBezTo>
                  <a:cubicBezTo>
                    <a:pt x="262" y="17"/>
                    <a:pt x="248" y="2"/>
                    <a:pt x="230" y="1"/>
                  </a:cubicBezTo>
                  <a:cubicBezTo>
                    <a:pt x="213" y="0"/>
                    <a:pt x="198" y="14"/>
                    <a:pt x="197" y="32"/>
                  </a:cubicBezTo>
                  <a:cubicBezTo>
                    <a:pt x="195" y="85"/>
                    <a:pt x="185" y="116"/>
                    <a:pt x="175" y="130"/>
                  </a:cubicBezTo>
                  <a:cubicBezTo>
                    <a:pt x="170" y="138"/>
                    <a:pt x="165" y="141"/>
                    <a:pt x="161" y="143"/>
                  </a:cubicBezTo>
                  <a:cubicBezTo>
                    <a:pt x="156" y="146"/>
                    <a:pt x="151" y="147"/>
                    <a:pt x="145" y="1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 name="Oval 65"/>
            <p:cNvSpPr>
              <a:spLocks noChangeArrowheads="1"/>
            </p:cNvSpPr>
            <p:nvPr/>
          </p:nvSpPr>
          <p:spPr bwMode="auto">
            <a:xfrm>
              <a:off x="5714075" y="2318899"/>
              <a:ext cx="43030" cy="4172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 name="Oval 66"/>
            <p:cNvSpPr>
              <a:spLocks noChangeArrowheads="1"/>
            </p:cNvSpPr>
            <p:nvPr/>
          </p:nvSpPr>
          <p:spPr bwMode="auto">
            <a:xfrm>
              <a:off x="5784487" y="2318899"/>
              <a:ext cx="41726" cy="4172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 name="Oval 67"/>
            <p:cNvSpPr>
              <a:spLocks noChangeArrowheads="1"/>
            </p:cNvSpPr>
            <p:nvPr/>
          </p:nvSpPr>
          <p:spPr bwMode="auto">
            <a:xfrm>
              <a:off x="5849683" y="2318899"/>
              <a:ext cx="41726" cy="4172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 name="Oval 68"/>
            <p:cNvSpPr>
              <a:spLocks noChangeArrowheads="1"/>
            </p:cNvSpPr>
            <p:nvPr/>
          </p:nvSpPr>
          <p:spPr bwMode="auto">
            <a:xfrm>
              <a:off x="5918790" y="2318899"/>
              <a:ext cx="41726" cy="4172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08" name="组合 307"/>
          <p:cNvGrpSpPr/>
          <p:nvPr/>
        </p:nvGrpSpPr>
        <p:grpSpPr>
          <a:xfrm>
            <a:off x="6536626" y="3893585"/>
            <a:ext cx="1003995" cy="1011314"/>
            <a:chOff x="557056" y="3824931"/>
            <a:chExt cx="1073129" cy="1080952"/>
          </a:xfrm>
          <a:solidFill>
            <a:schemeClr val="tx1">
              <a:lumMod val="65000"/>
              <a:lumOff val="35000"/>
            </a:schemeClr>
          </a:solidFill>
        </p:grpSpPr>
        <p:sp>
          <p:nvSpPr>
            <p:cNvPr id="309" name="Oval 69"/>
            <p:cNvSpPr>
              <a:spLocks noChangeArrowheads="1"/>
            </p:cNvSpPr>
            <p:nvPr/>
          </p:nvSpPr>
          <p:spPr bwMode="auto">
            <a:xfrm>
              <a:off x="812625" y="3844489"/>
              <a:ext cx="200804" cy="20080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 name="Freeform 70"/>
            <p:cNvSpPr>
              <a:spLocks/>
            </p:cNvSpPr>
            <p:nvPr/>
          </p:nvSpPr>
          <p:spPr bwMode="auto">
            <a:xfrm>
              <a:off x="1330283" y="3836666"/>
              <a:ext cx="33902" cy="236011"/>
            </a:xfrm>
            <a:custGeom>
              <a:avLst/>
              <a:gdLst>
                <a:gd name="T0" fmla="*/ 26 w 26"/>
                <a:gd name="T1" fmla="*/ 181 h 181"/>
                <a:gd name="T2" fmla="*/ 26 w 26"/>
                <a:gd name="T3" fmla="*/ 0 h 181"/>
                <a:gd name="T4" fmla="*/ 0 w 26"/>
                <a:gd name="T5" fmla="*/ 5 h 181"/>
                <a:gd name="T6" fmla="*/ 0 w 26"/>
                <a:gd name="T7" fmla="*/ 175 h 181"/>
                <a:gd name="T8" fmla="*/ 26 w 26"/>
                <a:gd name="T9" fmla="*/ 181 h 181"/>
              </a:gdLst>
              <a:ahLst/>
              <a:cxnLst>
                <a:cxn ang="0">
                  <a:pos x="T0" y="T1"/>
                </a:cxn>
                <a:cxn ang="0">
                  <a:pos x="T2" y="T3"/>
                </a:cxn>
                <a:cxn ang="0">
                  <a:pos x="T4" y="T5"/>
                </a:cxn>
                <a:cxn ang="0">
                  <a:pos x="T6" y="T7"/>
                </a:cxn>
                <a:cxn ang="0">
                  <a:pos x="T8" y="T9"/>
                </a:cxn>
              </a:cxnLst>
              <a:rect l="0" t="0" r="r" b="b"/>
              <a:pathLst>
                <a:path w="26" h="181">
                  <a:moveTo>
                    <a:pt x="26" y="181"/>
                  </a:moveTo>
                  <a:lnTo>
                    <a:pt x="26" y="0"/>
                  </a:lnTo>
                  <a:lnTo>
                    <a:pt x="0" y="5"/>
                  </a:lnTo>
                  <a:lnTo>
                    <a:pt x="0" y="175"/>
                  </a:lnTo>
                  <a:lnTo>
                    <a:pt x="26" y="1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 name="Freeform 71"/>
            <p:cNvSpPr>
              <a:spLocks noEditPoints="1"/>
            </p:cNvSpPr>
            <p:nvPr/>
          </p:nvSpPr>
          <p:spPr bwMode="auto">
            <a:xfrm>
              <a:off x="557056" y="3847097"/>
              <a:ext cx="749757" cy="1058786"/>
            </a:xfrm>
            <a:custGeom>
              <a:avLst/>
              <a:gdLst>
                <a:gd name="T0" fmla="*/ 672 w 672"/>
                <a:gd name="T1" fmla="*/ 0 h 949"/>
                <a:gd name="T2" fmla="*/ 427 w 672"/>
                <a:gd name="T3" fmla="*/ 52 h 949"/>
                <a:gd name="T4" fmla="*/ 427 w 672"/>
                <a:gd name="T5" fmla="*/ 140 h 949"/>
                <a:gd name="T6" fmla="*/ 453 w 672"/>
                <a:gd name="T7" fmla="*/ 145 h 949"/>
                <a:gd name="T8" fmla="*/ 453 w 672"/>
                <a:gd name="T9" fmla="*/ 166 h 949"/>
                <a:gd name="T10" fmla="*/ 481 w 672"/>
                <a:gd name="T11" fmla="*/ 213 h 949"/>
                <a:gd name="T12" fmla="*/ 462 w 672"/>
                <a:gd name="T13" fmla="*/ 297 h 949"/>
                <a:gd name="T14" fmla="*/ 456 w 672"/>
                <a:gd name="T15" fmla="*/ 307 h 949"/>
                <a:gd name="T16" fmla="*/ 452 w 672"/>
                <a:gd name="T17" fmla="*/ 305 h 949"/>
                <a:gd name="T18" fmla="*/ 432 w 672"/>
                <a:gd name="T19" fmla="*/ 287 h 949"/>
                <a:gd name="T20" fmla="*/ 401 w 672"/>
                <a:gd name="T21" fmla="*/ 244 h 949"/>
                <a:gd name="T22" fmla="*/ 391 w 672"/>
                <a:gd name="T23" fmla="*/ 228 h 949"/>
                <a:gd name="T24" fmla="*/ 361 w 672"/>
                <a:gd name="T25" fmla="*/ 204 h 949"/>
                <a:gd name="T26" fmla="*/ 361 w 672"/>
                <a:gd name="T27" fmla="*/ 204 h 949"/>
                <a:gd name="T28" fmla="*/ 357 w 672"/>
                <a:gd name="T29" fmla="*/ 204 h 949"/>
                <a:gd name="T30" fmla="*/ 207 w 672"/>
                <a:gd name="T31" fmla="*/ 204 h 949"/>
                <a:gd name="T32" fmla="*/ 204 w 672"/>
                <a:gd name="T33" fmla="*/ 204 h 949"/>
                <a:gd name="T34" fmla="*/ 148 w 672"/>
                <a:gd name="T35" fmla="*/ 180 h 949"/>
                <a:gd name="T36" fmla="*/ 66 w 672"/>
                <a:gd name="T37" fmla="*/ 30 h 949"/>
                <a:gd name="T38" fmla="*/ 29 w 672"/>
                <a:gd name="T39" fmla="*/ 3 h 949"/>
                <a:gd name="T40" fmla="*/ 3 w 672"/>
                <a:gd name="T41" fmla="*/ 40 h 949"/>
                <a:gd name="T42" fmla="*/ 115 w 672"/>
                <a:gd name="T43" fmla="*/ 235 h 949"/>
                <a:gd name="T44" fmla="*/ 176 w 672"/>
                <a:gd name="T45" fmla="*/ 263 h 949"/>
                <a:gd name="T46" fmla="*/ 176 w 672"/>
                <a:gd name="T47" fmla="*/ 508 h 949"/>
                <a:gd name="T48" fmla="*/ 176 w 672"/>
                <a:gd name="T49" fmla="*/ 513 h 949"/>
                <a:gd name="T50" fmla="*/ 146 w 672"/>
                <a:gd name="T51" fmla="*/ 724 h 949"/>
                <a:gd name="T52" fmla="*/ 160 w 672"/>
                <a:gd name="T53" fmla="*/ 906 h 949"/>
                <a:gd name="T54" fmla="*/ 209 w 672"/>
                <a:gd name="T55" fmla="*/ 949 h 949"/>
                <a:gd name="T56" fmla="*/ 217 w 672"/>
                <a:gd name="T57" fmla="*/ 948 h 949"/>
                <a:gd name="T58" fmla="*/ 259 w 672"/>
                <a:gd name="T59" fmla="*/ 892 h 949"/>
                <a:gd name="T60" fmla="*/ 246 w 672"/>
                <a:gd name="T61" fmla="*/ 724 h 949"/>
                <a:gd name="T62" fmla="*/ 264 w 672"/>
                <a:gd name="T63" fmla="*/ 567 h 949"/>
                <a:gd name="T64" fmla="*/ 272 w 672"/>
                <a:gd name="T65" fmla="*/ 544 h 949"/>
                <a:gd name="T66" fmla="*/ 318 w 672"/>
                <a:gd name="T67" fmla="*/ 539 h 949"/>
                <a:gd name="T68" fmla="*/ 382 w 672"/>
                <a:gd name="T69" fmla="*/ 555 h 949"/>
                <a:gd name="T70" fmla="*/ 400 w 672"/>
                <a:gd name="T71" fmla="*/ 575 h 949"/>
                <a:gd name="T72" fmla="*/ 408 w 672"/>
                <a:gd name="T73" fmla="*/ 619 h 949"/>
                <a:gd name="T74" fmla="*/ 361 w 672"/>
                <a:gd name="T75" fmla="*/ 792 h 949"/>
                <a:gd name="T76" fmla="*/ 387 w 672"/>
                <a:gd name="T77" fmla="*/ 858 h 949"/>
                <a:gd name="T78" fmla="*/ 407 w 672"/>
                <a:gd name="T79" fmla="*/ 862 h 949"/>
                <a:gd name="T80" fmla="*/ 453 w 672"/>
                <a:gd name="T81" fmla="*/ 832 h 949"/>
                <a:gd name="T82" fmla="*/ 508 w 672"/>
                <a:gd name="T83" fmla="*/ 619 h 949"/>
                <a:gd name="T84" fmla="*/ 490 w 672"/>
                <a:gd name="T85" fmla="*/ 530 h 949"/>
                <a:gd name="T86" fmla="*/ 407 w 672"/>
                <a:gd name="T87" fmla="*/ 455 h 949"/>
                <a:gd name="T88" fmla="*/ 392 w 672"/>
                <a:gd name="T89" fmla="*/ 450 h 949"/>
                <a:gd name="T90" fmla="*/ 392 w 672"/>
                <a:gd name="T91" fmla="*/ 338 h 949"/>
                <a:gd name="T92" fmla="*/ 402 w 672"/>
                <a:gd name="T93" fmla="*/ 347 h 949"/>
                <a:gd name="T94" fmla="*/ 426 w 672"/>
                <a:gd name="T95" fmla="*/ 363 h 949"/>
                <a:gd name="T96" fmla="*/ 457 w 672"/>
                <a:gd name="T97" fmla="*/ 371 h 949"/>
                <a:gd name="T98" fmla="*/ 457 w 672"/>
                <a:gd name="T99" fmla="*/ 371 h 949"/>
                <a:gd name="T100" fmla="*/ 495 w 672"/>
                <a:gd name="T101" fmla="*/ 358 h 949"/>
                <a:gd name="T102" fmla="*/ 528 w 672"/>
                <a:gd name="T103" fmla="*/ 303 h 949"/>
                <a:gd name="T104" fmla="*/ 544 w 672"/>
                <a:gd name="T105" fmla="*/ 220 h 949"/>
                <a:gd name="T106" fmla="*/ 594 w 672"/>
                <a:gd name="T107" fmla="*/ 175 h 949"/>
                <a:gd name="T108" fmla="*/ 672 w 672"/>
                <a:gd name="T109" fmla="*/ 191 h 949"/>
                <a:gd name="T110" fmla="*/ 672 w 672"/>
                <a:gd name="T111" fmla="*/ 0 h 949"/>
                <a:gd name="T112" fmla="*/ 544 w 672"/>
                <a:gd name="T113" fmla="*/ 200 h 949"/>
                <a:gd name="T114" fmla="*/ 516 w 672"/>
                <a:gd name="T115" fmla="*/ 176 h 949"/>
                <a:gd name="T116" fmla="*/ 486 w 672"/>
                <a:gd name="T117" fmla="*/ 192 h 949"/>
                <a:gd name="T118" fmla="*/ 473 w 672"/>
                <a:gd name="T119" fmla="*/ 166 h 949"/>
                <a:gd name="T120" fmla="*/ 473 w 672"/>
                <a:gd name="T121" fmla="*/ 149 h 949"/>
                <a:gd name="T122" fmla="*/ 575 w 672"/>
                <a:gd name="T123" fmla="*/ 171 h 949"/>
                <a:gd name="T124" fmla="*/ 544 w 672"/>
                <a:gd name="T125" fmla="*/ 200 h 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72" h="949">
                  <a:moveTo>
                    <a:pt x="672" y="0"/>
                  </a:moveTo>
                  <a:cubicBezTo>
                    <a:pt x="427" y="52"/>
                    <a:pt x="427" y="52"/>
                    <a:pt x="427" y="52"/>
                  </a:cubicBezTo>
                  <a:cubicBezTo>
                    <a:pt x="427" y="140"/>
                    <a:pt x="427" y="140"/>
                    <a:pt x="427" y="140"/>
                  </a:cubicBezTo>
                  <a:cubicBezTo>
                    <a:pt x="453" y="145"/>
                    <a:pt x="453" y="145"/>
                    <a:pt x="453" y="145"/>
                  </a:cubicBezTo>
                  <a:cubicBezTo>
                    <a:pt x="453" y="166"/>
                    <a:pt x="453" y="166"/>
                    <a:pt x="453" y="166"/>
                  </a:cubicBezTo>
                  <a:cubicBezTo>
                    <a:pt x="453" y="186"/>
                    <a:pt x="464" y="204"/>
                    <a:pt x="481" y="213"/>
                  </a:cubicBezTo>
                  <a:cubicBezTo>
                    <a:pt x="476" y="256"/>
                    <a:pt x="469" y="283"/>
                    <a:pt x="462" y="297"/>
                  </a:cubicBezTo>
                  <a:cubicBezTo>
                    <a:pt x="459" y="302"/>
                    <a:pt x="457" y="305"/>
                    <a:pt x="456" y="307"/>
                  </a:cubicBezTo>
                  <a:cubicBezTo>
                    <a:pt x="455" y="306"/>
                    <a:pt x="454" y="306"/>
                    <a:pt x="452" y="305"/>
                  </a:cubicBezTo>
                  <a:cubicBezTo>
                    <a:pt x="447" y="302"/>
                    <a:pt x="439" y="295"/>
                    <a:pt x="432" y="287"/>
                  </a:cubicBezTo>
                  <a:cubicBezTo>
                    <a:pt x="420" y="274"/>
                    <a:pt x="409" y="257"/>
                    <a:pt x="401" y="244"/>
                  </a:cubicBezTo>
                  <a:cubicBezTo>
                    <a:pt x="397" y="237"/>
                    <a:pt x="394" y="232"/>
                    <a:pt x="391" y="228"/>
                  </a:cubicBezTo>
                  <a:cubicBezTo>
                    <a:pt x="388" y="214"/>
                    <a:pt x="376" y="204"/>
                    <a:pt x="361" y="204"/>
                  </a:cubicBezTo>
                  <a:cubicBezTo>
                    <a:pt x="361" y="204"/>
                    <a:pt x="361" y="204"/>
                    <a:pt x="361" y="204"/>
                  </a:cubicBezTo>
                  <a:cubicBezTo>
                    <a:pt x="360" y="204"/>
                    <a:pt x="359" y="204"/>
                    <a:pt x="357" y="204"/>
                  </a:cubicBezTo>
                  <a:cubicBezTo>
                    <a:pt x="207" y="204"/>
                    <a:pt x="207" y="204"/>
                    <a:pt x="207" y="204"/>
                  </a:cubicBezTo>
                  <a:cubicBezTo>
                    <a:pt x="206" y="204"/>
                    <a:pt x="205" y="204"/>
                    <a:pt x="204" y="204"/>
                  </a:cubicBezTo>
                  <a:cubicBezTo>
                    <a:pt x="196" y="203"/>
                    <a:pt x="173" y="198"/>
                    <a:pt x="148" y="180"/>
                  </a:cubicBezTo>
                  <a:cubicBezTo>
                    <a:pt x="117" y="158"/>
                    <a:pt x="82" y="117"/>
                    <a:pt x="66" y="30"/>
                  </a:cubicBezTo>
                  <a:cubicBezTo>
                    <a:pt x="63" y="12"/>
                    <a:pt x="47" y="0"/>
                    <a:pt x="29" y="3"/>
                  </a:cubicBezTo>
                  <a:cubicBezTo>
                    <a:pt x="12" y="6"/>
                    <a:pt x="0" y="23"/>
                    <a:pt x="3" y="40"/>
                  </a:cubicBezTo>
                  <a:cubicBezTo>
                    <a:pt x="21" y="145"/>
                    <a:pt x="69" y="205"/>
                    <a:pt x="115" y="235"/>
                  </a:cubicBezTo>
                  <a:cubicBezTo>
                    <a:pt x="138" y="251"/>
                    <a:pt x="160" y="259"/>
                    <a:pt x="176" y="263"/>
                  </a:cubicBezTo>
                  <a:cubicBezTo>
                    <a:pt x="176" y="508"/>
                    <a:pt x="176" y="508"/>
                    <a:pt x="176" y="508"/>
                  </a:cubicBezTo>
                  <a:cubicBezTo>
                    <a:pt x="176" y="510"/>
                    <a:pt x="176" y="512"/>
                    <a:pt x="176" y="513"/>
                  </a:cubicBezTo>
                  <a:cubicBezTo>
                    <a:pt x="162" y="552"/>
                    <a:pt x="145" y="620"/>
                    <a:pt x="146" y="724"/>
                  </a:cubicBezTo>
                  <a:cubicBezTo>
                    <a:pt x="146" y="776"/>
                    <a:pt x="150" y="836"/>
                    <a:pt x="160" y="906"/>
                  </a:cubicBezTo>
                  <a:cubicBezTo>
                    <a:pt x="164" y="931"/>
                    <a:pt x="185" y="949"/>
                    <a:pt x="209" y="949"/>
                  </a:cubicBezTo>
                  <a:cubicBezTo>
                    <a:pt x="212" y="949"/>
                    <a:pt x="214" y="949"/>
                    <a:pt x="217" y="948"/>
                  </a:cubicBezTo>
                  <a:cubicBezTo>
                    <a:pt x="244" y="944"/>
                    <a:pt x="263" y="919"/>
                    <a:pt x="259" y="892"/>
                  </a:cubicBezTo>
                  <a:cubicBezTo>
                    <a:pt x="249" y="826"/>
                    <a:pt x="246" y="771"/>
                    <a:pt x="246" y="724"/>
                  </a:cubicBezTo>
                  <a:cubicBezTo>
                    <a:pt x="246" y="649"/>
                    <a:pt x="255" y="598"/>
                    <a:pt x="264" y="567"/>
                  </a:cubicBezTo>
                  <a:cubicBezTo>
                    <a:pt x="267" y="558"/>
                    <a:pt x="269" y="550"/>
                    <a:pt x="272" y="544"/>
                  </a:cubicBezTo>
                  <a:cubicBezTo>
                    <a:pt x="278" y="543"/>
                    <a:pt x="297" y="539"/>
                    <a:pt x="318" y="539"/>
                  </a:cubicBezTo>
                  <a:cubicBezTo>
                    <a:pt x="342" y="539"/>
                    <a:pt x="368" y="544"/>
                    <a:pt x="382" y="555"/>
                  </a:cubicBezTo>
                  <a:cubicBezTo>
                    <a:pt x="390" y="560"/>
                    <a:pt x="395" y="565"/>
                    <a:pt x="400" y="575"/>
                  </a:cubicBezTo>
                  <a:cubicBezTo>
                    <a:pt x="404" y="584"/>
                    <a:pt x="408" y="598"/>
                    <a:pt x="408" y="619"/>
                  </a:cubicBezTo>
                  <a:cubicBezTo>
                    <a:pt x="409" y="655"/>
                    <a:pt x="396" y="712"/>
                    <a:pt x="361" y="792"/>
                  </a:cubicBezTo>
                  <a:cubicBezTo>
                    <a:pt x="350" y="817"/>
                    <a:pt x="362" y="847"/>
                    <a:pt x="387" y="858"/>
                  </a:cubicBezTo>
                  <a:cubicBezTo>
                    <a:pt x="393" y="861"/>
                    <a:pt x="400" y="862"/>
                    <a:pt x="407" y="862"/>
                  </a:cubicBezTo>
                  <a:cubicBezTo>
                    <a:pt x="426" y="862"/>
                    <a:pt x="445" y="851"/>
                    <a:pt x="453" y="832"/>
                  </a:cubicBezTo>
                  <a:cubicBezTo>
                    <a:pt x="491" y="744"/>
                    <a:pt x="508" y="676"/>
                    <a:pt x="508" y="619"/>
                  </a:cubicBezTo>
                  <a:cubicBezTo>
                    <a:pt x="508" y="586"/>
                    <a:pt x="502" y="556"/>
                    <a:pt x="490" y="530"/>
                  </a:cubicBezTo>
                  <a:cubicBezTo>
                    <a:pt x="471" y="492"/>
                    <a:pt x="439" y="468"/>
                    <a:pt x="407" y="455"/>
                  </a:cubicBezTo>
                  <a:cubicBezTo>
                    <a:pt x="402" y="453"/>
                    <a:pt x="397" y="451"/>
                    <a:pt x="392" y="450"/>
                  </a:cubicBezTo>
                  <a:cubicBezTo>
                    <a:pt x="392" y="338"/>
                    <a:pt x="392" y="338"/>
                    <a:pt x="392" y="338"/>
                  </a:cubicBezTo>
                  <a:cubicBezTo>
                    <a:pt x="395" y="341"/>
                    <a:pt x="398" y="344"/>
                    <a:pt x="402" y="347"/>
                  </a:cubicBezTo>
                  <a:cubicBezTo>
                    <a:pt x="409" y="353"/>
                    <a:pt x="417" y="359"/>
                    <a:pt x="426" y="363"/>
                  </a:cubicBezTo>
                  <a:cubicBezTo>
                    <a:pt x="434" y="368"/>
                    <a:pt x="445" y="371"/>
                    <a:pt x="457" y="371"/>
                  </a:cubicBezTo>
                  <a:cubicBezTo>
                    <a:pt x="457" y="371"/>
                    <a:pt x="457" y="371"/>
                    <a:pt x="457" y="371"/>
                  </a:cubicBezTo>
                  <a:cubicBezTo>
                    <a:pt x="470" y="371"/>
                    <a:pt x="484" y="366"/>
                    <a:pt x="495" y="358"/>
                  </a:cubicBezTo>
                  <a:cubicBezTo>
                    <a:pt x="511" y="345"/>
                    <a:pt x="520" y="327"/>
                    <a:pt x="528" y="303"/>
                  </a:cubicBezTo>
                  <a:cubicBezTo>
                    <a:pt x="535" y="281"/>
                    <a:pt x="541" y="254"/>
                    <a:pt x="544" y="220"/>
                  </a:cubicBezTo>
                  <a:cubicBezTo>
                    <a:pt x="570" y="218"/>
                    <a:pt x="590" y="199"/>
                    <a:pt x="594" y="175"/>
                  </a:cubicBezTo>
                  <a:cubicBezTo>
                    <a:pt x="672" y="191"/>
                    <a:pt x="672" y="191"/>
                    <a:pt x="672" y="191"/>
                  </a:cubicBezTo>
                  <a:lnTo>
                    <a:pt x="672" y="0"/>
                  </a:lnTo>
                  <a:close/>
                  <a:moveTo>
                    <a:pt x="544" y="200"/>
                  </a:moveTo>
                  <a:cubicBezTo>
                    <a:pt x="541" y="187"/>
                    <a:pt x="530" y="178"/>
                    <a:pt x="516" y="176"/>
                  </a:cubicBezTo>
                  <a:cubicBezTo>
                    <a:pt x="504" y="175"/>
                    <a:pt x="492" y="182"/>
                    <a:pt x="486" y="192"/>
                  </a:cubicBezTo>
                  <a:cubicBezTo>
                    <a:pt x="478" y="186"/>
                    <a:pt x="473" y="177"/>
                    <a:pt x="473" y="166"/>
                  </a:cubicBezTo>
                  <a:cubicBezTo>
                    <a:pt x="473" y="149"/>
                    <a:pt x="473" y="149"/>
                    <a:pt x="473" y="149"/>
                  </a:cubicBezTo>
                  <a:cubicBezTo>
                    <a:pt x="575" y="171"/>
                    <a:pt x="575" y="171"/>
                    <a:pt x="575" y="171"/>
                  </a:cubicBezTo>
                  <a:cubicBezTo>
                    <a:pt x="573" y="186"/>
                    <a:pt x="560" y="198"/>
                    <a:pt x="544"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 name="Freeform 72"/>
            <p:cNvSpPr>
              <a:spLocks/>
            </p:cNvSpPr>
            <p:nvPr/>
          </p:nvSpPr>
          <p:spPr bwMode="auto">
            <a:xfrm>
              <a:off x="1445028" y="3921421"/>
              <a:ext cx="185157" cy="56069"/>
            </a:xfrm>
            <a:custGeom>
              <a:avLst/>
              <a:gdLst>
                <a:gd name="T0" fmla="*/ 142 w 142"/>
                <a:gd name="T1" fmla="*/ 2 h 43"/>
                <a:gd name="T2" fmla="*/ 62 w 142"/>
                <a:gd name="T3" fmla="*/ 0 h 43"/>
                <a:gd name="T4" fmla="*/ 73 w 142"/>
                <a:gd name="T5" fmla="*/ 28 h 43"/>
                <a:gd name="T6" fmla="*/ 0 w 142"/>
                <a:gd name="T7" fmla="*/ 20 h 43"/>
                <a:gd name="T8" fmla="*/ 0 w 142"/>
                <a:gd name="T9" fmla="*/ 23 h 43"/>
                <a:gd name="T10" fmla="*/ 85 w 142"/>
                <a:gd name="T11" fmla="*/ 43 h 43"/>
                <a:gd name="T12" fmla="*/ 76 w 142"/>
                <a:gd name="T13" fmla="*/ 10 h 43"/>
                <a:gd name="T14" fmla="*/ 141 w 142"/>
                <a:gd name="T15" fmla="*/ 18 h 43"/>
                <a:gd name="T16" fmla="*/ 142 w 142"/>
                <a:gd name="T17" fmla="*/ 2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43">
                  <a:moveTo>
                    <a:pt x="142" y="2"/>
                  </a:moveTo>
                  <a:lnTo>
                    <a:pt x="62" y="0"/>
                  </a:lnTo>
                  <a:lnTo>
                    <a:pt x="73" y="28"/>
                  </a:lnTo>
                  <a:lnTo>
                    <a:pt x="0" y="20"/>
                  </a:lnTo>
                  <a:lnTo>
                    <a:pt x="0" y="23"/>
                  </a:lnTo>
                  <a:lnTo>
                    <a:pt x="85" y="43"/>
                  </a:lnTo>
                  <a:lnTo>
                    <a:pt x="76" y="10"/>
                  </a:lnTo>
                  <a:lnTo>
                    <a:pt x="141" y="18"/>
                  </a:lnTo>
                  <a:lnTo>
                    <a:pt x="14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 name="Freeform 73"/>
            <p:cNvSpPr>
              <a:spLocks/>
            </p:cNvSpPr>
            <p:nvPr/>
          </p:nvSpPr>
          <p:spPr bwMode="auto">
            <a:xfrm>
              <a:off x="1429381" y="3978794"/>
              <a:ext cx="147344" cy="75628"/>
            </a:xfrm>
            <a:custGeom>
              <a:avLst/>
              <a:gdLst>
                <a:gd name="T0" fmla="*/ 113 w 113"/>
                <a:gd name="T1" fmla="*/ 47 h 58"/>
                <a:gd name="T2" fmla="*/ 56 w 113"/>
                <a:gd name="T3" fmla="*/ 12 h 58"/>
                <a:gd name="T4" fmla="*/ 51 w 113"/>
                <a:gd name="T5" fmla="*/ 37 h 58"/>
                <a:gd name="T6" fmla="*/ 2 w 113"/>
                <a:gd name="T7" fmla="*/ 0 h 58"/>
                <a:gd name="T8" fmla="*/ 0 w 113"/>
                <a:gd name="T9" fmla="*/ 3 h 58"/>
                <a:gd name="T10" fmla="*/ 55 w 113"/>
                <a:gd name="T11" fmla="*/ 53 h 58"/>
                <a:gd name="T12" fmla="*/ 62 w 113"/>
                <a:gd name="T13" fmla="*/ 26 h 58"/>
                <a:gd name="T14" fmla="*/ 107 w 113"/>
                <a:gd name="T15" fmla="*/ 58 h 58"/>
                <a:gd name="T16" fmla="*/ 113 w 113"/>
                <a:gd name="T17" fmla="*/ 4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58">
                  <a:moveTo>
                    <a:pt x="113" y="47"/>
                  </a:moveTo>
                  <a:lnTo>
                    <a:pt x="56" y="12"/>
                  </a:lnTo>
                  <a:lnTo>
                    <a:pt x="51" y="37"/>
                  </a:lnTo>
                  <a:lnTo>
                    <a:pt x="2" y="0"/>
                  </a:lnTo>
                  <a:lnTo>
                    <a:pt x="0" y="3"/>
                  </a:lnTo>
                  <a:lnTo>
                    <a:pt x="55" y="53"/>
                  </a:lnTo>
                  <a:lnTo>
                    <a:pt x="62" y="26"/>
                  </a:lnTo>
                  <a:lnTo>
                    <a:pt x="107" y="58"/>
                  </a:lnTo>
                  <a:lnTo>
                    <a:pt x="113"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 name="Freeform 74"/>
            <p:cNvSpPr>
              <a:spLocks/>
            </p:cNvSpPr>
            <p:nvPr/>
          </p:nvSpPr>
          <p:spPr bwMode="auto">
            <a:xfrm>
              <a:off x="1428077" y="3824931"/>
              <a:ext cx="138216" cy="87363"/>
            </a:xfrm>
            <a:custGeom>
              <a:avLst/>
              <a:gdLst>
                <a:gd name="T0" fmla="*/ 101 w 106"/>
                <a:gd name="T1" fmla="*/ 0 h 67"/>
                <a:gd name="T2" fmla="*/ 40 w 106"/>
                <a:gd name="T3" fmla="*/ 27 h 67"/>
                <a:gd name="T4" fmla="*/ 58 w 106"/>
                <a:gd name="T5" fmla="*/ 45 h 67"/>
                <a:gd name="T6" fmla="*/ 0 w 106"/>
                <a:gd name="T7" fmla="*/ 64 h 67"/>
                <a:gd name="T8" fmla="*/ 1 w 106"/>
                <a:gd name="T9" fmla="*/ 67 h 67"/>
                <a:gd name="T10" fmla="*/ 73 w 106"/>
                <a:gd name="T11" fmla="*/ 52 h 67"/>
                <a:gd name="T12" fmla="*/ 55 w 106"/>
                <a:gd name="T13" fmla="*/ 30 h 67"/>
                <a:gd name="T14" fmla="*/ 106 w 106"/>
                <a:gd name="T15" fmla="*/ 11 h 67"/>
                <a:gd name="T16" fmla="*/ 101 w 106"/>
                <a:gd name="T17"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6" h="67">
                  <a:moveTo>
                    <a:pt x="101" y="0"/>
                  </a:moveTo>
                  <a:lnTo>
                    <a:pt x="40" y="27"/>
                  </a:lnTo>
                  <a:lnTo>
                    <a:pt x="58" y="45"/>
                  </a:lnTo>
                  <a:lnTo>
                    <a:pt x="0" y="64"/>
                  </a:lnTo>
                  <a:lnTo>
                    <a:pt x="1" y="67"/>
                  </a:lnTo>
                  <a:lnTo>
                    <a:pt x="73" y="52"/>
                  </a:lnTo>
                  <a:lnTo>
                    <a:pt x="55" y="30"/>
                  </a:lnTo>
                  <a:lnTo>
                    <a:pt x="106" y="11"/>
                  </a:lnTo>
                  <a:lnTo>
                    <a:pt x="10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15" name="组合 314"/>
          <p:cNvGrpSpPr/>
          <p:nvPr/>
        </p:nvGrpSpPr>
        <p:grpSpPr>
          <a:xfrm>
            <a:off x="7610157" y="3943601"/>
            <a:ext cx="536765" cy="972278"/>
            <a:chOff x="1704509" y="3878391"/>
            <a:chExt cx="573726" cy="1039228"/>
          </a:xfrm>
          <a:solidFill>
            <a:schemeClr val="tx1">
              <a:lumMod val="65000"/>
              <a:lumOff val="35000"/>
            </a:schemeClr>
          </a:solidFill>
        </p:grpSpPr>
        <p:sp>
          <p:nvSpPr>
            <p:cNvPr id="316" name="Freeform 75"/>
            <p:cNvSpPr>
              <a:spLocks/>
            </p:cNvSpPr>
            <p:nvPr/>
          </p:nvSpPr>
          <p:spPr bwMode="auto">
            <a:xfrm>
              <a:off x="1704509" y="3895343"/>
              <a:ext cx="573726" cy="1022276"/>
            </a:xfrm>
            <a:custGeom>
              <a:avLst/>
              <a:gdLst>
                <a:gd name="T0" fmla="*/ 509 w 515"/>
                <a:gd name="T1" fmla="*/ 279 h 917"/>
                <a:gd name="T2" fmla="*/ 515 w 515"/>
                <a:gd name="T3" fmla="*/ 251 h 917"/>
                <a:gd name="T4" fmla="*/ 499 w 515"/>
                <a:gd name="T5" fmla="*/ 194 h 917"/>
                <a:gd name="T6" fmla="*/ 453 w 515"/>
                <a:gd name="T7" fmla="*/ 121 h 917"/>
                <a:gd name="T8" fmla="*/ 408 w 515"/>
                <a:gd name="T9" fmla="*/ 114 h 917"/>
                <a:gd name="T10" fmla="*/ 401 w 515"/>
                <a:gd name="T11" fmla="*/ 159 h 917"/>
                <a:gd name="T12" fmla="*/ 442 w 515"/>
                <a:gd name="T13" fmla="*/ 222 h 917"/>
                <a:gd name="T14" fmla="*/ 451 w 515"/>
                <a:gd name="T15" fmla="*/ 248 h 917"/>
                <a:gd name="T16" fmla="*/ 444 w 515"/>
                <a:gd name="T17" fmla="*/ 248 h 917"/>
                <a:gd name="T18" fmla="*/ 366 w 515"/>
                <a:gd name="T19" fmla="*/ 230 h 917"/>
                <a:gd name="T20" fmla="*/ 332 w 515"/>
                <a:gd name="T21" fmla="*/ 217 h 917"/>
                <a:gd name="T22" fmla="*/ 332 w 515"/>
                <a:gd name="T23" fmla="*/ 217 h 917"/>
                <a:gd name="T24" fmla="*/ 328 w 515"/>
                <a:gd name="T25" fmla="*/ 215 h 917"/>
                <a:gd name="T26" fmla="*/ 187 w 515"/>
                <a:gd name="T27" fmla="*/ 150 h 917"/>
                <a:gd name="T28" fmla="*/ 182 w 515"/>
                <a:gd name="T29" fmla="*/ 148 h 917"/>
                <a:gd name="T30" fmla="*/ 114 w 515"/>
                <a:gd name="T31" fmla="*/ 103 h 917"/>
                <a:gd name="T32" fmla="*/ 75 w 515"/>
                <a:gd name="T33" fmla="*/ 69 h 917"/>
                <a:gd name="T34" fmla="*/ 72 w 515"/>
                <a:gd name="T35" fmla="*/ 66 h 917"/>
                <a:gd name="T36" fmla="*/ 99 w 515"/>
                <a:gd name="T37" fmla="*/ 64 h 917"/>
                <a:gd name="T38" fmla="*/ 182 w 515"/>
                <a:gd name="T39" fmla="*/ 71 h 917"/>
                <a:gd name="T40" fmla="*/ 218 w 515"/>
                <a:gd name="T41" fmla="*/ 43 h 917"/>
                <a:gd name="T42" fmla="*/ 191 w 515"/>
                <a:gd name="T43" fmla="*/ 7 h 917"/>
                <a:gd name="T44" fmla="*/ 99 w 515"/>
                <a:gd name="T45" fmla="*/ 0 h 917"/>
                <a:gd name="T46" fmla="*/ 35 w 515"/>
                <a:gd name="T47" fmla="*/ 9 h 917"/>
                <a:gd name="T48" fmla="*/ 11 w 515"/>
                <a:gd name="T49" fmla="*/ 27 h 917"/>
                <a:gd name="T50" fmla="*/ 0 w 515"/>
                <a:gd name="T51" fmla="*/ 57 h 917"/>
                <a:gd name="T52" fmla="*/ 12 w 515"/>
                <a:gd name="T53" fmla="*/ 93 h 917"/>
                <a:gd name="T54" fmla="*/ 54 w 515"/>
                <a:gd name="T55" fmla="*/ 137 h 917"/>
                <a:gd name="T56" fmla="*/ 136 w 515"/>
                <a:gd name="T57" fmla="*/ 195 h 917"/>
                <a:gd name="T58" fmla="*/ 74 w 515"/>
                <a:gd name="T59" fmla="*/ 402 h 917"/>
                <a:gd name="T60" fmla="*/ 73 w 515"/>
                <a:gd name="T61" fmla="*/ 407 h 917"/>
                <a:gd name="T62" fmla="*/ 44 w 515"/>
                <a:gd name="T63" fmla="*/ 617 h 917"/>
                <a:gd name="T64" fmla="*/ 84 w 515"/>
                <a:gd name="T65" fmla="*/ 882 h 917"/>
                <a:gd name="T66" fmla="*/ 132 w 515"/>
                <a:gd name="T67" fmla="*/ 917 h 917"/>
                <a:gd name="T68" fmla="*/ 147 w 515"/>
                <a:gd name="T69" fmla="*/ 915 h 917"/>
                <a:gd name="T70" fmla="*/ 180 w 515"/>
                <a:gd name="T71" fmla="*/ 852 h 917"/>
                <a:gd name="T72" fmla="*/ 144 w 515"/>
                <a:gd name="T73" fmla="*/ 617 h 917"/>
                <a:gd name="T74" fmla="*/ 148 w 515"/>
                <a:gd name="T75" fmla="*/ 540 h 917"/>
                <a:gd name="T76" fmla="*/ 174 w 515"/>
                <a:gd name="T77" fmla="*/ 544 h 917"/>
                <a:gd name="T78" fmla="*/ 251 w 515"/>
                <a:gd name="T79" fmla="*/ 883 h 917"/>
                <a:gd name="T80" fmla="*/ 296 w 515"/>
                <a:gd name="T81" fmla="*/ 912 h 917"/>
                <a:gd name="T82" fmla="*/ 317 w 515"/>
                <a:gd name="T83" fmla="*/ 907 h 917"/>
                <a:gd name="T84" fmla="*/ 341 w 515"/>
                <a:gd name="T85" fmla="*/ 841 h 917"/>
                <a:gd name="T86" fmla="*/ 274 w 515"/>
                <a:gd name="T87" fmla="*/ 544 h 917"/>
                <a:gd name="T88" fmla="*/ 275 w 515"/>
                <a:gd name="T89" fmla="*/ 509 h 917"/>
                <a:gd name="T90" fmla="*/ 333 w 515"/>
                <a:gd name="T91" fmla="*/ 286 h 917"/>
                <a:gd name="T92" fmla="*/ 344 w 515"/>
                <a:gd name="T93" fmla="*/ 291 h 917"/>
                <a:gd name="T94" fmla="*/ 444 w 515"/>
                <a:gd name="T95" fmla="*/ 312 h 917"/>
                <a:gd name="T96" fmla="*/ 490 w 515"/>
                <a:gd name="T97" fmla="*/ 301 h 917"/>
                <a:gd name="T98" fmla="*/ 509 w 515"/>
                <a:gd name="T99" fmla="*/ 279 h 9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15" h="917">
                  <a:moveTo>
                    <a:pt x="509" y="279"/>
                  </a:moveTo>
                  <a:cubicBezTo>
                    <a:pt x="513" y="270"/>
                    <a:pt x="515" y="260"/>
                    <a:pt x="515" y="251"/>
                  </a:cubicBezTo>
                  <a:cubicBezTo>
                    <a:pt x="515" y="232"/>
                    <a:pt x="509" y="215"/>
                    <a:pt x="499" y="194"/>
                  </a:cubicBezTo>
                  <a:cubicBezTo>
                    <a:pt x="489" y="173"/>
                    <a:pt x="474" y="149"/>
                    <a:pt x="453" y="121"/>
                  </a:cubicBezTo>
                  <a:cubicBezTo>
                    <a:pt x="442" y="107"/>
                    <a:pt x="422" y="104"/>
                    <a:pt x="408" y="114"/>
                  </a:cubicBezTo>
                  <a:cubicBezTo>
                    <a:pt x="394" y="125"/>
                    <a:pt x="391" y="145"/>
                    <a:pt x="401" y="159"/>
                  </a:cubicBezTo>
                  <a:cubicBezTo>
                    <a:pt x="421" y="185"/>
                    <a:pt x="434" y="206"/>
                    <a:pt x="442" y="222"/>
                  </a:cubicBezTo>
                  <a:cubicBezTo>
                    <a:pt x="448" y="234"/>
                    <a:pt x="450" y="243"/>
                    <a:pt x="451" y="248"/>
                  </a:cubicBezTo>
                  <a:cubicBezTo>
                    <a:pt x="449" y="248"/>
                    <a:pt x="447" y="248"/>
                    <a:pt x="444" y="248"/>
                  </a:cubicBezTo>
                  <a:cubicBezTo>
                    <a:pt x="426" y="249"/>
                    <a:pt x="392" y="240"/>
                    <a:pt x="366" y="230"/>
                  </a:cubicBezTo>
                  <a:cubicBezTo>
                    <a:pt x="352" y="226"/>
                    <a:pt x="341" y="221"/>
                    <a:pt x="332" y="217"/>
                  </a:cubicBezTo>
                  <a:cubicBezTo>
                    <a:pt x="332" y="217"/>
                    <a:pt x="332" y="217"/>
                    <a:pt x="332" y="217"/>
                  </a:cubicBezTo>
                  <a:cubicBezTo>
                    <a:pt x="330" y="216"/>
                    <a:pt x="329" y="216"/>
                    <a:pt x="328" y="215"/>
                  </a:cubicBezTo>
                  <a:cubicBezTo>
                    <a:pt x="281" y="194"/>
                    <a:pt x="234" y="172"/>
                    <a:pt x="187" y="150"/>
                  </a:cubicBezTo>
                  <a:cubicBezTo>
                    <a:pt x="186" y="149"/>
                    <a:pt x="184" y="149"/>
                    <a:pt x="182" y="148"/>
                  </a:cubicBezTo>
                  <a:cubicBezTo>
                    <a:pt x="165" y="138"/>
                    <a:pt x="138" y="121"/>
                    <a:pt x="114" y="103"/>
                  </a:cubicBezTo>
                  <a:cubicBezTo>
                    <a:pt x="98" y="91"/>
                    <a:pt x="84" y="79"/>
                    <a:pt x="75" y="69"/>
                  </a:cubicBezTo>
                  <a:cubicBezTo>
                    <a:pt x="74" y="68"/>
                    <a:pt x="73" y="67"/>
                    <a:pt x="72" y="66"/>
                  </a:cubicBezTo>
                  <a:cubicBezTo>
                    <a:pt x="78" y="65"/>
                    <a:pt x="87" y="64"/>
                    <a:pt x="99" y="64"/>
                  </a:cubicBezTo>
                  <a:cubicBezTo>
                    <a:pt x="119" y="64"/>
                    <a:pt x="147" y="66"/>
                    <a:pt x="182" y="71"/>
                  </a:cubicBezTo>
                  <a:cubicBezTo>
                    <a:pt x="200" y="73"/>
                    <a:pt x="216" y="61"/>
                    <a:pt x="218" y="43"/>
                  </a:cubicBezTo>
                  <a:cubicBezTo>
                    <a:pt x="221" y="26"/>
                    <a:pt x="208" y="10"/>
                    <a:pt x="191" y="7"/>
                  </a:cubicBezTo>
                  <a:cubicBezTo>
                    <a:pt x="153" y="2"/>
                    <a:pt x="123" y="0"/>
                    <a:pt x="99" y="0"/>
                  </a:cubicBezTo>
                  <a:cubicBezTo>
                    <a:pt x="72" y="0"/>
                    <a:pt x="53" y="2"/>
                    <a:pt x="35" y="9"/>
                  </a:cubicBezTo>
                  <a:cubicBezTo>
                    <a:pt x="26" y="13"/>
                    <a:pt x="18" y="18"/>
                    <a:pt x="11" y="27"/>
                  </a:cubicBezTo>
                  <a:cubicBezTo>
                    <a:pt x="4" y="35"/>
                    <a:pt x="0" y="47"/>
                    <a:pt x="0" y="57"/>
                  </a:cubicBezTo>
                  <a:cubicBezTo>
                    <a:pt x="1" y="72"/>
                    <a:pt x="6" y="83"/>
                    <a:pt x="12" y="93"/>
                  </a:cubicBezTo>
                  <a:cubicBezTo>
                    <a:pt x="23" y="109"/>
                    <a:pt x="37" y="123"/>
                    <a:pt x="54" y="137"/>
                  </a:cubicBezTo>
                  <a:cubicBezTo>
                    <a:pt x="80" y="159"/>
                    <a:pt x="112" y="180"/>
                    <a:pt x="136" y="195"/>
                  </a:cubicBezTo>
                  <a:cubicBezTo>
                    <a:pt x="110" y="262"/>
                    <a:pt x="89" y="331"/>
                    <a:pt x="74" y="402"/>
                  </a:cubicBezTo>
                  <a:cubicBezTo>
                    <a:pt x="74" y="404"/>
                    <a:pt x="73" y="405"/>
                    <a:pt x="73" y="407"/>
                  </a:cubicBezTo>
                  <a:cubicBezTo>
                    <a:pt x="71" y="410"/>
                    <a:pt x="44" y="491"/>
                    <a:pt x="44" y="617"/>
                  </a:cubicBezTo>
                  <a:cubicBezTo>
                    <a:pt x="44" y="691"/>
                    <a:pt x="54" y="782"/>
                    <a:pt x="84" y="882"/>
                  </a:cubicBezTo>
                  <a:cubicBezTo>
                    <a:pt x="91" y="903"/>
                    <a:pt x="111" y="917"/>
                    <a:pt x="132" y="917"/>
                  </a:cubicBezTo>
                  <a:cubicBezTo>
                    <a:pt x="137" y="917"/>
                    <a:pt x="142" y="916"/>
                    <a:pt x="147" y="915"/>
                  </a:cubicBezTo>
                  <a:cubicBezTo>
                    <a:pt x="173" y="907"/>
                    <a:pt x="188" y="879"/>
                    <a:pt x="180" y="852"/>
                  </a:cubicBezTo>
                  <a:cubicBezTo>
                    <a:pt x="152" y="763"/>
                    <a:pt x="144" y="683"/>
                    <a:pt x="144" y="617"/>
                  </a:cubicBezTo>
                  <a:cubicBezTo>
                    <a:pt x="144" y="588"/>
                    <a:pt x="146" y="563"/>
                    <a:pt x="148" y="540"/>
                  </a:cubicBezTo>
                  <a:cubicBezTo>
                    <a:pt x="157" y="542"/>
                    <a:pt x="165" y="543"/>
                    <a:pt x="174" y="544"/>
                  </a:cubicBezTo>
                  <a:cubicBezTo>
                    <a:pt x="174" y="623"/>
                    <a:pt x="187" y="746"/>
                    <a:pt x="251" y="883"/>
                  </a:cubicBezTo>
                  <a:cubicBezTo>
                    <a:pt x="259" y="901"/>
                    <a:pt x="277" y="912"/>
                    <a:pt x="296" y="912"/>
                  </a:cubicBezTo>
                  <a:cubicBezTo>
                    <a:pt x="303" y="912"/>
                    <a:pt x="310" y="911"/>
                    <a:pt x="317" y="907"/>
                  </a:cubicBezTo>
                  <a:cubicBezTo>
                    <a:pt x="342" y="896"/>
                    <a:pt x="353" y="866"/>
                    <a:pt x="341" y="841"/>
                  </a:cubicBezTo>
                  <a:cubicBezTo>
                    <a:pt x="286" y="720"/>
                    <a:pt x="274" y="611"/>
                    <a:pt x="274" y="544"/>
                  </a:cubicBezTo>
                  <a:cubicBezTo>
                    <a:pt x="274" y="530"/>
                    <a:pt x="275" y="519"/>
                    <a:pt x="275" y="509"/>
                  </a:cubicBezTo>
                  <a:cubicBezTo>
                    <a:pt x="287" y="432"/>
                    <a:pt x="306" y="358"/>
                    <a:pt x="333" y="286"/>
                  </a:cubicBezTo>
                  <a:cubicBezTo>
                    <a:pt x="336" y="288"/>
                    <a:pt x="340" y="289"/>
                    <a:pt x="344" y="291"/>
                  </a:cubicBezTo>
                  <a:cubicBezTo>
                    <a:pt x="374" y="301"/>
                    <a:pt x="410" y="312"/>
                    <a:pt x="444" y="312"/>
                  </a:cubicBezTo>
                  <a:cubicBezTo>
                    <a:pt x="459" y="312"/>
                    <a:pt x="474" y="311"/>
                    <a:pt x="490" y="301"/>
                  </a:cubicBezTo>
                  <a:cubicBezTo>
                    <a:pt x="498" y="296"/>
                    <a:pt x="505" y="288"/>
                    <a:pt x="509" y="2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 name="Freeform 76"/>
            <p:cNvSpPr>
              <a:spLocks/>
            </p:cNvSpPr>
            <p:nvPr/>
          </p:nvSpPr>
          <p:spPr bwMode="auto">
            <a:xfrm>
              <a:off x="1940519" y="3878391"/>
              <a:ext cx="222971" cy="222971"/>
            </a:xfrm>
            <a:custGeom>
              <a:avLst/>
              <a:gdLst>
                <a:gd name="T0" fmla="*/ 186 w 200"/>
                <a:gd name="T1" fmla="*/ 124 h 200"/>
                <a:gd name="T2" fmla="*/ 124 w 200"/>
                <a:gd name="T3" fmla="*/ 13 h 200"/>
                <a:gd name="T4" fmla="*/ 13 w 200"/>
                <a:gd name="T5" fmla="*/ 76 h 200"/>
                <a:gd name="T6" fmla="*/ 76 w 200"/>
                <a:gd name="T7" fmla="*/ 187 h 200"/>
                <a:gd name="T8" fmla="*/ 186 w 200"/>
                <a:gd name="T9" fmla="*/ 124 h 200"/>
              </a:gdLst>
              <a:ahLst/>
              <a:cxnLst>
                <a:cxn ang="0">
                  <a:pos x="T0" y="T1"/>
                </a:cxn>
                <a:cxn ang="0">
                  <a:pos x="T2" y="T3"/>
                </a:cxn>
                <a:cxn ang="0">
                  <a:pos x="T4" y="T5"/>
                </a:cxn>
                <a:cxn ang="0">
                  <a:pos x="T6" y="T7"/>
                </a:cxn>
                <a:cxn ang="0">
                  <a:pos x="T8" y="T9"/>
                </a:cxn>
              </a:cxnLst>
              <a:rect l="0" t="0" r="r" b="b"/>
              <a:pathLst>
                <a:path w="200" h="200">
                  <a:moveTo>
                    <a:pt x="186" y="124"/>
                  </a:moveTo>
                  <a:cubicBezTo>
                    <a:pt x="200" y="76"/>
                    <a:pt x="172" y="27"/>
                    <a:pt x="124" y="13"/>
                  </a:cubicBezTo>
                  <a:cubicBezTo>
                    <a:pt x="76" y="0"/>
                    <a:pt x="26" y="28"/>
                    <a:pt x="13" y="76"/>
                  </a:cubicBezTo>
                  <a:cubicBezTo>
                    <a:pt x="0" y="124"/>
                    <a:pt x="28" y="173"/>
                    <a:pt x="76" y="187"/>
                  </a:cubicBezTo>
                  <a:cubicBezTo>
                    <a:pt x="123" y="200"/>
                    <a:pt x="173" y="172"/>
                    <a:pt x="186" y="1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18" name="组合 317"/>
          <p:cNvGrpSpPr/>
          <p:nvPr/>
        </p:nvGrpSpPr>
        <p:grpSpPr>
          <a:xfrm>
            <a:off x="10764874" y="4770709"/>
            <a:ext cx="1199183" cy="1499283"/>
            <a:chOff x="5076456" y="4762452"/>
            <a:chExt cx="1281757" cy="1602522"/>
          </a:xfrm>
          <a:solidFill>
            <a:schemeClr val="tx1">
              <a:lumMod val="65000"/>
              <a:lumOff val="35000"/>
            </a:schemeClr>
          </a:solidFill>
        </p:grpSpPr>
        <p:sp>
          <p:nvSpPr>
            <p:cNvPr id="319" name="Freeform 80"/>
            <p:cNvSpPr>
              <a:spLocks/>
            </p:cNvSpPr>
            <p:nvPr/>
          </p:nvSpPr>
          <p:spPr bwMode="auto">
            <a:xfrm>
              <a:off x="6229124" y="6035081"/>
              <a:ext cx="129089" cy="329893"/>
            </a:xfrm>
            <a:custGeom>
              <a:avLst/>
              <a:gdLst>
                <a:gd name="T0" fmla="*/ 89 w 116"/>
                <a:gd name="T1" fmla="*/ 0 h 296"/>
                <a:gd name="T2" fmla="*/ 89 w 116"/>
                <a:gd name="T3" fmla="*/ 197 h 296"/>
                <a:gd name="T4" fmla="*/ 49 w 116"/>
                <a:gd name="T5" fmla="*/ 237 h 296"/>
                <a:gd name="T6" fmla="*/ 0 w 116"/>
                <a:gd name="T7" fmla="*/ 237 h 296"/>
                <a:gd name="T8" fmla="*/ 0 w 116"/>
                <a:gd name="T9" fmla="*/ 256 h 296"/>
                <a:gd name="T10" fmla="*/ 40 w 116"/>
                <a:gd name="T11" fmla="*/ 296 h 296"/>
                <a:gd name="T12" fmla="*/ 76 w 116"/>
                <a:gd name="T13" fmla="*/ 296 h 296"/>
                <a:gd name="T14" fmla="*/ 116 w 116"/>
                <a:gd name="T15" fmla="*/ 256 h 296"/>
                <a:gd name="T16" fmla="*/ 116 w 116"/>
                <a:gd name="T17" fmla="*/ 160 h 296"/>
                <a:gd name="T18" fmla="*/ 116 w 116"/>
                <a:gd name="T19" fmla="*/ 49 h 296"/>
                <a:gd name="T20" fmla="*/ 116 w 116"/>
                <a:gd name="T21" fmla="*/ 0 h 296"/>
                <a:gd name="T22" fmla="*/ 89 w 116"/>
                <a:gd name="T23" fmla="*/ 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6" h="296">
                  <a:moveTo>
                    <a:pt x="89" y="0"/>
                  </a:moveTo>
                  <a:cubicBezTo>
                    <a:pt x="89" y="197"/>
                    <a:pt x="89" y="197"/>
                    <a:pt x="89" y="197"/>
                  </a:cubicBezTo>
                  <a:cubicBezTo>
                    <a:pt x="89" y="219"/>
                    <a:pt x="71" y="237"/>
                    <a:pt x="49" y="237"/>
                  </a:cubicBezTo>
                  <a:cubicBezTo>
                    <a:pt x="0" y="237"/>
                    <a:pt x="0" y="237"/>
                    <a:pt x="0" y="237"/>
                  </a:cubicBezTo>
                  <a:cubicBezTo>
                    <a:pt x="0" y="256"/>
                    <a:pt x="0" y="256"/>
                    <a:pt x="0" y="256"/>
                  </a:cubicBezTo>
                  <a:cubicBezTo>
                    <a:pt x="0" y="278"/>
                    <a:pt x="18" y="296"/>
                    <a:pt x="40" y="296"/>
                  </a:cubicBezTo>
                  <a:cubicBezTo>
                    <a:pt x="76" y="296"/>
                    <a:pt x="76" y="296"/>
                    <a:pt x="76" y="296"/>
                  </a:cubicBezTo>
                  <a:cubicBezTo>
                    <a:pt x="98" y="296"/>
                    <a:pt x="116" y="278"/>
                    <a:pt x="116" y="256"/>
                  </a:cubicBezTo>
                  <a:cubicBezTo>
                    <a:pt x="116" y="160"/>
                    <a:pt x="116" y="160"/>
                    <a:pt x="116" y="160"/>
                  </a:cubicBezTo>
                  <a:cubicBezTo>
                    <a:pt x="116" y="49"/>
                    <a:pt x="116" y="49"/>
                    <a:pt x="116" y="49"/>
                  </a:cubicBezTo>
                  <a:cubicBezTo>
                    <a:pt x="116" y="0"/>
                    <a:pt x="116" y="0"/>
                    <a:pt x="116" y="0"/>
                  </a:cubicBezTo>
                  <a:lnTo>
                    <a:pt x="8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 name="Freeform 81"/>
            <p:cNvSpPr>
              <a:spLocks/>
            </p:cNvSpPr>
            <p:nvPr/>
          </p:nvSpPr>
          <p:spPr bwMode="auto">
            <a:xfrm>
              <a:off x="5076456" y="5582620"/>
              <a:ext cx="488972" cy="782354"/>
            </a:xfrm>
            <a:custGeom>
              <a:avLst/>
              <a:gdLst>
                <a:gd name="T0" fmla="*/ 116 w 439"/>
                <a:gd name="T1" fmla="*/ 406 h 702"/>
                <a:gd name="T2" fmla="*/ 116 w 439"/>
                <a:gd name="T3" fmla="*/ 40 h 702"/>
                <a:gd name="T4" fmla="*/ 76 w 439"/>
                <a:gd name="T5" fmla="*/ 0 h 702"/>
                <a:gd name="T6" fmla="*/ 40 w 439"/>
                <a:gd name="T7" fmla="*/ 0 h 702"/>
                <a:gd name="T8" fmla="*/ 0 w 439"/>
                <a:gd name="T9" fmla="*/ 40 h 702"/>
                <a:gd name="T10" fmla="*/ 0 w 439"/>
                <a:gd name="T11" fmla="*/ 662 h 702"/>
                <a:gd name="T12" fmla="*/ 40 w 439"/>
                <a:gd name="T13" fmla="*/ 702 h 702"/>
                <a:gd name="T14" fmla="*/ 76 w 439"/>
                <a:gd name="T15" fmla="*/ 702 h 702"/>
                <a:gd name="T16" fmla="*/ 116 w 439"/>
                <a:gd name="T17" fmla="*/ 662 h 702"/>
                <a:gd name="T18" fmla="*/ 116 w 439"/>
                <a:gd name="T19" fmla="*/ 566 h 702"/>
                <a:gd name="T20" fmla="*/ 439 w 439"/>
                <a:gd name="T21" fmla="*/ 566 h 702"/>
                <a:gd name="T22" fmla="*/ 439 w 439"/>
                <a:gd name="T23" fmla="*/ 406 h 702"/>
                <a:gd name="T24" fmla="*/ 116 w 439"/>
                <a:gd name="T25" fmla="*/ 406 h 7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9" h="702">
                  <a:moveTo>
                    <a:pt x="116" y="406"/>
                  </a:moveTo>
                  <a:cubicBezTo>
                    <a:pt x="116" y="40"/>
                    <a:pt x="116" y="40"/>
                    <a:pt x="116" y="40"/>
                  </a:cubicBezTo>
                  <a:cubicBezTo>
                    <a:pt x="116" y="18"/>
                    <a:pt x="99" y="0"/>
                    <a:pt x="76" y="0"/>
                  </a:cubicBezTo>
                  <a:cubicBezTo>
                    <a:pt x="40" y="0"/>
                    <a:pt x="40" y="0"/>
                    <a:pt x="40" y="0"/>
                  </a:cubicBezTo>
                  <a:cubicBezTo>
                    <a:pt x="18" y="0"/>
                    <a:pt x="0" y="18"/>
                    <a:pt x="0" y="40"/>
                  </a:cubicBezTo>
                  <a:cubicBezTo>
                    <a:pt x="0" y="662"/>
                    <a:pt x="0" y="662"/>
                    <a:pt x="0" y="662"/>
                  </a:cubicBezTo>
                  <a:cubicBezTo>
                    <a:pt x="0" y="684"/>
                    <a:pt x="18" y="702"/>
                    <a:pt x="40" y="702"/>
                  </a:cubicBezTo>
                  <a:cubicBezTo>
                    <a:pt x="76" y="702"/>
                    <a:pt x="76" y="702"/>
                    <a:pt x="76" y="702"/>
                  </a:cubicBezTo>
                  <a:cubicBezTo>
                    <a:pt x="99" y="702"/>
                    <a:pt x="116" y="684"/>
                    <a:pt x="116" y="662"/>
                  </a:cubicBezTo>
                  <a:cubicBezTo>
                    <a:pt x="116" y="566"/>
                    <a:pt x="116" y="566"/>
                    <a:pt x="116" y="566"/>
                  </a:cubicBezTo>
                  <a:cubicBezTo>
                    <a:pt x="439" y="566"/>
                    <a:pt x="439" y="566"/>
                    <a:pt x="439" y="566"/>
                  </a:cubicBezTo>
                  <a:cubicBezTo>
                    <a:pt x="439" y="406"/>
                    <a:pt x="439" y="406"/>
                    <a:pt x="439" y="406"/>
                  </a:cubicBezTo>
                  <a:lnTo>
                    <a:pt x="116" y="4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 name="Freeform 82"/>
            <p:cNvSpPr>
              <a:spLocks/>
            </p:cNvSpPr>
            <p:nvPr/>
          </p:nvSpPr>
          <p:spPr bwMode="auto">
            <a:xfrm>
              <a:off x="5238142" y="5714316"/>
              <a:ext cx="220364" cy="220363"/>
            </a:xfrm>
            <a:custGeom>
              <a:avLst/>
              <a:gdLst>
                <a:gd name="T0" fmla="*/ 120 w 198"/>
                <a:gd name="T1" fmla="*/ 11 h 198"/>
                <a:gd name="T2" fmla="*/ 12 w 198"/>
                <a:gd name="T3" fmla="*/ 79 h 198"/>
                <a:gd name="T4" fmla="*/ 79 w 198"/>
                <a:gd name="T5" fmla="*/ 187 h 198"/>
                <a:gd name="T6" fmla="*/ 187 w 198"/>
                <a:gd name="T7" fmla="*/ 119 h 198"/>
                <a:gd name="T8" fmla="*/ 120 w 198"/>
                <a:gd name="T9" fmla="*/ 11 h 198"/>
              </a:gdLst>
              <a:ahLst/>
              <a:cxnLst>
                <a:cxn ang="0">
                  <a:pos x="T0" y="T1"/>
                </a:cxn>
                <a:cxn ang="0">
                  <a:pos x="T2" y="T3"/>
                </a:cxn>
                <a:cxn ang="0">
                  <a:pos x="T4" y="T5"/>
                </a:cxn>
                <a:cxn ang="0">
                  <a:pos x="T6" y="T7"/>
                </a:cxn>
                <a:cxn ang="0">
                  <a:pos x="T8" y="T9"/>
                </a:cxn>
              </a:cxnLst>
              <a:rect l="0" t="0" r="r" b="b"/>
              <a:pathLst>
                <a:path w="198" h="198">
                  <a:moveTo>
                    <a:pt x="120" y="11"/>
                  </a:moveTo>
                  <a:cubicBezTo>
                    <a:pt x="71" y="0"/>
                    <a:pt x="23" y="30"/>
                    <a:pt x="12" y="79"/>
                  </a:cubicBezTo>
                  <a:cubicBezTo>
                    <a:pt x="0" y="127"/>
                    <a:pt x="31" y="175"/>
                    <a:pt x="79" y="187"/>
                  </a:cubicBezTo>
                  <a:cubicBezTo>
                    <a:pt x="127" y="198"/>
                    <a:pt x="176" y="168"/>
                    <a:pt x="187" y="119"/>
                  </a:cubicBezTo>
                  <a:cubicBezTo>
                    <a:pt x="198" y="71"/>
                    <a:pt x="168" y="23"/>
                    <a:pt x="12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 name="Freeform 83"/>
            <p:cNvSpPr>
              <a:spLocks/>
            </p:cNvSpPr>
            <p:nvPr/>
          </p:nvSpPr>
          <p:spPr bwMode="auto">
            <a:xfrm>
              <a:off x="5437643" y="5826453"/>
              <a:ext cx="127785" cy="182549"/>
            </a:xfrm>
            <a:custGeom>
              <a:avLst/>
              <a:gdLst>
                <a:gd name="T0" fmla="*/ 50 w 115"/>
                <a:gd name="T1" fmla="*/ 98 h 164"/>
                <a:gd name="T2" fmla="*/ 40 w 115"/>
                <a:gd name="T3" fmla="*/ 54 h 164"/>
                <a:gd name="T4" fmla="*/ 84 w 115"/>
                <a:gd name="T5" fmla="*/ 44 h 164"/>
                <a:gd name="T6" fmla="*/ 84 w 115"/>
                <a:gd name="T7" fmla="*/ 44 h 164"/>
                <a:gd name="T8" fmla="*/ 115 w 115"/>
                <a:gd name="T9" fmla="*/ 57 h 164"/>
                <a:gd name="T10" fmla="*/ 115 w 115"/>
                <a:gd name="T11" fmla="*/ 13 h 164"/>
                <a:gd name="T12" fmla="*/ 105 w 115"/>
                <a:gd name="T13" fmla="*/ 11 h 164"/>
                <a:gd name="T14" fmla="*/ 9 w 115"/>
                <a:gd name="T15" fmla="*/ 49 h 164"/>
                <a:gd name="T16" fmla="*/ 77 w 115"/>
                <a:gd name="T17" fmla="*/ 152 h 164"/>
                <a:gd name="T18" fmla="*/ 115 w 115"/>
                <a:gd name="T19" fmla="*/ 164 h 164"/>
                <a:gd name="T20" fmla="*/ 115 w 115"/>
                <a:gd name="T21" fmla="*/ 124 h 164"/>
                <a:gd name="T22" fmla="*/ 50 w 115"/>
                <a:gd name="T23" fmla="*/ 98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5" h="164">
                  <a:moveTo>
                    <a:pt x="50" y="98"/>
                  </a:moveTo>
                  <a:cubicBezTo>
                    <a:pt x="35" y="89"/>
                    <a:pt x="31" y="69"/>
                    <a:pt x="40" y="54"/>
                  </a:cubicBezTo>
                  <a:cubicBezTo>
                    <a:pt x="49" y="39"/>
                    <a:pt x="69" y="34"/>
                    <a:pt x="84" y="44"/>
                  </a:cubicBezTo>
                  <a:cubicBezTo>
                    <a:pt x="84" y="44"/>
                    <a:pt x="84" y="44"/>
                    <a:pt x="84" y="44"/>
                  </a:cubicBezTo>
                  <a:cubicBezTo>
                    <a:pt x="85" y="44"/>
                    <a:pt x="97" y="51"/>
                    <a:pt x="115" y="57"/>
                  </a:cubicBezTo>
                  <a:cubicBezTo>
                    <a:pt x="115" y="13"/>
                    <a:pt x="115" y="13"/>
                    <a:pt x="115" y="13"/>
                  </a:cubicBezTo>
                  <a:cubicBezTo>
                    <a:pt x="112" y="12"/>
                    <a:pt x="108" y="12"/>
                    <a:pt x="105" y="11"/>
                  </a:cubicBezTo>
                  <a:cubicBezTo>
                    <a:pt x="65" y="0"/>
                    <a:pt x="17" y="15"/>
                    <a:pt x="9" y="49"/>
                  </a:cubicBezTo>
                  <a:cubicBezTo>
                    <a:pt x="0" y="83"/>
                    <a:pt x="19" y="132"/>
                    <a:pt x="77" y="152"/>
                  </a:cubicBezTo>
                  <a:cubicBezTo>
                    <a:pt x="91" y="157"/>
                    <a:pt x="103" y="161"/>
                    <a:pt x="115" y="164"/>
                  </a:cubicBezTo>
                  <a:cubicBezTo>
                    <a:pt x="115" y="124"/>
                    <a:pt x="115" y="124"/>
                    <a:pt x="115" y="124"/>
                  </a:cubicBezTo>
                  <a:cubicBezTo>
                    <a:pt x="77" y="114"/>
                    <a:pt x="52" y="99"/>
                    <a:pt x="50" y="9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 name="Freeform 84"/>
            <p:cNvSpPr>
              <a:spLocks/>
            </p:cNvSpPr>
            <p:nvPr/>
          </p:nvSpPr>
          <p:spPr bwMode="auto">
            <a:xfrm>
              <a:off x="5574554" y="5776904"/>
              <a:ext cx="744541" cy="513746"/>
            </a:xfrm>
            <a:custGeom>
              <a:avLst/>
              <a:gdLst>
                <a:gd name="T0" fmla="*/ 668 w 668"/>
                <a:gd name="T1" fmla="*/ 428 h 460"/>
                <a:gd name="T2" fmla="*/ 668 w 668"/>
                <a:gd name="T3" fmla="*/ 32 h 460"/>
                <a:gd name="T4" fmla="*/ 636 w 668"/>
                <a:gd name="T5" fmla="*/ 0 h 460"/>
                <a:gd name="T6" fmla="*/ 32 w 668"/>
                <a:gd name="T7" fmla="*/ 0 h 460"/>
                <a:gd name="T8" fmla="*/ 0 w 668"/>
                <a:gd name="T9" fmla="*/ 32 h 460"/>
                <a:gd name="T10" fmla="*/ 0 w 668"/>
                <a:gd name="T11" fmla="*/ 104 h 460"/>
                <a:gd name="T12" fmla="*/ 51 w 668"/>
                <a:gd name="T13" fmla="*/ 112 h 460"/>
                <a:gd name="T14" fmla="*/ 153 w 668"/>
                <a:gd name="T15" fmla="*/ 66 h 460"/>
                <a:gd name="T16" fmla="*/ 198 w 668"/>
                <a:gd name="T17" fmla="*/ 65 h 460"/>
                <a:gd name="T18" fmla="*/ 199 w 668"/>
                <a:gd name="T19" fmla="*/ 110 h 460"/>
                <a:gd name="T20" fmla="*/ 52 w 668"/>
                <a:gd name="T21" fmla="*/ 176 h 460"/>
                <a:gd name="T22" fmla="*/ 51 w 668"/>
                <a:gd name="T23" fmla="*/ 176 h 460"/>
                <a:gd name="T24" fmla="*/ 0 w 668"/>
                <a:gd name="T25" fmla="*/ 170 h 460"/>
                <a:gd name="T26" fmla="*/ 0 w 668"/>
                <a:gd name="T27" fmla="*/ 428 h 460"/>
                <a:gd name="T28" fmla="*/ 32 w 668"/>
                <a:gd name="T29" fmla="*/ 460 h 460"/>
                <a:gd name="T30" fmla="*/ 636 w 668"/>
                <a:gd name="T31" fmla="*/ 460 h 460"/>
                <a:gd name="T32" fmla="*/ 668 w 668"/>
                <a:gd name="T33" fmla="*/ 428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68" h="460">
                  <a:moveTo>
                    <a:pt x="668" y="428"/>
                  </a:moveTo>
                  <a:cubicBezTo>
                    <a:pt x="668" y="32"/>
                    <a:pt x="668" y="32"/>
                    <a:pt x="668" y="32"/>
                  </a:cubicBezTo>
                  <a:cubicBezTo>
                    <a:pt x="668" y="14"/>
                    <a:pt x="654" y="0"/>
                    <a:pt x="636" y="0"/>
                  </a:cubicBezTo>
                  <a:cubicBezTo>
                    <a:pt x="32" y="0"/>
                    <a:pt x="32" y="0"/>
                    <a:pt x="32" y="0"/>
                  </a:cubicBezTo>
                  <a:cubicBezTo>
                    <a:pt x="15" y="0"/>
                    <a:pt x="0" y="14"/>
                    <a:pt x="0" y="32"/>
                  </a:cubicBezTo>
                  <a:cubicBezTo>
                    <a:pt x="0" y="104"/>
                    <a:pt x="0" y="104"/>
                    <a:pt x="0" y="104"/>
                  </a:cubicBezTo>
                  <a:cubicBezTo>
                    <a:pt x="15" y="108"/>
                    <a:pt x="32" y="112"/>
                    <a:pt x="51" y="112"/>
                  </a:cubicBezTo>
                  <a:cubicBezTo>
                    <a:pt x="84" y="111"/>
                    <a:pt x="118" y="102"/>
                    <a:pt x="153" y="66"/>
                  </a:cubicBezTo>
                  <a:cubicBezTo>
                    <a:pt x="165" y="53"/>
                    <a:pt x="186" y="53"/>
                    <a:pt x="198" y="65"/>
                  </a:cubicBezTo>
                  <a:cubicBezTo>
                    <a:pt x="211" y="77"/>
                    <a:pt x="212" y="97"/>
                    <a:pt x="199" y="110"/>
                  </a:cubicBezTo>
                  <a:cubicBezTo>
                    <a:pt x="153" y="159"/>
                    <a:pt x="98" y="176"/>
                    <a:pt x="52" y="176"/>
                  </a:cubicBezTo>
                  <a:cubicBezTo>
                    <a:pt x="52" y="176"/>
                    <a:pt x="51" y="176"/>
                    <a:pt x="51" y="176"/>
                  </a:cubicBezTo>
                  <a:cubicBezTo>
                    <a:pt x="32" y="175"/>
                    <a:pt x="15" y="173"/>
                    <a:pt x="0" y="170"/>
                  </a:cubicBezTo>
                  <a:cubicBezTo>
                    <a:pt x="0" y="428"/>
                    <a:pt x="0" y="428"/>
                    <a:pt x="0" y="428"/>
                  </a:cubicBezTo>
                  <a:cubicBezTo>
                    <a:pt x="0" y="446"/>
                    <a:pt x="15" y="460"/>
                    <a:pt x="32" y="460"/>
                  </a:cubicBezTo>
                  <a:cubicBezTo>
                    <a:pt x="636" y="460"/>
                    <a:pt x="636" y="460"/>
                    <a:pt x="636" y="460"/>
                  </a:cubicBezTo>
                  <a:cubicBezTo>
                    <a:pt x="654" y="460"/>
                    <a:pt x="668" y="446"/>
                    <a:pt x="668" y="4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 name="Freeform 85"/>
            <p:cNvSpPr>
              <a:spLocks/>
            </p:cNvSpPr>
            <p:nvPr/>
          </p:nvSpPr>
          <p:spPr bwMode="auto">
            <a:xfrm>
              <a:off x="5481976" y="5848620"/>
              <a:ext cx="318157" cy="116050"/>
            </a:xfrm>
            <a:custGeom>
              <a:avLst/>
              <a:gdLst>
                <a:gd name="T0" fmla="*/ 134 w 286"/>
                <a:gd name="T1" fmla="*/ 104 h 104"/>
                <a:gd name="T2" fmla="*/ 134 w 286"/>
                <a:gd name="T3" fmla="*/ 104 h 104"/>
                <a:gd name="T4" fmla="*/ 135 w 286"/>
                <a:gd name="T5" fmla="*/ 104 h 104"/>
                <a:gd name="T6" fmla="*/ 277 w 286"/>
                <a:gd name="T7" fmla="*/ 41 h 104"/>
                <a:gd name="T8" fmla="*/ 276 w 286"/>
                <a:gd name="T9" fmla="*/ 7 h 104"/>
                <a:gd name="T10" fmla="*/ 259 w 286"/>
                <a:gd name="T11" fmla="*/ 0 h 104"/>
                <a:gd name="T12" fmla="*/ 242 w 286"/>
                <a:gd name="T13" fmla="*/ 7 h 104"/>
                <a:gd name="T14" fmla="*/ 134 w 286"/>
                <a:gd name="T15" fmla="*/ 56 h 104"/>
                <a:gd name="T16" fmla="*/ 133 w 286"/>
                <a:gd name="T17" fmla="*/ 56 h 104"/>
                <a:gd name="T18" fmla="*/ 39 w 286"/>
                <a:gd name="T19" fmla="*/ 30 h 104"/>
                <a:gd name="T20" fmla="*/ 27 w 286"/>
                <a:gd name="T21" fmla="*/ 27 h 104"/>
                <a:gd name="T22" fmla="*/ 7 w 286"/>
                <a:gd name="T23" fmla="*/ 38 h 104"/>
                <a:gd name="T24" fmla="*/ 14 w 286"/>
                <a:gd name="T25" fmla="*/ 71 h 104"/>
                <a:gd name="T26" fmla="*/ 15 w 286"/>
                <a:gd name="T27" fmla="*/ 72 h 104"/>
                <a:gd name="T28" fmla="*/ 134 w 286"/>
                <a:gd name="T2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6" h="104">
                  <a:moveTo>
                    <a:pt x="134" y="104"/>
                  </a:moveTo>
                  <a:cubicBezTo>
                    <a:pt x="134" y="104"/>
                    <a:pt x="134" y="104"/>
                    <a:pt x="134" y="104"/>
                  </a:cubicBezTo>
                  <a:cubicBezTo>
                    <a:pt x="135" y="104"/>
                    <a:pt x="135" y="104"/>
                    <a:pt x="135" y="104"/>
                  </a:cubicBezTo>
                  <a:cubicBezTo>
                    <a:pt x="166" y="104"/>
                    <a:pt x="225" y="95"/>
                    <a:pt x="277" y="41"/>
                  </a:cubicBezTo>
                  <a:cubicBezTo>
                    <a:pt x="286" y="31"/>
                    <a:pt x="285" y="16"/>
                    <a:pt x="276" y="7"/>
                  </a:cubicBezTo>
                  <a:cubicBezTo>
                    <a:pt x="271" y="2"/>
                    <a:pt x="265" y="0"/>
                    <a:pt x="259" y="0"/>
                  </a:cubicBezTo>
                  <a:cubicBezTo>
                    <a:pt x="253" y="0"/>
                    <a:pt x="246" y="3"/>
                    <a:pt x="242" y="7"/>
                  </a:cubicBezTo>
                  <a:cubicBezTo>
                    <a:pt x="211" y="40"/>
                    <a:pt x="176" y="55"/>
                    <a:pt x="134" y="56"/>
                  </a:cubicBezTo>
                  <a:cubicBezTo>
                    <a:pt x="133" y="56"/>
                    <a:pt x="133" y="56"/>
                    <a:pt x="133" y="56"/>
                  </a:cubicBezTo>
                  <a:cubicBezTo>
                    <a:pt x="82" y="56"/>
                    <a:pt x="40" y="30"/>
                    <a:pt x="39" y="30"/>
                  </a:cubicBezTo>
                  <a:cubicBezTo>
                    <a:pt x="36" y="28"/>
                    <a:pt x="31" y="27"/>
                    <a:pt x="27" y="27"/>
                  </a:cubicBezTo>
                  <a:cubicBezTo>
                    <a:pt x="19" y="27"/>
                    <a:pt x="11" y="31"/>
                    <a:pt x="7" y="38"/>
                  </a:cubicBezTo>
                  <a:cubicBezTo>
                    <a:pt x="0" y="50"/>
                    <a:pt x="3" y="64"/>
                    <a:pt x="14" y="71"/>
                  </a:cubicBezTo>
                  <a:cubicBezTo>
                    <a:pt x="15" y="71"/>
                    <a:pt x="15" y="72"/>
                    <a:pt x="15" y="72"/>
                  </a:cubicBezTo>
                  <a:cubicBezTo>
                    <a:pt x="32" y="81"/>
                    <a:pt x="77" y="103"/>
                    <a:pt x="134" y="1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 name="Freeform 86"/>
            <p:cNvSpPr>
              <a:spLocks/>
            </p:cNvSpPr>
            <p:nvPr/>
          </p:nvSpPr>
          <p:spPr bwMode="auto">
            <a:xfrm>
              <a:off x="5230319" y="5935983"/>
              <a:ext cx="216451" cy="87363"/>
            </a:xfrm>
            <a:custGeom>
              <a:avLst/>
              <a:gdLst>
                <a:gd name="T0" fmla="*/ 34 w 194"/>
                <a:gd name="T1" fmla="*/ 0 h 79"/>
                <a:gd name="T2" fmla="*/ 0 w 194"/>
                <a:gd name="T3" fmla="*/ 35 h 79"/>
                <a:gd name="T4" fmla="*/ 0 w 194"/>
                <a:gd name="T5" fmla="*/ 44 h 79"/>
                <a:gd name="T6" fmla="*/ 34 w 194"/>
                <a:gd name="T7" fmla="*/ 79 h 79"/>
                <a:gd name="T8" fmla="*/ 160 w 194"/>
                <a:gd name="T9" fmla="*/ 79 h 79"/>
                <a:gd name="T10" fmla="*/ 194 w 194"/>
                <a:gd name="T11" fmla="*/ 44 h 79"/>
                <a:gd name="T12" fmla="*/ 194 w 194"/>
                <a:gd name="T13" fmla="*/ 35 h 79"/>
                <a:gd name="T14" fmla="*/ 160 w 194"/>
                <a:gd name="T15" fmla="*/ 0 h 79"/>
                <a:gd name="T16" fmla="*/ 34 w 194"/>
                <a:gd name="T17"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4" h="79">
                  <a:moveTo>
                    <a:pt x="34" y="0"/>
                  </a:moveTo>
                  <a:cubicBezTo>
                    <a:pt x="15" y="0"/>
                    <a:pt x="0" y="15"/>
                    <a:pt x="0" y="35"/>
                  </a:cubicBezTo>
                  <a:cubicBezTo>
                    <a:pt x="0" y="44"/>
                    <a:pt x="0" y="44"/>
                    <a:pt x="0" y="44"/>
                  </a:cubicBezTo>
                  <a:cubicBezTo>
                    <a:pt x="0" y="63"/>
                    <a:pt x="15" y="79"/>
                    <a:pt x="34" y="79"/>
                  </a:cubicBezTo>
                  <a:cubicBezTo>
                    <a:pt x="160" y="79"/>
                    <a:pt x="160" y="79"/>
                    <a:pt x="160" y="79"/>
                  </a:cubicBezTo>
                  <a:cubicBezTo>
                    <a:pt x="179" y="79"/>
                    <a:pt x="194" y="63"/>
                    <a:pt x="194" y="44"/>
                  </a:cubicBezTo>
                  <a:cubicBezTo>
                    <a:pt x="194" y="35"/>
                    <a:pt x="194" y="35"/>
                    <a:pt x="194" y="35"/>
                  </a:cubicBezTo>
                  <a:cubicBezTo>
                    <a:pt x="194" y="15"/>
                    <a:pt x="179" y="0"/>
                    <a:pt x="160" y="0"/>
                  </a:cubicBezTo>
                  <a:lnTo>
                    <a:pt x="3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 name="Freeform 87"/>
            <p:cNvSpPr>
              <a:spLocks/>
            </p:cNvSpPr>
            <p:nvPr/>
          </p:nvSpPr>
          <p:spPr bwMode="auto">
            <a:xfrm>
              <a:off x="5341152" y="4762452"/>
              <a:ext cx="942737" cy="769315"/>
            </a:xfrm>
            <a:custGeom>
              <a:avLst/>
              <a:gdLst>
                <a:gd name="T0" fmla="*/ 661 w 845"/>
                <a:gd name="T1" fmla="*/ 277 h 689"/>
                <a:gd name="T2" fmla="*/ 371 w 845"/>
                <a:gd name="T3" fmla="*/ 132 h 689"/>
                <a:gd name="T4" fmla="*/ 203 w 845"/>
                <a:gd name="T5" fmla="*/ 114 h 689"/>
                <a:gd name="T6" fmla="*/ 149 w 845"/>
                <a:gd name="T7" fmla="*/ 276 h 689"/>
                <a:gd name="T8" fmla="*/ 88 w 845"/>
                <a:gd name="T9" fmla="*/ 368 h 689"/>
                <a:gd name="T10" fmla="*/ 61 w 845"/>
                <a:gd name="T11" fmla="*/ 525 h 689"/>
                <a:gd name="T12" fmla="*/ 353 w 845"/>
                <a:gd name="T13" fmla="*/ 545 h 689"/>
                <a:gd name="T14" fmla="*/ 657 w 845"/>
                <a:gd name="T15" fmla="*/ 513 h 689"/>
                <a:gd name="T16" fmla="*/ 661 w 845"/>
                <a:gd name="T17" fmla="*/ 277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45" h="689">
                  <a:moveTo>
                    <a:pt x="661" y="277"/>
                  </a:moveTo>
                  <a:cubicBezTo>
                    <a:pt x="711" y="121"/>
                    <a:pt x="451" y="0"/>
                    <a:pt x="371" y="132"/>
                  </a:cubicBezTo>
                  <a:cubicBezTo>
                    <a:pt x="347" y="80"/>
                    <a:pt x="243" y="98"/>
                    <a:pt x="203" y="114"/>
                  </a:cubicBezTo>
                  <a:cubicBezTo>
                    <a:pt x="135" y="146"/>
                    <a:pt x="113" y="212"/>
                    <a:pt x="149" y="276"/>
                  </a:cubicBezTo>
                  <a:cubicBezTo>
                    <a:pt x="93" y="280"/>
                    <a:pt x="52" y="312"/>
                    <a:pt x="88" y="368"/>
                  </a:cubicBezTo>
                  <a:cubicBezTo>
                    <a:pt x="0" y="380"/>
                    <a:pt x="1" y="469"/>
                    <a:pt x="61" y="525"/>
                  </a:cubicBezTo>
                  <a:cubicBezTo>
                    <a:pt x="129" y="593"/>
                    <a:pt x="273" y="589"/>
                    <a:pt x="353" y="545"/>
                  </a:cubicBezTo>
                  <a:cubicBezTo>
                    <a:pt x="373" y="689"/>
                    <a:pt x="665" y="633"/>
                    <a:pt x="657" y="513"/>
                  </a:cubicBezTo>
                  <a:cubicBezTo>
                    <a:pt x="825" y="489"/>
                    <a:pt x="845" y="277"/>
                    <a:pt x="661" y="2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 name="Oval 88"/>
            <p:cNvSpPr>
              <a:spLocks noChangeArrowheads="1"/>
            </p:cNvSpPr>
            <p:nvPr/>
          </p:nvSpPr>
          <p:spPr bwMode="auto">
            <a:xfrm>
              <a:off x="5612369" y="5435276"/>
              <a:ext cx="125177" cy="10822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 name="Oval 89"/>
            <p:cNvSpPr>
              <a:spLocks noChangeArrowheads="1"/>
            </p:cNvSpPr>
            <p:nvPr/>
          </p:nvSpPr>
          <p:spPr bwMode="auto">
            <a:xfrm>
              <a:off x="5497623" y="5553934"/>
              <a:ext cx="93883" cy="6780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 name="Oval 90"/>
            <p:cNvSpPr>
              <a:spLocks noChangeArrowheads="1"/>
            </p:cNvSpPr>
            <p:nvPr/>
          </p:nvSpPr>
          <p:spPr bwMode="auto">
            <a:xfrm>
              <a:off x="5386789" y="5595659"/>
              <a:ext cx="74324" cy="5215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30" name="组合 329"/>
          <p:cNvGrpSpPr/>
          <p:nvPr/>
        </p:nvGrpSpPr>
        <p:grpSpPr>
          <a:xfrm>
            <a:off x="10434276" y="3667900"/>
            <a:ext cx="1522462" cy="1249200"/>
            <a:chOff x="4723093" y="3583705"/>
            <a:chExt cx="1627297" cy="1335218"/>
          </a:xfrm>
          <a:solidFill>
            <a:schemeClr val="tx1">
              <a:lumMod val="65000"/>
              <a:lumOff val="35000"/>
            </a:schemeClr>
          </a:solidFill>
        </p:grpSpPr>
        <p:sp>
          <p:nvSpPr>
            <p:cNvPr id="331" name="Freeform 91"/>
            <p:cNvSpPr>
              <a:spLocks/>
            </p:cNvSpPr>
            <p:nvPr/>
          </p:nvSpPr>
          <p:spPr bwMode="auto">
            <a:xfrm>
              <a:off x="5037338" y="4624236"/>
              <a:ext cx="48246" cy="95187"/>
            </a:xfrm>
            <a:custGeom>
              <a:avLst/>
              <a:gdLst>
                <a:gd name="T0" fmla="*/ 0 w 44"/>
                <a:gd name="T1" fmla="*/ 85 h 85"/>
                <a:gd name="T2" fmla="*/ 24 w 44"/>
                <a:gd name="T3" fmla="*/ 72 h 85"/>
                <a:gd name="T4" fmla="*/ 25 w 44"/>
                <a:gd name="T5" fmla="*/ 1 h 85"/>
                <a:gd name="T6" fmla="*/ 24 w 44"/>
                <a:gd name="T7" fmla="*/ 0 h 85"/>
                <a:gd name="T8" fmla="*/ 22 w 44"/>
                <a:gd name="T9" fmla="*/ 3 h 85"/>
                <a:gd name="T10" fmla="*/ 0 w 44"/>
                <a:gd name="T11" fmla="*/ 85 h 85"/>
              </a:gdLst>
              <a:ahLst/>
              <a:cxnLst>
                <a:cxn ang="0">
                  <a:pos x="T0" y="T1"/>
                </a:cxn>
                <a:cxn ang="0">
                  <a:pos x="T2" y="T3"/>
                </a:cxn>
                <a:cxn ang="0">
                  <a:pos x="T4" y="T5"/>
                </a:cxn>
                <a:cxn ang="0">
                  <a:pos x="T6" y="T7"/>
                </a:cxn>
                <a:cxn ang="0">
                  <a:pos x="T8" y="T9"/>
                </a:cxn>
                <a:cxn ang="0">
                  <a:pos x="T10" y="T11"/>
                </a:cxn>
              </a:cxnLst>
              <a:rect l="0" t="0" r="r" b="b"/>
              <a:pathLst>
                <a:path w="44" h="85">
                  <a:moveTo>
                    <a:pt x="0" y="85"/>
                  </a:moveTo>
                  <a:cubicBezTo>
                    <a:pt x="9" y="83"/>
                    <a:pt x="17" y="79"/>
                    <a:pt x="24" y="72"/>
                  </a:cubicBezTo>
                  <a:cubicBezTo>
                    <a:pt x="44" y="53"/>
                    <a:pt x="44" y="21"/>
                    <a:pt x="25" y="1"/>
                  </a:cubicBezTo>
                  <a:cubicBezTo>
                    <a:pt x="24" y="0"/>
                    <a:pt x="24" y="0"/>
                    <a:pt x="24" y="0"/>
                  </a:cubicBezTo>
                  <a:cubicBezTo>
                    <a:pt x="23" y="1"/>
                    <a:pt x="23" y="2"/>
                    <a:pt x="22" y="3"/>
                  </a:cubicBezTo>
                  <a:cubicBezTo>
                    <a:pt x="14" y="28"/>
                    <a:pt x="6" y="58"/>
                    <a:pt x="0" y="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 name="Freeform 92"/>
            <p:cNvSpPr>
              <a:spLocks/>
            </p:cNvSpPr>
            <p:nvPr/>
          </p:nvSpPr>
          <p:spPr bwMode="auto">
            <a:xfrm>
              <a:off x="4754387" y="3768862"/>
              <a:ext cx="483756" cy="1150061"/>
            </a:xfrm>
            <a:custGeom>
              <a:avLst/>
              <a:gdLst>
                <a:gd name="T0" fmla="*/ 329 w 434"/>
                <a:gd name="T1" fmla="*/ 656 h 1032"/>
                <a:gd name="T2" fmla="*/ 352 w 434"/>
                <a:gd name="T3" fmla="*/ 631 h 1032"/>
                <a:gd name="T4" fmla="*/ 358 w 434"/>
                <a:gd name="T5" fmla="*/ 625 h 1032"/>
                <a:gd name="T6" fmla="*/ 377 w 434"/>
                <a:gd name="T7" fmla="*/ 591 h 1032"/>
                <a:gd name="T8" fmla="*/ 342 w 434"/>
                <a:gd name="T9" fmla="*/ 299 h 1032"/>
                <a:gd name="T10" fmla="*/ 424 w 434"/>
                <a:gd name="T11" fmla="*/ 258 h 1032"/>
                <a:gd name="T12" fmla="*/ 412 w 434"/>
                <a:gd name="T13" fmla="*/ 135 h 1032"/>
                <a:gd name="T14" fmla="*/ 300 w 434"/>
                <a:gd name="T15" fmla="*/ 10 h 1032"/>
                <a:gd name="T16" fmla="*/ 354 w 434"/>
                <a:gd name="T17" fmla="*/ 161 h 1032"/>
                <a:gd name="T18" fmla="*/ 368 w 434"/>
                <a:gd name="T19" fmla="*/ 227 h 1032"/>
                <a:gd name="T20" fmla="*/ 335 w 434"/>
                <a:gd name="T21" fmla="*/ 235 h 1032"/>
                <a:gd name="T22" fmla="*/ 293 w 434"/>
                <a:gd name="T23" fmla="*/ 233 h 1032"/>
                <a:gd name="T24" fmla="*/ 285 w 434"/>
                <a:gd name="T25" fmla="*/ 233 h 1032"/>
                <a:gd name="T26" fmla="*/ 197 w 434"/>
                <a:gd name="T27" fmla="*/ 288 h 1032"/>
                <a:gd name="T28" fmla="*/ 137 w 434"/>
                <a:gd name="T29" fmla="*/ 296 h 1032"/>
                <a:gd name="T30" fmla="*/ 134 w 434"/>
                <a:gd name="T31" fmla="*/ 298 h 1032"/>
                <a:gd name="T32" fmla="*/ 115 w 434"/>
                <a:gd name="T33" fmla="*/ 305 h 1032"/>
                <a:gd name="T34" fmla="*/ 69 w 434"/>
                <a:gd name="T35" fmla="*/ 307 h 1032"/>
                <a:gd name="T36" fmla="*/ 64 w 434"/>
                <a:gd name="T37" fmla="*/ 286 h 1032"/>
                <a:gd name="T38" fmla="*/ 56 w 434"/>
                <a:gd name="T39" fmla="*/ 183 h 1032"/>
                <a:gd name="T40" fmla="*/ 0 w 434"/>
                <a:gd name="T41" fmla="*/ 286 h 1032"/>
                <a:gd name="T42" fmla="*/ 41 w 434"/>
                <a:gd name="T43" fmla="*/ 365 h 1032"/>
                <a:gd name="T44" fmla="*/ 119 w 434"/>
                <a:gd name="T45" fmla="*/ 370 h 1032"/>
                <a:gd name="T46" fmla="*/ 69 w 434"/>
                <a:gd name="T47" fmla="*/ 609 h 1032"/>
                <a:gd name="T48" fmla="*/ 59 w 434"/>
                <a:gd name="T49" fmla="*/ 687 h 1032"/>
                <a:gd name="T50" fmla="*/ 167 w 434"/>
                <a:gd name="T51" fmla="*/ 733 h 1032"/>
                <a:gd name="T52" fmla="*/ 175 w 434"/>
                <a:gd name="T53" fmla="*/ 663 h 1032"/>
                <a:gd name="T54" fmla="*/ 211 w 434"/>
                <a:gd name="T55" fmla="*/ 654 h 1032"/>
                <a:gd name="T56" fmla="*/ 154 w 434"/>
                <a:gd name="T57" fmla="*/ 810 h 1032"/>
                <a:gd name="T58" fmla="*/ 193 w 434"/>
                <a:gd name="T59" fmla="*/ 1031 h 1032"/>
                <a:gd name="T60" fmla="*/ 241 w 434"/>
                <a:gd name="T61" fmla="*/ 979 h 1032"/>
                <a:gd name="T62" fmla="*/ 269 w 434"/>
                <a:gd name="T63" fmla="*/ 768 h 10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34" h="1032">
                  <a:moveTo>
                    <a:pt x="269" y="768"/>
                  </a:moveTo>
                  <a:cubicBezTo>
                    <a:pt x="287" y="716"/>
                    <a:pt x="311" y="680"/>
                    <a:pt x="329" y="656"/>
                  </a:cubicBezTo>
                  <a:cubicBezTo>
                    <a:pt x="338" y="645"/>
                    <a:pt x="346" y="637"/>
                    <a:pt x="351" y="631"/>
                  </a:cubicBezTo>
                  <a:cubicBezTo>
                    <a:pt x="351" y="631"/>
                    <a:pt x="351" y="631"/>
                    <a:pt x="352" y="631"/>
                  </a:cubicBezTo>
                  <a:cubicBezTo>
                    <a:pt x="354" y="629"/>
                    <a:pt x="356" y="627"/>
                    <a:pt x="357" y="626"/>
                  </a:cubicBezTo>
                  <a:cubicBezTo>
                    <a:pt x="358" y="626"/>
                    <a:pt x="358" y="625"/>
                    <a:pt x="358" y="625"/>
                  </a:cubicBezTo>
                  <a:cubicBezTo>
                    <a:pt x="358" y="625"/>
                    <a:pt x="358" y="625"/>
                    <a:pt x="358" y="625"/>
                  </a:cubicBezTo>
                  <a:cubicBezTo>
                    <a:pt x="369" y="617"/>
                    <a:pt x="376" y="604"/>
                    <a:pt x="377" y="591"/>
                  </a:cubicBezTo>
                  <a:cubicBezTo>
                    <a:pt x="378" y="588"/>
                    <a:pt x="379" y="584"/>
                    <a:pt x="379" y="580"/>
                  </a:cubicBezTo>
                  <a:cubicBezTo>
                    <a:pt x="377" y="484"/>
                    <a:pt x="374" y="388"/>
                    <a:pt x="342" y="299"/>
                  </a:cubicBezTo>
                  <a:cubicBezTo>
                    <a:pt x="359" y="299"/>
                    <a:pt x="378" y="296"/>
                    <a:pt x="396" y="286"/>
                  </a:cubicBezTo>
                  <a:cubicBezTo>
                    <a:pt x="407" y="280"/>
                    <a:pt x="417" y="270"/>
                    <a:pt x="424" y="258"/>
                  </a:cubicBezTo>
                  <a:cubicBezTo>
                    <a:pt x="431" y="246"/>
                    <a:pt x="434" y="231"/>
                    <a:pt x="434" y="216"/>
                  </a:cubicBezTo>
                  <a:cubicBezTo>
                    <a:pt x="434" y="192"/>
                    <a:pt x="427" y="166"/>
                    <a:pt x="412" y="135"/>
                  </a:cubicBezTo>
                  <a:cubicBezTo>
                    <a:pt x="398" y="103"/>
                    <a:pt x="376" y="65"/>
                    <a:pt x="345" y="19"/>
                  </a:cubicBezTo>
                  <a:cubicBezTo>
                    <a:pt x="335" y="4"/>
                    <a:pt x="315" y="0"/>
                    <a:pt x="300" y="10"/>
                  </a:cubicBezTo>
                  <a:cubicBezTo>
                    <a:pt x="286" y="20"/>
                    <a:pt x="282" y="40"/>
                    <a:pt x="292" y="55"/>
                  </a:cubicBezTo>
                  <a:cubicBezTo>
                    <a:pt x="322" y="99"/>
                    <a:pt x="342" y="134"/>
                    <a:pt x="354" y="161"/>
                  </a:cubicBezTo>
                  <a:cubicBezTo>
                    <a:pt x="366" y="187"/>
                    <a:pt x="370" y="206"/>
                    <a:pt x="370" y="216"/>
                  </a:cubicBezTo>
                  <a:cubicBezTo>
                    <a:pt x="370" y="223"/>
                    <a:pt x="368" y="226"/>
                    <a:pt x="368" y="227"/>
                  </a:cubicBezTo>
                  <a:cubicBezTo>
                    <a:pt x="367" y="229"/>
                    <a:pt x="365" y="230"/>
                    <a:pt x="360" y="232"/>
                  </a:cubicBezTo>
                  <a:cubicBezTo>
                    <a:pt x="354" y="234"/>
                    <a:pt x="345" y="236"/>
                    <a:pt x="335" y="235"/>
                  </a:cubicBezTo>
                  <a:cubicBezTo>
                    <a:pt x="328" y="235"/>
                    <a:pt x="320" y="235"/>
                    <a:pt x="313" y="234"/>
                  </a:cubicBezTo>
                  <a:cubicBezTo>
                    <a:pt x="306" y="234"/>
                    <a:pt x="300" y="233"/>
                    <a:pt x="293" y="233"/>
                  </a:cubicBezTo>
                  <a:cubicBezTo>
                    <a:pt x="291" y="233"/>
                    <a:pt x="289" y="233"/>
                    <a:pt x="287" y="233"/>
                  </a:cubicBezTo>
                  <a:cubicBezTo>
                    <a:pt x="286" y="233"/>
                    <a:pt x="285" y="233"/>
                    <a:pt x="285" y="233"/>
                  </a:cubicBezTo>
                  <a:cubicBezTo>
                    <a:pt x="272" y="260"/>
                    <a:pt x="247" y="280"/>
                    <a:pt x="216" y="286"/>
                  </a:cubicBezTo>
                  <a:cubicBezTo>
                    <a:pt x="210" y="288"/>
                    <a:pt x="203" y="288"/>
                    <a:pt x="197" y="288"/>
                  </a:cubicBezTo>
                  <a:cubicBezTo>
                    <a:pt x="186" y="288"/>
                    <a:pt x="175" y="286"/>
                    <a:pt x="164" y="283"/>
                  </a:cubicBezTo>
                  <a:cubicBezTo>
                    <a:pt x="155" y="287"/>
                    <a:pt x="146" y="292"/>
                    <a:pt x="137" y="296"/>
                  </a:cubicBezTo>
                  <a:cubicBezTo>
                    <a:pt x="136" y="297"/>
                    <a:pt x="135" y="297"/>
                    <a:pt x="134" y="298"/>
                  </a:cubicBezTo>
                  <a:cubicBezTo>
                    <a:pt x="134" y="298"/>
                    <a:pt x="134" y="298"/>
                    <a:pt x="134" y="298"/>
                  </a:cubicBezTo>
                  <a:cubicBezTo>
                    <a:pt x="134" y="298"/>
                    <a:pt x="134" y="298"/>
                    <a:pt x="134" y="298"/>
                  </a:cubicBezTo>
                  <a:cubicBezTo>
                    <a:pt x="133" y="298"/>
                    <a:pt x="125" y="302"/>
                    <a:pt x="115" y="305"/>
                  </a:cubicBezTo>
                  <a:cubicBezTo>
                    <a:pt x="105" y="308"/>
                    <a:pt x="93" y="311"/>
                    <a:pt x="84" y="311"/>
                  </a:cubicBezTo>
                  <a:cubicBezTo>
                    <a:pt x="75" y="311"/>
                    <a:pt x="71" y="309"/>
                    <a:pt x="69" y="307"/>
                  </a:cubicBezTo>
                  <a:cubicBezTo>
                    <a:pt x="69" y="307"/>
                    <a:pt x="68" y="306"/>
                    <a:pt x="67" y="303"/>
                  </a:cubicBezTo>
                  <a:cubicBezTo>
                    <a:pt x="65" y="299"/>
                    <a:pt x="64" y="294"/>
                    <a:pt x="64" y="286"/>
                  </a:cubicBezTo>
                  <a:cubicBezTo>
                    <a:pt x="64" y="272"/>
                    <a:pt x="67" y="252"/>
                    <a:pt x="77" y="223"/>
                  </a:cubicBezTo>
                  <a:cubicBezTo>
                    <a:pt x="82" y="206"/>
                    <a:pt x="73" y="188"/>
                    <a:pt x="56" y="183"/>
                  </a:cubicBezTo>
                  <a:cubicBezTo>
                    <a:pt x="39" y="178"/>
                    <a:pt x="21" y="187"/>
                    <a:pt x="16" y="204"/>
                  </a:cubicBezTo>
                  <a:cubicBezTo>
                    <a:pt x="5" y="236"/>
                    <a:pt x="0" y="263"/>
                    <a:pt x="0" y="286"/>
                  </a:cubicBezTo>
                  <a:cubicBezTo>
                    <a:pt x="0" y="300"/>
                    <a:pt x="2" y="313"/>
                    <a:pt x="7" y="325"/>
                  </a:cubicBezTo>
                  <a:cubicBezTo>
                    <a:pt x="13" y="342"/>
                    <a:pt x="26" y="357"/>
                    <a:pt x="41" y="365"/>
                  </a:cubicBezTo>
                  <a:cubicBezTo>
                    <a:pt x="55" y="373"/>
                    <a:pt x="70" y="375"/>
                    <a:pt x="84" y="375"/>
                  </a:cubicBezTo>
                  <a:cubicBezTo>
                    <a:pt x="97" y="375"/>
                    <a:pt x="109" y="373"/>
                    <a:pt x="119" y="370"/>
                  </a:cubicBezTo>
                  <a:cubicBezTo>
                    <a:pt x="165" y="415"/>
                    <a:pt x="194" y="454"/>
                    <a:pt x="193" y="536"/>
                  </a:cubicBezTo>
                  <a:cubicBezTo>
                    <a:pt x="69" y="609"/>
                    <a:pt x="69" y="609"/>
                    <a:pt x="69" y="609"/>
                  </a:cubicBezTo>
                  <a:cubicBezTo>
                    <a:pt x="56" y="617"/>
                    <a:pt x="47" y="630"/>
                    <a:pt x="45" y="646"/>
                  </a:cubicBezTo>
                  <a:cubicBezTo>
                    <a:pt x="43" y="661"/>
                    <a:pt x="48" y="676"/>
                    <a:pt x="59" y="687"/>
                  </a:cubicBezTo>
                  <a:cubicBezTo>
                    <a:pt x="154" y="784"/>
                    <a:pt x="154" y="784"/>
                    <a:pt x="154" y="784"/>
                  </a:cubicBezTo>
                  <a:cubicBezTo>
                    <a:pt x="155" y="769"/>
                    <a:pt x="159" y="751"/>
                    <a:pt x="167" y="733"/>
                  </a:cubicBezTo>
                  <a:cubicBezTo>
                    <a:pt x="177" y="707"/>
                    <a:pt x="185" y="690"/>
                    <a:pt x="190" y="678"/>
                  </a:cubicBezTo>
                  <a:cubicBezTo>
                    <a:pt x="175" y="663"/>
                    <a:pt x="175" y="663"/>
                    <a:pt x="175" y="663"/>
                  </a:cubicBezTo>
                  <a:cubicBezTo>
                    <a:pt x="222" y="635"/>
                    <a:pt x="222" y="635"/>
                    <a:pt x="222" y="635"/>
                  </a:cubicBezTo>
                  <a:cubicBezTo>
                    <a:pt x="218" y="641"/>
                    <a:pt x="215" y="647"/>
                    <a:pt x="211" y="654"/>
                  </a:cubicBezTo>
                  <a:cubicBezTo>
                    <a:pt x="198" y="677"/>
                    <a:pt x="185" y="704"/>
                    <a:pt x="174" y="735"/>
                  </a:cubicBezTo>
                  <a:cubicBezTo>
                    <a:pt x="167" y="758"/>
                    <a:pt x="160" y="783"/>
                    <a:pt x="154" y="810"/>
                  </a:cubicBezTo>
                  <a:cubicBezTo>
                    <a:pt x="144" y="860"/>
                    <a:pt x="138" y="917"/>
                    <a:pt x="141" y="983"/>
                  </a:cubicBezTo>
                  <a:cubicBezTo>
                    <a:pt x="142" y="1011"/>
                    <a:pt x="165" y="1032"/>
                    <a:pt x="193" y="1031"/>
                  </a:cubicBezTo>
                  <a:cubicBezTo>
                    <a:pt x="214" y="1030"/>
                    <a:pt x="232" y="1016"/>
                    <a:pt x="238" y="997"/>
                  </a:cubicBezTo>
                  <a:cubicBezTo>
                    <a:pt x="240" y="992"/>
                    <a:pt x="241" y="985"/>
                    <a:pt x="241" y="979"/>
                  </a:cubicBezTo>
                  <a:cubicBezTo>
                    <a:pt x="240" y="956"/>
                    <a:pt x="240" y="935"/>
                    <a:pt x="241" y="915"/>
                  </a:cubicBezTo>
                  <a:cubicBezTo>
                    <a:pt x="244" y="856"/>
                    <a:pt x="255" y="808"/>
                    <a:pt x="269" y="7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93"/>
            <p:cNvSpPr>
              <a:spLocks/>
            </p:cNvSpPr>
            <p:nvPr/>
          </p:nvSpPr>
          <p:spPr bwMode="auto">
            <a:xfrm>
              <a:off x="4863916" y="3870568"/>
              <a:ext cx="219059" cy="219059"/>
            </a:xfrm>
            <a:custGeom>
              <a:avLst/>
              <a:gdLst>
                <a:gd name="T0" fmla="*/ 186 w 196"/>
                <a:gd name="T1" fmla="*/ 81 h 196"/>
                <a:gd name="T2" fmla="*/ 80 w 196"/>
                <a:gd name="T3" fmla="*/ 10 h 196"/>
                <a:gd name="T4" fmla="*/ 10 w 196"/>
                <a:gd name="T5" fmla="*/ 116 h 196"/>
                <a:gd name="T6" fmla="*/ 115 w 196"/>
                <a:gd name="T7" fmla="*/ 187 h 196"/>
                <a:gd name="T8" fmla="*/ 186 w 196"/>
                <a:gd name="T9" fmla="*/ 81 h 196"/>
              </a:gdLst>
              <a:ahLst/>
              <a:cxnLst>
                <a:cxn ang="0">
                  <a:pos x="T0" y="T1"/>
                </a:cxn>
                <a:cxn ang="0">
                  <a:pos x="T2" y="T3"/>
                </a:cxn>
                <a:cxn ang="0">
                  <a:pos x="T4" y="T5"/>
                </a:cxn>
                <a:cxn ang="0">
                  <a:pos x="T6" y="T7"/>
                </a:cxn>
                <a:cxn ang="0">
                  <a:pos x="T8" y="T9"/>
                </a:cxn>
              </a:cxnLst>
              <a:rect l="0" t="0" r="r" b="b"/>
              <a:pathLst>
                <a:path w="196" h="196">
                  <a:moveTo>
                    <a:pt x="186" y="81"/>
                  </a:moveTo>
                  <a:cubicBezTo>
                    <a:pt x="176" y="32"/>
                    <a:pt x="129" y="0"/>
                    <a:pt x="80" y="10"/>
                  </a:cubicBezTo>
                  <a:cubicBezTo>
                    <a:pt x="32" y="20"/>
                    <a:pt x="0" y="67"/>
                    <a:pt x="10" y="116"/>
                  </a:cubicBezTo>
                  <a:cubicBezTo>
                    <a:pt x="19" y="165"/>
                    <a:pt x="67" y="196"/>
                    <a:pt x="115" y="187"/>
                  </a:cubicBezTo>
                  <a:cubicBezTo>
                    <a:pt x="164" y="177"/>
                    <a:pt x="196" y="129"/>
                    <a:pt x="186"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94"/>
            <p:cNvSpPr>
              <a:spLocks/>
            </p:cNvSpPr>
            <p:nvPr/>
          </p:nvSpPr>
          <p:spPr bwMode="auto">
            <a:xfrm>
              <a:off x="4723093" y="3669764"/>
              <a:ext cx="273824" cy="246442"/>
            </a:xfrm>
            <a:custGeom>
              <a:avLst/>
              <a:gdLst>
                <a:gd name="T0" fmla="*/ 226 w 245"/>
                <a:gd name="T1" fmla="*/ 117 h 221"/>
                <a:gd name="T2" fmla="*/ 233 w 245"/>
                <a:gd name="T3" fmla="*/ 112 h 221"/>
                <a:gd name="T4" fmla="*/ 233 w 245"/>
                <a:gd name="T5" fmla="*/ 112 h 221"/>
                <a:gd name="T6" fmla="*/ 245 w 245"/>
                <a:gd name="T7" fmla="*/ 51 h 221"/>
                <a:gd name="T8" fmla="*/ 242 w 245"/>
                <a:gd name="T9" fmla="*/ 45 h 221"/>
                <a:gd name="T10" fmla="*/ 235 w 245"/>
                <a:gd name="T11" fmla="*/ 45 h 221"/>
                <a:gd name="T12" fmla="*/ 187 w 245"/>
                <a:gd name="T13" fmla="*/ 83 h 221"/>
                <a:gd name="T14" fmla="*/ 168 w 245"/>
                <a:gd name="T15" fmla="*/ 5 h 221"/>
                <a:gd name="T16" fmla="*/ 163 w 245"/>
                <a:gd name="T17" fmla="*/ 0 h 221"/>
                <a:gd name="T18" fmla="*/ 157 w 245"/>
                <a:gd name="T19" fmla="*/ 4 h 221"/>
                <a:gd name="T20" fmla="*/ 127 w 245"/>
                <a:gd name="T21" fmla="*/ 76 h 221"/>
                <a:gd name="T22" fmla="*/ 75 w 245"/>
                <a:gd name="T23" fmla="*/ 28 h 221"/>
                <a:gd name="T24" fmla="*/ 68 w 245"/>
                <a:gd name="T25" fmla="*/ 27 h 221"/>
                <a:gd name="T26" fmla="*/ 65 w 245"/>
                <a:gd name="T27" fmla="*/ 33 h 221"/>
                <a:gd name="T28" fmla="*/ 74 w 245"/>
                <a:gd name="T29" fmla="*/ 109 h 221"/>
                <a:gd name="T30" fmla="*/ 10 w 245"/>
                <a:gd name="T31" fmla="*/ 88 h 221"/>
                <a:gd name="T32" fmla="*/ 3 w 245"/>
                <a:gd name="T33" fmla="*/ 91 h 221"/>
                <a:gd name="T34" fmla="*/ 3 w 245"/>
                <a:gd name="T35" fmla="*/ 98 h 221"/>
                <a:gd name="T36" fmla="*/ 52 w 245"/>
                <a:gd name="T37" fmla="*/ 168 h 221"/>
                <a:gd name="T38" fmla="*/ 4 w 245"/>
                <a:gd name="T39" fmla="*/ 186 h 221"/>
                <a:gd name="T40" fmla="*/ 0 w 245"/>
                <a:gd name="T41" fmla="*/ 192 h 221"/>
                <a:gd name="T42" fmla="*/ 4 w 245"/>
                <a:gd name="T43" fmla="*/ 197 h 221"/>
                <a:gd name="T44" fmla="*/ 57 w 245"/>
                <a:gd name="T45" fmla="*/ 220 h 221"/>
                <a:gd name="T46" fmla="*/ 60 w 245"/>
                <a:gd name="T47" fmla="*/ 221 h 221"/>
                <a:gd name="T48" fmla="*/ 65 w 245"/>
                <a:gd name="T49" fmla="*/ 217 h 221"/>
                <a:gd name="T50" fmla="*/ 62 w 245"/>
                <a:gd name="T51" fmla="*/ 209 h 221"/>
                <a:gd name="T52" fmla="*/ 22 w 245"/>
                <a:gd name="T53" fmla="*/ 192 h 221"/>
                <a:gd name="T54" fmla="*/ 64 w 245"/>
                <a:gd name="T55" fmla="*/ 176 h 221"/>
                <a:gd name="T56" fmla="*/ 67 w 245"/>
                <a:gd name="T57" fmla="*/ 172 h 221"/>
                <a:gd name="T58" fmla="*/ 66 w 245"/>
                <a:gd name="T59" fmla="*/ 167 h 221"/>
                <a:gd name="T60" fmla="*/ 23 w 245"/>
                <a:gd name="T61" fmla="*/ 105 h 221"/>
                <a:gd name="T62" fmla="*/ 80 w 245"/>
                <a:gd name="T63" fmla="*/ 123 h 221"/>
                <a:gd name="T64" fmla="*/ 85 w 245"/>
                <a:gd name="T65" fmla="*/ 122 h 221"/>
                <a:gd name="T66" fmla="*/ 87 w 245"/>
                <a:gd name="T67" fmla="*/ 116 h 221"/>
                <a:gd name="T68" fmla="*/ 79 w 245"/>
                <a:gd name="T69" fmla="*/ 48 h 221"/>
                <a:gd name="T70" fmla="*/ 125 w 245"/>
                <a:gd name="T71" fmla="*/ 91 h 221"/>
                <a:gd name="T72" fmla="*/ 130 w 245"/>
                <a:gd name="T73" fmla="*/ 93 h 221"/>
                <a:gd name="T74" fmla="*/ 135 w 245"/>
                <a:gd name="T75" fmla="*/ 89 h 221"/>
                <a:gd name="T76" fmla="*/ 161 w 245"/>
                <a:gd name="T77" fmla="*/ 25 h 221"/>
                <a:gd name="T78" fmla="*/ 178 w 245"/>
                <a:gd name="T79" fmla="*/ 94 h 221"/>
                <a:gd name="T80" fmla="*/ 182 w 245"/>
                <a:gd name="T81" fmla="*/ 99 h 221"/>
                <a:gd name="T82" fmla="*/ 187 w 245"/>
                <a:gd name="T83" fmla="*/ 98 h 221"/>
                <a:gd name="T84" fmla="*/ 230 w 245"/>
                <a:gd name="T85" fmla="*/ 65 h 221"/>
                <a:gd name="T86" fmla="*/ 221 w 245"/>
                <a:gd name="T87" fmla="*/ 110 h 221"/>
                <a:gd name="T88" fmla="*/ 226 w 245"/>
                <a:gd name="T89" fmla="*/ 117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45" h="221">
                  <a:moveTo>
                    <a:pt x="226" y="117"/>
                  </a:moveTo>
                  <a:cubicBezTo>
                    <a:pt x="229" y="118"/>
                    <a:pt x="232" y="116"/>
                    <a:pt x="233" y="112"/>
                  </a:cubicBezTo>
                  <a:cubicBezTo>
                    <a:pt x="233" y="112"/>
                    <a:pt x="233" y="112"/>
                    <a:pt x="233" y="112"/>
                  </a:cubicBezTo>
                  <a:cubicBezTo>
                    <a:pt x="245" y="51"/>
                    <a:pt x="245" y="51"/>
                    <a:pt x="245" y="51"/>
                  </a:cubicBezTo>
                  <a:cubicBezTo>
                    <a:pt x="245" y="49"/>
                    <a:pt x="244" y="46"/>
                    <a:pt x="242" y="45"/>
                  </a:cubicBezTo>
                  <a:cubicBezTo>
                    <a:pt x="240" y="44"/>
                    <a:pt x="237" y="44"/>
                    <a:pt x="235" y="45"/>
                  </a:cubicBezTo>
                  <a:cubicBezTo>
                    <a:pt x="187" y="83"/>
                    <a:pt x="187" y="83"/>
                    <a:pt x="187" y="83"/>
                  </a:cubicBezTo>
                  <a:cubicBezTo>
                    <a:pt x="168" y="5"/>
                    <a:pt x="168" y="5"/>
                    <a:pt x="168" y="5"/>
                  </a:cubicBezTo>
                  <a:cubicBezTo>
                    <a:pt x="168" y="2"/>
                    <a:pt x="165" y="0"/>
                    <a:pt x="163" y="0"/>
                  </a:cubicBezTo>
                  <a:cubicBezTo>
                    <a:pt x="160" y="0"/>
                    <a:pt x="158" y="1"/>
                    <a:pt x="157" y="4"/>
                  </a:cubicBezTo>
                  <a:cubicBezTo>
                    <a:pt x="127" y="76"/>
                    <a:pt x="127" y="76"/>
                    <a:pt x="127" y="76"/>
                  </a:cubicBezTo>
                  <a:cubicBezTo>
                    <a:pt x="75" y="28"/>
                    <a:pt x="75" y="28"/>
                    <a:pt x="75" y="28"/>
                  </a:cubicBezTo>
                  <a:cubicBezTo>
                    <a:pt x="73" y="27"/>
                    <a:pt x="70" y="26"/>
                    <a:pt x="68" y="27"/>
                  </a:cubicBezTo>
                  <a:cubicBezTo>
                    <a:pt x="66" y="29"/>
                    <a:pt x="65" y="31"/>
                    <a:pt x="65" y="33"/>
                  </a:cubicBezTo>
                  <a:cubicBezTo>
                    <a:pt x="74" y="109"/>
                    <a:pt x="74" y="109"/>
                    <a:pt x="74" y="109"/>
                  </a:cubicBezTo>
                  <a:cubicBezTo>
                    <a:pt x="10" y="88"/>
                    <a:pt x="10" y="88"/>
                    <a:pt x="10" y="88"/>
                  </a:cubicBezTo>
                  <a:cubicBezTo>
                    <a:pt x="7" y="88"/>
                    <a:pt x="5" y="89"/>
                    <a:pt x="3" y="91"/>
                  </a:cubicBezTo>
                  <a:cubicBezTo>
                    <a:pt x="2" y="93"/>
                    <a:pt x="2" y="95"/>
                    <a:pt x="3" y="98"/>
                  </a:cubicBezTo>
                  <a:cubicBezTo>
                    <a:pt x="52" y="168"/>
                    <a:pt x="52" y="168"/>
                    <a:pt x="52" y="168"/>
                  </a:cubicBezTo>
                  <a:cubicBezTo>
                    <a:pt x="4" y="186"/>
                    <a:pt x="4" y="186"/>
                    <a:pt x="4" y="186"/>
                  </a:cubicBezTo>
                  <a:cubicBezTo>
                    <a:pt x="2" y="187"/>
                    <a:pt x="0" y="189"/>
                    <a:pt x="0" y="192"/>
                  </a:cubicBezTo>
                  <a:cubicBezTo>
                    <a:pt x="0" y="194"/>
                    <a:pt x="2" y="196"/>
                    <a:pt x="4" y="197"/>
                  </a:cubicBezTo>
                  <a:cubicBezTo>
                    <a:pt x="57" y="220"/>
                    <a:pt x="57" y="220"/>
                    <a:pt x="57" y="220"/>
                  </a:cubicBezTo>
                  <a:cubicBezTo>
                    <a:pt x="58" y="221"/>
                    <a:pt x="59" y="221"/>
                    <a:pt x="60" y="221"/>
                  </a:cubicBezTo>
                  <a:cubicBezTo>
                    <a:pt x="62" y="221"/>
                    <a:pt x="64" y="220"/>
                    <a:pt x="65" y="217"/>
                  </a:cubicBezTo>
                  <a:cubicBezTo>
                    <a:pt x="67" y="214"/>
                    <a:pt x="65" y="211"/>
                    <a:pt x="62" y="209"/>
                  </a:cubicBezTo>
                  <a:cubicBezTo>
                    <a:pt x="22" y="192"/>
                    <a:pt x="22" y="192"/>
                    <a:pt x="22" y="192"/>
                  </a:cubicBezTo>
                  <a:cubicBezTo>
                    <a:pt x="64" y="176"/>
                    <a:pt x="64" y="176"/>
                    <a:pt x="64" y="176"/>
                  </a:cubicBezTo>
                  <a:cubicBezTo>
                    <a:pt x="65" y="175"/>
                    <a:pt x="67" y="174"/>
                    <a:pt x="67" y="172"/>
                  </a:cubicBezTo>
                  <a:cubicBezTo>
                    <a:pt x="68" y="171"/>
                    <a:pt x="67" y="169"/>
                    <a:pt x="66" y="167"/>
                  </a:cubicBezTo>
                  <a:cubicBezTo>
                    <a:pt x="23" y="105"/>
                    <a:pt x="23" y="105"/>
                    <a:pt x="23" y="105"/>
                  </a:cubicBezTo>
                  <a:cubicBezTo>
                    <a:pt x="80" y="123"/>
                    <a:pt x="80" y="123"/>
                    <a:pt x="80" y="123"/>
                  </a:cubicBezTo>
                  <a:cubicBezTo>
                    <a:pt x="82" y="123"/>
                    <a:pt x="84" y="123"/>
                    <a:pt x="85" y="122"/>
                  </a:cubicBezTo>
                  <a:cubicBezTo>
                    <a:pt x="87" y="120"/>
                    <a:pt x="88" y="118"/>
                    <a:pt x="87" y="116"/>
                  </a:cubicBezTo>
                  <a:cubicBezTo>
                    <a:pt x="79" y="48"/>
                    <a:pt x="79" y="48"/>
                    <a:pt x="79" y="48"/>
                  </a:cubicBezTo>
                  <a:cubicBezTo>
                    <a:pt x="125" y="91"/>
                    <a:pt x="125" y="91"/>
                    <a:pt x="125" y="91"/>
                  </a:cubicBezTo>
                  <a:cubicBezTo>
                    <a:pt x="126" y="92"/>
                    <a:pt x="128" y="93"/>
                    <a:pt x="130" y="93"/>
                  </a:cubicBezTo>
                  <a:cubicBezTo>
                    <a:pt x="132" y="92"/>
                    <a:pt x="134" y="91"/>
                    <a:pt x="135" y="89"/>
                  </a:cubicBezTo>
                  <a:cubicBezTo>
                    <a:pt x="161" y="25"/>
                    <a:pt x="161" y="25"/>
                    <a:pt x="161" y="25"/>
                  </a:cubicBezTo>
                  <a:cubicBezTo>
                    <a:pt x="178" y="94"/>
                    <a:pt x="178" y="94"/>
                    <a:pt x="178" y="94"/>
                  </a:cubicBezTo>
                  <a:cubicBezTo>
                    <a:pt x="178" y="96"/>
                    <a:pt x="180" y="98"/>
                    <a:pt x="182" y="99"/>
                  </a:cubicBezTo>
                  <a:cubicBezTo>
                    <a:pt x="184" y="99"/>
                    <a:pt x="186" y="99"/>
                    <a:pt x="187" y="98"/>
                  </a:cubicBezTo>
                  <a:cubicBezTo>
                    <a:pt x="230" y="65"/>
                    <a:pt x="230" y="65"/>
                    <a:pt x="230" y="65"/>
                  </a:cubicBezTo>
                  <a:cubicBezTo>
                    <a:pt x="221" y="110"/>
                    <a:pt x="221" y="110"/>
                    <a:pt x="221" y="110"/>
                  </a:cubicBezTo>
                  <a:cubicBezTo>
                    <a:pt x="221" y="113"/>
                    <a:pt x="223" y="116"/>
                    <a:pt x="226" y="1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 name="Freeform 95"/>
            <p:cNvSpPr>
              <a:spLocks noEditPoints="1"/>
            </p:cNvSpPr>
            <p:nvPr/>
          </p:nvSpPr>
          <p:spPr bwMode="auto">
            <a:xfrm>
              <a:off x="5363319" y="3583705"/>
              <a:ext cx="987071" cy="1062698"/>
            </a:xfrm>
            <a:custGeom>
              <a:avLst/>
              <a:gdLst>
                <a:gd name="T0" fmla="*/ 722 w 885"/>
                <a:gd name="T1" fmla="*/ 466 h 953"/>
                <a:gd name="T2" fmla="*/ 724 w 885"/>
                <a:gd name="T3" fmla="*/ 306 h 953"/>
                <a:gd name="T4" fmla="*/ 770 w 885"/>
                <a:gd name="T5" fmla="*/ 118 h 953"/>
                <a:gd name="T6" fmla="*/ 534 w 885"/>
                <a:gd name="T7" fmla="*/ 32 h 953"/>
                <a:gd name="T8" fmla="*/ 487 w 885"/>
                <a:gd name="T9" fmla="*/ 126 h 953"/>
                <a:gd name="T10" fmla="*/ 454 w 885"/>
                <a:gd name="T11" fmla="*/ 144 h 953"/>
                <a:gd name="T12" fmla="*/ 321 w 885"/>
                <a:gd name="T13" fmla="*/ 52 h 953"/>
                <a:gd name="T14" fmla="*/ 211 w 885"/>
                <a:gd name="T15" fmla="*/ 212 h 953"/>
                <a:gd name="T16" fmla="*/ 185 w 885"/>
                <a:gd name="T17" fmla="*/ 303 h 953"/>
                <a:gd name="T18" fmla="*/ 41 w 885"/>
                <a:gd name="T19" fmla="*/ 244 h 953"/>
                <a:gd name="T20" fmla="*/ 64 w 885"/>
                <a:gd name="T21" fmla="*/ 393 h 953"/>
                <a:gd name="T22" fmla="*/ 112 w 885"/>
                <a:gd name="T23" fmla="*/ 534 h 953"/>
                <a:gd name="T24" fmla="*/ 213 w 885"/>
                <a:gd name="T25" fmla="*/ 512 h 953"/>
                <a:gd name="T26" fmla="*/ 390 w 885"/>
                <a:gd name="T27" fmla="*/ 559 h 953"/>
                <a:gd name="T28" fmla="*/ 442 w 885"/>
                <a:gd name="T29" fmla="*/ 654 h 953"/>
                <a:gd name="T30" fmla="*/ 680 w 885"/>
                <a:gd name="T31" fmla="*/ 676 h 953"/>
                <a:gd name="T32" fmla="*/ 878 w 885"/>
                <a:gd name="T33" fmla="*/ 937 h 953"/>
                <a:gd name="T34" fmla="*/ 875 w 885"/>
                <a:gd name="T35" fmla="*/ 785 h 953"/>
                <a:gd name="T36" fmla="*/ 760 w 885"/>
                <a:gd name="T37" fmla="*/ 523 h 953"/>
                <a:gd name="T38" fmla="*/ 839 w 885"/>
                <a:gd name="T39" fmla="*/ 797 h 953"/>
                <a:gd name="T40" fmla="*/ 642 w 885"/>
                <a:gd name="T41" fmla="*/ 646 h 953"/>
                <a:gd name="T42" fmla="*/ 476 w 885"/>
                <a:gd name="T43" fmla="*/ 645 h 953"/>
                <a:gd name="T44" fmla="*/ 328 w 885"/>
                <a:gd name="T45" fmla="*/ 494 h 953"/>
                <a:gd name="T46" fmla="*/ 169 w 885"/>
                <a:gd name="T47" fmla="*/ 527 h 953"/>
                <a:gd name="T48" fmla="*/ 108 w 885"/>
                <a:gd name="T49" fmla="*/ 468 h 953"/>
                <a:gd name="T50" fmla="*/ 95 w 885"/>
                <a:gd name="T51" fmla="*/ 385 h 953"/>
                <a:gd name="T52" fmla="*/ 34 w 885"/>
                <a:gd name="T53" fmla="*/ 283 h 953"/>
                <a:gd name="T54" fmla="*/ 58 w 885"/>
                <a:gd name="T55" fmla="*/ 260 h 953"/>
                <a:gd name="T56" fmla="*/ 259 w 885"/>
                <a:gd name="T57" fmla="*/ 300 h 953"/>
                <a:gd name="T58" fmla="*/ 206 w 885"/>
                <a:gd name="T59" fmla="*/ 118 h 953"/>
                <a:gd name="T60" fmla="*/ 269 w 885"/>
                <a:gd name="T61" fmla="*/ 58 h 953"/>
                <a:gd name="T62" fmla="*/ 457 w 885"/>
                <a:gd name="T63" fmla="*/ 163 h 953"/>
                <a:gd name="T64" fmla="*/ 584 w 885"/>
                <a:gd name="T65" fmla="*/ 18 h 953"/>
                <a:gd name="T66" fmla="*/ 739 w 885"/>
                <a:gd name="T67" fmla="*/ 123 h 953"/>
                <a:gd name="T68" fmla="*/ 694 w 885"/>
                <a:gd name="T69" fmla="*/ 327 h 953"/>
                <a:gd name="T70" fmla="*/ 689 w 885"/>
                <a:gd name="T71" fmla="*/ 469 h 953"/>
                <a:gd name="T72" fmla="*/ 819 w 885"/>
                <a:gd name="T73" fmla="*/ 665 h 953"/>
                <a:gd name="T74" fmla="*/ 846 w 885"/>
                <a:gd name="T75" fmla="*/ 814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85" h="953">
                  <a:moveTo>
                    <a:pt x="760" y="523"/>
                  </a:moveTo>
                  <a:cubicBezTo>
                    <a:pt x="745" y="505"/>
                    <a:pt x="732" y="487"/>
                    <a:pt x="722" y="466"/>
                  </a:cubicBezTo>
                  <a:cubicBezTo>
                    <a:pt x="709" y="438"/>
                    <a:pt x="709" y="410"/>
                    <a:pt x="714" y="381"/>
                  </a:cubicBezTo>
                  <a:cubicBezTo>
                    <a:pt x="719" y="355"/>
                    <a:pt x="726" y="332"/>
                    <a:pt x="724" y="306"/>
                  </a:cubicBezTo>
                  <a:cubicBezTo>
                    <a:pt x="722" y="278"/>
                    <a:pt x="711" y="250"/>
                    <a:pt x="717" y="222"/>
                  </a:cubicBezTo>
                  <a:cubicBezTo>
                    <a:pt x="725" y="184"/>
                    <a:pt x="757" y="155"/>
                    <a:pt x="770" y="118"/>
                  </a:cubicBezTo>
                  <a:cubicBezTo>
                    <a:pt x="796" y="40"/>
                    <a:pt x="679" y="2"/>
                    <a:pt x="622" y="1"/>
                  </a:cubicBezTo>
                  <a:cubicBezTo>
                    <a:pt x="591" y="0"/>
                    <a:pt x="557" y="9"/>
                    <a:pt x="534" y="32"/>
                  </a:cubicBezTo>
                  <a:cubicBezTo>
                    <a:pt x="522" y="43"/>
                    <a:pt x="516" y="61"/>
                    <a:pt x="510" y="76"/>
                  </a:cubicBezTo>
                  <a:cubicBezTo>
                    <a:pt x="503" y="93"/>
                    <a:pt x="496" y="110"/>
                    <a:pt x="487" y="126"/>
                  </a:cubicBezTo>
                  <a:cubicBezTo>
                    <a:pt x="483" y="133"/>
                    <a:pt x="478" y="140"/>
                    <a:pt x="471" y="145"/>
                  </a:cubicBezTo>
                  <a:cubicBezTo>
                    <a:pt x="466" y="150"/>
                    <a:pt x="460" y="147"/>
                    <a:pt x="454" y="144"/>
                  </a:cubicBezTo>
                  <a:cubicBezTo>
                    <a:pt x="434" y="136"/>
                    <a:pt x="421" y="117"/>
                    <a:pt x="406" y="103"/>
                  </a:cubicBezTo>
                  <a:cubicBezTo>
                    <a:pt x="382" y="81"/>
                    <a:pt x="351" y="64"/>
                    <a:pt x="321" y="52"/>
                  </a:cubicBezTo>
                  <a:cubicBezTo>
                    <a:pt x="268" y="32"/>
                    <a:pt x="177" y="40"/>
                    <a:pt x="175" y="114"/>
                  </a:cubicBezTo>
                  <a:cubicBezTo>
                    <a:pt x="174" y="150"/>
                    <a:pt x="195" y="182"/>
                    <a:pt x="211" y="212"/>
                  </a:cubicBezTo>
                  <a:cubicBezTo>
                    <a:pt x="224" y="236"/>
                    <a:pt x="249" y="275"/>
                    <a:pt x="230" y="303"/>
                  </a:cubicBezTo>
                  <a:cubicBezTo>
                    <a:pt x="217" y="318"/>
                    <a:pt x="201" y="310"/>
                    <a:pt x="185" y="303"/>
                  </a:cubicBezTo>
                  <a:cubicBezTo>
                    <a:pt x="166" y="294"/>
                    <a:pt x="149" y="282"/>
                    <a:pt x="132" y="271"/>
                  </a:cubicBezTo>
                  <a:cubicBezTo>
                    <a:pt x="105" y="254"/>
                    <a:pt x="74" y="237"/>
                    <a:pt x="41" y="244"/>
                  </a:cubicBezTo>
                  <a:cubicBezTo>
                    <a:pt x="13" y="250"/>
                    <a:pt x="0" y="269"/>
                    <a:pt x="4" y="298"/>
                  </a:cubicBezTo>
                  <a:cubicBezTo>
                    <a:pt x="11" y="337"/>
                    <a:pt x="44" y="361"/>
                    <a:pt x="64" y="393"/>
                  </a:cubicBezTo>
                  <a:cubicBezTo>
                    <a:pt x="80" y="418"/>
                    <a:pt x="77" y="442"/>
                    <a:pt x="77" y="470"/>
                  </a:cubicBezTo>
                  <a:cubicBezTo>
                    <a:pt x="76" y="497"/>
                    <a:pt x="91" y="518"/>
                    <a:pt x="112" y="534"/>
                  </a:cubicBezTo>
                  <a:cubicBezTo>
                    <a:pt x="127" y="545"/>
                    <a:pt x="148" y="547"/>
                    <a:pt x="166" y="542"/>
                  </a:cubicBezTo>
                  <a:cubicBezTo>
                    <a:pt x="186" y="536"/>
                    <a:pt x="197" y="525"/>
                    <a:pt x="213" y="512"/>
                  </a:cubicBezTo>
                  <a:cubicBezTo>
                    <a:pt x="246" y="485"/>
                    <a:pt x="309" y="506"/>
                    <a:pt x="342" y="522"/>
                  </a:cubicBezTo>
                  <a:cubicBezTo>
                    <a:pt x="360" y="531"/>
                    <a:pt x="377" y="544"/>
                    <a:pt x="390" y="559"/>
                  </a:cubicBezTo>
                  <a:cubicBezTo>
                    <a:pt x="404" y="575"/>
                    <a:pt x="410" y="596"/>
                    <a:pt x="416" y="615"/>
                  </a:cubicBezTo>
                  <a:cubicBezTo>
                    <a:pt x="421" y="631"/>
                    <a:pt x="427" y="646"/>
                    <a:pt x="442" y="654"/>
                  </a:cubicBezTo>
                  <a:cubicBezTo>
                    <a:pt x="463" y="665"/>
                    <a:pt x="490" y="662"/>
                    <a:pt x="513" y="659"/>
                  </a:cubicBezTo>
                  <a:cubicBezTo>
                    <a:pt x="568" y="654"/>
                    <a:pt x="628" y="654"/>
                    <a:pt x="680" y="676"/>
                  </a:cubicBezTo>
                  <a:cubicBezTo>
                    <a:pt x="788" y="721"/>
                    <a:pt x="828" y="838"/>
                    <a:pt x="847" y="944"/>
                  </a:cubicBezTo>
                  <a:cubicBezTo>
                    <a:pt x="849" y="953"/>
                    <a:pt x="876" y="944"/>
                    <a:pt x="878" y="937"/>
                  </a:cubicBezTo>
                  <a:cubicBezTo>
                    <a:pt x="885" y="917"/>
                    <a:pt x="881" y="892"/>
                    <a:pt x="881" y="871"/>
                  </a:cubicBezTo>
                  <a:cubicBezTo>
                    <a:pt x="881" y="842"/>
                    <a:pt x="878" y="814"/>
                    <a:pt x="875" y="785"/>
                  </a:cubicBezTo>
                  <a:cubicBezTo>
                    <a:pt x="870" y="733"/>
                    <a:pt x="861" y="678"/>
                    <a:pt x="840" y="629"/>
                  </a:cubicBezTo>
                  <a:cubicBezTo>
                    <a:pt x="822" y="588"/>
                    <a:pt x="789" y="556"/>
                    <a:pt x="760" y="523"/>
                  </a:cubicBezTo>
                  <a:close/>
                  <a:moveTo>
                    <a:pt x="846" y="814"/>
                  </a:moveTo>
                  <a:cubicBezTo>
                    <a:pt x="844" y="808"/>
                    <a:pt x="842" y="803"/>
                    <a:pt x="839" y="797"/>
                  </a:cubicBezTo>
                  <a:cubicBezTo>
                    <a:pt x="819" y="755"/>
                    <a:pt x="788" y="718"/>
                    <a:pt x="751" y="690"/>
                  </a:cubicBezTo>
                  <a:cubicBezTo>
                    <a:pt x="719" y="665"/>
                    <a:pt x="682" y="652"/>
                    <a:pt x="642" y="646"/>
                  </a:cubicBezTo>
                  <a:cubicBezTo>
                    <a:pt x="618" y="643"/>
                    <a:pt x="593" y="641"/>
                    <a:pt x="569" y="641"/>
                  </a:cubicBezTo>
                  <a:cubicBezTo>
                    <a:pt x="539" y="642"/>
                    <a:pt x="506" y="652"/>
                    <a:pt x="476" y="645"/>
                  </a:cubicBezTo>
                  <a:cubicBezTo>
                    <a:pt x="442" y="636"/>
                    <a:pt x="444" y="583"/>
                    <a:pt x="427" y="559"/>
                  </a:cubicBezTo>
                  <a:cubicBezTo>
                    <a:pt x="404" y="525"/>
                    <a:pt x="366" y="505"/>
                    <a:pt x="328" y="494"/>
                  </a:cubicBezTo>
                  <a:cubicBezTo>
                    <a:pt x="290" y="483"/>
                    <a:pt x="249" y="483"/>
                    <a:pt x="212" y="497"/>
                  </a:cubicBezTo>
                  <a:cubicBezTo>
                    <a:pt x="194" y="503"/>
                    <a:pt x="183" y="515"/>
                    <a:pt x="169" y="527"/>
                  </a:cubicBezTo>
                  <a:cubicBezTo>
                    <a:pt x="156" y="538"/>
                    <a:pt x="136" y="519"/>
                    <a:pt x="128" y="511"/>
                  </a:cubicBezTo>
                  <a:cubicBezTo>
                    <a:pt x="116" y="499"/>
                    <a:pt x="110" y="485"/>
                    <a:pt x="108" y="468"/>
                  </a:cubicBezTo>
                  <a:cubicBezTo>
                    <a:pt x="107" y="455"/>
                    <a:pt x="109" y="440"/>
                    <a:pt x="109" y="426"/>
                  </a:cubicBezTo>
                  <a:cubicBezTo>
                    <a:pt x="109" y="411"/>
                    <a:pt x="103" y="398"/>
                    <a:pt x="95" y="385"/>
                  </a:cubicBezTo>
                  <a:cubicBezTo>
                    <a:pt x="83" y="364"/>
                    <a:pt x="64" y="348"/>
                    <a:pt x="51" y="328"/>
                  </a:cubicBezTo>
                  <a:cubicBezTo>
                    <a:pt x="42" y="314"/>
                    <a:pt x="36" y="299"/>
                    <a:pt x="34" y="283"/>
                  </a:cubicBezTo>
                  <a:cubicBezTo>
                    <a:pt x="33" y="275"/>
                    <a:pt x="34" y="268"/>
                    <a:pt x="38" y="261"/>
                  </a:cubicBezTo>
                  <a:cubicBezTo>
                    <a:pt x="41" y="254"/>
                    <a:pt x="48" y="257"/>
                    <a:pt x="58" y="260"/>
                  </a:cubicBezTo>
                  <a:cubicBezTo>
                    <a:pt x="117" y="276"/>
                    <a:pt x="199" y="374"/>
                    <a:pt x="258" y="302"/>
                  </a:cubicBezTo>
                  <a:cubicBezTo>
                    <a:pt x="259" y="301"/>
                    <a:pt x="259" y="301"/>
                    <a:pt x="259" y="300"/>
                  </a:cubicBezTo>
                  <a:cubicBezTo>
                    <a:pt x="276" y="274"/>
                    <a:pt x="263" y="245"/>
                    <a:pt x="250" y="219"/>
                  </a:cubicBezTo>
                  <a:cubicBezTo>
                    <a:pt x="234" y="187"/>
                    <a:pt x="211" y="155"/>
                    <a:pt x="206" y="118"/>
                  </a:cubicBezTo>
                  <a:cubicBezTo>
                    <a:pt x="204" y="100"/>
                    <a:pt x="210" y="83"/>
                    <a:pt x="222" y="69"/>
                  </a:cubicBezTo>
                  <a:cubicBezTo>
                    <a:pt x="234" y="54"/>
                    <a:pt x="252" y="55"/>
                    <a:pt x="269" y="58"/>
                  </a:cubicBezTo>
                  <a:cubicBezTo>
                    <a:pt x="305" y="64"/>
                    <a:pt x="340" y="85"/>
                    <a:pt x="369" y="107"/>
                  </a:cubicBezTo>
                  <a:cubicBezTo>
                    <a:pt x="396" y="129"/>
                    <a:pt x="417" y="164"/>
                    <a:pt x="457" y="163"/>
                  </a:cubicBezTo>
                  <a:cubicBezTo>
                    <a:pt x="490" y="162"/>
                    <a:pt x="510" y="136"/>
                    <a:pt x="524" y="110"/>
                  </a:cubicBezTo>
                  <a:cubicBezTo>
                    <a:pt x="540" y="79"/>
                    <a:pt x="546" y="29"/>
                    <a:pt x="584" y="18"/>
                  </a:cubicBezTo>
                  <a:cubicBezTo>
                    <a:pt x="620" y="7"/>
                    <a:pt x="665" y="23"/>
                    <a:pt x="696" y="41"/>
                  </a:cubicBezTo>
                  <a:cubicBezTo>
                    <a:pt x="726" y="58"/>
                    <a:pt x="749" y="87"/>
                    <a:pt x="739" y="123"/>
                  </a:cubicBezTo>
                  <a:cubicBezTo>
                    <a:pt x="730" y="154"/>
                    <a:pt x="706" y="180"/>
                    <a:pt x="692" y="210"/>
                  </a:cubicBezTo>
                  <a:cubicBezTo>
                    <a:pt x="675" y="248"/>
                    <a:pt x="693" y="288"/>
                    <a:pt x="694" y="327"/>
                  </a:cubicBezTo>
                  <a:cubicBezTo>
                    <a:pt x="694" y="353"/>
                    <a:pt x="684" y="379"/>
                    <a:pt x="680" y="405"/>
                  </a:cubicBezTo>
                  <a:cubicBezTo>
                    <a:pt x="678" y="427"/>
                    <a:pt x="681" y="448"/>
                    <a:pt x="689" y="469"/>
                  </a:cubicBezTo>
                  <a:cubicBezTo>
                    <a:pt x="703" y="503"/>
                    <a:pt x="729" y="532"/>
                    <a:pt x="753" y="559"/>
                  </a:cubicBezTo>
                  <a:cubicBezTo>
                    <a:pt x="781" y="591"/>
                    <a:pt x="806" y="623"/>
                    <a:pt x="819" y="665"/>
                  </a:cubicBezTo>
                  <a:cubicBezTo>
                    <a:pt x="833" y="709"/>
                    <a:pt x="840" y="755"/>
                    <a:pt x="845" y="800"/>
                  </a:cubicBezTo>
                  <a:cubicBezTo>
                    <a:pt x="846" y="805"/>
                    <a:pt x="846" y="810"/>
                    <a:pt x="846" y="8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 name="Freeform 96"/>
            <p:cNvSpPr>
              <a:spLocks/>
            </p:cNvSpPr>
            <p:nvPr/>
          </p:nvSpPr>
          <p:spPr bwMode="auto">
            <a:xfrm>
              <a:off x="5643663" y="3757127"/>
              <a:ext cx="70412" cy="86059"/>
            </a:xfrm>
            <a:custGeom>
              <a:avLst/>
              <a:gdLst>
                <a:gd name="T0" fmla="*/ 10 w 64"/>
                <a:gd name="T1" fmla="*/ 8 h 77"/>
                <a:gd name="T2" fmla="*/ 12 w 64"/>
                <a:gd name="T3" fmla="*/ 52 h 77"/>
                <a:gd name="T4" fmla="*/ 53 w 64"/>
                <a:gd name="T5" fmla="*/ 69 h 77"/>
                <a:gd name="T6" fmla="*/ 51 w 64"/>
                <a:gd name="T7" fmla="*/ 25 h 77"/>
                <a:gd name="T8" fmla="*/ 10 w 64"/>
                <a:gd name="T9" fmla="*/ 8 h 77"/>
              </a:gdLst>
              <a:ahLst/>
              <a:cxnLst>
                <a:cxn ang="0">
                  <a:pos x="T0" y="T1"/>
                </a:cxn>
                <a:cxn ang="0">
                  <a:pos x="T2" y="T3"/>
                </a:cxn>
                <a:cxn ang="0">
                  <a:pos x="T4" y="T5"/>
                </a:cxn>
                <a:cxn ang="0">
                  <a:pos x="T6" y="T7"/>
                </a:cxn>
                <a:cxn ang="0">
                  <a:pos x="T8" y="T9"/>
                </a:cxn>
              </a:cxnLst>
              <a:rect l="0" t="0" r="r" b="b"/>
              <a:pathLst>
                <a:path w="64" h="77">
                  <a:moveTo>
                    <a:pt x="10" y="8"/>
                  </a:moveTo>
                  <a:cubicBezTo>
                    <a:pt x="0" y="15"/>
                    <a:pt x="0" y="35"/>
                    <a:pt x="12" y="52"/>
                  </a:cubicBezTo>
                  <a:cubicBezTo>
                    <a:pt x="24" y="69"/>
                    <a:pt x="42" y="77"/>
                    <a:pt x="53" y="69"/>
                  </a:cubicBezTo>
                  <a:cubicBezTo>
                    <a:pt x="64" y="61"/>
                    <a:pt x="63" y="42"/>
                    <a:pt x="51" y="25"/>
                  </a:cubicBezTo>
                  <a:cubicBezTo>
                    <a:pt x="40" y="8"/>
                    <a:pt x="21" y="0"/>
                    <a:pt x="1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 name="Freeform 97"/>
            <p:cNvSpPr>
              <a:spLocks/>
            </p:cNvSpPr>
            <p:nvPr/>
          </p:nvSpPr>
          <p:spPr bwMode="auto">
            <a:xfrm>
              <a:off x="5701035" y="3704970"/>
              <a:ext cx="71716" cy="86059"/>
            </a:xfrm>
            <a:custGeom>
              <a:avLst/>
              <a:gdLst>
                <a:gd name="T0" fmla="*/ 53 w 64"/>
                <a:gd name="T1" fmla="*/ 69 h 77"/>
                <a:gd name="T2" fmla="*/ 51 w 64"/>
                <a:gd name="T3" fmla="*/ 25 h 77"/>
                <a:gd name="T4" fmla="*/ 10 w 64"/>
                <a:gd name="T5" fmla="*/ 8 h 77"/>
                <a:gd name="T6" fmla="*/ 12 w 64"/>
                <a:gd name="T7" fmla="*/ 52 h 77"/>
                <a:gd name="T8" fmla="*/ 53 w 64"/>
                <a:gd name="T9" fmla="*/ 69 h 77"/>
              </a:gdLst>
              <a:ahLst/>
              <a:cxnLst>
                <a:cxn ang="0">
                  <a:pos x="T0" y="T1"/>
                </a:cxn>
                <a:cxn ang="0">
                  <a:pos x="T2" y="T3"/>
                </a:cxn>
                <a:cxn ang="0">
                  <a:pos x="T4" y="T5"/>
                </a:cxn>
                <a:cxn ang="0">
                  <a:pos x="T6" y="T7"/>
                </a:cxn>
                <a:cxn ang="0">
                  <a:pos x="T8" y="T9"/>
                </a:cxn>
              </a:cxnLst>
              <a:rect l="0" t="0" r="r" b="b"/>
              <a:pathLst>
                <a:path w="64" h="77">
                  <a:moveTo>
                    <a:pt x="53" y="69"/>
                  </a:moveTo>
                  <a:cubicBezTo>
                    <a:pt x="64" y="62"/>
                    <a:pt x="63" y="42"/>
                    <a:pt x="51" y="25"/>
                  </a:cubicBezTo>
                  <a:cubicBezTo>
                    <a:pt x="40" y="8"/>
                    <a:pt x="21" y="0"/>
                    <a:pt x="10" y="8"/>
                  </a:cubicBezTo>
                  <a:cubicBezTo>
                    <a:pt x="0" y="16"/>
                    <a:pt x="0" y="35"/>
                    <a:pt x="12" y="52"/>
                  </a:cubicBezTo>
                  <a:cubicBezTo>
                    <a:pt x="24" y="69"/>
                    <a:pt x="42" y="77"/>
                    <a:pt x="53"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 name="Freeform 98"/>
            <p:cNvSpPr>
              <a:spLocks/>
            </p:cNvSpPr>
            <p:nvPr/>
          </p:nvSpPr>
          <p:spPr bwMode="auto">
            <a:xfrm>
              <a:off x="5741457" y="3815803"/>
              <a:ext cx="87363" cy="108226"/>
            </a:xfrm>
            <a:custGeom>
              <a:avLst/>
              <a:gdLst>
                <a:gd name="T0" fmla="*/ 10 w 78"/>
                <a:gd name="T1" fmla="*/ 8 h 97"/>
                <a:gd name="T2" fmla="*/ 19 w 78"/>
                <a:gd name="T3" fmla="*/ 62 h 97"/>
                <a:gd name="T4" fmla="*/ 67 w 78"/>
                <a:gd name="T5" fmla="*/ 90 h 97"/>
                <a:gd name="T6" fmla="*/ 59 w 78"/>
                <a:gd name="T7" fmla="*/ 35 h 97"/>
                <a:gd name="T8" fmla="*/ 10 w 78"/>
                <a:gd name="T9" fmla="*/ 8 h 97"/>
              </a:gdLst>
              <a:ahLst/>
              <a:cxnLst>
                <a:cxn ang="0">
                  <a:pos x="T0" y="T1"/>
                </a:cxn>
                <a:cxn ang="0">
                  <a:pos x="T2" y="T3"/>
                </a:cxn>
                <a:cxn ang="0">
                  <a:pos x="T4" y="T5"/>
                </a:cxn>
                <a:cxn ang="0">
                  <a:pos x="T6" y="T7"/>
                </a:cxn>
                <a:cxn ang="0">
                  <a:pos x="T8" y="T9"/>
                </a:cxn>
              </a:cxnLst>
              <a:rect l="0" t="0" r="r" b="b"/>
              <a:pathLst>
                <a:path w="78" h="97">
                  <a:moveTo>
                    <a:pt x="10" y="8"/>
                  </a:moveTo>
                  <a:cubicBezTo>
                    <a:pt x="0" y="15"/>
                    <a:pt x="3" y="40"/>
                    <a:pt x="19" y="62"/>
                  </a:cubicBezTo>
                  <a:cubicBezTo>
                    <a:pt x="35" y="85"/>
                    <a:pt x="56" y="97"/>
                    <a:pt x="67" y="90"/>
                  </a:cubicBezTo>
                  <a:cubicBezTo>
                    <a:pt x="78" y="82"/>
                    <a:pt x="74" y="58"/>
                    <a:pt x="59" y="35"/>
                  </a:cubicBezTo>
                  <a:cubicBezTo>
                    <a:pt x="43" y="12"/>
                    <a:pt x="21" y="0"/>
                    <a:pt x="1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39" name="组合 338"/>
          <p:cNvGrpSpPr/>
          <p:nvPr/>
        </p:nvGrpSpPr>
        <p:grpSpPr>
          <a:xfrm>
            <a:off x="6479290" y="5045191"/>
            <a:ext cx="2306872" cy="1224801"/>
            <a:chOff x="495772" y="5055835"/>
            <a:chExt cx="2465720" cy="1309139"/>
          </a:xfrm>
          <a:solidFill>
            <a:schemeClr val="tx1">
              <a:lumMod val="65000"/>
              <a:lumOff val="35000"/>
            </a:schemeClr>
          </a:solidFill>
        </p:grpSpPr>
        <p:sp>
          <p:nvSpPr>
            <p:cNvPr id="340" name="Freeform 99"/>
            <p:cNvSpPr>
              <a:spLocks/>
            </p:cNvSpPr>
            <p:nvPr/>
          </p:nvSpPr>
          <p:spPr bwMode="auto">
            <a:xfrm>
              <a:off x="495772" y="5770385"/>
              <a:ext cx="372922" cy="594589"/>
            </a:xfrm>
            <a:custGeom>
              <a:avLst/>
              <a:gdLst>
                <a:gd name="T0" fmla="*/ 312 w 334"/>
                <a:gd name="T1" fmla="*/ 470 h 533"/>
                <a:gd name="T2" fmla="*/ 312 w 334"/>
                <a:gd name="T3" fmla="*/ 452 h 533"/>
                <a:gd name="T4" fmla="*/ 311 w 334"/>
                <a:gd name="T5" fmla="*/ 449 h 533"/>
                <a:gd name="T6" fmla="*/ 186 w 334"/>
                <a:gd name="T7" fmla="*/ 401 h 533"/>
                <a:gd name="T8" fmla="*/ 193 w 334"/>
                <a:gd name="T9" fmla="*/ 326 h 533"/>
                <a:gd name="T10" fmla="*/ 306 w 334"/>
                <a:gd name="T11" fmla="*/ 326 h 533"/>
                <a:gd name="T12" fmla="*/ 318 w 334"/>
                <a:gd name="T13" fmla="*/ 314 h 533"/>
                <a:gd name="T14" fmla="*/ 318 w 334"/>
                <a:gd name="T15" fmla="*/ 270 h 533"/>
                <a:gd name="T16" fmla="*/ 306 w 334"/>
                <a:gd name="T17" fmla="*/ 258 h 533"/>
                <a:gd name="T18" fmla="*/ 165 w 334"/>
                <a:gd name="T19" fmla="*/ 268 h 533"/>
                <a:gd name="T20" fmla="*/ 73 w 334"/>
                <a:gd name="T21" fmla="*/ 263 h 533"/>
                <a:gd name="T22" fmla="*/ 64 w 334"/>
                <a:gd name="T23" fmla="*/ 209 h 533"/>
                <a:gd name="T24" fmla="*/ 87 w 334"/>
                <a:gd name="T25" fmla="*/ 12 h 533"/>
                <a:gd name="T26" fmla="*/ 75 w 334"/>
                <a:gd name="T27" fmla="*/ 0 h 533"/>
                <a:gd name="T28" fmla="*/ 22 w 334"/>
                <a:gd name="T29" fmla="*/ 0 h 533"/>
                <a:gd name="T30" fmla="*/ 10 w 334"/>
                <a:gd name="T31" fmla="*/ 12 h 533"/>
                <a:gd name="T32" fmla="*/ 10 w 334"/>
                <a:gd name="T33" fmla="*/ 314 h 533"/>
                <a:gd name="T34" fmla="*/ 22 w 334"/>
                <a:gd name="T35" fmla="*/ 326 h 533"/>
                <a:gd name="T36" fmla="*/ 47 w 334"/>
                <a:gd name="T37" fmla="*/ 326 h 533"/>
                <a:gd name="T38" fmla="*/ 75 w 334"/>
                <a:gd name="T39" fmla="*/ 326 h 533"/>
                <a:gd name="T40" fmla="*/ 142 w 334"/>
                <a:gd name="T41" fmla="*/ 326 h 533"/>
                <a:gd name="T42" fmla="*/ 148 w 334"/>
                <a:gd name="T43" fmla="*/ 401 h 533"/>
                <a:gd name="T44" fmla="*/ 24 w 334"/>
                <a:gd name="T45" fmla="*/ 449 h 533"/>
                <a:gd name="T46" fmla="*/ 23 w 334"/>
                <a:gd name="T47" fmla="*/ 452 h 533"/>
                <a:gd name="T48" fmla="*/ 23 w 334"/>
                <a:gd name="T49" fmla="*/ 470 h 533"/>
                <a:gd name="T50" fmla="*/ 0 w 334"/>
                <a:gd name="T51" fmla="*/ 501 h 533"/>
                <a:gd name="T52" fmla="*/ 33 w 334"/>
                <a:gd name="T53" fmla="*/ 533 h 533"/>
                <a:gd name="T54" fmla="*/ 65 w 334"/>
                <a:gd name="T55" fmla="*/ 501 h 533"/>
                <a:gd name="T56" fmla="*/ 47 w 334"/>
                <a:gd name="T57" fmla="*/ 471 h 533"/>
                <a:gd name="T58" fmla="*/ 47 w 334"/>
                <a:gd name="T59" fmla="*/ 459 h 533"/>
                <a:gd name="T60" fmla="*/ 151 w 334"/>
                <a:gd name="T61" fmla="*/ 425 h 533"/>
                <a:gd name="T62" fmla="*/ 154 w 334"/>
                <a:gd name="T63" fmla="*/ 470 h 533"/>
                <a:gd name="T64" fmla="*/ 133 w 334"/>
                <a:gd name="T65" fmla="*/ 501 h 533"/>
                <a:gd name="T66" fmla="*/ 165 w 334"/>
                <a:gd name="T67" fmla="*/ 533 h 533"/>
                <a:gd name="T68" fmla="*/ 198 w 334"/>
                <a:gd name="T69" fmla="*/ 501 h 533"/>
                <a:gd name="T70" fmla="*/ 180 w 334"/>
                <a:gd name="T71" fmla="*/ 472 h 533"/>
                <a:gd name="T72" fmla="*/ 184 w 334"/>
                <a:gd name="T73" fmla="*/ 425 h 533"/>
                <a:gd name="T74" fmla="*/ 269 w 334"/>
                <a:gd name="T75" fmla="*/ 444 h 533"/>
                <a:gd name="T76" fmla="*/ 286 w 334"/>
                <a:gd name="T77" fmla="*/ 457 h 533"/>
                <a:gd name="T78" fmla="*/ 288 w 334"/>
                <a:gd name="T79" fmla="*/ 459 h 533"/>
                <a:gd name="T80" fmla="*/ 288 w 334"/>
                <a:gd name="T81" fmla="*/ 471 h 533"/>
                <a:gd name="T82" fmla="*/ 269 w 334"/>
                <a:gd name="T83" fmla="*/ 501 h 533"/>
                <a:gd name="T84" fmla="*/ 301 w 334"/>
                <a:gd name="T85" fmla="*/ 533 h 533"/>
                <a:gd name="T86" fmla="*/ 334 w 334"/>
                <a:gd name="T87" fmla="*/ 501 h 533"/>
                <a:gd name="T88" fmla="*/ 312 w 334"/>
                <a:gd name="T89" fmla="*/ 470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34" h="533">
                  <a:moveTo>
                    <a:pt x="312" y="470"/>
                  </a:moveTo>
                  <a:cubicBezTo>
                    <a:pt x="312" y="452"/>
                    <a:pt x="312" y="452"/>
                    <a:pt x="312" y="452"/>
                  </a:cubicBezTo>
                  <a:cubicBezTo>
                    <a:pt x="311" y="449"/>
                    <a:pt x="311" y="449"/>
                    <a:pt x="311" y="449"/>
                  </a:cubicBezTo>
                  <a:cubicBezTo>
                    <a:pt x="309" y="446"/>
                    <a:pt x="282" y="406"/>
                    <a:pt x="186" y="401"/>
                  </a:cubicBezTo>
                  <a:cubicBezTo>
                    <a:pt x="193" y="326"/>
                    <a:pt x="193" y="326"/>
                    <a:pt x="193" y="326"/>
                  </a:cubicBezTo>
                  <a:cubicBezTo>
                    <a:pt x="306" y="326"/>
                    <a:pt x="306" y="326"/>
                    <a:pt x="306" y="326"/>
                  </a:cubicBezTo>
                  <a:cubicBezTo>
                    <a:pt x="313" y="326"/>
                    <a:pt x="318" y="321"/>
                    <a:pt x="318" y="314"/>
                  </a:cubicBezTo>
                  <a:cubicBezTo>
                    <a:pt x="318" y="270"/>
                    <a:pt x="318" y="270"/>
                    <a:pt x="318" y="270"/>
                  </a:cubicBezTo>
                  <a:cubicBezTo>
                    <a:pt x="318" y="263"/>
                    <a:pt x="313" y="258"/>
                    <a:pt x="306" y="258"/>
                  </a:cubicBezTo>
                  <a:cubicBezTo>
                    <a:pt x="306" y="258"/>
                    <a:pt x="258" y="268"/>
                    <a:pt x="165" y="268"/>
                  </a:cubicBezTo>
                  <a:cubicBezTo>
                    <a:pt x="120" y="268"/>
                    <a:pt x="91" y="266"/>
                    <a:pt x="73" y="263"/>
                  </a:cubicBezTo>
                  <a:cubicBezTo>
                    <a:pt x="69" y="247"/>
                    <a:pt x="66" y="228"/>
                    <a:pt x="64" y="209"/>
                  </a:cubicBezTo>
                  <a:cubicBezTo>
                    <a:pt x="59" y="157"/>
                    <a:pt x="87" y="12"/>
                    <a:pt x="87" y="12"/>
                  </a:cubicBezTo>
                  <a:cubicBezTo>
                    <a:pt x="87" y="6"/>
                    <a:pt x="82" y="0"/>
                    <a:pt x="75" y="0"/>
                  </a:cubicBezTo>
                  <a:cubicBezTo>
                    <a:pt x="22" y="0"/>
                    <a:pt x="22" y="0"/>
                    <a:pt x="22" y="0"/>
                  </a:cubicBezTo>
                  <a:cubicBezTo>
                    <a:pt x="16" y="0"/>
                    <a:pt x="10" y="6"/>
                    <a:pt x="10" y="12"/>
                  </a:cubicBezTo>
                  <a:cubicBezTo>
                    <a:pt x="10" y="314"/>
                    <a:pt x="10" y="314"/>
                    <a:pt x="10" y="314"/>
                  </a:cubicBezTo>
                  <a:cubicBezTo>
                    <a:pt x="10" y="321"/>
                    <a:pt x="16" y="326"/>
                    <a:pt x="22" y="326"/>
                  </a:cubicBezTo>
                  <a:cubicBezTo>
                    <a:pt x="47" y="326"/>
                    <a:pt x="47" y="326"/>
                    <a:pt x="47" y="326"/>
                  </a:cubicBezTo>
                  <a:cubicBezTo>
                    <a:pt x="75" y="326"/>
                    <a:pt x="75" y="326"/>
                    <a:pt x="75" y="326"/>
                  </a:cubicBezTo>
                  <a:cubicBezTo>
                    <a:pt x="142" y="326"/>
                    <a:pt x="142" y="326"/>
                    <a:pt x="142" y="326"/>
                  </a:cubicBezTo>
                  <a:cubicBezTo>
                    <a:pt x="148" y="401"/>
                    <a:pt x="148" y="401"/>
                    <a:pt x="148" y="401"/>
                  </a:cubicBezTo>
                  <a:cubicBezTo>
                    <a:pt x="53" y="406"/>
                    <a:pt x="26" y="446"/>
                    <a:pt x="24" y="449"/>
                  </a:cubicBezTo>
                  <a:cubicBezTo>
                    <a:pt x="23" y="452"/>
                    <a:pt x="23" y="452"/>
                    <a:pt x="23" y="452"/>
                  </a:cubicBezTo>
                  <a:cubicBezTo>
                    <a:pt x="23" y="470"/>
                    <a:pt x="23" y="470"/>
                    <a:pt x="23" y="470"/>
                  </a:cubicBezTo>
                  <a:cubicBezTo>
                    <a:pt x="10" y="474"/>
                    <a:pt x="0" y="486"/>
                    <a:pt x="0" y="501"/>
                  </a:cubicBezTo>
                  <a:cubicBezTo>
                    <a:pt x="0" y="518"/>
                    <a:pt x="15" y="533"/>
                    <a:pt x="33" y="533"/>
                  </a:cubicBezTo>
                  <a:cubicBezTo>
                    <a:pt x="50" y="533"/>
                    <a:pt x="65" y="518"/>
                    <a:pt x="65" y="501"/>
                  </a:cubicBezTo>
                  <a:cubicBezTo>
                    <a:pt x="65" y="488"/>
                    <a:pt x="57" y="477"/>
                    <a:pt x="47" y="471"/>
                  </a:cubicBezTo>
                  <a:cubicBezTo>
                    <a:pt x="47" y="459"/>
                    <a:pt x="47" y="459"/>
                    <a:pt x="47" y="459"/>
                  </a:cubicBezTo>
                  <a:cubicBezTo>
                    <a:pt x="53" y="452"/>
                    <a:pt x="78" y="429"/>
                    <a:pt x="151" y="425"/>
                  </a:cubicBezTo>
                  <a:cubicBezTo>
                    <a:pt x="154" y="470"/>
                    <a:pt x="154" y="470"/>
                    <a:pt x="154" y="470"/>
                  </a:cubicBezTo>
                  <a:cubicBezTo>
                    <a:pt x="142" y="474"/>
                    <a:pt x="133" y="486"/>
                    <a:pt x="133" y="501"/>
                  </a:cubicBezTo>
                  <a:cubicBezTo>
                    <a:pt x="133" y="518"/>
                    <a:pt x="147" y="533"/>
                    <a:pt x="165" y="533"/>
                  </a:cubicBezTo>
                  <a:cubicBezTo>
                    <a:pt x="183" y="533"/>
                    <a:pt x="198" y="518"/>
                    <a:pt x="198" y="501"/>
                  </a:cubicBezTo>
                  <a:cubicBezTo>
                    <a:pt x="198" y="488"/>
                    <a:pt x="191" y="477"/>
                    <a:pt x="180" y="472"/>
                  </a:cubicBezTo>
                  <a:cubicBezTo>
                    <a:pt x="184" y="425"/>
                    <a:pt x="184" y="425"/>
                    <a:pt x="184" y="425"/>
                  </a:cubicBezTo>
                  <a:cubicBezTo>
                    <a:pt x="227" y="427"/>
                    <a:pt x="253" y="436"/>
                    <a:pt x="269" y="444"/>
                  </a:cubicBezTo>
                  <a:cubicBezTo>
                    <a:pt x="277" y="449"/>
                    <a:pt x="283" y="454"/>
                    <a:pt x="286" y="457"/>
                  </a:cubicBezTo>
                  <a:cubicBezTo>
                    <a:pt x="287" y="458"/>
                    <a:pt x="288" y="458"/>
                    <a:pt x="288" y="459"/>
                  </a:cubicBezTo>
                  <a:cubicBezTo>
                    <a:pt x="288" y="471"/>
                    <a:pt x="288" y="471"/>
                    <a:pt x="288" y="471"/>
                  </a:cubicBezTo>
                  <a:cubicBezTo>
                    <a:pt x="277" y="476"/>
                    <a:pt x="269" y="487"/>
                    <a:pt x="269" y="501"/>
                  </a:cubicBezTo>
                  <a:cubicBezTo>
                    <a:pt x="269" y="518"/>
                    <a:pt x="283" y="533"/>
                    <a:pt x="301" y="533"/>
                  </a:cubicBezTo>
                  <a:cubicBezTo>
                    <a:pt x="319" y="533"/>
                    <a:pt x="334" y="518"/>
                    <a:pt x="334" y="501"/>
                  </a:cubicBezTo>
                  <a:cubicBezTo>
                    <a:pt x="334" y="487"/>
                    <a:pt x="325" y="475"/>
                    <a:pt x="312" y="4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 name="Freeform 100"/>
            <p:cNvSpPr>
              <a:spLocks/>
            </p:cNvSpPr>
            <p:nvPr/>
          </p:nvSpPr>
          <p:spPr bwMode="auto">
            <a:xfrm>
              <a:off x="884341" y="5471786"/>
              <a:ext cx="241226" cy="886668"/>
            </a:xfrm>
            <a:custGeom>
              <a:avLst/>
              <a:gdLst>
                <a:gd name="T0" fmla="*/ 172 w 217"/>
                <a:gd name="T1" fmla="*/ 227 h 795"/>
                <a:gd name="T2" fmla="*/ 141 w 217"/>
                <a:gd name="T3" fmla="*/ 187 h 795"/>
                <a:gd name="T4" fmla="*/ 105 w 217"/>
                <a:gd name="T5" fmla="*/ 88 h 795"/>
                <a:gd name="T6" fmla="*/ 105 w 217"/>
                <a:gd name="T7" fmla="*/ 88 h 795"/>
                <a:gd name="T8" fmla="*/ 105 w 217"/>
                <a:gd name="T9" fmla="*/ 88 h 795"/>
                <a:gd name="T10" fmla="*/ 141 w 217"/>
                <a:gd name="T11" fmla="*/ 44 h 795"/>
                <a:gd name="T12" fmla="*/ 145 w 217"/>
                <a:gd name="T13" fmla="*/ 44 h 795"/>
                <a:gd name="T14" fmla="*/ 184 w 217"/>
                <a:gd name="T15" fmla="*/ 79 h 795"/>
                <a:gd name="T16" fmla="*/ 185 w 217"/>
                <a:gd name="T17" fmla="*/ 81 h 795"/>
                <a:gd name="T18" fmla="*/ 186 w 217"/>
                <a:gd name="T19" fmla="*/ 89 h 795"/>
                <a:gd name="T20" fmla="*/ 196 w 217"/>
                <a:gd name="T21" fmla="*/ 119 h 795"/>
                <a:gd name="T22" fmla="*/ 204 w 217"/>
                <a:gd name="T23" fmla="*/ 135 h 795"/>
                <a:gd name="T24" fmla="*/ 178 w 217"/>
                <a:gd name="T25" fmla="*/ 27 h 795"/>
                <a:gd name="T26" fmla="*/ 55 w 217"/>
                <a:gd name="T27" fmla="*/ 78 h 795"/>
                <a:gd name="T28" fmla="*/ 1 w 217"/>
                <a:gd name="T29" fmla="*/ 312 h 795"/>
                <a:gd name="T30" fmla="*/ 73 w 217"/>
                <a:gd name="T31" fmla="*/ 412 h 795"/>
                <a:gd name="T32" fmla="*/ 85 w 217"/>
                <a:gd name="T33" fmla="*/ 551 h 795"/>
                <a:gd name="T34" fmla="*/ 58 w 217"/>
                <a:gd name="T35" fmla="*/ 728 h 795"/>
                <a:gd name="T36" fmla="*/ 88 w 217"/>
                <a:gd name="T37" fmla="*/ 792 h 795"/>
                <a:gd name="T38" fmla="*/ 105 w 217"/>
                <a:gd name="T39" fmla="*/ 795 h 795"/>
                <a:gd name="T40" fmla="*/ 152 w 217"/>
                <a:gd name="T41" fmla="*/ 762 h 795"/>
                <a:gd name="T42" fmla="*/ 185 w 217"/>
                <a:gd name="T43" fmla="*/ 551 h 795"/>
                <a:gd name="T44" fmla="*/ 158 w 217"/>
                <a:gd name="T45" fmla="*/ 335 h 795"/>
                <a:gd name="T46" fmla="*/ 158 w 217"/>
                <a:gd name="T47" fmla="*/ 334 h 795"/>
                <a:gd name="T48" fmla="*/ 161 w 217"/>
                <a:gd name="T49" fmla="*/ 314 h 795"/>
                <a:gd name="T50" fmla="*/ 172 w 217"/>
                <a:gd name="T51" fmla="*/ 227 h 7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17" h="795">
                  <a:moveTo>
                    <a:pt x="172" y="227"/>
                  </a:moveTo>
                  <a:cubicBezTo>
                    <a:pt x="160" y="215"/>
                    <a:pt x="150" y="201"/>
                    <a:pt x="141" y="187"/>
                  </a:cubicBezTo>
                  <a:cubicBezTo>
                    <a:pt x="113" y="141"/>
                    <a:pt x="106" y="100"/>
                    <a:pt x="105" y="88"/>
                  </a:cubicBezTo>
                  <a:cubicBezTo>
                    <a:pt x="105" y="88"/>
                    <a:pt x="105" y="88"/>
                    <a:pt x="105" y="88"/>
                  </a:cubicBezTo>
                  <a:cubicBezTo>
                    <a:pt x="105" y="88"/>
                    <a:pt x="105" y="88"/>
                    <a:pt x="105" y="88"/>
                  </a:cubicBezTo>
                  <a:cubicBezTo>
                    <a:pt x="103" y="66"/>
                    <a:pt x="119" y="46"/>
                    <a:pt x="141" y="44"/>
                  </a:cubicBezTo>
                  <a:cubicBezTo>
                    <a:pt x="142" y="44"/>
                    <a:pt x="143" y="44"/>
                    <a:pt x="145" y="44"/>
                  </a:cubicBezTo>
                  <a:cubicBezTo>
                    <a:pt x="165" y="44"/>
                    <a:pt x="182" y="59"/>
                    <a:pt x="184" y="79"/>
                  </a:cubicBezTo>
                  <a:cubicBezTo>
                    <a:pt x="184" y="80"/>
                    <a:pt x="185" y="80"/>
                    <a:pt x="185" y="81"/>
                  </a:cubicBezTo>
                  <a:cubicBezTo>
                    <a:pt x="185" y="84"/>
                    <a:pt x="186" y="87"/>
                    <a:pt x="186" y="89"/>
                  </a:cubicBezTo>
                  <a:cubicBezTo>
                    <a:pt x="188" y="96"/>
                    <a:pt x="191" y="107"/>
                    <a:pt x="196" y="119"/>
                  </a:cubicBezTo>
                  <a:cubicBezTo>
                    <a:pt x="198" y="125"/>
                    <a:pt x="201" y="130"/>
                    <a:pt x="204" y="135"/>
                  </a:cubicBezTo>
                  <a:cubicBezTo>
                    <a:pt x="217" y="97"/>
                    <a:pt x="209" y="52"/>
                    <a:pt x="178" y="27"/>
                  </a:cubicBezTo>
                  <a:cubicBezTo>
                    <a:pt x="143" y="0"/>
                    <a:pt x="82" y="19"/>
                    <a:pt x="55" y="78"/>
                  </a:cubicBezTo>
                  <a:cubicBezTo>
                    <a:pt x="21" y="151"/>
                    <a:pt x="2" y="231"/>
                    <a:pt x="1" y="312"/>
                  </a:cubicBezTo>
                  <a:cubicBezTo>
                    <a:pt x="0" y="368"/>
                    <a:pt x="35" y="409"/>
                    <a:pt x="73" y="412"/>
                  </a:cubicBezTo>
                  <a:cubicBezTo>
                    <a:pt x="79" y="447"/>
                    <a:pt x="85" y="497"/>
                    <a:pt x="85" y="551"/>
                  </a:cubicBezTo>
                  <a:cubicBezTo>
                    <a:pt x="85" y="609"/>
                    <a:pt x="78" y="672"/>
                    <a:pt x="58" y="728"/>
                  </a:cubicBezTo>
                  <a:cubicBezTo>
                    <a:pt x="49" y="754"/>
                    <a:pt x="62" y="783"/>
                    <a:pt x="88" y="792"/>
                  </a:cubicBezTo>
                  <a:cubicBezTo>
                    <a:pt x="94" y="794"/>
                    <a:pt x="99" y="795"/>
                    <a:pt x="105" y="795"/>
                  </a:cubicBezTo>
                  <a:cubicBezTo>
                    <a:pt x="125" y="795"/>
                    <a:pt x="145" y="782"/>
                    <a:pt x="152" y="762"/>
                  </a:cubicBezTo>
                  <a:cubicBezTo>
                    <a:pt x="177" y="690"/>
                    <a:pt x="185" y="617"/>
                    <a:pt x="185" y="551"/>
                  </a:cubicBezTo>
                  <a:cubicBezTo>
                    <a:pt x="185" y="431"/>
                    <a:pt x="159" y="337"/>
                    <a:pt x="158" y="335"/>
                  </a:cubicBezTo>
                  <a:cubicBezTo>
                    <a:pt x="158" y="334"/>
                    <a:pt x="158" y="334"/>
                    <a:pt x="158" y="334"/>
                  </a:cubicBezTo>
                  <a:cubicBezTo>
                    <a:pt x="160" y="328"/>
                    <a:pt x="160" y="321"/>
                    <a:pt x="161" y="314"/>
                  </a:cubicBezTo>
                  <a:cubicBezTo>
                    <a:pt x="161" y="285"/>
                    <a:pt x="165" y="256"/>
                    <a:pt x="172" y="2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 name="Freeform 101"/>
            <p:cNvSpPr>
              <a:spLocks/>
            </p:cNvSpPr>
            <p:nvPr/>
          </p:nvSpPr>
          <p:spPr bwMode="auto">
            <a:xfrm>
              <a:off x="1025165" y="5287933"/>
              <a:ext cx="220364" cy="220363"/>
            </a:xfrm>
            <a:custGeom>
              <a:avLst/>
              <a:gdLst>
                <a:gd name="T0" fmla="*/ 78 w 198"/>
                <a:gd name="T1" fmla="*/ 187 h 198"/>
                <a:gd name="T2" fmla="*/ 186 w 198"/>
                <a:gd name="T3" fmla="*/ 120 h 198"/>
                <a:gd name="T4" fmla="*/ 119 w 198"/>
                <a:gd name="T5" fmla="*/ 12 h 198"/>
                <a:gd name="T6" fmla="*/ 11 w 198"/>
                <a:gd name="T7" fmla="*/ 79 h 198"/>
                <a:gd name="T8" fmla="*/ 78 w 198"/>
                <a:gd name="T9" fmla="*/ 187 h 198"/>
              </a:gdLst>
              <a:ahLst/>
              <a:cxnLst>
                <a:cxn ang="0">
                  <a:pos x="T0" y="T1"/>
                </a:cxn>
                <a:cxn ang="0">
                  <a:pos x="T2" y="T3"/>
                </a:cxn>
                <a:cxn ang="0">
                  <a:pos x="T4" y="T5"/>
                </a:cxn>
                <a:cxn ang="0">
                  <a:pos x="T6" y="T7"/>
                </a:cxn>
                <a:cxn ang="0">
                  <a:pos x="T8" y="T9"/>
                </a:cxn>
              </a:cxnLst>
              <a:rect l="0" t="0" r="r" b="b"/>
              <a:pathLst>
                <a:path w="198" h="198">
                  <a:moveTo>
                    <a:pt x="78" y="187"/>
                  </a:moveTo>
                  <a:cubicBezTo>
                    <a:pt x="127" y="198"/>
                    <a:pt x="175" y="168"/>
                    <a:pt x="186" y="120"/>
                  </a:cubicBezTo>
                  <a:cubicBezTo>
                    <a:pt x="198" y="71"/>
                    <a:pt x="167" y="23"/>
                    <a:pt x="119" y="12"/>
                  </a:cubicBezTo>
                  <a:cubicBezTo>
                    <a:pt x="71" y="0"/>
                    <a:pt x="22" y="31"/>
                    <a:pt x="11" y="79"/>
                  </a:cubicBezTo>
                  <a:cubicBezTo>
                    <a:pt x="0" y="127"/>
                    <a:pt x="30" y="176"/>
                    <a:pt x="78" y="1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 name="Freeform 102"/>
            <p:cNvSpPr>
              <a:spLocks/>
            </p:cNvSpPr>
            <p:nvPr/>
          </p:nvSpPr>
          <p:spPr bwMode="auto">
            <a:xfrm>
              <a:off x="1008214" y="5527855"/>
              <a:ext cx="293383" cy="282952"/>
            </a:xfrm>
            <a:custGeom>
              <a:avLst/>
              <a:gdLst>
                <a:gd name="T0" fmla="*/ 67 w 263"/>
                <a:gd name="T1" fmla="*/ 41 h 254"/>
                <a:gd name="T2" fmla="*/ 66 w 263"/>
                <a:gd name="T3" fmla="*/ 32 h 254"/>
                <a:gd name="T4" fmla="*/ 65 w 263"/>
                <a:gd name="T5" fmla="*/ 31 h 254"/>
                <a:gd name="T6" fmla="*/ 65 w 263"/>
                <a:gd name="T7" fmla="*/ 30 h 254"/>
                <a:gd name="T8" fmla="*/ 65 w 263"/>
                <a:gd name="T9" fmla="*/ 30 h 254"/>
                <a:gd name="T10" fmla="*/ 30 w 263"/>
                <a:gd name="T11" fmla="*/ 2 h 254"/>
                <a:gd name="T12" fmla="*/ 2 w 263"/>
                <a:gd name="T13" fmla="*/ 37 h 254"/>
                <a:gd name="T14" fmla="*/ 2 w 263"/>
                <a:gd name="T15" fmla="*/ 37 h 254"/>
                <a:gd name="T16" fmla="*/ 37 w 263"/>
                <a:gd name="T17" fmla="*/ 132 h 254"/>
                <a:gd name="T18" fmla="*/ 104 w 263"/>
                <a:gd name="T19" fmla="*/ 205 h 254"/>
                <a:gd name="T20" fmla="*/ 223 w 263"/>
                <a:gd name="T21" fmla="*/ 253 h 254"/>
                <a:gd name="T22" fmla="*/ 228 w 263"/>
                <a:gd name="T23" fmla="*/ 254 h 254"/>
                <a:gd name="T24" fmla="*/ 260 w 263"/>
                <a:gd name="T25" fmla="*/ 227 h 254"/>
                <a:gd name="T26" fmla="*/ 234 w 263"/>
                <a:gd name="T27" fmla="*/ 190 h 254"/>
                <a:gd name="T28" fmla="*/ 141 w 263"/>
                <a:gd name="T29" fmla="*/ 153 h 254"/>
                <a:gd name="T30" fmla="*/ 78 w 263"/>
                <a:gd name="T31" fmla="*/ 72 h 254"/>
                <a:gd name="T32" fmla="*/ 67 w 263"/>
                <a:gd name="T33" fmla="*/ 41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3" h="254">
                  <a:moveTo>
                    <a:pt x="67" y="41"/>
                  </a:moveTo>
                  <a:cubicBezTo>
                    <a:pt x="67" y="37"/>
                    <a:pt x="66" y="34"/>
                    <a:pt x="66" y="32"/>
                  </a:cubicBezTo>
                  <a:cubicBezTo>
                    <a:pt x="66" y="32"/>
                    <a:pt x="66" y="31"/>
                    <a:pt x="65" y="31"/>
                  </a:cubicBezTo>
                  <a:cubicBezTo>
                    <a:pt x="65" y="30"/>
                    <a:pt x="65" y="30"/>
                    <a:pt x="65" y="30"/>
                  </a:cubicBezTo>
                  <a:cubicBezTo>
                    <a:pt x="65" y="30"/>
                    <a:pt x="65" y="30"/>
                    <a:pt x="65" y="30"/>
                  </a:cubicBezTo>
                  <a:cubicBezTo>
                    <a:pt x="64" y="13"/>
                    <a:pt x="48" y="0"/>
                    <a:pt x="30" y="2"/>
                  </a:cubicBezTo>
                  <a:cubicBezTo>
                    <a:pt x="13" y="4"/>
                    <a:pt x="0" y="19"/>
                    <a:pt x="2" y="37"/>
                  </a:cubicBezTo>
                  <a:cubicBezTo>
                    <a:pt x="2" y="37"/>
                    <a:pt x="2" y="37"/>
                    <a:pt x="2" y="37"/>
                  </a:cubicBezTo>
                  <a:cubicBezTo>
                    <a:pt x="2" y="40"/>
                    <a:pt x="7" y="83"/>
                    <a:pt x="37" y="132"/>
                  </a:cubicBezTo>
                  <a:cubicBezTo>
                    <a:pt x="52" y="157"/>
                    <a:pt x="73" y="183"/>
                    <a:pt x="104" y="205"/>
                  </a:cubicBezTo>
                  <a:cubicBezTo>
                    <a:pt x="134" y="227"/>
                    <a:pt x="174" y="244"/>
                    <a:pt x="223" y="253"/>
                  </a:cubicBezTo>
                  <a:cubicBezTo>
                    <a:pt x="225" y="254"/>
                    <a:pt x="227" y="254"/>
                    <a:pt x="228" y="254"/>
                  </a:cubicBezTo>
                  <a:cubicBezTo>
                    <a:pt x="244" y="254"/>
                    <a:pt x="257" y="243"/>
                    <a:pt x="260" y="227"/>
                  </a:cubicBezTo>
                  <a:cubicBezTo>
                    <a:pt x="263" y="210"/>
                    <a:pt x="251" y="193"/>
                    <a:pt x="234" y="190"/>
                  </a:cubicBezTo>
                  <a:cubicBezTo>
                    <a:pt x="194" y="183"/>
                    <a:pt x="164" y="169"/>
                    <a:pt x="141" y="153"/>
                  </a:cubicBezTo>
                  <a:cubicBezTo>
                    <a:pt x="107" y="128"/>
                    <a:pt x="88" y="98"/>
                    <a:pt x="78" y="72"/>
                  </a:cubicBezTo>
                  <a:cubicBezTo>
                    <a:pt x="72" y="60"/>
                    <a:pt x="69" y="49"/>
                    <a:pt x="67"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Freeform 103"/>
            <p:cNvSpPr>
              <a:spLocks/>
            </p:cNvSpPr>
            <p:nvPr/>
          </p:nvSpPr>
          <p:spPr bwMode="auto">
            <a:xfrm>
              <a:off x="2357775" y="5972493"/>
              <a:ext cx="603717" cy="374226"/>
            </a:xfrm>
            <a:custGeom>
              <a:avLst/>
              <a:gdLst>
                <a:gd name="T0" fmla="*/ 527 w 541"/>
                <a:gd name="T1" fmla="*/ 234 h 335"/>
                <a:gd name="T2" fmla="*/ 330 w 541"/>
                <a:gd name="T3" fmla="*/ 262 h 335"/>
                <a:gd name="T4" fmla="*/ 276 w 541"/>
                <a:gd name="T5" fmla="*/ 255 h 335"/>
                <a:gd name="T6" fmla="*/ 269 w 541"/>
                <a:gd name="T7" fmla="*/ 163 h 335"/>
                <a:gd name="T8" fmla="*/ 275 w 541"/>
                <a:gd name="T9" fmla="*/ 22 h 335"/>
                <a:gd name="T10" fmla="*/ 263 w 541"/>
                <a:gd name="T11" fmla="*/ 10 h 335"/>
                <a:gd name="T12" fmla="*/ 218 w 541"/>
                <a:gd name="T13" fmla="*/ 11 h 335"/>
                <a:gd name="T14" fmla="*/ 207 w 541"/>
                <a:gd name="T15" fmla="*/ 24 h 335"/>
                <a:gd name="T16" fmla="*/ 210 w 541"/>
                <a:gd name="T17" fmla="*/ 137 h 335"/>
                <a:gd name="T18" fmla="*/ 135 w 541"/>
                <a:gd name="T19" fmla="*/ 145 h 335"/>
                <a:gd name="T20" fmla="*/ 84 w 541"/>
                <a:gd name="T21" fmla="*/ 22 h 335"/>
                <a:gd name="T22" fmla="*/ 81 w 541"/>
                <a:gd name="T23" fmla="*/ 21 h 335"/>
                <a:gd name="T24" fmla="*/ 63 w 541"/>
                <a:gd name="T25" fmla="*/ 21 h 335"/>
                <a:gd name="T26" fmla="*/ 32 w 541"/>
                <a:gd name="T27" fmla="*/ 1 h 335"/>
                <a:gd name="T28" fmla="*/ 0 w 541"/>
                <a:gd name="T29" fmla="*/ 34 h 335"/>
                <a:gd name="T30" fmla="*/ 33 w 541"/>
                <a:gd name="T31" fmla="*/ 66 h 335"/>
                <a:gd name="T32" fmla="*/ 63 w 541"/>
                <a:gd name="T33" fmla="*/ 45 h 335"/>
                <a:gd name="T34" fmla="*/ 74 w 541"/>
                <a:gd name="T35" fmla="*/ 45 h 335"/>
                <a:gd name="T36" fmla="*/ 111 w 541"/>
                <a:gd name="T37" fmla="*/ 148 h 335"/>
                <a:gd name="T38" fmla="*/ 65 w 541"/>
                <a:gd name="T39" fmla="*/ 153 h 335"/>
                <a:gd name="T40" fmla="*/ 35 w 541"/>
                <a:gd name="T41" fmla="*/ 136 h 335"/>
                <a:gd name="T42" fmla="*/ 4 w 541"/>
                <a:gd name="T43" fmla="*/ 170 h 335"/>
                <a:gd name="T44" fmla="*/ 37 w 541"/>
                <a:gd name="T45" fmla="*/ 201 h 335"/>
                <a:gd name="T46" fmla="*/ 67 w 541"/>
                <a:gd name="T47" fmla="*/ 179 h 335"/>
                <a:gd name="T48" fmla="*/ 112 w 541"/>
                <a:gd name="T49" fmla="*/ 182 h 335"/>
                <a:gd name="T50" fmla="*/ 94 w 541"/>
                <a:gd name="T51" fmla="*/ 268 h 335"/>
                <a:gd name="T52" fmla="*/ 83 w 541"/>
                <a:gd name="T53" fmla="*/ 285 h 335"/>
                <a:gd name="T54" fmla="*/ 81 w 541"/>
                <a:gd name="T55" fmla="*/ 286 h 335"/>
                <a:gd name="T56" fmla="*/ 69 w 541"/>
                <a:gd name="T57" fmla="*/ 287 h 335"/>
                <a:gd name="T58" fmla="*/ 39 w 541"/>
                <a:gd name="T59" fmla="*/ 269 h 335"/>
                <a:gd name="T60" fmla="*/ 8 w 541"/>
                <a:gd name="T61" fmla="*/ 303 h 335"/>
                <a:gd name="T62" fmla="*/ 41 w 541"/>
                <a:gd name="T63" fmla="*/ 334 h 335"/>
                <a:gd name="T64" fmla="*/ 71 w 541"/>
                <a:gd name="T65" fmla="*/ 311 h 335"/>
                <a:gd name="T66" fmla="*/ 89 w 541"/>
                <a:gd name="T67" fmla="*/ 310 h 335"/>
                <a:gd name="T68" fmla="*/ 92 w 541"/>
                <a:gd name="T69" fmla="*/ 308 h 335"/>
                <a:gd name="T70" fmla="*/ 136 w 541"/>
                <a:gd name="T71" fmla="*/ 183 h 335"/>
                <a:gd name="T72" fmla="*/ 211 w 541"/>
                <a:gd name="T73" fmla="*/ 188 h 335"/>
                <a:gd name="T74" fmla="*/ 213 w 541"/>
                <a:gd name="T75" fmla="*/ 254 h 335"/>
                <a:gd name="T76" fmla="*/ 213 w 541"/>
                <a:gd name="T77" fmla="*/ 254 h 335"/>
                <a:gd name="T78" fmla="*/ 214 w 541"/>
                <a:gd name="T79" fmla="*/ 307 h 335"/>
                <a:gd name="T80" fmla="*/ 227 w 541"/>
                <a:gd name="T81" fmla="*/ 319 h 335"/>
                <a:gd name="T82" fmla="*/ 529 w 541"/>
                <a:gd name="T83" fmla="*/ 310 h 335"/>
                <a:gd name="T84" fmla="*/ 540 w 541"/>
                <a:gd name="T85" fmla="*/ 298 h 335"/>
                <a:gd name="T86" fmla="*/ 539 w 541"/>
                <a:gd name="T87" fmla="*/ 245 h 335"/>
                <a:gd name="T88" fmla="*/ 527 w 541"/>
                <a:gd name="T89" fmla="*/ 234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1" h="335">
                  <a:moveTo>
                    <a:pt x="527" y="234"/>
                  </a:moveTo>
                  <a:cubicBezTo>
                    <a:pt x="527" y="234"/>
                    <a:pt x="382" y="266"/>
                    <a:pt x="330" y="262"/>
                  </a:cubicBezTo>
                  <a:cubicBezTo>
                    <a:pt x="312" y="261"/>
                    <a:pt x="293" y="258"/>
                    <a:pt x="276" y="255"/>
                  </a:cubicBezTo>
                  <a:cubicBezTo>
                    <a:pt x="273" y="237"/>
                    <a:pt x="270" y="208"/>
                    <a:pt x="269" y="163"/>
                  </a:cubicBezTo>
                  <a:cubicBezTo>
                    <a:pt x="266" y="70"/>
                    <a:pt x="275" y="22"/>
                    <a:pt x="275" y="22"/>
                  </a:cubicBezTo>
                  <a:cubicBezTo>
                    <a:pt x="275" y="15"/>
                    <a:pt x="269" y="10"/>
                    <a:pt x="263" y="10"/>
                  </a:cubicBezTo>
                  <a:cubicBezTo>
                    <a:pt x="218" y="11"/>
                    <a:pt x="218" y="11"/>
                    <a:pt x="218" y="11"/>
                  </a:cubicBezTo>
                  <a:cubicBezTo>
                    <a:pt x="212" y="11"/>
                    <a:pt x="206" y="17"/>
                    <a:pt x="207" y="24"/>
                  </a:cubicBezTo>
                  <a:cubicBezTo>
                    <a:pt x="210" y="137"/>
                    <a:pt x="210" y="137"/>
                    <a:pt x="210" y="137"/>
                  </a:cubicBezTo>
                  <a:cubicBezTo>
                    <a:pt x="135" y="145"/>
                    <a:pt x="135" y="145"/>
                    <a:pt x="135" y="145"/>
                  </a:cubicBezTo>
                  <a:cubicBezTo>
                    <a:pt x="128" y="50"/>
                    <a:pt x="87" y="24"/>
                    <a:pt x="84" y="22"/>
                  </a:cubicBezTo>
                  <a:cubicBezTo>
                    <a:pt x="81" y="21"/>
                    <a:pt x="81" y="21"/>
                    <a:pt x="81" y="21"/>
                  </a:cubicBezTo>
                  <a:cubicBezTo>
                    <a:pt x="63" y="21"/>
                    <a:pt x="63" y="21"/>
                    <a:pt x="63" y="21"/>
                  </a:cubicBezTo>
                  <a:cubicBezTo>
                    <a:pt x="58" y="9"/>
                    <a:pt x="46" y="0"/>
                    <a:pt x="32" y="1"/>
                  </a:cubicBezTo>
                  <a:cubicBezTo>
                    <a:pt x="14" y="1"/>
                    <a:pt x="0" y="16"/>
                    <a:pt x="0" y="34"/>
                  </a:cubicBezTo>
                  <a:cubicBezTo>
                    <a:pt x="1" y="52"/>
                    <a:pt x="16" y="66"/>
                    <a:pt x="33" y="66"/>
                  </a:cubicBezTo>
                  <a:cubicBezTo>
                    <a:pt x="47" y="65"/>
                    <a:pt x="58" y="57"/>
                    <a:pt x="63" y="45"/>
                  </a:cubicBezTo>
                  <a:cubicBezTo>
                    <a:pt x="74" y="45"/>
                    <a:pt x="74" y="45"/>
                    <a:pt x="74" y="45"/>
                  </a:cubicBezTo>
                  <a:cubicBezTo>
                    <a:pt x="82" y="51"/>
                    <a:pt x="106" y="76"/>
                    <a:pt x="111" y="148"/>
                  </a:cubicBezTo>
                  <a:cubicBezTo>
                    <a:pt x="65" y="153"/>
                    <a:pt x="65" y="153"/>
                    <a:pt x="65" y="153"/>
                  </a:cubicBezTo>
                  <a:cubicBezTo>
                    <a:pt x="59" y="143"/>
                    <a:pt x="48" y="136"/>
                    <a:pt x="35" y="136"/>
                  </a:cubicBezTo>
                  <a:cubicBezTo>
                    <a:pt x="18" y="137"/>
                    <a:pt x="3" y="152"/>
                    <a:pt x="4" y="170"/>
                  </a:cubicBezTo>
                  <a:cubicBezTo>
                    <a:pt x="4" y="188"/>
                    <a:pt x="19" y="202"/>
                    <a:pt x="37" y="201"/>
                  </a:cubicBezTo>
                  <a:cubicBezTo>
                    <a:pt x="51" y="201"/>
                    <a:pt x="63" y="192"/>
                    <a:pt x="67" y="179"/>
                  </a:cubicBezTo>
                  <a:cubicBezTo>
                    <a:pt x="112" y="182"/>
                    <a:pt x="112" y="182"/>
                    <a:pt x="112" y="182"/>
                  </a:cubicBezTo>
                  <a:cubicBezTo>
                    <a:pt x="111" y="226"/>
                    <a:pt x="102" y="252"/>
                    <a:pt x="94" y="268"/>
                  </a:cubicBezTo>
                  <a:cubicBezTo>
                    <a:pt x="90" y="276"/>
                    <a:pt x="86" y="282"/>
                    <a:pt x="83" y="285"/>
                  </a:cubicBezTo>
                  <a:cubicBezTo>
                    <a:pt x="82" y="285"/>
                    <a:pt x="82" y="286"/>
                    <a:pt x="81" y="286"/>
                  </a:cubicBezTo>
                  <a:cubicBezTo>
                    <a:pt x="69" y="287"/>
                    <a:pt x="69" y="287"/>
                    <a:pt x="69" y="287"/>
                  </a:cubicBezTo>
                  <a:cubicBezTo>
                    <a:pt x="63" y="276"/>
                    <a:pt x="52" y="269"/>
                    <a:pt x="39" y="269"/>
                  </a:cubicBezTo>
                  <a:cubicBezTo>
                    <a:pt x="21" y="270"/>
                    <a:pt x="7" y="285"/>
                    <a:pt x="8" y="303"/>
                  </a:cubicBezTo>
                  <a:cubicBezTo>
                    <a:pt x="8" y="320"/>
                    <a:pt x="23" y="335"/>
                    <a:pt x="41" y="334"/>
                  </a:cubicBezTo>
                  <a:cubicBezTo>
                    <a:pt x="55" y="334"/>
                    <a:pt x="67" y="324"/>
                    <a:pt x="71" y="311"/>
                  </a:cubicBezTo>
                  <a:cubicBezTo>
                    <a:pt x="89" y="310"/>
                    <a:pt x="89" y="310"/>
                    <a:pt x="89" y="310"/>
                  </a:cubicBezTo>
                  <a:cubicBezTo>
                    <a:pt x="92" y="308"/>
                    <a:pt x="92" y="308"/>
                    <a:pt x="92" y="308"/>
                  </a:cubicBezTo>
                  <a:cubicBezTo>
                    <a:pt x="95" y="307"/>
                    <a:pt x="134" y="278"/>
                    <a:pt x="136" y="183"/>
                  </a:cubicBezTo>
                  <a:cubicBezTo>
                    <a:pt x="211" y="188"/>
                    <a:pt x="211" y="188"/>
                    <a:pt x="211" y="188"/>
                  </a:cubicBezTo>
                  <a:cubicBezTo>
                    <a:pt x="213" y="254"/>
                    <a:pt x="213" y="254"/>
                    <a:pt x="213" y="254"/>
                  </a:cubicBezTo>
                  <a:cubicBezTo>
                    <a:pt x="213" y="254"/>
                    <a:pt x="213" y="254"/>
                    <a:pt x="213" y="254"/>
                  </a:cubicBezTo>
                  <a:cubicBezTo>
                    <a:pt x="214" y="307"/>
                    <a:pt x="214" y="307"/>
                    <a:pt x="214" y="307"/>
                  </a:cubicBezTo>
                  <a:cubicBezTo>
                    <a:pt x="215" y="314"/>
                    <a:pt x="220" y="319"/>
                    <a:pt x="227" y="319"/>
                  </a:cubicBezTo>
                  <a:cubicBezTo>
                    <a:pt x="529" y="310"/>
                    <a:pt x="529" y="310"/>
                    <a:pt x="529" y="310"/>
                  </a:cubicBezTo>
                  <a:cubicBezTo>
                    <a:pt x="535" y="310"/>
                    <a:pt x="541" y="305"/>
                    <a:pt x="540" y="298"/>
                  </a:cubicBezTo>
                  <a:cubicBezTo>
                    <a:pt x="539" y="245"/>
                    <a:pt x="539" y="245"/>
                    <a:pt x="539" y="245"/>
                  </a:cubicBezTo>
                  <a:cubicBezTo>
                    <a:pt x="539" y="239"/>
                    <a:pt x="533" y="234"/>
                    <a:pt x="527" y="2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Freeform 104"/>
            <p:cNvSpPr>
              <a:spLocks/>
            </p:cNvSpPr>
            <p:nvPr/>
          </p:nvSpPr>
          <p:spPr bwMode="auto">
            <a:xfrm>
              <a:off x="2111333" y="5492649"/>
              <a:ext cx="242530" cy="860590"/>
            </a:xfrm>
            <a:custGeom>
              <a:avLst/>
              <a:gdLst>
                <a:gd name="T0" fmla="*/ 39 w 217"/>
                <a:gd name="T1" fmla="*/ 27 h 771"/>
                <a:gd name="T2" fmla="*/ 23 w 217"/>
                <a:gd name="T3" fmla="*/ 45 h 771"/>
                <a:gd name="T4" fmla="*/ 39 w 217"/>
                <a:gd name="T5" fmla="*/ 45 h 771"/>
                <a:gd name="T6" fmla="*/ 68 w 217"/>
                <a:gd name="T7" fmla="*/ 44 h 771"/>
                <a:gd name="T8" fmla="*/ 72 w 217"/>
                <a:gd name="T9" fmla="*/ 44 h 771"/>
                <a:gd name="T10" fmla="*/ 112 w 217"/>
                <a:gd name="T11" fmla="*/ 80 h 771"/>
                <a:gd name="T12" fmla="*/ 103 w 217"/>
                <a:gd name="T13" fmla="*/ 110 h 771"/>
                <a:gd name="T14" fmla="*/ 76 w 217"/>
                <a:gd name="T15" fmla="*/ 124 h 771"/>
                <a:gd name="T16" fmla="*/ 40 w 217"/>
                <a:gd name="T17" fmla="*/ 125 h 771"/>
                <a:gd name="T18" fmla="*/ 9 w 217"/>
                <a:gd name="T19" fmla="*/ 124 h 771"/>
                <a:gd name="T20" fmla="*/ 17 w 217"/>
                <a:gd name="T21" fmla="*/ 146 h 771"/>
                <a:gd name="T22" fmla="*/ 56 w 217"/>
                <a:gd name="T23" fmla="*/ 315 h 771"/>
                <a:gd name="T24" fmla="*/ 59 w 217"/>
                <a:gd name="T25" fmla="*/ 339 h 771"/>
                <a:gd name="T26" fmla="*/ 39 w 217"/>
                <a:gd name="T27" fmla="*/ 375 h 771"/>
                <a:gd name="T28" fmla="*/ 0 w 217"/>
                <a:gd name="T29" fmla="*/ 562 h 771"/>
                <a:gd name="T30" fmla="*/ 25 w 217"/>
                <a:gd name="T31" fmla="*/ 734 h 771"/>
                <a:gd name="T32" fmla="*/ 73 w 217"/>
                <a:gd name="T33" fmla="*/ 771 h 771"/>
                <a:gd name="T34" fmla="*/ 86 w 217"/>
                <a:gd name="T35" fmla="*/ 769 h 771"/>
                <a:gd name="T36" fmla="*/ 121 w 217"/>
                <a:gd name="T37" fmla="*/ 707 h 771"/>
                <a:gd name="T38" fmla="*/ 100 w 217"/>
                <a:gd name="T39" fmla="*/ 562 h 771"/>
                <a:gd name="T40" fmla="*/ 129 w 217"/>
                <a:gd name="T41" fmla="*/ 418 h 771"/>
                <a:gd name="T42" fmla="*/ 132 w 217"/>
                <a:gd name="T43" fmla="*/ 412 h 771"/>
                <a:gd name="T44" fmla="*/ 216 w 217"/>
                <a:gd name="T45" fmla="*/ 312 h 771"/>
                <a:gd name="T46" fmla="*/ 162 w 217"/>
                <a:gd name="T47" fmla="*/ 78 h 771"/>
                <a:gd name="T48" fmla="*/ 39 w 217"/>
                <a:gd name="T49" fmla="*/ 27 h 7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7" h="771">
                  <a:moveTo>
                    <a:pt x="39" y="27"/>
                  </a:moveTo>
                  <a:cubicBezTo>
                    <a:pt x="32" y="33"/>
                    <a:pt x="27" y="38"/>
                    <a:pt x="23" y="45"/>
                  </a:cubicBezTo>
                  <a:cubicBezTo>
                    <a:pt x="29" y="45"/>
                    <a:pt x="34" y="45"/>
                    <a:pt x="39" y="45"/>
                  </a:cubicBezTo>
                  <a:cubicBezTo>
                    <a:pt x="56" y="45"/>
                    <a:pt x="66" y="44"/>
                    <a:pt x="68" y="44"/>
                  </a:cubicBezTo>
                  <a:cubicBezTo>
                    <a:pt x="69" y="44"/>
                    <a:pt x="71" y="44"/>
                    <a:pt x="72" y="44"/>
                  </a:cubicBezTo>
                  <a:cubicBezTo>
                    <a:pt x="93" y="44"/>
                    <a:pt x="110" y="60"/>
                    <a:pt x="112" y="80"/>
                  </a:cubicBezTo>
                  <a:cubicBezTo>
                    <a:pt x="113" y="91"/>
                    <a:pt x="110" y="101"/>
                    <a:pt x="103" y="110"/>
                  </a:cubicBezTo>
                  <a:cubicBezTo>
                    <a:pt x="96" y="118"/>
                    <a:pt x="86" y="123"/>
                    <a:pt x="76" y="124"/>
                  </a:cubicBezTo>
                  <a:cubicBezTo>
                    <a:pt x="72" y="124"/>
                    <a:pt x="60" y="125"/>
                    <a:pt x="40" y="125"/>
                  </a:cubicBezTo>
                  <a:cubicBezTo>
                    <a:pt x="31" y="125"/>
                    <a:pt x="21" y="125"/>
                    <a:pt x="9" y="124"/>
                  </a:cubicBezTo>
                  <a:cubicBezTo>
                    <a:pt x="11" y="132"/>
                    <a:pt x="14" y="139"/>
                    <a:pt x="17" y="146"/>
                  </a:cubicBezTo>
                  <a:cubicBezTo>
                    <a:pt x="41" y="199"/>
                    <a:pt x="55" y="256"/>
                    <a:pt x="56" y="315"/>
                  </a:cubicBezTo>
                  <a:cubicBezTo>
                    <a:pt x="56" y="323"/>
                    <a:pt x="57" y="331"/>
                    <a:pt x="59" y="339"/>
                  </a:cubicBezTo>
                  <a:cubicBezTo>
                    <a:pt x="53" y="349"/>
                    <a:pt x="46" y="361"/>
                    <a:pt x="39" y="375"/>
                  </a:cubicBezTo>
                  <a:cubicBezTo>
                    <a:pt x="19" y="417"/>
                    <a:pt x="0" y="480"/>
                    <a:pt x="0" y="562"/>
                  </a:cubicBezTo>
                  <a:cubicBezTo>
                    <a:pt x="0" y="612"/>
                    <a:pt x="7" y="670"/>
                    <a:pt x="25" y="734"/>
                  </a:cubicBezTo>
                  <a:cubicBezTo>
                    <a:pt x="31" y="756"/>
                    <a:pt x="51" y="771"/>
                    <a:pt x="73" y="771"/>
                  </a:cubicBezTo>
                  <a:cubicBezTo>
                    <a:pt x="77" y="771"/>
                    <a:pt x="82" y="770"/>
                    <a:pt x="86" y="769"/>
                  </a:cubicBezTo>
                  <a:cubicBezTo>
                    <a:pt x="113" y="761"/>
                    <a:pt x="128" y="734"/>
                    <a:pt x="121" y="707"/>
                  </a:cubicBezTo>
                  <a:cubicBezTo>
                    <a:pt x="105" y="651"/>
                    <a:pt x="100" y="603"/>
                    <a:pt x="100" y="562"/>
                  </a:cubicBezTo>
                  <a:cubicBezTo>
                    <a:pt x="100" y="495"/>
                    <a:pt x="115" y="448"/>
                    <a:pt x="129" y="418"/>
                  </a:cubicBezTo>
                  <a:cubicBezTo>
                    <a:pt x="130" y="416"/>
                    <a:pt x="131" y="414"/>
                    <a:pt x="132" y="412"/>
                  </a:cubicBezTo>
                  <a:cubicBezTo>
                    <a:pt x="174" y="418"/>
                    <a:pt x="217" y="374"/>
                    <a:pt x="216" y="312"/>
                  </a:cubicBezTo>
                  <a:cubicBezTo>
                    <a:pt x="214" y="231"/>
                    <a:pt x="196" y="151"/>
                    <a:pt x="162" y="78"/>
                  </a:cubicBezTo>
                  <a:cubicBezTo>
                    <a:pt x="134" y="20"/>
                    <a:pt x="73" y="0"/>
                    <a:pt x="39"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 name="Freeform 105"/>
            <p:cNvSpPr>
              <a:spLocks/>
            </p:cNvSpPr>
            <p:nvPr/>
          </p:nvSpPr>
          <p:spPr bwMode="auto">
            <a:xfrm>
              <a:off x="1992676" y="5310099"/>
              <a:ext cx="220364" cy="221667"/>
            </a:xfrm>
            <a:custGeom>
              <a:avLst/>
              <a:gdLst>
                <a:gd name="T0" fmla="*/ 119 w 198"/>
                <a:gd name="T1" fmla="*/ 186 h 198"/>
                <a:gd name="T2" fmla="*/ 187 w 198"/>
                <a:gd name="T3" fmla="*/ 78 h 198"/>
                <a:gd name="T4" fmla="*/ 78 w 198"/>
                <a:gd name="T5" fmla="*/ 11 h 198"/>
                <a:gd name="T6" fmla="*/ 11 w 198"/>
                <a:gd name="T7" fmla="*/ 119 h 198"/>
                <a:gd name="T8" fmla="*/ 119 w 198"/>
                <a:gd name="T9" fmla="*/ 186 h 198"/>
              </a:gdLst>
              <a:ahLst/>
              <a:cxnLst>
                <a:cxn ang="0">
                  <a:pos x="T0" y="T1"/>
                </a:cxn>
                <a:cxn ang="0">
                  <a:pos x="T2" y="T3"/>
                </a:cxn>
                <a:cxn ang="0">
                  <a:pos x="T4" y="T5"/>
                </a:cxn>
                <a:cxn ang="0">
                  <a:pos x="T6" y="T7"/>
                </a:cxn>
                <a:cxn ang="0">
                  <a:pos x="T8" y="T9"/>
                </a:cxn>
              </a:cxnLst>
              <a:rect l="0" t="0" r="r" b="b"/>
              <a:pathLst>
                <a:path w="198" h="198">
                  <a:moveTo>
                    <a:pt x="119" y="186"/>
                  </a:moveTo>
                  <a:cubicBezTo>
                    <a:pt x="168" y="175"/>
                    <a:pt x="198" y="127"/>
                    <a:pt x="187" y="78"/>
                  </a:cubicBezTo>
                  <a:cubicBezTo>
                    <a:pt x="175" y="30"/>
                    <a:pt x="127" y="0"/>
                    <a:pt x="78" y="11"/>
                  </a:cubicBezTo>
                  <a:cubicBezTo>
                    <a:pt x="30" y="22"/>
                    <a:pt x="0" y="71"/>
                    <a:pt x="11" y="119"/>
                  </a:cubicBezTo>
                  <a:cubicBezTo>
                    <a:pt x="23" y="168"/>
                    <a:pt x="71" y="198"/>
                    <a:pt x="119" y="1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 name="Freeform 106"/>
            <p:cNvSpPr>
              <a:spLocks/>
            </p:cNvSpPr>
            <p:nvPr/>
          </p:nvSpPr>
          <p:spPr bwMode="auto">
            <a:xfrm>
              <a:off x="1845333" y="5504384"/>
              <a:ext cx="383354" cy="118657"/>
            </a:xfrm>
            <a:custGeom>
              <a:avLst/>
              <a:gdLst>
                <a:gd name="T0" fmla="*/ 314 w 344"/>
                <a:gd name="T1" fmla="*/ 106 h 107"/>
                <a:gd name="T2" fmla="*/ 343 w 344"/>
                <a:gd name="T3" fmla="*/ 71 h 107"/>
                <a:gd name="T4" fmla="*/ 308 w 344"/>
                <a:gd name="T5" fmla="*/ 42 h 107"/>
                <a:gd name="T6" fmla="*/ 308 w 344"/>
                <a:gd name="T7" fmla="*/ 42 h 107"/>
                <a:gd name="T8" fmla="*/ 279 w 344"/>
                <a:gd name="T9" fmla="*/ 43 h 107"/>
                <a:gd name="T10" fmla="*/ 46 w 344"/>
                <a:gd name="T11" fmla="*/ 5 h 107"/>
                <a:gd name="T12" fmla="*/ 5 w 344"/>
                <a:gd name="T13" fmla="*/ 26 h 107"/>
                <a:gd name="T14" fmla="*/ 26 w 344"/>
                <a:gd name="T15" fmla="*/ 66 h 107"/>
                <a:gd name="T16" fmla="*/ 279 w 344"/>
                <a:gd name="T17" fmla="*/ 107 h 107"/>
                <a:gd name="T18" fmla="*/ 314 w 344"/>
                <a:gd name="T19" fmla="*/ 10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4" h="107">
                  <a:moveTo>
                    <a:pt x="314" y="106"/>
                  </a:moveTo>
                  <a:cubicBezTo>
                    <a:pt x="332" y="104"/>
                    <a:pt x="344" y="89"/>
                    <a:pt x="343" y="71"/>
                  </a:cubicBezTo>
                  <a:cubicBezTo>
                    <a:pt x="341" y="53"/>
                    <a:pt x="325" y="41"/>
                    <a:pt x="308" y="42"/>
                  </a:cubicBezTo>
                  <a:cubicBezTo>
                    <a:pt x="308" y="42"/>
                    <a:pt x="308" y="42"/>
                    <a:pt x="308" y="42"/>
                  </a:cubicBezTo>
                  <a:cubicBezTo>
                    <a:pt x="306" y="42"/>
                    <a:pt x="296" y="43"/>
                    <a:pt x="279" y="43"/>
                  </a:cubicBezTo>
                  <a:cubicBezTo>
                    <a:pt x="236" y="43"/>
                    <a:pt x="149" y="38"/>
                    <a:pt x="46" y="5"/>
                  </a:cubicBezTo>
                  <a:cubicBezTo>
                    <a:pt x="29" y="0"/>
                    <a:pt x="11" y="9"/>
                    <a:pt x="5" y="26"/>
                  </a:cubicBezTo>
                  <a:cubicBezTo>
                    <a:pt x="0" y="42"/>
                    <a:pt x="9" y="60"/>
                    <a:pt x="26" y="66"/>
                  </a:cubicBezTo>
                  <a:cubicBezTo>
                    <a:pt x="138" y="102"/>
                    <a:pt x="231" y="107"/>
                    <a:pt x="279" y="107"/>
                  </a:cubicBezTo>
                  <a:cubicBezTo>
                    <a:pt x="300" y="107"/>
                    <a:pt x="313" y="106"/>
                    <a:pt x="314" y="10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Freeform 107"/>
            <p:cNvSpPr>
              <a:spLocks noEditPoints="1"/>
            </p:cNvSpPr>
            <p:nvPr/>
          </p:nvSpPr>
          <p:spPr bwMode="auto">
            <a:xfrm>
              <a:off x="1040812" y="5071482"/>
              <a:ext cx="143432" cy="136912"/>
            </a:xfrm>
            <a:custGeom>
              <a:avLst/>
              <a:gdLst>
                <a:gd name="T0" fmla="*/ 49 w 128"/>
                <a:gd name="T1" fmla="*/ 8 h 122"/>
                <a:gd name="T2" fmla="*/ 38 w 128"/>
                <a:gd name="T3" fmla="*/ 34 h 122"/>
                <a:gd name="T4" fmla="*/ 19 w 128"/>
                <a:gd name="T5" fmla="*/ 34 h 122"/>
                <a:gd name="T6" fmla="*/ 14 w 128"/>
                <a:gd name="T7" fmla="*/ 40 h 122"/>
                <a:gd name="T8" fmla="*/ 36 w 128"/>
                <a:gd name="T9" fmla="*/ 41 h 122"/>
                <a:gd name="T10" fmla="*/ 29 w 128"/>
                <a:gd name="T11" fmla="*/ 64 h 122"/>
                <a:gd name="T12" fmla="*/ 12 w 128"/>
                <a:gd name="T13" fmla="*/ 64 h 122"/>
                <a:gd name="T14" fmla="*/ 12 w 128"/>
                <a:gd name="T15" fmla="*/ 71 h 122"/>
                <a:gd name="T16" fmla="*/ 28 w 128"/>
                <a:gd name="T17" fmla="*/ 72 h 122"/>
                <a:gd name="T18" fmla="*/ 24 w 128"/>
                <a:gd name="T19" fmla="*/ 104 h 122"/>
                <a:gd name="T20" fmla="*/ 42 w 128"/>
                <a:gd name="T21" fmla="*/ 110 h 122"/>
                <a:gd name="T22" fmla="*/ 47 w 128"/>
                <a:gd name="T23" fmla="*/ 73 h 122"/>
                <a:gd name="T24" fmla="*/ 68 w 128"/>
                <a:gd name="T25" fmla="*/ 75 h 122"/>
                <a:gd name="T26" fmla="*/ 62 w 128"/>
                <a:gd name="T27" fmla="*/ 106 h 122"/>
                <a:gd name="T28" fmla="*/ 80 w 128"/>
                <a:gd name="T29" fmla="*/ 110 h 122"/>
                <a:gd name="T30" fmla="*/ 87 w 128"/>
                <a:gd name="T31" fmla="*/ 77 h 122"/>
                <a:gd name="T32" fmla="*/ 105 w 128"/>
                <a:gd name="T33" fmla="*/ 80 h 122"/>
                <a:gd name="T34" fmla="*/ 106 w 128"/>
                <a:gd name="T35" fmla="*/ 73 h 122"/>
                <a:gd name="T36" fmla="*/ 89 w 128"/>
                <a:gd name="T37" fmla="*/ 70 h 122"/>
                <a:gd name="T38" fmla="*/ 97 w 128"/>
                <a:gd name="T39" fmla="*/ 51 h 122"/>
                <a:gd name="T40" fmla="*/ 106 w 128"/>
                <a:gd name="T41" fmla="*/ 54 h 122"/>
                <a:gd name="T42" fmla="*/ 123 w 128"/>
                <a:gd name="T43" fmla="*/ 49 h 122"/>
                <a:gd name="T44" fmla="*/ 101 w 128"/>
                <a:gd name="T45" fmla="*/ 43 h 122"/>
                <a:gd name="T46" fmla="*/ 107 w 128"/>
                <a:gd name="T47" fmla="*/ 30 h 122"/>
                <a:gd name="T48" fmla="*/ 92 w 128"/>
                <a:gd name="T49" fmla="*/ 17 h 122"/>
                <a:gd name="T50" fmla="*/ 82 w 128"/>
                <a:gd name="T51" fmla="*/ 39 h 122"/>
                <a:gd name="T52" fmla="*/ 59 w 128"/>
                <a:gd name="T53" fmla="*/ 36 h 122"/>
                <a:gd name="T54" fmla="*/ 66 w 128"/>
                <a:gd name="T55" fmla="*/ 17 h 122"/>
                <a:gd name="T56" fmla="*/ 49 w 128"/>
                <a:gd name="T57" fmla="*/ 8 h 122"/>
                <a:gd name="T58" fmla="*/ 79 w 128"/>
                <a:gd name="T59" fmla="*/ 46 h 122"/>
                <a:gd name="T60" fmla="*/ 71 w 128"/>
                <a:gd name="T61" fmla="*/ 67 h 122"/>
                <a:gd name="T62" fmla="*/ 49 w 128"/>
                <a:gd name="T63" fmla="*/ 65 h 122"/>
                <a:gd name="T64" fmla="*/ 56 w 128"/>
                <a:gd name="T65" fmla="*/ 42 h 122"/>
                <a:gd name="T66" fmla="*/ 79 w 128"/>
                <a:gd name="T67" fmla="*/ 4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8" h="122">
                  <a:moveTo>
                    <a:pt x="49" y="8"/>
                  </a:moveTo>
                  <a:cubicBezTo>
                    <a:pt x="45" y="16"/>
                    <a:pt x="41" y="25"/>
                    <a:pt x="38" y="34"/>
                  </a:cubicBezTo>
                  <a:cubicBezTo>
                    <a:pt x="31" y="34"/>
                    <a:pt x="25" y="34"/>
                    <a:pt x="19" y="34"/>
                  </a:cubicBezTo>
                  <a:cubicBezTo>
                    <a:pt x="11" y="34"/>
                    <a:pt x="0" y="40"/>
                    <a:pt x="14" y="40"/>
                  </a:cubicBezTo>
                  <a:cubicBezTo>
                    <a:pt x="21" y="40"/>
                    <a:pt x="28" y="40"/>
                    <a:pt x="36" y="41"/>
                  </a:cubicBezTo>
                  <a:cubicBezTo>
                    <a:pt x="33" y="48"/>
                    <a:pt x="31" y="56"/>
                    <a:pt x="29" y="64"/>
                  </a:cubicBezTo>
                  <a:cubicBezTo>
                    <a:pt x="23" y="64"/>
                    <a:pt x="18" y="64"/>
                    <a:pt x="12" y="64"/>
                  </a:cubicBezTo>
                  <a:cubicBezTo>
                    <a:pt x="7" y="64"/>
                    <a:pt x="8" y="71"/>
                    <a:pt x="12" y="71"/>
                  </a:cubicBezTo>
                  <a:cubicBezTo>
                    <a:pt x="17" y="71"/>
                    <a:pt x="23" y="71"/>
                    <a:pt x="28" y="72"/>
                  </a:cubicBezTo>
                  <a:cubicBezTo>
                    <a:pt x="26" y="82"/>
                    <a:pt x="24" y="93"/>
                    <a:pt x="24" y="104"/>
                  </a:cubicBezTo>
                  <a:cubicBezTo>
                    <a:pt x="23" y="112"/>
                    <a:pt x="42" y="119"/>
                    <a:pt x="42" y="110"/>
                  </a:cubicBezTo>
                  <a:cubicBezTo>
                    <a:pt x="43" y="97"/>
                    <a:pt x="45" y="85"/>
                    <a:pt x="47" y="73"/>
                  </a:cubicBezTo>
                  <a:cubicBezTo>
                    <a:pt x="54" y="73"/>
                    <a:pt x="61" y="74"/>
                    <a:pt x="68" y="75"/>
                  </a:cubicBezTo>
                  <a:cubicBezTo>
                    <a:pt x="66" y="85"/>
                    <a:pt x="63" y="95"/>
                    <a:pt x="62" y="106"/>
                  </a:cubicBezTo>
                  <a:cubicBezTo>
                    <a:pt x="61" y="116"/>
                    <a:pt x="79" y="122"/>
                    <a:pt x="80" y="110"/>
                  </a:cubicBezTo>
                  <a:cubicBezTo>
                    <a:pt x="81" y="99"/>
                    <a:pt x="84" y="88"/>
                    <a:pt x="87" y="77"/>
                  </a:cubicBezTo>
                  <a:cubicBezTo>
                    <a:pt x="93" y="78"/>
                    <a:pt x="99" y="79"/>
                    <a:pt x="105" y="80"/>
                  </a:cubicBezTo>
                  <a:cubicBezTo>
                    <a:pt x="110" y="81"/>
                    <a:pt x="110" y="74"/>
                    <a:pt x="106" y="73"/>
                  </a:cubicBezTo>
                  <a:cubicBezTo>
                    <a:pt x="100" y="72"/>
                    <a:pt x="95" y="71"/>
                    <a:pt x="89" y="70"/>
                  </a:cubicBezTo>
                  <a:cubicBezTo>
                    <a:pt x="92" y="64"/>
                    <a:pt x="95" y="57"/>
                    <a:pt x="97" y="51"/>
                  </a:cubicBezTo>
                  <a:cubicBezTo>
                    <a:pt x="100" y="52"/>
                    <a:pt x="103" y="53"/>
                    <a:pt x="106" y="54"/>
                  </a:cubicBezTo>
                  <a:cubicBezTo>
                    <a:pt x="110" y="55"/>
                    <a:pt x="128" y="51"/>
                    <a:pt x="123" y="49"/>
                  </a:cubicBezTo>
                  <a:cubicBezTo>
                    <a:pt x="116" y="47"/>
                    <a:pt x="108" y="45"/>
                    <a:pt x="101" y="43"/>
                  </a:cubicBezTo>
                  <a:cubicBezTo>
                    <a:pt x="103" y="38"/>
                    <a:pt x="105" y="34"/>
                    <a:pt x="107" y="30"/>
                  </a:cubicBezTo>
                  <a:cubicBezTo>
                    <a:pt x="111" y="21"/>
                    <a:pt x="97" y="8"/>
                    <a:pt x="92" y="17"/>
                  </a:cubicBezTo>
                  <a:cubicBezTo>
                    <a:pt x="88" y="24"/>
                    <a:pt x="85" y="32"/>
                    <a:pt x="82" y="39"/>
                  </a:cubicBezTo>
                  <a:cubicBezTo>
                    <a:pt x="74" y="37"/>
                    <a:pt x="66" y="36"/>
                    <a:pt x="59" y="36"/>
                  </a:cubicBezTo>
                  <a:cubicBezTo>
                    <a:pt x="61" y="29"/>
                    <a:pt x="64" y="23"/>
                    <a:pt x="66" y="17"/>
                  </a:cubicBezTo>
                  <a:cubicBezTo>
                    <a:pt x="70" y="9"/>
                    <a:pt x="52" y="0"/>
                    <a:pt x="49" y="8"/>
                  </a:cubicBezTo>
                  <a:close/>
                  <a:moveTo>
                    <a:pt x="79" y="46"/>
                  </a:moveTo>
                  <a:cubicBezTo>
                    <a:pt x="76" y="53"/>
                    <a:pt x="73" y="60"/>
                    <a:pt x="71" y="67"/>
                  </a:cubicBezTo>
                  <a:cubicBezTo>
                    <a:pt x="63" y="67"/>
                    <a:pt x="56" y="66"/>
                    <a:pt x="49" y="65"/>
                  </a:cubicBezTo>
                  <a:cubicBezTo>
                    <a:pt x="51" y="58"/>
                    <a:pt x="53" y="50"/>
                    <a:pt x="56" y="42"/>
                  </a:cubicBezTo>
                  <a:cubicBezTo>
                    <a:pt x="64" y="43"/>
                    <a:pt x="71" y="45"/>
                    <a:pt x="79"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Freeform 108"/>
            <p:cNvSpPr>
              <a:spLocks/>
            </p:cNvSpPr>
            <p:nvPr/>
          </p:nvSpPr>
          <p:spPr bwMode="auto">
            <a:xfrm>
              <a:off x="1276822" y="5096256"/>
              <a:ext cx="143432" cy="114745"/>
            </a:xfrm>
            <a:custGeom>
              <a:avLst/>
              <a:gdLst>
                <a:gd name="T0" fmla="*/ 43 w 129"/>
                <a:gd name="T1" fmla="*/ 102 h 103"/>
                <a:gd name="T2" fmla="*/ 58 w 129"/>
                <a:gd name="T3" fmla="*/ 54 h 103"/>
                <a:gd name="T4" fmla="*/ 76 w 129"/>
                <a:gd name="T5" fmla="*/ 82 h 103"/>
                <a:gd name="T6" fmla="*/ 90 w 129"/>
                <a:gd name="T7" fmla="*/ 84 h 103"/>
                <a:gd name="T8" fmla="*/ 68 w 129"/>
                <a:gd name="T9" fmla="*/ 50 h 103"/>
                <a:gd name="T10" fmla="*/ 114 w 129"/>
                <a:gd name="T11" fmla="*/ 46 h 103"/>
                <a:gd name="T12" fmla="*/ 119 w 129"/>
                <a:gd name="T13" fmla="*/ 36 h 103"/>
                <a:gd name="T14" fmla="*/ 64 w 129"/>
                <a:gd name="T15" fmla="*/ 41 h 103"/>
                <a:gd name="T16" fmla="*/ 78 w 129"/>
                <a:gd name="T17" fmla="*/ 14 h 103"/>
                <a:gd name="T18" fmla="*/ 69 w 129"/>
                <a:gd name="T19" fmla="*/ 0 h 103"/>
                <a:gd name="T20" fmla="*/ 52 w 129"/>
                <a:gd name="T21" fmla="*/ 36 h 103"/>
                <a:gd name="T22" fmla="*/ 11 w 129"/>
                <a:gd name="T23" fmla="*/ 14 h 103"/>
                <a:gd name="T24" fmla="*/ 13 w 129"/>
                <a:gd name="T25" fmla="*/ 26 h 103"/>
                <a:gd name="T26" fmla="*/ 47 w 129"/>
                <a:gd name="T27" fmla="*/ 44 h 103"/>
                <a:gd name="T28" fmla="*/ 9 w 129"/>
                <a:gd name="T29" fmla="*/ 55 h 103"/>
                <a:gd name="T30" fmla="*/ 12 w 129"/>
                <a:gd name="T31" fmla="*/ 64 h 103"/>
                <a:gd name="T32" fmla="*/ 45 w 129"/>
                <a:gd name="T33" fmla="*/ 54 h 103"/>
                <a:gd name="T34" fmla="*/ 34 w 129"/>
                <a:gd name="T35" fmla="*/ 90 h 103"/>
                <a:gd name="T36" fmla="*/ 43 w 129"/>
                <a:gd name="T37" fmla="*/ 102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9" h="103">
                  <a:moveTo>
                    <a:pt x="43" y="102"/>
                  </a:moveTo>
                  <a:cubicBezTo>
                    <a:pt x="48" y="86"/>
                    <a:pt x="53" y="70"/>
                    <a:pt x="58" y="54"/>
                  </a:cubicBezTo>
                  <a:cubicBezTo>
                    <a:pt x="66" y="62"/>
                    <a:pt x="72" y="71"/>
                    <a:pt x="76" y="82"/>
                  </a:cubicBezTo>
                  <a:cubicBezTo>
                    <a:pt x="79" y="88"/>
                    <a:pt x="93" y="92"/>
                    <a:pt x="90" y="84"/>
                  </a:cubicBezTo>
                  <a:cubicBezTo>
                    <a:pt x="85" y="70"/>
                    <a:pt x="77" y="59"/>
                    <a:pt x="68" y="50"/>
                  </a:cubicBezTo>
                  <a:cubicBezTo>
                    <a:pt x="83" y="47"/>
                    <a:pt x="98" y="46"/>
                    <a:pt x="114" y="46"/>
                  </a:cubicBezTo>
                  <a:cubicBezTo>
                    <a:pt x="120" y="46"/>
                    <a:pt x="129" y="36"/>
                    <a:pt x="119" y="36"/>
                  </a:cubicBezTo>
                  <a:cubicBezTo>
                    <a:pt x="100" y="36"/>
                    <a:pt x="82" y="38"/>
                    <a:pt x="64" y="41"/>
                  </a:cubicBezTo>
                  <a:cubicBezTo>
                    <a:pt x="68" y="31"/>
                    <a:pt x="73" y="22"/>
                    <a:pt x="78" y="14"/>
                  </a:cubicBezTo>
                  <a:cubicBezTo>
                    <a:pt x="80" y="10"/>
                    <a:pt x="69" y="0"/>
                    <a:pt x="69" y="0"/>
                  </a:cubicBezTo>
                  <a:cubicBezTo>
                    <a:pt x="62" y="11"/>
                    <a:pt x="57" y="23"/>
                    <a:pt x="52" y="36"/>
                  </a:cubicBezTo>
                  <a:cubicBezTo>
                    <a:pt x="39" y="27"/>
                    <a:pt x="26" y="20"/>
                    <a:pt x="11" y="14"/>
                  </a:cubicBezTo>
                  <a:cubicBezTo>
                    <a:pt x="2" y="10"/>
                    <a:pt x="6" y="23"/>
                    <a:pt x="13" y="26"/>
                  </a:cubicBezTo>
                  <a:cubicBezTo>
                    <a:pt x="25" y="31"/>
                    <a:pt x="37" y="37"/>
                    <a:pt x="47" y="44"/>
                  </a:cubicBezTo>
                  <a:cubicBezTo>
                    <a:pt x="34" y="47"/>
                    <a:pt x="22" y="51"/>
                    <a:pt x="9" y="55"/>
                  </a:cubicBezTo>
                  <a:cubicBezTo>
                    <a:pt x="0" y="58"/>
                    <a:pt x="3" y="67"/>
                    <a:pt x="12" y="64"/>
                  </a:cubicBezTo>
                  <a:cubicBezTo>
                    <a:pt x="23" y="60"/>
                    <a:pt x="34" y="57"/>
                    <a:pt x="45" y="54"/>
                  </a:cubicBezTo>
                  <a:cubicBezTo>
                    <a:pt x="41" y="66"/>
                    <a:pt x="37" y="78"/>
                    <a:pt x="34" y="90"/>
                  </a:cubicBezTo>
                  <a:cubicBezTo>
                    <a:pt x="33" y="94"/>
                    <a:pt x="43" y="103"/>
                    <a:pt x="43"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 name="Freeform 109"/>
            <p:cNvSpPr>
              <a:spLocks/>
            </p:cNvSpPr>
            <p:nvPr/>
          </p:nvSpPr>
          <p:spPr bwMode="auto">
            <a:xfrm>
              <a:off x="1199891" y="5058443"/>
              <a:ext cx="36510" cy="104314"/>
            </a:xfrm>
            <a:custGeom>
              <a:avLst/>
              <a:gdLst>
                <a:gd name="T0" fmla="*/ 22 w 33"/>
                <a:gd name="T1" fmla="*/ 94 h 94"/>
                <a:gd name="T2" fmla="*/ 25 w 33"/>
                <a:gd name="T3" fmla="*/ 19 h 94"/>
                <a:gd name="T4" fmla="*/ 3 w 33"/>
                <a:gd name="T5" fmla="*/ 19 h 94"/>
                <a:gd name="T6" fmla="*/ 22 w 33"/>
                <a:gd name="T7" fmla="*/ 94 h 94"/>
              </a:gdLst>
              <a:ahLst/>
              <a:cxnLst>
                <a:cxn ang="0">
                  <a:pos x="T0" y="T1"/>
                </a:cxn>
                <a:cxn ang="0">
                  <a:pos x="T2" y="T3"/>
                </a:cxn>
                <a:cxn ang="0">
                  <a:pos x="T4" y="T5"/>
                </a:cxn>
                <a:cxn ang="0">
                  <a:pos x="T6" y="T7"/>
                </a:cxn>
              </a:cxnLst>
              <a:rect l="0" t="0" r="r" b="b"/>
              <a:pathLst>
                <a:path w="33" h="94">
                  <a:moveTo>
                    <a:pt x="22" y="94"/>
                  </a:moveTo>
                  <a:cubicBezTo>
                    <a:pt x="29" y="93"/>
                    <a:pt x="33" y="38"/>
                    <a:pt x="25" y="19"/>
                  </a:cubicBezTo>
                  <a:cubicBezTo>
                    <a:pt x="17" y="0"/>
                    <a:pt x="6" y="6"/>
                    <a:pt x="3" y="19"/>
                  </a:cubicBezTo>
                  <a:cubicBezTo>
                    <a:pt x="0" y="32"/>
                    <a:pt x="15" y="94"/>
                    <a:pt x="22"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Freeform 110"/>
            <p:cNvSpPr>
              <a:spLocks/>
            </p:cNvSpPr>
            <p:nvPr/>
          </p:nvSpPr>
          <p:spPr bwMode="auto">
            <a:xfrm>
              <a:off x="1212930" y="5169276"/>
              <a:ext cx="27383" cy="27383"/>
            </a:xfrm>
            <a:custGeom>
              <a:avLst/>
              <a:gdLst>
                <a:gd name="T0" fmla="*/ 17 w 25"/>
                <a:gd name="T1" fmla="*/ 2 h 24"/>
                <a:gd name="T2" fmla="*/ 3 w 25"/>
                <a:gd name="T3" fmla="*/ 7 h 24"/>
                <a:gd name="T4" fmla="*/ 8 w 25"/>
                <a:gd name="T5" fmla="*/ 22 h 24"/>
                <a:gd name="T6" fmla="*/ 22 w 25"/>
                <a:gd name="T7" fmla="*/ 17 h 24"/>
                <a:gd name="T8" fmla="*/ 17 w 25"/>
                <a:gd name="T9" fmla="*/ 2 h 24"/>
              </a:gdLst>
              <a:ahLst/>
              <a:cxnLst>
                <a:cxn ang="0">
                  <a:pos x="T0" y="T1"/>
                </a:cxn>
                <a:cxn ang="0">
                  <a:pos x="T2" y="T3"/>
                </a:cxn>
                <a:cxn ang="0">
                  <a:pos x="T4" y="T5"/>
                </a:cxn>
                <a:cxn ang="0">
                  <a:pos x="T6" y="T7"/>
                </a:cxn>
                <a:cxn ang="0">
                  <a:pos x="T8" y="T9"/>
                </a:cxn>
              </a:cxnLst>
              <a:rect l="0" t="0" r="r" b="b"/>
              <a:pathLst>
                <a:path w="25" h="24">
                  <a:moveTo>
                    <a:pt x="17" y="2"/>
                  </a:moveTo>
                  <a:cubicBezTo>
                    <a:pt x="12" y="0"/>
                    <a:pt x="5" y="2"/>
                    <a:pt x="3" y="7"/>
                  </a:cubicBezTo>
                  <a:cubicBezTo>
                    <a:pt x="0" y="13"/>
                    <a:pt x="2" y="19"/>
                    <a:pt x="8" y="22"/>
                  </a:cubicBezTo>
                  <a:cubicBezTo>
                    <a:pt x="13" y="24"/>
                    <a:pt x="20" y="22"/>
                    <a:pt x="22" y="17"/>
                  </a:cubicBezTo>
                  <a:cubicBezTo>
                    <a:pt x="25" y="11"/>
                    <a:pt x="22" y="5"/>
                    <a:pt x="1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 name="Freeform 111"/>
            <p:cNvSpPr>
              <a:spLocks/>
            </p:cNvSpPr>
            <p:nvPr/>
          </p:nvSpPr>
          <p:spPr bwMode="auto">
            <a:xfrm>
              <a:off x="910420" y="5055835"/>
              <a:ext cx="151255" cy="168207"/>
            </a:xfrm>
            <a:custGeom>
              <a:avLst/>
              <a:gdLst>
                <a:gd name="T0" fmla="*/ 63 w 136"/>
                <a:gd name="T1" fmla="*/ 72 h 150"/>
                <a:gd name="T2" fmla="*/ 65 w 136"/>
                <a:gd name="T3" fmla="*/ 64 h 150"/>
                <a:gd name="T4" fmla="*/ 40 w 136"/>
                <a:gd name="T5" fmla="*/ 92 h 150"/>
                <a:gd name="T6" fmla="*/ 58 w 136"/>
                <a:gd name="T7" fmla="*/ 105 h 150"/>
                <a:gd name="T8" fmla="*/ 71 w 136"/>
                <a:gd name="T9" fmla="*/ 93 h 150"/>
                <a:gd name="T10" fmla="*/ 81 w 136"/>
                <a:gd name="T11" fmla="*/ 105 h 150"/>
                <a:gd name="T12" fmla="*/ 90 w 136"/>
                <a:gd name="T13" fmla="*/ 107 h 150"/>
                <a:gd name="T14" fmla="*/ 37 w 136"/>
                <a:gd name="T15" fmla="*/ 28 h 150"/>
                <a:gd name="T16" fmla="*/ 17 w 136"/>
                <a:gd name="T17" fmla="*/ 111 h 150"/>
                <a:gd name="T18" fmla="*/ 94 w 136"/>
                <a:gd name="T19" fmla="*/ 125 h 150"/>
                <a:gd name="T20" fmla="*/ 83 w 136"/>
                <a:gd name="T21" fmla="*/ 117 h 150"/>
                <a:gd name="T22" fmla="*/ 22 w 136"/>
                <a:gd name="T23" fmla="*/ 96 h 150"/>
                <a:gd name="T24" fmla="*/ 46 w 136"/>
                <a:gd name="T25" fmla="*/ 38 h 150"/>
                <a:gd name="T26" fmla="*/ 84 w 136"/>
                <a:gd name="T27" fmla="*/ 95 h 150"/>
                <a:gd name="T28" fmla="*/ 78 w 136"/>
                <a:gd name="T29" fmla="*/ 85 h 150"/>
                <a:gd name="T30" fmla="*/ 67 w 136"/>
                <a:gd name="T31" fmla="*/ 78 h 150"/>
                <a:gd name="T32" fmla="*/ 55 w 136"/>
                <a:gd name="T33" fmla="*/ 91 h 150"/>
                <a:gd name="T34" fmla="*/ 51 w 136"/>
                <a:gd name="T35" fmla="*/ 83 h 150"/>
                <a:gd name="T36" fmla="*/ 63 w 136"/>
                <a:gd name="T37" fmla="*/ 72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6" h="150">
                  <a:moveTo>
                    <a:pt x="63" y="72"/>
                  </a:moveTo>
                  <a:cubicBezTo>
                    <a:pt x="71" y="77"/>
                    <a:pt x="71" y="67"/>
                    <a:pt x="65" y="64"/>
                  </a:cubicBezTo>
                  <a:cubicBezTo>
                    <a:pt x="46" y="53"/>
                    <a:pt x="35" y="75"/>
                    <a:pt x="40" y="92"/>
                  </a:cubicBezTo>
                  <a:cubicBezTo>
                    <a:pt x="43" y="99"/>
                    <a:pt x="51" y="104"/>
                    <a:pt x="58" y="105"/>
                  </a:cubicBezTo>
                  <a:cubicBezTo>
                    <a:pt x="64" y="106"/>
                    <a:pt x="67" y="98"/>
                    <a:pt x="71" y="93"/>
                  </a:cubicBezTo>
                  <a:cubicBezTo>
                    <a:pt x="74" y="97"/>
                    <a:pt x="78" y="101"/>
                    <a:pt x="81" y="105"/>
                  </a:cubicBezTo>
                  <a:cubicBezTo>
                    <a:pt x="83" y="107"/>
                    <a:pt x="87" y="109"/>
                    <a:pt x="90" y="107"/>
                  </a:cubicBezTo>
                  <a:cubicBezTo>
                    <a:pt x="136" y="79"/>
                    <a:pt x="84" y="0"/>
                    <a:pt x="37" y="28"/>
                  </a:cubicBezTo>
                  <a:cubicBezTo>
                    <a:pt x="12" y="43"/>
                    <a:pt x="0" y="87"/>
                    <a:pt x="17" y="111"/>
                  </a:cubicBezTo>
                  <a:cubicBezTo>
                    <a:pt x="33" y="136"/>
                    <a:pt x="71" y="150"/>
                    <a:pt x="94" y="125"/>
                  </a:cubicBezTo>
                  <a:cubicBezTo>
                    <a:pt x="98" y="121"/>
                    <a:pt x="87" y="112"/>
                    <a:pt x="83" y="117"/>
                  </a:cubicBezTo>
                  <a:cubicBezTo>
                    <a:pt x="62" y="139"/>
                    <a:pt x="27" y="124"/>
                    <a:pt x="22" y="96"/>
                  </a:cubicBezTo>
                  <a:cubicBezTo>
                    <a:pt x="18" y="75"/>
                    <a:pt x="30" y="51"/>
                    <a:pt x="46" y="38"/>
                  </a:cubicBezTo>
                  <a:cubicBezTo>
                    <a:pt x="80" y="13"/>
                    <a:pt x="112" y="72"/>
                    <a:pt x="84" y="95"/>
                  </a:cubicBezTo>
                  <a:cubicBezTo>
                    <a:pt x="81" y="92"/>
                    <a:pt x="79" y="89"/>
                    <a:pt x="78" y="85"/>
                  </a:cubicBezTo>
                  <a:cubicBezTo>
                    <a:pt x="77" y="81"/>
                    <a:pt x="72" y="76"/>
                    <a:pt x="67" y="78"/>
                  </a:cubicBezTo>
                  <a:cubicBezTo>
                    <a:pt x="61" y="81"/>
                    <a:pt x="58" y="86"/>
                    <a:pt x="55" y="91"/>
                  </a:cubicBezTo>
                  <a:cubicBezTo>
                    <a:pt x="50" y="99"/>
                    <a:pt x="51" y="85"/>
                    <a:pt x="51" y="83"/>
                  </a:cubicBezTo>
                  <a:cubicBezTo>
                    <a:pt x="52" y="78"/>
                    <a:pt x="56" y="68"/>
                    <a:pt x="63" y="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 name="Freeform 112"/>
            <p:cNvSpPr>
              <a:spLocks noEditPoints="1"/>
            </p:cNvSpPr>
            <p:nvPr/>
          </p:nvSpPr>
          <p:spPr bwMode="auto">
            <a:xfrm>
              <a:off x="1591068" y="5104080"/>
              <a:ext cx="142128" cy="136912"/>
            </a:xfrm>
            <a:custGeom>
              <a:avLst/>
              <a:gdLst>
                <a:gd name="T0" fmla="*/ 39 w 127"/>
                <a:gd name="T1" fmla="*/ 109 h 123"/>
                <a:gd name="T2" fmla="*/ 46 w 127"/>
                <a:gd name="T3" fmla="*/ 72 h 123"/>
                <a:gd name="T4" fmla="*/ 66 w 127"/>
                <a:gd name="T5" fmla="*/ 75 h 123"/>
                <a:gd name="T6" fmla="*/ 60 w 127"/>
                <a:gd name="T7" fmla="*/ 103 h 123"/>
                <a:gd name="T8" fmla="*/ 77 w 127"/>
                <a:gd name="T9" fmla="*/ 112 h 123"/>
                <a:gd name="T10" fmla="*/ 85 w 127"/>
                <a:gd name="T11" fmla="*/ 78 h 123"/>
                <a:gd name="T12" fmla="*/ 103 w 127"/>
                <a:gd name="T13" fmla="*/ 82 h 123"/>
                <a:gd name="T14" fmla="*/ 104 w 127"/>
                <a:gd name="T15" fmla="*/ 74 h 123"/>
                <a:gd name="T16" fmla="*/ 88 w 127"/>
                <a:gd name="T17" fmla="*/ 71 h 123"/>
                <a:gd name="T18" fmla="*/ 97 w 127"/>
                <a:gd name="T19" fmla="*/ 52 h 123"/>
                <a:gd name="T20" fmla="*/ 105 w 127"/>
                <a:gd name="T21" fmla="*/ 55 h 123"/>
                <a:gd name="T22" fmla="*/ 122 w 127"/>
                <a:gd name="T23" fmla="*/ 51 h 123"/>
                <a:gd name="T24" fmla="*/ 101 w 127"/>
                <a:gd name="T25" fmla="*/ 44 h 123"/>
                <a:gd name="T26" fmla="*/ 108 w 127"/>
                <a:gd name="T27" fmla="*/ 31 h 123"/>
                <a:gd name="T28" fmla="*/ 92 w 127"/>
                <a:gd name="T29" fmla="*/ 19 h 123"/>
                <a:gd name="T30" fmla="*/ 82 w 127"/>
                <a:gd name="T31" fmla="*/ 39 h 123"/>
                <a:gd name="T32" fmla="*/ 59 w 127"/>
                <a:gd name="T33" fmla="*/ 35 h 123"/>
                <a:gd name="T34" fmla="*/ 67 w 127"/>
                <a:gd name="T35" fmla="*/ 17 h 123"/>
                <a:gd name="T36" fmla="*/ 50 w 127"/>
                <a:gd name="T37" fmla="*/ 7 h 123"/>
                <a:gd name="T38" fmla="*/ 38 w 127"/>
                <a:gd name="T39" fmla="*/ 33 h 123"/>
                <a:gd name="T40" fmla="*/ 19 w 127"/>
                <a:gd name="T41" fmla="*/ 31 h 123"/>
                <a:gd name="T42" fmla="*/ 14 w 127"/>
                <a:gd name="T43" fmla="*/ 38 h 123"/>
                <a:gd name="T44" fmla="*/ 35 w 127"/>
                <a:gd name="T45" fmla="*/ 39 h 123"/>
                <a:gd name="T46" fmla="*/ 28 w 127"/>
                <a:gd name="T47" fmla="*/ 62 h 123"/>
                <a:gd name="T48" fmla="*/ 10 w 127"/>
                <a:gd name="T49" fmla="*/ 61 h 123"/>
                <a:gd name="T50" fmla="*/ 11 w 127"/>
                <a:gd name="T51" fmla="*/ 69 h 123"/>
                <a:gd name="T52" fmla="*/ 26 w 127"/>
                <a:gd name="T53" fmla="*/ 70 h 123"/>
                <a:gd name="T54" fmla="*/ 21 w 127"/>
                <a:gd name="T55" fmla="*/ 102 h 123"/>
                <a:gd name="T56" fmla="*/ 39 w 127"/>
                <a:gd name="T57" fmla="*/ 109 h 123"/>
                <a:gd name="T58" fmla="*/ 56 w 127"/>
                <a:gd name="T59" fmla="*/ 42 h 123"/>
                <a:gd name="T60" fmla="*/ 78 w 127"/>
                <a:gd name="T61" fmla="*/ 47 h 123"/>
                <a:gd name="T62" fmla="*/ 69 w 127"/>
                <a:gd name="T63" fmla="*/ 67 h 123"/>
                <a:gd name="T64" fmla="*/ 48 w 127"/>
                <a:gd name="T65" fmla="*/ 64 h 123"/>
                <a:gd name="T66" fmla="*/ 56 w 127"/>
                <a:gd name="T67" fmla="*/ 42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7" h="123">
                  <a:moveTo>
                    <a:pt x="39" y="109"/>
                  </a:moveTo>
                  <a:cubicBezTo>
                    <a:pt x="40" y="96"/>
                    <a:pt x="43" y="84"/>
                    <a:pt x="46" y="72"/>
                  </a:cubicBezTo>
                  <a:cubicBezTo>
                    <a:pt x="53" y="73"/>
                    <a:pt x="60" y="74"/>
                    <a:pt x="66" y="75"/>
                  </a:cubicBezTo>
                  <a:cubicBezTo>
                    <a:pt x="63" y="84"/>
                    <a:pt x="61" y="94"/>
                    <a:pt x="60" y="103"/>
                  </a:cubicBezTo>
                  <a:cubicBezTo>
                    <a:pt x="58" y="113"/>
                    <a:pt x="75" y="123"/>
                    <a:pt x="77" y="112"/>
                  </a:cubicBezTo>
                  <a:cubicBezTo>
                    <a:pt x="78" y="100"/>
                    <a:pt x="81" y="89"/>
                    <a:pt x="85" y="78"/>
                  </a:cubicBezTo>
                  <a:cubicBezTo>
                    <a:pt x="91" y="79"/>
                    <a:pt x="97" y="81"/>
                    <a:pt x="103" y="82"/>
                  </a:cubicBezTo>
                  <a:cubicBezTo>
                    <a:pt x="108" y="83"/>
                    <a:pt x="109" y="75"/>
                    <a:pt x="104" y="74"/>
                  </a:cubicBezTo>
                  <a:cubicBezTo>
                    <a:pt x="99" y="73"/>
                    <a:pt x="94" y="72"/>
                    <a:pt x="88" y="71"/>
                  </a:cubicBezTo>
                  <a:cubicBezTo>
                    <a:pt x="91" y="65"/>
                    <a:pt x="94" y="59"/>
                    <a:pt x="97" y="52"/>
                  </a:cubicBezTo>
                  <a:cubicBezTo>
                    <a:pt x="100" y="53"/>
                    <a:pt x="102" y="54"/>
                    <a:pt x="105" y="55"/>
                  </a:cubicBezTo>
                  <a:cubicBezTo>
                    <a:pt x="109" y="57"/>
                    <a:pt x="127" y="53"/>
                    <a:pt x="122" y="51"/>
                  </a:cubicBezTo>
                  <a:cubicBezTo>
                    <a:pt x="115" y="48"/>
                    <a:pt x="108" y="46"/>
                    <a:pt x="101" y="44"/>
                  </a:cubicBezTo>
                  <a:cubicBezTo>
                    <a:pt x="103" y="40"/>
                    <a:pt x="105" y="35"/>
                    <a:pt x="108" y="31"/>
                  </a:cubicBezTo>
                  <a:cubicBezTo>
                    <a:pt x="112" y="22"/>
                    <a:pt x="98" y="9"/>
                    <a:pt x="92" y="19"/>
                  </a:cubicBezTo>
                  <a:cubicBezTo>
                    <a:pt x="89" y="25"/>
                    <a:pt x="85" y="32"/>
                    <a:pt x="82" y="39"/>
                  </a:cubicBezTo>
                  <a:cubicBezTo>
                    <a:pt x="74" y="37"/>
                    <a:pt x="66" y="36"/>
                    <a:pt x="59" y="35"/>
                  </a:cubicBezTo>
                  <a:cubicBezTo>
                    <a:pt x="61" y="29"/>
                    <a:pt x="64" y="23"/>
                    <a:pt x="67" y="17"/>
                  </a:cubicBezTo>
                  <a:cubicBezTo>
                    <a:pt x="71" y="9"/>
                    <a:pt x="54" y="0"/>
                    <a:pt x="50" y="7"/>
                  </a:cubicBezTo>
                  <a:cubicBezTo>
                    <a:pt x="45" y="16"/>
                    <a:pt x="42" y="24"/>
                    <a:pt x="38" y="33"/>
                  </a:cubicBezTo>
                  <a:cubicBezTo>
                    <a:pt x="32" y="32"/>
                    <a:pt x="25" y="32"/>
                    <a:pt x="19" y="31"/>
                  </a:cubicBezTo>
                  <a:cubicBezTo>
                    <a:pt x="11" y="31"/>
                    <a:pt x="0" y="38"/>
                    <a:pt x="14" y="38"/>
                  </a:cubicBezTo>
                  <a:cubicBezTo>
                    <a:pt x="21" y="38"/>
                    <a:pt x="28" y="39"/>
                    <a:pt x="35" y="39"/>
                  </a:cubicBezTo>
                  <a:cubicBezTo>
                    <a:pt x="33" y="47"/>
                    <a:pt x="30" y="55"/>
                    <a:pt x="28" y="62"/>
                  </a:cubicBezTo>
                  <a:cubicBezTo>
                    <a:pt x="22" y="62"/>
                    <a:pt x="16" y="61"/>
                    <a:pt x="10" y="61"/>
                  </a:cubicBezTo>
                  <a:cubicBezTo>
                    <a:pt x="5" y="61"/>
                    <a:pt x="7" y="69"/>
                    <a:pt x="11" y="69"/>
                  </a:cubicBezTo>
                  <a:cubicBezTo>
                    <a:pt x="16" y="69"/>
                    <a:pt x="21" y="69"/>
                    <a:pt x="26" y="70"/>
                  </a:cubicBezTo>
                  <a:cubicBezTo>
                    <a:pt x="23" y="80"/>
                    <a:pt x="22" y="91"/>
                    <a:pt x="21" y="102"/>
                  </a:cubicBezTo>
                  <a:cubicBezTo>
                    <a:pt x="20" y="110"/>
                    <a:pt x="39" y="118"/>
                    <a:pt x="39" y="109"/>
                  </a:cubicBezTo>
                  <a:close/>
                  <a:moveTo>
                    <a:pt x="56" y="42"/>
                  </a:moveTo>
                  <a:cubicBezTo>
                    <a:pt x="63" y="43"/>
                    <a:pt x="71" y="45"/>
                    <a:pt x="78" y="47"/>
                  </a:cubicBezTo>
                  <a:cubicBezTo>
                    <a:pt x="75" y="54"/>
                    <a:pt x="72" y="60"/>
                    <a:pt x="69" y="67"/>
                  </a:cubicBezTo>
                  <a:cubicBezTo>
                    <a:pt x="62" y="66"/>
                    <a:pt x="55" y="65"/>
                    <a:pt x="48" y="64"/>
                  </a:cubicBezTo>
                  <a:cubicBezTo>
                    <a:pt x="50" y="57"/>
                    <a:pt x="53" y="49"/>
                    <a:pt x="56"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 name="Freeform 113"/>
            <p:cNvSpPr>
              <a:spLocks/>
            </p:cNvSpPr>
            <p:nvPr/>
          </p:nvSpPr>
          <p:spPr bwMode="auto">
            <a:xfrm>
              <a:off x="1973117" y="5114511"/>
              <a:ext cx="144736" cy="113442"/>
            </a:xfrm>
            <a:custGeom>
              <a:avLst/>
              <a:gdLst>
                <a:gd name="T0" fmla="*/ 13 w 130"/>
                <a:gd name="T1" fmla="*/ 61 h 102"/>
                <a:gd name="T2" fmla="*/ 45 w 130"/>
                <a:gd name="T3" fmla="*/ 53 h 102"/>
                <a:gd name="T4" fmla="*/ 33 w 130"/>
                <a:gd name="T5" fmla="*/ 88 h 102"/>
                <a:gd name="T6" fmla="*/ 42 w 130"/>
                <a:gd name="T7" fmla="*/ 101 h 102"/>
                <a:gd name="T8" fmla="*/ 59 w 130"/>
                <a:gd name="T9" fmla="*/ 54 h 102"/>
                <a:gd name="T10" fmla="*/ 76 w 130"/>
                <a:gd name="T11" fmla="*/ 83 h 102"/>
                <a:gd name="T12" fmla="*/ 89 w 130"/>
                <a:gd name="T13" fmla="*/ 84 h 102"/>
                <a:gd name="T14" fmla="*/ 69 w 130"/>
                <a:gd name="T15" fmla="*/ 50 h 102"/>
                <a:gd name="T16" fmla="*/ 115 w 130"/>
                <a:gd name="T17" fmla="*/ 48 h 102"/>
                <a:gd name="T18" fmla="*/ 120 w 130"/>
                <a:gd name="T19" fmla="*/ 38 h 102"/>
                <a:gd name="T20" fmla="*/ 65 w 130"/>
                <a:gd name="T21" fmla="*/ 40 h 102"/>
                <a:gd name="T22" fmla="*/ 81 w 130"/>
                <a:gd name="T23" fmla="*/ 14 h 102"/>
                <a:gd name="T24" fmla="*/ 72 w 130"/>
                <a:gd name="T25" fmla="*/ 0 h 102"/>
                <a:gd name="T26" fmla="*/ 53 w 130"/>
                <a:gd name="T27" fmla="*/ 35 h 102"/>
                <a:gd name="T28" fmla="*/ 15 w 130"/>
                <a:gd name="T29" fmla="*/ 12 h 102"/>
                <a:gd name="T30" fmla="*/ 13 w 130"/>
                <a:gd name="T31" fmla="*/ 22 h 102"/>
                <a:gd name="T32" fmla="*/ 48 w 130"/>
                <a:gd name="T33" fmla="*/ 43 h 102"/>
                <a:gd name="T34" fmla="*/ 10 w 130"/>
                <a:gd name="T35" fmla="*/ 52 h 102"/>
                <a:gd name="T36" fmla="*/ 13 w 130"/>
                <a:gd name="T37" fmla="*/ 6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0" h="102">
                  <a:moveTo>
                    <a:pt x="13" y="61"/>
                  </a:moveTo>
                  <a:cubicBezTo>
                    <a:pt x="23" y="58"/>
                    <a:pt x="34" y="55"/>
                    <a:pt x="45" y="53"/>
                  </a:cubicBezTo>
                  <a:cubicBezTo>
                    <a:pt x="41" y="65"/>
                    <a:pt x="37" y="77"/>
                    <a:pt x="33" y="88"/>
                  </a:cubicBezTo>
                  <a:cubicBezTo>
                    <a:pt x="32" y="92"/>
                    <a:pt x="42" y="102"/>
                    <a:pt x="42" y="101"/>
                  </a:cubicBezTo>
                  <a:cubicBezTo>
                    <a:pt x="47" y="85"/>
                    <a:pt x="53" y="69"/>
                    <a:pt x="59" y="54"/>
                  </a:cubicBezTo>
                  <a:cubicBezTo>
                    <a:pt x="66" y="62"/>
                    <a:pt x="72" y="71"/>
                    <a:pt x="76" y="83"/>
                  </a:cubicBezTo>
                  <a:cubicBezTo>
                    <a:pt x="78" y="88"/>
                    <a:pt x="92" y="93"/>
                    <a:pt x="89" y="84"/>
                  </a:cubicBezTo>
                  <a:cubicBezTo>
                    <a:pt x="85" y="71"/>
                    <a:pt x="78" y="59"/>
                    <a:pt x="69" y="50"/>
                  </a:cubicBezTo>
                  <a:cubicBezTo>
                    <a:pt x="84" y="48"/>
                    <a:pt x="99" y="47"/>
                    <a:pt x="115" y="48"/>
                  </a:cubicBezTo>
                  <a:cubicBezTo>
                    <a:pt x="121" y="48"/>
                    <a:pt x="130" y="38"/>
                    <a:pt x="120" y="38"/>
                  </a:cubicBezTo>
                  <a:cubicBezTo>
                    <a:pt x="102" y="37"/>
                    <a:pt x="83" y="38"/>
                    <a:pt x="65" y="40"/>
                  </a:cubicBezTo>
                  <a:cubicBezTo>
                    <a:pt x="70" y="31"/>
                    <a:pt x="75" y="22"/>
                    <a:pt x="81" y="14"/>
                  </a:cubicBezTo>
                  <a:cubicBezTo>
                    <a:pt x="83" y="10"/>
                    <a:pt x="72" y="0"/>
                    <a:pt x="72" y="0"/>
                  </a:cubicBezTo>
                  <a:cubicBezTo>
                    <a:pt x="64" y="11"/>
                    <a:pt x="58" y="23"/>
                    <a:pt x="53" y="35"/>
                  </a:cubicBezTo>
                  <a:cubicBezTo>
                    <a:pt x="41" y="26"/>
                    <a:pt x="29" y="18"/>
                    <a:pt x="15" y="12"/>
                  </a:cubicBezTo>
                  <a:cubicBezTo>
                    <a:pt x="6" y="8"/>
                    <a:pt x="5" y="19"/>
                    <a:pt x="13" y="22"/>
                  </a:cubicBezTo>
                  <a:cubicBezTo>
                    <a:pt x="25" y="28"/>
                    <a:pt x="37" y="35"/>
                    <a:pt x="48" y="43"/>
                  </a:cubicBezTo>
                  <a:cubicBezTo>
                    <a:pt x="35" y="46"/>
                    <a:pt x="22" y="49"/>
                    <a:pt x="10" y="52"/>
                  </a:cubicBezTo>
                  <a:cubicBezTo>
                    <a:pt x="0" y="55"/>
                    <a:pt x="3" y="64"/>
                    <a:pt x="13"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 name="Freeform 114"/>
            <p:cNvSpPr>
              <a:spLocks/>
            </p:cNvSpPr>
            <p:nvPr/>
          </p:nvSpPr>
          <p:spPr bwMode="auto">
            <a:xfrm>
              <a:off x="1900097" y="5070178"/>
              <a:ext cx="36510" cy="105618"/>
            </a:xfrm>
            <a:custGeom>
              <a:avLst/>
              <a:gdLst>
                <a:gd name="T0" fmla="*/ 19 w 33"/>
                <a:gd name="T1" fmla="*/ 94 h 94"/>
                <a:gd name="T2" fmla="*/ 26 w 33"/>
                <a:gd name="T3" fmla="*/ 19 h 94"/>
                <a:gd name="T4" fmla="*/ 4 w 33"/>
                <a:gd name="T5" fmla="*/ 18 h 94"/>
                <a:gd name="T6" fmla="*/ 19 w 33"/>
                <a:gd name="T7" fmla="*/ 94 h 94"/>
              </a:gdLst>
              <a:ahLst/>
              <a:cxnLst>
                <a:cxn ang="0">
                  <a:pos x="T0" y="T1"/>
                </a:cxn>
                <a:cxn ang="0">
                  <a:pos x="T2" y="T3"/>
                </a:cxn>
                <a:cxn ang="0">
                  <a:pos x="T4" y="T5"/>
                </a:cxn>
                <a:cxn ang="0">
                  <a:pos x="T6" y="T7"/>
                </a:cxn>
              </a:cxnLst>
              <a:rect l="0" t="0" r="r" b="b"/>
              <a:pathLst>
                <a:path w="33" h="94">
                  <a:moveTo>
                    <a:pt x="19" y="94"/>
                  </a:moveTo>
                  <a:cubicBezTo>
                    <a:pt x="26" y="93"/>
                    <a:pt x="33" y="39"/>
                    <a:pt x="26" y="19"/>
                  </a:cubicBezTo>
                  <a:cubicBezTo>
                    <a:pt x="19" y="0"/>
                    <a:pt x="7" y="5"/>
                    <a:pt x="4" y="18"/>
                  </a:cubicBezTo>
                  <a:cubicBezTo>
                    <a:pt x="0" y="31"/>
                    <a:pt x="12" y="94"/>
                    <a:pt x="19"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 name="Freeform 115"/>
            <p:cNvSpPr>
              <a:spLocks/>
            </p:cNvSpPr>
            <p:nvPr/>
          </p:nvSpPr>
          <p:spPr bwMode="auto">
            <a:xfrm>
              <a:off x="1909225" y="5182315"/>
              <a:ext cx="27383" cy="26078"/>
            </a:xfrm>
            <a:custGeom>
              <a:avLst/>
              <a:gdLst>
                <a:gd name="T0" fmla="*/ 7 w 24"/>
                <a:gd name="T1" fmla="*/ 21 h 24"/>
                <a:gd name="T2" fmla="*/ 21 w 24"/>
                <a:gd name="T3" fmla="*/ 17 h 24"/>
                <a:gd name="T4" fmla="*/ 17 w 24"/>
                <a:gd name="T5" fmla="*/ 3 h 24"/>
                <a:gd name="T6" fmla="*/ 3 w 24"/>
                <a:gd name="T7" fmla="*/ 7 h 24"/>
                <a:gd name="T8" fmla="*/ 7 w 24"/>
                <a:gd name="T9" fmla="*/ 21 h 24"/>
              </a:gdLst>
              <a:ahLst/>
              <a:cxnLst>
                <a:cxn ang="0">
                  <a:pos x="T0" y="T1"/>
                </a:cxn>
                <a:cxn ang="0">
                  <a:pos x="T2" y="T3"/>
                </a:cxn>
                <a:cxn ang="0">
                  <a:pos x="T4" y="T5"/>
                </a:cxn>
                <a:cxn ang="0">
                  <a:pos x="T6" y="T7"/>
                </a:cxn>
                <a:cxn ang="0">
                  <a:pos x="T8" y="T9"/>
                </a:cxn>
              </a:cxnLst>
              <a:rect l="0" t="0" r="r" b="b"/>
              <a:pathLst>
                <a:path w="24" h="24">
                  <a:moveTo>
                    <a:pt x="7" y="21"/>
                  </a:moveTo>
                  <a:cubicBezTo>
                    <a:pt x="12" y="24"/>
                    <a:pt x="19" y="22"/>
                    <a:pt x="21" y="17"/>
                  </a:cubicBezTo>
                  <a:cubicBezTo>
                    <a:pt x="24" y="12"/>
                    <a:pt x="22" y="5"/>
                    <a:pt x="17" y="3"/>
                  </a:cubicBezTo>
                  <a:cubicBezTo>
                    <a:pt x="12" y="0"/>
                    <a:pt x="5" y="2"/>
                    <a:pt x="3" y="7"/>
                  </a:cubicBezTo>
                  <a:cubicBezTo>
                    <a:pt x="0" y="12"/>
                    <a:pt x="2" y="19"/>
                    <a:pt x="7"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 name="Freeform 116"/>
            <p:cNvSpPr>
              <a:spLocks/>
            </p:cNvSpPr>
            <p:nvPr/>
          </p:nvSpPr>
          <p:spPr bwMode="auto">
            <a:xfrm>
              <a:off x="1744931" y="5067570"/>
              <a:ext cx="127785" cy="161687"/>
            </a:xfrm>
            <a:custGeom>
              <a:avLst/>
              <a:gdLst>
                <a:gd name="T0" fmla="*/ 111 w 115"/>
                <a:gd name="T1" fmla="*/ 99 h 145"/>
                <a:gd name="T2" fmla="*/ 99 w 115"/>
                <a:gd name="T3" fmla="*/ 92 h 145"/>
                <a:gd name="T4" fmla="*/ 40 w 115"/>
                <a:gd name="T5" fmla="*/ 122 h 145"/>
                <a:gd name="T6" fmla="*/ 20 w 115"/>
                <a:gd name="T7" fmla="*/ 61 h 145"/>
                <a:gd name="T8" fmla="*/ 66 w 115"/>
                <a:gd name="T9" fmla="*/ 42 h 145"/>
                <a:gd name="T10" fmla="*/ 86 w 115"/>
                <a:gd name="T11" fmla="*/ 61 h 145"/>
                <a:gd name="T12" fmla="*/ 71 w 115"/>
                <a:gd name="T13" fmla="*/ 74 h 145"/>
                <a:gd name="T14" fmla="*/ 63 w 115"/>
                <a:gd name="T15" fmla="*/ 73 h 145"/>
                <a:gd name="T16" fmla="*/ 61 w 115"/>
                <a:gd name="T17" fmla="*/ 87 h 145"/>
                <a:gd name="T18" fmla="*/ 50 w 115"/>
                <a:gd name="T19" fmla="*/ 89 h 145"/>
                <a:gd name="T20" fmla="*/ 56 w 115"/>
                <a:gd name="T21" fmla="*/ 75 h 145"/>
                <a:gd name="T22" fmla="*/ 49 w 115"/>
                <a:gd name="T23" fmla="*/ 65 h 145"/>
                <a:gd name="T24" fmla="*/ 48 w 115"/>
                <a:gd name="T25" fmla="*/ 101 h 145"/>
                <a:gd name="T26" fmla="*/ 70 w 115"/>
                <a:gd name="T27" fmla="*/ 106 h 145"/>
                <a:gd name="T28" fmla="*/ 73 w 115"/>
                <a:gd name="T29" fmla="*/ 84 h 145"/>
                <a:gd name="T30" fmla="*/ 93 w 115"/>
                <a:gd name="T31" fmla="*/ 89 h 145"/>
                <a:gd name="T32" fmla="*/ 97 w 115"/>
                <a:gd name="T33" fmla="*/ 86 h 145"/>
                <a:gd name="T34" fmla="*/ 7 w 115"/>
                <a:gd name="T35" fmla="*/ 58 h 145"/>
                <a:gd name="T36" fmla="*/ 40 w 115"/>
                <a:gd name="T37" fmla="*/ 131 h 145"/>
                <a:gd name="T38" fmla="*/ 111 w 115"/>
                <a:gd name="T39" fmla="*/ 99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5" h="145">
                  <a:moveTo>
                    <a:pt x="111" y="99"/>
                  </a:moveTo>
                  <a:cubicBezTo>
                    <a:pt x="111" y="93"/>
                    <a:pt x="99" y="86"/>
                    <a:pt x="99" y="92"/>
                  </a:cubicBezTo>
                  <a:cubicBezTo>
                    <a:pt x="98" y="120"/>
                    <a:pt x="63" y="136"/>
                    <a:pt x="40" y="122"/>
                  </a:cubicBezTo>
                  <a:cubicBezTo>
                    <a:pt x="21" y="110"/>
                    <a:pt x="14" y="81"/>
                    <a:pt x="20" y="61"/>
                  </a:cubicBezTo>
                  <a:cubicBezTo>
                    <a:pt x="25" y="39"/>
                    <a:pt x="48" y="34"/>
                    <a:pt x="66" y="42"/>
                  </a:cubicBezTo>
                  <a:cubicBezTo>
                    <a:pt x="75" y="45"/>
                    <a:pt x="82" y="52"/>
                    <a:pt x="86" y="61"/>
                  </a:cubicBezTo>
                  <a:cubicBezTo>
                    <a:pt x="91" y="73"/>
                    <a:pt x="84" y="84"/>
                    <a:pt x="71" y="74"/>
                  </a:cubicBezTo>
                  <a:cubicBezTo>
                    <a:pt x="70" y="72"/>
                    <a:pt x="64" y="70"/>
                    <a:pt x="63" y="73"/>
                  </a:cubicBezTo>
                  <a:cubicBezTo>
                    <a:pt x="61" y="78"/>
                    <a:pt x="61" y="82"/>
                    <a:pt x="61" y="87"/>
                  </a:cubicBezTo>
                  <a:cubicBezTo>
                    <a:pt x="62" y="95"/>
                    <a:pt x="54" y="97"/>
                    <a:pt x="50" y="89"/>
                  </a:cubicBezTo>
                  <a:cubicBezTo>
                    <a:pt x="48" y="83"/>
                    <a:pt x="49" y="77"/>
                    <a:pt x="56" y="75"/>
                  </a:cubicBezTo>
                  <a:cubicBezTo>
                    <a:pt x="63" y="74"/>
                    <a:pt x="54" y="64"/>
                    <a:pt x="49" y="65"/>
                  </a:cubicBezTo>
                  <a:cubicBezTo>
                    <a:pt x="29" y="69"/>
                    <a:pt x="38" y="91"/>
                    <a:pt x="48" y="101"/>
                  </a:cubicBezTo>
                  <a:cubicBezTo>
                    <a:pt x="53" y="105"/>
                    <a:pt x="64" y="110"/>
                    <a:pt x="70" y="106"/>
                  </a:cubicBezTo>
                  <a:cubicBezTo>
                    <a:pt x="77" y="100"/>
                    <a:pt x="72" y="92"/>
                    <a:pt x="73" y="84"/>
                  </a:cubicBezTo>
                  <a:cubicBezTo>
                    <a:pt x="79" y="87"/>
                    <a:pt x="86" y="87"/>
                    <a:pt x="93" y="89"/>
                  </a:cubicBezTo>
                  <a:cubicBezTo>
                    <a:pt x="95" y="89"/>
                    <a:pt x="97" y="88"/>
                    <a:pt x="97" y="86"/>
                  </a:cubicBezTo>
                  <a:cubicBezTo>
                    <a:pt x="115" y="36"/>
                    <a:pt x="21" y="0"/>
                    <a:pt x="7" y="58"/>
                  </a:cubicBezTo>
                  <a:cubicBezTo>
                    <a:pt x="0" y="84"/>
                    <a:pt x="16" y="119"/>
                    <a:pt x="40" y="131"/>
                  </a:cubicBezTo>
                  <a:cubicBezTo>
                    <a:pt x="67" y="145"/>
                    <a:pt x="109" y="134"/>
                    <a:pt x="111"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 name="Freeform 117"/>
            <p:cNvSpPr>
              <a:spLocks/>
            </p:cNvSpPr>
            <p:nvPr/>
          </p:nvSpPr>
          <p:spPr bwMode="auto">
            <a:xfrm>
              <a:off x="1173812" y="5896865"/>
              <a:ext cx="821472" cy="457678"/>
            </a:xfrm>
            <a:custGeom>
              <a:avLst/>
              <a:gdLst>
                <a:gd name="T0" fmla="*/ 0 w 630"/>
                <a:gd name="T1" fmla="*/ 37 h 351"/>
                <a:gd name="T2" fmla="*/ 24 w 630"/>
                <a:gd name="T3" fmla="*/ 37 h 351"/>
                <a:gd name="T4" fmla="*/ 24 w 630"/>
                <a:gd name="T5" fmla="*/ 351 h 351"/>
                <a:gd name="T6" fmla="*/ 75 w 630"/>
                <a:gd name="T7" fmla="*/ 351 h 351"/>
                <a:gd name="T8" fmla="*/ 75 w 630"/>
                <a:gd name="T9" fmla="*/ 85 h 351"/>
                <a:gd name="T10" fmla="*/ 555 w 630"/>
                <a:gd name="T11" fmla="*/ 85 h 351"/>
                <a:gd name="T12" fmla="*/ 555 w 630"/>
                <a:gd name="T13" fmla="*/ 351 h 351"/>
                <a:gd name="T14" fmla="*/ 606 w 630"/>
                <a:gd name="T15" fmla="*/ 351 h 351"/>
                <a:gd name="T16" fmla="*/ 606 w 630"/>
                <a:gd name="T17" fmla="*/ 37 h 351"/>
                <a:gd name="T18" fmla="*/ 630 w 630"/>
                <a:gd name="T19" fmla="*/ 37 h 351"/>
                <a:gd name="T20" fmla="*/ 630 w 630"/>
                <a:gd name="T21" fmla="*/ 0 h 351"/>
                <a:gd name="T22" fmla="*/ 0 w 630"/>
                <a:gd name="T23" fmla="*/ 0 h 351"/>
                <a:gd name="T24" fmla="*/ 0 w 630"/>
                <a:gd name="T25" fmla="*/ 37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0" h="351">
                  <a:moveTo>
                    <a:pt x="0" y="37"/>
                  </a:moveTo>
                  <a:lnTo>
                    <a:pt x="24" y="37"/>
                  </a:lnTo>
                  <a:lnTo>
                    <a:pt x="24" y="351"/>
                  </a:lnTo>
                  <a:lnTo>
                    <a:pt x="75" y="351"/>
                  </a:lnTo>
                  <a:lnTo>
                    <a:pt x="75" y="85"/>
                  </a:lnTo>
                  <a:lnTo>
                    <a:pt x="555" y="85"/>
                  </a:lnTo>
                  <a:lnTo>
                    <a:pt x="555" y="351"/>
                  </a:lnTo>
                  <a:lnTo>
                    <a:pt x="606" y="351"/>
                  </a:lnTo>
                  <a:lnTo>
                    <a:pt x="606" y="37"/>
                  </a:lnTo>
                  <a:lnTo>
                    <a:pt x="630" y="37"/>
                  </a:lnTo>
                  <a:lnTo>
                    <a:pt x="630" y="0"/>
                  </a:lnTo>
                  <a:lnTo>
                    <a:pt x="0" y="0"/>
                  </a:lnTo>
                  <a:lnTo>
                    <a:pt x="0"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 name="Rectangle 118"/>
            <p:cNvSpPr>
              <a:spLocks noChangeArrowheads="1"/>
            </p:cNvSpPr>
            <p:nvPr/>
          </p:nvSpPr>
          <p:spPr bwMode="auto">
            <a:xfrm>
              <a:off x="1263783" y="5846012"/>
              <a:ext cx="258177" cy="2607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 name="Rectangle 119"/>
            <p:cNvSpPr>
              <a:spLocks noChangeArrowheads="1"/>
            </p:cNvSpPr>
            <p:nvPr/>
          </p:nvSpPr>
          <p:spPr bwMode="auto">
            <a:xfrm>
              <a:off x="1656264" y="5846012"/>
              <a:ext cx="258177" cy="2607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61" name="组合 360"/>
          <p:cNvGrpSpPr/>
          <p:nvPr/>
        </p:nvGrpSpPr>
        <p:grpSpPr>
          <a:xfrm>
            <a:off x="9019166" y="5244038"/>
            <a:ext cx="1520022" cy="1025954"/>
            <a:chOff x="3210541" y="5268374"/>
            <a:chExt cx="1624689" cy="1096600"/>
          </a:xfrm>
          <a:solidFill>
            <a:schemeClr val="tx1">
              <a:lumMod val="65000"/>
              <a:lumOff val="35000"/>
            </a:schemeClr>
          </a:solidFill>
        </p:grpSpPr>
        <p:sp>
          <p:nvSpPr>
            <p:cNvPr id="362" name="Freeform 120"/>
            <p:cNvSpPr>
              <a:spLocks/>
            </p:cNvSpPr>
            <p:nvPr/>
          </p:nvSpPr>
          <p:spPr bwMode="auto">
            <a:xfrm>
              <a:off x="3210541" y="6014218"/>
              <a:ext cx="481148" cy="333804"/>
            </a:xfrm>
            <a:custGeom>
              <a:avLst/>
              <a:gdLst>
                <a:gd name="T0" fmla="*/ 408 w 431"/>
                <a:gd name="T1" fmla="*/ 40 h 300"/>
                <a:gd name="T2" fmla="*/ 388 w 431"/>
                <a:gd name="T3" fmla="*/ 29 h 300"/>
                <a:gd name="T4" fmla="*/ 381 w 431"/>
                <a:gd name="T5" fmla="*/ 29 h 300"/>
                <a:gd name="T6" fmla="*/ 380 w 431"/>
                <a:gd name="T7" fmla="*/ 29 h 300"/>
                <a:gd name="T8" fmla="*/ 304 w 431"/>
                <a:gd name="T9" fmla="*/ 17 h 300"/>
                <a:gd name="T10" fmla="*/ 303 w 431"/>
                <a:gd name="T11" fmla="*/ 17 h 300"/>
                <a:gd name="T12" fmla="*/ 269 w 431"/>
                <a:gd name="T13" fmla="*/ 0 h 300"/>
                <a:gd name="T14" fmla="*/ 99 w 431"/>
                <a:gd name="T15" fmla="*/ 0 h 300"/>
                <a:gd name="T16" fmla="*/ 0 w 431"/>
                <a:gd name="T17" fmla="*/ 97 h 300"/>
                <a:gd name="T18" fmla="*/ 0 w 431"/>
                <a:gd name="T19" fmla="*/ 300 h 300"/>
                <a:gd name="T20" fmla="*/ 96 w 431"/>
                <a:gd name="T21" fmla="*/ 300 h 300"/>
                <a:gd name="T22" fmla="*/ 96 w 431"/>
                <a:gd name="T23" fmla="*/ 93 h 300"/>
                <a:gd name="T24" fmla="*/ 99 w 431"/>
                <a:gd name="T25" fmla="*/ 89 h 300"/>
                <a:gd name="T26" fmla="*/ 431 w 431"/>
                <a:gd name="T27" fmla="*/ 89 h 300"/>
                <a:gd name="T28" fmla="*/ 423 w 431"/>
                <a:gd name="T29" fmla="*/ 60 h 300"/>
                <a:gd name="T30" fmla="*/ 408 w 431"/>
                <a:gd name="T31" fmla="*/ 40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31" h="300">
                  <a:moveTo>
                    <a:pt x="408" y="40"/>
                  </a:moveTo>
                  <a:cubicBezTo>
                    <a:pt x="401" y="33"/>
                    <a:pt x="392" y="30"/>
                    <a:pt x="388" y="29"/>
                  </a:cubicBezTo>
                  <a:cubicBezTo>
                    <a:pt x="385" y="29"/>
                    <a:pt x="383" y="29"/>
                    <a:pt x="381" y="29"/>
                  </a:cubicBezTo>
                  <a:cubicBezTo>
                    <a:pt x="380" y="29"/>
                    <a:pt x="380" y="29"/>
                    <a:pt x="380" y="29"/>
                  </a:cubicBezTo>
                  <a:cubicBezTo>
                    <a:pt x="352" y="29"/>
                    <a:pt x="326" y="25"/>
                    <a:pt x="304" y="17"/>
                  </a:cubicBezTo>
                  <a:cubicBezTo>
                    <a:pt x="303" y="17"/>
                    <a:pt x="303" y="17"/>
                    <a:pt x="303" y="17"/>
                  </a:cubicBezTo>
                  <a:cubicBezTo>
                    <a:pt x="290" y="12"/>
                    <a:pt x="279" y="6"/>
                    <a:pt x="269" y="0"/>
                  </a:cubicBezTo>
                  <a:cubicBezTo>
                    <a:pt x="99" y="0"/>
                    <a:pt x="99" y="0"/>
                    <a:pt x="99" y="0"/>
                  </a:cubicBezTo>
                  <a:cubicBezTo>
                    <a:pt x="44" y="0"/>
                    <a:pt x="0" y="43"/>
                    <a:pt x="0" y="97"/>
                  </a:cubicBezTo>
                  <a:cubicBezTo>
                    <a:pt x="0" y="300"/>
                    <a:pt x="0" y="300"/>
                    <a:pt x="0" y="300"/>
                  </a:cubicBezTo>
                  <a:cubicBezTo>
                    <a:pt x="96" y="300"/>
                    <a:pt x="96" y="300"/>
                    <a:pt x="96" y="300"/>
                  </a:cubicBezTo>
                  <a:cubicBezTo>
                    <a:pt x="96" y="93"/>
                    <a:pt x="96" y="93"/>
                    <a:pt x="96" y="93"/>
                  </a:cubicBezTo>
                  <a:cubicBezTo>
                    <a:pt x="96" y="91"/>
                    <a:pt x="97" y="89"/>
                    <a:pt x="99" y="89"/>
                  </a:cubicBezTo>
                  <a:cubicBezTo>
                    <a:pt x="431" y="89"/>
                    <a:pt x="431" y="89"/>
                    <a:pt x="431" y="89"/>
                  </a:cubicBezTo>
                  <a:cubicBezTo>
                    <a:pt x="430" y="78"/>
                    <a:pt x="427" y="68"/>
                    <a:pt x="423" y="60"/>
                  </a:cubicBezTo>
                  <a:cubicBezTo>
                    <a:pt x="420" y="52"/>
                    <a:pt x="415" y="45"/>
                    <a:pt x="408"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 name="Freeform 121"/>
            <p:cNvSpPr>
              <a:spLocks/>
            </p:cNvSpPr>
            <p:nvPr/>
          </p:nvSpPr>
          <p:spPr bwMode="auto">
            <a:xfrm>
              <a:off x="3793395" y="6014218"/>
              <a:ext cx="1041835" cy="333804"/>
            </a:xfrm>
            <a:custGeom>
              <a:avLst/>
              <a:gdLst>
                <a:gd name="T0" fmla="*/ 835 w 934"/>
                <a:gd name="T1" fmla="*/ 0 h 300"/>
                <a:gd name="T2" fmla="*/ 426 w 934"/>
                <a:gd name="T3" fmla="*/ 0 h 300"/>
                <a:gd name="T4" fmla="*/ 402 w 934"/>
                <a:gd name="T5" fmla="*/ 70 h 300"/>
                <a:gd name="T6" fmla="*/ 398 w 934"/>
                <a:gd name="T7" fmla="*/ 81 h 300"/>
                <a:gd name="T8" fmla="*/ 389 w 934"/>
                <a:gd name="T9" fmla="*/ 74 h 300"/>
                <a:gd name="T10" fmla="*/ 268 w 934"/>
                <a:gd name="T11" fmla="*/ 0 h 300"/>
                <a:gd name="T12" fmla="*/ 0 w 934"/>
                <a:gd name="T13" fmla="*/ 0 h 300"/>
                <a:gd name="T14" fmla="*/ 4 w 934"/>
                <a:gd name="T15" fmla="*/ 7 h 300"/>
                <a:gd name="T16" fmla="*/ 24 w 934"/>
                <a:gd name="T17" fmla="*/ 89 h 300"/>
                <a:gd name="T18" fmla="*/ 835 w 934"/>
                <a:gd name="T19" fmla="*/ 89 h 300"/>
                <a:gd name="T20" fmla="*/ 838 w 934"/>
                <a:gd name="T21" fmla="*/ 93 h 300"/>
                <a:gd name="T22" fmla="*/ 838 w 934"/>
                <a:gd name="T23" fmla="*/ 300 h 300"/>
                <a:gd name="T24" fmla="*/ 934 w 934"/>
                <a:gd name="T25" fmla="*/ 300 h 300"/>
                <a:gd name="T26" fmla="*/ 934 w 934"/>
                <a:gd name="T27" fmla="*/ 97 h 300"/>
                <a:gd name="T28" fmla="*/ 835 w 934"/>
                <a:gd name="T29" fmla="*/ 0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34" h="300">
                  <a:moveTo>
                    <a:pt x="835" y="0"/>
                  </a:moveTo>
                  <a:cubicBezTo>
                    <a:pt x="426" y="0"/>
                    <a:pt x="426" y="0"/>
                    <a:pt x="426" y="0"/>
                  </a:cubicBezTo>
                  <a:cubicBezTo>
                    <a:pt x="402" y="70"/>
                    <a:pt x="402" y="70"/>
                    <a:pt x="402" y="70"/>
                  </a:cubicBezTo>
                  <a:cubicBezTo>
                    <a:pt x="398" y="81"/>
                    <a:pt x="398" y="81"/>
                    <a:pt x="398" y="81"/>
                  </a:cubicBezTo>
                  <a:cubicBezTo>
                    <a:pt x="389" y="74"/>
                    <a:pt x="389" y="74"/>
                    <a:pt x="389" y="74"/>
                  </a:cubicBezTo>
                  <a:cubicBezTo>
                    <a:pt x="388" y="73"/>
                    <a:pt x="329" y="24"/>
                    <a:pt x="268" y="0"/>
                  </a:cubicBezTo>
                  <a:cubicBezTo>
                    <a:pt x="0" y="0"/>
                    <a:pt x="0" y="0"/>
                    <a:pt x="0" y="0"/>
                  </a:cubicBezTo>
                  <a:cubicBezTo>
                    <a:pt x="1" y="2"/>
                    <a:pt x="2" y="4"/>
                    <a:pt x="4" y="7"/>
                  </a:cubicBezTo>
                  <a:cubicBezTo>
                    <a:pt x="16" y="31"/>
                    <a:pt x="22" y="59"/>
                    <a:pt x="24" y="89"/>
                  </a:cubicBezTo>
                  <a:cubicBezTo>
                    <a:pt x="835" y="89"/>
                    <a:pt x="835" y="89"/>
                    <a:pt x="835" y="89"/>
                  </a:cubicBezTo>
                  <a:cubicBezTo>
                    <a:pt x="837" y="89"/>
                    <a:pt x="838" y="91"/>
                    <a:pt x="838" y="93"/>
                  </a:cubicBezTo>
                  <a:cubicBezTo>
                    <a:pt x="838" y="300"/>
                    <a:pt x="838" y="300"/>
                    <a:pt x="838" y="300"/>
                  </a:cubicBezTo>
                  <a:cubicBezTo>
                    <a:pt x="934" y="300"/>
                    <a:pt x="934" y="300"/>
                    <a:pt x="934" y="300"/>
                  </a:cubicBezTo>
                  <a:cubicBezTo>
                    <a:pt x="934" y="97"/>
                    <a:pt x="934" y="97"/>
                    <a:pt x="934" y="97"/>
                  </a:cubicBezTo>
                  <a:cubicBezTo>
                    <a:pt x="934" y="43"/>
                    <a:pt x="890" y="0"/>
                    <a:pt x="83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 name="Freeform 122"/>
            <p:cNvSpPr>
              <a:spLocks/>
            </p:cNvSpPr>
            <p:nvPr/>
          </p:nvSpPr>
          <p:spPr bwMode="auto">
            <a:xfrm>
              <a:off x="3533914" y="5413110"/>
              <a:ext cx="229491" cy="230795"/>
            </a:xfrm>
            <a:custGeom>
              <a:avLst/>
              <a:gdLst>
                <a:gd name="T0" fmla="*/ 124 w 206"/>
                <a:gd name="T1" fmla="*/ 195 h 207"/>
                <a:gd name="T2" fmla="*/ 194 w 206"/>
                <a:gd name="T3" fmla="*/ 82 h 207"/>
                <a:gd name="T4" fmla="*/ 82 w 206"/>
                <a:gd name="T5" fmla="*/ 12 h 207"/>
                <a:gd name="T6" fmla="*/ 11 w 206"/>
                <a:gd name="T7" fmla="*/ 125 h 207"/>
                <a:gd name="T8" fmla="*/ 124 w 206"/>
                <a:gd name="T9" fmla="*/ 195 h 207"/>
              </a:gdLst>
              <a:ahLst/>
              <a:cxnLst>
                <a:cxn ang="0">
                  <a:pos x="T0" y="T1"/>
                </a:cxn>
                <a:cxn ang="0">
                  <a:pos x="T2" y="T3"/>
                </a:cxn>
                <a:cxn ang="0">
                  <a:pos x="T4" y="T5"/>
                </a:cxn>
                <a:cxn ang="0">
                  <a:pos x="T6" y="T7"/>
                </a:cxn>
                <a:cxn ang="0">
                  <a:pos x="T8" y="T9"/>
                </a:cxn>
              </a:cxnLst>
              <a:rect l="0" t="0" r="r" b="b"/>
              <a:pathLst>
                <a:path w="206" h="207">
                  <a:moveTo>
                    <a:pt x="124" y="195"/>
                  </a:moveTo>
                  <a:cubicBezTo>
                    <a:pt x="175" y="183"/>
                    <a:pt x="206" y="133"/>
                    <a:pt x="194" y="82"/>
                  </a:cubicBezTo>
                  <a:cubicBezTo>
                    <a:pt x="183" y="31"/>
                    <a:pt x="132" y="0"/>
                    <a:pt x="82" y="12"/>
                  </a:cubicBezTo>
                  <a:cubicBezTo>
                    <a:pt x="31" y="24"/>
                    <a:pt x="0" y="74"/>
                    <a:pt x="11" y="125"/>
                  </a:cubicBezTo>
                  <a:cubicBezTo>
                    <a:pt x="23" y="175"/>
                    <a:pt x="74" y="207"/>
                    <a:pt x="124" y="19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 name="Freeform 123"/>
            <p:cNvSpPr>
              <a:spLocks/>
            </p:cNvSpPr>
            <p:nvPr/>
          </p:nvSpPr>
          <p:spPr bwMode="auto">
            <a:xfrm>
              <a:off x="3468718" y="5951630"/>
              <a:ext cx="344236" cy="413344"/>
            </a:xfrm>
            <a:custGeom>
              <a:avLst/>
              <a:gdLst>
                <a:gd name="T0" fmla="*/ 280 w 309"/>
                <a:gd name="T1" fmla="*/ 51 h 371"/>
                <a:gd name="T2" fmla="*/ 273 w 309"/>
                <a:gd name="T3" fmla="*/ 51 h 371"/>
                <a:gd name="T4" fmla="*/ 264 w 309"/>
                <a:gd name="T5" fmla="*/ 50 h 371"/>
                <a:gd name="T6" fmla="*/ 32 w 309"/>
                <a:gd name="T7" fmla="*/ 16 h 371"/>
                <a:gd name="T8" fmla="*/ 0 w 309"/>
                <a:gd name="T9" fmla="*/ 0 h 371"/>
                <a:gd name="T10" fmla="*/ 38 w 309"/>
                <a:gd name="T11" fmla="*/ 46 h 371"/>
                <a:gd name="T12" fmla="*/ 75 w 309"/>
                <a:gd name="T13" fmla="*/ 65 h 371"/>
                <a:gd name="T14" fmla="*/ 76 w 309"/>
                <a:gd name="T15" fmla="*/ 66 h 371"/>
                <a:gd name="T16" fmla="*/ 149 w 309"/>
                <a:gd name="T17" fmla="*/ 77 h 371"/>
                <a:gd name="T18" fmla="*/ 150 w 309"/>
                <a:gd name="T19" fmla="*/ 77 h 371"/>
                <a:gd name="T20" fmla="*/ 158 w 309"/>
                <a:gd name="T21" fmla="*/ 77 h 371"/>
                <a:gd name="T22" fmla="*/ 183 w 309"/>
                <a:gd name="T23" fmla="*/ 90 h 371"/>
                <a:gd name="T24" fmla="*/ 200 w 309"/>
                <a:gd name="T25" fmla="*/ 113 h 371"/>
                <a:gd name="T26" fmla="*/ 209 w 309"/>
                <a:gd name="T27" fmla="*/ 161 h 371"/>
                <a:gd name="T28" fmla="*/ 174 w 309"/>
                <a:gd name="T29" fmla="*/ 302 h 371"/>
                <a:gd name="T30" fmla="*/ 202 w 309"/>
                <a:gd name="T31" fmla="*/ 367 h 371"/>
                <a:gd name="T32" fmla="*/ 221 w 309"/>
                <a:gd name="T33" fmla="*/ 371 h 371"/>
                <a:gd name="T34" fmla="*/ 267 w 309"/>
                <a:gd name="T35" fmla="*/ 340 h 371"/>
                <a:gd name="T36" fmla="*/ 309 w 309"/>
                <a:gd name="T37" fmla="*/ 161 h 371"/>
                <a:gd name="T38" fmla="*/ 288 w 309"/>
                <a:gd name="T39" fmla="*/ 66 h 371"/>
                <a:gd name="T40" fmla="*/ 280 w 309"/>
                <a:gd name="T41" fmla="*/ 51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9" h="371">
                  <a:moveTo>
                    <a:pt x="280" y="51"/>
                  </a:moveTo>
                  <a:cubicBezTo>
                    <a:pt x="277" y="51"/>
                    <a:pt x="275" y="51"/>
                    <a:pt x="273" y="51"/>
                  </a:cubicBezTo>
                  <a:cubicBezTo>
                    <a:pt x="270" y="51"/>
                    <a:pt x="267" y="51"/>
                    <a:pt x="264" y="50"/>
                  </a:cubicBezTo>
                  <a:cubicBezTo>
                    <a:pt x="32" y="16"/>
                    <a:pt x="32" y="16"/>
                    <a:pt x="32" y="16"/>
                  </a:cubicBezTo>
                  <a:cubicBezTo>
                    <a:pt x="20" y="14"/>
                    <a:pt x="9" y="8"/>
                    <a:pt x="0" y="0"/>
                  </a:cubicBezTo>
                  <a:cubicBezTo>
                    <a:pt x="7" y="15"/>
                    <a:pt x="19" y="32"/>
                    <a:pt x="38" y="46"/>
                  </a:cubicBezTo>
                  <a:cubicBezTo>
                    <a:pt x="49" y="54"/>
                    <a:pt x="61" y="60"/>
                    <a:pt x="75" y="65"/>
                  </a:cubicBezTo>
                  <a:cubicBezTo>
                    <a:pt x="75" y="65"/>
                    <a:pt x="75" y="65"/>
                    <a:pt x="76" y="66"/>
                  </a:cubicBezTo>
                  <a:cubicBezTo>
                    <a:pt x="96" y="73"/>
                    <a:pt x="121" y="77"/>
                    <a:pt x="149" y="77"/>
                  </a:cubicBezTo>
                  <a:cubicBezTo>
                    <a:pt x="149" y="77"/>
                    <a:pt x="149" y="77"/>
                    <a:pt x="150" y="77"/>
                  </a:cubicBezTo>
                  <a:cubicBezTo>
                    <a:pt x="152" y="77"/>
                    <a:pt x="155" y="77"/>
                    <a:pt x="158" y="77"/>
                  </a:cubicBezTo>
                  <a:cubicBezTo>
                    <a:pt x="163" y="78"/>
                    <a:pt x="174" y="82"/>
                    <a:pt x="183" y="90"/>
                  </a:cubicBezTo>
                  <a:cubicBezTo>
                    <a:pt x="189" y="95"/>
                    <a:pt x="195" y="102"/>
                    <a:pt x="200" y="113"/>
                  </a:cubicBezTo>
                  <a:cubicBezTo>
                    <a:pt x="205" y="123"/>
                    <a:pt x="209" y="138"/>
                    <a:pt x="209" y="161"/>
                  </a:cubicBezTo>
                  <a:cubicBezTo>
                    <a:pt x="209" y="193"/>
                    <a:pt x="200" y="239"/>
                    <a:pt x="174" y="302"/>
                  </a:cubicBezTo>
                  <a:cubicBezTo>
                    <a:pt x="164" y="328"/>
                    <a:pt x="176" y="357"/>
                    <a:pt x="202" y="367"/>
                  </a:cubicBezTo>
                  <a:cubicBezTo>
                    <a:pt x="208" y="370"/>
                    <a:pt x="214" y="371"/>
                    <a:pt x="221" y="371"/>
                  </a:cubicBezTo>
                  <a:cubicBezTo>
                    <a:pt x="240" y="371"/>
                    <a:pt x="259" y="359"/>
                    <a:pt x="267" y="340"/>
                  </a:cubicBezTo>
                  <a:cubicBezTo>
                    <a:pt x="296" y="268"/>
                    <a:pt x="309" y="210"/>
                    <a:pt x="309" y="161"/>
                  </a:cubicBezTo>
                  <a:cubicBezTo>
                    <a:pt x="309" y="124"/>
                    <a:pt x="301" y="92"/>
                    <a:pt x="288" y="66"/>
                  </a:cubicBezTo>
                  <a:cubicBezTo>
                    <a:pt x="286" y="61"/>
                    <a:pt x="283" y="55"/>
                    <a:pt x="280"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 name="Freeform 124"/>
            <p:cNvSpPr>
              <a:spLocks/>
            </p:cNvSpPr>
            <p:nvPr/>
          </p:nvSpPr>
          <p:spPr bwMode="auto">
            <a:xfrm>
              <a:off x="3395698" y="5651727"/>
              <a:ext cx="545040" cy="353364"/>
            </a:xfrm>
            <a:custGeom>
              <a:avLst/>
              <a:gdLst>
                <a:gd name="T0" fmla="*/ 59 w 489"/>
                <a:gd name="T1" fmla="*/ 262 h 317"/>
                <a:gd name="T2" fmla="*/ 48 w 489"/>
                <a:gd name="T3" fmla="*/ 219 h 317"/>
                <a:gd name="T4" fmla="*/ 74 w 489"/>
                <a:gd name="T5" fmla="*/ 179 h 317"/>
                <a:gd name="T6" fmla="*/ 74 w 489"/>
                <a:gd name="T7" fmla="*/ 179 h 317"/>
                <a:gd name="T8" fmla="*/ 111 w 489"/>
                <a:gd name="T9" fmla="*/ 91 h 317"/>
                <a:gd name="T10" fmla="*/ 113 w 489"/>
                <a:gd name="T11" fmla="*/ 88 h 317"/>
                <a:gd name="T12" fmla="*/ 119 w 489"/>
                <a:gd name="T13" fmla="*/ 82 h 317"/>
                <a:gd name="T14" fmla="*/ 119 w 489"/>
                <a:gd name="T15" fmla="*/ 171 h 317"/>
                <a:gd name="T16" fmla="*/ 205 w 489"/>
                <a:gd name="T17" fmla="*/ 184 h 317"/>
                <a:gd name="T18" fmla="*/ 201 w 489"/>
                <a:gd name="T19" fmla="*/ 154 h 317"/>
                <a:gd name="T20" fmla="*/ 299 w 489"/>
                <a:gd name="T21" fmla="*/ 57 h 317"/>
                <a:gd name="T22" fmla="*/ 299 w 489"/>
                <a:gd name="T23" fmla="*/ 57 h 317"/>
                <a:gd name="T24" fmla="*/ 299 w 489"/>
                <a:gd name="T25" fmla="*/ 57 h 317"/>
                <a:gd name="T26" fmla="*/ 392 w 489"/>
                <a:gd name="T27" fmla="*/ 125 h 317"/>
                <a:gd name="T28" fmla="*/ 425 w 489"/>
                <a:gd name="T29" fmla="*/ 164 h 317"/>
                <a:gd name="T30" fmla="*/ 427 w 489"/>
                <a:gd name="T31" fmla="*/ 167 h 317"/>
                <a:gd name="T32" fmla="*/ 430 w 489"/>
                <a:gd name="T33" fmla="*/ 166 h 317"/>
                <a:gd name="T34" fmla="*/ 489 w 489"/>
                <a:gd name="T35" fmla="*/ 147 h 317"/>
                <a:gd name="T36" fmla="*/ 477 w 489"/>
                <a:gd name="T37" fmla="*/ 127 h 317"/>
                <a:gd name="T38" fmla="*/ 378 w 489"/>
                <a:gd name="T39" fmla="*/ 34 h 317"/>
                <a:gd name="T40" fmla="*/ 338 w 489"/>
                <a:gd name="T41" fmla="*/ 12 h 317"/>
                <a:gd name="T42" fmla="*/ 319 w 489"/>
                <a:gd name="T43" fmla="*/ 3 h 317"/>
                <a:gd name="T44" fmla="*/ 311 w 489"/>
                <a:gd name="T45" fmla="*/ 1 h 317"/>
                <a:gd name="T46" fmla="*/ 304 w 489"/>
                <a:gd name="T47" fmla="*/ 0 h 317"/>
                <a:gd name="T48" fmla="*/ 150 w 489"/>
                <a:gd name="T49" fmla="*/ 0 h 317"/>
                <a:gd name="T50" fmla="*/ 144 w 489"/>
                <a:gd name="T51" fmla="*/ 1 h 317"/>
                <a:gd name="T52" fmla="*/ 143 w 489"/>
                <a:gd name="T53" fmla="*/ 1 h 317"/>
                <a:gd name="T54" fmla="*/ 143 w 489"/>
                <a:gd name="T55" fmla="*/ 1 h 317"/>
                <a:gd name="T56" fmla="*/ 120 w 489"/>
                <a:gd name="T57" fmla="*/ 7 h 317"/>
                <a:gd name="T58" fmla="*/ 115 w 489"/>
                <a:gd name="T59" fmla="*/ 9 h 317"/>
                <a:gd name="T60" fmla="*/ 40 w 489"/>
                <a:gd name="T61" fmla="*/ 83 h 317"/>
                <a:gd name="T62" fmla="*/ 0 w 489"/>
                <a:gd name="T63" fmla="*/ 284 h 317"/>
                <a:gd name="T64" fmla="*/ 32 w 489"/>
                <a:gd name="T65" fmla="*/ 317 h 317"/>
                <a:gd name="T66" fmla="*/ 32 w 489"/>
                <a:gd name="T67" fmla="*/ 317 h 317"/>
                <a:gd name="T68" fmla="*/ 64 w 489"/>
                <a:gd name="T69" fmla="*/ 285 h 317"/>
                <a:gd name="T70" fmla="*/ 64 w 489"/>
                <a:gd name="T71" fmla="*/ 284 h 317"/>
                <a:gd name="T72" fmla="*/ 65 w 489"/>
                <a:gd name="T73" fmla="*/ 268 h 317"/>
                <a:gd name="T74" fmla="*/ 59 w 489"/>
                <a:gd name="T75" fmla="*/ 262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89" h="317">
                  <a:moveTo>
                    <a:pt x="59" y="262"/>
                  </a:moveTo>
                  <a:cubicBezTo>
                    <a:pt x="50" y="249"/>
                    <a:pt x="46" y="234"/>
                    <a:pt x="48" y="219"/>
                  </a:cubicBezTo>
                  <a:cubicBezTo>
                    <a:pt x="51" y="202"/>
                    <a:pt x="61" y="188"/>
                    <a:pt x="74" y="179"/>
                  </a:cubicBezTo>
                  <a:cubicBezTo>
                    <a:pt x="74" y="179"/>
                    <a:pt x="74" y="179"/>
                    <a:pt x="74" y="179"/>
                  </a:cubicBezTo>
                  <a:cubicBezTo>
                    <a:pt x="84" y="134"/>
                    <a:pt x="98" y="107"/>
                    <a:pt x="111" y="91"/>
                  </a:cubicBezTo>
                  <a:cubicBezTo>
                    <a:pt x="112" y="90"/>
                    <a:pt x="112" y="89"/>
                    <a:pt x="113" y="88"/>
                  </a:cubicBezTo>
                  <a:cubicBezTo>
                    <a:pt x="115" y="86"/>
                    <a:pt x="117" y="84"/>
                    <a:pt x="119" y="82"/>
                  </a:cubicBezTo>
                  <a:cubicBezTo>
                    <a:pt x="119" y="171"/>
                    <a:pt x="119" y="171"/>
                    <a:pt x="119" y="171"/>
                  </a:cubicBezTo>
                  <a:cubicBezTo>
                    <a:pt x="205" y="184"/>
                    <a:pt x="205" y="184"/>
                    <a:pt x="205" y="184"/>
                  </a:cubicBezTo>
                  <a:cubicBezTo>
                    <a:pt x="202" y="174"/>
                    <a:pt x="201" y="164"/>
                    <a:pt x="201" y="154"/>
                  </a:cubicBezTo>
                  <a:cubicBezTo>
                    <a:pt x="201" y="101"/>
                    <a:pt x="245" y="57"/>
                    <a:pt x="299" y="57"/>
                  </a:cubicBezTo>
                  <a:cubicBezTo>
                    <a:pt x="299" y="57"/>
                    <a:pt x="299" y="57"/>
                    <a:pt x="299" y="57"/>
                  </a:cubicBezTo>
                  <a:cubicBezTo>
                    <a:pt x="299" y="57"/>
                    <a:pt x="299" y="57"/>
                    <a:pt x="299" y="57"/>
                  </a:cubicBezTo>
                  <a:cubicBezTo>
                    <a:pt x="342" y="57"/>
                    <a:pt x="379" y="86"/>
                    <a:pt x="392" y="125"/>
                  </a:cubicBezTo>
                  <a:cubicBezTo>
                    <a:pt x="404" y="137"/>
                    <a:pt x="416" y="150"/>
                    <a:pt x="425" y="164"/>
                  </a:cubicBezTo>
                  <a:cubicBezTo>
                    <a:pt x="426" y="165"/>
                    <a:pt x="426" y="166"/>
                    <a:pt x="427" y="167"/>
                  </a:cubicBezTo>
                  <a:cubicBezTo>
                    <a:pt x="428" y="167"/>
                    <a:pt x="429" y="166"/>
                    <a:pt x="430" y="166"/>
                  </a:cubicBezTo>
                  <a:cubicBezTo>
                    <a:pt x="440" y="161"/>
                    <a:pt x="459" y="153"/>
                    <a:pt x="489" y="147"/>
                  </a:cubicBezTo>
                  <a:cubicBezTo>
                    <a:pt x="486" y="140"/>
                    <a:pt x="482" y="133"/>
                    <a:pt x="477" y="127"/>
                  </a:cubicBezTo>
                  <a:cubicBezTo>
                    <a:pt x="449" y="84"/>
                    <a:pt x="410" y="54"/>
                    <a:pt x="378" y="34"/>
                  </a:cubicBezTo>
                  <a:cubicBezTo>
                    <a:pt x="362" y="24"/>
                    <a:pt x="348" y="17"/>
                    <a:pt x="338" y="12"/>
                  </a:cubicBezTo>
                  <a:cubicBezTo>
                    <a:pt x="327" y="6"/>
                    <a:pt x="320" y="4"/>
                    <a:pt x="319" y="3"/>
                  </a:cubicBezTo>
                  <a:cubicBezTo>
                    <a:pt x="316" y="2"/>
                    <a:pt x="314" y="2"/>
                    <a:pt x="311" y="1"/>
                  </a:cubicBezTo>
                  <a:cubicBezTo>
                    <a:pt x="309" y="1"/>
                    <a:pt x="306" y="0"/>
                    <a:pt x="304" y="0"/>
                  </a:cubicBezTo>
                  <a:cubicBezTo>
                    <a:pt x="150" y="0"/>
                    <a:pt x="150" y="0"/>
                    <a:pt x="150" y="0"/>
                  </a:cubicBezTo>
                  <a:cubicBezTo>
                    <a:pt x="148" y="0"/>
                    <a:pt x="146" y="1"/>
                    <a:pt x="144" y="1"/>
                  </a:cubicBezTo>
                  <a:cubicBezTo>
                    <a:pt x="144" y="1"/>
                    <a:pt x="143" y="1"/>
                    <a:pt x="143" y="1"/>
                  </a:cubicBezTo>
                  <a:cubicBezTo>
                    <a:pt x="143" y="1"/>
                    <a:pt x="143" y="1"/>
                    <a:pt x="143" y="1"/>
                  </a:cubicBezTo>
                  <a:cubicBezTo>
                    <a:pt x="140" y="1"/>
                    <a:pt x="132" y="2"/>
                    <a:pt x="120" y="7"/>
                  </a:cubicBezTo>
                  <a:cubicBezTo>
                    <a:pt x="118" y="7"/>
                    <a:pt x="116" y="8"/>
                    <a:pt x="115" y="9"/>
                  </a:cubicBezTo>
                  <a:cubicBezTo>
                    <a:pt x="93" y="18"/>
                    <a:pt x="63" y="40"/>
                    <a:pt x="40" y="83"/>
                  </a:cubicBezTo>
                  <a:cubicBezTo>
                    <a:pt x="17" y="126"/>
                    <a:pt x="1" y="189"/>
                    <a:pt x="0" y="284"/>
                  </a:cubicBezTo>
                  <a:cubicBezTo>
                    <a:pt x="0" y="302"/>
                    <a:pt x="14" y="317"/>
                    <a:pt x="32" y="317"/>
                  </a:cubicBezTo>
                  <a:cubicBezTo>
                    <a:pt x="32" y="317"/>
                    <a:pt x="32" y="317"/>
                    <a:pt x="32" y="317"/>
                  </a:cubicBezTo>
                  <a:cubicBezTo>
                    <a:pt x="50" y="317"/>
                    <a:pt x="64" y="302"/>
                    <a:pt x="64" y="285"/>
                  </a:cubicBezTo>
                  <a:cubicBezTo>
                    <a:pt x="64" y="285"/>
                    <a:pt x="64" y="285"/>
                    <a:pt x="64" y="284"/>
                  </a:cubicBezTo>
                  <a:cubicBezTo>
                    <a:pt x="64" y="279"/>
                    <a:pt x="64" y="273"/>
                    <a:pt x="65" y="268"/>
                  </a:cubicBezTo>
                  <a:cubicBezTo>
                    <a:pt x="63" y="266"/>
                    <a:pt x="61" y="264"/>
                    <a:pt x="59" y="2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 name="Freeform 125"/>
            <p:cNvSpPr>
              <a:spLocks/>
            </p:cNvSpPr>
            <p:nvPr/>
          </p:nvSpPr>
          <p:spPr bwMode="auto">
            <a:xfrm>
              <a:off x="3629100" y="5723444"/>
              <a:ext cx="200804" cy="164294"/>
            </a:xfrm>
            <a:custGeom>
              <a:avLst/>
              <a:gdLst>
                <a:gd name="T0" fmla="*/ 137 w 180"/>
                <a:gd name="T1" fmla="*/ 140 h 147"/>
                <a:gd name="T2" fmla="*/ 159 w 180"/>
                <a:gd name="T3" fmla="*/ 147 h 147"/>
                <a:gd name="T4" fmla="*/ 180 w 180"/>
                <a:gd name="T5" fmla="*/ 90 h 147"/>
                <a:gd name="T6" fmla="*/ 90 w 180"/>
                <a:gd name="T7" fmla="*/ 0 h 147"/>
                <a:gd name="T8" fmla="*/ 0 w 180"/>
                <a:gd name="T9" fmla="*/ 89 h 147"/>
                <a:gd name="T10" fmla="*/ 5 w 180"/>
                <a:gd name="T11" fmla="*/ 120 h 147"/>
                <a:gd name="T12" fmla="*/ 137 w 180"/>
                <a:gd name="T13" fmla="*/ 140 h 147"/>
              </a:gdLst>
              <a:ahLst/>
              <a:cxnLst>
                <a:cxn ang="0">
                  <a:pos x="T0" y="T1"/>
                </a:cxn>
                <a:cxn ang="0">
                  <a:pos x="T2" y="T3"/>
                </a:cxn>
                <a:cxn ang="0">
                  <a:pos x="T4" y="T5"/>
                </a:cxn>
                <a:cxn ang="0">
                  <a:pos x="T6" y="T7"/>
                </a:cxn>
                <a:cxn ang="0">
                  <a:pos x="T8" y="T9"/>
                </a:cxn>
                <a:cxn ang="0">
                  <a:pos x="T10" y="T11"/>
                </a:cxn>
                <a:cxn ang="0">
                  <a:pos x="T12" y="T13"/>
                </a:cxn>
              </a:cxnLst>
              <a:rect l="0" t="0" r="r" b="b"/>
              <a:pathLst>
                <a:path w="180" h="147">
                  <a:moveTo>
                    <a:pt x="137" y="140"/>
                  </a:moveTo>
                  <a:cubicBezTo>
                    <a:pt x="145" y="141"/>
                    <a:pt x="152" y="144"/>
                    <a:pt x="159" y="147"/>
                  </a:cubicBezTo>
                  <a:cubicBezTo>
                    <a:pt x="172" y="132"/>
                    <a:pt x="179" y="112"/>
                    <a:pt x="180" y="90"/>
                  </a:cubicBezTo>
                  <a:cubicBezTo>
                    <a:pt x="180" y="41"/>
                    <a:pt x="140" y="0"/>
                    <a:pt x="90" y="0"/>
                  </a:cubicBezTo>
                  <a:cubicBezTo>
                    <a:pt x="40" y="0"/>
                    <a:pt x="0" y="40"/>
                    <a:pt x="0" y="89"/>
                  </a:cubicBezTo>
                  <a:cubicBezTo>
                    <a:pt x="0" y="100"/>
                    <a:pt x="1" y="110"/>
                    <a:pt x="5" y="120"/>
                  </a:cubicBezTo>
                  <a:lnTo>
                    <a:pt x="137"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 name="Freeform 126"/>
            <p:cNvSpPr>
              <a:spLocks/>
            </p:cNvSpPr>
            <p:nvPr/>
          </p:nvSpPr>
          <p:spPr bwMode="auto">
            <a:xfrm>
              <a:off x="4278454" y="5885130"/>
              <a:ext cx="378138" cy="116050"/>
            </a:xfrm>
            <a:custGeom>
              <a:avLst/>
              <a:gdLst>
                <a:gd name="T0" fmla="*/ 109 w 339"/>
                <a:gd name="T1" fmla="*/ 80 h 105"/>
                <a:gd name="T2" fmla="*/ 287 w 339"/>
                <a:gd name="T3" fmla="*/ 100 h 105"/>
                <a:gd name="T4" fmla="*/ 334 w 339"/>
                <a:gd name="T5" fmla="*/ 69 h 105"/>
                <a:gd name="T6" fmla="*/ 304 w 339"/>
                <a:gd name="T7" fmla="*/ 22 h 105"/>
                <a:gd name="T8" fmla="*/ 109 w 339"/>
                <a:gd name="T9" fmla="*/ 0 h 105"/>
                <a:gd name="T10" fmla="*/ 29 w 339"/>
                <a:gd name="T11" fmla="*/ 5 h 105"/>
                <a:gd name="T12" fmla="*/ 0 w 339"/>
                <a:gd name="T13" fmla="*/ 91 h 105"/>
                <a:gd name="T14" fmla="*/ 109 w 339"/>
                <a:gd name="T15" fmla="*/ 80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9" h="105">
                  <a:moveTo>
                    <a:pt x="109" y="80"/>
                  </a:moveTo>
                  <a:cubicBezTo>
                    <a:pt x="157" y="80"/>
                    <a:pt x="216" y="85"/>
                    <a:pt x="287" y="100"/>
                  </a:cubicBezTo>
                  <a:cubicBezTo>
                    <a:pt x="309" y="105"/>
                    <a:pt x="330" y="91"/>
                    <a:pt x="334" y="69"/>
                  </a:cubicBezTo>
                  <a:cubicBezTo>
                    <a:pt x="339" y="48"/>
                    <a:pt x="325" y="26"/>
                    <a:pt x="304" y="22"/>
                  </a:cubicBezTo>
                  <a:cubicBezTo>
                    <a:pt x="227" y="6"/>
                    <a:pt x="162" y="0"/>
                    <a:pt x="109" y="0"/>
                  </a:cubicBezTo>
                  <a:cubicBezTo>
                    <a:pt x="79" y="0"/>
                    <a:pt x="52" y="2"/>
                    <a:pt x="29" y="5"/>
                  </a:cubicBezTo>
                  <a:cubicBezTo>
                    <a:pt x="0" y="91"/>
                    <a:pt x="0" y="91"/>
                    <a:pt x="0" y="91"/>
                  </a:cubicBezTo>
                  <a:cubicBezTo>
                    <a:pt x="24" y="85"/>
                    <a:pt x="60" y="80"/>
                    <a:pt x="109"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 name="Freeform 127"/>
            <p:cNvSpPr>
              <a:spLocks/>
            </p:cNvSpPr>
            <p:nvPr/>
          </p:nvSpPr>
          <p:spPr bwMode="auto">
            <a:xfrm>
              <a:off x="3828601" y="5817326"/>
              <a:ext cx="478540" cy="272520"/>
            </a:xfrm>
            <a:custGeom>
              <a:avLst/>
              <a:gdLst>
                <a:gd name="T0" fmla="*/ 178 w 429"/>
                <a:gd name="T1" fmla="*/ 154 h 244"/>
                <a:gd name="T2" fmla="*/ 363 w 429"/>
                <a:gd name="T3" fmla="*/ 244 h 244"/>
                <a:gd name="T4" fmla="*/ 429 w 429"/>
                <a:gd name="T5" fmla="*/ 54 h 244"/>
                <a:gd name="T6" fmla="*/ 309 w 429"/>
                <a:gd name="T7" fmla="*/ 18 h 244"/>
                <a:gd name="T8" fmla="*/ 295 w 429"/>
                <a:gd name="T9" fmla="*/ 53 h 244"/>
                <a:gd name="T10" fmla="*/ 252 w 429"/>
                <a:gd name="T11" fmla="*/ 96 h 244"/>
                <a:gd name="T12" fmla="*/ 152 w 429"/>
                <a:gd name="T13" fmla="*/ 121 h 244"/>
                <a:gd name="T14" fmla="*/ 152 w 429"/>
                <a:gd name="T15" fmla="*/ 121 h 244"/>
                <a:gd name="T16" fmla="*/ 152 w 429"/>
                <a:gd name="T17" fmla="*/ 121 h 244"/>
                <a:gd name="T18" fmla="*/ 65 w 429"/>
                <a:gd name="T19" fmla="*/ 109 h 244"/>
                <a:gd name="T20" fmla="*/ 64 w 429"/>
                <a:gd name="T21" fmla="*/ 109 h 244"/>
                <a:gd name="T22" fmla="*/ 41 w 429"/>
                <a:gd name="T23" fmla="*/ 90 h 244"/>
                <a:gd name="T24" fmla="*/ 38 w 429"/>
                <a:gd name="T25" fmla="*/ 61 h 244"/>
                <a:gd name="T26" fmla="*/ 74 w 429"/>
                <a:gd name="T27" fmla="*/ 34 h 244"/>
                <a:gd name="T28" fmla="*/ 85 w 429"/>
                <a:gd name="T29" fmla="*/ 36 h 244"/>
                <a:gd name="T30" fmla="*/ 86 w 429"/>
                <a:gd name="T31" fmla="*/ 36 h 244"/>
                <a:gd name="T32" fmla="*/ 86 w 429"/>
                <a:gd name="T33" fmla="*/ 36 h 244"/>
                <a:gd name="T34" fmla="*/ 90 w 429"/>
                <a:gd name="T35" fmla="*/ 37 h 244"/>
                <a:gd name="T36" fmla="*/ 105 w 429"/>
                <a:gd name="T37" fmla="*/ 40 h 244"/>
                <a:gd name="T38" fmla="*/ 152 w 429"/>
                <a:gd name="T39" fmla="*/ 45 h 244"/>
                <a:gd name="T40" fmla="*/ 200 w 429"/>
                <a:gd name="T41" fmla="*/ 37 h 244"/>
                <a:gd name="T42" fmla="*/ 229 w 429"/>
                <a:gd name="T43" fmla="*/ 14 h 244"/>
                <a:gd name="T44" fmla="*/ 234 w 429"/>
                <a:gd name="T45" fmla="*/ 5 h 244"/>
                <a:gd name="T46" fmla="*/ 161 w 429"/>
                <a:gd name="T47" fmla="*/ 0 h 244"/>
                <a:gd name="T48" fmla="*/ 41 w 429"/>
                <a:gd name="T49" fmla="*/ 26 h 244"/>
                <a:gd name="T50" fmla="*/ 21 w 429"/>
                <a:gd name="T51" fmla="*/ 116 h 244"/>
                <a:gd name="T52" fmla="*/ 178 w 429"/>
                <a:gd name="T53" fmla="*/ 154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29" h="244">
                  <a:moveTo>
                    <a:pt x="178" y="154"/>
                  </a:moveTo>
                  <a:cubicBezTo>
                    <a:pt x="257" y="154"/>
                    <a:pt x="363" y="244"/>
                    <a:pt x="363" y="244"/>
                  </a:cubicBezTo>
                  <a:cubicBezTo>
                    <a:pt x="429" y="54"/>
                    <a:pt x="429" y="54"/>
                    <a:pt x="429" y="54"/>
                  </a:cubicBezTo>
                  <a:cubicBezTo>
                    <a:pt x="429" y="54"/>
                    <a:pt x="376" y="34"/>
                    <a:pt x="309" y="18"/>
                  </a:cubicBezTo>
                  <a:cubicBezTo>
                    <a:pt x="305" y="31"/>
                    <a:pt x="301" y="42"/>
                    <a:pt x="295" y="53"/>
                  </a:cubicBezTo>
                  <a:cubicBezTo>
                    <a:pt x="284" y="70"/>
                    <a:pt x="270" y="85"/>
                    <a:pt x="252" y="96"/>
                  </a:cubicBezTo>
                  <a:cubicBezTo>
                    <a:pt x="225" y="112"/>
                    <a:pt x="193" y="120"/>
                    <a:pt x="152" y="121"/>
                  </a:cubicBezTo>
                  <a:cubicBezTo>
                    <a:pt x="152" y="121"/>
                    <a:pt x="152" y="121"/>
                    <a:pt x="152" y="121"/>
                  </a:cubicBezTo>
                  <a:cubicBezTo>
                    <a:pt x="152" y="121"/>
                    <a:pt x="152" y="121"/>
                    <a:pt x="152" y="121"/>
                  </a:cubicBezTo>
                  <a:cubicBezTo>
                    <a:pt x="112" y="121"/>
                    <a:pt x="77" y="112"/>
                    <a:pt x="65" y="109"/>
                  </a:cubicBezTo>
                  <a:cubicBezTo>
                    <a:pt x="64" y="109"/>
                    <a:pt x="64" y="109"/>
                    <a:pt x="64" y="109"/>
                  </a:cubicBezTo>
                  <a:cubicBezTo>
                    <a:pt x="54" y="106"/>
                    <a:pt x="46" y="99"/>
                    <a:pt x="41" y="90"/>
                  </a:cubicBezTo>
                  <a:cubicBezTo>
                    <a:pt x="36" y="81"/>
                    <a:pt x="35" y="71"/>
                    <a:pt x="38" y="61"/>
                  </a:cubicBezTo>
                  <a:cubicBezTo>
                    <a:pt x="43" y="45"/>
                    <a:pt x="58" y="34"/>
                    <a:pt x="74" y="34"/>
                  </a:cubicBezTo>
                  <a:cubicBezTo>
                    <a:pt x="78" y="34"/>
                    <a:pt x="82" y="35"/>
                    <a:pt x="85" y="36"/>
                  </a:cubicBezTo>
                  <a:cubicBezTo>
                    <a:pt x="86" y="36"/>
                    <a:pt x="86" y="36"/>
                    <a:pt x="86" y="36"/>
                  </a:cubicBezTo>
                  <a:cubicBezTo>
                    <a:pt x="86" y="36"/>
                    <a:pt x="86" y="36"/>
                    <a:pt x="86" y="36"/>
                  </a:cubicBezTo>
                  <a:cubicBezTo>
                    <a:pt x="87" y="36"/>
                    <a:pt x="88" y="36"/>
                    <a:pt x="90" y="37"/>
                  </a:cubicBezTo>
                  <a:cubicBezTo>
                    <a:pt x="93" y="38"/>
                    <a:pt x="98" y="39"/>
                    <a:pt x="105" y="40"/>
                  </a:cubicBezTo>
                  <a:cubicBezTo>
                    <a:pt x="116" y="42"/>
                    <a:pt x="133" y="45"/>
                    <a:pt x="152" y="45"/>
                  </a:cubicBezTo>
                  <a:cubicBezTo>
                    <a:pt x="171" y="45"/>
                    <a:pt x="188" y="42"/>
                    <a:pt x="200" y="37"/>
                  </a:cubicBezTo>
                  <a:cubicBezTo>
                    <a:pt x="214" y="32"/>
                    <a:pt x="223" y="25"/>
                    <a:pt x="229" y="14"/>
                  </a:cubicBezTo>
                  <a:cubicBezTo>
                    <a:pt x="231" y="11"/>
                    <a:pt x="232" y="8"/>
                    <a:pt x="234" y="5"/>
                  </a:cubicBezTo>
                  <a:cubicBezTo>
                    <a:pt x="209" y="2"/>
                    <a:pt x="184" y="0"/>
                    <a:pt x="161" y="0"/>
                  </a:cubicBezTo>
                  <a:cubicBezTo>
                    <a:pt x="90" y="2"/>
                    <a:pt x="54" y="20"/>
                    <a:pt x="41" y="26"/>
                  </a:cubicBezTo>
                  <a:cubicBezTo>
                    <a:pt x="6" y="41"/>
                    <a:pt x="0" y="94"/>
                    <a:pt x="21" y="116"/>
                  </a:cubicBezTo>
                  <a:cubicBezTo>
                    <a:pt x="34" y="130"/>
                    <a:pt x="77" y="153"/>
                    <a:pt x="178" y="1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 name="Freeform 128"/>
            <p:cNvSpPr>
              <a:spLocks/>
            </p:cNvSpPr>
            <p:nvPr/>
          </p:nvSpPr>
          <p:spPr bwMode="auto">
            <a:xfrm>
              <a:off x="3874238" y="5763865"/>
              <a:ext cx="297295" cy="179941"/>
            </a:xfrm>
            <a:custGeom>
              <a:avLst/>
              <a:gdLst>
                <a:gd name="T0" fmla="*/ 195 w 267"/>
                <a:gd name="T1" fmla="*/ 66 h 161"/>
                <a:gd name="T2" fmla="*/ 162 w 267"/>
                <a:gd name="T3" fmla="*/ 93 h 161"/>
                <a:gd name="T4" fmla="*/ 111 w 267"/>
                <a:gd name="T5" fmla="*/ 101 h 161"/>
                <a:gd name="T6" fmla="*/ 62 w 267"/>
                <a:gd name="T7" fmla="*/ 96 h 161"/>
                <a:gd name="T8" fmla="*/ 47 w 267"/>
                <a:gd name="T9" fmla="*/ 93 h 161"/>
                <a:gd name="T10" fmla="*/ 43 w 267"/>
                <a:gd name="T11" fmla="*/ 92 h 161"/>
                <a:gd name="T12" fmla="*/ 42 w 267"/>
                <a:gd name="T13" fmla="*/ 91 h 161"/>
                <a:gd name="T14" fmla="*/ 42 w 267"/>
                <a:gd name="T15" fmla="*/ 91 h 161"/>
                <a:gd name="T16" fmla="*/ 5 w 267"/>
                <a:gd name="T17" fmla="*/ 112 h 161"/>
                <a:gd name="T18" fmla="*/ 25 w 267"/>
                <a:gd name="T19" fmla="*/ 149 h 161"/>
                <a:gd name="T20" fmla="*/ 111 w 267"/>
                <a:gd name="T21" fmla="*/ 161 h 161"/>
                <a:gd name="T22" fmla="*/ 207 w 267"/>
                <a:gd name="T23" fmla="*/ 137 h 161"/>
                <a:gd name="T24" fmla="*/ 247 w 267"/>
                <a:gd name="T25" fmla="*/ 97 h 161"/>
                <a:gd name="T26" fmla="*/ 265 w 267"/>
                <a:gd name="T27" fmla="*/ 34 h 161"/>
                <a:gd name="T28" fmla="*/ 238 w 267"/>
                <a:gd name="T29" fmla="*/ 2 h 161"/>
                <a:gd name="T30" fmla="*/ 206 w 267"/>
                <a:gd name="T31" fmla="*/ 29 h 161"/>
                <a:gd name="T32" fmla="*/ 195 w 267"/>
                <a:gd name="T33" fmla="*/ 66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7" h="161">
                  <a:moveTo>
                    <a:pt x="195" y="66"/>
                  </a:moveTo>
                  <a:cubicBezTo>
                    <a:pt x="187" y="79"/>
                    <a:pt x="177" y="87"/>
                    <a:pt x="162" y="93"/>
                  </a:cubicBezTo>
                  <a:cubicBezTo>
                    <a:pt x="147" y="98"/>
                    <a:pt x="129" y="101"/>
                    <a:pt x="111" y="101"/>
                  </a:cubicBezTo>
                  <a:cubicBezTo>
                    <a:pt x="93" y="101"/>
                    <a:pt x="75" y="98"/>
                    <a:pt x="62" y="96"/>
                  </a:cubicBezTo>
                  <a:cubicBezTo>
                    <a:pt x="56" y="95"/>
                    <a:pt x="50" y="93"/>
                    <a:pt x="47" y="93"/>
                  </a:cubicBezTo>
                  <a:cubicBezTo>
                    <a:pt x="45" y="92"/>
                    <a:pt x="44" y="92"/>
                    <a:pt x="43" y="92"/>
                  </a:cubicBezTo>
                  <a:cubicBezTo>
                    <a:pt x="42" y="91"/>
                    <a:pt x="42" y="91"/>
                    <a:pt x="42" y="91"/>
                  </a:cubicBezTo>
                  <a:cubicBezTo>
                    <a:pt x="42" y="91"/>
                    <a:pt x="42" y="91"/>
                    <a:pt x="42" y="91"/>
                  </a:cubicBezTo>
                  <a:cubicBezTo>
                    <a:pt x="26" y="87"/>
                    <a:pt x="9" y="96"/>
                    <a:pt x="5" y="112"/>
                  </a:cubicBezTo>
                  <a:cubicBezTo>
                    <a:pt x="0" y="128"/>
                    <a:pt x="9" y="144"/>
                    <a:pt x="25" y="149"/>
                  </a:cubicBezTo>
                  <a:cubicBezTo>
                    <a:pt x="27" y="149"/>
                    <a:pt x="65" y="161"/>
                    <a:pt x="111" y="161"/>
                  </a:cubicBezTo>
                  <a:cubicBezTo>
                    <a:pt x="141" y="161"/>
                    <a:pt x="176" y="156"/>
                    <a:pt x="207" y="137"/>
                  </a:cubicBezTo>
                  <a:cubicBezTo>
                    <a:pt x="222" y="128"/>
                    <a:pt x="236" y="114"/>
                    <a:pt x="247" y="97"/>
                  </a:cubicBezTo>
                  <a:cubicBezTo>
                    <a:pt x="257" y="79"/>
                    <a:pt x="263" y="58"/>
                    <a:pt x="265" y="34"/>
                  </a:cubicBezTo>
                  <a:cubicBezTo>
                    <a:pt x="267" y="18"/>
                    <a:pt x="255" y="3"/>
                    <a:pt x="238" y="2"/>
                  </a:cubicBezTo>
                  <a:cubicBezTo>
                    <a:pt x="222" y="0"/>
                    <a:pt x="207" y="13"/>
                    <a:pt x="206" y="29"/>
                  </a:cubicBezTo>
                  <a:cubicBezTo>
                    <a:pt x="204" y="46"/>
                    <a:pt x="200" y="57"/>
                    <a:pt x="195" y="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 name="Freeform 129"/>
            <p:cNvSpPr>
              <a:spLocks/>
            </p:cNvSpPr>
            <p:nvPr/>
          </p:nvSpPr>
          <p:spPr bwMode="auto">
            <a:xfrm>
              <a:off x="3454374" y="5846012"/>
              <a:ext cx="376834" cy="153863"/>
            </a:xfrm>
            <a:custGeom>
              <a:avLst/>
              <a:gdLst>
                <a:gd name="T0" fmla="*/ 46 w 339"/>
                <a:gd name="T1" fmla="*/ 103 h 138"/>
                <a:gd name="T2" fmla="*/ 278 w 339"/>
                <a:gd name="T3" fmla="*/ 137 h 138"/>
                <a:gd name="T4" fmla="*/ 286 w 339"/>
                <a:gd name="T5" fmla="*/ 138 h 138"/>
                <a:gd name="T6" fmla="*/ 335 w 339"/>
                <a:gd name="T7" fmla="*/ 95 h 138"/>
                <a:gd name="T8" fmla="*/ 293 w 339"/>
                <a:gd name="T9" fmla="*/ 39 h 138"/>
                <a:gd name="T10" fmla="*/ 61 w 339"/>
                <a:gd name="T11" fmla="*/ 4 h 138"/>
                <a:gd name="T12" fmla="*/ 4 w 339"/>
                <a:gd name="T13" fmla="*/ 46 h 138"/>
                <a:gd name="T14" fmla="*/ 46 w 339"/>
                <a:gd name="T15" fmla="*/ 103 h 1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9" h="138">
                  <a:moveTo>
                    <a:pt x="46" y="103"/>
                  </a:moveTo>
                  <a:cubicBezTo>
                    <a:pt x="278" y="137"/>
                    <a:pt x="278" y="137"/>
                    <a:pt x="278" y="137"/>
                  </a:cubicBezTo>
                  <a:cubicBezTo>
                    <a:pt x="281" y="138"/>
                    <a:pt x="283" y="138"/>
                    <a:pt x="286" y="138"/>
                  </a:cubicBezTo>
                  <a:cubicBezTo>
                    <a:pt x="310" y="138"/>
                    <a:pt x="331" y="120"/>
                    <a:pt x="335" y="95"/>
                  </a:cubicBezTo>
                  <a:cubicBezTo>
                    <a:pt x="339" y="68"/>
                    <a:pt x="320" y="43"/>
                    <a:pt x="293" y="39"/>
                  </a:cubicBezTo>
                  <a:cubicBezTo>
                    <a:pt x="61" y="4"/>
                    <a:pt x="61" y="4"/>
                    <a:pt x="61" y="4"/>
                  </a:cubicBezTo>
                  <a:cubicBezTo>
                    <a:pt x="34" y="0"/>
                    <a:pt x="8" y="19"/>
                    <a:pt x="4" y="46"/>
                  </a:cubicBezTo>
                  <a:cubicBezTo>
                    <a:pt x="0" y="73"/>
                    <a:pt x="19" y="99"/>
                    <a:pt x="46"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 name="Freeform 130"/>
            <p:cNvSpPr>
              <a:spLocks/>
            </p:cNvSpPr>
            <p:nvPr/>
          </p:nvSpPr>
          <p:spPr bwMode="auto">
            <a:xfrm>
              <a:off x="3673434" y="5268374"/>
              <a:ext cx="768011" cy="383354"/>
            </a:xfrm>
            <a:custGeom>
              <a:avLst/>
              <a:gdLst>
                <a:gd name="T0" fmla="*/ 344 w 689"/>
                <a:gd name="T1" fmla="*/ 344 h 344"/>
                <a:gd name="T2" fmla="*/ 436 w 689"/>
                <a:gd name="T3" fmla="*/ 0 h 344"/>
                <a:gd name="T4" fmla="*/ 344 w 689"/>
                <a:gd name="T5" fmla="*/ 54 h 344"/>
                <a:gd name="T6" fmla="*/ 253 w 689"/>
                <a:gd name="T7" fmla="*/ 0 h 344"/>
                <a:gd name="T8" fmla="*/ 344 w 689"/>
                <a:gd name="T9" fmla="*/ 344 h 344"/>
              </a:gdLst>
              <a:ahLst/>
              <a:cxnLst>
                <a:cxn ang="0">
                  <a:pos x="T0" y="T1"/>
                </a:cxn>
                <a:cxn ang="0">
                  <a:pos x="T2" y="T3"/>
                </a:cxn>
                <a:cxn ang="0">
                  <a:pos x="T4" y="T5"/>
                </a:cxn>
                <a:cxn ang="0">
                  <a:pos x="T6" y="T7"/>
                </a:cxn>
                <a:cxn ang="0">
                  <a:pos x="T8" y="T9"/>
                </a:cxn>
              </a:cxnLst>
              <a:rect l="0" t="0" r="r" b="b"/>
              <a:pathLst>
                <a:path w="689" h="344">
                  <a:moveTo>
                    <a:pt x="344" y="344"/>
                  </a:moveTo>
                  <a:cubicBezTo>
                    <a:pt x="689" y="118"/>
                    <a:pt x="506" y="0"/>
                    <a:pt x="436" y="0"/>
                  </a:cubicBezTo>
                  <a:cubicBezTo>
                    <a:pt x="366" y="0"/>
                    <a:pt x="344" y="54"/>
                    <a:pt x="344" y="54"/>
                  </a:cubicBezTo>
                  <a:cubicBezTo>
                    <a:pt x="344" y="54"/>
                    <a:pt x="323" y="0"/>
                    <a:pt x="253" y="0"/>
                  </a:cubicBezTo>
                  <a:cubicBezTo>
                    <a:pt x="183" y="0"/>
                    <a:pt x="0" y="118"/>
                    <a:pt x="344" y="3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73" name="组合 372"/>
          <p:cNvGrpSpPr/>
          <p:nvPr/>
        </p:nvGrpSpPr>
        <p:grpSpPr>
          <a:xfrm>
            <a:off x="11132071" y="755948"/>
            <a:ext cx="808808" cy="1406569"/>
            <a:chOff x="5468937" y="471240"/>
            <a:chExt cx="864501" cy="1503424"/>
          </a:xfrm>
          <a:solidFill>
            <a:schemeClr val="tx1">
              <a:lumMod val="65000"/>
              <a:lumOff val="35000"/>
            </a:schemeClr>
          </a:solidFill>
        </p:grpSpPr>
        <p:sp>
          <p:nvSpPr>
            <p:cNvPr id="374" name="Freeform 131"/>
            <p:cNvSpPr>
              <a:spLocks noEditPoints="1"/>
            </p:cNvSpPr>
            <p:nvPr/>
          </p:nvSpPr>
          <p:spPr bwMode="auto">
            <a:xfrm>
              <a:off x="5468937" y="932829"/>
              <a:ext cx="479844" cy="1041835"/>
            </a:xfrm>
            <a:custGeom>
              <a:avLst/>
              <a:gdLst>
                <a:gd name="T0" fmla="*/ 60 w 431"/>
                <a:gd name="T1" fmla="*/ 585 h 934"/>
                <a:gd name="T2" fmla="*/ 64 w 431"/>
                <a:gd name="T3" fmla="*/ 383 h 934"/>
                <a:gd name="T4" fmla="*/ 99 w 431"/>
                <a:gd name="T5" fmla="*/ 262 h 934"/>
                <a:gd name="T6" fmla="*/ 99 w 431"/>
                <a:gd name="T7" fmla="*/ 493 h 934"/>
                <a:gd name="T8" fmla="*/ 148 w 431"/>
                <a:gd name="T9" fmla="*/ 934 h 934"/>
                <a:gd name="T10" fmla="*/ 197 w 431"/>
                <a:gd name="T11" fmla="*/ 524 h 934"/>
                <a:gd name="T12" fmla="*/ 216 w 431"/>
                <a:gd name="T13" fmla="*/ 885 h 934"/>
                <a:gd name="T14" fmla="*/ 315 w 431"/>
                <a:gd name="T15" fmla="*/ 885 h 934"/>
                <a:gd name="T16" fmla="*/ 315 w 431"/>
                <a:gd name="T17" fmla="*/ 417 h 934"/>
                <a:gd name="T18" fmla="*/ 342 w 431"/>
                <a:gd name="T19" fmla="*/ 260 h 934"/>
                <a:gd name="T20" fmla="*/ 421 w 431"/>
                <a:gd name="T21" fmla="*/ 228 h 934"/>
                <a:gd name="T22" fmla="*/ 412 w 431"/>
                <a:gd name="T23" fmla="*/ 133 h 934"/>
                <a:gd name="T24" fmla="*/ 368 w 431"/>
                <a:gd name="T25" fmla="*/ 41 h 934"/>
                <a:gd name="T26" fmla="*/ 323 w 431"/>
                <a:gd name="T27" fmla="*/ 4 h 934"/>
                <a:gd name="T28" fmla="*/ 295 w 431"/>
                <a:gd name="T29" fmla="*/ 29 h 934"/>
                <a:gd name="T30" fmla="*/ 304 w 431"/>
                <a:gd name="T31" fmla="*/ 27 h 934"/>
                <a:gd name="T32" fmla="*/ 327 w 431"/>
                <a:gd name="T33" fmla="*/ 117 h 934"/>
                <a:gd name="T34" fmla="*/ 296 w 431"/>
                <a:gd name="T35" fmla="*/ 113 h 934"/>
                <a:gd name="T36" fmla="*/ 298 w 431"/>
                <a:gd name="T37" fmla="*/ 129 h 934"/>
                <a:gd name="T38" fmla="*/ 285 w 431"/>
                <a:gd name="T39" fmla="*/ 131 h 934"/>
                <a:gd name="T40" fmla="*/ 329 w 431"/>
                <a:gd name="T41" fmla="*/ 132 h 934"/>
                <a:gd name="T42" fmla="*/ 356 w 431"/>
                <a:gd name="T43" fmla="*/ 164 h 934"/>
                <a:gd name="T44" fmla="*/ 360 w 431"/>
                <a:gd name="T45" fmla="*/ 194 h 934"/>
                <a:gd name="T46" fmla="*/ 308 w 431"/>
                <a:gd name="T47" fmla="*/ 193 h 934"/>
                <a:gd name="T48" fmla="*/ 294 w 431"/>
                <a:gd name="T49" fmla="*/ 190 h 934"/>
                <a:gd name="T50" fmla="*/ 284 w 431"/>
                <a:gd name="T51" fmla="*/ 188 h 934"/>
                <a:gd name="T52" fmla="*/ 126 w 431"/>
                <a:gd name="T53" fmla="*/ 189 h 934"/>
                <a:gd name="T54" fmla="*/ 91 w 431"/>
                <a:gd name="T55" fmla="*/ 194 h 934"/>
                <a:gd name="T56" fmla="*/ 0 w 431"/>
                <a:gd name="T57" fmla="*/ 383 h 934"/>
                <a:gd name="T58" fmla="*/ 53 w 431"/>
                <a:gd name="T59" fmla="*/ 586 h 934"/>
                <a:gd name="T60" fmla="*/ 324 w 431"/>
                <a:gd name="T61" fmla="*/ 24 h 934"/>
                <a:gd name="T62" fmla="*/ 347 w 431"/>
                <a:gd name="T63" fmla="*/ 26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31" h="934">
                  <a:moveTo>
                    <a:pt x="53" y="586"/>
                  </a:moveTo>
                  <a:cubicBezTo>
                    <a:pt x="56" y="586"/>
                    <a:pt x="58" y="586"/>
                    <a:pt x="60" y="585"/>
                  </a:cubicBezTo>
                  <a:cubicBezTo>
                    <a:pt x="77" y="582"/>
                    <a:pt x="88" y="565"/>
                    <a:pt x="85" y="547"/>
                  </a:cubicBezTo>
                  <a:cubicBezTo>
                    <a:pt x="70" y="478"/>
                    <a:pt x="64" y="424"/>
                    <a:pt x="64" y="383"/>
                  </a:cubicBezTo>
                  <a:cubicBezTo>
                    <a:pt x="64" y="347"/>
                    <a:pt x="68" y="321"/>
                    <a:pt x="74" y="303"/>
                  </a:cubicBezTo>
                  <a:cubicBezTo>
                    <a:pt x="82" y="280"/>
                    <a:pt x="91" y="269"/>
                    <a:pt x="99" y="262"/>
                  </a:cubicBezTo>
                  <a:cubicBezTo>
                    <a:pt x="99" y="417"/>
                    <a:pt x="99" y="417"/>
                    <a:pt x="99" y="417"/>
                  </a:cubicBezTo>
                  <a:cubicBezTo>
                    <a:pt x="99" y="493"/>
                    <a:pt x="99" y="493"/>
                    <a:pt x="99" y="493"/>
                  </a:cubicBezTo>
                  <a:cubicBezTo>
                    <a:pt x="99" y="885"/>
                    <a:pt x="99" y="885"/>
                    <a:pt x="99" y="885"/>
                  </a:cubicBezTo>
                  <a:cubicBezTo>
                    <a:pt x="99" y="912"/>
                    <a:pt x="121" y="934"/>
                    <a:pt x="148" y="934"/>
                  </a:cubicBezTo>
                  <a:cubicBezTo>
                    <a:pt x="175" y="934"/>
                    <a:pt x="197" y="912"/>
                    <a:pt x="197" y="885"/>
                  </a:cubicBezTo>
                  <a:cubicBezTo>
                    <a:pt x="197" y="524"/>
                    <a:pt x="197" y="524"/>
                    <a:pt x="197" y="524"/>
                  </a:cubicBezTo>
                  <a:cubicBezTo>
                    <a:pt x="216" y="524"/>
                    <a:pt x="216" y="524"/>
                    <a:pt x="216" y="524"/>
                  </a:cubicBezTo>
                  <a:cubicBezTo>
                    <a:pt x="216" y="885"/>
                    <a:pt x="216" y="885"/>
                    <a:pt x="216" y="885"/>
                  </a:cubicBezTo>
                  <a:cubicBezTo>
                    <a:pt x="216" y="912"/>
                    <a:pt x="238" y="934"/>
                    <a:pt x="265" y="934"/>
                  </a:cubicBezTo>
                  <a:cubicBezTo>
                    <a:pt x="293" y="934"/>
                    <a:pt x="315" y="912"/>
                    <a:pt x="315" y="885"/>
                  </a:cubicBezTo>
                  <a:cubicBezTo>
                    <a:pt x="315" y="493"/>
                    <a:pt x="315" y="493"/>
                    <a:pt x="315" y="493"/>
                  </a:cubicBezTo>
                  <a:cubicBezTo>
                    <a:pt x="315" y="417"/>
                    <a:pt x="315" y="417"/>
                    <a:pt x="315" y="417"/>
                  </a:cubicBezTo>
                  <a:cubicBezTo>
                    <a:pt x="315" y="258"/>
                    <a:pt x="315" y="258"/>
                    <a:pt x="315" y="258"/>
                  </a:cubicBezTo>
                  <a:cubicBezTo>
                    <a:pt x="323" y="259"/>
                    <a:pt x="333" y="260"/>
                    <a:pt x="342" y="260"/>
                  </a:cubicBezTo>
                  <a:cubicBezTo>
                    <a:pt x="359" y="260"/>
                    <a:pt x="377" y="258"/>
                    <a:pt x="396" y="250"/>
                  </a:cubicBezTo>
                  <a:cubicBezTo>
                    <a:pt x="405" y="245"/>
                    <a:pt x="414" y="238"/>
                    <a:pt x="421" y="228"/>
                  </a:cubicBezTo>
                  <a:cubicBezTo>
                    <a:pt x="428" y="218"/>
                    <a:pt x="431" y="205"/>
                    <a:pt x="431" y="192"/>
                  </a:cubicBezTo>
                  <a:cubicBezTo>
                    <a:pt x="431" y="173"/>
                    <a:pt x="424" y="154"/>
                    <a:pt x="412" y="133"/>
                  </a:cubicBezTo>
                  <a:cubicBezTo>
                    <a:pt x="400" y="112"/>
                    <a:pt x="383" y="89"/>
                    <a:pt x="359" y="61"/>
                  </a:cubicBezTo>
                  <a:cubicBezTo>
                    <a:pt x="368" y="41"/>
                    <a:pt x="368" y="41"/>
                    <a:pt x="368" y="41"/>
                  </a:cubicBezTo>
                  <a:cubicBezTo>
                    <a:pt x="371" y="32"/>
                    <a:pt x="368" y="23"/>
                    <a:pt x="360" y="20"/>
                  </a:cubicBezTo>
                  <a:cubicBezTo>
                    <a:pt x="323" y="4"/>
                    <a:pt x="323" y="4"/>
                    <a:pt x="323" y="4"/>
                  </a:cubicBezTo>
                  <a:cubicBezTo>
                    <a:pt x="315" y="0"/>
                    <a:pt x="305" y="4"/>
                    <a:pt x="302" y="12"/>
                  </a:cubicBezTo>
                  <a:cubicBezTo>
                    <a:pt x="295" y="29"/>
                    <a:pt x="295" y="29"/>
                    <a:pt x="295" y="29"/>
                  </a:cubicBezTo>
                  <a:cubicBezTo>
                    <a:pt x="296" y="32"/>
                    <a:pt x="298" y="35"/>
                    <a:pt x="299" y="38"/>
                  </a:cubicBezTo>
                  <a:cubicBezTo>
                    <a:pt x="304" y="27"/>
                    <a:pt x="304" y="27"/>
                    <a:pt x="304" y="27"/>
                  </a:cubicBezTo>
                  <a:cubicBezTo>
                    <a:pt x="356" y="49"/>
                    <a:pt x="356" y="49"/>
                    <a:pt x="356" y="49"/>
                  </a:cubicBezTo>
                  <a:cubicBezTo>
                    <a:pt x="327" y="117"/>
                    <a:pt x="327" y="117"/>
                    <a:pt x="327" y="117"/>
                  </a:cubicBezTo>
                  <a:cubicBezTo>
                    <a:pt x="299" y="105"/>
                    <a:pt x="299" y="105"/>
                    <a:pt x="299" y="105"/>
                  </a:cubicBezTo>
                  <a:cubicBezTo>
                    <a:pt x="298" y="107"/>
                    <a:pt x="297" y="110"/>
                    <a:pt x="296" y="113"/>
                  </a:cubicBezTo>
                  <a:cubicBezTo>
                    <a:pt x="304" y="116"/>
                    <a:pt x="304" y="116"/>
                    <a:pt x="304" y="116"/>
                  </a:cubicBezTo>
                  <a:cubicBezTo>
                    <a:pt x="298" y="129"/>
                    <a:pt x="298" y="129"/>
                    <a:pt x="298" y="129"/>
                  </a:cubicBezTo>
                  <a:cubicBezTo>
                    <a:pt x="289" y="125"/>
                    <a:pt x="289" y="125"/>
                    <a:pt x="289" y="125"/>
                  </a:cubicBezTo>
                  <a:cubicBezTo>
                    <a:pt x="288" y="127"/>
                    <a:pt x="286" y="129"/>
                    <a:pt x="285" y="131"/>
                  </a:cubicBezTo>
                  <a:cubicBezTo>
                    <a:pt x="308" y="141"/>
                    <a:pt x="308" y="141"/>
                    <a:pt x="308" y="141"/>
                  </a:cubicBezTo>
                  <a:cubicBezTo>
                    <a:pt x="316" y="144"/>
                    <a:pt x="325" y="141"/>
                    <a:pt x="329" y="132"/>
                  </a:cubicBezTo>
                  <a:cubicBezTo>
                    <a:pt x="331" y="127"/>
                    <a:pt x="331" y="127"/>
                    <a:pt x="331" y="127"/>
                  </a:cubicBezTo>
                  <a:cubicBezTo>
                    <a:pt x="342" y="142"/>
                    <a:pt x="351" y="154"/>
                    <a:pt x="356" y="164"/>
                  </a:cubicBezTo>
                  <a:cubicBezTo>
                    <a:pt x="365" y="179"/>
                    <a:pt x="367" y="189"/>
                    <a:pt x="367" y="192"/>
                  </a:cubicBezTo>
                  <a:cubicBezTo>
                    <a:pt x="366" y="193"/>
                    <a:pt x="363" y="194"/>
                    <a:pt x="360" y="194"/>
                  </a:cubicBezTo>
                  <a:cubicBezTo>
                    <a:pt x="355" y="195"/>
                    <a:pt x="349" y="196"/>
                    <a:pt x="342" y="196"/>
                  </a:cubicBezTo>
                  <a:cubicBezTo>
                    <a:pt x="331" y="196"/>
                    <a:pt x="318" y="194"/>
                    <a:pt x="308" y="193"/>
                  </a:cubicBezTo>
                  <a:cubicBezTo>
                    <a:pt x="304" y="192"/>
                    <a:pt x="300" y="191"/>
                    <a:pt x="297" y="191"/>
                  </a:cubicBezTo>
                  <a:cubicBezTo>
                    <a:pt x="296" y="190"/>
                    <a:pt x="295" y="190"/>
                    <a:pt x="294" y="190"/>
                  </a:cubicBezTo>
                  <a:cubicBezTo>
                    <a:pt x="294" y="190"/>
                    <a:pt x="294" y="190"/>
                    <a:pt x="294" y="190"/>
                  </a:cubicBezTo>
                  <a:cubicBezTo>
                    <a:pt x="291" y="189"/>
                    <a:pt x="287" y="188"/>
                    <a:pt x="284" y="188"/>
                  </a:cubicBezTo>
                  <a:cubicBezTo>
                    <a:pt x="129" y="188"/>
                    <a:pt x="129" y="188"/>
                    <a:pt x="129" y="188"/>
                  </a:cubicBezTo>
                  <a:cubicBezTo>
                    <a:pt x="128" y="188"/>
                    <a:pt x="127" y="189"/>
                    <a:pt x="126" y="189"/>
                  </a:cubicBezTo>
                  <a:cubicBezTo>
                    <a:pt x="125" y="189"/>
                    <a:pt x="125" y="189"/>
                    <a:pt x="124" y="189"/>
                  </a:cubicBezTo>
                  <a:cubicBezTo>
                    <a:pt x="116" y="189"/>
                    <a:pt x="104" y="190"/>
                    <a:pt x="91" y="194"/>
                  </a:cubicBezTo>
                  <a:cubicBezTo>
                    <a:pt x="70" y="201"/>
                    <a:pt x="45" y="218"/>
                    <a:pt x="28" y="249"/>
                  </a:cubicBezTo>
                  <a:cubicBezTo>
                    <a:pt x="11" y="279"/>
                    <a:pt x="0" y="322"/>
                    <a:pt x="0" y="383"/>
                  </a:cubicBezTo>
                  <a:cubicBezTo>
                    <a:pt x="0" y="430"/>
                    <a:pt x="7" y="488"/>
                    <a:pt x="22" y="561"/>
                  </a:cubicBezTo>
                  <a:cubicBezTo>
                    <a:pt x="25" y="576"/>
                    <a:pt x="39" y="586"/>
                    <a:pt x="53" y="586"/>
                  </a:cubicBezTo>
                  <a:close/>
                  <a:moveTo>
                    <a:pt x="344" y="32"/>
                  </a:moveTo>
                  <a:cubicBezTo>
                    <a:pt x="324" y="24"/>
                    <a:pt x="324" y="24"/>
                    <a:pt x="324" y="24"/>
                  </a:cubicBezTo>
                  <a:cubicBezTo>
                    <a:pt x="327" y="18"/>
                    <a:pt x="327" y="18"/>
                    <a:pt x="327" y="18"/>
                  </a:cubicBezTo>
                  <a:cubicBezTo>
                    <a:pt x="347" y="26"/>
                    <a:pt x="347" y="26"/>
                    <a:pt x="347" y="26"/>
                  </a:cubicBezTo>
                  <a:lnTo>
                    <a:pt x="344"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 name="Oval 132"/>
            <p:cNvSpPr>
              <a:spLocks noChangeArrowheads="1"/>
            </p:cNvSpPr>
            <p:nvPr/>
          </p:nvSpPr>
          <p:spPr bwMode="auto">
            <a:xfrm>
              <a:off x="5599329" y="913269"/>
              <a:ext cx="199501" cy="20080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 name="Freeform 133"/>
            <p:cNvSpPr>
              <a:spLocks/>
            </p:cNvSpPr>
            <p:nvPr/>
          </p:nvSpPr>
          <p:spPr bwMode="auto">
            <a:xfrm>
              <a:off x="5775359" y="471240"/>
              <a:ext cx="558079" cy="513746"/>
            </a:xfrm>
            <a:custGeom>
              <a:avLst/>
              <a:gdLst>
                <a:gd name="T0" fmla="*/ 16 w 501"/>
                <a:gd name="T1" fmla="*/ 284 h 461"/>
                <a:gd name="T2" fmla="*/ 181 w 501"/>
                <a:gd name="T3" fmla="*/ 284 h 461"/>
                <a:gd name="T4" fmla="*/ 154 w 501"/>
                <a:gd name="T5" fmla="*/ 323 h 461"/>
                <a:gd name="T6" fmla="*/ 204 w 501"/>
                <a:gd name="T7" fmla="*/ 323 h 461"/>
                <a:gd name="T8" fmla="*/ 158 w 501"/>
                <a:gd name="T9" fmla="*/ 381 h 461"/>
                <a:gd name="T10" fmla="*/ 190 w 501"/>
                <a:gd name="T11" fmla="*/ 381 h 461"/>
                <a:gd name="T12" fmla="*/ 141 w 501"/>
                <a:gd name="T13" fmla="*/ 461 h 461"/>
                <a:gd name="T14" fmla="*/ 260 w 501"/>
                <a:gd name="T15" fmla="*/ 381 h 461"/>
                <a:gd name="T16" fmla="*/ 225 w 501"/>
                <a:gd name="T17" fmla="*/ 381 h 461"/>
                <a:gd name="T18" fmla="*/ 302 w 501"/>
                <a:gd name="T19" fmla="*/ 323 h 461"/>
                <a:gd name="T20" fmla="*/ 258 w 501"/>
                <a:gd name="T21" fmla="*/ 323 h 461"/>
                <a:gd name="T22" fmla="*/ 291 w 501"/>
                <a:gd name="T23" fmla="*/ 284 h 461"/>
                <a:gd name="T24" fmla="*/ 485 w 501"/>
                <a:gd name="T25" fmla="*/ 284 h 461"/>
                <a:gd name="T26" fmla="*/ 501 w 501"/>
                <a:gd name="T27" fmla="*/ 268 h 461"/>
                <a:gd name="T28" fmla="*/ 501 w 501"/>
                <a:gd name="T29" fmla="*/ 16 h 461"/>
                <a:gd name="T30" fmla="*/ 485 w 501"/>
                <a:gd name="T31" fmla="*/ 0 h 461"/>
                <a:gd name="T32" fmla="*/ 16 w 501"/>
                <a:gd name="T33" fmla="*/ 0 h 461"/>
                <a:gd name="T34" fmla="*/ 0 w 501"/>
                <a:gd name="T35" fmla="*/ 16 h 461"/>
                <a:gd name="T36" fmla="*/ 0 w 501"/>
                <a:gd name="T37" fmla="*/ 268 h 461"/>
                <a:gd name="T38" fmla="*/ 16 w 501"/>
                <a:gd name="T39" fmla="*/ 284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01" h="461">
                  <a:moveTo>
                    <a:pt x="16" y="284"/>
                  </a:moveTo>
                  <a:cubicBezTo>
                    <a:pt x="181" y="284"/>
                    <a:pt x="181" y="284"/>
                    <a:pt x="181" y="284"/>
                  </a:cubicBezTo>
                  <a:cubicBezTo>
                    <a:pt x="154" y="323"/>
                    <a:pt x="154" y="323"/>
                    <a:pt x="154" y="323"/>
                  </a:cubicBezTo>
                  <a:cubicBezTo>
                    <a:pt x="204" y="323"/>
                    <a:pt x="204" y="323"/>
                    <a:pt x="204" y="323"/>
                  </a:cubicBezTo>
                  <a:cubicBezTo>
                    <a:pt x="158" y="381"/>
                    <a:pt x="158" y="381"/>
                    <a:pt x="158" y="381"/>
                  </a:cubicBezTo>
                  <a:cubicBezTo>
                    <a:pt x="190" y="381"/>
                    <a:pt x="190" y="381"/>
                    <a:pt x="190" y="381"/>
                  </a:cubicBezTo>
                  <a:cubicBezTo>
                    <a:pt x="141" y="461"/>
                    <a:pt x="141" y="461"/>
                    <a:pt x="141" y="461"/>
                  </a:cubicBezTo>
                  <a:cubicBezTo>
                    <a:pt x="260" y="381"/>
                    <a:pt x="260" y="381"/>
                    <a:pt x="260" y="381"/>
                  </a:cubicBezTo>
                  <a:cubicBezTo>
                    <a:pt x="225" y="381"/>
                    <a:pt x="225" y="381"/>
                    <a:pt x="225" y="381"/>
                  </a:cubicBezTo>
                  <a:cubicBezTo>
                    <a:pt x="302" y="323"/>
                    <a:pt x="302" y="323"/>
                    <a:pt x="302" y="323"/>
                  </a:cubicBezTo>
                  <a:cubicBezTo>
                    <a:pt x="258" y="323"/>
                    <a:pt x="258" y="323"/>
                    <a:pt x="258" y="323"/>
                  </a:cubicBezTo>
                  <a:cubicBezTo>
                    <a:pt x="291" y="284"/>
                    <a:pt x="291" y="284"/>
                    <a:pt x="291" y="284"/>
                  </a:cubicBezTo>
                  <a:cubicBezTo>
                    <a:pt x="485" y="284"/>
                    <a:pt x="485" y="284"/>
                    <a:pt x="485" y="284"/>
                  </a:cubicBezTo>
                  <a:cubicBezTo>
                    <a:pt x="493" y="284"/>
                    <a:pt x="501" y="277"/>
                    <a:pt x="501" y="268"/>
                  </a:cubicBezTo>
                  <a:cubicBezTo>
                    <a:pt x="501" y="16"/>
                    <a:pt x="501" y="16"/>
                    <a:pt x="501" y="16"/>
                  </a:cubicBezTo>
                  <a:cubicBezTo>
                    <a:pt x="501" y="8"/>
                    <a:pt x="493" y="0"/>
                    <a:pt x="485" y="0"/>
                  </a:cubicBezTo>
                  <a:cubicBezTo>
                    <a:pt x="16" y="0"/>
                    <a:pt x="16" y="0"/>
                    <a:pt x="16" y="0"/>
                  </a:cubicBezTo>
                  <a:cubicBezTo>
                    <a:pt x="7" y="0"/>
                    <a:pt x="0" y="8"/>
                    <a:pt x="0" y="16"/>
                  </a:cubicBezTo>
                  <a:cubicBezTo>
                    <a:pt x="0" y="268"/>
                    <a:pt x="0" y="268"/>
                    <a:pt x="0" y="268"/>
                  </a:cubicBezTo>
                  <a:cubicBezTo>
                    <a:pt x="0" y="277"/>
                    <a:pt x="7" y="284"/>
                    <a:pt x="16" y="2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77" name="组合 376"/>
          <p:cNvGrpSpPr/>
          <p:nvPr/>
        </p:nvGrpSpPr>
        <p:grpSpPr>
          <a:xfrm>
            <a:off x="6462211" y="2474816"/>
            <a:ext cx="2059227" cy="1086950"/>
            <a:chOff x="477517" y="2308467"/>
            <a:chExt cx="2201023" cy="1161796"/>
          </a:xfrm>
          <a:solidFill>
            <a:schemeClr val="tx1">
              <a:lumMod val="65000"/>
              <a:lumOff val="35000"/>
            </a:schemeClr>
          </a:solidFill>
        </p:grpSpPr>
        <p:sp>
          <p:nvSpPr>
            <p:cNvPr id="378" name="Freeform 134"/>
            <p:cNvSpPr>
              <a:spLocks/>
            </p:cNvSpPr>
            <p:nvPr/>
          </p:nvSpPr>
          <p:spPr bwMode="auto">
            <a:xfrm>
              <a:off x="738302" y="2595331"/>
              <a:ext cx="200804" cy="200804"/>
            </a:xfrm>
            <a:custGeom>
              <a:avLst/>
              <a:gdLst>
                <a:gd name="T0" fmla="*/ 0 w 180"/>
                <a:gd name="T1" fmla="*/ 90 h 180"/>
                <a:gd name="T2" fmla="*/ 90 w 180"/>
                <a:gd name="T3" fmla="*/ 180 h 180"/>
                <a:gd name="T4" fmla="*/ 180 w 180"/>
                <a:gd name="T5" fmla="*/ 91 h 180"/>
                <a:gd name="T6" fmla="*/ 91 w 180"/>
                <a:gd name="T7" fmla="*/ 0 h 180"/>
                <a:gd name="T8" fmla="*/ 0 w 180"/>
                <a:gd name="T9" fmla="*/ 90 h 180"/>
              </a:gdLst>
              <a:ahLst/>
              <a:cxnLst>
                <a:cxn ang="0">
                  <a:pos x="T0" y="T1"/>
                </a:cxn>
                <a:cxn ang="0">
                  <a:pos x="T2" y="T3"/>
                </a:cxn>
                <a:cxn ang="0">
                  <a:pos x="T4" y="T5"/>
                </a:cxn>
                <a:cxn ang="0">
                  <a:pos x="T6" y="T7"/>
                </a:cxn>
                <a:cxn ang="0">
                  <a:pos x="T8" y="T9"/>
                </a:cxn>
              </a:cxnLst>
              <a:rect l="0" t="0" r="r" b="b"/>
              <a:pathLst>
                <a:path w="180" h="180">
                  <a:moveTo>
                    <a:pt x="0" y="90"/>
                  </a:moveTo>
                  <a:cubicBezTo>
                    <a:pt x="0" y="139"/>
                    <a:pt x="40" y="180"/>
                    <a:pt x="90" y="180"/>
                  </a:cubicBezTo>
                  <a:cubicBezTo>
                    <a:pt x="139" y="180"/>
                    <a:pt x="180" y="140"/>
                    <a:pt x="180" y="91"/>
                  </a:cubicBezTo>
                  <a:cubicBezTo>
                    <a:pt x="180" y="41"/>
                    <a:pt x="140" y="1"/>
                    <a:pt x="91" y="0"/>
                  </a:cubicBezTo>
                  <a:cubicBezTo>
                    <a:pt x="41" y="0"/>
                    <a:pt x="0" y="40"/>
                    <a:pt x="0"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 name="Freeform 135"/>
            <p:cNvSpPr>
              <a:spLocks/>
            </p:cNvSpPr>
            <p:nvPr/>
          </p:nvSpPr>
          <p:spPr bwMode="auto">
            <a:xfrm>
              <a:off x="747429" y="2810478"/>
              <a:ext cx="186462" cy="249050"/>
            </a:xfrm>
            <a:custGeom>
              <a:avLst/>
              <a:gdLst>
                <a:gd name="T0" fmla="*/ 72 w 167"/>
                <a:gd name="T1" fmla="*/ 181 h 223"/>
                <a:gd name="T2" fmla="*/ 39 w 167"/>
                <a:gd name="T3" fmla="*/ 88 h 223"/>
                <a:gd name="T4" fmla="*/ 39 w 167"/>
                <a:gd name="T5" fmla="*/ 88 h 223"/>
                <a:gd name="T6" fmla="*/ 50 w 167"/>
                <a:gd name="T7" fmla="*/ 59 h 223"/>
                <a:gd name="T8" fmla="*/ 78 w 167"/>
                <a:gd name="T9" fmla="*/ 46 h 223"/>
                <a:gd name="T10" fmla="*/ 79 w 167"/>
                <a:gd name="T11" fmla="*/ 46 h 223"/>
                <a:gd name="T12" fmla="*/ 119 w 167"/>
                <a:gd name="T13" fmla="*/ 84 h 223"/>
                <a:gd name="T14" fmla="*/ 119 w 167"/>
                <a:gd name="T15" fmla="*/ 85 h 223"/>
                <a:gd name="T16" fmla="*/ 120 w 167"/>
                <a:gd name="T17" fmla="*/ 92 h 223"/>
                <a:gd name="T18" fmla="*/ 128 w 167"/>
                <a:gd name="T19" fmla="*/ 116 h 223"/>
                <a:gd name="T20" fmla="*/ 167 w 167"/>
                <a:gd name="T21" fmla="*/ 166 h 223"/>
                <a:gd name="T22" fmla="*/ 146 w 167"/>
                <a:gd name="T23" fmla="*/ 78 h 223"/>
                <a:gd name="T24" fmla="*/ 73 w 167"/>
                <a:gd name="T25" fmla="*/ 6 h 223"/>
                <a:gd name="T26" fmla="*/ 6 w 167"/>
                <a:gd name="T27" fmla="*/ 111 h 223"/>
                <a:gd name="T28" fmla="*/ 27 w 167"/>
                <a:gd name="T29" fmla="*/ 223 h 223"/>
                <a:gd name="T30" fmla="*/ 110 w 167"/>
                <a:gd name="T31" fmla="*/ 223 h 223"/>
                <a:gd name="T32" fmla="*/ 72 w 167"/>
                <a:gd name="T33" fmla="*/ 18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7" h="223">
                  <a:moveTo>
                    <a:pt x="72" y="181"/>
                  </a:moveTo>
                  <a:cubicBezTo>
                    <a:pt x="45" y="140"/>
                    <a:pt x="40" y="102"/>
                    <a:pt x="39" y="88"/>
                  </a:cubicBezTo>
                  <a:cubicBezTo>
                    <a:pt x="39" y="88"/>
                    <a:pt x="39" y="88"/>
                    <a:pt x="39" y="88"/>
                  </a:cubicBezTo>
                  <a:cubicBezTo>
                    <a:pt x="39" y="77"/>
                    <a:pt x="43" y="66"/>
                    <a:pt x="50" y="59"/>
                  </a:cubicBezTo>
                  <a:cubicBezTo>
                    <a:pt x="57" y="51"/>
                    <a:pt x="67" y="46"/>
                    <a:pt x="78" y="46"/>
                  </a:cubicBezTo>
                  <a:cubicBezTo>
                    <a:pt x="78" y="46"/>
                    <a:pt x="79" y="46"/>
                    <a:pt x="79" y="46"/>
                  </a:cubicBezTo>
                  <a:cubicBezTo>
                    <a:pt x="101" y="46"/>
                    <a:pt x="118" y="63"/>
                    <a:pt x="119" y="84"/>
                  </a:cubicBezTo>
                  <a:cubicBezTo>
                    <a:pt x="119" y="84"/>
                    <a:pt x="119" y="85"/>
                    <a:pt x="119" y="85"/>
                  </a:cubicBezTo>
                  <a:cubicBezTo>
                    <a:pt x="119" y="87"/>
                    <a:pt x="120" y="89"/>
                    <a:pt x="120" y="92"/>
                  </a:cubicBezTo>
                  <a:cubicBezTo>
                    <a:pt x="121" y="97"/>
                    <a:pt x="123" y="106"/>
                    <a:pt x="128" y="116"/>
                  </a:cubicBezTo>
                  <a:cubicBezTo>
                    <a:pt x="136" y="137"/>
                    <a:pt x="149" y="153"/>
                    <a:pt x="167" y="166"/>
                  </a:cubicBezTo>
                  <a:cubicBezTo>
                    <a:pt x="158" y="134"/>
                    <a:pt x="152" y="104"/>
                    <a:pt x="146" y="78"/>
                  </a:cubicBezTo>
                  <a:cubicBezTo>
                    <a:pt x="140" y="37"/>
                    <a:pt x="107" y="0"/>
                    <a:pt x="73" y="6"/>
                  </a:cubicBezTo>
                  <a:cubicBezTo>
                    <a:pt x="38" y="12"/>
                    <a:pt x="0" y="49"/>
                    <a:pt x="6" y="111"/>
                  </a:cubicBezTo>
                  <a:cubicBezTo>
                    <a:pt x="10" y="154"/>
                    <a:pt x="16" y="189"/>
                    <a:pt x="27" y="223"/>
                  </a:cubicBezTo>
                  <a:cubicBezTo>
                    <a:pt x="110" y="223"/>
                    <a:pt x="110" y="223"/>
                    <a:pt x="110" y="223"/>
                  </a:cubicBezTo>
                  <a:cubicBezTo>
                    <a:pt x="95" y="210"/>
                    <a:pt x="82" y="196"/>
                    <a:pt x="72" y="1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 name="Freeform 136"/>
            <p:cNvSpPr>
              <a:spLocks/>
            </p:cNvSpPr>
            <p:nvPr/>
          </p:nvSpPr>
          <p:spPr bwMode="auto">
            <a:xfrm>
              <a:off x="1185547" y="3140371"/>
              <a:ext cx="130392" cy="314246"/>
            </a:xfrm>
            <a:custGeom>
              <a:avLst/>
              <a:gdLst>
                <a:gd name="T0" fmla="*/ 16 w 117"/>
                <a:gd name="T1" fmla="*/ 234 h 281"/>
                <a:gd name="T2" fmla="*/ 66 w 117"/>
                <a:gd name="T3" fmla="*/ 281 h 281"/>
                <a:gd name="T4" fmla="*/ 69 w 117"/>
                <a:gd name="T5" fmla="*/ 281 h 281"/>
                <a:gd name="T6" fmla="*/ 116 w 117"/>
                <a:gd name="T7" fmla="*/ 228 h 281"/>
                <a:gd name="T8" fmla="*/ 71 w 117"/>
                <a:gd name="T9" fmla="*/ 75 h 281"/>
                <a:gd name="T10" fmla="*/ 0 w 117"/>
                <a:gd name="T11" fmla="*/ 0 h 281"/>
                <a:gd name="T12" fmla="*/ 0 w 117"/>
                <a:gd name="T13" fmla="*/ 154 h 281"/>
                <a:gd name="T14" fmla="*/ 16 w 117"/>
                <a:gd name="T15" fmla="*/ 234 h 2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7" h="281">
                  <a:moveTo>
                    <a:pt x="16" y="234"/>
                  </a:moveTo>
                  <a:cubicBezTo>
                    <a:pt x="17" y="260"/>
                    <a:pt x="40" y="281"/>
                    <a:pt x="66" y="281"/>
                  </a:cubicBezTo>
                  <a:cubicBezTo>
                    <a:pt x="67" y="281"/>
                    <a:pt x="68" y="281"/>
                    <a:pt x="69" y="281"/>
                  </a:cubicBezTo>
                  <a:cubicBezTo>
                    <a:pt x="96" y="279"/>
                    <a:pt x="117" y="256"/>
                    <a:pt x="116" y="228"/>
                  </a:cubicBezTo>
                  <a:cubicBezTo>
                    <a:pt x="113" y="166"/>
                    <a:pt x="97" y="115"/>
                    <a:pt x="71" y="75"/>
                  </a:cubicBezTo>
                  <a:cubicBezTo>
                    <a:pt x="51" y="43"/>
                    <a:pt x="26" y="18"/>
                    <a:pt x="0" y="0"/>
                  </a:cubicBezTo>
                  <a:cubicBezTo>
                    <a:pt x="0" y="154"/>
                    <a:pt x="0" y="154"/>
                    <a:pt x="0" y="154"/>
                  </a:cubicBezTo>
                  <a:cubicBezTo>
                    <a:pt x="8" y="175"/>
                    <a:pt x="14" y="201"/>
                    <a:pt x="16" y="2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 name="Freeform 137"/>
            <p:cNvSpPr>
              <a:spLocks/>
            </p:cNvSpPr>
            <p:nvPr/>
          </p:nvSpPr>
          <p:spPr bwMode="auto">
            <a:xfrm>
              <a:off x="1842725" y="2547086"/>
              <a:ext cx="228187" cy="230795"/>
            </a:xfrm>
            <a:custGeom>
              <a:avLst/>
              <a:gdLst>
                <a:gd name="T0" fmla="*/ 21 w 205"/>
                <a:gd name="T1" fmla="*/ 142 h 206"/>
                <a:gd name="T2" fmla="*/ 141 w 205"/>
                <a:gd name="T3" fmla="*/ 184 h 206"/>
                <a:gd name="T4" fmla="*/ 184 w 205"/>
                <a:gd name="T5" fmla="*/ 64 h 206"/>
                <a:gd name="T6" fmla="*/ 64 w 205"/>
                <a:gd name="T7" fmla="*/ 22 h 206"/>
                <a:gd name="T8" fmla="*/ 21 w 205"/>
                <a:gd name="T9" fmla="*/ 142 h 206"/>
              </a:gdLst>
              <a:ahLst/>
              <a:cxnLst>
                <a:cxn ang="0">
                  <a:pos x="T0" y="T1"/>
                </a:cxn>
                <a:cxn ang="0">
                  <a:pos x="T2" y="T3"/>
                </a:cxn>
                <a:cxn ang="0">
                  <a:pos x="T4" y="T5"/>
                </a:cxn>
                <a:cxn ang="0">
                  <a:pos x="T6" y="T7"/>
                </a:cxn>
                <a:cxn ang="0">
                  <a:pos x="T8" y="T9"/>
                </a:cxn>
              </a:cxnLst>
              <a:rect l="0" t="0" r="r" b="b"/>
              <a:pathLst>
                <a:path w="205" h="206">
                  <a:moveTo>
                    <a:pt x="21" y="142"/>
                  </a:moveTo>
                  <a:cubicBezTo>
                    <a:pt x="43" y="186"/>
                    <a:pt x="96" y="206"/>
                    <a:pt x="141" y="184"/>
                  </a:cubicBezTo>
                  <a:cubicBezTo>
                    <a:pt x="186" y="163"/>
                    <a:pt x="205" y="109"/>
                    <a:pt x="184" y="64"/>
                  </a:cubicBezTo>
                  <a:cubicBezTo>
                    <a:pt x="163" y="19"/>
                    <a:pt x="109" y="0"/>
                    <a:pt x="64" y="22"/>
                  </a:cubicBezTo>
                  <a:cubicBezTo>
                    <a:pt x="19" y="43"/>
                    <a:pt x="0" y="97"/>
                    <a:pt x="21" y="1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 name="Freeform 138"/>
            <p:cNvSpPr>
              <a:spLocks/>
            </p:cNvSpPr>
            <p:nvPr/>
          </p:nvSpPr>
          <p:spPr bwMode="auto">
            <a:xfrm>
              <a:off x="1969206" y="2757017"/>
              <a:ext cx="203412" cy="312942"/>
            </a:xfrm>
            <a:custGeom>
              <a:avLst/>
              <a:gdLst>
                <a:gd name="T0" fmla="*/ 178 w 183"/>
                <a:gd name="T1" fmla="*/ 271 h 281"/>
                <a:gd name="T2" fmla="*/ 149 w 183"/>
                <a:gd name="T3" fmla="*/ 76 h 281"/>
                <a:gd name="T4" fmla="*/ 44 w 183"/>
                <a:gd name="T5" fmla="*/ 9 h 281"/>
                <a:gd name="T6" fmla="*/ 5 w 183"/>
                <a:gd name="T7" fmla="*/ 92 h 281"/>
                <a:gd name="T8" fmla="*/ 36 w 183"/>
                <a:gd name="T9" fmla="*/ 61 h 281"/>
                <a:gd name="T10" fmla="*/ 69 w 183"/>
                <a:gd name="T11" fmla="*/ 44 h 281"/>
                <a:gd name="T12" fmla="*/ 92 w 183"/>
                <a:gd name="T13" fmla="*/ 51 h 281"/>
                <a:gd name="T14" fmla="*/ 102 w 183"/>
                <a:gd name="T15" fmla="*/ 107 h 281"/>
                <a:gd name="T16" fmla="*/ 37 w 183"/>
                <a:gd name="T17" fmla="*/ 169 h 281"/>
                <a:gd name="T18" fmla="*/ 24 w 183"/>
                <a:gd name="T19" fmla="*/ 178 h 281"/>
                <a:gd name="T20" fmla="*/ 35 w 183"/>
                <a:gd name="T21" fmla="*/ 281 h 281"/>
                <a:gd name="T22" fmla="*/ 72 w 183"/>
                <a:gd name="T23" fmla="*/ 271 h 281"/>
                <a:gd name="T24" fmla="*/ 178 w 183"/>
                <a:gd name="T25" fmla="*/ 271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3" h="281">
                  <a:moveTo>
                    <a:pt x="178" y="271"/>
                  </a:moveTo>
                  <a:cubicBezTo>
                    <a:pt x="183" y="197"/>
                    <a:pt x="175" y="148"/>
                    <a:pt x="149" y="76"/>
                  </a:cubicBezTo>
                  <a:cubicBezTo>
                    <a:pt x="128" y="18"/>
                    <a:pt x="78" y="0"/>
                    <a:pt x="44" y="9"/>
                  </a:cubicBezTo>
                  <a:cubicBezTo>
                    <a:pt x="14" y="18"/>
                    <a:pt x="0" y="56"/>
                    <a:pt x="5" y="92"/>
                  </a:cubicBezTo>
                  <a:cubicBezTo>
                    <a:pt x="26" y="75"/>
                    <a:pt x="36" y="61"/>
                    <a:pt x="36" y="61"/>
                  </a:cubicBezTo>
                  <a:cubicBezTo>
                    <a:pt x="44" y="50"/>
                    <a:pt x="56" y="44"/>
                    <a:pt x="69" y="44"/>
                  </a:cubicBezTo>
                  <a:cubicBezTo>
                    <a:pt x="77" y="44"/>
                    <a:pt x="85" y="46"/>
                    <a:pt x="92" y="51"/>
                  </a:cubicBezTo>
                  <a:cubicBezTo>
                    <a:pt x="110" y="64"/>
                    <a:pt x="114" y="89"/>
                    <a:pt x="102" y="107"/>
                  </a:cubicBezTo>
                  <a:cubicBezTo>
                    <a:pt x="98" y="112"/>
                    <a:pt x="76" y="141"/>
                    <a:pt x="37" y="169"/>
                  </a:cubicBezTo>
                  <a:cubicBezTo>
                    <a:pt x="33" y="171"/>
                    <a:pt x="28" y="175"/>
                    <a:pt x="24" y="178"/>
                  </a:cubicBezTo>
                  <a:cubicBezTo>
                    <a:pt x="30" y="211"/>
                    <a:pt x="35" y="247"/>
                    <a:pt x="35" y="281"/>
                  </a:cubicBezTo>
                  <a:cubicBezTo>
                    <a:pt x="46" y="275"/>
                    <a:pt x="59" y="271"/>
                    <a:pt x="72" y="271"/>
                  </a:cubicBezTo>
                  <a:lnTo>
                    <a:pt x="178" y="2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 name="Freeform 139"/>
            <p:cNvSpPr>
              <a:spLocks/>
            </p:cNvSpPr>
            <p:nvPr/>
          </p:nvSpPr>
          <p:spPr bwMode="auto">
            <a:xfrm>
              <a:off x="1802304" y="3081695"/>
              <a:ext cx="191677" cy="372922"/>
            </a:xfrm>
            <a:custGeom>
              <a:avLst/>
              <a:gdLst>
                <a:gd name="T0" fmla="*/ 172 w 172"/>
                <a:gd name="T1" fmla="*/ 0 h 334"/>
                <a:gd name="T2" fmla="*/ 49 w 172"/>
                <a:gd name="T3" fmla="*/ 5 h 334"/>
                <a:gd name="T4" fmla="*/ 13 w 172"/>
                <a:gd name="T5" fmla="*/ 22 h 334"/>
                <a:gd name="T6" fmla="*/ 1 w 172"/>
                <a:gd name="T7" fmla="*/ 60 h 334"/>
                <a:gd name="T8" fmla="*/ 23 w 172"/>
                <a:gd name="T9" fmla="*/ 289 h 334"/>
                <a:gd name="T10" fmla="*/ 73 w 172"/>
                <a:gd name="T11" fmla="*/ 334 h 334"/>
                <a:gd name="T12" fmla="*/ 78 w 172"/>
                <a:gd name="T13" fmla="*/ 334 h 334"/>
                <a:gd name="T14" fmla="*/ 123 w 172"/>
                <a:gd name="T15" fmla="*/ 279 h 334"/>
                <a:gd name="T16" fmla="*/ 106 w 172"/>
                <a:gd name="T17" fmla="*/ 103 h 334"/>
                <a:gd name="T18" fmla="*/ 150 w 172"/>
                <a:gd name="T19" fmla="*/ 101 h 334"/>
                <a:gd name="T20" fmla="*/ 150 w 172"/>
                <a:gd name="T21" fmla="*/ 52 h 334"/>
                <a:gd name="T22" fmla="*/ 172 w 172"/>
                <a:gd name="T23" fmla="*/ 0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2" h="334">
                  <a:moveTo>
                    <a:pt x="172" y="0"/>
                  </a:moveTo>
                  <a:cubicBezTo>
                    <a:pt x="49" y="5"/>
                    <a:pt x="49" y="5"/>
                    <a:pt x="49" y="5"/>
                  </a:cubicBezTo>
                  <a:cubicBezTo>
                    <a:pt x="35" y="5"/>
                    <a:pt x="22" y="11"/>
                    <a:pt x="13" y="22"/>
                  </a:cubicBezTo>
                  <a:cubicBezTo>
                    <a:pt x="4" y="32"/>
                    <a:pt x="0" y="46"/>
                    <a:pt x="1" y="60"/>
                  </a:cubicBezTo>
                  <a:cubicBezTo>
                    <a:pt x="23" y="289"/>
                    <a:pt x="23" y="289"/>
                    <a:pt x="23" y="289"/>
                  </a:cubicBezTo>
                  <a:cubicBezTo>
                    <a:pt x="26" y="315"/>
                    <a:pt x="47" y="334"/>
                    <a:pt x="73" y="334"/>
                  </a:cubicBezTo>
                  <a:cubicBezTo>
                    <a:pt x="75" y="334"/>
                    <a:pt x="76" y="334"/>
                    <a:pt x="78" y="334"/>
                  </a:cubicBezTo>
                  <a:cubicBezTo>
                    <a:pt x="105" y="331"/>
                    <a:pt x="125" y="307"/>
                    <a:pt x="123" y="279"/>
                  </a:cubicBezTo>
                  <a:cubicBezTo>
                    <a:pt x="106" y="103"/>
                    <a:pt x="106" y="103"/>
                    <a:pt x="106" y="103"/>
                  </a:cubicBezTo>
                  <a:cubicBezTo>
                    <a:pt x="150" y="101"/>
                    <a:pt x="150" y="101"/>
                    <a:pt x="150" y="101"/>
                  </a:cubicBezTo>
                  <a:cubicBezTo>
                    <a:pt x="150" y="52"/>
                    <a:pt x="150" y="52"/>
                    <a:pt x="150" y="52"/>
                  </a:cubicBezTo>
                  <a:cubicBezTo>
                    <a:pt x="150" y="32"/>
                    <a:pt x="159" y="13"/>
                    <a:pt x="17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 name="Freeform 140"/>
            <p:cNvSpPr>
              <a:spLocks/>
            </p:cNvSpPr>
            <p:nvPr/>
          </p:nvSpPr>
          <p:spPr bwMode="auto">
            <a:xfrm>
              <a:off x="1720156" y="2810478"/>
              <a:ext cx="366403" cy="191677"/>
            </a:xfrm>
            <a:custGeom>
              <a:avLst/>
              <a:gdLst>
                <a:gd name="T0" fmla="*/ 318 w 328"/>
                <a:gd name="T1" fmla="*/ 54 h 172"/>
                <a:gd name="T2" fmla="*/ 311 w 328"/>
                <a:gd name="T3" fmla="*/ 10 h 172"/>
                <a:gd name="T4" fmla="*/ 266 w 328"/>
                <a:gd name="T5" fmla="*/ 17 h 172"/>
                <a:gd name="T6" fmla="*/ 266 w 328"/>
                <a:gd name="T7" fmla="*/ 17 h 172"/>
                <a:gd name="T8" fmla="*/ 266 w 328"/>
                <a:gd name="T9" fmla="*/ 17 h 172"/>
                <a:gd name="T10" fmla="*/ 266 w 328"/>
                <a:gd name="T11" fmla="*/ 17 h 172"/>
                <a:gd name="T12" fmla="*/ 215 w 328"/>
                <a:gd name="T13" fmla="*/ 64 h 172"/>
                <a:gd name="T14" fmla="*/ 72 w 328"/>
                <a:gd name="T15" fmla="*/ 108 h 172"/>
                <a:gd name="T16" fmla="*/ 38 w 328"/>
                <a:gd name="T17" fmla="*/ 106 h 172"/>
                <a:gd name="T18" fmla="*/ 2 w 328"/>
                <a:gd name="T19" fmla="*/ 134 h 172"/>
                <a:gd name="T20" fmla="*/ 30 w 328"/>
                <a:gd name="T21" fmla="*/ 170 h 172"/>
                <a:gd name="T22" fmla="*/ 72 w 328"/>
                <a:gd name="T23" fmla="*/ 172 h 172"/>
                <a:gd name="T24" fmla="*/ 72 w 328"/>
                <a:gd name="T25" fmla="*/ 172 h 172"/>
                <a:gd name="T26" fmla="*/ 255 w 328"/>
                <a:gd name="T27" fmla="*/ 114 h 172"/>
                <a:gd name="T28" fmla="*/ 318 w 328"/>
                <a:gd name="T29" fmla="*/ 54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8" h="172">
                  <a:moveTo>
                    <a:pt x="318" y="54"/>
                  </a:moveTo>
                  <a:cubicBezTo>
                    <a:pt x="328" y="40"/>
                    <a:pt x="325" y="20"/>
                    <a:pt x="311" y="10"/>
                  </a:cubicBezTo>
                  <a:cubicBezTo>
                    <a:pt x="296" y="0"/>
                    <a:pt x="276" y="3"/>
                    <a:pt x="266" y="17"/>
                  </a:cubicBezTo>
                  <a:cubicBezTo>
                    <a:pt x="266" y="17"/>
                    <a:pt x="266" y="17"/>
                    <a:pt x="266" y="17"/>
                  </a:cubicBezTo>
                  <a:cubicBezTo>
                    <a:pt x="266" y="17"/>
                    <a:pt x="266" y="17"/>
                    <a:pt x="266" y="17"/>
                  </a:cubicBezTo>
                  <a:cubicBezTo>
                    <a:pt x="266" y="17"/>
                    <a:pt x="266" y="17"/>
                    <a:pt x="266" y="17"/>
                  </a:cubicBezTo>
                  <a:cubicBezTo>
                    <a:pt x="264" y="19"/>
                    <a:pt x="247" y="42"/>
                    <a:pt x="215" y="64"/>
                  </a:cubicBezTo>
                  <a:cubicBezTo>
                    <a:pt x="183" y="86"/>
                    <a:pt x="135" y="108"/>
                    <a:pt x="72" y="108"/>
                  </a:cubicBezTo>
                  <a:cubicBezTo>
                    <a:pt x="61" y="108"/>
                    <a:pt x="50" y="107"/>
                    <a:pt x="38" y="106"/>
                  </a:cubicBezTo>
                  <a:cubicBezTo>
                    <a:pt x="20" y="104"/>
                    <a:pt x="4" y="116"/>
                    <a:pt x="2" y="134"/>
                  </a:cubicBezTo>
                  <a:cubicBezTo>
                    <a:pt x="0" y="152"/>
                    <a:pt x="13" y="167"/>
                    <a:pt x="30" y="170"/>
                  </a:cubicBezTo>
                  <a:cubicBezTo>
                    <a:pt x="45" y="171"/>
                    <a:pt x="58" y="172"/>
                    <a:pt x="72" y="172"/>
                  </a:cubicBezTo>
                  <a:cubicBezTo>
                    <a:pt x="72" y="172"/>
                    <a:pt x="72" y="172"/>
                    <a:pt x="72" y="172"/>
                  </a:cubicBezTo>
                  <a:cubicBezTo>
                    <a:pt x="153" y="172"/>
                    <a:pt x="215" y="143"/>
                    <a:pt x="255" y="114"/>
                  </a:cubicBezTo>
                  <a:cubicBezTo>
                    <a:pt x="296" y="85"/>
                    <a:pt x="317" y="56"/>
                    <a:pt x="318"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 name="Freeform 141"/>
            <p:cNvSpPr>
              <a:spLocks/>
            </p:cNvSpPr>
            <p:nvPr/>
          </p:nvSpPr>
          <p:spPr bwMode="auto">
            <a:xfrm>
              <a:off x="933890" y="2308467"/>
              <a:ext cx="425079" cy="365099"/>
            </a:xfrm>
            <a:custGeom>
              <a:avLst/>
              <a:gdLst>
                <a:gd name="T0" fmla="*/ 155 w 382"/>
                <a:gd name="T1" fmla="*/ 292 h 328"/>
                <a:gd name="T2" fmla="*/ 202 w 382"/>
                <a:gd name="T3" fmla="*/ 297 h 328"/>
                <a:gd name="T4" fmla="*/ 311 w 382"/>
                <a:gd name="T5" fmla="*/ 274 h 328"/>
                <a:gd name="T6" fmla="*/ 297 w 382"/>
                <a:gd name="T7" fmla="*/ 215 h 328"/>
                <a:gd name="T8" fmla="*/ 367 w 382"/>
                <a:gd name="T9" fmla="*/ 89 h 328"/>
                <a:gd name="T10" fmla="*/ 382 w 382"/>
                <a:gd name="T11" fmla="*/ 79 h 328"/>
                <a:gd name="T12" fmla="*/ 205 w 382"/>
                <a:gd name="T13" fmla="*/ 1 h 328"/>
                <a:gd name="T14" fmla="*/ 1 w 382"/>
                <a:gd name="T15" fmla="*/ 147 h 328"/>
                <a:gd name="T16" fmla="*/ 80 w 382"/>
                <a:gd name="T17" fmla="*/ 266 h 328"/>
                <a:gd name="T18" fmla="*/ 42 w 382"/>
                <a:gd name="T19" fmla="*/ 328 h 328"/>
                <a:gd name="T20" fmla="*/ 155 w 382"/>
                <a:gd name="T21" fmla="*/ 292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2" h="328">
                  <a:moveTo>
                    <a:pt x="155" y="292"/>
                  </a:moveTo>
                  <a:cubicBezTo>
                    <a:pt x="170" y="295"/>
                    <a:pt x="186" y="296"/>
                    <a:pt x="202" y="297"/>
                  </a:cubicBezTo>
                  <a:cubicBezTo>
                    <a:pt x="242" y="297"/>
                    <a:pt x="280" y="289"/>
                    <a:pt x="311" y="274"/>
                  </a:cubicBezTo>
                  <a:cubicBezTo>
                    <a:pt x="302" y="256"/>
                    <a:pt x="297" y="236"/>
                    <a:pt x="297" y="215"/>
                  </a:cubicBezTo>
                  <a:cubicBezTo>
                    <a:pt x="297" y="168"/>
                    <a:pt x="322" y="123"/>
                    <a:pt x="367" y="89"/>
                  </a:cubicBezTo>
                  <a:cubicBezTo>
                    <a:pt x="372" y="85"/>
                    <a:pt x="377" y="82"/>
                    <a:pt x="382" y="79"/>
                  </a:cubicBezTo>
                  <a:cubicBezTo>
                    <a:pt x="348" y="33"/>
                    <a:pt x="281" y="1"/>
                    <a:pt x="205" y="1"/>
                  </a:cubicBezTo>
                  <a:cubicBezTo>
                    <a:pt x="93" y="0"/>
                    <a:pt x="1" y="65"/>
                    <a:pt x="1" y="147"/>
                  </a:cubicBezTo>
                  <a:cubicBezTo>
                    <a:pt x="0" y="195"/>
                    <a:pt x="31" y="238"/>
                    <a:pt x="80" y="266"/>
                  </a:cubicBezTo>
                  <a:cubicBezTo>
                    <a:pt x="92" y="272"/>
                    <a:pt x="42" y="328"/>
                    <a:pt x="42" y="328"/>
                  </a:cubicBezTo>
                  <a:cubicBezTo>
                    <a:pt x="42" y="328"/>
                    <a:pt x="142" y="290"/>
                    <a:pt x="155" y="2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 name="Freeform 142"/>
            <p:cNvSpPr>
              <a:spLocks/>
            </p:cNvSpPr>
            <p:nvPr/>
          </p:nvSpPr>
          <p:spPr bwMode="auto">
            <a:xfrm>
              <a:off x="1271606" y="2356713"/>
              <a:ext cx="517658" cy="417256"/>
            </a:xfrm>
            <a:custGeom>
              <a:avLst/>
              <a:gdLst>
                <a:gd name="T0" fmla="*/ 1 w 464"/>
                <a:gd name="T1" fmla="*/ 171 h 374"/>
                <a:gd name="T2" fmla="*/ 234 w 464"/>
                <a:gd name="T3" fmla="*/ 338 h 374"/>
                <a:gd name="T4" fmla="*/ 288 w 464"/>
                <a:gd name="T5" fmla="*/ 333 h 374"/>
                <a:gd name="T6" fmla="*/ 416 w 464"/>
                <a:gd name="T7" fmla="*/ 374 h 374"/>
                <a:gd name="T8" fmla="*/ 373 w 464"/>
                <a:gd name="T9" fmla="*/ 303 h 374"/>
                <a:gd name="T10" fmla="*/ 464 w 464"/>
                <a:gd name="T11" fmla="*/ 168 h 374"/>
                <a:gd name="T12" fmla="*/ 231 w 464"/>
                <a:gd name="T13" fmla="*/ 1 h 374"/>
                <a:gd name="T14" fmla="*/ 1 w 464"/>
                <a:gd name="T15" fmla="*/ 171 h 3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4" h="374">
                  <a:moveTo>
                    <a:pt x="1" y="171"/>
                  </a:moveTo>
                  <a:cubicBezTo>
                    <a:pt x="2" y="264"/>
                    <a:pt x="106" y="339"/>
                    <a:pt x="234" y="338"/>
                  </a:cubicBezTo>
                  <a:cubicBezTo>
                    <a:pt x="252" y="338"/>
                    <a:pt x="271" y="336"/>
                    <a:pt x="288" y="333"/>
                  </a:cubicBezTo>
                  <a:cubicBezTo>
                    <a:pt x="303" y="330"/>
                    <a:pt x="416" y="374"/>
                    <a:pt x="416" y="374"/>
                  </a:cubicBezTo>
                  <a:cubicBezTo>
                    <a:pt x="416" y="374"/>
                    <a:pt x="360" y="310"/>
                    <a:pt x="373" y="303"/>
                  </a:cubicBezTo>
                  <a:cubicBezTo>
                    <a:pt x="429" y="272"/>
                    <a:pt x="464" y="223"/>
                    <a:pt x="464" y="168"/>
                  </a:cubicBezTo>
                  <a:cubicBezTo>
                    <a:pt x="463" y="74"/>
                    <a:pt x="359" y="0"/>
                    <a:pt x="231" y="1"/>
                  </a:cubicBezTo>
                  <a:cubicBezTo>
                    <a:pt x="103" y="2"/>
                    <a:pt x="0" y="78"/>
                    <a:pt x="1" y="1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 name="Rectangle 143"/>
            <p:cNvSpPr>
              <a:spLocks noChangeArrowheads="1"/>
            </p:cNvSpPr>
            <p:nvPr/>
          </p:nvSpPr>
          <p:spPr bwMode="auto">
            <a:xfrm>
              <a:off x="1382440" y="3163841"/>
              <a:ext cx="329893" cy="27252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 name="Rectangle 144"/>
            <p:cNvSpPr>
              <a:spLocks noChangeArrowheads="1"/>
            </p:cNvSpPr>
            <p:nvPr/>
          </p:nvSpPr>
          <p:spPr bwMode="auto">
            <a:xfrm>
              <a:off x="1356362" y="3109077"/>
              <a:ext cx="383354" cy="45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 name="Rectangle 145"/>
            <p:cNvSpPr>
              <a:spLocks noChangeArrowheads="1"/>
            </p:cNvSpPr>
            <p:nvPr/>
          </p:nvSpPr>
          <p:spPr bwMode="auto">
            <a:xfrm>
              <a:off x="1382440" y="3446793"/>
              <a:ext cx="49549" cy="208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 name="Rectangle 146"/>
            <p:cNvSpPr>
              <a:spLocks noChangeArrowheads="1"/>
            </p:cNvSpPr>
            <p:nvPr/>
          </p:nvSpPr>
          <p:spPr bwMode="auto">
            <a:xfrm>
              <a:off x="1664088" y="3446793"/>
              <a:ext cx="48246" cy="208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 name="Freeform 147"/>
            <p:cNvSpPr>
              <a:spLocks/>
            </p:cNvSpPr>
            <p:nvPr/>
          </p:nvSpPr>
          <p:spPr bwMode="auto">
            <a:xfrm>
              <a:off x="477517" y="2686605"/>
              <a:ext cx="698903" cy="783658"/>
            </a:xfrm>
            <a:custGeom>
              <a:avLst/>
              <a:gdLst>
                <a:gd name="T0" fmla="*/ 82 w 627"/>
                <a:gd name="T1" fmla="*/ 475 h 703"/>
                <a:gd name="T2" fmla="*/ 82 w 627"/>
                <a:gd name="T3" fmla="*/ 615 h 703"/>
                <a:gd name="T4" fmla="*/ 134 w 627"/>
                <a:gd name="T5" fmla="*/ 678 h 703"/>
                <a:gd name="T6" fmla="*/ 134 w 627"/>
                <a:gd name="T7" fmla="*/ 686 h 703"/>
                <a:gd name="T8" fmla="*/ 134 w 627"/>
                <a:gd name="T9" fmla="*/ 703 h 703"/>
                <a:gd name="T10" fmla="*/ 237 w 627"/>
                <a:gd name="T11" fmla="*/ 703 h 703"/>
                <a:gd name="T12" fmla="*/ 237 w 627"/>
                <a:gd name="T13" fmla="*/ 687 h 703"/>
                <a:gd name="T14" fmla="*/ 237 w 627"/>
                <a:gd name="T15" fmla="*/ 679 h 703"/>
                <a:gd name="T16" fmla="*/ 472 w 627"/>
                <a:gd name="T17" fmla="*/ 679 h 703"/>
                <a:gd name="T18" fmla="*/ 472 w 627"/>
                <a:gd name="T19" fmla="*/ 687 h 703"/>
                <a:gd name="T20" fmla="*/ 472 w 627"/>
                <a:gd name="T21" fmla="*/ 703 h 703"/>
                <a:gd name="T22" fmla="*/ 574 w 627"/>
                <a:gd name="T23" fmla="*/ 703 h 703"/>
                <a:gd name="T24" fmla="*/ 574 w 627"/>
                <a:gd name="T25" fmla="*/ 686 h 703"/>
                <a:gd name="T26" fmla="*/ 574 w 627"/>
                <a:gd name="T27" fmla="*/ 678 h 703"/>
                <a:gd name="T28" fmla="*/ 627 w 627"/>
                <a:gd name="T29" fmla="*/ 615 h 703"/>
                <a:gd name="T30" fmla="*/ 627 w 627"/>
                <a:gd name="T31" fmla="*/ 406 h 703"/>
                <a:gd name="T32" fmla="*/ 563 w 627"/>
                <a:gd name="T33" fmla="*/ 342 h 703"/>
                <a:gd name="T34" fmla="*/ 553 w 627"/>
                <a:gd name="T35" fmla="*/ 342 h 703"/>
                <a:gd name="T36" fmla="*/ 554 w 627"/>
                <a:gd name="T37" fmla="*/ 352 h 703"/>
                <a:gd name="T38" fmla="*/ 514 w 627"/>
                <a:gd name="T39" fmla="*/ 390 h 703"/>
                <a:gd name="T40" fmla="*/ 512 w 627"/>
                <a:gd name="T41" fmla="*/ 390 h 703"/>
                <a:gd name="T42" fmla="*/ 385 w 627"/>
                <a:gd name="T43" fmla="*/ 357 h 703"/>
                <a:gd name="T44" fmla="*/ 362 w 627"/>
                <a:gd name="T45" fmla="*/ 342 h 703"/>
                <a:gd name="T46" fmla="*/ 247 w 627"/>
                <a:gd name="T47" fmla="*/ 342 h 703"/>
                <a:gd name="T48" fmla="*/ 245 w 627"/>
                <a:gd name="T49" fmla="*/ 334 h 703"/>
                <a:gd name="T50" fmla="*/ 191 w 627"/>
                <a:gd name="T51" fmla="*/ 58 h 703"/>
                <a:gd name="T52" fmla="*/ 124 w 627"/>
                <a:gd name="T53" fmla="*/ 5 h 703"/>
                <a:gd name="T54" fmla="*/ 48 w 627"/>
                <a:gd name="T55" fmla="*/ 20 h 703"/>
                <a:gd name="T56" fmla="*/ 6 w 627"/>
                <a:gd name="T57" fmla="*/ 94 h 703"/>
                <a:gd name="T58" fmla="*/ 74 w 627"/>
                <a:gd name="T59" fmla="*/ 434 h 703"/>
                <a:gd name="T60" fmla="*/ 82 w 627"/>
                <a:gd name="T61" fmla="*/ 475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27" h="703">
                  <a:moveTo>
                    <a:pt x="82" y="475"/>
                  </a:moveTo>
                  <a:cubicBezTo>
                    <a:pt x="82" y="615"/>
                    <a:pt x="82" y="615"/>
                    <a:pt x="82" y="615"/>
                  </a:cubicBezTo>
                  <a:cubicBezTo>
                    <a:pt x="82" y="646"/>
                    <a:pt x="104" y="672"/>
                    <a:pt x="134" y="678"/>
                  </a:cubicBezTo>
                  <a:cubicBezTo>
                    <a:pt x="134" y="686"/>
                    <a:pt x="134" y="686"/>
                    <a:pt x="134" y="686"/>
                  </a:cubicBezTo>
                  <a:cubicBezTo>
                    <a:pt x="134" y="703"/>
                    <a:pt x="134" y="703"/>
                    <a:pt x="134" y="703"/>
                  </a:cubicBezTo>
                  <a:cubicBezTo>
                    <a:pt x="237" y="703"/>
                    <a:pt x="237" y="703"/>
                    <a:pt x="237" y="703"/>
                  </a:cubicBezTo>
                  <a:cubicBezTo>
                    <a:pt x="237" y="687"/>
                    <a:pt x="237" y="687"/>
                    <a:pt x="237" y="687"/>
                  </a:cubicBezTo>
                  <a:cubicBezTo>
                    <a:pt x="237" y="679"/>
                    <a:pt x="237" y="679"/>
                    <a:pt x="237" y="679"/>
                  </a:cubicBezTo>
                  <a:cubicBezTo>
                    <a:pt x="472" y="679"/>
                    <a:pt x="472" y="679"/>
                    <a:pt x="472" y="679"/>
                  </a:cubicBezTo>
                  <a:cubicBezTo>
                    <a:pt x="472" y="687"/>
                    <a:pt x="472" y="687"/>
                    <a:pt x="472" y="687"/>
                  </a:cubicBezTo>
                  <a:cubicBezTo>
                    <a:pt x="472" y="703"/>
                    <a:pt x="472" y="703"/>
                    <a:pt x="472" y="703"/>
                  </a:cubicBezTo>
                  <a:cubicBezTo>
                    <a:pt x="574" y="703"/>
                    <a:pt x="574" y="703"/>
                    <a:pt x="574" y="703"/>
                  </a:cubicBezTo>
                  <a:cubicBezTo>
                    <a:pt x="574" y="686"/>
                    <a:pt x="574" y="686"/>
                    <a:pt x="574" y="686"/>
                  </a:cubicBezTo>
                  <a:cubicBezTo>
                    <a:pt x="574" y="678"/>
                    <a:pt x="574" y="678"/>
                    <a:pt x="574" y="678"/>
                  </a:cubicBezTo>
                  <a:cubicBezTo>
                    <a:pt x="604" y="672"/>
                    <a:pt x="627" y="646"/>
                    <a:pt x="627" y="615"/>
                  </a:cubicBezTo>
                  <a:cubicBezTo>
                    <a:pt x="627" y="406"/>
                    <a:pt x="627" y="406"/>
                    <a:pt x="627" y="406"/>
                  </a:cubicBezTo>
                  <a:cubicBezTo>
                    <a:pt x="627" y="370"/>
                    <a:pt x="598" y="342"/>
                    <a:pt x="563" y="342"/>
                  </a:cubicBezTo>
                  <a:cubicBezTo>
                    <a:pt x="553" y="342"/>
                    <a:pt x="553" y="342"/>
                    <a:pt x="553" y="342"/>
                  </a:cubicBezTo>
                  <a:cubicBezTo>
                    <a:pt x="554" y="345"/>
                    <a:pt x="554" y="348"/>
                    <a:pt x="554" y="352"/>
                  </a:cubicBezTo>
                  <a:cubicBezTo>
                    <a:pt x="553" y="373"/>
                    <a:pt x="536" y="390"/>
                    <a:pt x="514" y="390"/>
                  </a:cubicBezTo>
                  <a:cubicBezTo>
                    <a:pt x="514" y="390"/>
                    <a:pt x="513" y="390"/>
                    <a:pt x="512" y="390"/>
                  </a:cubicBezTo>
                  <a:cubicBezTo>
                    <a:pt x="463" y="387"/>
                    <a:pt x="421" y="376"/>
                    <a:pt x="385" y="357"/>
                  </a:cubicBezTo>
                  <a:cubicBezTo>
                    <a:pt x="377" y="352"/>
                    <a:pt x="369" y="347"/>
                    <a:pt x="362" y="342"/>
                  </a:cubicBezTo>
                  <a:cubicBezTo>
                    <a:pt x="247" y="342"/>
                    <a:pt x="247" y="342"/>
                    <a:pt x="247" y="342"/>
                  </a:cubicBezTo>
                  <a:cubicBezTo>
                    <a:pt x="245" y="334"/>
                    <a:pt x="245" y="334"/>
                    <a:pt x="245" y="334"/>
                  </a:cubicBezTo>
                  <a:cubicBezTo>
                    <a:pt x="191" y="58"/>
                    <a:pt x="191" y="58"/>
                    <a:pt x="191" y="58"/>
                  </a:cubicBezTo>
                  <a:cubicBezTo>
                    <a:pt x="184" y="23"/>
                    <a:pt x="154" y="0"/>
                    <a:pt x="124" y="5"/>
                  </a:cubicBezTo>
                  <a:cubicBezTo>
                    <a:pt x="48" y="20"/>
                    <a:pt x="48" y="20"/>
                    <a:pt x="48" y="20"/>
                  </a:cubicBezTo>
                  <a:cubicBezTo>
                    <a:pt x="18" y="26"/>
                    <a:pt x="0" y="59"/>
                    <a:pt x="6" y="94"/>
                  </a:cubicBezTo>
                  <a:cubicBezTo>
                    <a:pt x="74" y="434"/>
                    <a:pt x="74" y="434"/>
                    <a:pt x="74" y="434"/>
                  </a:cubicBezTo>
                  <a:lnTo>
                    <a:pt x="82" y="4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 name="Freeform 148"/>
            <p:cNvSpPr>
              <a:spLocks/>
            </p:cNvSpPr>
            <p:nvPr/>
          </p:nvSpPr>
          <p:spPr bwMode="auto">
            <a:xfrm>
              <a:off x="799586" y="2870459"/>
              <a:ext cx="288168" cy="242530"/>
            </a:xfrm>
            <a:custGeom>
              <a:avLst/>
              <a:gdLst>
                <a:gd name="T0" fmla="*/ 100 w 258"/>
                <a:gd name="T1" fmla="*/ 186 h 218"/>
                <a:gd name="T2" fmla="*/ 224 w 258"/>
                <a:gd name="T3" fmla="*/ 218 h 218"/>
                <a:gd name="T4" fmla="*/ 225 w 258"/>
                <a:gd name="T5" fmla="*/ 218 h 218"/>
                <a:gd name="T6" fmla="*/ 257 w 258"/>
                <a:gd name="T7" fmla="*/ 187 h 218"/>
                <a:gd name="T8" fmla="*/ 227 w 258"/>
                <a:gd name="T9" fmla="*/ 154 h 218"/>
                <a:gd name="T10" fmla="*/ 131 w 258"/>
                <a:gd name="T11" fmla="*/ 130 h 218"/>
                <a:gd name="T12" fmla="*/ 73 w 258"/>
                <a:gd name="T13" fmla="*/ 66 h 218"/>
                <a:gd name="T14" fmla="*/ 65 w 258"/>
                <a:gd name="T15" fmla="*/ 40 h 218"/>
                <a:gd name="T16" fmla="*/ 64 w 258"/>
                <a:gd name="T17" fmla="*/ 33 h 218"/>
                <a:gd name="T18" fmla="*/ 64 w 258"/>
                <a:gd name="T19" fmla="*/ 32 h 218"/>
                <a:gd name="T20" fmla="*/ 64 w 258"/>
                <a:gd name="T21" fmla="*/ 32 h 218"/>
                <a:gd name="T22" fmla="*/ 64 w 258"/>
                <a:gd name="T23" fmla="*/ 32 h 218"/>
                <a:gd name="T24" fmla="*/ 64 w 258"/>
                <a:gd name="T25" fmla="*/ 32 h 218"/>
                <a:gd name="T26" fmla="*/ 31 w 258"/>
                <a:gd name="T27" fmla="*/ 1 h 218"/>
                <a:gd name="T28" fmla="*/ 0 w 258"/>
                <a:gd name="T29" fmla="*/ 34 h 218"/>
                <a:gd name="T30" fmla="*/ 32 w 258"/>
                <a:gd name="T31" fmla="*/ 123 h 218"/>
                <a:gd name="T32" fmla="*/ 100 w 258"/>
                <a:gd name="T33" fmla="*/ 186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8" h="218">
                  <a:moveTo>
                    <a:pt x="100" y="186"/>
                  </a:moveTo>
                  <a:cubicBezTo>
                    <a:pt x="132" y="203"/>
                    <a:pt x="173" y="215"/>
                    <a:pt x="224" y="218"/>
                  </a:cubicBezTo>
                  <a:cubicBezTo>
                    <a:pt x="224" y="218"/>
                    <a:pt x="225" y="218"/>
                    <a:pt x="225" y="218"/>
                  </a:cubicBezTo>
                  <a:cubicBezTo>
                    <a:pt x="242" y="218"/>
                    <a:pt x="256" y="204"/>
                    <a:pt x="257" y="187"/>
                  </a:cubicBezTo>
                  <a:cubicBezTo>
                    <a:pt x="258" y="170"/>
                    <a:pt x="244" y="155"/>
                    <a:pt x="227" y="154"/>
                  </a:cubicBezTo>
                  <a:cubicBezTo>
                    <a:pt x="184" y="152"/>
                    <a:pt x="153" y="142"/>
                    <a:pt x="131" y="130"/>
                  </a:cubicBezTo>
                  <a:cubicBezTo>
                    <a:pt x="98" y="111"/>
                    <a:pt x="82" y="87"/>
                    <a:pt x="73" y="66"/>
                  </a:cubicBezTo>
                  <a:cubicBezTo>
                    <a:pt x="69" y="56"/>
                    <a:pt x="67" y="47"/>
                    <a:pt x="65" y="40"/>
                  </a:cubicBezTo>
                  <a:cubicBezTo>
                    <a:pt x="65" y="37"/>
                    <a:pt x="65" y="35"/>
                    <a:pt x="64" y="33"/>
                  </a:cubicBezTo>
                  <a:cubicBezTo>
                    <a:pt x="64" y="32"/>
                    <a:pt x="64" y="32"/>
                    <a:pt x="64" y="32"/>
                  </a:cubicBezTo>
                  <a:cubicBezTo>
                    <a:pt x="64" y="32"/>
                    <a:pt x="64" y="32"/>
                    <a:pt x="64" y="32"/>
                  </a:cubicBezTo>
                  <a:cubicBezTo>
                    <a:pt x="64" y="32"/>
                    <a:pt x="64" y="32"/>
                    <a:pt x="64" y="32"/>
                  </a:cubicBezTo>
                  <a:cubicBezTo>
                    <a:pt x="64" y="32"/>
                    <a:pt x="64" y="32"/>
                    <a:pt x="64" y="32"/>
                  </a:cubicBezTo>
                  <a:cubicBezTo>
                    <a:pt x="63" y="14"/>
                    <a:pt x="49" y="0"/>
                    <a:pt x="31" y="1"/>
                  </a:cubicBezTo>
                  <a:cubicBezTo>
                    <a:pt x="14" y="1"/>
                    <a:pt x="0" y="16"/>
                    <a:pt x="0" y="34"/>
                  </a:cubicBezTo>
                  <a:cubicBezTo>
                    <a:pt x="1" y="37"/>
                    <a:pt x="2" y="79"/>
                    <a:pt x="32" y="123"/>
                  </a:cubicBezTo>
                  <a:cubicBezTo>
                    <a:pt x="46" y="146"/>
                    <a:pt x="69" y="169"/>
                    <a:pt x="100" y="1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 name="Freeform 149"/>
            <p:cNvSpPr>
              <a:spLocks/>
            </p:cNvSpPr>
            <p:nvPr/>
          </p:nvSpPr>
          <p:spPr bwMode="auto">
            <a:xfrm>
              <a:off x="1978333" y="2686605"/>
              <a:ext cx="700207" cy="783658"/>
            </a:xfrm>
            <a:custGeom>
              <a:avLst/>
              <a:gdLst>
                <a:gd name="T0" fmla="*/ 493 w 628"/>
                <a:gd name="T1" fmla="*/ 703 h 703"/>
                <a:gd name="T2" fmla="*/ 493 w 628"/>
                <a:gd name="T3" fmla="*/ 686 h 703"/>
                <a:gd name="T4" fmla="*/ 493 w 628"/>
                <a:gd name="T5" fmla="*/ 678 h 703"/>
                <a:gd name="T6" fmla="*/ 546 w 628"/>
                <a:gd name="T7" fmla="*/ 615 h 703"/>
                <a:gd name="T8" fmla="*/ 546 w 628"/>
                <a:gd name="T9" fmla="*/ 475 h 703"/>
                <a:gd name="T10" fmla="*/ 554 w 628"/>
                <a:gd name="T11" fmla="*/ 434 h 703"/>
                <a:gd name="T12" fmla="*/ 621 w 628"/>
                <a:gd name="T13" fmla="*/ 94 h 703"/>
                <a:gd name="T14" fmla="*/ 579 w 628"/>
                <a:gd name="T15" fmla="*/ 20 h 703"/>
                <a:gd name="T16" fmla="*/ 503 w 628"/>
                <a:gd name="T17" fmla="*/ 5 h 703"/>
                <a:gd name="T18" fmla="*/ 436 w 628"/>
                <a:gd name="T19" fmla="*/ 58 h 703"/>
                <a:gd name="T20" fmla="*/ 382 w 628"/>
                <a:gd name="T21" fmla="*/ 334 h 703"/>
                <a:gd name="T22" fmla="*/ 380 w 628"/>
                <a:gd name="T23" fmla="*/ 342 h 703"/>
                <a:gd name="T24" fmla="*/ 64 w 628"/>
                <a:gd name="T25" fmla="*/ 342 h 703"/>
                <a:gd name="T26" fmla="*/ 0 w 628"/>
                <a:gd name="T27" fmla="*/ 406 h 703"/>
                <a:gd name="T28" fmla="*/ 0 w 628"/>
                <a:gd name="T29" fmla="*/ 615 h 703"/>
                <a:gd name="T30" fmla="*/ 53 w 628"/>
                <a:gd name="T31" fmla="*/ 678 h 703"/>
                <a:gd name="T32" fmla="*/ 53 w 628"/>
                <a:gd name="T33" fmla="*/ 686 h 703"/>
                <a:gd name="T34" fmla="*/ 53 w 628"/>
                <a:gd name="T35" fmla="*/ 703 h 703"/>
                <a:gd name="T36" fmla="*/ 155 w 628"/>
                <a:gd name="T37" fmla="*/ 703 h 703"/>
                <a:gd name="T38" fmla="*/ 155 w 628"/>
                <a:gd name="T39" fmla="*/ 687 h 703"/>
                <a:gd name="T40" fmla="*/ 155 w 628"/>
                <a:gd name="T41" fmla="*/ 679 h 703"/>
                <a:gd name="T42" fmla="*/ 391 w 628"/>
                <a:gd name="T43" fmla="*/ 679 h 703"/>
                <a:gd name="T44" fmla="*/ 391 w 628"/>
                <a:gd name="T45" fmla="*/ 687 h 703"/>
                <a:gd name="T46" fmla="*/ 391 w 628"/>
                <a:gd name="T47" fmla="*/ 703 h 703"/>
                <a:gd name="T48" fmla="*/ 493 w 628"/>
                <a:gd name="T49" fmla="*/ 703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28" h="703">
                  <a:moveTo>
                    <a:pt x="493" y="703"/>
                  </a:moveTo>
                  <a:cubicBezTo>
                    <a:pt x="493" y="686"/>
                    <a:pt x="493" y="686"/>
                    <a:pt x="493" y="686"/>
                  </a:cubicBezTo>
                  <a:cubicBezTo>
                    <a:pt x="493" y="678"/>
                    <a:pt x="493" y="678"/>
                    <a:pt x="493" y="678"/>
                  </a:cubicBezTo>
                  <a:cubicBezTo>
                    <a:pt x="523" y="672"/>
                    <a:pt x="546" y="646"/>
                    <a:pt x="546" y="615"/>
                  </a:cubicBezTo>
                  <a:cubicBezTo>
                    <a:pt x="546" y="475"/>
                    <a:pt x="546" y="475"/>
                    <a:pt x="546" y="475"/>
                  </a:cubicBezTo>
                  <a:cubicBezTo>
                    <a:pt x="554" y="434"/>
                    <a:pt x="554" y="434"/>
                    <a:pt x="554" y="434"/>
                  </a:cubicBezTo>
                  <a:cubicBezTo>
                    <a:pt x="621" y="94"/>
                    <a:pt x="621" y="94"/>
                    <a:pt x="621" y="94"/>
                  </a:cubicBezTo>
                  <a:cubicBezTo>
                    <a:pt x="628" y="59"/>
                    <a:pt x="609" y="26"/>
                    <a:pt x="579" y="20"/>
                  </a:cubicBezTo>
                  <a:cubicBezTo>
                    <a:pt x="503" y="5"/>
                    <a:pt x="503" y="5"/>
                    <a:pt x="503" y="5"/>
                  </a:cubicBezTo>
                  <a:cubicBezTo>
                    <a:pt x="473" y="0"/>
                    <a:pt x="443" y="23"/>
                    <a:pt x="436" y="58"/>
                  </a:cubicBezTo>
                  <a:cubicBezTo>
                    <a:pt x="382" y="334"/>
                    <a:pt x="382" y="334"/>
                    <a:pt x="382" y="334"/>
                  </a:cubicBezTo>
                  <a:cubicBezTo>
                    <a:pt x="380" y="342"/>
                    <a:pt x="380" y="342"/>
                    <a:pt x="380" y="342"/>
                  </a:cubicBezTo>
                  <a:cubicBezTo>
                    <a:pt x="64" y="342"/>
                    <a:pt x="64" y="342"/>
                    <a:pt x="64" y="342"/>
                  </a:cubicBezTo>
                  <a:cubicBezTo>
                    <a:pt x="29" y="342"/>
                    <a:pt x="0" y="370"/>
                    <a:pt x="0" y="406"/>
                  </a:cubicBezTo>
                  <a:cubicBezTo>
                    <a:pt x="0" y="615"/>
                    <a:pt x="0" y="615"/>
                    <a:pt x="0" y="615"/>
                  </a:cubicBezTo>
                  <a:cubicBezTo>
                    <a:pt x="0" y="646"/>
                    <a:pt x="23" y="672"/>
                    <a:pt x="53" y="678"/>
                  </a:cubicBezTo>
                  <a:cubicBezTo>
                    <a:pt x="53" y="686"/>
                    <a:pt x="53" y="686"/>
                    <a:pt x="53" y="686"/>
                  </a:cubicBezTo>
                  <a:cubicBezTo>
                    <a:pt x="53" y="703"/>
                    <a:pt x="53" y="703"/>
                    <a:pt x="53" y="703"/>
                  </a:cubicBezTo>
                  <a:cubicBezTo>
                    <a:pt x="155" y="703"/>
                    <a:pt x="155" y="703"/>
                    <a:pt x="155" y="703"/>
                  </a:cubicBezTo>
                  <a:cubicBezTo>
                    <a:pt x="155" y="687"/>
                    <a:pt x="155" y="687"/>
                    <a:pt x="155" y="687"/>
                  </a:cubicBezTo>
                  <a:cubicBezTo>
                    <a:pt x="155" y="679"/>
                    <a:pt x="155" y="679"/>
                    <a:pt x="155" y="679"/>
                  </a:cubicBezTo>
                  <a:cubicBezTo>
                    <a:pt x="391" y="679"/>
                    <a:pt x="391" y="679"/>
                    <a:pt x="391" y="679"/>
                  </a:cubicBezTo>
                  <a:cubicBezTo>
                    <a:pt x="391" y="687"/>
                    <a:pt x="391" y="687"/>
                    <a:pt x="391" y="687"/>
                  </a:cubicBezTo>
                  <a:cubicBezTo>
                    <a:pt x="391" y="703"/>
                    <a:pt x="391" y="703"/>
                    <a:pt x="391" y="703"/>
                  </a:cubicBezTo>
                  <a:lnTo>
                    <a:pt x="493" y="70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94" name="组合 393"/>
          <p:cNvGrpSpPr/>
          <p:nvPr/>
        </p:nvGrpSpPr>
        <p:grpSpPr>
          <a:xfrm>
            <a:off x="8403106" y="3719136"/>
            <a:ext cx="1610297" cy="1196744"/>
            <a:chOff x="2552059" y="3638469"/>
            <a:chExt cx="1721180" cy="1279150"/>
          </a:xfrm>
          <a:solidFill>
            <a:schemeClr val="tx1">
              <a:lumMod val="65000"/>
              <a:lumOff val="35000"/>
            </a:schemeClr>
          </a:solidFill>
        </p:grpSpPr>
        <p:sp>
          <p:nvSpPr>
            <p:cNvPr id="395" name="Freeform 77"/>
            <p:cNvSpPr>
              <a:spLocks noEditPoints="1"/>
            </p:cNvSpPr>
            <p:nvPr/>
          </p:nvSpPr>
          <p:spPr bwMode="auto">
            <a:xfrm>
              <a:off x="3931611" y="4313902"/>
              <a:ext cx="341628" cy="603717"/>
            </a:xfrm>
            <a:custGeom>
              <a:avLst/>
              <a:gdLst>
                <a:gd name="T0" fmla="*/ 262 w 262"/>
                <a:gd name="T1" fmla="*/ 31 h 463"/>
                <a:gd name="T2" fmla="*/ 262 w 262"/>
                <a:gd name="T3" fmla="*/ 0 h 463"/>
                <a:gd name="T4" fmla="*/ 0 w 262"/>
                <a:gd name="T5" fmla="*/ 0 h 463"/>
                <a:gd name="T6" fmla="*/ 0 w 262"/>
                <a:gd name="T7" fmla="*/ 31 h 463"/>
                <a:gd name="T8" fmla="*/ 13 w 262"/>
                <a:gd name="T9" fmla="*/ 31 h 463"/>
                <a:gd name="T10" fmla="*/ 13 w 262"/>
                <a:gd name="T11" fmla="*/ 190 h 463"/>
                <a:gd name="T12" fmla="*/ 0 w 262"/>
                <a:gd name="T13" fmla="*/ 190 h 463"/>
                <a:gd name="T14" fmla="*/ 0 w 262"/>
                <a:gd name="T15" fmla="*/ 220 h 463"/>
                <a:gd name="T16" fmla="*/ 13 w 262"/>
                <a:gd name="T17" fmla="*/ 220 h 463"/>
                <a:gd name="T18" fmla="*/ 13 w 262"/>
                <a:gd name="T19" fmla="*/ 463 h 463"/>
                <a:gd name="T20" fmla="*/ 44 w 262"/>
                <a:gd name="T21" fmla="*/ 463 h 463"/>
                <a:gd name="T22" fmla="*/ 44 w 262"/>
                <a:gd name="T23" fmla="*/ 220 h 463"/>
                <a:gd name="T24" fmla="*/ 218 w 262"/>
                <a:gd name="T25" fmla="*/ 220 h 463"/>
                <a:gd name="T26" fmla="*/ 218 w 262"/>
                <a:gd name="T27" fmla="*/ 463 h 463"/>
                <a:gd name="T28" fmla="*/ 249 w 262"/>
                <a:gd name="T29" fmla="*/ 463 h 463"/>
                <a:gd name="T30" fmla="*/ 249 w 262"/>
                <a:gd name="T31" fmla="*/ 220 h 463"/>
                <a:gd name="T32" fmla="*/ 262 w 262"/>
                <a:gd name="T33" fmla="*/ 220 h 463"/>
                <a:gd name="T34" fmla="*/ 262 w 262"/>
                <a:gd name="T35" fmla="*/ 190 h 463"/>
                <a:gd name="T36" fmla="*/ 249 w 262"/>
                <a:gd name="T37" fmla="*/ 190 h 463"/>
                <a:gd name="T38" fmla="*/ 249 w 262"/>
                <a:gd name="T39" fmla="*/ 31 h 463"/>
                <a:gd name="T40" fmla="*/ 262 w 262"/>
                <a:gd name="T41" fmla="*/ 31 h 463"/>
                <a:gd name="T42" fmla="*/ 218 w 262"/>
                <a:gd name="T43" fmla="*/ 190 h 463"/>
                <a:gd name="T44" fmla="*/ 44 w 262"/>
                <a:gd name="T45" fmla="*/ 190 h 463"/>
                <a:gd name="T46" fmla="*/ 44 w 262"/>
                <a:gd name="T47" fmla="*/ 31 h 463"/>
                <a:gd name="T48" fmla="*/ 218 w 262"/>
                <a:gd name="T49" fmla="*/ 31 h 463"/>
                <a:gd name="T50" fmla="*/ 218 w 262"/>
                <a:gd name="T51" fmla="*/ 190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2" h="463">
                  <a:moveTo>
                    <a:pt x="262" y="31"/>
                  </a:moveTo>
                  <a:lnTo>
                    <a:pt x="262" y="0"/>
                  </a:lnTo>
                  <a:lnTo>
                    <a:pt x="0" y="0"/>
                  </a:lnTo>
                  <a:lnTo>
                    <a:pt x="0" y="31"/>
                  </a:lnTo>
                  <a:lnTo>
                    <a:pt x="13" y="31"/>
                  </a:lnTo>
                  <a:lnTo>
                    <a:pt x="13" y="190"/>
                  </a:lnTo>
                  <a:lnTo>
                    <a:pt x="0" y="190"/>
                  </a:lnTo>
                  <a:lnTo>
                    <a:pt x="0" y="220"/>
                  </a:lnTo>
                  <a:lnTo>
                    <a:pt x="13" y="220"/>
                  </a:lnTo>
                  <a:lnTo>
                    <a:pt x="13" y="463"/>
                  </a:lnTo>
                  <a:lnTo>
                    <a:pt x="44" y="463"/>
                  </a:lnTo>
                  <a:lnTo>
                    <a:pt x="44" y="220"/>
                  </a:lnTo>
                  <a:lnTo>
                    <a:pt x="218" y="220"/>
                  </a:lnTo>
                  <a:lnTo>
                    <a:pt x="218" y="463"/>
                  </a:lnTo>
                  <a:lnTo>
                    <a:pt x="249" y="463"/>
                  </a:lnTo>
                  <a:lnTo>
                    <a:pt x="249" y="220"/>
                  </a:lnTo>
                  <a:lnTo>
                    <a:pt x="262" y="220"/>
                  </a:lnTo>
                  <a:lnTo>
                    <a:pt x="262" y="190"/>
                  </a:lnTo>
                  <a:lnTo>
                    <a:pt x="249" y="190"/>
                  </a:lnTo>
                  <a:lnTo>
                    <a:pt x="249" y="31"/>
                  </a:lnTo>
                  <a:lnTo>
                    <a:pt x="262" y="31"/>
                  </a:lnTo>
                  <a:close/>
                  <a:moveTo>
                    <a:pt x="218" y="190"/>
                  </a:moveTo>
                  <a:lnTo>
                    <a:pt x="44" y="190"/>
                  </a:lnTo>
                  <a:lnTo>
                    <a:pt x="44" y="31"/>
                  </a:lnTo>
                  <a:lnTo>
                    <a:pt x="218" y="31"/>
                  </a:lnTo>
                  <a:lnTo>
                    <a:pt x="218" y="1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 name="Freeform 78"/>
            <p:cNvSpPr>
              <a:spLocks noEditPoints="1"/>
            </p:cNvSpPr>
            <p:nvPr/>
          </p:nvSpPr>
          <p:spPr bwMode="auto">
            <a:xfrm>
              <a:off x="3972033" y="4027039"/>
              <a:ext cx="267305" cy="264697"/>
            </a:xfrm>
            <a:custGeom>
              <a:avLst/>
              <a:gdLst>
                <a:gd name="T0" fmla="*/ 185 w 240"/>
                <a:gd name="T1" fmla="*/ 100 h 237"/>
                <a:gd name="T2" fmla="*/ 224 w 240"/>
                <a:gd name="T3" fmla="*/ 237 h 237"/>
                <a:gd name="T4" fmla="*/ 187 w 240"/>
                <a:gd name="T5" fmla="*/ 126 h 237"/>
                <a:gd name="T6" fmla="*/ 201 w 240"/>
                <a:gd name="T7" fmla="*/ 197 h 237"/>
                <a:gd name="T8" fmla="*/ 135 w 240"/>
                <a:gd name="T9" fmla="*/ 200 h 237"/>
                <a:gd name="T10" fmla="*/ 135 w 240"/>
                <a:gd name="T11" fmla="*/ 137 h 237"/>
                <a:gd name="T12" fmla="*/ 135 w 240"/>
                <a:gd name="T13" fmla="*/ 137 h 237"/>
                <a:gd name="T14" fmla="*/ 170 w 240"/>
                <a:gd name="T15" fmla="*/ 171 h 237"/>
                <a:gd name="T16" fmla="*/ 161 w 240"/>
                <a:gd name="T17" fmla="*/ 166 h 237"/>
                <a:gd name="T18" fmla="*/ 175 w 240"/>
                <a:gd name="T19" fmla="*/ 171 h 237"/>
                <a:gd name="T20" fmla="*/ 175 w 240"/>
                <a:gd name="T21" fmla="*/ 166 h 237"/>
                <a:gd name="T22" fmla="*/ 175 w 240"/>
                <a:gd name="T23" fmla="*/ 153 h 237"/>
                <a:gd name="T24" fmla="*/ 170 w 240"/>
                <a:gd name="T25" fmla="*/ 153 h 237"/>
                <a:gd name="T26" fmla="*/ 157 w 240"/>
                <a:gd name="T27" fmla="*/ 153 h 237"/>
                <a:gd name="T28" fmla="*/ 157 w 240"/>
                <a:gd name="T29" fmla="*/ 158 h 237"/>
                <a:gd name="T30" fmla="*/ 157 w 240"/>
                <a:gd name="T31" fmla="*/ 171 h 237"/>
                <a:gd name="T32" fmla="*/ 157 w 240"/>
                <a:gd name="T33" fmla="*/ 184 h 237"/>
                <a:gd name="T34" fmla="*/ 161 w 240"/>
                <a:gd name="T35" fmla="*/ 184 h 237"/>
                <a:gd name="T36" fmla="*/ 175 w 240"/>
                <a:gd name="T37" fmla="*/ 184 h 237"/>
                <a:gd name="T38" fmla="*/ 187 w 240"/>
                <a:gd name="T39" fmla="*/ 184 h 237"/>
                <a:gd name="T40" fmla="*/ 187 w 240"/>
                <a:gd name="T41" fmla="*/ 179 h 237"/>
                <a:gd name="T42" fmla="*/ 187 w 240"/>
                <a:gd name="T43" fmla="*/ 166 h 237"/>
                <a:gd name="T44" fmla="*/ 187 w 240"/>
                <a:gd name="T45" fmla="*/ 153 h 237"/>
                <a:gd name="T46" fmla="*/ 187 w 240"/>
                <a:gd name="T47" fmla="*/ 140 h 237"/>
                <a:gd name="T48" fmla="*/ 183 w 240"/>
                <a:gd name="T49" fmla="*/ 140 h 237"/>
                <a:gd name="T50" fmla="*/ 170 w 240"/>
                <a:gd name="T51" fmla="*/ 140 h 237"/>
                <a:gd name="T52" fmla="*/ 157 w 240"/>
                <a:gd name="T53" fmla="*/ 140 h 237"/>
                <a:gd name="T54" fmla="*/ 143 w 240"/>
                <a:gd name="T55" fmla="*/ 144 h 237"/>
                <a:gd name="T56" fmla="*/ 143 w 240"/>
                <a:gd name="T57" fmla="*/ 158 h 237"/>
                <a:gd name="T58" fmla="*/ 143 w 240"/>
                <a:gd name="T59" fmla="*/ 171 h 237"/>
                <a:gd name="T60" fmla="*/ 143 w 240"/>
                <a:gd name="T61" fmla="*/ 184 h 237"/>
                <a:gd name="T62" fmla="*/ 148 w 240"/>
                <a:gd name="T63" fmla="*/ 197 h 237"/>
                <a:gd name="T64" fmla="*/ 161 w 240"/>
                <a:gd name="T65" fmla="*/ 197 h 237"/>
                <a:gd name="T66" fmla="*/ 175 w 240"/>
                <a:gd name="T67" fmla="*/ 197 h 237"/>
                <a:gd name="T68" fmla="*/ 187 w 240"/>
                <a:gd name="T69" fmla="*/ 197 h 237"/>
                <a:gd name="T70" fmla="*/ 201 w 240"/>
                <a:gd name="T71" fmla="*/ 192 h 237"/>
                <a:gd name="T72" fmla="*/ 201 w 240"/>
                <a:gd name="T73" fmla="*/ 179 h 237"/>
                <a:gd name="T74" fmla="*/ 201 w 240"/>
                <a:gd name="T75" fmla="*/ 166 h 237"/>
                <a:gd name="T76" fmla="*/ 201 w 240"/>
                <a:gd name="T77" fmla="*/ 153 h 237"/>
                <a:gd name="T78" fmla="*/ 209 w 240"/>
                <a:gd name="T79" fmla="*/ 138 h 237"/>
                <a:gd name="T80" fmla="*/ 183 w 240"/>
                <a:gd name="T81" fmla="*/ 121 h 237"/>
                <a:gd name="T82" fmla="*/ 170 w 240"/>
                <a:gd name="T83" fmla="*/ 120 h 237"/>
                <a:gd name="T84" fmla="*/ 157 w 240"/>
                <a:gd name="T85" fmla="*/ 122 h 237"/>
                <a:gd name="T86" fmla="*/ 129 w 240"/>
                <a:gd name="T87" fmla="*/ 144 h 237"/>
                <a:gd name="T88" fmla="*/ 124 w 240"/>
                <a:gd name="T89" fmla="*/ 158 h 237"/>
                <a:gd name="T90" fmla="*/ 123 w 240"/>
                <a:gd name="T91" fmla="*/ 171 h 237"/>
                <a:gd name="T92" fmla="*/ 125 w 240"/>
                <a:gd name="T93" fmla="*/ 184 h 237"/>
                <a:gd name="T94" fmla="*/ 148 w 240"/>
                <a:gd name="T95" fmla="*/ 211 h 237"/>
                <a:gd name="T96" fmla="*/ 161 w 240"/>
                <a:gd name="T97" fmla="*/ 216 h 237"/>
                <a:gd name="T98" fmla="*/ 175 w 240"/>
                <a:gd name="T99" fmla="*/ 217 h 237"/>
                <a:gd name="T100" fmla="*/ 187 w 240"/>
                <a:gd name="T101" fmla="*/ 210 h 237"/>
                <a:gd name="T102" fmla="*/ 214 w 240"/>
                <a:gd name="T103" fmla="*/ 179 h 237"/>
                <a:gd name="T104" fmla="*/ 214 w 240"/>
                <a:gd name="T105" fmla="*/ 166 h 237"/>
                <a:gd name="T106" fmla="*/ 214 w 240"/>
                <a:gd name="T107" fmla="*/ 153 h 237"/>
                <a:gd name="T108" fmla="*/ 67 w 240"/>
                <a:gd name="T109" fmla="*/ 145 h 237"/>
                <a:gd name="T110" fmla="*/ 17 w 240"/>
                <a:gd name="T111" fmla="*/ 123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0" h="237">
                  <a:moveTo>
                    <a:pt x="224" y="100"/>
                  </a:moveTo>
                  <a:cubicBezTo>
                    <a:pt x="202" y="100"/>
                    <a:pt x="202" y="100"/>
                    <a:pt x="202" y="100"/>
                  </a:cubicBezTo>
                  <a:cubicBezTo>
                    <a:pt x="45" y="0"/>
                    <a:pt x="45" y="0"/>
                    <a:pt x="45" y="0"/>
                  </a:cubicBezTo>
                  <a:cubicBezTo>
                    <a:pt x="40" y="8"/>
                    <a:pt x="40" y="8"/>
                    <a:pt x="40" y="8"/>
                  </a:cubicBezTo>
                  <a:cubicBezTo>
                    <a:pt x="185" y="100"/>
                    <a:pt x="185" y="100"/>
                    <a:pt x="185" y="100"/>
                  </a:cubicBezTo>
                  <a:cubicBezTo>
                    <a:pt x="16" y="100"/>
                    <a:pt x="16" y="100"/>
                    <a:pt x="16" y="100"/>
                  </a:cubicBezTo>
                  <a:cubicBezTo>
                    <a:pt x="7" y="100"/>
                    <a:pt x="0" y="107"/>
                    <a:pt x="0" y="116"/>
                  </a:cubicBezTo>
                  <a:cubicBezTo>
                    <a:pt x="0" y="221"/>
                    <a:pt x="0" y="221"/>
                    <a:pt x="0" y="221"/>
                  </a:cubicBezTo>
                  <a:cubicBezTo>
                    <a:pt x="0" y="230"/>
                    <a:pt x="7" y="237"/>
                    <a:pt x="16" y="237"/>
                  </a:cubicBezTo>
                  <a:cubicBezTo>
                    <a:pt x="224" y="237"/>
                    <a:pt x="224" y="237"/>
                    <a:pt x="224" y="237"/>
                  </a:cubicBezTo>
                  <a:cubicBezTo>
                    <a:pt x="233" y="237"/>
                    <a:pt x="240" y="230"/>
                    <a:pt x="240" y="221"/>
                  </a:cubicBezTo>
                  <a:cubicBezTo>
                    <a:pt x="240" y="116"/>
                    <a:pt x="240" y="116"/>
                    <a:pt x="240" y="116"/>
                  </a:cubicBezTo>
                  <a:cubicBezTo>
                    <a:pt x="240" y="107"/>
                    <a:pt x="233" y="100"/>
                    <a:pt x="224" y="100"/>
                  </a:cubicBezTo>
                  <a:close/>
                  <a:moveTo>
                    <a:pt x="195" y="126"/>
                  </a:moveTo>
                  <a:cubicBezTo>
                    <a:pt x="187" y="126"/>
                    <a:pt x="187" y="126"/>
                    <a:pt x="187" y="126"/>
                  </a:cubicBezTo>
                  <a:cubicBezTo>
                    <a:pt x="187" y="123"/>
                    <a:pt x="187" y="123"/>
                    <a:pt x="187" y="123"/>
                  </a:cubicBezTo>
                  <a:cubicBezTo>
                    <a:pt x="190" y="124"/>
                    <a:pt x="193" y="125"/>
                    <a:pt x="195" y="126"/>
                  </a:cubicBezTo>
                  <a:close/>
                  <a:moveTo>
                    <a:pt x="202" y="205"/>
                  </a:moveTo>
                  <a:cubicBezTo>
                    <a:pt x="201" y="205"/>
                    <a:pt x="201" y="205"/>
                    <a:pt x="201" y="205"/>
                  </a:cubicBezTo>
                  <a:cubicBezTo>
                    <a:pt x="201" y="197"/>
                    <a:pt x="201" y="197"/>
                    <a:pt x="201" y="197"/>
                  </a:cubicBezTo>
                  <a:cubicBezTo>
                    <a:pt x="209" y="197"/>
                    <a:pt x="209" y="197"/>
                    <a:pt x="209" y="197"/>
                  </a:cubicBezTo>
                  <a:cubicBezTo>
                    <a:pt x="209" y="199"/>
                    <a:pt x="209" y="199"/>
                    <a:pt x="209" y="199"/>
                  </a:cubicBezTo>
                  <a:cubicBezTo>
                    <a:pt x="207" y="201"/>
                    <a:pt x="205" y="203"/>
                    <a:pt x="202" y="205"/>
                  </a:cubicBezTo>
                  <a:close/>
                  <a:moveTo>
                    <a:pt x="140" y="205"/>
                  </a:moveTo>
                  <a:cubicBezTo>
                    <a:pt x="138" y="204"/>
                    <a:pt x="136" y="202"/>
                    <a:pt x="135" y="200"/>
                  </a:cubicBezTo>
                  <a:cubicBezTo>
                    <a:pt x="135" y="197"/>
                    <a:pt x="135" y="197"/>
                    <a:pt x="135" y="197"/>
                  </a:cubicBezTo>
                  <a:cubicBezTo>
                    <a:pt x="143" y="197"/>
                    <a:pt x="143" y="197"/>
                    <a:pt x="143" y="197"/>
                  </a:cubicBezTo>
                  <a:cubicBezTo>
                    <a:pt x="143" y="205"/>
                    <a:pt x="143" y="205"/>
                    <a:pt x="143" y="205"/>
                  </a:cubicBezTo>
                  <a:lnTo>
                    <a:pt x="140" y="205"/>
                  </a:lnTo>
                  <a:close/>
                  <a:moveTo>
                    <a:pt x="135" y="137"/>
                  </a:moveTo>
                  <a:cubicBezTo>
                    <a:pt x="136" y="135"/>
                    <a:pt x="138" y="133"/>
                    <a:pt x="140" y="131"/>
                  </a:cubicBezTo>
                  <a:cubicBezTo>
                    <a:pt x="143" y="131"/>
                    <a:pt x="143" y="131"/>
                    <a:pt x="143" y="131"/>
                  </a:cubicBezTo>
                  <a:cubicBezTo>
                    <a:pt x="143" y="140"/>
                    <a:pt x="143" y="140"/>
                    <a:pt x="143" y="140"/>
                  </a:cubicBezTo>
                  <a:cubicBezTo>
                    <a:pt x="135" y="140"/>
                    <a:pt x="135" y="140"/>
                    <a:pt x="135" y="140"/>
                  </a:cubicBezTo>
                  <a:lnTo>
                    <a:pt x="135" y="137"/>
                  </a:lnTo>
                  <a:close/>
                  <a:moveTo>
                    <a:pt x="170" y="171"/>
                  </a:moveTo>
                  <a:cubicBezTo>
                    <a:pt x="170" y="179"/>
                    <a:pt x="170" y="179"/>
                    <a:pt x="170" y="179"/>
                  </a:cubicBezTo>
                  <a:cubicBezTo>
                    <a:pt x="161" y="179"/>
                    <a:pt x="161" y="179"/>
                    <a:pt x="161" y="179"/>
                  </a:cubicBezTo>
                  <a:cubicBezTo>
                    <a:pt x="161" y="171"/>
                    <a:pt x="161" y="171"/>
                    <a:pt x="161" y="171"/>
                  </a:cubicBezTo>
                  <a:lnTo>
                    <a:pt x="170" y="171"/>
                  </a:lnTo>
                  <a:close/>
                  <a:moveTo>
                    <a:pt x="161" y="166"/>
                  </a:moveTo>
                  <a:cubicBezTo>
                    <a:pt x="161" y="158"/>
                    <a:pt x="161" y="158"/>
                    <a:pt x="161" y="158"/>
                  </a:cubicBezTo>
                  <a:cubicBezTo>
                    <a:pt x="170" y="158"/>
                    <a:pt x="170" y="158"/>
                    <a:pt x="170" y="158"/>
                  </a:cubicBezTo>
                  <a:cubicBezTo>
                    <a:pt x="170" y="166"/>
                    <a:pt x="170" y="166"/>
                    <a:pt x="170" y="166"/>
                  </a:cubicBezTo>
                  <a:lnTo>
                    <a:pt x="161" y="166"/>
                  </a:lnTo>
                  <a:close/>
                  <a:moveTo>
                    <a:pt x="175" y="171"/>
                  </a:moveTo>
                  <a:cubicBezTo>
                    <a:pt x="183" y="171"/>
                    <a:pt x="183" y="171"/>
                    <a:pt x="183" y="171"/>
                  </a:cubicBezTo>
                  <a:cubicBezTo>
                    <a:pt x="183" y="179"/>
                    <a:pt x="183" y="179"/>
                    <a:pt x="183" y="179"/>
                  </a:cubicBezTo>
                  <a:cubicBezTo>
                    <a:pt x="175" y="179"/>
                    <a:pt x="175" y="179"/>
                    <a:pt x="175" y="179"/>
                  </a:cubicBezTo>
                  <a:lnTo>
                    <a:pt x="175" y="171"/>
                  </a:lnTo>
                  <a:close/>
                  <a:moveTo>
                    <a:pt x="175" y="166"/>
                  </a:moveTo>
                  <a:cubicBezTo>
                    <a:pt x="175" y="158"/>
                    <a:pt x="175" y="158"/>
                    <a:pt x="175" y="158"/>
                  </a:cubicBezTo>
                  <a:cubicBezTo>
                    <a:pt x="183" y="158"/>
                    <a:pt x="183" y="158"/>
                    <a:pt x="183" y="158"/>
                  </a:cubicBezTo>
                  <a:cubicBezTo>
                    <a:pt x="183" y="166"/>
                    <a:pt x="183" y="166"/>
                    <a:pt x="183" y="166"/>
                  </a:cubicBezTo>
                  <a:lnTo>
                    <a:pt x="175" y="166"/>
                  </a:lnTo>
                  <a:close/>
                  <a:moveTo>
                    <a:pt x="175" y="153"/>
                  </a:moveTo>
                  <a:cubicBezTo>
                    <a:pt x="175" y="144"/>
                    <a:pt x="175" y="144"/>
                    <a:pt x="175" y="144"/>
                  </a:cubicBezTo>
                  <a:cubicBezTo>
                    <a:pt x="183" y="144"/>
                    <a:pt x="183" y="144"/>
                    <a:pt x="183" y="144"/>
                  </a:cubicBezTo>
                  <a:cubicBezTo>
                    <a:pt x="183" y="153"/>
                    <a:pt x="183" y="153"/>
                    <a:pt x="183" y="153"/>
                  </a:cubicBezTo>
                  <a:lnTo>
                    <a:pt x="175" y="153"/>
                  </a:lnTo>
                  <a:close/>
                  <a:moveTo>
                    <a:pt x="170" y="153"/>
                  </a:moveTo>
                  <a:cubicBezTo>
                    <a:pt x="161" y="153"/>
                    <a:pt x="161" y="153"/>
                    <a:pt x="161" y="153"/>
                  </a:cubicBezTo>
                  <a:cubicBezTo>
                    <a:pt x="161" y="144"/>
                    <a:pt x="161" y="144"/>
                    <a:pt x="161" y="144"/>
                  </a:cubicBezTo>
                  <a:cubicBezTo>
                    <a:pt x="170" y="144"/>
                    <a:pt x="170" y="144"/>
                    <a:pt x="170" y="144"/>
                  </a:cubicBezTo>
                  <a:lnTo>
                    <a:pt x="170" y="153"/>
                  </a:lnTo>
                  <a:close/>
                  <a:moveTo>
                    <a:pt x="157" y="153"/>
                  </a:moveTo>
                  <a:cubicBezTo>
                    <a:pt x="148" y="153"/>
                    <a:pt x="148" y="153"/>
                    <a:pt x="148" y="153"/>
                  </a:cubicBezTo>
                  <a:cubicBezTo>
                    <a:pt x="148" y="144"/>
                    <a:pt x="148" y="144"/>
                    <a:pt x="148" y="144"/>
                  </a:cubicBezTo>
                  <a:cubicBezTo>
                    <a:pt x="157" y="144"/>
                    <a:pt x="157" y="144"/>
                    <a:pt x="157" y="144"/>
                  </a:cubicBezTo>
                  <a:lnTo>
                    <a:pt x="157" y="153"/>
                  </a:lnTo>
                  <a:close/>
                  <a:moveTo>
                    <a:pt x="157" y="158"/>
                  </a:moveTo>
                  <a:cubicBezTo>
                    <a:pt x="157" y="166"/>
                    <a:pt x="157" y="166"/>
                    <a:pt x="157" y="166"/>
                  </a:cubicBezTo>
                  <a:cubicBezTo>
                    <a:pt x="148" y="166"/>
                    <a:pt x="148" y="166"/>
                    <a:pt x="148" y="166"/>
                  </a:cubicBezTo>
                  <a:cubicBezTo>
                    <a:pt x="148" y="158"/>
                    <a:pt x="148" y="158"/>
                    <a:pt x="148" y="158"/>
                  </a:cubicBezTo>
                  <a:lnTo>
                    <a:pt x="157" y="158"/>
                  </a:lnTo>
                  <a:close/>
                  <a:moveTo>
                    <a:pt x="157" y="171"/>
                  </a:moveTo>
                  <a:cubicBezTo>
                    <a:pt x="157" y="179"/>
                    <a:pt x="157" y="179"/>
                    <a:pt x="157" y="179"/>
                  </a:cubicBezTo>
                  <a:cubicBezTo>
                    <a:pt x="148" y="179"/>
                    <a:pt x="148" y="179"/>
                    <a:pt x="148" y="179"/>
                  </a:cubicBezTo>
                  <a:cubicBezTo>
                    <a:pt x="148" y="171"/>
                    <a:pt x="148" y="171"/>
                    <a:pt x="148" y="171"/>
                  </a:cubicBezTo>
                  <a:lnTo>
                    <a:pt x="157" y="171"/>
                  </a:lnTo>
                  <a:close/>
                  <a:moveTo>
                    <a:pt x="157" y="184"/>
                  </a:moveTo>
                  <a:cubicBezTo>
                    <a:pt x="157" y="192"/>
                    <a:pt x="157" y="192"/>
                    <a:pt x="157" y="192"/>
                  </a:cubicBezTo>
                  <a:cubicBezTo>
                    <a:pt x="148" y="192"/>
                    <a:pt x="148" y="192"/>
                    <a:pt x="148" y="192"/>
                  </a:cubicBezTo>
                  <a:cubicBezTo>
                    <a:pt x="148" y="184"/>
                    <a:pt x="148" y="184"/>
                    <a:pt x="148" y="184"/>
                  </a:cubicBezTo>
                  <a:lnTo>
                    <a:pt x="157" y="184"/>
                  </a:lnTo>
                  <a:close/>
                  <a:moveTo>
                    <a:pt x="161" y="184"/>
                  </a:moveTo>
                  <a:cubicBezTo>
                    <a:pt x="170" y="184"/>
                    <a:pt x="170" y="184"/>
                    <a:pt x="170" y="184"/>
                  </a:cubicBezTo>
                  <a:cubicBezTo>
                    <a:pt x="170" y="192"/>
                    <a:pt x="170" y="192"/>
                    <a:pt x="170" y="192"/>
                  </a:cubicBezTo>
                  <a:cubicBezTo>
                    <a:pt x="161" y="192"/>
                    <a:pt x="161" y="192"/>
                    <a:pt x="161" y="192"/>
                  </a:cubicBezTo>
                  <a:lnTo>
                    <a:pt x="161" y="184"/>
                  </a:lnTo>
                  <a:close/>
                  <a:moveTo>
                    <a:pt x="175" y="184"/>
                  </a:moveTo>
                  <a:cubicBezTo>
                    <a:pt x="183" y="184"/>
                    <a:pt x="183" y="184"/>
                    <a:pt x="183" y="184"/>
                  </a:cubicBezTo>
                  <a:cubicBezTo>
                    <a:pt x="183" y="192"/>
                    <a:pt x="183" y="192"/>
                    <a:pt x="183" y="192"/>
                  </a:cubicBezTo>
                  <a:cubicBezTo>
                    <a:pt x="175" y="192"/>
                    <a:pt x="175" y="192"/>
                    <a:pt x="175" y="192"/>
                  </a:cubicBezTo>
                  <a:lnTo>
                    <a:pt x="175" y="184"/>
                  </a:lnTo>
                  <a:close/>
                  <a:moveTo>
                    <a:pt x="187" y="184"/>
                  </a:moveTo>
                  <a:cubicBezTo>
                    <a:pt x="196" y="184"/>
                    <a:pt x="196" y="184"/>
                    <a:pt x="196" y="184"/>
                  </a:cubicBezTo>
                  <a:cubicBezTo>
                    <a:pt x="196" y="192"/>
                    <a:pt x="196" y="192"/>
                    <a:pt x="196" y="192"/>
                  </a:cubicBezTo>
                  <a:cubicBezTo>
                    <a:pt x="187" y="192"/>
                    <a:pt x="187" y="192"/>
                    <a:pt x="187" y="192"/>
                  </a:cubicBezTo>
                  <a:lnTo>
                    <a:pt x="187" y="184"/>
                  </a:lnTo>
                  <a:close/>
                  <a:moveTo>
                    <a:pt x="187" y="179"/>
                  </a:moveTo>
                  <a:cubicBezTo>
                    <a:pt x="187" y="171"/>
                    <a:pt x="187" y="171"/>
                    <a:pt x="187" y="171"/>
                  </a:cubicBezTo>
                  <a:cubicBezTo>
                    <a:pt x="196" y="171"/>
                    <a:pt x="196" y="171"/>
                    <a:pt x="196" y="171"/>
                  </a:cubicBezTo>
                  <a:cubicBezTo>
                    <a:pt x="196" y="179"/>
                    <a:pt x="196" y="179"/>
                    <a:pt x="196" y="179"/>
                  </a:cubicBezTo>
                  <a:lnTo>
                    <a:pt x="187" y="179"/>
                  </a:lnTo>
                  <a:close/>
                  <a:moveTo>
                    <a:pt x="187" y="166"/>
                  </a:moveTo>
                  <a:cubicBezTo>
                    <a:pt x="187" y="158"/>
                    <a:pt x="187" y="158"/>
                    <a:pt x="187" y="158"/>
                  </a:cubicBezTo>
                  <a:cubicBezTo>
                    <a:pt x="196" y="158"/>
                    <a:pt x="196" y="158"/>
                    <a:pt x="196" y="158"/>
                  </a:cubicBezTo>
                  <a:cubicBezTo>
                    <a:pt x="196" y="166"/>
                    <a:pt x="196" y="166"/>
                    <a:pt x="196" y="166"/>
                  </a:cubicBezTo>
                  <a:lnTo>
                    <a:pt x="187" y="166"/>
                  </a:lnTo>
                  <a:close/>
                  <a:moveTo>
                    <a:pt x="187" y="153"/>
                  </a:moveTo>
                  <a:cubicBezTo>
                    <a:pt x="187" y="144"/>
                    <a:pt x="187" y="144"/>
                    <a:pt x="187" y="144"/>
                  </a:cubicBezTo>
                  <a:cubicBezTo>
                    <a:pt x="196" y="144"/>
                    <a:pt x="196" y="144"/>
                    <a:pt x="196" y="144"/>
                  </a:cubicBezTo>
                  <a:cubicBezTo>
                    <a:pt x="196" y="153"/>
                    <a:pt x="196" y="153"/>
                    <a:pt x="196" y="153"/>
                  </a:cubicBezTo>
                  <a:lnTo>
                    <a:pt x="187" y="153"/>
                  </a:lnTo>
                  <a:close/>
                  <a:moveTo>
                    <a:pt x="187" y="140"/>
                  </a:moveTo>
                  <a:cubicBezTo>
                    <a:pt x="187" y="131"/>
                    <a:pt x="187" y="131"/>
                    <a:pt x="187" y="131"/>
                  </a:cubicBezTo>
                  <a:cubicBezTo>
                    <a:pt x="196" y="131"/>
                    <a:pt x="196" y="131"/>
                    <a:pt x="196" y="131"/>
                  </a:cubicBezTo>
                  <a:cubicBezTo>
                    <a:pt x="196" y="140"/>
                    <a:pt x="196" y="140"/>
                    <a:pt x="196" y="140"/>
                  </a:cubicBezTo>
                  <a:lnTo>
                    <a:pt x="187" y="140"/>
                  </a:lnTo>
                  <a:close/>
                  <a:moveTo>
                    <a:pt x="183" y="140"/>
                  </a:moveTo>
                  <a:cubicBezTo>
                    <a:pt x="175" y="140"/>
                    <a:pt x="175" y="140"/>
                    <a:pt x="175" y="140"/>
                  </a:cubicBezTo>
                  <a:cubicBezTo>
                    <a:pt x="175" y="131"/>
                    <a:pt x="175" y="131"/>
                    <a:pt x="175" y="131"/>
                  </a:cubicBezTo>
                  <a:cubicBezTo>
                    <a:pt x="183" y="131"/>
                    <a:pt x="183" y="131"/>
                    <a:pt x="183" y="131"/>
                  </a:cubicBezTo>
                  <a:lnTo>
                    <a:pt x="183" y="140"/>
                  </a:lnTo>
                  <a:close/>
                  <a:moveTo>
                    <a:pt x="170" y="140"/>
                  </a:moveTo>
                  <a:cubicBezTo>
                    <a:pt x="161" y="140"/>
                    <a:pt x="161" y="140"/>
                    <a:pt x="161" y="140"/>
                  </a:cubicBezTo>
                  <a:cubicBezTo>
                    <a:pt x="161" y="131"/>
                    <a:pt x="161" y="131"/>
                    <a:pt x="161" y="131"/>
                  </a:cubicBezTo>
                  <a:cubicBezTo>
                    <a:pt x="170" y="131"/>
                    <a:pt x="170" y="131"/>
                    <a:pt x="170" y="131"/>
                  </a:cubicBezTo>
                  <a:lnTo>
                    <a:pt x="170" y="140"/>
                  </a:lnTo>
                  <a:close/>
                  <a:moveTo>
                    <a:pt x="157" y="140"/>
                  </a:moveTo>
                  <a:cubicBezTo>
                    <a:pt x="148" y="140"/>
                    <a:pt x="148" y="140"/>
                    <a:pt x="148" y="140"/>
                  </a:cubicBezTo>
                  <a:cubicBezTo>
                    <a:pt x="148" y="131"/>
                    <a:pt x="148" y="131"/>
                    <a:pt x="148" y="131"/>
                  </a:cubicBezTo>
                  <a:cubicBezTo>
                    <a:pt x="157" y="131"/>
                    <a:pt x="157" y="131"/>
                    <a:pt x="157" y="131"/>
                  </a:cubicBezTo>
                  <a:lnTo>
                    <a:pt x="157" y="140"/>
                  </a:lnTo>
                  <a:close/>
                  <a:moveTo>
                    <a:pt x="143" y="144"/>
                  </a:moveTo>
                  <a:cubicBezTo>
                    <a:pt x="143" y="153"/>
                    <a:pt x="143" y="153"/>
                    <a:pt x="143" y="153"/>
                  </a:cubicBezTo>
                  <a:cubicBezTo>
                    <a:pt x="135" y="153"/>
                    <a:pt x="135" y="153"/>
                    <a:pt x="135" y="153"/>
                  </a:cubicBezTo>
                  <a:cubicBezTo>
                    <a:pt x="135" y="144"/>
                    <a:pt x="135" y="144"/>
                    <a:pt x="135" y="144"/>
                  </a:cubicBezTo>
                  <a:lnTo>
                    <a:pt x="143" y="144"/>
                  </a:lnTo>
                  <a:close/>
                  <a:moveTo>
                    <a:pt x="143" y="158"/>
                  </a:moveTo>
                  <a:cubicBezTo>
                    <a:pt x="143" y="166"/>
                    <a:pt x="143" y="166"/>
                    <a:pt x="143" y="166"/>
                  </a:cubicBezTo>
                  <a:cubicBezTo>
                    <a:pt x="135" y="166"/>
                    <a:pt x="135" y="166"/>
                    <a:pt x="135" y="166"/>
                  </a:cubicBezTo>
                  <a:cubicBezTo>
                    <a:pt x="135" y="158"/>
                    <a:pt x="135" y="158"/>
                    <a:pt x="135" y="158"/>
                  </a:cubicBezTo>
                  <a:lnTo>
                    <a:pt x="143" y="158"/>
                  </a:lnTo>
                  <a:close/>
                  <a:moveTo>
                    <a:pt x="143" y="171"/>
                  </a:moveTo>
                  <a:cubicBezTo>
                    <a:pt x="143" y="179"/>
                    <a:pt x="143" y="179"/>
                    <a:pt x="143" y="179"/>
                  </a:cubicBezTo>
                  <a:cubicBezTo>
                    <a:pt x="135" y="179"/>
                    <a:pt x="135" y="179"/>
                    <a:pt x="135" y="179"/>
                  </a:cubicBezTo>
                  <a:cubicBezTo>
                    <a:pt x="135" y="171"/>
                    <a:pt x="135" y="171"/>
                    <a:pt x="135" y="171"/>
                  </a:cubicBezTo>
                  <a:lnTo>
                    <a:pt x="143" y="171"/>
                  </a:lnTo>
                  <a:close/>
                  <a:moveTo>
                    <a:pt x="143" y="184"/>
                  </a:moveTo>
                  <a:cubicBezTo>
                    <a:pt x="143" y="192"/>
                    <a:pt x="143" y="192"/>
                    <a:pt x="143" y="192"/>
                  </a:cubicBezTo>
                  <a:cubicBezTo>
                    <a:pt x="135" y="192"/>
                    <a:pt x="135" y="192"/>
                    <a:pt x="135" y="192"/>
                  </a:cubicBezTo>
                  <a:cubicBezTo>
                    <a:pt x="135" y="184"/>
                    <a:pt x="135" y="184"/>
                    <a:pt x="135" y="184"/>
                  </a:cubicBezTo>
                  <a:lnTo>
                    <a:pt x="143" y="184"/>
                  </a:lnTo>
                  <a:close/>
                  <a:moveTo>
                    <a:pt x="148" y="197"/>
                  </a:moveTo>
                  <a:cubicBezTo>
                    <a:pt x="157" y="197"/>
                    <a:pt x="157" y="197"/>
                    <a:pt x="157" y="197"/>
                  </a:cubicBezTo>
                  <a:cubicBezTo>
                    <a:pt x="157" y="205"/>
                    <a:pt x="157" y="205"/>
                    <a:pt x="157" y="205"/>
                  </a:cubicBezTo>
                  <a:cubicBezTo>
                    <a:pt x="148" y="205"/>
                    <a:pt x="148" y="205"/>
                    <a:pt x="148" y="205"/>
                  </a:cubicBezTo>
                  <a:lnTo>
                    <a:pt x="148" y="197"/>
                  </a:lnTo>
                  <a:close/>
                  <a:moveTo>
                    <a:pt x="161" y="197"/>
                  </a:moveTo>
                  <a:cubicBezTo>
                    <a:pt x="170" y="197"/>
                    <a:pt x="170" y="197"/>
                    <a:pt x="170" y="197"/>
                  </a:cubicBezTo>
                  <a:cubicBezTo>
                    <a:pt x="170" y="205"/>
                    <a:pt x="170" y="205"/>
                    <a:pt x="170" y="205"/>
                  </a:cubicBezTo>
                  <a:cubicBezTo>
                    <a:pt x="161" y="205"/>
                    <a:pt x="161" y="205"/>
                    <a:pt x="161" y="205"/>
                  </a:cubicBezTo>
                  <a:lnTo>
                    <a:pt x="161" y="197"/>
                  </a:lnTo>
                  <a:close/>
                  <a:moveTo>
                    <a:pt x="175" y="197"/>
                  </a:moveTo>
                  <a:cubicBezTo>
                    <a:pt x="183" y="197"/>
                    <a:pt x="183" y="197"/>
                    <a:pt x="183" y="197"/>
                  </a:cubicBezTo>
                  <a:cubicBezTo>
                    <a:pt x="183" y="205"/>
                    <a:pt x="183" y="205"/>
                    <a:pt x="183" y="205"/>
                  </a:cubicBezTo>
                  <a:cubicBezTo>
                    <a:pt x="175" y="205"/>
                    <a:pt x="175" y="205"/>
                    <a:pt x="175" y="205"/>
                  </a:cubicBezTo>
                  <a:lnTo>
                    <a:pt x="175" y="197"/>
                  </a:lnTo>
                  <a:close/>
                  <a:moveTo>
                    <a:pt x="187" y="197"/>
                  </a:moveTo>
                  <a:cubicBezTo>
                    <a:pt x="196" y="197"/>
                    <a:pt x="196" y="197"/>
                    <a:pt x="196" y="197"/>
                  </a:cubicBezTo>
                  <a:cubicBezTo>
                    <a:pt x="196" y="205"/>
                    <a:pt x="196" y="205"/>
                    <a:pt x="196" y="205"/>
                  </a:cubicBezTo>
                  <a:cubicBezTo>
                    <a:pt x="187" y="205"/>
                    <a:pt x="187" y="205"/>
                    <a:pt x="187" y="205"/>
                  </a:cubicBezTo>
                  <a:lnTo>
                    <a:pt x="187" y="197"/>
                  </a:lnTo>
                  <a:close/>
                  <a:moveTo>
                    <a:pt x="201" y="192"/>
                  </a:moveTo>
                  <a:cubicBezTo>
                    <a:pt x="201" y="184"/>
                    <a:pt x="201" y="184"/>
                    <a:pt x="201" y="184"/>
                  </a:cubicBezTo>
                  <a:cubicBezTo>
                    <a:pt x="209" y="184"/>
                    <a:pt x="209" y="184"/>
                    <a:pt x="209" y="184"/>
                  </a:cubicBezTo>
                  <a:cubicBezTo>
                    <a:pt x="209" y="192"/>
                    <a:pt x="209" y="192"/>
                    <a:pt x="209" y="192"/>
                  </a:cubicBezTo>
                  <a:lnTo>
                    <a:pt x="201" y="192"/>
                  </a:lnTo>
                  <a:close/>
                  <a:moveTo>
                    <a:pt x="201" y="179"/>
                  </a:moveTo>
                  <a:cubicBezTo>
                    <a:pt x="201" y="171"/>
                    <a:pt x="201" y="171"/>
                    <a:pt x="201" y="171"/>
                  </a:cubicBezTo>
                  <a:cubicBezTo>
                    <a:pt x="209" y="171"/>
                    <a:pt x="209" y="171"/>
                    <a:pt x="209" y="171"/>
                  </a:cubicBezTo>
                  <a:cubicBezTo>
                    <a:pt x="209" y="179"/>
                    <a:pt x="209" y="179"/>
                    <a:pt x="209" y="179"/>
                  </a:cubicBezTo>
                  <a:lnTo>
                    <a:pt x="201" y="179"/>
                  </a:lnTo>
                  <a:close/>
                  <a:moveTo>
                    <a:pt x="201" y="166"/>
                  </a:moveTo>
                  <a:cubicBezTo>
                    <a:pt x="201" y="158"/>
                    <a:pt x="201" y="158"/>
                    <a:pt x="201" y="158"/>
                  </a:cubicBezTo>
                  <a:cubicBezTo>
                    <a:pt x="209" y="158"/>
                    <a:pt x="209" y="158"/>
                    <a:pt x="209" y="158"/>
                  </a:cubicBezTo>
                  <a:cubicBezTo>
                    <a:pt x="209" y="166"/>
                    <a:pt x="209" y="166"/>
                    <a:pt x="209" y="166"/>
                  </a:cubicBezTo>
                  <a:lnTo>
                    <a:pt x="201" y="166"/>
                  </a:lnTo>
                  <a:close/>
                  <a:moveTo>
                    <a:pt x="201" y="153"/>
                  </a:moveTo>
                  <a:cubicBezTo>
                    <a:pt x="201" y="144"/>
                    <a:pt x="201" y="144"/>
                    <a:pt x="201" y="144"/>
                  </a:cubicBezTo>
                  <a:cubicBezTo>
                    <a:pt x="209" y="144"/>
                    <a:pt x="209" y="144"/>
                    <a:pt x="209" y="144"/>
                  </a:cubicBezTo>
                  <a:cubicBezTo>
                    <a:pt x="209" y="153"/>
                    <a:pt x="209" y="153"/>
                    <a:pt x="209" y="153"/>
                  </a:cubicBezTo>
                  <a:lnTo>
                    <a:pt x="201" y="153"/>
                  </a:lnTo>
                  <a:close/>
                  <a:moveTo>
                    <a:pt x="209" y="140"/>
                  </a:moveTo>
                  <a:cubicBezTo>
                    <a:pt x="201" y="140"/>
                    <a:pt x="201" y="140"/>
                    <a:pt x="201" y="140"/>
                  </a:cubicBezTo>
                  <a:cubicBezTo>
                    <a:pt x="201" y="131"/>
                    <a:pt x="201" y="131"/>
                    <a:pt x="201" y="131"/>
                  </a:cubicBezTo>
                  <a:cubicBezTo>
                    <a:pt x="202" y="131"/>
                    <a:pt x="202" y="131"/>
                    <a:pt x="202" y="131"/>
                  </a:cubicBezTo>
                  <a:cubicBezTo>
                    <a:pt x="205" y="133"/>
                    <a:pt x="207" y="136"/>
                    <a:pt x="209" y="138"/>
                  </a:cubicBezTo>
                  <a:lnTo>
                    <a:pt x="209" y="140"/>
                  </a:lnTo>
                  <a:close/>
                  <a:moveTo>
                    <a:pt x="183" y="126"/>
                  </a:moveTo>
                  <a:cubicBezTo>
                    <a:pt x="175" y="126"/>
                    <a:pt x="175" y="126"/>
                    <a:pt x="175" y="126"/>
                  </a:cubicBezTo>
                  <a:cubicBezTo>
                    <a:pt x="175" y="120"/>
                    <a:pt x="175" y="120"/>
                    <a:pt x="175" y="120"/>
                  </a:cubicBezTo>
                  <a:cubicBezTo>
                    <a:pt x="177" y="120"/>
                    <a:pt x="180" y="121"/>
                    <a:pt x="183" y="121"/>
                  </a:cubicBezTo>
                  <a:lnTo>
                    <a:pt x="183" y="126"/>
                  </a:lnTo>
                  <a:close/>
                  <a:moveTo>
                    <a:pt x="170" y="126"/>
                  </a:moveTo>
                  <a:cubicBezTo>
                    <a:pt x="161" y="126"/>
                    <a:pt x="161" y="126"/>
                    <a:pt x="161" y="126"/>
                  </a:cubicBezTo>
                  <a:cubicBezTo>
                    <a:pt x="161" y="121"/>
                    <a:pt x="161" y="121"/>
                    <a:pt x="161" y="121"/>
                  </a:cubicBezTo>
                  <a:cubicBezTo>
                    <a:pt x="164" y="120"/>
                    <a:pt x="167" y="120"/>
                    <a:pt x="170" y="120"/>
                  </a:cubicBezTo>
                  <a:lnTo>
                    <a:pt x="170" y="126"/>
                  </a:lnTo>
                  <a:close/>
                  <a:moveTo>
                    <a:pt x="157" y="126"/>
                  </a:moveTo>
                  <a:cubicBezTo>
                    <a:pt x="148" y="126"/>
                    <a:pt x="148" y="126"/>
                    <a:pt x="148" y="126"/>
                  </a:cubicBezTo>
                  <a:cubicBezTo>
                    <a:pt x="148" y="126"/>
                    <a:pt x="148" y="126"/>
                    <a:pt x="148" y="126"/>
                  </a:cubicBezTo>
                  <a:cubicBezTo>
                    <a:pt x="151" y="124"/>
                    <a:pt x="154" y="123"/>
                    <a:pt x="157" y="122"/>
                  </a:cubicBezTo>
                  <a:lnTo>
                    <a:pt x="157" y="126"/>
                  </a:lnTo>
                  <a:close/>
                  <a:moveTo>
                    <a:pt x="130" y="144"/>
                  </a:moveTo>
                  <a:cubicBezTo>
                    <a:pt x="130" y="153"/>
                    <a:pt x="130" y="153"/>
                    <a:pt x="130" y="153"/>
                  </a:cubicBezTo>
                  <a:cubicBezTo>
                    <a:pt x="125" y="153"/>
                    <a:pt x="125" y="153"/>
                    <a:pt x="125" y="153"/>
                  </a:cubicBezTo>
                  <a:cubicBezTo>
                    <a:pt x="126" y="150"/>
                    <a:pt x="127" y="147"/>
                    <a:pt x="129" y="144"/>
                  </a:cubicBezTo>
                  <a:lnTo>
                    <a:pt x="130" y="144"/>
                  </a:lnTo>
                  <a:close/>
                  <a:moveTo>
                    <a:pt x="130" y="158"/>
                  </a:moveTo>
                  <a:cubicBezTo>
                    <a:pt x="130" y="166"/>
                    <a:pt x="130" y="166"/>
                    <a:pt x="130" y="166"/>
                  </a:cubicBezTo>
                  <a:cubicBezTo>
                    <a:pt x="123" y="166"/>
                    <a:pt x="123" y="166"/>
                    <a:pt x="123" y="166"/>
                  </a:cubicBezTo>
                  <a:cubicBezTo>
                    <a:pt x="123" y="163"/>
                    <a:pt x="123" y="161"/>
                    <a:pt x="124" y="158"/>
                  </a:cubicBezTo>
                  <a:lnTo>
                    <a:pt x="130" y="158"/>
                  </a:lnTo>
                  <a:close/>
                  <a:moveTo>
                    <a:pt x="130" y="171"/>
                  </a:moveTo>
                  <a:cubicBezTo>
                    <a:pt x="130" y="179"/>
                    <a:pt x="130" y="179"/>
                    <a:pt x="130" y="179"/>
                  </a:cubicBezTo>
                  <a:cubicBezTo>
                    <a:pt x="124" y="179"/>
                    <a:pt x="124" y="179"/>
                    <a:pt x="124" y="179"/>
                  </a:cubicBezTo>
                  <a:cubicBezTo>
                    <a:pt x="123" y="177"/>
                    <a:pt x="123" y="174"/>
                    <a:pt x="123" y="171"/>
                  </a:cubicBezTo>
                  <a:lnTo>
                    <a:pt x="130" y="171"/>
                  </a:lnTo>
                  <a:close/>
                  <a:moveTo>
                    <a:pt x="130" y="184"/>
                  </a:moveTo>
                  <a:cubicBezTo>
                    <a:pt x="130" y="192"/>
                    <a:pt x="130" y="192"/>
                    <a:pt x="130" y="192"/>
                  </a:cubicBezTo>
                  <a:cubicBezTo>
                    <a:pt x="129" y="192"/>
                    <a:pt x="129" y="192"/>
                    <a:pt x="129" y="192"/>
                  </a:cubicBezTo>
                  <a:cubicBezTo>
                    <a:pt x="127" y="190"/>
                    <a:pt x="126" y="187"/>
                    <a:pt x="125" y="184"/>
                  </a:cubicBezTo>
                  <a:lnTo>
                    <a:pt x="130" y="184"/>
                  </a:lnTo>
                  <a:close/>
                  <a:moveTo>
                    <a:pt x="148" y="210"/>
                  </a:moveTo>
                  <a:cubicBezTo>
                    <a:pt x="157" y="210"/>
                    <a:pt x="157" y="210"/>
                    <a:pt x="157" y="210"/>
                  </a:cubicBezTo>
                  <a:cubicBezTo>
                    <a:pt x="157" y="215"/>
                    <a:pt x="157" y="215"/>
                    <a:pt x="157" y="215"/>
                  </a:cubicBezTo>
                  <a:cubicBezTo>
                    <a:pt x="154" y="214"/>
                    <a:pt x="151" y="213"/>
                    <a:pt x="148" y="211"/>
                  </a:cubicBezTo>
                  <a:lnTo>
                    <a:pt x="148" y="210"/>
                  </a:lnTo>
                  <a:close/>
                  <a:moveTo>
                    <a:pt x="161" y="210"/>
                  </a:moveTo>
                  <a:cubicBezTo>
                    <a:pt x="170" y="210"/>
                    <a:pt x="170" y="210"/>
                    <a:pt x="170" y="210"/>
                  </a:cubicBezTo>
                  <a:cubicBezTo>
                    <a:pt x="170" y="217"/>
                    <a:pt x="170" y="217"/>
                    <a:pt x="170" y="217"/>
                  </a:cubicBezTo>
                  <a:cubicBezTo>
                    <a:pt x="167" y="217"/>
                    <a:pt x="164" y="217"/>
                    <a:pt x="161" y="216"/>
                  </a:cubicBezTo>
                  <a:lnTo>
                    <a:pt x="161" y="210"/>
                  </a:lnTo>
                  <a:close/>
                  <a:moveTo>
                    <a:pt x="175" y="210"/>
                  </a:moveTo>
                  <a:cubicBezTo>
                    <a:pt x="183" y="210"/>
                    <a:pt x="183" y="210"/>
                    <a:pt x="183" y="210"/>
                  </a:cubicBezTo>
                  <a:cubicBezTo>
                    <a:pt x="183" y="216"/>
                    <a:pt x="183" y="216"/>
                    <a:pt x="183" y="216"/>
                  </a:cubicBezTo>
                  <a:cubicBezTo>
                    <a:pt x="180" y="216"/>
                    <a:pt x="177" y="217"/>
                    <a:pt x="175" y="217"/>
                  </a:cubicBezTo>
                  <a:lnTo>
                    <a:pt x="175" y="210"/>
                  </a:lnTo>
                  <a:close/>
                  <a:moveTo>
                    <a:pt x="187" y="210"/>
                  </a:moveTo>
                  <a:cubicBezTo>
                    <a:pt x="196" y="210"/>
                    <a:pt x="196" y="210"/>
                    <a:pt x="196" y="210"/>
                  </a:cubicBezTo>
                  <a:cubicBezTo>
                    <a:pt x="193" y="212"/>
                    <a:pt x="190" y="213"/>
                    <a:pt x="187" y="214"/>
                  </a:cubicBezTo>
                  <a:lnTo>
                    <a:pt x="187" y="210"/>
                  </a:lnTo>
                  <a:close/>
                  <a:moveTo>
                    <a:pt x="214" y="184"/>
                  </a:moveTo>
                  <a:cubicBezTo>
                    <a:pt x="217" y="184"/>
                    <a:pt x="217" y="184"/>
                    <a:pt x="217" y="184"/>
                  </a:cubicBezTo>
                  <a:cubicBezTo>
                    <a:pt x="216" y="187"/>
                    <a:pt x="215" y="189"/>
                    <a:pt x="214" y="192"/>
                  </a:cubicBezTo>
                  <a:lnTo>
                    <a:pt x="214" y="184"/>
                  </a:lnTo>
                  <a:close/>
                  <a:moveTo>
                    <a:pt x="214" y="179"/>
                  </a:moveTo>
                  <a:cubicBezTo>
                    <a:pt x="214" y="171"/>
                    <a:pt x="214" y="171"/>
                    <a:pt x="214" y="171"/>
                  </a:cubicBezTo>
                  <a:cubicBezTo>
                    <a:pt x="220" y="171"/>
                    <a:pt x="220" y="171"/>
                    <a:pt x="220" y="171"/>
                  </a:cubicBezTo>
                  <a:cubicBezTo>
                    <a:pt x="219" y="174"/>
                    <a:pt x="219" y="177"/>
                    <a:pt x="218" y="179"/>
                  </a:cubicBezTo>
                  <a:lnTo>
                    <a:pt x="214" y="179"/>
                  </a:lnTo>
                  <a:close/>
                  <a:moveTo>
                    <a:pt x="214" y="166"/>
                  </a:moveTo>
                  <a:cubicBezTo>
                    <a:pt x="214" y="158"/>
                    <a:pt x="214" y="158"/>
                    <a:pt x="214" y="158"/>
                  </a:cubicBezTo>
                  <a:cubicBezTo>
                    <a:pt x="218" y="158"/>
                    <a:pt x="218" y="158"/>
                    <a:pt x="218" y="158"/>
                  </a:cubicBezTo>
                  <a:cubicBezTo>
                    <a:pt x="219" y="161"/>
                    <a:pt x="219" y="163"/>
                    <a:pt x="220" y="166"/>
                  </a:cubicBezTo>
                  <a:lnTo>
                    <a:pt x="214" y="166"/>
                  </a:lnTo>
                  <a:close/>
                  <a:moveTo>
                    <a:pt x="214" y="153"/>
                  </a:moveTo>
                  <a:cubicBezTo>
                    <a:pt x="214" y="145"/>
                    <a:pt x="214" y="145"/>
                    <a:pt x="214" y="145"/>
                  </a:cubicBezTo>
                  <a:cubicBezTo>
                    <a:pt x="215" y="148"/>
                    <a:pt x="216" y="150"/>
                    <a:pt x="217" y="153"/>
                  </a:cubicBezTo>
                  <a:lnTo>
                    <a:pt x="214" y="153"/>
                  </a:lnTo>
                  <a:close/>
                  <a:moveTo>
                    <a:pt x="107" y="145"/>
                  </a:moveTo>
                  <a:cubicBezTo>
                    <a:pt x="67" y="145"/>
                    <a:pt x="67" y="145"/>
                    <a:pt x="67" y="145"/>
                  </a:cubicBezTo>
                  <a:cubicBezTo>
                    <a:pt x="67" y="134"/>
                    <a:pt x="67" y="134"/>
                    <a:pt x="67" y="134"/>
                  </a:cubicBezTo>
                  <a:cubicBezTo>
                    <a:pt x="60" y="134"/>
                    <a:pt x="60" y="134"/>
                    <a:pt x="60" y="134"/>
                  </a:cubicBezTo>
                  <a:cubicBezTo>
                    <a:pt x="60" y="145"/>
                    <a:pt x="60" y="145"/>
                    <a:pt x="60" y="145"/>
                  </a:cubicBezTo>
                  <a:cubicBezTo>
                    <a:pt x="17" y="145"/>
                    <a:pt x="17" y="145"/>
                    <a:pt x="17" y="145"/>
                  </a:cubicBezTo>
                  <a:cubicBezTo>
                    <a:pt x="17" y="123"/>
                    <a:pt x="17" y="123"/>
                    <a:pt x="17" y="123"/>
                  </a:cubicBezTo>
                  <a:cubicBezTo>
                    <a:pt x="107" y="123"/>
                    <a:pt x="107" y="123"/>
                    <a:pt x="107" y="123"/>
                  </a:cubicBezTo>
                  <a:lnTo>
                    <a:pt x="107" y="1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 name="Freeform 79"/>
            <p:cNvSpPr>
              <a:spLocks/>
            </p:cNvSpPr>
            <p:nvPr/>
          </p:nvSpPr>
          <p:spPr bwMode="auto">
            <a:xfrm>
              <a:off x="3490884" y="3638469"/>
              <a:ext cx="528090" cy="580246"/>
            </a:xfrm>
            <a:custGeom>
              <a:avLst/>
              <a:gdLst>
                <a:gd name="T0" fmla="*/ 301 w 474"/>
                <a:gd name="T1" fmla="*/ 292 h 521"/>
                <a:gd name="T2" fmla="*/ 458 w 474"/>
                <a:gd name="T3" fmla="*/ 292 h 521"/>
                <a:gd name="T4" fmla="*/ 474 w 474"/>
                <a:gd name="T5" fmla="*/ 276 h 521"/>
                <a:gd name="T6" fmla="*/ 474 w 474"/>
                <a:gd name="T7" fmla="*/ 16 h 521"/>
                <a:gd name="T8" fmla="*/ 458 w 474"/>
                <a:gd name="T9" fmla="*/ 0 h 521"/>
                <a:gd name="T10" fmla="*/ 16 w 474"/>
                <a:gd name="T11" fmla="*/ 0 h 521"/>
                <a:gd name="T12" fmla="*/ 0 w 474"/>
                <a:gd name="T13" fmla="*/ 16 h 521"/>
                <a:gd name="T14" fmla="*/ 0 w 474"/>
                <a:gd name="T15" fmla="*/ 276 h 521"/>
                <a:gd name="T16" fmla="*/ 16 w 474"/>
                <a:gd name="T17" fmla="*/ 292 h 521"/>
                <a:gd name="T18" fmla="*/ 206 w 474"/>
                <a:gd name="T19" fmla="*/ 292 h 521"/>
                <a:gd name="T20" fmla="*/ 237 w 474"/>
                <a:gd name="T21" fmla="*/ 343 h 521"/>
                <a:gd name="T22" fmla="*/ 167 w 474"/>
                <a:gd name="T23" fmla="*/ 341 h 521"/>
                <a:gd name="T24" fmla="*/ 303 w 474"/>
                <a:gd name="T25" fmla="*/ 521 h 521"/>
                <a:gd name="T26" fmla="*/ 255 w 474"/>
                <a:gd name="T27" fmla="*/ 377 h 521"/>
                <a:gd name="T28" fmla="*/ 328 w 474"/>
                <a:gd name="T29" fmla="*/ 382 h 521"/>
                <a:gd name="T30" fmla="*/ 301 w 474"/>
                <a:gd name="T31" fmla="*/ 292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74" h="521">
                  <a:moveTo>
                    <a:pt x="301" y="292"/>
                  </a:moveTo>
                  <a:cubicBezTo>
                    <a:pt x="458" y="292"/>
                    <a:pt x="458" y="292"/>
                    <a:pt x="458" y="292"/>
                  </a:cubicBezTo>
                  <a:cubicBezTo>
                    <a:pt x="467" y="292"/>
                    <a:pt x="474" y="285"/>
                    <a:pt x="474" y="276"/>
                  </a:cubicBezTo>
                  <a:cubicBezTo>
                    <a:pt x="474" y="16"/>
                    <a:pt x="474" y="16"/>
                    <a:pt x="474" y="16"/>
                  </a:cubicBezTo>
                  <a:cubicBezTo>
                    <a:pt x="474" y="7"/>
                    <a:pt x="467" y="0"/>
                    <a:pt x="458" y="0"/>
                  </a:cubicBezTo>
                  <a:cubicBezTo>
                    <a:pt x="16" y="0"/>
                    <a:pt x="16" y="0"/>
                    <a:pt x="16" y="0"/>
                  </a:cubicBezTo>
                  <a:cubicBezTo>
                    <a:pt x="7" y="0"/>
                    <a:pt x="0" y="7"/>
                    <a:pt x="0" y="16"/>
                  </a:cubicBezTo>
                  <a:cubicBezTo>
                    <a:pt x="0" y="276"/>
                    <a:pt x="0" y="276"/>
                    <a:pt x="0" y="276"/>
                  </a:cubicBezTo>
                  <a:cubicBezTo>
                    <a:pt x="0" y="285"/>
                    <a:pt x="7" y="292"/>
                    <a:pt x="16" y="292"/>
                  </a:cubicBezTo>
                  <a:cubicBezTo>
                    <a:pt x="206" y="292"/>
                    <a:pt x="206" y="292"/>
                    <a:pt x="206" y="292"/>
                  </a:cubicBezTo>
                  <a:cubicBezTo>
                    <a:pt x="237" y="343"/>
                    <a:pt x="237" y="343"/>
                    <a:pt x="237" y="343"/>
                  </a:cubicBezTo>
                  <a:cubicBezTo>
                    <a:pt x="167" y="341"/>
                    <a:pt x="167" y="341"/>
                    <a:pt x="167" y="341"/>
                  </a:cubicBezTo>
                  <a:cubicBezTo>
                    <a:pt x="303" y="521"/>
                    <a:pt x="303" y="521"/>
                    <a:pt x="303" y="521"/>
                  </a:cubicBezTo>
                  <a:cubicBezTo>
                    <a:pt x="255" y="377"/>
                    <a:pt x="255" y="377"/>
                    <a:pt x="255" y="377"/>
                  </a:cubicBezTo>
                  <a:cubicBezTo>
                    <a:pt x="328" y="382"/>
                    <a:pt x="328" y="382"/>
                    <a:pt x="328" y="382"/>
                  </a:cubicBezTo>
                  <a:lnTo>
                    <a:pt x="301" y="2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 name="Freeform 150"/>
            <p:cNvSpPr>
              <a:spLocks/>
            </p:cNvSpPr>
            <p:nvPr/>
          </p:nvSpPr>
          <p:spPr bwMode="auto">
            <a:xfrm>
              <a:off x="3347453" y="4654226"/>
              <a:ext cx="383354" cy="263393"/>
            </a:xfrm>
            <a:custGeom>
              <a:avLst/>
              <a:gdLst>
                <a:gd name="T0" fmla="*/ 333 w 345"/>
                <a:gd name="T1" fmla="*/ 236 h 236"/>
                <a:gd name="T2" fmla="*/ 333 w 345"/>
                <a:gd name="T3" fmla="*/ 141 h 236"/>
                <a:gd name="T4" fmla="*/ 345 w 345"/>
                <a:gd name="T5" fmla="*/ 133 h 236"/>
                <a:gd name="T6" fmla="*/ 345 w 345"/>
                <a:gd name="T7" fmla="*/ 48 h 236"/>
                <a:gd name="T8" fmla="*/ 298 w 345"/>
                <a:gd name="T9" fmla="*/ 0 h 236"/>
                <a:gd name="T10" fmla="*/ 48 w 345"/>
                <a:gd name="T11" fmla="*/ 0 h 236"/>
                <a:gd name="T12" fmla="*/ 0 w 345"/>
                <a:gd name="T13" fmla="*/ 48 h 236"/>
                <a:gd name="T14" fmla="*/ 0 w 345"/>
                <a:gd name="T15" fmla="*/ 133 h 236"/>
                <a:gd name="T16" fmla="*/ 13 w 345"/>
                <a:gd name="T17" fmla="*/ 141 h 236"/>
                <a:gd name="T18" fmla="*/ 13 w 345"/>
                <a:gd name="T19" fmla="*/ 236 h 236"/>
                <a:gd name="T20" fmla="*/ 333 w 345"/>
                <a:gd name="T21" fmla="*/ 236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5" h="236">
                  <a:moveTo>
                    <a:pt x="333" y="236"/>
                  </a:moveTo>
                  <a:cubicBezTo>
                    <a:pt x="333" y="141"/>
                    <a:pt x="333" y="141"/>
                    <a:pt x="333" y="141"/>
                  </a:cubicBezTo>
                  <a:cubicBezTo>
                    <a:pt x="341" y="139"/>
                    <a:pt x="345" y="136"/>
                    <a:pt x="345" y="133"/>
                  </a:cubicBezTo>
                  <a:cubicBezTo>
                    <a:pt x="345" y="48"/>
                    <a:pt x="345" y="48"/>
                    <a:pt x="345" y="48"/>
                  </a:cubicBezTo>
                  <a:cubicBezTo>
                    <a:pt x="345" y="21"/>
                    <a:pt x="324" y="0"/>
                    <a:pt x="298" y="0"/>
                  </a:cubicBezTo>
                  <a:cubicBezTo>
                    <a:pt x="48" y="0"/>
                    <a:pt x="48" y="0"/>
                    <a:pt x="48" y="0"/>
                  </a:cubicBezTo>
                  <a:cubicBezTo>
                    <a:pt x="22" y="0"/>
                    <a:pt x="0" y="21"/>
                    <a:pt x="0" y="48"/>
                  </a:cubicBezTo>
                  <a:cubicBezTo>
                    <a:pt x="0" y="133"/>
                    <a:pt x="0" y="133"/>
                    <a:pt x="0" y="133"/>
                  </a:cubicBezTo>
                  <a:cubicBezTo>
                    <a:pt x="0" y="136"/>
                    <a:pt x="5" y="139"/>
                    <a:pt x="13" y="141"/>
                  </a:cubicBezTo>
                  <a:cubicBezTo>
                    <a:pt x="13" y="236"/>
                    <a:pt x="13" y="236"/>
                    <a:pt x="13" y="236"/>
                  </a:cubicBezTo>
                  <a:lnTo>
                    <a:pt x="333" y="2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 name="Freeform 151"/>
            <p:cNvSpPr>
              <a:spLocks/>
            </p:cNvSpPr>
            <p:nvPr/>
          </p:nvSpPr>
          <p:spPr bwMode="auto">
            <a:xfrm>
              <a:off x="2829795" y="4089627"/>
              <a:ext cx="224275" cy="222971"/>
            </a:xfrm>
            <a:custGeom>
              <a:avLst/>
              <a:gdLst>
                <a:gd name="T0" fmla="*/ 75 w 201"/>
                <a:gd name="T1" fmla="*/ 14 h 200"/>
                <a:gd name="T2" fmla="*/ 14 w 201"/>
                <a:gd name="T3" fmla="*/ 126 h 200"/>
                <a:gd name="T4" fmla="*/ 126 w 201"/>
                <a:gd name="T5" fmla="*/ 186 h 200"/>
                <a:gd name="T6" fmla="*/ 187 w 201"/>
                <a:gd name="T7" fmla="*/ 74 h 200"/>
                <a:gd name="T8" fmla="*/ 75 w 201"/>
                <a:gd name="T9" fmla="*/ 14 h 200"/>
              </a:gdLst>
              <a:ahLst/>
              <a:cxnLst>
                <a:cxn ang="0">
                  <a:pos x="T0" y="T1"/>
                </a:cxn>
                <a:cxn ang="0">
                  <a:pos x="T2" y="T3"/>
                </a:cxn>
                <a:cxn ang="0">
                  <a:pos x="T4" y="T5"/>
                </a:cxn>
                <a:cxn ang="0">
                  <a:pos x="T6" y="T7"/>
                </a:cxn>
                <a:cxn ang="0">
                  <a:pos x="T8" y="T9"/>
                </a:cxn>
              </a:cxnLst>
              <a:rect l="0" t="0" r="r" b="b"/>
              <a:pathLst>
                <a:path w="201" h="200">
                  <a:moveTo>
                    <a:pt x="75" y="14"/>
                  </a:moveTo>
                  <a:cubicBezTo>
                    <a:pt x="27" y="28"/>
                    <a:pt x="0" y="78"/>
                    <a:pt x="14" y="126"/>
                  </a:cubicBezTo>
                  <a:cubicBezTo>
                    <a:pt x="29" y="173"/>
                    <a:pt x="79" y="200"/>
                    <a:pt x="126" y="186"/>
                  </a:cubicBezTo>
                  <a:cubicBezTo>
                    <a:pt x="174" y="172"/>
                    <a:pt x="201" y="122"/>
                    <a:pt x="187" y="74"/>
                  </a:cubicBezTo>
                  <a:cubicBezTo>
                    <a:pt x="172" y="27"/>
                    <a:pt x="122" y="0"/>
                    <a:pt x="75"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 name="Freeform 152"/>
            <p:cNvSpPr>
              <a:spLocks/>
            </p:cNvSpPr>
            <p:nvPr/>
          </p:nvSpPr>
          <p:spPr bwMode="auto">
            <a:xfrm>
              <a:off x="2876737" y="4309991"/>
              <a:ext cx="206020" cy="187765"/>
            </a:xfrm>
            <a:custGeom>
              <a:avLst/>
              <a:gdLst>
                <a:gd name="T0" fmla="*/ 86 w 185"/>
                <a:gd name="T1" fmla="*/ 157 h 168"/>
                <a:gd name="T2" fmla="*/ 45 w 185"/>
                <a:gd name="T3" fmla="*/ 93 h 168"/>
                <a:gd name="T4" fmla="*/ 45 w 185"/>
                <a:gd name="T5" fmla="*/ 93 h 168"/>
                <a:gd name="T6" fmla="*/ 44 w 185"/>
                <a:gd name="T7" fmla="*/ 93 h 168"/>
                <a:gd name="T8" fmla="*/ 46 w 185"/>
                <a:gd name="T9" fmla="*/ 62 h 168"/>
                <a:gd name="T10" fmla="*/ 69 w 185"/>
                <a:gd name="T11" fmla="*/ 42 h 168"/>
                <a:gd name="T12" fmla="*/ 82 w 185"/>
                <a:gd name="T13" fmla="*/ 40 h 168"/>
                <a:gd name="T14" fmla="*/ 120 w 185"/>
                <a:gd name="T15" fmla="*/ 67 h 168"/>
                <a:gd name="T16" fmla="*/ 121 w 185"/>
                <a:gd name="T17" fmla="*/ 68 h 168"/>
                <a:gd name="T18" fmla="*/ 125 w 185"/>
                <a:gd name="T19" fmla="*/ 76 h 168"/>
                <a:gd name="T20" fmla="*/ 144 w 185"/>
                <a:gd name="T21" fmla="*/ 101 h 168"/>
                <a:gd name="T22" fmla="*/ 185 w 185"/>
                <a:gd name="T23" fmla="*/ 129 h 168"/>
                <a:gd name="T24" fmla="*/ 147 w 185"/>
                <a:gd name="T25" fmla="*/ 64 h 168"/>
                <a:gd name="T26" fmla="*/ 56 w 185"/>
                <a:gd name="T27" fmla="*/ 16 h 168"/>
                <a:gd name="T28" fmla="*/ 23 w 185"/>
                <a:gd name="T29" fmla="*/ 136 h 168"/>
                <a:gd name="T30" fmla="*/ 37 w 185"/>
                <a:gd name="T31" fmla="*/ 168 h 168"/>
                <a:gd name="T32" fmla="*/ 97 w 185"/>
                <a:gd name="T33" fmla="*/ 168 h 168"/>
                <a:gd name="T34" fmla="*/ 86 w 185"/>
                <a:gd name="T35" fmla="*/ 157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5" h="168">
                  <a:moveTo>
                    <a:pt x="86" y="157"/>
                  </a:moveTo>
                  <a:cubicBezTo>
                    <a:pt x="60" y="130"/>
                    <a:pt x="48" y="103"/>
                    <a:pt x="45" y="93"/>
                  </a:cubicBezTo>
                  <a:cubicBezTo>
                    <a:pt x="45" y="93"/>
                    <a:pt x="45" y="93"/>
                    <a:pt x="45" y="93"/>
                  </a:cubicBezTo>
                  <a:cubicBezTo>
                    <a:pt x="44" y="93"/>
                    <a:pt x="44" y="93"/>
                    <a:pt x="44" y="93"/>
                  </a:cubicBezTo>
                  <a:cubicBezTo>
                    <a:pt x="41" y="83"/>
                    <a:pt x="42" y="72"/>
                    <a:pt x="46" y="62"/>
                  </a:cubicBezTo>
                  <a:cubicBezTo>
                    <a:pt x="51" y="52"/>
                    <a:pt x="59" y="45"/>
                    <a:pt x="69" y="42"/>
                  </a:cubicBezTo>
                  <a:cubicBezTo>
                    <a:pt x="73" y="40"/>
                    <a:pt x="78" y="40"/>
                    <a:pt x="82" y="40"/>
                  </a:cubicBezTo>
                  <a:cubicBezTo>
                    <a:pt x="99" y="40"/>
                    <a:pt x="115" y="50"/>
                    <a:pt x="120" y="67"/>
                  </a:cubicBezTo>
                  <a:cubicBezTo>
                    <a:pt x="120" y="67"/>
                    <a:pt x="120" y="67"/>
                    <a:pt x="121" y="68"/>
                  </a:cubicBezTo>
                  <a:cubicBezTo>
                    <a:pt x="121" y="69"/>
                    <a:pt x="122" y="72"/>
                    <a:pt x="125" y="76"/>
                  </a:cubicBezTo>
                  <a:cubicBezTo>
                    <a:pt x="128" y="82"/>
                    <a:pt x="134" y="92"/>
                    <a:pt x="144" y="101"/>
                  </a:cubicBezTo>
                  <a:cubicBezTo>
                    <a:pt x="153" y="110"/>
                    <a:pt x="165" y="121"/>
                    <a:pt x="185" y="129"/>
                  </a:cubicBezTo>
                  <a:cubicBezTo>
                    <a:pt x="171" y="106"/>
                    <a:pt x="158" y="83"/>
                    <a:pt x="147" y="64"/>
                  </a:cubicBezTo>
                  <a:cubicBezTo>
                    <a:pt x="130" y="27"/>
                    <a:pt x="87" y="0"/>
                    <a:pt x="56" y="16"/>
                  </a:cubicBezTo>
                  <a:cubicBezTo>
                    <a:pt x="25" y="32"/>
                    <a:pt x="0" y="79"/>
                    <a:pt x="23" y="136"/>
                  </a:cubicBezTo>
                  <a:cubicBezTo>
                    <a:pt x="27" y="147"/>
                    <a:pt x="32" y="158"/>
                    <a:pt x="37" y="168"/>
                  </a:cubicBezTo>
                  <a:cubicBezTo>
                    <a:pt x="97" y="168"/>
                    <a:pt x="97" y="168"/>
                    <a:pt x="97" y="168"/>
                  </a:cubicBezTo>
                  <a:cubicBezTo>
                    <a:pt x="93" y="164"/>
                    <a:pt x="89" y="160"/>
                    <a:pt x="86" y="1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 name="Freeform 153"/>
            <p:cNvSpPr>
              <a:spLocks/>
            </p:cNvSpPr>
            <p:nvPr/>
          </p:nvSpPr>
          <p:spPr bwMode="auto">
            <a:xfrm>
              <a:off x="3269217" y="4486020"/>
              <a:ext cx="332501" cy="152559"/>
            </a:xfrm>
            <a:custGeom>
              <a:avLst/>
              <a:gdLst>
                <a:gd name="T0" fmla="*/ 53 w 299"/>
                <a:gd name="T1" fmla="*/ 82 h 137"/>
                <a:gd name="T2" fmla="*/ 53 w 299"/>
                <a:gd name="T3" fmla="*/ 102 h 137"/>
                <a:gd name="T4" fmla="*/ 89 w 299"/>
                <a:gd name="T5" fmla="*/ 100 h 137"/>
                <a:gd name="T6" fmla="*/ 224 w 299"/>
                <a:gd name="T7" fmla="*/ 127 h 137"/>
                <a:gd name="T8" fmla="*/ 289 w 299"/>
                <a:gd name="T9" fmla="*/ 99 h 137"/>
                <a:gd name="T10" fmla="*/ 261 w 299"/>
                <a:gd name="T11" fmla="*/ 34 h 137"/>
                <a:gd name="T12" fmla="*/ 89 w 299"/>
                <a:gd name="T13" fmla="*/ 0 h 137"/>
                <a:gd name="T14" fmla="*/ 0 w 299"/>
                <a:gd name="T15" fmla="*/ 9 h 137"/>
                <a:gd name="T16" fmla="*/ 0 w 299"/>
                <a:gd name="T17" fmla="*/ 12 h 137"/>
                <a:gd name="T18" fmla="*/ 53 w 299"/>
                <a:gd name="T19" fmla="*/ 82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9" h="137">
                  <a:moveTo>
                    <a:pt x="53" y="82"/>
                  </a:moveTo>
                  <a:cubicBezTo>
                    <a:pt x="53" y="102"/>
                    <a:pt x="53" y="102"/>
                    <a:pt x="53" y="102"/>
                  </a:cubicBezTo>
                  <a:cubicBezTo>
                    <a:pt x="65" y="101"/>
                    <a:pt x="76" y="100"/>
                    <a:pt x="89" y="100"/>
                  </a:cubicBezTo>
                  <a:cubicBezTo>
                    <a:pt x="129" y="100"/>
                    <a:pt x="175" y="107"/>
                    <a:pt x="224" y="127"/>
                  </a:cubicBezTo>
                  <a:cubicBezTo>
                    <a:pt x="249" y="137"/>
                    <a:pt x="278" y="124"/>
                    <a:pt x="289" y="99"/>
                  </a:cubicBezTo>
                  <a:cubicBezTo>
                    <a:pt x="299" y="73"/>
                    <a:pt x="286" y="44"/>
                    <a:pt x="261" y="34"/>
                  </a:cubicBezTo>
                  <a:cubicBezTo>
                    <a:pt x="199" y="9"/>
                    <a:pt x="141" y="0"/>
                    <a:pt x="89" y="0"/>
                  </a:cubicBezTo>
                  <a:cubicBezTo>
                    <a:pt x="56" y="0"/>
                    <a:pt x="26" y="4"/>
                    <a:pt x="0" y="9"/>
                  </a:cubicBezTo>
                  <a:cubicBezTo>
                    <a:pt x="0" y="10"/>
                    <a:pt x="0" y="11"/>
                    <a:pt x="0" y="12"/>
                  </a:cubicBezTo>
                  <a:cubicBezTo>
                    <a:pt x="30" y="20"/>
                    <a:pt x="53" y="48"/>
                    <a:pt x="53"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 name="Freeform 154"/>
            <p:cNvSpPr>
              <a:spLocks/>
            </p:cNvSpPr>
            <p:nvPr/>
          </p:nvSpPr>
          <p:spPr bwMode="auto">
            <a:xfrm>
              <a:off x="2927589" y="4359540"/>
              <a:ext cx="335109" cy="186461"/>
            </a:xfrm>
            <a:custGeom>
              <a:avLst/>
              <a:gdLst>
                <a:gd name="T0" fmla="*/ 193 w 301"/>
                <a:gd name="T1" fmla="*/ 167 h 167"/>
                <a:gd name="T2" fmla="*/ 194 w 301"/>
                <a:gd name="T3" fmla="*/ 167 h 167"/>
                <a:gd name="T4" fmla="*/ 273 w 301"/>
                <a:gd name="T5" fmla="*/ 156 h 167"/>
                <a:gd name="T6" fmla="*/ 297 w 301"/>
                <a:gd name="T7" fmla="*/ 117 h 167"/>
                <a:gd name="T8" fmla="*/ 258 w 301"/>
                <a:gd name="T9" fmla="*/ 94 h 167"/>
                <a:gd name="T10" fmla="*/ 194 w 301"/>
                <a:gd name="T11" fmla="*/ 103 h 167"/>
                <a:gd name="T12" fmla="*/ 92 w 301"/>
                <a:gd name="T13" fmla="*/ 63 h 167"/>
                <a:gd name="T14" fmla="*/ 72 w 301"/>
                <a:gd name="T15" fmla="*/ 36 h 167"/>
                <a:gd name="T16" fmla="*/ 67 w 301"/>
                <a:gd name="T17" fmla="*/ 27 h 167"/>
                <a:gd name="T18" fmla="*/ 67 w 301"/>
                <a:gd name="T19" fmla="*/ 25 h 167"/>
                <a:gd name="T20" fmla="*/ 67 w 301"/>
                <a:gd name="T21" fmla="*/ 25 h 167"/>
                <a:gd name="T22" fmla="*/ 26 w 301"/>
                <a:gd name="T23" fmla="*/ 5 h 167"/>
                <a:gd name="T24" fmla="*/ 6 w 301"/>
                <a:gd name="T25" fmla="*/ 46 h 167"/>
                <a:gd name="T26" fmla="*/ 46 w 301"/>
                <a:gd name="T27" fmla="*/ 107 h 167"/>
                <a:gd name="T28" fmla="*/ 193 w 301"/>
                <a:gd name="T29" fmla="*/ 16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1" h="167">
                  <a:moveTo>
                    <a:pt x="193" y="167"/>
                  </a:moveTo>
                  <a:cubicBezTo>
                    <a:pt x="194" y="167"/>
                    <a:pt x="194" y="167"/>
                    <a:pt x="194" y="167"/>
                  </a:cubicBezTo>
                  <a:cubicBezTo>
                    <a:pt x="218" y="167"/>
                    <a:pt x="245" y="163"/>
                    <a:pt x="273" y="156"/>
                  </a:cubicBezTo>
                  <a:cubicBezTo>
                    <a:pt x="291" y="152"/>
                    <a:pt x="301" y="134"/>
                    <a:pt x="297" y="117"/>
                  </a:cubicBezTo>
                  <a:cubicBezTo>
                    <a:pt x="292" y="100"/>
                    <a:pt x="275" y="90"/>
                    <a:pt x="258" y="94"/>
                  </a:cubicBezTo>
                  <a:cubicBezTo>
                    <a:pt x="233" y="100"/>
                    <a:pt x="212" y="103"/>
                    <a:pt x="194" y="103"/>
                  </a:cubicBezTo>
                  <a:cubicBezTo>
                    <a:pt x="141" y="102"/>
                    <a:pt x="111" y="82"/>
                    <a:pt x="92" y="63"/>
                  </a:cubicBezTo>
                  <a:cubicBezTo>
                    <a:pt x="82" y="53"/>
                    <a:pt x="76" y="43"/>
                    <a:pt x="72" y="36"/>
                  </a:cubicBezTo>
                  <a:cubicBezTo>
                    <a:pt x="70" y="32"/>
                    <a:pt x="68" y="29"/>
                    <a:pt x="67" y="27"/>
                  </a:cubicBezTo>
                  <a:cubicBezTo>
                    <a:pt x="67" y="26"/>
                    <a:pt x="67" y="25"/>
                    <a:pt x="67" y="25"/>
                  </a:cubicBezTo>
                  <a:cubicBezTo>
                    <a:pt x="67" y="25"/>
                    <a:pt x="67" y="25"/>
                    <a:pt x="67" y="25"/>
                  </a:cubicBezTo>
                  <a:cubicBezTo>
                    <a:pt x="61" y="8"/>
                    <a:pt x="43" y="0"/>
                    <a:pt x="26" y="5"/>
                  </a:cubicBezTo>
                  <a:cubicBezTo>
                    <a:pt x="9" y="11"/>
                    <a:pt x="0" y="29"/>
                    <a:pt x="6" y="46"/>
                  </a:cubicBezTo>
                  <a:cubicBezTo>
                    <a:pt x="7" y="49"/>
                    <a:pt x="17" y="78"/>
                    <a:pt x="46" y="107"/>
                  </a:cubicBezTo>
                  <a:cubicBezTo>
                    <a:pt x="74" y="137"/>
                    <a:pt x="123" y="167"/>
                    <a:pt x="193" y="1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 name="Freeform 155"/>
            <p:cNvSpPr>
              <a:spLocks/>
            </p:cNvSpPr>
            <p:nvPr/>
          </p:nvSpPr>
          <p:spPr bwMode="auto">
            <a:xfrm>
              <a:off x="2552059" y="4139176"/>
              <a:ext cx="766707" cy="769315"/>
            </a:xfrm>
            <a:custGeom>
              <a:avLst/>
              <a:gdLst>
                <a:gd name="T0" fmla="*/ 636 w 688"/>
                <a:gd name="T1" fmla="*/ 690 h 690"/>
                <a:gd name="T2" fmla="*/ 636 w 688"/>
                <a:gd name="T3" fmla="*/ 673 h 690"/>
                <a:gd name="T4" fmla="*/ 636 w 688"/>
                <a:gd name="T5" fmla="*/ 665 h 690"/>
                <a:gd name="T6" fmla="*/ 688 w 688"/>
                <a:gd name="T7" fmla="*/ 602 h 690"/>
                <a:gd name="T8" fmla="*/ 688 w 688"/>
                <a:gd name="T9" fmla="*/ 393 h 690"/>
                <a:gd name="T10" fmla="*/ 642 w 688"/>
                <a:gd name="T11" fmla="*/ 331 h 690"/>
                <a:gd name="T12" fmla="*/ 637 w 688"/>
                <a:gd name="T13" fmla="*/ 342 h 690"/>
                <a:gd name="T14" fmla="*/ 612 w 688"/>
                <a:gd name="T15" fmla="*/ 361 h 690"/>
                <a:gd name="T16" fmla="*/ 531 w 688"/>
                <a:gd name="T17" fmla="*/ 372 h 690"/>
                <a:gd name="T18" fmla="*/ 530 w 688"/>
                <a:gd name="T19" fmla="*/ 372 h 690"/>
                <a:gd name="T20" fmla="*/ 398 w 688"/>
                <a:gd name="T21" fmla="*/ 329 h 690"/>
                <a:gd name="T22" fmla="*/ 303 w 688"/>
                <a:gd name="T23" fmla="*/ 329 h 690"/>
                <a:gd name="T24" fmla="*/ 300 w 688"/>
                <a:gd name="T25" fmla="*/ 321 h 690"/>
                <a:gd name="T26" fmla="*/ 188 w 688"/>
                <a:gd name="T27" fmla="*/ 49 h 690"/>
                <a:gd name="T28" fmla="*/ 112 w 688"/>
                <a:gd name="T29" fmla="*/ 11 h 690"/>
                <a:gd name="T30" fmla="*/ 41 w 688"/>
                <a:gd name="T31" fmla="*/ 41 h 690"/>
                <a:gd name="T32" fmla="*/ 14 w 688"/>
                <a:gd name="T33" fmla="*/ 121 h 690"/>
                <a:gd name="T34" fmla="*/ 135 w 688"/>
                <a:gd name="T35" fmla="*/ 414 h 690"/>
                <a:gd name="T36" fmla="*/ 143 w 688"/>
                <a:gd name="T37" fmla="*/ 434 h 690"/>
                <a:gd name="T38" fmla="*/ 143 w 688"/>
                <a:gd name="T39" fmla="*/ 602 h 690"/>
                <a:gd name="T40" fmla="*/ 195 w 688"/>
                <a:gd name="T41" fmla="*/ 665 h 690"/>
                <a:gd name="T42" fmla="*/ 195 w 688"/>
                <a:gd name="T43" fmla="*/ 673 h 690"/>
                <a:gd name="T44" fmla="*/ 195 w 688"/>
                <a:gd name="T45" fmla="*/ 690 h 690"/>
                <a:gd name="T46" fmla="*/ 298 w 688"/>
                <a:gd name="T47" fmla="*/ 690 h 690"/>
                <a:gd name="T48" fmla="*/ 298 w 688"/>
                <a:gd name="T49" fmla="*/ 674 h 690"/>
                <a:gd name="T50" fmla="*/ 298 w 688"/>
                <a:gd name="T51" fmla="*/ 666 h 690"/>
                <a:gd name="T52" fmla="*/ 533 w 688"/>
                <a:gd name="T53" fmla="*/ 666 h 690"/>
                <a:gd name="T54" fmla="*/ 533 w 688"/>
                <a:gd name="T55" fmla="*/ 674 h 690"/>
                <a:gd name="T56" fmla="*/ 533 w 688"/>
                <a:gd name="T57" fmla="*/ 690 h 690"/>
                <a:gd name="T58" fmla="*/ 636 w 688"/>
                <a:gd name="T59" fmla="*/ 690 h 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88" h="690">
                  <a:moveTo>
                    <a:pt x="636" y="690"/>
                  </a:moveTo>
                  <a:cubicBezTo>
                    <a:pt x="636" y="673"/>
                    <a:pt x="636" y="673"/>
                    <a:pt x="636" y="673"/>
                  </a:cubicBezTo>
                  <a:cubicBezTo>
                    <a:pt x="636" y="665"/>
                    <a:pt x="636" y="665"/>
                    <a:pt x="636" y="665"/>
                  </a:cubicBezTo>
                  <a:cubicBezTo>
                    <a:pt x="666" y="659"/>
                    <a:pt x="688" y="633"/>
                    <a:pt x="688" y="602"/>
                  </a:cubicBezTo>
                  <a:cubicBezTo>
                    <a:pt x="688" y="393"/>
                    <a:pt x="688" y="393"/>
                    <a:pt x="688" y="393"/>
                  </a:cubicBezTo>
                  <a:cubicBezTo>
                    <a:pt x="688" y="363"/>
                    <a:pt x="668" y="339"/>
                    <a:pt x="642" y="331"/>
                  </a:cubicBezTo>
                  <a:cubicBezTo>
                    <a:pt x="641" y="335"/>
                    <a:pt x="639" y="339"/>
                    <a:pt x="637" y="342"/>
                  </a:cubicBezTo>
                  <a:cubicBezTo>
                    <a:pt x="631" y="352"/>
                    <a:pt x="623" y="358"/>
                    <a:pt x="612" y="361"/>
                  </a:cubicBezTo>
                  <a:cubicBezTo>
                    <a:pt x="584" y="368"/>
                    <a:pt x="557" y="372"/>
                    <a:pt x="531" y="372"/>
                  </a:cubicBezTo>
                  <a:cubicBezTo>
                    <a:pt x="530" y="372"/>
                    <a:pt x="530" y="372"/>
                    <a:pt x="530" y="372"/>
                  </a:cubicBezTo>
                  <a:cubicBezTo>
                    <a:pt x="468" y="372"/>
                    <a:pt x="425" y="349"/>
                    <a:pt x="398" y="329"/>
                  </a:cubicBezTo>
                  <a:cubicBezTo>
                    <a:pt x="303" y="329"/>
                    <a:pt x="303" y="329"/>
                    <a:pt x="303" y="329"/>
                  </a:cubicBezTo>
                  <a:cubicBezTo>
                    <a:pt x="300" y="321"/>
                    <a:pt x="300" y="321"/>
                    <a:pt x="300" y="321"/>
                  </a:cubicBezTo>
                  <a:cubicBezTo>
                    <a:pt x="188" y="49"/>
                    <a:pt x="188" y="49"/>
                    <a:pt x="188" y="49"/>
                  </a:cubicBezTo>
                  <a:cubicBezTo>
                    <a:pt x="174" y="17"/>
                    <a:pt x="140" y="0"/>
                    <a:pt x="112" y="11"/>
                  </a:cubicBezTo>
                  <a:cubicBezTo>
                    <a:pt x="41" y="41"/>
                    <a:pt x="41" y="41"/>
                    <a:pt x="41" y="41"/>
                  </a:cubicBezTo>
                  <a:cubicBezTo>
                    <a:pt x="12" y="52"/>
                    <a:pt x="0" y="88"/>
                    <a:pt x="14" y="121"/>
                  </a:cubicBezTo>
                  <a:cubicBezTo>
                    <a:pt x="135" y="414"/>
                    <a:pt x="135" y="414"/>
                    <a:pt x="135" y="414"/>
                  </a:cubicBezTo>
                  <a:cubicBezTo>
                    <a:pt x="143" y="434"/>
                    <a:pt x="143" y="434"/>
                    <a:pt x="143" y="434"/>
                  </a:cubicBezTo>
                  <a:cubicBezTo>
                    <a:pt x="143" y="602"/>
                    <a:pt x="143" y="602"/>
                    <a:pt x="143" y="602"/>
                  </a:cubicBezTo>
                  <a:cubicBezTo>
                    <a:pt x="143" y="633"/>
                    <a:pt x="166" y="659"/>
                    <a:pt x="195" y="665"/>
                  </a:cubicBezTo>
                  <a:cubicBezTo>
                    <a:pt x="195" y="673"/>
                    <a:pt x="195" y="673"/>
                    <a:pt x="195" y="673"/>
                  </a:cubicBezTo>
                  <a:cubicBezTo>
                    <a:pt x="195" y="690"/>
                    <a:pt x="195" y="690"/>
                    <a:pt x="195" y="690"/>
                  </a:cubicBezTo>
                  <a:cubicBezTo>
                    <a:pt x="298" y="690"/>
                    <a:pt x="298" y="690"/>
                    <a:pt x="298" y="690"/>
                  </a:cubicBezTo>
                  <a:cubicBezTo>
                    <a:pt x="298" y="674"/>
                    <a:pt x="298" y="674"/>
                    <a:pt x="298" y="674"/>
                  </a:cubicBezTo>
                  <a:cubicBezTo>
                    <a:pt x="298" y="666"/>
                    <a:pt x="298" y="666"/>
                    <a:pt x="298" y="666"/>
                  </a:cubicBezTo>
                  <a:cubicBezTo>
                    <a:pt x="533" y="666"/>
                    <a:pt x="533" y="666"/>
                    <a:pt x="533" y="666"/>
                  </a:cubicBezTo>
                  <a:cubicBezTo>
                    <a:pt x="533" y="674"/>
                    <a:pt x="533" y="674"/>
                    <a:pt x="533" y="674"/>
                  </a:cubicBezTo>
                  <a:cubicBezTo>
                    <a:pt x="533" y="690"/>
                    <a:pt x="533" y="690"/>
                    <a:pt x="533" y="690"/>
                  </a:cubicBezTo>
                  <a:lnTo>
                    <a:pt x="636" y="6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04" name="组合 403"/>
          <p:cNvGrpSpPr/>
          <p:nvPr/>
        </p:nvGrpSpPr>
        <p:grpSpPr>
          <a:xfrm>
            <a:off x="2187740" y="2497413"/>
            <a:ext cx="796925" cy="1009650"/>
            <a:chOff x="3756025" y="5741988"/>
            <a:chExt cx="796925" cy="1009650"/>
          </a:xfrm>
          <a:solidFill>
            <a:schemeClr val="tx1">
              <a:lumMod val="65000"/>
              <a:lumOff val="35000"/>
            </a:schemeClr>
          </a:solidFill>
        </p:grpSpPr>
        <p:sp>
          <p:nvSpPr>
            <p:cNvPr id="405" name="Freeform 5"/>
            <p:cNvSpPr>
              <a:spLocks/>
            </p:cNvSpPr>
            <p:nvPr/>
          </p:nvSpPr>
          <p:spPr bwMode="auto">
            <a:xfrm>
              <a:off x="4246563" y="5741988"/>
              <a:ext cx="214312" cy="214313"/>
            </a:xfrm>
            <a:custGeom>
              <a:avLst/>
              <a:gdLst>
                <a:gd name="T0" fmla="*/ 7 w 90"/>
                <a:gd name="T1" fmla="*/ 33 h 90"/>
                <a:gd name="T2" fmla="*/ 33 w 90"/>
                <a:gd name="T3" fmla="*/ 83 h 90"/>
                <a:gd name="T4" fmla="*/ 83 w 90"/>
                <a:gd name="T5" fmla="*/ 58 h 90"/>
                <a:gd name="T6" fmla="*/ 58 w 90"/>
                <a:gd name="T7" fmla="*/ 7 h 90"/>
                <a:gd name="T8" fmla="*/ 7 w 90"/>
                <a:gd name="T9" fmla="*/ 33 h 90"/>
              </a:gdLst>
              <a:ahLst/>
              <a:cxnLst>
                <a:cxn ang="0">
                  <a:pos x="T0" y="T1"/>
                </a:cxn>
                <a:cxn ang="0">
                  <a:pos x="T2" y="T3"/>
                </a:cxn>
                <a:cxn ang="0">
                  <a:pos x="T4" y="T5"/>
                </a:cxn>
                <a:cxn ang="0">
                  <a:pos x="T6" y="T7"/>
                </a:cxn>
                <a:cxn ang="0">
                  <a:pos x="T8" y="T9"/>
                </a:cxn>
              </a:cxnLst>
              <a:rect l="0" t="0" r="r" b="b"/>
              <a:pathLst>
                <a:path w="90" h="90">
                  <a:moveTo>
                    <a:pt x="7" y="33"/>
                  </a:moveTo>
                  <a:cubicBezTo>
                    <a:pt x="0" y="54"/>
                    <a:pt x="12" y="76"/>
                    <a:pt x="33" y="83"/>
                  </a:cubicBezTo>
                  <a:cubicBezTo>
                    <a:pt x="54" y="90"/>
                    <a:pt x="77" y="79"/>
                    <a:pt x="83" y="58"/>
                  </a:cubicBezTo>
                  <a:cubicBezTo>
                    <a:pt x="90" y="37"/>
                    <a:pt x="79" y="14"/>
                    <a:pt x="58" y="7"/>
                  </a:cubicBezTo>
                  <a:cubicBezTo>
                    <a:pt x="37" y="0"/>
                    <a:pt x="14" y="12"/>
                    <a:pt x="7"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 name="Freeform 6"/>
            <p:cNvSpPr>
              <a:spLocks/>
            </p:cNvSpPr>
            <p:nvPr/>
          </p:nvSpPr>
          <p:spPr bwMode="auto">
            <a:xfrm>
              <a:off x="3756025" y="5932488"/>
              <a:ext cx="796925" cy="819150"/>
            </a:xfrm>
            <a:custGeom>
              <a:avLst/>
              <a:gdLst>
                <a:gd name="T0" fmla="*/ 282 w 335"/>
                <a:gd name="T1" fmla="*/ 105 h 345"/>
                <a:gd name="T2" fmla="*/ 281 w 335"/>
                <a:gd name="T3" fmla="*/ 104 h 345"/>
                <a:gd name="T4" fmla="*/ 274 w 335"/>
                <a:gd name="T5" fmla="*/ 88 h 345"/>
                <a:gd name="T6" fmla="*/ 274 w 335"/>
                <a:gd name="T7" fmla="*/ 88 h 345"/>
                <a:gd name="T8" fmla="*/ 274 w 335"/>
                <a:gd name="T9" fmla="*/ 88 h 345"/>
                <a:gd name="T10" fmla="*/ 259 w 335"/>
                <a:gd name="T11" fmla="*/ 39 h 345"/>
                <a:gd name="T12" fmla="*/ 223 w 335"/>
                <a:gd name="T13" fmla="*/ 6 h 345"/>
                <a:gd name="T14" fmla="*/ 156 w 335"/>
                <a:gd name="T15" fmla="*/ 14 h 345"/>
                <a:gd name="T16" fmla="*/ 120 w 335"/>
                <a:gd name="T17" fmla="*/ 26 h 345"/>
                <a:gd name="T18" fmla="*/ 103 w 335"/>
                <a:gd name="T19" fmla="*/ 42 h 345"/>
                <a:gd name="T20" fmla="*/ 93 w 335"/>
                <a:gd name="T21" fmla="*/ 108 h 345"/>
                <a:gd name="T22" fmla="*/ 111 w 335"/>
                <a:gd name="T23" fmla="*/ 111 h 345"/>
                <a:gd name="T24" fmla="*/ 132 w 335"/>
                <a:gd name="T25" fmla="*/ 52 h 345"/>
                <a:gd name="T26" fmla="*/ 166 w 335"/>
                <a:gd name="T27" fmla="*/ 47 h 345"/>
                <a:gd name="T28" fmla="*/ 131 w 335"/>
                <a:gd name="T29" fmla="*/ 114 h 345"/>
                <a:gd name="T30" fmla="*/ 105 w 335"/>
                <a:gd name="T31" fmla="*/ 159 h 345"/>
                <a:gd name="T32" fmla="*/ 76 w 335"/>
                <a:gd name="T33" fmla="*/ 188 h 345"/>
                <a:gd name="T34" fmla="*/ 44 w 335"/>
                <a:gd name="T35" fmla="*/ 185 h 345"/>
                <a:gd name="T36" fmla="*/ 15 w 335"/>
                <a:gd name="T37" fmla="*/ 178 h 345"/>
                <a:gd name="T38" fmla="*/ 9 w 335"/>
                <a:gd name="T39" fmla="*/ 176 h 345"/>
                <a:gd name="T40" fmla="*/ 0 w 335"/>
                <a:gd name="T41" fmla="*/ 199 h 345"/>
                <a:gd name="T42" fmla="*/ 29 w 335"/>
                <a:gd name="T43" fmla="*/ 209 h 345"/>
                <a:gd name="T44" fmla="*/ 78 w 335"/>
                <a:gd name="T45" fmla="*/ 223 h 345"/>
                <a:gd name="T46" fmla="*/ 135 w 335"/>
                <a:gd name="T47" fmla="*/ 196 h 345"/>
                <a:gd name="T48" fmla="*/ 155 w 335"/>
                <a:gd name="T49" fmla="*/ 173 h 345"/>
                <a:gd name="T50" fmla="*/ 169 w 335"/>
                <a:gd name="T51" fmla="*/ 167 h 345"/>
                <a:gd name="T52" fmla="*/ 179 w 335"/>
                <a:gd name="T53" fmla="*/ 177 h 345"/>
                <a:gd name="T54" fmla="*/ 207 w 335"/>
                <a:gd name="T55" fmla="*/ 232 h 345"/>
                <a:gd name="T56" fmla="*/ 205 w 335"/>
                <a:gd name="T57" fmla="*/ 285 h 345"/>
                <a:gd name="T58" fmla="*/ 198 w 335"/>
                <a:gd name="T59" fmla="*/ 330 h 345"/>
                <a:gd name="T60" fmla="*/ 197 w 335"/>
                <a:gd name="T61" fmla="*/ 341 h 345"/>
                <a:gd name="T62" fmla="*/ 222 w 335"/>
                <a:gd name="T63" fmla="*/ 345 h 345"/>
                <a:gd name="T64" fmla="*/ 238 w 335"/>
                <a:gd name="T65" fmla="*/ 289 h 345"/>
                <a:gd name="T66" fmla="*/ 245 w 335"/>
                <a:gd name="T67" fmla="*/ 223 h 345"/>
                <a:gd name="T68" fmla="*/ 233 w 335"/>
                <a:gd name="T69" fmla="*/ 187 h 345"/>
                <a:gd name="T70" fmla="*/ 220 w 335"/>
                <a:gd name="T71" fmla="*/ 153 h 345"/>
                <a:gd name="T72" fmla="*/ 217 w 335"/>
                <a:gd name="T73" fmla="*/ 145 h 345"/>
                <a:gd name="T74" fmla="*/ 240 w 335"/>
                <a:gd name="T75" fmla="*/ 75 h 345"/>
                <a:gd name="T76" fmla="*/ 254 w 335"/>
                <a:gd name="T77" fmla="*/ 116 h 345"/>
                <a:gd name="T78" fmla="*/ 274 w 335"/>
                <a:gd name="T79" fmla="*/ 128 h 345"/>
                <a:gd name="T80" fmla="*/ 335 w 335"/>
                <a:gd name="T81" fmla="*/ 125 h 345"/>
                <a:gd name="T82" fmla="*/ 334 w 335"/>
                <a:gd name="T83" fmla="*/ 111 h 345"/>
                <a:gd name="T84" fmla="*/ 282 w 335"/>
                <a:gd name="T85" fmla="*/ 105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35" h="345">
                  <a:moveTo>
                    <a:pt x="282" y="105"/>
                  </a:moveTo>
                  <a:cubicBezTo>
                    <a:pt x="282" y="105"/>
                    <a:pt x="282" y="105"/>
                    <a:pt x="281" y="104"/>
                  </a:cubicBezTo>
                  <a:cubicBezTo>
                    <a:pt x="280" y="103"/>
                    <a:pt x="279" y="101"/>
                    <a:pt x="274" y="88"/>
                  </a:cubicBezTo>
                  <a:cubicBezTo>
                    <a:pt x="274" y="88"/>
                    <a:pt x="274" y="88"/>
                    <a:pt x="274" y="88"/>
                  </a:cubicBezTo>
                  <a:cubicBezTo>
                    <a:pt x="274" y="88"/>
                    <a:pt x="274" y="88"/>
                    <a:pt x="274" y="88"/>
                  </a:cubicBezTo>
                  <a:cubicBezTo>
                    <a:pt x="274" y="88"/>
                    <a:pt x="263" y="52"/>
                    <a:pt x="259" y="39"/>
                  </a:cubicBezTo>
                  <a:cubicBezTo>
                    <a:pt x="252" y="23"/>
                    <a:pt x="241" y="11"/>
                    <a:pt x="223" y="6"/>
                  </a:cubicBezTo>
                  <a:cubicBezTo>
                    <a:pt x="203" y="0"/>
                    <a:pt x="179" y="8"/>
                    <a:pt x="156" y="14"/>
                  </a:cubicBezTo>
                  <a:cubicBezTo>
                    <a:pt x="145" y="18"/>
                    <a:pt x="130" y="21"/>
                    <a:pt x="120" y="26"/>
                  </a:cubicBezTo>
                  <a:cubicBezTo>
                    <a:pt x="120" y="26"/>
                    <a:pt x="107" y="29"/>
                    <a:pt x="103" y="42"/>
                  </a:cubicBezTo>
                  <a:cubicBezTo>
                    <a:pt x="93" y="108"/>
                    <a:pt x="93" y="108"/>
                    <a:pt x="93" y="108"/>
                  </a:cubicBezTo>
                  <a:cubicBezTo>
                    <a:pt x="111" y="111"/>
                    <a:pt x="111" y="111"/>
                    <a:pt x="111" y="111"/>
                  </a:cubicBezTo>
                  <a:cubicBezTo>
                    <a:pt x="132" y="52"/>
                    <a:pt x="132" y="52"/>
                    <a:pt x="132" y="52"/>
                  </a:cubicBezTo>
                  <a:cubicBezTo>
                    <a:pt x="136" y="52"/>
                    <a:pt x="157" y="48"/>
                    <a:pt x="166" y="47"/>
                  </a:cubicBezTo>
                  <a:cubicBezTo>
                    <a:pt x="161" y="57"/>
                    <a:pt x="145" y="87"/>
                    <a:pt x="131" y="114"/>
                  </a:cubicBezTo>
                  <a:cubicBezTo>
                    <a:pt x="122" y="129"/>
                    <a:pt x="114" y="144"/>
                    <a:pt x="105" y="159"/>
                  </a:cubicBezTo>
                  <a:cubicBezTo>
                    <a:pt x="98" y="171"/>
                    <a:pt x="91" y="187"/>
                    <a:pt x="76" y="188"/>
                  </a:cubicBezTo>
                  <a:cubicBezTo>
                    <a:pt x="66" y="189"/>
                    <a:pt x="53" y="187"/>
                    <a:pt x="44" y="185"/>
                  </a:cubicBezTo>
                  <a:cubicBezTo>
                    <a:pt x="35" y="182"/>
                    <a:pt x="25" y="180"/>
                    <a:pt x="15" y="178"/>
                  </a:cubicBezTo>
                  <a:cubicBezTo>
                    <a:pt x="13" y="177"/>
                    <a:pt x="11" y="177"/>
                    <a:pt x="9" y="176"/>
                  </a:cubicBezTo>
                  <a:cubicBezTo>
                    <a:pt x="0" y="199"/>
                    <a:pt x="0" y="199"/>
                    <a:pt x="0" y="199"/>
                  </a:cubicBezTo>
                  <a:cubicBezTo>
                    <a:pt x="9" y="202"/>
                    <a:pt x="19" y="206"/>
                    <a:pt x="29" y="209"/>
                  </a:cubicBezTo>
                  <a:cubicBezTo>
                    <a:pt x="44" y="215"/>
                    <a:pt x="62" y="221"/>
                    <a:pt x="78" y="223"/>
                  </a:cubicBezTo>
                  <a:cubicBezTo>
                    <a:pt x="102" y="226"/>
                    <a:pt x="121" y="214"/>
                    <a:pt x="135" y="196"/>
                  </a:cubicBezTo>
                  <a:cubicBezTo>
                    <a:pt x="142" y="189"/>
                    <a:pt x="149" y="181"/>
                    <a:pt x="155" y="173"/>
                  </a:cubicBezTo>
                  <a:cubicBezTo>
                    <a:pt x="158" y="169"/>
                    <a:pt x="164" y="166"/>
                    <a:pt x="169" y="167"/>
                  </a:cubicBezTo>
                  <a:cubicBezTo>
                    <a:pt x="174" y="168"/>
                    <a:pt x="177" y="173"/>
                    <a:pt x="179" y="177"/>
                  </a:cubicBezTo>
                  <a:cubicBezTo>
                    <a:pt x="190" y="193"/>
                    <a:pt x="200" y="213"/>
                    <a:pt x="207" y="232"/>
                  </a:cubicBezTo>
                  <a:cubicBezTo>
                    <a:pt x="213" y="247"/>
                    <a:pt x="207" y="270"/>
                    <a:pt x="205" y="285"/>
                  </a:cubicBezTo>
                  <a:cubicBezTo>
                    <a:pt x="202" y="302"/>
                    <a:pt x="201" y="313"/>
                    <a:pt x="198" y="330"/>
                  </a:cubicBezTo>
                  <a:cubicBezTo>
                    <a:pt x="198" y="333"/>
                    <a:pt x="197" y="339"/>
                    <a:pt x="197" y="341"/>
                  </a:cubicBezTo>
                  <a:cubicBezTo>
                    <a:pt x="222" y="345"/>
                    <a:pt x="222" y="345"/>
                    <a:pt x="222" y="345"/>
                  </a:cubicBezTo>
                  <a:cubicBezTo>
                    <a:pt x="226" y="327"/>
                    <a:pt x="233" y="306"/>
                    <a:pt x="238" y="289"/>
                  </a:cubicBezTo>
                  <a:cubicBezTo>
                    <a:pt x="243" y="268"/>
                    <a:pt x="250" y="244"/>
                    <a:pt x="245" y="223"/>
                  </a:cubicBezTo>
                  <a:cubicBezTo>
                    <a:pt x="242" y="210"/>
                    <a:pt x="238" y="199"/>
                    <a:pt x="233" y="187"/>
                  </a:cubicBezTo>
                  <a:cubicBezTo>
                    <a:pt x="229" y="175"/>
                    <a:pt x="224" y="165"/>
                    <a:pt x="220" y="153"/>
                  </a:cubicBezTo>
                  <a:cubicBezTo>
                    <a:pt x="219" y="151"/>
                    <a:pt x="216" y="146"/>
                    <a:pt x="217" y="145"/>
                  </a:cubicBezTo>
                  <a:cubicBezTo>
                    <a:pt x="217" y="145"/>
                    <a:pt x="240" y="75"/>
                    <a:pt x="240" y="75"/>
                  </a:cubicBezTo>
                  <a:cubicBezTo>
                    <a:pt x="254" y="116"/>
                    <a:pt x="254" y="116"/>
                    <a:pt x="254" y="116"/>
                  </a:cubicBezTo>
                  <a:cubicBezTo>
                    <a:pt x="255" y="114"/>
                    <a:pt x="257" y="128"/>
                    <a:pt x="274" y="128"/>
                  </a:cubicBezTo>
                  <a:cubicBezTo>
                    <a:pt x="335" y="125"/>
                    <a:pt x="335" y="125"/>
                    <a:pt x="335" y="125"/>
                  </a:cubicBezTo>
                  <a:cubicBezTo>
                    <a:pt x="334" y="111"/>
                    <a:pt x="334" y="111"/>
                    <a:pt x="334" y="111"/>
                  </a:cubicBezTo>
                  <a:lnTo>
                    <a:pt x="282" y="1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07" name="组合 406"/>
          <p:cNvGrpSpPr/>
          <p:nvPr/>
        </p:nvGrpSpPr>
        <p:grpSpPr>
          <a:xfrm>
            <a:off x="540790" y="3902515"/>
            <a:ext cx="1000124" cy="949325"/>
            <a:chOff x="2674938" y="5811838"/>
            <a:chExt cx="1000124" cy="949325"/>
          </a:xfrm>
          <a:solidFill>
            <a:schemeClr val="tx1">
              <a:lumMod val="65000"/>
              <a:lumOff val="35000"/>
            </a:schemeClr>
          </a:solidFill>
        </p:grpSpPr>
        <p:sp>
          <p:nvSpPr>
            <p:cNvPr id="408" name="Freeform 7"/>
            <p:cNvSpPr>
              <a:spLocks/>
            </p:cNvSpPr>
            <p:nvPr/>
          </p:nvSpPr>
          <p:spPr bwMode="auto">
            <a:xfrm>
              <a:off x="3214688" y="6065838"/>
              <a:ext cx="250825" cy="188913"/>
            </a:xfrm>
            <a:custGeom>
              <a:avLst/>
              <a:gdLst>
                <a:gd name="T0" fmla="*/ 101 w 106"/>
                <a:gd name="T1" fmla="*/ 60 h 80"/>
                <a:gd name="T2" fmla="*/ 104 w 106"/>
                <a:gd name="T3" fmla="*/ 61 h 80"/>
                <a:gd name="T4" fmla="*/ 105 w 106"/>
                <a:gd name="T5" fmla="*/ 61 h 80"/>
                <a:gd name="T6" fmla="*/ 106 w 106"/>
                <a:gd name="T7" fmla="*/ 62 h 80"/>
                <a:gd name="T8" fmla="*/ 104 w 106"/>
                <a:gd name="T9" fmla="*/ 77 h 80"/>
                <a:gd name="T10" fmla="*/ 104 w 106"/>
                <a:gd name="T11" fmla="*/ 78 h 80"/>
                <a:gd name="T12" fmla="*/ 70 w 106"/>
                <a:gd name="T13" fmla="*/ 71 h 80"/>
                <a:gd name="T14" fmla="*/ 69 w 106"/>
                <a:gd name="T15" fmla="*/ 71 h 80"/>
                <a:gd name="T16" fmla="*/ 6 w 106"/>
                <a:gd name="T17" fmla="*/ 25 h 80"/>
                <a:gd name="T18" fmla="*/ 0 w 106"/>
                <a:gd name="T19" fmla="*/ 19 h 80"/>
                <a:gd name="T20" fmla="*/ 31 w 106"/>
                <a:gd name="T21" fmla="*/ 2 h 80"/>
                <a:gd name="T22" fmla="*/ 75 w 106"/>
                <a:gd name="T23" fmla="*/ 46 h 80"/>
                <a:gd name="T24" fmla="*/ 101 w 106"/>
                <a:gd name="T25" fmla="*/ 6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6" h="80">
                  <a:moveTo>
                    <a:pt x="101" y="60"/>
                  </a:moveTo>
                  <a:cubicBezTo>
                    <a:pt x="102" y="60"/>
                    <a:pt x="104" y="61"/>
                    <a:pt x="104" y="61"/>
                  </a:cubicBezTo>
                  <a:cubicBezTo>
                    <a:pt x="105" y="61"/>
                    <a:pt x="105" y="61"/>
                    <a:pt x="105" y="61"/>
                  </a:cubicBezTo>
                  <a:cubicBezTo>
                    <a:pt x="106" y="62"/>
                    <a:pt x="106" y="62"/>
                    <a:pt x="106" y="62"/>
                  </a:cubicBezTo>
                  <a:cubicBezTo>
                    <a:pt x="104" y="77"/>
                    <a:pt x="104" y="77"/>
                    <a:pt x="104" y="77"/>
                  </a:cubicBezTo>
                  <a:cubicBezTo>
                    <a:pt x="104" y="78"/>
                    <a:pt x="104" y="78"/>
                    <a:pt x="104" y="78"/>
                  </a:cubicBezTo>
                  <a:cubicBezTo>
                    <a:pt x="100" y="80"/>
                    <a:pt x="80" y="75"/>
                    <a:pt x="70" y="71"/>
                  </a:cubicBezTo>
                  <a:cubicBezTo>
                    <a:pt x="69" y="71"/>
                    <a:pt x="69" y="71"/>
                    <a:pt x="69" y="71"/>
                  </a:cubicBezTo>
                  <a:cubicBezTo>
                    <a:pt x="46" y="63"/>
                    <a:pt x="23" y="46"/>
                    <a:pt x="6" y="25"/>
                  </a:cubicBezTo>
                  <a:cubicBezTo>
                    <a:pt x="4" y="23"/>
                    <a:pt x="2" y="21"/>
                    <a:pt x="0" y="19"/>
                  </a:cubicBezTo>
                  <a:cubicBezTo>
                    <a:pt x="5" y="2"/>
                    <a:pt x="20" y="0"/>
                    <a:pt x="31" y="2"/>
                  </a:cubicBezTo>
                  <a:cubicBezTo>
                    <a:pt x="43" y="20"/>
                    <a:pt x="56" y="35"/>
                    <a:pt x="75" y="46"/>
                  </a:cubicBezTo>
                  <a:cubicBezTo>
                    <a:pt x="76" y="47"/>
                    <a:pt x="92" y="57"/>
                    <a:pt x="10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 name="Oval 8"/>
            <p:cNvSpPr>
              <a:spLocks noChangeArrowheads="1"/>
            </p:cNvSpPr>
            <p:nvPr/>
          </p:nvSpPr>
          <p:spPr bwMode="auto">
            <a:xfrm>
              <a:off x="3335338" y="5811838"/>
              <a:ext cx="177800" cy="1778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 name="Freeform 9"/>
            <p:cNvSpPr>
              <a:spLocks/>
            </p:cNvSpPr>
            <p:nvPr/>
          </p:nvSpPr>
          <p:spPr bwMode="auto">
            <a:xfrm>
              <a:off x="2838450" y="6269038"/>
              <a:ext cx="520700" cy="323850"/>
            </a:xfrm>
            <a:custGeom>
              <a:avLst/>
              <a:gdLst>
                <a:gd name="T0" fmla="*/ 4 w 219"/>
                <a:gd name="T1" fmla="*/ 136 h 136"/>
                <a:gd name="T2" fmla="*/ 1 w 219"/>
                <a:gd name="T3" fmla="*/ 134 h 136"/>
                <a:gd name="T4" fmla="*/ 1 w 219"/>
                <a:gd name="T5" fmla="*/ 134 h 136"/>
                <a:gd name="T6" fmla="*/ 1 w 219"/>
                <a:gd name="T7" fmla="*/ 130 h 136"/>
                <a:gd name="T8" fmla="*/ 1 w 219"/>
                <a:gd name="T9" fmla="*/ 130 h 136"/>
                <a:gd name="T10" fmla="*/ 74 w 219"/>
                <a:gd name="T11" fmla="*/ 3 h 136"/>
                <a:gd name="T12" fmla="*/ 79 w 219"/>
                <a:gd name="T13" fmla="*/ 1 h 136"/>
                <a:gd name="T14" fmla="*/ 79 w 219"/>
                <a:gd name="T15" fmla="*/ 1 h 136"/>
                <a:gd name="T16" fmla="*/ 81 w 219"/>
                <a:gd name="T17" fmla="*/ 7 h 136"/>
                <a:gd name="T18" fmla="*/ 81 w 219"/>
                <a:gd name="T19" fmla="*/ 7 h 136"/>
                <a:gd name="T20" fmla="*/ 11 w 219"/>
                <a:gd name="T21" fmla="*/ 128 h 136"/>
                <a:gd name="T22" fmla="*/ 142 w 219"/>
                <a:gd name="T23" fmla="*/ 128 h 136"/>
                <a:gd name="T24" fmla="*/ 208 w 219"/>
                <a:gd name="T25" fmla="*/ 10 h 136"/>
                <a:gd name="T26" fmla="*/ 89 w 219"/>
                <a:gd name="T27" fmla="*/ 10 h 136"/>
                <a:gd name="T28" fmla="*/ 85 w 219"/>
                <a:gd name="T29" fmla="*/ 6 h 136"/>
                <a:gd name="T30" fmla="*/ 85 w 219"/>
                <a:gd name="T31" fmla="*/ 6 h 136"/>
                <a:gd name="T32" fmla="*/ 89 w 219"/>
                <a:gd name="T33" fmla="*/ 2 h 136"/>
                <a:gd name="T34" fmla="*/ 89 w 219"/>
                <a:gd name="T35" fmla="*/ 2 h 136"/>
                <a:gd name="T36" fmla="*/ 215 w 219"/>
                <a:gd name="T37" fmla="*/ 2 h 136"/>
                <a:gd name="T38" fmla="*/ 219 w 219"/>
                <a:gd name="T39" fmla="*/ 4 h 136"/>
                <a:gd name="T40" fmla="*/ 219 w 219"/>
                <a:gd name="T41" fmla="*/ 4 h 136"/>
                <a:gd name="T42" fmla="*/ 219 w 219"/>
                <a:gd name="T43" fmla="*/ 8 h 136"/>
                <a:gd name="T44" fmla="*/ 219 w 219"/>
                <a:gd name="T45" fmla="*/ 8 h 136"/>
                <a:gd name="T46" fmla="*/ 148 w 219"/>
                <a:gd name="T47" fmla="*/ 134 h 136"/>
                <a:gd name="T48" fmla="*/ 144 w 219"/>
                <a:gd name="T49" fmla="*/ 136 h 136"/>
                <a:gd name="T50" fmla="*/ 144 w 219"/>
                <a:gd name="T51" fmla="*/ 136 h 136"/>
                <a:gd name="T52" fmla="*/ 4 w 219"/>
                <a:gd name="T53" fmla="*/ 13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19" h="136">
                  <a:moveTo>
                    <a:pt x="4" y="136"/>
                  </a:moveTo>
                  <a:cubicBezTo>
                    <a:pt x="3" y="136"/>
                    <a:pt x="1" y="136"/>
                    <a:pt x="1" y="134"/>
                  </a:cubicBezTo>
                  <a:cubicBezTo>
                    <a:pt x="1" y="134"/>
                    <a:pt x="1" y="134"/>
                    <a:pt x="1" y="134"/>
                  </a:cubicBezTo>
                  <a:cubicBezTo>
                    <a:pt x="0" y="133"/>
                    <a:pt x="0" y="131"/>
                    <a:pt x="1" y="130"/>
                  </a:cubicBezTo>
                  <a:cubicBezTo>
                    <a:pt x="1" y="130"/>
                    <a:pt x="1" y="130"/>
                    <a:pt x="1" y="130"/>
                  </a:cubicBezTo>
                  <a:cubicBezTo>
                    <a:pt x="74" y="3"/>
                    <a:pt x="74" y="3"/>
                    <a:pt x="74" y="3"/>
                  </a:cubicBezTo>
                  <a:cubicBezTo>
                    <a:pt x="75" y="1"/>
                    <a:pt x="77" y="0"/>
                    <a:pt x="79" y="1"/>
                  </a:cubicBezTo>
                  <a:cubicBezTo>
                    <a:pt x="79" y="1"/>
                    <a:pt x="79" y="1"/>
                    <a:pt x="79" y="1"/>
                  </a:cubicBezTo>
                  <a:cubicBezTo>
                    <a:pt x="81" y="2"/>
                    <a:pt x="82" y="5"/>
                    <a:pt x="81" y="7"/>
                  </a:cubicBezTo>
                  <a:cubicBezTo>
                    <a:pt x="81" y="7"/>
                    <a:pt x="81" y="7"/>
                    <a:pt x="81" y="7"/>
                  </a:cubicBezTo>
                  <a:cubicBezTo>
                    <a:pt x="11" y="128"/>
                    <a:pt x="11" y="128"/>
                    <a:pt x="11" y="128"/>
                  </a:cubicBezTo>
                  <a:cubicBezTo>
                    <a:pt x="142" y="128"/>
                    <a:pt x="142" y="128"/>
                    <a:pt x="142" y="128"/>
                  </a:cubicBezTo>
                  <a:cubicBezTo>
                    <a:pt x="208" y="10"/>
                    <a:pt x="208" y="10"/>
                    <a:pt x="208" y="10"/>
                  </a:cubicBezTo>
                  <a:cubicBezTo>
                    <a:pt x="89" y="10"/>
                    <a:pt x="89" y="10"/>
                    <a:pt x="89" y="10"/>
                  </a:cubicBezTo>
                  <a:cubicBezTo>
                    <a:pt x="87" y="10"/>
                    <a:pt x="85" y="8"/>
                    <a:pt x="85" y="6"/>
                  </a:cubicBezTo>
                  <a:cubicBezTo>
                    <a:pt x="85" y="6"/>
                    <a:pt x="85" y="6"/>
                    <a:pt x="85" y="6"/>
                  </a:cubicBezTo>
                  <a:cubicBezTo>
                    <a:pt x="85" y="4"/>
                    <a:pt x="87" y="2"/>
                    <a:pt x="89" y="2"/>
                  </a:cubicBezTo>
                  <a:cubicBezTo>
                    <a:pt x="89" y="2"/>
                    <a:pt x="89" y="2"/>
                    <a:pt x="89" y="2"/>
                  </a:cubicBezTo>
                  <a:cubicBezTo>
                    <a:pt x="215" y="2"/>
                    <a:pt x="215" y="2"/>
                    <a:pt x="215" y="2"/>
                  </a:cubicBezTo>
                  <a:cubicBezTo>
                    <a:pt x="217" y="2"/>
                    <a:pt x="218" y="3"/>
                    <a:pt x="219" y="4"/>
                  </a:cubicBezTo>
                  <a:cubicBezTo>
                    <a:pt x="219" y="4"/>
                    <a:pt x="219" y="4"/>
                    <a:pt x="219" y="4"/>
                  </a:cubicBezTo>
                  <a:cubicBezTo>
                    <a:pt x="219" y="5"/>
                    <a:pt x="219" y="7"/>
                    <a:pt x="219" y="8"/>
                  </a:cubicBezTo>
                  <a:cubicBezTo>
                    <a:pt x="219" y="8"/>
                    <a:pt x="219" y="8"/>
                    <a:pt x="219" y="8"/>
                  </a:cubicBezTo>
                  <a:cubicBezTo>
                    <a:pt x="148" y="134"/>
                    <a:pt x="148" y="134"/>
                    <a:pt x="148" y="134"/>
                  </a:cubicBezTo>
                  <a:cubicBezTo>
                    <a:pt x="147" y="135"/>
                    <a:pt x="146" y="136"/>
                    <a:pt x="144" y="136"/>
                  </a:cubicBezTo>
                  <a:cubicBezTo>
                    <a:pt x="144" y="136"/>
                    <a:pt x="144" y="136"/>
                    <a:pt x="144" y="136"/>
                  </a:cubicBezTo>
                  <a:cubicBezTo>
                    <a:pt x="4" y="136"/>
                    <a:pt x="4" y="136"/>
                    <a:pt x="4" y="1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 name="Freeform 10"/>
            <p:cNvSpPr>
              <a:spLocks noEditPoints="1"/>
            </p:cNvSpPr>
            <p:nvPr/>
          </p:nvSpPr>
          <p:spPr bwMode="auto">
            <a:xfrm>
              <a:off x="2674938" y="6388100"/>
              <a:ext cx="369887" cy="373063"/>
            </a:xfrm>
            <a:custGeom>
              <a:avLst/>
              <a:gdLst>
                <a:gd name="T0" fmla="*/ 0 w 156"/>
                <a:gd name="T1" fmla="*/ 78 h 157"/>
                <a:gd name="T2" fmla="*/ 78 w 156"/>
                <a:gd name="T3" fmla="*/ 0 h 157"/>
                <a:gd name="T4" fmla="*/ 78 w 156"/>
                <a:gd name="T5" fmla="*/ 0 h 157"/>
                <a:gd name="T6" fmla="*/ 156 w 156"/>
                <a:gd name="T7" fmla="*/ 78 h 157"/>
                <a:gd name="T8" fmla="*/ 156 w 156"/>
                <a:gd name="T9" fmla="*/ 78 h 157"/>
                <a:gd name="T10" fmla="*/ 78 w 156"/>
                <a:gd name="T11" fmla="*/ 157 h 157"/>
                <a:gd name="T12" fmla="*/ 78 w 156"/>
                <a:gd name="T13" fmla="*/ 157 h 157"/>
                <a:gd name="T14" fmla="*/ 0 w 156"/>
                <a:gd name="T15" fmla="*/ 78 h 157"/>
                <a:gd name="T16" fmla="*/ 8 w 156"/>
                <a:gd name="T17" fmla="*/ 78 h 157"/>
                <a:gd name="T18" fmla="*/ 78 w 156"/>
                <a:gd name="T19" fmla="*/ 149 h 157"/>
                <a:gd name="T20" fmla="*/ 78 w 156"/>
                <a:gd name="T21" fmla="*/ 149 h 157"/>
                <a:gd name="T22" fmla="*/ 148 w 156"/>
                <a:gd name="T23" fmla="*/ 78 h 157"/>
                <a:gd name="T24" fmla="*/ 148 w 156"/>
                <a:gd name="T25" fmla="*/ 78 h 157"/>
                <a:gd name="T26" fmla="*/ 78 w 156"/>
                <a:gd name="T27" fmla="*/ 8 h 157"/>
                <a:gd name="T28" fmla="*/ 78 w 156"/>
                <a:gd name="T29" fmla="*/ 8 h 157"/>
                <a:gd name="T30" fmla="*/ 8 w 156"/>
                <a:gd name="T31" fmla="*/ 78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6" h="157">
                  <a:moveTo>
                    <a:pt x="0" y="78"/>
                  </a:moveTo>
                  <a:cubicBezTo>
                    <a:pt x="0" y="35"/>
                    <a:pt x="35" y="0"/>
                    <a:pt x="78" y="0"/>
                  </a:cubicBezTo>
                  <a:cubicBezTo>
                    <a:pt x="78" y="0"/>
                    <a:pt x="78" y="0"/>
                    <a:pt x="78" y="0"/>
                  </a:cubicBezTo>
                  <a:cubicBezTo>
                    <a:pt x="121" y="0"/>
                    <a:pt x="156" y="35"/>
                    <a:pt x="156" y="78"/>
                  </a:cubicBezTo>
                  <a:cubicBezTo>
                    <a:pt x="156" y="78"/>
                    <a:pt x="156" y="78"/>
                    <a:pt x="156" y="78"/>
                  </a:cubicBezTo>
                  <a:cubicBezTo>
                    <a:pt x="156" y="122"/>
                    <a:pt x="121" y="157"/>
                    <a:pt x="78" y="157"/>
                  </a:cubicBezTo>
                  <a:cubicBezTo>
                    <a:pt x="78" y="157"/>
                    <a:pt x="78" y="157"/>
                    <a:pt x="78" y="157"/>
                  </a:cubicBezTo>
                  <a:cubicBezTo>
                    <a:pt x="35" y="157"/>
                    <a:pt x="0" y="122"/>
                    <a:pt x="0" y="78"/>
                  </a:cubicBezTo>
                  <a:close/>
                  <a:moveTo>
                    <a:pt x="8" y="78"/>
                  </a:moveTo>
                  <a:cubicBezTo>
                    <a:pt x="8" y="117"/>
                    <a:pt x="39" y="149"/>
                    <a:pt x="78" y="149"/>
                  </a:cubicBezTo>
                  <a:cubicBezTo>
                    <a:pt x="78" y="149"/>
                    <a:pt x="78" y="149"/>
                    <a:pt x="78" y="149"/>
                  </a:cubicBezTo>
                  <a:cubicBezTo>
                    <a:pt x="117" y="149"/>
                    <a:pt x="148" y="117"/>
                    <a:pt x="148" y="78"/>
                  </a:cubicBezTo>
                  <a:cubicBezTo>
                    <a:pt x="148" y="78"/>
                    <a:pt x="148" y="78"/>
                    <a:pt x="148" y="78"/>
                  </a:cubicBezTo>
                  <a:cubicBezTo>
                    <a:pt x="148" y="40"/>
                    <a:pt x="117" y="8"/>
                    <a:pt x="78" y="8"/>
                  </a:cubicBezTo>
                  <a:cubicBezTo>
                    <a:pt x="78" y="8"/>
                    <a:pt x="78" y="8"/>
                    <a:pt x="78" y="8"/>
                  </a:cubicBezTo>
                  <a:cubicBezTo>
                    <a:pt x="39" y="8"/>
                    <a:pt x="8" y="40"/>
                    <a:pt x="8"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 name="Freeform 11"/>
            <p:cNvSpPr>
              <a:spLocks noEditPoints="1"/>
            </p:cNvSpPr>
            <p:nvPr/>
          </p:nvSpPr>
          <p:spPr bwMode="auto">
            <a:xfrm>
              <a:off x="3302000" y="6388100"/>
              <a:ext cx="373062" cy="373063"/>
            </a:xfrm>
            <a:custGeom>
              <a:avLst/>
              <a:gdLst>
                <a:gd name="T0" fmla="*/ 0 w 157"/>
                <a:gd name="T1" fmla="*/ 78 h 157"/>
                <a:gd name="T2" fmla="*/ 78 w 157"/>
                <a:gd name="T3" fmla="*/ 0 h 157"/>
                <a:gd name="T4" fmla="*/ 78 w 157"/>
                <a:gd name="T5" fmla="*/ 0 h 157"/>
                <a:gd name="T6" fmla="*/ 157 w 157"/>
                <a:gd name="T7" fmla="*/ 78 h 157"/>
                <a:gd name="T8" fmla="*/ 157 w 157"/>
                <a:gd name="T9" fmla="*/ 78 h 157"/>
                <a:gd name="T10" fmla="*/ 157 w 157"/>
                <a:gd name="T11" fmla="*/ 78 h 157"/>
                <a:gd name="T12" fmla="*/ 78 w 157"/>
                <a:gd name="T13" fmla="*/ 157 h 157"/>
                <a:gd name="T14" fmla="*/ 78 w 157"/>
                <a:gd name="T15" fmla="*/ 157 h 157"/>
                <a:gd name="T16" fmla="*/ 0 w 157"/>
                <a:gd name="T17" fmla="*/ 78 h 157"/>
                <a:gd name="T18" fmla="*/ 8 w 157"/>
                <a:gd name="T19" fmla="*/ 78 h 157"/>
                <a:gd name="T20" fmla="*/ 78 w 157"/>
                <a:gd name="T21" fmla="*/ 149 h 157"/>
                <a:gd name="T22" fmla="*/ 78 w 157"/>
                <a:gd name="T23" fmla="*/ 149 h 157"/>
                <a:gd name="T24" fmla="*/ 149 w 157"/>
                <a:gd name="T25" fmla="*/ 78 h 157"/>
                <a:gd name="T26" fmla="*/ 149 w 157"/>
                <a:gd name="T27" fmla="*/ 78 h 157"/>
                <a:gd name="T28" fmla="*/ 78 w 157"/>
                <a:gd name="T29" fmla="*/ 8 h 157"/>
                <a:gd name="T30" fmla="*/ 78 w 157"/>
                <a:gd name="T31" fmla="*/ 8 h 157"/>
                <a:gd name="T32" fmla="*/ 8 w 157"/>
                <a:gd name="T33" fmla="*/ 78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7" h="157">
                  <a:moveTo>
                    <a:pt x="0" y="78"/>
                  </a:moveTo>
                  <a:cubicBezTo>
                    <a:pt x="0" y="35"/>
                    <a:pt x="35" y="0"/>
                    <a:pt x="78" y="0"/>
                  </a:cubicBezTo>
                  <a:cubicBezTo>
                    <a:pt x="78" y="0"/>
                    <a:pt x="78" y="0"/>
                    <a:pt x="78" y="0"/>
                  </a:cubicBezTo>
                  <a:cubicBezTo>
                    <a:pt x="122" y="0"/>
                    <a:pt x="157" y="35"/>
                    <a:pt x="157" y="78"/>
                  </a:cubicBezTo>
                  <a:cubicBezTo>
                    <a:pt x="157" y="78"/>
                    <a:pt x="157" y="78"/>
                    <a:pt x="157" y="78"/>
                  </a:cubicBezTo>
                  <a:cubicBezTo>
                    <a:pt x="157" y="78"/>
                    <a:pt x="157" y="78"/>
                    <a:pt x="157" y="78"/>
                  </a:cubicBezTo>
                  <a:cubicBezTo>
                    <a:pt x="157" y="122"/>
                    <a:pt x="122" y="157"/>
                    <a:pt x="78" y="157"/>
                  </a:cubicBezTo>
                  <a:cubicBezTo>
                    <a:pt x="78" y="157"/>
                    <a:pt x="78" y="157"/>
                    <a:pt x="78" y="157"/>
                  </a:cubicBezTo>
                  <a:cubicBezTo>
                    <a:pt x="35" y="157"/>
                    <a:pt x="0" y="122"/>
                    <a:pt x="0" y="78"/>
                  </a:cubicBezTo>
                  <a:close/>
                  <a:moveTo>
                    <a:pt x="8" y="78"/>
                  </a:moveTo>
                  <a:cubicBezTo>
                    <a:pt x="8" y="117"/>
                    <a:pt x="40" y="149"/>
                    <a:pt x="78" y="149"/>
                  </a:cubicBezTo>
                  <a:cubicBezTo>
                    <a:pt x="78" y="149"/>
                    <a:pt x="78" y="149"/>
                    <a:pt x="78" y="149"/>
                  </a:cubicBezTo>
                  <a:cubicBezTo>
                    <a:pt x="117" y="149"/>
                    <a:pt x="149" y="117"/>
                    <a:pt x="149" y="78"/>
                  </a:cubicBezTo>
                  <a:cubicBezTo>
                    <a:pt x="149" y="78"/>
                    <a:pt x="149" y="78"/>
                    <a:pt x="149" y="78"/>
                  </a:cubicBezTo>
                  <a:cubicBezTo>
                    <a:pt x="149" y="40"/>
                    <a:pt x="117" y="8"/>
                    <a:pt x="78" y="8"/>
                  </a:cubicBezTo>
                  <a:cubicBezTo>
                    <a:pt x="78" y="8"/>
                    <a:pt x="78" y="8"/>
                    <a:pt x="78" y="8"/>
                  </a:cubicBezTo>
                  <a:cubicBezTo>
                    <a:pt x="40" y="8"/>
                    <a:pt x="8" y="40"/>
                    <a:pt x="8"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 name="Freeform 12"/>
            <p:cNvSpPr>
              <a:spLocks noEditPoints="1"/>
            </p:cNvSpPr>
            <p:nvPr/>
          </p:nvSpPr>
          <p:spPr bwMode="auto">
            <a:xfrm>
              <a:off x="3324225" y="6186488"/>
              <a:ext cx="203200" cy="406400"/>
            </a:xfrm>
            <a:custGeom>
              <a:avLst/>
              <a:gdLst>
                <a:gd name="T0" fmla="*/ 69 w 86"/>
                <a:gd name="T1" fmla="*/ 168 h 171"/>
                <a:gd name="T2" fmla="*/ 37 w 86"/>
                <a:gd name="T3" fmla="*/ 102 h 171"/>
                <a:gd name="T4" fmla="*/ 37 w 86"/>
                <a:gd name="T5" fmla="*/ 102 h 171"/>
                <a:gd name="T6" fmla="*/ 1 w 86"/>
                <a:gd name="T7" fmla="*/ 29 h 171"/>
                <a:gd name="T8" fmla="*/ 1 w 86"/>
                <a:gd name="T9" fmla="*/ 29 h 171"/>
                <a:gd name="T10" fmla="*/ 0 w 86"/>
                <a:gd name="T11" fmla="*/ 26 h 171"/>
                <a:gd name="T12" fmla="*/ 0 w 86"/>
                <a:gd name="T13" fmla="*/ 26 h 171"/>
                <a:gd name="T14" fmla="*/ 3 w 86"/>
                <a:gd name="T15" fmla="*/ 23 h 171"/>
                <a:gd name="T16" fmla="*/ 3 w 86"/>
                <a:gd name="T17" fmla="*/ 23 h 171"/>
                <a:gd name="T18" fmla="*/ 3 w 86"/>
                <a:gd name="T19" fmla="*/ 22 h 171"/>
                <a:gd name="T20" fmla="*/ 3 w 86"/>
                <a:gd name="T21" fmla="*/ 22 h 171"/>
                <a:gd name="T22" fmla="*/ 4 w 86"/>
                <a:gd name="T23" fmla="*/ 22 h 171"/>
                <a:gd name="T24" fmla="*/ 4 w 86"/>
                <a:gd name="T25" fmla="*/ 22 h 171"/>
                <a:gd name="T26" fmla="*/ 4 w 86"/>
                <a:gd name="T27" fmla="*/ 22 h 171"/>
                <a:gd name="T28" fmla="*/ 4 w 86"/>
                <a:gd name="T29" fmla="*/ 22 h 171"/>
                <a:gd name="T30" fmla="*/ 6 w 86"/>
                <a:gd name="T31" fmla="*/ 22 h 171"/>
                <a:gd name="T32" fmla="*/ 6 w 86"/>
                <a:gd name="T33" fmla="*/ 22 h 171"/>
                <a:gd name="T34" fmla="*/ 60 w 86"/>
                <a:gd name="T35" fmla="*/ 23 h 171"/>
                <a:gd name="T36" fmla="*/ 60 w 86"/>
                <a:gd name="T37" fmla="*/ 23 h 171"/>
                <a:gd name="T38" fmla="*/ 78 w 86"/>
                <a:gd name="T39" fmla="*/ 2 h 171"/>
                <a:gd name="T40" fmla="*/ 84 w 86"/>
                <a:gd name="T41" fmla="*/ 2 h 171"/>
                <a:gd name="T42" fmla="*/ 84 w 86"/>
                <a:gd name="T43" fmla="*/ 2 h 171"/>
                <a:gd name="T44" fmla="*/ 84 w 86"/>
                <a:gd name="T45" fmla="*/ 8 h 171"/>
                <a:gd name="T46" fmla="*/ 84 w 86"/>
                <a:gd name="T47" fmla="*/ 8 h 171"/>
                <a:gd name="T48" fmla="*/ 65 w 86"/>
                <a:gd name="T49" fmla="*/ 30 h 171"/>
                <a:gd name="T50" fmla="*/ 62 w 86"/>
                <a:gd name="T51" fmla="*/ 32 h 171"/>
                <a:gd name="T52" fmla="*/ 62 w 86"/>
                <a:gd name="T53" fmla="*/ 32 h 171"/>
                <a:gd name="T54" fmla="*/ 11 w 86"/>
                <a:gd name="T55" fmla="*/ 30 h 171"/>
                <a:gd name="T56" fmla="*/ 11 w 86"/>
                <a:gd name="T57" fmla="*/ 30 h 171"/>
                <a:gd name="T58" fmla="*/ 11 w 86"/>
                <a:gd name="T59" fmla="*/ 31 h 171"/>
                <a:gd name="T60" fmla="*/ 11 w 86"/>
                <a:gd name="T61" fmla="*/ 31 h 171"/>
                <a:gd name="T62" fmla="*/ 20 w 86"/>
                <a:gd name="T63" fmla="*/ 47 h 171"/>
                <a:gd name="T64" fmla="*/ 20 w 86"/>
                <a:gd name="T65" fmla="*/ 47 h 171"/>
                <a:gd name="T66" fmla="*/ 43 w 86"/>
                <a:gd name="T67" fmla="*/ 95 h 171"/>
                <a:gd name="T68" fmla="*/ 43 w 86"/>
                <a:gd name="T69" fmla="*/ 95 h 171"/>
                <a:gd name="T70" fmla="*/ 76 w 86"/>
                <a:gd name="T71" fmla="*/ 165 h 171"/>
                <a:gd name="T72" fmla="*/ 76 w 86"/>
                <a:gd name="T73" fmla="*/ 165 h 171"/>
                <a:gd name="T74" fmla="*/ 77 w 86"/>
                <a:gd name="T75" fmla="*/ 165 h 171"/>
                <a:gd name="T76" fmla="*/ 75 w 86"/>
                <a:gd name="T77" fmla="*/ 170 h 171"/>
                <a:gd name="T78" fmla="*/ 75 w 86"/>
                <a:gd name="T79" fmla="*/ 170 h 171"/>
                <a:gd name="T80" fmla="*/ 73 w 86"/>
                <a:gd name="T81" fmla="*/ 171 h 171"/>
                <a:gd name="T82" fmla="*/ 73 w 86"/>
                <a:gd name="T83" fmla="*/ 171 h 171"/>
                <a:gd name="T84" fmla="*/ 69 w 86"/>
                <a:gd name="T85" fmla="*/ 168 h 171"/>
                <a:gd name="T86" fmla="*/ 7 w 86"/>
                <a:gd name="T87" fmla="*/ 23 h 171"/>
                <a:gd name="T88" fmla="*/ 7 w 86"/>
                <a:gd name="T89" fmla="*/ 23 h 171"/>
                <a:gd name="T90" fmla="*/ 7 w 86"/>
                <a:gd name="T91" fmla="*/ 23 h 171"/>
                <a:gd name="T92" fmla="*/ 7 w 86"/>
                <a:gd name="T93" fmla="*/ 23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6" h="171">
                  <a:moveTo>
                    <a:pt x="69" y="168"/>
                  </a:moveTo>
                  <a:cubicBezTo>
                    <a:pt x="69" y="168"/>
                    <a:pt x="54" y="136"/>
                    <a:pt x="37" y="102"/>
                  </a:cubicBezTo>
                  <a:cubicBezTo>
                    <a:pt x="37" y="102"/>
                    <a:pt x="37" y="102"/>
                    <a:pt x="37" y="102"/>
                  </a:cubicBezTo>
                  <a:cubicBezTo>
                    <a:pt x="21" y="69"/>
                    <a:pt x="4" y="34"/>
                    <a:pt x="1" y="29"/>
                  </a:cubicBezTo>
                  <a:cubicBezTo>
                    <a:pt x="1" y="29"/>
                    <a:pt x="1" y="29"/>
                    <a:pt x="1" y="29"/>
                  </a:cubicBezTo>
                  <a:cubicBezTo>
                    <a:pt x="1" y="29"/>
                    <a:pt x="0" y="28"/>
                    <a:pt x="0" y="26"/>
                  </a:cubicBezTo>
                  <a:cubicBezTo>
                    <a:pt x="0" y="26"/>
                    <a:pt x="0" y="26"/>
                    <a:pt x="0" y="26"/>
                  </a:cubicBezTo>
                  <a:cubicBezTo>
                    <a:pt x="1" y="23"/>
                    <a:pt x="2" y="23"/>
                    <a:pt x="3" y="23"/>
                  </a:cubicBezTo>
                  <a:cubicBezTo>
                    <a:pt x="3" y="23"/>
                    <a:pt x="3" y="23"/>
                    <a:pt x="3" y="23"/>
                  </a:cubicBezTo>
                  <a:cubicBezTo>
                    <a:pt x="3" y="22"/>
                    <a:pt x="3" y="22"/>
                    <a:pt x="3" y="22"/>
                  </a:cubicBezTo>
                  <a:cubicBezTo>
                    <a:pt x="3" y="22"/>
                    <a:pt x="3" y="22"/>
                    <a:pt x="3" y="22"/>
                  </a:cubicBezTo>
                  <a:cubicBezTo>
                    <a:pt x="4" y="22"/>
                    <a:pt x="4" y="22"/>
                    <a:pt x="4" y="22"/>
                  </a:cubicBezTo>
                  <a:cubicBezTo>
                    <a:pt x="4" y="22"/>
                    <a:pt x="4" y="22"/>
                    <a:pt x="4" y="22"/>
                  </a:cubicBezTo>
                  <a:cubicBezTo>
                    <a:pt x="4" y="22"/>
                    <a:pt x="4" y="22"/>
                    <a:pt x="4" y="22"/>
                  </a:cubicBezTo>
                  <a:cubicBezTo>
                    <a:pt x="4" y="22"/>
                    <a:pt x="4" y="22"/>
                    <a:pt x="4" y="22"/>
                  </a:cubicBezTo>
                  <a:cubicBezTo>
                    <a:pt x="5" y="22"/>
                    <a:pt x="5" y="22"/>
                    <a:pt x="6" y="22"/>
                  </a:cubicBezTo>
                  <a:cubicBezTo>
                    <a:pt x="6" y="22"/>
                    <a:pt x="6" y="22"/>
                    <a:pt x="6" y="22"/>
                  </a:cubicBezTo>
                  <a:cubicBezTo>
                    <a:pt x="13" y="22"/>
                    <a:pt x="51" y="23"/>
                    <a:pt x="60" y="23"/>
                  </a:cubicBezTo>
                  <a:cubicBezTo>
                    <a:pt x="60" y="23"/>
                    <a:pt x="60" y="23"/>
                    <a:pt x="60" y="23"/>
                  </a:cubicBezTo>
                  <a:cubicBezTo>
                    <a:pt x="78" y="2"/>
                    <a:pt x="78" y="2"/>
                    <a:pt x="78" y="2"/>
                  </a:cubicBezTo>
                  <a:cubicBezTo>
                    <a:pt x="80" y="1"/>
                    <a:pt x="82" y="0"/>
                    <a:pt x="84" y="2"/>
                  </a:cubicBezTo>
                  <a:cubicBezTo>
                    <a:pt x="84" y="2"/>
                    <a:pt x="84" y="2"/>
                    <a:pt x="84" y="2"/>
                  </a:cubicBezTo>
                  <a:cubicBezTo>
                    <a:pt x="86" y="3"/>
                    <a:pt x="86" y="6"/>
                    <a:pt x="84" y="8"/>
                  </a:cubicBezTo>
                  <a:cubicBezTo>
                    <a:pt x="84" y="8"/>
                    <a:pt x="84" y="8"/>
                    <a:pt x="84" y="8"/>
                  </a:cubicBezTo>
                  <a:cubicBezTo>
                    <a:pt x="65" y="30"/>
                    <a:pt x="65" y="30"/>
                    <a:pt x="65" y="30"/>
                  </a:cubicBezTo>
                  <a:cubicBezTo>
                    <a:pt x="64" y="31"/>
                    <a:pt x="63" y="32"/>
                    <a:pt x="62" y="32"/>
                  </a:cubicBezTo>
                  <a:cubicBezTo>
                    <a:pt x="62" y="32"/>
                    <a:pt x="62" y="32"/>
                    <a:pt x="62" y="32"/>
                  </a:cubicBezTo>
                  <a:cubicBezTo>
                    <a:pt x="62" y="32"/>
                    <a:pt x="27" y="31"/>
                    <a:pt x="11" y="30"/>
                  </a:cubicBezTo>
                  <a:cubicBezTo>
                    <a:pt x="11" y="30"/>
                    <a:pt x="11" y="30"/>
                    <a:pt x="11" y="30"/>
                  </a:cubicBezTo>
                  <a:cubicBezTo>
                    <a:pt x="11" y="31"/>
                    <a:pt x="11" y="31"/>
                    <a:pt x="11" y="31"/>
                  </a:cubicBezTo>
                  <a:cubicBezTo>
                    <a:pt x="11" y="31"/>
                    <a:pt x="11" y="31"/>
                    <a:pt x="11" y="31"/>
                  </a:cubicBezTo>
                  <a:cubicBezTo>
                    <a:pt x="14" y="35"/>
                    <a:pt x="16" y="40"/>
                    <a:pt x="20" y="47"/>
                  </a:cubicBezTo>
                  <a:cubicBezTo>
                    <a:pt x="20" y="47"/>
                    <a:pt x="20" y="47"/>
                    <a:pt x="20" y="47"/>
                  </a:cubicBezTo>
                  <a:cubicBezTo>
                    <a:pt x="26" y="60"/>
                    <a:pt x="35" y="77"/>
                    <a:pt x="43" y="95"/>
                  </a:cubicBezTo>
                  <a:cubicBezTo>
                    <a:pt x="43" y="95"/>
                    <a:pt x="43" y="95"/>
                    <a:pt x="43" y="95"/>
                  </a:cubicBezTo>
                  <a:cubicBezTo>
                    <a:pt x="60" y="130"/>
                    <a:pt x="76" y="165"/>
                    <a:pt x="76" y="165"/>
                  </a:cubicBezTo>
                  <a:cubicBezTo>
                    <a:pt x="76" y="165"/>
                    <a:pt x="76" y="165"/>
                    <a:pt x="76" y="165"/>
                  </a:cubicBezTo>
                  <a:cubicBezTo>
                    <a:pt x="77" y="165"/>
                    <a:pt x="77" y="165"/>
                    <a:pt x="77" y="165"/>
                  </a:cubicBezTo>
                  <a:cubicBezTo>
                    <a:pt x="77" y="167"/>
                    <a:pt x="77" y="169"/>
                    <a:pt x="75" y="170"/>
                  </a:cubicBezTo>
                  <a:cubicBezTo>
                    <a:pt x="75" y="170"/>
                    <a:pt x="75" y="170"/>
                    <a:pt x="75" y="170"/>
                  </a:cubicBezTo>
                  <a:cubicBezTo>
                    <a:pt x="74" y="171"/>
                    <a:pt x="73" y="171"/>
                    <a:pt x="73" y="171"/>
                  </a:cubicBezTo>
                  <a:cubicBezTo>
                    <a:pt x="73" y="171"/>
                    <a:pt x="73" y="171"/>
                    <a:pt x="73" y="171"/>
                  </a:cubicBezTo>
                  <a:cubicBezTo>
                    <a:pt x="71" y="171"/>
                    <a:pt x="70" y="170"/>
                    <a:pt x="69" y="168"/>
                  </a:cubicBezTo>
                  <a:close/>
                  <a:moveTo>
                    <a:pt x="7" y="23"/>
                  </a:moveTo>
                  <a:cubicBezTo>
                    <a:pt x="7" y="23"/>
                    <a:pt x="7" y="23"/>
                    <a:pt x="7" y="23"/>
                  </a:cubicBezTo>
                  <a:cubicBezTo>
                    <a:pt x="7" y="23"/>
                    <a:pt x="7" y="23"/>
                    <a:pt x="7" y="23"/>
                  </a:cubicBezTo>
                  <a:cubicBezTo>
                    <a:pt x="7" y="23"/>
                    <a:pt x="7" y="23"/>
                    <a:pt x="7"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 name="Freeform 13"/>
            <p:cNvSpPr>
              <a:spLocks/>
            </p:cNvSpPr>
            <p:nvPr/>
          </p:nvSpPr>
          <p:spPr bwMode="auto">
            <a:xfrm>
              <a:off x="2930525" y="6262688"/>
              <a:ext cx="100012" cy="23813"/>
            </a:xfrm>
            <a:custGeom>
              <a:avLst/>
              <a:gdLst>
                <a:gd name="T0" fmla="*/ 38 w 42"/>
                <a:gd name="T1" fmla="*/ 10 h 10"/>
                <a:gd name="T2" fmla="*/ 4 w 42"/>
                <a:gd name="T3" fmla="*/ 9 h 10"/>
                <a:gd name="T4" fmla="*/ 0 w 42"/>
                <a:gd name="T5" fmla="*/ 4 h 10"/>
                <a:gd name="T6" fmla="*/ 0 w 42"/>
                <a:gd name="T7" fmla="*/ 4 h 10"/>
                <a:gd name="T8" fmla="*/ 4 w 42"/>
                <a:gd name="T9" fmla="*/ 0 h 10"/>
                <a:gd name="T10" fmla="*/ 4 w 42"/>
                <a:gd name="T11" fmla="*/ 0 h 10"/>
                <a:gd name="T12" fmla="*/ 38 w 42"/>
                <a:gd name="T13" fmla="*/ 1 h 10"/>
                <a:gd name="T14" fmla="*/ 42 w 42"/>
                <a:gd name="T15" fmla="*/ 6 h 10"/>
                <a:gd name="T16" fmla="*/ 42 w 42"/>
                <a:gd name="T17" fmla="*/ 6 h 10"/>
                <a:gd name="T18" fmla="*/ 38 w 42"/>
                <a:gd name="T19" fmla="*/ 10 h 10"/>
                <a:gd name="T20" fmla="*/ 38 w 42"/>
                <a:gd name="T21" fmla="*/ 10 h 10"/>
                <a:gd name="T22" fmla="*/ 38 w 42"/>
                <a:gd name="T23"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10">
                  <a:moveTo>
                    <a:pt x="38" y="10"/>
                  </a:moveTo>
                  <a:cubicBezTo>
                    <a:pt x="4" y="9"/>
                    <a:pt x="4" y="9"/>
                    <a:pt x="4" y="9"/>
                  </a:cubicBezTo>
                  <a:cubicBezTo>
                    <a:pt x="2" y="9"/>
                    <a:pt x="0" y="7"/>
                    <a:pt x="0" y="4"/>
                  </a:cubicBezTo>
                  <a:cubicBezTo>
                    <a:pt x="0" y="4"/>
                    <a:pt x="0" y="4"/>
                    <a:pt x="0" y="4"/>
                  </a:cubicBezTo>
                  <a:cubicBezTo>
                    <a:pt x="0" y="2"/>
                    <a:pt x="2" y="0"/>
                    <a:pt x="4" y="0"/>
                  </a:cubicBezTo>
                  <a:cubicBezTo>
                    <a:pt x="4" y="0"/>
                    <a:pt x="4" y="0"/>
                    <a:pt x="4" y="0"/>
                  </a:cubicBezTo>
                  <a:cubicBezTo>
                    <a:pt x="38" y="1"/>
                    <a:pt x="38" y="1"/>
                    <a:pt x="38" y="1"/>
                  </a:cubicBezTo>
                  <a:cubicBezTo>
                    <a:pt x="40" y="1"/>
                    <a:pt x="42" y="3"/>
                    <a:pt x="42" y="6"/>
                  </a:cubicBezTo>
                  <a:cubicBezTo>
                    <a:pt x="42" y="6"/>
                    <a:pt x="42" y="6"/>
                    <a:pt x="42" y="6"/>
                  </a:cubicBezTo>
                  <a:cubicBezTo>
                    <a:pt x="42" y="8"/>
                    <a:pt x="40" y="10"/>
                    <a:pt x="38" y="10"/>
                  </a:cubicBezTo>
                  <a:cubicBezTo>
                    <a:pt x="38" y="10"/>
                    <a:pt x="38" y="10"/>
                    <a:pt x="38" y="10"/>
                  </a:cubicBezTo>
                  <a:cubicBezTo>
                    <a:pt x="38" y="10"/>
                    <a:pt x="38" y="10"/>
                    <a:pt x="38"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 name="Freeform 14"/>
            <p:cNvSpPr>
              <a:spLocks/>
            </p:cNvSpPr>
            <p:nvPr/>
          </p:nvSpPr>
          <p:spPr bwMode="auto">
            <a:xfrm>
              <a:off x="2962275" y="6100763"/>
              <a:ext cx="268287" cy="477838"/>
            </a:xfrm>
            <a:custGeom>
              <a:avLst/>
              <a:gdLst>
                <a:gd name="T0" fmla="*/ 65 w 113"/>
                <a:gd name="T1" fmla="*/ 39 h 201"/>
                <a:gd name="T2" fmla="*/ 63 w 113"/>
                <a:gd name="T3" fmla="*/ 38 h 201"/>
                <a:gd name="T4" fmla="*/ 63 w 113"/>
                <a:gd name="T5" fmla="*/ 34 h 201"/>
                <a:gd name="T6" fmla="*/ 57 w 113"/>
                <a:gd name="T7" fmla="*/ 25 h 201"/>
                <a:gd name="T8" fmla="*/ 57 w 113"/>
                <a:gd name="T9" fmla="*/ 25 h 201"/>
                <a:gd name="T10" fmla="*/ 57 w 113"/>
                <a:gd name="T11" fmla="*/ 24 h 201"/>
                <a:gd name="T12" fmla="*/ 51 w 113"/>
                <a:gd name="T13" fmla="*/ 22 h 201"/>
                <a:gd name="T14" fmla="*/ 37 w 113"/>
                <a:gd name="T15" fmla="*/ 19 h 201"/>
                <a:gd name="T16" fmla="*/ 23 w 113"/>
                <a:gd name="T17" fmla="*/ 16 h 201"/>
                <a:gd name="T18" fmla="*/ 25 w 113"/>
                <a:gd name="T19" fmla="*/ 0 h 201"/>
                <a:gd name="T20" fmla="*/ 15 w 113"/>
                <a:gd name="T21" fmla="*/ 6 h 201"/>
                <a:gd name="T22" fmla="*/ 8 w 113"/>
                <a:gd name="T23" fmla="*/ 15 h 201"/>
                <a:gd name="T24" fmla="*/ 2 w 113"/>
                <a:gd name="T25" fmla="*/ 32 h 201"/>
                <a:gd name="T26" fmla="*/ 11 w 113"/>
                <a:gd name="T27" fmla="*/ 64 h 201"/>
                <a:gd name="T28" fmla="*/ 46 w 113"/>
                <a:gd name="T29" fmla="*/ 90 h 201"/>
                <a:gd name="T30" fmla="*/ 69 w 113"/>
                <a:gd name="T31" fmla="*/ 111 h 201"/>
                <a:gd name="T32" fmla="*/ 77 w 113"/>
                <a:gd name="T33" fmla="*/ 139 h 201"/>
                <a:gd name="T34" fmla="*/ 64 w 113"/>
                <a:gd name="T35" fmla="*/ 195 h 201"/>
                <a:gd name="T36" fmla="*/ 62 w 113"/>
                <a:gd name="T37" fmla="*/ 200 h 201"/>
                <a:gd name="T38" fmla="*/ 62 w 113"/>
                <a:gd name="T39" fmla="*/ 200 h 201"/>
                <a:gd name="T40" fmla="*/ 62 w 113"/>
                <a:gd name="T41" fmla="*/ 201 h 201"/>
                <a:gd name="T42" fmla="*/ 86 w 113"/>
                <a:gd name="T43" fmla="*/ 201 h 201"/>
                <a:gd name="T44" fmla="*/ 86 w 113"/>
                <a:gd name="T45" fmla="*/ 200 h 201"/>
                <a:gd name="T46" fmla="*/ 100 w 113"/>
                <a:gd name="T47" fmla="*/ 172 h 201"/>
                <a:gd name="T48" fmla="*/ 111 w 113"/>
                <a:gd name="T49" fmla="*/ 114 h 201"/>
                <a:gd name="T50" fmla="*/ 101 w 113"/>
                <a:gd name="T51" fmla="*/ 85 h 201"/>
                <a:gd name="T52" fmla="*/ 71 w 113"/>
                <a:gd name="T53" fmla="*/ 43 h 201"/>
                <a:gd name="T54" fmla="*/ 65 w 113"/>
                <a:gd name="T55" fmla="*/ 39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13" h="201">
                  <a:moveTo>
                    <a:pt x="65" y="39"/>
                  </a:moveTo>
                  <a:cubicBezTo>
                    <a:pt x="64" y="39"/>
                    <a:pt x="63" y="38"/>
                    <a:pt x="63" y="38"/>
                  </a:cubicBezTo>
                  <a:cubicBezTo>
                    <a:pt x="63" y="37"/>
                    <a:pt x="60" y="23"/>
                    <a:pt x="63" y="34"/>
                  </a:cubicBezTo>
                  <a:cubicBezTo>
                    <a:pt x="57" y="25"/>
                    <a:pt x="57" y="25"/>
                    <a:pt x="57" y="25"/>
                  </a:cubicBezTo>
                  <a:cubicBezTo>
                    <a:pt x="57" y="25"/>
                    <a:pt x="57" y="25"/>
                    <a:pt x="57" y="25"/>
                  </a:cubicBezTo>
                  <a:cubicBezTo>
                    <a:pt x="57" y="25"/>
                    <a:pt x="57" y="24"/>
                    <a:pt x="57" y="24"/>
                  </a:cubicBezTo>
                  <a:cubicBezTo>
                    <a:pt x="55" y="23"/>
                    <a:pt x="52" y="23"/>
                    <a:pt x="51" y="22"/>
                  </a:cubicBezTo>
                  <a:cubicBezTo>
                    <a:pt x="46" y="21"/>
                    <a:pt x="42" y="20"/>
                    <a:pt x="37" y="19"/>
                  </a:cubicBezTo>
                  <a:cubicBezTo>
                    <a:pt x="32" y="18"/>
                    <a:pt x="27" y="17"/>
                    <a:pt x="23" y="16"/>
                  </a:cubicBezTo>
                  <a:cubicBezTo>
                    <a:pt x="19" y="15"/>
                    <a:pt x="28" y="1"/>
                    <a:pt x="25" y="0"/>
                  </a:cubicBezTo>
                  <a:cubicBezTo>
                    <a:pt x="24" y="0"/>
                    <a:pt x="15" y="5"/>
                    <a:pt x="15" y="6"/>
                  </a:cubicBezTo>
                  <a:cubicBezTo>
                    <a:pt x="13" y="7"/>
                    <a:pt x="9" y="13"/>
                    <a:pt x="8" y="15"/>
                  </a:cubicBezTo>
                  <a:cubicBezTo>
                    <a:pt x="5" y="20"/>
                    <a:pt x="2" y="27"/>
                    <a:pt x="2" y="32"/>
                  </a:cubicBezTo>
                  <a:cubicBezTo>
                    <a:pt x="0" y="44"/>
                    <a:pt x="3" y="55"/>
                    <a:pt x="11" y="64"/>
                  </a:cubicBezTo>
                  <a:cubicBezTo>
                    <a:pt x="21" y="75"/>
                    <a:pt x="34" y="82"/>
                    <a:pt x="46" y="90"/>
                  </a:cubicBezTo>
                  <a:cubicBezTo>
                    <a:pt x="55" y="96"/>
                    <a:pt x="63" y="102"/>
                    <a:pt x="69" y="111"/>
                  </a:cubicBezTo>
                  <a:cubicBezTo>
                    <a:pt x="75" y="119"/>
                    <a:pt x="77" y="129"/>
                    <a:pt x="77" y="139"/>
                  </a:cubicBezTo>
                  <a:cubicBezTo>
                    <a:pt x="77" y="158"/>
                    <a:pt x="71" y="177"/>
                    <a:pt x="64" y="195"/>
                  </a:cubicBezTo>
                  <a:cubicBezTo>
                    <a:pt x="63" y="197"/>
                    <a:pt x="63" y="198"/>
                    <a:pt x="62" y="200"/>
                  </a:cubicBezTo>
                  <a:cubicBezTo>
                    <a:pt x="62" y="200"/>
                    <a:pt x="62" y="200"/>
                    <a:pt x="62" y="200"/>
                  </a:cubicBezTo>
                  <a:cubicBezTo>
                    <a:pt x="62" y="201"/>
                    <a:pt x="62" y="201"/>
                    <a:pt x="62" y="201"/>
                  </a:cubicBezTo>
                  <a:cubicBezTo>
                    <a:pt x="86" y="201"/>
                    <a:pt x="86" y="201"/>
                    <a:pt x="86" y="201"/>
                  </a:cubicBezTo>
                  <a:cubicBezTo>
                    <a:pt x="86" y="200"/>
                    <a:pt x="86" y="200"/>
                    <a:pt x="86" y="200"/>
                  </a:cubicBezTo>
                  <a:cubicBezTo>
                    <a:pt x="92" y="192"/>
                    <a:pt x="96" y="182"/>
                    <a:pt x="100" y="172"/>
                  </a:cubicBezTo>
                  <a:cubicBezTo>
                    <a:pt x="107" y="153"/>
                    <a:pt x="113" y="134"/>
                    <a:pt x="111" y="114"/>
                  </a:cubicBezTo>
                  <a:cubicBezTo>
                    <a:pt x="109" y="104"/>
                    <a:pt x="106" y="94"/>
                    <a:pt x="101" y="85"/>
                  </a:cubicBezTo>
                  <a:cubicBezTo>
                    <a:pt x="94" y="74"/>
                    <a:pt x="81" y="52"/>
                    <a:pt x="71" y="43"/>
                  </a:cubicBezTo>
                  <a:cubicBezTo>
                    <a:pt x="68" y="40"/>
                    <a:pt x="68" y="42"/>
                    <a:pt x="65"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 name="Rectangle 15"/>
            <p:cNvSpPr>
              <a:spLocks noChangeArrowheads="1"/>
            </p:cNvSpPr>
            <p:nvPr/>
          </p:nvSpPr>
          <p:spPr bwMode="auto">
            <a:xfrm>
              <a:off x="3319463" y="5953125"/>
              <a:ext cx="1587" cy="1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 name="Freeform 16"/>
            <p:cNvSpPr>
              <a:spLocks noEditPoints="1"/>
            </p:cNvSpPr>
            <p:nvPr/>
          </p:nvSpPr>
          <p:spPr bwMode="auto">
            <a:xfrm>
              <a:off x="2981325" y="5934075"/>
              <a:ext cx="368300" cy="277813"/>
            </a:xfrm>
            <a:custGeom>
              <a:avLst/>
              <a:gdLst>
                <a:gd name="T0" fmla="*/ 154 w 155"/>
                <a:gd name="T1" fmla="*/ 22 h 117"/>
                <a:gd name="T2" fmla="*/ 128 w 155"/>
                <a:gd name="T3" fmla="*/ 2 h 117"/>
                <a:gd name="T4" fmla="*/ 70 w 155"/>
                <a:gd name="T5" fmla="*/ 21 h 117"/>
                <a:gd name="T6" fmla="*/ 49 w 155"/>
                <a:gd name="T7" fmla="*/ 36 h 117"/>
                <a:gd name="T8" fmla="*/ 25 w 155"/>
                <a:gd name="T9" fmla="*/ 55 h 117"/>
                <a:gd name="T10" fmla="*/ 0 w 155"/>
                <a:gd name="T11" fmla="*/ 85 h 117"/>
                <a:gd name="T12" fmla="*/ 56 w 155"/>
                <a:gd name="T13" fmla="*/ 117 h 117"/>
                <a:gd name="T14" fmla="*/ 56 w 155"/>
                <a:gd name="T15" fmla="*/ 117 h 117"/>
                <a:gd name="T16" fmla="*/ 98 w 155"/>
                <a:gd name="T17" fmla="*/ 85 h 117"/>
                <a:gd name="T18" fmla="*/ 149 w 155"/>
                <a:gd name="T19" fmla="*/ 43 h 117"/>
                <a:gd name="T20" fmla="*/ 154 w 155"/>
                <a:gd name="T21" fmla="*/ 22 h 117"/>
                <a:gd name="T22" fmla="*/ 142 w 155"/>
                <a:gd name="T23" fmla="*/ 8 h 117"/>
                <a:gd name="T24" fmla="*/ 142 w 155"/>
                <a:gd name="T25" fmla="*/ 8 h 117"/>
                <a:gd name="T26" fmla="*/ 142 w 155"/>
                <a:gd name="T27" fmla="*/ 8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5" h="117">
                  <a:moveTo>
                    <a:pt x="154" y="22"/>
                  </a:moveTo>
                  <a:cubicBezTo>
                    <a:pt x="152" y="12"/>
                    <a:pt x="142" y="4"/>
                    <a:pt x="128" y="2"/>
                  </a:cubicBezTo>
                  <a:cubicBezTo>
                    <a:pt x="107" y="0"/>
                    <a:pt x="87" y="9"/>
                    <a:pt x="70" y="21"/>
                  </a:cubicBezTo>
                  <a:cubicBezTo>
                    <a:pt x="63" y="26"/>
                    <a:pt x="56" y="31"/>
                    <a:pt x="49" y="36"/>
                  </a:cubicBezTo>
                  <a:cubicBezTo>
                    <a:pt x="41" y="42"/>
                    <a:pt x="33" y="48"/>
                    <a:pt x="25" y="55"/>
                  </a:cubicBezTo>
                  <a:cubicBezTo>
                    <a:pt x="16" y="64"/>
                    <a:pt x="7" y="74"/>
                    <a:pt x="0" y="85"/>
                  </a:cubicBezTo>
                  <a:cubicBezTo>
                    <a:pt x="56" y="117"/>
                    <a:pt x="56" y="117"/>
                    <a:pt x="56" y="117"/>
                  </a:cubicBezTo>
                  <a:cubicBezTo>
                    <a:pt x="56" y="117"/>
                    <a:pt x="56" y="117"/>
                    <a:pt x="56" y="117"/>
                  </a:cubicBezTo>
                  <a:cubicBezTo>
                    <a:pt x="68" y="106"/>
                    <a:pt x="88" y="93"/>
                    <a:pt x="98" y="85"/>
                  </a:cubicBezTo>
                  <a:cubicBezTo>
                    <a:pt x="115" y="71"/>
                    <a:pt x="135" y="61"/>
                    <a:pt x="149" y="43"/>
                  </a:cubicBezTo>
                  <a:cubicBezTo>
                    <a:pt x="154" y="36"/>
                    <a:pt x="155" y="28"/>
                    <a:pt x="154" y="22"/>
                  </a:cubicBezTo>
                  <a:close/>
                  <a:moveTo>
                    <a:pt x="142" y="8"/>
                  </a:moveTo>
                  <a:cubicBezTo>
                    <a:pt x="142" y="8"/>
                    <a:pt x="142" y="8"/>
                    <a:pt x="142" y="8"/>
                  </a:cubicBezTo>
                  <a:cubicBezTo>
                    <a:pt x="142" y="8"/>
                    <a:pt x="142" y="8"/>
                    <a:pt x="14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18" name="组合 417"/>
          <p:cNvGrpSpPr/>
          <p:nvPr/>
        </p:nvGrpSpPr>
        <p:grpSpPr>
          <a:xfrm>
            <a:off x="2189196" y="3821610"/>
            <a:ext cx="611187" cy="1033463"/>
            <a:chOff x="11360150" y="5718175"/>
            <a:chExt cx="611187" cy="1033463"/>
          </a:xfrm>
          <a:solidFill>
            <a:schemeClr val="tx1">
              <a:lumMod val="65000"/>
              <a:lumOff val="35000"/>
            </a:schemeClr>
          </a:solidFill>
        </p:grpSpPr>
        <p:sp>
          <p:nvSpPr>
            <p:cNvPr id="419" name="Rectangle 26"/>
            <p:cNvSpPr>
              <a:spLocks noChangeArrowheads="1"/>
            </p:cNvSpPr>
            <p:nvPr/>
          </p:nvSpPr>
          <p:spPr bwMode="auto">
            <a:xfrm>
              <a:off x="11472863" y="6704013"/>
              <a:ext cx="144462" cy="476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 name="Freeform 27"/>
            <p:cNvSpPr>
              <a:spLocks/>
            </p:cNvSpPr>
            <p:nvPr/>
          </p:nvSpPr>
          <p:spPr bwMode="auto">
            <a:xfrm>
              <a:off x="11464925" y="6005513"/>
              <a:ext cx="61912" cy="746125"/>
            </a:xfrm>
            <a:custGeom>
              <a:avLst/>
              <a:gdLst>
                <a:gd name="T0" fmla="*/ 25 w 26"/>
                <a:gd name="T1" fmla="*/ 29 h 314"/>
                <a:gd name="T2" fmla="*/ 23 w 26"/>
                <a:gd name="T3" fmla="*/ 21 h 314"/>
                <a:gd name="T4" fmla="*/ 20 w 26"/>
                <a:gd name="T5" fmla="*/ 13 h 314"/>
                <a:gd name="T6" fmla="*/ 18 w 26"/>
                <a:gd name="T7" fmla="*/ 4 h 314"/>
                <a:gd name="T8" fmla="*/ 13 w 26"/>
                <a:gd name="T9" fmla="*/ 0 h 314"/>
                <a:gd name="T10" fmla="*/ 8 w 26"/>
                <a:gd name="T11" fmla="*/ 5 h 314"/>
                <a:gd name="T12" fmla="*/ 1 w 26"/>
                <a:gd name="T13" fmla="*/ 27 h 314"/>
                <a:gd name="T14" fmla="*/ 1 w 26"/>
                <a:gd name="T15" fmla="*/ 34 h 314"/>
                <a:gd name="T16" fmla="*/ 1 w 26"/>
                <a:gd name="T17" fmla="*/ 42 h 314"/>
                <a:gd name="T18" fmla="*/ 1 w 26"/>
                <a:gd name="T19" fmla="*/ 53 h 314"/>
                <a:gd name="T20" fmla="*/ 1 w 26"/>
                <a:gd name="T21" fmla="*/ 65 h 314"/>
                <a:gd name="T22" fmla="*/ 1 w 26"/>
                <a:gd name="T23" fmla="*/ 78 h 314"/>
                <a:gd name="T24" fmla="*/ 1 w 26"/>
                <a:gd name="T25" fmla="*/ 94 h 314"/>
                <a:gd name="T26" fmla="*/ 1 w 26"/>
                <a:gd name="T27" fmla="*/ 111 h 314"/>
                <a:gd name="T28" fmla="*/ 1 w 26"/>
                <a:gd name="T29" fmla="*/ 129 h 314"/>
                <a:gd name="T30" fmla="*/ 1 w 26"/>
                <a:gd name="T31" fmla="*/ 147 h 314"/>
                <a:gd name="T32" fmla="*/ 1 w 26"/>
                <a:gd name="T33" fmla="*/ 166 h 314"/>
                <a:gd name="T34" fmla="*/ 1 w 26"/>
                <a:gd name="T35" fmla="*/ 185 h 314"/>
                <a:gd name="T36" fmla="*/ 1 w 26"/>
                <a:gd name="T37" fmla="*/ 203 h 314"/>
                <a:gd name="T38" fmla="*/ 1 w 26"/>
                <a:gd name="T39" fmla="*/ 221 h 314"/>
                <a:gd name="T40" fmla="*/ 1 w 26"/>
                <a:gd name="T41" fmla="*/ 239 h 314"/>
                <a:gd name="T42" fmla="*/ 1 w 26"/>
                <a:gd name="T43" fmla="*/ 255 h 314"/>
                <a:gd name="T44" fmla="*/ 1 w 26"/>
                <a:gd name="T45" fmla="*/ 270 h 314"/>
                <a:gd name="T46" fmla="*/ 1 w 26"/>
                <a:gd name="T47" fmla="*/ 282 h 314"/>
                <a:gd name="T48" fmla="*/ 1 w 26"/>
                <a:gd name="T49" fmla="*/ 293 h 314"/>
                <a:gd name="T50" fmla="*/ 1 w 26"/>
                <a:gd name="T51" fmla="*/ 302 h 314"/>
                <a:gd name="T52" fmla="*/ 1 w 26"/>
                <a:gd name="T53" fmla="*/ 308 h 314"/>
                <a:gd name="T54" fmla="*/ 1 w 26"/>
                <a:gd name="T55" fmla="*/ 311 h 314"/>
                <a:gd name="T56" fmla="*/ 1 w 26"/>
                <a:gd name="T57" fmla="*/ 312 h 314"/>
                <a:gd name="T58" fmla="*/ 1 w 26"/>
                <a:gd name="T59" fmla="*/ 313 h 314"/>
                <a:gd name="T60" fmla="*/ 3 w 26"/>
                <a:gd name="T61" fmla="*/ 314 h 314"/>
                <a:gd name="T62" fmla="*/ 23 w 26"/>
                <a:gd name="T63" fmla="*/ 314 h 314"/>
                <a:gd name="T64" fmla="*/ 25 w 26"/>
                <a:gd name="T65" fmla="*/ 313 h 314"/>
                <a:gd name="T66" fmla="*/ 25 w 26"/>
                <a:gd name="T67" fmla="*/ 312 h 314"/>
                <a:gd name="T68" fmla="*/ 25 w 26"/>
                <a:gd name="T69" fmla="*/ 309 h 314"/>
                <a:gd name="T70" fmla="*/ 25 w 26"/>
                <a:gd name="T71" fmla="*/ 305 h 314"/>
                <a:gd name="T72" fmla="*/ 25 w 26"/>
                <a:gd name="T73" fmla="*/ 298 h 314"/>
                <a:gd name="T74" fmla="*/ 25 w 26"/>
                <a:gd name="T75" fmla="*/ 288 h 314"/>
                <a:gd name="T76" fmla="*/ 25 w 26"/>
                <a:gd name="T77" fmla="*/ 275 h 314"/>
                <a:gd name="T78" fmla="*/ 25 w 26"/>
                <a:gd name="T79" fmla="*/ 261 h 314"/>
                <a:gd name="T80" fmla="*/ 25 w 26"/>
                <a:gd name="T81" fmla="*/ 245 h 314"/>
                <a:gd name="T82" fmla="*/ 25 w 26"/>
                <a:gd name="T83" fmla="*/ 229 h 314"/>
                <a:gd name="T84" fmla="*/ 25 w 26"/>
                <a:gd name="T85" fmla="*/ 210 h 314"/>
                <a:gd name="T86" fmla="*/ 25 w 26"/>
                <a:gd name="T87" fmla="*/ 192 h 314"/>
                <a:gd name="T88" fmla="*/ 25 w 26"/>
                <a:gd name="T89" fmla="*/ 173 h 314"/>
                <a:gd name="T90" fmla="*/ 25 w 26"/>
                <a:gd name="T91" fmla="*/ 154 h 314"/>
                <a:gd name="T92" fmla="*/ 25 w 26"/>
                <a:gd name="T93" fmla="*/ 135 h 314"/>
                <a:gd name="T94" fmla="*/ 25 w 26"/>
                <a:gd name="T95" fmla="*/ 117 h 314"/>
                <a:gd name="T96" fmla="*/ 25 w 26"/>
                <a:gd name="T97" fmla="*/ 99 h 314"/>
                <a:gd name="T98" fmla="*/ 25 w 26"/>
                <a:gd name="T99" fmla="*/ 83 h 314"/>
                <a:gd name="T100" fmla="*/ 25 w 26"/>
                <a:gd name="T101" fmla="*/ 69 h 314"/>
                <a:gd name="T102" fmla="*/ 25 w 26"/>
                <a:gd name="T103" fmla="*/ 57 h 314"/>
                <a:gd name="T104" fmla="*/ 25 w 26"/>
                <a:gd name="T105" fmla="*/ 46 h 314"/>
                <a:gd name="T106" fmla="*/ 25 w 26"/>
                <a:gd name="T107" fmla="*/ 29 h 314"/>
                <a:gd name="T108" fmla="*/ 25 w 26"/>
                <a:gd name="T109" fmla="*/ 29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 h="314">
                  <a:moveTo>
                    <a:pt x="25" y="29"/>
                  </a:moveTo>
                  <a:cubicBezTo>
                    <a:pt x="25" y="26"/>
                    <a:pt x="24" y="23"/>
                    <a:pt x="23" y="21"/>
                  </a:cubicBezTo>
                  <a:cubicBezTo>
                    <a:pt x="22" y="18"/>
                    <a:pt x="21" y="15"/>
                    <a:pt x="20" y="13"/>
                  </a:cubicBezTo>
                  <a:cubicBezTo>
                    <a:pt x="20" y="10"/>
                    <a:pt x="19" y="7"/>
                    <a:pt x="18" y="4"/>
                  </a:cubicBezTo>
                  <a:cubicBezTo>
                    <a:pt x="17" y="3"/>
                    <a:pt x="15" y="0"/>
                    <a:pt x="13" y="0"/>
                  </a:cubicBezTo>
                  <a:cubicBezTo>
                    <a:pt x="10" y="0"/>
                    <a:pt x="9" y="3"/>
                    <a:pt x="8" y="5"/>
                  </a:cubicBezTo>
                  <a:cubicBezTo>
                    <a:pt x="5" y="12"/>
                    <a:pt x="4" y="19"/>
                    <a:pt x="1" y="27"/>
                  </a:cubicBezTo>
                  <a:cubicBezTo>
                    <a:pt x="0" y="29"/>
                    <a:pt x="1" y="31"/>
                    <a:pt x="1" y="34"/>
                  </a:cubicBezTo>
                  <a:cubicBezTo>
                    <a:pt x="1" y="37"/>
                    <a:pt x="1" y="39"/>
                    <a:pt x="1" y="42"/>
                  </a:cubicBezTo>
                  <a:cubicBezTo>
                    <a:pt x="1" y="46"/>
                    <a:pt x="1" y="50"/>
                    <a:pt x="1" y="53"/>
                  </a:cubicBezTo>
                  <a:cubicBezTo>
                    <a:pt x="1" y="57"/>
                    <a:pt x="1" y="61"/>
                    <a:pt x="1" y="65"/>
                  </a:cubicBezTo>
                  <a:cubicBezTo>
                    <a:pt x="1" y="69"/>
                    <a:pt x="1" y="74"/>
                    <a:pt x="1" y="78"/>
                  </a:cubicBezTo>
                  <a:cubicBezTo>
                    <a:pt x="1" y="83"/>
                    <a:pt x="1" y="89"/>
                    <a:pt x="1" y="94"/>
                  </a:cubicBezTo>
                  <a:cubicBezTo>
                    <a:pt x="1" y="100"/>
                    <a:pt x="1" y="105"/>
                    <a:pt x="1" y="111"/>
                  </a:cubicBezTo>
                  <a:cubicBezTo>
                    <a:pt x="1" y="117"/>
                    <a:pt x="1" y="123"/>
                    <a:pt x="1" y="129"/>
                  </a:cubicBezTo>
                  <a:cubicBezTo>
                    <a:pt x="1" y="135"/>
                    <a:pt x="1" y="141"/>
                    <a:pt x="1" y="147"/>
                  </a:cubicBezTo>
                  <a:cubicBezTo>
                    <a:pt x="1" y="153"/>
                    <a:pt x="1" y="159"/>
                    <a:pt x="1" y="166"/>
                  </a:cubicBezTo>
                  <a:cubicBezTo>
                    <a:pt x="1" y="172"/>
                    <a:pt x="1" y="178"/>
                    <a:pt x="1" y="185"/>
                  </a:cubicBezTo>
                  <a:cubicBezTo>
                    <a:pt x="1" y="191"/>
                    <a:pt x="1" y="197"/>
                    <a:pt x="1" y="203"/>
                  </a:cubicBezTo>
                  <a:cubicBezTo>
                    <a:pt x="1" y="209"/>
                    <a:pt x="1" y="215"/>
                    <a:pt x="1" y="221"/>
                  </a:cubicBezTo>
                  <a:cubicBezTo>
                    <a:pt x="1" y="227"/>
                    <a:pt x="1" y="233"/>
                    <a:pt x="1" y="239"/>
                  </a:cubicBezTo>
                  <a:cubicBezTo>
                    <a:pt x="1" y="244"/>
                    <a:pt x="1" y="249"/>
                    <a:pt x="1" y="255"/>
                  </a:cubicBezTo>
                  <a:cubicBezTo>
                    <a:pt x="1" y="260"/>
                    <a:pt x="1" y="265"/>
                    <a:pt x="1" y="270"/>
                  </a:cubicBezTo>
                  <a:cubicBezTo>
                    <a:pt x="1" y="274"/>
                    <a:pt x="1" y="278"/>
                    <a:pt x="1" y="282"/>
                  </a:cubicBezTo>
                  <a:cubicBezTo>
                    <a:pt x="1" y="286"/>
                    <a:pt x="1" y="290"/>
                    <a:pt x="1" y="293"/>
                  </a:cubicBezTo>
                  <a:cubicBezTo>
                    <a:pt x="1" y="296"/>
                    <a:pt x="1" y="299"/>
                    <a:pt x="1" y="302"/>
                  </a:cubicBezTo>
                  <a:cubicBezTo>
                    <a:pt x="1" y="304"/>
                    <a:pt x="1" y="306"/>
                    <a:pt x="1" y="308"/>
                  </a:cubicBezTo>
                  <a:cubicBezTo>
                    <a:pt x="1" y="309"/>
                    <a:pt x="1" y="310"/>
                    <a:pt x="1" y="311"/>
                  </a:cubicBezTo>
                  <a:cubicBezTo>
                    <a:pt x="1" y="311"/>
                    <a:pt x="1" y="311"/>
                    <a:pt x="1" y="312"/>
                  </a:cubicBezTo>
                  <a:cubicBezTo>
                    <a:pt x="1" y="312"/>
                    <a:pt x="1" y="313"/>
                    <a:pt x="1" y="313"/>
                  </a:cubicBezTo>
                  <a:cubicBezTo>
                    <a:pt x="2" y="314"/>
                    <a:pt x="2" y="314"/>
                    <a:pt x="3" y="314"/>
                  </a:cubicBezTo>
                  <a:cubicBezTo>
                    <a:pt x="23" y="314"/>
                    <a:pt x="23" y="314"/>
                    <a:pt x="23" y="314"/>
                  </a:cubicBezTo>
                  <a:cubicBezTo>
                    <a:pt x="24" y="314"/>
                    <a:pt x="24" y="314"/>
                    <a:pt x="25" y="313"/>
                  </a:cubicBezTo>
                  <a:cubicBezTo>
                    <a:pt x="25" y="313"/>
                    <a:pt x="25" y="312"/>
                    <a:pt x="25" y="312"/>
                  </a:cubicBezTo>
                  <a:cubicBezTo>
                    <a:pt x="25" y="311"/>
                    <a:pt x="25" y="310"/>
                    <a:pt x="25" y="309"/>
                  </a:cubicBezTo>
                  <a:cubicBezTo>
                    <a:pt x="25" y="308"/>
                    <a:pt x="25" y="307"/>
                    <a:pt x="25" y="305"/>
                  </a:cubicBezTo>
                  <a:cubicBezTo>
                    <a:pt x="25" y="303"/>
                    <a:pt x="25" y="300"/>
                    <a:pt x="25" y="298"/>
                  </a:cubicBezTo>
                  <a:cubicBezTo>
                    <a:pt x="25" y="295"/>
                    <a:pt x="25" y="291"/>
                    <a:pt x="25" y="288"/>
                  </a:cubicBezTo>
                  <a:cubicBezTo>
                    <a:pt x="25" y="284"/>
                    <a:pt x="25" y="279"/>
                    <a:pt x="25" y="275"/>
                  </a:cubicBezTo>
                  <a:cubicBezTo>
                    <a:pt x="25" y="270"/>
                    <a:pt x="25" y="266"/>
                    <a:pt x="25" y="261"/>
                  </a:cubicBezTo>
                  <a:cubicBezTo>
                    <a:pt x="25" y="256"/>
                    <a:pt x="25" y="251"/>
                    <a:pt x="25" y="245"/>
                  </a:cubicBezTo>
                  <a:cubicBezTo>
                    <a:pt x="25" y="240"/>
                    <a:pt x="25" y="234"/>
                    <a:pt x="25" y="229"/>
                  </a:cubicBezTo>
                  <a:cubicBezTo>
                    <a:pt x="25" y="222"/>
                    <a:pt x="25" y="216"/>
                    <a:pt x="25" y="210"/>
                  </a:cubicBezTo>
                  <a:cubicBezTo>
                    <a:pt x="25" y="204"/>
                    <a:pt x="25" y="198"/>
                    <a:pt x="25" y="192"/>
                  </a:cubicBezTo>
                  <a:cubicBezTo>
                    <a:pt x="25" y="185"/>
                    <a:pt x="25" y="179"/>
                    <a:pt x="25" y="173"/>
                  </a:cubicBezTo>
                  <a:cubicBezTo>
                    <a:pt x="25" y="166"/>
                    <a:pt x="25" y="160"/>
                    <a:pt x="25" y="154"/>
                  </a:cubicBezTo>
                  <a:cubicBezTo>
                    <a:pt x="25" y="148"/>
                    <a:pt x="25" y="141"/>
                    <a:pt x="25" y="135"/>
                  </a:cubicBezTo>
                  <a:cubicBezTo>
                    <a:pt x="25" y="129"/>
                    <a:pt x="25" y="123"/>
                    <a:pt x="25" y="117"/>
                  </a:cubicBezTo>
                  <a:cubicBezTo>
                    <a:pt x="25" y="111"/>
                    <a:pt x="25" y="105"/>
                    <a:pt x="25" y="99"/>
                  </a:cubicBezTo>
                  <a:cubicBezTo>
                    <a:pt x="25" y="94"/>
                    <a:pt x="25" y="89"/>
                    <a:pt x="25" y="83"/>
                  </a:cubicBezTo>
                  <a:cubicBezTo>
                    <a:pt x="25" y="79"/>
                    <a:pt x="25" y="74"/>
                    <a:pt x="25" y="69"/>
                  </a:cubicBezTo>
                  <a:cubicBezTo>
                    <a:pt x="25" y="65"/>
                    <a:pt x="25" y="61"/>
                    <a:pt x="25" y="57"/>
                  </a:cubicBezTo>
                  <a:cubicBezTo>
                    <a:pt x="25" y="53"/>
                    <a:pt x="25" y="49"/>
                    <a:pt x="25" y="46"/>
                  </a:cubicBezTo>
                  <a:cubicBezTo>
                    <a:pt x="25" y="40"/>
                    <a:pt x="26" y="34"/>
                    <a:pt x="25" y="29"/>
                  </a:cubicBezTo>
                  <a:cubicBezTo>
                    <a:pt x="25" y="29"/>
                    <a:pt x="25" y="29"/>
                    <a:pt x="25"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 name="Oval 28"/>
            <p:cNvSpPr>
              <a:spLocks noChangeArrowheads="1"/>
            </p:cNvSpPr>
            <p:nvPr/>
          </p:nvSpPr>
          <p:spPr bwMode="auto">
            <a:xfrm>
              <a:off x="11641138" y="5718175"/>
              <a:ext cx="184150" cy="1825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 name="Freeform 29"/>
            <p:cNvSpPr>
              <a:spLocks/>
            </p:cNvSpPr>
            <p:nvPr/>
          </p:nvSpPr>
          <p:spPr bwMode="auto">
            <a:xfrm>
              <a:off x="11503025" y="5894388"/>
              <a:ext cx="468312" cy="857250"/>
            </a:xfrm>
            <a:custGeom>
              <a:avLst/>
              <a:gdLst>
                <a:gd name="T0" fmla="*/ 139 w 197"/>
                <a:gd name="T1" fmla="*/ 1 h 361"/>
                <a:gd name="T2" fmla="*/ 101 w 197"/>
                <a:gd name="T3" fmla="*/ 23 h 361"/>
                <a:gd name="T4" fmla="*/ 79 w 197"/>
                <a:gd name="T5" fmla="*/ 50 h 361"/>
                <a:gd name="T6" fmla="*/ 55 w 197"/>
                <a:gd name="T7" fmla="*/ 68 h 361"/>
                <a:gd name="T8" fmla="*/ 35 w 197"/>
                <a:gd name="T9" fmla="*/ 49 h 361"/>
                <a:gd name="T10" fmla="*/ 16 w 197"/>
                <a:gd name="T11" fmla="*/ 24 h 361"/>
                <a:gd name="T12" fmla="*/ 0 w 197"/>
                <a:gd name="T13" fmla="*/ 35 h 361"/>
                <a:gd name="T14" fmla="*/ 23 w 197"/>
                <a:gd name="T15" fmla="*/ 75 h 361"/>
                <a:gd name="T16" fmla="*/ 43 w 197"/>
                <a:gd name="T17" fmla="*/ 100 h 361"/>
                <a:gd name="T18" fmla="*/ 81 w 197"/>
                <a:gd name="T19" fmla="*/ 92 h 361"/>
                <a:gd name="T20" fmla="*/ 113 w 197"/>
                <a:gd name="T21" fmla="*/ 67 h 361"/>
                <a:gd name="T22" fmla="*/ 120 w 197"/>
                <a:gd name="T23" fmla="*/ 183 h 361"/>
                <a:gd name="T24" fmla="*/ 126 w 197"/>
                <a:gd name="T25" fmla="*/ 360 h 361"/>
                <a:gd name="T26" fmla="*/ 150 w 197"/>
                <a:gd name="T27" fmla="*/ 361 h 361"/>
                <a:gd name="T28" fmla="*/ 170 w 197"/>
                <a:gd name="T29" fmla="*/ 264 h 361"/>
                <a:gd name="T30" fmla="*/ 190 w 197"/>
                <a:gd name="T31" fmla="*/ 173 h 361"/>
                <a:gd name="T32" fmla="*/ 183 w 197"/>
                <a:gd name="T33" fmla="*/ 75 h 361"/>
                <a:gd name="T34" fmla="*/ 151 w 197"/>
                <a:gd name="T35" fmla="*/ 6 h 361"/>
                <a:gd name="T36" fmla="*/ 139 w 197"/>
                <a:gd name="T37" fmla="*/ 1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7" h="361">
                  <a:moveTo>
                    <a:pt x="139" y="1"/>
                  </a:moveTo>
                  <a:cubicBezTo>
                    <a:pt x="124" y="0"/>
                    <a:pt x="111" y="12"/>
                    <a:pt x="101" y="23"/>
                  </a:cubicBezTo>
                  <a:cubicBezTo>
                    <a:pt x="94" y="32"/>
                    <a:pt x="87" y="42"/>
                    <a:pt x="79" y="50"/>
                  </a:cubicBezTo>
                  <a:cubicBezTo>
                    <a:pt x="75" y="56"/>
                    <a:pt x="64" y="72"/>
                    <a:pt x="55" y="68"/>
                  </a:cubicBezTo>
                  <a:cubicBezTo>
                    <a:pt x="46" y="64"/>
                    <a:pt x="40" y="56"/>
                    <a:pt x="35" y="49"/>
                  </a:cubicBezTo>
                  <a:cubicBezTo>
                    <a:pt x="33" y="47"/>
                    <a:pt x="17" y="24"/>
                    <a:pt x="16" y="24"/>
                  </a:cubicBezTo>
                  <a:cubicBezTo>
                    <a:pt x="15" y="25"/>
                    <a:pt x="6" y="30"/>
                    <a:pt x="0" y="35"/>
                  </a:cubicBezTo>
                  <a:cubicBezTo>
                    <a:pt x="9" y="52"/>
                    <a:pt x="16" y="63"/>
                    <a:pt x="23" y="75"/>
                  </a:cubicBezTo>
                  <a:cubicBezTo>
                    <a:pt x="29" y="84"/>
                    <a:pt x="34" y="93"/>
                    <a:pt x="43" y="100"/>
                  </a:cubicBezTo>
                  <a:cubicBezTo>
                    <a:pt x="56" y="109"/>
                    <a:pt x="70" y="100"/>
                    <a:pt x="81" y="92"/>
                  </a:cubicBezTo>
                  <a:cubicBezTo>
                    <a:pt x="86" y="88"/>
                    <a:pt x="101" y="77"/>
                    <a:pt x="113" y="67"/>
                  </a:cubicBezTo>
                  <a:cubicBezTo>
                    <a:pt x="113" y="67"/>
                    <a:pt x="119" y="134"/>
                    <a:pt x="120" y="183"/>
                  </a:cubicBezTo>
                  <a:cubicBezTo>
                    <a:pt x="126" y="360"/>
                    <a:pt x="126" y="360"/>
                    <a:pt x="126" y="360"/>
                  </a:cubicBezTo>
                  <a:cubicBezTo>
                    <a:pt x="150" y="361"/>
                    <a:pt x="150" y="361"/>
                    <a:pt x="150" y="361"/>
                  </a:cubicBezTo>
                  <a:cubicBezTo>
                    <a:pt x="159" y="322"/>
                    <a:pt x="165" y="296"/>
                    <a:pt x="170" y="264"/>
                  </a:cubicBezTo>
                  <a:cubicBezTo>
                    <a:pt x="175" y="234"/>
                    <a:pt x="183" y="205"/>
                    <a:pt x="190" y="173"/>
                  </a:cubicBezTo>
                  <a:cubicBezTo>
                    <a:pt x="197" y="140"/>
                    <a:pt x="190" y="108"/>
                    <a:pt x="183" y="75"/>
                  </a:cubicBezTo>
                  <a:cubicBezTo>
                    <a:pt x="179" y="52"/>
                    <a:pt x="174" y="19"/>
                    <a:pt x="151" y="6"/>
                  </a:cubicBezTo>
                  <a:cubicBezTo>
                    <a:pt x="147" y="3"/>
                    <a:pt x="143" y="2"/>
                    <a:pt x="139"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 name="Freeform 30"/>
            <p:cNvSpPr>
              <a:spLocks noEditPoints="1"/>
            </p:cNvSpPr>
            <p:nvPr/>
          </p:nvSpPr>
          <p:spPr bwMode="auto">
            <a:xfrm>
              <a:off x="11360150" y="5870575"/>
              <a:ext cx="247650" cy="133350"/>
            </a:xfrm>
            <a:custGeom>
              <a:avLst/>
              <a:gdLst>
                <a:gd name="T0" fmla="*/ 103 w 104"/>
                <a:gd name="T1" fmla="*/ 10 h 56"/>
                <a:gd name="T2" fmla="*/ 102 w 104"/>
                <a:gd name="T3" fmla="*/ 9 h 56"/>
                <a:gd name="T4" fmla="*/ 33 w 104"/>
                <a:gd name="T5" fmla="*/ 9 h 56"/>
                <a:gd name="T6" fmla="*/ 31 w 104"/>
                <a:gd name="T7" fmla="*/ 10 h 56"/>
                <a:gd name="T8" fmla="*/ 31 w 104"/>
                <a:gd name="T9" fmla="*/ 12 h 56"/>
                <a:gd name="T10" fmla="*/ 31 w 104"/>
                <a:gd name="T11" fmla="*/ 45 h 56"/>
                <a:gd name="T12" fmla="*/ 31 w 104"/>
                <a:gd name="T13" fmla="*/ 46 h 56"/>
                <a:gd name="T14" fmla="*/ 33 w 104"/>
                <a:gd name="T15" fmla="*/ 47 h 56"/>
                <a:gd name="T16" fmla="*/ 102 w 104"/>
                <a:gd name="T17" fmla="*/ 47 h 56"/>
                <a:gd name="T18" fmla="*/ 103 w 104"/>
                <a:gd name="T19" fmla="*/ 46 h 56"/>
                <a:gd name="T20" fmla="*/ 104 w 104"/>
                <a:gd name="T21" fmla="*/ 45 h 56"/>
                <a:gd name="T22" fmla="*/ 104 w 104"/>
                <a:gd name="T23" fmla="*/ 12 h 56"/>
                <a:gd name="T24" fmla="*/ 103 w 104"/>
                <a:gd name="T25" fmla="*/ 10 h 56"/>
                <a:gd name="T26" fmla="*/ 22 w 104"/>
                <a:gd name="T27" fmla="*/ 0 h 56"/>
                <a:gd name="T28" fmla="*/ 2 w 104"/>
                <a:gd name="T29" fmla="*/ 0 h 56"/>
                <a:gd name="T30" fmla="*/ 0 w 104"/>
                <a:gd name="T31" fmla="*/ 1 h 56"/>
                <a:gd name="T32" fmla="*/ 0 w 104"/>
                <a:gd name="T33" fmla="*/ 2 h 56"/>
                <a:gd name="T34" fmla="*/ 0 w 104"/>
                <a:gd name="T35" fmla="*/ 54 h 56"/>
                <a:gd name="T36" fmla="*/ 0 w 104"/>
                <a:gd name="T37" fmla="*/ 56 h 56"/>
                <a:gd name="T38" fmla="*/ 2 w 104"/>
                <a:gd name="T39" fmla="*/ 56 h 56"/>
                <a:gd name="T40" fmla="*/ 22 w 104"/>
                <a:gd name="T41" fmla="*/ 56 h 56"/>
                <a:gd name="T42" fmla="*/ 24 w 104"/>
                <a:gd name="T43" fmla="*/ 56 h 56"/>
                <a:gd name="T44" fmla="*/ 24 w 104"/>
                <a:gd name="T45" fmla="*/ 54 h 56"/>
                <a:gd name="T46" fmla="*/ 24 w 104"/>
                <a:gd name="T47" fmla="*/ 2 h 56"/>
                <a:gd name="T48" fmla="*/ 24 w 104"/>
                <a:gd name="T49" fmla="*/ 1 h 56"/>
                <a:gd name="T50" fmla="*/ 22 w 104"/>
                <a:gd name="T51"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4" h="56">
                  <a:moveTo>
                    <a:pt x="103" y="10"/>
                  </a:moveTo>
                  <a:cubicBezTo>
                    <a:pt x="103" y="10"/>
                    <a:pt x="102" y="9"/>
                    <a:pt x="102" y="9"/>
                  </a:cubicBezTo>
                  <a:cubicBezTo>
                    <a:pt x="33" y="9"/>
                    <a:pt x="33" y="9"/>
                    <a:pt x="33" y="9"/>
                  </a:cubicBezTo>
                  <a:cubicBezTo>
                    <a:pt x="32" y="9"/>
                    <a:pt x="32" y="10"/>
                    <a:pt x="31" y="10"/>
                  </a:cubicBezTo>
                  <a:cubicBezTo>
                    <a:pt x="31" y="11"/>
                    <a:pt x="31" y="11"/>
                    <a:pt x="31" y="12"/>
                  </a:cubicBezTo>
                  <a:cubicBezTo>
                    <a:pt x="31" y="45"/>
                    <a:pt x="31" y="45"/>
                    <a:pt x="31" y="45"/>
                  </a:cubicBezTo>
                  <a:cubicBezTo>
                    <a:pt x="31" y="45"/>
                    <a:pt x="31" y="46"/>
                    <a:pt x="31" y="46"/>
                  </a:cubicBezTo>
                  <a:cubicBezTo>
                    <a:pt x="32" y="47"/>
                    <a:pt x="32" y="47"/>
                    <a:pt x="33" y="47"/>
                  </a:cubicBezTo>
                  <a:cubicBezTo>
                    <a:pt x="102" y="47"/>
                    <a:pt x="102" y="47"/>
                    <a:pt x="102" y="47"/>
                  </a:cubicBezTo>
                  <a:cubicBezTo>
                    <a:pt x="102" y="47"/>
                    <a:pt x="103" y="47"/>
                    <a:pt x="103" y="46"/>
                  </a:cubicBezTo>
                  <a:cubicBezTo>
                    <a:pt x="104" y="46"/>
                    <a:pt x="104" y="45"/>
                    <a:pt x="104" y="45"/>
                  </a:cubicBezTo>
                  <a:cubicBezTo>
                    <a:pt x="104" y="12"/>
                    <a:pt x="104" y="12"/>
                    <a:pt x="104" y="12"/>
                  </a:cubicBezTo>
                  <a:cubicBezTo>
                    <a:pt x="104" y="11"/>
                    <a:pt x="104" y="11"/>
                    <a:pt x="103" y="10"/>
                  </a:cubicBezTo>
                  <a:close/>
                  <a:moveTo>
                    <a:pt x="22" y="0"/>
                  </a:moveTo>
                  <a:cubicBezTo>
                    <a:pt x="2" y="0"/>
                    <a:pt x="2" y="0"/>
                    <a:pt x="2" y="0"/>
                  </a:cubicBezTo>
                  <a:cubicBezTo>
                    <a:pt x="2" y="0"/>
                    <a:pt x="1" y="0"/>
                    <a:pt x="0" y="1"/>
                  </a:cubicBezTo>
                  <a:cubicBezTo>
                    <a:pt x="0" y="1"/>
                    <a:pt x="0" y="2"/>
                    <a:pt x="0" y="2"/>
                  </a:cubicBezTo>
                  <a:cubicBezTo>
                    <a:pt x="0" y="54"/>
                    <a:pt x="0" y="54"/>
                    <a:pt x="0" y="54"/>
                  </a:cubicBezTo>
                  <a:cubicBezTo>
                    <a:pt x="0" y="55"/>
                    <a:pt x="0" y="55"/>
                    <a:pt x="0" y="56"/>
                  </a:cubicBezTo>
                  <a:cubicBezTo>
                    <a:pt x="1" y="56"/>
                    <a:pt x="2" y="56"/>
                    <a:pt x="2" y="56"/>
                  </a:cubicBezTo>
                  <a:cubicBezTo>
                    <a:pt x="22" y="56"/>
                    <a:pt x="22" y="56"/>
                    <a:pt x="22" y="56"/>
                  </a:cubicBezTo>
                  <a:cubicBezTo>
                    <a:pt x="23" y="56"/>
                    <a:pt x="23" y="56"/>
                    <a:pt x="24" y="56"/>
                  </a:cubicBezTo>
                  <a:cubicBezTo>
                    <a:pt x="24" y="55"/>
                    <a:pt x="24" y="55"/>
                    <a:pt x="24" y="54"/>
                  </a:cubicBezTo>
                  <a:cubicBezTo>
                    <a:pt x="24" y="2"/>
                    <a:pt x="24" y="2"/>
                    <a:pt x="24" y="2"/>
                  </a:cubicBezTo>
                  <a:cubicBezTo>
                    <a:pt x="24" y="2"/>
                    <a:pt x="24" y="1"/>
                    <a:pt x="24" y="1"/>
                  </a:cubicBezTo>
                  <a:cubicBezTo>
                    <a:pt x="23" y="0"/>
                    <a:pt x="23" y="0"/>
                    <a:pt x="2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24" name="组合 423"/>
          <p:cNvGrpSpPr/>
          <p:nvPr/>
        </p:nvGrpSpPr>
        <p:grpSpPr>
          <a:xfrm>
            <a:off x="3317110" y="5696124"/>
            <a:ext cx="781049" cy="679450"/>
            <a:chOff x="7288213" y="6061075"/>
            <a:chExt cx="781049" cy="679450"/>
          </a:xfrm>
          <a:solidFill>
            <a:schemeClr val="tx1">
              <a:lumMod val="65000"/>
              <a:lumOff val="35000"/>
            </a:schemeClr>
          </a:solidFill>
        </p:grpSpPr>
        <p:sp>
          <p:nvSpPr>
            <p:cNvPr id="425" name="Freeform 17"/>
            <p:cNvSpPr>
              <a:spLocks/>
            </p:cNvSpPr>
            <p:nvPr/>
          </p:nvSpPr>
          <p:spPr bwMode="auto">
            <a:xfrm>
              <a:off x="7381875" y="6604000"/>
              <a:ext cx="685800" cy="136525"/>
            </a:xfrm>
            <a:custGeom>
              <a:avLst/>
              <a:gdLst>
                <a:gd name="T0" fmla="*/ 249 w 288"/>
                <a:gd name="T1" fmla="*/ 4 h 57"/>
                <a:gd name="T2" fmla="*/ 230 w 288"/>
                <a:gd name="T3" fmla="*/ 11 h 57"/>
                <a:gd name="T4" fmla="*/ 216 w 288"/>
                <a:gd name="T5" fmla="*/ 25 h 57"/>
                <a:gd name="T6" fmla="*/ 204 w 288"/>
                <a:gd name="T7" fmla="*/ 18 h 57"/>
                <a:gd name="T8" fmla="*/ 191 w 288"/>
                <a:gd name="T9" fmla="*/ 7 h 57"/>
                <a:gd name="T10" fmla="*/ 167 w 288"/>
                <a:gd name="T11" fmla="*/ 8 h 57"/>
                <a:gd name="T12" fmla="*/ 149 w 288"/>
                <a:gd name="T13" fmla="*/ 24 h 57"/>
                <a:gd name="T14" fmla="*/ 134 w 288"/>
                <a:gd name="T15" fmla="*/ 16 h 57"/>
                <a:gd name="T16" fmla="*/ 124 w 288"/>
                <a:gd name="T17" fmla="*/ 8 h 57"/>
                <a:gd name="T18" fmla="*/ 84 w 288"/>
                <a:gd name="T19" fmla="*/ 19 h 57"/>
                <a:gd name="T20" fmla="*/ 72 w 288"/>
                <a:gd name="T21" fmla="*/ 24 h 57"/>
                <a:gd name="T22" fmla="*/ 52 w 288"/>
                <a:gd name="T23" fmla="*/ 8 h 57"/>
                <a:gd name="T24" fmla="*/ 26 w 288"/>
                <a:gd name="T25" fmla="*/ 9 h 57"/>
                <a:gd name="T26" fmla="*/ 1 w 288"/>
                <a:gd name="T27" fmla="*/ 23 h 57"/>
                <a:gd name="T28" fmla="*/ 1 w 288"/>
                <a:gd name="T29" fmla="*/ 42 h 57"/>
                <a:gd name="T30" fmla="*/ 1 w 288"/>
                <a:gd name="T31" fmla="*/ 54 h 57"/>
                <a:gd name="T32" fmla="*/ 9 w 288"/>
                <a:gd name="T33" fmla="*/ 55 h 57"/>
                <a:gd name="T34" fmla="*/ 22 w 288"/>
                <a:gd name="T35" fmla="*/ 49 h 57"/>
                <a:gd name="T36" fmla="*/ 41 w 288"/>
                <a:gd name="T37" fmla="*/ 37 h 57"/>
                <a:gd name="T38" fmla="*/ 57 w 288"/>
                <a:gd name="T39" fmla="*/ 46 h 57"/>
                <a:gd name="T40" fmla="*/ 65 w 288"/>
                <a:gd name="T41" fmla="*/ 52 h 57"/>
                <a:gd name="T42" fmla="*/ 90 w 288"/>
                <a:gd name="T43" fmla="*/ 50 h 57"/>
                <a:gd name="T44" fmla="*/ 102 w 288"/>
                <a:gd name="T45" fmla="*/ 40 h 57"/>
                <a:gd name="T46" fmla="*/ 113 w 288"/>
                <a:gd name="T47" fmla="*/ 35 h 57"/>
                <a:gd name="T48" fmla="*/ 121 w 288"/>
                <a:gd name="T49" fmla="*/ 44 h 57"/>
                <a:gd name="T50" fmla="*/ 154 w 288"/>
                <a:gd name="T51" fmla="*/ 52 h 57"/>
                <a:gd name="T52" fmla="*/ 170 w 288"/>
                <a:gd name="T53" fmla="*/ 42 h 57"/>
                <a:gd name="T54" fmla="*/ 185 w 288"/>
                <a:gd name="T55" fmla="*/ 38 h 57"/>
                <a:gd name="T56" fmla="*/ 214 w 288"/>
                <a:gd name="T57" fmla="*/ 55 h 57"/>
                <a:gd name="T58" fmla="*/ 234 w 288"/>
                <a:gd name="T59" fmla="*/ 46 h 57"/>
                <a:gd name="T60" fmla="*/ 247 w 288"/>
                <a:gd name="T61" fmla="*/ 35 h 57"/>
                <a:gd name="T62" fmla="*/ 259 w 288"/>
                <a:gd name="T63" fmla="*/ 42 h 57"/>
                <a:gd name="T64" fmla="*/ 284 w 288"/>
                <a:gd name="T65" fmla="*/ 55 h 57"/>
                <a:gd name="T66" fmla="*/ 288 w 288"/>
                <a:gd name="T67" fmla="*/ 55 h 57"/>
                <a:gd name="T68" fmla="*/ 288 w 288"/>
                <a:gd name="T69" fmla="*/ 50 h 57"/>
                <a:gd name="T70" fmla="*/ 288 w 288"/>
                <a:gd name="T71" fmla="*/ 25 h 57"/>
                <a:gd name="T72" fmla="*/ 281 w 288"/>
                <a:gd name="T73" fmla="*/ 25 h 57"/>
                <a:gd name="T74" fmla="*/ 268 w 288"/>
                <a:gd name="T75" fmla="*/ 11 h 57"/>
                <a:gd name="T76" fmla="*/ 249 w 288"/>
                <a:gd name="T77" fmla="*/ 4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88" h="57">
                  <a:moveTo>
                    <a:pt x="249" y="4"/>
                  </a:moveTo>
                  <a:cubicBezTo>
                    <a:pt x="242" y="4"/>
                    <a:pt x="235" y="7"/>
                    <a:pt x="230" y="11"/>
                  </a:cubicBezTo>
                  <a:cubicBezTo>
                    <a:pt x="225" y="16"/>
                    <a:pt x="222" y="23"/>
                    <a:pt x="216" y="25"/>
                  </a:cubicBezTo>
                  <a:cubicBezTo>
                    <a:pt x="211" y="27"/>
                    <a:pt x="207" y="22"/>
                    <a:pt x="204" y="18"/>
                  </a:cubicBezTo>
                  <a:cubicBezTo>
                    <a:pt x="200" y="14"/>
                    <a:pt x="196" y="10"/>
                    <a:pt x="191" y="7"/>
                  </a:cubicBezTo>
                  <a:cubicBezTo>
                    <a:pt x="183" y="4"/>
                    <a:pt x="175" y="4"/>
                    <a:pt x="167" y="8"/>
                  </a:cubicBezTo>
                  <a:cubicBezTo>
                    <a:pt x="160" y="11"/>
                    <a:pt x="156" y="19"/>
                    <a:pt x="149" y="24"/>
                  </a:cubicBezTo>
                  <a:cubicBezTo>
                    <a:pt x="143" y="29"/>
                    <a:pt x="137" y="20"/>
                    <a:pt x="134" y="16"/>
                  </a:cubicBezTo>
                  <a:cubicBezTo>
                    <a:pt x="131" y="13"/>
                    <a:pt x="128" y="10"/>
                    <a:pt x="124" y="8"/>
                  </a:cubicBezTo>
                  <a:cubicBezTo>
                    <a:pt x="109" y="0"/>
                    <a:pt x="94" y="7"/>
                    <a:pt x="84" y="19"/>
                  </a:cubicBezTo>
                  <a:cubicBezTo>
                    <a:pt x="81" y="22"/>
                    <a:pt x="77" y="26"/>
                    <a:pt x="72" y="24"/>
                  </a:cubicBezTo>
                  <a:cubicBezTo>
                    <a:pt x="64" y="21"/>
                    <a:pt x="60" y="11"/>
                    <a:pt x="52" y="8"/>
                  </a:cubicBezTo>
                  <a:cubicBezTo>
                    <a:pt x="43" y="4"/>
                    <a:pt x="34" y="4"/>
                    <a:pt x="26" y="9"/>
                  </a:cubicBezTo>
                  <a:cubicBezTo>
                    <a:pt x="18" y="14"/>
                    <a:pt x="12" y="25"/>
                    <a:pt x="1" y="23"/>
                  </a:cubicBezTo>
                  <a:cubicBezTo>
                    <a:pt x="0" y="30"/>
                    <a:pt x="0" y="33"/>
                    <a:pt x="1" y="42"/>
                  </a:cubicBezTo>
                  <a:cubicBezTo>
                    <a:pt x="1" y="44"/>
                    <a:pt x="1" y="50"/>
                    <a:pt x="1" y="54"/>
                  </a:cubicBezTo>
                  <a:cubicBezTo>
                    <a:pt x="2" y="57"/>
                    <a:pt x="7" y="56"/>
                    <a:pt x="9" y="55"/>
                  </a:cubicBezTo>
                  <a:cubicBezTo>
                    <a:pt x="13" y="54"/>
                    <a:pt x="19" y="51"/>
                    <a:pt x="22" y="49"/>
                  </a:cubicBezTo>
                  <a:cubicBezTo>
                    <a:pt x="28" y="45"/>
                    <a:pt x="32" y="36"/>
                    <a:pt x="41" y="37"/>
                  </a:cubicBezTo>
                  <a:cubicBezTo>
                    <a:pt x="47" y="37"/>
                    <a:pt x="52" y="42"/>
                    <a:pt x="57" y="46"/>
                  </a:cubicBezTo>
                  <a:cubicBezTo>
                    <a:pt x="59" y="48"/>
                    <a:pt x="62" y="51"/>
                    <a:pt x="65" y="52"/>
                  </a:cubicBezTo>
                  <a:cubicBezTo>
                    <a:pt x="74" y="57"/>
                    <a:pt x="82" y="54"/>
                    <a:pt x="90" y="50"/>
                  </a:cubicBezTo>
                  <a:cubicBezTo>
                    <a:pt x="95" y="47"/>
                    <a:pt x="98" y="43"/>
                    <a:pt x="102" y="40"/>
                  </a:cubicBezTo>
                  <a:cubicBezTo>
                    <a:pt x="104" y="37"/>
                    <a:pt x="109" y="32"/>
                    <a:pt x="113" y="35"/>
                  </a:cubicBezTo>
                  <a:cubicBezTo>
                    <a:pt x="117" y="37"/>
                    <a:pt x="119" y="41"/>
                    <a:pt x="121" y="44"/>
                  </a:cubicBezTo>
                  <a:cubicBezTo>
                    <a:pt x="130" y="53"/>
                    <a:pt x="143" y="57"/>
                    <a:pt x="154" y="52"/>
                  </a:cubicBezTo>
                  <a:cubicBezTo>
                    <a:pt x="160" y="50"/>
                    <a:pt x="166" y="47"/>
                    <a:pt x="170" y="42"/>
                  </a:cubicBezTo>
                  <a:cubicBezTo>
                    <a:pt x="174" y="38"/>
                    <a:pt x="179" y="32"/>
                    <a:pt x="185" y="38"/>
                  </a:cubicBezTo>
                  <a:cubicBezTo>
                    <a:pt x="193" y="46"/>
                    <a:pt x="201" y="55"/>
                    <a:pt x="214" y="55"/>
                  </a:cubicBezTo>
                  <a:cubicBezTo>
                    <a:pt x="222" y="55"/>
                    <a:pt x="228" y="51"/>
                    <a:pt x="234" y="46"/>
                  </a:cubicBezTo>
                  <a:cubicBezTo>
                    <a:pt x="238" y="43"/>
                    <a:pt x="241" y="36"/>
                    <a:pt x="247" y="35"/>
                  </a:cubicBezTo>
                  <a:cubicBezTo>
                    <a:pt x="252" y="33"/>
                    <a:pt x="256" y="38"/>
                    <a:pt x="259" y="42"/>
                  </a:cubicBezTo>
                  <a:cubicBezTo>
                    <a:pt x="265" y="50"/>
                    <a:pt x="273" y="55"/>
                    <a:pt x="284" y="55"/>
                  </a:cubicBezTo>
                  <a:cubicBezTo>
                    <a:pt x="288" y="55"/>
                    <a:pt x="288" y="55"/>
                    <a:pt x="288" y="55"/>
                  </a:cubicBezTo>
                  <a:cubicBezTo>
                    <a:pt x="288" y="55"/>
                    <a:pt x="288" y="51"/>
                    <a:pt x="288" y="50"/>
                  </a:cubicBezTo>
                  <a:cubicBezTo>
                    <a:pt x="288" y="42"/>
                    <a:pt x="288" y="34"/>
                    <a:pt x="288" y="25"/>
                  </a:cubicBezTo>
                  <a:cubicBezTo>
                    <a:pt x="286" y="25"/>
                    <a:pt x="283" y="26"/>
                    <a:pt x="281" y="25"/>
                  </a:cubicBezTo>
                  <a:cubicBezTo>
                    <a:pt x="275" y="22"/>
                    <a:pt x="272" y="15"/>
                    <a:pt x="268" y="11"/>
                  </a:cubicBezTo>
                  <a:cubicBezTo>
                    <a:pt x="262" y="7"/>
                    <a:pt x="256" y="4"/>
                    <a:pt x="249"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 name="Oval 18"/>
            <p:cNvSpPr>
              <a:spLocks noChangeArrowheads="1"/>
            </p:cNvSpPr>
            <p:nvPr/>
          </p:nvSpPr>
          <p:spPr bwMode="auto">
            <a:xfrm>
              <a:off x="7288213" y="6326188"/>
              <a:ext cx="192087" cy="1920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 name="Freeform 19"/>
            <p:cNvSpPr>
              <a:spLocks/>
            </p:cNvSpPr>
            <p:nvPr/>
          </p:nvSpPr>
          <p:spPr bwMode="auto">
            <a:xfrm>
              <a:off x="7375525" y="6061075"/>
              <a:ext cx="693737" cy="547688"/>
            </a:xfrm>
            <a:custGeom>
              <a:avLst/>
              <a:gdLst>
                <a:gd name="T0" fmla="*/ 69 w 292"/>
                <a:gd name="T1" fmla="*/ 226 h 231"/>
                <a:gd name="T2" fmla="*/ 78 w 292"/>
                <a:gd name="T3" fmla="*/ 231 h 231"/>
                <a:gd name="T4" fmla="*/ 86 w 292"/>
                <a:gd name="T5" fmla="*/ 226 h 231"/>
                <a:gd name="T6" fmla="*/ 111 w 292"/>
                <a:gd name="T7" fmla="*/ 214 h 231"/>
                <a:gd name="T8" fmla="*/ 136 w 292"/>
                <a:gd name="T9" fmla="*/ 226 h 231"/>
                <a:gd name="T10" fmla="*/ 144 w 292"/>
                <a:gd name="T11" fmla="*/ 231 h 231"/>
                <a:gd name="T12" fmla="*/ 152 w 292"/>
                <a:gd name="T13" fmla="*/ 227 h 231"/>
                <a:gd name="T14" fmla="*/ 177 w 292"/>
                <a:gd name="T15" fmla="*/ 214 h 231"/>
                <a:gd name="T16" fmla="*/ 201 w 292"/>
                <a:gd name="T17" fmla="*/ 226 h 231"/>
                <a:gd name="T18" fmla="*/ 209 w 292"/>
                <a:gd name="T19" fmla="*/ 231 h 231"/>
                <a:gd name="T20" fmla="*/ 218 w 292"/>
                <a:gd name="T21" fmla="*/ 226 h 231"/>
                <a:gd name="T22" fmla="*/ 237 w 292"/>
                <a:gd name="T23" fmla="*/ 214 h 231"/>
                <a:gd name="T24" fmla="*/ 258 w 292"/>
                <a:gd name="T25" fmla="*/ 218 h 231"/>
                <a:gd name="T26" fmla="*/ 271 w 292"/>
                <a:gd name="T27" fmla="*/ 223 h 231"/>
                <a:gd name="T28" fmla="*/ 282 w 292"/>
                <a:gd name="T29" fmla="*/ 225 h 231"/>
                <a:gd name="T30" fmla="*/ 288 w 292"/>
                <a:gd name="T31" fmla="*/ 221 h 231"/>
                <a:gd name="T32" fmla="*/ 153 w 292"/>
                <a:gd name="T33" fmla="*/ 138 h 231"/>
                <a:gd name="T34" fmla="*/ 151 w 292"/>
                <a:gd name="T35" fmla="*/ 27 h 231"/>
                <a:gd name="T36" fmla="*/ 71 w 292"/>
                <a:gd name="T37" fmla="*/ 0 h 231"/>
                <a:gd name="T38" fmla="*/ 1 w 292"/>
                <a:gd name="T39" fmla="*/ 21 h 231"/>
                <a:gd name="T40" fmla="*/ 0 w 292"/>
                <a:gd name="T41" fmla="*/ 22 h 231"/>
                <a:gd name="T42" fmla="*/ 14 w 292"/>
                <a:gd name="T43" fmla="*/ 42 h 231"/>
                <a:gd name="T44" fmla="*/ 15 w 292"/>
                <a:gd name="T45" fmla="*/ 42 h 231"/>
                <a:gd name="T46" fmla="*/ 60 w 292"/>
                <a:gd name="T47" fmla="*/ 37 h 231"/>
                <a:gd name="T48" fmla="*/ 113 w 292"/>
                <a:gd name="T49" fmla="*/ 76 h 231"/>
                <a:gd name="T50" fmla="*/ 82 w 292"/>
                <a:gd name="T51" fmla="*/ 126 h 231"/>
                <a:gd name="T52" fmla="*/ 29 w 292"/>
                <a:gd name="T53" fmla="*/ 219 h 231"/>
                <a:gd name="T54" fmla="*/ 45 w 292"/>
                <a:gd name="T55" fmla="*/ 214 h 231"/>
                <a:gd name="T56" fmla="*/ 69 w 292"/>
                <a:gd name="T57" fmla="*/ 226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2" h="231">
                  <a:moveTo>
                    <a:pt x="69" y="226"/>
                  </a:moveTo>
                  <a:cubicBezTo>
                    <a:pt x="73" y="230"/>
                    <a:pt x="74" y="231"/>
                    <a:pt x="78" y="231"/>
                  </a:cubicBezTo>
                  <a:cubicBezTo>
                    <a:pt x="81" y="231"/>
                    <a:pt x="82" y="230"/>
                    <a:pt x="86" y="226"/>
                  </a:cubicBezTo>
                  <a:cubicBezTo>
                    <a:pt x="91" y="221"/>
                    <a:pt x="98" y="214"/>
                    <a:pt x="111" y="214"/>
                  </a:cubicBezTo>
                  <a:cubicBezTo>
                    <a:pt x="124" y="214"/>
                    <a:pt x="131" y="221"/>
                    <a:pt x="136" y="226"/>
                  </a:cubicBezTo>
                  <a:cubicBezTo>
                    <a:pt x="140" y="231"/>
                    <a:pt x="141" y="231"/>
                    <a:pt x="144" y="231"/>
                  </a:cubicBezTo>
                  <a:cubicBezTo>
                    <a:pt x="147" y="231"/>
                    <a:pt x="148" y="231"/>
                    <a:pt x="152" y="227"/>
                  </a:cubicBezTo>
                  <a:cubicBezTo>
                    <a:pt x="157" y="222"/>
                    <a:pt x="164" y="214"/>
                    <a:pt x="177" y="214"/>
                  </a:cubicBezTo>
                  <a:cubicBezTo>
                    <a:pt x="190" y="214"/>
                    <a:pt x="196" y="222"/>
                    <a:pt x="201" y="226"/>
                  </a:cubicBezTo>
                  <a:cubicBezTo>
                    <a:pt x="205" y="230"/>
                    <a:pt x="206" y="231"/>
                    <a:pt x="209" y="231"/>
                  </a:cubicBezTo>
                  <a:cubicBezTo>
                    <a:pt x="212" y="231"/>
                    <a:pt x="214" y="230"/>
                    <a:pt x="218" y="226"/>
                  </a:cubicBezTo>
                  <a:cubicBezTo>
                    <a:pt x="223" y="221"/>
                    <a:pt x="230" y="216"/>
                    <a:pt x="237" y="214"/>
                  </a:cubicBezTo>
                  <a:cubicBezTo>
                    <a:pt x="244" y="213"/>
                    <a:pt x="251" y="215"/>
                    <a:pt x="258" y="218"/>
                  </a:cubicBezTo>
                  <a:cubicBezTo>
                    <a:pt x="262" y="220"/>
                    <a:pt x="266" y="222"/>
                    <a:pt x="271" y="223"/>
                  </a:cubicBezTo>
                  <a:cubicBezTo>
                    <a:pt x="274" y="224"/>
                    <a:pt x="278" y="225"/>
                    <a:pt x="282" y="225"/>
                  </a:cubicBezTo>
                  <a:cubicBezTo>
                    <a:pt x="284" y="225"/>
                    <a:pt x="292" y="224"/>
                    <a:pt x="288" y="221"/>
                  </a:cubicBezTo>
                  <a:cubicBezTo>
                    <a:pt x="246" y="187"/>
                    <a:pt x="164" y="143"/>
                    <a:pt x="153" y="138"/>
                  </a:cubicBezTo>
                  <a:cubicBezTo>
                    <a:pt x="168" y="104"/>
                    <a:pt x="180" y="58"/>
                    <a:pt x="151" y="27"/>
                  </a:cubicBezTo>
                  <a:cubicBezTo>
                    <a:pt x="129" y="5"/>
                    <a:pt x="101" y="0"/>
                    <a:pt x="71" y="0"/>
                  </a:cubicBezTo>
                  <a:cubicBezTo>
                    <a:pt x="26" y="0"/>
                    <a:pt x="1" y="21"/>
                    <a:pt x="1" y="21"/>
                  </a:cubicBezTo>
                  <a:cubicBezTo>
                    <a:pt x="0" y="22"/>
                    <a:pt x="0" y="22"/>
                    <a:pt x="0" y="22"/>
                  </a:cubicBezTo>
                  <a:cubicBezTo>
                    <a:pt x="14" y="42"/>
                    <a:pt x="14" y="42"/>
                    <a:pt x="14" y="42"/>
                  </a:cubicBezTo>
                  <a:cubicBezTo>
                    <a:pt x="15" y="42"/>
                    <a:pt x="15" y="42"/>
                    <a:pt x="15" y="42"/>
                  </a:cubicBezTo>
                  <a:cubicBezTo>
                    <a:pt x="33" y="38"/>
                    <a:pt x="48" y="37"/>
                    <a:pt x="60" y="37"/>
                  </a:cubicBezTo>
                  <a:cubicBezTo>
                    <a:pt x="84" y="37"/>
                    <a:pt x="121" y="43"/>
                    <a:pt x="113" y="76"/>
                  </a:cubicBezTo>
                  <a:cubicBezTo>
                    <a:pt x="108" y="95"/>
                    <a:pt x="94" y="111"/>
                    <a:pt x="82" y="126"/>
                  </a:cubicBezTo>
                  <a:cubicBezTo>
                    <a:pt x="61" y="154"/>
                    <a:pt x="40" y="185"/>
                    <a:pt x="29" y="219"/>
                  </a:cubicBezTo>
                  <a:cubicBezTo>
                    <a:pt x="33" y="216"/>
                    <a:pt x="39" y="214"/>
                    <a:pt x="45" y="214"/>
                  </a:cubicBezTo>
                  <a:cubicBezTo>
                    <a:pt x="58" y="214"/>
                    <a:pt x="65" y="222"/>
                    <a:pt x="69" y="2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28" name="组合 427"/>
          <p:cNvGrpSpPr/>
          <p:nvPr/>
        </p:nvGrpSpPr>
        <p:grpSpPr>
          <a:xfrm>
            <a:off x="4616614" y="5534199"/>
            <a:ext cx="849312" cy="841375"/>
            <a:chOff x="8259763" y="5913438"/>
            <a:chExt cx="849312" cy="841375"/>
          </a:xfrm>
          <a:solidFill>
            <a:schemeClr val="tx1">
              <a:lumMod val="65000"/>
              <a:lumOff val="35000"/>
            </a:schemeClr>
          </a:solidFill>
        </p:grpSpPr>
        <p:sp>
          <p:nvSpPr>
            <p:cNvPr id="429" name="Freeform 20"/>
            <p:cNvSpPr>
              <a:spLocks/>
            </p:cNvSpPr>
            <p:nvPr/>
          </p:nvSpPr>
          <p:spPr bwMode="auto">
            <a:xfrm>
              <a:off x="8259763" y="6527800"/>
              <a:ext cx="849312" cy="227013"/>
            </a:xfrm>
            <a:custGeom>
              <a:avLst/>
              <a:gdLst>
                <a:gd name="T0" fmla="*/ 292 w 357"/>
                <a:gd name="T1" fmla="*/ 1 h 95"/>
                <a:gd name="T2" fmla="*/ 270 w 357"/>
                <a:gd name="T3" fmla="*/ 11 h 95"/>
                <a:gd name="T4" fmla="*/ 256 w 357"/>
                <a:gd name="T5" fmla="*/ 26 h 95"/>
                <a:gd name="T6" fmla="*/ 240 w 357"/>
                <a:gd name="T7" fmla="*/ 22 h 95"/>
                <a:gd name="T8" fmla="*/ 223 w 357"/>
                <a:gd name="T9" fmla="*/ 14 h 95"/>
                <a:gd name="T10" fmla="*/ 195 w 357"/>
                <a:gd name="T11" fmla="*/ 19 h 95"/>
                <a:gd name="T12" fmla="*/ 176 w 357"/>
                <a:gd name="T13" fmla="*/ 37 h 95"/>
                <a:gd name="T14" fmla="*/ 157 w 357"/>
                <a:gd name="T15" fmla="*/ 33 h 95"/>
                <a:gd name="T16" fmla="*/ 144 w 357"/>
                <a:gd name="T17" fmla="*/ 27 h 95"/>
                <a:gd name="T18" fmla="*/ 98 w 357"/>
                <a:gd name="T19" fmla="*/ 44 h 95"/>
                <a:gd name="T20" fmla="*/ 84 w 357"/>
                <a:gd name="T21" fmla="*/ 51 h 95"/>
                <a:gd name="T22" fmla="*/ 58 w 357"/>
                <a:gd name="T23" fmla="*/ 39 h 95"/>
                <a:gd name="T24" fmla="*/ 27 w 357"/>
                <a:gd name="T25" fmla="*/ 45 h 95"/>
                <a:gd name="T26" fmla="*/ 0 w 357"/>
                <a:gd name="T27" fmla="*/ 63 h 95"/>
                <a:gd name="T28" fmla="*/ 2 w 357"/>
                <a:gd name="T29" fmla="*/ 81 h 95"/>
                <a:gd name="T30" fmla="*/ 5 w 357"/>
                <a:gd name="T31" fmla="*/ 92 h 95"/>
                <a:gd name="T32" fmla="*/ 14 w 357"/>
                <a:gd name="T33" fmla="*/ 92 h 95"/>
                <a:gd name="T34" fmla="*/ 28 w 357"/>
                <a:gd name="T35" fmla="*/ 84 h 95"/>
                <a:gd name="T36" fmla="*/ 49 w 357"/>
                <a:gd name="T37" fmla="*/ 68 h 95"/>
                <a:gd name="T38" fmla="*/ 69 w 357"/>
                <a:gd name="T39" fmla="*/ 75 h 95"/>
                <a:gd name="T40" fmla="*/ 80 w 357"/>
                <a:gd name="T41" fmla="*/ 79 h 95"/>
                <a:gd name="T42" fmla="*/ 109 w 357"/>
                <a:gd name="T43" fmla="*/ 72 h 95"/>
                <a:gd name="T44" fmla="*/ 122 w 357"/>
                <a:gd name="T45" fmla="*/ 61 h 95"/>
                <a:gd name="T46" fmla="*/ 135 w 357"/>
                <a:gd name="T47" fmla="*/ 54 h 95"/>
                <a:gd name="T48" fmla="*/ 146 w 357"/>
                <a:gd name="T49" fmla="*/ 61 h 95"/>
                <a:gd name="T50" fmla="*/ 186 w 357"/>
                <a:gd name="T51" fmla="*/ 64 h 95"/>
                <a:gd name="T52" fmla="*/ 203 w 357"/>
                <a:gd name="T53" fmla="*/ 51 h 95"/>
                <a:gd name="T54" fmla="*/ 220 w 357"/>
                <a:gd name="T55" fmla="*/ 44 h 95"/>
                <a:gd name="T56" fmla="*/ 257 w 357"/>
                <a:gd name="T57" fmla="*/ 55 h 95"/>
                <a:gd name="T58" fmla="*/ 280 w 357"/>
                <a:gd name="T59" fmla="*/ 44 h 95"/>
                <a:gd name="T60" fmla="*/ 293 w 357"/>
                <a:gd name="T61" fmla="*/ 30 h 95"/>
                <a:gd name="T62" fmla="*/ 309 w 357"/>
                <a:gd name="T63" fmla="*/ 35 h 95"/>
                <a:gd name="T64" fmla="*/ 344 w 357"/>
                <a:gd name="T65" fmla="*/ 43 h 95"/>
                <a:gd name="T66" fmla="*/ 357 w 357"/>
                <a:gd name="T67" fmla="*/ 41 h 95"/>
                <a:gd name="T68" fmla="*/ 356 w 357"/>
                <a:gd name="T69" fmla="*/ 34 h 95"/>
                <a:gd name="T70" fmla="*/ 354 w 357"/>
                <a:gd name="T71" fmla="*/ 15 h 95"/>
                <a:gd name="T72" fmla="*/ 332 w 357"/>
                <a:gd name="T73" fmla="*/ 15 h 95"/>
                <a:gd name="T74" fmla="*/ 315 w 357"/>
                <a:gd name="T75" fmla="*/ 5 h 95"/>
                <a:gd name="T76" fmla="*/ 292 w 357"/>
                <a:gd name="T77" fmla="*/ 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57" h="95">
                  <a:moveTo>
                    <a:pt x="292" y="1"/>
                  </a:moveTo>
                  <a:cubicBezTo>
                    <a:pt x="284" y="2"/>
                    <a:pt x="276" y="6"/>
                    <a:pt x="270" y="11"/>
                  </a:cubicBezTo>
                  <a:cubicBezTo>
                    <a:pt x="265" y="16"/>
                    <a:pt x="263" y="23"/>
                    <a:pt x="256" y="26"/>
                  </a:cubicBezTo>
                  <a:cubicBezTo>
                    <a:pt x="250" y="29"/>
                    <a:pt x="244" y="25"/>
                    <a:pt x="240" y="22"/>
                  </a:cubicBezTo>
                  <a:cubicBezTo>
                    <a:pt x="235" y="19"/>
                    <a:pt x="229" y="16"/>
                    <a:pt x="223" y="14"/>
                  </a:cubicBezTo>
                  <a:cubicBezTo>
                    <a:pt x="214" y="13"/>
                    <a:pt x="204" y="14"/>
                    <a:pt x="195" y="19"/>
                  </a:cubicBezTo>
                  <a:cubicBezTo>
                    <a:pt x="187" y="24"/>
                    <a:pt x="183" y="32"/>
                    <a:pt x="176" y="37"/>
                  </a:cubicBezTo>
                  <a:cubicBezTo>
                    <a:pt x="169" y="43"/>
                    <a:pt x="162" y="36"/>
                    <a:pt x="157" y="33"/>
                  </a:cubicBezTo>
                  <a:cubicBezTo>
                    <a:pt x="153" y="30"/>
                    <a:pt x="149" y="28"/>
                    <a:pt x="144" y="27"/>
                  </a:cubicBezTo>
                  <a:cubicBezTo>
                    <a:pt x="125" y="21"/>
                    <a:pt x="108" y="31"/>
                    <a:pt x="98" y="44"/>
                  </a:cubicBezTo>
                  <a:cubicBezTo>
                    <a:pt x="94" y="48"/>
                    <a:pt x="91" y="53"/>
                    <a:pt x="84" y="51"/>
                  </a:cubicBezTo>
                  <a:cubicBezTo>
                    <a:pt x="74" y="49"/>
                    <a:pt x="69" y="41"/>
                    <a:pt x="58" y="39"/>
                  </a:cubicBezTo>
                  <a:cubicBezTo>
                    <a:pt x="47" y="37"/>
                    <a:pt x="36" y="39"/>
                    <a:pt x="27" y="45"/>
                  </a:cubicBezTo>
                  <a:cubicBezTo>
                    <a:pt x="18" y="51"/>
                    <a:pt x="13" y="63"/>
                    <a:pt x="0" y="63"/>
                  </a:cubicBezTo>
                  <a:cubicBezTo>
                    <a:pt x="0" y="70"/>
                    <a:pt x="0" y="72"/>
                    <a:pt x="2" y="81"/>
                  </a:cubicBezTo>
                  <a:cubicBezTo>
                    <a:pt x="2" y="82"/>
                    <a:pt x="4" y="88"/>
                    <a:pt x="5" y="92"/>
                  </a:cubicBezTo>
                  <a:cubicBezTo>
                    <a:pt x="5" y="95"/>
                    <a:pt x="11" y="93"/>
                    <a:pt x="14" y="92"/>
                  </a:cubicBezTo>
                  <a:cubicBezTo>
                    <a:pt x="18" y="90"/>
                    <a:pt x="25" y="86"/>
                    <a:pt x="28" y="84"/>
                  </a:cubicBezTo>
                  <a:cubicBezTo>
                    <a:pt x="36" y="79"/>
                    <a:pt x="38" y="70"/>
                    <a:pt x="49" y="68"/>
                  </a:cubicBezTo>
                  <a:cubicBezTo>
                    <a:pt x="56" y="68"/>
                    <a:pt x="63" y="72"/>
                    <a:pt x="69" y="75"/>
                  </a:cubicBezTo>
                  <a:cubicBezTo>
                    <a:pt x="73" y="76"/>
                    <a:pt x="76" y="78"/>
                    <a:pt x="80" y="79"/>
                  </a:cubicBezTo>
                  <a:cubicBezTo>
                    <a:pt x="91" y="82"/>
                    <a:pt x="101" y="78"/>
                    <a:pt x="109" y="72"/>
                  </a:cubicBezTo>
                  <a:cubicBezTo>
                    <a:pt x="114" y="69"/>
                    <a:pt x="118" y="65"/>
                    <a:pt x="122" y="61"/>
                  </a:cubicBezTo>
                  <a:cubicBezTo>
                    <a:pt x="125" y="58"/>
                    <a:pt x="129" y="53"/>
                    <a:pt x="135" y="54"/>
                  </a:cubicBezTo>
                  <a:cubicBezTo>
                    <a:pt x="139" y="55"/>
                    <a:pt x="143" y="59"/>
                    <a:pt x="146" y="61"/>
                  </a:cubicBezTo>
                  <a:cubicBezTo>
                    <a:pt x="157" y="68"/>
                    <a:pt x="173" y="70"/>
                    <a:pt x="186" y="64"/>
                  </a:cubicBezTo>
                  <a:cubicBezTo>
                    <a:pt x="193" y="61"/>
                    <a:pt x="199" y="56"/>
                    <a:pt x="203" y="51"/>
                  </a:cubicBezTo>
                  <a:cubicBezTo>
                    <a:pt x="207" y="47"/>
                    <a:pt x="212" y="40"/>
                    <a:pt x="220" y="44"/>
                  </a:cubicBezTo>
                  <a:cubicBezTo>
                    <a:pt x="231" y="51"/>
                    <a:pt x="242" y="58"/>
                    <a:pt x="257" y="55"/>
                  </a:cubicBezTo>
                  <a:cubicBezTo>
                    <a:pt x="266" y="54"/>
                    <a:pt x="274" y="49"/>
                    <a:pt x="280" y="44"/>
                  </a:cubicBezTo>
                  <a:cubicBezTo>
                    <a:pt x="285" y="40"/>
                    <a:pt x="287" y="33"/>
                    <a:pt x="293" y="30"/>
                  </a:cubicBezTo>
                  <a:cubicBezTo>
                    <a:pt x="300" y="28"/>
                    <a:pt x="304" y="32"/>
                    <a:pt x="309" y="35"/>
                  </a:cubicBezTo>
                  <a:cubicBezTo>
                    <a:pt x="318" y="41"/>
                    <a:pt x="331" y="44"/>
                    <a:pt x="344" y="43"/>
                  </a:cubicBezTo>
                  <a:cubicBezTo>
                    <a:pt x="357" y="41"/>
                    <a:pt x="357" y="41"/>
                    <a:pt x="357" y="41"/>
                  </a:cubicBezTo>
                  <a:cubicBezTo>
                    <a:pt x="357" y="41"/>
                    <a:pt x="356" y="34"/>
                    <a:pt x="356" y="34"/>
                  </a:cubicBezTo>
                  <a:cubicBezTo>
                    <a:pt x="355" y="26"/>
                    <a:pt x="355" y="23"/>
                    <a:pt x="354" y="15"/>
                  </a:cubicBezTo>
                  <a:cubicBezTo>
                    <a:pt x="341" y="18"/>
                    <a:pt x="335" y="16"/>
                    <a:pt x="332" y="15"/>
                  </a:cubicBezTo>
                  <a:cubicBezTo>
                    <a:pt x="326" y="13"/>
                    <a:pt x="321" y="7"/>
                    <a:pt x="315" y="5"/>
                  </a:cubicBezTo>
                  <a:cubicBezTo>
                    <a:pt x="308" y="1"/>
                    <a:pt x="300" y="0"/>
                    <a:pt x="292"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 name="Freeform 21"/>
            <p:cNvSpPr>
              <a:spLocks/>
            </p:cNvSpPr>
            <p:nvPr/>
          </p:nvSpPr>
          <p:spPr bwMode="auto">
            <a:xfrm>
              <a:off x="8345488" y="6350000"/>
              <a:ext cx="736600" cy="271463"/>
            </a:xfrm>
            <a:custGeom>
              <a:avLst/>
              <a:gdLst>
                <a:gd name="T0" fmla="*/ 19 w 310"/>
                <a:gd name="T1" fmla="*/ 101 h 114"/>
                <a:gd name="T2" fmla="*/ 45 w 310"/>
                <a:gd name="T3" fmla="*/ 113 h 114"/>
                <a:gd name="T4" fmla="*/ 59 w 310"/>
                <a:gd name="T5" fmla="*/ 106 h 114"/>
                <a:gd name="T6" fmla="*/ 104 w 310"/>
                <a:gd name="T7" fmla="*/ 88 h 114"/>
                <a:gd name="T8" fmla="*/ 117 w 310"/>
                <a:gd name="T9" fmla="*/ 94 h 114"/>
                <a:gd name="T10" fmla="*/ 136 w 310"/>
                <a:gd name="T11" fmla="*/ 99 h 114"/>
                <a:gd name="T12" fmla="*/ 155 w 310"/>
                <a:gd name="T13" fmla="*/ 81 h 114"/>
                <a:gd name="T14" fmla="*/ 182 w 310"/>
                <a:gd name="T15" fmla="*/ 76 h 114"/>
                <a:gd name="T16" fmla="*/ 199 w 310"/>
                <a:gd name="T17" fmla="*/ 84 h 114"/>
                <a:gd name="T18" fmla="*/ 215 w 310"/>
                <a:gd name="T19" fmla="*/ 88 h 114"/>
                <a:gd name="T20" fmla="*/ 229 w 310"/>
                <a:gd name="T21" fmla="*/ 73 h 114"/>
                <a:gd name="T22" fmla="*/ 250 w 310"/>
                <a:gd name="T23" fmla="*/ 63 h 114"/>
                <a:gd name="T24" fmla="*/ 270 w 310"/>
                <a:gd name="T25" fmla="*/ 65 h 114"/>
                <a:gd name="T26" fmla="*/ 310 w 310"/>
                <a:gd name="T27" fmla="*/ 0 h 114"/>
                <a:gd name="T28" fmla="*/ 1 w 310"/>
                <a:gd name="T29" fmla="*/ 51 h 114"/>
                <a:gd name="T30" fmla="*/ 0 w 310"/>
                <a:gd name="T31" fmla="*/ 53 h 114"/>
                <a:gd name="T32" fmla="*/ 5 w 310"/>
                <a:gd name="T33" fmla="*/ 101 h 114"/>
                <a:gd name="T34" fmla="*/ 19 w 310"/>
                <a:gd name="T35" fmla="*/ 101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0" h="114">
                  <a:moveTo>
                    <a:pt x="19" y="101"/>
                  </a:moveTo>
                  <a:cubicBezTo>
                    <a:pt x="30" y="102"/>
                    <a:pt x="35" y="111"/>
                    <a:pt x="45" y="113"/>
                  </a:cubicBezTo>
                  <a:cubicBezTo>
                    <a:pt x="52" y="114"/>
                    <a:pt x="55" y="110"/>
                    <a:pt x="59" y="106"/>
                  </a:cubicBezTo>
                  <a:cubicBezTo>
                    <a:pt x="69" y="93"/>
                    <a:pt x="85" y="83"/>
                    <a:pt x="104" y="88"/>
                  </a:cubicBezTo>
                  <a:cubicBezTo>
                    <a:pt x="109" y="90"/>
                    <a:pt x="113" y="92"/>
                    <a:pt x="117" y="94"/>
                  </a:cubicBezTo>
                  <a:cubicBezTo>
                    <a:pt x="122" y="98"/>
                    <a:pt x="129" y="105"/>
                    <a:pt x="136" y="99"/>
                  </a:cubicBezTo>
                  <a:cubicBezTo>
                    <a:pt x="143" y="93"/>
                    <a:pt x="146" y="85"/>
                    <a:pt x="155" y="81"/>
                  </a:cubicBezTo>
                  <a:cubicBezTo>
                    <a:pt x="163" y="76"/>
                    <a:pt x="173" y="75"/>
                    <a:pt x="182" y="76"/>
                  </a:cubicBezTo>
                  <a:cubicBezTo>
                    <a:pt x="189" y="77"/>
                    <a:pt x="194" y="81"/>
                    <a:pt x="199" y="84"/>
                  </a:cubicBezTo>
                  <a:cubicBezTo>
                    <a:pt x="203" y="87"/>
                    <a:pt x="209" y="91"/>
                    <a:pt x="215" y="88"/>
                  </a:cubicBezTo>
                  <a:cubicBezTo>
                    <a:pt x="222" y="85"/>
                    <a:pt x="224" y="78"/>
                    <a:pt x="229" y="73"/>
                  </a:cubicBezTo>
                  <a:cubicBezTo>
                    <a:pt x="234" y="68"/>
                    <a:pt x="242" y="64"/>
                    <a:pt x="250" y="63"/>
                  </a:cubicBezTo>
                  <a:cubicBezTo>
                    <a:pt x="257" y="62"/>
                    <a:pt x="264" y="63"/>
                    <a:pt x="270" y="65"/>
                  </a:cubicBezTo>
                  <a:cubicBezTo>
                    <a:pt x="310" y="34"/>
                    <a:pt x="310" y="0"/>
                    <a:pt x="310" y="0"/>
                  </a:cubicBezTo>
                  <a:cubicBezTo>
                    <a:pt x="201" y="9"/>
                    <a:pt x="1" y="51"/>
                    <a:pt x="1" y="51"/>
                  </a:cubicBezTo>
                  <a:cubicBezTo>
                    <a:pt x="0" y="53"/>
                    <a:pt x="0" y="53"/>
                    <a:pt x="0" y="53"/>
                  </a:cubicBezTo>
                  <a:cubicBezTo>
                    <a:pt x="5" y="101"/>
                    <a:pt x="5" y="101"/>
                    <a:pt x="5" y="101"/>
                  </a:cubicBezTo>
                  <a:cubicBezTo>
                    <a:pt x="10" y="100"/>
                    <a:pt x="14" y="100"/>
                    <a:pt x="19" y="10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 name="Freeform 22"/>
            <p:cNvSpPr>
              <a:spLocks/>
            </p:cNvSpPr>
            <p:nvPr/>
          </p:nvSpPr>
          <p:spPr bwMode="auto">
            <a:xfrm>
              <a:off x="8497888" y="6029325"/>
              <a:ext cx="168275" cy="168275"/>
            </a:xfrm>
            <a:custGeom>
              <a:avLst/>
              <a:gdLst>
                <a:gd name="T0" fmla="*/ 71 w 71"/>
                <a:gd name="T1" fmla="*/ 35 h 71"/>
                <a:gd name="T2" fmla="*/ 36 w 71"/>
                <a:gd name="T3" fmla="*/ 71 h 71"/>
                <a:gd name="T4" fmla="*/ 1 w 71"/>
                <a:gd name="T5" fmla="*/ 36 h 71"/>
                <a:gd name="T6" fmla="*/ 36 w 71"/>
                <a:gd name="T7" fmla="*/ 0 h 71"/>
                <a:gd name="T8" fmla="*/ 71 w 71"/>
                <a:gd name="T9" fmla="*/ 35 h 71"/>
              </a:gdLst>
              <a:ahLst/>
              <a:cxnLst>
                <a:cxn ang="0">
                  <a:pos x="T0" y="T1"/>
                </a:cxn>
                <a:cxn ang="0">
                  <a:pos x="T2" y="T3"/>
                </a:cxn>
                <a:cxn ang="0">
                  <a:pos x="T4" y="T5"/>
                </a:cxn>
                <a:cxn ang="0">
                  <a:pos x="T6" y="T7"/>
                </a:cxn>
                <a:cxn ang="0">
                  <a:pos x="T8" y="T9"/>
                </a:cxn>
              </a:cxnLst>
              <a:rect l="0" t="0" r="r" b="b"/>
              <a:pathLst>
                <a:path w="71" h="71">
                  <a:moveTo>
                    <a:pt x="71" y="35"/>
                  </a:moveTo>
                  <a:cubicBezTo>
                    <a:pt x="71" y="55"/>
                    <a:pt x="56" y="71"/>
                    <a:pt x="36" y="71"/>
                  </a:cubicBezTo>
                  <a:cubicBezTo>
                    <a:pt x="17" y="71"/>
                    <a:pt x="1" y="55"/>
                    <a:pt x="1" y="36"/>
                  </a:cubicBezTo>
                  <a:cubicBezTo>
                    <a:pt x="0" y="16"/>
                    <a:pt x="16" y="0"/>
                    <a:pt x="36" y="0"/>
                  </a:cubicBezTo>
                  <a:cubicBezTo>
                    <a:pt x="55" y="0"/>
                    <a:pt x="71" y="16"/>
                    <a:pt x="71"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 name="Freeform 23"/>
            <p:cNvSpPr>
              <a:spLocks/>
            </p:cNvSpPr>
            <p:nvPr/>
          </p:nvSpPr>
          <p:spPr bwMode="auto">
            <a:xfrm>
              <a:off x="8364538" y="6181725"/>
              <a:ext cx="466725" cy="288925"/>
            </a:xfrm>
            <a:custGeom>
              <a:avLst/>
              <a:gdLst>
                <a:gd name="T0" fmla="*/ 187 w 196"/>
                <a:gd name="T1" fmla="*/ 54 h 122"/>
                <a:gd name="T2" fmla="*/ 144 w 196"/>
                <a:gd name="T3" fmla="*/ 36 h 122"/>
                <a:gd name="T4" fmla="*/ 46 w 196"/>
                <a:gd name="T5" fmla="*/ 26 h 122"/>
                <a:gd name="T6" fmla="*/ 28 w 196"/>
                <a:gd name="T7" fmla="*/ 52 h 122"/>
                <a:gd name="T8" fmla="*/ 4 w 196"/>
                <a:gd name="T9" fmla="*/ 109 h 122"/>
                <a:gd name="T10" fmla="*/ 0 w 196"/>
                <a:gd name="T11" fmla="*/ 122 h 122"/>
                <a:gd name="T12" fmla="*/ 0 w 196"/>
                <a:gd name="T13" fmla="*/ 122 h 122"/>
                <a:gd name="T14" fmla="*/ 1 w 196"/>
                <a:gd name="T15" fmla="*/ 122 h 122"/>
                <a:gd name="T16" fmla="*/ 82 w 196"/>
                <a:gd name="T17" fmla="*/ 105 h 122"/>
                <a:gd name="T18" fmla="*/ 82 w 196"/>
                <a:gd name="T19" fmla="*/ 105 h 122"/>
                <a:gd name="T20" fmla="*/ 95 w 196"/>
                <a:gd name="T21" fmla="*/ 53 h 122"/>
                <a:gd name="T22" fmla="*/ 191 w 196"/>
                <a:gd name="T23" fmla="*/ 74 h 122"/>
                <a:gd name="T24" fmla="*/ 196 w 196"/>
                <a:gd name="T25" fmla="*/ 58 h 122"/>
                <a:gd name="T26" fmla="*/ 187 w 196"/>
                <a:gd name="T27" fmla="*/ 54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6" h="122">
                  <a:moveTo>
                    <a:pt x="187" y="54"/>
                  </a:moveTo>
                  <a:cubicBezTo>
                    <a:pt x="172" y="48"/>
                    <a:pt x="158" y="42"/>
                    <a:pt x="144" y="36"/>
                  </a:cubicBezTo>
                  <a:cubicBezTo>
                    <a:pt x="115" y="24"/>
                    <a:pt x="74" y="0"/>
                    <a:pt x="46" y="26"/>
                  </a:cubicBezTo>
                  <a:cubicBezTo>
                    <a:pt x="39" y="33"/>
                    <a:pt x="33" y="43"/>
                    <a:pt x="28" y="52"/>
                  </a:cubicBezTo>
                  <a:cubicBezTo>
                    <a:pt x="18" y="70"/>
                    <a:pt x="11" y="89"/>
                    <a:pt x="4" y="109"/>
                  </a:cubicBezTo>
                  <a:cubicBezTo>
                    <a:pt x="3" y="113"/>
                    <a:pt x="2" y="117"/>
                    <a:pt x="0" y="122"/>
                  </a:cubicBezTo>
                  <a:cubicBezTo>
                    <a:pt x="0" y="122"/>
                    <a:pt x="0" y="122"/>
                    <a:pt x="0" y="122"/>
                  </a:cubicBezTo>
                  <a:cubicBezTo>
                    <a:pt x="1" y="122"/>
                    <a:pt x="1" y="122"/>
                    <a:pt x="1" y="122"/>
                  </a:cubicBezTo>
                  <a:cubicBezTo>
                    <a:pt x="82" y="105"/>
                    <a:pt x="82" y="105"/>
                    <a:pt x="82" y="105"/>
                  </a:cubicBezTo>
                  <a:cubicBezTo>
                    <a:pt x="82" y="105"/>
                    <a:pt x="82" y="105"/>
                    <a:pt x="82" y="105"/>
                  </a:cubicBezTo>
                  <a:cubicBezTo>
                    <a:pt x="86" y="94"/>
                    <a:pt x="94" y="58"/>
                    <a:pt x="95" y="53"/>
                  </a:cubicBezTo>
                  <a:cubicBezTo>
                    <a:pt x="191" y="74"/>
                    <a:pt x="191" y="74"/>
                    <a:pt x="191" y="74"/>
                  </a:cubicBezTo>
                  <a:cubicBezTo>
                    <a:pt x="196" y="58"/>
                    <a:pt x="196" y="58"/>
                    <a:pt x="196" y="58"/>
                  </a:cubicBezTo>
                  <a:lnTo>
                    <a:pt x="187" y="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 name="Freeform 24"/>
            <p:cNvSpPr>
              <a:spLocks/>
            </p:cNvSpPr>
            <p:nvPr/>
          </p:nvSpPr>
          <p:spPr bwMode="auto">
            <a:xfrm>
              <a:off x="8766175" y="6113463"/>
              <a:ext cx="142875" cy="293688"/>
            </a:xfrm>
            <a:custGeom>
              <a:avLst/>
              <a:gdLst>
                <a:gd name="T0" fmla="*/ 3 w 60"/>
                <a:gd name="T1" fmla="*/ 124 h 124"/>
                <a:gd name="T2" fmla="*/ 0 w 60"/>
                <a:gd name="T3" fmla="*/ 119 h 124"/>
                <a:gd name="T4" fmla="*/ 0 w 60"/>
                <a:gd name="T5" fmla="*/ 119 h 124"/>
                <a:gd name="T6" fmla="*/ 51 w 60"/>
                <a:gd name="T7" fmla="*/ 3 h 124"/>
                <a:gd name="T8" fmla="*/ 57 w 60"/>
                <a:gd name="T9" fmla="*/ 1 h 124"/>
                <a:gd name="T10" fmla="*/ 57 w 60"/>
                <a:gd name="T11" fmla="*/ 1 h 124"/>
                <a:gd name="T12" fmla="*/ 59 w 60"/>
                <a:gd name="T13" fmla="*/ 6 h 124"/>
                <a:gd name="T14" fmla="*/ 59 w 60"/>
                <a:gd name="T15" fmla="*/ 6 h 124"/>
                <a:gd name="T16" fmla="*/ 8 w 60"/>
                <a:gd name="T17" fmla="*/ 122 h 124"/>
                <a:gd name="T18" fmla="*/ 4 w 60"/>
                <a:gd name="T19" fmla="*/ 124 h 124"/>
                <a:gd name="T20" fmla="*/ 4 w 60"/>
                <a:gd name="T21" fmla="*/ 124 h 124"/>
                <a:gd name="T22" fmla="*/ 3 w 60"/>
                <a:gd name="T23"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0" h="124">
                  <a:moveTo>
                    <a:pt x="3" y="124"/>
                  </a:moveTo>
                  <a:cubicBezTo>
                    <a:pt x="0" y="123"/>
                    <a:pt x="0" y="121"/>
                    <a:pt x="0" y="119"/>
                  </a:cubicBezTo>
                  <a:cubicBezTo>
                    <a:pt x="0" y="119"/>
                    <a:pt x="0" y="119"/>
                    <a:pt x="0" y="119"/>
                  </a:cubicBezTo>
                  <a:cubicBezTo>
                    <a:pt x="51" y="3"/>
                    <a:pt x="51" y="3"/>
                    <a:pt x="51" y="3"/>
                  </a:cubicBezTo>
                  <a:cubicBezTo>
                    <a:pt x="52" y="1"/>
                    <a:pt x="55" y="0"/>
                    <a:pt x="57" y="1"/>
                  </a:cubicBezTo>
                  <a:cubicBezTo>
                    <a:pt x="57" y="1"/>
                    <a:pt x="57" y="1"/>
                    <a:pt x="57" y="1"/>
                  </a:cubicBezTo>
                  <a:cubicBezTo>
                    <a:pt x="59" y="2"/>
                    <a:pt x="60" y="4"/>
                    <a:pt x="59" y="6"/>
                  </a:cubicBezTo>
                  <a:cubicBezTo>
                    <a:pt x="59" y="6"/>
                    <a:pt x="59" y="6"/>
                    <a:pt x="59" y="6"/>
                  </a:cubicBezTo>
                  <a:cubicBezTo>
                    <a:pt x="8" y="122"/>
                    <a:pt x="8" y="122"/>
                    <a:pt x="8" y="122"/>
                  </a:cubicBezTo>
                  <a:cubicBezTo>
                    <a:pt x="7" y="123"/>
                    <a:pt x="6" y="124"/>
                    <a:pt x="4" y="124"/>
                  </a:cubicBezTo>
                  <a:cubicBezTo>
                    <a:pt x="4" y="124"/>
                    <a:pt x="4" y="124"/>
                    <a:pt x="4" y="124"/>
                  </a:cubicBezTo>
                  <a:cubicBezTo>
                    <a:pt x="4" y="124"/>
                    <a:pt x="3" y="124"/>
                    <a:pt x="3" y="1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 name="Freeform 25"/>
            <p:cNvSpPr>
              <a:spLocks/>
            </p:cNvSpPr>
            <p:nvPr/>
          </p:nvSpPr>
          <p:spPr bwMode="auto">
            <a:xfrm>
              <a:off x="8861425" y="5913438"/>
              <a:ext cx="163512" cy="230188"/>
            </a:xfrm>
            <a:custGeom>
              <a:avLst/>
              <a:gdLst>
                <a:gd name="T0" fmla="*/ 69 w 69"/>
                <a:gd name="T1" fmla="*/ 20 h 97"/>
                <a:gd name="T2" fmla="*/ 48 w 69"/>
                <a:gd name="T3" fmla="*/ 3 h 97"/>
                <a:gd name="T4" fmla="*/ 35 w 69"/>
                <a:gd name="T5" fmla="*/ 0 h 97"/>
                <a:gd name="T6" fmla="*/ 22 w 69"/>
                <a:gd name="T7" fmla="*/ 2 h 97"/>
                <a:gd name="T8" fmla="*/ 21 w 69"/>
                <a:gd name="T9" fmla="*/ 2 h 97"/>
                <a:gd name="T10" fmla="*/ 21 w 69"/>
                <a:gd name="T11" fmla="*/ 2 h 97"/>
                <a:gd name="T12" fmla="*/ 3 w 69"/>
                <a:gd name="T13" fmla="*/ 55 h 97"/>
                <a:gd name="T14" fmla="*/ 1 w 69"/>
                <a:gd name="T15" fmla="*/ 68 h 97"/>
                <a:gd name="T16" fmla="*/ 12 w 69"/>
                <a:gd name="T17" fmla="*/ 96 h 97"/>
                <a:gd name="T18" fmla="*/ 13 w 69"/>
                <a:gd name="T19" fmla="*/ 96 h 97"/>
                <a:gd name="T20" fmla="*/ 13 w 69"/>
                <a:gd name="T21" fmla="*/ 96 h 97"/>
                <a:gd name="T22" fmla="*/ 13 w 69"/>
                <a:gd name="T23" fmla="*/ 96 h 97"/>
                <a:gd name="T24" fmla="*/ 13 w 69"/>
                <a:gd name="T25" fmla="*/ 96 h 97"/>
                <a:gd name="T26" fmla="*/ 13 w 69"/>
                <a:gd name="T27" fmla="*/ 96 h 97"/>
                <a:gd name="T28" fmla="*/ 13 w 69"/>
                <a:gd name="T29" fmla="*/ 96 h 97"/>
                <a:gd name="T30" fmla="*/ 46 w 69"/>
                <a:gd name="T31" fmla="*/ 72 h 97"/>
                <a:gd name="T32" fmla="*/ 69 w 69"/>
                <a:gd name="T33" fmla="*/ 21 h 97"/>
                <a:gd name="T34" fmla="*/ 69 w 69"/>
                <a:gd name="T35" fmla="*/ 21 h 97"/>
                <a:gd name="T36" fmla="*/ 69 w 69"/>
                <a:gd name="T37" fmla="*/ 2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9" h="97">
                  <a:moveTo>
                    <a:pt x="69" y="20"/>
                  </a:moveTo>
                  <a:cubicBezTo>
                    <a:pt x="69" y="20"/>
                    <a:pt x="63" y="9"/>
                    <a:pt x="48" y="3"/>
                  </a:cubicBezTo>
                  <a:cubicBezTo>
                    <a:pt x="44" y="1"/>
                    <a:pt x="39" y="0"/>
                    <a:pt x="35" y="0"/>
                  </a:cubicBezTo>
                  <a:cubicBezTo>
                    <a:pt x="27" y="0"/>
                    <a:pt x="22" y="2"/>
                    <a:pt x="22" y="2"/>
                  </a:cubicBezTo>
                  <a:cubicBezTo>
                    <a:pt x="21" y="2"/>
                    <a:pt x="21" y="2"/>
                    <a:pt x="21" y="2"/>
                  </a:cubicBezTo>
                  <a:cubicBezTo>
                    <a:pt x="21" y="2"/>
                    <a:pt x="21" y="2"/>
                    <a:pt x="21" y="2"/>
                  </a:cubicBezTo>
                  <a:cubicBezTo>
                    <a:pt x="15" y="16"/>
                    <a:pt x="3" y="55"/>
                    <a:pt x="3" y="55"/>
                  </a:cubicBezTo>
                  <a:cubicBezTo>
                    <a:pt x="2" y="60"/>
                    <a:pt x="1" y="64"/>
                    <a:pt x="1" y="68"/>
                  </a:cubicBezTo>
                  <a:cubicBezTo>
                    <a:pt x="0" y="88"/>
                    <a:pt x="12" y="96"/>
                    <a:pt x="12" y="96"/>
                  </a:cubicBezTo>
                  <a:cubicBezTo>
                    <a:pt x="13" y="96"/>
                    <a:pt x="13" y="96"/>
                    <a:pt x="13" y="96"/>
                  </a:cubicBezTo>
                  <a:cubicBezTo>
                    <a:pt x="13" y="96"/>
                    <a:pt x="13" y="96"/>
                    <a:pt x="13" y="96"/>
                  </a:cubicBezTo>
                  <a:cubicBezTo>
                    <a:pt x="13" y="96"/>
                    <a:pt x="13" y="96"/>
                    <a:pt x="13" y="96"/>
                  </a:cubicBezTo>
                  <a:cubicBezTo>
                    <a:pt x="13" y="96"/>
                    <a:pt x="13" y="96"/>
                    <a:pt x="13" y="96"/>
                  </a:cubicBezTo>
                  <a:cubicBezTo>
                    <a:pt x="13" y="96"/>
                    <a:pt x="13" y="96"/>
                    <a:pt x="13" y="96"/>
                  </a:cubicBezTo>
                  <a:cubicBezTo>
                    <a:pt x="13" y="96"/>
                    <a:pt x="13" y="96"/>
                    <a:pt x="13" y="96"/>
                  </a:cubicBezTo>
                  <a:cubicBezTo>
                    <a:pt x="14" y="96"/>
                    <a:pt x="34" y="97"/>
                    <a:pt x="46" y="72"/>
                  </a:cubicBezTo>
                  <a:cubicBezTo>
                    <a:pt x="46" y="72"/>
                    <a:pt x="64" y="35"/>
                    <a:pt x="69" y="21"/>
                  </a:cubicBezTo>
                  <a:cubicBezTo>
                    <a:pt x="69" y="21"/>
                    <a:pt x="69" y="21"/>
                    <a:pt x="69" y="21"/>
                  </a:cubicBezTo>
                  <a:lnTo>
                    <a:pt x="69"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35" name="组合 434"/>
          <p:cNvGrpSpPr/>
          <p:nvPr/>
        </p:nvGrpSpPr>
        <p:grpSpPr>
          <a:xfrm>
            <a:off x="4708724" y="4036676"/>
            <a:ext cx="903287" cy="904875"/>
            <a:chOff x="9305925" y="5808663"/>
            <a:chExt cx="903287" cy="904875"/>
          </a:xfrm>
          <a:solidFill>
            <a:schemeClr val="tx1">
              <a:lumMod val="65000"/>
              <a:lumOff val="35000"/>
            </a:schemeClr>
          </a:solidFill>
        </p:grpSpPr>
        <p:sp>
          <p:nvSpPr>
            <p:cNvPr id="436" name="Freeform 31"/>
            <p:cNvSpPr>
              <a:spLocks/>
            </p:cNvSpPr>
            <p:nvPr/>
          </p:nvSpPr>
          <p:spPr bwMode="auto">
            <a:xfrm>
              <a:off x="9356725" y="5965825"/>
              <a:ext cx="161925" cy="161925"/>
            </a:xfrm>
            <a:custGeom>
              <a:avLst/>
              <a:gdLst>
                <a:gd name="T0" fmla="*/ 44 w 68"/>
                <a:gd name="T1" fmla="*/ 6 h 68"/>
                <a:gd name="T2" fmla="*/ 62 w 68"/>
                <a:gd name="T3" fmla="*/ 44 h 68"/>
                <a:gd name="T4" fmla="*/ 24 w 68"/>
                <a:gd name="T5" fmla="*/ 62 h 68"/>
                <a:gd name="T6" fmla="*/ 5 w 68"/>
                <a:gd name="T7" fmla="*/ 24 h 68"/>
                <a:gd name="T8" fmla="*/ 44 w 68"/>
                <a:gd name="T9" fmla="*/ 6 h 68"/>
              </a:gdLst>
              <a:ahLst/>
              <a:cxnLst>
                <a:cxn ang="0">
                  <a:pos x="T0" y="T1"/>
                </a:cxn>
                <a:cxn ang="0">
                  <a:pos x="T2" y="T3"/>
                </a:cxn>
                <a:cxn ang="0">
                  <a:pos x="T4" y="T5"/>
                </a:cxn>
                <a:cxn ang="0">
                  <a:pos x="T6" y="T7"/>
                </a:cxn>
                <a:cxn ang="0">
                  <a:pos x="T8" y="T9"/>
                </a:cxn>
              </a:cxnLst>
              <a:rect l="0" t="0" r="r" b="b"/>
              <a:pathLst>
                <a:path w="68" h="68">
                  <a:moveTo>
                    <a:pt x="44" y="6"/>
                  </a:moveTo>
                  <a:cubicBezTo>
                    <a:pt x="59" y="11"/>
                    <a:pt x="68" y="28"/>
                    <a:pt x="62" y="44"/>
                  </a:cubicBezTo>
                  <a:cubicBezTo>
                    <a:pt x="57" y="59"/>
                    <a:pt x="40" y="68"/>
                    <a:pt x="24" y="62"/>
                  </a:cubicBezTo>
                  <a:cubicBezTo>
                    <a:pt x="8" y="57"/>
                    <a:pt x="0" y="40"/>
                    <a:pt x="5" y="24"/>
                  </a:cubicBezTo>
                  <a:cubicBezTo>
                    <a:pt x="11" y="8"/>
                    <a:pt x="28" y="0"/>
                    <a:pt x="4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 name="Freeform 32"/>
            <p:cNvSpPr>
              <a:spLocks/>
            </p:cNvSpPr>
            <p:nvPr/>
          </p:nvSpPr>
          <p:spPr bwMode="auto">
            <a:xfrm>
              <a:off x="9305925" y="6575425"/>
              <a:ext cx="762000" cy="138113"/>
            </a:xfrm>
            <a:custGeom>
              <a:avLst/>
              <a:gdLst>
                <a:gd name="T0" fmla="*/ 276 w 320"/>
                <a:gd name="T1" fmla="*/ 5 h 58"/>
                <a:gd name="T2" fmla="*/ 255 w 320"/>
                <a:gd name="T3" fmla="*/ 12 h 58"/>
                <a:gd name="T4" fmla="*/ 240 w 320"/>
                <a:gd name="T5" fmla="*/ 25 h 58"/>
                <a:gd name="T6" fmla="*/ 226 w 320"/>
                <a:gd name="T7" fmla="*/ 18 h 58"/>
                <a:gd name="T8" fmla="*/ 211 w 320"/>
                <a:gd name="T9" fmla="*/ 8 h 58"/>
                <a:gd name="T10" fmla="*/ 186 w 320"/>
                <a:gd name="T11" fmla="*/ 8 h 58"/>
                <a:gd name="T12" fmla="*/ 165 w 320"/>
                <a:gd name="T13" fmla="*/ 24 h 58"/>
                <a:gd name="T14" fmla="*/ 148 w 320"/>
                <a:gd name="T15" fmla="*/ 16 h 58"/>
                <a:gd name="T16" fmla="*/ 138 w 320"/>
                <a:gd name="T17" fmla="*/ 8 h 58"/>
                <a:gd name="T18" fmla="*/ 93 w 320"/>
                <a:gd name="T19" fmla="*/ 19 h 58"/>
                <a:gd name="T20" fmla="*/ 80 w 320"/>
                <a:gd name="T21" fmla="*/ 25 h 58"/>
                <a:gd name="T22" fmla="*/ 57 w 320"/>
                <a:gd name="T23" fmla="*/ 8 h 58"/>
                <a:gd name="T24" fmla="*/ 29 w 320"/>
                <a:gd name="T25" fmla="*/ 9 h 58"/>
                <a:gd name="T26" fmla="*/ 1 w 320"/>
                <a:gd name="T27" fmla="*/ 24 h 58"/>
                <a:gd name="T28" fmla="*/ 1 w 320"/>
                <a:gd name="T29" fmla="*/ 42 h 58"/>
                <a:gd name="T30" fmla="*/ 1 w 320"/>
                <a:gd name="T31" fmla="*/ 55 h 58"/>
                <a:gd name="T32" fmla="*/ 10 w 320"/>
                <a:gd name="T33" fmla="*/ 56 h 58"/>
                <a:gd name="T34" fmla="*/ 24 w 320"/>
                <a:gd name="T35" fmla="*/ 50 h 58"/>
                <a:gd name="T36" fmla="*/ 45 w 320"/>
                <a:gd name="T37" fmla="*/ 37 h 58"/>
                <a:gd name="T38" fmla="*/ 63 w 320"/>
                <a:gd name="T39" fmla="*/ 47 h 58"/>
                <a:gd name="T40" fmla="*/ 72 w 320"/>
                <a:gd name="T41" fmla="*/ 53 h 58"/>
                <a:gd name="T42" fmla="*/ 100 w 320"/>
                <a:gd name="T43" fmla="*/ 50 h 58"/>
                <a:gd name="T44" fmla="*/ 113 w 320"/>
                <a:gd name="T45" fmla="*/ 40 h 58"/>
                <a:gd name="T46" fmla="*/ 126 w 320"/>
                <a:gd name="T47" fmla="*/ 36 h 58"/>
                <a:gd name="T48" fmla="*/ 135 w 320"/>
                <a:gd name="T49" fmla="*/ 45 h 58"/>
                <a:gd name="T50" fmla="*/ 171 w 320"/>
                <a:gd name="T51" fmla="*/ 53 h 58"/>
                <a:gd name="T52" fmla="*/ 188 w 320"/>
                <a:gd name="T53" fmla="*/ 43 h 58"/>
                <a:gd name="T54" fmla="*/ 205 w 320"/>
                <a:gd name="T55" fmla="*/ 38 h 58"/>
                <a:gd name="T56" fmla="*/ 238 w 320"/>
                <a:gd name="T57" fmla="*/ 56 h 58"/>
                <a:gd name="T58" fmla="*/ 260 w 320"/>
                <a:gd name="T59" fmla="*/ 47 h 58"/>
                <a:gd name="T60" fmla="*/ 274 w 320"/>
                <a:gd name="T61" fmla="*/ 35 h 58"/>
                <a:gd name="T62" fmla="*/ 287 w 320"/>
                <a:gd name="T63" fmla="*/ 43 h 58"/>
                <a:gd name="T64" fmla="*/ 315 w 320"/>
                <a:gd name="T65" fmla="*/ 56 h 58"/>
                <a:gd name="T66" fmla="*/ 320 w 320"/>
                <a:gd name="T67" fmla="*/ 56 h 58"/>
                <a:gd name="T68" fmla="*/ 320 w 320"/>
                <a:gd name="T69" fmla="*/ 51 h 58"/>
                <a:gd name="T70" fmla="*/ 320 w 320"/>
                <a:gd name="T71" fmla="*/ 26 h 58"/>
                <a:gd name="T72" fmla="*/ 312 w 320"/>
                <a:gd name="T73" fmla="*/ 25 h 58"/>
                <a:gd name="T74" fmla="*/ 297 w 320"/>
                <a:gd name="T75" fmla="*/ 12 h 58"/>
                <a:gd name="T76" fmla="*/ 276 w 320"/>
                <a:gd name="T77" fmla="*/ 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20" h="58">
                  <a:moveTo>
                    <a:pt x="276" y="5"/>
                  </a:moveTo>
                  <a:cubicBezTo>
                    <a:pt x="269" y="5"/>
                    <a:pt x="261" y="7"/>
                    <a:pt x="255" y="12"/>
                  </a:cubicBezTo>
                  <a:cubicBezTo>
                    <a:pt x="250" y="16"/>
                    <a:pt x="247" y="23"/>
                    <a:pt x="240" y="25"/>
                  </a:cubicBezTo>
                  <a:cubicBezTo>
                    <a:pt x="234" y="27"/>
                    <a:pt x="230" y="22"/>
                    <a:pt x="226" y="18"/>
                  </a:cubicBezTo>
                  <a:cubicBezTo>
                    <a:pt x="222" y="14"/>
                    <a:pt x="217" y="10"/>
                    <a:pt x="211" y="8"/>
                  </a:cubicBezTo>
                  <a:cubicBezTo>
                    <a:pt x="203" y="4"/>
                    <a:pt x="194" y="5"/>
                    <a:pt x="186" y="8"/>
                  </a:cubicBezTo>
                  <a:cubicBezTo>
                    <a:pt x="177" y="12"/>
                    <a:pt x="173" y="19"/>
                    <a:pt x="165" y="24"/>
                  </a:cubicBezTo>
                  <a:cubicBezTo>
                    <a:pt x="158" y="29"/>
                    <a:pt x="152" y="21"/>
                    <a:pt x="148" y="16"/>
                  </a:cubicBezTo>
                  <a:cubicBezTo>
                    <a:pt x="145" y="13"/>
                    <a:pt x="142" y="10"/>
                    <a:pt x="138" y="8"/>
                  </a:cubicBezTo>
                  <a:cubicBezTo>
                    <a:pt x="121" y="0"/>
                    <a:pt x="104" y="7"/>
                    <a:pt x="93" y="19"/>
                  </a:cubicBezTo>
                  <a:cubicBezTo>
                    <a:pt x="90" y="23"/>
                    <a:pt x="86" y="27"/>
                    <a:pt x="80" y="25"/>
                  </a:cubicBezTo>
                  <a:cubicBezTo>
                    <a:pt x="71" y="21"/>
                    <a:pt x="67" y="11"/>
                    <a:pt x="57" y="8"/>
                  </a:cubicBezTo>
                  <a:cubicBezTo>
                    <a:pt x="48" y="4"/>
                    <a:pt x="38" y="5"/>
                    <a:pt x="29" y="9"/>
                  </a:cubicBezTo>
                  <a:cubicBezTo>
                    <a:pt x="20" y="14"/>
                    <a:pt x="13" y="26"/>
                    <a:pt x="1" y="24"/>
                  </a:cubicBezTo>
                  <a:cubicBezTo>
                    <a:pt x="0" y="31"/>
                    <a:pt x="0" y="34"/>
                    <a:pt x="1" y="42"/>
                  </a:cubicBezTo>
                  <a:cubicBezTo>
                    <a:pt x="1" y="44"/>
                    <a:pt x="1" y="51"/>
                    <a:pt x="1" y="55"/>
                  </a:cubicBezTo>
                  <a:cubicBezTo>
                    <a:pt x="2" y="58"/>
                    <a:pt x="7" y="56"/>
                    <a:pt x="10" y="56"/>
                  </a:cubicBezTo>
                  <a:cubicBezTo>
                    <a:pt x="14" y="55"/>
                    <a:pt x="21" y="52"/>
                    <a:pt x="24" y="50"/>
                  </a:cubicBezTo>
                  <a:cubicBezTo>
                    <a:pt x="32" y="46"/>
                    <a:pt x="35" y="37"/>
                    <a:pt x="45" y="37"/>
                  </a:cubicBezTo>
                  <a:cubicBezTo>
                    <a:pt x="52" y="37"/>
                    <a:pt x="58" y="43"/>
                    <a:pt x="63" y="47"/>
                  </a:cubicBezTo>
                  <a:cubicBezTo>
                    <a:pt x="66" y="49"/>
                    <a:pt x="69" y="52"/>
                    <a:pt x="72" y="53"/>
                  </a:cubicBezTo>
                  <a:cubicBezTo>
                    <a:pt x="82" y="57"/>
                    <a:pt x="91" y="55"/>
                    <a:pt x="100" y="50"/>
                  </a:cubicBezTo>
                  <a:cubicBezTo>
                    <a:pt x="105" y="48"/>
                    <a:pt x="109" y="44"/>
                    <a:pt x="113" y="40"/>
                  </a:cubicBezTo>
                  <a:cubicBezTo>
                    <a:pt x="116" y="37"/>
                    <a:pt x="121" y="33"/>
                    <a:pt x="126" y="36"/>
                  </a:cubicBezTo>
                  <a:cubicBezTo>
                    <a:pt x="129" y="37"/>
                    <a:pt x="132" y="42"/>
                    <a:pt x="135" y="45"/>
                  </a:cubicBezTo>
                  <a:cubicBezTo>
                    <a:pt x="144" y="54"/>
                    <a:pt x="158" y="58"/>
                    <a:pt x="171" y="53"/>
                  </a:cubicBezTo>
                  <a:cubicBezTo>
                    <a:pt x="178" y="51"/>
                    <a:pt x="184" y="47"/>
                    <a:pt x="188" y="43"/>
                  </a:cubicBezTo>
                  <a:cubicBezTo>
                    <a:pt x="193" y="39"/>
                    <a:pt x="198" y="32"/>
                    <a:pt x="205" y="38"/>
                  </a:cubicBezTo>
                  <a:cubicBezTo>
                    <a:pt x="214" y="47"/>
                    <a:pt x="224" y="56"/>
                    <a:pt x="238" y="56"/>
                  </a:cubicBezTo>
                  <a:cubicBezTo>
                    <a:pt x="246" y="56"/>
                    <a:pt x="254" y="52"/>
                    <a:pt x="260" y="47"/>
                  </a:cubicBezTo>
                  <a:cubicBezTo>
                    <a:pt x="265" y="43"/>
                    <a:pt x="268" y="37"/>
                    <a:pt x="274" y="35"/>
                  </a:cubicBezTo>
                  <a:cubicBezTo>
                    <a:pt x="280" y="33"/>
                    <a:pt x="284" y="39"/>
                    <a:pt x="287" y="43"/>
                  </a:cubicBezTo>
                  <a:cubicBezTo>
                    <a:pt x="295" y="50"/>
                    <a:pt x="304" y="56"/>
                    <a:pt x="315" y="56"/>
                  </a:cubicBezTo>
                  <a:cubicBezTo>
                    <a:pt x="320" y="56"/>
                    <a:pt x="320" y="56"/>
                    <a:pt x="320" y="56"/>
                  </a:cubicBezTo>
                  <a:cubicBezTo>
                    <a:pt x="320" y="56"/>
                    <a:pt x="320" y="51"/>
                    <a:pt x="320" y="51"/>
                  </a:cubicBezTo>
                  <a:cubicBezTo>
                    <a:pt x="320" y="43"/>
                    <a:pt x="320" y="34"/>
                    <a:pt x="320" y="26"/>
                  </a:cubicBezTo>
                  <a:cubicBezTo>
                    <a:pt x="317" y="26"/>
                    <a:pt x="314" y="26"/>
                    <a:pt x="312" y="25"/>
                  </a:cubicBezTo>
                  <a:cubicBezTo>
                    <a:pt x="306" y="22"/>
                    <a:pt x="302" y="16"/>
                    <a:pt x="297" y="12"/>
                  </a:cubicBezTo>
                  <a:cubicBezTo>
                    <a:pt x="291" y="7"/>
                    <a:pt x="284" y="5"/>
                    <a:pt x="276"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 name="Freeform 33"/>
            <p:cNvSpPr>
              <a:spLocks noEditPoints="1"/>
            </p:cNvSpPr>
            <p:nvPr/>
          </p:nvSpPr>
          <p:spPr bwMode="auto">
            <a:xfrm>
              <a:off x="9617075" y="5808663"/>
              <a:ext cx="592137" cy="731838"/>
            </a:xfrm>
            <a:custGeom>
              <a:avLst/>
              <a:gdLst>
                <a:gd name="T0" fmla="*/ 82 w 249"/>
                <a:gd name="T1" fmla="*/ 307 h 308"/>
                <a:gd name="T2" fmla="*/ 80 w 249"/>
                <a:gd name="T3" fmla="*/ 305 h 308"/>
                <a:gd name="T4" fmla="*/ 80 w 249"/>
                <a:gd name="T5" fmla="*/ 305 h 308"/>
                <a:gd name="T6" fmla="*/ 1 w 249"/>
                <a:gd name="T7" fmla="*/ 5 h 308"/>
                <a:gd name="T8" fmla="*/ 2 w 249"/>
                <a:gd name="T9" fmla="*/ 1 h 308"/>
                <a:gd name="T10" fmla="*/ 2 w 249"/>
                <a:gd name="T11" fmla="*/ 1 h 308"/>
                <a:gd name="T12" fmla="*/ 6 w 249"/>
                <a:gd name="T13" fmla="*/ 0 h 308"/>
                <a:gd name="T14" fmla="*/ 6 w 249"/>
                <a:gd name="T15" fmla="*/ 0 h 308"/>
                <a:gd name="T16" fmla="*/ 248 w 249"/>
                <a:gd name="T17" fmla="*/ 243 h 308"/>
                <a:gd name="T18" fmla="*/ 248 w 249"/>
                <a:gd name="T19" fmla="*/ 243 h 308"/>
                <a:gd name="T20" fmla="*/ 246 w 249"/>
                <a:gd name="T21" fmla="*/ 248 h 308"/>
                <a:gd name="T22" fmla="*/ 246 w 249"/>
                <a:gd name="T23" fmla="*/ 248 h 308"/>
                <a:gd name="T24" fmla="*/ 85 w 249"/>
                <a:gd name="T25" fmla="*/ 308 h 308"/>
                <a:gd name="T26" fmla="*/ 84 w 249"/>
                <a:gd name="T27" fmla="*/ 308 h 308"/>
                <a:gd name="T28" fmla="*/ 84 w 249"/>
                <a:gd name="T29" fmla="*/ 308 h 308"/>
                <a:gd name="T30" fmla="*/ 82 w 249"/>
                <a:gd name="T31" fmla="*/ 307 h 308"/>
                <a:gd name="T32" fmla="*/ 87 w 249"/>
                <a:gd name="T33" fmla="*/ 298 h 308"/>
                <a:gd name="T34" fmla="*/ 239 w 249"/>
                <a:gd name="T35" fmla="*/ 242 h 308"/>
                <a:gd name="T36" fmla="*/ 227 w 249"/>
                <a:gd name="T37" fmla="*/ 214 h 308"/>
                <a:gd name="T38" fmla="*/ 227 w 249"/>
                <a:gd name="T39" fmla="*/ 214 h 308"/>
                <a:gd name="T40" fmla="*/ 186 w 249"/>
                <a:gd name="T41" fmla="*/ 142 h 308"/>
                <a:gd name="T42" fmla="*/ 186 w 249"/>
                <a:gd name="T43" fmla="*/ 142 h 308"/>
                <a:gd name="T44" fmla="*/ 11 w 249"/>
                <a:gd name="T45" fmla="*/ 10 h 308"/>
                <a:gd name="T46" fmla="*/ 11 w 249"/>
                <a:gd name="T47" fmla="*/ 10 h 308"/>
                <a:gd name="T48" fmla="*/ 87 w 249"/>
                <a:gd name="T49" fmla="*/ 298 h 308"/>
                <a:gd name="T50" fmla="*/ 4 w 249"/>
                <a:gd name="T51" fmla="*/ 8 h 308"/>
                <a:gd name="T52" fmla="*/ 5 w 249"/>
                <a:gd name="T53" fmla="*/ 4 h 308"/>
                <a:gd name="T54" fmla="*/ 4 w 249"/>
                <a:gd name="T55" fmla="*/ 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49" h="308">
                  <a:moveTo>
                    <a:pt x="82" y="307"/>
                  </a:moveTo>
                  <a:cubicBezTo>
                    <a:pt x="81" y="307"/>
                    <a:pt x="80" y="306"/>
                    <a:pt x="80" y="305"/>
                  </a:cubicBezTo>
                  <a:cubicBezTo>
                    <a:pt x="80" y="305"/>
                    <a:pt x="80" y="305"/>
                    <a:pt x="80" y="305"/>
                  </a:cubicBezTo>
                  <a:cubicBezTo>
                    <a:pt x="1" y="5"/>
                    <a:pt x="1" y="5"/>
                    <a:pt x="1" y="5"/>
                  </a:cubicBezTo>
                  <a:cubicBezTo>
                    <a:pt x="0" y="4"/>
                    <a:pt x="1" y="2"/>
                    <a:pt x="2" y="1"/>
                  </a:cubicBezTo>
                  <a:cubicBezTo>
                    <a:pt x="2" y="1"/>
                    <a:pt x="2" y="1"/>
                    <a:pt x="2" y="1"/>
                  </a:cubicBezTo>
                  <a:cubicBezTo>
                    <a:pt x="3" y="0"/>
                    <a:pt x="4" y="0"/>
                    <a:pt x="6" y="0"/>
                  </a:cubicBezTo>
                  <a:cubicBezTo>
                    <a:pt x="6" y="0"/>
                    <a:pt x="6" y="0"/>
                    <a:pt x="6" y="0"/>
                  </a:cubicBezTo>
                  <a:cubicBezTo>
                    <a:pt x="181" y="42"/>
                    <a:pt x="248" y="243"/>
                    <a:pt x="248" y="243"/>
                  </a:cubicBezTo>
                  <a:cubicBezTo>
                    <a:pt x="248" y="243"/>
                    <a:pt x="248" y="243"/>
                    <a:pt x="248" y="243"/>
                  </a:cubicBezTo>
                  <a:cubicBezTo>
                    <a:pt x="249" y="245"/>
                    <a:pt x="248" y="247"/>
                    <a:pt x="246" y="248"/>
                  </a:cubicBezTo>
                  <a:cubicBezTo>
                    <a:pt x="246" y="248"/>
                    <a:pt x="246" y="248"/>
                    <a:pt x="246" y="248"/>
                  </a:cubicBezTo>
                  <a:cubicBezTo>
                    <a:pt x="85" y="308"/>
                    <a:pt x="85" y="308"/>
                    <a:pt x="85" y="308"/>
                  </a:cubicBezTo>
                  <a:cubicBezTo>
                    <a:pt x="85" y="308"/>
                    <a:pt x="84" y="308"/>
                    <a:pt x="84" y="308"/>
                  </a:cubicBezTo>
                  <a:cubicBezTo>
                    <a:pt x="84" y="308"/>
                    <a:pt x="84" y="308"/>
                    <a:pt x="84" y="308"/>
                  </a:cubicBezTo>
                  <a:cubicBezTo>
                    <a:pt x="83" y="308"/>
                    <a:pt x="83" y="308"/>
                    <a:pt x="82" y="307"/>
                  </a:cubicBezTo>
                  <a:close/>
                  <a:moveTo>
                    <a:pt x="87" y="298"/>
                  </a:moveTo>
                  <a:cubicBezTo>
                    <a:pt x="239" y="242"/>
                    <a:pt x="239" y="242"/>
                    <a:pt x="239" y="242"/>
                  </a:cubicBezTo>
                  <a:cubicBezTo>
                    <a:pt x="237" y="237"/>
                    <a:pt x="233" y="227"/>
                    <a:pt x="227" y="214"/>
                  </a:cubicBezTo>
                  <a:cubicBezTo>
                    <a:pt x="227" y="214"/>
                    <a:pt x="227" y="214"/>
                    <a:pt x="227" y="214"/>
                  </a:cubicBezTo>
                  <a:cubicBezTo>
                    <a:pt x="218" y="195"/>
                    <a:pt x="205" y="169"/>
                    <a:pt x="186" y="142"/>
                  </a:cubicBezTo>
                  <a:cubicBezTo>
                    <a:pt x="186" y="142"/>
                    <a:pt x="186" y="142"/>
                    <a:pt x="186" y="142"/>
                  </a:cubicBezTo>
                  <a:cubicBezTo>
                    <a:pt x="149" y="89"/>
                    <a:pt x="92" y="32"/>
                    <a:pt x="11" y="10"/>
                  </a:cubicBezTo>
                  <a:cubicBezTo>
                    <a:pt x="11" y="10"/>
                    <a:pt x="11" y="10"/>
                    <a:pt x="11" y="10"/>
                  </a:cubicBezTo>
                  <a:cubicBezTo>
                    <a:pt x="87" y="298"/>
                    <a:pt x="87" y="298"/>
                    <a:pt x="87" y="298"/>
                  </a:cubicBezTo>
                  <a:close/>
                  <a:moveTo>
                    <a:pt x="4" y="8"/>
                  </a:moveTo>
                  <a:cubicBezTo>
                    <a:pt x="5" y="4"/>
                    <a:pt x="5" y="4"/>
                    <a:pt x="5" y="4"/>
                  </a:cubicBezTo>
                  <a:cubicBezTo>
                    <a:pt x="4" y="8"/>
                    <a:pt x="4" y="8"/>
                    <a:pt x="4"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 name="Freeform 34"/>
            <p:cNvSpPr>
              <a:spLocks/>
            </p:cNvSpPr>
            <p:nvPr/>
          </p:nvSpPr>
          <p:spPr bwMode="auto">
            <a:xfrm>
              <a:off x="9763125" y="6238875"/>
              <a:ext cx="373062" cy="142875"/>
            </a:xfrm>
            <a:custGeom>
              <a:avLst/>
              <a:gdLst>
                <a:gd name="T0" fmla="*/ 150 w 157"/>
                <a:gd name="T1" fmla="*/ 59 h 60"/>
                <a:gd name="T2" fmla="*/ 22 w 157"/>
                <a:gd name="T3" fmla="*/ 8 h 60"/>
                <a:gd name="T4" fmla="*/ 22 w 157"/>
                <a:gd name="T5" fmla="*/ 8 h 60"/>
                <a:gd name="T6" fmla="*/ 4 w 157"/>
                <a:gd name="T7" fmla="*/ 9 h 60"/>
                <a:gd name="T8" fmla="*/ 4 w 157"/>
                <a:gd name="T9" fmla="*/ 9 h 60"/>
                <a:gd name="T10" fmla="*/ 0 w 157"/>
                <a:gd name="T11" fmla="*/ 5 h 60"/>
                <a:gd name="T12" fmla="*/ 0 w 157"/>
                <a:gd name="T13" fmla="*/ 5 h 60"/>
                <a:gd name="T14" fmla="*/ 3 w 157"/>
                <a:gd name="T15" fmla="*/ 0 h 60"/>
                <a:gd name="T16" fmla="*/ 3 w 157"/>
                <a:gd name="T17" fmla="*/ 0 h 60"/>
                <a:gd name="T18" fmla="*/ 22 w 157"/>
                <a:gd name="T19" fmla="*/ 0 h 60"/>
                <a:gd name="T20" fmla="*/ 22 w 157"/>
                <a:gd name="T21" fmla="*/ 0 h 60"/>
                <a:gd name="T22" fmla="*/ 156 w 157"/>
                <a:gd name="T23" fmla="*/ 53 h 60"/>
                <a:gd name="T24" fmla="*/ 156 w 157"/>
                <a:gd name="T25" fmla="*/ 53 h 60"/>
                <a:gd name="T26" fmla="*/ 155 w 157"/>
                <a:gd name="T27" fmla="*/ 59 h 60"/>
                <a:gd name="T28" fmla="*/ 155 w 157"/>
                <a:gd name="T29" fmla="*/ 59 h 60"/>
                <a:gd name="T30" fmla="*/ 153 w 157"/>
                <a:gd name="T31" fmla="*/ 60 h 60"/>
                <a:gd name="T32" fmla="*/ 153 w 157"/>
                <a:gd name="T33" fmla="*/ 60 h 60"/>
                <a:gd name="T34" fmla="*/ 150 w 157"/>
                <a:gd name="T35" fmla="*/ 5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7" h="60">
                  <a:moveTo>
                    <a:pt x="150" y="59"/>
                  </a:moveTo>
                  <a:cubicBezTo>
                    <a:pt x="113" y="14"/>
                    <a:pt x="52" y="8"/>
                    <a:pt x="22" y="8"/>
                  </a:cubicBezTo>
                  <a:cubicBezTo>
                    <a:pt x="22" y="8"/>
                    <a:pt x="22" y="8"/>
                    <a:pt x="22" y="8"/>
                  </a:cubicBezTo>
                  <a:cubicBezTo>
                    <a:pt x="11" y="8"/>
                    <a:pt x="4" y="9"/>
                    <a:pt x="4" y="9"/>
                  </a:cubicBezTo>
                  <a:cubicBezTo>
                    <a:pt x="4" y="9"/>
                    <a:pt x="4" y="9"/>
                    <a:pt x="4" y="9"/>
                  </a:cubicBezTo>
                  <a:cubicBezTo>
                    <a:pt x="2" y="9"/>
                    <a:pt x="0" y="7"/>
                    <a:pt x="0" y="5"/>
                  </a:cubicBezTo>
                  <a:cubicBezTo>
                    <a:pt x="0" y="5"/>
                    <a:pt x="0" y="5"/>
                    <a:pt x="0" y="5"/>
                  </a:cubicBezTo>
                  <a:cubicBezTo>
                    <a:pt x="0" y="3"/>
                    <a:pt x="1" y="1"/>
                    <a:pt x="3" y="0"/>
                  </a:cubicBezTo>
                  <a:cubicBezTo>
                    <a:pt x="3" y="0"/>
                    <a:pt x="3" y="0"/>
                    <a:pt x="3" y="0"/>
                  </a:cubicBezTo>
                  <a:cubicBezTo>
                    <a:pt x="4" y="0"/>
                    <a:pt x="11" y="0"/>
                    <a:pt x="22" y="0"/>
                  </a:cubicBezTo>
                  <a:cubicBezTo>
                    <a:pt x="22" y="0"/>
                    <a:pt x="22" y="0"/>
                    <a:pt x="22" y="0"/>
                  </a:cubicBezTo>
                  <a:cubicBezTo>
                    <a:pt x="53" y="0"/>
                    <a:pt x="116" y="6"/>
                    <a:pt x="156" y="53"/>
                  </a:cubicBezTo>
                  <a:cubicBezTo>
                    <a:pt x="156" y="53"/>
                    <a:pt x="156" y="53"/>
                    <a:pt x="156" y="53"/>
                  </a:cubicBezTo>
                  <a:cubicBezTo>
                    <a:pt x="157" y="55"/>
                    <a:pt x="157" y="58"/>
                    <a:pt x="155" y="59"/>
                  </a:cubicBezTo>
                  <a:cubicBezTo>
                    <a:pt x="155" y="59"/>
                    <a:pt x="155" y="59"/>
                    <a:pt x="155" y="59"/>
                  </a:cubicBezTo>
                  <a:cubicBezTo>
                    <a:pt x="155" y="60"/>
                    <a:pt x="154" y="60"/>
                    <a:pt x="153" y="60"/>
                  </a:cubicBezTo>
                  <a:cubicBezTo>
                    <a:pt x="153" y="60"/>
                    <a:pt x="153" y="60"/>
                    <a:pt x="153" y="60"/>
                  </a:cubicBezTo>
                  <a:cubicBezTo>
                    <a:pt x="152" y="60"/>
                    <a:pt x="150" y="59"/>
                    <a:pt x="150"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 name="Freeform 35"/>
            <p:cNvSpPr>
              <a:spLocks/>
            </p:cNvSpPr>
            <p:nvPr/>
          </p:nvSpPr>
          <p:spPr bwMode="auto">
            <a:xfrm>
              <a:off x="9466263" y="6096000"/>
              <a:ext cx="215900" cy="106363"/>
            </a:xfrm>
            <a:custGeom>
              <a:avLst/>
              <a:gdLst>
                <a:gd name="T0" fmla="*/ 0 w 91"/>
                <a:gd name="T1" fmla="*/ 20 h 45"/>
                <a:gd name="T2" fmla="*/ 4 w 91"/>
                <a:gd name="T3" fmla="*/ 16 h 45"/>
                <a:gd name="T4" fmla="*/ 35 w 91"/>
                <a:gd name="T5" fmla="*/ 21 h 45"/>
                <a:gd name="T6" fmla="*/ 46 w 91"/>
                <a:gd name="T7" fmla="*/ 24 h 45"/>
                <a:gd name="T8" fmla="*/ 55 w 91"/>
                <a:gd name="T9" fmla="*/ 24 h 45"/>
                <a:gd name="T10" fmla="*/ 82 w 91"/>
                <a:gd name="T11" fmla="*/ 0 h 45"/>
                <a:gd name="T12" fmla="*/ 91 w 91"/>
                <a:gd name="T13" fmla="*/ 7 h 45"/>
                <a:gd name="T14" fmla="*/ 71 w 91"/>
                <a:gd name="T15" fmla="*/ 31 h 45"/>
                <a:gd name="T16" fmla="*/ 61 w 91"/>
                <a:gd name="T17" fmla="*/ 41 h 45"/>
                <a:gd name="T18" fmla="*/ 46 w 91"/>
                <a:gd name="T19" fmla="*/ 44 h 45"/>
                <a:gd name="T20" fmla="*/ 33 w 91"/>
                <a:gd name="T21" fmla="*/ 43 h 45"/>
                <a:gd name="T22" fmla="*/ 9 w 91"/>
                <a:gd name="T23" fmla="*/ 42 h 45"/>
                <a:gd name="T24" fmla="*/ 5 w 91"/>
                <a:gd name="T25" fmla="*/ 42 h 45"/>
                <a:gd name="T26" fmla="*/ 0 w 91"/>
                <a:gd name="T27" fmla="*/ 2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1" h="45">
                  <a:moveTo>
                    <a:pt x="0" y="20"/>
                  </a:moveTo>
                  <a:cubicBezTo>
                    <a:pt x="0" y="22"/>
                    <a:pt x="3" y="16"/>
                    <a:pt x="4" y="16"/>
                  </a:cubicBezTo>
                  <a:cubicBezTo>
                    <a:pt x="12" y="15"/>
                    <a:pt x="26" y="19"/>
                    <a:pt x="35" y="21"/>
                  </a:cubicBezTo>
                  <a:cubicBezTo>
                    <a:pt x="38" y="22"/>
                    <a:pt x="42" y="23"/>
                    <a:pt x="46" y="24"/>
                  </a:cubicBezTo>
                  <a:cubicBezTo>
                    <a:pt x="49" y="25"/>
                    <a:pt x="52" y="26"/>
                    <a:pt x="55" y="24"/>
                  </a:cubicBezTo>
                  <a:cubicBezTo>
                    <a:pt x="58" y="22"/>
                    <a:pt x="76" y="5"/>
                    <a:pt x="82" y="0"/>
                  </a:cubicBezTo>
                  <a:cubicBezTo>
                    <a:pt x="82" y="0"/>
                    <a:pt x="91" y="7"/>
                    <a:pt x="91" y="7"/>
                  </a:cubicBezTo>
                  <a:cubicBezTo>
                    <a:pt x="84" y="15"/>
                    <a:pt x="78" y="22"/>
                    <a:pt x="71" y="31"/>
                  </a:cubicBezTo>
                  <a:cubicBezTo>
                    <a:pt x="68" y="34"/>
                    <a:pt x="65" y="38"/>
                    <a:pt x="61" y="41"/>
                  </a:cubicBezTo>
                  <a:cubicBezTo>
                    <a:pt x="57" y="45"/>
                    <a:pt x="52" y="44"/>
                    <a:pt x="46" y="44"/>
                  </a:cubicBezTo>
                  <a:cubicBezTo>
                    <a:pt x="42" y="43"/>
                    <a:pt x="37" y="43"/>
                    <a:pt x="33" y="43"/>
                  </a:cubicBezTo>
                  <a:cubicBezTo>
                    <a:pt x="25" y="43"/>
                    <a:pt x="17" y="42"/>
                    <a:pt x="9" y="42"/>
                  </a:cubicBezTo>
                  <a:cubicBezTo>
                    <a:pt x="9" y="42"/>
                    <a:pt x="5" y="42"/>
                    <a:pt x="5" y="42"/>
                  </a:cubicBezTo>
                  <a:cubicBezTo>
                    <a:pt x="5" y="42"/>
                    <a:pt x="0" y="20"/>
                    <a:pt x="0"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 name="Freeform 36"/>
            <p:cNvSpPr>
              <a:spLocks/>
            </p:cNvSpPr>
            <p:nvPr/>
          </p:nvSpPr>
          <p:spPr bwMode="auto">
            <a:xfrm>
              <a:off x="9420225" y="6134100"/>
              <a:ext cx="300037" cy="469900"/>
            </a:xfrm>
            <a:custGeom>
              <a:avLst/>
              <a:gdLst>
                <a:gd name="T0" fmla="*/ 116 w 126"/>
                <a:gd name="T1" fmla="*/ 109 h 198"/>
                <a:gd name="T2" fmla="*/ 80 w 126"/>
                <a:gd name="T3" fmla="*/ 92 h 198"/>
                <a:gd name="T4" fmla="*/ 69 w 126"/>
                <a:gd name="T5" fmla="*/ 86 h 198"/>
                <a:gd name="T6" fmla="*/ 51 w 126"/>
                <a:gd name="T7" fmla="*/ 44 h 198"/>
                <a:gd name="T8" fmla="*/ 37 w 126"/>
                <a:gd name="T9" fmla="*/ 9 h 198"/>
                <a:gd name="T10" fmla="*/ 25 w 126"/>
                <a:gd name="T11" fmla="*/ 0 h 198"/>
                <a:gd name="T12" fmla="*/ 6 w 126"/>
                <a:gd name="T13" fmla="*/ 13 h 198"/>
                <a:gd name="T14" fmla="*/ 5 w 126"/>
                <a:gd name="T15" fmla="*/ 54 h 198"/>
                <a:gd name="T16" fmla="*/ 11 w 126"/>
                <a:gd name="T17" fmla="*/ 71 h 198"/>
                <a:gd name="T18" fmla="*/ 35 w 126"/>
                <a:gd name="T19" fmla="*/ 116 h 198"/>
                <a:gd name="T20" fmla="*/ 64 w 126"/>
                <a:gd name="T21" fmla="*/ 125 h 198"/>
                <a:gd name="T22" fmla="*/ 89 w 126"/>
                <a:gd name="T23" fmla="*/ 130 h 198"/>
                <a:gd name="T24" fmla="*/ 98 w 126"/>
                <a:gd name="T25" fmla="*/ 151 h 198"/>
                <a:gd name="T26" fmla="*/ 102 w 126"/>
                <a:gd name="T27" fmla="*/ 178 h 198"/>
                <a:gd name="T28" fmla="*/ 104 w 126"/>
                <a:gd name="T29" fmla="*/ 197 h 198"/>
                <a:gd name="T30" fmla="*/ 121 w 126"/>
                <a:gd name="T31" fmla="*/ 198 h 198"/>
                <a:gd name="T32" fmla="*/ 123 w 126"/>
                <a:gd name="T33" fmla="*/ 152 h 198"/>
                <a:gd name="T34" fmla="*/ 120 w 126"/>
                <a:gd name="T35" fmla="*/ 113 h 198"/>
                <a:gd name="T36" fmla="*/ 116 w 126"/>
                <a:gd name="T37" fmla="*/ 109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6" h="198">
                  <a:moveTo>
                    <a:pt x="116" y="109"/>
                  </a:moveTo>
                  <a:cubicBezTo>
                    <a:pt x="108" y="98"/>
                    <a:pt x="92" y="96"/>
                    <a:pt x="80" y="92"/>
                  </a:cubicBezTo>
                  <a:cubicBezTo>
                    <a:pt x="76" y="90"/>
                    <a:pt x="72" y="88"/>
                    <a:pt x="69" y="86"/>
                  </a:cubicBezTo>
                  <a:cubicBezTo>
                    <a:pt x="58" y="76"/>
                    <a:pt x="56" y="60"/>
                    <a:pt x="51" y="44"/>
                  </a:cubicBezTo>
                  <a:cubicBezTo>
                    <a:pt x="47" y="30"/>
                    <a:pt x="46" y="21"/>
                    <a:pt x="37" y="9"/>
                  </a:cubicBezTo>
                  <a:cubicBezTo>
                    <a:pt x="34" y="4"/>
                    <a:pt x="29" y="1"/>
                    <a:pt x="25" y="0"/>
                  </a:cubicBezTo>
                  <a:cubicBezTo>
                    <a:pt x="18" y="0"/>
                    <a:pt x="10" y="4"/>
                    <a:pt x="6" y="13"/>
                  </a:cubicBezTo>
                  <a:cubicBezTo>
                    <a:pt x="0" y="25"/>
                    <a:pt x="1" y="41"/>
                    <a:pt x="5" y="54"/>
                  </a:cubicBezTo>
                  <a:cubicBezTo>
                    <a:pt x="7" y="60"/>
                    <a:pt x="9" y="66"/>
                    <a:pt x="11" y="71"/>
                  </a:cubicBezTo>
                  <a:cubicBezTo>
                    <a:pt x="16" y="87"/>
                    <a:pt x="20" y="106"/>
                    <a:pt x="35" y="116"/>
                  </a:cubicBezTo>
                  <a:cubicBezTo>
                    <a:pt x="43" y="122"/>
                    <a:pt x="54" y="124"/>
                    <a:pt x="64" y="125"/>
                  </a:cubicBezTo>
                  <a:cubicBezTo>
                    <a:pt x="72" y="126"/>
                    <a:pt x="82" y="126"/>
                    <a:pt x="89" y="130"/>
                  </a:cubicBezTo>
                  <a:cubicBezTo>
                    <a:pt x="97" y="134"/>
                    <a:pt x="97" y="144"/>
                    <a:pt x="98" y="151"/>
                  </a:cubicBezTo>
                  <a:cubicBezTo>
                    <a:pt x="99" y="160"/>
                    <a:pt x="100" y="169"/>
                    <a:pt x="102" y="178"/>
                  </a:cubicBezTo>
                  <a:cubicBezTo>
                    <a:pt x="102" y="184"/>
                    <a:pt x="103" y="190"/>
                    <a:pt x="104" y="197"/>
                  </a:cubicBezTo>
                  <a:cubicBezTo>
                    <a:pt x="121" y="198"/>
                    <a:pt x="121" y="198"/>
                    <a:pt x="121" y="198"/>
                  </a:cubicBezTo>
                  <a:cubicBezTo>
                    <a:pt x="121" y="195"/>
                    <a:pt x="123" y="163"/>
                    <a:pt x="123" y="152"/>
                  </a:cubicBezTo>
                  <a:cubicBezTo>
                    <a:pt x="124" y="139"/>
                    <a:pt x="126" y="125"/>
                    <a:pt x="120" y="113"/>
                  </a:cubicBezTo>
                  <a:cubicBezTo>
                    <a:pt x="119" y="112"/>
                    <a:pt x="118" y="110"/>
                    <a:pt x="116"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42" name="组合 441"/>
          <p:cNvGrpSpPr/>
          <p:nvPr/>
        </p:nvGrpSpPr>
        <p:grpSpPr>
          <a:xfrm>
            <a:off x="3477665" y="3998425"/>
            <a:ext cx="790574" cy="1022350"/>
            <a:chOff x="10409238" y="5741988"/>
            <a:chExt cx="790574" cy="1022350"/>
          </a:xfrm>
          <a:solidFill>
            <a:schemeClr val="tx1">
              <a:lumMod val="65000"/>
              <a:lumOff val="35000"/>
            </a:schemeClr>
          </a:solidFill>
        </p:grpSpPr>
        <p:sp>
          <p:nvSpPr>
            <p:cNvPr id="443" name="Freeform 37"/>
            <p:cNvSpPr>
              <a:spLocks/>
            </p:cNvSpPr>
            <p:nvPr/>
          </p:nvSpPr>
          <p:spPr bwMode="auto">
            <a:xfrm>
              <a:off x="10433050" y="5741988"/>
              <a:ext cx="207962" cy="209550"/>
            </a:xfrm>
            <a:custGeom>
              <a:avLst/>
              <a:gdLst>
                <a:gd name="T0" fmla="*/ 8 w 87"/>
                <a:gd name="T1" fmla="*/ 29 h 88"/>
                <a:gd name="T2" fmla="*/ 29 w 87"/>
                <a:gd name="T3" fmla="*/ 79 h 88"/>
                <a:gd name="T4" fmla="*/ 79 w 87"/>
                <a:gd name="T5" fmla="*/ 59 h 88"/>
                <a:gd name="T6" fmla="*/ 58 w 87"/>
                <a:gd name="T7" fmla="*/ 9 h 88"/>
                <a:gd name="T8" fmla="*/ 8 w 87"/>
                <a:gd name="T9" fmla="*/ 29 h 88"/>
              </a:gdLst>
              <a:ahLst/>
              <a:cxnLst>
                <a:cxn ang="0">
                  <a:pos x="T0" y="T1"/>
                </a:cxn>
                <a:cxn ang="0">
                  <a:pos x="T2" y="T3"/>
                </a:cxn>
                <a:cxn ang="0">
                  <a:pos x="T4" y="T5"/>
                </a:cxn>
                <a:cxn ang="0">
                  <a:pos x="T6" y="T7"/>
                </a:cxn>
                <a:cxn ang="0">
                  <a:pos x="T8" y="T9"/>
                </a:cxn>
              </a:cxnLst>
              <a:rect l="0" t="0" r="r" b="b"/>
              <a:pathLst>
                <a:path w="87" h="88">
                  <a:moveTo>
                    <a:pt x="8" y="29"/>
                  </a:moveTo>
                  <a:cubicBezTo>
                    <a:pt x="0" y="49"/>
                    <a:pt x="9" y="71"/>
                    <a:pt x="29" y="79"/>
                  </a:cubicBezTo>
                  <a:cubicBezTo>
                    <a:pt x="48" y="88"/>
                    <a:pt x="71" y="78"/>
                    <a:pt x="79" y="59"/>
                  </a:cubicBezTo>
                  <a:cubicBezTo>
                    <a:pt x="87" y="39"/>
                    <a:pt x="78" y="17"/>
                    <a:pt x="58" y="9"/>
                  </a:cubicBezTo>
                  <a:cubicBezTo>
                    <a:pt x="39" y="0"/>
                    <a:pt x="16" y="9"/>
                    <a:pt x="8"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 name="Freeform 38"/>
            <p:cNvSpPr>
              <a:spLocks/>
            </p:cNvSpPr>
            <p:nvPr/>
          </p:nvSpPr>
          <p:spPr bwMode="auto">
            <a:xfrm>
              <a:off x="10409238" y="5965825"/>
              <a:ext cx="261937" cy="277813"/>
            </a:xfrm>
            <a:custGeom>
              <a:avLst/>
              <a:gdLst>
                <a:gd name="T0" fmla="*/ 76 w 110"/>
                <a:gd name="T1" fmla="*/ 0 h 117"/>
                <a:gd name="T2" fmla="*/ 68 w 110"/>
                <a:gd name="T3" fmla="*/ 3 h 117"/>
                <a:gd name="T4" fmla="*/ 59 w 110"/>
                <a:gd name="T5" fmla="*/ 48 h 117"/>
                <a:gd name="T6" fmla="*/ 59 w 110"/>
                <a:gd name="T7" fmla="*/ 65 h 117"/>
                <a:gd name="T8" fmla="*/ 55 w 110"/>
                <a:gd name="T9" fmla="*/ 78 h 117"/>
                <a:gd name="T10" fmla="*/ 0 w 110"/>
                <a:gd name="T11" fmla="*/ 100 h 117"/>
                <a:gd name="T12" fmla="*/ 6 w 110"/>
                <a:gd name="T13" fmla="*/ 117 h 117"/>
                <a:gd name="T14" fmla="*/ 57 w 110"/>
                <a:gd name="T15" fmla="*/ 104 h 117"/>
                <a:gd name="T16" fmla="*/ 79 w 110"/>
                <a:gd name="T17" fmla="*/ 97 h 117"/>
                <a:gd name="T18" fmla="*/ 91 w 110"/>
                <a:gd name="T19" fmla="*/ 78 h 117"/>
                <a:gd name="T20" fmla="*/ 97 w 110"/>
                <a:gd name="T21" fmla="*/ 59 h 117"/>
                <a:gd name="T22" fmla="*/ 107 w 110"/>
                <a:gd name="T23" fmla="*/ 26 h 117"/>
                <a:gd name="T24" fmla="*/ 110 w 110"/>
                <a:gd name="T25" fmla="*/ 20 h 117"/>
                <a:gd name="T26" fmla="*/ 76 w 110"/>
                <a:gd name="T2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117">
                  <a:moveTo>
                    <a:pt x="76" y="0"/>
                  </a:moveTo>
                  <a:cubicBezTo>
                    <a:pt x="79" y="1"/>
                    <a:pt x="68" y="2"/>
                    <a:pt x="68" y="3"/>
                  </a:cubicBezTo>
                  <a:cubicBezTo>
                    <a:pt x="62" y="14"/>
                    <a:pt x="60" y="35"/>
                    <a:pt x="59" y="48"/>
                  </a:cubicBezTo>
                  <a:cubicBezTo>
                    <a:pt x="59" y="54"/>
                    <a:pt x="59" y="59"/>
                    <a:pt x="59" y="65"/>
                  </a:cubicBezTo>
                  <a:cubicBezTo>
                    <a:pt x="59" y="69"/>
                    <a:pt x="60" y="76"/>
                    <a:pt x="55" y="78"/>
                  </a:cubicBezTo>
                  <a:cubicBezTo>
                    <a:pt x="50" y="81"/>
                    <a:pt x="12" y="95"/>
                    <a:pt x="0" y="100"/>
                  </a:cubicBezTo>
                  <a:cubicBezTo>
                    <a:pt x="0" y="100"/>
                    <a:pt x="6" y="117"/>
                    <a:pt x="6" y="117"/>
                  </a:cubicBezTo>
                  <a:cubicBezTo>
                    <a:pt x="22" y="112"/>
                    <a:pt x="40" y="108"/>
                    <a:pt x="57" y="104"/>
                  </a:cubicBezTo>
                  <a:cubicBezTo>
                    <a:pt x="65" y="102"/>
                    <a:pt x="72" y="100"/>
                    <a:pt x="79" y="97"/>
                  </a:cubicBezTo>
                  <a:cubicBezTo>
                    <a:pt x="87" y="93"/>
                    <a:pt x="89" y="86"/>
                    <a:pt x="91" y="78"/>
                  </a:cubicBezTo>
                  <a:cubicBezTo>
                    <a:pt x="93" y="72"/>
                    <a:pt x="95" y="65"/>
                    <a:pt x="97" y="59"/>
                  </a:cubicBezTo>
                  <a:cubicBezTo>
                    <a:pt x="100" y="48"/>
                    <a:pt x="104" y="37"/>
                    <a:pt x="107" y="26"/>
                  </a:cubicBezTo>
                  <a:cubicBezTo>
                    <a:pt x="108" y="26"/>
                    <a:pt x="110" y="20"/>
                    <a:pt x="110" y="20"/>
                  </a:cubicBezTo>
                  <a:cubicBezTo>
                    <a:pt x="110" y="20"/>
                    <a:pt x="76" y="0"/>
                    <a:pt x="7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 name="Freeform 39"/>
            <p:cNvSpPr>
              <a:spLocks/>
            </p:cNvSpPr>
            <p:nvPr/>
          </p:nvSpPr>
          <p:spPr bwMode="auto">
            <a:xfrm>
              <a:off x="10474325" y="6010275"/>
              <a:ext cx="261937" cy="277813"/>
            </a:xfrm>
            <a:custGeom>
              <a:avLst/>
              <a:gdLst>
                <a:gd name="T0" fmla="*/ 75 w 110"/>
                <a:gd name="T1" fmla="*/ 0 h 117"/>
                <a:gd name="T2" fmla="*/ 68 w 110"/>
                <a:gd name="T3" fmla="*/ 3 h 117"/>
                <a:gd name="T4" fmla="*/ 59 w 110"/>
                <a:gd name="T5" fmla="*/ 48 h 117"/>
                <a:gd name="T6" fmla="*/ 59 w 110"/>
                <a:gd name="T7" fmla="*/ 65 h 117"/>
                <a:gd name="T8" fmla="*/ 55 w 110"/>
                <a:gd name="T9" fmla="*/ 78 h 117"/>
                <a:gd name="T10" fmla="*/ 0 w 110"/>
                <a:gd name="T11" fmla="*/ 100 h 117"/>
                <a:gd name="T12" fmla="*/ 5 w 110"/>
                <a:gd name="T13" fmla="*/ 117 h 117"/>
                <a:gd name="T14" fmla="*/ 57 w 110"/>
                <a:gd name="T15" fmla="*/ 104 h 117"/>
                <a:gd name="T16" fmla="*/ 78 w 110"/>
                <a:gd name="T17" fmla="*/ 96 h 117"/>
                <a:gd name="T18" fmla="*/ 91 w 110"/>
                <a:gd name="T19" fmla="*/ 78 h 117"/>
                <a:gd name="T20" fmla="*/ 96 w 110"/>
                <a:gd name="T21" fmla="*/ 59 h 117"/>
                <a:gd name="T22" fmla="*/ 107 w 110"/>
                <a:gd name="T23" fmla="*/ 26 h 117"/>
                <a:gd name="T24" fmla="*/ 109 w 110"/>
                <a:gd name="T25" fmla="*/ 20 h 117"/>
                <a:gd name="T26" fmla="*/ 75 w 110"/>
                <a:gd name="T2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117">
                  <a:moveTo>
                    <a:pt x="75" y="0"/>
                  </a:moveTo>
                  <a:cubicBezTo>
                    <a:pt x="79" y="1"/>
                    <a:pt x="68" y="2"/>
                    <a:pt x="68" y="3"/>
                  </a:cubicBezTo>
                  <a:cubicBezTo>
                    <a:pt x="61" y="13"/>
                    <a:pt x="60" y="35"/>
                    <a:pt x="59" y="48"/>
                  </a:cubicBezTo>
                  <a:cubicBezTo>
                    <a:pt x="59" y="53"/>
                    <a:pt x="59" y="59"/>
                    <a:pt x="59" y="65"/>
                  </a:cubicBezTo>
                  <a:cubicBezTo>
                    <a:pt x="59" y="69"/>
                    <a:pt x="59" y="75"/>
                    <a:pt x="55" y="78"/>
                  </a:cubicBezTo>
                  <a:cubicBezTo>
                    <a:pt x="50" y="81"/>
                    <a:pt x="12" y="95"/>
                    <a:pt x="0" y="100"/>
                  </a:cubicBezTo>
                  <a:cubicBezTo>
                    <a:pt x="0" y="100"/>
                    <a:pt x="5" y="117"/>
                    <a:pt x="5" y="117"/>
                  </a:cubicBezTo>
                  <a:cubicBezTo>
                    <a:pt x="22" y="112"/>
                    <a:pt x="40" y="108"/>
                    <a:pt x="57" y="104"/>
                  </a:cubicBezTo>
                  <a:cubicBezTo>
                    <a:pt x="64" y="102"/>
                    <a:pt x="72" y="100"/>
                    <a:pt x="78" y="96"/>
                  </a:cubicBezTo>
                  <a:cubicBezTo>
                    <a:pt x="87" y="92"/>
                    <a:pt x="88" y="85"/>
                    <a:pt x="91" y="78"/>
                  </a:cubicBezTo>
                  <a:cubicBezTo>
                    <a:pt x="93" y="72"/>
                    <a:pt x="94" y="64"/>
                    <a:pt x="96" y="59"/>
                  </a:cubicBezTo>
                  <a:cubicBezTo>
                    <a:pt x="100" y="48"/>
                    <a:pt x="103" y="37"/>
                    <a:pt x="107" y="26"/>
                  </a:cubicBezTo>
                  <a:cubicBezTo>
                    <a:pt x="107" y="26"/>
                    <a:pt x="110" y="20"/>
                    <a:pt x="109" y="20"/>
                  </a:cubicBezTo>
                  <a:cubicBezTo>
                    <a:pt x="109" y="20"/>
                    <a:pt x="75" y="0"/>
                    <a:pt x="7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 name="Freeform 40"/>
            <p:cNvSpPr>
              <a:spLocks/>
            </p:cNvSpPr>
            <p:nvPr/>
          </p:nvSpPr>
          <p:spPr bwMode="auto">
            <a:xfrm>
              <a:off x="10561638" y="5938838"/>
              <a:ext cx="330200" cy="712788"/>
            </a:xfrm>
            <a:custGeom>
              <a:avLst/>
              <a:gdLst>
                <a:gd name="T0" fmla="*/ 31 w 139"/>
                <a:gd name="T1" fmla="*/ 215 h 300"/>
                <a:gd name="T2" fmla="*/ 49 w 139"/>
                <a:gd name="T3" fmla="*/ 160 h 300"/>
                <a:gd name="T4" fmla="*/ 53 w 139"/>
                <a:gd name="T5" fmla="*/ 143 h 300"/>
                <a:gd name="T6" fmla="*/ 26 w 139"/>
                <a:gd name="T7" fmla="*/ 83 h 300"/>
                <a:gd name="T8" fmla="*/ 1 w 139"/>
                <a:gd name="T9" fmla="*/ 34 h 300"/>
                <a:gd name="T10" fmla="*/ 5 w 139"/>
                <a:gd name="T11" fmla="*/ 13 h 300"/>
                <a:gd name="T12" fmla="*/ 36 w 139"/>
                <a:gd name="T13" fmla="*/ 4 h 300"/>
                <a:gd name="T14" fmla="*/ 81 w 139"/>
                <a:gd name="T15" fmla="*/ 43 h 300"/>
                <a:gd name="T16" fmla="*/ 94 w 139"/>
                <a:gd name="T17" fmla="*/ 66 h 300"/>
                <a:gd name="T18" fmla="*/ 119 w 139"/>
                <a:gd name="T19" fmla="*/ 134 h 300"/>
                <a:gd name="T20" fmla="*/ 99 w 139"/>
                <a:gd name="T21" fmla="*/ 175 h 300"/>
                <a:gd name="T22" fmla="*/ 80 w 139"/>
                <a:gd name="T23" fmla="*/ 207 h 300"/>
                <a:gd name="T24" fmla="*/ 95 w 139"/>
                <a:gd name="T25" fmla="*/ 237 h 300"/>
                <a:gd name="T26" fmla="*/ 121 w 139"/>
                <a:gd name="T27" fmla="*/ 267 h 300"/>
                <a:gd name="T28" fmla="*/ 139 w 139"/>
                <a:gd name="T29" fmla="*/ 288 h 300"/>
                <a:gd name="T30" fmla="*/ 117 w 139"/>
                <a:gd name="T31" fmla="*/ 300 h 300"/>
                <a:gd name="T32" fmla="*/ 71 w 139"/>
                <a:gd name="T33" fmla="*/ 264 h 300"/>
                <a:gd name="T34" fmla="*/ 33 w 139"/>
                <a:gd name="T35" fmla="*/ 223 h 300"/>
                <a:gd name="T36" fmla="*/ 31 w 139"/>
                <a:gd name="T37" fmla="*/ 21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9" h="300">
                  <a:moveTo>
                    <a:pt x="31" y="215"/>
                  </a:moveTo>
                  <a:cubicBezTo>
                    <a:pt x="29" y="196"/>
                    <a:pt x="42" y="178"/>
                    <a:pt x="49" y="160"/>
                  </a:cubicBezTo>
                  <a:cubicBezTo>
                    <a:pt x="51" y="154"/>
                    <a:pt x="53" y="149"/>
                    <a:pt x="53" y="143"/>
                  </a:cubicBezTo>
                  <a:cubicBezTo>
                    <a:pt x="54" y="121"/>
                    <a:pt x="38" y="103"/>
                    <a:pt x="26" y="83"/>
                  </a:cubicBezTo>
                  <a:cubicBezTo>
                    <a:pt x="15" y="65"/>
                    <a:pt x="6" y="56"/>
                    <a:pt x="1" y="34"/>
                  </a:cubicBezTo>
                  <a:cubicBezTo>
                    <a:pt x="0" y="25"/>
                    <a:pt x="1" y="18"/>
                    <a:pt x="5" y="13"/>
                  </a:cubicBezTo>
                  <a:cubicBezTo>
                    <a:pt x="11" y="4"/>
                    <a:pt x="23" y="0"/>
                    <a:pt x="36" y="4"/>
                  </a:cubicBezTo>
                  <a:cubicBezTo>
                    <a:pt x="56" y="9"/>
                    <a:pt x="70" y="26"/>
                    <a:pt x="81" y="43"/>
                  </a:cubicBezTo>
                  <a:cubicBezTo>
                    <a:pt x="86" y="50"/>
                    <a:pt x="90" y="58"/>
                    <a:pt x="94" y="66"/>
                  </a:cubicBezTo>
                  <a:cubicBezTo>
                    <a:pt x="106" y="87"/>
                    <a:pt x="122" y="109"/>
                    <a:pt x="119" y="134"/>
                  </a:cubicBezTo>
                  <a:cubicBezTo>
                    <a:pt x="116" y="149"/>
                    <a:pt x="108" y="163"/>
                    <a:pt x="99" y="175"/>
                  </a:cubicBezTo>
                  <a:cubicBezTo>
                    <a:pt x="93" y="184"/>
                    <a:pt x="83" y="195"/>
                    <a:pt x="80" y="207"/>
                  </a:cubicBezTo>
                  <a:cubicBezTo>
                    <a:pt x="77" y="219"/>
                    <a:pt x="88" y="228"/>
                    <a:pt x="95" y="237"/>
                  </a:cubicBezTo>
                  <a:cubicBezTo>
                    <a:pt x="104" y="247"/>
                    <a:pt x="112" y="257"/>
                    <a:pt x="121" y="267"/>
                  </a:cubicBezTo>
                  <a:cubicBezTo>
                    <a:pt x="126" y="273"/>
                    <a:pt x="131" y="280"/>
                    <a:pt x="139" y="288"/>
                  </a:cubicBezTo>
                  <a:cubicBezTo>
                    <a:pt x="117" y="300"/>
                    <a:pt x="117" y="300"/>
                    <a:pt x="117" y="300"/>
                  </a:cubicBezTo>
                  <a:cubicBezTo>
                    <a:pt x="115" y="298"/>
                    <a:pt x="84" y="275"/>
                    <a:pt x="71" y="264"/>
                  </a:cubicBezTo>
                  <a:cubicBezTo>
                    <a:pt x="57" y="253"/>
                    <a:pt x="40" y="241"/>
                    <a:pt x="33" y="223"/>
                  </a:cubicBezTo>
                  <a:cubicBezTo>
                    <a:pt x="32" y="221"/>
                    <a:pt x="32" y="218"/>
                    <a:pt x="31" y="2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 name="Freeform 41"/>
            <p:cNvSpPr>
              <a:spLocks/>
            </p:cNvSpPr>
            <p:nvPr/>
          </p:nvSpPr>
          <p:spPr bwMode="auto">
            <a:xfrm>
              <a:off x="10426700" y="6521450"/>
              <a:ext cx="773112" cy="242888"/>
            </a:xfrm>
            <a:custGeom>
              <a:avLst/>
              <a:gdLst>
                <a:gd name="T0" fmla="*/ 1 w 325"/>
                <a:gd name="T1" fmla="*/ 84 h 102"/>
                <a:gd name="T2" fmla="*/ 4 w 325"/>
                <a:gd name="T3" fmla="*/ 77 h 102"/>
                <a:gd name="T4" fmla="*/ 4 w 325"/>
                <a:gd name="T5" fmla="*/ 77 h 102"/>
                <a:gd name="T6" fmla="*/ 11 w 325"/>
                <a:gd name="T7" fmla="*/ 80 h 102"/>
                <a:gd name="T8" fmla="*/ 11 w 325"/>
                <a:gd name="T9" fmla="*/ 80 h 102"/>
                <a:gd name="T10" fmla="*/ 11 w 325"/>
                <a:gd name="T11" fmla="*/ 80 h 102"/>
                <a:gd name="T12" fmla="*/ 11 w 325"/>
                <a:gd name="T13" fmla="*/ 80 h 102"/>
                <a:gd name="T14" fmla="*/ 12 w 325"/>
                <a:gd name="T15" fmla="*/ 81 h 102"/>
                <a:gd name="T16" fmla="*/ 12 w 325"/>
                <a:gd name="T17" fmla="*/ 81 h 102"/>
                <a:gd name="T18" fmla="*/ 16 w 325"/>
                <a:gd name="T19" fmla="*/ 85 h 102"/>
                <a:gd name="T20" fmla="*/ 16 w 325"/>
                <a:gd name="T21" fmla="*/ 85 h 102"/>
                <a:gd name="T22" fmla="*/ 37 w 325"/>
                <a:gd name="T23" fmla="*/ 91 h 102"/>
                <a:gd name="T24" fmla="*/ 37 w 325"/>
                <a:gd name="T25" fmla="*/ 91 h 102"/>
                <a:gd name="T26" fmla="*/ 56 w 325"/>
                <a:gd name="T27" fmla="*/ 88 h 102"/>
                <a:gd name="T28" fmla="*/ 56 w 325"/>
                <a:gd name="T29" fmla="*/ 88 h 102"/>
                <a:gd name="T30" fmla="*/ 317 w 325"/>
                <a:gd name="T31" fmla="*/ 1 h 102"/>
                <a:gd name="T32" fmla="*/ 324 w 325"/>
                <a:gd name="T33" fmla="*/ 5 h 102"/>
                <a:gd name="T34" fmla="*/ 324 w 325"/>
                <a:gd name="T35" fmla="*/ 5 h 102"/>
                <a:gd name="T36" fmla="*/ 321 w 325"/>
                <a:gd name="T37" fmla="*/ 12 h 102"/>
                <a:gd name="T38" fmla="*/ 321 w 325"/>
                <a:gd name="T39" fmla="*/ 12 h 102"/>
                <a:gd name="T40" fmla="*/ 59 w 325"/>
                <a:gd name="T41" fmla="*/ 99 h 102"/>
                <a:gd name="T42" fmla="*/ 37 w 325"/>
                <a:gd name="T43" fmla="*/ 102 h 102"/>
                <a:gd name="T44" fmla="*/ 37 w 325"/>
                <a:gd name="T45" fmla="*/ 102 h 102"/>
                <a:gd name="T46" fmla="*/ 36 w 325"/>
                <a:gd name="T47" fmla="*/ 102 h 102"/>
                <a:gd name="T48" fmla="*/ 36 w 325"/>
                <a:gd name="T49" fmla="*/ 102 h 102"/>
                <a:gd name="T50" fmla="*/ 1 w 325"/>
                <a:gd name="T51" fmla="*/ 84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25" h="102">
                  <a:moveTo>
                    <a:pt x="1" y="84"/>
                  </a:moveTo>
                  <a:cubicBezTo>
                    <a:pt x="0" y="81"/>
                    <a:pt x="1" y="78"/>
                    <a:pt x="4" y="77"/>
                  </a:cubicBezTo>
                  <a:cubicBezTo>
                    <a:pt x="4" y="77"/>
                    <a:pt x="4" y="77"/>
                    <a:pt x="4" y="77"/>
                  </a:cubicBezTo>
                  <a:cubicBezTo>
                    <a:pt x="6" y="76"/>
                    <a:pt x="10" y="77"/>
                    <a:pt x="11" y="80"/>
                  </a:cubicBezTo>
                  <a:cubicBezTo>
                    <a:pt x="11" y="80"/>
                    <a:pt x="11" y="80"/>
                    <a:pt x="11" y="80"/>
                  </a:cubicBezTo>
                  <a:cubicBezTo>
                    <a:pt x="11" y="80"/>
                    <a:pt x="11" y="80"/>
                    <a:pt x="11" y="80"/>
                  </a:cubicBezTo>
                  <a:cubicBezTo>
                    <a:pt x="11" y="80"/>
                    <a:pt x="11" y="80"/>
                    <a:pt x="11" y="80"/>
                  </a:cubicBezTo>
                  <a:cubicBezTo>
                    <a:pt x="11" y="80"/>
                    <a:pt x="12" y="80"/>
                    <a:pt x="12" y="81"/>
                  </a:cubicBezTo>
                  <a:cubicBezTo>
                    <a:pt x="12" y="81"/>
                    <a:pt x="12" y="81"/>
                    <a:pt x="12" y="81"/>
                  </a:cubicBezTo>
                  <a:cubicBezTo>
                    <a:pt x="13" y="82"/>
                    <a:pt x="14" y="83"/>
                    <a:pt x="16" y="85"/>
                  </a:cubicBezTo>
                  <a:cubicBezTo>
                    <a:pt x="16" y="85"/>
                    <a:pt x="16" y="85"/>
                    <a:pt x="16" y="85"/>
                  </a:cubicBezTo>
                  <a:cubicBezTo>
                    <a:pt x="20" y="88"/>
                    <a:pt x="26" y="91"/>
                    <a:pt x="37" y="91"/>
                  </a:cubicBezTo>
                  <a:cubicBezTo>
                    <a:pt x="37" y="91"/>
                    <a:pt x="37" y="91"/>
                    <a:pt x="37" y="91"/>
                  </a:cubicBezTo>
                  <a:cubicBezTo>
                    <a:pt x="42" y="91"/>
                    <a:pt x="48" y="90"/>
                    <a:pt x="56" y="88"/>
                  </a:cubicBezTo>
                  <a:cubicBezTo>
                    <a:pt x="56" y="88"/>
                    <a:pt x="56" y="88"/>
                    <a:pt x="56" y="88"/>
                  </a:cubicBezTo>
                  <a:cubicBezTo>
                    <a:pt x="317" y="1"/>
                    <a:pt x="317" y="1"/>
                    <a:pt x="317" y="1"/>
                  </a:cubicBezTo>
                  <a:cubicBezTo>
                    <a:pt x="320" y="0"/>
                    <a:pt x="323" y="2"/>
                    <a:pt x="324" y="5"/>
                  </a:cubicBezTo>
                  <a:cubicBezTo>
                    <a:pt x="324" y="5"/>
                    <a:pt x="324" y="5"/>
                    <a:pt x="324" y="5"/>
                  </a:cubicBezTo>
                  <a:cubicBezTo>
                    <a:pt x="325" y="8"/>
                    <a:pt x="324" y="11"/>
                    <a:pt x="321" y="12"/>
                  </a:cubicBezTo>
                  <a:cubicBezTo>
                    <a:pt x="321" y="12"/>
                    <a:pt x="321" y="12"/>
                    <a:pt x="321" y="12"/>
                  </a:cubicBezTo>
                  <a:cubicBezTo>
                    <a:pt x="59" y="99"/>
                    <a:pt x="59" y="99"/>
                    <a:pt x="59" y="99"/>
                  </a:cubicBezTo>
                  <a:cubicBezTo>
                    <a:pt x="51" y="101"/>
                    <a:pt x="43" y="102"/>
                    <a:pt x="37" y="102"/>
                  </a:cubicBezTo>
                  <a:cubicBezTo>
                    <a:pt x="37" y="102"/>
                    <a:pt x="37" y="102"/>
                    <a:pt x="37" y="102"/>
                  </a:cubicBezTo>
                  <a:cubicBezTo>
                    <a:pt x="37" y="102"/>
                    <a:pt x="36" y="102"/>
                    <a:pt x="36" y="102"/>
                  </a:cubicBezTo>
                  <a:cubicBezTo>
                    <a:pt x="36" y="102"/>
                    <a:pt x="36" y="102"/>
                    <a:pt x="36" y="102"/>
                  </a:cubicBezTo>
                  <a:cubicBezTo>
                    <a:pt x="10" y="102"/>
                    <a:pt x="1" y="85"/>
                    <a:pt x="1"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 name="Freeform 42"/>
            <p:cNvSpPr>
              <a:spLocks/>
            </p:cNvSpPr>
            <p:nvPr/>
          </p:nvSpPr>
          <p:spPr bwMode="auto">
            <a:xfrm>
              <a:off x="10514013" y="6253163"/>
              <a:ext cx="611187" cy="73025"/>
            </a:xfrm>
            <a:custGeom>
              <a:avLst/>
              <a:gdLst>
                <a:gd name="T0" fmla="*/ 252 w 257"/>
                <a:gd name="T1" fmla="*/ 31 h 31"/>
                <a:gd name="T2" fmla="*/ 4 w 257"/>
                <a:gd name="T3" fmla="*/ 8 h 31"/>
                <a:gd name="T4" fmla="*/ 0 w 257"/>
                <a:gd name="T5" fmla="*/ 4 h 31"/>
                <a:gd name="T6" fmla="*/ 0 w 257"/>
                <a:gd name="T7" fmla="*/ 4 h 31"/>
                <a:gd name="T8" fmla="*/ 5 w 257"/>
                <a:gd name="T9" fmla="*/ 0 h 31"/>
                <a:gd name="T10" fmla="*/ 5 w 257"/>
                <a:gd name="T11" fmla="*/ 0 h 31"/>
                <a:gd name="T12" fmla="*/ 253 w 257"/>
                <a:gd name="T13" fmla="*/ 23 h 31"/>
                <a:gd name="T14" fmla="*/ 257 w 257"/>
                <a:gd name="T15" fmla="*/ 27 h 31"/>
                <a:gd name="T16" fmla="*/ 257 w 257"/>
                <a:gd name="T17" fmla="*/ 27 h 31"/>
                <a:gd name="T18" fmla="*/ 252 w 257"/>
                <a:gd name="T19" fmla="*/ 31 h 31"/>
                <a:gd name="T20" fmla="*/ 252 w 257"/>
                <a:gd name="T21" fmla="*/ 31 h 31"/>
                <a:gd name="T22" fmla="*/ 252 w 257"/>
                <a:gd name="T23"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7" h="31">
                  <a:moveTo>
                    <a:pt x="252" y="31"/>
                  </a:moveTo>
                  <a:cubicBezTo>
                    <a:pt x="4" y="8"/>
                    <a:pt x="4" y="8"/>
                    <a:pt x="4" y="8"/>
                  </a:cubicBezTo>
                  <a:cubicBezTo>
                    <a:pt x="2" y="8"/>
                    <a:pt x="0" y="6"/>
                    <a:pt x="0" y="4"/>
                  </a:cubicBezTo>
                  <a:cubicBezTo>
                    <a:pt x="0" y="4"/>
                    <a:pt x="0" y="4"/>
                    <a:pt x="0" y="4"/>
                  </a:cubicBezTo>
                  <a:cubicBezTo>
                    <a:pt x="1" y="2"/>
                    <a:pt x="3" y="0"/>
                    <a:pt x="5" y="0"/>
                  </a:cubicBezTo>
                  <a:cubicBezTo>
                    <a:pt x="5" y="0"/>
                    <a:pt x="5" y="0"/>
                    <a:pt x="5" y="0"/>
                  </a:cubicBezTo>
                  <a:cubicBezTo>
                    <a:pt x="253" y="23"/>
                    <a:pt x="253" y="23"/>
                    <a:pt x="253" y="23"/>
                  </a:cubicBezTo>
                  <a:cubicBezTo>
                    <a:pt x="255" y="23"/>
                    <a:pt x="257" y="25"/>
                    <a:pt x="257" y="27"/>
                  </a:cubicBezTo>
                  <a:cubicBezTo>
                    <a:pt x="257" y="27"/>
                    <a:pt x="257" y="27"/>
                    <a:pt x="257" y="27"/>
                  </a:cubicBezTo>
                  <a:cubicBezTo>
                    <a:pt x="256" y="29"/>
                    <a:pt x="255" y="31"/>
                    <a:pt x="252" y="31"/>
                  </a:cubicBezTo>
                  <a:cubicBezTo>
                    <a:pt x="252" y="31"/>
                    <a:pt x="252" y="31"/>
                    <a:pt x="252" y="31"/>
                  </a:cubicBezTo>
                  <a:cubicBezTo>
                    <a:pt x="252" y="31"/>
                    <a:pt x="252" y="31"/>
                    <a:pt x="252"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 name="Freeform 43"/>
            <p:cNvSpPr>
              <a:spLocks/>
            </p:cNvSpPr>
            <p:nvPr/>
          </p:nvSpPr>
          <p:spPr bwMode="auto">
            <a:xfrm>
              <a:off x="11056938" y="6272213"/>
              <a:ext cx="20637" cy="90488"/>
            </a:xfrm>
            <a:custGeom>
              <a:avLst/>
              <a:gdLst>
                <a:gd name="T0" fmla="*/ 0 w 9"/>
                <a:gd name="T1" fmla="*/ 34 h 38"/>
                <a:gd name="T2" fmla="*/ 0 w 9"/>
                <a:gd name="T3" fmla="*/ 4 h 38"/>
                <a:gd name="T4" fmla="*/ 4 w 9"/>
                <a:gd name="T5" fmla="*/ 0 h 38"/>
                <a:gd name="T6" fmla="*/ 4 w 9"/>
                <a:gd name="T7" fmla="*/ 0 h 38"/>
                <a:gd name="T8" fmla="*/ 9 w 9"/>
                <a:gd name="T9" fmla="*/ 4 h 38"/>
                <a:gd name="T10" fmla="*/ 9 w 9"/>
                <a:gd name="T11" fmla="*/ 4 h 38"/>
                <a:gd name="T12" fmla="*/ 9 w 9"/>
                <a:gd name="T13" fmla="*/ 34 h 38"/>
                <a:gd name="T14" fmla="*/ 4 w 9"/>
                <a:gd name="T15" fmla="*/ 38 h 38"/>
                <a:gd name="T16" fmla="*/ 4 w 9"/>
                <a:gd name="T17" fmla="*/ 38 h 38"/>
                <a:gd name="T18" fmla="*/ 0 w 9"/>
                <a:gd name="T19" fmla="*/ 3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38">
                  <a:moveTo>
                    <a:pt x="0" y="34"/>
                  </a:moveTo>
                  <a:cubicBezTo>
                    <a:pt x="0" y="4"/>
                    <a:pt x="0" y="4"/>
                    <a:pt x="0" y="4"/>
                  </a:cubicBezTo>
                  <a:cubicBezTo>
                    <a:pt x="0" y="2"/>
                    <a:pt x="2" y="0"/>
                    <a:pt x="4" y="0"/>
                  </a:cubicBezTo>
                  <a:cubicBezTo>
                    <a:pt x="4" y="0"/>
                    <a:pt x="4" y="0"/>
                    <a:pt x="4" y="0"/>
                  </a:cubicBezTo>
                  <a:cubicBezTo>
                    <a:pt x="7" y="0"/>
                    <a:pt x="9" y="2"/>
                    <a:pt x="9" y="4"/>
                  </a:cubicBezTo>
                  <a:cubicBezTo>
                    <a:pt x="9" y="4"/>
                    <a:pt x="9" y="4"/>
                    <a:pt x="9" y="4"/>
                  </a:cubicBezTo>
                  <a:cubicBezTo>
                    <a:pt x="9" y="34"/>
                    <a:pt x="9" y="34"/>
                    <a:pt x="9" y="34"/>
                  </a:cubicBezTo>
                  <a:cubicBezTo>
                    <a:pt x="9" y="36"/>
                    <a:pt x="7" y="38"/>
                    <a:pt x="4" y="38"/>
                  </a:cubicBezTo>
                  <a:cubicBezTo>
                    <a:pt x="4" y="38"/>
                    <a:pt x="4" y="38"/>
                    <a:pt x="4" y="38"/>
                  </a:cubicBezTo>
                  <a:cubicBezTo>
                    <a:pt x="2" y="38"/>
                    <a:pt x="0" y="36"/>
                    <a:pt x="0"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50" name="组合 449"/>
          <p:cNvGrpSpPr/>
          <p:nvPr/>
        </p:nvGrpSpPr>
        <p:grpSpPr>
          <a:xfrm>
            <a:off x="1111460" y="5399261"/>
            <a:ext cx="931863" cy="976313"/>
            <a:chOff x="5368925" y="5775325"/>
            <a:chExt cx="931863" cy="976313"/>
          </a:xfrm>
          <a:solidFill>
            <a:schemeClr val="tx1">
              <a:lumMod val="65000"/>
              <a:lumOff val="35000"/>
            </a:schemeClr>
          </a:solidFill>
        </p:grpSpPr>
        <p:sp>
          <p:nvSpPr>
            <p:cNvPr id="451" name="Freeform 51"/>
            <p:cNvSpPr>
              <a:spLocks/>
            </p:cNvSpPr>
            <p:nvPr/>
          </p:nvSpPr>
          <p:spPr bwMode="auto">
            <a:xfrm>
              <a:off x="5651500" y="5775325"/>
              <a:ext cx="209550" cy="211138"/>
            </a:xfrm>
            <a:custGeom>
              <a:avLst/>
              <a:gdLst>
                <a:gd name="T0" fmla="*/ 81 w 88"/>
                <a:gd name="T1" fmla="*/ 32 h 89"/>
                <a:gd name="T2" fmla="*/ 56 w 88"/>
                <a:gd name="T3" fmla="*/ 82 h 89"/>
                <a:gd name="T4" fmla="*/ 6 w 88"/>
                <a:gd name="T5" fmla="*/ 57 h 89"/>
                <a:gd name="T6" fmla="*/ 31 w 88"/>
                <a:gd name="T7" fmla="*/ 7 h 89"/>
                <a:gd name="T8" fmla="*/ 81 w 88"/>
                <a:gd name="T9" fmla="*/ 32 h 89"/>
              </a:gdLst>
              <a:ahLst/>
              <a:cxnLst>
                <a:cxn ang="0">
                  <a:pos x="T0" y="T1"/>
                </a:cxn>
                <a:cxn ang="0">
                  <a:pos x="T2" y="T3"/>
                </a:cxn>
                <a:cxn ang="0">
                  <a:pos x="T4" y="T5"/>
                </a:cxn>
                <a:cxn ang="0">
                  <a:pos x="T6" y="T7"/>
                </a:cxn>
                <a:cxn ang="0">
                  <a:pos x="T8" y="T9"/>
                </a:cxn>
              </a:cxnLst>
              <a:rect l="0" t="0" r="r" b="b"/>
              <a:pathLst>
                <a:path w="88" h="89">
                  <a:moveTo>
                    <a:pt x="81" y="32"/>
                  </a:moveTo>
                  <a:cubicBezTo>
                    <a:pt x="88" y="53"/>
                    <a:pt x="77" y="75"/>
                    <a:pt x="56" y="82"/>
                  </a:cubicBezTo>
                  <a:cubicBezTo>
                    <a:pt x="36" y="89"/>
                    <a:pt x="13" y="77"/>
                    <a:pt x="6" y="57"/>
                  </a:cubicBezTo>
                  <a:cubicBezTo>
                    <a:pt x="0" y="36"/>
                    <a:pt x="11" y="14"/>
                    <a:pt x="31" y="7"/>
                  </a:cubicBezTo>
                  <a:cubicBezTo>
                    <a:pt x="52" y="0"/>
                    <a:pt x="74" y="11"/>
                    <a:pt x="81"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 name="Freeform 52"/>
            <p:cNvSpPr>
              <a:spLocks/>
            </p:cNvSpPr>
            <p:nvPr/>
          </p:nvSpPr>
          <p:spPr bwMode="auto">
            <a:xfrm>
              <a:off x="5572125" y="5962650"/>
              <a:ext cx="620712" cy="788988"/>
            </a:xfrm>
            <a:custGeom>
              <a:avLst/>
              <a:gdLst>
                <a:gd name="T0" fmla="*/ 51 w 261"/>
                <a:gd name="T1" fmla="*/ 99 h 332"/>
                <a:gd name="T2" fmla="*/ 51 w 261"/>
                <a:gd name="T3" fmla="*/ 99 h 332"/>
                <a:gd name="T4" fmla="*/ 58 w 261"/>
                <a:gd name="T5" fmla="*/ 84 h 332"/>
                <a:gd name="T6" fmla="*/ 58 w 261"/>
                <a:gd name="T7" fmla="*/ 84 h 332"/>
                <a:gd name="T8" fmla="*/ 58 w 261"/>
                <a:gd name="T9" fmla="*/ 83 h 332"/>
                <a:gd name="T10" fmla="*/ 73 w 261"/>
                <a:gd name="T11" fmla="*/ 37 h 332"/>
                <a:gd name="T12" fmla="*/ 107 w 261"/>
                <a:gd name="T13" fmla="*/ 5 h 332"/>
                <a:gd name="T14" fmla="*/ 171 w 261"/>
                <a:gd name="T15" fmla="*/ 13 h 332"/>
                <a:gd name="T16" fmla="*/ 206 w 261"/>
                <a:gd name="T17" fmla="*/ 24 h 332"/>
                <a:gd name="T18" fmla="*/ 221 w 261"/>
                <a:gd name="T19" fmla="*/ 40 h 332"/>
                <a:gd name="T20" fmla="*/ 231 w 261"/>
                <a:gd name="T21" fmla="*/ 102 h 332"/>
                <a:gd name="T22" fmla="*/ 215 w 261"/>
                <a:gd name="T23" fmla="*/ 105 h 332"/>
                <a:gd name="T24" fmla="*/ 194 w 261"/>
                <a:gd name="T25" fmla="*/ 49 h 332"/>
                <a:gd name="T26" fmla="*/ 161 w 261"/>
                <a:gd name="T27" fmla="*/ 44 h 332"/>
                <a:gd name="T28" fmla="*/ 195 w 261"/>
                <a:gd name="T29" fmla="*/ 108 h 332"/>
                <a:gd name="T30" fmla="*/ 220 w 261"/>
                <a:gd name="T31" fmla="*/ 152 h 332"/>
                <a:gd name="T32" fmla="*/ 245 w 261"/>
                <a:gd name="T33" fmla="*/ 213 h 332"/>
                <a:gd name="T34" fmla="*/ 191 w 261"/>
                <a:gd name="T35" fmla="*/ 187 h 332"/>
                <a:gd name="T36" fmla="*/ 172 w 261"/>
                <a:gd name="T37" fmla="*/ 165 h 332"/>
                <a:gd name="T38" fmla="*/ 159 w 261"/>
                <a:gd name="T39" fmla="*/ 159 h 332"/>
                <a:gd name="T40" fmla="*/ 149 w 261"/>
                <a:gd name="T41" fmla="*/ 168 h 332"/>
                <a:gd name="T42" fmla="*/ 122 w 261"/>
                <a:gd name="T43" fmla="*/ 221 h 332"/>
                <a:gd name="T44" fmla="*/ 125 w 261"/>
                <a:gd name="T45" fmla="*/ 271 h 332"/>
                <a:gd name="T46" fmla="*/ 131 w 261"/>
                <a:gd name="T47" fmla="*/ 315 h 332"/>
                <a:gd name="T48" fmla="*/ 133 w 261"/>
                <a:gd name="T49" fmla="*/ 332 h 332"/>
                <a:gd name="T50" fmla="*/ 107 w 261"/>
                <a:gd name="T51" fmla="*/ 332 h 332"/>
                <a:gd name="T52" fmla="*/ 93 w 261"/>
                <a:gd name="T53" fmla="*/ 275 h 332"/>
                <a:gd name="T54" fmla="*/ 86 w 261"/>
                <a:gd name="T55" fmla="*/ 212 h 332"/>
                <a:gd name="T56" fmla="*/ 97 w 261"/>
                <a:gd name="T57" fmla="*/ 178 h 332"/>
                <a:gd name="T58" fmla="*/ 110 w 261"/>
                <a:gd name="T59" fmla="*/ 145 h 332"/>
                <a:gd name="T60" fmla="*/ 113 w 261"/>
                <a:gd name="T61" fmla="*/ 138 h 332"/>
                <a:gd name="T62" fmla="*/ 91 w 261"/>
                <a:gd name="T63" fmla="*/ 71 h 332"/>
                <a:gd name="T64" fmla="*/ 77 w 261"/>
                <a:gd name="T65" fmla="*/ 110 h 332"/>
                <a:gd name="T66" fmla="*/ 59 w 261"/>
                <a:gd name="T67" fmla="*/ 122 h 332"/>
                <a:gd name="T68" fmla="*/ 0 w 261"/>
                <a:gd name="T69" fmla="*/ 118 h 332"/>
                <a:gd name="T70" fmla="*/ 1 w 261"/>
                <a:gd name="T71" fmla="*/ 105 h 332"/>
                <a:gd name="T72" fmla="*/ 51 w 261"/>
                <a:gd name="T73" fmla="*/ 99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61" h="332">
                  <a:moveTo>
                    <a:pt x="51" y="99"/>
                  </a:moveTo>
                  <a:cubicBezTo>
                    <a:pt x="51" y="99"/>
                    <a:pt x="51" y="99"/>
                    <a:pt x="51" y="99"/>
                  </a:cubicBezTo>
                  <a:cubicBezTo>
                    <a:pt x="53" y="98"/>
                    <a:pt x="54" y="96"/>
                    <a:pt x="58" y="84"/>
                  </a:cubicBezTo>
                  <a:cubicBezTo>
                    <a:pt x="58" y="84"/>
                    <a:pt x="58" y="84"/>
                    <a:pt x="58" y="84"/>
                  </a:cubicBezTo>
                  <a:cubicBezTo>
                    <a:pt x="58" y="83"/>
                    <a:pt x="58" y="83"/>
                    <a:pt x="58" y="83"/>
                  </a:cubicBezTo>
                  <a:cubicBezTo>
                    <a:pt x="58" y="83"/>
                    <a:pt x="68" y="49"/>
                    <a:pt x="73" y="37"/>
                  </a:cubicBezTo>
                  <a:cubicBezTo>
                    <a:pt x="79" y="21"/>
                    <a:pt x="90" y="10"/>
                    <a:pt x="107" y="5"/>
                  </a:cubicBezTo>
                  <a:cubicBezTo>
                    <a:pt x="126" y="0"/>
                    <a:pt x="149" y="7"/>
                    <a:pt x="171" y="13"/>
                  </a:cubicBezTo>
                  <a:cubicBezTo>
                    <a:pt x="182" y="16"/>
                    <a:pt x="196" y="19"/>
                    <a:pt x="206" y="24"/>
                  </a:cubicBezTo>
                  <a:cubicBezTo>
                    <a:pt x="206" y="24"/>
                    <a:pt x="218" y="27"/>
                    <a:pt x="221" y="40"/>
                  </a:cubicBezTo>
                  <a:cubicBezTo>
                    <a:pt x="231" y="102"/>
                    <a:pt x="231" y="102"/>
                    <a:pt x="231" y="102"/>
                  </a:cubicBezTo>
                  <a:cubicBezTo>
                    <a:pt x="215" y="105"/>
                    <a:pt x="215" y="105"/>
                    <a:pt x="215" y="105"/>
                  </a:cubicBezTo>
                  <a:cubicBezTo>
                    <a:pt x="194" y="49"/>
                    <a:pt x="194" y="49"/>
                    <a:pt x="194" y="49"/>
                  </a:cubicBezTo>
                  <a:cubicBezTo>
                    <a:pt x="190" y="49"/>
                    <a:pt x="170" y="45"/>
                    <a:pt x="161" y="44"/>
                  </a:cubicBezTo>
                  <a:cubicBezTo>
                    <a:pt x="166" y="53"/>
                    <a:pt x="182" y="83"/>
                    <a:pt x="195" y="108"/>
                  </a:cubicBezTo>
                  <a:cubicBezTo>
                    <a:pt x="203" y="123"/>
                    <a:pt x="212" y="137"/>
                    <a:pt x="220" y="152"/>
                  </a:cubicBezTo>
                  <a:cubicBezTo>
                    <a:pt x="226" y="163"/>
                    <a:pt x="261" y="211"/>
                    <a:pt x="245" y="213"/>
                  </a:cubicBezTo>
                  <a:cubicBezTo>
                    <a:pt x="222" y="216"/>
                    <a:pt x="205" y="204"/>
                    <a:pt x="191" y="187"/>
                  </a:cubicBezTo>
                  <a:cubicBezTo>
                    <a:pt x="185" y="180"/>
                    <a:pt x="178" y="172"/>
                    <a:pt x="172" y="165"/>
                  </a:cubicBezTo>
                  <a:cubicBezTo>
                    <a:pt x="169" y="161"/>
                    <a:pt x="163" y="158"/>
                    <a:pt x="159" y="159"/>
                  </a:cubicBezTo>
                  <a:cubicBezTo>
                    <a:pt x="154" y="160"/>
                    <a:pt x="151" y="164"/>
                    <a:pt x="149" y="168"/>
                  </a:cubicBezTo>
                  <a:cubicBezTo>
                    <a:pt x="139" y="184"/>
                    <a:pt x="129" y="203"/>
                    <a:pt x="122" y="221"/>
                  </a:cubicBezTo>
                  <a:cubicBezTo>
                    <a:pt x="117" y="235"/>
                    <a:pt x="122" y="257"/>
                    <a:pt x="125" y="271"/>
                  </a:cubicBezTo>
                  <a:cubicBezTo>
                    <a:pt x="127" y="288"/>
                    <a:pt x="128" y="298"/>
                    <a:pt x="131" y="315"/>
                  </a:cubicBezTo>
                  <a:cubicBezTo>
                    <a:pt x="131" y="317"/>
                    <a:pt x="133" y="330"/>
                    <a:pt x="133" y="332"/>
                  </a:cubicBezTo>
                  <a:cubicBezTo>
                    <a:pt x="107" y="332"/>
                    <a:pt x="107" y="332"/>
                    <a:pt x="107" y="332"/>
                  </a:cubicBezTo>
                  <a:cubicBezTo>
                    <a:pt x="103" y="315"/>
                    <a:pt x="97" y="292"/>
                    <a:pt x="93" y="275"/>
                  </a:cubicBezTo>
                  <a:cubicBezTo>
                    <a:pt x="88" y="256"/>
                    <a:pt x="81" y="233"/>
                    <a:pt x="86" y="212"/>
                  </a:cubicBezTo>
                  <a:cubicBezTo>
                    <a:pt x="89" y="200"/>
                    <a:pt x="92" y="189"/>
                    <a:pt x="97" y="178"/>
                  </a:cubicBezTo>
                  <a:cubicBezTo>
                    <a:pt x="102" y="166"/>
                    <a:pt x="106" y="157"/>
                    <a:pt x="110" y="145"/>
                  </a:cubicBezTo>
                  <a:cubicBezTo>
                    <a:pt x="111" y="144"/>
                    <a:pt x="113" y="139"/>
                    <a:pt x="113" y="138"/>
                  </a:cubicBezTo>
                  <a:cubicBezTo>
                    <a:pt x="113" y="138"/>
                    <a:pt x="91" y="71"/>
                    <a:pt x="91" y="71"/>
                  </a:cubicBezTo>
                  <a:cubicBezTo>
                    <a:pt x="77" y="110"/>
                    <a:pt x="77" y="110"/>
                    <a:pt x="77" y="110"/>
                  </a:cubicBezTo>
                  <a:cubicBezTo>
                    <a:pt x="77" y="109"/>
                    <a:pt x="75" y="121"/>
                    <a:pt x="59" y="122"/>
                  </a:cubicBezTo>
                  <a:cubicBezTo>
                    <a:pt x="0" y="118"/>
                    <a:pt x="0" y="118"/>
                    <a:pt x="0" y="118"/>
                  </a:cubicBezTo>
                  <a:cubicBezTo>
                    <a:pt x="1" y="105"/>
                    <a:pt x="1" y="105"/>
                    <a:pt x="1" y="105"/>
                  </a:cubicBezTo>
                  <a:lnTo>
                    <a:pt x="51" y="9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 name="Freeform 53"/>
            <p:cNvSpPr>
              <a:spLocks/>
            </p:cNvSpPr>
            <p:nvPr/>
          </p:nvSpPr>
          <p:spPr bwMode="auto">
            <a:xfrm>
              <a:off x="5951538" y="6067425"/>
              <a:ext cx="349250" cy="674688"/>
            </a:xfrm>
            <a:custGeom>
              <a:avLst/>
              <a:gdLst>
                <a:gd name="T0" fmla="*/ 2 w 147"/>
                <a:gd name="T1" fmla="*/ 0 h 284"/>
                <a:gd name="T2" fmla="*/ 147 w 147"/>
                <a:gd name="T3" fmla="*/ 282 h 284"/>
                <a:gd name="T4" fmla="*/ 119 w 147"/>
                <a:gd name="T5" fmla="*/ 284 h 284"/>
                <a:gd name="T6" fmla="*/ 0 w 147"/>
                <a:gd name="T7" fmla="*/ 115 h 284"/>
                <a:gd name="T8" fmla="*/ 2 w 147"/>
                <a:gd name="T9" fmla="*/ 0 h 284"/>
              </a:gdLst>
              <a:ahLst/>
              <a:cxnLst>
                <a:cxn ang="0">
                  <a:pos x="T0" y="T1"/>
                </a:cxn>
                <a:cxn ang="0">
                  <a:pos x="T2" y="T3"/>
                </a:cxn>
                <a:cxn ang="0">
                  <a:pos x="T4" y="T5"/>
                </a:cxn>
                <a:cxn ang="0">
                  <a:pos x="T6" y="T7"/>
                </a:cxn>
                <a:cxn ang="0">
                  <a:pos x="T8" y="T9"/>
                </a:cxn>
              </a:cxnLst>
              <a:rect l="0" t="0" r="r" b="b"/>
              <a:pathLst>
                <a:path w="147" h="284">
                  <a:moveTo>
                    <a:pt x="2" y="0"/>
                  </a:moveTo>
                  <a:cubicBezTo>
                    <a:pt x="2" y="0"/>
                    <a:pt x="121" y="202"/>
                    <a:pt x="147" y="282"/>
                  </a:cubicBezTo>
                  <a:cubicBezTo>
                    <a:pt x="119" y="284"/>
                    <a:pt x="119" y="284"/>
                    <a:pt x="119" y="284"/>
                  </a:cubicBezTo>
                  <a:cubicBezTo>
                    <a:pt x="119" y="284"/>
                    <a:pt x="23" y="111"/>
                    <a:pt x="0" y="115"/>
                  </a:cubicBez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 name="Freeform 54"/>
            <p:cNvSpPr>
              <a:spLocks noEditPoints="1"/>
            </p:cNvSpPr>
            <p:nvPr/>
          </p:nvSpPr>
          <p:spPr bwMode="auto">
            <a:xfrm>
              <a:off x="5368925" y="5924550"/>
              <a:ext cx="171450" cy="190500"/>
            </a:xfrm>
            <a:custGeom>
              <a:avLst/>
              <a:gdLst>
                <a:gd name="T0" fmla="*/ 6 w 72"/>
                <a:gd name="T1" fmla="*/ 56 h 80"/>
                <a:gd name="T2" fmla="*/ 0 w 72"/>
                <a:gd name="T3" fmla="*/ 34 h 80"/>
                <a:gd name="T4" fmla="*/ 0 w 72"/>
                <a:gd name="T5" fmla="*/ 34 h 80"/>
                <a:gd name="T6" fmla="*/ 17 w 72"/>
                <a:gd name="T7" fmla="*/ 4 h 80"/>
                <a:gd name="T8" fmla="*/ 17 w 72"/>
                <a:gd name="T9" fmla="*/ 4 h 80"/>
                <a:gd name="T10" fmla="*/ 31 w 72"/>
                <a:gd name="T11" fmla="*/ 0 h 80"/>
                <a:gd name="T12" fmla="*/ 31 w 72"/>
                <a:gd name="T13" fmla="*/ 0 h 80"/>
                <a:gd name="T14" fmla="*/ 66 w 72"/>
                <a:gd name="T15" fmla="*/ 24 h 80"/>
                <a:gd name="T16" fmla="*/ 66 w 72"/>
                <a:gd name="T17" fmla="*/ 24 h 80"/>
                <a:gd name="T18" fmla="*/ 63 w 72"/>
                <a:gd name="T19" fmla="*/ 26 h 80"/>
                <a:gd name="T20" fmla="*/ 66 w 72"/>
                <a:gd name="T21" fmla="*/ 24 h 80"/>
                <a:gd name="T22" fmla="*/ 72 w 72"/>
                <a:gd name="T23" fmla="*/ 46 h 80"/>
                <a:gd name="T24" fmla="*/ 72 w 72"/>
                <a:gd name="T25" fmla="*/ 46 h 80"/>
                <a:gd name="T26" fmla="*/ 55 w 72"/>
                <a:gd name="T27" fmla="*/ 76 h 80"/>
                <a:gd name="T28" fmla="*/ 55 w 72"/>
                <a:gd name="T29" fmla="*/ 76 h 80"/>
                <a:gd name="T30" fmla="*/ 41 w 72"/>
                <a:gd name="T31" fmla="*/ 80 h 80"/>
                <a:gd name="T32" fmla="*/ 41 w 72"/>
                <a:gd name="T33" fmla="*/ 80 h 80"/>
                <a:gd name="T34" fmla="*/ 6 w 72"/>
                <a:gd name="T35" fmla="*/ 56 h 80"/>
                <a:gd name="T36" fmla="*/ 31 w 72"/>
                <a:gd name="T37" fmla="*/ 8 h 80"/>
                <a:gd name="T38" fmla="*/ 21 w 72"/>
                <a:gd name="T39" fmla="*/ 11 h 80"/>
                <a:gd name="T40" fmla="*/ 21 w 72"/>
                <a:gd name="T41" fmla="*/ 11 h 80"/>
                <a:gd name="T42" fmla="*/ 8 w 72"/>
                <a:gd name="T43" fmla="*/ 34 h 80"/>
                <a:gd name="T44" fmla="*/ 8 w 72"/>
                <a:gd name="T45" fmla="*/ 34 h 80"/>
                <a:gd name="T46" fmla="*/ 13 w 72"/>
                <a:gd name="T47" fmla="*/ 52 h 80"/>
                <a:gd name="T48" fmla="*/ 13 w 72"/>
                <a:gd name="T49" fmla="*/ 52 h 80"/>
                <a:gd name="T50" fmla="*/ 41 w 72"/>
                <a:gd name="T51" fmla="*/ 72 h 80"/>
                <a:gd name="T52" fmla="*/ 41 w 72"/>
                <a:gd name="T53" fmla="*/ 72 h 80"/>
                <a:gd name="T54" fmla="*/ 51 w 72"/>
                <a:gd name="T55" fmla="*/ 69 h 80"/>
                <a:gd name="T56" fmla="*/ 51 w 72"/>
                <a:gd name="T57" fmla="*/ 69 h 80"/>
                <a:gd name="T58" fmla="*/ 64 w 72"/>
                <a:gd name="T59" fmla="*/ 46 h 80"/>
                <a:gd name="T60" fmla="*/ 64 w 72"/>
                <a:gd name="T61" fmla="*/ 46 h 80"/>
                <a:gd name="T62" fmla="*/ 59 w 72"/>
                <a:gd name="T63" fmla="*/ 28 h 80"/>
                <a:gd name="T64" fmla="*/ 59 w 72"/>
                <a:gd name="T65" fmla="*/ 28 h 80"/>
                <a:gd name="T66" fmla="*/ 59 w 72"/>
                <a:gd name="T67" fmla="*/ 28 h 80"/>
                <a:gd name="T68" fmla="*/ 31 w 72"/>
                <a:gd name="T69" fmla="*/ 8 h 80"/>
                <a:gd name="T70" fmla="*/ 31 w 72"/>
                <a:gd name="T71" fmla="*/ 8 h 80"/>
                <a:gd name="T72" fmla="*/ 31 w 72"/>
                <a:gd name="T73" fmla="*/ 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2" h="80">
                  <a:moveTo>
                    <a:pt x="6" y="56"/>
                  </a:moveTo>
                  <a:cubicBezTo>
                    <a:pt x="2" y="49"/>
                    <a:pt x="0" y="41"/>
                    <a:pt x="0" y="34"/>
                  </a:cubicBezTo>
                  <a:cubicBezTo>
                    <a:pt x="0" y="34"/>
                    <a:pt x="0" y="34"/>
                    <a:pt x="0" y="34"/>
                  </a:cubicBezTo>
                  <a:cubicBezTo>
                    <a:pt x="0" y="21"/>
                    <a:pt x="6" y="9"/>
                    <a:pt x="17" y="4"/>
                  </a:cubicBezTo>
                  <a:cubicBezTo>
                    <a:pt x="17" y="4"/>
                    <a:pt x="17" y="4"/>
                    <a:pt x="17" y="4"/>
                  </a:cubicBezTo>
                  <a:cubicBezTo>
                    <a:pt x="21" y="1"/>
                    <a:pt x="26" y="0"/>
                    <a:pt x="31" y="0"/>
                  </a:cubicBezTo>
                  <a:cubicBezTo>
                    <a:pt x="31" y="0"/>
                    <a:pt x="31" y="0"/>
                    <a:pt x="31" y="0"/>
                  </a:cubicBezTo>
                  <a:cubicBezTo>
                    <a:pt x="45" y="0"/>
                    <a:pt x="59" y="9"/>
                    <a:pt x="66" y="24"/>
                  </a:cubicBezTo>
                  <a:cubicBezTo>
                    <a:pt x="66" y="24"/>
                    <a:pt x="66" y="24"/>
                    <a:pt x="66" y="24"/>
                  </a:cubicBezTo>
                  <a:cubicBezTo>
                    <a:pt x="63" y="26"/>
                    <a:pt x="63" y="26"/>
                    <a:pt x="63" y="26"/>
                  </a:cubicBezTo>
                  <a:cubicBezTo>
                    <a:pt x="66" y="24"/>
                    <a:pt x="66" y="24"/>
                    <a:pt x="66" y="24"/>
                  </a:cubicBezTo>
                  <a:cubicBezTo>
                    <a:pt x="70" y="31"/>
                    <a:pt x="72" y="39"/>
                    <a:pt x="72" y="46"/>
                  </a:cubicBezTo>
                  <a:cubicBezTo>
                    <a:pt x="72" y="46"/>
                    <a:pt x="72" y="46"/>
                    <a:pt x="72" y="46"/>
                  </a:cubicBezTo>
                  <a:cubicBezTo>
                    <a:pt x="72" y="59"/>
                    <a:pt x="66" y="71"/>
                    <a:pt x="55" y="76"/>
                  </a:cubicBezTo>
                  <a:cubicBezTo>
                    <a:pt x="55" y="76"/>
                    <a:pt x="55" y="76"/>
                    <a:pt x="55" y="76"/>
                  </a:cubicBezTo>
                  <a:cubicBezTo>
                    <a:pt x="51" y="79"/>
                    <a:pt x="46" y="80"/>
                    <a:pt x="41" y="80"/>
                  </a:cubicBezTo>
                  <a:cubicBezTo>
                    <a:pt x="41" y="80"/>
                    <a:pt x="41" y="80"/>
                    <a:pt x="41" y="80"/>
                  </a:cubicBezTo>
                  <a:cubicBezTo>
                    <a:pt x="27" y="80"/>
                    <a:pt x="13" y="71"/>
                    <a:pt x="6" y="56"/>
                  </a:cubicBezTo>
                  <a:close/>
                  <a:moveTo>
                    <a:pt x="31" y="8"/>
                  </a:moveTo>
                  <a:cubicBezTo>
                    <a:pt x="27" y="8"/>
                    <a:pt x="24" y="9"/>
                    <a:pt x="21" y="11"/>
                  </a:cubicBezTo>
                  <a:cubicBezTo>
                    <a:pt x="21" y="11"/>
                    <a:pt x="21" y="11"/>
                    <a:pt x="21" y="11"/>
                  </a:cubicBezTo>
                  <a:cubicBezTo>
                    <a:pt x="13" y="15"/>
                    <a:pt x="8" y="24"/>
                    <a:pt x="8" y="34"/>
                  </a:cubicBezTo>
                  <a:cubicBezTo>
                    <a:pt x="8" y="34"/>
                    <a:pt x="8" y="34"/>
                    <a:pt x="8" y="34"/>
                  </a:cubicBezTo>
                  <a:cubicBezTo>
                    <a:pt x="8" y="40"/>
                    <a:pt x="10" y="46"/>
                    <a:pt x="13" y="52"/>
                  </a:cubicBezTo>
                  <a:cubicBezTo>
                    <a:pt x="13" y="52"/>
                    <a:pt x="13" y="52"/>
                    <a:pt x="13" y="52"/>
                  </a:cubicBezTo>
                  <a:cubicBezTo>
                    <a:pt x="19" y="64"/>
                    <a:pt x="31" y="72"/>
                    <a:pt x="41" y="72"/>
                  </a:cubicBezTo>
                  <a:cubicBezTo>
                    <a:pt x="41" y="72"/>
                    <a:pt x="41" y="72"/>
                    <a:pt x="41" y="72"/>
                  </a:cubicBezTo>
                  <a:cubicBezTo>
                    <a:pt x="45" y="72"/>
                    <a:pt x="48" y="71"/>
                    <a:pt x="51" y="69"/>
                  </a:cubicBezTo>
                  <a:cubicBezTo>
                    <a:pt x="51" y="69"/>
                    <a:pt x="51" y="69"/>
                    <a:pt x="51" y="69"/>
                  </a:cubicBezTo>
                  <a:cubicBezTo>
                    <a:pt x="59" y="65"/>
                    <a:pt x="64" y="56"/>
                    <a:pt x="64" y="46"/>
                  </a:cubicBezTo>
                  <a:cubicBezTo>
                    <a:pt x="64" y="46"/>
                    <a:pt x="64" y="46"/>
                    <a:pt x="64" y="46"/>
                  </a:cubicBezTo>
                  <a:cubicBezTo>
                    <a:pt x="64" y="40"/>
                    <a:pt x="62" y="34"/>
                    <a:pt x="59" y="28"/>
                  </a:cubicBezTo>
                  <a:cubicBezTo>
                    <a:pt x="59" y="28"/>
                    <a:pt x="59" y="28"/>
                    <a:pt x="59" y="28"/>
                  </a:cubicBezTo>
                  <a:cubicBezTo>
                    <a:pt x="59" y="28"/>
                    <a:pt x="59" y="28"/>
                    <a:pt x="59" y="28"/>
                  </a:cubicBezTo>
                  <a:cubicBezTo>
                    <a:pt x="53" y="16"/>
                    <a:pt x="41" y="8"/>
                    <a:pt x="31" y="8"/>
                  </a:cubicBezTo>
                  <a:cubicBezTo>
                    <a:pt x="31" y="8"/>
                    <a:pt x="31" y="8"/>
                    <a:pt x="31" y="8"/>
                  </a:cubicBezTo>
                  <a:cubicBezTo>
                    <a:pt x="31" y="8"/>
                    <a:pt x="31" y="8"/>
                    <a:pt x="3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 name="Freeform 55"/>
            <p:cNvSpPr>
              <a:spLocks/>
            </p:cNvSpPr>
            <p:nvPr/>
          </p:nvSpPr>
          <p:spPr bwMode="auto">
            <a:xfrm>
              <a:off x="5435600" y="6091238"/>
              <a:ext cx="163512" cy="153988"/>
            </a:xfrm>
            <a:custGeom>
              <a:avLst/>
              <a:gdLst>
                <a:gd name="T0" fmla="*/ 61 w 69"/>
                <a:gd name="T1" fmla="*/ 63 h 65"/>
                <a:gd name="T2" fmla="*/ 42 w 69"/>
                <a:gd name="T3" fmla="*/ 33 h 65"/>
                <a:gd name="T4" fmla="*/ 42 w 69"/>
                <a:gd name="T5" fmla="*/ 33 h 65"/>
                <a:gd name="T6" fmla="*/ 3 w 69"/>
                <a:gd name="T7" fmla="*/ 8 h 65"/>
                <a:gd name="T8" fmla="*/ 3 w 69"/>
                <a:gd name="T9" fmla="*/ 8 h 65"/>
                <a:gd name="T10" fmla="*/ 0 w 69"/>
                <a:gd name="T11" fmla="*/ 3 h 65"/>
                <a:gd name="T12" fmla="*/ 0 w 69"/>
                <a:gd name="T13" fmla="*/ 3 h 65"/>
                <a:gd name="T14" fmla="*/ 5 w 69"/>
                <a:gd name="T15" fmla="*/ 0 h 65"/>
                <a:gd name="T16" fmla="*/ 5 w 69"/>
                <a:gd name="T17" fmla="*/ 0 h 65"/>
                <a:gd name="T18" fmla="*/ 49 w 69"/>
                <a:gd name="T19" fmla="*/ 29 h 65"/>
                <a:gd name="T20" fmla="*/ 49 w 69"/>
                <a:gd name="T21" fmla="*/ 29 h 65"/>
                <a:gd name="T22" fmla="*/ 68 w 69"/>
                <a:gd name="T23" fmla="*/ 58 h 65"/>
                <a:gd name="T24" fmla="*/ 68 w 69"/>
                <a:gd name="T25" fmla="*/ 58 h 65"/>
                <a:gd name="T26" fmla="*/ 66 w 69"/>
                <a:gd name="T27" fmla="*/ 64 h 65"/>
                <a:gd name="T28" fmla="*/ 66 w 69"/>
                <a:gd name="T29" fmla="*/ 64 h 65"/>
                <a:gd name="T30" fmla="*/ 64 w 69"/>
                <a:gd name="T31" fmla="*/ 65 h 65"/>
                <a:gd name="T32" fmla="*/ 64 w 69"/>
                <a:gd name="T33" fmla="*/ 65 h 65"/>
                <a:gd name="T34" fmla="*/ 61 w 69"/>
                <a:gd name="T35" fmla="*/ 63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65">
                  <a:moveTo>
                    <a:pt x="61" y="63"/>
                  </a:moveTo>
                  <a:cubicBezTo>
                    <a:pt x="54" y="51"/>
                    <a:pt x="47" y="41"/>
                    <a:pt x="42" y="33"/>
                  </a:cubicBezTo>
                  <a:cubicBezTo>
                    <a:pt x="42" y="33"/>
                    <a:pt x="42" y="33"/>
                    <a:pt x="42" y="33"/>
                  </a:cubicBezTo>
                  <a:cubicBezTo>
                    <a:pt x="32" y="18"/>
                    <a:pt x="24" y="12"/>
                    <a:pt x="3" y="8"/>
                  </a:cubicBezTo>
                  <a:cubicBezTo>
                    <a:pt x="3" y="8"/>
                    <a:pt x="3" y="8"/>
                    <a:pt x="3" y="8"/>
                  </a:cubicBezTo>
                  <a:cubicBezTo>
                    <a:pt x="1" y="8"/>
                    <a:pt x="0" y="6"/>
                    <a:pt x="0" y="3"/>
                  </a:cubicBezTo>
                  <a:cubicBezTo>
                    <a:pt x="0" y="3"/>
                    <a:pt x="0" y="3"/>
                    <a:pt x="0" y="3"/>
                  </a:cubicBezTo>
                  <a:cubicBezTo>
                    <a:pt x="0" y="1"/>
                    <a:pt x="3" y="0"/>
                    <a:pt x="5" y="0"/>
                  </a:cubicBezTo>
                  <a:cubicBezTo>
                    <a:pt x="5" y="0"/>
                    <a:pt x="5" y="0"/>
                    <a:pt x="5" y="0"/>
                  </a:cubicBezTo>
                  <a:cubicBezTo>
                    <a:pt x="27" y="4"/>
                    <a:pt x="39" y="12"/>
                    <a:pt x="49" y="29"/>
                  </a:cubicBezTo>
                  <a:cubicBezTo>
                    <a:pt x="49" y="29"/>
                    <a:pt x="49" y="29"/>
                    <a:pt x="49" y="29"/>
                  </a:cubicBezTo>
                  <a:cubicBezTo>
                    <a:pt x="54" y="37"/>
                    <a:pt x="61" y="46"/>
                    <a:pt x="68" y="58"/>
                  </a:cubicBezTo>
                  <a:cubicBezTo>
                    <a:pt x="68" y="58"/>
                    <a:pt x="68" y="58"/>
                    <a:pt x="68" y="58"/>
                  </a:cubicBezTo>
                  <a:cubicBezTo>
                    <a:pt x="69" y="60"/>
                    <a:pt x="68" y="63"/>
                    <a:pt x="66" y="64"/>
                  </a:cubicBezTo>
                  <a:cubicBezTo>
                    <a:pt x="66" y="64"/>
                    <a:pt x="66" y="64"/>
                    <a:pt x="66" y="64"/>
                  </a:cubicBezTo>
                  <a:cubicBezTo>
                    <a:pt x="66" y="64"/>
                    <a:pt x="65" y="65"/>
                    <a:pt x="64" y="65"/>
                  </a:cubicBezTo>
                  <a:cubicBezTo>
                    <a:pt x="64" y="65"/>
                    <a:pt x="64" y="65"/>
                    <a:pt x="64" y="65"/>
                  </a:cubicBezTo>
                  <a:cubicBezTo>
                    <a:pt x="63" y="65"/>
                    <a:pt x="61" y="64"/>
                    <a:pt x="61"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 name="Freeform 56"/>
            <p:cNvSpPr>
              <a:spLocks/>
            </p:cNvSpPr>
            <p:nvPr/>
          </p:nvSpPr>
          <p:spPr bwMode="auto">
            <a:xfrm>
              <a:off x="5511800" y="6051550"/>
              <a:ext cx="33337" cy="107950"/>
            </a:xfrm>
            <a:custGeom>
              <a:avLst/>
              <a:gdLst>
                <a:gd name="T0" fmla="*/ 5 w 14"/>
                <a:gd name="T1" fmla="*/ 43 h 46"/>
                <a:gd name="T2" fmla="*/ 0 w 14"/>
                <a:gd name="T3" fmla="*/ 18 h 46"/>
                <a:gd name="T4" fmla="*/ 0 w 14"/>
                <a:gd name="T5" fmla="*/ 18 h 46"/>
                <a:gd name="T6" fmla="*/ 2 w 14"/>
                <a:gd name="T7" fmla="*/ 3 h 46"/>
                <a:gd name="T8" fmla="*/ 2 w 14"/>
                <a:gd name="T9" fmla="*/ 3 h 46"/>
                <a:gd name="T10" fmla="*/ 2 w 14"/>
                <a:gd name="T11" fmla="*/ 3 h 46"/>
                <a:gd name="T12" fmla="*/ 7 w 14"/>
                <a:gd name="T13" fmla="*/ 1 h 46"/>
                <a:gd name="T14" fmla="*/ 7 w 14"/>
                <a:gd name="T15" fmla="*/ 1 h 46"/>
                <a:gd name="T16" fmla="*/ 10 w 14"/>
                <a:gd name="T17" fmla="*/ 6 h 46"/>
                <a:gd name="T18" fmla="*/ 10 w 14"/>
                <a:gd name="T19" fmla="*/ 6 h 46"/>
                <a:gd name="T20" fmla="*/ 9 w 14"/>
                <a:gd name="T21" fmla="*/ 9 h 46"/>
                <a:gd name="T22" fmla="*/ 9 w 14"/>
                <a:gd name="T23" fmla="*/ 9 h 46"/>
                <a:gd name="T24" fmla="*/ 8 w 14"/>
                <a:gd name="T25" fmla="*/ 18 h 46"/>
                <a:gd name="T26" fmla="*/ 8 w 14"/>
                <a:gd name="T27" fmla="*/ 18 h 46"/>
                <a:gd name="T28" fmla="*/ 13 w 14"/>
                <a:gd name="T29" fmla="*/ 40 h 46"/>
                <a:gd name="T30" fmla="*/ 13 w 14"/>
                <a:gd name="T31" fmla="*/ 40 h 46"/>
                <a:gd name="T32" fmla="*/ 10 w 14"/>
                <a:gd name="T33" fmla="*/ 46 h 46"/>
                <a:gd name="T34" fmla="*/ 10 w 14"/>
                <a:gd name="T35" fmla="*/ 46 h 46"/>
                <a:gd name="T36" fmla="*/ 9 w 14"/>
                <a:gd name="T37" fmla="*/ 46 h 46"/>
                <a:gd name="T38" fmla="*/ 9 w 14"/>
                <a:gd name="T39" fmla="*/ 46 h 46"/>
                <a:gd name="T40" fmla="*/ 5 w 14"/>
                <a:gd name="T41" fmla="*/ 4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 h="46">
                  <a:moveTo>
                    <a:pt x="5" y="43"/>
                  </a:moveTo>
                  <a:cubicBezTo>
                    <a:pt x="1" y="34"/>
                    <a:pt x="0" y="25"/>
                    <a:pt x="0" y="18"/>
                  </a:cubicBezTo>
                  <a:cubicBezTo>
                    <a:pt x="0" y="18"/>
                    <a:pt x="0" y="18"/>
                    <a:pt x="0" y="18"/>
                  </a:cubicBezTo>
                  <a:cubicBezTo>
                    <a:pt x="0" y="9"/>
                    <a:pt x="2" y="3"/>
                    <a:pt x="2" y="3"/>
                  </a:cubicBezTo>
                  <a:cubicBezTo>
                    <a:pt x="2" y="3"/>
                    <a:pt x="2" y="3"/>
                    <a:pt x="2" y="3"/>
                  </a:cubicBezTo>
                  <a:cubicBezTo>
                    <a:pt x="2" y="3"/>
                    <a:pt x="2" y="3"/>
                    <a:pt x="2" y="3"/>
                  </a:cubicBezTo>
                  <a:cubicBezTo>
                    <a:pt x="3" y="1"/>
                    <a:pt x="5" y="0"/>
                    <a:pt x="7" y="1"/>
                  </a:cubicBezTo>
                  <a:cubicBezTo>
                    <a:pt x="7" y="1"/>
                    <a:pt x="7" y="1"/>
                    <a:pt x="7" y="1"/>
                  </a:cubicBezTo>
                  <a:cubicBezTo>
                    <a:pt x="10" y="1"/>
                    <a:pt x="11" y="4"/>
                    <a:pt x="10" y="6"/>
                  </a:cubicBezTo>
                  <a:cubicBezTo>
                    <a:pt x="10" y="6"/>
                    <a:pt x="10" y="6"/>
                    <a:pt x="10" y="6"/>
                  </a:cubicBezTo>
                  <a:cubicBezTo>
                    <a:pt x="10" y="6"/>
                    <a:pt x="10" y="7"/>
                    <a:pt x="9" y="9"/>
                  </a:cubicBezTo>
                  <a:cubicBezTo>
                    <a:pt x="9" y="9"/>
                    <a:pt x="9" y="9"/>
                    <a:pt x="9" y="9"/>
                  </a:cubicBezTo>
                  <a:cubicBezTo>
                    <a:pt x="9" y="11"/>
                    <a:pt x="8" y="14"/>
                    <a:pt x="8" y="18"/>
                  </a:cubicBezTo>
                  <a:cubicBezTo>
                    <a:pt x="8" y="18"/>
                    <a:pt x="8" y="18"/>
                    <a:pt x="8" y="18"/>
                  </a:cubicBezTo>
                  <a:cubicBezTo>
                    <a:pt x="8" y="24"/>
                    <a:pt x="9" y="32"/>
                    <a:pt x="13" y="40"/>
                  </a:cubicBezTo>
                  <a:cubicBezTo>
                    <a:pt x="13" y="40"/>
                    <a:pt x="13" y="40"/>
                    <a:pt x="13" y="40"/>
                  </a:cubicBezTo>
                  <a:cubicBezTo>
                    <a:pt x="14" y="42"/>
                    <a:pt x="13" y="45"/>
                    <a:pt x="10" y="46"/>
                  </a:cubicBezTo>
                  <a:cubicBezTo>
                    <a:pt x="10" y="46"/>
                    <a:pt x="10" y="46"/>
                    <a:pt x="10" y="46"/>
                  </a:cubicBezTo>
                  <a:cubicBezTo>
                    <a:pt x="10" y="46"/>
                    <a:pt x="9" y="46"/>
                    <a:pt x="9" y="46"/>
                  </a:cubicBezTo>
                  <a:cubicBezTo>
                    <a:pt x="9" y="46"/>
                    <a:pt x="9" y="46"/>
                    <a:pt x="9" y="46"/>
                  </a:cubicBezTo>
                  <a:cubicBezTo>
                    <a:pt x="7" y="46"/>
                    <a:pt x="6" y="45"/>
                    <a:pt x="5"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57" name="组合 456"/>
          <p:cNvGrpSpPr/>
          <p:nvPr/>
        </p:nvGrpSpPr>
        <p:grpSpPr>
          <a:xfrm>
            <a:off x="2332340" y="5353223"/>
            <a:ext cx="598487" cy="1022351"/>
            <a:chOff x="6496050" y="5737225"/>
            <a:chExt cx="598487" cy="1022351"/>
          </a:xfrm>
          <a:solidFill>
            <a:schemeClr val="tx1">
              <a:lumMod val="65000"/>
              <a:lumOff val="35000"/>
            </a:schemeClr>
          </a:solidFill>
        </p:grpSpPr>
        <p:sp>
          <p:nvSpPr>
            <p:cNvPr id="458" name="Freeform 44"/>
            <p:cNvSpPr>
              <a:spLocks/>
            </p:cNvSpPr>
            <p:nvPr/>
          </p:nvSpPr>
          <p:spPr bwMode="auto">
            <a:xfrm>
              <a:off x="6686550" y="5737225"/>
              <a:ext cx="207962" cy="206375"/>
            </a:xfrm>
            <a:custGeom>
              <a:avLst/>
              <a:gdLst>
                <a:gd name="T0" fmla="*/ 7 w 88"/>
                <a:gd name="T1" fmla="*/ 31 h 87"/>
                <a:gd name="T2" fmla="*/ 32 w 88"/>
                <a:gd name="T3" fmla="*/ 80 h 87"/>
                <a:gd name="T4" fmla="*/ 81 w 88"/>
                <a:gd name="T5" fmla="*/ 56 h 87"/>
                <a:gd name="T6" fmla="*/ 56 w 88"/>
                <a:gd name="T7" fmla="*/ 7 h 87"/>
                <a:gd name="T8" fmla="*/ 7 w 88"/>
                <a:gd name="T9" fmla="*/ 31 h 87"/>
              </a:gdLst>
              <a:ahLst/>
              <a:cxnLst>
                <a:cxn ang="0">
                  <a:pos x="T0" y="T1"/>
                </a:cxn>
                <a:cxn ang="0">
                  <a:pos x="T2" y="T3"/>
                </a:cxn>
                <a:cxn ang="0">
                  <a:pos x="T4" y="T5"/>
                </a:cxn>
                <a:cxn ang="0">
                  <a:pos x="T6" y="T7"/>
                </a:cxn>
                <a:cxn ang="0">
                  <a:pos x="T8" y="T9"/>
                </a:cxn>
              </a:cxnLst>
              <a:rect l="0" t="0" r="r" b="b"/>
              <a:pathLst>
                <a:path w="88" h="87">
                  <a:moveTo>
                    <a:pt x="7" y="31"/>
                  </a:moveTo>
                  <a:cubicBezTo>
                    <a:pt x="0" y="52"/>
                    <a:pt x="11" y="74"/>
                    <a:pt x="32" y="80"/>
                  </a:cubicBezTo>
                  <a:cubicBezTo>
                    <a:pt x="52" y="87"/>
                    <a:pt x="74" y="76"/>
                    <a:pt x="81" y="56"/>
                  </a:cubicBezTo>
                  <a:cubicBezTo>
                    <a:pt x="88" y="35"/>
                    <a:pt x="77" y="13"/>
                    <a:pt x="56" y="7"/>
                  </a:cubicBezTo>
                  <a:cubicBezTo>
                    <a:pt x="36" y="0"/>
                    <a:pt x="14" y="11"/>
                    <a:pt x="7"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 name="Freeform 45"/>
            <p:cNvSpPr>
              <a:spLocks/>
            </p:cNvSpPr>
            <p:nvPr/>
          </p:nvSpPr>
          <p:spPr bwMode="auto">
            <a:xfrm>
              <a:off x="6557963" y="5946775"/>
              <a:ext cx="425450" cy="804863"/>
            </a:xfrm>
            <a:custGeom>
              <a:avLst/>
              <a:gdLst>
                <a:gd name="T0" fmla="*/ 51 w 179"/>
                <a:gd name="T1" fmla="*/ 16 h 339"/>
                <a:gd name="T2" fmla="*/ 99 w 179"/>
                <a:gd name="T3" fmla="*/ 15 h 339"/>
                <a:gd name="T4" fmla="*/ 134 w 179"/>
                <a:gd name="T5" fmla="*/ 61 h 339"/>
                <a:gd name="T6" fmla="*/ 151 w 179"/>
                <a:gd name="T7" fmla="*/ 95 h 339"/>
                <a:gd name="T8" fmla="*/ 172 w 179"/>
                <a:gd name="T9" fmla="*/ 135 h 339"/>
                <a:gd name="T10" fmla="*/ 177 w 179"/>
                <a:gd name="T11" fmla="*/ 150 h 339"/>
                <a:gd name="T12" fmla="*/ 163 w 179"/>
                <a:gd name="T13" fmla="*/ 164 h 339"/>
                <a:gd name="T14" fmla="*/ 109 w 179"/>
                <a:gd name="T15" fmla="*/ 77 h 339"/>
                <a:gd name="T16" fmla="*/ 107 w 179"/>
                <a:gd name="T17" fmla="*/ 111 h 339"/>
                <a:gd name="T18" fmla="*/ 112 w 179"/>
                <a:gd name="T19" fmla="*/ 153 h 339"/>
                <a:gd name="T20" fmla="*/ 159 w 179"/>
                <a:gd name="T21" fmla="*/ 336 h 339"/>
                <a:gd name="T22" fmla="*/ 159 w 179"/>
                <a:gd name="T23" fmla="*/ 337 h 339"/>
                <a:gd name="T24" fmla="*/ 159 w 179"/>
                <a:gd name="T25" fmla="*/ 338 h 339"/>
                <a:gd name="T26" fmla="*/ 127 w 179"/>
                <a:gd name="T27" fmla="*/ 339 h 339"/>
                <a:gd name="T28" fmla="*/ 126 w 179"/>
                <a:gd name="T29" fmla="*/ 338 h 339"/>
                <a:gd name="T30" fmla="*/ 73 w 179"/>
                <a:gd name="T31" fmla="*/ 190 h 339"/>
                <a:gd name="T32" fmla="*/ 32 w 179"/>
                <a:gd name="T33" fmla="*/ 337 h 339"/>
                <a:gd name="T34" fmla="*/ 31 w 179"/>
                <a:gd name="T35" fmla="*/ 338 h 339"/>
                <a:gd name="T36" fmla="*/ 1 w 179"/>
                <a:gd name="T37" fmla="*/ 334 h 339"/>
                <a:gd name="T38" fmla="*/ 0 w 179"/>
                <a:gd name="T39" fmla="*/ 334 h 339"/>
                <a:gd name="T40" fmla="*/ 0 w 179"/>
                <a:gd name="T41" fmla="*/ 333 h 339"/>
                <a:gd name="T42" fmla="*/ 3 w 179"/>
                <a:gd name="T43" fmla="*/ 314 h 339"/>
                <a:gd name="T44" fmla="*/ 11 w 179"/>
                <a:gd name="T45" fmla="*/ 268 h 339"/>
                <a:gd name="T46" fmla="*/ 20 w 179"/>
                <a:gd name="T47" fmla="*/ 214 h 339"/>
                <a:gd name="T48" fmla="*/ 28 w 179"/>
                <a:gd name="T49" fmla="*/ 169 h 339"/>
                <a:gd name="T50" fmla="*/ 36 w 179"/>
                <a:gd name="T51" fmla="*/ 82 h 339"/>
                <a:gd name="T52" fmla="*/ 51 w 179"/>
                <a:gd name="T53" fmla="*/ 16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9" h="339">
                  <a:moveTo>
                    <a:pt x="51" y="16"/>
                  </a:moveTo>
                  <a:cubicBezTo>
                    <a:pt x="65" y="0"/>
                    <a:pt x="84" y="4"/>
                    <a:pt x="99" y="15"/>
                  </a:cubicBezTo>
                  <a:cubicBezTo>
                    <a:pt x="115" y="27"/>
                    <a:pt x="125" y="44"/>
                    <a:pt x="134" y="61"/>
                  </a:cubicBezTo>
                  <a:cubicBezTo>
                    <a:pt x="140" y="72"/>
                    <a:pt x="145" y="84"/>
                    <a:pt x="151" y="95"/>
                  </a:cubicBezTo>
                  <a:cubicBezTo>
                    <a:pt x="158" y="108"/>
                    <a:pt x="165" y="122"/>
                    <a:pt x="172" y="135"/>
                  </a:cubicBezTo>
                  <a:cubicBezTo>
                    <a:pt x="172" y="137"/>
                    <a:pt x="179" y="148"/>
                    <a:pt x="177" y="150"/>
                  </a:cubicBezTo>
                  <a:cubicBezTo>
                    <a:pt x="163" y="164"/>
                    <a:pt x="163" y="164"/>
                    <a:pt x="163" y="164"/>
                  </a:cubicBezTo>
                  <a:cubicBezTo>
                    <a:pt x="154" y="151"/>
                    <a:pt x="109" y="77"/>
                    <a:pt x="109" y="77"/>
                  </a:cubicBezTo>
                  <a:cubicBezTo>
                    <a:pt x="108" y="82"/>
                    <a:pt x="107" y="95"/>
                    <a:pt x="107" y="111"/>
                  </a:cubicBezTo>
                  <a:cubicBezTo>
                    <a:pt x="107" y="126"/>
                    <a:pt x="108" y="143"/>
                    <a:pt x="112" y="153"/>
                  </a:cubicBezTo>
                  <a:cubicBezTo>
                    <a:pt x="159" y="336"/>
                    <a:pt x="159" y="336"/>
                    <a:pt x="159" y="336"/>
                  </a:cubicBezTo>
                  <a:cubicBezTo>
                    <a:pt x="160" y="337"/>
                    <a:pt x="159" y="337"/>
                    <a:pt x="159" y="337"/>
                  </a:cubicBezTo>
                  <a:cubicBezTo>
                    <a:pt x="159" y="337"/>
                    <a:pt x="159" y="338"/>
                    <a:pt x="159" y="338"/>
                  </a:cubicBezTo>
                  <a:cubicBezTo>
                    <a:pt x="127" y="339"/>
                    <a:pt x="127" y="339"/>
                    <a:pt x="127" y="339"/>
                  </a:cubicBezTo>
                  <a:cubicBezTo>
                    <a:pt x="126" y="338"/>
                    <a:pt x="126" y="338"/>
                    <a:pt x="126" y="338"/>
                  </a:cubicBezTo>
                  <a:cubicBezTo>
                    <a:pt x="73" y="190"/>
                    <a:pt x="73" y="190"/>
                    <a:pt x="73" y="190"/>
                  </a:cubicBezTo>
                  <a:cubicBezTo>
                    <a:pt x="32" y="337"/>
                    <a:pt x="32" y="337"/>
                    <a:pt x="32" y="337"/>
                  </a:cubicBezTo>
                  <a:cubicBezTo>
                    <a:pt x="32" y="338"/>
                    <a:pt x="31" y="338"/>
                    <a:pt x="31" y="338"/>
                  </a:cubicBezTo>
                  <a:cubicBezTo>
                    <a:pt x="1" y="334"/>
                    <a:pt x="1" y="334"/>
                    <a:pt x="1" y="334"/>
                  </a:cubicBezTo>
                  <a:cubicBezTo>
                    <a:pt x="0" y="334"/>
                    <a:pt x="0" y="334"/>
                    <a:pt x="0" y="334"/>
                  </a:cubicBezTo>
                  <a:cubicBezTo>
                    <a:pt x="0" y="333"/>
                    <a:pt x="0" y="333"/>
                    <a:pt x="0" y="333"/>
                  </a:cubicBezTo>
                  <a:cubicBezTo>
                    <a:pt x="1" y="327"/>
                    <a:pt x="2" y="320"/>
                    <a:pt x="3" y="314"/>
                  </a:cubicBezTo>
                  <a:cubicBezTo>
                    <a:pt x="6" y="299"/>
                    <a:pt x="8" y="284"/>
                    <a:pt x="11" y="268"/>
                  </a:cubicBezTo>
                  <a:cubicBezTo>
                    <a:pt x="14" y="250"/>
                    <a:pt x="17" y="232"/>
                    <a:pt x="20" y="214"/>
                  </a:cubicBezTo>
                  <a:cubicBezTo>
                    <a:pt x="23" y="199"/>
                    <a:pt x="26" y="184"/>
                    <a:pt x="28" y="169"/>
                  </a:cubicBezTo>
                  <a:cubicBezTo>
                    <a:pt x="33" y="140"/>
                    <a:pt x="33" y="111"/>
                    <a:pt x="36" y="82"/>
                  </a:cubicBezTo>
                  <a:cubicBezTo>
                    <a:pt x="37" y="60"/>
                    <a:pt x="37" y="34"/>
                    <a:pt x="51"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 name="Freeform 46"/>
            <p:cNvSpPr>
              <a:spLocks/>
            </p:cNvSpPr>
            <p:nvPr/>
          </p:nvSpPr>
          <p:spPr bwMode="auto">
            <a:xfrm>
              <a:off x="6950075" y="6297613"/>
              <a:ext cx="144462" cy="461963"/>
            </a:xfrm>
            <a:custGeom>
              <a:avLst/>
              <a:gdLst>
                <a:gd name="T0" fmla="*/ 52 w 61"/>
                <a:gd name="T1" fmla="*/ 191 h 194"/>
                <a:gd name="T2" fmla="*/ 0 w 61"/>
                <a:gd name="T3" fmla="*/ 5 h 194"/>
                <a:gd name="T4" fmla="*/ 3 w 61"/>
                <a:gd name="T5" fmla="*/ 0 h 194"/>
                <a:gd name="T6" fmla="*/ 3 w 61"/>
                <a:gd name="T7" fmla="*/ 0 h 194"/>
                <a:gd name="T8" fmla="*/ 8 w 61"/>
                <a:gd name="T9" fmla="*/ 3 h 194"/>
                <a:gd name="T10" fmla="*/ 8 w 61"/>
                <a:gd name="T11" fmla="*/ 3 h 194"/>
                <a:gd name="T12" fmla="*/ 60 w 61"/>
                <a:gd name="T13" fmla="*/ 189 h 194"/>
                <a:gd name="T14" fmla="*/ 57 w 61"/>
                <a:gd name="T15" fmla="*/ 194 h 194"/>
                <a:gd name="T16" fmla="*/ 57 w 61"/>
                <a:gd name="T17" fmla="*/ 194 h 194"/>
                <a:gd name="T18" fmla="*/ 56 w 61"/>
                <a:gd name="T19" fmla="*/ 194 h 194"/>
                <a:gd name="T20" fmla="*/ 56 w 61"/>
                <a:gd name="T21" fmla="*/ 194 h 194"/>
                <a:gd name="T22" fmla="*/ 52 w 61"/>
                <a:gd name="T23" fmla="*/ 191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1" h="194">
                  <a:moveTo>
                    <a:pt x="52" y="191"/>
                  </a:moveTo>
                  <a:cubicBezTo>
                    <a:pt x="0" y="5"/>
                    <a:pt x="0" y="5"/>
                    <a:pt x="0" y="5"/>
                  </a:cubicBezTo>
                  <a:cubicBezTo>
                    <a:pt x="0" y="3"/>
                    <a:pt x="1" y="1"/>
                    <a:pt x="3" y="0"/>
                  </a:cubicBezTo>
                  <a:cubicBezTo>
                    <a:pt x="3" y="0"/>
                    <a:pt x="3" y="0"/>
                    <a:pt x="3" y="0"/>
                  </a:cubicBezTo>
                  <a:cubicBezTo>
                    <a:pt x="5" y="0"/>
                    <a:pt x="8" y="1"/>
                    <a:pt x="8" y="3"/>
                  </a:cubicBezTo>
                  <a:cubicBezTo>
                    <a:pt x="8" y="3"/>
                    <a:pt x="8" y="3"/>
                    <a:pt x="8" y="3"/>
                  </a:cubicBezTo>
                  <a:cubicBezTo>
                    <a:pt x="60" y="189"/>
                    <a:pt x="60" y="189"/>
                    <a:pt x="60" y="189"/>
                  </a:cubicBezTo>
                  <a:cubicBezTo>
                    <a:pt x="61" y="191"/>
                    <a:pt x="59" y="194"/>
                    <a:pt x="57" y="194"/>
                  </a:cubicBezTo>
                  <a:cubicBezTo>
                    <a:pt x="57" y="194"/>
                    <a:pt x="57" y="194"/>
                    <a:pt x="57" y="194"/>
                  </a:cubicBezTo>
                  <a:cubicBezTo>
                    <a:pt x="57" y="194"/>
                    <a:pt x="56" y="194"/>
                    <a:pt x="56" y="194"/>
                  </a:cubicBezTo>
                  <a:cubicBezTo>
                    <a:pt x="56" y="194"/>
                    <a:pt x="56" y="194"/>
                    <a:pt x="56" y="194"/>
                  </a:cubicBezTo>
                  <a:cubicBezTo>
                    <a:pt x="54" y="194"/>
                    <a:pt x="53" y="193"/>
                    <a:pt x="52" y="1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 name="Freeform 47"/>
            <p:cNvSpPr>
              <a:spLocks/>
            </p:cNvSpPr>
            <p:nvPr/>
          </p:nvSpPr>
          <p:spPr bwMode="auto">
            <a:xfrm>
              <a:off x="6496050" y="5953125"/>
              <a:ext cx="142875" cy="315913"/>
            </a:xfrm>
            <a:custGeom>
              <a:avLst/>
              <a:gdLst>
                <a:gd name="T0" fmla="*/ 49 w 60"/>
                <a:gd name="T1" fmla="*/ 113 h 133"/>
                <a:gd name="T2" fmla="*/ 23 w 60"/>
                <a:gd name="T3" fmla="*/ 132 h 133"/>
                <a:gd name="T4" fmla="*/ 23 w 60"/>
                <a:gd name="T5" fmla="*/ 132 h 133"/>
                <a:gd name="T6" fmla="*/ 1 w 60"/>
                <a:gd name="T7" fmla="*/ 108 h 133"/>
                <a:gd name="T8" fmla="*/ 10 w 60"/>
                <a:gd name="T9" fmla="*/ 20 h 133"/>
                <a:gd name="T10" fmla="*/ 37 w 60"/>
                <a:gd name="T11" fmla="*/ 1 h 133"/>
                <a:gd name="T12" fmla="*/ 37 w 60"/>
                <a:gd name="T13" fmla="*/ 1 h 133"/>
                <a:gd name="T14" fmla="*/ 59 w 60"/>
                <a:gd name="T15" fmla="*/ 25 h 133"/>
                <a:gd name="T16" fmla="*/ 49 w 60"/>
                <a:gd name="T17" fmla="*/ 11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133">
                  <a:moveTo>
                    <a:pt x="49" y="113"/>
                  </a:moveTo>
                  <a:cubicBezTo>
                    <a:pt x="48" y="125"/>
                    <a:pt x="36" y="133"/>
                    <a:pt x="23" y="132"/>
                  </a:cubicBezTo>
                  <a:cubicBezTo>
                    <a:pt x="23" y="132"/>
                    <a:pt x="23" y="132"/>
                    <a:pt x="23" y="132"/>
                  </a:cubicBezTo>
                  <a:cubicBezTo>
                    <a:pt x="10" y="130"/>
                    <a:pt x="0" y="119"/>
                    <a:pt x="1" y="108"/>
                  </a:cubicBezTo>
                  <a:cubicBezTo>
                    <a:pt x="10" y="20"/>
                    <a:pt x="10" y="20"/>
                    <a:pt x="10" y="20"/>
                  </a:cubicBezTo>
                  <a:cubicBezTo>
                    <a:pt x="11" y="8"/>
                    <a:pt x="23" y="0"/>
                    <a:pt x="37" y="1"/>
                  </a:cubicBezTo>
                  <a:cubicBezTo>
                    <a:pt x="37" y="1"/>
                    <a:pt x="37" y="1"/>
                    <a:pt x="37" y="1"/>
                  </a:cubicBezTo>
                  <a:cubicBezTo>
                    <a:pt x="50" y="2"/>
                    <a:pt x="60" y="13"/>
                    <a:pt x="59" y="25"/>
                  </a:cubicBezTo>
                  <a:lnTo>
                    <a:pt x="49" y="1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62" name="组合 461"/>
          <p:cNvGrpSpPr/>
          <p:nvPr/>
        </p:nvGrpSpPr>
        <p:grpSpPr>
          <a:xfrm>
            <a:off x="504587" y="5173836"/>
            <a:ext cx="525463" cy="1201738"/>
            <a:chOff x="4721225" y="5549900"/>
            <a:chExt cx="525463" cy="1201738"/>
          </a:xfrm>
          <a:solidFill>
            <a:schemeClr val="tx1">
              <a:lumMod val="65000"/>
              <a:lumOff val="35000"/>
            </a:schemeClr>
          </a:solidFill>
        </p:grpSpPr>
        <p:sp>
          <p:nvSpPr>
            <p:cNvPr id="463" name="Freeform 48"/>
            <p:cNvSpPr>
              <a:spLocks/>
            </p:cNvSpPr>
            <p:nvPr/>
          </p:nvSpPr>
          <p:spPr bwMode="auto">
            <a:xfrm>
              <a:off x="4935538" y="5826125"/>
              <a:ext cx="200025" cy="196850"/>
            </a:xfrm>
            <a:custGeom>
              <a:avLst/>
              <a:gdLst>
                <a:gd name="T0" fmla="*/ 7 w 84"/>
                <a:gd name="T1" fmla="*/ 30 h 83"/>
                <a:gd name="T2" fmla="*/ 30 w 84"/>
                <a:gd name="T3" fmla="*/ 77 h 83"/>
                <a:gd name="T4" fmla="*/ 78 w 84"/>
                <a:gd name="T5" fmla="*/ 53 h 83"/>
                <a:gd name="T6" fmla="*/ 54 w 84"/>
                <a:gd name="T7" fmla="*/ 6 h 83"/>
                <a:gd name="T8" fmla="*/ 7 w 84"/>
                <a:gd name="T9" fmla="*/ 30 h 83"/>
              </a:gdLst>
              <a:ahLst/>
              <a:cxnLst>
                <a:cxn ang="0">
                  <a:pos x="T0" y="T1"/>
                </a:cxn>
                <a:cxn ang="0">
                  <a:pos x="T2" y="T3"/>
                </a:cxn>
                <a:cxn ang="0">
                  <a:pos x="T4" y="T5"/>
                </a:cxn>
                <a:cxn ang="0">
                  <a:pos x="T6" y="T7"/>
                </a:cxn>
                <a:cxn ang="0">
                  <a:pos x="T8" y="T9"/>
                </a:cxn>
              </a:cxnLst>
              <a:rect l="0" t="0" r="r" b="b"/>
              <a:pathLst>
                <a:path w="84" h="83">
                  <a:moveTo>
                    <a:pt x="7" y="30"/>
                  </a:moveTo>
                  <a:cubicBezTo>
                    <a:pt x="0" y="49"/>
                    <a:pt x="11" y="70"/>
                    <a:pt x="30" y="77"/>
                  </a:cubicBezTo>
                  <a:cubicBezTo>
                    <a:pt x="50" y="83"/>
                    <a:pt x="71" y="73"/>
                    <a:pt x="78" y="53"/>
                  </a:cubicBezTo>
                  <a:cubicBezTo>
                    <a:pt x="84" y="34"/>
                    <a:pt x="74" y="13"/>
                    <a:pt x="54" y="6"/>
                  </a:cubicBezTo>
                  <a:cubicBezTo>
                    <a:pt x="34" y="0"/>
                    <a:pt x="13" y="10"/>
                    <a:pt x="7"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4" name="Freeform 49"/>
            <p:cNvSpPr>
              <a:spLocks/>
            </p:cNvSpPr>
            <p:nvPr/>
          </p:nvSpPr>
          <p:spPr bwMode="auto">
            <a:xfrm>
              <a:off x="4721225" y="5948363"/>
              <a:ext cx="515937" cy="803275"/>
            </a:xfrm>
            <a:custGeom>
              <a:avLst/>
              <a:gdLst>
                <a:gd name="T0" fmla="*/ 192 w 217"/>
                <a:gd name="T1" fmla="*/ 109 h 338"/>
                <a:gd name="T2" fmla="*/ 184 w 217"/>
                <a:gd name="T3" fmla="*/ 90 h 338"/>
                <a:gd name="T4" fmla="*/ 165 w 217"/>
                <a:gd name="T5" fmla="*/ 54 h 338"/>
                <a:gd name="T6" fmla="*/ 148 w 217"/>
                <a:gd name="T7" fmla="*/ 39 h 338"/>
                <a:gd name="T8" fmla="*/ 86 w 217"/>
                <a:gd name="T9" fmla="*/ 42 h 338"/>
                <a:gd name="T10" fmla="*/ 46 w 217"/>
                <a:gd name="T11" fmla="*/ 46 h 338"/>
                <a:gd name="T12" fmla="*/ 36 w 217"/>
                <a:gd name="T13" fmla="*/ 3 h 338"/>
                <a:gd name="T14" fmla="*/ 18 w 217"/>
                <a:gd name="T15" fmla="*/ 0 h 338"/>
                <a:gd name="T16" fmla="*/ 27 w 217"/>
                <a:gd name="T17" fmla="*/ 66 h 338"/>
                <a:gd name="T18" fmla="*/ 90 w 217"/>
                <a:gd name="T19" fmla="*/ 80 h 338"/>
                <a:gd name="T20" fmla="*/ 106 w 217"/>
                <a:gd name="T21" fmla="*/ 102 h 338"/>
                <a:gd name="T22" fmla="*/ 117 w 217"/>
                <a:gd name="T23" fmla="*/ 141 h 338"/>
                <a:gd name="T24" fmla="*/ 94 w 217"/>
                <a:gd name="T25" fmla="*/ 189 h 338"/>
                <a:gd name="T26" fmla="*/ 84 w 217"/>
                <a:gd name="T27" fmla="*/ 230 h 338"/>
                <a:gd name="T28" fmla="*/ 92 w 217"/>
                <a:gd name="T29" fmla="*/ 280 h 338"/>
                <a:gd name="T30" fmla="*/ 112 w 217"/>
                <a:gd name="T31" fmla="*/ 338 h 338"/>
                <a:gd name="T32" fmla="*/ 141 w 217"/>
                <a:gd name="T33" fmla="*/ 337 h 338"/>
                <a:gd name="T34" fmla="*/ 130 w 217"/>
                <a:gd name="T35" fmla="*/ 228 h 338"/>
                <a:gd name="T36" fmla="*/ 193 w 217"/>
                <a:gd name="T37" fmla="*/ 333 h 338"/>
                <a:gd name="T38" fmla="*/ 217 w 217"/>
                <a:gd name="T39" fmla="*/ 323 h 338"/>
                <a:gd name="T40" fmla="*/ 172 w 217"/>
                <a:gd name="T41" fmla="*/ 225 h 338"/>
                <a:gd name="T42" fmla="*/ 199 w 217"/>
                <a:gd name="T43" fmla="*/ 155 h 338"/>
                <a:gd name="T44" fmla="*/ 192 w 217"/>
                <a:gd name="T45" fmla="*/ 109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7" h="338">
                  <a:moveTo>
                    <a:pt x="192" y="109"/>
                  </a:moveTo>
                  <a:cubicBezTo>
                    <a:pt x="189" y="103"/>
                    <a:pt x="187" y="96"/>
                    <a:pt x="184" y="90"/>
                  </a:cubicBezTo>
                  <a:cubicBezTo>
                    <a:pt x="179" y="78"/>
                    <a:pt x="173" y="65"/>
                    <a:pt x="165" y="54"/>
                  </a:cubicBezTo>
                  <a:cubicBezTo>
                    <a:pt x="161" y="48"/>
                    <a:pt x="155" y="43"/>
                    <a:pt x="148" y="39"/>
                  </a:cubicBezTo>
                  <a:cubicBezTo>
                    <a:pt x="128" y="27"/>
                    <a:pt x="105" y="33"/>
                    <a:pt x="86" y="42"/>
                  </a:cubicBezTo>
                  <a:cubicBezTo>
                    <a:pt x="74" y="49"/>
                    <a:pt x="59" y="57"/>
                    <a:pt x="46" y="46"/>
                  </a:cubicBezTo>
                  <a:cubicBezTo>
                    <a:pt x="46" y="46"/>
                    <a:pt x="32" y="35"/>
                    <a:pt x="36" y="3"/>
                  </a:cubicBezTo>
                  <a:cubicBezTo>
                    <a:pt x="18" y="0"/>
                    <a:pt x="18" y="0"/>
                    <a:pt x="18" y="0"/>
                  </a:cubicBezTo>
                  <a:cubicBezTo>
                    <a:pt x="18" y="0"/>
                    <a:pt x="0" y="37"/>
                    <a:pt x="27" y="66"/>
                  </a:cubicBezTo>
                  <a:cubicBezTo>
                    <a:pt x="27" y="66"/>
                    <a:pt x="53" y="93"/>
                    <a:pt x="90" y="80"/>
                  </a:cubicBezTo>
                  <a:cubicBezTo>
                    <a:pt x="96" y="78"/>
                    <a:pt x="104" y="99"/>
                    <a:pt x="106" y="102"/>
                  </a:cubicBezTo>
                  <a:cubicBezTo>
                    <a:pt x="112" y="114"/>
                    <a:pt x="117" y="127"/>
                    <a:pt x="117" y="141"/>
                  </a:cubicBezTo>
                  <a:cubicBezTo>
                    <a:pt x="117" y="159"/>
                    <a:pt x="102" y="173"/>
                    <a:pt x="94" y="189"/>
                  </a:cubicBezTo>
                  <a:cubicBezTo>
                    <a:pt x="87" y="202"/>
                    <a:pt x="84" y="216"/>
                    <a:pt x="84" y="230"/>
                  </a:cubicBezTo>
                  <a:cubicBezTo>
                    <a:pt x="85" y="245"/>
                    <a:pt x="87" y="266"/>
                    <a:pt x="92" y="280"/>
                  </a:cubicBezTo>
                  <a:cubicBezTo>
                    <a:pt x="99" y="301"/>
                    <a:pt x="105" y="317"/>
                    <a:pt x="112" y="338"/>
                  </a:cubicBezTo>
                  <a:cubicBezTo>
                    <a:pt x="141" y="337"/>
                    <a:pt x="141" y="337"/>
                    <a:pt x="141" y="337"/>
                  </a:cubicBezTo>
                  <a:cubicBezTo>
                    <a:pt x="141" y="337"/>
                    <a:pt x="118" y="273"/>
                    <a:pt x="130" y="228"/>
                  </a:cubicBezTo>
                  <a:cubicBezTo>
                    <a:pt x="130" y="228"/>
                    <a:pt x="135" y="278"/>
                    <a:pt x="193" y="333"/>
                  </a:cubicBezTo>
                  <a:cubicBezTo>
                    <a:pt x="217" y="323"/>
                    <a:pt x="217" y="323"/>
                    <a:pt x="217" y="323"/>
                  </a:cubicBezTo>
                  <a:cubicBezTo>
                    <a:pt x="217" y="323"/>
                    <a:pt x="170" y="258"/>
                    <a:pt x="172" y="225"/>
                  </a:cubicBezTo>
                  <a:cubicBezTo>
                    <a:pt x="173" y="196"/>
                    <a:pt x="195" y="179"/>
                    <a:pt x="199" y="155"/>
                  </a:cubicBezTo>
                  <a:cubicBezTo>
                    <a:pt x="202" y="135"/>
                    <a:pt x="196" y="122"/>
                    <a:pt x="192"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5" name="Freeform 50"/>
            <p:cNvSpPr>
              <a:spLocks/>
            </p:cNvSpPr>
            <p:nvPr/>
          </p:nvSpPr>
          <p:spPr bwMode="auto">
            <a:xfrm>
              <a:off x="4764088" y="5549900"/>
              <a:ext cx="482600" cy="406400"/>
            </a:xfrm>
            <a:custGeom>
              <a:avLst/>
              <a:gdLst>
                <a:gd name="T0" fmla="*/ 17 w 203"/>
                <a:gd name="T1" fmla="*/ 171 h 171"/>
                <a:gd name="T2" fmla="*/ 172 w 203"/>
                <a:gd name="T3" fmla="*/ 56 h 171"/>
                <a:gd name="T4" fmla="*/ 191 w 203"/>
                <a:gd name="T5" fmla="*/ 17 h 171"/>
                <a:gd name="T6" fmla="*/ 143 w 203"/>
                <a:gd name="T7" fmla="*/ 36 h 171"/>
                <a:gd name="T8" fmla="*/ 0 w 203"/>
                <a:gd name="T9" fmla="*/ 168 h 171"/>
                <a:gd name="T10" fmla="*/ 17 w 203"/>
                <a:gd name="T11" fmla="*/ 171 h 171"/>
              </a:gdLst>
              <a:ahLst/>
              <a:cxnLst>
                <a:cxn ang="0">
                  <a:pos x="T0" y="T1"/>
                </a:cxn>
                <a:cxn ang="0">
                  <a:pos x="T2" y="T3"/>
                </a:cxn>
                <a:cxn ang="0">
                  <a:pos x="T4" y="T5"/>
                </a:cxn>
                <a:cxn ang="0">
                  <a:pos x="T6" y="T7"/>
                </a:cxn>
                <a:cxn ang="0">
                  <a:pos x="T8" y="T9"/>
                </a:cxn>
                <a:cxn ang="0">
                  <a:pos x="T10" y="T11"/>
                </a:cxn>
              </a:cxnLst>
              <a:rect l="0" t="0" r="r" b="b"/>
              <a:pathLst>
                <a:path w="203" h="171">
                  <a:moveTo>
                    <a:pt x="17" y="171"/>
                  </a:moveTo>
                  <a:cubicBezTo>
                    <a:pt x="172" y="56"/>
                    <a:pt x="172" y="56"/>
                    <a:pt x="172" y="56"/>
                  </a:cubicBezTo>
                  <a:cubicBezTo>
                    <a:pt x="172" y="56"/>
                    <a:pt x="203" y="34"/>
                    <a:pt x="191" y="17"/>
                  </a:cubicBezTo>
                  <a:cubicBezTo>
                    <a:pt x="191" y="17"/>
                    <a:pt x="181" y="0"/>
                    <a:pt x="143" y="36"/>
                  </a:cubicBezTo>
                  <a:cubicBezTo>
                    <a:pt x="0" y="168"/>
                    <a:pt x="0" y="168"/>
                    <a:pt x="0" y="168"/>
                  </a:cubicBezTo>
                  <a:lnTo>
                    <a:pt x="17" y="1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3810369207"/>
      </p:ext>
    </p:extLst>
  </p:cSld>
  <p:clrMapOvr>
    <a:masterClrMapping/>
  </p:clrMapOvr>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1677988" y="4705350"/>
            <a:ext cx="4178300" cy="1477962"/>
            <a:chOff x="1677988" y="4705350"/>
            <a:chExt cx="4178300" cy="1477962"/>
          </a:xfrm>
          <a:solidFill>
            <a:schemeClr val="tx1">
              <a:lumMod val="65000"/>
              <a:lumOff val="35000"/>
            </a:schemeClr>
          </a:solidFill>
        </p:grpSpPr>
        <p:sp>
          <p:nvSpPr>
            <p:cNvPr id="3" name="Freeform 5"/>
            <p:cNvSpPr>
              <a:spLocks noEditPoints="1"/>
            </p:cNvSpPr>
            <p:nvPr/>
          </p:nvSpPr>
          <p:spPr bwMode="auto">
            <a:xfrm>
              <a:off x="2438400" y="5003800"/>
              <a:ext cx="3378200" cy="941387"/>
            </a:xfrm>
            <a:custGeom>
              <a:avLst/>
              <a:gdLst>
                <a:gd name="T0" fmla="*/ 2371 w 2443"/>
                <a:gd name="T1" fmla="*/ 585 h 681"/>
                <a:gd name="T2" fmla="*/ 2419 w 2443"/>
                <a:gd name="T3" fmla="*/ 485 h 681"/>
                <a:gd name="T4" fmla="*/ 2026 w 2443"/>
                <a:gd name="T5" fmla="*/ 284 h 681"/>
                <a:gd name="T6" fmla="*/ 1336 w 2443"/>
                <a:gd name="T7" fmla="*/ 0 h 681"/>
                <a:gd name="T8" fmla="*/ 642 w 2443"/>
                <a:gd name="T9" fmla="*/ 282 h 681"/>
                <a:gd name="T10" fmla="*/ 151 w 2443"/>
                <a:gd name="T11" fmla="*/ 406 h 681"/>
                <a:gd name="T12" fmla="*/ 139 w 2443"/>
                <a:gd name="T13" fmla="*/ 455 h 681"/>
                <a:gd name="T14" fmla="*/ 98 w 2443"/>
                <a:gd name="T15" fmla="*/ 483 h 681"/>
                <a:gd name="T16" fmla="*/ 53 w 2443"/>
                <a:gd name="T17" fmla="*/ 484 h 681"/>
                <a:gd name="T18" fmla="*/ 78 w 2443"/>
                <a:gd name="T19" fmla="*/ 585 h 681"/>
                <a:gd name="T20" fmla="*/ 0 w 2443"/>
                <a:gd name="T21" fmla="*/ 620 h 681"/>
                <a:gd name="T22" fmla="*/ 35 w 2443"/>
                <a:gd name="T23" fmla="*/ 681 h 681"/>
                <a:gd name="T24" fmla="*/ 453 w 2443"/>
                <a:gd name="T25" fmla="*/ 499 h 681"/>
                <a:gd name="T26" fmla="*/ 1779 w 2443"/>
                <a:gd name="T27" fmla="*/ 681 h 681"/>
                <a:gd name="T28" fmla="*/ 2171 w 2443"/>
                <a:gd name="T29" fmla="*/ 681 h 681"/>
                <a:gd name="T30" fmla="*/ 2443 w 2443"/>
                <a:gd name="T31" fmla="*/ 646 h 681"/>
                <a:gd name="T32" fmla="*/ 2408 w 2443"/>
                <a:gd name="T33" fmla="*/ 585 h 681"/>
                <a:gd name="T34" fmla="*/ 1282 w 2443"/>
                <a:gd name="T35" fmla="*/ 354 h 681"/>
                <a:gd name="T36" fmla="*/ 1166 w 2443"/>
                <a:gd name="T37" fmla="*/ 340 h 681"/>
                <a:gd name="T38" fmla="*/ 1180 w 2443"/>
                <a:gd name="T39" fmla="*/ 312 h 681"/>
                <a:gd name="T40" fmla="*/ 1296 w 2443"/>
                <a:gd name="T41" fmla="*/ 326 h 681"/>
                <a:gd name="T42" fmla="*/ 1318 w 2443"/>
                <a:gd name="T43" fmla="*/ 279 h 681"/>
                <a:gd name="T44" fmla="*/ 1114 w 2443"/>
                <a:gd name="T45" fmla="*/ 220 h 681"/>
                <a:gd name="T46" fmla="*/ 965 w 2443"/>
                <a:gd name="T47" fmla="*/ 268 h 681"/>
                <a:gd name="T48" fmla="*/ 837 w 2443"/>
                <a:gd name="T49" fmla="*/ 268 h 681"/>
                <a:gd name="T50" fmla="*/ 741 w 2443"/>
                <a:gd name="T51" fmla="*/ 279 h 681"/>
                <a:gd name="T52" fmla="*/ 1038 w 2443"/>
                <a:gd name="T53" fmla="*/ 70 h 681"/>
                <a:gd name="T54" fmla="*/ 1118 w 2443"/>
                <a:gd name="T55" fmla="*/ 209 h 681"/>
                <a:gd name="T56" fmla="*/ 1179 w 2443"/>
                <a:gd name="T57" fmla="*/ 57 h 681"/>
                <a:gd name="T58" fmla="*/ 1318 w 2443"/>
                <a:gd name="T59" fmla="*/ 279 h 681"/>
                <a:gd name="T60" fmla="*/ 1922 w 2443"/>
                <a:gd name="T61" fmla="*/ 354 h 681"/>
                <a:gd name="T62" fmla="*/ 1806 w 2443"/>
                <a:gd name="T63" fmla="*/ 340 h 681"/>
                <a:gd name="T64" fmla="*/ 1820 w 2443"/>
                <a:gd name="T65" fmla="*/ 312 h 681"/>
                <a:gd name="T66" fmla="*/ 1936 w 2443"/>
                <a:gd name="T67" fmla="*/ 326 h 681"/>
                <a:gd name="T68" fmla="*/ 1374 w 2443"/>
                <a:gd name="T69" fmla="*/ 279 h 681"/>
                <a:gd name="T70" fmla="*/ 1770 w 2443"/>
                <a:gd name="T71" fmla="*/ 90 h 681"/>
                <a:gd name="T72" fmla="*/ 1374 w 2443"/>
                <a:gd name="T73" fmla="*/ 279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443" h="681">
                  <a:moveTo>
                    <a:pt x="2408" y="585"/>
                  </a:moveTo>
                  <a:cubicBezTo>
                    <a:pt x="2371" y="585"/>
                    <a:pt x="2371" y="585"/>
                    <a:pt x="2371" y="585"/>
                  </a:cubicBezTo>
                  <a:cubicBezTo>
                    <a:pt x="2373" y="572"/>
                    <a:pt x="2373" y="572"/>
                    <a:pt x="2373" y="572"/>
                  </a:cubicBezTo>
                  <a:cubicBezTo>
                    <a:pt x="2419" y="485"/>
                    <a:pt x="2419" y="485"/>
                    <a:pt x="2419" y="485"/>
                  </a:cubicBezTo>
                  <a:cubicBezTo>
                    <a:pt x="2419" y="485"/>
                    <a:pt x="2435" y="367"/>
                    <a:pt x="2419" y="354"/>
                  </a:cubicBezTo>
                  <a:cubicBezTo>
                    <a:pt x="2403" y="341"/>
                    <a:pt x="2026" y="284"/>
                    <a:pt x="2026" y="284"/>
                  </a:cubicBezTo>
                  <a:cubicBezTo>
                    <a:pt x="2026" y="284"/>
                    <a:pt x="1833" y="64"/>
                    <a:pt x="1795" y="44"/>
                  </a:cubicBezTo>
                  <a:cubicBezTo>
                    <a:pt x="1757" y="23"/>
                    <a:pt x="1528" y="0"/>
                    <a:pt x="1336" y="0"/>
                  </a:cubicBezTo>
                  <a:cubicBezTo>
                    <a:pt x="1144" y="0"/>
                    <a:pt x="936" y="23"/>
                    <a:pt x="904" y="48"/>
                  </a:cubicBezTo>
                  <a:cubicBezTo>
                    <a:pt x="872" y="73"/>
                    <a:pt x="642" y="282"/>
                    <a:pt x="642" y="282"/>
                  </a:cubicBezTo>
                  <a:cubicBezTo>
                    <a:pt x="642" y="282"/>
                    <a:pt x="380" y="312"/>
                    <a:pt x="199" y="358"/>
                  </a:cubicBezTo>
                  <a:cubicBezTo>
                    <a:pt x="151" y="406"/>
                    <a:pt x="151" y="406"/>
                    <a:pt x="151" y="406"/>
                  </a:cubicBezTo>
                  <a:cubicBezTo>
                    <a:pt x="197" y="440"/>
                    <a:pt x="197" y="440"/>
                    <a:pt x="197" y="440"/>
                  </a:cubicBezTo>
                  <a:cubicBezTo>
                    <a:pt x="139" y="455"/>
                    <a:pt x="139" y="455"/>
                    <a:pt x="139" y="455"/>
                  </a:cubicBezTo>
                  <a:cubicBezTo>
                    <a:pt x="157" y="523"/>
                    <a:pt x="157" y="523"/>
                    <a:pt x="157" y="523"/>
                  </a:cubicBezTo>
                  <a:cubicBezTo>
                    <a:pt x="98" y="483"/>
                    <a:pt x="98" y="483"/>
                    <a:pt x="98" y="483"/>
                  </a:cubicBezTo>
                  <a:cubicBezTo>
                    <a:pt x="71" y="547"/>
                    <a:pt x="71" y="547"/>
                    <a:pt x="71" y="547"/>
                  </a:cubicBezTo>
                  <a:cubicBezTo>
                    <a:pt x="53" y="484"/>
                    <a:pt x="53" y="484"/>
                    <a:pt x="53" y="484"/>
                  </a:cubicBezTo>
                  <a:cubicBezTo>
                    <a:pt x="42" y="491"/>
                    <a:pt x="42" y="491"/>
                    <a:pt x="42" y="491"/>
                  </a:cubicBezTo>
                  <a:cubicBezTo>
                    <a:pt x="52" y="518"/>
                    <a:pt x="65" y="553"/>
                    <a:pt x="78" y="585"/>
                  </a:cubicBezTo>
                  <a:cubicBezTo>
                    <a:pt x="35" y="585"/>
                    <a:pt x="35" y="585"/>
                    <a:pt x="35" y="585"/>
                  </a:cubicBezTo>
                  <a:cubicBezTo>
                    <a:pt x="16" y="585"/>
                    <a:pt x="0" y="601"/>
                    <a:pt x="0" y="620"/>
                  </a:cubicBezTo>
                  <a:cubicBezTo>
                    <a:pt x="0" y="646"/>
                    <a:pt x="0" y="646"/>
                    <a:pt x="0" y="646"/>
                  </a:cubicBezTo>
                  <a:cubicBezTo>
                    <a:pt x="0" y="665"/>
                    <a:pt x="16" y="681"/>
                    <a:pt x="35" y="681"/>
                  </a:cubicBezTo>
                  <a:cubicBezTo>
                    <a:pt x="257" y="681"/>
                    <a:pt x="257" y="681"/>
                    <a:pt x="257" y="681"/>
                  </a:cubicBezTo>
                  <a:cubicBezTo>
                    <a:pt x="265" y="579"/>
                    <a:pt x="349" y="499"/>
                    <a:pt x="453" y="499"/>
                  </a:cubicBezTo>
                  <a:cubicBezTo>
                    <a:pt x="557" y="499"/>
                    <a:pt x="641" y="579"/>
                    <a:pt x="649" y="681"/>
                  </a:cubicBezTo>
                  <a:cubicBezTo>
                    <a:pt x="1779" y="681"/>
                    <a:pt x="1779" y="681"/>
                    <a:pt x="1779" y="681"/>
                  </a:cubicBezTo>
                  <a:cubicBezTo>
                    <a:pt x="1787" y="579"/>
                    <a:pt x="1871" y="499"/>
                    <a:pt x="1975" y="499"/>
                  </a:cubicBezTo>
                  <a:cubicBezTo>
                    <a:pt x="2079" y="499"/>
                    <a:pt x="2163" y="579"/>
                    <a:pt x="2171" y="681"/>
                  </a:cubicBezTo>
                  <a:cubicBezTo>
                    <a:pt x="2408" y="681"/>
                    <a:pt x="2408" y="681"/>
                    <a:pt x="2408" y="681"/>
                  </a:cubicBezTo>
                  <a:cubicBezTo>
                    <a:pt x="2427" y="681"/>
                    <a:pt x="2443" y="665"/>
                    <a:pt x="2443" y="646"/>
                  </a:cubicBezTo>
                  <a:cubicBezTo>
                    <a:pt x="2443" y="620"/>
                    <a:pt x="2443" y="620"/>
                    <a:pt x="2443" y="620"/>
                  </a:cubicBezTo>
                  <a:cubicBezTo>
                    <a:pt x="2443" y="601"/>
                    <a:pt x="2427" y="585"/>
                    <a:pt x="2408" y="585"/>
                  </a:cubicBezTo>
                  <a:close/>
                  <a:moveTo>
                    <a:pt x="1296" y="340"/>
                  </a:moveTo>
                  <a:cubicBezTo>
                    <a:pt x="1296" y="348"/>
                    <a:pt x="1290" y="354"/>
                    <a:pt x="1282" y="354"/>
                  </a:cubicBezTo>
                  <a:cubicBezTo>
                    <a:pt x="1180" y="354"/>
                    <a:pt x="1180" y="354"/>
                    <a:pt x="1180" y="354"/>
                  </a:cubicBezTo>
                  <a:cubicBezTo>
                    <a:pt x="1173" y="354"/>
                    <a:pt x="1166" y="348"/>
                    <a:pt x="1166" y="340"/>
                  </a:cubicBezTo>
                  <a:cubicBezTo>
                    <a:pt x="1166" y="326"/>
                    <a:pt x="1166" y="326"/>
                    <a:pt x="1166" y="326"/>
                  </a:cubicBezTo>
                  <a:cubicBezTo>
                    <a:pt x="1166" y="319"/>
                    <a:pt x="1173" y="312"/>
                    <a:pt x="1180" y="312"/>
                  </a:cubicBezTo>
                  <a:cubicBezTo>
                    <a:pt x="1282" y="312"/>
                    <a:pt x="1282" y="312"/>
                    <a:pt x="1282" y="312"/>
                  </a:cubicBezTo>
                  <a:cubicBezTo>
                    <a:pt x="1290" y="312"/>
                    <a:pt x="1296" y="319"/>
                    <a:pt x="1296" y="326"/>
                  </a:cubicBezTo>
                  <a:lnTo>
                    <a:pt x="1296" y="340"/>
                  </a:lnTo>
                  <a:close/>
                  <a:moveTo>
                    <a:pt x="1318" y="279"/>
                  </a:moveTo>
                  <a:cubicBezTo>
                    <a:pt x="1196" y="279"/>
                    <a:pt x="1196" y="279"/>
                    <a:pt x="1196" y="279"/>
                  </a:cubicBezTo>
                  <a:cubicBezTo>
                    <a:pt x="1180" y="236"/>
                    <a:pt x="1143" y="218"/>
                    <a:pt x="1114" y="220"/>
                  </a:cubicBezTo>
                  <a:cubicBezTo>
                    <a:pt x="1102" y="220"/>
                    <a:pt x="1091" y="226"/>
                    <a:pt x="1083" y="234"/>
                  </a:cubicBezTo>
                  <a:cubicBezTo>
                    <a:pt x="1068" y="244"/>
                    <a:pt x="1023" y="268"/>
                    <a:pt x="965" y="268"/>
                  </a:cubicBezTo>
                  <a:cubicBezTo>
                    <a:pt x="940" y="268"/>
                    <a:pt x="911" y="264"/>
                    <a:pt x="879" y="251"/>
                  </a:cubicBezTo>
                  <a:cubicBezTo>
                    <a:pt x="863" y="244"/>
                    <a:pt x="844" y="252"/>
                    <a:pt x="837" y="268"/>
                  </a:cubicBezTo>
                  <a:cubicBezTo>
                    <a:pt x="836" y="272"/>
                    <a:pt x="835" y="275"/>
                    <a:pt x="835" y="279"/>
                  </a:cubicBezTo>
                  <a:cubicBezTo>
                    <a:pt x="741" y="279"/>
                    <a:pt x="741" y="279"/>
                    <a:pt x="741" y="279"/>
                  </a:cubicBezTo>
                  <a:cubicBezTo>
                    <a:pt x="826" y="188"/>
                    <a:pt x="917" y="106"/>
                    <a:pt x="935" y="91"/>
                  </a:cubicBezTo>
                  <a:cubicBezTo>
                    <a:pt x="948" y="84"/>
                    <a:pt x="986" y="77"/>
                    <a:pt x="1038" y="70"/>
                  </a:cubicBezTo>
                  <a:cubicBezTo>
                    <a:pt x="1028" y="86"/>
                    <a:pt x="1023" y="104"/>
                    <a:pt x="1024" y="124"/>
                  </a:cubicBezTo>
                  <a:cubicBezTo>
                    <a:pt x="1026" y="173"/>
                    <a:pt x="1068" y="211"/>
                    <a:pt x="1118" y="209"/>
                  </a:cubicBezTo>
                  <a:cubicBezTo>
                    <a:pt x="1168" y="206"/>
                    <a:pt x="1206" y="164"/>
                    <a:pt x="1203" y="114"/>
                  </a:cubicBezTo>
                  <a:cubicBezTo>
                    <a:pt x="1202" y="92"/>
                    <a:pt x="1193" y="72"/>
                    <a:pt x="1179" y="57"/>
                  </a:cubicBezTo>
                  <a:cubicBezTo>
                    <a:pt x="1223" y="55"/>
                    <a:pt x="1270" y="53"/>
                    <a:pt x="1318" y="52"/>
                  </a:cubicBezTo>
                  <a:lnTo>
                    <a:pt x="1318" y="279"/>
                  </a:lnTo>
                  <a:close/>
                  <a:moveTo>
                    <a:pt x="1936" y="340"/>
                  </a:moveTo>
                  <a:cubicBezTo>
                    <a:pt x="1936" y="348"/>
                    <a:pt x="1929" y="354"/>
                    <a:pt x="1922" y="354"/>
                  </a:cubicBezTo>
                  <a:cubicBezTo>
                    <a:pt x="1820" y="354"/>
                    <a:pt x="1820" y="354"/>
                    <a:pt x="1820" y="354"/>
                  </a:cubicBezTo>
                  <a:cubicBezTo>
                    <a:pt x="1812" y="354"/>
                    <a:pt x="1806" y="348"/>
                    <a:pt x="1806" y="340"/>
                  </a:cubicBezTo>
                  <a:cubicBezTo>
                    <a:pt x="1806" y="326"/>
                    <a:pt x="1806" y="326"/>
                    <a:pt x="1806" y="326"/>
                  </a:cubicBezTo>
                  <a:cubicBezTo>
                    <a:pt x="1806" y="319"/>
                    <a:pt x="1812" y="312"/>
                    <a:pt x="1820" y="312"/>
                  </a:cubicBezTo>
                  <a:cubicBezTo>
                    <a:pt x="1922" y="312"/>
                    <a:pt x="1922" y="312"/>
                    <a:pt x="1922" y="312"/>
                  </a:cubicBezTo>
                  <a:cubicBezTo>
                    <a:pt x="1929" y="312"/>
                    <a:pt x="1936" y="319"/>
                    <a:pt x="1936" y="326"/>
                  </a:cubicBezTo>
                  <a:lnTo>
                    <a:pt x="1936" y="340"/>
                  </a:lnTo>
                  <a:close/>
                  <a:moveTo>
                    <a:pt x="1374" y="279"/>
                  </a:moveTo>
                  <a:cubicBezTo>
                    <a:pt x="1374" y="53"/>
                    <a:pt x="1374" y="53"/>
                    <a:pt x="1374" y="53"/>
                  </a:cubicBezTo>
                  <a:cubicBezTo>
                    <a:pt x="1561" y="55"/>
                    <a:pt x="1740" y="78"/>
                    <a:pt x="1770" y="90"/>
                  </a:cubicBezTo>
                  <a:cubicBezTo>
                    <a:pt x="1791" y="105"/>
                    <a:pt x="1874" y="192"/>
                    <a:pt x="1951" y="279"/>
                  </a:cubicBezTo>
                  <a:lnTo>
                    <a:pt x="1374" y="2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Freeform 6"/>
            <p:cNvSpPr>
              <a:spLocks noEditPoints="1"/>
            </p:cNvSpPr>
            <p:nvPr/>
          </p:nvSpPr>
          <p:spPr bwMode="auto">
            <a:xfrm>
              <a:off x="4953000" y="5746750"/>
              <a:ext cx="433388" cy="436562"/>
            </a:xfrm>
            <a:custGeom>
              <a:avLst/>
              <a:gdLst>
                <a:gd name="T0" fmla="*/ 157 w 314"/>
                <a:gd name="T1" fmla="*/ 0 h 315"/>
                <a:gd name="T2" fmla="*/ 1 w 314"/>
                <a:gd name="T3" fmla="*/ 143 h 315"/>
                <a:gd name="T4" fmla="*/ 0 w 314"/>
                <a:gd name="T5" fmla="*/ 158 h 315"/>
                <a:gd name="T6" fmla="*/ 157 w 314"/>
                <a:gd name="T7" fmla="*/ 315 h 315"/>
                <a:gd name="T8" fmla="*/ 314 w 314"/>
                <a:gd name="T9" fmla="*/ 158 h 315"/>
                <a:gd name="T10" fmla="*/ 314 w 314"/>
                <a:gd name="T11" fmla="*/ 143 h 315"/>
                <a:gd name="T12" fmla="*/ 157 w 314"/>
                <a:gd name="T13" fmla="*/ 0 h 315"/>
                <a:gd name="T14" fmla="*/ 157 w 314"/>
                <a:gd name="T15" fmla="*/ 216 h 315"/>
                <a:gd name="T16" fmla="*/ 99 w 314"/>
                <a:gd name="T17" fmla="*/ 158 h 315"/>
                <a:gd name="T18" fmla="*/ 99 w 314"/>
                <a:gd name="T19" fmla="*/ 152 h 315"/>
                <a:gd name="T20" fmla="*/ 157 w 314"/>
                <a:gd name="T21" fmla="*/ 99 h 315"/>
                <a:gd name="T22" fmla="*/ 215 w 314"/>
                <a:gd name="T23" fmla="*/ 152 h 315"/>
                <a:gd name="T24" fmla="*/ 215 w 314"/>
                <a:gd name="T25" fmla="*/ 158 h 315"/>
                <a:gd name="T26" fmla="*/ 157 w 314"/>
                <a:gd name="T27" fmla="*/ 216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14" h="315">
                  <a:moveTo>
                    <a:pt x="157" y="0"/>
                  </a:moveTo>
                  <a:cubicBezTo>
                    <a:pt x="75" y="0"/>
                    <a:pt x="8" y="63"/>
                    <a:pt x="1" y="143"/>
                  </a:cubicBezTo>
                  <a:cubicBezTo>
                    <a:pt x="0" y="148"/>
                    <a:pt x="0" y="153"/>
                    <a:pt x="0" y="158"/>
                  </a:cubicBezTo>
                  <a:cubicBezTo>
                    <a:pt x="0" y="244"/>
                    <a:pt x="70" y="315"/>
                    <a:pt x="157" y="315"/>
                  </a:cubicBezTo>
                  <a:cubicBezTo>
                    <a:pt x="244" y="315"/>
                    <a:pt x="314" y="244"/>
                    <a:pt x="314" y="158"/>
                  </a:cubicBezTo>
                  <a:cubicBezTo>
                    <a:pt x="314" y="153"/>
                    <a:pt x="314" y="148"/>
                    <a:pt x="314" y="143"/>
                  </a:cubicBezTo>
                  <a:cubicBezTo>
                    <a:pt x="306" y="63"/>
                    <a:pt x="239" y="0"/>
                    <a:pt x="157" y="0"/>
                  </a:cubicBezTo>
                  <a:close/>
                  <a:moveTo>
                    <a:pt x="157" y="216"/>
                  </a:moveTo>
                  <a:cubicBezTo>
                    <a:pt x="125" y="216"/>
                    <a:pt x="99" y="190"/>
                    <a:pt x="99" y="158"/>
                  </a:cubicBezTo>
                  <a:cubicBezTo>
                    <a:pt x="99" y="156"/>
                    <a:pt x="99" y="154"/>
                    <a:pt x="99" y="152"/>
                  </a:cubicBezTo>
                  <a:cubicBezTo>
                    <a:pt x="102" y="122"/>
                    <a:pt x="127" y="99"/>
                    <a:pt x="157" y="99"/>
                  </a:cubicBezTo>
                  <a:cubicBezTo>
                    <a:pt x="187" y="99"/>
                    <a:pt x="212" y="122"/>
                    <a:pt x="215" y="152"/>
                  </a:cubicBezTo>
                  <a:cubicBezTo>
                    <a:pt x="215" y="154"/>
                    <a:pt x="215" y="156"/>
                    <a:pt x="215" y="158"/>
                  </a:cubicBezTo>
                  <a:cubicBezTo>
                    <a:pt x="215" y="190"/>
                    <a:pt x="189" y="216"/>
                    <a:pt x="157" y="2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 name="Freeform 7"/>
            <p:cNvSpPr>
              <a:spLocks noEditPoints="1"/>
            </p:cNvSpPr>
            <p:nvPr/>
          </p:nvSpPr>
          <p:spPr bwMode="auto">
            <a:xfrm>
              <a:off x="2847975" y="5746750"/>
              <a:ext cx="433388" cy="436562"/>
            </a:xfrm>
            <a:custGeom>
              <a:avLst/>
              <a:gdLst>
                <a:gd name="T0" fmla="*/ 157 w 314"/>
                <a:gd name="T1" fmla="*/ 0 h 315"/>
                <a:gd name="T2" fmla="*/ 1 w 314"/>
                <a:gd name="T3" fmla="*/ 143 h 315"/>
                <a:gd name="T4" fmla="*/ 0 w 314"/>
                <a:gd name="T5" fmla="*/ 158 h 315"/>
                <a:gd name="T6" fmla="*/ 157 w 314"/>
                <a:gd name="T7" fmla="*/ 315 h 315"/>
                <a:gd name="T8" fmla="*/ 314 w 314"/>
                <a:gd name="T9" fmla="*/ 158 h 315"/>
                <a:gd name="T10" fmla="*/ 313 w 314"/>
                <a:gd name="T11" fmla="*/ 143 h 315"/>
                <a:gd name="T12" fmla="*/ 157 w 314"/>
                <a:gd name="T13" fmla="*/ 0 h 315"/>
                <a:gd name="T14" fmla="*/ 157 w 314"/>
                <a:gd name="T15" fmla="*/ 216 h 315"/>
                <a:gd name="T16" fmla="*/ 99 w 314"/>
                <a:gd name="T17" fmla="*/ 158 h 315"/>
                <a:gd name="T18" fmla="*/ 99 w 314"/>
                <a:gd name="T19" fmla="*/ 152 h 315"/>
                <a:gd name="T20" fmla="*/ 157 w 314"/>
                <a:gd name="T21" fmla="*/ 99 h 315"/>
                <a:gd name="T22" fmla="*/ 215 w 314"/>
                <a:gd name="T23" fmla="*/ 152 h 315"/>
                <a:gd name="T24" fmla="*/ 215 w 314"/>
                <a:gd name="T25" fmla="*/ 158 h 315"/>
                <a:gd name="T26" fmla="*/ 157 w 314"/>
                <a:gd name="T27" fmla="*/ 216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14" h="315">
                  <a:moveTo>
                    <a:pt x="157" y="0"/>
                  </a:moveTo>
                  <a:cubicBezTo>
                    <a:pt x="75" y="0"/>
                    <a:pt x="8" y="63"/>
                    <a:pt x="1" y="143"/>
                  </a:cubicBezTo>
                  <a:cubicBezTo>
                    <a:pt x="0" y="148"/>
                    <a:pt x="0" y="153"/>
                    <a:pt x="0" y="158"/>
                  </a:cubicBezTo>
                  <a:cubicBezTo>
                    <a:pt x="0" y="244"/>
                    <a:pt x="70" y="315"/>
                    <a:pt x="157" y="315"/>
                  </a:cubicBezTo>
                  <a:cubicBezTo>
                    <a:pt x="244" y="315"/>
                    <a:pt x="314" y="244"/>
                    <a:pt x="314" y="158"/>
                  </a:cubicBezTo>
                  <a:cubicBezTo>
                    <a:pt x="314" y="153"/>
                    <a:pt x="314" y="148"/>
                    <a:pt x="313" y="143"/>
                  </a:cubicBezTo>
                  <a:cubicBezTo>
                    <a:pt x="306" y="63"/>
                    <a:pt x="239" y="0"/>
                    <a:pt x="157" y="0"/>
                  </a:cubicBezTo>
                  <a:close/>
                  <a:moveTo>
                    <a:pt x="157" y="216"/>
                  </a:moveTo>
                  <a:cubicBezTo>
                    <a:pt x="125" y="216"/>
                    <a:pt x="99" y="190"/>
                    <a:pt x="99" y="158"/>
                  </a:cubicBezTo>
                  <a:cubicBezTo>
                    <a:pt x="99" y="156"/>
                    <a:pt x="99" y="154"/>
                    <a:pt x="99" y="152"/>
                  </a:cubicBezTo>
                  <a:cubicBezTo>
                    <a:pt x="102" y="122"/>
                    <a:pt x="127" y="99"/>
                    <a:pt x="157" y="99"/>
                  </a:cubicBezTo>
                  <a:cubicBezTo>
                    <a:pt x="187" y="99"/>
                    <a:pt x="212" y="122"/>
                    <a:pt x="215" y="152"/>
                  </a:cubicBezTo>
                  <a:cubicBezTo>
                    <a:pt x="215" y="154"/>
                    <a:pt x="215" y="156"/>
                    <a:pt x="215" y="158"/>
                  </a:cubicBezTo>
                  <a:cubicBezTo>
                    <a:pt x="215" y="190"/>
                    <a:pt x="189" y="216"/>
                    <a:pt x="157" y="2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Rectangle 8"/>
            <p:cNvSpPr>
              <a:spLocks noChangeArrowheads="1"/>
            </p:cNvSpPr>
            <p:nvPr/>
          </p:nvSpPr>
          <p:spPr bwMode="auto">
            <a:xfrm>
              <a:off x="5381625" y="5178425"/>
              <a:ext cx="474663" cy="254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Rectangle 9"/>
            <p:cNvSpPr>
              <a:spLocks noChangeArrowheads="1"/>
            </p:cNvSpPr>
            <p:nvPr/>
          </p:nvSpPr>
          <p:spPr bwMode="auto">
            <a:xfrm>
              <a:off x="5267325" y="5264150"/>
              <a:ext cx="207963"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Rectangle 10"/>
            <p:cNvSpPr>
              <a:spLocks noChangeArrowheads="1"/>
            </p:cNvSpPr>
            <p:nvPr/>
          </p:nvSpPr>
          <p:spPr bwMode="auto">
            <a:xfrm>
              <a:off x="5289550" y="5091113"/>
              <a:ext cx="207963"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11"/>
            <p:cNvSpPr>
              <a:spLocks/>
            </p:cNvSpPr>
            <p:nvPr/>
          </p:nvSpPr>
          <p:spPr bwMode="auto">
            <a:xfrm>
              <a:off x="2519363" y="4892675"/>
              <a:ext cx="277813" cy="277812"/>
            </a:xfrm>
            <a:custGeom>
              <a:avLst/>
              <a:gdLst>
                <a:gd name="T0" fmla="*/ 158 w 201"/>
                <a:gd name="T1" fmla="*/ 31 h 201"/>
                <a:gd name="T2" fmla="*/ 31 w 201"/>
                <a:gd name="T3" fmla="*/ 43 h 201"/>
                <a:gd name="T4" fmla="*/ 43 w 201"/>
                <a:gd name="T5" fmla="*/ 170 h 201"/>
                <a:gd name="T6" fmla="*/ 170 w 201"/>
                <a:gd name="T7" fmla="*/ 158 h 201"/>
                <a:gd name="T8" fmla="*/ 158 w 201"/>
                <a:gd name="T9" fmla="*/ 31 h 201"/>
              </a:gdLst>
              <a:ahLst/>
              <a:cxnLst>
                <a:cxn ang="0">
                  <a:pos x="T0" y="T1"/>
                </a:cxn>
                <a:cxn ang="0">
                  <a:pos x="T2" y="T3"/>
                </a:cxn>
                <a:cxn ang="0">
                  <a:pos x="T4" y="T5"/>
                </a:cxn>
                <a:cxn ang="0">
                  <a:pos x="T6" y="T7"/>
                </a:cxn>
                <a:cxn ang="0">
                  <a:pos x="T8" y="T9"/>
                </a:cxn>
              </a:cxnLst>
              <a:rect l="0" t="0" r="r" b="b"/>
              <a:pathLst>
                <a:path w="201" h="201">
                  <a:moveTo>
                    <a:pt x="158" y="31"/>
                  </a:moveTo>
                  <a:cubicBezTo>
                    <a:pt x="120" y="0"/>
                    <a:pt x="63" y="5"/>
                    <a:pt x="31" y="43"/>
                  </a:cubicBezTo>
                  <a:cubicBezTo>
                    <a:pt x="0" y="81"/>
                    <a:pt x="5" y="138"/>
                    <a:pt x="43" y="170"/>
                  </a:cubicBezTo>
                  <a:cubicBezTo>
                    <a:pt x="81" y="201"/>
                    <a:pt x="138" y="196"/>
                    <a:pt x="170" y="158"/>
                  </a:cubicBezTo>
                  <a:cubicBezTo>
                    <a:pt x="201" y="120"/>
                    <a:pt x="196" y="63"/>
                    <a:pt x="158"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12"/>
            <p:cNvSpPr>
              <a:spLocks/>
            </p:cNvSpPr>
            <p:nvPr/>
          </p:nvSpPr>
          <p:spPr bwMode="auto">
            <a:xfrm>
              <a:off x="1677988" y="4889500"/>
              <a:ext cx="947738" cy="1152525"/>
            </a:xfrm>
            <a:custGeom>
              <a:avLst/>
              <a:gdLst>
                <a:gd name="T0" fmla="*/ 522 w 686"/>
                <a:gd name="T1" fmla="*/ 423 h 833"/>
                <a:gd name="T2" fmla="*/ 510 w 686"/>
                <a:gd name="T3" fmla="*/ 346 h 833"/>
                <a:gd name="T4" fmla="*/ 572 w 686"/>
                <a:gd name="T5" fmla="*/ 381 h 833"/>
                <a:gd name="T6" fmla="*/ 618 w 686"/>
                <a:gd name="T7" fmla="*/ 317 h 833"/>
                <a:gd name="T8" fmla="*/ 629 w 686"/>
                <a:gd name="T9" fmla="*/ 362 h 833"/>
                <a:gd name="T10" fmla="*/ 651 w 686"/>
                <a:gd name="T11" fmla="*/ 331 h 833"/>
                <a:gd name="T12" fmla="*/ 643 w 686"/>
                <a:gd name="T13" fmla="*/ 206 h 833"/>
                <a:gd name="T14" fmla="*/ 616 w 686"/>
                <a:gd name="T15" fmla="*/ 196 h 833"/>
                <a:gd name="T16" fmla="*/ 540 w 686"/>
                <a:gd name="T17" fmla="*/ 163 h 833"/>
                <a:gd name="T18" fmla="*/ 491 w 686"/>
                <a:gd name="T19" fmla="*/ 115 h 833"/>
                <a:gd name="T20" fmla="*/ 470 w 686"/>
                <a:gd name="T21" fmla="*/ 43 h 833"/>
                <a:gd name="T22" fmla="*/ 471 w 686"/>
                <a:gd name="T23" fmla="*/ 34 h 833"/>
                <a:gd name="T24" fmla="*/ 440 w 686"/>
                <a:gd name="T25" fmla="*/ 1 h 833"/>
                <a:gd name="T26" fmla="*/ 407 w 686"/>
                <a:gd name="T27" fmla="*/ 31 h 833"/>
                <a:gd name="T28" fmla="*/ 406 w 686"/>
                <a:gd name="T29" fmla="*/ 43 h 833"/>
                <a:gd name="T30" fmla="*/ 439 w 686"/>
                <a:gd name="T31" fmla="*/ 151 h 833"/>
                <a:gd name="T32" fmla="*/ 542 w 686"/>
                <a:gd name="T33" fmla="*/ 237 h 833"/>
                <a:gd name="T34" fmla="*/ 534 w 686"/>
                <a:gd name="T35" fmla="*/ 245 h 833"/>
                <a:gd name="T36" fmla="*/ 538 w 686"/>
                <a:gd name="T37" fmla="*/ 245 h 833"/>
                <a:gd name="T38" fmla="*/ 539 w 686"/>
                <a:gd name="T39" fmla="*/ 245 h 833"/>
                <a:gd name="T40" fmla="*/ 586 w 686"/>
                <a:gd name="T41" fmla="*/ 234 h 833"/>
                <a:gd name="T42" fmla="*/ 607 w 686"/>
                <a:gd name="T43" fmla="*/ 227 h 833"/>
                <a:gd name="T44" fmla="*/ 641 w 686"/>
                <a:gd name="T45" fmla="*/ 246 h 833"/>
                <a:gd name="T46" fmla="*/ 629 w 686"/>
                <a:gd name="T47" fmla="*/ 301 h 833"/>
                <a:gd name="T48" fmla="*/ 628 w 686"/>
                <a:gd name="T49" fmla="*/ 302 h 833"/>
                <a:gd name="T50" fmla="*/ 538 w 686"/>
                <a:gd name="T51" fmla="*/ 325 h 833"/>
                <a:gd name="T52" fmla="*/ 538 w 686"/>
                <a:gd name="T53" fmla="*/ 325 h 833"/>
                <a:gd name="T54" fmla="*/ 538 w 686"/>
                <a:gd name="T55" fmla="*/ 325 h 833"/>
                <a:gd name="T56" fmla="*/ 475 w 686"/>
                <a:gd name="T57" fmla="*/ 314 h 833"/>
                <a:gd name="T58" fmla="*/ 472 w 686"/>
                <a:gd name="T59" fmla="*/ 313 h 833"/>
                <a:gd name="T60" fmla="*/ 417 w 686"/>
                <a:gd name="T61" fmla="*/ 360 h 833"/>
                <a:gd name="T62" fmla="*/ 383 w 686"/>
                <a:gd name="T63" fmla="*/ 334 h 833"/>
                <a:gd name="T64" fmla="*/ 297 w 686"/>
                <a:gd name="T65" fmla="*/ 287 h 833"/>
                <a:gd name="T66" fmla="*/ 189 w 686"/>
                <a:gd name="T67" fmla="*/ 264 h 833"/>
                <a:gd name="T68" fmla="*/ 102 w 686"/>
                <a:gd name="T69" fmla="*/ 281 h 833"/>
                <a:gd name="T70" fmla="*/ 19 w 686"/>
                <a:gd name="T71" fmla="*/ 337 h 833"/>
                <a:gd name="T72" fmla="*/ 19 w 686"/>
                <a:gd name="T73" fmla="*/ 408 h 833"/>
                <a:gd name="T74" fmla="*/ 90 w 686"/>
                <a:gd name="T75" fmla="*/ 408 h 833"/>
                <a:gd name="T76" fmla="*/ 140 w 686"/>
                <a:gd name="T77" fmla="*/ 373 h 833"/>
                <a:gd name="T78" fmla="*/ 189 w 686"/>
                <a:gd name="T79" fmla="*/ 364 h 833"/>
                <a:gd name="T80" fmla="*/ 259 w 686"/>
                <a:gd name="T81" fmla="*/ 379 h 833"/>
                <a:gd name="T82" fmla="*/ 353 w 686"/>
                <a:gd name="T83" fmla="*/ 436 h 833"/>
                <a:gd name="T84" fmla="*/ 353 w 686"/>
                <a:gd name="T85" fmla="*/ 437 h 833"/>
                <a:gd name="T86" fmla="*/ 325 w 686"/>
                <a:gd name="T87" fmla="*/ 470 h 833"/>
                <a:gd name="T88" fmla="*/ 255 w 686"/>
                <a:gd name="T89" fmla="*/ 684 h 833"/>
                <a:gd name="T90" fmla="*/ 271 w 686"/>
                <a:gd name="T91" fmla="*/ 797 h 833"/>
                <a:gd name="T92" fmla="*/ 319 w 686"/>
                <a:gd name="T93" fmla="*/ 833 h 833"/>
                <a:gd name="T94" fmla="*/ 333 w 686"/>
                <a:gd name="T95" fmla="*/ 831 h 833"/>
                <a:gd name="T96" fmla="*/ 367 w 686"/>
                <a:gd name="T97" fmla="*/ 770 h 833"/>
                <a:gd name="T98" fmla="*/ 367 w 686"/>
                <a:gd name="T99" fmla="*/ 770 h 833"/>
                <a:gd name="T100" fmla="*/ 355 w 686"/>
                <a:gd name="T101" fmla="*/ 684 h 833"/>
                <a:gd name="T102" fmla="*/ 406 w 686"/>
                <a:gd name="T103" fmla="*/ 529 h 833"/>
                <a:gd name="T104" fmla="*/ 437 w 686"/>
                <a:gd name="T105" fmla="*/ 494 h 833"/>
                <a:gd name="T106" fmla="*/ 488 w 686"/>
                <a:gd name="T107" fmla="*/ 483 h 833"/>
                <a:gd name="T108" fmla="*/ 496 w 686"/>
                <a:gd name="T109" fmla="*/ 477 h 833"/>
                <a:gd name="T110" fmla="*/ 453 w 686"/>
                <a:gd name="T111" fmla="*/ 429 h 833"/>
                <a:gd name="T112" fmla="*/ 522 w 686"/>
                <a:gd name="T113" fmla="*/ 423 h 8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86" h="833">
                  <a:moveTo>
                    <a:pt x="522" y="423"/>
                  </a:moveTo>
                  <a:cubicBezTo>
                    <a:pt x="510" y="346"/>
                    <a:pt x="510" y="346"/>
                    <a:pt x="510" y="346"/>
                  </a:cubicBezTo>
                  <a:cubicBezTo>
                    <a:pt x="572" y="381"/>
                    <a:pt x="572" y="381"/>
                    <a:pt x="572" y="381"/>
                  </a:cubicBezTo>
                  <a:cubicBezTo>
                    <a:pt x="618" y="317"/>
                    <a:pt x="618" y="317"/>
                    <a:pt x="618" y="317"/>
                  </a:cubicBezTo>
                  <a:cubicBezTo>
                    <a:pt x="629" y="362"/>
                    <a:pt x="629" y="362"/>
                    <a:pt x="629" y="362"/>
                  </a:cubicBezTo>
                  <a:cubicBezTo>
                    <a:pt x="636" y="352"/>
                    <a:pt x="644" y="342"/>
                    <a:pt x="651" y="331"/>
                  </a:cubicBezTo>
                  <a:cubicBezTo>
                    <a:pt x="686" y="279"/>
                    <a:pt x="671" y="229"/>
                    <a:pt x="643" y="206"/>
                  </a:cubicBezTo>
                  <a:cubicBezTo>
                    <a:pt x="636" y="200"/>
                    <a:pt x="626" y="197"/>
                    <a:pt x="616" y="196"/>
                  </a:cubicBezTo>
                  <a:cubicBezTo>
                    <a:pt x="608" y="195"/>
                    <a:pt x="573" y="185"/>
                    <a:pt x="540" y="163"/>
                  </a:cubicBezTo>
                  <a:cubicBezTo>
                    <a:pt x="522" y="150"/>
                    <a:pt x="504" y="135"/>
                    <a:pt x="491" y="115"/>
                  </a:cubicBezTo>
                  <a:cubicBezTo>
                    <a:pt x="479" y="96"/>
                    <a:pt x="470" y="73"/>
                    <a:pt x="470" y="43"/>
                  </a:cubicBezTo>
                  <a:cubicBezTo>
                    <a:pt x="470" y="40"/>
                    <a:pt x="470" y="37"/>
                    <a:pt x="471" y="34"/>
                  </a:cubicBezTo>
                  <a:cubicBezTo>
                    <a:pt x="471" y="17"/>
                    <a:pt x="458" y="1"/>
                    <a:pt x="440" y="1"/>
                  </a:cubicBezTo>
                  <a:cubicBezTo>
                    <a:pt x="423" y="0"/>
                    <a:pt x="408" y="13"/>
                    <a:pt x="407" y="31"/>
                  </a:cubicBezTo>
                  <a:cubicBezTo>
                    <a:pt x="406" y="35"/>
                    <a:pt x="406" y="39"/>
                    <a:pt x="406" y="43"/>
                  </a:cubicBezTo>
                  <a:cubicBezTo>
                    <a:pt x="406" y="86"/>
                    <a:pt x="419" y="123"/>
                    <a:pt x="439" y="151"/>
                  </a:cubicBezTo>
                  <a:cubicBezTo>
                    <a:pt x="467" y="195"/>
                    <a:pt x="508" y="221"/>
                    <a:pt x="542" y="237"/>
                  </a:cubicBezTo>
                  <a:cubicBezTo>
                    <a:pt x="539" y="240"/>
                    <a:pt x="537" y="242"/>
                    <a:pt x="534" y="245"/>
                  </a:cubicBezTo>
                  <a:cubicBezTo>
                    <a:pt x="536" y="245"/>
                    <a:pt x="537" y="245"/>
                    <a:pt x="538" y="245"/>
                  </a:cubicBezTo>
                  <a:cubicBezTo>
                    <a:pt x="539" y="245"/>
                    <a:pt x="539" y="245"/>
                    <a:pt x="539" y="245"/>
                  </a:cubicBezTo>
                  <a:cubicBezTo>
                    <a:pt x="566" y="245"/>
                    <a:pt x="586" y="234"/>
                    <a:pt x="586" y="234"/>
                  </a:cubicBezTo>
                  <a:cubicBezTo>
                    <a:pt x="592" y="229"/>
                    <a:pt x="600" y="227"/>
                    <a:pt x="607" y="227"/>
                  </a:cubicBezTo>
                  <a:cubicBezTo>
                    <a:pt x="621" y="227"/>
                    <a:pt x="634" y="234"/>
                    <a:pt x="641" y="246"/>
                  </a:cubicBezTo>
                  <a:cubicBezTo>
                    <a:pt x="653" y="265"/>
                    <a:pt x="647" y="289"/>
                    <a:pt x="629" y="301"/>
                  </a:cubicBezTo>
                  <a:cubicBezTo>
                    <a:pt x="628" y="302"/>
                    <a:pt x="628" y="302"/>
                    <a:pt x="628" y="302"/>
                  </a:cubicBezTo>
                  <a:cubicBezTo>
                    <a:pt x="616" y="309"/>
                    <a:pt x="584" y="325"/>
                    <a:pt x="538" y="325"/>
                  </a:cubicBezTo>
                  <a:cubicBezTo>
                    <a:pt x="538" y="325"/>
                    <a:pt x="538" y="325"/>
                    <a:pt x="538" y="325"/>
                  </a:cubicBezTo>
                  <a:cubicBezTo>
                    <a:pt x="538" y="325"/>
                    <a:pt x="538" y="325"/>
                    <a:pt x="538" y="325"/>
                  </a:cubicBezTo>
                  <a:cubicBezTo>
                    <a:pt x="517" y="325"/>
                    <a:pt x="496" y="321"/>
                    <a:pt x="475" y="314"/>
                  </a:cubicBezTo>
                  <a:cubicBezTo>
                    <a:pt x="474" y="314"/>
                    <a:pt x="473" y="313"/>
                    <a:pt x="472" y="313"/>
                  </a:cubicBezTo>
                  <a:cubicBezTo>
                    <a:pt x="455" y="330"/>
                    <a:pt x="436" y="346"/>
                    <a:pt x="417" y="360"/>
                  </a:cubicBezTo>
                  <a:cubicBezTo>
                    <a:pt x="407" y="352"/>
                    <a:pt x="396" y="343"/>
                    <a:pt x="383" y="334"/>
                  </a:cubicBezTo>
                  <a:cubicBezTo>
                    <a:pt x="359" y="317"/>
                    <a:pt x="330" y="300"/>
                    <a:pt x="297" y="287"/>
                  </a:cubicBezTo>
                  <a:cubicBezTo>
                    <a:pt x="265" y="273"/>
                    <a:pt x="228" y="264"/>
                    <a:pt x="189" y="264"/>
                  </a:cubicBezTo>
                  <a:cubicBezTo>
                    <a:pt x="160" y="264"/>
                    <a:pt x="131" y="269"/>
                    <a:pt x="102" y="281"/>
                  </a:cubicBezTo>
                  <a:cubicBezTo>
                    <a:pt x="73" y="293"/>
                    <a:pt x="45" y="311"/>
                    <a:pt x="19" y="337"/>
                  </a:cubicBezTo>
                  <a:cubicBezTo>
                    <a:pt x="0" y="357"/>
                    <a:pt x="0" y="388"/>
                    <a:pt x="19" y="408"/>
                  </a:cubicBezTo>
                  <a:cubicBezTo>
                    <a:pt x="39" y="427"/>
                    <a:pt x="70" y="427"/>
                    <a:pt x="90" y="408"/>
                  </a:cubicBezTo>
                  <a:cubicBezTo>
                    <a:pt x="107" y="390"/>
                    <a:pt x="124" y="380"/>
                    <a:pt x="140" y="373"/>
                  </a:cubicBezTo>
                  <a:cubicBezTo>
                    <a:pt x="156" y="366"/>
                    <a:pt x="172" y="364"/>
                    <a:pt x="189" y="364"/>
                  </a:cubicBezTo>
                  <a:cubicBezTo>
                    <a:pt x="212" y="364"/>
                    <a:pt x="236" y="369"/>
                    <a:pt x="259" y="379"/>
                  </a:cubicBezTo>
                  <a:cubicBezTo>
                    <a:pt x="295" y="394"/>
                    <a:pt x="329" y="417"/>
                    <a:pt x="353" y="436"/>
                  </a:cubicBezTo>
                  <a:cubicBezTo>
                    <a:pt x="353" y="436"/>
                    <a:pt x="353" y="436"/>
                    <a:pt x="353" y="437"/>
                  </a:cubicBezTo>
                  <a:cubicBezTo>
                    <a:pt x="344" y="446"/>
                    <a:pt x="335" y="457"/>
                    <a:pt x="325" y="470"/>
                  </a:cubicBezTo>
                  <a:cubicBezTo>
                    <a:pt x="290" y="517"/>
                    <a:pt x="255" y="590"/>
                    <a:pt x="255" y="684"/>
                  </a:cubicBezTo>
                  <a:cubicBezTo>
                    <a:pt x="255" y="719"/>
                    <a:pt x="260" y="757"/>
                    <a:pt x="271" y="797"/>
                  </a:cubicBezTo>
                  <a:cubicBezTo>
                    <a:pt x="277" y="819"/>
                    <a:pt x="297" y="833"/>
                    <a:pt x="319" y="833"/>
                  </a:cubicBezTo>
                  <a:cubicBezTo>
                    <a:pt x="324" y="833"/>
                    <a:pt x="328" y="833"/>
                    <a:pt x="333" y="831"/>
                  </a:cubicBezTo>
                  <a:cubicBezTo>
                    <a:pt x="359" y="824"/>
                    <a:pt x="375" y="796"/>
                    <a:pt x="367" y="770"/>
                  </a:cubicBezTo>
                  <a:cubicBezTo>
                    <a:pt x="367" y="770"/>
                    <a:pt x="367" y="770"/>
                    <a:pt x="367" y="770"/>
                  </a:cubicBezTo>
                  <a:cubicBezTo>
                    <a:pt x="358" y="738"/>
                    <a:pt x="355" y="710"/>
                    <a:pt x="355" y="684"/>
                  </a:cubicBezTo>
                  <a:cubicBezTo>
                    <a:pt x="355" y="616"/>
                    <a:pt x="380" y="565"/>
                    <a:pt x="406" y="529"/>
                  </a:cubicBezTo>
                  <a:cubicBezTo>
                    <a:pt x="417" y="514"/>
                    <a:pt x="428" y="502"/>
                    <a:pt x="437" y="494"/>
                  </a:cubicBezTo>
                  <a:cubicBezTo>
                    <a:pt x="451" y="495"/>
                    <a:pt x="468" y="492"/>
                    <a:pt x="488" y="483"/>
                  </a:cubicBezTo>
                  <a:cubicBezTo>
                    <a:pt x="491" y="481"/>
                    <a:pt x="493" y="479"/>
                    <a:pt x="496" y="477"/>
                  </a:cubicBezTo>
                  <a:cubicBezTo>
                    <a:pt x="453" y="429"/>
                    <a:pt x="453" y="429"/>
                    <a:pt x="453" y="429"/>
                  </a:cubicBezTo>
                  <a:lnTo>
                    <a:pt x="522" y="4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3"/>
            <p:cNvSpPr>
              <a:spLocks/>
            </p:cNvSpPr>
            <p:nvPr/>
          </p:nvSpPr>
          <p:spPr bwMode="auto">
            <a:xfrm>
              <a:off x="2154238" y="5089525"/>
              <a:ext cx="414338" cy="238125"/>
            </a:xfrm>
            <a:custGeom>
              <a:avLst/>
              <a:gdLst>
                <a:gd name="T0" fmla="*/ 194 w 300"/>
                <a:gd name="T1" fmla="*/ 173 h 173"/>
                <a:gd name="T2" fmla="*/ 280 w 300"/>
                <a:gd name="T3" fmla="*/ 150 h 173"/>
                <a:gd name="T4" fmla="*/ 290 w 300"/>
                <a:gd name="T5" fmla="*/ 106 h 173"/>
                <a:gd name="T6" fmla="*/ 246 w 300"/>
                <a:gd name="T7" fmla="*/ 96 h 173"/>
                <a:gd name="T8" fmla="*/ 246 w 300"/>
                <a:gd name="T9" fmla="*/ 96 h 173"/>
                <a:gd name="T10" fmla="*/ 246 w 300"/>
                <a:gd name="T11" fmla="*/ 96 h 173"/>
                <a:gd name="T12" fmla="*/ 246 w 300"/>
                <a:gd name="T13" fmla="*/ 96 h 173"/>
                <a:gd name="T14" fmla="*/ 246 w 300"/>
                <a:gd name="T15" fmla="*/ 96 h 173"/>
                <a:gd name="T16" fmla="*/ 194 w 300"/>
                <a:gd name="T17" fmla="*/ 109 h 173"/>
                <a:gd name="T18" fmla="*/ 184 w 300"/>
                <a:gd name="T19" fmla="*/ 109 h 173"/>
                <a:gd name="T20" fmla="*/ 136 w 300"/>
                <a:gd name="T21" fmla="*/ 93 h 173"/>
                <a:gd name="T22" fmla="*/ 63 w 300"/>
                <a:gd name="T23" fmla="*/ 19 h 173"/>
                <a:gd name="T24" fmla="*/ 19 w 300"/>
                <a:gd name="T25" fmla="*/ 10 h 173"/>
                <a:gd name="T26" fmla="*/ 10 w 300"/>
                <a:gd name="T27" fmla="*/ 54 h 173"/>
                <a:gd name="T28" fmla="*/ 104 w 300"/>
                <a:gd name="T29" fmla="*/ 148 h 173"/>
                <a:gd name="T30" fmla="*/ 134 w 300"/>
                <a:gd name="T31" fmla="*/ 162 h 173"/>
                <a:gd name="T32" fmla="*/ 194 w 300"/>
                <a:gd name="T33" fmla="*/ 173 h 173"/>
                <a:gd name="T34" fmla="*/ 194 w 300"/>
                <a:gd name="T35"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0" h="173">
                  <a:moveTo>
                    <a:pt x="194" y="173"/>
                  </a:moveTo>
                  <a:cubicBezTo>
                    <a:pt x="245" y="173"/>
                    <a:pt x="277" y="152"/>
                    <a:pt x="280" y="150"/>
                  </a:cubicBezTo>
                  <a:cubicBezTo>
                    <a:pt x="295" y="141"/>
                    <a:pt x="300" y="121"/>
                    <a:pt x="290" y="106"/>
                  </a:cubicBezTo>
                  <a:cubicBezTo>
                    <a:pt x="281" y="91"/>
                    <a:pt x="261" y="87"/>
                    <a:pt x="246" y="96"/>
                  </a:cubicBezTo>
                  <a:cubicBezTo>
                    <a:pt x="246" y="96"/>
                    <a:pt x="246" y="96"/>
                    <a:pt x="246" y="96"/>
                  </a:cubicBezTo>
                  <a:cubicBezTo>
                    <a:pt x="246" y="96"/>
                    <a:pt x="246" y="96"/>
                    <a:pt x="246" y="96"/>
                  </a:cubicBezTo>
                  <a:cubicBezTo>
                    <a:pt x="246" y="96"/>
                    <a:pt x="246" y="96"/>
                    <a:pt x="246" y="96"/>
                  </a:cubicBezTo>
                  <a:cubicBezTo>
                    <a:pt x="246" y="96"/>
                    <a:pt x="246" y="96"/>
                    <a:pt x="246" y="96"/>
                  </a:cubicBezTo>
                  <a:cubicBezTo>
                    <a:pt x="244" y="98"/>
                    <a:pt x="222" y="109"/>
                    <a:pt x="194" y="109"/>
                  </a:cubicBezTo>
                  <a:cubicBezTo>
                    <a:pt x="191" y="109"/>
                    <a:pt x="187" y="109"/>
                    <a:pt x="184" y="109"/>
                  </a:cubicBezTo>
                  <a:cubicBezTo>
                    <a:pt x="169" y="107"/>
                    <a:pt x="153" y="103"/>
                    <a:pt x="136" y="93"/>
                  </a:cubicBezTo>
                  <a:cubicBezTo>
                    <a:pt x="114" y="80"/>
                    <a:pt x="89" y="58"/>
                    <a:pt x="63" y="19"/>
                  </a:cubicBezTo>
                  <a:cubicBezTo>
                    <a:pt x="54" y="4"/>
                    <a:pt x="34" y="0"/>
                    <a:pt x="19" y="10"/>
                  </a:cubicBezTo>
                  <a:cubicBezTo>
                    <a:pt x="4" y="20"/>
                    <a:pt x="0" y="40"/>
                    <a:pt x="10" y="54"/>
                  </a:cubicBezTo>
                  <a:cubicBezTo>
                    <a:pt x="39" y="100"/>
                    <a:pt x="72" y="130"/>
                    <a:pt x="104" y="148"/>
                  </a:cubicBezTo>
                  <a:cubicBezTo>
                    <a:pt x="114" y="154"/>
                    <a:pt x="124" y="159"/>
                    <a:pt x="134" y="162"/>
                  </a:cubicBezTo>
                  <a:cubicBezTo>
                    <a:pt x="155" y="170"/>
                    <a:pt x="176" y="173"/>
                    <a:pt x="194" y="173"/>
                  </a:cubicBezTo>
                  <a:cubicBezTo>
                    <a:pt x="194" y="173"/>
                    <a:pt x="194" y="173"/>
                    <a:pt x="194" y="1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14"/>
            <p:cNvSpPr>
              <a:spLocks/>
            </p:cNvSpPr>
            <p:nvPr/>
          </p:nvSpPr>
          <p:spPr bwMode="auto">
            <a:xfrm>
              <a:off x="2695575" y="4705350"/>
              <a:ext cx="331788" cy="317500"/>
            </a:xfrm>
            <a:custGeom>
              <a:avLst/>
              <a:gdLst>
                <a:gd name="T0" fmla="*/ 240 w 240"/>
                <a:gd name="T1" fmla="*/ 133 h 229"/>
                <a:gd name="T2" fmla="*/ 235 w 240"/>
                <a:gd name="T3" fmla="*/ 128 h 229"/>
                <a:gd name="T4" fmla="*/ 157 w 240"/>
                <a:gd name="T5" fmla="*/ 117 h 229"/>
                <a:gd name="T6" fmla="*/ 191 w 240"/>
                <a:gd name="T7" fmla="*/ 55 h 229"/>
                <a:gd name="T8" fmla="*/ 190 w 240"/>
                <a:gd name="T9" fmla="*/ 48 h 229"/>
                <a:gd name="T10" fmla="*/ 183 w 240"/>
                <a:gd name="T11" fmla="*/ 47 h 229"/>
                <a:gd name="T12" fmla="*/ 113 w 240"/>
                <a:gd name="T13" fmla="*/ 74 h 229"/>
                <a:gd name="T14" fmla="*/ 116 w 240"/>
                <a:gd name="T15" fmla="*/ 7 h 229"/>
                <a:gd name="T16" fmla="*/ 112 w 240"/>
                <a:gd name="T17" fmla="*/ 1 h 229"/>
                <a:gd name="T18" fmla="*/ 106 w 240"/>
                <a:gd name="T19" fmla="*/ 3 h 229"/>
                <a:gd name="T20" fmla="*/ 50 w 240"/>
                <a:gd name="T21" fmla="*/ 67 h 229"/>
                <a:gd name="T22" fmla="*/ 20 w 240"/>
                <a:gd name="T23" fmla="*/ 25 h 229"/>
                <a:gd name="T24" fmla="*/ 14 w 240"/>
                <a:gd name="T25" fmla="*/ 23 h 229"/>
                <a:gd name="T26" fmla="*/ 9 w 240"/>
                <a:gd name="T27" fmla="*/ 28 h 229"/>
                <a:gd name="T28" fmla="*/ 0 w 240"/>
                <a:gd name="T29" fmla="*/ 86 h 229"/>
                <a:gd name="T30" fmla="*/ 5 w 240"/>
                <a:gd name="T31" fmla="*/ 93 h 229"/>
                <a:gd name="T32" fmla="*/ 12 w 240"/>
                <a:gd name="T33" fmla="*/ 88 h 229"/>
                <a:gd name="T34" fmla="*/ 19 w 240"/>
                <a:gd name="T35" fmla="*/ 44 h 229"/>
                <a:gd name="T36" fmla="*/ 45 w 240"/>
                <a:gd name="T37" fmla="*/ 81 h 229"/>
                <a:gd name="T38" fmla="*/ 49 w 240"/>
                <a:gd name="T39" fmla="*/ 83 h 229"/>
                <a:gd name="T40" fmla="*/ 54 w 240"/>
                <a:gd name="T41" fmla="*/ 81 h 229"/>
                <a:gd name="T42" fmla="*/ 103 w 240"/>
                <a:gd name="T43" fmla="*/ 24 h 229"/>
                <a:gd name="T44" fmla="*/ 100 w 240"/>
                <a:gd name="T45" fmla="*/ 83 h 229"/>
                <a:gd name="T46" fmla="*/ 103 w 240"/>
                <a:gd name="T47" fmla="*/ 88 h 229"/>
                <a:gd name="T48" fmla="*/ 108 w 240"/>
                <a:gd name="T49" fmla="*/ 89 h 229"/>
                <a:gd name="T50" fmla="*/ 172 w 240"/>
                <a:gd name="T51" fmla="*/ 64 h 229"/>
                <a:gd name="T52" fmla="*/ 142 w 240"/>
                <a:gd name="T53" fmla="*/ 119 h 229"/>
                <a:gd name="T54" fmla="*/ 142 w 240"/>
                <a:gd name="T55" fmla="*/ 125 h 229"/>
                <a:gd name="T56" fmla="*/ 147 w 240"/>
                <a:gd name="T57" fmla="*/ 128 h 229"/>
                <a:gd name="T58" fmla="*/ 215 w 240"/>
                <a:gd name="T59" fmla="*/ 138 h 229"/>
                <a:gd name="T60" fmla="*/ 152 w 240"/>
                <a:gd name="T61" fmla="*/ 171 h 229"/>
                <a:gd name="T62" fmla="*/ 149 w 240"/>
                <a:gd name="T63" fmla="*/ 176 h 229"/>
                <a:gd name="T64" fmla="*/ 151 w 240"/>
                <a:gd name="T65" fmla="*/ 181 h 229"/>
                <a:gd name="T66" fmla="*/ 194 w 240"/>
                <a:gd name="T67" fmla="*/ 214 h 229"/>
                <a:gd name="T68" fmla="*/ 148 w 240"/>
                <a:gd name="T69" fmla="*/ 217 h 229"/>
                <a:gd name="T70" fmla="*/ 142 w 240"/>
                <a:gd name="T71" fmla="*/ 223 h 229"/>
                <a:gd name="T72" fmla="*/ 148 w 240"/>
                <a:gd name="T73" fmla="*/ 229 h 229"/>
                <a:gd name="T74" fmla="*/ 148 w 240"/>
                <a:gd name="T75" fmla="*/ 229 h 229"/>
                <a:gd name="T76" fmla="*/ 210 w 240"/>
                <a:gd name="T77" fmla="*/ 225 h 229"/>
                <a:gd name="T78" fmla="*/ 216 w 240"/>
                <a:gd name="T79" fmla="*/ 221 h 229"/>
                <a:gd name="T80" fmla="*/ 214 w 240"/>
                <a:gd name="T81" fmla="*/ 215 h 229"/>
                <a:gd name="T82" fmla="*/ 166 w 240"/>
                <a:gd name="T83" fmla="*/ 177 h 229"/>
                <a:gd name="T84" fmla="*/ 237 w 240"/>
                <a:gd name="T85" fmla="*/ 140 h 229"/>
                <a:gd name="T86" fmla="*/ 240 w 240"/>
                <a:gd name="T87" fmla="*/ 133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0" h="229">
                  <a:moveTo>
                    <a:pt x="240" y="133"/>
                  </a:moveTo>
                  <a:cubicBezTo>
                    <a:pt x="239" y="131"/>
                    <a:pt x="237" y="129"/>
                    <a:pt x="235" y="128"/>
                  </a:cubicBezTo>
                  <a:cubicBezTo>
                    <a:pt x="157" y="117"/>
                    <a:pt x="157" y="117"/>
                    <a:pt x="157" y="117"/>
                  </a:cubicBezTo>
                  <a:cubicBezTo>
                    <a:pt x="191" y="55"/>
                    <a:pt x="191" y="55"/>
                    <a:pt x="191" y="55"/>
                  </a:cubicBezTo>
                  <a:cubicBezTo>
                    <a:pt x="192" y="53"/>
                    <a:pt x="191" y="50"/>
                    <a:pt x="190" y="48"/>
                  </a:cubicBezTo>
                  <a:cubicBezTo>
                    <a:pt x="188" y="46"/>
                    <a:pt x="185" y="46"/>
                    <a:pt x="183" y="47"/>
                  </a:cubicBezTo>
                  <a:cubicBezTo>
                    <a:pt x="113" y="74"/>
                    <a:pt x="113" y="74"/>
                    <a:pt x="113" y="74"/>
                  </a:cubicBezTo>
                  <a:cubicBezTo>
                    <a:pt x="116" y="7"/>
                    <a:pt x="116" y="7"/>
                    <a:pt x="116" y="7"/>
                  </a:cubicBezTo>
                  <a:cubicBezTo>
                    <a:pt x="116" y="4"/>
                    <a:pt x="115" y="2"/>
                    <a:pt x="112" y="1"/>
                  </a:cubicBezTo>
                  <a:cubicBezTo>
                    <a:pt x="110" y="0"/>
                    <a:pt x="107" y="1"/>
                    <a:pt x="106" y="3"/>
                  </a:cubicBezTo>
                  <a:cubicBezTo>
                    <a:pt x="50" y="67"/>
                    <a:pt x="50" y="67"/>
                    <a:pt x="50" y="67"/>
                  </a:cubicBezTo>
                  <a:cubicBezTo>
                    <a:pt x="20" y="25"/>
                    <a:pt x="20" y="25"/>
                    <a:pt x="20" y="25"/>
                  </a:cubicBezTo>
                  <a:cubicBezTo>
                    <a:pt x="19" y="23"/>
                    <a:pt x="16" y="22"/>
                    <a:pt x="14" y="23"/>
                  </a:cubicBezTo>
                  <a:cubicBezTo>
                    <a:pt x="12" y="24"/>
                    <a:pt x="10" y="26"/>
                    <a:pt x="9" y="28"/>
                  </a:cubicBezTo>
                  <a:cubicBezTo>
                    <a:pt x="0" y="86"/>
                    <a:pt x="0" y="86"/>
                    <a:pt x="0" y="86"/>
                  </a:cubicBezTo>
                  <a:cubicBezTo>
                    <a:pt x="0" y="89"/>
                    <a:pt x="2" y="92"/>
                    <a:pt x="5" y="93"/>
                  </a:cubicBezTo>
                  <a:cubicBezTo>
                    <a:pt x="8" y="93"/>
                    <a:pt x="11" y="91"/>
                    <a:pt x="12" y="88"/>
                  </a:cubicBezTo>
                  <a:cubicBezTo>
                    <a:pt x="19" y="44"/>
                    <a:pt x="19" y="44"/>
                    <a:pt x="19" y="44"/>
                  </a:cubicBezTo>
                  <a:cubicBezTo>
                    <a:pt x="45" y="81"/>
                    <a:pt x="45" y="81"/>
                    <a:pt x="45" y="81"/>
                  </a:cubicBezTo>
                  <a:cubicBezTo>
                    <a:pt x="46" y="82"/>
                    <a:pt x="47" y="83"/>
                    <a:pt x="49" y="83"/>
                  </a:cubicBezTo>
                  <a:cubicBezTo>
                    <a:pt x="51" y="83"/>
                    <a:pt x="53" y="83"/>
                    <a:pt x="54" y="81"/>
                  </a:cubicBezTo>
                  <a:cubicBezTo>
                    <a:pt x="103" y="24"/>
                    <a:pt x="103" y="24"/>
                    <a:pt x="103" y="24"/>
                  </a:cubicBezTo>
                  <a:cubicBezTo>
                    <a:pt x="100" y="83"/>
                    <a:pt x="100" y="83"/>
                    <a:pt x="100" y="83"/>
                  </a:cubicBezTo>
                  <a:cubicBezTo>
                    <a:pt x="100" y="85"/>
                    <a:pt x="101" y="87"/>
                    <a:pt x="103" y="88"/>
                  </a:cubicBezTo>
                  <a:cubicBezTo>
                    <a:pt x="104" y="89"/>
                    <a:pt x="107" y="90"/>
                    <a:pt x="108" y="89"/>
                  </a:cubicBezTo>
                  <a:cubicBezTo>
                    <a:pt x="172" y="64"/>
                    <a:pt x="172" y="64"/>
                    <a:pt x="172" y="64"/>
                  </a:cubicBezTo>
                  <a:cubicBezTo>
                    <a:pt x="142" y="119"/>
                    <a:pt x="142" y="119"/>
                    <a:pt x="142" y="119"/>
                  </a:cubicBezTo>
                  <a:cubicBezTo>
                    <a:pt x="141" y="121"/>
                    <a:pt x="141" y="123"/>
                    <a:pt x="142" y="125"/>
                  </a:cubicBezTo>
                  <a:cubicBezTo>
                    <a:pt x="143" y="126"/>
                    <a:pt x="145" y="128"/>
                    <a:pt x="147" y="128"/>
                  </a:cubicBezTo>
                  <a:cubicBezTo>
                    <a:pt x="215" y="138"/>
                    <a:pt x="215" y="138"/>
                    <a:pt x="215" y="138"/>
                  </a:cubicBezTo>
                  <a:cubicBezTo>
                    <a:pt x="152" y="171"/>
                    <a:pt x="152" y="171"/>
                    <a:pt x="152" y="171"/>
                  </a:cubicBezTo>
                  <a:cubicBezTo>
                    <a:pt x="150" y="172"/>
                    <a:pt x="149" y="174"/>
                    <a:pt x="149" y="176"/>
                  </a:cubicBezTo>
                  <a:cubicBezTo>
                    <a:pt x="149" y="178"/>
                    <a:pt x="149" y="180"/>
                    <a:pt x="151" y="181"/>
                  </a:cubicBezTo>
                  <a:cubicBezTo>
                    <a:pt x="194" y="214"/>
                    <a:pt x="194" y="214"/>
                    <a:pt x="194" y="214"/>
                  </a:cubicBezTo>
                  <a:cubicBezTo>
                    <a:pt x="148" y="217"/>
                    <a:pt x="148" y="217"/>
                    <a:pt x="148" y="217"/>
                  </a:cubicBezTo>
                  <a:cubicBezTo>
                    <a:pt x="144" y="217"/>
                    <a:pt x="142" y="220"/>
                    <a:pt x="142" y="223"/>
                  </a:cubicBezTo>
                  <a:cubicBezTo>
                    <a:pt x="142" y="227"/>
                    <a:pt x="145" y="229"/>
                    <a:pt x="148" y="229"/>
                  </a:cubicBezTo>
                  <a:cubicBezTo>
                    <a:pt x="148" y="229"/>
                    <a:pt x="148" y="229"/>
                    <a:pt x="148" y="229"/>
                  </a:cubicBezTo>
                  <a:cubicBezTo>
                    <a:pt x="210" y="225"/>
                    <a:pt x="210" y="225"/>
                    <a:pt x="210" y="225"/>
                  </a:cubicBezTo>
                  <a:cubicBezTo>
                    <a:pt x="213" y="225"/>
                    <a:pt x="215" y="224"/>
                    <a:pt x="216" y="221"/>
                  </a:cubicBezTo>
                  <a:cubicBezTo>
                    <a:pt x="217" y="219"/>
                    <a:pt x="216" y="216"/>
                    <a:pt x="214" y="215"/>
                  </a:cubicBezTo>
                  <a:cubicBezTo>
                    <a:pt x="166" y="177"/>
                    <a:pt x="166" y="177"/>
                    <a:pt x="166" y="177"/>
                  </a:cubicBezTo>
                  <a:cubicBezTo>
                    <a:pt x="237" y="140"/>
                    <a:pt x="237" y="140"/>
                    <a:pt x="237" y="140"/>
                  </a:cubicBezTo>
                  <a:cubicBezTo>
                    <a:pt x="239" y="138"/>
                    <a:pt x="240" y="136"/>
                    <a:pt x="240"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5"/>
            <p:cNvSpPr>
              <a:spLocks noEditPoints="1"/>
            </p:cNvSpPr>
            <p:nvPr/>
          </p:nvSpPr>
          <p:spPr bwMode="auto">
            <a:xfrm>
              <a:off x="2325688" y="5354638"/>
              <a:ext cx="373063" cy="371475"/>
            </a:xfrm>
            <a:custGeom>
              <a:avLst/>
              <a:gdLst>
                <a:gd name="T0" fmla="*/ 134 w 235"/>
                <a:gd name="T1" fmla="*/ 234 h 234"/>
                <a:gd name="T2" fmla="*/ 153 w 235"/>
                <a:gd name="T3" fmla="*/ 189 h 234"/>
                <a:gd name="T4" fmla="*/ 196 w 235"/>
                <a:gd name="T5" fmla="*/ 219 h 234"/>
                <a:gd name="T6" fmla="*/ 183 w 235"/>
                <a:gd name="T7" fmla="*/ 170 h 234"/>
                <a:gd name="T8" fmla="*/ 226 w 235"/>
                <a:gd name="T9" fmla="*/ 159 h 234"/>
                <a:gd name="T10" fmla="*/ 192 w 235"/>
                <a:gd name="T11" fmla="*/ 133 h 234"/>
                <a:gd name="T12" fmla="*/ 235 w 235"/>
                <a:gd name="T13" fmla="*/ 91 h 234"/>
                <a:gd name="T14" fmla="*/ 186 w 235"/>
                <a:gd name="T15" fmla="*/ 82 h 234"/>
                <a:gd name="T16" fmla="*/ 196 w 235"/>
                <a:gd name="T17" fmla="*/ 35 h 234"/>
                <a:gd name="T18" fmla="*/ 142 w 235"/>
                <a:gd name="T19" fmla="*/ 60 h 234"/>
                <a:gd name="T20" fmla="*/ 127 w 235"/>
                <a:gd name="T21" fmla="*/ 0 h 234"/>
                <a:gd name="T22" fmla="*/ 92 w 235"/>
                <a:gd name="T23" fmla="*/ 49 h 234"/>
                <a:gd name="T24" fmla="*/ 45 w 235"/>
                <a:gd name="T25" fmla="*/ 22 h 234"/>
                <a:gd name="T26" fmla="*/ 54 w 235"/>
                <a:gd name="T27" fmla="*/ 83 h 234"/>
                <a:gd name="T28" fmla="*/ 0 w 235"/>
                <a:gd name="T29" fmla="*/ 87 h 234"/>
                <a:gd name="T30" fmla="*/ 47 w 235"/>
                <a:gd name="T31" fmla="*/ 138 h 234"/>
                <a:gd name="T32" fmla="*/ 8 w 235"/>
                <a:gd name="T33" fmla="*/ 172 h 234"/>
                <a:gd name="T34" fmla="*/ 74 w 235"/>
                <a:gd name="T35" fmla="*/ 175 h 234"/>
                <a:gd name="T36" fmla="*/ 61 w 235"/>
                <a:gd name="T37" fmla="*/ 227 h 234"/>
                <a:gd name="T38" fmla="*/ 122 w 235"/>
                <a:gd name="T39" fmla="*/ 190 h 234"/>
                <a:gd name="T40" fmla="*/ 112 w 235"/>
                <a:gd name="T41" fmla="*/ 175 h 234"/>
                <a:gd name="T42" fmla="*/ 88 w 235"/>
                <a:gd name="T43" fmla="*/ 190 h 234"/>
                <a:gd name="T44" fmla="*/ 91 w 235"/>
                <a:gd name="T45" fmla="*/ 179 h 234"/>
                <a:gd name="T46" fmla="*/ 75 w 235"/>
                <a:gd name="T47" fmla="*/ 158 h 234"/>
                <a:gd name="T48" fmla="*/ 52 w 235"/>
                <a:gd name="T49" fmla="*/ 157 h 234"/>
                <a:gd name="T50" fmla="*/ 58 w 235"/>
                <a:gd name="T51" fmla="*/ 151 h 234"/>
                <a:gd name="T52" fmla="*/ 60 w 235"/>
                <a:gd name="T53" fmla="*/ 126 h 234"/>
                <a:gd name="T54" fmla="*/ 37 w 235"/>
                <a:gd name="T55" fmla="*/ 101 h 234"/>
                <a:gd name="T56" fmla="*/ 56 w 235"/>
                <a:gd name="T57" fmla="*/ 100 h 234"/>
                <a:gd name="T58" fmla="*/ 72 w 235"/>
                <a:gd name="T59" fmla="*/ 80 h 234"/>
                <a:gd name="T60" fmla="*/ 68 w 235"/>
                <a:gd name="T61" fmla="*/ 55 h 234"/>
                <a:gd name="T62" fmla="*/ 83 w 235"/>
                <a:gd name="T63" fmla="*/ 64 h 234"/>
                <a:gd name="T64" fmla="*/ 106 w 235"/>
                <a:gd name="T65" fmla="*/ 59 h 234"/>
                <a:gd name="T66" fmla="*/ 119 w 235"/>
                <a:gd name="T67" fmla="*/ 41 h 234"/>
                <a:gd name="T68" fmla="*/ 125 w 235"/>
                <a:gd name="T69" fmla="*/ 65 h 234"/>
                <a:gd name="T70" fmla="*/ 149 w 235"/>
                <a:gd name="T71" fmla="*/ 76 h 234"/>
                <a:gd name="T72" fmla="*/ 171 w 235"/>
                <a:gd name="T73" fmla="*/ 65 h 234"/>
                <a:gd name="T74" fmla="*/ 169 w 235"/>
                <a:gd name="T75" fmla="*/ 78 h 234"/>
                <a:gd name="T76" fmla="*/ 183 w 235"/>
                <a:gd name="T77" fmla="*/ 98 h 234"/>
                <a:gd name="T78" fmla="*/ 199 w 235"/>
                <a:gd name="T79" fmla="*/ 102 h 234"/>
                <a:gd name="T80" fmla="*/ 180 w 235"/>
                <a:gd name="T81" fmla="*/ 121 h 234"/>
                <a:gd name="T82" fmla="*/ 182 w 235"/>
                <a:gd name="T83" fmla="*/ 147 h 234"/>
                <a:gd name="T84" fmla="*/ 186 w 235"/>
                <a:gd name="T85" fmla="*/ 152 h 234"/>
                <a:gd name="T86" fmla="*/ 162 w 235"/>
                <a:gd name="T87" fmla="*/ 158 h 234"/>
                <a:gd name="T88" fmla="*/ 168 w 235"/>
                <a:gd name="T89" fmla="*/ 178 h 234"/>
                <a:gd name="T90" fmla="*/ 145 w 235"/>
                <a:gd name="T91" fmla="*/ 162 h 234"/>
                <a:gd name="T92" fmla="*/ 137 w 235"/>
                <a:gd name="T93" fmla="*/ 182 h 234"/>
                <a:gd name="T94" fmla="*/ 112 w 235"/>
                <a:gd name="T95" fmla="*/ 175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5" h="234">
                  <a:moveTo>
                    <a:pt x="123" y="199"/>
                  </a:moveTo>
                  <a:lnTo>
                    <a:pt x="134" y="234"/>
                  </a:lnTo>
                  <a:lnTo>
                    <a:pt x="149" y="197"/>
                  </a:lnTo>
                  <a:lnTo>
                    <a:pt x="153" y="189"/>
                  </a:lnTo>
                  <a:lnTo>
                    <a:pt x="160" y="193"/>
                  </a:lnTo>
                  <a:lnTo>
                    <a:pt x="196" y="219"/>
                  </a:lnTo>
                  <a:lnTo>
                    <a:pt x="185" y="177"/>
                  </a:lnTo>
                  <a:lnTo>
                    <a:pt x="183" y="170"/>
                  </a:lnTo>
                  <a:lnTo>
                    <a:pt x="190" y="168"/>
                  </a:lnTo>
                  <a:lnTo>
                    <a:pt x="226" y="159"/>
                  </a:lnTo>
                  <a:lnTo>
                    <a:pt x="198" y="139"/>
                  </a:lnTo>
                  <a:lnTo>
                    <a:pt x="192" y="133"/>
                  </a:lnTo>
                  <a:lnTo>
                    <a:pt x="198" y="127"/>
                  </a:lnTo>
                  <a:lnTo>
                    <a:pt x="235" y="91"/>
                  </a:lnTo>
                  <a:lnTo>
                    <a:pt x="193" y="83"/>
                  </a:lnTo>
                  <a:lnTo>
                    <a:pt x="186" y="82"/>
                  </a:lnTo>
                  <a:lnTo>
                    <a:pt x="187" y="75"/>
                  </a:lnTo>
                  <a:lnTo>
                    <a:pt x="196" y="35"/>
                  </a:lnTo>
                  <a:lnTo>
                    <a:pt x="149" y="57"/>
                  </a:lnTo>
                  <a:lnTo>
                    <a:pt x="142" y="60"/>
                  </a:lnTo>
                  <a:lnTo>
                    <a:pt x="140" y="51"/>
                  </a:lnTo>
                  <a:lnTo>
                    <a:pt x="127" y="0"/>
                  </a:lnTo>
                  <a:lnTo>
                    <a:pt x="95" y="44"/>
                  </a:lnTo>
                  <a:lnTo>
                    <a:pt x="92" y="49"/>
                  </a:lnTo>
                  <a:lnTo>
                    <a:pt x="87" y="45"/>
                  </a:lnTo>
                  <a:lnTo>
                    <a:pt x="45" y="22"/>
                  </a:lnTo>
                  <a:lnTo>
                    <a:pt x="54" y="75"/>
                  </a:lnTo>
                  <a:lnTo>
                    <a:pt x="54" y="83"/>
                  </a:lnTo>
                  <a:lnTo>
                    <a:pt x="47" y="83"/>
                  </a:lnTo>
                  <a:lnTo>
                    <a:pt x="0" y="87"/>
                  </a:lnTo>
                  <a:lnTo>
                    <a:pt x="41" y="132"/>
                  </a:lnTo>
                  <a:lnTo>
                    <a:pt x="47" y="138"/>
                  </a:lnTo>
                  <a:lnTo>
                    <a:pt x="41" y="142"/>
                  </a:lnTo>
                  <a:lnTo>
                    <a:pt x="8" y="172"/>
                  </a:lnTo>
                  <a:lnTo>
                    <a:pt x="66" y="175"/>
                  </a:lnTo>
                  <a:lnTo>
                    <a:pt x="74" y="175"/>
                  </a:lnTo>
                  <a:lnTo>
                    <a:pt x="72" y="184"/>
                  </a:lnTo>
                  <a:lnTo>
                    <a:pt x="61" y="227"/>
                  </a:lnTo>
                  <a:lnTo>
                    <a:pt x="114" y="194"/>
                  </a:lnTo>
                  <a:lnTo>
                    <a:pt x="122" y="190"/>
                  </a:lnTo>
                  <a:lnTo>
                    <a:pt x="123" y="199"/>
                  </a:lnTo>
                  <a:close/>
                  <a:moveTo>
                    <a:pt x="112" y="175"/>
                  </a:moveTo>
                  <a:lnTo>
                    <a:pt x="104" y="179"/>
                  </a:lnTo>
                  <a:lnTo>
                    <a:pt x="88" y="190"/>
                  </a:lnTo>
                  <a:lnTo>
                    <a:pt x="88" y="187"/>
                  </a:lnTo>
                  <a:lnTo>
                    <a:pt x="91" y="179"/>
                  </a:lnTo>
                  <a:lnTo>
                    <a:pt x="95" y="159"/>
                  </a:lnTo>
                  <a:lnTo>
                    <a:pt x="75" y="158"/>
                  </a:lnTo>
                  <a:lnTo>
                    <a:pt x="67" y="158"/>
                  </a:lnTo>
                  <a:lnTo>
                    <a:pt x="52" y="157"/>
                  </a:lnTo>
                  <a:lnTo>
                    <a:pt x="53" y="155"/>
                  </a:lnTo>
                  <a:lnTo>
                    <a:pt x="58" y="151"/>
                  </a:lnTo>
                  <a:lnTo>
                    <a:pt x="71" y="139"/>
                  </a:lnTo>
                  <a:lnTo>
                    <a:pt x="60" y="126"/>
                  </a:lnTo>
                  <a:lnTo>
                    <a:pt x="54" y="121"/>
                  </a:lnTo>
                  <a:lnTo>
                    <a:pt x="37" y="101"/>
                  </a:lnTo>
                  <a:lnTo>
                    <a:pt x="48" y="100"/>
                  </a:lnTo>
                  <a:lnTo>
                    <a:pt x="56" y="100"/>
                  </a:lnTo>
                  <a:lnTo>
                    <a:pt x="75" y="98"/>
                  </a:lnTo>
                  <a:lnTo>
                    <a:pt x="72" y="80"/>
                  </a:lnTo>
                  <a:lnTo>
                    <a:pt x="71" y="72"/>
                  </a:lnTo>
                  <a:lnTo>
                    <a:pt x="68" y="55"/>
                  </a:lnTo>
                  <a:lnTo>
                    <a:pt x="78" y="61"/>
                  </a:lnTo>
                  <a:lnTo>
                    <a:pt x="83" y="64"/>
                  </a:lnTo>
                  <a:lnTo>
                    <a:pt x="97" y="71"/>
                  </a:lnTo>
                  <a:lnTo>
                    <a:pt x="106" y="59"/>
                  </a:lnTo>
                  <a:lnTo>
                    <a:pt x="110" y="54"/>
                  </a:lnTo>
                  <a:lnTo>
                    <a:pt x="119" y="41"/>
                  </a:lnTo>
                  <a:lnTo>
                    <a:pt x="122" y="56"/>
                  </a:lnTo>
                  <a:lnTo>
                    <a:pt x="125" y="65"/>
                  </a:lnTo>
                  <a:lnTo>
                    <a:pt x="129" y="85"/>
                  </a:lnTo>
                  <a:lnTo>
                    <a:pt x="149" y="76"/>
                  </a:lnTo>
                  <a:lnTo>
                    <a:pt x="156" y="72"/>
                  </a:lnTo>
                  <a:lnTo>
                    <a:pt x="171" y="65"/>
                  </a:lnTo>
                  <a:lnTo>
                    <a:pt x="170" y="71"/>
                  </a:lnTo>
                  <a:lnTo>
                    <a:pt x="169" y="78"/>
                  </a:lnTo>
                  <a:lnTo>
                    <a:pt x="165" y="96"/>
                  </a:lnTo>
                  <a:lnTo>
                    <a:pt x="183" y="98"/>
                  </a:lnTo>
                  <a:lnTo>
                    <a:pt x="189" y="100"/>
                  </a:lnTo>
                  <a:lnTo>
                    <a:pt x="199" y="102"/>
                  </a:lnTo>
                  <a:lnTo>
                    <a:pt x="185" y="115"/>
                  </a:lnTo>
                  <a:lnTo>
                    <a:pt x="180" y="121"/>
                  </a:lnTo>
                  <a:lnTo>
                    <a:pt x="166" y="135"/>
                  </a:lnTo>
                  <a:lnTo>
                    <a:pt x="182" y="147"/>
                  </a:lnTo>
                  <a:lnTo>
                    <a:pt x="187" y="151"/>
                  </a:lnTo>
                  <a:lnTo>
                    <a:pt x="186" y="152"/>
                  </a:lnTo>
                  <a:lnTo>
                    <a:pt x="179" y="153"/>
                  </a:lnTo>
                  <a:lnTo>
                    <a:pt x="162" y="158"/>
                  </a:lnTo>
                  <a:lnTo>
                    <a:pt x="167" y="174"/>
                  </a:lnTo>
                  <a:lnTo>
                    <a:pt x="168" y="178"/>
                  </a:lnTo>
                  <a:lnTo>
                    <a:pt x="163" y="174"/>
                  </a:lnTo>
                  <a:lnTo>
                    <a:pt x="145" y="162"/>
                  </a:lnTo>
                  <a:lnTo>
                    <a:pt x="137" y="182"/>
                  </a:lnTo>
                  <a:lnTo>
                    <a:pt x="137" y="182"/>
                  </a:lnTo>
                  <a:lnTo>
                    <a:pt x="132" y="163"/>
                  </a:lnTo>
                  <a:lnTo>
                    <a:pt x="112" y="1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4" name="组合 13"/>
          <p:cNvGrpSpPr/>
          <p:nvPr/>
        </p:nvGrpSpPr>
        <p:grpSpPr>
          <a:xfrm>
            <a:off x="3951288" y="3055938"/>
            <a:ext cx="2016125" cy="1398587"/>
            <a:chOff x="3951288" y="3055938"/>
            <a:chExt cx="2016125" cy="1398587"/>
          </a:xfrm>
          <a:solidFill>
            <a:schemeClr val="tx1">
              <a:lumMod val="65000"/>
              <a:lumOff val="35000"/>
            </a:schemeClr>
          </a:solidFill>
        </p:grpSpPr>
        <p:sp>
          <p:nvSpPr>
            <p:cNvPr id="15" name="Freeform 16"/>
            <p:cNvSpPr>
              <a:spLocks/>
            </p:cNvSpPr>
            <p:nvPr/>
          </p:nvSpPr>
          <p:spPr bwMode="auto">
            <a:xfrm>
              <a:off x="4678363" y="3160713"/>
              <a:ext cx="1289050" cy="1155700"/>
            </a:xfrm>
            <a:custGeom>
              <a:avLst/>
              <a:gdLst>
                <a:gd name="T0" fmla="*/ 762 w 932"/>
                <a:gd name="T1" fmla="*/ 779 h 835"/>
                <a:gd name="T2" fmla="*/ 686 w 932"/>
                <a:gd name="T3" fmla="*/ 242 h 835"/>
                <a:gd name="T4" fmla="*/ 614 w 932"/>
                <a:gd name="T5" fmla="*/ 502 h 835"/>
                <a:gd name="T6" fmla="*/ 267 w 932"/>
                <a:gd name="T7" fmla="*/ 0 h 835"/>
                <a:gd name="T8" fmla="*/ 262 w 932"/>
                <a:gd name="T9" fmla="*/ 434 h 835"/>
                <a:gd name="T10" fmla="*/ 99 w 932"/>
                <a:gd name="T11" fmla="*/ 58 h 835"/>
                <a:gd name="T12" fmla="*/ 0 w 932"/>
                <a:gd name="T13" fmla="*/ 400 h 835"/>
                <a:gd name="T14" fmla="*/ 49 w 932"/>
                <a:gd name="T15" fmla="*/ 495 h 835"/>
                <a:gd name="T16" fmla="*/ 55 w 932"/>
                <a:gd name="T17" fmla="*/ 514 h 835"/>
                <a:gd name="T18" fmla="*/ 55 w 932"/>
                <a:gd name="T19" fmla="*/ 543 h 835"/>
                <a:gd name="T20" fmla="*/ 55 w 932"/>
                <a:gd name="T21" fmla="*/ 543 h 835"/>
                <a:gd name="T22" fmla="*/ 55 w 932"/>
                <a:gd name="T23" fmla="*/ 543 h 835"/>
                <a:gd name="T24" fmla="*/ 55 w 932"/>
                <a:gd name="T25" fmla="*/ 546 h 835"/>
                <a:gd name="T26" fmla="*/ 52 w 932"/>
                <a:gd name="T27" fmla="*/ 558 h 835"/>
                <a:gd name="T28" fmla="*/ 49 w 932"/>
                <a:gd name="T29" fmla="*/ 602 h 835"/>
                <a:gd name="T30" fmla="*/ 49 w 932"/>
                <a:gd name="T31" fmla="*/ 604 h 835"/>
                <a:gd name="T32" fmla="*/ 50 w 932"/>
                <a:gd name="T33" fmla="*/ 603 h 835"/>
                <a:gd name="T34" fmla="*/ 150 w 932"/>
                <a:gd name="T35" fmla="*/ 417 h 835"/>
                <a:gd name="T36" fmla="*/ 280 w 932"/>
                <a:gd name="T37" fmla="*/ 599 h 835"/>
                <a:gd name="T38" fmla="*/ 446 w 932"/>
                <a:gd name="T39" fmla="*/ 337 h 835"/>
                <a:gd name="T40" fmla="*/ 479 w 932"/>
                <a:gd name="T41" fmla="*/ 732 h 835"/>
                <a:gd name="T42" fmla="*/ 702 w 932"/>
                <a:gd name="T43" fmla="*/ 536 h 835"/>
                <a:gd name="T44" fmla="*/ 674 w 932"/>
                <a:gd name="T45" fmla="*/ 777 h 835"/>
                <a:gd name="T46" fmla="*/ 130 w 932"/>
                <a:gd name="T47" fmla="*/ 777 h 835"/>
                <a:gd name="T48" fmla="*/ 217 w 932"/>
                <a:gd name="T49" fmla="*/ 819 h 835"/>
                <a:gd name="T50" fmla="*/ 243 w 932"/>
                <a:gd name="T51" fmla="*/ 835 h 835"/>
                <a:gd name="T52" fmla="*/ 932 w 932"/>
                <a:gd name="T53" fmla="*/ 835 h 835"/>
                <a:gd name="T54" fmla="*/ 932 w 932"/>
                <a:gd name="T55" fmla="*/ 779 h 835"/>
                <a:gd name="T56" fmla="*/ 762 w 932"/>
                <a:gd name="T57" fmla="*/ 779 h 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32" h="835">
                  <a:moveTo>
                    <a:pt x="762" y="779"/>
                  </a:moveTo>
                  <a:cubicBezTo>
                    <a:pt x="805" y="699"/>
                    <a:pt x="909" y="450"/>
                    <a:pt x="686" y="242"/>
                  </a:cubicBezTo>
                  <a:cubicBezTo>
                    <a:pt x="710" y="506"/>
                    <a:pt x="614" y="502"/>
                    <a:pt x="614" y="502"/>
                  </a:cubicBezTo>
                  <a:cubicBezTo>
                    <a:pt x="614" y="502"/>
                    <a:pt x="702" y="223"/>
                    <a:pt x="267" y="0"/>
                  </a:cubicBezTo>
                  <a:cubicBezTo>
                    <a:pt x="403" y="230"/>
                    <a:pt x="262" y="434"/>
                    <a:pt x="262" y="434"/>
                  </a:cubicBezTo>
                  <a:cubicBezTo>
                    <a:pt x="262" y="434"/>
                    <a:pt x="318" y="258"/>
                    <a:pt x="99" y="58"/>
                  </a:cubicBezTo>
                  <a:cubicBezTo>
                    <a:pt x="117" y="210"/>
                    <a:pt x="130" y="308"/>
                    <a:pt x="0" y="400"/>
                  </a:cubicBezTo>
                  <a:cubicBezTo>
                    <a:pt x="49" y="495"/>
                    <a:pt x="49" y="495"/>
                    <a:pt x="49" y="495"/>
                  </a:cubicBezTo>
                  <a:cubicBezTo>
                    <a:pt x="53" y="501"/>
                    <a:pt x="55" y="507"/>
                    <a:pt x="55" y="514"/>
                  </a:cubicBezTo>
                  <a:cubicBezTo>
                    <a:pt x="58" y="523"/>
                    <a:pt x="58" y="533"/>
                    <a:pt x="55" y="543"/>
                  </a:cubicBezTo>
                  <a:cubicBezTo>
                    <a:pt x="55" y="543"/>
                    <a:pt x="55" y="543"/>
                    <a:pt x="55" y="543"/>
                  </a:cubicBezTo>
                  <a:cubicBezTo>
                    <a:pt x="55" y="543"/>
                    <a:pt x="55" y="543"/>
                    <a:pt x="55" y="543"/>
                  </a:cubicBezTo>
                  <a:cubicBezTo>
                    <a:pt x="55" y="544"/>
                    <a:pt x="55" y="544"/>
                    <a:pt x="55" y="546"/>
                  </a:cubicBezTo>
                  <a:cubicBezTo>
                    <a:pt x="54" y="548"/>
                    <a:pt x="53" y="552"/>
                    <a:pt x="52" y="558"/>
                  </a:cubicBezTo>
                  <a:cubicBezTo>
                    <a:pt x="51" y="568"/>
                    <a:pt x="49" y="583"/>
                    <a:pt x="49" y="602"/>
                  </a:cubicBezTo>
                  <a:cubicBezTo>
                    <a:pt x="49" y="603"/>
                    <a:pt x="49" y="603"/>
                    <a:pt x="49" y="604"/>
                  </a:cubicBezTo>
                  <a:cubicBezTo>
                    <a:pt x="49" y="603"/>
                    <a:pt x="50" y="603"/>
                    <a:pt x="50" y="603"/>
                  </a:cubicBezTo>
                  <a:cubicBezTo>
                    <a:pt x="101" y="570"/>
                    <a:pt x="170" y="493"/>
                    <a:pt x="150" y="417"/>
                  </a:cubicBezTo>
                  <a:cubicBezTo>
                    <a:pt x="150" y="417"/>
                    <a:pt x="278" y="479"/>
                    <a:pt x="280" y="599"/>
                  </a:cubicBezTo>
                  <a:cubicBezTo>
                    <a:pt x="376" y="573"/>
                    <a:pt x="428" y="464"/>
                    <a:pt x="446" y="337"/>
                  </a:cubicBezTo>
                  <a:cubicBezTo>
                    <a:pt x="630" y="531"/>
                    <a:pt x="479" y="732"/>
                    <a:pt x="479" y="732"/>
                  </a:cubicBezTo>
                  <a:cubicBezTo>
                    <a:pt x="479" y="732"/>
                    <a:pt x="648" y="638"/>
                    <a:pt x="702" y="536"/>
                  </a:cubicBezTo>
                  <a:cubicBezTo>
                    <a:pt x="746" y="596"/>
                    <a:pt x="720" y="759"/>
                    <a:pt x="674" y="777"/>
                  </a:cubicBezTo>
                  <a:cubicBezTo>
                    <a:pt x="130" y="777"/>
                    <a:pt x="130" y="777"/>
                    <a:pt x="130" y="777"/>
                  </a:cubicBezTo>
                  <a:cubicBezTo>
                    <a:pt x="154" y="794"/>
                    <a:pt x="182" y="808"/>
                    <a:pt x="217" y="819"/>
                  </a:cubicBezTo>
                  <a:cubicBezTo>
                    <a:pt x="228" y="822"/>
                    <a:pt x="236" y="828"/>
                    <a:pt x="243" y="835"/>
                  </a:cubicBezTo>
                  <a:cubicBezTo>
                    <a:pt x="932" y="835"/>
                    <a:pt x="932" y="835"/>
                    <a:pt x="932" y="835"/>
                  </a:cubicBezTo>
                  <a:cubicBezTo>
                    <a:pt x="932" y="779"/>
                    <a:pt x="932" y="779"/>
                    <a:pt x="932" y="779"/>
                  </a:cubicBezTo>
                  <a:lnTo>
                    <a:pt x="762" y="7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7"/>
            <p:cNvSpPr>
              <a:spLocks/>
            </p:cNvSpPr>
            <p:nvPr/>
          </p:nvSpPr>
          <p:spPr bwMode="auto">
            <a:xfrm>
              <a:off x="3951288" y="4238625"/>
              <a:ext cx="377825" cy="77787"/>
            </a:xfrm>
            <a:custGeom>
              <a:avLst/>
              <a:gdLst>
                <a:gd name="T0" fmla="*/ 0 w 273"/>
                <a:gd name="T1" fmla="*/ 0 h 56"/>
                <a:gd name="T2" fmla="*/ 0 w 273"/>
                <a:gd name="T3" fmla="*/ 56 h 56"/>
                <a:gd name="T4" fmla="*/ 273 w 273"/>
                <a:gd name="T5" fmla="*/ 56 h 56"/>
                <a:gd name="T6" fmla="*/ 260 w 273"/>
                <a:gd name="T7" fmla="*/ 0 h 56"/>
                <a:gd name="T8" fmla="*/ 0 w 273"/>
                <a:gd name="T9" fmla="*/ 0 h 56"/>
              </a:gdLst>
              <a:ahLst/>
              <a:cxnLst>
                <a:cxn ang="0">
                  <a:pos x="T0" y="T1"/>
                </a:cxn>
                <a:cxn ang="0">
                  <a:pos x="T2" y="T3"/>
                </a:cxn>
                <a:cxn ang="0">
                  <a:pos x="T4" y="T5"/>
                </a:cxn>
                <a:cxn ang="0">
                  <a:pos x="T6" y="T7"/>
                </a:cxn>
                <a:cxn ang="0">
                  <a:pos x="T8" y="T9"/>
                </a:cxn>
              </a:cxnLst>
              <a:rect l="0" t="0" r="r" b="b"/>
              <a:pathLst>
                <a:path w="273" h="56">
                  <a:moveTo>
                    <a:pt x="0" y="0"/>
                  </a:moveTo>
                  <a:cubicBezTo>
                    <a:pt x="0" y="56"/>
                    <a:pt x="0" y="56"/>
                    <a:pt x="0" y="56"/>
                  </a:cubicBezTo>
                  <a:cubicBezTo>
                    <a:pt x="273" y="56"/>
                    <a:pt x="273" y="56"/>
                    <a:pt x="273" y="56"/>
                  </a:cubicBezTo>
                  <a:cubicBezTo>
                    <a:pt x="266" y="37"/>
                    <a:pt x="261" y="19"/>
                    <a:pt x="260"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8"/>
            <p:cNvSpPr>
              <a:spLocks/>
            </p:cNvSpPr>
            <p:nvPr/>
          </p:nvSpPr>
          <p:spPr bwMode="auto">
            <a:xfrm>
              <a:off x="4471988" y="4051300"/>
              <a:ext cx="236538" cy="265112"/>
            </a:xfrm>
            <a:custGeom>
              <a:avLst/>
              <a:gdLst>
                <a:gd name="T0" fmla="*/ 84 w 170"/>
                <a:gd name="T1" fmla="*/ 0 h 191"/>
                <a:gd name="T2" fmla="*/ 82 w 170"/>
                <a:gd name="T3" fmla="*/ 1 h 191"/>
                <a:gd name="T4" fmla="*/ 60 w 170"/>
                <a:gd name="T5" fmla="*/ 17 h 191"/>
                <a:gd name="T6" fmla="*/ 45 w 170"/>
                <a:gd name="T7" fmla="*/ 30 h 191"/>
                <a:gd name="T8" fmla="*/ 88 w 170"/>
                <a:gd name="T9" fmla="*/ 135 h 191"/>
                <a:gd name="T10" fmla="*/ 0 w 170"/>
                <a:gd name="T11" fmla="*/ 135 h 191"/>
                <a:gd name="T12" fmla="*/ 28 w 170"/>
                <a:gd name="T13" fmla="*/ 191 h 191"/>
                <a:gd name="T14" fmla="*/ 170 w 170"/>
                <a:gd name="T15" fmla="*/ 191 h 191"/>
                <a:gd name="T16" fmla="*/ 128 w 170"/>
                <a:gd name="T17" fmla="*/ 135 h 191"/>
                <a:gd name="T18" fmla="*/ 84 w 170"/>
                <a:gd name="T19" fmla="*/ 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0" h="191">
                  <a:moveTo>
                    <a:pt x="84" y="0"/>
                  </a:moveTo>
                  <a:cubicBezTo>
                    <a:pt x="84" y="0"/>
                    <a:pt x="83" y="1"/>
                    <a:pt x="82" y="1"/>
                  </a:cubicBezTo>
                  <a:cubicBezTo>
                    <a:pt x="77" y="4"/>
                    <a:pt x="69" y="10"/>
                    <a:pt x="60" y="17"/>
                  </a:cubicBezTo>
                  <a:cubicBezTo>
                    <a:pt x="56" y="20"/>
                    <a:pt x="51" y="25"/>
                    <a:pt x="45" y="30"/>
                  </a:cubicBezTo>
                  <a:cubicBezTo>
                    <a:pt x="57" y="74"/>
                    <a:pt x="75" y="112"/>
                    <a:pt x="88" y="135"/>
                  </a:cubicBezTo>
                  <a:cubicBezTo>
                    <a:pt x="0" y="135"/>
                    <a:pt x="0" y="135"/>
                    <a:pt x="0" y="135"/>
                  </a:cubicBezTo>
                  <a:cubicBezTo>
                    <a:pt x="3" y="149"/>
                    <a:pt x="10" y="168"/>
                    <a:pt x="28" y="191"/>
                  </a:cubicBezTo>
                  <a:cubicBezTo>
                    <a:pt x="170" y="191"/>
                    <a:pt x="170" y="191"/>
                    <a:pt x="170" y="191"/>
                  </a:cubicBezTo>
                  <a:cubicBezTo>
                    <a:pt x="152" y="172"/>
                    <a:pt x="138" y="153"/>
                    <a:pt x="128" y="135"/>
                  </a:cubicBezTo>
                  <a:cubicBezTo>
                    <a:pt x="104" y="95"/>
                    <a:pt x="90" y="50"/>
                    <a:pt x="8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9"/>
            <p:cNvSpPr>
              <a:spLocks/>
            </p:cNvSpPr>
            <p:nvPr/>
          </p:nvSpPr>
          <p:spPr bwMode="auto">
            <a:xfrm>
              <a:off x="3963988" y="3055938"/>
              <a:ext cx="311150" cy="338137"/>
            </a:xfrm>
            <a:custGeom>
              <a:avLst/>
              <a:gdLst>
                <a:gd name="T0" fmla="*/ 121 w 225"/>
                <a:gd name="T1" fmla="*/ 99 h 244"/>
                <a:gd name="T2" fmla="*/ 124 w 225"/>
                <a:gd name="T3" fmla="*/ 94 h 244"/>
                <a:gd name="T4" fmla="*/ 126 w 225"/>
                <a:gd name="T5" fmla="*/ 25 h 244"/>
                <a:gd name="T6" fmla="*/ 166 w 225"/>
                <a:gd name="T7" fmla="*/ 84 h 244"/>
                <a:gd name="T8" fmla="*/ 171 w 225"/>
                <a:gd name="T9" fmla="*/ 87 h 244"/>
                <a:gd name="T10" fmla="*/ 176 w 225"/>
                <a:gd name="T11" fmla="*/ 84 h 244"/>
                <a:gd name="T12" fmla="*/ 205 w 225"/>
                <a:gd name="T13" fmla="*/ 38 h 244"/>
                <a:gd name="T14" fmla="*/ 212 w 225"/>
                <a:gd name="T15" fmla="*/ 84 h 244"/>
                <a:gd name="T16" fmla="*/ 219 w 225"/>
                <a:gd name="T17" fmla="*/ 88 h 244"/>
                <a:gd name="T18" fmla="*/ 224 w 225"/>
                <a:gd name="T19" fmla="*/ 82 h 244"/>
                <a:gd name="T20" fmla="*/ 224 w 225"/>
                <a:gd name="T21" fmla="*/ 82 h 244"/>
                <a:gd name="T22" fmla="*/ 214 w 225"/>
                <a:gd name="T23" fmla="*/ 20 h 244"/>
                <a:gd name="T24" fmla="*/ 209 w 225"/>
                <a:gd name="T25" fmla="*/ 15 h 244"/>
                <a:gd name="T26" fmla="*/ 203 w 225"/>
                <a:gd name="T27" fmla="*/ 18 h 244"/>
                <a:gd name="T28" fmla="*/ 171 w 225"/>
                <a:gd name="T29" fmla="*/ 70 h 244"/>
                <a:gd name="T30" fmla="*/ 126 w 225"/>
                <a:gd name="T31" fmla="*/ 3 h 244"/>
                <a:gd name="T32" fmla="*/ 119 w 225"/>
                <a:gd name="T33" fmla="*/ 1 h 244"/>
                <a:gd name="T34" fmla="*/ 115 w 225"/>
                <a:gd name="T35" fmla="*/ 6 h 244"/>
                <a:gd name="T36" fmla="*/ 112 w 225"/>
                <a:gd name="T37" fmla="*/ 85 h 244"/>
                <a:gd name="T38" fmla="*/ 47 w 225"/>
                <a:gd name="T39" fmla="*/ 58 h 244"/>
                <a:gd name="T40" fmla="*/ 40 w 225"/>
                <a:gd name="T41" fmla="*/ 59 h 244"/>
                <a:gd name="T42" fmla="*/ 39 w 225"/>
                <a:gd name="T43" fmla="*/ 66 h 244"/>
                <a:gd name="T44" fmla="*/ 74 w 225"/>
                <a:gd name="T45" fmla="*/ 133 h 244"/>
                <a:gd name="T46" fmla="*/ 6 w 225"/>
                <a:gd name="T47" fmla="*/ 137 h 244"/>
                <a:gd name="T48" fmla="*/ 1 w 225"/>
                <a:gd name="T49" fmla="*/ 141 h 244"/>
                <a:gd name="T50" fmla="*/ 3 w 225"/>
                <a:gd name="T51" fmla="*/ 148 h 244"/>
                <a:gd name="T52" fmla="*/ 74 w 225"/>
                <a:gd name="T53" fmla="*/ 196 h 244"/>
                <a:gd name="T54" fmla="*/ 35 w 225"/>
                <a:gd name="T55" fmla="*/ 230 h 244"/>
                <a:gd name="T56" fmla="*/ 33 w 225"/>
                <a:gd name="T57" fmla="*/ 237 h 244"/>
                <a:gd name="T58" fmla="*/ 39 w 225"/>
                <a:gd name="T59" fmla="*/ 241 h 244"/>
                <a:gd name="T60" fmla="*/ 97 w 225"/>
                <a:gd name="T61" fmla="*/ 244 h 244"/>
                <a:gd name="T62" fmla="*/ 97 w 225"/>
                <a:gd name="T63" fmla="*/ 244 h 244"/>
                <a:gd name="T64" fmla="*/ 103 w 225"/>
                <a:gd name="T65" fmla="*/ 238 h 244"/>
                <a:gd name="T66" fmla="*/ 98 w 225"/>
                <a:gd name="T67" fmla="*/ 232 h 244"/>
                <a:gd name="T68" fmla="*/ 54 w 225"/>
                <a:gd name="T69" fmla="*/ 230 h 244"/>
                <a:gd name="T70" fmla="*/ 87 w 225"/>
                <a:gd name="T71" fmla="*/ 200 h 244"/>
                <a:gd name="T72" fmla="*/ 89 w 225"/>
                <a:gd name="T73" fmla="*/ 196 h 244"/>
                <a:gd name="T74" fmla="*/ 87 w 225"/>
                <a:gd name="T75" fmla="*/ 191 h 244"/>
                <a:gd name="T76" fmla="*/ 25 w 225"/>
                <a:gd name="T77" fmla="*/ 148 h 244"/>
                <a:gd name="T78" fmla="*/ 84 w 225"/>
                <a:gd name="T79" fmla="*/ 145 h 244"/>
                <a:gd name="T80" fmla="*/ 89 w 225"/>
                <a:gd name="T81" fmla="*/ 142 h 244"/>
                <a:gd name="T82" fmla="*/ 89 w 225"/>
                <a:gd name="T83" fmla="*/ 136 h 244"/>
                <a:gd name="T84" fmla="*/ 57 w 225"/>
                <a:gd name="T85" fmla="*/ 75 h 244"/>
                <a:gd name="T86" fmla="*/ 115 w 225"/>
                <a:gd name="T87" fmla="*/ 99 h 244"/>
                <a:gd name="T88" fmla="*/ 121 w 225"/>
                <a:gd name="T89" fmla="*/ 99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25" h="244">
                  <a:moveTo>
                    <a:pt x="121" y="99"/>
                  </a:moveTo>
                  <a:cubicBezTo>
                    <a:pt x="123" y="98"/>
                    <a:pt x="124" y="96"/>
                    <a:pt x="124" y="94"/>
                  </a:cubicBezTo>
                  <a:cubicBezTo>
                    <a:pt x="126" y="25"/>
                    <a:pt x="126" y="25"/>
                    <a:pt x="126" y="25"/>
                  </a:cubicBezTo>
                  <a:cubicBezTo>
                    <a:pt x="166" y="84"/>
                    <a:pt x="166" y="84"/>
                    <a:pt x="166" y="84"/>
                  </a:cubicBezTo>
                  <a:cubicBezTo>
                    <a:pt x="167" y="86"/>
                    <a:pt x="169" y="87"/>
                    <a:pt x="171" y="87"/>
                  </a:cubicBezTo>
                  <a:cubicBezTo>
                    <a:pt x="173" y="87"/>
                    <a:pt x="175" y="86"/>
                    <a:pt x="176" y="84"/>
                  </a:cubicBezTo>
                  <a:cubicBezTo>
                    <a:pt x="205" y="38"/>
                    <a:pt x="205" y="38"/>
                    <a:pt x="205" y="38"/>
                  </a:cubicBezTo>
                  <a:cubicBezTo>
                    <a:pt x="212" y="84"/>
                    <a:pt x="212" y="84"/>
                    <a:pt x="212" y="84"/>
                  </a:cubicBezTo>
                  <a:cubicBezTo>
                    <a:pt x="213" y="87"/>
                    <a:pt x="216" y="89"/>
                    <a:pt x="219" y="88"/>
                  </a:cubicBezTo>
                  <a:cubicBezTo>
                    <a:pt x="222" y="88"/>
                    <a:pt x="225" y="85"/>
                    <a:pt x="224" y="82"/>
                  </a:cubicBezTo>
                  <a:cubicBezTo>
                    <a:pt x="224" y="82"/>
                    <a:pt x="224" y="82"/>
                    <a:pt x="224" y="82"/>
                  </a:cubicBezTo>
                  <a:cubicBezTo>
                    <a:pt x="214" y="20"/>
                    <a:pt x="214" y="20"/>
                    <a:pt x="214" y="20"/>
                  </a:cubicBezTo>
                  <a:cubicBezTo>
                    <a:pt x="214" y="18"/>
                    <a:pt x="212" y="16"/>
                    <a:pt x="209" y="15"/>
                  </a:cubicBezTo>
                  <a:cubicBezTo>
                    <a:pt x="207" y="15"/>
                    <a:pt x="204" y="16"/>
                    <a:pt x="203" y="18"/>
                  </a:cubicBezTo>
                  <a:cubicBezTo>
                    <a:pt x="171" y="70"/>
                    <a:pt x="171" y="70"/>
                    <a:pt x="171" y="70"/>
                  </a:cubicBezTo>
                  <a:cubicBezTo>
                    <a:pt x="126" y="3"/>
                    <a:pt x="126" y="3"/>
                    <a:pt x="126" y="3"/>
                  </a:cubicBezTo>
                  <a:cubicBezTo>
                    <a:pt x="124" y="1"/>
                    <a:pt x="122" y="0"/>
                    <a:pt x="119" y="1"/>
                  </a:cubicBezTo>
                  <a:cubicBezTo>
                    <a:pt x="117" y="1"/>
                    <a:pt x="115" y="4"/>
                    <a:pt x="115" y="6"/>
                  </a:cubicBezTo>
                  <a:cubicBezTo>
                    <a:pt x="112" y="85"/>
                    <a:pt x="112" y="85"/>
                    <a:pt x="112" y="85"/>
                  </a:cubicBezTo>
                  <a:cubicBezTo>
                    <a:pt x="47" y="58"/>
                    <a:pt x="47" y="58"/>
                    <a:pt x="47" y="58"/>
                  </a:cubicBezTo>
                  <a:cubicBezTo>
                    <a:pt x="44" y="57"/>
                    <a:pt x="42" y="58"/>
                    <a:pt x="40" y="59"/>
                  </a:cubicBezTo>
                  <a:cubicBezTo>
                    <a:pt x="38" y="61"/>
                    <a:pt x="38" y="64"/>
                    <a:pt x="39" y="66"/>
                  </a:cubicBezTo>
                  <a:cubicBezTo>
                    <a:pt x="74" y="133"/>
                    <a:pt x="74" y="133"/>
                    <a:pt x="74" y="133"/>
                  </a:cubicBezTo>
                  <a:cubicBezTo>
                    <a:pt x="6" y="137"/>
                    <a:pt x="6" y="137"/>
                    <a:pt x="6" y="137"/>
                  </a:cubicBezTo>
                  <a:cubicBezTo>
                    <a:pt x="4" y="137"/>
                    <a:pt x="2" y="139"/>
                    <a:pt x="1" y="141"/>
                  </a:cubicBezTo>
                  <a:cubicBezTo>
                    <a:pt x="0" y="144"/>
                    <a:pt x="1" y="146"/>
                    <a:pt x="3" y="148"/>
                  </a:cubicBezTo>
                  <a:cubicBezTo>
                    <a:pt x="74" y="196"/>
                    <a:pt x="74" y="196"/>
                    <a:pt x="74" y="196"/>
                  </a:cubicBezTo>
                  <a:cubicBezTo>
                    <a:pt x="35" y="230"/>
                    <a:pt x="35" y="230"/>
                    <a:pt x="35" y="230"/>
                  </a:cubicBezTo>
                  <a:cubicBezTo>
                    <a:pt x="33" y="232"/>
                    <a:pt x="33" y="235"/>
                    <a:pt x="33" y="237"/>
                  </a:cubicBezTo>
                  <a:cubicBezTo>
                    <a:pt x="34" y="239"/>
                    <a:pt x="36" y="241"/>
                    <a:pt x="39" y="241"/>
                  </a:cubicBezTo>
                  <a:cubicBezTo>
                    <a:pt x="97" y="244"/>
                    <a:pt x="97" y="244"/>
                    <a:pt x="97" y="244"/>
                  </a:cubicBezTo>
                  <a:cubicBezTo>
                    <a:pt x="97" y="244"/>
                    <a:pt x="97" y="244"/>
                    <a:pt x="97" y="244"/>
                  </a:cubicBezTo>
                  <a:cubicBezTo>
                    <a:pt x="101" y="244"/>
                    <a:pt x="103" y="242"/>
                    <a:pt x="103" y="238"/>
                  </a:cubicBezTo>
                  <a:cubicBezTo>
                    <a:pt x="104" y="235"/>
                    <a:pt x="101" y="232"/>
                    <a:pt x="98" y="232"/>
                  </a:cubicBezTo>
                  <a:cubicBezTo>
                    <a:pt x="54" y="230"/>
                    <a:pt x="54" y="230"/>
                    <a:pt x="54" y="230"/>
                  </a:cubicBezTo>
                  <a:cubicBezTo>
                    <a:pt x="87" y="200"/>
                    <a:pt x="87" y="200"/>
                    <a:pt x="87" y="200"/>
                  </a:cubicBezTo>
                  <a:cubicBezTo>
                    <a:pt x="89" y="199"/>
                    <a:pt x="90" y="197"/>
                    <a:pt x="89" y="196"/>
                  </a:cubicBezTo>
                  <a:cubicBezTo>
                    <a:pt x="89" y="194"/>
                    <a:pt x="88" y="192"/>
                    <a:pt x="87" y="191"/>
                  </a:cubicBezTo>
                  <a:cubicBezTo>
                    <a:pt x="25" y="148"/>
                    <a:pt x="25" y="148"/>
                    <a:pt x="25" y="148"/>
                  </a:cubicBezTo>
                  <a:cubicBezTo>
                    <a:pt x="84" y="145"/>
                    <a:pt x="84" y="145"/>
                    <a:pt x="84" y="145"/>
                  </a:cubicBezTo>
                  <a:cubicBezTo>
                    <a:pt x="86" y="145"/>
                    <a:pt x="88" y="143"/>
                    <a:pt x="89" y="142"/>
                  </a:cubicBezTo>
                  <a:cubicBezTo>
                    <a:pt x="90" y="140"/>
                    <a:pt x="90" y="138"/>
                    <a:pt x="89" y="136"/>
                  </a:cubicBezTo>
                  <a:cubicBezTo>
                    <a:pt x="57" y="75"/>
                    <a:pt x="57" y="75"/>
                    <a:pt x="57" y="75"/>
                  </a:cubicBezTo>
                  <a:cubicBezTo>
                    <a:pt x="115" y="99"/>
                    <a:pt x="115" y="99"/>
                    <a:pt x="115" y="99"/>
                  </a:cubicBezTo>
                  <a:cubicBezTo>
                    <a:pt x="117" y="100"/>
                    <a:pt x="119" y="100"/>
                    <a:pt x="121"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20"/>
            <p:cNvSpPr>
              <a:spLocks/>
            </p:cNvSpPr>
            <p:nvPr/>
          </p:nvSpPr>
          <p:spPr bwMode="auto">
            <a:xfrm>
              <a:off x="4202113" y="3268663"/>
              <a:ext cx="280988" cy="282575"/>
            </a:xfrm>
            <a:custGeom>
              <a:avLst/>
              <a:gdLst>
                <a:gd name="T0" fmla="*/ 135 w 204"/>
                <a:gd name="T1" fmla="*/ 186 h 204"/>
                <a:gd name="T2" fmla="*/ 186 w 204"/>
                <a:gd name="T3" fmla="*/ 69 h 204"/>
                <a:gd name="T4" fmla="*/ 69 w 204"/>
                <a:gd name="T5" fmla="*/ 18 h 204"/>
                <a:gd name="T6" fmla="*/ 19 w 204"/>
                <a:gd name="T7" fmla="*/ 135 h 204"/>
                <a:gd name="T8" fmla="*/ 135 w 204"/>
                <a:gd name="T9" fmla="*/ 186 h 204"/>
              </a:gdLst>
              <a:ahLst/>
              <a:cxnLst>
                <a:cxn ang="0">
                  <a:pos x="T0" y="T1"/>
                </a:cxn>
                <a:cxn ang="0">
                  <a:pos x="T2" y="T3"/>
                </a:cxn>
                <a:cxn ang="0">
                  <a:pos x="T4" y="T5"/>
                </a:cxn>
                <a:cxn ang="0">
                  <a:pos x="T6" y="T7"/>
                </a:cxn>
                <a:cxn ang="0">
                  <a:pos x="T8" y="T9"/>
                </a:cxn>
              </a:cxnLst>
              <a:rect l="0" t="0" r="r" b="b"/>
              <a:pathLst>
                <a:path w="204" h="204">
                  <a:moveTo>
                    <a:pt x="135" y="186"/>
                  </a:moveTo>
                  <a:cubicBezTo>
                    <a:pt x="182" y="167"/>
                    <a:pt x="204" y="115"/>
                    <a:pt x="186" y="69"/>
                  </a:cubicBezTo>
                  <a:cubicBezTo>
                    <a:pt x="167" y="23"/>
                    <a:pt x="115" y="0"/>
                    <a:pt x="69" y="18"/>
                  </a:cubicBezTo>
                  <a:cubicBezTo>
                    <a:pt x="23" y="37"/>
                    <a:pt x="0" y="89"/>
                    <a:pt x="19" y="135"/>
                  </a:cubicBezTo>
                  <a:cubicBezTo>
                    <a:pt x="37" y="181"/>
                    <a:pt x="89" y="204"/>
                    <a:pt x="135" y="1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21"/>
            <p:cNvSpPr>
              <a:spLocks/>
            </p:cNvSpPr>
            <p:nvPr/>
          </p:nvSpPr>
          <p:spPr bwMode="auto">
            <a:xfrm>
              <a:off x="4102100" y="3090863"/>
              <a:ext cx="930275" cy="1363662"/>
            </a:xfrm>
            <a:custGeom>
              <a:avLst/>
              <a:gdLst>
                <a:gd name="T0" fmla="*/ 489 w 673"/>
                <a:gd name="T1" fmla="*/ 775 h 986"/>
                <a:gd name="T2" fmla="*/ 462 w 673"/>
                <a:gd name="T3" fmla="*/ 607 h 986"/>
                <a:gd name="T4" fmla="*/ 464 w 673"/>
                <a:gd name="T5" fmla="*/ 592 h 986"/>
                <a:gd name="T6" fmla="*/ 464 w 673"/>
                <a:gd name="T7" fmla="*/ 566 h 986"/>
                <a:gd name="T8" fmla="*/ 350 w 673"/>
                <a:gd name="T9" fmla="*/ 335 h 986"/>
                <a:gd name="T10" fmla="*/ 410 w 673"/>
                <a:gd name="T11" fmla="*/ 272 h 986"/>
                <a:gd name="T12" fmla="*/ 389 w 673"/>
                <a:gd name="T13" fmla="*/ 111 h 986"/>
                <a:gd name="T14" fmla="*/ 223 w 673"/>
                <a:gd name="T15" fmla="*/ 20 h 986"/>
                <a:gd name="T16" fmla="*/ 339 w 673"/>
                <a:gd name="T17" fmla="*/ 150 h 986"/>
                <a:gd name="T18" fmla="*/ 354 w 673"/>
                <a:gd name="T19" fmla="*/ 240 h 986"/>
                <a:gd name="T20" fmla="*/ 302 w 673"/>
                <a:gd name="T21" fmla="*/ 289 h 986"/>
                <a:gd name="T22" fmla="*/ 291 w 673"/>
                <a:gd name="T23" fmla="*/ 295 h 986"/>
                <a:gd name="T24" fmla="*/ 158 w 673"/>
                <a:gd name="T25" fmla="*/ 389 h 986"/>
                <a:gd name="T26" fmla="*/ 91 w 673"/>
                <a:gd name="T27" fmla="*/ 432 h 986"/>
                <a:gd name="T28" fmla="*/ 68 w 673"/>
                <a:gd name="T29" fmla="*/ 437 h 986"/>
                <a:gd name="T30" fmla="*/ 64 w 673"/>
                <a:gd name="T31" fmla="*/ 416 h 986"/>
                <a:gd name="T32" fmla="*/ 45 w 673"/>
                <a:gd name="T33" fmla="*/ 331 h 986"/>
                <a:gd name="T34" fmla="*/ 0 w 673"/>
                <a:gd name="T35" fmla="*/ 416 h 986"/>
                <a:gd name="T36" fmla="*/ 42 w 673"/>
                <a:gd name="T37" fmla="*/ 496 h 986"/>
                <a:gd name="T38" fmla="*/ 118 w 673"/>
                <a:gd name="T39" fmla="*/ 490 h 986"/>
                <a:gd name="T40" fmla="*/ 284 w 673"/>
                <a:gd name="T41" fmla="*/ 610 h 986"/>
                <a:gd name="T42" fmla="*/ 183 w 673"/>
                <a:gd name="T43" fmla="*/ 717 h 986"/>
                <a:gd name="T44" fmla="*/ 225 w 673"/>
                <a:gd name="T45" fmla="*/ 970 h 986"/>
                <a:gd name="T46" fmla="*/ 296 w 673"/>
                <a:gd name="T47" fmla="*/ 974 h 986"/>
                <a:gd name="T48" fmla="*/ 258 w 673"/>
                <a:gd name="T49" fmla="*/ 812 h 986"/>
                <a:gd name="T50" fmla="*/ 323 w 673"/>
                <a:gd name="T51" fmla="*/ 706 h 986"/>
                <a:gd name="T52" fmla="*/ 352 w 673"/>
                <a:gd name="T53" fmla="*/ 685 h 986"/>
                <a:gd name="T54" fmla="*/ 354 w 673"/>
                <a:gd name="T55" fmla="*/ 684 h 986"/>
                <a:gd name="T56" fmla="*/ 354 w 673"/>
                <a:gd name="T57" fmla="*/ 684 h 986"/>
                <a:gd name="T58" fmla="*/ 403 w 673"/>
                <a:gd name="T59" fmla="*/ 826 h 986"/>
                <a:gd name="T60" fmla="*/ 618 w 673"/>
                <a:gd name="T61" fmla="*/ 975 h 986"/>
                <a:gd name="T62" fmla="*/ 632 w 673"/>
                <a:gd name="T63" fmla="*/ 877 h 9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73" h="986">
                  <a:moveTo>
                    <a:pt x="632" y="877"/>
                  </a:moveTo>
                  <a:cubicBezTo>
                    <a:pt x="553" y="853"/>
                    <a:pt x="513" y="815"/>
                    <a:pt x="489" y="775"/>
                  </a:cubicBezTo>
                  <a:cubicBezTo>
                    <a:pt x="465" y="735"/>
                    <a:pt x="458" y="690"/>
                    <a:pt x="458" y="653"/>
                  </a:cubicBezTo>
                  <a:cubicBezTo>
                    <a:pt x="458" y="634"/>
                    <a:pt x="460" y="618"/>
                    <a:pt x="462" y="607"/>
                  </a:cubicBezTo>
                  <a:cubicBezTo>
                    <a:pt x="462" y="602"/>
                    <a:pt x="463" y="598"/>
                    <a:pt x="464" y="595"/>
                  </a:cubicBezTo>
                  <a:cubicBezTo>
                    <a:pt x="464" y="594"/>
                    <a:pt x="464" y="593"/>
                    <a:pt x="464" y="592"/>
                  </a:cubicBezTo>
                  <a:cubicBezTo>
                    <a:pt x="465" y="592"/>
                    <a:pt x="465" y="592"/>
                    <a:pt x="465" y="592"/>
                  </a:cubicBezTo>
                  <a:cubicBezTo>
                    <a:pt x="467" y="583"/>
                    <a:pt x="467" y="574"/>
                    <a:pt x="464" y="566"/>
                  </a:cubicBezTo>
                  <a:cubicBezTo>
                    <a:pt x="464" y="561"/>
                    <a:pt x="462" y="555"/>
                    <a:pt x="459" y="550"/>
                  </a:cubicBezTo>
                  <a:cubicBezTo>
                    <a:pt x="350" y="335"/>
                    <a:pt x="350" y="335"/>
                    <a:pt x="350" y="335"/>
                  </a:cubicBezTo>
                  <a:cubicBezTo>
                    <a:pt x="357" y="329"/>
                    <a:pt x="366" y="323"/>
                    <a:pt x="374" y="315"/>
                  </a:cubicBezTo>
                  <a:cubicBezTo>
                    <a:pt x="387" y="304"/>
                    <a:pt x="400" y="289"/>
                    <a:pt x="410" y="272"/>
                  </a:cubicBezTo>
                  <a:cubicBezTo>
                    <a:pt x="420" y="254"/>
                    <a:pt x="427" y="232"/>
                    <a:pt x="427" y="208"/>
                  </a:cubicBezTo>
                  <a:cubicBezTo>
                    <a:pt x="427" y="177"/>
                    <a:pt x="415" y="143"/>
                    <a:pt x="389" y="111"/>
                  </a:cubicBezTo>
                  <a:cubicBezTo>
                    <a:pt x="364" y="78"/>
                    <a:pt x="324" y="44"/>
                    <a:pt x="267" y="9"/>
                  </a:cubicBezTo>
                  <a:cubicBezTo>
                    <a:pt x="252" y="0"/>
                    <a:pt x="232" y="5"/>
                    <a:pt x="223" y="20"/>
                  </a:cubicBezTo>
                  <a:cubicBezTo>
                    <a:pt x="214" y="35"/>
                    <a:pt x="218" y="55"/>
                    <a:pt x="234" y="64"/>
                  </a:cubicBezTo>
                  <a:cubicBezTo>
                    <a:pt x="287" y="96"/>
                    <a:pt x="320" y="126"/>
                    <a:pt x="339" y="150"/>
                  </a:cubicBezTo>
                  <a:cubicBezTo>
                    <a:pt x="358" y="175"/>
                    <a:pt x="363" y="193"/>
                    <a:pt x="363" y="208"/>
                  </a:cubicBezTo>
                  <a:cubicBezTo>
                    <a:pt x="363" y="219"/>
                    <a:pt x="360" y="230"/>
                    <a:pt x="354" y="240"/>
                  </a:cubicBezTo>
                  <a:cubicBezTo>
                    <a:pt x="345" y="255"/>
                    <a:pt x="331" y="269"/>
                    <a:pt x="318" y="279"/>
                  </a:cubicBezTo>
                  <a:cubicBezTo>
                    <a:pt x="312" y="283"/>
                    <a:pt x="306" y="287"/>
                    <a:pt x="302" y="289"/>
                  </a:cubicBezTo>
                  <a:cubicBezTo>
                    <a:pt x="300" y="290"/>
                    <a:pt x="299" y="291"/>
                    <a:pt x="298" y="292"/>
                  </a:cubicBezTo>
                  <a:cubicBezTo>
                    <a:pt x="295" y="293"/>
                    <a:pt x="293" y="294"/>
                    <a:pt x="291" y="295"/>
                  </a:cubicBezTo>
                  <a:cubicBezTo>
                    <a:pt x="164" y="383"/>
                    <a:pt x="164" y="383"/>
                    <a:pt x="164" y="383"/>
                  </a:cubicBezTo>
                  <a:cubicBezTo>
                    <a:pt x="162" y="385"/>
                    <a:pt x="160" y="387"/>
                    <a:pt x="158" y="389"/>
                  </a:cubicBezTo>
                  <a:cubicBezTo>
                    <a:pt x="152" y="393"/>
                    <a:pt x="138" y="405"/>
                    <a:pt x="121" y="416"/>
                  </a:cubicBezTo>
                  <a:cubicBezTo>
                    <a:pt x="111" y="422"/>
                    <a:pt x="100" y="428"/>
                    <a:pt x="91" y="432"/>
                  </a:cubicBezTo>
                  <a:cubicBezTo>
                    <a:pt x="81" y="436"/>
                    <a:pt x="73" y="438"/>
                    <a:pt x="69" y="437"/>
                  </a:cubicBezTo>
                  <a:cubicBezTo>
                    <a:pt x="69" y="437"/>
                    <a:pt x="68" y="437"/>
                    <a:pt x="68" y="437"/>
                  </a:cubicBezTo>
                  <a:cubicBezTo>
                    <a:pt x="67" y="437"/>
                    <a:pt x="67" y="435"/>
                    <a:pt x="66" y="433"/>
                  </a:cubicBezTo>
                  <a:cubicBezTo>
                    <a:pt x="65" y="430"/>
                    <a:pt x="64" y="424"/>
                    <a:pt x="64" y="416"/>
                  </a:cubicBezTo>
                  <a:cubicBezTo>
                    <a:pt x="64" y="405"/>
                    <a:pt x="66" y="389"/>
                    <a:pt x="70" y="369"/>
                  </a:cubicBezTo>
                  <a:cubicBezTo>
                    <a:pt x="74" y="352"/>
                    <a:pt x="63" y="335"/>
                    <a:pt x="45" y="331"/>
                  </a:cubicBezTo>
                  <a:cubicBezTo>
                    <a:pt x="28" y="328"/>
                    <a:pt x="11" y="339"/>
                    <a:pt x="8" y="356"/>
                  </a:cubicBezTo>
                  <a:cubicBezTo>
                    <a:pt x="3" y="379"/>
                    <a:pt x="0" y="399"/>
                    <a:pt x="0" y="416"/>
                  </a:cubicBezTo>
                  <a:cubicBezTo>
                    <a:pt x="1" y="440"/>
                    <a:pt x="5" y="460"/>
                    <a:pt x="18" y="477"/>
                  </a:cubicBezTo>
                  <a:cubicBezTo>
                    <a:pt x="24" y="486"/>
                    <a:pt x="33" y="492"/>
                    <a:pt x="42" y="496"/>
                  </a:cubicBezTo>
                  <a:cubicBezTo>
                    <a:pt x="51" y="500"/>
                    <a:pt x="61" y="501"/>
                    <a:pt x="69" y="501"/>
                  </a:cubicBezTo>
                  <a:cubicBezTo>
                    <a:pt x="87" y="501"/>
                    <a:pt x="103" y="496"/>
                    <a:pt x="118" y="490"/>
                  </a:cubicBezTo>
                  <a:cubicBezTo>
                    <a:pt x="140" y="480"/>
                    <a:pt x="161" y="467"/>
                    <a:pt x="176" y="455"/>
                  </a:cubicBezTo>
                  <a:cubicBezTo>
                    <a:pt x="284" y="610"/>
                    <a:pt x="284" y="610"/>
                    <a:pt x="284" y="610"/>
                  </a:cubicBezTo>
                  <a:cubicBezTo>
                    <a:pt x="271" y="620"/>
                    <a:pt x="253" y="633"/>
                    <a:pt x="234" y="651"/>
                  </a:cubicBezTo>
                  <a:cubicBezTo>
                    <a:pt x="216" y="668"/>
                    <a:pt x="198" y="690"/>
                    <a:pt x="183" y="717"/>
                  </a:cubicBezTo>
                  <a:cubicBezTo>
                    <a:pt x="168" y="744"/>
                    <a:pt x="158" y="776"/>
                    <a:pt x="158" y="812"/>
                  </a:cubicBezTo>
                  <a:cubicBezTo>
                    <a:pt x="158" y="863"/>
                    <a:pt x="179" y="918"/>
                    <a:pt x="225" y="970"/>
                  </a:cubicBezTo>
                  <a:cubicBezTo>
                    <a:pt x="235" y="981"/>
                    <a:pt x="249" y="986"/>
                    <a:pt x="263" y="986"/>
                  </a:cubicBezTo>
                  <a:cubicBezTo>
                    <a:pt x="275" y="986"/>
                    <a:pt x="286" y="982"/>
                    <a:pt x="296" y="974"/>
                  </a:cubicBezTo>
                  <a:cubicBezTo>
                    <a:pt x="317" y="956"/>
                    <a:pt x="319" y="924"/>
                    <a:pt x="300" y="903"/>
                  </a:cubicBezTo>
                  <a:cubicBezTo>
                    <a:pt x="266" y="864"/>
                    <a:pt x="258" y="835"/>
                    <a:pt x="258" y="812"/>
                  </a:cubicBezTo>
                  <a:cubicBezTo>
                    <a:pt x="258" y="796"/>
                    <a:pt x="263" y="780"/>
                    <a:pt x="271" y="765"/>
                  </a:cubicBezTo>
                  <a:cubicBezTo>
                    <a:pt x="283" y="742"/>
                    <a:pt x="304" y="721"/>
                    <a:pt x="323" y="706"/>
                  </a:cubicBezTo>
                  <a:cubicBezTo>
                    <a:pt x="332" y="699"/>
                    <a:pt x="340" y="693"/>
                    <a:pt x="346" y="689"/>
                  </a:cubicBezTo>
                  <a:cubicBezTo>
                    <a:pt x="349" y="688"/>
                    <a:pt x="351" y="686"/>
                    <a:pt x="352" y="685"/>
                  </a:cubicBezTo>
                  <a:cubicBezTo>
                    <a:pt x="353" y="685"/>
                    <a:pt x="354" y="685"/>
                    <a:pt x="354" y="685"/>
                  </a:cubicBezTo>
                  <a:cubicBezTo>
                    <a:pt x="354" y="684"/>
                    <a:pt x="354" y="684"/>
                    <a:pt x="354" y="684"/>
                  </a:cubicBezTo>
                  <a:cubicBezTo>
                    <a:pt x="354" y="684"/>
                    <a:pt x="354" y="684"/>
                    <a:pt x="354" y="684"/>
                  </a:cubicBezTo>
                  <a:cubicBezTo>
                    <a:pt x="354" y="684"/>
                    <a:pt x="354" y="684"/>
                    <a:pt x="354" y="684"/>
                  </a:cubicBezTo>
                  <a:cubicBezTo>
                    <a:pt x="356" y="683"/>
                    <a:pt x="358" y="682"/>
                    <a:pt x="359" y="681"/>
                  </a:cubicBezTo>
                  <a:cubicBezTo>
                    <a:pt x="362" y="725"/>
                    <a:pt x="373" y="776"/>
                    <a:pt x="403" y="826"/>
                  </a:cubicBezTo>
                  <a:cubicBezTo>
                    <a:pt x="438" y="888"/>
                    <a:pt x="503" y="944"/>
                    <a:pt x="603" y="973"/>
                  </a:cubicBezTo>
                  <a:cubicBezTo>
                    <a:pt x="608" y="975"/>
                    <a:pt x="613" y="975"/>
                    <a:pt x="618" y="975"/>
                  </a:cubicBezTo>
                  <a:cubicBezTo>
                    <a:pt x="639" y="975"/>
                    <a:pt x="659" y="961"/>
                    <a:pt x="665" y="940"/>
                  </a:cubicBezTo>
                  <a:cubicBezTo>
                    <a:pt x="673" y="913"/>
                    <a:pt x="658" y="885"/>
                    <a:pt x="632" y="8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 name="组合 20"/>
          <p:cNvGrpSpPr/>
          <p:nvPr/>
        </p:nvGrpSpPr>
        <p:grpSpPr>
          <a:xfrm>
            <a:off x="301625" y="3073400"/>
            <a:ext cx="1727200" cy="1398587"/>
            <a:chOff x="301625" y="3073400"/>
            <a:chExt cx="1727200" cy="1398587"/>
          </a:xfrm>
          <a:solidFill>
            <a:schemeClr val="tx1">
              <a:lumMod val="65000"/>
              <a:lumOff val="35000"/>
            </a:schemeClr>
          </a:solidFill>
        </p:grpSpPr>
        <p:sp>
          <p:nvSpPr>
            <p:cNvPr id="22" name="Freeform 22"/>
            <p:cNvSpPr>
              <a:spLocks noEditPoints="1"/>
            </p:cNvSpPr>
            <p:nvPr/>
          </p:nvSpPr>
          <p:spPr bwMode="auto">
            <a:xfrm>
              <a:off x="981075" y="3148013"/>
              <a:ext cx="1047750" cy="1093787"/>
            </a:xfrm>
            <a:custGeom>
              <a:avLst/>
              <a:gdLst>
                <a:gd name="T0" fmla="*/ 758 w 758"/>
                <a:gd name="T1" fmla="*/ 531 h 791"/>
                <a:gd name="T2" fmla="*/ 753 w 758"/>
                <a:gd name="T3" fmla="*/ 280 h 791"/>
                <a:gd name="T4" fmla="*/ 611 w 758"/>
                <a:gd name="T5" fmla="*/ 91 h 791"/>
                <a:gd name="T6" fmla="*/ 400 w 758"/>
                <a:gd name="T7" fmla="*/ 0 h 791"/>
                <a:gd name="T8" fmla="*/ 125 w 758"/>
                <a:gd name="T9" fmla="*/ 73 h 791"/>
                <a:gd name="T10" fmla="*/ 13 w 758"/>
                <a:gd name="T11" fmla="*/ 266 h 791"/>
                <a:gd name="T12" fmla="*/ 150 w 758"/>
                <a:gd name="T13" fmla="*/ 411 h 791"/>
                <a:gd name="T14" fmla="*/ 75 w 758"/>
                <a:gd name="T15" fmla="*/ 518 h 791"/>
                <a:gd name="T16" fmla="*/ 83 w 758"/>
                <a:gd name="T17" fmla="*/ 556 h 791"/>
                <a:gd name="T18" fmla="*/ 169 w 758"/>
                <a:gd name="T19" fmla="*/ 750 h 791"/>
                <a:gd name="T20" fmla="*/ 406 w 758"/>
                <a:gd name="T21" fmla="*/ 791 h 791"/>
                <a:gd name="T22" fmla="*/ 627 w 758"/>
                <a:gd name="T23" fmla="*/ 732 h 791"/>
                <a:gd name="T24" fmla="*/ 523 w 758"/>
                <a:gd name="T25" fmla="*/ 573 h 791"/>
                <a:gd name="T26" fmla="*/ 510 w 758"/>
                <a:gd name="T27" fmla="*/ 579 h 791"/>
                <a:gd name="T28" fmla="*/ 421 w 758"/>
                <a:gd name="T29" fmla="*/ 605 h 791"/>
                <a:gd name="T30" fmla="*/ 397 w 758"/>
                <a:gd name="T31" fmla="*/ 540 h 791"/>
                <a:gd name="T32" fmla="*/ 254 w 758"/>
                <a:gd name="T33" fmla="*/ 628 h 791"/>
                <a:gd name="T34" fmla="*/ 283 w 758"/>
                <a:gd name="T35" fmla="*/ 477 h 791"/>
                <a:gd name="T36" fmla="*/ 156 w 758"/>
                <a:gd name="T37" fmla="*/ 489 h 791"/>
                <a:gd name="T38" fmla="*/ 238 w 758"/>
                <a:gd name="T39" fmla="*/ 409 h 791"/>
                <a:gd name="T40" fmla="*/ 145 w 758"/>
                <a:gd name="T41" fmla="*/ 327 h 791"/>
                <a:gd name="T42" fmla="*/ 262 w 758"/>
                <a:gd name="T43" fmla="*/ 328 h 791"/>
                <a:gd name="T44" fmla="*/ 224 w 758"/>
                <a:gd name="T45" fmla="*/ 198 h 791"/>
                <a:gd name="T46" fmla="*/ 300 w 758"/>
                <a:gd name="T47" fmla="*/ 241 h 791"/>
                <a:gd name="T48" fmla="*/ 373 w 758"/>
                <a:gd name="T49" fmla="*/ 141 h 791"/>
                <a:gd name="T50" fmla="*/ 408 w 758"/>
                <a:gd name="T51" fmla="*/ 288 h 791"/>
                <a:gd name="T52" fmla="*/ 534 w 758"/>
                <a:gd name="T53" fmla="*/ 210 h 791"/>
                <a:gd name="T54" fmla="*/ 518 w 758"/>
                <a:gd name="T55" fmla="*/ 325 h 791"/>
                <a:gd name="T56" fmla="*/ 624 w 758"/>
                <a:gd name="T57" fmla="*/ 332 h 791"/>
                <a:gd name="T58" fmla="*/ 520 w 758"/>
                <a:gd name="T59" fmla="*/ 445 h 791"/>
                <a:gd name="T60" fmla="*/ 595 w 758"/>
                <a:gd name="T61" fmla="*/ 495 h 791"/>
                <a:gd name="T62" fmla="*/ 506 w 758"/>
                <a:gd name="T63" fmla="*/ 508 h 7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58" h="791">
                  <a:moveTo>
                    <a:pt x="581" y="557"/>
                  </a:moveTo>
                  <a:cubicBezTo>
                    <a:pt x="758" y="531"/>
                    <a:pt x="758" y="531"/>
                    <a:pt x="758" y="531"/>
                  </a:cubicBezTo>
                  <a:cubicBezTo>
                    <a:pt x="611" y="434"/>
                    <a:pt x="611" y="434"/>
                    <a:pt x="611" y="434"/>
                  </a:cubicBezTo>
                  <a:cubicBezTo>
                    <a:pt x="753" y="280"/>
                    <a:pt x="753" y="280"/>
                    <a:pt x="753" y="280"/>
                  </a:cubicBezTo>
                  <a:cubicBezTo>
                    <a:pt x="586" y="269"/>
                    <a:pt x="586" y="269"/>
                    <a:pt x="586" y="269"/>
                  </a:cubicBezTo>
                  <a:cubicBezTo>
                    <a:pt x="611" y="91"/>
                    <a:pt x="611" y="91"/>
                    <a:pt x="611" y="91"/>
                  </a:cubicBezTo>
                  <a:cubicBezTo>
                    <a:pt x="447" y="193"/>
                    <a:pt x="447" y="193"/>
                    <a:pt x="447" y="193"/>
                  </a:cubicBezTo>
                  <a:cubicBezTo>
                    <a:pt x="400" y="0"/>
                    <a:pt x="400" y="0"/>
                    <a:pt x="400" y="0"/>
                  </a:cubicBezTo>
                  <a:cubicBezTo>
                    <a:pt x="283" y="163"/>
                    <a:pt x="283" y="163"/>
                    <a:pt x="283" y="163"/>
                  </a:cubicBezTo>
                  <a:cubicBezTo>
                    <a:pt x="125" y="73"/>
                    <a:pt x="125" y="73"/>
                    <a:pt x="125" y="73"/>
                  </a:cubicBezTo>
                  <a:cubicBezTo>
                    <a:pt x="182" y="267"/>
                    <a:pt x="182" y="267"/>
                    <a:pt x="182" y="267"/>
                  </a:cubicBezTo>
                  <a:cubicBezTo>
                    <a:pt x="13" y="266"/>
                    <a:pt x="13" y="266"/>
                    <a:pt x="13" y="266"/>
                  </a:cubicBezTo>
                  <a:cubicBezTo>
                    <a:pt x="9" y="271"/>
                    <a:pt x="5" y="276"/>
                    <a:pt x="0" y="281"/>
                  </a:cubicBezTo>
                  <a:cubicBezTo>
                    <a:pt x="150" y="411"/>
                    <a:pt x="150" y="411"/>
                    <a:pt x="150" y="411"/>
                  </a:cubicBezTo>
                  <a:cubicBezTo>
                    <a:pt x="63" y="496"/>
                    <a:pt x="63" y="496"/>
                    <a:pt x="63" y="496"/>
                  </a:cubicBezTo>
                  <a:cubicBezTo>
                    <a:pt x="75" y="518"/>
                    <a:pt x="75" y="518"/>
                    <a:pt x="75" y="518"/>
                  </a:cubicBezTo>
                  <a:cubicBezTo>
                    <a:pt x="78" y="524"/>
                    <a:pt x="81" y="530"/>
                    <a:pt x="81" y="537"/>
                  </a:cubicBezTo>
                  <a:cubicBezTo>
                    <a:pt x="83" y="543"/>
                    <a:pt x="83" y="550"/>
                    <a:pt x="83" y="556"/>
                  </a:cubicBezTo>
                  <a:cubicBezTo>
                    <a:pt x="209" y="544"/>
                    <a:pt x="209" y="544"/>
                    <a:pt x="209" y="544"/>
                  </a:cubicBezTo>
                  <a:cubicBezTo>
                    <a:pt x="169" y="750"/>
                    <a:pt x="169" y="750"/>
                    <a:pt x="169" y="750"/>
                  </a:cubicBezTo>
                  <a:cubicBezTo>
                    <a:pt x="361" y="632"/>
                    <a:pt x="361" y="632"/>
                    <a:pt x="361" y="632"/>
                  </a:cubicBezTo>
                  <a:cubicBezTo>
                    <a:pt x="406" y="791"/>
                    <a:pt x="406" y="791"/>
                    <a:pt x="406" y="791"/>
                  </a:cubicBezTo>
                  <a:cubicBezTo>
                    <a:pt x="476" y="628"/>
                    <a:pt x="476" y="628"/>
                    <a:pt x="476" y="628"/>
                  </a:cubicBezTo>
                  <a:cubicBezTo>
                    <a:pt x="627" y="732"/>
                    <a:pt x="627" y="732"/>
                    <a:pt x="627" y="732"/>
                  </a:cubicBezTo>
                  <a:lnTo>
                    <a:pt x="581" y="557"/>
                  </a:lnTo>
                  <a:close/>
                  <a:moveTo>
                    <a:pt x="523" y="573"/>
                  </a:moveTo>
                  <a:cubicBezTo>
                    <a:pt x="528" y="591"/>
                    <a:pt x="528" y="591"/>
                    <a:pt x="528" y="591"/>
                  </a:cubicBezTo>
                  <a:cubicBezTo>
                    <a:pt x="510" y="579"/>
                    <a:pt x="510" y="579"/>
                    <a:pt x="510" y="579"/>
                  </a:cubicBezTo>
                  <a:cubicBezTo>
                    <a:pt x="449" y="538"/>
                    <a:pt x="449" y="538"/>
                    <a:pt x="449" y="538"/>
                  </a:cubicBezTo>
                  <a:cubicBezTo>
                    <a:pt x="421" y="605"/>
                    <a:pt x="421" y="605"/>
                    <a:pt x="421" y="605"/>
                  </a:cubicBezTo>
                  <a:cubicBezTo>
                    <a:pt x="418" y="611"/>
                    <a:pt x="418" y="611"/>
                    <a:pt x="418" y="611"/>
                  </a:cubicBezTo>
                  <a:cubicBezTo>
                    <a:pt x="397" y="540"/>
                    <a:pt x="397" y="540"/>
                    <a:pt x="397" y="540"/>
                  </a:cubicBezTo>
                  <a:cubicBezTo>
                    <a:pt x="330" y="581"/>
                    <a:pt x="330" y="581"/>
                    <a:pt x="330" y="581"/>
                  </a:cubicBezTo>
                  <a:cubicBezTo>
                    <a:pt x="254" y="628"/>
                    <a:pt x="254" y="628"/>
                    <a:pt x="254" y="628"/>
                  </a:cubicBezTo>
                  <a:cubicBezTo>
                    <a:pt x="268" y="556"/>
                    <a:pt x="268" y="556"/>
                    <a:pt x="268" y="556"/>
                  </a:cubicBezTo>
                  <a:cubicBezTo>
                    <a:pt x="283" y="477"/>
                    <a:pt x="283" y="477"/>
                    <a:pt x="283" y="477"/>
                  </a:cubicBezTo>
                  <a:cubicBezTo>
                    <a:pt x="203" y="485"/>
                    <a:pt x="203" y="485"/>
                    <a:pt x="203" y="485"/>
                  </a:cubicBezTo>
                  <a:cubicBezTo>
                    <a:pt x="156" y="489"/>
                    <a:pt x="156" y="489"/>
                    <a:pt x="156" y="489"/>
                  </a:cubicBezTo>
                  <a:cubicBezTo>
                    <a:pt x="192" y="454"/>
                    <a:pt x="192" y="454"/>
                    <a:pt x="192" y="454"/>
                  </a:cubicBezTo>
                  <a:cubicBezTo>
                    <a:pt x="238" y="409"/>
                    <a:pt x="238" y="409"/>
                    <a:pt x="238" y="409"/>
                  </a:cubicBezTo>
                  <a:cubicBezTo>
                    <a:pt x="189" y="366"/>
                    <a:pt x="189" y="366"/>
                    <a:pt x="189" y="366"/>
                  </a:cubicBezTo>
                  <a:cubicBezTo>
                    <a:pt x="145" y="327"/>
                    <a:pt x="145" y="327"/>
                    <a:pt x="145" y="327"/>
                  </a:cubicBezTo>
                  <a:cubicBezTo>
                    <a:pt x="182" y="327"/>
                    <a:pt x="182" y="327"/>
                    <a:pt x="182" y="327"/>
                  </a:cubicBezTo>
                  <a:cubicBezTo>
                    <a:pt x="262" y="328"/>
                    <a:pt x="262" y="328"/>
                    <a:pt x="262" y="328"/>
                  </a:cubicBezTo>
                  <a:cubicBezTo>
                    <a:pt x="240" y="250"/>
                    <a:pt x="240" y="250"/>
                    <a:pt x="240" y="250"/>
                  </a:cubicBezTo>
                  <a:cubicBezTo>
                    <a:pt x="224" y="198"/>
                    <a:pt x="224" y="198"/>
                    <a:pt x="224" y="198"/>
                  </a:cubicBezTo>
                  <a:cubicBezTo>
                    <a:pt x="253" y="215"/>
                    <a:pt x="253" y="215"/>
                    <a:pt x="253" y="215"/>
                  </a:cubicBezTo>
                  <a:cubicBezTo>
                    <a:pt x="300" y="241"/>
                    <a:pt x="300" y="241"/>
                    <a:pt x="300" y="241"/>
                  </a:cubicBezTo>
                  <a:cubicBezTo>
                    <a:pt x="332" y="198"/>
                    <a:pt x="332" y="198"/>
                    <a:pt x="332" y="198"/>
                  </a:cubicBezTo>
                  <a:cubicBezTo>
                    <a:pt x="373" y="141"/>
                    <a:pt x="373" y="141"/>
                    <a:pt x="373" y="141"/>
                  </a:cubicBezTo>
                  <a:cubicBezTo>
                    <a:pt x="389" y="207"/>
                    <a:pt x="389" y="207"/>
                    <a:pt x="389" y="207"/>
                  </a:cubicBezTo>
                  <a:cubicBezTo>
                    <a:pt x="408" y="288"/>
                    <a:pt x="408" y="288"/>
                    <a:pt x="408" y="288"/>
                  </a:cubicBezTo>
                  <a:cubicBezTo>
                    <a:pt x="479" y="244"/>
                    <a:pt x="479" y="244"/>
                    <a:pt x="479" y="244"/>
                  </a:cubicBezTo>
                  <a:cubicBezTo>
                    <a:pt x="534" y="210"/>
                    <a:pt x="534" y="210"/>
                    <a:pt x="534" y="210"/>
                  </a:cubicBezTo>
                  <a:cubicBezTo>
                    <a:pt x="527" y="261"/>
                    <a:pt x="527" y="261"/>
                    <a:pt x="527" y="261"/>
                  </a:cubicBezTo>
                  <a:cubicBezTo>
                    <a:pt x="518" y="325"/>
                    <a:pt x="518" y="325"/>
                    <a:pt x="518" y="325"/>
                  </a:cubicBezTo>
                  <a:cubicBezTo>
                    <a:pt x="582" y="329"/>
                    <a:pt x="582" y="329"/>
                    <a:pt x="582" y="329"/>
                  </a:cubicBezTo>
                  <a:cubicBezTo>
                    <a:pt x="624" y="332"/>
                    <a:pt x="624" y="332"/>
                    <a:pt x="624" y="332"/>
                  </a:cubicBezTo>
                  <a:cubicBezTo>
                    <a:pt x="567" y="393"/>
                    <a:pt x="567" y="393"/>
                    <a:pt x="567" y="393"/>
                  </a:cubicBezTo>
                  <a:cubicBezTo>
                    <a:pt x="520" y="445"/>
                    <a:pt x="520" y="445"/>
                    <a:pt x="520" y="445"/>
                  </a:cubicBezTo>
                  <a:cubicBezTo>
                    <a:pt x="578" y="484"/>
                    <a:pt x="578" y="484"/>
                    <a:pt x="578" y="484"/>
                  </a:cubicBezTo>
                  <a:cubicBezTo>
                    <a:pt x="595" y="495"/>
                    <a:pt x="595" y="495"/>
                    <a:pt x="595" y="495"/>
                  </a:cubicBezTo>
                  <a:cubicBezTo>
                    <a:pt x="572" y="498"/>
                    <a:pt x="572" y="498"/>
                    <a:pt x="572" y="498"/>
                  </a:cubicBezTo>
                  <a:cubicBezTo>
                    <a:pt x="506" y="508"/>
                    <a:pt x="506" y="508"/>
                    <a:pt x="506" y="508"/>
                  </a:cubicBezTo>
                  <a:lnTo>
                    <a:pt x="523" y="5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23"/>
            <p:cNvSpPr>
              <a:spLocks/>
            </p:cNvSpPr>
            <p:nvPr/>
          </p:nvSpPr>
          <p:spPr bwMode="auto">
            <a:xfrm>
              <a:off x="301625" y="3073400"/>
              <a:ext cx="309563" cy="338137"/>
            </a:xfrm>
            <a:custGeom>
              <a:avLst/>
              <a:gdLst>
                <a:gd name="T0" fmla="*/ 35 w 224"/>
                <a:gd name="T1" fmla="*/ 230 h 244"/>
                <a:gd name="T2" fmla="*/ 33 w 224"/>
                <a:gd name="T3" fmla="*/ 237 h 244"/>
                <a:gd name="T4" fmla="*/ 38 w 224"/>
                <a:gd name="T5" fmla="*/ 241 h 244"/>
                <a:gd name="T6" fmla="*/ 97 w 224"/>
                <a:gd name="T7" fmla="*/ 244 h 244"/>
                <a:gd name="T8" fmla="*/ 97 w 224"/>
                <a:gd name="T9" fmla="*/ 244 h 244"/>
                <a:gd name="T10" fmla="*/ 103 w 224"/>
                <a:gd name="T11" fmla="*/ 238 h 244"/>
                <a:gd name="T12" fmla="*/ 97 w 224"/>
                <a:gd name="T13" fmla="*/ 232 h 244"/>
                <a:gd name="T14" fmla="*/ 54 w 224"/>
                <a:gd name="T15" fmla="*/ 230 h 244"/>
                <a:gd name="T16" fmla="*/ 87 w 224"/>
                <a:gd name="T17" fmla="*/ 200 h 244"/>
                <a:gd name="T18" fmla="*/ 89 w 224"/>
                <a:gd name="T19" fmla="*/ 195 h 244"/>
                <a:gd name="T20" fmla="*/ 87 w 224"/>
                <a:gd name="T21" fmla="*/ 191 h 244"/>
                <a:gd name="T22" fmla="*/ 24 w 224"/>
                <a:gd name="T23" fmla="*/ 148 h 244"/>
                <a:gd name="T24" fmla="*/ 84 w 224"/>
                <a:gd name="T25" fmla="*/ 145 h 244"/>
                <a:gd name="T26" fmla="*/ 89 w 224"/>
                <a:gd name="T27" fmla="*/ 142 h 244"/>
                <a:gd name="T28" fmla="*/ 89 w 224"/>
                <a:gd name="T29" fmla="*/ 136 h 244"/>
                <a:gd name="T30" fmla="*/ 57 w 224"/>
                <a:gd name="T31" fmla="*/ 75 h 244"/>
                <a:gd name="T32" fmla="*/ 115 w 224"/>
                <a:gd name="T33" fmla="*/ 99 h 244"/>
                <a:gd name="T34" fmla="*/ 121 w 224"/>
                <a:gd name="T35" fmla="*/ 99 h 244"/>
                <a:gd name="T36" fmla="*/ 123 w 224"/>
                <a:gd name="T37" fmla="*/ 94 h 244"/>
                <a:gd name="T38" fmla="*/ 126 w 224"/>
                <a:gd name="T39" fmla="*/ 25 h 244"/>
                <a:gd name="T40" fmla="*/ 166 w 224"/>
                <a:gd name="T41" fmla="*/ 84 h 244"/>
                <a:gd name="T42" fmla="*/ 171 w 224"/>
                <a:gd name="T43" fmla="*/ 87 h 244"/>
                <a:gd name="T44" fmla="*/ 176 w 224"/>
                <a:gd name="T45" fmla="*/ 84 h 244"/>
                <a:gd name="T46" fmla="*/ 204 w 224"/>
                <a:gd name="T47" fmla="*/ 38 h 244"/>
                <a:gd name="T48" fmla="*/ 212 w 224"/>
                <a:gd name="T49" fmla="*/ 83 h 244"/>
                <a:gd name="T50" fmla="*/ 219 w 224"/>
                <a:gd name="T51" fmla="*/ 88 h 244"/>
                <a:gd name="T52" fmla="*/ 224 w 224"/>
                <a:gd name="T53" fmla="*/ 81 h 244"/>
                <a:gd name="T54" fmla="*/ 224 w 224"/>
                <a:gd name="T55" fmla="*/ 81 h 244"/>
                <a:gd name="T56" fmla="*/ 214 w 224"/>
                <a:gd name="T57" fmla="*/ 20 h 244"/>
                <a:gd name="T58" fmla="*/ 209 w 224"/>
                <a:gd name="T59" fmla="*/ 15 h 244"/>
                <a:gd name="T60" fmla="*/ 203 w 224"/>
                <a:gd name="T61" fmla="*/ 18 h 244"/>
                <a:gd name="T62" fmla="*/ 171 w 224"/>
                <a:gd name="T63" fmla="*/ 69 h 244"/>
                <a:gd name="T64" fmla="*/ 126 w 224"/>
                <a:gd name="T65" fmla="*/ 3 h 244"/>
                <a:gd name="T66" fmla="*/ 119 w 224"/>
                <a:gd name="T67" fmla="*/ 1 h 244"/>
                <a:gd name="T68" fmla="*/ 115 w 224"/>
                <a:gd name="T69" fmla="*/ 6 h 244"/>
                <a:gd name="T70" fmla="*/ 112 w 224"/>
                <a:gd name="T71" fmla="*/ 85 h 244"/>
                <a:gd name="T72" fmla="*/ 46 w 224"/>
                <a:gd name="T73" fmla="*/ 58 h 244"/>
                <a:gd name="T74" fmla="*/ 40 w 224"/>
                <a:gd name="T75" fmla="*/ 59 h 244"/>
                <a:gd name="T76" fmla="*/ 39 w 224"/>
                <a:gd name="T77" fmla="*/ 66 h 244"/>
                <a:gd name="T78" fmla="*/ 74 w 224"/>
                <a:gd name="T79" fmla="*/ 133 h 244"/>
                <a:gd name="T80" fmla="*/ 6 w 224"/>
                <a:gd name="T81" fmla="*/ 137 h 244"/>
                <a:gd name="T82" fmla="*/ 1 w 224"/>
                <a:gd name="T83" fmla="*/ 141 h 244"/>
                <a:gd name="T84" fmla="*/ 3 w 224"/>
                <a:gd name="T85" fmla="*/ 148 h 244"/>
                <a:gd name="T86" fmla="*/ 73 w 224"/>
                <a:gd name="T87" fmla="*/ 196 h 244"/>
                <a:gd name="T88" fmla="*/ 35 w 224"/>
                <a:gd name="T89" fmla="*/ 230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24" h="244">
                  <a:moveTo>
                    <a:pt x="35" y="230"/>
                  </a:moveTo>
                  <a:cubicBezTo>
                    <a:pt x="33" y="232"/>
                    <a:pt x="32" y="234"/>
                    <a:pt x="33" y="237"/>
                  </a:cubicBezTo>
                  <a:cubicBezTo>
                    <a:pt x="34" y="239"/>
                    <a:pt x="36" y="241"/>
                    <a:pt x="38" y="241"/>
                  </a:cubicBezTo>
                  <a:cubicBezTo>
                    <a:pt x="97" y="244"/>
                    <a:pt x="97" y="244"/>
                    <a:pt x="97" y="244"/>
                  </a:cubicBezTo>
                  <a:cubicBezTo>
                    <a:pt x="97" y="244"/>
                    <a:pt x="97" y="244"/>
                    <a:pt x="97" y="244"/>
                  </a:cubicBezTo>
                  <a:cubicBezTo>
                    <a:pt x="100" y="244"/>
                    <a:pt x="103" y="241"/>
                    <a:pt x="103" y="238"/>
                  </a:cubicBezTo>
                  <a:cubicBezTo>
                    <a:pt x="103" y="235"/>
                    <a:pt x="101" y="232"/>
                    <a:pt x="97" y="232"/>
                  </a:cubicBezTo>
                  <a:cubicBezTo>
                    <a:pt x="54" y="230"/>
                    <a:pt x="54" y="230"/>
                    <a:pt x="54" y="230"/>
                  </a:cubicBezTo>
                  <a:cubicBezTo>
                    <a:pt x="87" y="200"/>
                    <a:pt x="87" y="200"/>
                    <a:pt x="87" y="200"/>
                  </a:cubicBezTo>
                  <a:cubicBezTo>
                    <a:pt x="89" y="199"/>
                    <a:pt x="89" y="197"/>
                    <a:pt x="89" y="195"/>
                  </a:cubicBezTo>
                  <a:cubicBezTo>
                    <a:pt x="89" y="194"/>
                    <a:pt x="88" y="192"/>
                    <a:pt x="87" y="191"/>
                  </a:cubicBezTo>
                  <a:cubicBezTo>
                    <a:pt x="24" y="148"/>
                    <a:pt x="24" y="148"/>
                    <a:pt x="24" y="148"/>
                  </a:cubicBezTo>
                  <a:cubicBezTo>
                    <a:pt x="84" y="145"/>
                    <a:pt x="84" y="145"/>
                    <a:pt x="84" y="145"/>
                  </a:cubicBezTo>
                  <a:cubicBezTo>
                    <a:pt x="86" y="144"/>
                    <a:pt x="88" y="143"/>
                    <a:pt x="89" y="142"/>
                  </a:cubicBezTo>
                  <a:cubicBezTo>
                    <a:pt x="90" y="140"/>
                    <a:pt x="90" y="138"/>
                    <a:pt x="89" y="136"/>
                  </a:cubicBezTo>
                  <a:cubicBezTo>
                    <a:pt x="57" y="75"/>
                    <a:pt x="57" y="75"/>
                    <a:pt x="57" y="75"/>
                  </a:cubicBezTo>
                  <a:cubicBezTo>
                    <a:pt x="115" y="99"/>
                    <a:pt x="115" y="99"/>
                    <a:pt x="115" y="99"/>
                  </a:cubicBezTo>
                  <a:cubicBezTo>
                    <a:pt x="117" y="100"/>
                    <a:pt x="119" y="100"/>
                    <a:pt x="121" y="99"/>
                  </a:cubicBezTo>
                  <a:cubicBezTo>
                    <a:pt x="122" y="98"/>
                    <a:pt x="123" y="96"/>
                    <a:pt x="123" y="94"/>
                  </a:cubicBezTo>
                  <a:cubicBezTo>
                    <a:pt x="126" y="25"/>
                    <a:pt x="126" y="25"/>
                    <a:pt x="126" y="25"/>
                  </a:cubicBezTo>
                  <a:cubicBezTo>
                    <a:pt x="166" y="84"/>
                    <a:pt x="166" y="84"/>
                    <a:pt x="166" y="84"/>
                  </a:cubicBezTo>
                  <a:cubicBezTo>
                    <a:pt x="167" y="86"/>
                    <a:pt x="169" y="87"/>
                    <a:pt x="171" y="87"/>
                  </a:cubicBezTo>
                  <a:cubicBezTo>
                    <a:pt x="173" y="86"/>
                    <a:pt x="175" y="85"/>
                    <a:pt x="176" y="84"/>
                  </a:cubicBezTo>
                  <a:cubicBezTo>
                    <a:pt x="204" y="38"/>
                    <a:pt x="204" y="38"/>
                    <a:pt x="204" y="38"/>
                  </a:cubicBezTo>
                  <a:cubicBezTo>
                    <a:pt x="212" y="83"/>
                    <a:pt x="212" y="83"/>
                    <a:pt x="212" y="83"/>
                  </a:cubicBezTo>
                  <a:cubicBezTo>
                    <a:pt x="213" y="87"/>
                    <a:pt x="216" y="89"/>
                    <a:pt x="219" y="88"/>
                  </a:cubicBezTo>
                  <a:cubicBezTo>
                    <a:pt x="222" y="88"/>
                    <a:pt x="224" y="85"/>
                    <a:pt x="224" y="81"/>
                  </a:cubicBezTo>
                  <a:cubicBezTo>
                    <a:pt x="224" y="81"/>
                    <a:pt x="224" y="81"/>
                    <a:pt x="224" y="81"/>
                  </a:cubicBezTo>
                  <a:cubicBezTo>
                    <a:pt x="214" y="20"/>
                    <a:pt x="214" y="20"/>
                    <a:pt x="214" y="20"/>
                  </a:cubicBezTo>
                  <a:cubicBezTo>
                    <a:pt x="213" y="17"/>
                    <a:pt x="211" y="16"/>
                    <a:pt x="209" y="15"/>
                  </a:cubicBezTo>
                  <a:cubicBezTo>
                    <a:pt x="206" y="15"/>
                    <a:pt x="204" y="16"/>
                    <a:pt x="203" y="18"/>
                  </a:cubicBezTo>
                  <a:cubicBezTo>
                    <a:pt x="171" y="69"/>
                    <a:pt x="171" y="69"/>
                    <a:pt x="171" y="69"/>
                  </a:cubicBezTo>
                  <a:cubicBezTo>
                    <a:pt x="126" y="3"/>
                    <a:pt x="126" y="3"/>
                    <a:pt x="126" y="3"/>
                  </a:cubicBezTo>
                  <a:cubicBezTo>
                    <a:pt x="124" y="1"/>
                    <a:pt x="121" y="0"/>
                    <a:pt x="119" y="1"/>
                  </a:cubicBezTo>
                  <a:cubicBezTo>
                    <a:pt x="116" y="1"/>
                    <a:pt x="115" y="4"/>
                    <a:pt x="115" y="6"/>
                  </a:cubicBezTo>
                  <a:cubicBezTo>
                    <a:pt x="112" y="85"/>
                    <a:pt x="112" y="85"/>
                    <a:pt x="112" y="85"/>
                  </a:cubicBezTo>
                  <a:cubicBezTo>
                    <a:pt x="46" y="58"/>
                    <a:pt x="46" y="58"/>
                    <a:pt x="46" y="58"/>
                  </a:cubicBezTo>
                  <a:cubicBezTo>
                    <a:pt x="44" y="57"/>
                    <a:pt x="41" y="57"/>
                    <a:pt x="40" y="59"/>
                  </a:cubicBezTo>
                  <a:cubicBezTo>
                    <a:pt x="38" y="61"/>
                    <a:pt x="38" y="64"/>
                    <a:pt x="39" y="66"/>
                  </a:cubicBezTo>
                  <a:cubicBezTo>
                    <a:pt x="74" y="133"/>
                    <a:pt x="74" y="133"/>
                    <a:pt x="74" y="133"/>
                  </a:cubicBezTo>
                  <a:cubicBezTo>
                    <a:pt x="6" y="137"/>
                    <a:pt x="6" y="137"/>
                    <a:pt x="6" y="137"/>
                  </a:cubicBezTo>
                  <a:cubicBezTo>
                    <a:pt x="4" y="137"/>
                    <a:pt x="1" y="139"/>
                    <a:pt x="1" y="141"/>
                  </a:cubicBezTo>
                  <a:cubicBezTo>
                    <a:pt x="0" y="144"/>
                    <a:pt x="1" y="146"/>
                    <a:pt x="3" y="148"/>
                  </a:cubicBezTo>
                  <a:cubicBezTo>
                    <a:pt x="73" y="196"/>
                    <a:pt x="73" y="196"/>
                    <a:pt x="73" y="196"/>
                  </a:cubicBezTo>
                  <a:lnTo>
                    <a:pt x="35" y="2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4"/>
            <p:cNvSpPr>
              <a:spLocks/>
            </p:cNvSpPr>
            <p:nvPr/>
          </p:nvSpPr>
          <p:spPr bwMode="auto">
            <a:xfrm>
              <a:off x="539750" y="3287713"/>
              <a:ext cx="282575" cy="280987"/>
            </a:xfrm>
            <a:custGeom>
              <a:avLst/>
              <a:gdLst>
                <a:gd name="T0" fmla="*/ 69 w 204"/>
                <a:gd name="T1" fmla="*/ 18 h 204"/>
                <a:gd name="T2" fmla="*/ 18 w 204"/>
                <a:gd name="T3" fmla="*/ 135 h 204"/>
                <a:gd name="T4" fmla="*/ 135 w 204"/>
                <a:gd name="T5" fmla="*/ 185 h 204"/>
                <a:gd name="T6" fmla="*/ 186 w 204"/>
                <a:gd name="T7" fmla="*/ 69 h 204"/>
                <a:gd name="T8" fmla="*/ 69 w 204"/>
                <a:gd name="T9" fmla="*/ 18 h 204"/>
              </a:gdLst>
              <a:ahLst/>
              <a:cxnLst>
                <a:cxn ang="0">
                  <a:pos x="T0" y="T1"/>
                </a:cxn>
                <a:cxn ang="0">
                  <a:pos x="T2" y="T3"/>
                </a:cxn>
                <a:cxn ang="0">
                  <a:pos x="T4" y="T5"/>
                </a:cxn>
                <a:cxn ang="0">
                  <a:pos x="T6" y="T7"/>
                </a:cxn>
                <a:cxn ang="0">
                  <a:pos x="T8" y="T9"/>
                </a:cxn>
              </a:cxnLst>
              <a:rect l="0" t="0" r="r" b="b"/>
              <a:pathLst>
                <a:path w="204" h="204">
                  <a:moveTo>
                    <a:pt x="69" y="18"/>
                  </a:moveTo>
                  <a:cubicBezTo>
                    <a:pt x="22" y="37"/>
                    <a:pt x="0" y="89"/>
                    <a:pt x="18" y="135"/>
                  </a:cubicBezTo>
                  <a:cubicBezTo>
                    <a:pt x="37" y="181"/>
                    <a:pt x="89" y="204"/>
                    <a:pt x="135" y="185"/>
                  </a:cubicBezTo>
                  <a:cubicBezTo>
                    <a:pt x="181" y="167"/>
                    <a:pt x="204" y="115"/>
                    <a:pt x="186" y="69"/>
                  </a:cubicBezTo>
                  <a:cubicBezTo>
                    <a:pt x="167" y="22"/>
                    <a:pt x="115" y="0"/>
                    <a:pt x="69"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25"/>
            <p:cNvSpPr>
              <a:spLocks/>
            </p:cNvSpPr>
            <p:nvPr/>
          </p:nvSpPr>
          <p:spPr bwMode="auto">
            <a:xfrm>
              <a:off x="439738" y="3108325"/>
              <a:ext cx="931863" cy="1363662"/>
            </a:xfrm>
            <a:custGeom>
              <a:avLst/>
              <a:gdLst>
                <a:gd name="T0" fmla="*/ 349 w 673"/>
                <a:gd name="T1" fmla="*/ 334 h 986"/>
                <a:gd name="T2" fmla="*/ 409 w 673"/>
                <a:gd name="T3" fmla="*/ 271 h 986"/>
                <a:gd name="T4" fmla="*/ 389 w 673"/>
                <a:gd name="T5" fmla="*/ 111 h 986"/>
                <a:gd name="T6" fmla="*/ 223 w 673"/>
                <a:gd name="T7" fmla="*/ 20 h 986"/>
                <a:gd name="T8" fmla="*/ 339 w 673"/>
                <a:gd name="T9" fmla="*/ 150 h 986"/>
                <a:gd name="T10" fmla="*/ 354 w 673"/>
                <a:gd name="T11" fmla="*/ 240 h 986"/>
                <a:gd name="T12" fmla="*/ 302 w 673"/>
                <a:gd name="T13" fmla="*/ 289 h 986"/>
                <a:gd name="T14" fmla="*/ 290 w 673"/>
                <a:gd name="T15" fmla="*/ 295 h 986"/>
                <a:gd name="T16" fmla="*/ 158 w 673"/>
                <a:gd name="T17" fmla="*/ 388 h 986"/>
                <a:gd name="T18" fmla="*/ 90 w 673"/>
                <a:gd name="T19" fmla="*/ 432 h 986"/>
                <a:gd name="T20" fmla="*/ 67 w 673"/>
                <a:gd name="T21" fmla="*/ 437 h 986"/>
                <a:gd name="T22" fmla="*/ 64 w 673"/>
                <a:gd name="T23" fmla="*/ 416 h 986"/>
                <a:gd name="T24" fmla="*/ 45 w 673"/>
                <a:gd name="T25" fmla="*/ 331 h 986"/>
                <a:gd name="T26" fmla="*/ 0 w 673"/>
                <a:gd name="T27" fmla="*/ 416 h 986"/>
                <a:gd name="T28" fmla="*/ 42 w 673"/>
                <a:gd name="T29" fmla="*/ 496 h 986"/>
                <a:gd name="T30" fmla="*/ 118 w 673"/>
                <a:gd name="T31" fmla="*/ 489 h 986"/>
                <a:gd name="T32" fmla="*/ 284 w 673"/>
                <a:gd name="T33" fmla="*/ 610 h 986"/>
                <a:gd name="T34" fmla="*/ 183 w 673"/>
                <a:gd name="T35" fmla="*/ 717 h 986"/>
                <a:gd name="T36" fmla="*/ 225 w 673"/>
                <a:gd name="T37" fmla="*/ 969 h 986"/>
                <a:gd name="T38" fmla="*/ 296 w 673"/>
                <a:gd name="T39" fmla="*/ 974 h 986"/>
                <a:gd name="T40" fmla="*/ 258 w 673"/>
                <a:gd name="T41" fmla="*/ 812 h 986"/>
                <a:gd name="T42" fmla="*/ 322 w 673"/>
                <a:gd name="T43" fmla="*/ 706 h 986"/>
                <a:gd name="T44" fmla="*/ 352 w 673"/>
                <a:gd name="T45" fmla="*/ 685 h 986"/>
                <a:gd name="T46" fmla="*/ 354 w 673"/>
                <a:gd name="T47" fmla="*/ 684 h 986"/>
                <a:gd name="T48" fmla="*/ 354 w 673"/>
                <a:gd name="T49" fmla="*/ 684 h 986"/>
                <a:gd name="T50" fmla="*/ 402 w 673"/>
                <a:gd name="T51" fmla="*/ 826 h 986"/>
                <a:gd name="T52" fmla="*/ 617 w 673"/>
                <a:gd name="T53" fmla="*/ 975 h 986"/>
                <a:gd name="T54" fmla="*/ 632 w 673"/>
                <a:gd name="T55" fmla="*/ 877 h 986"/>
                <a:gd name="T56" fmla="*/ 458 w 673"/>
                <a:gd name="T57" fmla="*/ 653 h 986"/>
                <a:gd name="T58" fmla="*/ 464 w 673"/>
                <a:gd name="T59" fmla="*/ 595 h 986"/>
                <a:gd name="T60" fmla="*/ 464 w 673"/>
                <a:gd name="T61" fmla="*/ 591 h 986"/>
                <a:gd name="T62" fmla="*/ 459 w 673"/>
                <a:gd name="T63" fmla="*/ 550 h 9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73" h="986">
                  <a:moveTo>
                    <a:pt x="459" y="550"/>
                  </a:moveTo>
                  <a:cubicBezTo>
                    <a:pt x="349" y="334"/>
                    <a:pt x="349" y="334"/>
                    <a:pt x="349" y="334"/>
                  </a:cubicBezTo>
                  <a:cubicBezTo>
                    <a:pt x="357" y="329"/>
                    <a:pt x="365" y="323"/>
                    <a:pt x="374" y="315"/>
                  </a:cubicBezTo>
                  <a:cubicBezTo>
                    <a:pt x="386" y="304"/>
                    <a:pt x="399" y="289"/>
                    <a:pt x="409" y="271"/>
                  </a:cubicBezTo>
                  <a:cubicBezTo>
                    <a:pt x="419" y="254"/>
                    <a:pt x="427" y="232"/>
                    <a:pt x="427" y="208"/>
                  </a:cubicBezTo>
                  <a:cubicBezTo>
                    <a:pt x="427" y="177"/>
                    <a:pt x="415" y="143"/>
                    <a:pt x="389" y="111"/>
                  </a:cubicBezTo>
                  <a:cubicBezTo>
                    <a:pt x="363" y="78"/>
                    <a:pt x="324" y="44"/>
                    <a:pt x="267" y="9"/>
                  </a:cubicBezTo>
                  <a:cubicBezTo>
                    <a:pt x="251" y="0"/>
                    <a:pt x="232" y="5"/>
                    <a:pt x="223" y="20"/>
                  </a:cubicBezTo>
                  <a:cubicBezTo>
                    <a:pt x="213" y="35"/>
                    <a:pt x="218" y="55"/>
                    <a:pt x="233" y="64"/>
                  </a:cubicBezTo>
                  <a:cubicBezTo>
                    <a:pt x="287" y="96"/>
                    <a:pt x="320" y="126"/>
                    <a:pt x="339" y="150"/>
                  </a:cubicBezTo>
                  <a:cubicBezTo>
                    <a:pt x="358" y="174"/>
                    <a:pt x="363" y="193"/>
                    <a:pt x="363" y="208"/>
                  </a:cubicBezTo>
                  <a:cubicBezTo>
                    <a:pt x="363" y="219"/>
                    <a:pt x="359" y="230"/>
                    <a:pt x="354" y="240"/>
                  </a:cubicBezTo>
                  <a:cubicBezTo>
                    <a:pt x="345" y="255"/>
                    <a:pt x="330" y="269"/>
                    <a:pt x="318" y="278"/>
                  </a:cubicBezTo>
                  <a:cubicBezTo>
                    <a:pt x="311" y="283"/>
                    <a:pt x="306" y="287"/>
                    <a:pt x="302" y="289"/>
                  </a:cubicBezTo>
                  <a:cubicBezTo>
                    <a:pt x="300" y="290"/>
                    <a:pt x="298" y="291"/>
                    <a:pt x="297" y="291"/>
                  </a:cubicBezTo>
                  <a:cubicBezTo>
                    <a:pt x="295" y="292"/>
                    <a:pt x="293" y="294"/>
                    <a:pt x="290" y="295"/>
                  </a:cubicBezTo>
                  <a:cubicBezTo>
                    <a:pt x="163" y="383"/>
                    <a:pt x="163" y="383"/>
                    <a:pt x="163" y="383"/>
                  </a:cubicBezTo>
                  <a:cubicBezTo>
                    <a:pt x="161" y="385"/>
                    <a:pt x="160" y="386"/>
                    <a:pt x="158" y="388"/>
                  </a:cubicBezTo>
                  <a:cubicBezTo>
                    <a:pt x="152" y="393"/>
                    <a:pt x="137" y="405"/>
                    <a:pt x="120" y="416"/>
                  </a:cubicBezTo>
                  <a:cubicBezTo>
                    <a:pt x="111" y="422"/>
                    <a:pt x="100" y="428"/>
                    <a:pt x="90" y="432"/>
                  </a:cubicBezTo>
                  <a:cubicBezTo>
                    <a:pt x="81" y="436"/>
                    <a:pt x="73" y="437"/>
                    <a:pt x="69" y="437"/>
                  </a:cubicBezTo>
                  <a:cubicBezTo>
                    <a:pt x="68" y="437"/>
                    <a:pt x="68" y="437"/>
                    <a:pt x="67" y="437"/>
                  </a:cubicBezTo>
                  <a:cubicBezTo>
                    <a:pt x="67" y="437"/>
                    <a:pt x="67" y="435"/>
                    <a:pt x="66" y="433"/>
                  </a:cubicBezTo>
                  <a:cubicBezTo>
                    <a:pt x="65" y="429"/>
                    <a:pt x="64" y="424"/>
                    <a:pt x="64" y="416"/>
                  </a:cubicBezTo>
                  <a:cubicBezTo>
                    <a:pt x="64" y="405"/>
                    <a:pt x="66" y="389"/>
                    <a:pt x="70" y="369"/>
                  </a:cubicBezTo>
                  <a:cubicBezTo>
                    <a:pt x="73" y="352"/>
                    <a:pt x="62" y="335"/>
                    <a:pt x="45" y="331"/>
                  </a:cubicBezTo>
                  <a:cubicBezTo>
                    <a:pt x="28" y="328"/>
                    <a:pt x="11" y="339"/>
                    <a:pt x="7" y="356"/>
                  </a:cubicBezTo>
                  <a:cubicBezTo>
                    <a:pt x="3" y="379"/>
                    <a:pt x="0" y="399"/>
                    <a:pt x="0" y="416"/>
                  </a:cubicBezTo>
                  <a:cubicBezTo>
                    <a:pt x="0" y="440"/>
                    <a:pt x="4" y="460"/>
                    <a:pt x="17" y="477"/>
                  </a:cubicBezTo>
                  <a:cubicBezTo>
                    <a:pt x="24" y="486"/>
                    <a:pt x="33" y="492"/>
                    <a:pt x="42" y="496"/>
                  </a:cubicBezTo>
                  <a:cubicBezTo>
                    <a:pt x="51" y="500"/>
                    <a:pt x="60" y="501"/>
                    <a:pt x="69" y="501"/>
                  </a:cubicBezTo>
                  <a:cubicBezTo>
                    <a:pt x="87" y="501"/>
                    <a:pt x="103" y="496"/>
                    <a:pt x="118" y="489"/>
                  </a:cubicBezTo>
                  <a:cubicBezTo>
                    <a:pt x="140" y="480"/>
                    <a:pt x="161" y="466"/>
                    <a:pt x="176" y="455"/>
                  </a:cubicBezTo>
                  <a:cubicBezTo>
                    <a:pt x="284" y="610"/>
                    <a:pt x="284" y="610"/>
                    <a:pt x="284" y="610"/>
                  </a:cubicBezTo>
                  <a:cubicBezTo>
                    <a:pt x="270" y="619"/>
                    <a:pt x="252" y="633"/>
                    <a:pt x="234" y="651"/>
                  </a:cubicBezTo>
                  <a:cubicBezTo>
                    <a:pt x="216" y="668"/>
                    <a:pt x="197" y="690"/>
                    <a:pt x="183" y="717"/>
                  </a:cubicBezTo>
                  <a:cubicBezTo>
                    <a:pt x="168" y="744"/>
                    <a:pt x="158" y="776"/>
                    <a:pt x="158" y="812"/>
                  </a:cubicBezTo>
                  <a:cubicBezTo>
                    <a:pt x="157" y="863"/>
                    <a:pt x="179" y="918"/>
                    <a:pt x="225" y="969"/>
                  </a:cubicBezTo>
                  <a:cubicBezTo>
                    <a:pt x="235" y="981"/>
                    <a:pt x="249" y="986"/>
                    <a:pt x="263" y="986"/>
                  </a:cubicBezTo>
                  <a:cubicBezTo>
                    <a:pt x="274" y="986"/>
                    <a:pt x="286" y="982"/>
                    <a:pt x="296" y="974"/>
                  </a:cubicBezTo>
                  <a:cubicBezTo>
                    <a:pt x="316" y="955"/>
                    <a:pt x="318" y="924"/>
                    <a:pt x="300" y="903"/>
                  </a:cubicBezTo>
                  <a:cubicBezTo>
                    <a:pt x="266" y="864"/>
                    <a:pt x="258" y="835"/>
                    <a:pt x="258" y="812"/>
                  </a:cubicBezTo>
                  <a:cubicBezTo>
                    <a:pt x="258" y="796"/>
                    <a:pt x="262" y="780"/>
                    <a:pt x="271" y="765"/>
                  </a:cubicBezTo>
                  <a:cubicBezTo>
                    <a:pt x="283" y="742"/>
                    <a:pt x="304" y="720"/>
                    <a:pt x="322" y="706"/>
                  </a:cubicBezTo>
                  <a:cubicBezTo>
                    <a:pt x="331" y="699"/>
                    <a:pt x="340" y="693"/>
                    <a:pt x="346" y="689"/>
                  </a:cubicBezTo>
                  <a:cubicBezTo>
                    <a:pt x="348" y="687"/>
                    <a:pt x="351" y="686"/>
                    <a:pt x="352" y="685"/>
                  </a:cubicBezTo>
                  <a:cubicBezTo>
                    <a:pt x="353" y="685"/>
                    <a:pt x="353" y="684"/>
                    <a:pt x="354" y="684"/>
                  </a:cubicBezTo>
                  <a:cubicBezTo>
                    <a:pt x="354" y="684"/>
                    <a:pt x="354" y="684"/>
                    <a:pt x="354" y="684"/>
                  </a:cubicBezTo>
                  <a:cubicBezTo>
                    <a:pt x="354" y="684"/>
                    <a:pt x="354" y="684"/>
                    <a:pt x="354" y="684"/>
                  </a:cubicBezTo>
                  <a:cubicBezTo>
                    <a:pt x="354" y="684"/>
                    <a:pt x="354" y="684"/>
                    <a:pt x="354" y="684"/>
                  </a:cubicBezTo>
                  <a:cubicBezTo>
                    <a:pt x="356" y="683"/>
                    <a:pt x="357" y="682"/>
                    <a:pt x="359" y="681"/>
                  </a:cubicBezTo>
                  <a:cubicBezTo>
                    <a:pt x="362" y="724"/>
                    <a:pt x="373" y="776"/>
                    <a:pt x="402" y="826"/>
                  </a:cubicBezTo>
                  <a:cubicBezTo>
                    <a:pt x="438" y="888"/>
                    <a:pt x="503" y="944"/>
                    <a:pt x="603" y="973"/>
                  </a:cubicBezTo>
                  <a:cubicBezTo>
                    <a:pt x="608" y="975"/>
                    <a:pt x="612" y="975"/>
                    <a:pt x="617" y="975"/>
                  </a:cubicBezTo>
                  <a:cubicBezTo>
                    <a:pt x="639" y="975"/>
                    <a:pt x="659" y="961"/>
                    <a:pt x="665" y="940"/>
                  </a:cubicBezTo>
                  <a:cubicBezTo>
                    <a:pt x="673" y="913"/>
                    <a:pt x="658" y="885"/>
                    <a:pt x="632" y="877"/>
                  </a:cubicBezTo>
                  <a:cubicBezTo>
                    <a:pt x="552" y="853"/>
                    <a:pt x="513" y="815"/>
                    <a:pt x="488" y="775"/>
                  </a:cubicBezTo>
                  <a:cubicBezTo>
                    <a:pt x="465" y="735"/>
                    <a:pt x="458" y="689"/>
                    <a:pt x="458" y="653"/>
                  </a:cubicBezTo>
                  <a:cubicBezTo>
                    <a:pt x="458" y="634"/>
                    <a:pt x="460" y="618"/>
                    <a:pt x="461" y="607"/>
                  </a:cubicBezTo>
                  <a:cubicBezTo>
                    <a:pt x="462" y="602"/>
                    <a:pt x="463" y="597"/>
                    <a:pt x="464" y="595"/>
                  </a:cubicBezTo>
                  <a:cubicBezTo>
                    <a:pt x="464" y="593"/>
                    <a:pt x="464" y="592"/>
                    <a:pt x="464" y="592"/>
                  </a:cubicBezTo>
                  <a:cubicBezTo>
                    <a:pt x="464" y="592"/>
                    <a:pt x="464" y="592"/>
                    <a:pt x="464" y="591"/>
                  </a:cubicBezTo>
                  <a:cubicBezTo>
                    <a:pt x="467" y="583"/>
                    <a:pt x="466" y="574"/>
                    <a:pt x="464" y="566"/>
                  </a:cubicBezTo>
                  <a:cubicBezTo>
                    <a:pt x="464" y="561"/>
                    <a:pt x="462" y="555"/>
                    <a:pt x="459" y="5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6" name="组合 25"/>
          <p:cNvGrpSpPr/>
          <p:nvPr/>
        </p:nvGrpSpPr>
        <p:grpSpPr>
          <a:xfrm>
            <a:off x="336550" y="4922838"/>
            <a:ext cx="1220788" cy="1206500"/>
            <a:chOff x="336550" y="4922838"/>
            <a:chExt cx="1220788" cy="1206500"/>
          </a:xfrm>
          <a:solidFill>
            <a:schemeClr val="tx1">
              <a:lumMod val="65000"/>
              <a:lumOff val="35000"/>
            </a:schemeClr>
          </a:solidFill>
        </p:grpSpPr>
        <p:sp>
          <p:nvSpPr>
            <p:cNvPr id="27" name="Freeform 26"/>
            <p:cNvSpPr>
              <a:spLocks/>
            </p:cNvSpPr>
            <p:nvPr/>
          </p:nvSpPr>
          <p:spPr bwMode="auto">
            <a:xfrm>
              <a:off x="555625" y="5387975"/>
              <a:ext cx="223838" cy="458787"/>
            </a:xfrm>
            <a:custGeom>
              <a:avLst/>
              <a:gdLst>
                <a:gd name="T0" fmla="*/ 27 w 161"/>
                <a:gd name="T1" fmla="*/ 52 h 332"/>
                <a:gd name="T2" fmla="*/ 1 w 161"/>
                <a:gd name="T3" fmla="*/ 142 h 332"/>
                <a:gd name="T4" fmla="*/ 50 w 161"/>
                <a:gd name="T5" fmla="*/ 305 h 332"/>
                <a:gd name="T6" fmla="*/ 95 w 161"/>
                <a:gd name="T7" fmla="*/ 332 h 332"/>
                <a:gd name="T8" fmla="*/ 118 w 161"/>
                <a:gd name="T9" fmla="*/ 326 h 332"/>
                <a:gd name="T10" fmla="*/ 139 w 161"/>
                <a:gd name="T11" fmla="*/ 258 h 332"/>
                <a:gd name="T12" fmla="*/ 101 w 161"/>
                <a:gd name="T13" fmla="*/ 142 h 332"/>
                <a:gd name="T14" fmla="*/ 109 w 161"/>
                <a:gd name="T15" fmla="*/ 109 h 332"/>
                <a:gd name="T16" fmla="*/ 124 w 161"/>
                <a:gd name="T17" fmla="*/ 96 h 332"/>
                <a:gd name="T18" fmla="*/ 153 w 161"/>
                <a:gd name="T19" fmla="*/ 84 h 332"/>
                <a:gd name="T20" fmla="*/ 161 w 161"/>
                <a:gd name="T21" fmla="*/ 83 h 332"/>
                <a:gd name="T22" fmla="*/ 110 w 161"/>
                <a:gd name="T23" fmla="*/ 30 h 332"/>
                <a:gd name="T24" fmla="*/ 91 w 161"/>
                <a:gd name="T25" fmla="*/ 0 h 332"/>
                <a:gd name="T26" fmla="*/ 85 w 161"/>
                <a:gd name="T27" fmla="*/ 3 h 332"/>
                <a:gd name="T28" fmla="*/ 27 w 161"/>
                <a:gd name="T29" fmla="*/ 52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1" h="332">
                  <a:moveTo>
                    <a:pt x="27" y="52"/>
                  </a:moveTo>
                  <a:cubicBezTo>
                    <a:pt x="11" y="75"/>
                    <a:pt x="0" y="107"/>
                    <a:pt x="1" y="142"/>
                  </a:cubicBezTo>
                  <a:cubicBezTo>
                    <a:pt x="1" y="189"/>
                    <a:pt x="16" y="241"/>
                    <a:pt x="50" y="305"/>
                  </a:cubicBezTo>
                  <a:cubicBezTo>
                    <a:pt x="60" y="322"/>
                    <a:pt x="77" y="332"/>
                    <a:pt x="95" y="332"/>
                  </a:cubicBezTo>
                  <a:cubicBezTo>
                    <a:pt x="103" y="332"/>
                    <a:pt x="111" y="330"/>
                    <a:pt x="118" y="326"/>
                  </a:cubicBezTo>
                  <a:cubicBezTo>
                    <a:pt x="143" y="312"/>
                    <a:pt x="152" y="282"/>
                    <a:pt x="139" y="258"/>
                  </a:cubicBezTo>
                  <a:cubicBezTo>
                    <a:pt x="109" y="203"/>
                    <a:pt x="100" y="165"/>
                    <a:pt x="101" y="142"/>
                  </a:cubicBezTo>
                  <a:cubicBezTo>
                    <a:pt x="101" y="125"/>
                    <a:pt x="105" y="116"/>
                    <a:pt x="109" y="109"/>
                  </a:cubicBezTo>
                  <a:cubicBezTo>
                    <a:pt x="113" y="104"/>
                    <a:pt x="118" y="100"/>
                    <a:pt x="124" y="96"/>
                  </a:cubicBezTo>
                  <a:cubicBezTo>
                    <a:pt x="133" y="90"/>
                    <a:pt x="144" y="86"/>
                    <a:pt x="153" y="84"/>
                  </a:cubicBezTo>
                  <a:cubicBezTo>
                    <a:pt x="156" y="84"/>
                    <a:pt x="159" y="83"/>
                    <a:pt x="161" y="83"/>
                  </a:cubicBezTo>
                  <a:cubicBezTo>
                    <a:pt x="141" y="66"/>
                    <a:pt x="124" y="48"/>
                    <a:pt x="110" y="30"/>
                  </a:cubicBezTo>
                  <a:cubicBezTo>
                    <a:pt x="103" y="19"/>
                    <a:pt x="96" y="10"/>
                    <a:pt x="91" y="0"/>
                  </a:cubicBezTo>
                  <a:cubicBezTo>
                    <a:pt x="89" y="1"/>
                    <a:pt x="87" y="2"/>
                    <a:pt x="85" y="3"/>
                  </a:cubicBezTo>
                  <a:cubicBezTo>
                    <a:pt x="65" y="13"/>
                    <a:pt x="44" y="28"/>
                    <a:pt x="27"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27"/>
            <p:cNvSpPr>
              <a:spLocks/>
            </p:cNvSpPr>
            <p:nvPr/>
          </p:nvSpPr>
          <p:spPr bwMode="auto">
            <a:xfrm>
              <a:off x="839788" y="5670550"/>
              <a:ext cx="92075" cy="96837"/>
            </a:xfrm>
            <a:custGeom>
              <a:avLst/>
              <a:gdLst>
                <a:gd name="T0" fmla="*/ 16 w 58"/>
                <a:gd name="T1" fmla="*/ 0 h 61"/>
                <a:gd name="T2" fmla="*/ 0 w 58"/>
                <a:gd name="T3" fmla="*/ 12 h 61"/>
                <a:gd name="T4" fmla="*/ 52 w 58"/>
                <a:gd name="T5" fmla="*/ 61 h 61"/>
                <a:gd name="T6" fmla="*/ 58 w 58"/>
                <a:gd name="T7" fmla="*/ 52 h 61"/>
                <a:gd name="T8" fmla="*/ 16 w 58"/>
                <a:gd name="T9" fmla="*/ 0 h 61"/>
              </a:gdLst>
              <a:ahLst/>
              <a:cxnLst>
                <a:cxn ang="0">
                  <a:pos x="T0" y="T1"/>
                </a:cxn>
                <a:cxn ang="0">
                  <a:pos x="T2" y="T3"/>
                </a:cxn>
                <a:cxn ang="0">
                  <a:pos x="T4" y="T5"/>
                </a:cxn>
                <a:cxn ang="0">
                  <a:pos x="T6" y="T7"/>
                </a:cxn>
                <a:cxn ang="0">
                  <a:pos x="T8" y="T9"/>
                </a:cxn>
              </a:cxnLst>
              <a:rect l="0" t="0" r="r" b="b"/>
              <a:pathLst>
                <a:path w="58" h="61">
                  <a:moveTo>
                    <a:pt x="16" y="0"/>
                  </a:moveTo>
                  <a:lnTo>
                    <a:pt x="0" y="12"/>
                  </a:lnTo>
                  <a:lnTo>
                    <a:pt x="52" y="61"/>
                  </a:lnTo>
                  <a:lnTo>
                    <a:pt x="58" y="52"/>
                  </a:lnTo>
                  <a:lnTo>
                    <a:pt x="1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28"/>
            <p:cNvSpPr>
              <a:spLocks/>
            </p:cNvSpPr>
            <p:nvPr/>
          </p:nvSpPr>
          <p:spPr bwMode="auto">
            <a:xfrm>
              <a:off x="812800" y="5788025"/>
              <a:ext cx="112713" cy="38100"/>
            </a:xfrm>
            <a:custGeom>
              <a:avLst/>
              <a:gdLst>
                <a:gd name="T0" fmla="*/ 0 w 71"/>
                <a:gd name="T1" fmla="*/ 20 h 24"/>
                <a:gd name="T2" fmla="*/ 71 w 71"/>
                <a:gd name="T3" fmla="*/ 24 h 24"/>
                <a:gd name="T4" fmla="*/ 70 w 71"/>
                <a:gd name="T5" fmla="*/ 14 h 24"/>
                <a:gd name="T6" fmla="*/ 4 w 71"/>
                <a:gd name="T7" fmla="*/ 0 h 24"/>
                <a:gd name="T8" fmla="*/ 0 w 71"/>
                <a:gd name="T9" fmla="*/ 20 h 24"/>
              </a:gdLst>
              <a:ahLst/>
              <a:cxnLst>
                <a:cxn ang="0">
                  <a:pos x="T0" y="T1"/>
                </a:cxn>
                <a:cxn ang="0">
                  <a:pos x="T2" y="T3"/>
                </a:cxn>
                <a:cxn ang="0">
                  <a:pos x="T4" y="T5"/>
                </a:cxn>
                <a:cxn ang="0">
                  <a:pos x="T6" y="T7"/>
                </a:cxn>
                <a:cxn ang="0">
                  <a:pos x="T8" y="T9"/>
                </a:cxn>
              </a:cxnLst>
              <a:rect l="0" t="0" r="r" b="b"/>
              <a:pathLst>
                <a:path w="71" h="24">
                  <a:moveTo>
                    <a:pt x="0" y="20"/>
                  </a:moveTo>
                  <a:lnTo>
                    <a:pt x="71" y="24"/>
                  </a:lnTo>
                  <a:lnTo>
                    <a:pt x="70" y="14"/>
                  </a:lnTo>
                  <a:lnTo>
                    <a:pt x="4" y="0"/>
                  </a:lnTo>
                  <a:lnTo>
                    <a:pt x="0"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29"/>
            <p:cNvSpPr>
              <a:spLocks/>
            </p:cNvSpPr>
            <p:nvPr/>
          </p:nvSpPr>
          <p:spPr bwMode="auto">
            <a:xfrm>
              <a:off x="1136650" y="5649913"/>
              <a:ext cx="80963" cy="104775"/>
            </a:xfrm>
            <a:custGeom>
              <a:avLst/>
              <a:gdLst>
                <a:gd name="T0" fmla="*/ 10 w 51"/>
                <a:gd name="T1" fmla="*/ 66 h 66"/>
                <a:gd name="T2" fmla="*/ 51 w 51"/>
                <a:gd name="T3" fmla="*/ 13 h 66"/>
                <a:gd name="T4" fmla="*/ 35 w 51"/>
                <a:gd name="T5" fmla="*/ 0 h 66"/>
                <a:gd name="T6" fmla="*/ 0 w 51"/>
                <a:gd name="T7" fmla="*/ 61 h 66"/>
                <a:gd name="T8" fmla="*/ 10 w 51"/>
                <a:gd name="T9" fmla="*/ 66 h 66"/>
              </a:gdLst>
              <a:ahLst/>
              <a:cxnLst>
                <a:cxn ang="0">
                  <a:pos x="T0" y="T1"/>
                </a:cxn>
                <a:cxn ang="0">
                  <a:pos x="T2" y="T3"/>
                </a:cxn>
                <a:cxn ang="0">
                  <a:pos x="T4" y="T5"/>
                </a:cxn>
                <a:cxn ang="0">
                  <a:pos x="T6" y="T7"/>
                </a:cxn>
                <a:cxn ang="0">
                  <a:pos x="T8" y="T9"/>
                </a:cxn>
              </a:cxnLst>
              <a:rect l="0" t="0" r="r" b="b"/>
              <a:pathLst>
                <a:path w="51" h="66">
                  <a:moveTo>
                    <a:pt x="10" y="66"/>
                  </a:moveTo>
                  <a:lnTo>
                    <a:pt x="51" y="13"/>
                  </a:lnTo>
                  <a:lnTo>
                    <a:pt x="35" y="0"/>
                  </a:lnTo>
                  <a:lnTo>
                    <a:pt x="0" y="61"/>
                  </a:lnTo>
                  <a:lnTo>
                    <a:pt x="10"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30"/>
            <p:cNvSpPr>
              <a:spLocks/>
            </p:cNvSpPr>
            <p:nvPr/>
          </p:nvSpPr>
          <p:spPr bwMode="auto">
            <a:xfrm>
              <a:off x="1163638" y="5737225"/>
              <a:ext cx="111125" cy="63500"/>
            </a:xfrm>
            <a:custGeom>
              <a:avLst/>
              <a:gdLst>
                <a:gd name="T0" fmla="*/ 5 w 70"/>
                <a:gd name="T1" fmla="*/ 40 h 40"/>
                <a:gd name="T2" fmla="*/ 70 w 70"/>
                <a:gd name="T3" fmla="*/ 20 h 40"/>
                <a:gd name="T4" fmla="*/ 64 w 70"/>
                <a:gd name="T5" fmla="*/ 0 h 40"/>
                <a:gd name="T6" fmla="*/ 0 w 70"/>
                <a:gd name="T7" fmla="*/ 31 h 40"/>
                <a:gd name="T8" fmla="*/ 5 w 70"/>
                <a:gd name="T9" fmla="*/ 40 h 40"/>
              </a:gdLst>
              <a:ahLst/>
              <a:cxnLst>
                <a:cxn ang="0">
                  <a:pos x="T0" y="T1"/>
                </a:cxn>
                <a:cxn ang="0">
                  <a:pos x="T2" y="T3"/>
                </a:cxn>
                <a:cxn ang="0">
                  <a:pos x="T4" y="T5"/>
                </a:cxn>
                <a:cxn ang="0">
                  <a:pos x="T6" y="T7"/>
                </a:cxn>
                <a:cxn ang="0">
                  <a:pos x="T8" y="T9"/>
                </a:cxn>
              </a:cxnLst>
              <a:rect l="0" t="0" r="r" b="b"/>
              <a:pathLst>
                <a:path w="70" h="40">
                  <a:moveTo>
                    <a:pt x="5" y="40"/>
                  </a:moveTo>
                  <a:lnTo>
                    <a:pt x="70" y="20"/>
                  </a:lnTo>
                  <a:lnTo>
                    <a:pt x="64" y="0"/>
                  </a:lnTo>
                  <a:lnTo>
                    <a:pt x="0" y="31"/>
                  </a:lnTo>
                  <a:lnTo>
                    <a:pt x="5"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31"/>
            <p:cNvSpPr>
              <a:spLocks/>
            </p:cNvSpPr>
            <p:nvPr/>
          </p:nvSpPr>
          <p:spPr bwMode="auto">
            <a:xfrm>
              <a:off x="661988" y="5102225"/>
              <a:ext cx="457200" cy="919162"/>
            </a:xfrm>
            <a:custGeom>
              <a:avLst/>
              <a:gdLst>
                <a:gd name="T0" fmla="*/ 185 w 330"/>
                <a:gd name="T1" fmla="*/ 345 h 665"/>
                <a:gd name="T2" fmla="*/ 200 w 330"/>
                <a:gd name="T3" fmla="*/ 349 h 665"/>
                <a:gd name="T4" fmla="*/ 228 w 330"/>
                <a:gd name="T5" fmla="*/ 331 h 665"/>
                <a:gd name="T6" fmla="*/ 214 w 330"/>
                <a:gd name="T7" fmla="*/ 288 h 665"/>
                <a:gd name="T8" fmla="*/ 91 w 330"/>
                <a:gd name="T9" fmla="*/ 194 h 665"/>
                <a:gd name="T10" fmla="*/ 71 w 330"/>
                <a:gd name="T11" fmla="*/ 159 h 665"/>
                <a:gd name="T12" fmla="*/ 79 w 330"/>
                <a:gd name="T13" fmla="*/ 157 h 665"/>
                <a:gd name="T14" fmla="*/ 97 w 330"/>
                <a:gd name="T15" fmla="*/ 189 h 665"/>
                <a:gd name="T16" fmla="*/ 218 w 330"/>
                <a:gd name="T17" fmla="*/ 281 h 665"/>
                <a:gd name="T18" fmla="*/ 235 w 330"/>
                <a:gd name="T19" fmla="*/ 335 h 665"/>
                <a:gd name="T20" fmla="*/ 200 w 330"/>
                <a:gd name="T21" fmla="*/ 357 h 665"/>
                <a:gd name="T22" fmla="*/ 192 w 330"/>
                <a:gd name="T23" fmla="*/ 356 h 665"/>
                <a:gd name="T24" fmla="*/ 230 w 330"/>
                <a:gd name="T25" fmla="*/ 600 h 665"/>
                <a:gd name="T26" fmla="*/ 230 w 330"/>
                <a:gd name="T27" fmla="*/ 614 h 665"/>
                <a:gd name="T28" fmla="*/ 279 w 330"/>
                <a:gd name="T29" fmla="*/ 665 h 665"/>
                <a:gd name="T30" fmla="*/ 280 w 330"/>
                <a:gd name="T31" fmla="*/ 665 h 665"/>
                <a:gd name="T32" fmla="*/ 330 w 330"/>
                <a:gd name="T33" fmla="*/ 616 h 665"/>
                <a:gd name="T34" fmla="*/ 330 w 330"/>
                <a:gd name="T35" fmla="*/ 600 h 665"/>
                <a:gd name="T36" fmla="*/ 291 w 330"/>
                <a:gd name="T37" fmla="*/ 336 h 665"/>
                <a:gd name="T38" fmla="*/ 278 w 330"/>
                <a:gd name="T39" fmla="*/ 339 h 665"/>
                <a:gd name="T40" fmla="*/ 270 w 330"/>
                <a:gd name="T41" fmla="*/ 338 h 665"/>
                <a:gd name="T42" fmla="*/ 244 w 330"/>
                <a:gd name="T43" fmla="*/ 321 h 665"/>
                <a:gd name="T44" fmla="*/ 238 w 330"/>
                <a:gd name="T45" fmla="*/ 291 h 665"/>
                <a:gd name="T46" fmla="*/ 247 w 330"/>
                <a:gd name="T47" fmla="*/ 235 h 665"/>
                <a:gd name="T48" fmla="*/ 243 w 330"/>
                <a:gd name="T49" fmla="*/ 228 h 665"/>
                <a:gd name="T50" fmla="*/ 245 w 330"/>
                <a:gd name="T51" fmla="*/ 85 h 665"/>
                <a:gd name="T52" fmla="*/ 245 w 330"/>
                <a:gd name="T53" fmla="*/ 85 h 665"/>
                <a:gd name="T54" fmla="*/ 260 w 330"/>
                <a:gd name="T55" fmla="*/ 168 h 665"/>
                <a:gd name="T56" fmla="*/ 246 w 330"/>
                <a:gd name="T57" fmla="*/ 292 h 665"/>
                <a:gd name="T58" fmla="*/ 271 w 330"/>
                <a:gd name="T59" fmla="*/ 330 h 665"/>
                <a:gd name="T60" fmla="*/ 278 w 330"/>
                <a:gd name="T61" fmla="*/ 331 h 665"/>
                <a:gd name="T62" fmla="*/ 309 w 330"/>
                <a:gd name="T63" fmla="*/ 305 h 665"/>
                <a:gd name="T64" fmla="*/ 324 w 330"/>
                <a:gd name="T65" fmla="*/ 168 h 665"/>
                <a:gd name="T66" fmla="*/ 285 w 330"/>
                <a:gd name="T67" fmla="*/ 31 h 665"/>
                <a:gd name="T68" fmla="*/ 247 w 330"/>
                <a:gd name="T69" fmla="*/ 6 h 665"/>
                <a:gd name="T70" fmla="*/ 246 w 330"/>
                <a:gd name="T71" fmla="*/ 5 h 665"/>
                <a:gd name="T72" fmla="*/ 158 w 330"/>
                <a:gd name="T73" fmla="*/ 59 h 665"/>
                <a:gd name="T74" fmla="*/ 69 w 330"/>
                <a:gd name="T75" fmla="*/ 0 h 665"/>
                <a:gd name="T76" fmla="*/ 60 w 330"/>
                <a:gd name="T77" fmla="*/ 0 h 665"/>
                <a:gd name="T78" fmla="*/ 32 w 330"/>
                <a:gd name="T79" fmla="*/ 19 h 665"/>
                <a:gd name="T80" fmla="*/ 17 w 330"/>
                <a:gd name="T81" fmla="*/ 43 h 665"/>
                <a:gd name="T82" fmla="*/ 0 w 330"/>
                <a:gd name="T83" fmla="*/ 120 h 665"/>
                <a:gd name="T84" fmla="*/ 10 w 330"/>
                <a:gd name="T85" fmla="*/ 176 h 665"/>
                <a:gd name="T86" fmla="*/ 39 w 330"/>
                <a:gd name="T87" fmla="*/ 232 h 665"/>
                <a:gd name="T88" fmla="*/ 185 w 330"/>
                <a:gd name="T89" fmla="*/ 345 h 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30" h="665">
                  <a:moveTo>
                    <a:pt x="185" y="345"/>
                  </a:moveTo>
                  <a:cubicBezTo>
                    <a:pt x="190" y="347"/>
                    <a:pt x="195" y="349"/>
                    <a:pt x="200" y="349"/>
                  </a:cubicBezTo>
                  <a:cubicBezTo>
                    <a:pt x="211" y="349"/>
                    <a:pt x="222" y="342"/>
                    <a:pt x="228" y="331"/>
                  </a:cubicBezTo>
                  <a:cubicBezTo>
                    <a:pt x="236" y="315"/>
                    <a:pt x="230" y="296"/>
                    <a:pt x="214" y="288"/>
                  </a:cubicBezTo>
                  <a:cubicBezTo>
                    <a:pt x="150" y="255"/>
                    <a:pt x="112" y="222"/>
                    <a:pt x="91" y="194"/>
                  </a:cubicBezTo>
                  <a:cubicBezTo>
                    <a:pt x="82" y="181"/>
                    <a:pt x="75" y="170"/>
                    <a:pt x="71" y="159"/>
                  </a:cubicBezTo>
                  <a:cubicBezTo>
                    <a:pt x="79" y="157"/>
                    <a:pt x="79" y="157"/>
                    <a:pt x="79" y="157"/>
                  </a:cubicBezTo>
                  <a:cubicBezTo>
                    <a:pt x="83" y="167"/>
                    <a:pt x="89" y="178"/>
                    <a:pt x="97" y="189"/>
                  </a:cubicBezTo>
                  <a:cubicBezTo>
                    <a:pt x="121" y="221"/>
                    <a:pt x="162" y="252"/>
                    <a:pt x="218" y="281"/>
                  </a:cubicBezTo>
                  <a:cubicBezTo>
                    <a:pt x="237" y="291"/>
                    <a:pt x="245" y="315"/>
                    <a:pt x="235" y="335"/>
                  </a:cubicBezTo>
                  <a:cubicBezTo>
                    <a:pt x="228" y="348"/>
                    <a:pt x="215" y="357"/>
                    <a:pt x="200" y="357"/>
                  </a:cubicBezTo>
                  <a:cubicBezTo>
                    <a:pt x="197" y="357"/>
                    <a:pt x="194" y="356"/>
                    <a:pt x="192" y="356"/>
                  </a:cubicBezTo>
                  <a:cubicBezTo>
                    <a:pt x="211" y="411"/>
                    <a:pt x="230" y="492"/>
                    <a:pt x="230" y="600"/>
                  </a:cubicBezTo>
                  <a:cubicBezTo>
                    <a:pt x="230" y="605"/>
                    <a:pt x="230" y="609"/>
                    <a:pt x="230" y="614"/>
                  </a:cubicBezTo>
                  <a:cubicBezTo>
                    <a:pt x="229" y="642"/>
                    <a:pt x="251" y="665"/>
                    <a:pt x="279" y="665"/>
                  </a:cubicBezTo>
                  <a:cubicBezTo>
                    <a:pt x="279" y="665"/>
                    <a:pt x="279" y="665"/>
                    <a:pt x="280" y="665"/>
                  </a:cubicBezTo>
                  <a:cubicBezTo>
                    <a:pt x="307" y="665"/>
                    <a:pt x="329" y="643"/>
                    <a:pt x="330" y="616"/>
                  </a:cubicBezTo>
                  <a:cubicBezTo>
                    <a:pt x="330" y="610"/>
                    <a:pt x="330" y="605"/>
                    <a:pt x="330" y="600"/>
                  </a:cubicBezTo>
                  <a:cubicBezTo>
                    <a:pt x="330" y="488"/>
                    <a:pt x="312" y="401"/>
                    <a:pt x="291" y="336"/>
                  </a:cubicBezTo>
                  <a:cubicBezTo>
                    <a:pt x="287" y="338"/>
                    <a:pt x="282" y="339"/>
                    <a:pt x="278" y="339"/>
                  </a:cubicBezTo>
                  <a:cubicBezTo>
                    <a:pt x="275" y="339"/>
                    <a:pt x="272" y="338"/>
                    <a:pt x="270" y="338"/>
                  </a:cubicBezTo>
                  <a:cubicBezTo>
                    <a:pt x="259" y="336"/>
                    <a:pt x="250" y="330"/>
                    <a:pt x="244" y="321"/>
                  </a:cubicBezTo>
                  <a:cubicBezTo>
                    <a:pt x="238" y="312"/>
                    <a:pt x="236" y="301"/>
                    <a:pt x="238" y="291"/>
                  </a:cubicBezTo>
                  <a:cubicBezTo>
                    <a:pt x="242" y="271"/>
                    <a:pt x="245" y="253"/>
                    <a:pt x="247" y="235"/>
                  </a:cubicBezTo>
                  <a:cubicBezTo>
                    <a:pt x="246" y="233"/>
                    <a:pt x="245" y="231"/>
                    <a:pt x="243" y="228"/>
                  </a:cubicBezTo>
                  <a:cubicBezTo>
                    <a:pt x="245" y="85"/>
                    <a:pt x="245" y="85"/>
                    <a:pt x="245" y="85"/>
                  </a:cubicBezTo>
                  <a:cubicBezTo>
                    <a:pt x="245" y="85"/>
                    <a:pt x="245" y="85"/>
                    <a:pt x="245" y="85"/>
                  </a:cubicBezTo>
                  <a:cubicBezTo>
                    <a:pt x="253" y="99"/>
                    <a:pt x="260" y="124"/>
                    <a:pt x="260" y="168"/>
                  </a:cubicBezTo>
                  <a:cubicBezTo>
                    <a:pt x="260" y="199"/>
                    <a:pt x="256" y="240"/>
                    <a:pt x="246" y="292"/>
                  </a:cubicBezTo>
                  <a:cubicBezTo>
                    <a:pt x="243" y="310"/>
                    <a:pt x="254" y="326"/>
                    <a:pt x="271" y="330"/>
                  </a:cubicBezTo>
                  <a:cubicBezTo>
                    <a:pt x="273" y="330"/>
                    <a:pt x="276" y="331"/>
                    <a:pt x="278" y="331"/>
                  </a:cubicBezTo>
                  <a:cubicBezTo>
                    <a:pt x="293" y="331"/>
                    <a:pt x="306" y="320"/>
                    <a:pt x="309" y="305"/>
                  </a:cubicBezTo>
                  <a:cubicBezTo>
                    <a:pt x="320" y="250"/>
                    <a:pt x="324" y="205"/>
                    <a:pt x="324" y="168"/>
                  </a:cubicBezTo>
                  <a:cubicBezTo>
                    <a:pt x="324" y="100"/>
                    <a:pt x="309" y="57"/>
                    <a:pt x="285" y="31"/>
                  </a:cubicBezTo>
                  <a:cubicBezTo>
                    <a:pt x="273" y="18"/>
                    <a:pt x="259" y="10"/>
                    <a:pt x="247" y="6"/>
                  </a:cubicBezTo>
                  <a:cubicBezTo>
                    <a:pt x="246" y="6"/>
                    <a:pt x="246" y="6"/>
                    <a:pt x="246" y="5"/>
                  </a:cubicBezTo>
                  <a:cubicBezTo>
                    <a:pt x="229" y="37"/>
                    <a:pt x="196" y="59"/>
                    <a:pt x="158" y="59"/>
                  </a:cubicBezTo>
                  <a:cubicBezTo>
                    <a:pt x="118" y="59"/>
                    <a:pt x="84" y="35"/>
                    <a:pt x="69" y="0"/>
                  </a:cubicBezTo>
                  <a:cubicBezTo>
                    <a:pt x="60" y="0"/>
                    <a:pt x="60" y="0"/>
                    <a:pt x="60" y="0"/>
                  </a:cubicBezTo>
                  <a:cubicBezTo>
                    <a:pt x="47" y="0"/>
                    <a:pt x="36" y="8"/>
                    <a:pt x="32" y="19"/>
                  </a:cubicBezTo>
                  <a:cubicBezTo>
                    <a:pt x="28" y="24"/>
                    <a:pt x="23" y="32"/>
                    <a:pt x="17" y="43"/>
                  </a:cubicBezTo>
                  <a:cubicBezTo>
                    <a:pt x="9" y="61"/>
                    <a:pt x="0" y="88"/>
                    <a:pt x="0" y="120"/>
                  </a:cubicBezTo>
                  <a:cubicBezTo>
                    <a:pt x="0" y="137"/>
                    <a:pt x="3" y="156"/>
                    <a:pt x="10" y="176"/>
                  </a:cubicBezTo>
                  <a:cubicBezTo>
                    <a:pt x="16" y="194"/>
                    <a:pt x="26" y="213"/>
                    <a:pt x="39" y="232"/>
                  </a:cubicBezTo>
                  <a:cubicBezTo>
                    <a:pt x="68" y="271"/>
                    <a:pt x="114" y="309"/>
                    <a:pt x="185" y="3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Oval 32"/>
            <p:cNvSpPr>
              <a:spLocks noChangeArrowheads="1"/>
            </p:cNvSpPr>
            <p:nvPr/>
          </p:nvSpPr>
          <p:spPr bwMode="auto">
            <a:xfrm>
              <a:off x="757238" y="4922838"/>
              <a:ext cx="249238" cy="24923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33"/>
            <p:cNvSpPr>
              <a:spLocks/>
            </p:cNvSpPr>
            <p:nvPr/>
          </p:nvSpPr>
          <p:spPr bwMode="auto">
            <a:xfrm>
              <a:off x="336550" y="5888038"/>
              <a:ext cx="1220788" cy="241300"/>
            </a:xfrm>
            <a:custGeom>
              <a:avLst/>
              <a:gdLst>
                <a:gd name="T0" fmla="*/ 596 w 883"/>
                <a:gd name="T1" fmla="*/ 70 h 174"/>
                <a:gd name="T2" fmla="*/ 548 w 883"/>
                <a:gd name="T3" fmla="*/ 118 h 174"/>
                <a:gd name="T4" fmla="*/ 490 w 883"/>
                <a:gd name="T5" fmla="*/ 118 h 174"/>
                <a:gd name="T6" fmla="*/ 442 w 883"/>
                <a:gd name="T7" fmla="*/ 70 h 174"/>
                <a:gd name="T8" fmla="*/ 442 w 883"/>
                <a:gd name="T9" fmla="*/ 0 h 174"/>
                <a:gd name="T10" fmla="*/ 0 w 883"/>
                <a:gd name="T11" fmla="*/ 0 h 174"/>
                <a:gd name="T12" fmla="*/ 0 w 883"/>
                <a:gd name="T13" fmla="*/ 56 h 174"/>
                <a:gd name="T14" fmla="*/ 386 w 883"/>
                <a:gd name="T15" fmla="*/ 56 h 174"/>
                <a:gd name="T16" fmla="*/ 386 w 883"/>
                <a:gd name="T17" fmla="*/ 70 h 174"/>
                <a:gd name="T18" fmla="*/ 490 w 883"/>
                <a:gd name="T19" fmla="*/ 174 h 174"/>
                <a:gd name="T20" fmla="*/ 548 w 883"/>
                <a:gd name="T21" fmla="*/ 174 h 174"/>
                <a:gd name="T22" fmla="*/ 652 w 883"/>
                <a:gd name="T23" fmla="*/ 70 h 174"/>
                <a:gd name="T24" fmla="*/ 652 w 883"/>
                <a:gd name="T25" fmla="*/ 56 h 174"/>
                <a:gd name="T26" fmla="*/ 883 w 883"/>
                <a:gd name="T27" fmla="*/ 56 h 174"/>
                <a:gd name="T28" fmla="*/ 883 w 883"/>
                <a:gd name="T29" fmla="*/ 0 h 174"/>
                <a:gd name="T30" fmla="*/ 596 w 883"/>
                <a:gd name="T31" fmla="*/ 0 h 174"/>
                <a:gd name="T32" fmla="*/ 596 w 883"/>
                <a:gd name="T33" fmla="*/ 7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83" h="174">
                  <a:moveTo>
                    <a:pt x="596" y="70"/>
                  </a:moveTo>
                  <a:cubicBezTo>
                    <a:pt x="595" y="96"/>
                    <a:pt x="574" y="117"/>
                    <a:pt x="548" y="118"/>
                  </a:cubicBezTo>
                  <a:cubicBezTo>
                    <a:pt x="490" y="118"/>
                    <a:pt x="490" y="118"/>
                    <a:pt x="490" y="118"/>
                  </a:cubicBezTo>
                  <a:cubicBezTo>
                    <a:pt x="464" y="117"/>
                    <a:pt x="442" y="96"/>
                    <a:pt x="442" y="70"/>
                  </a:cubicBezTo>
                  <a:cubicBezTo>
                    <a:pt x="442" y="0"/>
                    <a:pt x="442" y="0"/>
                    <a:pt x="442" y="0"/>
                  </a:cubicBezTo>
                  <a:cubicBezTo>
                    <a:pt x="0" y="0"/>
                    <a:pt x="0" y="0"/>
                    <a:pt x="0" y="0"/>
                  </a:cubicBezTo>
                  <a:cubicBezTo>
                    <a:pt x="0" y="56"/>
                    <a:pt x="0" y="56"/>
                    <a:pt x="0" y="56"/>
                  </a:cubicBezTo>
                  <a:cubicBezTo>
                    <a:pt x="386" y="56"/>
                    <a:pt x="386" y="56"/>
                    <a:pt x="386" y="56"/>
                  </a:cubicBezTo>
                  <a:cubicBezTo>
                    <a:pt x="386" y="70"/>
                    <a:pt x="386" y="70"/>
                    <a:pt x="386" y="70"/>
                  </a:cubicBezTo>
                  <a:cubicBezTo>
                    <a:pt x="386" y="127"/>
                    <a:pt x="433" y="173"/>
                    <a:pt x="490" y="174"/>
                  </a:cubicBezTo>
                  <a:cubicBezTo>
                    <a:pt x="548" y="174"/>
                    <a:pt x="548" y="174"/>
                    <a:pt x="548" y="174"/>
                  </a:cubicBezTo>
                  <a:cubicBezTo>
                    <a:pt x="605" y="173"/>
                    <a:pt x="652" y="127"/>
                    <a:pt x="652" y="70"/>
                  </a:cubicBezTo>
                  <a:cubicBezTo>
                    <a:pt x="652" y="56"/>
                    <a:pt x="652" y="56"/>
                    <a:pt x="652" y="56"/>
                  </a:cubicBezTo>
                  <a:cubicBezTo>
                    <a:pt x="883" y="56"/>
                    <a:pt x="883" y="56"/>
                    <a:pt x="883" y="56"/>
                  </a:cubicBezTo>
                  <a:cubicBezTo>
                    <a:pt x="883" y="0"/>
                    <a:pt x="883" y="0"/>
                    <a:pt x="883" y="0"/>
                  </a:cubicBezTo>
                  <a:cubicBezTo>
                    <a:pt x="596" y="0"/>
                    <a:pt x="596" y="0"/>
                    <a:pt x="596" y="0"/>
                  </a:cubicBezTo>
                  <a:lnTo>
                    <a:pt x="596"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34"/>
            <p:cNvSpPr>
              <a:spLocks/>
            </p:cNvSpPr>
            <p:nvPr/>
          </p:nvSpPr>
          <p:spPr bwMode="auto">
            <a:xfrm>
              <a:off x="1204913" y="5124450"/>
              <a:ext cx="153988" cy="220662"/>
            </a:xfrm>
            <a:custGeom>
              <a:avLst/>
              <a:gdLst>
                <a:gd name="T0" fmla="*/ 57 w 97"/>
                <a:gd name="T1" fmla="*/ 0 h 139"/>
                <a:gd name="T2" fmla="*/ 0 w 97"/>
                <a:gd name="T3" fmla="*/ 127 h 139"/>
                <a:gd name="T4" fmla="*/ 23 w 97"/>
                <a:gd name="T5" fmla="*/ 139 h 139"/>
                <a:gd name="T6" fmla="*/ 97 w 97"/>
                <a:gd name="T7" fmla="*/ 21 h 139"/>
                <a:gd name="T8" fmla="*/ 57 w 97"/>
                <a:gd name="T9" fmla="*/ 0 h 139"/>
              </a:gdLst>
              <a:ahLst/>
              <a:cxnLst>
                <a:cxn ang="0">
                  <a:pos x="T0" y="T1"/>
                </a:cxn>
                <a:cxn ang="0">
                  <a:pos x="T2" y="T3"/>
                </a:cxn>
                <a:cxn ang="0">
                  <a:pos x="T4" y="T5"/>
                </a:cxn>
                <a:cxn ang="0">
                  <a:pos x="T6" y="T7"/>
                </a:cxn>
                <a:cxn ang="0">
                  <a:pos x="T8" y="T9"/>
                </a:cxn>
              </a:cxnLst>
              <a:rect l="0" t="0" r="r" b="b"/>
              <a:pathLst>
                <a:path w="97" h="139">
                  <a:moveTo>
                    <a:pt x="57" y="0"/>
                  </a:moveTo>
                  <a:lnTo>
                    <a:pt x="0" y="127"/>
                  </a:lnTo>
                  <a:lnTo>
                    <a:pt x="23" y="139"/>
                  </a:lnTo>
                  <a:lnTo>
                    <a:pt x="97" y="21"/>
                  </a:lnTo>
                  <a:lnTo>
                    <a:pt x="5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35"/>
            <p:cNvSpPr>
              <a:spLocks/>
            </p:cNvSpPr>
            <p:nvPr/>
          </p:nvSpPr>
          <p:spPr bwMode="auto">
            <a:xfrm>
              <a:off x="1157288" y="5353050"/>
              <a:ext cx="74613" cy="74612"/>
            </a:xfrm>
            <a:custGeom>
              <a:avLst/>
              <a:gdLst>
                <a:gd name="T0" fmla="*/ 6 w 53"/>
                <a:gd name="T1" fmla="*/ 16 h 54"/>
                <a:gd name="T2" fmla="*/ 16 w 53"/>
                <a:gd name="T3" fmla="*/ 48 h 54"/>
                <a:gd name="T4" fmla="*/ 47 w 53"/>
                <a:gd name="T5" fmla="*/ 38 h 54"/>
                <a:gd name="T6" fmla="*/ 38 w 53"/>
                <a:gd name="T7" fmla="*/ 6 h 54"/>
                <a:gd name="T8" fmla="*/ 6 w 53"/>
                <a:gd name="T9" fmla="*/ 16 h 54"/>
              </a:gdLst>
              <a:ahLst/>
              <a:cxnLst>
                <a:cxn ang="0">
                  <a:pos x="T0" y="T1"/>
                </a:cxn>
                <a:cxn ang="0">
                  <a:pos x="T2" y="T3"/>
                </a:cxn>
                <a:cxn ang="0">
                  <a:pos x="T4" y="T5"/>
                </a:cxn>
                <a:cxn ang="0">
                  <a:pos x="T6" y="T7"/>
                </a:cxn>
                <a:cxn ang="0">
                  <a:pos x="T8" y="T9"/>
                </a:cxn>
              </a:cxnLst>
              <a:rect l="0" t="0" r="r" b="b"/>
              <a:pathLst>
                <a:path w="53" h="54">
                  <a:moveTo>
                    <a:pt x="6" y="16"/>
                  </a:moveTo>
                  <a:cubicBezTo>
                    <a:pt x="0" y="27"/>
                    <a:pt x="4" y="42"/>
                    <a:pt x="16" y="48"/>
                  </a:cubicBezTo>
                  <a:cubicBezTo>
                    <a:pt x="27" y="54"/>
                    <a:pt x="41" y="49"/>
                    <a:pt x="47" y="38"/>
                  </a:cubicBezTo>
                  <a:cubicBezTo>
                    <a:pt x="53" y="27"/>
                    <a:pt x="49" y="12"/>
                    <a:pt x="38" y="6"/>
                  </a:cubicBezTo>
                  <a:cubicBezTo>
                    <a:pt x="26" y="0"/>
                    <a:pt x="12" y="5"/>
                    <a:pt x="6"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7" name="组合 36"/>
          <p:cNvGrpSpPr/>
          <p:nvPr/>
        </p:nvGrpSpPr>
        <p:grpSpPr>
          <a:xfrm>
            <a:off x="2155825" y="2538413"/>
            <a:ext cx="1689100" cy="1777999"/>
            <a:chOff x="2155825" y="2538413"/>
            <a:chExt cx="1689100" cy="1777999"/>
          </a:xfrm>
          <a:solidFill>
            <a:schemeClr val="tx1">
              <a:lumMod val="65000"/>
              <a:lumOff val="35000"/>
            </a:schemeClr>
          </a:solidFill>
        </p:grpSpPr>
        <p:sp>
          <p:nvSpPr>
            <p:cNvPr id="38" name="Rectangle 36"/>
            <p:cNvSpPr>
              <a:spLocks noChangeArrowheads="1"/>
            </p:cNvSpPr>
            <p:nvPr/>
          </p:nvSpPr>
          <p:spPr bwMode="auto">
            <a:xfrm>
              <a:off x="2155825" y="4238625"/>
              <a:ext cx="1425575" cy="7778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Oval 37"/>
            <p:cNvSpPr>
              <a:spLocks noChangeArrowheads="1"/>
            </p:cNvSpPr>
            <p:nvPr/>
          </p:nvSpPr>
          <p:spPr bwMode="auto">
            <a:xfrm>
              <a:off x="2768600" y="2986088"/>
              <a:ext cx="249238" cy="24923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38"/>
            <p:cNvSpPr>
              <a:spLocks/>
            </p:cNvSpPr>
            <p:nvPr/>
          </p:nvSpPr>
          <p:spPr bwMode="auto">
            <a:xfrm>
              <a:off x="2617788" y="3505200"/>
              <a:ext cx="614363" cy="661987"/>
            </a:xfrm>
            <a:custGeom>
              <a:avLst/>
              <a:gdLst>
                <a:gd name="T0" fmla="*/ 270 w 444"/>
                <a:gd name="T1" fmla="*/ 34 h 478"/>
                <a:gd name="T2" fmla="*/ 262 w 444"/>
                <a:gd name="T3" fmla="*/ 5 h 478"/>
                <a:gd name="T4" fmla="*/ 257 w 444"/>
                <a:gd name="T5" fmla="*/ 2 h 478"/>
                <a:gd name="T6" fmla="*/ 248 w 444"/>
                <a:gd name="T7" fmla="*/ 3 h 478"/>
                <a:gd name="T8" fmla="*/ 259 w 444"/>
                <a:gd name="T9" fmla="*/ 48 h 478"/>
                <a:gd name="T10" fmla="*/ 221 w 444"/>
                <a:gd name="T11" fmla="*/ 21 h 478"/>
                <a:gd name="T12" fmla="*/ 203 w 444"/>
                <a:gd name="T13" fmla="*/ 63 h 478"/>
                <a:gd name="T14" fmla="*/ 192 w 444"/>
                <a:gd name="T15" fmla="*/ 22 h 478"/>
                <a:gd name="T16" fmla="*/ 143 w 444"/>
                <a:gd name="T17" fmla="*/ 52 h 478"/>
                <a:gd name="T18" fmla="*/ 153 w 444"/>
                <a:gd name="T19" fmla="*/ 0 h 478"/>
                <a:gd name="T20" fmla="*/ 134 w 444"/>
                <a:gd name="T21" fmla="*/ 2 h 478"/>
                <a:gd name="T22" fmla="*/ 128 w 444"/>
                <a:gd name="T23" fmla="*/ 34 h 478"/>
                <a:gd name="T24" fmla="*/ 95 w 444"/>
                <a:gd name="T25" fmla="*/ 51 h 478"/>
                <a:gd name="T26" fmla="*/ 91 w 444"/>
                <a:gd name="T27" fmla="*/ 50 h 478"/>
                <a:gd name="T28" fmla="*/ 91 w 444"/>
                <a:gd name="T29" fmla="*/ 135 h 478"/>
                <a:gd name="T30" fmla="*/ 14 w 444"/>
                <a:gd name="T31" fmla="*/ 251 h 478"/>
                <a:gd name="T32" fmla="*/ 25 w 444"/>
                <a:gd name="T33" fmla="*/ 318 h 478"/>
                <a:gd name="T34" fmla="*/ 217 w 444"/>
                <a:gd name="T35" fmla="*/ 467 h 478"/>
                <a:gd name="T36" fmla="*/ 247 w 444"/>
                <a:gd name="T37" fmla="*/ 478 h 478"/>
                <a:gd name="T38" fmla="*/ 287 w 444"/>
                <a:gd name="T39" fmla="*/ 459 h 478"/>
                <a:gd name="T40" fmla="*/ 278 w 444"/>
                <a:gd name="T41" fmla="*/ 389 h 478"/>
                <a:gd name="T42" fmla="*/ 123 w 444"/>
                <a:gd name="T43" fmla="*/ 267 h 478"/>
                <a:gd name="T44" fmla="*/ 189 w 444"/>
                <a:gd name="T45" fmla="*/ 166 h 478"/>
                <a:gd name="T46" fmla="*/ 209 w 444"/>
                <a:gd name="T47" fmla="*/ 166 h 478"/>
                <a:gd name="T48" fmla="*/ 307 w 444"/>
                <a:gd name="T49" fmla="*/ 203 h 478"/>
                <a:gd name="T50" fmla="*/ 255 w 444"/>
                <a:gd name="T51" fmla="*/ 263 h 478"/>
                <a:gd name="T52" fmla="*/ 261 w 444"/>
                <a:gd name="T53" fmla="*/ 334 h 478"/>
                <a:gd name="T54" fmla="*/ 293 w 444"/>
                <a:gd name="T55" fmla="*/ 346 h 478"/>
                <a:gd name="T56" fmla="*/ 331 w 444"/>
                <a:gd name="T57" fmla="*/ 329 h 478"/>
                <a:gd name="T58" fmla="*/ 429 w 444"/>
                <a:gd name="T59" fmla="*/ 215 h 478"/>
                <a:gd name="T60" fmla="*/ 440 w 444"/>
                <a:gd name="T61" fmla="*/ 170 h 478"/>
                <a:gd name="T62" fmla="*/ 409 w 444"/>
                <a:gd name="T63" fmla="*/ 135 h 478"/>
                <a:gd name="T64" fmla="*/ 307 w 444"/>
                <a:gd name="T65" fmla="*/ 96 h 478"/>
                <a:gd name="T66" fmla="*/ 307 w 444"/>
                <a:gd name="T67" fmla="*/ 50 h 478"/>
                <a:gd name="T68" fmla="*/ 302 w 444"/>
                <a:gd name="T69" fmla="*/ 51 h 478"/>
                <a:gd name="T70" fmla="*/ 270 w 444"/>
                <a:gd name="T71" fmla="*/ 34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44" h="478">
                  <a:moveTo>
                    <a:pt x="270" y="34"/>
                  </a:moveTo>
                  <a:cubicBezTo>
                    <a:pt x="263" y="25"/>
                    <a:pt x="261" y="15"/>
                    <a:pt x="262" y="5"/>
                  </a:cubicBezTo>
                  <a:cubicBezTo>
                    <a:pt x="261" y="4"/>
                    <a:pt x="259" y="3"/>
                    <a:pt x="257" y="2"/>
                  </a:cubicBezTo>
                  <a:cubicBezTo>
                    <a:pt x="248" y="3"/>
                    <a:pt x="248" y="3"/>
                    <a:pt x="248" y="3"/>
                  </a:cubicBezTo>
                  <a:cubicBezTo>
                    <a:pt x="259" y="48"/>
                    <a:pt x="259" y="48"/>
                    <a:pt x="259" y="48"/>
                  </a:cubicBezTo>
                  <a:cubicBezTo>
                    <a:pt x="221" y="21"/>
                    <a:pt x="221" y="21"/>
                    <a:pt x="221" y="21"/>
                  </a:cubicBezTo>
                  <a:cubicBezTo>
                    <a:pt x="203" y="63"/>
                    <a:pt x="203" y="63"/>
                    <a:pt x="203" y="63"/>
                  </a:cubicBezTo>
                  <a:cubicBezTo>
                    <a:pt x="192" y="22"/>
                    <a:pt x="192" y="22"/>
                    <a:pt x="192" y="22"/>
                  </a:cubicBezTo>
                  <a:cubicBezTo>
                    <a:pt x="143" y="52"/>
                    <a:pt x="143" y="52"/>
                    <a:pt x="143" y="52"/>
                  </a:cubicBezTo>
                  <a:cubicBezTo>
                    <a:pt x="153" y="0"/>
                    <a:pt x="153" y="0"/>
                    <a:pt x="153" y="0"/>
                  </a:cubicBezTo>
                  <a:cubicBezTo>
                    <a:pt x="134" y="2"/>
                    <a:pt x="134" y="2"/>
                    <a:pt x="134" y="2"/>
                  </a:cubicBezTo>
                  <a:cubicBezTo>
                    <a:pt x="137" y="13"/>
                    <a:pt x="135" y="25"/>
                    <a:pt x="128" y="34"/>
                  </a:cubicBezTo>
                  <a:cubicBezTo>
                    <a:pt x="120" y="45"/>
                    <a:pt x="108" y="51"/>
                    <a:pt x="95" y="51"/>
                  </a:cubicBezTo>
                  <a:cubicBezTo>
                    <a:pt x="94" y="51"/>
                    <a:pt x="92" y="50"/>
                    <a:pt x="91" y="50"/>
                  </a:cubicBezTo>
                  <a:cubicBezTo>
                    <a:pt x="91" y="135"/>
                    <a:pt x="91" y="135"/>
                    <a:pt x="91" y="135"/>
                  </a:cubicBezTo>
                  <a:cubicBezTo>
                    <a:pt x="14" y="251"/>
                    <a:pt x="14" y="251"/>
                    <a:pt x="14" y="251"/>
                  </a:cubicBezTo>
                  <a:cubicBezTo>
                    <a:pt x="0" y="273"/>
                    <a:pt x="5" y="302"/>
                    <a:pt x="25" y="318"/>
                  </a:cubicBezTo>
                  <a:cubicBezTo>
                    <a:pt x="217" y="467"/>
                    <a:pt x="217" y="467"/>
                    <a:pt x="217" y="467"/>
                  </a:cubicBezTo>
                  <a:cubicBezTo>
                    <a:pt x="226" y="474"/>
                    <a:pt x="236" y="478"/>
                    <a:pt x="247" y="478"/>
                  </a:cubicBezTo>
                  <a:cubicBezTo>
                    <a:pt x="262" y="478"/>
                    <a:pt x="277" y="471"/>
                    <a:pt x="287" y="459"/>
                  </a:cubicBezTo>
                  <a:cubicBezTo>
                    <a:pt x="304" y="437"/>
                    <a:pt x="300" y="405"/>
                    <a:pt x="278" y="389"/>
                  </a:cubicBezTo>
                  <a:cubicBezTo>
                    <a:pt x="123" y="267"/>
                    <a:pt x="123" y="267"/>
                    <a:pt x="123" y="267"/>
                  </a:cubicBezTo>
                  <a:cubicBezTo>
                    <a:pt x="189" y="166"/>
                    <a:pt x="189" y="166"/>
                    <a:pt x="189" y="166"/>
                  </a:cubicBezTo>
                  <a:cubicBezTo>
                    <a:pt x="209" y="166"/>
                    <a:pt x="209" y="166"/>
                    <a:pt x="209" y="166"/>
                  </a:cubicBezTo>
                  <a:cubicBezTo>
                    <a:pt x="307" y="203"/>
                    <a:pt x="307" y="203"/>
                    <a:pt x="307" y="203"/>
                  </a:cubicBezTo>
                  <a:cubicBezTo>
                    <a:pt x="255" y="263"/>
                    <a:pt x="255" y="263"/>
                    <a:pt x="255" y="263"/>
                  </a:cubicBezTo>
                  <a:cubicBezTo>
                    <a:pt x="237" y="284"/>
                    <a:pt x="240" y="316"/>
                    <a:pt x="261" y="334"/>
                  </a:cubicBezTo>
                  <a:cubicBezTo>
                    <a:pt x="270" y="342"/>
                    <a:pt x="282" y="346"/>
                    <a:pt x="293" y="346"/>
                  </a:cubicBezTo>
                  <a:cubicBezTo>
                    <a:pt x="307" y="346"/>
                    <a:pt x="321" y="340"/>
                    <a:pt x="331" y="329"/>
                  </a:cubicBezTo>
                  <a:cubicBezTo>
                    <a:pt x="429" y="215"/>
                    <a:pt x="429" y="215"/>
                    <a:pt x="429" y="215"/>
                  </a:cubicBezTo>
                  <a:cubicBezTo>
                    <a:pt x="440" y="202"/>
                    <a:pt x="444" y="185"/>
                    <a:pt x="440" y="170"/>
                  </a:cubicBezTo>
                  <a:cubicBezTo>
                    <a:pt x="436" y="154"/>
                    <a:pt x="424" y="141"/>
                    <a:pt x="409" y="135"/>
                  </a:cubicBezTo>
                  <a:cubicBezTo>
                    <a:pt x="307" y="96"/>
                    <a:pt x="307" y="96"/>
                    <a:pt x="307" y="96"/>
                  </a:cubicBezTo>
                  <a:cubicBezTo>
                    <a:pt x="307" y="50"/>
                    <a:pt x="307" y="50"/>
                    <a:pt x="307" y="50"/>
                  </a:cubicBezTo>
                  <a:cubicBezTo>
                    <a:pt x="305" y="50"/>
                    <a:pt x="304" y="51"/>
                    <a:pt x="302" y="51"/>
                  </a:cubicBezTo>
                  <a:cubicBezTo>
                    <a:pt x="289" y="51"/>
                    <a:pt x="277" y="45"/>
                    <a:pt x="270"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39"/>
            <p:cNvSpPr>
              <a:spLocks/>
            </p:cNvSpPr>
            <p:nvPr/>
          </p:nvSpPr>
          <p:spPr bwMode="auto">
            <a:xfrm>
              <a:off x="2347913" y="3760788"/>
              <a:ext cx="217488" cy="268287"/>
            </a:xfrm>
            <a:custGeom>
              <a:avLst/>
              <a:gdLst>
                <a:gd name="T0" fmla="*/ 15 w 137"/>
                <a:gd name="T1" fmla="*/ 169 h 169"/>
                <a:gd name="T2" fmla="*/ 96 w 137"/>
                <a:gd name="T3" fmla="*/ 88 h 169"/>
                <a:gd name="T4" fmla="*/ 56 w 137"/>
                <a:gd name="T5" fmla="*/ 71 h 169"/>
                <a:gd name="T6" fmla="*/ 137 w 137"/>
                <a:gd name="T7" fmla="*/ 3 h 169"/>
                <a:gd name="T8" fmla="*/ 134 w 137"/>
                <a:gd name="T9" fmla="*/ 0 h 169"/>
                <a:gd name="T10" fmla="*/ 28 w 137"/>
                <a:gd name="T11" fmla="*/ 70 h 169"/>
                <a:gd name="T12" fmla="*/ 72 w 137"/>
                <a:gd name="T13" fmla="*/ 93 h 169"/>
                <a:gd name="T14" fmla="*/ 0 w 137"/>
                <a:gd name="T15" fmla="*/ 155 h 169"/>
                <a:gd name="T16" fmla="*/ 15 w 137"/>
                <a:gd name="T17" fmla="*/ 16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7" h="169">
                  <a:moveTo>
                    <a:pt x="15" y="169"/>
                  </a:moveTo>
                  <a:lnTo>
                    <a:pt x="96" y="88"/>
                  </a:lnTo>
                  <a:lnTo>
                    <a:pt x="56" y="71"/>
                  </a:lnTo>
                  <a:lnTo>
                    <a:pt x="137" y="3"/>
                  </a:lnTo>
                  <a:lnTo>
                    <a:pt x="134" y="0"/>
                  </a:lnTo>
                  <a:lnTo>
                    <a:pt x="28" y="70"/>
                  </a:lnTo>
                  <a:lnTo>
                    <a:pt x="72" y="93"/>
                  </a:lnTo>
                  <a:lnTo>
                    <a:pt x="0" y="155"/>
                  </a:lnTo>
                  <a:lnTo>
                    <a:pt x="15" y="1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40"/>
            <p:cNvSpPr>
              <a:spLocks/>
            </p:cNvSpPr>
            <p:nvPr/>
          </p:nvSpPr>
          <p:spPr bwMode="auto">
            <a:xfrm>
              <a:off x="2290763" y="2954338"/>
              <a:ext cx="390525" cy="274637"/>
            </a:xfrm>
            <a:custGeom>
              <a:avLst/>
              <a:gdLst>
                <a:gd name="T0" fmla="*/ 111 w 246"/>
                <a:gd name="T1" fmla="*/ 92 h 173"/>
                <a:gd name="T2" fmla="*/ 18 w 246"/>
                <a:gd name="T3" fmla="*/ 0 h 173"/>
                <a:gd name="T4" fmla="*/ 0 w 246"/>
                <a:gd name="T5" fmla="*/ 22 h 173"/>
                <a:gd name="T6" fmla="*/ 119 w 246"/>
                <a:gd name="T7" fmla="*/ 126 h 173"/>
                <a:gd name="T8" fmla="*/ 140 w 246"/>
                <a:gd name="T9" fmla="*/ 68 h 173"/>
                <a:gd name="T10" fmla="*/ 242 w 246"/>
                <a:gd name="T11" fmla="*/ 173 h 173"/>
                <a:gd name="T12" fmla="*/ 246 w 246"/>
                <a:gd name="T13" fmla="*/ 168 h 173"/>
                <a:gd name="T14" fmla="*/ 138 w 246"/>
                <a:gd name="T15" fmla="*/ 30 h 173"/>
                <a:gd name="T16" fmla="*/ 111 w 246"/>
                <a:gd name="T17" fmla="*/ 9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6" h="173">
                  <a:moveTo>
                    <a:pt x="111" y="92"/>
                  </a:moveTo>
                  <a:lnTo>
                    <a:pt x="18" y="0"/>
                  </a:lnTo>
                  <a:lnTo>
                    <a:pt x="0" y="22"/>
                  </a:lnTo>
                  <a:lnTo>
                    <a:pt x="119" y="126"/>
                  </a:lnTo>
                  <a:lnTo>
                    <a:pt x="140" y="68"/>
                  </a:lnTo>
                  <a:lnTo>
                    <a:pt x="242" y="173"/>
                  </a:lnTo>
                  <a:lnTo>
                    <a:pt x="246" y="168"/>
                  </a:lnTo>
                  <a:lnTo>
                    <a:pt x="138" y="30"/>
                  </a:lnTo>
                  <a:lnTo>
                    <a:pt x="111" y="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41"/>
            <p:cNvSpPr>
              <a:spLocks/>
            </p:cNvSpPr>
            <p:nvPr/>
          </p:nvSpPr>
          <p:spPr bwMode="auto">
            <a:xfrm>
              <a:off x="2235200" y="3427413"/>
              <a:ext cx="334963" cy="119062"/>
            </a:xfrm>
            <a:custGeom>
              <a:avLst/>
              <a:gdLst>
                <a:gd name="T0" fmla="*/ 3 w 211"/>
                <a:gd name="T1" fmla="*/ 75 h 75"/>
                <a:gd name="T2" fmla="*/ 123 w 211"/>
                <a:gd name="T3" fmla="*/ 59 h 75"/>
                <a:gd name="T4" fmla="*/ 100 w 211"/>
                <a:gd name="T5" fmla="*/ 19 h 75"/>
                <a:gd name="T6" fmla="*/ 211 w 211"/>
                <a:gd name="T7" fmla="*/ 13 h 75"/>
                <a:gd name="T8" fmla="*/ 210 w 211"/>
                <a:gd name="T9" fmla="*/ 7 h 75"/>
                <a:gd name="T10" fmla="*/ 77 w 211"/>
                <a:gd name="T11" fmla="*/ 0 h 75"/>
                <a:gd name="T12" fmla="*/ 99 w 211"/>
                <a:gd name="T13" fmla="*/ 47 h 75"/>
                <a:gd name="T14" fmla="*/ 0 w 211"/>
                <a:gd name="T15" fmla="*/ 54 h 75"/>
                <a:gd name="T16" fmla="*/ 3 w 211"/>
                <a:gd name="T17"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1" h="75">
                  <a:moveTo>
                    <a:pt x="3" y="75"/>
                  </a:moveTo>
                  <a:lnTo>
                    <a:pt x="123" y="59"/>
                  </a:lnTo>
                  <a:lnTo>
                    <a:pt x="100" y="19"/>
                  </a:lnTo>
                  <a:lnTo>
                    <a:pt x="211" y="13"/>
                  </a:lnTo>
                  <a:lnTo>
                    <a:pt x="210" y="7"/>
                  </a:lnTo>
                  <a:lnTo>
                    <a:pt x="77" y="0"/>
                  </a:lnTo>
                  <a:lnTo>
                    <a:pt x="99" y="47"/>
                  </a:lnTo>
                  <a:lnTo>
                    <a:pt x="0" y="54"/>
                  </a:lnTo>
                  <a:lnTo>
                    <a:pt x="3"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42"/>
            <p:cNvSpPr>
              <a:spLocks/>
            </p:cNvSpPr>
            <p:nvPr/>
          </p:nvSpPr>
          <p:spPr bwMode="auto">
            <a:xfrm>
              <a:off x="2990850" y="2538413"/>
              <a:ext cx="120650" cy="338137"/>
            </a:xfrm>
            <a:custGeom>
              <a:avLst/>
              <a:gdLst>
                <a:gd name="T0" fmla="*/ 26 w 76"/>
                <a:gd name="T1" fmla="*/ 97 h 213"/>
                <a:gd name="T2" fmla="*/ 68 w 76"/>
                <a:gd name="T3" fmla="*/ 8 h 213"/>
                <a:gd name="T4" fmla="*/ 48 w 76"/>
                <a:gd name="T5" fmla="*/ 0 h 213"/>
                <a:gd name="T6" fmla="*/ 4 w 76"/>
                <a:gd name="T7" fmla="*/ 112 h 213"/>
                <a:gd name="T8" fmla="*/ 49 w 76"/>
                <a:gd name="T9" fmla="*/ 112 h 213"/>
                <a:gd name="T10" fmla="*/ 0 w 76"/>
                <a:gd name="T11" fmla="*/ 211 h 213"/>
                <a:gd name="T12" fmla="*/ 6 w 76"/>
                <a:gd name="T13" fmla="*/ 213 h 213"/>
                <a:gd name="T14" fmla="*/ 76 w 76"/>
                <a:gd name="T15" fmla="*/ 100 h 213"/>
                <a:gd name="T16" fmla="*/ 26 w 76"/>
                <a:gd name="T17" fmla="*/ 97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213">
                  <a:moveTo>
                    <a:pt x="26" y="97"/>
                  </a:moveTo>
                  <a:lnTo>
                    <a:pt x="68" y="8"/>
                  </a:lnTo>
                  <a:lnTo>
                    <a:pt x="48" y="0"/>
                  </a:lnTo>
                  <a:lnTo>
                    <a:pt x="4" y="112"/>
                  </a:lnTo>
                  <a:lnTo>
                    <a:pt x="49" y="112"/>
                  </a:lnTo>
                  <a:lnTo>
                    <a:pt x="0" y="211"/>
                  </a:lnTo>
                  <a:lnTo>
                    <a:pt x="6" y="213"/>
                  </a:lnTo>
                  <a:lnTo>
                    <a:pt x="76" y="100"/>
                  </a:lnTo>
                  <a:lnTo>
                    <a:pt x="26" y="9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43"/>
            <p:cNvSpPr>
              <a:spLocks/>
            </p:cNvSpPr>
            <p:nvPr/>
          </p:nvSpPr>
          <p:spPr bwMode="auto">
            <a:xfrm>
              <a:off x="3098800" y="2755900"/>
              <a:ext cx="185738" cy="436562"/>
            </a:xfrm>
            <a:custGeom>
              <a:avLst/>
              <a:gdLst>
                <a:gd name="T0" fmla="*/ 116 w 117"/>
                <a:gd name="T1" fmla="*/ 137 h 275"/>
                <a:gd name="T2" fmla="*/ 49 w 117"/>
                <a:gd name="T3" fmla="*/ 126 h 275"/>
                <a:gd name="T4" fmla="*/ 117 w 117"/>
                <a:gd name="T5" fmla="*/ 14 h 275"/>
                <a:gd name="T6" fmla="*/ 91 w 117"/>
                <a:gd name="T7" fmla="*/ 0 h 275"/>
                <a:gd name="T8" fmla="*/ 18 w 117"/>
                <a:gd name="T9" fmla="*/ 141 h 275"/>
                <a:gd name="T10" fmla="*/ 79 w 117"/>
                <a:gd name="T11" fmla="*/ 147 h 275"/>
                <a:gd name="T12" fmla="*/ 0 w 117"/>
                <a:gd name="T13" fmla="*/ 271 h 275"/>
                <a:gd name="T14" fmla="*/ 7 w 117"/>
                <a:gd name="T15" fmla="*/ 275 h 275"/>
                <a:gd name="T16" fmla="*/ 116 w 117"/>
                <a:gd name="T17" fmla="*/ 137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7" h="275">
                  <a:moveTo>
                    <a:pt x="116" y="137"/>
                  </a:moveTo>
                  <a:lnTo>
                    <a:pt x="49" y="126"/>
                  </a:lnTo>
                  <a:lnTo>
                    <a:pt x="117" y="14"/>
                  </a:lnTo>
                  <a:lnTo>
                    <a:pt x="91" y="0"/>
                  </a:lnTo>
                  <a:lnTo>
                    <a:pt x="18" y="141"/>
                  </a:lnTo>
                  <a:lnTo>
                    <a:pt x="79" y="147"/>
                  </a:lnTo>
                  <a:lnTo>
                    <a:pt x="0" y="271"/>
                  </a:lnTo>
                  <a:lnTo>
                    <a:pt x="7" y="275"/>
                  </a:lnTo>
                  <a:lnTo>
                    <a:pt x="116" y="1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44"/>
            <p:cNvSpPr>
              <a:spLocks/>
            </p:cNvSpPr>
            <p:nvPr/>
          </p:nvSpPr>
          <p:spPr bwMode="auto">
            <a:xfrm>
              <a:off x="3273425" y="3109913"/>
              <a:ext cx="352425" cy="323850"/>
            </a:xfrm>
            <a:custGeom>
              <a:avLst/>
              <a:gdLst>
                <a:gd name="T0" fmla="*/ 4 w 222"/>
                <a:gd name="T1" fmla="*/ 204 h 204"/>
                <a:gd name="T2" fmla="*/ 164 w 222"/>
                <a:gd name="T3" fmla="*/ 133 h 204"/>
                <a:gd name="T4" fmla="*/ 111 w 222"/>
                <a:gd name="T5" fmla="*/ 92 h 204"/>
                <a:gd name="T6" fmla="*/ 222 w 222"/>
                <a:gd name="T7" fmla="*/ 24 h 204"/>
                <a:gd name="T8" fmla="*/ 206 w 222"/>
                <a:gd name="T9" fmla="*/ 0 h 204"/>
                <a:gd name="T10" fmla="*/ 76 w 222"/>
                <a:gd name="T11" fmla="*/ 91 h 204"/>
                <a:gd name="T12" fmla="*/ 126 w 222"/>
                <a:gd name="T13" fmla="*/ 125 h 204"/>
                <a:gd name="T14" fmla="*/ 0 w 222"/>
                <a:gd name="T15" fmla="*/ 198 h 204"/>
                <a:gd name="T16" fmla="*/ 4 w 222"/>
                <a:gd name="T1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2" h="204">
                  <a:moveTo>
                    <a:pt x="4" y="204"/>
                  </a:moveTo>
                  <a:lnTo>
                    <a:pt x="164" y="133"/>
                  </a:lnTo>
                  <a:lnTo>
                    <a:pt x="111" y="92"/>
                  </a:lnTo>
                  <a:lnTo>
                    <a:pt x="222" y="24"/>
                  </a:lnTo>
                  <a:lnTo>
                    <a:pt x="206" y="0"/>
                  </a:lnTo>
                  <a:lnTo>
                    <a:pt x="76" y="91"/>
                  </a:lnTo>
                  <a:lnTo>
                    <a:pt x="126" y="125"/>
                  </a:lnTo>
                  <a:lnTo>
                    <a:pt x="0" y="198"/>
                  </a:lnTo>
                  <a:lnTo>
                    <a:pt x="4" y="2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45"/>
            <p:cNvSpPr>
              <a:spLocks/>
            </p:cNvSpPr>
            <p:nvPr/>
          </p:nvSpPr>
          <p:spPr bwMode="auto">
            <a:xfrm>
              <a:off x="2582863" y="2767013"/>
              <a:ext cx="311150" cy="338137"/>
            </a:xfrm>
            <a:custGeom>
              <a:avLst/>
              <a:gdLst>
                <a:gd name="T0" fmla="*/ 121 w 225"/>
                <a:gd name="T1" fmla="*/ 98 h 244"/>
                <a:gd name="T2" fmla="*/ 124 w 225"/>
                <a:gd name="T3" fmla="*/ 94 h 244"/>
                <a:gd name="T4" fmla="*/ 126 w 225"/>
                <a:gd name="T5" fmla="*/ 25 h 244"/>
                <a:gd name="T6" fmla="*/ 166 w 225"/>
                <a:gd name="T7" fmla="*/ 84 h 244"/>
                <a:gd name="T8" fmla="*/ 171 w 225"/>
                <a:gd name="T9" fmla="*/ 86 h 244"/>
                <a:gd name="T10" fmla="*/ 176 w 225"/>
                <a:gd name="T11" fmla="*/ 83 h 244"/>
                <a:gd name="T12" fmla="*/ 205 w 225"/>
                <a:gd name="T13" fmla="*/ 37 h 244"/>
                <a:gd name="T14" fmla="*/ 212 w 225"/>
                <a:gd name="T15" fmla="*/ 83 h 244"/>
                <a:gd name="T16" fmla="*/ 219 w 225"/>
                <a:gd name="T17" fmla="*/ 88 h 244"/>
                <a:gd name="T18" fmla="*/ 224 w 225"/>
                <a:gd name="T19" fmla="*/ 81 h 244"/>
                <a:gd name="T20" fmla="*/ 224 w 225"/>
                <a:gd name="T21" fmla="*/ 81 h 244"/>
                <a:gd name="T22" fmla="*/ 214 w 225"/>
                <a:gd name="T23" fmla="*/ 20 h 244"/>
                <a:gd name="T24" fmla="*/ 209 w 225"/>
                <a:gd name="T25" fmla="*/ 15 h 244"/>
                <a:gd name="T26" fmla="*/ 203 w 225"/>
                <a:gd name="T27" fmla="*/ 17 h 244"/>
                <a:gd name="T28" fmla="*/ 171 w 225"/>
                <a:gd name="T29" fmla="*/ 69 h 244"/>
                <a:gd name="T30" fmla="*/ 126 w 225"/>
                <a:gd name="T31" fmla="*/ 3 h 244"/>
                <a:gd name="T32" fmla="*/ 119 w 225"/>
                <a:gd name="T33" fmla="*/ 0 h 244"/>
                <a:gd name="T34" fmla="*/ 115 w 225"/>
                <a:gd name="T35" fmla="*/ 6 h 244"/>
                <a:gd name="T36" fmla="*/ 112 w 225"/>
                <a:gd name="T37" fmla="*/ 84 h 244"/>
                <a:gd name="T38" fmla="*/ 47 w 225"/>
                <a:gd name="T39" fmla="*/ 57 h 244"/>
                <a:gd name="T40" fmla="*/ 40 w 225"/>
                <a:gd name="T41" fmla="*/ 59 h 244"/>
                <a:gd name="T42" fmla="*/ 39 w 225"/>
                <a:gd name="T43" fmla="*/ 66 h 244"/>
                <a:gd name="T44" fmla="*/ 74 w 225"/>
                <a:gd name="T45" fmla="*/ 133 h 244"/>
                <a:gd name="T46" fmla="*/ 6 w 225"/>
                <a:gd name="T47" fmla="*/ 136 h 244"/>
                <a:gd name="T48" fmla="*/ 1 w 225"/>
                <a:gd name="T49" fmla="*/ 141 h 244"/>
                <a:gd name="T50" fmla="*/ 3 w 225"/>
                <a:gd name="T51" fmla="*/ 147 h 244"/>
                <a:gd name="T52" fmla="*/ 74 w 225"/>
                <a:gd name="T53" fmla="*/ 196 h 244"/>
                <a:gd name="T54" fmla="*/ 35 w 225"/>
                <a:gd name="T55" fmla="*/ 230 h 244"/>
                <a:gd name="T56" fmla="*/ 33 w 225"/>
                <a:gd name="T57" fmla="*/ 236 h 244"/>
                <a:gd name="T58" fmla="*/ 39 w 225"/>
                <a:gd name="T59" fmla="*/ 240 h 244"/>
                <a:gd name="T60" fmla="*/ 97 w 225"/>
                <a:gd name="T61" fmla="*/ 244 h 244"/>
                <a:gd name="T62" fmla="*/ 97 w 225"/>
                <a:gd name="T63" fmla="*/ 244 h 244"/>
                <a:gd name="T64" fmla="*/ 103 w 225"/>
                <a:gd name="T65" fmla="*/ 238 h 244"/>
                <a:gd name="T66" fmla="*/ 98 w 225"/>
                <a:gd name="T67" fmla="*/ 232 h 244"/>
                <a:gd name="T68" fmla="*/ 54 w 225"/>
                <a:gd name="T69" fmla="*/ 229 h 244"/>
                <a:gd name="T70" fmla="*/ 87 w 225"/>
                <a:gd name="T71" fmla="*/ 200 h 244"/>
                <a:gd name="T72" fmla="*/ 89 w 225"/>
                <a:gd name="T73" fmla="*/ 195 h 244"/>
                <a:gd name="T74" fmla="*/ 87 w 225"/>
                <a:gd name="T75" fmla="*/ 190 h 244"/>
                <a:gd name="T76" fmla="*/ 25 w 225"/>
                <a:gd name="T77" fmla="*/ 147 h 244"/>
                <a:gd name="T78" fmla="*/ 84 w 225"/>
                <a:gd name="T79" fmla="*/ 144 h 244"/>
                <a:gd name="T80" fmla="*/ 89 w 225"/>
                <a:gd name="T81" fmla="*/ 141 h 244"/>
                <a:gd name="T82" fmla="*/ 89 w 225"/>
                <a:gd name="T83" fmla="*/ 135 h 244"/>
                <a:gd name="T84" fmla="*/ 57 w 225"/>
                <a:gd name="T85" fmla="*/ 75 h 244"/>
                <a:gd name="T86" fmla="*/ 115 w 225"/>
                <a:gd name="T87" fmla="*/ 99 h 244"/>
                <a:gd name="T88" fmla="*/ 121 w 225"/>
                <a:gd name="T89" fmla="*/ 98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25" h="244">
                  <a:moveTo>
                    <a:pt x="121" y="98"/>
                  </a:moveTo>
                  <a:cubicBezTo>
                    <a:pt x="122" y="97"/>
                    <a:pt x="123" y="95"/>
                    <a:pt x="124" y="94"/>
                  </a:cubicBezTo>
                  <a:cubicBezTo>
                    <a:pt x="126" y="25"/>
                    <a:pt x="126" y="25"/>
                    <a:pt x="126" y="25"/>
                  </a:cubicBezTo>
                  <a:cubicBezTo>
                    <a:pt x="166" y="84"/>
                    <a:pt x="166" y="84"/>
                    <a:pt x="166" y="84"/>
                  </a:cubicBezTo>
                  <a:cubicBezTo>
                    <a:pt x="167" y="85"/>
                    <a:pt x="169" y="86"/>
                    <a:pt x="171" y="86"/>
                  </a:cubicBezTo>
                  <a:cubicBezTo>
                    <a:pt x="173" y="86"/>
                    <a:pt x="175" y="85"/>
                    <a:pt x="176" y="83"/>
                  </a:cubicBezTo>
                  <a:cubicBezTo>
                    <a:pt x="205" y="37"/>
                    <a:pt x="205" y="37"/>
                    <a:pt x="205" y="37"/>
                  </a:cubicBezTo>
                  <a:cubicBezTo>
                    <a:pt x="212" y="83"/>
                    <a:pt x="212" y="83"/>
                    <a:pt x="212" y="83"/>
                  </a:cubicBezTo>
                  <a:cubicBezTo>
                    <a:pt x="213" y="86"/>
                    <a:pt x="216" y="89"/>
                    <a:pt x="219" y="88"/>
                  </a:cubicBezTo>
                  <a:cubicBezTo>
                    <a:pt x="222" y="87"/>
                    <a:pt x="225" y="84"/>
                    <a:pt x="224" y="81"/>
                  </a:cubicBezTo>
                  <a:cubicBezTo>
                    <a:pt x="224" y="81"/>
                    <a:pt x="224" y="81"/>
                    <a:pt x="224" y="81"/>
                  </a:cubicBezTo>
                  <a:cubicBezTo>
                    <a:pt x="214" y="20"/>
                    <a:pt x="214" y="20"/>
                    <a:pt x="214" y="20"/>
                  </a:cubicBezTo>
                  <a:cubicBezTo>
                    <a:pt x="213" y="17"/>
                    <a:pt x="212" y="15"/>
                    <a:pt x="209" y="15"/>
                  </a:cubicBezTo>
                  <a:cubicBezTo>
                    <a:pt x="207" y="14"/>
                    <a:pt x="204" y="15"/>
                    <a:pt x="203" y="17"/>
                  </a:cubicBezTo>
                  <a:cubicBezTo>
                    <a:pt x="171" y="69"/>
                    <a:pt x="171" y="69"/>
                    <a:pt x="171" y="69"/>
                  </a:cubicBezTo>
                  <a:cubicBezTo>
                    <a:pt x="126" y="3"/>
                    <a:pt x="126" y="3"/>
                    <a:pt x="126" y="3"/>
                  </a:cubicBezTo>
                  <a:cubicBezTo>
                    <a:pt x="124" y="1"/>
                    <a:pt x="122" y="0"/>
                    <a:pt x="119" y="0"/>
                  </a:cubicBezTo>
                  <a:cubicBezTo>
                    <a:pt x="117" y="1"/>
                    <a:pt x="115" y="3"/>
                    <a:pt x="115" y="6"/>
                  </a:cubicBezTo>
                  <a:cubicBezTo>
                    <a:pt x="112" y="84"/>
                    <a:pt x="112" y="84"/>
                    <a:pt x="112" y="84"/>
                  </a:cubicBezTo>
                  <a:cubicBezTo>
                    <a:pt x="47" y="57"/>
                    <a:pt x="47" y="57"/>
                    <a:pt x="47" y="57"/>
                  </a:cubicBezTo>
                  <a:cubicBezTo>
                    <a:pt x="44" y="56"/>
                    <a:pt x="42" y="57"/>
                    <a:pt x="40" y="59"/>
                  </a:cubicBezTo>
                  <a:cubicBezTo>
                    <a:pt x="38" y="61"/>
                    <a:pt x="38" y="64"/>
                    <a:pt x="39" y="66"/>
                  </a:cubicBezTo>
                  <a:cubicBezTo>
                    <a:pt x="74" y="133"/>
                    <a:pt x="74" y="133"/>
                    <a:pt x="74" y="133"/>
                  </a:cubicBezTo>
                  <a:cubicBezTo>
                    <a:pt x="6" y="136"/>
                    <a:pt x="6" y="136"/>
                    <a:pt x="6" y="136"/>
                  </a:cubicBezTo>
                  <a:cubicBezTo>
                    <a:pt x="4" y="137"/>
                    <a:pt x="2" y="138"/>
                    <a:pt x="1" y="141"/>
                  </a:cubicBezTo>
                  <a:cubicBezTo>
                    <a:pt x="0" y="143"/>
                    <a:pt x="1" y="146"/>
                    <a:pt x="3" y="147"/>
                  </a:cubicBezTo>
                  <a:cubicBezTo>
                    <a:pt x="74" y="196"/>
                    <a:pt x="74" y="196"/>
                    <a:pt x="74" y="196"/>
                  </a:cubicBezTo>
                  <a:cubicBezTo>
                    <a:pt x="35" y="230"/>
                    <a:pt x="35" y="230"/>
                    <a:pt x="35" y="230"/>
                  </a:cubicBezTo>
                  <a:cubicBezTo>
                    <a:pt x="33" y="232"/>
                    <a:pt x="32" y="234"/>
                    <a:pt x="33" y="236"/>
                  </a:cubicBezTo>
                  <a:cubicBezTo>
                    <a:pt x="34" y="239"/>
                    <a:pt x="36" y="240"/>
                    <a:pt x="39" y="240"/>
                  </a:cubicBezTo>
                  <a:cubicBezTo>
                    <a:pt x="97" y="244"/>
                    <a:pt x="97" y="244"/>
                    <a:pt x="97" y="244"/>
                  </a:cubicBezTo>
                  <a:cubicBezTo>
                    <a:pt x="97" y="244"/>
                    <a:pt x="97" y="244"/>
                    <a:pt x="97" y="244"/>
                  </a:cubicBezTo>
                  <a:cubicBezTo>
                    <a:pt x="100" y="244"/>
                    <a:pt x="103" y="241"/>
                    <a:pt x="103" y="238"/>
                  </a:cubicBezTo>
                  <a:cubicBezTo>
                    <a:pt x="103" y="235"/>
                    <a:pt x="101" y="232"/>
                    <a:pt x="98" y="232"/>
                  </a:cubicBezTo>
                  <a:cubicBezTo>
                    <a:pt x="54" y="229"/>
                    <a:pt x="54" y="229"/>
                    <a:pt x="54" y="229"/>
                  </a:cubicBezTo>
                  <a:cubicBezTo>
                    <a:pt x="87" y="200"/>
                    <a:pt x="87" y="200"/>
                    <a:pt x="87" y="200"/>
                  </a:cubicBezTo>
                  <a:cubicBezTo>
                    <a:pt x="89" y="199"/>
                    <a:pt x="90" y="197"/>
                    <a:pt x="89" y="195"/>
                  </a:cubicBezTo>
                  <a:cubicBezTo>
                    <a:pt x="89" y="193"/>
                    <a:pt x="88" y="192"/>
                    <a:pt x="87" y="190"/>
                  </a:cubicBezTo>
                  <a:cubicBezTo>
                    <a:pt x="25" y="147"/>
                    <a:pt x="25" y="147"/>
                    <a:pt x="25" y="147"/>
                  </a:cubicBezTo>
                  <a:cubicBezTo>
                    <a:pt x="84" y="144"/>
                    <a:pt x="84" y="144"/>
                    <a:pt x="84" y="144"/>
                  </a:cubicBezTo>
                  <a:cubicBezTo>
                    <a:pt x="86" y="144"/>
                    <a:pt x="88" y="143"/>
                    <a:pt x="89" y="141"/>
                  </a:cubicBezTo>
                  <a:cubicBezTo>
                    <a:pt x="90" y="139"/>
                    <a:pt x="90" y="137"/>
                    <a:pt x="89" y="135"/>
                  </a:cubicBezTo>
                  <a:cubicBezTo>
                    <a:pt x="57" y="75"/>
                    <a:pt x="57" y="75"/>
                    <a:pt x="57" y="75"/>
                  </a:cubicBezTo>
                  <a:cubicBezTo>
                    <a:pt x="115" y="99"/>
                    <a:pt x="115" y="99"/>
                    <a:pt x="115" y="99"/>
                  </a:cubicBezTo>
                  <a:cubicBezTo>
                    <a:pt x="117" y="100"/>
                    <a:pt x="119" y="99"/>
                    <a:pt x="121" y="9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46"/>
            <p:cNvSpPr>
              <a:spLocks/>
            </p:cNvSpPr>
            <p:nvPr/>
          </p:nvSpPr>
          <p:spPr bwMode="auto">
            <a:xfrm>
              <a:off x="2178050" y="3551238"/>
              <a:ext cx="534988" cy="366712"/>
            </a:xfrm>
            <a:custGeom>
              <a:avLst/>
              <a:gdLst>
                <a:gd name="T0" fmla="*/ 223 w 387"/>
                <a:gd name="T1" fmla="*/ 61 h 265"/>
                <a:gd name="T2" fmla="*/ 56 w 387"/>
                <a:gd name="T3" fmla="*/ 164 h 265"/>
                <a:gd name="T4" fmla="*/ 2 w 387"/>
                <a:gd name="T5" fmla="*/ 257 h 265"/>
                <a:gd name="T6" fmla="*/ 5 w 387"/>
                <a:gd name="T7" fmla="*/ 265 h 265"/>
                <a:gd name="T8" fmla="*/ 7 w 387"/>
                <a:gd name="T9" fmla="*/ 265 h 265"/>
                <a:gd name="T10" fmla="*/ 13 w 387"/>
                <a:gd name="T11" fmla="*/ 261 h 265"/>
                <a:gd name="T12" fmla="*/ 13 w 387"/>
                <a:gd name="T13" fmla="*/ 261 h 265"/>
                <a:gd name="T14" fmla="*/ 16 w 387"/>
                <a:gd name="T15" fmla="*/ 254 h 265"/>
                <a:gd name="T16" fmla="*/ 79 w 387"/>
                <a:gd name="T17" fmla="*/ 155 h 265"/>
                <a:gd name="T18" fmla="*/ 224 w 387"/>
                <a:gd name="T19" fmla="*/ 73 h 265"/>
                <a:gd name="T20" fmla="*/ 387 w 387"/>
                <a:gd name="T21" fmla="*/ 8 h 265"/>
                <a:gd name="T22" fmla="*/ 377 w 387"/>
                <a:gd name="T23" fmla="*/ 0 h 265"/>
                <a:gd name="T24" fmla="*/ 223 w 387"/>
                <a:gd name="T25" fmla="*/ 61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7" h="265">
                  <a:moveTo>
                    <a:pt x="223" y="61"/>
                  </a:moveTo>
                  <a:cubicBezTo>
                    <a:pt x="147" y="68"/>
                    <a:pt x="92" y="117"/>
                    <a:pt x="56" y="164"/>
                  </a:cubicBezTo>
                  <a:cubicBezTo>
                    <a:pt x="19" y="211"/>
                    <a:pt x="2" y="256"/>
                    <a:pt x="2" y="257"/>
                  </a:cubicBezTo>
                  <a:cubicBezTo>
                    <a:pt x="0" y="260"/>
                    <a:pt x="2" y="263"/>
                    <a:pt x="5" y="265"/>
                  </a:cubicBezTo>
                  <a:cubicBezTo>
                    <a:pt x="6" y="265"/>
                    <a:pt x="7" y="265"/>
                    <a:pt x="7" y="265"/>
                  </a:cubicBezTo>
                  <a:cubicBezTo>
                    <a:pt x="10" y="265"/>
                    <a:pt x="12" y="263"/>
                    <a:pt x="13" y="261"/>
                  </a:cubicBezTo>
                  <a:cubicBezTo>
                    <a:pt x="13" y="261"/>
                    <a:pt x="13" y="261"/>
                    <a:pt x="13" y="261"/>
                  </a:cubicBezTo>
                  <a:cubicBezTo>
                    <a:pt x="13" y="261"/>
                    <a:pt x="14" y="258"/>
                    <a:pt x="16" y="254"/>
                  </a:cubicBezTo>
                  <a:cubicBezTo>
                    <a:pt x="24" y="237"/>
                    <a:pt x="44" y="194"/>
                    <a:pt x="79" y="155"/>
                  </a:cubicBezTo>
                  <a:cubicBezTo>
                    <a:pt x="114" y="115"/>
                    <a:pt x="162" y="79"/>
                    <a:pt x="224" y="73"/>
                  </a:cubicBezTo>
                  <a:cubicBezTo>
                    <a:pt x="296" y="66"/>
                    <a:pt x="347" y="36"/>
                    <a:pt x="387" y="8"/>
                  </a:cubicBezTo>
                  <a:cubicBezTo>
                    <a:pt x="383" y="5"/>
                    <a:pt x="380" y="2"/>
                    <a:pt x="377" y="0"/>
                  </a:cubicBezTo>
                  <a:cubicBezTo>
                    <a:pt x="339" y="28"/>
                    <a:pt x="290" y="55"/>
                    <a:pt x="223"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47"/>
            <p:cNvSpPr>
              <a:spLocks/>
            </p:cNvSpPr>
            <p:nvPr/>
          </p:nvSpPr>
          <p:spPr bwMode="auto">
            <a:xfrm>
              <a:off x="2808288" y="3459163"/>
              <a:ext cx="0"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48"/>
            <p:cNvSpPr>
              <a:spLocks noEditPoints="1"/>
            </p:cNvSpPr>
            <p:nvPr/>
          </p:nvSpPr>
          <p:spPr bwMode="auto">
            <a:xfrm>
              <a:off x="3076575" y="3451225"/>
              <a:ext cx="768350" cy="534987"/>
            </a:xfrm>
            <a:custGeom>
              <a:avLst/>
              <a:gdLst>
                <a:gd name="T0" fmla="*/ 396 w 556"/>
                <a:gd name="T1" fmla="*/ 352 h 386"/>
                <a:gd name="T2" fmla="*/ 329 w 556"/>
                <a:gd name="T3" fmla="*/ 374 h 386"/>
                <a:gd name="T4" fmla="*/ 263 w 556"/>
                <a:gd name="T5" fmla="*/ 347 h 386"/>
                <a:gd name="T6" fmla="*/ 94 w 556"/>
                <a:gd name="T7" fmla="*/ 132 h 386"/>
                <a:gd name="T8" fmla="*/ 10 w 556"/>
                <a:gd name="T9" fmla="*/ 70 h 386"/>
                <a:gd name="T10" fmla="*/ 0 w 556"/>
                <a:gd name="T11" fmla="*/ 78 h 386"/>
                <a:gd name="T12" fmla="*/ 87 w 556"/>
                <a:gd name="T13" fmla="*/ 142 h 386"/>
                <a:gd name="T14" fmla="*/ 197 w 556"/>
                <a:gd name="T15" fmla="*/ 287 h 386"/>
                <a:gd name="T16" fmla="*/ 255 w 556"/>
                <a:gd name="T17" fmla="*/ 356 h 386"/>
                <a:gd name="T18" fmla="*/ 329 w 556"/>
                <a:gd name="T19" fmla="*/ 386 h 386"/>
                <a:gd name="T20" fmla="*/ 329 w 556"/>
                <a:gd name="T21" fmla="*/ 386 h 386"/>
                <a:gd name="T22" fmla="*/ 402 w 556"/>
                <a:gd name="T23" fmla="*/ 362 h 386"/>
                <a:gd name="T24" fmla="*/ 475 w 556"/>
                <a:gd name="T25" fmla="*/ 238 h 386"/>
                <a:gd name="T26" fmla="*/ 483 w 556"/>
                <a:gd name="T27" fmla="*/ 238 h 386"/>
                <a:gd name="T28" fmla="*/ 556 w 556"/>
                <a:gd name="T29" fmla="*/ 238 h 386"/>
                <a:gd name="T30" fmla="*/ 556 w 556"/>
                <a:gd name="T31" fmla="*/ 0 h 386"/>
                <a:gd name="T32" fmla="*/ 378 w 556"/>
                <a:gd name="T33" fmla="*/ 0 h 386"/>
                <a:gd name="T34" fmla="*/ 378 w 556"/>
                <a:gd name="T35" fmla="*/ 238 h 386"/>
                <a:gd name="T36" fmla="*/ 455 w 556"/>
                <a:gd name="T37" fmla="*/ 238 h 386"/>
                <a:gd name="T38" fmla="*/ 463 w 556"/>
                <a:gd name="T39" fmla="*/ 238 h 386"/>
                <a:gd name="T40" fmla="*/ 396 w 556"/>
                <a:gd name="T41" fmla="*/ 352 h 386"/>
                <a:gd name="T42" fmla="*/ 442 w 556"/>
                <a:gd name="T43" fmla="*/ 181 h 386"/>
                <a:gd name="T44" fmla="*/ 429 w 556"/>
                <a:gd name="T45" fmla="*/ 153 h 386"/>
                <a:gd name="T46" fmla="*/ 445 w 556"/>
                <a:gd name="T47" fmla="*/ 158 h 386"/>
                <a:gd name="T48" fmla="*/ 465 w 556"/>
                <a:gd name="T49" fmla="*/ 115 h 386"/>
                <a:gd name="T50" fmla="*/ 440 w 556"/>
                <a:gd name="T51" fmla="*/ 117 h 386"/>
                <a:gd name="T52" fmla="*/ 467 w 556"/>
                <a:gd name="T53" fmla="*/ 45 h 386"/>
                <a:gd name="T54" fmla="*/ 497 w 556"/>
                <a:gd name="T55" fmla="*/ 49 h 386"/>
                <a:gd name="T56" fmla="*/ 466 w 556"/>
                <a:gd name="T57" fmla="*/ 104 h 386"/>
                <a:gd name="T58" fmla="*/ 495 w 556"/>
                <a:gd name="T59" fmla="*/ 102 h 386"/>
                <a:gd name="T60" fmla="*/ 455 w 556"/>
                <a:gd name="T61" fmla="*/ 163 h 386"/>
                <a:gd name="T62" fmla="*/ 473 w 556"/>
                <a:gd name="T63" fmla="*/ 166 h 386"/>
                <a:gd name="T64" fmla="*/ 442 w 556"/>
                <a:gd name="T65" fmla="*/ 181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6" h="386">
                  <a:moveTo>
                    <a:pt x="396" y="352"/>
                  </a:moveTo>
                  <a:cubicBezTo>
                    <a:pt x="371" y="367"/>
                    <a:pt x="348" y="374"/>
                    <a:pt x="329" y="374"/>
                  </a:cubicBezTo>
                  <a:cubicBezTo>
                    <a:pt x="304" y="374"/>
                    <a:pt x="283" y="364"/>
                    <a:pt x="263" y="347"/>
                  </a:cubicBezTo>
                  <a:cubicBezTo>
                    <a:pt x="202" y="296"/>
                    <a:pt x="160" y="185"/>
                    <a:pt x="94" y="132"/>
                  </a:cubicBezTo>
                  <a:cubicBezTo>
                    <a:pt x="64" y="108"/>
                    <a:pt x="35" y="87"/>
                    <a:pt x="10" y="70"/>
                  </a:cubicBezTo>
                  <a:cubicBezTo>
                    <a:pt x="7" y="73"/>
                    <a:pt x="3" y="75"/>
                    <a:pt x="0" y="78"/>
                  </a:cubicBezTo>
                  <a:cubicBezTo>
                    <a:pt x="26" y="95"/>
                    <a:pt x="56" y="117"/>
                    <a:pt x="87" y="142"/>
                  </a:cubicBezTo>
                  <a:cubicBezTo>
                    <a:pt x="128" y="175"/>
                    <a:pt x="161" y="235"/>
                    <a:pt x="197" y="287"/>
                  </a:cubicBezTo>
                  <a:cubicBezTo>
                    <a:pt x="215" y="314"/>
                    <a:pt x="234" y="338"/>
                    <a:pt x="255" y="356"/>
                  </a:cubicBezTo>
                  <a:cubicBezTo>
                    <a:pt x="276" y="374"/>
                    <a:pt x="301" y="386"/>
                    <a:pt x="329" y="386"/>
                  </a:cubicBezTo>
                  <a:cubicBezTo>
                    <a:pt x="329" y="386"/>
                    <a:pt x="329" y="386"/>
                    <a:pt x="329" y="386"/>
                  </a:cubicBezTo>
                  <a:cubicBezTo>
                    <a:pt x="351" y="386"/>
                    <a:pt x="375" y="378"/>
                    <a:pt x="402" y="362"/>
                  </a:cubicBezTo>
                  <a:cubicBezTo>
                    <a:pt x="459" y="328"/>
                    <a:pt x="472" y="269"/>
                    <a:pt x="475" y="238"/>
                  </a:cubicBezTo>
                  <a:cubicBezTo>
                    <a:pt x="483" y="238"/>
                    <a:pt x="483" y="238"/>
                    <a:pt x="483" y="238"/>
                  </a:cubicBezTo>
                  <a:cubicBezTo>
                    <a:pt x="556" y="238"/>
                    <a:pt x="556" y="238"/>
                    <a:pt x="556" y="238"/>
                  </a:cubicBezTo>
                  <a:cubicBezTo>
                    <a:pt x="556" y="0"/>
                    <a:pt x="556" y="0"/>
                    <a:pt x="556" y="0"/>
                  </a:cubicBezTo>
                  <a:cubicBezTo>
                    <a:pt x="378" y="0"/>
                    <a:pt x="378" y="0"/>
                    <a:pt x="378" y="0"/>
                  </a:cubicBezTo>
                  <a:cubicBezTo>
                    <a:pt x="378" y="238"/>
                    <a:pt x="378" y="238"/>
                    <a:pt x="378" y="238"/>
                  </a:cubicBezTo>
                  <a:cubicBezTo>
                    <a:pt x="455" y="238"/>
                    <a:pt x="455" y="238"/>
                    <a:pt x="455" y="238"/>
                  </a:cubicBezTo>
                  <a:cubicBezTo>
                    <a:pt x="463" y="238"/>
                    <a:pt x="463" y="238"/>
                    <a:pt x="463" y="238"/>
                  </a:cubicBezTo>
                  <a:cubicBezTo>
                    <a:pt x="460" y="267"/>
                    <a:pt x="447" y="321"/>
                    <a:pt x="396" y="352"/>
                  </a:cubicBezTo>
                  <a:close/>
                  <a:moveTo>
                    <a:pt x="442" y="181"/>
                  </a:moveTo>
                  <a:cubicBezTo>
                    <a:pt x="429" y="153"/>
                    <a:pt x="429" y="153"/>
                    <a:pt x="429" y="153"/>
                  </a:cubicBezTo>
                  <a:cubicBezTo>
                    <a:pt x="445" y="158"/>
                    <a:pt x="445" y="158"/>
                    <a:pt x="445" y="158"/>
                  </a:cubicBezTo>
                  <a:cubicBezTo>
                    <a:pt x="465" y="115"/>
                    <a:pt x="465" y="115"/>
                    <a:pt x="465" y="115"/>
                  </a:cubicBezTo>
                  <a:cubicBezTo>
                    <a:pt x="440" y="117"/>
                    <a:pt x="440" y="117"/>
                    <a:pt x="440" y="117"/>
                  </a:cubicBezTo>
                  <a:cubicBezTo>
                    <a:pt x="467" y="45"/>
                    <a:pt x="467" y="45"/>
                    <a:pt x="467" y="45"/>
                  </a:cubicBezTo>
                  <a:cubicBezTo>
                    <a:pt x="497" y="49"/>
                    <a:pt x="497" y="49"/>
                    <a:pt x="497" y="49"/>
                  </a:cubicBezTo>
                  <a:cubicBezTo>
                    <a:pt x="466" y="104"/>
                    <a:pt x="466" y="104"/>
                    <a:pt x="466" y="104"/>
                  </a:cubicBezTo>
                  <a:cubicBezTo>
                    <a:pt x="495" y="102"/>
                    <a:pt x="495" y="102"/>
                    <a:pt x="495" y="102"/>
                  </a:cubicBezTo>
                  <a:cubicBezTo>
                    <a:pt x="455" y="163"/>
                    <a:pt x="455" y="163"/>
                    <a:pt x="455" y="163"/>
                  </a:cubicBezTo>
                  <a:cubicBezTo>
                    <a:pt x="473" y="166"/>
                    <a:pt x="473" y="166"/>
                    <a:pt x="473" y="166"/>
                  </a:cubicBezTo>
                  <a:lnTo>
                    <a:pt x="442" y="1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49"/>
            <p:cNvSpPr>
              <a:spLocks/>
            </p:cNvSpPr>
            <p:nvPr/>
          </p:nvSpPr>
          <p:spPr bwMode="auto">
            <a:xfrm>
              <a:off x="2971800" y="3462338"/>
              <a:ext cx="4763" cy="7937"/>
            </a:xfrm>
            <a:custGeom>
              <a:avLst/>
              <a:gdLst>
                <a:gd name="T0" fmla="*/ 0 w 3"/>
                <a:gd name="T1" fmla="*/ 3 h 5"/>
                <a:gd name="T2" fmla="*/ 3 w 3"/>
                <a:gd name="T3" fmla="*/ 5 h 5"/>
                <a:gd name="T4" fmla="*/ 2 w 3"/>
                <a:gd name="T5" fmla="*/ 0 h 5"/>
                <a:gd name="T6" fmla="*/ 0 w 3"/>
                <a:gd name="T7" fmla="*/ 3 h 5"/>
              </a:gdLst>
              <a:ahLst/>
              <a:cxnLst>
                <a:cxn ang="0">
                  <a:pos x="T0" y="T1"/>
                </a:cxn>
                <a:cxn ang="0">
                  <a:pos x="T2" y="T3"/>
                </a:cxn>
                <a:cxn ang="0">
                  <a:pos x="T4" y="T5"/>
                </a:cxn>
                <a:cxn ang="0">
                  <a:pos x="T6" y="T7"/>
                </a:cxn>
              </a:cxnLst>
              <a:rect l="0" t="0" r="r" b="b"/>
              <a:pathLst>
                <a:path w="3" h="5">
                  <a:moveTo>
                    <a:pt x="0" y="3"/>
                  </a:moveTo>
                  <a:cubicBezTo>
                    <a:pt x="3" y="5"/>
                    <a:pt x="3" y="5"/>
                    <a:pt x="3" y="5"/>
                  </a:cubicBezTo>
                  <a:cubicBezTo>
                    <a:pt x="3" y="3"/>
                    <a:pt x="3" y="1"/>
                    <a:pt x="2" y="0"/>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Rectangle 50"/>
            <p:cNvSpPr>
              <a:spLocks noChangeArrowheads="1"/>
            </p:cNvSpPr>
            <p:nvPr/>
          </p:nvSpPr>
          <p:spPr bwMode="auto">
            <a:xfrm>
              <a:off x="3630613" y="3400425"/>
              <a:ext cx="182563"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51"/>
            <p:cNvSpPr>
              <a:spLocks/>
            </p:cNvSpPr>
            <p:nvPr/>
          </p:nvSpPr>
          <p:spPr bwMode="auto">
            <a:xfrm>
              <a:off x="2613025" y="3271838"/>
              <a:ext cx="560388" cy="293687"/>
            </a:xfrm>
            <a:custGeom>
              <a:avLst/>
              <a:gdLst>
                <a:gd name="T0" fmla="*/ 81 w 406"/>
                <a:gd name="T1" fmla="*/ 205 h 212"/>
                <a:gd name="T2" fmla="*/ 99 w 406"/>
                <a:gd name="T3" fmla="*/ 212 h 212"/>
                <a:gd name="T4" fmla="*/ 125 w 406"/>
                <a:gd name="T5" fmla="*/ 199 h 212"/>
                <a:gd name="T6" fmla="*/ 130 w 406"/>
                <a:gd name="T7" fmla="*/ 171 h 212"/>
                <a:gd name="T8" fmla="*/ 102 w 406"/>
                <a:gd name="T9" fmla="*/ 174 h 212"/>
                <a:gd name="T10" fmla="*/ 121 w 406"/>
                <a:gd name="T11" fmla="*/ 156 h 212"/>
                <a:gd name="T12" fmla="*/ 118 w 406"/>
                <a:gd name="T13" fmla="*/ 154 h 212"/>
                <a:gd name="T14" fmla="*/ 72 w 406"/>
                <a:gd name="T15" fmla="*/ 111 h 212"/>
                <a:gd name="T16" fmla="*/ 64 w 406"/>
                <a:gd name="T17" fmla="*/ 94 h 212"/>
                <a:gd name="T18" fmla="*/ 64 w 406"/>
                <a:gd name="T19" fmla="*/ 93 h 212"/>
                <a:gd name="T20" fmla="*/ 64 w 406"/>
                <a:gd name="T21" fmla="*/ 91 h 212"/>
                <a:gd name="T22" fmla="*/ 74 w 406"/>
                <a:gd name="T23" fmla="*/ 82 h 212"/>
                <a:gd name="T24" fmla="*/ 95 w 406"/>
                <a:gd name="T25" fmla="*/ 73 h 212"/>
                <a:gd name="T26" fmla="*/ 95 w 406"/>
                <a:gd name="T27" fmla="*/ 124 h 212"/>
                <a:gd name="T28" fmla="*/ 122 w 406"/>
                <a:gd name="T29" fmla="*/ 146 h 212"/>
                <a:gd name="T30" fmla="*/ 131 w 406"/>
                <a:gd name="T31" fmla="*/ 141 h 212"/>
                <a:gd name="T32" fmla="*/ 135 w 406"/>
                <a:gd name="T33" fmla="*/ 129 h 212"/>
                <a:gd name="T34" fmla="*/ 99 w 406"/>
                <a:gd name="T35" fmla="*/ 98 h 212"/>
                <a:gd name="T36" fmla="*/ 150 w 406"/>
                <a:gd name="T37" fmla="*/ 98 h 212"/>
                <a:gd name="T38" fmla="*/ 135 w 406"/>
                <a:gd name="T39" fmla="*/ 48 h 212"/>
                <a:gd name="T40" fmla="*/ 176 w 406"/>
                <a:gd name="T41" fmla="*/ 71 h 212"/>
                <a:gd name="T42" fmla="*/ 206 w 406"/>
                <a:gd name="T43" fmla="*/ 30 h 212"/>
                <a:gd name="T44" fmla="*/ 218 w 406"/>
                <a:gd name="T45" fmla="*/ 79 h 212"/>
                <a:gd name="T46" fmla="*/ 260 w 406"/>
                <a:gd name="T47" fmla="*/ 53 h 212"/>
                <a:gd name="T48" fmla="*/ 253 w 406"/>
                <a:gd name="T49" fmla="*/ 99 h 212"/>
                <a:gd name="T50" fmla="*/ 296 w 406"/>
                <a:gd name="T51" fmla="*/ 101 h 212"/>
                <a:gd name="T52" fmla="*/ 269 w 406"/>
                <a:gd name="T53" fmla="*/ 130 h 212"/>
                <a:gd name="T54" fmla="*/ 271 w 406"/>
                <a:gd name="T55" fmla="*/ 144 h 212"/>
                <a:gd name="T56" fmla="*/ 280 w 406"/>
                <a:gd name="T57" fmla="*/ 149 h 212"/>
                <a:gd name="T58" fmla="*/ 282 w 406"/>
                <a:gd name="T59" fmla="*/ 147 h 212"/>
                <a:gd name="T60" fmla="*/ 311 w 406"/>
                <a:gd name="T61" fmla="*/ 124 h 212"/>
                <a:gd name="T62" fmla="*/ 311 w 406"/>
                <a:gd name="T63" fmla="*/ 73 h 212"/>
                <a:gd name="T64" fmla="*/ 331 w 406"/>
                <a:gd name="T65" fmla="*/ 82 h 212"/>
                <a:gd name="T66" fmla="*/ 341 w 406"/>
                <a:gd name="T67" fmla="*/ 91 h 212"/>
                <a:gd name="T68" fmla="*/ 342 w 406"/>
                <a:gd name="T69" fmla="*/ 93 h 212"/>
                <a:gd name="T70" fmla="*/ 342 w 406"/>
                <a:gd name="T71" fmla="*/ 94 h 212"/>
                <a:gd name="T72" fmla="*/ 333 w 406"/>
                <a:gd name="T73" fmla="*/ 111 h 212"/>
                <a:gd name="T74" fmla="*/ 287 w 406"/>
                <a:gd name="T75" fmla="*/ 154 h 212"/>
                <a:gd name="T76" fmla="*/ 284 w 406"/>
                <a:gd name="T77" fmla="*/ 157 h 212"/>
                <a:gd name="T78" fmla="*/ 297 w 406"/>
                <a:gd name="T79" fmla="*/ 165 h 212"/>
                <a:gd name="T80" fmla="*/ 276 w 406"/>
                <a:gd name="T81" fmla="*/ 169 h 212"/>
                <a:gd name="T82" fmla="*/ 280 w 406"/>
                <a:gd name="T83" fmla="*/ 199 h 212"/>
                <a:gd name="T84" fmla="*/ 306 w 406"/>
                <a:gd name="T85" fmla="*/ 212 h 212"/>
                <a:gd name="T86" fmla="*/ 325 w 406"/>
                <a:gd name="T87" fmla="*/ 205 h 212"/>
                <a:gd name="T88" fmla="*/ 384 w 406"/>
                <a:gd name="T89" fmla="*/ 150 h 212"/>
                <a:gd name="T90" fmla="*/ 406 w 406"/>
                <a:gd name="T91" fmla="*/ 93 h 212"/>
                <a:gd name="T92" fmla="*/ 406 w 406"/>
                <a:gd name="T93" fmla="*/ 93 h 212"/>
                <a:gd name="T94" fmla="*/ 398 w 406"/>
                <a:gd name="T95" fmla="*/ 62 h 212"/>
                <a:gd name="T96" fmla="*/ 381 w 406"/>
                <a:gd name="T97" fmla="*/ 39 h 212"/>
                <a:gd name="T98" fmla="*/ 338 w 406"/>
                <a:gd name="T99" fmla="*/ 14 h 212"/>
                <a:gd name="T100" fmla="*/ 290 w 406"/>
                <a:gd name="T101" fmla="*/ 1 h 212"/>
                <a:gd name="T102" fmla="*/ 280 w 406"/>
                <a:gd name="T103" fmla="*/ 0 h 212"/>
                <a:gd name="T104" fmla="*/ 125 w 406"/>
                <a:gd name="T105" fmla="*/ 0 h 212"/>
                <a:gd name="T106" fmla="*/ 115 w 406"/>
                <a:gd name="T107" fmla="*/ 1 h 212"/>
                <a:gd name="T108" fmla="*/ 67 w 406"/>
                <a:gd name="T109" fmla="*/ 14 h 212"/>
                <a:gd name="T110" fmla="*/ 25 w 406"/>
                <a:gd name="T111" fmla="*/ 39 h 212"/>
                <a:gd name="T112" fmla="*/ 7 w 406"/>
                <a:gd name="T113" fmla="*/ 62 h 212"/>
                <a:gd name="T114" fmla="*/ 0 w 406"/>
                <a:gd name="T115" fmla="*/ 93 h 212"/>
                <a:gd name="T116" fmla="*/ 0 w 406"/>
                <a:gd name="T117" fmla="*/ 93 h 212"/>
                <a:gd name="T118" fmla="*/ 21 w 406"/>
                <a:gd name="T119" fmla="*/ 150 h 212"/>
                <a:gd name="T120" fmla="*/ 81 w 406"/>
                <a:gd name="T121" fmla="*/ 205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6" h="212">
                  <a:moveTo>
                    <a:pt x="81" y="205"/>
                  </a:moveTo>
                  <a:cubicBezTo>
                    <a:pt x="86" y="210"/>
                    <a:pt x="93" y="212"/>
                    <a:pt x="99" y="212"/>
                  </a:cubicBezTo>
                  <a:cubicBezTo>
                    <a:pt x="109" y="212"/>
                    <a:pt x="119" y="207"/>
                    <a:pt x="125" y="199"/>
                  </a:cubicBezTo>
                  <a:cubicBezTo>
                    <a:pt x="131" y="190"/>
                    <a:pt x="133" y="180"/>
                    <a:pt x="130" y="171"/>
                  </a:cubicBezTo>
                  <a:cubicBezTo>
                    <a:pt x="102" y="174"/>
                    <a:pt x="102" y="174"/>
                    <a:pt x="102" y="174"/>
                  </a:cubicBezTo>
                  <a:cubicBezTo>
                    <a:pt x="121" y="156"/>
                    <a:pt x="121" y="156"/>
                    <a:pt x="121" y="156"/>
                  </a:cubicBezTo>
                  <a:cubicBezTo>
                    <a:pt x="120" y="155"/>
                    <a:pt x="119" y="154"/>
                    <a:pt x="118" y="154"/>
                  </a:cubicBezTo>
                  <a:cubicBezTo>
                    <a:pt x="95" y="137"/>
                    <a:pt x="80" y="122"/>
                    <a:pt x="72" y="111"/>
                  </a:cubicBezTo>
                  <a:cubicBezTo>
                    <a:pt x="65" y="102"/>
                    <a:pt x="64" y="96"/>
                    <a:pt x="64" y="94"/>
                  </a:cubicBezTo>
                  <a:cubicBezTo>
                    <a:pt x="64" y="94"/>
                    <a:pt x="64" y="93"/>
                    <a:pt x="64" y="93"/>
                  </a:cubicBezTo>
                  <a:cubicBezTo>
                    <a:pt x="64" y="92"/>
                    <a:pt x="64" y="92"/>
                    <a:pt x="64" y="91"/>
                  </a:cubicBezTo>
                  <a:cubicBezTo>
                    <a:pt x="65" y="90"/>
                    <a:pt x="68" y="86"/>
                    <a:pt x="74" y="82"/>
                  </a:cubicBezTo>
                  <a:cubicBezTo>
                    <a:pt x="80" y="78"/>
                    <a:pt x="87" y="75"/>
                    <a:pt x="95" y="73"/>
                  </a:cubicBezTo>
                  <a:cubicBezTo>
                    <a:pt x="95" y="124"/>
                    <a:pt x="95" y="124"/>
                    <a:pt x="95" y="124"/>
                  </a:cubicBezTo>
                  <a:cubicBezTo>
                    <a:pt x="101" y="130"/>
                    <a:pt x="110" y="138"/>
                    <a:pt x="122" y="146"/>
                  </a:cubicBezTo>
                  <a:cubicBezTo>
                    <a:pt x="125" y="144"/>
                    <a:pt x="128" y="142"/>
                    <a:pt x="131" y="141"/>
                  </a:cubicBezTo>
                  <a:cubicBezTo>
                    <a:pt x="132" y="137"/>
                    <a:pt x="133" y="133"/>
                    <a:pt x="135" y="129"/>
                  </a:cubicBezTo>
                  <a:cubicBezTo>
                    <a:pt x="99" y="98"/>
                    <a:pt x="99" y="98"/>
                    <a:pt x="99" y="98"/>
                  </a:cubicBezTo>
                  <a:cubicBezTo>
                    <a:pt x="150" y="98"/>
                    <a:pt x="150" y="98"/>
                    <a:pt x="150" y="98"/>
                  </a:cubicBezTo>
                  <a:cubicBezTo>
                    <a:pt x="135" y="48"/>
                    <a:pt x="135" y="48"/>
                    <a:pt x="135" y="48"/>
                  </a:cubicBezTo>
                  <a:cubicBezTo>
                    <a:pt x="176" y="71"/>
                    <a:pt x="176" y="71"/>
                    <a:pt x="176" y="71"/>
                  </a:cubicBezTo>
                  <a:cubicBezTo>
                    <a:pt x="206" y="30"/>
                    <a:pt x="206" y="30"/>
                    <a:pt x="206" y="30"/>
                  </a:cubicBezTo>
                  <a:cubicBezTo>
                    <a:pt x="218" y="79"/>
                    <a:pt x="218" y="79"/>
                    <a:pt x="218" y="79"/>
                  </a:cubicBezTo>
                  <a:cubicBezTo>
                    <a:pt x="260" y="53"/>
                    <a:pt x="260" y="53"/>
                    <a:pt x="260" y="53"/>
                  </a:cubicBezTo>
                  <a:cubicBezTo>
                    <a:pt x="253" y="99"/>
                    <a:pt x="253" y="99"/>
                    <a:pt x="253" y="99"/>
                  </a:cubicBezTo>
                  <a:cubicBezTo>
                    <a:pt x="296" y="101"/>
                    <a:pt x="296" y="101"/>
                    <a:pt x="296" y="101"/>
                  </a:cubicBezTo>
                  <a:cubicBezTo>
                    <a:pt x="269" y="130"/>
                    <a:pt x="269" y="130"/>
                    <a:pt x="269" y="130"/>
                  </a:cubicBezTo>
                  <a:cubicBezTo>
                    <a:pt x="270" y="135"/>
                    <a:pt x="271" y="140"/>
                    <a:pt x="271" y="144"/>
                  </a:cubicBezTo>
                  <a:cubicBezTo>
                    <a:pt x="274" y="146"/>
                    <a:pt x="277" y="147"/>
                    <a:pt x="280" y="149"/>
                  </a:cubicBezTo>
                  <a:cubicBezTo>
                    <a:pt x="281" y="149"/>
                    <a:pt x="281" y="148"/>
                    <a:pt x="282" y="147"/>
                  </a:cubicBezTo>
                  <a:cubicBezTo>
                    <a:pt x="295" y="138"/>
                    <a:pt x="304" y="130"/>
                    <a:pt x="311" y="124"/>
                  </a:cubicBezTo>
                  <a:cubicBezTo>
                    <a:pt x="311" y="73"/>
                    <a:pt x="311" y="73"/>
                    <a:pt x="311" y="73"/>
                  </a:cubicBezTo>
                  <a:cubicBezTo>
                    <a:pt x="318" y="75"/>
                    <a:pt x="326" y="78"/>
                    <a:pt x="331" y="82"/>
                  </a:cubicBezTo>
                  <a:cubicBezTo>
                    <a:pt x="337" y="86"/>
                    <a:pt x="341" y="90"/>
                    <a:pt x="341" y="91"/>
                  </a:cubicBezTo>
                  <a:cubicBezTo>
                    <a:pt x="342" y="92"/>
                    <a:pt x="342" y="92"/>
                    <a:pt x="342" y="93"/>
                  </a:cubicBezTo>
                  <a:cubicBezTo>
                    <a:pt x="342" y="93"/>
                    <a:pt x="342" y="94"/>
                    <a:pt x="342" y="94"/>
                  </a:cubicBezTo>
                  <a:cubicBezTo>
                    <a:pt x="341" y="96"/>
                    <a:pt x="340" y="102"/>
                    <a:pt x="333" y="111"/>
                  </a:cubicBezTo>
                  <a:cubicBezTo>
                    <a:pt x="325" y="122"/>
                    <a:pt x="310" y="137"/>
                    <a:pt x="287" y="154"/>
                  </a:cubicBezTo>
                  <a:cubicBezTo>
                    <a:pt x="286" y="155"/>
                    <a:pt x="285" y="156"/>
                    <a:pt x="284" y="157"/>
                  </a:cubicBezTo>
                  <a:cubicBezTo>
                    <a:pt x="297" y="165"/>
                    <a:pt x="297" y="165"/>
                    <a:pt x="297" y="165"/>
                  </a:cubicBezTo>
                  <a:cubicBezTo>
                    <a:pt x="276" y="169"/>
                    <a:pt x="276" y="169"/>
                    <a:pt x="276" y="169"/>
                  </a:cubicBezTo>
                  <a:cubicBezTo>
                    <a:pt x="272" y="178"/>
                    <a:pt x="274" y="190"/>
                    <a:pt x="280" y="199"/>
                  </a:cubicBezTo>
                  <a:cubicBezTo>
                    <a:pt x="286" y="207"/>
                    <a:pt x="296" y="212"/>
                    <a:pt x="306" y="212"/>
                  </a:cubicBezTo>
                  <a:cubicBezTo>
                    <a:pt x="313" y="212"/>
                    <a:pt x="319" y="210"/>
                    <a:pt x="325" y="205"/>
                  </a:cubicBezTo>
                  <a:cubicBezTo>
                    <a:pt x="352" y="186"/>
                    <a:pt x="371" y="168"/>
                    <a:pt x="384" y="150"/>
                  </a:cubicBezTo>
                  <a:cubicBezTo>
                    <a:pt x="398" y="132"/>
                    <a:pt x="406" y="113"/>
                    <a:pt x="406" y="93"/>
                  </a:cubicBezTo>
                  <a:cubicBezTo>
                    <a:pt x="406" y="93"/>
                    <a:pt x="406" y="93"/>
                    <a:pt x="406" y="93"/>
                  </a:cubicBezTo>
                  <a:cubicBezTo>
                    <a:pt x="406" y="82"/>
                    <a:pt x="403" y="71"/>
                    <a:pt x="398" y="62"/>
                  </a:cubicBezTo>
                  <a:cubicBezTo>
                    <a:pt x="393" y="53"/>
                    <a:pt x="387" y="45"/>
                    <a:pt x="381" y="39"/>
                  </a:cubicBezTo>
                  <a:cubicBezTo>
                    <a:pt x="367" y="27"/>
                    <a:pt x="352" y="20"/>
                    <a:pt x="338" y="14"/>
                  </a:cubicBezTo>
                  <a:cubicBezTo>
                    <a:pt x="318" y="7"/>
                    <a:pt x="300" y="3"/>
                    <a:pt x="290" y="1"/>
                  </a:cubicBezTo>
                  <a:cubicBezTo>
                    <a:pt x="287" y="0"/>
                    <a:pt x="284" y="0"/>
                    <a:pt x="280" y="0"/>
                  </a:cubicBezTo>
                  <a:cubicBezTo>
                    <a:pt x="125" y="0"/>
                    <a:pt x="125" y="0"/>
                    <a:pt x="125" y="0"/>
                  </a:cubicBezTo>
                  <a:cubicBezTo>
                    <a:pt x="122" y="0"/>
                    <a:pt x="118" y="0"/>
                    <a:pt x="115" y="1"/>
                  </a:cubicBezTo>
                  <a:cubicBezTo>
                    <a:pt x="106" y="3"/>
                    <a:pt x="87" y="7"/>
                    <a:pt x="67" y="14"/>
                  </a:cubicBezTo>
                  <a:cubicBezTo>
                    <a:pt x="53" y="20"/>
                    <a:pt x="38" y="27"/>
                    <a:pt x="25" y="39"/>
                  </a:cubicBezTo>
                  <a:cubicBezTo>
                    <a:pt x="18" y="45"/>
                    <a:pt x="12" y="53"/>
                    <a:pt x="7" y="62"/>
                  </a:cubicBezTo>
                  <a:cubicBezTo>
                    <a:pt x="3" y="71"/>
                    <a:pt x="0" y="82"/>
                    <a:pt x="0" y="93"/>
                  </a:cubicBezTo>
                  <a:cubicBezTo>
                    <a:pt x="0" y="93"/>
                    <a:pt x="0" y="93"/>
                    <a:pt x="0" y="93"/>
                  </a:cubicBezTo>
                  <a:cubicBezTo>
                    <a:pt x="0" y="113"/>
                    <a:pt x="8" y="132"/>
                    <a:pt x="21" y="150"/>
                  </a:cubicBezTo>
                  <a:cubicBezTo>
                    <a:pt x="35" y="168"/>
                    <a:pt x="54" y="186"/>
                    <a:pt x="81" y="20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52"/>
            <p:cNvSpPr>
              <a:spLocks/>
            </p:cNvSpPr>
            <p:nvPr/>
          </p:nvSpPr>
          <p:spPr bwMode="auto">
            <a:xfrm>
              <a:off x="2806700" y="3363913"/>
              <a:ext cx="169863" cy="171450"/>
            </a:xfrm>
            <a:custGeom>
              <a:avLst/>
              <a:gdLst>
                <a:gd name="T0" fmla="*/ 83 w 107"/>
                <a:gd name="T1" fmla="*/ 67 h 108"/>
                <a:gd name="T2" fmla="*/ 94 w 107"/>
                <a:gd name="T3" fmla="*/ 55 h 108"/>
                <a:gd name="T4" fmla="*/ 107 w 107"/>
                <a:gd name="T5" fmla="*/ 42 h 108"/>
                <a:gd name="T6" fmla="*/ 97 w 107"/>
                <a:gd name="T7" fmla="*/ 41 h 108"/>
                <a:gd name="T8" fmla="*/ 83 w 107"/>
                <a:gd name="T9" fmla="*/ 40 h 108"/>
                <a:gd name="T10" fmla="*/ 85 w 107"/>
                <a:gd name="T11" fmla="*/ 26 h 108"/>
                <a:gd name="T12" fmla="*/ 87 w 107"/>
                <a:gd name="T13" fmla="*/ 14 h 108"/>
                <a:gd name="T14" fmla="*/ 75 w 107"/>
                <a:gd name="T15" fmla="*/ 22 h 108"/>
                <a:gd name="T16" fmla="*/ 59 w 107"/>
                <a:gd name="T17" fmla="*/ 32 h 108"/>
                <a:gd name="T18" fmla="*/ 55 w 107"/>
                <a:gd name="T19" fmla="*/ 14 h 108"/>
                <a:gd name="T20" fmla="*/ 51 w 107"/>
                <a:gd name="T21" fmla="*/ 0 h 108"/>
                <a:gd name="T22" fmla="*/ 42 w 107"/>
                <a:gd name="T23" fmla="*/ 12 h 108"/>
                <a:gd name="T24" fmla="*/ 35 w 107"/>
                <a:gd name="T25" fmla="*/ 21 h 108"/>
                <a:gd name="T26" fmla="*/ 24 w 107"/>
                <a:gd name="T27" fmla="*/ 16 h 108"/>
                <a:gd name="T28" fmla="*/ 18 w 107"/>
                <a:gd name="T29" fmla="*/ 12 h 108"/>
                <a:gd name="T30" fmla="*/ 22 w 107"/>
                <a:gd name="T31" fmla="*/ 24 h 108"/>
                <a:gd name="T32" fmla="*/ 26 w 107"/>
                <a:gd name="T33" fmla="*/ 40 h 108"/>
                <a:gd name="T34" fmla="*/ 8 w 107"/>
                <a:gd name="T35" fmla="*/ 40 h 108"/>
                <a:gd name="T36" fmla="*/ 0 w 107"/>
                <a:gd name="T37" fmla="*/ 40 h 108"/>
                <a:gd name="T38" fmla="*/ 10 w 107"/>
                <a:gd name="T39" fmla="*/ 49 h 108"/>
                <a:gd name="T40" fmla="*/ 21 w 107"/>
                <a:gd name="T41" fmla="*/ 59 h 108"/>
                <a:gd name="T42" fmla="*/ 10 w 107"/>
                <a:gd name="T43" fmla="*/ 69 h 108"/>
                <a:gd name="T44" fmla="*/ 2 w 107"/>
                <a:gd name="T45" fmla="*/ 77 h 108"/>
                <a:gd name="T46" fmla="*/ 13 w 107"/>
                <a:gd name="T47" fmla="*/ 76 h 108"/>
                <a:gd name="T48" fmla="*/ 31 w 107"/>
                <a:gd name="T49" fmla="*/ 74 h 108"/>
                <a:gd name="T50" fmla="*/ 28 w 107"/>
                <a:gd name="T51" fmla="*/ 92 h 108"/>
                <a:gd name="T52" fmla="*/ 24 w 107"/>
                <a:gd name="T53" fmla="*/ 108 h 108"/>
                <a:gd name="T54" fmla="*/ 42 w 107"/>
                <a:gd name="T55" fmla="*/ 97 h 108"/>
                <a:gd name="T56" fmla="*/ 56 w 107"/>
                <a:gd name="T57" fmla="*/ 88 h 108"/>
                <a:gd name="T58" fmla="*/ 61 w 107"/>
                <a:gd name="T59" fmla="*/ 104 h 108"/>
                <a:gd name="T60" fmla="*/ 62 w 107"/>
                <a:gd name="T61" fmla="*/ 102 h 108"/>
                <a:gd name="T62" fmla="*/ 68 w 107"/>
                <a:gd name="T63" fmla="*/ 88 h 108"/>
                <a:gd name="T64" fmla="*/ 82 w 107"/>
                <a:gd name="T65" fmla="*/ 97 h 108"/>
                <a:gd name="T66" fmla="*/ 85 w 107"/>
                <a:gd name="T67" fmla="*/ 100 h 108"/>
                <a:gd name="T68" fmla="*/ 84 w 107"/>
                <a:gd name="T69" fmla="*/ 95 h 108"/>
                <a:gd name="T70" fmla="*/ 81 w 107"/>
                <a:gd name="T71" fmla="*/ 81 h 108"/>
                <a:gd name="T72" fmla="*/ 96 w 107"/>
                <a:gd name="T73" fmla="*/ 79 h 108"/>
                <a:gd name="T74" fmla="*/ 100 w 107"/>
                <a:gd name="T75" fmla="*/ 78 h 108"/>
                <a:gd name="T76" fmla="*/ 96 w 107"/>
                <a:gd name="T77" fmla="*/ 75 h 108"/>
                <a:gd name="T78" fmla="*/ 83 w 107"/>
                <a:gd name="T79" fmla="*/ 6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 h="108">
                  <a:moveTo>
                    <a:pt x="83" y="67"/>
                  </a:moveTo>
                  <a:lnTo>
                    <a:pt x="94" y="55"/>
                  </a:lnTo>
                  <a:lnTo>
                    <a:pt x="107" y="42"/>
                  </a:lnTo>
                  <a:lnTo>
                    <a:pt x="97" y="41"/>
                  </a:lnTo>
                  <a:lnTo>
                    <a:pt x="83" y="40"/>
                  </a:lnTo>
                  <a:lnTo>
                    <a:pt x="85" y="26"/>
                  </a:lnTo>
                  <a:lnTo>
                    <a:pt x="87" y="14"/>
                  </a:lnTo>
                  <a:lnTo>
                    <a:pt x="75" y="22"/>
                  </a:lnTo>
                  <a:lnTo>
                    <a:pt x="59" y="32"/>
                  </a:lnTo>
                  <a:lnTo>
                    <a:pt x="55" y="14"/>
                  </a:lnTo>
                  <a:lnTo>
                    <a:pt x="51" y="0"/>
                  </a:lnTo>
                  <a:lnTo>
                    <a:pt x="42" y="12"/>
                  </a:lnTo>
                  <a:lnTo>
                    <a:pt x="35" y="21"/>
                  </a:lnTo>
                  <a:lnTo>
                    <a:pt x="24" y="16"/>
                  </a:lnTo>
                  <a:lnTo>
                    <a:pt x="18" y="12"/>
                  </a:lnTo>
                  <a:lnTo>
                    <a:pt x="22" y="24"/>
                  </a:lnTo>
                  <a:lnTo>
                    <a:pt x="26" y="40"/>
                  </a:lnTo>
                  <a:lnTo>
                    <a:pt x="8" y="40"/>
                  </a:lnTo>
                  <a:lnTo>
                    <a:pt x="0" y="40"/>
                  </a:lnTo>
                  <a:lnTo>
                    <a:pt x="10" y="49"/>
                  </a:lnTo>
                  <a:lnTo>
                    <a:pt x="21" y="59"/>
                  </a:lnTo>
                  <a:lnTo>
                    <a:pt x="10" y="69"/>
                  </a:lnTo>
                  <a:lnTo>
                    <a:pt x="2" y="77"/>
                  </a:lnTo>
                  <a:lnTo>
                    <a:pt x="13" y="76"/>
                  </a:lnTo>
                  <a:lnTo>
                    <a:pt x="31" y="74"/>
                  </a:lnTo>
                  <a:lnTo>
                    <a:pt x="28" y="92"/>
                  </a:lnTo>
                  <a:lnTo>
                    <a:pt x="24" y="108"/>
                  </a:lnTo>
                  <a:lnTo>
                    <a:pt x="42" y="97"/>
                  </a:lnTo>
                  <a:lnTo>
                    <a:pt x="56" y="88"/>
                  </a:lnTo>
                  <a:lnTo>
                    <a:pt x="61" y="104"/>
                  </a:lnTo>
                  <a:lnTo>
                    <a:pt x="62" y="102"/>
                  </a:lnTo>
                  <a:lnTo>
                    <a:pt x="68" y="88"/>
                  </a:lnTo>
                  <a:lnTo>
                    <a:pt x="82" y="97"/>
                  </a:lnTo>
                  <a:lnTo>
                    <a:pt x="85" y="100"/>
                  </a:lnTo>
                  <a:lnTo>
                    <a:pt x="84" y="95"/>
                  </a:lnTo>
                  <a:lnTo>
                    <a:pt x="81" y="81"/>
                  </a:lnTo>
                  <a:lnTo>
                    <a:pt x="96" y="79"/>
                  </a:lnTo>
                  <a:lnTo>
                    <a:pt x="100" y="78"/>
                  </a:lnTo>
                  <a:lnTo>
                    <a:pt x="96" y="75"/>
                  </a:lnTo>
                  <a:lnTo>
                    <a:pt x="83" y="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5" name="组合 54"/>
          <p:cNvGrpSpPr/>
          <p:nvPr/>
        </p:nvGrpSpPr>
        <p:grpSpPr>
          <a:xfrm>
            <a:off x="257175" y="842963"/>
            <a:ext cx="2214563" cy="1958974"/>
            <a:chOff x="257175" y="842963"/>
            <a:chExt cx="2214563" cy="1958974"/>
          </a:xfrm>
          <a:solidFill>
            <a:schemeClr val="tx1">
              <a:lumMod val="65000"/>
              <a:lumOff val="35000"/>
            </a:schemeClr>
          </a:solidFill>
        </p:grpSpPr>
        <p:sp>
          <p:nvSpPr>
            <p:cNvPr id="56" name="Freeform 53"/>
            <p:cNvSpPr>
              <a:spLocks/>
            </p:cNvSpPr>
            <p:nvPr/>
          </p:nvSpPr>
          <p:spPr bwMode="auto">
            <a:xfrm>
              <a:off x="257175" y="1403350"/>
              <a:ext cx="309563" cy="338137"/>
            </a:xfrm>
            <a:custGeom>
              <a:avLst/>
              <a:gdLst>
                <a:gd name="T0" fmla="*/ 35 w 224"/>
                <a:gd name="T1" fmla="*/ 230 h 244"/>
                <a:gd name="T2" fmla="*/ 33 w 224"/>
                <a:gd name="T3" fmla="*/ 237 h 244"/>
                <a:gd name="T4" fmla="*/ 38 w 224"/>
                <a:gd name="T5" fmla="*/ 241 h 244"/>
                <a:gd name="T6" fmla="*/ 97 w 224"/>
                <a:gd name="T7" fmla="*/ 244 h 244"/>
                <a:gd name="T8" fmla="*/ 97 w 224"/>
                <a:gd name="T9" fmla="*/ 244 h 244"/>
                <a:gd name="T10" fmla="*/ 103 w 224"/>
                <a:gd name="T11" fmla="*/ 238 h 244"/>
                <a:gd name="T12" fmla="*/ 97 w 224"/>
                <a:gd name="T13" fmla="*/ 232 h 244"/>
                <a:gd name="T14" fmla="*/ 54 w 224"/>
                <a:gd name="T15" fmla="*/ 230 h 244"/>
                <a:gd name="T16" fmla="*/ 87 w 224"/>
                <a:gd name="T17" fmla="*/ 200 h 244"/>
                <a:gd name="T18" fmla="*/ 89 w 224"/>
                <a:gd name="T19" fmla="*/ 195 h 244"/>
                <a:gd name="T20" fmla="*/ 87 w 224"/>
                <a:gd name="T21" fmla="*/ 191 h 244"/>
                <a:gd name="T22" fmla="*/ 24 w 224"/>
                <a:gd name="T23" fmla="*/ 148 h 244"/>
                <a:gd name="T24" fmla="*/ 84 w 224"/>
                <a:gd name="T25" fmla="*/ 145 h 244"/>
                <a:gd name="T26" fmla="*/ 89 w 224"/>
                <a:gd name="T27" fmla="*/ 142 h 244"/>
                <a:gd name="T28" fmla="*/ 89 w 224"/>
                <a:gd name="T29" fmla="*/ 136 h 244"/>
                <a:gd name="T30" fmla="*/ 57 w 224"/>
                <a:gd name="T31" fmla="*/ 75 h 244"/>
                <a:gd name="T32" fmla="*/ 115 w 224"/>
                <a:gd name="T33" fmla="*/ 99 h 244"/>
                <a:gd name="T34" fmla="*/ 121 w 224"/>
                <a:gd name="T35" fmla="*/ 99 h 244"/>
                <a:gd name="T36" fmla="*/ 123 w 224"/>
                <a:gd name="T37" fmla="*/ 94 h 244"/>
                <a:gd name="T38" fmla="*/ 126 w 224"/>
                <a:gd name="T39" fmla="*/ 25 h 244"/>
                <a:gd name="T40" fmla="*/ 166 w 224"/>
                <a:gd name="T41" fmla="*/ 84 h 244"/>
                <a:gd name="T42" fmla="*/ 171 w 224"/>
                <a:gd name="T43" fmla="*/ 87 h 244"/>
                <a:gd name="T44" fmla="*/ 176 w 224"/>
                <a:gd name="T45" fmla="*/ 84 h 244"/>
                <a:gd name="T46" fmla="*/ 204 w 224"/>
                <a:gd name="T47" fmla="*/ 38 h 244"/>
                <a:gd name="T48" fmla="*/ 212 w 224"/>
                <a:gd name="T49" fmla="*/ 83 h 244"/>
                <a:gd name="T50" fmla="*/ 219 w 224"/>
                <a:gd name="T51" fmla="*/ 88 h 244"/>
                <a:gd name="T52" fmla="*/ 224 w 224"/>
                <a:gd name="T53" fmla="*/ 81 h 244"/>
                <a:gd name="T54" fmla="*/ 224 w 224"/>
                <a:gd name="T55" fmla="*/ 81 h 244"/>
                <a:gd name="T56" fmla="*/ 214 w 224"/>
                <a:gd name="T57" fmla="*/ 20 h 244"/>
                <a:gd name="T58" fmla="*/ 209 w 224"/>
                <a:gd name="T59" fmla="*/ 15 h 244"/>
                <a:gd name="T60" fmla="*/ 203 w 224"/>
                <a:gd name="T61" fmla="*/ 18 h 244"/>
                <a:gd name="T62" fmla="*/ 171 w 224"/>
                <a:gd name="T63" fmla="*/ 69 h 244"/>
                <a:gd name="T64" fmla="*/ 126 w 224"/>
                <a:gd name="T65" fmla="*/ 3 h 244"/>
                <a:gd name="T66" fmla="*/ 119 w 224"/>
                <a:gd name="T67" fmla="*/ 1 h 244"/>
                <a:gd name="T68" fmla="*/ 115 w 224"/>
                <a:gd name="T69" fmla="*/ 6 h 244"/>
                <a:gd name="T70" fmla="*/ 112 w 224"/>
                <a:gd name="T71" fmla="*/ 85 h 244"/>
                <a:gd name="T72" fmla="*/ 46 w 224"/>
                <a:gd name="T73" fmla="*/ 58 h 244"/>
                <a:gd name="T74" fmla="*/ 40 w 224"/>
                <a:gd name="T75" fmla="*/ 59 h 244"/>
                <a:gd name="T76" fmla="*/ 39 w 224"/>
                <a:gd name="T77" fmla="*/ 66 h 244"/>
                <a:gd name="T78" fmla="*/ 74 w 224"/>
                <a:gd name="T79" fmla="*/ 133 h 244"/>
                <a:gd name="T80" fmla="*/ 6 w 224"/>
                <a:gd name="T81" fmla="*/ 137 h 244"/>
                <a:gd name="T82" fmla="*/ 1 w 224"/>
                <a:gd name="T83" fmla="*/ 141 h 244"/>
                <a:gd name="T84" fmla="*/ 3 w 224"/>
                <a:gd name="T85" fmla="*/ 148 h 244"/>
                <a:gd name="T86" fmla="*/ 74 w 224"/>
                <a:gd name="T87" fmla="*/ 196 h 244"/>
                <a:gd name="T88" fmla="*/ 35 w 224"/>
                <a:gd name="T89" fmla="*/ 230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24" h="244">
                  <a:moveTo>
                    <a:pt x="35" y="230"/>
                  </a:moveTo>
                  <a:cubicBezTo>
                    <a:pt x="33" y="232"/>
                    <a:pt x="32" y="234"/>
                    <a:pt x="33" y="237"/>
                  </a:cubicBezTo>
                  <a:cubicBezTo>
                    <a:pt x="34" y="239"/>
                    <a:pt x="36" y="241"/>
                    <a:pt x="38" y="241"/>
                  </a:cubicBezTo>
                  <a:cubicBezTo>
                    <a:pt x="97" y="244"/>
                    <a:pt x="97" y="244"/>
                    <a:pt x="97" y="244"/>
                  </a:cubicBezTo>
                  <a:cubicBezTo>
                    <a:pt x="97" y="244"/>
                    <a:pt x="97" y="244"/>
                    <a:pt x="97" y="244"/>
                  </a:cubicBezTo>
                  <a:cubicBezTo>
                    <a:pt x="100" y="244"/>
                    <a:pt x="103" y="241"/>
                    <a:pt x="103" y="238"/>
                  </a:cubicBezTo>
                  <a:cubicBezTo>
                    <a:pt x="103" y="235"/>
                    <a:pt x="101" y="232"/>
                    <a:pt x="97" y="232"/>
                  </a:cubicBezTo>
                  <a:cubicBezTo>
                    <a:pt x="54" y="230"/>
                    <a:pt x="54" y="230"/>
                    <a:pt x="54" y="230"/>
                  </a:cubicBezTo>
                  <a:cubicBezTo>
                    <a:pt x="87" y="200"/>
                    <a:pt x="87" y="200"/>
                    <a:pt x="87" y="200"/>
                  </a:cubicBezTo>
                  <a:cubicBezTo>
                    <a:pt x="89" y="199"/>
                    <a:pt x="89" y="197"/>
                    <a:pt x="89" y="195"/>
                  </a:cubicBezTo>
                  <a:cubicBezTo>
                    <a:pt x="89" y="194"/>
                    <a:pt x="88" y="192"/>
                    <a:pt x="87" y="191"/>
                  </a:cubicBezTo>
                  <a:cubicBezTo>
                    <a:pt x="24" y="148"/>
                    <a:pt x="24" y="148"/>
                    <a:pt x="24" y="148"/>
                  </a:cubicBezTo>
                  <a:cubicBezTo>
                    <a:pt x="84" y="145"/>
                    <a:pt x="84" y="145"/>
                    <a:pt x="84" y="145"/>
                  </a:cubicBezTo>
                  <a:cubicBezTo>
                    <a:pt x="86" y="144"/>
                    <a:pt x="88" y="143"/>
                    <a:pt x="89" y="142"/>
                  </a:cubicBezTo>
                  <a:cubicBezTo>
                    <a:pt x="90" y="140"/>
                    <a:pt x="90" y="138"/>
                    <a:pt x="89" y="136"/>
                  </a:cubicBezTo>
                  <a:cubicBezTo>
                    <a:pt x="57" y="75"/>
                    <a:pt x="57" y="75"/>
                    <a:pt x="57" y="75"/>
                  </a:cubicBezTo>
                  <a:cubicBezTo>
                    <a:pt x="115" y="99"/>
                    <a:pt x="115" y="99"/>
                    <a:pt x="115" y="99"/>
                  </a:cubicBezTo>
                  <a:cubicBezTo>
                    <a:pt x="117" y="100"/>
                    <a:pt x="119" y="100"/>
                    <a:pt x="121" y="99"/>
                  </a:cubicBezTo>
                  <a:cubicBezTo>
                    <a:pt x="122" y="98"/>
                    <a:pt x="123" y="96"/>
                    <a:pt x="123" y="94"/>
                  </a:cubicBezTo>
                  <a:cubicBezTo>
                    <a:pt x="126" y="25"/>
                    <a:pt x="126" y="25"/>
                    <a:pt x="126" y="25"/>
                  </a:cubicBezTo>
                  <a:cubicBezTo>
                    <a:pt x="166" y="84"/>
                    <a:pt x="166" y="84"/>
                    <a:pt x="166" y="84"/>
                  </a:cubicBezTo>
                  <a:cubicBezTo>
                    <a:pt x="167" y="86"/>
                    <a:pt x="169" y="87"/>
                    <a:pt x="171" y="87"/>
                  </a:cubicBezTo>
                  <a:cubicBezTo>
                    <a:pt x="173" y="86"/>
                    <a:pt x="175" y="85"/>
                    <a:pt x="176" y="84"/>
                  </a:cubicBezTo>
                  <a:cubicBezTo>
                    <a:pt x="204" y="38"/>
                    <a:pt x="204" y="38"/>
                    <a:pt x="204" y="38"/>
                  </a:cubicBezTo>
                  <a:cubicBezTo>
                    <a:pt x="212" y="83"/>
                    <a:pt x="212" y="83"/>
                    <a:pt x="212" y="83"/>
                  </a:cubicBezTo>
                  <a:cubicBezTo>
                    <a:pt x="213" y="87"/>
                    <a:pt x="216" y="89"/>
                    <a:pt x="219" y="88"/>
                  </a:cubicBezTo>
                  <a:cubicBezTo>
                    <a:pt x="222" y="88"/>
                    <a:pt x="224" y="85"/>
                    <a:pt x="224" y="81"/>
                  </a:cubicBezTo>
                  <a:cubicBezTo>
                    <a:pt x="224" y="81"/>
                    <a:pt x="224" y="81"/>
                    <a:pt x="224" y="81"/>
                  </a:cubicBezTo>
                  <a:cubicBezTo>
                    <a:pt x="214" y="20"/>
                    <a:pt x="214" y="20"/>
                    <a:pt x="214" y="20"/>
                  </a:cubicBezTo>
                  <a:cubicBezTo>
                    <a:pt x="213" y="17"/>
                    <a:pt x="211" y="16"/>
                    <a:pt x="209" y="15"/>
                  </a:cubicBezTo>
                  <a:cubicBezTo>
                    <a:pt x="207" y="15"/>
                    <a:pt x="204" y="16"/>
                    <a:pt x="203" y="18"/>
                  </a:cubicBezTo>
                  <a:cubicBezTo>
                    <a:pt x="171" y="69"/>
                    <a:pt x="171" y="69"/>
                    <a:pt x="171" y="69"/>
                  </a:cubicBezTo>
                  <a:cubicBezTo>
                    <a:pt x="126" y="3"/>
                    <a:pt x="126" y="3"/>
                    <a:pt x="126" y="3"/>
                  </a:cubicBezTo>
                  <a:cubicBezTo>
                    <a:pt x="124" y="1"/>
                    <a:pt x="121" y="0"/>
                    <a:pt x="119" y="1"/>
                  </a:cubicBezTo>
                  <a:cubicBezTo>
                    <a:pt x="116" y="1"/>
                    <a:pt x="115" y="4"/>
                    <a:pt x="115" y="6"/>
                  </a:cubicBezTo>
                  <a:cubicBezTo>
                    <a:pt x="112" y="85"/>
                    <a:pt x="112" y="85"/>
                    <a:pt x="112" y="85"/>
                  </a:cubicBezTo>
                  <a:cubicBezTo>
                    <a:pt x="46" y="58"/>
                    <a:pt x="46" y="58"/>
                    <a:pt x="46" y="58"/>
                  </a:cubicBezTo>
                  <a:cubicBezTo>
                    <a:pt x="44" y="57"/>
                    <a:pt x="41" y="57"/>
                    <a:pt x="40" y="59"/>
                  </a:cubicBezTo>
                  <a:cubicBezTo>
                    <a:pt x="38" y="61"/>
                    <a:pt x="38" y="64"/>
                    <a:pt x="39" y="66"/>
                  </a:cubicBezTo>
                  <a:cubicBezTo>
                    <a:pt x="74" y="133"/>
                    <a:pt x="74" y="133"/>
                    <a:pt x="74" y="133"/>
                  </a:cubicBezTo>
                  <a:cubicBezTo>
                    <a:pt x="6" y="137"/>
                    <a:pt x="6" y="137"/>
                    <a:pt x="6" y="137"/>
                  </a:cubicBezTo>
                  <a:cubicBezTo>
                    <a:pt x="4" y="137"/>
                    <a:pt x="1" y="139"/>
                    <a:pt x="1" y="141"/>
                  </a:cubicBezTo>
                  <a:cubicBezTo>
                    <a:pt x="0" y="144"/>
                    <a:pt x="1" y="146"/>
                    <a:pt x="3" y="148"/>
                  </a:cubicBezTo>
                  <a:cubicBezTo>
                    <a:pt x="74" y="196"/>
                    <a:pt x="74" y="196"/>
                    <a:pt x="74" y="196"/>
                  </a:cubicBezTo>
                  <a:lnTo>
                    <a:pt x="35" y="2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54"/>
            <p:cNvSpPr>
              <a:spLocks/>
            </p:cNvSpPr>
            <p:nvPr/>
          </p:nvSpPr>
          <p:spPr bwMode="auto">
            <a:xfrm>
              <a:off x="495300" y="1616075"/>
              <a:ext cx="282575" cy="282575"/>
            </a:xfrm>
            <a:custGeom>
              <a:avLst/>
              <a:gdLst>
                <a:gd name="T0" fmla="*/ 18 w 204"/>
                <a:gd name="T1" fmla="*/ 135 h 204"/>
                <a:gd name="T2" fmla="*/ 135 w 204"/>
                <a:gd name="T3" fmla="*/ 185 h 204"/>
                <a:gd name="T4" fmla="*/ 186 w 204"/>
                <a:gd name="T5" fmla="*/ 69 h 204"/>
                <a:gd name="T6" fmla="*/ 69 w 204"/>
                <a:gd name="T7" fmla="*/ 18 h 204"/>
                <a:gd name="T8" fmla="*/ 18 w 204"/>
                <a:gd name="T9" fmla="*/ 135 h 204"/>
              </a:gdLst>
              <a:ahLst/>
              <a:cxnLst>
                <a:cxn ang="0">
                  <a:pos x="T0" y="T1"/>
                </a:cxn>
                <a:cxn ang="0">
                  <a:pos x="T2" y="T3"/>
                </a:cxn>
                <a:cxn ang="0">
                  <a:pos x="T4" y="T5"/>
                </a:cxn>
                <a:cxn ang="0">
                  <a:pos x="T6" y="T7"/>
                </a:cxn>
                <a:cxn ang="0">
                  <a:pos x="T8" y="T9"/>
                </a:cxn>
              </a:cxnLst>
              <a:rect l="0" t="0" r="r" b="b"/>
              <a:pathLst>
                <a:path w="204" h="204">
                  <a:moveTo>
                    <a:pt x="18" y="135"/>
                  </a:moveTo>
                  <a:cubicBezTo>
                    <a:pt x="37" y="181"/>
                    <a:pt x="89" y="204"/>
                    <a:pt x="135" y="185"/>
                  </a:cubicBezTo>
                  <a:cubicBezTo>
                    <a:pt x="181" y="167"/>
                    <a:pt x="204" y="115"/>
                    <a:pt x="186" y="69"/>
                  </a:cubicBezTo>
                  <a:cubicBezTo>
                    <a:pt x="167" y="22"/>
                    <a:pt x="115" y="0"/>
                    <a:pt x="69" y="18"/>
                  </a:cubicBezTo>
                  <a:cubicBezTo>
                    <a:pt x="23" y="37"/>
                    <a:pt x="0" y="89"/>
                    <a:pt x="18"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55"/>
            <p:cNvSpPr>
              <a:spLocks/>
            </p:cNvSpPr>
            <p:nvPr/>
          </p:nvSpPr>
          <p:spPr bwMode="auto">
            <a:xfrm>
              <a:off x="395288" y="1438275"/>
              <a:ext cx="931863" cy="1363662"/>
            </a:xfrm>
            <a:custGeom>
              <a:avLst/>
              <a:gdLst>
                <a:gd name="T0" fmla="*/ 339 w 673"/>
                <a:gd name="T1" fmla="*/ 150 h 986"/>
                <a:gd name="T2" fmla="*/ 354 w 673"/>
                <a:gd name="T3" fmla="*/ 240 h 986"/>
                <a:gd name="T4" fmla="*/ 302 w 673"/>
                <a:gd name="T5" fmla="*/ 289 h 986"/>
                <a:gd name="T6" fmla="*/ 290 w 673"/>
                <a:gd name="T7" fmla="*/ 295 h 986"/>
                <a:gd name="T8" fmla="*/ 158 w 673"/>
                <a:gd name="T9" fmla="*/ 388 h 986"/>
                <a:gd name="T10" fmla="*/ 91 w 673"/>
                <a:gd name="T11" fmla="*/ 432 h 986"/>
                <a:gd name="T12" fmla="*/ 68 w 673"/>
                <a:gd name="T13" fmla="*/ 437 h 986"/>
                <a:gd name="T14" fmla="*/ 64 w 673"/>
                <a:gd name="T15" fmla="*/ 416 h 986"/>
                <a:gd name="T16" fmla="*/ 45 w 673"/>
                <a:gd name="T17" fmla="*/ 331 h 986"/>
                <a:gd name="T18" fmla="*/ 0 w 673"/>
                <a:gd name="T19" fmla="*/ 416 h 986"/>
                <a:gd name="T20" fmla="*/ 42 w 673"/>
                <a:gd name="T21" fmla="*/ 496 h 986"/>
                <a:gd name="T22" fmla="*/ 118 w 673"/>
                <a:gd name="T23" fmla="*/ 489 h 986"/>
                <a:gd name="T24" fmla="*/ 284 w 673"/>
                <a:gd name="T25" fmla="*/ 610 h 986"/>
                <a:gd name="T26" fmla="*/ 183 w 673"/>
                <a:gd name="T27" fmla="*/ 717 h 986"/>
                <a:gd name="T28" fmla="*/ 225 w 673"/>
                <a:gd name="T29" fmla="*/ 969 h 986"/>
                <a:gd name="T30" fmla="*/ 296 w 673"/>
                <a:gd name="T31" fmla="*/ 974 h 986"/>
                <a:gd name="T32" fmla="*/ 258 w 673"/>
                <a:gd name="T33" fmla="*/ 812 h 986"/>
                <a:gd name="T34" fmla="*/ 322 w 673"/>
                <a:gd name="T35" fmla="*/ 706 h 986"/>
                <a:gd name="T36" fmla="*/ 352 w 673"/>
                <a:gd name="T37" fmla="*/ 685 h 986"/>
                <a:gd name="T38" fmla="*/ 354 w 673"/>
                <a:gd name="T39" fmla="*/ 684 h 986"/>
                <a:gd name="T40" fmla="*/ 354 w 673"/>
                <a:gd name="T41" fmla="*/ 684 h 986"/>
                <a:gd name="T42" fmla="*/ 402 w 673"/>
                <a:gd name="T43" fmla="*/ 826 h 986"/>
                <a:gd name="T44" fmla="*/ 617 w 673"/>
                <a:gd name="T45" fmla="*/ 975 h 986"/>
                <a:gd name="T46" fmla="*/ 632 w 673"/>
                <a:gd name="T47" fmla="*/ 877 h 986"/>
                <a:gd name="T48" fmla="*/ 458 w 673"/>
                <a:gd name="T49" fmla="*/ 653 h 986"/>
                <a:gd name="T50" fmla="*/ 464 w 673"/>
                <a:gd name="T51" fmla="*/ 595 h 986"/>
                <a:gd name="T52" fmla="*/ 464 w 673"/>
                <a:gd name="T53" fmla="*/ 591 h 986"/>
                <a:gd name="T54" fmla="*/ 459 w 673"/>
                <a:gd name="T55" fmla="*/ 550 h 986"/>
                <a:gd name="T56" fmla="*/ 374 w 673"/>
                <a:gd name="T57" fmla="*/ 315 h 986"/>
                <a:gd name="T58" fmla="*/ 427 w 673"/>
                <a:gd name="T59" fmla="*/ 208 h 986"/>
                <a:gd name="T60" fmla="*/ 267 w 673"/>
                <a:gd name="T61" fmla="*/ 9 h 986"/>
                <a:gd name="T62" fmla="*/ 233 w 673"/>
                <a:gd name="T63" fmla="*/ 64 h 9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73" h="986">
                  <a:moveTo>
                    <a:pt x="233" y="64"/>
                  </a:moveTo>
                  <a:cubicBezTo>
                    <a:pt x="287" y="96"/>
                    <a:pt x="320" y="126"/>
                    <a:pt x="339" y="150"/>
                  </a:cubicBezTo>
                  <a:cubicBezTo>
                    <a:pt x="358" y="174"/>
                    <a:pt x="363" y="193"/>
                    <a:pt x="363" y="208"/>
                  </a:cubicBezTo>
                  <a:cubicBezTo>
                    <a:pt x="363" y="219"/>
                    <a:pt x="359" y="230"/>
                    <a:pt x="354" y="240"/>
                  </a:cubicBezTo>
                  <a:cubicBezTo>
                    <a:pt x="345" y="255"/>
                    <a:pt x="331" y="269"/>
                    <a:pt x="318" y="278"/>
                  </a:cubicBezTo>
                  <a:cubicBezTo>
                    <a:pt x="312" y="283"/>
                    <a:pt x="306" y="287"/>
                    <a:pt x="302" y="289"/>
                  </a:cubicBezTo>
                  <a:cubicBezTo>
                    <a:pt x="300" y="290"/>
                    <a:pt x="298" y="291"/>
                    <a:pt x="297" y="291"/>
                  </a:cubicBezTo>
                  <a:cubicBezTo>
                    <a:pt x="295" y="292"/>
                    <a:pt x="293" y="294"/>
                    <a:pt x="290" y="295"/>
                  </a:cubicBezTo>
                  <a:cubicBezTo>
                    <a:pt x="164" y="383"/>
                    <a:pt x="164" y="383"/>
                    <a:pt x="164" y="383"/>
                  </a:cubicBezTo>
                  <a:cubicBezTo>
                    <a:pt x="161" y="385"/>
                    <a:pt x="160" y="386"/>
                    <a:pt x="158" y="388"/>
                  </a:cubicBezTo>
                  <a:cubicBezTo>
                    <a:pt x="152" y="393"/>
                    <a:pt x="137" y="405"/>
                    <a:pt x="120" y="416"/>
                  </a:cubicBezTo>
                  <a:cubicBezTo>
                    <a:pt x="111" y="422"/>
                    <a:pt x="100" y="428"/>
                    <a:pt x="91" y="432"/>
                  </a:cubicBezTo>
                  <a:cubicBezTo>
                    <a:pt x="81" y="436"/>
                    <a:pt x="73" y="437"/>
                    <a:pt x="69" y="437"/>
                  </a:cubicBezTo>
                  <a:cubicBezTo>
                    <a:pt x="68" y="437"/>
                    <a:pt x="68" y="437"/>
                    <a:pt x="68" y="437"/>
                  </a:cubicBezTo>
                  <a:cubicBezTo>
                    <a:pt x="67" y="437"/>
                    <a:pt x="67" y="435"/>
                    <a:pt x="66" y="433"/>
                  </a:cubicBezTo>
                  <a:cubicBezTo>
                    <a:pt x="65" y="429"/>
                    <a:pt x="64" y="424"/>
                    <a:pt x="64" y="416"/>
                  </a:cubicBezTo>
                  <a:cubicBezTo>
                    <a:pt x="64" y="405"/>
                    <a:pt x="66" y="389"/>
                    <a:pt x="70" y="369"/>
                  </a:cubicBezTo>
                  <a:cubicBezTo>
                    <a:pt x="74" y="352"/>
                    <a:pt x="62" y="335"/>
                    <a:pt x="45" y="331"/>
                  </a:cubicBezTo>
                  <a:cubicBezTo>
                    <a:pt x="28" y="328"/>
                    <a:pt x="11" y="339"/>
                    <a:pt x="7" y="356"/>
                  </a:cubicBezTo>
                  <a:cubicBezTo>
                    <a:pt x="3" y="379"/>
                    <a:pt x="0" y="399"/>
                    <a:pt x="0" y="416"/>
                  </a:cubicBezTo>
                  <a:cubicBezTo>
                    <a:pt x="0" y="440"/>
                    <a:pt x="5" y="460"/>
                    <a:pt x="18" y="477"/>
                  </a:cubicBezTo>
                  <a:cubicBezTo>
                    <a:pt x="24" y="486"/>
                    <a:pt x="33" y="492"/>
                    <a:pt x="42" y="496"/>
                  </a:cubicBezTo>
                  <a:cubicBezTo>
                    <a:pt x="51" y="500"/>
                    <a:pt x="60" y="501"/>
                    <a:pt x="69" y="501"/>
                  </a:cubicBezTo>
                  <a:cubicBezTo>
                    <a:pt x="87" y="501"/>
                    <a:pt x="103" y="496"/>
                    <a:pt x="118" y="489"/>
                  </a:cubicBezTo>
                  <a:cubicBezTo>
                    <a:pt x="140" y="480"/>
                    <a:pt x="161" y="466"/>
                    <a:pt x="176" y="455"/>
                  </a:cubicBezTo>
                  <a:cubicBezTo>
                    <a:pt x="284" y="610"/>
                    <a:pt x="284" y="610"/>
                    <a:pt x="284" y="610"/>
                  </a:cubicBezTo>
                  <a:cubicBezTo>
                    <a:pt x="270" y="619"/>
                    <a:pt x="252" y="633"/>
                    <a:pt x="234" y="651"/>
                  </a:cubicBezTo>
                  <a:cubicBezTo>
                    <a:pt x="216" y="668"/>
                    <a:pt x="197" y="690"/>
                    <a:pt x="183" y="717"/>
                  </a:cubicBezTo>
                  <a:cubicBezTo>
                    <a:pt x="168" y="744"/>
                    <a:pt x="158" y="776"/>
                    <a:pt x="158" y="812"/>
                  </a:cubicBezTo>
                  <a:cubicBezTo>
                    <a:pt x="157" y="863"/>
                    <a:pt x="179" y="918"/>
                    <a:pt x="225" y="969"/>
                  </a:cubicBezTo>
                  <a:cubicBezTo>
                    <a:pt x="235" y="981"/>
                    <a:pt x="249" y="986"/>
                    <a:pt x="263" y="986"/>
                  </a:cubicBezTo>
                  <a:cubicBezTo>
                    <a:pt x="274" y="986"/>
                    <a:pt x="286" y="982"/>
                    <a:pt x="296" y="974"/>
                  </a:cubicBezTo>
                  <a:cubicBezTo>
                    <a:pt x="316" y="955"/>
                    <a:pt x="318" y="924"/>
                    <a:pt x="300" y="903"/>
                  </a:cubicBezTo>
                  <a:cubicBezTo>
                    <a:pt x="266" y="864"/>
                    <a:pt x="258" y="835"/>
                    <a:pt x="258" y="812"/>
                  </a:cubicBezTo>
                  <a:cubicBezTo>
                    <a:pt x="258" y="796"/>
                    <a:pt x="262" y="780"/>
                    <a:pt x="271" y="765"/>
                  </a:cubicBezTo>
                  <a:cubicBezTo>
                    <a:pt x="283" y="742"/>
                    <a:pt x="304" y="720"/>
                    <a:pt x="322" y="706"/>
                  </a:cubicBezTo>
                  <a:cubicBezTo>
                    <a:pt x="332" y="699"/>
                    <a:pt x="340" y="693"/>
                    <a:pt x="346" y="689"/>
                  </a:cubicBezTo>
                  <a:cubicBezTo>
                    <a:pt x="348" y="687"/>
                    <a:pt x="351" y="686"/>
                    <a:pt x="352" y="685"/>
                  </a:cubicBezTo>
                  <a:cubicBezTo>
                    <a:pt x="353" y="685"/>
                    <a:pt x="353" y="684"/>
                    <a:pt x="354" y="684"/>
                  </a:cubicBezTo>
                  <a:cubicBezTo>
                    <a:pt x="354" y="684"/>
                    <a:pt x="354" y="684"/>
                    <a:pt x="354" y="684"/>
                  </a:cubicBezTo>
                  <a:cubicBezTo>
                    <a:pt x="354" y="684"/>
                    <a:pt x="354" y="684"/>
                    <a:pt x="354" y="684"/>
                  </a:cubicBezTo>
                  <a:cubicBezTo>
                    <a:pt x="354" y="684"/>
                    <a:pt x="354" y="684"/>
                    <a:pt x="354" y="684"/>
                  </a:cubicBezTo>
                  <a:cubicBezTo>
                    <a:pt x="356" y="683"/>
                    <a:pt x="357" y="682"/>
                    <a:pt x="359" y="681"/>
                  </a:cubicBezTo>
                  <a:cubicBezTo>
                    <a:pt x="362" y="724"/>
                    <a:pt x="373" y="776"/>
                    <a:pt x="402" y="826"/>
                  </a:cubicBezTo>
                  <a:cubicBezTo>
                    <a:pt x="438" y="888"/>
                    <a:pt x="503" y="944"/>
                    <a:pt x="603" y="973"/>
                  </a:cubicBezTo>
                  <a:cubicBezTo>
                    <a:pt x="608" y="975"/>
                    <a:pt x="613" y="975"/>
                    <a:pt x="617" y="975"/>
                  </a:cubicBezTo>
                  <a:cubicBezTo>
                    <a:pt x="639" y="975"/>
                    <a:pt x="659" y="961"/>
                    <a:pt x="665" y="940"/>
                  </a:cubicBezTo>
                  <a:cubicBezTo>
                    <a:pt x="673" y="913"/>
                    <a:pt x="658" y="885"/>
                    <a:pt x="632" y="877"/>
                  </a:cubicBezTo>
                  <a:cubicBezTo>
                    <a:pt x="552" y="853"/>
                    <a:pt x="513" y="815"/>
                    <a:pt x="489" y="775"/>
                  </a:cubicBezTo>
                  <a:cubicBezTo>
                    <a:pt x="465" y="735"/>
                    <a:pt x="458" y="689"/>
                    <a:pt x="458" y="653"/>
                  </a:cubicBezTo>
                  <a:cubicBezTo>
                    <a:pt x="458" y="634"/>
                    <a:pt x="460" y="618"/>
                    <a:pt x="461" y="607"/>
                  </a:cubicBezTo>
                  <a:cubicBezTo>
                    <a:pt x="462" y="602"/>
                    <a:pt x="463" y="597"/>
                    <a:pt x="464" y="595"/>
                  </a:cubicBezTo>
                  <a:cubicBezTo>
                    <a:pt x="464" y="593"/>
                    <a:pt x="464" y="592"/>
                    <a:pt x="464" y="592"/>
                  </a:cubicBezTo>
                  <a:cubicBezTo>
                    <a:pt x="464" y="592"/>
                    <a:pt x="464" y="592"/>
                    <a:pt x="464" y="591"/>
                  </a:cubicBezTo>
                  <a:cubicBezTo>
                    <a:pt x="467" y="583"/>
                    <a:pt x="466" y="574"/>
                    <a:pt x="464" y="566"/>
                  </a:cubicBezTo>
                  <a:cubicBezTo>
                    <a:pt x="464" y="561"/>
                    <a:pt x="462" y="555"/>
                    <a:pt x="459" y="550"/>
                  </a:cubicBezTo>
                  <a:cubicBezTo>
                    <a:pt x="349" y="334"/>
                    <a:pt x="349" y="334"/>
                    <a:pt x="349" y="334"/>
                  </a:cubicBezTo>
                  <a:cubicBezTo>
                    <a:pt x="357" y="329"/>
                    <a:pt x="365" y="323"/>
                    <a:pt x="374" y="315"/>
                  </a:cubicBezTo>
                  <a:cubicBezTo>
                    <a:pt x="386" y="304"/>
                    <a:pt x="399" y="289"/>
                    <a:pt x="409" y="271"/>
                  </a:cubicBezTo>
                  <a:cubicBezTo>
                    <a:pt x="420" y="254"/>
                    <a:pt x="427" y="232"/>
                    <a:pt x="427" y="208"/>
                  </a:cubicBezTo>
                  <a:cubicBezTo>
                    <a:pt x="427" y="177"/>
                    <a:pt x="415" y="143"/>
                    <a:pt x="389" y="111"/>
                  </a:cubicBezTo>
                  <a:cubicBezTo>
                    <a:pt x="363" y="78"/>
                    <a:pt x="324" y="44"/>
                    <a:pt x="267" y="9"/>
                  </a:cubicBezTo>
                  <a:cubicBezTo>
                    <a:pt x="252" y="0"/>
                    <a:pt x="232" y="5"/>
                    <a:pt x="223" y="20"/>
                  </a:cubicBezTo>
                  <a:cubicBezTo>
                    <a:pt x="213" y="35"/>
                    <a:pt x="218" y="55"/>
                    <a:pt x="233" y="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56"/>
            <p:cNvSpPr>
              <a:spLocks/>
            </p:cNvSpPr>
            <p:nvPr/>
          </p:nvSpPr>
          <p:spPr bwMode="auto">
            <a:xfrm>
              <a:off x="1322388" y="2008188"/>
              <a:ext cx="238125" cy="255587"/>
            </a:xfrm>
            <a:custGeom>
              <a:avLst/>
              <a:gdLst>
                <a:gd name="T0" fmla="*/ 96 w 150"/>
                <a:gd name="T1" fmla="*/ 115 h 161"/>
                <a:gd name="T2" fmla="*/ 101 w 150"/>
                <a:gd name="T3" fmla="*/ 120 h 161"/>
                <a:gd name="T4" fmla="*/ 149 w 150"/>
                <a:gd name="T5" fmla="*/ 161 h 161"/>
                <a:gd name="T6" fmla="*/ 105 w 150"/>
                <a:gd name="T7" fmla="*/ 44 h 161"/>
                <a:gd name="T8" fmla="*/ 150 w 150"/>
                <a:gd name="T9" fmla="*/ 27 h 161"/>
                <a:gd name="T10" fmla="*/ 144 w 150"/>
                <a:gd name="T11" fmla="*/ 26 h 161"/>
                <a:gd name="T12" fmla="*/ 28 w 150"/>
                <a:gd name="T13" fmla="*/ 0 h 161"/>
                <a:gd name="T14" fmla="*/ 32 w 150"/>
                <a:gd name="T15" fmla="*/ 12 h 161"/>
                <a:gd name="T16" fmla="*/ 0 w 150"/>
                <a:gd name="T17" fmla="*/ 24 h 161"/>
                <a:gd name="T18" fmla="*/ 20 w 150"/>
                <a:gd name="T19" fmla="*/ 76 h 161"/>
                <a:gd name="T20" fmla="*/ 52 w 150"/>
                <a:gd name="T21" fmla="*/ 64 h 161"/>
                <a:gd name="T22" fmla="*/ 79 w 150"/>
                <a:gd name="T23" fmla="*/ 135 h 161"/>
                <a:gd name="T24" fmla="*/ 91 w 150"/>
                <a:gd name="T25" fmla="*/ 121 h 161"/>
                <a:gd name="T26" fmla="*/ 96 w 150"/>
                <a:gd name="T27" fmla="*/ 115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0" h="161">
                  <a:moveTo>
                    <a:pt x="96" y="115"/>
                  </a:moveTo>
                  <a:lnTo>
                    <a:pt x="101" y="120"/>
                  </a:lnTo>
                  <a:lnTo>
                    <a:pt x="149" y="161"/>
                  </a:lnTo>
                  <a:lnTo>
                    <a:pt x="105" y="44"/>
                  </a:lnTo>
                  <a:lnTo>
                    <a:pt x="150" y="27"/>
                  </a:lnTo>
                  <a:lnTo>
                    <a:pt x="144" y="26"/>
                  </a:lnTo>
                  <a:lnTo>
                    <a:pt x="28" y="0"/>
                  </a:lnTo>
                  <a:lnTo>
                    <a:pt x="32" y="12"/>
                  </a:lnTo>
                  <a:lnTo>
                    <a:pt x="0" y="24"/>
                  </a:lnTo>
                  <a:lnTo>
                    <a:pt x="20" y="76"/>
                  </a:lnTo>
                  <a:lnTo>
                    <a:pt x="52" y="64"/>
                  </a:lnTo>
                  <a:lnTo>
                    <a:pt x="79" y="135"/>
                  </a:lnTo>
                  <a:lnTo>
                    <a:pt x="91" y="121"/>
                  </a:lnTo>
                  <a:lnTo>
                    <a:pt x="96" y="1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57"/>
            <p:cNvSpPr>
              <a:spLocks/>
            </p:cNvSpPr>
            <p:nvPr/>
          </p:nvSpPr>
          <p:spPr bwMode="auto">
            <a:xfrm>
              <a:off x="996950" y="842963"/>
              <a:ext cx="1474788" cy="1916112"/>
            </a:xfrm>
            <a:custGeom>
              <a:avLst/>
              <a:gdLst>
                <a:gd name="T0" fmla="*/ 63 w 929"/>
                <a:gd name="T1" fmla="*/ 268 h 1207"/>
                <a:gd name="T2" fmla="*/ 68 w 929"/>
                <a:gd name="T3" fmla="*/ 272 h 1207"/>
                <a:gd name="T4" fmla="*/ 138 w 929"/>
                <a:gd name="T5" fmla="*/ 328 h 1207"/>
                <a:gd name="T6" fmla="*/ 105 w 929"/>
                <a:gd name="T7" fmla="*/ 241 h 1207"/>
                <a:gd name="T8" fmla="*/ 517 w 929"/>
                <a:gd name="T9" fmla="*/ 84 h 1207"/>
                <a:gd name="T10" fmla="*/ 607 w 929"/>
                <a:gd name="T11" fmla="*/ 320 h 1207"/>
                <a:gd name="T12" fmla="*/ 195 w 929"/>
                <a:gd name="T13" fmla="*/ 477 h 1207"/>
                <a:gd name="T14" fmla="*/ 164 w 929"/>
                <a:gd name="T15" fmla="*/ 396 h 1207"/>
                <a:gd name="T16" fmla="*/ 123 w 929"/>
                <a:gd name="T17" fmla="*/ 446 h 1207"/>
                <a:gd name="T18" fmla="*/ 142 w 929"/>
                <a:gd name="T19" fmla="*/ 497 h 1207"/>
                <a:gd name="T20" fmla="*/ 110 w 929"/>
                <a:gd name="T21" fmla="*/ 509 h 1207"/>
                <a:gd name="T22" fmla="*/ 130 w 929"/>
                <a:gd name="T23" fmla="*/ 561 h 1207"/>
                <a:gd name="T24" fmla="*/ 162 w 929"/>
                <a:gd name="T25" fmla="*/ 549 h 1207"/>
                <a:gd name="T26" fmla="*/ 209 w 929"/>
                <a:gd name="T27" fmla="*/ 672 h 1207"/>
                <a:gd name="T28" fmla="*/ 230 w 929"/>
                <a:gd name="T29" fmla="*/ 578 h 1207"/>
                <a:gd name="T30" fmla="*/ 231 w 929"/>
                <a:gd name="T31" fmla="*/ 573 h 1207"/>
                <a:gd name="T32" fmla="*/ 215 w 929"/>
                <a:gd name="T33" fmla="*/ 529 h 1207"/>
                <a:gd name="T34" fmla="*/ 627 w 929"/>
                <a:gd name="T35" fmla="*/ 372 h 1207"/>
                <a:gd name="T36" fmla="*/ 702 w 929"/>
                <a:gd name="T37" fmla="*/ 569 h 1207"/>
                <a:gd name="T38" fmla="*/ 371 w 929"/>
                <a:gd name="T39" fmla="*/ 695 h 1207"/>
                <a:gd name="T40" fmla="*/ 357 w 929"/>
                <a:gd name="T41" fmla="*/ 755 h 1207"/>
                <a:gd name="T42" fmla="*/ 356 w 929"/>
                <a:gd name="T43" fmla="*/ 761 h 1207"/>
                <a:gd name="T44" fmla="*/ 435 w 929"/>
                <a:gd name="T45" fmla="*/ 730 h 1207"/>
                <a:gd name="T46" fmla="*/ 445 w 929"/>
                <a:gd name="T47" fmla="*/ 690 h 1207"/>
                <a:gd name="T48" fmla="*/ 445 w 929"/>
                <a:gd name="T49" fmla="*/ 684 h 1207"/>
                <a:gd name="T50" fmla="*/ 452 w 929"/>
                <a:gd name="T51" fmla="*/ 685 h 1207"/>
                <a:gd name="T52" fmla="*/ 516 w 929"/>
                <a:gd name="T53" fmla="*/ 700 h 1207"/>
                <a:gd name="T54" fmla="*/ 722 w 929"/>
                <a:gd name="T55" fmla="*/ 621 h 1207"/>
                <a:gd name="T56" fmla="*/ 811 w 929"/>
                <a:gd name="T57" fmla="*/ 857 h 1207"/>
                <a:gd name="T58" fmla="*/ 399 w 929"/>
                <a:gd name="T59" fmla="*/ 1014 h 1207"/>
                <a:gd name="T60" fmla="*/ 390 w 929"/>
                <a:gd name="T61" fmla="*/ 989 h 1207"/>
                <a:gd name="T62" fmla="*/ 322 w 929"/>
                <a:gd name="T63" fmla="*/ 1067 h 1207"/>
                <a:gd name="T64" fmla="*/ 334 w 929"/>
                <a:gd name="T65" fmla="*/ 1099 h 1207"/>
                <a:gd name="T66" fmla="*/ 367 w 929"/>
                <a:gd name="T67" fmla="*/ 1087 h 1207"/>
                <a:gd name="T68" fmla="*/ 412 w 929"/>
                <a:gd name="T69" fmla="*/ 1207 h 1207"/>
                <a:gd name="T70" fmla="*/ 465 w 929"/>
                <a:gd name="T71" fmla="*/ 1187 h 1207"/>
                <a:gd name="T72" fmla="*/ 419 w 929"/>
                <a:gd name="T73" fmla="*/ 1067 h 1207"/>
                <a:gd name="T74" fmla="*/ 831 w 929"/>
                <a:gd name="T75" fmla="*/ 910 h 1207"/>
                <a:gd name="T76" fmla="*/ 877 w 929"/>
                <a:gd name="T77" fmla="*/ 1031 h 1207"/>
                <a:gd name="T78" fmla="*/ 929 w 929"/>
                <a:gd name="T79" fmla="*/ 1011 h 1207"/>
                <a:gd name="T80" fmla="*/ 883 w 929"/>
                <a:gd name="T81" fmla="*/ 890 h 1207"/>
                <a:gd name="T82" fmla="*/ 916 w 929"/>
                <a:gd name="T83" fmla="*/ 878 h 1207"/>
                <a:gd name="T84" fmla="*/ 896 w 929"/>
                <a:gd name="T85" fmla="*/ 825 h 1207"/>
                <a:gd name="T86" fmla="*/ 864 w 929"/>
                <a:gd name="T87" fmla="*/ 838 h 1207"/>
                <a:gd name="T88" fmla="*/ 774 w 929"/>
                <a:gd name="T89" fmla="*/ 602 h 1207"/>
                <a:gd name="T90" fmla="*/ 806 w 929"/>
                <a:gd name="T91" fmla="*/ 589 h 1207"/>
                <a:gd name="T92" fmla="*/ 786 w 929"/>
                <a:gd name="T93" fmla="*/ 538 h 1207"/>
                <a:gd name="T94" fmla="*/ 754 w 929"/>
                <a:gd name="T95" fmla="*/ 550 h 1207"/>
                <a:gd name="T96" fmla="*/ 679 w 929"/>
                <a:gd name="T97" fmla="*/ 353 h 1207"/>
                <a:gd name="T98" fmla="*/ 711 w 929"/>
                <a:gd name="T99" fmla="*/ 340 h 1207"/>
                <a:gd name="T100" fmla="*/ 691 w 929"/>
                <a:gd name="T101" fmla="*/ 288 h 1207"/>
                <a:gd name="T102" fmla="*/ 659 w 929"/>
                <a:gd name="T103" fmla="*/ 301 h 1207"/>
                <a:gd name="T104" fmla="*/ 569 w 929"/>
                <a:gd name="T105" fmla="*/ 65 h 1207"/>
                <a:gd name="T106" fmla="*/ 601 w 929"/>
                <a:gd name="T107" fmla="*/ 52 h 1207"/>
                <a:gd name="T108" fmla="*/ 582 w 929"/>
                <a:gd name="T109" fmla="*/ 0 h 1207"/>
                <a:gd name="T110" fmla="*/ 0 w 929"/>
                <a:gd name="T111" fmla="*/ 221 h 1207"/>
                <a:gd name="T112" fmla="*/ 20 w 929"/>
                <a:gd name="T113" fmla="*/ 273 h 1207"/>
                <a:gd name="T114" fmla="*/ 53 w 929"/>
                <a:gd name="T115" fmla="*/ 261 h 1207"/>
                <a:gd name="T116" fmla="*/ 58 w 929"/>
                <a:gd name="T117" fmla="*/ 274 h 1207"/>
                <a:gd name="T118" fmla="*/ 59 w 929"/>
                <a:gd name="T119" fmla="*/ 273 h 1207"/>
                <a:gd name="T120" fmla="*/ 63 w 929"/>
                <a:gd name="T121" fmla="*/ 268 h 1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29" h="1207">
                  <a:moveTo>
                    <a:pt x="63" y="268"/>
                  </a:moveTo>
                  <a:lnTo>
                    <a:pt x="68" y="272"/>
                  </a:lnTo>
                  <a:lnTo>
                    <a:pt x="138" y="328"/>
                  </a:lnTo>
                  <a:lnTo>
                    <a:pt x="105" y="241"/>
                  </a:lnTo>
                  <a:lnTo>
                    <a:pt x="517" y="84"/>
                  </a:lnTo>
                  <a:lnTo>
                    <a:pt x="607" y="320"/>
                  </a:lnTo>
                  <a:lnTo>
                    <a:pt x="195" y="477"/>
                  </a:lnTo>
                  <a:lnTo>
                    <a:pt x="164" y="396"/>
                  </a:lnTo>
                  <a:lnTo>
                    <a:pt x="123" y="446"/>
                  </a:lnTo>
                  <a:lnTo>
                    <a:pt x="142" y="497"/>
                  </a:lnTo>
                  <a:lnTo>
                    <a:pt x="110" y="509"/>
                  </a:lnTo>
                  <a:lnTo>
                    <a:pt x="130" y="561"/>
                  </a:lnTo>
                  <a:lnTo>
                    <a:pt x="162" y="549"/>
                  </a:lnTo>
                  <a:lnTo>
                    <a:pt x="209" y="672"/>
                  </a:lnTo>
                  <a:lnTo>
                    <a:pt x="230" y="578"/>
                  </a:lnTo>
                  <a:lnTo>
                    <a:pt x="231" y="573"/>
                  </a:lnTo>
                  <a:lnTo>
                    <a:pt x="215" y="529"/>
                  </a:lnTo>
                  <a:lnTo>
                    <a:pt x="627" y="372"/>
                  </a:lnTo>
                  <a:lnTo>
                    <a:pt x="702" y="569"/>
                  </a:lnTo>
                  <a:lnTo>
                    <a:pt x="371" y="695"/>
                  </a:lnTo>
                  <a:lnTo>
                    <a:pt x="357" y="755"/>
                  </a:lnTo>
                  <a:lnTo>
                    <a:pt x="356" y="761"/>
                  </a:lnTo>
                  <a:lnTo>
                    <a:pt x="435" y="730"/>
                  </a:lnTo>
                  <a:lnTo>
                    <a:pt x="445" y="690"/>
                  </a:lnTo>
                  <a:lnTo>
                    <a:pt x="445" y="684"/>
                  </a:lnTo>
                  <a:lnTo>
                    <a:pt x="452" y="685"/>
                  </a:lnTo>
                  <a:lnTo>
                    <a:pt x="516" y="700"/>
                  </a:lnTo>
                  <a:lnTo>
                    <a:pt x="722" y="621"/>
                  </a:lnTo>
                  <a:lnTo>
                    <a:pt x="811" y="857"/>
                  </a:lnTo>
                  <a:lnTo>
                    <a:pt x="399" y="1014"/>
                  </a:lnTo>
                  <a:lnTo>
                    <a:pt x="390" y="989"/>
                  </a:lnTo>
                  <a:lnTo>
                    <a:pt x="322" y="1067"/>
                  </a:lnTo>
                  <a:lnTo>
                    <a:pt x="334" y="1099"/>
                  </a:lnTo>
                  <a:lnTo>
                    <a:pt x="367" y="1087"/>
                  </a:lnTo>
                  <a:lnTo>
                    <a:pt x="412" y="1207"/>
                  </a:lnTo>
                  <a:lnTo>
                    <a:pt x="465" y="1187"/>
                  </a:lnTo>
                  <a:lnTo>
                    <a:pt x="419" y="1067"/>
                  </a:lnTo>
                  <a:lnTo>
                    <a:pt x="831" y="910"/>
                  </a:lnTo>
                  <a:lnTo>
                    <a:pt x="877" y="1031"/>
                  </a:lnTo>
                  <a:lnTo>
                    <a:pt x="929" y="1011"/>
                  </a:lnTo>
                  <a:lnTo>
                    <a:pt x="883" y="890"/>
                  </a:lnTo>
                  <a:lnTo>
                    <a:pt x="916" y="878"/>
                  </a:lnTo>
                  <a:lnTo>
                    <a:pt x="896" y="825"/>
                  </a:lnTo>
                  <a:lnTo>
                    <a:pt x="864" y="838"/>
                  </a:lnTo>
                  <a:lnTo>
                    <a:pt x="774" y="602"/>
                  </a:lnTo>
                  <a:lnTo>
                    <a:pt x="806" y="589"/>
                  </a:lnTo>
                  <a:lnTo>
                    <a:pt x="786" y="538"/>
                  </a:lnTo>
                  <a:lnTo>
                    <a:pt x="754" y="550"/>
                  </a:lnTo>
                  <a:lnTo>
                    <a:pt x="679" y="353"/>
                  </a:lnTo>
                  <a:lnTo>
                    <a:pt x="711" y="340"/>
                  </a:lnTo>
                  <a:lnTo>
                    <a:pt x="691" y="288"/>
                  </a:lnTo>
                  <a:lnTo>
                    <a:pt x="659" y="301"/>
                  </a:lnTo>
                  <a:lnTo>
                    <a:pt x="569" y="65"/>
                  </a:lnTo>
                  <a:lnTo>
                    <a:pt x="601" y="52"/>
                  </a:lnTo>
                  <a:lnTo>
                    <a:pt x="582" y="0"/>
                  </a:lnTo>
                  <a:lnTo>
                    <a:pt x="0" y="221"/>
                  </a:lnTo>
                  <a:lnTo>
                    <a:pt x="20" y="273"/>
                  </a:lnTo>
                  <a:lnTo>
                    <a:pt x="53" y="261"/>
                  </a:lnTo>
                  <a:lnTo>
                    <a:pt x="58" y="274"/>
                  </a:lnTo>
                  <a:lnTo>
                    <a:pt x="59" y="273"/>
                  </a:lnTo>
                  <a:lnTo>
                    <a:pt x="63" y="2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58"/>
            <p:cNvSpPr>
              <a:spLocks/>
            </p:cNvSpPr>
            <p:nvPr/>
          </p:nvSpPr>
          <p:spPr bwMode="auto">
            <a:xfrm>
              <a:off x="1425575" y="1141413"/>
              <a:ext cx="296863" cy="290512"/>
            </a:xfrm>
            <a:custGeom>
              <a:avLst/>
              <a:gdLst>
                <a:gd name="T0" fmla="*/ 187 w 187"/>
                <a:gd name="T1" fmla="*/ 137 h 183"/>
                <a:gd name="T2" fmla="*/ 141 w 187"/>
                <a:gd name="T3" fmla="*/ 0 h 183"/>
                <a:gd name="T4" fmla="*/ 0 w 187"/>
                <a:gd name="T5" fmla="*/ 46 h 183"/>
                <a:gd name="T6" fmla="*/ 46 w 187"/>
                <a:gd name="T7" fmla="*/ 183 h 183"/>
                <a:gd name="T8" fmla="*/ 187 w 187"/>
                <a:gd name="T9" fmla="*/ 137 h 183"/>
              </a:gdLst>
              <a:ahLst/>
              <a:cxnLst>
                <a:cxn ang="0">
                  <a:pos x="T0" y="T1"/>
                </a:cxn>
                <a:cxn ang="0">
                  <a:pos x="T2" y="T3"/>
                </a:cxn>
                <a:cxn ang="0">
                  <a:pos x="T4" y="T5"/>
                </a:cxn>
                <a:cxn ang="0">
                  <a:pos x="T6" y="T7"/>
                </a:cxn>
                <a:cxn ang="0">
                  <a:pos x="T8" y="T9"/>
                </a:cxn>
              </a:cxnLst>
              <a:rect l="0" t="0" r="r" b="b"/>
              <a:pathLst>
                <a:path w="187" h="183">
                  <a:moveTo>
                    <a:pt x="187" y="137"/>
                  </a:moveTo>
                  <a:lnTo>
                    <a:pt x="141" y="0"/>
                  </a:lnTo>
                  <a:lnTo>
                    <a:pt x="0" y="46"/>
                  </a:lnTo>
                  <a:lnTo>
                    <a:pt x="46" y="183"/>
                  </a:lnTo>
                  <a:lnTo>
                    <a:pt x="187" y="1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59"/>
            <p:cNvSpPr>
              <a:spLocks/>
            </p:cNvSpPr>
            <p:nvPr/>
          </p:nvSpPr>
          <p:spPr bwMode="auto">
            <a:xfrm>
              <a:off x="952500" y="1282700"/>
              <a:ext cx="325438" cy="328612"/>
            </a:xfrm>
            <a:custGeom>
              <a:avLst/>
              <a:gdLst>
                <a:gd name="T0" fmla="*/ 205 w 205"/>
                <a:gd name="T1" fmla="*/ 91 h 207"/>
                <a:gd name="T2" fmla="*/ 92 w 205"/>
                <a:gd name="T3" fmla="*/ 0 h 207"/>
                <a:gd name="T4" fmla="*/ 0 w 205"/>
                <a:gd name="T5" fmla="*/ 116 h 207"/>
                <a:gd name="T6" fmla="*/ 113 w 205"/>
                <a:gd name="T7" fmla="*/ 207 h 207"/>
                <a:gd name="T8" fmla="*/ 205 w 205"/>
                <a:gd name="T9" fmla="*/ 91 h 207"/>
              </a:gdLst>
              <a:ahLst/>
              <a:cxnLst>
                <a:cxn ang="0">
                  <a:pos x="T0" y="T1"/>
                </a:cxn>
                <a:cxn ang="0">
                  <a:pos x="T2" y="T3"/>
                </a:cxn>
                <a:cxn ang="0">
                  <a:pos x="T4" y="T5"/>
                </a:cxn>
                <a:cxn ang="0">
                  <a:pos x="T6" y="T7"/>
                </a:cxn>
                <a:cxn ang="0">
                  <a:pos x="T8" y="T9"/>
                </a:cxn>
              </a:cxnLst>
              <a:rect l="0" t="0" r="r" b="b"/>
              <a:pathLst>
                <a:path w="205" h="207">
                  <a:moveTo>
                    <a:pt x="205" y="91"/>
                  </a:moveTo>
                  <a:lnTo>
                    <a:pt x="92" y="0"/>
                  </a:lnTo>
                  <a:lnTo>
                    <a:pt x="0" y="116"/>
                  </a:lnTo>
                  <a:lnTo>
                    <a:pt x="113" y="207"/>
                  </a:lnTo>
                  <a:lnTo>
                    <a:pt x="205" y="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60"/>
            <p:cNvSpPr>
              <a:spLocks/>
            </p:cNvSpPr>
            <p:nvPr/>
          </p:nvSpPr>
          <p:spPr bwMode="auto">
            <a:xfrm>
              <a:off x="1323975" y="1763713"/>
              <a:ext cx="279400" cy="274637"/>
            </a:xfrm>
            <a:custGeom>
              <a:avLst/>
              <a:gdLst>
                <a:gd name="T0" fmla="*/ 176 w 176"/>
                <a:gd name="T1" fmla="*/ 32 h 173"/>
                <a:gd name="T2" fmla="*/ 31 w 176"/>
                <a:gd name="T3" fmla="*/ 0 h 173"/>
                <a:gd name="T4" fmla="*/ 0 w 176"/>
                <a:gd name="T5" fmla="*/ 141 h 173"/>
                <a:gd name="T6" fmla="*/ 144 w 176"/>
                <a:gd name="T7" fmla="*/ 173 h 173"/>
                <a:gd name="T8" fmla="*/ 176 w 176"/>
                <a:gd name="T9" fmla="*/ 32 h 173"/>
              </a:gdLst>
              <a:ahLst/>
              <a:cxnLst>
                <a:cxn ang="0">
                  <a:pos x="T0" y="T1"/>
                </a:cxn>
                <a:cxn ang="0">
                  <a:pos x="T2" y="T3"/>
                </a:cxn>
                <a:cxn ang="0">
                  <a:pos x="T4" y="T5"/>
                </a:cxn>
                <a:cxn ang="0">
                  <a:pos x="T6" y="T7"/>
                </a:cxn>
                <a:cxn ang="0">
                  <a:pos x="T8" y="T9"/>
                </a:cxn>
              </a:cxnLst>
              <a:rect l="0" t="0" r="r" b="b"/>
              <a:pathLst>
                <a:path w="176" h="173">
                  <a:moveTo>
                    <a:pt x="176" y="32"/>
                  </a:moveTo>
                  <a:lnTo>
                    <a:pt x="31" y="0"/>
                  </a:lnTo>
                  <a:lnTo>
                    <a:pt x="0" y="141"/>
                  </a:lnTo>
                  <a:lnTo>
                    <a:pt x="144" y="173"/>
                  </a:lnTo>
                  <a:lnTo>
                    <a:pt x="176"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61"/>
            <p:cNvSpPr>
              <a:spLocks/>
            </p:cNvSpPr>
            <p:nvPr/>
          </p:nvSpPr>
          <p:spPr bwMode="auto">
            <a:xfrm>
              <a:off x="1735138" y="1517650"/>
              <a:ext cx="314325" cy="311150"/>
            </a:xfrm>
            <a:custGeom>
              <a:avLst/>
              <a:gdLst>
                <a:gd name="T0" fmla="*/ 198 w 198"/>
                <a:gd name="T1" fmla="*/ 128 h 196"/>
                <a:gd name="T2" fmla="*/ 132 w 198"/>
                <a:gd name="T3" fmla="*/ 0 h 196"/>
                <a:gd name="T4" fmla="*/ 0 w 198"/>
                <a:gd name="T5" fmla="*/ 68 h 196"/>
                <a:gd name="T6" fmla="*/ 67 w 198"/>
                <a:gd name="T7" fmla="*/ 196 h 196"/>
                <a:gd name="T8" fmla="*/ 198 w 198"/>
                <a:gd name="T9" fmla="*/ 128 h 196"/>
              </a:gdLst>
              <a:ahLst/>
              <a:cxnLst>
                <a:cxn ang="0">
                  <a:pos x="T0" y="T1"/>
                </a:cxn>
                <a:cxn ang="0">
                  <a:pos x="T2" y="T3"/>
                </a:cxn>
                <a:cxn ang="0">
                  <a:pos x="T4" y="T5"/>
                </a:cxn>
                <a:cxn ang="0">
                  <a:pos x="T6" y="T7"/>
                </a:cxn>
                <a:cxn ang="0">
                  <a:pos x="T8" y="T9"/>
                </a:cxn>
              </a:cxnLst>
              <a:rect l="0" t="0" r="r" b="b"/>
              <a:pathLst>
                <a:path w="198" h="196">
                  <a:moveTo>
                    <a:pt x="198" y="128"/>
                  </a:moveTo>
                  <a:lnTo>
                    <a:pt x="132" y="0"/>
                  </a:lnTo>
                  <a:lnTo>
                    <a:pt x="0" y="68"/>
                  </a:lnTo>
                  <a:lnTo>
                    <a:pt x="67" y="196"/>
                  </a:lnTo>
                  <a:lnTo>
                    <a:pt x="198" y="1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62"/>
            <p:cNvSpPr>
              <a:spLocks/>
            </p:cNvSpPr>
            <p:nvPr/>
          </p:nvSpPr>
          <p:spPr bwMode="auto">
            <a:xfrm>
              <a:off x="1662113" y="1941513"/>
              <a:ext cx="279400" cy="274637"/>
            </a:xfrm>
            <a:custGeom>
              <a:avLst/>
              <a:gdLst>
                <a:gd name="T0" fmla="*/ 176 w 176"/>
                <a:gd name="T1" fmla="*/ 33 h 173"/>
                <a:gd name="T2" fmla="*/ 32 w 176"/>
                <a:gd name="T3" fmla="*/ 0 h 173"/>
                <a:gd name="T4" fmla="*/ 0 w 176"/>
                <a:gd name="T5" fmla="*/ 141 h 173"/>
                <a:gd name="T6" fmla="*/ 145 w 176"/>
                <a:gd name="T7" fmla="*/ 173 h 173"/>
                <a:gd name="T8" fmla="*/ 176 w 176"/>
                <a:gd name="T9" fmla="*/ 33 h 173"/>
              </a:gdLst>
              <a:ahLst/>
              <a:cxnLst>
                <a:cxn ang="0">
                  <a:pos x="T0" y="T1"/>
                </a:cxn>
                <a:cxn ang="0">
                  <a:pos x="T2" y="T3"/>
                </a:cxn>
                <a:cxn ang="0">
                  <a:pos x="T4" y="T5"/>
                </a:cxn>
                <a:cxn ang="0">
                  <a:pos x="T6" y="T7"/>
                </a:cxn>
                <a:cxn ang="0">
                  <a:pos x="T8" y="T9"/>
                </a:cxn>
              </a:cxnLst>
              <a:rect l="0" t="0" r="r" b="b"/>
              <a:pathLst>
                <a:path w="176" h="173">
                  <a:moveTo>
                    <a:pt x="176" y="33"/>
                  </a:moveTo>
                  <a:lnTo>
                    <a:pt x="32" y="0"/>
                  </a:lnTo>
                  <a:lnTo>
                    <a:pt x="0" y="141"/>
                  </a:lnTo>
                  <a:lnTo>
                    <a:pt x="145" y="173"/>
                  </a:lnTo>
                  <a:lnTo>
                    <a:pt x="176"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63"/>
            <p:cNvSpPr>
              <a:spLocks/>
            </p:cNvSpPr>
            <p:nvPr/>
          </p:nvSpPr>
          <p:spPr bwMode="auto">
            <a:xfrm>
              <a:off x="1320800" y="2206625"/>
              <a:ext cx="328613" cy="328612"/>
            </a:xfrm>
            <a:custGeom>
              <a:avLst/>
              <a:gdLst>
                <a:gd name="T0" fmla="*/ 98 w 207"/>
                <a:gd name="T1" fmla="*/ 0 h 207"/>
                <a:gd name="T2" fmla="*/ 0 w 207"/>
                <a:gd name="T3" fmla="*/ 112 h 207"/>
                <a:gd name="T4" fmla="*/ 109 w 207"/>
                <a:gd name="T5" fmla="*/ 207 h 207"/>
                <a:gd name="T6" fmla="*/ 207 w 207"/>
                <a:gd name="T7" fmla="*/ 95 h 207"/>
                <a:gd name="T8" fmla="*/ 98 w 207"/>
                <a:gd name="T9" fmla="*/ 0 h 207"/>
              </a:gdLst>
              <a:ahLst/>
              <a:cxnLst>
                <a:cxn ang="0">
                  <a:pos x="T0" y="T1"/>
                </a:cxn>
                <a:cxn ang="0">
                  <a:pos x="T2" y="T3"/>
                </a:cxn>
                <a:cxn ang="0">
                  <a:pos x="T4" y="T5"/>
                </a:cxn>
                <a:cxn ang="0">
                  <a:pos x="T6" y="T7"/>
                </a:cxn>
                <a:cxn ang="0">
                  <a:pos x="T8" y="T9"/>
                </a:cxn>
              </a:cxnLst>
              <a:rect l="0" t="0" r="r" b="b"/>
              <a:pathLst>
                <a:path w="207" h="207">
                  <a:moveTo>
                    <a:pt x="98" y="0"/>
                  </a:moveTo>
                  <a:lnTo>
                    <a:pt x="0" y="112"/>
                  </a:lnTo>
                  <a:lnTo>
                    <a:pt x="109" y="207"/>
                  </a:lnTo>
                  <a:lnTo>
                    <a:pt x="207" y="95"/>
                  </a:lnTo>
                  <a:lnTo>
                    <a:pt x="9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64"/>
            <p:cNvSpPr>
              <a:spLocks/>
            </p:cNvSpPr>
            <p:nvPr/>
          </p:nvSpPr>
          <p:spPr bwMode="auto">
            <a:xfrm>
              <a:off x="2166938" y="947738"/>
              <a:ext cx="279400" cy="128587"/>
            </a:xfrm>
            <a:custGeom>
              <a:avLst/>
              <a:gdLst>
                <a:gd name="T0" fmla="*/ 6 w 176"/>
                <a:gd name="T1" fmla="*/ 81 h 81"/>
                <a:gd name="T2" fmla="*/ 176 w 176"/>
                <a:gd name="T3" fmla="*/ 14 h 81"/>
                <a:gd name="T4" fmla="*/ 171 w 176"/>
                <a:gd name="T5" fmla="*/ 0 h 81"/>
                <a:gd name="T6" fmla="*/ 0 w 176"/>
                <a:gd name="T7" fmla="*/ 68 h 81"/>
                <a:gd name="T8" fmla="*/ 6 w 176"/>
                <a:gd name="T9" fmla="*/ 81 h 81"/>
              </a:gdLst>
              <a:ahLst/>
              <a:cxnLst>
                <a:cxn ang="0">
                  <a:pos x="T0" y="T1"/>
                </a:cxn>
                <a:cxn ang="0">
                  <a:pos x="T2" y="T3"/>
                </a:cxn>
                <a:cxn ang="0">
                  <a:pos x="T4" y="T5"/>
                </a:cxn>
                <a:cxn ang="0">
                  <a:pos x="T6" y="T7"/>
                </a:cxn>
                <a:cxn ang="0">
                  <a:pos x="T8" y="T9"/>
                </a:cxn>
              </a:cxnLst>
              <a:rect l="0" t="0" r="r" b="b"/>
              <a:pathLst>
                <a:path w="176" h="81">
                  <a:moveTo>
                    <a:pt x="6" y="81"/>
                  </a:moveTo>
                  <a:lnTo>
                    <a:pt x="176" y="14"/>
                  </a:lnTo>
                  <a:lnTo>
                    <a:pt x="171" y="0"/>
                  </a:lnTo>
                  <a:lnTo>
                    <a:pt x="0" y="68"/>
                  </a:lnTo>
                  <a:lnTo>
                    <a:pt x="6" y="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65"/>
            <p:cNvSpPr>
              <a:spLocks/>
            </p:cNvSpPr>
            <p:nvPr/>
          </p:nvSpPr>
          <p:spPr bwMode="auto">
            <a:xfrm>
              <a:off x="2133600" y="1111250"/>
              <a:ext cx="125413" cy="65087"/>
            </a:xfrm>
            <a:custGeom>
              <a:avLst/>
              <a:gdLst>
                <a:gd name="T0" fmla="*/ 5 w 79"/>
                <a:gd name="T1" fmla="*/ 41 h 41"/>
                <a:gd name="T2" fmla="*/ 79 w 79"/>
                <a:gd name="T3" fmla="*/ 12 h 41"/>
                <a:gd name="T4" fmla="*/ 74 w 79"/>
                <a:gd name="T5" fmla="*/ 0 h 41"/>
                <a:gd name="T6" fmla="*/ 0 w 79"/>
                <a:gd name="T7" fmla="*/ 30 h 41"/>
                <a:gd name="T8" fmla="*/ 5 w 79"/>
                <a:gd name="T9" fmla="*/ 41 h 41"/>
              </a:gdLst>
              <a:ahLst/>
              <a:cxnLst>
                <a:cxn ang="0">
                  <a:pos x="T0" y="T1"/>
                </a:cxn>
                <a:cxn ang="0">
                  <a:pos x="T2" y="T3"/>
                </a:cxn>
                <a:cxn ang="0">
                  <a:pos x="T4" y="T5"/>
                </a:cxn>
                <a:cxn ang="0">
                  <a:pos x="T6" y="T7"/>
                </a:cxn>
                <a:cxn ang="0">
                  <a:pos x="T8" y="T9"/>
                </a:cxn>
              </a:cxnLst>
              <a:rect l="0" t="0" r="r" b="b"/>
              <a:pathLst>
                <a:path w="79" h="41">
                  <a:moveTo>
                    <a:pt x="5" y="41"/>
                  </a:moveTo>
                  <a:lnTo>
                    <a:pt x="79" y="12"/>
                  </a:lnTo>
                  <a:lnTo>
                    <a:pt x="74" y="0"/>
                  </a:lnTo>
                  <a:lnTo>
                    <a:pt x="0" y="30"/>
                  </a:lnTo>
                  <a:lnTo>
                    <a:pt x="5"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66"/>
            <p:cNvSpPr>
              <a:spLocks/>
            </p:cNvSpPr>
            <p:nvPr/>
          </p:nvSpPr>
          <p:spPr bwMode="auto">
            <a:xfrm>
              <a:off x="2082800" y="946150"/>
              <a:ext cx="125413" cy="65087"/>
            </a:xfrm>
            <a:custGeom>
              <a:avLst/>
              <a:gdLst>
                <a:gd name="T0" fmla="*/ 79 w 79"/>
                <a:gd name="T1" fmla="*/ 11 h 41"/>
                <a:gd name="T2" fmla="*/ 74 w 79"/>
                <a:gd name="T3" fmla="*/ 0 h 41"/>
                <a:gd name="T4" fmla="*/ 0 w 79"/>
                <a:gd name="T5" fmla="*/ 29 h 41"/>
                <a:gd name="T6" fmla="*/ 4 w 79"/>
                <a:gd name="T7" fmla="*/ 41 h 41"/>
                <a:gd name="T8" fmla="*/ 79 w 79"/>
                <a:gd name="T9" fmla="*/ 11 h 41"/>
              </a:gdLst>
              <a:ahLst/>
              <a:cxnLst>
                <a:cxn ang="0">
                  <a:pos x="T0" y="T1"/>
                </a:cxn>
                <a:cxn ang="0">
                  <a:pos x="T2" y="T3"/>
                </a:cxn>
                <a:cxn ang="0">
                  <a:pos x="T4" y="T5"/>
                </a:cxn>
                <a:cxn ang="0">
                  <a:pos x="T6" y="T7"/>
                </a:cxn>
                <a:cxn ang="0">
                  <a:pos x="T8" y="T9"/>
                </a:cxn>
              </a:cxnLst>
              <a:rect l="0" t="0" r="r" b="b"/>
              <a:pathLst>
                <a:path w="79" h="41">
                  <a:moveTo>
                    <a:pt x="79" y="11"/>
                  </a:moveTo>
                  <a:lnTo>
                    <a:pt x="74" y="0"/>
                  </a:lnTo>
                  <a:lnTo>
                    <a:pt x="0" y="29"/>
                  </a:lnTo>
                  <a:lnTo>
                    <a:pt x="4" y="41"/>
                  </a:lnTo>
                  <a:lnTo>
                    <a:pt x="79"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0" name="组合 69"/>
          <p:cNvGrpSpPr/>
          <p:nvPr/>
        </p:nvGrpSpPr>
        <p:grpSpPr>
          <a:xfrm>
            <a:off x="4530725" y="677863"/>
            <a:ext cx="1414463" cy="1781174"/>
            <a:chOff x="4530725" y="677863"/>
            <a:chExt cx="1414463" cy="1781174"/>
          </a:xfrm>
          <a:solidFill>
            <a:schemeClr val="tx1">
              <a:lumMod val="65000"/>
              <a:lumOff val="35000"/>
            </a:schemeClr>
          </a:solidFill>
        </p:grpSpPr>
        <p:sp>
          <p:nvSpPr>
            <p:cNvPr id="71" name="Freeform 67"/>
            <p:cNvSpPr>
              <a:spLocks/>
            </p:cNvSpPr>
            <p:nvPr/>
          </p:nvSpPr>
          <p:spPr bwMode="auto">
            <a:xfrm>
              <a:off x="4576763" y="1247775"/>
              <a:ext cx="273050" cy="261937"/>
            </a:xfrm>
            <a:custGeom>
              <a:avLst/>
              <a:gdLst>
                <a:gd name="T0" fmla="*/ 38 w 198"/>
                <a:gd name="T1" fmla="*/ 122 h 190"/>
                <a:gd name="T2" fmla="*/ 73 w 198"/>
                <a:gd name="T3" fmla="*/ 167 h 190"/>
                <a:gd name="T4" fmla="*/ 71 w 198"/>
                <a:gd name="T5" fmla="*/ 182 h 190"/>
                <a:gd name="T6" fmla="*/ 71 w 198"/>
                <a:gd name="T7" fmla="*/ 184 h 190"/>
                <a:gd name="T8" fmla="*/ 119 w 198"/>
                <a:gd name="T9" fmla="*/ 186 h 190"/>
                <a:gd name="T10" fmla="*/ 187 w 198"/>
                <a:gd name="T11" fmla="*/ 78 h 190"/>
                <a:gd name="T12" fmla="*/ 79 w 198"/>
                <a:gd name="T13" fmla="*/ 11 h 190"/>
                <a:gd name="T14" fmla="*/ 11 w 198"/>
                <a:gd name="T15" fmla="*/ 119 h 190"/>
                <a:gd name="T16" fmla="*/ 14 w 198"/>
                <a:gd name="T17" fmla="*/ 127 h 190"/>
                <a:gd name="T18" fmla="*/ 33 w 198"/>
                <a:gd name="T19" fmla="*/ 122 h 190"/>
                <a:gd name="T20" fmla="*/ 38 w 198"/>
                <a:gd name="T21" fmla="*/ 122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8" h="190">
                  <a:moveTo>
                    <a:pt x="38" y="122"/>
                  </a:moveTo>
                  <a:cubicBezTo>
                    <a:pt x="60" y="125"/>
                    <a:pt x="75" y="145"/>
                    <a:pt x="73" y="167"/>
                  </a:cubicBezTo>
                  <a:cubicBezTo>
                    <a:pt x="72" y="172"/>
                    <a:pt x="71" y="177"/>
                    <a:pt x="71" y="182"/>
                  </a:cubicBezTo>
                  <a:cubicBezTo>
                    <a:pt x="71" y="182"/>
                    <a:pt x="71" y="183"/>
                    <a:pt x="71" y="184"/>
                  </a:cubicBezTo>
                  <a:cubicBezTo>
                    <a:pt x="86" y="189"/>
                    <a:pt x="103" y="190"/>
                    <a:pt x="119" y="186"/>
                  </a:cubicBezTo>
                  <a:cubicBezTo>
                    <a:pt x="168" y="175"/>
                    <a:pt x="198" y="127"/>
                    <a:pt x="187" y="78"/>
                  </a:cubicBezTo>
                  <a:cubicBezTo>
                    <a:pt x="175" y="30"/>
                    <a:pt x="127" y="0"/>
                    <a:pt x="79" y="11"/>
                  </a:cubicBezTo>
                  <a:cubicBezTo>
                    <a:pt x="30" y="22"/>
                    <a:pt x="0" y="71"/>
                    <a:pt x="11" y="119"/>
                  </a:cubicBezTo>
                  <a:cubicBezTo>
                    <a:pt x="12" y="122"/>
                    <a:pt x="13" y="124"/>
                    <a:pt x="14" y="127"/>
                  </a:cubicBezTo>
                  <a:cubicBezTo>
                    <a:pt x="20" y="124"/>
                    <a:pt x="26" y="122"/>
                    <a:pt x="33" y="122"/>
                  </a:cubicBezTo>
                  <a:cubicBezTo>
                    <a:pt x="34" y="122"/>
                    <a:pt x="36" y="122"/>
                    <a:pt x="38"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68"/>
            <p:cNvSpPr>
              <a:spLocks/>
            </p:cNvSpPr>
            <p:nvPr/>
          </p:nvSpPr>
          <p:spPr bwMode="auto">
            <a:xfrm>
              <a:off x="4530725" y="1430338"/>
              <a:ext cx="52388" cy="179387"/>
            </a:xfrm>
            <a:custGeom>
              <a:avLst/>
              <a:gdLst>
                <a:gd name="T0" fmla="*/ 26 w 38"/>
                <a:gd name="T1" fmla="*/ 130 h 130"/>
                <a:gd name="T2" fmla="*/ 22 w 38"/>
                <a:gd name="T3" fmla="*/ 85 h 130"/>
                <a:gd name="T4" fmla="*/ 26 w 38"/>
                <a:gd name="T5" fmla="*/ 25 h 130"/>
                <a:gd name="T6" fmla="*/ 38 w 38"/>
                <a:gd name="T7" fmla="*/ 1 h 130"/>
                <a:gd name="T8" fmla="*/ 31 w 38"/>
                <a:gd name="T9" fmla="*/ 1 h 130"/>
                <a:gd name="T10" fmla="*/ 2 w 38"/>
                <a:gd name="T11" fmla="*/ 35 h 130"/>
                <a:gd name="T12" fmla="*/ 26 w 38"/>
                <a:gd name="T13" fmla="*/ 130 h 130"/>
              </a:gdLst>
              <a:ahLst/>
              <a:cxnLst>
                <a:cxn ang="0">
                  <a:pos x="T0" y="T1"/>
                </a:cxn>
                <a:cxn ang="0">
                  <a:pos x="T2" y="T3"/>
                </a:cxn>
                <a:cxn ang="0">
                  <a:pos x="T4" y="T5"/>
                </a:cxn>
                <a:cxn ang="0">
                  <a:pos x="T6" y="T7"/>
                </a:cxn>
                <a:cxn ang="0">
                  <a:pos x="T8" y="T9"/>
                </a:cxn>
                <a:cxn ang="0">
                  <a:pos x="T10" y="T11"/>
                </a:cxn>
                <a:cxn ang="0">
                  <a:pos x="T12" y="T13"/>
                </a:cxn>
              </a:cxnLst>
              <a:rect l="0" t="0" r="r" b="b"/>
              <a:pathLst>
                <a:path w="38" h="130">
                  <a:moveTo>
                    <a:pt x="26" y="130"/>
                  </a:moveTo>
                  <a:cubicBezTo>
                    <a:pt x="23" y="117"/>
                    <a:pt x="22" y="102"/>
                    <a:pt x="22" y="85"/>
                  </a:cubicBezTo>
                  <a:cubicBezTo>
                    <a:pt x="22" y="67"/>
                    <a:pt x="23" y="47"/>
                    <a:pt x="26" y="25"/>
                  </a:cubicBezTo>
                  <a:cubicBezTo>
                    <a:pt x="27" y="16"/>
                    <a:pt x="32" y="7"/>
                    <a:pt x="38" y="1"/>
                  </a:cubicBezTo>
                  <a:cubicBezTo>
                    <a:pt x="36" y="0"/>
                    <a:pt x="33" y="0"/>
                    <a:pt x="31" y="1"/>
                  </a:cubicBezTo>
                  <a:cubicBezTo>
                    <a:pt x="13" y="2"/>
                    <a:pt x="0" y="18"/>
                    <a:pt x="2" y="35"/>
                  </a:cubicBezTo>
                  <a:cubicBezTo>
                    <a:pt x="6" y="76"/>
                    <a:pt x="13" y="106"/>
                    <a:pt x="26" y="1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69"/>
            <p:cNvSpPr>
              <a:spLocks/>
            </p:cNvSpPr>
            <p:nvPr/>
          </p:nvSpPr>
          <p:spPr bwMode="auto">
            <a:xfrm>
              <a:off x="4548188" y="1501775"/>
              <a:ext cx="736600" cy="957262"/>
            </a:xfrm>
            <a:custGeom>
              <a:avLst/>
              <a:gdLst>
                <a:gd name="T0" fmla="*/ 99 w 532"/>
                <a:gd name="T1" fmla="*/ 83 h 692"/>
                <a:gd name="T2" fmla="*/ 101 w 532"/>
                <a:gd name="T3" fmla="*/ 83 h 692"/>
                <a:gd name="T4" fmla="*/ 102 w 532"/>
                <a:gd name="T5" fmla="*/ 83 h 692"/>
                <a:gd name="T6" fmla="*/ 141 w 532"/>
                <a:gd name="T7" fmla="*/ 68 h 692"/>
                <a:gd name="T8" fmla="*/ 171 w 532"/>
                <a:gd name="T9" fmla="*/ 46 h 692"/>
                <a:gd name="T10" fmla="*/ 198 w 532"/>
                <a:gd name="T11" fmla="*/ 36 h 692"/>
                <a:gd name="T12" fmla="*/ 228 w 532"/>
                <a:gd name="T13" fmla="*/ 50 h 692"/>
                <a:gd name="T14" fmla="*/ 224 w 532"/>
                <a:gd name="T15" fmla="*/ 106 h 692"/>
                <a:gd name="T16" fmla="*/ 224 w 532"/>
                <a:gd name="T17" fmla="*/ 106 h 692"/>
                <a:gd name="T18" fmla="*/ 224 w 532"/>
                <a:gd name="T19" fmla="*/ 107 h 692"/>
                <a:gd name="T20" fmla="*/ 223 w 532"/>
                <a:gd name="T21" fmla="*/ 107 h 692"/>
                <a:gd name="T22" fmla="*/ 149 w 532"/>
                <a:gd name="T23" fmla="*/ 153 h 692"/>
                <a:gd name="T24" fmla="*/ 142 w 532"/>
                <a:gd name="T25" fmla="*/ 156 h 692"/>
                <a:gd name="T26" fmla="*/ 141 w 532"/>
                <a:gd name="T27" fmla="*/ 156 h 692"/>
                <a:gd name="T28" fmla="*/ 154 w 532"/>
                <a:gd name="T29" fmla="*/ 291 h 692"/>
                <a:gd name="T30" fmla="*/ 22 w 532"/>
                <a:gd name="T31" fmla="*/ 407 h 692"/>
                <a:gd name="T32" fmla="*/ 9 w 532"/>
                <a:gd name="T33" fmla="*/ 464 h 692"/>
                <a:gd name="T34" fmla="*/ 95 w 532"/>
                <a:gd name="T35" fmla="*/ 662 h 692"/>
                <a:gd name="T36" fmla="*/ 141 w 532"/>
                <a:gd name="T37" fmla="*/ 692 h 692"/>
                <a:gd name="T38" fmla="*/ 161 w 532"/>
                <a:gd name="T39" fmla="*/ 688 h 692"/>
                <a:gd name="T40" fmla="*/ 187 w 532"/>
                <a:gd name="T41" fmla="*/ 622 h 692"/>
                <a:gd name="T42" fmla="*/ 187 w 532"/>
                <a:gd name="T43" fmla="*/ 622 h 692"/>
                <a:gd name="T44" fmla="*/ 115 w 532"/>
                <a:gd name="T45" fmla="*/ 458 h 692"/>
                <a:gd name="T46" fmla="*/ 185 w 532"/>
                <a:gd name="T47" fmla="*/ 397 h 692"/>
                <a:gd name="T48" fmla="*/ 199 w 532"/>
                <a:gd name="T49" fmla="*/ 497 h 692"/>
                <a:gd name="T50" fmla="*/ 238 w 532"/>
                <a:gd name="T51" fmla="*/ 539 h 692"/>
                <a:gd name="T52" fmla="*/ 466 w 532"/>
                <a:gd name="T53" fmla="*/ 589 h 692"/>
                <a:gd name="T54" fmla="*/ 526 w 532"/>
                <a:gd name="T55" fmla="*/ 551 h 692"/>
                <a:gd name="T56" fmla="*/ 488 w 532"/>
                <a:gd name="T57" fmla="*/ 492 h 692"/>
                <a:gd name="T58" fmla="*/ 293 w 532"/>
                <a:gd name="T59" fmla="*/ 449 h 692"/>
                <a:gd name="T60" fmla="*/ 278 w 532"/>
                <a:gd name="T61" fmla="*/ 341 h 692"/>
                <a:gd name="T62" fmla="*/ 295 w 532"/>
                <a:gd name="T63" fmla="*/ 299 h 692"/>
                <a:gd name="T64" fmla="*/ 272 w 532"/>
                <a:gd name="T65" fmla="*/ 77 h 692"/>
                <a:gd name="T66" fmla="*/ 168 w 532"/>
                <a:gd name="T67" fmla="*/ 9 h 692"/>
                <a:gd name="T68" fmla="*/ 130 w 532"/>
                <a:gd name="T69" fmla="*/ 53 h 692"/>
                <a:gd name="T70" fmla="*/ 92 w 532"/>
                <a:gd name="T71" fmla="*/ 67 h 692"/>
                <a:gd name="T72" fmla="*/ 92 w 532"/>
                <a:gd name="T73" fmla="*/ 67 h 692"/>
                <a:gd name="T74" fmla="*/ 95 w 532"/>
                <a:gd name="T75" fmla="*/ 77 h 692"/>
                <a:gd name="T76" fmla="*/ 99 w 532"/>
                <a:gd name="T77" fmla="*/ 83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32" h="692">
                  <a:moveTo>
                    <a:pt x="99" y="83"/>
                  </a:moveTo>
                  <a:cubicBezTo>
                    <a:pt x="99" y="83"/>
                    <a:pt x="100" y="83"/>
                    <a:pt x="101" y="83"/>
                  </a:cubicBezTo>
                  <a:cubicBezTo>
                    <a:pt x="102" y="83"/>
                    <a:pt x="102" y="83"/>
                    <a:pt x="102" y="83"/>
                  </a:cubicBezTo>
                  <a:cubicBezTo>
                    <a:pt x="109" y="83"/>
                    <a:pt x="126" y="77"/>
                    <a:pt x="141" y="68"/>
                  </a:cubicBezTo>
                  <a:cubicBezTo>
                    <a:pt x="158" y="58"/>
                    <a:pt x="171" y="46"/>
                    <a:pt x="171" y="46"/>
                  </a:cubicBezTo>
                  <a:cubicBezTo>
                    <a:pt x="179" y="40"/>
                    <a:pt x="188" y="36"/>
                    <a:pt x="198" y="36"/>
                  </a:cubicBezTo>
                  <a:cubicBezTo>
                    <a:pt x="209" y="36"/>
                    <a:pt x="220" y="41"/>
                    <a:pt x="228" y="50"/>
                  </a:cubicBezTo>
                  <a:cubicBezTo>
                    <a:pt x="242" y="66"/>
                    <a:pt x="241" y="92"/>
                    <a:pt x="224" y="106"/>
                  </a:cubicBezTo>
                  <a:cubicBezTo>
                    <a:pt x="224" y="106"/>
                    <a:pt x="224" y="106"/>
                    <a:pt x="224" y="106"/>
                  </a:cubicBezTo>
                  <a:cubicBezTo>
                    <a:pt x="224" y="107"/>
                    <a:pt x="224" y="107"/>
                    <a:pt x="224" y="107"/>
                  </a:cubicBezTo>
                  <a:cubicBezTo>
                    <a:pt x="223" y="107"/>
                    <a:pt x="223" y="107"/>
                    <a:pt x="223" y="107"/>
                  </a:cubicBezTo>
                  <a:cubicBezTo>
                    <a:pt x="199" y="127"/>
                    <a:pt x="174" y="143"/>
                    <a:pt x="149" y="153"/>
                  </a:cubicBezTo>
                  <a:cubicBezTo>
                    <a:pt x="147" y="154"/>
                    <a:pt x="145" y="155"/>
                    <a:pt x="142" y="156"/>
                  </a:cubicBezTo>
                  <a:cubicBezTo>
                    <a:pt x="142" y="156"/>
                    <a:pt x="141" y="156"/>
                    <a:pt x="141" y="156"/>
                  </a:cubicBezTo>
                  <a:cubicBezTo>
                    <a:pt x="149" y="198"/>
                    <a:pt x="157" y="246"/>
                    <a:pt x="154" y="291"/>
                  </a:cubicBezTo>
                  <a:cubicBezTo>
                    <a:pt x="22" y="407"/>
                    <a:pt x="22" y="407"/>
                    <a:pt x="22" y="407"/>
                  </a:cubicBezTo>
                  <a:cubicBezTo>
                    <a:pt x="6" y="421"/>
                    <a:pt x="0" y="444"/>
                    <a:pt x="9" y="464"/>
                  </a:cubicBezTo>
                  <a:cubicBezTo>
                    <a:pt x="95" y="662"/>
                    <a:pt x="95" y="662"/>
                    <a:pt x="95" y="662"/>
                  </a:cubicBezTo>
                  <a:cubicBezTo>
                    <a:pt x="103" y="681"/>
                    <a:pt x="122" y="692"/>
                    <a:pt x="141" y="692"/>
                  </a:cubicBezTo>
                  <a:cubicBezTo>
                    <a:pt x="148" y="692"/>
                    <a:pt x="154" y="690"/>
                    <a:pt x="161" y="688"/>
                  </a:cubicBezTo>
                  <a:cubicBezTo>
                    <a:pt x="186" y="677"/>
                    <a:pt x="198" y="647"/>
                    <a:pt x="187" y="622"/>
                  </a:cubicBezTo>
                  <a:cubicBezTo>
                    <a:pt x="187" y="622"/>
                    <a:pt x="187" y="622"/>
                    <a:pt x="187" y="622"/>
                  </a:cubicBezTo>
                  <a:cubicBezTo>
                    <a:pt x="115" y="458"/>
                    <a:pt x="115" y="458"/>
                    <a:pt x="115" y="458"/>
                  </a:cubicBezTo>
                  <a:cubicBezTo>
                    <a:pt x="185" y="397"/>
                    <a:pt x="185" y="397"/>
                    <a:pt x="185" y="397"/>
                  </a:cubicBezTo>
                  <a:cubicBezTo>
                    <a:pt x="199" y="497"/>
                    <a:pt x="199" y="497"/>
                    <a:pt x="199" y="497"/>
                  </a:cubicBezTo>
                  <a:cubicBezTo>
                    <a:pt x="202" y="518"/>
                    <a:pt x="218" y="535"/>
                    <a:pt x="238" y="539"/>
                  </a:cubicBezTo>
                  <a:cubicBezTo>
                    <a:pt x="466" y="589"/>
                    <a:pt x="466" y="589"/>
                    <a:pt x="466" y="589"/>
                  </a:cubicBezTo>
                  <a:cubicBezTo>
                    <a:pt x="493" y="595"/>
                    <a:pt x="520" y="578"/>
                    <a:pt x="526" y="551"/>
                  </a:cubicBezTo>
                  <a:cubicBezTo>
                    <a:pt x="532" y="524"/>
                    <a:pt x="515" y="498"/>
                    <a:pt x="488" y="492"/>
                  </a:cubicBezTo>
                  <a:cubicBezTo>
                    <a:pt x="293" y="449"/>
                    <a:pt x="293" y="449"/>
                    <a:pt x="293" y="449"/>
                  </a:cubicBezTo>
                  <a:cubicBezTo>
                    <a:pt x="278" y="341"/>
                    <a:pt x="278" y="341"/>
                    <a:pt x="278" y="341"/>
                  </a:cubicBezTo>
                  <a:cubicBezTo>
                    <a:pt x="286" y="331"/>
                    <a:pt x="292" y="317"/>
                    <a:pt x="295" y="299"/>
                  </a:cubicBezTo>
                  <a:cubicBezTo>
                    <a:pt x="305" y="210"/>
                    <a:pt x="300" y="158"/>
                    <a:pt x="272" y="77"/>
                  </a:cubicBezTo>
                  <a:cubicBezTo>
                    <a:pt x="252" y="19"/>
                    <a:pt x="203" y="0"/>
                    <a:pt x="168" y="9"/>
                  </a:cubicBezTo>
                  <a:cubicBezTo>
                    <a:pt x="149" y="13"/>
                    <a:pt x="136" y="31"/>
                    <a:pt x="130" y="53"/>
                  </a:cubicBezTo>
                  <a:cubicBezTo>
                    <a:pt x="116" y="62"/>
                    <a:pt x="101" y="68"/>
                    <a:pt x="92" y="67"/>
                  </a:cubicBezTo>
                  <a:cubicBezTo>
                    <a:pt x="92" y="67"/>
                    <a:pt x="92" y="67"/>
                    <a:pt x="92" y="67"/>
                  </a:cubicBezTo>
                  <a:cubicBezTo>
                    <a:pt x="93" y="72"/>
                    <a:pt x="94" y="75"/>
                    <a:pt x="95" y="77"/>
                  </a:cubicBezTo>
                  <a:cubicBezTo>
                    <a:pt x="97" y="82"/>
                    <a:pt x="98" y="83"/>
                    <a:pt x="99"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70"/>
            <p:cNvSpPr>
              <a:spLocks/>
            </p:cNvSpPr>
            <p:nvPr/>
          </p:nvSpPr>
          <p:spPr bwMode="auto">
            <a:xfrm>
              <a:off x="4572000" y="1425575"/>
              <a:ext cx="298450" cy="290512"/>
            </a:xfrm>
            <a:custGeom>
              <a:avLst/>
              <a:gdLst>
                <a:gd name="T0" fmla="*/ 4 w 216"/>
                <a:gd name="T1" fmla="*/ 29 h 210"/>
                <a:gd name="T2" fmla="*/ 0 w 216"/>
                <a:gd name="T3" fmla="*/ 88 h 210"/>
                <a:gd name="T4" fmla="*/ 10 w 216"/>
                <a:gd name="T5" fmla="*/ 155 h 210"/>
                <a:gd name="T6" fmla="*/ 21 w 216"/>
                <a:gd name="T7" fmla="*/ 177 h 210"/>
                <a:gd name="T8" fmla="*/ 50 w 216"/>
                <a:gd name="T9" fmla="*/ 203 h 210"/>
                <a:gd name="T10" fmla="*/ 84 w 216"/>
                <a:gd name="T11" fmla="*/ 210 h 210"/>
                <a:gd name="T12" fmla="*/ 84 w 216"/>
                <a:gd name="T13" fmla="*/ 210 h 210"/>
                <a:gd name="T14" fmla="*/ 123 w 216"/>
                <a:gd name="T15" fmla="*/ 203 h 210"/>
                <a:gd name="T16" fmla="*/ 129 w 216"/>
                <a:gd name="T17" fmla="*/ 201 h 210"/>
                <a:gd name="T18" fmla="*/ 202 w 216"/>
                <a:gd name="T19" fmla="*/ 155 h 210"/>
                <a:gd name="T20" fmla="*/ 205 w 216"/>
                <a:gd name="T21" fmla="*/ 110 h 210"/>
                <a:gd name="T22" fmla="*/ 159 w 216"/>
                <a:gd name="T23" fmla="*/ 107 h 210"/>
                <a:gd name="T24" fmla="*/ 159 w 216"/>
                <a:gd name="T25" fmla="*/ 107 h 210"/>
                <a:gd name="T26" fmla="*/ 159 w 216"/>
                <a:gd name="T27" fmla="*/ 107 h 210"/>
                <a:gd name="T28" fmla="*/ 128 w 216"/>
                <a:gd name="T29" fmla="*/ 129 h 210"/>
                <a:gd name="T30" fmla="*/ 84 w 216"/>
                <a:gd name="T31" fmla="*/ 146 h 210"/>
                <a:gd name="T32" fmla="*/ 78 w 216"/>
                <a:gd name="T33" fmla="*/ 145 h 210"/>
                <a:gd name="T34" fmla="*/ 71 w 216"/>
                <a:gd name="T35" fmla="*/ 135 h 210"/>
                <a:gd name="T36" fmla="*/ 67 w 216"/>
                <a:gd name="T37" fmla="*/ 120 h 210"/>
                <a:gd name="T38" fmla="*/ 64 w 216"/>
                <a:gd name="T39" fmla="*/ 88 h 210"/>
                <a:gd name="T40" fmla="*/ 66 w 216"/>
                <a:gd name="T41" fmla="*/ 52 h 210"/>
                <a:gd name="T42" fmla="*/ 68 w 216"/>
                <a:gd name="T43" fmla="*/ 37 h 210"/>
                <a:gd name="T44" fmla="*/ 40 w 216"/>
                <a:gd name="T45" fmla="*/ 1 h 210"/>
                <a:gd name="T46" fmla="*/ 19 w 216"/>
                <a:gd name="T47" fmla="*/ 5 h 210"/>
                <a:gd name="T48" fmla="*/ 18 w 216"/>
                <a:gd name="T49" fmla="*/ 7 h 210"/>
                <a:gd name="T50" fmla="*/ 4 w 216"/>
                <a:gd name="T51" fmla="*/ 29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16" h="210">
                  <a:moveTo>
                    <a:pt x="4" y="29"/>
                  </a:moveTo>
                  <a:cubicBezTo>
                    <a:pt x="1" y="51"/>
                    <a:pt x="0" y="70"/>
                    <a:pt x="0" y="88"/>
                  </a:cubicBezTo>
                  <a:cubicBezTo>
                    <a:pt x="0" y="115"/>
                    <a:pt x="3" y="136"/>
                    <a:pt x="10" y="155"/>
                  </a:cubicBezTo>
                  <a:cubicBezTo>
                    <a:pt x="13" y="163"/>
                    <a:pt x="16" y="170"/>
                    <a:pt x="21" y="177"/>
                  </a:cubicBezTo>
                  <a:cubicBezTo>
                    <a:pt x="29" y="188"/>
                    <a:pt x="39" y="197"/>
                    <a:pt x="50" y="203"/>
                  </a:cubicBezTo>
                  <a:cubicBezTo>
                    <a:pt x="61" y="208"/>
                    <a:pt x="73" y="210"/>
                    <a:pt x="84" y="210"/>
                  </a:cubicBezTo>
                  <a:cubicBezTo>
                    <a:pt x="84" y="210"/>
                    <a:pt x="84" y="210"/>
                    <a:pt x="84" y="210"/>
                  </a:cubicBezTo>
                  <a:cubicBezTo>
                    <a:pt x="98" y="210"/>
                    <a:pt x="111" y="207"/>
                    <a:pt x="123" y="203"/>
                  </a:cubicBezTo>
                  <a:cubicBezTo>
                    <a:pt x="125" y="202"/>
                    <a:pt x="127" y="201"/>
                    <a:pt x="129" y="201"/>
                  </a:cubicBezTo>
                  <a:cubicBezTo>
                    <a:pt x="169" y="184"/>
                    <a:pt x="200" y="156"/>
                    <a:pt x="202" y="155"/>
                  </a:cubicBezTo>
                  <a:cubicBezTo>
                    <a:pt x="215" y="144"/>
                    <a:pt x="216" y="123"/>
                    <a:pt x="205" y="110"/>
                  </a:cubicBezTo>
                  <a:cubicBezTo>
                    <a:pt x="193" y="97"/>
                    <a:pt x="173" y="96"/>
                    <a:pt x="159" y="107"/>
                  </a:cubicBezTo>
                  <a:cubicBezTo>
                    <a:pt x="159" y="107"/>
                    <a:pt x="159" y="107"/>
                    <a:pt x="159" y="107"/>
                  </a:cubicBezTo>
                  <a:cubicBezTo>
                    <a:pt x="159" y="107"/>
                    <a:pt x="159" y="107"/>
                    <a:pt x="159" y="107"/>
                  </a:cubicBezTo>
                  <a:cubicBezTo>
                    <a:pt x="157" y="109"/>
                    <a:pt x="144" y="120"/>
                    <a:pt x="128" y="129"/>
                  </a:cubicBezTo>
                  <a:cubicBezTo>
                    <a:pt x="113" y="139"/>
                    <a:pt x="93" y="147"/>
                    <a:pt x="84" y="146"/>
                  </a:cubicBezTo>
                  <a:cubicBezTo>
                    <a:pt x="81" y="146"/>
                    <a:pt x="79" y="146"/>
                    <a:pt x="78" y="145"/>
                  </a:cubicBezTo>
                  <a:cubicBezTo>
                    <a:pt x="77" y="144"/>
                    <a:pt x="74" y="143"/>
                    <a:pt x="71" y="135"/>
                  </a:cubicBezTo>
                  <a:cubicBezTo>
                    <a:pt x="69" y="131"/>
                    <a:pt x="68" y="126"/>
                    <a:pt x="67" y="120"/>
                  </a:cubicBezTo>
                  <a:cubicBezTo>
                    <a:pt x="65" y="112"/>
                    <a:pt x="64" y="101"/>
                    <a:pt x="64" y="88"/>
                  </a:cubicBezTo>
                  <a:cubicBezTo>
                    <a:pt x="64" y="77"/>
                    <a:pt x="65" y="65"/>
                    <a:pt x="66" y="52"/>
                  </a:cubicBezTo>
                  <a:cubicBezTo>
                    <a:pt x="66" y="47"/>
                    <a:pt x="67" y="42"/>
                    <a:pt x="68" y="37"/>
                  </a:cubicBezTo>
                  <a:cubicBezTo>
                    <a:pt x="70" y="19"/>
                    <a:pt x="57" y="3"/>
                    <a:pt x="40" y="1"/>
                  </a:cubicBezTo>
                  <a:cubicBezTo>
                    <a:pt x="32" y="0"/>
                    <a:pt x="25" y="2"/>
                    <a:pt x="19" y="5"/>
                  </a:cubicBezTo>
                  <a:cubicBezTo>
                    <a:pt x="19" y="6"/>
                    <a:pt x="18" y="6"/>
                    <a:pt x="18" y="7"/>
                  </a:cubicBezTo>
                  <a:cubicBezTo>
                    <a:pt x="10" y="12"/>
                    <a:pt x="5" y="19"/>
                    <a:pt x="4"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71"/>
            <p:cNvSpPr>
              <a:spLocks/>
            </p:cNvSpPr>
            <p:nvPr/>
          </p:nvSpPr>
          <p:spPr bwMode="auto">
            <a:xfrm>
              <a:off x="4910138" y="677863"/>
              <a:ext cx="909638" cy="1130300"/>
            </a:xfrm>
            <a:custGeom>
              <a:avLst/>
              <a:gdLst>
                <a:gd name="T0" fmla="*/ 37 w 658"/>
                <a:gd name="T1" fmla="*/ 444 h 818"/>
                <a:gd name="T2" fmla="*/ 168 w 658"/>
                <a:gd name="T3" fmla="*/ 518 h 818"/>
                <a:gd name="T4" fmla="*/ 95 w 658"/>
                <a:gd name="T5" fmla="*/ 603 h 818"/>
                <a:gd name="T6" fmla="*/ 168 w 658"/>
                <a:gd name="T7" fmla="*/ 683 h 818"/>
                <a:gd name="T8" fmla="*/ 168 w 658"/>
                <a:gd name="T9" fmla="*/ 734 h 818"/>
                <a:gd name="T10" fmla="*/ 260 w 658"/>
                <a:gd name="T11" fmla="*/ 753 h 818"/>
                <a:gd name="T12" fmla="*/ 329 w 658"/>
                <a:gd name="T13" fmla="*/ 765 h 818"/>
                <a:gd name="T14" fmla="*/ 391 w 658"/>
                <a:gd name="T15" fmla="*/ 807 h 818"/>
                <a:gd name="T16" fmla="*/ 470 w 658"/>
                <a:gd name="T17" fmla="*/ 779 h 818"/>
                <a:gd name="T18" fmla="*/ 617 w 658"/>
                <a:gd name="T19" fmla="*/ 818 h 818"/>
                <a:gd name="T20" fmla="*/ 481 w 658"/>
                <a:gd name="T21" fmla="*/ 744 h 818"/>
                <a:gd name="T22" fmla="*/ 424 w 658"/>
                <a:gd name="T23" fmla="*/ 755 h 818"/>
                <a:gd name="T24" fmla="*/ 415 w 658"/>
                <a:gd name="T25" fmla="*/ 686 h 818"/>
                <a:gd name="T26" fmla="*/ 300 w 658"/>
                <a:gd name="T27" fmla="*/ 648 h 818"/>
                <a:gd name="T28" fmla="*/ 359 w 658"/>
                <a:gd name="T29" fmla="*/ 602 h 818"/>
                <a:gd name="T30" fmla="*/ 293 w 658"/>
                <a:gd name="T31" fmla="*/ 517 h 818"/>
                <a:gd name="T32" fmla="*/ 343 w 658"/>
                <a:gd name="T33" fmla="*/ 487 h 818"/>
                <a:gd name="T34" fmla="*/ 410 w 658"/>
                <a:gd name="T35" fmla="*/ 501 h 818"/>
                <a:gd name="T36" fmla="*/ 449 w 658"/>
                <a:gd name="T37" fmla="*/ 465 h 818"/>
                <a:gd name="T38" fmla="*/ 385 w 658"/>
                <a:gd name="T39" fmla="*/ 436 h 818"/>
                <a:gd name="T40" fmla="*/ 304 w 658"/>
                <a:gd name="T41" fmla="*/ 415 h 818"/>
                <a:gd name="T42" fmla="*/ 327 w 658"/>
                <a:gd name="T43" fmla="*/ 364 h 818"/>
                <a:gd name="T44" fmla="*/ 431 w 658"/>
                <a:gd name="T45" fmla="*/ 369 h 818"/>
                <a:gd name="T46" fmla="*/ 437 w 658"/>
                <a:gd name="T47" fmla="*/ 298 h 818"/>
                <a:gd name="T48" fmla="*/ 442 w 658"/>
                <a:gd name="T49" fmla="*/ 124 h 818"/>
                <a:gd name="T50" fmla="*/ 541 w 658"/>
                <a:gd name="T51" fmla="*/ 71 h 818"/>
                <a:gd name="T52" fmla="*/ 437 w 658"/>
                <a:gd name="T53" fmla="*/ 42 h 818"/>
                <a:gd name="T54" fmla="*/ 371 w 658"/>
                <a:gd name="T55" fmla="*/ 4 h 818"/>
                <a:gd name="T56" fmla="*/ 242 w 658"/>
                <a:gd name="T57" fmla="*/ 39 h 818"/>
                <a:gd name="T58" fmla="*/ 152 w 658"/>
                <a:gd name="T59" fmla="*/ 11 h 818"/>
                <a:gd name="T60" fmla="*/ 78 w 658"/>
                <a:gd name="T61" fmla="*/ 58 h 818"/>
                <a:gd name="T62" fmla="*/ 14 w 658"/>
                <a:gd name="T63" fmla="*/ 98 h 818"/>
                <a:gd name="T64" fmla="*/ 90 w 658"/>
                <a:gd name="T65" fmla="*/ 139 h 818"/>
                <a:gd name="T66" fmla="*/ 145 w 658"/>
                <a:gd name="T67" fmla="*/ 165 h 818"/>
                <a:gd name="T68" fmla="*/ 117 w 658"/>
                <a:gd name="T69" fmla="*/ 181 h 818"/>
                <a:gd name="T70" fmla="*/ 168 w 658"/>
                <a:gd name="T71" fmla="*/ 261 h 818"/>
                <a:gd name="T72" fmla="*/ 221 w 658"/>
                <a:gd name="T73" fmla="*/ 293 h 818"/>
                <a:gd name="T74" fmla="*/ 189 w 658"/>
                <a:gd name="T75" fmla="*/ 331 h 818"/>
                <a:gd name="T76" fmla="*/ 69 w 658"/>
                <a:gd name="T77" fmla="*/ 293 h 818"/>
                <a:gd name="T78" fmla="*/ 10 w 658"/>
                <a:gd name="T79" fmla="*/ 350 h 818"/>
                <a:gd name="T80" fmla="*/ 37 w 658"/>
                <a:gd name="T81" fmla="*/ 444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8" h="818">
                  <a:moveTo>
                    <a:pt x="37" y="444"/>
                  </a:moveTo>
                  <a:cubicBezTo>
                    <a:pt x="67" y="463"/>
                    <a:pt x="162" y="480"/>
                    <a:pt x="168" y="518"/>
                  </a:cubicBezTo>
                  <a:cubicBezTo>
                    <a:pt x="171" y="557"/>
                    <a:pt x="42" y="564"/>
                    <a:pt x="95" y="603"/>
                  </a:cubicBezTo>
                  <a:cubicBezTo>
                    <a:pt x="136" y="633"/>
                    <a:pt x="214" y="628"/>
                    <a:pt x="168" y="683"/>
                  </a:cubicBezTo>
                  <a:cubicBezTo>
                    <a:pt x="152" y="701"/>
                    <a:pt x="148" y="714"/>
                    <a:pt x="168" y="734"/>
                  </a:cubicBezTo>
                  <a:cubicBezTo>
                    <a:pt x="193" y="758"/>
                    <a:pt x="224" y="757"/>
                    <a:pt x="260" y="753"/>
                  </a:cubicBezTo>
                  <a:cubicBezTo>
                    <a:pt x="288" y="750"/>
                    <a:pt x="308" y="746"/>
                    <a:pt x="329" y="765"/>
                  </a:cubicBezTo>
                  <a:cubicBezTo>
                    <a:pt x="348" y="783"/>
                    <a:pt x="355" y="804"/>
                    <a:pt x="391" y="807"/>
                  </a:cubicBezTo>
                  <a:cubicBezTo>
                    <a:pt x="426" y="809"/>
                    <a:pt x="442" y="785"/>
                    <a:pt x="470" y="779"/>
                  </a:cubicBezTo>
                  <a:cubicBezTo>
                    <a:pt x="495" y="774"/>
                    <a:pt x="596" y="813"/>
                    <a:pt x="617" y="818"/>
                  </a:cubicBezTo>
                  <a:cubicBezTo>
                    <a:pt x="617" y="818"/>
                    <a:pt x="582" y="748"/>
                    <a:pt x="481" y="744"/>
                  </a:cubicBezTo>
                  <a:cubicBezTo>
                    <a:pt x="463" y="743"/>
                    <a:pt x="438" y="765"/>
                    <a:pt x="424" y="755"/>
                  </a:cubicBezTo>
                  <a:cubicBezTo>
                    <a:pt x="396" y="736"/>
                    <a:pt x="435" y="709"/>
                    <a:pt x="415" y="686"/>
                  </a:cubicBezTo>
                  <a:cubicBezTo>
                    <a:pt x="394" y="655"/>
                    <a:pt x="318" y="684"/>
                    <a:pt x="300" y="648"/>
                  </a:cubicBezTo>
                  <a:cubicBezTo>
                    <a:pt x="286" y="614"/>
                    <a:pt x="338" y="614"/>
                    <a:pt x="359" y="602"/>
                  </a:cubicBezTo>
                  <a:cubicBezTo>
                    <a:pt x="421" y="567"/>
                    <a:pt x="276" y="561"/>
                    <a:pt x="293" y="517"/>
                  </a:cubicBezTo>
                  <a:cubicBezTo>
                    <a:pt x="299" y="501"/>
                    <a:pt x="323" y="486"/>
                    <a:pt x="343" y="487"/>
                  </a:cubicBezTo>
                  <a:cubicBezTo>
                    <a:pt x="369" y="489"/>
                    <a:pt x="378" y="507"/>
                    <a:pt x="410" y="501"/>
                  </a:cubicBezTo>
                  <a:cubicBezTo>
                    <a:pt x="433" y="497"/>
                    <a:pt x="453" y="484"/>
                    <a:pt x="449" y="465"/>
                  </a:cubicBezTo>
                  <a:cubicBezTo>
                    <a:pt x="444" y="438"/>
                    <a:pt x="412" y="437"/>
                    <a:pt x="385" y="436"/>
                  </a:cubicBezTo>
                  <a:cubicBezTo>
                    <a:pt x="359" y="434"/>
                    <a:pt x="313" y="443"/>
                    <a:pt x="304" y="415"/>
                  </a:cubicBezTo>
                  <a:cubicBezTo>
                    <a:pt x="300" y="399"/>
                    <a:pt x="318" y="375"/>
                    <a:pt x="327" y="364"/>
                  </a:cubicBezTo>
                  <a:cubicBezTo>
                    <a:pt x="346" y="394"/>
                    <a:pt x="403" y="385"/>
                    <a:pt x="431" y="369"/>
                  </a:cubicBezTo>
                  <a:cubicBezTo>
                    <a:pt x="457" y="354"/>
                    <a:pt x="469" y="306"/>
                    <a:pt x="437" y="298"/>
                  </a:cubicBezTo>
                  <a:cubicBezTo>
                    <a:pt x="567" y="295"/>
                    <a:pt x="658" y="130"/>
                    <a:pt x="442" y="124"/>
                  </a:cubicBezTo>
                  <a:cubicBezTo>
                    <a:pt x="474" y="116"/>
                    <a:pt x="532" y="99"/>
                    <a:pt x="541" y="71"/>
                  </a:cubicBezTo>
                  <a:cubicBezTo>
                    <a:pt x="557" y="23"/>
                    <a:pt x="470" y="39"/>
                    <a:pt x="437" y="42"/>
                  </a:cubicBezTo>
                  <a:cubicBezTo>
                    <a:pt x="445" y="8"/>
                    <a:pt x="403" y="3"/>
                    <a:pt x="371" y="4"/>
                  </a:cubicBezTo>
                  <a:cubicBezTo>
                    <a:pt x="318" y="8"/>
                    <a:pt x="285" y="17"/>
                    <a:pt x="242" y="39"/>
                  </a:cubicBezTo>
                  <a:cubicBezTo>
                    <a:pt x="219" y="7"/>
                    <a:pt x="200" y="0"/>
                    <a:pt x="152" y="11"/>
                  </a:cubicBezTo>
                  <a:cubicBezTo>
                    <a:pt x="113" y="21"/>
                    <a:pt x="108" y="44"/>
                    <a:pt x="78" y="58"/>
                  </a:cubicBezTo>
                  <a:cubicBezTo>
                    <a:pt x="58" y="67"/>
                    <a:pt x="17" y="75"/>
                    <a:pt x="14" y="98"/>
                  </a:cubicBezTo>
                  <a:cubicBezTo>
                    <a:pt x="9" y="127"/>
                    <a:pt x="65" y="134"/>
                    <a:pt x="90" y="139"/>
                  </a:cubicBezTo>
                  <a:cubicBezTo>
                    <a:pt x="104" y="142"/>
                    <a:pt x="150" y="148"/>
                    <a:pt x="145" y="165"/>
                  </a:cubicBezTo>
                  <a:cubicBezTo>
                    <a:pt x="143" y="170"/>
                    <a:pt x="120" y="179"/>
                    <a:pt x="117" y="181"/>
                  </a:cubicBezTo>
                  <a:cubicBezTo>
                    <a:pt x="63" y="220"/>
                    <a:pt x="122" y="251"/>
                    <a:pt x="168" y="261"/>
                  </a:cubicBezTo>
                  <a:cubicBezTo>
                    <a:pt x="193" y="267"/>
                    <a:pt x="216" y="272"/>
                    <a:pt x="221" y="293"/>
                  </a:cubicBezTo>
                  <a:cubicBezTo>
                    <a:pt x="224" y="311"/>
                    <a:pt x="210" y="325"/>
                    <a:pt x="189" y="331"/>
                  </a:cubicBezTo>
                  <a:cubicBezTo>
                    <a:pt x="136" y="345"/>
                    <a:pt x="122" y="283"/>
                    <a:pt x="69" y="293"/>
                  </a:cubicBezTo>
                  <a:cubicBezTo>
                    <a:pt x="28" y="300"/>
                    <a:pt x="12" y="322"/>
                    <a:pt x="10" y="350"/>
                  </a:cubicBezTo>
                  <a:cubicBezTo>
                    <a:pt x="9" y="387"/>
                    <a:pt x="0" y="420"/>
                    <a:pt x="37" y="4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72"/>
            <p:cNvSpPr>
              <a:spLocks noEditPoints="1"/>
            </p:cNvSpPr>
            <p:nvPr/>
          </p:nvSpPr>
          <p:spPr bwMode="auto">
            <a:xfrm>
              <a:off x="5576888" y="1838325"/>
              <a:ext cx="368300" cy="600075"/>
            </a:xfrm>
            <a:custGeom>
              <a:avLst/>
              <a:gdLst>
                <a:gd name="T0" fmla="*/ 12 w 267"/>
                <a:gd name="T1" fmla="*/ 27 h 433"/>
                <a:gd name="T2" fmla="*/ 12 w 267"/>
                <a:gd name="T3" fmla="*/ 59 h 433"/>
                <a:gd name="T4" fmla="*/ 0 w 267"/>
                <a:gd name="T5" fmla="*/ 74 h 433"/>
                <a:gd name="T6" fmla="*/ 12 w 267"/>
                <a:gd name="T7" fmla="*/ 89 h 433"/>
                <a:gd name="T8" fmla="*/ 12 w 267"/>
                <a:gd name="T9" fmla="*/ 202 h 433"/>
                <a:gd name="T10" fmla="*/ 0 w 267"/>
                <a:gd name="T11" fmla="*/ 217 h 433"/>
                <a:gd name="T12" fmla="*/ 12 w 267"/>
                <a:gd name="T13" fmla="*/ 232 h 433"/>
                <a:gd name="T14" fmla="*/ 12 w 267"/>
                <a:gd name="T15" fmla="*/ 345 h 433"/>
                <a:gd name="T16" fmla="*/ 0 w 267"/>
                <a:gd name="T17" fmla="*/ 360 h 433"/>
                <a:gd name="T18" fmla="*/ 12 w 267"/>
                <a:gd name="T19" fmla="*/ 375 h 433"/>
                <a:gd name="T20" fmla="*/ 12 w 267"/>
                <a:gd name="T21" fmla="*/ 406 h 433"/>
                <a:gd name="T22" fmla="*/ 39 w 267"/>
                <a:gd name="T23" fmla="*/ 433 h 433"/>
                <a:gd name="T24" fmla="*/ 228 w 267"/>
                <a:gd name="T25" fmla="*/ 433 h 433"/>
                <a:gd name="T26" fmla="*/ 256 w 267"/>
                <a:gd name="T27" fmla="*/ 406 h 433"/>
                <a:gd name="T28" fmla="*/ 256 w 267"/>
                <a:gd name="T29" fmla="*/ 375 h 433"/>
                <a:gd name="T30" fmla="*/ 267 w 267"/>
                <a:gd name="T31" fmla="*/ 360 h 433"/>
                <a:gd name="T32" fmla="*/ 256 w 267"/>
                <a:gd name="T33" fmla="*/ 345 h 433"/>
                <a:gd name="T34" fmla="*/ 256 w 267"/>
                <a:gd name="T35" fmla="*/ 232 h 433"/>
                <a:gd name="T36" fmla="*/ 267 w 267"/>
                <a:gd name="T37" fmla="*/ 217 h 433"/>
                <a:gd name="T38" fmla="*/ 256 w 267"/>
                <a:gd name="T39" fmla="*/ 202 h 433"/>
                <a:gd name="T40" fmla="*/ 256 w 267"/>
                <a:gd name="T41" fmla="*/ 89 h 433"/>
                <a:gd name="T42" fmla="*/ 267 w 267"/>
                <a:gd name="T43" fmla="*/ 74 h 433"/>
                <a:gd name="T44" fmla="*/ 256 w 267"/>
                <a:gd name="T45" fmla="*/ 59 h 433"/>
                <a:gd name="T46" fmla="*/ 256 w 267"/>
                <a:gd name="T47" fmla="*/ 27 h 433"/>
                <a:gd name="T48" fmla="*/ 228 w 267"/>
                <a:gd name="T49" fmla="*/ 0 h 433"/>
                <a:gd name="T50" fmla="*/ 39 w 267"/>
                <a:gd name="T51" fmla="*/ 0 h 433"/>
                <a:gd name="T52" fmla="*/ 12 w 267"/>
                <a:gd name="T53" fmla="*/ 27 h 433"/>
                <a:gd name="T54" fmla="*/ 134 w 267"/>
                <a:gd name="T55" fmla="*/ 126 h 433"/>
                <a:gd name="T56" fmla="*/ 225 w 267"/>
                <a:gd name="T57" fmla="*/ 217 h 433"/>
                <a:gd name="T58" fmla="*/ 134 w 267"/>
                <a:gd name="T59" fmla="*/ 308 h 433"/>
                <a:gd name="T60" fmla="*/ 43 w 267"/>
                <a:gd name="T61" fmla="*/ 217 h 433"/>
                <a:gd name="T62" fmla="*/ 134 w 267"/>
                <a:gd name="T63" fmla="*/ 126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67" h="433">
                  <a:moveTo>
                    <a:pt x="12" y="27"/>
                  </a:moveTo>
                  <a:cubicBezTo>
                    <a:pt x="12" y="59"/>
                    <a:pt x="12" y="59"/>
                    <a:pt x="12" y="59"/>
                  </a:cubicBezTo>
                  <a:cubicBezTo>
                    <a:pt x="5" y="61"/>
                    <a:pt x="0" y="67"/>
                    <a:pt x="0" y="74"/>
                  </a:cubicBezTo>
                  <a:cubicBezTo>
                    <a:pt x="0" y="81"/>
                    <a:pt x="5" y="87"/>
                    <a:pt x="12" y="89"/>
                  </a:cubicBezTo>
                  <a:cubicBezTo>
                    <a:pt x="12" y="202"/>
                    <a:pt x="12" y="202"/>
                    <a:pt x="12" y="202"/>
                  </a:cubicBezTo>
                  <a:cubicBezTo>
                    <a:pt x="5" y="204"/>
                    <a:pt x="0" y="210"/>
                    <a:pt x="0" y="217"/>
                  </a:cubicBezTo>
                  <a:cubicBezTo>
                    <a:pt x="0" y="224"/>
                    <a:pt x="5" y="230"/>
                    <a:pt x="12" y="232"/>
                  </a:cubicBezTo>
                  <a:cubicBezTo>
                    <a:pt x="12" y="345"/>
                    <a:pt x="12" y="345"/>
                    <a:pt x="12" y="345"/>
                  </a:cubicBezTo>
                  <a:cubicBezTo>
                    <a:pt x="5" y="346"/>
                    <a:pt x="0" y="352"/>
                    <a:pt x="0" y="360"/>
                  </a:cubicBezTo>
                  <a:cubicBezTo>
                    <a:pt x="0" y="367"/>
                    <a:pt x="5" y="373"/>
                    <a:pt x="12" y="375"/>
                  </a:cubicBezTo>
                  <a:cubicBezTo>
                    <a:pt x="12" y="406"/>
                    <a:pt x="12" y="406"/>
                    <a:pt x="12" y="406"/>
                  </a:cubicBezTo>
                  <a:cubicBezTo>
                    <a:pt x="12" y="421"/>
                    <a:pt x="24" y="433"/>
                    <a:pt x="39" y="433"/>
                  </a:cubicBezTo>
                  <a:cubicBezTo>
                    <a:pt x="228" y="433"/>
                    <a:pt x="228" y="433"/>
                    <a:pt x="228" y="433"/>
                  </a:cubicBezTo>
                  <a:cubicBezTo>
                    <a:pt x="243" y="433"/>
                    <a:pt x="256" y="421"/>
                    <a:pt x="256" y="406"/>
                  </a:cubicBezTo>
                  <a:cubicBezTo>
                    <a:pt x="256" y="375"/>
                    <a:pt x="256" y="375"/>
                    <a:pt x="256" y="375"/>
                  </a:cubicBezTo>
                  <a:cubicBezTo>
                    <a:pt x="262" y="373"/>
                    <a:pt x="267" y="367"/>
                    <a:pt x="267" y="360"/>
                  </a:cubicBezTo>
                  <a:cubicBezTo>
                    <a:pt x="267" y="352"/>
                    <a:pt x="262" y="346"/>
                    <a:pt x="256" y="345"/>
                  </a:cubicBezTo>
                  <a:cubicBezTo>
                    <a:pt x="256" y="232"/>
                    <a:pt x="256" y="232"/>
                    <a:pt x="256" y="232"/>
                  </a:cubicBezTo>
                  <a:cubicBezTo>
                    <a:pt x="262" y="230"/>
                    <a:pt x="267" y="224"/>
                    <a:pt x="267" y="217"/>
                  </a:cubicBezTo>
                  <a:cubicBezTo>
                    <a:pt x="267" y="210"/>
                    <a:pt x="262" y="204"/>
                    <a:pt x="256" y="202"/>
                  </a:cubicBezTo>
                  <a:cubicBezTo>
                    <a:pt x="256" y="89"/>
                    <a:pt x="256" y="89"/>
                    <a:pt x="256" y="89"/>
                  </a:cubicBezTo>
                  <a:cubicBezTo>
                    <a:pt x="262" y="87"/>
                    <a:pt x="267" y="81"/>
                    <a:pt x="267" y="74"/>
                  </a:cubicBezTo>
                  <a:cubicBezTo>
                    <a:pt x="267" y="67"/>
                    <a:pt x="262" y="61"/>
                    <a:pt x="256" y="59"/>
                  </a:cubicBezTo>
                  <a:cubicBezTo>
                    <a:pt x="256" y="27"/>
                    <a:pt x="256" y="27"/>
                    <a:pt x="256" y="27"/>
                  </a:cubicBezTo>
                  <a:cubicBezTo>
                    <a:pt x="256" y="13"/>
                    <a:pt x="243" y="0"/>
                    <a:pt x="228" y="0"/>
                  </a:cubicBezTo>
                  <a:cubicBezTo>
                    <a:pt x="39" y="0"/>
                    <a:pt x="39" y="0"/>
                    <a:pt x="39" y="0"/>
                  </a:cubicBezTo>
                  <a:cubicBezTo>
                    <a:pt x="24" y="0"/>
                    <a:pt x="12" y="13"/>
                    <a:pt x="12" y="27"/>
                  </a:cubicBezTo>
                  <a:close/>
                  <a:moveTo>
                    <a:pt x="134" y="126"/>
                  </a:moveTo>
                  <a:cubicBezTo>
                    <a:pt x="184" y="126"/>
                    <a:pt x="225" y="167"/>
                    <a:pt x="225" y="217"/>
                  </a:cubicBezTo>
                  <a:cubicBezTo>
                    <a:pt x="225" y="267"/>
                    <a:pt x="184" y="308"/>
                    <a:pt x="134" y="308"/>
                  </a:cubicBezTo>
                  <a:cubicBezTo>
                    <a:pt x="84" y="308"/>
                    <a:pt x="43" y="267"/>
                    <a:pt x="43" y="217"/>
                  </a:cubicBezTo>
                  <a:cubicBezTo>
                    <a:pt x="43" y="167"/>
                    <a:pt x="84" y="126"/>
                    <a:pt x="134" y="1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73"/>
            <p:cNvSpPr>
              <a:spLocks noEditPoints="1"/>
            </p:cNvSpPr>
            <p:nvPr/>
          </p:nvSpPr>
          <p:spPr bwMode="auto">
            <a:xfrm>
              <a:off x="5653088" y="2032000"/>
              <a:ext cx="215900" cy="214312"/>
            </a:xfrm>
            <a:custGeom>
              <a:avLst/>
              <a:gdLst>
                <a:gd name="T0" fmla="*/ 78 w 156"/>
                <a:gd name="T1" fmla="*/ 156 h 156"/>
                <a:gd name="T2" fmla="*/ 156 w 156"/>
                <a:gd name="T3" fmla="*/ 78 h 156"/>
                <a:gd name="T4" fmla="*/ 78 w 156"/>
                <a:gd name="T5" fmla="*/ 0 h 156"/>
                <a:gd name="T6" fmla="*/ 0 w 156"/>
                <a:gd name="T7" fmla="*/ 78 h 156"/>
                <a:gd name="T8" fmla="*/ 78 w 156"/>
                <a:gd name="T9" fmla="*/ 156 h 156"/>
                <a:gd name="T10" fmla="*/ 78 w 156"/>
                <a:gd name="T11" fmla="*/ 147 h 156"/>
                <a:gd name="T12" fmla="*/ 41 w 156"/>
                <a:gd name="T13" fmla="*/ 136 h 156"/>
                <a:gd name="T14" fmla="*/ 68 w 156"/>
                <a:gd name="T15" fmla="*/ 93 h 156"/>
                <a:gd name="T16" fmla="*/ 78 w 156"/>
                <a:gd name="T17" fmla="*/ 96 h 156"/>
                <a:gd name="T18" fmla="*/ 88 w 156"/>
                <a:gd name="T19" fmla="*/ 93 h 156"/>
                <a:gd name="T20" fmla="*/ 115 w 156"/>
                <a:gd name="T21" fmla="*/ 136 h 156"/>
                <a:gd name="T22" fmla="*/ 78 w 156"/>
                <a:gd name="T23" fmla="*/ 147 h 156"/>
                <a:gd name="T24" fmla="*/ 110 w 156"/>
                <a:gd name="T25" fmla="*/ 17 h 156"/>
                <a:gd name="T26" fmla="*/ 147 w 156"/>
                <a:gd name="T27" fmla="*/ 78 h 156"/>
                <a:gd name="T28" fmla="*/ 147 w 156"/>
                <a:gd name="T29" fmla="*/ 81 h 156"/>
                <a:gd name="T30" fmla="*/ 96 w 156"/>
                <a:gd name="T31" fmla="*/ 79 h 156"/>
                <a:gd name="T32" fmla="*/ 96 w 156"/>
                <a:gd name="T33" fmla="*/ 78 h 156"/>
                <a:gd name="T34" fmla="*/ 86 w 156"/>
                <a:gd name="T35" fmla="*/ 62 h 156"/>
                <a:gd name="T36" fmla="*/ 110 w 156"/>
                <a:gd name="T37" fmla="*/ 17 h 156"/>
                <a:gd name="T38" fmla="*/ 78 w 156"/>
                <a:gd name="T39" fmla="*/ 66 h 156"/>
                <a:gd name="T40" fmla="*/ 89 w 156"/>
                <a:gd name="T41" fmla="*/ 78 h 156"/>
                <a:gd name="T42" fmla="*/ 78 w 156"/>
                <a:gd name="T43" fmla="*/ 89 h 156"/>
                <a:gd name="T44" fmla="*/ 66 w 156"/>
                <a:gd name="T45" fmla="*/ 78 h 156"/>
                <a:gd name="T46" fmla="*/ 78 w 156"/>
                <a:gd name="T47" fmla="*/ 66 h 156"/>
                <a:gd name="T48" fmla="*/ 9 w 156"/>
                <a:gd name="T49" fmla="*/ 78 h 156"/>
                <a:gd name="T50" fmla="*/ 46 w 156"/>
                <a:gd name="T51" fmla="*/ 17 h 156"/>
                <a:gd name="T52" fmla="*/ 69 w 156"/>
                <a:gd name="T53" fmla="*/ 62 h 156"/>
                <a:gd name="T54" fmla="*/ 60 w 156"/>
                <a:gd name="T55" fmla="*/ 78 h 156"/>
                <a:gd name="T56" fmla="*/ 60 w 156"/>
                <a:gd name="T57" fmla="*/ 79 h 156"/>
                <a:gd name="T58" fmla="*/ 9 w 156"/>
                <a:gd name="T59" fmla="*/ 81 h 156"/>
                <a:gd name="T60" fmla="*/ 9 w 156"/>
                <a:gd name="T61" fmla="*/ 78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6" h="156">
                  <a:moveTo>
                    <a:pt x="78" y="156"/>
                  </a:moveTo>
                  <a:cubicBezTo>
                    <a:pt x="121" y="156"/>
                    <a:pt x="156" y="121"/>
                    <a:pt x="156" y="78"/>
                  </a:cubicBezTo>
                  <a:cubicBezTo>
                    <a:pt x="156" y="35"/>
                    <a:pt x="121" y="0"/>
                    <a:pt x="78" y="0"/>
                  </a:cubicBezTo>
                  <a:cubicBezTo>
                    <a:pt x="35" y="0"/>
                    <a:pt x="0" y="35"/>
                    <a:pt x="0" y="78"/>
                  </a:cubicBezTo>
                  <a:cubicBezTo>
                    <a:pt x="0" y="121"/>
                    <a:pt x="35" y="156"/>
                    <a:pt x="78" y="156"/>
                  </a:cubicBezTo>
                  <a:close/>
                  <a:moveTo>
                    <a:pt x="78" y="147"/>
                  </a:moveTo>
                  <a:cubicBezTo>
                    <a:pt x="64" y="147"/>
                    <a:pt x="51" y="143"/>
                    <a:pt x="41" y="136"/>
                  </a:cubicBezTo>
                  <a:cubicBezTo>
                    <a:pt x="68" y="93"/>
                    <a:pt x="68" y="93"/>
                    <a:pt x="68" y="93"/>
                  </a:cubicBezTo>
                  <a:cubicBezTo>
                    <a:pt x="71" y="95"/>
                    <a:pt x="74" y="96"/>
                    <a:pt x="78" y="96"/>
                  </a:cubicBezTo>
                  <a:cubicBezTo>
                    <a:pt x="81" y="96"/>
                    <a:pt x="85" y="95"/>
                    <a:pt x="88" y="93"/>
                  </a:cubicBezTo>
                  <a:cubicBezTo>
                    <a:pt x="115" y="136"/>
                    <a:pt x="115" y="136"/>
                    <a:pt x="115" y="136"/>
                  </a:cubicBezTo>
                  <a:cubicBezTo>
                    <a:pt x="104" y="143"/>
                    <a:pt x="91" y="147"/>
                    <a:pt x="78" y="147"/>
                  </a:cubicBezTo>
                  <a:close/>
                  <a:moveTo>
                    <a:pt x="110" y="17"/>
                  </a:moveTo>
                  <a:cubicBezTo>
                    <a:pt x="132" y="28"/>
                    <a:pt x="147" y="51"/>
                    <a:pt x="147" y="78"/>
                  </a:cubicBezTo>
                  <a:cubicBezTo>
                    <a:pt x="147" y="79"/>
                    <a:pt x="147" y="80"/>
                    <a:pt x="147" y="81"/>
                  </a:cubicBezTo>
                  <a:cubicBezTo>
                    <a:pt x="96" y="79"/>
                    <a:pt x="96" y="79"/>
                    <a:pt x="96" y="79"/>
                  </a:cubicBezTo>
                  <a:cubicBezTo>
                    <a:pt x="96" y="78"/>
                    <a:pt x="96" y="78"/>
                    <a:pt x="96" y="78"/>
                  </a:cubicBezTo>
                  <a:cubicBezTo>
                    <a:pt x="96" y="71"/>
                    <a:pt x="92" y="65"/>
                    <a:pt x="86" y="62"/>
                  </a:cubicBezTo>
                  <a:lnTo>
                    <a:pt x="110" y="17"/>
                  </a:lnTo>
                  <a:close/>
                  <a:moveTo>
                    <a:pt x="78" y="66"/>
                  </a:moveTo>
                  <a:cubicBezTo>
                    <a:pt x="84" y="66"/>
                    <a:pt x="89" y="72"/>
                    <a:pt x="89" y="78"/>
                  </a:cubicBezTo>
                  <a:cubicBezTo>
                    <a:pt x="89" y="84"/>
                    <a:pt x="84" y="89"/>
                    <a:pt x="78" y="89"/>
                  </a:cubicBezTo>
                  <a:cubicBezTo>
                    <a:pt x="72" y="89"/>
                    <a:pt x="66" y="84"/>
                    <a:pt x="66" y="78"/>
                  </a:cubicBezTo>
                  <a:cubicBezTo>
                    <a:pt x="66" y="72"/>
                    <a:pt x="72" y="66"/>
                    <a:pt x="78" y="66"/>
                  </a:cubicBezTo>
                  <a:close/>
                  <a:moveTo>
                    <a:pt x="9" y="78"/>
                  </a:moveTo>
                  <a:cubicBezTo>
                    <a:pt x="9" y="51"/>
                    <a:pt x="24" y="28"/>
                    <a:pt x="46" y="17"/>
                  </a:cubicBezTo>
                  <a:cubicBezTo>
                    <a:pt x="69" y="62"/>
                    <a:pt x="69" y="62"/>
                    <a:pt x="69" y="62"/>
                  </a:cubicBezTo>
                  <a:cubicBezTo>
                    <a:pt x="64" y="65"/>
                    <a:pt x="60" y="71"/>
                    <a:pt x="60" y="78"/>
                  </a:cubicBezTo>
                  <a:cubicBezTo>
                    <a:pt x="60" y="78"/>
                    <a:pt x="60" y="78"/>
                    <a:pt x="60" y="79"/>
                  </a:cubicBezTo>
                  <a:cubicBezTo>
                    <a:pt x="9" y="81"/>
                    <a:pt x="9" y="81"/>
                    <a:pt x="9" y="81"/>
                  </a:cubicBezTo>
                  <a:cubicBezTo>
                    <a:pt x="9" y="80"/>
                    <a:pt x="9" y="79"/>
                    <a:pt x="9"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8" name="组合 77"/>
          <p:cNvGrpSpPr/>
          <p:nvPr/>
        </p:nvGrpSpPr>
        <p:grpSpPr>
          <a:xfrm>
            <a:off x="2422525" y="820738"/>
            <a:ext cx="1935163" cy="1609724"/>
            <a:chOff x="2422525" y="820738"/>
            <a:chExt cx="1935163" cy="1609724"/>
          </a:xfrm>
          <a:solidFill>
            <a:schemeClr val="tx1">
              <a:lumMod val="65000"/>
              <a:lumOff val="35000"/>
            </a:schemeClr>
          </a:solidFill>
        </p:grpSpPr>
        <p:sp>
          <p:nvSpPr>
            <p:cNvPr id="79" name="Freeform 74"/>
            <p:cNvSpPr>
              <a:spLocks noEditPoints="1"/>
            </p:cNvSpPr>
            <p:nvPr/>
          </p:nvSpPr>
          <p:spPr bwMode="auto">
            <a:xfrm>
              <a:off x="3222625" y="1536700"/>
              <a:ext cx="1073150" cy="876300"/>
            </a:xfrm>
            <a:custGeom>
              <a:avLst/>
              <a:gdLst>
                <a:gd name="T0" fmla="*/ 300 w 776"/>
                <a:gd name="T1" fmla="*/ 103 h 634"/>
                <a:gd name="T2" fmla="*/ 289 w 776"/>
                <a:gd name="T3" fmla="*/ 110 h 634"/>
                <a:gd name="T4" fmla="*/ 0 w 776"/>
                <a:gd name="T5" fmla="*/ 110 h 634"/>
                <a:gd name="T6" fmla="*/ 0 w 776"/>
                <a:gd name="T7" fmla="*/ 161 h 634"/>
                <a:gd name="T8" fmla="*/ 120 w 776"/>
                <a:gd name="T9" fmla="*/ 161 h 634"/>
                <a:gd name="T10" fmla="*/ 120 w 776"/>
                <a:gd name="T11" fmla="*/ 634 h 634"/>
                <a:gd name="T12" fmla="*/ 171 w 776"/>
                <a:gd name="T13" fmla="*/ 634 h 634"/>
                <a:gd name="T14" fmla="*/ 171 w 776"/>
                <a:gd name="T15" fmla="*/ 483 h 634"/>
                <a:gd name="T16" fmla="*/ 634 w 776"/>
                <a:gd name="T17" fmla="*/ 483 h 634"/>
                <a:gd name="T18" fmla="*/ 634 w 776"/>
                <a:gd name="T19" fmla="*/ 634 h 634"/>
                <a:gd name="T20" fmla="*/ 685 w 776"/>
                <a:gd name="T21" fmla="*/ 634 h 634"/>
                <a:gd name="T22" fmla="*/ 685 w 776"/>
                <a:gd name="T23" fmla="*/ 161 h 634"/>
                <a:gd name="T24" fmla="*/ 776 w 776"/>
                <a:gd name="T25" fmla="*/ 161 h 634"/>
                <a:gd name="T26" fmla="*/ 776 w 776"/>
                <a:gd name="T27" fmla="*/ 110 h 634"/>
                <a:gd name="T28" fmla="*/ 511 w 776"/>
                <a:gd name="T29" fmla="*/ 110 h 634"/>
                <a:gd name="T30" fmla="*/ 527 w 776"/>
                <a:gd name="T31" fmla="*/ 78 h 634"/>
                <a:gd name="T32" fmla="*/ 500 w 776"/>
                <a:gd name="T33" fmla="*/ 85 h 634"/>
                <a:gd name="T34" fmla="*/ 508 w 776"/>
                <a:gd name="T35" fmla="*/ 48 h 634"/>
                <a:gd name="T36" fmla="*/ 484 w 776"/>
                <a:gd name="T37" fmla="*/ 62 h 634"/>
                <a:gd name="T38" fmla="*/ 482 w 776"/>
                <a:gd name="T39" fmla="*/ 24 h 634"/>
                <a:gd name="T40" fmla="*/ 462 w 776"/>
                <a:gd name="T41" fmla="*/ 44 h 634"/>
                <a:gd name="T42" fmla="*/ 450 w 776"/>
                <a:gd name="T43" fmla="*/ 8 h 634"/>
                <a:gd name="T44" fmla="*/ 436 w 776"/>
                <a:gd name="T45" fmla="*/ 32 h 634"/>
                <a:gd name="T46" fmla="*/ 415 w 776"/>
                <a:gd name="T47" fmla="*/ 0 h 634"/>
                <a:gd name="T48" fmla="*/ 408 w 776"/>
                <a:gd name="T49" fmla="*/ 27 h 634"/>
                <a:gd name="T50" fmla="*/ 380 w 776"/>
                <a:gd name="T51" fmla="*/ 2 h 634"/>
                <a:gd name="T52" fmla="*/ 380 w 776"/>
                <a:gd name="T53" fmla="*/ 29 h 634"/>
                <a:gd name="T54" fmla="*/ 346 w 776"/>
                <a:gd name="T55" fmla="*/ 12 h 634"/>
                <a:gd name="T56" fmla="*/ 353 w 776"/>
                <a:gd name="T57" fmla="*/ 39 h 634"/>
                <a:gd name="T58" fmla="*/ 316 w 776"/>
                <a:gd name="T59" fmla="*/ 32 h 634"/>
                <a:gd name="T60" fmla="*/ 330 w 776"/>
                <a:gd name="T61" fmla="*/ 55 h 634"/>
                <a:gd name="T62" fmla="*/ 292 w 776"/>
                <a:gd name="T63" fmla="*/ 58 h 634"/>
                <a:gd name="T64" fmla="*/ 312 w 776"/>
                <a:gd name="T65" fmla="*/ 77 h 634"/>
                <a:gd name="T66" fmla="*/ 276 w 776"/>
                <a:gd name="T67" fmla="*/ 89 h 634"/>
                <a:gd name="T68" fmla="*/ 300 w 776"/>
                <a:gd name="T69" fmla="*/ 103 h 634"/>
                <a:gd name="T70" fmla="*/ 404 w 776"/>
                <a:gd name="T71" fmla="*/ 84 h 634"/>
                <a:gd name="T72" fmla="*/ 449 w 776"/>
                <a:gd name="T73" fmla="*/ 110 h 634"/>
                <a:gd name="T74" fmla="*/ 359 w 776"/>
                <a:gd name="T75" fmla="*/ 110 h 634"/>
                <a:gd name="T76" fmla="*/ 404 w 776"/>
                <a:gd name="T77" fmla="*/ 84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6" h="634">
                  <a:moveTo>
                    <a:pt x="300" y="103"/>
                  </a:moveTo>
                  <a:cubicBezTo>
                    <a:pt x="289" y="110"/>
                    <a:pt x="289" y="110"/>
                    <a:pt x="289" y="110"/>
                  </a:cubicBezTo>
                  <a:cubicBezTo>
                    <a:pt x="0" y="110"/>
                    <a:pt x="0" y="110"/>
                    <a:pt x="0" y="110"/>
                  </a:cubicBezTo>
                  <a:cubicBezTo>
                    <a:pt x="0" y="161"/>
                    <a:pt x="0" y="161"/>
                    <a:pt x="0" y="161"/>
                  </a:cubicBezTo>
                  <a:cubicBezTo>
                    <a:pt x="120" y="161"/>
                    <a:pt x="120" y="161"/>
                    <a:pt x="120" y="161"/>
                  </a:cubicBezTo>
                  <a:cubicBezTo>
                    <a:pt x="120" y="634"/>
                    <a:pt x="120" y="634"/>
                    <a:pt x="120" y="634"/>
                  </a:cubicBezTo>
                  <a:cubicBezTo>
                    <a:pt x="171" y="634"/>
                    <a:pt x="171" y="634"/>
                    <a:pt x="171" y="634"/>
                  </a:cubicBezTo>
                  <a:cubicBezTo>
                    <a:pt x="171" y="483"/>
                    <a:pt x="171" y="483"/>
                    <a:pt x="171" y="483"/>
                  </a:cubicBezTo>
                  <a:cubicBezTo>
                    <a:pt x="634" y="483"/>
                    <a:pt x="634" y="483"/>
                    <a:pt x="634" y="483"/>
                  </a:cubicBezTo>
                  <a:cubicBezTo>
                    <a:pt x="634" y="634"/>
                    <a:pt x="634" y="634"/>
                    <a:pt x="634" y="634"/>
                  </a:cubicBezTo>
                  <a:cubicBezTo>
                    <a:pt x="685" y="634"/>
                    <a:pt x="685" y="634"/>
                    <a:pt x="685" y="634"/>
                  </a:cubicBezTo>
                  <a:cubicBezTo>
                    <a:pt x="685" y="161"/>
                    <a:pt x="685" y="161"/>
                    <a:pt x="685" y="161"/>
                  </a:cubicBezTo>
                  <a:cubicBezTo>
                    <a:pt x="776" y="161"/>
                    <a:pt x="776" y="161"/>
                    <a:pt x="776" y="161"/>
                  </a:cubicBezTo>
                  <a:cubicBezTo>
                    <a:pt x="776" y="110"/>
                    <a:pt x="776" y="110"/>
                    <a:pt x="776" y="110"/>
                  </a:cubicBezTo>
                  <a:cubicBezTo>
                    <a:pt x="511" y="110"/>
                    <a:pt x="511" y="110"/>
                    <a:pt x="511" y="110"/>
                  </a:cubicBezTo>
                  <a:cubicBezTo>
                    <a:pt x="527" y="78"/>
                    <a:pt x="527" y="78"/>
                    <a:pt x="527" y="78"/>
                  </a:cubicBezTo>
                  <a:cubicBezTo>
                    <a:pt x="500" y="85"/>
                    <a:pt x="500" y="85"/>
                    <a:pt x="500" y="85"/>
                  </a:cubicBezTo>
                  <a:cubicBezTo>
                    <a:pt x="508" y="48"/>
                    <a:pt x="508" y="48"/>
                    <a:pt x="508" y="48"/>
                  </a:cubicBezTo>
                  <a:cubicBezTo>
                    <a:pt x="484" y="62"/>
                    <a:pt x="484" y="62"/>
                    <a:pt x="484" y="62"/>
                  </a:cubicBezTo>
                  <a:cubicBezTo>
                    <a:pt x="482" y="24"/>
                    <a:pt x="482" y="24"/>
                    <a:pt x="482" y="24"/>
                  </a:cubicBezTo>
                  <a:cubicBezTo>
                    <a:pt x="462" y="44"/>
                    <a:pt x="462" y="44"/>
                    <a:pt x="462" y="44"/>
                  </a:cubicBezTo>
                  <a:cubicBezTo>
                    <a:pt x="450" y="8"/>
                    <a:pt x="450" y="8"/>
                    <a:pt x="450" y="8"/>
                  </a:cubicBezTo>
                  <a:cubicBezTo>
                    <a:pt x="436" y="32"/>
                    <a:pt x="436" y="32"/>
                    <a:pt x="436" y="32"/>
                  </a:cubicBezTo>
                  <a:cubicBezTo>
                    <a:pt x="415" y="0"/>
                    <a:pt x="415" y="0"/>
                    <a:pt x="415" y="0"/>
                  </a:cubicBezTo>
                  <a:cubicBezTo>
                    <a:pt x="408" y="27"/>
                    <a:pt x="408" y="27"/>
                    <a:pt x="408" y="27"/>
                  </a:cubicBezTo>
                  <a:cubicBezTo>
                    <a:pt x="380" y="2"/>
                    <a:pt x="380" y="2"/>
                    <a:pt x="380" y="2"/>
                  </a:cubicBezTo>
                  <a:cubicBezTo>
                    <a:pt x="380" y="29"/>
                    <a:pt x="380" y="29"/>
                    <a:pt x="380" y="29"/>
                  </a:cubicBezTo>
                  <a:cubicBezTo>
                    <a:pt x="346" y="12"/>
                    <a:pt x="346" y="12"/>
                    <a:pt x="346" y="12"/>
                  </a:cubicBezTo>
                  <a:cubicBezTo>
                    <a:pt x="353" y="39"/>
                    <a:pt x="353" y="39"/>
                    <a:pt x="353" y="39"/>
                  </a:cubicBezTo>
                  <a:cubicBezTo>
                    <a:pt x="316" y="32"/>
                    <a:pt x="316" y="32"/>
                    <a:pt x="316" y="32"/>
                  </a:cubicBezTo>
                  <a:cubicBezTo>
                    <a:pt x="330" y="55"/>
                    <a:pt x="330" y="55"/>
                    <a:pt x="330" y="55"/>
                  </a:cubicBezTo>
                  <a:cubicBezTo>
                    <a:pt x="292" y="58"/>
                    <a:pt x="292" y="58"/>
                    <a:pt x="292" y="58"/>
                  </a:cubicBezTo>
                  <a:cubicBezTo>
                    <a:pt x="312" y="77"/>
                    <a:pt x="312" y="77"/>
                    <a:pt x="312" y="77"/>
                  </a:cubicBezTo>
                  <a:cubicBezTo>
                    <a:pt x="276" y="89"/>
                    <a:pt x="276" y="89"/>
                    <a:pt x="276" y="89"/>
                  </a:cubicBezTo>
                  <a:lnTo>
                    <a:pt x="300" y="103"/>
                  </a:lnTo>
                  <a:close/>
                  <a:moveTo>
                    <a:pt x="404" y="84"/>
                  </a:moveTo>
                  <a:cubicBezTo>
                    <a:pt x="423" y="84"/>
                    <a:pt x="440" y="94"/>
                    <a:pt x="449" y="110"/>
                  </a:cubicBezTo>
                  <a:cubicBezTo>
                    <a:pt x="359" y="110"/>
                    <a:pt x="359" y="110"/>
                    <a:pt x="359" y="110"/>
                  </a:cubicBezTo>
                  <a:cubicBezTo>
                    <a:pt x="368" y="94"/>
                    <a:pt x="384" y="84"/>
                    <a:pt x="404"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75"/>
            <p:cNvSpPr>
              <a:spLocks noEditPoints="1"/>
            </p:cNvSpPr>
            <p:nvPr/>
          </p:nvSpPr>
          <p:spPr bwMode="auto">
            <a:xfrm>
              <a:off x="2586038" y="1581150"/>
              <a:ext cx="720725" cy="849312"/>
            </a:xfrm>
            <a:custGeom>
              <a:avLst/>
              <a:gdLst>
                <a:gd name="T0" fmla="*/ 64 w 521"/>
                <a:gd name="T1" fmla="*/ 41 h 614"/>
                <a:gd name="T2" fmla="*/ 64 w 521"/>
                <a:gd name="T3" fmla="*/ 41 h 614"/>
                <a:gd name="T4" fmla="*/ 0 w 521"/>
                <a:gd name="T5" fmla="*/ 28 h 614"/>
                <a:gd name="T6" fmla="*/ 67 w 521"/>
                <a:gd name="T7" fmla="*/ 190 h 614"/>
                <a:gd name="T8" fmla="*/ 75 w 521"/>
                <a:gd name="T9" fmla="*/ 204 h 614"/>
                <a:gd name="T10" fmla="*/ 86 w 521"/>
                <a:gd name="T11" fmla="*/ 216 h 614"/>
                <a:gd name="T12" fmla="*/ 86 w 521"/>
                <a:gd name="T13" fmla="*/ 216 h 614"/>
                <a:gd name="T14" fmla="*/ 86 w 521"/>
                <a:gd name="T15" fmla="*/ 216 h 614"/>
                <a:gd name="T16" fmla="*/ 90 w 521"/>
                <a:gd name="T17" fmla="*/ 218 h 614"/>
                <a:gd name="T18" fmla="*/ 134 w 521"/>
                <a:gd name="T19" fmla="*/ 274 h 614"/>
                <a:gd name="T20" fmla="*/ 165 w 521"/>
                <a:gd name="T21" fmla="*/ 396 h 614"/>
                <a:gd name="T22" fmla="*/ 130 w 521"/>
                <a:gd name="T23" fmla="*/ 544 h 614"/>
                <a:gd name="T24" fmla="*/ 156 w 521"/>
                <a:gd name="T25" fmla="*/ 610 h 614"/>
                <a:gd name="T26" fmla="*/ 176 w 521"/>
                <a:gd name="T27" fmla="*/ 614 h 614"/>
                <a:gd name="T28" fmla="*/ 222 w 521"/>
                <a:gd name="T29" fmla="*/ 585 h 614"/>
                <a:gd name="T30" fmla="*/ 265 w 521"/>
                <a:gd name="T31" fmla="*/ 396 h 614"/>
                <a:gd name="T32" fmla="*/ 207 w 521"/>
                <a:gd name="T33" fmla="*/ 203 h 614"/>
                <a:gd name="T34" fmla="*/ 204 w 521"/>
                <a:gd name="T35" fmla="*/ 198 h 614"/>
                <a:gd name="T36" fmla="*/ 234 w 521"/>
                <a:gd name="T37" fmla="*/ 198 h 614"/>
                <a:gd name="T38" fmla="*/ 234 w 521"/>
                <a:gd name="T39" fmla="*/ 198 h 614"/>
                <a:gd name="T40" fmla="*/ 234 w 521"/>
                <a:gd name="T41" fmla="*/ 198 h 614"/>
                <a:gd name="T42" fmla="*/ 234 w 521"/>
                <a:gd name="T43" fmla="*/ 198 h 614"/>
                <a:gd name="T44" fmla="*/ 286 w 521"/>
                <a:gd name="T45" fmla="*/ 192 h 614"/>
                <a:gd name="T46" fmla="*/ 364 w 521"/>
                <a:gd name="T47" fmla="*/ 214 h 614"/>
                <a:gd name="T48" fmla="*/ 396 w 521"/>
                <a:gd name="T49" fmla="*/ 250 h 614"/>
                <a:gd name="T50" fmla="*/ 418 w 521"/>
                <a:gd name="T51" fmla="*/ 323 h 614"/>
                <a:gd name="T52" fmla="*/ 467 w 521"/>
                <a:gd name="T53" fmla="*/ 366 h 614"/>
                <a:gd name="T54" fmla="*/ 474 w 521"/>
                <a:gd name="T55" fmla="*/ 365 h 614"/>
                <a:gd name="T56" fmla="*/ 517 w 521"/>
                <a:gd name="T57" fmla="*/ 309 h 614"/>
                <a:gd name="T58" fmla="*/ 484 w 521"/>
                <a:gd name="T59" fmla="*/ 202 h 614"/>
                <a:gd name="T60" fmla="*/ 388 w 521"/>
                <a:gd name="T61" fmla="*/ 112 h 614"/>
                <a:gd name="T62" fmla="*/ 286 w 521"/>
                <a:gd name="T63" fmla="*/ 92 h 614"/>
                <a:gd name="T64" fmla="*/ 227 w 521"/>
                <a:gd name="T65" fmla="*/ 97 h 614"/>
                <a:gd name="T66" fmla="*/ 202 w 521"/>
                <a:gd name="T67" fmla="*/ 0 h 614"/>
                <a:gd name="T68" fmla="*/ 64 w 521"/>
                <a:gd name="T69" fmla="*/ 41 h 614"/>
                <a:gd name="T70" fmla="*/ 87 w 521"/>
                <a:gd name="T71" fmla="*/ 216 h 614"/>
                <a:gd name="T72" fmla="*/ 87 w 521"/>
                <a:gd name="T73" fmla="*/ 216 h 614"/>
                <a:gd name="T74" fmla="*/ 87 w 521"/>
                <a:gd name="T75" fmla="*/ 216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21" h="614">
                  <a:moveTo>
                    <a:pt x="64" y="41"/>
                  </a:moveTo>
                  <a:cubicBezTo>
                    <a:pt x="64" y="41"/>
                    <a:pt x="64" y="41"/>
                    <a:pt x="64" y="41"/>
                  </a:cubicBezTo>
                  <a:cubicBezTo>
                    <a:pt x="41" y="41"/>
                    <a:pt x="19" y="37"/>
                    <a:pt x="0" y="28"/>
                  </a:cubicBezTo>
                  <a:cubicBezTo>
                    <a:pt x="67" y="190"/>
                    <a:pt x="67" y="190"/>
                    <a:pt x="67" y="190"/>
                  </a:cubicBezTo>
                  <a:cubicBezTo>
                    <a:pt x="68" y="195"/>
                    <a:pt x="71" y="200"/>
                    <a:pt x="75" y="204"/>
                  </a:cubicBezTo>
                  <a:cubicBezTo>
                    <a:pt x="78" y="208"/>
                    <a:pt x="82" y="212"/>
                    <a:pt x="86" y="216"/>
                  </a:cubicBezTo>
                  <a:cubicBezTo>
                    <a:pt x="86" y="216"/>
                    <a:pt x="86" y="216"/>
                    <a:pt x="86" y="216"/>
                  </a:cubicBezTo>
                  <a:cubicBezTo>
                    <a:pt x="86" y="216"/>
                    <a:pt x="86" y="216"/>
                    <a:pt x="86" y="216"/>
                  </a:cubicBezTo>
                  <a:cubicBezTo>
                    <a:pt x="87" y="216"/>
                    <a:pt x="88" y="217"/>
                    <a:pt x="90" y="218"/>
                  </a:cubicBezTo>
                  <a:cubicBezTo>
                    <a:pt x="97" y="225"/>
                    <a:pt x="117" y="244"/>
                    <a:pt x="134" y="274"/>
                  </a:cubicBezTo>
                  <a:cubicBezTo>
                    <a:pt x="150" y="303"/>
                    <a:pt x="165" y="343"/>
                    <a:pt x="165" y="396"/>
                  </a:cubicBezTo>
                  <a:cubicBezTo>
                    <a:pt x="165" y="437"/>
                    <a:pt x="156" y="486"/>
                    <a:pt x="130" y="544"/>
                  </a:cubicBezTo>
                  <a:cubicBezTo>
                    <a:pt x="119" y="569"/>
                    <a:pt x="130" y="599"/>
                    <a:pt x="156" y="610"/>
                  </a:cubicBezTo>
                  <a:cubicBezTo>
                    <a:pt x="162" y="613"/>
                    <a:pt x="169" y="614"/>
                    <a:pt x="176" y="614"/>
                  </a:cubicBezTo>
                  <a:cubicBezTo>
                    <a:pt x="195" y="614"/>
                    <a:pt x="213" y="603"/>
                    <a:pt x="222" y="585"/>
                  </a:cubicBezTo>
                  <a:cubicBezTo>
                    <a:pt x="253" y="515"/>
                    <a:pt x="265" y="452"/>
                    <a:pt x="265" y="396"/>
                  </a:cubicBezTo>
                  <a:cubicBezTo>
                    <a:pt x="265" y="311"/>
                    <a:pt x="236" y="246"/>
                    <a:pt x="207" y="203"/>
                  </a:cubicBezTo>
                  <a:cubicBezTo>
                    <a:pt x="206" y="201"/>
                    <a:pt x="205" y="200"/>
                    <a:pt x="204" y="198"/>
                  </a:cubicBezTo>
                  <a:cubicBezTo>
                    <a:pt x="213" y="201"/>
                    <a:pt x="224" y="201"/>
                    <a:pt x="234" y="198"/>
                  </a:cubicBezTo>
                  <a:cubicBezTo>
                    <a:pt x="234" y="198"/>
                    <a:pt x="234" y="198"/>
                    <a:pt x="234" y="198"/>
                  </a:cubicBezTo>
                  <a:cubicBezTo>
                    <a:pt x="234" y="198"/>
                    <a:pt x="234" y="198"/>
                    <a:pt x="234" y="198"/>
                  </a:cubicBezTo>
                  <a:cubicBezTo>
                    <a:pt x="234" y="198"/>
                    <a:pt x="234" y="198"/>
                    <a:pt x="234" y="198"/>
                  </a:cubicBezTo>
                  <a:cubicBezTo>
                    <a:pt x="237" y="197"/>
                    <a:pt x="259" y="191"/>
                    <a:pt x="286" y="192"/>
                  </a:cubicBezTo>
                  <a:cubicBezTo>
                    <a:pt x="313" y="191"/>
                    <a:pt x="342" y="197"/>
                    <a:pt x="364" y="214"/>
                  </a:cubicBezTo>
                  <a:cubicBezTo>
                    <a:pt x="376" y="222"/>
                    <a:pt x="386" y="233"/>
                    <a:pt x="396" y="250"/>
                  </a:cubicBezTo>
                  <a:cubicBezTo>
                    <a:pt x="405" y="267"/>
                    <a:pt x="413" y="291"/>
                    <a:pt x="418" y="323"/>
                  </a:cubicBezTo>
                  <a:cubicBezTo>
                    <a:pt x="421" y="348"/>
                    <a:pt x="443" y="366"/>
                    <a:pt x="467" y="366"/>
                  </a:cubicBezTo>
                  <a:cubicBezTo>
                    <a:pt x="470" y="366"/>
                    <a:pt x="472" y="366"/>
                    <a:pt x="474" y="365"/>
                  </a:cubicBezTo>
                  <a:cubicBezTo>
                    <a:pt x="501" y="362"/>
                    <a:pt x="521" y="336"/>
                    <a:pt x="517" y="309"/>
                  </a:cubicBezTo>
                  <a:cubicBezTo>
                    <a:pt x="511" y="267"/>
                    <a:pt x="500" y="232"/>
                    <a:pt x="484" y="202"/>
                  </a:cubicBezTo>
                  <a:cubicBezTo>
                    <a:pt x="460" y="158"/>
                    <a:pt x="424" y="128"/>
                    <a:pt x="388" y="112"/>
                  </a:cubicBezTo>
                  <a:cubicBezTo>
                    <a:pt x="352" y="96"/>
                    <a:pt x="316" y="92"/>
                    <a:pt x="286" y="92"/>
                  </a:cubicBezTo>
                  <a:cubicBezTo>
                    <a:pt x="262" y="92"/>
                    <a:pt x="241" y="94"/>
                    <a:pt x="227" y="97"/>
                  </a:cubicBezTo>
                  <a:cubicBezTo>
                    <a:pt x="202" y="0"/>
                    <a:pt x="202" y="0"/>
                    <a:pt x="202" y="0"/>
                  </a:cubicBezTo>
                  <a:cubicBezTo>
                    <a:pt x="153" y="27"/>
                    <a:pt x="106" y="41"/>
                    <a:pt x="64" y="41"/>
                  </a:cubicBezTo>
                  <a:close/>
                  <a:moveTo>
                    <a:pt x="87" y="216"/>
                  </a:moveTo>
                  <a:cubicBezTo>
                    <a:pt x="87" y="216"/>
                    <a:pt x="87" y="216"/>
                    <a:pt x="87" y="216"/>
                  </a:cubicBezTo>
                  <a:cubicBezTo>
                    <a:pt x="87" y="216"/>
                    <a:pt x="87" y="216"/>
                    <a:pt x="87" y="2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76"/>
            <p:cNvSpPr>
              <a:spLocks/>
            </p:cNvSpPr>
            <p:nvPr/>
          </p:nvSpPr>
          <p:spPr bwMode="auto">
            <a:xfrm>
              <a:off x="2422525" y="1131888"/>
              <a:ext cx="282575" cy="284162"/>
            </a:xfrm>
            <a:custGeom>
              <a:avLst/>
              <a:gdLst>
                <a:gd name="T0" fmla="*/ 23 w 205"/>
                <a:gd name="T1" fmla="*/ 144 h 205"/>
                <a:gd name="T2" fmla="*/ 144 w 205"/>
                <a:gd name="T3" fmla="*/ 182 h 205"/>
                <a:gd name="T4" fmla="*/ 182 w 205"/>
                <a:gd name="T5" fmla="*/ 61 h 205"/>
                <a:gd name="T6" fmla="*/ 61 w 205"/>
                <a:gd name="T7" fmla="*/ 23 h 205"/>
                <a:gd name="T8" fmla="*/ 23 w 205"/>
                <a:gd name="T9" fmla="*/ 144 h 205"/>
              </a:gdLst>
              <a:ahLst/>
              <a:cxnLst>
                <a:cxn ang="0">
                  <a:pos x="T0" y="T1"/>
                </a:cxn>
                <a:cxn ang="0">
                  <a:pos x="T2" y="T3"/>
                </a:cxn>
                <a:cxn ang="0">
                  <a:pos x="T4" y="T5"/>
                </a:cxn>
                <a:cxn ang="0">
                  <a:pos x="T6" y="T7"/>
                </a:cxn>
                <a:cxn ang="0">
                  <a:pos x="T8" y="T9"/>
                </a:cxn>
              </a:cxnLst>
              <a:rect l="0" t="0" r="r" b="b"/>
              <a:pathLst>
                <a:path w="205" h="205">
                  <a:moveTo>
                    <a:pt x="23" y="144"/>
                  </a:moveTo>
                  <a:cubicBezTo>
                    <a:pt x="46" y="188"/>
                    <a:pt x="100" y="205"/>
                    <a:pt x="144" y="182"/>
                  </a:cubicBezTo>
                  <a:cubicBezTo>
                    <a:pt x="188" y="159"/>
                    <a:pt x="205" y="105"/>
                    <a:pt x="182" y="61"/>
                  </a:cubicBezTo>
                  <a:cubicBezTo>
                    <a:pt x="159" y="17"/>
                    <a:pt x="105" y="0"/>
                    <a:pt x="61" y="23"/>
                  </a:cubicBezTo>
                  <a:cubicBezTo>
                    <a:pt x="17" y="46"/>
                    <a:pt x="0" y="100"/>
                    <a:pt x="23"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77"/>
            <p:cNvSpPr>
              <a:spLocks/>
            </p:cNvSpPr>
            <p:nvPr/>
          </p:nvSpPr>
          <p:spPr bwMode="auto">
            <a:xfrm>
              <a:off x="2511425" y="1319213"/>
              <a:ext cx="611188" cy="307975"/>
            </a:xfrm>
            <a:custGeom>
              <a:avLst/>
              <a:gdLst>
                <a:gd name="T0" fmla="*/ 219 w 442"/>
                <a:gd name="T1" fmla="*/ 50 h 223"/>
                <a:gd name="T2" fmla="*/ 208 w 442"/>
                <a:gd name="T3" fmla="*/ 48 h 223"/>
                <a:gd name="T4" fmla="*/ 205 w 442"/>
                <a:gd name="T5" fmla="*/ 47 h 223"/>
                <a:gd name="T6" fmla="*/ 205 w 442"/>
                <a:gd name="T7" fmla="*/ 47 h 223"/>
                <a:gd name="T8" fmla="*/ 200 w 442"/>
                <a:gd name="T9" fmla="*/ 46 h 223"/>
                <a:gd name="T10" fmla="*/ 187 w 442"/>
                <a:gd name="T11" fmla="*/ 47 h 223"/>
                <a:gd name="T12" fmla="*/ 37 w 442"/>
                <a:gd name="T13" fmla="*/ 86 h 223"/>
                <a:gd name="T14" fmla="*/ 29 w 442"/>
                <a:gd name="T15" fmla="*/ 89 h 223"/>
                <a:gd name="T16" fmla="*/ 8 w 442"/>
                <a:gd name="T17" fmla="*/ 108 h 223"/>
                <a:gd name="T18" fmla="*/ 0 w 442"/>
                <a:gd name="T19" fmla="*/ 135 h 223"/>
                <a:gd name="T20" fmla="*/ 34 w 442"/>
                <a:gd name="T21" fmla="*/ 197 h 223"/>
                <a:gd name="T22" fmla="*/ 37 w 442"/>
                <a:gd name="T23" fmla="*/ 199 h 223"/>
                <a:gd name="T24" fmla="*/ 49 w 442"/>
                <a:gd name="T25" fmla="*/ 207 h 223"/>
                <a:gd name="T26" fmla="*/ 118 w 442"/>
                <a:gd name="T27" fmla="*/ 223 h 223"/>
                <a:gd name="T28" fmla="*/ 118 w 442"/>
                <a:gd name="T29" fmla="*/ 223 h 223"/>
                <a:gd name="T30" fmla="*/ 254 w 442"/>
                <a:gd name="T31" fmla="*/ 182 h 223"/>
                <a:gd name="T32" fmla="*/ 336 w 442"/>
                <a:gd name="T33" fmla="*/ 126 h 223"/>
                <a:gd name="T34" fmla="*/ 348 w 442"/>
                <a:gd name="T35" fmla="*/ 104 h 223"/>
                <a:gd name="T36" fmla="*/ 341 w 442"/>
                <a:gd name="T37" fmla="*/ 81 h 223"/>
                <a:gd name="T38" fmla="*/ 296 w 442"/>
                <a:gd name="T39" fmla="*/ 76 h 223"/>
                <a:gd name="T40" fmla="*/ 238 w 442"/>
                <a:gd name="T41" fmla="*/ 117 h 223"/>
                <a:gd name="T42" fmla="*/ 237 w 442"/>
                <a:gd name="T43" fmla="*/ 118 h 223"/>
                <a:gd name="T44" fmla="*/ 118 w 442"/>
                <a:gd name="T45" fmla="*/ 159 h 223"/>
                <a:gd name="T46" fmla="*/ 106 w 442"/>
                <a:gd name="T47" fmla="*/ 158 h 223"/>
                <a:gd name="T48" fmla="*/ 118 w 442"/>
                <a:gd name="T49" fmla="*/ 151 h 223"/>
                <a:gd name="T50" fmla="*/ 119 w 442"/>
                <a:gd name="T51" fmla="*/ 151 h 223"/>
                <a:gd name="T52" fmla="*/ 233 w 442"/>
                <a:gd name="T53" fmla="*/ 111 h 223"/>
                <a:gd name="T54" fmla="*/ 234 w 442"/>
                <a:gd name="T55" fmla="*/ 110 h 223"/>
                <a:gd name="T56" fmla="*/ 291 w 442"/>
                <a:gd name="T57" fmla="*/ 70 h 223"/>
                <a:gd name="T58" fmla="*/ 316 w 442"/>
                <a:gd name="T59" fmla="*/ 61 h 223"/>
                <a:gd name="T60" fmla="*/ 347 w 442"/>
                <a:gd name="T61" fmla="*/ 76 h 223"/>
                <a:gd name="T62" fmla="*/ 356 w 442"/>
                <a:gd name="T63" fmla="*/ 102 h 223"/>
                <a:gd name="T64" fmla="*/ 381 w 442"/>
                <a:gd name="T65" fmla="*/ 91 h 223"/>
                <a:gd name="T66" fmla="*/ 442 w 442"/>
                <a:gd name="T67" fmla="*/ 47 h 223"/>
                <a:gd name="T68" fmla="*/ 399 w 442"/>
                <a:gd name="T69" fmla="*/ 0 h 223"/>
                <a:gd name="T70" fmla="*/ 353 w 442"/>
                <a:gd name="T71" fmla="*/ 33 h 223"/>
                <a:gd name="T72" fmla="*/ 261 w 442"/>
                <a:gd name="T73" fmla="*/ 54 h 223"/>
                <a:gd name="T74" fmla="*/ 219 w 442"/>
                <a:gd name="T75" fmla="*/ 5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42" h="223">
                  <a:moveTo>
                    <a:pt x="219" y="50"/>
                  </a:moveTo>
                  <a:cubicBezTo>
                    <a:pt x="214" y="50"/>
                    <a:pt x="210" y="49"/>
                    <a:pt x="208" y="48"/>
                  </a:cubicBezTo>
                  <a:cubicBezTo>
                    <a:pt x="206" y="48"/>
                    <a:pt x="206" y="48"/>
                    <a:pt x="205" y="47"/>
                  </a:cubicBezTo>
                  <a:cubicBezTo>
                    <a:pt x="205" y="47"/>
                    <a:pt x="205" y="47"/>
                    <a:pt x="205" y="47"/>
                  </a:cubicBezTo>
                  <a:cubicBezTo>
                    <a:pt x="203" y="47"/>
                    <a:pt x="202" y="47"/>
                    <a:pt x="200" y="46"/>
                  </a:cubicBezTo>
                  <a:cubicBezTo>
                    <a:pt x="196" y="46"/>
                    <a:pt x="191" y="46"/>
                    <a:pt x="187" y="47"/>
                  </a:cubicBezTo>
                  <a:cubicBezTo>
                    <a:pt x="37" y="86"/>
                    <a:pt x="37" y="86"/>
                    <a:pt x="37" y="86"/>
                  </a:cubicBezTo>
                  <a:cubicBezTo>
                    <a:pt x="34" y="86"/>
                    <a:pt x="31" y="88"/>
                    <a:pt x="29" y="89"/>
                  </a:cubicBezTo>
                  <a:cubicBezTo>
                    <a:pt x="21" y="93"/>
                    <a:pt x="13" y="100"/>
                    <a:pt x="8" y="108"/>
                  </a:cubicBezTo>
                  <a:cubicBezTo>
                    <a:pt x="3" y="116"/>
                    <a:pt x="0" y="126"/>
                    <a:pt x="0" y="135"/>
                  </a:cubicBezTo>
                  <a:cubicBezTo>
                    <a:pt x="1" y="160"/>
                    <a:pt x="14" y="181"/>
                    <a:pt x="34" y="197"/>
                  </a:cubicBezTo>
                  <a:cubicBezTo>
                    <a:pt x="35" y="197"/>
                    <a:pt x="36" y="198"/>
                    <a:pt x="37" y="199"/>
                  </a:cubicBezTo>
                  <a:cubicBezTo>
                    <a:pt x="41" y="202"/>
                    <a:pt x="45" y="204"/>
                    <a:pt x="49" y="207"/>
                  </a:cubicBezTo>
                  <a:cubicBezTo>
                    <a:pt x="68" y="217"/>
                    <a:pt x="91" y="223"/>
                    <a:pt x="118" y="223"/>
                  </a:cubicBezTo>
                  <a:cubicBezTo>
                    <a:pt x="118" y="223"/>
                    <a:pt x="118" y="223"/>
                    <a:pt x="118" y="223"/>
                  </a:cubicBezTo>
                  <a:cubicBezTo>
                    <a:pt x="157" y="223"/>
                    <a:pt x="201" y="211"/>
                    <a:pt x="254" y="182"/>
                  </a:cubicBezTo>
                  <a:cubicBezTo>
                    <a:pt x="279" y="168"/>
                    <a:pt x="307" y="149"/>
                    <a:pt x="336" y="126"/>
                  </a:cubicBezTo>
                  <a:cubicBezTo>
                    <a:pt x="343" y="120"/>
                    <a:pt x="347" y="113"/>
                    <a:pt x="348" y="104"/>
                  </a:cubicBezTo>
                  <a:cubicBezTo>
                    <a:pt x="349" y="96"/>
                    <a:pt x="346" y="88"/>
                    <a:pt x="341" y="81"/>
                  </a:cubicBezTo>
                  <a:cubicBezTo>
                    <a:pt x="330" y="67"/>
                    <a:pt x="310" y="65"/>
                    <a:pt x="296" y="76"/>
                  </a:cubicBezTo>
                  <a:cubicBezTo>
                    <a:pt x="275" y="93"/>
                    <a:pt x="256" y="106"/>
                    <a:pt x="238" y="117"/>
                  </a:cubicBezTo>
                  <a:cubicBezTo>
                    <a:pt x="238" y="117"/>
                    <a:pt x="237" y="117"/>
                    <a:pt x="237" y="118"/>
                  </a:cubicBezTo>
                  <a:cubicBezTo>
                    <a:pt x="185" y="149"/>
                    <a:pt x="145" y="159"/>
                    <a:pt x="118" y="159"/>
                  </a:cubicBezTo>
                  <a:cubicBezTo>
                    <a:pt x="114" y="159"/>
                    <a:pt x="110" y="159"/>
                    <a:pt x="106" y="158"/>
                  </a:cubicBezTo>
                  <a:cubicBezTo>
                    <a:pt x="118" y="151"/>
                    <a:pt x="118" y="151"/>
                    <a:pt x="118" y="151"/>
                  </a:cubicBezTo>
                  <a:cubicBezTo>
                    <a:pt x="119" y="151"/>
                    <a:pt x="119" y="151"/>
                    <a:pt x="119" y="151"/>
                  </a:cubicBezTo>
                  <a:cubicBezTo>
                    <a:pt x="141" y="151"/>
                    <a:pt x="178" y="144"/>
                    <a:pt x="233" y="111"/>
                  </a:cubicBezTo>
                  <a:cubicBezTo>
                    <a:pt x="234" y="110"/>
                    <a:pt x="234" y="110"/>
                    <a:pt x="234" y="110"/>
                  </a:cubicBezTo>
                  <a:cubicBezTo>
                    <a:pt x="252" y="99"/>
                    <a:pt x="271" y="85"/>
                    <a:pt x="291" y="70"/>
                  </a:cubicBezTo>
                  <a:cubicBezTo>
                    <a:pt x="298" y="64"/>
                    <a:pt x="307" y="61"/>
                    <a:pt x="316" y="61"/>
                  </a:cubicBezTo>
                  <a:cubicBezTo>
                    <a:pt x="328" y="61"/>
                    <a:pt x="340" y="66"/>
                    <a:pt x="347" y="76"/>
                  </a:cubicBezTo>
                  <a:cubicBezTo>
                    <a:pt x="353" y="83"/>
                    <a:pt x="356" y="92"/>
                    <a:pt x="356" y="102"/>
                  </a:cubicBezTo>
                  <a:cubicBezTo>
                    <a:pt x="364" y="98"/>
                    <a:pt x="373" y="95"/>
                    <a:pt x="381" y="91"/>
                  </a:cubicBezTo>
                  <a:cubicBezTo>
                    <a:pt x="402" y="80"/>
                    <a:pt x="423" y="66"/>
                    <a:pt x="442" y="47"/>
                  </a:cubicBezTo>
                  <a:cubicBezTo>
                    <a:pt x="399" y="0"/>
                    <a:pt x="399" y="0"/>
                    <a:pt x="399" y="0"/>
                  </a:cubicBezTo>
                  <a:cubicBezTo>
                    <a:pt x="384" y="15"/>
                    <a:pt x="368" y="25"/>
                    <a:pt x="353" y="33"/>
                  </a:cubicBezTo>
                  <a:cubicBezTo>
                    <a:pt x="321" y="49"/>
                    <a:pt x="288" y="54"/>
                    <a:pt x="261" y="54"/>
                  </a:cubicBezTo>
                  <a:cubicBezTo>
                    <a:pt x="244" y="54"/>
                    <a:pt x="229" y="52"/>
                    <a:pt x="219"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78"/>
            <p:cNvSpPr>
              <a:spLocks/>
            </p:cNvSpPr>
            <p:nvPr/>
          </p:nvSpPr>
          <p:spPr bwMode="auto">
            <a:xfrm>
              <a:off x="4094163" y="1509713"/>
              <a:ext cx="168275" cy="103187"/>
            </a:xfrm>
            <a:custGeom>
              <a:avLst/>
              <a:gdLst>
                <a:gd name="T0" fmla="*/ 94 w 122"/>
                <a:gd name="T1" fmla="*/ 66 h 74"/>
                <a:gd name="T2" fmla="*/ 118 w 122"/>
                <a:gd name="T3" fmla="*/ 28 h 74"/>
                <a:gd name="T4" fmla="*/ 81 w 122"/>
                <a:gd name="T5" fmla="*/ 3 h 74"/>
                <a:gd name="T6" fmla="*/ 10 w 122"/>
                <a:gd name="T7" fmla="*/ 7 h 74"/>
                <a:gd name="T8" fmla="*/ 0 w 122"/>
                <a:gd name="T9" fmla="*/ 71 h 74"/>
                <a:gd name="T10" fmla="*/ 94 w 122"/>
                <a:gd name="T11" fmla="*/ 66 h 74"/>
              </a:gdLst>
              <a:ahLst/>
              <a:cxnLst>
                <a:cxn ang="0">
                  <a:pos x="T0" y="T1"/>
                </a:cxn>
                <a:cxn ang="0">
                  <a:pos x="T2" y="T3"/>
                </a:cxn>
                <a:cxn ang="0">
                  <a:pos x="T4" y="T5"/>
                </a:cxn>
                <a:cxn ang="0">
                  <a:pos x="T6" y="T7"/>
                </a:cxn>
                <a:cxn ang="0">
                  <a:pos x="T8" y="T9"/>
                </a:cxn>
                <a:cxn ang="0">
                  <a:pos x="T10" y="T11"/>
                </a:cxn>
              </a:cxnLst>
              <a:rect l="0" t="0" r="r" b="b"/>
              <a:pathLst>
                <a:path w="122" h="74">
                  <a:moveTo>
                    <a:pt x="94" y="66"/>
                  </a:moveTo>
                  <a:cubicBezTo>
                    <a:pt x="111" y="63"/>
                    <a:pt x="122" y="46"/>
                    <a:pt x="118" y="28"/>
                  </a:cubicBezTo>
                  <a:cubicBezTo>
                    <a:pt x="115" y="11"/>
                    <a:pt x="98" y="0"/>
                    <a:pt x="81" y="3"/>
                  </a:cubicBezTo>
                  <a:cubicBezTo>
                    <a:pt x="54" y="9"/>
                    <a:pt x="31" y="10"/>
                    <a:pt x="10" y="7"/>
                  </a:cubicBezTo>
                  <a:cubicBezTo>
                    <a:pt x="0" y="71"/>
                    <a:pt x="0" y="71"/>
                    <a:pt x="0" y="71"/>
                  </a:cubicBezTo>
                  <a:cubicBezTo>
                    <a:pt x="29" y="74"/>
                    <a:pt x="60" y="73"/>
                    <a:pt x="94" y="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Rectangle 79"/>
            <p:cNvSpPr>
              <a:spLocks noChangeArrowheads="1"/>
            </p:cNvSpPr>
            <p:nvPr/>
          </p:nvSpPr>
          <p:spPr bwMode="auto">
            <a:xfrm>
              <a:off x="3195638" y="1625600"/>
              <a:ext cx="376238" cy="3333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Rectangle 80"/>
            <p:cNvSpPr>
              <a:spLocks noChangeArrowheads="1"/>
            </p:cNvSpPr>
            <p:nvPr/>
          </p:nvSpPr>
          <p:spPr bwMode="auto">
            <a:xfrm>
              <a:off x="3981450" y="1625600"/>
              <a:ext cx="376238" cy="3333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81"/>
            <p:cNvSpPr>
              <a:spLocks/>
            </p:cNvSpPr>
            <p:nvPr/>
          </p:nvSpPr>
          <p:spPr bwMode="auto">
            <a:xfrm>
              <a:off x="3922713" y="1544638"/>
              <a:ext cx="161925" cy="73025"/>
            </a:xfrm>
            <a:custGeom>
              <a:avLst/>
              <a:gdLst>
                <a:gd name="T0" fmla="*/ 57 w 117"/>
                <a:gd name="T1" fmla="*/ 35 h 53"/>
                <a:gd name="T2" fmla="*/ 42 w 117"/>
                <a:gd name="T3" fmla="*/ 46 h 53"/>
                <a:gd name="T4" fmla="*/ 112 w 117"/>
                <a:gd name="T5" fmla="*/ 41 h 53"/>
                <a:gd name="T6" fmla="*/ 91 w 117"/>
                <a:gd name="T7" fmla="*/ 19 h 53"/>
                <a:gd name="T8" fmla="*/ 110 w 117"/>
                <a:gd name="T9" fmla="*/ 18 h 53"/>
                <a:gd name="T10" fmla="*/ 48 w 117"/>
                <a:gd name="T11" fmla="*/ 13 h 53"/>
                <a:gd name="T12" fmla="*/ 73 w 117"/>
                <a:gd name="T13" fmla="*/ 18 h 53"/>
                <a:gd name="T14" fmla="*/ 21 w 117"/>
                <a:gd name="T15" fmla="*/ 27 h 53"/>
                <a:gd name="T16" fmla="*/ 57 w 117"/>
                <a:gd name="T17" fmla="*/ 35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7" h="53">
                  <a:moveTo>
                    <a:pt x="57" y="35"/>
                  </a:moveTo>
                  <a:cubicBezTo>
                    <a:pt x="53" y="40"/>
                    <a:pt x="45" y="41"/>
                    <a:pt x="42" y="46"/>
                  </a:cubicBezTo>
                  <a:cubicBezTo>
                    <a:pt x="57" y="53"/>
                    <a:pt x="113" y="48"/>
                    <a:pt x="112" y="41"/>
                  </a:cubicBezTo>
                  <a:cubicBezTo>
                    <a:pt x="110" y="34"/>
                    <a:pt x="77" y="32"/>
                    <a:pt x="91" y="19"/>
                  </a:cubicBezTo>
                  <a:cubicBezTo>
                    <a:pt x="97" y="14"/>
                    <a:pt x="117" y="28"/>
                    <a:pt x="110" y="18"/>
                  </a:cubicBezTo>
                  <a:cubicBezTo>
                    <a:pt x="96" y="0"/>
                    <a:pt x="54" y="2"/>
                    <a:pt x="48" y="13"/>
                  </a:cubicBezTo>
                  <a:cubicBezTo>
                    <a:pt x="44" y="22"/>
                    <a:pt x="67" y="14"/>
                    <a:pt x="73" y="18"/>
                  </a:cubicBezTo>
                  <a:cubicBezTo>
                    <a:pt x="60" y="32"/>
                    <a:pt x="35" y="18"/>
                    <a:pt x="21" y="27"/>
                  </a:cubicBezTo>
                  <a:cubicBezTo>
                    <a:pt x="0" y="40"/>
                    <a:pt x="54" y="34"/>
                    <a:pt x="57"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82"/>
            <p:cNvSpPr>
              <a:spLocks/>
            </p:cNvSpPr>
            <p:nvPr/>
          </p:nvSpPr>
          <p:spPr bwMode="auto">
            <a:xfrm>
              <a:off x="3106738" y="1298575"/>
              <a:ext cx="184150" cy="288925"/>
            </a:xfrm>
            <a:custGeom>
              <a:avLst/>
              <a:gdLst>
                <a:gd name="T0" fmla="*/ 56 w 133"/>
                <a:gd name="T1" fmla="*/ 190 h 209"/>
                <a:gd name="T2" fmla="*/ 82 w 133"/>
                <a:gd name="T3" fmla="*/ 180 h 209"/>
                <a:gd name="T4" fmla="*/ 105 w 133"/>
                <a:gd name="T5" fmla="*/ 202 h 209"/>
                <a:gd name="T6" fmla="*/ 93 w 133"/>
                <a:gd name="T7" fmla="*/ 131 h 209"/>
                <a:gd name="T8" fmla="*/ 133 w 133"/>
                <a:gd name="T9" fmla="*/ 164 h 209"/>
                <a:gd name="T10" fmla="*/ 56 w 133"/>
                <a:gd name="T11" fmla="*/ 41 h 209"/>
                <a:gd name="T12" fmla="*/ 57 w 133"/>
                <a:gd name="T13" fmla="*/ 104 h 209"/>
                <a:gd name="T14" fmla="*/ 31 w 133"/>
                <a:gd name="T15" fmla="*/ 86 h 209"/>
                <a:gd name="T16" fmla="*/ 27 w 133"/>
                <a:gd name="T17" fmla="*/ 109 h 209"/>
                <a:gd name="T18" fmla="*/ 39 w 133"/>
                <a:gd name="T19" fmla="*/ 144 h 209"/>
                <a:gd name="T20" fmla="*/ 56 w 133"/>
                <a:gd name="T21" fmla="*/ 19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09">
                  <a:moveTo>
                    <a:pt x="56" y="190"/>
                  </a:moveTo>
                  <a:cubicBezTo>
                    <a:pt x="67" y="191"/>
                    <a:pt x="77" y="147"/>
                    <a:pt x="82" y="180"/>
                  </a:cubicBezTo>
                  <a:cubicBezTo>
                    <a:pt x="85" y="199"/>
                    <a:pt x="95" y="209"/>
                    <a:pt x="105" y="202"/>
                  </a:cubicBezTo>
                  <a:cubicBezTo>
                    <a:pt x="115" y="195"/>
                    <a:pt x="80" y="147"/>
                    <a:pt x="93" y="131"/>
                  </a:cubicBezTo>
                  <a:cubicBezTo>
                    <a:pt x="106" y="113"/>
                    <a:pt x="123" y="160"/>
                    <a:pt x="133" y="164"/>
                  </a:cubicBezTo>
                  <a:cubicBezTo>
                    <a:pt x="130" y="123"/>
                    <a:pt x="87" y="64"/>
                    <a:pt x="56" y="41"/>
                  </a:cubicBezTo>
                  <a:cubicBezTo>
                    <a:pt x="0" y="0"/>
                    <a:pt x="57" y="83"/>
                    <a:pt x="57" y="104"/>
                  </a:cubicBezTo>
                  <a:cubicBezTo>
                    <a:pt x="49" y="99"/>
                    <a:pt x="43" y="81"/>
                    <a:pt x="31" y="86"/>
                  </a:cubicBezTo>
                  <a:cubicBezTo>
                    <a:pt x="24" y="89"/>
                    <a:pt x="24" y="103"/>
                    <a:pt x="27" y="109"/>
                  </a:cubicBezTo>
                  <a:cubicBezTo>
                    <a:pt x="37" y="127"/>
                    <a:pt x="48" y="132"/>
                    <a:pt x="39" y="144"/>
                  </a:cubicBezTo>
                  <a:cubicBezTo>
                    <a:pt x="30" y="156"/>
                    <a:pt x="47" y="188"/>
                    <a:pt x="56" y="1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83"/>
            <p:cNvSpPr>
              <a:spLocks/>
            </p:cNvSpPr>
            <p:nvPr/>
          </p:nvSpPr>
          <p:spPr bwMode="auto">
            <a:xfrm>
              <a:off x="3330575" y="1555750"/>
              <a:ext cx="207963" cy="58737"/>
            </a:xfrm>
            <a:custGeom>
              <a:avLst/>
              <a:gdLst>
                <a:gd name="T0" fmla="*/ 19 w 151"/>
                <a:gd name="T1" fmla="*/ 22 h 43"/>
                <a:gd name="T2" fmla="*/ 70 w 151"/>
                <a:gd name="T3" fmla="*/ 34 h 43"/>
                <a:gd name="T4" fmla="*/ 114 w 151"/>
                <a:gd name="T5" fmla="*/ 39 h 43"/>
                <a:gd name="T6" fmla="*/ 110 w 151"/>
                <a:gd name="T7" fmla="*/ 21 h 43"/>
                <a:gd name="T8" fmla="*/ 73 w 151"/>
                <a:gd name="T9" fmla="*/ 13 h 43"/>
                <a:gd name="T10" fmla="*/ 19 w 151"/>
                <a:gd name="T11" fmla="*/ 22 h 43"/>
              </a:gdLst>
              <a:ahLst/>
              <a:cxnLst>
                <a:cxn ang="0">
                  <a:pos x="T0" y="T1"/>
                </a:cxn>
                <a:cxn ang="0">
                  <a:pos x="T2" y="T3"/>
                </a:cxn>
                <a:cxn ang="0">
                  <a:pos x="T4" y="T5"/>
                </a:cxn>
                <a:cxn ang="0">
                  <a:pos x="T6" y="T7"/>
                </a:cxn>
                <a:cxn ang="0">
                  <a:pos x="T8" y="T9"/>
                </a:cxn>
                <a:cxn ang="0">
                  <a:pos x="T10" y="T11"/>
                </a:cxn>
              </a:cxnLst>
              <a:rect l="0" t="0" r="r" b="b"/>
              <a:pathLst>
                <a:path w="151" h="43">
                  <a:moveTo>
                    <a:pt x="19" y="22"/>
                  </a:moveTo>
                  <a:cubicBezTo>
                    <a:pt x="38" y="30"/>
                    <a:pt x="89" y="29"/>
                    <a:pt x="70" y="34"/>
                  </a:cubicBezTo>
                  <a:cubicBezTo>
                    <a:pt x="51" y="39"/>
                    <a:pt x="77" y="43"/>
                    <a:pt x="114" y="39"/>
                  </a:cubicBezTo>
                  <a:cubicBezTo>
                    <a:pt x="151" y="35"/>
                    <a:pt x="131" y="19"/>
                    <a:pt x="110" y="21"/>
                  </a:cubicBezTo>
                  <a:cubicBezTo>
                    <a:pt x="89" y="23"/>
                    <a:pt x="106" y="0"/>
                    <a:pt x="73" y="13"/>
                  </a:cubicBezTo>
                  <a:cubicBezTo>
                    <a:pt x="73" y="13"/>
                    <a:pt x="0" y="14"/>
                    <a:pt x="19"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84"/>
            <p:cNvSpPr>
              <a:spLocks/>
            </p:cNvSpPr>
            <p:nvPr/>
          </p:nvSpPr>
          <p:spPr bwMode="auto">
            <a:xfrm>
              <a:off x="2968625" y="1058863"/>
              <a:ext cx="358775" cy="280987"/>
            </a:xfrm>
            <a:custGeom>
              <a:avLst/>
              <a:gdLst>
                <a:gd name="T0" fmla="*/ 177 w 260"/>
                <a:gd name="T1" fmla="*/ 18 h 203"/>
                <a:gd name="T2" fmla="*/ 170 w 260"/>
                <a:gd name="T3" fmla="*/ 19 h 203"/>
                <a:gd name="T4" fmla="*/ 113 w 260"/>
                <a:gd name="T5" fmla="*/ 69 h 203"/>
                <a:gd name="T6" fmla="*/ 93 w 260"/>
                <a:gd name="T7" fmla="*/ 4 h 203"/>
                <a:gd name="T8" fmla="*/ 88 w 260"/>
                <a:gd name="T9" fmla="*/ 0 h 203"/>
                <a:gd name="T10" fmla="*/ 82 w 260"/>
                <a:gd name="T11" fmla="*/ 4 h 203"/>
                <a:gd name="T12" fmla="*/ 51 w 260"/>
                <a:gd name="T13" fmla="*/ 84 h 203"/>
                <a:gd name="T14" fmla="*/ 9 w 260"/>
                <a:gd name="T15" fmla="*/ 54 h 203"/>
                <a:gd name="T16" fmla="*/ 3 w 260"/>
                <a:gd name="T17" fmla="*/ 54 h 203"/>
                <a:gd name="T18" fmla="*/ 0 w 260"/>
                <a:gd name="T19" fmla="*/ 60 h 203"/>
                <a:gd name="T20" fmla="*/ 11 w 260"/>
                <a:gd name="T21" fmla="*/ 117 h 203"/>
                <a:gd name="T22" fmla="*/ 18 w 260"/>
                <a:gd name="T23" fmla="*/ 122 h 203"/>
                <a:gd name="T24" fmla="*/ 23 w 260"/>
                <a:gd name="T25" fmla="*/ 115 h 203"/>
                <a:gd name="T26" fmla="*/ 14 w 260"/>
                <a:gd name="T27" fmla="*/ 72 h 203"/>
                <a:gd name="T28" fmla="*/ 51 w 260"/>
                <a:gd name="T29" fmla="*/ 98 h 203"/>
                <a:gd name="T30" fmla="*/ 56 w 260"/>
                <a:gd name="T31" fmla="*/ 99 h 203"/>
                <a:gd name="T32" fmla="*/ 60 w 260"/>
                <a:gd name="T33" fmla="*/ 95 h 203"/>
                <a:gd name="T34" fmla="*/ 87 w 260"/>
                <a:gd name="T35" fmla="*/ 24 h 203"/>
                <a:gd name="T36" fmla="*/ 104 w 260"/>
                <a:gd name="T37" fmla="*/ 81 h 203"/>
                <a:gd name="T38" fmla="*/ 108 w 260"/>
                <a:gd name="T39" fmla="*/ 85 h 203"/>
                <a:gd name="T40" fmla="*/ 114 w 260"/>
                <a:gd name="T41" fmla="*/ 84 h 203"/>
                <a:gd name="T42" fmla="*/ 165 w 260"/>
                <a:gd name="T43" fmla="*/ 39 h 203"/>
                <a:gd name="T44" fmla="*/ 156 w 260"/>
                <a:gd name="T45" fmla="*/ 101 h 203"/>
                <a:gd name="T46" fmla="*/ 157 w 260"/>
                <a:gd name="T47" fmla="*/ 106 h 203"/>
                <a:gd name="T48" fmla="*/ 163 w 260"/>
                <a:gd name="T49" fmla="*/ 108 h 203"/>
                <a:gd name="T50" fmla="*/ 230 w 260"/>
                <a:gd name="T51" fmla="*/ 94 h 203"/>
                <a:gd name="T52" fmla="*/ 183 w 260"/>
                <a:gd name="T53" fmla="*/ 147 h 203"/>
                <a:gd name="T54" fmla="*/ 181 w 260"/>
                <a:gd name="T55" fmla="*/ 152 h 203"/>
                <a:gd name="T56" fmla="*/ 185 w 260"/>
                <a:gd name="T57" fmla="*/ 156 h 203"/>
                <a:gd name="T58" fmla="*/ 237 w 260"/>
                <a:gd name="T59" fmla="*/ 173 h 203"/>
                <a:gd name="T60" fmla="*/ 194 w 260"/>
                <a:gd name="T61" fmla="*/ 191 h 203"/>
                <a:gd name="T62" fmla="*/ 191 w 260"/>
                <a:gd name="T63" fmla="*/ 199 h 203"/>
                <a:gd name="T64" fmla="*/ 196 w 260"/>
                <a:gd name="T65" fmla="*/ 203 h 203"/>
                <a:gd name="T66" fmla="*/ 199 w 260"/>
                <a:gd name="T67" fmla="*/ 203 h 203"/>
                <a:gd name="T68" fmla="*/ 256 w 260"/>
                <a:gd name="T69" fmla="*/ 178 h 203"/>
                <a:gd name="T70" fmla="*/ 260 w 260"/>
                <a:gd name="T71" fmla="*/ 172 h 203"/>
                <a:gd name="T72" fmla="*/ 255 w 260"/>
                <a:gd name="T73" fmla="*/ 167 h 203"/>
                <a:gd name="T74" fmla="*/ 198 w 260"/>
                <a:gd name="T75" fmla="*/ 148 h 203"/>
                <a:gd name="T76" fmla="*/ 252 w 260"/>
                <a:gd name="T77" fmla="*/ 88 h 203"/>
                <a:gd name="T78" fmla="*/ 252 w 260"/>
                <a:gd name="T79" fmla="*/ 81 h 203"/>
                <a:gd name="T80" fmla="*/ 246 w 260"/>
                <a:gd name="T81" fmla="*/ 79 h 203"/>
                <a:gd name="T82" fmla="*/ 169 w 260"/>
                <a:gd name="T83" fmla="*/ 94 h 203"/>
                <a:gd name="T84" fmla="*/ 180 w 260"/>
                <a:gd name="T85" fmla="*/ 24 h 203"/>
                <a:gd name="T86" fmla="*/ 177 w 260"/>
                <a:gd name="T87" fmla="*/ 18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60" h="203">
                  <a:moveTo>
                    <a:pt x="177" y="18"/>
                  </a:moveTo>
                  <a:cubicBezTo>
                    <a:pt x="174" y="17"/>
                    <a:pt x="172" y="17"/>
                    <a:pt x="170" y="19"/>
                  </a:cubicBezTo>
                  <a:cubicBezTo>
                    <a:pt x="113" y="69"/>
                    <a:pt x="113" y="69"/>
                    <a:pt x="113" y="69"/>
                  </a:cubicBezTo>
                  <a:cubicBezTo>
                    <a:pt x="93" y="4"/>
                    <a:pt x="93" y="4"/>
                    <a:pt x="93" y="4"/>
                  </a:cubicBezTo>
                  <a:cubicBezTo>
                    <a:pt x="93" y="2"/>
                    <a:pt x="90" y="0"/>
                    <a:pt x="88" y="0"/>
                  </a:cubicBezTo>
                  <a:cubicBezTo>
                    <a:pt x="85" y="0"/>
                    <a:pt x="83" y="1"/>
                    <a:pt x="82" y="4"/>
                  </a:cubicBezTo>
                  <a:cubicBezTo>
                    <a:pt x="51" y="84"/>
                    <a:pt x="51" y="84"/>
                    <a:pt x="51" y="84"/>
                  </a:cubicBezTo>
                  <a:cubicBezTo>
                    <a:pt x="9" y="54"/>
                    <a:pt x="9" y="54"/>
                    <a:pt x="9" y="54"/>
                  </a:cubicBezTo>
                  <a:cubicBezTo>
                    <a:pt x="7" y="53"/>
                    <a:pt x="5" y="53"/>
                    <a:pt x="3" y="54"/>
                  </a:cubicBezTo>
                  <a:cubicBezTo>
                    <a:pt x="1" y="55"/>
                    <a:pt x="0" y="58"/>
                    <a:pt x="0" y="60"/>
                  </a:cubicBezTo>
                  <a:cubicBezTo>
                    <a:pt x="11" y="117"/>
                    <a:pt x="11" y="117"/>
                    <a:pt x="11" y="117"/>
                  </a:cubicBezTo>
                  <a:cubicBezTo>
                    <a:pt x="11" y="121"/>
                    <a:pt x="15" y="123"/>
                    <a:pt x="18" y="122"/>
                  </a:cubicBezTo>
                  <a:cubicBezTo>
                    <a:pt x="21" y="122"/>
                    <a:pt x="23" y="119"/>
                    <a:pt x="23" y="115"/>
                  </a:cubicBezTo>
                  <a:cubicBezTo>
                    <a:pt x="14" y="72"/>
                    <a:pt x="14" y="72"/>
                    <a:pt x="14" y="72"/>
                  </a:cubicBezTo>
                  <a:cubicBezTo>
                    <a:pt x="51" y="98"/>
                    <a:pt x="51" y="98"/>
                    <a:pt x="51" y="98"/>
                  </a:cubicBezTo>
                  <a:cubicBezTo>
                    <a:pt x="52" y="99"/>
                    <a:pt x="54" y="99"/>
                    <a:pt x="56" y="99"/>
                  </a:cubicBezTo>
                  <a:cubicBezTo>
                    <a:pt x="58" y="98"/>
                    <a:pt x="59" y="97"/>
                    <a:pt x="60" y="95"/>
                  </a:cubicBezTo>
                  <a:cubicBezTo>
                    <a:pt x="87" y="24"/>
                    <a:pt x="87" y="24"/>
                    <a:pt x="87" y="24"/>
                  </a:cubicBezTo>
                  <a:cubicBezTo>
                    <a:pt x="104" y="81"/>
                    <a:pt x="104" y="81"/>
                    <a:pt x="104" y="81"/>
                  </a:cubicBezTo>
                  <a:cubicBezTo>
                    <a:pt x="105" y="83"/>
                    <a:pt x="106" y="85"/>
                    <a:pt x="108" y="85"/>
                  </a:cubicBezTo>
                  <a:cubicBezTo>
                    <a:pt x="110" y="86"/>
                    <a:pt x="112" y="85"/>
                    <a:pt x="114" y="84"/>
                  </a:cubicBezTo>
                  <a:cubicBezTo>
                    <a:pt x="165" y="39"/>
                    <a:pt x="165" y="39"/>
                    <a:pt x="165" y="39"/>
                  </a:cubicBezTo>
                  <a:cubicBezTo>
                    <a:pt x="156" y="101"/>
                    <a:pt x="156" y="101"/>
                    <a:pt x="156" y="101"/>
                  </a:cubicBezTo>
                  <a:cubicBezTo>
                    <a:pt x="155" y="103"/>
                    <a:pt x="156" y="105"/>
                    <a:pt x="157" y="106"/>
                  </a:cubicBezTo>
                  <a:cubicBezTo>
                    <a:pt x="159" y="108"/>
                    <a:pt x="161" y="108"/>
                    <a:pt x="163" y="108"/>
                  </a:cubicBezTo>
                  <a:cubicBezTo>
                    <a:pt x="230" y="94"/>
                    <a:pt x="230" y="94"/>
                    <a:pt x="230" y="94"/>
                  </a:cubicBezTo>
                  <a:cubicBezTo>
                    <a:pt x="183" y="147"/>
                    <a:pt x="183" y="147"/>
                    <a:pt x="183" y="147"/>
                  </a:cubicBezTo>
                  <a:cubicBezTo>
                    <a:pt x="181" y="148"/>
                    <a:pt x="181" y="150"/>
                    <a:pt x="181" y="152"/>
                  </a:cubicBezTo>
                  <a:cubicBezTo>
                    <a:pt x="182" y="154"/>
                    <a:pt x="183" y="156"/>
                    <a:pt x="185" y="156"/>
                  </a:cubicBezTo>
                  <a:cubicBezTo>
                    <a:pt x="237" y="173"/>
                    <a:pt x="237" y="173"/>
                    <a:pt x="237" y="173"/>
                  </a:cubicBezTo>
                  <a:cubicBezTo>
                    <a:pt x="194" y="191"/>
                    <a:pt x="194" y="191"/>
                    <a:pt x="194" y="191"/>
                  </a:cubicBezTo>
                  <a:cubicBezTo>
                    <a:pt x="191" y="193"/>
                    <a:pt x="189" y="196"/>
                    <a:pt x="191" y="199"/>
                  </a:cubicBezTo>
                  <a:cubicBezTo>
                    <a:pt x="192" y="202"/>
                    <a:pt x="194" y="203"/>
                    <a:pt x="196" y="203"/>
                  </a:cubicBezTo>
                  <a:cubicBezTo>
                    <a:pt x="197" y="203"/>
                    <a:pt x="198" y="203"/>
                    <a:pt x="199" y="203"/>
                  </a:cubicBezTo>
                  <a:cubicBezTo>
                    <a:pt x="256" y="178"/>
                    <a:pt x="256" y="178"/>
                    <a:pt x="256" y="178"/>
                  </a:cubicBezTo>
                  <a:cubicBezTo>
                    <a:pt x="258" y="177"/>
                    <a:pt x="260" y="175"/>
                    <a:pt x="260" y="172"/>
                  </a:cubicBezTo>
                  <a:cubicBezTo>
                    <a:pt x="259" y="170"/>
                    <a:pt x="258" y="168"/>
                    <a:pt x="255" y="167"/>
                  </a:cubicBezTo>
                  <a:cubicBezTo>
                    <a:pt x="198" y="148"/>
                    <a:pt x="198" y="148"/>
                    <a:pt x="198" y="148"/>
                  </a:cubicBezTo>
                  <a:cubicBezTo>
                    <a:pt x="252" y="88"/>
                    <a:pt x="252" y="88"/>
                    <a:pt x="252" y="88"/>
                  </a:cubicBezTo>
                  <a:cubicBezTo>
                    <a:pt x="253" y="87"/>
                    <a:pt x="254" y="84"/>
                    <a:pt x="252" y="81"/>
                  </a:cubicBezTo>
                  <a:cubicBezTo>
                    <a:pt x="251" y="79"/>
                    <a:pt x="248" y="78"/>
                    <a:pt x="246" y="79"/>
                  </a:cubicBezTo>
                  <a:cubicBezTo>
                    <a:pt x="169" y="94"/>
                    <a:pt x="169" y="94"/>
                    <a:pt x="169" y="94"/>
                  </a:cubicBezTo>
                  <a:cubicBezTo>
                    <a:pt x="180" y="24"/>
                    <a:pt x="180" y="24"/>
                    <a:pt x="180" y="24"/>
                  </a:cubicBezTo>
                  <a:cubicBezTo>
                    <a:pt x="180" y="22"/>
                    <a:pt x="179" y="20"/>
                    <a:pt x="177"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85"/>
            <p:cNvSpPr>
              <a:spLocks noEditPoints="1"/>
            </p:cNvSpPr>
            <p:nvPr/>
          </p:nvSpPr>
          <p:spPr bwMode="auto">
            <a:xfrm>
              <a:off x="2720975" y="895350"/>
              <a:ext cx="152400" cy="220662"/>
            </a:xfrm>
            <a:custGeom>
              <a:avLst/>
              <a:gdLst>
                <a:gd name="T0" fmla="*/ 2 w 111"/>
                <a:gd name="T1" fmla="*/ 153 h 159"/>
                <a:gd name="T2" fmla="*/ 7 w 111"/>
                <a:gd name="T3" fmla="*/ 158 h 159"/>
                <a:gd name="T4" fmla="*/ 13 w 111"/>
                <a:gd name="T5" fmla="*/ 158 h 159"/>
                <a:gd name="T6" fmla="*/ 15 w 111"/>
                <a:gd name="T7" fmla="*/ 152 h 159"/>
                <a:gd name="T8" fmla="*/ 15 w 111"/>
                <a:gd name="T9" fmla="*/ 124 h 159"/>
                <a:gd name="T10" fmla="*/ 16 w 111"/>
                <a:gd name="T11" fmla="*/ 109 h 159"/>
                <a:gd name="T12" fmla="*/ 17 w 111"/>
                <a:gd name="T13" fmla="*/ 109 h 159"/>
                <a:gd name="T14" fmla="*/ 22 w 111"/>
                <a:gd name="T15" fmla="*/ 109 h 159"/>
                <a:gd name="T16" fmla="*/ 28 w 111"/>
                <a:gd name="T17" fmla="*/ 104 h 159"/>
                <a:gd name="T18" fmla="*/ 46 w 111"/>
                <a:gd name="T19" fmla="*/ 89 h 159"/>
                <a:gd name="T20" fmla="*/ 60 w 111"/>
                <a:gd name="T21" fmla="*/ 80 h 159"/>
                <a:gd name="T22" fmla="*/ 72 w 111"/>
                <a:gd name="T23" fmla="*/ 91 h 159"/>
                <a:gd name="T24" fmla="*/ 106 w 111"/>
                <a:gd name="T25" fmla="*/ 117 h 159"/>
                <a:gd name="T26" fmla="*/ 110 w 111"/>
                <a:gd name="T27" fmla="*/ 112 h 159"/>
                <a:gd name="T28" fmla="*/ 110 w 111"/>
                <a:gd name="T29" fmla="*/ 105 h 159"/>
                <a:gd name="T30" fmla="*/ 108 w 111"/>
                <a:gd name="T31" fmla="*/ 102 h 159"/>
                <a:gd name="T32" fmla="*/ 101 w 111"/>
                <a:gd name="T33" fmla="*/ 98 h 159"/>
                <a:gd name="T34" fmla="*/ 80 w 111"/>
                <a:gd name="T35" fmla="*/ 80 h 159"/>
                <a:gd name="T36" fmla="*/ 52 w 111"/>
                <a:gd name="T37" fmla="*/ 46 h 159"/>
                <a:gd name="T38" fmla="*/ 38 w 111"/>
                <a:gd name="T39" fmla="*/ 29 h 159"/>
                <a:gd name="T40" fmla="*/ 26 w 111"/>
                <a:gd name="T41" fmla="*/ 14 h 159"/>
                <a:gd name="T42" fmla="*/ 24 w 111"/>
                <a:gd name="T43" fmla="*/ 11 h 159"/>
                <a:gd name="T44" fmla="*/ 22 w 111"/>
                <a:gd name="T45" fmla="*/ 5 h 159"/>
                <a:gd name="T46" fmla="*/ 20 w 111"/>
                <a:gd name="T47" fmla="*/ 1 h 159"/>
                <a:gd name="T48" fmla="*/ 11 w 111"/>
                <a:gd name="T49" fmla="*/ 1 h 159"/>
                <a:gd name="T50" fmla="*/ 6 w 111"/>
                <a:gd name="T51" fmla="*/ 10 h 159"/>
                <a:gd name="T52" fmla="*/ 3 w 111"/>
                <a:gd name="T53" fmla="*/ 60 h 159"/>
                <a:gd name="T54" fmla="*/ 1 w 111"/>
                <a:gd name="T55" fmla="*/ 120 h 159"/>
                <a:gd name="T56" fmla="*/ 0 w 111"/>
                <a:gd name="T57" fmla="*/ 145 h 159"/>
                <a:gd name="T58" fmla="*/ 2 w 111"/>
                <a:gd name="T59" fmla="*/ 153 h 159"/>
                <a:gd name="T60" fmla="*/ 16 w 111"/>
                <a:gd name="T61" fmla="*/ 58 h 159"/>
                <a:gd name="T62" fmla="*/ 17 w 111"/>
                <a:gd name="T63" fmla="*/ 25 h 159"/>
                <a:gd name="T64" fmla="*/ 34 w 111"/>
                <a:gd name="T65" fmla="*/ 46 h 159"/>
                <a:gd name="T66" fmla="*/ 52 w 111"/>
                <a:gd name="T67" fmla="*/ 68 h 159"/>
                <a:gd name="T68" fmla="*/ 31 w 111"/>
                <a:gd name="T69" fmla="*/ 83 h 159"/>
                <a:gd name="T70" fmla="*/ 23 w 111"/>
                <a:gd name="T71" fmla="*/ 88 h 159"/>
                <a:gd name="T72" fmla="*/ 15 w 111"/>
                <a:gd name="T73" fmla="*/ 94 h 159"/>
                <a:gd name="T74" fmla="*/ 16 w 111"/>
                <a:gd name="T75" fmla="*/ 58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1" h="159">
                  <a:moveTo>
                    <a:pt x="2" y="153"/>
                  </a:moveTo>
                  <a:cubicBezTo>
                    <a:pt x="3" y="155"/>
                    <a:pt x="5" y="157"/>
                    <a:pt x="7" y="158"/>
                  </a:cubicBezTo>
                  <a:cubicBezTo>
                    <a:pt x="10" y="159"/>
                    <a:pt x="12" y="159"/>
                    <a:pt x="13" y="158"/>
                  </a:cubicBezTo>
                  <a:cubicBezTo>
                    <a:pt x="14" y="157"/>
                    <a:pt x="15" y="155"/>
                    <a:pt x="15" y="152"/>
                  </a:cubicBezTo>
                  <a:cubicBezTo>
                    <a:pt x="16" y="149"/>
                    <a:pt x="15" y="139"/>
                    <a:pt x="15" y="124"/>
                  </a:cubicBezTo>
                  <a:cubicBezTo>
                    <a:pt x="15" y="114"/>
                    <a:pt x="15" y="110"/>
                    <a:pt x="16" y="109"/>
                  </a:cubicBezTo>
                  <a:cubicBezTo>
                    <a:pt x="17" y="109"/>
                    <a:pt x="17" y="109"/>
                    <a:pt x="17" y="109"/>
                  </a:cubicBezTo>
                  <a:cubicBezTo>
                    <a:pt x="19" y="110"/>
                    <a:pt x="21" y="110"/>
                    <a:pt x="22" y="109"/>
                  </a:cubicBezTo>
                  <a:cubicBezTo>
                    <a:pt x="23" y="109"/>
                    <a:pt x="25" y="107"/>
                    <a:pt x="28" y="104"/>
                  </a:cubicBezTo>
                  <a:cubicBezTo>
                    <a:pt x="33" y="99"/>
                    <a:pt x="39" y="94"/>
                    <a:pt x="46" y="89"/>
                  </a:cubicBezTo>
                  <a:cubicBezTo>
                    <a:pt x="53" y="84"/>
                    <a:pt x="58" y="81"/>
                    <a:pt x="60" y="80"/>
                  </a:cubicBezTo>
                  <a:cubicBezTo>
                    <a:pt x="61" y="80"/>
                    <a:pt x="65" y="84"/>
                    <a:pt x="72" y="91"/>
                  </a:cubicBezTo>
                  <a:cubicBezTo>
                    <a:pt x="89" y="111"/>
                    <a:pt x="100" y="119"/>
                    <a:pt x="106" y="117"/>
                  </a:cubicBezTo>
                  <a:cubicBezTo>
                    <a:pt x="108" y="116"/>
                    <a:pt x="109" y="115"/>
                    <a:pt x="110" y="112"/>
                  </a:cubicBezTo>
                  <a:cubicBezTo>
                    <a:pt x="111" y="110"/>
                    <a:pt x="111" y="108"/>
                    <a:pt x="110" y="105"/>
                  </a:cubicBezTo>
                  <a:cubicBezTo>
                    <a:pt x="109" y="104"/>
                    <a:pt x="109" y="103"/>
                    <a:pt x="108" y="102"/>
                  </a:cubicBezTo>
                  <a:cubicBezTo>
                    <a:pt x="107" y="101"/>
                    <a:pt x="105" y="100"/>
                    <a:pt x="101" y="98"/>
                  </a:cubicBezTo>
                  <a:cubicBezTo>
                    <a:pt x="96" y="95"/>
                    <a:pt x="89" y="89"/>
                    <a:pt x="80" y="80"/>
                  </a:cubicBezTo>
                  <a:cubicBezTo>
                    <a:pt x="72" y="71"/>
                    <a:pt x="62" y="59"/>
                    <a:pt x="52" y="46"/>
                  </a:cubicBezTo>
                  <a:cubicBezTo>
                    <a:pt x="47" y="40"/>
                    <a:pt x="43" y="34"/>
                    <a:pt x="38" y="29"/>
                  </a:cubicBezTo>
                  <a:cubicBezTo>
                    <a:pt x="35" y="25"/>
                    <a:pt x="31" y="21"/>
                    <a:pt x="26" y="14"/>
                  </a:cubicBezTo>
                  <a:cubicBezTo>
                    <a:pt x="26" y="13"/>
                    <a:pt x="25" y="12"/>
                    <a:pt x="24" y="11"/>
                  </a:cubicBezTo>
                  <a:cubicBezTo>
                    <a:pt x="24" y="10"/>
                    <a:pt x="23" y="8"/>
                    <a:pt x="22" y="5"/>
                  </a:cubicBezTo>
                  <a:cubicBezTo>
                    <a:pt x="22" y="3"/>
                    <a:pt x="21" y="2"/>
                    <a:pt x="20" y="1"/>
                  </a:cubicBezTo>
                  <a:cubicBezTo>
                    <a:pt x="17" y="0"/>
                    <a:pt x="14" y="0"/>
                    <a:pt x="11" y="1"/>
                  </a:cubicBezTo>
                  <a:cubicBezTo>
                    <a:pt x="9" y="2"/>
                    <a:pt x="7" y="5"/>
                    <a:pt x="6" y="10"/>
                  </a:cubicBezTo>
                  <a:cubicBezTo>
                    <a:pt x="5" y="15"/>
                    <a:pt x="3" y="32"/>
                    <a:pt x="3" y="60"/>
                  </a:cubicBezTo>
                  <a:cubicBezTo>
                    <a:pt x="2" y="78"/>
                    <a:pt x="2" y="98"/>
                    <a:pt x="1" y="120"/>
                  </a:cubicBezTo>
                  <a:cubicBezTo>
                    <a:pt x="0" y="132"/>
                    <a:pt x="0" y="140"/>
                    <a:pt x="0" y="145"/>
                  </a:cubicBezTo>
                  <a:cubicBezTo>
                    <a:pt x="0" y="149"/>
                    <a:pt x="1" y="152"/>
                    <a:pt x="2" y="153"/>
                  </a:cubicBezTo>
                  <a:close/>
                  <a:moveTo>
                    <a:pt x="16" y="58"/>
                  </a:moveTo>
                  <a:cubicBezTo>
                    <a:pt x="16" y="43"/>
                    <a:pt x="17" y="32"/>
                    <a:pt x="17" y="25"/>
                  </a:cubicBezTo>
                  <a:cubicBezTo>
                    <a:pt x="19" y="27"/>
                    <a:pt x="25" y="34"/>
                    <a:pt x="34" y="46"/>
                  </a:cubicBezTo>
                  <a:cubicBezTo>
                    <a:pt x="43" y="57"/>
                    <a:pt x="48" y="64"/>
                    <a:pt x="52" y="68"/>
                  </a:cubicBezTo>
                  <a:cubicBezTo>
                    <a:pt x="50" y="69"/>
                    <a:pt x="43" y="74"/>
                    <a:pt x="31" y="83"/>
                  </a:cubicBezTo>
                  <a:cubicBezTo>
                    <a:pt x="28" y="84"/>
                    <a:pt x="26" y="86"/>
                    <a:pt x="23" y="88"/>
                  </a:cubicBezTo>
                  <a:cubicBezTo>
                    <a:pt x="18" y="90"/>
                    <a:pt x="16" y="92"/>
                    <a:pt x="15" y="94"/>
                  </a:cubicBezTo>
                  <a:cubicBezTo>
                    <a:pt x="15" y="82"/>
                    <a:pt x="15" y="70"/>
                    <a:pt x="16"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86"/>
            <p:cNvSpPr>
              <a:spLocks/>
            </p:cNvSpPr>
            <p:nvPr/>
          </p:nvSpPr>
          <p:spPr bwMode="auto">
            <a:xfrm>
              <a:off x="2854325" y="839788"/>
              <a:ext cx="144463" cy="201612"/>
            </a:xfrm>
            <a:custGeom>
              <a:avLst/>
              <a:gdLst>
                <a:gd name="T0" fmla="*/ 19 w 104"/>
                <a:gd name="T1" fmla="*/ 131 h 146"/>
                <a:gd name="T2" fmla="*/ 21 w 104"/>
                <a:gd name="T3" fmla="*/ 141 h 146"/>
                <a:gd name="T4" fmla="*/ 25 w 104"/>
                <a:gd name="T5" fmla="*/ 145 h 146"/>
                <a:gd name="T6" fmla="*/ 31 w 104"/>
                <a:gd name="T7" fmla="*/ 145 h 146"/>
                <a:gd name="T8" fmla="*/ 35 w 104"/>
                <a:gd name="T9" fmla="*/ 139 h 146"/>
                <a:gd name="T10" fmla="*/ 40 w 104"/>
                <a:gd name="T11" fmla="*/ 118 h 146"/>
                <a:gd name="T12" fmla="*/ 60 w 104"/>
                <a:gd name="T13" fmla="*/ 65 h 146"/>
                <a:gd name="T14" fmla="*/ 66 w 104"/>
                <a:gd name="T15" fmla="*/ 69 h 146"/>
                <a:gd name="T16" fmla="*/ 74 w 104"/>
                <a:gd name="T17" fmla="*/ 91 h 146"/>
                <a:gd name="T18" fmla="*/ 86 w 104"/>
                <a:gd name="T19" fmla="*/ 114 h 146"/>
                <a:gd name="T20" fmla="*/ 98 w 104"/>
                <a:gd name="T21" fmla="*/ 119 h 146"/>
                <a:gd name="T22" fmla="*/ 102 w 104"/>
                <a:gd name="T23" fmla="*/ 116 h 146"/>
                <a:gd name="T24" fmla="*/ 103 w 104"/>
                <a:gd name="T25" fmla="*/ 112 h 146"/>
                <a:gd name="T26" fmla="*/ 98 w 104"/>
                <a:gd name="T27" fmla="*/ 105 h 146"/>
                <a:gd name="T28" fmla="*/ 83 w 104"/>
                <a:gd name="T29" fmla="*/ 76 h 146"/>
                <a:gd name="T30" fmla="*/ 72 w 104"/>
                <a:gd name="T31" fmla="*/ 51 h 146"/>
                <a:gd name="T32" fmla="*/ 62 w 104"/>
                <a:gd name="T33" fmla="*/ 47 h 146"/>
                <a:gd name="T34" fmla="*/ 30 w 104"/>
                <a:gd name="T35" fmla="*/ 115 h 146"/>
                <a:gd name="T36" fmla="*/ 30 w 104"/>
                <a:gd name="T37" fmla="*/ 115 h 146"/>
                <a:gd name="T38" fmla="*/ 29 w 104"/>
                <a:gd name="T39" fmla="*/ 114 h 146"/>
                <a:gd name="T40" fmla="*/ 25 w 104"/>
                <a:gd name="T41" fmla="*/ 88 h 146"/>
                <a:gd name="T42" fmla="*/ 22 w 104"/>
                <a:gd name="T43" fmla="*/ 52 h 146"/>
                <a:gd name="T44" fmla="*/ 18 w 104"/>
                <a:gd name="T45" fmla="*/ 9 h 146"/>
                <a:gd name="T46" fmla="*/ 13 w 104"/>
                <a:gd name="T47" fmla="*/ 2 h 146"/>
                <a:gd name="T48" fmla="*/ 5 w 104"/>
                <a:gd name="T49" fmla="*/ 0 h 146"/>
                <a:gd name="T50" fmla="*/ 1 w 104"/>
                <a:gd name="T51" fmla="*/ 5 h 146"/>
                <a:gd name="T52" fmla="*/ 2 w 104"/>
                <a:gd name="T53" fmla="*/ 22 h 146"/>
                <a:gd name="T54" fmla="*/ 19 w 104"/>
                <a:gd name="T55" fmla="*/ 131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4" h="146">
                  <a:moveTo>
                    <a:pt x="19" y="131"/>
                  </a:moveTo>
                  <a:cubicBezTo>
                    <a:pt x="20" y="136"/>
                    <a:pt x="21" y="139"/>
                    <a:pt x="21" y="141"/>
                  </a:cubicBezTo>
                  <a:cubicBezTo>
                    <a:pt x="22" y="143"/>
                    <a:pt x="23" y="144"/>
                    <a:pt x="25" y="145"/>
                  </a:cubicBezTo>
                  <a:cubicBezTo>
                    <a:pt x="27" y="146"/>
                    <a:pt x="29" y="146"/>
                    <a:pt x="31" y="145"/>
                  </a:cubicBezTo>
                  <a:cubicBezTo>
                    <a:pt x="33" y="145"/>
                    <a:pt x="34" y="143"/>
                    <a:pt x="35" y="139"/>
                  </a:cubicBezTo>
                  <a:cubicBezTo>
                    <a:pt x="37" y="136"/>
                    <a:pt x="38" y="129"/>
                    <a:pt x="40" y="118"/>
                  </a:cubicBezTo>
                  <a:cubicBezTo>
                    <a:pt x="47" y="83"/>
                    <a:pt x="55" y="66"/>
                    <a:pt x="60" y="65"/>
                  </a:cubicBezTo>
                  <a:cubicBezTo>
                    <a:pt x="62" y="65"/>
                    <a:pt x="64" y="66"/>
                    <a:pt x="66" y="69"/>
                  </a:cubicBezTo>
                  <a:cubicBezTo>
                    <a:pt x="68" y="73"/>
                    <a:pt x="71" y="80"/>
                    <a:pt x="74" y="91"/>
                  </a:cubicBezTo>
                  <a:cubicBezTo>
                    <a:pt x="78" y="102"/>
                    <a:pt x="82" y="110"/>
                    <a:pt x="86" y="114"/>
                  </a:cubicBezTo>
                  <a:cubicBezTo>
                    <a:pt x="90" y="118"/>
                    <a:pt x="94" y="120"/>
                    <a:pt x="98" y="119"/>
                  </a:cubicBezTo>
                  <a:cubicBezTo>
                    <a:pt x="99" y="118"/>
                    <a:pt x="101" y="117"/>
                    <a:pt x="102" y="116"/>
                  </a:cubicBezTo>
                  <a:cubicBezTo>
                    <a:pt x="103" y="114"/>
                    <a:pt x="104" y="113"/>
                    <a:pt x="103" y="112"/>
                  </a:cubicBezTo>
                  <a:cubicBezTo>
                    <a:pt x="103" y="110"/>
                    <a:pt x="101" y="108"/>
                    <a:pt x="98" y="105"/>
                  </a:cubicBezTo>
                  <a:cubicBezTo>
                    <a:pt x="93" y="100"/>
                    <a:pt x="88" y="90"/>
                    <a:pt x="83" y="76"/>
                  </a:cubicBezTo>
                  <a:cubicBezTo>
                    <a:pt x="79" y="63"/>
                    <a:pt x="75" y="55"/>
                    <a:pt x="72" y="51"/>
                  </a:cubicBezTo>
                  <a:cubicBezTo>
                    <a:pt x="69" y="48"/>
                    <a:pt x="66" y="46"/>
                    <a:pt x="62" y="47"/>
                  </a:cubicBezTo>
                  <a:cubicBezTo>
                    <a:pt x="49" y="49"/>
                    <a:pt x="37" y="71"/>
                    <a:pt x="30" y="115"/>
                  </a:cubicBezTo>
                  <a:cubicBezTo>
                    <a:pt x="30" y="115"/>
                    <a:pt x="30" y="115"/>
                    <a:pt x="30" y="115"/>
                  </a:cubicBezTo>
                  <a:cubicBezTo>
                    <a:pt x="29" y="115"/>
                    <a:pt x="29" y="115"/>
                    <a:pt x="29" y="114"/>
                  </a:cubicBezTo>
                  <a:cubicBezTo>
                    <a:pt x="28" y="111"/>
                    <a:pt x="26" y="102"/>
                    <a:pt x="25" y="88"/>
                  </a:cubicBezTo>
                  <a:cubicBezTo>
                    <a:pt x="23" y="74"/>
                    <a:pt x="23" y="62"/>
                    <a:pt x="22" y="52"/>
                  </a:cubicBezTo>
                  <a:cubicBezTo>
                    <a:pt x="22" y="34"/>
                    <a:pt x="21" y="19"/>
                    <a:pt x="18" y="9"/>
                  </a:cubicBezTo>
                  <a:cubicBezTo>
                    <a:pt x="17" y="6"/>
                    <a:pt x="15" y="3"/>
                    <a:pt x="13" y="2"/>
                  </a:cubicBezTo>
                  <a:cubicBezTo>
                    <a:pt x="10" y="0"/>
                    <a:pt x="8" y="0"/>
                    <a:pt x="5" y="0"/>
                  </a:cubicBezTo>
                  <a:cubicBezTo>
                    <a:pt x="4" y="1"/>
                    <a:pt x="2" y="2"/>
                    <a:pt x="1" y="5"/>
                  </a:cubicBezTo>
                  <a:cubicBezTo>
                    <a:pt x="0" y="8"/>
                    <a:pt x="0" y="14"/>
                    <a:pt x="2" y="22"/>
                  </a:cubicBezTo>
                  <a:cubicBezTo>
                    <a:pt x="8" y="57"/>
                    <a:pt x="14" y="94"/>
                    <a:pt x="19" y="1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87"/>
            <p:cNvSpPr>
              <a:spLocks/>
            </p:cNvSpPr>
            <p:nvPr/>
          </p:nvSpPr>
          <p:spPr bwMode="auto">
            <a:xfrm>
              <a:off x="3006725" y="820738"/>
              <a:ext cx="123825" cy="185737"/>
            </a:xfrm>
            <a:custGeom>
              <a:avLst/>
              <a:gdLst>
                <a:gd name="T0" fmla="*/ 3 w 89"/>
                <a:gd name="T1" fmla="*/ 119 h 134"/>
                <a:gd name="T2" fmla="*/ 3 w 89"/>
                <a:gd name="T3" fmla="*/ 128 h 134"/>
                <a:gd name="T4" fmla="*/ 7 w 89"/>
                <a:gd name="T5" fmla="*/ 132 h 134"/>
                <a:gd name="T6" fmla="*/ 12 w 89"/>
                <a:gd name="T7" fmla="*/ 133 h 134"/>
                <a:gd name="T8" fmla="*/ 18 w 89"/>
                <a:gd name="T9" fmla="*/ 128 h 134"/>
                <a:gd name="T10" fmla="*/ 25 w 89"/>
                <a:gd name="T11" fmla="*/ 110 h 134"/>
                <a:gd name="T12" fmla="*/ 52 w 89"/>
                <a:gd name="T13" fmla="*/ 64 h 134"/>
                <a:gd name="T14" fmla="*/ 58 w 89"/>
                <a:gd name="T15" fmla="*/ 69 h 134"/>
                <a:gd name="T16" fmla="*/ 63 w 89"/>
                <a:gd name="T17" fmla="*/ 89 h 134"/>
                <a:gd name="T18" fmla="*/ 71 w 89"/>
                <a:gd name="T19" fmla="*/ 111 h 134"/>
                <a:gd name="T20" fmla="*/ 82 w 89"/>
                <a:gd name="T21" fmla="*/ 117 h 134"/>
                <a:gd name="T22" fmla="*/ 87 w 89"/>
                <a:gd name="T23" fmla="*/ 115 h 134"/>
                <a:gd name="T24" fmla="*/ 89 w 89"/>
                <a:gd name="T25" fmla="*/ 111 h 134"/>
                <a:gd name="T26" fmla="*/ 85 w 89"/>
                <a:gd name="T27" fmla="*/ 105 h 134"/>
                <a:gd name="T28" fmla="*/ 73 w 89"/>
                <a:gd name="T29" fmla="*/ 77 h 134"/>
                <a:gd name="T30" fmla="*/ 66 w 89"/>
                <a:gd name="T31" fmla="*/ 53 h 134"/>
                <a:gd name="T32" fmla="*/ 57 w 89"/>
                <a:gd name="T33" fmla="*/ 48 h 134"/>
                <a:gd name="T34" fmla="*/ 16 w 89"/>
                <a:gd name="T35" fmla="*/ 105 h 134"/>
                <a:gd name="T36" fmla="*/ 16 w 89"/>
                <a:gd name="T37" fmla="*/ 105 h 134"/>
                <a:gd name="T38" fmla="*/ 15 w 89"/>
                <a:gd name="T39" fmla="*/ 105 h 134"/>
                <a:gd name="T40" fmla="*/ 14 w 89"/>
                <a:gd name="T41" fmla="*/ 81 h 134"/>
                <a:gd name="T42" fmla="*/ 17 w 89"/>
                <a:gd name="T43" fmla="*/ 49 h 134"/>
                <a:gd name="T44" fmla="*/ 18 w 89"/>
                <a:gd name="T45" fmla="*/ 9 h 134"/>
                <a:gd name="T46" fmla="*/ 14 w 89"/>
                <a:gd name="T47" fmla="*/ 2 h 134"/>
                <a:gd name="T48" fmla="*/ 7 w 89"/>
                <a:gd name="T49" fmla="*/ 0 h 134"/>
                <a:gd name="T50" fmla="*/ 2 w 89"/>
                <a:gd name="T51" fmla="*/ 4 h 134"/>
                <a:gd name="T52" fmla="*/ 0 w 89"/>
                <a:gd name="T53" fmla="*/ 19 h 134"/>
                <a:gd name="T54" fmla="*/ 3 w 89"/>
                <a:gd name="T55" fmla="*/ 1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9" h="134">
                  <a:moveTo>
                    <a:pt x="3" y="119"/>
                  </a:moveTo>
                  <a:cubicBezTo>
                    <a:pt x="3" y="123"/>
                    <a:pt x="3" y="126"/>
                    <a:pt x="3" y="128"/>
                  </a:cubicBezTo>
                  <a:cubicBezTo>
                    <a:pt x="4" y="130"/>
                    <a:pt x="5" y="131"/>
                    <a:pt x="7" y="132"/>
                  </a:cubicBezTo>
                  <a:cubicBezTo>
                    <a:pt x="8" y="133"/>
                    <a:pt x="10" y="134"/>
                    <a:pt x="12" y="133"/>
                  </a:cubicBezTo>
                  <a:cubicBezTo>
                    <a:pt x="14" y="133"/>
                    <a:pt x="16" y="131"/>
                    <a:pt x="18" y="128"/>
                  </a:cubicBezTo>
                  <a:cubicBezTo>
                    <a:pt x="19" y="125"/>
                    <a:pt x="22" y="119"/>
                    <a:pt x="25" y="110"/>
                  </a:cubicBezTo>
                  <a:cubicBezTo>
                    <a:pt x="37" y="79"/>
                    <a:pt x="47" y="65"/>
                    <a:pt x="52" y="64"/>
                  </a:cubicBezTo>
                  <a:cubicBezTo>
                    <a:pt x="54" y="64"/>
                    <a:pt x="56" y="66"/>
                    <a:pt x="58" y="69"/>
                  </a:cubicBezTo>
                  <a:cubicBezTo>
                    <a:pt x="59" y="72"/>
                    <a:pt x="61" y="79"/>
                    <a:pt x="63" y="89"/>
                  </a:cubicBezTo>
                  <a:cubicBezTo>
                    <a:pt x="65" y="100"/>
                    <a:pt x="68" y="107"/>
                    <a:pt x="71" y="111"/>
                  </a:cubicBezTo>
                  <a:cubicBezTo>
                    <a:pt x="74" y="115"/>
                    <a:pt x="78" y="117"/>
                    <a:pt x="82" y="117"/>
                  </a:cubicBezTo>
                  <a:cubicBezTo>
                    <a:pt x="84" y="117"/>
                    <a:pt x="85" y="116"/>
                    <a:pt x="87" y="115"/>
                  </a:cubicBezTo>
                  <a:cubicBezTo>
                    <a:pt x="88" y="114"/>
                    <a:pt x="89" y="112"/>
                    <a:pt x="89" y="111"/>
                  </a:cubicBezTo>
                  <a:cubicBezTo>
                    <a:pt x="88" y="110"/>
                    <a:pt x="87" y="108"/>
                    <a:pt x="85" y="105"/>
                  </a:cubicBezTo>
                  <a:cubicBezTo>
                    <a:pt x="80" y="99"/>
                    <a:pt x="76" y="90"/>
                    <a:pt x="73" y="77"/>
                  </a:cubicBezTo>
                  <a:cubicBezTo>
                    <a:pt x="71" y="65"/>
                    <a:pt x="68" y="57"/>
                    <a:pt x="66" y="53"/>
                  </a:cubicBezTo>
                  <a:cubicBezTo>
                    <a:pt x="63" y="50"/>
                    <a:pt x="60" y="48"/>
                    <a:pt x="57" y="48"/>
                  </a:cubicBezTo>
                  <a:cubicBezTo>
                    <a:pt x="44" y="49"/>
                    <a:pt x="29" y="67"/>
                    <a:pt x="16" y="105"/>
                  </a:cubicBezTo>
                  <a:cubicBezTo>
                    <a:pt x="16" y="105"/>
                    <a:pt x="16" y="105"/>
                    <a:pt x="16" y="105"/>
                  </a:cubicBezTo>
                  <a:cubicBezTo>
                    <a:pt x="15" y="105"/>
                    <a:pt x="15" y="105"/>
                    <a:pt x="15" y="105"/>
                  </a:cubicBezTo>
                  <a:cubicBezTo>
                    <a:pt x="14" y="102"/>
                    <a:pt x="14" y="94"/>
                    <a:pt x="14" y="81"/>
                  </a:cubicBezTo>
                  <a:cubicBezTo>
                    <a:pt x="15" y="68"/>
                    <a:pt x="16" y="57"/>
                    <a:pt x="17" y="49"/>
                  </a:cubicBezTo>
                  <a:cubicBezTo>
                    <a:pt x="19" y="32"/>
                    <a:pt x="20" y="19"/>
                    <a:pt x="18" y="9"/>
                  </a:cubicBezTo>
                  <a:cubicBezTo>
                    <a:pt x="18" y="6"/>
                    <a:pt x="16" y="4"/>
                    <a:pt x="14" y="2"/>
                  </a:cubicBezTo>
                  <a:cubicBezTo>
                    <a:pt x="12" y="0"/>
                    <a:pt x="9" y="0"/>
                    <a:pt x="7" y="0"/>
                  </a:cubicBezTo>
                  <a:cubicBezTo>
                    <a:pt x="5" y="0"/>
                    <a:pt x="4" y="1"/>
                    <a:pt x="2" y="4"/>
                  </a:cubicBezTo>
                  <a:cubicBezTo>
                    <a:pt x="1" y="6"/>
                    <a:pt x="0" y="11"/>
                    <a:pt x="0" y="19"/>
                  </a:cubicBezTo>
                  <a:cubicBezTo>
                    <a:pt x="2" y="51"/>
                    <a:pt x="3" y="85"/>
                    <a:pt x="3" y="1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88"/>
            <p:cNvSpPr>
              <a:spLocks/>
            </p:cNvSpPr>
            <p:nvPr/>
          </p:nvSpPr>
          <p:spPr bwMode="auto">
            <a:xfrm>
              <a:off x="3141663" y="822325"/>
              <a:ext cx="120650" cy="166687"/>
            </a:xfrm>
            <a:custGeom>
              <a:avLst/>
              <a:gdLst>
                <a:gd name="T0" fmla="*/ 3 w 87"/>
                <a:gd name="T1" fmla="*/ 118 h 120"/>
                <a:gd name="T2" fmla="*/ 8 w 87"/>
                <a:gd name="T3" fmla="*/ 120 h 120"/>
                <a:gd name="T4" fmla="*/ 14 w 87"/>
                <a:gd name="T5" fmla="*/ 116 h 120"/>
                <a:gd name="T6" fmla="*/ 24 w 87"/>
                <a:gd name="T7" fmla="*/ 101 h 120"/>
                <a:gd name="T8" fmla="*/ 57 w 87"/>
                <a:gd name="T9" fmla="*/ 64 h 120"/>
                <a:gd name="T10" fmla="*/ 62 w 87"/>
                <a:gd name="T11" fmla="*/ 69 h 120"/>
                <a:gd name="T12" fmla="*/ 64 w 87"/>
                <a:gd name="T13" fmla="*/ 87 h 120"/>
                <a:gd name="T14" fmla="*/ 70 w 87"/>
                <a:gd name="T15" fmla="*/ 108 h 120"/>
                <a:gd name="T16" fmla="*/ 80 w 87"/>
                <a:gd name="T17" fmla="*/ 114 h 120"/>
                <a:gd name="T18" fmla="*/ 85 w 87"/>
                <a:gd name="T19" fmla="*/ 113 h 120"/>
                <a:gd name="T20" fmla="*/ 87 w 87"/>
                <a:gd name="T21" fmla="*/ 110 h 120"/>
                <a:gd name="T22" fmla="*/ 84 w 87"/>
                <a:gd name="T23" fmla="*/ 104 h 120"/>
                <a:gd name="T24" fmla="*/ 76 w 87"/>
                <a:gd name="T25" fmla="*/ 78 h 120"/>
                <a:gd name="T26" fmla="*/ 72 w 87"/>
                <a:gd name="T27" fmla="*/ 56 h 120"/>
                <a:gd name="T28" fmla="*/ 64 w 87"/>
                <a:gd name="T29" fmla="*/ 50 h 120"/>
                <a:gd name="T30" fmla="*/ 16 w 87"/>
                <a:gd name="T31" fmla="*/ 96 h 120"/>
                <a:gd name="T32" fmla="*/ 15 w 87"/>
                <a:gd name="T33" fmla="*/ 96 h 120"/>
                <a:gd name="T34" fmla="*/ 14 w 87"/>
                <a:gd name="T35" fmla="*/ 95 h 120"/>
                <a:gd name="T36" fmla="*/ 17 w 87"/>
                <a:gd name="T37" fmla="*/ 73 h 120"/>
                <a:gd name="T38" fmla="*/ 24 w 87"/>
                <a:gd name="T39" fmla="*/ 45 h 120"/>
                <a:gd name="T40" fmla="*/ 31 w 87"/>
                <a:gd name="T41" fmla="*/ 11 h 120"/>
                <a:gd name="T42" fmla="*/ 27 w 87"/>
                <a:gd name="T43" fmla="*/ 4 h 120"/>
                <a:gd name="T44" fmla="*/ 21 w 87"/>
                <a:gd name="T45" fmla="*/ 1 h 120"/>
                <a:gd name="T46" fmla="*/ 16 w 87"/>
                <a:gd name="T47" fmla="*/ 3 h 120"/>
                <a:gd name="T48" fmla="*/ 12 w 87"/>
                <a:gd name="T49" fmla="*/ 17 h 120"/>
                <a:gd name="T50" fmla="*/ 1 w 87"/>
                <a:gd name="T51" fmla="*/ 106 h 120"/>
                <a:gd name="T52" fmla="*/ 0 w 87"/>
                <a:gd name="T53" fmla="*/ 114 h 120"/>
                <a:gd name="T54" fmla="*/ 3 w 87"/>
                <a:gd name="T55" fmla="*/ 118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7" h="120">
                  <a:moveTo>
                    <a:pt x="3" y="118"/>
                  </a:moveTo>
                  <a:cubicBezTo>
                    <a:pt x="4" y="120"/>
                    <a:pt x="6" y="120"/>
                    <a:pt x="8" y="120"/>
                  </a:cubicBezTo>
                  <a:cubicBezTo>
                    <a:pt x="10" y="120"/>
                    <a:pt x="12" y="118"/>
                    <a:pt x="14" y="116"/>
                  </a:cubicBezTo>
                  <a:cubicBezTo>
                    <a:pt x="16" y="114"/>
                    <a:pt x="20" y="108"/>
                    <a:pt x="24" y="101"/>
                  </a:cubicBezTo>
                  <a:cubicBezTo>
                    <a:pt x="40" y="75"/>
                    <a:pt x="51" y="64"/>
                    <a:pt x="57" y="64"/>
                  </a:cubicBezTo>
                  <a:cubicBezTo>
                    <a:pt x="59" y="64"/>
                    <a:pt x="61" y="66"/>
                    <a:pt x="62" y="69"/>
                  </a:cubicBezTo>
                  <a:cubicBezTo>
                    <a:pt x="63" y="71"/>
                    <a:pt x="64" y="78"/>
                    <a:pt x="64" y="87"/>
                  </a:cubicBezTo>
                  <a:cubicBezTo>
                    <a:pt x="65" y="97"/>
                    <a:pt x="67" y="104"/>
                    <a:pt x="70" y="108"/>
                  </a:cubicBezTo>
                  <a:cubicBezTo>
                    <a:pt x="72" y="112"/>
                    <a:pt x="76" y="114"/>
                    <a:pt x="80" y="114"/>
                  </a:cubicBezTo>
                  <a:cubicBezTo>
                    <a:pt x="81" y="114"/>
                    <a:pt x="83" y="114"/>
                    <a:pt x="85" y="113"/>
                  </a:cubicBezTo>
                  <a:cubicBezTo>
                    <a:pt x="86" y="112"/>
                    <a:pt x="87" y="111"/>
                    <a:pt x="87" y="110"/>
                  </a:cubicBezTo>
                  <a:cubicBezTo>
                    <a:pt x="87" y="108"/>
                    <a:pt x="86" y="106"/>
                    <a:pt x="84" y="104"/>
                  </a:cubicBezTo>
                  <a:cubicBezTo>
                    <a:pt x="80" y="98"/>
                    <a:pt x="77" y="90"/>
                    <a:pt x="76" y="78"/>
                  </a:cubicBezTo>
                  <a:cubicBezTo>
                    <a:pt x="75" y="67"/>
                    <a:pt x="74" y="59"/>
                    <a:pt x="72" y="56"/>
                  </a:cubicBezTo>
                  <a:cubicBezTo>
                    <a:pt x="70" y="52"/>
                    <a:pt x="67" y="51"/>
                    <a:pt x="64" y="50"/>
                  </a:cubicBezTo>
                  <a:cubicBezTo>
                    <a:pt x="51" y="49"/>
                    <a:pt x="33" y="63"/>
                    <a:pt x="16" y="96"/>
                  </a:cubicBezTo>
                  <a:cubicBezTo>
                    <a:pt x="16" y="96"/>
                    <a:pt x="15" y="96"/>
                    <a:pt x="15" y="96"/>
                  </a:cubicBezTo>
                  <a:cubicBezTo>
                    <a:pt x="15" y="96"/>
                    <a:pt x="14" y="95"/>
                    <a:pt x="14" y="95"/>
                  </a:cubicBezTo>
                  <a:cubicBezTo>
                    <a:pt x="14" y="92"/>
                    <a:pt x="15" y="85"/>
                    <a:pt x="17" y="73"/>
                  </a:cubicBezTo>
                  <a:cubicBezTo>
                    <a:pt x="20" y="62"/>
                    <a:pt x="22" y="52"/>
                    <a:pt x="24" y="45"/>
                  </a:cubicBezTo>
                  <a:cubicBezTo>
                    <a:pt x="28" y="30"/>
                    <a:pt x="31" y="19"/>
                    <a:pt x="31" y="11"/>
                  </a:cubicBezTo>
                  <a:cubicBezTo>
                    <a:pt x="30" y="8"/>
                    <a:pt x="29" y="5"/>
                    <a:pt x="27" y="4"/>
                  </a:cubicBezTo>
                  <a:cubicBezTo>
                    <a:pt x="25" y="2"/>
                    <a:pt x="23" y="1"/>
                    <a:pt x="21" y="1"/>
                  </a:cubicBezTo>
                  <a:cubicBezTo>
                    <a:pt x="19" y="0"/>
                    <a:pt x="17" y="1"/>
                    <a:pt x="16" y="3"/>
                  </a:cubicBezTo>
                  <a:cubicBezTo>
                    <a:pt x="14" y="6"/>
                    <a:pt x="12" y="10"/>
                    <a:pt x="12" y="17"/>
                  </a:cubicBezTo>
                  <a:cubicBezTo>
                    <a:pt x="9" y="46"/>
                    <a:pt x="5" y="75"/>
                    <a:pt x="1" y="106"/>
                  </a:cubicBezTo>
                  <a:cubicBezTo>
                    <a:pt x="0" y="110"/>
                    <a:pt x="0" y="113"/>
                    <a:pt x="0" y="114"/>
                  </a:cubicBezTo>
                  <a:cubicBezTo>
                    <a:pt x="0" y="116"/>
                    <a:pt x="1" y="117"/>
                    <a:pt x="3"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89"/>
            <p:cNvSpPr>
              <a:spLocks/>
            </p:cNvSpPr>
            <p:nvPr/>
          </p:nvSpPr>
          <p:spPr bwMode="auto">
            <a:xfrm>
              <a:off x="3275013" y="846138"/>
              <a:ext cx="120650" cy="150812"/>
            </a:xfrm>
            <a:custGeom>
              <a:avLst/>
              <a:gdLst>
                <a:gd name="T0" fmla="*/ 7 w 87"/>
                <a:gd name="T1" fmla="*/ 104 h 109"/>
                <a:gd name="T2" fmla="*/ 14 w 87"/>
                <a:gd name="T3" fmla="*/ 101 h 109"/>
                <a:gd name="T4" fmla="*/ 26 w 87"/>
                <a:gd name="T5" fmla="*/ 89 h 109"/>
                <a:gd name="T6" fmla="*/ 63 w 87"/>
                <a:gd name="T7" fmla="*/ 62 h 109"/>
                <a:gd name="T8" fmla="*/ 67 w 87"/>
                <a:gd name="T9" fmla="*/ 66 h 109"/>
                <a:gd name="T10" fmla="*/ 67 w 87"/>
                <a:gd name="T11" fmla="*/ 83 h 109"/>
                <a:gd name="T12" fmla="*/ 70 w 87"/>
                <a:gd name="T13" fmla="*/ 101 h 109"/>
                <a:gd name="T14" fmla="*/ 79 w 87"/>
                <a:gd name="T15" fmla="*/ 108 h 109"/>
                <a:gd name="T16" fmla="*/ 84 w 87"/>
                <a:gd name="T17" fmla="*/ 108 h 109"/>
                <a:gd name="T18" fmla="*/ 87 w 87"/>
                <a:gd name="T19" fmla="*/ 106 h 109"/>
                <a:gd name="T20" fmla="*/ 85 w 87"/>
                <a:gd name="T21" fmla="*/ 100 h 109"/>
                <a:gd name="T22" fmla="*/ 80 w 87"/>
                <a:gd name="T23" fmla="*/ 77 h 109"/>
                <a:gd name="T24" fmla="*/ 79 w 87"/>
                <a:gd name="T25" fmla="*/ 57 h 109"/>
                <a:gd name="T26" fmla="*/ 71 w 87"/>
                <a:gd name="T27" fmla="*/ 51 h 109"/>
                <a:gd name="T28" fmla="*/ 18 w 87"/>
                <a:gd name="T29" fmla="*/ 83 h 109"/>
                <a:gd name="T30" fmla="*/ 18 w 87"/>
                <a:gd name="T31" fmla="*/ 83 h 109"/>
                <a:gd name="T32" fmla="*/ 17 w 87"/>
                <a:gd name="T33" fmla="*/ 82 h 109"/>
                <a:gd name="T34" fmla="*/ 22 w 87"/>
                <a:gd name="T35" fmla="*/ 64 h 109"/>
                <a:gd name="T36" fmla="*/ 32 w 87"/>
                <a:gd name="T37" fmla="*/ 40 h 109"/>
                <a:gd name="T38" fmla="*/ 43 w 87"/>
                <a:gd name="T39" fmla="*/ 11 h 109"/>
                <a:gd name="T40" fmla="*/ 41 w 87"/>
                <a:gd name="T41" fmla="*/ 4 h 109"/>
                <a:gd name="T42" fmla="*/ 35 w 87"/>
                <a:gd name="T43" fmla="*/ 1 h 109"/>
                <a:gd name="T44" fmla="*/ 29 w 87"/>
                <a:gd name="T45" fmla="*/ 3 h 109"/>
                <a:gd name="T46" fmla="*/ 24 w 87"/>
                <a:gd name="T47" fmla="*/ 14 h 109"/>
                <a:gd name="T48" fmla="*/ 2 w 87"/>
                <a:gd name="T49" fmla="*/ 91 h 109"/>
                <a:gd name="T50" fmla="*/ 0 w 87"/>
                <a:gd name="T51" fmla="*/ 97 h 109"/>
                <a:gd name="T52" fmla="*/ 2 w 87"/>
                <a:gd name="T53" fmla="*/ 102 h 109"/>
                <a:gd name="T54" fmla="*/ 7 w 87"/>
                <a:gd name="T55" fmla="*/ 104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7" h="109">
                  <a:moveTo>
                    <a:pt x="7" y="104"/>
                  </a:moveTo>
                  <a:cubicBezTo>
                    <a:pt x="9" y="104"/>
                    <a:pt x="11" y="103"/>
                    <a:pt x="14" y="101"/>
                  </a:cubicBezTo>
                  <a:cubicBezTo>
                    <a:pt x="16" y="99"/>
                    <a:pt x="20" y="95"/>
                    <a:pt x="26" y="89"/>
                  </a:cubicBezTo>
                  <a:cubicBezTo>
                    <a:pt x="44" y="68"/>
                    <a:pt x="57" y="60"/>
                    <a:pt x="63" y="62"/>
                  </a:cubicBezTo>
                  <a:cubicBezTo>
                    <a:pt x="65" y="62"/>
                    <a:pt x="67" y="64"/>
                    <a:pt x="67" y="66"/>
                  </a:cubicBezTo>
                  <a:cubicBezTo>
                    <a:pt x="68" y="69"/>
                    <a:pt x="68" y="74"/>
                    <a:pt x="67" y="83"/>
                  </a:cubicBezTo>
                  <a:cubicBezTo>
                    <a:pt x="67" y="91"/>
                    <a:pt x="68" y="98"/>
                    <a:pt x="70" y="101"/>
                  </a:cubicBezTo>
                  <a:cubicBezTo>
                    <a:pt x="72" y="105"/>
                    <a:pt x="76" y="108"/>
                    <a:pt x="79" y="108"/>
                  </a:cubicBezTo>
                  <a:cubicBezTo>
                    <a:pt x="81" y="109"/>
                    <a:pt x="83" y="109"/>
                    <a:pt x="84" y="108"/>
                  </a:cubicBezTo>
                  <a:cubicBezTo>
                    <a:pt x="86" y="108"/>
                    <a:pt x="87" y="107"/>
                    <a:pt x="87" y="106"/>
                  </a:cubicBezTo>
                  <a:cubicBezTo>
                    <a:pt x="87" y="105"/>
                    <a:pt x="87" y="103"/>
                    <a:pt x="85" y="100"/>
                  </a:cubicBezTo>
                  <a:cubicBezTo>
                    <a:pt x="81" y="95"/>
                    <a:pt x="80" y="87"/>
                    <a:pt x="80" y="77"/>
                  </a:cubicBezTo>
                  <a:cubicBezTo>
                    <a:pt x="81" y="67"/>
                    <a:pt x="80" y="60"/>
                    <a:pt x="79" y="57"/>
                  </a:cubicBezTo>
                  <a:cubicBezTo>
                    <a:pt x="77" y="54"/>
                    <a:pt x="75" y="51"/>
                    <a:pt x="71" y="51"/>
                  </a:cubicBezTo>
                  <a:cubicBezTo>
                    <a:pt x="58" y="48"/>
                    <a:pt x="40" y="57"/>
                    <a:pt x="18" y="83"/>
                  </a:cubicBezTo>
                  <a:cubicBezTo>
                    <a:pt x="18" y="83"/>
                    <a:pt x="18" y="83"/>
                    <a:pt x="18" y="83"/>
                  </a:cubicBezTo>
                  <a:cubicBezTo>
                    <a:pt x="17" y="83"/>
                    <a:pt x="17" y="83"/>
                    <a:pt x="17" y="82"/>
                  </a:cubicBezTo>
                  <a:cubicBezTo>
                    <a:pt x="17" y="80"/>
                    <a:pt x="19" y="74"/>
                    <a:pt x="22" y="64"/>
                  </a:cubicBezTo>
                  <a:cubicBezTo>
                    <a:pt x="26" y="54"/>
                    <a:pt x="29" y="46"/>
                    <a:pt x="32" y="40"/>
                  </a:cubicBezTo>
                  <a:cubicBezTo>
                    <a:pt x="39" y="28"/>
                    <a:pt x="42" y="19"/>
                    <a:pt x="43" y="11"/>
                  </a:cubicBezTo>
                  <a:cubicBezTo>
                    <a:pt x="44" y="9"/>
                    <a:pt x="43" y="6"/>
                    <a:pt x="41" y="4"/>
                  </a:cubicBezTo>
                  <a:cubicBezTo>
                    <a:pt x="39" y="3"/>
                    <a:pt x="37" y="1"/>
                    <a:pt x="35" y="1"/>
                  </a:cubicBezTo>
                  <a:cubicBezTo>
                    <a:pt x="33" y="0"/>
                    <a:pt x="32" y="1"/>
                    <a:pt x="29" y="3"/>
                  </a:cubicBezTo>
                  <a:cubicBezTo>
                    <a:pt x="27" y="4"/>
                    <a:pt x="25" y="8"/>
                    <a:pt x="24" y="14"/>
                  </a:cubicBezTo>
                  <a:cubicBezTo>
                    <a:pt x="17" y="39"/>
                    <a:pt x="10" y="64"/>
                    <a:pt x="2" y="91"/>
                  </a:cubicBezTo>
                  <a:cubicBezTo>
                    <a:pt x="1" y="94"/>
                    <a:pt x="0" y="96"/>
                    <a:pt x="0" y="97"/>
                  </a:cubicBezTo>
                  <a:cubicBezTo>
                    <a:pt x="0" y="99"/>
                    <a:pt x="1" y="100"/>
                    <a:pt x="2" y="102"/>
                  </a:cubicBezTo>
                  <a:cubicBezTo>
                    <a:pt x="3" y="103"/>
                    <a:pt x="5" y="104"/>
                    <a:pt x="7" y="1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90"/>
            <p:cNvSpPr>
              <a:spLocks/>
            </p:cNvSpPr>
            <p:nvPr/>
          </p:nvSpPr>
          <p:spPr bwMode="auto">
            <a:xfrm>
              <a:off x="3413125" y="985838"/>
              <a:ext cx="26988" cy="19050"/>
            </a:xfrm>
            <a:custGeom>
              <a:avLst/>
              <a:gdLst>
                <a:gd name="T0" fmla="*/ 5 w 19"/>
                <a:gd name="T1" fmla="*/ 14 h 14"/>
                <a:gd name="T2" fmla="*/ 11 w 19"/>
                <a:gd name="T3" fmla="*/ 13 h 14"/>
                <a:gd name="T4" fmla="*/ 16 w 19"/>
                <a:gd name="T5" fmla="*/ 11 h 14"/>
                <a:gd name="T6" fmla="*/ 19 w 19"/>
                <a:gd name="T7" fmla="*/ 7 h 14"/>
                <a:gd name="T8" fmla="*/ 18 w 19"/>
                <a:gd name="T9" fmla="*/ 4 h 14"/>
                <a:gd name="T10" fmla="*/ 15 w 19"/>
                <a:gd name="T11" fmla="*/ 2 h 14"/>
                <a:gd name="T12" fmla="*/ 13 w 19"/>
                <a:gd name="T13" fmla="*/ 2 h 14"/>
                <a:gd name="T14" fmla="*/ 6 w 19"/>
                <a:gd name="T15" fmla="*/ 0 h 14"/>
                <a:gd name="T16" fmla="*/ 3 w 19"/>
                <a:gd name="T17" fmla="*/ 1 h 14"/>
                <a:gd name="T18" fmla="*/ 1 w 19"/>
                <a:gd name="T19" fmla="*/ 6 h 14"/>
                <a:gd name="T20" fmla="*/ 1 w 19"/>
                <a:gd name="T21" fmla="*/ 12 h 14"/>
                <a:gd name="T22" fmla="*/ 5 w 19"/>
                <a:gd name="T23"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4">
                  <a:moveTo>
                    <a:pt x="5" y="14"/>
                  </a:moveTo>
                  <a:cubicBezTo>
                    <a:pt x="6" y="14"/>
                    <a:pt x="8" y="14"/>
                    <a:pt x="11" y="13"/>
                  </a:cubicBezTo>
                  <a:cubicBezTo>
                    <a:pt x="13" y="12"/>
                    <a:pt x="15" y="12"/>
                    <a:pt x="16" y="11"/>
                  </a:cubicBezTo>
                  <a:cubicBezTo>
                    <a:pt x="18" y="10"/>
                    <a:pt x="19" y="9"/>
                    <a:pt x="19" y="7"/>
                  </a:cubicBezTo>
                  <a:cubicBezTo>
                    <a:pt x="19" y="6"/>
                    <a:pt x="19" y="5"/>
                    <a:pt x="18" y="4"/>
                  </a:cubicBezTo>
                  <a:cubicBezTo>
                    <a:pt x="17" y="3"/>
                    <a:pt x="16" y="2"/>
                    <a:pt x="15" y="2"/>
                  </a:cubicBezTo>
                  <a:cubicBezTo>
                    <a:pt x="14" y="2"/>
                    <a:pt x="14" y="2"/>
                    <a:pt x="13" y="2"/>
                  </a:cubicBezTo>
                  <a:cubicBezTo>
                    <a:pt x="10" y="1"/>
                    <a:pt x="8" y="0"/>
                    <a:pt x="6" y="0"/>
                  </a:cubicBezTo>
                  <a:cubicBezTo>
                    <a:pt x="4" y="0"/>
                    <a:pt x="3" y="0"/>
                    <a:pt x="3" y="1"/>
                  </a:cubicBezTo>
                  <a:cubicBezTo>
                    <a:pt x="2" y="1"/>
                    <a:pt x="1" y="3"/>
                    <a:pt x="1" y="6"/>
                  </a:cubicBezTo>
                  <a:cubicBezTo>
                    <a:pt x="0" y="9"/>
                    <a:pt x="0" y="11"/>
                    <a:pt x="1" y="12"/>
                  </a:cubicBezTo>
                  <a:cubicBezTo>
                    <a:pt x="2" y="13"/>
                    <a:pt x="3" y="13"/>
                    <a:pt x="5"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91"/>
            <p:cNvSpPr>
              <a:spLocks/>
            </p:cNvSpPr>
            <p:nvPr/>
          </p:nvSpPr>
          <p:spPr bwMode="auto">
            <a:xfrm>
              <a:off x="3465513" y="1001713"/>
              <a:ext cx="28575" cy="17462"/>
            </a:xfrm>
            <a:custGeom>
              <a:avLst/>
              <a:gdLst>
                <a:gd name="T0" fmla="*/ 5 w 20"/>
                <a:gd name="T1" fmla="*/ 13 h 13"/>
                <a:gd name="T2" fmla="*/ 10 w 20"/>
                <a:gd name="T3" fmla="*/ 12 h 13"/>
                <a:gd name="T4" fmla="*/ 16 w 20"/>
                <a:gd name="T5" fmla="*/ 11 h 13"/>
                <a:gd name="T6" fmla="*/ 19 w 20"/>
                <a:gd name="T7" fmla="*/ 7 h 13"/>
                <a:gd name="T8" fmla="*/ 18 w 20"/>
                <a:gd name="T9" fmla="*/ 4 h 13"/>
                <a:gd name="T10" fmla="*/ 15 w 20"/>
                <a:gd name="T11" fmla="*/ 2 h 13"/>
                <a:gd name="T12" fmla="*/ 14 w 20"/>
                <a:gd name="T13" fmla="*/ 2 h 13"/>
                <a:gd name="T14" fmla="*/ 7 w 20"/>
                <a:gd name="T15" fmla="*/ 0 h 13"/>
                <a:gd name="T16" fmla="*/ 3 w 20"/>
                <a:gd name="T17" fmla="*/ 0 h 13"/>
                <a:gd name="T18" fmla="*/ 1 w 20"/>
                <a:gd name="T19" fmla="*/ 5 h 13"/>
                <a:gd name="T20" fmla="*/ 1 w 20"/>
                <a:gd name="T21" fmla="*/ 10 h 13"/>
                <a:gd name="T22" fmla="*/ 5 w 20"/>
                <a:gd name="T23"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3">
                  <a:moveTo>
                    <a:pt x="5" y="13"/>
                  </a:moveTo>
                  <a:cubicBezTo>
                    <a:pt x="6" y="13"/>
                    <a:pt x="8" y="13"/>
                    <a:pt x="10" y="12"/>
                  </a:cubicBezTo>
                  <a:cubicBezTo>
                    <a:pt x="13" y="12"/>
                    <a:pt x="15" y="11"/>
                    <a:pt x="16" y="11"/>
                  </a:cubicBezTo>
                  <a:cubicBezTo>
                    <a:pt x="18" y="10"/>
                    <a:pt x="19" y="9"/>
                    <a:pt x="19" y="7"/>
                  </a:cubicBezTo>
                  <a:cubicBezTo>
                    <a:pt x="20" y="6"/>
                    <a:pt x="19" y="5"/>
                    <a:pt x="18" y="4"/>
                  </a:cubicBezTo>
                  <a:cubicBezTo>
                    <a:pt x="17" y="3"/>
                    <a:pt x="16" y="3"/>
                    <a:pt x="15" y="2"/>
                  </a:cubicBezTo>
                  <a:cubicBezTo>
                    <a:pt x="15" y="2"/>
                    <a:pt x="14" y="2"/>
                    <a:pt x="14" y="2"/>
                  </a:cubicBezTo>
                  <a:cubicBezTo>
                    <a:pt x="11" y="1"/>
                    <a:pt x="8" y="0"/>
                    <a:pt x="7" y="0"/>
                  </a:cubicBezTo>
                  <a:cubicBezTo>
                    <a:pt x="5" y="0"/>
                    <a:pt x="4" y="0"/>
                    <a:pt x="3" y="0"/>
                  </a:cubicBezTo>
                  <a:cubicBezTo>
                    <a:pt x="2" y="1"/>
                    <a:pt x="2" y="2"/>
                    <a:pt x="1" y="5"/>
                  </a:cubicBezTo>
                  <a:cubicBezTo>
                    <a:pt x="0" y="7"/>
                    <a:pt x="0" y="9"/>
                    <a:pt x="1" y="10"/>
                  </a:cubicBezTo>
                  <a:cubicBezTo>
                    <a:pt x="2" y="11"/>
                    <a:pt x="3" y="12"/>
                    <a:pt x="5"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92"/>
            <p:cNvSpPr>
              <a:spLocks/>
            </p:cNvSpPr>
            <p:nvPr/>
          </p:nvSpPr>
          <p:spPr bwMode="auto">
            <a:xfrm>
              <a:off x="3517900" y="1017588"/>
              <a:ext cx="26988" cy="17462"/>
            </a:xfrm>
            <a:custGeom>
              <a:avLst/>
              <a:gdLst>
                <a:gd name="T0" fmla="*/ 5 w 19"/>
                <a:gd name="T1" fmla="*/ 12 h 13"/>
                <a:gd name="T2" fmla="*/ 10 w 19"/>
                <a:gd name="T3" fmla="*/ 13 h 13"/>
                <a:gd name="T4" fmla="*/ 16 w 19"/>
                <a:gd name="T5" fmla="*/ 12 h 13"/>
                <a:gd name="T6" fmla="*/ 19 w 19"/>
                <a:gd name="T7" fmla="*/ 8 h 13"/>
                <a:gd name="T8" fmla="*/ 18 w 19"/>
                <a:gd name="T9" fmla="*/ 6 h 13"/>
                <a:gd name="T10" fmla="*/ 15 w 19"/>
                <a:gd name="T11" fmla="*/ 4 h 13"/>
                <a:gd name="T12" fmla="*/ 14 w 19"/>
                <a:gd name="T13" fmla="*/ 3 h 13"/>
                <a:gd name="T14" fmla="*/ 7 w 19"/>
                <a:gd name="T15" fmla="*/ 1 h 13"/>
                <a:gd name="T16" fmla="*/ 3 w 19"/>
                <a:gd name="T17" fmla="*/ 1 h 13"/>
                <a:gd name="T18" fmla="*/ 1 w 19"/>
                <a:gd name="T19" fmla="*/ 5 h 13"/>
                <a:gd name="T20" fmla="*/ 0 w 19"/>
                <a:gd name="T21" fmla="*/ 10 h 13"/>
                <a:gd name="T22" fmla="*/ 5 w 19"/>
                <a:gd name="T23"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3">
                  <a:moveTo>
                    <a:pt x="5" y="12"/>
                  </a:moveTo>
                  <a:cubicBezTo>
                    <a:pt x="5" y="13"/>
                    <a:pt x="7" y="13"/>
                    <a:pt x="10" y="13"/>
                  </a:cubicBezTo>
                  <a:cubicBezTo>
                    <a:pt x="12" y="12"/>
                    <a:pt x="14" y="12"/>
                    <a:pt x="16" y="12"/>
                  </a:cubicBezTo>
                  <a:cubicBezTo>
                    <a:pt x="17" y="11"/>
                    <a:pt x="18" y="10"/>
                    <a:pt x="19" y="8"/>
                  </a:cubicBezTo>
                  <a:cubicBezTo>
                    <a:pt x="19" y="7"/>
                    <a:pt x="19" y="7"/>
                    <a:pt x="18" y="6"/>
                  </a:cubicBezTo>
                  <a:cubicBezTo>
                    <a:pt x="17" y="5"/>
                    <a:pt x="16" y="4"/>
                    <a:pt x="15" y="4"/>
                  </a:cubicBezTo>
                  <a:cubicBezTo>
                    <a:pt x="15" y="3"/>
                    <a:pt x="14" y="3"/>
                    <a:pt x="14" y="3"/>
                  </a:cubicBezTo>
                  <a:cubicBezTo>
                    <a:pt x="11" y="2"/>
                    <a:pt x="8" y="1"/>
                    <a:pt x="7" y="1"/>
                  </a:cubicBezTo>
                  <a:cubicBezTo>
                    <a:pt x="5" y="0"/>
                    <a:pt x="4" y="0"/>
                    <a:pt x="3" y="1"/>
                  </a:cubicBezTo>
                  <a:cubicBezTo>
                    <a:pt x="2" y="1"/>
                    <a:pt x="2" y="2"/>
                    <a:pt x="1" y="5"/>
                  </a:cubicBezTo>
                  <a:cubicBezTo>
                    <a:pt x="0" y="7"/>
                    <a:pt x="0" y="9"/>
                    <a:pt x="0" y="10"/>
                  </a:cubicBezTo>
                  <a:cubicBezTo>
                    <a:pt x="1" y="11"/>
                    <a:pt x="2" y="12"/>
                    <a:pt x="5"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93"/>
            <p:cNvSpPr>
              <a:spLocks/>
            </p:cNvSpPr>
            <p:nvPr/>
          </p:nvSpPr>
          <p:spPr bwMode="auto">
            <a:xfrm>
              <a:off x="3570288" y="1038225"/>
              <a:ext cx="26988" cy="17462"/>
            </a:xfrm>
            <a:custGeom>
              <a:avLst/>
              <a:gdLst>
                <a:gd name="T0" fmla="*/ 4 w 20"/>
                <a:gd name="T1" fmla="*/ 12 h 12"/>
                <a:gd name="T2" fmla="*/ 10 w 20"/>
                <a:gd name="T3" fmla="*/ 12 h 12"/>
                <a:gd name="T4" fmla="*/ 16 w 20"/>
                <a:gd name="T5" fmla="*/ 12 h 12"/>
                <a:gd name="T6" fmla="*/ 19 w 20"/>
                <a:gd name="T7" fmla="*/ 9 h 12"/>
                <a:gd name="T8" fmla="*/ 18 w 20"/>
                <a:gd name="T9" fmla="*/ 6 h 12"/>
                <a:gd name="T10" fmla="*/ 16 w 20"/>
                <a:gd name="T11" fmla="*/ 4 h 12"/>
                <a:gd name="T12" fmla="*/ 14 w 20"/>
                <a:gd name="T13" fmla="*/ 3 h 12"/>
                <a:gd name="T14" fmla="*/ 7 w 20"/>
                <a:gd name="T15" fmla="*/ 1 h 12"/>
                <a:gd name="T16" fmla="*/ 3 w 20"/>
                <a:gd name="T17" fmla="*/ 0 h 12"/>
                <a:gd name="T18" fmla="*/ 1 w 20"/>
                <a:gd name="T19" fmla="*/ 4 h 12"/>
                <a:gd name="T20" fmla="*/ 0 w 20"/>
                <a:gd name="T21" fmla="*/ 9 h 12"/>
                <a:gd name="T22" fmla="*/ 4 w 20"/>
                <a:gd name="T23"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2">
                  <a:moveTo>
                    <a:pt x="4" y="12"/>
                  </a:moveTo>
                  <a:cubicBezTo>
                    <a:pt x="5" y="12"/>
                    <a:pt x="7" y="12"/>
                    <a:pt x="10" y="12"/>
                  </a:cubicBezTo>
                  <a:cubicBezTo>
                    <a:pt x="12" y="12"/>
                    <a:pt x="14" y="12"/>
                    <a:pt x="16" y="12"/>
                  </a:cubicBezTo>
                  <a:cubicBezTo>
                    <a:pt x="17" y="11"/>
                    <a:pt x="18" y="11"/>
                    <a:pt x="19" y="9"/>
                  </a:cubicBezTo>
                  <a:cubicBezTo>
                    <a:pt x="20" y="8"/>
                    <a:pt x="19" y="7"/>
                    <a:pt x="18" y="6"/>
                  </a:cubicBezTo>
                  <a:cubicBezTo>
                    <a:pt x="17" y="5"/>
                    <a:pt x="16" y="5"/>
                    <a:pt x="16" y="4"/>
                  </a:cubicBezTo>
                  <a:cubicBezTo>
                    <a:pt x="15" y="4"/>
                    <a:pt x="14" y="4"/>
                    <a:pt x="14" y="3"/>
                  </a:cubicBezTo>
                  <a:cubicBezTo>
                    <a:pt x="11" y="2"/>
                    <a:pt x="9" y="1"/>
                    <a:pt x="7" y="1"/>
                  </a:cubicBezTo>
                  <a:cubicBezTo>
                    <a:pt x="5" y="0"/>
                    <a:pt x="4" y="0"/>
                    <a:pt x="3" y="0"/>
                  </a:cubicBezTo>
                  <a:cubicBezTo>
                    <a:pt x="3" y="1"/>
                    <a:pt x="2" y="2"/>
                    <a:pt x="1" y="4"/>
                  </a:cubicBezTo>
                  <a:cubicBezTo>
                    <a:pt x="0" y="6"/>
                    <a:pt x="0" y="8"/>
                    <a:pt x="0" y="9"/>
                  </a:cubicBezTo>
                  <a:cubicBezTo>
                    <a:pt x="1" y="10"/>
                    <a:pt x="2" y="11"/>
                    <a:pt x="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9" name="组合 98"/>
          <p:cNvGrpSpPr/>
          <p:nvPr/>
        </p:nvGrpSpPr>
        <p:grpSpPr>
          <a:xfrm>
            <a:off x="6411913" y="963613"/>
            <a:ext cx="1922462" cy="1657351"/>
            <a:chOff x="519113" y="963613"/>
            <a:chExt cx="1922462" cy="1657351"/>
          </a:xfrm>
          <a:solidFill>
            <a:schemeClr val="tx1">
              <a:lumMod val="65000"/>
              <a:lumOff val="35000"/>
            </a:schemeClr>
          </a:solidFill>
        </p:grpSpPr>
        <p:sp>
          <p:nvSpPr>
            <p:cNvPr id="100" name="Freeform 5"/>
            <p:cNvSpPr>
              <a:spLocks/>
            </p:cNvSpPr>
            <p:nvPr/>
          </p:nvSpPr>
          <p:spPr bwMode="auto">
            <a:xfrm>
              <a:off x="1147763" y="1731963"/>
              <a:ext cx="47625" cy="28575"/>
            </a:xfrm>
            <a:custGeom>
              <a:avLst/>
              <a:gdLst>
                <a:gd name="T0" fmla="*/ 17 w 31"/>
                <a:gd name="T1" fmla="*/ 6 h 19"/>
                <a:gd name="T2" fmla="*/ 0 w 31"/>
                <a:gd name="T3" fmla="*/ 19 h 19"/>
                <a:gd name="T4" fmla="*/ 19 w 31"/>
                <a:gd name="T5" fmla="*/ 11 h 19"/>
                <a:gd name="T6" fmla="*/ 31 w 31"/>
                <a:gd name="T7" fmla="*/ 0 h 19"/>
                <a:gd name="T8" fmla="*/ 28 w 31"/>
                <a:gd name="T9" fmla="*/ 2 h 19"/>
                <a:gd name="T10" fmla="*/ 17 w 31"/>
                <a:gd name="T11" fmla="*/ 6 h 19"/>
              </a:gdLst>
              <a:ahLst/>
              <a:cxnLst>
                <a:cxn ang="0">
                  <a:pos x="T0" y="T1"/>
                </a:cxn>
                <a:cxn ang="0">
                  <a:pos x="T2" y="T3"/>
                </a:cxn>
                <a:cxn ang="0">
                  <a:pos x="T4" y="T5"/>
                </a:cxn>
                <a:cxn ang="0">
                  <a:pos x="T6" y="T7"/>
                </a:cxn>
                <a:cxn ang="0">
                  <a:pos x="T8" y="T9"/>
                </a:cxn>
                <a:cxn ang="0">
                  <a:pos x="T10" y="T11"/>
                </a:cxn>
              </a:cxnLst>
              <a:rect l="0" t="0" r="r" b="b"/>
              <a:pathLst>
                <a:path w="31" h="19">
                  <a:moveTo>
                    <a:pt x="17" y="6"/>
                  </a:moveTo>
                  <a:cubicBezTo>
                    <a:pt x="10" y="11"/>
                    <a:pt x="4" y="15"/>
                    <a:pt x="0" y="19"/>
                  </a:cubicBezTo>
                  <a:cubicBezTo>
                    <a:pt x="6" y="17"/>
                    <a:pt x="12" y="14"/>
                    <a:pt x="19" y="11"/>
                  </a:cubicBezTo>
                  <a:cubicBezTo>
                    <a:pt x="24" y="8"/>
                    <a:pt x="28" y="5"/>
                    <a:pt x="31" y="0"/>
                  </a:cubicBezTo>
                  <a:cubicBezTo>
                    <a:pt x="30" y="1"/>
                    <a:pt x="29" y="1"/>
                    <a:pt x="28" y="2"/>
                  </a:cubicBezTo>
                  <a:cubicBezTo>
                    <a:pt x="25" y="3"/>
                    <a:pt x="21" y="4"/>
                    <a:pt x="17"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6"/>
            <p:cNvSpPr>
              <a:spLocks/>
            </p:cNvSpPr>
            <p:nvPr/>
          </p:nvSpPr>
          <p:spPr bwMode="auto">
            <a:xfrm>
              <a:off x="539751" y="1616076"/>
              <a:ext cx="866775" cy="1004888"/>
            </a:xfrm>
            <a:custGeom>
              <a:avLst/>
              <a:gdLst>
                <a:gd name="T0" fmla="*/ 329 w 557"/>
                <a:gd name="T1" fmla="*/ 99 h 646"/>
                <a:gd name="T2" fmla="*/ 299 w 557"/>
                <a:gd name="T3" fmla="*/ 103 h 646"/>
                <a:gd name="T4" fmla="*/ 186 w 557"/>
                <a:gd name="T5" fmla="*/ 109 h 646"/>
                <a:gd name="T6" fmla="*/ 129 w 557"/>
                <a:gd name="T7" fmla="*/ 108 h 646"/>
                <a:gd name="T8" fmla="*/ 101 w 557"/>
                <a:gd name="T9" fmla="*/ 94 h 646"/>
                <a:gd name="T10" fmla="*/ 91 w 557"/>
                <a:gd name="T11" fmla="*/ 65 h 646"/>
                <a:gd name="T12" fmla="*/ 131 w 557"/>
                <a:gd name="T13" fmla="*/ 28 h 646"/>
                <a:gd name="T14" fmla="*/ 134 w 557"/>
                <a:gd name="T15" fmla="*/ 28 h 646"/>
                <a:gd name="T16" fmla="*/ 134 w 557"/>
                <a:gd name="T17" fmla="*/ 28 h 646"/>
                <a:gd name="T18" fmla="*/ 134 w 557"/>
                <a:gd name="T19" fmla="*/ 28 h 646"/>
                <a:gd name="T20" fmla="*/ 137 w 557"/>
                <a:gd name="T21" fmla="*/ 28 h 646"/>
                <a:gd name="T22" fmla="*/ 148 w 557"/>
                <a:gd name="T23" fmla="*/ 28 h 646"/>
                <a:gd name="T24" fmla="*/ 176 w 557"/>
                <a:gd name="T25" fmla="*/ 29 h 646"/>
                <a:gd name="T26" fmla="*/ 120 w 557"/>
                <a:gd name="T27" fmla="*/ 5 h 646"/>
                <a:gd name="T28" fmla="*/ 60 w 557"/>
                <a:gd name="T29" fmla="*/ 114 h 646"/>
                <a:gd name="T30" fmla="*/ 142 w 557"/>
                <a:gd name="T31" fmla="*/ 322 h 646"/>
                <a:gd name="T32" fmla="*/ 196 w 557"/>
                <a:gd name="T33" fmla="*/ 357 h 646"/>
                <a:gd name="T34" fmla="*/ 196 w 557"/>
                <a:gd name="T35" fmla="*/ 369 h 646"/>
                <a:gd name="T36" fmla="*/ 170 w 557"/>
                <a:gd name="T37" fmla="*/ 462 h 646"/>
                <a:gd name="T38" fmla="*/ 43 w 557"/>
                <a:gd name="T39" fmla="*/ 541 h 646"/>
                <a:gd name="T40" fmla="*/ 8 w 557"/>
                <a:gd name="T41" fmla="*/ 602 h 646"/>
                <a:gd name="T42" fmla="*/ 56 w 557"/>
                <a:gd name="T43" fmla="*/ 639 h 646"/>
                <a:gd name="T44" fmla="*/ 69 w 557"/>
                <a:gd name="T45" fmla="*/ 637 h 646"/>
                <a:gd name="T46" fmla="*/ 69 w 557"/>
                <a:gd name="T47" fmla="*/ 637 h 646"/>
                <a:gd name="T48" fmla="*/ 253 w 557"/>
                <a:gd name="T49" fmla="*/ 518 h 646"/>
                <a:gd name="T50" fmla="*/ 295 w 557"/>
                <a:gd name="T51" fmla="*/ 396 h 646"/>
                <a:gd name="T52" fmla="*/ 322 w 557"/>
                <a:gd name="T53" fmla="*/ 421 h 646"/>
                <a:gd name="T54" fmla="*/ 454 w 557"/>
                <a:gd name="T55" fmla="*/ 609 h 646"/>
                <a:gd name="T56" fmla="*/ 520 w 557"/>
                <a:gd name="T57" fmla="*/ 635 h 646"/>
                <a:gd name="T58" fmla="*/ 546 w 557"/>
                <a:gd name="T59" fmla="*/ 569 h 646"/>
                <a:gd name="T60" fmla="*/ 366 w 557"/>
                <a:gd name="T61" fmla="*/ 326 h 646"/>
                <a:gd name="T62" fmla="*/ 269 w 557"/>
                <a:gd name="T63" fmla="*/ 258 h 646"/>
                <a:gd name="T64" fmla="*/ 210 w 557"/>
                <a:gd name="T65" fmla="*/ 116 h 646"/>
                <a:gd name="T66" fmla="*/ 257 w 557"/>
                <a:gd name="T67" fmla="*/ 120 h 646"/>
                <a:gd name="T68" fmla="*/ 258 w 557"/>
                <a:gd name="T69" fmla="*/ 120 h 646"/>
                <a:gd name="T70" fmla="*/ 337 w 557"/>
                <a:gd name="T71" fmla="*/ 110 h 646"/>
                <a:gd name="T72" fmla="*/ 329 w 557"/>
                <a:gd name="T73" fmla="*/ 100 h 646"/>
                <a:gd name="T74" fmla="*/ 329 w 557"/>
                <a:gd name="T75" fmla="*/ 99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57" h="646">
                  <a:moveTo>
                    <a:pt x="329" y="99"/>
                  </a:moveTo>
                  <a:cubicBezTo>
                    <a:pt x="319" y="101"/>
                    <a:pt x="309" y="102"/>
                    <a:pt x="299" y="103"/>
                  </a:cubicBezTo>
                  <a:cubicBezTo>
                    <a:pt x="265" y="107"/>
                    <a:pt x="227" y="109"/>
                    <a:pt x="186" y="109"/>
                  </a:cubicBezTo>
                  <a:cubicBezTo>
                    <a:pt x="152" y="109"/>
                    <a:pt x="129" y="108"/>
                    <a:pt x="129" y="108"/>
                  </a:cubicBezTo>
                  <a:cubicBezTo>
                    <a:pt x="118" y="107"/>
                    <a:pt x="108" y="102"/>
                    <a:pt x="101" y="94"/>
                  </a:cubicBezTo>
                  <a:cubicBezTo>
                    <a:pt x="94" y="86"/>
                    <a:pt x="91" y="76"/>
                    <a:pt x="91" y="65"/>
                  </a:cubicBezTo>
                  <a:cubicBezTo>
                    <a:pt x="93" y="44"/>
                    <a:pt x="110" y="28"/>
                    <a:pt x="131" y="28"/>
                  </a:cubicBezTo>
                  <a:cubicBezTo>
                    <a:pt x="132" y="28"/>
                    <a:pt x="133" y="28"/>
                    <a:pt x="134" y="28"/>
                  </a:cubicBezTo>
                  <a:cubicBezTo>
                    <a:pt x="134" y="28"/>
                    <a:pt x="134" y="28"/>
                    <a:pt x="134" y="28"/>
                  </a:cubicBezTo>
                  <a:cubicBezTo>
                    <a:pt x="134" y="28"/>
                    <a:pt x="134" y="28"/>
                    <a:pt x="134" y="28"/>
                  </a:cubicBezTo>
                  <a:cubicBezTo>
                    <a:pt x="137" y="28"/>
                    <a:pt x="137" y="28"/>
                    <a:pt x="137" y="28"/>
                  </a:cubicBezTo>
                  <a:cubicBezTo>
                    <a:pt x="140" y="28"/>
                    <a:pt x="143" y="28"/>
                    <a:pt x="148" y="28"/>
                  </a:cubicBezTo>
                  <a:cubicBezTo>
                    <a:pt x="157" y="29"/>
                    <a:pt x="167" y="29"/>
                    <a:pt x="176" y="29"/>
                  </a:cubicBezTo>
                  <a:cubicBezTo>
                    <a:pt x="161" y="11"/>
                    <a:pt x="141" y="0"/>
                    <a:pt x="120" y="5"/>
                  </a:cubicBezTo>
                  <a:cubicBezTo>
                    <a:pt x="86" y="13"/>
                    <a:pt x="51" y="53"/>
                    <a:pt x="60" y="114"/>
                  </a:cubicBezTo>
                  <a:cubicBezTo>
                    <a:pt x="73" y="198"/>
                    <a:pt x="92" y="247"/>
                    <a:pt x="142" y="322"/>
                  </a:cubicBezTo>
                  <a:cubicBezTo>
                    <a:pt x="160" y="344"/>
                    <a:pt x="178" y="354"/>
                    <a:pt x="196" y="357"/>
                  </a:cubicBezTo>
                  <a:cubicBezTo>
                    <a:pt x="196" y="361"/>
                    <a:pt x="196" y="365"/>
                    <a:pt x="196" y="369"/>
                  </a:cubicBezTo>
                  <a:cubicBezTo>
                    <a:pt x="196" y="399"/>
                    <a:pt x="190" y="432"/>
                    <a:pt x="170" y="462"/>
                  </a:cubicBezTo>
                  <a:cubicBezTo>
                    <a:pt x="149" y="491"/>
                    <a:pt x="114" y="521"/>
                    <a:pt x="43" y="541"/>
                  </a:cubicBezTo>
                  <a:cubicBezTo>
                    <a:pt x="16" y="548"/>
                    <a:pt x="0" y="575"/>
                    <a:pt x="8" y="602"/>
                  </a:cubicBezTo>
                  <a:cubicBezTo>
                    <a:pt x="14" y="624"/>
                    <a:pt x="34" y="639"/>
                    <a:pt x="56" y="639"/>
                  </a:cubicBezTo>
                  <a:cubicBezTo>
                    <a:pt x="60" y="639"/>
                    <a:pt x="65" y="639"/>
                    <a:pt x="69" y="637"/>
                  </a:cubicBezTo>
                  <a:cubicBezTo>
                    <a:pt x="69" y="637"/>
                    <a:pt x="69" y="637"/>
                    <a:pt x="69" y="637"/>
                  </a:cubicBezTo>
                  <a:cubicBezTo>
                    <a:pt x="158" y="614"/>
                    <a:pt x="218" y="569"/>
                    <a:pt x="253" y="518"/>
                  </a:cubicBezTo>
                  <a:cubicBezTo>
                    <a:pt x="280" y="477"/>
                    <a:pt x="291" y="434"/>
                    <a:pt x="295" y="396"/>
                  </a:cubicBezTo>
                  <a:cubicBezTo>
                    <a:pt x="304" y="404"/>
                    <a:pt x="313" y="412"/>
                    <a:pt x="322" y="421"/>
                  </a:cubicBezTo>
                  <a:cubicBezTo>
                    <a:pt x="367" y="464"/>
                    <a:pt x="418" y="525"/>
                    <a:pt x="454" y="609"/>
                  </a:cubicBezTo>
                  <a:cubicBezTo>
                    <a:pt x="465" y="634"/>
                    <a:pt x="494" y="646"/>
                    <a:pt x="520" y="635"/>
                  </a:cubicBezTo>
                  <a:cubicBezTo>
                    <a:pt x="545" y="624"/>
                    <a:pt x="557" y="594"/>
                    <a:pt x="546" y="569"/>
                  </a:cubicBezTo>
                  <a:cubicBezTo>
                    <a:pt x="496" y="455"/>
                    <a:pt x="425" y="376"/>
                    <a:pt x="366" y="326"/>
                  </a:cubicBezTo>
                  <a:cubicBezTo>
                    <a:pt x="323" y="289"/>
                    <a:pt x="286" y="267"/>
                    <a:pt x="269" y="258"/>
                  </a:cubicBezTo>
                  <a:cubicBezTo>
                    <a:pt x="241" y="216"/>
                    <a:pt x="224" y="163"/>
                    <a:pt x="210" y="116"/>
                  </a:cubicBezTo>
                  <a:cubicBezTo>
                    <a:pt x="225" y="118"/>
                    <a:pt x="241" y="120"/>
                    <a:pt x="257" y="120"/>
                  </a:cubicBezTo>
                  <a:cubicBezTo>
                    <a:pt x="257" y="120"/>
                    <a:pt x="258" y="120"/>
                    <a:pt x="258" y="120"/>
                  </a:cubicBezTo>
                  <a:cubicBezTo>
                    <a:pt x="282" y="120"/>
                    <a:pt x="309" y="117"/>
                    <a:pt x="337" y="110"/>
                  </a:cubicBezTo>
                  <a:cubicBezTo>
                    <a:pt x="329" y="100"/>
                    <a:pt x="329" y="100"/>
                    <a:pt x="329" y="100"/>
                  </a:cubicBezTo>
                  <a:cubicBezTo>
                    <a:pt x="329" y="100"/>
                    <a:pt x="329" y="100"/>
                    <a:pt x="329"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7"/>
            <p:cNvSpPr>
              <a:spLocks/>
            </p:cNvSpPr>
            <p:nvPr/>
          </p:nvSpPr>
          <p:spPr bwMode="auto">
            <a:xfrm>
              <a:off x="1216025" y="1295401"/>
              <a:ext cx="454025" cy="390525"/>
            </a:xfrm>
            <a:custGeom>
              <a:avLst/>
              <a:gdLst>
                <a:gd name="T0" fmla="*/ 6 w 292"/>
                <a:gd name="T1" fmla="*/ 230 h 252"/>
                <a:gd name="T2" fmla="*/ 8 w 292"/>
                <a:gd name="T3" fmla="*/ 252 h 252"/>
                <a:gd name="T4" fmla="*/ 284 w 292"/>
                <a:gd name="T5" fmla="*/ 46 h 252"/>
                <a:gd name="T6" fmla="*/ 284 w 292"/>
                <a:gd name="T7" fmla="*/ 46 h 252"/>
                <a:gd name="T8" fmla="*/ 288 w 292"/>
                <a:gd name="T9" fmla="*/ 43 h 252"/>
                <a:gd name="T10" fmla="*/ 288 w 292"/>
                <a:gd name="T11" fmla="*/ 30 h 252"/>
                <a:gd name="T12" fmla="*/ 269 w 292"/>
                <a:gd name="T13" fmla="*/ 6 h 252"/>
                <a:gd name="T14" fmla="*/ 255 w 292"/>
                <a:gd name="T15" fmla="*/ 3 h 252"/>
                <a:gd name="T16" fmla="*/ 252 w 292"/>
                <a:gd name="T17" fmla="*/ 6 h 252"/>
                <a:gd name="T18" fmla="*/ 252 w 292"/>
                <a:gd name="T19" fmla="*/ 6 h 252"/>
                <a:gd name="T20" fmla="*/ 0 w 292"/>
                <a:gd name="T21" fmla="*/ 220 h 252"/>
                <a:gd name="T22" fmla="*/ 6 w 292"/>
                <a:gd name="T23" fmla="*/ 230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2" h="252">
                  <a:moveTo>
                    <a:pt x="6" y="230"/>
                  </a:moveTo>
                  <a:cubicBezTo>
                    <a:pt x="9" y="237"/>
                    <a:pt x="9" y="245"/>
                    <a:pt x="8" y="252"/>
                  </a:cubicBezTo>
                  <a:cubicBezTo>
                    <a:pt x="80" y="202"/>
                    <a:pt x="194" y="125"/>
                    <a:pt x="284" y="46"/>
                  </a:cubicBezTo>
                  <a:cubicBezTo>
                    <a:pt x="284" y="46"/>
                    <a:pt x="284" y="46"/>
                    <a:pt x="284" y="46"/>
                  </a:cubicBezTo>
                  <a:cubicBezTo>
                    <a:pt x="288" y="43"/>
                    <a:pt x="288" y="43"/>
                    <a:pt x="288" y="43"/>
                  </a:cubicBezTo>
                  <a:cubicBezTo>
                    <a:pt x="291" y="40"/>
                    <a:pt x="292" y="34"/>
                    <a:pt x="288" y="30"/>
                  </a:cubicBezTo>
                  <a:cubicBezTo>
                    <a:pt x="269" y="6"/>
                    <a:pt x="269" y="6"/>
                    <a:pt x="269" y="6"/>
                  </a:cubicBezTo>
                  <a:cubicBezTo>
                    <a:pt x="265" y="1"/>
                    <a:pt x="259" y="0"/>
                    <a:pt x="255" y="3"/>
                  </a:cubicBezTo>
                  <a:cubicBezTo>
                    <a:pt x="252" y="6"/>
                    <a:pt x="252" y="6"/>
                    <a:pt x="252" y="6"/>
                  </a:cubicBezTo>
                  <a:cubicBezTo>
                    <a:pt x="252" y="6"/>
                    <a:pt x="252" y="6"/>
                    <a:pt x="252" y="6"/>
                  </a:cubicBezTo>
                  <a:cubicBezTo>
                    <a:pt x="160" y="73"/>
                    <a:pt x="65" y="161"/>
                    <a:pt x="0" y="220"/>
                  </a:cubicBezTo>
                  <a:cubicBezTo>
                    <a:pt x="2" y="223"/>
                    <a:pt x="4" y="227"/>
                    <a:pt x="6"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8"/>
            <p:cNvSpPr>
              <a:spLocks/>
            </p:cNvSpPr>
            <p:nvPr/>
          </p:nvSpPr>
          <p:spPr bwMode="auto">
            <a:xfrm>
              <a:off x="1063625" y="1752601"/>
              <a:ext cx="74612" cy="53975"/>
            </a:xfrm>
            <a:custGeom>
              <a:avLst/>
              <a:gdLst>
                <a:gd name="T0" fmla="*/ 16 w 48"/>
                <a:gd name="T1" fmla="*/ 30 h 35"/>
                <a:gd name="T2" fmla="*/ 29 w 48"/>
                <a:gd name="T3" fmla="*/ 32 h 35"/>
                <a:gd name="T4" fmla="*/ 33 w 48"/>
                <a:gd name="T5" fmla="*/ 29 h 35"/>
                <a:gd name="T6" fmla="*/ 36 w 48"/>
                <a:gd name="T7" fmla="*/ 21 h 35"/>
                <a:gd name="T8" fmla="*/ 45 w 48"/>
                <a:gd name="T9" fmla="*/ 3 h 35"/>
                <a:gd name="T10" fmla="*/ 48 w 48"/>
                <a:gd name="T11" fmla="*/ 0 h 35"/>
                <a:gd name="T12" fmla="*/ 0 w 48"/>
                <a:gd name="T13" fmla="*/ 11 h 35"/>
                <a:gd name="T14" fmla="*/ 16 w 48"/>
                <a:gd name="T15" fmla="*/ 30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 h="35">
                  <a:moveTo>
                    <a:pt x="16" y="30"/>
                  </a:moveTo>
                  <a:cubicBezTo>
                    <a:pt x="19" y="34"/>
                    <a:pt x="25" y="35"/>
                    <a:pt x="29" y="32"/>
                  </a:cubicBezTo>
                  <a:cubicBezTo>
                    <a:pt x="33" y="29"/>
                    <a:pt x="33" y="29"/>
                    <a:pt x="33" y="29"/>
                  </a:cubicBezTo>
                  <a:cubicBezTo>
                    <a:pt x="35" y="27"/>
                    <a:pt x="36" y="24"/>
                    <a:pt x="36" y="21"/>
                  </a:cubicBezTo>
                  <a:cubicBezTo>
                    <a:pt x="35" y="16"/>
                    <a:pt x="37" y="9"/>
                    <a:pt x="45" y="3"/>
                  </a:cubicBezTo>
                  <a:cubicBezTo>
                    <a:pt x="46" y="2"/>
                    <a:pt x="47" y="1"/>
                    <a:pt x="48" y="0"/>
                  </a:cubicBezTo>
                  <a:cubicBezTo>
                    <a:pt x="34" y="4"/>
                    <a:pt x="18" y="8"/>
                    <a:pt x="0" y="11"/>
                  </a:cubicBezTo>
                  <a:lnTo>
                    <a:pt x="16"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9"/>
            <p:cNvSpPr>
              <a:spLocks/>
            </p:cNvSpPr>
            <p:nvPr/>
          </p:nvSpPr>
          <p:spPr bwMode="auto">
            <a:xfrm>
              <a:off x="692150" y="1619251"/>
              <a:ext cx="531812" cy="153988"/>
            </a:xfrm>
            <a:custGeom>
              <a:avLst/>
              <a:gdLst>
                <a:gd name="T0" fmla="*/ 50 w 342"/>
                <a:gd name="T1" fmla="*/ 34 h 99"/>
                <a:gd name="T2" fmla="*/ 39 w 342"/>
                <a:gd name="T3" fmla="*/ 34 h 99"/>
                <a:gd name="T4" fmla="*/ 35 w 342"/>
                <a:gd name="T5" fmla="*/ 34 h 99"/>
                <a:gd name="T6" fmla="*/ 1 w 342"/>
                <a:gd name="T7" fmla="*/ 64 h 99"/>
                <a:gd name="T8" fmla="*/ 31 w 342"/>
                <a:gd name="T9" fmla="*/ 98 h 99"/>
                <a:gd name="T10" fmla="*/ 31 w 342"/>
                <a:gd name="T11" fmla="*/ 98 h 99"/>
                <a:gd name="T12" fmla="*/ 88 w 342"/>
                <a:gd name="T13" fmla="*/ 99 h 99"/>
                <a:gd name="T14" fmla="*/ 200 w 342"/>
                <a:gd name="T15" fmla="*/ 93 h 99"/>
                <a:gd name="T16" fmla="*/ 318 w 342"/>
                <a:gd name="T17" fmla="*/ 66 h 99"/>
                <a:gd name="T18" fmla="*/ 335 w 342"/>
                <a:gd name="T19" fmla="*/ 24 h 99"/>
                <a:gd name="T20" fmla="*/ 294 w 342"/>
                <a:gd name="T21" fmla="*/ 7 h 99"/>
                <a:gd name="T22" fmla="*/ 193 w 342"/>
                <a:gd name="T23" fmla="*/ 30 h 99"/>
                <a:gd name="T24" fmla="*/ 88 w 342"/>
                <a:gd name="T25" fmla="*/ 35 h 99"/>
                <a:gd name="T26" fmla="*/ 50 w 342"/>
                <a:gd name="T27" fmla="*/ 34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2" h="99">
                  <a:moveTo>
                    <a:pt x="50" y="34"/>
                  </a:moveTo>
                  <a:cubicBezTo>
                    <a:pt x="45" y="34"/>
                    <a:pt x="41" y="34"/>
                    <a:pt x="39" y="34"/>
                  </a:cubicBezTo>
                  <a:cubicBezTo>
                    <a:pt x="36" y="34"/>
                    <a:pt x="35" y="34"/>
                    <a:pt x="35" y="34"/>
                  </a:cubicBezTo>
                  <a:cubicBezTo>
                    <a:pt x="17" y="33"/>
                    <a:pt x="2" y="46"/>
                    <a:pt x="1" y="64"/>
                  </a:cubicBezTo>
                  <a:cubicBezTo>
                    <a:pt x="0" y="81"/>
                    <a:pt x="14" y="96"/>
                    <a:pt x="31" y="98"/>
                  </a:cubicBezTo>
                  <a:cubicBezTo>
                    <a:pt x="31" y="98"/>
                    <a:pt x="31" y="98"/>
                    <a:pt x="31" y="98"/>
                  </a:cubicBezTo>
                  <a:cubicBezTo>
                    <a:pt x="32" y="98"/>
                    <a:pt x="54" y="99"/>
                    <a:pt x="88" y="99"/>
                  </a:cubicBezTo>
                  <a:cubicBezTo>
                    <a:pt x="119" y="99"/>
                    <a:pt x="159" y="98"/>
                    <a:pt x="200" y="93"/>
                  </a:cubicBezTo>
                  <a:cubicBezTo>
                    <a:pt x="241" y="89"/>
                    <a:pt x="282" y="81"/>
                    <a:pt x="318" y="66"/>
                  </a:cubicBezTo>
                  <a:cubicBezTo>
                    <a:pt x="334" y="59"/>
                    <a:pt x="342" y="41"/>
                    <a:pt x="335" y="24"/>
                  </a:cubicBezTo>
                  <a:cubicBezTo>
                    <a:pt x="329" y="8"/>
                    <a:pt x="310" y="0"/>
                    <a:pt x="294" y="7"/>
                  </a:cubicBezTo>
                  <a:cubicBezTo>
                    <a:pt x="267" y="18"/>
                    <a:pt x="230" y="26"/>
                    <a:pt x="193" y="30"/>
                  </a:cubicBezTo>
                  <a:cubicBezTo>
                    <a:pt x="155" y="34"/>
                    <a:pt x="117" y="35"/>
                    <a:pt x="88" y="35"/>
                  </a:cubicBezTo>
                  <a:cubicBezTo>
                    <a:pt x="72" y="35"/>
                    <a:pt x="59" y="35"/>
                    <a:pt x="50"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10"/>
            <p:cNvSpPr>
              <a:spLocks/>
            </p:cNvSpPr>
            <p:nvPr/>
          </p:nvSpPr>
          <p:spPr bwMode="auto">
            <a:xfrm>
              <a:off x="519113" y="1304926"/>
              <a:ext cx="320675" cy="320675"/>
            </a:xfrm>
            <a:custGeom>
              <a:avLst/>
              <a:gdLst>
                <a:gd name="T0" fmla="*/ 63 w 206"/>
                <a:gd name="T1" fmla="*/ 184 h 206"/>
                <a:gd name="T2" fmla="*/ 184 w 206"/>
                <a:gd name="T3" fmla="*/ 143 h 206"/>
                <a:gd name="T4" fmla="*/ 143 w 206"/>
                <a:gd name="T5" fmla="*/ 22 h 206"/>
                <a:gd name="T6" fmla="*/ 22 w 206"/>
                <a:gd name="T7" fmla="*/ 63 h 206"/>
                <a:gd name="T8" fmla="*/ 63 w 206"/>
                <a:gd name="T9" fmla="*/ 184 h 206"/>
              </a:gdLst>
              <a:ahLst/>
              <a:cxnLst>
                <a:cxn ang="0">
                  <a:pos x="T0" y="T1"/>
                </a:cxn>
                <a:cxn ang="0">
                  <a:pos x="T2" y="T3"/>
                </a:cxn>
                <a:cxn ang="0">
                  <a:pos x="T4" y="T5"/>
                </a:cxn>
                <a:cxn ang="0">
                  <a:pos x="T6" y="T7"/>
                </a:cxn>
                <a:cxn ang="0">
                  <a:pos x="T8" y="T9"/>
                </a:cxn>
              </a:cxnLst>
              <a:rect l="0" t="0" r="r" b="b"/>
              <a:pathLst>
                <a:path w="206" h="206">
                  <a:moveTo>
                    <a:pt x="63" y="184"/>
                  </a:moveTo>
                  <a:cubicBezTo>
                    <a:pt x="107" y="206"/>
                    <a:pt x="161" y="188"/>
                    <a:pt x="184" y="143"/>
                  </a:cubicBezTo>
                  <a:cubicBezTo>
                    <a:pt x="206" y="98"/>
                    <a:pt x="187" y="44"/>
                    <a:pt x="143" y="22"/>
                  </a:cubicBezTo>
                  <a:cubicBezTo>
                    <a:pt x="98" y="0"/>
                    <a:pt x="44" y="19"/>
                    <a:pt x="22" y="63"/>
                  </a:cubicBezTo>
                  <a:cubicBezTo>
                    <a:pt x="0" y="108"/>
                    <a:pt x="18" y="162"/>
                    <a:pt x="63" y="1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11"/>
            <p:cNvSpPr>
              <a:spLocks noEditPoints="1"/>
            </p:cNvSpPr>
            <p:nvPr/>
          </p:nvSpPr>
          <p:spPr bwMode="auto">
            <a:xfrm>
              <a:off x="1290638" y="963613"/>
              <a:ext cx="1150937" cy="885825"/>
            </a:xfrm>
            <a:custGeom>
              <a:avLst/>
              <a:gdLst>
                <a:gd name="T0" fmla="*/ 10 w 740"/>
                <a:gd name="T1" fmla="*/ 220 h 570"/>
                <a:gd name="T2" fmla="*/ 20 w 740"/>
                <a:gd name="T3" fmla="*/ 210 h 570"/>
                <a:gd name="T4" fmla="*/ 20 w 740"/>
                <a:gd name="T5" fmla="*/ 20 h 570"/>
                <a:gd name="T6" fmla="*/ 360 w 740"/>
                <a:gd name="T7" fmla="*/ 20 h 570"/>
                <a:gd name="T8" fmla="*/ 360 w 740"/>
                <a:gd name="T9" fmla="*/ 550 h 570"/>
                <a:gd name="T10" fmla="*/ 160 w 740"/>
                <a:gd name="T11" fmla="*/ 550 h 570"/>
                <a:gd name="T12" fmla="*/ 150 w 740"/>
                <a:gd name="T13" fmla="*/ 560 h 570"/>
                <a:gd name="T14" fmla="*/ 160 w 740"/>
                <a:gd name="T15" fmla="*/ 570 h 570"/>
                <a:gd name="T16" fmla="*/ 370 w 740"/>
                <a:gd name="T17" fmla="*/ 570 h 570"/>
                <a:gd name="T18" fmla="*/ 370 w 740"/>
                <a:gd name="T19" fmla="*/ 570 h 570"/>
                <a:gd name="T20" fmla="*/ 370 w 740"/>
                <a:gd name="T21" fmla="*/ 570 h 570"/>
                <a:gd name="T22" fmla="*/ 730 w 740"/>
                <a:gd name="T23" fmla="*/ 570 h 570"/>
                <a:gd name="T24" fmla="*/ 737 w 740"/>
                <a:gd name="T25" fmla="*/ 567 h 570"/>
                <a:gd name="T26" fmla="*/ 740 w 740"/>
                <a:gd name="T27" fmla="*/ 560 h 570"/>
                <a:gd name="T28" fmla="*/ 740 w 740"/>
                <a:gd name="T29" fmla="*/ 10 h 570"/>
                <a:gd name="T30" fmla="*/ 730 w 740"/>
                <a:gd name="T31" fmla="*/ 0 h 570"/>
                <a:gd name="T32" fmla="*/ 370 w 740"/>
                <a:gd name="T33" fmla="*/ 0 h 570"/>
                <a:gd name="T34" fmla="*/ 370 w 740"/>
                <a:gd name="T35" fmla="*/ 0 h 570"/>
                <a:gd name="T36" fmla="*/ 370 w 740"/>
                <a:gd name="T37" fmla="*/ 0 h 570"/>
                <a:gd name="T38" fmla="*/ 10 w 740"/>
                <a:gd name="T39" fmla="*/ 0 h 570"/>
                <a:gd name="T40" fmla="*/ 3 w 740"/>
                <a:gd name="T41" fmla="*/ 3 h 570"/>
                <a:gd name="T42" fmla="*/ 0 w 740"/>
                <a:gd name="T43" fmla="*/ 10 h 570"/>
                <a:gd name="T44" fmla="*/ 0 w 740"/>
                <a:gd name="T45" fmla="*/ 210 h 570"/>
                <a:gd name="T46" fmla="*/ 10 w 740"/>
                <a:gd name="T47" fmla="*/ 220 h 570"/>
                <a:gd name="T48" fmla="*/ 380 w 740"/>
                <a:gd name="T49" fmla="*/ 550 h 570"/>
                <a:gd name="T50" fmla="*/ 380 w 740"/>
                <a:gd name="T51" fmla="*/ 20 h 570"/>
                <a:gd name="T52" fmla="*/ 720 w 740"/>
                <a:gd name="T53" fmla="*/ 20 h 570"/>
                <a:gd name="T54" fmla="*/ 720 w 740"/>
                <a:gd name="T55" fmla="*/ 550 h 570"/>
                <a:gd name="T56" fmla="*/ 380 w 740"/>
                <a:gd name="T57" fmla="*/ 550 h 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40" h="570">
                  <a:moveTo>
                    <a:pt x="10" y="220"/>
                  </a:moveTo>
                  <a:cubicBezTo>
                    <a:pt x="16" y="220"/>
                    <a:pt x="20" y="215"/>
                    <a:pt x="20" y="210"/>
                  </a:cubicBezTo>
                  <a:cubicBezTo>
                    <a:pt x="20" y="20"/>
                    <a:pt x="20" y="20"/>
                    <a:pt x="20" y="20"/>
                  </a:cubicBezTo>
                  <a:cubicBezTo>
                    <a:pt x="360" y="20"/>
                    <a:pt x="360" y="20"/>
                    <a:pt x="360" y="20"/>
                  </a:cubicBezTo>
                  <a:cubicBezTo>
                    <a:pt x="360" y="550"/>
                    <a:pt x="360" y="550"/>
                    <a:pt x="360" y="550"/>
                  </a:cubicBezTo>
                  <a:cubicBezTo>
                    <a:pt x="160" y="550"/>
                    <a:pt x="160" y="550"/>
                    <a:pt x="160" y="550"/>
                  </a:cubicBezTo>
                  <a:cubicBezTo>
                    <a:pt x="154" y="550"/>
                    <a:pt x="150" y="554"/>
                    <a:pt x="150" y="560"/>
                  </a:cubicBezTo>
                  <a:cubicBezTo>
                    <a:pt x="150" y="565"/>
                    <a:pt x="154" y="570"/>
                    <a:pt x="160" y="570"/>
                  </a:cubicBezTo>
                  <a:cubicBezTo>
                    <a:pt x="370" y="570"/>
                    <a:pt x="370" y="570"/>
                    <a:pt x="370" y="570"/>
                  </a:cubicBezTo>
                  <a:cubicBezTo>
                    <a:pt x="370" y="570"/>
                    <a:pt x="370" y="570"/>
                    <a:pt x="370" y="570"/>
                  </a:cubicBezTo>
                  <a:cubicBezTo>
                    <a:pt x="370" y="570"/>
                    <a:pt x="370" y="570"/>
                    <a:pt x="370" y="570"/>
                  </a:cubicBezTo>
                  <a:cubicBezTo>
                    <a:pt x="730" y="570"/>
                    <a:pt x="730" y="570"/>
                    <a:pt x="730" y="570"/>
                  </a:cubicBezTo>
                  <a:cubicBezTo>
                    <a:pt x="733" y="570"/>
                    <a:pt x="735" y="569"/>
                    <a:pt x="737" y="567"/>
                  </a:cubicBezTo>
                  <a:cubicBezTo>
                    <a:pt x="739" y="565"/>
                    <a:pt x="740" y="562"/>
                    <a:pt x="740" y="560"/>
                  </a:cubicBezTo>
                  <a:cubicBezTo>
                    <a:pt x="740" y="10"/>
                    <a:pt x="740" y="10"/>
                    <a:pt x="740" y="10"/>
                  </a:cubicBezTo>
                  <a:cubicBezTo>
                    <a:pt x="740" y="5"/>
                    <a:pt x="736" y="0"/>
                    <a:pt x="730" y="0"/>
                  </a:cubicBezTo>
                  <a:cubicBezTo>
                    <a:pt x="370" y="0"/>
                    <a:pt x="370" y="0"/>
                    <a:pt x="370" y="0"/>
                  </a:cubicBezTo>
                  <a:cubicBezTo>
                    <a:pt x="370" y="0"/>
                    <a:pt x="370" y="0"/>
                    <a:pt x="370" y="0"/>
                  </a:cubicBezTo>
                  <a:cubicBezTo>
                    <a:pt x="370" y="0"/>
                    <a:pt x="370" y="0"/>
                    <a:pt x="370" y="0"/>
                  </a:cubicBezTo>
                  <a:cubicBezTo>
                    <a:pt x="10" y="0"/>
                    <a:pt x="10" y="0"/>
                    <a:pt x="10" y="0"/>
                  </a:cubicBezTo>
                  <a:cubicBezTo>
                    <a:pt x="7" y="0"/>
                    <a:pt x="5" y="1"/>
                    <a:pt x="3" y="3"/>
                  </a:cubicBezTo>
                  <a:cubicBezTo>
                    <a:pt x="1" y="5"/>
                    <a:pt x="0" y="7"/>
                    <a:pt x="0" y="10"/>
                  </a:cubicBezTo>
                  <a:cubicBezTo>
                    <a:pt x="0" y="210"/>
                    <a:pt x="0" y="210"/>
                    <a:pt x="0" y="210"/>
                  </a:cubicBezTo>
                  <a:cubicBezTo>
                    <a:pt x="0" y="215"/>
                    <a:pt x="4" y="220"/>
                    <a:pt x="10" y="220"/>
                  </a:cubicBezTo>
                  <a:close/>
                  <a:moveTo>
                    <a:pt x="380" y="550"/>
                  </a:moveTo>
                  <a:cubicBezTo>
                    <a:pt x="380" y="20"/>
                    <a:pt x="380" y="20"/>
                    <a:pt x="380" y="20"/>
                  </a:cubicBezTo>
                  <a:cubicBezTo>
                    <a:pt x="720" y="20"/>
                    <a:pt x="720" y="20"/>
                    <a:pt x="720" y="20"/>
                  </a:cubicBezTo>
                  <a:cubicBezTo>
                    <a:pt x="720" y="550"/>
                    <a:pt x="720" y="550"/>
                    <a:pt x="720" y="550"/>
                  </a:cubicBezTo>
                  <a:lnTo>
                    <a:pt x="380" y="5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12"/>
            <p:cNvSpPr>
              <a:spLocks/>
            </p:cNvSpPr>
            <p:nvPr/>
          </p:nvSpPr>
          <p:spPr bwMode="auto">
            <a:xfrm>
              <a:off x="2081213" y="1316038"/>
              <a:ext cx="93662" cy="95250"/>
            </a:xfrm>
            <a:custGeom>
              <a:avLst/>
              <a:gdLst>
                <a:gd name="T0" fmla="*/ 5 w 61"/>
                <a:gd name="T1" fmla="*/ 61 h 61"/>
                <a:gd name="T2" fmla="*/ 8 w 61"/>
                <a:gd name="T3" fmla="*/ 60 h 61"/>
                <a:gd name="T4" fmla="*/ 60 w 61"/>
                <a:gd name="T5" fmla="*/ 7 h 61"/>
                <a:gd name="T6" fmla="*/ 60 w 61"/>
                <a:gd name="T7" fmla="*/ 2 h 61"/>
                <a:gd name="T8" fmla="*/ 54 w 61"/>
                <a:gd name="T9" fmla="*/ 2 h 61"/>
                <a:gd name="T10" fmla="*/ 2 w 61"/>
                <a:gd name="T11" fmla="*/ 54 h 61"/>
                <a:gd name="T12" fmla="*/ 2 w 61"/>
                <a:gd name="T13" fmla="*/ 60 h 61"/>
                <a:gd name="T14" fmla="*/ 5 w 61"/>
                <a:gd name="T15" fmla="*/ 61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61">
                  <a:moveTo>
                    <a:pt x="5" y="61"/>
                  </a:moveTo>
                  <a:cubicBezTo>
                    <a:pt x="6" y="61"/>
                    <a:pt x="7" y="60"/>
                    <a:pt x="8" y="60"/>
                  </a:cubicBezTo>
                  <a:cubicBezTo>
                    <a:pt x="60" y="7"/>
                    <a:pt x="60" y="7"/>
                    <a:pt x="60" y="7"/>
                  </a:cubicBezTo>
                  <a:cubicBezTo>
                    <a:pt x="61" y="6"/>
                    <a:pt x="61" y="3"/>
                    <a:pt x="60" y="2"/>
                  </a:cubicBezTo>
                  <a:cubicBezTo>
                    <a:pt x="58" y="0"/>
                    <a:pt x="56" y="0"/>
                    <a:pt x="54" y="2"/>
                  </a:cubicBezTo>
                  <a:cubicBezTo>
                    <a:pt x="2" y="54"/>
                    <a:pt x="2" y="54"/>
                    <a:pt x="2" y="54"/>
                  </a:cubicBezTo>
                  <a:cubicBezTo>
                    <a:pt x="0" y="56"/>
                    <a:pt x="0" y="58"/>
                    <a:pt x="2" y="60"/>
                  </a:cubicBezTo>
                  <a:cubicBezTo>
                    <a:pt x="3" y="60"/>
                    <a:pt x="4" y="61"/>
                    <a:pt x="5"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13"/>
            <p:cNvSpPr>
              <a:spLocks/>
            </p:cNvSpPr>
            <p:nvPr/>
          </p:nvSpPr>
          <p:spPr bwMode="auto">
            <a:xfrm>
              <a:off x="2128838" y="1365251"/>
              <a:ext cx="95250" cy="92075"/>
            </a:xfrm>
            <a:custGeom>
              <a:avLst/>
              <a:gdLst>
                <a:gd name="T0" fmla="*/ 54 w 61"/>
                <a:gd name="T1" fmla="*/ 1 h 60"/>
                <a:gd name="T2" fmla="*/ 2 w 61"/>
                <a:gd name="T3" fmla="*/ 54 h 60"/>
                <a:gd name="T4" fmla="*/ 2 w 61"/>
                <a:gd name="T5" fmla="*/ 59 h 60"/>
                <a:gd name="T6" fmla="*/ 4 w 61"/>
                <a:gd name="T7" fmla="*/ 60 h 60"/>
                <a:gd name="T8" fmla="*/ 7 w 61"/>
                <a:gd name="T9" fmla="*/ 59 h 60"/>
                <a:gd name="T10" fmla="*/ 60 w 61"/>
                <a:gd name="T11" fmla="*/ 7 h 60"/>
                <a:gd name="T12" fmla="*/ 60 w 61"/>
                <a:gd name="T13" fmla="*/ 1 h 60"/>
                <a:gd name="T14" fmla="*/ 54 w 61"/>
                <a:gd name="T15" fmla="*/ 1 h 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60">
                  <a:moveTo>
                    <a:pt x="54" y="1"/>
                  </a:moveTo>
                  <a:cubicBezTo>
                    <a:pt x="2" y="54"/>
                    <a:pt x="2" y="54"/>
                    <a:pt x="2" y="54"/>
                  </a:cubicBezTo>
                  <a:cubicBezTo>
                    <a:pt x="0" y="55"/>
                    <a:pt x="0" y="58"/>
                    <a:pt x="2" y="59"/>
                  </a:cubicBezTo>
                  <a:cubicBezTo>
                    <a:pt x="2" y="60"/>
                    <a:pt x="3" y="60"/>
                    <a:pt x="4" y="60"/>
                  </a:cubicBezTo>
                  <a:cubicBezTo>
                    <a:pt x="5" y="60"/>
                    <a:pt x="6" y="60"/>
                    <a:pt x="7" y="59"/>
                  </a:cubicBezTo>
                  <a:cubicBezTo>
                    <a:pt x="60" y="7"/>
                    <a:pt x="60" y="7"/>
                    <a:pt x="60" y="7"/>
                  </a:cubicBezTo>
                  <a:cubicBezTo>
                    <a:pt x="61" y="5"/>
                    <a:pt x="61" y="3"/>
                    <a:pt x="60" y="1"/>
                  </a:cubicBezTo>
                  <a:cubicBezTo>
                    <a:pt x="58" y="0"/>
                    <a:pt x="55" y="0"/>
                    <a:pt x="5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14"/>
            <p:cNvSpPr>
              <a:spLocks/>
            </p:cNvSpPr>
            <p:nvPr/>
          </p:nvSpPr>
          <p:spPr bwMode="auto">
            <a:xfrm>
              <a:off x="2051050" y="1287463"/>
              <a:ext cx="206375" cy="204788"/>
            </a:xfrm>
            <a:custGeom>
              <a:avLst/>
              <a:gdLst>
                <a:gd name="T0" fmla="*/ 126 w 133"/>
                <a:gd name="T1" fmla="*/ 1 h 132"/>
                <a:gd name="T2" fmla="*/ 2 w 133"/>
                <a:gd name="T3" fmla="*/ 125 h 132"/>
                <a:gd name="T4" fmla="*/ 2 w 133"/>
                <a:gd name="T5" fmla="*/ 131 h 132"/>
                <a:gd name="T6" fmla="*/ 4 w 133"/>
                <a:gd name="T7" fmla="*/ 132 h 132"/>
                <a:gd name="T8" fmla="*/ 7 w 133"/>
                <a:gd name="T9" fmla="*/ 131 h 132"/>
                <a:gd name="T10" fmla="*/ 131 w 133"/>
                <a:gd name="T11" fmla="*/ 7 h 132"/>
                <a:gd name="T12" fmla="*/ 131 w 133"/>
                <a:gd name="T13" fmla="*/ 1 h 132"/>
                <a:gd name="T14" fmla="*/ 126 w 133"/>
                <a:gd name="T15" fmla="*/ 1 h 1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3" h="132">
                  <a:moveTo>
                    <a:pt x="126" y="1"/>
                  </a:moveTo>
                  <a:cubicBezTo>
                    <a:pt x="2" y="125"/>
                    <a:pt x="2" y="125"/>
                    <a:pt x="2" y="125"/>
                  </a:cubicBezTo>
                  <a:cubicBezTo>
                    <a:pt x="0" y="127"/>
                    <a:pt x="0" y="129"/>
                    <a:pt x="2" y="131"/>
                  </a:cubicBezTo>
                  <a:cubicBezTo>
                    <a:pt x="2" y="132"/>
                    <a:pt x="3" y="132"/>
                    <a:pt x="4" y="132"/>
                  </a:cubicBezTo>
                  <a:cubicBezTo>
                    <a:pt x="5" y="132"/>
                    <a:pt x="6" y="132"/>
                    <a:pt x="7" y="131"/>
                  </a:cubicBezTo>
                  <a:cubicBezTo>
                    <a:pt x="131" y="7"/>
                    <a:pt x="131" y="7"/>
                    <a:pt x="131" y="7"/>
                  </a:cubicBezTo>
                  <a:cubicBezTo>
                    <a:pt x="133" y="5"/>
                    <a:pt x="133" y="3"/>
                    <a:pt x="131" y="1"/>
                  </a:cubicBezTo>
                  <a:cubicBezTo>
                    <a:pt x="130" y="0"/>
                    <a:pt x="127" y="0"/>
                    <a:pt x="126"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15"/>
            <p:cNvSpPr>
              <a:spLocks/>
            </p:cNvSpPr>
            <p:nvPr/>
          </p:nvSpPr>
          <p:spPr bwMode="auto">
            <a:xfrm>
              <a:off x="1344613" y="1146176"/>
              <a:ext cx="457200" cy="468313"/>
            </a:xfrm>
            <a:custGeom>
              <a:avLst/>
              <a:gdLst>
                <a:gd name="T0" fmla="*/ 201 w 294"/>
                <a:gd name="T1" fmla="*/ 222 h 302"/>
                <a:gd name="T2" fmla="*/ 167 w 294"/>
                <a:gd name="T3" fmla="*/ 239 h 302"/>
                <a:gd name="T4" fmla="*/ 162 w 294"/>
                <a:gd name="T5" fmla="*/ 241 h 302"/>
                <a:gd name="T6" fmla="*/ 123 w 294"/>
                <a:gd name="T7" fmla="*/ 246 h 302"/>
                <a:gd name="T8" fmla="*/ 116 w 294"/>
                <a:gd name="T9" fmla="*/ 246 h 302"/>
                <a:gd name="T10" fmla="*/ 94 w 294"/>
                <a:gd name="T11" fmla="*/ 253 h 302"/>
                <a:gd name="T12" fmla="*/ 87 w 294"/>
                <a:gd name="T13" fmla="*/ 257 h 302"/>
                <a:gd name="T14" fmla="*/ 100 w 294"/>
                <a:gd name="T15" fmla="*/ 280 h 302"/>
                <a:gd name="T16" fmla="*/ 119 w 294"/>
                <a:gd name="T17" fmla="*/ 256 h 302"/>
                <a:gd name="T18" fmla="*/ 149 w 294"/>
                <a:gd name="T19" fmla="*/ 302 h 302"/>
                <a:gd name="T20" fmla="*/ 152 w 294"/>
                <a:gd name="T21" fmla="*/ 299 h 302"/>
                <a:gd name="T22" fmla="*/ 200 w 294"/>
                <a:gd name="T23" fmla="*/ 266 h 302"/>
                <a:gd name="T24" fmla="*/ 206 w 294"/>
                <a:gd name="T25" fmla="*/ 263 h 302"/>
                <a:gd name="T26" fmla="*/ 265 w 294"/>
                <a:gd name="T27" fmla="*/ 250 h 302"/>
                <a:gd name="T28" fmla="*/ 270 w 294"/>
                <a:gd name="T29" fmla="*/ 244 h 302"/>
                <a:gd name="T30" fmla="*/ 275 w 294"/>
                <a:gd name="T31" fmla="*/ 180 h 302"/>
                <a:gd name="T32" fmla="*/ 274 w 294"/>
                <a:gd name="T33" fmla="*/ 173 h 302"/>
                <a:gd name="T34" fmla="*/ 292 w 294"/>
                <a:gd name="T35" fmla="*/ 122 h 302"/>
                <a:gd name="T36" fmla="*/ 291 w 294"/>
                <a:gd name="T37" fmla="*/ 115 h 302"/>
                <a:gd name="T38" fmla="*/ 257 w 294"/>
                <a:gd name="T39" fmla="*/ 64 h 302"/>
                <a:gd name="T40" fmla="*/ 253 w 294"/>
                <a:gd name="T41" fmla="*/ 59 h 302"/>
                <a:gd name="T42" fmla="*/ 210 w 294"/>
                <a:gd name="T43" fmla="*/ 8 h 302"/>
                <a:gd name="T44" fmla="*/ 203 w 294"/>
                <a:gd name="T45" fmla="*/ 6 h 302"/>
                <a:gd name="T46" fmla="*/ 154 w 294"/>
                <a:gd name="T47" fmla="*/ 21 h 302"/>
                <a:gd name="T48" fmla="*/ 147 w 294"/>
                <a:gd name="T49" fmla="*/ 22 h 302"/>
                <a:gd name="T50" fmla="*/ 94 w 294"/>
                <a:gd name="T51" fmla="*/ 1 h 302"/>
                <a:gd name="T52" fmla="*/ 87 w 294"/>
                <a:gd name="T53" fmla="*/ 4 h 302"/>
                <a:gd name="T54" fmla="*/ 28 w 294"/>
                <a:gd name="T55" fmla="*/ 89 h 302"/>
                <a:gd name="T56" fmla="*/ 24 w 294"/>
                <a:gd name="T57" fmla="*/ 94 h 302"/>
                <a:gd name="T58" fmla="*/ 4 w 294"/>
                <a:gd name="T59" fmla="*/ 140 h 302"/>
                <a:gd name="T60" fmla="*/ 1 w 294"/>
                <a:gd name="T61" fmla="*/ 147 h 302"/>
                <a:gd name="T62" fmla="*/ 30 w 294"/>
                <a:gd name="T63" fmla="*/ 178 h 302"/>
                <a:gd name="T64" fmla="*/ 31 w 294"/>
                <a:gd name="T65" fmla="*/ 173 h 302"/>
                <a:gd name="T66" fmla="*/ 47 w 294"/>
                <a:gd name="T67" fmla="*/ 146 h 302"/>
                <a:gd name="T68" fmla="*/ 50 w 294"/>
                <a:gd name="T69" fmla="*/ 141 h 302"/>
                <a:gd name="T70" fmla="*/ 91 w 294"/>
                <a:gd name="T71" fmla="*/ 104 h 302"/>
                <a:gd name="T72" fmla="*/ 96 w 294"/>
                <a:gd name="T73" fmla="*/ 99 h 302"/>
                <a:gd name="T74" fmla="*/ 135 w 294"/>
                <a:gd name="T75" fmla="*/ 59 h 302"/>
                <a:gd name="T76" fmla="*/ 142 w 294"/>
                <a:gd name="T77" fmla="*/ 58 h 302"/>
                <a:gd name="T78" fmla="*/ 169 w 294"/>
                <a:gd name="T79" fmla="*/ 53 h 302"/>
                <a:gd name="T80" fmla="*/ 175 w 294"/>
                <a:gd name="T81" fmla="*/ 53 h 302"/>
                <a:gd name="T82" fmla="*/ 213 w 294"/>
                <a:gd name="T83" fmla="*/ 70 h 302"/>
                <a:gd name="T84" fmla="*/ 249 w 294"/>
                <a:gd name="T85" fmla="*/ 68 h 302"/>
                <a:gd name="T86" fmla="*/ 246 w 294"/>
                <a:gd name="T87" fmla="*/ 110 h 302"/>
                <a:gd name="T88" fmla="*/ 242 w 294"/>
                <a:gd name="T89" fmla="*/ 154 h 302"/>
                <a:gd name="T90" fmla="*/ 242 w 294"/>
                <a:gd name="T91" fmla="*/ 161 h 302"/>
                <a:gd name="T92" fmla="*/ 239 w 294"/>
                <a:gd name="T93" fmla="*/ 199 h 302"/>
                <a:gd name="T94" fmla="*/ 257 w 294"/>
                <a:gd name="T95" fmla="*/ 238 h 302"/>
                <a:gd name="T96" fmla="*/ 203 w 294"/>
                <a:gd name="T97" fmla="*/ 219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94" h="302">
                  <a:moveTo>
                    <a:pt x="203" y="219"/>
                  </a:moveTo>
                  <a:cubicBezTo>
                    <a:pt x="202" y="220"/>
                    <a:pt x="202" y="221"/>
                    <a:pt x="201" y="222"/>
                  </a:cubicBezTo>
                  <a:cubicBezTo>
                    <a:pt x="198" y="256"/>
                    <a:pt x="198" y="256"/>
                    <a:pt x="198" y="256"/>
                  </a:cubicBezTo>
                  <a:cubicBezTo>
                    <a:pt x="167" y="239"/>
                    <a:pt x="167" y="239"/>
                    <a:pt x="167" y="239"/>
                  </a:cubicBezTo>
                  <a:cubicBezTo>
                    <a:pt x="166" y="238"/>
                    <a:pt x="165" y="238"/>
                    <a:pt x="164" y="239"/>
                  </a:cubicBezTo>
                  <a:cubicBezTo>
                    <a:pt x="163" y="239"/>
                    <a:pt x="162" y="240"/>
                    <a:pt x="162" y="241"/>
                  </a:cubicBezTo>
                  <a:cubicBezTo>
                    <a:pt x="147" y="288"/>
                    <a:pt x="147" y="288"/>
                    <a:pt x="147" y="288"/>
                  </a:cubicBezTo>
                  <a:cubicBezTo>
                    <a:pt x="123" y="246"/>
                    <a:pt x="123" y="246"/>
                    <a:pt x="123" y="246"/>
                  </a:cubicBezTo>
                  <a:cubicBezTo>
                    <a:pt x="122" y="245"/>
                    <a:pt x="121" y="244"/>
                    <a:pt x="120" y="244"/>
                  </a:cubicBezTo>
                  <a:cubicBezTo>
                    <a:pt x="118" y="244"/>
                    <a:pt x="117" y="245"/>
                    <a:pt x="116" y="246"/>
                  </a:cubicBezTo>
                  <a:cubicBezTo>
                    <a:pt x="101" y="268"/>
                    <a:pt x="101" y="268"/>
                    <a:pt x="101" y="268"/>
                  </a:cubicBezTo>
                  <a:cubicBezTo>
                    <a:pt x="94" y="253"/>
                    <a:pt x="94" y="253"/>
                    <a:pt x="94" y="253"/>
                  </a:cubicBezTo>
                  <a:cubicBezTo>
                    <a:pt x="93" y="251"/>
                    <a:pt x="91" y="251"/>
                    <a:pt x="89" y="251"/>
                  </a:cubicBezTo>
                  <a:cubicBezTo>
                    <a:pt x="87" y="252"/>
                    <a:pt x="86" y="255"/>
                    <a:pt x="87" y="257"/>
                  </a:cubicBezTo>
                  <a:cubicBezTo>
                    <a:pt x="97" y="278"/>
                    <a:pt x="97" y="278"/>
                    <a:pt x="97" y="278"/>
                  </a:cubicBezTo>
                  <a:cubicBezTo>
                    <a:pt x="97" y="279"/>
                    <a:pt x="99" y="280"/>
                    <a:pt x="100" y="280"/>
                  </a:cubicBezTo>
                  <a:cubicBezTo>
                    <a:pt x="102" y="280"/>
                    <a:pt x="103" y="280"/>
                    <a:pt x="104" y="278"/>
                  </a:cubicBezTo>
                  <a:cubicBezTo>
                    <a:pt x="119" y="256"/>
                    <a:pt x="119" y="256"/>
                    <a:pt x="119" y="256"/>
                  </a:cubicBezTo>
                  <a:cubicBezTo>
                    <a:pt x="145" y="300"/>
                    <a:pt x="145" y="300"/>
                    <a:pt x="145" y="300"/>
                  </a:cubicBezTo>
                  <a:cubicBezTo>
                    <a:pt x="146" y="302"/>
                    <a:pt x="147" y="302"/>
                    <a:pt x="149" y="302"/>
                  </a:cubicBezTo>
                  <a:cubicBezTo>
                    <a:pt x="149" y="302"/>
                    <a:pt x="149" y="302"/>
                    <a:pt x="149" y="302"/>
                  </a:cubicBezTo>
                  <a:cubicBezTo>
                    <a:pt x="150" y="302"/>
                    <a:pt x="152" y="301"/>
                    <a:pt x="152" y="299"/>
                  </a:cubicBezTo>
                  <a:cubicBezTo>
                    <a:pt x="168" y="248"/>
                    <a:pt x="168" y="248"/>
                    <a:pt x="168" y="248"/>
                  </a:cubicBezTo>
                  <a:cubicBezTo>
                    <a:pt x="200" y="266"/>
                    <a:pt x="200" y="266"/>
                    <a:pt x="200" y="266"/>
                  </a:cubicBezTo>
                  <a:cubicBezTo>
                    <a:pt x="201" y="266"/>
                    <a:pt x="202" y="266"/>
                    <a:pt x="203" y="266"/>
                  </a:cubicBezTo>
                  <a:cubicBezTo>
                    <a:pt x="205" y="265"/>
                    <a:pt x="205" y="264"/>
                    <a:pt x="206" y="263"/>
                  </a:cubicBezTo>
                  <a:cubicBezTo>
                    <a:pt x="209" y="228"/>
                    <a:pt x="209" y="228"/>
                    <a:pt x="209" y="228"/>
                  </a:cubicBezTo>
                  <a:cubicBezTo>
                    <a:pt x="265" y="250"/>
                    <a:pt x="265" y="250"/>
                    <a:pt x="265" y="250"/>
                  </a:cubicBezTo>
                  <a:cubicBezTo>
                    <a:pt x="266" y="251"/>
                    <a:pt x="268" y="250"/>
                    <a:pt x="269" y="249"/>
                  </a:cubicBezTo>
                  <a:cubicBezTo>
                    <a:pt x="270" y="248"/>
                    <a:pt x="270" y="246"/>
                    <a:pt x="270" y="244"/>
                  </a:cubicBezTo>
                  <a:cubicBezTo>
                    <a:pt x="246" y="203"/>
                    <a:pt x="246" y="203"/>
                    <a:pt x="246" y="203"/>
                  </a:cubicBezTo>
                  <a:cubicBezTo>
                    <a:pt x="275" y="180"/>
                    <a:pt x="275" y="180"/>
                    <a:pt x="275" y="180"/>
                  </a:cubicBezTo>
                  <a:cubicBezTo>
                    <a:pt x="276" y="179"/>
                    <a:pt x="276" y="178"/>
                    <a:pt x="276" y="177"/>
                  </a:cubicBezTo>
                  <a:cubicBezTo>
                    <a:pt x="276" y="175"/>
                    <a:pt x="275" y="174"/>
                    <a:pt x="274" y="173"/>
                  </a:cubicBezTo>
                  <a:cubicBezTo>
                    <a:pt x="251" y="157"/>
                    <a:pt x="251" y="157"/>
                    <a:pt x="251" y="157"/>
                  </a:cubicBezTo>
                  <a:cubicBezTo>
                    <a:pt x="292" y="122"/>
                    <a:pt x="292" y="122"/>
                    <a:pt x="292" y="122"/>
                  </a:cubicBezTo>
                  <a:cubicBezTo>
                    <a:pt x="293" y="121"/>
                    <a:pt x="294" y="119"/>
                    <a:pt x="293" y="118"/>
                  </a:cubicBezTo>
                  <a:cubicBezTo>
                    <a:pt x="293" y="116"/>
                    <a:pt x="292" y="115"/>
                    <a:pt x="291" y="115"/>
                  </a:cubicBezTo>
                  <a:cubicBezTo>
                    <a:pt x="252" y="103"/>
                    <a:pt x="252" y="103"/>
                    <a:pt x="252" y="103"/>
                  </a:cubicBezTo>
                  <a:cubicBezTo>
                    <a:pt x="257" y="64"/>
                    <a:pt x="257" y="64"/>
                    <a:pt x="257" y="64"/>
                  </a:cubicBezTo>
                  <a:cubicBezTo>
                    <a:pt x="257" y="63"/>
                    <a:pt x="257" y="61"/>
                    <a:pt x="256" y="61"/>
                  </a:cubicBezTo>
                  <a:cubicBezTo>
                    <a:pt x="255" y="60"/>
                    <a:pt x="254" y="59"/>
                    <a:pt x="253" y="59"/>
                  </a:cubicBezTo>
                  <a:cubicBezTo>
                    <a:pt x="220" y="65"/>
                    <a:pt x="220" y="65"/>
                    <a:pt x="220" y="65"/>
                  </a:cubicBezTo>
                  <a:cubicBezTo>
                    <a:pt x="210" y="8"/>
                    <a:pt x="210" y="8"/>
                    <a:pt x="210" y="8"/>
                  </a:cubicBezTo>
                  <a:cubicBezTo>
                    <a:pt x="210" y="6"/>
                    <a:pt x="208" y="5"/>
                    <a:pt x="207" y="5"/>
                  </a:cubicBezTo>
                  <a:cubicBezTo>
                    <a:pt x="205" y="4"/>
                    <a:pt x="204" y="5"/>
                    <a:pt x="203" y="6"/>
                  </a:cubicBezTo>
                  <a:cubicBezTo>
                    <a:pt x="172" y="44"/>
                    <a:pt x="172" y="44"/>
                    <a:pt x="172" y="44"/>
                  </a:cubicBezTo>
                  <a:cubicBezTo>
                    <a:pt x="154" y="21"/>
                    <a:pt x="154" y="21"/>
                    <a:pt x="154" y="21"/>
                  </a:cubicBezTo>
                  <a:cubicBezTo>
                    <a:pt x="153" y="20"/>
                    <a:pt x="152" y="19"/>
                    <a:pt x="150" y="20"/>
                  </a:cubicBezTo>
                  <a:cubicBezTo>
                    <a:pt x="149" y="20"/>
                    <a:pt x="148" y="21"/>
                    <a:pt x="147" y="22"/>
                  </a:cubicBezTo>
                  <a:cubicBezTo>
                    <a:pt x="137" y="49"/>
                    <a:pt x="137" y="49"/>
                    <a:pt x="137" y="49"/>
                  </a:cubicBezTo>
                  <a:cubicBezTo>
                    <a:pt x="94" y="1"/>
                    <a:pt x="94" y="1"/>
                    <a:pt x="94" y="1"/>
                  </a:cubicBezTo>
                  <a:cubicBezTo>
                    <a:pt x="92" y="0"/>
                    <a:pt x="91" y="0"/>
                    <a:pt x="89" y="0"/>
                  </a:cubicBezTo>
                  <a:cubicBezTo>
                    <a:pt x="88" y="1"/>
                    <a:pt x="87" y="2"/>
                    <a:pt x="87" y="4"/>
                  </a:cubicBezTo>
                  <a:cubicBezTo>
                    <a:pt x="88" y="95"/>
                    <a:pt x="88" y="95"/>
                    <a:pt x="88" y="95"/>
                  </a:cubicBezTo>
                  <a:cubicBezTo>
                    <a:pt x="28" y="89"/>
                    <a:pt x="28" y="89"/>
                    <a:pt x="28" y="89"/>
                  </a:cubicBezTo>
                  <a:cubicBezTo>
                    <a:pt x="27" y="89"/>
                    <a:pt x="25" y="89"/>
                    <a:pt x="24" y="91"/>
                  </a:cubicBezTo>
                  <a:cubicBezTo>
                    <a:pt x="24" y="92"/>
                    <a:pt x="23" y="93"/>
                    <a:pt x="24" y="94"/>
                  </a:cubicBezTo>
                  <a:cubicBezTo>
                    <a:pt x="41" y="138"/>
                    <a:pt x="41" y="138"/>
                    <a:pt x="41" y="138"/>
                  </a:cubicBezTo>
                  <a:cubicBezTo>
                    <a:pt x="4" y="140"/>
                    <a:pt x="4" y="140"/>
                    <a:pt x="4" y="140"/>
                  </a:cubicBezTo>
                  <a:cubicBezTo>
                    <a:pt x="2" y="141"/>
                    <a:pt x="1" y="141"/>
                    <a:pt x="0" y="143"/>
                  </a:cubicBezTo>
                  <a:cubicBezTo>
                    <a:pt x="0" y="144"/>
                    <a:pt x="0" y="146"/>
                    <a:pt x="1" y="147"/>
                  </a:cubicBezTo>
                  <a:cubicBezTo>
                    <a:pt x="24" y="178"/>
                    <a:pt x="24" y="178"/>
                    <a:pt x="24" y="178"/>
                  </a:cubicBezTo>
                  <a:cubicBezTo>
                    <a:pt x="26" y="179"/>
                    <a:pt x="28" y="180"/>
                    <a:pt x="30" y="178"/>
                  </a:cubicBezTo>
                  <a:cubicBezTo>
                    <a:pt x="32" y="177"/>
                    <a:pt x="32" y="175"/>
                    <a:pt x="31" y="173"/>
                  </a:cubicBezTo>
                  <a:cubicBezTo>
                    <a:pt x="31" y="173"/>
                    <a:pt x="31" y="173"/>
                    <a:pt x="31" y="173"/>
                  </a:cubicBezTo>
                  <a:cubicBezTo>
                    <a:pt x="12" y="148"/>
                    <a:pt x="12" y="148"/>
                    <a:pt x="12" y="148"/>
                  </a:cubicBezTo>
                  <a:cubicBezTo>
                    <a:pt x="47" y="146"/>
                    <a:pt x="47" y="146"/>
                    <a:pt x="47" y="146"/>
                  </a:cubicBezTo>
                  <a:cubicBezTo>
                    <a:pt x="48" y="146"/>
                    <a:pt x="49" y="145"/>
                    <a:pt x="50" y="144"/>
                  </a:cubicBezTo>
                  <a:cubicBezTo>
                    <a:pt x="51" y="143"/>
                    <a:pt x="51" y="142"/>
                    <a:pt x="50" y="141"/>
                  </a:cubicBezTo>
                  <a:cubicBezTo>
                    <a:pt x="34" y="98"/>
                    <a:pt x="34" y="98"/>
                    <a:pt x="34" y="98"/>
                  </a:cubicBezTo>
                  <a:cubicBezTo>
                    <a:pt x="91" y="104"/>
                    <a:pt x="91" y="104"/>
                    <a:pt x="91" y="104"/>
                  </a:cubicBezTo>
                  <a:cubicBezTo>
                    <a:pt x="93" y="104"/>
                    <a:pt x="94" y="103"/>
                    <a:pt x="94" y="102"/>
                  </a:cubicBezTo>
                  <a:cubicBezTo>
                    <a:pt x="95" y="102"/>
                    <a:pt x="96" y="101"/>
                    <a:pt x="96" y="99"/>
                  </a:cubicBezTo>
                  <a:cubicBezTo>
                    <a:pt x="95" y="15"/>
                    <a:pt x="95" y="15"/>
                    <a:pt x="95" y="15"/>
                  </a:cubicBezTo>
                  <a:cubicBezTo>
                    <a:pt x="135" y="59"/>
                    <a:pt x="135" y="59"/>
                    <a:pt x="135" y="59"/>
                  </a:cubicBezTo>
                  <a:cubicBezTo>
                    <a:pt x="136" y="60"/>
                    <a:pt x="137" y="61"/>
                    <a:pt x="139" y="60"/>
                  </a:cubicBezTo>
                  <a:cubicBezTo>
                    <a:pt x="140" y="60"/>
                    <a:pt x="141" y="59"/>
                    <a:pt x="142" y="58"/>
                  </a:cubicBezTo>
                  <a:cubicBezTo>
                    <a:pt x="152" y="32"/>
                    <a:pt x="152" y="32"/>
                    <a:pt x="152" y="32"/>
                  </a:cubicBezTo>
                  <a:cubicBezTo>
                    <a:pt x="169" y="53"/>
                    <a:pt x="169" y="53"/>
                    <a:pt x="169" y="53"/>
                  </a:cubicBezTo>
                  <a:cubicBezTo>
                    <a:pt x="170" y="54"/>
                    <a:pt x="171" y="54"/>
                    <a:pt x="172" y="54"/>
                  </a:cubicBezTo>
                  <a:cubicBezTo>
                    <a:pt x="173" y="54"/>
                    <a:pt x="174" y="54"/>
                    <a:pt x="175" y="53"/>
                  </a:cubicBezTo>
                  <a:cubicBezTo>
                    <a:pt x="204" y="18"/>
                    <a:pt x="204" y="18"/>
                    <a:pt x="204" y="18"/>
                  </a:cubicBezTo>
                  <a:cubicBezTo>
                    <a:pt x="213" y="70"/>
                    <a:pt x="213" y="70"/>
                    <a:pt x="213" y="70"/>
                  </a:cubicBezTo>
                  <a:cubicBezTo>
                    <a:pt x="213" y="72"/>
                    <a:pt x="215" y="73"/>
                    <a:pt x="217" y="73"/>
                  </a:cubicBezTo>
                  <a:cubicBezTo>
                    <a:pt x="249" y="68"/>
                    <a:pt x="249" y="68"/>
                    <a:pt x="249" y="68"/>
                  </a:cubicBezTo>
                  <a:cubicBezTo>
                    <a:pt x="243" y="105"/>
                    <a:pt x="243" y="105"/>
                    <a:pt x="243" y="105"/>
                  </a:cubicBezTo>
                  <a:cubicBezTo>
                    <a:pt x="243" y="107"/>
                    <a:pt x="244" y="109"/>
                    <a:pt x="246" y="110"/>
                  </a:cubicBezTo>
                  <a:cubicBezTo>
                    <a:pt x="281" y="120"/>
                    <a:pt x="281" y="120"/>
                    <a:pt x="281" y="120"/>
                  </a:cubicBezTo>
                  <a:cubicBezTo>
                    <a:pt x="242" y="154"/>
                    <a:pt x="242" y="154"/>
                    <a:pt x="242" y="154"/>
                  </a:cubicBezTo>
                  <a:cubicBezTo>
                    <a:pt x="241" y="155"/>
                    <a:pt x="240" y="156"/>
                    <a:pt x="240" y="158"/>
                  </a:cubicBezTo>
                  <a:cubicBezTo>
                    <a:pt x="240" y="159"/>
                    <a:pt x="241" y="160"/>
                    <a:pt x="242" y="161"/>
                  </a:cubicBezTo>
                  <a:cubicBezTo>
                    <a:pt x="265" y="177"/>
                    <a:pt x="265" y="177"/>
                    <a:pt x="265" y="177"/>
                  </a:cubicBezTo>
                  <a:cubicBezTo>
                    <a:pt x="239" y="199"/>
                    <a:pt x="239" y="199"/>
                    <a:pt x="239" y="199"/>
                  </a:cubicBezTo>
                  <a:cubicBezTo>
                    <a:pt x="237" y="200"/>
                    <a:pt x="237" y="202"/>
                    <a:pt x="238" y="204"/>
                  </a:cubicBezTo>
                  <a:cubicBezTo>
                    <a:pt x="257" y="238"/>
                    <a:pt x="257" y="238"/>
                    <a:pt x="257" y="238"/>
                  </a:cubicBezTo>
                  <a:cubicBezTo>
                    <a:pt x="207" y="219"/>
                    <a:pt x="207" y="219"/>
                    <a:pt x="207" y="219"/>
                  </a:cubicBezTo>
                  <a:cubicBezTo>
                    <a:pt x="206" y="218"/>
                    <a:pt x="204" y="218"/>
                    <a:pt x="203" y="2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11" name="组合 110"/>
          <p:cNvGrpSpPr/>
          <p:nvPr/>
        </p:nvGrpSpPr>
        <p:grpSpPr>
          <a:xfrm>
            <a:off x="6480175" y="2789238"/>
            <a:ext cx="1319213" cy="1627188"/>
            <a:chOff x="587375" y="2789238"/>
            <a:chExt cx="1319213" cy="1627188"/>
          </a:xfrm>
          <a:solidFill>
            <a:schemeClr val="tx1">
              <a:lumMod val="65000"/>
              <a:lumOff val="35000"/>
            </a:schemeClr>
          </a:solidFill>
        </p:grpSpPr>
        <p:sp>
          <p:nvSpPr>
            <p:cNvPr id="112" name="Freeform 16"/>
            <p:cNvSpPr>
              <a:spLocks/>
            </p:cNvSpPr>
            <p:nvPr/>
          </p:nvSpPr>
          <p:spPr bwMode="auto">
            <a:xfrm>
              <a:off x="1403350" y="2873376"/>
              <a:ext cx="184150" cy="342900"/>
            </a:xfrm>
            <a:custGeom>
              <a:avLst/>
              <a:gdLst>
                <a:gd name="T0" fmla="*/ 25 w 119"/>
                <a:gd name="T1" fmla="*/ 170 h 221"/>
                <a:gd name="T2" fmla="*/ 41 w 119"/>
                <a:gd name="T3" fmla="*/ 84 h 221"/>
                <a:gd name="T4" fmla="*/ 109 w 119"/>
                <a:gd name="T5" fmla="*/ 13 h 221"/>
                <a:gd name="T6" fmla="*/ 102 w 119"/>
                <a:gd name="T7" fmla="*/ 4 h 221"/>
                <a:gd name="T8" fmla="*/ 29 w 119"/>
                <a:gd name="T9" fmla="*/ 77 h 221"/>
                <a:gd name="T10" fmla="*/ 11 w 119"/>
                <a:gd name="T11" fmla="*/ 179 h 221"/>
                <a:gd name="T12" fmla="*/ 44 w 119"/>
                <a:gd name="T13" fmla="*/ 221 h 221"/>
                <a:gd name="T14" fmla="*/ 54 w 119"/>
                <a:gd name="T15" fmla="*/ 209 h 221"/>
                <a:gd name="T16" fmla="*/ 25 w 119"/>
                <a:gd name="T17" fmla="*/ 170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221">
                  <a:moveTo>
                    <a:pt x="25" y="170"/>
                  </a:moveTo>
                  <a:cubicBezTo>
                    <a:pt x="15" y="141"/>
                    <a:pt x="27" y="110"/>
                    <a:pt x="41" y="84"/>
                  </a:cubicBezTo>
                  <a:cubicBezTo>
                    <a:pt x="56" y="56"/>
                    <a:pt x="79" y="25"/>
                    <a:pt x="109" y="13"/>
                  </a:cubicBezTo>
                  <a:cubicBezTo>
                    <a:pt x="119" y="9"/>
                    <a:pt x="111" y="0"/>
                    <a:pt x="102" y="4"/>
                  </a:cubicBezTo>
                  <a:cubicBezTo>
                    <a:pt x="70" y="17"/>
                    <a:pt x="46" y="47"/>
                    <a:pt x="29" y="77"/>
                  </a:cubicBezTo>
                  <a:cubicBezTo>
                    <a:pt x="10" y="108"/>
                    <a:pt x="0" y="144"/>
                    <a:pt x="11" y="179"/>
                  </a:cubicBezTo>
                  <a:cubicBezTo>
                    <a:pt x="17" y="198"/>
                    <a:pt x="29" y="212"/>
                    <a:pt x="44" y="221"/>
                  </a:cubicBezTo>
                  <a:cubicBezTo>
                    <a:pt x="54" y="209"/>
                    <a:pt x="54" y="209"/>
                    <a:pt x="54" y="209"/>
                  </a:cubicBezTo>
                  <a:cubicBezTo>
                    <a:pt x="41" y="200"/>
                    <a:pt x="30" y="187"/>
                    <a:pt x="25" y="1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17"/>
            <p:cNvSpPr>
              <a:spLocks/>
            </p:cNvSpPr>
            <p:nvPr/>
          </p:nvSpPr>
          <p:spPr bwMode="auto">
            <a:xfrm>
              <a:off x="1522413" y="2814638"/>
              <a:ext cx="384175" cy="441325"/>
            </a:xfrm>
            <a:custGeom>
              <a:avLst/>
              <a:gdLst>
                <a:gd name="T0" fmla="*/ 112 w 247"/>
                <a:gd name="T1" fmla="*/ 275 h 283"/>
                <a:gd name="T2" fmla="*/ 239 w 247"/>
                <a:gd name="T3" fmla="*/ 148 h 283"/>
                <a:gd name="T4" fmla="*/ 107 w 247"/>
                <a:gd name="T5" fmla="*/ 49 h 283"/>
                <a:gd name="T6" fmla="*/ 145 w 247"/>
                <a:gd name="T7" fmla="*/ 6 h 283"/>
                <a:gd name="T8" fmla="*/ 139 w 247"/>
                <a:gd name="T9" fmla="*/ 2 h 283"/>
                <a:gd name="T10" fmla="*/ 91 w 247"/>
                <a:gd name="T11" fmla="*/ 51 h 283"/>
                <a:gd name="T12" fmla="*/ 75 w 247"/>
                <a:gd name="T13" fmla="*/ 56 h 283"/>
                <a:gd name="T14" fmla="*/ 78 w 247"/>
                <a:gd name="T15" fmla="*/ 67 h 283"/>
                <a:gd name="T16" fmla="*/ 224 w 247"/>
                <a:gd name="T17" fmla="*/ 156 h 283"/>
                <a:gd name="T18" fmla="*/ 101 w 247"/>
                <a:gd name="T19" fmla="*/ 265 h 283"/>
                <a:gd name="T20" fmla="*/ 9 w 247"/>
                <a:gd name="T21" fmla="*/ 261 h 283"/>
                <a:gd name="T22" fmla="*/ 0 w 247"/>
                <a:gd name="T23" fmla="*/ 273 h 283"/>
                <a:gd name="T24" fmla="*/ 112 w 247"/>
                <a:gd name="T25" fmla="*/ 275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7" h="283">
                  <a:moveTo>
                    <a:pt x="112" y="275"/>
                  </a:moveTo>
                  <a:cubicBezTo>
                    <a:pt x="176" y="263"/>
                    <a:pt x="247" y="223"/>
                    <a:pt x="239" y="148"/>
                  </a:cubicBezTo>
                  <a:cubicBezTo>
                    <a:pt x="232" y="82"/>
                    <a:pt x="169" y="43"/>
                    <a:pt x="107" y="49"/>
                  </a:cubicBezTo>
                  <a:cubicBezTo>
                    <a:pt x="114" y="31"/>
                    <a:pt x="127" y="13"/>
                    <a:pt x="145" y="6"/>
                  </a:cubicBezTo>
                  <a:cubicBezTo>
                    <a:pt x="155" y="2"/>
                    <a:pt x="146" y="0"/>
                    <a:pt x="139" y="2"/>
                  </a:cubicBezTo>
                  <a:cubicBezTo>
                    <a:pt x="117" y="11"/>
                    <a:pt x="101" y="29"/>
                    <a:pt x="91" y="51"/>
                  </a:cubicBezTo>
                  <a:cubicBezTo>
                    <a:pt x="86" y="52"/>
                    <a:pt x="81" y="54"/>
                    <a:pt x="75" y="56"/>
                  </a:cubicBezTo>
                  <a:cubicBezTo>
                    <a:pt x="66" y="59"/>
                    <a:pt x="69" y="70"/>
                    <a:pt x="78" y="67"/>
                  </a:cubicBezTo>
                  <a:cubicBezTo>
                    <a:pt x="144" y="43"/>
                    <a:pt x="220" y="85"/>
                    <a:pt x="224" y="156"/>
                  </a:cubicBezTo>
                  <a:cubicBezTo>
                    <a:pt x="228" y="225"/>
                    <a:pt x="159" y="255"/>
                    <a:pt x="101" y="265"/>
                  </a:cubicBezTo>
                  <a:cubicBezTo>
                    <a:pt x="74" y="270"/>
                    <a:pt x="39" y="270"/>
                    <a:pt x="9" y="261"/>
                  </a:cubicBezTo>
                  <a:cubicBezTo>
                    <a:pt x="0" y="273"/>
                    <a:pt x="0" y="273"/>
                    <a:pt x="0" y="273"/>
                  </a:cubicBezTo>
                  <a:cubicBezTo>
                    <a:pt x="37" y="283"/>
                    <a:pt x="81" y="280"/>
                    <a:pt x="112" y="2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18"/>
            <p:cNvSpPr>
              <a:spLocks noEditPoints="1"/>
            </p:cNvSpPr>
            <p:nvPr/>
          </p:nvSpPr>
          <p:spPr bwMode="auto">
            <a:xfrm>
              <a:off x="1492250" y="2978151"/>
              <a:ext cx="109537" cy="147638"/>
            </a:xfrm>
            <a:custGeom>
              <a:avLst/>
              <a:gdLst>
                <a:gd name="T0" fmla="*/ 60 w 70"/>
                <a:gd name="T1" fmla="*/ 7 h 95"/>
                <a:gd name="T2" fmla="*/ 2 w 70"/>
                <a:gd name="T3" fmla="*/ 45 h 95"/>
                <a:gd name="T4" fmla="*/ 42 w 70"/>
                <a:gd name="T5" fmla="*/ 86 h 95"/>
                <a:gd name="T6" fmla="*/ 61 w 70"/>
                <a:gd name="T7" fmla="*/ 49 h 95"/>
                <a:gd name="T8" fmla="*/ 45 w 70"/>
                <a:gd name="T9" fmla="*/ 40 h 95"/>
                <a:gd name="T10" fmla="*/ 22 w 70"/>
                <a:gd name="T11" fmla="*/ 61 h 95"/>
                <a:gd name="T12" fmla="*/ 18 w 70"/>
                <a:gd name="T13" fmla="*/ 48 h 95"/>
                <a:gd name="T14" fmla="*/ 51 w 70"/>
                <a:gd name="T15" fmla="*/ 18 h 95"/>
                <a:gd name="T16" fmla="*/ 60 w 70"/>
                <a:gd name="T17" fmla="*/ 7 h 95"/>
                <a:gd name="T18" fmla="*/ 34 w 70"/>
                <a:gd name="T19" fmla="*/ 67 h 95"/>
                <a:gd name="T20" fmla="*/ 45 w 70"/>
                <a:gd name="T21" fmla="*/ 53 h 95"/>
                <a:gd name="T22" fmla="*/ 45 w 70"/>
                <a:gd name="T23" fmla="*/ 55 h 95"/>
                <a:gd name="T24" fmla="*/ 38 w 70"/>
                <a:gd name="T25" fmla="*/ 75 h 95"/>
                <a:gd name="T26" fmla="*/ 29 w 70"/>
                <a:gd name="T27" fmla="*/ 71 h 95"/>
                <a:gd name="T28" fmla="*/ 28 w 70"/>
                <a:gd name="T29" fmla="*/ 70 h 95"/>
                <a:gd name="T30" fmla="*/ 34 w 70"/>
                <a:gd name="T31" fmla="*/ 67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0" h="95">
                  <a:moveTo>
                    <a:pt x="60" y="7"/>
                  </a:moveTo>
                  <a:cubicBezTo>
                    <a:pt x="32" y="0"/>
                    <a:pt x="5" y="15"/>
                    <a:pt x="2" y="45"/>
                  </a:cubicBezTo>
                  <a:cubicBezTo>
                    <a:pt x="0" y="64"/>
                    <a:pt x="19" y="95"/>
                    <a:pt x="42" y="86"/>
                  </a:cubicBezTo>
                  <a:cubicBezTo>
                    <a:pt x="56" y="81"/>
                    <a:pt x="64" y="63"/>
                    <a:pt x="61" y="49"/>
                  </a:cubicBezTo>
                  <a:cubicBezTo>
                    <a:pt x="59" y="42"/>
                    <a:pt x="52" y="39"/>
                    <a:pt x="45" y="40"/>
                  </a:cubicBezTo>
                  <a:cubicBezTo>
                    <a:pt x="35" y="43"/>
                    <a:pt x="27" y="53"/>
                    <a:pt x="22" y="61"/>
                  </a:cubicBezTo>
                  <a:cubicBezTo>
                    <a:pt x="20" y="57"/>
                    <a:pt x="18" y="53"/>
                    <a:pt x="18" y="48"/>
                  </a:cubicBezTo>
                  <a:cubicBezTo>
                    <a:pt x="17" y="29"/>
                    <a:pt x="31" y="12"/>
                    <a:pt x="51" y="18"/>
                  </a:cubicBezTo>
                  <a:cubicBezTo>
                    <a:pt x="58" y="20"/>
                    <a:pt x="70" y="9"/>
                    <a:pt x="60" y="7"/>
                  </a:cubicBezTo>
                  <a:close/>
                  <a:moveTo>
                    <a:pt x="34" y="67"/>
                  </a:moveTo>
                  <a:cubicBezTo>
                    <a:pt x="37" y="62"/>
                    <a:pt x="41" y="57"/>
                    <a:pt x="45" y="53"/>
                  </a:cubicBezTo>
                  <a:cubicBezTo>
                    <a:pt x="45" y="54"/>
                    <a:pt x="45" y="54"/>
                    <a:pt x="45" y="55"/>
                  </a:cubicBezTo>
                  <a:cubicBezTo>
                    <a:pt x="46" y="61"/>
                    <a:pt x="44" y="72"/>
                    <a:pt x="38" y="75"/>
                  </a:cubicBezTo>
                  <a:cubicBezTo>
                    <a:pt x="35" y="77"/>
                    <a:pt x="31" y="72"/>
                    <a:pt x="29" y="71"/>
                  </a:cubicBezTo>
                  <a:cubicBezTo>
                    <a:pt x="29" y="71"/>
                    <a:pt x="28" y="70"/>
                    <a:pt x="28" y="70"/>
                  </a:cubicBezTo>
                  <a:cubicBezTo>
                    <a:pt x="31" y="70"/>
                    <a:pt x="33" y="69"/>
                    <a:pt x="34"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19"/>
            <p:cNvSpPr>
              <a:spLocks noEditPoints="1"/>
            </p:cNvSpPr>
            <p:nvPr/>
          </p:nvSpPr>
          <p:spPr bwMode="auto">
            <a:xfrm>
              <a:off x="1633538" y="2967038"/>
              <a:ext cx="120650" cy="125413"/>
            </a:xfrm>
            <a:custGeom>
              <a:avLst/>
              <a:gdLst>
                <a:gd name="T0" fmla="*/ 50 w 78"/>
                <a:gd name="T1" fmla="*/ 9 h 81"/>
                <a:gd name="T2" fmla="*/ 60 w 78"/>
                <a:gd name="T3" fmla="*/ 2 h 81"/>
                <a:gd name="T4" fmla="*/ 7 w 78"/>
                <a:gd name="T5" fmla="*/ 44 h 81"/>
                <a:gd name="T6" fmla="*/ 52 w 78"/>
                <a:gd name="T7" fmla="*/ 73 h 81"/>
                <a:gd name="T8" fmla="*/ 67 w 78"/>
                <a:gd name="T9" fmla="*/ 31 h 81"/>
                <a:gd name="T10" fmla="*/ 45 w 78"/>
                <a:gd name="T11" fmla="*/ 27 h 81"/>
                <a:gd name="T12" fmla="*/ 22 w 78"/>
                <a:gd name="T13" fmla="*/ 48 h 81"/>
                <a:gd name="T14" fmla="*/ 22 w 78"/>
                <a:gd name="T15" fmla="*/ 44 h 81"/>
                <a:gd name="T16" fmla="*/ 50 w 78"/>
                <a:gd name="T17" fmla="*/ 9 h 81"/>
                <a:gd name="T18" fmla="*/ 34 w 78"/>
                <a:gd name="T19" fmla="*/ 51 h 81"/>
                <a:gd name="T20" fmla="*/ 49 w 78"/>
                <a:gd name="T21" fmla="*/ 33 h 81"/>
                <a:gd name="T22" fmla="*/ 51 w 78"/>
                <a:gd name="T23" fmla="*/ 35 h 81"/>
                <a:gd name="T24" fmla="*/ 55 w 78"/>
                <a:gd name="T25" fmla="*/ 41 h 81"/>
                <a:gd name="T26" fmla="*/ 47 w 78"/>
                <a:gd name="T27" fmla="*/ 68 h 81"/>
                <a:gd name="T28" fmla="*/ 23 w 78"/>
                <a:gd name="T29" fmla="*/ 55 h 81"/>
                <a:gd name="T30" fmla="*/ 34 w 78"/>
                <a:gd name="T31" fmla="*/ 5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8" h="81">
                  <a:moveTo>
                    <a:pt x="50" y="9"/>
                  </a:moveTo>
                  <a:cubicBezTo>
                    <a:pt x="54" y="10"/>
                    <a:pt x="68" y="3"/>
                    <a:pt x="60" y="2"/>
                  </a:cubicBezTo>
                  <a:cubicBezTo>
                    <a:pt x="34" y="0"/>
                    <a:pt x="12" y="19"/>
                    <a:pt x="7" y="44"/>
                  </a:cubicBezTo>
                  <a:cubicBezTo>
                    <a:pt x="0" y="73"/>
                    <a:pt x="30" y="81"/>
                    <a:pt x="52" y="73"/>
                  </a:cubicBezTo>
                  <a:cubicBezTo>
                    <a:pt x="69" y="66"/>
                    <a:pt x="78" y="46"/>
                    <a:pt x="67" y="31"/>
                  </a:cubicBezTo>
                  <a:cubicBezTo>
                    <a:pt x="62" y="24"/>
                    <a:pt x="52" y="25"/>
                    <a:pt x="45" y="27"/>
                  </a:cubicBezTo>
                  <a:cubicBezTo>
                    <a:pt x="34" y="31"/>
                    <a:pt x="27" y="39"/>
                    <a:pt x="22" y="48"/>
                  </a:cubicBezTo>
                  <a:cubicBezTo>
                    <a:pt x="21" y="47"/>
                    <a:pt x="21" y="45"/>
                    <a:pt x="22" y="44"/>
                  </a:cubicBezTo>
                  <a:cubicBezTo>
                    <a:pt x="23" y="30"/>
                    <a:pt x="35" y="8"/>
                    <a:pt x="50" y="9"/>
                  </a:cubicBezTo>
                  <a:close/>
                  <a:moveTo>
                    <a:pt x="34" y="51"/>
                  </a:moveTo>
                  <a:cubicBezTo>
                    <a:pt x="37" y="45"/>
                    <a:pt x="42" y="37"/>
                    <a:pt x="49" y="33"/>
                  </a:cubicBezTo>
                  <a:cubicBezTo>
                    <a:pt x="48" y="33"/>
                    <a:pt x="49" y="33"/>
                    <a:pt x="51" y="35"/>
                  </a:cubicBezTo>
                  <a:cubicBezTo>
                    <a:pt x="53" y="36"/>
                    <a:pt x="54" y="38"/>
                    <a:pt x="55" y="41"/>
                  </a:cubicBezTo>
                  <a:cubicBezTo>
                    <a:pt x="58" y="50"/>
                    <a:pt x="56" y="63"/>
                    <a:pt x="47" y="68"/>
                  </a:cubicBezTo>
                  <a:cubicBezTo>
                    <a:pt x="35" y="74"/>
                    <a:pt x="27" y="65"/>
                    <a:pt x="23" y="55"/>
                  </a:cubicBezTo>
                  <a:cubicBezTo>
                    <a:pt x="27" y="55"/>
                    <a:pt x="32" y="53"/>
                    <a:pt x="34"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20"/>
            <p:cNvSpPr>
              <a:spLocks/>
            </p:cNvSpPr>
            <p:nvPr/>
          </p:nvSpPr>
          <p:spPr bwMode="auto">
            <a:xfrm>
              <a:off x="1577975" y="3132138"/>
              <a:ext cx="152400" cy="55563"/>
            </a:xfrm>
            <a:custGeom>
              <a:avLst/>
              <a:gdLst>
                <a:gd name="T0" fmla="*/ 19 w 98"/>
                <a:gd name="T1" fmla="*/ 31 h 35"/>
                <a:gd name="T2" fmla="*/ 82 w 98"/>
                <a:gd name="T3" fmla="*/ 10 h 35"/>
                <a:gd name="T4" fmla="*/ 88 w 98"/>
                <a:gd name="T5" fmla="*/ 0 h 35"/>
                <a:gd name="T6" fmla="*/ 7 w 98"/>
                <a:gd name="T7" fmla="*/ 28 h 35"/>
                <a:gd name="T8" fmla="*/ 19 w 98"/>
                <a:gd name="T9" fmla="*/ 31 h 35"/>
              </a:gdLst>
              <a:ahLst/>
              <a:cxnLst>
                <a:cxn ang="0">
                  <a:pos x="T0" y="T1"/>
                </a:cxn>
                <a:cxn ang="0">
                  <a:pos x="T2" y="T3"/>
                </a:cxn>
                <a:cxn ang="0">
                  <a:pos x="T4" y="T5"/>
                </a:cxn>
                <a:cxn ang="0">
                  <a:pos x="T6" y="T7"/>
                </a:cxn>
                <a:cxn ang="0">
                  <a:pos x="T8" y="T9"/>
                </a:cxn>
              </a:cxnLst>
              <a:rect l="0" t="0" r="r" b="b"/>
              <a:pathLst>
                <a:path w="98" h="35">
                  <a:moveTo>
                    <a:pt x="19" y="31"/>
                  </a:moveTo>
                  <a:cubicBezTo>
                    <a:pt x="37" y="14"/>
                    <a:pt x="58" y="10"/>
                    <a:pt x="82" y="10"/>
                  </a:cubicBezTo>
                  <a:cubicBezTo>
                    <a:pt x="88" y="10"/>
                    <a:pt x="98" y="0"/>
                    <a:pt x="88" y="0"/>
                  </a:cubicBezTo>
                  <a:cubicBezTo>
                    <a:pt x="57" y="1"/>
                    <a:pt x="29" y="6"/>
                    <a:pt x="7" y="28"/>
                  </a:cubicBezTo>
                  <a:cubicBezTo>
                    <a:pt x="0" y="34"/>
                    <a:pt x="15" y="35"/>
                    <a:pt x="19"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21"/>
            <p:cNvSpPr>
              <a:spLocks/>
            </p:cNvSpPr>
            <p:nvPr/>
          </p:nvSpPr>
          <p:spPr bwMode="auto">
            <a:xfrm>
              <a:off x="1612900" y="2789238"/>
              <a:ext cx="88900" cy="92075"/>
            </a:xfrm>
            <a:custGeom>
              <a:avLst/>
              <a:gdLst>
                <a:gd name="T0" fmla="*/ 47 w 57"/>
                <a:gd name="T1" fmla="*/ 7 h 59"/>
                <a:gd name="T2" fmla="*/ 41 w 57"/>
                <a:gd name="T3" fmla="*/ 3 h 59"/>
                <a:gd name="T4" fmla="*/ 2 w 57"/>
                <a:gd name="T5" fmla="*/ 55 h 59"/>
                <a:gd name="T6" fmla="*/ 17 w 57"/>
                <a:gd name="T7" fmla="*/ 51 h 59"/>
                <a:gd name="T8" fmla="*/ 47 w 57"/>
                <a:gd name="T9" fmla="*/ 7 h 59"/>
              </a:gdLst>
              <a:ahLst/>
              <a:cxnLst>
                <a:cxn ang="0">
                  <a:pos x="T0" y="T1"/>
                </a:cxn>
                <a:cxn ang="0">
                  <a:pos x="T2" y="T3"/>
                </a:cxn>
                <a:cxn ang="0">
                  <a:pos x="T4" y="T5"/>
                </a:cxn>
                <a:cxn ang="0">
                  <a:pos x="T6" y="T7"/>
                </a:cxn>
                <a:cxn ang="0">
                  <a:pos x="T8" y="T9"/>
                </a:cxn>
              </a:cxnLst>
              <a:rect l="0" t="0" r="r" b="b"/>
              <a:pathLst>
                <a:path w="57" h="59">
                  <a:moveTo>
                    <a:pt x="47" y="7"/>
                  </a:moveTo>
                  <a:cubicBezTo>
                    <a:pt x="57" y="3"/>
                    <a:pt x="48" y="0"/>
                    <a:pt x="41" y="3"/>
                  </a:cubicBezTo>
                  <a:cubicBezTo>
                    <a:pt x="18" y="12"/>
                    <a:pt x="0" y="29"/>
                    <a:pt x="2" y="55"/>
                  </a:cubicBezTo>
                  <a:cubicBezTo>
                    <a:pt x="2" y="59"/>
                    <a:pt x="18" y="56"/>
                    <a:pt x="17" y="51"/>
                  </a:cubicBezTo>
                  <a:cubicBezTo>
                    <a:pt x="16" y="30"/>
                    <a:pt x="28" y="15"/>
                    <a:pt x="47"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22"/>
            <p:cNvSpPr>
              <a:spLocks/>
            </p:cNvSpPr>
            <p:nvPr/>
          </p:nvSpPr>
          <p:spPr bwMode="auto">
            <a:xfrm>
              <a:off x="1438275" y="3194051"/>
              <a:ext cx="88900" cy="98425"/>
            </a:xfrm>
            <a:custGeom>
              <a:avLst/>
              <a:gdLst>
                <a:gd name="T0" fmla="*/ 14 w 57"/>
                <a:gd name="T1" fmla="*/ 63 h 63"/>
                <a:gd name="T2" fmla="*/ 57 w 57"/>
                <a:gd name="T3" fmla="*/ 12 h 63"/>
                <a:gd name="T4" fmla="*/ 44 w 57"/>
                <a:gd name="T5" fmla="*/ 0 h 63"/>
                <a:gd name="T6" fmla="*/ 0 w 57"/>
                <a:gd name="T7" fmla="*/ 52 h 63"/>
                <a:gd name="T8" fmla="*/ 14 w 57"/>
                <a:gd name="T9" fmla="*/ 63 h 63"/>
              </a:gdLst>
              <a:ahLst/>
              <a:cxnLst>
                <a:cxn ang="0">
                  <a:pos x="T0" y="T1"/>
                </a:cxn>
                <a:cxn ang="0">
                  <a:pos x="T2" y="T3"/>
                </a:cxn>
                <a:cxn ang="0">
                  <a:pos x="T4" y="T5"/>
                </a:cxn>
                <a:cxn ang="0">
                  <a:pos x="T6" y="T7"/>
                </a:cxn>
                <a:cxn ang="0">
                  <a:pos x="T8" y="T9"/>
                </a:cxn>
              </a:cxnLst>
              <a:rect l="0" t="0" r="r" b="b"/>
              <a:pathLst>
                <a:path w="57" h="63">
                  <a:moveTo>
                    <a:pt x="14" y="63"/>
                  </a:moveTo>
                  <a:cubicBezTo>
                    <a:pt x="57" y="12"/>
                    <a:pt x="57" y="12"/>
                    <a:pt x="57" y="12"/>
                  </a:cubicBezTo>
                  <a:cubicBezTo>
                    <a:pt x="44" y="0"/>
                    <a:pt x="44" y="0"/>
                    <a:pt x="44" y="0"/>
                  </a:cubicBezTo>
                  <a:cubicBezTo>
                    <a:pt x="0" y="52"/>
                    <a:pt x="0" y="52"/>
                    <a:pt x="0" y="52"/>
                  </a:cubicBezTo>
                  <a:cubicBezTo>
                    <a:pt x="5" y="54"/>
                    <a:pt x="10" y="58"/>
                    <a:pt x="1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23"/>
            <p:cNvSpPr>
              <a:spLocks/>
            </p:cNvSpPr>
            <p:nvPr/>
          </p:nvSpPr>
          <p:spPr bwMode="auto">
            <a:xfrm>
              <a:off x="963613" y="3030538"/>
              <a:ext cx="307975" cy="307975"/>
            </a:xfrm>
            <a:custGeom>
              <a:avLst/>
              <a:gdLst>
                <a:gd name="T0" fmla="*/ 79 w 198"/>
                <a:gd name="T1" fmla="*/ 187 h 198"/>
                <a:gd name="T2" fmla="*/ 187 w 198"/>
                <a:gd name="T3" fmla="*/ 119 h 198"/>
                <a:gd name="T4" fmla="*/ 119 w 198"/>
                <a:gd name="T5" fmla="*/ 11 h 198"/>
                <a:gd name="T6" fmla="*/ 11 w 198"/>
                <a:gd name="T7" fmla="*/ 79 h 198"/>
                <a:gd name="T8" fmla="*/ 79 w 198"/>
                <a:gd name="T9" fmla="*/ 187 h 198"/>
              </a:gdLst>
              <a:ahLst/>
              <a:cxnLst>
                <a:cxn ang="0">
                  <a:pos x="T0" y="T1"/>
                </a:cxn>
                <a:cxn ang="0">
                  <a:pos x="T2" y="T3"/>
                </a:cxn>
                <a:cxn ang="0">
                  <a:pos x="T4" y="T5"/>
                </a:cxn>
                <a:cxn ang="0">
                  <a:pos x="T6" y="T7"/>
                </a:cxn>
                <a:cxn ang="0">
                  <a:pos x="T8" y="T9"/>
                </a:cxn>
              </a:cxnLst>
              <a:rect l="0" t="0" r="r" b="b"/>
              <a:pathLst>
                <a:path w="198" h="198">
                  <a:moveTo>
                    <a:pt x="79" y="187"/>
                  </a:moveTo>
                  <a:cubicBezTo>
                    <a:pt x="127" y="198"/>
                    <a:pt x="175" y="168"/>
                    <a:pt x="187" y="119"/>
                  </a:cubicBezTo>
                  <a:cubicBezTo>
                    <a:pt x="198" y="71"/>
                    <a:pt x="167" y="23"/>
                    <a:pt x="119" y="11"/>
                  </a:cubicBezTo>
                  <a:cubicBezTo>
                    <a:pt x="71" y="0"/>
                    <a:pt x="22" y="31"/>
                    <a:pt x="11" y="79"/>
                  </a:cubicBezTo>
                  <a:cubicBezTo>
                    <a:pt x="0" y="127"/>
                    <a:pt x="30" y="176"/>
                    <a:pt x="79" y="1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24"/>
            <p:cNvSpPr>
              <a:spLocks/>
            </p:cNvSpPr>
            <p:nvPr/>
          </p:nvSpPr>
          <p:spPr bwMode="auto">
            <a:xfrm>
              <a:off x="587375" y="3179763"/>
              <a:ext cx="879475" cy="1236663"/>
            </a:xfrm>
            <a:custGeom>
              <a:avLst/>
              <a:gdLst>
                <a:gd name="T0" fmla="*/ 537 w 565"/>
                <a:gd name="T1" fmla="*/ 67 h 796"/>
                <a:gd name="T2" fmla="*/ 499 w 565"/>
                <a:gd name="T3" fmla="*/ 92 h 796"/>
                <a:gd name="T4" fmla="*/ 462 w 565"/>
                <a:gd name="T5" fmla="*/ 192 h 796"/>
                <a:gd name="T6" fmla="*/ 447 w 565"/>
                <a:gd name="T7" fmla="*/ 206 h 796"/>
                <a:gd name="T8" fmla="*/ 436 w 565"/>
                <a:gd name="T9" fmla="*/ 209 h 796"/>
                <a:gd name="T10" fmla="*/ 414 w 565"/>
                <a:gd name="T11" fmla="*/ 202 h 796"/>
                <a:gd name="T12" fmla="*/ 376 w 565"/>
                <a:gd name="T13" fmla="*/ 171 h 796"/>
                <a:gd name="T14" fmla="*/ 365 w 565"/>
                <a:gd name="T15" fmla="*/ 157 h 796"/>
                <a:gd name="T16" fmla="*/ 361 w 565"/>
                <a:gd name="T17" fmla="*/ 153 h 796"/>
                <a:gd name="T18" fmla="*/ 361 w 565"/>
                <a:gd name="T19" fmla="*/ 152 h 796"/>
                <a:gd name="T20" fmla="*/ 361 w 565"/>
                <a:gd name="T21" fmla="*/ 152 h 796"/>
                <a:gd name="T22" fmla="*/ 354 w 565"/>
                <a:gd name="T23" fmla="*/ 145 h 796"/>
                <a:gd name="T24" fmla="*/ 347 w 565"/>
                <a:gd name="T25" fmla="*/ 138 h 796"/>
                <a:gd name="T26" fmla="*/ 223 w 565"/>
                <a:gd name="T27" fmla="*/ 52 h 796"/>
                <a:gd name="T28" fmla="*/ 220 w 565"/>
                <a:gd name="T29" fmla="*/ 50 h 796"/>
                <a:gd name="T30" fmla="*/ 192 w 565"/>
                <a:gd name="T31" fmla="*/ 49 h 796"/>
                <a:gd name="T32" fmla="*/ 192 w 565"/>
                <a:gd name="T33" fmla="*/ 49 h 796"/>
                <a:gd name="T34" fmla="*/ 192 w 565"/>
                <a:gd name="T35" fmla="*/ 49 h 796"/>
                <a:gd name="T36" fmla="*/ 162 w 565"/>
                <a:gd name="T37" fmla="*/ 60 h 796"/>
                <a:gd name="T38" fmla="*/ 109 w 565"/>
                <a:gd name="T39" fmla="*/ 69 h 796"/>
                <a:gd name="T40" fmla="*/ 78 w 565"/>
                <a:gd name="T41" fmla="*/ 61 h 796"/>
                <a:gd name="T42" fmla="*/ 70 w 565"/>
                <a:gd name="T43" fmla="*/ 51 h 796"/>
                <a:gd name="T44" fmla="*/ 65 w 565"/>
                <a:gd name="T45" fmla="*/ 30 h 796"/>
                <a:gd name="T46" fmla="*/ 31 w 565"/>
                <a:gd name="T47" fmla="*/ 1 h 796"/>
                <a:gd name="T48" fmla="*/ 1 w 565"/>
                <a:gd name="T49" fmla="*/ 35 h 796"/>
                <a:gd name="T50" fmla="*/ 13 w 565"/>
                <a:gd name="T51" fmla="*/ 80 h 796"/>
                <a:gd name="T52" fmla="*/ 57 w 565"/>
                <a:gd name="T53" fmla="*/ 122 h 796"/>
                <a:gd name="T54" fmla="*/ 109 w 565"/>
                <a:gd name="T55" fmla="*/ 133 h 796"/>
                <a:gd name="T56" fmla="*/ 141 w 565"/>
                <a:gd name="T57" fmla="*/ 130 h 796"/>
                <a:gd name="T58" fmla="*/ 52 w 565"/>
                <a:gd name="T59" fmla="*/ 401 h 796"/>
                <a:gd name="T60" fmla="*/ 51 w 565"/>
                <a:gd name="T61" fmla="*/ 408 h 796"/>
                <a:gd name="T62" fmla="*/ 34 w 565"/>
                <a:gd name="T63" fmla="*/ 746 h 796"/>
                <a:gd name="T64" fmla="*/ 84 w 565"/>
                <a:gd name="T65" fmla="*/ 796 h 796"/>
                <a:gd name="T66" fmla="*/ 134 w 565"/>
                <a:gd name="T67" fmla="*/ 746 h 796"/>
                <a:gd name="T68" fmla="*/ 145 w 565"/>
                <a:gd name="T69" fmla="*/ 472 h 796"/>
                <a:gd name="T70" fmla="*/ 147 w 565"/>
                <a:gd name="T71" fmla="*/ 451 h 796"/>
                <a:gd name="T72" fmla="*/ 180 w 565"/>
                <a:gd name="T73" fmla="*/ 455 h 796"/>
                <a:gd name="T74" fmla="*/ 300 w 565"/>
                <a:gd name="T75" fmla="*/ 770 h 796"/>
                <a:gd name="T76" fmla="*/ 344 w 565"/>
                <a:gd name="T77" fmla="*/ 796 h 796"/>
                <a:gd name="T78" fmla="*/ 368 w 565"/>
                <a:gd name="T79" fmla="*/ 790 h 796"/>
                <a:gd name="T80" fmla="*/ 389 w 565"/>
                <a:gd name="T81" fmla="*/ 723 h 796"/>
                <a:gd name="T82" fmla="*/ 271 w 565"/>
                <a:gd name="T83" fmla="*/ 383 h 796"/>
                <a:gd name="T84" fmla="*/ 333 w 565"/>
                <a:gd name="T85" fmla="*/ 219 h 796"/>
                <a:gd name="T86" fmla="*/ 344 w 565"/>
                <a:gd name="T87" fmla="*/ 229 h 796"/>
                <a:gd name="T88" fmla="*/ 383 w 565"/>
                <a:gd name="T89" fmla="*/ 258 h 796"/>
                <a:gd name="T90" fmla="*/ 436 w 565"/>
                <a:gd name="T91" fmla="*/ 273 h 796"/>
                <a:gd name="T92" fmla="*/ 436 w 565"/>
                <a:gd name="T93" fmla="*/ 273 h 796"/>
                <a:gd name="T94" fmla="*/ 478 w 565"/>
                <a:gd name="T95" fmla="*/ 262 h 796"/>
                <a:gd name="T96" fmla="*/ 528 w 565"/>
                <a:gd name="T97" fmla="*/ 207 h 796"/>
                <a:gd name="T98" fmla="*/ 562 w 565"/>
                <a:gd name="T99" fmla="*/ 105 h 796"/>
                <a:gd name="T100" fmla="*/ 537 w 565"/>
                <a:gd name="T101" fmla="*/ 67 h 7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65" h="796">
                  <a:moveTo>
                    <a:pt x="537" y="67"/>
                  </a:moveTo>
                  <a:cubicBezTo>
                    <a:pt x="520" y="63"/>
                    <a:pt x="503" y="74"/>
                    <a:pt x="499" y="92"/>
                  </a:cubicBezTo>
                  <a:cubicBezTo>
                    <a:pt x="488" y="144"/>
                    <a:pt x="474" y="176"/>
                    <a:pt x="462" y="192"/>
                  </a:cubicBezTo>
                  <a:cubicBezTo>
                    <a:pt x="456" y="200"/>
                    <a:pt x="451" y="204"/>
                    <a:pt x="447" y="206"/>
                  </a:cubicBezTo>
                  <a:cubicBezTo>
                    <a:pt x="443" y="208"/>
                    <a:pt x="440" y="209"/>
                    <a:pt x="436" y="209"/>
                  </a:cubicBezTo>
                  <a:cubicBezTo>
                    <a:pt x="430" y="209"/>
                    <a:pt x="423" y="207"/>
                    <a:pt x="414" y="202"/>
                  </a:cubicBezTo>
                  <a:cubicBezTo>
                    <a:pt x="401" y="195"/>
                    <a:pt x="386" y="182"/>
                    <a:pt x="376" y="171"/>
                  </a:cubicBezTo>
                  <a:cubicBezTo>
                    <a:pt x="371" y="165"/>
                    <a:pt x="367" y="160"/>
                    <a:pt x="365" y="157"/>
                  </a:cubicBezTo>
                  <a:cubicBezTo>
                    <a:pt x="363" y="155"/>
                    <a:pt x="362" y="154"/>
                    <a:pt x="361" y="153"/>
                  </a:cubicBezTo>
                  <a:cubicBezTo>
                    <a:pt x="361" y="152"/>
                    <a:pt x="361" y="152"/>
                    <a:pt x="361" y="152"/>
                  </a:cubicBezTo>
                  <a:cubicBezTo>
                    <a:pt x="361" y="152"/>
                    <a:pt x="361" y="152"/>
                    <a:pt x="361" y="152"/>
                  </a:cubicBezTo>
                  <a:cubicBezTo>
                    <a:pt x="359" y="149"/>
                    <a:pt x="357" y="147"/>
                    <a:pt x="354" y="145"/>
                  </a:cubicBezTo>
                  <a:cubicBezTo>
                    <a:pt x="353" y="143"/>
                    <a:pt x="350" y="140"/>
                    <a:pt x="347" y="138"/>
                  </a:cubicBezTo>
                  <a:cubicBezTo>
                    <a:pt x="306" y="109"/>
                    <a:pt x="265" y="81"/>
                    <a:pt x="223" y="52"/>
                  </a:cubicBezTo>
                  <a:cubicBezTo>
                    <a:pt x="222" y="51"/>
                    <a:pt x="221" y="50"/>
                    <a:pt x="220" y="50"/>
                  </a:cubicBezTo>
                  <a:cubicBezTo>
                    <a:pt x="211" y="45"/>
                    <a:pt x="201" y="45"/>
                    <a:pt x="192" y="49"/>
                  </a:cubicBezTo>
                  <a:cubicBezTo>
                    <a:pt x="192" y="49"/>
                    <a:pt x="192" y="49"/>
                    <a:pt x="192" y="49"/>
                  </a:cubicBezTo>
                  <a:cubicBezTo>
                    <a:pt x="192" y="49"/>
                    <a:pt x="192" y="49"/>
                    <a:pt x="192" y="49"/>
                  </a:cubicBezTo>
                  <a:cubicBezTo>
                    <a:pt x="190" y="50"/>
                    <a:pt x="178" y="55"/>
                    <a:pt x="162" y="60"/>
                  </a:cubicBezTo>
                  <a:cubicBezTo>
                    <a:pt x="146" y="64"/>
                    <a:pt x="126" y="69"/>
                    <a:pt x="109" y="69"/>
                  </a:cubicBezTo>
                  <a:cubicBezTo>
                    <a:pt x="95" y="69"/>
                    <a:pt x="84" y="65"/>
                    <a:pt x="78" y="61"/>
                  </a:cubicBezTo>
                  <a:cubicBezTo>
                    <a:pt x="75" y="59"/>
                    <a:pt x="72" y="56"/>
                    <a:pt x="70" y="51"/>
                  </a:cubicBezTo>
                  <a:cubicBezTo>
                    <a:pt x="68" y="47"/>
                    <a:pt x="66" y="40"/>
                    <a:pt x="65" y="30"/>
                  </a:cubicBezTo>
                  <a:cubicBezTo>
                    <a:pt x="64" y="13"/>
                    <a:pt x="48" y="0"/>
                    <a:pt x="31" y="1"/>
                  </a:cubicBezTo>
                  <a:cubicBezTo>
                    <a:pt x="13" y="2"/>
                    <a:pt x="0" y="18"/>
                    <a:pt x="1" y="35"/>
                  </a:cubicBezTo>
                  <a:cubicBezTo>
                    <a:pt x="2" y="52"/>
                    <a:pt x="6" y="67"/>
                    <a:pt x="13" y="80"/>
                  </a:cubicBezTo>
                  <a:cubicBezTo>
                    <a:pt x="23" y="100"/>
                    <a:pt x="39" y="114"/>
                    <a:pt x="57" y="122"/>
                  </a:cubicBezTo>
                  <a:cubicBezTo>
                    <a:pt x="74" y="130"/>
                    <a:pt x="92" y="132"/>
                    <a:pt x="109" y="133"/>
                  </a:cubicBezTo>
                  <a:cubicBezTo>
                    <a:pt x="120" y="132"/>
                    <a:pt x="131" y="132"/>
                    <a:pt x="141" y="130"/>
                  </a:cubicBezTo>
                  <a:cubicBezTo>
                    <a:pt x="97" y="215"/>
                    <a:pt x="67" y="306"/>
                    <a:pt x="52" y="401"/>
                  </a:cubicBezTo>
                  <a:cubicBezTo>
                    <a:pt x="52" y="403"/>
                    <a:pt x="51" y="406"/>
                    <a:pt x="51" y="408"/>
                  </a:cubicBezTo>
                  <a:cubicBezTo>
                    <a:pt x="45" y="455"/>
                    <a:pt x="34" y="559"/>
                    <a:pt x="34" y="746"/>
                  </a:cubicBezTo>
                  <a:cubicBezTo>
                    <a:pt x="34" y="774"/>
                    <a:pt x="57" y="796"/>
                    <a:pt x="84" y="796"/>
                  </a:cubicBezTo>
                  <a:cubicBezTo>
                    <a:pt x="112" y="796"/>
                    <a:pt x="134" y="774"/>
                    <a:pt x="134" y="746"/>
                  </a:cubicBezTo>
                  <a:cubicBezTo>
                    <a:pt x="134" y="615"/>
                    <a:pt x="140" y="527"/>
                    <a:pt x="145" y="472"/>
                  </a:cubicBezTo>
                  <a:cubicBezTo>
                    <a:pt x="145" y="465"/>
                    <a:pt x="146" y="458"/>
                    <a:pt x="147" y="451"/>
                  </a:cubicBezTo>
                  <a:cubicBezTo>
                    <a:pt x="158" y="453"/>
                    <a:pt x="169" y="454"/>
                    <a:pt x="180" y="455"/>
                  </a:cubicBezTo>
                  <a:cubicBezTo>
                    <a:pt x="193" y="526"/>
                    <a:pt x="226" y="630"/>
                    <a:pt x="300" y="770"/>
                  </a:cubicBezTo>
                  <a:cubicBezTo>
                    <a:pt x="309" y="787"/>
                    <a:pt x="327" y="796"/>
                    <a:pt x="344" y="796"/>
                  </a:cubicBezTo>
                  <a:cubicBezTo>
                    <a:pt x="352" y="796"/>
                    <a:pt x="360" y="794"/>
                    <a:pt x="368" y="790"/>
                  </a:cubicBezTo>
                  <a:cubicBezTo>
                    <a:pt x="392" y="777"/>
                    <a:pt x="402" y="747"/>
                    <a:pt x="389" y="723"/>
                  </a:cubicBezTo>
                  <a:cubicBezTo>
                    <a:pt x="292" y="541"/>
                    <a:pt x="274" y="430"/>
                    <a:pt x="271" y="383"/>
                  </a:cubicBezTo>
                  <a:cubicBezTo>
                    <a:pt x="284" y="326"/>
                    <a:pt x="305" y="270"/>
                    <a:pt x="333" y="219"/>
                  </a:cubicBezTo>
                  <a:cubicBezTo>
                    <a:pt x="337" y="222"/>
                    <a:pt x="340" y="225"/>
                    <a:pt x="344" y="229"/>
                  </a:cubicBezTo>
                  <a:cubicBezTo>
                    <a:pt x="355" y="239"/>
                    <a:pt x="367" y="249"/>
                    <a:pt x="383" y="258"/>
                  </a:cubicBezTo>
                  <a:cubicBezTo>
                    <a:pt x="398" y="266"/>
                    <a:pt x="416" y="273"/>
                    <a:pt x="436" y="273"/>
                  </a:cubicBezTo>
                  <a:cubicBezTo>
                    <a:pt x="436" y="273"/>
                    <a:pt x="436" y="273"/>
                    <a:pt x="436" y="273"/>
                  </a:cubicBezTo>
                  <a:cubicBezTo>
                    <a:pt x="450" y="273"/>
                    <a:pt x="465" y="270"/>
                    <a:pt x="478" y="262"/>
                  </a:cubicBezTo>
                  <a:cubicBezTo>
                    <a:pt x="498" y="251"/>
                    <a:pt x="515" y="232"/>
                    <a:pt x="528" y="207"/>
                  </a:cubicBezTo>
                  <a:cubicBezTo>
                    <a:pt x="542" y="181"/>
                    <a:pt x="553" y="148"/>
                    <a:pt x="562" y="105"/>
                  </a:cubicBezTo>
                  <a:cubicBezTo>
                    <a:pt x="565" y="87"/>
                    <a:pt x="554" y="70"/>
                    <a:pt x="537"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21" name="组合 120"/>
          <p:cNvGrpSpPr/>
          <p:nvPr/>
        </p:nvGrpSpPr>
        <p:grpSpPr>
          <a:xfrm>
            <a:off x="7799388" y="3014663"/>
            <a:ext cx="2141537" cy="1401763"/>
            <a:chOff x="1906588" y="3014663"/>
            <a:chExt cx="2141537" cy="1401763"/>
          </a:xfrm>
          <a:solidFill>
            <a:schemeClr val="tx1">
              <a:lumMod val="65000"/>
              <a:lumOff val="35000"/>
            </a:schemeClr>
          </a:solidFill>
        </p:grpSpPr>
        <p:sp>
          <p:nvSpPr>
            <p:cNvPr id="122" name="Freeform 25"/>
            <p:cNvSpPr>
              <a:spLocks/>
            </p:cNvSpPr>
            <p:nvPr/>
          </p:nvSpPr>
          <p:spPr bwMode="auto">
            <a:xfrm>
              <a:off x="2205038" y="3014663"/>
              <a:ext cx="333375" cy="331788"/>
            </a:xfrm>
            <a:custGeom>
              <a:avLst/>
              <a:gdLst>
                <a:gd name="T0" fmla="*/ 149 w 214"/>
                <a:gd name="T1" fmla="*/ 191 h 214"/>
                <a:gd name="T2" fmla="*/ 191 w 214"/>
                <a:gd name="T3" fmla="*/ 65 h 214"/>
                <a:gd name="T4" fmla="*/ 65 w 214"/>
                <a:gd name="T5" fmla="*/ 23 h 214"/>
                <a:gd name="T6" fmla="*/ 23 w 214"/>
                <a:gd name="T7" fmla="*/ 149 h 214"/>
                <a:gd name="T8" fmla="*/ 149 w 214"/>
                <a:gd name="T9" fmla="*/ 191 h 214"/>
              </a:gdLst>
              <a:ahLst/>
              <a:cxnLst>
                <a:cxn ang="0">
                  <a:pos x="T0" y="T1"/>
                </a:cxn>
                <a:cxn ang="0">
                  <a:pos x="T2" y="T3"/>
                </a:cxn>
                <a:cxn ang="0">
                  <a:pos x="T4" y="T5"/>
                </a:cxn>
                <a:cxn ang="0">
                  <a:pos x="T6" y="T7"/>
                </a:cxn>
                <a:cxn ang="0">
                  <a:pos x="T8" y="T9"/>
                </a:cxn>
              </a:cxnLst>
              <a:rect l="0" t="0" r="r" b="b"/>
              <a:pathLst>
                <a:path w="214" h="214">
                  <a:moveTo>
                    <a:pt x="149" y="191"/>
                  </a:moveTo>
                  <a:cubicBezTo>
                    <a:pt x="195" y="168"/>
                    <a:pt x="214" y="112"/>
                    <a:pt x="191" y="65"/>
                  </a:cubicBezTo>
                  <a:cubicBezTo>
                    <a:pt x="168" y="19"/>
                    <a:pt x="112" y="0"/>
                    <a:pt x="65" y="23"/>
                  </a:cubicBezTo>
                  <a:cubicBezTo>
                    <a:pt x="19" y="46"/>
                    <a:pt x="0" y="102"/>
                    <a:pt x="23" y="149"/>
                  </a:cubicBezTo>
                  <a:cubicBezTo>
                    <a:pt x="46" y="195"/>
                    <a:pt x="102" y="214"/>
                    <a:pt x="149" y="1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26"/>
            <p:cNvSpPr>
              <a:spLocks/>
            </p:cNvSpPr>
            <p:nvPr/>
          </p:nvSpPr>
          <p:spPr bwMode="auto">
            <a:xfrm>
              <a:off x="1906588" y="3225801"/>
              <a:ext cx="1397000" cy="1190625"/>
            </a:xfrm>
            <a:custGeom>
              <a:avLst/>
              <a:gdLst>
                <a:gd name="T0" fmla="*/ 871 w 899"/>
                <a:gd name="T1" fmla="*/ 458 h 766"/>
                <a:gd name="T2" fmla="*/ 899 w 899"/>
                <a:gd name="T3" fmla="*/ 363 h 766"/>
                <a:gd name="T4" fmla="*/ 555 w 899"/>
                <a:gd name="T5" fmla="*/ 223 h 766"/>
                <a:gd name="T6" fmla="*/ 534 w 899"/>
                <a:gd name="T7" fmla="*/ 224 h 766"/>
                <a:gd name="T8" fmla="*/ 404 w 899"/>
                <a:gd name="T9" fmla="*/ 65 h 766"/>
                <a:gd name="T10" fmla="*/ 477 w 899"/>
                <a:gd name="T11" fmla="*/ 81 h 766"/>
                <a:gd name="T12" fmla="*/ 599 w 899"/>
                <a:gd name="T13" fmla="*/ 164 h 766"/>
                <a:gd name="T14" fmla="*/ 622 w 899"/>
                <a:gd name="T15" fmla="*/ 174 h 766"/>
                <a:gd name="T16" fmla="*/ 644 w 899"/>
                <a:gd name="T17" fmla="*/ 166 h 766"/>
                <a:gd name="T18" fmla="*/ 646 w 899"/>
                <a:gd name="T19" fmla="*/ 120 h 766"/>
                <a:gd name="T20" fmla="*/ 499 w 899"/>
                <a:gd name="T21" fmla="*/ 21 h 766"/>
                <a:gd name="T22" fmla="*/ 397 w 899"/>
                <a:gd name="T23" fmla="*/ 0 h 766"/>
                <a:gd name="T24" fmla="*/ 364 w 899"/>
                <a:gd name="T25" fmla="*/ 50 h 766"/>
                <a:gd name="T26" fmla="*/ 344 w 899"/>
                <a:gd name="T27" fmla="*/ 62 h 766"/>
                <a:gd name="T28" fmla="*/ 266 w 899"/>
                <a:gd name="T29" fmla="*/ 68 h 766"/>
                <a:gd name="T30" fmla="*/ 248 w 899"/>
                <a:gd name="T31" fmla="*/ 59 h 766"/>
                <a:gd name="T32" fmla="*/ 174 w 899"/>
                <a:gd name="T33" fmla="*/ 128 h 766"/>
                <a:gd name="T34" fmla="*/ 10 w 899"/>
                <a:gd name="T35" fmla="*/ 301 h 766"/>
                <a:gd name="T36" fmla="*/ 16 w 899"/>
                <a:gd name="T37" fmla="*/ 346 h 766"/>
                <a:gd name="T38" fmla="*/ 36 w 899"/>
                <a:gd name="T39" fmla="*/ 353 h 766"/>
                <a:gd name="T40" fmla="*/ 61 w 899"/>
                <a:gd name="T41" fmla="*/ 340 h 766"/>
                <a:gd name="T42" fmla="*/ 211 w 899"/>
                <a:gd name="T43" fmla="*/ 180 h 766"/>
                <a:gd name="T44" fmla="*/ 392 w 899"/>
                <a:gd name="T45" fmla="*/ 344 h 766"/>
                <a:gd name="T46" fmla="*/ 375 w 899"/>
                <a:gd name="T47" fmla="*/ 655 h 766"/>
                <a:gd name="T48" fmla="*/ 376 w 899"/>
                <a:gd name="T49" fmla="*/ 718 h 766"/>
                <a:gd name="T50" fmla="*/ 426 w 899"/>
                <a:gd name="T51" fmla="*/ 766 h 766"/>
                <a:gd name="T52" fmla="*/ 428 w 899"/>
                <a:gd name="T53" fmla="*/ 766 h 766"/>
                <a:gd name="T54" fmla="*/ 476 w 899"/>
                <a:gd name="T55" fmla="*/ 715 h 766"/>
                <a:gd name="T56" fmla="*/ 475 w 899"/>
                <a:gd name="T57" fmla="*/ 655 h 766"/>
                <a:gd name="T58" fmla="*/ 484 w 899"/>
                <a:gd name="T59" fmla="*/ 433 h 766"/>
                <a:gd name="T60" fmla="*/ 491 w 899"/>
                <a:gd name="T61" fmla="*/ 359 h 766"/>
                <a:gd name="T62" fmla="*/ 493 w 899"/>
                <a:gd name="T63" fmla="*/ 338 h 766"/>
                <a:gd name="T64" fmla="*/ 494 w 899"/>
                <a:gd name="T65" fmla="*/ 331 h 766"/>
                <a:gd name="T66" fmla="*/ 501 w 899"/>
                <a:gd name="T67" fmla="*/ 330 h 766"/>
                <a:gd name="T68" fmla="*/ 501 w 899"/>
                <a:gd name="T69" fmla="*/ 329 h 766"/>
                <a:gd name="T70" fmla="*/ 555 w 899"/>
                <a:gd name="T71" fmla="*/ 323 h 766"/>
                <a:gd name="T72" fmla="*/ 843 w 899"/>
                <a:gd name="T73" fmla="*/ 446 h 766"/>
                <a:gd name="T74" fmla="*/ 871 w 899"/>
                <a:gd name="T75" fmla="*/ 458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99" h="766">
                  <a:moveTo>
                    <a:pt x="871" y="458"/>
                  </a:moveTo>
                  <a:cubicBezTo>
                    <a:pt x="899" y="363"/>
                    <a:pt x="899" y="363"/>
                    <a:pt x="899" y="363"/>
                  </a:cubicBezTo>
                  <a:cubicBezTo>
                    <a:pt x="759" y="249"/>
                    <a:pt x="634" y="223"/>
                    <a:pt x="555" y="223"/>
                  </a:cubicBezTo>
                  <a:cubicBezTo>
                    <a:pt x="548" y="223"/>
                    <a:pt x="541" y="223"/>
                    <a:pt x="534" y="224"/>
                  </a:cubicBezTo>
                  <a:cubicBezTo>
                    <a:pt x="404" y="65"/>
                    <a:pt x="404" y="65"/>
                    <a:pt x="404" y="65"/>
                  </a:cubicBezTo>
                  <a:cubicBezTo>
                    <a:pt x="424" y="67"/>
                    <a:pt x="450" y="71"/>
                    <a:pt x="477" y="81"/>
                  </a:cubicBezTo>
                  <a:cubicBezTo>
                    <a:pt x="516" y="95"/>
                    <a:pt x="558" y="120"/>
                    <a:pt x="599" y="164"/>
                  </a:cubicBezTo>
                  <a:cubicBezTo>
                    <a:pt x="605" y="171"/>
                    <a:pt x="614" y="174"/>
                    <a:pt x="622" y="174"/>
                  </a:cubicBezTo>
                  <a:cubicBezTo>
                    <a:pt x="630" y="174"/>
                    <a:pt x="638" y="171"/>
                    <a:pt x="644" y="166"/>
                  </a:cubicBezTo>
                  <a:cubicBezTo>
                    <a:pt x="657" y="154"/>
                    <a:pt x="658" y="133"/>
                    <a:pt x="646" y="120"/>
                  </a:cubicBezTo>
                  <a:cubicBezTo>
                    <a:pt x="598" y="68"/>
                    <a:pt x="546" y="38"/>
                    <a:pt x="499" y="21"/>
                  </a:cubicBezTo>
                  <a:cubicBezTo>
                    <a:pt x="460" y="7"/>
                    <a:pt x="424" y="2"/>
                    <a:pt x="397" y="0"/>
                  </a:cubicBezTo>
                  <a:cubicBezTo>
                    <a:pt x="391" y="19"/>
                    <a:pt x="380" y="36"/>
                    <a:pt x="364" y="50"/>
                  </a:cubicBezTo>
                  <a:cubicBezTo>
                    <a:pt x="358" y="55"/>
                    <a:pt x="351" y="59"/>
                    <a:pt x="344" y="62"/>
                  </a:cubicBezTo>
                  <a:cubicBezTo>
                    <a:pt x="320" y="74"/>
                    <a:pt x="292" y="76"/>
                    <a:pt x="266" y="68"/>
                  </a:cubicBezTo>
                  <a:cubicBezTo>
                    <a:pt x="260" y="65"/>
                    <a:pt x="254" y="63"/>
                    <a:pt x="248" y="59"/>
                  </a:cubicBezTo>
                  <a:cubicBezTo>
                    <a:pt x="230" y="75"/>
                    <a:pt x="204" y="99"/>
                    <a:pt x="174" y="128"/>
                  </a:cubicBezTo>
                  <a:cubicBezTo>
                    <a:pt x="119" y="179"/>
                    <a:pt x="54" y="244"/>
                    <a:pt x="10" y="301"/>
                  </a:cubicBezTo>
                  <a:cubicBezTo>
                    <a:pt x="0" y="315"/>
                    <a:pt x="2" y="335"/>
                    <a:pt x="16" y="346"/>
                  </a:cubicBezTo>
                  <a:cubicBezTo>
                    <a:pt x="22" y="351"/>
                    <a:pt x="29" y="353"/>
                    <a:pt x="36" y="353"/>
                  </a:cubicBezTo>
                  <a:cubicBezTo>
                    <a:pt x="45" y="353"/>
                    <a:pt x="55" y="348"/>
                    <a:pt x="61" y="340"/>
                  </a:cubicBezTo>
                  <a:cubicBezTo>
                    <a:pt x="99" y="290"/>
                    <a:pt x="159" y="229"/>
                    <a:pt x="211" y="180"/>
                  </a:cubicBezTo>
                  <a:cubicBezTo>
                    <a:pt x="392" y="344"/>
                    <a:pt x="392" y="344"/>
                    <a:pt x="392" y="344"/>
                  </a:cubicBezTo>
                  <a:cubicBezTo>
                    <a:pt x="387" y="397"/>
                    <a:pt x="375" y="527"/>
                    <a:pt x="375" y="655"/>
                  </a:cubicBezTo>
                  <a:cubicBezTo>
                    <a:pt x="375" y="676"/>
                    <a:pt x="376" y="697"/>
                    <a:pt x="376" y="718"/>
                  </a:cubicBezTo>
                  <a:cubicBezTo>
                    <a:pt x="377" y="745"/>
                    <a:pt x="399" y="766"/>
                    <a:pt x="426" y="766"/>
                  </a:cubicBezTo>
                  <a:cubicBezTo>
                    <a:pt x="427" y="766"/>
                    <a:pt x="427" y="766"/>
                    <a:pt x="428" y="766"/>
                  </a:cubicBezTo>
                  <a:cubicBezTo>
                    <a:pt x="456" y="765"/>
                    <a:pt x="477" y="742"/>
                    <a:pt x="476" y="715"/>
                  </a:cubicBezTo>
                  <a:cubicBezTo>
                    <a:pt x="476" y="695"/>
                    <a:pt x="475" y="675"/>
                    <a:pt x="475" y="655"/>
                  </a:cubicBezTo>
                  <a:cubicBezTo>
                    <a:pt x="475" y="576"/>
                    <a:pt x="480" y="494"/>
                    <a:pt x="484" y="433"/>
                  </a:cubicBezTo>
                  <a:cubicBezTo>
                    <a:pt x="487" y="402"/>
                    <a:pt x="489" y="377"/>
                    <a:pt x="491" y="359"/>
                  </a:cubicBezTo>
                  <a:cubicBezTo>
                    <a:pt x="492" y="350"/>
                    <a:pt x="492" y="343"/>
                    <a:pt x="493" y="338"/>
                  </a:cubicBezTo>
                  <a:cubicBezTo>
                    <a:pt x="493" y="334"/>
                    <a:pt x="493" y="332"/>
                    <a:pt x="494" y="331"/>
                  </a:cubicBezTo>
                  <a:cubicBezTo>
                    <a:pt x="496" y="331"/>
                    <a:pt x="498" y="330"/>
                    <a:pt x="501" y="330"/>
                  </a:cubicBezTo>
                  <a:cubicBezTo>
                    <a:pt x="501" y="330"/>
                    <a:pt x="501" y="330"/>
                    <a:pt x="501" y="329"/>
                  </a:cubicBezTo>
                  <a:cubicBezTo>
                    <a:pt x="504" y="328"/>
                    <a:pt x="524" y="323"/>
                    <a:pt x="555" y="323"/>
                  </a:cubicBezTo>
                  <a:cubicBezTo>
                    <a:pt x="614" y="323"/>
                    <a:pt x="716" y="341"/>
                    <a:pt x="843" y="446"/>
                  </a:cubicBezTo>
                  <a:cubicBezTo>
                    <a:pt x="851" y="453"/>
                    <a:pt x="861" y="457"/>
                    <a:pt x="871" y="4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27"/>
            <p:cNvSpPr>
              <a:spLocks/>
            </p:cNvSpPr>
            <p:nvPr/>
          </p:nvSpPr>
          <p:spPr bwMode="auto">
            <a:xfrm>
              <a:off x="3178175" y="3670301"/>
              <a:ext cx="623887" cy="727075"/>
            </a:xfrm>
            <a:custGeom>
              <a:avLst/>
              <a:gdLst>
                <a:gd name="T0" fmla="*/ 0 w 393"/>
                <a:gd name="T1" fmla="*/ 373 h 458"/>
                <a:gd name="T2" fmla="*/ 196 w 393"/>
                <a:gd name="T3" fmla="*/ 458 h 458"/>
                <a:gd name="T4" fmla="*/ 393 w 393"/>
                <a:gd name="T5" fmla="*/ 122 h 458"/>
                <a:gd name="T6" fmla="*/ 109 w 393"/>
                <a:gd name="T7" fmla="*/ 0 h 458"/>
                <a:gd name="T8" fmla="*/ 0 w 393"/>
                <a:gd name="T9" fmla="*/ 373 h 458"/>
              </a:gdLst>
              <a:ahLst/>
              <a:cxnLst>
                <a:cxn ang="0">
                  <a:pos x="T0" y="T1"/>
                </a:cxn>
                <a:cxn ang="0">
                  <a:pos x="T2" y="T3"/>
                </a:cxn>
                <a:cxn ang="0">
                  <a:pos x="T4" y="T5"/>
                </a:cxn>
                <a:cxn ang="0">
                  <a:pos x="T6" y="T7"/>
                </a:cxn>
                <a:cxn ang="0">
                  <a:pos x="T8" y="T9"/>
                </a:cxn>
              </a:cxnLst>
              <a:rect l="0" t="0" r="r" b="b"/>
              <a:pathLst>
                <a:path w="393" h="458">
                  <a:moveTo>
                    <a:pt x="0" y="373"/>
                  </a:moveTo>
                  <a:lnTo>
                    <a:pt x="196" y="458"/>
                  </a:lnTo>
                  <a:lnTo>
                    <a:pt x="393" y="122"/>
                  </a:lnTo>
                  <a:lnTo>
                    <a:pt x="109" y="0"/>
                  </a:lnTo>
                  <a:lnTo>
                    <a:pt x="0" y="3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28"/>
            <p:cNvSpPr>
              <a:spLocks noEditPoints="1"/>
            </p:cNvSpPr>
            <p:nvPr/>
          </p:nvSpPr>
          <p:spPr bwMode="auto">
            <a:xfrm>
              <a:off x="3651250" y="3559176"/>
              <a:ext cx="396875" cy="501650"/>
            </a:xfrm>
            <a:custGeom>
              <a:avLst/>
              <a:gdLst>
                <a:gd name="T0" fmla="*/ 192 w 255"/>
                <a:gd name="T1" fmla="*/ 114 h 323"/>
                <a:gd name="T2" fmla="*/ 134 w 255"/>
                <a:gd name="T3" fmla="*/ 87 h 323"/>
                <a:gd name="T4" fmla="*/ 110 w 255"/>
                <a:gd name="T5" fmla="*/ 91 h 323"/>
                <a:gd name="T6" fmla="*/ 44 w 255"/>
                <a:gd name="T7" fmla="*/ 0 h 323"/>
                <a:gd name="T8" fmla="*/ 0 w 255"/>
                <a:gd name="T9" fmla="*/ 31 h 323"/>
                <a:gd name="T10" fmla="*/ 211 w 255"/>
                <a:gd name="T11" fmla="*/ 323 h 323"/>
                <a:gd name="T12" fmla="*/ 255 w 255"/>
                <a:gd name="T13" fmla="*/ 291 h 323"/>
                <a:gd name="T14" fmla="*/ 188 w 255"/>
                <a:gd name="T15" fmla="*/ 200 h 323"/>
                <a:gd name="T16" fmla="*/ 204 w 255"/>
                <a:gd name="T17" fmla="*/ 153 h 323"/>
                <a:gd name="T18" fmla="*/ 192 w 255"/>
                <a:gd name="T19" fmla="*/ 114 h 323"/>
                <a:gd name="T20" fmla="*/ 120 w 255"/>
                <a:gd name="T21" fmla="*/ 105 h 323"/>
                <a:gd name="T22" fmla="*/ 134 w 255"/>
                <a:gd name="T23" fmla="*/ 103 h 323"/>
                <a:gd name="T24" fmla="*/ 134 w 255"/>
                <a:gd name="T25" fmla="*/ 103 h 323"/>
                <a:gd name="T26" fmla="*/ 179 w 255"/>
                <a:gd name="T27" fmla="*/ 124 h 323"/>
                <a:gd name="T28" fmla="*/ 188 w 255"/>
                <a:gd name="T29" fmla="*/ 153 h 323"/>
                <a:gd name="T30" fmla="*/ 179 w 255"/>
                <a:gd name="T31" fmla="*/ 186 h 323"/>
                <a:gd name="T32" fmla="*/ 120 w 255"/>
                <a:gd name="T33" fmla="*/ 105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5" h="323">
                  <a:moveTo>
                    <a:pt x="192" y="114"/>
                  </a:moveTo>
                  <a:cubicBezTo>
                    <a:pt x="178" y="95"/>
                    <a:pt x="154" y="87"/>
                    <a:pt x="134" y="87"/>
                  </a:cubicBezTo>
                  <a:cubicBezTo>
                    <a:pt x="125" y="87"/>
                    <a:pt x="117" y="88"/>
                    <a:pt x="110" y="91"/>
                  </a:cubicBezTo>
                  <a:cubicBezTo>
                    <a:pt x="44" y="0"/>
                    <a:pt x="44" y="0"/>
                    <a:pt x="44" y="0"/>
                  </a:cubicBezTo>
                  <a:cubicBezTo>
                    <a:pt x="0" y="31"/>
                    <a:pt x="0" y="31"/>
                    <a:pt x="0" y="31"/>
                  </a:cubicBezTo>
                  <a:cubicBezTo>
                    <a:pt x="211" y="323"/>
                    <a:pt x="211" y="323"/>
                    <a:pt x="211" y="323"/>
                  </a:cubicBezTo>
                  <a:cubicBezTo>
                    <a:pt x="255" y="291"/>
                    <a:pt x="255" y="291"/>
                    <a:pt x="255" y="291"/>
                  </a:cubicBezTo>
                  <a:cubicBezTo>
                    <a:pt x="188" y="200"/>
                    <a:pt x="188" y="200"/>
                    <a:pt x="188" y="200"/>
                  </a:cubicBezTo>
                  <a:cubicBezTo>
                    <a:pt x="198" y="188"/>
                    <a:pt x="204" y="171"/>
                    <a:pt x="204" y="153"/>
                  </a:cubicBezTo>
                  <a:cubicBezTo>
                    <a:pt x="204" y="140"/>
                    <a:pt x="201" y="126"/>
                    <a:pt x="192" y="114"/>
                  </a:cubicBezTo>
                  <a:close/>
                  <a:moveTo>
                    <a:pt x="120" y="105"/>
                  </a:moveTo>
                  <a:cubicBezTo>
                    <a:pt x="124" y="104"/>
                    <a:pt x="129" y="103"/>
                    <a:pt x="134" y="103"/>
                  </a:cubicBezTo>
                  <a:cubicBezTo>
                    <a:pt x="134" y="103"/>
                    <a:pt x="134" y="103"/>
                    <a:pt x="134" y="103"/>
                  </a:cubicBezTo>
                  <a:cubicBezTo>
                    <a:pt x="150" y="103"/>
                    <a:pt x="169" y="110"/>
                    <a:pt x="179" y="124"/>
                  </a:cubicBezTo>
                  <a:cubicBezTo>
                    <a:pt x="185" y="132"/>
                    <a:pt x="188" y="143"/>
                    <a:pt x="188" y="153"/>
                  </a:cubicBezTo>
                  <a:cubicBezTo>
                    <a:pt x="188" y="166"/>
                    <a:pt x="184" y="178"/>
                    <a:pt x="179" y="186"/>
                  </a:cubicBezTo>
                  <a:lnTo>
                    <a:pt x="120" y="1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29"/>
            <p:cNvSpPr>
              <a:spLocks/>
            </p:cNvSpPr>
            <p:nvPr/>
          </p:nvSpPr>
          <p:spPr bwMode="auto">
            <a:xfrm>
              <a:off x="3130550" y="3384551"/>
              <a:ext cx="442912" cy="258763"/>
            </a:xfrm>
            <a:custGeom>
              <a:avLst/>
              <a:gdLst>
                <a:gd name="T0" fmla="*/ 1 w 285"/>
                <a:gd name="T1" fmla="*/ 110 h 166"/>
                <a:gd name="T2" fmla="*/ 2 w 285"/>
                <a:gd name="T3" fmla="*/ 117 h 166"/>
                <a:gd name="T4" fmla="*/ 37 w 285"/>
                <a:gd name="T5" fmla="*/ 163 h 166"/>
                <a:gd name="T6" fmla="*/ 42 w 285"/>
                <a:gd name="T7" fmla="*/ 166 h 166"/>
                <a:gd name="T8" fmla="*/ 45 w 285"/>
                <a:gd name="T9" fmla="*/ 164 h 166"/>
                <a:gd name="T10" fmla="*/ 47 w 285"/>
                <a:gd name="T11" fmla="*/ 156 h 166"/>
                <a:gd name="T12" fmla="*/ 20 w 285"/>
                <a:gd name="T13" fmla="*/ 121 h 166"/>
                <a:gd name="T14" fmla="*/ 64 w 285"/>
                <a:gd name="T15" fmla="*/ 128 h 166"/>
                <a:gd name="T16" fmla="*/ 69 w 285"/>
                <a:gd name="T17" fmla="*/ 126 h 166"/>
                <a:gd name="T18" fmla="*/ 71 w 285"/>
                <a:gd name="T19" fmla="*/ 121 h 166"/>
                <a:gd name="T20" fmla="*/ 64 w 285"/>
                <a:gd name="T21" fmla="*/ 46 h 166"/>
                <a:gd name="T22" fmla="*/ 104 w 285"/>
                <a:gd name="T23" fmla="*/ 89 h 166"/>
                <a:gd name="T24" fmla="*/ 110 w 285"/>
                <a:gd name="T25" fmla="*/ 91 h 166"/>
                <a:gd name="T26" fmla="*/ 114 w 285"/>
                <a:gd name="T27" fmla="*/ 87 h 166"/>
                <a:gd name="T28" fmla="*/ 140 w 285"/>
                <a:gd name="T29" fmla="*/ 24 h 166"/>
                <a:gd name="T30" fmla="*/ 159 w 285"/>
                <a:gd name="T31" fmla="*/ 84 h 166"/>
                <a:gd name="T32" fmla="*/ 163 w 285"/>
                <a:gd name="T33" fmla="*/ 88 h 166"/>
                <a:gd name="T34" fmla="*/ 169 w 285"/>
                <a:gd name="T35" fmla="*/ 87 h 166"/>
                <a:gd name="T36" fmla="*/ 223 w 285"/>
                <a:gd name="T37" fmla="*/ 44 h 166"/>
                <a:gd name="T38" fmla="*/ 204 w 285"/>
                <a:gd name="T39" fmla="*/ 113 h 166"/>
                <a:gd name="T40" fmla="*/ 205 w 285"/>
                <a:gd name="T41" fmla="*/ 118 h 166"/>
                <a:gd name="T42" fmla="*/ 210 w 285"/>
                <a:gd name="T43" fmla="*/ 120 h 166"/>
                <a:gd name="T44" fmla="*/ 264 w 285"/>
                <a:gd name="T45" fmla="*/ 112 h 166"/>
                <a:gd name="T46" fmla="*/ 234 w 285"/>
                <a:gd name="T47" fmla="*/ 148 h 166"/>
                <a:gd name="T48" fmla="*/ 235 w 285"/>
                <a:gd name="T49" fmla="*/ 156 h 166"/>
                <a:gd name="T50" fmla="*/ 243 w 285"/>
                <a:gd name="T51" fmla="*/ 155 h 166"/>
                <a:gd name="T52" fmla="*/ 283 w 285"/>
                <a:gd name="T53" fmla="*/ 108 h 166"/>
                <a:gd name="T54" fmla="*/ 284 w 285"/>
                <a:gd name="T55" fmla="*/ 101 h 166"/>
                <a:gd name="T56" fmla="*/ 278 w 285"/>
                <a:gd name="T57" fmla="*/ 98 h 166"/>
                <a:gd name="T58" fmla="*/ 218 w 285"/>
                <a:gd name="T59" fmla="*/ 107 h 166"/>
                <a:gd name="T60" fmla="*/ 240 w 285"/>
                <a:gd name="T61" fmla="*/ 30 h 166"/>
                <a:gd name="T62" fmla="*/ 237 w 285"/>
                <a:gd name="T63" fmla="*/ 23 h 166"/>
                <a:gd name="T64" fmla="*/ 230 w 285"/>
                <a:gd name="T65" fmla="*/ 23 h 166"/>
                <a:gd name="T66" fmla="*/ 168 w 285"/>
                <a:gd name="T67" fmla="*/ 72 h 166"/>
                <a:gd name="T68" fmla="*/ 147 w 285"/>
                <a:gd name="T69" fmla="*/ 5 h 166"/>
                <a:gd name="T70" fmla="*/ 141 w 285"/>
                <a:gd name="T71" fmla="*/ 0 h 166"/>
                <a:gd name="T72" fmla="*/ 135 w 285"/>
                <a:gd name="T73" fmla="*/ 4 h 166"/>
                <a:gd name="T74" fmla="*/ 107 w 285"/>
                <a:gd name="T75" fmla="*/ 74 h 166"/>
                <a:gd name="T76" fmla="*/ 60 w 285"/>
                <a:gd name="T77" fmla="*/ 25 h 166"/>
                <a:gd name="T78" fmla="*/ 54 w 285"/>
                <a:gd name="T79" fmla="*/ 23 h 166"/>
                <a:gd name="T80" fmla="*/ 50 w 285"/>
                <a:gd name="T81" fmla="*/ 30 h 166"/>
                <a:gd name="T82" fmla="*/ 58 w 285"/>
                <a:gd name="T83" fmla="*/ 115 h 166"/>
                <a:gd name="T84" fmla="*/ 7 w 285"/>
                <a:gd name="T85" fmla="*/ 107 h 166"/>
                <a:gd name="T86" fmla="*/ 1 w 285"/>
                <a:gd name="T87" fmla="*/ 11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85" h="166">
                  <a:moveTo>
                    <a:pt x="1" y="110"/>
                  </a:moveTo>
                  <a:cubicBezTo>
                    <a:pt x="0" y="112"/>
                    <a:pt x="0" y="115"/>
                    <a:pt x="2" y="117"/>
                  </a:cubicBezTo>
                  <a:cubicBezTo>
                    <a:pt x="37" y="163"/>
                    <a:pt x="37" y="163"/>
                    <a:pt x="37" y="163"/>
                  </a:cubicBezTo>
                  <a:cubicBezTo>
                    <a:pt x="38" y="165"/>
                    <a:pt x="40" y="166"/>
                    <a:pt x="42" y="166"/>
                  </a:cubicBezTo>
                  <a:cubicBezTo>
                    <a:pt x="43" y="166"/>
                    <a:pt x="44" y="165"/>
                    <a:pt x="45" y="164"/>
                  </a:cubicBezTo>
                  <a:cubicBezTo>
                    <a:pt x="48" y="162"/>
                    <a:pt x="49" y="159"/>
                    <a:pt x="47" y="156"/>
                  </a:cubicBezTo>
                  <a:cubicBezTo>
                    <a:pt x="20" y="121"/>
                    <a:pt x="20" y="121"/>
                    <a:pt x="20" y="121"/>
                  </a:cubicBezTo>
                  <a:cubicBezTo>
                    <a:pt x="64" y="128"/>
                    <a:pt x="64" y="128"/>
                    <a:pt x="64" y="128"/>
                  </a:cubicBezTo>
                  <a:cubicBezTo>
                    <a:pt x="66" y="128"/>
                    <a:pt x="68" y="127"/>
                    <a:pt x="69" y="126"/>
                  </a:cubicBezTo>
                  <a:cubicBezTo>
                    <a:pt x="71" y="125"/>
                    <a:pt x="71" y="123"/>
                    <a:pt x="71" y="121"/>
                  </a:cubicBezTo>
                  <a:cubicBezTo>
                    <a:pt x="64" y="46"/>
                    <a:pt x="64" y="46"/>
                    <a:pt x="64" y="46"/>
                  </a:cubicBezTo>
                  <a:cubicBezTo>
                    <a:pt x="104" y="89"/>
                    <a:pt x="104" y="89"/>
                    <a:pt x="104" y="89"/>
                  </a:cubicBezTo>
                  <a:cubicBezTo>
                    <a:pt x="106" y="91"/>
                    <a:pt x="108" y="91"/>
                    <a:pt x="110" y="91"/>
                  </a:cubicBezTo>
                  <a:cubicBezTo>
                    <a:pt x="112" y="91"/>
                    <a:pt x="114" y="89"/>
                    <a:pt x="114" y="87"/>
                  </a:cubicBezTo>
                  <a:cubicBezTo>
                    <a:pt x="140" y="24"/>
                    <a:pt x="140" y="24"/>
                    <a:pt x="140" y="24"/>
                  </a:cubicBezTo>
                  <a:cubicBezTo>
                    <a:pt x="159" y="84"/>
                    <a:pt x="159" y="84"/>
                    <a:pt x="159" y="84"/>
                  </a:cubicBezTo>
                  <a:cubicBezTo>
                    <a:pt x="160" y="86"/>
                    <a:pt x="161" y="87"/>
                    <a:pt x="163" y="88"/>
                  </a:cubicBezTo>
                  <a:cubicBezTo>
                    <a:pt x="165" y="88"/>
                    <a:pt x="167" y="88"/>
                    <a:pt x="169" y="87"/>
                  </a:cubicBezTo>
                  <a:cubicBezTo>
                    <a:pt x="223" y="44"/>
                    <a:pt x="223" y="44"/>
                    <a:pt x="223" y="44"/>
                  </a:cubicBezTo>
                  <a:cubicBezTo>
                    <a:pt x="204" y="113"/>
                    <a:pt x="204" y="113"/>
                    <a:pt x="204" y="113"/>
                  </a:cubicBezTo>
                  <a:cubicBezTo>
                    <a:pt x="203" y="115"/>
                    <a:pt x="204" y="117"/>
                    <a:pt x="205" y="118"/>
                  </a:cubicBezTo>
                  <a:cubicBezTo>
                    <a:pt x="206" y="120"/>
                    <a:pt x="208" y="121"/>
                    <a:pt x="210" y="120"/>
                  </a:cubicBezTo>
                  <a:cubicBezTo>
                    <a:pt x="264" y="112"/>
                    <a:pt x="264" y="112"/>
                    <a:pt x="264" y="112"/>
                  </a:cubicBezTo>
                  <a:cubicBezTo>
                    <a:pt x="234" y="148"/>
                    <a:pt x="234" y="148"/>
                    <a:pt x="234" y="148"/>
                  </a:cubicBezTo>
                  <a:cubicBezTo>
                    <a:pt x="232" y="150"/>
                    <a:pt x="232" y="154"/>
                    <a:pt x="235" y="156"/>
                  </a:cubicBezTo>
                  <a:cubicBezTo>
                    <a:pt x="237" y="158"/>
                    <a:pt x="241" y="158"/>
                    <a:pt x="243" y="155"/>
                  </a:cubicBezTo>
                  <a:cubicBezTo>
                    <a:pt x="283" y="108"/>
                    <a:pt x="283" y="108"/>
                    <a:pt x="283" y="108"/>
                  </a:cubicBezTo>
                  <a:cubicBezTo>
                    <a:pt x="285" y="106"/>
                    <a:pt x="285" y="103"/>
                    <a:pt x="284" y="101"/>
                  </a:cubicBezTo>
                  <a:cubicBezTo>
                    <a:pt x="283" y="99"/>
                    <a:pt x="281" y="98"/>
                    <a:pt x="278" y="98"/>
                  </a:cubicBezTo>
                  <a:cubicBezTo>
                    <a:pt x="218" y="107"/>
                    <a:pt x="218" y="107"/>
                    <a:pt x="218" y="107"/>
                  </a:cubicBezTo>
                  <a:cubicBezTo>
                    <a:pt x="240" y="30"/>
                    <a:pt x="240" y="30"/>
                    <a:pt x="240" y="30"/>
                  </a:cubicBezTo>
                  <a:cubicBezTo>
                    <a:pt x="240" y="27"/>
                    <a:pt x="239" y="25"/>
                    <a:pt x="237" y="23"/>
                  </a:cubicBezTo>
                  <a:cubicBezTo>
                    <a:pt x="235" y="22"/>
                    <a:pt x="232" y="22"/>
                    <a:pt x="230" y="23"/>
                  </a:cubicBezTo>
                  <a:cubicBezTo>
                    <a:pt x="168" y="72"/>
                    <a:pt x="168" y="72"/>
                    <a:pt x="168" y="72"/>
                  </a:cubicBezTo>
                  <a:cubicBezTo>
                    <a:pt x="147" y="5"/>
                    <a:pt x="147" y="5"/>
                    <a:pt x="147" y="5"/>
                  </a:cubicBezTo>
                  <a:cubicBezTo>
                    <a:pt x="146" y="2"/>
                    <a:pt x="144" y="0"/>
                    <a:pt x="141" y="0"/>
                  </a:cubicBezTo>
                  <a:cubicBezTo>
                    <a:pt x="139" y="0"/>
                    <a:pt x="136" y="2"/>
                    <a:pt x="135" y="4"/>
                  </a:cubicBezTo>
                  <a:cubicBezTo>
                    <a:pt x="107" y="74"/>
                    <a:pt x="107" y="74"/>
                    <a:pt x="107" y="74"/>
                  </a:cubicBezTo>
                  <a:cubicBezTo>
                    <a:pt x="60" y="25"/>
                    <a:pt x="60" y="25"/>
                    <a:pt x="60" y="25"/>
                  </a:cubicBezTo>
                  <a:cubicBezTo>
                    <a:pt x="59" y="23"/>
                    <a:pt x="56" y="22"/>
                    <a:pt x="54" y="23"/>
                  </a:cubicBezTo>
                  <a:cubicBezTo>
                    <a:pt x="51" y="25"/>
                    <a:pt x="50" y="27"/>
                    <a:pt x="50" y="30"/>
                  </a:cubicBezTo>
                  <a:cubicBezTo>
                    <a:pt x="58" y="115"/>
                    <a:pt x="58" y="115"/>
                    <a:pt x="58" y="115"/>
                  </a:cubicBezTo>
                  <a:cubicBezTo>
                    <a:pt x="7" y="107"/>
                    <a:pt x="7" y="107"/>
                    <a:pt x="7" y="107"/>
                  </a:cubicBezTo>
                  <a:cubicBezTo>
                    <a:pt x="5" y="107"/>
                    <a:pt x="3" y="108"/>
                    <a:pt x="1" y="1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27" name="组合 126"/>
          <p:cNvGrpSpPr/>
          <p:nvPr/>
        </p:nvGrpSpPr>
        <p:grpSpPr>
          <a:xfrm>
            <a:off x="8502650" y="1011238"/>
            <a:ext cx="1657350" cy="1598613"/>
            <a:chOff x="2609850" y="1011238"/>
            <a:chExt cx="1657350" cy="1598613"/>
          </a:xfrm>
          <a:solidFill>
            <a:schemeClr val="tx1">
              <a:lumMod val="65000"/>
              <a:lumOff val="35000"/>
            </a:schemeClr>
          </a:solidFill>
        </p:grpSpPr>
        <p:sp>
          <p:nvSpPr>
            <p:cNvPr id="128" name="Freeform 30"/>
            <p:cNvSpPr>
              <a:spLocks noEditPoints="1"/>
            </p:cNvSpPr>
            <p:nvPr/>
          </p:nvSpPr>
          <p:spPr bwMode="auto">
            <a:xfrm>
              <a:off x="2609850" y="1011238"/>
              <a:ext cx="1657350" cy="1598613"/>
            </a:xfrm>
            <a:custGeom>
              <a:avLst/>
              <a:gdLst>
                <a:gd name="T0" fmla="*/ 666 w 1066"/>
                <a:gd name="T1" fmla="*/ 40 h 1028"/>
                <a:gd name="T2" fmla="*/ 516 w 1066"/>
                <a:gd name="T3" fmla="*/ 372 h 1028"/>
                <a:gd name="T4" fmla="*/ 324 w 1066"/>
                <a:gd name="T5" fmla="*/ 344 h 1028"/>
                <a:gd name="T6" fmla="*/ 128 w 1066"/>
                <a:gd name="T7" fmla="*/ 346 h 1028"/>
                <a:gd name="T8" fmla="*/ 77 w 1066"/>
                <a:gd name="T9" fmla="*/ 624 h 1028"/>
                <a:gd name="T10" fmla="*/ 54 w 1066"/>
                <a:gd name="T11" fmla="*/ 616 h 1028"/>
                <a:gd name="T12" fmla="*/ 90 w 1066"/>
                <a:gd name="T13" fmla="*/ 651 h 1028"/>
                <a:gd name="T14" fmla="*/ 128 w 1066"/>
                <a:gd name="T15" fmla="*/ 658 h 1028"/>
                <a:gd name="T16" fmla="*/ 177 w 1066"/>
                <a:gd name="T17" fmla="*/ 1006 h 1028"/>
                <a:gd name="T18" fmla="*/ 260 w 1066"/>
                <a:gd name="T19" fmla="*/ 950 h 1028"/>
                <a:gd name="T20" fmla="*/ 236 w 1066"/>
                <a:gd name="T21" fmla="*/ 670 h 1028"/>
                <a:gd name="T22" fmla="*/ 540 w 1066"/>
                <a:gd name="T23" fmla="*/ 1026 h 1028"/>
                <a:gd name="T24" fmla="*/ 361 w 1066"/>
                <a:gd name="T25" fmla="*/ 620 h 1028"/>
                <a:gd name="T26" fmla="*/ 203 w 1066"/>
                <a:gd name="T27" fmla="*/ 575 h 1028"/>
                <a:gd name="T28" fmla="*/ 351 w 1066"/>
                <a:gd name="T29" fmla="*/ 410 h 1028"/>
                <a:gd name="T30" fmla="*/ 459 w 1066"/>
                <a:gd name="T31" fmla="*/ 427 h 1028"/>
                <a:gd name="T32" fmla="*/ 335 w 1066"/>
                <a:gd name="T33" fmla="*/ 512 h 1028"/>
                <a:gd name="T34" fmla="*/ 443 w 1066"/>
                <a:gd name="T35" fmla="*/ 471 h 1028"/>
                <a:gd name="T36" fmla="*/ 529 w 1066"/>
                <a:gd name="T37" fmla="*/ 461 h 1028"/>
                <a:gd name="T38" fmla="*/ 549 w 1066"/>
                <a:gd name="T39" fmla="*/ 400 h 1028"/>
                <a:gd name="T40" fmla="*/ 666 w 1066"/>
                <a:gd name="T41" fmla="*/ 520 h 1028"/>
                <a:gd name="T42" fmla="*/ 818 w 1066"/>
                <a:gd name="T43" fmla="*/ 972 h 1028"/>
                <a:gd name="T44" fmla="*/ 995 w 1066"/>
                <a:gd name="T45" fmla="*/ 1024 h 1028"/>
                <a:gd name="T46" fmla="*/ 914 w 1066"/>
                <a:gd name="T47" fmla="*/ 560 h 1028"/>
                <a:gd name="T48" fmla="*/ 1066 w 1066"/>
                <a:gd name="T49" fmla="*/ 40 h 1028"/>
                <a:gd name="T50" fmla="*/ 145 w 1066"/>
                <a:gd name="T51" fmla="*/ 638 h 1028"/>
                <a:gd name="T52" fmla="*/ 179 w 1066"/>
                <a:gd name="T53" fmla="*/ 553 h 1028"/>
                <a:gd name="T54" fmla="*/ 140 w 1066"/>
                <a:gd name="T55" fmla="*/ 608 h 1028"/>
                <a:gd name="T56" fmla="*/ 121 w 1066"/>
                <a:gd name="T57" fmla="*/ 454 h 1028"/>
                <a:gd name="T58" fmla="*/ 181 w 1066"/>
                <a:gd name="T59" fmla="*/ 546 h 1028"/>
                <a:gd name="T60" fmla="*/ 1010 w 1066"/>
                <a:gd name="T61" fmla="*/ 459 h 1028"/>
                <a:gd name="T62" fmla="*/ 722 w 1066"/>
                <a:gd name="T63" fmla="*/ 459 h 1028"/>
                <a:gd name="T64" fmla="*/ 805 w 1066"/>
                <a:gd name="T65" fmla="*/ 219 h 1028"/>
                <a:gd name="T66" fmla="*/ 979 w 1066"/>
                <a:gd name="T67" fmla="*/ 164 h 1028"/>
                <a:gd name="T68" fmla="*/ 740 w 1066"/>
                <a:gd name="T69" fmla="*/ 243 h 1028"/>
                <a:gd name="T70" fmla="*/ 762 w 1066"/>
                <a:gd name="T71" fmla="*/ 77 h 1028"/>
                <a:gd name="T72" fmla="*/ 1010 w 1066"/>
                <a:gd name="T73" fmla="*/ 459 h 1028"/>
                <a:gd name="T74" fmla="*/ 857 w 1066"/>
                <a:gd name="T75" fmla="*/ 285 h 1028"/>
                <a:gd name="T76" fmla="*/ 857 w 1066"/>
                <a:gd name="T77" fmla="*/ 248 h 1028"/>
                <a:gd name="T78" fmla="*/ 882 w 1066"/>
                <a:gd name="T79" fmla="*/ 248 h 1028"/>
                <a:gd name="T80" fmla="*/ 882 w 1066"/>
                <a:gd name="T81" fmla="*/ 322 h 1028"/>
                <a:gd name="T82" fmla="*/ 882 w 1066"/>
                <a:gd name="T83" fmla="*/ 297 h 1028"/>
                <a:gd name="T84" fmla="*/ 857 w 1066"/>
                <a:gd name="T85" fmla="*/ 359 h 1028"/>
                <a:gd name="T86" fmla="*/ 920 w 1066"/>
                <a:gd name="T87" fmla="*/ 260 h 1028"/>
                <a:gd name="T88" fmla="*/ 894 w 1066"/>
                <a:gd name="T89" fmla="*/ 260 h 1028"/>
                <a:gd name="T90" fmla="*/ 894 w 1066"/>
                <a:gd name="T91" fmla="*/ 223 h 1028"/>
                <a:gd name="T92" fmla="*/ 894 w 1066"/>
                <a:gd name="T93" fmla="*/ 248 h 1028"/>
                <a:gd name="T94" fmla="*/ 894 w 1066"/>
                <a:gd name="T95" fmla="*/ 322 h 1028"/>
                <a:gd name="T96" fmla="*/ 920 w 1066"/>
                <a:gd name="T97" fmla="*/ 333 h 1028"/>
                <a:gd name="T98" fmla="*/ 894 w 1066"/>
                <a:gd name="T99" fmla="*/ 333 h 1028"/>
                <a:gd name="T100" fmla="*/ 957 w 1066"/>
                <a:gd name="T101" fmla="*/ 285 h 1028"/>
                <a:gd name="T102" fmla="*/ 957 w 1066"/>
                <a:gd name="T103" fmla="*/ 260 h 1028"/>
                <a:gd name="T104" fmla="*/ 957 w 1066"/>
                <a:gd name="T105" fmla="*/ 223 h 1028"/>
                <a:gd name="T106" fmla="*/ 957 w 1066"/>
                <a:gd name="T107" fmla="*/ 297 h 1028"/>
                <a:gd name="T108" fmla="*/ 932 w 1066"/>
                <a:gd name="T109" fmla="*/ 297 h 1028"/>
                <a:gd name="T110" fmla="*/ 957 w 1066"/>
                <a:gd name="T111" fmla="*/ 359 h 1028"/>
                <a:gd name="T112" fmla="*/ 957 w 1066"/>
                <a:gd name="T113" fmla="*/ 333 h 10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66" h="1028">
                  <a:moveTo>
                    <a:pt x="1026" y="0"/>
                  </a:moveTo>
                  <a:cubicBezTo>
                    <a:pt x="706" y="0"/>
                    <a:pt x="706" y="0"/>
                    <a:pt x="706" y="0"/>
                  </a:cubicBezTo>
                  <a:cubicBezTo>
                    <a:pt x="684" y="0"/>
                    <a:pt x="666" y="18"/>
                    <a:pt x="666" y="40"/>
                  </a:cubicBezTo>
                  <a:cubicBezTo>
                    <a:pt x="666" y="298"/>
                    <a:pt x="666" y="298"/>
                    <a:pt x="666" y="298"/>
                  </a:cubicBezTo>
                  <a:cubicBezTo>
                    <a:pt x="628" y="327"/>
                    <a:pt x="586" y="359"/>
                    <a:pt x="543" y="390"/>
                  </a:cubicBezTo>
                  <a:cubicBezTo>
                    <a:pt x="534" y="380"/>
                    <a:pt x="525" y="376"/>
                    <a:pt x="516" y="372"/>
                  </a:cubicBezTo>
                  <a:cubicBezTo>
                    <a:pt x="499" y="364"/>
                    <a:pt x="479" y="360"/>
                    <a:pt x="457" y="356"/>
                  </a:cubicBezTo>
                  <a:cubicBezTo>
                    <a:pt x="409" y="348"/>
                    <a:pt x="352" y="345"/>
                    <a:pt x="326" y="344"/>
                  </a:cubicBezTo>
                  <a:cubicBezTo>
                    <a:pt x="325" y="344"/>
                    <a:pt x="325" y="344"/>
                    <a:pt x="324" y="344"/>
                  </a:cubicBezTo>
                  <a:cubicBezTo>
                    <a:pt x="274" y="340"/>
                    <a:pt x="224" y="335"/>
                    <a:pt x="174" y="331"/>
                  </a:cubicBezTo>
                  <a:cubicBezTo>
                    <a:pt x="170" y="330"/>
                    <a:pt x="166" y="331"/>
                    <a:pt x="162" y="332"/>
                  </a:cubicBezTo>
                  <a:cubicBezTo>
                    <a:pt x="150" y="334"/>
                    <a:pt x="140" y="339"/>
                    <a:pt x="128" y="346"/>
                  </a:cubicBezTo>
                  <a:cubicBezTo>
                    <a:pt x="110" y="357"/>
                    <a:pt x="91" y="375"/>
                    <a:pt x="75" y="401"/>
                  </a:cubicBezTo>
                  <a:cubicBezTo>
                    <a:pt x="60" y="427"/>
                    <a:pt x="49" y="460"/>
                    <a:pt x="49" y="501"/>
                  </a:cubicBezTo>
                  <a:cubicBezTo>
                    <a:pt x="49" y="537"/>
                    <a:pt x="57" y="578"/>
                    <a:pt x="77" y="624"/>
                  </a:cubicBezTo>
                  <a:cubicBezTo>
                    <a:pt x="78" y="627"/>
                    <a:pt x="79" y="629"/>
                    <a:pt x="80" y="632"/>
                  </a:cubicBezTo>
                  <a:cubicBezTo>
                    <a:pt x="70" y="634"/>
                    <a:pt x="62" y="635"/>
                    <a:pt x="59" y="635"/>
                  </a:cubicBezTo>
                  <a:cubicBezTo>
                    <a:pt x="54" y="636"/>
                    <a:pt x="58" y="623"/>
                    <a:pt x="54" y="616"/>
                  </a:cubicBezTo>
                  <a:cubicBezTo>
                    <a:pt x="49" y="606"/>
                    <a:pt x="6" y="613"/>
                    <a:pt x="3" y="617"/>
                  </a:cubicBezTo>
                  <a:cubicBezTo>
                    <a:pt x="0" y="622"/>
                    <a:pt x="10" y="654"/>
                    <a:pt x="28" y="659"/>
                  </a:cubicBezTo>
                  <a:cubicBezTo>
                    <a:pt x="39" y="662"/>
                    <a:pt x="68" y="656"/>
                    <a:pt x="90" y="651"/>
                  </a:cubicBezTo>
                  <a:cubicBezTo>
                    <a:pt x="92" y="653"/>
                    <a:pt x="95" y="655"/>
                    <a:pt x="98" y="657"/>
                  </a:cubicBezTo>
                  <a:cubicBezTo>
                    <a:pt x="103" y="660"/>
                    <a:pt x="108" y="661"/>
                    <a:pt x="114" y="661"/>
                  </a:cubicBezTo>
                  <a:cubicBezTo>
                    <a:pt x="119" y="661"/>
                    <a:pt x="123" y="660"/>
                    <a:pt x="128" y="658"/>
                  </a:cubicBezTo>
                  <a:cubicBezTo>
                    <a:pt x="128" y="658"/>
                    <a:pt x="129" y="658"/>
                    <a:pt x="130" y="657"/>
                  </a:cubicBezTo>
                  <a:cubicBezTo>
                    <a:pt x="115" y="691"/>
                    <a:pt x="103" y="734"/>
                    <a:pt x="103" y="786"/>
                  </a:cubicBezTo>
                  <a:cubicBezTo>
                    <a:pt x="103" y="850"/>
                    <a:pt x="123" y="926"/>
                    <a:pt x="177" y="1006"/>
                  </a:cubicBezTo>
                  <a:cubicBezTo>
                    <a:pt x="187" y="1020"/>
                    <a:pt x="203" y="1028"/>
                    <a:pt x="219" y="1028"/>
                  </a:cubicBezTo>
                  <a:cubicBezTo>
                    <a:pt x="228" y="1028"/>
                    <a:pt x="238" y="1025"/>
                    <a:pt x="247" y="1019"/>
                  </a:cubicBezTo>
                  <a:cubicBezTo>
                    <a:pt x="270" y="1004"/>
                    <a:pt x="275" y="973"/>
                    <a:pt x="260" y="950"/>
                  </a:cubicBezTo>
                  <a:cubicBezTo>
                    <a:pt x="215" y="884"/>
                    <a:pt x="203" y="830"/>
                    <a:pt x="203" y="786"/>
                  </a:cubicBezTo>
                  <a:cubicBezTo>
                    <a:pt x="203" y="742"/>
                    <a:pt x="216" y="707"/>
                    <a:pt x="229" y="682"/>
                  </a:cubicBezTo>
                  <a:cubicBezTo>
                    <a:pt x="231" y="678"/>
                    <a:pt x="233" y="674"/>
                    <a:pt x="236" y="670"/>
                  </a:cubicBezTo>
                  <a:cubicBezTo>
                    <a:pt x="247" y="667"/>
                    <a:pt x="260" y="667"/>
                    <a:pt x="272" y="667"/>
                  </a:cubicBezTo>
                  <a:cubicBezTo>
                    <a:pt x="498" y="1004"/>
                    <a:pt x="498" y="1004"/>
                    <a:pt x="498" y="1004"/>
                  </a:cubicBezTo>
                  <a:cubicBezTo>
                    <a:pt x="508" y="1018"/>
                    <a:pt x="523" y="1026"/>
                    <a:pt x="540" y="1026"/>
                  </a:cubicBezTo>
                  <a:cubicBezTo>
                    <a:pt x="549" y="1026"/>
                    <a:pt x="559" y="1023"/>
                    <a:pt x="567" y="1017"/>
                  </a:cubicBezTo>
                  <a:cubicBezTo>
                    <a:pt x="590" y="1002"/>
                    <a:pt x="596" y="971"/>
                    <a:pt x="581" y="948"/>
                  </a:cubicBezTo>
                  <a:cubicBezTo>
                    <a:pt x="361" y="620"/>
                    <a:pt x="361" y="620"/>
                    <a:pt x="361" y="620"/>
                  </a:cubicBezTo>
                  <a:cubicBezTo>
                    <a:pt x="360" y="619"/>
                    <a:pt x="360" y="617"/>
                    <a:pt x="359" y="616"/>
                  </a:cubicBezTo>
                  <a:cubicBezTo>
                    <a:pt x="342" y="581"/>
                    <a:pt x="332" y="553"/>
                    <a:pt x="329" y="527"/>
                  </a:cubicBezTo>
                  <a:cubicBezTo>
                    <a:pt x="255" y="556"/>
                    <a:pt x="203" y="575"/>
                    <a:pt x="203" y="575"/>
                  </a:cubicBezTo>
                  <a:cubicBezTo>
                    <a:pt x="199" y="564"/>
                    <a:pt x="199" y="564"/>
                    <a:pt x="199" y="564"/>
                  </a:cubicBezTo>
                  <a:cubicBezTo>
                    <a:pt x="199" y="564"/>
                    <a:pt x="252" y="544"/>
                    <a:pt x="327" y="515"/>
                  </a:cubicBezTo>
                  <a:cubicBezTo>
                    <a:pt x="325" y="477"/>
                    <a:pt x="335" y="446"/>
                    <a:pt x="351" y="410"/>
                  </a:cubicBezTo>
                  <a:cubicBezTo>
                    <a:pt x="374" y="411"/>
                    <a:pt x="404" y="413"/>
                    <a:pt x="432" y="417"/>
                  </a:cubicBezTo>
                  <a:cubicBezTo>
                    <a:pt x="444" y="419"/>
                    <a:pt x="456" y="421"/>
                    <a:pt x="467" y="423"/>
                  </a:cubicBezTo>
                  <a:cubicBezTo>
                    <a:pt x="464" y="424"/>
                    <a:pt x="462" y="425"/>
                    <a:pt x="459" y="427"/>
                  </a:cubicBezTo>
                  <a:cubicBezTo>
                    <a:pt x="446" y="432"/>
                    <a:pt x="438" y="445"/>
                    <a:pt x="440" y="459"/>
                  </a:cubicBezTo>
                  <a:cubicBezTo>
                    <a:pt x="404" y="481"/>
                    <a:pt x="368" y="499"/>
                    <a:pt x="335" y="512"/>
                  </a:cubicBezTo>
                  <a:cubicBezTo>
                    <a:pt x="335" y="512"/>
                    <a:pt x="335" y="512"/>
                    <a:pt x="335" y="512"/>
                  </a:cubicBezTo>
                  <a:cubicBezTo>
                    <a:pt x="335" y="512"/>
                    <a:pt x="335" y="512"/>
                    <a:pt x="335" y="512"/>
                  </a:cubicBezTo>
                  <a:cubicBezTo>
                    <a:pt x="339" y="523"/>
                    <a:pt x="339" y="523"/>
                    <a:pt x="339" y="523"/>
                  </a:cubicBezTo>
                  <a:cubicBezTo>
                    <a:pt x="373" y="510"/>
                    <a:pt x="408" y="492"/>
                    <a:pt x="443" y="471"/>
                  </a:cubicBezTo>
                  <a:cubicBezTo>
                    <a:pt x="449" y="482"/>
                    <a:pt x="460" y="488"/>
                    <a:pt x="471" y="488"/>
                  </a:cubicBezTo>
                  <a:cubicBezTo>
                    <a:pt x="476" y="488"/>
                    <a:pt x="480" y="487"/>
                    <a:pt x="484" y="485"/>
                  </a:cubicBezTo>
                  <a:cubicBezTo>
                    <a:pt x="503" y="477"/>
                    <a:pt x="518" y="470"/>
                    <a:pt x="529" y="461"/>
                  </a:cubicBezTo>
                  <a:cubicBezTo>
                    <a:pt x="535" y="456"/>
                    <a:pt x="541" y="451"/>
                    <a:pt x="545" y="444"/>
                  </a:cubicBezTo>
                  <a:cubicBezTo>
                    <a:pt x="550" y="438"/>
                    <a:pt x="553" y="429"/>
                    <a:pt x="553" y="419"/>
                  </a:cubicBezTo>
                  <a:cubicBezTo>
                    <a:pt x="553" y="412"/>
                    <a:pt x="552" y="406"/>
                    <a:pt x="549" y="400"/>
                  </a:cubicBezTo>
                  <a:cubicBezTo>
                    <a:pt x="576" y="381"/>
                    <a:pt x="602" y="361"/>
                    <a:pt x="627" y="342"/>
                  </a:cubicBezTo>
                  <a:cubicBezTo>
                    <a:pt x="641" y="332"/>
                    <a:pt x="653" y="323"/>
                    <a:pt x="666" y="313"/>
                  </a:cubicBezTo>
                  <a:cubicBezTo>
                    <a:pt x="666" y="520"/>
                    <a:pt x="666" y="520"/>
                    <a:pt x="666" y="520"/>
                  </a:cubicBezTo>
                  <a:cubicBezTo>
                    <a:pt x="666" y="542"/>
                    <a:pt x="684" y="560"/>
                    <a:pt x="706" y="560"/>
                  </a:cubicBezTo>
                  <a:cubicBezTo>
                    <a:pt x="818" y="560"/>
                    <a:pt x="818" y="560"/>
                    <a:pt x="818" y="560"/>
                  </a:cubicBezTo>
                  <a:cubicBezTo>
                    <a:pt x="818" y="972"/>
                    <a:pt x="818" y="972"/>
                    <a:pt x="818" y="972"/>
                  </a:cubicBezTo>
                  <a:cubicBezTo>
                    <a:pt x="737" y="972"/>
                    <a:pt x="737" y="972"/>
                    <a:pt x="737" y="972"/>
                  </a:cubicBezTo>
                  <a:cubicBezTo>
                    <a:pt x="737" y="1024"/>
                    <a:pt x="737" y="1024"/>
                    <a:pt x="737" y="1024"/>
                  </a:cubicBezTo>
                  <a:cubicBezTo>
                    <a:pt x="995" y="1024"/>
                    <a:pt x="995" y="1024"/>
                    <a:pt x="995" y="1024"/>
                  </a:cubicBezTo>
                  <a:cubicBezTo>
                    <a:pt x="995" y="972"/>
                    <a:pt x="995" y="972"/>
                    <a:pt x="995" y="972"/>
                  </a:cubicBezTo>
                  <a:cubicBezTo>
                    <a:pt x="914" y="972"/>
                    <a:pt x="914" y="972"/>
                    <a:pt x="914" y="972"/>
                  </a:cubicBezTo>
                  <a:cubicBezTo>
                    <a:pt x="914" y="560"/>
                    <a:pt x="914" y="560"/>
                    <a:pt x="914" y="560"/>
                  </a:cubicBezTo>
                  <a:cubicBezTo>
                    <a:pt x="1026" y="560"/>
                    <a:pt x="1026" y="560"/>
                    <a:pt x="1026" y="560"/>
                  </a:cubicBezTo>
                  <a:cubicBezTo>
                    <a:pt x="1048" y="560"/>
                    <a:pt x="1066" y="542"/>
                    <a:pt x="1066" y="520"/>
                  </a:cubicBezTo>
                  <a:cubicBezTo>
                    <a:pt x="1066" y="40"/>
                    <a:pt x="1066" y="40"/>
                    <a:pt x="1066" y="40"/>
                  </a:cubicBezTo>
                  <a:cubicBezTo>
                    <a:pt x="1066" y="18"/>
                    <a:pt x="1048" y="0"/>
                    <a:pt x="1026" y="0"/>
                  </a:cubicBezTo>
                  <a:close/>
                  <a:moveTo>
                    <a:pt x="193" y="606"/>
                  </a:moveTo>
                  <a:cubicBezTo>
                    <a:pt x="186" y="616"/>
                    <a:pt x="164" y="629"/>
                    <a:pt x="145" y="638"/>
                  </a:cubicBezTo>
                  <a:cubicBezTo>
                    <a:pt x="146" y="635"/>
                    <a:pt x="146" y="632"/>
                    <a:pt x="146" y="629"/>
                  </a:cubicBezTo>
                  <a:cubicBezTo>
                    <a:pt x="163" y="620"/>
                    <a:pt x="181" y="609"/>
                    <a:pt x="187" y="601"/>
                  </a:cubicBezTo>
                  <a:cubicBezTo>
                    <a:pt x="197" y="586"/>
                    <a:pt x="184" y="555"/>
                    <a:pt x="179" y="553"/>
                  </a:cubicBezTo>
                  <a:cubicBezTo>
                    <a:pt x="174" y="552"/>
                    <a:pt x="137" y="574"/>
                    <a:pt x="139" y="584"/>
                  </a:cubicBezTo>
                  <a:cubicBezTo>
                    <a:pt x="141" y="593"/>
                    <a:pt x="151" y="600"/>
                    <a:pt x="148" y="603"/>
                  </a:cubicBezTo>
                  <a:cubicBezTo>
                    <a:pt x="146" y="604"/>
                    <a:pt x="143" y="606"/>
                    <a:pt x="140" y="608"/>
                  </a:cubicBezTo>
                  <a:cubicBezTo>
                    <a:pt x="138" y="606"/>
                    <a:pt x="137" y="603"/>
                    <a:pt x="136" y="601"/>
                  </a:cubicBezTo>
                  <a:cubicBezTo>
                    <a:pt x="119" y="560"/>
                    <a:pt x="113" y="527"/>
                    <a:pt x="113" y="501"/>
                  </a:cubicBezTo>
                  <a:cubicBezTo>
                    <a:pt x="113" y="483"/>
                    <a:pt x="116" y="467"/>
                    <a:pt x="121" y="454"/>
                  </a:cubicBezTo>
                  <a:cubicBezTo>
                    <a:pt x="124" y="493"/>
                    <a:pt x="133" y="526"/>
                    <a:pt x="145" y="563"/>
                  </a:cubicBezTo>
                  <a:cubicBezTo>
                    <a:pt x="157" y="554"/>
                    <a:pt x="171" y="547"/>
                    <a:pt x="175" y="546"/>
                  </a:cubicBezTo>
                  <a:cubicBezTo>
                    <a:pt x="177" y="545"/>
                    <a:pt x="179" y="545"/>
                    <a:pt x="181" y="546"/>
                  </a:cubicBezTo>
                  <a:cubicBezTo>
                    <a:pt x="183" y="546"/>
                    <a:pt x="188" y="547"/>
                    <a:pt x="194" y="563"/>
                  </a:cubicBezTo>
                  <a:cubicBezTo>
                    <a:pt x="196" y="569"/>
                    <a:pt x="203" y="591"/>
                    <a:pt x="193" y="606"/>
                  </a:cubicBezTo>
                  <a:close/>
                  <a:moveTo>
                    <a:pt x="1010" y="459"/>
                  </a:moveTo>
                  <a:cubicBezTo>
                    <a:pt x="1010" y="481"/>
                    <a:pt x="992" y="499"/>
                    <a:pt x="970" y="499"/>
                  </a:cubicBezTo>
                  <a:cubicBezTo>
                    <a:pt x="762" y="499"/>
                    <a:pt x="762" y="499"/>
                    <a:pt x="762" y="499"/>
                  </a:cubicBezTo>
                  <a:cubicBezTo>
                    <a:pt x="740" y="499"/>
                    <a:pt x="722" y="481"/>
                    <a:pt x="722" y="459"/>
                  </a:cubicBezTo>
                  <a:cubicBezTo>
                    <a:pt x="722" y="271"/>
                    <a:pt x="722" y="271"/>
                    <a:pt x="722" y="271"/>
                  </a:cubicBezTo>
                  <a:cubicBezTo>
                    <a:pt x="731" y="265"/>
                    <a:pt x="739" y="259"/>
                    <a:pt x="747" y="253"/>
                  </a:cubicBezTo>
                  <a:cubicBezTo>
                    <a:pt x="771" y="237"/>
                    <a:pt x="791" y="225"/>
                    <a:pt x="805" y="219"/>
                  </a:cubicBezTo>
                  <a:cubicBezTo>
                    <a:pt x="805" y="406"/>
                    <a:pt x="805" y="406"/>
                    <a:pt x="805" y="406"/>
                  </a:cubicBezTo>
                  <a:cubicBezTo>
                    <a:pt x="979" y="406"/>
                    <a:pt x="979" y="406"/>
                    <a:pt x="979" y="406"/>
                  </a:cubicBezTo>
                  <a:cubicBezTo>
                    <a:pt x="979" y="164"/>
                    <a:pt x="979" y="164"/>
                    <a:pt x="979" y="164"/>
                  </a:cubicBezTo>
                  <a:cubicBezTo>
                    <a:pt x="805" y="164"/>
                    <a:pt x="805" y="164"/>
                    <a:pt x="805" y="164"/>
                  </a:cubicBezTo>
                  <a:cubicBezTo>
                    <a:pt x="805" y="206"/>
                    <a:pt x="805" y="206"/>
                    <a:pt x="805" y="206"/>
                  </a:cubicBezTo>
                  <a:cubicBezTo>
                    <a:pt x="788" y="212"/>
                    <a:pt x="767" y="225"/>
                    <a:pt x="740" y="243"/>
                  </a:cubicBezTo>
                  <a:cubicBezTo>
                    <a:pt x="735" y="247"/>
                    <a:pt x="728" y="252"/>
                    <a:pt x="722" y="256"/>
                  </a:cubicBezTo>
                  <a:cubicBezTo>
                    <a:pt x="722" y="117"/>
                    <a:pt x="722" y="117"/>
                    <a:pt x="722" y="117"/>
                  </a:cubicBezTo>
                  <a:cubicBezTo>
                    <a:pt x="722" y="95"/>
                    <a:pt x="740" y="77"/>
                    <a:pt x="762" y="77"/>
                  </a:cubicBezTo>
                  <a:cubicBezTo>
                    <a:pt x="970" y="77"/>
                    <a:pt x="970" y="77"/>
                    <a:pt x="970" y="77"/>
                  </a:cubicBezTo>
                  <a:cubicBezTo>
                    <a:pt x="992" y="77"/>
                    <a:pt x="1010" y="95"/>
                    <a:pt x="1010" y="117"/>
                  </a:cubicBezTo>
                  <a:lnTo>
                    <a:pt x="1010" y="459"/>
                  </a:lnTo>
                  <a:close/>
                  <a:moveTo>
                    <a:pt x="882" y="260"/>
                  </a:moveTo>
                  <a:cubicBezTo>
                    <a:pt x="882" y="285"/>
                    <a:pt x="882" y="285"/>
                    <a:pt x="882" y="285"/>
                  </a:cubicBezTo>
                  <a:cubicBezTo>
                    <a:pt x="857" y="285"/>
                    <a:pt x="857" y="285"/>
                    <a:pt x="857" y="285"/>
                  </a:cubicBezTo>
                  <a:cubicBezTo>
                    <a:pt x="857" y="260"/>
                    <a:pt x="857" y="260"/>
                    <a:pt x="857" y="260"/>
                  </a:cubicBezTo>
                  <a:lnTo>
                    <a:pt x="882" y="260"/>
                  </a:lnTo>
                  <a:close/>
                  <a:moveTo>
                    <a:pt x="857" y="248"/>
                  </a:moveTo>
                  <a:cubicBezTo>
                    <a:pt x="857" y="223"/>
                    <a:pt x="857" y="223"/>
                    <a:pt x="857" y="223"/>
                  </a:cubicBezTo>
                  <a:cubicBezTo>
                    <a:pt x="882" y="223"/>
                    <a:pt x="882" y="223"/>
                    <a:pt x="882" y="223"/>
                  </a:cubicBezTo>
                  <a:cubicBezTo>
                    <a:pt x="882" y="248"/>
                    <a:pt x="882" y="248"/>
                    <a:pt x="882" y="248"/>
                  </a:cubicBezTo>
                  <a:lnTo>
                    <a:pt x="857" y="248"/>
                  </a:lnTo>
                  <a:close/>
                  <a:moveTo>
                    <a:pt x="882" y="297"/>
                  </a:moveTo>
                  <a:cubicBezTo>
                    <a:pt x="882" y="322"/>
                    <a:pt x="882" y="322"/>
                    <a:pt x="882" y="322"/>
                  </a:cubicBezTo>
                  <a:cubicBezTo>
                    <a:pt x="857" y="322"/>
                    <a:pt x="857" y="322"/>
                    <a:pt x="857" y="322"/>
                  </a:cubicBezTo>
                  <a:cubicBezTo>
                    <a:pt x="857" y="297"/>
                    <a:pt x="857" y="297"/>
                    <a:pt x="857" y="297"/>
                  </a:cubicBezTo>
                  <a:lnTo>
                    <a:pt x="882" y="297"/>
                  </a:lnTo>
                  <a:close/>
                  <a:moveTo>
                    <a:pt x="882" y="333"/>
                  </a:moveTo>
                  <a:cubicBezTo>
                    <a:pt x="882" y="359"/>
                    <a:pt x="882" y="359"/>
                    <a:pt x="882" y="359"/>
                  </a:cubicBezTo>
                  <a:cubicBezTo>
                    <a:pt x="857" y="359"/>
                    <a:pt x="857" y="359"/>
                    <a:pt x="857" y="359"/>
                  </a:cubicBezTo>
                  <a:cubicBezTo>
                    <a:pt x="857" y="333"/>
                    <a:pt x="857" y="333"/>
                    <a:pt x="857" y="333"/>
                  </a:cubicBezTo>
                  <a:lnTo>
                    <a:pt x="882" y="333"/>
                  </a:lnTo>
                  <a:close/>
                  <a:moveTo>
                    <a:pt x="920" y="260"/>
                  </a:moveTo>
                  <a:cubicBezTo>
                    <a:pt x="920" y="285"/>
                    <a:pt x="920" y="285"/>
                    <a:pt x="920" y="285"/>
                  </a:cubicBezTo>
                  <a:cubicBezTo>
                    <a:pt x="894" y="285"/>
                    <a:pt x="894" y="285"/>
                    <a:pt x="894" y="285"/>
                  </a:cubicBezTo>
                  <a:cubicBezTo>
                    <a:pt x="894" y="260"/>
                    <a:pt x="894" y="260"/>
                    <a:pt x="894" y="260"/>
                  </a:cubicBezTo>
                  <a:lnTo>
                    <a:pt x="920" y="260"/>
                  </a:lnTo>
                  <a:close/>
                  <a:moveTo>
                    <a:pt x="894" y="248"/>
                  </a:moveTo>
                  <a:cubicBezTo>
                    <a:pt x="894" y="223"/>
                    <a:pt x="894" y="223"/>
                    <a:pt x="894" y="223"/>
                  </a:cubicBezTo>
                  <a:cubicBezTo>
                    <a:pt x="920" y="223"/>
                    <a:pt x="920" y="223"/>
                    <a:pt x="920" y="223"/>
                  </a:cubicBezTo>
                  <a:cubicBezTo>
                    <a:pt x="920" y="248"/>
                    <a:pt x="920" y="248"/>
                    <a:pt x="920" y="248"/>
                  </a:cubicBezTo>
                  <a:lnTo>
                    <a:pt x="894" y="248"/>
                  </a:lnTo>
                  <a:close/>
                  <a:moveTo>
                    <a:pt x="920" y="297"/>
                  </a:moveTo>
                  <a:cubicBezTo>
                    <a:pt x="920" y="322"/>
                    <a:pt x="920" y="322"/>
                    <a:pt x="920" y="322"/>
                  </a:cubicBezTo>
                  <a:cubicBezTo>
                    <a:pt x="894" y="322"/>
                    <a:pt x="894" y="322"/>
                    <a:pt x="894" y="322"/>
                  </a:cubicBezTo>
                  <a:cubicBezTo>
                    <a:pt x="894" y="297"/>
                    <a:pt x="894" y="297"/>
                    <a:pt x="894" y="297"/>
                  </a:cubicBezTo>
                  <a:lnTo>
                    <a:pt x="920" y="297"/>
                  </a:lnTo>
                  <a:close/>
                  <a:moveTo>
                    <a:pt x="920" y="333"/>
                  </a:moveTo>
                  <a:cubicBezTo>
                    <a:pt x="920" y="359"/>
                    <a:pt x="920" y="359"/>
                    <a:pt x="920" y="359"/>
                  </a:cubicBezTo>
                  <a:cubicBezTo>
                    <a:pt x="894" y="359"/>
                    <a:pt x="894" y="359"/>
                    <a:pt x="894" y="359"/>
                  </a:cubicBezTo>
                  <a:cubicBezTo>
                    <a:pt x="894" y="333"/>
                    <a:pt x="894" y="333"/>
                    <a:pt x="894" y="333"/>
                  </a:cubicBezTo>
                  <a:lnTo>
                    <a:pt x="920" y="333"/>
                  </a:lnTo>
                  <a:close/>
                  <a:moveTo>
                    <a:pt x="957" y="260"/>
                  </a:moveTo>
                  <a:cubicBezTo>
                    <a:pt x="957" y="285"/>
                    <a:pt x="957" y="285"/>
                    <a:pt x="957" y="285"/>
                  </a:cubicBezTo>
                  <a:cubicBezTo>
                    <a:pt x="932" y="285"/>
                    <a:pt x="932" y="285"/>
                    <a:pt x="932" y="285"/>
                  </a:cubicBezTo>
                  <a:cubicBezTo>
                    <a:pt x="932" y="260"/>
                    <a:pt x="932" y="260"/>
                    <a:pt x="932" y="260"/>
                  </a:cubicBezTo>
                  <a:lnTo>
                    <a:pt x="957" y="260"/>
                  </a:lnTo>
                  <a:close/>
                  <a:moveTo>
                    <a:pt x="932" y="248"/>
                  </a:moveTo>
                  <a:cubicBezTo>
                    <a:pt x="932" y="223"/>
                    <a:pt x="932" y="223"/>
                    <a:pt x="932" y="223"/>
                  </a:cubicBezTo>
                  <a:cubicBezTo>
                    <a:pt x="957" y="223"/>
                    <a:pt x="957" y="223"/>
                    <a:pt x="957" y="223"/>
                  </a:cubicBezTo>
                  <a:cubicBezTo>
                    <a:pt x="957" y="248"/>
                    <a:pt x="957" y="248"/>
                    <a:pt x="957" y="248"/>
                  </a:cubicBezTo>
                  <a:lnTo>
                    <a:pt x="932" y="248"/>
                  </a:lnTo>
                  <a:close/>
                  <a:moveTo>
                    <a:pt x="957" y="297"/>
                  </a:moveTo>
                  <a:cubicBezTo>
                    <a:pt x="957" y="322"/>
                    <a:pt x="957" y="322"/>
                    <a:pt x="957" y="322"/>
                  </a:cubicBezTo>
                  <a:cubicBezTo>
                    <a:pt x="932" y="322"/>
                    <a:pt x="932" y="322"/>
                    <a:pt x="932" y="322"/>
                  </a:cubicBezTo>
                  <a:cubicBezTo>
                    <a:pt x="932" y="297"/>
                    <a:pt x="932" y="297"/>
                    <a:pt x="932" y="297"/>
                  </a:cubicBezTo>
                  <a:lnTo>
                    <a:pt x="957" y="297"/>
                  </a:lnTo>
                  <a:close/>
                  <a:moveTo>
                    <a:pt x="957" y="333"/>
                  </a:moveTo>
                  <a:cubicBezTo>
                    <a:pt x="957" y="359"/>
                    <a:pt x="957" y="359"/>
                    <a:pt x="957" y="359"/>
                  </a:cubicBezTo>
                  <a:cubicBezTo>
                    <a:pt x="932" y="359"/>
                    <a:pt x="932" y="359"/>
                    <a:pt x="932" y="359"/>
                  </a:cubicBezTo>
                  <a:cubicBezTo>
                    <a:pt x="932" y="333"/>
                    <a:pt x="932" y="333"/>
                    <a:pt x="932" y="333"/>
                  </a:cubicBezTo>
                  <a:lnTo>
                    <a:pt x="957" y="3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31"/>
            <p:cNvSpPr>
              <a:spLocks/>
            </p:cNvSpPr>
            <p:nvPr/>
          </p:nvSpPr>
          <p:spPr bwMode="auto">
            <a:xfrm>
              <a:off x="2897188" y="1203326"/>
              <a:ext cx="298450" cy="296863"/>
            </a:xfrm>
            <a:custGeom>
              <a:avLst/>
              <a:gdLst>
                <a:gd name="T0" fmla="*/ 108 w 192"/>
                <a:gd name="T1" fmla="*/ 185 h 191"/>
                <a:gd name="T2" fmla="*/ 185 w 192"/>
                <a:gd name="T3" fmla="*/ 84 h 191"/>
                <a:gd name="T4" fmla="*/ 84 w 192"/>
                <a:gd name="T5" fmla="*/ 6 h 191"/>
                <a:gd name="T6" fmla="*/ 7 w 192"/>
                <a:gd name="T7" fmla="*/ 107 h 191"/>
                <a:gd name="T8" fmla="*/ 108 w 192"/>
                <a:gd name="T9" fmla="*/ 185 h 191"/>
              </a:gdLst>
              <a:ahLst/>
              <a:cxnLst>
                <a:cxn ang="0">
                  <a:pos x="T0" y="T1"/>
                </a:cxn>
                <a:cxn ang="0">
                  <a:pos x="T2" y="T3"/>
                </a:cxn>
                <a:cxn ang="0">
                  <a:pos x="T4" y="T5"/>
                </a:cxn>
                <a:cxn ang="0">
                  <a:pos x="T6" y="T7"/>
                </a:cxn>
                <a:cxn ang="0">
                  <a:pos x="T8" y="T9"/>
                </a:cxn>
              </a:cxnLst>
              <a:rect l="0" t="0" r="r" b="b"/>
              <a:pathLst>
                <a:path w="192" h="191">
                  <a:moveTo>
                    <a:pt x="108" y="185"/>
                  </a:moveTo>
                  <a:cubicBezTo>
                    <a:pt x="157" y="178"/>
                    <a:pt x="192" y="133"/>
                    <a:pt x="185" y="84"/>
                  </a:cubicBezTo>
                  <a:cubicBezTo>
                    <a:pt x="179" y="35"/>
                    <a:pt x="134" y="0"/>
                    <a:pt x="84" y="6"/>
                  </a:cubicBezTo>
                  <a:cubicBezTo>
                    <a:pt x="35" y="13"/>
                    <a:pt x="0" y="58"/>
                    <a:pt x="7" y="107"/>
                  </a:cubicBezTo>
                  <a:cubicBezTo>
                    <a:pt x="13" y="156"/>
                    <a:pt x="58" y="191"/>
                    <a:pt x="108" y="1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Rectangle 32"/>
            <p:cNvSpPr>
              <a:spLocks noChangeArrowheads="1"/>
            </p:cNvSpPr>
            <p:nvPr/>
          </p:nvSpPr>
          <p:spPr bwMode="auto">
            <a:xfrm>
              <a:off x="3136900" y="1825626"/>
              <a:ext cx="1587" cy="1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31" name="组合 130"/>
          <p:cNvGrpSpPr/>
          <p:nvPr/>
        </p:nvGrpSpPr>
        <p:grpSpPr>
          <a:xfrm>
            <a:off x="8718550" y="4629151"/>
            <a:ext cx="1274763" cy="1479550"/>
            <a:chOff x="2825750" y="4629151"/>
            <a:chExt cx="1274763" cy="1479550"/>
          </a:xfrm>
          <a:solidFill>
            <a:schemeClr val="tx1">
              <a:lumMod val="65000"/>
              <a:lumOff val="35000"/>
            </a:schemeClr>
          </a:solidFill>
        </p:grpSpPr>
        <p:sp>
          <p:nvSpPr>
            <p:cNvPr id="132" name="Freeform 33"/>
            <p:cNvSpPr>
              <a:spLocks/>
            </p:cNvSpPr>
            <p:nvPr/>
          </p:nvSpPr>
          <p:spPr bwMode="auto">
            <a:xfrm>
              <a:off x="3633788" y="4629151"/>
              <a:ext cx="307975" cy="307975"/>
            </a:xfrm>
            <a:custGeom>
              <a:avLst/>
              <a:gdLst>
                <a:gd name="T0" fmla="*/ 79 w 198"/>
                <a:gd name="T1" fmla="*/ 11 h 198"/>
                <a:gd name="T2" fmla="*/ 12 w 198"/>
                <a:gd name="T3" fmla="*/ 119 h 198"/>
                <a:gd name="T4" fmla="*/ 120 w 198"/>
                <a:gd name="T5" fmla="*/ 187 h 198"/>
                <a:gd name="T6" fmla="*/ 187 w 198"/>
                <a:gd name="T7" fmla="*/ 79 h 198"/>
                <a:gd name="T8" fmla="*/ 79 w 198"/>
                <a:gd name="T9" fmla="*/ 11 h 198"/>
              </a:gdLst>
              <a:ahLst/>
              <a:cxnLst>
                <a:cxn ang="0">
                  <a:pos x="T0" y="T1"/>
                </a:cxn>
                <a:cxn ang="0">
                  <a:pos x="T2" y="T3"/>
                </a:cxn>
                <a:cxn ang="0">
                  <a:pos x="T4" y="T5"/>
                </a:cxn>
                <a:cxn ang="0">
                  <a:pos x="T6" y="T7"/>
                </a:cxn>
                <a:cxn ang="0">
                  <a:pos x="T8" y="T9"/>
                </a:cxn>
              </a:cxnLst>
              <a:rect l="0" t="0" r="r" b="b"/>
              <a:pathLst>
                <a:path w="198" h="198">
                  <a:moveTo>
                    <a:pt x="79" y="11"/>
                  </a:moveTo>
                  <a:cubicBezTo>
                    <a:pt x="31" y="23"/>
                    <a:pt x="0" y="71"/>
                    <a:pt x="12" y="119"/>
                  </a:cubicBezTo>
                  <a:cubicBezTo>
                    <a:pt x="23" y="168"/>
                    <a:pt x="71" y="198"/>
                    <a:pt x="120" y="187"/>
                  </a:cubicBezTo>
                  <a:cubicBezTo>
                    <a:pt x="168" y="175"/>
                    <a:pt x="198" y="127"/>
                    <a:pt x="187" y="79"/>
                  </a:cubicBezTo>
                  <a:cubicBezTo>
                    <a:pt x="176" y="30"/>
                    <a:pt x="127" y="0"/>
                    <a:pt x="79"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34"/>
            <p:cNvSpPr>
              <a:spLocks/>
            </p:cNvSpPr>
            <p:nvPr/>
          </p:nvSpPr>
          <p:spPr bwMode="auto">
            <a:xfrm>
              <a:off x="3271838" y="4921251"/>
              <a:ext cx="828675" cy="1187450"/>
            </a:xfrm>
            <a:custGeom>
              <a:avLst/>
              <a:gdLst>
                <a:gd name="T0" fmla="*/ 396 w 533"/>
                <a:gd name="T1" fmla="*/ 9 h 764"/>
                <a:gd name="T2" fmla="*/ 355 w 533"/>
                <a:gd name="T3" fmla="*/ 74 h 764"/>
                <a:gd name="T4" fmla="*/ 368 w 533"/>
                <a:gd name="T5" fmla="*/ 68 h 764"/>
                <a:gd name="T6" fmla="*/ 396 w 533"/>
                <a:gd name="T7" fmla="*/ 51 h 764"/>
                <a:gd name="T8" fmla="*/ 422 w 533"/>
                <a:gd name="T9" fmla="*/ 42 h 764"/>
                <a:gd name="T10" fmla="*/ 453 w 533"/>
                <a:gd name="T11" fmla="*/ 56 h 764"/>
                <a:gd name="T12" fmla="*/ 462 w 533"/>
                <a:gd name="T13" fmla="*/ 85 h 764"/>
                <a:gd name="T14" fmla="*/ 448 w 533"/>
                <a:gd name="T15" fmla="*/ 113 h 764"/>
                <a:gd name="T16" fmla="*/ 407 w 533"/>
                <a:gd name="T17" fmla="*/ 138 h 764"/>
                <a:gd name="T18" fmla="*/ 369 w 533"/>
                <a:gd name="T19" fmla="*/ 153 h 764"/>
                <a:gd name="T20" fmla="*/ 382 w 533"/>
                <a:gd name="T21" fmla="*/ 275 h 764"/>
                <a:gd name="T22" fmla="*/ 222 w 533"/>
                <a:gd name="T23" fmla="*/ 250 h 764"/>
                <a:gd name="T24" fmla="*/ 183 w 533"/>
                <a:gd name="T25" fmla="*/ 260 h 764"/>
                <a:gd name="T26" fmla="*/ 25 w 533"/>
                <a:gd name="T27" fmla="*/ 387 h 764"/>
                <a:gd name="T28" fmla="*/ 17 w 533"/>
                <a:gd name="T29" fmla="*/ 457 h 764"/>
                <a:gd name="T30" fmla="*/ 87 w 533"/>
                <a:gd name="T31" fmla="*/ 465 h 764"/>
                <a:gd name="T32" fmla="*/ 228 w 533"/>
                <a:gd name="T33" fmla="*/ 352 h 764"/>
                <a:gd name="T34" fmla="*/ 363 w 533"/>
                <a:gd name="T35" fmla="*/ 374 h 764"/>
                <a:gd name="T36" fmla="*/ 343 w 533"/>
                <a:gd name="T37" fmla="*/ 523 h 764"/>
                <a:gd name="T38" fmla="*/ 381 w 533"/>
                <a:gd name="T39" fmla="*/ 731 h 764"/>
                <a:gd name="T40" fmla="*/ 428 w 533"/>
                <a:gd name="T41" fmla="*/ 764 h 764"/>
                <a:gd name="T42" fmla="*/ 445 w 533"/>
                <a:gd name="T43" fmla="*/ 761 h 764"/>
                <a:gd name="T44" fmla="*/ 475 w 533"/>
                <a:gd name="T45" fmla="*/ 697 h 764"/>
                <a:gd name="T46" fmla="*/ 475 w 533"/>
                <a:gd name="T47" fmla="*/ 697 h 764"/>
                <a:gd name="T48" fmla="*/ 443 w 533"/>
                <a:gd name="T49" fmla="*/ 523 h 764"/>
                <a:gd name="T50" fmla="*/ 460 w 533"/>
                <a:gd name="T51" fmla="*/ 399 h 764"/>
                <a:gd name="T52" fmla="*/ 471 w 533"/>
                <a:gd name="T53" fmla="*/ 366 h 764"/>
                <a:gd name="T54" fmla="*/ 471 w 533"/>
                <a:gd name="T55" fmla="*/ 365 h 764"/>
                <a:gd name="T56" fmla="*/ 523 w 533"/>
                <a:gd name="T57" fmla="*/ 299 h 764"/>
                <a:gd name="T58" fmla="*/ 500 w 533"/>
                <a:gd name="T59" fmla="*/ 77 h 764"/>
                <a:gd name="T60" fmla="*/ 396 w 533"/>
                <a:gd name="T61" fmla="*/ 9 h 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33" h="764">
                  <a:moveTo>
                    <a:pt x="396" y="9"/>
                  </a:moveTo>
                  <a:cubicBezTo>
                    <a:pt x="371" y="15"/>
                    <a:pt x="356" y="43"/>
                    <a:pt x="355" y="74"/>
                  </a:cubicBezTo>
                  <a:cubicBezTo>
                    <a:pt x="360" y="72"/>
                    <a:pt x="364" y="70"/>
                    <a:pt x="368" y="68"/>
                  </a:cubicBezTo>
                  <a:cubicBezTo>
                    <a:pt x="386" y="60"/>
                    <a:pt x="396" y="51"/>
                    <a:pt x="396" y="51"/>
                  </a:cubicBezTo>
                  <a:cubicBezTo>
                    <a:pt x="404" y="45"/>
                    <a:pt x="413" y="42"/>
                    <a:pt x="422" y="42"/>
                  </a:cubicBezTo>
                  <a:cubicBezTo>
                    <a:pt x="434" y="42"/>
                    <a:pt x="445" y="47"/>
                    <a:pt x="453" y="56"/>
                  </a:cubicBezTo>
                  <a:cubicBezTo>
                    <a:pt x="460" y="64"/>
                    <a:pt x="463" y="75"/>
                    <a:pt x="462" y="85"/>
                  </a:cubicBezTo>
                  <a:cubicBezTo>
                    <a:pt x="461" y="96"/>
                    <a:pt x="456" y="106"/>
                    <a:pt x="448" y="113"/>
                  </a:cubicBezTo>
                  <a:cubicBezTo>
                    <a:pt x="444" y="116"/>
                    <a:pt x="430" y="127"/>
                    <a:pt x="407" y="138"/>
                  </a:cubicBezTo>
                  <a:cubicBezTo>
                    <a:pt x="394" y="145"/>
                    <a:pt x="381" y="150"/>
                    <a:pt x="369" y="153"/>
                  </a:cubicBezTo>
                  <a:cubicBezTo>
                    <a:pt x="376" y="191"/>
                    <a:pt x="383" y="234"/>
                    <a:pt x="382" y="275"/>
                  </a:cubicBezTo>
                  <a:cubicBezTo>
                    <a:pt x="222" y="250"/>
                    <a:pt x="222" y="250"/>
                    <a:pt x="222" y="250"/>
                  </a:cubicBezTo>
                  <a:cubicBezTo>
                    <a:pt x="208" y="248"/>
                    <a:pt x="194" y="251"/>
                    <a:pt x="183" y="260"/>
                  </a:cubicBezTo>
                  <a:cubicBezTo>
                    <a:pt x="25" y="387"/>
                    <a:pt x="25" y="387"/>
                    <a:pt x="25" y="387"/>
                  </a:cubicBezTo>
                  <a:cubicBezTo>
                    <a:pt x="3" y="404"/>
                    <a:pt x="0" y="436"/>
                    <a:pt x="17" y="457"/>
                  </a:cubicBezTo>
                  <a:cubicBezTo>
                    <a:pt x="34" y="479"/>
                    <a:pt x="66" y="482"/>
                    <a:pt x="87" y="465"/>
                  </a:cubicBezTo>
                  <a:cubicBezTo>
                    <a:pt x="228" y="352"/>
                    <a:pt x="228" y="352"/>
                    <a:pt x="228" y="352"/>
                  </a:cubicBezTo>
                  <a:cubicBezTo>
                    <a:pt x="363" y="374"/>
                    <a:pt x="363" y="374"/>
                    <a:pt x="363" y="374"/>
                  </a:cubicBezTo>
                  <a:cubicBezTo>
                    <a:pt x="353" y="410"/>
                    <a:pt x="343" y="461"/>
                    <a:pt x="343" y="523"/>
                  </a:cubicBezTo>
                  <a:cubicBezTo>
                    <a:pt x="343" y="584"/>
                    <a:pt x="353" y="655"/>
                    <a:pt x="381" y="731"/>
                  </a:cubicBezTo>
                  <a:cubicBezTo>
                    <a:pt x="388" y="752"/>
                    <a:pt x="407" y="764"/>
                    <a:pt x="428" y="764"/>
                  </a:cubicBezTo>
                  <a:cubicBezTo>
                    <a:pt x="434" y="764"/>
                    <a:pt x="439" y="763"/>
                    <a:pt x="445" y="761"/>
                  </a:cubicBezTo>
                  <a:cubicBezTo>
                    <a:pt x="471" y="751"/>
                    <a:pt x="484" y="723"/>
                    <a:pt x="475" y="697"/>
                  </a:cubicBezTo>
                  <a:cubicBezTo>
                    <a:pt x="475" y="697"/>
                    <a:pt x="475" y="697"/>
                    <a:pt x="475" y="697"/>
                  </a:cubicBezTo>
                  <a:cubicBezTo>
                    <a:pt x="451" y="632"/>
                    <a:pt x="443" y="573"/>
                    <a:pt x="443" y="523"/>
                  </a:cubicBezTo>
                  <a:cubicBezTo>
                    <a:pt x="443" y="471"/>
                    <a:pt x="451" y="428"/>
                    <a:pt x="460" y="399"/>
                  </a:cubicBezTo>
                  <a:cubicBezTo>
                    <a:pt x="464" y="384"/>
                    <a:pt x="468" y="373"/>
                    <a:pt x="471" y="366"/>
                  </a:cubicBezTo>
                  <a:cubicBezTo>
                    <a:pt x="471" y="365"/>
                    <a:pt x="471" y="365"/>
                    <a:pt x="471" y="365"/>
                  </a:cubicBezTo>
                  <a:cubicBezTo>
                    <a:pt x="494" y="358"/>
                    <a:pt x="515" y="340"/>
                    <a:pt x="523" y="299"/>
                  </a:cubicBezTo>
                  <a:cubicBezTo>
                    <a:pt x="533" y="211"/>
                    <a:pt x="527" y="158"/>
                    <a:pt x="500" y="77"/>
                  </a:cubicBezTo>
                  <a:cubicBezTo>
                    <a:pt x="480" y="19"/>
                    <a:pt x="431" y="0"/>
                    <a:pt x="396"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35"/>
            <p:cNvSpPr>
              <a:spLocks/>
            </p:cNvSpPr>
            <p:nvPr/>
          </p:nvSpPr>
          <p:spPr bwMode="auto">
            <a:xfrm>
              <a:off x="3449638" y="4932363"/>
              <a:ext cx="534987" cy="228600"/>
            </a:xfrm>
            <a:custGeom>
              <a:avLst/>
              <a:gdLst>
                <a:gd name="T0" fmla="*/ 333 w 344"/>
                <a:gd name="T1" fmla="*/ 53 h 147"/>
                <a:gd name="T2" fmla="*/ 288 w 344"/>
                <a:gd name="T3" fmla="*/ 49 h 147"/>
                <a:gd name="T4" fmla="*/ 288 w 344"/>
                <a:gd name="T5" fmla="*/ 49 h 147"/>
                <a:gd name="T6" fmla="*/ 288 w 344"/>
                <a:gd name="T7" fmla="*/ 49 h 147"/>
                <a:gd name="T8" fmla="*/ 257 w 344"/>
                <a:gd name="T9" fmla="*/ 67 h 147"/>
                <a:gd name="T10" fmla="*/ 191 w 344"/>
                <a:gd name="T11" fmla="*/ 83 h 147"/>
                <a:gd name="T12" fmla="*/ 60 w 344"/>
                <a:gd name="T13" fmla="*/ 15 h 147"/>
                <a:gd name="T14" fmla="*/ 15 w 344"/>
                <a:gd name="T15" fmla="*/ 12 h 147"/>
                <a:gd name="T16" fmla="*/ 12 w 344"/>
                <a:gd name="T17" fmla="*/ 57 h 147"/>
                <a:gd name="T18" fmla="*/ 189 w 344"/>
                <a:gd name="T19" fmla="*/ 147 h 147"/>
                <a:gd name="T20" fmla="*/ 191 w 344"/>
                <a:gd name="T21" fmla="*/ 147 h 147"/>
                <a:gd name="T22" fmla="*/ 289 w 344"/>
                <a:gd name="T23" fmla="*/ 123 h 147"/>
                <a:gd name="T24" fmla="*/ 329 w 344"/>
                <a:gd name="T25" fmla="*/ 98 h 147"/>
                <a:gd name="T26" fmla="*/ 333 w 344"/>
                <a:gd name="T27" fmla="*/ 53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4" h="147">
                  <a:moveTo>
                    <a:pt x="333" y="53"/>
                  </a:moveTo>
                  <a:cubicBezTo>
                    <a:pt x="321" y="40"/>
                    <a:pt x="301" y="38"/>
                    <a:pt x="288" y="49"/>
                  </a:cubicBezTo>
                  <a:cubicBezTo>
                    <a:pt x="288" y="49"/>
                    <a:pt x="288" y="49"/>
                    <a:pt x="288" y="49"/>
                  </a:cubicBezTo>
                  <a:cubicBezTo>
                    <a:pt x="288" y="49"/>
                    <a:pt x="288" y="49"/>
                    <a:pt x="288" y="49"/>
                  </a:cubicBezTo>
                  <a:cubicBezTo>
                    <a:pt x="286" y="51"/>
                    <a:pt x="275" y="59"/>
                    <a:pt x="257" y="67"/>
                  </a:cubicBezTo>
                  <a:cubicBezTo>
                    <a:pt x="240" y="76"/>
                    <a:pt x="217" y="83"/>
                    <a:pt x="191" y="83"/>
                  </a:cubicBezTo>
                  <a:cubicBezTo>
                    <a:pt x="154" y="83"/>
                    <a:pt x="110" y="70"/>
                    <a:pt x="60" y="15"/>
                  </a:cubicBezTo>
                  <a:cubicBezTo>
                    <a:pt x="48" y="1"/>
                    <a:pt x="28" y="0"/>
                    <a:pt x="15" y="12"/>
                  </a:cubicBezTo>
                  <a:cubicBezTo>
                    <a:pt x="2" y="24"/>
                    <a:pt x="0" y="44"/>
                    <a:pt x="12" y="57"/>
                  </a:cubicBezTo>
                  <a:cubicBezTo>
                    <a:pt x="71" y="123"/>
                    <a:pt x="135" y="147"/>
                    <a:pt x="189" y="147"/>
                  </a:cubicBezTo>
                  <a:cubicBezTo>
                    <a:pt x="190" y="147"/>
                    <a:pt x="190" y="147"/>
                    <a:pt x="191" y="147"/>
                  </a:cubicBezTo>
                  <a:cubicBezTo>
                    <a:pt x="231" y="147"/>
                    <a:pt x="265" y="135"/>
                    <a:pt x="289" y="123"/>
                  </a:cubicBezTo>
                  <a:cubicBezTo>
                    <a:pt x="313" y="111"/>
                    <a:pt x="327" y="100"/>
                    <a:pt x="329" y="98"/>
                  </a:cubicBezTo>
                  <a:cubicBezTo>
                    <a:pt x="342" y="87"/>
                    <a:pt x="344" y="67"/>
                    <a:pt x="333"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36"/>
            <p:cNvSpPr>
              <a:spLocks/>
            </p:cNvSpPr>
            <p:nvPr/>
          </p:nvSpPr>
          <p:spPr bwMode="auto">
            <a:xfrm>
              <a:off x="2825750" y="5481638"/>
              <a:ext cx="639762" cy="625475"/>
            </a:xfrm>
            <a:custGeom>
              <a:avLst/>
              <a:gdLst>
                <a:gd name="T0" fmla="*/ 260 w 412"/>
                <a:gd name="T1" fmla="*/ 201 h 402"/>
                <a:gd name="T2" fmla="*/ 263 w 412"/>
                <a:gd name="T3" fmla="*/ 236 h 402"/>
                <a:gd name="T4" fmla="*/ 227 w 412"/>
                <a:gd name="T5" fmla="*/ 204 h 402"/>
                <a:gd name="T6" fmla="*/ 248 w 412"/>
                <a:gd name="T7" fmla="*/ 186 h 402"/>
                <a:gd name="T8" fmla="*/ 239 w 412"/>
                <a:gd name="T9" fmla="*/ 164 h 402"/>
                <a:gd name="T10" fmla="*/ 142 w 412"/>
                <a:gd name="T11" fmla="*/ 164 h 402"/>
                <a:gd name="T12" fmla="*/ 117 w 412"/>
                <a:gd name="T13" fmla="*/ 139 h 402"/>
                <a:gd name="T14" fmla="*/ 117 w 412"/>
                <a:gd name="T15" fmla="*/ 24 h 402"/>
                <a:gd name="T16" fmla="*/ 93 w 412"/>
                <a:gd name="T17" fmla="*/ 0 h 402"/>
                <a:gd name="T18" fmla="*/ 24 w 412"/>
                <a:gd name="T19" fmla="*/ 0 h 402"/>
                <a:gd name="T20" fmla="*/ 0 w 412"/>
                <a:gd name="T21" fmla="*/ 24 h 402"/>
                <a:gd name="T22" fmla="*/ 0 w 412"/>
                <a:gd name="T23" fmla="*/ 402 h 402"/>
                <a:gd name="T24" fmla="*/ 302 w 412"/>
                <a:gd name="T25" fmla="*/ 402 h 402"/>
                <a:gd name="T26" fmla="*/ 328 w 412"/>
                <a:gd name="T27" fmla="*/ 274 h 402"/>
                <a:gd name="T28" fmla="*/ 412 w 412"/>
                <a:gd name="T29" fmla="*/ 196 h 402"/>
                <a:gd name="T30" fmla="*/ 412 w 412"/>
                <a:gd name="T31" fmla="*/ 164 h 402"/>
                <a:gd name="T32" fmla="*/ 290 w 412"/>
                <a:gd name="T33" fmla="*/ 164 h 402"/>
                <a:gd name="T34" fmla="*/ 260 w 412"/>
                <a:gd name="T35" fmla="*/ 201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12" h="402">
                  <a:moveTo>
                    <a:pt x="260" y="201"/>
                  </a:moveTo>
                  <a:cubicBezTo>
                    <a:pt x="263" y="236"/>
                    <a:pt x="263" y="236"/>
                    <a:pt x="263" y="236"/>
                  </a:cubicBezTo>
                  <a:cubicBezTo>
                    <a:pt x="227" y="204"/>
                    <a:pt x="227" y="204"/>
                    <a:pt x="227" y="204"/>
                  </a:cubicBezTo>
                  <a:cubicBezTo>
                    <a:pt x="248" y="186"/>
                    <a:pt x="248" y="186"/>
                    <a:pt x="248" y="186"/>
                  </a:cubicBezTo>
                  <a:cubicBezTo>
                    <a:pt x="239" y="164"/>
                    <a:pt x="239" y="164"/>
                    <a:pt x="239" y="164"/>
                  </a:cubicBezTo>
                  <a:cubicBezTo>
                    <a:pt x="142" y="164"/>
                    <a:pt x="142" y="164"/>
                    <a:pt x="142" y="164"/>
                  </a:cubicBezTo>
                  <a:cubicBezTo>
                    <a:pt x="142" y="164"/>
                    <a:pt x="117" y="158"/>
                    <a:pt x="117" y="139"/>
                  </a:cubicBezTo>
                  <a:cubicBezTo>
                    <a:pt x="117" y="124"/>
                    <a:pt x="117" y="24"/>
                    <a:pt x="117" y="24"/>
                  </a:cubicBezTo>
                  <a:cubicBezTo>
                    <a:pt x="117" y="11"/>
                    <a:pt x="106" y="0"/>
                    <a:pt x="93" y="0"/>
                  </a:cubicBezTo>
                  <a:cubicBezTo>
                    <a:pt x="24" y="0"/>
                    <a:pt x="24" y="0"/>
                    <a:pt x="24" y="0"/>
                  </a:cubicBezTo>
                  <a:cubicBezTo>
                    <a:pt x="11" y="0"/>
                    <a:pt x="0" y="11"/>
                    <a:pt x="0" y="24"/>
                  </a:cubicBezTo>
                  <a:cubicBezTo>
                    <a:pt x="0" y="402"/>
                    <a:pt x="0" y="402"/>
                    <a:pt x="0" y="402"/>
                  </a:cubicBezTo>
                  <a:cubicBezTo>
                    <a:pt x="302" y="402"/>
                    <a:pt x="302" y="402"/>
                    <a:pt x="302" y="402"/>
                  </a:cubicBezTo>
                  <a:cubicBezTo>
                    <a:pt x="328" y="274"/>
                    <a:pt x="328" y="274"/>
                    <a:pt x="328" y="274"/>
                  </a:cubicBezTo>
                  <a:cubicBezTo>
                    <a:pt x="328" y="274"/>
                    <a:pt x="412" y="260"/>
                    <a:pt x="412" y="196"/>
                  </a:cubicBezTo>
                  <a:cubicBezTo>
                    <a:pt x="412" y="181"/>
                    <a:pt x="412" y="164"/>
                    <a:pt x="412" y="164"/>
                  </a:cubicBezTo>
                  <a:cubicBezTo>
                    <a:pt x="290" y="164"/>
                    <a:pt x="290" y="164"/>
                    <a:pt x="290" y="164"/>
                  </a:cubicBezTo>
                  <a:lnTo>
                    <a:pt x="260" y="20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37"/>
            <p:cNvSpPr>
              <a:spLocks/>
            </p:cNvSpPr>
            <p:nvPr/>
          </p:nvSpPr>
          <p:spPr bwMode="auto">
            <a:xfrm>
              <a:off x="2992438" y="5211763"/>
              <a:ext cx="354012" cy="376238"/>
            </a:xfrm>
            <a:custGeom>
              <a:avLst/>
              <a:gdLst>
                <a:gd name="T0" fmla="*/ 124 w 228"/>
                <a:gd name="T1" fmla="*/ 99 h 242"/>
                <a:gd name="T2" fmla="*/ 127 w 228"/>
                <a:gd name="T3" fmla="*/ 94 h 242"/>
                <a:gd name="T4" fmla="*/ 134 w 228"/>
                <a:gd name="T5" fmla="*/ 25 h 242"/>
                <a:gd name="T6" fmla="*/ 170 w 228"/>
                <a:gd name="T7" fmla="*/ 87 h 242"/>
                <a:gd name="T8" fmla="*/ 174 w 228"/>
                <a:gd name="T9" fmla="*/ 90 h 242"/>
                <a:gd name="T10" fmla="*/ 180 w 228"/>
                <a:gd name="T11" fmla="*/ 87 h 242"/>
                <a:gd name="T12" fmla="*/ 211 w 228"/>
                <a:gd name="T13" fmla="*/ 43 h 242"/>
                <a:gd name="T14" fmla="*/ 216 w 228"/>
                <a:gd name="T15" fmla="*/ 90 h 242"/>
                <a:gd name="T16" fmla="*/ 222 w 228"/>
                <a:gd name="T17" fmla="*/ 95 h 242"/>
                <a:gd name="T18" fmla="*/ 228 w 228"/>
                <a:gd name="T19" fmla="*/ 88 h 242"/>
                <a:gd name="T20" fmla="*/ 228 w 228"/>
                <a:gd name="T21" fmla="*/ 88 h 242"/>
                <a:gd name="T22" fmla="*/ 222 w 228"/>
                <a:gd name="T23" fmla="*/ 26 h 242"/>
                <a:gd name="T24" fmla="*/ 217 w 228"/>
                <a:gd name="T25" fmla="*/ 21 h 242"/>
                <a:gd name="T26" fmla="*/ 211 w 228"/>
                <a:gd name="T27" fmla="*/ 24 h 242"/>
                <a:gd name="T28" fmla="*/ 175 w 228"/>
                <a:gd name="T29" fmla="*/ 73 h 242"/>
                <a:gd name="T30" fmla="*/ 135 w 228"/>
                <a:gd name="T31" fmla="*/ 4 h 242"/>
                <a:gd name="T32" fmla="*/ 128 w 228"/>
                <a:gd name="T33" fmla="*/ 1 h 242"/>
                <a:gd name="T34" fmla="*/ 124 w 228"/>
                <a:gd name="T35" fmla="*/ 6 h 242"/>
                <a:gd name="T36" fmla="*/ 116 w 228"/>
                <a:gd name="T37" fmla="*/ 84 h 242"/>
                <a:gd name="T38" fmla="*/ 52 w 228"/>
                <a:gd name="T39" fmla="*/ 53 h 242"/>
                <a:gd name="T40" fmla="*/ 45 w 228"/>
                <a:gd name="T41" fmla="*/ 54 h 242"/>
                <a:gd name="T42" fmla="*/ 44 w 228"/>
                <a:gd name="T43" fmla="*/ 61 h 242"/>
                <a:gd name="T44" fmla="*/ 74 w 228"/>
                <a:gd name="T45" fmla="*/ 130 h 242"/>
                <a:gd name="T46" fmla="*/ 7 w 228"/>
                <a:gd name="T47" fmla="*/ 129 h 242"/>
                <a:gd name="T48" fmla="*/ 1 w 228"/>
                <a:gd name="T49" fmla="*/ 133 h 242"/>
                <a:gd name="T50" fmla="*/ 3 w 228"/>
                <a:gd name="T51" fmla="*/ 140 h 242"/>
                <a:gd name="T52" fmla="*/ 70 w 228"/>
                <a:gd name="T53" fmla="*/ 193 h 242"/>
                <a:gd name="T54" fmla="*/ 29 w 228"/>
                <a:gd name="T55" fmla="*/ 224 h 242"/>
                <a:gd name="T56" fmla="*/ 27 w 228"/>
                <a:gd name="T57" fmla="*/ 231 h 242"/>
                <a:gd name="T58" fmla="*/ 32 w 228"/>
                <a:gd name="T59" fmla="*/ 235 h 242"/>
                <a:gd name="T60" fmla="*/ 90 w 228"/>
                <a:gd name="T61" fmla="*/ 242 h 242"/>
                <a:gd name="T62" fmla="*/ 91 w 228"/>
                <a:gd name="T63" fmla="*/ 242 h 242"/>
                <a:gd name="T64" fmla="*/ 97 w 228"/>
                <a:gd name="T65" fmla="*/ 237 h 242"/>
                <a:gd name="T66" fmla="*/ 91 w 228"/>
                <a:gd name="T67" fmla="*/ 230 h 242"/>
                <a:gd name="T68" fmla="*/ 48 w 228"/>
                <a:gd name="T69" fmla="*/ 225 h 242"/>
                <a:gd name="T70" fmla="*/ 83 w 228"/>
                <a:gd name="T71" fmla="*/ 198 h 242"/>
                <a:gd name="T72" fmla="*/ 86 w 228"/>
                <a:gd name="T73" fmla="*/ 193 h 242"/>
                <a:gd name="T74" fmla="*/ 83 w 228"/>
                <a:gd name="T75" fmla="*/ 188 h 242"/>
                <a:gd name="T76" fmla="*/ 24 w 228"/>
                <a:gd name="T77" fmla="*/ 141 h 242"/>
                <a:gd name="T78" fmla="*/ 84 w 228"/>
                <a:gd name="T79" fmla="*/ 142 h 242"/>
                <a:gd name="T80" fmla="*/ 89 w 228"/>
                <a:gd name="T81" fmla="*/ 139 h 242"/>
                <a:gd name="T82" fmla="*/ 89 w 228"/>
                <a:gd name="T83" fmla="*/ 134 h 242"/>
                <a:gd name="T84" fmla="*/ 62 w 228"/>
                <a:gd name="T85" fmla="*/ 71 h 242"/>
                <a:gd name="T86" fmla="*/ 118 w 228"/>
                <a:gd name="T87" fmla="*/ 99 h 242"/>
                <a:gd name="T88" fmla="*/ 124 w 228"/>
                <a:gd name="T89" fmla="*/ 99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28" h="242">
                  <a:moveTo>
                    <a:pt x="124" y="99"/>
                  </a:moveTo>
                  <a:cubicBezTo>
                    <a:pt x="125" y="98"/>
                    <a:pt x="126" y="96"/>
                    <a:pt x="127" y="94"/>
                  </a:cubicBezTo>
                  <a:cubicBezTo>
                    <a:pt x="134" y="25"/>
                    <a:pt x="134" y="25"/>
                    <a:pt x="134" y="25"/>
                  </a:cubicBezTo>
                  <a:cubicBezTo>
                    <a:pt x="170" y="87"/>
                    <a:pt x="170" y="87"/>
                    <a:pt x="170" y="87"/>
                  </a:cubicBezTo>
                  <a:cubicBezTo>
                    <a:pt x="171" y="89"/>
                    <a:pt x="172" y="90"/>
                    <a:pt x="174" y="90"/>
                  </a:cubicBezTo>
                  <a:cubicBezTo>
                    <a:pt x="177" y="90"/>
                    <a:pt x="178" y="89"/>
                    <a:pt x="180" y="87"/>
                  </a:cubicBezTo>
                  <a:cubicBezTo>
                    <a:pt x="211" y="43"/>
                    <a:pt x="211" y="43"/>
                    <a:pt x="211" y="43"/>
                  </a:cubicBezTo>
                  <a:cubicBezTo>
                    <a:pt x="216" y="90"/>
                    <a:pt x="216" y="90"/>
                    <a:pt x="216" y="90"/>
                  </a:cubicBezTo>
                  <a:cubicBezTo>
                    <a:pt x="216" y="93"/>
                    <a:pt x="219" y="95"/>
                    <a:pt x="222" y="95"/>
                  </a:cubicBezTo>
                  <a:cubicBezTo>
                    <a:pt x="226" y="95"/>
                    <a:pt x="228" y="92"/>
                    <a:pt x="228" y="88"/>
                  </a:cubicBezTo>
                  <a:cubicBezTo>
                    <a:pt x="228" y="88"/>
                    <a:pt x="228" y="88"/>
                    <a:pt x="228" y="88"/>
                  </a:cubicBezTo>
                  <a:cubicBezTo>
                    <a:pt x="222" y="26"/>
                    <a:pt x="222" y="26"/>
                    <a:pt x="222" y="26"/>
                  </a:cubicBezTo>
                  <a:cubicBezTo>
                    <a:pt x="221" y="24"/>
                    <a:pt x="220" y="22"/>
                    <a:pt x="217" y="21"/>
                  </a:cubicBezTo>
                  <a:cubicBezTo>
                    <a:pt x="215" y="21"/>
                    <a:pt x="212" y="21"/>
                    <a:pt x="211" y="24"/>
                  </a:cubicBezTo>
                  <a:cubicBezTo>
                    <a:pt x="175" y="73"/>
                    <a:pt x="175" y="73"/>
                    <a:pt x="175" y="73"/>
                  </a:cubicBezTo>
                  <a:cubicBezTo>
                    <a:pt x="135" y="4"/>
                    <a:pt x="135" y="4"/>
                    <a:pt x="135" y="4"/>
                  </a:cubicBezTo>
                  <a:cubicBezTo>
                    <a:pt x="134" y="1"/>
                    <a:pt x="131" y="0"/>
                    <a:pt x="128" y="1"/>
                  </a:cubicBezTo>
                  <a:cubicBezTo>
                    <a:pt x="126" y="1"/>
                    <a:pt x="124" y="3"/>
                    <a:pt x="124" y="6"/>
                  </a:cubicBezTo>
                  <a:cubicBezTo>
                    <a:pt x="116" y="84"/>
                    <a:pt x="116" y="84"/>
                    <a:pt x="116" y="84"/>
                  </a:cubicBezTo>
                  <a:cubicBezTo>
                    <a:pt x="52" y="53"/>
                    <a:pt x="52" y="53"/>
                    <a:pt x="52" y="53"/>
                  </a:cubicBezTo>
                  <a:cubicBezTo>
                    <a:pt x="50" y="52"/>
                    <a:pt x="47" y="52"/>
                    <a:pt x="45" y="54"/>
                  </a:cubicBezTo>
                  <a:cubicBezTo>
                    <a:pt x="44" y="56"/>
                    <a:pt x="43" y="58"/>
                    <a:pt x="44" y="61"/>
                  </a:cubicBezTo>
                  <a:cubicBezTo>
                    <a:pt x="74" y="130"/>
                    <a:pt x="74" y="130"/>
                    <a:pt x="74" y="130"/>
                  </a:cubicBezTo>
                  <a:cubicBezTo>
                    <a:pt x="7" y="129"/>
                    <a:pt x="7" y="129"/>
                    <a:pt x="7" y="129"/>
                  </a:cubicBezTo>
                  <a:cubicBezTo>
                    <a:pt x="4" y="129"/>
                    <a:pt x="2" y="131"/>
                    <a:pt x="1" y="133"/>
                  </a:cubicBezTo>
                  <a:cubicBezTo>
                    <a:pt x="0" y="135"/>
                    <a:pt x="1" y="138"/>
                    <a:pt x="3" y="140"/>
                  </a:cubicBezTo>
                  <a:cubicBezTo>
                    <a:pt x="70" y="193"/>
                    <a:pt x="70" y="193"/>
                    <a:pt x="70" y="193"/>
                  </a:cubicBezTo>
                  <a:cubicBezTo>
                    <a:pt x="29" y="224"/>
                    <a:pt x="29" y="224"/>
                    <a:pt x="29" y="224"/>
                  </a:cubicBezTo>
                  <a:cubicBezTo>
                    <a:pt x="27" y="226"/>
                    <a:pt x="26" y="228"/>
                    <a:pt x="27" y="231"/>
                  </a:cubicBezTo>
                  <a:cubicBezTo>
                    <a:pt x="28" y="233"/>
                    <a:pt x="30" y="235"/>
                    <a:pt x="32" y="235"/>
                  </a:cubicBezTo>
                  <a:cubicBezTo>
                    <a:pt x="90" y="242"/>
                    <a:pt x="90" y="242"/>
                    <a:pt x="90" y="242"/>
                  </a:cubicBezTo>
                  <a:cubicBezTo>
                    <a:pt x="90" y="242"/>
                    <a:pt x="90" y="242"/>
                    <a:pt x="91" y="242"/>
                  </a:cubicBezTo>
                  <a:cubicBezTo>
                    <a:pt x="94" y="242"/>
                    <a:pt x="96" y="240"/>
                    <a:pt x="97" y="237"/>
                  </a:cubicBezTo>
                  <a:cubicBezTo>
                    <a:pt x="97" y="233"/>
                    <a:pt x="95" y="230"/>
                    <a:pt x="91" y="230"/>
                  </a:cubicBezTo>
                  <a:cubicBezTo>
                    <a:pt x="48" y="225"/>
                    <a:pt x="48" y="225"/>
                    <a:pt x="48" y="225"/>
                  </a:cubicBezTo>
                  <a:cubicBezTo>
                    <a:pt x="83" y="198"/>
                    <a:pt x="83" y="198"/>
                    <a:pt x="83" y="198"/>
                  </a:cubicBezTo>
                  <a:cubicBezTo>
                    <a:pt x="85" y="197"/>
                    <a:pt x="86" y="195"/>
                    <a:pt x="86" y="193"/>
                  </a:cubicBezTo>
                  <a:cubicBezTo>
                    <a:pt x="86" y="191"/>
                    <a:pt x="85" y="189"/>
                    <a:pt x="83" y="188"/>
                  </a:cubicBezTo>
                  <a:cubicBezTo>
                    <a:pt x="24" y="141"/>
                    <a:pt x="24" y="141"/>
                    <a:pt x="24" y="141"/>
                  </a:cubicBezTo>
                  <a:cubicBezTo>
                    <a:pt x="84" y="142"/>
                    <a:pt x="84" y="142"/>
                    <a:pt x="84" y="142"/>
                  </a:cubicBezTo>
                  <a:cubicBezTo>
                    <a:pt x="86" y="142"/>
                    <a:pt x="88" y="141"/>
                    <a:pt x="89" y="139"/>
                  </a:cubicBezTo>
                  <a:cubicBezTo>
                    <a:pt x="90" y="138"/>
                    <a:pt x="90" y="135"/>
                    <a:pt x="89" y="134"/>
                  </a:cubicBezTo>
                  <a:cubicBezTo>
                    <a:pt x="62" y="71"/>
                    <a:pt x="62" y="71"/>
                    <a:pt x="62" y="71"/>
                  </a:cubicBezTo>
                  <a:cubicBezTo>
                    <a:pt x="118" y="99"/>
                    <a:pt x="118" y="99"/>
                    <a:pt x="118" y="99"/>
                  </a:cubicBezTo>
                  <a:cubicBezTo>
                    <a:pt x="120" y="100"/>
                    <a:pt x="122" y="100"/>
                    <a:pt x="124"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37" name="组合 136"/>
          <p:cNvGrpSpPr/>
          <p:nvPr/>
        </p:nvGrpSpPr>
        <p:grpSpPr>
          <a:xfrm>
            <a:off x="10506075" y="1109663"/>
            <a:ext cx="1484313" cy="1500188"/>
            <a:chOff x="4613275" y="1109663"/>
            <a:chExt cx="1484313" cy="1500188"/>
          </a:xfrm>
          <a:solidFill>
            <a:schemeClr val="tx1">
              <a:lumMod val="65000"/>
              <a:lumOff val="35000"/>
            </a:schemeClr>
          </a:solidFill>
        </p:grpSpPr>
        <p:sp>
          <p:nvSpPr>
            <p:cNvPr id="138" name="Freeform 38"/>
            <p:cNvSpPr>
              <a:spLocks/>
            </p:cNvSpPr>
            <p:nvPr/>
          </p:nvSpPr>
          <p:spPr bwMode="auto">
            <a:xfrm>
              <a:off x="5164138" y="1812926"/>
              <a:ext cx="533400" cy="242888"/>
            </a:xfrm>
            <a:custGeom>
              <a:avLst/>
              <a:gdLst>
                <a:gd name="T0" fmla="*/ 0 w 343"/>
                <a:gd name="T1" fmla="*/ 11 h 156"/>
                <a:gd name="T2" fmla="*/ 334 w 343"/>
                <a:gd name="T3" fmla="*/ 156 h 156"/>
                <a:gd name="T4" fmla="*/ 335 w 343"/>
                <a:gd name="T5" fmla="*/ 156 h 156"/>
                <a:gd name="T6" fmla="*/ 343 w 343"/>
                <a:gd name="T7" fmla="*/ 149 h 156"/>
                <a:gd name="T8" fmla="*/ 336 w 343"/>
                <a:gd name="T9" fmla="*/ 140 h 156"/>
                <a:gd name="T10" fmla="*/ 63 w 343"/>
                <a:gd name="T11" fmla="*/ 36 h 156"/>
                <a:gd name="T12" fmla="*/ 13 w 343"/>
                <a:gd name="T13" fmla="*/ 0 h 156"/>
                <a:gd name="T14" fmla="*/ 0 w 343"/>
                <a:gd name="T15" fmla="*/ 11 h 1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3" h="156">
                  <a:moveTo>
                    <a:pt x="0" y="11"/>
                  </a:moveTo>
                  <a:cubicBezTo>
                    <a:pt x="69" y="64"/>
                    <a:pt x="192" y="141"/>
                    <a:pt x="334" y="156"/>
                  </a:cubicBezTo>
                  <a:cubicBezTo>
                    <a:pt x="334" y="156"/>
                    <a:pt x="335" y="156"/>
                    <a:pt x="335" y="156"/>
                  </a:cubicBezTo>
                  <a:cubicBezTo>
                    <a:pt x="339" y="156"/>
                    <a:pt x="343" y="153"/>
                    <a:pt x="343" y="149"/>
                  </a:cubicBezTo>
                  <a:cubicBezTo>
                    <a:pt x="343" y="145"/>
                    <a:pt x="340" y="141"/>
                    <a:pt x="336" y="140"/>
                  </a:cubicBezTo>
                  <a:cubicBezTo>
                    <a:pt x="230" y="129"/>
                    <a:pt x="133" y="81"/>
                    <a:pt x="63" y="36"/>
                  </a:cubicBezTo>
                  <a:cubicBezTo>
                    <a:pt x="44" y="24"/>
                    <a:pt x="27" y="12"/>
                    <a:pt x="13" y="0"/>
                  </a:cubicBezTo>
                  <a:cubicBezTo>
                    <a:pt x="9" y="5"/>
                    <a:pt x="5" y="8"/>
                    <a:pt x="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39"/>
            <p:cNvSpPr>
              <a:spLocks/>
            </p:cNvSpPr>
            <p:nvPr/>
          </p:nvSpPr>
          <p:spPr bwMode="auto">
            <a:xfrm>
              <a:off x="5732463" y="1836738"/>
              <a:ext cx="365125" cy="325438"/>
            </a:xfrm>
            <a:custGeom>
              <a:avLst/>
              <a:gdLst>
                <a:gd name="T0" fmla="*/ 70 w 234"/>
                <a:gd name="T1" fmla="*/ 201 h 209"/>
                <a:gd name="T2" fmla="*/ 116 w 234"/>
                <a:gd name="T3" fmla="*/ 184 h 209"/>
                <a:gd name="T4" fmla="*/ 204 w 234"/>
                <a:gd name="T5" fmla="*/ 187 h 209"/>
                <a:gd name="T6" fmla="*/ 187 w 234"/>
                <a:gd name="T7" fmla="*/ 133 h 209"/>
                <a:gd name="T8" fmla="*/ 133 w 234"/>
                <a:gd name="T9" fmla="*/ 63 h 209"/>
                <a:gd name="T10" fmla="*/ 59 w 234"/>
                <a:gd name="T11" fmla="*/ 12 h 209"/>
                <a:gd name="T12" fmla="*/ 69 w 234"/>
                <a:gd name="T13" fmla="*/ 47 h 209"/>
                <a:gd name="T14" fmla="*/ 0 w 234"/>
                <a:gd name="T15" fmla="*/ 130 h 209"/>
                <a:gd name="T16" fmla="*/ 12 w 234"/>
                <a:gd name="T17" fmla="*/ 145 h 209"/>
                <a:gd name="T18" fmla="*/ 70 w 234"/>
                <a:gd name="T19" fmla="*/ 201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4" h="209">
                  <a:moveTo>
                    <a:pt x="70" y="201"/>
                  </a:moveTo>
                  <a:cubicBezTo>
                    <a:pt x="86" y="192"/>
                    <a:pt x="104" y="183"/>
                    <a:pt x="116" y="184"/>
                  </a:cubicBezTo>
                  <a:cubicBezTo>
                    <a:pt x="125" y="201"/>
                    <a:pt x="172" y="209"/>
                    <a:pt x="204" y="187"/>
                  </a:cubicBezTo>
                  <a:cubicBezTo>
                    <a:pt x="234" y="165"/>
                    <a:pt x="214" y="138"/>
                    <a:pt x="187" y="133"/>
                  </a:cubicBezTo>
                  <a:cubicBezTo>
                    <a:pt x="164" y="128"/>
                    <a:pt x="139" y="78"/>
                    <a:pt x="133" y="63"/>
                  </a:cubicBezTo>
                  <a:cubicBezTo>
                    <a:pt x="126" y="48"/>
                    <a:pt x="89" y="0"/>
                    <a:pt x="59" y="12"/>
                  </a:cubicBezTo>
                  <a:cubicBezTo>
                    <a:pt x="30" y="24"/>
                    <a:pt x="74" y="25"/>
                    <a:pt x="69" y="47"/>
                  </a:cubicBezTo>
                  <a:cubicBezTo>
                    <a:pt x="20" y="48"/>
                    <a:pt x="10" y="103"/>
                    <a:pt x="0" y="130"/>
                  </a:cubicBezTo>
                  <a:cubicBezTo>
                    <a:pt x="3" y="135"/>
                    <a:pt x="7" y="140"/>
                    <a:pt x="12" y="145"/>
                  </a:cubicBezTo>
                  <a:cubicBezTo>
                    <a:pt x="25" y="161"/>
                    <a:pt x="44" y="181"/>
                    <a:pt x="70" y="20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40"/>
            <p:cNvSpPr>
              <a:spLocks noEditPoints="1"/>
            </p:cNvSpPr>
            <p:nvPr/>
          </p:nvSpPr>
          <p:spPr bwMode="auto">
            <a:xfrm>
              <a:off x="5186363" y="1962151"/>
              <a:ext cx="617537" cy="620713"/>
            </a:xfrm>
            <a:custGeom>
              <a:avLst/>
              <a:gdLst>
                <a:gd name="T0" fmla="*/ 149 w 398"/>
                <a:gd name="T1" fmla="*/ 118 h 399"/>
                <a:gd name="T2" fmla="*/ 94 w 398"/>
                <a:gd name="T3" fmla="*/ 184 h 399"/>
                <a:gd name="T4" fmla="*/ 83 w 398"/>
                <a:gd name="T5" fmla="*/ 177 h 399"/>
                <a:gd name="T6" fmla="*/ 57 w 398"/>
                <a:gd name="T7" fmla="*/ 152 h 399"/>
                <a:gd name="T8" fmla="*/ 48 w 398"/>
                <a:gd name="T9" fmla="*/ 122 h 399"/>
                <a:gd name="T10" fmla="*/ 91 w 398"/>
                <a:gd name="T11" fmla="*/ 44 h 399"/>
                <a:gd name="T12" fmla="*/ 91 w 398"/>
                <a:gd name="T13" fmla="*/ 10 h 399"/>
                <a:gd name="T14" fmla="*/ 57 w 398"/>
                <a:gd name="T15" fmla="*/ 10 h 399"/>
                <a:gd name="T16" fmla="*/ 0 w 398"/>
                <a:gd name="T17" fmla="*/ 122 h 399"/>
                <a:gd name="T18" fmla="*/ 20 w 398"/>
                <a:gd name="T19" fmla="*/ 182 h 399"/>
                <a:gd name="T20" fmla="*/ 82 w 398"/>
                <a:gd name="T21" fmla="*/ 232 h 399"/>
                <a:gd name="T22" fmla="*/ 94 w 398"/>
                <a:gd name="T23" fmla="*/ 237 h 399"/>
                <a:gd name="T24" fmla="*/ 125 w 398"/>
                <a:gd name="T25" fmla="*/ 282 h 399"/>
                <a:gd name="T26" fmla="*/ 195 w 398"/>
                <a:gd name="T27" fmla="*/ 309 h 399"/>
                <a:gd name="T28" fmla="*/ 194 w 398"/>
                <a:gd name="T29" fmla="*/ 309 h 399"/>
                <a:gd name="T30" fmla="*/ 182 w 398"/>
                <a:gd name="T31" fmla="*/ 324 h 399"/>
                <a:gd name="T32" fmla="*/ 176 w 398"/>
                <a:gd name="T33" fmla="*/ 347 h 399"/>
                <a:gd name="T34" fmla="*/ 184 w 398"/>
                <a:gd name="T35" fmla="*/ 370 h 399"/>
                <a:gd name="T36" fmla="*/ 213 w 398"/>
                <a:gd name="T37" fmla="*/ 389 h 399"/>
                <a:gd name="T38" fmla="*/ 257 w 398"/>
                <a:gd name="T39" fmla="*/ 399 h 399"/>
                <a:gd name="T40" fmla="*/ 260 w 398"/>
                <a:gd name="T41" fmla="*/ 399 h 399"/>
                <a:gd name="T42" fmla="*/ 283 w 398"/>
                <a:gd name="T43" fmla="*/ 378 h 399"/>
                <a:gd name="T44" fmla="*/ 263 w 398"/>
                <a:gd name="T45" fmla="*/ 351 h 399"/>
                <a:gd name="T46" fmla="*/ 242 w 398"/>
                <a:gd name="T47" fmla="*/ 348 h 399"/>
                <a:gd name="T48" fmla="*/ 242 w 398"/>
                <a:gd name="T49" fmla="*/ 347 h 399"/>
                <a:gd name="T50" fmla="*/ 297 w 398"/>
                <a:gd name="T51" fmla="*/ 304 h 399"/>
                <a:gd name="T52" fmla="*/ 331 w 398"/>
                <a:gd name="T53" fmla="*/ 386 h 399"/>
                <a:gd name="T54" fmla="*/ 350 w 398"/>
                <a:gd name="T55" fmla="*/ 396 h 399"/>
                <a:gd name="T56" fmla="*/ 364 w 398"/>
                <a:gd name="T57" fmla="*/ 391 h 399"/>
                <a:gd name="T58" fmla="*/ 369 w 398"/>
                <a:gd name="T59" fmla="*/ 357 h 399"/>
                <a:gd name="T60" fmla="*/ 342 w 398"/>
                <a:gd name="T61" fmla="*/ 264 h 399"/>
                <a:gd name="T62" fmla="*/ 346 w 398"/>
                <a:gd name="T63" fmla="*/ 223 h 399"/>
                <a:gd name="T64" fmla="*/ 346 w 398"/>
                <a:gd name="T65" fmla="*/ 219 h 399"/>
                <a:gd name="T66" fmla="*/ 398 w 398"/>
                <a:gd name="T67" fmla="*/ 138 h 399"/>
                <a:gd name="T68" fmla="*/ 342 w 398"/>
                <a:gd name="T69" fmla="*/ 77 h 399"/>
                <a:gd name="T70" fmla="*/ 149 w 398"/>
                <a:gd name="T71" fmla="*/ 118 h 399"/>
                <a:gd name="T72" fmla="*/ 228 w 398"/>
                <a:gd name="T73" fmla="*/ 344 h 399"/>
                <a:gd name="T74" fmla="*/ 228 w 398"/>
                <a:gd name="T75" fmla="*/ 343 h 399"/>
                <a:gd name="T76" fmla="*/ 229 w 398"/>
                <a:gd name="T77" fmla="*/ 344 h 399"/>
                <a:gd name="T78" fmla="*/ 228 w 398"/>
                <a:gd name="T79" fmla="*/ 344 h 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98" h="399">
                  <a:moveTo>
                    <a:pt x="149" y="118"/>
                  </a:moveTo>
                  <a:cubicBezTo>
                    <a:pt x="118" y="141"/>
                    <a:pt x="101" y="163"/>
                    <a:pt x="94" y="184"/>
                  </a:cubicBezTo>
                  <a:cubicBezTo>
                    <a:pt x="90" y="181"/>
                    <a:pt x="87" y="179"/>
                    <a:pt x="83" y="177"/>
                  </a:cubicBezTo>
                  <a:cubicBezTo>
                    <a:pt x="73" y="169"/>
                    <a:pt x="64" y="161"/>
                    <a:pt x="57" y="152"/>
                  </a:cubicBezTo>
                  <a:cubicBezTo>
                    <a:pt x="51" y="142"/>
                    <a:pt x="48" y="133"/>
                    <a:pt x="48" y="122"/>
                  </a:cubicBezTo>
                  <a:cubicBezTo>
                    <a:pt x="48" y="104"/>
                    <a:pt x="57" y="79"/>
                    <a:pt x="91" y="44"/>
                  </a:cubicBezTo>
                  <a:cubicBezTo>
                    <a:pt x="100" y="34"/>
                    <a:pt x="100" y="19"/>
                    <a:pt x="91" y="10"/>
                  </a:cubicBezTo>
                  <a:cubicBezTo>
                    <a:pt x="81" y="0"/>
                    <a:pt x="66" y="0"/>
                    <a:pt x="57" y="10"/>
                  </a:cubicBezTo>
                  <a:cubicBezTo>
                    <a:pt x="18" y="50"/>
                    <a:pt x="0" y="87"/>
                    <a:pt x="0" y="122"/>
                  </a:cubicBezTo>
                  <a:cubicBezTo>
                    <a:pt x="0" y="145"/>
                    <a:pt x="8" y="166"/>
                    <a:pt x="20" y="182"/>
                  </a:cubicBezTo>
                  <a:cubicBezTo>
                    <a:pt x="38" y="206"/>
                    <a:pt x="62" y="221"/>
                    <a:pt x="82" y="232"/>
                  </a:cubicBezTo>
                  <a:cubicBezTo>
                    <a:pt x="86" y="234"/>
                    <a:pt x="90" y="236"/>
                    <a:pt x="94" y="237"/>
                  </a:cubicBezTo>
                  <a:cubicBezTo>
                    <a:pt x="102" y="261"/>
                    <a:pt x="119" y="277"/>
                    <a:pt x="125" y="282"/>
                  </a:cubicBezTo>
                  <a:cubicBezTo>
                    <a:pt x="145" y="294"/>
                    <a:pt x="180" y="305"/>
                    <a:pt x="195" y="309"/>
                  </a:cubicBezTo>
                  <a:cubicBezTo>
                    <a:pt x="195" y="309"/>
                    <a:pt x="195" y="309"/>
                    <a:pt x="194" y="309"/>
                  </a:cubicBezTo>
                  <a:cubicBezTo>
                    <a:pt x="190" y="314"/>
                    <a:pt x="186" y="318"/>
                    <a:pt x="182" y="324"/>
                  </a:cubicBezTo>
                  <a:cubicBezTo>
                    <a:pt x="179" y="330"/>
                    <a:pt x="176" y="338"/>
                    <a:pt x="176" y="347"/>
                  </a:cubicBezTo>
                  <a:cubicBezTo>
                    <a:pt x="176" y="355"/>
                    <a:pt x="179" y="364"/>
                    <a:pt x="184" y="370"/>
                  </a:cubicBezTo>
                  <a:cubicBezTo>
                    <a:pt x="191" y="380"/>
                    <a:pt x="201" y="385"/>
                    <a:pt x="213" y="389"/>
                  </a:cubicBezTo>
                  <a:cubicBezTo>
                    <a:pt x="225" y="394"/>
                    <a:pt x="239" y="397"/>
                    <a:pt x="257" y="399"/>
                  </a:cubicBezTo>
                  <a:cubicBezTo>
                    <a:pt x="258" y="399"/>
                    <a:pt x="259" y="399"/>
                    <a:pt x="260" y="399"/>
                  </a:cubicBezTo>
                  <a:cubicBezTo>
                    <a:pt x="272" y="399"/>
                    <a:pt x="282" y="390"/>
                    <a:pt x="283" y="378"/>
                  </a:cubicBezTo>
                  <a:cubicBezTo>
                    <a:pt x="285" y="365"/>
                    <a:pt x="276" y="353"/>
                    <a:pt x="263" y="351"/>
                  </a:cubicBezTo>
                  <a:cubicBezTo>
                    <a:pt x="255" y="350"/>
                    <a:pt x="248" y="349"/>
                    <a:pt x="242" y="348"/>
                  </a:cubicBezTo>
                  <a:cubicBezTo>
                    <a:pt x="242" y="348"/>
                    <a:pt x="242" y="347"/>
                    <a:pt x="242" y="347"/>
                  </a:cubicBezTo>
                  <a:cubicBezTo>
                    <a:pt x="245" y="336"/>
                    <a:pt x="277" y="329"/>
                    <a:pt x="297" y="304"/>
                  </a:cubicBezTo>
                  <a:cubicBezTo>
                    <a:pt x="302" y="331"/>
                    <a:pt x="311" y="360"/>
                    <a:pt x="331" y="386"/>
                  </a:cubicBezTo>
                  <a:cubicBezTo>
                    <a:pt x="336" y="392"/>
                    <a:pt x="343" y="396"/>
                    <a:pt x="350" y="396"/>
                  </a:cubicBezTo>
                  <a:cubicBezTo>
                    <a:pt x="355" y="396"/>
                    <a:pt x="360" y="394"/>
                    <a:pt x="364" y="391"/>
                  </a:cubicBezTo>
                  <a:cubicBezTo>
                    <a:pt x="375" y="383"/>
                    <a:pt x="377" y="368"/>
                    <a:pt x="369" y="357"/>
                  </a:cubicBezTo>
                  <a:cubicBezTo>
                    <a:pt x="349" y="330"/>
                    <a:pt x="342" y="294"/>
                    <a:pt x="342" y="264"/>
                  </a:cubicBezTo>
                  <a:cubicBezTo>
                    <a:pt x="342" y="248"/>
                    <a:pt x="344" y="233"/>
                    <a:pt x="346" y="223"/>
                  </a:cubicBezTo>
                  <a:cubicBezTo>
                    <a:pt x="346" y="222"/>
                    <a:pt x="346" y="221"/>
                    <a:pt x="346" y="219"/>
                  </a:cubicBezTo>
                  <a:cubicBezTo>
                    <a:pt x="381" y="202"/>
                    <a:pt x="398" y="138"/>
                    <a:pt x="398" y="138"/>
                  </a:cubicBezTo>
                  <a:cubicBezTo>
                    <a:pt x="342" y="77"/>
                    <a:pt x="342" y="77"/>
                    <a:pt x="342" y="77"/>
                  </a:cubicBezTo>
                  <a:cubicBezTo>
                    <a:pt x="342" y="77"/>
                    <a:pt x="258" y="39"/>
                    <a:pt x="149" y="118"/>
                  </a:cubicBezTo>
                  <a:close/>
                  <a:moveTo>
                    <a:pt x="228" y="344"/>
                  </a:moveTo>
                  <a:cubicBezTo>
                    <a:pt x="228" y="344"/>
                    <a:pt x="228" y="344"/>
                    <a:pt x="228" y="343"/>
                  </a:cubicBezTo>
                  <a:cubicBezTo>
                    <a:pt x="228" y="344"/>
                    <a:pt x="229" y="344"/>
                    <a:pt x="229" y="344"/>
                  </a:cubicBezTo>
                  <a:cubicBezTo>
                    <a:pt x="229" y="344"/>
                    <a:pt x="228" y="344"/>
                    <a:pt x="228" y="3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41"/>
            <p:cNvSpPr>
              <a:spLocks/>
            </p:cNvSpPr>
            <p:nvPr/>
          </p:nvSpPr>
          <p:spPr bwMode="auto">
            <a:xfrm>
              <a:off x="5199063" y="2371726"/>
              <a:ext cx="225425" cy="217488"/>
            </a:xfrm>
            <a:custGeom>
              <a:avLst/>
              <a:gdLst>
                <a:gd name="T0" fmla="*/ 23 w 145"/>
                <a:gd name="T1" fmla="*/ 115 h 140"/>
                <a:gd name="T2" fmla="*/ 96 w 145"/>
                <a:gd name="T3" fmla="*/ 139 h 140"/>
                <a:gd name="T4" fmla="*/ 144 w 145"/>
                <a:gd name="T5" fmla="*/ 121 h 140"/>
                <a:gd name="T6" fmla="*/ 111 w 145"/>
                <a:gd name="T7" fmla="*/ 97 h 140"/>
                <a:gd name="T8" fmla="*/ 87 w 145"/>
                <a:gd name="T9" fmla="*/ 67 h 140"/>
                <a:gd name="T10" fmla="*/ 84 w 145"/>
                <a:gd name="T11" fmla="*/ 12 h 140"/>
                <a:gd name="T12" fmla="*/ 69 w 145"/>
                <a:gd name="T13" fmla="*/ 74 h 140"/>
                <a:gd name="T14" fmla="*/ 59 w 145"/>
                <a:gd name="T15" fmla="*/ 92 h 140"/>
                <a:gd name="T16" fmla="*/ 59 w 145"/>
                <a:gd name="T17" fmla="*/ 105 h 140"/>
                <a:gd name="T18" fmla="*/ 23 w 145"/>
                <a:gd name="T19" fmla="*/ 11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5" h="140">
                  <a:moveTo>
                    <a:pt x="23" y="115"/>
                  </a:moveTo>
                  <a:cubicBezTo>
                    <a:pt x="0" y="140"/>
                    <a:pt x="84" y="140"/>
                    <a:pt x="96" y="139"/>
                  </a:cubicBezTo>
                  <a:cubicBezTo>
                    <a:pt x="108" y="137"/>
                    <a:pt x="145" y="138"/>
                    <a:pt x="144" y="121"/>
                  </a:cubicBezTo>
                  <a:cubicBezTo>
                    <a:pt x="143" y="107"/>
                    <a:pt x="120" y="100"/>
                    <a:pt x="111" y="97"/>
                  </a:cubicBezTo>
                  <a:cubicBezTo>
                    <a:pt x="91" y="89"/>
                    <a:pt x="96" y="83"/>
                    <a:pt x="87" y="67"/>
                  </a:cubicBezTo>
                  <a:cubicBezTo>
                    <a:pt x="80" y="55"/>
                    <a:pt x="89" y="24"/>
                    <a:pt x="84" y="12"/>
                  </a:cubicBezTo>
                  <a:cubicBezTo>
                    <a:pt x="79" y="0"/>
                    <a:pt x="73" y="52"/>
                    <a:pt x="69" y="74"/>
                  </a:cubicBezTo>
                  <a:cubicBezTo>
                    <a:pt x="68" y="82"/>
                    <a:pt x="58" y="81"/>
                    <a:pt x="59" y="92"/>
                  </a:cubicBezTo>
                  <a:cubicBezTo>
                    <a:pt x="59" y="97"/>
                    <a:pt x="60" y="100"/>
                    <a:pt x="59" y="105"/>
                  </a:cubicBezTo>
                  <a:cubicBezTo>
                    <a:pt x="55" y="121"/>
                    <a:pt x="33" y="103"/>
                    <a:pt x="23" y="1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42"/>
            <p:cNvSpPr>
              <a:spLocks/>
            </p:cNvSpPr>
            <p:nvPr/>
          </p:nvSpPr>
          <p:spPr bwMode="auto">
            <a:xfrm>
              <a:off x="4697413" y="1109663"/>
              <a:ext cx="307975" cy="307975"/>
            </a:xfrm>
            <a:custGeom>
              <a:avLst/>
              <a:gdLst>
                <a:gd name="T0" fmla="*/ 78 w 198"/>
                <a:gd name="T1" fmla="*/ 187 h 198"/>
                <a:gd name="T2" fmla="*/ 187 w 198"/>
                <a:gd name="T3" fmla="*/ 119 h 198"/>
                <a:gd name="T4" fmla="*/ 119 w 198"/>
                <a:gd name="T5" fmla="*/ 11 h 198"/>
                <a:gd name="T6" fmla="*/ 11 w 198"/>
                <a:gd name="T7" fmla="*/ 79 h 198"/>
                <a:gd name="T8" fmla="*/ 78 w 198"/>
                <a:gd name="T9" fmla="*/ 187 h 198"/>
              </a:gdLst>
              <a:ahLst/>
              <a:cxnLst>
                <a:cxn ang="0">
                  <a:pos x="T0" y="T1"/>
                </a:cxn>
                <a:cxn ang="0">
                  <a:pos x="T2" y="T3"/>
                </a:cxn>
                <a:cxn ang="0">
                  <a:pos x="T4" y="T5"/>
                </a:cxn>
                <a:cxn ang="0">
                  <a:pos x="T6" y="T7"/>
                </a:cxn>
                <a:cxn ang="0">
                  <a:pos x="T8" y="T9"/>
                </a:cxn>
              </a:cxnLst>
              <a:rect l="0" t="0" r="r" b="b"/>
              <a:pathLst>
                <a:path w="198" h="198">
                  <a:moveTo>
                    <a:pt x="78" y="187"/>
                  </a:moveTo>
                  <a:cubicBezTo>
                    <a:pt x="127" y="198"/>
                    <a:pt x="175" y="168"/>
                    <a:pt x="187" y="119"/>
                  </a:cubicBezTo>
                  <a:cubicBezTo>
                    <a:pt x="198" y="71"/>
                    <a:pt x="168" y="23"/>
                    <a:pt x="119" y="11"/>
                  </a:cubicBezTo>
                  <a:cubicBezTo>
                    <a:pt x="71" y="0"/>
                    <a:pt x="23" y="30"/>
                    <a:pt x="11" y="79"/>
                  </a:cubicBezTo>
                  <a:cubicBezTo>
                    <a:pt x="0" y="127"/>
                    <a:pt x="30" y="175"/>
                    <a:pt x="78" y="1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43"/>
            <p:cNvSpPr>
              <a:spLocks/>
            </p:cNvSpPr>
            <p:nvPr/>
          </p:nvSpPr>
          <p:spPr bwMode="auto">
            <a:xfrm>
              <a:off x="4613275" y="1422401"/>
              <a:ext cx="287337" cy="1187450"/>
            </a:xfrm>
            <a:custGeom>
              <a:avLst/>
              <a:gdLst>
                <a:gd name="T0" fmla="*/ 53 w 185"/>
                <a:gd name="T1" fmla="*/ 362 h 764"/>
                <a:gd name="T2" fmla="*/ 55 w 185"/>
                <a:gd name="T3" fmla="*/ 714 h 764"/>
                <a:gd name="T4" fmla="*/ 105 w 185"/>
                <a:gd name="T5" fmla="*/ 764 h 764"/>
                <a:gd name="T6" fmla="*/ 106 w 185"/>
                <a:gd name="T7" fmla="*/ 764 h 764"/>
                <a:gd name="T8" fmla="*/ 155 w 185"/>
                <a:gd name="T9" fmla="*/ 714 h 764"/>
                <a:gd name="T10" fmla="*/ 153 w 185"/>
                <a:gd name="T11" fmla="*/ 333 h 764"/>
                <a:gd name="T12" fmla="*/ 152 w 185"/>
                <a:gd name="T13" fmla="*/ 326 h 764"/>
                <a:gd name="T14" fmla="*/ 153 w 185"/>
                <a:gd name="T15" fmla="*/ 310 h 764"/>
                <a:gd name="T16" fmla="*/ 161 w 185"/>
                <a:gd name="T17" fmla="*/ 204 h 764"/>
                <a:gd name="T18" fmla="*/ 134 w 185"/>
                <a:gd name="T19" fmla="*/ 178 h 764"/>
                <a:gd name="T20" fmla="*/ 79 w 185"/>
                <a:gd name="T21" fmla="*/ 90 h 764"/>
                <a:gd name="T22" fmla="*/ 79 w 185"/>
                <a:gd name="T23" fmla="*/ 90 h 764"/>
                <a:gd name="T24" fmla="*/ 79 w 185"/>
                <a:gd name="T25" fmla="*/ 90 h 764"/>
                <a:gd name="T26" fmla="*/ 104 w 185"/>
                <a:gd name="T27" fmla="*/ 39 h 764"/>
                <a:gd name="T28" fmla="*/ 117 w 185"/>
                <a:gd name="T29" fmla="*/ 37 h 764"/>
                <a:gd name="T30" fmla="*/ 155 w 185"/>
                <a:gd name="T31" fmla="*/ 64 h 764"/>
                <a:gd name="T32" fmla="*/ 155 w 185"/>
                <a:gd name="T33" fmla="*/ 65 h 764"/>
                <a:gd name="T34" fmla="*/ 156 w 185"/>
                <a:gd name="T35" fmla="*/ 66 h 764"/>
                <a:gd name="T36" fmla="*/ 159 w 185"/>
                <a:gd name="T37" fmla="*/ 73 h 764"/>
                <a:gd name="T38" fmla="*/ 175 w 185"/>
                <a:gd name="T39" fmla="*/ 102 h 764"/>
                <a:gd name="T40" fmla="*/ 175 w 185"/>
                <a:gd name="T41" fmla="*/ 102 h 764"/>
                <a:gd name="T42" fmla="*/ 137 w 185"/>
                <a:gd name="T43" fmla="*/ 9 h 764"/>
                <a:gd name="T44" fmla="*/ 33 w 185"/>
                <a:gd name="T45" fmla="*/ 77 h 764"/>
                <a:gd name="T46" fmla="*/ 10 w 185"/>
                <a:gd name="T47" fmla="*/ 299 h 764"/>
                <a:gd name="T48" fmla="*/ 53 w 185"/>
                <a:gd name="T49" fmla="*/ 362 h 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5" h="764">
                  <a:moveTo>
                    <a:pt x="53" y="362"/>
                  </a:moveTo>
                  <a:cubicBezTo>
                    <a:pt x="55" y="714"/>
                    <a:pt x="55" y="714"/>
                    <a:pt x="55" y="714"/>
                  </a:cubicBezTo>
                  <a:cubicBezTo>
                    <a:pt x="56" y="742"/>
                    <a:pt x="78" y="764"/>
                    <a:pt x="105" y="764"/>
                  </a:cubicBezTo>
                  <a:cubicBezTo>
                    <a:pt x="106" y="764"/>
                    <a:pt x="106" y="764"/>
                    <a:pt x="106" y="764"/>
                  </a:cubicBezTo>
                  <a:cubicBezTo>
                    <a:pt x="133" y="764"/>
                    <a:pt x="156" y="741"/>
                    <a:pt x="155" y="714"/>
                  </a:cubicBezTo>
                  <a:cubicBezTo>
                    <a:pt x="153" y="333"/>
                    <a:pt x="153" y="333"/>
                    <a:pt x="153" y="333"/>
                  </a:cubicBezTo>
                  <a:cubicBezTo>
                    <a:pt x="153" y="331"/>
                    <a:pt x="153" y="329"/>
                    <a:pt x="152" y="326"/>
                  </a:cubicBezTo>
                  <a:cubicBezTo>
                    <a:pt x="153" y="321"/>
                    <a:pt x="153" y="316"/>
                    <a:pt x="153" y="310"/>
                  </a:cubicBezTo>
                  <a:cubicBezTo>
                    <a:pt x="153" y="286"/>
                    <a:pt x="156" y="246"/>
                    <a:pt x="161" y="204"/>
                  </a:cubicBezTo>
                  <a:cubicBezTo>
                    <a:pt x="151" y="196"/>
                    <a:pt x="142" y="188"/>
                    <a:pt x="134" y="178"/>
                  </a:cubicBezTo>
                  <a:cubicBezTo>
                    <a:pt x="99" y="139"/>
                    <a:pt x="83" y="101"/>
                    <a:pt x="79" y="90"/>
                  </a:cubicBezTo>
                  <a:cubicBezTo>
                    <a:pt x="79" y="90"/>
                    <a:pt x="79" y="90"/>
                    <a:pt x="79" y="90"/>
                  </a:cubicBezTo>
                  <a:cubicBezTo>
                    <a:pt x="79" y="90"/>
                    <a:pt x="79" y="90"/>
                    <a:pt x="79" y="90"/>
                  </a:cubicBezTo>
                  <a:cubicBezTo>
                    <a:pt x="72" y="69"/>
                    <a:pt x="83" y="46"/>
                    <a:pt x="104" y="39"/>
                  </a:cubicBezTo>
                  <a:cubicBezTo>
                    <a:pt x="108" y="37"/>
                    <a:pt x="113" y="37"/>
                    <a:pt x="117" y="37"/>
                  </a:cubicBezTo>
                  <a:cubicBezTo>
                    <a:pt x="134" y="37"/>
                    <a:pt x="149" y="48"/>
                    <a:pt x="155" y="64"/>
                  </a:cubicBezTo>
                  <a:cubicBezTo>
                    <a:pt x="155" y="65"/>
                    <a:pt x="155" y="65"/>
                    <a:pt x="155" y="65"/>
                  </a:cubicBezTo>
                  <a:cubicBezTo>
                    <a:pt x="156" y="66"/>
                    <a:pt x="156" y="66"/>
                    <a:pt x="156" y="66"/>
                  </a:cubicBezTo>
                  <a:cubicBezTo>
                    <a:pt x="156" y="67"/>
                    <a:pt x="157" y="70"/>
                    <a:pt x="159" y="73"/>
                  </a:cubicBezTo>
                  <a:cubicBezTo>
                    <a:pt x="162" y="80"/>
                    <a:pt x="167" y="90"/>
                    <a:pt x="175" y="102"/>
                  </a:cubicBezTo>
                  <a:cubicBezTo>
                    <a:pt x="175" y="102"/>
                    <a:pt x="175" y="102"/>
                    <a:pt x="175" y="102"/>
                  </a:cubicBezTo>
                  <a:cubicBezTo>
                    <a:pt x="185" y="63"/>
                    <a:pt x="170" y="17"/>
                    <a:pt x="137" y="9"/>
                  </a:cubicBezTo>
                  <a:cubicBezTo>
                    <a:pt x="103" y="0"/>
                    <a:pt x="53" y="19"/>
                    <a:pt x="33" y="77"/>
                  </a:cubicBezTo>
                  <a:cubicBezTo>
                    <a:pt x="6" y="158"/>
                    <a:pt x="0" y="211"/>
                    <a:pt x="10" y="299"/>
                  </a:cubicBezTo>
                  <a:cubicBezTo>
                    <a:pt x="17" y="335"/>
                    <a:pt x="34" y="353"/>
                    <a:pt x="53" y="3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44"/>
            <p:cNvSpPr>
              <a:spLocks/>
            </p:cNvSpPr>
            <p:nvPr/>
          </p:nvSpPr>
          <p:spPr bwMode="auto">
            <a:xfrm>
              <a:off x="4740275" y="1485901"/>
              <a:ext cx="446087" cy="338138"/>
            </a:xfrm>
            <a:custGeom>
              <a:avLst/>
              <a:gdLst>
                <a:gd name="T0" fmla="*/ 87 w 287"/>
                <a:gd name="T1" fmla="*/ 65 h 217"/>
                <a:gd name="T2" fmla="*/ 71 w 287"/>
                <a:gd name="T3" fmla="*/ 36 h 217"/>
                <a:gd name="T4" fmla="*/ 67 w 287"/>
                <a:gd name="T5" fmla="*/ 28 h 217"/>
                <a:gd name="T6" fmla="*/ 66 w 287"/>
                <a:gd name="T7" fmla="*/ 26 h 217"/>
                <a:gd name="T8" fmla="*/ 66 w 287"/>
                <a:gd name="T9" fmla="*/ 25 h 217"/>
                <a:gd name="T10" fmla="*/ 66 w 287"/>
                <a:gd name="T11" fmla="*/ 25 h 217"/>
                <a:gd name="T12" fmla="*/ 26 w 287"/>
                <a:gd name="T13" fmla="*/ 5 h 217"/>
                <a:gd name="T14" fmla="*/ 6 w 287"/>
                <a:gd name="T15" fmla="*/ 46 h 217"/>
                <a:gd name="T16" fmla="*/ 6 w 287"/>
                <a:gd name="T17" fmla="*/ 46 h 217"/>
                <a:gd name="T18" fmla="*/ 59 w 287"/>
                <a:gd name="T19" fmla="*/ 132 h 217"/>
                <a:gd name="T20" fmla="*/ 135 w 287"/>
                <a:gd name="T21" fmla="*/ 190 h 217"/>
                <a:gd name="T22" fmla="*/ 254 w 287"/>
                <a:gd name="T23" fmla="*/ 217 h 217"/>
                <a:gd name="T24" fmla="*/ 255 w 287"/>
                <a:gd name="T25" fmla="*/ 217 h 217"/>
                <a:gd name="T26" fmla="*/ 287 w 287"/>
                <a:gd name="T27" fmla="*/ 185 h 217"/>
                <a:gd name="T28" fmla="*/ 255 w 287"/>
                <a:gd name="T29" fmla="*/ 153 h 217"/>
                <a:gd name="T30" fmla="*/ 164 w 287"/>
                <a:gd name="T31" fmla="*/ 133 h 217"/>
                <a:gd name="T32" fmla="*/ 87 w 287"/>
                <a:gd name="T33" fmla="*/ 65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7" h="217">
                  <a:moveTo>
                    <a:pt x="87" y="65"/>
                  </a:moveTo>
                  <a:cubicBezTo>
                    <a:pt x="80" y="54"/>
                    <a:pt x="74" y="43"/>
                    <a:pt x="71" y="36"/>
                  </a:cubicBezTo>
                  <a:cubicBezTo>
                    <a:pt x="69" y="32"/>
                    <a:pt x="68" y="29"/>
                    <a:pt x="67" y="28"/>
                  </a:cubicBezTo>
                  <a:cubicBezTo>
                    <a:pt x="67" y="27"/>
                    <a:pt x="67" y="26"/>
                    <a:pt x="66" y="26"/>
                  </a:cubicBezTo>
                  <a:cubicBezTo>
                    <a:pt x="66" y="26"/>
                    <a:pt x="66" y="25"/>
                    <a:pt x="66" y="25"/>
                  </a:cubicBezTo>
                  <a:cubicBezTo>
                    <a:pt x="66" y="25"/>
                    <a:pt x="66" y="25"/>
                    <a:pt x="66" y="25"/>
                  </a:cubicBezTo>
                  <a:cubicBezTo>
                    <a:pt x="61" y="9"/>
                    <a:pt x="42" y="0"/>
                    <a:pt x="26" y="5"/>
                  </a:cubicBezTo>
                  <a:cubicBezTo>
                    <a:pt x="9" y="11"/>
                    <a:pt x="0" y="29"/>
                    <a:pt x="6" y="46"/>
                  </a:cubicBezTo>
                  <a:cubicBezTo>
                    <a:pt x="6" y="46"/>
                    <a:pt x="6" y="46"/>
                    <a:pt x="6" y="46"/>
                  </a:cubicBezTo>
                  <a:cubicBezTo>
                    <a:pt x="7" y="48"/>
                    <a:pt x="21" y="89"/>
                    <a:pt x="59" y="132"/>
                  </a:cubicBezTo>
                  <a:cubicBezTo>
                    <a:pt x="78" y="153"/>
                    <a:pt x="103" y="174"/>
                    <a:pt x="135" y="190"/>
                  </a:cubicBezTo>
                  <a:cubicBezTo>
                    <a:pt x="168" y="206"/>
                    <a:pt x="208" y="217"/>
                    <a:pt x="254" y="217"/>
                  </a:cubicBezTo>
                  <a:cubicBezTo>
                    <a:pt x="254" y="217"/>
                    <a:pt x="255" y="217"/>
                    <a:pt x="255" y="217"/>
                  </a:cubicBezTo>
                  <a:cubicBezTo>
                    <a:pt x="272" y="217"/>
                    <a:pt x="287" y="203"/>
                    <a:pt x="287" y="185"/>
                  </a:cubicBezTo>
                  <a:cubicBezTo>
                    <a:pt x="287" y="167"/>
                    <a:pt x="272" y="153"/>
                    <a:pt x="255" y="153"/>
                  </a:cubicBezTo>
                  <a:cubicBezTo>
                    <a:pt x="217" y="153"/>
                    <a:pt x="188" y="145"/>
                    <a:pt x="164" y="133"/>
                  </a:cubicBezTo>
                  <a:cubicBezTo>
                    <a:pt x="128" y="115"/>
                    <a:pt x="103" y="88"/>
                    <a:pt x="87"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45" name="组合 144"/>
          <p:cNvGrpSpPr/>
          <p:nvPr/>
        </p:nvGrpSpPr>
        <p:grpSpPr>
          <a:xfrm>
            <a:off x="10271125" y="3975101"/>
            <a:ext cx="1670050" cy="2425700"/>
            <a:chOff x="4378325" y="3975101"/>
            <a:chExt cx="1670050" cy="2425700"/>
          </a:xfrm>
          <a:solidFill>
            <a:schemeClr val="tx1">
              <a:lumMod val="65000"/>
              <a:lumOff val="35000"/>
            </a:schemeClr>
          </a:solidFill>
        </p:grpSpPr>
        <p:sp>
          <p:nvSpPr>
            <p:cNvPr id="146" name="Freeform 45"/>
            <p:cNvSpPr>
              <a:spLocks noEditPoints="1"/>
            </p:cNvSpPr>
            <p:nvPr/>
          </p:nvSpPr>
          <p:spPr bwMode="auto">
            <a:xfrm>
              <a:off x="4378325" y="3975101"/>
              <a:ext cx="1670050" cy="2425700"/>
            </a:xfrm>
            <a:custGeom>
              <a:avLst/>
              <a:gdLst>
                <a:gd name="T0" fmla="*/ 0 w 1052"/>
                <a:gd name="T1" fmla="*/ 1528 h 1528"/>
                <a:gd name="T2" fmla="*/ 1052 w 1052"/>
                <a:gd name="T3" fmla="*/ 1528 h 1528"/>
                <a:gd name="T4" fmla="*/ 1052 w 1052"/>
                <a:gd name="T5" fmla="*/ 0 h 1528"/>
                <a:gd name="T6" fmla="*/ 0 w 1052"/>
                <a:gd name="T7" fmla="*/ 0 h 1528"/>
                <a:gd name="T8" fmla="*/ 0 w 1052"/>
                <a:gd name="T9" fmla="*/ 1528 h 1528"/>
                <a:gd name="T10" fmla="*/ 39 w 1052"/>
                <a:gd name="T11" fmla="*/ 1489 h 1528"/>
                <a:gd name="T12" fmla="*/ 39 w 1052"/>
                <a:gd name="T13" fmla="*/ 363 h 1528"/>
                <a:gd name="T14" fmla="*/ 1013 w 1052"/>
                <a:gd name="T15" fmla="*/ 363 h 1528"/>
                <a:gd name="T16" fmla="*/ 1013 w 1052"/>
                <a:gd name="T17" fmla="*/ 1489 h 1528"/>
                <a:gd name="T18" fmla="*/ 39 w 1052"/>
                <a:gd name="T19" fmla="*/ 1489 h 1528"/>
                <a:gd name="T20" fmla="*/ 1013 w 1052"/>
                <a:gd name="T21" fmla="*/ 39 h 1528"/>
                <a:gd name="T22" fmla="*/ 1013 w 1052"/>
                <a:gd name="T23" fmla="*/ 323 h 1528"/>
                <a:gd name="T24" fmla="*/ 39 w 1052"/>
                <a:gd name="T25" fmla="*/ 323 h 1528"/>
                <a:gd name="T26" fmla="*/ 39 w 1052"/>
                <a:gd name="T27" fmla="*/ 39 h 1528"/>
                <a:gd name="T28" fmla="*/ 1013 w 1052"/>
                <a:gd name="T29" fmla="*/ 39 h 1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52" h="1528">
                  <a:moveTo>
                    <a:pt x="0" y="1528"/>
                  </a:moveTo>
                  <a:lnTo>
                    <a:pt x="1052" y="1528"/>
                  </a:lnTo>
                  <a:lnTo>
                    <a:pt x="1052" y="0"/>
                  </a:lnTo>
                  <a:lnTo>
                    <a:pt x="0" y="0"/>
                  </a:lnTo>
                  <a:lnTo>
                    <a:pt x="0" y="1528"/>
                  </a:lnTo>
                  <a:close/>
                  <a:moveTo>
                    <a:pt x="39" y="1489"/>
                  </a:moveTo>
                  <a:lnTo>
                    <a:pt x="39" y="363"/>
                  </a:lnTo>
                  <a:lnTo>
                    <a:pt x="1013" y="363"/>
                  </a:lnTo>
                  <a:lnTo>
                    <a:pt x="1013" y="1489"/>
                  </a:lnTo>
                  <a:lnTo>
                    <a:pt x="39" y="1489"/>
                  </a:lnTo>
                  <a:close/>
                  <a:moveTo>
                    <a:pt x="1013" y="39"/>
                  </a:moveTo>
                  <a:lnTo>
                    <a:pt x="1013" y="323"/>
                  </a:lnTo>
                  <a:lnTo>
                    <a:pt x="39" y="323"/>
                  </a:lnTo>
                  <a:lnTo>
                    <a:pt x="39" y="39"/>
                  </a:lnTo>
                  <a:lnTo>
                    <a:pt x="1013"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46"/>
            <p:cNvSpPr>
              <a:spLocks noEditPoints="1"/>
            </p:cNvSpPr>
            <p:nvPr/>
          </p:nvSpPr>
          <p:spPr bwMode="auto">
            <a:xfrm>
              <a:off x="5638800" y="4783138"/>
              <a:ext cx="277812" cy="1000125"/>
            </a:xfrm>
            <a:custGeom>
              <a:avLst/>
              <a:gdLst>
                <a:gd name="T0" fmla="*/ 30 w 179"/>
                <a:gd name="T1" fmla="*/ 210 h 643"/>
                <a:gd name="T2" fmla="*/ 33 w 179"/>
                <a:gd name="T3" fmla="*/ 199 h 643"/>
                <a:gd name="T4" fmla="*/ 78 w 179"/>
                <a:gd name="T5" fmla="*/ 245 h 643"/>
                <a:gd name="T6" fmla="*/ 70 w 179"/>
                <a:gd name="T7" fmla="*/ 258 h 643"/>
                <a:gd name="T8" fmla="*/ 78 w 179"/>
                <a:gd name="T9" fmla="*/ 266 h 643"/>
                <a:gd name="T10" fmla="*/ 56 w 179"/>
                <a:gd name="T11" fmla="*/ 311 h 643"/>
                <a:gd name="T12" fmla="*/ 78 w 179"/>
                <a:gd name="T13" fmla="*/ 332 h 643"/>
                <a:gd name="T14" fmla="*/ 33 w 179"/>
                <a:gd name="T15" fmla="*/ 377 h 643"/>
                <a:gd name="T16" fmla="*/ 0 w 179"/>
                <a:gd name="T17" fmla="*/ 408 h 643"/>
                <a:gd name="T18" fmla="*/ 179 w 179"/>
                <a:gd name="T19" fmla="*/ 643 h 643"/>
                <a:gd name="T20" fmla="*/ 0 w 179"/>
                <a:gd name="T21" fmla="*/ 0 h 643"/>
                <a:gd name="T22" fmla="*/ 78 w 179"/>
                <a:gd name="T23" fmla="*/ 510 h 643"/>
                <a:gd name="T24" fmla="*/ 33 w 179"/>
                <a:gd name="T25" fmla="*/ 465 h 643"/>
                <a:gd name="T26" fmla="*/ 78 w 179"/>
                <a:gd name="T27" fmla="*/ 510 h 643"/>
                <a:gd name="T28" fmla="*/ 33 w 179"/>
                <a:gd name="T29" fmla="*/ 444 h 643"/>
                <a:gd name="T30" fmla="*/ 78 w 179"/>
                <a:gd name="T31" fmla="*/ 398 h 643"/>
                <a:gd name="T32" fmla="*/ 101 w 179"/>
                <a:gd name="T33" fmla="*/ 133 h 643"/>
                <a:gd name="T34" fmla="*/ 146 w 179"/>
                <a:gd name="T35" fmla="*/ 178 h 643"/>
                <a:gd name="T36" fmla="*/ 101 w 179"/>
                <a:gd name="T37" fmla="*/ 133 h 643"/>
                <a:gd name="T38" fmla="*/ 146 w 179"/>
                <a:gd name="T39" fmla="*/ 199 h 643"/>
                <a:gd name="T40" fmla="*/ 101 w 179"/>
                <a:gd name="T41" fmla="*/ 245 h 643"/>
                <a:gd name="T42" fmla="*/ 101 w 179"/>
                <a:gd name="T43" fmla="*/ 266 h 643"/>
                <a:gd name="T44" fmla="*/ 146 w 179"/>
                <a:gd name="T45" fmla="*/ 311 h 643"/>
                <a:gd name="T46" fmla="*/ 101 w 179"/>
                <a:gd name="T47" fmla="*/ 266 h 643"/>
                <a:gd name="T48" fmla="*/ 146 w 179"/>
                <a:gd name="T49" fmla="*/ 332 h 643"/>
                <a:gd name="T50" fmla="*/ 101 w 179"/>
                <a:gd name="T51" fmla="*/ 377 h 643"/>
                <a:gd name="T52" fmla="*/ 101 w 179"/>
                <a:gd name="T53" fmla="*/ 398 h 643"/>
                <a:gd name="T54" fmla="*/ 146 w 179"/>
                <a:gd name="T55" fmla="*/ 444 h 643"/>
                <a:gd name="T56" fmla="*/ 101 w 179"/>
                <a:gd name="T57" fmla="*/ 398 h 643"/>
                <a:gd name="T58" fmla="*/ 146 w 179"/>
                <a:gd name="T59" fmla="*/ 465 h 643"/>
                <a:gd name="T60" fmla="*/ 101 w 179"/>
                <a:gd name="T61" fmla="*/ 510 h 643"/>
                <a:gd name="T62" fmla="*/ 33 w 179"/>
                <a:gd name="T63" fmla="*/ 133 h 643"/>
                <a:gd name="T64" fmla="*/ 78 w 179"/>
                <a:gd name="T65" fmla="*/ 178 h 643"/>
                <a:gd name="T66" fmla="*/ 33 w 179"/>
                <a:gd name="T67" fmla="*/ 133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9" h="643">
                  <a:moveTo>
                    <a:pt x="0" y="224"/>
                  </a:moveTo>
                  <a:cubicBezTo>
                    <a:pt x="7" y="215"/>
                    <a:pt x="18" y="210"/>
                    <a:pt x="30" y="210"/>
                  </a:cubicBezTo>
                  <a:cubicBezTo>
                    <a:pt x="31" y="210"/>
                    <a:pt x="32" y="210"/>
                    <a:pt x="33" y="210"/>
                  </a:cubicBezTo>
                  <a:cubicBezTo>
                    <a:pt x="33" y="199"/>
                    <a:pt x="33" y="199"/>
                    <a:pt x="33" y="199"/>
                  </a:cubicBezTo>
                  <a:cubicBezTo>
                    <a:pt x="78" y="199"/>
                    <a:pt x="78" y="199"/>
                    <a:pt x="78" y="199"/>
                  </a:cubicBezTo>
                  <a:cubicBezTo>
                    <a:pt x="78" y="245"/>
                    <a:pt x="78" y="245"/>
                    <a:pt x="78" y="245"/>
                  </a:cubicBezTo>
                  <a:cubicBezTo>
                    <a:pt x="70" y="245"/>
                    <a:pt x="70" y="245"/>
                    <a:pt x="70" y="245"/>
                  </a:cubicBezTo>
                  <a:cubicBezTo>
                    <a:pt x="71" y="249"/>
                    <a:pt x="71" y="254"/>
                    <a:pt x="70" y="258"/>
                  </a:cubicBezTo>
                  <a:cubicBezTo>
                    <a:pt x="69" y="261"/>
                    <a:pt x="68" y="263"/>
                    <a:pt x="68" y="266"/>
                  </a:cubicBezTo>
                  <a:cubicBezTo>
                    <a:pt x="78" y="266"/>
                    <a:pt x="78" y="266"/>
                    <a:pt x="78" y="266"/>
                  </a:cubicBezTo>
                  <a:cubicBezTo>
                    <a:pt x="78" y="311"/>
                    <a:pt x="78" y="311"/>
                    <a:pt x="78" y="311"/>
                  </a:cubicBezTo>
                  <a:cubicBezTo>
                    <a:pt x="56" y="311"/>
                    <a:pt x="56" y="311"/>
                    <a:pt x="56" y="311"/>
                  </a:cubicBezTo>
                  <a:cubicBezTo>
                    <a:pt x="54" y="318"/>
                    <a:pt x="51" y="325"/>
                    <a:pt x="49" y="332"/>
                  </a:cubicBezTo>
                  <a:cubicBezTo>
                    <a:pt x="78" y="332"/>
                    <a:pt x="78" y="332"/>
                    <a:pt x="78" y="332"/>
                  </a:cubicBezTo>
                  <a:cubicBezTo>
                    <a:pt x="78" y="377"/>
                    <a:pt x="78" y="377"/>
                    <a:pt x="78" y="377"/>
                  </a:cubicBezTo>
                  <a:cubicBezTo>
                    <a:pt x="33" y="377"/>
                    <a:pt x="33" y="377"/>
                    <a:pt x="33" y="377"/>
                  </a:cubicBezTo>
                  <a:cubicBezTo>
                    <a:pt x="33" y="367"/>
                    <a:pt x="33" y="367"/>
                    <a:pt x="33" y="367"/>
                  </a:cubicBezTo>
                  <a:cubicBezTo>
                    <a:pt x="23" y="384"/>
                    <a:pt x="12" y="398"/>
                    <a:pt x="0" y="408"/>
                  </a:cubicBezTo>
                  <a:cubicBezTo>
                    <a:pt x="0" y="643"/>
                    <a:pt x="0" y="643"/>
                    <a:pt x="0" y="643"/>
                  </a:cubicBezTo>
                  <a:cubicBezTo>
                    <a:pt x="179" y="643"/>
                    <a:pt x="179" y="643"/>
                    <a:pt x="179" y="643"/>
                  </a:cubicBezTo>
                  <a:cubicBezTo>
                    <a:pt x="179" y="0"/>
                    <a:pt x="179" y="0"/>
                    <a:pt x="179" y="0"/>
                  </a:cubicBezTo>
                  <a:cubicBezTo>
                    <a:pt x="0" y="0"/>
                    <a:pt x="0" y="0"/>
                    <a:pt x="0" y="0"/>
                  </a:cubicBezTo>
                  <a:lnTo>
                    <a:pt x="0" y="224"/>
                  </a:lnTo>
                  <a:close/>
                  <a:moveTo>
                    <a:pt x="78" y="510"/>
                  </a:moveTo>
                  <a:cubicBezTo>
                    <a:pt x="33" y="510"/>
                    <a:pt x="33" y="510"/>
                    <a:pt x="33" y="510"/>
                  </a:cubicBezTo>
                  <a:cubicBezTo>
                    <a:pt x="33" y="465"/>
                    <a:pt x="33" y="465"/>
                    <a:pt x="33" y="465"/>
                  </a:cubicBezTo>
                  <a:cubicBezTo>
                    <a:pt x="78" y="465"/>
                    <a:pt x="78" y="465"/>
                    <a:pt x="78" y="465"/>
                  </a:cubicBezTo>
                  <a:lnTo>
                    <a:pt x="78" y="510"/>
                  </a:lnTo>
                  <a:close/>
                  <a:moveTo>
                    <a:pt x="78" y="444"/>
                  </a:moveTo>
                  <a:cubicBezTo>
                    <a:pt x="33" y="444"/>
                    <a:pt x="33" y="444"/>
                    <a:pt x="33" y="444"/>
                  </a:cubicBezTo>
                  <a:cubicBezTo>
                    <a:pt x="33" y="398"/>
                    <a:pt x="33" y="398"/>
                    <a:pt x="33" y="398"/>
                  </a:cubicBezTo>
                  <a:cubicBezTo>
                    <a:pt x="78" y="398"/>
                    <a:pt x="78" y="398"/>
                    <a:pt x="78" y="398"/>
                  </a:cubicBezTo>
                  <a:lnTo>
                    <a:pt x="78" y="444"/>
                  </a:lnTo>
                  <a:close/>
                  <a:moveTo>
                    <a:pt x="101" y="133"/>
                  </a:moveTo>
                  <a:cubicBezTo>
                    <a:pt x="146" y="133"/>
                    <a:pt x="146" y="133"/>
                    <a:pt x="146" y="133"/>
                  </a:cubicBezTo>
                  <a:cubicBezTo>
                    <a:pt x="146" y="178"/>
                    <a:pt x="146" y="178"/>
                    <a:pt x="146" y="178"/>
                  </a:cubicBezTo>
                  <a:cubicBezTo>
                    <a:pt x="101" y="178"/>
                    <a:pt x="101" y="178"/>
                    <a:pt x="101" y="178"/>
                  </a:cubicBezTo>
                  <a:lnTo>
                    <a:pt x="101" y="133"/>
                  </a:lnTo>
                  <a:close/>
                  <a:moveTo>
                    <a:pt x="101" y="199"/>
                  </a:moveTo>
                  <a:cubicBezTo>
                    <a:pt x="146" y="199"/>
                    <a:pt x="146" y="199"/>
                    <a:pt x="146" y="199"/>
                  </a:cubicBezTo>
                  <a:cubicBezTo>
                    <a:pt x="146" y="245"/>
                    <a:pt x="146" y="245"/>
                    <a:pt x="146" y="245"/>
                  </a:cubicBezTo>
                  <a:cubicBezTo>
                    <a:pt x="101" y="245"/>
                    <a:pt x="101" y="245"/>
                    <a:pt x="101" y="245"/>
                  </a:cubicBezTo>
                  <a:lnTo>
                    <a:pt x="101" y="199"/>
                  </a:lnTo>
                  <a:close/>
                  <a:moveTo>
                    <a:pt x="101" y="266"/>
                  </a:moveTo>
                  <a:cubicBezTo>
                    <a:pt x="146" y="266"/>
                    <a:pt x="146" y="266"/>
                    <a:pt x="146" y="266"/>
                  </a:cubicBezTo>
                  <a:cubicBezTo>
                    <a:pt x="146" y="311"/>
                    <a:pt x="146" y="311"/>
                    <a:pt x="146" y="311"/>
                  </a:cubicBezTo>
                  <a:cubicBezTo>
                    <a:pt x="101" y="311"/>
                    <a:pt x="101" y="311"/>
                    <a:pt x="101" y="311"/>
                  </a:cubicBezTo>
                  <a:lnTo>
                    <a:pt x="101" y="266"/>
                  </a:lnTo>
                  <a:close/>
                  <a:moveTo>
                    <a:pt x="101" y="332"/>
                  </a:moveTo>
                  <a:cubicBezTo>
                    <a:pt x="146" y="332"/>
                    <a:pt x="146" y="332"/>
                    <a:pt x="146" y="332"/>
                  </a:cubicBezTo>
                  <a:cubicBezTo>
                    <a:pt x="146" y="377"/>
                    <a:pt x="146" y="377"/>
                    <a:pt x="146" y="377"/>
                  </a:cubicBezTo>
                  <a:cubicBezTo>
                    <a:pt x="101" y="377"/>
                    <a:pt x="101" y="377"/>
                    <a:pt x="101" y="377"/>
                  </a:cubicBezTo>
                  <a:lnTo>
                    <a:pt x="101" y="332"/>
                  </a:lnTo>
                  <a:close/>
                  <a:moveTo>
                    <a:pt x="101" y="398"/>
                  </a:moveTo>
                  <a:cubicBezTo>
                    <a:pt x="146" y="398"/>
                    <a:pt x="146" y="398"/>
                    <a:pt x="146" y="398"/>
                  </a:cubicBezTo>
                  <a:cubicBezTo>
                    <a:pt x="146" y="444"/>
                    <a:pt x="146" y="444"/>
                    <a:pt x="146" y="444"/>
                  </a:cubicBezTo>
                  <a:cubicBezTo>
                    <a:pt x="101" y="444"/>
                    <a:pt x="101" y="444"/>
                    <a:pt x="101" y="444"/>
                  </a:cubicBezTo>
                  <a:lnTo>
                    <a:pt x="101" y="398"/>
                  </a:lnTo>
                  <a:close/>
                  <a:moveTo>
                    <a:pt x="101" y="465"/>
                  </a:moveTo>
                  <a:cubicBezTo>
                    <a:pt x="146" y="465"/>
                    <a:pt x="146" y="465"/>
                    <a:pt x="146" y="465"/>
                  </a:cubicBezTo>
                  <a:cubicBezTo>
                    <a:pt x="146" y="510"/>
                    <a:pt x="146" y="510"/>
                    <a:pt x="146" y="510"/>
                  </a:cubicBezTo>
                  <a:cubicBezTo>
                    <a:pt x="101" y="510"/>
                    <a:pt x="101" y="510"/>
                    <a:pt x="101" y="510"/>
                  </a:cubicBezTo>
                  <a:lnTo>
                    <a:pt x="101" y="465"/>
                  </a:lnTo>
                  <a:close/>
                  <a:moveTo>
                    <a:pt x="33" y="133"/>
                  </a:moveTo>
                  <a:cubicBezTo>
                    <a:pt x="78" y="133"/>
                    <a:pt x="78" y="133"/>
                    <a:pt x="78" y="133"/>
                  </a:cubicBezTo>
                  <a:cubicBezTo>
                    <a:pt x="78" y="178"/>
                    <a:pt x="78" y="178"/>
                    <a:pt x="78" y="178"/>
                  </a:cubicBezTo>
                  <a:cubicBezTo>
                    <a:pt x="33" y="178"/>
                    <a:pt x="33" y="178"/>
                    <a:pt x="33" y="178"/>
                  </a:cubicBezTo>
                  <a:lnTo>
                    <a:pt x="33"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47"/>
            <p:cNvSpPr>
              <a:spLocks/>
            </p:cNvSpPr>
            <p:nvPr/>
          </p:nvSpPr>
          <p:spPr bwMode="auto">
            <a:xfrm>
              <a:off x="4841875" y="4105276"/>
              <a:ext cx="350837" cy="311150"/>
            </a:xfrm>
            <a:custGeom>
              <a:avLst/>
              <a:gdLst>
                <a:gd name="T0" fmla="*/ 68 w 221"/>
                <a:gd name="T1" fmla="*/ 196 h 196"/>
                <a:gd name="T2" fmla="*/ 152 w 221"/>
                <a:gd name="T3" fmla="*/ 196 h 196"/>
                <a:gd name="T4" fmla="*/ 152 w 221"/>
                <a:gd name="T5" fmla="*/ 102 h 196"/>
                <a:gd name="T6" fmla="*/ 221 w 221"/>
                <a:gd name="T7" fmla="*/ 102 h 196"/>
                <a:gd name="T8" fmla="*/ 110 w 221"/>
                <a:gd name="T9" fmla="*/ 0 h 196"/>
                <a:gd name="T10" fmla="*/ 0 w 221"/>
                <a:gd name="T11" fmla="*/ 102 h 196"/>
                <a:gd name="T12" fmla="*/ 68 w 221"/>
                <a:gd name="T13" fmla="*/ 102 h 196"/>
                <a:gd name="T14" fmla="*/ 68 w 221"/>
                <a:gd name="T15" fmla="*/ 196 h 1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1" h="196">
                  <a:moveTo>
                    <a:pt x="68" y="196"/>
                  </a:moveTo>
                  <a:lnTo>
                    <a:pt x="152" y="196"/>
                  </a:lnTo>
                  <a:lnTo>
                    <a:pt x="152" y="102"/>
                  </a:lnTo>
                  <a:lnTo>
                    <a:pt x="221" y="102"/>
                  </a:lnTo>
                  <a:lnTo>
                    <a:pt x="110" y="0"/>
                  </a:lnTo>
                  <a:lnTo>
                    <a:pt x="0" y="102"/>
                  </a:lnTo>
                  <a:lnTo>
                    <a:pt x="68" y="102"/>
                  </a:lnTo>
                  <a:lnTo>
                    <a:pt x="68" y="1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48"/>
            <p:cNvSpPr>
              <a:spLocks/>
            </p:cNvSpPr>
            <p:nvPr/>
          </p:nvSpPr>
          <p:spPr bwMode="auto">
            <a:xfrm>
              <a:off x="5227638" y="4105276"/>
              <a:ext cx="349250" cy="311150"/>
            </a:xfrm>
            <a:custGeom>
              <a:avLst/>
              <a:gdLst>
                <a:gd name="T0" fmla="*/ 220 w 220"/>
                <a:gd name="T1" fmla="*/ 94 h 196"/>
                <a:gd name="T2" fmla="*/ 153 w 220"/>
                <a:gd name="T3" fmla="*/ 94 h 196"/>
                <a:gd name="T4" fmla="*/ 153 w 220"/>
                <a:gd name="T5" fmla="*/ 0 h 196"/>
                <a:gd name="T6" fmla="*/ 68 w 220"/>
                <a:gd name="T7" fmla="*/ 0 h 196"/>
                <a:gd name="T8" fmla="*/ 68 w 220"/>
                <a:gd name="T9" fmla="*/ 94 h 196"/>
                <a:gd name="T10" fmla="*/ 0 w 220"/>
                <a:gd name="T11" fmla="*/ 94 h 196"/>
                <a:gd name="T12" fmla="*/ 110 w 220"/>
                <a:gd name="T13" fmla="*/ 196 h 196"/>
                <a:gd name="T14" fmla="*/ 220 w 220"/>
                <a:gd name="T15" fmla="*/ 94 h 1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0" h="196">
                  <a:moveTo>
                    <a:pt x="220" y="94"/>
                  </a:moveTo>
                  <a:lnTo>
                    <a:pt x="153" y="94"/>
                  </a:lnTo>
                  <a:lnTo>
                    <a:pt x="153" y="0"/>
                  </a:lnTo>
                  <a:lnTo>
                    <a:pt x="68" y="0"/>
                  </a:lnTo>
                  <a:lnTo>
                    <a:pt x="68" y="94"/>
                  </a:lnTo>
                  <a:lnTo>
                    <a:pt x="0" y="94"/>
                  </a:lnTo>
                  <a:lnTo>
                    <a:pt x="110" y="196"/>
                  </a:lnTo>
                  <a:lnTo>
                    <a:pt x="220" y="9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49"/>
            <p:cNvSpPr>
              <a:spLocks/>
            </p:cNvSpPr>
            <p:nvPr/>
          </p:nvSpPr>
          <p:spPr bwMode="auto">
            <a:xfrm>
              <a:off x="5257800" y="4886326"/>
              <a:ext cx="303212" cy="303213"/>
            </a:xfrm>
            <a:custGeom>
              <a:avLst/>
              <a:gdLst>
                <a:gd name="T0" fmla="*/ 82 w 195"/>
                <a:gd name="T1" fmla="*/ 186 h 195"/>
                <a:gd name="T2" fmla="*/ 186 w 195"/>
                <a:gd name="T3" fmla="*/ 113 h 195"/>
                <a:gd name="T4" fmla="*/ 113 w 195"/>
                <a:gd name="T5" fmla="*/ 9 h 195"/>
                <a:gd name="T6" fmla="*/ 9 w 195"/>
                <a:gd name="T7" fmla="*/ 82 h 195"/>
                <a:gd name="T8" fmla="*/ 82 w 195"/>
                <a:gd name="T9" fmla="*/ 186 h 195"/>
              </a:gdLst>
              <a:ahLst/>
              <a:cxnLst>
                <a:cxn ang="0">
                  <a:pos x="T0" y="T1"/>
                </a:cxn>
                <a:cxn ang="0">
                  <a:pos x="T2" y="T3"/>
                </a:cxn>
                <a:cxn ang="0">
                  <a:pos x="T4" y="T5"/>
                </a:cxn>
                <a:cxn ang="0">
                  <a:pos x="T6" y="T7"/>
                </a:cxn>
                <a:cxn ang="0">
                  <a:pos x="T8" y="T9"/>
                </a:cxn>
              </a:cxnLst>
              <a:rect l="0" t="0" r="r" b="b"/>
              <a:pathLst>
                <a:path w="195" h="195">
                  <a:moveTo>
                    <a:pt x="82" y="186"/>
                  </a:moveTo>
                  <a:cubicBezTo>
                    <a:pt x="131" y="195"/>
                    <a:pt x="178" y="162"/>
                    <a:pt x="186" y="113"/>
                  </a:cubicBezTo>
                  <a:cubicBezTo>
                    <a:pt x="195" y="64"/>
                    <a:pt x="162" y="17"/>
                    <a:pt x="113" y="9"/>
                  </a:cubicBezTo>
                  <a:cubicBezTo>
                    <a:pt x="64" y="0"/>
                    <a:pt x="17" y="33"/>
                    <a:pt x="9" y="82"/>
                  </a:cubicBezTo>
                  <a:cubicBezTo>
                    <a:pt x="0" y="131"/>
                    <a:pt x="33" y="178"/>
                    <a:pt x="82" y="1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50"/>
            <p:cNvSpPr>
              <a:spLocks/>
            </p:cNvSpPr>
            <p:nvPr/>
          </p:nvSpPr>
          <p:spPr bwMode="auto">
            <a:xfrm>
              <a:off x="4616450" y="5089526"/>
              <a:ext cx="1122362" cy="1168400"/>
            </a:xfrm>
            <a:custGeom>
              <a:avLst/>
              <a:gdLst>
                <a:gd name="T0" fmla="*/ 186 w 722"/>
                <a:gd name="T1" fmla="*/ 293 h 751"/>
                <a:gd name="T2" fmla="*/ 162 w 722"/>
                <a:gd name="T3" fmla="*/ 224 h 751"/>
                <a:gd name="T4" fmla="*/ 285 w 722"/>
                <a:gd name="T5" fmla="*/ 89 h 751"/>
                <a:gd name="T6" fmla="*/ 314 w 722"/>
                <a:gd name="T7" fmla="*/ 76 h 751"/>
                <a:gd name="T8" fmla="*/ 209 w 722"/>
                <a:gd name="T9" fmla="*/ 355 h 751"/>
                <a:gd name="T10" fmla="*/ 208 w 722"/>
                <a:gd name="T11" fmla="*/ 363 h 751"/>
                <a:gd name="T12" fmla="*/ 191 w 722"/>
                <a:gd name="T13" fmla="*/ 701 h 751"/>
                <a:gd name="T14" fmla="*/ 241 w 722"/>
                <a:gd name="T15" fmla="*/ 751 h 751"/>
                <a:gd name="T16" fmla="*/ 291 w 722"/>
                <a:gd name="T17" fmla="*/ 701 h 751"/>
                <a:gd name="T18" fmla="*/ 302 w 722"/>
                <a:gd name="T19" fmla="*/ 427 h 751"/>
                <a:gd name="T20" fmla="*/ 304 w 722"/>
                <a:gd name="T21" fmla="*/ 406 h 751"/>
                <a:gd name="T22" fmla="*/ 337 w 722"/>
                <a:gd name="T23" fmla="*/ 410 h 751"/>
                <a:gd name="T24" fmla="*/ 457 w 722"/>
                <a:gd name="T25" fmla="*/ 725 h 751"/>
                <a:gd name="T26" fmla="*/ 501 w 722"/>
                <a:gd name="T27" fmla="*/ 751 h 751"/>
                <a:gd name="T28" fmla="*/ 525 w 722"/>
                <a:gd name="T29" fmla="*/ 745 h 751"/>
                <a:gd name="T30" fmla="*/ 546 w 722"/>
                <a:gd name="T31" fmla="*/ 678 h 751"/>
                <a:gd name="T32" fmla="*/ 428 w 722"/>
                <a:gd name="T33" fmla="*/ 338 h 751"/>
                <a:gd name="T34" fmla="*/ 490 w 722"/>
                <a:gd name="T35" fmla="*/ 173 h 751"/>
                <a:gd name="T36" fmla="*/ 501 w 722"/>
                <a:gd name="T37" fmla="*/ 184 h 751"/>
                <a:gd name="T38" fmla="*/ 540 w 722"/>
                <a:gd name="T39" fmla="*/ 213 h 751"/>
                <a:gd name="T40" fmla="*/ 593 w 722"/>
                <a:gd name="T41" fmla="*/ 228 h 751"/>
                <a:gd name="T42" fmla="*/ 593 w 722"/>
                <a:gd name="T43" fmla="*/ 228 h 751"/>
                <a:gd name="T44" fmla="*/ 635 w 722"/>
                <a:gd name="T45" fmla="*/ 217 h 751"/>
                <a:gd name="T46" fmla="*/ 685 w 722"/>
                <a:gd name="T47" fmla="*/ 162 h 751"/>
                <a:gd name="T48" fmla="*/ 719 w 722"/>
                <a:gd name="T49" fmla="*/ 59 h 751"/>
                <a:gd name="T50" fmla="*/ 694 w 722"/>
                <a:gd name="T51" fmla="*/ 22 h 751"/>
                <a:gd name="T52" fmla="*/ 656 w 722"/>
                <a:gd name="T53" fmla="*/ 47 h 751"/>
                <a:gd name="T54" fmla="*/ 619 w 722"/>
                <a:gd name="T55" fmla="*/ 147 h 751"/>
                <a:gd name="T56" fmla="*/ 604 w 722"/>
                <a:gd name="T57" fmla="*/ 161 h 751"/>
                <a:gd name="T58" fmla="*/ 593 w 722"/>
                <a:gd name="T59" fmla="*/ 164 h 751"/>
                <a:gd name="T60" fmla="*/ 571 w 722"/>
                <a:gd name="T61" fmla="*/ 157 h 751"/>
                <a:gd name="T62" fmla="*/ 533 w 722"/>
                <a:gd name="T63" fmla="*/ 126 h 751"/>
                <a:gd name="T64" fmla="*/ 522 w 722"/>
                <a:gd name="T65" fmla="*/ 112 h 751"/>
                <a:gd name="T66" fmla="*/ 518 w 722"/>
                <a:gd name="T67" fmla="*/ 108 h 751"/>
                <a:gd name="T68" fmla="*/ 518 w 722"/>
                <a:gd name="T69" fmla="*/ 107 h 751"/>
                <a:gd name="T70" fmla="*/ 518 w 722"/>
                <a:gd name="T71" fmla="*/ 107 h 751"/>
                <a:gd name="T72" fmla="*/ 511 w 722"/>
                <a:gd name="T73" fmla="*/ 100 h 751"/>
                <a:gd name="T74" fmla="*/ 504 w 722"/>
                <a:gd name="T75" fmla="*/ 93 h 751"/>
                <a:gd name="T76" fmla="*/ 380 w 722"/>
                <a:gd name="T77" fmla="*/ 7 h 751"/>
                <a:gd name="T78" fmla="*/ 377 w 722"/>
                <a:gd name="T79" fmla="*/ 4 h 751"/>
                <a:gd name="T80" fmla="*/ 363 w 722"/>
                <a:gd name="T81" fmla="*/ 1 h 751"/>
                <a:gd name="T82" fmla="*/ 354 w 722"/>
                <a:gd name="T83" fmla="*/ 0 h 751"/>
                <a:gd name="T84" fmla="*/ 254 w 722"/>
                <a:gd name="T85" fmla="*/ 33 h 751"/>
                <a:gd name="T86" fmla="*/ 134 w 722"/>
                <a:gd name="T87" fmla="*/ 144 h 751"/>
                <a:gd name="T88" fmla="*/ 113 w 722"/>
                <a:gd name="T89" fmla="*/ 85 h 751"/>
                <a:gd name="T90" fmla="*/ 172 w 722"/>
                <a:gd name="T91" fmla="*/ 65 h 751"/>
                <a:gd name="T92" fmla="*/ 151 w 722"/>
                <a:gd name="T93" fmla="*/ 5 h 751"/>
                <a:gd name="T94" fmla="*/ 0 w 722"/>
                <a:gd name="T95" fmla="*/ 57 h 751"/>
                <a:gd name="T96" fmla="*/ 21 w 722"/>
                <a:gd name="T97" fmla="*/ 118 h 751"/>
                <a:gd name="T98" fmla="*/ 79 w 722"/>
                <a:gd name="T99" fmla="*/ 97 h 751"/>
                <a:gd name="T100" fmla="*/ 110 w 722"/>
                <a:gd name="T101" fmla="*/ 185 h 751"/>
                <a:gd name="T102" fmla="*/ 95 w 722"/>
                <a:gd name="T103" fmla="*/ 217 h 751"/>
                <a:gd name="T104" fmla="*/ 112 w 722"/>
                <a:gd name="T105" fmla="*/ 259 h 751"/>
                <a:gd name="T106" fmla="*/ 124 w 722"/>
                <a:gd name="T107" fmla="*/ 262 h 751"/>
                <a:gd name="T108" fmla="*/ 136 w 722"/>
                <a:gd name="T109" fmla="*/ 259 h 751"/>
                <a:gd name="T110" fmla="*/ 152 w 722"/>
                <a:gd name="T111" fmla="*/ 305 h 751"/>
                <a:gd name="T112" fmla="*/ 186 w 722"/>
                <a:gd name="T113" fmla="*/ 293 h 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22" h="751">
                  <a:moveTo>
                    <a:pt x="186" y="293"/>
                  </a:moveTo>
                  <a:cubicBezTo>
                    <a:pt x="162" y="224"/>
                    <a:pt x="162" y="224"/>
                    <a:pt x="162" y="224"/>
                  </a:cubicBezTo>
                  <a:cubicBezTo>
                    <a:pt x="197" y="150"/>
                    <a:pt x="245" y="111"/>
                    <a:pt x="285" y="89"/>
                  </a:cubicBezTo>
                  <a:cubicBezTo>
                    <a:pt x="295" y="83"/>
                    <a:pt x="305" y="79"/>
                    <a:pt x="314" y="76"/>
                  </a:cubicBezTo>
                  <a:cubicBezTo>
                    <a:pt x="276" y="159"/>
                    <a:pt x="219" y="293"/>
                    <a:pt x="209" y="355"/>
                  </a:cubicBezTo>
                  <a:cubicBezTo>
                    <a:pt x="209" y="358"/>
                    <a:pt x="208" y="361"/>
                    <a:pt x="208" y="363"/>
                  </a:cubicBezTo>
                  <a:cubicBezTo>
                    <a:pt x="202" y="410"/>
                    <a:pt x="191" y="514"/>
                    <a:pt x="191" y="701"/>
                  </a:cubicBezTo>
                  <a:cubicBezTo>
                    <a:pt x="191" y="729"/>
                    <a:pt x="214" y="751"/>
                    <a:pt x="241" y="751"/>
                  </a:cubicBezTo>
                  <a:cubicBezTo>
                    <a:pt x="269" y="751"/>
                    <a:pt x="291" y="729"/>
                    <a:pt x="291" y="701"/>
                  </a:cubicBezTo>
                  <a:cubicBezTo>
                    <a:pt x="291" y="570"/>
                    <a:pt x="297" y="482"/>
                    <a:pt x="302" y="427"/>
                  </a:cubicBezTo>
                  <a:cubicBezTo>
                    <a:pt x="302" y="420"/>
                    <a:pt x="303" y="413"/>
                    <a:pt x="304" y="406"/>
                  </a:cubicBezTo>
                  <a:cubicBezTo>
                    <a:pt x="315" y="407"/>
                    <a:pt x="326" y="409"/>
                    <a:pt x="337" y="410"/>
                  </a:cubicBezTo>
                  <a:cubicBezTo>
                    <a:pt x="350" y="481"/>
                    <a:pt x="383" y="585"/>
                    <a:pt x="457" y="725"/>
                  </a:cubicBezTo>
                  <a:cubicBezTo>
                    <a:pt x="466" y="742"/>
                    <a:pt x="484" y="751"/>
                    <a:pt x="501" y="751"/>
                  </a:cubicBezTo>
                  <a:cubicBezTo>
                    <a:pt x="509" y="751"/>
                    <a:pt x="517" y="749"/>
                    <a:pt x="525" y="745"/>
                  </a:cubicBezTo>
                  <a:cubicBezTo>
                    <a:pt x="549" y="732"/>
                    <a:pt x="559" y="702"/>
                    <a:pt x="546" y="678"/>
                  </a:cubicBezTo>
                  <a:cubicBezTo>
                    <a:pt x="449" y="496"/>
                    <a:pt x="431" y="385"/>
                    <a:pt x="428" y="338"/>
                  </a:cubicBezTo>
                  <a:cubicBezTo>
                    <a:pt x="441" y="280"/>
                    <a:pt x="462" y="225"/>
                    <a:pt x="490" y="173"/>
                  </a:cubicBezTo>
                  <a:cubicBezTo>
                    <a:pt x="494" y="177"/>
                    <a:pt x="497" y="180"/>
                    <a:pt x="501" y="184"/>
                  </a:cubicBezTo>
                  <a:cubicBezTo>
                    <a:pt x="512" y="194"/>
                    <a:pt x="524" y="204"/>
                    <a:pt x="540" y="213"/>
                  </a:cubicBezTo>
                  <a:cubicBezTo>
                    <a:pt x="555" y="221"/>
                    <a:pt x="573" y="228"/>
                    <a:pt x="593" y="228"/>
                  </a:cubicBezTo>
                  <a:cubicBezTo>
                    <a:pt x="593" y="228"/>
                    <a:pt x="593" y="228"/>
                    <a:pt x="593" y="228"/>
                  </a:cubicBezTo>
                  <a:cubicBezTo>
                    <a:pt x="607" y="228"/>
                    <a:pt x="622" y="224"/>
                    <a:pt x="635" y="217"/>
                  </a:cubicBezTo>
                  <a:cubicBezTo>
                    <a:pt x="655" y="206"/>
                    <a:pt x="672" y="187"/>
                    <a:pt x="685" y="162"/>
                  </a:cubicBezTo>
                  <a:cubicBezTo>
                    <a:pt x="699" y="136"/>
                    <a:pt x="710" y="103"/>
                    <a:pt x="719" y="59"/>
                  </a:cubicBezTo>
                  <a:cubicBezTo>
                    <a:pt x="722" y="42"/>
                    <a:pt x="711" y="25"/>
                    <a:pt x="694" y="22"/>
                  </a:cubicBezTo>
                  <a:cubicBezTo>
                    <a:pt x="677" y="18"/>
                    <a:pt x="660" y="29"/>
                    <a:pt x="656" y="47"/>
                  </a:cubicBezTo>
                  <a:cubicBezTo>
                    <a:pt x="645" y="99"/>
                    <a:pt x="631" y="131"/>
                    <a:pt x="619" y="147"/>
                  </a:cubicBezTo>
                  <a:cubicBezTo>
                    <a:pt x="613" y="155"/>
                    <a:pt x="608" y="159"/>
                    <a:pt x="604" y="161"/>
                  </a:cubicBezTo>
                  <a:cubicBezTo>
                    <a:pt x="600" y="163"/>
                    <a:pt x="597" y="164"/>
                    <a:pt x="593" y="164"/>
                  </a:cubicBezTo>
                  <a:cubicBezTo>
                    <a:pt x="587" y="164"/>
                    <a:pt x="580" y="162"/>
                    <a:pt x="571" y="157"/>
                  </a:cubicBezTo>
                  <a:cubicBezTo>
                    <a:pt x="558" y="150"/>
                    <a:pt x="543" y="137"/>
                    <a:pt x="533" y="126"/>
                  </a:cubicBezTo>
                  <a:cubicBezTo>
                    <a:pt x="528" y="120"/>
                    <a:pt x="524" y="115"/>
                    <a:pt x="522" y="112"/>
                  </a:cubicBezTo>
                  <a:cubicBezTo>
                    <a:pt x="520" y="110"/>
                    <a:pt x="519" y="109"/>
                    <a:pt x="518" y="108"/>
                  </a:cubicBezTo>
                  <a:cubicBezTo>
                    <a:pt x="518" y="107"/>
                    <a:pt x="518" y="107"/>
                    <a:pt x="518" y="107"/>
                  </a:cubicBezTo>
                  <a:cubicBezTo>
                    <a:pt x="518" y="107"/>
                    <a:pt x="518" y="107"/>
                    <a:pt x="518" y="107"/>
                  </a:cubicBezTo>
                  <a:cubicBezTo>
                    <a:pt x="516" y="104"/>
                    <a:pt x="514" y="102"/>
                    <a:pt x="511" y="100"/>
                  </a:cubicBezTo>
                  <a:cubicBezTo>
                    <a:pt x="510" y="97"/>
                    <a:pt x="507" y="95"/>
                    <a:pt x="504" y="93"/>
                  </a:cubicBezTo>
                  <a:cubicBezTo>
                    <a:pt x="463" y="64"/>
                    <a:pt x="422" y="35"/>
                    <a:pt x="380" y="7"/>
                  </a:cubicBezTo>
                  <a:cubicBezTo>
                    <a:pt x="379" y="6"/>
                    <a:pt x="378" y="5"/>
                    <a:pt x="377" y="4"/>
                  </a:cubicBezTo>
                  <a:cubicBezTo>
                    <a:pt x="372" y="2"/>
                    <a:pt x="368" y="1"/>
                    <a:pt x="363" y="1"/>
                  </a:cubicBezTo>
                  <a:cubicBezTo>
                    <a:pt x="360" y="0"/>
                    <a:pt x="357" y="0"/>
                    <a:pt x="354" y="0"/>
                  </a:cubicBezTo>
                  <a:cubicBezTo>
                    <a:pt x="351" y="1"/>
                    <a:pt x="308" y="4"/>
                    <a:pt x="254" y="33"/>
                  </a:cubicBezTo>
                  <a:cubicBezTo>
                    <a:pt x="215" y="54"/>
                    <a:pt x="171" y="88"/>
                    <a:pt x="134" y="144"/>
                  </a:cubicBezTo>
                  <a:cubicBezTo>
                    <a:pt x="113" y="85"/>
                    <a:pt x="113" y="85"/>
                    <a:pt x="113" y="85"/>
                  </a:cubicBezTo>
                  <a:cubicBezTo>
                    <a:pt x="172" y="65"/>
                    <a:pt x="172" y="65"/>
                    <a:pt x="172" y="65"/>
                  </a:cubicBezTo>
                  <a:cubicBezTo>
                    <a:pt x="151" y="5"/>
                    <a:pt x="151" y="5"/>
                    <a:pt x="151" y="5"/>
                  </a:cubicBezTo>
                  <a:cubicBezTo>
                    <a:pt x="0" y="57"/>
                    <a:pt x="0" y="57"/>
                    <a:pt x="0" y="57"/>
                  </a:cubicBezTo>
                  <a:cubicBezTo>
                    <a:pt x="21" y="118"/>
                    <a:pt x="21" y="118"/>
                    <a:pt x="21" y="118"/>
                  </a:cubicBezTo>
                  <a:cubicBezTo>
                    <a:pt x="79" y="97"/>
                    <a:pt x="79" y="97"/>
                    <a:pt x="79" y="97"/>
                  </a:cubicBezTo>
                  <a:cubicBezTo>
                    <a:pt x="110" y="185"/>
                    <a:pt x="110" y="185"/>
                    <a:pt x="110" y="185"/>
                  </a:cubicBezTo>
                  <a:cubicBezTo>
                    <a:pt x="105" y="195"/>
                    <a:pt x="100" y="206"/>
                    <a:pt x="95" y="217"/>
                  </a:cubicBezTo>
                  <a:cubicBezTo>
                    <a:pt x="88" y="234"/>
                    <a:pt x="96" y="252"/>
                    <a:pt x="112" y="259"/>
                  </a:cubicBezTo>
                  <a:cubicBezTo>
                    <a:pt x="116" y="261"/>
                    <a:pt x="120" y="262"/>
                    <a:pt x="124" y="262"/>
                  </a:cubicBezTo>
                  <a:cubicBezTo>
                    <a:pt x="128" y="262"/>
                    <a:pt x="132" y="261"/>
                    <a:pt x="136" y="259"/>
                  </a:cubicBezTo>
                  <a:cubicBezTo>
                    <a:pt x="152" y="305"/>
                    <a:pt x="152" y="305"/>
                    <a:pt x="152" y="305"/>
                  </a:cubicBezTo>
                  <a:lnTo>
                    <a:pt x="186" y="29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52" name="组合 151"/>
          <p:cNvGrpSpPr/>
          <p:nvPr/>
        </p:nvGrpSpPr>
        <p:grpSpPr>
          <a:xfrm>
            <a:off x="10420350" y="2781301"/>
            <a:ext cx="1435100" cy="1103313"/>
            <a:chOff x="4527550" y="2781301"/>
            <a:chExt cx="1435100" cy="1103313"/>
          </a:xfrm>
          <a:solidFill>
            <a:schemeClr val="tx1">
              <a:lumMod val="65000"/>
              <a:lumOff val="35000"/>
            </a:schemeClr>
          </a:solidFill>
        </p:grpSpPr>
        <p:sp>
          <p:nvSpPr>
            <p:cNvPr id="153" name="Freeform 51"/>
            <p:cNvSpPr>
              <a:spLocks/>
            </p:cNvSpPr>
            <p:nvPr/>
          </p:nvSpPr>
          <p:spPr bwMode="auto">
            <a:xfrm>
              <a:off x="5200650" y="3282951"/>
              <a:ext cx="300037" cy="225425"/>
            </a:xfrm>
            <a:custGeom>
              <a:avLst/>
              <a:gdLst>
                <a:gd name="T0" fmla="*/ 14 w 193"/>
                <a:gd name="T1" fmla="*/ 0 h 145"/>
                <a:gd name="T2" fmla="*/ 12 w 193"/>
                <a:gd name="T3" fmla="*/ 0 h 145"/>
                <a:gd name="T4" fmla="*/ 11 w 193"/>
                <a:gd name="T5" fmla="*/ 3 h 145"/>
                <a:gd name="T6" fmla="*/ 0 w 193"/>
                <a:gd name="T7" fmla="*/ 65 h 145"/>
                <a:gd name="T8" fmla="*/ 80 w 193"/>
                <a:gd name="T9" fmla="*/ 126 h 145"/>
                <a:gd name="T10" fmla="*/ 128 w 193"/>
                <a:gd name="T11" fmla="*/ 121 h 145"/>
                <a:gd name="T12" fmla="*/ 133 w 193"/>
                <a:gd name="T13" fmla="*/ 121 h 145"/>
                <a:gd name="T14" fmla="*/ 180 w 193"/>
                <a:gd name="T15" fmla="*/ 145 h 145"/>
                <a:gd name="T16" fmla="*/ 187 w 193"/>
                <a:gd name="T17" fmla="*/ 133 h 145"/>
                <a:gd name="T18" fmla="*/ 167 w 193"/>
                <a:gd name="T19" fmla="*/ 93 h 145"/>
                <a:gd name="T20" fmla="*/ 30 w 193"/>
                <a:gd name="T21" fmla="*/ 0 h 145"/>
                <a:gd name="T22" fmla="*/ 14 w 193"/>
                <a:gd name="T23"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3" h="145">
                  <a:moveTo>
                    <a:pt x="14" y="0"/>
                  </a:moveTo>
                  <a:cubicBezTo>
                    <a:pt x="13" y="0"/>
                    <a:pt x="13" y="0"/>
                    <a:pt x="12" y="0"/>
                  </a:cubicBezTo>
                  <a:cubicBezTo>
                    <a:pt x="12" y="1"/>
                    <a:pt x="11" y="2"/>
                    <a:pt x="11" y="3"/>
                  </a:cubicBezTo>
                  <a:cubicBezTo>
                    <a:pt x="7" y="22"/>
                    <a:pt x="3" y="43"/>
                    <a:pt x="0" y="65"/>
                  </a:cubicBezTo>
                  <a:cubicBezTo>
                    <a:pt x="19" y="86"/>
                    <a:pt x="46" y="107"/>
                    <a:pt x="80" y="126"/>
                  </a:cubicBezTo>
                  <a:cubicBezTo>
                    <a:pt x="128" y="121"/>
                    <a:pt x="128" y="121"/>
                    <a:pt x="128" y="121"/>
                  </a:cubicBezTo>
                  <a:cubicBezTo>
                    <a:pt x="129" y="121"/>
                    <a:pt x="131" y="121"/>
                    <a:pt x="133" y="121"/>
                  </a:cubicBezTo>
                  <a:cubicBezTo>
                    <a:pt x="152" y="121"/>
                    <a:pt x="169" y="130"/>
                    <a:pt x="180" y="145"/>
                  </a:cubicBezTo>
                  <a:cubicBezTo>
                    <a:pt x="183" y="142"/>
                    <a:pt x="186" y="138"/>
                    <a:pt x="187" y="133"/>
                  </a:cubicBezTo>
                  <a:cubicBezTo>
                    <a:pt x="193" y="116"/>
                    <a:pt x="184" y="98"/>
                    <a:pt x="167" y="93"/>
                  </a:cubicBezTo>
                  <a:cubicBezTo>
                    <a:pt x="88" y="67"/>
                    <a:pt x="50" y="31"/>
                    <a:pt x="30" y="0"/>
                  </a:cubicBezTo>
                  <a:cubicBezTo>
                    <a:pt x="25" y="0"/>
                    <a:pt x="19" y="0"/>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52"/>
            <p:cNvSpPr>
              <a:spLocks/>
            </p:cNvSpPr>
            <p:nvPr/>
          </p:nvSpPr>
          <p:spPr bwMode="auto">
            <a:xfrm>
              <a:off x="5508625" y="2890838"/>
              <a:ext cx="106362" cy="268288"/>
            </a:xfrm>
            <a:custGeom>
              <a:avLst/>
              <a:gdLst>
                <a:gd name="T0" fmla="*/ 31 w 68"/>
                <a:gd name="T1" fmla="*/ 54 h 172"/>
                <a:gd name="T2" fmla="*/ 47 w 68"/>
                <a:gd name="T3" fmla="*/ 108 h 172"/>
                <a:gd name="T4" fmla="*/ 2 w 68"/>
                <a:gd name="T5" fmla="*/ 172 h 172"/>
                <a:gd name="T6" fmla="*/ 68 w 68"/>
                <a:gd name="T7" fmla="*/ 172 h 172"/>
                <a:gd name="T8" fmla="*/ 68 w 68"/>
                <a:gd name="T9" fmla="*/ 24 h 172"/>
                <a:gd name="T10" fmla="*/ 50 w 68"/>
                <a:gd name="T11" fmla="*/ 24 h 172"/>
                <a:gd name="T12" fmla="*/ 50 w 68"/>
                <a:gd name="T13" fmla="*/ 0 h 172"/>
                <a:gd name="T14" fmla="*/ 18 w 68"/>
                <a:gd name="T15" fmla="*/ 0 h 172"/>
                <a:gd name="T16" fmla="*/ 18 w 68"/>
                <a:gd name="T17" fmla="*/ 24 h 172"/>
                <a:gd name="T18" fmla="*/ 0 w 68"/>
                <a:gd name="T19" fmla="*/ 24 h 172"/>
                <a:gd name="T20" fmla="*/ 0 w 68"/>
                <a:gd name="T21" fmla="*/ 51 h 172"/>
                <a:gd name="T22" fmla="*/ 12 w 68"/>
                <a:gd name="T23" fmla="*/ 49 h 172"/>
                <a:gd name="T24" fmla="*/ 31 w 68"/>
                <a:gd name="T25" fmla="*/ 54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8" h="172">
                  <a:moveTo>
                    <a:pt x="31" y="54"/>
                  </a:moveTo>
                  <a:cubicBezTo>
                    <a:pt x="51" y="64"/>
                    <a:pt x="58" y="89"/>
                    <a:pt x="47" y="108"/>
                  </a:cubicBezTo>
                  <a:cubicBezTo>
                    <a:pt x="34" y="132"/>
                    <a:pt x="19" y="154"/>
                    <a:pt x="2" y="172"/>
                  </a:cubicBezTo>
                  <a:cubicBezTo>
                    <a:pt x="68" y="172"/>
                    <a:pt x="68" y="172"/>
                    <a:pt x="68" y="172"/>
                  </a:cubicBezTo>
                  <a:cubicBezTo>
                    <a:pt x="68" y="24"/>
                    <a:pt x="68" y="24"/>
                    <a:pt x="68" y="24"/>
                  </a:cubicBezTo>
                  <a:cubicBezTo>
                    <a:pt x="50" y="24"/>
                    <a:pt x="50" y="24"/>
                    <a:pt x="50" y="24"/>
                  </a:cubicBezTo>
                  <a:cubicBezTo>
                    <a:pt x="50" y="0"/>
                    <a:pt x="50" y="0"/>
                    <a:pt x="50" y="0"/>
                  </a:cubicBezTo>
                  <a:cubicBezTo>
                    <a:pt x="18" y="0"/>
                    <a:pt x="18" y="0"/>
                    <a:pt x="18" y="0"/>
                  </a:cubicBezTo>
                  <a:cubicBezTo>
                    <a:pt x="18" y="24"/>
                    <a:pt x="18" y="24"/>
                    <a:pt x="18" y="24"/>
                  </a:cubicBezTo>
                  <a:cubicBezTo>
                    <a:pt x="0" y="24"/>
                    <a:pt x="0" y="24"/>
                    <a:pt x="0" y="24"/>
                  </a:cubicBezTo>
                  <a:cubicBezTo>
                    <a:pt x="0" y="51"/>
                    <a:pt x="0" y="51"/>
                    <a:pt x="0" y="51"/>
                  </a:cubicBezTo>
                  <a:cubicBezTo>
                    <a:pt x="4" y="50"/>
                    <a:pt x="8" y="49"/>
                    <a:pt x="12" y="49"/>
                  </a:cubicBezTo>
                  <a:cubicBezTo>
                    <a:pt x="19" y="49"/>
                    <a:pt x="26" y="51"/>
                    <a:pt x="31"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53"/>
            <p:cNvSpPr>
              <a:spLocks/>
            </p:cNvSpPr>
            <p:nvPr/>
          </p:nvSpPr>
          <p:spPr bwMode="auto">
            <a:xfrm>
              <a:off x="5667375" y="2851151"/>
              <a:ext cx="33337" cy="17463"/>
            </a:xfrm>
            <a:custGeom>
              <a:avLst/>
              <a:gdLst>
                <a:gd name="T0" fmla="*/ 5 w 21"/>
                <a:gd name="T1" fmla="*/ 11 h 11"/>
                <a:gd name="T2" fmla="*/ 6 w 21"/>
                <a:gd name="T3" fmla="*/ 11 h 11"/>
                <a:gd name="T4" fmla="*/ 17 w 21"/>
                <a:gd name="T5" fmla="*/ 8 h 11"/>
                <a:gd name="T6" fmla="*/ 20 w 21"/>
                <a:gd name="T7" fmla="*/ 3 h 11"/>
                <a:gd name="T8" fmla="*/ 16 w 21"/>
                <a:gd name="T9" fmla="*/ 0 h 11"/>
                <a:gd name="T10" fmla="*/ 4 w 21"/>
                <a:gd name="T11" fmla="*/ 3 h 11"/>
                <a:gd name="T12" fmla="*/ 1 w 21"/>
                <a:gd name="T13" fmla="*/ 8 h 11"/>
                <a:gd name="T14" fmla="*/ 5 w 21"/>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1">
                  <a:moveTo>
                    <a:pt x="5" y="11"/>
                  </a:moveTo>
                  <a:cubicBezTo>
                    <a:pt x="5" y="11"/>
                    <a:pt x="5" y="11"/>
                    <a:pt x="6" y="11"/>
                  </a:cubicBezTo>
                  <a:cubicBezTo>
                    <a:pt x="17" y="8"/>
                    <a:pt x="17" y="8"/>
                    <a:pt x="17" y="8"/>
                  </a:cubicBezTo>
                  <a:cubicBezTo>
                    <a:pt x="20" y="7"/>
                    <a:pt x="21" y="5"/>
                    <a:pt x="20" y="3"/>
                  </a:cubicBezTo>
                  <a:cubicBezTo>
                    <a:pt x="20" y="1"/>
                    <a:pt x="18" y="0"/>
                    <a:pt x="16" y="0"/>
                  </a:cubicBezTo>
                  <a:cubicBezTo>
                    <a:pt x="4" y="3"/>
                    <a:pt x="4" y="3"/>
                    <a:pt x="4" y="3"/>
                  </a:cubicBezTo>
                  <a:cubicBezTo>
                    <a:pt x="2" y="4"/>
                    <a:pt x="0" y="6"/>
                    <a:pt x="1" y="8"/>
                  </a:cubicBezTo>
                  <a:cubicBezTo>
                    <a:pt x="1" y="10"/>
                    <a:pt x="3" y="11"/>
                    <a:pt x="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54"/>
            <p:cNvSpPr>
              <a:spLocks/>
            </p:cNvSpPr>
            <p:nvPr/>
          </p:nvSpPr>
          <p:spPr bwMode="auto">
            <a:xfrm>
              <a:off x="5878513" y="2798763"/>
              <a:ext cx="33337" cy="15875"/>
            </a:xfrm>
            <a:custGeom>
              <a:avLst/>
              <a:gdLst>
                <a:gd name="T0" fmla="*/ 5 w 21"/>
                <a:gd name="T1" fmla="*/ 11 h 11"/>
                <a:gd name="T2" fmla="*/ 6 w 21"/>
                <a:gd name="T3" fmla="*/ 11 h 11"/>
                <a:gd name="T4" fmla="*/ 17 w 21"/>
                <a:gd name="T5" fmla="*/ 8 h 11"/>
                <a:gd name="T6" fmla="*/ 20 w 21"/>
                <a:gd name="T7" fmla="*/ 3 h 11"/>
                <a:gd name="T8" fmla="*/ 15 w 21"/>
                <a:gd name="T9" fmla="*/ 0 h 11"/>
                <a:gd name="T10" fmla="*/ 4 w 21"/>
                <a:gd name="T11" fmla="*/ 3 h 11"/>
                <a:gd name="T12" fmla="*/ 1 w 21"/>
                <a:gd name="T13" fmla="*/ 8 h 11"/>
                <a:gd name="T14" fmla="*/ 5 w 21"/>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1">
                  <a:moveTo>
                    <a:pt x="5" y="11"/>
                  </a:moveTo>
                  <a:cubicBezTo>
                    <a:pt x="5" y="11"/>
                    <a:pt x="5" y="11"/>
                    <a:pt x="6" y="11"/>
                  </a:cubicBezTo>
                  <a:cubicBezTo>
                    <a:pt x="17" y="8"/>
                    <a:pt x="17" y="8"/>
                    <a:pt x="17" y="8"/>
                  </a:cubicBezTo>
                  <a:cubicBezTo>
                    <a:pt x="19" y="7"/>
                    <a:pt x="21" y="5"/>
                    <a:pt x="20" y="3"/>
                  </a:cubicBezTo>
                  <a:cubicBezTo>
                    <a:pt x="20" y="1"/>
                    <a:pt x="17" y="0"/>
                    <a:pt x="15" y="0"/>
                  </a:cubicBezTo>
                  <a:cubicBezTo>
                    <a:pt x="4" y="3"/>
                    <a:pt x="4" y="3"/>
                    <a:pt x="4" y="3"/>
                  </a:cubicBezTo>
                  <a:cubicBezTo>
                    <a:pt x="2" y="4"/>
                    <a:pt x="0" y="6"/>
                    <a:pt x="1" y="8"/>
                  </a:cubicBezTo>
                  <a:cubicBezTo>
                    <a:pt x="1" y="10"/>
                    <a:pt x="3" y="11"/>
                    <a:pt x="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55"/>
            <p:cNvSpPr>
              <a:spLocks/>
            </p:cNvSpPr>
            <p:nvPr/>
          </p:nvSpPr>
          <p:spPr bwMode="auto">
            <a:xfrm>
              <a:off x="5795963" y="2817813"/>
              <a:ext cx="30162" cy="19050"/>
            </a:xfrm>
            <a:custGeom>
              <a:avLst/>
              <a:gdLst>
                <a:gd name="T0" fmla="*/ 4 w 20"/>
                <a:gd name="T1" fmla="*/ 12 h 12"/>
                <a:gd name="T2" fmla="*/ 5 w 20"/>
                <a:gd name="T3" fmla="*/ 11 h 12"/>
                <a:gd name="T4" fmla="*/ 17 w 20"/>
                <a:gd name="T5" fmla="*/ 9 h 12"/>
                <a:gd name="T6" fmla="*/ 20 w 20"/>
                <a:gd name="T7" fmla="*/ 4 h 12"/>
                <a:gd name="T8" fmla="*/ 15 w 20"/>
                <a:gd name="T9" fmla="*/ 1 h 12"/>
                <a:gd name="T10" fmla="*/ 3 w 20"/>
                <a:gd name="T11" fmla="*/ 4 h 12"/>
                <a:gd name="T12" fmla="*/ 0 w 20"/>
                <a:gd name="T13" fmla="*/ 9 h 12"/>
                <a:gd name="T14" fmla="*/ 4 w 20"/>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2">
                  <a:moveTo>
                    <a:pt x="4" y="12"/>
                  </a:moveTo>
                  <a:cubicBezTo>
                    <a:pt x="5" y="12"/>
                    <a:pt x="5" y="12"/>
                    <a:pt x="5" y="11"/>
                  </a:cubicBezTo>
                  <a:cubicBezTo>
                    <a:pt x="17" y="9"/>
                    <a:pt x="17" y="9"/>
                    <a:pt x="17" y="9"/>
                  </a:cubicBezTo>
                  <a:cubicBezTo>
                    <a:pt x="19" y="8"/>
                    <a:pt x="20" y="6"/>
                    <a:pt x="20" y="4"/>
                  </a:cubicBezTo>
                  <a:cubicBezTo>
                    <a:pt x="19" y="2"/>
                    <a:pt x="17" y="0"/>
                    <a:pt x="15" y="1"/>
                  </a:cubicBezTo>
                  <a:cubicBezTo>
                    <a:pt x="3" y="4"/>
                    <a:pt x="3" y="4"/>
                    <a:pt x="3" y="4"/>
                  </a:cubicBezTo>
                  <a:cubicBezTo>
                    <a:pt x="1" y="4"/>
                    <a:pt x="0" y="6"/>
                    <a:pt x="0" y="9"/>
                  </a:cubicBezTo>
                  <a:cubicBezTo>
                    <a:pt x="1" y="10"/>
                    <a:pt x="3" y="12"/>
                    <a:pt x="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56"/>
            <p:cNvSpPr>
              <a:spLocks/>
            </p:cNvSpPr>
            <p:nvPr/>
          </p:nvSpPr>
          <p:spPr bwMode="auto">
            <a:xfrm>
              <a:off x="5711825" y="2840038"/>
              <a:ext cx="30162" cy="17463"/>
            </a:xfrm>
            <a:custGeom>
              <a:avLst/>
              <a:gdLst>
                <a:gd name="T0" fmla="*/ 4 w 20"/>
                <a:gd name="T1" fmla="*/ 11 h 11"/>
                <a:gd name="T2" fmla="*/ 5 w 20"/>
                <a:gd name="T3" fmla="*/ 11 h 11"/>
                <a:gd name="T4" fmla="*/ 17 w 20"/>
                <a:gd name="T5" fmla="*/ 8 h 11"/>
                <a:gd name="T6" fmla="*/ 20 w 20"/>
                <a:gd name="T7" fmla="*/ 3 h 11"/>
                <a:gd name="T8" fmla="*/ 15 w 20"/>
                <a:gd name="T9" fmla="*/ 0 h 11"/>
                <a:gd name="T10" fmla="*/ 3 w 20"/>
                <a:gd name="T11" fmla="*/ 3 h 11"/>
                <a:gd name="T12" fmla="*/ 0 w 20"/>
                <a:gd name="T13" fmla="*/ 8 h 11"/>
                <a:gd name="T14" fmla="*/ 4 w 20"/>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1">
                  <a:moveTo>
                    <a:pt x="4" y="11"/>
                  </a:moveTo>
                  <a:cubicBezTo>
                    <a:pt x="4" y="11"/>
                    <a:pt x="5" y="11"/>
                    <a:pt x="5" y="11"/>
                  </a:cubicBezTo>
                  <a:cubicBezTo>
                    <a:pt x="17" y="8"/>
                    <a:pt x="17" y="8"/>
                    <a:pt x="17" y="8"/>
                  </a:cubicBezTo>
                  <a:cubicBezTo>
                    <a:pt x="19" y="8"/>
                    <a:pt x="20" y="5"/>
                    <a:pt x="20" y="3"/>
                  </a:cubicBezTo>
                  <a:cubicBezTo>
                    <a:pt x="19" y="1"/>
                    <a:pt x="17" y="0"/>
                    <a:pt x="15" y="0"/>
                  </a:cubicBezTo>
                  <a:cubicBezTo>
                    <a:pt x="3" y="3"/>
                    <a:pt x="3" y="3"/>
                    <a:pt x="3" y="3"/>
                  </a:cubicBezTo>
                  <a:cubicBezTo>
                    <a:pt x="1" y="4"/>
                    <a:pt x="0" y="6"/>
                    <a:pt x="0" y="8"/>
                  </a:cubicBezTo>
                  <a:cubicBezTo>
                    <a:pt x="1" y="10"/>
                    <a:pt x="2" y="11"/>
                    <a:pt x="4"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57"/>
            <p:cNvSpPr>
              <a:spLocks/>
            </p:cNvSpPr>
            <p:nvPr/>
          </p:nvSpPr>
          <p:spPr bwMode="auto">
            <a:xfrm>
              <a:off x="5626100" y="2860676"/>
              <a:ext cx="31750" cy="19050"/>
            </a:xfrm>
            <a:custGeom>
              <a:avLst/>
              <a:gdLst>
                <a:gd name="T0" fmla="*/ 5 w 21"/>
                <a:gd name="T1" fmla="*/ 12 h 12"/>
                <a:gd name="T2" fmla="*/ 6 w 21"/>
                <a:gd name="T3" fmla="*/ 12 h 12"/>
                <a:gd name="T4" fmla="*/ 17 w 21"/>
                <a:gd name="T5" fmla="*/ 9 h 12"/>
                <a:gd name="T6" fmla="*/ 20 w 21"/>
                <a:gd name="T7" fmla="*/ 4 h 12"/>
                <a:gd name="T8" fmla="*/ 15 w 21"/>
                <a:gd name="T9" fmla="*/ 1 h 12"/>
                <a:gd name="T10" fmla="*/ 4 w 21"/>
                <a:gd name="T11" fmla="*/ 4 h 12"/>
                <a:gd name="T12" fmla="*/ 1 w 21"/>
                <a:gd name="T13" fmla="*/ 9 h 12"/>
                <a:gd name="T14" fmla="*/ 5 w 21"/>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2">
                  <a:moveTo>
                    <a:pt x="5" y="12"/>
                  </a:moveTo>
                  <a:cubicBezTo>
                    <a:pt x="5" y="12"/>
                    <a:pt x="5" y="12"/>
                    <a:pt x="6" y="12"/>
                  </a:cubicBezTo>
                  <a:cubicBezTo>
                    <a:pt x="17" y="9"/>
                    <a:pt x="17" y="9"/>
                    <a:pt x="17" y="9"/>
                  </a:cubicBezTo>
                  <a:cubicBezTo>
                    <a:pt x="19" y="8"/>
                    <a:pt x="21" y="6"/>
                    <a:pt x="20" y="4"/>
                  </a:cubicBezTo>
                  <a:cubicBezTo>
                    <a:pt x="20" y="2"/>
                    <a:pt x="17" y="0"/>
                    <a:pt x="15" y="1"/>
                  </a:cubicBezTo>
                  <a:cubicBezTo>
                    <a:pt x="4" y="4"/>
                    <a:pt x="4" y="4"/>
                    <a:pt x="4" y="4"/>
                  </a:cubicBezTo>
                  <a:cubicBezTo>
                    <a:pt x="2" y="4"/>
                    <a:pt x="0" y="7"/>
                    <a:pt x="1" y="9"/>
                  </a:cubicBezTo>
                  <a:cubicBezTo>
                    <a:pt x="1" y="10"/>
                    <a:pt x="3" y="12"/>
                    <a:pt x="5"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58"/>
            <p:cNvSpPr>
              <a:spLocks/>
            </p:cNvSpPr>
            <p:nvPr/>
          </p:nvSpPr>
          <p:spPr bwMode="auto">
            <a:xfrm>
              <a:off x="5837238" y="2809876"/>
              <a:ext cx="33337" cy="15875"/>
            </a:xfrm>
            <a:custGeom>
              <a:avLst/>
              <a:gdLst>
                <a:gd name="T0" fmla="*/ 5 w 21"/>
                <a:gd name="T1" fmla="*/ 11 h 11"/>
                <a:gd name="T2" fmla="*/ 5 w 21"/>
                <a:gd name="T3" fmla="*/ 11 h 11"/>
                <a:gd name="T4" fmla="*/ 17 w 21"/>
                <a:gd name="T5" fmla="*/ 8 h 11"/>
                <a:gd name="T6" fmla="*/ 20 w 21"/>
                <a:gd name="T7" fmla="*/ 3 h 11"/>
                <a:gd name="T8" fmla="*/ 15 w 21"/>
                <a:gd name="T9" fmla="*/ 0 h 11"/>
                <a:gd name="T10" fmla="*/ 4 w 21"/>
                <a:gd name="T11" fmla="*/ 3 h 11"/>
                <a:gd name="T12" fmla="*/ 1 w 21"/>
                <a:gd name="T13" fmla="*/ 8 h 11"/>
                <a:gd name="T14" fmla="*/ 5 w 21"/>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1">
                  <a:moveTo>
                    <a:pt x="5" y="11"/>
                  </a:moveTo>
                  <a:cubicBezTo>
                    <a:pt x="5" y="11"/>
                    <a:pt x="5" y="11"/>
                    <a:pt x="5" y="11"/>
                  </a:cubicBezTo>
                  <a:cubicBezTo>
                    <a:pt x="17" y="8"/>
                    <a:pt x="17" y="8"/>
                    <a:pt x="17" y="8"/>
                  </a:cubicBezTo>
                  <a:cubicBezTo>
                    <a:pt x="19" y="7"/>
                    <a:pt x="21" y="5"/>
                    <a:pt x="20" y="3"/>
                  </a:cubicBezTo>
                  <a:cubicBezTo>
                    <a:pt x="20" y="1"/>
                    <a:pt x="17" y="0"/>
                    <a:pt x="15" y="0"/>
                  </a:cubicBezTo>
                  <a:cubicBezTo>
                    <a:pt x="4" y="3"/>
                    <a:pt x="4" y="3"/>
                    <a:pt x="4" y="3"/>
                  </a:cubicBezTo>
                  <a:cubicBezTo>
                    <a:pt x="1" y="3"/>
                    <a:pt x="0" y="6"/>
                    <a:pt x="1" y="8"/>
                  </a:cubicBezTo>
                  <a:cubicBezTo>
                    <a:pt x="1" y="10"/>
                    <a:pt x="3" y="11"/>
                    <a:pt x="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59"/>
            <p:cNvSpPr>
              <a:spLocks/>
            </p:cNvSpPr>
            <p:nvPr/>
          </p:nvSpPr>
          <p:spPr bwMode="auto">
            <a:xfrm>
              <a:off x="5921375" y="2787651"/>
              <a:ext cx="31750" cy="17463"/>
            </a:xfrm>
            <a:custGeom>
              <a:avLst/>
              <a:gdLst>
                <a:gd name="T0" fmla="*/ 5 w 20"/>
                <a:gd name="T1" fmla="*/ 11 h 11"/>
                <a:gd name="T2" fmla="*/ 6 w 20"/>
                <a:gd name="T3" fmla="*/ 11 h 11"/>
                <a:gd name="T4" fmla="*/ 16 w 20"/>
                <a:gd name="T5" fmla="*/ 9 h 11"/>
                <a:gd name="T6" fmla="*/ 19 w 20"/>
                <a:gd name="T7" fmla="*/ 4 h 11"/>
                <a:gd name="T8" fmla="*/ 14 w 20"/>
                <a:gd name="T9" fmla="*/ 1 h 11"/>
                <a:gd name="T10" fmla="*/ 4 w 20"/>
                <a:gd name="T11" fmla="*/ 3 h 11"/>
                <a:gd name="T12" fmla="*/ 1 w 20"/>
                <a:gd name="T13" fmla="*/ 8 h 11"/>
                <a:gd name="T14" fmla="*/ 5 w 20"/>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1">
                  <a:moveTo>
                    <a:pt x="5" y="11"/>
                  </a:moveTo>
                  <a:cubicBezTo>
                    <a:pt x="5" y="11"/>
                    <a:pt x="5" y="11"/>
                    <a:pt x="6" y="11"/>
                  </a:cubicBezTo>
                  <a:cubicBezTo>
                    <a:pt x="16" y="9"/>
                    <a:pt x="16" y="9"/>
                    <a:pt x="16" y="9"/>
                  </a:cubicBezTo>
                  <a:cubicBezTo>
                    <a:pt x="18" y="8"/>
                    <a:pt x="20" y="6"/>
                    <a:pt x="19" y="4"/>
                  </a:cubicBezTo>
                  <a:cubicBezTo>
                    <a:pt x="19" y="2"/>
                    <a:pt x="16" y="0"/>
                    <a:pt x="14" y="1"/>
                  </a:cubicBezTo>
                  <a:cubicBezTo>
                    <a:pt x="4" y="3"/>
                    <a:pt x="4" y="3"/>
                    <a:pt x="4" y="3"/>
                  </a:cubicBezTo>
                  <a:cubicBezTo>
                    <a:pt x="2" y="4"/>
                    <a:pt x="0" y="6"/>
                    <a:pt x="1" y="8"/>
                  </a:cubicBezTo>
                  <a:cubicBezTo>
                    <a:pt x="1" y="10"/>
                    <a:pt x="3" y="11"/>
                    <a:pt x="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60"/>
            <p:cNvSpPr>
              <a:spLocks/>
            </p:cNvSpPr>
            <p:nvPr/>
          </p:nvSpPr>
          <p:spPr bwMode="auto">
            <a:xfrm>
              <a:off x="5753100" y="2828926"/>
              <a:ext cx="31750" cy="17463"/>
            </a:xfrm>
            <a:custGeom>
              <a:avLst/>
              <a:gdLst>
                <a:gd name="T0" fmla="*/ 4 w 20"/>
                <a:gd name="T1" fmla="*/ 11 h 11"/>
                <a:gd name="T2" fmla="*/ 5 w 20"/>
                <a:gd name="T3" fmla="*/ 11 h 11"/>
                <a:gd name="T4" fmla="*/ 17 w 20"/>
                <a:gd name="T5" fmla="*/ 8 h 11"/>
                <a:gd name="T6" fmla="*/ 20 w 20"/>
                <a:gd name="T7" fmla="*/ 3 h 11"/>
                <a:gd name="T8" fmla="*/ 15 w 20"/>
                <a:gd name="T9" fmla="*/ 1 h 11"/>
                <a:gd name="T10" fmla="*/ 3 w 20"/>
                <a:gd name="T11" fmla="*/ 3 h 11"/>
                <a:gd name="T12" fmla="*/ 0 w 20"/>
                <a:gd name="T13" fmla="*/ 8 h 11"/>
                <a:gd name="T14" fmla="*/ 4 w 20"/>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1">
                  <a:moveTo>
                    <a:pt x="4" y="11"/>
                  </a:moveTo>
                  <a:cubicBezTo>
                    <a:pt x="4" y="11"/>
                    <a:pt x="5" y="11"/>
                    <a:pt x="5" y="11"/>
                  </a:cubicBezTo>
                  <a:cubicBezTo>
                    <a:pt x="17" y="8"/>
                    <a:pt x="17" y="8"/>
                    <a:pt x="17" y="8"/>
                  </a:cubicBezTo>
                  <a:cubicBezTo>
                    <a:pt x="19" y="8"/>
                    <a:pt x="20" y="6"/>
                    <a:pt x="20" y="3"/>
                  </a:cubicBezTo>
                  <a:cubicBezTo>
                    <a:pt x="19" y="1"/>
                    <a:pt x="17" y="0"/>
                    <a:pt x="15" y="1"/>
                  </a:cubicBezTo>
                  <a:cubicBezTo>
                    <a:pt x="3" y="3"/>
                    <a:pt x="3" y="3"/>
                    <a:pt x="3" y="3"/>
                  </a:cubicBezTo>
                  <a:cubicBezTo>
                    <a:pt x="1" y="4"/>
                    <a:pt x="0" y="6"/>
                    <a:pt x="0" y="8"/>
                  </a:cubicBezTo>
                  <a:cubicBezTo>
                    <a:pt x="1" y="10"/>
                    <a:pt x="2" y="11"/>
                    <a:pt x="4"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61"/>
            <p:cNvSpPr>
              <a:spLocks/>
            </p:cNvSpPr>
            <p:nvPr/>
          </p:nvSpPr>
          <p:spPr bwMode="auto">
            <a:xfrm>
              <a:off x="5919788" y="2984501"/>
              <a:ext cx="33337" cy="17463"/>
            </a:xfrm>
            <a:custGeom>
              <a:avLst/>
              <a:gdLst>
                <a:gd name="T0" fmla="*/ 1 w 21"/>
                <a:gd name="T1" fmla="*/ 3 h 11"/>
                <a:gd name="T2" fmla="*/ 4 w 21"/>
                <a:gd name="T3" fmla="*/ 8 h 11"/>
                <a:gd name="T4" fmla="*/ 15 w 21"/>
                <a:gd name="T5" fmla="*/ 11 h 11"/>
                <a:gd name="T6" fmla="*/ 16 w 21"/>
                <a:gd name="T7" fmla="*/ 11 h 11"/>
                <a:gd name="T8" fmla="*/ 20 w 21"/>
                <a:gd name="T9" fmla="*/ 8 h 11"/>
                <a:gd name="T10" fmla="*/ 17 w 21"/>
                <a:gd name="T11" fmla="*/ 3 h 11"/>
                <a:gd name="T12" fmla="*/ 6 w 21"/>
                <a:gd name="T13" fmla="*/ 0 h 11"/>
                <a:gd name="T14" fmla="*/ 1 w 21"/>
                <a:gd name="T15" fmla="*/ 3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1">
                  <a:moveTo>
                    <a:pt x="1" y="3"/>
                  </a:moveTo>
                  <a:cubicBezTo>
                    <a:pt x="0" y="5"/>
                    <a:pt x="1" y="7"/>
                    <a:pt x="4" y="8"/>
                  </a:cubicBezTo>
                  <a:cubicBezTo>
                    <a:pt x="15" y="11"/>
                    <a:pt x="15" y="11"/>
                    <a:pt x="15" y="11"/>
                  </a:cubicBezTo>
                  <a:cubicBezTo>
                    <a:pt x="16" y="11"/>
                    <a:pt x="16" y="11"/>
                    <a:pt x="16" y="11"/>
                  </a:cubicBezTo>
                  <a:cubicBezTo>
                    <a:pt x="18" y="11"/>
                    <a:pt x="20" y="10"/>
                    <a:pt x="20" y="8"/>
                  </a:cubicBezTo>
                  <a:cubicBezTo>
                    <a:pt x="21" y="6"/>
                    <a:pt x="19" y="4"/>
                    <a:pt x="17" y="3"/>
                  </a:cubicBezTo>
                  <a:cubicBezTo>
                    <a:pt x="6" y="0"/>
                    <a:pt x="6" y="0"/>
                    <a:pt x="6" y="0"/>
                  </a:cubicBezTo>
                  <a:cubicBezTo>
                    <a:pt x="3" y="0"/>
                    <a:pt x="1" y="1"/>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62"/>
            <p:cNvSpPr>
              <a:spLocks/>
            </p:cNvSpPr>
            <p:nvPr/>
          </p:nvSpPr>
          <p:spPr bwMode="auto">
            <a:xfrm>
              <a:off x="5626100" y="2911476"/>
              <a:ext cx="28575" cy="17463"/>
            </a:xfrm>
            <a:custGeom>
              <a:avLst/>
              <a:gdLst>
                <a:gd name="T0" fmla="*/ 4 w 19"/>
                <a:gd name="T1" fmla="*/ 8 h 11"/>
                <a:gd name="T2" fmla="*/ 14 w 19"/>
                <a:gd name="T3" fmla="*/ 10 h 11"/>
                <a:gd name="T4" fmla="*/ 15 w 19"/>
                <a:gd name="T5" fmla="*/ 11 h 11"/>
                <a:gd name="T6" fmla="*/ 19 w 19"/>
                <a:gd name="T7" fmla="*/ 8 h 11"/>
                <a:gd name="T8" fmla="*/ 16 w 19"/>
                <a:gd name="T9" fmla="*/ 3 h 11"/>
                <a:gd name="T10" fmla="*/ 6 w 19"/>
                <a:gd name="T11" fmla="*/ 0 h 11"/>
                <a:gd name="T12" fmla="*/ 1 w 19"/>
                <a:gd name="T13" fmla="*/ 3 h 11"/>
                <a:gd name="T14" fmla="*/ 4 w 19"/>
                <a:gd name="T15" fmla="*/ 8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11">
                  <a:moveTo>
                    <a:pt x="4" y="8"/>
                  </a:moveTo>
                  <a:cubicBezTo>
                    <a:pt x="14" y="10"/>
                    <a:pt x="14" y="10"/>
                    <a:pt x="14" y="10"/>
                  </a:cubicBezTo>
                  <a:cubicBezTo>
                    <a:pt x="14" y="11"/>
                    <a:pt x="15" y="11"/>
                    <a:pt x="15" y="11"/>
                  </a:cubicBezTo>
                  <a:cubicBezTo>
                    <a:pt x="17" y="11"/>
                    <a:pt x="18" y="9"/>
                    <a:pt x="19" y="8"/>
                  </a:cubicBezTo>
                  <a:cubicBezTo>
                    <a:pt x="19" y="5"/>
                    <a:pt x="18" y="3"/>
                    <a:pt x="16" y="3"/>
                  </a:cubicBezTo>
                  <a:cubicBezTo>
                    <a:pt x="6" y="0"/>
                    <a:pt x="6" y="0"/>
                    <a:pt x="6" y="0"/>
                  </a:cubicBezTo>
                  <a:cubicBezTo>
                    <a:pt x="3" y="0"/>
                    <a:pt x="1" y="1"/>
                    <a:pt x="1" y="3"/>
                  </a:cubicBezTo>
                  <a:cubicBezTo>
                    <a:pt x="0" y="5"/>
                    <a:pt x="2" y="7"/>
                    <a:pt x="4"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63"/>
            <p:cNvSpPr>
              <a:spLocks/>
            </p:cNvSpPr>
            <p:nvPr/>
          </p:nvSpPr>
          <p:spPr bwMode="auto">
            <a:xfrm>
              <a:off x="5665788" y="2921001"/>
              <a:ext cx="33337" cy="17463"/>
            </a:xfrm>
            <a:custGeom>
              <a:avLst/>
              <a:gdLst>
                <a:gd name="T0" fmla="*/ 1 w 21"/>
                <a:gd name="T1" fmla="*/ 4 h 11"/>
                <a:gd name="T2" fmla="*/ 4 w 21"/>
                <a:gd name="T3" fmla="*/ 8 h 11"/>
                <a:gd name="T4" fmla="*/ 15 w 21"/>
                <a:gd name="T5" fmla="*/ 11 h 11"/>
                <a:gd name="T6" fmla="*/ 16 w 21"/>
                <a:gd name="T7" fmla="*/ 11 h 11"/>
                <a:gd name="T8" fmla="*/ 20 w 21"/>
                <a:gd name="T9" fmla="*/ 8 h 11"/>
                <a:gd name="T10" fmla="*/ 17 w 21"/>
                <a:gd name="T11" fmla="*/ 3 h 11"/>
                <a:gd name="T12" fmla="*/ 6 w 21"/>
                <a:gd name="T13" fmla="*/ 1 h 11"/>
                <a:gd name="T14" fmla="*/ 1 w 21"/>
                <a:gd name="T15" fmla="*/ 4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1">
                  <a:moveTo>
                    <a:pt x="1" y="4"/>
                  </a:moveTo>
                  <a:cubicBezTo>
                    <a:pt x="0" y="6"/>
                    <a:pt x="1" y="8"/>
                    <a:pt x="4" y="8"/>
                  </a:cubicBezTo>
                  <a:cubicBezTo>
                    <a:pt x="15" y="11"/>
                    <a:pt x="15" y="11"/>
                    <a:pt x="15" y="11"/>
                  </a:cubicBezTo>
                  <a:cubicBezTo>
                    <a:pt x="16" y="11"/>
                    <a:pt x="16" y="11"/>
                    <a:pt x="16" y="11"/>
                  </a:cubicBezTo>
                  <a:cubicBezTo>
                    <a:pt x="18" y="11"/>
                    <a:pt x="20" y="10"/>
                    <a:pt x="20" y="8"/>
                  </a:cubicBezTo>
                  <a:cubicBezTo>
                    <a:pt x="21" y="6"/>
                    <a:pt x="19" y="4"/>
                    <a:pt x="17" y="3"/>
                  </a:cubicBezTo>
                  <a:cubicBezTo>
                    <a:pt x="6" y="1"/>
                    <a:pt x="6" y="1"/>
                    <a:pt x="6" y="1"/>
                  </a:cubicBezTo>
                  <a:cubicBezTo>
                    <a:pt x="3" y="0"/>
                    <a:pt x="1" y="1"/>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64"/>
            <p:cNvSpPr>
              <a:spLocks/>
            </p:cNvSpPr>
            <p:nvPr/>
          </p:nvSpPr>
          <p:spPr bwMode="auto">
            <a:xfrm>
              <a:off x="5708650" y="2932113"/>
              <a:ext cx="31750" cy="17463"/>
            </a:xfrm>
            <a:custGeom>
              <a:avLst/>
              <a:gdLst>
                <a:gd name="T0" fmla="*/ 1 w 21"/>
                <a:gd name="T1" fmla="*/ 3 h 11"/>
                <a:gd name="T2" fmla="*/ 4 w 21"/>
                <a:gd name="T3" fmla="*/ 8 h 11"/>
                <a:gd name="T4" fmla="*/ 15 w 21"/>
                <a:gd name="T5" fmla="*/ 11 h 11"/>
                <a:gd name="T6" fmla="*/ 16 w 21"/>
                <a:gd name="T7" fmla="*/ 11 h 11"/>
                <a:gd name="T8" fmla="*/ 20 w 21"/>
                <a:gd name="T9" fmla="*/ 8 h 11"/>
                <a:gd name="T10" fmla="*/ 17 w 21"/>
                <a:gd name="T11" fmla="*/ 3 h 11"/>
                <a:gd name="T12" fmla="*/ 6 w 21"/>
                <a:gd name="T13" fmla="*/ 0 h 11"/>
                <a:gd name="T14" fmla="*/ 1 w 21"/>
                <a:gd name="T15" fmla="*/ 3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1">
                  <a:moveTo>
                    <a:pt x="1" y="3"/>
                  </a:moveTo>
                  <a:cubicBezTo>
                    <a:pt x="0" y="5"/>
                    <a:pt x="2" y="8"/>
                    <a:pt x="4" y="8"/>
                  </a:cubicBezTo>
                  <a:cubicBezTo>
                    <a:pt x="15" y="11"/>
                    <a:pt x="15" y="11"/>
                    <a:pt x="15" y="11"/>
                  </a:cubicBezTo>
                  <a:cubicBezTo>
                    <a:pt x="16" y="11"/>
                    <a:pt x="16" y="11"/>
                    <a:pt x="16" y="11"/>
                  </a:cubicBezTo>
                  <a:cubicBezTo>
                    <a:pt x="18" y="11"/>
                    <a:pt x="20" y="10"/>
                    <a:pt x="20" y="8"/>
                  </a:cubicBezTo>
                  <a:cubicBezTo>
                    <a:pt x="21" y="6"/>
                    <a:pt x="20" y="4"/>
                    <a:pt x="17" y="3"/>
                  </a:cubicBezTo>
                  <a:cubicBezTo>
                    <a:pt x="6" y="0"/>
                    <a:pt x="6" y="0"/>
                    <a:pt x="6" y="0"/>
                  </a:cubicBezTo>
                  <a:cubicBezTo>
                    <a:pt x="4" y="0"/>
                    <a:pt x="1" y="1"/>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65"/>
            <p:cNvSpPr>
              <a:spLocks/>
            </p:cNvSpPr>
            <p:nvPr/>
          </p:nvSpPr>
          <p:spPr bwMode="auto">
            <a:xfrm>
              <a:off x="5835650" y="2963863"/>
              <a:ext cx="31750" cy="15875"/>
            </a:xfrm>
            <a:custGeom>
              <a:avLst/>
              <a:gdLst>
                <a:gd name="T0" fmla="*/ 0 w 20"/>
                <a:gd name="T1" fmla="*/ 4 h 11"/>
                <a:gd name="T2" fmla="*/ 3 w 20"/>
                <a:gd name="T3" fmla="*/ 8 h 11"/>
                <a:gd name="T4" fmla="*/ 15 w 20"/>
                <a:gd name="T5" fmla="*/ 11 h 11"/>
                <a:gd name="T6" fmla="*/ 16 w 20"/>
                <a:gd name="T7" fmla="*/ 11 h 11"/>
                <a:gd name="T8" fmla="*/ 20 w 20"/>
                <a:gd name="T9" fmla="*/ 8 h 11"/>
                <a:gd name="T10" fmla="*/ 17 w 20"/>
                <a:gd name="T11" fmla="*/ 4 h 11"/>
                <a:gd name="T12" fmla="*/ 5 w 20"/>
                <a:gd name="T13" fmla="*/ 1 h 11"/>
                <a:gd name="T14" fmla="*/ 0 w 20"/>
                <a:gd name="T15" fmla="*/ 4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1">
                  <a:moveTo>
                    <a:pt x="0" y="4"/>
                  </a:moveTo>
                  <a:cubicBezTo>
                    <a:pt x="0" y="6"/>
                    <a:pt x="1" y="8"/>
                    <a:pt x="3" y="8"/>
                  </a:cubicBezTo>
                  <a:cubicBezTo>
                    <a:pt x="15" y="11"/>
                    <a:pt x="15" y="11"/>
                    <a:pt x="15" y="11"/>
                  </a:cubicBezTo>
                  <a:cubicBezTo>
                    <a:pt x="15" y="11"/>
                    <a:pt x="16" y="11"/>
                    <a:pt x="16" y="11"/>
                  </a:cubicBezTo>
                  <a:cubicBezTo>
                    <a:pt x="18" y="11"/>
                    <a:pt x="19" y="10"/>
                    <a:pt x="20" y="8"/>
                  </a:cubicBezTo>
                  <a:cubicBezTo>
                    <a:pt x="20" y="6"/>
                    <a:pt x="19" y="4"/>
                    <a:pt x="17" y="4"/>
                  </a:cubicBezTo>
                  <a:cubicBezTo>
                    <a:pt x="5" y="1"/>
                    <a:pt x="5" y="1"/>
                    <a:pt x="5" y="1"/>
                  </a:cubicBezTo>
                  <a:cubicBezTo>
                    <a:pt x="3" y="0"/>
                    <a:pt x="1" y="1"/>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66"/>
            <p:cNvSpPr>
              <a:spLocks/>
            </p:cNvSpPr>
            <p:nvPr/>
          </p:nvSpPr>
          <p:spPr bwMode="auto">
            <a:xfrm>
              <a:off x="5794375" y="2952751"/>
              <a:ext cx="30162" cy="17463"/>
            </a:xfrm>
            <a:custGeom>
              <a:avLst/>
              <a:gdLst>
                <a:gd name="T0" fmla="*/ 0 w 20"/>
                <a:gd name="T1" fmla="*/ 4 h 12"/>
                <a:gd name="T2" fmla="*/ 3 w 20"/>
                <a:gd name="T3" fmla="*/ 9 h 12"/>
                <a:gd name="T4" fmla="*/ 15 w 20"/>
                <a:gd name="T5" fmla="*/ 12 h 12"/>
                <a:gd name="T6" fmla="*/ 16 w 20"/>
                <a:gd name="T7" fmla="*/ 12 h 12"/>
                <a:gd name="T8" fmla="*/ 20 w 20"/>
                <a:gd name="T9" fmla="*/ 9 h 12"/>
                <a:gd name="T10" fmla="*/ 17 w 20"/>
                <a:gd name="T11" fmla="*/ 4 h 12"/>
                <a:gd name="T12" fmla="*/ 5 w 20"/>
                <a:gd name="T13" fmla="*/ 1 h 12"/>
                <a:gd name="T14" fmla="*/ 0 w 20"/>
                <a:gd name="T15" fmla="*/ 4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2">
                  <a:moveTo>
                    <a:pt x="0" y="4"/>
                  </a:moveTo>
                  <a:cubicBezTo>
                    <a:pt x="0" y="6"/>
                    <a:pt x="1" y="8"/>
                    <a:pt x="3" y="9"/>
                  </a:cubicBezTo>
                  <a:cubicBezTo>
                    <a:pt x="15" y="12"/>
                    <a:pt x="15" y="12"/>
                    <a:pt x="15" y="12"/>
                  </a:cubicBezTo>
                  <a:cubicBezTo>
                    <a:pt x="15" y="12"/>
                    <a:pt x="15" y="12"/>
                    <a:pt x="16" y="12"/>
                  </a:cubicBezTo>
                  <a:cubicBezTo>
                    <a:pt x="18" y="12"/>
                    <a:pt x="19" y="10"/>
                    <a:pt x="20" y="9"/>
                  </a:cubicBezTo>
                  <a:cubicBezTo>
                    <a:pt x="20" y="7"/>
                    <a:pt x="19" y="4"/>
                    <a:pt x="17" y="4"/>
                  </a:cubicBezTo>
                  <a:cubicBezTo>
                    <a:pt x="5" y="1"/>
                    <a:pt x="5" y="1"/>
                    <a:pt x="5" y="1"/>
                  </a:cubicBezTo>
                  <a:cubicBezTo>
                    <a:pt x="3" y="0"/>
                    <a:pt x="1" y="2"/>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67"/>
            <p:cNvSpPr>
              <a:spLocks/>
            </p:cNvSpPr>
            <p:nvPr/>
          </p:nvSpPr>
          <p:spPr bwMode="auto">
            <a:xfrm>
              <a:off x="5751513" y="2943226"/>
              <a:ext cx="31750" cy="17463"/>
            </a:xfrm>
            <a:custGeom>
              <a:avLst/>
              <a:gdLst>
                <a:gd name="T0" fmla="*/ 0 w 20"/>
                <a:gd name="T1" fmla="*/ 3 h 11"/>
                <a:gd name="T2" fmla="*/ 3 w 20"/>
                <a:gd name="T3" fmla="*/ 8 h 11"/>
                <a:gd name="T4" fmla="*/ 15 w 20"/>
                <a:gd name="T5" fmla="*/ 11 h 11"/>
                <a:gd name="T6" fmla="*/ 16 w 20"/>
                <a:gd name="T7" fmla="*/ 11 h 11"/>
                <a:gd name="T8" fmla="*/ 19 w 20"/>
                <a:gd name="T9" fmla="*/ 8 h 11"/>
                <a:gd name="T10" fmla="*/ 17 w 20"/>
                <a:gd name="T11" fmla="*/ 3 h 11"/>
                <a:gd name="T12" fmla="*/ 5 w 20"/>
                <a:gd name="T13" fmla="*/ 0 h 11"/>
                <a:gd name="T14" fmla="*/ 0 w 20"/>
                <a:gd name="T15" fmla="*/ 3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1">
                  <a:moveTo>
                    <a:pt x="0" y="3"/>
                  </a:moveTo>
                  <a:cubicBezTo>
                    <a:pt x="0" y="5"/>
                    <a:pt x="1" y="7"/>
                    <a:pt x="3" y="8"/>
                  </a:cubicBezTo>
                  <a:cubicBezTo>
                    <a:pt x="15" y="11"/>
                    <a:pt x="15" y="11"/>
                    <a:pt x="15" y="11"/>
                  </a:cubicBezTo>
                  <a:cubicBezTo>
                    <a:pt x="15" y="11"/>
                    <a:pt x="15" y="11"/>
                    <a:pt x="16" y="11"/>
                  </a:cubicBezTo>
                  <a:cubicBezTo>
                    <a:pt x="17" y="11"/>
                    <a:pt x="19" y="10"/>
                    <a:pt x="19" y="8"/>
                  </a:cubicBezTo>
                  <a:cubicBezTo>
                    <a:pt x="20" y="6"/>
                    <a:pt x="19" y="4"/>
                    <a:pt x="17" y="3"/>
                  </a:cubicBezTo>
                  <a:cubicBezTo>
                    <a:pt x="5" y="0"/>
                    <a:pt x="5" y="0"/>
                    <a:pt x="5" y="0"/>
                  </a:cubicBezTo>
                  <a:cubicBezTo>
                    <a:pt x="3" y="0"/>
                    <a:pt x="1" y="1"/>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68"/>
            <p:cNvSpPr>
              <a:spLocks/>
            </p:cNvSpPr>
            <p:nvPr/>
          </p:nvSpPr>
          <p:spPr bwMode="auto">
            <a:xfrm>
              <a:off x="5878513" y="2973388"/>
              <a:ext cx="30162" cy="17463"/>
            </a:xfrm>
            <a:custGeom>
              <a:avLst/>
              <a:gdLst>
                <a:gd name="T0" fmla="*/ 1 w 20"/>
                <a:gd name="T1" fmla="*/ 3 h 11"/>
                <a:gd name="T2" fmla="*/ 3 w 20"/>
                <a:gd name="T3" fmla="*/ 8 h 11"/>
                <a:gd name="T4" fmla="*/ 15 w 20"/>
                <a:gd name="T5" fmla="*/ 11 h 11"/>
                <a:gd name="T6" fmla="*/ 16 w 20"/>
                <a:gd name="T7" fmla="*/ 11 h 11"/>
                <a:gd name="T8" fmla="*/ 20 w 20"/>
                <a:gd name="T9" fmla="*/ 8 h 11"/>
                <a:gd name="T10" fmla="*/ 17 w 20"/>
                <a:gd name="T11" fmla="*/ 3 h 11"/>
                <a:gd name="T12" fmla="*/ 5 w 20"/>
                <a:gd name="T13" fmla="*/ 0 h 11"/>
                <a:gd name="T14" fmla="*/ 1 w 20"/>
                <a:gd name="T15" fmla="*/ 3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1">
                  <a:moveTo>
                    <a:pt x="1" y="3"/>
                  </a:moveTo>
                  <a:cubicBezTo>
                    <a:pt x="0" y="6"/>
                    <a:pt x="1" y="8"/>
                    <a:pt x="3" y="8"/>
                  </a:cubicBezTo>
                  <a:cubicBezTo>
                    <a:pt x="15" y="11"/>
                    <a:pt x="15" y="11"/>
                    <a:pt x="15" y="11"/>
                  </a:cubicBezTo>
                  <a:cubicBezTo>
                    <a:pt x="15" y="11"/>
                    <a:pt x="16" y="11"/>
                    <a:pt x="16" y="11"/>
                  </a:cubicBezTo>
                  <a:cubicBezTo>
                    <a:pt x="18" y="11"/>
                    <a:pt x="19" y="10"/>
                    <a:pt x="20" y="8"/>
                  </a:cubicBezTo>
                  <a:cubicBezTo>
                    <a:pt x="20" y="6"/>
                    <a:pt x="19" y="4"/>
                    <a:pt x="17" y="3"/>
                  </a:cubicBezTo>
                  <a:cubicBezTo>
                    <a:pt x="5" y="0"/>
                    <a:pt x="5" y="0"/>
                    <a:pt x="5" y="0"/>
                  </a:cubicBezTo>
                  <a:cubicBezTo>
                    <a:pt x="3" y="0"/>
                    <a:pt x="1" y="1"/>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69"/>
            <p:cNvSpPr>
              <a:spLocks/>
            </p:cNvSpPr>
            <p:nvPr/>
          </p:nvSpPr>
          <p:spPr bwMode="auto">
            <a:xfrm>
              <a:off x="5100638" y="2781301"/>
              <a:ext cx="307975" cy="307975"/>
            </a:xfrm>
            <a:custGeom>
              <a:avLst/>
              <a:gdLst>
                <a:gd name="T0" fmla="*/ 11 w 198"/>
                <a:gd name="T1" fmla="*/ 79 h 198"/>
                <a:gd name="T2" fmla="*/ 79 w 198"/>
                <a:gd name="T3" fmla="*/ 187 h 198"/>
                <a:gd name="T4" fmla="*/ 187 w 198"/>
                <a:gd name="T5" fmla="*/ 120 h 198"/>
                <a:gd name="T6" fmla="*/ 119 w 198"/>
                <a:gd name="T7" fmla="*/ 12 h 198"/>
                <a:gd name="T8" fmla="*/ 11 w 198"/>
                <a:gd name="T9" fmla="*/ 79 h 198"/>
              </a:gdLst>
              <a:ahLst/>
              <a:cxnLst>
                <a:cxn ang="0">
                  <a:pos x="T0" y="T1"/>
                </a:cxn>
                <a:cxn ang="0">
                  <a:pos x="T2" y="T3"/>
                </a:cxn>
                <a:cxn ang="0">
                  <a:pos x="T4" y="T5"/>
                </a:cxn>
                <a:cxn ang="0">
                  <a:pos x="T6" y="T7"/>
                </a:cxn>
                <a:cxn ang="0">
                  <a:pos x="T8" y="T9"/>
                </a:cxn>
              </a:cxnLst>
              <a:rect l="0" t="0" r="r" b="b"/>
              <a:pathLst>
                <a:path w="198" h="198">
                  <a:moveTo>
                    <a:pt x="11" y="79"/>
                  </a:moveTo>
                  <a:cubicBezTo>
                    <a:pt x="0" y="127"/>
                    <a:pt x="30" y="176"/>
                    <a:pt x="79" y="187"/>
                  </a:cubicBezTo>
                  <a:cubicBezTo>
                    <a:pt x="127" y="198"/>
                    <a:pt x="175" y="168"/>
                    <a:pt x="187" y="120"/>
                  </a:cubicBezTo>
                  <a:cubicBezTo>
                    <a:pt x="198" y="71"/>
                    <a:pt x="168" y="23"/>
                    <a:pt x="119" y="12"/>
                  </a:cubicBezTo>
                  <a:cubicBezTo>
                    <a:pt x="71" y="0"/>
                    <a:pt x="23" y="31"/>
                    <a:pt x="11"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70"/>
            <p:cNvSpPr>
              <a:spLocks/>
            </p:cNvSpPr>
            <p:nvPr/>
          </p:nvSpPr>
          <p:spPr bwMode="auto">
            <a:xfrm>
              <a:off x="4941888" y="3092451"/>
              <a:ext cx="550862" cy="792163"/>
            </a:xfrm>
            <a:custGeom>
              <a:avLst/>
              <a:gdLst>
                <a:gd name="T0" fmla="*/ 106 w 354"/>
                <a:gd name="T1" fmla="*/ 113 h 510"/>
                <a:gd name="T2" fmla="*/ 81 w 354"/>
                <a:gd name="T3" fmla="*/ 62 h 510"/>
                <a:gd name="T4" fmla="*/ 119 w 354"/>
                <a:gd name="T5" fmla="*/ 35 h 510"/>
                <a:gd name="T6" fmla="*/ 131 w 354"/>
                <a:gd name="T7" fmla="*/ 37 h 510"/>
                <a:gd name="T8" fmla="*/ 131 w 354"/>
                <a:gd name="T9" fmla="*/ 37 h 510"/>
                <a:gd name="T10" fmla="*/ 133 w 354"/>
                <a:gd name="T11" fmla="*/ 37 h 510"/>
                <a:gd name="T12" fmla="*/ 144 w 354"/>
                <a:gd name="T13" fmla="*/ 39 h 510"/>
                <a:gd name="T14" fmla="*/ 172 w 354"/>
                <a:gd name="T15" fmla="*/ 43 h 510"/>
                <a:gd name="T16" fmla="*/ 137 w 354"/>
                <a:gd name="T17" fmla="*/ 8 h 510"/>
                <a:gd name="T18" fmla="*/ 33 w 354"/>
                <a:gd name="T19" fmla="*/ 77 h 510"/>
                <a:gd name="T20" fmla="*/ 10 w 354"/>
                <a:gd name="T21" fmla="*/ 299 h 510"/>
                <a:gd name="T22" fmla="*/ 99 w 354"/>
                <a:gd name="T23" fmla="*/ 369 h 510"/>
                <a:gd name="T24" fmla="*/ 111 w 354"/>
                <a:gd name="T25" fmla="*/ 370 h 510"/>
                <a:gd name="T26" fmla="*/ 153 w 354"/>
                <a:gd name="T27" fmla="*/ 366 h 510"/>
                <a:gd name="T28" fmla="*/ 89 w 354"/>
                <a:gd name="T29" fmla="*/ 423 h 510"/>
                <a:gd name="T30" fmla="*/ 85 w 354"/>
                <a:gd name="T31" fmla="*/ 493 h 510"/>
                <a:gd name="T32" fmla="*/ 122 w 354"/>
                <a:gd name="T33" fmla="*/ 510 h 510"/>
                <a:gd name="T34" fmla="*/ 155 w 354"/>
                <a:gd name="T35" fmla="*/ 497 h 510"/>
                <a:gd name="T36" fmla="*/ 333 w 354"/>
                <a:gd name="T37" fmla="*/ 339 h 510"/>
                <a:gd name="T38" fmla="*/ 346 w 354"/>
                <a:gd name="T39" fmla="*/ 282 h 510"/>
                <a:gd name="T40" fmla="*/ 295 w 354"/>
                <a:gd name="T41" fmla="*/ 252 h 510"/>
                <a:gd name="T42" fmla="*/ 151 w 354"/>
                <a:gd name="T43" fmla="*/ 266 h 510"/>
                <a:gd name="T44" fmla="*/ 171 w 354"/>
                <a:gd name="T45" fmla="*/ 123 h 510"/>
                <a:gd name="T46" fmla="*/ 106 w 354"/>
                <a:gd name="T47" fmla="*/ 113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54" h="510">
                  <a:moveTo>
                    <a:pt x="106" y="113"/>
                  </a:moveTo>
                  <a:cubicBezTo>
                    <a:pt x="85" y="106"/>
                    <a:pt x="74" y="83"/>
                    <a:pt x="81" y="62"/>
                  </a:cubicBezTo>
                  <a:cubicBezTo>
                    <a:pt x="86" y="46"/>
                    <a:pt x="101" y="35"/>
                    <a:pt x="119" y="35"/>
                  </a:cubicBezTo>
                  <a:cubicBezTo>
                    <a:pt x="123" y="35"/>
                    <a:pt x="127" y="35"/>
                    <a:pt x="131" y="37"/>
                  </a:cubicBezTo>
                  <a:cubicBezTo>
                    <a:pt x="131" y="37"/>
                    <a:pt x="131" y="37"/>
                    <a:pt x="131" y="37"/>
                  </a:cubicBezTo>
                  <a:cubicBezTo>
                    <a:pt x="132" y="37"/>
                    <a:pt x="133" y="37"/>
                    <a:pt x="133" y="37"/>
                  </a:cubicBezTo>
                  <a:cubicBezTo>
                    <a:pt x="135" y="38"/>
                    <a:pt x="139" y="39"/>
                    <a:pt x="144" y="39"/>
                  </a:cubicBezTo>
                  <a:cubicBezTo>
                    <a:pt x="150" y="41"/>
                    <a:pt x="160" y="42"/>
                    <a:pt x="172" y="43"/>
                  </a:cubicBezTo>
                  <a:cubicBezTo>
                    <a:pt x="166" y="26"/>
                    <a:pt x="153" y="12"/>
                    <a:pt x="137" y="8"/>
                  </a:cubicBezTo>
                  <a:cubicBezTo>
                    <a:pt x="103" y="0"/>
                    <a:pt x="53" y="18"/>
                    <a:pt x="33" y="77"/>
                  </a:cubicBezTo>
                  <a:cubicBezTo>
                    <a:pt x="6" y="157"/>
                    <a:pt x="0" y="210"/>
                    <a:pt x="10" y="299"/>
                  </a:cubicBezTo>
                  <a:cubicBezTo>
                    <a:pt x="22" y="360"/>
                    <a:pt x="63" y="369"/>
                    <a:pt x="99" y="369"/>
                  </a:cubicBezTo>
                  <a:cubicBezTo>
                    <a:pt x="103" y="370"/>
                    <a:pt x="107" y="370"/>
                    <a:pt x="111" y="370"/>
                  </a:cubicBezTo>
                  <a:cubicBezTo>
                    <a:pt x="153" y="366"/>
                    <a:pt x="153" y="366"/>
                    <a:pt x="153" y="366"/>
                  </a:cubicBezTo>
                  <a:cubicBezTo>
                    <a:pt x="89" y="423"/>
                    <a:pt x="89" y="423"/>
                    <a:pt x="89" y="423"/>
                  </a:cubicBezTo>
                  <a:cubicBezTo>
                    <a:pt x="68" y="441"/>
                    <a:pt x="66" y="473"/>
                    <a:pt x="85" y="493"/>
                  </a:cubicBezTo>
                  <a:cubicBezTo>
                    <a:pt x="95" y="504"/>
                    <a:pt x="108" y="510"/>
                    <a:pt x="122" y="510"/>
                  </a:cubicBezTo>
                  <a:cubicBezTo>
                    <a:pt x="134" y="510"/>
                    <a:pt x="146" y="506"/>
                    <a:pt x="155" y="497"/>
                  </a:cubicBezTo>
                  <a:cubicBezTo>
                    <a:pt x="333" y="339"/>
                    <a:pt x="333" y="339"/>
                    <a:pt x="333" y="339"/>
                  </a:cubicBezTo>
                  <a:cubicBezTo>
                    <a:pt x="349" y="325"/>
                    <a:pt x="354" y="302"/>
                    <a:pt x="346" y="282"/>
                  </a:cubicBezTo>
                  <a:cubicBezTo>
                    <a:pt x="337" y="262"/>
                    <a:pt x="317" y="250"/>
                    <a:pt x="295" y="252"/>
                  </a:cubicBezTo>
                  <a:cubicBezTo>
                    <a:pt x="151" y="266"/>
                    <a:pt x="151" y="266"/>
                    <a:pt x="151" y="266"/>
                  </a:cubicBezTo>
                  <a:cubicBezTo>
                    <a:pt x="152" y="216"/>
                    <a:pt x="162" y="165"/>
                    <a:pt x="171" y="123"/>
                  </a:cubicBezTo>
                  <a:cubicBezTo>
                    <a:pt x="137" y="122"/>
                    <a:pt x="113" y="115"/>
                    <a:pt x="106" y="1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71"/>
            <p:cNvSpPr>
              <a:spLocks/>
            </p:cNvSpPr>
            <p:nvPr/>
          </p:nvSpPr>
          <p:spPr bwMode="auto">
            <a:xfrm>
              <a:off x="5070475" y="2971801"/>
              <a:ext cx="514350" cy="298450"/>
            </a:xfrm>
            <a:custGeom>
              <a:avLst/>
              <a:gdLst>
                <a:gd name="T0" fmla="*/ 322 w 331"/>
                <a:gd name="T1" fmla="*/ 52 h 192"/>
                <a:gd name="T2" fmla="*/ 310 w 331"/>
                <a:gd name="T3" fmla="*/ 9 h 192"/>
                <a:gd name="T4" fmla="*/ 266 w 331"/>
                <a:gd name="T5" fmla="*/ 22 h 192"/>
                <a:gd name="T6" fmla="*/ 182 w 331"/>
                <a:gd name="T7" fmla="*/ 109 h 192"/>
                <a:gd name="T8" fmla="*/ 98 w 331"/>
                <a:gd name="T9" fmla="*/ 128 h 192"/>
                <a:gd name="T10" fmla="*/ 59 w 331"/>
                <a:gd name="T11" fmla="*/ 124 h 192"/>
                <a:gd name="T12" fmla="*/ 48 w 331"/>
                <a:gd name="T13" fmla="*/ 122 h 192"/>
                <a:gd name="T14" fmla="*/ 46 w 331"/>
                <a:gd name="T15" fmla="*/ 121 h 192"/>
                <a:gd name="T16" fmla="*/ 45 w 331"/>
                <a:gd name="T17" fmla="*/ 121 h 192"/>
                <a:gd name="T18" fmla="*/ 45 w 331"/>
                <a:gd name="T19" fmla="*/ 121 h 192"/>
                <a:gd name="T20" fmla="*/ 5 w 331"/>
                <a:gd name="T21" fmla="*/ 142 h 192"/>
                <a:gd name="T22" fmla="*/ 26 w 331"/>
                <a:gd name="T23" fmla="*/ 182 h 192"/>
                <a:gd name="T24" fmla="*/ 26 w 331"/>
                <a:gd name="T25" fmla="*/ 182 h 192"/>
                <a:gd name="T26" fmla="*/ 98 w 331"/>
                <a:gd name="T27" fmla="*/ 192 h 192"/>
                <a:gd name="T28" fmla="*/ 211 w 331"/>
                <a:gd name="T29" fmla="*/ 166 h 192"/>
                <a:gd name="T30" fmla="*/ 322 w 331"/>
                <a:gd name="T31" fmla="*/ 5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31" h="192">
                  <a:moveTo>
                    <a:pt x="322" y="52"/>
                  </a:moveTo>
                  <a:cubicBezTo>
                    <a:pt x="331" y="37"/>
                    <a:pt x="325" y="17"/>
                    <a:pt x="310" y="9"/>
                  </a:cubicBezTo>
                  <a:cubicBezTo>
                    <a:pt x="294" y="0"/>
                    <a:pt x="275" y="6"/>
                    <a:pt x="266" y="22"/>
                  </a:cubicBezTo>
                  <a:cubicBezTo>
                    <a:pt x="241" y="68"/>
                    <a:pt x="211" y="93"/>
                    <a:pt x="182" y="109"/>
                  </a:cubicBezTo>
                  <a:cubicBezTo>
                    <a:pt x="153" y="124"/>
                    <a:pt x="123" y="128"/>
                    <a:pt x="98" y="128"/>
                  </a:cubicBezTo>
                  <a:cubicBezTo>
                    <a:pt x="82" y="128"/>
                    <a:pt x="68" y="126"/>
                    <a:pt x="59" y="124"/>
                  </a:cubicBezTo>
                  <a:cubicBezTo>
                    <a:pt x="54" y="123"/>
                    <a:pt x="51" y="123"/>
                    <a:pt x="48" y="122"/>
                  </a:cubicBezTo>
                  <a:cubicBezTo>
                    <a:pt x="47" y="122"/>
                    <a:pt x="46" y="121"/>
                    <a:pt x="46" y="121"/>
                  </a:cubicBezTo>
                  <a:cubicBezTo>
                    <a:pt x="46" y="121"/>
                    <a:pt x="46" y="121"/>
                    <a:pt x="45" y="121"/>
                  </a:cubicBezTo>
                  <a:cubicBezTo>
                    <a:pt x="45" y="121"/>
                    <a:pt x="45" y="121"/>
                    <a:pt x="45" y="121"/>
                  </a:cubicBezTo>
                  <a:cubicBezTo>
                    <a:pt x="29" y="116"/>
                    <a:pt x="11" y="125"/>
                    <a:pt x="5" y="142"/>
                  </a:cubicBezTo>
                  <a:cubicBezTo>
                    <a:pt x="0" y="158"/>
                    <a:pt x="9" y="176"/>
                    <a:pt x="26" y="182"/>
                  </a:cubicBezTo>
                  <a:cubicBezTo>
                    <a:pt x="26" y="182"/>
                    <a:pt x="26" y="182"/>
                    <a:pt x="26" y="182"/>
                  </a:cubicBezTo>
                  <a:cubicBezTo>
                    <a:pt x="28" y="183"/>
                    <a:pt x="56" y="192"/>
                    <a:pt x="98" y="192"/>
                  </a:cubicBezTo>
                  <a:cubicBezTo>
                    <a:pt x="130" y="192"/>
                    <a:pt x="170" y="186"/>
                    <a:pt x="211" y="166"/>
                  </a:cubicBezTo>
                  <a:cubicBezTo>
                    <a:pt x="252" y="145"/>
                    <a:pt x="292" y="109"/>
                    <a:pt x="322"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72"/>
            <p:cNvSpPr>
              <a:spLocks/>
            </p:cNvSpPr>
            <p:nvPr/>
          </p:nvSpPr>
          <p:spPr bwMode="auto">
            <a:xfrm>
              <a:off x="5670550" y="2889251"/>
              <a:ext cx="31750" cy="11113"/>
            </a:xfrm>
            <a:custGeom>
              <a:avLst/>
              <a:gdLst>
                <a:gd name="T0" fmla="*/ 20 w 20"/>
                <a:gd name="T1" fmla="*/ 4 h 8"/>
                <a:gd name="T2" fmla="*/ 16 w 20"/>
                <a:gd name="T3" fmla="*/ 0 h 8"/>
                <a:gd name="T4" fmla="*/ 4 w 20"/>
                <a:gd name="T5" fmla="*/ 0 h 8"/>
                <a:gd name="T6" fmla="*/ 0 w 20"/>
                <a:gd name="T7" fmla="*/ 4 h 8"/>
                <a:gd name="T8" fmla="*/ 4 w 20"/>
                <a:gd name="T9" fmla="*/ 8 h 8"/>
                <a:gd name="T10" fmla="*/ 16 w 20"/>
                <a:gd name="T11" fmla="*/ 8 h 8"/>
                <a:gd name="T12" fmla="*/ 20 w 20"/>
                <a:gd name="T13" fmla="*/ 4 h 8"/>
              </a:gdLst>
              <a:ahLst/>
              <a:cxnLst>
                <a:cxn ang="0">
                  <a:pos x="T0" y="T1"/>
                </a:cxn>
                <a:cxn ang="0">
                  <a:pos x="T2" y="T3"/>
                </a:cxn>
                <a:cxn ang="0">
                  <a:pos x="T4" y="T5"/>
                </a:cxn>
                <a:cxn ang="0">
                  <a:pos x="T6" y="T7"/>
                </a:cxn>
                <a:cxn ang="0">
                  <a:pos x="T8" y="T9"/>
                </a:cxn>
                <a:cxn ang="0">
                  <a:pos x="T10" y="T11"/>
                </a:cxn>
                <a:cxn ang="0">
                  <a:pos x="T12" y="T13"/>
                </a:cxn>
              </a:cxnLst>
              <a:rect l="0" t="0" r="r" b="b"/>
              <a:pathLst>
                <a:path w="20" h="8">
                  <a:moveTo>
                    <a:pt x="20" y="4"/>
                  </a:moveTo>
                  <a:cubicBezTo>
                    <a:pt x="20" y="2"/>
                    <a:pt x="18" y="0"/>
                    <a:pt x="16" y="0"/>
                  </a:cubicBezTo>
                  <a:cubicBezTo>
                    <a:pt x="4" y="0"/>
                    <a:pt x="4" y="0"/>
                    <a:pt x="4" y="0"/>
                  </a:cubicBezTo>
                  <a:cubicBezTo>
                    <a:pt x="2" y="0"/>
                    <a:pt x="0" y="2"/>
                    <a:pt x="0" y="4"/>
                  </a:cubicBezTo>
                  <a:cubicBezTo>
                    <a:pt x="0" y="7"/>
                    <a:pt x="2" y="8"/>
                    <a:pt x="4" y="8"/>
                  </a:cubicBezTo>
                  <a:cubicBezTo>
                    <a:pt x="16" y="8"/>
                    <a:pt x="16" y="8"/>
                    <a:pt x="16" y="8"/>
                  </a:cubicBezTo>
                  <a:cubicBezTo>
                    <a:pt x="18" y="8"/>
                    <a:pt x="20" y="7"/>
                    <a:pt x="2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73"/>
            <p:cNvSpPr>
              <a:spLocks/>
            </p:cNvSpPr>
            <p:nvPr/>
          </p:nvSpPr>
          <p:spPr bwMode="auto">
            <a:xfrm>
              <a:off x="5627688" y="2889251"/>
              <a:ext cx="30162" cy="11113"/>
            </a:xfrm>
            <a:custGeom>
              <a:avLst/>
              <a:gdLst>
                <a:gd name="T0" fmla="*/ 20 w 20"/>
                <a:gd name="T1" fmla="*/ 4 h 8"/>
                <a:gd name="T2" fmla="*/ 16 w 20"/>
                <a:gd name="T3" fmla="*/ 0 h 8"/>
                <a:gd name="T4" fmla="*/ 4 w 20"/>
                <a:gd name="T5" fmla="*/ 0 h 8"/>
                <a:gd name="T6" fmla="*/ 0 w 20"/>
                <a:gd name="T7" fmla="*/ 4 h 8"/>
                <a:gd name="T8" fmla="*/ 4 w 20"/>
                <a:gd name="T9" fmla="*/ 8 h 8"/>
                <a:gd name="T10" fmla="*/ 16 w 20"/>
                <a:gd name="T11" fmla="*/ 8 h 8"/>
                <a:gd name="T12" fmla="*/ 20 w 20"/>
                <a:gd name="T13" fmla="*/ 4 h 8"/>
              </a:gdLst>
              <a:ahLst/>
              <a:cxnLst>
                <a:cxn ang="0">
                  <a:pos x="T0" y="T1"/>
                </a:cxn>
                <a:cxn ang="0">
                  <a:pos x="T2" y="T3"/>
                </a:cxn>
                <a:cxn ang="0">
                  <a:pos x="T4" y="T5"/>
                </a:cxn>
                <a:cxn ang="0">
                  <a:pos x="T6" y="T7"/>
                </a:cxn>
                <a:cxn ang="0">
                  <a:pos x="T8" y="T9"/>
                </a:cxn>
                <a:cxn ang="0">
                  <a:pos x="T10" y="T11"/>
                </a:cxn>
                <a:cxn ang="0">
                  <a:pos x="T12" y="T13"/>
                </a:cxn>
              </a:cxnLst>
              <a:rect l="0" t="0" r="r" b="b"/>
              <a:pathLst>
                <a:path w="20" h="8">
                  <a:moveTo>
                    <a:pt x="20" y="4"/>
                  </a:moveTo>
                  <a:cubicBezTo>
                    <a:pt x="20" y="2"/>
                    <a:pt x="18" y="0"/>
                    <a:pt x="16" y="0"/>
                  </a:cubicBezTo>
                  <a:cubicBezTo>
                    <a:pt x="4" y="0"/>
                    <a:pt x="4" y="0"/>
                    <a:pt x="4" y="0"/>
                  </a:cubicBezTo>
                  <a:cubicBezTo>
                    <a:pt x="2" y="0"/>
                    <a:pt x="0" y="2"/>
                    <a:pt x="0" y="4"/>
                  </a:cubicBezTo>
                  <a:cubicBezTo>
                    <a:pt x="0" y="7"/>
                    <a:pt x="2" y="8"/>
                    <a:pt x="4" y="8"/>
                  </a:cubicBezTo>
                  <a:cubicBezTo>
                    <a:pt x="16" y="8"/>
                    <a:pt x="16" y="8"/>
                    <a:pt x="16" y="8"/>
                  </a:cubicBezTo>
                  <a:cubicBezTo>
                    <a:pt x="18" y="8"/>
                    <a:pt x="20" y="7"/>
                    <a:pt x="2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74"/>
            <p:cNvSpPr>
              <a:spLocks/>
            </p:cNvSpPr>
            <p:nvPr/>
          </p:nvSpPr>
          <p:spPr bwMode="auto">
            <a:xfrm>
              <a:off x="5802313" y="2889251"/>
              <a:ext cx="30162" cy="11113"/>
            </a:xfrm>
            <a:custGeom>
              <a:avLst/>
              <a:gdLst>
                <a:gd name="T0" fmla="*/ 20 w 20"/>
                <a:gd name="T1" fmla="*/ 4 h 8"/>
                <a:gd name="T2" fmla="*/ 16 w 20"/>
                <a:gd name="T3" fmla="*/ 0 h 8"/>
                <a:gd name="T4" fmla="*/ 4 w 20"/>
                <a:gd name="T5" fmla="*/ 0 h 8"/>
                <a:gd name="T6" fmla="*/ 0 w 20"/>
                <a:gd name="T7" fmla="*/ 4 h 8"/>
                <a:gd name="T8" fmla="*/ 4 w 20"/>
                <a:gd name="T9" fmla="*/ 8 h 8"/>
                <a:gd name="T10" fmla="*/ 16 w 20"/>
                <a:gd name="T11" fmla="*/ 8 h 8"/>
                <a:gd name="T12" fmla="*/ 20 w 20"/>
                <a:gd name="T13" fmla="*/ 4 h 8"/>
              </a:gdLst>
              <a:ahLst/>
              <a:cxnLst>
                <a:cxn ang="0">
                  <a:pos x="T0" y="T1"/>
                </a:cxn>
                <a:cxn ang="0">
                  <a:pos x="T2" y="T3"/>
                </a:cxn>
                <a:cxn ang="0">
                  <a:pos x="T4" y="T5"/>
                </a:cxn>
                <a:cxn ang="0">
                  <a:pos x="T6" y="T7"/>
                </a:cxn>
                <a:cxn ang="0">
                  <a:pos x="T8" y="T9"/>
                </a:cxn>
                <a:cxn ang="0">
                  <a:pos x="T10" y="T11"/>
                </a:cxn>
                <a:cxn ang="0">
                  <a:pos x="T12" y="T13"/>
                </a:cxn>
              </a:cxnLst>
              <a:rect l="0" t="0" r="r" b="b"/>
              <a:pathLst>
                <a:path w="20" h="8">
                  <a:moveTo>
                    <a:pt x="20" y="4"/>
                  </a:moveTo>
                  <a:cubicBezTo>
                    <a:pt x="20" y="2"/>
                    <a:pt x="18" y="0"/>
                    <a:pt x="16" y="0"/>
                  </a:cubicBezTo>
                  <a:cubicBezTo>
                    <a:pt x="4" y="0"/>
                    <a:pt x="4" y="0"/>
                    <a:pt x="4" y="0"/>
                  </a:cubicBezTo>
                  <a:cubicBezTo>
                    <a:pt x="2" y="0"/>
                    <a:pt x="0" y="2"/>
                    <a:pt x="0" y="4"/>
                  </a:cubicBezTo>
                  <a:cubicBezTo>
                    <a:pt x="0" y="7"/>
                    <a:pt x="2" y="8"/>
                    <a:pt x="4" y="8"/>
                  </a:cubicBezTo>
                  <a:cubicBezTo>
                    <a:pt x="16" y="8"/>
                    <a:pt x="16" y="8"/>
                    <a:pt x="16" y="8"/>
                  </a:cubicBezTo>
                  <a:cubicBezTo>
                    <a:pt x="18" y="8"/>
                    <a:pt x="20" y="7"/>
                    <a:pt x="2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75"/>
            <p:cNvSpPr>
              <a:spLocks/>
            </p:cNvSpPr>
            <p:nvPr/>
          </p:nvSpPr>
          <p:spPr bwMode="auto">
            <a:xfrm>
              <a:off x="5845175" y="2889251"/>
              <a:ext cx="31750" cy="11113"/>
            </a:xfrm>
            <a:custGeom>
              <a:avLst/>
              <a:gdLst>
                <a:gd name="T0" fmla="*/ 20 w 20"/>
                <a:gd name="T1" fmla="*/ 4 h 8"/>
                <a:gd name="T2" fmla="*/ 16 w 20"/>
                <a:gd name="T3" fmla="*/ 0 h 8"/>
                <a:gd name="T4" fmla="*/ 4 w 20"/>
                <a:gd name="T5" fmla="*/ 0 h 8"/>
                <a:gd name="T6" fmla="*/ 0 w 20"/>
                <a:gd name="T7" fmla="*/ 4 h 8"/>
                <a:gd name="T8" fmla="*/ 4 w 20"/>
                <a:gd name="T9" fmla="*/ 8 h 8"/>
                <a:gd name="T10" fmla="*/ 16 w 20"/>
                <a:gd name="T11" fmla="*/ 8 h 8"/>
                <a:gd name="T12" fmla="*/ 20 w 20"/>
                <a:gd name="T13" fmla="*/ 4 h 8"/>
              </a:gdLst>
              <a:ahLst/>
              <a:cxnLst>
                <a:cxn ang="0">
                  <a:pos x="T0" y="T1"/>
                </a:cxn>
                <a:cxn ang="0">
                  <a:pos x="T2" y="T3"/>
                </a:cxn>
                <a:cxn ang="0">
                  <a:pos x="T4" y="T5"/>
                </a:cxn>
                <a:cxn ang="0">
                  <a:pos x="T6" y="T7"/>
                </a:cxn>
                <a:cxn ang="0">
                  <a:pos x="T8" y="T9"/>
                </a:cxn>
                <a:cxn ang="0">
                  <a:pos x="T10" y="T11"/>
                </a:cxn>
                <a:cxn ang="0">
                  <a:pos x="T12" y="T13"/>
                </a:cxn>
              </a:cxnLst>
              <a:rect l="0" t="0" r="r" b="b"/>
              <a:pathLst>
                <a:path w="20" h="8">
                  <a:moveTo>
                    <a:pt x="20" y="4"/>
                  </a:moveTo>
                  <a:cubicBezTo>
                    <a:pt x="20" y="2"/>
                    <a:pt x="18" y="0"/>
                    <a:pt x="16" y="0"/>
                  </a:cubicBezTo>
                  <a:cubicBezTo>
                    <a:pt x="4" y="0"/>
                    <a:pt x="4" y="0"/>
                    <a:pt x="4" y="0"/>
                  </a:cubicBezTo>
                  <a:cubicBezTo>
                    <a:pt x="2" y="0"/>
                    <a:pt x="0" y="2"/>
                    <a:pt x="0" y="4"/>
                  </a:cubicBezTo>
                  <a:cubicBezTo>
                    <a:pt x="0" y="7"/>
                    <a:pt x="2" y="8"/>
                    <a:pt x="4" y="8"/>
                  </a:cubicBezTo>
                  <a:cubicBezTo>
                    <a:pt x="16" y="8"/>
                    <a:pt x="16" y="8"/>
                    <a:pt x="16" y="8"/>
                  </a:cubicBezTo>
                  <a:cubicBezTo>
                    <a:pt x="18" y="8"/>
                    <a:pt x="20" y="7"/>
                    <a:pt x="2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76"/>
            <p:cNvSpPr>
              <a:spLocks/>
            </p:cNvSpPr>
            <p:nvPr/>
          </p:nvSpPr>
          <p:spPr bwMode="auto">
            <a:xfrm>
              <a:off x="5757863" y="2889251"/>
              <a:ext cx="31750" cy="11113"/>
            </a:xfrm>
            <a:custGeom>
              <a:avLst/>
              <a:gdLst>
                <a:gd name="T0" fmla="*/ 20 w 20"/>
                <a:gd name="T1" fmla="*/ 4 h 8"/>
                <a:gd name="T2" fmla="*/ 16 w 20"/>
                <a:gd name="T3" fmla="*/ 0 h 8"/>
                <a:gd name="T4" fmla="*/ 4 w 20"/>
                <a:gd name="T5" fmla="*/ 0 h 8"/>
                <a:gd name="T6" fmla="*/ 0 w 20"/>
                <a:gd name="T7" fmla="*/ 4 h 8"/>
                <a:gd name="T8" fmla="*/ 4 w 20"/>
                <a:gd name="T9" fmla="*/ 8 h 8"/>
                <a:gd name="T10" fmla="*/ 16 w 20"/>
                <a:gd name="T11" fmla="*/ 8 h 8"/>
                <a:gd name="T12" fmla="*/ 20 w 20"/>
                <a:gd name="T13" fmla="*/ 4 h 8"/>
              </a:gdLst>
              <a:ahLst/>
              <a:cxnLst>
                <a:cxn ang="0">
                  <a:pos x="T0" y="T1"/>
                </a:cxn>
                <a:cxn ang="0">
                  <a:pos x="T2" y="T3"/>
                </a:cxn>
                <a:cxn ang="0">
                  <a:pos x="T4" y="T5"/>
                </a:cxn>
                <a:cxn ang="0">
                  <a:pos x="T6" y="T7"/>
                </a:cxn>
                <a:cxn ang="0">
                  <a:pos x="T8" y="T9"/>
                </a:cxn>
                <a:cxn ang="0">
                  <a:pos x="T10" y="T11"/>
                </a:cxn>
                <a:cxn ang="0">
                  <a:pos x="T12" y="T13"/>
                </a:cxn>
              </a:cxnLst>
              <a:rect l="0" t="0" r="r" b="b"/>
              <a:pathLst>
                <a:path w="20" h="8">
                  <a:moveTo>
                    <a:pt x="20" y="4"/>
                  </a:moveTo>
                  <a:cubicBezTo>
                    <a:pt x="20" y="2"/>
                    <a:pt x="18" y="0"/>
                    <a:pt x="16" y="0"/>
                  </a:cubicBezTo>
                  <a:cubicBezTo>
                    <a:pt x="4" y="0"/>
                    <a:pt x="4" y="0"/>
                    <a:pt x="4" y="0"/>
                  </a:cubicBezTo>
                  <a:cubicBezTo>
                    <a:pt x="2" y="0"/>
                    <a:pt x="0" y="2"/>
                    <a:pt x="0" y="4"/>
                  </a:cubicBezTo>
                  <a:cubicBezTo>
                    <a:pt x="0" y="7"/>
                    <a:pt x="2" y="8"/>
                    <a:pt x="4" y="8"/>
                  </a:cubicBezTo>
                  <a:cubicBezTo>
                    <a:pt x="16" y="8"/>
                    <a:pt x="16" y="8"/>
                    <a:pt x="16" y="8"/>
                  </a:cubicBezTo>
                  <a:cubicBezTo>
                    <a:pt x="18" y="8"/>
                    <a:pt x="20" y="7"/>
                    <a:pt x="2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77"/>
            <p:cNvSpPr>
              <a:spLocks/>
            </p:cNvSpPr>
            <p:nvPr/>
          </p:nvSpPr>
          <p:spPr bwMode="auto">
            <a:xfrm>
              <a:off x="5715000" y="2889251"/>
              <a:ext cx="30162" cy="11113"/>
            </a:xfrm>
            <a:custGeom>
              <a:avLst/>
              <a:gdLst>
                <a:gd name="T0" fmla="*/ 20 w 20"/>
                <a:gd name="T1" fmla="*/ 4 h 8"/>
                <a:gd name="T2" fmla="*/ 16 w 20"/>
                <a:gd name="T3" fmla="*/ 0 h 8"/>
                <a:gd name="T4" fmla="*/ 4 w 20"/>
                <a:gd name="T5" fmla="*/ 0 h 8"/>
                <a:gd name="T6" fmla="*/ 0 w 20"/>
                <a:gd name="T7" fmla="*/ 4 h 8"/>
                <a:gd name="T8" fmla="*/ 4 w 20"/>
                <a:gd name="T9" fmla="*/ 8 h 8"/>
                <a:gd name="T10" fmla="*/ 16 w 20"/>
                <a:gd name="T11" fmla="*/ 8 h 8"/>
                <a:gd name="T12" fmla="*/ 20 w 20"/>
                <a:gd name="T13" fmla="*/ 4 h 8"/>
              </a:gdLst>
              <a:ahLst/>
              <a:cxnLst>
                <a:cxn ang="0">
                  <a:pos x="T0" y="T1"/>
                </a:cxn>
                <a:cxn ang="0">
                  <a:pos x="T2" y="T3"/>
                </a:cxn>
                <a:cxn ang="0">
                  <a:pos x="T4" y="T5"/>
                </a:cxn>
                <a:cxn ang="0">
                  <a:pos x="T6" y="T7"/>
                </a:cxn>
                <a:cxn ang="0">
                  <a:pos x="T8" y="T9"/>
                </a:cxn>
                <a:cxn ang="0">
                  <a:pos x="T10" y="T11"/>
                </a:cxn>
                <a:cxn ang="0">
                  <a:pos x="T12" y="T13"/>
                </a:cxn>
              </a:cxnLst>
              <a:rect l="0" t="0" r="r" b="b"/>
              <a:pathLst>
                <a:path w="20" h="8">
                  <a:moveTo>
                    <a:pt x="20" y="4"/>
                  </a:moveTo>
                  <a:cubicBezTo>
                    <a:pt x="20" y="2"/>
                    <a:pt x="18" y="0"/>
                    <a:pt x="16" y="0"/>
                  </a:cubicBezTo>
                  <a:cubicBezTo>
                    <a:pt x="4" y="0"/>
                    <a:pt x="4" y="0"/>
                    <a:pt x="4" y="0"/>
                  </a:cubicBezTo>
                  <a:cubicBezTo>
                    <a:pt x="2" y="0"/>
                    <a:pt x="0" y="2"/>
                    <a:pt x="0" y="4"/>
                  </a:cubicBezTo>
                  <a:cubicBezTo>
                    <a:pt x="0" y="7"/>
                    <a:pt x="2" y="8"/>
                    <a:pt x="4" y="8"/>
                  </a:cubicBezTo>
                  <a:cubicBezTo>
                    <a:pt x="16" y="8"/>
                    <a:pt x="16" y="8"/>
                    <a:pt x="16" y="8"/>
                  </a:cubicBezTo>
                  <a:cubicBezTo>
                    <a:pt x="18" y="8"/>
                    <a:pt x="20" y="7"/>
                    <a:pt x="2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78"/>
            <p:cNvSpPr>
              <a:spLocks/>
            </p:cNvSpPr>
            <p:nvPr/>
          </p:nvSpPr>
          <p:spPr bwMode="auto">
            <a:xfrm>
              <a:off x="5932488" y="2889251"/>
              <a:ext cx="30162" cy="11113"/>
            </a:xfrm>
            <a:custGeom>
              <a:avLst/>
              <a:gdLst>
                <a:gd name="T0" fmla="*/ 20 w 20"/>
                <a:gd name="T1" fmla="*/ 4 h 8"/>
                <a:gd name="T2" fmla="*/ 16 w 20"/>
                <a:gd name="T3" fmla="*/ 0 h 8"/>
                <a:gd name="T4" fmla="*/ 4 w 20"/>
                <a:gd name="T5" fmla="*/ 0 h 8"/>
                <a:gd name="T6" fmla="*/ 0 w 20"/>
                <a:gd name="T7" fmla="*/ 4 h 8"/>
                <a:gd name="T8" fmla="*/ 4 w 20"/>
                <a:gd name="T9" fmla="*/ 8 h 8"/>
                <a:gd name="T10" fmla="*/ 16 w 20"/>
                <a:gd name="T11" fmla="*/ 8 h 8"/>
                <a:gd name="T12" fmla="*/ 20 w 20"/>
                <a:gd name="T13" fmla="*/ 4 h 8"/>
              </a:gdLst>
              <a:ahLst/>
              <a:cxnLst>
                <a:cxn ang="0">
                  <a:pos x="T0" y="T1"/>
                </a:cxn>
                <a:cxn ang="0">
                  <a:pos x="T2" y="T3"/>
                </a:cxn>
                <a:cxn ang="0">
                  <a:pos x="T4" y="T5"/>
                </a:cxn>
                <a:cxn ang="0">
                  <a:pos x="T6" y="T7"/>
                </a:cxn>
                <a:cxn ang="0">
                  <a:pos x="T8" y="T9"/>
                </a:cxn>
                <a:cxn ang="0">
                  <a:pos x="T10" y="T11"/>
                </a:cxn>
                <a:cxn ang="0">
                  <a:pos x="T12" y="T13"/>
                </a:cxn>
              </a:cxnLst>
              <a:rect l="0" t="0" r="r" b="b"/>
              <a:pathLst>
                <a:path w="20" h="8">
                  <a:moveTo>
                    <a:pt x="20" y="4"/>
                  </a:moveTo>
                  <a:cubicBezTo>
                    <a:pt x="20" y="2"/>
                    <a:pt x="18" y="0"/>
                    <a:pt x="16" y="0"/>
                  </a:cubicBezTo>
                  <a:cubicBezTo>
                    <a:pt x="4" y="0"/>
                    <a:pt x="4" y="0"/>
                    <a:pt x="4" y="0"/>
                  </a:cubicBezTo>
                  <a:cubicBezTo>
                    <a:pt x="2" y="0"/>
                    <a:pt x="0" y="2"/>
                    <a:pt x="0" y="4"/>
                  </a:cubicBezTo>
                  <a:cubicBezTo>
                    <a:pt x="0" y="7"/>
                    <a:pt x="2" y="8"/>
                    <a:pt x="4" y="8"/>
                  </a:cubicBezTo>
                  <a:cubicBezTo>
                    <a:pt x="16" y="8"/>
                    <a:pt x="16" y="8"/>
                    <a:pt x="16" y="8"/>
                  </a:cubicBezTo>
                  <a:cubicBezTo>
                    <a:pt x="18" y="8"/>
                    <a:pt x="20" y="7"/>
                    <a:pt x="2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79"/>
            <p:cNvSpPr>
              <a:spLocks/>
            </p:cNvSpPr>
            <p:nvPr/>
          </p:nvSpPr>
          <p:spPr bwMode="auto">
            <a:xfrm>
              <a:off x="5888038" y="2889251"/>
              <a:ext cx="31750" cy="11113"/>
            </a:xfrm>
            <a:custGeom>
              <a:avLst/>
              <a:gdLst>
                <a:gd name="T0" fmla="*/ 20 w 20"/>
                <a:gd name="T1" fmla="*/ 4 h 8"/>
                <a:gd name="T2" fmla="*/ 16 w 20"/>
                <a:gd name="T3" fmla="*/ 0 h 8"/>
                <a:gd name="T4" fmla="*/ 4 w 20"/>
                <a:gd name="T5" fmla="*/ 0 h 8"/>
                <a:gd name="T6" fmla="*/ 0 w 20"/>
                <a:gd name="T7" fmla="*/ 4 h 8"/>
                <a:gd name="T8" fmla="*/ 4 w 20"/>
                <a:gd name="T9" fmla="*/ 8 h 8"/>
                <a:gd name="T10" fmla="*/ 16 w 20"/>
                <a:gd name="T11" fmla="*/ 8 h 8"/>
                <a:gd name="T12" fmla="*/ 20 w 20"/>
                <a:gd name="T13" fmla="*/ 4 h 8"/>
              </a:gdLst>
              <a:ahLst/>
              <a:cxnLst>
                <a:cxn ang="0">
                  <a:pos x="T0" y="T1"/>
                </a:cxn>
                <a:cxn ang="0">
                  <a:pos x="T2" y="T3"/>
                </a:cxn>
                <a:cxn ang="0">
                  <a:pos x="T4" y="T5"/>
                </a:cxn>
                <a:cxn ang="0">
                  <a:pos x="T6" y="T7"/>
                </a:cxn>
                <a:cxn ang="0">
                  <a:pos x="T8" y="T9"/>
                </a:cxn>
                <a:cxn ang="0">
                  <a:pos x="T10" y="T11"/>
                </a:cxn>
                <a:cxn ang="0">
                  <a:pos x="T12" y="T13"/>
                </a:cxn>
              </a:cxnLst>
              <a:rect l="0" t="0" r="r" b="b"/>
              <a:pathLst>
                <a:path w="20" h="8">
                  <a:moveTo>
                    <a:pt x="20" y="4"/>
                  </a:moveTo>
                  <a:cubicBezTo>
                    <a:pt x="20" y="2"/>
                    <a:pt x="18" y="0"/>
                    <a:pt x="16" y="0"/>
                  </a:cubicBezTo>
                  <a:cubicBezTo>
                    <a:pt x="4" y="0"/>
                    <a:pt x="4" y="0"/>
                    <a:pt x="4" y="0"/>
                  </a:cubicBezTo>
                  <a:cubicBezTo>
                    <a:pt x="2" y="0"/>
                    <a:pt x="0" y="2"/>
                    <a:pt x="0" y="4"/>
                  </a:cubicBezTo>
                  <a:cubicBezTo>
                    <a:pt x="0" y="7"/>
                    <a:pt x="2" y="8"/>
                    <a:pt x="4" y="8"/>
                  </a:cubicBezTo>
                  <a:cubicBezTo>
                    <a:pt x="16" y="8"/>
                    <a:pt x="16" y="8"/>
                    <a:pt x="16" y="8"/>
                  </a:cubicBezTo>
                  <a:cubicBezTo>
                    <a:pt x="18" y="8"/>
                    <a:pt x="20" y="7"/>
                    <a:pt x="2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80"/>
            <p:cNvSpPr>
              <a:spLocks/>
            </p:cNvSpPr>
            <p:nvPr/>
          </p:nvSpPr>
          <p:spPr bwMode="auto">
            <a:xfrm>
              <a:off x="4722813" y="3609976"/>
              <a:ext cx="104775" cy="266700"/>
            </a:xfrm>
            <a:custGeom>
              <a:avLst/>
              <a:gdLst>
                <a:gd name="T0" fmla="*/ 17 w 66"/>
                <a:gd name="T1" fmla="*/ 0 h 168"/>
                <a:gd name="T2" fmla="*/ 17 w 66"/>
                <a:gd name="T3" fmla="*/ 23 h 168"/>
                <a:gd name="T4" fmla="*/ 0 w 66"/>
                <a:gd name="T5" fmla="*/ 23 h 168"/>
                <a:gd name="T6" fmla="*/ 0 w 66"/>
                <a:gd name="T7" fmla="*/ 168 h 168"/>
                <a:gd name="T8" fmla="*/ 66 w 66"/>
                <a:gd name="T9" fmla="*/ 168 h 168"/>
                <a:gd name="T10" fmla="*/ 66 w 66"/>
                <a:gd name="T11" fmla="*/ 23 h 168"/>
                <a:gd name="T12" fmla="*/ 49 w 66"/>
                <a:gd name="T13" fmla="*/ 23 h 168"/>
                <a:gd name="T14" fmla="*/ 49 w 66"/>
                <a:gd name="T15" fmla="*/ 0 h 168"/>
                <a:gd name="T16" fmla="*/ 17 w 66"/>
                <a:gd name="T1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168">
                  <a:moveTo>
                    <a:pt x="17" y="0"/>
                  </a:moveTo>
                  <a:lnTo>
                    <a:pt x="17" y="23"/>
                  </a:lnTo>
                  <a:lnTo>
                    <a:pt x="0" y="23"/>
                  </a:lnTo>
                  <a:lnTo>
                    <a:pt x="0" y="168"/>
                  </a:lnTo>
                  <a:lnTo>
                    <a:pt x="66" y="168"/>
                  </a:lnTo>
                  <a:lnTo>
                    <a:pt x="66" y="23"/>
                  </a:lnTo>
                  <a:lnTo>
                    <a:pt x="49" y="23"/>
                  </a:lnTo>
                  <a:lnTo>
                    <a:pt x="49" y="0"/>
                  </a:lnTo>
                  <a:lnTo>
                    <a:pt x="1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81"/>
            <p:cNvSpPr>
              <a:spLocks/>
            </p:cNvSpPr>
            <p:nvPr/>
          </p:nvSpPr>
          <p:spPr bwMode="auto">
            <a:xfrm>
              <a:off x="4527550" y="3609976"/>
              <a:ext cx="106362" cy="266700"/>
            </a:xfrm>
            <a:custGeom>
              <a:avLst/>
              <a:gdLst>
                <a:gd name="T0" fmla="*/ 67 w 67"/>
                <a:gd name="T1" fmla="*/ 23 h 168"/>
                <a:gd name="T2" fmla="*/ 49 w 67"/>
                <a:gd name="T3" fmla="*/ 23 h 168"/>
                <a:gd name="T4" fmla="*/ 49 w 67"/>
                <a:gd name="T5" fmla="*/ 0 h 168"/>
                <a:gd name="T6" fmla="*/ 18 w 67"/>
                <a:gd name="T7" fmla="*/ 0 h 168"/>
                <a:gd name="T8" fmla="*/ 18 w 67"/>
                <a:gd name="T9" fmla="*/ 23 h 168"/>
                <a:gd name="T10" fmla="*/ 0 w 67"/>
                <a:gd name="T11" fmla="*/ 23 h 168"/>
                <a:gd name="T12" fmla="*/ 0 w 67"/>
                <a:gd name="T13" fmla="*/ 168 h 168"/>
                <a:gd name="T14" fmla="*/ 67 w 67"/>
                <a:gd name="T15" fmla="*/ 168 h 168"/>
                <a:gd name="T16" fmla="*/ 67 w 67"/>
                <a:gd name="T17" fmla="*/ 23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 h="168">
                  <a:moveTo>
                    <a:pt x="67" y="23"/>
                  </a:moveTo>
                  <a:lnTo>
                    <a:pt x="49" y="23"/>
                  </a:lnTo>
                  <a:lnTo>
                    <a:pt x="49" y="0"/>
                  </a:lnTo>
                  <a:lnTo>
                    <a:pt x="18" y="0"/>
                  </a:lnTo>
                  <a:lnTo>
                    <a:pt x="18" y="23"/>
                  </a:lnTo>
                  <a:lnTo>
                    <a:pt x="0" y="23"/>
                  </a:lnTo>
                  <a:lnTo>
                    <a:pt x="0" y="168"/>
                  </a:lnTo>
                  <a:lnTo>
                    <a:pt x="67" y="168"/>
                  </a:lnTo>
                  <a:lnTo>
                    <a:pt x="67"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84" name="组合 183"/>
          <p:cNvGrpSpPr/>
          <p:nvPr/>
        </p:nvGrpSpPr>
        <p:grpSpPr>
          <a:xfrm>
            <a:off x="6440488" y="5051426"/>
            <a:ext cx="1890712" cy="984250"/>
            <a:chOff x="547688" y="5051426"/>
            <a:chExt cx="1890712" cy="984250"/>
          </a:xfrm>
          <a:solidFill>
            <a:schemeClr val="tx1">
              <a:lumMod val="65000"/>
              <a:lumOff val="35000"/>
            </a:schemeClr>
          </a:solidFill>
        </p:grpSpPr>
        <p:sp>
          <p:nvSpPr>
            <p:cNvPr id="185" name="Freeform 82"/>
            <p:cNvSpPr>
              <a:spLocks noEditPoints="1"/>
            </p:cNvSpPr>
            <p:nvPr/>
          </p:nvSpPr>
          <p:spPr bwMode="auto">
            <a:xfrm>
              <a:off x="911225" y="5292726"/>
              <a:ext cx="1527175" cy="723900"/>
            </a:xfrm>
            <a:custGeom>
              <a:avLst/>
              <a:gdLst>
                <a:gd name="T0" fmla="*/ 810 w 982"/>
                <a:gd name="T1" fmla="*/ 124 h 466"/>
                <a:gd name="T2" fmla="*/ 776 w 982"/>
                <a:gd name="T3" fmla="*/ 258 h 466"/>
                <a:gd name="T4" fmla="*/ 616 w 982"/>
                <a:gd name="T5" fmla="*/ 0 h 466"/>
                <a:gd name="T6" fmla="*/ 613 w 982"/>
                <a:gd name="T7" fmla="*/ 223 h 466"/>
                <a:gd name="T8" fmla="*/ 538 w 982"/>
                <a:gd name="T9" fmla="*/ 30 h 466"/>
                <a:gd name="T10" fmla="*/ 485 w 982"/>
                <a:gd name="T11" fmla="*/ 210 h 466"/>
                <a:gd name="T12" fmla="*/ 469 w 982"/>
                <a:gd name="T13" fmla="*/ 410 h 466"/>
                <a:gd name="T14" fmla="*/ 179 w 982"/>
                <a:gd name="T15" fmla="*/ 410 h 466"/>
                <a:gd name="T16" fmla="*/ 177 w 982"/>
                <a:gd name="T17" fmla="*/ 410 h 466"/>
                <a:gd name="T18" fmla="*/ 0 w 982"/>
                <a:gd name="T19" fmla="*/ 466 h 466"/>
                <a:gd name="T20" fmla="*/ 982 w 982"/>
                <a:gd name="T21" fmla="*/ 466 h 466"/>
                <a:gd name="T22" fmla="*/ 982 w 982"/>
                <a:gd name="T23" fmla="*/ 410 h 466"/>
                <a:gd name="T24" fmla="*/ 840 w 982"/>
                <a:gd name="T25" fmla="*/ 410 h 466"/>
                <a:gd name="T26" fmla="*/ 810 w 982"/>
                <a:gd name="T27" fmla="*/ 124 h 466"/>
                <a:gd name="T28" fmla="*/ 494 w 982"/>
                <a:gd name="T29" fmla="*/ 339 h 466"/>
                <a:gd name="T30" fmla="*/ 515 w 982"/>
                <a:gd name="T31" fmla="*/ 309 h 466"/>
                <a:gd name="T32" fmla="*/ 561 w 982"/>
                <a:gd name="T33" fmla="*/ 214 h 466"/>
                <a:gd name="T34" fmla="*/ 622 w 982"/>
                <a:gd name="T35" fmla="*/ 307 h 466"/>
                <a:gd name="T36" fmla="*/ 699 w 982"/>
                <a:gd name="T37" fmla="*/ 173 h 466"/>
                <a:gd name="T38" fmla="*/ 714 w 982"/>
                <a:gd name="T39" fmla="*/ 375 h 466"/>
                <a:gd name="T40" fmla="*/ 817 w 982"/>
                <a:gd name="T41" fmla="*/ 275 h 466"/>
                <a:gd name="T42" fmla="*/ 804 w 982"/>
                <a:gd name="T43" fmla="*/ 399 h 466"/>
                <a:gd name="T44" fmla="*/ 504 w 982"/>
                <a:gd name="T45" fmla="*/ 399 h 466"/>
                <a:gd name="T46" fmla="*/ 494 w 982"/>
                <a:gd name="T47" fmla="*/ 339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82" h="466">
                  <a:moveTo>
                    <a:pt x="810" y="124"/>
                  </a:moveTo>
                  <a:cubicBezTo>
                    <a:pt x="821" y="260"/>
                    <a:pt x="776" y="258"/>
                    <a:pt x="776" y="258"/>
                  </a:cubicBezTo>
                  <a:cubicBezTo>
                    <a:pt x="776" y="258"/>
                    <a:pt x="817" y="114"/>
                    <a:pt x="616" y="0"/>
                  </a:cubicBezTo>
                  <a:cubicBezTo>
                    <a:pt x="679" y="118"/>
                    <a:pt x="613" y="223"/>
                    <a:pt x="613" y="223"/>
                  </a:cubicBezTo>
                  <a:cubicBezTo>
                    <a:pt x="613" y="223"/>
                    <a:pt x="639" y="133"/>
                    <a:pt x="538" y="30"/>
                  </a:cubicBezTo>
                  <a:cubicBezTo>
                    <a:pt x="547" y="111"/>
                    <a:pt x="553" y="162"/>
                    <a:pt x="485" y="210"/>
                  </a:cubicBezTo>
                  <a:cubicBezTo>
                    <a:pt x="397" y="274"/>
                    <a:pt x="457" y="389"/>
                    <a:pt x="469" y="410"/>
                  </a:cubicBezTo>
                  <a:cubicBezTo>
                    <a:pt x="179" y="410"/>
                    <a:pt x="179" y="410"/>
                    <a:pt x="179" y="410"/>
                  </a:cubicBezTo>
                  <a:cubicBezTo>
                    <a:pt x="178" y="410"/>
                    <a:pt x="177" y="410"/>
                    <a:pt x="177" y="410"/>
                  </a:cubicBezTo>
                  <a:cubicBezTo>
                    <a:pt x="0" y="466"/>
                    <a:pt x="0" y="466"/>
                    <a:pt x="0" y="466"/>
                  </a:cubicBezTo>
                  <a:cubicBezTo>
                    <a:pt x="982" y="466"/>
                    <a:pt x="982" y="466"/>
                    <a:pt x="982" y="466"/>
                  </a:cubicBezTo>
                  <a:cubicBezTo>
                    <a:pt x="982" y="410"/>
                    <a:pt x="982" y="410"/>
                    <a:pt x="982" y="410"/>
                  </a:cubicBezTo>
                  <a:cubicBezTo>
                    <a:pt x="840" y="410"/>
                    <a:pt x="840" y="410"/>
                    <a:pt x="840" y="410"/>
                  </a:cubicBezTo>
                  <a:cubicBezTo>
                    <a:pt x="853" y="386"/>
                    <a:pt x="924" y="242"/>
                    <a:pt x="810" y="124"/>
                  </a:cubicBezTo>
                  <a:close/>
                  <a:moveTo>
                    <a:pt x="494" y="339"/>
                  </a:moveTo>
                  <a:cubicBezTo>
                    <a:pt x="496" y="331"/>
                    <a:pt x="500" y="320"/>
                    <a:pt x="515" y="309"/>
                  </a:cubicBezTo>
                  <a:cubicBezTo>
                    <a:pt x="539" y="292"/>
                    <a:pt x="571" y="253"/>
                    <a:pt x="561" y="214"/>
                  </a:cubicBezTo>
                  <a:cubicBezTo>
                    <a:pt x="561" y="214"/>
                    <a:pt x="621" y="246"/>
                    <a:pt x="622" y="307"/>
                  </a:cubicBezTo>
                  <a:cubicBezTo>
                    <a:pt x="666" y="294"/>
                    <a:pt x="690" y="238"/>
                    <a:pt x="699" y="173"/>
                  </a:cubicBezTo>
                  <a:cubicBezTo>
                    <a:pt x="784" y="272"/>
                    <a:pt x="714" y="375"/>
                    <a:pt x="714" y="375"/>
                  </a:cubicBezTo>
                  <a:cubicBezTo>
                    <a:pt x="714" y="375"/>
                    <a:pt x="792" y="327"/>
                    <a:pt x="817" y="275"/>
                  </a:cubicBezTo>
                  <a:cubicBezTo>
                    <a:pt x="838" y="306"/>
                    <a:pt x="826" y="389"/>
                    <a:pt x="804" y="399"/>
                  </a:cubicBezTo>
                  <a:cubicBezTo>
                    <a:pt x="504" y="399"/>
                    <a:pt x="504" y="399"/>
                    <a:pt x="504" y="399"/>
                  </a:cubicBezTo>
                  <a:cubicBezTo>
                    <a:pt x="497" y="381"/>
                    <a:pt x="491" y="358"/>
                    <a:pt x="494" y="3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83"/>
            <p:cNvSpPr>
              <a:spLocks/>
            </p:cNvSpPr>
            <p:nvPr/>
          </p:nvSpPr>
          <p:spPr bwMode="auto">
            <a:xfrm>
              <a:off x="547688" y="5929313"/>
              <a:ext cx="192087" cy="87313"/>
            </a:xfrm>
            <a:custGeom>
              <a:avLst/>
              <a:gdLst>
                <a:gd name="T0" fmla="*/ 111 w 124"/>
                <a:gd name="T1" fmla="*/ 0 h 56"/>
                <a:gd name="T2" fmla="*/ 0 w 124"/>
                <a:gd name="T3" fmla="*/ 0 h 56"/>
                <a:gd name="T4" fmla="*/ 0 w 124"/>
                <a:gd name="T5" fmla="*/ 56 h 56"/>
                <a:gd name="T6" fmla="*/ 124 w 124"/>
                <a:gd name="T7" fmla="*/ 56 h 56"/>
                <a:gd name="T8" fmla="*/ 111 w 124"/>
                <a:gd name="T9" fmla="*/ 34 h 56"/>
                <a:gd name="T10" fmla="*/ 111 w 124"/>
                <a:gd name="T11" fmla="*/ 0 h 56"/>
              </a:gdLst>
              <a:ahLst/>
              <a:cxnLst>
                <a:cxn ang="0">
                  <a:pos x="T0" y="T1"/>
                </a:cxn>
                <a:cxn ang="0">
                  <a:pos x="T2" y="T3"/>
                </a:cxn>
                <a:cxn ang="0">
                  <a:pos x="T4" y="T5"/>
                </a:cxn>
                <a:cxn ang="0">
                  <a:pos x="T6" y="T7"/>
                </a:cxn>
                <a:cxn ang="0">
                  <a:pos x="T8" y="T9"/>
                </a:cxn>
                <a:cxn ang="0">
                  <a:pos x="T10" y="T11"/>
                </a:cxn>
              </a:cxnLst>
              <a:rect l="0" t="0" r="r" b="b"/>
              <a:pathLst>
                <a:path w="124" h="56">
                  <a:moveTo>
                    <a:pt x="111" y="0"/>
                  </a:moveTo>
                  <a:cubicBezTo>
                    <a:pt x="0" y="0"/>
                    <a:pt x="0" y="0"/>
                    <a:pt x="0" y="0"/>
                  </a:cubicBezTo>
                  <a:cubicBezTo>
                    <a:pt x="0" y="56"/>
                    <a:pt x="0" y="56"/>
                    <a:pt x="0" y="56"/>
                  </a:cubicBezTo>
                  <a:cubicBezTo>
                    <a:pt x="124" y="56"/>
                    <a:pt x="124" y="56"/>
                    <a:pt x="124" y="56"/>
                  </a:cubicBezTo>
                  <a:cubicBezTo>
                    <a:pt x="118" y="49"/>
                    <a:pt x="114" y="42"/>
                    <a:pt x="111" y="34"/>
                  </a:cubicBezTo>
                  <a:cubicBezTo>
                    <a:pt x="108" y="22"/>
                    <a:pt x="108" y="11"/>
                    <a:pt x="1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84"/>
            <p:cNvSpPr>
              <a:spLocks/>
            </p:cNvSpPr>
            <p:nvPr/>
          </p:nvSpPr>
          <p:spPr bwMode="auto">
            <a:xfrm>
              <a:off x="1042988" y="5561013"/>
              <a:ext cx="241300" cy="265113"/>
            </a:xfrm>
            <a:custGeom>
              <a:avLst/>
              <a:gdLst>
                <a:gd name="T0" fmla="*/ 0 w 155"/>
                <a:gd name="T1" fmla="*/ 23 h 170"/>
                <a:gd name="T2" fmla="*/ 48 w 155"/>
                <a:gd name="T3" fmla="*/ 112 h 170"/>
                <a:gd name="T4" fmla="*/ 93 w 155"/>
                <a:gd name="T5" fmla="*/ 127 h 170"/>
                <a:gd name="T6" fmla="*/ 98 w 155"/>
                <a:gd name="T7" fmla="*/ 129 h 170"/>
                <a:gd name="T8" fmla="*/ 131 w 155"/>
                <a:gd name="T9" fmla="*/ 170 h 170"/>
                <a:gd name="T10" fmla="*/ 143 w 155"/>
                <a:gd name="T11" fmla="*/ 162 h 170"/>
                <a:gd name="T12" fmla="*/ 141 w 155"/>
                <a:gd name="T13" fmla="*/ 117 h 170"/>
                <a:gd name="T14" fmla="*/ 82 w 155"/>
                <a:gd name="T15" fmla="*/ 49 h 170"/>
                <a:gd name="T16" fmla="*/ 16 w 155"/>
                <a:gd name="T17" fmla="*/ 0 h 170"/>
                <a:gd name="T18" fmla="*/ 0 w 155"/>
                <a:gd name="T19" fmla="*/ 23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5" h="170">
                  <a:moveTo>
                    <a:pt x="0" y="23"/>
                  </a:moveTo>
                  <a:cubicBezTo>
                    <a:pt x="9" y="51"/>
                    <a:pt x="24" y="81"/>
                    <a:pt x="48" y="112"/>
                  </a:cubicBezTo>
                  <a:cubicBezTo>
                    <a:pt x="93" y="127"/>
                    <a:pt x="93" y="127"/>
                    <a:pt x="93" y="127"/>
                  </a:cubicBezTo>
                  <a:cubicBezTo>
                    <a:pt x="95" y="128"/>
                    <a:pt x="97" y="128"/>
                    <a:pt x="98" y="129"/>
                  </a:cubicBezTo>
                  <a:cubicBezTo>
                    <a:pt x="116" y="137"/>
                    <a:pt x="128" y="152"/>
                    <a:pt x="131" y="170"/>
                  </a:cubicBezTo>
                  <a:cubicBezTo>
                    <a:pt x="136" y="169"/>
                    <a:pt x="140" y="166"/>
                    <a:pt x="143" y="162"/>
                  </a:cubicBezTo>
                  <a:cubicBezTo>
                    <a:pt x="155" y="149"/>
                    <a:pt x="154" y="129"/>
                    <a:pt x="141" y="117"/>
                  </a:cubicBezTo>
                  <a:cubicBezTo>
                    <a:pt x="114" y="93"/>
                    <a:pt x="95" y="70"/>
                    <a:pt x="82" y="49"/>
                  </a:cubicBezTo>
                  <a:cubicBezTo>
                    <a:pt x="54" y="32"/>
                    <a:pt x="32" y="15"/>
                    <a:pt x="16" y="0"/>
                  </a:cubicBezTo>
                  <a:cubicBezTo>
                    <a:pt x="10" y="7"/>
                    <a:pt x="5" y="15"/>
                    <a:pt x="0"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85"/>
            <p:cNvSpPr>
              <a:spLocks/>
            </p:cNvSpPr>
            <p:nvPr/>
          </p:nvSpPr>
          <p:spPr bwMode="auto">
            <a:xfrm>
              <a:off x="1116013" y="5051426"/>
              <a:ext cx="317500" cy="317500"/>
            </a:xfrm>
            <a:custGeom>
              <a:avLst/>
              <a:gdLst>
                <a:gd name="T0" fmla="*/ 157 w 204"/>
                <a:gd name="T1" fmla="*/ 30 h 204"/>
                <a:gd name="T2" fmla="*/ 30 w 204"/>
                <a:gd name="T3" fmla="*/ 48 h 204"/>
                <a:gd name="T4" fmla="*/ 48 w 204"/>
                <a:gd name="T5" fmla="*/ 174 h 204"/>
                <a:gd name="T6" fmla="*/ 174 w 204"/>
                <a:gd name="T7" fmla="*/ 157 h 204"/>
                <a:gd name="T8" fmla="*/ 157 w 204"/>
                <a:gd name="T9" fmla="*/ 30 h 204"/>
              </a:gdLst>
              <a:ahLst/>
              <a:cxnLst>
                <a:cxn ang="0">
                  <a:pos x="T0" y="T1"/>
                </a:cxn>
                <a:cxn ang="0">
                  <a:pos x="T2" y="T3"/>
                </a:cxn>
                <a:cxn ang="0">
                  <a:pos x="T4" y="T5"/>
                </a:cxn>
                <a:cxn ang="0">
                  <a:pos x="T6" y="T7"/>
                </a:cxn>
                <a:cxn ang="0">
                  <a:pos x="T8" y="T9"/>
                </a:cxn>
              </a:cxnLst>
              <a:rect l="0" t="0" r="r" b="b"/>
              <a:pathLst>
                <a:path w="204" h="204">
                  <a:moveTo>
                    <a:pt x="157" y="30"/>
                  </a:moveTo>
                  <a:cubicBezTo>
                    <a:pt x="117" y="0"/>
                    <a:pt x="61" y="8"/>
                    <a:pt x="30" y="48"/>
                  </a:cubicBezTo>
                  <a:cubicBezTo>
                    <a:pt x="0" y="87"/>
                    <a:pt x="8" y="144"/>
                    <a:pt x="48" y="174"/>
                  </a:cubicBezTo>
                  <a:cubicBezTo>
                    <a:pt x="87" y="204"/>
                    <a:pt x="144" y="196"/>
                    <a:pt x="174" y="157"/>
                  </a:cubicBezTo>
                  <a:cubicBezTo>
                    <a:pt x="204" y="117"/>
                    <a:pt x="196" y="61"/>
                    <a:pt x="157"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86"/>
            <p:cNvSpPr>
              <a:spLocks/>
            </p:cNvSpPr>
            <p:nvPr/>
          </p:nvSpPr>
          <p:spPr bwMode="auto">
            <a:xfrm>
              <a:off x="719138" y="5284788"/>
              <a:ext cx="519112" cy="750888"/>
            </a:xfrm>
            <a:custGeom>
              <a:avLst/>
              <a:gdLst>
                <a:gd name="T0" fmla="*/ 298 w 334"/>
                <a:gd name="T1" fmla="*/ 408 h 483"/>
                <a:gd name="T2" fmla="*/ 334 w 334"/>
                <a:gd name="T3" fmla="*/ 361 h 483"/>
                <a:gd name="T4" fmla="*/ 300 w 334"/>
                <a:gd name="T5" fmla="*/ 313 h 483"/>
                <a:gd name="T6" fmla="*/ 162 w 334"/>
                <a:gd name="T7" fmla="*/ 266 h 483"/>
                <a:gd name="T8" fmla="*/ 219 w 334"/>
                <a:gd name="T9" fmla="*/ 172 h 483"/>
                <a:gd name="T10" fmla="*/ 165 w 334"/>
                <a:gd name="T11" fmla="*/ 96 h 483"/>
                <a:gd name="T12" fmla="*/ 166 w 334"/>
                <a:gd name="T13" fmla="*/ 65 h 483"/>
                <a:gd name="T14" fmla="*/ 188 w 334"/>
                <a:gd name="T15" fmla="*/ 45 h 483"/>
                <a:gd name="T16" fmla="*/ 202 w 334"/>
                <a:gd name="T17" fmla="*/ 42 h 483"/>
                <a:gd name="T18" fmla="*/ 239 w 334"/>
                <a:gd name="T19" fmla="*/ 68 h 483"/>
                <a:gd name="T20" fmla="*/ 240 w 334"/>
                <a:gd name="T21" fmla="*/ 69 h 483"/>
                <a:gd name="T22" fmla="*/ 246 w 334"/>
                <a:gd name="T23" fmla="*/ 79 h 483"/>
                <a:gd name="T24" fmla="*/ 265 w 334"/>
                <a:gd name="T25" fmla="*/ 104 h 483"/>
                <a:gd name="T26" fmla="*/ 255 w 334"/>
                <a:gd name="T27" fmla="*/ 25 h 483"/>
                <a:gd name="T28" fmla="*/ 132 w 334"/>
                <a:gd name="T29" fmla="*/ 45 h 483"/>
                <a:gd name="T30" fmla="*/ 21 w 334"/>
                <a:gd name="T31" fmla="*/ 238 h 483"/>
                <a:gd name="T32" fmla="*/ 72 w 334"/>
                <a:gd name="T33" fmla="*/ 339 h 483"/>
                <a:gd name="T34" fmla="*/ 84 w 334"/>
                <a:gd name="T35" fmla="*/ 345 h 483"/>
                <a:gd name="T36" fmla="*/ 123 w 334"/>
                <a:gd name="T37" fmla="*/ 358 h 483"/>
                <a:gd name="T38" fmla="*/ 41 w 334"/>
                <a:gd name="T39" fmla="*/ 384 h 483"/>
                <a:gd name="T40" fmla="*/ 9 w 334"/>
                <a:gd name="T41" fmla="*/ 446 h 483"/>
                <a:gd name="T42" fmla="*/ 36 w 334"/>
                <a:gd name="T43" fmla="*/ 477 h 483"/>
                <a:gd name="T44" fmla="*/ 71 w 334"/>
                <a:gd name="T45" fmla="*/ 479 h 483"/>
                <a:gd name="T46" fmla="*/ 298 w 334"/>
                <a:gd name="T47" fmla="*/ 408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34" h="483">
                  <a:moveTo>
                    <a:pt x="298" y="408"/>
                  </a:moveTo>
                  <a:cubicBezTo>
                    <a:pt x="319" y="401"/>
                    <a:pt x="333" y="382"/>
                    <a:pt x="334" y="361"/>
                  </a:cubicBezTo>
                  <a:cubicBezTo>
                    <a:pt x="334" y="339"/>
                    <a:pt x="320" y="320"/>
                    <a:pt x="300" y="313"/>
                  </a:cubicBezTo>
                  <a:cubicBezTo>
                    <a:pt x="162" y="266"/>
                    <a:pt x="162" y="266"/>
                    <a:pt x="162" y="266"/>
                  </a:cubicBezTo>
                  <a:cubicBezTo>
                    <a:pt x="178" y="232"/>
                    <a:pt x="199" y="200"/>
                    <a:pt x="219" y="172"/>
                  </a:cubicBezTo>
                  <a:cubicBezTo>
                    <a:pt x="179" y="133"/>
                    <a:pt x="166" y="100"/>
                    <a:pt x="165" y="96"/>
                  </a:cubicBezTo>
                  <a:cubicBezTo>
                    <a:pt x="161" y="86"/>
                    <a:pt x="161" y="75"/>
                    <a:pt x="166" y="65"/>
                  </a:cubicBezTo>
                  <a:cubicBezTo>
                    <a:pt x="170" y="56"/>
                    <a:pt x="178" y="48"/>
                    <a:pt x="188" y="45"/>
                  </a:cubicBezTo>
                  <a:cubicBezTo>
                    <a:pt x="192" y="43"/>
                    <a:pt x="197" y="42"/>
                    <a:pt x="202" y="42"/>
                  </a:cubicBezTo>
                  <a:cubicBezTo>
                    <a:pt x="218" y="42"/>
                    <a:pt x="234" y="52"/>
                    <a:pt x="239" y="68"/>
                  </a:cubicBezTo>
                  <a:cubicBezTo>
                    <a:pt x="239" y="68"/>
                    <a:pt x="240" y="68"/>
                    <a:pt x="240" y="69"/>
                  </a:cubicBezTo>
                  <a:cubicBezTo>
                    <a:pt x="241" y="71"/>
                    <a:pt x="243" y="75"/>
                    <a:pt x="246" y="79"/>
                  </a:cubicBezTo>
                  <a:cubicBezTo>
                    <a:pt x="250" y="85"/>
                    <a:pt x="256" y="94"/>
                    <a:pt x="265" y="104"/>
                  </a:cubicBezTo>
                  <a:cubicBezTo>
                    <a:pt x="278" y="75"/>
                    <a:pt x="276" y="42"/>
                    <a:pt x="255" y="25"/>
                  </a:cubicBezTo>
                  <a:cubicBezTo>
                    <a:pt x="227" y="3"/>
                    <a:pt x="175" y="0"/>
                    <a:pt x="132" y="45"/>
                  </a:cubicBezTo>
                  <a:cubicBezTo>
                    <a:pt x="74" y="108"/>
                    <a:pt x="48" y="153"/>
                    <a:pt x="21" y="238"/>
                  </a:cubicBezTo>
                  <a:cubicBezTo>
                    <a:pt x="6" y="299"/>
                    <a:pt x="40" y="324"/>
                    <a:pt x="72" y="339"/>
                  </a:cubicBezTo>
                  <a:cubicBezTo>
                    <a:pt x="76" y="341"/>
                    <a:pt x="79" y="343"/>
                    <a:pt x="84" y="345"/>
                  </a:cubicBezTo>
                  <a:cubicBezTo>
                    <a:pt x="123" y="358"/>
                    <a:pt x="123" y="358"/>
                    <a:pt x="123" y="358"/>
                  </a:cubicBezTo>
                  <a:cubicBezTo>
                    <a:pt x="41" y="384"/>
                    <a:pt x="41" y="384"/>
                    <a:pt x="41" y="384"/>
                  </a:cubicBezTo>
                  <a:cubicBezTo>
                    <a:pt x="15" y="392"/>
                    <a:pt x="0" y="420"/>
                    <a:pt x="9" y="446"/>
                  </a:cubicBezTo>
                  <a:cubicBezTo>
                    <a:pt x="13" y="460"/>
                    <a:pt x="23" y="471"/>
                    <a:pt x="36" y="477"/>
                  </a:cubicBezTo>
                  <a:cubicBezTo>
                    <a:pt x="47" y="482"/>
                    <a:pt x="59" y="483"/>
                    <a:pt x="71" y="479"/>
                  </a:cubicBezTo>
                  <a:lnTo>
                    <a:pt x="298" y="4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87"/>
            <p:cNvSpPr>
              <a:spLocks/>
            </p:cNvSpPr>
            <p:nvPr/>
          </p:nvSpPr>
          <p:spPr bwMode="auto">
            <a:xfrm>
              <a:off x="1473200" y="5281613"/>
              <a:ext cx="223837" cy="315913"/>
            </a:xfrm>
            <a:custGeom>
              <a:avLst/>
              <a:gdLst>
                <a:gd name="T0" fmla="*/ 62 w 144"/>
                <a:gd name="T1" fmla="*/ 77 h 203"/>
                <a:gd name="T2" fmla="*/ 93 w 144"/>
                <a:gd name="T3" fmla="*/ 109 h 203"/>
                <a:gd name="T4" fmla="*/ 42 w 144"/>
                <a:gd name="T5" fmla="*/ 188 h 203"/>
                <a:gd name="T6" fmla="*/ 144 w 144"/>
                <a:gd name="T7" fmla="*/ 121 h 203"/>
                <a:gd name="T8" fmla="*/ 51 w 144"/>
                <a:gd name="T9" fmla="*/ 0 h 203"/>
                <a:gd name="T10" fmla="*/ 60 w 144"/>
                <a:gd name="T11" fmla="*/ 53 h 203"/>
                <a:gd name="T12" fmla="*/ 9 w 144"/>
                <a:gd name="T13" fmla="*/ 27 h 203"/>
                <a:gd name="T14" fmla="*/ 19 w 144"/>
                <a:gd name="T15" fmla="*/ 81 h 203"/>
                <a:gd name="T16" fmla="*/ 6 w 144"/>
                <a:gd name="T17" fmla="*/ 146 h 203"/>
                <a:gd name="T18" fmla="*/ 62 w 144"/>
                <a:gd name="T19" fmla="*/ 77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4" h="203">
                  <a:moveTo>
                    <a:pt x="62" y="77"/>
                  </a:moveTo>
                  <a:cubicBezTo>
                    <a:pt x="79" y="85"/>
                    <a:pt x="87" y="98"/>
                    <a:pt x="93" y="109"/>
                  </a:cubicBezTo>
                  <a:cubicBezTo>
                    <a:pt x="115" y="151"/>
                    <a:pt x="64" y="179"/>
                    <a:pt x="42" y="188"/>
                  </a:cubicBezTo>
                  <a:cubicBezTo>
                    <a:pt x="92" y="203"/>
                    <a:pt x="142" y="159"/>
                    <a:pt x="144" y="121"/>
                  </a:cubicBezTo>
                  <a:cubicBezTo>
                    <a:pt x="144" y="102"/>
                    <a:pt x="144" y="24"/>
                    <a:pt x="51" y="0"/>
                  </a:cubicBezTo>
                  <a:cubicBezTo>
                    <a:pt x="71" y="24"/>
                    <a:pt x="60" y="53"/>
                    <a:pt x="60" y="53"/>
                  </a:cubicBezTo>
                  <a:cubicBezTo>
                    <a:pt x="60" y="53"/>
                    <a:pt x="41" y="32"/>
                    <a:pt x="9" y="27"/>
                  </a:cubicBezTo>
                  <a:cubicBezTo>
                    <a:pt x="15" y="45"/>
                    <a:pt x="27" y="62"/>
                    <a:pt x="19" y="81"/>
                  </a:cubicBezTo>
                  <a:cubicBezTo>
                    <a:pt x="9" y="99"/>
                    <a:pt x="0" y="123"/>
                    <a:pt x="6" y="146"/>
                  </a:cubicBezTo>
                  <a:cubicBezTo>
                    <a:pt x="28" y="138"/>
                    <a:pt x="66" y="118"/>
                    <a:pt x="62"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88"/>
            <p:cNvSpPr>
              <a:spLocks/>
            </p:cNvSpPr>
            <p:nvPr/>
          </p:nvSpPr>
          <p:spPr bwMode="auto">
            <a:xfrm>
              <a:off x="1425575" y="5494338"/>
              <a:ext cx="166687" cy="127000"/>
            </a:xfrm>
            <a:custGeom>
              <a:avLst/>
              <a:gdLst>
                <a:gd name="T0" fmla="*/ 16 w 107"/>
                <a:gd name="T1" fmla="*/ 82 h 82"/>
                <a:gd name="T2" fmla="*/ 58 w 107"/>
                <a:gd name="T3" fmla="*/ 50 h 82"/>
                <a:gd name="T4" fmla="*/ 98 w 107"/>
                <a:gd name="T5" fmla="*/ 21 h 82"/>
                <a:gd name="T6" fmla="*/ 81 w 107"/>
                <a:gd name="T7" fmla="*/ 0 h 82"/>
                <a:gd name="T8" fmla="*/ 40 w 107"/>
                <a:gd name="T9" fmla="*/ 33 h 82"/>
                <a:gd name="T10" fmla="*/ 0 w 107"/>
                <a:gd name="T11" fmla="*/ 73 h 82"/>
                <a:gd name="T12" fmla="*/ 16 w 107"/>
                <a:gd name="T13" fmla="*/ 82 h 82"/>
              </a:gdLst>
              <a:ahLst/>
              <a:cxnLst>
                <a:cxn ang="0">
                  <a:pos x="T0" y="T1"/>
                </a:cxn>
                <a:cxn ang="0">
                  <a:pos x="T2" y="T3"/>
                </a:cxn>
                <a:cxn ang="0">
                  <a:pos x="T4" y="T5"/>
                </a:cxn>
                <a:cxn ang="0">
                  <a:pos x="T6" y="T7"/>
                </a:cxn>
                <a:cxn ang="0">
                  <a:pos x="T8" y="T9"/>
                </a:cxn>
                <a:cxn ang="0">
                  <a:pos x="T10" y="T11"/>
                </a:cxn>
                <a:cxn ang="0">
                  <a:pos x="T12" y="T13"/>
                </a:cxn>
              </a:cxnLst>
              <a:rect l="0" t="0" r="r" b="b"/>
              <a:pathLst>
                <a:path w="107" h="82">
                  <a:moveTo>
                    <a:pt x="16" y="82"/>
                  </a:moveTo>
                  <a:cubicBezTo>
                    <a:pt x="30" y="71"/>
                    <a:pt x="45" y="60"/>
                    <a:pt x="58" y="50"/>
                  </a:cubicBezTo>
                  <a:cubicBezTo>
                    <a:pt x="80" y="34"/>
                    <a:pt x="98" y="21"/>
                    <a:pt x="98" y="21"/>
                  </a:cubicBezTo>
                  <a:cubicBezTo>
                    <a:pt x="98" y="21"/>
                    <a:pt x="107" y="4"/>
                    <a:pt x="81" y="0"/>
                  </a:cubicBezTo>
                  <a:cubicBezTo>
                    <a:pt x="68" y="8"/>
                    <a:pt x="54" y="20"/>
                    <a:pt x="40" y="33"/>
                  </a:cubicBezTo>
                  <a:cubicBezTo>
                    <a:pt x="26" y="46"/>
                    <a:pt x="13" y="60"/>
                    <a:pt x="0" y="73"/>
                  </a:cubicBezTo>
                  <a:cubicBezTo>
                    <a:pt x="6" y="74"/>
                    <a:pt x="12" y="78"/>
                    <a:pt x="16"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89"/>
            <p:cNvSpPr>
              <a:spLocks/>
            </p:cNvSpPr>
            <p:nvPr/>
          </p:nvSpPr>
          <p:spPr bwMode="auto">
            <a:xfrm>
              <a:off x="976313" y="5356226"/>
              <a:ext cx="487362" cy="360363"/>
            </a:xfrm>
            <a:custGeom>
              <a:avLst/>
              <a:gdLst>
                <a:gd name="T0" fmla="*/ 73 w 313"/>
                <a:gd name="T1" fmla="*/ 37 h 232"/>
                <a:gd name="T2" fmla="*/ 67 w 313"/>
                <a:gd name="T3" fmla="*/ 27 h 232"/>
                <a:gd name="T4" fmla="*/ 66 w 313"/>
                <a:gd name="T5" fmla="*/ 25 h 232"/>
                <a:gd name="T6" fmla="*/ 66 w 313"/>
                <a:gd name="T7" fmla="*/ 25 h 232"/>
                <a:gd name="T8" fmla="*/ 25 w 313"/>
                <a:gd name="T9" fmla="*/ 6 h 232"/>
                <a:gd name="T10" fmla="*/ 6 w 313"/>
                <a:gd name="T11" fmla="*/ 47 h 232"/>
                <a:gd name="T12" fmla="*/ 6 w 313"/>
                <a:gd name="T13" fmla="*/ 47 h 232"/>
                <a:gd name="T14" fmla="*/ 60 w 313"/>
                <a:gd name="T15" fmla="*/ 121 h 232"/>
                <a:gd name="T16" fmla="*/ 270 w 313"/>
                <a:gd name="T17" fmla="*/ 231 h 232"/>
                <a:gd name="T18" fmla="*/ 278 w 313"/>
                <a:gd name="T19" fmla="*/ 232 h 232"/>
                <a:gd name="T20" fmla="*/ 309 w 313"/>
                <a:gd name="T21" fmla="*/ 208 h 232"/>
                <a:gd name="T22" fmla="*/ 286 w 313"/>
                <a:gd name="T23" fmla="*/ 169 h 232"/>
                <a:gd name="T24" fmla="*/ 104 w 313"/>
                <a:gd name="T25" fmla="*/ 76 h 232"/>
                <a:gd name="T26" fmla="*/ 73 w 313"/>
                <a:gd name="T27" fmla="*/ 37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13" h="232">
                  <a:moveTo>
                    <a:pt x="73" y="37"/>
                  </a:moveTo>
                  <a:cubicBezTo>
                    <a:pt x="70" y="33"/>
                    <a:pt x="68" y="29"/>
                    <a:pt x="67" y="27"/>
                  </a:cubicBezTo>
                  <a:cubicBezTo>
                    <a:pt x="66" y="26"/>
                    <a:pt x="66" y="25"/>
                    <a:pt x="66" y="25"/>
                  </a:cubicBezTo>
                  <a:cubicBezTo>
                    <a:pt x="66" y="25"/>
                    <a:pt x="66" y="25"/>
                    <a:pt x="66" y="25"/>
                  </a:cubicBezTo>
                  <a:cubicBezTo>
                    <a:pt x="60" y="8"/>
                    <a:pt x="41" y="0"/>
                    <a:pt x="25" y="6"/>
                  </a:cubicBezTo>
                  <a:cubicBezTo>
                    <a:pt x="8" y="12"/>
                    <a:pt x="0" y="31"/>
                    <a:pt x="6" y="47"/>
                  </a:cubicBezTo>
                  <a:cubicBezTo>
                    <a:pt x="6" y="47"/>
                    <a:pt x="6" y="47"/>
                    <a:pt x="6" y="47"/>
                  </a:cubicBezTo>
                  <a:cubicBezTo>
                    <a:pt x="7" y="51"/>
                    <a:pt x="20" y="83"/>
                    <a:pt x="60" y="121"/>
                  </a:cubicBezTo>
                  <a:cubicBezTo>
                    <a:pt x="99" y="160"/>
                    <a:pt x="165" y="204"/>
                    <a:pt x="270" y="231"/>
                  </a:cubicBezTo>
                  <a:cubicBezTo>
                    <a:pt x="273" y="232"/>
                    <a:pt x="275" y="232"/>
                    <a:pt x="278" y="232"/>
                  </a:cubicBezTo>
                  <a:cubicBezTo>
                    <a:pt x="292" y="232"/>
                    <a:pt x="305" y="222"/>
                    <a:pt x="309" y="208"/>
                  </a:cubicBezTo>
                  <a:cubicBezTo>
                    <a:pt x="313" y="191"/>
                    <a:pt x="303" y="173"/>
                    <a:pt x="286" y="169"/>
                  </a:cubicBezTo>
                  <a:cubicBezTo>
                    <a:pt x="191" y="144"/>
                    <a:pt x="136" y="106"/>
                    <a:pt x="104" y="76"/>
                  </a:cubicBezTo>
                  <a:cubicBezTo>
                    <a:pt x="89" y="60"/>
                    <a:pt x="79" y="47"/>
                    <a:pt x="73"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1738225797"/>
      </p:ext>
    </p:extLst>
  </p:cSld>
  <p:clrMapOvr>
    <a:masterClrMapping/>
  </p:clrMapOvr>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6773863" y="1162050"/>
            <a:ext cx="635000" cy="1417638"/>
            <a:chOff x="373063" y="1162050"/>
            <a:chExt cx="635000" cy="1417638"/>
          </a:xfrm>
          <a:solidFill>
            <a:schemeClr val="tx1">
              <a:lumMod val="65000"/>
              <a:lumOff val="35000"/>
            </a:schemeClr>
          </a:solidFill>
        </p:grpSpPr>
        <p:sp>
          <p:nvSpPr>
            <p:cNvPr id="3" name="Freeform 6"/>
            <p:cNvSpPr>
              <a:spLocks/>
            </p:cNvSpPr>
            <p:nvPr/>
          </p:nvSpPr>
          <p:spPr bwMode="auto">
            <a:xfrm>
              <a:off x="373063" y="1839913"/>
              <a:ext cx="163513" cy="165100"/>
            </a:xfrm>
            <a:custGeom>
              <a:avLst/>
              <a:gdLst>
                <a:gd name="T0" fmla="*/ 23 w 109"/>
                <a:gd name="T1" fmla="*/ 12 h 110"/>
                <a:gd name="T2" fmla="*/ 23 w 109"/>
                <a:gd name="T3" fmla="*/ 12 h 110"/>
                <a:gd name="T4" fmla="*/ 2 w 109"/>
                <a:gd name="T5" fmla="*/ 12 h 110"/>
                <a:gd name="T6" fmla="*/ 67 w 109"/>
                <a:gd name="T7" fmla="*/ 101 h 110"/>
                <a:gd name="T8" fmla="*/ 86 w 109"/>
                <a:gd name="T9" fmla="*/ 106 h 110"/>
                <a:gd name="T10" fmla="*/ 109 w 109"/>
                <a:gd name="T11" fmla="*/ 110 h 110"/>
                <a:gd name="T12" fmla="*/ 109 w 109"/>
                <a:gd name="T13" fmla="*/ 0 h 110"/>
                <a:gd name="T14" fmla="*/ 23 w 109"/>
                <a:gd name="T15" fmla="*/ 12 h 1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 h="110">
                  <a:moveTo>
                    <a:pt x="23" y="12"/>
                  </a:moveTo>
                  <a:cubicBezTo>
                    <a:pt x="23" y="12"/>
                    <a:pt x="23" y="12"/>
                    <a:pt x="23" y="12"/>
                  </a:cubicBezTo>
                  <a:cubicBezTo>
                    <a:pt x="16" y="12"/>
                    <a:pt x="9" y="12"/>
                    <a:pt x="2" y="12"/>
                  </a:cubicBezTo>
                  <a:cubicBezTo>
                    <a:pt x="0" y="52"/>
                    <a:pt x="26" y="90"/>
                    <a:pt x="67" y="101"/>
                  </a:cubicBezTo>
                  <a:cubicBezTo>
                    <a:pt x="86" y="106"/>
                    <a:pt x="86" y="106"/>
                    <a:pt x="86" y="106"/>
                  </a:cubicBezTo>
                  <a:cubicBezTo>
                    <a:pt x="94" y="108"/>
                    <a:pt x="101" y="109"/>
                    <a:pt x="109" y="110"/>
                  </a:cubicBezTo>
                  <a:cubicBezTo>
                    <a:pt x="109" y="0"/>
                    <a:pt x="109" y="0"/>
                    <a:pt x="109" y="0"/>
                  </a:cubicBezTo>
                  <a:cubicBezTo>
                    <a:pt x="85" y="8"/>
                    <a:pt x="57" y="12"/>
                    <a:pt x="23"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Freeform 7"/>
            <p:cNvSpPr>
              <a:spLocks/>
            </p:cNvSpPr>
            <p:nvPr/>
          </p:nvSpPr>
          <p:spPr bwMode="auto">
            <a:xfrm>
              <a:off x="384175" y="1701800"/>
              <a:ext cx="152400" cy="114300"/>
            </a:xfrm>
            <a:custGeom>
              <a:avLst/>
              <a:gdLst>
                <a:gd name="T0" fmla="*/ 102 w 102"/>
                <a:gd name="T1" fmla="*/ 63 h 76"/>
                <a:gd name="T2" fmla="*/ 102 w 102"/>
                <a:gd name="T3" fmla="*/ 46 h 76"/>
                <a:gd name="T4" fmla="*/ 83 w 102"/>
                <a:gd name="T5" fmla="*/ 48 h 76"/>
                <a:gd name="T6" fmla="*/ 83 w 102"/>
                <a:gd name="T7" fmla="*/ 48 h 76"/>
                <a:gd name="T8" fmla="*/ 83 w 102"/>
                <a:gd name="T9" fmla="*/ 48 h 76"/>
                <a:gd name="T10" fmla="*/ 57 w 102"/>
                <a:gd name="T11" fmla="*/ 43 h 76"/>
                <a:gd name="T12" fmla="*/ 34 w 102"/>
                <a:gd name="T13" fmla="*/ 26 h 76"/>
                <a:gd name="T14" fmla="*/ 21 w 102"/>
                <a:gd name="T15" fmla="*/ 0 h 76"/>
                <a:gd name="T16" fmla="*/ 0 w 102"/>
                <a:gd name="T17" fmla="*/ 76 h 76"/>
                <a:gd name="T18" fmla="*/ 16 w 102"/>
                <a:gd name="T19" fmla="*/ 76 h 76"/>
                <a:gd name="T20" fmla="*/ 102 w 102"/>
                <a:gd name="T21" fmla="*/ 6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2" h="76">
                  <a:moveTo>
                    <a:pt x="102" y="63"/>
                  </a:moveTo>
                  <a:cubicBezTo>
                    <a:pt x="102" y="46"/>
                    <a:pt x="102" y="46"/>
                    <a:pt x="102" y="46"/>
                  </a:cubicBezTo>
                  <a:cubicBezTo>
                    <a:pt x="95" y="47"/>
                    <a:pt x="89" y="48"/>
                    <a:pt x="83" y="48"/>
                  </a:cubicBezTo>
                  <a:cubicBezTo>
                    <a:pt x="83" y="48"/>
                    <a:pt x="83" y="48"/>
                    <a:pt x="83" y="48"/>
                  </a:cubicBezTo>
                  <a:cubicBezTo>
                    <a:pt x="83" y="48"/>
                    <a:pt x="83" y="48"/>
                    <a:pt x="83" y="48"/>
                  </a:cubicBezTo>
                  <a:cubicBezTo>
                    <a:pt x="74" y="48"/>
                    <a:pt x="65" y="46"/>
                    <a:pt x="57" y="43"/>
                  </a:cubicBezTo>
                  <a:cubicBezTo>
                    <a:pt x="48" y="39"/>
                    <a:pt x="40" y="33"/>
                    <a:pt x="34" y="26"/>
                  </a:cubicBezTo>
                  <a:cubicBezTo>
                    <a:pt x="28" y="19"/>
                    <a:pt x="23" y="10"/>
                    <a:pt x="21" y="0"/>
                  </a:cubicBezTo>
                  <a:cubicBezTo>
                    <a:pt x="0" y="76"/>
                    <a:pt x="0" y="76"/>
                    <a:pt x="0" y="76"/>
                  </a:cubicBezTo>
                  <a:cubicBezTo>
                    <a:pt x="6" y="76"/>
                    <a:pt x="11" y="76"/>
                    <a:pt x="16" y="76"/>
                  </a:cubicBezTo>
                  <a:cubicBezTo>
                    <a:pt x="53" y="76"/>
                    <a:pt x="81" y="71"/>
                    <a:pt x="102"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 name="Freeform 8"/>
            <p:cNvSpPr>
              <a:spLocks/>
            </p:cNvSpPr>
            <p:nvPr/>
          </p:nvSpPr>
          <p:spPr bwMode="auto">
            <a:xfrm>
              <a:off x="547688" y="1746250"/>
              <a:ext cx="55563" cy="44450"/>
            </a:xfrm>
            <a:custGeom>
              <a:avLst/>
              <a:gdLst>
                <a:gd name="T0" fmla="*/ 37 w 37"/>
                <a:gd name="T1" fmla="*/ 0 h 30"/>
                <a:gd name="T2" fmla="*/ 22 w 37"/>
                <a:gd name="T3" fmla="*/ 7 h 30"/>
                <a:gd name="T4" fmla="*/ 0 w 37"/>
                <a:gd name="T5" fmla="*/ 15 h 30"/>
                <a:gd name="T6" fmla="*/ 0 w 37"/>
                <a:gd name="T7" fmla="*/ 30 h 30"/>
                <a:gd name="T8" fmla="*/ 27 w 37"/>
                <a:gd name="T9" fmla="*/ 12 h 30"/>
                <a:gd name="T10" fmla="*/ 37 w 37"/>
                <a:gd name="T11" fmla="*/ 0 h 30"/>
              </a:gdLst>
              <a:ahLst/>
              <a:cxnLst>
                <a:cxn ang="0">
                  <a:pos x="T0" y="T1"/>
                </a:cxn>
                <a:cxn ang="0">
                  <a:pos x="T2" y="T3"/>
                </a:cxn>
                <a:cxn ang="0">
                  <a:pos x="T4" y="T5"/>
                </a:cxn>
                <a:cxn ang="0">
                  <a:pos x="T6" y="T7"/>
                </a:cxn>
                <a:cxn ang="0">
                  <a:pos x="T8" y="T9"/>
                </a:cxn>
                <a:cxn ang="0">
                  <a:pos x="T10" y="T11"/>
                </a:cxn>
              </a:cxnLst>
              <a:rect l="0" t="0" r="r" b="b"/>
              <a:pathLst>
                <a:path w="37" h="30">
                  <a:moveTo>
                    <a:pt x="37" y="0"/>
                  </a:moveTo>
                  <a:cubicBezTo>
                    <a:pt x="32" y="2"/>
                    <a:pt x="27" y="5"/>
                    <a:pt x="22" y="7"/>
                  </a:cubicBezTo>
                  <a:cubicBezTo>
                    <a:pt x="14" y="10"/>
                    <a:pt x="7" y="13"/>
                    <a:pt x="0" y="15"/>
                  </a:cubicBezTo>
                  <a:cubicBezTo>
                    <a:pt x="0" y="30"/>
                    <a:pt x="0" y="30"/>
                    <a:pt x="0" y="30"/>
                  </a:cubicBezTo>
                  <a:cubicBezTo>
                    <a:pt x="11" y="25"/>
                    <a:pt x="20" y="18"/>
                    <a:pt x="27" y="12"/>
                  </a:cubicBezTo>
                  <a:cubicBezTo>
                    <a:pt x="30" y="8"/>
                    <a:pt x="34" y="4"/>
                    <a:pt x="3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Oval 9"/>
            <p:cNvSpPr>
              <a:spLocks noChangeArrowheads="1"/>
            </p:cNvSpPr>
            <p:nvPr/>
          </p:nvSpPr>
          <p:spPr bwMode="auto">
            <a:xfrm>
              <a:off x="574675" y="1162050"/>
              <a:ext cx="269875" cy="2698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10"/>
            <p:cNvSpPr>
              <a:spLocks/>
            </p:cNvSpPr>
            <p:nvPr/>
          </p:nvSpPr>
          <p:spPr bwMode="auto">
            <a:xfrm>
              <a:off x="547688" y="1463675"/>
              <a:ext cx="460375" cy="1116013"/>
            </a:xfrm>
            <a:custGeom>
              <a:avLst/>
              <a:gdLst>
                <a:gd name="T0" fmla="*/ 180 w 308"/>
                <a:gd name="T1" fmla="*/ 0 h 746"/>
                <a:gd name="T2" fmla="*/ 180 w 308"/>
                <a:gd name="T3" fmla="*/ 0 h 746"/>
                <a:gd name="T4" fmla="*/ 55 w 308"/>
                <a:gd name="T5" fmla="*/ 0 h 746"/>
                <a:gd name="T6" fmla="*/ 82 w 308"/>
                <a:gd name="T7" fmla="*/ 98 h 746"/>
                <a:gd name="T8" fmla="*/ 90 w 308"/>
                <a:gd name="T9" fmla="*/ 107 h 746"/>
                <a:gd name="T10" fmla="*/ 96 w 308"/>
                <a:gd name="T11" fmla="*/ 137 h 746"/>
                <a:gd name="T12" fmla="*/ 79 w 308"/>
                <a:gd name="T13" fmla="*/ 162 h 746"/>
                <a:gd name="T14" fmla="*/ 78 w 308"/>
                <a:gd name="T15" fmla="*/ 163 h 746"/>
                <a:gd name="T16" fmla="*/ 46 w 308"/>
                <a:gd name="T17" fmla="*/ 220 h 746"/>
                <a:gd name="T18" fmla="*/ 0 w 308"/>
                <a:gd name="T19" fmla="*/ 249 h 746"/>
                <a:gd name="T20" fmla="*/ 0 w 308"/>
                <a:gd name="T21" fmla="*/ 697 h 746"/>
                <a:gd name="T22" fmla="*/ 49 w 308"/>
                <a:gd name="T23" fmla="*/ 746 h 746"/>
                <a:gd name="T24" fmla="*/ 98 w 308"/>
                <a:gd name="T25" fmla="*/ 697 h 746"/>
                <a:gd name="T26" fmla="*/ 98 w 308"/>
                <a:gd name="T27" fmla="*/ 336 h 746"/>
                <a:gd name="T28" fmla="*/ 117 w 308"/>
                <a:gd name="T29" fmla="*/ 336 h 746"/>
                <a:gd name="T30" fmla="*/ 117 w 308"/>
                <a:gd name="T31" fmla="*/ 697 h 746"/>
                <a:gd name="T32" fmla="*/ 166 w 308"/>
                <a:gd name="T33" fmla="*/ 746 h 746"/>
                <a:gd name="T34" fmla="*/ 216 w 308"/>
                <a:gd name="T35" fmla="*/ 697 h 746"/>
                <a:gd name="T36" fmla="*/ 216 w 308"/>
                <a:gd name="T37" fmla="*/ 97 h 746"/>
                <a:gd name="T38" fmla="*/ 223 w 308"/>
                <a:gd name="T39" fmla="*/ 114 h 746"/>
                <a:gd name="T40" fmla="*/ 224 w 308"/>
                <a:gd name="T41" fmla="*/ 116 h 746"/>
                <a:gd name="T42" fmla="*/ 244 w 308"/>
                <a:gd name="T43" fmla="*/ 276 h 746"/>
                <a:gd name="T44" fmla="*/ 241 w 308"/>
                <a:gd name="T45" fmla="*/ 349 h 746"/>
                <a:gd name="T46" fmla="*/ 272 w 308"/>
                <a:gd name="T47" fmla="*/ 383 h 746"/>
                <a:gd name="T48" fmla="*/ 273 w 308"/>
                <a:gd name="T49" fmla="*/ 383 h 746"/>
                <a:gd name="T50" fmla="*/ 305 w 308"/>
                <a:gd name="T51" fmla="*/ 353 h 746"/>
                <a:gd name="T52" fmla="*/ 308 w 308"/>
                <a:gd name="T53" fmla="*/ 276 h 746"/>
                <a:gd name="T54" fmla="*/ 262 w 308"/>
                <a:gd name="T55" fmla="*/ 48 h 746"/>
                <a:gd name="T56" fmla="*/ 219 w 308"/>
                <a:gd name="T57" fmla="*/ 9 h 746"/>
                <a:gd name="T58" fmla="*/ 215 w 308"/>
                <a:gd name="T59" fmla="*/ 7 h 746"/>
                <a:gd name="T60" fmla="*/ 186 w 308"/>
                <a:gd name="T61" fmla="*/ 0 h 746"/>
                <a:gd name="T62" fmla="*/ 180 w 308"/>
                <a:gd name="T63" fmla="*/ 0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08" h="746">
                  <a:moveTo>
                    <a:pt x="180" y="0"/>
                  </a:moveTo>
                  <a:cubicBezTo>
                    <a:pt x="180" y="0"/>
                    <a:pt x="180" y="0"/>
                    <a:pt x="180" y="0"/>
                  </a:cubicBezTo>
                  <a:cubicBezTo>
                    <a:pt x="55" y="0"/>
                    <a:pt x="55" y="0"/>
                    <a:pt x="55" y="0"/>
                  </a:cubicBezTo>
                  <a:cubicBezTo>
                    <a:pt x="63" y="20"/>
                    <a:pt x="77" y="57"/>
                    <a:pt x="82" y="98"/>
                  </a:cubicBezTo>
                  <a:cubicBezTo>
                    <a:pt x="85" y="100"/>
                    <a:pt x="88" y="103"/>
                    <a:pt x="90" y="107"/>
                  </a:cubicBezTo>
                  <a:cubicBezTo>
                    <a:pt x="96" y="115"/>
                    <a:pt x="98" y="126"/>
                    <a:pt x="96" y="137"/>
                  </a:cubicBezTo>
                  <a:cubicBezTo>
                    <a:pt x="94" y="147"/>
                    <a:pt x="88" y="156"/>
                    <a:pt x="79" y="162"/>
                  </a:cubicBezTo>
                  <a:cubicBezTo>
                    <a:pt x="79" y="162"/>
                    <a:pt x="79" y="163"/>
                    <a:pt x="78" y="163"/>
                  </a:cubicBezTo>
                  <a:cubicBezTo>
                    <a:pt x="73" y="183"/>
                    <a:pt x="63" y="203"/>
                    <a:pt x="46" y="220"/>
                  </a:cubicBezTo>
                  <a:cubicBezTo>
                    <a:pt x="34" y="231"/>
                    <a:pt x="19" y="241"/>
                    <a:pt x="0" y="249"/>
                  </a:cubicBezTo>
                  <a:cubicBezTo>
                    <a:pt x="0" y="697"/>
                    <a:pt x="0" y="697"/>
                    <a:pt x="0" y="697"/>
                  </a:cubicBezTo>
                  <a:cubicBezTo>
                    <a:pt x="0" y="724"/>
                    <a:pt x="22" y="746"/>
                    <a:pt x="49" y="746"/>
                  </a:cubicBezTo>
                  <a:cubicBezTo>
                    <a:pt x="76" y="746"/>
                    <a:pt x="98" y="724"/>
                    <a:pt x="98" y="697"/>
                  </a:cubicBezTo>
                  <a:cubicBezTo>
                    <a:pt x="98" y="336"/>
                    <a:pt x="98" y="336"/>
                    <a:pt x="98" y="336"/>
                  </a:cubicBezTo>
                  <a:cubicBezTo>
                    <a:pt x="117" y="336"/>
                    <a:pt x="117" y="336"/>
                    <a:pt x="117" y="336"/>
                  </a:cubicBezTo>
                  <a:cubicBezTo>
                    <a:pt x="117" y="697"/>
                    <a:pt x="117" y="697"/>
                    <a:pt x="117" y="697"/>
                  </a:cubicBezTo>
                  <a:cubicBezTo>
                    <a:pt x="117" y="724"/>
                    <a:pt x="139" y="746"/>
                    <a:pt x="166" y="746"/>
                  </a:cubicBezTo>
                  <a:cubicBezTo>
                    <a:pt x="194" y="746"/>
                    <a:pt x="216" y="724"/>
                    <a:pt x="216" y="697"/>
                  </a:cubicBezTo>
                  <a:cubicBezTo>
                    <a:pt x="216" y="97"/>
                    <a:pt x="216" y="97"/>
                    <a:pt x="216" y="97"/>
                  </a:cubicBezTo>
                  <a:cubicBezTo>
                    <a:pt x="218" y="102"/>
                    <a:pt x="221" y="107"/>
                    <a:pt x="223" y="114"/>
                  </a:cubicBezTo>
                  <a:cubicBezTo>
                    <a:pt x="223" y="114"/>
                    <a:pt x="224" y="115"/>
                    <a:pt x="224" y="116"/>
                  </a:cubicBezTo>
                  <a:cubicBezTo>
                    <a:pt x="235" y="148"/>
                    <a:pt x="244" y="198"/>
                    <a:pt x="244" y="276"/>
                  </a:cubicBezTo>
                  <a:cubicBezTo>
                    <a:pt x="244" y="298"/>
                    <a:pt x="243" y="322"/>
                    <a:pt x="241" y="349"/>
                  </a:cubicBezTo>
                  <a:cubicBezTo>
                    <a:pt x="240" y="367"/>
                    <a:pt x="254" y="382"/>
                    <a:pt x="272" y="383"/>
                  </a:cubicBezTo>
                  <a:cubicBezTo>
                    <a:pt x="272" y="383"/>
                    <a:pt x="273" y="383"/>
                    <a:pt x="273" y="383"/>
                  </a:cubicBezTo>
                  <a:cubicBezTo>
                    <a:pt x="290" y="383"/>
                    <a:pt x="304" y="370"/>
                    <a:pt x="305" y="353"/>
                  </a:cubicBezTo>
                  <a:cubicBezTo>
                    <a:pt x="307" y="325"/>
                    <a:pt x="308" y="300"/>
                    <a:pt x="308" y="276"/>
                  </a:cubicBezTo>
                  <a:cubicBezTo>
                    <a:pt x="308" y="155"/>
                    <a:pt x="288" y="89"/>
                    <a:pt x="262" y="48"/>
                  </a:cubicBezTo>
                  <a:cubicBezTo>
                    <a:pt x="249" y="28"/>
                    <a:pt x="234" y="16"/>
                    <a:pt x="219" y="9"/>
                  </a:cubicBezTo>
                  <a:cubicBezTo>
                    <a:pt x="218" y="8"/>
                    <a:pt x="216" y="7"/>
                    <a:pt x="215" y="7"/>
                  </a:cubicBezTo>
                  <a:cubicBezTo>
                    <a:pt x="203" y="1"/>
                    <a:pt x="192" y="0"/>
                    <a:pt x="186" y="0"/>
                  </a:cubicBezTo>
                  <a:cubicBezTo>
                    <a:pt x="183" y="0"/>
                    <a:pt x="181" y="0"/>
                    <a:pt x="18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11"/>
            <p:cNvSpPr>
              <a:spLocks/>
            </p:cNvSpPr>
            <p:nvPr/>
          </p:nvSpPr>
          <p:spPr bwMode="auto">
            <a:xfrm>
              <a:off x="423863" y="1465263"/>
              <a:ext cx="263525" cy="296863"/>
            </a:xfrm>
            <a:custGeom>
              <a:avLst/>
              <a:gdLst>
                <a:gd name="T0" fmla="*/ 102 w 176"/>
                <a:gd name="T1" fmla="*/ 186 h 198"/>
                <a:gd name="T2" fmla="*/ 158 w 176"/>
                <a:gd name="T3" fmla="*/ 154 h 198"/>
                <a:gd name="T4" fmla="*/ 166 w 176"/>
                <a:gd name="T5" fmla="*/ 110 h 198"/>
                <a:gd name="T6" fmla="*/ 122 w 176"/>
                <a:gd name="T7" fmla="*/ 102 h 198"/>
                <a:gd name="T8" fmla="*/ 77 w 176"/>
                <a:gd name="T9" fmla="*/ 128 h 198"/>
                <a:gd name="T10" fmla="*/ 65 w 176"/>
                <a:gd name="T11" fmla="*/ 132 h 198"/>
                <a:gd name="T12" fmla="*/ 68 w 176"/>
                <a:gd name="T13" fmla="*/ 120 h 198"/>
                <a:gd name="T14" fmla="*/ 82 w 176"/>
                <a:gd name="T15" fmla="*/ 94 h 198"/>
                <a:gd name="T16" fmla="*/ 82 w 176"/>
                <a:gd name="T17" fmla="*/ 94 h 198"/>
                <a:gd name="T18" fmla="*/ 95 w 176"/>
                <a:gd name="T19" fmla="*/ 77 h 198"/>
                <a:gd name="T20" fmla="*/ 88 w 176"/>
                <a:gd name="T21" fmla="*/ 99 h 198"/>
                <a:gd name="T22" fmla="*/ 83 w 176"/>
                <a:gd name="T23" fmla="*/ 108 h 198"/>
                <a:gd name="T24" fmla="*/ 83 w 176"/>
                <a:gd name="T25" fmla="*/ 116 h 198"/>
                <a:gd name="T26" fmla="*/ 118 w 176"/>
                <a:gd name="T27" fmla="*/ 95 h 198"/>
                <a:gd name="T28" fmla="*/ 135 w 176"/>
                <a:gd name="T29" fmla="*/ 88 h 198"/>
                <a:gd name="T30" fmla="*/ 107 w 176"/>
                <a:gd name="T31" fmla="*/ 0 h 198"/>
                <a:gd name="T32" fmla="*/ 107 w 176"/>
                <a:gd name="T33" fmla="*/ 0 h 198"/>
                <a:gd name="T34" fmla="*/ 63 w 176"/>
                <a:gd name="T35" fmla="*/ 20 h 198"/>
                <a:gd name="T36" fmla="*/ 28 w 176"/>
                <a:gd name="T37" fmla="*/ 59 h 198"/>
                <a:gd name="T38" fmla="*/ 28 w 176"/>
                <a:gd name="T39" fmla="*/ 59 h 198"/>
                <a:gd name="T40" fmla="*/ 8 w 176"/>
                <a:gd name="T41" fmla="*/ 98 h 198"/>
                <a:gd name="T42" fmla="*/ 0 w 176"/>
                <a:gd name="T43" fmla="*/ 139 h 198"/>
                <a:gd name="T44" fmla="*/ 13 w 176"/>
                <a:gd name="T45" fmla="*/ 179 h 198"/>
                <a:gd name="T46" fmla="*/ 33 w 176"/>
                <a:gd name="T47" fmla="*/ 193 h 198"/>
                <a:gd name="T48" fmla="*/ 56 w 176"/>
                <a:gd name="T49" fmla="*/ 198 h 198"/>
                <a:gd name="T50" fmla="*/ 102 w 176"/>
                <a:gd name="T51" fmla="*/ 186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6" h="198">
                  <a:moveTo>
                    <a:pt x="102" y="186"/>
                  </a:moveTo>
                  <a:cubicBezTo>
                    <a:pt x="119" y="179"/>
                    <a:pt x="137" y="169"/>
                    <a:pt x="158" y="154"/>
                  </a:cubicBezTo>
                  <a:cubicBezTo>
                    <a:pt x="173" y="145"/>
                    <a:pt x="176" y="125"/>
                    <a:pt x="166" y="110"/>
                  </a:cubicBezTo>
                  <a:cubicBezTo>
                    <a:pt x="157" y="95"/>
                    <a:pt x="137" y="92"/>
                    <a:pt x="122" y="102"/>
                  </a:cubicBezTo>
                  <a:cubicBezTo>
                    <a:pt x="103" y="114"/>
                    <a:pt x="88" y="123"/>
                    <a:pt x="77" y="128"/>
                  </a:cubicBezTo>
                  <a:cubicBezTo>
                    <a:pt x="72" y="130"/>
                    <a:pt x="68" y="131"/>
                    <a:pt x="65" y="132"/>
                  </a:cubicBezTo>
                  <a:cubicBezTo>
                    <a:pt x="65" y="129"/>
                    <a:pt x="67" y="125"/>
                    <a:pt x="68" y="120"/>
                  </a:cubicBezTo>
                  <a:cubicBezTo>
                    <a:pt x="71" y="112"/>
                    <a:pt x="76" y="103"/>
                    <a:pt x="82" y="94"/>
                  </a:cubicBezTo>
                  <a:cubicBezTo>
                    <a:pt x="82" y="94"/>
                    <a:pt x="82" y="94"/>
                    <a:pt x="82" y="94"/>
                  </a:cubicBezTo>
                  <a:cubicBezTo>
                    <a:pt x="86" y="88"/>
                    <a:pt x="90" y="82"/>
                    <a:pt x="95" y="77"/>
                  </a:cubicBezTo>
                  <a:cubicBezTo>
                    <a:pt x="95" y="85"/>
                    <a:pt x="93" y="92"/>
                    <a:pt x="88" y="99"/>
                  </a:cubicBezTo>
                  <a:cubicBezTo>
                    <a:pt x="86" y="102"/>
                    <a:pt x="84" y="105"/>
                    <a:pt x="83" y="108"/>
                  </a:cubicBezTo>
                  <a:cubicBezTo>
                    <a:pt x="83" y="116"/>
                    <a:pt x="83" y="116"/>
                    <a:pt x="83" y="116"/>
                  </a:cubicBezTo>
                  <a:cubicBezTo>
                    <a:pt x="91" y="112"/>
                    <a:pt x="103" y="105"/>
                    <a:pt x="118" y="95"/>
                  </a:cubicBezTo>
                  <a:cubicBezTo>
                    <a:pt x="123" y="91"/>
                    <a:pt x="129" y="89"/>
                    <a:pt x="135" y="88"/>
                  </a:cubicBezTo>
                  <a:cubicBezTo>
                    <a:pt x="129" y="47"/>
                    <a:pt x="112" y="10"/>
                    <a:pt x="107" y="0"/>
                  </a:cubicBezTo>
                  <a:cubicBezTo>
                    <a:pt x="107" y="0"/>
                    <a:pt x="107" y="0"/>
                    <a:pt x="107" y="0"/>
                  </a:cubicBezTo>
                  <a:cubicBezTo>
                    <a:pt x="89" y="2"/>
                    <a:pt x="75" y="10"/>
                    <a:pt x="63" y="20"/>
                  </a:cubicBezTo>
                  <a:cubicBezTo>
                    <a:pt x="49" y="31"/>
                    <a:pt x="38" y="44"/>
                    <a:pt x="28" y="59"/>
                  </a:cubicBezTo>
                  <a:cubicBezTo>
                    <a:pt x="28" y="59"/>
                    <a:pt x="28" y="59"/>
                    <a:pt x="28" y="59"/>
                  </a:cubicBezTo>
                  <a:cubicBezTo>
                    <a:pt x="20" y="72"/>
                    <a:pt x="13" y="85"/>
                    <a:pt x="8" y="98"/>
                  </a:cubicBezTo>
                  <a:cubicBezTo>
                    <a:pt x="3" y="112"/>
                    <a:pt x="0" y="125"/>
                    <a:pt x="0" y="139"/>
                  </a:cubicBezTo>
                  <a:cubicBezTo>
                    <a:pt x="0" y="152"/>
                    <a:pt x="2" y="166"/>
                    <a:pt x="13" y="179"/>
                  </a:cubicBezTo>
                  <a:cubicBezTo>
                    <a:pt x="18" y="185"/>
                    <a:pt x="25" y="190"/>
                    <a:pt x="33" y="193"/>
                  </a:cubicBezTo>
                  <a:cubicBezTo>
                    <a:pt x="40" y="197"/>
                    <a:pt x="48" y="198"/>
                    <a:pt x="56" y="198"/>
                  </a:cubicBezTo>
                  <a:cubicBezTo>
                    <a:pt x="71" y="198"/>
                    <a:pt x="86" y="193"/>
                    <a:pt x="102" y="1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 name="组合 8"/>
          <p:cNvGrpSpPr/>
          <p:nvPr/>
        </p:nvGrpSpPr>
        <p:grpSpPr>
          <a:xfrm>
            <a:off x="7588250" y="1162050"/>
            <a:ext cx="677863" cy="1417638"/>
            <a:chOff x="1187450" y="1162050"/>
            <a:chExt cx="677863" cy="1417638"/>
          </a:xfrm>
          <a:solidFill>
            <a:schemeClr val="tx1">
              <a:lumMod val="65000"/>
              <a:lumOff val="35000"/>
            </a:schemeClr>
          </a:solidFill>
        </p:grpSpPr>
        <p:sp>
          <p:nvSpPr>
            <p:cNvPr id="10" name="Freeform 12"/>
            <p:cNvSpPr>
              <a:spLocks/>
            </p:cNvSpPr>
            <p:nvPr/>
          </p:nvSpPr>
          <p:spPr bwMode="auto">
            <a:xfrm>
              <a:off x="1196975" y="1701800"/>
              <a:ext cx="152400" cy="114300"/>
            </a:xfrm>
            <a:custGeom>
              <a:avLst/>
              <a:gdLst>
                <a:gd name="T0" fmla="*/ 102 w 102"/>
                <a:gd name="T1" fmla="*/ 63 h 76"/>
                <a:gd name="T2" fmla="*/ 102 w 102"/>
                <a:gd name="T3" fmla="*/ 46 h 76"/>
                <a:gd name="T4" fmla="*/ 83 w 102"/>
                <a:gd name="T5" fmla="*/ 48 h 76"/>
                <a:gd name="T6" fmla="*/ 83 w 102"/>
                <a:gd name="T7" fmla="*/ 48 h 76"/>
                <a:gd name="T8" fmla="*/ 83 w 102"/>
                <a:gd name="T9" fmla="*/ 48 h 76"/>
                <a:gd name="T10" fmla="*/ 57 w 102"/>
                <a:gd name="T11" fmla="*/ 43 h 76"/>
                <a:gd name="T12" fmla="*/ 34 w 102"/>
                <a:gd name="T13" fmla="*/ 26 h 76"/>
                <a:gd name="T14" fmla="*/ 21 w 102"/>
                <a:gd name="T15" fmla="*/ 0 h 76"/>
                <a:gd name="T16" fmla="*/ 0 w 102"/>
                <a:gd name="T17" fmla="*/ 76 h 76"/>
                <a:gd name="T18" fmla="*/ 16 w 102"/>
                <a:gd name="T19" fmla="*/ 76 h 76"/>
                <a:gd name="T20" fmla="*/ 102 w 102"/>
                <a:gd name="T21" fmla="*/ 6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2" h="76">
                  <a:moveTo>
                    <a:pt x="102" y="63"/>
                  </a:moveTo>
                  <a:cubicBezTo>
                    <a:pt x="102" y="46"/>
                    <a:pt x="102" y="46"/>
                    <a:pt x="102" y="46"/>
                  </a:cubicBezTo>
                  <a:cubicBezTo>
                    <a:pt x="95" y="47"/>
                    <a:pt x="89" y="48"/>
                    <a:pt x="83" y="48"/>
                  </a:cubicBezTo>
                  <a:cubicBezTo>
                    <a:pt x="83" y="48"/>
                    <a:pt x="83" y="48"/>
                    <a:pt x="83" y="48"/>
                  </a:cubicBezTo>
                  <a:cubicBezTo>
                    <a:pt x="83" y="48"/>
                    <a:pt x="83" y="48"/>
                    <a:pt x="83" y="48"/>
                  </a:cubicBezTo>
                  <a:cubicBezTo>
                    <a:pt x="74" y="48"/>
                    <a:pt x="65" y="46"/>
                    <a:pt x="57" y="43"/>
                  </a:cubicBezTo>
                  <a:cubicBezTo>
                    <a:pt x="48" y="39"/>
                    <a:pt x="40" y="33"/>
                    <a:pt x="34" y="26"/>
                  </a:cubicBezTo>
                  <a:cubicBezTo>
                    <a:pt x="28" y="19"/>
                    <a:pt x="23" y="10"/>
                    <a:pt x="21" y="0"/>
                  </a:cubicBezTo>
                  <a:cubicBezTo>
                    <a:pt x="0" y="76"/>
                    <a:pt x="0" y="76"/>
                    <a:pt x="0" y="76"/>
                  </a:cubicBezTo>
                  <a:cubicBezTo>
                    <a:pt x="6" y="76"/>
                    <a:pt x="11" y="76"/>
                    <a:pt x="16" y="76"/>
                  </a:cubicBezTo>
                  <a:cubicBezTo>
                    <a:pt x="53" y="76"/>
                    <a:pt x="81" y="71"/>
                    <a:pt x="102"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3"/>
            <p:cNvSpPr>
              <a:spLocks/>
            </p:cNvSpPr>
            <p:nvPr/>
          </p:nvSpPr>
          <p:spPr bwMode="auto">
            <a:xfrm>
              <a:off x="1187450" y="1839913"/>
              <a:ext cx="161925" cy="165100"/>
            </a:xfrm>
            <a:custGeom>
              <a:avLst/>
              <a:gdLst>
                <a:gd name="T0" fmla="*/ 23 w 109"/>
                <a:gd name="T1" fmla="*/ 12 h 110"/>
                <a:gd name="T2" fmla="*/ 23 w 109"/>
                <a:gd name="T3" fmla="*/ 12 h 110"/>
                <a:gd name="T4" fmla="*/ 2 w 109"/>
                <a:gd name="T5" fmla="*/ 12 h 110"/>
                <a:gd name="T6" fmla="*/ 67 w 109"/>
                <a:gd name="T7" fmla="*/ 101 h 110"/>
                <a:gd name="T8" fmla="*/ 86 w 109"/>
                <a:gd name="T9" fmla="*/ 106 h 110"/>
                <a:gd name="T10" fmla="*/ 109 w 109"/>
                <a:gd name="T11" fmla="*/ 110 h 110"/>
                <a:gd name="T12" fmla="*/ 109 w 109"/>
                <a:gd name="T13" fmla="*/ 0 h 110"/>
                <a:gd name="T14" fmla="*/ 23 w 109"/>
                <a:gd name="T15" fmla="*/ 12 h 1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 h="110">
                  <a:moveTo>
                    <a:pt x="23" y="12"/>
                  </a:moveTo>
                  <a:cubicBezTo>
                    <a:pt x="23" y="12"/>
                    <a:pt x="23" y="12"/>
                    <a:pt x="23" y="12"/>
                  </a:cubicBezTo>
                  <a:cubicBezTo>
                    <a:pt x="16" y="12"/>
                    <a:pt x="9" y="12"/>
                    <a:pt x="2" y="12"/>
                  </a:cubicBezTo>
                  <a:cubicBezTo>
                    <a:pt x="0" y="52"/>
                    <a:pt x="26" y="90"/>
                    <a:pt x="67" y="101"/>
                  </a:cubicBezTo>
                  <a:cubicBezTo>
                    <a:pt x="86" y="106"/>
                    <a:pt x="86" y="106"/>
                    <a:pt x="86" y="106"/>
                  </a:cubicBezTo>
                  <a:cubicBezTo>
                    <a:pt x="94" y="108"/>
                    <a:pt x="101" y="109"/>
                    <a:pt x="109" y="110"/>
                  </a:cubicBezTo>
                  <a:cubicBezTo>
                    <a:pt x="109" y="0"/>
                    <a:pt x="109" y="0"/>
                    <a:pt x="109" y="0"/>
                  </a:cubicBezTo>
                  <a:cubicBezTo>
                    <a:pt x="85" y="8"/>
                    <a:pt x="57" y="12"/>
                    <a:pt x="23"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14"/>
            <p:cNvSpPr>
              <a:spLocks/>
            </p:cNvSpPr>
            <p:nvPr/>
          </p:nvSpPr>
          <p:spPr bwMode="auto">
            <a:xfrm>
              <a:off x="1362075" y="1746250"/>
              <a:ext cx="55563" cy="44450"/>
            </a:xfrm>
            <a:custGeom>
              <a:avLst/>
              <a:gdLst>
                <a:gd name="T0" fmla="*/ 37 w 37"/>
                <a:gd name="T1" fmla="*/ 0 h 30"/>
                <a:gd name="T2" fmla="*/ 22 w 37"/>
                <a:gd name="T3" fmla="*/ 7 h 30"/>
                <a:gd name="T4" fmla="*/ 0 w 37"/>
                <a:gd name="T5" fmla="*/ 15 h 30"/>
                <a:gd name="T6" fmla="*/ 0 w 37"/>
                <a:gd name="T7" fmla="*/ 30 h 30"/>
                <a:gd name="T8" fmla="*/ 27 w 37"/>
                <a:gd name="T9" fmla="*/ 12 h 30"/>
                <a:gd name="T10" fmla="*/ 37 w 37"/>
                <a:gd name="T11" fmla="*/ 0 h 30"/>
              </a:gdLst>
              <a:ahLst/>
              <a:cxnLst>
                <a:cxn ang="0">
                  <a:pos x="T0" y="T1"/>
                </a:cxn>
                <a:cxn ang="0">
                  <a:pos x="T2" y="T3"/>
                </a:cxn>
                <a:cxn ang="0">
                  <a:pos x="T4" y="T5"/>
                </a:cxn>
                <a:cxn ang="0">
                  <a:pos x="T6" y="T7"/>
                </a:cxn>
                <a:cxn ang="0">
                  <a:pos x="T8" y="T9"/>
                </a:cxn>
                <a:cxn ang="0">
                  <a:pos x="T10" y="T11"/>
                </a:cxn>
              </a:cxnLst>
              <a:rect l="0" t="0" r="r" b="b"/>
              <a:pathLst>
                <a:path w="37" h="30">
                  <a:moveTo>
                    <a:pt x="37" y="0"/>
                  </a:moveTo>
                  <a:cubicBezTo>
                    <a:pt x="32" y="2"/>
                    <a:pt x="27" y="5"/>
                    <a:pt x="22" y="7"/>
                  </a:cubicBezTo>
                  <a:cubicBezTo>
                    <a:pt x="14" y="10"/>
                    <a:pt x="7" y="13"/>
                    <a:pt x="0" y="15"/>
                  </a:cubicBezTo>
                  <a:cubicBezTo>
                    <a:pt x="0" y="30"/>
                    <a:pt x="0" y="30"/>
                    <a:pt x="0" y="30"/>
                  </a:cubicBezTo>
                  <a:cubicBezTo>
                    <a:pt x="11" y="25"/>
                    <a:pt x="20" y="18"/>
                    <a:pt x="27" y="12"/>
                  </a:cubicBezTo>
                  <a:cubicBezTo>
                    <a:pt x="30" y="8"/>
                    <a:pt x="34" y="4"/>
                    <a:pt x="3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Oval 15"/>
            <p:cNvSpPr>
              <a:spLocks noChangeArrowheads="1"/>
            </p:cNvSpPr>
            <p:nvPr/>
          </p:nvSpPr>
          <p:spPr bwMode="auto">
            <a:xfrm>
              <a:off x="1389063" y="1162050"/>
              <a:ext cx="268288" cy="2698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6"/>
            <p:cNvSpPr>
              <a:spLocks/>
            </p:cNvSpPr>
            <p:nvPr/>
          </p:nvSpPr>
          <p:spPr bwMode="auto">
            <a:xfrm>
              <a:off x="1238250" y="1465263"/>
              <a:ext cx="263525" cy="296863"/>
            </a:xfrm>
            <a:custGeom>
              <a:avLst/>
              <a:gdLst>
                <a:gd name="T0" fmla="*/ 102 w 176"/>
                <a:gd name="T1" fmla="*/ 186 h 198"/>
                <a:gd name="T2" fmla="*/ 158 w 176"/>
                <a:gd name="T3" fmla="*/ 154 h 198"/>
                <a:gd name="T4" fmla="*/ 166 w 176"/>
                <a:gd name="T5" fmla="*/ 110 h 198"/>
                <a:gd name="T6" fmla="*/ 122 w 176"/>
                <a:gd name="T7" fmla="*/ 102 h 198"/>
                <a:gd name="T8" fmla="*/ 77 w 176"/>
                <a:gd name="T9" fmla="*/ 128 h 198"/>
                <a:gd name="T10" fmla="*/ 65 w 176"/>
                <a:gd name="T11" fmla="*/ 132 h 198"/>
                <a:gd name="T12" fmla="*/ 68 w 176"/>
                <a:gd name="T13" fmla="*/ 120 h 198"/>
                <a:gd name="T14" fmla="*/ 82 w 176"/>
                <a:gd name="T15" fmla="*/ 94 h 198"/>
                <a:gd name="T16" fmla="*/ 82 w 176"/>
                <a:gd name="T17" fmla="*/ 94 h 198"/>
                <a:gd name="T18" fmla="*/ 95 w 176"/>
                <a:gd name="T19" fmla="*/ 77 h 198"/>
                <a:gd name="T20" fmla="*/ 88 w 176"/>
                <a:gd name="T21" fmla="*/ 99 h 198"/>
                <a:gd name="T22" fmla="*/ 83 w 176"/>
                <a:gd name="T23" fmla="*/ 108 h 198"/>
                <a:gd name="T24" fmla="*/ 83 w 176"/>
                <a:gd name="T25" fmla="*/ 116 h 198"/>
                <a:gd name="T26" fmla="*/ 118 w 176"/>
                <a:gd name="T27" fmla="*/ 95 h 198"/>
                <a:gd name="T28" fmla="*/ 135 w 176"/>
                <a:gd name="T29" fmla="*/ 88 h 198"/>
                <a:gd name="T30" fmla="*/ 107 w 176"/>
                <a:gd name="T31" fmla="*/ 0 h 198"/>
                <a:gd name="T32" fmla="*/ 107 w 176"/>
                <a:gd name="T33" fmla="*/ 0 h 198"/>
                <a:gd name="T34" fmla="*/ 63 w 176"/>
                <a:gd name="T35" fmla="*/ 20 h 198"/>
                <a:gd name="T36" fmla="*/ 28 w 176"/>
                <a:gd name="T37" fmla="*/ 59 h 198"/>
                <a:gd name="T38" fmla="*/ 28 w 176"/>
                <a:gd name="T39" fmla="*/ 59 h 198"/>
                <a:gd name="T40" fmla="*/ 8 w 176"/>
                <a:gd name="T41" fmla="*/ 98 h 198"/>
                <a:gd name="T42" fmla="*/ 0 w 176"/>
                <a:gd name="T43" fmla="*/ 139 h 198"/>
                <a:gd name="T44" fmla="*/ 13 w 176"/>
                <a:gd name="T45" fmla="*/ 179 h 198"/>
                <a:gd name="T46" fmla="*/ 33 w 176"/>
                <a:gd name="T47" fmla="*/ 193 h 198"/>
                <a:gd name="T48" fmla="*/ 56 w 176"/>
                <a:gd name="T49" fmla="*/ 198 h 198"/>
                <a:gd name="T50" fmla="*/ 102 w 176"/>
                <a:gd name="T51" fmla="*/ 186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6" h="198">
                  <a:moveTo>
                    <a:pt x="102" y="186"/>
                  </a:moveTo>
                  <a:cubicBezTo>
                    <a:pt x="119" y="179"/>
                    <a:pt x="137" y="169"/>
                    <a:pt x="158" y="154"/>
                  </a:cubicBezTo>
                  <a:cubicBezTo>
                    <a:pt x="173" y="145"/>
                    <a:pt x="176" y="125"/>
                    <a:pt x="166" y="110"/>
                  </a:cubicBezTo>
                  <a:cubicBezTo>
                    <a:pt x="157" y="95"/>
                    <a:pt x="137" y="92"/>
                    <a:pt x="122" y="102"/>
                  </a:cubicBezTo>
                  <a:cubicBezTo>
                    <a:pt x="103" y="114"/>
                    <a:pt x="88" y="123"/>
                    <a:pt x="77" y="128"/>
                  </a:cubicBezTo>
                  <a:cubicBezTo>
                    <a:pt x="72" y="130"/>
                    <a:pt x="68" y="131"/>
                    <a:pt x="65" y="132"/>
                  </a:cubicBezTo>
                  <a:cubicBezTo>
                    <a:pt x="65" y="129"/>
                    <a:pt x="67" y="125"/>
                    <a:pt x="68" y="120"/>
                  </a:cubicBezTo>
                  <a:cubicBezTo>
                    <a:pt x="71" y="112"/>
                    <a:pt x="76" y="103"/>
                    <a:pt x="82" y="94"/>
                  </a:cubicBezTo>
                  <a:cubicBezTo>
                    <a:pt x="82" y="94"/>
                    <a:pt x="82" y="94"/>
                    <a:pt x="82" y="94"/>
                  </a:cubicBezTo>
                  <a:cubicBezTo>
                    <a:pt x="86" y="88"/>
                    <a:pt x="90" y="82"/>
                    <a:pt x="95" y="77"/>
                  </a:cubicBezTo>
                  <a:cubicBezTo>
                    <a:pt x="95" y="85"/>
                    <a:pt x="93" y="92"/>
                    <a:pt x="88" y="99"/>
                  </a:cubicBezTo>
                  <a:cubicBezTo>
                    <a:pt x="86" y="102"/>
                    <a:pt x="84" y="105"/>
                    <a:pt x="83" y="108"/>
                  </a:cubicBezTo>
                  <a:cubicBezTo>
                    <a:pt x="83" y="116"/>
                    <a:pt x="83" y="116"/>
                    <a:pt x="83" y="116"/>
                  </a:cubicBezTo>
                  <a:cubicBezTo>
                    <a:pt x="91" y="112"/>
                    <a:pt x="103" y="105"/>
                    <a:pt x="118" y="95"/>
                  </a:cubicBezTo>
                  <a:cubicBezTo>
                    <a:pt x="123" y="91"/>
                    <a:pt x="129" y="89"/>
                    <a:pt x="135" y="88"/>
                  </a:cubicBezTo>
                  <a:cubicBezTo>
                    <a:pt x="129" y="47"/>
                    <a:pt x="112" y="10"/>
                    <a:pt x="107" y="0"/>
                  </a:cubicBezTo>
                  <a:cubicBezTo>
                    <a:pt x="107" y="0"/>
                    <a:pt x="107" y="0"/>
                    <a:pt x="107" y="0"/>
                  </a:cubicBezTo>
                  <a:cubicBezTo>
                    <a:pt x="89" y="2"/>
                    <a:pt x="75" y="10"/>
                    <a:pt x="63" y="20"/>
                  </a:cubicBezTo>
                  <a:cubicBezTo>
                    <a:pt x="49" y="31"/>
                    <a:pt x="38" y="44"/>
                    <a:pt x="28" y="59"/>
                  </a:cubicBezTo>
                  <a:cubicBezTo>
                    <a:pt x="28" y="59"/>
                    <a:pt x="28" y="59"/>
                    <a:pt x="28" y="59"/>
                  </a:cubicBezTo>
                  <a:cubicBezTo>
                    <a:pt x="20" y="72"/>
                    <a:pt x="13" y="85"/>
                    <a:pt x="8" y="98"/>
                  </a:cubicBezTo>
                  <a:cubicBezTo>
                    <a:pt x="3" y="112"/>
                    <a:pt x="0" y="125"/>
                    <a:pt x="0" y="139"/>
                  </a:cubicBezTo>
                  <a:cubicBezTo>
                    <a:pt x="0" y="152"/>
                    <a:pt x="2" y="166"/>
                    <a:pt x="13" y="179"/>
                  </a:cubicBezTo>
                  <a:cubicBezTo>
                    <a:pt x="18" y="185"/>
                    <a:pt x="25" y="190"/>
                    <a:pt x="33" y="193"/>
                  </a:cubicBezTo>
                  <a:cubicBezTo>
                    <a:pt x="40" y="197"/>
                    <a:pt x="48" y="198"/>
                    <a:pt x="56" y="198"/>
                  </a:cubicBezTo>
                  <a:cubicBezTo>
                    <a:pt x="71" y="198"/>
                    <a:pt x="86" y="193"/>
                    <a:pt x="102" y="1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7"/>
            <p:cNvSpPr>
              <a:spLocks/>
            </p:cNvSpPr>
            <p:nvPr/>
          </p:nvSpPr>
          <p:spPr bwMode="auto">
            <a:xfrm>
              <a:off x="1641475" y="1730375"/>
              <a:ext cx="223838" cy="180975"/>
            </a:xfrm>
            <a:custGeom>
              <a:avLst/>
              <a:gdLst>
                <a:gd name="T0" fmla="*/ 149 w 149"/>
                <a:gd name="T1" fmla="*/ 48 h 121"/>
                <a:gd name="T2" fmla="*/ 118 w 149"/>
                <a:gd name="T3" fmla="*/ 0 h 121"/>
                <a:gd name="T4" fmla="*/ 116 w 149"/>
                <a:gd name="T5" fmla="*/ 2 h 121"/>
                <a:gd name="T6" fmla="*/ 90 w 149"/>
                <a:gd name="T7" fmla="*/ 38 h 121"/>
                <a:gd name="T8" fmla="*/ 0 w 149"/>
                <a:gd name="T9" fmla="*/ 67 h 121"/>
                <a:gd name="T10" fmla="*/ 35 w 149"/>
                <a:gd name="T11" fmla="*/ 121 h 121"/>
                <a:gd name="T12" fmla="*/ 149 w 149"/>
                <a:gd name="T13" fmla="*/ 48 h 121"/>
              </a:gdLst>
              <a:ahLst/>
              <a:cxnLst>
                <a:cxn ang="0">
                  <a:pos x="T0" y="T1"/>
                </a:cxn>
                <a:cxn ang="0">
                  <a:pos x="T2" y="T3"/>
                </a:cxn>
                <a:cxn ang="0">
                  <a:pos x="T4" y="T5"/>
                </a:cxn>
                <a:cxn ang="0">
                  <a:pos x="T6" y="T7"/>
                </a:cxn>
                <a:cxn ang="0">
                  <a:pos x="T8" y="T9"/>
                </a:cxn>
                <a:cxn ang="0">
                  <a:pos x="T10" y="T11"/>
                </a:cxn>
                <a:cxn ang="0">
                  <a:pos x="T12" y="T13"/>
                </a:cxn>
              </a:cxnLst>
              <a:rect l="0" t="0" r="r" b="b"/>
              <a:pathLst>
                <a:path w="149" h="121">
                  <a:moveTo>
                    <a:pt x="149" y="48"/>
                  </a:moveTo>
                  <a:cubicBezTo>
                    <a:pt x="118" y="0"/>
                    <a:pt x="118" y="0"/>
                    <a:pt x="118" y="0"/>
                  </a:cubicBezTo>
                  <a:cubicBezTo>
                    <a:pt x="117" y="1"/>
                    <a:pt x="117" y="2"/>
                    <a:pt x="116" y="2"/>
                  </a:cubicBezTo>
                  <a:cubicBezTo>
                    <a:pt x="111" y="16"/>
                    <a:pt x="102" y="29"/>
                    <a:pt x="90" y="38"/>
                  </a:cubicBezTo>
                  <a:cubicBezTo>
                    <a:pt x="68" y="57"/>
                    <a:pt x="38" y="66"/>
                    <a:pt x="0" y="67"/>
                  </a:cubicBezTo>
                  <a:cubicBezTo>
                    <a:pt x="35" y="121"/>
                    <a:pt x="35" y="121"/>
                    <a:pt x="35" y="121"/>
                  </a:cubicBezTo>
                  <a:lnTo>
                    <a:pt x="149"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8"/>
            <p:cNvSpPr>
              <a:spLocks/>
            </p:cNvSpPr>
            <p:nvPr/>
          </p:nvSpPr>
          <p:spPr bwMode="auto">
            <a:xfrm>
              <a:off x="1546225" y="1598613"/>
              <a:ext cx="163513" cy="120650"/>
            </a:xfrm>
            <a:custGeom>
              <a:avLst/>
              <a:gdLst>
                <a:gd name="T0" fmla="*/ 37 w 109"/>
                <a:gd name="T1" fmla="*/ 74 h 80"/>
                <a:gd name="T2" fmla="*/ 40 w 109"/>
                <a:gd name="T3" fmla="*/ 74 h 80"/>
                <a:gd name="T4" fmla="*/ 60 w 109"/>
                <a:gd name="T5" fmla="*/ 75 h 80"/>
                <a:gd name="T6" fmla="*/ 98 w 109"/>
                <a:gd name="T7" fmla="*/ 68 h 80"/>
                <a:gd name="T8" fmla="*/ 107 w 109"/>
                <a:gd name="T9" fmla="*/ 59 h 80"/>
                <a:gd name="T10" fmla="*/ 108 w 109"/>
                <a:gd name="T11" fmla="*/ 50 h 80"/>
                <a:gd name="T12" fmla="*/ 86 w 109"/>
                <a:gd name="T13" fmla="*/ 0 h 80"/>
                <a:gd name="T14" fmla="*/ 0 w 109"/>
                <a:gd name="T15" fmla="*/ 55 h 80"/>
                <a:gd name="T16" fmla="*/ 16 w 109"/>
                <a:gd name="T17" fmla="*/ 80 h 80"/>
                <a:gd name="T18" fmla="*/ 37 w 109"/>
                <a:gd name="T19" fmla="*/ 74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9" h="80">
                  <a:moveTo>
                    <a:pt x="37" y="74"/>
                  </a:moveTo>
                  <a:cubicBezTo>
                    <a:pt x="38" y="74"/>
                    <a:pt x="39" y="74"/>
                    <a:pt x="40" y="74"/>
                  </a:cubicBezTo>
                  <a:cubicBezTo>
                    <a:pt x="47" y="74"/>
                    <a:pt x="54" y="75"/>
                    <a:pt x="60" y="75"/>
                  </a:cubicBezTo>
                  <a:cubicBezTo>
                    <a:pt x="82" y="75"/>
                    <a:pt x="93" y="71"/>
                    <a:pt x="98" y="68"/>
                  </a:cubicBezTo>
                  <a:cubicBezTo>
                    <a:pt x="104" y="65"/>
                    <a:pt x="105" y="63"/>
                    <a:pt x="107" y="59"/>
                  </a:cubicBezTo>
                  <a:cubicBezTo>
                    <a:pt x="108" y="57"/>
                    <a:pt x="108" y="54"/>
                    <a:pt x="108" y="50"/>
                  </a:cubicBezTo>
                  <a:cubicBezTo>
                    <a:pt x="109" y="38"/>
                    <a:pt x="100" y="15"/>
                    <a:pt x="86" y="0"/>
                  </a:cubicBezTo>
                  <a:cubicBezTo>
                    <a:pt x="0" y="55"/>
                    <a:pt x="0" y="55"/>
                    <a:pt x="0" y="55"/>
                  </a:cubicBezTo>
                  <a:cubicBezTo>
                    <a:pt x="16" y="80"/>
                    <a:pt x="16" y="80"/>
                    <a:pt x="16" y="80"/>
                  </a:cubicBezTo>
                  <a:cubicBezTo>
                    <a:pt x="22" y="76"/>
                    <a:pt x="29" y="74"/>
                    <a:pt x="37"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9"/>
            <p:cNvSpPr>
              <a:spLocks/>
            </p:cNvSpPr>
            <p:nvPr/>
          </p:nvSpPr>
          <p:spPr bwMode="auto">
            <a:xfrm>
              <a:off x="1362075" y="1463675"/>
              <a:ext cx="452438" cy="1116013"/>
            </a:xfrm>
            <a:custGeom>
              <a:avLst/>
              <a:gdLst>
                <a:gd name="T0" fmla="*/ 180 w 303"/>
                <a:gd name="T1" fmla="*/ 0 h 746"/>
                <a:gd name="T2" fmla="*/ 55 w 303"/>
                <a:gd name="T3" fmla="*/ 0 h 746"/>
                <a:gd name="T4" fmla="*/ 82 w 303"/>
                <a:gd name="T5" fmla="*/ 98 h 746"/>
                <a:gd name="T6" fmla="*/ 90 w 303"/>
                <a:gd name="T7" fmla="*/ 107 h 746"/>
                <a:gd name="T8" fmla="*/ 96 w 303"/>
                <a:gd name="T9" fmla="*/ 137 h 746"/>
                <a:gd name="T10" fmla="*/ 79 w 303"/>
                <a:gd name="T11" fmla="*/ 162 h 746"/>
                <a:gd name="T12" fmla="*/ 78 w 303"/>
                <a:gd name="T13" fmla="*/ 163 h 746"/>
                <a:gd name="T14" fmla="*/ 46 w 303"/>
                <a:gd name="T15" fmla="*/ 220 h 746"/>
                <a:gd name="T16" fmla="*/ 0 w 303"/>
                <a:gd name="T17" fmla="*/ 249 h 746"/>
                <a:gd name="T18" fmla="*/ 0 w 303"/>
                <a:gd name="T19" fmla="*/ 697 h 746"/>
                <a:gd name="T20" fmla="*/ 49 w 303"/>
                <a:gd name="T21" fmla="*/ 746 h 746"/>
                <a:gd name="T22" fmla="*/ 98 w 303"/>
                <a:gd name="T23" fmla="*/ 697 h 746"/>
                <a:gd name="T24" fmla="*/ 98 w 303"/>
                <a:gd name="T25" fmla="*/ 336 h 746"/>
                <a:gd name="T26" fmla="*/ 117 w 303"/>
                <a:gd name="T27" fmla="*/ 336 h 746"/>
                <a:gd name="T28" fmla="*/ 117 w 303"/>
                <a:gd name="T29" fmla="*/ 697 h 746"/>
                <a:gd name="T30" fmla="*/ 166 w 303"/>
                <a:gd name="T31" fmla="*/ 746 h 746"/>
                <a:gd name="T32" fmla="*/ 216 w 303"/>
                <a:gd name="T33" fmla="*/ 697 h 746"/>
                <a:gd name="T34" fmla="*/ 216 w 303"/>
                <a:gd name="T35" fmla="*/ 305 h 746"/>
                <a:gd name="T36" fmla="*/ 215 w 303"/>
                <a:gd name="T37" fmla="*/ 304 h 746"/>
                <a:gd name="T38" fmla="*/ 177 w 303"/>
                <a:gd name="T39" fmla="*/ 245 h 746"/>
                <a:gd name="T40" fmla="*/ 156 w 303"/>
                <a:gd name="T41" fmla="*/ 244 h 746"/>
                <a:gd name="T42" fmla="*/ 129 w 303"/>
                <a:gd name="T43" fmla="*/ 229 h 746"/>
                <a:gd name="T44" fmla="*/ 120 w 303"/>
                <a:gd name="T45" fmla="*/ 200 h 746"/>
                <a:gd name="T46" fmla="*/ 132 w 303"/>
                <a:gd name="T47" fmla="*/ 175 h 746"/>
                <a:gd name="T48" fmla="*/ 116 w 303"/>
                <a:gd name="T49" fmla="*/ 149 h 746"/>
                <a:gd name="T50" fmla="*/ 112 w 303"/>
                <a:gd name="T51" fmla="*/ 143 h 746"/>
                <a:gd name="T52" fmla="*/ 118 w 303"/>
                <a:gd name="T53" fmla="*/ 138 h 746"/>
                <a:gd name="T54" fmla="*/ 204 w 303"/>
                <a:gd name="T55" fmla="*/ 83 h 746"/>
                <a:gd name="T56" fmla="*/ 197 w 303"/>
                <a:gd name="T57" fmla="*/ 69 h 746"/>
                <a:gd name="T58" fmla="*/ 213 w 303"/>
                <a:gd name="T59" fmla="*/ 82 h 746"/>
                <a:gd name="T60" fmla="*/ 213 w 303"/>
                <a:gd name="T61" fmla="*/ 82 h 746"/>
                <a:gd name="T62" fmla="*/ 239 w 303"/>
                <a:gd name="T63" fmla="*/ 140 h 746"/>
                <a:gd name="T64" fmla="*/ 237 w 303"/>
                <a:gd name="T65" fmla="*/ 153 h 746"/>
                <a:gd name="T66" fmla="*/ 225 w 303"/>
                <a:gd name="T67" fmla="*/ 165 h 746"/>
                <a:gd name="T68" fmla="*/ 183 w 303"/>
                <a:gd name="T69" fmla="*/ 173 h 746"/>
                <a:gd name="T70" fmla="*/ 163 w 303"/>
                <a:gd name="T71" fmla="*/ 172 h 746"/>
                <a:gd name="T72" fmla="*/ 128 w 303"/>
                <a:gd name="T73" fmla="*/ 201 h 746"/>
                <a:gd name="T74" fmla="*/ 157 w 303"/>
                <a:gd name="T75" fmla="*/ 236 h 746"/>
                <a:gd name="T76" fmla="*/ 183 w 303"/>
                <a:gd name="T77" fmla="*/ 237 h 746"/>
                <a:gd name="T78" fmla="*/ 272 w 303"/>
                <a:gd name="T79" fmla="*/ 210 h 746"/>
                <a:gd name="T80" fmla="*/ 296 w 303"/>
                <a:gd name="T81" fmla="*/ 177 h 746"/>
                <a:gd name="T82" fmla="*/ 303 w 303"/>
                <a:gd name="T83" fmla="*/ 140 h 746"/>
                <a:gd name="T84" fmla="*/ 260 w 303"/>
                <a:gd name="T85" fmla="*/ 38 h 746"/>
                <a:gd name="T86" fmla="*/ 260 w 303"/>
                <a:gd name="T87" fmla="*/ 38 h 746"/>
                <a:gd name="T88" fmla="*/ 240 w 303"/>
                <a:gd name="T89" fmla="*/ 20 h 746"/>
                <a:gd name="T90" fmla="*/ 226 w 303"/>
                <a:gd name="T91" fmla="*/ 12 h 746"/>
                <a:gd name="T92" fmla="*/ 215 w 303"/>
                <a:gd name="T93" fmla="*/ 6 h 746"/>
                <a:gd name="T94" fmla="*/ 184 w 303"/>
                <a:gd name="T95" fmla="*/ 0 h 746"/>
                <a:gd name="T96" fmla="*/ 180 w 303"/>
                <a:gd name="T97" fmla="*/ 0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3" h="746">
                  <a:moveTo>
                    <a:pt x="180" y="0"/>
                  </a:moveTo>
                  <a:cubicBezTo>
                    <a:pt x="55" y="0"/>
                    <a:pt x="55" y="0"/>
                    <a:pt x="55" y="0"/>
                  </a:cubicBezTo>
                  <a:cubicBezTo>
                    <a:pt x="63" y="20"/>
                    <a:pt x="77" y="57"/>
                    <a:pt x="82" y="98"/>
                  </a:cubicBezTo>
                  <a:cubicBezTo>
                    <a:pt x="85" y="100"/>
                    <a:pt x="88" y="103"/>
                    <a:pt x="90" y="107"/>
                  </a:cubicBezTo>
                  <a:cubicBezTo>
                    <a:pt x="96" y="115"/>
                    <a:pt x="98" y="126"/>
                    <a:pt x="96" y="137"/>
                  </a:cubicBezTo>
                  <a:cubicBezTo>
                    <a:pt x="94" y="147"/>
                    <a:pt x="88" y="156"/>
                    <a:pt x="79" y="162"/>
                  </a:cubicBezTo>
                  <a:cubicBezTo>
                    <a:pt x="79" y="162"/>
                    <a:pt x="79" y="163"/>
                    <a:pt x="78" y="163"/>
                  </a:cubicBezTo>
                  <a:cubicBezTo>
                    <a:pt x="73" y="183"/>
                    <a:pt x="63" y="203"/>
                    <a:pt x="46" y="220"/>
                  </a:cubicBezTo>
                  <a:cubicBezTo>
                    <a:pt x="34" y="232"/>
                    <a:pt x="19" y="241"/>
                    <a:pt x="0" y="249"/>
                  </a:cubicBezTo>
                  <a:cubicBezTo>
                    <a:pt x="0" y="697"/>
                    <a:pt x="0" y="697"/>
                    <a:pt x="0" y="697"/>
                  </a:cubicBezTo>
                  <a:cubicBezTo>
                    <a:pt x="0" y="724"/>
                    <a:pt x="22" y="746"/>
                    <a:pt x="49" y="746"/>
                  </a:cubicBezTo>
                  <a:cubicBezTo>
                    <a:pt x="76" y="746"/>
                    <a:pt x="98" y="724"/>
                    <a:pt x="98" y="697"/>
                  </a:cubicBezTo>
                  <a:cubicBezTo>
                    <a:pt x="98" y="336"/>
                    <a:pt x="98" y="336"/>
                    <a:pt x="98" y="336"/>
                  </a:cubicBezTo>
                  <a:cubicBezTo>
                    <a:pt x="117" y="336"/>
                    <a:pt x="117" y="336"/>
                    <a:pt x="117" y="336"/>
                  </a:cubicBezTo>
                  <a:cubicBezTo>
                    <a:pt x="117" y="697"/>
                    <a:pt x="117" y="697"/>
                    <a:pt x="117" y="697"/>
                  </a:cubicBezTo>
                  <a:cubicBezTo>
                    <a:pt x="117" y="724"/>
                    <a:pt x="139" y="746"/>
                    <a:pt x="166" y="746"/>
                  </a:cubicBezTo>
                  <a:cubicBezTo>
                    <a:pt x="194" y="746"/>
                    <a:pt x="216" y="724"/>
                    <a:pt x="216" y="697"/>
                  </a:cubicBezTo>
                  <a:cubicBezTo>
                    <a:pt x="216" y="305"/>
                    <a:pt x="216" y="305"/>
                    <a:pt x="216" y="305"/>
                  </a:cubicBezTo>
                  <a:cubicBezTo>
                    <a:pt x="215" y="304"/>
                    <a:pt x="215" y="304"/>
                    <a:pt x="215" y="304"/>
                  </a:cubicBezTo>
                  <a:cubicBezTo>
                    <a:pt x="177" y="245"/>
                    <a:pt x="177" y="245"/>
                    <a:pt x="177" y="245"/>
                  </a:cubicBezTo>
                  <a:cubicBezTo>
                    <a:pt x="170" y="245"/>
                    <a:pt x="163" y="244"/>
                    <a:pt x="156" y="244"/>
                  </a:cubicBezTo>
                  <a:cubicBezTo>
                    <a:pt x="145" y="243"/>
                    <a:pt x="136" y="237"/>
                    <a:pt x="129" y="229"/>
                  </a:cubicBezTo>
                  <a:cubicBezTo>
                    <a:pt x="122" y="221"/>
                    <a:pt x="119" y="211"/>
                    <a:pt x="120" y="200"/>
                  </a:cubicBezTo>
                  <a:cubicBezTo>
                    <a:pt x="121" y="190"/>
                    <a:pt x="125" y="181"/>
                    <a:pt x="132" y="175"/>
                  </a:cubicBezTo>
                  <a:cubicBezTo>
                    <a:pt x="116" y="149"/>
                    <a:pt x="116" y="149"/>
                    <a:pt x="116" y="149"/>
                  </a:cubicBezTo>
                  <a:cubicBezTo>
                    <a:pt x="112" y="143"/>
                    <a:pt x="112" y="143"/>
                    <a:pt x="112" y="143"/>
                  </a:cubicBezTo>
                  <a:cubicBezTo>
                    <a:pt x="118" y="138"/>
                    <a:pt x="118" y="138"/>
                    <a:pt x="118" y="138"/>
                  </a:cubicBezTo>
                  <a:cubicBezTo>
                    <a:pt x="204" y="83"/>
                    <a:pt x="204" y="83"/>
                    <a:pt x="204" y="83"/>
                  </a:cubicBezTo>
                  <a:cubicBezTo>
                    <a:pt x="201" y="79"/>
                    <a:pt x="199" y="74"/>
                    <a:pt x="197" y="69"/>
                  </a:cubicBezTo>
                  <a:cubicBezTo>
                    <a:pt x="202" y="72"/>
                    <a:pt x="208" y="76"/>
                    <a:pt x="213" y="82"/>
                  </a:cubicBezTo>
                  <a:cubicBezTo>
                    <a:pt x="213" y="82"/>
                    <a:pt x="213" y="82"/>
                    <a:pt x="213" y="82"/>
                  </a:cubicBezTo>
                  <a:cubicBezTo>
                    <a:pt x="228" y="98"/>
                    <a:pt x="240" y="124"/>
                    <a:pt x="239" y="140"/>
                  </a:cubicBezTo>
                  <a:cubicBezTo>
                    <a:pt x="239" y="145"/>
                    <a:pt x="238" y="150"/>
                    <a:pt x="237" y="153"/>
                  </a:cubicBezTo>
                  <a:cubicBezTo>
                    <a:pt x="235" y="157"/>
                    <a:pt x="232" y="161"/>
                    <a:pt x="225" y="165"/>
                  </a:cubicBezTo>
                  <a:cubicBezTo>
                    <a:pt x="217" y="169"/>
                    <a:pt x="204" y="173"/>
                    <a:pt x="183" y="173"/>
                  </a:cubicBezTo>
                  <a:cubicBezTo>
                    <a:pt x="177" y="173"/>
                    <a:pt x="170" y="172"/>
                    <a:pt x="163" y="172"/>
                  </a:cubicBezTo>
                  <a:cubicBezTo>
                    <a:pt x="145" y="170"/>
                    <a:pt x="129" y="183"/>
                    <a:pt x="128" y="201"/>
                  </a:cubicBezTo>
                  <a:cubicBezTo>
                    <a:pt x="126" y="218"/>
                    <a:pt x="139" y="234"/>
                    <a:pt x="157" y="236"/>
                  </a:cubicBezTo>
                  <a:cubicBezTo>
                    <a:pt x="166" y="236"/>
                    <a:pt x="175" y="237"/>
                    <a:pt x="183" y="237"/>
                  </a:cubicBezTo>
                  <a:cubicBezTo>
                    <a:pt x="220" y="237"/>
                    <a:pt x="250" y="228"/>
                    <a:pt x="272" y="210"/>
                  </a:cubicBezTo>
                  <a:cubicBezTo>
                    <a:pt x="283" y="201"/>
                    <a:pt x="291" y="190"/>
                    <a:pt x="296" y="177"/>
                  </a:cubicBezTo>
                  <a:cubicBezTo>
                    <a:pt x="301" y="165"/>
                    <a:pt x="303" y="153"/>
                    <a:pt x="303" y="140"/>
                  </a:cubicBezTo>
                  <a:cubicBezTo>
                    <a:pt x="303" y="101"/>
                    <a:pt x="285" y="66"/>
                    <a:pt x="260" y="38"/>
                  </a:cubicBezTo>
                  <a:cubicBezTo>
                    <a:pt x="260" y="38"/>
                    <a:pt x="260" y="38"/>
                    <a:pt x="260" y="38"/>
                  </a:cubicBezTo>
                  <a:cubicBezTo>
                    <a:pt x="254" y="32"/>
                    <a:pt x="247" y="26"/>
                    <a:pt x="240" y="20"/>
                  </a:cubicBezTo>
                  <a:cubicBezTo>
                    <a:pt x="235" y="17"/>
                    <a:pt x="231" y="14"/>
                    <a:pt x="226" y="12"/>
                  </a:cubicBezTo>
                  <a:cubicBezTo>
                    <a:pt x="223" y="10"/>
                    <a:pt x="219" y="8"/>
                    <a:pt x="215" y="6"/>
                  </a:cubicBezTo>
                  <a:cubicBezTo>
                    <a:pt x="205" y="3"/>
                    <a:pt x="195" y="0"/>
                    <a:pt x="184" y="0"/>
                  </a:cubicBezTo>
                  <a:cubicBezTo>
                    <a:pt x="183" y="0"/>
                    <a:pt x="181" y="0"/>
                    <a:pt x="18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8" name="组合 17"/>
          <p:cNvGrpSpPr/>
          <p:nvPr/>
        </p:nvGrpSpPr>
        <p:grpSpPr>
          <a:xfrm>
            <a:off x="8786813" y="4510088"/>
            <a:ext cx="712788" cy="1603375"/>
            <a:chOff x="2386013" y="4510088"/>
            <a:chExt cx="712788" cy="1603375"/>
          </a:xfrm>
          <a:solidFill>
            <a:schemeClr val="tx1">
              <a:lumMod val="65000"/>
              <a:lumOff val="35000"/>
            </a:schemeClr>
          </a:solidFill>
        </p:grpSpPr>
        <p:sp>
          <p:nvSpPr>
            <p:cNvPr id="19" name="Freeform 20"/>
            <p:cNvSpPr>
              <a:spLocks/>
            </p:cNvSpPr>
            <p:nvPr/>
          </p:nvSpPr>
          <p:spPr bwMode="auto">
            <a:xfrm>
              <a:off x="2586038" y="6064250"/>
              <a:ext cx="134938" cy="49213"/>
            </a:xfrm>
            <a:custGeom>
              <a:avLst/>
              <a:gdLst>
                <a:gd name="T0" fmla="*/ 46 w 90"/>
                <a:gd name="T1" fmla="*/ 33 h 33"/>
                <a:gd name="T2" fmla="*/ 90 w 90"/>
                <a:gd name="T3" fmla="*/ 7 h 33"/>
                <a:gd name="T4" fmla="*/ 0 w 90"/>
                <a:gd name="T5" fmla="*/ 0 h 33"/>
                <a:gd name="T6" fmla="*/ 46 w 90"/>
                <a:gd name="T7" fmla="*/ 33 h 33"/>
              </a:gdLst>
              <a:ahLst/>
              <a:cxnLst>
                <a:cxn ang="0">
                  <a:pos x="T0" y="T1"/>
                </a:cxn>
                <a:cxn ang="0">
                  <a:pos x="T2" y="T3"/>
                </a:cxn>
                <a:cxn ang="0">
                  <a:pos x="T4" y="T5"/>
                </a:cxn>
                <a:cxn ang="0">
                  <a:pos x="T6" y="T7"/>
                </a:cxn>
              </a:cxnLst>
              <a:rect l="0" t="0" r="r" b="b"/>
              <a:pathLst>
                <a:path w="90" h="33">
                  <a:moveTo>
                    <a:pt x="46" y="33"/>
                  </a:moveTo>
                  <a:cubicBezTo>
                    <a:pt x="65" y="33"/>
                    <a:pt x="82" y="23"/>
                    <a:pt x="90" y="7"/>
                  </a:cubicBezTo>
                  <a:cubicBezTo>
                    <a:pt x="59" y="6"/>
                    <a:pt x="28" y="3"/>
                    <a:pt x="0" y="0"/>
                  </a:cubicBezTo>
                  <a:cubicBezTo>
                    <a:pt x="6" y="19"/>
                    <a:pt x="25" y="33"/>
                    <a:pt x="46"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21"/>
            <p:cNvSpPr>
              <a:spLocks/>
            </p:cNvSpPr>
            <p:nvPr/>
          </p:nvSpPr>
          <p:spPr bwMode="auto">
            <a:xfrm>
              <a:off x="2765425" y="6064250"/>
              <a:ext cx="134938" cy="49213"/>
            </a:xfrm>
            <a:custGeom>
              <a:avLst/>
              <a:gdLst>
                <a:gd name="T0" fmla="*/ 44 w 90"/>
                <a:gd name="T1" fmla="*/ 33 h 33"/>
                <a:gd name="T2" fmla="*/ 90 w 90"/>
                <a:gd name="T3" fmla="*/ 0 h 33"/>
                <a:gd name="T4" fmla="*/ 0 w 90"/>
                <a:gd name="T5" fmla="*/ 7 h 33"/>
                <a:gd name="T6" fmla="*/ 44 w 90"/>
                <a:gd name="T7" fmla="*/ 33 h 33"/>
              </a:gdLst>
              <a:ahLst/>
              <a:cxnLst>
                <a:cxn ang="0">
                  <a:pos x="T0" y="T1"/>
                </a:cxn>
                <a:cxn ang="0">
                  <a:pos x="T2" y="T3"/>
                </a:cxn>
                <a:cxn ang="0">
                  <a:pos x="T4" y="T5"/>
                </a:cxn>
                <a:cxn ang="0">
                  <a:pos x="T6" y="T7"/>
                </a:cxn>
              </a:cxnLst>
              <a:rect l="0" t="0" r="r" b="b"/>
              <a:pathLst>
                <a:path w="90" h="33">
                  <a:moveTo>
                    <a:pt x="44" y="33"/>
                  </a:moveTo>
                  <a:cubicBezTo>
                    <a:pt x="65" y="33"/>
                    <a:pt x="84" y="19"/>
                    <a:pt x="90" y="0"/>
                  </a:cubicBezTo>
                  <a:cubicBezTo>
                    <a:pt x="62" y="3"/>
                    <a:pt x="31" y="6"/>
                    <a:pt x="0" y="7"/>
                  </a:cubicBezTo>
                  <a:cubicBezTo>
                    <a:pt x="8" y="23"/>
                    <a:pt x="25" y="33"/>
                    <a:pt x="44"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22"/>
            <p:cNvSpPr>
              <a:spLocks/>
            </p:cNvSpPr>
            <p:nvPr/>
          </p:nvSpPr>
          <p:spPr bwMode="auto">
            <a:xfrm>
              <a:off x="2608263" y="4730750"/>
              <a:ext cx="268288" cy="233363"/>
            </a:xfrm>
            <a:custGeom>
              <a:avLst/>
              <a:gdLst>
                <a:gd name="T0" fmla="*/ 9 w 180"/>
                <a:gd name="T1" fmla="*/ 26 h 156"/>
                <a:gd name="T2" fmla="*/ 0 w 180"/>
                <a:gd name="T3" fmla="*/ 66 h 156"/>
                <a:gd name="T4" fmla="*/ 90 w 180"/>
                <a:gd name="T5" fmla="*/ 156 h 156"/>
                <a:gd name="T6" fmla="*/ 180 w 180"/>
                <a:gd name="T7" fmla="*/ 66 h 156"/>
                <a:gd name="T8" fmla="*/ 171 w 180"/>
                <a:gd name="T9" fmla="*/ 26 h 156"/>
                <a:gd name="T10" fmla="*/ 90 w 180"/>
                <a:gd name="T11" fmla="*/ 0 h 156"/>
                <a:gd name="T12" fmla="*/ 9 w 180"/>
                <a:gd name="T13" fmla="*/ 26 h 156"/>
              </a:gdLst>
              <a:ahLst/>
              <a:cxnLst>
                <a:cxn ang="0">
                  <a:pos x="T0" y="T1"/>
                </a:cxn>
                <a:cxn ang="0">
                  <a:pos x="T2" y="T3"/>
                </a:cxn>
                <a:cxn ang="0">
                  <a:pos x="T4" y="T5"/>
                </a:cxn>
                <a:cxn ang="0">
                  <a:pos x="T6" y="T7"/>
                </a:cxn>
                <a:cxn ang="0">
                  <a:pos x="T8" y="T9"/>
                </a:cxn>
                <a:cxn ang="0">
                  <a:pos x="T10" y="T11"/>
                </a:cxn>
                <a:cxn ang="0">
                  <a:pos x="T12" y="T13"/>
                </a:cxn>
              </a:cxnLst>
              <a:rect l="0" t="0" r="r" b="b"/>
              <a:pathLst>
                <a:path w="180" h="156">
                  <a:moveTo>
                    <a:pt x="9" y="26"/>
                  </a:moveTo>
                  <a:cubicBezTo>
                    <a:pt x="3" y="38"/>
                    <a:pt x="0" y="51"/>
                    <a:pt x="0" y="66"/>
                  </a:cubicBezTo>
                  <a:cubicBezTo>
                    <a:pt x="0" y="115"/>
                    <a:pt x="40" y="156"/>
                    <a:pt x="90" y="156"/>
                  </a:cubicBezTo>
                  <a:cubicBezTo>
                    <a:pt x="140" y="156"/>
                    <a:pt x="180" y="115"/>
                    <a:pt x="180" y="66"/>
                  </a:cubicBezTo>
                  <a:cubicBezTo>
                    <a:pt x="180" y="51"/>
                    <a:pt x="177" y="38"/>
                    <a:pt x="171" y="26"/>
                  </a:cubicBezTo>
                  <a:cubicBezTo>
                    <a:pt x="160" y="16"/>
                    <a:pt x="136" y="0"/>
                    <a:pt x="90" y="0"/>
                  </a:cubicBezTo>
                  <a:cubicBezTo>
                    <a:pt x="44" y="0"/>
                    <a:pt x="20" y="16"/>
                    <a:pt x="9"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23"/>
            <p:cNvSpPr>
              <a:spLocks/>
            </p:cNvSpPr>
            <p:nvPr/>
          </p:nvSpPr>
          <p:spPr bwMode="auto">
            <a:xfrm>
              <a:off x="2446338" y="5500688"/>
              <a:ext cx="96838" cy="69850"/>
            </a:xfrm>
            <a:custGeom>
              <a:avLst/>
              <a:gdLst>
                <a:gd name="T0" fmla="*/ 0 w 65"/>
                <a:gd name="T1" fmla="*/ 2 h 47"/>
                <a:gd name="T2" fmla="*/ 0 w 65"/>
                <a:gd name="T3" fmla="*/ 17 h 47"/>
                <a:gd name="T4" fmla="*/ 32 w 65"/>
                <a:gd name="T5" fmla="*/ 47 h 47"/>
                <a:gd name="T6" fmla="*/ 34 w 65"/>
                <a:gd name="T7" fmla="*/ 47 h 47"/>
                <a:gd name="T8" fmla="*/ 64 w 65"/>
                <a:gd name="T9" fmla="*/ 13 h 47"/>
                <a:gd name="T10" fmla="*/ 64 w 65"/>
                <a:gd name="T11" fmla="*/ 5 h 47"/>
                <a:gd name="T12" fmla="*/ 0 w 65"/>
                <a:gd name="T13" fmla="*/ 2 h 47"/>
              </a:gdLst>
              <a:ahLst/>
              <a:cxnLst>
                <a:cxn ang="0">
                  <a:pos x="T0" y="T1"/>
                </a:cxn>
                <a:cxn ang="0">
                  <a:pos x="T2" y="T3"/>
                </a:cxn>
                <a:cxn ang="0">
                  <a:pos x="T4" y="T5"/>
                </a:cxn>
                <a:cxn ang="0">
                  <a:pos x="T6" y="T7"/>
                </a:cxn>
                <a:cxn ang="0">
                  <a:pos x="T8" y="T9"/>
                </a:cxn>
                <a:cxn ang="0">
                  <a:pos x="T10" y="T11"/>
                </a:cxn>
                <a:cxn ang="0">
                  <a:pos x="T12" y="T13"/>
                </a:cxn>
              </a:cxnLst>
              <a:rect l="0" t="0" r="r" b="b"/>
              <a:pathLst>
                <a:path w="65" h="47">
                  <a:moveTo>
                    <a:pt x="0" y="2"/>
                  </a:moveTo>
                  <a:cubicBezTo>
                    <a:pt x="0" y="7"/>
                    <a:pt x="0" y="12"/>
                    <a:pt x="0" y="17"/>
                  </a:cubicBezTo>
                  <a:cubicBezTo>
                    <a:pt x="1" y="34"/>
                    <a:pt x="15" y="47"/>
                    <a:pt x="32" y="47"/>
                  </a:cubicBezTo>
                  <a:cubicBezTo>
                    <a:pt x="33" y="47"/>
                    <a:pt x="34" y="47"/>
                    <a:pt x="34" y="47"/>
                  </a:cubicBezTo>
                  <a:cubicBezTo>
                    <a:pt x="52" y="46"/>
                    <a:pt x="65" y="31"/>
                    <a:pt x="64" y="13"/>
                  </a:cubicBezTo>
                  <a:cubicBezTo>
                    <a:pt x="64" y="10"/>
                    <a:pt x="64" y="7"/>
                    <a:pt x="64" y="5"/>
                  </a:cubicBezTo>
                  <a:cubicBezTo>
                    <a:pt x="50" y="3"/>
                    <a:pt x="27"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24"/>
            <p:cNvSpPr>
              <a:spLocks/>
            </p:cNvSpPr>
            <p:nvPr/>
          </p:nvSpPr>
          <p:spPr bwMode="auto">
            <a:xfrm>
              <a:off x="2941638" y="5500688"/>
              <a:ext cx="96838" cy="69850"/>
            </a:xfrm>
            <a:custGeom>
              <a:avLst/>
              <a:gdLst>
                <a:gd name="T0" fmla="*/ 1 w 65"/>
                <a:gd name="T1" fmla="*/ 5 h 47"/>
                <a:gd name="T2" fmla="*/ 1 w 65"/>
                <a:gd name="T3" fmla="*/ 13 h 47"/>
                <a:gd name="T4" fmla="*/ 31 w 65"/>
                <a:gd name="T5" fmla="*/ 47 h 47"/>
                <a:gd name="T6" fmla="*/ 33 w 65"/>
                <a:gd name="T7" fmla="*/ 47 h 47"/>
                <a:gd name="T8" fmla="*/ 65 w 65"/>
                <a:gd name="T9" fmla="*/ 17 h 47"/>
                <a:gd name="T10" fmla="*/ 65 w 65"/>
                <a:gd name="T11" fmla="*/ 2 h 47"/>
                <a:gd name="T12" fmla="*/ 1 w 65"/>
                <a:gd name="T13" fmla="*/ 5 h 47"/>
              </a:gdLst>
              <a:ahLst/>
              <a:cxnLst>
                <a:cxn ang="0">
                  <a:pos x="T0" y="T1"/>
                </a:cxn>
                <a:cxn ang="0">
                  <a:pos x="T2" y="T3"/>
                </a:cxn>
                <a:cxn ang="0">
                  <a:pos x="T4" y="T5"/>
                </a:cxn>
                <a:cxn ang="0">
                  <a:pos x="T6" y="T7"/>
                </a:cxn>
                <a:cxn ang="0">
                  <a:pos x="T8" y="T9"/>
                </a:cxn>
                <a:cxn ang="0">
                  <a:pos x="T10" y="T11"/>
                </a:cxn>
                <a:cxn ang="0">
                  <a:pos x="T12" y="T13"/>
                </a:cxn>
              </a:cxnLst>
              <a:rect l="0" t="0" r="r" b="b"/>
              <a:pathLst>
                <a:path w="65" h="47">
                  <a:moveTo>
                    <a:pt x="1" y="5"/>
                  </a:moveTo>
                  <a:cubicBezTo>
                    <a:pt x="1" y="7"/>
                    <a:pt x="1" y="10"/>
                    <a:pt x="1" y="13"/>
                  </a:cubicBezTo>
                  <a:cubicBezTo>
                    <a:pt x="0" y="31"/>
                    <a:pt x="13" y="46"/>
                    <a:pt x="31" y="47"/>
                  </a:cubicBezTo>
                  <a:cubicBezTo>
                    <a:pt x="31" y="47"/>
                    <a:pt x="32" y="47"/>
                    <a:pt x="33" y="47"/>
                  </a:cubicBezTo>
                  <a:cubicBezTo>
                    <a:pt x="50" y="47"/>
                    <a:pt x="64" y="34"/>
                    <a:pt x="65" y="17"/>
                  </a:cubicBezTo>
                  <a:cubicBezTo>
                    <a:pt x="65" y="12"/>
                    <a:pt x="65" y="7"/>
                    <a:pt x="65" y="2"/>
                  </a:cubicBezTo>
                  <a:cubicBezTo>
                    <a:pt x="38" y="0"/>
                    <a:pt x="15" y="3"/>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5"/>
            <p:cNvSpPr>
              <a:spLocks/>
            </p:cNvSpPr>
            <p:nvPr/>
          </p:nvSpPr>
          <p:spPr bwMode="auto">
            <a:xfrm>
              <a:off x="2466975" y="4510088"/>
              <a:ext cx="550863" cy="371475"/>
            </a:xfrm>
            <a:custGeom>
              <a:avLst/>
              <a:gdLst>
                <a:gd name="T0" fmla="*/ 95 w 368"/>
                <a:gd name="T1" fmla="*/ 126 h 249"/>
                <a:gd name="T2" fmla="*/ 89 w 368"/>
                <a:gd name="T3" fmla="*/ 179 h 249"/>
                <a:gd name="T4" fmla="*/ 184 w 368"/>
                <a:gd name="T5" fmla="*/ 140 h 249"/>
                <a:gd name="T6" fmla="*/ 184 w 368"/>
                <a:gd name="T7" fmla="*/ 140 h 249"/>
                <a:gd name="T8" fmla="*/ 279 w 368"/>
                <a:gd name="T9" fmla="*/ 179 h 249"/>
                <a:gd name="T10" fmla="*/ 273 w 368"/>
                <a:gd name="T11" fmla="*/ 126 h 249"/>
                <a:gd name="T12" fmla="*/ 368 w 368"/>
                <a:gd name="T13" fmla="*/ 91 h 249"/>
                <a:gd name="T14" fmla="*/ 184 w 368"/>
                <a:gd name="T15" fmla="*/ 0 h 249"/>
                <a:gd name="T16" fmla="*/ 184 w 368"/>
                <a:gd name="T17" fmla="*/ 0 h 249"/>
                <a:gd name="T18" fmla="*/ 0 w 368"/>
                <a:gd name="T19" fmla="*/ 91 h 249"/>
                <a:gd name="T20" fmla="*/ 28 w 368"/>
                <a:gd name="T21" fmla="*/ 102 h 249"/>
                <a:gd name="T22" fmla="*/ 28 w 368"/>
                <a:gd name="T23" fmla="*/ 110 h 249"/>
                <a:gd name="T24" fmla="*/ 18 w 368"/>
                <a:gd name="T25" fmla="*/ 246 h 249"/>
                <a:gd name="T26" fmla="*/ 37 w 368"/>
                <a:gd name="T27" fmla="*/ 249 h 249"/>
                <a:gd name="T28" fmla="*/ 37 w 368"/>
                <a:gd name="T29" fmla="*/ 114 h 249"/>
                <a:gd name="T30" fmla="*/ 37 w 368"/>
                <a:gd name="T31" fmla="*/ 105 h 249"/>
                <a:gd name="T32" fmla="*/ 95 w 368"/>
                <a:gd name="T33" fmla="*/ 126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68" h="249">
                  <a:moveTo>
                    <a:pt x="95" y="126"/>
                  </a:moveTo>
                  <a:cubicBezTo>
                    <a:pt x="89" y="179"/>
                    <a:pt x="89" y="179"/>
                    <a:pt x="89" y="179"/>
                  </a:cubicBezTo>
                  <a:cubicBezTo>
                    <a:pt x="89" y="179"/>
                    <a:pt x="111" y="140"/>
                    <a:pt x="184" y="140"/>
                  </a:cubicBezTo>
                  <a:cubicBezTo>
                    <a:pt x="184" y="140"/>
                    <a:pt x="184" y="140"/>
                    <a:pt x="184" y="140"/>
                  </a:cubicBezTo>
                  <a:cubicBezTo>
                    <a:pt x="257" y="140"/>
                    <a:pt x="279" y="179"/>
                    <a:pt x="279" y="179"/>
                  </a:cubicBezTo>
                  <a:cubicBezTo>
                    <a:pt x="273" y="126"/>
                    <a:pt x="273" y="126"/>
                    <a:pt x="273" y="126"/>
                  </a:cubicBezTo>
                  <a:cubicBezTo>
                    <a:pt x="368" y="91"/>
                    <a:pt x="368" y="91"/>
                    <a:pt x="368" y="91"/>
                  </a:cubicBezTo>
                  <a:cubicBezTo>
                    <a:pt x="234" y="64"/>
                    <a:pt x="184" y="0"/>
                    <a:pt x="184" y="0"/>
                  </a:cubicBezTo>
                  <a:cubicBezTo>
                    <a:pt x="184" y="0"/>
                    <a:pt x="184" y="0"/>
                    <a:pt x="184" y="0"/>
                  </a:cubicBezTo>
                  <a:cubicBezTo>
                    <a:pt x="184" y="0"/>
                    <a:pt x="134" y="64"/>
                    <a:pt x="0" y="91"/>
                  </a:cubicBezTo>
                  <a:cubicBezTo>
                    <a:pt x="28" y="102"/>
                    <a:pt x="28" y="102"/>
                    <a:pt x="28" y="102"/>
                  </a:cubicBezTo>
                  <a:cubicBezTo>
                    <a:pt x="28" y="104"/>
                    <a:pt x="28" y="107"/>
                    <a:pt x="28" y="110"/>
                  </a:cubicBezTo>
                  <a:cubicBezTo>
                    <a:pt x="27" y="134"/>
                    <a:pt x="25" y="192"/>
                    <a:pt x="18" y="246"/>
                  </a:cubicBezTo>
                  <a:cubicBezTo>
                    <a:pt x="30" y="241"/>
                    <a:pt x="37" y="249"/>
                    <a:pt x="37" y="249"/>
                  </a:cubicBezTo>
                  <a:cubicBezTo>
                    <a:pt x="37" y="114"/>
                    <a:pt x="37" y="114"/>
                    <a:pt x="37" y="114"/>
                  </a:cubicBezTo>
                  <a:cubicBezTo>
                    <a:pt x="37" y="105"/>
                    <a:pt x="37" y="105"/>
                    <a:pt x="37" y="105"/>
                  </a:cubicBezTo>
                  <a:lnTo>
                    <a:pt x="95" y="1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26"/>
            <p:cNvSpPr>
              <a:spLocks/>
            </p:cNvSpPr>
            <p:nvPr/>
          </p:nvSpPr>
          <p:spPr bwMode="auto">
            <a:xfrm>
              <a:off x="2386013" y="4997450"/>
              <a:ext cx="712788" cy="1065213"/>
            </a:xfrm>
            <a:custGeom>
              <a:avLst/>
              <a:gdLst>
                <a:gd name="T0" fmla="*/ 340 w 476"/>
                <a:gd name="T1" fmla="*/ 4 h 712"/>
                <a:gd name="T2" fmla="*/ 316 w 476"/>
                <a:gd name="T3" fmla="*/ 0 h 712"/>
                <a:gd name="T4" fmla="*/ 314 w 476"/>
                <a:gd name="T5" fmla="*/ 0 h 712"/>
                <a:gd name="T6" fmla="*/ 261 w 476"/>
                <a:gd name="T7" fmla="*/ 57 h 712"/>
                <a:gd name="T8" fmla="*/ 245 w 476"/>
                <a:gd name="T9" fmla="*/ 32 h 712"/>
                <a:gd name="T10" fmla="*/ 278 w 476"/>
                <a:gd name="T11" fmla="*/ 0 h 712"/>
                <a:gd name="T12" fmla="*/ 198 w 476"/>
                <a:gd name="T13" fmla="*/ 0 h 712"/>
                <a:gd name="T14" fmla="*/ 231 w 476"/>
                <a:gd name="T15" fmla="*/ 32 h 712"/>
                <a:gd name="T16" fmla="*/ 215 w 476"/>
                <a:gd name="T17" fmla="*/ 57 h 712"/>
                <a:gd name="T18" fmla="*/ 162 w 476"/>
                <a:gd name="T19" fmla="*/ 0 h 712"/>
                <a:gd name="T20" fmla="*/ 160 w 476"/>
                <a:gd name="T21" fmla="*/ 0 h 712"/>
                <a:gd name="T22" fmla="*/ 136 w 476"/>
                <a:gd name="T23" fmla="*/ 4 h 712"/>
                <a:gd name="T24" fmla="*/ 0 w 476"/>
                <a:gd name="T25" fmla="*/ 337 h 712"/>
                <a:gd name="T26" fmla="*/ 3 w 476"/>
                <a:gd name="T27" fmla="*/ 336 h 712"/>
                <a:gd name="T28" fmla="*/ 114 w 476"/>
                <a:gd name="T29" fmla="*/ 334 h 712"/>
                <a:gd name="T30" fmla="*/ 114 w 476"/>
                <a:gd name="T31" fmla="*/ 342 h 712"/>
                <a:gd name="T32" fmla="*/ 90 w 476"/>
                <a:gd name="T33" fmla="*/ 638 h 712"/>
                <a:gd name="T34" fmla="*/ 34 w 476"/>
                <a:gd name="T35" fmla="*/ 688 h 712"/>
                <a:gd name="T36" fmla="*/ 44 w 476"/>
                <a:gd name="T37" fmla="*/ 690 h 712"/>
                <a:gd name="T38" fmla="*/ 238 w 476"/>
                <a:gd name="T39" fmla="*/ 712 h 712"/>
                <a:gd name="T40" fmla="*/ 432 w 476"/>
                <a:gd name="T41" fmla="*/ 690 h 712"/>
                <a:gd name="T42" fmla="*/ 442 w 476"/>
                <a:gd name="T43" fmla="*/ 688 h 712"/>
                <a:gd name="T44" fmla="*/ 386 w 476"/>
                <a:gd name="T45" fmla="*/ 638 h 712"/>
                <a:gd name="T46" fmla="*/ 362 w 476"/>
                <a:gd name="T47" fmla="*/ 342 h 712"/>
                <a:gd name="T48" fmla="*/ 362 w 476"/>
                <a:gd name="T49" fmla="*/ 334 h 712"/>
                <a:gd name="T50" fmla="*/ 473 w 476"/>
                <a:gd name="T51" fmla="*/ 336 h 712"/>
                <a:gd name="T52" fmla="*/ 476 w 476"/>
                <a:gd name="T53" fmla="*/ 337 h 712"/>
                <a:gd name="T54" fmla="*/ 340 w 476"/>
                <a:gd name="T55" fmla="*/ 4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76" h="712">
                  <a:moveTo>
                    <a:pt x="340" y="4"/>
                  </a:moveTo>
                  <a:cubicBezTo>
                    <a:pt x="330" y="1"/>
                    <a:pt x="321" y="0"/>
                    <a:pt x="316" y="0"/>
                  </a:cubicBezTo>
                  <a:cubicBezTo>
                    <a:pt x="315" y="0"/>
                    <a:pt x="314" y="0"/>
                    <a:pt x="314" y="0"/>
                  </a:cubicBezTo>
                  <a:cubicBezTo>
                    <a:pt x="261" y="57"/>
                    <a:pt x="261" y="57"/>
                    <a:pt x="261" y="57"/>
                  </a:cubicBezTo>
                  <a:cubicBezTo>
                    <a:pt x="245" y="32"/>
                    <a:pt x="245" y="32"/>
                    <a:pt x="245" y="32"/>
                  </a:cubicBezTo>
                  <a:cubicBezTo>
                    <a:pt x="278" y="0"/>
                    <a:pt x="278" y="0"/>
                    <a:pt x="278" y="0"/>
                  </a:cubicBezTo>
                  <a:cubicBezTo>
                    <a:pt x="198" y="0"/>
                    <a:pt x="198" y="0"/>
                    <a:pt x="198" y="0"/>
                  </a:cubicBezTo>
                  <a:cubicBezTo>
                    <a:pt x="231" y="32"/>
                    <a:pt x="231" y="32"/>
                    <a:pt x="231" y="32"/>
                  </a:cubicBezTo>
                  <a:cubicBezTo>
                    <a:pt x="215" y="57"/>
                    <a:pt x="215" y="57"/>
                    <a:pt x="215" y="57"/>
                  </a:cubicBezTo>
                  <a:cubicBezTo>
                    <a:pt x="162" y="0"/>
                    <a:pt x="162" y="0"/>
                    <a:pt x="162" y="0"/>
                  </a:cubicBezTo>
                  <a:cubicBezTo>
                    <a:pt x="162" y="0"/>
                    <a:pt x="161" y="0"/>
                    <a:pt x="160" y="0"/>
                  </a:cubicBezTo>
                  <a:cubicBezTo>
                    <a:pt x="155" y="0"/>
                    <a:pt x="146" y="1"/>
                    <a:pt x="136" y="4"/>
                  </a:cubicBezTo>
                  <a:cubicBezTo>
                    <a:pt x="23" y="38"/>
                    <a:pt x="30" y="258"/>
                    <a:pt x="0" y="337"/>
                  </a:cubicBezTo>
                  <a:cubicBezTo>
                    <a:pt x="1" y="337"/>
                    <a:pt x="2" y="336"/>
                    <a:pt x="3" y="336"/>
                  </a:cubicBezTo>
                  <a:cubicBezTo>
                    <a:pt x="54" y="323"/>
                    <a:pt x="100" y="332"/>
                    <a:pt x="114" y="334"/>
                  </a:cubicBezTo>
                  <a:cubicBezTo>
                    <a:pt x="114" y="336"/>
                    <a:pt x="114" y="339"/>
                    <a:pt x="114" y="342"/>
                  </a:cubicBezTo>
                  <a:cubicBezTo>
                    <a:pt x="113" y="459"/>
                    <a:pt x="108" y="615"/>
                    <a:pt x="90" y="638"/>
                  </a:cubicBezTo>
                  <a:cubicBezTo>
                    <a:pt x="60" y="676"/>
                    <a:pt x="34" y="688"/>
                    <a:pt x="34" y="688"/>
                  </a:cubicBezTo>
                  <a:cubicBezTo>
                    <a:pt x="34" y="688"/>
                    <a:pt x="38" y="689"/>
                    <a:pt x="44" y="690"/>
                  </a:cubicBezTo>
                  <a:cubicBezTo>
                    <a:pt x="73" y="696"/>
                    <a:pt x="160" y="712"/>
                    <a:pt x="238" y="712"/>
                  </a:cubicBezTo>
                  <a:cubicBezTo>
                    <a:pt x="316" y="712"/>
                    <a:pt x="403" y="696"/>
                    <a:pt x="432" y="690"/>
                  </a:cubicBezTo>
                  <a:cubicBezTo>
                    <a:pt x="438" y="689"/>
                    <a:pt x="442" y="688"/>
                    <a:pt x="442" y="688"/>
                  </a:cubicBezTo>
                  <a:cubicBezTo>
                    <a:pt x="442" y="688"/>
                    <a:pt x="416" y="676"/>
                    <a:pt x="386" y="638"/>
                  </a:cubicBezTo>
                  <a:cubicBezTo>
                    <a:pt x="368" y="615"/>
                    <a:pt x="363" y="459"/>
                    <a:pt x="362" y="342"/>
                  </a:cubicBezTo>
                  <a:cubicBezTo>
                    <a:pt x="362" y="339"/>
                    <a:pt x="362" y="336"/>
                    <a:pt x="362" y="334"/>
                  </a:cubicBezTo>
                  <a:cubicBezTo>
                    <a:pt x="376" y="332"/>
                    <a:pt x="422" y="323"/>
                    <a:pt x="473" y="336"/>
                  </a:cubicBezTo>
                  <a:cubicBezTo>
                    <a:pt x="474" y="336"/>
                    <a:pt x="475" y="337"/>
                    <a:pt x="476" y="337"/>
                  </a:cubicBezTo>
                  <a:cubicBezTo>
                    <a:pt x="446" y="258"/>
                    <a:pt x="453" y="38"/>
                    <a:pt x="34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6" name="组合 25"/>
          <p:cNvGrpSpPr/>
          <p:nvPr/>
        </p:nvGrpSpPr>
        <p:grpSpPr>
          <a:xfrm>
            <a:off x="9528175" y="4500563"/>
            <a:ext cx="1047751" cy="1612900"/>
            <a:chOff x="3127375" y="4500563"/>
            <a:chExt cx="1047751" cy="1612900"/>
          </a:xfrm>
          <a:solidFill>
            <a:schemeClr val="tx1">
              <a:lumMod val="65000"/>
              <a:lumOff val="35000"/>
            </a:schemeClr>
          </a:solidFill>
        </p:grpSpPr>
        <p:sp>
          <p:nvSpPr>
            <p:cNvPr id="27" name="Freeform 27"/>
            <p:cNvSpPr>
              <a:spLocks/>
            </p:cNvSpPr>
            <p:nvPr/>
          </p:nvSpPr>
          <p:spPr bwMode="auto">
            <a:xfrm>
              <a:off x="3662363" y="6064250"/>
              <a:ext cx="134938" cy="49213"/>
            </a:xfrm>
            <a:custGeom>
              <a:avLst/>
              <a:gdLst>
                <a:gd name="T0" fmla="*/ 46 w 90"/>
                <a:gd name="T1" fmla="*/ 33 h 33"/>
                <a:gd name="T2" fmla="*/ 90 w 90"/>
                <a:gd name="T3" fmla="*/ 7 h 33"/>
                <a:gd name="T4" fmla="*/ 0 w 90"/>
                <a:gd name="T5" fmla="*/ 0 h 33"/>
                <a:gd name="T6" fmla="*/ 46 w 90"/>
                <a:gd name="T7" fmla="*/ 33 h 33"/>
              </a:gdLst>
              <a:ahLst/>
              <a:cxnLst>
                <a:cxn ang="0">
                  <a:pos x="T0" y="T1"/>
                </a:cxn>
                <a:cxn ang="0">
                  <a:pos x="T2" y="T3"/>
                </a:cxn>
                <a:cxn ang="0">
                  <a:pos x="T4" y="T5"/>
                </a:cxn>
                <a:cxn ang="0">
                  <a:pos x="T6" y="T7"/>
                </a:cxn>
              </a:cxnLst>
              <a:rect l="0" t="0" r="r" b="b"/>
              <a:pathLst>
                <a:path w="90" h="33">
                  <a:moveTo>
                    <a:pt x="46" y="33"/>
                  </a:moveTo>
                  <a:cubicBezTo>
                    <a:pt x="65" y="33"/>
                    <a:pt x="82" y="23"/>
                    <a:pt x="90" y="7"/>
                  </a:cubicBezTo>
                  <a:cubicBezTo>
                    <a:pt x="59" y="6"/>
                    <a:pt x="28" y="3"/>
                    <a:pt x="0" y="0"/>
                  </a:cubicBezTo>
                  <a:cubicBezTo>
                    <a:pt x="6" y="19"/>
                    <a:pt x="25" y="33"/>
                    <a:pt x="46"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28"/>
            <p:cNvSpPr>
              <a:spLocks/>
            </p:cNvSpPr>
            <p:nvPr/>
          </p:nvSpPr>
          <p:spPr bwMode="auto">
            <a:xfrm>
              <a:off x="3841750" y="6064250"/>
              <a:ext cx="136525" cy="49213"/>
            </a:xfrm>
            <a:custGeom>
              <a:avLst/>
              <a:gdLst>
                <a:gd name="T0" fmla="*/ 44 w 91"/>
                <a:gd name="T1" fmla="*/ 33 h 33"/>
                <a:gd name="T2" fmla="*/ 91 w 91"/>
                <a:gd name="T3" fmla="*/ 0 h 33"/>
                <a:gd name="T4" fmla="*/ 0 w 91"/>
                <a:gd name="T5" fmla="*/ 7 h 33"/>
                <a:gd name="T6" fmla="*/ 44 w 91"/>
                <a:gd name="T7" fmla="*/ 33 h 33"/>
              </a:gdLst>
              <a:ahLst/>
              <a:cxnLst>
                <a:cxn ang="0">
                  <a:pos x="T0" y="T1"/>
                </a:cxn>
                <a:cxn ang="0">
                  <a:pos x="T2" y="T3"/>
                </a:cxn>
                <a:cxn ang="0">
                  <a:pos x="T4" y="T5"/>
                </a:cxn>
                <a:cxn ang="0">
                  <a:pos x="T6" y="T7"/>
                </a:cxn>
              </a:cxnLst>
              <a:rect l="0" t="0" r="r" b="b"/>
              <a:pathLst>
                <a:path w="91" h="33">
                  <a:moveTo>
                    <a:pt x="44" y="33"/>
                  </a:moveTo>
                  <a:cubicBezTo>
                    <a:pt x="66" y="33"/>
                    <a:pt x="84" y="19"/>
                    <a:pt x="91" y="0"/>
                  </a:cubicBezTo>
                  <a:cubicBezTo>
                    <a:pt x="62" y="3"/>
                    <a:pt x="31" y="6"/>
                    <a:pt x="0" y="7"/>
                  </a:cubicBezTo>
                  <a:cubicBezTo>
                    <a:pt x="8" y="22"/>
                    <a:pt x="25" y="33"/>
                    <a:pt x="44"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29"/>
            <p:cNvSpPr>
              <a:spLocks/>
            </p:cNvSpPr>
            <p:nvPr/>
          </p:nvSpPr>
          <p:spPr bwMode="auto">
            <a:xfrm>
              <a:off x="3684588" y="4730750"/>
              <a:ext cx="269875" cy="233363"/>
            </a:xfrm>
            <a:custGeom>
              <a:avLst/>
              <a:gdLst>
                <a:gd name="T0" fmla="*/ 9 w 180"/>
                <a:gd name="T1" fmla="*/ 26 h 156"/>
                <a:gd name="T2" fmla="*/ 0 w 180"/>
                <a:gd name="T3" fmla="*/ 66 h 156"/>
                <a:gd name="T4" fmla="*/ 90 w 180"/>
                <a:gd name="T5" fmla="*/ 156 h 156"/>
                <a:gd name="T6" fmla="*/ 180 w 180"/>
                <a:gd name="T7" fmla="*/ 66 h 156"/>
                <a:gd name="T8" fmla="*/ 171 w 180"/>
                <a:gd name="T9" fmla="*/ 26 h 156"/>
                <a:gd name="T10" fmla="*/ 90 w 180"/>
                <a:gd name="T11" fmla="*/ 0 h 156"/>
                <a:gd name="T12" fmla="*/ 9 w 180"/>
                <a:gd name="T13" fmla="*/ 26 h 156"/>
              </a:gdLst>
              <a:ahLst/>
              <a:cxnLst>
                <a:cxn ang="0">
                  <a:pos x="T0" y="T1"/>
                </a:cxn>
                <a:cxn ang="0">
                  <a:pos x="T2" y="T3"/>
                </a:cxn>
                <a:cxn ang="0">
                  <a:pos x="T4" y="T5"/>
                </a:cxn>
                <a:cxn ang="0">
                  <a:pos x="T6" y="T7"/>
                </a:cxn>
                <a:cxn ang="0">
                  <a:pos x="T8" y="T9"/>
                </a:cxn>
                <a:cxn ang="0">
                  <a:pos x="T10" y="T11"/>
                </a:cxn>
                <a:cxn ang="0">
                  <a:pos x="T12" y="T13"/>
                </a:cxn>
              </a:cxnLst>
              <a:rect l="0" t="0" r="r" b="b"/>
              <a:pathLst>
                <a:path w="180" h="156">
                  <a:moveTo>
                    <a:pt x="9" y="26"/>
                  </a:moveTo>
                  <a:cubicBezTo>
                    <a:pt x="3" y="38"/>
                    <a:pt x="0" y="51"/>
                    <a:pt x="0" y="66"/>
                  </a:cubicBezTo>
                  <a:cubicBezTo>
                    <a:pt x="0" y="115"/>
                    <a:pt x="40" y="156"/>
                    <a:pt x="90" y="156"/>
                  </a:cubicBezTo>
                  <a:cubicBezTo>
                    <a:pt x="140" y="156"/>
                    <a:pt x="180" y="115"/>
                    <a:pt x="180" y="66"/>
                  </a:cubicBezTo>
                  <a:cubicBezTo>
                    <a:pt x="180" y="51"/>
                    <a:pt x="177" y="38"/>
                    <a:pt x="171" y="26"/>
                  </a:cubicBezTo>
                  <a:cubicBezTo>
                    <a:pt x="160" y="16"/>
                    <a:pt x="136" y="0"/>
                    <a:pt x="90" y="0"/>
                  </a:cubicBezTo>
                  <a:cubicBezTo>
                    <a:pt x="44" y="0"/>
                    <a:pt x="20" y="16"/>
                    <a:pt x="9"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30"/>
            <p:cNvSpPr>
              <a:spLocks noEditPoints="1"/>
            </p:cNvSpPr>
            <p:nvPr/>
          </p:nvSpPr>
          <p:spPr bwMode="auto">
            <a:xfrm>
              <a:off x="3127375" y="4500563"/>
              <a:ext cx="341313" cy="379413"/>
            </a:xfrm>
            <a:custGeom>
              <a:avLst/>
              <a:gdLst>
                <a:gd name="T0" fmla="*/ 177 w 228"/>
                <a:gd name="T1" fmla="*/ 154 h 254"/>
                <a:gd name="T2" fmla="*/ 141 w 228"/>
                <a:gd name="T3" fmla="*/ 120 h 254"/>
                <a:gd name="T4" fmla="*/ 214 w 228"/>
                <a:gd name="T5" fmla="*/ 51 h 254"/>
                <a:gd name="T6" fmla="*/ 182 w 228"/>
                <a:gd name="T7" fmla="*/ 21 h 254"/>
                <a:gd name="T8" fmla="*/ 113 w 228"/>
                <a:gd name="T9" fmla="*/ 110 h 254"/>
                <a:gd name="T10" fmla="*/ 94 w 228"/>
                <a:gd name="T11" fmla="*/ 120 h 254"/>
                <a:gd name="T12" fmla="*/ 85 w 228"/>
                <a:gd name="T13" fmla="*/ 143 h 254"/>
                <a:gd name="T14" fmla="*/ 0 w 228"/>
                <a:gd name="T15" fmla="*/ 229 h 254"/>
                <a:gd name="T16" fmla="*/ 24 w 228"/>
                <a:gd name="T17" fmla="*/ 254 h 254"/>
                <a:gd name="T18" fmla="*/ 97 w 228"/>
                <a:gd name="T19" fmla="*/ 167 h 254"/>
                <a:gd name="T20" fmla="*/ 141 w 228"/>
                <a:gd name="T21" fmla="*/ 208 h 254"/>
                <a:gd name="T22" fmla="*/ 168 w 228"/>
                <a:gd name="T23" fmla="*/ 173 h 254"/>
                <a:gd name="T24" fmla="*/ 177 w 228"/>
                <a:gd name="T25" fmla="*/ 154 h 254"/>
                <a:gd name="T26" fmla="*/ 191 w 228"/>
                <a:gd name="T27" fmla="*/ 22 h 254"/>
                <a:gd name="T28" fmla="*/ 205 w 228"/>
                <a:gd name="T29" fmla="*/ 30 h 254"/>
                <a:gd name="T30" fmla="*/ 208 w 228"/>
                <a:gd name="T31" fmla="*/ 46 h 254"/>
                <a:gd name="T32" fmla="*/ 206 w 228"/>
                <a:gd name="T33" fmla="*/ 46 h 254"/>
                <a:gd name="T34" fmla="*/ 199 w 228"/>
                <a:gd name="T35" fmla="*/ 32 h 254"/>
                <a:gd name="T36" fmla="*/ 194 w 228"/>
                <a:gd name="T37" fmla="*/ 38 h 254"/>
                <a:gd name="T38" fmla="*/ 194 w 228"/>
                <a:gd name="T39" fmla="*/ 38 h 254"/>
                <a:gd name="T40" fmla="*/ 191 w 228"/>
                <a:gd name="T41" fmla="*/ 22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254">
                  <a:moveTo>
                    <a:pt x="177" y="154"/>
                  </a:moveTo>
                  <a:cubicBezTo>
                    <a:pt x="141" y="120"/>
                    <a:pt x="141" y="120"/>
                    <a:pt x="141" y="120"/>
                  </a:cubicBezTo>
                  <a:cubicBezTo>
                    <a:pt x="162" y="99"/>
                    <a:pt x="186" y="77"/>
                    <a:pt x="214" y="51"/>
                  </a:cubicBezTo>
                  <a:cubicBezTo>
                    <a:pt x="228" y="38"/>
                    <a:pt x="197" y="0"/>
                    <a:pt x="182" y="21"/>
                  </a:cubicBezTo>
                  <a:cubicBezTo>
                    <a:pt x="160" y="52"/>
                    <a:pt x="136" y="82"/>
                    <a:pt x="113" y="110"/>
                  </a:cubicBezTo>
                  <a:cubicBezTo>
                    <a:pt x="106" y="111"/>
                    <a:pt x="99" y="114"/>
                    <a:pt x="94" y="120"/>
                  </a:cubicBezTo>
                  <a:cubicBezTo>
                    <a:pt x="88" y="127"/>
                    <a:pt x="85" y="135"/>
                    <a:pt x="85" y="143"/>
                  </a:cubicBezTo>
                  <a:cubicBezTo>
                    <a:pt x="51" y="182"/>
                    <a:pt x="20" y="213"/>
                    <a:pt x="0" y="229"/>
                  </a:cubicBezTo>
                  <a:cubicBezTo>
                    <a:pt x="1" y="239"/>
                    <a:pt x="12" y="250"/>
                    <a:pt x="24" y="254"/>
                  </a:cubicBezTo>
                  <a:cubicBezTo>
                    <a:pt x="48" y="223"/>
                    <a:pt x="71" y="196"/>
                    <a:pt x="97" y="167"/>
                  </a:cubicBezTo>
                  <a:cubicBezTo>
                    <a:pt x="141" y="208"/>
                    <a:pt x="141" y="208"/>
                    <a:pt x="141" y="208"/>
                  </a:cubicBezTo>
                  <a:cubicBezTo>
                    <a:pt x="152" y="196"/>
                    <a:pt x="161" y="184"/>
                    <a:pt x="168" y="173"/>
                  </a:cubicBezTo>
                  <a:cubicBezTo>
                    <a:pt x="173" y="164"/>
                    <a:pt x="177" y="157"/>
                    <a:pt x="177" y="154"/>
                  </a:cubicBezTo>
                  <a:close/>
                  <a:moveTo>
                    <a:pt x="191" y="22"/>
                  </a:moveTo>
                  <a:cubicBezTo>
                    <a:pt x="194" y="20"/>
                    <a:pt x="200" y="23"/>
                    <a:pt x="205" y="30"/>
                  </a:cubicBezTo>
                  <a:cubicBezTo>
                    <a:pt x="210" y="36"/>
                    <a:pt x="211" y="43"/>
                    <a:pt x="208" y="46"/>
                  </a:cubicBezTo>
                  <a:cubicBezTo>
                    <a:pt x="207" y="46"/>
                    <a:pt x="206" y="46"/>
                    <a:pt x="206" y="46"/>
                  </a:cubicBezTo>
                  <a:cubicBezTo>
                    <a:pt x="207" y="38"/>
                    <a:pt x="195" y="24"/>
                    <a:pt x="199" y="32"/>
                  </a:cubicBezTo>
                  <a:cubicBezTo>
                    <a:pt x="201" y="39"/>
                    <a:pt x="197" y="39"/>
                    <a:pt x="194" y="38"/>
                  </a:cubicBezTo>
                  <a:cubicBezTo>
                    <a:pt x="194" y="38"/>
                    <a:pt x="194" y="38"/>
                    <a:pt x="194" y="38"/>
                  </a:cubicBezTo>
                  <a:cubicBezTo>
                    <a:pt x="189" y="32"/>
                    <a:pt x="188" y="24"/>
                    <a:pt x="191"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31"/>
            <p:cNvSpPr>
              <a:spLocks/>
            </p:cNvSpPr>
            <p:nvPr/>
          </p:nvSpPr>
          <p:spPr bwMode="auto">
            <a:xfrm>
              <a:off x="4017963" y="5500688"/>
              <a:ext cx="100013" cy="69850"/>
            </a:xfrm>
            <a:custGeom>
              <a:avLst/>
              <a:gdLst>
                <a:gd name="T0" fmla="*/ 1 w 66"/>
                <a:gd name="T1" fmla="*/ 3 h 46"/>
                <a:gd name="T2" fmla="*/ 1 w 66"/>
                <a:gd name="T3" fmla="*/ 12 h 46"/>
                <a:gd name="T4" fmla="*/ 31 w 66"/>
                <a:gd name="T5" fmla="*/ 46 h 46"/>
                <a:gd name="T6" fmla="*/ 33 w 66"/>
                <a:gd name="T7" fmla="*/ 46 h 46"/>
                <a:gd name="T8" fmla="*/ 65 w 66"/>
                <a:gd name="T9" fmla="*/ 16 h 46"/>
                <a:gd name="T10" fmla="*/ 66 w 66"/>
                <a:gd name="T11" fmla="*/ 1 h 46"/>
                <a:gd name="T12" fmla="*/ 43 w 66"/>
                <a:gd name="T13" fmla="*/ 0 h 46"/>
                <a:gd name="T14" fmla="*/ 1 w 66"/>
                <a:gd name="T15" fmla="*/ 3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46">
                  <a:moveTo>
                    <a:pt x="1" y="3"/>
                  </a:moveTo>
                  <a:cubicBezTo>
                    <a:pt x="1" y="6"/>
                    <a:pt x="1" y="9"/>
                    <a:pt x="1" y="12"/>
                  </a:cubicBezTo>
                  <a:cubicBezTo>
                    <a:pt x="0" y="30"/>
                    <a:pt x="13" y="45"/>
                    <a:pt x="31" y="46"/>
                  </a:cubicBezTo>
                  <a:cubicBezTo>
                    <a:pt x="32" y="46"/>
                    <a:pt x="32" y="46"/>
                    <a:pt x="33" y="46"/>
                  </a:cubicBezTo>
                  <a:cubicBezTo>
                    <a:pt x="50" y="46"/>
                    <a:pt x="64" y="33"/>
                    <a:pt x="65" y="16"/>
                  </a:cubicBezTo>
                  <a:cubicBezTo>
                    <a:pt x="65" y="11"/>
                    <a:pt x="65" y="6"/>
                    <a:pt x="66" y="1"/>
                  </a:cubicBezTo>
                  <a:cubicBezTo>
                    <a:pt x="58" y="0"/>
                    <a:pt x="50" y="0"/>
                    <a:pt x="43" y="0"/>
                  </a:cubicBezTo>
                  <a:cubicBezTo>
                    <a:pt x="26" y="0"/>
                    <a:pt x="11"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32"/>
            <p:cNvSpPr>
              <a:spLocks/>
            </p:cNvSpPr>
            <p:nvPr/>
          </p:nvSpPr>
          <p:spPr bwMode="auto">
            <a:xfrm>
              <a:off x="3262313" y="4729163"/>
              <a:ext cx="912813" cy="1333500"/>
            </a:xfrm>
            <a:custGeom>
              <a:avLst/>
              <a:gdLst>
                <a:gd name="T0" fmla="*/ 366 w 611"/>
                <a:gd name="T1" fmla="*/ 211 h 891"/>
                <a:gd name="T2" fmla="*/ 350 w 611"/>
                <a:gd name="T3" fmla="*/ 236 h 891"/>
                <a:gd name="T4" fmla="*/ 300 w 611"/>
                <a:gd name="T5" fmla="*/ 181 h 891"/>
                <a:gd name="T6" fmla="*/ 95 w 611"/>
                <a:gd name="T7" fmla="*/ 0 h 891"/>
                <a:gd name="T8" fmla="*/ 0 w 611"/>
                <a:gd name="T9" fmla="*/ 109 h 891"/>
                <a:gd name="T10" fmla="*/ 216 w 611"/>
                <a:gd name="T11" fmla="*/ 346 h 891"/>
                <a:gd name="T12" fmla="*/ 225 w 611"/>
                <a:gd name="T13" fmla="*/ 817 h 891"/>
                <a:gd name="T14" fmla="*/ 169 w 611"/>
                <a:gd name="T15" fmla="*/ 867 h 891"/>
                <a:gd name="T16" fmla="*/ 373 w 611"/>
                <a:gd name="T17" fmla="*/ 891 h 891"/>
                <a:gd name="T18" fmla="*/ 577 w 611"/>
                <a:gd name="T19" fmla="*/ 867 h 891"/>
                <a:gd name="T20" fmla="*/ 521 w 611"/>
                <a:gd name="T21" fmla="*/ 817 h 891"/>
                <a:gd name="T22" fmla="*/ 497 w 611"/>
                <a:gd name="T23" fmla="*/ 513 h 891"/>
                <a:gd name="T24" fmla="*/ 611 w 611"/>
                <a:gd name="T25" fmla="*/ 516 h 891"/>
                <a:gd name="T26" fmla="*/ 449 w 611"/>
                <a:gd name="T27" fmla="*/ 179 h 891"/>
                <a:gd name="T28" fmla="*/ 396 w 611"/>
                <a:gd name="T29" fmla="*/ 236 h 891"/>
                <a:gd name="T30" fmla="*/ 380 w 611"/>
                <a:gd name="T31" fmla="*/ 211 h 891"/>
                <a:gd name="T32" fmla="*/ 413 w 611"/>
                <a:gd name="T33" fmla="*/ 179 h 891"/>
                <a:gd name="T34" fmla="*/ 334 w 611"/>
                <a:gd name="T35" fmla="*/ 179 h 891"/>
                <a:gd name="T36" fmla="*/ 366 w 611"/>
                <a:gd name="T37" fmla="*/ 211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11" h="891">
                  <a:moveTo>
                    <a:pt x="366" y="211"/>
                  </a:moveTo>
                  <a:cubicBezTo>
                    <a:pt x="350" y="236"/>
                    <a:pt x="350" y="236"/>
                    <a:pt x="350" y="236"/>
                  </a:cubicBezTo>
                  <a:cubicBezTo>
                    <a:pt x="300" y="181"/>
                    <a:pt x="300" y="181"/>
                    <a:pt x="300" y="181"/>
                  </a:cubicBezTo>
                  <a:cubicBezTo>
                    <a:pt x="300" y="181"/>
                    <a:pt x="189" y="91"/>
                    <a:pt x="95" y="0"/>
                  </a:cubicBezTo>
                  <a:cubicBezTo>
                    <a:pt x="95" y="20"/>
                    <a:pt x="32" y="98"/>
                    <a:pt x="0" y="109"/>
                  </a:cubicBezTo>
                  <a:cubicBezTo>
                    <a:pt x="224" y="246"/>
                    <a:pt x="216" y="346"/>
                    <a:pt x="216" y="346"/>
                  </a:cubicBezTo>
                  <a:cubicBezTo>
                    <a:pt x="216" y="346"/>
                    <a:pt x="255" y="779"/>
                    <a:pt x="225" y="817"/>
                  </a:cubicBezTo>
                  <a:cubicBezTo>
                    <a:pt x="195" y="855"/>
                    <a:pt x="169" y="867"/>
                    <a:pt x="169" y="867"/>
                  </a:cubicBezTo>
                  <a:cubicBezTo>
                    <a:pt x="169" y="867"/>
                    <a:pt x="277" y="891"/>
                    <a:pt x="373" y="891"/>
                  </a:cubicBezTo>
                  <a:cubicBezTo>
                    <a:pt x="469" y="891"/>
                    <a:pt x="577" y="867"/>
                    <a:pt x="577" y="867"/>
                  </a:cubicBezTo>
                  <a:cubicBezTo>
                    <a:pt x="577" y="867"/>
                    <a:pt x="551" y="855"/>
                    <a:pt x="521" y="817"/>
                  </a:cubicBezTo>
                  <a:cubicBezTo>
                    <a:pt x="502" y="793"/>
                    <a:pt x="498" y="630"/>
                    <a:pt x="497" y="513"/>
                  </a:cubicBezTo>
                  <a:cubicBezTo>
                    <a:pt x="512" y="511"/>
                    <a:pt x="559" y="502"/>
                    <a:pt x="611" y="516"/>
                  </a:cubicBezTo>
                  <a:cubicBezTo>
                    <a:pt x="579" y="431"/>
                    <a:pt x="589" y="185"/>
                    <a:pt x="449" y="179"/>
                  </a:cubicBezTo>
                  <a:cubicBezTo>
                    <a:pt x="396" y="236"/>
                    <a:pt x="396" y="236"/>
                    <a:pt x="396" y="236"/>
                  </a:cubicBezTo>
                  <a:cubicBezTo>
                    <a:pt x="380" y="211"/>
                    <a:pt x="380" y="211"/>
                    <a:pt x="380" y="211"/>
                  </a:cubicBezTo>
                  <a:cubicBezTo>
                    <a:pt x="413" y="179"/>
                    <a:pt x="413" y="179"/>
                    <a:pt x="413" y="179"/>
                  </a:cubicBezTo>
                  <a:cubicBezTo>
                    <a:pt x="334" y="179"/>
                    <a:pt x="334" y="179"/>
                    <a:pt x="334" y="179"/>
                  </a:cubicBezTo>
                  <a:lnTo>
                    <a:pt x="366" y="2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33"/>
            <p:cNvSpPr>
              <a:spLocks/>
            </p:cNvSpPr>
            <p:nvPr/>
          </p:nvSpPr>
          <p:spPr bwMode="auto">
            <a:xfrm>
              <a:off x="3544888" y="4510088"/>
              <a:ext cx="550863" cy="371475"/>
            </a:xfrm>
            <a:custGeom>
              <a:avLst/>
              <a:gdLst>
                <a:gd name="T0" fmla="*/ 25 w 368"/>
                <a:gd name="T1" fmla="*/ 244 h 249"/>
                <a:gd name="T2" fmla="*/ 37 w 368"/>
                <a:gd name="T3" fmla="*/ 249 h 249"/>
                <a:gd name="T4" fmla="*/ 37 w 368"/>
                <a:gd name="T5" fmla="*/ 114 h 249"/>
                <a:gd name="T6" fmla="*/ 37 w 368"/>
                <a:gd name="T7" fmla="*/ 105 h 249"/>
                <a:gd name="T8" fmla="*/ 95 w 368"/>
                <a:gd name="T9" fmla="*/ 126 h 249"/>
                <a:gd name="T10" fmla="*/ 89 w 368"/>
                <a:gd name="T11" fmla="*/ 179 h 249"/>
                <a:gd name="T12" fmla="*/ 184 w 368"/>
                <a:gd name="T13" fmla="*/ 140 h 249"/>
                <a:gd name="T14" fmla="*/ 280 w 368"/>
                <a:gd name="T15" fmla="*/ 179 h 249"/>
                <a:gd name="T16" fmla="*/ 273 w 368"/>
                <a:gd name="T17" fmla="*/ 126 h 249"/>
                <a:gd name="T18" fmla="*/ 368 w 368"/>
                <a:gd name="T19" fmla="*/ 91 h 249"/>
                <a:gd name="T20" fmla="*/ 184 w 368"/>
                <a:gd name="T21" fmla="*/ 0 h 249"/>
                <a:gd name="T22" fmla="*/ 0 w 368"/>
                <a:gd name="T23" fmla="*/ 91 h 249"/>
                <a:gd name="T24" fmla="*/ 28 w 368"/>
                <a:gd name="T25" fmla="*/ 102 h 249"/>
                <a:gd name="T26" fmla="*/ 28 w 368"/>
                <a:gd name="T27" fmla="*/ 110 h 249"/>
                <a:gd name="T28" fmla="*/ 19 w 368"/>
                <a:gd name="T29" fmla="*/ 238 h 249"/>
                <a:gd name="T30" fmla="*/ 18 w 368"/>
                <a:gd name="T31" fmla="*/ 246 h 249"/>
                <a:gd name="T32" fmla="*/ 25 w 368"/>
                <a:gd name="T33" fmla="*/ 244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68" h="249">
                  <a:moveTo>
                    <a:pt x="25" y="244"/>
                  </a:moveTo>
                  <a:cubicBezTo>
                    <a:pt x="33" y="244"/>
                    <a:pt x="37" y="249"/>
                    <a:pt x="37" y="249"/>
                  </a:cubicBezTo>
                  <a:cubicBezTo>
                    <a:pt x="37" y="114"/>
                    <a:pt x="37" y="114"/>
                    <a:pt x="37" y="114"/>
                  </a:cubicBezTo>
                  <a:cubicBezTo>
                    <a:pt x="37" y="105"/>
                    <a:pt x="37" y="105"/>
                    <a:pt x="37" y="105"/>
                  </a:cubicBezTo>
                  <a:cubicBezTo>
                    <a:pt x="95" y="126"/>
                    <a:pt x="95" y="126"/>
                    <a:pt x="95" y="126"/>
                  </a:cubicBezTo>
                  <a:cubicBezTo>
                    <a:pt x="89" y="179"/>
                    <a:pt x="89" y="179"/>
                    <a:pt x="89" y="179"/>
                  </a:cubicBezTo>
                  <a:cubicBezTo>
                    <a:pt x="89" y="179"/>
                    <a:pt x="111" y="140"/>
                    <a:pt x="184" y="140"/>
                  </a:cubicBezTo>
                  <a:cubicBezTo>
                    <a:pt x="258" y="140"/>
                    <a:pt x="280" y="179"/>
                    <a:pt x="280" y="179"/>
                  </a:cubicBezTo>
                  <a:cubicBezTo>
                    <a:pt x="273" y="126"/>
                    <a:pt x="273" y="126"/>
                    <a:pt x="273" y="126"/>
                  </a:cubicBezTo>
                  <a:cubicBezTo>
                    <a:pt x="368" y="91"/>
                    <a:pt x="368" y="91"/>
                    <a:pt x="368" y="91"/>
                  </a:cubicBezTo>
                  <a:cubicBezTo>
                    <a:pt x="234" y="64"/>
                    <a:pt x="184" y="0"/>
                    <a:pt x="184" y="0"/>
                  </a:cubicBezTo>
                  <a:cubicBezTo>
                    <a:pt x="184" y="0"/>
                    <a:pt x="134" y="64"/>
                    <a:pt x="0" y="91"/>
                  </a:cubicBezTo>
                  <a:cubicBezTo>
                    <a:pt x="28" y="102"/>
                    <a:pt x="28" y="102"/>
                    <a:pt x="28" y="102"/>
                  </a:cubicBezTo>
                  <a:cubicBezTo>
                    <a:pt x="28" y="104"/>
                    <a:pt x="28" y="107"/>
                    <a:pt x="28" y="110"/>
                  </a:cubicBezTo>
                  <a:cubicBezTo>
                    <a:pt x="27" y="133"/>
                    <a:pt x="26" y="186"/>
                    <a:pt x="19" y="238"/>
                  </a:cubicBezTo>
                  <a:cubicBezTo>
                    <a:pt x="19" y="241"/>
                    <a:pt x="18" y="243"/>
                    <a:pt x="18" y="246"/>
                  </a:cubicBezTo>
                  <a:cubicBezTo>
                    <a:pt x="21" y="245"/>
                    <a:pt x="23" y="244"/>
                    <a:pt x="25" y="2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4" name="组合 33"/>
          <p:cNvGrpSpPr/>
          <p:nvPr/>
        </p:nvGrpSpPr>
        <p:grpSpPr>
          <a:xfrm>
            <a:off x="10569575" y="4500563"/>
            <a:ext cx="1481138" cy="1612900"/>
            <a:chOff x="4168775" y="4500563"/>
            <a:chExt cx="1481138" cy="1612900"/>
          </a:xfrm>
          <a:solidFill>
            <a:schemeClr val="tx1">
              <a:lumMod val="65000"/>
              <a:lumOff val="35000"/>
            </a:schemeClr>
          </a:solidFill>
        </p:grpSpPr>
        <p:sp>
          <p:nvSpPr>
            <p:cNvPr id="35" name="Freeform 34"/>
            <p:cNvSpPr>
              <a:spLocks/>
            </p:cNvSpPr>
            <p:nvPr/>
          </p:nvSpPr>
          <p:spPr bwMode="auto">
            <a:xfrm>
              <a:off x="4699000" y="6064250"/>
              <a:ext cx="134938" cy="49213"/>
            </a:xfrm>
            <a:custGeom>
              <a:avLst/>
              <a:gdLst>
                <a:gd name="T0" fmla="*/ 46 w 90"/>
                <a:gd name="T1" fmla="*/ 33 h 33"/>
                <a:gd name="T2" fmla="*/ 90 w 90"/>
                <a:gd name="T3" fmla="*/ 7 h 33"/>
                <a:gd name="T4" fmla="*/ 0 w 90"/>
                <a:gd name="T5" fmla="*/ 0 h 33"/>
                <a:gd name="T6" fmla="*/ 46 w 90"/>
                <a:gd name="T7" fmla="*/ 33 h 33"/>
              </a:gdLst>
              <a:ahLst/>
              <a:cxnLst>
                <a:cxn ang="0">
                  <a:pos x="T0" y="T1"/>
                </a:cxn>
                <a:cxn ang="0">
                  <a:pos x="T2" y="T3"/>
                </a:cxn>
                <a:cxn ang="0">
                  <a:pos x="T4" y="T5"/>
                </a:cxn>
                <a:cxn ang="0">
                  <a:pos x="T6" y="T7"/>
                </a:cxn>
              </a:cxnLst>
              <a:rect l="0" t="0" r="r" b="b"/>
              <a:pathLst>
                <a:path w="90" h="33">
                  <a:moveTo>
                    <a:pt x="46" y="33"/>
                  </a:moveTo>
                  <a:cubicBezTo>
                    <a:pt x="65" y="33"/>
                    <a:pt x="82" y="22"/>
                    <a:pt x="90" y="7"/>
                  </a:cubicBezTo>
                  <a:cubicBezTo>
                    <a:pt x="59" y="6"/>
                    <a:pt x="28" y="3"/>
                    <a:pt x="0" y="0"/>
                  </a:cubicBezTo>
                  <a:cubicBezTo>
                    <a:pt x="6" y="19"/>
                    <a:pt x="25" y="33"/>
                    <a:pt x="46"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35"/>
            <p:cNvSpPr>
              <a:spLocks/>
            </p:cNvSpPr>
            <p:nvPr/>
          </p:nvSpPr>
          <p:spPr bwMode="auto">
            <a:xfrm>
              <a:off x="4878388" y="6064250"/>
              <a:ext cx="136525" cy="49213"/>
            </a:xfrm>
            <a:custGeom>
              <a:avLst/>
              <a:gdLst>
                <a:gd name="T0" fmla="*/ 44 w 91"/>
                <a:gd name="T1" fmla="*/ 33 h 33"/>
                <a:gd name="T2" fmla="*/ 91 w 91"/>
                <a:gd name="T3" fmla="*/ 0 h 33"/>
                <a:gd name="T4" fmla="*/ 0 w 91"/>
                <a:gd name="T5" fmla="*/ 7 h 33"/>
                <a:gd name="T6" fmla="*/ 44 w 91"/>
                <a:gd name="T7" fmla="*/ 33 h 33"/>
              </a:gdLst>
              <a:ahLst/>
              <a:cxnLst>
                <a:cxn ang="0">
                  <a:pos x="T0" y="T1"/>
                </a:cxn>
                <a:cxn ang="0">
                  <a:pos x="T2" y="T3"/>
                </a:cxn>
                <a:cxn ang="0">
                  <a:pos x="T4" y="T5"/>
                </a:cxn>
                <a:cxn ang="0">
                  <a:pos x="T6" y="T7"/>
                </a:cxn>
              </a:cxnLst>
              <a:rect l="0" t="0" r="r" b="b"/>
              <a:pathLst>
                <a:path w="91" h="33">
                  <a:moveTo>
                    <a:pt x="44" y="33"/>
                  </a:moveTo>
                  <a:cubicBezTo>
                    <a:pt x="66" y="33"/>
                    <a:pt x="84" y="19"/>
                    <a:pt x="91" y="0"/>
                  </a:cubicBezTo>
                  <a:cubicBezTo>
                    <a:pt x="63" y="3"/>
                    <a:pt x="31" y="6"/>
                    <a:pt x="0" y="7"/>
                  </a:cubicBezTo>
                  <a:cubicBezTo>
                    <a:pt x="8" y="22"/>
                    <a:pt x="25" y="33"/>
                    <a:pt x="44"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Oval 36"/>
            <p:cNvSpPr>
              <a:spLocks noChangeArrowheads="1"/>
            </p:cNvSpPr>
            <p:nvPr/>
          </p:nvSpPr>
          <p:spPr bwMode="auto">
            <a:xfrm>
              <a:off x="4721225" y="4694238"/>
              <a:ext cx="269875" cy="2698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37"/>
            <p:cNvSpPr>
              <a:spLocks noEditPoints="1"/>
            </p:cNvSpPr>
            <p:nvPr/>
          </p:nvSpPr>
          <p:spPr bwMode="auto">
            <a:xfrm>
              <a:off x="4168775" y="4500563"/>
              <a:ext cx="341313" cy="379413"/>
            </a:xfrm>
            <a:custGeom>
              <a:avLst/>
              <a:gdLst>
                <a:gd name="T0" fmla="*/ 174 w 228"/>
                <a:gd name="T1" fmla="*/ 154 h 254"/>
                <a:gd name="T2" fmla="*/ 139 w 228"/>
                <a:gd name="T3" fmla="*/ 122 h 254"/>
                <a:gd name="T4" fmla="*/ 214 w 228"/>
                <a:gd name="T5" fmla="*/ 51 h 254"/>
                <a:gd name="T6" fmla="*/ 182 w 228"/>
                <a:gd name="T7" fmla="*/ 21 h 254"/>
                <a:gd name="T8" fmla="*/ 113 w 228"/>
                <a:gd name="T9" fmla="*/ 110 h 254"/>
                <a:gd name="T10" fmla="*/ 91 w 228"/>
                <a:gd name="T11" fmla="*/ 120 h 254"/>
                <a:gd name="T12" fmla="*/ 82 w 228"/>
                <a:gd name="T13" fmla="*/ 146 h 254"/>
                <a:gd name="T14" fmla="*/ 0 w 228"/>
                <a:gd name="T15" fmla="*/ 229 h 254"/>
                <a:gd name="T16" fmla="*/ 23 w 228"/>
                <a:gd name="T17" fmla="*/ 254 h 254"/>
                <a:gd name="T18" fmla="*/ 95 w 228"/>
                <a:gd name="T19" fmla="*/ 168 h 254"/>
                <a:gd name="T20" fmla="*/ 138 w 228"/>
                <a:gd name="T21" fmla="*/ 208 h 254"/>
                <a:gd name="T22" fmla="*/ 165 w 228"/>
                <a:gd name="T23" fmla="*/ 173 h 254"/>
                <a:gd name="T24" fmla="*/ 174 w 228"/>
                <a:gd name="T25" fmla="*/ 154 h 254"/>
                <a:gd name="T26" fmla="*/ 190 w 228"/>
                <a:gd name="T27" fmla="*/ 22 h 254"/>
                <a:gd name="T28" fmla="*/ 205 w 228"/>
                <a:gd name="T29" fmla="*/ 30 h 254"/>
                <a:gd name="T30" fmla="*/ 208 w 228"/>
                <a:gd name="T31" fmla="*/ 46 h 254"/>
                <a:gd name="T32" fmla="*/ 205 w 228"/>
                <a:gd name="T33" fmla="*/ 46 h 254"/>
                <a:gd name="T34" fmla="*/ 198 w 228"/>
                <a:gd name="T35" fmla="*/ 32 h 254"/>
                <a:gd name="T36" fmla="*/ 194 w 228"/>
                <a:gd name="T37" fmla="*/ 38 h 254"/>
                <a:gd name="T38" fmla="*/ 194 w 228"/>
                <a:gd name="T39" fmla="*/ 38 h 254"/>
                <a:gd name="T40" fmla="*/ 190 w 228"/>
                <a:gd name="T41" fmla="*/ 22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254">
                  <a:moveTo>
                    <a:pt x="174" y="154"/>
                  </a:moveTo>
                  <a:cubicBezTo>
                    <a:pt x="139" y="122"/>
                    <a:pt x="139" y="122"/>
                    <a:pt x="139" y="122"/>
                  </a:cubicBezTo>
                  <a:cubicBezTo>
                    <a:pt x="161" y="100"/>
                    <a:pt x="185" y="77"/>
                    <a:pt x="214" y="51"/>
                  </a:cubicBezTo>
                  <a:cubicBezTo>
                    <a:pt x="228" y="38"/>
                    <a:pt x="196" y="0"/>
                    <a:pt x="182" y="21"/>
                  </a:cubicBezTo>
                  <a:cubicBezTo>
                    <a:pt x="160" y="52"/>
                    <a:pt x="136" y="82"/>
                    <a:pt x="113" y="110"/>
                  </a:cubicBezTo>
                  <a:cubicBezTo>
                    <a:pt x="105" y="110"/>
                    <a:pt x="97" y="114"/>
                    <a:pt x="91" y="120"/>
                  </a:cubicBezTo>
                  <a:cubicBezTo>
                    <a:pt x="84" y="127"/>
                    <a:pt x="81" y="137"/>
                    <a:pt x="82" y="146"/>
                  </a:cubicBezTo>
                  <a:cubicBezTo>
                    <a:pt x="49" y="183"/>
                    <a:pt x="19" y="213"/>
                    <a:pt x="0" y="229"/>
                  </a:cubicBezTo>
                  <a:cubicBezTo>
                    <a:pt x="1" y="239"/>
                    <a:pt x="12" y="250"/>
                    <a:pt x="23" y="254"/>
                  </a:cubicBezTo>
                  <a:cubicBezTo>
                    <a:pt x="47" y="224"/>
                    <a:pt x="70" y="196"/>
                    <a:pt x="95" y="168"/>
                  </a:cubicBezTo>
                  <a:cubicBezTo>
                    <a:pt x="138" y="208"/>
                    <a:pt x="138" y="208"/>
                    <a:pt x="138" y="208"/>
                  </a:cubicBezTo>
                  <a:cubicBezTo>
                    <a:pt x="149" y="196"/>
                    <a:pt x="158" y="184"/>
                    <a:pt x="165" y="173"/>
                  </a:cubicBezTo>
                  <a:cubicBezTo>
                    <a:pt x="170" y="164"/>
                    <a:pt x="174" y="157"/>
                    <a:pt x="174" y="154"/>
                  </a:cubicBezTo>
                  <a:close/>
                  <a:moveTo>
                    <a:pt x="190" y="22"/>
                  </a:moveTo>
                  <a:cubicBezTo>
                    <a:pt x="193" y="20"/>
                    <a:pt x="200" y="23"/>
                    <a:pt x="205" y="30"/>
                  </a:cubicBezTo>
                  <a:cubicBezTo>
                    <a:pt x="209" y="36"/>
                    <a:pt x="211" y="43"/>
                    <a:pt x="208" y="46"/>
                  </a:cubicBezTo>
                  <a:cubicBezTo>
                    <a:pt x="207" y="46"/>
                    <a:pt x="206" y="46"/>
                    <a:pt x="205" y="46"/>
                  </a:cubicBezTo>
                  <a:cubicBezTo>
                    <a:pt x="207" y="38"/>
                    <a:pt x="195" y="24"/>
                    <a:pt x="198" y="32"/>
                  </a:cubicBezTo>
                  <a:cubicBezTo>
                    <a:pt x="201" y="39"/>
                    <a:pt x="197" y="39"/>
                    <a:pt x="194" y="38"/>
                  </a:cubicBezTo>
                  <a:cubicBezTo>
                    <a:pt x="194" y="38"/>
                    <a:pt x="194" y="38"/>
                    <a:pt x="194" y="38"/>
                  </a:cubicBezTo>
                  <a:cubicBezTo>
                    <a:pt x="189" y="32"/>
                    <a:pt x="187" y="24"/>
                    <a:pt x="190"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38"/>
            <p:cNvSpPr>
              <a:spLocks/>
            </p:cNvSpPr>
            <p:nvPr/>
          </p:nvSpPr>
          <p:spPr bwMode="auto">
            <a:xfrm>
              <a:off x="5284788" y="4706938"/>
              <a:ext cx="109538" cy="104775"/>
            </a:xfrm>
            <a:custGeom>
              <a:avLst/>
              <a:gdLst>
                <a:gd name="T0" fmla="*/ 18 w 74"/>
                <a:gd name="T1" fmla="*/ 0 h 70"/>
                <a:gd name="T2" fmla="*/ 0 w 74"/>
                <a:gd name="T3" fmla="*/ 16 h 70"/>
                <a:gd name="T4" fmla="*/ 9 w 74"/>
                <a:gd name="T5" fmla="*/ 35 h 70"/>
                <a:gd name="T6" fmla="*/ 34 w 74"/>
                <a:gd name="T7" fmla="*/ 68 h 70"/>
                <a:gd name="T8" fmla="*/ 36 w 74"/>
                <a:gd name="T9" fmla="*/ 70 h 70"/>
                <a:gd name="T10" fmla="*/ 74 w 74"/>
                <a:gd name="T11" fmla="*/ 35 h 70"/>
                <a:gd name="T12" fmla="*/ 68 w 74"/>
                <a:gd name="T13" fmla="*/ 30 h 70"/>
                <a:gd name="T14" fmla="*/ 18 w 74"/>
                <a:gd name="T15" fmla="*/ 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 h="70">
                  <a:moveTo>
                    <a:pt x="18" y="0"/>
                  </a:moveTo>
                  <a:cubicBezTo>
                    <a:pt x="0" y="16"/>
                    <a:pt x="0" y="16"/>
                    <a:pt x="0" y="16"/>
                  </a:cubicBezTo>
                  <a:cubicBezTo>
                    <a:pt x="1" y="19"/>
                    <a:pt x="4" y="26"/>
                    <a:pt x="9" y="35"/>
                  </a:cubicBezTo>
                  <a:cubicBezTo>
                    <a:pt x="15" y="45"/>
                    <a:pt x="24" y="57"/>
                    <a:pt x="34" y="68"/>
                  </a:cubicBezTo>
                  <a:cubicBezTo>
                    <a:pt x="34" y="69"/>
                    <a:pt x="35" y="70"/>
                    <a:pt x="36" y="70"/>
                  </a:cubicBezTo>
                  <a:cubicBezTo>
                    <a:pt x="74" y="35"/>
                    <a:pt x="74" y="35"/>
                    <a:pt x="74" y="35"/>
                  </a:cubicBezTo>
                  <a:cubicBezTo>
                    <a:pt x="72" y="33"/>
                    <a:pt x="70" y="32"/>
                    <a:pt x="68" y="30"/>
                  </a:cubicBezTo>
                  <a:cubicBezTo>
                    <a:pt x="49" y="13"/>
                    <a:pt x="32" y="4"/>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39"/>
            <p:cNvSpPr>
              <a:spLocks/>
            </p:cNvSpPr>
            <p:nvPr/>
          </p:nvSpPr>
          <p:spPr bwMode="auto">
            <a:xfrm>
              <a:off x="4298950" y="4729163"/>
              <a:ext cx="1116013" cy="1333500"/>
            </a:xfrm>
            <a:custGeom>
              <a:avLst/>
              <a:gdLst>
                <a:gd name="T0" fmla="*/ 359 w 746"/>
                <a:gd name="T1" fmla="*/ 211 h 891"/>
                <a:gd name="T2" fmla="*/ 343 w 746"/>
                <a:gd name="T3" fmla="*/ 236 h 891"/>
                <a:gd name="T4" fmla="*/ 291 w 746"/>
                <a:gd name="T5" fmla="*/ 179 h 891"/>
                <a:gd name="T6" fmla="*/ 95 w 746"/>
                <a:gd name="T7" fmla="*/ 0 h 891"/>
                <a:gd name="T8" fmla="*/ 0 w 746"/>
                <a:gd name="T9" fmla="*/ 109 h 891"/>
                <a:gd name="T10" fmla="*/ 216 w 746"/>
                <a:gd name="T11" fmla="*/ 346 h 891"/>
                <a:gd name="T12" fmla="*/ 225 w 746"/>
                <a:gd name="T13" fmla="*/ 817 h 891"/>
                <a:gd name="T14" fmla="*/ 169 w 746"/>
                <a:gd name="T15" fmla="*/ 867 h 891"/>
                <a:gd name="T16" fmla="*/ 373 w 746"/>
                <a:gd name="T17" fmla="*/ 891 h 891"/>
                <a:gd name="T18" fmla="*/ 577 w 746"/>
                <a:gd name="T19" fmla="*/ 867 h 891"/>
                <a:gd name="T20" fmla="*/ 521 w 746"/>
                <a:gd name="T21" fmla="*/ 817 h 891"/>
                <a:gd name="T22" fmla="*/ 530 w 746"/>
                <a:gd name="T23" fmla="*/ 346 h 891"/>
                <a:gd name="T24" fmla="*/ 746 w 746"/>
                <a:gd name="T25" fmla="*/ 109 h 891"/>
                <a:gd name="T26" fmla="*/ 651 w 746"/>
                <a:gd name="T27" fmla="*/ 0 h 891"/>
                <a:gd name="T28" fmla="*/ 455 w 746"/>
                <a:gd name="T29" fmla="*/ 179 h 891"/>
                <a:gd name="T30" fmla="*/ 403 w 746"/>
                <a:gd name="T31" fmla="*/ 236 h 891"/>
                <a:gd name="T32" fmla="*/ 387 w 746"/>
                <a:gd name="T33" fmla="*/ 211 h 891"/>
                <a:gd name="T34" fmla="*/ 420 w 746"/>
                <a:gd name="T35" fmla="*/ 179 h 891"/>
                <a:gd name="T36" fmla="*/ 327 w 746"/>
                <a:gd name="T37" fmla="*/ 179 h 891"/>
                <a:gd name="T38" fmla="*/ 359 w 746"/>
                <a:gd name="T39" fmla="*/ 211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46" h="891">
                  <a:moveTo>
                    <a:pt x="359" y="211"/>
                  </a:moveTo>
                  <a:cubicBezTo>
                    <a:pt x="343" y="236"/>
                    <a:pt x="343" y="236"/>
                    <a:pt x="343" y="236"/>
                  </a:cubicBezTo>
                  <a:cubicBezTo>
                    <a:pt x="291" y="179"/>
                    <a:pt x="291" y="179"/>
                    <a:pt x="291" y="179"/>
                  </a:cubicBezTo>
                  <a:cubicBezTo>
                    <a:pt x="205" y="109"/>
                    <a:pt x="181" y="63"/>
                    <a:pt x="95" y="0"/>
                  </a:cubicBezTo>
                  <a:cubicBezTo>
                    <a:pt x="95" y="20"/>
                    <a:pt x="32" y="98"/>
                    <a:pt x="0" y="109"/>
                  </a:cubicBezTo>
                  <a:cubicBezTo>
                    <a:pt x="224" y="246"/>
                    <a:pt x="216" y="346"/>
                    <a:pt x="216" y="346"/>
                  </a:cubicBezTo>
                  <a:cubicBezTo>
                    <a:pt x="216" y="346"/>
                    <a:pt x="255" y="779"/>
                    <a:pt x="225" y="817"/>
                  </a:cubicBezTo>
                  <a:cubicBezTo>
                    <a:pt x="195" y="855"/>
                    <a:pt x="169" y="867"/>
                    <a:pt x="169" y="867"/>
                  </a:cubicBezTo>
                  <a:cubicBezTo>
                    <a:pt x="169" y="867"/>
                    <a:pt x="277" y="891"/>
                    <a:pt x="373" y="891"/>
                  </a:cubicBezTo>
                  <a:cubicBezTo>
                    <a:pt x="469" y="891"/>
                    <a:pt x="577" y="867"/>
                    <a:pt x="577" y="867"/>
                  </a:cubicBezTo>
                  <a:cubicBezTo>
                    <a:pt x="577" y="867"/>
                    <a:pt x="551" y="855"/>
                    <a:pt x="521" y="817"/>
                  </a:cubicBezTo>
                  <a:cubicBezTo>
                    <a:pt x="491" y="779"/>
                    <a:pt x="530" y="346"/>
                    <a:pt x="530" y="346"/>
                  </a:cubicBezTo>
                  <a:cubicBezTo>
                    <a:pt x="530" y="346"/>
                    <a:pt x="522" y="246"/>
                    <a:pt x="746" y="109"/>
                  </a:cubicBezTo>
                  <a:cubicBezTo>
                    <a:pt x="714" y="98"/>
                    <a:pt x="651" y="20"/>
                    <a:pt x="651" y="0"/>
                  </a:cubicBezTo>
                  <a:cubicBezTo>
                    <a:pt x="565" y="63"/>
                    <a:pt x="542" y="109"/>
                    <a:pt x="455" y="179"/>
                  </a:cubicBezTo>
                  <a:cubicBezTo>
                    <a:pt x="403" y="236"/>
                    <a:pt x="403" y="236"/>
                    <a:pt x="403" y="236"/>
                  </a:cubicBezTo>
                  <a:cubicBezTo>
                    <a:pt x="387" y="211"/>
                    <a:pt x="387" y="211"/>
                    <a:pt x="387" y="211"/>
                  </a:cubicBezTo>
                  <a:cubicBezTo>
                    <a:pt x="420" y="179"/>
                    <a:pt x="420" y="179"/>
                    <a:pt x="420" y="179"/>
                  </a:cubicBezTo>
                  <a:cubicBezTo>
                    <a:pt x="327" y="179"/>
                    <a:pt x="327" y="179"/>
                    <a:pt x="327" y="179"/>
                  </a:cubicBezTo>
                  <a:lnTo>
                    <a:pt x="359" y="2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40"/>
            <p:cNvSpPr>
              <a:spLocks/>
            </p:cNvSpPr>
            <p:nvPr/>
          </p:nvSpPr>
          <p:spPr bwMode="auto">
            <a:xfrm>
              <a:off x="5497513" y="4829175"/>
              <a:ext cx="26988" cy="196850"/>
            </a:xfrm>
            <a:custGeom>
              <a:avLst/>
              <a:gdLst>
                <a:gd name="T0" fmla="*/ 10 w 19"/>
                <a:gd name="T1" fmla="*/ 1 h 131"/>
                <a:gd name="T2" fmla="*/ 0 w 19"/>
                <a:gd name="T3" fmla="*/ 128 h 131"/>
                <a:gd name="T4" fmla="*/ 19 w 19"/>
                <a:gd name="T5" fmla="*/ 131 h 131"/>
                <a:gd name="T6" fmla="*/ 19 w 19"/>
                <a:gd name="T7" fmla="*/ 3 h 131"/>
                <a:gd name="T8" fmla="*/ 11 w 19"/>
                <a:gd name="T9" fmla="*/ 0 h 131"/>
                <a:gd name="T10" fmla="*/ 10 w 19"/>
                <a:gd name="T11" fmla="*/ 1 h 131"/>
              </a:gdLst>
              <a:ahLst/>
              <a:cxnLst>
                <a:cxn ang="0">
                  <a:pos x="T0" y="T1"/>
                </a:cxn>
                <a:cxn ang="0">
                  <a:pos x="T2" y="T3"/>
                </a:cxn>
                <a:cxn ang="0">
                  <a:pos x="T4" y="T5"/>
                </a:cxn>
                <a:cxn ang="0">
                  <a:pos x="T6" y="T7"/>
                </a:cxn>
                <a:cxn ang="0">
                  <a:pos x="T8" y="T9"/>
                </a:cxn>
                <a:cxn ang="0">
                  <a:pos x="T10" y="T11"/>
                </a:cxn>
              </a:cxnLst>
              <a:rect l="0" t="0" r="r" b="b"/>
              <a:pathLst>
                <a:path w="19" h="131">
                  <a:moveTo>
                    <a:pt x="10" y="1"/>
                  </a:moveTo>
                  <a:cubicBezTo>
                    <a:pt x="9" y="29"/>
                    <a:pt x="7" y="80"/>
                    <a:pt x="0" y="128"/>
                  </a:cubicBezTo>
                  <a:cubicBezTo>
                    <a:pt x="12" y="123"/>
                    <a:pt x="19" y="131"/>
                    <a:pt x="19" y="131"/>
                  </a:cubicBezTo>
                  <a:cubicBezTo>
                    <a:pt x="19" y="3"/>
                    <a:pt x="19" y="3"/>
                    <a:pt x="19" y="3"/>
                  </a:cubicBezTo>
                  <a:cubicBezTo>
                    <a:pt x="11" y="0"/>
                    <a:pt x="11" y="0"/>
                    <a:pt x="11" y="0"/>
                  </a:cubicBezTo>
                  <a:lnTo>
                    <a:pt x="1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41"/>
            <p:cNvSpPr>
              <a:spLocks/>
            </p:cNvSpPr>
            <p:nvPr/>
          </p:nvSpPr>
          <p:spPr bwMode="auto">
            <a:xfrm>
              <a:off x="5237163" y="4506913"/>
              <a:ext cx="412750" cy="373063"/>
            </a:xfrm>
            <a:custGeom>
              <a:avLst/>
              <a:gdLst>
                <a:gd name="T0" fmla="*/ 198 w 276"/>
                <a:gd name="T1" fmla="*/ 53 h 250"/>
                <a:gd name="T2" fmla="*/ 0 w 276"/>
                <a:gd name="T3" fmla="*/ 0 h 250"/>
                <a:gd name="T4" fmla="*/ 48 w 276"/>
                <a:gd name="T5" fmla="*/ 88 h 250"/>
                <a:gd name="T6" fmla="*/ 8 w 276"/>
                <a:gd name="T7" fmla="*/ 124 h 250"/>
                <a:gd name="T8" fmla="*/ 105 w 276"/>
                <a:gd name="T9" fmla="*/ 158 h 250"/>
                <a:gd name="T10" fmla="*/ 152 w 276"/>
                <a:gd name="T11" fmla="*/ 250 h 250"/>
                <a:gd name="T12" fmla="*/ 181 w 276"/>
                <a:gd name="T13" fmla="*/ 206 h 250"/>
                <a:gd name="T14" fmla="*/ 276 w 276"/>
                <a:gd name="T15" fmla="*/ 242 h 250"/>
                <a:gd name="T16" fmla="*/ 198 w 276"/>
                <a:gd name="T17" fmla="*/ 53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6" h="250">
                  <a:moveTo>
                    <a:pt x="198" y="53"/>
                  </a:moveTo>
                  <a:cubicBezTo>
                    <a:pt x="198" y="53"/>
                    <a:pt x="118" y="67"/>
                    <a:pt x="0" y="0"/>
                  </a:cubicBezTo>
                  <a:cubicBezTo>
                    <a:pt x="48" y="88"/>
                    <a:pt x="48" y="88"/>
                    <a:pt x="48" y="88"/>
                  </a:cubicBezTo>
                  <a:cubicBezTo>
                    <a:pt x="8" y="124"/>
                    <a:pt x="8" y="124"/>
                    <a:pt x="8" y="124"/>
                  </a:cubicBezTo>
                  <a:cubicBezTo>
                    <a:pt x="8" y="124"/>
                    <a:pt x="50" y="109"/>
                    <a:pt x="105" y="158"/>
                  </a:cubicBezTo>
                  <a:cubicBezTo>
                    <a:pt x="160" y="206"/>
                    <a:pt x="152" y="250"/>
                    <a:pt x="152" y="250"/>
                  </a:cubicBezTo>
                  <a:cubicBezTo>
                    <a:pt x="181" y="206"/>
                    <a:pt x="181" y="206"/>
                    <a:pt x="181" y="206"/>
                  </a:cubicBezTo>
                  <a:cubicBezTo>
                    <a:pt x="276" y="242"/>
                    <a:pt x="276" y="242"/>
                    <a:pt x="276" y="242"/>
                  </a:cubicBezTo>
                  <a:cubicBezTo>
                    <a:pt x="193" y="133"/>
                    <a:pt x="198" y="53"/>
                    <a:pt x="198"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3" name="组合 42"/>
          <p:cNvGrpSpPr/>
          <p:nvPr/>
        </p:nvGrpSpPr>
        <p:grpSpPr>
          <a:xfrm>
            <a:off x="8278813" y="1260475"/>
            <a:ext cx="3670300" cy="2555876"/>
            <a:chOff x="1878013" y="1260475"/>
            <a:chExt cx="3670300" cy="2555876"/>
          </a:xfrm>
          <a:solidFill>
            <a:schemeClr val="tx1">
              <a:lumMod val="65000"/>
              <a:lumOff val="35000"/>
            </a:schemeClr>
          </a:solidFill>
        </p:grpSpPr>
        <p:sp>
          <p:nvSpPr>
            <p:cNvPr id="44" name="Freeform 42"/>
            <p:cNvSpPr>
              <a:spLocks/>
            </p:cNvSpPr>
            <p:nvPr/>
          </p:nvSpPr>
          <p:spPr bwMode="auto">
            <a:xfrm>
              <a:off x="2114550" y="3074988"/>
              <a:ext cx="269875" cy="228600"/>
            </a:xfrm>
            <a:custGeom>
              <a:avLst/>
              <a:gdLst>
                <a:gd name="T0" fmla="*/ 153 w 180"/>
                <a:gd name="T1" fmla="*/ 152 h 152"/>
                <a:gd name="T2" fmla="*/ 154 w 180"/>
                <a:gd name="T3" fmla="*/ 152 h 152"/>
                <a:gd name="T4" fmla="*/ 155 w 180"/>
                <a:gd name="T5" fmla="*/ 152 h 152"/>
                <a:gd name="T6" fmla="*/ 180 w 180"/>
                <a:gd name="T7" fmla="*/ 90 h 152"/>
                <a:gd name="T8" fmla="*/ 90 w 180"/>
                <a:gd name="T9" fmla="*/ 0 h 152"/>
                <a:gd name="T10" fmla="*/ 0 w 180"/>
                <a:gd name="T11" fmla="*/ 90 h 152"/>
                <a:gd name="T12" fmla="*/ 25 w 180"/>
                <a:gd name="T13" fmla="*/ 152 h 152"/>
                <a:gd name="T14" fmla="*/ 148 w 180"/>
                <a:gd name="T15" fmla="*/ 152 h 152"/>
                <a:gd name="T16" fmla="*/ 153 w 180"/>
                <a:gd name="T17"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0" h="152">
                  <a:moveTo>
                    <a:pt x="153" y="152"/>
                  </a:moveTo>
                  <a:cubicBezTo>
                    <a:pt x="153" y="152"/>
                    <a:pt x="153" y="152"/>
                    <a:pt x="154" y="152"/>
                  </a:cubicBezTo>
                  <a:cubicBezTo>
                    <a:pt x="154" y="152"/>
                    <a:pt x="155" y="152"/>
                    <a:pt x="155" y="152"/>
                  </a:cubicBezTo>
                  <a:cubicBezTo>
                    <a:pt x="171" y="136"/>
                    <a:pt x="180" y="114"/>
                    <a:pt x="180" y="90"/>
                  </a:cubicBezTo>
                  <a:cubicBezTo>
                    <a:pt x="180" y="40"/>
                    <a:pt x="140" y="0"/>
                    <a:pt x="90" y="0"/>
                  </a:cubicBezTo>
                  <a:cubicBezTo>
                    <a:pt x="41" y="0"/>
                    <a:pt x="0" y="40"/>
                    <a:pt x="0" y="90"/>
                  </a:cubicBezTo>
                  <a:cubicBezTo>
                    <a:pt x="0" y="114"/>
                    <a:pt x="10" y="136"/>
                    <a:pt x="25" y="152"/>
                  </a:cubicBezTo>
                  <a:cubicBezTo>
                    <a:pt x="148" y="152"/>
                    <a:pt x="148" y="152"/>
                    <a:pt x="148" y="152"/>
                  </a:cubicBezTo>
                  <a:cubicBezTo>
                    <a:pt x="150" y="152"/>
                    <a:pt x="151" y="152"/>
                    <a:pt x="153"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43"/>
            <p:cNvSpPr>
              <a:spLocks/>
            </p:cNvSpPr>
            <p:nvPr/>
          </p:nvSpPr>
          <p:spPr bwMode="auto">
            <a:xfrm>
              <a:off x="1971675" y="3314700"/>
              <a:ext cx="514350" cy="131763"/>
            </a:xfrm>
            <a:custGeom>
              <a:avLst/>
              <a:gdLst>
                <a:gd name="T0" fmla="*/ 318 w 343"/>
                <a:gd name="T1" fmla="*/ 43 h 88"/>
                <a:gd name="T2" fmla="*/ 275 w 343"/>
                <a:gd name="T3" fmla="*/ 7 h 88"/>
                <a:gd name="T4" fmla="*/ 249 w 343"/>
                <a:gd name="T5" fmla="*/ 0 h 88"/>
                <a:gd name="T6" fmla="*/ 243 w 343"/>
                <a:gd name="T7" fmla="*/ 0 h 88"/>
                <a:gd name="T8" fmla="*/ 99 w 343"/>
                <a:gd name="T9" fmla="*/ 0 h 88"/>
                <a:gd name="T10" fmla="*/ 94 w 343"/>
                <a:gd name="T11" fmla="*/ 0 h 88"/>
                <a:gd name="T12" fmla="*/ 68 w 343"/>
                <a:gd name="T13" fmla="*/ 7 h 88"/>
                <a:gd name="T14" fmla="*/ 5 w 343"/>
                <a:gd name="T15" fmla="*/ 76 h 88"/>
                <a:gd name="T16" fmla="*/ 0 w 343"/>
                <a:gd name="T17" fmla="*/ 88 h 88"/>
                <a:gd name="T18" fmla="*/ 343 w 343"/>
                <a:gd name="T19" fmla="*/ 88 h 88"/>
                <a:gd name="T20" fmla="*/ 318 w 343"/>
                <a:gd name="T21" fmla="*/ 43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3" h="88">
                  <a:moveTo>
                    <a:pt x="318" y="43"/>
                  </a:moveTo>
                  <a:cubicBezTo>
                    <a:pt x="303" y="24"/>
                    <a:pt x="288" y="13"/>
                    <a:pt x="275" y="7"/>
                  </a:cubicBezTo>
                  <a:cubicBezTo>
                    <a:pt x="262" y="1"/>
                    <a:pt x="252" y="0"/>
                    <a:pt x="249" y="0"/>
                  </a:cubicBezTo>
                  <a:cubicBezTo>
                    <a:pt x="247" y="0"/>
                    <a:pt x="245" y="0"/>
                    <a:pt x="243" y="0"/>
                  </a:cubicBezTo>
                  <a:cubicBezTo>
                    <a:pt x="99" y="0"/>
                    <a:pt x="99" y="0"/>
                    <a:pt x="99" y="0"/>
                  </a:cubicBezTo>
                  <a:cubicBezTo>
                    <a:pt x="97" y="0"/>
                    <a:pt x="96" y="0"/>
                    <a:pt x="94" y="0"/>
                  </a:cubicBezTo>
                  <a:cubicBezTo>
                    <a:pt x="91" y="0"/>
                    <a:pt x="81" y="1"/>
                    <a:pt x="68" y="7"/>
                  </a:cubicBezTo>
                  <a:cubicBezTo>
                    <a:pt x="48" y="16"/>
                    <a:pt x="23" y="36"/>
                    <a:pt x="5" y="76"/>
                  </a:cubicBezTo>
                  <a:cubicBezTo>
                    <a:pt x="3" y="80"/>
                    <a:pt x="1" y="84"/>
                    <a:pt x="0" y="88"/>
                  </a:cubicBezTo>
                  <a:cubicBezTo>
                    <a:pt x="343" y="88"/>
                    <a:pt x="343" y="88"/>
                    <a:pt x="343" y="88"/>
                  </a:cubicBezTo>
                  <a:cubicBezTo>
                    <a:pt x="335" y="69"/>
                    <a:pt x="327" y="55"/>
                    <a:pt x="318"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44"/>
            <p:cNvSpPr>
              <a:spLocks/>
            </p:cNvSpPr>
            <p:nvPr/>
          </p:nvSpPr>
          <p:spPr bwMode="auto">
            <a:xfrm>
              <a:off x="2700338" y="3074988"/>
              <a:ext cx="269875" cy="228600"/>
            </a:xfrm>
            <a:custGeom>
              <a:avLst/>
              <a:gdLst>
                <a:gd name="T0" fmla="*/ 153 w 180"/>
                <a:gd name="T1" fmla="*/ 152 h 152"/>
                <a:gd name="T2" fmla="*/ 154 w 180"/>
                <a:gd name="T3" fmla="*/ 152 h 152"/>
                <a:gd name="T4" fmla="*/ 155 w 180"/>
                <a:gd name="T5" fmla="*/ 152 h 152"/>
                <a:gd name="T6" fmla="*/ 180 w 180"/>
                <a:gd name="T7" fmla="*/ 90 h 152"/>
                <a:gd name="T8" fmla="*/ 90 w 180"/>
                <a:gd name="T9" fmla="*/ 0 h 152"/>
                <a:gd name="T10" fmla="*/ 0 w 180"/>
                <a:gd name="T11" fmla="*/ 90 h 152"/>
                <a:gd name="T12" fmla="*/ 25 w 180"/>
                <a:gd name="T13" fmla="*/ 152 h 152"/>
                <a:gd name="T14" fmla="*/ 148 w 180"/>
                <a:gd name="T15" fmla="*/ 152 h 152"/>
                <a:gd name="T16" fmla="*/ 153 w 180"/>
                <a:gd name="T17"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0" h="152">
                  <a:moveTo>
                    <a:pt x="153" y="152"/>
                  </a:moveTo>
                  <a:cubicBezTo>
                    <a:pt x="153" y="152"/>
                    <a:pt x="153" y="152"/>
                    <a:pt x="154" y="152"/>
                  </a:cubicBezTo>
                  <a:cubicBezTo>
                    <a:pt x="154" y="152"/>
                    <a:pt x="155" y="152"/>
                    <a:pt x="155" y="152"/>
                  </a:cubicBezTo>
                  <a:cubicBezTo>
                    <a:pt x="171" y="136"/>
                    <a:pt x="180" y="114"/>
                    <a:pt x="180" y="90"/>
                  </a:cubicBezTo>
                  <a:cubicBezTo>
                    <a:pt x="180" y="40"/>
                    <a:pt x="140" y="0"/>
                    <a:pt x="90" y="0"/>
                  </a:cubicBezTo>
                  <a:cubicBezTo>
                    <a:pt x="41" y="0"/>
                    <a:pt x="0" y="40"/>
                    <a:pt x="0" y="90"/>
                  </a:cubicBezTo>
                  <a:cubicBezTo>
                    <a:pt x="0" y="114"/>
                    <a:pt x="10" y="136"/>
                    <a:pt x="25" y="152"/>
                  </a:cubicBezTo>
                  <a:cubicBezTo>
                    <a:pt x="148" y="152"/>
                    <a:pt x="148" y="152"/>
                    <a:pt x="148" y="152"/>
                  </a:cubicBezTo>
                  <a:cubicBezTo>
                    <a:pt x="150" y="152"/>
                    <a:pt x="151" y="152"/>
                    <a:pt x="153"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45"/>
            <p:cNvSpPr>
              <a:spLocks/>
            </p:cNvSpPr>
            <p:nvPr/>
          </p:nvSpPr>
          <p:spPr bwMode="auto">
            <a:xfrm>
              <a:off x="2559050" y="3314700"/>
              <a:ext cx="512763" cy="131763"/>
            </a:xfrm>
            <a:custGeom>
              <a:avLst/>
              <a:gdLst>
                <a:gd name="T0" fmla="*/ 318 w 343"/>
                <a:gd name="T1" fmla="*/ 43 h 88"/>
                <a:gd name="T2" fmla="*/ 275 w 343"/>
                <a:gd name="T3" fmla="*/ 7 h 88"/>
                <a:gd name="T4" fmla="*/ 249 w 343"/>
                <a:gd name="T5" fmla="*/ 0 h 88"/>
                <a:gd name="T6" fmla="*/ 243 w 343"/>
                <a:gd name="T7" fmla="*/ 0 h 88"/>
                <a:gd name="T8" fmla="*/ 99 w 343"/>
                <a:gd name="T9" fmla="*/ 0 h 88"/>
                <a:gd name="T10" fmla="*/ 94 w 343"/>
                <a:gd name="T11" fmla="*/ 0 h 88"/>
                <a:gd name="T12" fmla="*/ 68 w 343"/>
                <a:gd name="T13" fmla="*/ 7 h 88"/>
                <a:gd name="T14" fmla="*/ 5 w 343"/>
                <a:gd name="T15" fmla="*/ 76 h 88"/>
                <a:gd name="T16" fmla="*/ 0 w 343"/>
                <a:gd name="T17" fmla="*/ 88 h 88"/>
                <a:gd name="T18" fmla="*/ 343 w 343"/>
                <a:gd name="T19" fmla="*/ 88 h 88"/>
                <a:gd name="T20" fmla="*/ 318 w 343"/>
                <a:gd name="T21" fmla="*/ 43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3" h="88">
                  <a:moveTo>
                    <a:pt x="318" y="43"/>
                  </a:moveTo>
                  <a:cubicBezTo>
                    <a:pt x="303" y="24"/>
                    <a:pt x="288" y="13"/>
                    <a:pt x="275" y="7"/>
                  </a:cubicBezTo>
                  <a:cubicBezTo>
                    <a:pt x="262" y="1"/>
                    <a:pt x="252" y="0"/>
                    <a:pt x="249" y="0"/>
                  </a:cubicBezTo>
                  <a:cubicBezTo>
                    <a:pt x="247" y="0"/>
                    <a:pt x="245" y="0"/>
                    <a:pt x="243" y="0"/>
                  </a:cubicBezTo>
                  <a:cubicBezTo>
                    <a:pt x="99" y="0"/>
                    <a:pt x="99" y="0"/>
                    <a:pt x="99" y="0"/>
                  </a:cubicBezTo>
                  <a:cubicBezTo>
                    <a:pt x="97" y="0"/>
                    <a:pt x="96" y="0"/>
                    <a:pt x="94" y="0"/>
                  </a:cubicBezTo>
                  <a:cubicBezTo>
                    <a:pt x="91" y="0"/>
                    <a:pt x="81" y="1"/>
                    <a:pt x="68" y="7"/>
                  </a:cubicBezTo>
                  <a:cubicBezTo>
                    <a:pt x="48" y="16"/>
                    <a:pt x="23" y="36"/>
                    <a:pt x="5" y="76"/>
                  </a:cubicBezTo>
                  <a:cubicBezTo>
                    <a:pt x="3" y="80"/>
                    <a:pt x="1" y="84"/>
                    <a:pt x="0" y="88"/>
                  </a:cubicBezTo>
                  <a:cubicBezTo>
                    <a:pt x="343" y="88"/>
                    <a:pt x="343" y="88"/>
                    <a:pt x="343" y="88"/>
                  </a:cubicBezTo>
                  <a:cubicBezTo>
                    <a:pt x="335" y="69"/>
                    <a:pt x="327" y="55"/>
                    <a:pt x="318"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46"/>
            <p:cNvSpPr>
              <a:spLocks/>
            </p:cNvSpPr>
            <p:nvPr/>
          </p:nvSpPr>
          <p:spPr bwMode="auto">
            <a:xfrm>
              <a:off x="3298825" y="3074988"/>
              <a:ext cx="269875" cy="228600"/>
            </a:xfrm>
            <a:custGeom>
              <a:avLst/>
              <a:gdLst>
                <a:gd name="T0" fmla="*/ 152 w 180"/>
                <a:gd name="T1" fmla="*/ 152 h 152"/>
                <a:gd name="T2" fmla="*/ 153 w 180"/>
                <a:gd name="T3" fmla="*/ 152 h 152"/>
                <a:gd name="T4" fmla="*/ 155 w 180"/>
                <a:gd name="T5" fmla="*/ 152 h 152"/>
                <a:gd name="T6" fmla="*/ 180 w 180"/>
                <a:gd name="T7" fmla="*/ 90 h 152"/>
                <a:gd name="T8" fmla="*/ 90 w 180"/>
                <a:gd name="T9" fmla="*/ 0 h 152"/>
                <a:gd name="T10" fmla="*/ 0 w 180"/>
                <a:gd name="T11" fmla="*/ 90 h 152"/>
                <a:gd name="T12" fmla="*/ 25 w 180"/>
                <a:gd name="T13" fmla="*/ 152 h 152"/>
                <a:gd name="T14" fmla="*/ 147 w 180"/>
                <a:gd name="T15" fmla="*/ 152 h 152"/>
                <a:gd name="T16" fmla="*/ 152 w 180"/>
                <a:gd name="T17"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0" h="152">
                  <a:moveTo>
                    <a:pt x="152" y="152"/>
                  </a:moveTo>
                  <a:cubicBezTo>
                    <a:pt x="152" y="152"/>
                    <a:pt x="153" y="152"/>
                    <a:pt x="153" y="152"/>
                  </a:cubicBezTo>
                  <a:cubicBezTo>
                    <a:pt x="154" y="152"/>
                    <a:pt x="154" y="152"/>
                    <a:pt x="155" y="152"/>
                  </a:cubicBezTo>
                  <a:cubicBezTo>
                    <a:pt x="170" y="136"/>
                    <a:pt x="180" y="114"/>
                    <a:pt x="180" y="90"/>
                  </a:cubicBezTo>
                  <a:cubicBezTo>
                    <a:pt x="180" y="40"/>
                    <a:pt x="139" y="0"/>
                    <a:pt x="90" y="0"/>
                  </a:cubicBezTo>
                  <a:cubicBezTo>
                    <a:pt x="40" y="0"/>
                    <a:pt x="0" y="40"/>
                    <a:pt x="0" y="90"/>
                  </a:cubicBezTo>
                  <a:cubicBezTo>
                    <a:pt x="0" y="114"/>
                    <a:pt x="9" y="136"/>
                    <a:pt x="25" y="152"/>
                  </a:cubicBezTo>
                  <a:cubicBezTo>
                    <a:pt x="147" y="152"/>
                    <a:pt x="147" y="152"/>
                    <a:pt x="147" y="152"/>
                  </a:cubicBezTo>
                  <a:cubicBezTo>
                    <a:pt x="149" y="152"/>
                    <a:pt x="150" y="152"/>
                    <a:pt x="152"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47"/>
            <p:cNvSpPr>
              <a:spLocks/>
            </p:cNvSpPr>
            <p:nvPr/>
          </p:nvSpPr>
          <p:spPr bwMode="auto">
            <a:xfrm>
              <a:off x="3155950" y="3314700"/>
              <a:ext cx="512763" cy="131763"/>
            </a:xfrm>
            <a:custGeom>
              <a:avLst/>
              <a:gdLst>
                <a:gd name="T0" fmla="*/ 318 w 343"/>
                <a:gd name="T1" fmla="*/ 43 h 88"/>
                <a:gd name="T2" fmla="*/ 275 w 343"/>
                <a:gd name="T3" fmla="*/ 7 h 88"/>
                <a:gd name="T4" fmla="*/ 249 w 343"/>
                <a:gd name="T5" fmla="*/ 0 h 88"/>
                <a:gd name="T6" fmla="*/ 244 w 343"/>
                <a:gd name="T7" fmla="*/ 0 h 88"/>
                <a:gd name="T8" fmla="*/ 99 w 343"/>
                <a:gd name="T9" fmla="*/ 0 h 88"/>
                <a:gd name="T10" fmla="*/ 94 w 343"/>
                <a:gd name="T11" fmla="*/ 0 h 88"/>
                <a:gd name="T12" fmla="*/ 68 w 343"/>
                <a:gd name="T13" fmla="*/ 7 h 88"/>
                <a:gd name="T14" fmla="*/ 5 w 343"/>
                <a:gd name="T15" fmla="*/ 76 h 88"/>
                <a:gd name="T16" fmla="*/ 0 w 343"/>
                <a:gd name="T17" fmla="*/ 88 h 88"/>
                <a:gd name="T18" fmla="*/ 343 w 343"/>
                <a:gd name="T19" fmla="*/ 88 h 88"/>
                <a:gd name="T20" fmla="*/ 318 w 343"/>
                <a:gd name="T21" fmla="*/ 43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3" h="88">
                  <a:moveTo>
                    <a:pt x="318" y="43"/>
                  </a:moveTo>
                  <a:cubicBezTo>
                    <a:pt x="304" y="24"/>
                    <a:pt x="288" y="13"/>
                    <a:pt x="275" y="7"/>
                  </a:cubicBezTo>
                  <a:cubicBezTo>
                    <a:pt x="262" y="1"/>
                    <a:pt x="252" y="0"/>
                    <a:pt x="249" y="0"/>
                  </a:cubicBezTo>
                  <a:cubicBezTo>
                    <a:pt x="247" y="0"/>
                    <a:pt x="246" y="0"/>
                    <a:pt x="244" y="0"/>
                  </a:cubicBezTo>
                  <a:cubicBezTo>
                    <a:pt x="99" y="0"/>
                    <a:pt x="99" y="0"/>
                    <a:pt x="99" y="0"/>
                  </a:cubicBezTo>
                  <a:cubicBezTo>
                    <a:pt x="98" y="0"/>
                    <a:pt x="96" y="0"/>
                    <a:pt x="94" y="0"/>
                  </a:cubicBezTo>
                  <a:cubicBezTo>
                    <a:pt x="91" y="0"/>
                    <a:pt x="81" y="1"/>
                    <a:pt x="68" y="7"/>
                  </a:cubicBezTo>
                  <a:cubicBezTo>
                    <a:pt x="48" y="16"/>
                    <a:pt x="23" y="36"/>
                    <a:pt x="5" y="76"/>
                  </a:cubicBezTo>
                  <a:cubicBezTo>
                    <a:pt x="3" y="80"/>
                    <a:pt x="2" y="84"/>
                    <a:pt x="0" y="88"/>
                  </a:cubicBezTo>
                  <a:cubicBezTo>
                    <a:pt x="343" y="88"/>
                    <a:pt x="343" y="88"/>
                    <a:pt x="343" y="88"/>
                  </a:cubicBezTo>
                  <a:cubicBezTo>
                    <a:pt x="336" y="69"/>
                    <a:pt x="327" y="55"/>
                    <a:pt x="318"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48"/>
            <p:cNvSpPr>
              <a:spLocks/>
            </p:cNvSpPr>
            <p:nvPr/>
          </p:nvSpPr>
          <p:spPr bwMode="auto">
            <a:xfrm>
              <a:off x="5043488" y="3074988"/>
              <a:ext cx="269875" cy="228600"/>
            </a:xfrm>
            <a:custGeom>
              <a:avLst/>
              <a:gdLst>
                <a:gd name="T0" fmla="*/ 27 w 180"/>
                <a:gd name="T1" fmla="*/ 152 h 152"/>
                <a:gd name="T2" fmla="*/ 32 w 180"/>
                <a:gd name="T3" fmla="*/ 152 h 152"/>
                <a:gd name="T4" fmla="*/ 155 w 180"/>
                <a:gd name="T5" fmla="*/ 152 h 152"/>
                <a:gd name="T6" fmla="*/ 180 w 180"/>
                <a:gd name="T7" fmla="*/ 90 h 152"/>
                <a:gd name="T8" fmla="*/ 90 w 180"/>
                <a:gd name="T9" fmla="*/ 0 h 152"/>
                <a:gd name="T10" fmla="*/ 0 w 180"/>
                <a:gd name="T11" fmla="*/ 90 h 152"/>
                <a:gd name="T12" fmla="*/ 24 w 180"/>
                <a:gd name="T13" fmla="*/ 152 h 152"/>
                <a:gd name="T14" fmla="*/ 26 w 180"/>
                <a:gd name="T15" fmla="*/ 152 h 152"/>
                <a:gd name="T16" fmla="*/ 27 w 180"/>
                <a:gd name="T17"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0" h="152">
                  <a:moveTo>
                    <a:pt x="27" y="152"/>
                  </a:moveTo>
                  <a:cubicBezTo>
                    <a:pt x="29" y="152"/>
                    <a:pt x="30" y="152"/>
                    <a:pt x="32" y="152"/>
                  </a:cubicBezTo>
                  <a:cubicBezTo>
                    <a:pt x="155" y="152"/>
                    <a:pt x="155" y="152"/>
                    <a:pt x="155" y="152"/>
                  </a:cubicBezTo>
                  <a:cubicBezTo>
                    <a:pt x="170" y="136"/>
                    <a:pt x="180" y="114"/>
                    <a:pt x="180" y="90"/>
                  </a:cubicBezTo>
                  <a:cubicBezTo>
                    <a:pt x="180" y="40"/>
                    <a:pt x="139" y="0"/>
                    <a:pt x="90" y="0"/>
                  </a:cubicBezTo>
                  <a:cubicBezTo>
                    <a:pt x="40" y="0"/>
                    <a:pt x="0" y="40"/>
                    <a:pt x="0" y="90"/>
                  </a:cubicBezTo>
                  <a:cubicBezTo>
                    <a:pt x="0" y="114"/>
                    <a:pt x="9" y="136"/>
                    <a:pt x="24" y="152"/>
                  </a:cubicBezTo>
                  <a:cubicBezTo>
                    <a:pt x="25" y="152"/>
                    <a:pt x="26" y="152"/>
                    <a:pt x="26" y="152"/>
                  </a:cubicBezTo>
                  <a:cubicBezTo>
                    <a:pt x="26" y="152"/>
                    <a:pt x="27" y="152"/>
                    <a:pt x="27"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49"/>
            <p:cNvSpPr>
              <a:spLocks/>
            </p:cNvSpPr>
            <p:nvPr/>
          </p:nvSpPr>
          <p:spPr bwMode="auto">
            <a:xfrm>
              <a:off x="4941888" y="3314700"/>
              <a:ext cx="512763" cy="131763"/>
            </a:xfrm>
            <a:custGeom>
              <a:avLst/>
              <a:gdLst>
                <a:gd name="T0" fmla="*/ 338 w 343"/>
                <a:gd name="T1" fmla="*/ 76 h 88"/>
                <a:gd name="T2" fmla="*/ 275 w 343"/>
                <a:gd name="T3" fmla="*/ 7 h 88"/>
                <a:gd name="T4" fmla="*/ 249 w 343"/>
                <a:gd name="T5" fmla="*/ 0 h 88"/>
                <a:gd name="T6" fmla="*/ 244 w 343"/>
                <a:gd name="T7" fmla="*/ 0 h 88"/>
                <a:gd name="T8" fmla="*/ 99 w 343"/>
                <a:gd name="T9" fmla="*/ 0 h 88"/>
                <a:gd name="T10" fmla="*/ 94 w 343"/>
                <a:gd name="T11" fmla="*/ 0 h 88"/>
                <a:gd name="T12" fmla="*/ 68 w 343"/>
                <a:gd name="T13" fmla="*/ 7 h 88"/>
                <a:gd name="T14" fmla="*/ 25 w 343"/>
                <a:gd name="T15" fmla="*/ 43 h 88"/>
                <a:gd name="T16" fmla="*/ 0 w 343"/>
                <a:gd name="T17" fmla="*/ 88 h 88"/>
                <a:gd name="T18" fmla="*/ 343 w 343"/>
                <a:gd name="T19" fmla="*/ 88 h 88"/>
                <a:gd name="T20" fmla="*/ 338 w 343"/>
                <a:gd name="T21" fmla="*/ 7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3" h="88">
                  <a:moveTo>
                    <a:pt x="338" y="76"/>
                  </a:moveTo>
                  <a:cubicBezTo>
                    <a:pt x="320" y="36"/>
                    <a:pt x="295" y="16"/>
                    <a:pt x="275" y="7"/>
                  </a:cubicBezTo>
                  <a:cubicBezTo>
                    <a:pt x="262" y="1"/>
                    <a:pt x="252" y="0"/>
                    <a:pt x="249" y="0"/>
                  </a:cubicBezTo>
                  <a:cubicBezTo>
                    <a:pt x="247" y="0"/>
                    <a:pt x="246" y="0"/>
                    <a:pt x="244" y="0"/>
                  </a:cubicBezTo>
                  <a:cubicBezTo>
                    <a:pt x="99" y="0"/>
                    <a:pt x="99" y="0"/>
                    <a:pt x="99" y="0"/>
                  </a:cubicBezTo>
                  <a:cubicBezTo>
                    <a:pt x="98" y="0"/>
                    <a:pt x="96" y="0"/>
                    <a:pt x="94" y="0"/>
                  </a:cubicBezTo>
                  <a:cubicBezTo>
                    <a:pt x="91" y="0"/>
                    <a:pt x="81" y="1"/>
                    <a:pt x="68" y="7"/>
                  </a:cubicBezTo>
                  <a:cubicBezTo>
                    <a:pt x="55" y="13"/>
                    <a:pt x="39" y="24"/>
                    <a:pt x="25" y="43"/>
                  </a:cubicBezTo>
                  <a:cubicBezTo>
                    <a:pt x="16" y="55"/>
                    <a:pt x="8" y="69"/>
                    <a:pt x="0" y="88"/>
                  </a:cubicBezTo>
                  <a:cubicBezTo>
                    <a:pt x="343" y="88"/>
                    <a:pt x="343" y="88"/>
                    <a:pt x="343" y="88"/>
                  </a:cubicBezTo>
                  <a:cubicBezTo>
                    <a:pt x="341" y="84"/>
                    <a:pt x="340" y="80"/>
                    <a:pt x="33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50"/>
            <p:cNvSpPr>
              <a:spLocks/>
            </p:cNvSpPr>
            <p:nvPr/>
          </p:nvSpPr>
          <p:spPr bwMode="auto">
            <a:xfrm>
              <a:off x="4457700" y="3074988"/>
              <a:ext cx="268288" cy="228600"/>
            </a:xfrm>
            <a:custGeom>
              <a:avLst/>
              <a:gdLst>
                <a:gd name="T0" fmla="*/ 27 w 180"/>
                <a:gd name="T1" fmla="*/ 152 h 152"/>
                <a:gd name="T2" fmla="*/ 32 w 180"/>
                <a:gd name="T3" fmla="*/ 152 h 152"/>
                <a:gd name="T4" fmla="*/ 155 w 180"/>
                <a:gd name="T5" fmla="*/ 152 h 152"/>
                <a:gd name="T6" fmla="*/ 180 w 180"/>
                <a:gd name="T7" fmla="*/ 90 h 152"/>
                <a:gd name="T8" fmla="*/ 90 w 180"/>
                <a:gd name="T9" fmla="*/ 0 h 152"/>
                <a:gd name="T10" fmla="*/ 0 w 180"/>
                <a:gd name="T11" fmla="*/ 90 h 152"/>
                <a:gd name="T12" fmla="*/ 24 w 180"/>
                <a:gd name="T13" fmla="*/ 152 h 152"/>
                <a:gd name="T14" fmla="*/ 26 w 180"/>
                <a:gd name="T15" fmla="*/ 152 h 152"/>
                <a:gd name="T16" fmla="*/ 27 w 180"/>
                <a:gd name="T17"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0" h="152">
                  <a:moveTo>
                    <a:pt x="27" y="152"/>
                  </a:moveTo>
                  <a:cubicBezTo>
                    <a:pt x="29" y="152"/>
                    <a:pt x="30" y="152"/>
                    <a:pt x="32" y="152"/>
                  </a:cubicBezTo>
                  <a:cubicBezTo>
                    <a:pt x="155" y="152"/>
                    <a:pt x="155" y="152"/>
                    <a:pt x="155" y="152"/>
                  </a:cubicBezTo>
                  <a:cubicBezTo>
                    <a:pt x="170" y="136"/>
                    <a:pt x="180" y="114"/>
                    <a:pt x="180" y="90"/>
                  </a:cubicBezTo>
                  <a:cubicBezTo>
                    <a:pt x="180" y="40"/>
                    <a:pt x="139" y="0"/>
                    <a:pt x="90" y="0"/>
                  </a:cubicBezTo>
                  <a:cubicBezTo>
                    <a:pt x="40" y="0"/>
                    <a:pt x="0" y="40"/>
                    <a:pt x="0" y="90"/>
                  </a:cubicBezTo>
                  <a:cubicBezTo>
                    <a:pt x="0" y="114"/>
                    <a:pt x="9" y="136"/>
                    <a:pt x="24" y="152"/>
                  </a:cubicBezTo>
                  <a:cubicBezTo>
                    <a:pt x="25" y="152"/>
                    <a:pt x="26" y="152"/>
                    <a:pt x="26" y="152"/>
                  </a:cubicBezTo>
                  <a:cubicBezTo>
                    <a:pt x="26" y="152"/>
                    <a:pt x="27" y="152"/>
                    <a:pt x="27"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51"/>
            <p:cNvSpPr>
              <a:spLocks/>
            </p:cNvSpPr>
            <p:nvPr/>
          </p:nvSpPr>
          <p:spPr bwMode="auto">
            <a:xfrm>
              <a:off x="4356100" y="3314700"/>
              <a:ext cx="512763" cy="131763"/>
            </a:xfrm>
            <a:custGeom>
              <a:avLst/>
              <a:gdLst>
                <a:gd name="T0" fmla="*/ 338 w 343"/>
                <a:gd name="T1" fmla="*/ 76 h 88"/>
                <a:gd name="T2" fmla="*/ 275 w 343"/>
                <a:gd name="T3" fmla="*/ 7 h 88"/>
                <a:gd name="T4" fmla="*/ 249 w 343"/>
                <a:gd name="T5" fmla="*/ 0 h 88"/>
                <a:gd name="T6" fmla="*/ 244 w 343"/>
                <a:gd name="T7" fmla="*/ 0 h 88"/>
                <a:gd name="T8" fmla="*/ 99 w 343"/>
                <a:gd name="T9" fmla="*/ 0 h 88"/>
                <a:gd name="T10" fmla="*/ 94 w 343"/>
                <a:gd name="T11" fmla="*/ 0 h 88"/>
                <a:gd name="T12" fmla="*/ 68 w 343"/>
                <a:gd name="T13" fmla="*/ 7 h 88"/>
                <a:gd name="T14" fmla="*/ 25 w 343"/>
                <a:gd name="T15" fmla="*/ 43 h 88"/>
                <a:gd name="T16" fmla="*/ 0 w 343"/>
                <a:gd name="T17" fmla="*/ 88 h 88"/>
                <a:gd name="T18" fmla="*/ 343 w 343"/>
                <a:gd name="T19" fmla="*/ 88 h 88"/>
                <a:gd name="T20" fmla="*/ 338 w 343"/>
                <a:gd name="T21" fmla="*/ 7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3" h="88">
                  <a:moveTo>
                    <a:pt x="338" y="76"/>
                  </a:moveTo>
                  <a:cubicBezTo>
                    <a:pt x="320" y="36"/>
                    <a:pt x="295" y="16"/>
                    <a:pt x="275" y="7"/>
                  </a:cubicBezTo>
                  <a:cubicBezTo>
                    <a:pt x="262" y="1"/>
                    <a:pt x="252" y="0"/>
                    <a:pt x="249" y="0"/>
                  </a:cubicBezTo>
                  <a:cubicBezTo>
                    <a:pt x="247" y="0"/>
                    <a:pt x="246" y="0"/>
                    <a:pt x="244" y="0"/>
                  </a:cubicBezTo>
                  <a:cubicBezTo>
                    <a:pt x="99" y="0"/>
                    <a:pt x="99" y="0"/>
                    <a:pt x="99" y="0"/>
                  </a:cubicBezTo>
                  <a:cubicBezTo>
                    <a:pt x="98" y="0"/>
                    <a:pt x="96" y="0"/>
                    <a:pt x="94" y="0"/>
                  </a:cubicBezTo>
                  <a:cubicBezTo>
                    <a:pt x="91" y="0"/>
                    <a:pt x="81" y="1"/>
                    <a:pt x="68" y="7"/>
                  </a:cubicBezTo>
                  <a:cubicBezTo>
                    <a:pt x="55" y="13"/>
                    <a:pt x="39" y="24"/>
                    <a:pt x="25" y="43"/>
                  </a:cubicBezTo>
                  <a:cubicBezTo>
                    <a:pt x="16" y="55"/>
                    <a:pt x="8" y="69"/>
                    <a:pt x="0" y="88"/>
                  </a:cubicBezTo>
                  <a:cubicBezTo>
                    <a:pt x="343" y="88"/>
                    <a:pt x="343" y="88"/>
                    <a:pt x="343" y="88"/>
                  </a:cubicBezTo>
                  <a:cubicBezTo>
                    <a:pt x="341" y="84"/>
                    <a:pt x="340" y="80"/>
                    <a:pt x="33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52"/>
            <p:cNvSpPr>
              <a:spLocks/>
            </p:cNvSpPr>
            <p:nvPr/>
          </p:nvSpPr>
          <p:spPr bwMode="auto">
            <a:xfrm>
              <a:off x="3859213" y="3074988"/>
              <a:ext cx="268288" cy="228600"/>
            </a:xfrm>
            <a:custGeom>
              <a:avLst/>
              <a:gdLst>
                <a:gd name="T0" fmla="*/ 28 w 180"/>
                <a:gd name="T1" fmla="*/ 152 h 152"/>
                <a:gd name="T2" fmla="*/ 32 w 180"/>
                <a:gd name="T3" fmla="*/ 152 h 152"/>
                <a:gd name="T4" fmla="*/ 155 w 180"/>
                <a:gd name="T5" fmla="*/ 152 h 152"/>
                <a:gd name="T6" fmla="*/ 180 w 180"/>
                <a:gd name="T7" fmla="*/ 90 h 152"/>
                <a:gd name="T8" fmla="*/ 90 w 180"/>
                <a:gd name="T9" fmla="*/ 0 h 152"/>
                <a:gd name="T10" fmla="*/ 0 w 180"/>
                <a:gd name="T11" fmla="*/ 90 h 152"/>
                <a:gd name="T12" fmla="*/ 25 w 180"/>
                <a:gd name="T13" fmla="*/ 152 h 152"/>
                <a:gd name="T14" fmla="*/ 27 w 180"/>
                <a:gd name="T15" fmla="*/ 152 h 152"/>
                <a:gd name="T16" fmla="*/ 28 w 180"/>
                <a:gd name="T17"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0" h="152">
                  <a:moveTo>
                    <a:pt x="28" y="152"/>
                  </a:moveTo>
                  <a:cubicBezTo>
                    <a:pt x="29" y="152"/>
                    <a:pt x="31" y="152"/>
                    <a:pt x="32" y="152"/>
                  </a:cubicBezTo>
                  <a:cubicBezTo>
                    <a:pt x="155" y="152"/>
                    <a:pt x="155" y="152"/>
                    <a:pt x="155" y="152"/>
                  </a:cubicBezTo>
                  <a:cubicBezTo>
                    <a:pt x="171" y="136"/>
                    <a:pt x="180" y="114"/>
                    <a:pt x="180" y="90"/>
                  </a:cubicBezTo>
                  <a:cubicBezTo>
                    <a:pt x="180" y="40"/>
                    <a:pt x="140" y="0"/>
                    <a:pt x="90" y="0"/>
                  </a:cubicBezTo>
                  <a:cubicBezTo>
                    <a:pt x="41" y="0"/>
                    <a:pt x="0" y="40"/>
                    <a:pt x="0" y="90"/>
                  </a:cubicBezTo>
                  <a:cubicBezTo>
                    <a:pt x="0" y="114"/>
                    <a:pt x="10" y="136"/>
                    <a:pt x="25" y="152"/>
                  </a:cubicBezTo>
                  <a:cubicBezTo>
                    <a:pt x="26" y="152"/>
                    <a:pt x="26" y="152"/>
                    <a:pt x="27" y="152"/>
                  </a:cubicBezTo>
                  <a:cubicBezTo>
                    <a:pt x="27" y="152"/>
                    <a:pt x="27" y="152"/>
                    <a:pt x="28"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53"/>
            <p:cNvSpPr>
              <a:spLocks/>
            </p:cNvSpPr>
            <p:nvPr/>
          </p:nvSpPr>
          <p:spPr bwMode="auto">
            <a:xfrm>
              <a:off x="3759200" y="3314700"/>
              <a:ext cx="512763" cy="131763"/>
            </a:xfrm>
            <a:custGeom>
              <a:avLst/>
              <a:gdLst>
                <a:gd name="T0" fmla="*/ 338 w 343"/>
                <a:gd name="T1" fmla="*/ 76 h 88"/>
                <a:gd name="T2" fmla="*/ 275 w 343"/>
                <a:gd name="T3" fmla="*/ 7 h 88"/>
                <a:gd name="T4" fmla="*/ 249 w 343"/>
                <a:gd name="T5" fmla="*/ 0 h 88"/>
                <a:gd name="T6" fmla="*/ 244 w 343"/>
                <a:gd name="T7" fmla="*/ 0 h 88"/>
                <a:gd name="T8" fmla="*/ 99 w 343"/>
                <a:gd name="T9" fmla="*/ 0 h 88"/>
                <a:gd name="T10" fmla="*/ 94 w 343"/>
                <a:gd name="T11" fmla="*/ 0 h 88"/>
                <a:gd name="T12" fmla="*/ 68 w 343"/>
                <a:gd name="T13" fmla="*/ 7 h 88"/>
                <a:gd name="T14" fmla="*/ 25 w 343"/>
                <a:gd name="T15" fmla="*/ 43 h 88"/>
                <a:gd name="T16" fmla="*/ 0 w 343"/>
                <a:gd name="T17" fmla="*/ 88 h 88"/>
                <a:gd name="T18" fmla="*/ 343 w 343"/>
                <a:gd name="T19" fmla="*/ 88 h 88"/>
                <a:gd name="T20" fmla="*/ 338 w 343"/>
                <a:gd name="T21" fmla="*/ 7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3" h="88">
                  <a:moveTo>
                    <a:pt x="338" y="76"/>
                  </a:moveTo>
                  <a:cubicBezTo>
                    <a:pt x="320" y="36"/>
                    <a:pt x="294" y="16"/>
                    <a:pt x="275" y="7"/>
                  </a:cubicBezTo>
                  <a:cubicBezTo>
                    <a:pt x="262" y="1"/>
                    <a:pt x="252" y="0"/>
                    <a:pt x="249" y="0"/>
                  </a:cubicBezTo>
                  <a:cubicBezTo>
                    <a:pt x="247" y="0"/>
                    <a:pt x="245" y="0"/>
                    <a:pt x="244" y="0"/>
                  </a:cubicBezTo>
                  <a:cubicBezTo>
                    <a:pt x="99" y="0"/>
                    <a:pt x="99" y="0"/>
                    <a:pt x="99" y="0"/>
                  </a:cubicBezTo>
                  <a:cubicBezTo>
                    <a:pt x="97" y="0"/>
                    <a:pt x="96" y="0"/>
                    <a:pt x="94" y="0"/>
                  </a:cubicBezTo>
                  <a:cubicBezTo>
                    <a:pt x="91" y="0"/>
                    <a:pt x="81" y="1"/>
                    <a:pt x="68" y="7"/>
                  </a:cubicBezTo>
                  <a:cubicBezTo>
                    <a:pt x="55" y="13"/>
                    <a:pt x="39" y="24"/>
                    <a:pt x="25" y="43"/>
                  </a:cubicBezTo>
                  <a:cubicBezTo>
                    <a:pt x="16" y="55"/>
                    <a:pt x="7" y="69"/>
                    <a:pt x="0" y="88"/>
                  </a:cubicBezTo>
                  <a:cubicBezTo>
                    <a:pt x="343" y="88"/>
                    <a:pt x="343" y="88"/>
                    <a:pt x="343" y="88"/>
                  </a:cubicBezTo>
                  <a:cubicBezTo>
                    <a:pt x="341" y="84"/>
                    <a:pt x="339" y="80"/>
                    <a:pt x="33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54"/>
            <p:cNvSpPr>
              <a:spLocks/>
            </p:cNvSpPr>
            <p:nvPr/>
          </p:nvSpPr>
          <p:spPr bwMode="auto">
            <a:xfrm>
              <a:off x="2241550" y="2835275"/>
              <a:ext cx="220663" cy="220663"/>
            </a:xfrm>
            <a:custGeom>
              <a:avLst/>
              <a:gdLst>
                <a:gd name="T0" fmla="*/ 74 w 148"/>
                <a:gd name="T1" fmla="*/ 148 h 148"/>
                <a:gd name="T2" fmla="*/ 122 w 148"/>
                <a:gd name="T3" fmla="*/ 131 h 148"/>
                <a:gd name="T4" fmla="*/ 139 w 148"/>
                <a:gd name="T5" fmla="*/ 110 h 148"/>
                <a:gd name="T6" fmla="*/ 148 w 148"/>
                <a:gd name="T7" fmla="*/ 74 h 148"/>
                <a:gd name="T8" fmla="*/ 74 w 148"/>
                <a:gd name="T9" fmla="*/ 0 h 148"/>
                <a:gd name="T10" fmla="*/ 0 w 148"/>
                <a:gd name="T11" fmla="*/ 74 h 148"/>
                <a:gd name="T12" fmla="*/ 74 w 148"/>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148" h="148">
                  <a:moveTo>
                    <a:pt x="74" y="148"/>
                  </a:moveTo>
                  <a:cubicBezTo>
                    <a:pt x="92" y="148"/>
                    <a:pt x="109" y="142"/>
                    <a:pt x="122" y="131"/>
                  </a:cubicBezTo>
                  <a:cubicBezTo>
                    <a:pt x="126" y="123"/>
                    <a:pt x="132" y="116"/>
                    <a:pt x="139" y="110"/>
                  </a:cubicBezTo>
                  <a:cubicBezTo>
                    <a:pt x="145" y="99"/>
                    <a:pt x="148" y="87"/>
                    <a:pt x="148" y="74"/>
                  </a:cubicBezTo>
                  <a:cubicBezTo>
                    <a:pt x="148" y="33"/>
                    <a:pt x="115" y="0"/>
                    <a:pt x="74" y="0"/>
                  </a:cubicBezTo>
                  <a:cubicBezTo>
                    <a:pt x="33" y="0"/>
                    <a:pt x="0" y="33"/>
                    <a:pt x="0" y="74"/>
                  </a:cubicBezTo>
                  <a:cubicBezTo>
                    <a:pt x="0" y="115"/>
                    <a:pt x="33" y="148"/>
                    <a:pt x="74" y="1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55"/>
            <p:cNvSpPr>
              <a:spLocks/>
            </p:cNvSpPr>
            <p:nvPr/>
          </p:nvSpPr>
          <p:spPr bwMode="auto">
            <a:xfrm>
              <a:off x="2582863" y="2835275"/>
              <a:ext cx="220663" cy="220663"/>
            </a:xfrm>
            <a:custGeom>
              <a:avLst/>
              <a:gdLst>
                <a:gd name="T0" fmla="*/ 60 w 148"/>
                <a:gd name="T1" fmla="*/ 147 h 148"/>
                <a:gd name="T2" fmla="*/ 74 w 148"/>
                <a:gd name="T3" fmla="*/ 148 h 148"/>
                <a:gd name="T4" fmla="*/ 148 w 148"/>
                <a:gd name="T5" fmla="*/ 74 h 148"/>
                <a:gd name="T6" fmla="*/ 74 w 148"/>
                <a:gd name="T7" fmla="*/ 0 h 148"/>
                <a:gd name="T8" fmla="*/ 0 w 148"/>
                <a:gd name="T9" fmla="*/ 74 h 148"/>
                <a:gd name="T10" fmla="*/ 2 w 148"/>
                <a:gd name="T11" fmla="*/ 90 h 148"/>
                <a:gd name="T12" fmla="*/ 60 w 148"/>
                <a:gd name="T13" fmla="*/ 147 h 148"/>
              </a:gdLst>
              <a:ahLst/>
              <a:cxnLst>
                <a:cxn ang="0">
                  <a:pos x="T0" y="T1"/>
                </a:cxn>
                <a:cxn ang="0">
                  <a:pos x="T2" y="T3"/>
                </a:cxn>
                <a:cxn ang="0">
                  <a:pos x="T4" y="T5"/>
                </a:cxn>
                <a:cxn ang="0">
                  <a:pos x="T6" y="T7"/>
                </a:cxn>
                <a:cxn ang="0">
                  <a:pos x="T8" y="T9"/>
                </a:cxn>
                <a:cxn ang="0">
                  <a:pos x="T10" y="T11"/>
                </a:cxn>
                <a:cxn ang="0">
                  <a:pos x="T12" y="T13"/>
                </a:cxn>
              </a:cxnLst>
              <a:rect l="0" t="0" r="r" b="b"/>
              <a:pathLst>
                <a:path w="148" h="148">
                  <a:moveTo>
                    <a:pt x="60" y="147"/>
                  </a:moveTo>
                  <a:cubicBezTo>
                    <a:pt x="65" y="148"/>
                    <a:pt x="70" y="148"/>
                    <a:pt x="74" y="148"/>
                  </a:cubicBezTo>
                  <a:cubicBezTo>
                    <a:pt x="115" y="148"/>
                    <a:pt x="148" y="115"/>
                    <a:pt x="148" y="74"/>
                  </a:cubicBezTo>
                  <a:cubicBezTo>
                    <a:pt x="148" y="33"/>
                    <a:pt x="115" y="0"/>
                    <a:pt x="74" y="0"/>
                  </a:cubicBezTo>
                  <a:cubicBezTo>
                    <a:pt x="34" y="0"/>
                    <a:pt x="0" y="33"/>
                    <a:pt x="0" y="74"/>
                  </a:cubicBezTo>
                  <a:cubicBezTo>
                    <a:pt x="0" y="80"/>
                    <a:pt x="1" y="85"/>
                    <a:pt x="2" y="90"/>
                  </a:cubicBezTo>
                  <a:cubicBezTo>
                    <a:pt x="29" y="99"/>
                    <a:pt x="51" y="120"/>
                    <a:pt x="60" y="1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56"/>
            <p:cNvSpPr>
              <a:spLocks/>
            </p:cNvSpPr>
            <p:nvPr/>
          </p:nvSpPr>
          <p:spPr bwMode="auto">
            <a:xfrm>
              <a:off x="2925763" y="2835275"/>
              <a:ext cx="220663" cy="214313"/>
            </a:xfrm>
            <a:custGeom>
              <a:avLst/>
              <a:gdLst>
                <a:gd name="T0" fmla="*/ 136 w 148"/>
                <a:gd name="T1" fmla="*/ 86 h 144"/>
                <a:gd name="T2" fmla="*/ 147 w 148"/>
                <a:gd name="T3" fmla="*/ 86 h 144"/>
                <a:gd name="T4" fmla="*/ 148 w 148"/>
                <a:gd name="T5" fmla="*/ 74 h 144"/>
                <a:gd name="T6" fmla="*/ 74 w 148"/>
                <a:gd name="T7" fmla="*/ 0 h 144"/>
                <a:gd name="T8" fmla="*/ 0 w 148"/>
                <a:gd name="T9" fmla="*/ 74 h 144"/>
                <a:gd name="T10" fmla="*/ 50 w 148"/>
                <a:gd name="T11" fmla="*/ 144 h 144"/>
                <a:gd name="T12" fmla="*/ 136 w 148"/>
                <a:gd name="T13" fmla="*/ 86 h 144"/>
              </a:gdLst>
              <a:ahLst/>
              <a:cxnLst>
                <a:cxn ang="0">
                  <a:pos x="T0" y="T1"/>
                </a:cxn>
                <a:cxn ang="0">
                  <a:pos x="T2" y="T3"/>
                </a:cxn>
                <a:cxn ang="0">
                  <a:pos x="T4" y="T5"/>
                </a:cxn>
                <a:cxn ang="0">
                  <a:pos x="T6" y="T7"/>
                </a:cxn>
                <a:cxn ang="0">
                  <a:pos x="T8" y="T9"/>
                </a:cxn>
                <a:cxn ang="0">
                  <a:pos x="T10" y="T11"/>
                </a:cxn>
                <a:cxn ang="0">
                  <a:pos x="T12" y="T13"/>
                </a:cxn>
              </a:cxnLst>
              <a:rect l="0" t="0" r="r" b="b"/>
              <a:pathLst>
                <a:path w="148" h="144">
                  <a:moveTo>
                    <a:pt x="136" y="86"/>
                  </a:moveTo>
                  <a:cubicBezTo>
                    <a:pt x="139" y="86"/>
                    <a:pt x="143" y="86"/>
                    <a:pt x="147" y="86"/>
                  </a:cubicBezTo>
                  <a:cubicBezTo>
                    <a:pt x="148" y="82"/>
                    <a:pt x="148" y="78"/>
                    <a:pt x="148" y="74"/>
                  </a:cubicBezTo>
                  <a:cubicBezTo>
                    <a:pt x="148" y="33"/>
                    <a:pt x="115" y="0"/>
                    <a:pt x="74" y="0"/>
                  </a:cubicBezTo>
                  <a:cubicBezTo>
                    <a:pt x="33" y="0"/>
                    <a:pt x="0" y="33"/>
                    <a:pt x="0" y="74"/>
                  </a:cubicBezTo>
                  <a:cubicBezTo>
                    <a:pt x="0" y="106"/>
                    <a:pt x="21" y="134"/>
                    <a:pt x="50" y="144"/>
                  </a:cubicBezTo>
                  <a:cubicBezTo>
                    <a:pt x="63" y="110"/>
                    <a:pt x="97" y="86"/>
                    <a:pt x="136" y="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Oval 57"/>
            <p:cNvSpPr>
              <a:spLocks noChangeArrowheads="1"/>
            </p:cNvSpPr>
            <p:nvPr/>
          </p:nvSpPr>
          <p:spPr bwMode="auto">
            <a:xfrm>
              <a:off x="3267075" y="2835275"/>
              <a:ext cx="222250" cy="2206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58"/>
            <p:cNvSpPr>
              <a:spLocks/>
            </p:cNvSpPr>
            <p:nvPr/>
          </p:nvSpPr>
          <p:spPr bwMode="auto">
            <a:xfrm>
              <a:off x="3608388" y="2835275"/>
              <a:ext cx="222250" cy="169863"/>
            </a:xfrm>
            <a:custGeom>
              <a:avLst/>
              <a:gdLst>
                <a:gd name="T0" fmla="*/ 137 w 148"/>
                <a:gd name="T1" fmla="*/ 114 h 114"/>
                <a:gd name="T2" fmla="*/ 148 w 148"/>
                <a:gd name="T3" fmla="*/ 74 h 114"/>
                <a:gd name="T4" fmla="*/ 74 w 148"/>
                <a:gd name="T5" fmla="*/ 0 h 114"/>
                <a:gd name="T6" fmla="*/ 0 w 148"/>
                <a:gd name="T7" fmla="*/ 74 h 114"/>
                <a:gd name="T8" fmla="*/ 9 w 148"/>
                <a:gd name="T9" fmla="*/ 109 h 114"/>
                <a:gd name="T10" fmla="*/ 70 w 148"/>
                <a:gd name="T11" fmla="*/ 86 h 114"/>
                <a:gd name="T12" fmla="*/ 137 w 148"/>
                <a:gd name="T13" fmla="*/ 114 h 114"/>
              </a:gdLst>
              <a:ahLst/>
              <a:cxnLst>
                <a:cxn ang="0">
                  <a:pos x="T0" y="T1"/>
                </a:cxn>
                <a:cxn ang="0">
                  <a:pos x="T2" y="T3"/>
                </a:cxn>
                <a:cxn ang="0">
                  <a:pos x="T4" y="T5"/>
                </a:cxn>
                <a:cxn ang="0">
                  <a:pos x="T6" y="T7"/>
                </a:cxn>
                <a:cxn ang="0">
                  <a:pos x="T8" y="T9"/>
                </a:cxn>
                <a:cxn ang="0">
                  <a:pos x="T10" y="T11"/>
                </a:cxn>
                <a:cxn ang="0">
                  <a:pos x="T12" y="T13"/>
                </a:cxn>
              </a:cxnLst>
              <a:rect l="0" t="0" r="r" b="b"/>
              <a:pathLst>
                <a:path w="148" h="114">
                  <a:moveTo>
                    <a:pt x="137" y="114"/>
                  </a:moveTo>
                  <a:cubicBezTo>
                    <a:pt x="144" y="102"/>
                    <a:pt x="148" y="89"/>
                    <a:pt x="148" y="74"/>
                  </a:cubicBezTo>
                  <a:cubicBezTo>
                    <a:pt x="148" y="33"/>
                    <a:pt x="115" y="0"/>
                    <a:pt x="74" y="0"/>
                  </a:cubicBezTo>
                  <a:cubicBezTo>
                    <a:pt x="33" y="0"/>
                    <a:pt x="0" y="33"/>
                    <a:pt x="0" y="74"/>
                  </a:cubicBezTo>
                  <a:cubicBezTo>
                    <a:pt x="0" y="87"/>
                    <a:pt x="3" y="98"/>
                    <a:pt x="9" y="109"/>
                  </a:cubicBezTo>
                  <a:cubicBezTo>
                    <a:pt x="25" y="94"/>
                    <a:pt x="46" y="86"/>
                    <a:pt x="70" y="86"/>
                  </a:cubicBezTo>
                  <a:cubicBezTo>
                    <a:pt x="96" y="86"/>
                    <a:pt x="120" y="96"/>
                    <a:pt x="137" y="1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Oval 59"/>
            <p:cNvSpPr>
              <a:spLocks noChangeArrowheads="1"/>
            </p:cNvSpPr>
            <p:nvPr/>
          </p:nvSpPr>
          <p:spPr bwMode="auto">
            <a:xfrm>
              <a:off x="3951288" y="2835275"/>
              <a:ext cx="222250" cy="2206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60"/>
            <p:cNvSpPr>
              <a:spLocks/>
            </p:cNvSpPr>
            <p:nvPr/>
          </p:nvSpPr>
          <p:spPr bwMode="auto">
            <a:xfrm>
              <a:off x="4292600" y="2835275"/>
              <a:ext cx="220663" cy="217488"/>
            </a:xfrm>
            <a:custGeom>
              <a:avLst/>
              <a:gdLst>
                <a:gd name="T0" fmla="*/ 148 w 148"/>
                <a:gd name="T1" fmla="*/ 74 h 146"/>
                <a:gd name="T2" fmla="*/ 74 w 148"/>
                <a:gd name="T3" fmla="*/ 0 h 146"/>
                <a:gd name="T4" fmla="*/ 0 w 148"/>
                <a:gd name="T5" fmla="*/ 74 h 146"/>
                <a:gd name="T6" fmla="*/ 1 w 148"/>
                <a:gd name="T7" fmla="*/ 86 h 146"/>
                <a:gd name="T8" fmla="*/ 4 w 148"/>
                <a:gd name="T9" fmla="*/ 86 h 146"/>
                <a:gd name="T10" fmla="*/ 91 w 148"/>
                <a:gd name="T11" fmla="*/ 146 h 146"/>
                <a:gd name="T12" fmla="*/ 148 w 148"/>
                <a:gd name="T13" fmla="*/ 74 h 146"/>
              </a:gdLst>
              <a:ahLst/>
              <a:cxnLst>
                <a:cxn ang="0">
                  <a:pos x="T0" y="T1"/>
                </a:cxn>
                <a:cxn ang="0">
                  <a:pos x="T2" y="T3"/>
                </a:cxn>
                <a:cxn ang="0">
                  <a:pos x="T4" y="T5"/>
                </a:cxn>
                <a:cxn ang="0">
                  <a:pos x="T6" y="T7"/>
                </a:cxn>
                <a:cxn ang="0">
                  <a:pos x="T8" y="T9"/>
                </a:cxn>
                <a:cxn ang="0">
                  <a:pos x="T10" y="T11"/>
                </a:cxn>
                <a:cxn ang="0">
                  <a:pos x="T12" y="T13"/>
                </a:cxn>
              </a:cxnLst>
              <a:rect l="0" t="0" r="r" b="b"/>
              <a:pathLst>
                <a:path w="148" h="146">
                  <a:moveTo>
                    <a:pt x="148" y="74"/>
                  </a:moveTo>
                  <a:cubicBezTo>
                    <a:pt x="148" y="33"/>
                    <a:pt x="115" y="0"/>
                    <a:pt x="74" y="0"/>
                  </a:cubicBezTo>
                  <a:cubicBezTo>
                    <a:pt x="33" y="0"/>
                    <a:pt x="0" y="33"/>
                    <a:pt x="0" y="74"/>
                  </a:cubicBezTo>
                  <a:cubicBezTo>
                    <a:pt x="0" y="78"/>
                    <a:pt x="1" y="82"/>
                    <a:pt x="1" y="86"/>
                  </a:cubicBezTo>
                  <a:cubicBezTo>
                    <a:pt x="2" y="86"/>
                    <a:pt x="3" y="86"/>
                    <a:pt x="4" y="86"/>
                  </a:cubicBezTo>
                  <a:cubicBezTo>
                    <a:pt x="44" y="86"/>
                    <a:pt x="78" y="111"/>
                    <a:pt x="91" y="146"/>
                  </a:cubicBezTo>
                  <a:cubicBezTo>
                    <a:pt x="124" y="139"/>
                    <a:pt x="148" y="109"/>
                    <a:pt x="148"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61"/>
            <p:cNvSpPr>
              <a:spLocks/>
            </p:cNvSpPr>
            <p:nvPr/>
          </p:nvSpPr>
          <p:spPr bwMode="auto">
            <a:xfrm>
              <a:off x="4635500" y="2835275"/>
              <a:ext cx="220663" cy="220663"/>
            </a:xfrm>
            <a:custGeom>
              <a:avLst/>
              <a:gdLst>
                <a:gd name="T0" fmla="*/ 147 w 148"/>
                <a:gd name="T1" fmla="*/ 88 h 148"/>
                <a:gd name="T2" fmla="*/ 148 w 148"/>
                <a:gd name="T3" fmla="*/ 74 h 148"/>
                <a:gd name="T4" fmla="*/ 74 w 148"/>
                <a:gd name="T5" fmla="*/ 0 h 148"/>
                <a:gd name="T6" fmla="*/ 0 w 148"/>
                <a:gd name="T7" fmla="*/ 74 h 148"/>
                <a:gd name="T8" fmla="*/ 74 w 148"/>
                <a:gd name="T9" fmla="*/ 148 h 148"/>
                <a:gd name="T10" fmla="*/ 79 w 148"/>
                <a:gd name="T11" fmla="*/ 148 h 148"/>
                <a:gd name="T12" fmla="*/ 147 w 148"/>
                <a:gd name="T13" fmla="*/ 88 h 148"/>
              </a:gdLst>
              <a:ahLst/>
              <a:cxnLst>
                <a:cxn ang="0">
                  <a:pos x="T0" y="T1"/>
                </a:cxn>
                <a:cxn ang="0">
                  <a:pos x="T2" y="T3"/>
                </a:cxn>
                <a:cxn ang="0">
                  <a:pos x="T4" y="T5"/>
                </a:cxn>
                <a:cxn ang="0">
                  <a:pos x="T6" y="T7"/>
                </a:cxn>
                <a:cxn ang="0">
                  <a:pos x="T8" y="T9"/>
                </a:cxn>
                <a:cxn ang="0">
                  <a:pos x="T10" y="T11"/>
                </a:cxn>
                <a:cxn ang="0">
                  <a:pos x="T12" y="T13"/>
                </a:cxn>
              </a:cxnLst>
              <a:rect l="0" t="0" r="r" b="b"/>
              <a:pathLst>
                <a:path w="148" h="148">
                  <a:moveTo>
                    <a:pt x="147" y="88"/>
                  </a:moveTo>
                  <a:cubicBezTo>
                    <a:pt x="147" y="83"/>
                    <a:pt x="148" y="79"/>
                    <a:pt x="148" y="74"/>
                  </a:cubicBezTo>
                  <a:cubicBezTo>
                    <a:pt x="148" y="33"/>
                    <a:pt x="115" y="0"/>
                    <a:pt x="74" y="0"/>
                  </a:cubicBezTo>
                  <a:cubicBezTo>
                    <a:pt x="33" y="0"/>
                    <a:pt x="0" y="33"/>
                    <a:pt x="0" y="74"/>
                  </a:cubicBezTo>
                  <a:cubicBezTo>
                    <a:pt x="0" y="115"/>
                    <a:pt x="33" y="148"/>
                    <a:pt x="74" y="148"/>
                  </a:cubicBezTo>
                  <a:cubicBezTo>
                    <a:pt x="76" y="148"/>
                    <a:pt x="77" y="148"/>
                    <a:pt x="79" y="148"/>
                  </a:cubicBezTo>
                  <a:cubicBezTo>
                    <a:pt x="89" y="118"/>
                    <a:pt x="115" y="95"/>
                    <a:pt x="147"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62"/>
            <p:cNvSpPr>
              <a:spLocks/>
            </p:cNvSpPr>
            <p:nvPr/>
          </p:nvSpPr>
          <p:spPr bwMode="auto">
            <a:xfrm>
              <a:off x="4964113" y="2835275"/>
              <a:ext cx="222250" cy="220663"/>
            </a:xfrm>
            <a:custGeom>
              <a:avLst/>
              <a:gdLst>
                <a:gd name="T0" fmla="*/ 0 w 148"/>
                <a:gd name="T1" fmla="*/ 74 h 148"/>
                <a:gd name="T2" fmla="*/ 9 w 148"/>
                <a:gd name="T3" fmla="*/ 110 h 148"/>
                <a:gd name="T4" fmla="*/ 26 w 148"/>
                <a:gd name="T5" fmla="*/ 131 h 148"/>
                <a:gd name="T6" fmla="*/ 74 w 148"/>
                <a:gd name="T7" fmla="*/ 148 h 148"/>
                <a:gd name="T8" fmla="*/ 148 w 148"/>
                <a:gd name="T9" fmla="*/ 74 h 148"/>
                <a:gd name="T10" fmla="*/ 74 w 148"/>
                <a:gd name="T11" fmla="*/ 0 h 148"/>
                <a:gd name="T12" fmla="*/ 0 w 148"/>
                <a:gd name="T13" fmla="*/ 74 h 148"/>
              </a:gdLst>
              <a:ahLst/>
              <a:cxnLst>
                <a:cxn ang="0">
                  <a:pos x="T0" y="T1"/>
                </a:cxn>
                <a:cxn ang="0">
                  <a:pos x="T2" y="T3"/>
                </a:cxn>
                <a:cxn ang="0">
                  <a:pos x="T4" y="T5"/>
                </a:cxn>
                <a:cxn ang="0">
                  <a:pos x="T6" y="T7"/>
                </a:cxn>
                <a:cxn ang="0">
                  <a:pos x="T8" y="T9"/>
                </a:cxn>
                <a:cxn ang="0">
                  <a:pos x="T10" y="T11"/>
                </a:cxn>
                <a:cxn ang="0">
                  <a:pos x="T12" y="T13"/>
                </a:cxn>
              </a:cxnLst>
              <a:rect l="0" t="0" r="r" b="b"/>
              <a:pathLst>
                <a:path w="148" h="148">
                  <a:moveTo>
                    <a:pt x="0" y="74"/>
                  </a:moveTo>
                  <a:cubicBezTo>
                    <a:pt x="0" y="87"/>
                    <a:pt x="3" y="99"/>
                    <a:pt x="9" y="110"/>
                  </a:cubicBezTo>
                  <a:cubicBezTo>
                    <a:pt x="16" y="116"/>
                    <a:pt x="21" y="123"/>
                    <a:pt x="26" y="131"/>
                  </a:cubicBezTo>
                  <a:cubicBezTo>
                    <a:pt x="39" y="142"/>
                    <a:pt x="56" y="148"/>
                    <a:pt x="74" y="148"/>
                  </a:cubicBezTo>
                  <a:cubicBezTo>
                    <a:pt x="115" y="148"/>
                    <a:pt x="148" y="115"/>
                    <a:pt x="148" y="74"/>
                  </a:cubicBezTo>
                  <a:cubicBezTo>
                    <a:pt x="148" y="33"/>
                    <a:pt x="115" y="0"/>
                    <a:pt x="74" y="0"/>
                  </a:cubicBezTo>
                  <a:cubicBezTo>
                    <a:pt x="33" y="0"/>
                    <a:pt x="0" y="33"/>
                    <a:pt x="0"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Oval 63"/>
            <p:cNvSpPr>
              <a:spLocks noChangeArrowheads="1"/>
            </p:cNvSpPr>
            <p:nvPr/>
          </p:nvSpPr>
          <p:spPr bwMode="auto">
            <a:xfrm>
              <a:off x="2416175" y="2974975"/>
              <a:ext cx="252413" cy="2540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Oval 64"/>
            <p:cNvSpPr>
              <a:spLocks noChangeArrowheads="1"/>
            </p:cNvSpPr>
            <p:nvPr/>
          </p:nvSpPr>
          <p:spPr bwMode="auto">
            <a:xfrm>
              <a:off x="3001963" y="2974975"/>
              <a:ext cx="252413" cy="2540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Oval 65"/>
            <p:cNvSpPr>
              <a:spLocks noChangeArrowheads="1"/>
            </p:cNvSpPr>
            <p:nvPr/>
          </p:nvSpPr>
          <p:spPr bwMode="auto">
            <a:xfrm>
              <a:off x="3586163" y="2974975"/>
              <a:ext cx="254000" cy="2540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Oval 66"/>
            <p:cNvSpPr>
              <a:spLocks noChangeArrowheads="1"/>
            </p:cNvSpPr>
            <p:nvPr/>
          </p:nvSpPr>
          <p:spPr bwMode="auto">
            <a:xfrm>
              <a:off x="4173538" y="2974975"/>
              <a:ext cx="252413" cy="2540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Oval 67"/>
            <p:cNvSpPr>
              <a:spLocks noChangeArrowheads="1"/>
            </p:cNvSpPr>
            <p:nvPr/>
          </p:nvSpPr>
          <p:spPr bwMode="auto">
            <a:xfrm>
              <a:off x="4757738" y="2974975"/>
              <a:ext cx="252413" cy="2540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Rectangle 68"/>
            <p:cNvSpPr>
              <a:spLocks noChangeArrowheads="1"/>
            </p:cNvSpPr>
            <p:nvPr/>
          </p:nvSpPr>
          <p:spPr bwMode="auto">
            <a:xfrm>
              <a:off x="1878013" y="3465513"/>
              <a:ext cx="3670300" cy="3508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69"/>
            <p:cNvSpPr>
              <a:spLocks/>
            </p:cNvSpPr>
            <p:nvPr/>
          </p:nvSpPr>
          <p:spPr bwMode="auto">
            <a:xfrm>
              <a:off x="2408238" y="1260475"/>
              <a:ext cx="2611438" cy="1233488"/>
            </a:xfrm>
            <a:custGeom>
              <a:avLst/>
              <a:gdLst>
                <a:gd name="T0" fmla="*/ 286 w 1645"/>
                <a:gd name="T1" fmla="*/ 770 h 777"/>
                <a:gd name="T2" fmla="*/ 286 w 1645"/>
                <a:gd name="T3" fmla="*/ 739 h 777"/>
                <a:gd name="T4" fmla="*/ 37 w 1645"/>
                <a:gd name="T5" fmla="*/ 739 h 777"/>
                <a:gd name="T6" fmla="*/ 37 w 1645"/>
                <a:gd name="T7" fmla="*/ 38 h 777"/>
                <a:gd name="T8" fmla="*/ 1607 w 1645"/>
                <a:gd name="T9" fmla="*/ 38 h 777"/>
                <a:gd name="T10" fmla="*/ 1607 w 1645"/>
                <a:gd name="T11" fmla="*/ 739 h 777"/>
                <a:gd name="T12" fmla="*/ 396 w 1645"/>
                <a:gd name="T13" fmla="*/ 739 h 777"/>
                <a:gd name="T14" fmla="*/ 396 w 1645"/>
                <a:gd name="T15" fmla="*/ 770 h 777"/>
                <a:gd name="T16" fmla="*/ 396 w 1645"/>
                <a:gd name="T17" fmla="*/ 777 h 777"/>
                <a:gd name="T18" fmla="*/ 1645 w 1645"/>
                <a:gd name="T19" fmla="*/ 777 h 777"/>
                <a:gd name="T20" fmla="*/ 1645 w 1645"/>
                <a:gd name="T21" fmla="*/ 0 h 777"/>
                <a:gd name="T22" fmla="*/ 0 w 1645"/>
                <a:gd name="T23" fmla="*/ 0 h 777"/>
                <a:gd name="T24" fmla="*/ 0 w 1645"/>
                <a:gd name="T25" fmla="*/ 777 h 777"/>
                <a:gd name="T26" fmla="*/ 286 w 1645"/>
                <a:gd name="T27" fmla="*/ 777 h 777"/>
                <a:gd name="T28" fmla="*/ 286 w 1645"/>
                <a:gd name="T29" fmla="*/ 770 h 7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45" h="777">
                  <a:moveTo>
                    <a:pt x="286" y="770"/>
                  </a:moveTo>
                  <a:lnTo>
                    <a:pt x="286" y="739"/>
                  </a:lnTo>
                  <a:lnTo>
                    <a:pt x="37" y="739"/>
                  </a:lnTo>
                  <a:lnTo>
                    <a:pt x="37" y="38"/>
                  </a:lnTo>
                  <a:lnTo>
                    <a:pt x="1607" y="38"/>
                  </a:lnTo>
                  <a:lnTo>
                    <a:pt x="1607" y="739"/>
                  </a:lnTo>
                  <a:lnTo>
                    <a:pt x="396" y="739"/>
                  </a:lnTo>
                  <a:lnTo>
                    <a:pt x="396" y="770"/>
                  </a:lnTo>
                  <a:lnTo>
                    <a:pt x="396" y="777"/>
                  </a:lnTo>
                  <a:lnTo>
                    <a:pt x="1645" y="777"/>
                  </a:lnTo>
                  <a:lnTo>
                    <a:pt x="1645" y="0"/>
                  </a:lnTo>
                  <a:lnTo>
                    <a:pt x="0" y="0"/>
                  </a:lnTo>
                  <a:lnTo>
                    <a:pt x="0" y="777"/>
                  </a:lnTo>
                  <a:lnTo>
                    <a:pt x="286" y="777"/>
                  </a:lnTo>
                  <a:lnTo>
                    <a:pt x="286" y="7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70"/>
            <p:cNvSpPr>
              <a:spLocks/>
            </p:cNvSpPr>
            <p:nvPr/>
          </p:nvSpPr>
          <p:spPr bwMode="auto">
            <a:xfrm>
              <a:off x="2805113" y="2182813"/>
              <a:ext cx="417513" cy="611188"/>
            </a:xfrm>
            <a:custGeom>
              <a:avLst/>
              <a:gdLst>
                <a:gd name="T0" fmla="*/ 147 w 279"/>
                <a:gd name="T1" fmla="*/ 86 h 409"/>
                <a:gd name="T2" fmla="*/ 274 w 279"/>
                <a:gd name="T3" fmla="*/ 26 h 409"/>
                <a:gd name="T4" fmla="*/ 252 w 279"/>
                <a:gd name="T5" fmla="*/ 6 h 409"/>
                <a:gd name="T6" fmla="*/ 144 w 279"/>
                <a:gd name="T7" fmla="*/ 56 h 409"/>
                <a:gd name="T8" fmla="*/ 132 w 279"/>
                <a:gd name="T9" fmla="*/ 58 h 409"/>
                <a:gd name="T10" fmla="*/ 130 w 279"/>
                <a:gd name="T11" fmla="*/ 58 h 409"/>
                <a:gd name="T12" fmla="*/ 61 w 279"/>
                <a:gd name="T13" fmla="*/ 58 h 409"/>
                <a:gd name="T14" fmla="*/ 15 w 279"/>
                <a:gd name="T15" fmla="*/ 84 h 409"/>
                <a:gd name="T16" fmla="*/ 0 w 279"/>
                <a:gd name="T17" fmla="*/ 116 h 409"/>
                <a:gd name="T18" fmla="*/ 1 w 279"/>
                <a:gd name="T19" fmla="*/ 124 h 409"/>
                <a:gd name="T20" fmla="*/ 35 w 279"/>
                <a:gd name="T21" fmla="*/ 151 h 409"/>
                <a:gd name="T22" fmla="*/ 104 w 279"/>
                <a:gd name="T23" fmla="*/ 154 h 409"/>
                <a:gd name="T24" fmla="*/ 101 w 279"/>
                <a:gd name="T25" fmla="*/ 124 h 409"/>
                <a:gd name="T26" fmla="*/ 36 w 279"/>
                <a:gd name="T27" fmla="*/ 120 h 409"/>
                <a:gd name="T28" fmla="*/ 30 w 279"/>
                <a:gd name="T29" fmla="*/ 116 h 409"/>
                <a:gd name="T30" fmla="*/ 30 w 279"/>
                <a:gd name="T31" fmla="*/ 116 h 409"/>
                <a:gd name="T32" fmla="*/ 46 w 279"/>
                <a:gd name="T33" fmla="*/ 96 h 409"/>
                <a:gd name="T34" fmla="*/ 73 w 279"/>
                <a:gd name="T35" fmla="*/ 121 h 409"/>
                <a:gd name="T36" fmla="*/ 89 w 279"/>
                <a:gd name="T37" fmla="*/ 121 h 409"/>
                <a:gd name="T38" fmla="*/ 78 w 279"/>
                <a:gd name="T39" fmla="*/ 86 h 409"/>
                <a:gd name="T40" fmla="*/ 115 w 279"/>
                <a:gd name="T41" fmla="*/ 86 h 409"/>
                <a:gd name="T42" fmla="*/ 104 w 279"/>
                <a:gd name="T43" fmla="*/ 120 h 409"/>
                <a:gd name="T44" fmla="*/ 104 w 279"/>
                <a:gd name="T45" fmla="*/ 158 h 409"/>
                <a:gd name="T46" fmla="*/ 104 w 279"/>
                <a:gd name="T47" fmla="*/ 171 h 409"/>
                <a:gd name="T48" fmla="*/ 89 w 279"/>
                <a:gd name="T49" fmla="*/ 159 h 409"/>
                <a:gd name="T50" fmla="*/ 46 w 279"/>
                <a:gd name="T51" fmla="*/ 157 h 409"/>
                <a:gd name="T52" fmla="*/ 46 w 279"/>
                <a:gd name="T53" fmla="*/ 201 h 409"/>
                <a:gd name="T54" fmla="*/ 69 w 279"/>
                <a:gd name="T55" fmla="*/ 409 h 409"/>
                <a:gd name="T56" fmla="*/ 92 w 279"/>
                <a:gd name="T57" fmla="*/ 216 h 409"/>
                <a:gd name="T58" fmla="*/ 101 w 279"/>
                <a:gd name="T59" fmla="*/ 385 h 409"/>
                <a:gd name="T60" fmla="*/ 147 w 279"/>
                <a:gd name="T61" fmla="*/ 385 h 409"/>
                <a:gd name="T62" fmla="*/ 147 w 279"/>
                <a:gd name="T63" fmla="*/ 165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9" h="409">
                  <a:moveTo>
                    <a:pt x="147" y="165"/>
                  </a:moveTo>
                  <a:cubicBezTo>
                    <a:pt x="147" y="86"/>
                    <a:pt x="147" y="86"/>
                    <a:pt x="147" y="86"/>
                  </a:cubicBezTo>
                  <a:cubicBezTo>
                    <a:pt x="157" y="84"/>
                    <a:pt x="170" y="81"/>
                    <a:pt x="185" y="77"/>
                  </a:cubicBezTo>
                  <a:cubicBezTo>
                    <a:pt x="214" y="68"/>
                    <a:pt x="248" y="54"/>
                    <a:pt x="274" y="26"/>
                  </a:cubicBezTo>
                  <a:cubicBezTo>
                    <a:pt x="279" y="20"/>
                    <a:pt x="279" y="11"/>
                    <a:pt x="273" y="5"/>
                  </a:cubicBezTo>
                  <a:cubicBezTo>
                    <a:pt x="267" y="0"/>
                    <a:pt x="257" y="0"/>
                    <a:pt x="252" y="6"/>
                  </a:cubicBezTo>
                  <a:cubicBezTo>
                    <a:pt x="233" y="27"/>
                    <a:pt x="202" y="40"/>
                    <a:pt x="177" y="48"/>
                  </a:cubicBezTo>
                  <a:cubicBezTo>
                    <a:pt x="164" y="52"/>
                    <a:pt x="152" y="54"/>
                    <a:pt x="144" y="56"/>
                  </a:cubicBezTo>
                  <a:cubicBezTo>
                    <a:pt x="140" y="57"/>
                    <a:pt x="136" y="57"/>
                    <a:pt x="134" y="57"/>
                  </a:cubicBezTo>
                  <a:cubicBezTo>
                    <a:pt x="133" y="57"/>
                    <a:pt x="132" y="58"/>
                    <a:pt x="132" y="58"/>
                  </a:cubicBezTo>
                  <a:cubicBezTo>
                    <a:pt x="131" y="58"/>
                    <a:pt x="131" y="58"/>
                    <a:pt x="131" y="58"/>
                  </a:cubicBezTo>
                  <a:cubicBezTo>
                    <a:pt x="131" y="58"/>
                    <a:pt x="131" y="58"/>
                    <a:pt x="130" y="58"/>
                  </a:cubicBezTo>
                  <a:cubicBezTo>
                    <a:pt x="62" y="58"/>
                    <a:pt x="62" y="58"/>
                    <a:pt x="62" y="58"/>
                  </a:cubicBezTo>
                  <a:cubicBezTo>
                    <a:pt x="62" y="58"/>
                    <a:pt x="61" y="58"/>
                    <a:pt x="61" y="58"/>
                  </a:cubicBezTo>
                  <a:cubicBezTo>
                    <a:pt x="53" y="58"/>
                    <a:pt x="47" y="60"/>
                    <a:pt x="41" y="63"/>
                  </a:cubicBezTo>
                  <a:cubicBezTo>
                    <a:pt x="32" y="68"/>
                    <a:pt x="22" y="75"/>
                    <a:pt x="15" y="84"/>
                  </a:cubicBezTo>
                  <a:cubicBezTo>
                    <a:pt x="11" y="88"/>
                    <a:pt x="8" y="93"/>
                    <a:pt x="5" y="98"/>
                  </a:cubicBezTo>
                  <a:cubicBezTo>
                    <a:pt x="2" y="103"/>
                    <a:pt x="0" y="109"/>
                    <a:pt x="0" y="116"/>
                  </a:cubicBezTo>
                  <a:cubicBezTo>
                    <a:pt x="0" y="119"/>
                    <a:pt x="1" y="121"/>
                    <a:pt x="1" y="124"/>
                  </a:cubicBezTo>
                  <a:cubicBezTo>
                    <a:pt x="1" y="124"/>
                    <a:pt x="1" y="124"/>
                    <a:pt x="1" y="124"/>
                  </a:cubicBezTo>
                  <a:cubicBezTo>
                    <a:pt x="3" y="129"/>
                    <a:pt x="6" y="135"/>
                    <a:pt x="10" y="139"/>
                  </a:cubicBezTo>
                  <a:cubicBezTo>
                    <a:pt x="16" y="145"/>
                    <a:pt x="25" y="149"/>
                    <a:pt x="35" y="151"/>
                  </a:cubicBezTo>
                  <a:cubicBezTo>
                    <a:pt x="46" y="154"/>
                    <a:pt x="58" y="155"/>
                    <a:pt x="74" y="155"/>
                  </a:cubicBezTo>
                  <a:cubicBezTo>
                    <a:pt x="83" y="155"/>
                    <a:pt x="93" y="155"/>
                    <a:pt x="104" y="154"/>
                  </a:cubicBezTo>
                  <a:cubicBezTo>
                    <a:pt x="112" y="153"/>
                    <a:pt x="118" y="146"/>
                    <a:pt x="118" y="138"/>
                  </a:cubicBezTo>
                  <a:cubicBezTo>
                    <a:pt x="117" y="129"/>
                    <a:pt x="110" y="123"/>
                    <a:pt x="101" y="124"/>
                  </a:cubicBezTo>
                  <a:cubicBezTo>
                    <a:pt x="91" y="125"/>
                    <a:pt x="82" y="125"/>
                    <a:pt x="74" y="125"/>
                  </a:cubicBezTo>
                  <a:cubicBezTo>
                    <a:pt x="55" y="125"/>
                    <a:pt x="43" y="123"/>
                    <a:pt x="36" y="120"/>
                  </a:cubicBezTo>
                  <a:cubicBezTo>
                    <a:pt x="33" y="119"/>
                    <a:pt x="32" y="118"/>
                    <a:pt x="31" y="117"/>
                  </a:cubicBezTo>
                  <a:cubicBezTo>
                    <a:pt x="30" y="116"/>
                    <a:pt x="30" y="116"/>
                    <a:pt x="30" y="116"/>
                  </a:cubicBezTo>
                  <a:cubicBezTo>
                    <a:pt x="30" y="116"/>
                    <a:pt x="30" y="116"/>
                    <a:pt x="30" y="116"/>
                  </a:cubicBezTo>
                  <a:cubicBezTo>
                    <a:pt x="30" y="116"/>
                    <a:pt x="30" y="116"/>
                    <a:pt x="30" y="116"/>
                  </a:cubicBezTo>
                  <a:cubicBezTo>
                    <a:pt x="30" y="115"/>
                    <a:pt x="31" y="113"/>
                    <a:pt x="33" y="109"/>
                  </a:cubicBezTo>
                  <a:cubicBezTo>
                    <a:pt x="36" y="105"/>
                    <a:pt x="41" y="100"/>
                    <a:pt x="46" y="96"/>
                  </a:cubicBezTo>
                  <a:cubicBezTo>
                    <a:pt x="46" y="119"/>
                    <a:pt x="46" y="119"/>
                    <a:pt x="46" y="119"/>
                  </a:cubicBezTo>
                  <a:cubicBezTo>
                    <a:pt x="51" y="120"/>
                    <a:pt x="60" y="121"/>
                    <a:pt x="73" y="121"/>
                  </a:cubicBezTo>
                  <a:cubicBezTo>
                    <a:pt x="74" y="121"/>
                    <a:pt x="74" y="121"/>
                    <a:pt x="74" y="121"/>
                  </a:cubicBezTo>
                  <a:cubicBezTo>
                    <a:pt x="79" y="121"/>
                    <a:pt x="84" y="121"/>
                    <a:pt x="89" y="121"/>
                  </a:cubicBezTo>
                  <a:cubicBezTo>
                    <a:pt x="89" y="103"/>
                    <a:pt x="89" y="103"/>
                    <a:pt x="89" y="103"/>
                  </a:cubicBezTo>
                  <a:cubicBezTo>
                    <a:pt x="83" y="100"/>
                    <a:pt x="78" y="94"/>
                    <a:pt x="78" y="86"/>
                  </a:cubicBezTo>
                  <a:cubicBezTo>
                    <a:pt x="78" y="76"/>
                    <a:pt x="86" y="68"/>
                    <a:pt x="96" y="68"/>
                  </a:cubicBezTo>
                  <a:cubicBezTo>
                    <a:pt x="107" y="68"/>
                    <a:pt x="115" y="76"/>
                    <a:pt x="115" y="86"/>
                  </a:cubicBezTo>
                  <a:cubicBezTo>
                    <a:pt x="115" y="94"/>
                    <a:pt x="110" y="100"/>
                    <a:pt x="104" y="103"/>
                  </a:cubicBezTo>
                  <a:cubicBezTo>
                    <a:pt x="104" y="120"/>
                    <a:pt x="104" y="120"/>
                    <a:pt x="104" y="120"/>
                  </a:cubicBezTo>
                  <a:cubicBezTo>
                    <a:pt x="113" y="121"/>
                    <a:pt x="121" y="128"/>
                    <a:pt x="121" y="137"/>
                  </a:cubicBezTo>
                  <a:cubicBezTo>
                    <a:pt x="122" y="148"/>
                    <a:pt x="115" y="157"/>
                    <a:pt x="104" y="158"/>
                  </a:cubicBezTo>
                  <a:cubicBezTo>
                    <a:pt x="104" y="158"/>
                    <a:pt x="104" y="158"/>
                    <a:pt x="104" y="158"/>
                  </a:cubicBezTo>
                  <a:cubicBezTo>
                    <a:pt x="104" y="171"/>
                    <a:pt x="104" y="171"/>
                    <a:pt x="104" y="171"/>
                  </a:cubicBezTo>
                  <a:cubicBezTo>
                    <a:pt x="89" y="171"/>
                    <a:pt x="89" y="171"/>
                    <a:pt x="89" y="171"/>
                  </a:cubicBezTo>
                  <a:cubicBezTo>
                    <a:pt x="89" y="159"/>
                    <a:pt x="89" y="159"/>
                    <a:pt x="89" y="159"/>
                  </a:cubicBezTo>
                  <a:cubicBezTo>
                    <a:pt x="84" y="159"/>
                    <a:pt x="79" y="159"/>
                    <a:pt x="74" y="159"/>
                  </a:cubicBezTo>
                  <a:cubicBezTo>
                    <a:pt x="63" y="159"/>
                    <a:pt x="54" y="158"/>
                    <a:pt x="46" y="157"/>
                  </a:cubicBezTo>
                  <a:cubicBezTo>
                    <a:pt x="46" y="165"/>
                    <a:pt x="46" y="165"/>
                    <a:pt x="46" y="165"/>
                  </a:cubicBezTo>
                  <a:cubicBezTo>
                    <a:pt x="46" y="201"/>
                    <a:pt x="46" y="201"/>
                    <a:pt x="46" y="201"/>
                  </a:cubicBezTo>
                  <a:cubicBezTo>
                    <a:pt x="46" y="385"/>
                    <a:pt x="46" y="385"/>
                    <a:pt x="46" y="385"/>
                  </a:cubicBezTo>
                  <a:cubicBezTo>
                    <a:pt x="46" y="398"/>
                    <a:pt x="56" y="409"/>
                    <a:pt x="69" y="409"/>
                  </a:cubicBezTo>
                  <a:cubicBezTo>
                    <a:pt x="82" y="409"/>
                    <a:pt x="92" y="398"/>
                    <a:pt x="92" y="385"/>
                  </a:cubicBezTo>
                  <a:cubicBezTo>
                    <a:pt x="92" y="216"/>
                    <a:pt x="92" y="216"/>
                    <a:pt x="92" y="216"/>
                  </a:cubicBezTo>
                  <a:cubicBezTo>
                    <a:pt x="101" y="216"/>
                    <a:pt x="101" y="216"/>
                    <a:pt x="101" y="216"/>
                  </a:cubicBezTo>
                  <a:cubicBezTo>
                    <a:pt x="101" y="385"/>
                    <a:pt x="101" y="385"/>
                    <a:pt x="101" y="385"/>
                  </a:cubicBezTo>
                  <a:cubicBezTo>
                    <a:pt x="101" y="398"/>
                    <a:pt x="111" y="409"/>
                    <a:pt x="124" y="409"/>
                  </a:cubicBezTo>
                  <a:cubicBezTo>
                    <a:pt x="137" y="409"/>
                    <a:pt x="147" y="398"/>
                    <a:pt x="147" y="385"/>
                  </a:cubicBezTo>
                  <a:cubicBezTo>
                    <a:pt x="147" y="201"/>
                    <a:pt x="147" y="201"/>
                    <a:pt x="147" y="201"/>
                  </a:cubicBezTo>
                  <a:lnTo>
                    <a:pt x="147" y="1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Oval 71"/>
            <p:cNvSpPr>
              <a:spLocks noChangeArrowheads="1"/>
            </p:cNvSpPr>
            <p:nvPr/>
          </p:nvSpPr>
          <p:spPr bwMode="auto">
            <a:xfrm>
              <a:off x="2886075" y="2125663"/>
              <a:ext cx="127000" cy="1270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72"/>
            <p:cNvSpPr>
              <a:spLocks/>
            </p:cNvSpPr>
            <p:nvPr/>
          </p:nvSpPr>
          <p:spPr bwMode="auto">
            <a:xfrm>
              <a:off x="3089275" y="1741488"/>
              <a:ext cx="254000" cy="228600"/>
            </a:xfrm>
            <a:custGeom>
              <a:avLst/>
              <a:gdLst>
                <a:gd name="T0" fmla="*/ 155 w 169"/>
                <a:gd name="T1" fmla="*/ 105 h 153"/>
                <a:gd name="T2" fmla="*/ 148 w 169"/>
                <a:gd name="T3" fmla="*/ 105 h 153"/>
                <a:gd name="T4" fmla="*/ 135 w 169"/>
                <a:gd name="T5" fmla="*/ 122 h 153"/>
                <a:gd name="T6" fmla="*/ 120 w 169"/>
                <a:gd name="T7" fmla="*/ 138 h 153"/>
                <a:gd name="T8" fmla="*/ 109 w 169"/>
                <a:gd name="T9" fmla="*/ 142 h 153"/>
                <a:gd name="T10" fmla="*/ 87 w 169"/>
                <a:gd name="T11" fmla="*/ 143 h 153"/>
                <a:gd name="T12" fmla="*/ 70 w 169"/>
                <a:gd name="T13" fmla="*/ 142 h 153"/>
                <a:gd name="T14" fmla="*/ 66 w 169"/>
                <a:gd name="T15" fmla="*/ 133 h 153"/>
                <a:gd name="T16" fmla="*/ 66 w 169"/>
                <a:gd name="T17" fmla="*/ 128 h 153"/>
                <a:gd name="T18" fmla="*/ 68 w 169"/>
                <a:gd name="T19" fmla="*/ 121 h 153"/>
                <a:gd name="T20" fmla="*/ 78 w 169"/>
                <a:gd name="T21" fmla="*/ 78 h 153"/>
                <a:gd name="T22" fmla="*/ 92 w 169"/>
                <a:gd name="T23" fmla="*/ 78 h 153"/>
                <a:gd name="T24" fmla="*/ 103 w 169"/>
                <a:gd name="T25" fmla="*/ 80 h 153"/>
                <a:gd name="T26" fmla="*/ 110 w 169"/>
                <a:gd name="T27" fmla="*/ 85 h 153"/>
                <a:gd name="T28" fmla="*/ 113 w 169"/>
                <a:gd name="T29" fmla="*/ 92 h 153"/>
                <a:gd name="T30" fmla="*/ 114 w 169"/>
                <a:gd name="T31" fmla="*/ 102 h 153"/>
                <a:gd name="T32" fmla="*/ 114 w 169"/>
                <a:gd name="T33" fmla="*/ 106 h 153"/>
                <a:gd name="T34" fmla="*/ 122 w 169"/>
                <a:gd name="T35" fmla="*/ 106 h 153"/>
                <a:gd name="T36" fmla="*/ 136 w 169"/>
                <a:gd name="T37" fmla="*/ 43 h 153"/>
                <a:gd name="T38" fmla="*/ 128 w 169"/>
                <a:gd name="T39" fmla="*/ 43 h 153"/>
                <a:gd name="T40" fmla="*/ 122 w 169"/>
                <a:gd name="T41" fmla="*/ 53 h 153"/>
                <a:gd name="T42" fmla="*/ 115 w 169"/>
                <a:gd name="T43" fmla="*/ 62 h 153"/>
                <a:gd name="T44" fmla="*/ 107 w 169"/>
                <a:gd name="T45" fmla="*/ 67 h 153"/>
                <a:gd name="T46" fmla="*/ 94 w 169"/>
                <a:gd name="T47" fmla="*/ 69 h 153"/>
                <a:gd name="T48" fmla="*/ 80 w 169"/>
                <a:gd name="T49" fmla="*/ 69 h 153"/>
                <a:gd name="T50" fmla="*/ 93 w 169"/>
                <a:gd name="T51" fmla="*/ 10 h 153"/>
                <a:gd name="T52" fmla="*/ 114 w 169"/>
                <a:gd name="T53" fmla="*/ 10 h 153"/>
                <a:gd name="T54" fmla="*/ 124 w 169"/>
                <a:gd name="T55" fmla="*/ 10 h 153"/>
                <a:gd name="T56" fmla="*/ 133 w 169"/>
                <a:gd name="T57" fmla="*/ 11 h 153"/>
                <a:gd name="T58" fmla="*/ 145 w 169"/>
                <a:gd name="T59" fmla="*/ 21 h 153"/>
                <a:gd name="T60" fmla="*/ 152 w 169"/>
                <a:gd name="T61" fmla="*/ 39 h 153"/>
                <a:gd name="T62" fmla="*/ 160 w 169"/>
                <a:gd name="T63" fmla="*/ 39 h 153"/>
                <a:gd name="T64" fmla="*/ 169 w 169"/>
                <a:gd name="T65" fmla="*/ 0 h 153"/>
                <a:gd name="T66" fmla="*/ 35 w 169"/>
                <a:gd name="T67" fmla="*/ 0 h 153"/>
                <a:gd name="T68" fmla="*/ 33 w 169"/>
                <a:gd name="T69" fmla="*/ 8 h 153"/>
                <a:gd name="T70" fmla="*/ 48 w 169"/>
                <a:gd name="T71" fmla="*/ 12 h 153"/>
                <a:gd name="T72" fmla="*/ 53 w 169"/>
                <a:gd name="T73" fmla="*/ 19 h 153"/>
                <a:gd name="T74" fmla="*/ 52 w 169"/>
                <a:gd name="T75" fmla="*/ 22 h 153"/>
                <a:gd name="T76" fmla="*/ 52 w 169"/>
                <a:gd name="T77" fmla="*/ 25 h 153"/>
                <a:gd name="T78" fmla="*/ 27 w 169"/>
                <a:gd name="T79" fmla="*/ 132 h 153"/>
                <a:gd name="T80" fmla="*/ 24 w 169"/>
                <a:gd name="T81" fmla="*/ 138 h 153"/>
                <a:gd name="T82" fmla="*/ 18 w 169"/>
                <a:gd name="T83" fmla="*/ 143 h 153"/>
                <a:gd name="T84" fmla="*/ 10 w 169"/>
                <a:gd name="T85" fmla="*/ 144 h 153"/>
                <a:gd name="T86" fmla="*/ 2 w 169"/>
                <a:gd name="T87" fmla="*/ 145 h 153"/>
                <a:gd name="T88" fmla="*/ 0 w 169"/>
                <a:gd name="T89" fmla="*/ 153 h 153"/>
                <a:gd name="T90" fmla="*/ 142 w 169"/>
                <a:gd name="T91" fmla="*/ 153 h 153"/>
                <a:gd name="T92" fmla="*/ 155 w 169"/>
                <a:gd name="T93" fmla="*/ 105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9" h="153">
                  <a:moveTo>
                    <a:pt x="155" y="105"/>
                  </a:moveTo>
                  <a:cubicBezTo>
                    <a:pt x="148" y="105"/>
                    <a:pt x="148" y="105"/>
                    <a:pt x="148" y="105"/>
                  </a:cubicBezTo>
                  <a:cubicBezTo>
                    <a:pt x="145" y="109"/>
                    <a:pt x="141" y="114"/>
                    <a:pt x="135" y="122"/>
                  </a:cubicBezTo>
                  <a:cubicBezTo>
                    <a:pt x="129" y="129"/>
                    <a:pt x="124" y="134"/>
                    <a:pt x="120" y="138"/>
                  </a:cubicBezTo>
                  <a:cubicBezTo>
                    <a:pt x="118" y="140"/>
                    <a:pt x="114" y="141"/>
                    <a:pt x="109" y="142"/>
                  </a:cubicBezTo>
                  <a:cubicBezTo>
                    <a:pt x="105" y="143"/>
                    <a:pt x="97" y="143"/>
                    <a:pt x="87" y="143"/>
                  </a:cubicBezTo>
                  <a:cubicBezTo>
                    <a:pt x="79" y="143"/>
                    <a:pt x="73" y="143"/>
                    <a:pt x="70" y="142"/>
                  </a:cubicBezTo>
                  <a:cubicBezTo>
                    <a:pt x="67" y="140"/>
                    <a:pt x="66" y="138"/>
                    <a:pt x="66" y="133"/>
                  </a:cubicBezTo>
                  <a:cubicBezTo>
                    <a:pt x="66" y="132"/>
                    <a:pt x="66" y="130"/>
                    <a:pt x="66" y="128"/>
                  </a:cubicBezTo>
                  <a:cubicBezTo>
                    <a:pt x="67" y="125"/>
                    <a:pt x="67" y="123"/>
                    <a:pt x="68" y="121"/>
                  </a:cubicBezTo>
                  <a:cubicBezTo>
                    <a:pt x="78" y="78"/>
                    <a:pt x="78" y="78"/>
                    <a:pt x="78" y="78"/>
                  </a:cubicBezTo>
                  <a:cubicBezTo>
                    <a:pt x="92" y="78"/>
                    <a:pt x="92" y="78"/>
                    <a:pt x="92" y="78"/>
                  </a:cubicBezTo>
                  <a:cubicBezTo>
                    <a:pt x="96" y="78"/>
                    <a:pt x="100" y="79"/>
                    <a:pt x="103" y="80"/>
                  </a:cubicBezTo>
                  <a:cubicBezTo>
                    <a:pt x="106" y="81"/>
                    <a:pt x="108" y="82"/>
                    <a:pt x="110" y="85"/>
                  </a:cubicBezTo>
                  <a:cubicBezTo>
                    <a:pt x="111" y="86"/>
                    <a:pt x="112" y="89"/>
                    <a:pt x="113" y="92"/>
                  </a:cubicBezTo>
                  <a:cubicBezTo>
                    <a:pt x="113" y="96"/>
                    <a:pt x="114" y="99"/>
                    <a:pt x="114" y="102"/>
                  </a:cubicBezTo>
                  <a:cubicBezTo>
                    <a:pt x="114" y="106"/>
                    <a:pt x="114" y="106"/>
                    <a:pt x="114" y="106"/>
                  </a:cubicBezTo>
                  <a:cubicBezTo>
                    <a:pt x="122" y="106"/>
                    <a:pt x="122" y="106"/>
                    <a:pt x="122" y="106"/>
                  </a:cubicBezTo>
                  <a:cubicBezTo>
                    <a:pt x="136" y="43"/>
                    <a:pt x="136" y="43"/>
                    <a:pt x="136" y="43"/>
                  </a:cubicBezTo>
                  <a:cubicBezTo>
                    <a:pt x="128" y="43"/>
                    <a:pt x="128" y="43"/>
                    <a:pt x="128" y="43"/>
                  </a:cubicBezTo>
                  <a:cubicBezTo>
                    <a:pt x="127" y="46"/>
                    <a:pt x="125" y="49"/>
                    <a:pt x="122" y="53"/>
                  </a:cubicBezTo>
                  <a:cubicBezTo>
                    <a:pt x="120" y="58"/>
                    <a:pt x="117" y="61"/>
                    <a:pt x="115" y="62"/>
                  </a:cubicBezTo>
                  <a:cubicBezTo>
                    <a:pt x="113" y="64"/>
                    <a:pt x="110" y="66"/>
                    <a:pt x="107" y="67"/>
                  </a:cubicBezTo>
                  <a:cubicBezTo>
                    <a:pt x="104" y="68"/>
                    <a:pt x="100" y="69"/>
                    <a:pt x="94" y="69"/>
                  </a:cubicBezTo>
                  <a:cubicBezTo>
                    <a:pt x="80" y="69"/>
                    <a:pt x="80" y="69"/>
                    <a:pt x="80" y="69"/>
                  </a:cubicBezTo>
                  <a:cubicBezTo>
                    <a:pt x="93" y="10"/>
                    <a:pt x="93" y="10"/>
                    <a:pt x="93" y="10"/>
                  </a:cubicBezTo>
                  <a:cubicBezTo>
                    <a:pt x="114" y="10"/>
                    <a:pt x="114" y="10"/>
                    <a:pt x="114" y="10"/>
                  </a:cubicBezTo>
                  <a:cubicBezTo>
                    <a:pt x="117" y="10"/>
                    <a:pt x="120" y="10"/>
                    <a:pt x="124" y="10"/>
                  </a:cubicBezTo>
                  <a:cubicBezTo>
                    <a:pt x="128" y="10"/>
                    <a:pt x="131" y="10"/>
                    <a:pt x="133" y="11"/>
                  </a:cubicBezTo>
                  <a:cubicBezTo>
                    <a:pt x="137" y="12"/>
                    <a:pt x="141" y="15"/>
                    <a:pt x="145" y="21"/>
                  </a:cubicBezTo>
                  <a:cubicBezTo>
                    <a:pt x="148" y="26"/>
                    <a:pt x="151" y="33"/>
                    <a:pt x="152" y="39"/>
                  </a:cubicBezTo>
                  <a:cubicBezTo>
                    <a:pt x="160" y="39"/>
                    <a:pt x="160" y="39"/>
                    <a:pt x="160" y="39"/>
                  </a:cubicBezTo>
                  <a:cubicBezTo>
                    <a:pt x="169" y="0"/>
                    <a:pt x="169" y="0"/>
                    <a:pt x="169" y="0"/>
                  </a:cubicBezTo>
                  <a:cubicBezTo>
                    <a:pt x="35" y="0"/>
                    <a:pt x="35" y="0"/>
                    <a:pt x="35" y="0"/>
                  </a:cubicBezTo>
                  <a:cubicBezTo>
                    <a:pt x="33" y="8"/>
                    <a:pt x="33" y="8"/>
                    <a:pt x="33" y="8"/>
                  </a:cubicBezTo>
                  <a:cubicBezTo>
                    <a:pt x="40" y="9"/>
                    <a:pt x="45" y="11"/>
                    <a:pt x="48" y="12"/>
                  </a:cubicBezTo>
                  <a:cubicBezTo>
                    <a:pt x="51" y="14"/>
                    <a:pt x="53" y="16"/>
                    <a:pt x="53" y="19"/>
                  </a:cubicBezTo>
                  <a:cubicBezTo>
                    <a:pt x="53" y="20"/>
                    <a:pt x="53" y="21"/>
                    <a:pt x="52" y="22"/>
                  </a:cubicBezTo>
                  <a:cubicBezTo>
                    <a:pt x="52" y="23"/>
                    <a:pt x="52" y="24"/>
                    <a:pt x="52" y="25"/>
                  </a:cubicBezTo>
                  <a:cubicBezTo>
                    <a:pt x="27" y="132"/>
                    <a:pt x="27" y="132"/>
                    <a:pt x="27" y="132"/>
                  </a:cubicBezTo>
                  <a:cubicBezTo>
                    <a:pt x="27" y="134"/>
                    <a:pt x="26" y="136"/>
                    <a:pt x="24" y="138"/>
                  </a:cubicBezTo>
                  <a:cubicBezTo>
                    <a:pt x="23" y="140"/>
                    <a:pt x="20" y="142"/>
                    <a:pt x="18" y="143"/>
                  </a:cubicBezTo>
                  <a:cubicBezTo>
                    <a:pt x="16" y="143"/>
                    <a:pt x="13" y="144"/>
                    <a:pt x="10" y="144"/>
                  </a:cubicBezTo>
                  <a:cubicBezTo>
                    <a:pt x="6" y="144"/>
                    <a:pt x="4" y="145"/>
                    <a:pt x="2" y="145"/>
                  </a:cubicBezTo>
                  <a:cubicBezTo>
                    <a:pt x="0" y="153"/>
                    <a:pt x="0" y="153"/>
                    <a:pt x="0" y="153"/>
                  </a:cubicBezTo>
                  <a:cubicBezTo>
                    <a:pt x="142" y="153"/>
                    <a:pt x="142" y="153"/>
                    <a:pt x="142" y="153"/>
                  </a:cubicBezTo>
                  <a:lnTo>
                    <a:pt x="155" y="1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Rectangle 73"/>
            <p:cNvSpPr>
              <a:spLocks noChangeArrowheads="1"/>
            </p:cNvSpPr>
            <p:nvPr/>
          </p:nvSpPr>
          <p:spPr bwMode="auto">
            <a:xfrm>
              <a:off x="3451225" y="1830388"/>
              <a:ext cx="173038" cy="269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Rectangle 74"/>
            <p:cNvSpPr>
              <a:spLocks noChangeArrowheads="1"/>
            </p:cNvSpPr>
            <p:nvPr/>
          </p:nvSpPr>
          <p:spPr bwMode="auto">
            <a:xfrm>
              <a:off x="3451225" y="1897063"/>
              <a:ext cx="173038" cy="269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75"/>
            <p:cNvSpPr>
              <a:spLocks/>
            </p:cNvSpPr>
            <p:nvPr/>
          </p:nvSpPr>
          <p:spPr bwMode="auto">
            <a:xfrm>
              <a:off x="3736975" y="1806575"/>
              <a:ext cx="320675" cy="165100"/>
            </a:xfrm>
            <a:custGeom>
              <a:avLst/>
              <a:gdLst>
                <a:gd name="T0" fmla="*/ 13 w 214"/>
                <a:gd name="T1" fmla="*/ 16 h 110"/>
                <a:gd name="T2" fmla="*/ 23 w 214"/>
                <a:gd name="T3" fmla="*/ 18 h 110"/>
                <a:gd name="T4" fmla="*/ 25 w 214"/>
                <a:gd name="T5" fmla="*/ 27 h 110"/>
                <a:gd name="T6" fmla="*/ 24 w 214"/>
                <a:gd name="T7" fmla="*/ 35 h 110"/>
                <a:gd name="T8" fmla="*/ 23 w 214"/>
                <a:gd name="T9" fmla="*/ 43 h 110"/>
                <a:gd name="T10" fmla="*/ 7 w 214"/>
                <a:gd name="T11" fmla="*/ 109 h 110"/>
                <a:gd name="T12" fmla="*/ 43 w 214"/>
                <a:gd name="T13" fmla="*/ 109 h 110"/>
                <a:gd name="T14" fmla="*/ 60 w 214"/>
                <a:gd name="T15" fmla="*/ 31 h 110"/>
                <a:gd name="T16" fmla="*/ 75 w 214"/>
                <a:gd name="T17" fmla="*/ 20 h 110"/>
                <a:gd name="T18" fmla="*/ 84 w 214"/>
                <a:gd name="T19" fmla="*/ 18 h 110"/>
                <a:gd name="T20" fmla="*/ 93 w 214"/>
                <a:gd name="T21" fmla="*/ 21 h 110"/>
                <a:gd name="T22" fmla="*/ 96 w 214"/>
                <a:gd name="T23" fmla="*/ 29 h 110"/>
                <a:gd name="T24" fmla="*/ 95 w 214"/>
                <a:gd name="T25" fmla="*/ 35 h 110"/>
                <a:gd name="T26" fmla="*/ 93 w 214"/>
                <a:gd name="T27" fmla="*/ 43 h 110"/>
                <a:gd name="T28" fmla="*/ 78 w 214"/>
                <a:gd name="T29" fmla="*/ 109 h 110"/>
                <a:gd name="T30" fmla="*/ 114 w 214"/>
                <a:gd name="T31" fmla="*/ 109 h 110"/>
                <a:gd name="T32" fmla="*/ 131 w 214"/>
                <a:gd name="T33" fmla="*/ 31 h 110"/>
                <a:gd name="T34" fmla="*/ 144 w 214"/>
                <a:gd name="T35" fmla="*/ 21 h 110"/>
                <a:gd name="T36" fmla="*/ 154 w 214"/>
                <a:gd name="T37" fmla="*/ 18 h 110"/>
                <a:gd name="T38" fmla="*/ 163 w 214"/>
                <a:gd name="T39" fmla="*/ 21 h 110"/>
                <a:gd name="T40" fmla="*/ 165 w 214"/>
                <a:gd name="T41" fmla="*/ 29 h 110"/>
                <a:gd name="T42" fmla="*/ 165 w 214"/>
                <a:gd name="T43" fmla="*/ 35 h 110"/>
                <a:gd name="T44" fmla="*/ 163 w 214"/>
                <a:gd name="T45" fmla="*/ 43 h 110"/>
                <a:gd name="T46" fmla="*/ 155 w 214"/>
                <a:gd name="T47" fmla="*/ 72 h 110"/>
                <a:gd name="T48" fmla="*/ 153 w 214"/>
                <a:gd name="T49" fmla="*/ 82 h 110"/>
                <a:gd name="T50" fmla="*/ 153 w 214"/>
                <a:gd name="T51" fmla="*/ 88 h 110"/>
                <a:gd name="T52" fmla="*/ 160 w 214"/>
                <a:gd name="T53" fmla="*/ 104 h 110"/>
                <a:gd name="T54" fmla="*/ 180 w 214"/>
                <a:gd name="T55" fmla="*/ 110 h 110"/>
                <a:gd name="T56" fmla="*/ 195 w 214"/>
                <a:gd name="T57" fmla="*/ 108 h 110"/>
                <a:gd name="T58" fmla="*/ 212 w 214"/>
                <a:gd name="T59" fmla="*/ 102 h 110"/>
                <a:gd name="T60" fmla="*/ 214 w 214"/>
                <a:gd name="T61" fmla="*/ 92 h 110"/>
                <a:gd name="T62" fmla="*/ 208 w 214"/>
                <a:gd name="T63" fmla="*/ 94 h 110"/>
                <a:gd name="T64" fmla="*/ 201 w 214"/>
                <a:gd name="T65" fmla="*/ 95 h 110"/>
                <a:gd name="T66" fmla="*/ 191 w 214"/>
                <a:gd name="T67" fmla="*/ 93 h 110"/>
                <a:gd name="T68" fmla="*/ 189 w 214"/>
                <a:gd name="T69" fmla="*/ 85 h 110"/>
                <a:gd name="T70" fmla="*/ 190 w 214"/>
                <a:gd name="T71" fmla="*/ 77 h 110"/>
                <a:gd name="T72" fmla="*/ 191 w 214"/>
                <a:gd name="T73" fmla="*/ 69 h 110"/>
                <a:gd name="T74" fmla="*/ 200 w 214"/>
                <a:gd name="T75" fmla="*/ 39 h 110"/>
                <a:gd name="T76" fmla="*/ 201 w 214"/>
                <a:gd name="T77" fmla="*/ 29 h 110"/>
                <a:gd name="T78" fmla="*/ 202 w 214"/>
                <a:gd name="T79" fmla="*/ 22 h 110"/>
                <a:gd name="T80" fmla="*/ 195 w 214"/>
                <a:gd name="T81" fmla="*/ 6 h 110"/>
                <a:gd name="T82" fmla="*/ 176 w 214"/>
                <a:gd name="T83" fmla="*/ 0 h 110"/>
                <a:gd name="T84" fmla="*/ 154 w 214"/>
                <a:gd name="T85" fmla="*/ 5 h 110"/>
                <a:gd name="T86" fmla="*/ 132 w 214"/>
                <a:gd name="T87" fmla="*/ 20 h 110"/>
                <a:gd name="T88" fmla="*/ 132 w 214"/>
                <a:gd name="T89" fmla="*/ 20 h 110"/>
                <a:gd name="T90" fmla="*/ 124 w 214"/>
                <a:gd name="T91" fmla="*/ 6 h 110"/>
                <a:gd name="T92" fmla="*/ 106 w 214"/>
                <a:gd name="T93" fmla="*/ 0 h 110"/>
                <a:gd name="T94" fmla="*/ 83 w 214"/>
                <a:gd name="T95" fmla="*/ 5 h 110"/>
                <a:gd name="T96" fmla="*/ 62 w 214"/>
                <a:gd name="T97" fmla="*/ 20 h 110"/>
                <a:gd name="T98" fmla="*/ 61 w 214"/>
                <a:gd name="T99" fmla="*/ 20 h 110"/>
                <a:gd name="T100" fmla="*/ 53 w 214"/>
                <a:gd name="T101" fmla="*/ 6 h 110"/>
                <a:gd name="T102" fmla="*/ 34 w 214"/>
                <a:gd name="T103" fmla="*/ 1 h 110"/>
                <a:gd name="T104" fmla="*/ 19 w 214"/>
                <a:gd name="T105" fmla="*/ 3 h 110"/>
                <a:gd name="T106" fmla="*/ 3 w 214"/>
                <a:gd name="T107" fmla="*/ 10 h 110"/>
                <a:gd name="T108" fmla="*/ 0 w 214"/>
                <a:gd name="T109" fmla="*/ 19 h 110"/>
                <a:gd name="T110" fmla="*/ 6 w 214"/>
                <a:gd name="T111" fmla="*/ 17 h 110"/>
                <a:gd name="T112" fmla="*/ 13 w 214"/>
                <a:gd name="T113" fmla="*/ 16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4" h="110">
                  <a:moveTo>
                    <a:pt x="13" y="16"/>
                  </a:moveTo>
                  <a:cubicBezTo>
                    <a:pt x="18" y="16"/>
                    <a:pt x="21" y="17"/>
                    <a:pt x="23" y="18"/>
                  </a:cubicBezTo>
                  <a:cubicBezTo>
                    <a:pt x="24" y="20"/>
                    <a:pt x="25" y="23"/>
                    <a:pt x="25" y="27"/>
                  </a:cubicBezTo>
                  <a:cubicBezTo>
                    <a:pt x="25" y="29"/>
                    <a:pt x="25" y="31"/>
                    <a:pt x="24" y="35"/>
                  </a:cubicBezTo>
                  <a:cubicBezTo>
                    <a:pt x="23" y="38"/>
                    <a:pt x="23" y="41"/>
                    <a:pt x="23" y="43"/>
                  </a:cubicBezTo>
                  <a:cubicBezTo>
                    <a:pt x="7" y="109"/>
                    <a:pt x="7" y="109"/>
                    <a:pt x="7" y="109"/>
                  </a:cubicBezTo>
                  <a:cubicBezTo>
                    <a:pt x="43" y="109"/>
                    <a:pt x="43" y="109"/>
                    <a:pt x="43" y="109"/>
                  </a:cubicBezTo>
                  <a:cubicBezTo>
                    <a:pt x="60" y="31"/>
                    <a:pt x="60" y="31"/>
                    <a:pt x="60" y="31"/>
                  </a:cubicBezTo>
                  <a:cubicBezTo>
                    <a:pt x="66" y="26"/>
                    <a:pt x="71" y="22"/>
                    <a:pt x="75" y="20"/>
                  </a:cubicBezTo>
                  <a:cubicBezTo>
                    <a:pt x="79" y="19"/>
                    <a:pt x="82" y="18"/>
                    <a:pt x="84" y="18"/>
                  </a:cubicBezTo>
                  <a:cubicBezTo>
                    <a:pt x="88" y="18"/>
                    <a:pt x="91" y="19"/>
                    <a:pt x="93" y="21"/>
                  </a:cubicBezTo>
                  <a:cubicBezTo>
                    <a:pt x="95" y="23"/>
                    <a:pt x="96" y="25"/>
                    <a:pt x="96" y="29"/>
                  </a:cubicBezTo>
                  <a:cubicBezTo>
                    <a:pt x="96" y="30"/>
                    <a:pt x="95" y="32"/>
                    <a:pt x="95" y="35"/>
                  </a:cubicBezTo>
                  <a:cubicBezTo>
                    <a:pt x="95" y="37"/>
                    <a:pt x="94" y="40"/>
                    <a:pt x="93" y="43"/>
                  </a:cubicBezTo>
                  <a:cubicBezTo>
                    <a:pt x="78" y="109"/>
                    <a:pt x="78" y="109"/>
                    <a:pt x="78" y="109"/>
                  </a:cubicBezTo>
                  <a:cubicBezTo>
                    <a:pt x="114" y="109"/>
                    <a:pt x="114" y="109"/>
                    <a:pt x="114" y="109"/>
                  </a:cubicBezTo>
                  <a:cubicBezTo>
                    <a:pt x="131" y="31"/>
                    <a:pt x="131" y="31"/>
                    <a:pt x="131" y="31"/>
                  </a:cubicBezTo>
                  <a:cubicBezTo>
                    <a:pt x="136" y="27"/>
                    <a:pt x="140" y="24"/>
                    <a:pt x="144" y="21"/>
                  </a:cubicBezTo>
                  <a:cubicBezTo>
                    <a:pt x="148" y="19"/>
                    <a:pt x="152" y="18"/>
                    <a:pt x="154" y="18"/>
                  </a:cubicBezTo>
                  <a:cubicBezTo>
                    <a:pt x="158" y="18"/>
                    <a:pt x="161" y="19"/>
                    <a:pt x="163" y="21"/>
                  </a:cubicBezTo>
                  <a:cubicBezTo>
                    <a:pt x="164" y="23"/>
                    <a:pt x="165" y="25"/>
                    <a:pt x="165" y="29"/>
                  </a:cubicBezTo>
                  <a:cubicBezTo>
                    <a:pt x="165" y="30"/>
                    <a:pt x="165" y="32"/>
                    <a:pt x="165" y="35"/>
                  </a:cubicBezTo>
                  <a:cubicBezTo>
                    <a:pt x="164" y="37"/>
                    <a:pt x="164" y="40"/>
                    <a:pt x="163" y="43"/>
                  </a:cubicBezTo>
                  <a:cubicBezTo>
                    <a:pt x="155" y="72"/>
                    <a:pt x="155" y="72"/>
                    <a:pt x="155" y="72"/>
                  </a:cubicBezTo>
                  <a:cubicBezTo>
                    <a:pt x="154" y="76"/>
                    <a:pt x="154" y="79"/>
                    <a:pt x="153" y="82"/>
                  </a:cubicBezTo>
                  <a:cubicBezTo>
                    <a:pt x="153" y="84"/>
                    <a:pt x="153" y="87"/>
                    <a:pt x="153" y="88"/>
                  </a:cubicBezTo>
                  <a:cubicBezTo>
                    <a:pt x="153" y="95"/>
                    <a:pt x="155" y="100"/>
                    <a:pt x="160" y="104"/>
                  </a:cubicBezTo>
                  <a:cubicBezTo>
                    <a:pt x="165" y="108"/>
                    <a:pt x="172" y="110"/>
                    <a:pt x="180" y="110"/>
                  </a:cubicBezTo>
                  <a:cubicBezTo>
                    <a:pt x="186" y="110"/>
                    <a:pt x="191" y="110"/>
                    <a:pt x="195" y="108"/>
                  </a:cubicBezTo>
                  <a:cubicBezTo>
                    <a:pt x="199" y="107"/>
                    <a:pt x="205" y="105"/>
                    <a:pt x="212" y="102"/>
                  </a:cubicBezTo>
                  <a:cubicBezTo>
                    <a:pt x="214" y="92"/>
                    <a:pt x="214" y="92"/>
                    <a:pt x="214" y="92"/>
                  </a:cubicBezTo>
                  <a:cubicBezTo>
                    <a:pt x="213" y="93"/>
                    <a:pt x="211" y="93"/>
                    <a:pt x="208" y="94"/>
                  </a:cubicBezTo>
                  <a:cubicBezTo>
                    <a:pt x="206" y="95"/>
                    <a:pt x="203" y="95"/>
                    <a:pt x="201" y="95"/>
                  </a:cubicBezTo>
                  <a:cubicBezTo>
                    <a:pt x="196" y="95"/>
                    <a:pt x="193" y="95"/>
                    <a:pt x="191" y="93"/>
                  </a:cubicBezTo>
                  <a:cubicBezTo>
                    <a:pt x="190" y="92"/>
                    <a:pt x="189" y="89"/>
                    <a:pt x="189" y="85"/>
                  </a:cubicBezTo>
                  <a:cubicBezTo>
                    <a:pt x="189" y="83"/>
                    <a:pt x="189" y="81"/>
                    <a:pt x="190" y="77"/>
                  </a:cubicBezTo>
                  <a:cubicBezTo>
                    <a:pt x="190" y="74"/>
                    <a:pt x="191" y="71"/>
                    <a:pt x="191" y="69"/>
                  </a:cubicBezTo>
                  <a:cubicBezTo>
                    <a:pt x="200" y="39"/>
                    <a:pt x="200" y="39"/>
                    <a:pt x="200" y="39"/>
                  </a:cubicBezTo>
                  <a:cubicBezTo>
                    <a:pt x="200" y="35"/>
                    <a:pt x="201" y="32"/>
                    <a:pt x="201" y="29"/>
                  </a:cubicBezTo>
                  <a:cubicBezTo>
                    <a:pt x="202" y="26"/>
                    <a:pt x="202" y="24"/>
                    <a:pt x="202" y="22"/>
                  </a:cubicBezTo>
                  <a:cubicBezTo>
                    <a:pt x="202" y="16"/>
                    <a:pt x="199" y="11"/>
                    <a:pt x="195" y="6"/>
                  </a:cubicBezTo>
                  <a:cubicBezTo>
                    <a:pt x="190" y="2"/>
                    <a:pt x="184" y="0"/>
                    <a:pt x="176" y="0"/>
                  </a:cubicBezTo>
                  <a:cubicBezTo>
                    <a:pt x="168" y="0"/>
                    <a:pt x="160" y="2"/>
                    <a:pt x="154" y="5"/>
                  </a:cubicBezTo>
                  <a:cubicBezTo>
                    <a:pt x="147" y="9"/>
                    <a:pt x="140" y="14"/>
                    <a:pt x="132" y="20"/>
                  </a:cubicBezTo>
                  <a:cubicBezTo>
                    <a:pt x="132" y="20"/>
                    <a:pt x="132" y="20"/>
                    <a:pt x="132" y="20"/>
                  </a:cubicBezTo>
                  <a:cubicBezTo>
                    <a:pt x="131" y="14"/>
                    <a:pt x="129" y="10"/>
                    <a:pt x="124" y="6"/>
                  </a:cubicBezTo>
                  <a:cubicBezTo>
                    <a:pt x="119" y="2"/>
                    <a:pt x="113" y="0"/>
                    <a:pt x="106" y="0"/>
                  </a:cubicBezTo>
                  <a:cubicBezTo>
                    <a:pt x="97" y="0"/>
                    <a:pt x="89" y="1"/>
                    <a:pt x="83" y="5"/>
                  </a:cubicBezTo>
                  <a:cubicBezTo>
                    <a:pt x="76" y="8"/>
                    <a:pt x="69" y="13"/>
                    <a:pt x="62" y="20"/>
                  </a:cubicBezTo>
                  <a:cubicBezTo>
                    <a:pt x="61" y="20"/>
                    <a:pt x="61" y="20"/>
                    <a:pt x="61" y="20"/>
                  </a:cubicBezTo>
                  <a:cubicBezTo>
                    <a:pt x="60" y="14"/>
                    <a:pt x="57" y="10"/>
                    <a:pt x="53" y="6"/>
                  </a:cubicBezTo>
                  <a:cubicBezTo>
                    <a:pt x="49" y="3"/>
                    <a:pt x="43" y="1"/>
                    <a:pt x="34" y="1"/>
                  </a:cubicBezTo>
                  <a:cubicBezTo>
                    <a:pt x="30" y="1"/>
                    <a:pt x="25" y="2"/>
                    <a:pt x="19" y="3"/>
                  </a:cubicBezTo>
                  <a:cubicBezTo>
                    <a:pt x="14" y="5"/>
                    <a:pt x="8" y="7"/>
                    <a:pt x="3" y="10"/>
                  </a:cubicBezTo>
                  <a:cubicBezTo>
                    <a:pt x="0" y="19"/>
                    <a:pt x="0" y="19"/>
                    <a:pt x="0" y="19"/>
                  </a:cubicBezTo>
                  <a:cubicBezTo>
                    <a:pt x="2" y="19"/>
                    <a:pt x="4" y="18"/>
                    <a:pt x="6" y="17"/>
                  </a:cubicBezTo>
                  <a:cubicBezTo>
                    <a:pt x="9" y="16"/>
                    <a:pt x="11" y="16"/>
                    <a:pt x="13"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76"/>
            <p:cNvSpPr>
              <a:spLocks/>
            </p:cNvSpPr>
            <p:nvPr/>
          </p:nvSpPr>
          <p:spPr bwMode="auto">
            <a:xfrm>
              <a:off x="4073525" y="1806575"/>
              <a:ext cx="161925" cy="168275"/>
            </a:xfrm>
            <a:custGeom>
              <a:avLst/>
              <a:gdLst>
                <a:gd name="T0" fmla="*/ 14 w 108"/>
                <a:gd name="T1" fmla="*/ 100 h 112"/>
                <a:gd name="T2" fmla="*/ 52 w 108"/>
                <a:gd name="T3" fmla="*/ 112 h 112"/>
                <a:gd name="T4" fmla="*/ 83 w 108"/>
                <a:gd name="T5" fmla="*/ 104 h 112"/>
                <a:gd name="T6" fmla="*/ 106 w 108"/>
                <a:gd name="T7" fmla="*/ 82 h 112"/>
                <a:gd name="T8" fmla="*/ 98 w 108"/>
                <a:gd name="T9" fmla="*/ 75 h 112"/>
                <a:gd name="T10" fmla="*/ 82 w 108"/>
                <a:gd name="T11" fmla="*/ 91 h 112"/>
                <a:gd name="T12" fmla="*/ 62 w 108"/>
                <a:gd name="T13" fmla="*/ 96 h 112"/>
                <a:gd name="T14" fmla="*/ 44 w 108"/>
                <a:gd name="T15" fmla="*/ 87 h 112"/>
                <a:gd name="T16" fmla="*/ 38 w 108"/>
                <a:gd name="T17" fmla="*/ 61 h 112"/>
                <a:gd name="T18" fmla="*/ 46 w 108"/>
                <a:gd name="T19" fmla="*/ 23 h 112"/>
                <a:gd name="T20" fmla="*/ 67 w 108"/>
                <a:gd name="T21" fmla="*/ 8 h 112"/>
                <a:gd name="T22" fmla="*/ 75 w 108"/>
                <a:gd name="T23" fmla="*/ 10 h 112"/>
                <a:gd name="T24" fmla="*/ 79 w 108"/>
                <a:gd name="T25" fmla="*/ 13 h 112"/>
                <a:gd name="T26" fmla="*/ 73 w 108"/>
                <a:gd name="T27" fmla="*/ 24 h 112"/>
                <a:gd name="T28" fmla="*/ 71 w 108"/>
                <a:gd name="T29" fmla="*/ 35 h 112"/>
                <a:gd name="T30" fmla="*/ 75 w 108"/>
                <a:gd name="T31" fmla="*/ 43 h 112"/>
                <a:gd name="T32" fmla="*/ 89 w 108"/>
                <a:gd name="T33" fmla="*/ 47 h 112"/>
                <a:gd name="T34" fmla="*/ 98 w 108"/>
                <a:gd name="T35" fmla="*/ 45 h 112"/>
                <a:gd name="T36" fmla="*/ 104 w 108"/>
                <a:gd name="T37" fmla="*/ 40 h 112"/>
                <a:gd name="T38" fmla="*/ 107 w 108"/>
                <a:gd name="T39" fmla="*/ 33 h 112"/>
                <a:gd name="T40" fmla="*/ 108 w 108"/>
                <a:gd name="T41" fmla="*/ 26 h 112"/>
                <a:gd name="T42" fmla="*/ 98 w 108"/>
                <a:gd name="T43" fmla="*/ 7 h 112"/>
                <a:gd name="T44" fmla="*/ 69 w 108"/>
                <a:gd name="T45" fmla="*/ 0 h 112"/>
                <a:gd name="T46" fmla="*/ 39 w 108"/>
                <a:gd name="T47" fmla="*/ 5 h 112"/>
                <a:gd name="T48" fmla="*/ 18 w 108"/>
                <a:gd name="T49" fmla="*/ 20 h 112"/>
                <a:gd name="T50" fmla="*/ 4 w 108"/>
                <a:gd name="T51" fmla="*/ 41 h 112"/>
                <a:gd name="T52" fmla="*/ 0 w 108"/>
                <a:gd name="T53" fmla="*/ 66 h 112"/>
                <a:gd name="T54" fmla="*/ 14 w 108"/>
                <a:gd name="T55" fmla="*/ 10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8" h="112">
                  <a:moveTo>
                    <a:pt x="14" y="100"/>
                  </a:moveTo>
                  <a:cubicBezTo>
                    <a:pt x="23" y="108"/>
                    <a:pt x="36" y="112"/>
                    <a:pt x="52" y="112"/>
                  </a:cubicBezTo>
                  <a:cubicBezTo>
                    <a:pt x="63" y="112"/>
                    <a:pt x="73" y="109"/>
                    <a:pt x="83" y="104"/>
                  </a:cubicBezTo>
                  <a:cubicBezTo>
                    <a:pt x="92" y="98"/>
                    <a:pt x="100" y="91"/>
                    <a:pt x="106" y="82"/>
                  </a:cubicBezTo>
                  <a:cubicBezTo>
                    <a:pt x="98" y="75"/>
                    <a:pt x="98" y="75"/>
                    <a:pt x="98" y="75"/>
                  </a:cubicBezTo>
                  <a:cubicBezTo>
                    <a:pt x="93" y="83"/>
                    <a:pt x="87" y="88"/>
                    <a:pt x="82" y="91"/>
                  </a:cubicBezTo>
                  <a:cubicBezTo>
                    <a:pt x="77" y="94"/>
                    <a:pt x="70" y="96"/>
                    <a:pt x="62" y="96"/>
                  </a:cubicBezTo>
                  <a:cubicBezTo>
                    <a:pt x="55" y="96"/>
                    <a:pt x="49" y="93"/>
                    <a:pt x="44" y="87"/>
                  </a:cubicBezTo>
                  <a:cubicBezTo>
                    <a:pt x="40" y="81"/>
                    <a:pt x="38" y="72"/>
                    <a:pt x="38" y="61"/>
                  </a:cubicBezTo>
                  <a:cubicBezTo>
                    <a:pt x="38" y="46"/>
                    <a:pt x="41" y="34"/>
                    <a:pt x="46" y="23"/>
                  </a:cubicBezTo>
                  <a:cubicBezTo>
                    <a:pt x="52" y="13"/>
                    <a:pt x="59" y="8"/>
                    <a:pt x="67" y="8"/>
                  </a:cubicBezTo>
                  <a:cubicBezTo>
                    <a:pt x="70" y="8"/>
                    <a:pt x="73" y="9"/>
                    <a:pt x="75" y="10"/>
                  </a:cubicBezTo>
                  <a:cubicBezTo>
                    <a:pt x="77" y="11"/>
                    <a:pt x="78" y="12"/>
                    <a:pt x="79" y="13"/>
                  </a:cubicBezTo>
                  <a:cubicBezTo>
                    <a:pt x="76" y="17"/>
                    <a:pt x="75" y="20"/>
                    <a:pt x="73" y="24"/>
                  </a:cubicBezTo>
                  <a:cubicBezTo>
                    <a:pt x="72" y="27"/>
                    <a:pt x="71" y="31"/>
                    <a:pt x="71" y="35"/>
                  </a:cubicBezTo>
                  <a:cubicBezTo>
                    <a:pt x="71" y="38"/>
                    <a:pt x="72" y="40"/>
                    <a:pt x="75" y="43"/>
                  </a:cubicBezTo>
                  <a:cubicBezTo>
                    <a:pt x="79" y="46"/>
                    <a:pt x="83" y="47"/>
                    <a:pt x="89" y="47"/>
                  </a:cubicBezTo>
                  <a:cubicBezTo>
                    <a:pt x="93" y="47"/>
                    <a:pt x="96" y="47"/>
                    <a:pt x="98" y="45"/>
                  </a:cubicBezTo>
                  <a:cubicBezTo>
                    <a:pt x="100" y="44"/>
                    <a:pt x="102" y="42"/>
                    <a:pt x="104" y="40"/>
                  </a:cubicBezTo>
                  <a:cubicBezTo>
                    <a:pt x="105" y="38"/>
                    <a:pt x="106" y="36"/>
                    <a:pt x="107" y="33"/>
                  </a:cubicBezTo>
                  <a:cubicBezTo>
                    <a:pt x="108" y="31"/>
                    <a:pt x="108" y="28"/>
                    <a:pt x="108" y="26"/>
                  </a:cubicBezTo>
                  <a:cubicBezTo>
                    <a:pt x="108" y="18"/>
                    <a:pt x="105" y="11"/>
                    <a:pt x="98" y="7"/>
                  </a:cubicBezTo>
                  <a:cubicBezTo>
                    <a:pt x="91" y="2"/>
                    <a:pt x="82" y="0"/>
                    <a:pt x="69" y="0"/>
                  </a:cubicBezTo>
                  <a:cubicBezTo>
                    <a:pt x="58" y="0"/>
                    <a:pt x="48" y="2"/>
                    <a:pt x="39" y="5"/>
                  </a:cubicBezTo>
                  <a:cubicBezTo>
                    <a:pt x="31" y="9"/>
                    <a:pt x="23" y="14"/>
                    <a:pt x="18" y="20"/>
                  </a:cubicBezTo>
                  <a:cubicBezTo>
                    <a:pt x="12" y="27"/>
                    <a:pt x="7" y="34"/>
                    <a:pt x="4" y="41"/>
                  </a:cubicBezTo>
                  <a:cubicBezTo>
                    <a:pt x="1" y="49"/>
                    <a:pt x="0" y="57"/>
                    <a:pt x="0" y="66"/>
                  </a:cubicBezTo>
                  <a:cubicBezTo>
                    <a:pt x="0" y="80"/>
                    <a:pt x="4" y="92"/>
                    <a:pt x="14"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77"/>
            <p:cNvSpPr>
              <a:spLocks/>
            </p:cNvSpPr>
            <p:nvPr/>
          </p:nvSpPr>
          <p:spPr bwMode="auto">
            <a:xfrm>
              <a:off x="4262438" y="1719263"/>
              <a:ext cx="111125" cy="100013"/>
            </a:xfrm>
            <a:custGeom>
              <a:avLst/>
              <a:gdLst>
                <a:gd name="T0" fmla="*/ 68 w 74"/>
                <a:gd name="T1" fmla="*/ 50 h 66"/>
                <a:gd name="T2" fmla="*/ 18 w 74"/>
                <a:gd name="T3" fmla="*/ 50 h 66"/>
                <a:gd name="T4" fmla="*/ 18 w 74"/>
                <a:gd name="T5" fmla="*/ 49 h 66"/>
                <a:gd name="T6" fmla="*/ 27 w 74"/>
                <a:gd name="T7" fmla="*/ 45 h 66"/>
                <a:gd name="T8" fmla="*/ 36 w 74"/>
                <a:gd name="T9" fmla="*/ 43 h 66"/>
                <a:gd name="T10" fmla="*/ 52 w 74"/>
                <a:gd name="T11" fmla="*/ 39 h 66"/>
                <a:gd name="T12" fmla="*/ 64 w 74"/>
                <a:gd name="T13" fmla="*/ 35 h 66"/>
                <a:gd name="T14" fmla="*/ 71 w 74"/>
                <a:gd name="T15" fmla="*/ 28 h 66"/>
                <a:gd name="T16" fmla="*/ 74 w 74"/>
                <a:gd name="T17" fmla="*/ 18 h 66"/>
                <a:gd name="T18" fmla="*/ 66 w 74"/>
                <a:gd name="T19" fmla="*/ 4 h 66"/>
                <a:gd name="T20" fmla="*/ 44 w 74"/>
                <a:gd name="T21" fmla="*/ 0 h 66"/>
                <a:gd name="T22" fmla="*/ 31 w 74"/>
                <a:gd name="T23" fmla="*/ 1 h 66"/>
                <a:gd name="T24" fmla="*/ 22 w 74"/>
                <a:gd name="T25" fmla="*/ 5 h 66"/>
                <a:gd name="T26" fmla="*/ 16 w 74"/>
                <a:gd name="T27" fmla="*/ 11 h 66"/>
                <a:gd name="T28" fmla="*/ 13 w 74"/>
                <a:gd name="T29" fmla="*/ 18 h 66"/>
                <a:gd name="T30" fmla="*/ 16 w 74"/>
                <a:gd name="T31" fmla="*/ 25 h 66"/>
                <a:gd name="T32" fmla="*/ 23 w 74"/>
                <a:gd name="T33" fmla="*/ 28 h 66"/>
                <a:gd name="T34" fmla="*/ 31 w 74"/>
                <a:gd name="T35" fmla="*/ 25 h 66"/>
                <a:gd name="T36" fmla="*/ 34 w 74"/>
                <a:gd name="T37" fmla="*/ 18 h 66"/>
                <a:gd name="T38" fmla="*/ 33 w 74"/>
                <a:gd name="T39" fmla="*/ 12 h 66"/>
                <a:gd name="T40" fmla="*/ 31 w 74"/>
                <a:gd name="T41" fmla="*/ 7 h 66"/>
                <a:gd name="T42" fmla="*/ 35 w 74"/>
                <a:gd name="T43" fmla="*/ 6 h 66"/>
                <a:gd name="T44" fmla="*/ 41 w 74"/>
                <a:gd name="T45" fmla="*/ 5 h 66"/>
                <a:gd name="T46" fmla="*/ 49 w 74"/>
                <a:gd name="T47" fmla="*/ 8 h 66"/>
                <a:gd name="T48" fmla="*/ 51 w 74"/>
                <a:gd name="T49" fmla="*/ 16 h 66"/>
                <a:gd name="T50" fmla="*/ 50 w 74"/>
                <a:gd name="T51" fmla="*/ 23 h 66"/>
                <a:gd name="T52" fmla="*/ 46 w 74"/>
                <a:gd name="T53" fmla="*/ 29 h 66"/>
                <a:gd name="T54" fmla="*/ 40 w 74"/>
                <a:gd name="T55" fmla="*/ 34 h 66"/>
                <a:gd name="T56" fmla="*/ 28 w 74"/>
                <a:gd name="T57" fmla="*/ 40 h 66"/>
                <a:gd name="T58" fmla="*/ 21 w 74"/>
                <a:gd name="T59" fmla="*/ 43 h 66"/>
                <a:gd name="T60" fmla="*/ 13 w 74"/>
                <a:gd name="T61" fmla="*/ 47 h 66"/>
                <a:gd name="T62" fmla="*/ 8 w 74"/>
                <a:gd name="T63" fmla="*/ 50 h 66"/>
                <a:gd name="T64" fmla="*/ 3 w 74"/>
                <a:gd name="T65" fmla="*/ 54 h 66"/>
                <a:gd name="T66" fmla="*/ 0 w 74"/>
                <a:gd name="T67" fmla="*/ 66 h 66"/>
                <a:gd name="T68" fmla="*/ 65 w 74"/>
                <a:gd name="T69" fmla="*/ 66 h 66"/>
                <a:gd name="T70" fmla="*/ 68 w 74"/>
                <a:gd name="T71" fmla="*/ 5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4" h="66">
                  <a:moveTo>
                    <a:pt x="68" y="50"/>
                  </a:moveTo>
                  <a:cubicBezTo>
                    <a:pt x="18" y="50"/>
                    <a:pt x="18" y="50"/>
                    <a:pt x="18" y="50"/>
                  </a:cubicBezTo>
                  <a:cubicBezTo>
                    <a:pt x="18" y="49"/>
                    <a:pt x="18" y="49"/>
                    <a:pt x="18" y="49"/>
                  </a:cubicBezTo>
                  <a:cubicBezTo>
                    <a:pt x="21" y="48"/>
                    <a:pt x="23" y="46"/>
                    <a:pt x="27" y="45"/>
                  </a:cubicBezTo>
                  <a:cubicBezTo>
                    <a:pt x="30" y="44"/>
                    <a:pt x="33" y="44"/>
                    <a:pt x="36" y="43"/>
                  </a:cubicBezTo>
                  <a:cubicBezTo>
                    <a:pt x="42" y="42"/>
                    <a:pt x="48" y="40"/>
                    <a:pt x="52" y="39"/>
                  </a:cubicBezTo>
                  <a:cubicBezTo>
                    <a:pt x="57" y="38"/>
                    <a:pt x="61" y="36"/>
                    <a:pt x="64" y="35"/>
                  </a:cubicBezTo>
                  <a:cubicBezTo>
                    <a:pt x="67" y="33"/>
                    <a:pt x="70" y="31"/>
                    <a:pt x="71" y="28"/>
                  </a:cubicBezTo>
                  <a:cubicBezTo>
                    <a:pt x="73" y="25"/>
                    <a:pt x="74" y="22"/>
                    <a:pt x="74" y="18"/>
                  </a:cubicBezTo>
                  <a:cubicBezTo>
                    <a:pt x="74" y="12"/>
                    <a:pt x="71" y="7"/>
                    <a:pt x="66" y="4"/>
                  </a:cubicBezTo>
                  <a:cubicBezTo>
                    <a:pt x="61" y="1"/>
                    <a:pt x="53" y="0"/>
                    <a:pt x="44" y="0"/>
                  </a:cubicBezTo>
                  <a:cubicBezTo>
                    <a:pt x="40" y="0"/>
                    <a:pt x="35" y="0"/>
                    <a:pt x="31" y="1"/>
                  </a:cubicBezTo>
                  <a:cubicBezTo>
                    <a:pt x="28" y="2"/>
                    <a:pt x="24" y="4"/>
                    <a:pt x="22" y="5"/>
                  </a:cubicBezTo>
                  <a:cubicBezTo>
                    <a:pt x="19" y="7"/>
                    <a:pt x="17" y="9"/>
                    <a:pt x="16" y="11"/>
                  </a:cubicBezTo>
                  <a:cubicBezTo>
                    <a:pt x="14" y="14"/>
                    <a:pt x="13" y="16"/>
                    <a:pt x="13" y="18"/>
                  </a:cubicBezTo>
                  <a:cubicBezTo>
                    <a:pt x="13" y="21"/>
                    <a:pt x="14" y="23"/>
                    <a:pt x="16" y="25"/>
                  </a:cubicBezTo>
                  <a:cubicBezTo>
                    <a:pt x="18" y="27"/>
                    <a:pt x="20" y="28"/>
                    <a:pt x="23" y="28"/>
                  </a:cubicBezTo>
                  <a:cubicBezTo>
                    <a:pt x="26" y="28"/>
                    <a:pt x="29" y="27"/>
                    <a:pt x="31" y="25"/>
                  </a:cubicBezTo>
                  <a:cubicBezTo>
                    <a:pt x="33" y="23"/>
                    <a:pt x="34" y="21"/>
                    <a:pt x="34" y="18"/>
                  </a:cubicBezTo>
                  <a:cubicBezTo>
                    <a:pt x="34" y="16"/>
                    <a:pt x="33" y="14"/>
                    <a:pt x="33" y="12"/>
                  </a:cubicBezTo>
                  <a:cubicBezTo>
                    <a:pt x="32" y="11"/>
                    <a:pt x="32" y="9"/>
                    <a:pt x="31" y="7"/>
                  </a:cubicBezTo>
                  <a:cubicBezTo>
                    <a:pt x="32" y="7"/>
                    <a:pt x="34" y="6"/>
                    <a:pt x="35" y="6"/>
                  </a:cubicBezTo>
                  <a:cubicBezTo>
                    <a:pt x="37" y="6"/>
                    <a:pt x="38" y="5"/>
                    <a:pt x="41" y="5"/>
                  </a:cubicBezTo>
                  <a:cubicBezTo>
                    <a:pt x="44" y="5"/>
                    <a:pt x="47" y="6"/>
                    <a:pt x="49" y="8"/>
                  </a:cubicBezTo>
                  <a:cubicBezTo>
                    <a:pt x="51" y="10"/>
                    <a:pt x="51" y="13"/>
                    <a:pt x="51" y="16"/>
                  </a:cubicBezTo>
                  <a:cubicBezTo>
                    <a:pt x="51" y="19"/>
                    <a:pt x="51" y="21"/>
                    <a:pt x="50" y="23"/>
                  </a:cubicBezTo>
                  <a:cubicBezTo>
                    <a:pt x="50" y="25"/>
                    <a:pt x="48" y="27"/>
                    <a:pt x="46" y="29"/>
                  </a:cubicBezTo>
                  <a:cubicBezTo>
                    <a:pt x="45" y="31"/>
                    <a:pt x="43" y="33"/>
                    <a:pt x="40" y="34"/>
                  </a:cubicBezTo>
                  <a:cubicBezTo>
                    <a:pt x="37" y="36"/>
                    <a:pt x="33" y="37"/>
                    <a:pt x="28" y="40"/>
                  </a:cubicBezTo>
                  <a:cubicBezTo>
                    <a:pt x="26" y="41"/>
                    <a:pt x="24" y="42"/>
                    <a:pt x="21" y="43"/>
                  </a:cubicBezTo>
                  <a:cubicBezTo>
                    <a:pt x="18" y="44"/>
                    <a:pt x="16" y="46"/>
                    <a:pt x="13" y="47"/>
                  </a:cubicBezTo>
                  <a:cubicBezTo>
                    <a:pt x="11" y="48"/>
                    <a:pt x="9" y="49"/>
                    <a:pt x="8" y="50"/>
                  </a:cubicBezTo>
                  <a:cubicBezTo>
                    <a:pt x="6" y="52"/>
                    <a:pt x="4" y="53"/>
                    <a:pt x="3" y="54"/>
                  </a:cubicBezTo>
                  <a:cubicBezTo>
                    <a:pt x="0" y="66"/>
                    <a:pt x="0" y="66"/>
                    <a:pt x="0" y="66"/>
                  </a:cubicBezTo>
                  <a:cubicBezTo>
                    <a:pt x="65" y="66"/>
                    <a:pt x="65" y="66"/>
                    <a:pt x="65" y="66"/>
                  </a:cubicBezTo>
                  <a:lnTo>
                    <a:pt x="68" y="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0" name="组合 79"/>
          <p:cNvGrpSpPr/>
          <p:nvPr/>
        </p:nvGrpSpPr>
        <p:grpSpPr>
          <a:xfrm>
            <a:off x="7767638" y="4926013"/>
            <a:ext cx="808038" cy="1187450"/>
            <a:chOff x="1366838" y="4926013"/>
            <a:chExt cx="808038" cy="1187450"/>
          </a:xfrm>
          <a:solidFill>
            <a:schemeClr val="tx1">
              <a:lumMod val="65000"/>
              <a:lumOff val="35000"/>
            </a:schemeClr>
          </a:solidFill>
        </p:grpSpPr>
        <p:sp>
          <p:nvSpPr>
            <p:cNvPr id="81" name="Freeform 78"/>
            <p:cNvSpPr>
              <a:spLocks/>
            </p:cNvSpPr>
            <p:nvPr/>
          </p:nvSpPr>
          <p:spPr bwMode="auto">
            <a:xfrm>
              <a:off x="1655763" y="4926013"/>
              <a:ext cx="295275" cy="295275"/>
            </a:xfrm>
            <a:custGeom>
              <a:avLst/>
              <a:gdLst>
                <a:gd name="T0" fmla="*/ 11 w 198"/>
                <a:gd name="T1" fmla="*/ 79 h 198"/>
                <a:gd name="T2" fmla="*/ 78 w 198"/>
                <a:gd name="T3" fmla="*/ 187 h 198"/>
                <a:gd name="T4" fmla="*/ 186 w 198"/>
                <a:gd name="T5" fmla="*/ 120 h 198"/>
                <a:gd name="T6" fmla="*/ 119 w 198"/>
                <a:gd name="T7" fmla="*/ 12 h 198"/>
                <a:gd name="T8" fmla="*/ 11 w 198"/>
                <a:gd name="T9" fmla="*/ 79 h 198"/>
              </a:gdLst>
              <a:ahLst/>
              <a:cxnLst>
                <a:cxn ang="0">
                  <a:pos x="T0" y="T1"/>
                </a:cxn>
                <a:cxn ang="0">
                  <a:pos x="T2" y="T3"/>
                </a:cxn>
                <a:cxn ang="0">
                  <a:pos x="T4" y="T5"/>
                </a:cxn>
                <a:cxn ang="0">
                  <a:pos x="T6" y="T7"/>
                </a:cxn>
                <a:cxn ang="0">
                  <a:pos x="T8" y="T9"/>
                </a:cxn>
              </a:cxnLst>
              <a:rect l="0" t="0" r="r" b="b"/>
              <a:pathLst>
                <a:path w="198" h="198">
                  <a:moveTo>
                    <a:pt x="11" y="79"/>
                  </a:moveTo>
                  <a:cubicBezTo>
                    <a:pt x="0" y="127"/>
                    <a:pt x="30" y="176"/>
                    <a:pt x="78" y="187"/>
                  </a:cubicBezTo>
                  <a:cubicBezTo>
                    <a:pt x="127" y="198"/>
                    <a:pt x="175" y="168"/>
                    <a:pt x="186" y="120"/>
                  </a:cubicBezTo>
                  <a:cubicBezTo>
                    <a:pt x="198" y="71"/>
                    <a:pt x="168" y="23"/>
                    <a:pt x="119" y="12"/>
                  </a:cubicBezTo>
                  <a:cubicBezTo>
                    <a:pt x="71" y="0"/>
                    <a:pt x="22" y="31"/>
                    <a:pt x="11"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79"/>
            <p:cNvSpPr>
              <a:spLocks/>
            </p:cNvSpPr>
            <p:nvPr/>
          </p:nvSpPr>
          <p:spPr bwMode="auto">
            <a:xfrm>
              <a:off x="1743075" y="5610225"/>
              <a:ext cx="371475" cy="476250"/>
            </a:xfrm>
            <a:custGeom>
              <a:avLst/>
              <a:gdLst>
                <a:gd name="T0" fmla="*/ 100 w 248"/>
                <a:gd name="T1" fmla="*/ 100 h 318"/>
                <a:gd name="T2" fmla="*/ 144 w 248"/>
                <a:gd name="T3" fmla="*/ 279 h 318"/>
                <a:gd name="T4" fmla="*/ 193 w 248"/>
                <a:gd name="T5" fmla="*/ 318 h 318"/>
                <a:gd name="T6" fmla="*/ 204 w 248"/>
                <a:gd name="T7" fmla="*/ 316 h 318"/>
                <a:gd name="T8" fmla="*/ 241 w 248"/>
                <a:gd name="T9" fmla="*/ 256 h 318"/>
                <a:gd name="T10" fmla="*/ 188 w 248"/>
                <a:gd name="T11" fmla="*/ 38 h 318"/>
                <a:gd name="T12" fmla="*/ 139 w 248"/>
                <a:gd name="T13" fmla="*/ 0 h 318"/>
                <a:gd name="T14" fmla="*/ 78 w 248"/>
                <a:gd name="T15" fmla="*/ 0 h 318"/>
                <a:gd name="T16" fmla="*/ 0 w 248"/>
                <a:gd name="T17" fmla="*/ 100 h 318"/>
                <a:gd name="T18" fmla="*/ 100 w 248"/>
                <a:gd name="T19" fmla="*/ 100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8" h="318">
                  <a:moveTo>
                    <a:pt x="100" y="100"/>
                  </a:moveTo>
                  <a:cubicBezTo>
                    <a:pt x="144" y="279"/>
                    <a:pt x="144" y="279"/>
                    <a:pt x="144" y="279"/>
                  </a:cubicBezTo>
                  <a:cubicBezTo>
                    <a:pt x="150" y="302"/>
                    <a:pt x="170" y="318"/>
                    <a:pt x="193" y="318"/>
                  </a:cubicBezTo>
                  <a:cubicBezTo>
                    <a:pt x="196" y="318"/>
                    <a:pt x="200" y="317"/>
                    <a:pt x="204" y="316"/>
                  </a:cubicBezTo>
                  <a:cubicBezTo>
                    <a:pt x="231" y="310"/>
                    <a:pt x="248" y="282"/>
                    <a:pt x="241" y="256"/>
                  </a:cubicBezTo>
                  <a:cubicBezTo>
                    <a:pt x="188" y="38"/>
                    <a:pt x="188" y="38"/>
                    <a:pt x="188" y="38"/>
                  </a:cubicBezTo>
                  <a:cubicBezTo>
                    <a:pt x="182" y="16"/>
                    <a:pt x="162" y="0"/>
                    <a:pt x="139" y="0"/>
                  </a:cubicBezTo>
                  <a:cubicBezTo>
                    <a:pt x="78" y="0"/>
                    <a:pt x="78" y="0"/>
                    <a:pt x="78" y="0"/>
                  </a:cubicBezTo>
                  <a:cubicBezTo>
                    <a:pt x="0" y="100"/>
                    <a:pt x="0" y="100"/>
                    <a:pt x="0" y="100"/>
                  </a:cubicBezTo>
                  <a:lnTo>
                    <a:pt x="100" y="1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80"/>
            <p:cNvSpPr>
              <a:spLocks/>
            </p:cNvSpPr>
            <p:nvPr/>
          </p:nvSpPr>
          <p:spPr bwMode="auto">
            <a:xfrm>
              <a:off x="1501775" y="5207000"/>
              <a:ext cx="282575" cy="554038"/>
            </a:xfrm>
            <a:custGeom>
              <a:avLst/>
              <a:gdLst>
                <a:gd name="T0" fmla="*/ 188 w 188"/>
                <a:gd name="T1" fmla="*/ 270 h 370"/>
                <a:gd name="T2" fmla="*/ 151 w 188"/>
                <a:gd name="T3" fmla="*/ 270 h 370"/>
                <a:gd name="T4" fmla="*/ 159 w 188"/>
                <a:gd name="T5" fmla="*/ 183 h 370"/>
                <a:gd name="T6" fmla="*/ 110 w 188"/>
                <a:gd name="T7" fmla="*/ 143 h 370"/>
                <a:gd name="T8" fmla="*/ 80 w 188"/>
                <a:gd name="T9" fmla="*/ 81 h 370"/>
                <a:gd name="T10" fmla="*/ 80 w 188"/>
                <a:gd name="T11" fmla="*/ 80 h 370"/>
                <a:gd name="T12" fmla="*/ 113 w 188"/>
                <a:gd name="T13" fmla="*/ 34 h 370"/>
                <a:gd name="T14" fmla="*/ 119 w 188"/>
                <a:gd name="T15" fmla="*/ 34 h 370"/>
                <a:gd name="T16" fmla="*/ 159 w 188"/>
                <a:gd name="T17" fmla="*/ 67 h 370"/>
                <a:gd name="T18" fmla="*/ 159 w 188"/>
                <a:gd name="T19" fmla="*/ 67 h 370"/>
                <a:gd name="T20" fmla="*/ 160 w 188"/>
                <a:gd name="T21" fmla="*/ 70 h 370"/>
                <a:gd name="T22" fmla="*/ 165 w 188"/>
                <a:gd name="T23" fmla="*/ 83 h 370"/>
                <a:gd name="T24" fmla="*/ 176 w 188"/>
                <a:gd name="T25" fmla="*/ 98 h 370"/>
                <a:gd name="T26" fmla="*/ 137 w 188"/>
                <a:gd name="T27" fmla="*/ 8 h 370"/>
                <a:gd name="T28" fmla="*/ 33 w 188"/>
                <a:gd name="T29" fmla="*/ 77 h 370"/>
                <a:gd name="T30" fmla="*/ 10 w 188"/>
                <a:gd name="T31" fmla="*/ 299 h 370"/>
                <a:gd name="T32" fmla="*/ 88 w 188"/>
                <a:gd name="T33" fmla="*/ 369 h 370"/>
                <a:gd name="T34" fmla="*/ 99 w 188"/>
                <a:gd name="T35" fmla="*/ 370 h 370"/>
                <a:gd name="T36" fmla="*/ 99 w 188"/>
                <a:gd name="T37" fmla="*/ 370 h 370"/>
                <a:gd name="T38" fmla="*/ 110 w 188"/>
                <a:gd name="T39" fmla="*/ 370 h 370"/>
                <a:gd name="T40" fmla="*/ 188 w 188"/>
                <a:gd name="T41" fmla="*/ 270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8" h="370">
                  <a:moveTo>
                    <a:pt x="188" y="270"/>
                  </a:moveTo>
                  <a:cubicBezTo>
                    <a:pt x="151" y="270"/>
                    <a:pt x="151" y="270"/>
                    <a:pt x="151" y="270"/>
                  </a:cubicBezTo>
                  <a:cubicBezTo>
                    <a:pt x="151" y="241"/>
                    <a:pt x="154" y="212"/>
                    <a:pt x="159" y="183"/>
                  </a:cubicBezTo>
                  <a:cubicBezTo>
                    <a:pt x="140" y="174"/>
                    <a:pt x="123" y="160"/>
                    <a:pt x="110" y="143"/>
                  </a:cubicBezTo>
                  <a:cubicBezTo>
                    <a:pt x="89" y="118"/>
                    <a:pt x="82" y="93"/>
                    <a:pt x="80" y="81"/>
                  </a:cubicBezTo>
                  <a:cubicBezTo>
                    <a:pt x="80" y="80"/>
                    <a:pt x="80" y="80"/>
                    <a:pt x="80" y="80"/>
                  </a:cubicBezTo>
                  <a:cubicBezTo>
                    <a:pt x="76" y="58"/>
                    <a:pt x="91" y="38"/>
                    <a:pt x="113" y="34"/>
                  </a:cubicBezTo>
                  <a:cubicBezTo>
                    <a:pt x="115" y="34"/>
                    <a:pt x="117" y="34"/>
                    <a:pt x="119" y="34"/>
                  </a:cubicBezTo>
                  <a:cubicBezTo>
                    <a:pt x="139" y="34"/>
                    <a:pt x="155" y="47"/>
                    <a:pt x="159" y="67"/>
                  </a:cubicBezTo>
                  <a:cubicBezTo>
                    <a:pt x="159" y="67"/>
                    <a:pt x="159" y="67"/>
                    <a:pt x="159" y="67"/>
                  </a:cubicBezTo>
                  <a:cubicBezTo>
                    <a:pt x="159" y="67"/>
                    <a:pt x="159" y="68"/>
                    <a:pt x="160" y="70"/>
                  </a:cubicBezTo>
                  <a:cubicBezTo>
                    <a:pt x="160" y="72"/>
                    <a:pt x="162" y="77"/>
                    <a:pt x="165" y="83"/>
                  </a:cubicBezTo>
                  <a:cubicBezTo>
                    <a:pt x="168" y="88"/>
                    <a:pt x="172" y="93"/>
                    <a:pt x="176" y="98"/>
                  </a:cubicBezTo>
                  <a:cubicBezTo>
                    <a:pt x="184" y="59"/>
                    <a:pt x="169" y="16"/>
                    <a:pt x="137" y="8"/>
                  </a:cubicBezTo>
                  <a:cubicBezTo>
                    <a:pt x="102" y="0"/>
                    <a:pt x="53" y="18"/>
                    <a:pt x="33" y="77"/>
                  </a:cubicBezTo>
                  <a:cubicBezTo>
                    <a:pt x="6" y="157"/>
                    <a:pt x="0" y="210"/>
                    <a:pt x="10" y="299"/>
                  </a:cubicBezTo>
                  <a:cubicBezTo>
                    <a:pt x="21" y="354"/>
                    <a:pt x="55" y="367"/>
                    <a:pt x="88" y="369"/>
                  </a:cubicBezTo>
                  <a:cubicBezTo>
                    <a:pt x="92" y="370"/>
                    <a:pt x="95" y="370"/>
                    <a:pt x="99" y="370"/>
                  </a:cubicBezTo>
                  <a:cubicBezTo>
                    <a:pt x="99" y="370"/>
                    <a:pt x="99" y="370"/>
                    <a:pt x="99" y="370"/>
                  </a:cubicBezTo>
                  <a:cubicBezTo>
                    <a:pt x="110" y="370"/>
                    <a:pt x="110" y="370"/>
                    <a:pt x="110" y="370"/>
                  </a:cubicBezTo>
                  <a:lnTo>
                    <a:pt x="188" y="2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81"/>
            <p:cNvSpPr>
              <a:spLocks/>
            </p:cNvSpPr>
            <p:nvPr/>
          </p:nvSpPr>
          <p:spPr bwMode="auto">
            <a:xfrm>
              <a:off x="1366838" y="5356225"/>
              <a:ext cx="808038" cy="757238"/>
            </a:xfrm>
            <a:custGeom>
              <a:avLst/>
              <a:gdLst>
                <a:gd name="T0" fmla="*/ 520 w 540"/>
                <a:gd name="T1" fmla="*/ 104 h 506"/>
                <a:gd name="T2" fmla="*/ 306 w 540"/>
                <a:gd name="T3" fmla="*/ 104 h 506"/>
                <a:gd name="T4" fmla="*/ 286 w 540"/>
                <a:gd name="T5" fmla="*/ 124 h 506"/>
                <a:gd name="T6" fmla="*/ 306 w 540"/>
                <a:gd name="T7" fmla="*/ 144 h 506"/>
                <a:gd name="T8" fmla="*/ 310 w 540"/>
                <a:gd name="T9" fmla="*/ 144 h 506"/>
                <a:gd name="T10" fmla="*/ 194 w 540"/>
                <a:gd name="T11" fmla="*/ 292 h 506"/>
                <a:gd name="T12" fmla="*/ 110 w 540"/>
                <a:gd name="T13" fmla="*/ 292 h 506"/>
                <a:gd name="T14" fmla="*/ 97 w 540"/>
                <a:gd name="T15" fmla="*/ 290 h 506"/>
                <a:gd name="T16" fmla="*/ 91 w 540"/>
                <a:gd name="T17" fmla="*/ 283 h 506"/>
                <a:gd name="T18" fmla="*/ 90 w 540"/>
                <a:gd name="T19" fmla="*/ 279 h 506"/>
                <a:gd name="T20" fmla="*/ 90 w 540"/>
                <a:gd name="T21" fmla="*/ 278 h 506"/>
                <a:gd name="T22" fmla="*/ 90 w 540"/>
                <a:gd name="T23" fmla="*/ 278 h 506"/>
                <a:gd name="T24" fmla="*/ 90 w 540"/>
                <a:gd name="T25" fmla="*/ 278 h 506"/>
                <a:gd name="T26" fmla="*/ 89 w 540"/>
                <a:gd name="T27" fmla="*/ 277 h 506"/>
                <a:gd name="T28" fmla="*/ 41 w 540"/>
                <a:gd name="T29" fmla="*/ 18 h 506"/>
                <a:gd name="T30" fmla="*/ 18 w 540"/>
                <a:gd name="T31" fmla="*/ 2 h 506"/>
                <a:gd name="T32" fmla="*/ 2 w 540"/>
                <a:gd name="T33" fmla="*/ 25 h 506"/>
                <a:gd name="T34" fmla="*/ 50 w 540"/>
                <a:gd name="T35" fmla="*/ 284 h 506"/>
                <a:gd name="T36" fmla="*/ 59 w 540"/>
                <a:gd name="T37" fmla="*/ 307 h 506"/>
                <a:gd name="T38" fmla="*/ 78 w 540"/>
                <a:gd name="T39" fmla="*/ 325 h 506"/>
                <a:gd name="T40" fmla="*/ 103 w 540"/>
                <a:gd name="T41" fmla="*/ 332 h 506"/>
                <a:gd name="T42" fmla="*/ 37 w 540"/>
                <a:gd name="T43" fmla="*/ 490 h 506"/>
                <a:gd name="T44" fmla="*/ 43 w 540"/>
                <a:gd name="T45" fmla="*/ 505 h 506"/>
                <a:gd name="T46" fmla="*/ 48 w 540"/>
                <a:gd name="T47" fmla="*/ 506 h 506"/>
                <a:gd name="T48" fmla="*/ 59 w 540"/>
                <a:gd name="T49" fmla="*/ 499 h 506"/>
                <a:gd name="T50" fmla="*/ 129 w 540"/>
                <a:gd name="T51" fmla="*/ 332 h 506"/>
                <a:gd name="T52" fmla="*/ 252 w 540"/>
                <a:gd name="T53" fmla="*/ 332 h 506"/>
                <a:gd name="T54" fmla="*/ 323 w 540"/>
                <a:gd name="T55" fmla="*/ 499 h 506"/>
                <a:gd name="T56" fmla="*/ 334 w 540"/>
                <a:gd name="T57" fmla="*/ 506 h 506"/>
                <a:gd name="T58" fmla="*/ 338 w 540"/>
                <a:gd name="T59" fmla="*/ 505 h 506"/>
                <a:gd name="T60" fmla="*/ 345 w 540"/>
                <a:gd name="T61" fmla="*/ 490 h 506"/>
                <a:gd name="T62" fmla="*/ 278 w 540"/>
                <a:gd name="T63" fmla="*/ 332 h 506"/>
                <a:gd name="T64" fmla="*/ 312 w 540"/>
                <a:gd name="T65" fmla="*/ 332 h 506"/>
                <a:gd name="T66" fmla="*/ 332 w 540"/>
                <a:gd name="T67" fmla="*/ 312 h 506"/>
                <a:gd name="T68" fmla="*/ 312 w 540"/>
                <a:gd name="T69" fmla="*/ 292 h 506"/>
                <a:gd name="T70" fmla="*/ 224 w 540"/>
                <a:gd name="T71" fmla="*/ 292 h 506"/>
                <a:gd name="T72" fmla="*/ 340 w 540"/>
                <a:gd name="T73" fmla="*/ 144 h 506"/>
                <a:gd name="T74" fmla="*/ 520 w 540"/>
                <a:gd name="T75" fmla="*/ 144 h 506"/>
                <a:gd name="T76" fmla="*/ 540 w 540"/>
                <a:gd name="T77" fmla="*/ 124 h 506"/>
                <a:gd name="T78" fmla="*/ 520 w 540"/>
                <a:gd name="T79" fmla="*/ 104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40" h="506">
                  <a:moveTo>
                    <a:pt x="520" y="104"/>
                  </a:moveTo>
                  <a:cubicBezTo>
                    <a:pt x="306" y="104"/>
                    <a:pt x="306" y="104"/>
                    <a:pt x="306" y="104"/>
                  </a:cubicBezTo>
                  <a:cubicBezTo>
                    <a:pt x="295" y="104"/>
                    <a:pt x="286" y="113"/>
                    <a:pt x="286" y="124"/>
                  </a:cubicBezTo>
                  <a:cubicBezTo>
                    <a:pt x="286" y="135"/>
                    <a:pt x="295" y="144"/>
                    <a:pt x="306" y="144"/>
                  </a:cubicBezTo>
                  <a:cubicBezTo>
                    <a:pt x="310" y="144"/>
                    <a:pt x="310" y="144"/>
                    <a:pt x="310" y="144"/>
                  </a:cubicBezTo>
                  <a:cubicBezTo>
                    <a:pt x="194" y="292"/>
                    <a:pt x="194" y="292"/>
                    <a:pt x="194" y="292"/>
                  </a:cubicBezTo>
                  <a:cubicBezTo>
                    <a:pt x="158" y="292"/>
                    <a:pt x="124" y="292"/>
                    <a:pt x="110" y="292"/>
                  </a:cubicBezTo>
                  <a:cubicBezTo>
                    <a:pt x="103" y="292"/>
                    <a:pt x="100" y="291"/>
                    <a:pt x="97" y="290"/>
                  </a:cubicBezTo>
                  <a:cubicBezTo>
                    <a:pt x="94" y="288"/>
                    <a:pt x="92" y="285"/>
                    <a:pt x="91" y="283"/>
                  </a:cubicBezTo>
                  <a:cubicBezTo>
                    <a:pt x="90" y="281"/>
                    <a:pt x="90" y="280"/>
                    <a:pt x="90" y="279"/>
                  </a:cubicBezTo>
                  <a:cubicBezTo>
                    <a:pt x="90" y="279"/>
                    <a:pt x="90" y="278"/>
                    <a:pt x="90" y="278"/>
                  </a:cubicBezTo>
                  <a:cubicBezTo>
                    <a:pt x="90" y="278"/>
                    <a:pt x="90" y="278"/>
                    <a:pt x="90" y="278"/>
                  </a:cubicBezTo>
                  <a:cubicBezTo>
                    <a:pt x="90" y="278"/>
                    <a:pt x="90" y="278"/>
                    <a:pt x="90" y="278"/>
                  </a:cubicBezTo>
                  <a:cubicBezTo>
                    <a:pt x="89" y="277"/>
                    <a:pt x="89" y="277"/>
                    <a:pt x="89" y="277"/>
                  </a:cubicBezTo>
                  <a:cubicBezTo>
                    <a:pt x="41" y="18"/>
                    <a:pt x="41" y="18"/>
                    <a:pt x="41" y="18"/>
                  </a:cubicBezTo>
                  <a:cubicBezTo>
                    <a:pt x="39" y="7"/>
                    <a:pt x="29" y="0"/>
                    <a:pt x="18" y="2"/>
                  </a:cubicBezTo>
                  <a:cubicBezTo>
                    <a:pt x="7" y="4"/>
                    <a:pt x="0" y="14"/>
                    <a:pt x="2" y="25"/>
                  </a:cubicBezTo>
                  <a:cubicBezTo>
                    <a:pt x="50" y="284"/>
                    <a:pt x="50" y="284"/>
                    <a:pt x="50" y="284"/>
                  </a:cubicBezTo>
                  <a:cubicBezTo>
                    <a:pt x="50" y="287"/>
                    <a:pt x="52" y="297"/>
                    <a:pt x="59" y="307"/>
                  </a:cubicBezTo>
                  <a:cubicBezTo>
                    <a:pt x="63" y="314"/>
                    <a:pt x="69" y="320"/>
                    <a:pt x="78" y="325"/>
                  </a:cubicBezTo>
                  <a:cubicBezTo>
                    <a:pt x="85" y="329"/>
                    <a:pt x="94" y="331"/>
                    <a:pt x="103" y="332"/>
                  </a:cubicBezTo>
                  <a:cubicBezTo>
                    <a:pt x="37" y="490"/>
                    <a:pt x="37" y="490"/>
                    <a:pt x="37" y="490"/>
                  </a:cubicBezTo>
                  <a:cubicBezTo>
                    <a:pt x="34" y="496"/>
                    <a:pt x="37" y="503"/>
                    <a:pt x="43" y="505"/>
                  </a:cubicBezTo>
                  <a:cubicBezTo>
                    <a:pt x="44" y="506"/>
                    <a:pt x="46" y="506"/>
                    <a:pt x="48" y="506"/>
                  </a:cubicBezTo>
                  <a:cubicBezTo>
                    <a:pt x="52" y="506"/>
                    <a:pt x="57" y="503"/>
                    <a:pt x="59" y="499"/>
                  </a:cubicBezTo>
                  <a:cubicBezTo>
                    <a:pt x="129" y="332"/>
                    <a:pt x="129" y="332"/>
                    <a:pt x="129" y="332"/>
                  </a:cubicBezTo>
                  <a:cubicBezTo>
                    <a:pt x="160" y="332"/>
                    <a:pt x="211" y="332"/>
                    <a:pt x="252" y="332"/>
                  </a:cubicBezTo>
                  <a:cubicBezTo>
                    <a:pt x="323" y="499"/>
                    <a:pt x="323" y="499"/>
                    <a:pt x="323" y="499"/>
                  </a:cubicBezTo>
                  <a:cubicBezTo>
                    <a:pt x="324" y="503"/>
                    <a:pt x="329" y="506"/>
                    <a:pt x="334" y="506"/>
                  </a:cubicBezTo>
                  <a:cubicBezTo>
                    <a:pt x="335" y="506"/>
                    <a:pt x="337" y="506"/>
                    <a:pt x="338" y="505"/>
                  </a:cubicBezTo>
                  <a:cubicBezTo>
                    <a:pt x="344" y="503"/>
                    <a:pt x="347" y="496"/>
                    <a:pt x="345" y="490"/>
                  </a:cubicBezTo>
                  <a:cubicBezTo>
                    <a:pt x="278" y="332"/>
                    <a:pt x="278" y="332"/>
                    <a:pt x="278" y="332"/>
                  </a:cubicBezTo>
                  <a:cubicBezTo>
                    <a:pt x="299" y="332"/>
                    <a:pt x="312" y="332"/>
                    <a:pt x="312" y="332"/>
                  </a:cubicBezTo>
                  <a:cubicBezTo>
                    <a:pt x="323" y="332"/>
                    <a:pt x="332" y="323"/>
                    <a:pt x="332" y="312"/>
                  </a:cubicBezTo>
                  <a:cubicBezTo>
                    <a:pt x="332" y="301"/>
                    <a:pt x="323" y="292"/>
                    <a:pt x="312" y="292"/>
                  </a:cubicBezTo>
                  <a:cubicBezTo>
                    <a:pt x="312" y="292"/>
                    <a:pt x="271" y="292"/>
                    <a:pt x="224" y="292"/>
                  </a:cubicBezTo>
                  <a:cubicBezTo>
                    <a:pt x="340" y="144"/>
                    <a:pt x="340" y="144"/>
                    <a:pt x="340" y="144"/>
                  </a:cubicBezTo>
                  <a:cubicBezTo>
                    <a:pt x="520" y="144"/>
                    <a:pt x="520" y="144"/>
                    <a:pt x="520" y="144"/>
                  </a:cubicBezTo>
                  <a:cubicBezTo>
                    <a:pt x="531" y="144"/>
                    <a:pt x="540" y="135"/>
                    <a:pt x="540" y="124"/>
                  </a:cubicBezTo>
                  <a:cubicBezTo>
                    <a:pt x="540" y="113"/>
                    <a:pt x="531" y="104"/>
                    <a:pt x="520" y="1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82"/>
            <p:cNvSpPr>
              <a:spLocks/>
            </p:cNvSpPr>
            <p:nvPr/>
          </p:nvSpPr>
          <p:spPr bwMode="auto">
            <a:xfrm>
              <a:off x="1947863" y="5345113"/>
              <a:ext cx="39688" cy="33338"/>
            </a:xfrm>
            <a:custGeom>
              <a:avLst/>
              <a:gdLst>
                <a:gd name="T0" fmla="*/ 12 w 26"/>
                <a:gd name="T1" fmla="*/ 0 h 22"/>
                <a:gd name="T2" fmla="*/ 0 w 26"/>
                <a:gd name="T3" fmla="*/ 10 h 22"/>
                <a:gd name="T4" fmla="*/ 9 w 26"/>
                <a:gd name="T5" fmla="*/ 22 h 22"/>
                <a:gd name="T6" fmla="*/ 26 w 26"/>
                <a:gd name="T7" fmla="*/ 17 h 22"/>
                <a:gd name="T8" fmla="*/ 12 w 26"/>
                <a:gd name="T9" fmla="*/ 0 h 22"/>
              </a:gdLst>
              <a:ahLst/>
              <a:cxnLst>
                <a:cxn ang="0">
                  <a:pos x="T0" y="T1"/>
                </a:cxn>
                <a:cxn ang="0">
                  <a:pos x="T2" y="T3"/>
                </a:cxn>
                <a:cxn ang="0">
                  <a:pos x="T4" y="T5"/>
                </a:cxn>
                <a:cxn ang="0">
                  <a:pos x="T6" y="T7"/>
                </a:cxn>
                <a:cxn ang="0">
                  <a:pos x="T8" y="T9"/>
                </a:cxn>
              </a:cxnLst>
              <a:rect l="0" t="0" r="r" b="b"/>
              <a:pathLst>
                <a:path w="26" h="22">
                  <a:moveTo>
                    <a:pt x="12" y="0"/>
                  </a:moveTo>
                  <a:cubicBezTo>
                    <a:pt x="0" y="10"/>
                    <a:pt x="0" y="10"/>
                    <a:pt x="0" y="10"/>
                  </a:cubicBezTo>
                  <a:cubicBezTo>
                    <a:pt x="9" y="22"/>
                    <a:pt x="9" y="22"/>
                    <a:pt x="9" y="22"/>
                  </a:cubicBezTo>
                  <a:cubicBezTo>
                    <a:pt x="15" y="21"/>
                    <a:pt x="20" y="19"/>
                    <a:pt x="26" y="17"/>
                  </a:cubicBezTo>
                  <a:lnTo>
                    <a:pt x="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83"/>
            <p:cNvSpPr>
              <a:spLocks/>
            </p:cNvSpPr>
            <p:nvPr/>
          </p:nvSpPr>
          <p:spPr bwMode="auto">
            <a:xfrm>
              <a:off x="2043113" y="5465763"/>
              <a:ext cx="31750" cy="36513"/>
            </a:xfrm>
            <a:custGeom>
              <a:avLst/>
              <a:gdLst>
                <a:gd name="T0" fmla="*/ 20 w 20"/>
                <a:gd name="T1" fmla="*/ 22 h 23"/>
                <a:gd name="T2" fmla="*/ 20 w 20"/>
                <a:gd name="T3" fmla="*/ 22 h 23"/>
                <a:gd name="T4" fmla="*/ 11 w 20"/>
                <a:gd name="T5" fmla="*/ 0 h 23"/>
                <a:gd name="T6" fmla="*/ 0 w 20"/>
                <a:gd name="T7" fmla="*/ 9 h 23"/>
                <a:gd name="T8" fmla="*/ 17 w 20"/>
                <a:gd name="T9" fmla="*/ 22 h 23"/>
                <a:gd name="T10" fmla="*/ 19 w 20"/>
                <a:gd name="T11" fmla="*/ 23 h 23"/>
                <a:gd name="T12" fmla="*/ 20 w 20"/>
                <a:gd name="T13" fmla="*/ 22 h 23"/>
              </a:gdLst>
              <a:ahLst/>
              <a:cxnLst>
                <a:cxn ang="0">
                  <a:pos x="T0" y="T1"/>
                </a:cxn>
                <a:cxn ang="0">
                  <a:pos x="T2" y="T3"/>
                </a:cxn>
                <a:cxn ang="0">
                  <a:pos x="T4" y="T5"/>
                </a:cxn>
                <a:cxn ang="0">
                  <a:pos x="T6" y="T7"/>
                </a:cxn>
                <a:cxn ang="0">
                  <a:pos x="T8" y="T9"/>
                </a:cxn>
                <a:cxn ang="0">
                  <a:pos x="T10" y="T11"/>
                </a:cxn>
                <a:cxn ang="0">
                  <a:pos x="T12" y="T13"/>
                </a:cxn>
              </a:cxnLst>
              <a:rect l="0" t="0" r="r" b="b"/>
              <a:pathLst>
                <a:path w="20" h="23">
                  <a:moveTo>
                    <a:pt x="20" y="22"/>
                  </a:moveTo>
                  <a:lnTo>
                    <a:pt x="20" y="22"/>
                  </a:lnTo>
                  <a:lnTo>
                    <a:pt x="11" y="0"/>
                  </a:lnTo>
                  <a:lnTo>
                    <a:pt x="0" y="9"/>
                  </a:lnTo>
                  <a:lnTo>
                    <a:pt x="17" y="22"/>
                  </a:lnTo>
                  <a:lnTo>
                    <a:pt x="19" y="23"/>
                  </a:lnTo>
                  <a:lnTo>
                    <a:pt x="20"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84"/>
            <p:cNvSpPr>
              <a:spLocks/>
            </p:cNvSpPr>
            <p:nvPr/>
          </p:nvSpPr>
          <p:spPr bwMode="auto">
            <a:xfrm>
              <a:off x="1630363" y="5265738"/>
              <a:ext cx="428625" cy="233363"/>
            </a:xfrm>
            <a:custGeom>
              <a:avLst/>
              <a:gdLst>
                <a:gd name="T0" fmla="*/ 162 w 287"/>
                <a:gd name="T1" fmla="*/ 156 h 156"/>
                <a:gd name="T2" fmla="*/ 260 w 287"/>
                <a:gd name="T3" fmla="*/ 140 h 156"/>
                <a:gd name="T4" fmla="*/ 282 w 287"/>
                <a:gd name="T5" fmla="*/ 100 h 156"/>
                <a:gd name="T6" fmla="*/ 242 w 287"/>
                <a:gd name="T7" fmla="*/ 79 h 156"/>
                <a:gd name="T8" fmla="*/ 162 w 287"/>
                <a:gd name="T9" fmla="*/ 92 h 156"/>
                <a:gd name="T10" fmla="*/ 109 w 287"/>
                <a:gd name="T11" fmla="*/ 81 h 156"/>
                <a:gd name="T12" fmla="*/ 73 w 287"/>
                <a:gd name="T13" fmla="*/ 48 h 156"/>
                <a:gd name="T14" fmla="*/ 67 w 287"/>
                <a:gd name="T15" fmla="*/ 33 h 156"/>
                <a:gd name="T16" fmla="*/ 66 w 287"/>
                <a:gd name="T17" fmla="*/ 30 h 156"/>
                <a:gd name="T18" fmla="*/ 66 w 287"/>
                <a:gd name="T19" fmla="*/ 29 h 156"/>
                <a:gd name="T20" fmla="*/ 66 w 287"/>
                <a:gd name="T21" fmla="*/ 29 h 156"/>
                <a:gd name="T22" fmla="*/ 29 w 287"/>
                <a:gd name="T23" fmla="*/ 3 h 156"/>
                <a:gd name="T24" fmla="*/ 3 w 287"/>
                <a:gd name="T25" fmla="*/ 40 h 156"/>
                <a:gd name="T26" fmla="*/ 31 w 287"/>
                <a:gd name="T27" fmla="*/ 99 h 156"/>
                <a:gd name="T28" fmla="*/ 81 w 287"/>
                <a:gd name="T29" fmla="*/ 139 h 156"/>
                <a:gd name="T30" fmla="*/ 162 w 287"/>
                <a:gd name="T31" fmla="*/ 156 h 156"/>
                <a:gd name="T32" fmla="*/ 162 w 287"/>
                <a:gd name="T33" fmla="*/ 15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7" h="156">
                  <a:moveTo>
                    <a:pt x="162" y="156"/>
                  </a:moveTo>
                  <a:cubicBezTo>
                    <a:pt x="191" y="156"/>
                    <a:pt x="223" y="151"/>
                    <a:pt x="260" y="140"/>
                  </a:cubicBezTo>
                  <a:cubicBezTo>
                    <a:pt x="277" y="135"/>
                    <a:pt x="287" y="117"/>
                    <a:pt x="282" y="100"/>
                  </a:cubicBezTo>
                  <a:cubicBezTo>
                    <a:pt x="277" y="84"/>
                    <a:pt x="259" y="74"/>
                    <a:pt x="242" y="79"/>
                  </a:cubicBezTo>
                  <a:cubicBezTo>
                    <a:pt x="210" y="88"/>
                    <a:pt x="183" y="92"/>
                    <a:pt x="162" y="92"/>
                  </a:cubicBezTo>
                  <a:cubicBezTo>
                    <a:pt x="138" y="92"/>
                    <a:pt x="121" y="87"/>
                    <a:pt x="109" y="81"/>
                  </a:cubicBezTo>
                  <a:cubicBezTo>
                    <a:pt x="90" y="72"/>
                    <a:pt x="79" y="59"/>
                    <a:pt x="73" y="48"/>
                  </a:cubicBezTo>
                  <a:cubicBezTo>
                    <a:pt x="70" y="42"/>
                    <a:pt x="68" y="37"/>
                    <a:pt x="67" y="33"/>
                  </a:cubicBezTo>
                  <a:cubicBezTo>
                    <a:pt x="66" y="32"/>
                    <a:pt x="66" y="30"/>
                    <a:pt x="66" y="30"/>
                  </a:cubicBezTo>
                  <a:cubicBezTo>
                    <a:pt x="66" y="29"/>
                    <a:pt x="66" y="29"/>
                    <a:pt x="66" y="29"/>
                  </a:cubicBezTo>
                  <a:cubicBezTo>
                    <a:pt x="66" y="29"/>
                    <a:pt x="66" y="29"/>
                    <a:pt x="66" y="29"/>
                  </a:cubicBezTo>
                  <a:cubicBezTo>
                    <a:pt x="63" y="12"/>
                    <a:pt x="46" y="0"/>
                    <a:pt x="29" y="3"/>
                  </a:cubicBezTo>
                  <a:cubicBezTo>
                    <a:pt x="12" y="6"/>
                    <a:pt x="0" y="22"/>
                    <a:pt x="3" y="40"/>
                  </a:cubicBezTo>
                  <a:cubicBezTo>
                    <a:pt x="3" y="43"/>
                    <a:pt x="8" y="70"/>
                    <a:pt x="31" y="99"/>
                  </a:cubicBezTo>
                  <a:cubicBezTo>
                    <a:pt x="42" y="114"/>
                    <a:pt x="59" y="128"/>
                    <a:pt x="81" y="139"/>
                  </a:cubicBezTo>
                  <a:cubicBezTo>
                    <a:pt x="103" y="150"/>
                    <a:pt x="130" y="156"/>
                    <a:pt x="162" y="156"/>
                  </a:cubicBezTo>
                  <a:cubicBezTo>
                    <a:pt x="162" y="156"/>
                    <a:pt x="162" y="156"/>
                    <a:pt x="162" y="1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8" name="组合 87"/>
          <p:cNvGrpSpPr/>
          <p:nvPr/>
        </p:nvGrpSpPr>
        <p:grpSpPr>
          <a:xfrm>
            <a:off x="6716713" y="4745038"/>
            <a:ext cx="1038225" cy="1368425"/>
            <a:chOff x="315913" y="4745038"/>
            <a:chExt cx="1038225" cy="1368425"/>
          </a:xfrm>
          <a:solidFill>
            <a:schemeClr val="tx1">
              <a:lumMod val="65000"/>
              <a:lumOff val="35000"/>
            </a:schemeClr>
          </a:solidFill>
        </p:grpSpPr>
        <p:sp>
          <p:nvSpPr>
            <p:cNvPr id="89" name="Freeform 85"/>
            <p:cNvSpPr>
              <a:spLocks/>
            </p:cNvSpPr>
            <p:nvPr/>
          </p:nvSpPr>
          <p:spPr bwMode="auto">
            <a:xfrm>
              <a:off x="885825" y="5218113"/>
              <a:ext cx="279400" cy="201613"/>
            </a:xfrm>
            <a:custGeom>
              <a:avLst/>
              <a:gdLst>
                <a:gd name="T0" fmla="*/ 157 w 186"/>
                <a:gd name="T1" fmla="*/ 112 h 134"/>
                <a:gd name="T2" fmla="*/ 173 w 186"/>
                <a:gd name="T3" fmla="*/ 109 h 134"/>
                <a:gd name="T4" fmla="*/ 181 w 186"/>
                <a:gd name="T5" fmla="*/ 110 h 134"/>
                <a:gd name="T6" fmla="*/ 112 w 186"/>
                <a:gd name="T7" fmla="*/ 11 h 134"/>
                <a:gd name="T8" fmla="*/ 4 w 186"/>
                <a:gd name="T9" fmla="*/ 79 h 134"/>
                <a:gd name="T10" fmla="*/ 5 w 186"/>
                <a:gd name="T11" fmla="*/ 123 h 134"/>
                <a:gd name="T12" fmla="*/ 63 w 186"/>
                <a:gd name="T13" fmla="*/ 134 h 134"/>
                <a:gd name="T14" fmla="*/ 157 w 186"/>
                <a:gd name="T15" fmla="*/ 112 h 1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6" h="134">
                  <a:moveTo>
                    <a:pt x="157" y="112"/>
                  </a:moveTo>
                  <a:cubicBezTo>
                    <a:pt x="162" y="110"/>
                    <a:pt x="167" y="109"/>
                    <a:pt x="173" y="109"/>
                  </a:cubicBezTo>
                  <a:cubicBezTo>
                    <a:pt x="175" y="109"/>
                    <a:pt x="178" y="109"/>
                    <a:pt x="181" y="110"/>
                  </a:cubicBezTo>
                  <a:cubicBezTo>
                    <a:pt x="186" y="65"/>
                    <a:pt x="157" y="22"/>
                    <a:pt x="112" y="11"/>
                  </a:cubicBezTo>
                  <a:cubicBezTo>
                    <a:pt x="63" y="0"/>
                    <a:pt x="15" y="30"/>
                    <a:pt x="4" y="79"/>
                  </a:cubicBezTo>
                  <a:cubicBezTo>
                    <a:pt x="0" y="94"/>
                    <a:pt x="1" y="109"/>
                    <a:pt x="5" y="123"/>
                  </a:cubicBezTo>
                  <a:cubicBezTo>
                    <a:pt x="23" y="130"/>
                    <a:pt x="43" y="134"/>
                    <a:pt x="63" y="134"/>
                  </a:cubicBezTo>
                  <a:cubicBezTo>
                    <a:pt x="92" y="134"/>
                    <a:pt x="124" y="127"/>
                    <a:pt x="157" y="1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86"/>
            <p:cNvSpPr>
              <a:spLocks/>
            </p:cNvSpPr>
            <p:nvPr/>
          </p:nvSpPr>
          <p:spPr bwMode="auto">
            <a:xfrm>
              <a:off x="414338" y="5256213"/>
              <a:ext cx="452438" cy="508000"/>
            </a:xfrm>
            <a:custGeom>
              <a:avLst/>
              <a:gdLst>
                <a:gd name="T0" fmla="*/ 178 w 302"/>
                <a:gd name="T1" fmla="*/ 237 h 340"/>
                <a:gd name="T2" fmla="*/ 213 w 302"/>
                <a:gd name="T3" fmla="*/ 196 h 340"/>
                <a:gd name="T4" fmla="*/ 212 w 302"/>
                <a:gd name="T5" fmla="*/ 191 h 340"/>
                <a:gd name="T6" fmla="*/ 240 w 302"/>
                <a:gd name="T7" fmla="*/ 163 h 340"/>
                <a:gd name="T8" fmla="*/ 244 w 302"/>
                <a:gd name="T9" fmla="*/ 163 h 340"/>
                <a:gd name="T10" fmla="*/ 253 w 302"/>
                <a:gd name="T11" fmla="*/ 154 h 340"/>
                <a:gd name="T12" fmla="*/ 248 w 302"/>
                <a:gd name="T13" fmla="*/ 150 h 340"/>
                <a:gd name="T14" fmla="*/ 201 w 302"/>
                <a:gd name="T15" fmla="*/ 110 h 340"/>
                <a:gd name="T16" fmla="*/ 193 w 302"/>
                <a:gd name="T17" fmla="*/ 80 h 340"/>
                <a:gd name="T18" fmla="*/ 208 w 302"/>
                <a:gd name="T19" fmla="*/ 54 h 340"/>
                <a:gd name="T20" fmla="*/ 233 w 302"/>
                <a:gd name="T21" fmla="*/ 45 h 340"/>
                <a:gd name="T22" fmla="*/ 265 w 302"/>
                <a:gd name="T23" fmla="*/ 61 h 340"/>
                <a:gd name="T24" fmla="*/ 265 w 302"/>
                <a:gd name="T25" fmla="*/ 61 h 340"/>
                <a:gd name="T26" fmla="*/ 270 w 302"/>
                <a:gd name="T27" fmla="*/ 67 h 340"/>
                <a:gd name="T28" fmla="*/ 291 w 302"/>
                <a:gd name="T29" fmla="*/ 84 h 340"/>
                <a:gd name="T30" fmla="*/ 298 w 302"/>
                <a:gd name="T31" fmla="*/ 87 h 340"/>
                <a:gd name="T32" fmla="*/ 287 w 302"/>
                <a:gd name="T33" fmla="*/ 37 h 340"/>
                <a:gd name="T34" fmla="*/ 163 w 302"/>
                <a:gd name="T35" fmla="*/ 39 h 340"/>
                <a:gd name="T36" fmla="*/ 24 w 302"/>
                <a:gd name="T37" fmla="*/ 214 h 340"/>
                <a:gd name="T38" fmla="*/ 65 w 302"/>
                <a:gd name="T39" fmla="*/ 324 h 340"/>
                <a:gd name="T40" fmla="*/ 104 w 302"/>
                <a:gd name="T41" fmla="*/ 337 h 340"/>
                <a:gd name="T42" fmla="*/ 135 w 302"/>
                <a:gd name="T43" fmla="*/ 337 h 340"/>
                <a:gd name="T44" fmla="*/ 213 w 302"/>
                <a:gd name="T45" fmla="*/ 237 h 340"/>
                <a:gd name="T46" fmla="*/ 178 w 302"/>
                <a:gd name="T47" fmla="*/ 237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02" h="340">
                  <a:moveTo>
                    <a:pt x="178" y="237"/>
                  </a:moveTo>
                  <a:cubicBezTo>
                    <a:pt x="189" y="223"/>
                    <a:pt x="201" y="209"/>
                    <a:pt x="213" y="196"/>
                  </a:cubicBezTo>
                  <a:cubicBezTo>
                    <a:pt x="212" y="194"/>
                    <a:pt x="212" y="192"/>
                    <a:pt x="212" y="191"/>
                  </a:cubicBezTo>
                  <a:cubicBezTo>
                    <a:pt x="212" y="175"/>
                    <a:pt x="225" y="163"/>
                    <a:pt x="240" y="163"/>
                  </a:cubicBezTo>
                  <a:cubicBezTo>
                    <a:pt x="244" y="163"/>
                    <a:pt x="244" y="163"/>
                    <a:pt x="244" y="163"/>
                  </a:cubicBezTo>
                  <a:cubicBezTo>
                    <a:pt x="247" y="160"/>
                    <a:pt x="250" y="157"/>
                    <a:pt x="253" y="154"/>
                  </a:cubicBezTo>
                  <a:cubicBezTo>
                    <a:pt x="251" y="153"/>
                    <a:pt x="249" y="152"/>
                    <a:pt x="248" y="150"/>
                  </a:cubicBezTo>
                  <a:cubicBezTo>
                    <a:pt x="220" y="133"/>
                    <a:pt x="205" y="115"/>
                    <a:pt x="201" y="110"/>
                  </a:cubicBezTo>
                  <a:cubicBezTo>
                    <a:pt x="195" y="101"/>
                    <a:pt x="192" y="91"/>
                    <a:pt x="193" y="80"/>
                  </a:cubicBezTo>
                  <a:cubicBezTo>
                    <a:pt x="195" y="70"/>
                    <a:pt x="200" y="60"/>
                    <a:pt x="208" y="54"/>
                  </a:cubicBezTo>
                  <a:cubicBezTo>
                    <a:pt x="216" y="48"/>
                    <a:pt x="224" y="45"/>
                    <a:pt x="233" y="45"/>
                  </a:cubicBezTo>
                  <a:cubicBezTo>
                    <a:pt x="245" y="45"/>
                    <a:pt x="257" y="51"/>
                    <a:pt x="265" y="61"/>
                  </a:cubicBezTo>
                  <a:cubicBezTo>
                    <a:pt x="265" y="61"/>
                    <a:pt x="265" y="61"/>
                    <a:pt x="265" y="61"/>
                  </a:cubicBezTo>
                  <a:cubicBezTo>
                    <a:pt x="266" y="63"/>
                    <a:pt x="268" y="64"/>
                    <a:pt x="270" y="67"/>
                  </a:cubicBezTo>
                  <a:cubicBezTo>
                    <a:pt x="274" y="71"/>
                    <a:pt x="282" y="77"/>
                    <a:pt x="291" y="84"/>
                  </a:cubicBezTo>
                  <a:cubicBezTo>
                    <a:pt x="294" y="85"/>
                    <a:pt x="296" y="86"/>
                    <a:pt x="298" y="87"/>
                  </a:cubicBezTo>
                  <a:cubicBezTo>
                    <a:pt x="302" y="69"/>
                    <a:pt x="300" y="50"/>
                    <a:pt x="287" y="37"/>
                  </a:cubicBezTo>
                  <a:cubicBezTo>
                    <a:pt x="263" y="11"/>
                    <a:pt x="211" y="0"/>
                    <a:pt x="163" y="39"/>
                  </a:cubicBezTo>
                  <a:cubicBezTo>
                    <a:pt x="97" y="92"/>
                    <a:pt x="63" y="134"/>
                    <a:pt x="24" y="214"/>
                  </a:cubicBezTo>
                  <a:cubicBezTo>
                    <a:pt x="0" y="275"/>
                    <a:pt x="34" y="304"/>
                    <a:pt x="65" y="324"/>
                  </a:cubicBezTo>
                  <a:cubicBezTo>
                    <a:pt x="81" y="334"/>
                    <a:pt x="93" y="340"/>
                    <a:pt x="104" y="337"/>
                  </a:cubicBezTo>
                  <a:cubicBezTo>
                    <a:pt x="135" y="337"/>
                    <a:pt x="135" y="337"/>
                    <a:pt x="135" y="337"/>
                  </a:cubicBezTo>
                  <a:cubicBezTo>
                    <a:pt x="213" y="237"/>
                    <a:pt x="213" y="237"/>
                    <a:pt x="213" y="237"/>
                  </a:cubicBezTo>
                  <a:lnTo>
                    <a:pt x="178" y="2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87"/>
            <p:cNvSpPr>
              <a:spLocks/>
            </p:cNvSpPr>
            <p:nvPr/>
          </p:nvSpPr>
          <p:spPr bwMode="auto">
            <a:xfrm>
              <a:off x="693738" y="5610225"/>
              <a:ext cx="341313" cy="476250"/>
            </a:xfrm>
            <a:custGeom>
              <a:avLst/>
              <a:gdLst>
                <a:gd name="T0" fmla="*/ 80 w 228"/>
                <a:gd name="T1" fmla="*/ 100 h 318"/>
                <a:gd name="T2" fmla="*/ 124 w 228"/>
                <a:gd name="T3" fmla="*/ 279 h 318"/>
                <a:gd name="T4" fmla="*/ 173 w 228"/>
                <a:gd name="T5" fmla="*/ 318 h 318"/>
                <a:gd name="T6" fmla="*/ 185 w 228"/>
                <a:gd name="T7" fmla="*/ 316 h 318"/>
                <a:gd name="T8" fmla="*/ 221 w 228"/>
                <a:gd name="T9" fmla="*/ 256 h 318"/>
                <a:gd name="T10" fmla="*/ 168 w 228"/>
                <a:gd name="T11" fmla="*/ 38 h 318"/>
                <a:gd name="T12" fmla="*/ 119 w 228"/>
                <a:gd name="T13" fmla="*/ 0 h 318"/>
                <a:gd name="T14" fmla="*/ 78 w 228"/>
                <a:gd name="T15" fmla="*/ 0 h 318"/>
                <a:gd name="T16" fmla="*/ 0 w 228"/>
                <a:gd name="T17" fmla="*/ 100 h 318"/>
                <a:gd name="T18" fmla="*/ 80 w 228"/>
                <a:gd name="T19" fmla="*/ 100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8" h="318">
                  <a:moveTo>
                    <a:pt x="80" y="100"/>
                  </a:moveTo>
                  <a:cubicBezTo>
                    <a:pt x="124" y="279"/>
                    <a:pt x="124" y="279"/>
                    <a:pt x="124" y="279"/>
                  </a:cubicBezTo>
                  <a:cubicBezTo>
                    <a:pt x="130" y="302"/>
                    <a:pt x="150" y="318"/>
                    <a:pt x="173" y="318"/>
                  </a:cubicBezTo>
                  <a:cubicBezTo>
                    <a:pt x="177" y="318"/>
                    <a:pt x="181" y="317"/>
                    <a:pt x="185" y="316"/>
                  </a:cubicBezTo>
                  <a:cubicBezTo>
                    <a:pt x="211" y="310"/>
                    <a:pt x="228" y="282"/>
                    <a:pt x="221" y="256"/>
                  </a:cubicBezTo>
                  <a:cubicBezTo>
                    <a:pt x="168" y="38"/>
                    <a:pt x="168" y="38"/>
                    <a:pt x="168" y="38"/>
                  </a:cubicBezTo>
                  <a:cubicBezTo>
                    <a:pt x="162" y="16"/>
                    <a:pt x="142" y="0"/>
                    <a:pt x="119" y="0"/>
                  </a:cubicBezTo>
                  <a:cubicBezTo>
                    <a:pt x="78" y="0"/>
                    <a:pt x="78" y="0"/>
                    <a:pt x="78" y="0"/>
                  </a:cubicBezTo>
                  <a:cubicBezTo>
                    <a:pt x="0" y="100"/>
                    <a:pt x="0" y="100"/>
                    <a:pt x="0" y="100"/>
                  </a:cubicBezTo>
                  <a:lnTo>
                    <a:pt x="80" y="1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88"/>
            <p:cNvSpPr>
              <a:spLocks/>
            </p:cNvSpPr>
            <p:nvPr/>
          </p:nvSpPr>
          <p:spPr bwMode="auto">
            <a:xfrm>
              <a:off x="315913" y="5356225"/>
              <a:ext cx="808038" cy="757238"/>
            </a:xfrm>
            <a:custGeom>
              <a:avLst/>
              <a:gdLst>
                <a:gd name="T0" fmla="*/ 444 w 540"/>
                <a:gd name="T1" fmla="*/ 122 h 506"/>
                <a:gd name="T2" fmla="*/ 352 w 540"/>
                <a:gd name="T3" fmla="*/ 104 h 506"/>
                <a:gd name="T4" fmla="*/ 306 w 540"/>
                <a:gd name="T5" fmla="*/ 104 h 506"/>
                <a:gd name="T6" fmla="*/ 286 w 540"/>
                <a:gd name="T7" fmla="*/ 124 h 506"/>
                <a:gd name="T8" fmla="*/ 306 w 540"/>
                <a:gd name="T9" fmla="*/ 144 h 506"/>
                <a:gd name="T10" fmla="*/ 310 w 540"/>
                <a:gd name="T11" fmla="*/ 144 h 506"/>
                <a:gd name="T12" fmla="*/ 194 w 540"/>
                <a:gd name="T13" fmla="*/ 292 h 506"/>
                <a:gd name="T14" fmla="*/ 110 w 540"/>
                <a:gd name="T15" fmla="*/ 292 h 506"/>
                <a:gd name="T16" fmla="*/ 97 w 540"/>
                <a:gd name="T17" fmla="*/ 290 h 506"/>
                <a:gd name="T18" fmla="*/ 91 w 540"/>
                <a:gd name="T19" fmla="*/ 283 h 506"/>
                <a:gd name="T20" fmla="*/ 90 w 540"/>
                <a:gd name="T21" fmla="*/ 279 h 506"/>
                <a:gd name="T22" fmla="*/ 90 w 540"/>
                <a:gd name="T23" fmla="*/ 278 h 506"/>
                <a:gd name="T24" fmla="*/ 90 w 540"/>
                <a:gd name="T25" fmla="*/ 278 h 506"/>
                <a:gd name="T26" fmla="*/ 90 w 540"/>
                <a:gd name="T27" fmla="*/ 278 h 506"/>
                <a:gd name="T28" fmla="*/ 89 w 540"/>
                <a:gd name="T29" fmla="*/ 277 h 506"/>
                <a:gd name="T30" fmla="*/ 41 w 540"/>
                <a:gd name="T31" fmla="*/ 18 h 506"/>
                <a:gd name="T32" fmla="*/ 18 w 540"/>
                <a:gd name="T33" fmla="*/ 2 h 506"/>
                <a:gd name="T34" fmla="*/ 2 w 540"/>
                <a:gd name="T35" fmla="*/ 25 h 506"/>
                <a:gd name="T36" fmla="*/ 50 w 540"/>
                <a:gd name="T37" fmla="*/ 284 h 506"/>
                <a:gd name="T38" fmla="*/ 59 w 540"/>
                <a:gd name="T39" fmla="*/ 307 h 506"/>
                <a:gd name="T40" fmla="*/ 78 w 540"/>
                <a:gd name="T41" fmla="*/ 325 h 506"/>
                <a:gd name="T42" fmla="*/ 103 w 540"/>
                <a:gd name="T43" fmla="*/ 332 h 506"/>
                <a:gd name="T44" fmla="*/ 37 w 540"/>
                <a:gd name="T45" fmla="*/ 490 h 506"/>
                <a:gd name="T46" fmla="*/ 43 w 540"/>
                <a:gd name="T47" fmla="*/ 505 h 506"/>
                <a:gd name="T48" fmla="*/ 48 w 540"/>
                <a:gd name="T49" fmla="*/ 506 h 506"/>
                <a:gd name="T50" fmla="*/ 59 w 540"/>
                <a:gd name="T51" fmla="*/ 499 h 506"/>
                <a:gd name="T52" fmla="*/ 129 w 540"/>
                <a:gd name="T53" fmla="*/ 332 h 506"/>
                <a:gd name="T54" fmla="*/ 252 w 540"/>
                <a:gd name="T55" fmla="*/ 332 h 506"/>
                <a:gd name="T56" fmla="*/ 323 w 540"/>
                <a:gd name="T57" fmla="*/ 499 h 506"/>
                <a:gd name="T58" fmla="*/ 334 w 540"/>
                <a:gd name="T59" fmla="*/ 506 h 506"/>
                <a:gd name="T60" fmla="*/ 338 w 540"/>
                <a:gd name="T61" fmla="*/ 505 h 506"/>
                <a:gd name="T62" fmla="*/ 345 w 540"/>
                <a:gd name="T63" fmla="*/ 490 h 506"/>
                <a:gd name="T64" fmla="*/ 278 w 540"/>
                <a:gd name="T65" fmla="*/ 332 h 506"/>
                <a:gd name="T66" fmla="*/ 312 w 540"/>
                <a:gd name="T67" fmla="*/ 332 h 506"/>
                <a:gd name="T68" fmla="*/ 332 w 540"/>
                <a:gd name="T69" fmla="*/ 312 h 506"/>
                <a:gd name="T70" fmla="*/ 312 w 540"/>
                <a:gd name="T71" fmla="*/ 292 h 506"/>
                <a:gd name="T72" fmla="*/ 224 w 540"/>
                <a:gd name="T73" fmla="*/ 292 h 506"/>
                <a:gd name="T74" fmla="*/ 340 w 540"/>
                <a:gd name="T75" fmla="*/ 144 h 506"/>
                <a:gd name="T76" fmla="*/ 520 w 540"/>
                <a:gd name="T77" fmla="*/ 144 h 506"/>
                <a:gd name="T78" fmla="*/ 540 w 540"/>
                <a:gd name="T79" fmla="*/ 124 h 506"/>
                <a:gd name="T80" fmla="*/ 532 w 540"/>
                <a:gd name="T81" fmla="*/ 108 h 506"/>
                <a:gd name="T82" fmla="*/ 444 w 540"/>
                <a:gd name="T83" fmla="*/ 122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40" h="506">
                  <a:moveTo>
                    <a:pt x="444" y="122"/>
                  </a:moveTo>
                  <a:cubicBezTo>
                    <a:pt x="407" y="122"/>
                    <a:pt x="376" y="114"/>
                    <a:pt x="352" y="104"/>
                  </a:cubicBezTo>
                  <a:cubicBezTo>
                    <a:pt x="306" y="104"/>
                    <a:pt x="306" y="104"/>
                    <a:pt x="306" y="104"/>
                  </a:cubicBezTo>
                  <a:cubicBezTo>
                    <a:pt x="295" y="104"/>
                    <a:pt x="286" y="113"/>
                    <a:pt x="286" y="124"/>
                  </a:cubicBezTo>
                  <a:cubicBezTo>
                    <a:pt x="286" y="135"/>
                    <a:pt x="295" y="144"/>
                    <a:pt x="306" y="144"/>
                  </a:cubicBezTo>
                  <a:cubicBezTo>
                    <a:pt x="310" y="144"/>
                    <a:pt x="310" y="144"/>
                    <a:pt x="310" y="144"/>
                  </a:cubicBezTo>
                  <a:cubicBezTo>
                    <a:pt x="194" y="292"/>
                    <a:pt x="194" y="292"/>
                    <a:pt x="194" y="292"/>
                  </a:cubicBezTo>
                  <a:cubicBezTo>
                    <a:pt x="158" y="292"/>
                    <a:pt x="124" y="292"/>
                    <a:pt x="110" y="292"/>
                  </a:cubicBezTo>
                  <a:cubicBezTo>
                    <a:pt x="103" y="292"/>
                    <a:pt x="100" y="291"/>
                    <a:pt x="97" y="290"/>
                  </a:cubicBezTo>
                  <a:cubicBezTo>
                    <a:pt x="94" y="288"/>
                    <a:pt x="92" y="285"/>
                    <a:pt x="91" y="283"/>
                  </a:cubicBezTo>
                  <a:cubicBezTo>
                    <a:pt x="90" y="281"/>
                    <a:pt x="90" y="280"/>
                    <a:pt x="90" y="279"/>
                  </a:cubicBezTo>
                  <a:cubicBezTo>
                    <a:pt x="90" y="279"/>
                    <a:pt x="90" y="278"/>
                    <a:pt x="90" y="278"/>
                  </a:cubicBezTo>
                  <a:cubicBezTo>
                    <a:pt x="90" y="278"/>
                    <a:pt x="90" y="278"/>
                    <a:pt x="90" y="278"/>
                  </a:cubicBezTo>
                  <a:cubicBezTo>
                    <a:pt x="90" y="278"/>
                    <a:pt x="90" y="278"/>
                    <a:pt x="90" y="278"/>
                  </a:cubicBezTo>
                  <a:cubicBezTo>
                    <a:pt x="89" y="277"/>
                    <a:pt x="89" y="277"/>
                    <a:pt x="89" y="277"/>
                  </a:cubicBezTo>
                  <a:cubicBezTo>
                    <a:pt x="41" y="18"/>
                    <a:pt x="41" y="18"/>
                    <a:pt x="41" y="18"/>
                  </a:cubicBezTo>
                  <a:cubicBezTo>
                    <a:pt x="39" y="7"/>
                    <a:pt x="29" y="0"/>
                    <a:pt x="18" y="2"/>
                  </a:cubicBezTo>
                  <a:cubicBezTo>
                    <a:pt x="7" y="4"/>
                    <a:pt x="0" y="14"/>
                    <a:pt x="2" y="25"/>
                  </a:cubicBezTo>
                  <a:cubicBezTo>
                    <a:pt x="50" y="284"/>
                    <a:pt x="50" y="284"/>
                    <a:pt x="50" y="284"/>
                  </a:cubicBezTo>
                  <a:cubicBezTo>
                    <a:pt x="50" y="287"/>
                    <a:pt x="52" y="297"/>
                    <a:pt x="59" y="307"/>
                  </a:cubicBezTo>
                  <a:cubicBezTo>
                    <a:pt x="63" y="314"/>
                    <a:pt x="69" y="320"/>
                    <a:pt x="78" y="325"/>
                  </a:cubicBezTo>
                  <a:cubicBezTo>
                    <a:pt x="85" y="329"/>
                    <a:pt x="94" y="331"/>
                    <a:pt x="103" y="332"/>
                  </a:cubicBezTo>
                  <a:cubicBezTo>
                    <a:pt x="37" y="490"/>
                    <a:pt x="37" y="490"/>
                    <a:pt x="37" y="490"/>
                  </a:cubicBezTo>
                  <a:cubicBezTo>
                    <a:pt x="34" y="496"/>
                    <a:pt x="37" y="503"/>
                    <a:pt x="43" y="505"/>
                  </a:cubicBezTo>
                  <a:cubicBezTo>
                    <a:pt x="44" y="506"/>
                    <a:pt x="46" y="506"/>
                    <a:pt x="48" y="506"/>
                  </a:cubicBezTo>
                  <a:cubicBezTo>
                    <a:pt x="52" y="506"/>
                    <a:pt x="57" y="503"/>
                    <a:pt x="59" y="499"/>
                  </a:cubicBezTo>
                  <a:cubicBezTo>
                    <a:pt x="129" y="332"/>
                    <a:pt x="129" y="332"/>
                    <a:pt x="129" y="332"/>
                  </a:cubicBezTo>
                  <a:cubicBezTo>
                    <a:pt x="160" y="332"/>
                    <a:pt x="211" y="332"/>
                    <a:pt x="252" y="332"/>
                  </a:cubicBezTo>
                  <a:cubicBezTo>
                    <a:pt x="323" y="499"/>
                    <a:pt x="323" y="499"/>
                    <a:pt x="323" y="499"/>
                  </a:cubicBezTo>
                  <a:cubicBezTo>
                    <a:pt x="324" y="503"/>
                    <a:pt x="329" y="506"/>
                    <a:pt x="334" y="506"/>
                  </a:cubicBezTo>
                  <a:cubicBezTo>
                    <a:pt x="335" y="506"/>
                    <a:pt x="337" y="506"/>
                    <a:pt x="338" y="505"/>
                  </a:cubicBezTo>
                  <a:cubicBezTo>
                    <a:pt x="344" y="503"/>
                    <a:pt x="347" y="496"/>
                    <a:pt x="345" y="490"/>
                  </a:cubicBezTo>
                  <a:cubicBezTo>
                    <a:pt x="278" y="332"/>
                    <a:pt x="278" y="332"/>
                    <a:pt x="278" y="332"/>
                  </a:cubicBezTo>
                  <a:cubicBezTo>
                    <a:pt x="299" y="332"/>
                    <a:pt x="312" y="332"/>
                    <a:pt x="312" y="332"/>
                  </a:cubicBezTo>
                  <a:cubicBezTo>
                    <a:pt x="323" y="332"/>
                    <a:pt x="332" y="323"/>
                    <a:pt x="332" y="312"/>
                  </a:cubicBezTo>
                  <a:cubicBezTo>
                    <a:pt x="332" y="301"/>
                    <a:pt x="323" y="292"/>
                    <a:pt x="312" y="292"/>
                  </a:cubicBezTo>
                  <a:cubicBezTo>
                    <a:pt x="312" y="292"/>
                    <a:pt x="271" y="292"/>
                    <a:pt x="224" y="292"/>
                  </a:cubicBezTo>
                  <a:cubicBezTo>
                    <a:pt x="340" y="144"/>
                    <a:pt x="340" y="144"/>
                    <a:pt x="340" y="144"/>
                  </a:cubicBezTo>
                  <a:cubicBezTo>
                    <a:pt x="520" y="144"/>
                    <a:pt x="520" y="144"/>
                    <a:pt x="520" y="144"/>
                  </a:cubicBezTo>
                  <a:cubicBezTo>
                    <a:pt x="531" y="144"/>
                    <a:pt x="540" y="135"/>
                    <a:pt x="540" y="124"/>
                  </a:cubicBezTo>
                  <a:cubicBezTo>
                    <a:pt x="540" y="117"/>
                    <a:pt x="537" y="111"/>
                    <a:pt x="532" y="108"/>
                  </a:cubicBezTo>
                  <a:cubicBezTo>
                    <a:pt x="502" y="117"/>
                    <a:pt x="473" y="122"/>
                    <a:pt x="444"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89"/>
            <p:cNvSpPr>
              <a:spLocks/>
            </p:cNvSpPr>
            <p:nvPr/>
          </p:nvSpPr>
          <p:spPr bwMode="auto">
            <a:xfrm>
              <a:off x="709613" y="5329238"/>
              <a:ext cx="488950" cy="196850"/>
            </a:xfrm>
            <a:custGeom>
              <a:avLst/>
              <a:gdLst>
                <a:gd name="T0" fmla="*/ 278 w 327"/>
                <a:gd name="T1" fmla="*/ 46 h 132"/>
                <a:gd name="T2" fmla="*/ 181 w 327"/>
                <a:gd name="T3" fmla="*/ 68 h 132"/>
                <a:gd name="T4" fmla="*/ 90 w 327"/>
                <a:gd name="T5" fmla="*/ 41 h 132"/>
                <a:gd name="T6" fmla="*/ 67 w 327"/>
                <a:gd name="T7" fmla="*/ 23 h 132"/>
                <a:gd name="T8" fmla="*/ 62 w 327"/>
                <a:gd name="T9" fmla="*/ 18 h 132"/>
                <a:gd name="T10" fmla="*/ 61 w 327"/>
                <a:gd name="T11" fmla="*/ 17 h 132"/>
                <a:gd name="T12" fmla="*/ 61 w 327"/>
                <a:gd name="T13" fmla="*/ 17 h 132"/>
                <a:gd name="T14" fmla="*/ 16 w 327"/>
                <a:gd name="T15" fmla="*/ 11 h 132"/>
                <a:gd name="T16" fmla="*/ 11 w 327"/>
                <a:gd name="T17" fmla="*/ 56 h 132"/>
                <a:gd name="T18" fmla="*/ 11 w 327"/>
                <a:gd name="T19" fmla="*/ 56 h 132"/>
                <a:gd name="T20" fmla="*/ 55 w 327"/>
                <a:gd name="T21" fmla="*/ 95 h 132"/>
                <a:gd name="T22" fmla="*/ 181 w 327"/>
                <a:gd name="T23" fmla="*/ 132 h 132"/>
                <a:gd name="T24" fmla="*/ 181 w 327"/>
                <a:gd name="T25" fmla="*/ 132 h 132"/>
                <a:gd name="T26" fmla="*/ 303 w 327"/>
                <a:gd name="T27" fmla="*/ 104 h 132"/>
                <a:gd name="T28" fmla="*/ 320 w 327"/>
                <a:gd name="T29" fmla="*/ 62 h 132"/>
                <a:gd name="T30" fmla="*/ 278 w 327"/>
                <a:gd name="T31" fmla="*/ 46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27" h="132">
                  <a:moveTo>
                    <a:pt x="278" y="46"/>
                  </a:moveTo>
                  <a:cubicBezTo>
                    <a:pt x="240" y="62"/>
                    <a:pt x="208" y="68"/>
                    <a:pt x="181" y="68"/>
                  </a:cubicBezTo>
                  <a:cubicBezTo>
                    <a:pt x="140" y="68"/>
                    <a:pt x="110" y="54"/>
                    <a:pt x="90" y="41"/>
                  </a:cubicBezTo>
                  <a:cubicBezTo>
                    <a:pt x="80" y="35"/>
                    <a:pt x="72" y="28"/>
                    <a:pt x="67" y="23"/>
                  </a:cubicBezTo>
                  <a:cubicBezTo>
                    <a:pt x="65" y="21"/>
                    <a:pt x="63" y="19"/>
                    <a:pt x="62" y="18"/>
                  </a:cubicBezTo>
                  <a:cubicBezTo>
                    <a:pt x="62" y="17"/>
                    <a:pt x="61" y="17"/>
                    <a:pt x="61" y="17"/>
                  </a:cubicBezTo>
                  <a:cubicBezTo>
                    <a:pt x="61" y="17"/>
                    <a:pt x="61" y="17"/>
                    <a:pt x="61" y="17"/>
                  </a:cubicBezTo>
                  <a:cubicBezTo>
                    <a:pt x="50" y="3"/>
                    <a:pt x="30" y="0"/>
                    <a:pt x="16" y="11"/>
                  </a:cubicBezTo>
                  <a:cubicBezTo>
                    <a:pt x="2" y="22"/>
                    <a:pt x="0" y="42"/>
                    <a:pt x="11" y="56"/>
                  </a:cubicBezTo>
                  <a:cubicBezTo>
                    <a:pt x="11" y="56"/>
                    <a:pt x="11" y="56"/>
                    <a:pt x="11" y="56"/>
                  </a:cubicBezTo>
                  <a:cubicBezTo>
                    <a:pt x="12" y="58"/>
                    <a:pt x="27" y="76"/>
                    <a:pt x="55" y="95"/>
                  </a:cubicBezTo>
                  <a:cubicBezTo>
                    <a:pt x="83" y="113"/>
                    <a:pt x="126" y="132"/>
                    <a:pt x="181" y="132"/>
                  </a:cubicBezTo>
                  <a:cubicBezTo>
                    <a:pt x="181" y="132"/>
                    <a:pt x="181" y="132"/>
                    <a:pt x="181" y="132"/>
                  </a:cubicBezTo>
                  <a:cubicBezTo>
                    <a:pt x="217" y="132"/>
                    <a:pt x="258" y="124"/>
                    <a:pt x="303" y="104"/>
                  </a:cubicBezTo>
                  <a:cubicBezTo>
                    <a:pt x="320" y="97"/>
                    <a:pt x="327" y="78"/>
                    <a:pt x="320" y="62"/>
                  </a:cubicBezTo>
                  <a:cubicBezTo>
                    <a:pt x="313" y="46"/>
                    <a:pt x="294" y="38"/>
                    <a:pt x="278"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90"/>
            <p:cNvSpPr>
              <a:spLocks/>
            </p:cNvSpPr>
            <p:nvPr/>
          </p:nvSpPr>
          <p:spPr bwMode="auto">
            <a:xfrm>
              <a:off x="795338" y="5049838"/>
              <a:ext cx="136525" cy="169863"/>
            </a:xfrm>
            <a:custGeom>
              <a:avLst/>
              <a:gdLst>
                <a:gd name="T0" fmla="*/ 53 w 92"/>
                <a:gd name="T1" fmla="*/ 69 h 114"/>
                <a:gd name="T2" fmla="*/ 89 w 92"/>
                <a:gd name="T3" fmla="*/ 32 h 114"/>
                <a:gd name="T4" fmla="*/ 92 w 92"/>
                <a:gd name="T5" fmla="*/ 14 h 114"/>
                <a:gd name="T6" fmla="*/ 24 w 92"/>
                <a:gd name="T7" fmla="*/ 0 h 114"/>
                <a:gd name="T8" fmla="*/ 20 w 92"/>
                <a:gd name="T9" fmla="*/ 22 h 114"/>
                <a:gd name="T10" fmla="*/ 55 w 92"/>
                <a:gd name="T11" fmla="*/ 29 h 114"/>
                <a:gd name="T12" fmla="*/ 55 w 92"/>
                <a:gd name="T13" fmla="*/ 30 h 114"/>
                <a:gd name="T14" fmla="*/ 41 w 92"/>
                <a:gd name="T15" fmla="*/ 44 h 114"/>
                <a:gd name="T16" fmla="*/ 4 w 92"/>
                <a:gd name="T17" fmla="*/ 82 h 114"/>
                <a:gd name="T18" fmla="*/ 0 w 92"/>
                <a:gd name="T19" fmla="*/ 99 h 114"/>
                <a:gd name="T20" fmla="*/ 73 w 92"/>
                <a:gd name="T21" fmla="*/ 114 h 114"/>
                <a:gd name="T22" fmla="*/ 78 w 92"/>
                <a:gd name="T23" fmla="*/ 92 h 114"/>
                <a:gd name="T24" fmla="*/ 39 w 92"/>
                <a:gd name="T25" fmla="*/ 84 h 114"/>
                <a:gd name="T26" fmla="*/ 39 w 92"/>
                <a:gd name="T27" fmla="*/ 84 h 114"/>
                <a:gd name="T28" fmla="*/ 53 w 92"/>
                <a:gd name="T29" fmla="*/ 6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2" h="114">
                  <a:moveTo>
                    <a:pt x="53" y="69"/>
                  </a:moveTo>
                  <a:cubicBezTo>
                    <a:pt x="89" y="32"/>
                    <a:pt x="89" y="32"/>
                    <a:pt x="89" y="32"/>
                  </a:cubicBezTo>
                  <a:cubicBezTo>
                    <a:pt x="92" y="14"/>
                    <a:pt x="92" y="14"/>
                    <a:pt x="92" y="14"/>
                  </a:cubicBezTo>
                  <a:cubicBezTo>
                    <a:pt x="24" y="0"/>
                    <a:pt x="24" y="0"/>
                    <a:pt x="24" y="0"/>
                  </a:cubicBezTo>
                  <a:cubicBezTo>
                    <a:pt x="20" y="22"/>
                    <a:pt x="20" y="22"/>
                    <a:pt x="20" y="22"/>
                  </a:cubicBezTo>
                  <a:cubicBezTo>
                    <a:pt x="55" y="29"/>
                    <a:pt x="55" y="29"/>
                    <a:pt x="55" y="29"/>
                  </a:cubicBezTo>
                  <a:cubicBezTo>
                    <a:pt x="55" y="30"/>
                    <a:pt x="55" y="30"/>
                    <a:pt x="55" y="30"/>
                  </a:cubicBezTo>
                  <a:cubicBezTo>
                    <a:pt x="52" y="33"/>
                    <a:pt x="46" y="39"/>
                    <a:pt x="41" y="44"/>
                  </a:cubicBezTo>
                  <a:cubicBezTo>
                    <a:pt x="4" y="82"/>
                    <a:pt x="4" y="82"/>
                    <a:pt x="4" y="82"/>
                  </a:cubicBezTo>
                  <a:cubicBezTo>
                    <a:pt x="0" y="99"/>
                    <a:pt x="0" y="99"/>
                    <a:pt x="0" y="99"/>
                  </a:cubicBezTo>
                  <a:cubicBezTo>
                    <a:pt x="73" y="114"/>
                    <a:pt x="73" y="114"/>
                    <a:pt x="73" y="114"/>
                  </a:cubicBezTo>
                  <a:cubicBezTo>
                    <a:pt x="78" y="92"/>
                    <a:pt x="78" y="92"/>
                    <a:pt x="78" y="92"/>
                  </a:cubicBezTo>
                  <a:cubicBezTo>
                    <a:pt x="39" y="84"/>
                    <a:pt x="39" y="84"/>
                    <a:pt x="39" y="84"/>
                  </a:cubicBezTo>
                  <a:cubicBezTo>
                    <a:pt x="39" y="84"/>
                    <a:pt x="39" y="84"/>
                    <a:pt x="39" y="84"/>
                  </a:cubicBezTo>
                  <a:cubicBezTo>
                    <a:pt x="42" y="80"/>
                    <a:pt x="48" y="75"/>
                    <a:pt x="53"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91"/>
            <p:cNvSpPr>
              <a:spLocks/>
            </p:cNvSpPr>
            <p:nvPr/>
          </p:nvSpPr>
          <p:spPr bwMode="auto">
            <a:xfrm>
              <a:off x="949325" y="4881563"/>
              <a:ext cx="195263" cy="233363"/>
            </a:xfrm>
            <a:custGeom>
              <a:avLst/>
              <a:gdLst>
                <a:gd name="T0" fmla="*/ 8 w 131"/>
                <a:gd name="T1" fmla="*/ 56 h 156"/>
                <a:gd name="T2" fmla="*/ 55 w 131"/>
                <a:gd name="T3" fmla="*/ 41 h 156"/>
                <a:gd name="T4" fmla="*/ 55 w 131"/>
                <a:gd name="T5" fmla="*/ 42 h 156"/>
                <a:gd name="T6" fmla="*/ 47 w 131"/>
                <a:gd name="T7" fmla="*/ 67 h 156"/>
                <a:gd name="T8" fmla="*/ 28 w 131"/>
                <a:gd name="T9" fmla="*/ 135 h 156"/>
                <a:gd name="T10" fmla="*/ 34 w 131"/>
                <a:gd name="T11" fmla="*/ 156 h 156"/>
                <a:gd name="T12" fmla="*/ 131 w 131"/>
                <a:gd name="T13" fmla="*/ 126 h 156"/>
                <a:gd name="T14" fmla="*/ 122 w 131"/>
                <a:gd name="T15" fmla="*/ 98 h 156"/>
                <a:gd name="T16" fmla="*/ 71 w 131"/>
                <a:gd name="T17" fmla="*/ 114 h 156"/>
                <a:gd name="T18" fmla="*/ 70 w 131"/>
                <a:gd name="T19" fmla="*/ 114 h 156"/>
                <a:gd name="T20" fmla="*/ 78 w 131"/>
                <a:gd name="T21" fmla="*/ 88 h 156"/>
                <a:gd name="T22" fmla="*/ 97 w 131"/>
                <a:gd name="T23" fmla="*/ 23 h 156"/>
                <a:gd name="T24" fmla="*/ 90 w 131"/>
                <a:gd name="T25" fmla="*/ 0 h 156"/>
                <a:gd name="T26" fmla="*/ 0 w 131"/>
                <a:gd name="T27" fmla="*/ 28 h 156"/>
                <a:gd name="T28" fmla="*/ 8 w 131"/>
                <a:gd name="T29" fmla="*/ 5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1" h="156">
                  <a:moveTo>
                    <a:pt x="8" y="56"/>
                  </a:moveTo>
                  <a:cubicBezTo>
                    <a:pt x="55" y="41"/>
                    <a:pt x="55" y="41"/>
                    <a:pt x="55" y="41"/>
                  </a:cubicBezTo>
                  <a:cubicBezTo>
                    <a:pt x="55" y="42"/>
                    <a:pt x="55" y="42"/>
                    <a:pt x="55" y="42"/>
                  </a:cubicBezTo>
                  <a:cubicBezTo>
                    <a:pt x="53" y="48"/>
                    <a:pt x="50" y="58"/>
                    <a:pt x="47" y="67"/>
                  </a:cubicBezTo>
                  <a:cubicBezTo>
                    <a:pt x="28" y="135"/>
                    <a:pt x="28" y="135"/>
                    <a:pt x="28" y="135"/>
                  </a:cubicBezTo>
                  <a:cubicBezTo>
                    <a:pt x="34" y="156"/>
                    <a:pt x="34" y="156"/>
                    <a:pt x="34" y="156"/>
                  </a:cubicBezTo>
                  <a:cubicBezTo>
                    <a:pt x="131" y="126"/>
                    <a:pt x="131" y="126"/>
                    <a:pt x="131" y="126"/>
                  </a:cubicBezTo>
                  <a:cubicBezTo>
                    <a:pt x="122" y="98"/>
                    <a:pt x="122" y="98"/>
                    <a:pt x="122" y="98"/>
                  </a:cubicBezTo>
                  <a:cubicBezTo>
                    <a:pt x="71" y="114"/>
                    <a:pt x="71" y="114"/>
                    <a:pt x="71" y="114"/>
                  </a:cubicBezTo>
                  <a:cubicBezTo>
                    <a:pt x="70" y="114"/>
                    <a:pt x="70" y="114"/>
                    <a:pt x="70" y="114"/>
                  </a:cubicBezTo>
                  <a:cubicBezTo>
                    <a:pt x="72" y="107"/>
                    <a:pt x="75" y="97"/>
                    <a:pt x="78" y="88"/>
                  </a:cubicBezTo>
                  <a:cubicBezTo>
                    <a:pt x="97" y="23"/>
                    <a:pt x="97" y="23"/>
                    <a:pt x="97" y="23"/>
                  </a:cubicBezTo>
                  <a:cubicBezTo>
                    <a:pt x="90" y="0"/>
                    <a:pt x="90" y="0"/>
                    <a:pt x="90" y="0"/>
                  </a:cubicBezTo>
                  <a:cubicBezTo>
                    <a:pt x="0" y="28"/>
                    <a:pt x="0" y="28"/>
                    <a:pt x="0" y="28"/>
                  </a:cubicBezTo>
                  <a:lnTo>
                    <a:pt x="8" y="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92"/>
            <p:cNvSpPr>
              <a:spLocks/>
            </p:cNvSpPr>
            <p:nvPr/>
          </p:nvSpPr>
          <p:spPr bwMode="auto">
            <a:xfrm>
              <a:off x="1141413" y="4745038"/>
              <a:ext cx="212725" cy="250825"/>
            </a:xfrm>
            <a:custGeom>
              <a:avLst/>
              <a:gdLst>
                <a:gd name="T0" fmla="*/ 28 w 142"/>
                <a:gd name="T1" fmla="*/ 31 h 167"/>
                <a:gd name="T2" fmla="*/ 83 w 142"/>
                <a:gd name="T3" fmla="*/ 42 h 167"/>
                <a:gd name="T4" fmla="*/ 83 w 142"/>
                <a:gd name="T5" fmla="*/ 43 h 167"/>
                <a:gd name="T6" fmla="*/ 61 w 142"/>
                <a:gd name="T7" fmla="*/ 64 h 167"/>
                <a:gd name="T8" fmla="*/ 4 w 142"/>
                <a:gd name="T9" fmla="*/ 120 h 167"/>
                <a:gd name="T10" fmla="*/ 0 w 142"/>
                <a:gd name="T11" fmla="*/ 144 h 167"/>
                <a:gd name="T12" fmla="*/ 115 w 142"/>
                <a:gd name="T13" fmla="*/ 167 h 167"/>
                <a:gd name="T14" fmla="*/ 121 w 142"/>
                <a:gd name="T15" fmla="*/ 135 h 167"/>
                <a:gd name="T16" fmla="*/ 59 w 142"/>
                <a:gd name="T17" fmla="*/ 123 h 167"/>
                <a:gd name="T18" fmla="*/ 59 w 142"/>
                <a:gd name="T19" fmla="*/ 122 h 167"/>
                <a:gd name="T20" fmla="*/ 81 w 142"/>
                <a:gd name="T21" fmla="*/ 101 h 167"/>
                <a:gd name="T22" fmla="*/ 136 w 142"/>
                <a:gd name="T23" fmla="*/ 47 h 167"/>
                <a:gd name="T24" fmla="*/ 142 w 142"/>
                <a:gd name="T25" fmla="*/ 21 h 167"/>
                <a:gd name="T26" fmla="*/ 34 w 142"/>
                <a:gd name="T27" fmla="*/ 0 h 167"/>
                <a:gd name="T28" fmla="*/ 28 w 142"/>
                <a:gd name="T29" fmla="*/ 31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2" h="167">
                  <a:moveTo>
                    <a:pt x="28" y="31"/>
                  </a:moveTo>
                  <a:cubicBezTo>
                    <a:pt x="83" y="42"/>
                    <a:pt x="83" y="42"/>
                    <a:pt x="83" y="42"/>
                  </a:cubicBezTo>
                  <a:cubicBezTo>
                    <a:pt x="83" y="43"/>
                    <a:pt x="83" y="43"/>
                    <a:pt x="83" y="43"/>
                  </a:cubicBezTo>
                  <a:cubicBezTo>
                    <a:pt x="78" y="48"/>
                    <a:pt x="69" y="57"/>
                    <a:pt x="61" y="64"/>
                  </a:cubicBezTo>
                  <a:cubicBezTo>
                    <a:pt x="4" y="120"/>
                    <a:pt x="4" y="120"/>
                    <a:pt x="4" y="120"/>
                  </a:cubicBezTo>
                  <a:cubicBezTo>
                    <a:pt x="0" y="144"/>
                    <a:pt x="0" y="144"/>
                    <a:pt x="0" y="144"/>
                  </a:cubicBezTo>
                  <a:cubicBezTo>
                    <a:pt x="115" y="167"/>
                    <a:pt x="115" y="167"/>
                    <a:pt x="115" y="167"/>
                  </a:cubicBezTo>
                  <a:cubicBezTo>
                    <a:pt x="121" y="135"/>
                    <a:pt x="121" y="135"/>
                    <a:pt x="121" y="135"/>
                  </a:cubicBezTo>
                  <a:cubicBezTo>
                    <a:pt x="59" y="123"/>
                    <a:pt x="59" y="123"/>
                    <a:pt x="59" y="123"/>
                  </a:cubicBezTo>
                  <a:cubicBezTo>
                    <a:pt x="59" y="122"/>
                    <a:pt x="59" y="122"/>
                    <a:pt x="59" y="122"/>
                  </a:cubicBezTo>
                  <a:cubicBezTo>
                    <a:pt x="65" y="117"/>
                    <a:pt x="73" y="109"/>
                    <a:pt x="81" y="101"/>
                  </a:cubicBezTo>
                  <a:cubicBezTo>
                    <a:pt x="136" y="47"/>
                    <a:pt x="136" y="47"/>
                    <a:pt x="136" y="47"/>
                  </a:cubicBezTo>
                  <a:cubicBezTo>
                    <a:pt x="142" y="21"/>
                    <a:pt x="142" y="21"/>
                    <a:pt x="142" y="21"/>
                  </a:cubicBezTo>
                  <a:cubicBezTo>
                    <a:pt x="34" y="0"/>
                    <a:pt x="34" y="0"/>
                    <a:pt x="34" y="0"/>
                  </a:cubicBezTo>
                  <a:lnTo>
                    <a:pt x="28"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7" name="组合 96"/>
          <p:cNvGrpSpPr/>
          <p:nvPr/>
        </p:nvGrpSpPr>
        <p:grpSpPr>
          <a:xfrm>
            <a:off x="6731000" y="2943225"/>
            <a:ext cx="646113" cy="1374776"/>
            <a:chOff x="330200" y="2943225"/>
            <a:chExt cx="646113" cy="1374776"/>
          </a:xfrm>
          <a:solidFill>
            <a:schemeClr val="tx1">
              <a:lumMod val="65000"/>
              <a:lumOff val="35000"/>
            </a:schemeClr>
          </a:solidFill>
        </p:grpSpPr>
        <p:sp>
          <p:nvSpPr>
            <p:cNvPr id="98" name="Freeform 93"/>
            <p:cNvSpPr>
              <a:spLocks/>
            </p:cNvSpPr>
            <p:nvPr/>
          </p:nvSpPr>
          <p:spPr bwMode="auto">
            <a:xfrm>
              <a:off x="339725" y="3479800"/>
              <a:ext cx="106363" cy="90488"/>
            </a:xfrm>
            <a:custGeom>
              <a:avLst/>
              <a:gdLst>
                <a:gd name="T0" fmla="*/ 67 w 71"/>
                <a:gd name="T1" fmla="*/ 55 h 60"/>
                <a:gd name="T2" fmla="*/ 71 w 71"/>
                <a:gd name="T3" fmla="*/ 32 h 60"/>
                <a:gd name="T4" fmla="*/ 30 w 71"/>
                <a:gd name="T5" fmla="*/ 0 h 60"/>
                <a:gd name="T6" fmla="*/ 8 w 71"/>
                <a:gd name="T7" fmla="*/ 40 h 60"/>
                <a:gd name="T8" fmla="*/ 0 w 71"/>
                <a:gd name="T9" fmla="*/ 58 h 60"/>
                <a:gd name="T10" fmla="*/ 29 w 71"/>
                <a:gd name="T11" fmla="*/ 60 h 60"/>
                <a:gd name="T12" fmla="*/ 67 w 71"/>
                <a:gd name="T13" fmla="*/ 55 h 60"/>
              </a:gdLst>
              <a:ahLst/>
              <a:cxnLst>
                <a:cxn ang="0">
                  <a:pos x="T0" y="T1"/>
                </a:cxn>
                <a:cxn ang="0">
                  <a:pos x="T2" y="T3"/>
                </a:cxn>
                <a:cxn ang="0">
                  <a:pos x="T4" y="T5"/>
                </a:cxn>
                <a:cxn ang="0">
                  <a:pos x="T6" y="T7"/>
                </a:cxn>
                <a:cxn ang="0">
                  <a:pos x="T8" y="T9"/>
                </a:cxn>
                <a:cxn ang="0">
                  <a:pos x="T10" y="T11"/>
                </a:cxn>
                <a:cxn ang="0">
                  <a:pos x="T12" y="T13"/>
                </a:cxn>
              </a:cxnLst>
              <a:rect l="0" t="0" r="r" b="b"/>
              <a:pathLst>
                <a:path w="71" h="60">
                  <a:moveTo>
                    <a:pt x="67" y="55"/>
                  </a:moveTo>
                  <a:cubicBezTo>
                    <a:pt x="71" y="32"/>
                    <a:pt x="71" y="32"/>
                    <a:pt x="71" y="32"/>
                  </a:cubicBezTo>
                  <a:cubicBezTo>
                    <a:pt x="53" y="24"/>
                    <a:pt x="39" y="14"/>
                    <a:pt x="30" y="0"/>
                  </a:cubicBezTo>
                  <a:cubicBezTo>
                    <a:pt x="8" y="40"/>
                    <a:pt x="8" y="40"/>
                    <a:pt x="8" y="40"/>
                  </a:cubicBezTo>
                  <a:cubicBezTo>
                    <a:pt x="5" y="46"/>
                    <a:pt x="3" y="52"/>
                    <a:pt x="0" y="58"/>
                  </a:cubicBezTo>
                  <a:cubicBezTo>
                    <a:pt x="11" y="59"/>
                    <a:pt x="21" y="60"/>
                    <a:pt x="29" y="60"/>
                  </a:cubicBezTo>
                  <a:cubicBezTo>
                    <a:pt x="44" y="60"/>
                    <a:pt x="56" y="58"/>
                    <a:pt x="67" y="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94"/>
            <p:cNvSpPr>
              <a:spLocks/>
            </p:cNvSpPr>
            <p:nvPr/>
          </p:nvSpPr>
          <p:spPr bwMode="auto">
            <a:xfrm>
              <a:off x="330200" y="3606800"/>
              <a:ext cx="101600" cy="130175"/>
            </a:xfrm>
            <a:custGeom>
              <a:avLst/>
              <a:gdLst>
                <a:gd name="T0" fmla="*/ 38 w 68"/>
                <a:gd name="T1" fmla="*/ 3 h 87"/>
                <a:gd name="T2" fmla="*/ 36 w 68"/>
                <a:gd name="T3" fmla="*/ 3 h 87"/>
                <a:gd name="T4" fmla="*/ 2 w 68"/>
                <a:gd name="T5" fmla="*/ 0 h 87"/>
                <a:gd name="T6" fmla="*/ 45 w 68"/>
                <a:gd name="T7" fmla="*/ 84 h 87"/>
                <a:gd name="T8" fmla="*/ 51 w 68"/>
                <a:gd name="T9" fmla="*/ 87 h 87"/>
                <a:gd name="T10" fmla="*/ 68 w 68"/>
                <a:gd name="T11" fmla="*/ 0 h 87"/>
                <a:gd name="T12" fmla="*/ 38 w 68"/>
                <a:gd name="T13" fmla="*/ 3 h 87"/>
              </a:gdLst>
              <a:ahLst/>
              <a:cxnLst>
                <a:cxn ang="0">
                  <a:pos x="T0" y="T1"/>
                </a:cxn>
                <a:cxn ang="0">
                  <a:pos x="T2" y="T3"/>
                </a:cxn>
                <a:cxn ang="0">
                  <a:pos x="T4" y="T5"/>
                </a:cxn>
                <a:cxn ang="0">
                  <a:pos x="T6" y="T7"/>
                </a:cxn>
                <a:cxn ang="0">
                  <a:pos x="T8" y="T9"/>
                </a:cxn>
                <a:cxn ang="0">
                  <a:pos x="T10" y="T11"/>
                </a:cxn>
                <a:cxn ang="0">
                  <a:pos x="T12" y="T13"/>
                </a:cxn>
              </a:cxnLst>
              <a:rect l="0" t="0" r="r" b="b"/>
              <a:pathLst>
                <a:path w="68" h="87">
                  <a:moveTo>
                    <a:pt x="38" y="3"/>
                  </a:moveTo>
                  <a:cubicBezTo>
                    <a:pt x="37" y="3"/>
                    <a:pt x="37" y="3"/>
                    <a:pt x="36" y="3"/>
                  </a:cubicBezTo>
                  <a:cubicBezTo>
                    <a:pt x="26" y="3"/>
                    <a:pt x="14" y="2"/>
                    <a:pt x="2" y="0"/>
                  </a:cubicBezTo>
                  <a:cubicBezTo>
                    <a:pt x="0" y="35"/>
                    <a:pt x="15" y="68"/>
                    <a:pt x="45" y="84"/>
                  </a:cubicBezTo>
                  <a:cubicBezTo>
                    <a:pt x="51" y="87"/>
                    <a:pt x="51" y="87"/>
                    <a:pt x="51" y="87"/>
                  </a:cubicBezTo>
                  <a:cubicBezTo>
                    <a:pt x="68" y="0"/>
                    <a:pt x="68" y="0"/>
                    <a:pt x="68" y="0"/>
                  </a:cubicBezTo>
                  <a:cubicBezTo>
                    <a:pt x="59" y="2"/>
                    <a:pt x="49" y="3"/>
                    <a:pt x="38"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95"/>
            <p:cNvSpPr>
              <a:spLocks/>
            </p:cNvSpPr>
            <p:nvPr/>
          </p:nvSpPr>
          <p:spPr bwMode="auto">
            <a:xfrm>
              <a:off x="512763" y="3932238"/>
              <a:ext cx="119063" cy="385763"/>
            </a:xfrm>
            <a:custGeom>
              <a:avLst/>
              <a:gdLst>
                <a:gd name="T0" fmla="*/ 0 w 80"/>
                <a:gd name="T1" fmla="*/ 218 h 258"/>
                <a:gd name="T2" fmla="*/ 40 w 80"/>
                <a:gd name="T3" fmla="*/ 258 h 258"/>
                <a:gd name="T4" fmla="*/ 80 w 80"/>
                <a:gd name="T5" fmla="*/ 218 h 258"/>
                <a:gd name="T6" fmla="*/ 80 w 80"/>
                <a:gd name="T7" fmla="*/ 0 h 258"/>
                <a:gd name="T8" fmla="*/ 0 w 80"/>
                <a:gd name="T9" fmla="*/ 0 h 258"/>
                <a:gd name="T10" fmla="*/ 0 w 80"/>
                <a:gd name="T11" fmla="*/ 218 h 258"/>
              </a:gdLst>
              <a:ahLst/>
              <a:cxnLst>
                <a:cxn ang="0">
                  <a:pos x="T0" y="T1"/>
                </a:cxn>
                <a:cxn ang="0">
                  <a:pos x="T2" y="T3"/>
                </a:cxn>
                <a:cxn ang="0">
                  <a:pos x="T4" y="T5"/>
                </a:cxn>
                <a:cxn ang="0">
                  <a:pos x="T6" y="T7"/>
                </a:cxn>
                <a:cxn ang="0">
                  <a:pos x="T8" y="T9"/>
                </a:cxn>
                <a:cxn ang="0">
                  <a:pos x="T10" y="T11"/>
                </a:cxn>
              </a:cxnLst>
              <a:rect l="0" t="0" r="r" b="b"/>
              <a:pathLst>
                <a:path w="80" h="258">
                  <a:moveTo>
                    <a:pt x="0" y="218"/>
                  </a:moveTo>
                  <a:cubicBezTo>
                    <a:pt x="0" y="241"/>
                    <a:pt x="18" y="258"/>
                    <a:pt x="40" y="258"/>
                  </a:cubicBezTo>
                  <a:cubicBezTo>
                    <a:pt x="62" y="258"/>
                    <a:pt x="80" y="241"/>
                    <a:pt x="80" y="218"/>
                  </a:cubicBezTo>
                  <a:cubicBezTo>
                    <a:pt x="80" y="0"/>
                    <a:pt x="80" y="0"/>
                    <a:pt x="80" y="0"/>
                  </a:cubicBezTo>
                  <a:cubicBezTo>
                    <a:pt x="0" y="0"/>
                    <a:pt x="0" y="0"/>
                    <a:pt x="0" y="0"/>
                  </a:cubicBezTo>
                  <a:lnTo>
                    <a:pt x="0" y="2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96"/>
            <p:cNvSpPr>
              <a:spLocks/>
            </p:cNvSpPr>
            <p:nvPr/>
          </p:nvSpPr>
          <p:spPr bwMode="auto">
            <a:xfrm>
              <a:off x="652463" y="3932238"/>
              <a:ext cx="120650" cy="385763"/>
            </a:xfrm>
            <a:custGeom>
              <a:avLst/>
              <a:gdLst>
                <a:gd name="T0" fmla="*/ 0 w 80"/>
                <a:gd name="T1" fmla="*/ 218 h 258"/>
                <a:gd name="T2" fmla="*/ 40 w 80"/>
                <a:gd name="T3" fmla="*/ 258 h 258"/>
                <a:gd name="T4" fmla="*/ 80 w 80"/>
                <a:gd name="T5" fmla="*/ 218 h 258"/>
                <a:gd name="T6" fmla="*/ 80 w 80"/>
                <a:gd name="T7" fmla="*/ 0 h 258"/>
                <a:gd name="T8" fmla="*/ 0 w 80"/>
                <a:gd name="T9" fmla="*/ 0 h 258"/>
                <a:gd name="T10" fmla="*/ 0 w 80"/>
                <a:gd name="T11" fmla="*/ 218 h 258"/>
              </a:gdLst>
              <a:ahLst/>
              <a:cxnLst>
                <a:cxn ang="0">
                  <a:pos x="T0" y="T1"/>
                </a:cxn>
                <a:cxn ang="0">
                  <a:pos x="T2" y="T3"/>
                </a:cxn>
                <a:cxn ang="0">
                  <a:pos x="T4" y="T5"/>
                </a:cxn>
                <a:cxn ang="0">
                  <a:pos x="T6" y="T7"/>
                </a:cxn>
                <a:cxn ang="0">
                  <a:pos x="T8" y="T9"/>
                </a:cxn>
                <a:cxn ang="0">
                  <a:pos x="T10" y="T11"/>
                </a:cxn>
              </a:cxnLst>
              <a:rect l="0" t="0" r="r" b="b"/>
              <a:pathLst>
                <a:path w="80" h="258">
                  <a:moveTo>
                    <a:pt x="0" y="218"/>
                  </a:moveTo>
                  <a:cubicBezTo>
                    <a:pt x="0" y="241"/>
                    <a:pt x="17" y="258"/>
                    <a:pt x="40" y="258"/>
                  </a:cubicBezTo>
                  <a:cubicBezTo>
                    <a:pt x="62" y="258"/>
                    <a:pt x="80" y="241"/>
                    <a:pt x="80" y="218"/>
                  </a:cubicBezTo>
                  <a:cubicBezTo>
                    <a:pt x="80" y="0"/>
                    <a:pt x="80" y="0"/>
                    <a:pt x="80" y="0"/>
                  </a:cubicBezTo>
                  <a:cubicBezTo>
                    <a:pt x="0" y="0"/>
                    <a:pt x="0" y="0"/>
                    <a:pt x="0" y="0"/>
                  </a:cubicBezTo>
                  <a:lnTo>
                    <a:pt x="0" y="2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97"/>
            <p:cNvSpPr>
              <a:spLocks/>
            </p:cNvSpPr>
            <p:nvPr/>
          </p:nvSpPr>
          <p:spPr bwMode="auto">
            <a:xfrm>
              <a:off x="500063" y="2943225"/>
              <a:ext cx="282575" cy="282575"/>
            </a:xfrm>
            <a:custGeom>
              <a:avLst/>
              <a:gdLst>
                <a:gd name="T0" fmla="*/ 114 w 189"/>
                <a:gd name="T1" fmla="*/ 11 h 189"/>
                <a:gd name="T2" fmla="*/ 11 w 189"/>
                <a:gd name="T3" fmla="*/ 75 h 189"/>
                <a:gd name="T4" fmla="*/ 75 w 189"/>
                <a:gd name="T5" fmla="*/ 178 h 189"/>
                <a:gd name="T6" fmla="*/ 179 w 189"/>
                <a:gd name="T7" fmla="*/ 114 h 189"/>
                <a:gd name="T8" fmla="*/ 114 w 189"/>
                <a:gd name="T9" fmla="*/ 11 h 189"/>
              </a:gdLst>
              <a:ahLst/>
              <a:cxnLst>
                <a:cxn ang="0">
                  <a:pos x="T0" y="T1"/>
                </a:cxn>
                <a:cxn ang="0">
                  <a:pos x="T2" y="T3"/>
                </a:cxn>
                <a:cxn ang="0">
                  <a:pos x="T4" y="T5"/>
                </a:cxn>
                <a:cxn ang="0">
                  <a:pos x="T6" y="T7"/>
                </a:cxn>
                <a:cxn ang="0">
                  <a:pos x="T8" y="T9"/>
                </a:cxn>
              </a:cxnLst>
              <a:rect l="0" t="0" r="r" b="b"/>
              <a:pathLst>
                <a:path w="189" h="189">
                  <a:moveTo>
                    <a:pt x="114" y="11"/>
                  </a:moveTo>
                  <a:cubicBezTo>
                    <a:pt x="68" y="0"/>
                    <a:pt x="22" y="29"/>
                    <a:pt x="11" y="75"/>
                  </a:cubicBezTo>
                  <a:cubicBezTo>
                    <a:pt x="0" y="121"/>
                    <a:pt x="29" y="168"/>
                    <a:pt x="75" y="178"/>
                  </a:cubicBezTo>
                  <a:cubicBezTo>
                    <a:pt x="122" y="189"/>
                    <a:pt x="168" y="160"/>
                    <a:pt x="179" y="114"/>
                  </a:cubicBezTo>
                  <a:cubicBezTo>
                    <a:pt x="189" y="68"/>
                    <a:pt x="161" y="22"/>
                    <a:pt x="114"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98"/>
            <p:cNvSpPr>
              <a:spLocks/>
            </p:cNvSpPr>
            <p:nvPr/>
          </p:nvSpPr>
          <p:spPr bwMode="auto">
            <a:xfrm>
              <a:off x="452438" y="3532188"/>
              <a:ext cx="36513" cy="26988"/>
            </a:xfrm>
            <a:custGeom>
              <a:avLst/>
              <a:gdLst>
                <a:gd name="T0" fmla="*/ 4 w 24"/>
                <a:gd name="T1" fmla="*/ 0 h 18"/>
                <a:gd name="T2" fmla="*/ 0 w 24"/>
                <a:gd name="T3" fmla="*/ 18 h 18"/>
                <a:gd name="T4" fmla="*/ 24 w 24"/>
                <a:gd name="T5" fmla="*/ 6 h 18"/>
                <a:gd name="T6" fmla="*/ 4 w 24"/>
                <a:gd name="T7" fmla="*/ 0 h 18"/>
              </a:gdLst>
              <a:ahLst/>
              <a:cxnLst>
                <a:cxn ang="0">
                  <a:pos x="T0" y="T1"/>
                </a:cxn>
                <a:cxn ang="0">
                  <a:pos x="T2" y="T3"/>
                </a:cxn>
                <a:cxn ang="0">
                  <a:pos x="T4" y="T5"/>
                </a:cxn>
                <a:cxn ang="0">
                  <a:pos x="T6" y="T7"/>
                </a:cxn>
              </a:cxnLst>
              <a:rect l="0" t="0" r="r" b="b"/>
              <a:pathLst>
                <a:path w="24" h="18">
                  <a:moveTo>
                    <a:pt x="4" y="0"/>
                  </a:moveTo>
                  <a:cubicBezTo>
                    <a:pt x="0" y="18"/>
                    <a:pt x="0" y="18"/>
                    <a:pt x="0" y="18"/>
                  </a:cubicBezTo>
                  <a:cubicBezTo>
                    <a:pt x="9" y="15"/>
                    <a:pt x="17" y="10"/>
                    <a:pt x="24" y="6"/>
                  </a:cubicBezTo>
                  <a:cubicBezTo>
                    <a:pt x="17" y="4"/>
                    <a:pt x="10" y="2"/>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99"/>
            <p:cNvSpPr>
              <a:spLocks/>
            </p:cNvSpPr>
            <p:nvPr/>
          </p:nvSpPr>
          <p:spPr bwMode="auto">
            <a:xfrm>
              <a:off x="696913" y="3417888"/>
              <a:ext cx="144463" cy="160338"/>
            </a:xfrm>
            <a:custGeom>
              <a:avLst/>
              <a:gdLst>
                <a:gd name="T0" fmla="*/ 0 w 96"/>
                <a:gd name="T1" fmla="*/ 39 h 107"/>
                <a:gd name="T2" fmla="*/ 31 w 96"/>
                <a:gd name="T3" fmla="*/ 107 h 107"/>
                <a:gd name="T4" fmla="*/ 84 w 96"/>
                <a:gd name="T5" fmla="*/ 63 h 107"/>
                <a:gd name="T6" fmla="*/ 96 w 96"/>
                <a:gd name="T7" fmla="*/ 31 h 107"/>
                <a:gd name="T8" fmla="*/ 89 w 96"/>
                <a:gd name="T9" fmla="*/ 5 h 107"/>
                <a:gd name="T10" fmla="*/ 87 w 96"/>
                <a:gd name="T11" fmla="*/ 0 h 107"/>
                <a:gd name="T12" fmla="*/ 0 w 96"/>
                <a:gd name="T13" fmla="*/ 39 h 107"/>
              </a:gdLst>
              <a:ahLst/>
              <a:cxnLst>
                <a:cxn ang="0">
                  <a:pos x="T0" y="T1"/>
                </a:cxn>
                <a:cxn ang="0">
                  <a:pos x="T2" y="T3"/>
                </a:cxn>
                <a:cxn ang="0">
                  <a:pos x="T4" y="T5"/>
                </a:cxn>
                <a:cxn ang="0">
                  <a:pos x="T6" y="T7"/>
                </a:cxn>
                <a:cxn ang="0">
                  <a:pos x="T8" y="T9"/>
                </a:cxn>
                <a:cxn ang="0">
                  <a:pos x="T10" y="T11"/>
                </a:cxn>
                <a:cxn ang="0">
                  <a:pos x="T12" y="T13"/>
                </a:cxn>
              </a:cxnLst>
              <a:rect l="0" t="0" r="r" b="b"/>
              <a:pathLst>
                <a:path w="96" h="107">
                  <a:moveTo>
                    <a:pt x="0" y="39"/>
                  </a:moveTo>
                  <a:cubicBezTo>
                    <a:pt x="31" y="107"/>
                    <a:pt x="31" y="107"/>
                    <a:pt x="31" y="107"/>
                  </a:cubicBezTo>
                  <a:cubicBezTo>
                    <a:pt x="54" y="93"/>
                    <a:pt x="73" y="78"/>
                    <a:pt x="84" y="63"/>
                  </a:cubicBezTo>
                  <a:cubicBezTo>
                    <a:pt x="92" y="52"/>
                    <a:pt x="96" y="42"/>
                    <a:pt x="96" y="31"/>
                  </a:cubicBezTo>
                  <a:cubicBezTo>
                    <a:pt x="96" y="23"/>
                    <a:pt x="93" y="14"/>
                    <a:pt x="89" y="5"/>
                  </a:cubicBezTo>
                  <a:cubicBezTo>
                    <a:pt x="88" y="4"/>
                    <a:pt x="87" y="2"/>
                    <a:pt x="87" y="0"/>
                  </a:cubicBezTo>
                  <a:lnTo>
                    <a:pt x="0"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100"/>
            <p:cNvSpPr>
              <a:spLocks/>
            </p:cNvSpPr>
            <p:nvPr/>
          </p:nvSpPr>
          <p:spPr bwMode="auto">
            <a:xfrm>
              <a:off x="784225" y="3530600"/>
              <a:ext cx="192088" cy="180975"/>
            </a:xfrm>
            <a:custGeom>
              <a:avLst/>
              <a:gdLst>
                <a:gd name="T0" fmla="*/ 128 w 128"/>
                <a:gd name="T1" fmla="*/ 70 h 121"/>
                <a:gd name="T2" fmla="*/ 97 w 128"/>
                <a:gd name="T3" fmla="*/ 0 h 121"/>
                <a:gd name="T4" fmla="*/ 80 w 128"/>
                <a:gd name="T5" fmla="*/ 29 h 121"/>
                <a:gd name="T6" fmla="*/ 4 w 128"/>
                <a:gd name="T7" fmla="*/ 93 h 121"/>
                <a:gd name="T8" fmla="*/ 0 w 128"/>
                <a:gd name="T9" fmla="*/ 94 h 121"/>
                <a:gd name="T10" fmla="*/ 12 w 128"/>
                <a:gd name="T11" fmla="*/ 121 h 121"/>
                <a:gd name="T12" fmla="*/ 128 w 128"/>
                <a:gd name="T13" fmla="*/ 70 h 121"/>
              </a:gdLst>
              <a:ahLst/>
              <a:cxnLst>
                <a:cxn ang="0">
                  <a:pos x="T0" y="T1"/>
                </a:cxn>
                <a:cxn ang="0">
                  <a:pos x="T2" y="T3"/>
                </a:cxn>
                <a:cxn ang="0">
                  <a:pos x="T4" y="T5"/>
                </a:cxn>
                <a:cxn ang="0">
                  <a:pos x="T6" y="T7"/>
                </a:cxn>
                <a:cxn ang="0">
                  <a:pos x="T8" y="T9"/>
                </a:cxn>
                <a:cxn ang="0">
                  <a:pos x="T10" y="T11"/>
                </a:cxn>
                <a:cxn ang="0">
                  <a:pos x="T12" y="T13"/>
                </a:cxn>
              </a:cxnLst>
              <a:rect l="0" t="0" r="r" b="b"/>
              <a:pathLst>
                <a:path w="128" h="121">
                  <a:moveTo>
                    <a:pt x="128" y="70"/>
                  </a:moveTo>
                  <a:cubicBezTo>
                    <a:pt x="97" y="0"/>
                    <a:pt x="97" y="0"/>
                    <a:pt x="97" y="0"/>
                  </a:cubicBezTo>
                  <a:cubicBezTo>
                    <a:pt x="93" y="10"/>
                    <a:pt x="87" y="19"/>
                    <a:pt x="80" y="29"/>
                  </a:cubicBezTo>
                  <a:cubicBezTo>
                    <a:pt x="63" y="52"/>
                    <a:pt x="38" y="73"/>
                    <a:pt x="4" y="93"/>
                  </a:cubicBezTo>
                  <a:cubicBezTo>
                    <a:pt x="3" y="93"/>
                    <a:pt x="1" y="94"/>
                    <a:pt x="0" y="94"/>
                  </a:cubicBezTo>
                  <a:cubicBezTo>
                    <a:pt x="12" y="121"/>
                    <a:pt x="12" y="121"/>
                    <a:pt x="12" y="121"/>
                  </a:cubicBezTo>
                  <a:lnTo>
                    <a:pt x="128"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101"/>
            <p:cNvSpPr>
              <a:spLocks/>
            </p:cNvSpPr>
            <p:nvPr/>
          </p:nvSpPr>
          <p:spPr bwMode="auto">
            <a:xfrm>
              <a:off x="384175" y="3246438"/>
              <a:ext cx="546100" cy="673100"/>
            </a:xfrm>
            <a:custGeom>
              <a:avLst/>
              <a:gdLst>
                <a:gd name="T0" fmla="*/ 247 w 366"/>
                <a:gd name="T1" fmla="*/ 9 h 450"/>
                <a:gd name="T2" fmla="*/ 173 w 366"/>
                <a:gd name="T3" fmla="*/ 0 h 450"/>
                <a:gd name="T4" fmla="*/ 135 w 366"/>
                <a:gd name="T5" fmla="*/ 2 h 450"/>
                <a:gd name="T6" fmla="*/ 143 w 366"/>
                <a:gd name="T7" fmla="*/ 68 h 450"/>
                <a:gd name="T8" fmla="*/ 143 w 366"/>
                <a:gd name="T9" fmla="*/ 68 h 450"/>
                <a:gd name="T10" fmla="*/ 143 w 366"/>
                <a:gd name="T11" fmla="*/ 78 h 450"/>
                <a:gd name="T12" fmla="*/ 136 w 366"/>
                <a:gd name="T13" fmla="*/ 140 h 450"/>
                <a:gd name="T14" fmla="*/ 143 w 366"/>
                <a:gd name="T15" fmla="*/ 147 h 450"/>
                <a:gd name="T16" fmla="*/ 151 w 366"/>
                <a:gd name="T17" fmla="*/ 171 h 450"/>
                <a:gd name="T18" fmla="*/ 117 w 366"/>
                <a:gd name="T19" fmla="*/ 203 h 450"/>
                <a:gd name="T20" fmla="*/ 115 w 366"/>
                <a:gd name="T21" fmla="*/ 203 h 450"/>
                <a:gd name="T22" fmla="*/ 105 w 366"/>
                <a:gd name="T23" fmla="*/ 202 h 450"/>
                <a:gd name="T24" fmla="*/ 40 w 366"/>
                <a:gd name="T25" fmla="*/ 240 h 450"/>
                <a:gd name="T26" fmla="*/ 0 w 366"/>
                <a:gd name="T27" fmla="*/ 450 h 450"/>
                <a:gd name="T28" fmla="*/ 346 w 366"/>
                <a:gd name="T29" fmla="*/ 450 h 450"/>
                <a:gd name="T30" fmla="*/ 318 w 366"/>
                <a:gd name="T31" fmla="*/ 303 h 450"/>
                <a:gd name="T32" fmla="*/ 276 w 366"/>
                <a:gd name="T33" fmla="*/ 322 h 450"/>
                <a:gd name="T34" fmla="*/ 260 w 366"/>
                <a:gd name="T35" fmla="*/ 286 h 450"/>
                <a:gd name="T36" fmla="*/ 255 w 366"/>
                <a:gd name="T37" fmla="*/ 287 h 450"/>
                <a:gd name="T38" fmla="*/ 225 w 366"/>
                <a:gd name="T39" fmla="*/ 270 h 450"/>
                <a:gd name="T40" fmla="*/ 222 w 366"/>
                <a:gd name="T41" fmla="*/ 244 h 450"/>
                <a:gd name="T42" fmla="*/ 234 w 366"/>
                <a:gd name="T43" fmla="*/ 226 h 450"/>
                <a:gd name="T44" fmla="*/ 200 w 366"/>
                <a:gd name="T45" fmla="*/ 149 h 450"/>
                <a:gd name="T46" fmla="*/ 281 w 366"/>
                <a:gd name="T47" fmla="*/ 113 h 450"/>
                <a:gd name="T48" fmla="*/ 274 w 366"/>
                <a:gd name="T49" fmla="*/ 80 h 450"/>
                <a:gd name="T50" fmla="*/ 284 w 366"/>
                <a:gd name="T51" fmla="*/ 89 h 450"/>
                <a:gd name="T52" fmla="*/ 295 w 366"/>
                <a:gd name="T53" fmla="*/ 101 h 450"/>
                <a:gd name="T54" fmla="*/ 306 w 366"/>
                <a:gd name="T55" fmla="*/ 117 h 450"/>
                <a:gd name="T56" fmla="*/ 306 w 366"/>
                <a:gd name="T57" fmla="*/ 117 h 450"/>
                <a:gd name="T58" fmla="*/ 314 w 366"/>
                <a:gd name="T59" fmla="*/ 146 h 450"/>
                <a:gd name="T60" fmla="*/ 300 w 366"/>
                <a:gd name="T61" fmla="*/ 183 h 450"/>
                <a:gd name="T62" fmla="*/ 242 w 366"/>
                <a:gd name="T63" fmla="*/ 230 h 450"/>
                <a:gd name="T64" fmla="*/ 232 w 366"/>
                <a:gd name="T65" fmla="*/ 266 h 450"/>
                <a:gd name="T66" fmla="*/ 255 w 366"/>
                <a:gd name="T67" fmla="*/ 279 h 450"/>
                <a:gd name="T68" fmla="*/ 268 w 366"/>
                <a:gd name="T69" fmla="*/ 276 h 450"/>
                <a:gd name="T70" fmla="*/ 342 w 366"/>
                <a:gd name="T71" fmla="*/ 214 h 450"/>
                <a:gd name="T72" fmla="*/ 366 w 366"/>
                <a:gd name="T73" fmla="*/ 146 h 450"/>
                <a:gd name="T74" fmla="*/ 352 w 366"/>
                <a:gd name="T75" fmla="*/ 93 h 450"/>
                <a:gd name="T76" fmla="*/ 352 w 366"/>
                <a:gd name="T77" fmla="*/ 92 h 450"/>
                <a:gd name="T78" fmla="*/ 339 w 366"/>
                <a:gd name="T79" fmla="*/ 72 h 450"/>
                <a:gd name="T80" fmla="*/ 296 w 366"/>
                <a:gd name="T81" fmla="*/ 32 h 450"/>
                <a:gd name="T82" fmla="*/ 270 w 366"/>
                <a:gd name="T83" fmla="*/ 17 h 450"/>
                <a:gd name="T84" fmla="*/ 265 w 366"/>
                <a:gd name="T85" fmla="*/ 15 h 450"/>
                <a:gd name="T86" fmla="*/ 247 w 366"/>
                <a:gd name="T87" fmla="*/ 9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66" h="450">
                  <a:moveTo>
                    <a:pt x="247" y="9"/>
                  </a:moveTo>
                  <a:cubicBezTo>
                    <a:pt x="232" y="5"/>
                    <a:pt x="208" y="0"/>
                    <a:pt x="173" y="0"/>
                  </a:cubicBezTo>
                  <a:cubicBezTo>
                    <a:pt x="158" y="0"/>
                    <a:pt x="146" y="1"/>
                    <a:pt x="135" y="2"/>
                  </a:cubicBezTo>
                  <a:cubicBezTo>
                    <a:pt x="137" y="11"/>
                    <a:pt x="142" y="36"/>
                    <a:pt x="143" y="68"/>
                  </a:cubicBezTo>
                  <a:cubicBezTo>
                    <a:pt x="143" y="68"/>
                    <a:pt x="143" y="68"/>
                    <a:pt x="143" y="68"/>
                  </a:cubicBezTo>
                  <a:cubicBezTo>
                    <a:pt x="143" y="71"/>
                    <a:pt x="143" y="74"/>
                    <a:pt x="143" y="78"/>
                  </a:cubicBezTo>
                  <a:cubicBezTo>
                    <a:pt x="143" y="97"/>
                    <a:pt x="141" y="119"/>
                    <a:pt x="136" y="140"/>
                  </a:cubicBezTo>
                  <a:cubicBezTo>
                    <a:pt x="138" y="142"/>
                    <a:pt x="141" y="144"/>
                    <a:pt x="143" y="147"/>
                  </a:cubicBezTo>
                  <a:cubicBezTo>
                    <a:pt x="149" y="153"/>
                    <a:pt x="152" y="162"/>
                    <a:pt x="151" y="171"/>
                  </a:cubicBezTo>
                  <a:cubicBezTo>
                    <a:pt x="150" y="189"/>
                    <a:pt x="135" y="203"/>
                    <a:pt x="117" y="203"/>
                  </a:cubicBezTo>
                  <a:cubicBezTo>
                    <a:pt x="117" y="203"/>
                    <a:pt x="116" y="203"/>
                    <a:pt x="115" y="203"/>
                  </a:cubicBezTo>
                  <a:cubicBezTo>
                    <a:pt x="112" y="203"/>
                    <a:pt x="108" y="202"/>
                    <a:pt x="105" y="202"/>
                  </a:cubicBezTo>
                  <a:cubicBezTo>
                    <a:pt x="89" y="220"/>
                    <a:pt x="68" y="233"/>
                    <a:pt x="40" y="240"/>
                  </a:cubicBezTo>
                  <a:cubicBezTo>
                    <a:pt x="0" y="450"/>
                    <a:pt x="0" y="450"/>
                    <a:pt x="0" y="450"/>
                  </a:cubicBezTo>
                  <a:cubicBezTo>
                    <a:pt x="346" y="450"/>
                    <a:pt x="346" y="450"/>
                    <a:pt x="346" y="450"/>
                  </a:cubicBezTo>
                  <a:cubicBezTo>
                    <a:pt x="318" y="303"/>
                    <a:pt x="318" y="303"/>
                    <a:pt x="318" y="303"/>
                  </a:cubicBezTo>
                  <a:cubicBezTo>
                    <a:pt x="276" y="322"/>
                    <a:pt x="276" y="322"/>
                    <a:pt x="276" y="322"/>
                  </a:cubicBezTo>
                  <a:cubicBezTo>
                    <a:pt x="260" y="286"/>
                    <a:pt x="260" y="286"/>
                    <a:pt x="260" y="286"/>
                  </a:cubicBezTo>
                  <a:cubicBezTo>
                    <a:pt x="259" y="287"/>
                    <a:pt x="257" y="287"/>
                    <a:pt x="255" y="287"/>
                  </a:cubicBezTo>
                  <a:cubicBezTo>
                    <a:pt x="243" y="287"/>
                    <a:pt x="231" y="280"/>
                    <a:pt x="225" y="270"/>
                  </a:cubicBezTo>
                  <a:cubicBezTo>
                    <a:pt x="221" y="262"/>
                    <a:pt x="220" y="253"/>
                    <a:pt x="222" y="244"/>
                  </a:cubicBezTo>
                  <a:cubicBezTo>
                    <a:pt x="224" y="237"/>
                    <a:pt x="228" y="231"/>
                    <a:pt x="234" y="226"/>
                  </a:cubicBezTo>
                  <a:cubicBezTo>
                    <a:pt x="200" y="149"/>
                    <a:pt x="200" y="149"/>
                    <a:pt x="200" y="149"/>
                  </a:cubicBezTo>
                  <a:cubicBezTo>
                    <a:pt x="281" y="113"/>
                    <a:pt x="281" y="113"/>
                    <a:pt x="281" y="113"/>
                  </a:cubicBezTo>
                  <a:cubicBezTo>
                    <a:pt x="274" y="80"/>
                    <a:pt x="274" y="80"/>
                    <a:pt x="274" y="80"/>
                  </a:cubicBezTo>
                  <a:cubicBezTo>
                    <a:pt x="278" y="83"/>
                    <a:pt x="281" y="86"/>
                    <a:pt x="284" y="89"/>
                  </a:cubicBezTo>
                  <a:cubicBezTo>
                    <a:pt x="288" y="93"/>
                    <a:pt x="292" y="97"/>
                    <a:pt x="295" y="101"/>
                  </a:cubicBezTo>
                  <a:cubicBezTo>
                    <a:pt x="299" y="106"/>
                    <a:pt x="303" y="111"/>
                    <a:pt x="306" y="117"/>
                  </a:cubicBezTo>
                  <a:cubicBezTo>
                    <a:pt x="306" y="117"/>
                    <a:pt x="306" y="117"/>
                    <a:pt x="306" y="117"/>
                  </a:cubicBezTo>
                  <a:cubicBezTo>
                    <a:pt x="311" y="126"/>
                    <a:pt x="314" y="136"/>
                    <a:pt x="314" y="146"/>
                  </a:cubicBezTo>
                  <a:cubicBezTo>
                    <a:pt x="314" y="157"/>
                    <a:pt x="310" y="169"/>
                    <a:pt x="300" y="183"/>
                  </a:cubicBezTo>
                  <a:cubicBezTo>
                    <a:pt x="289" y="197"/>
                    <a:pt x="271" y="214"/>
                    <a:pt x="242" y="230"/>
                  </a:cubicBezTo>
                  <a:cubicBezTo>
                    <a:pt x="229" y="238"/>
                    <a:pt x="225" y="253"/>
                    <a:pt x="232" y="266"/>
                  </a:cubicBezTo>
                  <a:cubicBezTo>
                    <a:pt x="237" y="274"/>
                    <a:pt x="246" y="279"/>
                    <a:pt x="255" y="279"/>
                  </a:cubicBezTo>
                  <a:cubicBezTo>
                    <a:pt x="259" y="279"/>
                    <a:pt x="264" y="278"/>
                    <a:pt x="268" y="276"/>
                  </a:cubicBezTo>
                  <a:cubicBezTo>
                    <a:pt x="301" y="256"/>
                    <a:pt x="326" y="236"/>
                    <a:pt x="342" y="214"/>
                  </a:cubicBezTo>
                  <a:cubicBezTo>
                    <a:pt x="358" y="192"/>
                    <a:pt x="366" y="168"/>
                    <a:pt x="366" y="146"/>
                  </a:cubicBezTo>
                  <a:cubicBezTo>
                    <a:pt x="366" y="126"/>
                    <a:pt x="360" y="108"/>
                    <a:pt x="352" y="93"/>
                  </a:cubicBezTo>
                  <a:cubicBezTo>
                    <a:pt x="352" y="93"/>
                    <a:pt x="352" y="93"/>
                    <a:pt x="352" y="92"/>
                  </a:cubicBezTo>
                  <a:cubicBezTo>
                    <a:pt x="348" y="85"/>
                    <a:pt x="344" y="78"/>
                    <a:pt x="339" y="72"/>
                  </a:cubicBezTo>
                  <a:cubicBezTo>
                    <a:pt x="326" y="56"/>
                    <a:pt x="311" y="42"/>
                    <a:pt x="296" y="32"/>
                  </a:cubicBezTo>
                  <a:cubicBezTo>
                    <a:pt x="288" y="26"/>
                    <a:pt x="279" y="21"/>
                    <a:pt x="270" y="17"/>
                  </a:cubicBezTo>
                  <a:cubicBezTo>
                    <a:pt x="268" y="16"/>
                    <a:pt x="267" y="16"/>
                    <a:pt x="265" y="15"/>
                  </a:cubicBezTo>
                  <a:cubicBezTo>
                    <a:pt x="259" y="12"/>
                    <a:pt x="253" y="10"/>
                    <a:pt x="247"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102"/>
            <p:cNvSpPr>
              <a:spLocks/>
            </p:cNvSpPr>
            <p:nvPr/>
          </p:nvSpPr>
          <p:spPr bwMode="auto">
            <a:xfrm>
              <a:off x="381000" y="3254375"/>
              <a:ext cx="217488" cy="284163"/>
            </a:xfrm>
            <a:custGeom>
              <a:avLst/>
              <a:gdLst>
                <a:gd name="T0" fmla="*/ 33 w 146"/>
                <a:gd name="T1" fmla="*/ 46 h 190"/>
                <a:gd name="T2" fmla="*/ 11 w 146"/>
                <a:gd name="T3" fmla="*/ 76 h 190"/>
                <a:gd name="T4" fmla="*/ 0 w 146"/>
                <a:gd name="T5" fmla="*/ 114 h 190"/>
                <a:gd name="T6" fmla="*/ 9 w 146"/>
                <a:gd name="T7" fmla="*/ 145 h 190"/>
                <a:gd name="T8" fmla="*/ 50 w 146"/>
                <a:gd name="T9" fmla="*/ 177 h 190"/>
                <a:gd name="T10" fmla="*/ 118 w 146"/>
                <a:gd name="T11" fmla="*/ 190 h 190"/>
                <a:gd name="T12" fmla="*/ 119 w 146"/>
                <a:gd name="T13" fmla="*/ 190 h 190"/>
                <a:gd name="T14" fmla="*/ 145 w 146"/>
                <a:gd name="T15" fmla="*/ 166 h 190"/>
                <a:gd name="T16" fmla="*/ 121 w 146"/>
                <a:gd name="T17" fmla="*/ 138 h 190"/>
                <a:gd name="T18" fmla="*/ 60 w 146"/>
                <a:gd name="T19" fmla="*/ 124 h 190"/>
                <a:gd name="T20" fmla="*/ 53 w 146"/>
                <a:gd name="T21" fmla="*/ 118 h 190"/>
                <a:gd name="T22" fmla="*/ 52 w 146"/>
                <a:gd name="T23" fmla="*/ 114 h 190"/>
                <a:gd name="T24" fmla="*/ 56 w 146"/>
                <a:gd name="T25" fmla="*/ 101 h 190"/>
                <a:gd name="T26" fmla="*/ 71 w 146"/>
                <a:gd name="T27" fmla="*/ 82 h 190"/>
                <a:gd name="T28" fmla="*/ 71 w 146"/>
                <a:gd name="T29" fmla="*/ 82 h 190"/>
                <a:gd name="T30" fmla="*/ 86 w 146"/>
                <a:gd name="T31" fmla="*/ 69 h 190"/>
                <a:gd name="T32" fmla="*/ 76 w 146"/>
                <a:gd name="T33" fmla="*/ 87 h 190"/>
                <a:gd name="T34" fmla="*/ 70 w 146"/>
                <a:gd name="T35" fmla="*/ 95 h 190"/>
                <a:gd name="T36" fmla="*/ 65 w 146"/>
                <a:gd name="T37" fmla="*/ 118 h 190"/>
                <a:gd name="T38" fmla="*/ 110 w 146"/>
                <a:gd name="T39" fmla="*/ 129 h 190"/>
                <a:gd name="T40" fmla="*/ 117 w 146"/>
                <a:gd name="T41" fmla="*/ 73 h 190"/>
                <a:gd name="T42" fmla="*/ 117 w 146"/>
                <a:gd name="T43" fmla="*/ 64 h 190"/>
                <a:gd name="T44" fmla="*/ 117 w 146"/>
                <a:gd name="T45" fmla="*/ 64 h 190"/>
                <a:gd name="T46" fmla="*/ 110 w 146"/>
                <a:gd name="T47" fmla="*/ 5 h 190"/>
                <a:gd name="T48" fmla="*/ 109 w 146"/>
                <a:gd name="T49" fmla="*/ 0 h 190"/>
                <a:gd name="T50" fmla="*/ 78 w 146"/>
                <a:gd name="T51" fmla="*/ 12 h 190"/>
                <a:gd name="T52" fmla="*/ 74 w 146"/>
                <a:gd name="T53" fmla="*/ 14 h 190"/>
                <a:gd name="T54" fmla="*/ 51 w 146"/>
                <a:gd name="T55" fmla="*/ 30 h 190"/>
                <a:gd name="T56" fmla="*/ 33 w 146"/>
                <a:gd name="T57" fmla="*/ 46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6" h="190">
                  <a:moveTo>
                    <a:pt x="33" y="46"/>
                  </a:moveTo>
                  <a:cubicBezTo>
                    <a:pt x="24" y="55"/>
                    <a:pt x="17" y="65"/>
                    <a:pt x="11" y="76"/>
                  </a:cubicBezTo>
                  <a:cubicBezTo>
                    <a:pt x="5" y="87"/>
                    <a:pt x="0" y="100"/>
                    <a:pt x="0" y="114"/>
                  </a:cubicBezTo>
                  <a:cubicBezTo>
                    <a:pt x="0" y="124"/>
                    <a:pt x="3" y="135"/>
                    <a:pt x="9" y="145"/>
                  </a:cubicBezTo>
                  <a:cubicBezTo>
                    <a:pt x="18" y="159"/>
                    <a:pt x="32" y="170"/>
                    <a:pt x="50" y="177"/>
                  </a:cubicBezTo>
                  <a:cubicBezTo>
                    <a:pt x="68" y="184"/>
                    <a:pt x="90" y="188"/>
                    <a:pt x="118" y="190"/>
                  </a:cubicBezTo>
                  <a:cubicBezTo>
                    <a:pt x="118" y="190"/>
                    <a:pt x="119" y="190"/>
                    <a:pt x="119" y="190"/>
                  </a:cubicBezTo>
                  <a:cubicBezTo>
                    <a:pt x="133" y="190"/>
                    <a:pt x="144" y="179"/>
                    <a:pt x="145" y="166"/>
                  </a:cubicBezTo>
                  <a:cubicBezTo>
                    <a:pt x="146" y="151"/>
                    <a:pt x="135" y="139"/>
                    <a:pt x="121" y="138"/>
                  </a:cubicBezTo>
                  <a:cubicBezTo>
                    <a:pt x="89" y="136"/>
                    <a:pt x="69" y="130"/>
                    <a:pt x="60" y="124"/>
                  </a:cubicBezTo>
                  <a:cubicBezTo>
                    <a:pt x="56" y="121"/>
                    <a:pt x="54" y="119"/>
                    <a:pt x="53" y="118"/>
                  </a:cubicBezTo>
                  <a:cubicBezTo>
                    <a:pt x="52" y="117"/>
                    <a:pt x="52" y="116"/>
                    <a:pt x="52" y="114"/>
                  </a:cubicBezTo>
                  <a:cubicBezTo>
                    <a:pt x="52" y="111"/>
                    <a:pt x="53" y="107"/>
                    <a:pt x="56" y="101"/>
                  </a:cubicBezTo>
                  <a:cubicBezTo>
                    <a:pt x="59" y="95"/>
                    <a:pt x="64" y="88"/>
                    <a:pt x="71" y="82"/>
                  </a:cubicBezTo>
                  <a:cubicBezTo>
                    <a:pt x="71" y="82"/>
                    <a:pt x="71" y="82"/>
                    <a:pt x="71" y="82"/>
                  </a:cubicBezTo>
                  <a:cubicBezTo>
                    <a:pt x="75" y="77"/>
                    <a:pt x="80" y="73"/>
                    <a:pt x="86" y="69"/>
                  </a:cubicBezTo>
                  <a:cubicBezTo>
                    <a:pt x="85" y="76"/>
                    <a:pt x="81" y="82"/>
                    <a:pt x="76" y="87"/>
                  </a:cubicBezTo>
                  <a:cubicBezTo>
                    <a:pt x="74" y="90"/>
                    <a:pt x="72" y="93"/>
                    <a:pt x="70" y="95"/>
                  </a:cubicBezTo>
                  <a:cubicBezTo>
                    <a:pt x="65" y="118"/>
                    <a:pt x="65" y="118"/>
                    <a:pt x="65" y="118"/>
                  </a:cubicBezTo>
                  <a:cubicBezTo>
                    <a:pt x="72" y="122"/>
                    <a:pt x="87" y="127"/>
                    <a:pt x="110" y="129"/>
                  </a:cubicBezTo>
                  <a:cubicBezTo>
                    <a:pt x="115" y="111"/>
                    <a:pt x="117" y="91"/>
                    <a:pt x="117" y="73"/>
                  </a:cubicBezTo>
                  <a:cubicBezTo>
                    <a:pt x="117" y="70"/>
                    <a:pt x="117" y="67"/>
                    <a:pt x="117" y="64"/>
                  </a:cubicBezTo>
                  <a:cubicBezTo>
                    <a:pt x="117" y="64"/>
                    <a:pt x="117" y="64"/>
                    <a:pt x="117" y="64"/>
                  </a:cubicBezTo>
                  <a:cubicBezTo>
                    <a:pt x="116" y="37"/>
                    <a:pt x="112" y="14"/>
                    <a:pt x="110" y="5"/>
                  </a:cubicBezTo>
                  <a:cubicBezTo>
                    <a:pt x="109" y="2"/>
                    <a:pt x="109" y="1"/>
                    <a:pt x="109" y="0"/>
                  </a:cubicBezTo>
                  <a:cubicBezTo>
                    <a:pt x="98" y="2"/>
                    <a:pt x="88" y="7"/>
                    <a:pt x="78" y="12"/>
                  </a:cubicBezTo>
                  <a:cubicBezTo>
                    <a:pt x="76" y="13"/>
                    <a:pt x="75" y="13"/>
                    <a:pt x="74" y="14"/>
                  </a:cubicBezTo>
                  <a:cubicBezTo>
                    <a:pt x="66" y="18"/>
                    <a:pt x="58" y="24"/>
                    <a:pt x="51" y="30"/>
                  </a:cubicBezTo>
                  <a:cubicBezTo>
                    <a:pt x="45" y="35"/>
                    <a:pt x="39" y="40"/>
                    <a:pt x="33"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8" name="组合 107"/>
          <p:cNvGrpSpPr/>
          <p:nvPr/>
        </p:nvGrpSpPr>
        <p:grpSpPr>
          <a:xfrm>
            <a:off x="7535863" y="2943225"/>
            <a:ext cx="549275" cy="1374776"/>
            <a:chOff x="1135063" y="2943225"/>
            <a:chExt cx="549275" cy="1374776"/>
          </a:xfrm>
          <a:solidFill>
            <a:schemeClr val="tx1">
              <a:lumMod val="65000"/>
              <a:lumOff val="35000"/>
            </a:schemeClr>
          </a:solidFill>
        </p:grpSpPr>
        <p:sp>
          <p:nvSpPr>
            <p:cNvPr id="109" name="Freeform 103"/>
            <p:cNvSpPr>
              <a:spLocks/>
            </p:cNvSpPr>
            <p:nvPr/>
          </p:nvSpPr>
          <p:spPr bwMode="auto">
            <a:xfrm>
              <a:off x="1266825" y="3932238"/>
              <a:ext cx="119063" cy="385763"/>
            </a:xfrm>
            <a:custGeom>
              <a:avLst/>
              <a:gdLst>
                <a:gd name="T0" fmla="*/ 0 w 80"/>
                <a:gd name="T1" fmla="*/ 218 h 258"/>
                <a:gd name="T2" fmla="*/ 40 w 80"/>
                <a:gd name="T3" fmla="*/ 258 h 258"/>
                <a:gd name="T4" fmla="*/ 80 w 80"/>
                <a:gd name="T5" fmla="*/ 218 h 258"/>
                <a:gd name="T6" fmla="*/ 80 w 80"/>
                <a:gd name="T7" fmla="*/ 0 h 258"/>
                <a:gd name="T8" fmla="*/ 0 w 80"/>
                <a:gd name="T9" fmla="*/ 0 h 258"/>
                <a:gd name="T10" fmla="*/ 0 w 80"/>
                <a:gd name="T11" fmla="*/ 218 h 258"/>
              </a:gdLst>
              <a:ahLst/>
              <a:cxnLst>
                <a:cxn ang="0">
                  <a:pos x="T0" y="T1"/>
                </a:cxn>
                <a:cxn ang="0">
                  <a:pos x="T2" y="T3"/>
                </a:cxn>
                <a:cxn ang="0">
                  <a:pos x="T4" y="T5"/>
                </a:cxn>
                <a:cxn ang="0">
                  <a:pos x="T6" y="T7"/>
                </a:cxn>
                <a:cxn ang="0">
                  <a:pos x="T8" y="T9"/>
                </a:cxn>
                <a:cxn ang="0">
                  <a:pos x="T10" y="T11"/>
                </a:cxn>
              </a:cxnLst>
              <a:rect l="0" t="0" r="r" b="b"/>
              <a:pathLst>
                <a:path w="80" h="258">
                  <a:moveTo>
                    <a:pt x="0" y="218"/>
                  </a:moveTo>
                  <a:cubicBezTo>
                    <a:pt x="0" y="241"/>
                    <a:pt x="18" y="258"/>
                    <a:pt x="40" y="258"/>
                  </a:cubicBezTo>
                  <a:cubicBezTo>
                    <a:pt x="62" y="258"/>
                    <a:pt x="80" y="241"/>
                    <a:pt x="80" y="218"/>
                  </a:cubicBezTo>
                  <a:cubicBezTo>
                    <a:pt x="80" y="0"/>
                    <a:pt x="80" y="0"/>
                    <a:pt x="80" y="0"/>
                  </a:cubicBezTo>
                  <a:cubicBezTo>
                    <a:pt x="0" y="0"/>
                    <a:pt x="0" y="0"/>
                    <a:pt x="0" y="0"/>
                  </a:cubicBezTo>
                  <a:lnTo>
                    <a:pt x="0" y="2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104"/>
            <p:cNvSpPr>
              <a:spLocks/>
            </p:cNvSpPr>
            <p:nvPr/>
          </p:nvSpPr>
          <p:spPr bwMode="auto">
            <a:xfrm>
              <a:off x="1406525" y="3932238"/>
              <a:ext cx="120650" cy="385763"/>
            </a:xfrm>
            <a:custGeom>
              <a:avLst/>
              <a:gdLst>
                <a:gd name="T0" fmla="*/ 0 w 80"/>
                <a:gd name="T1" fmla="*/ 218 h 258"/>
                <a:gd name="T2" fmla="*/ 40 w 80"/>
                <a:gd name="T3" fmla="*/ 258 h 258"/>
                <a:gd name="T4" fmla="*/ 80 w 80"/>
                <a:gd name="T5" fmla="*/ 218 h 258"/>
                <a:gd name="T6" fmla="*/ 80 w 80"/>
                <a:gd name="T7" fmla="*/ 0 h 258"/>
                <a:gd name="T8" fmla="*/ 0 w 80"/>
                <a:gd name="T9" fmla="*/ 0 h 258"/>
                <a:gd name="T10" fmla="*/ 0 w 80"/>
                <a:gd name="T11" fmla="*/ 218 h 258"/>
              </a:gdLst>
              <a:ahLst/>
              <a:cxnLst>
                <a:cxn ang="0">
                  <a:pos x="T0" y="T1"/>
                </a:cxn>
                <a:cxn ang="0">
                  <a:pos x="T2" y="T3"/>
                </a:cxn>
                <a:cxn ang="0">
                  <a:pos x="T4" y="T5"/>
                </a:cxn>
                <a:cxn ang="0">
                  <a:pos x="T6" y="T7"/>
                </a:cxn>
                <a:cxn ang="0">
                  <a:pos x="T8" y="T9"/>
                </a:cxn>
                <a:cxn ang="0">
                  <a:pos x="T10" y="T11"/>
                </a:cxn>
              </a:cxnLst>
              <a:rect l="0" t="0" r="r" b="b"/>
              <a:pathLst>
                <a:path w="80" h="258">
                  <a:moveTo>
                    <a:pt x="0" y="218"/>
                  </a:moveTo>
                  <a:cubicBezTo>
                    <a:pt x="0" y="241"/>
                    <a:pt x="17" y="258"/>
                    <a:pt x="40" y="258"/>
                  </a:cubicBezTo>
                  <a:cubicBezTo>
                    <a:pt x="62" y="258"/>
                    <a:pt x="80" y="241"/>
                    <a:pt x="80" y="218"/>
                  </a:cubicBezTo>
                  <a:cubicBezTo>
                    <a:pt x="80" y="0"/>
                    <a:pt x="80" y="0"/>
                    <a:pt x="80" y="0"/>
                  </a:cubicBezTo>
                  <a:cubicBezTo>
                    <a:pt x="0" y="0"/>
                    <a:pt x="0" y="0"/>
                    <a:pt x="0" y="0"/>
                  </a:cubicBezTo>
                  <a:lnTo>
                    <a:pt x="0" y="2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105"/>
            <p:cNvSpPr>
              <a:spLocks/>
            </p:cNvSpPr>
            <p:nvPr/>
          </p:nvSpPr>
          <p:spPr bwMode="auto">
            <a:xfrm>
              <a:off x="1254125" y="2943225"/>
              <a:ext cx="282575" cy="282575"/>
            </a:xfrm>
            <a:custGeom>
              <a:avLst/>
              <a:gdLst>
                <a:gd name="T0" fmla="*/ 114 w 189"/>
                <a:gd name="T1" fmla="*/ 11 h 189"/>
                <a:gd name="T2" fmla="*/ 11 w 189"/>
                <a:gd name="T3" fmla="*/ 75 h 189"/>
                <a:gd name="T4" fmla="*/ 75 w 189"/>
                <a:gd name="T5" fmla="*/ 178 h 189"/>
                <a:gd name="T6" fmla="*/ 179 w 189"/>
                <a:gd name="T7" fmla="*/ 114 h 189"/>
                <a:gd name="T8" fmla="*/ 114 w 189"/>
                <a:gd name="T9" fmla="*/ 11 h 189"/>
              </a:gdLst>
              <a:ahLst/>
              <a:cxnLst>
                <a:cxn ang="0">
                  <a:pos x="T0" y="T1"/>
                </a:cxn>
                <a:cxn ang="0">
                  <a:pos x="T2" y="T3"/>
                </a:cxn>
                <a:cxn ang="0">
                  <a:pos x="T4" y="T5"/>
                </a:cxn>
                <a:cxn ang="0">
                  <a:pos x="T6" y="T7"/>
                </a:cxn>
                <a:cxn ang="0">
                  <a:pos x="T8" y="T9"/>
                </a:cxn>
              </a:cxnLst>
              <a:rect l="0" t="0" r="r" b="b"/>
              <a:pathLst>
                <a:path w="189" h="189">
                  <a:moveTo>
                    <a:pt x="114" y="11"/>
                  </a:moveTo>
                  <a:cubicBezTo>
                    <a:pt x="68" y="0"/>
                    <a:pt x="22" y="29"/>
                    <a:pt x="11" y="75"/>
                  </a:cubicBezTo>
                  <a:cubicBezTo>
                    <a:pt x="0" y="121"/>
                    <a:pt x="29" y="168"/>
                    <a:pt x="75" y="178"/>
                  </a:cubicBezTo>
                  <a:cubicBezTo>
                    <a:pt x="122" y="189"/>
                    <a:pt x="168" y="160"/>
                    <a:pt x="179" y="114"/>
                  </a:cubicBezTo>
                  <a:cubicBezTo>
                    <a:pt x="189" y="68"/>
                    <a:pt x="161" y="22"/>
                    <a:pt x="114"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106"/>
            <p:cNvSpPr>
              <a:spLocks/>
            </p:cNvSpPr>
            <p:nvPr/>
          </p:nvSpPr>
          <p:spPr bwMode="auto">
            <a:xfrm>
              <a:off x="1138238" y="3532188"/>
              <a:ext cx="517525" cy="387350"/>
            </a:xfrm>
            <a:custGeom>
              <a:avLst/>
              <a:gdLst>
                <a:gd name="T0" fmla="*/ 346 w 346"/>
                <a:gd name="T1" fmla="*/ 259 h 259"/>
                <a:gd name="T2" fmla="*/ 314 w 346"/>
                <a:gd name="T3" fmla="*/ 94 h 259"/>
                <a:gd name="T4" fmla="*/ 210 w 346"/>
                <a:gd name="T5" fmla="*/ 140 h 259"/>
                <a:gd name="T6" fmla="*/ 190 w 346"/>
                <a:gd name="T7" fmla="*/ 94 h 259"/>
                <a:gd name="T8" fmla="*/ 151 w 346"/>
                <a:gd name="T9" fmla="*/ 111 h 259"/>
                <a:gd name="T10" fmla="*/ 107 w 346"/>
                <a:gd name="T11" fmla="*/ 11 h 259"/>
                <a:gd name="T12" fmla="*/ 50 w 346"/>
                <a:gd name="T13" fmla="*/ 0 h 259"/>
                <a:gd name="T14" fmla="*/ 0 w 346"/>
                <a:gd name="T15" fmla="*/ 259 h 259"/>
                <a:gd name="T16" fmla="*/ 346 w 346"/>
                <a:gd name="T17" fmla="*/ 259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6" h="259">
                  <a:moveTo>
                    <a:pt x="346" y="259"/>
                  </a:moveTo>
                  <a:cubicBezTo>
                    <a:pt x="314" y="94"/>
                    <a:pt x="314" y="94"/>
                    <a:pt x="314" y="94"/>
                  </a:cubicBezTo>
                  <a:cubicBezTo>
                    <a:pt x="210" y="140"/>
                    <a:pt x="210" y="140"/>
                    <a:pt x="210" y="140"/>
                  </a:cubicBezTo>
                  <a:cubicBezTo>
                    <a:pt x="190" y="94"/>
                    <a:pt x="190" y="94"/>
                    <a:pt x="190" y="94"/>
                  </a:cubicBezTo>
                  <a:cubicBezTo>
                    <a:pt x="151" y="111"/>
                    <a:pt x="151" y="111"/>
                    <a:pt x="151" y="111"/>
                  </a:cubicBezTo>
                  <a:cubicBezTo>
                    <a:pt x="107" y="11"/>
                    <a:pt x="107" y="11"/>
                    <a:pt x="107" y="11"/>
                  </a:cubicBezTo>
                  <a:cubicBezTo>
                    <a:pt x="84" y="9"/>
                    <a:pt x="66" y="6"/>
                    <a:pt x="50" y="0"/>
                  </a:cubicBezTo>
                  <a:cubicBezTo>
                    <a:pt x="0" y="259"/>
                    <a:pt x="0" y="259"/>
                    <a:pt x="0" y="259"/>
                  </a:cubicBezTo>
                  <a:lnTo>
                    <a:pt x="346" y="2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107"/>
            <p:cNvSpPr>
              <a:spLocks/>
            </p:cNvSpPr>
            <p:nvPr/>
          </p:nvSpPr>
          <p:spPr bwMode="auto">
            <a:xfrm>
              <a:off x="1479550" y="3414713"/>
              <a:ext cx="93663" cy="139700"/>
            </a:xfrm>
            <a:custGeom>
              <a:avLst/>
              <a:gdLst>
                <a:gd name="T0" fmla="*/ 0 w 62"/>
                <a:gd name="T1" fmla="*/ 14 h 94"/>
                <a:gd name="T2" fmla="*/ 36 w 62"/>
                <a:gd name="T3" fmla="*/ 94 h 94"/>
                <a:gd name="T4" fmla="*/ 62 w 62"/>
                <a:gd name="T5" fmla="*/ 69 h 94"/>
                <a:gd name="T6" fmla="*/ 31 w 62"/>
                <a:gd name="T7" fmla="*/ 0 h 94"/>
                <a:gd name="T8" fmla="*/ 0 w 62"/>
                <a:gd name="T9" fmla="*/ 14 h 94"/>
              </a:gdLst>
              <a:ahLst/>
              <a:cxnLst>
                <a:cxn ang="0">
                  <a:pos x="T0" y="T1"/>
                </a:cxn>
                <a:cxn ang="0">
                  <a:pos x="T2" y="T3"/>
                </a:cxn>
                <a:cxn ang="0">
                  <a:pos x="T4" y="T5"/>
                </a:cxn>
                <a:cxn ang="0">
                  <a:pos x="T6" y="T7"/>
                </a:cxn>
                <a:cxn ang="0">
                  <a:pos x="T8" y="T9"/>
                </a:cxn>
              </a:cxnLst>
              <a:rect l="0" t="0" r="r" b="b"/>
              <a:pathLst>
                <a:path w="62" h="94">
                  <a:moveTo>
                    <a:pt x="0" y="14"/>
                  </a:moveTo>
                  <a:cubicBezTo>
                    <a:pt x="36" y="94"/>
                    <a:pt x="36" y="94"/>
                    <a:pt x="36" y="94"/>
                  </a:cubicBezTo>
                  <a:cubicBezTo>
                    <a:pt x="47" y="86"/>
                    <a:pt x="55" y="78"/>
                    <a:pt x="62" y="69"/>
                  </a:cubicBezTo>
                  <a:cubicBezTo>
                    <a:pt x="31" y="0"/>
                    <a:pt x="31" y="0"/>
                    <a:pt x="31" y="0"/>
                  </a:cubicBezTo>
                  <a:lnTo>
                    <a:pt x="0"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108"/>
            <p:cNvSpPr>
              <a:spLocks/>
            </p:cNvSpPr>
            <p:nvPr/>
          </p:nvSpPr>
          <p:spPr bwMode="auto">
            <a:xfrm>
              <a:off x="1431925" y="3617913"/>
              <a:ext cx="200025" cy="109538"/>
            </a:xfrm>
            <a:custGeom>
              <a:avLst/>
              <a:gdLst>
                <a:gd name="T0" fmla="*/ 17 w 133"/>
                <a:gd name="T1" fmla="*/ 73 h 73"/>
                <a:gd name="T2" fmla="*/ 133 w 133"/>
                <a:gd name="T3" fmla="*/ 21 h 73"/>
                <a:gd name="T4" fmla="*/ 124 w 133"/>
                <a:gd name="T5" fmla="*/ 0 h 73"/>
                <a:gd name="T6" fmla="*/ 75 w 133"/>
                <a:gd name="T7" fmla="*/ 35 h 73"/>
                <a:gd name="T8" fmla="*/ 58 w 133"/>
                <a:gd name="T9" fmla="*/ 39 h 73"/>
                <a:gd name="T10" fmla="*/ 28 w 133"/>
                <a:gd name="T11" fmla="*/ 22 h 73"/>
                <a:gd name="T12" fmla="*/ 28 w 133"/>
                <a:gd name="T13" fmla="*/ 21 h 73"/>
                <a:gd name="T14" fmla="*/ 0 w 133"/>
                <a:gd name="T15" fmla="*/ 33 h 73"/>
                <a:gd name="T16" fmla="*/ 17 w 133"/>
                <a:gd name="T17"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73">
                  <a:moveTo>
                    <a:pt x="17" y="73"/>
                  </a:moveTo>
                  <a:cubicBezTo>
                    <a:pt x="133" y="21"/>
                    <a:pt x="133" y="21"/>
                    <a:pt x="133" y="21"/>
                  </a:cubicBezTo>
                  <a:cubicBezTo>
                    <a:pt x="124" y="0"/>
                    <a:pt x="124" y="0"/>
                    <a:pt x="124" y="0"/>
                  </a:cubicBezTo>
                  <a:cubicBezTo>
                    <a:pt x="110" y="12"/>
                    <a:pt x="94" y="24"/>
                    <a:pt x="75" y="35"/>
                  </a:cubicBezTo>
                  <a:cubicBezTo>
                    <a:pt x="69" y="37"/>
                    <a:pt x="64" y="39"/>
                    <a:pt x="58" y="39"/>
                  </a:cubicBezTo>
                  <a:cubicBezTo>
                    <a:pt x="46" y="39"/>
                    <a:pt x="34" y="32"/>
                    <a:pt x="28" y="22"/>
                  </a:cubicBezTo>
                  <a:cubicBezTo>
                    <a:pt x="28" y="22"/>
                    <a:pt x="28" y="21"/>
                    <a:pt x="28" y="21"/>
                  </a:cubicBezTo>
                  <a:cubicBezTo>
                    <a:pt x="0" y="33"/>
                    <a:pt x="0" y="33"/>
                    <a:pt x="0" y="33"/>
                  </a:cubicBezTo>
                  <a:lnTo>
                    <a:pt x="17" y="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109"/>
            <p:cNvSpPr>
              <a:spLocks/>
            </p:cNvSpPr>
            <p:nvPr/>
          </p:nvSpPr>
          <p:spPr bwMode="auto">
            <a:xfrm>
              <a:off x="1271588" y="3368675"/>
              <a:ext cx="252413" cy="312738"/>
            </a:xfrm>
            <a:custGeom>
              <a:avLst/>
              <a:gdLst>
                <a:gd name="T0" fmla="*/ 132 w 168"/>
                <a:gd name="T1" fmla="*/ 180 h 209"/>
                <a:gd name="T2" fmla="*/ 132 w 168"/>
                <a:gd name="T3" fmla="*/ 162 h 209"/>
                <a:gd name="T4" fmla="*/ 148 w 168"/>
                <a:gd name="T5" fmla="*/ 141 h 209"/>
                <a:gd name="T6" fmla="*/ 168 w 168"/>
                <a:gd name="T7" fmla="*/ 129 h 209"/>
                <a:gd name="T8" fmla="*/ 111 w 168"/>
                <a:gd name="T9" fmla="*/ 0 h 209"/>
                <a:gd name="T10" fmla="*/ 0 w 168"/>
                <a:gd name="T11" fmla="*/ 49 h 209"/>
                <a:gd name="T12" fmla="*/ 30 w 168"/>
                <a:gd name="T13" fmla="*/ 53 h 209"/>
                <a:gd name="T14" fmla="*/ 53 w 168"/>
                <a:gd name="T15" fmla="*/ 65 h 209"/>
                <a:gd name="T16" fmla="*/ 61 w 168"/>
                <a:gd name="T17" fmla="*/ 89 h 209"/>
                <a:gd name="T18" fmla="*/ 27 w 168"/>
                <a:gd name="T19" fmla="*/ 121 h 209"/>
                <a:gd name="T20" fmla="*/ 26 w 168"/>
                <a:gd name="T21" fmla="*/ 121 h 209"/>
                <a:gd name="T22" fmla="*/ 65 w 168"/>
                <a:gd name="T23" fmla="*/ 209 h 209"/>
                <a:gd name="T24" fmla="*/ 132 w 168"/>
                <a:gd name="T25" fmla="*/ 18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8" h="209">
                  <a:moveTo>
                    <a:pt x="132" y="180"/>
                  </a:moveTo>
                  <a:cubicBezTo>
                    <a:pt x="130" y="174"/>
                    <a:pt x="130" y="168"/>
                    <a:pt x="132" y="162"/>
                  </a:cubicBezTo>
                  <a:cubicBezTo>
                    <a:pt x="134" y="153"/>
                    <a:pt x="140" y="146"/>
                    <a:pt x="148" y="141"/>
                  </a:cubicBezTo>
                  <a:cubicBezTo>
                    <a:pt x="155" y="137"/>
                    <a:pt x="162" y="133"/>
                    <a:pt x="168" y="129"/>
                  </a:cubicBezTo>
                  <a:cubicBezTo>
                    <a:pt x="111" y="0"/>
                    <a:pt x="111" y="0"/>
                    <a:pt x="111" y="0"/>
                  </a:cubicBezTo>
                  <a:cubicBezTo>
                    <a:pt x="0" y="49"/>
                    <a:pt x="0" y="49"/>
                    <a:pt x="0" y="49"/>
                  </a:cubicBezTo>
                  <a:cubicBezTo>
                    <a:pt x="8" y="51"/>
                    <a:pt x="18" y="52"/>
                    <a:pt x="30" y="53"/>
                  </a:cubicBezTo>
                  <a:cubicBezTo>
                    <a:pt x="39" y="54"/>
                    <a:pt x="47" y="58"/>
                    <a:pt x="53" y="65"/>
                  </a:cubicBezTo>
                  <a:cubicBezTo>
                    <a:pt x="59" y="71"/>
                    <a:pt x="62" y="80"/>
                    <a:pt x="61" y="89"/>
                  </a:cubicBezTo>
                  <a:cubicBezTo>
                    <a:pt x="60" y="107"/>
                    <a:pt x="45" y="121"/>
                    <a:pt x="27" y="121"/>
                  </a:cubicBezTo>
                  <a:cubicBezTo>
                    <a:pt x="27" y="121"/>
                    <a:pt x="26" y="121"/>
                    <a:pt x="26" y="121"/>
                  </a:cubicBezTo>
                  <a:cubicBezTo>
                    <a:pt x="65" y="209"/>
                    <a:pt x="65" y="209"/>
                    <a:pt x="65" y="209"/>
                  </a:cubicBezTo>
                  <a:lnTo>
                    <a:pt x="132" y="1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110"/>
            <p:cNvSpPr>
              <a:spLocks/>
            </p:cNvSpPr>
            <p:nvPr/>
          </p:nvSpPr>
          <p:spPr bwMode="auto">
            <a:xfrm>
              <a:off x="1135063" y="3246438"/>
              <a:ext cx="549275" cy="417513"/>
            </a:xfrm>
            <a:custGeom>
              <a:avLst/>
              <a:gdLst>
                <a:gd name="T0" fmla="*/ 33 w 368"/>
                <a:gd name="T1" fmla="*/ 51 h 279"/>
                <a:gd name="T2" fmla="*/ 11 w 368"/>
                <a:gd name="T3" fmla="*/ 81 h 279"/>
                <a:gd name="T4" fmla="*/ 0 w 368"/>
                <a:gd name="T5" fmla="*/ 119 h 279"/>
                <a:gd name="T6" fmla="*/ 9 w 368"/>
                <a:gd name="T7" fmla="*/ 150 h 279"/>
                <a:gd name="T8" fmla="*/ 50 w 368"/>
                <a:gd name="T9" fmla="*/ 182 h 279"/>
                <a:gd name="T10" fmla="*/ 118 w 368"/>
                <a:gd name="T11" fmla="*/ 195 h 279"/>
                <a:gd name="T12" fmla="*/ 119 w 368"/>
                <a:gd name="T13" fmla="*/ 195 h 279"/>
                <a:gd name="T14" fmla="*/ 145 w 368"/>
                <a:gd name="T15" fmla="*/ 171 h 279"/>
                <a:gd name="T16" fmla="*/ 121 w 368"/>
                <a:gd name="T17" fmla="*/ 143 h 279"/>
                <a:gd name="T18" fmla="*/ 60 w 368"/>
                <a:gd name="T19" fmla="*/ 129 h 279"/>
                <a:gd name="T20" fmla="*/ 53 w 368"/>
                <a:gd name="T21" fmla="*/ 123 h 279"/>
                <a:gd name="T22" fmla="*/ 52 w 368"/>
                <a:gd name="T23" fmla="*/ 119 h 279"/>
                <a:gd name="T24" fmla="*/ 56 w 368"/>
                <a:gd name="T25" fmla="*/ 106 h 279"/>
                <a:gd name="T26" fmla="*/ 71 w 368"/>
                <a:gd name="T27" fmla="*/ 87 h 279"/>
                <a:gd name="T28" fmla="*/ 71 w 368"/>
                <a:gd name="T29" fmla="*/ 87 h 279"/>
                <a:gd name="T30" fmla="*/ 85 w 368"/>
                <a:gd name="T31" fmla="*/ 74 h 279"/>
                <a:gd name="T32" fmla="*/ 76 w 368"/>
                <a:gd name="T33" fmla="*/ 92 h 279"/>
                <a:gd name="T34" fmla="*/ 70 w 368"/>
                <a:gd name="T35" fmla="*/ 100 h 279"/>
                <a:gd name="T36" fmla="*/ 65 w 368"/>
                <a:gd name="T37" fmla="*/ 123 h 279"/>
                <a:gd name="T38" fmla="*/ 79 w 368"/>
                <a:gd name="T39" fmla="*/ 128 h 279"/>
                <a:gd name="T40" fmla="*/ 207 w 368"/>
                <a:gd name="T41" fmla="*/ 72 h 279"/>
                <a:gd name="T42" fmla="*/ 228 w 368"/>
                <a:gd name="T43" fmla="*/ 118 h 279"/>
                <a:gd name="T44" fmla="*/ 266 w 368"/>
                <a:gd name="T45" fmla="*/ 101 h 279"/>
                <a:gd name="T46" fmla="*/ 291 w 368"/>
                <a:gd name="T47" fmla="*/ 158 h 279"/>
                <a:gd name="T48" fmla="*/ 276 w 368"/>
                <a:gd name="T49" fmla="*/ 80 h 279"/>
                <a:gd name="T50" fmla="*/ 286 w 368"/>
                <a:gd name="T51" fmla="*/ 89 h 279"/>
                <a:gd name="T52" fmla="*/ 297 w 368"/>
                <a:gd name="T53" fmla="*/ 101 h 279"/>
                <a:gd name="T54" fmla="*/ 308 w 368"/>
                <a:gd name="T55" fmla="*/ 117 h 279"/>
                <a:gd name="T56" fmla="*/ 308 w 368"/>
                <a:gd name="T57" fmla="*/ 117 h 279"/>
                <a:gd name="T58" fmla="*/ 316 w 368"/>
                <a:gd name="T59" fmla="*/ 146 h 279"/>
                <a:gd name="T60" fmla="*/ 302 w 368"/>
                <a:gd name="T61" fmla="*/ 183 h 279"/>
                <a:gd name="T62" fmla="*/ 244 w 368"/>
                <a:gd name="T63" fmla="*/ 230 h 279"/>
                <a:gd name="T64" fmla="*/ 234 w 368"/>
                <a:gd name="T65" fmla="*/ 266 h 279"/>
                <a:gd name="T66" fmla="*/ 257 w 368"/>
                <a:gd name="T67" fmla="*/ 279 h 279"/>
                <a:gd name="T68" fmla="*/ 270 w 368"/>
                <a:gd name="T69" fmla="*/ 276 h 279"/>
                <a:gd name="T70" fmla="*/ 344 w 368"/>
                <a:gd name="T71" fmla="*/ 214 h 279"/>
                <a:gd name="T72" fmla="*/ 368 w 368"/>
                <a:gd name="T73" fmla="*/ 146 h 279"/>
                <a:gd name="T74" fmla="*/ 354 w 368"/>
                <a:gd name="T75" fmla="*/ 93 h 279"/>
                <a:gd name="T76" fmla="*/ 354 w 368"/>
                <a:gd name="T77" fmla="*/ 92 h 279"/>
                <a:gd name="T78" fmla="*/ 341 w 368"/>
                <a:gd name="T79" fmla="*/ 72 h 279"/>
                <a:gd name="T80" fmla="*/ 298 w 368"/>
                <a:gd name="T81" fmla="*/ 32 h 279"/>
                <a:gd name="T82" fmla="*/ 272 w 368"/>
                <a:gd name="T83" fmla="*/ 17 h 279"/>
                <a:gd name="T84" fmla="*/ 267 w 368"/>
                <a:gd name="T85" fmla="*/ 15 h 279"/>
                <a:gd name="T86" fmla="*/ 249 w 368"/>
                <a:gd name="T87" fmla="*/ 9 h 279"/>
                <a:gd name="T88" fmla="*/ 175 w 368"/>
                <a:gd name="T89" fmla="*/ 0 h 279"/>
                <a:gd name="T90" fmla="*/ 121 w 368"/>
                <a:gd name="T91" fmla="*/ 4 h 279"/>
                <a:gd name="T92" fmla="*/ 120 w 368"/>
                <a:gd name="T93" fmla="*/ 4 h 279"/>
                <a:gd name="T94" fmla="*/ 120 w 368"/>
                <a:gd name="T95" fmla="*/ 4 h 279"/>
                <a:gd name="T96" fmla="*/ 78 w 368"/>
                <a:gd name="T97" fmla="*/ 17 h 279"/>
                <a:gd name="T98" fmla="*/ 74 w 368"/>
                <a:gd name="T99" fmla="*/ 19 h 279"/>
                <a:gd name="T100" fmla="*/ 51 w 368"/>
                <a:gd name="T101" fmla="*/ 35 h 279"/>
                <a:gd name="T102" fmla="*/ 33 w 368"/>
                <a:gd name="T103" fmla="*/ 51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68" h="279">
                  <a:moveTo>
                    <a:pt x="33" y="51"/>
                  </a:moveTo>
                  <a:cubicBezTo>
                    <a:pt x="24" y="60"/>
                    <a:pt x="17" y="70"/>
                    <a:pt x="11" y="81"/>
                  </a:cubicBezTo>
                  <a:cubicBezTo>
                    <a:pt x="5" y="92"/>
                    <a:pt x="0" y="105"/>
                    <a:pt x="0" y="119"/>
                  </a:cubicBezTo>
                  <a:cubicBezTo>
                    <a:pt x="0" y="129"/>
                    <a:pt x="3" y="140"/>
                    <a:pt x="9" y="150"/>
                  </a:cubicBezTo>
                  <a:cubicBezTo>
                    <a:pt x="17" y="164"/>
                    <a:pt x="32" y="175"/>
                    <a:pt x="50" y="182"/>
                  </a:cubicBezTo>
                  <a:cubicBezTo>
                    <a:pt x="68" y="189"/>
                    <a:pt x="90" y="193"/>
                    <a:pt x="118" y="195"/>
                  </a:cubicBezTo>
                  <a:cubicBezTo>
                    <a:pt x="118" y="195"/>
                    <a:pt x="119" y="195"/>
                    <a:pt x="119" y="195"/>
                  </a:cubicBezTo>
                  <a:cubicBezTo>
                    <a:pt x="133" y="195"/>
                    <a:pt x="144" y="184"/>
                    <a:pt x="145" y="171"/>
                  </a:cubicBezTo>
                  <a:cubicBezTo>
                    <a:pt x="146" y="156"/>
                    <a:pt x="135" y="144"/>
                    <a:pt x="121" y="143"/>
                  </a:cubicBezTo>
                  <a:cubicBezTo>
                    <a:pt x="89" y="141"/>
                    <a:pt x="69" y="135"/>
                    <a:pt x="60" y="129"/>
                  </a:cubicBezTo>
                  <a:cubicBezTo>
                    <a:pt x="56" y="126"/>
                    <a:pt x="54" y="124"/>
                    <a:pt x="53" y="123"/>
                  </a:cubicBezTo>
                  <a:cubicBezTo>
                    <a:pt x="52" y="122"/>
                    <a:pt x="52" y="121"/>
                    <a:pt x="52" y="119"/>
                  </a:cubicBezTo>
                  <a:cubicBezTo>
                    <a:pt x="52" y="116"/>
                    <a:pt x="53" y="112"/>
                    <a:pt x="56" y="106"/>
                  </a:cubicBezTo>
                  <a:cubicBezTo>
                    <a:pt x="59" y="100"/>
                    <a:pt x="64" y="93"/>
                    <a:pt x="71" y="87"/>
                  </a:cubicBezTo>
                  <a:cubicBezTo>
                    <a:pt x="71" y="87"/>
                    <a:pt x="71" y="87"/>
                    <a:pt x="71" y="87"/>
                  </a:cubicBezTo>
                  <a:cubicBezTo>
                    <a:pt x="75" y="82"/>
                    <a:pt x="80" y="78"/>
                    <a:pt x="85" y="74"/>
                  </a:cubicBezTo>
                  <a:cubicBezTo>
                    <a:pt x="84" y="81"/>
                    <a:pt x="81" y="87"/>
                    <a:pt x="76" y="92"/>
                  </a:cubicBezTo>
                  <a:cubicBezTo>
                    <a:pt x="74" y="95"/>
                    <a:pt x="72" y="98"/>
                    <a:pt x="70" y="100"/>
                  </a:cubicBezTo>
                  <a:cubicBezTo>
                    <a:pt x="65" y="123"/>
                    <a:pt x="65" y="123"/>
                    <a:pt x="65" y="123"/>
                  </a:cubicBezTo>
                  <a:cubicBezTo>
                    <a:pt x="68" y="125"/>
                    <a:pt x="73" y="127"/>
                    <a:pt x="79" y="128"/>
                  </a:cubicBezTo>
                  <a:cubicBezTo>
                    <a:pt x="207" y="72"/>
                    <a:pt x="207" y="72"/>
                    <a:pt x="207" y="72"/>
                  </a:cubicBezTo>
                  <a:cubicBezTo>
                    <a:pt x="228" y="118"/>
                    <a:pt x="228" y="118"/>
                    <a:pt x="228" y="118"/>
                  </a:cubicBezTo>
                  <a:cubicBezTo>
                    <a:pt x="266" y="101"/>
                    <a:pt x="266" y="101"/>
                    <a:pt x="266" y="101"/>
                  </a:cubicBezTo>
                  <a:cubicBezTo>
                    <a:pt x="291" y="158"/>
                    <a:pt x="291" y="158"/>
                    <a:pt x="291" y="158"/>
                  </a:cubicBezTo>
                  <a:cubicBezTo>
                    <a:pt x="276" y="80"/>
                    <a:pt x="276" y="80"/>
                    <a:pt x="276" y="80"/>
                  </a:cubicBezTo>
                  <a:cubicBezTo>
                    <a:pt x="280" y="83"/>
                    <a:pt x="283" y="86"/>
                    <a:pt x="286" y="89"/>
                  </a:cubicBezTo>
                  <a:cubicBezTo>
                    <a:pt x="290" y="93"/>
                    <a:pt x="294" y="97"/>
                    <a:pt x="297" y="101"/>
                  </a:cubicBezTo>
                  <a:cubicBezTo>
                    <a:pt x="301" y="106"/>
                    <a:pt x="305" y="111"/>
                    <a:pt x="308" y="117"/>
                  </a:cubicBezTo>
                  <a:cubicBezTo>
                    <a:pt x="308" y="117"/>
                    <a:pt x="308" y="117"/>
                    <a:pt x="308" y="117"/>
                  </a:cubicBezTo>
                  <a:cubicBezTo>
                    <a:pt x="313" y="126"/>
                    <a:pt x="316" y="136"/>
                    <a:pt x="316" y="146"/>
                  </a:cubicBezTo>
                  <a:cubicBezTo>
                    <a:pt x="316" y="157"/>
                    <a:pt x="312" y="169"/>
                    <a:pt x="302" y="183"/>
                  </a:cubicBezTo>
                  <a:cubicBezTo>
                    <a:pt x="291" y="197"/>
                    <a:pt x="273" y="214"/>
                    <a:pt x="244" y="230"/>
                  </a:cubicBezTo>
                  <a:cubicBezTo>
                    <a:pt x="231" y="238"/>
                    <a:pt x="227" y="253"/>
                    <a:pt x="234" y="266"/>
                  </a:cubicBezTo>
                  <a:cubicBezTo>
                    <a:pt x="239" y="274"/>
                    <a:pt x="248" y="279"/>
                    <a:pt x="257" y="279"/>
                  </a:cubicBezTo>
                  <a:cubicBezTo>
                    <a:pt x="261" y="279"/>
                    <a:pt x="266" y="278"/>
                    <a:pt x="270" y="276"/>
                  </a:cubicBezTo>
                  <a:cubicBezTo>
                    <a:pt x="303" y="256"/>
                    <a:pt x="328" y="236"/>
                    <a:pt x="344" y="214"/>
                  </a:cubicBezTo>
                  <a:cubicBezTo>
                    <a:pt x="360" y="192"/>
                    <a:pt x="368" y="168"/>
                    <a:pt x="368" y="146"/>
                  </a:cubicBezTo>
                  <a:cubicBezTo>
                    <a:pt x="368" y="126"/>
                    <a:pt x="362" y="108"/>
                    <a:pt x="354" y="93"/>
                  </a:cubicBezTo>
                  <a:cubicBezTo>
                    <a:pt x="354" y="93"/>
                    <a:pt x="354" y="93"/>
                    <a:pt x="354" y="92"/>
                  </a:cubicBezTo>
                  <a:cubicBezTo>
                    <a:pt x="350" y="85"/>
                    <a:pt x="346" y="78"/>
                    <a:pt x="341" y="72"/>
                  </a:cubicBezTo>
                  <a:cubicBezTo>
                    <a:pt x="328" y="56"/>
                    <a:pt x="313" y="42"/>
                    <a:pt x="298" y="32"/>
                  </a:cubicBezTo>
                  <a:cubicBezTo>
                    <a:pt x="290" y="26"/>
                    <a:pt x="281" y="21"/>
                    <a:pt x="272" y="17"/>
                  </a:cubicBezTo>
                  <a:cubicBezTo>
                    <a:pt x="270" y="16"/>
                    <a:pt x="269" y="16"/>
                    <a:pt x="267" y="15"/>
                  </a:cubicBezTo>
                  <a:cubicBezTo>
                    <a:pt x="261" y="12"/>
                    <a:pt x="255" y="10"/>
                    <a:pt x="249" y="9"/>
                  </a:cubicBezTo>
                  <a:cubicBezTo>
                    <a:pt x="234" y="5"/>
                    <a:pt x="210" y="0"/>
                    <a:pt x="175" y="0"/>
                  </a:cubicBezTo>
                  <a:cubicBezTo>
                    <a:pt x="153" y="0"/>
                    <a:pt x="135" y="2"/>
                    <a:pt x="121" y="4"/>
                  </a:cubicBezTo>
                  <a:cubicBezTo>
                    <a:pt x="121" y="4"/>
                    <a:pt x="121" y="4"/>
                    <a:pt x="120" y="4"/>
                  </a:cubicBezTo>
                  <a:cubicBezTo>
                    <a:pt x="120" y="4"/>
                    <a:pt x="120" y="4"/>
                    <a:pt x="120" y="4"/>
                  </a:cubicBezTo>
                  <a:cubicBezTo>
                    <a:pt x="105" y="5"/>
                    <a:pt x="91" y="10"/>
                    <a:pt x="78" y="17"/>
                  </a:cubicBezTo>
                  <a:cubicBezTo>
                    <a:pt x="76" y="18"/>
                    <a:pt x="75" y="18"/>
                    <a:pt x="74" y="19"/>
                  </a:cubicBezTo>
                  <a:cubicBezTo>
                    <a:pt x="66" y="23"/>
                    <a:pt x="58" y="29"/>
                    <a:pt x="51" y="35"/>
                  </a:cubicBezTo>
                  <a:cubicBezTo>
                    <a:pt x="45" y="40"/>
                    <a:pt x="39" y="45"/>
                    <a:pt x="33"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17" name="组合 116"/>
          <p:cNvGrpSpPr/>
          <p:nvPr/>
        </p:nvGrpSpPr>
        <p:grpSpPr>
          <a:xfrm>
            <a:off x="4502150" y="5149850"/>
            <a:ext cx="1366837" cy="1050925"/>
            <a:chOff x="4502150" y="5149850"/>
            <a:chExt cx="1366837" cy="1050925"/>
          </a:xfrm>
          <a:solidFill>
            <a:schemeClr val="tx1">
              <a:lumMod val="65000"/>
              <a:lumOff val="35000"/>
            </a:schemeClr>
          </a:solidFill>
        </p:grpSpPr>
        <p:sp>
          <p:nvSpPr>
            <p:cNvPr id="118" name="Freeform 5"/>
            <p:cNvSpPr>
              <a:spLocks/>
            </p:cNvSpPr>
            <p:nvPr/>
          </p:nvSpPr>
          <p:spPr bwMode="auto">
            <a:xfrm>
              <a:off x="5656263" y="5918200"/>
              <a:ext cx="119062" cy="277812"/>
            </a:xfrm>
            <a:custGeom>
              <a:avLst/>
              <a:gdLst>
                <a:gd name="T0" fmla="*/ 0 w 129"/>
                <a:gd name="T1" fmla="*/ 0 h 302"/>
                <a:gd name="T2" fmla="*/ 1 w 129"/>
                <a:gd name="T3" fmla="*/ 0 h 302"/>
                <a:gd name="T4" fmla="*/ 8 w 129"/>
                <a:gd name="T5" fmla="*/ 47 h 302"/>
                <a:gd name="T6" fmla="*/ 110 w 129"/>
                <a:gd name="T7" fmla="*/ 196 h 302"/>
                <a:gd name="T8" fmla="*/ 93 w 129"/>
                <a:gd name="T9" fmla="*/ 282 h 302"/>
                <a:gd name="T10" fmla="*/ 7 w 129"/>
                <a:gd name="T11" fmla="*/ 266 h 302"/>
                <a:gd name="T12" fmla="*/ 4 w 129"/>
                <a:gd name="T13" fmla="*/ 262 h 302"/>
                <a:gd name="T14" fmla="*/ 7 w 129"/>
                <a:gd name="T15" fmla="*/ 236 h 302"/>
                <a:gd name="T16" fmla="*/ 0 w 129"/>
                <a:gd name="T17" fmla="*/ 0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9" h="302">
                  <a:moveTo>
                    <a:pt x="0" y="0"/>
                  </a:moveTo>
                  <a:cubicBezTo>
                    <a:pt x="1" y="0"/>
                    <a:pt x="1" y="0"/>
                    <a:pt x="1" y="0"/>
                  </a:cubicBezTo>
                  <a:cubicBezTo>
                    <a:pt x="8" y="47"/>
                    <a:pt x="8" y="47"/>
                    <a:pt x="8" y="47"/>
                  </a:cubicBezTo>
                  <a:cubicBezTo>
                    <a:pt x="110" y="196"/>
                    <a:pt x="110" y="196"/>
                    <a:pt x="110" y="196"/>
                  </a:cubicBezTo>
                  <a:cubicBezTo>
                    <a:pt x="129" y="224"/>
                    <a:pt x="122" y="263"/>
                    <a:pt x="93" y="282"/>
                  </a:cubicBezTo>
                  <a:cubicBezTo>
                    <a:pt x="65" y="302"/>
                    <a:pt x="26" y="294"/>
                    <a:pt x="7" y="266"/>
                  </a:cubicBezTo>
                  <a:cubicBezTo>
                    <a:pt x="4" y="262"/>
                    <a:pt x="4" y="262"/>
                    <a:pt x="4" y="262"/>
                  </a:cubicBezTo>
                  <a:cubicBezTo>
                    <a:pt x="6" y="254"/>
                    <a:pt x="8" y="245"/>
                    <a:pt x="7" y="236"/>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6"/>
            <p:cNvSpPr>
              <a:spLocks/>
            </p:cNvSpPr>
            <p:nvPr/>
          </p:nvSpPr>
          <p:spPr bwMode="auto">
            <a:xfrm>
              <a:off x="5235575" y="5368925"/>
              <a:ext cx="633412" cy="827087"/>
            </a:xfrm>
            <a:custGeom>
              <a:avLst/>
              <a:gdLst>
                <a:gd name="T0" fmla="*/ 169 w 688"/>
                <a:gd name="T1" fmla="*/ 217 h 898"/>
                <a:gd name="T2" fmla="*/ 260 w 688"/>
                <a:gd name="T3" fmla="*/ 73 h 898"/>
                <a:gd name="T4" fmla="*/ 241 w 688"/>
                <a:gd name="T5" fmla="*/ 78 h 898"/>
                <a:gd name="T6" fmla="*/ 219 w 688"/>
                <a:gd name="T7" fmla="*/ 112 h 898"/>
                <a:gd name="T8" fmla="*/ 277 w 688"/>
                <a:gd name="T9" fmla="*/ 15 h 898"/>
                <a:gd name="T10" fmla="*/ 393 w 688"/>
                <a:gd name="T11" fmla="*/ 50 h 898"/>
                <a:gd name="T12" fmla="*/ 393 w 688"/>
                <a:gd name="T13" fmla="*/ 50 h 898"/>
                <a:gd name="T14" fmla="*/ 687 w 688"/>
                <a:gd name="T15" fmla="*/ 487 h 898"/>
                <a:gd name="T16" fmla="*/ 687 w 688"/>
                <a:gd name="T17" fmla="*/ 487 h 898"/>
                <a:gd name="T18" fmla="*/ 688 w 688"/>
                <a:gd name="T19" fmla="*/ 492 h 898"/>
                <a:gd name="T20" fmla="*/ 684 w 688"/>
                <a:gd name="T21" fmla="*/ 499 h 898"/>
                <a:gd name="T22" fmla="*/ 684 w 688"/>
                <a:gd name="T23" fmla="*/ 499 h 898"/>
                <a:gd name="T24" fmla="*/ 684 w 688"/>
                <a:gd name="T25" fmla="*/ 499 h 898"/>
                <a:gd name="T26" fmla="*/ 442 w 688"/>
                <a:gd name="T27" fmla="*/ 587 h 898"/>
                <a:gd name="T28" fmla="*/ 450 w 688"/>
                <a:gd name="T29" fmla="*/ 833 h 898"/>
                <a:gd name="T30" fmla="*/ 390 w 688"/>
                <a:gd name="T31" fmla="*/ 897 h 898"/>
                <a:gd name="T32" fmla="*/ 325 w 688"/>
                <a:gd name="T33" fmla="*/ 837 h 898"/>
                <a:gd name="T34" fmla="*/ 318 w 688"/>
                <a:gd name="T35" fmla="*/ 624 h 898"/>
                <a:gd name="T36" fmla="*/ 281 w 688"/>
                <a:gd name="T37" fmla="*/ 634 h 898"/>
                <a:gd name="T38" fmla="*/ 278 w 688"/>
                <a:gd name="T39" fmla="*/ 635 h 898"/>
                <a:gd name="T40" fmla="*/ 270 w 688"/>
                <a:gd name="T41" fmla="*/ 627 h 898"/>
                <a:gd name="T42" fmla="*/ 275 w 688"/>
                <a:gd name="T43" fmla="*/ 308 h 898"/>
                <a:gd name="T44" fmla="*/ 264 w 688"/>
                <a:gd name="T45" fmla="*/ 272 h 898"/>
                <a:gd name="T46" fmla="*/ 346 w 688"/>
                <a:gd name="T47" fmla="*/ 145 h 898"/>
                <a:gd name="T48" fmla="*/ 342 w 688"/>
                <a:gd name="T49" fmla="*/ 125 h 898"/>
                <a:gd name="T50" fmla="*/ 342 w 688"/>
                <a:gd name="T51" fmla="*/ 125 h 898"/>
                <a:gd name="T52" fmla="*/ 341 w 688"/>
                <a:gd name="T53" fmla="*/ 125 h 898"/>
                <a:gd name="T54" fmla="*/ 241 w 688"/>
                <a:gd name="T55" fmla="*/ 281 h 898"/>
                <a:gd name="T56" fmla="*/ 241 w 688"/>
                <a:gd name="T57" fmla="*/ 281 h 898"/>
                <a:gd name="T58" fmla="*/ 241 w 688"/>
                <a:gd name="T59" fmla="*/ 282 h 898"/>
                <a:gd name="T60" fmla="*/ 217 w 688"/>
                <a:gd name="T61" fmla="*/ 301 h 898"/>
                <a:gd name="T62" fmla="*/ 217 w 688"/>
                <a:gd name="T63" fmla="*/ 301 h 898"/>
                <a:gd name="T64" fmla="*/ 70 w 688"/>
                <a:gd name="T65" fmla="*/ 360 h 898"/>
                <a:gd name="T66" fmla="*/ 9 w 688"/>
                <a:gd name="T67" fmla="*/ 331 h 898"/>
                <a:gd name="T68" fmla="*/ 37 w 688"/>
                <a:gd name="T69" fmla="*/ 269 h 898"/>
                <a:gd name="T70" fmla="*/ 169 w 688"/>
                <a:gd name="T71" fmla="*/ 217 h 8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88" h="898">
                  <a:moveTo>
                    <a:pt x="169" y="217"/>
                  </a:moveTo>
                  <a:cubicBezTo>
                    <a:pt x="260" y="73"/>
                    <a:pt x="260" y="73"/>
                    <a:pt x="260" y="73"/>
                  </a:cubicBezTo>
                  <a:cubicBezTo>
                    <a:pt x="254" y="69"/>
                    <a:pt x="245" y="71"/>
                    <a:pt x="241" y="78"/>
                  </a:cubicBezTo>
                  <a:cubicBezTo>
                    <a:pt x="219" y="112"/>
                    <a:pt x="219" y="112"/>
                    <a:pt x="219" y="112"/>
                  </a:cubicBezTo>
                  <a:cubicBezTo>
                    <a:pt x="213" y="71"/>
                    <a:pt x="237" y="30"/>
                    <a:pt x="277" y="15"/>
                  </a:cubicBezTo>
                  <a:cubicBezTo>
                    <a:pt x="319" y="0"/>
                    <a:pt x="370" y="15"/>
                    <a:pt x="393" y="50"/>
                  </a:cubicBezTo>
                  <a:cubicBezTo>
                    <a:pt x="393" y="50"/>
                    <a:pt x="393" y="50"/>
                    <a:pt x="393" y="50"/>
                  </a:cubicBezTo>
                  <a:cubicBezTo>
                    <a:pt x="687" y="487"/>
                    <a:pt x="687" y="487"/>
                    <a:pt x="687" y="487"/>
                  </a:cubicBezTo>
                  <a:cubicBezTo>
                    <a:pt x="687" y="487"/>
                    <a:pt x="687" y="487"/>
                    <a:pt x="687" y="487"/>
                  </a:cubicBezTo>
                  <a:cubicBezTo>
                    <a:pt x="688" y="489"/>
                    <a:pt x="688" y="490"/>
                    <a:pt x="688" y="492"/>
                  </a:cubicBezTo>
                  <a:cubicBezTo>
                    <a:pt x="688" y="495"/>
                    <a:pt x="687" y="498"/>
                    <a:pt x="684" y="499"/>
                  </a:cubicBezTo>
                  <a:cubicBezTo>
                    <a:pt x="684" y="499"/>
                    <a:pt x="684" y="499"/>
                    <a:pt x="684" y="499"/>
                  </a:cubicBezTo>
                  <a:cubicBezTo>
                    <a:pt x="684" y="499"/>
                    <a:pt x="684" y="499"/>
                    <a:pt x="684" y="499"/>
                  </a:cubicBezTo>
                  <a:cubicBezTo>
                    <a:pt x="684" y="500"/>
                    <a:pt x="442" y="587"/>
                    <a:pt x="442" y="587"/>
                  </a:cubicBezTo>
                  <a:cubicBezTo>
                    <a:pt x="450" y="833"/>
                    <a:pt x="450" y="833"/>
                    <a:pt x="450" y="833"/>
                  </a:cubicBezTo>
                  <a:cubicBezTo>
                    <a:pt x="451" y="867"/>
                    <a:pt x="424" y="896"/>
                    <a:pt x="390" y="897"/>
                  </a:cubicBezTo>
                  <a:cubicBezTo>
                    <a:pt x="355" y="898"/>
                    <a:pt x="326" y="871"/>
                    <a:pt x="325" y="837"/>
                  </a:cubicBezTo>
                  <a:cubicBezTo>
                    <a:pt x="318" y="624"/>
                    <a:pt x="318" y="624"/>
                    <a:pt x="318" y="624"/>
                  </a:cubicBezTo>
                  <a:cubicBezTo>
                    <a:pt x="281" y="634"/>
                    <a:pt x="281" y="634"/>
                    <a:pt x="281" y="634"/>
                  </a:cubicBezTo>
                  <a:cubicBezTo>
                    <a:pt x="280" y="634"/>
                    <a:pt x="279" y="634"/>
                    <a:pt x="278" y="635"/>
                  </a:cubicBezTo>
                  <a:cubicBezTo>
                    <a:pt x="274" y="635"/>
                    <a:pt x="270" y="631"/>
                    <a:pt x="270" y="627"/>
                  </a:cubicBezTo>
                  <a:cubicBezTo>
                    <a:pt x="275" y="308"/>
                    <a:pt x="275" y="308"/>
                    <a:pt x="275" y="308"/>
                  </a:cubicBezTo>
                  <a:cubicBezTo>
                    <a:pt x="264" y="272"/>
                    <a:pt x="264" y="272"/>
                    <a:pt x="264" y="272"/>
                  </a:cubicBezTo>
                  <a:cubicBezTo>
                    <a:pt x="267" y="267"/>
                    <a:pt x="346" y="145"/>
                    <a:pt x="346" y="145"/>
                  </a:cubicBezTo>
                  <a:cubicBezTo>
                    <a:pt x="350" y="138"/>
                    <a:pt x="348" y="130"/>
                    <a:pt x="342" y="125"/>
                  </a:cubicBezTo>
                  <a:cubicBezTo>
                    <a:pt x="342" y="125"/>
                    <a:pt x="342" y="125"/>
                    <a:pt x="342" y="125"/>
                  </a:cubicBezTo>
                  <a:cubicBezTo>
                    <a:pt x="342" y="125"/>
                    <a:pt x="342" y="125"/>
                    <a:pt x="341" y="125"/>
                  </a:cubicBezTo>
                  <a:cubicBezTo>
                    <a:pt x="324" y="152"/>
                    <a:pt x="241" y="281"/>
                    <a:pt x="241" y="281"/>
                  </a:cubicBezTo>
                  <a:cubicBezTo>
                    <a:pt x="241" y="281"/>
                    <a:pt x="241" y="281"/>
                    <a:pt x="241" y="281"/>
                  </a:cubicBezTo>
                  <a:cubicBezTo>
                    <a:pt x="241" y="281"/>
                    <a:pt x="241" y="281"/>
                    <a:pt x="241" y="282"/>
                  </a:cubicBezTo>
                  <a:cubicBezTo>
                    <a:pt x="235" y="291"/>
                    <a:pt x="227" y="297"/>
                    <a:pt x="217" y="301"/>
                  </a:cubicBezTo>
                  <a:cubicBezTo>
                    <a:pt x="217" y="301"/>
                    <a:pt x="217" y="301"/>
                    <a:pt x="217" y="301"/>
                  </a:cubicBezTo>
                  <a:cubicBezTo>
                    <a:pt x="217" y="301"/>
                    <a:pt x="70" y="360"/>
                    <a:pt x="70" y="360"/>
                  </a:cubicBezTo>
                  <a:cubicBezTo>
                    <a:pt x="45" y="369"/>
                    <a:pt x="18" y="356"/>
                    <a:pt x="9" y="331"/>
                  </a:cubicBezTo>
                  <a:cubicBezTo>
                    <a:pt x="0" y="306"/>
                    <a:pt x="12" y="278"/>
                    <a:pt x="37" y="269"/>
                  </a:cubicBezTo>
                  <a:cubicBezTo>
                    <a:pt x="37" y="269"/>
                    <a:pt x="169" y="217"/>
                    <a:pt x="169" y="2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7"/>
            <p:cNvSpPr>
              <a:spLocks/>
            </p:cNvSpPr>
            <p:nvPr/>
          </p:nvSpPr>
          <p:spPr bwMode="auto">
            <a:xfrm>
              <a:off x="5321300" y="5149850"/>
              <a:ext cx="331787" cy="239712"/>
            </a:xfrm>
            <a:custGeom>
              <a:avLst/>
              <a:gdLst>
                <a:gd name="T0" fmla="*/ 278 w 361"/>
                <a:gd name="T1" fmla="*/ 74 h 260"/>
                <a:gd name="T2" fmla="*/ 232 w 361"/>
                <a:gd name="T3" fmla="*/ 73 h 260"/>
                <a:gd name="T4" fmla="*/ 240 w 361"/>
                <a:gd name="T5" fmla="*/ 90 h 260"/>
                <a:gd name="T6" fmla="*/ 170 w 361"/>
                <a:gd name="T7" fmla="*/ 238 h 260"/>
                <a:gd name="T8" fmla="*/ 21 w 361"/>
                <a:gd name="T9" fmla="*/ 169 h 260"/>
                <a:gd name="T10" fmla="*/ 91 w 361"/>
                <a:gd name="T11" fmla="*/ 20 h 260"/>
                <a:gd name="T12" fmla="*/ 217 w 361"/>
                <a:gd name="T13" fmla="*/ 52 h 260"/>
                <a:gd name="T14" fmla="*/ 321 w 361"/>
                <a:gd name="T15" fmla="*/ 26 h 260"/>
                <a:gd name="T16" fmla="*/ 324 w 361"/>
                <a:gd name="T17" fmla="*/ 123 h 260"/>
                <a:gd name="T18" fmla="*/ 278 w 361"/>
                <a:gd name="T19" fmla="*/ 74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1" h="260">
                  <a:moveTo>
                    <a:pt x="278" y="74"/>
                  </a:moveTo>
                  <a:cubicBezTo>
                    <a:pt x="262" y="68"/>
                    <a:pt x="246" y="68"/>
                    <a:pt x="232" y="73"/>
                  </a:cubicBezTo>
                  <a:cubicBezTo>
                    <a:pt x="235" y="79"/>
                    <a:pt x="238" y="84"/>
                    <a:pt x="240" y="90"/>
                  </a:cubicBezTo>
                  <a:cubicBezTo>
                    <a:pt x="261" y="150"/>
                    <a:pt x="230" y="217"/>
                    <a:pt x="170" y="238"/>
                  </a:cubicBezTo>
                  <a:cubicBezTo>
                    <a:pt x="110" y="260"/>
                    <a:pt x="43" y="229"/>
                    <a:pt x="21" y="169"/>
                  </a:cubicBezTo>
                  <a:cubicBezTo>
                    <a:pt x="0" y="109"/>
                    <a:pt x="31" y="42"/>
                    <a:pt x="91" y="20"/>
                  </a:cubicBezTo>
                  <a:cubicBezTo>
                    <a:pt x="137" y="3"/>
                    <a:pt x="187" y="18"/>
                    <a:pt x="217" y="52"/>
                  </a:cubicBezTo>
                  <a:cubicBezTo>
                    <a:pt x="242" y="19"/>
                    <a:pt x="288" y="0"/>
                    <a:pt x="321" y="26"/>
                  </a:cubicBezTo>
                  <a:cubicBezTo>
                    <a:pt x="361" y="58"/>
                    <a:pt x="324" y="123"/>
                    <a:pt x="324" y="123"/>
                  </a:cubicBezTo>
                  <a:cubicBezTo>
                    <a:pt x="316" y="90"/>
                    <a:pt x="292" y="80"/>
                    <a:pt x="278"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8"/>
            <p:cNvSpPr>
              <a:spLocks/>
            </p:cNvSpPr>
            <p:nvPr/>
          </p:nvSpPr>
          <p:spPr bwMode="auto">
            <a:xfrm>
              <a:off x="4591050" y="5451475"/>
              <a:ext cx="266700" cy="193675"/>
            </a:xfrm>
            <a:custGeom>
              <a:avLst/>
              <a:gdLst>
                <a:gd name="T0" fmla="*/ 167 w 291"/>
                <a:gd name="T1" fmla="*/ 199 h 210"/>
                <a:gd name="T2" fmla="*/ 90 w 291"/>
                <a:gd name="T3" fmla="*/ 94 h 210"/>
                <a:gd name="T4" fmla="*/ 44 w 291"/>
                <a:gd name="T5" fmla="*/ 107 h 210"/>
                <a:gd name="T6" fmla="*/ 30 w 291"/>
                <a:gd name="T7" fmla="*/ 120 h 210"/>
                <a:gd name="T8" fmla="*/ 0 w 291"/>
                <a:gd name="T9" fmla="*/ 90 h 210"/>
                <a:gd name="T10" fmla="*/ 30 w 291"/>
                <a:gd name="T11" fmla="*/ 51 h 210"/>
                <a:gd name="T12" fmla="*/ 92 w 291"/>
                <a:gd name="T13" fmla="*/ 81 h 210"/>
                <a:gd name="T14" fmla="*/ 204 w 291"/>
                <a:gd name="T15" fmla="*/ 10 h 210"/>
                <a:gd name="T16" fmla="*/ 280 w 291"/>
                <a:gd name="T17" fmla="*/ 123 h 210"/>
                <a:gd name="T18" fmla="*/ 167 w 291"/>
                <a:gd name="T19" fmla="*/ 199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1" h="210">
                  <a:moveTo>
                    <a:pt x="167" y="199"/>
                  </a:moveTo>
                  <a:cubicBezTo>
                    <a:pt x="117" y="189"/>
                    <a:pt x="84" y="143"/>
                    <a:pt x="90" y="94"/>
                  </a:cubicBezTo>
                  <a:cubicBezTo>
                    <a:pt x="69" y="91"/>
                    <a:pt x="54" y="100"/>
                    <a:pt x="44" y="107"/>
                  </a:cubicBezTo>
                  <a:cubicBezTo>
                    <a:pt x="38" y="111"/>
                    <a:pt x="34" y="115"/>
                    <a:pt x="30" y="120"/>
                  </a:cubicBezTo>
                  <a:cubicBezTo>
                    <a:pt x="0" y="90"/>
                    <a:pt x="0" y="90"/>
                    <a:pt x="0" y="90"/>
                  </a:cubicBezTo>
                  <a:cubicBezTo>
                    <a:pt x="1" y="72"/>
                    <a:pt x="10" y="57"/>
                    <a:pt x="30" y="51"/>
                  </a:cubicBezTo>
                  <a:cubicBezTo>
                    <a:pt x="58" y="43"/>
                    <a:pt x="80" y="64"/>
                    <a:pt x="92" y="81"/>
                  </a:cubicBezTo>
                  <a:cubicBezTo>
                    <a:pt x="105" y="31"/>
                    <a:pt x="154" y="0"/>
                    <a:pt x="204" y="10"/>
                  </a:cubicBezTo>
                  <a:cubicBezTo>
                    <a:pt x="257" y="20"/>
                    <a:pt x="291" y="71"/>
                    <a:pt x="280" y="123"/>
                  </a:cubicBezTo>
                  <a:cubicBezTo>
                    <a:pt x="270" y="176"/>
                    <a:pt x="219" y="210"/>
                    <a:pt x="167"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9"/>
            <p:cNvSpPr>
              <a:spLocks/>
            </p:cNvSpPr>
            <p:nvPr/>
          </p:nvSpPr>
          <p:spPr bwMode="auto">
            <a:xfrm>
              <a:off x="4502150" y="5502275"/>
              <a:ext cx="515937" cy="698500"/>
            </a:xfrm>
            <a:custGeom>
              <a:avLst/>
              <a:gdLst>
                <a:gd name="T0" fmla="*/ 14 w 559"/>
                <a:gd name="T1" fmla="*/ 13 h 758"/>
                <a:gd name="T2" fmla="*/ 63 w 559"/>
                <a:gd name="T3" fmla="*/ 14 h 758"/>
                <a:gd name="T4" fmla="*/ 63 w 559"/>
                <a:gd name="T5" fmla="*/ 14 h 758"/>
                <a:gd name="T6" fmla="*/ 63 w 559"/>
                <a:gd name="T7" fmla="*/ 14 h 758"/>
                <a:gd name="T8" fmla="*/ 210 w 559"/>
                <a:gd name="T9" fmla="*/ 166 h 758"/>
                <a:gd name="T10" fmla="*/ 373 w 559"/>
                <a:gd name="T11" fmla="*/ 166 h 758"/>
                <a:gd name="T12" fmla="*/ 519 w 559"/>
                <a:gd name="T13" fmla="*/ 14 h 758"/>
                <a:gd name="T14" fmla="*/ 519 w 559"/>
                <a:gd name="T15" fmla="*/ 14 h 758"/>
                <a:gd name="T16" fmla="*/ 519 w 559"/>
                <a:gd name="T17" fmla="*/ 14 h 758"/>
                <a:gd name="T18" fmla="*/ 559 w 559"/>
                <a:gd name="T19" fmla="*/ 7 h 758"/>
                <a:gd name="T20" fmla="*/ 537 w 559"/>
                <a:gd name="T21" fmla="*/ 85 h 758"/>
                <a:gd name="T22" fmla="*/ 540 w 559"/>
                <a:gd name="T23" fmla="*/ 93 h 758"/>
                <a:gd name="T24" fmla="*/ 409 w 559"/>
                <a:gd name="T25" fmla="*/ 228 h 758"/>
                <a:gd name="T26" fmla="*/ 409 w 559"/>
                <a:gd name="T27" fmla="*/ 229 h 758"/>
                <a:gd name="T28" fmla="*/ 395 w 559"/>
                <a:gd name="T29" fmla="*/ 237 h 758"/>
                <a:gd name="T30" fmla="*/ 504 w 559"/>
                <a:gd name="T31" fmla="*/ 492 h 758"/>
                <a:gd name="T32" fmla="*/ 474 w 559"/>
                <a:gd name="T33" fmla="*/ 495 h 758"/>
                <a:gd name="T34" fmla="*/ 474 w 559"/>
                <a:gd name="T35" fmla="*/ 496 h 758"/>
                <a:gd name="T36" fmla="*/ 467 w 559"/>
                <a:gd name="T37" fmla="*/ 509 h 758"/>
                <a:gd name="T38" fmla="*/ 408 w 559"/>
                <a:gd name="T39" fmla="*/ 603 h 758"/>
                <a:gd name="T40" fmla="*/ 346 w 559"/>
                <a:gd name="T41" fmla="*/ 617 h 758"/>
                <a:gd name="T42" fmla="*/ 332 w 559"/>
                <a:gd name="T43" fmla="*/ 555 h 758"/>
                <a:gd name="T44" fmla="*/ 362 w 559"/>
                <a:gd name="T45" fmla="*/ 507 h 758"/>
                <a:gd name="T46" fmla="*/ 262 w 559"/>
                <a:gd name="T47" fmla="*/ 517 h 758"/>
                <a:gd name="T48" fmla="*/ 220 w 559"/>
                <a:gd name="T49" fmla="*/ 718 h 758"/>
                <a:gd name="T50" fmla="*/ 166 w 559"/>
                <a:gd name="T51" fmla="*/ 753 h 758"/>
                <a:gd name="T52" fmla="*/ 131 w 559"/>
                <a:gd name="T53" fmla="*/ 699 h 758"/>
                <a:gd name="T54" fmla="*/ 168 w 559"/>
                <a:gd name="T55" fmla="*/ 527 h 758"/>
                <a:gd name="T56" fmla="*/ 143 w 559"/>
                <a:gd name="T57" fmla="*/ 529 h 758"/>
                <a:gd name="T58" fmla="*/ 187 w 559"/>
                <a:gd name="T59" fmla="*/ 237 h 758"/>
                <a:gd name="T60" fmla="*/ 174 w 559"/>
                <a:gd name="T61" fmla="*/ 229 h 758"/>
                <a:gd name="T62" fmla="*/ 174 w 559"/>
                <a:gd name="T63" fmla="*/ 229 h 758"/>
                <a:gd name="T64" fmla="*/ 13 w 559"/>
                <a:gd name="T65" fmla="*/ 63 h 758"/>
                <a:gd name="T66" fmla="*/ 13 w 559"/>
                <a:gd name="T67" fmla="*/ 63 h 758"/>
                <a:gd name="T68" fmla="*/ 14 w 559"/>
                <a:gd name="T69" fmla="*/ 13 h 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59" h="758">
                  <a:moveTo>
                    <a:pt x="14" y="13"/>
                  </a:moveTo>
                  <a:cubicBezTo>
                    <a:pt x="28" y="0"/>
                    <a:pt x="50" y="0"/>
                    <a:pt x="63" y="14"/>
                  </a:cubicBezTo>
                  <a:cubicBezTo>
                    <a:pt x="63" y="14"/>
                    <a:pt x="63" y="14"/>
                    <a:pt x="63" y="14"/>
                  </a:cubicBezTo>
                  <a:cubicBezTo>
                    <a:pt x="63" y="14"/>
                    <a:pt x="63" y="14"/>
                    <a:pt x="63" y="14"/>
                  </a:cubicBezTo>
                  <a:cubicBezTo>
                    <a:pt x="210" y="166"/>
                    <a:pt x="210" y="166"/>
                    <a:pt x="210" y="166"/>
                  </a:cubicBezTo>
                  <a:cubicBezTo>
                    <a:pt x="373" y="166"/>
                    <a:pt x="373" y="166"/>
                    <a:pt x="373" y="166"/>
                  </a:cubicBezTo>
                  <a:cubicBezTo>
                    <a:pt x="519" y="14"/>
                    <a:pt x="519" y="14"/>
                    <a:pt x="519" y="14"/>
                  </a:cubicBezTo>
                  <a:cubicBezTo>
                    <a:pt x="519" y="14"/>
                    <a:pt x="519" y="14"/>
                    <a:pt x="519" y="14"/>
                  </a:cubicBezTo>
                  <a:cubicBezTo>
                    <a:pt x="519" y="14"/>
                    <a:pt x="519" y="14"/>
                    <a:pt x="519" y="14"/>
                  </a:cubicBezTo>
                  <a:cubicBezTo>
                    <a:pt x="530" y="3"/>
                    <a:pt x="546" y="1"/>
                    <a:pt x="559" y="7"/>
                  </a:cubicBezTo>
                  <a:cubicBezTo>
                    <a:pt x="537" y="85"/>
                    <a:pt x="537" y="85"/>
                    <a:pt x="537" y="85"/>
                  </a:cubicBezTo>
                  <a:cubicBezTo>
                    <a:pt x="540" y="93"/>
                    <a:pt x="540" y="93"/>
                    <a:pt x="540" y="93"/>
                  </a:cubicBezTo>
                  <a:cubicBezTo>
                    <a:pt x="409" y="228"/>
                    <a:pt x="409" y="228"/>
                    <a:pt x="409" y="228"/>
                  </a:cubicBezTo>
                  <a:cubicBezTo>
                    <a:pt x="409" y="229"/>
                    <a:pt x="409" y="229"/>
                    <a:pt x="409" y="229"/>
                  </a:cubicBezTo>
                  <a:cubicBezTo>
                    <a:pt x="405" y="233"/>
                    <a:pt x="400" y="236"/>
                    <a:pt x="395" y="237"/>
                  </a:cubicBezTo>
                  <a:cubicBezTo>
                    <a:pt x="504" y="492"/>
                    <a:pt x="504" y="492"/>
                    <a:pt x="504" y="492"/>
                  </a:cubicBezTo>
                  <a:cubicBezTo>
                    <a:pt x="474" y="495"/>
                    <a:pt x="474" y="495"/>
                    <a:pt x="474" y="495"/>
                  </a:cubicBezTo>
                  <a:cubicBezTo>
                    <a:pt x="474" y="495"/>
                    <a:pt x="474" y="496"/>
                    <a:pt x="474" y="496"/>
                  </a:cubicBezTo>
                  <a:cubicBezTo>
                    <a:pt x="472" y="501"/>
                    <a:pt x="470" y="505"/>
                    <a:pt x="467" y="509"/>
                  </a:cubicBezTo>
                  <a:cubicBezTo>
                    <a:pt x="449" y="537"/>
                    <a:pt x="408" y="603"/>
                    <a:pt x="408" y="603"/>
                  </a:cubicBezTo>
                  <a:cubicBezTo>
                    <a:pt x="395" y="624"/>
                    <a:pt x="367" y="631"/>
                    <a:pt x="346" y="617"/>
                  </a:cubicBezTo>
                  <a:cubicBezTo>
                    <a:pt x="325" y="604"/>
                    <a:pt x="318" y="576"/>
                    <a:pt x="332" y="555"/>
                  </a:cubicBezTo>
                  <a:cubicBezTo>
                    <a:pt x="362" y="507"/>
                    <a:pt x="362" y="507"/>
                    <a:pt x="362" y="507"/>
                  </a:cubicBezTo>
                  <a:cubicBezTo>
                    <a:pt x="262" y="517"/>
                    <a:pt x="262" y="517"/>
                    <a:pt x="262" y="517"/>
                  </a:cubicBezTo>
                  <a:cubicBezTo>
                    <a:pt x="220" y="718"/>
                    <a:pt x="220" y="718"/>
                    <a:pt x="220" y="718"/>
                  </a:cubicBezTo>
                  <a:cubicBezTo>
                    <a:pt x="215" y="742"/>
                    <a:pt x="191" y="758"/>
                    <a:pt x="166" y="753"/>
                  </a:cubicBezTo>
                  <a:cubicBezTo>
                    <a:pt x="142" y="748"/>
                    <a:pt x="126" y="724"/>
                    <a:pt x="131" y="699"/>
                  </a:cubicBezTo>
                  <a:cubicBezTo>
                    <a:pt x="168" y="527"/>
                    <a:pt x="168" y="527"/>
                    <a:pt x="168" y="527"/>
                  </a:cubicBezTo>
                  <a:cubicBezTo>
                    <a:pt x="143" y="529"/>
                    <a:pt x="143" y="529"/>
                    <a:pt x="143" y="529"/>
                  </a:cubicBezTo>
                  <a:cubicBezTo>
                    <a:pt x="187" y="237"/>
                    <a:pt x="187" y="237"/>
                    <a:pt x="187" y="237"/>
                  </a:cubicBezTo>
                  <a:cubicBezTo>
                    <a:pt x="182" y="236"/>
                    <a:pt x="178" y="233"/>
                    <a:pt x="174" y="229"/>
                  </a:cubicBezTo>
                  <a:cubicBezTo>
                    <a:pt x="174" y="229"/>
                    <a:pt x="174" y="229"/>
                    <a:pt x="174" y="229"/>
                  </a:cubicBezTo>
                  <a:cubicBezTo>
                    <a:pt x="13" y="63"/>
                    <a:pt x="13" y="63"/>
                    <a:pt x="13" y="63"/>
                  </a:cubicBezTo>
                  <a:cubicBezTo>
                    <a:pt x="13" y="63"/>
                    <a:pt x="13" y="63"/>
                    <a:pt x="13" y="63"/>
                  </a:cubicBezTo>
                  <a:cubicBezTo>
                    <a:pt x="0" y="49"/>
                    <a:pt x="0" y="27"/>
                    <a:pt x="14"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0"/>
            <p:cNvSpPr>
              <a:spLocks noEditPoints="1"/>
            </p:cNvSpPr>
            <p:nvPr/>
          </p:nvSpPr>
          <p:spPr bwMode="auto">
            <a:xfrm>
              <a:off x="5006975" y="5483225"/>
              <a:ext cx="171450" cy="220662"/>
            </a:xfrm>
            <a:custGeom>
              <a:avLst/>
              <a:gdLst>
                <a:gd name="T0" fmla="*/ 20 w 187"/>
                <a:gd name="T1" fmla="*/ 34 h 239"/>
                <a:gd name="T2" fmla="*/ 0 w 187"/>
                <a:gd name="T3" fmla="*/ 106 h 239"/>
                <a:gd name="T4" fmla="*/ 43 w 187"/>
                <a:gd name="T5" fmla="*/ 239 h 239"/>
                <a:gd name="T6" fmla="*/ 187 w 187"/>
                <a:gd name="T7" fmla="*/ 192 h 239"/>
                <a:gd name="T8" fmla="*/ 124 w 187"/>
                <a:gd name="T9" fmla="*/ 0 h 239"/>
                <a:gd name="T10" fmla="*/ 20 w 187"/>
                <a:gd name="T11" fmla="*/ 34 h 239"/>
                <a:gd name="T12" fmla="*/ 139 w 187"/>
                <a:gd name="T13" fmla="*/ 139 h 239"/>
                <a:gd name="T14" fmla="*/ 125 w 187"/>
                <a:gd name="T15" fmla="*/ 175 h 239"/>
                <a:gd name="T16" fmla="*/ 122 w 187"/>
                <a:gd name="T17" fmla="*/ 179 h 239"/>
                <a:gd name="T18" fmla="*/ 120 w 187"/>
                <a:gd name="T19" fmla="*/ 180 h 239"/>
                <a:gd name="T20" fmla="*/ 114 w 187"/>
                <a:gd name="T21" fmla="*/ 178 h 239"/>
                <a:gd name="T22" fmla="*/ 102 w 187"/>
                <a:gd name="T23" fmla="*/ 168 h 239"/>
                <a:gd name="T24" fmla="*/ 101 w 187"/>
                <a:gd name="T25" fmla="*/ 158 h 239"/>
                <a:gd name="T26" fmla="*/ 111 w 187"/>
                <a:gd name="T27" fmla="*/ 157 h 239"/>
                <a:gd name="T28" fmla="*/ 115 w 187"/>
                <a:gd name="T29" fmla="*/ 161 h 239"/>
                <a:gd name="T30" fmla="*/ 126 w 187"/>
                <a:gd name="T31" fmla="*/ 134 h 239"/>
                <a:gd name="T32" fmla="*/ 135 w 187"/>
                <a:gd name="T33" fmla="*/ 130 h 239"/>
                <a:gd name="T34" fmla="*/ 139 w 187"/>
                <a:gd name="T35" fmla="*/ 139 h 239"/>
                <a:gd name="T36" fmla="*/ 130 w 187"/>
                <a:gd name="T37" fmla="*/ 92 h 239"/>
                <a:gd name="T38" fmla="*/ 116 w 187"/>
                <a:gd name="T39" fmla="*/ 129 h 239"/>
                <a:gd name="T40" fmla="*/ 113 w 187"/>
                <a:gd name="T41" fmla="*/ 132 h 239"/>
                <a:gd name="T42" fmla="*/ 111 w 187"/>
                <a:gd name="T43" fmla="*/ 133 h 239"/>
                <a:gd name="T44" fmla="*/ 104 w 187"/>
                <a:gd name="T45" fmla="*/ 132 h 239"/>
                <a:gd name="T46" fmla="*/ 92 w 187"/>
                <a:gd name="T47" fmla="*/ 122 h 239"/>
                <a:gd name="T48" fmla="*/ 91 w 187"/>
                <a:gd name="T49" fmla="*/ 112 h 239"/>
                <a:gd name="T50" fmla="*/ 102 w 187"/>
                <a:gd name="T51" fmla="*/ 111 h 239"/>
                <a:gd name="T52" fmla="*/ 106 w 187"/>
                <a:gd name="T53" fmla="*/ 114 h 239"/>
                <a:gd name="T54" fmla="*/ 116 w 187"/>
                <a:gd name="T55" fmla="*/ 87 h 239"/>
                <a:gd name="T56" fmla="*/ 126 w 187"/>
                <a:gd name="T57" fmla="*/ 83 h 239"/>
                <a:gd name="T58" fmla="*/ 130 w 187"/>
                <a:gd name="T59" fmla="*/ 92 h 239"/>
                <a:gd name="T60" fmla="*/ 115 w 187"/>
                <a:gd name="T61" fmla="*/ 52 h 239"/>
                <a:gd name="T62" fmla="*/ 101 w 187"/>
                <a:gd name="T63" fmla="*/ 88 h 239"/>
                <a:gd name="T64" fmla="*/ 98 w 187"/>
                <a:gd name="T65" fmla="*/ 92 h 239"/>
                <a:gd name="T66" fmla="*/ 96 w 187"/>
                <a:gd name="T67" fmla="*/ 93 h 239"/>
                <a:gd name="T68" fmla="*/ 90 w 187"/>
                <a:gd name="T69" fmla="*/ 91 h 239"/>
                <a:gd name="T70" fmla="*/ 78 w 187"/>
                <a:gd name="T71" fmla="*/ 81 h 239"/>
                <a:gd name="T72" fmla="*/ 77 w 187"/>
                <a:gd name="T73" fmla="*/ 71 h 239"/>
                <a:gd name="T74" fmla="*/ 87 w 187"/>
                <a:gd name="T75" fmla="*/ 70 h 239"/>
                <a:gd name="T76" fmla="*/ 91 w 187"/>
                <a:gd name="T77" fmla="*/ 74 h 239"/>
                <a:gd name="T78" fmla="*/ 102 w 187"/>
                <a:gd name="T79" fmla="*/ 47 h 239"/>
                <a:gd name="T80" fmla="*/ 111 w 187"/>
                <a:gd name="T81" fmla="*/ 43 h 239"/>
                <a:gd name="T82" fmla="*/ 115 w 187"/>
                <a:gd name="T83" fmla="*/ 52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7" h="239">
                  <a:moveTo>
                    <a:pt x="20" y="34"/>
                  </a:moveTo>
                  <a:cubicBezTo>
                    <a:pt x="0" y="106"/>
                    <a:pt x="0" y="106"/>
                    <a:pt x="0" y="106"/>
                  </a:cubicBezTo>
                  <a:cubicBezTo>
                    <a:pt x="43" y="239"/>
                    <a:pt x="43" y="239"/>
                    <a:pt x="43" y="239"/>
                  </a:cubicBezTo>
                  <a:cubicBezTo>
                    <a:pt x="187" y="192"/>
                    <a:pt x="187" y="192"/>
                    <a:pt x="187" y="192"/>
                  </a:cubicBezTo>
                  <a:cubicBezTo>
                    <a:pt x="124" y="0"/>
                    <a:pt x="124" y="0"/>
                    <a:pt x="124" y="0"/>
                  </a:cubicBezTo>
                  <a:lnTo>
                    <a:pt x="20" y="34"/>
                  </a:lnTo>
                  <a:close/>
                  <a:moveTo>
                    <a:pt x="139" y="139"/>
                  </a:moveTo>
                  <a:cubicBezTo>
                    <a:pt x="125" y="175"/>
                    <a:pt x="125" y="175"/>
                    <a:pt x="125" y="175"/>
                  </a:cubicBezTo>
                  <a:cubicBezTo>
                    <a:pt x="125" y="177"/>
                    <a:pt x="124" y="178"/>
                    <a:pt x="122" y="179"/>
                  </a:cubicBezTo>
                  <a:cubicBezTo>
                    <a:pt x="122" y="179"/>
                    <a:pt x="121" y="179"/>
                    <a:pt x="120" y="180"/>
                  </a:cubicBezTo>
                  <a:cubicBezTo>
                    <a:pt x="118" y="180"/>
                    <a:pt x="116" y="180"/>
                    <a:pt x="114" y="178"/>
                  </a:cubicBezTo>
                  <a:cubicBezTo>
                    <a:pt x="102" y="168"/>
                    <a:pt x="102" y="168"/>
                    <a:pt x="102" y="168"/>
                  </a:cubicBezTo>
                  <a:cubicBezTo>
                    <a:pt x="99" y="166"/>
                    <a:pt x="98" y="161"/>
                    <a:pt x="101" y="158"/>
                  </a:cubicBezTo>
                  <a:cubicBezTo>
                    <a:pt x="103" y="155"/>
                    <a:pt x="108" y="155"/>
                    <a:pt x="111" y="157"/>
                  </a:cubicBezTo>
                  <a:cubicBezTo>
                    <a:pt x="115" y="161"/>
                    <a:pt x="115" y="161"/>
                    <a:pt x="115" y="161"/>
                  </a:cubicBezTo>
                  <a:cubicBezTo>
                    <a:pt x="126" y="134"/>
                    <a:pt x="126" y="134"/>
                    <a:pt x="126" y="134"/>
                  </a:cubicBezTo>
                  <a:cubicBezTo>
                    <a:pt x="127" y="130"/>
                    <a:pt x="131" y="128"/>
                    <a:pt x="135" y="130"/>
                  </a:cubicBezTo>
                  <a:cubicBezTo>
                    <a:pt x="139" y="131"/>
                    <a:pt x="141" y="135"/>
                    <a:pt x="139" y="139"/>
                  </a:cubicBezTo>
                  <a:close/>
                  <a:moveTo>
                    <a:pt x="130" y="92"/>
                  </a:moveTo>
                  <a:cubicBezTo>
                    <a:pt x="116" y="129"/>
                    <a:pt x="116" y="129"/>
                    <a:pt x="116" y="129"/>
                  </a:cubicBezTo>
                  <a:cubicBezTo>
                    <a:pt x="115" y="130"/>
                    <a:pt x="114" y="131"/>
                    <a:pt x="113" y="132"/>
                  </a:cubicBezTo>
                  <a:cubicBezTo>
                    <a:pt x="112" y="133"/>
                    <a:pt x="112" y="133"/>
                    <a:pt x="111" y="133"/>
                  </a:cubicBezTo>
                  <a:cubicBezTo>
                    <a:pt x="109" y="134"/>
                    <a:pt x="106" y="133"/>
                    <a:pt x="104" y="132"/>
                  </a:cubicBezTo>
                  <a:cubicBezTo>
                    <a:pt x="92" y="122"/>
                    <a:pt x="92" y="122"/>
                    <a:pt x="92" y="122"/>
                  </a:cubicBezTo>
                  <a:cubicBezTo>
                    <a:pt x="89" y="119"/>
                    <a:pt x="89" y="115"/>
                    <a:pt x="91" y="112"/>
                  </a:cubicBezTo>
                  <a:cubicBezTo>
                    <a:pt x="94" y="109"/>
                    <a:pt x="99" y="108"/>
                    <a:pt x="102" y="111"/>
                  </a:cubicBezTo>
                  <a:cubicBezTo>
                    <a:pt x="106" y="114"/>
                    <a:pt x="106" y="114"/>
                    <a:pt x="106" y="114"/>
                  </a:cubicBezTo>
                  <a:cubicBezTo>
                    <a:pt x="116" y="87"/>
                    <a:pt x="116" y="87"/>
                    <a:pt x="116" y="87"/>
                  </a:cubicBezTo>
                  <a:cubicBezTo>
                    <a:pt x="118" y="84"/>
                    <a:pt x="122" y="82"/>
                    <a:pt x="126" y="83"/>
                  </a:cubicBezTo>
                  <a:cubicBezTo>
                    <a:pt x="129" y="85"/>
                    <a:pt x="131" y="89"/>
                    <a:pt x="130" y="92"/>
                  </a:cubicBezTo>
                  <a:close/>
                  <a:moveTo>
                    <a:pt x="115" y="52"/>
                  </a:moveTo>
                  <a:cubicBezTo>
                    <a:pt x="101" y="88"/>
                    <a:pt x="101" y="88"/>
                    <a:pt x="101" y="88"/>
                  </a:cubicBezTo>
                  <a:cubicBezTo>
                    <a:pt x="101" y="90"/>
                    <a:pt x="100" y="91"/>
                    <a:pt x="98" y="92"/>
                  </a:cubicBezTo>
                  <a:cubicBezTo>
                    <a:pt x="98" y="92"/>
                    <a:pt x="97" y="93"/>
                    <a:pt x="96" y="93"/>
                  </a:cubicBezTo>
                  <a:cubicBezTo>
                    <a:pt x="94" y="93"/>
                    <a:pt x="91" y="93"/>
                    <a:pt x="90" y="91"/>
                  </a:cubicBezTo>
                  <a:cubicBezTo>
                    <a:pt x="78" y="81"/>
                    <a:pt x="78" y="81"/>
                    <a:pt x="78" y="81"/>
                  </a:cubicBezTo>
                  <a:cubicBezTo>
                    <a:pt x="75" y="79"/>
                    <a:pt x="74" y="74"/>
                    <a:pt x="77" y="71"/>
                  </a:cubicBezTo>
                  <a:cubicBezTo>
                    <a:pt x="79" y="68"/>
                    <a:pt x="84" y="68"/>
                    <a:pt x="87" y="70"/>
                  </a:cubicBezTo>
                  <a:cubicBezTo>
                    <a:pt x="91" y="74"/>
                    <a:pt x="91" y="74"/>
                    <a:pt x="91" y="74"/>
                  </a:cubicBezTo>
                  <a:cubicBezTo>
                    <a:pt x="102" y="47"/>
                    <a:pt x="102" y="47"/>
                    <a:pt x="102" y="47"/>
                  </a:cubicBezTo>
                  <a:cubicBezTo>
                    <a:pt x="103" y="43"/>
                    <a:pt x="107" y="41"/>
                    <a:pt x="111" y="43"/>
                  </a:cubicBezTo>
                  <a:cubicBezTo>
                    <a:pt x="115" y="44"/>
                    <a:pt x="116" y="48"/>
                    <a:pt x="115"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24" name="组合 123"/>
          <p:cNvGrpSpPr/>
          <p:nvPr/>
        </p:nvGrpSpPr>
        <p:grpSpPr>
          <a:xfrm>
            <a:off x="2074863" y="752475"/>
            <a:ext cx="3748087" cy="1682750"/>
            <a:chOff x="2074863" y="752475"/>
            <a:chExt cx="3748087" cy="1682750"/>
          </a:xfrm>
          <a:solidFill>
            <a:schemeClr val="tx1">
              <a:lumMod val="65000"/>
              <a:lumOff val="35000"/>
            </a:schemeClr>
          </a:solidFill>
        </p:grpSpPr>
        <p:sp>
          <p:nvSpPr>
            <p:cNvPr id="125" name="Oval 64"/>
            <p:cNvSpPr>
              <a:spLocks noChangeArrowheads="1"/>
            </p:cNvSpPr>
            <p:nvPr/>
          </p:nvSpPr>
          <p:spPr bwMode="auto">
            <a:xfrm>
              <a:off x="2736850" y="1189038"/>
              <a:ext cx="174625" cy="1778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65"/>
            <p:cNvSpPr>
              <a:spLocks/>
            </p:cNvSpPr>
            <p:nvPr/>
          </p:nvSpPr>
          <p:spPr bwMode="auto">
            <a:xfrm>
              <a:off x="3994150" y="1177925"/>
              <a:ext cx="179387" cy="180975"/>
            </a:xfrm>
            <a:custGeom>
              <a:avLst/>
              <a:gdLst>
                <a:gd name="T0" fmla="*/ 102 w 195"/>
                <a:gd name="T1" fmla="*/ 195 h 197"/>
                <a:gd name="T2" fmla="*/ 192 w 195"/>
                <a:gd name="T3" fmla="*/ 94 h 197"/>
                <a:gd name="T4" fmla="*/ 93 w 195"/>
                <a:gd name="T5" fmla="*/ 3 h 197"/>
                <a:gd name="T6" fmla="*/ 3 w 195"/>
                <a:gd name="T7" fmla="*/ 104 h 197"/>
                <a:gd name="T8" fmla="*/ 102 w 195"/>
                <a:gd name="T9" fmla="*/ 195 h 197"/>
              </a:gdLst>
              <a:ahLst/>
              <a:cxnLst>
                <a:cxn ang="0">
                  <a:pos x="T0" y="T1"/>
                </a:cxn>
                <a:cxn ang="0">
                  <a:pos x="T2" y="T3"/>
                </a:cxn>
                <a:cxn ang="0">
                  <a:pos x="T4" y="T5"/>
                </a:cxn>
                <a:cxn ang="0">
                  <a:pos x="T6" y="T7"/>
                </a:cxn>
                <a:cxn ang="0">
                  <a:pos x="T8" y="T9"/>
                </a:cxn>
              </a:cxnLst>
              <a:rect l="0" t="0" r="r" b="b"/>
              <a:pathLst>
                <a:path w="195" h="197">
                  <a:moveTo>
                    <a:pt x="102" y="195"/>
                  </a:moveTo>
                  <a:cubicBezTo>
                    <a:pt x="154" y="192"/>
                    <a:pt x="195" y="147"/>
                    <a:pt x="192" y="94"/>
                  </a:cubicBezTo>
                  <a:cubicBezTo>
                    <a:pt x="190" y="41"/>
                    <a:pt x="145" y="0"/>
                    <a:pt x="93" y="3"/>
                  </a:cubicBezTo>
                  <a:cubicBezTo>
                    <a:pt x="41" y="6"/>
                    <a:pt x="0" y="51"/>
                    <a:pt x="3" y="104"/>
                  </a:cubicBezTo>
                  <a:cubicBezTo>
                    <a:pt x="5" y="157"/>
                    <a:pt x="50" y="197"/>
                    <a:pt x="102" y="19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66"/>
            <p:cNvSpPr>
              <a:spLocks/>
            </p:cNvSpPr>
            <p:nvPr/>
          </p:nvSpPr>
          <p:spPr bwMode="auto">
            <a:xfrm>
              <a:off x="3252788" y="1174750"/>
              <a:ext cx="30162" cy="65087"/>
            </a:xfrm>
            <a:custGeom>
              <a:avLst/>
              <a:gdLst>
                <a:gd name="T0" fmla="*/ 14 w 33"/>
                <a:gd name="T1" fmla="*/ 66 h 70"/>
                <a:gd name="T2" fmla="*/ 28 w 33"/>
                <a:gd name="T3" fmla="*/ 70 h 70"/>
                <a:gd name="T4" fmla="*/ 33 w 33"/>
                <a:gd name="T5" fmla="*/ 16 h 70"/>
                <a:gd name="T6" fmla="*/ 30 w 33"/>
                <a:gd name="T7" fmla="*/ 5 h 70"/>
                <a:gd name="T8" fmla="*/ 20 w 33"/>
                <a:gd name="T9" fmla="*/ 0 h 70"/>
                <a:gd name="T10" fmla="*/ 19 w 33"/>
                <a:gd name="T11" fmla="*/ 0 h 70"/>
                <a:gd name="T12" fmla="*/ 5 w 33"/>
                <a:gd name="T13" fmla="*/ 13 h 70"/>
                <a:gd name="T14" fmla="*/ 0 w 33"/>
                <a:gd name="T15" fmla="*/ 67 h 70"/>
                <a:gd name="T16" fmla="*/ 14 w 33"/>
                <a:gd name="T17" fmla="*/ 6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70">
                  <a:moveTo>
                    <a:pt x="14" y="66"/>
                  </a:moveTo>
                  <a:cubicBezTo>
                    <a:pt x="19" y="67"/>
                    <a:pt x="24" y="68"/>
                    <a:pt x="28" y="70"/>
                  </a:cubicBezTo>
                  <a:cubicBezTo>
                    <a:pt x="33" y="16"/>
                    <a:pt x="33" y="16"/>
                    <a:pt x="33" y="16"/>
                  </a:cubicBezTo>
                  <a:cubicBezTo>
                    <a:pt x="33" y="12"/>
                    <a:pt x="32" y="8"/>
                    <a:pt x="30" y="5"/>
                  </a:cubicBezTo>
                  <a:cubicBezTo>
                    <a:pt x="27" y="2"/>
                    <a:pt x="24" y="1"/>
                    <a:pt x="20" y="0"/>
                  </a:cubicBezTo>
                  <a:cubicBezTo>
                    <a:pt x="19" y="0"/>
                    <a:pt x="19" y="0"/>
                    <a:pt x="19" y="0"/>
                  </a:cubicBezTo>
                  <a:cubicBezTo>
                    <a:pt x="12" y="0"/>
                    <a:pt x="6" y="6"/>
                    <a:pt x="5" y="13"/>
                  </a:cubicBezTo>
                  <a:cubicBezTo>
                    <a:pt x="0" y="67"/>
                    <a:pt x="0" y="67"/>
                    <a:pt x="0" y="67"/>
                  </a:cubicBezTo>
                  <a:cubicBezTo>
                    <a:pt x="5" y="67"/>
                    <a:pt x="9" y="66"/>
                    <a:pt x="14" y="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67"/>
            <p:cNvSpPr>
              <a:spLocks/>
            </p:cNvSpPr>
            <p:nvPr/>
          </p:nvSpPr>
          <p:spPr bwMode="auto">
            <a:xfrm>
              <a:off x="3224213" y="1249363"/>
              <a:ext cx="74612" cy="73025"/>
            </a:xfrm>
            <a:custGeom>
              <a:avLst/>
              <a:gdLst>
                <a:gd name="T0" fmla="*/ 40 w 81"/>
                <a:gd name="T1" fmla="*/ 0 h 80"/>
                <a:gd name="T2" fmla="*/ 2 w 81"/>
                <a:gd name="T3" fmla="*/ 35 h 80"/>
                <a:gd name="T4" fmla="*/ 37 w 81"/>
                <a:gd name="T5" fmla="*/ 78 h 80"/>
                <a:gd name="T6" fmla="*/ 79 w 81"/>
                <a:gd name="T7" fmla="*/ 42 h 80"/>
                <a:gd name="T8" fmla="*/ 44 w 81"/>
                <a:gd name="T9" fmla="*/ 0 h 80"/>
                <a:gd name="T10" fmla="*/ 40 w 81"/>
                <a:gd name="T11" fmla="*/ 0 h 80"/>
              </a:gdLst>
              <a:ahLst/>
              <a:cxnLst>
                <a:cxn ang="0">
                  <a:pos x="T0" y="T1"/>
                </a:cxn>
                <a:cxn ang="0">
                  <a:pos x="T2" y="T3"/>
                </a:cxn>
                <a:cxn ang="0">
                  <a:pos x="T4" y="T5"/>
                </a:cxn>
                <a:cxn ang="0">
                  <a:pos x="T6" y="T7"/>
                </a:cxn>
                <a:cxn ang="0">
                  <a:pos x="T8" y="T9"/>
                </a:cxn>
                <a:cxn ang="0">
                  <a:pos x="T10" y="T11"/>
                </a:cxn>
              </a:cxnLst>
              <a:rect l="0" t="0" r="r" b="b"/>
              <a:pathLst>
                <a:path w="81" h="80">
                  <a:moveTo>
                    <a:pt x="40" y="0"/>
                  </a:moveTo>
                  <a:cubicBezTo>
                    <a:pt x="20" y="0"/>
                    <a:pt x="4" y="15"/>
                    <a:pt x="2" y="35"/>
                  </a:cubicBezTo>
                  <a:cubicBezTo>
                    <a:pt x="0" y="57"/>
                    <a:pt x="16" y="76"/>
                    <a:pt x="37" y="78"/>
                  </a:cubicBezTo>
                  <a:cubicBezTo>
                    <a:pt x="58" y="80"/>
                    <a:pt x="77" y="64"/>
                    <a:pt x="79" y="42"/>
                  </a:cubicBezTo>
                  <a:cubicBezTo>
                    <a:pt x="81" y="21"/>
                    <a:pt x="65" y="2"/>
                    <a:pt x="44" y="0"/>
                  </a:cubicBezTo>
                  <a:cubicBezTo>
                    <a:pt x="43" y="0"/>
                    <a:pt x="42" y="0"/>
                    <a:pt x="4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68"/>
            <p:cNvSpPr>
              <a:spLocks/>
            </p:cNvSpPr>
            <p:nvPr/>
          </p:nvSpPr>
          <p:spPr bwMode="auto">
            <a:xfrm>
              <a:off x="3171825" y="1203325"/>
              <a:ext cx="179387" cy="176212"/>
            </a:xfrm>
            <a:custGeom>
              <a:avLst/>
              <a:gdLst>
                <a:gd name="T0" fmla="*/ 102 w 194"/>
                <a:gd name="T1" fmla="*/ 189 h 192"/>
                <a:gd name="T2" fmla="*/ 192 w 194"/>
                <a:gd name="T3" fmla="*/ 89 h 192"/>
                <a:gd name="T4" fmla="*/ 133 w 194"/>
                <a:gd name="T5" fmla="*/ 5 h 192"/>
                <a:gd name="T6" fmla="*/ 129 w 194"/>
                <a:gd name="T7" fmla="*/ 47 h 192"/>
                <a:gd name="T8" fmla="*/ 149 w 194"/>
                <a:gd name="T9" fmla="*/ 94 h 192"/>
                <a:gd name="T10" fmla="*/ 98 w 194"/>
                <a:gd name="T11" fmla="*/ 142 h 192"/>
                <a:gd name="T12" fmla="*/ 93 w 194"/>
                <a:gd name="T13" fmla="*/ 141 h 192"/>
                <a:gd name="T14" fmla="*/ 46 w 194"/>
                <a:gd name="T15" fmla="*/ 84 h 192"/>
                <a:gd name="T16" fmla="*/ 74 w 194"/>
                <a:gd name="T17" fmla="*/ 42 h 192"/>
                <a:gd name="T18" fmla="*/ 78 w 194"/>
                <a:gd name="T19" fmla="*/ 0 h 192"/>
                <a:gd name="T20" fmla="*/ 2 w 194"/>
                <a:gd name="T21" fmla="*/ 98 h 192"/>
                <a:gd name="T22" fmla="*/ 102 w 194"/>
                <a:gd name="T23" fmla="*/ 189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4" h="192">
                  <a:moveTo>
                    <a:pt x="102" y="189"/>
                  </a:moveTo>
                  <a:cubicBezTo>
                    <a:pt x="154" y="187"/>
                    <a:pt x="194" y="142"/>
                    <a:pt x="192" y="89"/>
                  </a:cubicBezTo>
                  <a:cubicBezTo>
                    <a:pt x="190" y="50"/>
                    <a:pt x="166" y="19"/>
                    <a:pt x="133" y="5"/>
                  </a:cubicBezTo>
                  <a:cubicBezTo>
                    <a:pt x="129" y="47"/>
                    <a:pt x="129" y="47"/>
                    <a:pt x="129" y="47"/>
                  </a:cubicBezTo>
                  <a:cubicBezTo>
                    <a:pt x="143" y="58"/>
                    <a:pt x="151" y="75"/>
                    <a:pt x="149" y="94"/>
                  </a:cubicBezTo>
                  <a:cubicBezTo>
                    <a:pt x="147" y="121"/>
                    <a:pt x="125" y="142"/>
                    <a:pt x="98" y="142"/>
                  </a:cubicBezTo>
                  <a:cubicBezTo>
                    <a:pt x="96" y="142"/>
                    <a:pt x="94" y="141"/>
                    <a:pt x="93" y="141"/>
                  </a:cubicBezTo>
                  <a:cubicBezTo>
                    <a:pt x="64" y="139"/>
                    <a:pt x="43" y="113"/>
                    <a:pt x="46" y="84"/>
                  </a:cubicBezTo>
                  <a:cubicBezTo>
                    <a:pt x="47" y="65"/>
                    <a:pt x="59" y="50"/>
                    <a:pt x="74" y="42"/>
                  </a:cubicBezTo>
                  <a:cubicBezTo>
                    <a:pt x="78" y="0"/>
                    <a:pt x="78" y="0"/>
                    <a:pt x="78" y="0"/>
                  </a:cubicBezTo>
                  <a:cubicBezTo>
                    <a:pt x="33" y="9"/>
                    <a:pt x="0" y="50"/>
                    <a:pt x="2" y="98"/>
                  </a:cubicBezTo>
                  <a:cubicBezTo>
                    <a:pt x="5" y="151"/>
                    <a:pt x="49" y="192"/>
                    <a:pt x="102" y="1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69"/>
            <p:cNvSpPr>
              <a:spLocks/>
            </p:cNvSpPr>
            <p:nvPr/>
          </p:nvSpPr>
          <p:spPr bwMode="auto">
            <a:xfrm>
              <a:off x="5035550" y="1393825"/>
              <a:ext cx="635000" cy="120650"/>
            </a:xfrm>
            <a:custGeom>
              <a:avLst/>
              <a:gdLst>
                <a:gd name="T0" fmla="*/ 147 w 690"/>
                <a:gd name="T1" fmla="*/ 124 h 130"/>
                <a:gd name="T2" fmla="*/ 690 w 690"/>
                <a:gd name="T3" fmla="*/ 125 h 130"/>
                <a:gd name="T4" fmla="*/ 609 w 690"/>
                <a:gd name="T5" fmla="*/ 64 h 130"/>
                <a:gd name="T6" fmla="*/ 0 w 690"/>
                <a:gd name="T7" fmla="*/ 0 h 130"/>
                <a:gd name="T8" fmla="*/ 147 w 690"/>
                <a:gd name="T9" fmla="*/ 124 h 130"/>
              </a:gdLst>
              <a:ahLst/>
              <a:cxnLst>
                <a:cxn ang="0">
                  <a:pos x="T0" y="T1"/>
                </a:cxn>
                <a:cxn ang="0">
                  <a:pos x="T2" y="T3"/>
                </a:cxn>
                <a:cxn ang="0">
                  <a:pos x="T4" y="T5"/>
                </a:cxn>
                <a:cxn ang="0">
                  <a:pos x="T6" y="T7"/>
                </a:cxn>
                <a:cxn ang="0">
                  <a:pos x="T8" y="T9"/>
                </a:cxn>
              </a:cxnLst>
              <a:rect l="0" t="0" r="r" b="b"/>
              <a:pathLst>
                <a:path w="690" h="130">
                  <a:moveTo>
                    <a:pt x="147" y="124"/>
                  </a:moveTo>
                  <a:cubicBezTo>
                    <a:pt x="308" y="130"/>
                    <a:pt x="627" y="125"/>
                    <a:pt x="690" y="125"/>
                  </a:cubicBezTo>
                  <a:cubicBezTo>
                    <a:pt x="679" y="89"/>
                    <a:pt x="647" y="64"/>
                    <a:pt x="609" y="64"/>
                  </a:cubicBezTo>
                  <a:cubicBezTo>
                    <a:pt x="0" y="0"/>
                    <a:pt x="0" y="0"/>
                    <a:pt x="0" y="0"/>
                  </a:cubicBezTo>
                  <a:cubicBezTo>
                    <a:pt x="11" y="112"/>
                    <a:pt x="63" y="122"/>
                    <a:pt x="147" y="1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70"/>
            <p:cNvSpPr>
              <a:spLocks noEditPoints="1"/>
            </p:cNvSpPr>
            <p:nvPr/>
          </p:nvSpPr>
          <p:spPr bwMode="auto">
            <a:xfrm>
              <a:off x="2143125" y="806450"/>
              <a:ext cx="3530600" cy="1206500"/>
            </a:xfrm>
            <a:custGeom>
              <a:avLst/>
              <a:gdLst>
                <a:gd name="T0" fmla="*/ 671 w 3836"/>
                <a:gd name="T1" fmla="*/ 1202 h 1311"/>
                <a:gd name="T2" fmla="*/ 1556 w 3836"/>
                <a:gd name="T3" fmla="*/ 1311 h 1311"/>
                <a:gd name="T4" fmla="*/ 2459 w 3836"/>
                <a:gd name="T5" fmla="*/ 1074 h 1311"/>
                <a:gd name="T6" fmla="*/ 2707 w 3836"/>
                <a:gd name="T7" fmla="*/ 1102 h 1311"/>
                <a:gd name="T8" fmla="*/ 2521 w 3836"/>
                <a:gd name="T9" fmla="*/ 1035 h 1311"/>
                <a:gd name="T10" fmla="*/ 2435 w 3836"/>
                <a:gd name="T11" fmla="*/ 805 h 1311"/>
                <a:gd name="T12" fmla="*/ 2988 w 3836"/>
                <a:gd name="T13" fmla="*/ 309 h 1311"/>
                <a:gd name="T14" fmla="*/ 3011 w 3836"/>
                <a:gd name="T15" fmla="*/ 690 h 1311"/>
                <a:gd name="T16" fmla="*/ 2896 w 3836"/>
                <a:gd name="T17" fmla="*/ 911 h 1311"/>
                <a:gd name="T18" fmla="*/ 3016 w 3836"/>
                <a:gd name="T19" fmla="*/ 834 h 1311"/>
                <a:gd name="T20" fmla="*/ 3016 w 3836"/>
                <a:gd name="T21" fmla="*/ 1147 h 1311"/>
                <a:gd name="T22" fmla="*/ 2941 w 3836"/>
                <a:gd name="T23" fmla="*/ 1222 h 1311"/>
                <a:gd name="T24" fmla="*/ 3016 w 3836"/>
                <a:gd name="T25" fmla="*/ 1311 h 1311"/>
                <a:gd name="T26" fmla="*/ 3079 w 3836"/>
                <a:gd name="T27" fmla="*/ 1207 h 1311"/>
                <a:gd name="T28" fmla="*/ 3529 w 3836"/>
                <a:gd name="T29" fmla="*/ 987 h 1311"/>
                <a:gd name="T30" fmla="*/ 3836 w 3836"/>
                <a:gd name="T31" fmla="*/ 801 h 1311"/>
                <a:gd name="T32" fmla="*/ 3278 w 3836"/>
                <a:gd name="T33" fmla="*/ 786 h 1311"/>
                <a:gd name="T34" fmla="*/ 3205 w 3836"/>
                <a:gd name="T35" fmla="*/ 559 h 1311"/>
                <a:gd name="T36" fmla="*/ 3278 w 3836"/>
                <a:gd name="T37" fmla="*/ 253 h 1311"/>
                <a:gd name="T38" fmla="*/ 3118 w 3836"/>
                <a:gd name="T39" fmla="*/ 177 h 1311"/>
                <a:gd name="T40" fmla="*/ 2660 w 3836"/>
                <a:gd name="T41" fmla="*/ 32 h 1311"/>
                <a:gd name="T42" fmla="*/ 2371 w 3836"/>
                <a:gd name="T43" fmla="*/ 32 h 1311"/>
                <a:gd name="T44" fmla="*/ 2107 w 3836"/>
                <a:gd name="T45" fmla="*/ 32 h 1311"/>
                <a:gd name="T46" fmla="*/ 1631 w 3836"/>
                <a:gd name="T47" fmla="*/ 32 h 1311"/>
                <a:gd name="T48" fmla="*/ 1156 w 3836"/>
                <a:gd name="T49" fmla="*/ 32 h 1311"/>
                <a:gd name="T50" fmla="*/ 680 w 3836"/>
                <a:gd name="T51" fmla="*/ 32 h 1311"/>
                <a:gd name="T52" fmla="*/ 40 w 3836"/>
                <a:gd name="T53" fmla="*/ 159 h 1311"/>
                <a:gd name="T54" fmla="*/ 39 w 3836"/>
                <a:gd name="T55" fmla="*/ 239 h 1311"/>
                <a:gd name="T56" fmla="*/ 3241 w 3836"/>
                <a:gd name="T57" fmla="*/ 228 h 1311"/>
                <a:gd name="T58" fmla="*/ 3241 w 3836"/>
                <a:gd name="T59" fmla="*/ 507 h 1311"/>
                <a:gd name="T60" fmla="*/ 3118 w 3836"/>
                <a:gd name="T61" fmla="*/ 196 h 1311"/>
                <a:gd name="T62" fmla="*/ 2361 w 3836"/>
                <a:gd name="T63" fmla="*/ 309 h 1311"/>
                <a:gd name="T64" fmla="*/ 2361 w 3836"/>
                <a:gd name="T65" fmla="*/ 733 h 1311"/>
                <a:gd name="T66" fmla="*/ 1976 w 3836"/>
                <a:gd name="T67" fmla="*/ 338 h 1311"/>
                <a:gd name="T68" fmla="*/ 1897 w 3836"/>
                <a:gd name="T69" fmla="*/ 309 h 1311"/>
                <a:gd name="T70" fmla="*/ 1897 w 3836"/>
                <a:gd name="T71" fmla="*/ 733 h 1311"/>
                <a:gd name="T72" fmla="*/ 1513 w 3836"/>
                <a:gd name="T73" fmla="*/ 338 h 1311"/>
                <a:gd name="T74" fmla="*/ 1434 w 3836"/>
                <a:gd name="T75" fmla="*/ 309 h 1311"/>
                <a:gd name="T76" fmla="*/ 1434 w 3836"/>
                <a:gd name="T77" fmla="*/ 733 h 1311"/>
                <a:gd name="T78" fmla="*/ 1049 w 3836"/>
                <a:gd name="T79" fmla="*/ 338 h 1311"/>
                <a:gd name="T80" fmla="*/ 971 w 3836"/>
                <a:gd name="T81" fmla="*/ 309 h 1311"/>
                <a:gd name="T82" fmla="*/ 971 w 3836"/>
                <a:gd name="T83" fmla="*/ 733 h 1311"/>
                <a:gd name="T84" fmla="*/ 586 w 3836"/>
                <a:gd name="T85" fmla="*/ 338 h 1311"/>
                <a:gd name="T86" fmla="*/ 508 w 3836"/>
                <a:gd name="T87" fmla="*/ 309 h 1311"/>
                <a:gd name="T88" fmla="*/ 508 w 3836"/>
                <a:gd name="T89" fmla="*/ 733 h 1311"/>
                <a:gd name="T90" fmla="*/ 123 w 3836"/>
                <a:gd name="T91" fmla="*/ 338 h 1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836" h="1311">
                  <a:moveTo>
                    <a:pt x="39" y="239"/>
                  </a:moveTo>
                  <a:cubicBezTo>
                    <a:pt x="39" y="1202"/>
                    <a:pt x="39" y="1202"/>
                    <a:pt x="39" y="1202"/>
                  </a:cubicBezTo>
                  <a:cubicBezTo>
                    <a:pt x="671" y="1202"/>
                    <a:pt x="671" y="1202"/>
                    <a:pt x="671" y="1202"/>
                  </a:cubicBezTo>
                  <a:cubicBezTo>
                    <a:pt x="671" y="1208"/>
                    <a:pt x="671" y="1208"/>
                    <a:pt x="671" y="1208"/>
                  </a:cubicBezTo>
                  <a:cubicBezTo>
                    <a:pt x="756" y="1063"/>
                    <a:pt x="912" y="966"/>
                    <a:pt x="1090" y="966"/>
                  </a:cubicBezTo>
                  <a:cubicBezTo>
                    <a:pt x="1305" y="966"/>
                    <a:pt x="1492" y="1105"/>
                    <a:pt x="1556" y="1311"/>
                  </a:cubicBezTo>
                  <a:cubicBezTo>
                    <a:pt x="2435" y="1311"/>
                    <a:pt x="2435" y="1311"/>
                    <a:pt x="2435" y="1311"/>
                  </a:cubicBezTo>
                  <a:cubicBezTo>
                    <a:pt x="2435" y="934"/>
                    <a:pt x="2435" y="934"/>
                    <a:pt x="2435" y="934"/>
                  </a:cubicBezTo>
                  <a:cubicBezTo>
                    <a:pt x="2459" y="1074"/>
                    <a:pt x="2459" y="1074"/>
                    <a:pt x="2459" y="1074"/>
                  </a:cubicBezTo>
                  <a:cubicBezTo>
                    <a:pt x="2462" y="1091"/>
                    <a:pt x="2477" y="1102"/>
                    <a:pt x="2494" y="1102"/>
                  </a:cubicBezTo>
                  <a:cubicBezTo>
                    <a:pt x="2494" y="1102"/>
                    <a:pt x="2495" y="1102"/>
                    <a:pt x="2495" y="1102"/>
                  </a:cubicBezTo>
                  <a:cubicBezTo>
                    <a:pt x="2707" y="1102"/>
                    <a:pt x="2707" y="1102"/>
                    <a:pt x="2707" y="1102"/>
                  </a:cubicBezTo>
                  <a:cubicBezTo>
                    <a:pt x="2726" y="1102"/>
                    <a:pt x="2741" y="1087"/>
                    <a:pt x="2741" y="1068"/>
                  </a:cubicBezTo>
                  <a:cubicBezTo>
                    <a:pt x="2741" y="1050"/>
                    <a:pt x="2726" y="1035"/>
                    <a:pt x="2707" y="1035"/>
                  </a:cubicBezTo>
                  <a:cubicBezTo>
                    <a:pt x="2521" y="1035"/>
                    <a:pt x="2521" y="1035"/>
                    <a:pt x="2521" y="1035"/>
                  </a:cubicBezTo>
                  <a:cubicBezTo>
                    <a:pt x="2485" y="829"/>
                    <a:pt x="2485" y="829"/>
                    <a:pt x="2485" y="829"/>
                  </a:cubicBezTo>
                  <a:cubicBezTo>
                    <a:pt x="2482" y="810"/>
                    <a:pt x="2465" y="798"/>
                    <a:pt x="2447" y="801"/>
                  </a:cubicBezTo>
                  <a:cubicBezTo>
                    <a:pt x="2443" y="802"/>
                    <a:pt x="2439" y="803"/>
                    <a:pt x="2435" y="805"/>
                  </a:cubicBezTo>
                  <a:cubicBezTo>
                    <a:pt x="2435" y="338"/>
                    <a:pt x="2435" y="338"/>
                    <a:pt x="2435" y="338"/>
                  </a:cubicBezTo>
                  <a:cubicBezTo>
                    <a:pt x="2435" y="322"/>
                    <a:pt x="2448" y="309"/>
                    <a:pt x="2464" y="309"/>
                  </a:cubicBezTo>
                  <a:cubicBezTo>
                    <a:pt x="2988" y="309"/>
                    <a:pt x="2988" y="309"/>
                    <a:pt x="2988" y="309"/>
                  </a:cubicBezTo>
                  <a:cubicBezTo>
                    <a:pt x="3003" y="309"/>
                    <a:pt x="3016" y="322"/>
                    <a:pt x="3016" y="338"/>
                  </a:cubicBezTo>
                  <a:cubicBezTo>
                    <a:pt x="3016" y="693"/>
                    <a:pt x="3016" y="693"/>
                    <a:pt x="3016" y="693"/>
                  </a:cubicBezTo>
                  <a:cubicBezTo>
                    <a:pt x="3015" y="692"/>
                    <a:pt x="3013" y="691"/>
                    <a:pt x="3011" y="690"/>
                  </a:cubicBezTo>
                  <a:cubicBezTo>
                    <a:pt x="3004" y="686"/>
                    <a:pt x="2995" y="689"/>
                    <a:pt x="2991" y="696"/>
                  </a:cubicBezTo>
                  <a:cubicBezTo>
                    <a:pt x="2890" y="890"/>
                    <a:pt x="2890" y="890"/>
                    <a:pt x="2890" y="890"/>
                  </a:cubicBezTo>
                  <a:cubicBezTo>
                    <a:pt x="2886" y="898"/>
                    <a:pt x="2889" y="907"/>
                    <a:pt x="2896" y="911"/>
                  </a:cubicBezTo>
                  <a:cubicBezTo>
                    <a:pt x="2903" y="914"/>
                    <a:pt x="2912" y="912"/>
                    <a:pt x="2916" y="904"/>
                  </a:cubicBezTo>
                  <a:cubicBezTo>
                    <a:pt x="3016" y="713"/>
                    <a:pt x="3016" y="713"/>
                    <a:pt x="3016" y="713"/>
                  </a:cubicBezTo>
                  <a:cubicBezTo>
                    <a:pt x="3016" y="834"/>
                    <a:pt x="3016" y="834"/>
                    <a:pt x="3016" y="834"/>
                  </a:cubicBezTo>
                  <a:cubicBezTo>
                    <a:pt x="2970" y="925"/>
                    <a:pt x="2970" y="925"/>
                    <a:pt x="2970" y="925"/>
                  </a:cubicBezTo>
                  <a:cubicBezTo>
                    <a:pt x="3016" y="1044"/>
                    <a:pt x="3016" y="1044"/>
                    <a:pt x="3016" y="1044"/>
                  </a:cubicBezTo>
                  <a:cubicBezTo>
                    <a:pt x="3016" y="1147"/>
                    <a:pt x="3016" y="1147"/>
                    <a:pt x="3016" y="1147"/>
                  </a:cubicBezTo>
                  <a:cubicBezTo>
                    <a:pt x="2990" y="1110"/>
                    <a:pt x="2932" y="1030"/>
                    <a:pt x="2899" y="983"/>
                  </a:cubicBezTo>
                  <a:cubicBezTo>
                    <a:pt x="2869" y="1124"/>
                    <a:pt x="2869" y="1124"/>
                    <a:pt x="2869" y="1124"/>
                  </a:cubicBezTo>
                  <a:cubicBezTo>
                    <a:pt x="2941" y="1222"/>
                    <a:pt x="2941" y="1222"/>
                    <a:pt x="2941" y="1222"/>
                  </a:cubicBezTo>
                  <a:cubicBezTo>
                    <a:pt x="2956" y="1246"/>
                    <a:pt x="2989" y="1254"/>
                    <a:pt x="3014" y="1238"/>
                  </a:cubicBezTo>
                  <a:cubicBezTo>
                    <a:pt x="3014" y="1238"/>
                    <a:pt x="3015" y="1237"/>
                    <a:pt x="3016" y="1236"/>
                  </a:cubicBezTo>
                  <a:cubicBezTo>
                    <a:pt x="3016" y="1311"/>
                    <a:pt x="3016" y="1311"/>
                    <a:pt x="3016" y="1311"/>
                  </a:cubicBezTo>
                  <a:cubicBezTo>
                    <a:pt x="3017" y="1311"/>
                    <a:pt x="3017" y="1311"/>
                    <a:pt x="3017" y="1311"/>
                  </a:cubicBezTo>
                  <a:cubicBezTo>
                    <a:pt x="3029" y="1268"/>
                    <a:pt x="3049" y="1227"/>
                    <a:pt x="3073" y="1190"/>
                  </a:cubicBezTo>
                  <a:cubicBezTo>
                    <a:pt x="3079" y="1207"/>
                    <a:pt x="3079" y="1207"/>
                    <a:pt x="3079" y="1207"/>
                  </a:cubicBezTo>
                  <a:cubicBezTo>
                    <a:pt x="3079" y="1181"/>
                    <a:pt x="3079" y="1181"/>
                    <a:pt x="3079" y="1181"/>
                  </a:cubicBezTo>
                  <a:cubicBezTo>
                    <a:pt x="3163" y="1059"/>
                    <a:pt x="3304" y="981"/>
                    <a:pt x="3456" y="981"/>
                  </a:cubicBezTo>
                  <a:cubicBezTo>
                    <a:pt x="3481" y="981"/>
                    <a:pt x="3505" y="983"/>
                    <a:pt x="3529" y="987"/>
                  </a:cubicBezTo>
                  <a:cubicBezTo>
                    <a:pt x="3528" y="983"/>
                    <a:pt x="3528" y="979"/>
                    <a:pt x="3528" y="976"/>
                  </a:cubicBezTo>
                  <a:cubicBezTo>
                    <a:pt x="3528" y="897"/>
                    <a:pt x="3730" y="857"/>
                    <a:pt x="3836" y="848"/>
                  </a:cubicBezTo>
                  <a:cubicBezTo>
                    <a:pt x="3836" y="801"/>
                    <a:pt x="3836" y="801"/>
                    <a:pt x="3836" y="801"/>
                  </a:cubicBezTo>
                  <a:cubicBezTo>
                    <a:pt x="3836" y="796"/>
                    <a:pt x="3835" y="791"/>
                    <a:pt x="3835" y="786"/>
                  </a:cubicBezTo>
                  <a:cubicBezTo>
                    <a:pt x="3798" y="787"/>
                    <a:pt x="3651" y="789"/>
                    <a:pt x="3506" y="789"/>
                  </a:cubicBezTo>
                  <a:cubicBezTo>
                    <a:pt x="3422" y="789"/>
                    <a:pt x="3339" y="788"/>
                    <a:pt x="3278" y="786"/>
                  </a:cubicBezTo>
                  <a:cubicBezTo>
                    <a:pt x="3192" y="783"/>
                    <a:pt x="3130" y="772"/>
                    <a:pt x="3118" y="647"/>
                  </a:cubicBezTo>
                  <a:cubicBezTo>
                    <a:pt x="3118" y="559"/>
                    <a:pt x="3118" y="559"/>
                    <a:pt x="3118" y="559"/>
                  </a:cubicBezTo>
                  <a:cubicBezTo>
                    <a:pt x="3205" y="559"/>
                    <a:pt x="3205" y="559"/>
                    <a:pt x="3205" y="559"/>
                  </a:cubicBezTo>
                  <a:cubicBezTo>
                    <a:pt x="3234" y="559"/>
                    <a:pt x="3258" y="536"/>
                    <a:pt x="3261" y="507"/>
                  </a:cubicBezTo>
                  <a:cubicBezTo>
                    <a:pt x="3271" y="503"/>
                    <a:pt x="3278" y="494"/>
                    <a:pt x="3278" y="482"/>
                  </a:cubicBezTo>
                  <a:cubicBezTo>
                    <a:pt x="3278" y="253"/>
                    <a:pt x="3278" y="253"/>
                    <a:pt x="3278" y="253"/>
                  </a:cubicBezTo>
                  <a:cubicBezTo>
                    <a:pt x="3278" y="241"/>
                    <a:pt x="3271" y="232"/>
                    <a:pt x="3261" y="228"/>
                  </a:cubicBezTo>
                  <a:cubicBezTo>
                    <a:pt x="3258" y="199"/>
                    <a:pt x="3234" y="177"/>
                    <a:pt x="3205" y="177"/>
                  </a:cubicBezTo>
                  <a:cubicBezTo>
                    <a:pt x="3118" y="177"/>
                    <a:pt x="3118" y="177"/>
                    <a:pt x="3118" y="177"/>
                  </a:cubicBezTo>
                  <a:cubicBezTo>
                    <a:pt x="3118" y="166"/>
                    <a:pt x="3118" y="166"/>
                    <a:pt x="3118" y="166"/>
                  </a:cubicBezTo>
                  <a:cubicBezTo>
                    <a:pt x="3118" y="92"/>
                    <a:pt x="3058" y="32"/>
                    <a:pt x="2985" y="32"/>
                  </a:cubicBezTo>
                  <a:cubicBezTo>
                    <a:pt x="2660" y="32"/>
                    <a:pt x="2660" y="32"/>
                    <a:pt x="2660" y="32"/>
                  </a:cubicBezTo>
                  <a:cubicBezTo>
                    <a:pt x="2656" y="14"/>
                    <a:pt x="2640" y="0"/>
                    <a:pt x="2621" y="0"/>
                  </a:cubicBezTo>
                  <a:cubicBezTo>
                    <a:pt x="2602" y="0"/>
                    <a:pt x="2586" y="14"/>
                    <a:pt x="2582" y="32"/>
                  </a:cubicBezTo>
                  <a:cubicBezTo>
                    <a:pt x="2371" y="32"/>
                    <a:pt x="2371" y="32"/>
                    <a:pt x="2371" y="32"/>
                  </a:cubicBezTo>
                  <a:cubicBezTo>
                    <a:pt x="2184" y="32"/>
                    <a:pt x="2184" y="32"/>
                    <a:pt x="2184" y="32"/>
                  </a:cubicBezTo>
                  <a:cubicBezTo>
                    <a:pt x="2181" y="14"/>
                    <a:pt x="2165" y="0"/>
                    <a:pt x="2146" y="0"/>
                  </a:cubicBezTo>
                  <a:cubicBezTo>
                    <a:pt x="2126" y="0"/>
                    <a:pt x="2111" y="14"/>
                    <a:pt x="2107" y="32"/>
                  </a:cubicBezTo>
                  <a:cubicBezTo>
                    <a:pt x="1709" y="32"/>
                    <a:pt x="1709" y="32"/>
                    <a:pt x="1709" y="32"/>
                  </a:cubicBezTo>
                  <a:cubicBezTo>
                    <a:pt x="1705" y="14"/>
                    <a:pt x="1689" y="0"/>
                    <a:pt x="1670" y="0"/>
                  </a:cubicBezTo>
                  <a:cubicBezTo>
                    <a:pt x="1651" y="0"/>
                    <a:pt x="1635" y="14"/>
                    <a:pt x="1631" y="32"/>
                  </a:cubicBezTo>
                  <a:cubicBezTo>
                    <a:pt x="1233" y="32"/>
                    <a:pt x="1233" y="32"/>
                    <a:pt x="1233" y="32"/>
                  </a:cubicBezTo>
                  <a:cubicBezTo>
                    <a:pt x="1230" y="14"/>
                    <a:pt x="1214" y="0"/>
                    <a:pt x="1195" y="0"/>
                  </a:cubicBezTo>
                  <a:cubicBezTo>
                    <a:pt x="1175" y="0"/>
                    <a:pt x="1159" y="14"/>
                    <a:pt x="1156" y="32"/>
                  </a:cubicBezTo>
                  <a:cubicBezTo>
                    <a:pt x="758" y="32"/>
                    <a:pt x="758" y="32"/>
                    <a:pt x="758" y="32"/>
                  </a:cubicBezTo>
                  <a:cubicBezTo>
                    <a:pt x="754" y="14"/>
                    <a:pt x="738" y="0"/>
                    <a:pt x="719" y="0"/>
                  </a:cubicBezTo>
                  <a:cubicBezTo>
                    <a:pt x="700" y="0"/>
                    <a:pt x="684" y="14"/>
                    <a:pt x="680" y="32"/>
                  </a:cubicBezTo>
                  <a:cubicBezTo>
                    <a:pt x="618" y="32"/>
                    <a:pt x="618" y="32"/>
                    <a:pt x="618" y="32"/>
                  </a:cubicBezTo>
                  <a:cubicBezTo>
                    <a:pt x="172" y="32"/>
                    <a:pt x="172" y="32"/>
                    <a:pt x="172" y="32"/>
                  </a:cubicBezTo>
                  <a:cubicBezTo>
                    <a:pt x="101" y="32"/>
                    <a:pt x="44" y="88"/>
                    <a:pt x="40" y="159"/>
                  </a:cubicBezTo>
                  <a:cubicBezTo>
                    <a:pt x="40" y="159"/>
                    <a:pt x="40" y="159"/>
                    <a:pt x="40" y="159"/>
                  </a:cubicBezTo>
                  <a:cubicBezTo>
                    <a:pt x="18" y="159"/>
                    <a:pt x="0" y="177"/>
                    <a:pt x="0" y="199"/>
                  </a:cubicBezTo>
                  <a:cubicBezTo>
                    <a:pt x="0" y="221"/>
                    <a:pt x="18" y="239"/>
                    <a:pt x="39" y="239"/>
                  </a:cubicBezTo>
                  <a:close/>
                  <a:moveTo>
                    <a:pt x="3118" y="196"/>
                  </a:moveTo>
                  <a:cubicBezTo>
                    <a:pt x="3205" y="196"/>
                    <a:pt x="3205" y="196"/>
                    <a:pt x="3205" y="196"/>
                  </a:cubicBezTo>
                  <a:cubicBezTo>
                    <a:pt x="3223" y="196"/>
                    <a:pt x="3238" y="210"/>
                    <a:pt x="3241" y="228"/>
                  </a:cubicBezTo>
                  <a:cubicBezTo>
                    <a:pt x="3231" y="232"/>
                    <a:pt x="3225" y="242"/>
                    <a:pt x="3225" y="253"/>
                  </a:cubicBezTo>
                  <a:cubicBezTo>
                    <a:pt x="3225" y="482"/>
                    <a:pt x="3225" y="482"/>
                    <a:pt x="3225" y="482"/>
                  </a:cubicBezTo>
                  <a:cubicBezTo>
                    <a:pt x="3225" y="493"/>
                    <a:pt x="3231" y="503"/>
                    <a:pt x="3241" y="507"/>
                  </a:cubicBezTo>
                  <a:cubicBezTo>
                    <a:pt x="3238" y="525"/>
                    <a:pt x="3223" y="539"/>
                    <a:pt x="3205" y="539"/>
                  </a:cubicBezTo>
                  <a:cubicBezTo>
                    <a:pt x="3118" y="539"/>
                    <a:pt x="3118" y="539"/>
                    <a:pt x="3118" y="539"/>
                  </a:cubicBezTo>
                  <a:lnTo>
                    <a:pt x="3118" y="196"/>
                  </a:lnTo>
                  <a:close/>
                  <a:moveTo>
                    <a:pt x="1976" y="338"/>
                  </a:moveTo>
                  <a:cubicBezTo>
                    <a:pt x="1976" y="322"/>
                    <a:pt x="1989" y="309"/>
                    <a:pt x="2004" y="309"/>
                  </a:cubicBezTo>
                  <a:cubicBezTo>
                    <a:pt x="2361" y="309"/>
                    <a:pt x="2361" y="309"/>
                    <a:pt x="2361" y="309"/>
                  </a:cubicBezTo>
                  <a:cubicBezTo>
                    <a:pt x="2376" y="309"/>
                    <a:pt x="2389" y="322"/>
                    <a:pt x="2389" y="338"/>
                  </a:cubicBezTo>
                  <a:cubicBezTo>
                    <a:pt x="2389" y="704"/>
                    <a:pt x="2389" y="704"/>
                    <a:pt x="2389" y="704"/>
                  </a:cubicBezTo>
                  <a:cubicBezTo>
                    <a:pt x="2389" y="720"/>
                    <a:pt x="2376" y="733"/>
                    <a:pt x="2361" y="733"/>
                  </a:cubicBezTo>
                  <a:cubicBezTo>
                    <a:pt x="2004" y="733"/>
                    <a:pt x="2004" y="733"/>
                    <a:pt x="2004" y="733"/>
                  </a:cubicBezTo>
                  <a:cubicBezTo>
                    <a:pt x="1989" y="733"/>
                    <a:pt x="1976" y="720"/>
                    <a:pt x="1976" y="704"/>
                  </a:cubicBezTo>
                  <a:lnTo>
                    <a:pt x="1976" y="338"/>
                  </a:lnTo>
                  <a:close/>
                  <a:moveTo>
                    <a:pt x="1513" y="338"/>
                  </a:moveTo>
                  <a:cubicBezTo>
                    <a:pt x="1513" y="322"/>
                    <a:pt x="1525" y="309"/>
                    <a:pt x="1541" y="309"/>
                  </a:cubicBezTo>
                  <a:cubicBezTo>
                    <a:pt x="1897" y="309"/>
                    <a:pt x="1897" y="309"/>
                    <a:pt x="1897" y="309"/>
                  </a:cubicBezTo>
                  <a:cubicBezTo>
                    <a:pt x="1913" y="309"/>
                    <a:pt x="1926" y="322"/>
                    <a:pt x="1926" y="338"/>
                  </a:cubicBezTo>
                  <a:cubicBezTo>
                    <a:pt x="1926" y="704"/>
                    <a:pt x="1926" y="704"/>
                    <a:pt x="1926" y="704"/>
                  </a:cubicBezTo>
                  <a:cubicBezTo>
                    <a:pt x="1926" y="720"/>
                    <a:pt x="1913" y="733"/>
                    <a:pt x="1897" y="733"/>
                  </a:cubicBezTo>
                  <a:cubicBezTo>
                    <a:pt x="1541" y="733"/>
                    <a:pt x="1541" y="733"/>
                    <a:pt x="1541" y="733"/>
                  </a:cubicBezTo>
                  <a:cubicBezTo>
                    <a:pt x="1525" y="733"/>
                    <a:pt x="1513" y="720"/>
                    <a:pt x="1513" y="704"/>
                  </a:cubicBezTo>
                  <a:lnTo>
                    <a:pt x="1513" y="338"/>
                  </a:lnTo>
                  <a:close/>
                  <a:moveTo>
                    <a:pt x="1049" y="338"/>
                  </a:moveTo>
                  <a:cubicBezTo>
                    <a:pt x="1049" y="322"/>
                    <a:pt x="1062" y="309"/>
                    <a:pt x="1078" y="309"/>
                  </a:cubicBezTo>
                  <a:cubicBezTo>
                    <a:pt x="1434" y="309"/>
                    <a:pt x="1434" y="309"/>
                    <a:pt x="1434" y="309"/>
                  </a:cubicBezTo>
                  <a:cubicBezTo>
                    <a:pt x="1450" y="309"/>
                    <a:pt x="1463" y="322"/>
                    <a:pt x="1463" y="338"/>
                  </a:cubicBezTo>
                  <a:cubicBezTo>
                    <a:pt x="1463" y="704"/>
                    <a:pt x="1463" y="704"/>
                    <a:pt x="1463" y="704"/>
                  </a:cubicBezTo>
                  <a:cubicBezTo>
                    <a:pt x="1463" y="720"/>
                    <a:pt x="1450" y="733"/>
                    <a:pt x="1434" y="733"/>
                  </a:cubicBezTo>
                  <a:cubicBezTo>
                    <a:pt x="1078" y="733"/>
                    <a:pt x="1078" y="733"/>
                    <a:pt x="1078" y="733"/>
                  </a:cubicBezTo>
                  <a:cubicBezTo>
                    <a:pt x="1062" y="733"/>
                    <a:pt x="1049" y="720"/>
                    <a:pt x="1049" y="704"/>
                  </a:cubicBezTo>
                  <a:lnTo>
                    <a:pt x="1049" y="338"/>
                  </a:lnTo>
                  <a:close/>
                  <a:moveTo>
                    <a:pt x="586" y="338"/>
                  </a:moveTo>
                  <a:cubicBezTo>
                    <a:pt x="586" y="322"/>
                    <a:pt x="599" y="309"/>
                    <a:pt x="615" y="309"/>
                  </a:cubicBezTo>
                  <a:cubicBezTo>
                    <a:pt x="971" y="309"/>
                    <a:pt x="971" y="309"/>
                    <a:pt x="971" y="309"/>
                  </a:cubicBezTo>
                  <a:cubicBezTo>
                    <a:pt x="987" y="309"/>
                    <a:pt x="1000" y="322"/>
                    <a:pt x="1000" y="338"/>
                  </a:cubicBezTo>
                  <a:cubicBezTo>
                    <a:pt x="1000" y="704"/>
                    <a:pt x="1000" y="704"/>
                    <a:pt x="1000" y="704"/>
                  </a:cubicBezTo>
                  <a:cubicBezTo>
                    <a:pt x="1000" y="720"/>
                    <a:pt x="987" y="733"/>
                    <a:pt x="971" y="733"/>
                  </a:cubicBezTo>
                  <a:cubicBezTo>
                    <a:pt x="615" y="733"/>
                    <a:pt x="615" y="733"/>
                    <a:pt x="615" y="733"/>
                  </a:cubicBezTo>
                  <a:cubicBezTo>
                    <a:pt x="599" y="733"/>
                    <a:pt x="586" y="720"/>
                    <a:pt x="586" y="704"/>
                  </a:cubicBezTo>
                  <a:lnTo>
                    <a:pt x="586" y="338"/>
                  </a:lnTo>
                  <a:close/>
                  <a:moveTo>
                    <a:pt x="123" y="338"/>
                  </a:moveTo>
                  <a:cubicBezTo>
                    <a:pt x="123" y="322"/>
                    <a:pt x="136" y="309"/>
                    <a:pt x="151" y="309"/>
                  </a:cubicBezTo>
                  <a:cubicBezTo>
                    <a:pt x="508" y="309"/>
                    <a:pt x="508" y="309"/>
                    <a:pt x="508" y="309"/>
                  </a:cubicBezTo>
                  <a:cubicBezTo>
                    <a:pt x="523" y="309"/>
                    <a:pt x="536" y="322"/>
                    <a:pt x="536" y="338"/>
                  </a:cubicBezTo>
                  <a:cubicBezTo>
                    <a:pt x="536" y="704"/>
                    <a:pt x="536" y="704"/>
                    <a:pt x="536" y="704"/>
                  </a:cubicBezTo>
                  <a:cubicBezTo>
                    <a:pt x="536" y="720"/>
                    <a:pt x="523" y="733"/>
                    <a:pt x="508" y="733"/>
                  </a:cubicBezTo>
                  <a:cubicBezTo>
                    <a:pt x="151" y="733"/>
                    <a:pt x="151" y="733"/>
                    <a:pt x="151" y="733"/>
                  </a:cubicBezTo>
                  <a:cubicBezTo>
                    <a:pt x="136" y="733"/>
                    <a:pt x="123" y="720"/>
                    <a:pt x="123" y="704"/>
                  </a:cubicBezTo>
                  <a:lnTo>
                    <a:pt x="123" y="3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Rectangle 71"/>
            <p:cNvSpPr>
              <a:spLocks noChangeArrowheads="1"/>
            </p:cNvSpPr>
            <p:nvPr/>
          </p:nvSpPr>
          <p:spPr bwMode="auto">
            <a:xfrm>
              <a:off x="4195763" y="752475"/>
              <a:ext cx="274637" cy="635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Oval 72"/>
            <p:cNvSpPr>
              <a:spLocks noChangeArrowheads="1"/>
            </p:cNvSpPr>
            <p:nvPr/>
          </p:nvSpPr>
          <p:spPr bwMode="auto">
            <a:xfrm>
              <a:off x="5278438" y="2103438"/>
              <a:ext cx="92075" cy="920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73"/>
            <p:cNvSpPr>
              <a:spLocks noEditPoints="1"/>
            </p:cNvSpPr>
            <p:nvPr/>
          </p:nvSpPr>
          <p:spPr bwMode="auto">
            <a:xfrm>
              <a:off x="5041900" y="1863725"/>
              <a:ext cx="565150" cy="571500"/>
            </a:xfrm>
            <a:custGeom>
              <a:avLst/>
              <a:gdLst>
                <a:gd name="T0" fmla="*/ 613 w 615"/>
                <a:gd name="T1" fmla="*/ 271 h 622"/>
                <a:gd name="T2" fmla="*/ 601 w 615"/>
                <a:gd name="T3" fmla="*/ 229 h 622"/>
                <a:gd name="T4" fmla="*/ 582 w 615"/>
                <a:gd name="T5" fmla="*/ 186 h 622"/>
                <a:gd name="T6" fmla="*/ 567 w 615"/>
                <a:gd name="T7" fmla="*/ 155 h 622"/>
                <a:gd name="T8" fmla="*/ 548 w 615"/>
                <a:gd name="T9" fmla="*/ 116 h 622"/>
                <a:gd name="T10" fmla="*/ 531 w 615"/>
                <a:gd name="T11" fmla="*/ 106 h 622"/>
                <a:gd name="T12" fmla="*/ 506 w 615"/>
                <a:gd name="T13" fmla="*/ 82 h 622"/>
                <a:gd name="T14" fmla="*/ 477 w 615"/>
                <a:gd name="T15" fmla="*/ 50 h 622"/>
                <a:gd name="T16" fmla="*/ 455 w 615"/>
                <a:gd name="T17" fmla="*/ 37 h 622"/>
                <a:gd name="T18" fmla="*/ 414 w 615"/>
                <a:gd name="T19" fmla="*/ 23 h 622"/>
                <a:gd name="T20" fmla="*/ 369 w 615"/>
                <a:gd name="T21" fmla="*/ 12 h 622"/>
                <a:gd name="T22" fmla="*/ 335 w 615"/>
                <a:gd name="T23" fmla="*/ 7 h 622"/>
                <a:gd name="T24" fmla="*/ 293 w 615"/>
                <a:gd name="T25" fmla="*/ 0 h 622"/>
                <a:gd name="T26" fmla="*/ 273 w 615"/>
                <a:gd name="T27" fmla="*/ 5 h 622"/>
                <a:gd name="T28" fmla="*/ 228 w 615"/>
                <a:gd name="T29" fmla="*/ 17 h 622"/>
                <a:gd name="T30" fmla="*/ 196 w 615"/>
                <a:gd name="T31" fmla="*/ 28 h 622"/>
                <a:gd name="T32" fmla="*/ 152 w 615"/>
                <a:gd name="T33" fmla="*/ 44 h 622"/>
                <a:gd name="T34" fmla="*/ 115 w 615"/>
                <a:gd name="T35" fmla="*/ 68 h 622"/>
                <a:gd name="T36" fmla="*/ 102 w 615"/>
                <a:gd name="T37" fmla="*/ 84 h 622"/>
                <a:gd name="T38" fmla="*/ 81 w 615"/>
                <a:gd name="T39" fmla="*/ 110 h 622"/>
                <a:gd name="T40" fmla="*/ 49 w 615"/>
                <a:gd name="T41" fmla="*/ 145 h 622"/>
                <a:gd name="T42" fmla="*/ 27 w 615"/>
                <a:gd name="T43" fmla="*/ 183 h 622"/>
                <a:gd name="T44" fmla="*/ 17 w 615"/>
                <a:gd name="T45" fmla="*/ 207 h 622"/>
                <a:gd name="T46" fmla="*/ 9 w 615"/>
                <a:gd name="T47" fmla="*/ 249 h 622"/>
                <a:gd name="T48" fmla="*/ 6 w 615"/>
                <a:gd name="T49" fmla="*/ 296 h 622"/>
                <a:gd name="T50" fmla="*/ 7 w 615"/>
                <a:gd name="T51" fmla="*/ 331 h 622"/>
                <a:gd name="T52" fmla="*/ 9 w 615"/>
                <a:gd name="T53" fmla="*/ 378 h 622"/>
                <a:gd name="T54" fmla="*/ 19 w 615"/>
                <a:gd name="T55" fmla="*/ 421 h 622"/>
                <a:gd name="T56" fmla="*/ 29 w 615"/>
                <a:gd name="T57" fmla="*/ 445 h 622"/>
                <a:gd name="T58" fmla="*/ 53 w 615"/>
                <a:gd name="T59" fmla="*/ 481 h 622"/>
                <a:gd name="T60" fmla="*/ 76 w 615"/>
                <a:gd name="T61" fmla="*/ 506 h 622"/>
                <a:gd name="T62" fmla="*/ 105 w 615"/>
                <a:gd name="T63" fmla="*/ 543 h 622"/>
                <a:gd name="T64" fmla="*/ 138 w 615"/>
                <a:gd name="T65" fmla="*/ 572 h 622"/>
                <a:gd name="T66" fmla="*/ 160 w 615"/>
                <a:gd name="T67" fmla="*/ 585 h 622"/>
                <a:gd name="T68" fmla="*/ 201 w 615"/>
                <a:gd name="T69" fmla="*/ 599 h 622"/>
                <a:gd name="T70" fmla="*/ 233 w 615"/>
                <a:gd name="T71" fmla="*/ 606 h 622"/>
                <a:gd name="T72" fmla="*/ 275 w 615"/>
                <a:gd name="T73" fmla="*/ 621 h 622"/>
                <a:gd name="T74" fmla="*/ 294 w 615"/>
                <a:gd name="T75" fmla="*/ 619 h 622"/>
                <a:gd name="T76" fmla="*/ 327 w 615"/>
                <a:gd name="T77" fmla="*/ 615 h 622"/>
                <a:gd name="T78" fmla="*/ 374 w 615"/>
                <a:gd name="T79" fmla="*/ 613 h 622"/>
                <a:gd name="T80" fmla="*/ 417 w 615"/>
                <a:gd name="T81" fmla="*/ 603 h 622"/>
                <a:gd name="T82" fmla="*/ 440 w 615"/>
                <a:gd name="T83" fmla="*/ 592 h 622"/>
                <a:gd name="T84" fmla="*/ 473 w 615"/>
                <a:gd name="T85" fmla="*/ 566 h 622"/>
                <a:gd name="T86" fmla="*/ 500 w 615"/>
                <a:gd name="T87" fmla="*/ 545 h 622"/>
                <a:gd name="T88" fmla="*/ 535 w 615"/>
                <a:gd name="T89" fmla="*/ 521 h 622"/>
                <a:gd name="T90" fmla="*/ 546 w 615"/>
                <a:gd name="T91" fmla="*/ 503 h 622"/>
                <a:gd name="T92" fmla="*/ 569 w 615"/>
                <a:gd name="T93" fmla="*/ 462 h 622"/>
                <a:gd name="T94" fmla="*/ 584 w 615"/>
                <a:gd name="T95" fmla="*/ 431 h 622"/>
                <a:gd name="T96" fmla="*/ 604 w 615"/>
                <a:gd name="T97" fmla="*/ 388 h 622"/>
                <a:gd name="T98" fmla="*/ 610 w 615"/>
                <a:gd name="T99" fmla="*/ 368 h 622"/>
                <a:gd name="T100" fmla="*/ 609 w 615"/>
                <a:gd name="T101" fmla="*/ 326 h 622"/>
                <a:gd name="T102" fmla="*/ 608 w 615"/>
                <a:gd name="T103" fmla="*/ 291 h 622"/>
                <a:gd name="T104" fmla="*/ 308 w 615"/>
                <a:gd name="T105" fmla="*/ 477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15" h="622">
                  <a:moveTo>
                    <a:pt x="608" y="291"/>
                  </a:moveTo>
                  <a:cubicBezTo>
                    <a:pt x="608" y="291"/>
                    <a:pt x="608" y="291"/>
                    <a:pt x="608" y="291"/>
                  </a:cubicBezTo>
                  <a:cubicBezTo>
                    <a:pt x="608" y="287"/>
                    <a:pt x="608" y="282"/>
                    <a:pt x="607" y="278"/>
                  </a:cubicBezTo>
                  <a:cubicBezTo>
                    <a:pt x="610" y="276"/>
                    <a:pt x="610" y="276"/>
                    <a:pt x="610" y="276"/>
                  </a:cubicBezTo>
                  <a:cubicBezTo>
                    <a:pt x="612" y="275"/>
                    <a:pt x="613" y="273"/>
                    <a:pt x="613" y="271"/>
                  </a:cubicBezTo>
                  <a:cubicBezTo>
                    <a:pt x="609" y="248"/>
                    <a:pt x="609" y="248"/>
                    <a:pt x="609" y="248"/>
                  </a:cubicBezTo>
                  <a:cubicBezTo>
                    <a:pt x="609" y="246"/>
                    <a:pt x="608" y="244"/>
                    <a:pt x="606" y="244"/>
                  </a:cubicBezTo>
                  <a:cubicBezTo>
                    <a:pt x="605" y="243"/>
                    <a:pt x="603" y="243"/>
                    <a:pt x="601" y="244"/>
                  </a:cubicBezTo>
                  <a:cubicBezTo>
                    <a:pt x="601" y="239"/>
                    <a:pt x="599" y="235"/>
                    <a:pt x="598" y="231"/>
                  </a:cubicBezTo>
                  <a:cubicBezTo>
                    <a:pt x="601" y="229"/>
                    <a:pt x="601" y="229"/>
                    <a:pt x="601" y="229"/>
                  </a:cubicBezTo>
                  <a:cubicBezTo>
                    <a:pt x="603" y="227"/>
                    <a:pt x="604" y="225"/>
                    <a:pt x="603" y="223"/>
                  </a:cubicBezTo>
                  <a:cubicBezTo>
                    <a:pt x="596" y="201"/>
                    <a:pt x="596" y="201"/>
                    <a:pt x="596" y="201"/>
                  </a:cubicBezTo>
                  <a:cubicBezTo>
                    <a:pt x="595" y="199"/>
                    <a:pt x="594" y="198"/>
                    <a:pt x="592" y="197"/>
                  </a:cubicBezTo>
                  <a:cubicBezTo>
                    <a:pt x="591" y="197"/>
                    <a:pt x="589" y="197"/>
                    <a:pt x="587" y="198"/>
                  </a:cubicBezTo>
                  <a:cubicBezTo>
                    <a:pt x="586" y="194"/>
                    <a:pt x="584" y="190"/>
                    <a:pt x="582" y="186"/>
                  </a:cubicBezTo>
                  <a:cubicBezTo>
                    <a:pt x="585" y="183"/>
                    <a:pt x="585" y="183"/>
                    <a:pt x="585" y="183"/>
                  </a:cubicBezTo>
                  <a:cubicBezTo>
                    <a:pt x="586" y="182"/>
                    <a:pt x="587" y="179"/>
                    <a:pt x="586" y="177"/>
                  </a:cubicBezTo>
                  <a:cubicBezTo>
                    <a:pt x="575" y="156"/>
                    <a:pt x="575" y="156"/>
                    <a:pt x="575" y="156"/>
                  </a:cubicBezTo>
                  <a:cubicBezTo>
                    <a:pt x="574" y="155"/>
                    <a:pt x="573" y="154"/>
                    <a:pt x="571" y="153"/>
                  </a:cubicBezTo>
                  <a:cubicBezTo>
                    <a:pt x="569" y="153"/>
                    <a:pt x="568" y="154"/>
                    <a:pt x="567" y="155"/>
                  </a:cubicBezTo>
                  <a:cubicBezTo>
                    <a:pt x="567" y="155"/>
                    <a:pt x="567" y="155"/>
                    <a:pt x="567" y="155"/>
                  </a:cubicBezTo>
                  <a:cubicBezTo>
                    <a:pt x="564" y="151"/>
                    <a:pt x="562" y="147"/>
                    <a:pt x="560" y="144"/>
                  </a:cubicBezTo>
                  <a:cubicBezTo>
                    <a:pt x="561" y="141"/>
                    <a:pt x="561" y="141"/>
                    <a:pt x="561" y="141"/>
                  </a:cubicBezTo>
                  <a:cubicBezTo>
                    <a:pt x="563" y="139"/>
                    <a:pt x="563" y="137"/>
                    <a:pt x="561" y="135"/>
                  </a:cubicBezTo>
                  <a:cubicBezTo>
                    <a:pt x="548" y="116"/>
                    <a:pt x="548" y="116"/>
                    <a:pt x="548" y="116"/>
                  </a:cubicBezTo>
                  <a:cubicBezTo>
                    <a:pt x="547" y="115"/>
                    <a:pt x="545" y="114"/>
                    <a:pt x="544" y="114"/>
                  </a:cubicBezTo>
                  <a:cubicBezTo>
                    <a:pt x="544" y="114"/>
                    <a:pt x="544" y="114"/>
                    <a:pt x="544" y="114"/>
                  </a:cubicBezTo>
                  <a:cubicBezTo>
                    <a:pt x="542" y="114"/>
                    <a:pt x="540" y="115"/>
                    <a:pt x="539" y="116"/>
                  </a:cubicBezTo>
                  <a:cubicBezTo>
                    <a:pt x="539" y="116"/>
                    <a:pt x="539" y="116"/>
                    <a:pt x="539" y="116"/>
                  </a:cubicBezTo>
                  <a:cubicBezTo>
                    <a:pt x="536" y="113"/>
                    <a:pt x="534" y="109"/>
                    <a:pt x="531" y="106"/>
                  </a:cubicBezTo>
                  <a:cubicBezTo>
                    <a:pt x="532" y="103"/>
                    <a:pt x="532" y="103"/>
                    <a:pt x="532" y="103"/>
                  </a:cubicBezTo>
                  <a:cubicBezTo>
                    <a:pt x="533" y="101"/>
                    <a:pt x="533" y="98"/>
                    <a:pt x="531" y="97"/>
                  </a:cubicBezTo>
                  <a:cubicBezTo>
                    <a:pt x="515" y="80"/>
                    <a:pt x="515" y="80"/>
                    <a:pt x="515" y="80"/>
                  </a:cubicBezTo>
                  <a:cubicBezTo>
                    <a:pt x="514" y="79"/>
                    <a:pt x="512" y="79"/>
                    <a:pt x="510" y="79"/>
                  </a:cubicBezTo>
                  <a:cubicBezTo>
                    <a:pt x="508" y="79"/>
                    <a:pt x="507" y="80"/>
                    <a:pt x="506" y="82"/>
                  </a:cubicBezTo>
                  <a:cubicBezTo>
                    <a:pt x="506" y="82"/>
                    <a:pt x="506" y="82"/>
                    <a:pt x="506" y="82"/>
                  </a:cubicBezTo>
                  <a:cubicBezTo>
                    <a:pt x="503" y="79"/>
                    <a:pt x="500" y="76"/>
                    <a:pt x="496" y="73"/>
                  </a:cubicBezTo>
                  <a:cubicBezTo>
                    <a:pt x="497" y="70"/>
                    <a:pt x="497" y="70"/>
                    <a:pt x="497" y="70"/>
                  </a:cubicBezTo>
                  <a:cubicBezTo>
                    <a:pt x="498" y="68"/>
                    <a:pt x="497" y="65"/>
                    <a:pt x="495" y="64"/>
                  </a:cubicBezTo>
                  <a:cubicBezTo>
                    <a:pt x="477" y="50"/>
                    <a:pt x="477" y="50"/>
                    <a:pt x="477" y="50"/>
                  </a:cubicBezTo>
                  <a:cubicBezTo>
                    <a:pt x="475" y="49"/>
                    <a:pt x="473" y="49"/>
                    <a:pt x="472" y="50"/>
                  </a:cubicBezTo>
                  <a:cubicBezTo>
                    <a:pt x="470" y="50"/>
                    <a:pt x="469" y="51"/>
                    <a:pt x="468" y="53"/>
                  </a:cubicBezTo>
                  <a:cubicBezTo>
                    <a:pt x="465" y="51"/>
                    <a:pt x="461" y="48"/>
                    <a:pt x="457" y="46"/>
                  </a:cubicBezTo>
                  <a:cubicBezTo>
                    <a:pt x="458" y="43"/>
                    <a:pt x="458" y="43"/>
                    <a:pt x="458" y="43"/>
                  </a:cubicBezTo>
                  <a:cubicBezTo>
                    <a:pt x="458" y="41"/>
                    <a:pt x="457" y="38"/>
                    <a:pt x="455" y="37"/>
                  </a:cubicBezTo>
                  <a:cubicBezTo>
                    <a:pt x="434" y="27"/>
                    <a:pt x="434" y="27"/>
                    <a:pt x="434" y="27"/>
                  </a:cubicBezTo>
                  <a:cubicBezTo>
                    <a:pt x="433" y="26"/>
                    <a:pt x="431" y="26"/>
                    <a:pt x="429" y="27"/>
                  </a:cubicBezTo>
                  <a:cubicBezTo>
                    <a:pt x="428" y="28"/>
                    <a:pt x="427" y="29"/>
                    <a:pt x="426" y="31"/>
                  </a:cubicBezTo>
                  <a:cubicBezTo>
                    <a:pt x="422" y="29"/>
                    <a:pt x="418" y="27"/>
                    <a:pt x="414" y="26"/>
                  </a:cubicBezTo>
                  <a:cubicBezTo>
                    <a:pt x="414" y="23"/>
                    <a:pt x="414" y="23"/>
                    <a:pt x="414" y="23"/>
                  </a:cubicBezTo>
                  <a:cubicBezTo>
                    <a:pt x="414" y="20"/>
                    <a:pt x="413" y="18"/>
                    <a:pt x="411" y="17"/>
                  </a:cubicBezTo>
                  <a:cubicBezTo>
                    <a:pt x="389" y="10"/>
                    <a:pt x="389" y="10"/>
                    <a:pt x="389" y="10"/>
                  </a:cubicBezTo>
                  <a:cubicBezTo>
                    <a:pt x="387" y="10"/>
                    <a:pt x="385" y="10"/>
                    <a:pt x="384" y="11"/>
                  </a:cubicBezTo>
                  <a:cubicBezTo>
                    <a:pt x="382" y="12"/>
                    <a:pt x="382" y="14"/>
                    <a:pt x="382" y="15"/>
                  </a:cubicBezTo>
                  <a:cubicBezTo>
                    <a:pt x="377" y="14"/>
                    <a:pt x="373" y="13"/>
                    <a:pt x="369" y="12"/>
                  </a:cubicBezTo>
                  <a:cubicBezTo>
                    <a:pt x="368" y="9"/>
                    <a:pt x="368" y="9"/>
                    <a:pt x="368" y="9"/>
                  </a:cubicBezTo>
                  <a:cubicBezTo>
                    <a:pt x="368" y="7"/>
                    <a:pt x="366" y="5"/>
                    <a:pt x="364" y="5"/>
                  </a:cubicBezTo>
                  <a:cubicBezTo>
                    <a:pt x="341" y="1"/>
                    <a:pt x="341" y="1"/>
                    <a:pt x="341" y="1"/>
                  </a:cubicBezTo>
                  <a:cubicBezTo>
                    <a:pt x="340" y="1"/>
                    <a:pt x="338" y="1"/>
                    <a:pt x="337" y="3"/>
                  </a:cubicBezTo>
                  <a:cubicBezTo>
                    <a:pt x="335" y="4"/>
                    <a:pt x="335" y="6"/>
                    <a:pt x="335" y="7"/>
                  </a:cubicBezTo>
                  <a:cubicBezTo>
                    <a:pt x="335" y="7"/>
                    <a:pt x="335" y="7"/>
                    <a:pt x="335" y="7"/>
                  </a:cubicBezTo>
                  <a:cubicBezTo>
                    <a:pt x="331" y="7"/>
                    <a:pt x="326" y="7"/>
                    <a:pt x="322" y="6"/>
                  </a:cubicBezTo>
                  <a:cubicBezTo>
                    <a:pt x="321" y="3"/>
                    <a:pt x="321" y="3"/>
                    <a:pt x="321" y="3"/>
                  </a:cubicBezTo>
                  <a:cubicBezTo>
                    <a:pt x="320" y="1"/>
                    <a:pt x="318" y="0"/>
                    <a:pt x="316" y="0"/>
                  </a:cubicBezTo>
                  <a:cubicBezTo>
                    <a:pt x="293" y="0"/>
                    <a:pt x="293" y="0"/>
                    <a:pt x="293" y="0"/>
                  </a:cubicBezTo>
                  <a:cubicBezTo>
                    <a:pt x="291" y="0"/>
                    <a:pt x="290" y="0"/>
                    <a:pt x="288" y="2"/>
                  </a:cubicBezTo>
                  <a:cubicBezTo>
                    <a:pt x="288" y="3"/>
                    <a:pt x="287" y="5"/>
                    <a:pt x="288" y="7"/>
                  </a:cubicBezTo>
                  <a:cubicBezTo>
                    <a:pt x="288" y="7"/>
                    <a:pt x="288" y="7"/>
                    <a:pt x="288" y="7"/>
                  </a:cubicBezTo>
                  <a:cubicBezTo>
                    <a:pt x="283" y="7"/>
                    <a:pt x="279" y="7"/>
                    <a:pt x="275" y="8"/>
                  </a:cubicBezTo>
                  <a:cubicBezTo>
                    <a:pt x="273" y="5"/>
                    <a:pt x="273" y="5"/>
                    <a:pt x="273" y="5"/>
                  </a:cubicBezTo>
                  <a:cubicBezTo>
                    <a:pt x="272" y="3"/>
                    <a:pt x="270" y="2"/>
                    <a:pt x="268" y="2"/>
                  </a:cubicBezTo>
                  <a:cubicBezTo>
                    <a:pt x="245" y="6"/>
                    <a:pt x="245" y="6"/>
                    <a:pt x="245" y="6"/>
                  </a:cubicBezTo>
                  <a:cubicBezTo>
                    <a:pt x="243" y="6"/>
                    <a:pt x="242" y="7"/>
                    <a:pt x="241" y="9"/>
                  </a:cubicBezTo>
                  <a:cubicBezTo>
                    <a:pt x="240" y="10"/>
                    <a:pt x="240" y="12"/>
                    <a:pt x="241" y="14"/>
                  </a:cubicBezTo>
                  <a:cubicBezTo>
                    <a:pt x="237" y="14"/>
                    <a:pt x="233" y="16"/>
                    <a:pt x="228" y="17"/>
                  </a:cubicBezTo>
                  <a:cubicBezTo>
                    <a:pt x="226" y="14"/>
                    <a:pt x="226" y="14"/>
                    <a:pt x="226" y="14"/>
                  </a:cubicBezTo>
                  <a:cubicBezTo>
                    <a:pt x="225" y="12"/>
                    <a:pt x="223" y="11"/>
                    <a:pt x="220" y="12"/>
                  </a:cubicBezTo>
                  <a:cubicBezTo>
                    <a:pt x="198" y="19"/>
                    <a:pt x="198" y="19"/>
                    <a:pt x="198" y="19"/>
                  </a:cubicBezTo>
                  <a:cubicBezTo>
                    <a:pt x="197" y="20"/>
                    <a:pt x="196" y="21"/>
                    <a:pt x="195" y="23"/>
                  </a:cubicBezTo>
                  <a:cubicBezTo>
                    <a:pt x="194" y="24"/>
                    <a:pt x="195" y="26"/>
                    <a:pt x="196" y="28"/>
                  </a:cubicBezTo>
                  <a:cubicBezTo>
                    <a:pt x="192" y="29"/>
                    <a:pt x="188" y="31"/>
                    <a:pt x="184" y="33"/>
                  </a:cubicBezTo>
                  <a:cubicBezTo>
                    <a:pt x="181" y="31"/>
                    <a:pt x="181" y="31"/>
                    <a:pt x="181" y="31"/>
                  </a:cubicBezTo>
                  <a:cubicBezTo>
                    <a:pt x="180" y="29"/>
                    <a:pt x="177" y="29"/>
                    <a:pt x="175" y="30"/>
                  </a:cubicBezTo>
                  <a:cubicBezTo>
                    <a:pt x="155" y="40"/>
                    <a:pt x="155" y="40"/>
                    <a:pt x="155" y="40"/>
                  </a:cubicBezTo>
                  <a:cubicBezTo>
                    <a:pt x="153" y="41"/>
                    <a:pt x="152" y="42"/>
                    <a:pt x="152" y="44"/>
                  </a:cubicBezTo>
                  <a:cubicBezTo>
                    <a:pt x="152" y="46"/>
                    <a:pt x="152" y="48"/>
                    <a:pt x="153" y="49"/>
                  </a:cubicBezTo>
                  <a:cubicBezTo>
                    <a:pt x="149" y="51"/>
                    <a:pt x="146" y="54"/>
                    <a:pt x="142" y="56"/>
                  </a:cubicBezTo>
                  <a:cubicBezTo>
                    <a:pt x="140" y="54"/>
                    <a:pt x="140" y="54"/>
                    <a:pt x="140" y="54"/>
                  </a:cubicBezTo>
                  <a:cubicBezTo>
                    <a:pt x="138" y="53"/>
                    <a:pt x="135" y="53"/>
                    <a:pt x="133" y="54"/>
                  </a:cubicBezTo>
                  <a:cubicBezTo>
                    <a:pt x="115" y="68"/>
                    <a:pt x="115" y="68"/>
                    <a:pt x="115" y="68"/>
                  </a:cubicBezTo>
                  <a:cubicBezTo>
                    <a:pt x="113" y="69"/>
                    <a:pt x="112" y="70"/>
                    <a:pt x="112" y="72"/>
                  </a:cubicBezTo>
                  <a:cubicBezTo>
                    <a:pt x="112" y="74"/>
                    <a:pt x="113" y="76"/>
                    <a:pt x="115" y="77"/>
                  </a:cubicBezTo>
                  <a:cubicBezTo>
                    <a:pt x="115" y="77"/>
                    <a:pt x="115" y="77"/>
                    <a:pt x="115" y="77"/>
                  </a:cubicBezTo>
                  <a:cubicBezTo>
                    <a:pt x="111" y="79"/>
                    <a:pt x="108" y="82"/>
                    <a:pt x="105" y="85"/>
                  </a:cubicBezTo>
                  <a:cubicBezTo>
                    <a:pt x="102" y="84"/>
                    <a:pt x="102" y="84"/>
                    <a:pt x="102" y="84"/>
                  </a:cubicBezTo>
                  <a:cubicBezTo>
                    <a:pt x="100" y="83"/>
                    <a:pt x="97" y="83"/>
                    <a:pt x="96" y="85"/>
                  </a:cubicBezTo>
                  <a:cubicBezTo>
                    <a:pt x="79" y="101"/>
                    <a:pt x="79" y="101"/>
                    <a:pt x="79" y="101"/>
                  </a:cubicBezTo>
                  <a:cubicBezTo>
                    <a:pt x="78" y="102"/>
                    <a:pt x="78" y="104"/>
                    <a:pt x="78" y="106"/>
                  </a:cubicBezTo>
                  <a:cubicBezTo>
                    <a:pt x="78" y="108"/>
                    <a:pt x="79" y="109"/>
                    <a:pt x="81" y="110"/>
                  </a:cubicBezTo>
                  <a:cubicBezTo>
                    <a:pt x="81" y="110"/>
                    <a:pt x="81" y="110"/>
                    <a:pt x="81" y="110"/>
                  </a:cubicBezTo>
                  <a:cubicBezTo>
                    <a:pt x="78" y="113"/>
                    <a:pt x="75" y="117"/>
                    <a:pt x="72" y="120"/>
                  </a:cubicBezTo>
                  <a:cubicBezTo>
                    <a:pt x="69" y="119"/>
                    <a:pt x="69" y="119"/>
                    <a:pt x="69" y="119"/>
                  </a:cubicBezTo>
                  <a:cubicBezTo>
                    <a:pt x="67" y="118"/>
                    <a:pt x="65" y="119"/>
                    <a:pt x="63" y="121"/>
                  </a:cubicBezTo>
                  <a:cubicBezTo>
                    <a:pt x="50" y="140"/>
                    <a:pt x="50" y="140"/>
                    <a:pt x="50" y="140"/>
                  </a:cubicBezTo>
                  <a:cubicBezTo>
                    <a:pt x="49" y="141"/>
                    <a:pt x="49" y="143"/>
                    <a:pt x="49" y="145"/>
                  </a:cubicBezTo>
                  <a:cubicBezTo>
                    <a:pt x="50" y="146"/>
                    <a:pt x="51" y="148"/>
                    <a:pt x="53" y="148"/>
                  </a:cubicBezTo>
                  <a:cubicBezTo>
                    <a:pt x="50" y="152"/>
                    <a:pt x="48" y="156"/>
                    <a:pt x="46" y="160"/>
                  </a:cubicBezTo>
                  <a:cubicBezTo>
                    <a:pt x="43" y="159"/>
                    <a:pt x="43" y="159"/>
                    <a:pt x="43" y="159"/>
                  </a:cubicBezTo>
                  <a:cubicBezTo>
                    <a:pt x="40" y="159"/>
                    <a:pt x="38" y="160"/>
                    <a:pt x="37" y="162"/>
                  </a:cubicBezTo>
                  <a:cubicBezTo>
                    <a:pt x="27" y="183"/>
                    <a:pt x="27" y="183"/>
                    <a:pt x="27" y="183"/>
                  </a:cubicBezTo>
                  <a:cubicBezTo>
                    <a:pt x="26" y="184"/>
                    <a:pt x="26" y="186"/>
                    <a:pt x="27" y="188"/>
                  </a:cubicBezTo>
                  <a:cubicBezTo>
                    <a:pt x="27" y="189"/>
                    <a:pt x="29" y="190"/>
                    <a:pt x="30" y="191"/>
                  </a:cubicBezTo>
                  <a:cubicBezTo>
                    <a:pt x="29" y="195"/>
                    <a:pt x="27" y="199"/>
                    <a:pt x="26" y="203"/>
                  </a:cubicBezTo>
                  <a:cubicBezTo>
                    <a:pt x="22" y="203"/>
                    <a:pt x="22" y="203"/>
                    <a:pt x="22" y="203"/>
                  </a:cubicBezTo>
                  <a:cubicBezTo>
                    <a:pt x="20" y="203"/>
                    <a:pt x="18" y="204"/>
                    <a:pt x="17" y="207"/>
                  </a:cubicBezTo>
                  <a:cubicBezTo>
                    <a:pt x="10" y="229"/>
                    <a:pt x="10" y="229"/>
                    <a:pt x="10" y="229"/>
                  </a:cubicBezTo>
                  <a:cubicBezTo>
                    <a:pt x="10" y="230"/>
                    <a:pt x="10" y="232"/>
                    <a:pt x="11" y="234"/>
                  </a:cubicBezTo>
                  <a:cubicBezTo>
                    <a:pt x="12" y="235"/>
                    <a:pt x="14" y="236"/>
                    <a:pt x="15" y="236"/>
                  </a:cubicBezTo>
                  <a:cubicBezTo>
                    <a:pt x="14" y="240"/>
                    <a:pt x="13" y="245"/>
                    <a:pt x="12" y="249"/>
                  </a:cubicBezTo>
                  <a:cubicBezTo>
                    <a:pt x="9" y="249"/>
                    <a:pt x="9" y="249"/>
                    <a:pt x="9" y="249"/>
                  </a:cubicBezTo>
                  <a:cubicBezTo>
                    <a:pt x="7" y="250"/>
                    <a:pt x="5" y="252"/>
                    <a:pt x="5" y="254"/>
                  </a:cubicBezTo>
                  <a:cubicBezTo>
                    <a:pt x="1" y="277"/>
                    <a:pt x="1" y="277"/>
                    <a:pt x="1" y="277"/>
                  </a:cubicBezTo>
                  <a:cubicBezTo>
                    <a:pt x="1" y="279"/>
                    <a:pt x="1" y="280"/>
                    <a:pt x="3" y="282"/>
                  </a:cubicBezTo>
                  <a:cubicBezTo>
                    <a:pt x="4" y="283"/>
                    <a:pt x="6" y="283"/>
                    <a:pt x="7" y="283"/>
                  </a:cubicBezTo>
                  <a:cubicBezTo>
                    <a:pt x="7" y="287"/>
                    <a:pt x="7" y="292"/>
                    <a:pt x="6" y="296"/>
                  </a:cubicBezTo>
                  <a:cubicBezTo>
                    <a:pt x="3" y="297"/>
                    <a:pt x="3" y="297"/>
                    <a:pt x="3" y="297"/>
                  </a:cubicBezTo>
                  <a:cubicBezTo>
                    <a:pt x="1" y="298"/>
                    <a:pt x="0" y="300"/>
                    <a:pt x="0" y="302"/>
                  </a:cubicBezTo>
                  <a:cubicBezTo>
                    <a:pt x="0" y="326"/>
                    <a:pt x="0" y="326"/>
                    <a:pt x="0" y="326"/>
                  </a:cubicBezTo>
                  <a:cubicBezTo>
                    <a:pt x="0" y="327"/>
                    <a:pt x="1" y="329"/>
                    <a:pt x="2" y="330"/>
                  </a:cubicBezTo>
                  <a:cubicBezTo>
                    <a:pt x="3" y="331"/>
                    <a:pt x="5" y="331"/>
                    <a:pt x="7" y="331"/>
                  </a:cubicBezTo>
                  <a:cubicBezTo>
                    <a:pt x="7" y="335"/>
                    <a:pt x="7" y="340"/>
                    <a:pt x="8" y="344"/>
                  </a:cubicBezTo>
                  <a:cubicBezTo>
                    <a:pt x="5" y="346"/>
                    <a:pt x="5" y="346"/>
                    <a:pt x="5" y="346"/>
                  </a:cubicBezTo>
                  <a:cubicBezTo>
                    <a:pt x="3" y="347"/>
                    <a:pt x="2" y="349"/>
                    <a:pt x="2" y="351"/>
                  </a:cubicBezTo>
                  <a:cubicBezTo>
                    <a:pt x="6" y="374"/>
                    <a:pt x="6" y="374"/>
                    <a:pt x="6" y="374"/>
                  </a:cubicBezTo>
                  <a:cubicBezTo>
                    <a:pt x="6" y="376"/>
                    <a:pt x="7" y="377"/>
                    <a:pt x="9" y="378"/>
                  </a:cubicBezTo>
                  <a:cubicBezTo>
                    <a:pt x="10" y="379"/>
                    <a:pt x="12" y="379"/>
                    <a:pt x="13" y="378"/>
                  </a:cubicBezTo>
                  <a:cubicBezTo>
                    <a:pt x="14" y="382"/>
                    <a:pt x="15" y="387"/>
                    <a:pt x="17" y="391"/>
                  </a:cubicBezTo>
                  <a:cubicBezTo>
                    <a:pt x="14" y="393"/>
                    <a:pt x="14" y="393"/>
                    <a:pt x="14" y="393"/>
                  </a:cubicBezTo>
                  <a:cubicBezTo>
                    <a:pt x="12" y="394"/>
                    <a:pt x="11" y="397"/>
                    <a:pt x="12" y="399"/>
                  </a:cubicBezTo>
                  <a:cubicBezTo>
                    <a:pt x="19" y="421"/>
                    <a:pt x="19" y="421"/>
                    <a:pt x="19" y="421"/>
                  </a:cubicBezTo>
                  <a:cubicBezTo>
                    <a:pt x="20" y="423"/>
                    <a:pt x="21" y="424"/>
                    <a:pt x="23" y="425"/>
                  </a:cubicBezTo>
                  <a:cubicBezTo>
                    <a:pt x="24" y="425"/>
                    <a:pt x="26" y="425"/>
                    <a:pt x="27" y="424"/>
                  </a:cubicBezTo>
                  <a:cubicBezTo>
                    <a:pt x="29" y="428"/>
                    <a:pt x="31" y="432"/>
                    <a:pt x="33" y="436"/>
                  </a:cubicBezTo>
                  <a:cubicBezTo>
                    <a:pt x="30" y="438"/>
                    <a:pt x="30" y="438"/>
                    <a:pt x="30" y="438"/>
                  </a:cubicBezTo>
                  <a:cubicBezTo>
                    <a:pt x="29" y="440"/>
                    <a:pt x="28" y="443"/>
                    <a:pt x="29" y="445"/>
                  </a:cubicBezTo>
                  <a:cubicBezTo>
                    <a:pt x="40" y="465"/>
                    <a:pt x="40" y="465"/>
                    <a:pt x="40" y="465"/>
                  </a:cubicBezTo>
                  <a:cubicBezTo>
                    <a:pt x="41" y="467"/>
                    <a:pt x="42" y="468"/>
                    <a:pt x="44" y="468"/>
                  </a:cubicBezTo>
                  <a:cubicBezTo>
                    <a:pt x="46" y="469"/>
                    <a:pt x="47" y="468"/>
                    <a:pt x="48" y="467"/>
                  </a:cubicBezTo>
                  <a:cubicBezTo>
                    <a:pt x="51" y="471"/>
                    <a:pt x="53" y="475"/>
                    <a:pt x="55" y="478"/>
                  </a:cubicBezTo>
                  <a:cubicBezTo>
                    <a:pt x="53" y="481"/>
                    <a:pt x="53" y="481"/>
                    <a:pt x="53" y="481"/>
                  </a:cubicBezTo>
                  <a:cubicBezTo>
                    <a:pt x="52" y="483"/>
                    <a:pt x="52" y="485"/>
                    <a:pt x="53" y="487"/>
                  </a:cubicBezTo>
                  <a:cubicBezTo>
                    <a:pt x="67" y="506"/>
                    <a:pt x="67" y="506"/>
                    <a:pt x="67" y="506"/>
                  </a:cubicBezTo>
                  <a:cubicBezTo>
                    <a:pt x="68" y="507"/>
                    <a:pt x="70" y="508"/>
                    <a:pt x="71" y="508"/>
                  </a:cubicBezTo>
                  <a:cubicBezTo>
                    <a:pt x="73" y="508"/>
                    <a:pt x="75" y="507"/>
                    <a:pt x="76" y="506"/>
                  </a:cubicBezTo>
                  <a:cubicBezTo>
                    <a:pt x="76" y="506"/>
                    <a:pt x="76" y="506"/>
                    <a:pt x="76" y="506"/>
                  </a:cubicBezTo>
                  <a:cubicBezTo>
                    <a:pt x="79" y="509"/>
                    <a:pt x="81" y="513"/>
                    <a:pt x="84" y="516"/>
                  </a:cubicBezTo>
                  <a:cubicBezTo>
                    <a:pt x="83" y="519"/>
                    <a:pt x="83" y="519"/>
                    <a:pt x="83" y="519"/>
                  </a:cubicBezTo>
                  <a:cubicBezTo>
                    <a:pt x="82" y="521"/>
                    <a:pt x="82" y="523"/>
                    <a:pt x="84" y="525"/>
                  </a:cubicBezTo>
                  <a:cubicBezTo>
                    <a:pt x="100" y="542"/>
                    <a:pt x="100" y="542"/>
                    <a:pt x="100" y="542"/>
                  </a:cubicBezTo>
                  <a:cubicBezTo>
                    <a:pt x="101" y="543"/>
                    <a:pt x="103" y="543"/>
                    <a:pt x="105" y="543"/>
                  </a:cubicBezTo>
                  <a:cubicBezTo>
                    <a:pt x="107" y="543"/>
                    <a:pt x="108" y="542"/>
                    <a:pt x="109" y="540"/>
                  </a:cubicBezTo>
                  <a:cubicBezTo>
                    <a:pt x="112" y="543"/>
                    <a:pt x="115" y="546"/>
                    <a:pt x="119" y="549"/>
                  </a:cubicBezTo>
                  <a:cubicBezTo>
                    <a:pt x="118" y="552"/>
                    <a:pt x="118" y="552"/>
                    <a:pt x="118" y="552"/>
                  </a:cubicBezTo>
                  <a:cubicBezTo>
                    <a:pt x="117" y="554"/>
                    <a:pt x="118" y="557"/>
                    <a:pt x="120" y="558"/>
                  </a:cubicBezTo>
                  <a:cubicBezTo>
                    <a:pt x="138" y="572"/>
                    <a:pt x="138" y="572"/>
                    <a:pt x="138" y="572"/>
                  </a:cubicBezTo>
                  <a:cubicBezTo>
                    <a:pt x="140" y="573"/>
                    <a:pt x="142" y="573"/>
                    <a:pt x="143" y="572"/>
                  </a:cubicBezTo>
                  <a:cubicBezTo>
                    <a:pt x="145" y="572"/>
                    <a:pt x="146" y="570"/>
                    <a:pt x="147" y="569"/>
                  </a:cubicBezTo>
                  <a:cubicBezTo>
                    <a:pt x="150" y="571"/>
                    <a:pt x="154" y="573"/>
                    <a:pt x="158" y="576"/>
                  </a:cubicBezTo>
                  <a:cubicBezTo>
                    <a:pt x="157" y="579"/>
                    <a:pt x="157" y="579"/>
                    <a:pt x="157" y="579"/>
                  </a:cubicBezTo>
                  <a:cubicBezTo>
                    <a:pt x="157" y="581"/>
                    <a:pt x="158" y="584"/>
                    <a:pt x="160" y="585"/>
                  </a:cubicBezTo>
                  <a:cubicBezTo>
                    <a:pt x="181" y="595"/>
                    <a:pt x="181" y="595"/>
                    <a:pt x="181" y="595"/>
                  </a:cubicBezTo>
                  <a:cubicBezTo>
                    <a:pt x="182" y="596"/>
                    <a:pt x="184" y="596"/>
                    <a:pt x="186" y="595"/>
                  </a:cubicBezTo>
                  <a:cubicBezTo>
                    <a:pt x="187" y="594"/>
                    <a:pt x="188" y="593"/>
                    <a:pt x="189" y="591"/>
                  </a:cubicBezTo>
                  <a:cubicBezTo>
                    <a:pt x="193" y="593"/>
                    <a:pt x="197" y="595"/>
                    <a:pt x="201" y="596"/>
                  </a:cubicBezTo>
                  <a:cubicBezTo>
                    <a:pt x="201" y="599"/>
                    <a:pt x="201" y="599"/>
                    <a:pt x="201" y="599"/>
                  </a:cubicBezTo>
                  <a:cubicBezTo>
                    <a:pt x="201" y="602"/>
                    <a:pt x="202" y="604"/>
                    <a:pt x="204" y="604"/>
                  </a:cubicBezTo>
                  <a:cubicBezTo>
                    <a:pt x="226" y="612"/>
                    <a:pt x="226" y="612"/>
                    <a:pt x="226" y="612"/>
                  </a:cubicBezTo>
                  <a:cubicBezTo>
                    <a:pt x="227" y="612"/>
                    <a:pt x="227" y="612"/>
                    <a:pt x="228" y="612"/>
                  </a:cubicBezTo>
                  <a:cubicBezTo>
                    <a:pt x="228" y="612"/>
                    <a:pt x="228" y="612"/>
                    <a:pt x="228" y="612"/>
                  </a:cubicBezTo>
                  <a:cubicBezTo>
                    <a:pt x="231" y="612"/>
                    <a:pt x="233" y="609"/>
                    <a:pt x="233" y="606"/>
                  </a:cubicBezTo>
                  <a:cubicBezTo>
                    <a:pt x="238" y="608"/>
                    <a:pt x="242" y="609"/>
                    <a:pt x="246" y="609"/>
                  </a:cubicBezTo>
                  <a:cubicBezTo>
                    <a:pt x="247" y="613"/>
                    <a:pt x="247" y="613"/>
                    <a:pt x="247" y="613"/>
                  </a:cubicBezTo>
                  <a:cubicBezTo>
                    <a:pt x="247" y="615"/>
                    <a:pt x="249" y="617"/>
                    <a:pt x="251" y="617"/>
                  </a:cubicBezTo>
                  <a:cubicBezTo>
                    <a:pt x="274" y="621"/>
                    <a:pt x="274" y="621"/>
                    <a:pt x="274" y="621"/>
                  </a:cubicBezTo>
                  <a:cubicBezTo>
                    <a:pt x="274" y="621"/>
                    <a:pt x="274" y="621"/>
                    <a:pt x="275" y="621"/>
                  </a:cubicBezTo>
                  <a:cubicBezTo>
                    <a:pt x="275" y="621"/>
                    <a:pt x="275" y="621"/>
                    <a:pt x="275" y="621"/>
                  </a:cubicBezTo>
                  <a:cubicBezTo>
                    <a:pt x="278" y="621"/>
                    <a:pt x="280" y="618"/>
                    <a:pt x="280" y="615"/>
                  </a:cubicBezTo>
                  <a:cubicBezTo>
                    <a:pt x="280" y="615"/>
                    <a:pt x="280" y="615"/>
                    <a:pt x="280" y="615"/>
                  </a:cubicBezTo>
                  <a:cubicBezTo>
                    <a:pt x="284" y="615"/>
                    <a:pt x="289" y="615"/>
                    <a:pt x="293" y="615"/>
                  </a:cubicBezTo>
                  <a:cubicBezTo>
                    <a:pt x="294" y="619"/>
                    <a:pt x="294" y="619"/>
                    <a:pt x="294" y="619"/>
                  </a:cubicBezTo>
                  <a:cubicBezTo>
                    <a:pt x="295" y="621"/>
                    <a:pt x="297" y="622"/>
                    <a:pt x="299" y="622"/>
                  </a:cubicBezTo>
                  <a:cubicBezTo>
                    <a:pt x="322" y="622"/>
                    <a:pt x="322" y="622"/>
                    <a:pt x="322" y="622"/>
                  </a:cubicBezTo>
                  <a:cubicBezTo>
                    <a:pt x="322" y="622"/>
                    <a:pt x="322" y="622"/>
                    <a:pt x="322" y="622"/>
                  </a:cubicBezTo>
                  <a:cubicBezTo>
                    <a:pt x="325" y="622"/>
                    <a:pt x="328" y="620"/>
                    <a:pt x="328" y="617"/>
                  </a:cubicBezTo>
                  <a:cubicBezTo>
                    <a:pt x="328" y="616"/>
                    <a:pt x="327" y="616"/>
                    <a:pt x="327" y="615"/>
                  </a:cubicBezTo>
                  <a:cubicBezTo>
                    <a:pt x="332" y="615"/>
                    <a:pt x="336" y="614"/>
                    <a:pt x="340" y="614"/>
                  </a:cubicBezTo>
                  <a:cubicBezTo>
                    <a:pt x="342" y="617"/>
                    <a:pt x="342" y="617"/>
                    <a:pt x="342" y="617"/>
                  </a:cubicBezTo>
                  <a:cubicBezTo>
                    <a:pt x="343" y="619"/>
                    <a:pt x="345" y="620"/>
                    <a:pt x="347" y="620"/>
                  </a:cubicBezTo>
                  <a:cubicBezTo>
                    <a:pt x="370" y="616"/>
                    <a:pt x="370" y="616"/>
                    <a:pt x="370" y="616"/>
                  </a:cubicBezTo>
                  <a:cubicBezTo>
                    <a:pt x="372" y="616"/>
                    <a:pt x="373" y="615"/>
                    <a:pt x="374" y="613"/>
                  </a:cubicBezTo>
                  <a:cubicBezTo>
                    <a:pt x="375" y="612"/>
                    <a:pt x="375" y="610"/>
                    <a:pt x="374" y="608"/>
                  </a:cubicBezTo>
                  <a:cubicBezTo>
                    <a:pt x="378" y="607"/>
                    <a:pt x="382" y="606"/>
                    <a:pt x="387" y="605"/>
                  </a:cubicBezTo>
                  <a:cubicBezTo>
                    <a:pt x="389" y="608"/>
                    <a:pt x="389" y="608"/>
                    <a:pt x="389" y="608"/>
                  </a:cubicBezTo>
                  <a:cubicBezTo>
                    <a:pt x="390" y="610"/>
                    <a:pt x="392" y="610"/>
                    <a:pt x="395" y="610"/>
                  </a:cubicBezTo>
                  <a:cubicBezTo>
                    <a:pt x="417" y="603"/>
                    <a:pt x="417" y="603"/>
                    <a:pt x="417" y="603"/>
                  </a:cubicBezTo>
                  <a:cubicBezTo>
                    <a:pt x="418" y="602"/>
                    <a:pt x="419" y="601"/>
                    <a:pt x="420" y="599"/>
                  </a:cubicBezTo>
                  <a:cubicBezTo>
                    <a:pt x="420" y="597"/>
                    <a:pt x="420" y="596"/>
                    <a:pt x="419" y="594"/>
                  </a:cubicBezTo>
                  <a:cubicBezTo>
                    <a:pt x="423" y="593"/>
                    <a:pt x="427" y="591"/>
                    <a:pt x="431" y="589"/>
                  </a:cubicBezTo>
                  <a:cubicBezTo>
                    <a:pt x="434" y="591"/>
                    <a:pt x="434" y="591"/>
                    <a:pt x="434" y="591"/>
                  </a:cubicBezTo>
                  <a:cubicBezTo>
                    <a:pt x="435" y="593"/>
                    <a:pt x="438" y="593"/>
                    <a:pt x="440" y="592"/>
                  </a:cubicBezTo>
                  <a:cubicBezTo>
                    <a:pt x="460" y="582"/>
                    <a:pt x="460" y="582"/>
                    <a:pt x="460" y="582"/>
                  </a:cubicBezTo>
                  <a:cubicBezTo>
                    <a:pt x="462" y="581"/>
                    <a:pt x="463" y="579"/>
                    <a:pt x="463" y="578"/>
                  </a:cubicBezTo>
                  <a:cubicBezTo>
                    <a:pt x="463" y="576"/>
                    <a:pt x="463" y="574"/>
                    <a:pt x="462" y="573"/>
                  </a:cubicBezTo>
                  <a:cubicBezTo>
                    <a:pt x="462" y="573"/>
                    <a:pt x="462" y="573"/>
                    <a:pt x="462" y="573"/>
                  </a:cubicBezTo>
                  <a:cubicBezTo>
                    <a:pt x="466" y="571"/>
                    <a:pt x="469" y="568"/>
                    <a:pt x="473" y="566"/>
                  </a:cubicBezTo>
                  <a:cubicBezTo>
                    <a:pt x="475" y="568"/>
                    <a:pt x="475" y="568"/>
                    <a:pt x="475" y="568"/>
                  </a:cubicBezTo>
                  <a:cubicBezTo>
                    <a:pt x="477" y="569"/>
                    <a:pt x="480" y="569"/>
                    <a:pt x="482" y="568"/>
                  </a:cubicBezTo>
                  <a:cubicBezTo>
                    <a:pt x="500" y="554"/>
                    <a:pt x="500" y="554"/>
                    <a:pt x="500" y="554"/>
                  </a:cubicBezTo>
                  <a:cubicBezTo>
                    <a:pt x="502" y="553"/>
                    <a:pt x="502" y="551"/>
                    <a:pt x="502" y="550"/>
                  </a:cubicBezTo>
                  <a:cubicBezTo>
                    <a:pt x="502" y="548"/>
                    <a:pt x="502" y="546"/>
                    <a:pt x="500" y="545"/>
                  </a:cubicBezTo>
                  <a:cubicBezTo>
                    <a:pt x="500" y="545"/>
                    <a:pt x="500" y="545"/>
                    <a:pt x="500" y="545"/>
                  </a:cubicBezTo>
                  <a:cubicBezTo>
                    <a:pt x="504" y="542"/>
                    <a:pt x="507" y="540"/>
                    <a:pt x="510" y="537"/>
                  </a:cubicBezTo>
                  <a:cubicBezTo>
                    <a:pt x="513" y="538"/>
                    <a:pt x="513" y="538"/>
                    <a:pt x="513" y="538"/>
                  </a:cubicBezTo>
                  <a:cubicBezTo>
                    <a:pt x="515" y="539"/>
                    <a:pt x="518" y="539"/>
                    <a:pt x="519" y="537"/>
                  </a:cubicBezTo>
                  <a:cubicBezTo>
                    <a:pt x="535" y="521"/>
                    <a:pt x="535" y="521"/>
                    <a:pt x="535" y="521"/>
                  </a:cubicBezTo>
                  <a:cubicBezTo>
                    <a:pt x="537" y="519"/>
                    <a:pt x="537" y="518"/>
                    <a:pt x="537" y="516"/>
                  </a:cubicBezTo>
                  <a:cubicBezTo>
                    <a:pt x="537" y="514"/>
                    <a:pt x="536" y="513"/>
                    <a:pt x="534" y="512"/>
                  </a:cubicBezTo>
                  <a:cubicBezTo>
                    <a:pt x="534" y="512"/>
                    <a:pt x="534" y="512"/>
                    <a:pt x="534" y="512"/>
                  </a:cubicBezTo>
                  <a:cubicBezTo>
                    <a:pt x="537" y="509"/>
                    <a:pt x="540" y="505"/>
                    <a:pt x="542" y="502"/>
                  </a:cubicBezTo>
                  <a:cubicBezTo>
                    <a:pt x="546" y="503"/>
                    <a:pt x="546" y="503"/>
                    <a:pt x="546" y="503"/>
                  </a:cubicBezTo>
                  <a:cubicBezTo>
                    <a:pt x="548" y="504"/>
                    <a:pt x="550" y="503"/>
                    <a:pt x="552" y="501"/>
                  </a:cubicBezTo>
                  <a:cubicBezTo>
                    <a:pt x="565" y="482"/>
                    <a:pt x="565" y="482"/>
                    <a:pt x="565" y="482"/>
                  </a:cubicBezTo>
                  <a:cubicBezTo>
                    <a:pt x="566" y="481"/>
                    <a:pt x="566" y="479"/>
                    <a:pt x="566" y="477"/>
                  </a:cubicBezTo>
                  <a:cubicBezTo>
                    <a:pt x="565" y="475"/>
                    <a:pt x="564" y="474"/>
                    <a:pt x="562" y="474"/>
                  </a:cubicBezTo>
                  <a:cubicBezTo>
                    <a:pt x="565" y="470"/>
                    <a:pt x="567" y="466"/>
                    <a:pt x="569" y="462"/>
                  </a:cubicBezTo>
                  <a:cubicBezTo>
                    <a:pt x="572" y="463"/>
                    <a:pt x="572" y="463"/>
                    <a:pt x="572" y="463"/>
                  </a:cubicBezTo>
                  <a:cubicBezTo>
                    <a:pt x="575" y="463"/>
                    <a:pt x="577" y="462"/>
                    <a:pt x="578" y="460"/>
                  </a:cubicBezTo>
                  <a:cubicBezTo>
                    <a:pt x="588" y="439"/>
                    <a:pt x="588" y="439"/>
                    <a:pt x="588" y="439"/>
                  </a:cubicBezTo>
                  <a:cubicBezTo>
                    <a:pt x="589" y="438"/>
                    <a:pt x="589" y="436"/>
                    <a:pt x="588" y="434"/>
                  </a:cubicBezTo>
                  <a:cubicBezTo>
                    <a:pt x="588" y="433"/>
                    <a:pt x="586" y="432"/>
                    <a:pt x="584" y="431"/>
                  </a:cubicBezTo>
                  <a:cubicBezTo>
                    <a:pt x="586" y="427"/>
                    <a:pt x="588" y="423"/>
                    <a:pt x="589" y="419"/>
                  </a:cubicBezTo>
                  <a:cubicBezTo>
                    <a:pt x="593" y="419"/>
                    <a:pt x="593" y="419"/>
                    <a:pt x="593" y="419"/>
                  </a:cubicBezTo>
                  <a:cubicBezTo>
                    <a:pt x="595" y="419"/>
                    <a:pt x="597" y="417"/>
                    <a:pt x="598" y="415"/>
                  </a:cubicBezTo>
                  <a:cubicBezTo>
                    <a:pt x="605" y="393"/>
                    <a:pt x="605" y="393"/>
                    <a:pt x="605" y="393"/>
                  </a:cubicBezTo>
                  <a:cubicBezTo>
                    <a:pt x="605" y="391"/>
                    <a:pt x="605" y="390"/>
                    <a:pt x="604" y="388"/>
                  </a:cubicBezTo>
                  <a:cubicBezTo>
                    <a:pt x="603" y="387"/>
                    <a:pt x="601" y="386"/>
                    <a:pt x="600" y="386"/>
                  </a:cubicBezTo>
                  <a:cubicBezTo>
                    <a:pt x="600" y="386"/>
                    <a:pt x="600" y="386"/>
                    <a:pt x="600" y="386"/>
                  </a:cubicBezTo>
                  <a:cubicBezTo>
                    <a:pt x="601" y="382"/>
                    <a:pt x="602" y="377"/>
                    <a:pt x="603" y="373"/>
                  </a:cubicBezTo>
                  <a:cubicBezTo>
                    <a:pt x="606" y="373"/>
                    <a:pt x="606" y="373"/>
                    <a:pt x="606" y="373"/>
                  </a:cubicBezTo>
                  <a:cubicBezTo>
                    <a:pt x="608" y="372"/>
                    <a:pt x="610" y="370"/>
                    <a:pt x="610" y="368"/>
                  </a:cubicBezTo>
                  <a:cubicBezTo>
                    <a:pt x="614" y="345"/>
                    <a:pt x="614" y="345"/>
                    <a:pt x="614" y="345"/>
                  </a:cubicBezTo>
                  <a:cubicBezTo>
                    <a:pt x="614" y="343"/>
                    <a:pt x="614" y="342"/>
                    <a:pt x="612" y="340"/>
                  </a:cubicBezTo>
                  <a:cubicBezTo>
                    <a:pt x="611" y="339"/>
                    <a:pt x="609" y="339"/>
                    <a:pt x="608" y="339"/>
                  </a:cubicBezTo>
                  <a:cubicBezTo>
                    <a:pt x="608" y="339"/>
                    <a:pt x="608" y="339"/>
                    <a:pt x="608" y="339"/>
                  </a:cubicBezTo>
                  <a:cubicBezTo>
                    <a:pt x="608" y="334"/>
                    <a:pt x="608" y="330"/>
                    <a:pt x="609" y="326"/>
                  </a:cubicBezTo>
                  <a:cubicBezTo>
                    <a:pt x="612" y="325"/>
                    <a:pt x="612" y="325"/>
                    <a:pt x="612" y="325"/>
                  </a:cubicBezTo>
                  <a:cubicBezTo>
                    <a:pt x="614" y="324"/>
                    <a:pt x="615" y="322"/>
                    <a:pt x="615" y="319"/>
                  </a:cubicBezTo>
                  <a:cubicBezTo>
                    <a:pt x="615" y="296"/>
                    <a:pt x="615" y="296"/>
                    <a:pt x="615" y="296"/>
                  </a:cubicBezTo>
                  <a:cubicBezTo>
                    <a:pt x="615" y="294"/>
                    <a:pt x="614" y="293"/>
                    <a:pt x="613" y="292"/>
                  </a:cubicBezTo>
                  <a:cubicBezTo>
                    <a:pt x="612" y="291"/>
                    <a:pt x="610" y="290"/>
                    <a:pt x="608" y="291"/>
                  </a:cubicBezTo>
                  <a:close/>
                  <a:moveTo>
                    <a:pt x="308" y="477"/>
                  </a:moveTo>
                  <a:cubicBezTo>
                    <a:pt x="217" y="477"/>
                    <a:pt x="143" y="403"/>
                    <a:pt x="143" y="311"/>
                  </a:cubicBezTo>
                  <a:cubicBezTo>
                    <a:pt x="143" y="219"/>
                    <a:pt x="217" y="145"/>
                    <a:pt x="308" y="145"/>
                  </a:cubicBezTo>
                  <a:cubicBezTo>
                    <a:pt x="398" y="145"/>
                    <a:pt x="472" y="219"/>
                    <a:pt x="472" y="311"/>
                  </a:cubicBezTo>
                  <a:cubicBezTo>
                    <a:pt x="472" y="403"/>
                    <a:pt x="398" y="477"/>
                    <a:pt x="308" y="4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Oval 74"/>
            <p:cNvSpPr>
              <a:spLocks noChangeArrowheads="1"/>
            </p:cNvSpPr>
            <p:nvPr/>
          </p:nvSpPr>
          <p:spPr bwMode="auto">
            <a:xfrm>
              <a:off x="5303838" y="2020888"/>
              <a:ext cx="41275" cy="4286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Oval 75"/>
            <p:cNvSpPr>
              <a:spLocks noChangeArrowheads="1"/>
            </p:cNvSpPr>
            <p:nvPr/>
          </p:nvSpPr>
          <p:spPr bwMode="auto">
            <a:xfrm>
              <a:off x="5303838" y="2235200"/>
              <a:ext cx="41275" cy="4286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Oval 76"/>
            <p:cNvSpPr>
              <a:spLocks noChangeArrowheads="1"/>
            </p:cNvSpPr>
            <p:nvPr/>
          </p:nvSpPr>
          <p:spPr bwMode="auto">
            <a:xfrm>
              <a:off x="5408613" y="2128838"/>
              <a:ext cx="42862" cy="412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Oval 77"/>
            <p:cNvSpPr>
              <a:spLocks noChangeArrowheads="1"/>
            </p:cNvSpPr>
            <p:nvPr/>
          </p:nvSpPr>
          <p:spPr bwMode="auto">
            <a:xfrm>
              <a:off x="5197475" y="2128838"/>
              <a:ext cx="41275" cy="412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78"/>
            <p:cNvSpPr>
              <a:spLocks/>
            </p:cNvSpPr>
            <p:nvPr/>
          </p:nvSpPr>
          <p:spPr bwMode="auto">
            <a:xfrm>
              <a:off x="5376863" y="2051050"/>
              <a:ext cx="44450" cy="46037"/>
            </a:xfrm>
            <a:custGeom>
              <a:avLst/>
              <a:gdLst>
                <a:gd name="T0" fmla="*/ 40 w 49"/>
                <a:gd name="T1" fmla="*/ 41 h 50"/>
                <a:gd name="T2" fmla="*/ 40 w 49"/>
                <a:gd name="T3" fmla="*/ 9 h 50"/>
                <a:gd name="T4" fmla="*/ 9 w 49"/>
                <a:gd name="T5" fmla="*/ 9 h 50"/>
                <a:gd name="T6" fmla="*/ 9 w 49"/>
                <a:gd name="T7" fmla="*/ 41 h 50"/>
                <a:gd name="T8" fmla="*/ 40 w 49"/>
                <a:gd name="T9" fmla="*/ 41 h 50"/>
              </a:gdLst>
              <a:ahLst/>
              <a:cxnLst>
                <a:cxn ang="0">
                  <a:pos x="T0" y="T1"/>
                </a:cxn>
                <a:cxn ang="0">
                  <a:pos x="T2" y="T3"/>
                </a:cxn>
                <a:cxn ang="0">
                  <a:pos x="T4" y="T5"/>
                </a:cxn>
                <a:cxn ang="0">
                  <a:pos x="T6" y="T7"/>
                </a:cxn>
                <a:cxn ang="0">
                  <a:pos x="T8" y="T9"/>
                </a:cxn>
              </a:cxnLst>
              <a:rect l="0" t="0" r="r" b="b"/>
              <a:pathLst>
                <a:path w="49" h="50">
                  <a:moveTo>
                    <a:pt x="40" y="41"/>
                  </a:moveTo>
                  <a:cubicBezTo>
                    <a:pt x="49" y="32"/>
                    <a:pt x="49" y="18"/>
                    <a:pt x="40" y="9"/>
                  </a:cubicBezTo>
                  <a:cubicBezTo>
                    <a:pt x="32" y="0"/>
                    <a:pt x="17" y="0"/>
                    <a:pt x="9" y="9"/>
                  </a:cubicBezTo>
                  <a:cubicBezTo>
                    <a:pt x="0" y="18"/>
                    <a:pt x="0" y="32"/>
                    <a:pt x="9" y="41"/>
                  </a:cubicBezTo>
                  <a:cubicBezTo>
                    <a:pt x="17" y="50"/>
                    <a:pt x="32" y="50"/>
                    <a:pt x="40"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79"/>
            <p:cNvSpPr>
              <a:spLocks/>
            </p:cNvSpPr>
            <p:nvPr/>
          </p:nvSpPr>
          <p:spPr bwMode="auto">
            <a:xfrm>
              <a:off x="5227638" y="2201863"/>
              <a:ext cx="44450" cy="46037"/>
            </a:xfrm>
            <a:custGeom>
              <a:avLst/>
              <a:gdLst>
                <a:gd name="T0" fmla="*/ 9 w 49"/>
                <a:gd name="T1" fmla="*/ 9 h 50"/>
                <a:gd name="T2" fmla="*/ 9 w 49"/>
                <a:gd name="T3" fmla="*/ 41 h 50"/>
                <a:gd name="T4" fmla="*/ 40 w 49"/>
                <a:gd name="T5" fmla="*/ 41 h 50"/>
                <a:gd name="T6" fmla="*/ 40 w 49"/>
                <a:gd name="T7" fmla="*/ 9 h 50"/>
                <a:gd name="T8" fmla="*/ 9 w 49"/>
                <a:gd name="T9" fmla="*/ 9 h 50"/>
              </a:gdLst>
              <a:ahLst/>
              <a:cxnLst>
                <a:cxn ang="0">
                  <a:pos x="T0" y="T1"/>
                </a:cxn>
                <a:cxn ang="0">
                  <a:pos x="T2" y="T3"/>
                </a:cxn>
                <a:cxn ang="0">
                  <a:pos x="T4" y="T5"/>
                </a:cxn>
                <a:cxn ang="0">
                  <a:pos x="T6" y="T7"/>
                </a:cxn>
                <a:cxn ang="0">
                  <a:pos x="T8" y="T9"/>
                </a:cxn>
              </a:cxnLst>
              <a:rect l="0" t="0" r="r" b="b"/>
              <a:pathLst>
                <a:path w="49" h="50">
                  <a:moveTo>
                    <a:pt x="9" y="9"/>
                  </a:moveTo>
                  <a:cubicBezTo>
                    <a:pt x="0" y="18"/>
                    <a:pt x="0" y="32"/>
                    <a:pt x="9" y="41"/>
                  </a:cubicBezTo>
                  <a:cubicBezTo>
                    <a:pt x="17" y="50"/>
                    <a:pt x="32" y="50"/>
                    <a:pt x="40" y="41"/>
                  </a:cubicBezTo>
                  <a:cubicBezTo>
                    <a:pt x="49" y="32"/>
                    <a:pt x="49" y="18"/>
                    <a:pt x="40" y="9"/>
                  </a:cubicBezTo>
                  <a:cubicBezTo>
                    <a:pt x="32" y="0"/>
                    <a:pt x="17" y="0"/>
                    <a:pt x="9"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80"/>
            <p:cNvSpPr>
              <a:spLocks/>
            </p:cNvSpPr>
            <p:nvPr/>
          </p:nvSpPr>
          <p:spPr bwMode="auto">
            <a:xfrm>
              <a:off x="5376863" y="2201863"/>
              <a:ext cx="44450" cy="46037"/>
            </a:xfrm>
            <a:custGeom>
              <a:avLst/>
              <a:gdLst>
                <a:gd name="T0" fmla="*/ 9 w 49"/>
                <a:gd name="T1" fmla="*/ 9 h 50"/>
                <a:gd name="T2" fmla="*/ 9 w 49"/>
                <a:gd name="T3" fmla="*/ 41 h 50"/>
                <a:gd name="T4" fmla="*/ 40 w 49"/>
                <a:gd name="T5" fmla="*/ 41 h 50"/>
                <a:gd name="T6" fmla="*/ 40 w 49"/>
                <a:gd name="T7" fmla="*/ 9 h 50"/>
                <a:gd name="T8" fmla="*/ 9 w 49"/>
                <a:gd name="T9" fmla="*/ 9 h 50"/>
              </a:gdLst>
              <a:ahLst/>
              <a:cxnLst>
                <a:cxn ang="0">
                  <a:pos x="T0" y="T1"/>
                </a:cxn>
                <a:cxn ang="0">
                  <a:pos x="T2" y="T3"/>
                </a:cxn>
                <a:cxn ang="0">
                  <a:pos x="T4" y="T5"/>
                </a:cxn>
                <a:cxn ang="0">
                  <a:pos x="T6" y="T7"/>
                </a:cxn>
                <a:cxn ang="0">
                  <a:pos x="T8" y="T9"/>
                </a:cxn>
              </a:cxnLst>
              <a:rect l="0" t="0" r="r" b="b"/>
              <a:pathLst>
                <a:path w="49" h="50">
                  <a:moveTo>
                    <a:pt x="9" y="9"/>
                  </a:moveTo>
                  <a:cubicBezTo>
                    <a:pt x="0" y="18"/>
                    <a:pt x="0" y="32"/>
                    <a:pt x="9" y="41"/>
                  </a:cubicBezTo>
                  <a:cubicBezTo>
                    <a:pt x="17" y="50"/>
                    <a:pt x="32" y="50"/>
                    <a:pt x="40" y="41"/>
                  </a:cubicBezTo>
                  <a:cubicBezTo>
                    <a:pt x="49" y="32"/>
                    <a:pt x="49" y="18"/>
                    <a:pt x="40" y="9"/>
                  </a:cubicBezTo>
                  <a:cubicBezTo>
                    <a:pt x="32" y="0"/>
                    <a:pt x="17" y="0"/>
                    <a:pt x="9"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81"/>
            <p:cNvSpPr>
              <a:spLocks/>
            </p:cNvSpPr>
            <p:nvPr/>
          </p:nvSpPr>
          <p:spPr bwMode="auto">
            <a:xfrm>
              <a:off x="5227638" y="2051050"/>
              <a:ext cx="44450" cy="46037"/>
            </a:xfrm>
            <a:custGeom>
              <a:avLst/>
              <a:gdLst>
                <a:gd name="T0" fmla="*/ 40 w 49"/>
                <a:gd name="T1" fmla="*/ 41 h 50"/>
                <a:gd name="T2" fmla="*/ 40 w 49"/>
                <a:gd name="T3" fmla="*/ 9 h 50"/>
                <a:gd name="T4" fmla="*/ 9 w 49"/>
                <a:gd name="T5" fmla="*/ 9 h 50"/>
                <a:gd name="T6" fmla="*/ 9 w 49"/>
                <a:gd name="T7" fmla="*/ 41 h 50"/>
                <a:gd name="T8" fmla="*/ 40 w 49"/>
                <a:gd name="T9" fmla="*/ 41 h 50"/>
              </a:gdLst>
              <a:ahLst/>
              <a:cxnLst>
                <a:cxn ang="0">
                  <a:pos x="T0" y="T1"/>
                </a:cxn>
                <a:cxn ang="0">
                  <a:pos x="T2" y="T3"/>
                </a:cxn>
                <a:cxn ang="0">
                  <a:pos x="T4" y="T5"/>
                </a:cxn>
                <a:cxn ang="0">
                  <a:pos x="T6" y="T7"/>
                </a:cxn>
                <a:cxn ang="0">
                  <a:pos x="T8" y="T9"/>
                </a:cxn>
              </a:cxnLst>
              <a:rect l="0" t="0" r="r" b="b"/>
              <a:pathLst>
                <a:path w="49" h="50">
                  <a:moveTo>
                    <a:pt x="40" y="41"/>
                  </a:moveTo>
                  <a:cubicBezTo>
                    <a:pt x="49" y="32"/>
                    <a:pt x="49" y="18"/>
                    <a:pt x="40" y="9"/>
                  </a:cubicBezTo>
                  <a:cubicBezTo>
                    <a:pt x="32" y="0"/>
                    <a:pt x="17" y="0"/>
                    <a:pt x="9" y="9"/>
                  </a:cubicBezTo>
                  <a:cubicBezTo>
                    <a:pt x="0" y="18"/>
                    <a:pt x="0" y="32"/>
                    <a:pt x="9" y="41"/>
                  </a:cubicBezTo>
                  <a:cubicBezTo>
                    <a:pt x="17" y="50"/>
                    <a:pt x="32" y="50"/>
                    <a:pt x="40"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Oval 82"/>
            <p:cNvSpPr>
              <a:spLocks noChangeArrowheads="1"/>
            </p:cNvSpPr>
            <p:nvPr/>
          </p:nvSpPr>
          <p:spPr bwMode="auto">
            <a:xfrm>
              <a:off x="3101975" y="2103438"/>
              <a:ext cx="90487" cy="920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83"/>
            <p:cNvSpPr>
              <a:spLocks noEditPoints="1"/>
            </p:cNvSpPr>
            <p:nvPr/>
          </p:nvSpPr>
          <p:spPr bwMode="auto">
            <a:xfrm>
              <a:off x="2863850" y="1863725"/>
              <a:ext cx="566737" cy="571500"/>
            </a:xfrm>
            <a:custGeom>
              <a:avLst/>
              <a:gdLst>
                <a:gd name="T0" fmla="*/ 614 w 615"/>
                <a:gd name="T1" fmla="*/ 345 h 622"/>
                <a:gd name="T2" fmla="*/ 612 w 615"/>
                <a:gd name="T3" fmla="*/ 325 h 622"/>
                <a:gd name="T4" fmla="*/ 608 w 615"/>
                <a:gd name="T5" fmla="*/ 291 h 622"/>
                <a:gd name="T6" fmla="*/ 606 w 615"/>
                <a:gd name="T7" fmla="*/ 244 h 622"/>
                <a:gd name="T8" fmla="*/ 596 w 615"/>
                <a:gd name="T9" fmla="*/ 201 h 622"/>
                <a:gd name="T10" fmla="*/ 586 w 615"/>
                <a:gd name="T11" fmla="*/ 177 h 622"/>
                <a:gd name="T12" fmla="*/ 560 w 615"/>
                <a:gd name="T13" fmla="*/ 144 h 622"/>
                <a:gd name="T14" fmla="*/ 539 w 615"/>
                <a:gd name="T15" fmla="*/ 116 h 622"/>
                <a:gd name="T16" fmla="*/ 515 w 615"/>
                <a:gd name="T17" fmla="*/ 80 h 622"/>
                <a:gd name="T18" fmla="*/ 497 w 615"/>
                <a:gd name="T19" fmla="*/ 70 h 622"/>
                <a:gd name="T20" fmla="*/ 457 w 615"/>
                <a:gd name="T21" fmla="*/ 46 h 622"/>
                <a:gd name="T22" fmla="*/ 426 w 615"/>
                <a:gd name="T23" fmla="*/ 31 h 622"/>
                <a:gd name="T24" fmla="*/ 384 w 615"/>
                <a:gd name="T25" fmla="*/ 11 h 622"/>
                <a:gd name="T26" fmla="*/ 341 w 615"/>
                <a:gd name="T27" fmla="*/ 1 h 622"/>
                <a:gd name="T28" fmla="*/ 321 w 615"/>
                <a:gd name="T29" fmla="*/ 3 h 622"/>
                <a:gd name="T30" fmla="*/ 288 w 615"/>
                <a:gd name="T31" fmla="*/ 7 h 622"/>
                <a:gd name="T32" fmla="*/ 241 w 615"/>
                <a:gd name="T33" fmla="*/ 9 h 622"/>
                <a:gd name="T34" fmla="*/ 198 w 615"/>
                <a:gd name="T35" fmla="*/ 19 h 622"/>
                <a:gd name="T36" fmla="*/ 175 w 615"/>
                <a:gd name="T37" fmla="*/ 30 h 622"/>
                <a:gd name="T38" fmla="*/ 140 w 615"/>
                <a:gd name="T39" fmla="*/ 54 h 622"/>
                <a:gd name="T40" fmla="*/ 115 w 615"/>
                <a:gd name="T41" fmla="*/ 77 h 622"/>
                <a:gd name="T42" fmla="*/ 78 w 615"/>
                <a:gd name="T43" fmla="*/ 106 h 622"/>
                <a:gd name="T44" fmla="*/ 63 w 615"/>
                <a:gd name="T45" fmla="*/ 121 h 622"/>
                <a:gd name="T46" fmla="*/ 43 w 615"/>
                <a:gd name="T47" fmla="*/ 159 h 622"/>
                <a:gd name="T48" fmla="*/ 25 w 615"/>
                <a:gd name="T49" fmla="*/ 203 h 622"/>
                <a:gd name="T50" fmla="*/ 15 w 615"/>
                <a:gd name="T51" fmla="*/ 236 h 622"/>
                <a:gd name="T52" fmla="*/ 3 w 615"/>
                <a:gd name="T53" fmla="*/ 282 h 622"/>
                <a:gd name="T54" fmla="*/ 0 w 615"/>
                <a:gd name="T55" fmla="*/ 326 h 622"/>
                <a:gd name="T56" fmla="*/ 2 w 615"/>
                <a:gd name="T57" fmla="*/ 351 h 622"/>
                <a:gd name="T58" fmla="*/ 14 w 615"/>
                <a:gd name="T59" fmla="*/ 393 h 622"/>
                <a:gd name="T60" fmla="*/ 33 w 615"/>
                <a:gd name="T61" fmla="*/ 436 h 622"/>
                <a:gd name="T62" fmla="*/ 48 w 615"/>
                <a:gd name="T63" fmla="*/ 467 h 622"/>
                <a:gd name="T64" fmla="*/ 71 w 615"/>
                <a:gd name="T65" fmla="*/ 508 h 622"/>
                <a:gd name="T66" fmla="*/ 83 w 615"/>
                <a:gd name="T67" fmla="*/ 519 h 622"/>
                <a:gd name="T68" fmla="*/ 119 w 615"/>
                <a:gd name="T69" fmla="*/ 549 h 622"/>
                <a:gd name="T70" fmla="*/ 147 w 615"/>
                <a:gd name="T71" fmla="*/ 569 h 622"/>
                <a:gd name="T72" fmla="*/ 186 w 615"/>
                <a:gd name="T73" fmla="*/ 595 h 622"/>
                <a:gd name="T74" fmla="*/ 226 w 615"/>
                <a:gd name="T75" fmla="*/ 612 h 622"/>
                <a:gd name="T76" fmla="*/ 246 w 615"/>
                <a:gd name="T77" fmla="*/ 613 h 622"/>
                <a:gd name="T78" fmla="*/ 280 w 615"/>
                <a:gd name="T79" fmla="*/ 615 h 622"/>
                <a:gd name="T80" fmla="*/ 322 w 615"/>
                <a:gd name="T81" fmla="*/ 622 h 622"/>
                <a:gd name="T82" fmla="*/ 342 w 615"/>
                <a:gd name="T83" fmla="*/ 617 h 622"/>
                <a:gd name="T84" fmla="*/ 387 w 615"/>
                <a:gd name="T85" fmla="*/ 605 h 622"/>
                <a:gd name="T86" fmla="*/ 419 w 615"/>
                <a:gd name="T87" fmla="*/ 594 h 622"/>
                <a:gd name="T88" fmla="*/ 463 w 615"/>
                <a:gd name="T89" fmla="*/ 578 h 622"/>
                <a:gd name="T90" fmla="*/ 482 w 615"/>
                <a:gd name="T91" fmla="*/ 568 h 622"/>
                <a:gd name="T92" fmla="*/ 510 w 615"/>
                <a:gd name="T93" fmla="*/ 537 h 622"/>
                <a:gd name="T94" fmla="*/ 534 w 615"/>
                <a:gd name="T95" fmla="*/ 512 h 622"/>
                <a:gd name="T96" fmla="*/ 565 w 615"/>
                <a:gd name="T97" fmla="*/ 482 h 622"/>
                <a:gd name="T98" fmla="*/ 578 w 615"/>
                <a:gd name="T99" fmla="*/ 460 h 622"/>
                <a:gd name="T100" fmla="*/ 592 w 615"/>
                <a:gd name="T101" fmla="*/ 419 h 622"/>
                <a:gd name="T102" fmla="*/ 600 w 615"/>
                <a:gd name="T103" fmla="*/ 386 h 622"/>
                <a:gd name="T104" fmla="*/ 307 w 615"/>
                <a:gd name="T105" fmla="*/ 477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15" h="622">
                  <a:moveTo>
                    <a:pt x="600" y="386"/>
                  </a:moveTo>
                  <a:cubicBezTo>
                    <a:pt x="601" y="382"/>
                    <a:pt x="602" y="377"/>
                    <a:pt x="603" y="373"/>
                  </a:cubicBezTo>
                  <a:cubicBezTo>
                    <a:pt x="606" y="373"/>
                    <a:pt x="606" y="373"/>
                    <a:pt x="606" y="373"/>
                  </a:cubicBezTo>
                  <a:cubicBezTo>
                    <a:pt x="608" y="372"/>
                    <a:pt x="610" y="370"/>
                    <a:pt x="610" y="368"/>
                  </a:cubicBezTo>
                  <a:cubicBezTo>
                    <a:pt x="614" y="345"/>
                    <a:pt x="614" y="345"/>
                    <a:pt x="614" y="345"/>
                  </a:cubicBezTo>
                  <a:cubicBezTo>
                    <a:pt x="614" y="343"/>
                    <a:pt x="613" y="342"/>
                    <a:pt x="612" y="340"/>
                  </a:cubicBezTo>
                  <a:cubicBezTo>
                    <a:pt x="611" y="339"/>
                    <a:pt x="609" y="339"/>
                    <a:pt x="608" y="339"/>
                  </a:cubicBezTo>
                  <a:cubicBezTo>
                    <a:pt x="608" y="339"/>
                    <a:pt x="608" y="339"/>
                    <a:pt x="608" y="339"/>
                  </a:cubicBezTo>
                  <a:cubicBezTo>
                    <a:pt x="608" y="334"/>
                    <a:pt x="608" y="330"/>
                    <a:pt x="608" y="326"/>
                  </a:cubicBezTo>
                  <a:cubicBezTo>
                    <a:pt x="612" y="325"/>
                    <a:pt x="612" y="325"/>
                    <a:pt x="612" y="325"/>
                  </a:cubicBezTo>
                  <a:cubicBezTo>
                    <a:pt x="614" y="324"/>
                    <a:pt x="615" y="322"/>
                    <a:pt x="615" y="319"/>
                  </a:cubicBezTo>
                  <a:cubicBezTo>
                    <a:pt x="615" y="296"/>
                    <a:pt x="615" y="296"/>
                    <a:pt x="615" y="296"/>
                  </a:cubicBezTo>
                  <a:cubicBezTo>
                    <a:pt x="615" y="294"/>
                    <a:pt x="614" y="293"/>
                    <a:pt x="613" y="292"/>
                  </a:cubicBezTo>
                  <a:cubicBezTo>
                    <a:pt x="612" y="291"/>
                    <a:pt x="610" y="290"/>
                    <a:pt x="608" y="291"/>
                  </a:cubicBezTo>
                  <a:cubicBezTo>
                    <a:pt x="608" y="291"/>
                    <a:pt x="608" y="291"/>
                    <a:pt x="608" y="291"/>
                  </a:cubicBezTo>
                  <a:cubicBezTo>
                    <a:pt x="608" y="287"/>
                    <a:pt x="607" y="282"/>
                    <a:pt x="607" y="278"/>
                  </a:cubicBezTo>
                  <a:cubicBezTo>
                    <a:pt x="610" y="276"/>
                    <a:pt x="610" y="276"/>
                    <a:pt x="610" y="276"/>
                  </a:cubicBezTo>
                  <a:cubicBezTo>
                    <a:pt x="612" y="275"/>
                    <a:pt x="613" y="273"/>
                    <a:pt x="613" y="271"/>
                  </a:cubicBezTo>
                  <a:cubicBezTo>
                    <a:pt x="609" y="248"/>
                    <a:pt x="609" y="248"/>
                    <a:pt x="609" y="248"/>
                  </a:cubicBezTo>
                  <a:cubicBezTo>
                    <a:pt x="609" y="246"/>
                    <a:pt x="608" y="244"/>
                    <a:pt x="606" y="244"/>
                  </a:cubicBezTo>
                  <a:cubicBezTo>
                    <a:pt x="605" y="243"/>
                    <a:pt x="603" y="243"/>
                    <a:pt x="601" y="244"/>
                  </a:cubicBezTo>
                  <a:cubicBezTo>
                    <a:pt x="600" y="239"/>
                    <a:pt x="599" y="235"/>
                    <a:pt x="598" y="231"/>
                  </a:cubicBezTo>
                  <a:cubicBezTo>
                    <a:pt x="601" y="229"/>
                    <a:pt x="601" y="229"/>
                    <a:pt x="601" y="229"/>
                  </a:cubicBezTo>
                  <a:cubicBezTo>
                    <a:pt x="603" y="227"/>
                    <a:pt x="604" y="225"/>
                    <a:pt x="603" y="223"/>
                  </a:cubicBezTo>
                  <a:cubicBezTo>
                    <a:pt x="596" y="201"/>
                    <a:pt x="596" y="201"/>
                    <a:pt x="596" y="201"/>
                  </a:cubicBezTo>
                  <a:cubicBezTo>
                    <a:pt x="595" y="199"/>
                    <a:pt x="594" y="198"/>
                    <a:pt x="592" y="197"/>
                  </a:cubicBezTo>
                  <a:cubicBezTo>
                    <a:pt x="591" y="197"/>
                    <a:pt x="589" y="197"/>
                    <a:pt x="587" y="198"/>
                  </a:cubicBezTo>
                  <a:cubicBezTo>
                    <a:pt x="586" y="194"/>
                    <a:pt x="584" y="190"/>
                    <a:pt x="582" y="186"/>
                  </a:cubicBezTo>
                  <a:cubicBezTo>
                    <a:pt x="585" y="183"/>
                    <a:pt x="585" y="183"/>
                    <a:pt x="585" y="183"/>
                  </a:cubicBezTo>
                  <a:cubicBezTo>
                    <a:pt x="586" y="182"/>
                    <a:pt x="587" y="179"/>
                    <a:pt x="586" y="177"/>
                  </a:cubicBezTo>
                  <a:cubicBezTo>
                    <a:pt x="575" y="156"/>
                    <a:pt x="575" y="156"/>
                    <a:pt x="575" y="156"/>
                  </a:cubicBezTo>
                  <a:cubicBezTo>
                    <a:pt x="574" y="155"/>
                    <a:pt x="573" y="154"/>
                    <a:pt x="571" y="153"/>
                  </a:cubicBezTo>
                  <a:cubicBezTo>
                    <a:pt x="569" y="153"/>
                    <a:pt x="568" y="154"/>
                    <a:pt x="566" y="155"/>
                  </a:cubicBezTo>
                  <a:cubicBezTo>
                    <a:pt x="566" y="155"/>
                    <a:pt x="566" y="155"/>
                    <a:pt x="566" y="155"/>
                  </a:cubicBezTo>
                  <a:cubicBezTo>
                    <a:pt x="564" y="151"/>
                    <a:pt x="562" y="147"/>
                    <a:pt x="560" y="144"/>
                  </a:cubicBezTo>
                  <a:cubicBezTo>
                    <a:pt x="561" y="141"/>
                    <a:pt x="561" y="141"/>
                    <a:pt x="561" y="141"/>
                  </a:cubicBezTo>
                  <a:cubicBezTo>
                    <a:pt x="563" y="139"/>
                    <a:pt x="563" y="137"/>
                    <a:pt x="561" y="135"/>
                  </a:cubicBezTo>
                  <a:cubicBezTo>
                    <a:pt x="548" y="116"/>
                    <a:pt x="548" y="116"/>
                    <a:pt x="548" y="116"/>
                  </a:cubicBezTo>
                  <a:cubicBezTo>
                    <a:pt x="547" y="115"/>
                    <a:pt x="545" y="114"/>
                    <a:pt x="543" y="114"/>
                  </a:cubicBezTo>
                  <a:cubicBezTo>
                    <a:pt x="542" y="114"/>
                    <a:pt x="540" y="115"/>
                    <a:pt x="539" y="116"/>
                  </a:cubicBezTo>
                  <a:cubicBezTo>
                    <a:pt x="539" y="116"/>
                    <a:pt x="539" y="116"/>
                    <a:pt x="539" y="116"/>
                  </a:cubicBezTo>
                  <a:cubicBezTo>
                    <a:pt x="536" y="113"/>
                    <a:pt x="533" y="109"/>
                    <a:pt x="531" y="106"/>
                  </a:cubicBezTo>
                  <a:cubicBezTo>
                    <a:pt x="532" y="103"/>
                    <a:pt x="532" y="103"/>
                    <a:pt x="532" y="103"/>
                  </a:cubicBezTo>
                  <a:cubicBezTo>
                    <a:pt x="533" y="101"/>
                    <a:pt x="533" y="98"/>
                    <a:pt x="531" y="97"/>
                  </a:cubicBezTo>
                  <a:cubicBezTo>
                    <a:pt x="515" y="80"/>
                    <a:pt x="515" y="80"/>
                    <a:pt x="515" y="80"/>
                  </a:cubicBezTo>
                  <a:cubicBezTo>
                    <a:pt x="514" y="79"/>
                    <a:pt x="512" y="79"/>
                    <a:pt x="510" y="79"/>
                  </a:cubicBezTo>
                  <a:cubicBezTo>
                    <a:pt x="508" y="79"/>
                    <a:pt x="507" y="80"/>
                    <a:pt x="506" y="82"/>
                  </a:cubicBezTo>
                  <a:cubicBezTo>
                    <a:pt x="506" y="82"/>
                    <a:pt x="506" y="82"/>
                    <a:pt x="506" y="82"/>
                  </a:cubicBezTo>
                  <a:cubicBezTo>
                    <a:pt x="503" y="79"/>
                    <a:pt x="500" y="76"/>
                    <a:pt x="496" y="73"/>
                  </a:cubicBezTo>
                  <a:cubicBezTo>
                    <a:pt x="497" y="70"/>
                    <a:pt x="497" y="70"/>
                    <a:pt x="497" y="70"/>
                  </a:cubicBezTo>
                  <a:cubicBezTo>
                    <a:pt x="498" y="68"/>
                    <a:pt x="497" y="65"/>
                    <a:pt x="495" y="64"/>
                  </a:cubicBezTo>
                  <a:cubicBezTo>
                    <a:pt x="477" y="50"/>
                    <a:pt x="477" y="50"/>
                    <a:pt x="477" y="50"/>
                  </a:cubicBezTo>
                  <a:cubicBezTo>
                    <a:pt x="475" y="49"/>
                    <a:pt x="473" y="49"/>
                    <a:pt x="472" y="50"/>
                  </a:cubicBezTo>
                  <a:cubicBezTo>
                    <a:pt x="470" y="50"/>
                    <a:pt x="469" y="51"/>
                    <a:pt x="468" y="53"/>
                  </a:cubicBezTo>
                  <a:cubicBezTo>
                    <a:pt x="465" y="51"/>
                    <a:pt x="461" y="48"/>
                    <a:pt x="457" y="46"/>
                  </a:cubicBezTo>
                  <a:cubicBezTo>
                    <a:pt x="458" y="43"/>
                    <a:pt x="458" y="43"/>
                    <a:pt x="458" y="43"/>
                  </a:cubicBezTo>
                  <a:cubicBezTo>
                    <a:pt x="458" y="41"/>
                    <a:pt x="457" y="38"/>
                    <a:pt x="455" y="37"/>
                  </a:cubicBezTo>
                  <a:cubicBezTo>
                    <a:pt x="434" y="27"/>
                    <a:pt x="434" y="27"/>
                    <a:pt x="434" y="27"/>
                  </a:cubicBezTo>
                  <a:cubicBezTo>
                    <a:pt x="433" y="26"/>
                    <a:pt x="431" y="26"/>
                    <a:pt x="429" y="27"/>
                  </a:cubicBezTo>
                  <a:cubicBezTo>
                    <a:pt x="428" y="28"/>
                    <a:pt x="427" y="29"/>
                    <a:pt x="426" y="31"/>
                  </a:cubicBezTo>
                  <a:cubicBezTo>
                    <a:pt x="422" y="29"/>
                    <a:pt x="418" y="27"/>
                    <a:pt x="414" y="26"/>
                  </a:cubicBezTo>
                  <a:cubicBezTo>
                    <a:pt x="414" y="23"/>
                    <a:pt x="414" y="23"/>
                    <a:pt x="414" y="23"/>
                  </a:cubicBezTo>
                  <a:cubicBezTo>
                    <a:pt x="414" y="20"/>
                    <a:pt x="413" y="18"/>
                    <a:pt x="411" y="17"/>
                  </a:cubicBezTo>
                  <a:cubicBezTo>
                    <a:pt x="389" y="10"/>
                    <a:pt x="389" y="10"/>
                    <a:pt x="389" y="10"/>
                  </a:cubicBezTo>
                  <a:cubicBezTo>
                    <a:pt x="387" y="10"/>
                    <a:pt x="385" y="10"/>
                    <a:pt x="384" y="11"/>
                  </a:cubicBezTo>
                  <a:cubicBezTo>
                    <a:pt x="382" y="12"/>
                    <a:pt x="382" y="14"/>
                    <a:pt x="382" y="15"/>
                  </a:cubicBezTo>
                  <a:cubicBezTo>
                    <a:pt x="377" y="14"/>
                    <a:pt x="373" y="13"/>
                    <a:pt x="369" y="12"/>
                  </a:cubicBezTo>
                  <a:cubicBezTo>
                    <a:pt x="368" y="9"/>
                    <a:pt x="368" y="9"/>
                    <a:pt x="368" y="9"/>
                  </a:cubicBezTo>
                  <a:cubicBezTo>
                    <a:pt x="368" y="7"/>
                    <a:pt x="366" y="5"/>
                    <a:pt x="364" y="5"/>
                  </a:cubicBezTo>
                  <a:cubicBezTo>
                    <a:pt x="341" y="1"/>
                    <a:pt x="341" y="1"/>
                    <a:pt x="341" y="1"/>
                  </a:cubicBezTo>
                  <a:cubicBezTo>
                    <a:pt x="339" y="1"/>
                    <a:pt x="338" y="1"/>
                    <a:pt x="336" y="3"/>
                  </a:cubicBezTo>
                  <a:cubicBezTo>
                    <a:pt x="335" y="4"/>
                    <a:pt x="335" y="6"/>
                    <a:pt x="335" y="7"/>
                  </a:cubicBezTo>
                  <a:cubicBezTo>
                    <a:pt x="335" y="7"/>
                    <a:pt x="335" y="7"/>
                    <a:pt x="335" y="7"/>
                  </a:cubicBezTo>
                  <a:cubicBezTo>
                    <a:pt x="331" y="7"/>
                    <a:pt x="326" y="7"/>
                    <a:pt x="322" y="6"/>
                  </a:cubicBezTo>
                  <a:cubicBezTo>
                    <a:pt x="321" y="3"/>
                    <a:pt x="321" y="3"/>
                    <a:pt x="321" y="3"/>
                  </a:cubicBezTo>
                  <a:cubicBezTo>
                    <a:pt x="320" y="1"/>
                    <a:pt x="318" y="0"/>
                    <a:pt x="316" y="0"/>
                  </a:cubicBezTo>
                  <a:cubicBezTo>
                    <a:pt x="293" y="0"/>
                    <a:pt x="293" y="0"/>
                    <a:pt x="293" y="0"/>
                  </a:cubicBezTo>
                  <a:cubicBezTo>
                    <a:pt x="291" y="0"/>
                    <a:pt x="289" y="0"/>
                    <a:pt x="288" y="2"/>
                  </a:cubicBezTo>
                  <a:cubicBezTo>
                    <a:pt x="287" y="3"/>
                    <a:pt x="287" y="5"/>
                    <a:pt x="288" y="7"/>
                  </a:cubicBezTo>
                  <a:cubicBezTo>
                    <a:pt x="288" y="7"/>
                    <a:pt x="288" y="7"/>
                    <a:pt x="288" y="7"/>
                  </a:cubicBezTo>
                  <a:cubicBezTo>
                    <a:pt x="283" y="7"/>
                    <a:pt x="279" y="7"/>
                    <a:pt x="275" y="8"/>
                  </a:cubicBezTo>
                  <a:cubicBezTo>
                    <a:pt x="273" y="5"/>
                    <a:pt x="273" y="5"/>
                    <a:pt x="273" y="5"/>
                  </a:cubicBezTo>
                  <a:cubicBezTo>
                    <a:pt x="272" y="3"/>
                    <a:pt x="270" y="2"/>
                    <a:pt x="267" y="2"/>
                  </a:cubicBezTo>
                  <a:cubicBezTo>
                    <a:pt x="245" y="6"/>
                    <a:pt x="245" y="6"/>
                    <a:pt x="245" y="6"/>
                  </a:cubicBezTo>
                  <a:cubicBezTo>
                    <a:pt x="243" y="6"/>
                    <a:pt x="242" y="7"/>
                    <a:pt x="241" y="9"/>
                  </a:cubicBezTo>
                  <a:cubicBezTo>
                    <a:pt x="240" y="10"/>
                    <a:pt x="240" y="12"/>
                    <a:pt x="241" y="14"/>
                  </a:cubicBezTo>
                  <a:cubicBezTo>
                    <a:pt x="237" y="14"/>
                    <a:pt x="233" y="16"/>
                    <a:pt x="228" y="17"/>
                  </a:cubicBezTo>
                  <a:cubicBezTo>
                    <a:pt x="226" y="14"/>
                    <a:pt x="226" y="14"/>
                    <a:pt x="226" y="14"/>
                  </a:cubicBezTo>
                  <a:cubicBezTo>
                    <a:pt x="225" y="12"/>
                    <a:pt x="222" y="11"/>
                    <a:pt x="220" y="12"/>
                  </a:cubicBezTo>
                  <a:cubicBezTo>
                    <a:pt x="198" y="19"/>
                    <a:pt x="198" y="19"/>
                    <a:pt x="198" y="19"/>
                  </a:cubicBezTo>
                  <a:cubicBezTo>
                    <a:pt x="197" y="20"/>
                    <a:pt x="195" y="21"/>
                    <a:pt x="195" y="23"/>
                  </a:cubicBezTo>
                  <a:cubicBezTo>
                    <a:pt x="194" y="24"/>
                    <a:pt x="195" y="26"/>
                    <a:pt x="196" y="28"/>
                  </a:cubicBezTo>
                  <a:cubicBezTo>
                    <a:pt x="192" y="29"/>
                    <a:pt x="188" y="31"/>
                    <a:pt x="184" y="33"/>
                  </a:cubicBezTo>
                  <a:cubicBezTo>
                    <a:pt x="181" y="31"/>
                    <a:pt x="181" y="31"/>
                    <a:pt x="181" y="31"/>
                  </a:cubicBezTo>
                  <a:cubicBezTo>
                    <a:pt x="180" y="29"/>
                    <a:pt x="177" y="29"/>
                    <a:pt x="175" y="30"/>
                  </a:cubicBezTo>
                  <a:cubicBezTo>
                    <a:pt x="155" y="40"/>
                    <a:pt x="155" y="40"/>
                    <a:pt x="155" y="40"/>
                  </a:cubicBezTo>
                  <a:cubicBezTo>
                    <a:pt x="153" y="41"/>
                    <a:pt x="152" y="42"/>
                    <a:pt x="152" y="44"/>
                  </a:cubicBezTo>
                  <a:cubicBezTo>
                    <a:pt x="151" y="46"/>
                    <a:pt x="152" y="48"/>
                    <a:pt x="153" y="49"/>
                  </a:cubicBezTo>
                  <a:cubicBezTo>
                    <a:pt x="149" y="51"/>
                    <a:pt x="146" y="54"/>
                    <a:pt x="142" y="56"/>
                  </a:cubicBezTo>
                  <a:cubicBezTo>
                    <a:pt x="140" y="54"/>
                    <a:pt x="140" y="54"/>
                    <a:pt x="140" y="54"/>
                  </a:cubicBezTo>
                  <a:cubicBezTo>
                    <a:pt x="138" y="53"/>
                    <a:pt x="135" y="53"/>
                    <a:pt x="133" y="54"/>
                  </a:cubicBezTo>
                  <a:cubicBezTo>
                    <a:pt x="115" y="68"/>
                    <a:pt x="115" y="68"/>
                    <a:pt x="115" y="68"/>
                  </a:cubicBezTo>
                  <a:cubicBezTo>
                    <a:pt x="113" y="69"/>
                    <a:pt x="112" y="70"/>
                    <a:pt x="112" y="72"/>
                  </a:cubicBezTo>
                  <a:cubicBezTo>
                    <a:pt x="112" y="74"/>
                    <a:pt x="113" y="76"/>
                    <a:pt x="115" y="77"/>
                  </a:cubicBezTo>
                  <a:cubicBezTo>
                    <a:pt x="115" y="77"/>
                    <a:pt x="115" y="77"/>
                    <a:pt x="115" y="77"/>
                  </a:cubicBezTo>
                  <a:cubicBezTo>
                    <a:pt x="111" y="79"/>
                    <a:pt x="108" y="82"/>
                    <a:pt x="105" y="85"/>
                  </a:cubicBezTo>
                  <a:cubicBezTo>
                    <a:pt x="102" y="84"/>
                    <a:pt x="102" y="84"/>
                    <a:pt x="102" y="84"/>
                  </a:cubicBezTo>
                  <a:cubicBezTo>
                    <a:pt x="100" y="83"/>
                    <a:pt x="97" y="83"/>
                    <a:pt x="96" y="85"/>
                  </a:cubicBezTo>
                  <a:cubicBezTo>
                    <a:pt x="79" y="101"/>
                    <a:pt x="79" y="101"/>
                    <a:pt x="79" y="101"/>
                  </a:cubicBezTo>
                  <a:cubicBezTo>
                    <a:pt x="78" y="102"/>
                    <a:pt x="78" y="104"/>
                    <a:pt x="78" y="106"/>
                  </a:cubicBezTo>
                  <a:cubicBezTo>
                    <a:pt x="78" y="108"/>
                    <a:pt x="79" y="109"/>
                    <a:pt x="81" y="110"/>
                  </a:cubicBezTo>
                  <a:cubicBezTo>
                    <a:pt x="81" y="110"/>
                    <a:pt x="81" y="110"/>
                    <a:pt x="81" y="110"/>
                  </a:cubicBezTo>
                  <a:cubicBezTo>
                    <a:pt x="78" y="113"/>
                    <a:pt x="75" y="117"/>
                    <a:pt x="72" y="120"/>
                  </a:cubicBezTo>
                  <a:cubicBezTo>
                    <a:pt x="69" y="119"/>
                    <a:pt x="69" y="119"/>
                    <a:pt x="69" y="119"/>
                  </a:cubicBezTo>
                  <a:cubicBezTo>
                    <a:pt x="67" y="118"/>
                    <a:pt x="65" y="119"/>
                    <a:pt x="63" y="121"/>
                  </a:cubicBezTo>
                  <a:cubicBezTo>
                    <a:pt x="50" y="140"/>
                    <a:pt x="50" y="140"/>
                    <a:pt x="50" y="140"/>
                  </a:cubicBezTo>
                  <a:cubicBezTo>
                    <a:pt x="49" y="141"/>
                    <a:pt x="49" y="143"/>
                    <a:pt x="49" y="145"/>
                  </a:cubicBezTo>
                  <a:cubicBezTo>
                    <a:pt x="50" y="146"/>
                    <a:pt x="51" y="148"/>
                    <a:pt x="52" y="148"/>
                  </a:cubicBezTo>
                  <a:cubicBezTo>
                    <a:pt x="50" y="152"/>
                    <a:pt x="48" y="156"/>
                    <a:pt x="46" y="160"/>
                  </a:cubicBezTo>
                  <a:cubicBezTo>
                    <a:pt x="43" y="159"/>
                    <a:pt x="43" y="159"/>
                    <a:pt x="43" y="159"/>
                  </a:cubicBezTo>
                  <a:cubicBezTo>
                    <a:pt x="40" y="159"/>
                    <a:pt x="38" y="160"/>
                    <a:pt x="37" y="162"/>
                  </a:cubicBezTo>
                  <a:cubicBezTo>
                    <a:pt x="26" y="183"/>
                    <a:pt x="26" y="183"/>
                    <a:pt x="26" y="183"/>
                  </a:cubicBezTo>
                  <a:cubicBezTo>
                    <a:pt x="26" y="184"/>
                    <a:pt x="26" y="186"/>
                    <a:pt x="26" y="188"/>
                  </a:cubicBezTo>
                  <a:cubicBezTo>
                    <a:pt x="27" y="189"/>
                    <a:pt x="29" y="190"/>
                    <a:pt x="30" y="191"/>
                  </a:cubicBezTo>
                  <a:cubicBezTo>
                    <a:pt x="29" y="195"/>
                    <a:pt x="27" y="199"/>
                    <a:pt x="25" y="203"/>
                  </a:cubicBezTo>
                  <a:cubicBezTo>
                    <a:pt x="22" y="203"/>
                    <a:pt x="22" y="203"/>
                    <a:pt x="22" y="203"/>
                  </a:cubicBezTo>
                  <a:cubicBezTo>
                    <a:pt x="20" y="203"/>
                    <a:pt x="18" y="204"/>
                    <a:pt x="17" y="207"/>
                  </a:cubicBezTo>
                  <a:cubicBezTo>
                    <a:pt x="10" y="229"/>
                    <a:pt x="10" y="229"/>
                    <a:pt x="10" y="229"/>
                  </a:cubicBezTo>
                  <a:cubicBezTo>
                    <a:pt x="10" y="230"/>
                    <a:pt x="10" y="232"/>
                    <a:pt x="11" y="234"/>
                  </a:cubicBezTo>
                  <a:cubicBezTo>
                    <a:pt x="12" y="235"/>
                    <a:pt x="14" y="236"/>
                    <a:pt x="15" y="236"/>
                  </a:cubicBezTo>
                  <a:cubicBezTo>
                    <a:pt x="14" y="240"/>
                    <a:pt x="13" y="245"/>
                    <a:pt x="12" y="249"/>
                  </a:cubicBezTo>
                  <a:cubicBezTo>
                    <a:pt x="9" y="249"/>
                    <a:pt x="9" y="249"/>
                    <a:pt x="9" y="249"/>
                  </a:cubicBezTo>
                  <a:cubicBezTo>
                    <a:pt x="7" y="250"/>
                    <a:pt x="5" y="252"/>
                    <a:pt x="5" y="254"/>
                  </a:cubicBezTo>
                  <a:cubicBezTo>
                    <a:pt x="1" y="277"/>
                    <a:pt x="1" y="277"/>
                    <a:pt x="1" y="277"/>
                  </a:cubicBezTo>
                  <a:cubicBezTo>
                    <a:pt x="1" y="279"/>
                    <a:pt x="1" y="280"/>
                    <a:pt x="3" y="282"/>
                  </a:cubicBezTo>
                  <a:cubicBezTo>
                    <a:pt x="4" y="283"/>
                    <a:pt x="6" y="283"/>
                    <a:pt x="7" y="283"/>
                  </a:cubicBezTo>
                  <a:cubicBezTo>
                    <a:pt x="7" y="287"/>
                    <a:pt x="7" y="292"/>
                    <a:pt x="6" y="296"/>
                  </a:cubicBezTo>
                  <a:cubicBezTo>
                    <a:pt x="3" y="297"/>
                    <a:pt x="3" y="297"/>
                    <a:pt x="3" y="297"/>
                  </a:cubicBezTo>
                  <a:cubicBezTo>
                    <a:pt x="1" y="298"/>
                    <a:pt x="0" y="300"/>
                    <a:pt x="0" y="302"/>
                  </a:cubicBezTo>
                  <a:cubicBezTo>
                    <a:pt x="0" y="326"/>
                    <a:pt x="0" y="326"/>
                    <a:pt x="0" y="326"/>
                  </a:cubicBezTo>
                  <a:cubicBezTo>
                    <a:pt x="0" y="327"/>
                    <a:pt x="0" y="329"/>
                    <a:pt x="2" y="330"/>
                  </a:cubicBezTo>
                  <a:cubicBezTo>
                    <a:pt x="3" y="331"/>
                    <a:pt x="5" y="331"/>
                    <a:pt x="7" y="331"/>
                  </a:cubicBezTo>
                  <a:cubicBezTo>
                    <a:pt x="7" y="335"/>
                    <a:pt x="7" y="340"/>
                    <a:pt x="8" y="344"/>
                  </a:cubicBezTo>
                  <a:cubicBezTo>
                    <a:pt x="5" y="346"/>
                    <a:pt x="5" y="346"/>
                    <a:pt x="5" y="346"/>
                  </a:cubicBezTo>
                  <a:cubicBezTo>
                    <a:pt x="3" y="347"/>
                    <a:pt x="2" y="349"/>
                    <a:pt x="2" y="351"/>
                  </a:cubicBezTo>
                  <a:cubicBezTo>
                    <a:pt x="6" y="374"/>
                    <a:pt x="6" y="374"/>
                    <a:pt x="6" y="374"/>
                  </a:cubicBezTo>
                  <a:cubicBezTo>
                    <a:pt x="6" y="376"/>
                    <a:pt x="7" y="377"/>
                    <a:pt x="9" y="378"/>
                  </a:cubicBezTo>
                  <a:cubicBezTo>
                    <a:pt x="10" y="379"/>
                    <a:pt x="12" y="379"/>
                    <a:pt x="13" y="378"/>
                  </a:cubicBezTo>
                  <a:cubicBezTo>
                    <a:pt x="14" y="382"/>
                    <a:pt x="15" y="387"/>
                    <a:pt x="17" y="391"/>
                  </a:cubicBezTo>
                  <a:cubicBezTo>
                    <a:pt x="14" y="393"/>
                    <a:pt x="14" y="393"/>
                    <a:pt x="14" y="393"/>
                  </a:cubicBezTo>
                  <a:cubicBezTo>
                    <a:pt x="12" y="394"/>
                    <a:pt x="11" y="397"/>
                    <a:pt x="12" y="399"/>
                  </a:cubicBezTo>
                  <a:cubicBezTo>
                    <a:pt x="19" y="421"/>
                    <a:pt x="19" y="421"/>
                    <a:pt x="19" y="421"/>
                  </a:cubicBezTo>
                  <a:cubicBezTo>
                    <a:pt x="20" y="423"/>
                    <a:pt x="21" y="424"/>
                    <a:pt x="23" y="425"/>
                  </a:cubicBezTo>
                  <a:cubicBezTo>
                    <a:pt x="24" y="425"/>
                    <a:pt x="26" y="425"/>
                    <a:pt x="27" y="424"/>
                  </a:cubicBezTo>
                  <a:cubicBezTo>
                    <a:pt x="29" y="428"/>
                    <a:pt x="31" y="432"/>
                    <a:pt x="33" y="436"/>
                  </a:cubicBezTo>
                  <a:cubicBezTo>
                    <a:pt x="30" y="438"/>
                    <a:pt x="30" y="438"/>
                    <a:pt x="30" y="438"/>
                  </a:cubicBezTo>
                  <a:cubicBezTo>
                    <a:pt x="29" y="440"/>
                    <a:pt x="28" y="443"/>
                    <a:pt x="29" y="445"/>
                  </a:cubicBezTo>
                  <a:cubicBezTo>
                    <a:pt x="40" y="465"/>
                    <a:pt x="40" y="465"/>
                    <a:pt x="40" y="465"/>
                  </a:cubicBezTo>
                  <a:cubicBezTo>
                    <a:pt x="41" y="467"/>
                    <a:pt x="42" y="468"/>
                    <a:pt x="44" y="468"/>
                  </a:cubicBezTo>
                  <a:cubicBezTo>
                    <a:pt x="45" y="469"/>
                    <a:pt x="47" y="468"/>
                    <a:pt x="48" y="467"/>
                  </a:cubicBezTo>
                  <a:cubicBezTo>
                    <a:pt x="51" y="471"/>
                    <a:pt x="53" y="475"/>
                    <a:pt x="55" y="478"/>
                  </a:cubicBezTo>
                  <a:cubicBezTo>
                    <a:pt x="53" y="481"/>
                    <a:pt x="53" y="481"/>
                    <a:pt x="53" y="481"/>
                  </a:cubicBezTo>
                  <a:cubicBezTo>
                    <a:pt x="52" y="483"/>
                    <a:pt x="52" y="485"/>
                    <a:pt x="53" y="487"/>
                  </a:cubicBezTo>
                  <a:cubicBezTo>
                    <a:pt x="67" y="506"/>
                    <a:pt x="67" y="506"/>
                    <a:pt x="67" y="506"/>
                  </a:cubicBezTo>
                  <a:cubicBezTo>
                    <a:pt x="68" y="507"/>
                    <a:pt x="70" y="508"/>
                    <a:pt x="71" y="508"/>
                  </a:cubicBezTo>
                  <a:cubicBezTo>
                    <a:pt x="71" y="508"/>
                    <a:pt x="71" y="508"/>
                    <a:pt x="71" y="508"/>
                  </a:cubicBezTo>
                  <a:cubicBezTo>
                    <a:pt x="73" y="508"/>
                    <a:pt x="75" y="507"/>
                    <a:pt x="76" y="506"/>
                  </a:cubicBezTo>
                  <a:cubicBezTo>
                    <a:pt x="76" y="506"/>
                    <a:pt x="76" y="506"/>
                    <a:pt x="76" y="506"/>
                  </a:cubicBezTo>
                  <a:cubicBezTo>
                    <a:pt x="79" y="509"/>
                    <a:pt x="81" y="513"/>
                    <a:pt x="84" y="516"/>
                  </a:cubicBezTo>
                  <a:cubicBezTo>
                    <a:pt x="83" y="519"/>
                    <a:pt x="83" y="519"/>
                    <a:pt x="83" y="519"/>
                  </a:cubicBezTo>
                  <a:cubicBezTo>
                    <a:pt x="82" y="521"/>
                    <a:pt x="82" y="523"/>
                    <a:pt x="84" y="525"/>
                  </a:cubicBezTo>
                  <a:cubicBezTo>
                    <a:pt x="100" y="542"/>
                    <a:pt x="100" y="542"/>
                    <a:pt x="100" y="542"/>
                  </a:cubicBezTo>
                  <a:cubicBezTo>
                    <a:pt x="101" y="543"/>
                    <a:pt x="103" y="543"/>
                    <a:pt x="105" y="543"/>
                  </a:cubicBezTo>
                  <a:cubicBezTo>
                    <a:pt x="106" y="543"/>
                    <a:pt x="108" y="542"/>
                    <a:pt x="109" y="540"/>
                  </a:cubicBezTo>
                  <a:cubicBezTo>
                    <a:pt x="112" y="543"/>
                    <a:pt x="115" y="546"/>
                    <a:pt x="119" y="549"/>
                  </a:cubicBezTo>
                  <a:cubicBezTo>
                    <a:pt x="118" y="552"/>
                    <a:pt x="118" y="552"/>
                    <a:pt x="118" y="552"/>
                  </a:cubicBezTo>
                  <a:cubicBezTo>
                    <a:pt x="117" y="554"/>
                    <a:pt x="118" y="557"/>
                    <a:pt x="120" y="558"/>
                  </a:cubicBezTo>
                  <a:cubicBezTo>
                    <a:pt x="138" y="572"/>
                    <a:pt x="138" y="572"/>
                    <a:pt x="138" y="572"/>
                  </a:cubicBezTo>
                  <a:cubicBezTo>
                    <a:pt x="140" y="573"/>
                    <a:pt x="142" y="573"/>
                    <a:pt x="143" y="572"/>
                  </a:cubicBezTo>
                  <a:cubicBezTo>
                    <a:pt x="145" y="572"/>
                    <a:pt x="146" y="570"/>
                    <a:pt x="147" y="569"/>
                  </a:cubicBezTo>
                  <a:cubicBezTo>
                    <a:pt x="150" y="571"/>
                    <a:pt x="154" y="573"/>
                    <a:pt x="158" y="576"/>
                  </a:cubicBezTo>
                  <a:cubicBezTo>
                    <a:pt x="157" y="579"/>
                    <a:pt x="157" y="579"/>
                    <a:pt x="157" y="579"/>
                  </a:cubicBezTo>
                  <a:cubicBezTo>
                    <a:pt x="157" y="581"/>
                    <a:pt x="158" y="584"/>
                    <a:pt x="160" y="585"/>
                  </a:cubicBezTo>
                  <a:cubicBezTo>
                    <a:pt x="181" y="595"/>
                    <a:pt x="181" y="595"/>
                    <a:pt x="181" y="595"/>
                  </a:cubicBezTo>
                  <a:cubicBezTo>
                    <a:pt x="182" y="596"/>
                    <a:pt x="184" y="596"/>
                    <a:pt x="186" y="595"/>
                  </a:cubicBezTo>
                  <a:cubicBezTo>
                    <a:pt x="187" y="594"/>
                    <a:pt x="188" y="593"/>
                    <a:pt x="188" y="591"/>
                  </a:cubicBezTo>
                  <a:cubicBezTo>
                    <a:pt x="193" y="593"/>
                    <a:pt x="197" y="595"/>
                    <a:pt x="201" y="596"/>
                  </a:cubicBezTo>
                  <a:cubicBezTo>
                    <a:pt x="201" y="599"/>
                    <a:pt x="201" y="599"/>
                    <a:pt x="201" y="599"/>
                  </a:cubicBezTo>
                  <a:cubicBezTo>
                    <a:pt x="201" y="602"/>
                    <a:pt x="202" y="604"/>
                    <a:pt x="204" y="604"/>
                  </a:cubicBezTo>
                  <a:cubicBezTo>
                    <a:pt x="226" y="612"/>
                    <a:pt x="226" y="612"/>
                    <a:pt x="226" y="612"/>
                  </a:cubicBezTo>
                  <a:cubicBezTo>
                    <a:pt x="227" y="612"/>
                    <a:pt x="227" y="612"/>
                    <a:pt x="228" y="612"/>
                  </a:cubicBezTo>
                  <a:cubicBezTo>
                    <a:pt x="228" y="612"/>
                    <a:pt x="228" y="612"/>
                    <a:pt x="228" y="612"/>
                  </a:cubicBezTo>
                  <a:cubicBezTo>
                    <a:pt x="231" y="612"/>
                    <a:pt x="233" y="609"/>
                    <a:pt x="233" y="606"/>
                  </a:cubicBezTo>
                  <a:cubicBezTo>
                    <a:pt x="238" y="608"/>
                    <a:pt x="242" y="609"/>
                    <a:pt x="246" y="609"/>
                  </a:cubicBezTo>
                  <a:cubicBezTo>
                    <a:pt x="246" y="613"/>
                    <a:pt x="246" y="613"/>
                    <a:pt x="246" y="613"/>
                  </a:cubicBezTo>
                  <a:cubicBezTo>
                    <a:pt x="247" y="615"/>
                    <a:pt x="249" y="617"/>
                    <a:pt x="251" y="617"/>
                  </a:cubicBezTo>
                  <a:cubicBezTo>
                    <a:pt x="274" y="621"/>
                    <a:pt x="274" y="621"/>
                    <a:pt x="274" y="621"/>
                  </a:cubicBezTo>
                  <a:cubicBezTo>
                    <a:pt x="274" y="621"/>
                    <a:pt x="274" y="621"/>
                    <a:pt x="275" y="621"/>
                  </a:cubicBezTo>
                  <a:cubicBezTo>
                    <a:pt x="275" y="621"/>
                    <a:pt x="275" y="621"/>
                    <a:pt x="275" y="621"/>
                  </a:cubicBezTo>
                  <a:cubicBezTo>
                    <a:pt x="278" y="621"/>
                    <a:pt x="280" y="618"/>
                    <a:pt x="280" y="615"/>
                  </a:cubicBezTo>
                  <a:cubicBezTo>
                    <a:pt x="280" y="615"/>
                    <a:pt x="280" y="615"/>
                    <a:pt x="280" y="615"/>
                  </a:cubicBezTo>
                  <a:cubicBezTo>
                    <a:pt x="284" y="615"/>
                    <a:pt x="289" y="615"/>
                    <a:pt x="293" y="615"/>
                  </a:cubicBezTo>
                  <a:cubicBezTo>
                    <a:pt x="294" y="619"/>
                    <a:pt x="294" y="619"/>
                    <a:pt x="294" y="619"/>
                  </a:cubicBezTo>
                  <a:cubicBezTo>
                    <a:pt x="295" y="621"/>
                    <a:pt x="297" y="622"/>
                    <a:pt x="299" y="622"/>
                  </a:cubicBezTo>
                  <a:cubicBezTo>
                    <a:pt x="322" y="622"/>
                    <a:pt x="322" y="622"/>
                    <a:pt x="322" y="622"/>
                  </a:cubicBezTo>
                  <a:cubicBezTo>
                    <a:pt x="322" y="622"/>
                    <a:pt x="322" y="622"/>
                    <a:pt x="322" y="622"/>
                  </a:cubicBezTo>
                  <a:cubicBezTo>
                    <a:pt x="325" y="622"/>
                    <a:pt x="327" y="620"/>
                    <a:pt x="327" y="617"/>
                  </a:cubicBezTo>
                  <a:cubicBezTo>
                    <a:pt x="327" y="616"/>
                    <a:pt x="327" y="616"/>
                    <a:pt x="327" y="615"/>
                  </a:cubicBezTo>
                  <a:cubicBezTo>
                    <a:pt x="332" y="615"/>
                    <a:pt x="336" y="614"/>
                    <a:pt x="340" y="614"/>
                  </a:cubicBezTo>
                  <a:cubicBezTo>
                    <a:pt x="342" y="617"/>
                    <a:pt x="342" y="617"/>
                    <a:pt x="342" y="617"/>
                  </a:cubicBezTo>
                  <a:cubicBezTo>
                    <a:pt x="343" y="619"/>
                    <a:pt x="345" y="620"/>
                    <a:pt x="347" y="620"/>
                  </a:cubicBezTo>
                  <a:cubicBezTo>
                    <a:pt x="370" y="616"/>
                    <a:pt x="370" y="616"/>
                    <a:pt x="370" y="616"/>
                  </a:cubicBezTo>
                  <a:cubicBezTo>
                    <a:pt x="372" y="616"/>
                    <a:pt x="373" y="615"/>
                    <a:pt x="374" y="613"/>
                  </a:cubicBezTo>
                  <a:cubicBezTo>
                    <a:pt x="375" y="612"/>
                    <a:pt x="375" y="610"/>
                    <a:pt x="374" y="608"/>
                  </a:cubicBezTo>
                  <a:cubicBezTo>
                    <a:pt x="378" y="607"/>
                    <a:pt x="382" y="606"/>
                    <a:pt x="387" y="605"/>
                  </a:cubicBezTo>
                  <a:cubicBezTo>
                    <a:pt x="389" y="608"/>
                    <a:pt x="389" y="608"/>
                    <a:pt x="389" y="608"/>
                  </a:cubicBezTo>
                  <a:cubicBezTo>
                    <a:pt x="390" y="610"/>
                    <a:pt x="392" y="610"/>
                    <a:pt x="395" y="610"/>
                  </a:cubicBezTo>
                  <a:cubicBezTo>
                    <a:pt x="416" y="603"/>
                    <a:pt x="416" y="603"/>
                    <a:pt x="416" y="603"/>
                  </a:cubicBezTo>
                  <a:cubicBezTo>
                    <a:pt x="418" y="602"/>
                    <a:pt x="419" y="601"/>
                    <a:pt x="420" y="599"/>
                  </a:cubicBezTo>
                  <a:cubicBezTo>
                    <a:pt x="420" y="597"/>
                    <a:pt x="420" y="596"/>
                    <a:pt x="419" y="594"/>
                  </a:cubicBezTo>
                  <a:cubicBezTo>
                    <a:pt x="423" y="593"/>
                    <a:pt x="427" y="591"/>
                    <a:pt x="431" y="589"/>
                  </a:cubicBezTo>
                  <a:cubicBezTo>
                    <a:pt x="433" y="591"/>
                    <a:pt x="433" y="591"/>
                    <a:pt x="433" y="591"/>
                  </a:cubicBezTo>
                  <a:cubicBezTo>
                    <a:pt x="435" y="593"/>
                    <a:pt x="438" y="593"/>
                    <a:pt x="440" y="592"/>
                  </a:cubicBezTo>
                  <a:cubicBezTo>
                    <a:pt x="460" y="582"/>
                    <a:pt x="460" y="582"/>
                    <a:pt x="460" y="582"/>
                  </a:cubicBezTo>
                  <a:cubicBezTo>
                    <a:pt x="462" y="581"/>
                    <a:pt x="463" y="579"/>
                    <a:pt x="463" y="578"/>
                  </a:cubicBezTo>
                  <a:cubicBezTo>
                    <a:pt x="463" y="576"/>
                    <a:pt x="463" y="574"/>
                    <a:pt x="462" y="573"/>
                  </a:cubicBezTo>
                  <a:cubicBezTo>
                    <a:pt x="462" y="573"/>
                    <a:pt x="462" y="573"/>
                    <a:pt x="462" y="573"/>
                  </a:cubicBezTo>
                  <a:cubicBezTo>
                    <a:pt x="465" y="571"/>
                    <a:pt x="469" y="568"/>
                    <a:pt x="473" y="566"/>
                  </a:cubicBezTo>
                  <a:cubicBezTo>
                    <a:pt x="475" y="568"/>
                    <a:pt x="475" y="568"/>
                    <a:pt x="475" y="568"/>
                  </a:cubicBezTo>
                  <a:cubicBezTo>
                    <a:pt x="477" y="569"/>
                    <a:pt x="480" y="569"/>
                    <a:pt x="482" y="568"/>
                  </a:cubicBezTo>
                  <a:cubicBezTo>
                    <a:pt x="500" y="554"/>
                    <a:pt x="500" y="554"/>
                    <a:pt x="500" y="554"/>
                  </a:cubicBezTo>
                  <a:cubicBezTo>
                    <a:pt x="502" y="553"/>
                    <a:pt x="502" y="551"/>
                    <a:pt x="502" y="550"/>
                  </a:cubicBezTo>
                  <a:cubicBezTo>
                    <a:pt x="502" y="548"/>
                    <a:pt x="502" y="546"/>
                    <a:pt x="500" y="545"/>
                  </a:cubicBezTo>
                  <a:cubicBezTo>
                    <a:pt x="500" y="545"/>
                    <a:pt x="500" y="545"/>
                    <a:pt x="500" y="545"/>
                  </a:cubicBezTo>
                  <a:cubicBezTo>
                    <a:pt x="503" y="542"/>
                    <a:pt x="507" y="540"/>
                    <a:pt x="510" y="537"/>
                  </a:cubicBezTo>
                  <a:cubicBezTo>
                    <a:pt x="513" y="538"/>
                    <a:pt x="513" y="538"/>
                    <a:pt x="513" y="538"/>
                  </a:cubicBezTo>
                  <a:cubicBezTo>
                    <a:pt x="515" y="539"/>
                    <a:pt x="518" y="539"/>
                    <a:pt x="519" y="537"/>
                  </a:cubicBezTo>
                  <a:cubicBezTo>
                    <a:pt x="535" y="521"/>
                    <a:pt x="535" y="521"/>
                    <a:pt x="535" y="521"/>
                  </a:cubicBezTo>
                  <a:cubicBezTo>
                    <a:pt x="537" y="519"/>
                    <a:pt x="537" y="518"/>
                    <a:pt x="537" y="516"/>
                  </a:cubicBezTo>
                  <a:cubicBezTo>
                    <a:pt x="537" y="514"/>
                    <a:pt x="536" y="513"/>
                    <a:pt x="534" y="512"/>
                  </a:cubicBezTo>
                  <a:cubicBezTo>
                    <a:pt x="534" y="512"/>
                    <a:pt x="534" y="512"/>
                    <a:pt x="534" y="512"/>
                  </a:cubicBezTo>
                  <a:cubicBezTo>
                    <a:pt x="537" y="509"/>
                    <a:pt x="540" y="505"/>
                    <a:pt x="542" y="502"/>
                  </a:cubicBezTo>
                  <a:cubicBezTo>
                    <a:pt x="546" y="503"/>
                    <a:pt x="546" y="503"/>
                    <a:pt x="546" y="503"/>
                  </a:cubicBezTo>
                  <a:cubicBezTo>
                    <a:pt x="548" y="504"/>
                    <a:pt x="550" y="503"/>
                    <a:pt x="552" y="501"/>
                  </a:cubicBezTo>
                  <a:cubicBezTo>
                    <a:pt x="565" y="482"/>
                    <a:pt x="565" y="482"/>
                    <a:pt x="565" y="482"/>
                  </a:cubicBezTo>
                  <a:cubicBezTo>
                    <a:pt x="566" y="481"/>
                    <a:pt x="566" y="479"/>
                    <a:pt x="566" y="477"/>
                  </a:cubicBezTo>
                  <a:cubicBezTo>
                    <a:pt x="565" y="475"/>
                    <a:pt x="564" y="474"/>
                    <a:pt x="562" y="474"/>
                  </a:cubicBezTo>
                  <a:cubicBezTo>
                    <a:pt x="565" y="470"/>
                    <a:pt x="567" y="466"/>
                    <a:pt x="569" y="462"/>
                  </a:cubicBezTo>
                  <a:cubicBezTo>
                    <a:pt x="572" y="463"/>
                    <a:pt x="572" y="463"/>
                    <a:pt x="572" y="463"/>
                  </a:cubicBezTo>
                  <a:cubicBezTo>
                    <a:pt x="575" y="463"/>
                    <a:pt x="577" y="462"/>
                    <a:pt x="578" y="460"/>
                  </a:cubicBezTo>
                  <a:cubicBezTo>
                    <a:pt x="588" y="439"/>
                    <a:pt x="588" y="439"/>
                    <a:pt x="588" y="439"/>
                  </a:cubicBezTo>
                  <a:cubicBezTo>
                    <a:pt x="589" y="438"/>
                    <a:pt x="589" y="436"/>
                    <a:pt x="588" y="434"/>
                  </a:cubicBezTo>
                  <a:cubicBezTo>
                    <a:pt x="588" y="433"/>
                    <a:pt x="586" y="432"/>
                    <a:pt x="584" y="431"/>
                  </a:cubicBezTo>
                  <a:cubicBezTo>
                    <a:pt x="586" y="427"/>
                    <a:pt x="588" y="423"/>
                    <a:pt x="589" y="419"/>
                  </a:cubicBezTo>
                  <a:cubicBezTo>
                    <a:pt x="592" y="419"/>
                    <a:pt x="592" y="419"/>
                    <a:pt x="592" y="419"/>
                  </a:cubicBezTo>
                  <a:cubicBezTo>
                    <a:pt x="592" y="419"/>
                    <a:pt x="592" y="419"/>
                    <a:pt x="593" y="419"/>
                  </a:cubicBezTo>
                  <a:cubicBezTo>
                    <a:pt x="595" y="419"/>
                    <a:pt x="597" y="417"/>
                    <a:pt x="598" y="415"/>
                  </a:cubicBezTo>
                  <a:cubicBezTo>
                    <a:pt x="605" y="393"/>
                    <a:pt x="605" y="393"/>
                    <a:pt x="605" y="393"/>
                  </a:cubicBezTo>
                  <a:cubicBezTo>
                    <a:pt x="605" y="391"/>
                    <a:pt x="605" y="390"/>
                    <a:pt x="604" y="388"/>
                  </a:cubicBezTo>
                  <a:cubicBezTo>
                    <a:pt x="603" y="387"/>
                    <a:pt x="601" y="386"/>
                    <a:pt x="600" y="386"/>
                  </a:cubicBezTo>
                  <a:close/>
                  <a:moveTo>
                    <a:pt x="307" y="477"/>
                  </a:moveTo>
                  <a:cubicBezTo>
                    <a:pt x="217" y="477"/>
                    <a:pt x="143" y="403"/>
                    <a:pt x="143" y="311"/>
                  </a:cubicBezTo>
                  <a:cubicBezTo>
                    <a:pt x="143" y="219"/>
                    <a:pt x="217" y="145"/>
                    <a:pt x="307" y="145"/>
                  </a:cubicBezTo>
                  <a:cubicBezTo>
                    <a:pt x="398" y="145"/>
                    <a:pt x="471" y="219"/>
                    <a:pt x="471" y="311"/>
                  </a:cubicBezTo>
                  <a:cubicBezTo>
                    <a:pt x="471" y="403"/>
                    <a:pt x="398" y="477"/>
                    <a:pt x="307" y="4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Oval 84"/>
            <p:cNvSpPr>
              <a:spLocks noChangeArrowheads="1"/>
            </p:cNvSpPr>
            <p:nvPr/>
          </p:nvSpPr>
          <p:spPr bwMode="auto">
            <a:xfrm>
              <a:off x="3125788" y="2020888"/>
              <a:ext cx="41275" cy="4286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Oval 85"/>
            <p:cNvSpPr>
              <a:spLocks noChangeArrowheads="1"/>
            </p:cNvSpPr>
            <p:nvPr/>
          </p:nvSpPr>
          <p:spPr bwMode="auto">
            <a:xfrm>
              <a:off x="3125788" y="2235200"/>
              <a:ext cx="41275" cy="4286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Oval 86"/>
            <p:cNvSpPr>
              <a:spLocks noChangeArrowheads="1"/>
            </p:cNvSpPr>
            <p:nvPr/>
          </p:nvSpPr>
          <p:spPr bwMode="auto">
            <a:xfrm>
              <a:off x="3232150" y="2128838"/>
              <a:ext cx="41275" cy="412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Oval 87"/>
            <p:cNvSpPr>
              <a:spLocks noChangeArrowheads="1"/>
            </p:cNvSpPr>
            <p:nvPr/>
          </p:nvSpPr>
          <p:spPr bwMode="auto">
            <a:xfrm>
              <a:off x="3021013" y="2128838"/>
              <a:ext cx="41275" cy="412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88"/>
            <p:cNvSpPr>
              <a:spLocks/>
            </p:cNvSpPr>
            <p:nvPr/>
          </p:nvSpPr>
          <p:spPr bwMode="auto">
            <a:xfrm>
              <a:off x="3198813" y="2051050"/>
              <a:ext cx="46037" cy="46037"/>
            </a:xfrm>
            <a:custGeom>
              <a:avLst/>
              <a:gdLst>
                <a:gd name="T0" fmla="*/ 40 w 49"/>
                <a:gd name="T1" fmla="*/ 41 h 50"/>
                <a:gd name="T2" fmla="*/ 40 w 49"/>
                <a:gd name="T3" fmla="*/ 9 h 50"/>
                <a:gd name="T4" fmla="*/ 9 w 49"/>
                <a:gd name="T5" fmla="*/ 9 h 50"/>
                <a:gd name="T6" fmla="*/ 9 w 49"/>
                <a:gd name="T7" fmla="*/ 41 h 50"/>
                <a:gd name="T8" fmla="*/ 40 w 49"/>
                <a:gd name="T9" fmla="*/ 41 h 50"/>
              </a:gdLst>
              <a:ahLst/>
              <a:cxnLst>
                <a:cxn ang="0">
                  <a:pos x="T0" y="T1"/>
                </a:cxn>
                <a:cxn ang="0">
                  <a:pos x="T2" y="T3"/>
                </a:cxn>
                <a:cxn ang="0">
                  <a:pos x="T4" y="T5"/>
                </a:cxn>
                <a:cxn ang="0">
                  <a:pos x="T6" y="T7"/>
                </a:cxn>
                <a:cxn ang="0">
                  <a:pos x="T8" y="T9"/>
                </a:cxn>
              </a:cxnLst>
              <a:rect l="0" t="0" r="r" b="b"/>
              <a:pathLst>
                <a:path w="49" h="50">
                  <a:moveTo>
                    <a:pt x="40" y="41"/>
                  </a:moveTo>
                  <a:cubicBezTo>
                    <a:pt x="49" y="32"/>
                    <a:pt x="49" y="18"/>
                    <a:pt x="40" y="9"/>
                  </a:cubicBezTo>
                  <a:cubicBezTo>
                    <a:pt x="32" y="0"/>
                    <a:pt x="17" y="0"/>
                    <a:pt x="9" y="9"/>
                  </a:cubicBezTo>
                  <a:cubicBezTo>
                    <a:pt x="0" y="18"/>
                    <a:pt x="0" y="32"/>
                    <a:pt x="9" y="41"/>
                  </a:cubicBezTo>
                  <a:cubicBezTo>
                    <a:pt x="17" y="50"/>
                    <a:pt x="32" y="50"/>
                    <a:pt x="40"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89"/>
            <p:cNvSpPr>
              <a:spLocks/>
            </p:cNvSpPr>
            <p:nvPr/>
          </p:nvSpPr>
          <p:spPr bwMode="auto">
            <a:xfrm>
              <a:off x="3049588" y="2201863"/>
              <a:ext cx="46037" cy="46037"/>
            </a:xfrm>
            <a:custGeom>
              <a:avLst/>
              <a:gdLst>
                <a:gd name="T0" fmla="*/ 8 w 49"/>
                <a:gd name="T1" fmla="*/ 9 h 50"/>
                <a:gd name="T2" fmla="*/ 8 w 49"/>
                <a:gd name="T3" fmla="*/ 41 h 50"/>
                <a:gd name="T4" fmla="*/ 40 w 49"/>
                <a:gd name="T5" fmla="*/ 41 h 50"/>
                <a:gd name="T6" fmla="*/ 40 w 49"/>
                <a:gd name="T7" fmla="*/ 9 h 50"/>
                <a:gd name="T8" fmla="*/ 8 w 49"/>
                <a:gd name="T9" fmla="*/ 9 h 50"/>
              </a:gdLst>
              <a:ahLst/>
              <a:cxnLst>
                <a:cxn ang="0">
                  <a:pos x="T0" y="T1"/>
                </a:cxn>
                <a:cxn ang="0">
                  <a:pos x="T2" y="T3"/>
                </a:cxn>
                <a:cxn ang="0">
                  <a:pos x="T4" y="T5"/>
                </a:cxn>
                <a:cxn ang="0">
                  <a:pos x="T6" y="T7"/>
                </a:cxn>
                <a:cxn ang="0">
                  <a:pos x="T8" y="T9"/>
                </a:cxn>
              </a:cxnLst>
              <a:rect l="0" t="0" r="r" b="b"/>
              <a:pathLst>
                <a:path w="49" h="50">
                  <a:moveTo>
                    <a:pt x="8" y="9"/>
                  </a:moveTo>
                  <a:cubicBezTo>
                    <a:pt x="0" y="18"/>
                    <a:pt x="0" y="32"/>
                    <a:pt x="8" y="41"/>
                  </a:cubicBezTo>
                  <a:cubicBezTo>
                    <a:pt x="17" y="50"/>
                    <a:pt x="31" y="50"/>
                    <a:pt x="40" y="41"/>
                  </a:cubicBezTo>
                  <a:cubicBezTo>
                    <a:pt x="49" y="32"/>
                    <a:pt x="49" y="18"/>
                    <a:pt x="40" y="9"/>
                  </a:cubicBezTo>
                  <a:cubicBezTo>
                    <a:pt x="31" y="0"/>
                    <a:pt x="17" y="0"/>
                    <a:pt x="8"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90"/>
            <p:cNvSpPr>
              <a:spLocks/>
            </p:cNvSpPr>
            <p:nvPr/>
          </p:nvSpPr>
          <p:spPr bwMode="auto">
            <a:xfrm>
              <a:off x="3198813" y="2201863"/>
              <a:ext cx="46037" cy="46037"/>
            </a:xfrm>
            <a:custGeom>
              <a:avLst/>
              <a:gdLst>
                <a:gd name="T0" fmla="*/ 9 w 49"/>
                <a:gd name="T1" fmla="*/ 9 h 50"/>
                <a:gd name="T2" fmla="*/ 9 w 49"/>
                <a:gd name="T3" fmla="*/ 41 h 50"/>
                <a:gd name="T4" fmla="*/ 40 w 49"/>
                <a:gd name="T5" fmla="*/ 41 h 50"/>
                <a:gd name="T6" fmla="*/ 40 w 49"/>
                <a:gd name="T7" fmla="*/ 9 h 50"/>
                <a:gd name="T8" fmla="*/ 9 w 49"/>
                <a:gd name="T9" fmla="*/ 9 h 50"/>
              </a:gdLst>
              <a:ahLst/>
              <a:cxnLst>
                <a:cxn ang="0">
                  <a:pos x="T0" y="T1"/>
                </a:cxn>
                <a:cxn ang="0">
                  <a:pos x="T2" y="T3"/>
                </a:cxn>
                <a:cxn ang="0">
                  <a:pos x="T4" y="T5"/>
                </a:cxn>
                <a:cxn ang="0">
                  <a:pos x="T6" y="T7"/>
                </a:cxn>
                <a:cxn ang="0">
                  <a:pos x="T8" y="T9"/>
                </a:cxn>
              </a:cxnLst>
              <a:rect l="0" t="0" r="r" b="b"/>
              <a:pathLst>
                <a:path w="49" h="50">
                  <a:moveTo>
                    <a:pt x="9" y="9"/>
                  </a:moveTo>
                  <a:cubicBezTo>
                    <a:pt x="0" y="18"/>
                    <a:pt x="0" y="32"/>
                    <a:pt x="9" y="41"/>
                  </a:cubicBezTo>
                  <a:cubicBezTo>
                    <a:pt x="17" y="50"/>
                    <a:pt x="32" y="50"/>
                    <a:pt x="40" y="41"/>
                  </a:cubicBezTo>
                  <a:cubicBezTo>
                    <a:pt x="49" y="32"/>
                    <a:pt x="49" y="18"/>
                    <a:pt x="40" y="9"/>
                  </a:cubicBezTo>
                  <a:cubicBezTo>
                    <a:pt x="32" y="0"/>
                    <a:pt x="17" y="0"/>
                    <a:pt x="9"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91"/>
            <p:cNvSpPr>
              <a:spLocks/>
            </p:cNvSpPr>
            <p:nvPr/>
          </p:nvSpPr>
          <p:spPr bwMode="auto">
            <a:xfrm>
              <a:off x="3049588" y="2051050"/>
              <a:ext cx="46037" cy="46037"/>
            </a:xfrm>
            <a:custGeom>
              <a:avLst/>
              <a:gdLst>
                <a:gd name="T0" fmla="*/ 40 w 49"/>
                <a:gd name="T1" fmla="*/ 41 h 50"/>
                <a:gd name="T2" fmla="*/ 40 w 49"/>
                <a:gd name="T3" fmla="*/ 9 h 50"/>
                <a:gd name="T4" fmla="*/ 8 w 49"/>
                <a:gd name="T5" fmla="*/ 9 h 50"/>
                <a:gd name="T6" fmla="*/ 8 w 49"/>
                <a:gd name="T7" fmla="*/ 41 h 50"/>
                <a:gd name="T8" fmla="*/ 40 w 49"/>
                <a:gd name="T9" fmla="*/ 41 h 50"/>
              </a:gdLst>
              <a:ahLst/>
              <a:cxnLst>
                <a:cxn ang="0">
                  <a:pos x="T0" y="T1"/>
                </a:cxn>
                <a:cxn ang="0">
                  <a:pos x="T2" y="T3"/>
                </a:cxn>
                <a:cxn ang="0">
                  <a:pos x="T4" y="T5"/>
                </a:cxn>
                <a:cxn ang="0">
                  <a:pos x="T6" y="T7"/>
                </a:cxn>
                <a:cxn ang="0">
                  <a:pos x="T8" y="T9"/>
                </a:cxn>
              </a:cxnLst>
              <a:rect l="0" t="0" r="r" b="b"/>
              <a:pathLst>
                <a:path w="49" h="50">
                  <a:moveTo>
                    <a:pt x="40" y="41"/>
                  </a:moveTo>
                  <a:cubicBezTo>
                    <a:pt x="49" y="32"/>
                    <a:pt x="49" y="18"/>
                    <a:pt x="40" y="9"/>
                  </a:cubicBezTo>
                  <a:cubicBezTo>
                    <a:pt x="31" y="0"/>
                    <a:pt x="17" y="0"/>
                    <a:pt x="8" y="9"/>
                  </a:cubicBezTo>
                  <a:cubicBezTo>
                    <a:pt x="0" y="18"/>
                    <a:pt x="0" y="32"/>
                    <a:pt x="8" y="41"/>
                  </a:cubicBezTo>
                  <a:cubicBezTo>
                    <a:pt x="17" y="50"/>
                    <a:pt x="31" y="50"/>
                    <a:pt x="40"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92"/>
            <p:cNvSpPr>
              <a:spLocks/>
            </p:cNvSpPr>
            <p:nvPr/>
          </p:nvSpPr>
          <p:spPr bwMode="auto">
            <a:xfrm>
              <a:off x="5641975" y="1854200"/>
              <a:ext cx="31750" cy="41275"/>
            </a:xfrm>
            <a:custGeom>
              <a:avLst/>
              <a:gdLst>
                <a:gd name="T0" fmla="*/ 34 w 34"/>
                <a:gd name="T1" fmla="*/ 5 h 45"/>
                <a:gd name="T2" fmla="*/ 0 w 34"/>
                <a:gd name="T3" fmla="*/ 0 h 45"/>
                <a:gd name="T4" fmla="*/ 34 w 34"/>
                <a:gd name="T5" fmla="*/ 45 h 45"/>
                <a:gd name="T6" fmla="*/ 34 w 34"/>
                <a:gd name="T7" fmla="*/ 5 h 45"/>
              </a:gdLst>
              <a:ahLst/>
              <a:cxnLst>
                <a:cxn ang="0">
                  <a:pos x="T0" y="T1"/>
                </a:cxn>
                <a:cxn ang="0">
                  <a:pos x="T2" y="T3"/>
                </a:cxn>
                <a:cxn ang="0">
                  <a:pos x="T4" y="T5"/>
                </a:cxn>
                <a:cxn ang="0">
                  <a:pos x="T6" y="T7"/>
                </a:cxn>
              </a:cxnLst>
              <a:rect l="0" t="0" r="r" b="b"/>
              <a:pathLst>
                <a:path w="34" h="45">
                  <a:moveTo>
                    <a:pt x="34" y="5"/>
                  </a:moveTo>
                  <a:cubicBezTo>
                    <a:pt x="23" y="4"/>
                    <a:pt x="11" y="2"/>
                    <a:pt x="0" y="0"/>
                  </a:cubicBezTo>
                  <a:cubicBezTo>
                    <a:pt x="12" y="14"/>
                    <a:pt x="23" y="29"/>
                    <a:pt x="34" y="45"/>
                  </a:cubicBezTo>
                  <a:lnTo>
                    <a:pt x="3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93"/>
            <p:cNvSpPr>
              <a:spLocks/>
            </p:cNvSpPr>
            <p:nvPr/>
          </p:nvSpPr>
          <p:spPr bwMode="auto">
            <a:xfrm>
              <a:off x="2074863" y="1930400"/>
              <a:ext cx="677862" cy="204787"/>
            </a:xfrm>
            <a:custGeom>
              <a:avLst/>
              <a:gdLst>
                <a:gd name="T0" fmla="*/ 737 w 737"/>
                <a:gd name="T1" fmla="*/ 0 h 223"/>
                <a:gd name="T2" fmla="*/ 110 w 737"/>
                <a:gd name="T3" fmla="*/ 0 h 223"/>
                <a:gd name="T4" fmla="*/ 0 w 737"/>
                <a:gd name="T5" fmla="*/ 111 h 223"/>
                <a:gd name="T6" fmla="*/ 110 w 737"/>
                <a:gd name="T7" fmla="*/ 223 h 223"/>
                <a:gd name="T8" fmla="*/ 677 w 737"/>
                <a:gd name="T9" fmla="*/ 223 h 223"/>
                <a:gd name="T10" fmla="*/ 737 w 737"/>
                <a:gd name="T11" fmla="*/ 0 h 223"/>
              </a:gdLst>
              <a:ahLst/>
              <a:cxnLst>
                <a:cxn ang="0">
                  <a:pos x="T0" y="T1"/>
                </a:cxn>
                <a:cxn ang="0">
                  <a:pos x="T2" y="T3"/>
                </a:cxn>
                <a:cxn ang="0">
                  <a:pos x="T4" y="T5"/>
                </a:cxn>
                <a:cxn ang="0">
                  <a:pos x="T6" y="T7"/>
                </a:cxn>
                <a:cxn ang="0">
                  <a:pos x="T8" y="T9"/>
                </a:cxn>
                <a:cxn ang="0">
                  <a:pos x="T10" y="T11"/>
                </a:cxn>
              </a:cxnLst>
              <a:rect l="0" t="0" r="r" b="b"/>
              <a:pathLst>
                <a:path w="737" h="223">
                  <a:moveTo>
                    <a:pt x="737" y="0"/>
                  </a:moveTo>
                  <a:cubicBezTo>
                    <a:pt x="110" y="0"/>
                    <a:pt x="110" y="0"/>
                    <a:pt x="110" y="0"/>
                  </a:cubicBezTo>
                  <a:cubicBezTo>
                    <a:pt x="49" y="0"/>
                    <a:pt x="0" y="50"/>
                    <a:pt x="0" y="111"/>
                  </a:cubicBezTo>
                  <a:cubicBezTo>
                    <a:pt x="0" y="173"/>
                    <a:pt x="49" y="223"/>
                    <a:pt x="110" y="223"/>
                  </a:cubicBezTo>
                  <a:cubicBezTo>
                    <a:pt x="677" y="223"/>
                    <a:pt x="677" y="223"/>
                    <a:pt x="677" y="223"/>
                  </a:cubicBezTo>
                  <a:cubicBezTo>
                    <a:pt x="680" y="142"/>
                    <a:pt x="701" y="67"/>
                    <a:pt x="73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94"/>
            <p:cNvSpPr>
              <a:spLocks/>
            </p:cNvSpPr>
            <p:nvPr/>
          </p:nvSpPr>
          <p:spPr bwMode="auto">
            <a:xfrm>
              <a:off x="3579813" y="2030413"/>
              <a:ext cx="1335087" cy="104775"/>
            </a:xfrm>
            <a:custGeom>
              <a:avLst/>
              <a:gdLst>
                <a:gd name="T0" fmla="*/ 0 w 1452"/>
                <a:gd name="T1" fmla="*/ 0 h 114"/>
                <a:gd name="T2" fmla="*/ 0 w 1452"/>
                <a:gd name="T3" fmla="*/ 114 h 114"/>
                <a:gd name="T4" fmla="*/ 1452 w 1452"/>
                <a:gd name="T5" fmla="*/ 114 h 114"/>
                <a:gd name="T6" fmla="*/ 1452 w 1452"/>
                <a:gd name="T7" fmla="*/ 23 h 114"/>
                <a:gd name="T8" fmla="*/ 1428 w 1452"/>
                <a:gd name="T9" fmla="*/ 38 h 114"/>
                <a:gd name="T10" fmla="*/ 904 w 1452"/>
                <a:gd name="T11" fmla="*/ 38 h 114"/>
                <a:gd name="T12" fmla="*/ 875 w 1452"/>
                <a:gd name="T13" fmla="*/ 9 h 114"/>
                <a:gd name="T14" fmla="*/ 875 w 1452"/>
                <a:gd name="T15" fmla="*/ 0 h 114"/>
                <a:gd name="T16" fmla="*/ 0 w 1452"/>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52" h="114">
                  <a:moveTo>
                    <a:pt x="0" y="0"/>
                  </a:moveTo>
                  <a:cubicBezTo>
                    <a:pt x="0" y="114"/>
                    <a:pt x="0" y="114"/>
                    <a:pt x="0" y="114"/>
                  </a:cubicBezTo>
                  <a:cubicBezTo>
                    <a:pt x="1452" y="114"/>
                    <a:pt x="1452" y="114"/>
                    <a:pt x="1452" y="114"/>
                  </a:cubicBezTo>
                  <a:cubicBezTo>
                    <a:pt x="1452" y="23"/>
                    <a:pt x="1452" y="23"/>
                    <a:pt x="1452" y="23"/>
                  </a:cubicBezTo>
                  <a:cubicBezTo>
                    <a:pt x="1447" y="32"/>
                    <a:pt x="1438" y="38"/>
                    <a:pt x="1428" y="38"/>
                  </a:cubicBezTo>
                  <a:cubicBezTo>
                    <a:pt x="904" y="38"/>
                    <a:pt x="904" y="38"/>
                    <a:pt x="904" y="38"/>
                  </a:cubicBezTo>
                  <a:cubicBezTo>
                    <a:pt x="888" y="38"/>
                    <a:pt x="875" y="25"/>
                    <a:pt x="875" y="9"/>
                  </a:cubicBezTo>
                  <a:cubicBezTo>
                    <a:pt x="875" y="0"/>
                    <a:pt x="875" y="0"/>
                    <a:pt x="875"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95"/>
            <p:cNvSpPr>
              <a:spLocks/>
            </p:cNvSpPr>
            <p:nvPr/>
          </p:nvSpPr>
          <p:spPr bwMode="auto">
            <a:xfrm>
              <a:off x="5730875" y="1616075"/>
              <a:ext cx="23812" cy="212725"/>
            </a:xfrm>
            <a:custGeom>
              <a:avLst/>
              <a:gdLst>
                <a:gd name="T0" fmla="*/ 0 w 27"/>
                <a:gd name="T1" fmla="*/ 0 h 231"/>
                <a:gd name="T2" fmla="*/ 0 w 27"/>
                <a:gd name="T3" fmla="*/ 231 h 231"/>
                <a:gd name="T4" fmla="*/ 27 w 27"/>
                <a:gd name="T5" fmla="*/ 116 h 231"/>
                <a:gd name="T6" fmla="*/ 0 w 27"/>
                <a:gd name="T7" fmla="*/ 0 h 231"/>
              </a:gdLst>
              <a:ahLst/>
              <a:cxnLst>
                <a:cxn ang="0">
                  <a:pos x="T0" y="T1"/>
                </a:cxn>
                <a:cxn ang="0">
                  <a:pos x="T2" y="T3"/>
                </a:cxn>
                <a:cxn ang="0">
                  <a:pos x="T4" y="T5"/>
                </a:cxn>
                <a:cxn ang="0">
                  <a:pos x="T6" y="T7"/>
                </a:cxn>
              </a:cxnLst>
              <a:rect l="0" t="0" r="r" b="b"/>
              <a:pathLst>
                <a:path w="27" h="231">
                  <a:moveTo>
                    <a:pt x="0" y="0"/>
                  </a:moveTo>
                  <a:cubicBezTo>
                    <a:pt x="0" y="231"/>
                    <a:pt x="0" y="231"/>
                    <a:pt x="0" y="231"/>
                  </a:cubicBezTo>
                  <a:cubicBezTo>
                    <a:pt x="16" y="211"/>
                    <a:pt x="27" y="168"/>
                    <a:pt x="27" y="116"/>
                  </a:cubicBezTo>
                  <a:cubicBezTo>
                    <a:pt x="27" y="63"/>
                    <a:pt x="16" y="2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96"/>
            <p:cNvSpPr>
              <a:spLocks/>
            </p:cNvSpPr>
            <p:nvPr/>
          </p:nvSpPr>
          <p:spPr bwMode="auto">
            <a:xfrm>
              <a:off x="5407025" y="1603375"/>
              <a:ext cx="298450" cy="238125"/>
            </a:xfrm>
            <a:custGeom>
              <a:avLst/>
              <a:gdLst>
                <a:gd name="T0" fmla="*/ 324 w 324"/>
                <a:gd name="T1" fmla="*/ 0 h 259"/>
                <a:gd name="T2" fmla="*/ 0 w 324"/>
                <a:gd name="T3" fmla="*/ 110 h 259"/>
                <a:gd name="T4" fmla="*/ 4 w 324"/>
                <a:gd name="T5" fmla="*/ 124 h 259"/>
                <a:gd name="T6" fmla="*/ 7 w 324"/>
                <a:gd name="T7" fmla="*/ 125 h 259"/>
                <a:gd name="T8" fmla="*/ 224 w 324"/>
                <a:gd name="T9" fmla="*/ 241 h 259"/>
                <a:gd name="T10" fmla="*/ 324 w 324"/>
                <a:gd name="T11" fmla="*/ 259 h 259"/>
                <a:gd name="T12" fmla="*/ 324 w 324"/>
                <a:gd name="T13" fmla="*/ 0 h 259"/>
              </a:gdLst>
              <a:ahLst/>
              <a:cxnLst>
                <a:cxn ang="0">
                  <a:pos x="T0" y="T1"/>
                </a:cxn>
                <a:cxn ang="0">
                  <a:pos x="T2" y="T3"/>
                </a:cxn>
                <a:cxn ang="0">
                  <a:pos x="T4" y="T5"/>
                </a:cxn>
                <a:cxn ang="0">
                  <a:pos x="T6" y="T7"/>
                </a:cxn>
                <a:cxn ang="0">
                  <a:pos x="T8" y="T9"/>
                </a:cxn>
                <a:cxn ang="0">
                  <a:pos x="T10" y="T11"/>
                </a:cxn>
                <a:cxn ang="0">
                  <a:pos x="T12" y="T13"/>
                </a:cxn>
              </a:cxnLst>
              <a:rect l="0" t="0" r="r" b="b"/>
              <a:pathLst>
                <a:path w="324" h="259">
                  <a:moveTo>
                    <a:pt x="324" y="0"/>
                  </a:moveTo>
                  <a:cubicBezTo>
                    <a:pt x="227" y="1"/>
                    <a:pt x="0" y="45"/>
                    <a:pt x="0" y="110"/>
                  </a:cubicBezTo>
                  <a:cubicBezTo>
                    <a:pt x="0" y="115"/>
                    <a:pt x="2" y="119"/>
                    <a:pt x="4" y="124"/>
                  </a:cubicBezTo>
                  <a:cubicBezTo>
                    <a:pt x="5" y="125"/>
                    <a:pt x="6" y="125"/>
                    <a:pt x="7" y="125"/>
                  </a:cubicBezTo>
                  <a:cubicBezTo>
                    <a:pt x="89" y="143"/>
                    <a:pt x="163" y="183"/>
                    <a:pt x="224" y="241"/>
                  </a:cubicBezTo>
                  <a:cubicBezTo>
                    <a:pt x="240" y="252"/>
                    <a:pt x="277" y="259"/>
                    <a:pt x="324" y="259"/>
                  </a:cubicBezTo>
                  <a:lnTo>
                    <a:pt x="3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97"/>
            <p:cNvSpPr>
              <a:spLocks/>
            </p:cNvSpPr>
            <p:nvPr/>
          </p:nvSpPr>
          <p:spPr bwMode="auto">
            <a:xfrm>
              <a:off x="2400300" y="1712913"/>
              <a:ext cx="3422650" cy="598487"/>
            </a:xfrm>
            <a:custGeom>
              <a:avLst/>
              <a:gdLst>
                <a:gd name="T0" fmla="*/ 3599 w 3719"/>
                <a:gd name="T1" fmla="*/ 226 h 649"/>
                <a:gd name="T2" fmla="*/ 3557 w 3719"/>
                <a:gd name="T3" fmla="*/ 226 h 649"/>
                <a:gd name="T4" fmla="*/ 3557 w 3719"/>
                <a:gd name="T5" fmla="*/ 225 h 649"/>
                <a:gd name="T6" fmla="*/ 3549 w 3719"/>
                <a:gd name="T7" fmla="*/ 221 h 649"/>
                <a:gd name="T8" fmla="*/ 3480 w 3719"/>
                <a:gd name="T9" fmla="*/ 136 h 649"/>
                <a:gd name="T10" fmla="*/ 3479 w 3719"/>
                <a:gd name="T11" fmla="*/ 136 h 649"/>
                <a:gd name="T12" fmla="*/ 3475 w 3719"/>
                <a:gd name="T13" fmla="*/ 132 h 649"/>
                <a:gd name="T14" fmla="*/ 3269 w 3719"/>
                <a:gd name="T15" fmla="*/ 24 h 649"/>
                <a:gd name="T16" fmla="*/ 3177 w 3719"/>
                <a:gd name="T17" fmla="*/ 15 h 649"/>
                <a:gd name="T18" fmla="*/ 2756 w 3719"/>
                <a:gd name="T19" fmla="*/ 332 h 649"/>
                <a:gd name="T20" fmla="*/ 2753 w 3719"/>
                <a:gd name="T21" fmla="*/ 348 h 649"/>
                <a:gd name="T22" fmla="*/ 2753 w 3719"/>
                <a:gd name="T23" fmla="*/ 479 h 649"/>
                <a:gd name="T24" fmla="*/ 1262 w 3719"/>
                <a:gd name="T25" fmla="*/ 479 h 649"/>
                <a:gd name="T26" fmla="*/ 1262 w 3719"/>
                <a:gd name="T27" fmla="*/ 337 h 649"/>
                <a:gd name="T28" fmla="*/ 1259 w 3719"/>
                <a:gd name="T29" fmla="*/ 333 h 649"/>
                <a:gd name="T30" fmla="*/ 811 w 3719"/>
                <a:gd name="T31" fmla="*/ 0 h 649"/>
                <a:gd name="T32" fmla="*/ 343 w 3719"/>
                <a:gd name="T33" fmla="*/ 474 h 649"/>
                <a:gd name="T34" fmla="*/ 333 w 3719"/>
                <a:gd name="T35" fmla="*/ 484 h 649"/>
                <a:gd name="T36" fmla="*/ 173 w 3719"/>
                <a:gd name="T37" fmla="*/ 484 h 649"/>
                <a:gd name="T38" fmla="*/ 173 w 3719"/>
                <a:gd name="T39" fmla="*/ 511 h 649"/>
                <a:gd name="T40" fmla="*/ 0 w 3719"/>
                <a:gd name="T41" fmla="*/ 511 h 649"/>
                <a:gd name="T42" fmla="*/ 0 w 3719"/>
                <a:gd name="T43" fmla="*/ 560 h 649"/>
                <a:gd name="T44" fmla="*/ 169 w 3719"/>
                <a:gd name="T45" fmla="*/ 560 h 649"/>
                <a:gd name="T46" fmla="*/ 169 w 3719"/>
                <a:gd name="T47" fmla="*/ 613 h 649"/>
                <a:gd name="T48" fmla="*/ 400 w 3719"/>
                <a:gd name="T49" fmla="*/ 613 h 649"/>
                <a:gd name="T50" fmla="*/ 442 w 3719"/>
                <a:gd name="T51" fmla="*/ 649 h 649"/>
                <a:gd name="T52" fmla="*/ 513 w 3719"/>
                <a:gd name="T53" fmla="*/ 649 h 649"/>
                <a:gd name="T54" fmla="*/ 467 w 3719"/>
                <a:gd name="T55" fmla="*/ 474 h 649"/>
                <a:gd name="T56" fmla="*/ 811 w 3719"/>
                <a:gd name="T57" fmla="*/ 125 h 649"/>
                <a:gd name="T58" fmla="*/ 1156 w 3719"/>
                <a:gd name="T59" fmla="*/ 474 h 649"/>
                <a:gd name="T60" fmla="*/ 1109 w 3719"/>
                <a:gd name="T61" fmla="*/ 649 h 649"/>
                <a:gd name="T62" fmla="*/ 2737 w 3719"/>
                <a:gd name="T63" fmla="*/ 649 h 649"/>
                <a:gd name="T64" fmla="*/ 2836 w 3719"/>
                <a:gd name="T65" fmla="*/ 520 h 649"/>
                <a:gd name="T66" fmla="*/ 2833 w 3719"/>
                <a:gd name="T67" fmla="*/ 474 h 649"/>
                <a:gd name="T68" fmla="*/ 3177 w 3719"/>
                <a:gd name="T69" fmla="*/ 125 h 649"/>
                <a:gd name="T70" fmla="*/ 3522 w 3719"/>
                <a:gd name="T71" fmla="*/ 469 h 649"/>
                <a:gd name="T72" fmla="*/ 3599 w 3719"/>
                <a:gd name="T73" fmla="*/ 469 h 649"/>
                <a:gd name="T74" fmla="*/ 3719 w 3719"/>
                <a:gd name="T75" fmla="*/ 347 h 649"/>
                <a:gd name="T76" fmla="*/ 3599 w 3719"/>
                <a:gd name="T77" fmla="*/ 226 h 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19" h="649">
                  <a:moveTo>
                    <a:pt x="3599" y="226"/>
                  </a:moveTo>
                  <a:cubicBezTo>
                    <a:pt x="3557" y="226"/>
                    <a:pt x="3557" y="226"/>
                    <a:pt x="3557" y="226"/>
                  </a:cubicBezTo>
                  <a:cubicBezTo>
                    <a:pt x="3557" y="225"/>
                    <a:pt x="3557" y="225"/>
                    <a:pt x="3557" y="225"/>
                  </a:cubicBezTo>
                  <a:cubicBezTo>
                    <a:pt x="3554" y="225"/>
                    <a:pt x="3551" y="224"/>
                    <a:pt x="3549" y="221"/>
                  </a:cubicBezTo>
                  <a:cubicBezTo>
                    <a:pt x="3529" y="189"/>
                    <a:pt x="3506" y="161"/>
                    <a:pt x="3480" y="136"/>
                  </a:cubicBezTo>
                  <a:cubicBezTo>
                    <a:pt x="3480" y="136"/>
                    <a:pt x="3479" y="136"/>
                    <a:pt x="3479" y="136"/>
                  </a:cubicBezTo>
                  <a:cubicBezTo>
                    <a:pt x="3475" y="132"/>
                    <a:pt x="3475" y="132"/>
                    <a:pt x="3475" y="132"/>
                  </a:cubicBezTo>
                  <a:cubicBezTo>
                    <a:pt x="3408" y="80"/>
                    <a:pt x="3371" y="51"/>
                    <a:pt x="3269" y="24"/>
                  </a:cubicBezTo>
                  <a:cubicBezTo>
                    <a:pt x="3240" y="18"/>
                    <a:pt x="3209" y="15"/>
                    <a:pt x="3177" y="15"/>
                  </a:cubicBezTo>
                  <a:cubicBezTo>
                    <a:pt x="2985" y="15"/>
                    <a:pt x="2811" y="145"/>
                    <a:pt x="2756" y="332"/>
                  </a:cubicBezTo>
                  <a:cubicBezTo>
                    <a:pt x="2756" y="334"/>
                    <a:pt x="2753" y="348"/>
                    <a:pt x="2753" y="348"/>
                  </a:cubicBezTo>
                  <a:cubicBezTo>
                    <a:pt x="2753" y="479"/>
                    <a:pt x="2753" y="479"/>
                    <a:pt x="2753" y="479"/>
                  </a:cubicBezTo>
                  <a:cubicBezTo>
                    <a:pt x="1262" y="479"/>
                    <a:pt x="1262" y="479"/>
                    <a:pt x="1262" y="479"/>
                  </a:cubicBezTo>
                  <a:cubicBezTo>
                    <a:pt x="1262" y="337"/>
                    <a:pt x="1262" y="337"/>
                    <a:pt x="1262" y="337"/>
                  </a:cubicBezTo>
                  <a:cubicBezTo>
                    <a:pt x="1261" y="336"/>
                    <a:pt x="1260" y="335"/>
                    <a:pt x="1259" y="333"/>
                  </a:cubicBezTo>
                  <a:cubicBezTo>
                    <a:pt x="1198" y="134"/>
                    <a:pt x="1018" y="0"/>
                    <a:pt x="811" y="0"/>
                  </a:cubicBezTo>
                  <a:cubicBezTo>
                    <a:pt x="553" y="0"/>
                    <a:pt x="343" y="213"/>
                    <a:pt x="343" y="474"/>
                  </a:cubicBezTo>
                  <a:cubicBezTo>
                    <a:pt x="343" y="479"/>
                    <a:pt x="338" y="484"/>
                    <a:pt x="333" y="484"/>
                  </a:cubicBezTo>
                  <a:cubicBezTo>
                    <a:pt x="173" y="484"/>
                    <a:pt x="173" y="484"/>
                    <a:pt x="173" y="484"/>
                  </a:cubicBezTo>
                  <a:cubicBezTo>
                    <a:pt x="173" y="511"/>
                    <a:pt x="173" y="511"/>
                    <a:pt x="173" y="511"/>
                  </a:cubicBezTo>
                  <a:cubicBezTo>
                    <a:pt x="0" y="511"/>
                    <a:pt x="0" y="511"/>
                    <a:pt x="0" y="511"/>
                  </a:cubicBezTo>
                  <a:cubicBezTo>
                    <a:pt x="0" y="560"/>
                    <a:pt x="0" y="560"/>
                    <a:pt x="0" y="560"/>
                  </a:cubicBezTo>
                  <a:cubicBezTo>
                    <a:pt x="169" y="560"/>
                    <a:pt x="169" y="560"/>
                    <a:pt x="169" y="560"/>
                  </a:cubicBezTo>
                  <a:cubicBezTo>
                    <a:pt x="169" y="613"/>
                    <a:pt x="169" y="613"/>
                    <a:pt x="169" y="613"/>
                  </a:cubicBezTo>
                  <a:cubicBezTo>
                    <a:pt x="400" y="613"/>
                    <a:pt x="400" y="613"/>
                    <a:pt x="400" y="613"/>
                  </a:cubicBezTo>
                  <a:cubicBezTo>
                    <a:pt x="442" y="649"/>
                    <a:pt x="442" y="649"/>
                    <a:pt x="442" y="649"/>
                  </a:cubicBezTo>
                  <a:cubicBezTo>
                    <a:pt x="513" y="649"/>
                    <a:pt x="513" y="649"/>
                    <a:pt x="513" y="649"/>
                  </a:cubicBezTo>
                  <a:cubicBezTo>
                    <a:pt x="484" y="598"/>
                    <a:pt x="467" y="538"/>
                    <a:pt x="467" y="474"/>
                  </a:cubicBezTo>
                  <a:cubicBezTo>
                    <a:pt x="467" y="281"/>
                    <a:pt x="621" y="125"/>
                    <a:pt x="811" y="125"/>
                  </a:cubicBezTo>
                  <a:cubicBezTo>
                    <a:pt x="1002" y="125"/>
                    <a:pt x="1156" y="281"/>
                    <a:pt x="1156" y="474"/>
                  </a:cubicBezTo>
                  <a:cubicBezTo>
                    <a:pt x="1156" y="538"/>
                    <a:pt x="1139" y="598"/>
                    <a:pt x="1109" y="649"/>
                  </a:cubicBezTo>
                  <a:cubicBezTo>
                    <a:pt x="2737" y="649"/>
                    <a:pt x="2737" y="649"/>
                    <a:pt x="2737" y="649"/>
                  </a:cubicBezTo>
                  <a:cubicBezTo>
                    <a:pt x="2836" y="520"/>
                    <a:pt x="2836" y="520"/>
                    <a:pt x="2836" y="520"/>
                  </a:cubicBezTo>
                  <a:cubicBezTo>
                    <a:pt x="2834" y="505"/>
                    <a:pt x="2833" y="490"/>
                    <a:pt x="2833" y="474"/>
                  </a:cubicBezTo>
                  <a:cubicBezTo>
                    <a:pt x="2833" y="281"/>
                    <a:pt x="2987" y="125"/>
                    <a:pt x="3177" y="125"/>
                  </a:cubicBezTo>
                  <a:cubicBezTo>
                    <a:pt x="3366" y="125"/>
                    <a:pt x="3519" y="278"/>
                    <a:pt x="3522" y="469"/>
                  </a:cubicBezTo>
                  <a:cubicBezTo>
                    <a:pt x="3599" y="469"/>
                    <a:pt x="3599" y="469"/>
                    <a:pt x="3599" y="469"/>
                  </a:cubicBezTo>
                  <a:cubicBezTo>
                    <a:pt x="3665" y="469"/>
                    <a:pt x="3719" y="414"/>
                    <a:pt x="3719" y="347"/>
                  </a:cubicBezTo>
                  <a:cubicBezTo>
                    <a:pt x="3719" y="281"/>
                    <a:pt x="3665" y="226"/>
                    <a:pt x="3599" y="2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98"/>
            <p:cNvSpPr>
              <a:spLocks/>
            </p:cNvSpPr>
            <p:nvPr/>
          </p:nvSpPr>
          <p:spPr bwMode="auto">
            <a:xfrm>
              <a:off x="3973513" y="1430338"/>
              <a:ext cx="41275" cy="38100"/>
            </a:xfrm>
            <a:custGeom>
              <a:avLst/>
              <a:gdLst>
                <a:gd name="T0" fmla="*/ 15 w 44"/>
                <a:gd name="T1" fmla="*/ 41 h 41"/>
                <a:gd name="T2" fmla="*/ 44 w 44"/>
                <a:gd name="T3" fmla="*/ 41 h 41"/>
                <a:gd name="T4" fmla="*/ 43 w 44"/>
                <a:gd name="T5" fmla="*/ 33 h 41"/>
                <a:gd name="T6" fmla="*/ 2 w 44"/>
                <a:gd name="T7" fmla="*/ 3 h 41"/>
                <a:gd name="T8" fmla="*/ 0 w 44"/>
                <a:gd name="T9" fmla="*/ 4 h 41"/>
                <a:gd name="T10" fmla="*/ 0 w 44"/>
                <a:gd name="T11" fmla="*/ 25 h 41"/>
                <a:gd name="T12" fmla="*/ 15 w 44"/>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44" h="41">
                  <a:moveTo>
                    <a:pt x="15" y="41"/>
                  </a:moveTo>
                  <a:cubicBezTo>
                    <a:pt x="44" y="41"/>
                    <a:pt x="44" y="41"/>
                    <a:pt x="44" y="41"/>
                  </a:cubicBezTo>
                  <a:cubicBezTo>
                    <a:pt x="43" y="33"/>
                    <a:pt x="43" y="33"/>
                    <a:pt x="43" y="33"/>
                  </a:cubicBezTo>
                  <a:cubicBezTo>
                    <a:pt x="40" y="13"/>
                    <a:pt x="21" y="0"/>
                    <a:pt x="2" y="3"/>
                  </a:cubicBezTo>
                  <a:cubicBezTo>
                    <a:pt x="1" y="4"/>
                    <a:pt x="1" y="4"/>
                    <a:pt x="0" y="4"/>
                  </a:cubicBezTo>
                  <a:cubicBezTo>
                    <a:pt x="0" y="25"/>
                    <a:pt x="0" y="25"/>
                    <a:pt x="0" y="25"/>
                  </a:cubicBezTo>
                  <a:cubicBezTo>
                    <a:pt x="0" y="34"/>
                    <a:pt x="7" y="41"/>
                    <a:pt x="15"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99"/>
            <p:cNvSpPr>
              <a:spLocks/>
            </p:cNvSpPr>
            <p:nvPr/>
          </p:nvSpPr>
          <p:spPr bwMode="auto">
            <a:xfrm>
              <a:off x="3417888" y="1439863"/>
              <a:ext cx="53975" cy="28575"/>
            </a:xfrm>
            <a:custGeom>
              <a:avLst/>
              <a:gdLst>
                <a:gd name="T0" fmla="*/ 53 w 59"/>
                <a:gd name="T1" fmla="*/ 18 h 32"/>
                <a:gd name="T2" fmla="*/ 56 w 59"/>
                <a:gd name="T3" fmla="*/ 5 h 32"/>
                <a:gd name="T4" fmla="*/ 43 w 59"/>
                <a:gd name="T5" fmla="*/ 3 h 32"/>
                <a:gd name="T6" fmla="*/ 0 w 59"/>
                <a:gd name="T7" fmla="*/ 32 h 32"/>
                <a:gd name="T8" fmla="*/ 33 w 59"/>
                <a:gd name="T9" fmla="*/ 32 h 32"/>
                <a:gd name="T10" fmla="*/ 53 w 59"/>
                <a:gd name="T11" fmla="*/ 18 h 32"/>
              </a:gdLst>
              <a:ahLst/>
              <a:cxnLst>
                <a:cxn ang="0">
                  <a:pos x="T0" y="T1"/>
                </a:cxn>
                <a:cxn ang="0">
                  <a:pos x="T2" y="T3"/>
                </a:cxn>
                <a:cxn ang="0">
                  <a:pos x="T4" y="T5"/>
                </a:cxn>
                <a:cxn ang="0">
                  <a:pos x="T6" y="T7"/>
                </a:cxn>
                <a:cxn ang="0">
                  <a:pos x="T8" y="T9"/>
                </a:cxn>
                <a:cxn ang="0">
                  <a:pos x="T10" y="T11"/>
                </a:cxn>
              </a:cxnLst>
              <a:rect l="0" t="0" r="r" b="b"/>
              <a:pathLst>
                <a:path w="59" h="32">
                  <a:moveTo>
                    <a:pt x="53" y="18"/>
                  </a:moveTo>
                  <a:cubicBezTo>
                    <a:pt x="57" y="15"/>
                    <a:pt x="59" y="10"/>
                    <a:pt x="56" y="5"/>
                  </a:cubicBezTo>
                  <a:cubicBezTo>
                    <a:pt x="53" y="1"/>
                    <a:pt x="47" y="0"/>
                    <a:pt x="43" y="3"/>
                  </a:cubicBezTo>
                  <a:cubicBezTo>
                    <a:pt x="0" y="32"/>
                    <a:pt x="0" y="32"/>
                    <a:pt x="0" y="32"/>
                  </a:cubicBezTo>
                  <a:cubicBezTo>
                    <a:pt x="33" y="32"/>
                    <a:pt x="33" y="32"/>
                    <a:pt x="33" y="32"/>
                  </a:cubicBezTo>
                  <a:lnTo>
                    <a:pt x="53"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100"/>
            <p:cNvSpPr>
              <a:spLocks/>
            </p:cNvSpPr>
            <p:nvPr/>
          </p:nvSpPr>
          <p:spPr bwMode="auto">
            <a:xfrm>
              <a:off x="3178175" y="1382713"/>
              <a:ext cx="125412" cy="85725"/>
            </a:xfrm>
            <a:custGeom>
              <a:avLst/>
              <a:gdLst>
                <a:gd name="T0" fmla="*/ 57 w 135"/>
                <a:gd name="T1" fmla="*/ 5 h 93"/>
                <a:gd name="T2" fmla="*/ 1 w 135"/>
                <a:gd name="T3" fmla="*/ 72 h 93"/>
                <a:gd name="T4" fmla="*/ 1 w 135"/>
                <a:gd name="T5" fmla="*/ 77 h 93"/>
                <a:gd name="T6" fmla="*/ 4 w 135"/>
                <a:gd name="T7" fmla="*/ 93 h 93"/>
                <a:gd name="T8" fmla="*/ 135 w 135"/>
                <a:gd name="T9" fmla="*/ 93 h 93"/>
                <a:gd name="T10" fmla="*/ 130 w 135"/>
                <a:gd name="T11" fmla="*/ 61 h 93"/>
                <a:gd name="T12" fmla="*/ 57 w 135"/>
                <a:gd name="T13" fmla="*/ 5 h 93"/>
              </a:gdLst>
              <a:ahLst/>
              <a:cxnLst>
                <a:cxn ang="0">
                  <a:pos x="T0" y="T1"/>
                </a:cxn>
                <a:cxn ang="0">
                  <a:pos x="T2" y="T3"/>
                </a:cxn>
                <a:cxn ang="0">
                  <a:pos x="T4" y="T5"/>
                </a:cxn>
                <a:cxn ang="0">
                  <a:pos x="T6" y="T7"/>
                </a:cxn>
                <a:cxn ang="0">
                  <a:pos x="T8" y="T9"/>
                </a:cxn>
                <a:cxn ang="0">
                  <a:pos x="T10" y="T11"/>
                </a:cxn>
                <a:cxn ang="0">
                  <a:pos x="T12" y="T13"/>
                </a:cxn>
              </a:cxnLst>
              <a:rect l="0" t="0" r="r" b="b"/>
              <a:pathLst>
                <a:path w="135" h="93">
                  <a:moveTo>
                    <a:pt x="57" y="5"/>
                  </a:moveTo>
                  <a:cubicBezTo>
                    <a:pt x="24" y="10"/>
                    <a:pt x="0" y="39"/>
                    <a:pt x="1" y="72"/>
                  </a:cubicBezTo>
                  <a:cubicBezTo>
                    <a:pt x="1" y="73"/>
                    <a:pt x="1" y="75"/>
                    <a:pt x="1" y="77"/>
                  </a:cubicBezTo>
                  <a:cubicBezTo>
                    <a:pt x="1" y="78"/>
                    <a:pt x="2" y="84"/>
                    <a:pt x="4" y="93"/>
                  </a:cubicBezTo>
                  <a:cubicBezTo>
                    <a:pt x="135" y="93"/>
                    <a:pt x="135" y="93"/>
                    <a:pt x="135" y="93"/>
                  </a:cubicBezTo>
                  <a:cubicBezTo>
                    <a:pt x="132" y="75"/>
                    <a:pt x="130" y="62"/>
                    <a:pt x="130" y="61"/>
                  </a:cubicBezTo>
                  <a:cubicBezTo>
                    <a:pt x="125" y="25"/>
                    <a:pt x="92" y="0"/>
                    <a:pt x="57"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101"/>
            <p:cNvSpPr>
              <a:spLocks/>
            </p:cNvSpPr>
            <p:nvPr/>
          </p:nvSpPr>
          <p:spPr bwMode="auto">
            <a:xfrm>
              <a:off x="3121025" y="1438275"/>
              <a:ext cx="46037" cy="30162"/>
            </a:xfrm>
            <a:custGeom>
              <a:avLst/>
              <a:gdLst>
                <a:gd name="T0" fmla="*/ 15 w 49"/>
                <a:gd name="T1" fmla="*/ 33 h 33"/>
                <a:gd name="T2" fmla="*/ 49 w 49"/>
                <a:gd name="T3" fmla="*/ 33 h 33"/>
                <a:gd name="T4" fmla="*/ 7 w 49"/>
                <a:gd name="T5" fmla="*/ 4 h 33"/>
                <a:gd name="T6" fmla="*/ 0 w 49"/>
                <a:gd name="T7" fmla="*/ 6 h 33"/>
                <a:gd name="T8" fmla="*/ 0 w 49"/>
                <a:gd name="T9" fmla="*/ 17 h 33"/>
                <a:gd name="T10" fmla="*/ 15 w 49"/>
                <a:gd name="T11" fmla="*/ 33 h 33"/>
              </a:gdLst>
              <a:ahLst/>
              <a:cxnLst>
                <a:cxn ang="0">
                  <a:pos x="T0" y="T1"/>
                </a:cxn>
                <a:cxn ang="0">
                  <a:pos x="T2" y="T3"/>
                </a:cxn>
                <a:cxn ang="0">
                  <a:pos x="T4" y="T5"/>
                </a:cxn>
                <a:cxn ang="0">
                  <a:pos x="T6" y="T7"/>
                </a:cxn>
                <a:cxn ang="0">
                  <a:pos x="T8" y="T9"/>
                </a:cxn>
                <a:cxn ang="0">
                  <a:pos x="T10" y="T11"/>
                </a:cxn>
              </a:cxnLst>
              <a:rect l="0" t="0" r="r" b="b"/>
              <a:pathLst>
                <a:path w="49" h="33">
                  <a:moveTo>
                    <a:pt x="15" y="33"/>
                  </a:moveTo>
                  <a:cubicBezTo>
                    <a:pt x="49" y="33"/>
                    <a:pt x="49" y="33"/>
                    <a:pt x="49" y="33"/>
                  </a:cubicBezTo>
                  <a:cubicBezTo>
                    <a:pt x="45" y="13"/>
                    <a:pt x="27" y="0"/>
                    <a:pt x="7" y="4"/>
                  </a:cubicBezTo>
                  <a:cubicBezTo>
                    <a:pt x="5" y="4"/>
                    <a:pt x="2" y="5"/>
                    <a:pt x="0" y="6"/>
                  </a:cubicBezTo>
                  <a:cubicBezTo>
                    <a:pt x="0" y="17"/>
                    <a:pt x="0" y="17"/>
                    <a:pt x="0" y="17"/>
                  </a:cubicBezTo>
                  <a:cubicBezTo>
                    <a:pt x="0" y="26"/>
                    <a:pt x="7" y="33"/>
                    <a:pt x="15"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102"/>
            <p:cNvSpPr>
              <a:spLocks/>
            </p:cNvSpPr>
            <p:nvPr/>
          </p:nvSpPr>
          <p:spPr bwMode="auto">
            <a:xfrm>
              <a:off x="2994025" y="1425575"/>
              <a:ext cx="57150" cy="42862"/>
            </a:xfrm>
            <a:custGeom>
              <a:avLst/>
              <a:gdLst>
                <a:gd name="T0" fmla="*/ 62 w 62"/>
                <a:gd name="T1" fmla="*/ 30 h 46"/>
                <a:gd name="T2" fmla="*/ 62 w 62"/>
                <a:gd name="T3" fmla="*/ 0 h 46"/>
                <a:gd name="T4" fmla="*/ 0 w 62"/>
                <a:gd name="T5" fmla="*/ 46 h 46"/>
                <a:gd name="T6" fmla="*/ 47 w 62"/>
                <a:gd name="T7" fmla="*/ 46 h 46"/>
                <a:gd name="T8" fmla="*/ 62 w 62"/>
                <a:gd name="T9" fmla="*/ 30 h 46"/>
              </a:gdLst>
              <a:ahLst/>
              <a:cxnLst>
                <a:cxn ang="0">
                  <a:pos x="T0" y="T1"/>
                </a:cxn>
                <a:cxn ang="0">
                  <a:pos x="T2" y="T3"/>
                </a:cxn>
                <a:cxn ang="0">
                  <a:pos x="T4" y="T5"/>
                </a:cxn>
                <a:cxn ang="0">
                  <a:pos x="T6" y="T7"/>
                </a:cxn>
                <a:cxn ang="0">
                  <a:pos x="T8" y="T9"/>
                </a:cxn>
              </a:cxnLst>
              <a:rect l="0" t="0" r="r" b="b"/>
              <a:pathLst>
                <a:path w="62" h="46">
                  <a:moveTo>
                    <a:pt x="62" y="30"/>
                  </a:moveTo>
                  <a:cubicBezTo>
                    <a:pt x="62" y="0"/>
                    <a:pt x="62" y="0"/>
                    <a:pt x="62" y="0"/>
                  </a:cubicBezTo>
                  <a:cubicBezTo>
                    <a:pt x="0" y="46"/>
                    <a:pt x="0" y="46"/>
                    <a:pt x="0" y="46"/>
                  </a:cubicBezTo>
                  <a:cubicBezTo>
                    <a:pt x="47" y="46"/>
                    <a:pt x="47" y="46"/>
                    <a:pt x="47" y="46"/>
                  </a:cubicBezTo>
                  <a:cubicBezTo>
                    <a:pt x="55" y="46"/>
                    <a:pt x="62" y="39"/>
                    <a:pt x="62"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103"/>
            <p:cNvSpPr>
              <a:spLocks/>
            </p:cNvSpPr>
            <p:nvPr/>
          </p:nvSpPr>
          <p:spPr bwMode="auto">
            <a:xfrm>
              <a:off x="2695575" y="1195388"/>
              <a:ext cx="273050" cy="273050"/>
            </a:xfrm>
            <a:custGeom>
              <a:avLst/>
              <a:gdLst>
                <a:gd name="T0" fmla="*/ 78 w 297"/>
                <a:gd name="T1" fmla="*/ 264 h 297"/>
                <a:gd name="T2" fmla="*/ 77 w 297"/>
                <a:gd name="T3" fmla="*/ 269 h 297"/>
                <a:gd name="T4" fmla="*/ 77 w 297"/>
                <a:gd name="T5" fmla="*/ 297 h 297"/>
                <a:gd name="T6" fmla="*/ 297 w 297"/>
                <a:gd name="T7" fmla="*/ 297 h 297"/>
                <a:gd name="T8" fmla="*/ 236 w 297"/>
                <a:gd name="T9" fmla="*/ 225 h 297"/>
                <a:gd name="T10" fmla="*/ 236 w 297"/>
                <a:gd name="T11" fmla="*/ 225 h 297"/>
                <a:gd name="T12" fmla="*/ 236 w 297"/>
                <a:gd name="T13" fmla="*/ 225 h 297"/>
                <a:gd name="T14" fmla="*/ 236 w 297"/>
                <a:gd name="T15" fmla="*/ 225 h 297"/>
                <a:gd name="T16" fmla="*/ 211 w 297"/>
                <a:gd name="T17" fmla="*/ 213 h 297"/>
                <a:gd name="T18" fmla="*/ 124 w 297"/>
                <a:gd name="T19" fmla="*/ 208 h 297"/>
                <a:gd name="T20" fmla="*/ 29 w 297"/>
                <a:gd name="T21" fmla="*/ 167 h 297"/>
                <a:gd name="T22" fmla="*/ 23 w 297"/>
                <a:gd name="T23" fmla="*/ 31 h 297"/>
                <a:gd name="T24" fmla="*/ 23 w 297"/>
                <a:gd name="T25" fmla="*/ 31 h 297"/>
                <a:gd name="T26" fmla="*/ 0 w 297"/>
                <a:gd name="T27" fmla="*/ 0 h 297"/>
                <a:gd name="T28" fmla="*/ 0 w 297"/>
                <a:gd name="T29" fmla="*/ 229 h 297"/>
                <a:gd name="T30" fmla="*/ 78 w 297"/>
                <a:gd name="T31" fmla="*/ 263 h 297"/>
                <a:gd name="T32" fmla="*/ 78 w 297"/>
                <a:gd name="T33" fmla="*/ 264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7" h="297">
                  <a:moveTo>
                    <a:pt x="78" y="264"/>
                  </a:moveTo>
                  <a:cubicBezTo>
                    <a:pt x="77" y="265"/>
                    <a:pt x="77" y="267"/>
                    <a:pt x="77" y="269"/>
                  </a:cubicBezTo>
                  <a:cubicBezTo>
                    <a:pt x="77" y="270"/>
                    <a:pt x="77" y="281"/>
                    <a:pt x="77" y="297"/>
                  </a:cubicBezTo>
                  <a:cubicBezTo>
                    <a:pt x="297" y="297"/>
                    <a:pt x="297" y="297"/>
                    <a:pt x="297" y="297"/>
                  </a:cubicBezTo>
                  <a:cubicBezTo>
                    <a:pt x="236" y="225"/>
                    <a:pt x="236" y="225"/>
                    <a:pt x="236" y="225"/>
                  </a:cubicBezTo>
                  <a:cubicBezTo>
                    <a:pt x="236" y="225"/>
                    <a:pt x="236" y="225"/>
                    <a:pt x="236" y="225"/>
                  </a:cubicBezTo>
                  <a:cubicBezTo>
                    <a:pt x="236" y="225"/>
                    <a:pt x="236" y="225"/>
                    <a:pt x="236" y="225"/>
                  </a:cubicBezTo>
                  <a:cubicBezTo>
                    <a:pt x="236" y="225"/>
                    <a:pt x="236" y="225"/>
                    <a:pt x="236" y="225"/>
                  </a:cubicBezTo>
                  <a:cubicBezTo>
                    <a:pt x="229" y="217"/>
                    <a:pt x="220" y="213"/>
                    <a:pt x="211" y="213"/>
                  </a:cubicBezTo>
                  <a:cubicBezTo>
                    <a:pt x="211" y="213"/>
                    <a:pt x="130" y="207"/>
                    <a:pt x="124" y="208"/>
                  </a:cubicBezTo>
                  <a:cubicBezTo>
                    <a:pt x="29" y="167"/>
                    <a:pt x="29" y="167"/>
                    <a:pt x="29" y="167"/>
                  </a:cubicBezTo>
                  <a:cubicBezTo>
                    <a:pt x="23" y="31"/>
                    <a:pt x="23" y="31"/>
                    <a:pt x="23" y="31"/>
                  </a:cubicBezTo>
                  <a:cubicBezTo>
                    <a:pt x="23" y="31"/>
                    <a:pt x="23" y="31"/>
                    <a:pt x="23" y="31"/>
                  </a:cubicBezTo>
                  <a:cubicBezTo>
                    <a:pt x="22" y="17"/>
                    <a:pt x="13" y="5"/>
                    <a:pt x="0" y="0"/>
                  </a:cubicBezTo>
                  <a:cubicBezTo>
                    <a:pt x="0" y="229"/>
                    <a:pt x="0" y="229"/>
                    <a:pt x="0" y="229"/>
                  </a:cubicBezTo>
                  <a:cubicBezTo>
                    <a:pt x="78" y="263"/>
                    <a:pt x="78" y="263"/>
                    <a:pt x="78" y="263"/>
                  </a:cubicBezTo>
                  <a:cubicBezTo>
                    <a:pt x="78" y="263"/>
                    <a:pt x="78" y="263"/>
                    <a:pt x="78" y="2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104"/>
            <p:cNvSpPr>
              <a:spLocks/>
            </p:cNvSpPr>
            <p:nvPr/>
          </p:nvSpPr>
          <p:spPr bwMode="auto">
            <a:xfrm>
              <a:off x="2328863" y="1381125"/>
              <a:ext cx="293687" cy="87312"/>
            </a:xfrm>
            <a:custGeom>
              <a:avLst/>
              <a:gdLst>
                <a:gd name="T0" fmla="*/ 127 w 320"/>
                <a:gd name="T1" fmla="*/ 48 h 95"/>
                <a:gd name="T2" fmla="*/ 65 w 320"/>
                <a:gd name="T3" fmla="*/ 0 h 95"/>
                <a:gd name="T4" fmla="*/ 1 w 320"/>
                <a:gd name="T5" fmla="*/ 58 h 95"/>
                <a:gd name="T6" fmla="*/ 0 w 320"/>
                <a:gd name="T7" fmla="*/ 64 h 95"/>
                <a:gd name="T8" fmla="*/ 0 w 320"/>
                <a:gd name="T9" fmla="*/ 95 h 95"/>
                <a:gd name="T10" fmla="*/ 307 w 320"/>
                <a:gd name="T11" fmla="*/ 95 h 95"/>
                <a:gd name="T12" fmla="*/ 320 w 320"/>
                <a:gd name="T13" fmla="*/ 86 h 95"/>
                <a:gd name="T14" fmla="*/ 192 w 320"/>
                <a:gd name="T15" fmla="*/ 86 h 95"/>
                <a:gd name="T16" fmla="*/ 130 w 320"/>
                <a:gd name="T17" fmla="*/ 60 h 95"/>
                <a:gd name="T18" fmla="*/ 127 w 320"/>
                <a:gd name="T19" fmla="*/ 4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0" h="95">
                  <a:moveTo>
                    <a:pt x="127" y="48"/>
                  </a:moveTo>
                  <a:cubicBezTo>
                    <a:pt x="120" y="21"/>
                    <a:pt x="95" y="0"/>
                    <a:pt x="65" y="0"/>
                  </a:cubicBezTo>
                  <a:cubicBezTo>
                    <a:pt x="32" y="0"/>
                    <a:pt x="5" y="25"/>
                    <a:pt x="1" y="58"/>
                  </a:cubicBezTo>
                  <a:cubicBezTo>
                    <a:pt x="1" y="60"/>
                    <a:pt x="0" y="61"/>
                    <a:pt x="0" y="64"/>
                  </a:cubicBezTo>
                  <a:cubicBezTo>
                    <a:pt x="0" y="65"/>
                    <a:pt x="0" y="77"/>
                    <a:pt x="0" y="95"/>
                  </a:cubicBezTo>
                  <a:cubicBezTo>
                    <a:pt x="307" y="95"/>
                    <a:pt x="307" y="95"/>
                    <a:pt x="307" y="95"/>
                  </a:cubicBezTo>
                  <a:cubicBezTo>
                    <a:pt x="313" y="95"/>
                    <a:pt x="318" y="91"/>
                    <a:pt x="320" y="86"/>
                  </a:cubicBezTo>
                  <a:cubicBezTo>
                    <a:pt x="192" y="86"/>
                    <a:pt x="192" y="86"/>
                    <a:pt x="192" y="86"/>
                  </a:cubicBezTo>
                  <a:cubicBezTo>
                    <a:pt x="130" y="60"/>
                    <a:pt x="130" y="60"/>
                    <a:pt x="130" y="60"/>
                  </a:cubicBezTo>
                  <a:lnTo>
                    <a:pt x="127"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105"/>
            <p:cNvSpPr>
              <a:spLocks/>
            </p:cNvSpPr>
            <p:nvPr/>
          </p:nvSpPr>
          <p:spPr bwMode="auto">
            <a:xfrm>
              <a:off x="2268538" y="1185863"/>
              <a:ext cx="204787" cy="176212"/>
            </a:xfrm>
            <a:custGeom>
              <a:avLst/>
              <a:gdLst>
                <a:gd name="T0" fmla="*/ 35 w 222"/>
                <a:gd name="T1" fmla="*/ 75 h 192"/>
                <a:gd name="T2" fmla="*/ 33 w 222"/>
                <a:gd name="T3" fmla="*/ 96 h 192"/>
                <a:gd name="T4" fmla="*/ 128 w 222"/>
                <a:gd name="T5" fmla="*/ 192 h 192"/>
                <a:gd name="T6" fmla="*/ 222 w 222"/>
                <a:gd name="T7" fmla="*/ 96 h 192"/>
                <a:gd name="T8" fmla="*/ 128 w 222"/>
                <a:gd name="T9" fmla="*/ 0 h 192"/>
                <a:gd name="T10" fmla="*/ 43 w 222"/>
                <a:gd name="T11" fmla="*/ 53 h 192"/>
                <a:gd name="T12" fmla="*/ 0 w 222"/>
                <a:gd name="T13" fmla="*/ 22 h 192"/>
                <a:gd name="T14" fmla="*/ 0 w 222"/>
                <a:gd name="T15" fmla="*/ 68 h 192"/>
                <a:gd name="T16" fmla="*/ 35 w 222"/>
                <a:gd name="T17" fmla="*/ 75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2" h="192">
                  <a:moveTo>
                    <a:pt x="35" y="75"/>
                  </a:moveTo>
                  <a:cubicBezTo>
                    <a:pt x="33" y="82"/>
                    <a:pt x="33" y="89"/>
                    <a:pt x="33" y="96"/>
                  </a:cubicBezTo>
                  <a:cubicBezTo>
                    <a:pt x="33" y="149"/>
                    <a:pt x="75" y="192"/>
                    <a:pt x="128" y="192"/>
                  </a:cubicBezTo>
                  <a:cubicBezTo>
                    <a:pt x="180" y="192"/>
                    <a:pt x="222" y="149"/>
                    <a:pt x="222" y="96"/>
                  </a:cubicBezTo>
                  <a:cubicBezTo>
                    <a:pt x="222" y="43"/>
                    <a:pt x="180" y="0"/>
                    <a:pt x="128" y="0"/>
                  </a:cubicBezTo>
                  <a:cubicBezTo>
                    <a:pt x="90" y="0"/>
                    <a:pt x="58" y="22"/>
                    <a:pt x="43" y="53"/>
                  </a:cubicBezTo>
                  <a:cubicBezTo>
                    <a:pt x="33" y="37"/>
                    <a:pt x="17" y="25"/>
                    <a:pt x="0" y="22"/>
                  </a:cubicBezTo>
                  <a:cubicBezTo>
                    <a:pt x="0" y="68"/>
                    <a:pt x="0" y="68"/>
                    <a:pt x="0" y="68"/>
                  </a:cubicBezTo>
                  <a:cubicBezTo>
                    <a:pt x="13" y="66"/>
                    <a:pt x="25" y="68"/>
                    <a:pt x="35"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106"/>
            <p:cNvSpPr>
              <a:spLocks/>
            </p:cNvSpPr>
            <p:nvPr/>
          </p:nvSpPr>
          <p:spPr bwMode="auto">
            <a:xfrm>
              <a:off x="4025900" y="1376363"/>
              <a:ext cx="123825" cy="92075"/>
            </a:xfrm>
            <a:custGeom>
              <a:avLst/>
              <a:gdLst>
                <a:gd name="T0" fmla="*/ 56 w 135"/>
                <a:gd name="T1" fmla="*/ 5 h 101"/>
                <a:gd name="T2" fmla="*/ 1 w 135"/>
                <a:gd name="T3" fmla="*/ 72 h 101"/>
                <a:gd name="T4" fmla="*/ 1 w 135"/>
                <a:gd name="T5" fmla="*/ 77 h 101"/>
                <a:gd name="T6" fmla="*/ 5 w 135"/>
                <a:gd name="T7" fmla="*/ 101 h 101"/>
                <a:gd name="T8" fmla="*/ 135 w 135"/>
                <a:gd name="T9" fmla="*/ 101 h 101"/>
                <a:gd name="T10" fmla="*/ 129 w 135"/>
                <a:gd name="T11" fmla="*/ 61 h 101"/>
                <a:gd name="T12" fmla="*/ 56 w 135"/>
                <a:gd name="T13" fmla="*/ 5 h 101"/>
              </a:gdLst>
              <a:ahLst/>
              <a:cxnLst>
                <a:cxn ang="0">
                  <a:pos x="T0" y="T1"/>
                </a:cxn>
                <a:cxn ang="0">
                  <a:pos x="T2" y="T3"/>
                </a:cxn>
                <a:cxn ang="0">
                  <a:pos x="T4" y="T5"/>
                </a:cxn>
                <a:cxn ang="0">
                  <a:pos x="T6" y="T7"/>
                </a:cxn>
                <a:cxn ang="0">
                  <a:pos x="T8" y="T9"/>
                </a:cxn>
                <a:cxn ang="0">
                  <a:pos x="T10" y="T11"/>
                </a:cxn>
                <a:cxn ang="0">
                  <a:pos x="T12" y="T13"/>
                </a:cxn>
              </a:cxnLst>
              <a:rect l="0" t="0" r="r" b="b"/>
              <a:pathLst>
                <a:path w="135" h="101">
                  <a:moveTo>
                    <a:pt x="56" y="5"/>
                  </a:moveTo>
                  <a:cubicBezTo>
                    <a:pt x="23" y="10"/>
                    <a:pt x="0" y="39"/>
                    <a:pt x="1" y="72"/>
                  </a:cubicBezTo>
                  <a:cubicBezTo>
                    <a:pt x="0" y="73"/>
                    <a:pt x="0" y="75"/>
                    <a:pt x="1" y="77"/>
                  </a:cubicBezTo>
                  <a:cubicBezTo>
                    <a:pt x="1" y="79"/>
                    <a:pt x="2" y="88"/>
                    <a:pt x="5" y="101"/>
                  </a:cubicBezTo>
                  <a:cubicBezTo>
                    <a:pt x="135" y="101"/>
                    <a:pt x="135" y="101"/>
                    <a:pt x="135" y="101"/>
                  </a:cubicBezTo>
                  <a:cubicBezTo>
                    <a:pt x="132" y="79"/>
                    <a:pt x="129" y="62"/>
                    <a:pt x="129" y="61"/>
                  </a:cubicBezTo>
                  <a:cubicBezTo>
                    <a:pt x="124" y="25"/>
                    <a:pt x="91" y="0"/>
                    <a:pt x="56"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107"/>
            <p:cNvSpPr>
              <a:spLocks/>
            </p:cNvSpPr>
            <p:nvPr/>
          </p:nvSpPr>
          <p:spPr bwMode="auto">
            <a:xfrm>
              <a:off x="4427538" y="1392238"/>
              <a:ext cx="384175" cy="576262"/>
            </a:xfrm>
            <a:custGeom>
              <a:avLst/>
              <a:gdLst>
                <a:gd name="T0" fmla="*/ 52 w 418"/>
                <a:gd name="T1" fmla="*/ 314 h 627"/>
                <a:gd name="T2" fmla="*/ 128 w 418"/>
                <a:gd name="T3" fmla="*/ 382 h 627"/>
                <a:gd name="T4" fmla="*/ 289 w 418"/>
                <a:gd name="T5" fmla="*/ 382 h 627"/>
                <a:gd name="T6" fmla="*/ 251 w 418"/>
                <a:gd name="T7" fmla="*/ 556 h 627"/>
                <a:gd name="T8" fmla="*/ 289 w 418"/>
                <a:gd name="T9" fmla="*/ 620 h 627"/>
                <a:gd name="T10" fmla="*/ 353 w 418"/>
                <a:gd name="T11" fmla="*/ 582 h 627"/>
                <a:gd name="T12" fmla="*/ 407 w 418"/>
                <a:gd name="T13" fmla="*/ 329 h 627"/>
                <a:gd name="T14" fmla="*/ 354 w 418"/>
                <a:gd name="T15" fmla="*/ 277 h 627"/>
                <a:gd name="T16" fmla="*/ 213 w 418"/>
                <a:gd name="T17" fmla="*/ 277 h 627"/>
                <a:gd name="T18" fmla="*/ 201 w 418"/>
                <a:gd name="T19" fmla="*/ 221 h 627"/>
                <a:gd name="T20" fmla="*/ 71 w 418"/>
                <a:gd name="T21" fmla="*/ 136 h 627"/>
                <a:gd name="T22" fmla="*/ 68 w 418"/>
                <a:gd name="T23" fmla="*/ 118 h 627"/>
                <a:gd name="T24" fmla="*/ 203 w 418"/>
                <a:gd name="T25" fmla="*/ 208 h 627"/>
                <a:gd name="T26" fmla="*/ 212 w 418"/>
                <a:gd name="T27" fmla="*/ 212 h 627"/>
                <a:gd name="T28" fmla="*/ 236 w 418"/>
                <a:gd name="T29" fmla="*/ 219 h 627"/>
                <a:gd name="T30" fmla="*/ 378 w 418"/>
                <a:gd name="T31" fmla="*/ 227 h 627"/>
                <a:gd name="T32" fmla="*/ 417 w 418"/>
                <a:gd name="T33" fmla="*/ 186 h 627"/>
                <a:gd name="T34" fmla="*/ 376 w 418"/>
                <a:gd name="T35" fmla="*/ 146 h 627"/>
                <a:gd name="T36" fmla="*/ 240 w 418"/>
                <a:gd name="T37" fmla="*/ 137 h 627"/>
                <a:gd name="T38" fmla="*/ 113 w 418"/>
                <a:gd name="T39" fmla="*/ 51 h 627"/>
                <a:gd name="T40" fmla="*/ 128 w 418"/>
                <a:gd name="T41" fmla="*/ 46 h 627"/>
                <a:gd name="T42" fmla="*/ 169 w 418"/>
                <a:gd name="T43" fmla="*/ 74 h 627"/>
                <a:gd name="T44" fmla="*/ 169 w 418"/>
                <a:gd name="T45" fmla="*/ 72 h 627"/>
                <a:gd name="T46" fmla="*/ 72 w 418"/>
                <a:gd name="T47" fmla="*/ 10 h 627"/>
                <a:gd name="T48" fmla="*/ 12 w 418"/>
                <a:gd name="T49" fmla="*/ 103 h 627"/>
                <a:gd name="T50" fmla="*/ 52 w 418"/>
                <a:gd name="T51" fmla="*/ 314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18" h="627">
                  <a:moveTo>
                    <a:pt x="52" y="314"/>
                  </a:moveTo>
                  <a:cubicBezTo>
                    <a:pt x="60" y="365"/>
                    <a:pt x="85" y="382"/>
                    <a:pt x="128" y="382"/>
                  </a:cubicBezTo>
                  <a:cubicBezTo>
                    <a:pt x="289" y="382"/>
                    <a:pt x="289" y="382"/>
                    <a:pt x="289" y="382"/>
                  </a:cubicBezTo>
                  <a:cubicBezTo>
                    <a:pt x="251" y="556"/>
                    <a:pt x="251" y="556"/>
                    <a:pt x="251" y="556"/>
                  </a:cubicBezTo>
                  <a:cubicBezTo>
                    <a:pt x="243" y="584"/>
                    <a:pt x="260" y="612"/>
                    <a:pt x="289" y="620"/>
                  </a:cubicBezTo>
                  <a:cubicBezTo>
                    <a:pt x="317" y="627"/>
                    <a:pt x="345" y="610"/>
                    <a:pt x="353" y="582"/>
                  </a:cubicBezTo>
                  <a:cubicBezTo>
                    <a:pt x="353" y="582"/>
                    <a:pt x="407" y="334"/>
                    <a:pt x="407" y="329"/>
                  </a:cubicBezTo>
                  <a:cubicBezTo>
                    <a:pt x="407" y="300"/>
                    <a:pt x="383" y="277"/>
                    <a:pt x="354" y="277"/>
                  </a:cubicBezTo>
                  <a:cubicBezTo>
                    <a:pt x="213" y="277"/>
                    <a:pt x="213" y="277"/>
                    <a:pt x="213" y="277"/>
                  </a:cubicBezTo>
                  <a:cubicBezTo>
                    <a:pt x="201" y="221"/>
                    <a:pt x="201" y="221"/>
                    <a:pt x="201" y="221"/>
                  </a:cubicBezTo>
                  <a:cubicBezTo>
                    <a:pt x="71" y="136"/>
                    <a:pt x="71" y="136"/>
                    <a:pt x="71" y="136"/>
                  </a:cubicBezTo>
                  <a:cubicBezTo>
                    <a:pt x="62" y="130"/>
                    <a:pt x="68" y="118"/>
                    <a:pt x="68" y="118"/>
                  </a:cubicBezTo>
                  <a:cubicBezTo>
                    <a:pt x="203" y="208"/>
                    <a:pt x="203" y="208"/>
                    <a:pt x="203" y="208"/>
                  </a:cubicBezTo>
                  <a:cubicBezTo>
                    <a:pt x="206" y="209"/>
                    <a:pt x="209" y="211"/>
                    <a:pt x="212" y="212"/>
                  </a:cubicBezTo>
                  <a:cubicBezTo>
                    <a:pt x="217" y="214"/>
                    <a:pt x="232" y="219"/>
                    <a:pt x="236" y="219"/>
                  </a:cubicBezTo>
                  <a:cubicBezTo>
                    <a:pt x="264" y="222"/>
                    <a:pt x="378" y="227"/>
                    <a:pt x="378" y="227"/>
                  </a:cubicBezTo>
                  <a:cubicBezTo>
                    <a:pt x="400" y="226"/>
                    <a:pt x="418" y="208"/>
                    <a:pt x="417" y="186"/>
                  </a:cubicBezTo>
                  <a:cubicBezTo>
                    <a:pt x="417" y="163"/>
                    <a:pt x="398" y="146"/>
                    <a:pt x="376" y="146"/>
                  </a:cubicBezTo>
                  <a:cubicBezTo>
                    <a:pt x="240" y="137"/>
                    <a:pt x="240" y="137"/>
                    <a:pt x="240" y="137"/>
                  </a:cubicBezTo>
                  <a:cubicBezTo>
                    <a:pt x="113" y="51"/>
                    <a:pt x="113" y="51"/>
                    <a:pt x="113" y="51"/>
                  </a:cubicBezTo>
                  <a:cubicBezTo>
                    <a:pt x="116" y="45"/>
                    <a:pt x="122" y="43"/>
                    <a:pt x="128" y="46"/>
                  </a:cubicBezTo>
                  <a:cubicBezTo>
                    <a:pt x="169" y="74"/>
                    <a:pt x="169" y="74"/>
                    <a:pt x="169" y="74"/>
                  </a:cubicBezTo>
                  <a:cubicBezTo>
                    <a:pt x="169" y="73"/>
                    <a:pt x="169" y="72"/>
                    <a:pt x="169" y="72"/>
                  </a:cubicBezTo>
                  <a:cubicBezTo>
                    <a:pt x="159" y="28"/>
                    <a:pt x="116" y="0"/>
                    <a:pt x="72" y="10"/>
                  </a:cubicBezTo>
                  <a:cubicBezTo>
                    <a:pt x="43" y="17"/>
                    <a:pt x="0" y="39"/>
                    <a:pt x="12" y="103"/>
                  </a:cubicBezTo>
                  <a:cubicBezTo>
                    <a:pt x="12" y="103"/>
                    <a:pt x="51" y="308"/>
                    <a:pt x="52" y="3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108"/>
            <p:cNvSpPr>
              <a:spLocks/>
            </p:cNvSpPr>
            <p:nvPr/>
          </p:nvSpPr>
          <p:spPr bwMode="auto">
            <a:xfrm>
              <a:off x="4403725" y="1165225"/>
              <a:ext cx="225425" cy="223837"/>
            </a:xfrm>
            <a:custGeom>
              <a:avLst/>
              <a:gdLst>
                <a:gd name="T0" fmla="*/ 91 w 246"/>
                <a:gd name="T1" fmla="*/ 230 h 242"/>
                <a:gd name="T2" fmla="*/ 208 w 246"/>
                <a:gd name="T3" fmla="*/ 157 h 242"/>
                <a:gd name="T4" fmla="*/ 194 w 246"/>
                <a:gd name="T5" fmla="*/ 81 h 242"/>
                <a:gd name="T6" fmla="*/ 246 w 246"/>
                <a:gd name="T7" fmla="*/ 81 h 242"/>
                <a:gd name="T8" fmla="*/ 184 w 246"/>
                <a:gd name="T9" fmla="*/ 42 h 242"/>
                <a:gd name="T10" fmla="*/ 192 w 246"/>
                <a:gd name="T11" fmla="*/ 0 h 242"/>
                <a:gd name="T12" fmla="*/ 0 w 246"/>
                <a:gd name="T13" fmla="*/ 42 h 242"/>
                <a:gd name="T14" fmla="*/ 25 w 246"/>
                <a:gd name="T15" fmla="*/ 83 h 242"/>
                <a:gd name="T16" fmla="*/ 30 w 246"/>
                <a:gd name="T17" fmla="*/ 83 h 242"/>
                <a:gd name="T18" fmla="*/ 17 w 246"/>
                <a:gd name="T19" fmla="*/ 114 h 242"/>
                <a:gd name="T20" fmla="*/ 91 w 246"/>
                <a:gd name="T21" fmla="*/ 230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6" h="242">
                  <a:moveTo>
                    <a:pt x="91" y="230"/>
                  </a:moveTo>
                  <a:cubicBezTo>
                    <a:pt x="144" y="242"/>
                    <a:pt x="196" y="209"/>
                    <a:pt x="208" y="157"/>
                  </a:cubicBezTo>
                  <a:cubicBezTo>
                    <a:pt x="214" y="129"/>
                    <a:pt x="208" y="102"/>
                    <a:pt x="194" y="81"/>
                  </a:cubicBezTo>
                  <a:cubicBezTo>
                    <a:pt x="246" y="81"/>
                    <a:pt x="246" y="81"/>
                    <a:pt x="246" y="81"/>
                  </a:cubicBezTo>
                  <a:cubicBezTo>
                    <a:pt x="184" y="42"/>
                    <a:pt x="184" y="42"/>
                    <a:pt x="184" y="42"/>
                  </a:cubicBezTo>
                  <a:cubicBezTo>
                    <a:pt x="192" y="0"/>
                    <a:pt x="192" y="0"/>
                    <a:pt x="192" y="0"/>
                  </a:cubicBezTo>
                  <a:cubicBezTo>
                    <a:pt x="0" y="42"/>
                    <a:pt x="0" y="42"/>
                    <a:pt x="0" y="42"/>
                  </a:cubicBezTo>
                  <a:cubicBezTo>
                    <a:pt x="25" y="83"/>
                    <a:pt x="25" y="83"/>
                    <a:pt x="25" y="83"/>
                  </a:cubicBezTo>
                  <a:cubicBezTo>
                    <a:pt x="30" y="83"/>
                    <a:pt x="30" y="83"/>
                    <a:pt x="30" y="83"/>
                  </a:cubicBezTo>
                  <a:cubicBezTo>
                    <a:pt x="24" y="92"/>
                    <a:pt x="20" y="103"/>
                    <a:pt x="17" y="114"/>
                  </a:cubicBezTo>
                  <a:cubicBezTo>
                    <a:pt x="5" y="166"/>
                    <a:pt x="38" y="219"/>
                    <a:pt x="91"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109"/>
            <p:cNvSpPr>
              <a:spLocks/>
            </p:cNvSpPr>
            <p:nvPr/>
          </p:nvSpPr>
          <p:spPr bwMode="auto">
            <a:xfrm>
              <a:off x="4876800" y="1541463"/>
              <a:ext cx="39687" cy="38100"/>
            </a:xfrm>
            <a:custGeom>
              <a:avLst/>
              <a:gdLst>
                <a:gd name="T0" fmla="*/ 7 w 25"/>
                <a:gd name="T1" fmla="*/ 0 h 24"/>
                <a:gd name="T2" fmla="*/ 0 w 25"/>
                <a:gd name="T3" fmla="*/ 15 h 24"/>
                <a:gd name="T4" fmla="*/ 17 w 25"/>
                <a:gd name="T5" fmla="*/ 24 h 24"/>
                <a:gd name="T6" fmla="*/ 25 w 25"/>
                <a:gd name="T7" fmla="*/ 10 h 24"/>
                <a:gd name="T8" fmla="*/ 7 w 25"/>
                <a:gd name="T9" fmla="*/ 0 h 24"/>
              </a:gdLst>
              <a:ahLst/>
              <a:cxnLst>
                <a:cxn ang="0">
                  <a:pos x="T0" y="T1"/>
                </a:cxn>
                <a:cxn ang="0">
                  <a:pos x="T2" y="T3"/>
                </a:cxn>
                <a:cxn ang="0">
                  <a:pos x="T4" y="T5"/>
                </a:cxn>
                <a:cxn ang="0">
                  <a:pos x="T6" y="T7"/>
                </a:cxn>
                <a:cxn ang="0">
                  <a:pos x="T8" y="T9"/>
                </a:cxn>
              </a:cxnLst>
              <a:rect l="0" t="0" r="r" b="b"/>
              <a:pathLst>
                <a:path w="25" h="24">
                  <a:moveTo>
                    <a:pt x="7" y="0"/>
                  </a:moveTo>
                  <a:lnTo>
                    <a:pt x="0" y="15"/>
                  </a:lnTo>
                  <a:lnTo>
                    <a:pt x="17" y="24"/>
                  </a:lnTo>
                  <a:lnTo>
                    <a:pt x="25" y="10"/>
                  </a:lnTo>
                  <a:lnTo>
                    <a:pt x="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71" name="组合 170"/>
          <p:cNvGrpSpPr/>
          <p:nvPr/>
        </p:nvGrpSpPr>
        <p:grpSpPr>
          <a:xfrm>
            <a:off x="603250" y="871538"/>
            <a:ext cx="1055687" cy="1566862"/>
            <a:chOff x="603250" y="871538"/>
            <a:chExt cx="1055687" cy="1566862"/>
          </a:xfrm>
          <a:solidFill>
            <a:schemeClr val="tx1">
              <a:lumMod val="65000"/>
              <a:lumOff val="35000"/>
            </a:schemeClr>
          </a:solidFill>
        </p:grpSpPr>
        <p:sp>
          <p:nvSpPr>
            <p:cNvPr id="172" name="Freeform 56"/>
            <p:cNvSpPr>
              <a:spLocks/>
            </p:cNvSpPr>
            <p:nvPr/>
          </p:nvSpPr>
          <p:spPr bwMode="auto">
            <a:xfrm>
              <a:off x="1368425" y="1717675"/>
              <a:ext cx="290512" cy="201612"/>
            </a:xfrm>
            <a:custGeom>
              <a:avLst/>
              <a:gdLst>
                <a:gd name="T0" fmla="*/ 23 w 317"/>
                <a:gd name="T1" fmla="*/ 69 h 220"/>
                <a:gd name="T2" fmla="*/ 69 w 317"/>
                <a:gd name="T3" fmla="*/ 197 h 220"/>
                <a:gd name="T4" fmla="*/ 198 w 317"/>
                <a:gd name="T5" fmla="*/ 152 h 220"/>
                <a:gd name="T6" fmla="*/ 206 w 317"/>
                <a:gd name="T7" fmla="*/ 123 h 220"/>
                <a:gd name="T8" fmla="*/ 233 w 317"/>
                <a:gd name="T9" fmla="*/ 136 h 220"/>
                <a:gd name="T10" fmla="*/ 264 w 317"/>
                <a:gd name="T11" fmla="*/ 195 h 220"/>
                <a:gd name="T12" fmla="*/ 288 w 317"/>
                <a:gd name="T13" fmla="*/ 101 h 220"/>
                <a:gd name="T14" fmla="*/ 203 w 317"/>
                <a:gd name="T15" fmla="*/ 85 h 220"/>
                <a:gd name="T16" fmla="*/ 152 w 317"/>
                <a:gd name="T17" fmla="*/ 23 h 220"/>
                <a:gd name="T18" fmla="*/ 23 w 317"/>
                <a:gd name="T19" fmla="*/ 69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7" h="220">
                  <a:moveTo>
                    <a:pt x="23" y="69"/>
                  </a:moveTo>
                  <a:cubicBezTo>
                    <a:pt x="0" y="117"/>
                    <a:pt x="21" y="174"/>
                    <a:pt x="69" y="197"/>
                  </a:cubicBezTo>
                  <a:cubicBezTo>
                    <a:pt x="117" y="220"/>
                    <a:pt x="175" y="200"/>
                    <a:pt x="198" y="152"/>
                  </a:cubicBezTo>
                  <a:cubicBezTo>
                    <a:pt x="202" y="142"/>
                    <a:pt x="205" y="133"/>
                    <a:pt x="206" y="123"/>
                  </a:cubicBezTo>
                  <a:cubicBezTo>
                    <a:pt x="216" y="125"/>
                    <a:pt x="225" y="129"/>
                    <a:pt x="233" y="136"/>
                  </a:cubicBezTo>
                  <a:cubicBezTo>
                    <a:pt x="245" y="145"/>
                    <a:pt x="266" y="161"/>
                    <a:pt x="264" y="195"/>
                  </a:cubicBezTo>
                  <a:cubicBezTo>
                    <a:pt x="264" y="195"/>
                    <a:pt x="317" y="143"/>
                    <a:pt x="288" y="101"/>
                  </a:cubicBezTo>
                  <a:cubicBezTo>
                    <a:pt x="269" y="74"/>
                    <a:pt x="234" y="72"/>
                    <a:pt x="203" y="85"/>
                  </a:cubicBezTo>
                  <a:cubicBezTo>
                    <a:pt x="196" y="59"/>
                    <a:pt x="178" y="36"/>
                    <a:pt x="152" y="23"/>
                  </a:cubicBezTo>
                  <a:cubicBezTo>
                    <a:pt x="104" y="0"/>
                    <a:pt x="46" y="21"/>
                    <a:pt x="23"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57"/>
            <p:cNvSpPr>
              <a:spLocks/>
            </p:cNvSpPr>
            <p:nvPr/>
          </p:nvSpPr>
          <p:spPr bwMode="auto">
            <a:xfrm>
              <a:off x="1327150" y="2047875"/>
              <a:ext cx="234950" cy="387350"/>
            </a:xfrm>
            <a:custGeom>
              <a:avLst/>
              <a:gdLst>
                <a:gd name="T0" fmla="*/ 84 w 255"/>
                <a:gd name="T1" fmla="*/ 0 h 422"/>
                <a:gd name="T2" fmla="*/ 50 w 255"/>
                <a:gd name="T3" fmla="*/ 14 h 422"/>
                <a:gd name="T4" fmla="*/ 0 w 255"/>
                <a:gd name="T5" fmla="*/ 235 h 422"/>
                <a:gd name="T6" fmla="*/ 84 w 255"/>
                <a:gd name="T7" fmla="*/ 235 h 422"/>
                <a:gd name="T8" fmla="*/ 84 w 255"/>
                <a:gd name="T9" fmla="*/ 377 h 422"/>
                <a:gd name="T10" fmla="*/ 128 w 255"/>
                <a:gd name="T11" fmla="*/ 422 h 422"/>
                <a:gd name="T12" fmla="*/ 173 w 255"/>
                <a:gd name="T13" fmla="*/ 377 h 422"/>
                <a:gd name="T14" fmla="*/ 173 w 255"/>
                <a:gd name="T15" fmla="*/ 235 h 422"/>
                <a:gd name="T16" fmla="*/ 255 w 255"/>
                <a:gd name="T17" fmla="*/ 235 h 422"/>
                <a:gd name="T18" fmla="*/ 233 w 255"/>
                <a:gd name="T19" fmla="*/ 108 h 422"/>
                <a:gd name="T20" fmla="*/ 84 w 255"/>
                <a:gd name="T21" fmla="*/ 0 h 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5" h="422">
                  <a:moveTo>
                    <a:pt x="84" y="0"/>
                  </a:moveTo>
                  <a:cubicBezTo>
                    <a:pt x="50" y="14"/>
                    <a:pt x="50" y="14"/>
                    <a:pt x="50" y="14"/>
                  </a:cubicBezTo>
                  <a:cubicBezTo>
                    <a:pt x="30" y="105"/>
                    <a:pt x="0" y="235"/>
                    <a:pt x="0" y="235"/>
                  </a:cubicBezTo>
                  <a:cubicBezTo>
                    <a:pt x="84" y="235"/>
                    <a:pt x="84" y="235"/>
                    <a:pt x="84" y="235"/>
                  </a:cubicBezTo>
                  <a:cubicBezTo>
                    <a:pt x="84" y="377"/>
                    <a:pt x="84" y="377"/>
                    <a:pt x="84" y="377"/>
                  </a:cubicBezTo>
                  <a:cubicBezTo>
                    <a:pt x="84" y="402"/>
                    <a:pt x="104" y="422"/>
                    <a:pt x="128" y="422"/>
                  </a:cubicBezTo>
                  <a:cubicBezTo>
                    <a:pt x="153" y="422"/>
                    <a:pt x="173" y="402"/>
                    <a:pt x="173" y="377"/>
                  </a:cubicBezTo>
                  <a:cubicBezTo>
                    <a:pt x="173" y="235"/>
                    <a:pt x="173" y="235"/>
                    <a:pt x="173" y="235"/>
                  </a:cubicBezTo>
                  <a:cubicBezTo>
                    <a:pt x="255" y="235"/>
                    <a:pt x="255" y="235"/>
                    <a:pt x="255" y="235"/>
                  </a:cubicBezTo>
                  <a:cubicBezTo>
                    <a:pt x="233" y="108"/>
                    <a:pt x="233" y="108"/>
                    <a:pt x="233" y="108"/>
                  </a:cubicBezTo>
                  <a:cubicBezTo>
                    <a:pt x="127" y="56"/>
                    <a:pt x="84" y="0"/>
                    <a:pt x="8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58"/>
            <p:cNvSpPr>
              <a:spLocks/>
            </p:cNvSpPr>
            <p:nvPr/>
          </p:nvSpPr>
          <p:spPr bwMode="auto">
            <a:xfrm>
              <a:off x="1524000" y="1938338"/>
              <a:ext cx="101600" cy="107950"/>
            </a:xfrm>
            <a:custGeom>
              <a:avLst/>
              <a:gdLst>
                <a:gd name="T0" fmla="*/ 0 w 112"/>
                <a:gd name="T1" fmla="*/ 11 h 118"/>
                <a:gd name="T2" fmla="*/ 10 w 112"/>
                <a:gd name="T3" fmla="*/ 68 h 118"/>
                <a:gd name="T4" fmla="*/ 87 w 112"/>
                <a:gd name="T5" fmla="*/ 78 h 118"/>
                <a:gd name="T6" fmla="*/ 93 w 112"/>
                <a:gd name="T7" fmla="*/ 103 h 118"/>
                <a:gd name="T8" fmla="*/ 112 w 112"/>
                <a:gd name="T9" fmla="*/ 118 h 118"/>
                <a:gd name="T10" fmla="*/ 100 w 112"/>
                <a:gd name="T11" fmla="*/ 69 h 118"/>
                <a:gd name="T12" fmla="*/ 0 w 112"/>
                <a:gd name="T13" fmla="*/ 11 h 118"/>
              </a:gdLst>
              <a:ahLst/>
              <a:cxnLst>
                <a:cxn ang="0">
                  <a:pos x="T0" y="T1"/>
                </a:cxn>
                <a:cxn ang="0">
                  <a:pos x="T2" y="T3"/>
                </a:cxn>
                <a:cxn ang="0">
                  <a:pos x="T4" y="T5"/>
                </a:cxn>
                <a:cxn ang="0">
                  <a:pos x="T6" y="T7"/>
                </a:cxn>
                <a:cxn ang="0">
                  <a:pos x="T8" y="T9"/>
                </a:cxn>
                <a:cxn ang="0">
                  <a:pos x="T10" y="T11"/>
                </a:cxn>
                <a:cxn ang="0">
                  <a:pos x="T12" y="T13"/>
                </a:cxn>
              </a:cxnLst>
              <a:rect l="0" t="0" r="r" b="b"/>
              <a:pathLst>
                <a:path w="112" h="118">
                  <a:moveTo>
                    <a:pt x="0" y="11"/>
                  </a:moveTo>
                  <a:cubicBezTo>
                    <a:pt x="10" y="68"/>
                    <a:pt x="10" y="68"/>
                    <a:pt x="10" y="68"/>
                  </a:cubicBezTo>
                  <a:cubicBezTo>
                    <a:pt x="87" y="78"/>
                    <a:pt x="87" y="78"/>
                    <a:pt x="87" y="78"/>
                  </a:cubicBezTo>
                  <a:cubicBezTo>
                    <a:pt x="93" y="103"/>
                    <a:pt x="93" y="103"/>
                    <a:pt x="93" y="103"/>
                  </a:cubicBezTo>
                  <a:cubicBezTo>
                    <a:pt x="94" y="105"/>
                    <a:pt x="99" y="118"/>
                    <a:pt x="112" y="118"/>
                  </a:cubicBezTo>
                  <a:cubicBezTo>
                    <a:pt x="107" y="101"/>
                    <a:pt x="103" y="84"/>
                    <a:pt x="100" y="69"/>
                  </a:cubicBezTo>
                  <a:cubicBezTo>
                    <a:pt x="93" y="30"/>
                    <a:pt x="49" y="0"/>
                    <a:pt x="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59"/>
            <p:cNvSpPr>
              <a:spLocks/>
            </p:cNvSpPr>
            <p:nvPr/>
          </p:nvSpPr>
          <p:spPr bwMode="auto">
            <a:xfrm>
              <a:off x="1535113" y="2009775"/>
              <a:ext cx="120650" cy="168275"/>
            </a:xfrm>
            <a:custGeom>
              <a:avLst/>
              <a:gdLst>
                <a:gd name="T0" fmla="*/ 122 w 132"/>
                <a:gd name="T1" fmla="*/ 120 h 183"/>
                <a:gd name="T2" fmla="*/ 103 w 132"/>
                <a:gd name="T3" fmla="*/ 50 h 183"/>
                <a:gd name="T4" fmla="*/ 100 w 132"/>
                <a:gd name="T5" fmla="*/ 50 h 183"/>
                <a:gd name="T6" fmla="*/ 72 w 132"/>
                <a:gd name="T7" fmla="*/ 28 h 183"/>
                <a:gd name="T8" fmla="*/ 67 w 132"/>
                <a:gd name="T9" fmla="*/ 9 h 183"/>
                <a:gd name="T10" fmla="*/ 0 w 132"/>
                <a:gd name="T11" fmla="*/ 0 h 183"/>
                <a:gd name="T12" fmla="*/ 31 w 132"/>
                <a:gd name="T13" fmla="*/ 183 h 183"/>
                <a:gd name="T14" fmla="*/ 105 w 132"/>
                <a:gd name="T15" fmla="*/ 170 h 183"/>
                <a:gd name="T16" fmla="*/ 122 w 132"/>
                <a:gd name="T17" fmla="*/ 12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183">
                  <a:moveTo>
                    <a:pt x="122" y="120"/>
                  </a:moveTo>
                  <a:cubicBezTo>
                    <a:pt x="117" y="100"/>
                    <a:pt x="110" y="75"/>
                    <a:pt x="103" y="50"/>
                  </a:cubicBezTo>
                  <a:cubicBezTo>
                    <a:pt x="102" y="50"/>
                    <a:pt x="101" y="50"/>
                    <a:pt x="100" y="50"/>
                  </a:cubicBezTo>
                  <a:cubicBezTo>
                    <a:pt x="84" y="50"/>
                    <a:pt x="75" y="36"/>
                    <a:pt x="72" y="28"/>
                  </a:cubicBezTo>
                  <a:cubicBezTo>
                    <a:pt x="67" y="9"/>
                    <a:pt x="67" y="9"/>
                    <a:pt x="67" y="9"/>
                  </a:cubicBezTo>
                  <a:cubicBezTo>
                    <a:pt x="0" y="0"/>
                    <a:pt x="0" y="0"/>
                    <a:pt x="0" y="0"/>
                  </a:cubicBezTo>
                  <a:cubicBezTo>
                    <a:pt x="31" y="183"/>
                    <a:pt x="31" y="183"/>
                    <a:pt x="31" y="183"/>
                  </a:cubicBezTo>
                  <a:cubicBezTo>
                    <a:pt x="105" y="170"/>
                    <a:pt x="105" y="170"/>
                    <a:pt x="105" y="170"/>
                  </a:cubicBezTo>
                  <a:cubicBezTo>
                    <a:pt x="105" y="170"/>
                    <a:pt x="132" y="157"/>
                    <a:pt x="122"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60"/>
            <p:cNvSpPr>
              <a:spLocks/>
            </p:cNvSpPr>
            <p:nvPr/>
          </p:nvSpPr>
          <p:spPr bwMode="auto">
            <a:xfrm>
              <a:off x="841375" y="2159000"/>
              <a:ext cx="117475" cy="279400"/>
            </a:xfrm>
            <a:custGeom>
              <a:avLst/>
              <a:gdLst>
                <a:gd name="T0" fmla="*/ 122 w 127"/>
                <a:gd name="T1" fmla="*/ 0 h 304"/>
                <a:gd name="T2" fmla="*/ 121 w 127"/>
                <a:gd name="T3" fmla="*/ 0 h 304"/>
                <a:gd name="T4" fmla="*/ 115 w 127"/>
                <a:gd name="T5" fmla="*/ 48 h 304"/>
                <a:gd name="T6" fmla="*/ 19 w 127"/>
                <a:gd name="T7" fmla="*/ 199 h 304"/>
                <a:gd name="T8" fmla="*/ 38 w 127"/>
                <a:gd name="T9" fmla="*/ 285 h 304"/>
                <a:gd name="T10" fmla="*/ 124 w 127"/>
                <a:gd name="T11" fmla="*/ 266 h 304"/>
                <a:gd name="T12" fmla="*/ 127 w 127"/>
                <a:gd name="T13" fmla="*/ 262 h 304"/>
                <a:gd name="T14" fmla="*/ 122 w 127"/>
                <a:gd name="T15" fmla="*/ 236 h 304"/>
                <a:gd name="T16" fmla="*/ 122 w 127"/>
                <a:gd name="T17" fmla="*/ 0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304">
                  <a:moveTo>
                    <a:pt x="122" y="0"/>
                  </a:moveTo>
                  <a:cubicBezTo>
                    <a:pt x="121" y="0"/>
                    <a:pt x="121" y="0"/>
                    <a:pt x="121" y="0"/>
                  </a:cubicBezTo>
                  <a:cubicBezTo>
                    <a:pt x="115" y="48"/>
                    <a:pt x="115" y="48"/>
                    <a:pt x="115" y="48"/>
                  </a:cubicBezTo>
                  <a:cubicBezTo>
                    <a:pt x="19" y="199"/>
                    <a:pt x="19" y="199"/>
                    <a:pt x="19" y="199"/>
                  </a:cubicBezTo>
                  <a:cubicBezTo>
                    <a:pt x="0" y="228"/>
                    <a:pt x="9" y="267"/>
                    <a:pt x="38" y="285"/>
                  </a:cubicBezTo>
                  <a:cubicBezTo>
                    <a:pt x="67" y="304"/>
                    <a:pt x="105" y="295"/>
                    <a:pt x="124" y="266"/>
                  </a:cubicBezTo>
                  <a:cubicBezTo>
                    <a:pt x="127" y="262"/>
                    <a:pt x="127" y="262"/>
                    <a:pt x="127" y="262"/>
                  </a:cubicBezTo>
                  <a:cubicBezTo>
                    <a:pt x="124" y="254"/>
                    <a:pt x="122" y="245"/>
                    <a:pt x="122" y="236"/>
                  </a:cubicBezTo>
                  <a:lnTo>
                    <a:pt x="12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61"/>
            <p:cNvSpPr>
              <a:spLocks/>
            </p:cNvSpPr>
            <p:nvPr/>
          </p:nvSpPr>
          <p:spPr bwMode="auto">
            <a:xfrm>
              <a:off x="1265238" y="1892300"/>
              <a:ext cx="271462" cy="225425"/>
            </a:xfrm>
            <a:custGeom>
              <a:avLst/>
              <a:gdLst>
                <a:gd name="T0" fmla="*/ 76 w 295"/>
                <a:gd name="T1" fmla="*/ 168 h 245"/>
                <a:gd name="T2" fmla="*/ 76 w 295"/>
                <a:gd name="T3" fmla="*/ 168 h 245"/>
                <a:gd name="T4" fmla="*/ 109 w 295"/>
                <a:gd name="T5" fmla="*/ 173 h 245"/>
                <a:gd name="T6" fmla="*/ 216 w 295"/>
                <a:gd name="T7" fmla="*/ 130 h 245"/>
                <a:gd name="T8" fmla="*/ 203 w 295"/>
                <a:gd name="T9" fmla="*/ 147 h 245"/>
                <a:gd name="T10" fmla="*/ 170 w 295"/>
                <a:gd name="T11" fmla="*/ 160 h 245"/>
                <a:gd name="T12" fmla="*/ 295 w 295"/>
                <a:gd name="T13" fmla="*/ 245 h 245"/>
                <a:gd name="T14" fmla="*/ 268 w 295"/>
                <a:gd name="T15" fmla="*/ 87 h 245"/>
                <a:gd name="T16" fmla="*/ 202 w 295"/>
                <a:gd name="T17" fmla="*/ 29 h 245"/>
                <a:gd name="T18" fmla="*/ 139 w 295"/>
                <a:gd name="T19" fmla="*/ 77 h 245"/>
                <a:gd name="T20" fmla="*/ 169 w 295"/>
                <a:gd name="T21" fmla="*/ 65 h 245"/>
                <a:gd name="T22" fmla="*/ 192 w 295"/>
                <a:gd name="T23" fmla="*/ 67 h 245"/>
                <a:gd name="T24" fmla="*/ 184 w 295"/>
                <a:gd name="T25" fmla="*/ 69 h 245"/>
                <a:gd name="T26" fmla="*/ 184 w 295"/>
                <a:gd name="T27" fmla="*/ 69 h 245"/>
                <a:gd name="T28" fmla="*/ 111 w 295"/>
                <a:gd name="T29" fmla="*/ 99 h 245"/>
                <a:gd name="T30" fmla="*/ 54 w 295"/>
                <a:gd name="T31" fmla="*/ 19 h 245"/>
                <a:gd name="T32" fmla="*/ 54 w 295"/>
                <a:gd name="T33" fmla="*/ 19 h 245"/>
                <a:gd name="T34" fmla="*/ 6 w 295"/>
                <a:gd name="T35" fmla="*/ 11 h 245"/>
                <a:gd name="T36" fmla="*/ 0 w 295"/>
                <a:gd name="T37" fmla="*/ 17 h 245"/>
                <a:gd name="T38" fmla="*/ 67 w 295"/>
                <a:gd name="T39" fmla="*/ 121 h 245"/>
                <a:gd name="T40" fmla="*/ 76 w 295"/>
                <a:gd name="T41" fmla="*/ 168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5" h="245">
                  <a:moveTo>
                    <a:pt x="76" y="168"/>
                  </a:moveTo>
                  <a:cubicBezTo>
                    <a:pt x="76" y="168"/>
                    <a:pt x="76" y="168"/>
                    <a:pt x="76" y="168"/>
                  </a:cubicBezTo>
                  <a:cubicBezTo>
                    <a:pt x="85" y="175"/>
                    <a:pt x="98" y="177"/>
                    <a:pt x="109" y="173"/>
                  </a:cubicBezTo>
                  <a:cubicBezTo>
                    <a:pt x="216" y="130"/>
                    <a:pt x="216" y="130"/>
                    <a:pt x="216" y="130"/>
                  </a:cubicBezTo>
                  <a:cubicBezTo>
                    <a:pt x="217" y="139"/>
                    <a:pt x="212" y="143"/>
                    <a:pt x="203" y="147"/>
                  </a:cubicBezTo>
                  <a:cubicBezTo>
                    <a:pt x="170" y="160"/>
                    <a:pt x="170" y="160"/>
                    <a:pt x="170" y="160"/>
                  </a:cubicBezTo>
                  <a:cubicBezTo>
                    <a:pt x="229" y="218"/>
                    <a:pt x="295" y="245"/>
                    <a:pt x="295" y="245"/>
                  </a:cubicBezTo>
                  <a:cubicBezTo>
                    <a:pt x="281" y="166"/>
                    <a:pt x="268" y="88"/>
                    <a:pt x="268" y="87"/>
                  </a:cubicBezTo>
                  <a:cubicBezTo>
                    <a:pt x="264" y="54"/>
                    <a:pt x="236" y="29"/>
                    <a:pt x="202" y="29"/>
                  </a:cubicBezTo>
                  <a:cubicBezTo>
                    <a:pt x="172" y="29"/>
                    <a:pt x="147" y="49"/>
                    <a:pt x="139" y="77"/>
                  </a:cubicBezTo>
                  <a:cubicBezTo>
                    <a:pt x="169" y="65"/>
                    <a:pt x="169" y="65"/>
                    <a:pt x="169" y="65"/>
                  </a:cubicBezTo>
                  <a:cubicBezTo>
                    <a:pt x="181" y="60"/>
                    <a:pt x="188" y="61"/>
                    <a:pt x="192" y="67"/>
                  </a:cubicBezTo>
                  <a:cubicBezTo>
                    <a:pt x="184" y="69"/>
                    <a:pt x="184" y="69"/>
                    <a:pt x="184" y="69"/>
                  </a:cubicBezTo>
                  <a:cubicBezTo>
                    <a:pt x="184" y="69"/>
                    <a:pt x="184" y="69"/>
                    <a:pt x="184" y="69"/>
                  </a:cubicBezTo>
                  <a:cubicBezTo>
                    <a:pt x="111" y="99"/>
                    <a:pt x="111" y="99"/>
                    <a:pt x="111" y="99"/>
                  </a:cubicBezTo>
                  <a:cubicBezTo>
                    <a:pt x="54" y="19"/>
                    <a:pt x="54" y="19"/>
                    <a:pt x="54" y="19"/>
                  </a:cubicBezTo>
                  <a:cubicBezTo>
                    <a:pt x="54" y="19"/>
                    <a:pt x="54" y="19"/>
                    <a:pt x="54" y="19"/>
                  </a:cubicBezTo>
                  <a:cubicBezTo>
                    <a:pt x="43" y="3"/>
                    <a:pt x="22" y="0"/>
                    <a:pt x="6" y="11"/>
                  </a:cubicBezTo>
                  <a:cubicBezTo>
                    <a:pt x="4" y="12"/>
                    <a:pt x="2" y="14"/>
                    <a:pt x="0" y="17"/>
                  </a:cubicBezTo>
                  <a:cubicBezTo>
                    <a:pt x="20" y="48"/>
                    <a:pt x="66" y="121"/>
                    <a:pt x="67" y="121"/>
                  </a:cubicBezTo>
                  <a:cubicBezTo>
                    <a:pt x="76" y="135"/>
                    <a:pt x="79" y="151"/>
                    <a:pt x="76" y="1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62"/>
            <p:cNvSpPr>
              <a:spLocks/>
            </p:cNvSpPr>
            <p:nvPr/>
          </p:nvSpPr>
          <p:spPr bwMode="auto">
            <a:xfrm>
              <a:off x="738188" y="1643063"/>
              <a:ext cx="590550" cy="790575"/>
            </a:xfrm>
            <a:custGeom>
              <a:avLst/>
              <a:gdLst>
                <a:gd name="T0" fmla="*/ 552 w 643"/>
                <a:gd name="T1" fmla="*/ 282 h 860"/>
                <a:gd name="T2" fmla="*/ 562 w 643"/>
                <a:gd name="T3" fmla="*/ 111 h 860"/>
                <a:gd name="T4" fmla="*/ 575 w 643"/>
                <a:gd name="T5" fmla="*/ 126 h 860"/>
                <a:gd name="T6" fmla="*/ 573 w 643"/>
                <a:gd name="T7" fmla="*/ 167 h 860"/>
                <a:gd name="T8" fmla="*/ 582 w 643"/>
                <a:gd name="T9" fmla="*/ 54 h 860"/>
                <a:gd name="T10" fmla="*/ 467 w 643"/>
                <a:gd name="T11" fmla="*/ 15 h 860"/>
                <a:gd name="T12" fmla="*/ 467 w 643"/>
                <a:gd name="T13" fmla="*/ 15 h 860"/>
                <a:gd name="T14" fmla="*/ 221 w 643"/>
                <a:gd name="T15" fmla="*/ 143 h 860"/>
                <a:gd name="T16" fmla="*/ 160 w 643"/>
                <a:gd name="T17" fmla="*/ 204 h 860"/>
                <a:gd name="T18" fmla="*/ 1 w 643"/>
                <a:gd name="T19" fmla="*/ 446 h 860"/>
                <a:gd name="T20" fmla="*/ 1 w 643"/>
                <a:gd name="T21" fmla="*/ 446 h 860"/>
                <a:gd name="T22" fmla="*/ 0 w 643"/>
                <a:gd name="T23" fmla="*/ 451 h 860"/>
                <a:gd name="T24" fmla="*/ 4 w 643"/>
                <a:gd name="T25" fmla="*/ 458 h 860"/>
                <a:gd name="T26" fmla="*/ 4 w 643"/>
                <a:gd name="T27" fmla="*/ 458 h 860"/>
                <a:gd name="T28" fmla="*/ 4 w 643"/>
                <a:gd name="T29" fmla="*/ 458 h 860"/>
                <a:gd name="T30" fmla="*/ 250 w 643"/>
                <a:gd name="T31" fmla="*/ 551 h 860"/>
                <a:gd name="T32" fmla="*/ 250 w 643"/>
                <a:gd name="T33" fmla="*/ 797 h 860"/>
                <a:gd name="T34" fmla="*/ 312 w 643"/>
                <a:gd name="T35" fmla="*/ 860 h 860"/>
                <a:gd name="T36" fmla="*/ 374 w 643"/>
                <a:gd name="T37" fmla="*/ 797 h 860"/>
                <a:gd name="T38" fmla="*/ 374 w 643"/>
                <a:gd name="T39" fmla="*/ 599 h 860"/>
                <a:gd name="T40" fmla="*/ 405 w 643"/>
                <a:gd name="T41" fmla="*/ 610 h 860"/>
                <a:gd name="T42" fmla="*/ 408 w 643"/>
                <a:gd name="T43" fmla="*/ 610 h 860"/>
                <a:gd name="T44" fmla="*/ 416 w 643"/>
                <a:gd name="T45" fmla="*/ 602 h 860"/>
                <a:gd name="T46" fmla="*/ 413 w 643"/>
                <a:gd name="T47" fmla="*/ 294 h 860"/>
                <a:gd name="T48" fmla="*/ 442 w 643"/>
                <a:gd name="T49" fmla="*/ 271 h 860"/>
                <a:gd name="T50" fmla="*/ 450 w 643"/>
                <a:gd name="T51" fmla="*/ 120 h 860"/>
                <a:gd name="T52" fmla="*/ 465 w 643"/>
                <a:gd name="T53" fmla="*/ 106 h 860"/>
                <a:gd name="T54" fmla="*/ 465 w 643"/>
                <a:gd name="T55" fmla="*/ 106 h 860"/>
                <a:gd name="T56" fmla="*/ 466 w 643"/>
                <a:gd name="T57" fmla="*/ 106 h 860"/>
                <a:gd name="T58" fmla="*/ 456 w 643"/>
                <a:gd name="T59" fmla="*/ 292 h 860"/>
                <a:gd name="T60" fmla="*/ 456 w 643"/>
                <a:gd name="T61" fmla="*/ 292 h 860"/>
                <a:gd name="T62" fmla="*/ 456 w 643"/>
                <a:gd name="T63" fmla="*/ 292 h 860"/>
                <a:gd name="T64" fmla="*/ 464 w 643"/>
                <a:gd name="T65" fmla="*/ 322 h 860"/>
                <a:gd name="T66" fmla="*/ 464 w 643"/>
                <a:gd name="T67" fmla="*/ 322 h 860"/>
                <a:gd name="T68" fmla="*/ 549 w 643"/>
                <a:gd name="T69" fmla="*/ 455 h 860"/>
                <a:gd name="T70" fmla="*/ 616 w 643"/>
                <a:gd name="T71" fmla="*/ 468 h 860"/>
                <a:gd name="T72" fmla="*/ 628 w 643"/>
                <a:gd name="T73" fmla="*/ 401 h 860"/>
                <a:gd name="T74" fmla="*/ 552 w 643"/>
                <a:gd name="T75" fmla="*/ 282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43" h="860">
                  <a:moveTo>
                    <a:pt x="552" y="282"/>
                  </a:moveTo>
                  <a:cubicBezTo>
                    <a:pt x="562" y="111"/>
                    <a:pt x="562" y="111"/>
                    <a:pt x="562" y="111"/>
                  </a:cubicBezTo>
                  <a:cubicBezTo>
                    <a:pt x="569" y="112"/>
                    <a:pt x="575" y="119"/>
                    <a:pt x="575" y="126"/>
                  </a:cubicBezTo>
                  <a:cubicBezTo>
                    <a:pt x="573" y="167"/>
                    <a:pt x="573" y="167"/>
                    <a:pt x="573" y="167"/>
                  </a:cubicBezTo>
                  <a:cubicBezTo>
                    <a:pt x="601" y="137"/>
                    <a:pt x="606" y="90"/>
                    <a:pt x="582" y="54"/>
                  </a:cubicBezTo>
                  <a:cubicBezTo>
                    <a:pt x="557" y="18"/>
                    <a:pt x="507" y="0"/>
                    <a:pt x="467" y="15"/>
                  </a:cubicBezTo>
                  <a:cubicBezTo>
                    <a:pt x="467" y="15"/>
                    <a:pt x="467" y="15"/>
                    <a:pt x="467" y="15"/>
                  </a:cubicBezTo>
                  <a:cubicBezTo>
                    <a:pt x="221" y="143"/>
                    <a:pt x="221" y="143"/>
                    <a:pt x="221" y="143"/>
                  </a:cubicBezTo>
                  <a:cubicBezTo>
                    <a:pt x="196" y="157"/>
                    <a:pt x="175" y="178"/>
                    <a:pt x="160" y="204"/>
                  </a:cubicBezTo>
                  <a:cubicBezTo>
                    <a:pt x="1" y="446"/>
                    <a:pt x="1" y="446"/>
                    <a:pt x="1" y="446"/>
                  </a:cubicBezTo>
                  <a:cubicBezTo>
                    <a:pt x="1" y="446"/>
                    <a:pt x="1" y="446"/>
                    <a:pt x="1" y="446"/>
                  </a:cubicBezTo>
                  <a:cubicBezTo>
                    <a:pt x="0" y="448"/>
                    <a:pt x="0" y="449"/>
                    <a:pt x="0" y="451"/>
                  </a:cubicBezTo>
                  <a:cubicBezTo>
                    <a:pt x="0" y="454"/>
                    <a:pt x="2" y="457"/>
                    <a:pt x="4" y="458"/>
                  </a:cubicBezTo>
                  <a:cubicBezTo>
                    <a:pt x="4" y="458"/>
                    <a:pt x="4" y="458"/>
                    <a:pt x="4" y="458"/>
                  </a:cubicBezTo>
                  <a:cubicBezTo>
                    <a:pt x="4" y="458"/>
                    <a:pt x="4" y="458"/>
                    <a:pt x="4" y="458"/>
                  </a:cubicBezTo>
                  <a:cubicBezTo>
                    <a:pt x="5" y="459"/>
                    <a:pt x="250" y="551"/>
                    <a:pt x="250" y="551"/>
                  </a:cubicBezTo>
                  <a:cubicBezTo>
                    <a:pt x="250" y="797"/>
                    <a:pt x="250" y="797"/>
                    <a:pt x="250" y="797"/>
                  </a:cubicBezTo>
                  <a:cubicBezTo>
                    <a:pt x="250" y="832"/>
                    <a:pt x="277" y="860"/>
                    <a:pt x="312" y="860"/>
                  </a:cubicBezTo>
                  <a:cubicBezTo>
                    <a:pt x="346" y="860"/>
                    <a:pt x="374" y="832"/>
                    <a:pt x="374" y="797"/>
                  </a:cubicBezTo>
                  <a:cubicBezTo>
                    <a:pt x="374" y="599"/>
                    <a:pt x="374" y="599"/>
                    <a:pt x="374" y="599"/>
                  </a:cubicBezTo>
                  <a:cubicBezTo>
                    <a:pt x="405" y="610"/>
                    <a:pt x="405" y="610"/>
                    <a:pt x="405" y="610"/>
                  </a:cubicBezTo>
                  <a:cubicBezTo>
                    <a:pt x="406" y="610"/>
                    <a:pt x="407" y="610"/>
                    <a:pt x="408" y="610"/>
                  </a:cubicBezTo>
                  <a:cubicBezTo>
                    <a:pt x="412" y="610"/>
                    <a:pt x="416" y="607"/>
                    <a:pt x="416" y="602"/>
                  </a:cubicBezTo>
                  <a:cubicBezTo>
                    <a:pt x="413" y="294"/>
                    <a:pt x="413" y="294"/>
                    <a:pt x="413" y="294"/>
                  </a:cubicBezTo>
                  <a:cubicBezTo>
                    <a:pt x="442" y="271"/>
                    <a:pt x="442" y="271"/>
                    <a:pt x="442" y="271"/>
                  </a:cubicBezTo>
                  <a:cubicBezTo>
                    <a:pt x="443" y="265"/>
                    <a:pt x="450" y="120"/>
                    <a:pt x="450" y="120"/>
                  </a:cubicBezTo>
                  <a:cubicBezTo>
                    <a:pt x="451" y="112"/>
                    <a:pt x="457" y="106"/>
                    <a:pt x="465" y="106"/>
                  </a:cubicBezTo>
                  <a:cubicBezTo>
                    <a:pt x="465" y="106"/>
                    <a:pt x="465" y="106"/>
                    <a:pt x="465" y="106"/>
                  </a:cubicBezTo>
                  <a:cubicBezTo>
                    <a:pt x="465" y="106"/>
                    <a:pt x="466" y="106"/>
                    <a:pt x="466" y="106"/>
                  </a:cubicBezTo>
                  <a:cubicBezTo>
                    <a:pt x="464" y="138"/>
                    <a:pt x="456" y="292"/>
                    <a:pt x="456" y="292"/>
                  </a:cubicBezTo>
                  <a:cubicBezTo>
                    <a:pt x="456" y="292"/>
                    <a:pt x="456" y="292"/>
                    <a:pt x="456" y="292"/>
                  </a:cubicBezTo>
                  <a:cubicBezTo>
                    <a:pt x="456" y="292"/>
                    <a:pt x="456" y="292"/>
                    <a:pt x="456" y="292"/>
                  </a:cubicBezTo>
                  <a:cubicBezTo>
                    <a:pt x="455" y="303"/>
                    <a:pt x="458" y="313"/>
                    <a:pt x="464" y="322"/>
                  </a:cubicBezTo>
                  <a:cubicBezTo>
                    <a:pt x="464" y="322"/>
                    <a:pt x="464" y="322"/>
                    <a:pt x="464" y="322"/>
                  </a:cubicBezTo>
                  <a:cubicBezTo>
                    <a:pt x="464" y="322"/>
                    <a:pt x="549" y="455"/>
                    <a:pt x="549" y="455"/>
                  </a:cubicBezTo>
                  <a:cubicBezTo>
                    <a:pt x="564" y="477"/>
                    <a:pt x="594" y="483"/>
                    <a:pt x="616" y="468"/>
                  </a:cubicBezTo>
                  <a:cubicBezTo>
                    <a:pt x="638" y="453"/>
                    <a:pt x="643" y="423"/>
                    <a:pt x="628" y="401"/>
                  </a:cubicBezTo>
                  <a:cubicBezTo>
                    <a:pt x="628" y="401"/>
                    <a:pt x="552" y="282"/>
                    <a:pt x="552" y="2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63"/>
            <p:cNvSpPr>
              <a:spLocks/>
            </p:cNvSpPr>
            <p:nvPr/>
          </p:nvSpPr>
          <p:spPr bwMode="auto">
            <a:xfrm>
              <a:off x="1238250" y="1447800"/>
              <a:ext cx="263525" cy="301625"/>
            </a:xfrm>
            <a:custGeom>
              <a:avLst/>
              <a:gdLst>
                <a:gd name="T0" fmla="*/ 65 w 285"/>
                <a:gd name="T1" fmla="*/ 67 h 329"/>
                <a:gd name="T2" fmla="*/ 103 w 285"/>
                <a:gd name="T3" fmla="*/ 93 h 329"/>
                <a:gd name="T4" fmla="*/ 87 w 285"/>
                <a:gd name="T5" fmla="*/ 101 h 329"/>
                <a:gd name="T6" fmla="*/ 57 w 285"/>
                <a:gd name="T7" fmla="*/ 263 h 329"/>
                <a:gd name="T8" fmla="*/ 218 w 285"/>
                <a:gd name="T9" fmla="*/ 293 h 329"/>
                <a:gd name="T10" fmla="*/ 248 w 285"/>
                <a:gd name="T11" fmla="*/ 132 h 329"/>
                <a:gd name="T12" fmla="*/ 127 w 285"/>
                <a:gd name="T13" fmla="*/ 84 h 329"/>
                <a:gd name="T14" fmla="*/ 58 w 285"/>
                <a:gd name="T15" fmla="*/ 2 h 329"/>
                <a:gd name="T16" fmla="*/ 0 w 285"/>
                <a:gd name="T17" fmla="*/ 79 h 329"/>
                <a:gd name="T18" fmla="*/ 65 w 285"/>
                <a:gd name="T19" fmla="*/ 67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5" h="329">
                  <a:moveTo>
                    <a:pt x="65" y="67"/>
                  </a:moveTo>
                  <a:cubicBezTo>
                    <a:pt x="81" y="71"/>
                    <a:pt x="95" y="80"/>
                    <a:pt x="103" y="93"/>
                  </a:cubicBezTo>
                  <a:cubicBezTo>
                    <a:pt x="98" y="95"/>
                    <a:pt x="92" y="98"/>
                    <a:pt x="87" y="101"/>
                  </a:cubicBezTo>
                  <a:cubicBezTo>
                    <a:pt x="34" y="138"/>
                    <a:pt x="21" y="210"/>
                    <a:pt x="57" y="263"/>
                  </a:cubicBezTo>
                  <a:cubicBezTo>
                    <a:pt x="93" y="316"/>
                    <a:pt x="165" y="329"/>
                    <a:pt x="218" y="293"/>
                  </a:cubicBezTo>
                  <a:cubicBezTo>
                    <a:pt x="271" y="257"/>
                    <a:pt x="285" y="185"/>
                    <a:pt x="248" y="132"/>
                  </a:cubicBezTo>
                  <a:cubicBezTo>
                    <a:pt x="221" y="91"/>
                    <a:pt x="172" y="74"/>
                    <a:pt x="127" y="84"/>
                  </a:cubicBezTo>
                  <a:cubicBezTo>
                    <a:pt x="126" y="43"/>
                    <a:pt x="101" y="0"/>
                    <a:pt x="58" y="2"/>
                  </a:cubicBezTo>
                  <a:cubicBezTo>
                    <a:pt x="7" y="5"/>
                    <a:pt x="0" y="79"/>
                    <a:pt x="0" y="79"/>
                  </a:cubicBezTo>
                  <a:cubicBezTo>
                    <a:pt x="25" y="57"/>
                    <a:pt x="50" y="63"/>
                    <a:pt x="65"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113"/>
            <p:cNvSpPr>
              <a:spLocks noEditPoints="1"/>
            </p:cNvSpPr>
            <p:nvPr/>
          </p:nvSpPr>
          <p:spPr bwMode="auto">
            <a:xfrm>
              <a:off x="603250" y="871538"/>
              <a:ext cx="512762" cy="515937"/>
            </a:xfrm>
            <a:custGeom>
              <a:avLst/>
              <a:gdLst>
                <a:gd name="T0" fmla="*/ 178 w 557"/>
                <a:gd name="T1" fmla="*/ 172 h 561"/>
                <a:gd name="T2" fmla="*/ 153 w 557"/>
                <a:gd name="T3" fmla="*/ 99 h 561"/>
                <a:gd name="T4" fmla="*/ 87 w 557"/>
                <a:gd name="T5" fmla="*/ 67 h 561"/>
                <a:gd name="T6" fmla="*/ 111 w 557"/>
                <a:gd name="T7" fmla="*/ 140 h 561"/>
                <a:gd name="T8" fmla="*/ 390 w 557"/>
                <a:gd name="T9" fmla="*/ 390 h 561"/>
                <a:gd name="T10" fmla="*/ 383 w 557"/>
                <a:gd name="T11" fmla="*/ 397 h 561"/>
                <a:gd name="T12" fmla="*/ 480 w 557"/>
                <a:gd name="T13" fmla="*/ 491 h 561"/>
                <a:gd name="T14" fmla="*/ 488 w 557"/>
                <a:gd name="T15" fmla="*/ 484 h 561"/>
                <a:gd name="T16" fmla="*/ 390 w 557"/>
                <a:gd name="T17" fmla="*/ 390 h 561"/>
                <a:gd name="T18" fmla="*/ 101 w 557"/>
                <a:gd name="T19" fmla="*/ 410 h 561"/>
                <a:gd name="T20" fmla="*/ 70 w 557"/>
                <a:gd name="T21" fmla="*/ 481 h 561"/>
                <a:gd name="T22" fmla="*/ 142 w 557"/>
                <a:gd name="T23" fmla="*/ 455 h 561"/>
                <a:gd name="T24" fmla="*/ 172 w 557"/>
                <a:gd name="T25" fmla="*/ 385 h 561"/>
                <a:gd name="T26" fmla="*/ 388 w 557"/>
                <a:gd name="T27" fmla="*/ 186 h 561"/>
                <a:gd name="T28" fmla="*/ 476 w 557"/>
                <a:gd name="T29" fmla="*/ 100 h 561"/>
                <a:gd name="T30" fmla="*/ 469 w 557"/>
                <a:gd name="T31" fmla="*/ 92 h 561"/>
                <a:gd name="T32" fmla="*/ 380 w 557"/>
                <a:gd name="T33" fmla="*/ 178 h 561"/>
                <a:gd name="T34" fmla="*/ 388 w 557"/>
                <a:gd name="T35" fmla="*/ 186 h 561"/>
                <a:gd name="T36" fmla="*/ 134 w 557"/>
                <a:gd name="T37" fmla="*/ 242 h 561"/>
                <a:gd name="T38" fmla="*/ 137 w 557"/>
                <a:gd name="T39" fmla="*/ 231 h 561"/>
                <a:gd name="T40" fmla="*/ 13 w 557"/>
                <a:gd name="T41" fmla="*/ 190 h 561"/>
                <a:gd name="T42" fmla="*/ 10 w 557"/>
                <a:gd name="T43" fmla="*/ 200 h 561"/>
                <a:gd name="T44" fmla="*/ 496 w 557"/>
                <a:gd name="T45" fmla="*/ 319 h 561"/>
                <a:gd name="T46" fmla="*/ 423 w 557"/>
                <a:gd name="T47" fmla="*/ 327 h 561"/>
                <a:gd name="T48" fmla="*/ 482 w 557"/>
                <a:gd name="T49" fmla="*/ 375 h 561"/>
                <a:gd name="T50" fmla="*/ 557 w 557"/>
                <a:gd name="T51" fmla="*/ 367 h 561"/>
                <a:gd name="T52" fmla="*/ 496 w 557"/>
                <a:gd name="T53" fmla="*/ 319 h 561"/>
                <a:gd name="T54" fmla="*/ 233 w 557"/>
                <a:gd name="T55" fmla="*/ 426 h 561"/>
                <a:gd name="T56" fmla="*/ 196 w 557"/>
                <a:gd name="T57" fmla="*/ 555 h 561"/>
                <a:gd name="T58" fmla="*/ 206 w 557"/>
                <a:gd name="T59" fmla="*/ 557 h 561"/>
                <a:gd name="T60" fmla="*/ 244 w 557"/>
                <a:gd name="T61" fmla="*/ 429 h 561"/>
                <a:gd name="T62" fmla="*/ 318 w 557"/>
                <a:gd name="T63" fmla="*/ 141 h 561"/>
                <a:gd name="T64" fmla="*/ 362 w 557"/>
                <a:gd name="T65" fmla="*/ 86 h 561"/>
                <a:gd name="T66" fmla="*/ 351 w 557"/>
                <a:gd name="T67" fmla="*/ 12 h 561"/>
                <a:gd name="T68" fmla="*/ 307 w 557"/>
                <a:gd name="T69" fmla="*/ 67 h 561"/>
                <a:gd name="T70" fmla="*/ 318 w 557"/>
                <a:gd name="T71" fmla="*/ 141 h 561"/>
                <a:gd name="T72" fmla="*/ 135 w 557"/>
                <a:gd name="T73" fmla="*/ 316 h 561"/>
                <a:gd name="T74" fmla="*/ 62 w 557"/>
                <a:gd name="T75" fmla="*/ 301 h 561"/>
                <a:gd name="T76" fmla="*/ 1 w 557"/>
                <a:gd name="T77" fmla="*/ 347 h 561"/>
                <a:gd name="T78" fmla="*/ 75 w 557"/>
                <a:gd name="T79" fmla="*/ 361 h 561"/>
                <a:gd name="T80" fmla="*/ 422 w 557"/>
                <a:gd name="T81" fmla="*/ 246 h 561"/>
                <a:gd name="T82" fmla="*/ 425 w 557"/>
                <a:gd name="T83" fmla="*/ 256 h 561"/>
                <a:gd name="T84" fmla="*/ 550 w 557"/>
                <a:gd name="T85" fmla="*/ 229 h 561"/>
                <a:gd name="T86" fmla="*/ 547 w 557"/>
                <a:gd name="T87" fmla="*/ 219 h 561"/>
                <a:gd name="T88" fmla="*/ 422 w 557"/>
                <a:gd name="T89" fmla="*/ 246 h 561"/>
                <a:gd name="T90" fmla="*/ 317 w 557"/>
                <a:gd name="T91" fmla="*/ 428 h 561"/>
                <a:gd name="T92" fmla="*/ 306 w 557"/>
                <a:gd name="T93" fmla="*/ 501 h 561"/>
                <a:gd name="T94" fmla="*/ 354 w 557"/>
                <a:gd name="T95" fmla="*/ 560 h 561"/>
                <a:gd name="T96" fmla="*/ 365 w 557"/>
                <a:gd name="T97" fmla="*/ 487 h 561"/>
                <a:gd name="T98" fmla="*/ 237 w 557"/>
                <a:gd name="T99" fmla="*/ 135 h 561"/>
                <a:gd name="T100" fmla="*/ 247 w 557"/>
                <a:gd name="T101" fmla="*/ 133 h 561"/>
                <a:gd name="T102" fmla="*/ 217 w 557"/>
                <a:gd name="T103" fmla="*/ 2 h 561"/>
                <a:gd name="T104" fmla="*/ 207 w 557"/>
                <a:gd name="T105" fmla="*/ 4 h 561"/>
                <a:gd name="T106" fmla="*/ 237 w 557"/>
                <a:gd name="T107" fmla="*/ 135 h 561"/>
                <a:gd name="T108" fmla="*/ 275 w 557"/>
                <a:gd name="T109" fmla="*/ 172 h 561"/>
                <a:gd name="T110" fmla="*/ 273 w 557"/>
                <a:gd name="T111" fmla="*/ 393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57" h="561">
                  <a:moveTo>
                    <a:pt x="172" y="173"/>
                  </a:moveTo>
                  <a:cubicBezTo>
                    <a:pt x="174" y="174"/>
                    <a:pt x="176" y="173"/>
                    <a:pt x="178" y="172"/>
                  </a:cubicBezTo>
                  <a:cubicBezTo>
                    <a:pt x="179" y="170"/>
                    <a:pt x="180" y="168"/>
                    <a:pt x="180" y="166"/>
                  </a:cubicBezTo>
                  <a:cubicBezTo>
                    <a:pt x="179" y="142"/>
                    <a:pt x="170" y="119"/>
                    <a:pt x="153" y="99"/>
                  </a:cubicBezTo>
                  <a:cubicBezTo>
                    <a:pt x="136" y="80"/>
                    <a:pt x="115" y="68"/>
                    <a:pt x="92" y="65"/>
                  </a:cubicBezTo>
                  <a:cubicBezTo>
                    <a:pt x="90" y="65"/>
                    <a:pt x="89" y="65"/>
                    <a:pt x="87" y="67"/>
                  </a:cubicBezTo>
                  <a:cubicBezTo>
                    <a:pt x="86" y="68"/>
                    <a:pt x="85" y="70"/>
                    <a:pt x="85" y="72"/>
                  </a:cubicBezTo>
                  <a:cubicBezTo>
                    <a:pt x="86" y="96"/>
                    <a:pt x="94" y="120"/>
                    <a:pt x="111" y="140"/>
                  </a:cubicBezTo>
                  <a:cubicBezTo>
                    <a:pt x="127" y="159"/>
                    <a:pt x="149" y="170"/>
                    <a:pt x="172" y="173"/>
                  </a:cubicBezTo>
                  <a:close/>
                  <a:moveTo>
                    <a:pt x="390" y="390"/>
                  </a:moveTo>
                  <a:cubicBezTo>
                    <a:pt x="388" y="389"/>
                    <a:pt x="386" y="390"/>
                    <a:pt x="385" y="391"/>
                  </a:cubicBezTo>
                  <a:cubicBezTo>
                    <a:pt x="383" y="393"/>
                    <a:pt x="383" y="395"/>
                    <a:pt x="383" y="397"/>
                  </a:cubicBezTo>
                  <a:cubicBezTo>
                    <a:pt x="385" y="420"/>
                    <a:pt x="395" y="443"/>
                    <a:pt x="414" y="461"/>
                  </a:cubicBezTo>
                  <a:cubicBezTo>
                    <a:pt x="432" y="479"/>
                    <a:pt x="456" y="489"/>
                    <a:pt x="480" y="491"/>
                  </a:cubicBezTo>
                  <a:cubicBezTo>
                    <a:pt x="482" y="491"/>
                    <a:pt x="484" y="491"/>
                    <a:pt x="486" y="489"/>
                  </a:cubicBezTo>
                  <a:cubicBezTo>
                    <a:pt x="487" y="488"/>
                    <a:pt x="488" y="486"/>
                    <a:pt x="488" y="484"/>
                  </a:cubicBezTo>
                  <a:cubicBezTo>
                    <a:pt x="485" y="461"/>
                    <a:pt x="475" y="438"/>
                    <a:pt x="456" y="420"/>
                  </a:cubicBezTo>
                  <a:cubicBezTo>
                    <a:pt x="437" y="402"/>
                    <a:pt x="414" y="392"/>
                    <a:pt x="390" y="390"/>
                  </a:cubicBezTo>
                  <a:close/>
                  <a:moveTo>
                    <a:pt x="167" y="382"/>
                  </a:moveTo>
                  <a:cubicBezTo>
                    <a:pt x="143" y="383"/>
                    <a:pt x="119" y="393"/>
                    <a:pt x="101" y="410"/>
                  </a:cubicBezTo>
                  <a:cubicBezTo>
                    <a:pt x="82" y="428"/>
                    <a:pt x="71" y="452"/>
                    <a:pt x="68" y="475"/>
                  </a:cubicBezTo>
                  <a:cubicBezTo>
                    <a:pt x="68" y="478"/>
                    <a:pt x="68" y="480"/>
                    <a:pt x="70" y="481"/>
                  </a:cubicBezTo>
                  <a:cubicBezTo>
                    <a:pt x="71" y="483"/>
                    <a:pt x="73" y="483"/>
                    <a:pt x="75" y="483"/>
                  </a:cubicBezTo>
                  <a:cubicBezTo>
                    <a:pt x="100" y="482"/>
                    <a:pt x="124" y="473"/>
                    <a:pt x="142" y="455"/>
                  </a:cubicBezTo>
                  <a:cubicBezTo>
                    <a:pt x="161" y="437"/>
                    <a:pt x="172" y="414"/>
                    <a:pt x="174" y="390"/>
                  </a:cubicBezTo>
                  <a:cubicBezTo>
                    <a:pt x="174" y="388"/>
                    <a:pt x="174" y="386"/>
                    <a:pt x="172" y="385"/>
                  </a:cubicBezTo>
                  <a:cubicBezTo>
                    <a:pt x="171" y="383"/>
                    <a:pt x="169" y="382"/>
                    <a:pt x="167" y="382"/>
                  </a:cubicBezTo>
                  <a:close/>
                  <a:moveTo>
                    <a:pt x="388" y="186"/>
                  </a:moveTo>
                  <a:cubicBezTo>
                    <a:pt x="411" y="186"/>
                    <a:pt x="433" y="177"/>
                    <a:pt x="450" y="161"/>
                  </a:cubicBezTo>
                  <a:cubicBezTo>
                    <a:pt x="467" y="144"/>
                    <a:pt x="476" y="123"/>
                    <a:pt x="476" y="100"/>
                  </a:cubicBezTo>
                  <a:cubicBezTo>
                    <a:pt x="477" y="98"/>
                    <a:pt x="476" y="96"/>
                    <a:pt x="474" y="94"/>
                  </a:cubicBezTo>
                  <a:cubicBezTo>
                    <a:pt x="473" y="93"/>
                    <a:pt x="471" y="92"/>
                    <a:pt x="469" y="92"/>
                  </a:cubicBezTo>
                  <a:cubicBezTo>
                    <a:pt x="447" y="92"/>
                    <a:pt x="425" y="100"/>
                    <a:pt x="408" y="116"/>
                  </a:cubicBezTo>
                  <a:cubicBezTo>
                    <a:pt x="391" y="133"/>
                    <a:pt x="382" y="155"/>
                    <a:pt x="380" y="178"/>
                  </a:cubicBezTo>
                  <a:cubicBezTo>
                    <a:pt x="380" y="180"/>
                    <a:pt x="381" y="182"/>
                    <a:pt x="382" y="184"/>
                  </a:cubicBezTo>
                  <a:cubicBezTo>
                    <a:pt x="384" y="185"/>
                    <a:pt x="386" y="186"/>
                    <a:pt x="388" y="186"/>
                  </a:cubicBezTo>
                  <a:close/>
                  <a:moveTo>
                    <a:pt x="64" y="245"/>
                  </a:moveTo>
                  <a:cubicBezTo>
                    <a:pt x="88" y="253"/>
                    <a:pt x="113" y="251"/>
                    <a:pt x="134" y="242"/>
                  </a:cubicBezTo>
                  <a:cubicBezTo>
                    <a:pt x="136" y="241"/>
                    <a:pt x="137" y="239"/>
                    <a:pt x="138" y="237"/>
                  </a:cubicBezTo>
                  <a:cubicBezTo>
                    <a:pt x="138" y="235"/>
                    <a:pt x="138" y="233"/>
                    <a:pt x="137" y="231"/>
                  </a:cubicBezTo>
                  <a:cubicBezTo>
                    <a:pt x="125" y="211"/>
                    <a:pt x="106" y="195"/>
                    <a:pt x="82" y="187"/>
                  </a:cubicBezTo>
                  <a:cubicBezTo>
                    <a:pt x="59" y="178"/>
                    <a:pt x="34" y="180"/>
                    <a:pt x="13" y="190"/>
                  </a:cubicBezTo>
                  <a:cubicBezTo>
                    <a:pt x="11" y="190"/>
                    <a:pt x="10" y="192"/>
                    <a:pt x="9" y="194"/>
                  </a:cubicBezTo>
                  <a:cubicBezTo>
                    <a:pt x="8" y="196"/>
                    <a:pt x="9" y="198"/>
                    <a:pt x="10" y="200"/>
                  </a:cubicBezTo>
                  <a:cubicBezTo>
                    <a:pt x="22" y="221"/>
                    <a:pt x="40" y="237"/>
                    <a:pt x="64" y="245"/>
                  </a:cubicBezTo>
                  <a:close/>
                  <a:moveTo>
                    <a:pt x="496" y="319"/>
                  </a:moveTo>
                  <a:cubicBezTo>
                    <a:pt x="472" y="312"/>
                    <a:pt x="447" y="314"/>
                    <a:pt x="426" y="323"/>
                  </a:cubicBezTo>
                  <a:cubicBezTo>
                    <a:pt x="424" y="323"/>
                    <a:pt x="423" y="325"/>
                    <a:pt x="423" y="327"/>
                  </a:cubicBezTo>
                  <a:cubicBezTo>
                    <a:pt x="422" y="329"/>
                    <a:pt x="422" y="331"/>
                    <a:pt x="424" y="333"/>
                  </a:cubicBezTo>
                  <a:cubicBezTo>
                    <a:pt x="437" y="352"/>
                    <a:pt x="458" y="368"/>
                    <a:pt x="482" y="375"/>
                  </a:cubicBezTo>
                  <a:cubicBezTo>
                    <a:pt x="507" y="382"/>
                    <a:pt x="532" y="380"/>
                    <a:pt x="553" y="371"/>
                  </a:cubicBezTo>
                  <a:cubicBezTo>
                    <a:pt x="555" y="370"/>
                    <a:pt x="556" y="369"/>
                    <a:pt x="557" y="367"/>
                  </a:cubicBezTo>
                  <a:cubicBezTo>
                    <a:pt x="557" y="365"/>
                    <a:pt x="557" y="363"/>
                    <a:pt x="555" y="361"/>
                  </a:cubicBezTo>
                  <a:cubicBezTo>
                    <a:pt x="541" y="342"/>
                    <a:pt x="521" y="326"/>
                    <a:pt x="496" y="319"/>
                  </a:cubicBezTo>
                  <a:close/>
                  <a:moveTo>
                    <a:pt x="239" y="425"/>
                  </a:moveTo>
                  <a:cubicBezTo>
                    <a:pt x="237" y="425"/>
                    <a:pt x="235" y="425"/>
                    <a:pt x="233" y="426"/>
                  </a:cubicBezTo>
                  <a:cubicBezTo>
                    <a:pt x="213" y="439"/>
                    <a:pt x="197" y="459"/>
                    <a:pt x="190" y="483"/>
                  </a:cubicBezTo>
                  <a:cubicBezTo>
                    <a:pt x="183" y="508"/>
                    <a:pt x="185" y="533"/>
                    <a:pt x="196" y="555"/>
                  </a:cubicBezTo>
                  <a:cubicBezTo>
                    <a:pt x="196" y="556"/>
                    <a:pt x="198" y="558"/>
                    <a:pt x="200" y="558"/>
                  </a:cubicBezTo>
                  <a:cubicBezTo>
                    <a:pt x="202" y="559"/>
                    <a:pt x="204" y="559"/>
                    <a:pt x="206" y="557"/>
                  </a:cubicBezTo>
                  <a:cubicBezTo>
                    <a:pt x="227" y="544"/>
                    <a:pt x="242" y="525"/>
                    <a:pt x="250" y="500"/>
                  </a:cubicBezTo>
                  <a:cubicBezTo>
                    <a:pt x="257" y="476"/>
                    <a:pt x="254" y="451"/>
                    <a:pt x="244" y="429"/>
                  </a:cubicBezTo>
                  <a:cubicBezTo>
                    <a:pt x="243" y="427"/>
                    <a:pt x="241" y="426"/>
                    <a:pt x="239" y="425"/>
                  </a:cubicBezTo>
                  <a:close/>
                  <a:moveTo>
                    <a:pt x="318" y="141"/>
                  </a:moveTo>
                  <a:cubicBezTo>
                    <a:pt x="319" y="142"/>
                    <a:pt x="322" y="142"/>
                    <a:pt x="323" y="141"/>
                  </a:cubicBezTo>
                  <a:cubicBezTo>
                    <a:pt x="342" y="129"/>
                    <a:pt x="356" y="110"/>
                    <a:pt x="362" y="86"/>
                  </a:cubicBezTo>
                  <a:cubicBezTo>
                    <a:pt x="368" y="63"/>
                    <a:pt x="365" y="38"/>
                    <a:pt x="355" y="16"/>
                  </a:cubicBezTo>
                  <a:cubicBezTo>
                    <a:pt x="355" y="14"/>
                    <a:pt x="353" y="13"/>
                    <a:pt x="351" y="12"/>
                  </a:cubicBezTo>
                  <a:cubicBezTo>
                    <a:pt x="349" y="11"/>
                    <a:pt x="347" y="12"/>
                    <a:pt x="346" y="13"/>
                  </a:cubicBezTo>
                  <a:cubicBezTo>
                    <a:pt x="327" y="24"/>
                    <a:pt x="313" y="43"/>
                    <a:pt x="307" y="67"/>
                  </a:cubicBezTo>
                  <a:cubicBezTo>
                    <a:pt x="300" y="91"/>
                    <a:pt x="303" y="116"/>
                    <a:pt x="313" y="137"/>
                  </a:cubicBezTo>
                  <a:cubicBezTo>
                    <a:pt x="314" y="139"/>
                    <a:pt x="316" y="141"/>
                    <a:pt x="318" y="141"/>
                  </a:cubicBezTo>
                  <a:close/>
                  <a:moveTo>
                    <a:pt x="134" y="322"/>
                  </a:moveTo>
                  <a:cubicBezTo>
                    <a:pt x="135" y="320"/>
                    <a:pt x="136" y="318"/>
                    <a:pt x="135" y="316"/>
                  </a:cubicBezTo>
                  <a:cubicBezTo>
                    <a:pt x="135" y="314"/>
                    <a:pt x="134" y="312"/>
                    <a:pt x="132" y="311"/>
                  </a:cubicBezTo>
                  <a:cubicBezTo>
                    <a:pt x="111" y="300"/>
                    <a:pt x="87" y="295"/>
                    <a:pt x="62" y="301"/>
                  </a:cubicBezTo>
                  <a:cubicBezTo>
                    <a:pt x="37" y="307"/>
                    <a:pt x="16" y="322"/>
                    <a:pt x="2" y="341"/>
                  </a:cubicBezTo>
                  <a:cubicBezTo>
                    <a:pt x="1" y="343"/>
                    <a:pt x="0" y="345"/>
                    <a:pt x="1" y="347"/>
                  </a:cubicBezTo>
                  <a:cubicBezTo>
                    <a:pt x="1" y="349"/>
                    <a:pt x="3" y="351"/>
                    <a:pt x="4" y="352"/>
                  </a:cubicBezTo>
                  <a:cubicBezTo>
                    <a:pt x="25" y="363"/>
                    <a:pt x="50" y="367"/>
                    <a:pt x="75" y="361"/>
                  </a:cubicBezTo>
                  <a:cubicBezTo>
                    <a:pt x="100" y="355"/>
                    <a:pt x="120" y="341"/>
                    <a:pt x="134" y="322"/>
                  </a:cubicBezTo>
                  <a:close/>
                  <a:moveTo>
                    <a:pt x="422" y="246"/>
                  </a:moveTo>
                  <a:cubicBezTo>
                    <a:pt x="421" y="247"/>
                    <a:pt x="421" y="249"/>
                    <a:pt x="421" y="251"/>
                  </a:cubicBezTo>
                  <a:cubicBezTo>
                    <a:pt x="422" y="253"/>
                    <a:pt x="423" y="255"/>
                    <a:pt x="425" y="256"/>
                  </a:cubicBezTo>
                  <a:cubicBezTo>
                    <a:pt x="446" y="267"/>
                    <a:pt x="471" y="271"/>
                    <a:pt x="495" y="266"/>
                  </a:cubicBezTo>
                  <a:cubicBezTo>
                    <a:pt x="518" y="261"/>
                    <a:pt x="538" y="247"/>
                    <a:pt x="550" y="229"/>
                  </a:cubicBezTo>
                  <a:cubicBezTo>
                    <a:pt x="551" y="227"/>
                    <a:pt x="551" y="225"/>
                    <a:pt x="550" y="223"/>
                  </a:cubicBezTo>
                  <a:cubicBezTo>
                    <a:pt x="550" y="221"/>
                    <a:pt x="548" y="220"/>
                    <a:pt x="547" y="219"/>
                  </a:cubicBezTo>
                  <a:cubicBezTo>
                    <a:pt x="526" y="208"/>
                    <a:pt x="501" y="203"/>
                    <a:pt x="478" y="208"/>
                  </a:cubicBezTo>
                  <a:cubicBezTo>
                    <a:pt x="454" y="214"/>
                    <a:pt x="435" y="227"/>
                    <a:pt x="422" y="246"/>
                  </a:cubicBezTo>
                  <a:close/>
                  <a:moveTo>
                    <a:pt x="323" y="429"/>
                  </a:moveTo>
                  <a:cubicBezTo>
                    <a:pt x="322" y="428"/>
                    <a:pt x="319" y="427"/>
                    <a:pt x="317" y="428"/>
                  </a:cubicBezTo>
                  <a:cubicBezTo>
                    <a:pt x="315" y="428"/>
                    <a:pt x="314" y="429"/>
                    <a:pt x="313" y="431"/>
                  </a:cubicBezTo>
                  <a:cubicBezTo>
                    <a:pt x="302" y="452"/>
                    <a:pt x="299" y="477"/>
                    <a:pt x="306" y="501"/>
                  </a:cubicBezTo>
                  <a:cubicBezTo>
                    <a:pt x="312" y="526"/>
                    <a:pt x="328" y="546"/>
                    <a:pt x="348" y="559"/>
                  </a:cubicBezTo>
                  <a:cubicBezTo>
                    <a:pt x="350" y="560"/>
                    <a:pt x="352" y="561"/>
                    <a:pt x="354" y="560"/>
                  </a:cubicBezTo>
                  <a:cubicBezTo>
                    <a:pt x="356" y="560"/>
                    <a:pt x="358" y="558"/>
                    <a:pt x="359" y="556"/>
                  </a:cubicBezTo>
                  <a:cubicBezTo>
                    <a:pt x="369" y="536"/>
                    <a:pt x="372" y="511"/>
                    <a:pt x="365" y="487"/>
                  </a:cubicBezTo>
                  <a:cubicBezTo>
                    <a:pt x="359" y="462"/>
                    <a:pt x="343" y="442"/>
                    <a:pt x="323" y="429"/>
                  </a:cubicBezTo>
                  <a:close/>
                  <a:moveTo>
                    <a:pt x="237" y="135"/>
                  </a:moveTo>
                  <a:cubicBezTo>
                    <a:pt x="239" y="137"/>
                    <a:pt x="241" y="137"/>
                    <a:pt x="243" y="137"/>
                  </a:cubicBezTo>
                  <a:cubicBezTo>
                    <a:pt x="245" y="136"/>
                    <a:pt x="247" y="135"/>
                    <a:pt x="247" y="133"/>
                  </a:cubicBezTo>
                  <a:cubicBezTo>
                    <a:pt x="258" y="113"/>
                    <a:pt x="261" y="88"/>
                    <a:pt x="255" y="63"/>
                  </a:cubicBezTo>
                  <a:cubicBezTo>
                    <a:pt x="249" y="38"/>
                    <a:pt x="235" y="17"/>
                    <a:pt x="217" y="2"/>
                  </a:cubicBezTo>
                  <a:cubicBezTo>
                    <a:pt x="215" y="1"/>
                    <a:pt x="213" y="0"/>
                    <a:pt x="211" y="1"/>
                  </a:cubicBezTo>
                  <a:cubicBezTo>
                    <a:pt x="209" y="1"/>
                    <a:pt x="208" y="2"/>
                    <a:pt x="207" y="4"/>
                  </a:cubicBezTo>
                  <a:cubicBezTo>
                    <a:pt x="197" y="25"/>
                    <a:pt x="193" y="50"/>
                    <a:pt x="199" y="75"/>
                  </a:cubicBezTo>
                  <a:cubicBezTo>
                    <a:pt x="205" y="100"/>
                    <a:pt x="219" y="121"/>
                    <a:pt x="237" y="135"/>
                  </a:cubicBezTo>
                  <a:close/>
                  <a:moveTo>
                    <a:pt x="384" y="287"/>
                  </a:moveTo>
                  <a:cubicBezTo>
                    <a:pt x="383" y="227"/>
                    <a:pt x="334" y="176"/>
                    <a:pt x="275" y="172"/>
                  </a:cubicBezTo>
                  <a:cubicBezTo>
                    <a:pt x="216" y="169"/>
                    <a:pt x="166" y="216"/>
                    <a:pt x="165" y="278"/>
                  </a:cubicBezTo>
                  <a:cubicBezTo>
                    <a:pt x="163" y="340"/>
                    <a:pt x="212" y="391"/>
                    <a:pt x="273" y="393"/>
                  </a:cubicBezTo>
                  <a:cubicBezTo>
                    <a:pt x="335" y="395"/>
                    <a:pt x="384" y="348"/>
                    <a:pt x="384" y="2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81" name="组合 180"/>
          <p:cNvGrpSpPr/>
          <p:nvPr/>
        </p:nvGrpSpPr>
        <p:grpSpPr>
          <a:xfrm>
            <a:off x="439738" y="3163888"/>
            <a:ext cx="1663700" cy="1439862"/>
            <a:chOff x="439738" y="3163888"/>
            <a:chExt cx="1663700" cy="1439862"/>
          </a:xfrm>
          <a:solidFill>
            <a:schemeClr val="tx1">
              <a:lumMod val="65000"/>
              <a:lumOff val="35000"/>
            </a:schemeClr>
          </a:solidFill>
        </p:grpSpPr>
        <p:sp>
          <p:nvSpPr>
            <p:cNvPr id="182" name="Freeform 124"/>
            <p:cNvSpPr>
              <a:spLocks/>
            </p:cNvSpPr>
            <p:nvPr/>
          </p:nvSpPr>
          <p:spPr bwMode="auto">
            <a:xfrm>
              <a:off x="781050" y="4460875"/>
              <a:ext cx="234950" cy="142875"/>
            </a:xfrm>
            <a:custGeom>
              <a:avLst/>
              <a:gdLst>
                <a:gd name="T0" fmla="*/ 0 w 148"/>
                <a:gd name="T1" fmla="*/ 90 h 90"/>
                <a:gd name="T2" fmla="*/ 130 w 148"/>
                <a:gd name="T3" fmla="*/ 90 h 90"/>
                <a:gd name="T4" fmla="*/ 148 w 148"/>
                <a:gd name="T5" fmla="*/ 0 h 90"/>
                <a:gd name="T6" fmla="*/ 59 w 148"/>
                <a:gd name="T7" fmla="*/ 0 h 90"/>
                <a:gd name="T8" fmla="*/ 0 w 148"/>
                <a:gd name="T9" fmla="*/ 90 h 90"/>
              </a:gdLst>
              <a:ahLst/>
              <a:cxnLst>
                <a:cxn ang="0">
                  <a:pos x="T0" y="T1"/>
                </a:cxn>
                <a:cxn ang="0">
                  <a:pos x="T2" y="T3"/>
                </a:cxn>
                <a:cxn ang="0">
                  <a:pos x="T4" y="T5"/>
                </a:cxn>
                <a:cxn ang="0">
                  <a:pos x="T6" y="T7"/>
                </a:cxn>
                <a:cxn ang="0">
                  <a:pos x="T8" y="T9"/>
                </a:cxn>
              </a:cxnLst>
              <a:rect l="0" t="0" r="r" b="b"/>
              <a:pathLst>
                <a:path w="148" h="90">
                  <a:moveTo>
                    <a:pt x="0" y="90"/>
                  </a:moveTo>
                  <a:lnTo>
                    <a:pt x="130" y="90"/>
                  </a:lnTo>
                  <a:lnTo>
                    <a:pt x="148" y="0"/>
                  </a:lnTo>
                  <a:lnTo>
                    <a:pt x="59" y="0"/>
                  </a:lnTo>
                  <a:lnTo>
                    <a:pt x="0" y="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125"/>
            <p:cNvSpPr>
              <a:spLocks/>
            </p:cNvSpPr>
            <p:nvPr/>
          </p:nvSpPr>
          <p:spPr bwMode="auto">
            <a:xfrm>
              <a:off x="439738" y="4460875"/>
              <a:ext cx="371475" cy="142875"/>
            </a:xfrm>
            <a:custGeom>
              <a:avLst/>
              <a:gdLst>
                <a:gd name="T0" fmla="*/ 146 w 234"/>
                <a:gd name="T1" fmla="*/ 0 h 90"/>
                <a:gd name="T2" fmla="*/ 0 w 234"/>
                <a:gd name="T3" fmla="*/ 90 h 90"/>
                <a:gd name="T4" fmla="*/ 131 w 234"/>
                <a:gd name="T5" fmla="*/ 90 h 90"/>
                <a:gd name="T6" fmla="*/ 234 w 234"/>
                <a:gd name="T7" fmla="*/ 0 h 90"/>
                <a:gd name="T8" fmla="*/ 146 w 234"/>
                <a:gd name="T9" fmla="*/ 0 h 90"/>
              </a:gdLst>
              <a:ahLst/>
              <a:cxnLst>
                <a:cxn ang="0">
                  <a:pos x="T0" y="T1"/>
                </a:cxn>
                <a:cxn ang="0">
                  <a:pos x="T2" y="T3"/>
                </a:cxn>
                <a:cxn ang="0">
                  <a:pos x="T4" y="T5"/>
                </a:cxn>
                <a:cxn ang="0">
                  <a:pos x="T6" y="T7"/>
                </a:cxn>
                <a:cxn ang="0">
                  <a:pos x="T8" y="T9"/>
                </a:cxn>
              </a:cxnLst>
              <a:rect l="0" t="0" r="r" b="b"/>
              <a:pathLst>
                <a:path w="234" h="90">
                  <a:moveTo>
                    <a:pt x="146" y="0"/>
                  </a:moveTo>
                  <a:lnTo>
                    <a:pt x="0" y="90"/>
                  </a:lnTo>
                  <a:lnTo>
                    <a:pt x="131" y="90"/>
                  </a:lnTo>
                  <a:lnTo>
                    <a:pt x="234" y="0"/>
                  </a:lnTo>
                  <a:lnTo>
                    <a:pt x="14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126"/>
            <p:cNvSpPr>
              <a:spLocks/>
            </p:cNvSpPr>
            <p:nvPr/>
          </p:nvSpPr>
          <p:spPr bwMode="auto">
            <a:xfrm>
              <a:off x="1085850" y="4460875"/>
              <a:ext cx="234950" cy="142875"/>
            </a:xfrm>
            <a:custGeom>
              <a:avLst/>
              <a:gdLst>
                <a:gd name="T0" fmla="*/ 0 w 148"/>
                <a:gd name="T1" fmla="*/ 0 h 90"/>
                <a:gd name="T2" fmla="*/ 17 w 148"/>
                <a:gd name="T3" fmla="*/ 90 h 90"/>
                <a:gd name="T4" fmla="*/ 148 w 148"/>
                <a:gd name="T5" fmla="*/ 90 h 90"/>
                <a:gd name="T6" fmla="*/ 88 w 148"/>
                <a:gd name="T7" fmla="*/ 0 h 90"/>
                <a:gd name="T8" fmla="*/ 0 w 148"/>
                <a:gd name="T9" fmla="*/ 0 h 90"/>
              </a:gdLst>
              <a:ahLst/>
              <a:cxnLst>
                <a:cxn ang="0">
                  <a:pos x="T0" y="T1"/>
                </a:cxn>
                <a:cxn ang="0">
                  <a:pos x="T2" y="T3"/>
                </a:cxn>
                <a:cxn ang="0">
                  <a:pos x="T4" y="T5"/>
                </a:cxn>
                <a:cxn ang="0">
                  <a:pos x="T6" y="T7"/>
                </a:cxn>
                <a:cxn ang="0">
                  <a:pos x="T8" y="T9"/>
                </a:cxn>
              </a:cxnLst>
              <a:rect l="0" t="0" r="r" b="b"/>
              <a:pathLst>
                <a:path w="148" h="90">
                  <a:moveTo>
                    <a:pt x="0" y="0"/>
                  </a:moveTo>
                  <a:lnTo>
                    <a:pt x="17" y="90"/>
                  </a:lnTo>
                  <a:lnTo>
                    <a:pt x="148" y="90"/>
                  </a:lnTo>
                  <a:lnTo>
                    <a:pt x="88"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127"/>
            <p:cNvSpPr>
              <a:spLocks/>
            </p:cNvSpPr>
            <p:nvPr/>
          </p:nvSpPr>
          <p:spPr bwMode="auto">
            <a:xfrm>
              <a:off x="1289050" y="4460875"/>
              <a:ext cx="371475" cy="142875"/>
            </a:xfrm>
            <a:custGeom>
              <a:avLst/>
              <a:gdLst>
                <a:gd name="T0" fmla="*/ 0 w 234"/>
                <a:gd name="T1" fmla="*/ 0 h 90"/>
                <a:gd name="T2" fmla="*/ 103 w 234"/>
                <a:gd name="T3" fmla="*/ 90 h 90"/>
                <a:gd name="T4" fmla="*/ 234 w 234"/>
                <a:gd name="T5" fmla="*/ 90 h 90"/>
                <a:gd name="T6" fmla="*/ 88 w 234"/>
                <a:gd name="T7" fmla="*/ 0 h 90"/>
                <a:gd name="T8" fmla="*/ 0 w 234"/>
                <a:gd name="T9" fmla="*/ 0 h 90"/>
              </a:gdLst>
              <a:ahLst/>
              <a:cxnLst>
                <a:cxn ang="0">
                  <a:pos x="T0" y="T1"/>
                </a:cxn>
                <a:cxn ang="0">
                  <a:pos x="T2" y="T3"/>
                </a:cxn>
                <a:cxn ang="0">
                  <a:pos x="T4" y="T5"/>
                </a:cxn>
                <a:cxn ang="0">
                  <a:pos x="T6" y="T7"/>
                </a:cxn>
                <a:cxn ang="0">
                  <a:pos x="T8" y="T9"/>
                </a:cxn>
              </a:cxnLst>
              <a:rect l="0" t="0" r="r" b="b"/>
              <a:pathLst>
                <a:path w="234" h="90">
                  <a:moveTo>
                    <a:pt x="0" y="0"/>
                  </a:moveTo>
                  <a:lnTo>
                    <a:pt x="103" y="90"/>
                  </a:lnTo>
                  <a:lnTo>
                    <a:pt x="234" y="90"/>
                  </a:lnTo>
                  <a:lnTo>
                    <a:pt x="88"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128"/>
            <p:cNvSpPr>
              <a:spLocks/>
            </p:cNvSpPr>
            <p:nvPr/>
          </p:nvSpPr>
          <p:spPr bwMode="auto">
            <a:xfrm>
              <a:off x="1073150" y="3711575"/>
              <a:ext cx="292100" cy="201612"/>
            </a:xfrm>
            <a:custGeom>
              <a:avLst/>
              <a:gdLst>
                <a:gd name="T0" fmla="*/ 54 w 317"/>
                <a:gd name="T1" fmla="*/ 194 h 220"/>
                <a:gd name="T2" fmla="*/ 84 w 317"/>
                <a:gd name="T3" fmla="*/ 135 h 220"/>
                <a:gd name="T4" fmla="*/ 112 w 317"/>
                <a:gd name="T5" fmla="*/ 122 h 220"/>
                <a:gd name="T6" fmla="*/ 120 w 317"/>
                <a:gd name="T7" fmla="*/ 151 h 220"/>
                <a:gd name="T8" fmla="*/ 249 w 317"/>
                <a:gd name="T9" fmla="*/ 197 h 220"/>
                <a:gd name="T10" fmla="*/ 294 w 317"/>
                <a:gd name="T11" fmla="*/ 68 h 220"/>
                <a:gd name="T12" fmla="*/ 166 w 317"/>
                <a:gd name="T13" fmla="*/ 23 h 220"/>
                <a:gd name="T14" fmla="*/ 114 w 317"/>
                <a:gd name="T15" fmla="*/ 84 h 220"/>
                <a:gd name="T16" fmla="*/ 29 w 317"/>
                <a:gd name="T17" fmla="*/ 101 h 220"/>
                <a:gd name="T18" fmla="*/ 54 w 317"/>
                <a:gd name="T19" fmla="*/ 194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7" h="220">
                  <a:moveTo>
                    <a:pt x="54" y="194"/>
                  </a:moveTo>
                  <a:cubicBezTo>
                    <a:pt x="52" y="161"/>
                    <a:pt x="72" y="145"/>
                    <a:pt x="84" y="135"/>
                  </a:cubicBezTo>
                  <a:cubicBezTo>
                    <a:pt x="93" y="128"/>
                    <a:pt x="102" y="124"/>
                    <a:pt x="112" y="122"/>
                  </a:cubicBezTo>
                  <a:cubicBezTo>
                    <a:pt x="113" y="132"/>
                    <a:pt x="116" y="142"/>
                    <a:pt x="120" y="151"/>
                  </a:cubicBezTo>
                  <a:cubicBezTo>
                    <a:pt x="143" y="199"/>
                    <a:pt x="201" y="220"/>
                    <a:pt x="249" y="197"/>
                  </a:cubicBezTo>
                  <a:cubicBezTo>
                    <a:pt x="297" y="174"/>
                    <a:pt x="317" y="116"/>
                    <a:pt x="294" y="68"/>
                  </a:cubicBezTo>
                  <a:cubicBezTo>
                    <a:pt x="271" y="20"/>
                    <a:pt x="214" y="0"/>
                    <a:pt x="166" y="23"/>
                  </a:cubicBezTo>
                  <a:cubicBezTo>
                    <a:pt x="139" y="35"/>
                    <a:pt x="122" y="58"/>
                    <a:pt x="114" y="84"/>
                  </a:cubicBezTo>
                  <a:cubicBezTo>
                    <a:pt x="84" y="71"/>
                    <a:pt x="49" y="73"/>
                    <a:pt x="29" y="101"/>
                  </a:cubicBezTo>
                  <a:cubicBezTo>
                    <a:pt x="0" y="143"/>
                    <a:pt x="54" y="194"/>
                    <a:pt x="54" y="1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129"/>
            <p:cNvSpPr>
              <a:spLocks/>
            </p:cNvSpPr>
            <p:nvPr/>
          </p:nvSpPr>
          <p:spPr bwMode="auto">
            <a:xfrm>
              <a:off x="1116013" y="3930650"/>
              <a:ext cx="93662" cy="76200"/>
            </a:xfrm>
            <a:custGeom>
              <a:avLst/>
              <a:gdLst>
                <a:gd name="T0" fmla="*/ 2 w 103"/>
                <a:gd name="T1" fmla="*/ 70 h 83"/>
                <a:gd name="T2" fmla="*/ 0 w 103"/>
                <a:gd name="T3" fmla="*/ 83 h 83"/>
                <a:gd name="T4" fmla="*/ 98 w 103"/>
                <a:gd name="T5" fmla="*/ 40 h 83"/>
                <a:gd name="T6" fmla="*/ 103 w 103"/>
                <a:gd name="T7" fmla="*/ 12 h 83"/>
                <a:gd name="T8" fmla="*/ 2 w 103"/>
                <a:gd name="T9" fmla="*/ 70 h 83"/>
              </a:gdLst>
              <a:ahLst/>
              <a:cxnLst>
                <a:cxn ang="0">
                  <a:pos x="T0" y="T1"/>
                </a:cxn>
                <a:cxn ang="0">
                  <a:pos x="T2" y="T3"/>
                </a:cxn>
                <a:cxn ang="0">
                  <a:pos x="T4" y="T5"/>
                </a:cxn>
                <a:cxn ang="0">
                  <a:pos x="T6" y="T7"/>
                </a:cxn>
                <a:cxn ang="0">
                  <a:pos x="T8" y="T9"/>
                </a:cxn>
              </a:cxnLst>
              <a:rect l="0" t="0" r="r" b="b"/>
              <a:pathLst>
                <a:path w="103" h="83">
                  <a:moveTo>
                    <a:pt x="2" y="70"/>
                  </a:moveTo>
                  <a:cubicBezTo>
                    <a:pt x="2" y="74"/>
                    <a:pt x="1" y="78"/>
                    <a:pt x="0" y="83"/>
                  </a:cubicBezTo>
                  <a:cubicBezTo>
                    <a:pt x="72" y="76"/>
                    <a:pt x="94" y="46"/>
                    <a:pt x="98" y="40"/>
                  </a:cubicBezTo>
                  <a:cubicBezTo>
                    <a:pt x="103" y="12"/>
                    <a:pt x="103" y="12"/>
                    <a:pt x="103" y="12"/>
                  </a:cubicBezTo>
                  <a:cubicBezTo>
                    <a:pt x="54" y="0"/>
                    <a:pt x="10" y="30"/>
                    <a:pt x="2"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130"/>
            <p:cNvSpPr>
              <a:spLocks/>
            </p:cNvSpPr>
            <p:nvPr/>
          </p:nvSpPr>
          <p:spPr bwMode="auto">
            <a:xfrm>
              <a:off x="1077913" y="3984625"/>
              <a:ext cx="125412" cy="187325"/>
            </a:xfrm>
            <a:custGeom>
              <a:avLst/>
              <a:gdLst>
                <a:gd name="T0" fmla="*/ 26 w 136"/>
                <a:gd name="T1" fmla="*/ 191 h 204"/>
                <a:gd name="T2" fmla="*/ 100 w 136"/>
                <a:gd name="T3" fmla="*/ 204 h 204"/>
                <a:gd name="T4" fmla="*/ 136 w 136"/>
                <a:gd name="T5" fmla="*/ 0 h 204"/>
                <a:gd name="T6" fmla="*/ 38 w 136"/>
                <a:gd name="T7" fmla="*/ 34 h 204"/>
                <a:gd name="T8" fmla="*/ 10 w 136"/>
                <a:gd name="T9" fmla="*/ 140 h 204"/>
                <a:gd name="T10" fmla="*/ 26 w 136"/>
                <a:gd name="T11" fmla="*/ 191 h 204"/>
              </a:gdLst>
              <a:ahLst/>
              <a:cxnLst>
                <a:cxn ang="0">
                  <a:pos x="T0" y="T1"/>
                </a:cxn>
                <a:cxn ang="0">
                  <a:pos x="T2" y="T3"/>
                </a:cxn>
                <a:cxn ang="0">
                  <a:pos x="T4" y="T5"/>
                </a:cxn>
                <a:cxn ang="0">
                  <a:pos x="T6" y="T7"/>
                </a:cxn>
                <a:cxn ang="0">
                  <a:pos x="T8" y="T9"/>
                </a:cxn>
                <a:cxn ang="0">
                  <a:pos x="T10" y="T11"/>
                </a:cxn>
              </a:cxnLst>
              <a:rect l="0" t="0" r="r" b="b"/>
              <a:pathLst>
                <a:path w="136" h="204">
                  <a:moveTo>
                    <a:pt x="26" y="191"/>
                  </a:moveTo>
                  <a:cubicBezTo>
                    <a:pt x="100" y="204"/>
                    <a:pt x="100" y="204"/>
                    <a:pt x="100" y="204"/>
                  </a:cubicBezTo>
                  <a:cubicBezTo>
                    <a:pt x="136" y="0"/>
                    <a:pt x="136" y="0"/>
                    <a:pt x="136" y="0"/>
                  </a:cubicBezTo>
                  <a:cubicBezTo>
                    <a:pt x="121" y="13"/>
                    <a:pt x="93" y="30"/>
                    <a:pt x="38" y="34"/>
                  </a:cubicBezTo>
                  <a:cubicBezTo>
                    <a:pt x="30" y="70"/>
                    <a:pt x="17" y="110"/>
                    <a:pt x="10" y="140"/>
                  </a:cubicBezTo>
                  <a:cubicBezTo>
                    <a:pt x="0" y="178"/>
                    <a:pt x="26" y="191"/>
                    <a:pt x="26" y="1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131"/>
            <p:cNvSpPr>
              <a:spLocks/>
            </p:cNvSpPr>
            <p:nvPr/>
          </p:nvSpPr>
          <p:spPr bwMode="auto">
            <a:xfrm>
              <a:off x="1316038" y="3952875"/>
              <a:ext cx="47625" cy="109537"/>
            </a:xfrm>
            <a:custGeom>
              <a:avLst/>
              <a:gdLst>
                <a:gd name="T0" fmla="*/ 25 w 52"/>
                <a:gd name="T1" fmla="*/ 0 h 120"/>
                <a:gd name="T2" fmla="*/ 0 w 52"/>
                <a:gd name="T3" fmla="*/ 99 h 120"/>
                <a:gd name="T4" fmla="*/ 52 w 52"/>
                <a:gd name="T5" fmla="*/ 120 h 120"/>
                <a:gd name="T6" fmla="*/ 28 w 52"/>
                <a:gd name="T7" fmla="*/ 9 h 120"/>
                <a:gd name="T8" fmla="*/ 25 w 52"/>
                <a:gd name="T9" fmla="*/ 0 h 120"/>
              </a:gdLst>
              <a:ahLst/>
              <a:cxnLst>
                <a:cxn ang="0">
                  <a:pos x="T0" y="T1"/>
                </a:cxn>
                <a:cxn ang="0">
                  <a:pos x="T2" y="T3"/>
                </a:cxn>
                <a:cxn ang="0">
                  <a:pos x="T4" y="T5"/>
                </a:cxn>
                <a:cxn ang="0">
                  <a:pos x="T6" y="T7"/>
                </a:cxn>
                <a:cxn ang="0">
                  <a:pos x="T8" y="T9"/>
                </a:cxn>
              </a:cxnLst>
              <a:rect l="0" t="0" r="r" b="b"/>
              <a:pathLst>
                <a:path w="52" h="120">
                  <a:moveTo>
                    <a:pt x="25" y="0"/>
                  </a:moveTo>
                  <a:cubicBezTo>
                    <a:pt x="28" y="27"/>
                    <a:pt x="25" y="62"/>
                    <a:pt x="0" y="99"/>
                  </a:cubicBezTo>
                  <a:cubicBezTo>
                    <a:pt x="52" y="120"/>
                    <a:pt x="52" y="120"/>
                    <a:pt x="52" y="120"/>
                  </a:cubicBezTo>
                  <a:cubicBezTo>
                    <a:pt x="39" y="60"/>
                    <a:pt x="28" y="11"/>
                    <a:pt x="28" y="9"/>
                  </a:cubicBezTo>
                  <a:cubicBezTo>
                    <a:pt x="27" y="6"/>
                    <a:pt x="26" y="3"/>
                    <a:pt x="2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132"/>
            <p:cNvSpPr>
              <a:spLocks/>
            </p:cNvSpPr>
            <p:nvPr/>
          </p:nvSpPr>
          <p:spPr bwMode="auto">
            <a:xfrm>
              <a:off x="1157288" y="4105275"/>
              <a:ext cx="260350" cy="323850"/>
            </a:xfrm>
            <a:custGeom>
              <a:avLst/>
              <a:gdLst>
                <a:gd name="T0" fmla="*/ 245 w 284"/>
                <a:gd name="T1" fmla="*/ 47 h 351"/>
                <a:gd name="T2" fmla="*/ 235 w 284"/>
                <a:gd name="T3" fmla="*/ 49 h 351"/>
                <a:gd name="T4" fmla="*/ 219 w 284"/>
                <a:gd name="T5" fmla="*/ 46 h 351"/>
                <a:gd name="T6" fmla="*/ 103 w 284"/>
                <a:gd name="T7" fmla="*/ 0 h 351"/>
                <a:gd name="T8" fmla="*/ 103 w 284"/>
                <a:gd name="T9" fmla="*/ 0 h 351"/>
                <a:gd name="T10" fmla="*/ 38 w 284"/>
                <a:gd name="T11" fmla="*/ 37 h 351"/>
                <a:gd name="T12" fmla="*/ 16 w 284"/>
                <a:gd name="T13" fmla="*/ 164 h 351"/>
                <a:gd name="T14" fmla="*/ 55 w 284"/>
                <a:gd name="T15" fmla="*/ 164 h 351"/>
                <a:gd name="T16" fmla="*/ 9 w 284"/>
                <a:gd name="T17" fmla="*/ 280 h 351"/>
                <a:gd name="T18" fmla="*/ 34 w 284"/>
                <a:gd name="T19" fmla="*/ 338 h 351"/>
                <a:gd name="T20" fmla="*/ 92 w 284"/>
                <a:gd name="T21" fmla="*/ 313 h 351"/>
                <a:gd name="T22" fmla="*/ 144 w 284"/>
                <a:gd name="T23" fmla="*/ 185 h 351"/>
                <a:gd name="T24" fmla="*/ 191 w 284"/>
                <a:gd name="T25" fmla="*/ 316 h 351"/>
                <a:gd name="T26" fmla="*/ 249 w 284"/>
                <a:gd name="T27" fmla="*/ 343 h 351"/>
                <a:gd name="T28" fmla="*/ 276 w 284"/>
                <a:gd name="T29" fmla="*/ 285 h 351"/>
                <a:gd name="T30" fmla="*/ 232 w 284"/>
                <a:gd name="T31" fmla="*/ 164 h 351"/>
                <a:gd name="T32" fmla="*/ 271 w 284"/>
                <a:gd name="T33" fmla="*/ 164 h 351"/>
                <a:gd name="T34" fmla="*/ 245 w 284"/>
                <a:gd name="T35" fmla="*/ 47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4" h="351">
                  <a:moveTo>
                    <a:pt x="245" y="47"/>
                  </a:moveTo>
                  <a:cubicBezTo>
                    <a:pt x="242" y="48"/>
                    <a:pt x="238" y="49"/>
                    <a:pt x="235" y="49"/>
                  </a:cubicBezTo>
                  <a:cubicBezTo>
                    <a:pt x="229" y="49"/>
                    <a:pt x="224" y="48"/>
                    <a:pt x="219" y="46"/>
                  </a:cubicBezTo>
                  <a:cubicBezTo>
                    <a:pt x="103" y="0"/>
                    <a:pt x="103" y="0"/>
                    <a:pt x="103" y="0"/>
                  </a:cubicBezTo>
                  <a:cubicBezTo>
                    <a:pt x="103" y="0"/>
                    <a:pt x="103" y="0"/>
                    <a:pt x="103" y="0"/>
                  </a:cubicBezTo>
                  <a:cubicBezTo>
                    <a:pt x="84" y="13"/>
                    <a:pt x="63" y="25"/>
                    <a:pt x="38" y="37"/>
                  </a:cubicBezTo>
                  <a:cubicBezTo>
                    <a:pt x="26" y="105"/>
                    <a:pt x="16" y="164"/>
                    <a:pt x="16" y="164"/>
                  </a:cubicBezTo>
                  <a:cubicBezTo>
                    <a:pt x="55" y="164"/>
                    <a:pt x="55" y="164"/>
                    <a:pt x="55" y="164"/>
                  </a:cubicBezTo>
                  <a:cubicBezTo>
                    <a:pt x="9" y="280"/>
                    <a:pt x="9" y="280"/>
                    <a:pt x="9" y="280"/>
                  </a:cubicBezTo>
                  <a:cubicBezTo>
                    <a:pt x="0" y="303"/>
                    <a:pt x="11" y="329"/>
                    <a:pt x="34" y="338"/>
                  </a:cubicBezTo>
                  <a:cubicBezTo>
                    <a:pt x="57" y="347"/>
                    <a:pt x="83" y="336"/>
                    <a:pt x="92" y="313"/>
                  </a:cubicBezTo>
                  <a:cubicBezTo>
                    <a:pt x="144" y="185"/>
                    <a:pt x="144" y="185"/>
                    <a:pt x="144" y="185"/>
                  </a:cubicBezTo>
                  <a:cubicBezTo>
                    <a:pt x="191" y="316"/>
                    <a:pt x="191" y="316"/>
                    <a:pt x="191" y="316"/>
                  </a:cubicBezTo>
                  <a:cubicBezTo>
                    <a:pt x="200" y="339"/>
                    <a:pt x="225" y="351"/>
                    <a:pt x="249" y="343"/>
                  </a:cubicBezTo>
                  <a:cubicBezTo>
                    <a:pt x="272" y="334"/>
                    <a:pt x="284" y="308"/>
                    <a:pt x="276" y="285"/>
                  </a:cubicBezTo>
                  <a:cubicBezTo>
                    <a:pt x="232" y="164"/>
                    <a:pt x="232" y="164"/>
                    <a:pt x="232" y="164"/>
                  </a:cubicBezTo>
                  <a:cubicBezTo>
                    <a:pt x="271" y="164"/>
                    <a:pt x="271" y="164"/>
                    <a:pt x="271" y="164"/>
                  </a:cubicBezTo>
                  <a:cubicBezTo>
                    <a:pt x="271" y="164"/>
                    <a:pt x="259" y="111"/>
                    <a:pt x="245"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133"/>
            <p:cNvSpPr>
              <a:spLocks/>
            </p:cNvSpPr>
            <p:nvPr/>
          </p:nvSpPr>
          <p:spPr bwMode="auto">
            <a:xfrm>
              <a:off x="1196975" y="3913188"/>
              <a:ext cx="212725" cy="233362"/>
            </a:xfrm>
            <a:custGeom>
              <a:avLst/>
              <a:gdLst>
                <a:gd name="T0" fmla="*/ 119 w 231"/>
                <a:gd name="T1" fmla="*/ 105 h 254"/>
                <a:gd name="T2" fmla="*/ 115 w 231"/>
                <a:gd name="T3" fmla="*/ 4 h 254"/>
                <a:gd name="T4" fmla="*/ 92 w 231"/>
                <a:gd name="T5" fmla="*/ 0 h 254"/>
                <a:gd name="T6" fmla="*/ 27 w 231"/>
                <a:gd name="T7" fmla="*/ 58 h 254"/>
                <a:gd name="T8" fmla="*/ 0 w 231"/>
                <a:gd name="T9" fmla="*/ 216 h 254"/>
                <a:gd name="T10" fmla="*/ 38 w 231"/>
                <a:gd name="T11" fmla="*/ 192 h 254"/>
                <a:gd name="T12" fmla="*/ 33 w 231"/>
                <a:gd name="T13" fmla="*/ 161 h 254"/>
                <a:gd name="T14" fmla="*/ 45 w 231"/>
                <a:gd name="T15" fmla="*/ 67 h 254"/>
                <a:gd name="T16" fmla="*/ 56 w 231"/>
                <a:gd name="T17" fmla="*/ 59 h 254"/>
                <a:gd name="T18" fmla="*/ 42 w 231"/>
                <a:gd name="T19" fmla="*/ 163 h 254"/>
                <a:gd name="T20" fmla="*/ 63 w 231"/>
                <a:gd name="T21" fmla="*/ 201 h 254"/>
                <a:gd name="T22" fmla="*/ 63 w 231"/>
                <a:gd name="T23" fmla="*/ 201 h 254"/>
                <a:gd name="T24" fmla="*/ 63 w 231"/>
                <a:gd name="T25" fmla="*/ 201 h 254"/>
                <a:gd name="T26" fmla="*/ 179 w 231"/>
                <a:gd name="T27" fmla="*/ 247 h 254"/>
                <a:gd name="T28" fmla="*/ 224 w 231"/>
                <a:gd name="T29" fmla="*/ 227 h 254"/>
                <a:gd name="T30" fmla="*/ 204 w 231"/>
                <a:gd name="T31" fmla="*/ 182 h 254"/>
                <a:gd name="T32" fmla="*/ 113 w 231"/>
                <a:gd name="T33" fmla="*/ 146 h 254"/>
                <a:gd name="T34" fmla="*/ 119 w 231"/>
                <a:gd name="T35" fmla="*/ 105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1" h="254">
                  <a:moveTo>
                    <a:pt x="119" y="105"/>
                  </a:moveTo>
                  <a:cubicBezTo>
                    <a:pt x="134" y="75"/>
                    <a:pt x="137" y="41"/>
                    <a:pt x="115" y="4"/>
                  </a:cubicBezTo>
                  <a:cubicBezTo>
                    <a:pt x="108" y="2"/>
                    <a:pt x="100" y="0"/>
                    <a:pt x="92" y="0"/>
                  </a:cubicBezTo>
                  <a:cubicBezTo>
                    <a:pt x="59" y="0"/>
                    <a:pt x="31" y="26"/>
                    <a:pt x="27" y="58"/>
                  </a:cubicBezTo>
                  <a:cubicBezTo>
                    <a:pt x="27" y="59"/>
                    <a:pt x="13" y="138"/>
                    <a:pt x="0" y="216"/>
                  </a:cubicBezTo>
                  <a:cubicBezTo>
                    <a:pt x="0" y="216"/>
                    <a:pt x="17" y="207"/>
                    <a:pt x="38" y="192"/>
                  </a:cubicBezTo>
                  <a:cubicBezTo>
                    <a:pt x="33" y="183"/>
                    <a:pt x="31" y="172"/>
                    <a:pt x="33" y="161"/>
                  </a:cubicBezTo>
                  <a:cubicBezTo>
                    <a:pt x="45" y="67"/>
                    <a:pt x="45" y="67"/>
                    <a:pt x="45" y="67"/>
                  </a:cubicBezTo>
                  <a:cubicBezTo>
                    <a:pt x="46" y="62"/>
                    <a:pt x="51" y="58"/>
                    <a:pt x="56" y="59"/>
                  </a:cubicBezTo>
                  <a:cubicBezTo>
                    <a:pt x="53" y="79"/>
                    <a:pt x="42" y="163"/>
                    <a:pt x="42" y="163"/>
                  </a:cubicBezTo>
                  <a:cubicBezTo>
                    <a:pt x="39" y="179"/>
                    <a:pt x="48" y="195"/>
                    <a:pt x="63" y="201"/>
                  </a:cubicBezTo>
                  <a:cubicBezTo>
                    <a:pt x="63" y="201"/>
                    <a:pt x="63" y="201"/>
                    <a:pt x="63" y="201"/>
                  </a:cubicBezTo>
                  <a:cubicBezTo>
                    <a:pt x="63" y="201"/>
                    <a:pt x="63" y="201"/>
                    <a:pt x="63" y="201"/>
                  </a:cubicBezTo>
                  <a:cubicBezTo>
                    <a:pt x="179" y="247"/>
                    <a:pt x="179" y="247"/>
                    <a:pt x="179" y="247"/>
                  </a:cubicBezTo>
                  <a:cubicBezTo>
                    <a:pt x="197" y="254"/>
                    <a:pt x="217" y="245"/>
                    <a:pt x="224" y="227"/>
                  </a:cubicBezTo>
                  <a:cubicBezTo>
                    <a:pt x="231" y="209"/>
                    <a:pt x="222" y="189"/>
                    <a:pt x="204" y="182"/>
                  </a:cubicBezTo>
                  <a:cubicBezTo>
                    <a:pt x="113" y="146"/>
                    <a:pt x="113" y="146"/>
                    <a:pt x="113" y="146"/>
                  </a:cubicBezTo>
                  <a:cubicBezTo>
                    <a:pt x="113" y="146"/>
                    <a:pt x="116" y="125"/>
                    <a:pt x="119" y="10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Oval 134"/>
            <p:cNvSpPr>
              <a:spLocks noChangeArrowheads="1"/>
            </p:cNvSpPr>
            <p:nvPr/>
          </p:nvSpPr>
          <p:spPr bwMode="auto">
            <a:xfrm>
              <a:off x="706438" y="3614738"/>
              <a:ext cx="177800" cy="1778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135"/>
            <p:cNvSpPr>
              <a:spLocks/>
            </p:cNvSpPr>
            <p:nvPr/>
          </p:nvSpPr>
          <p:spPr bwMode="auto">
            <a:xfrm>
              <a:off x="641350" y="3840163"/>
              <a:ext cx="82550" cy="84137"/>
            </a:xfrm>
            <a:custGeom>
              <a:avLst/>
              <a:gdLst>
                <a:gd name="T0" fmla="*/ 90 w 90"/>
                <a:gd name="T1" fmla="*/ 32 h 90"/>
                <a:gd name="T2" fmla="*/ 90 w 90"/>
                <a:gd name="T3" fmla="*/ 3 h 90"/>
                <a:gd name="T4" fmla="*/ 1 w 90"/>
                <a:gd name="T5" fmla="*/ 77 h 90"/>
                <a:gd name="T6" fmla="*/ 0 w 90"/>
                <a:gd name="T7" fmla="*/ 90 h 90"/>
                <a:gd name="T8" fmla="*/ 90 w 90"/>
                <a:gd name="T9" fmla="*/ 32 h 90"/>
              </a:gdLst>
              <a:ahLst/>
              <a:cxnLst>
                <a:cxn ang="0">
                  <a:pos x="T0" y="T1"/>
                </a:cxn>
                <a:cxn ang="0">
                  <a:pos x="T2" y="T3"/>
                </a:cxn>
                <a:cxn ang="0">
                  <a:pos x="T4" y="T5"/>
                </a:cxn>
                <a:cxn ang="0">
                  <a:pos x="T6" y="T7"/>
                </a:cxn>
                <a:cxn ang="0">
                  <a:pos x="T8" y="T9"/>
                </a:cxn>
              </a:cxnLst>
              <a:rect l="0" t="0" r="r" b="b"/>
              <a:pathLst>
                <a:path w="90" h="90">
                  <a:moveTo>
                    <a:pt x="90" y="32"/>
                  </a:moveTo>
                  <a:cubicBezTo>
                    <a:pt x="90" y="3"/>
                    <a:pt x="90" y="3"/>
                    <a:pt x="90" y="3"/>
                  </a:cubicBezTo>
                  <a:cubicBezTo>
                    <a:pt x="40" y="0"/>
                    <a:pt x="2" y="36"/>
                    <a:pt x="1" y="77"/>
                  </a:cubicBezTo>
                  <a:cubicBezTo>
                    <a:pt x="1" y="81"/>
                    <a:pt x="0" y="86"/>
                    <a:pt x="0" y="90"/>
                  </a:cubicBezTo>
                  <a:cubicBezTo>
                    <a:pt x="70" y="71"/>
                    <a:pt x="87" y="38"/>
                    <a:pt x="90"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136"/>
            <p:cNvSpPr>
              <a:spLocks/>
            </p:cNvSpPr>
            <p:nvPr/>
          </p:nvSpPr>
          <p:spPr bwMode="auto">
            <a:xfrm>
              <a:off x="868363" y="3933825"/>
              <a:ext cx="77787" cy="184150"/>
            </a:xfrm>
            <a:custGeom>
              <a:avLst/>
              <a:gdLst>
                <a:gd name="T0" fmla="*/ 0 w 85"/>
                <a:gd name="T1" fmla="*/ 0 h 200"/>
                <a:gd name="T2" fmla="*/ 0 w 85"/>
                <a:gd name="T3" fmla="*/ 21 h 200"/>
                <a:gd name="T4" fmla="*/ 0 w 85"/>
                <a:gd name="T5" fmla="*/ 147 h 200"/>
                <a:gd name="T6" fmla="*/ 15 w 85"/>
                <a:gd name="T7" fmla="*/ 176 h 200"/>
                <a:gd name="T8" fmla="*/ 15 w 85"/>
                <a:gd name="T9" fmla="*/ 176 h 200"/>
                <a:gd name="T10" fmla="*/ 62 w 85"/>
                <a:gd name="T11" fmla="*/ 191 h 200"/>
                <a:gd name="T12" fmla="*/ 77 w 85"/>
                <a:gd name="T13" fmla="*/ 144 h 200"/>
                <a:gd name="T14" fmla="*/ 77 w 85"/>
                <a:gd name="T15" fmla="*/ 144 h 200"/>
                <a:gd name="T16" fmla="*/ 77 w 85"/>
                <a:gd name="T17" fmla="*/ 144 h 200"/>
                <a:gd name="T18" fmla="*/ 0 w 85"/>
                <a:gd name="T19" fmla="*/ 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 h="200">
                  <a:moveTo>
                    <a:pt x="0" y="0"/>
                  </a:moveTo>
                  <a:cubicBezTo>
                    <a:pt x="0" y="6"/>
                    <a:pt x="0" y="14"/>
                    <a:pt x="0" y="21"/>
                  </a:cubicBezTo>
                  <a:cubicBezTo>
                    <a:pt x="0" y="147"/>
                    <a:pt x="0" y="147"/>
                    <a:pt x="0" y="147"/>
                  </a:cubicBezTo>
                  <a:cubicBezTo>
                    <a:pt x="15" y="176"/>
                    <a:pt x="15" y="176"/>
                    <a:pt x="15" y="176"/>
                  </a:cubicBezTo>
                  <a:cubicBezTo>
                    <a:pt x="15" y="176"/>
                    <a:pt x="15" y="176"/>
                    <a:pt x="15" y="176"/>
                  </a:cubicBezTo>
                  <a:cubicBezTo>
                    <a:pt x="24" y="193"/>
                    <a:pt x="45" y="200"/>
                    <a:pt x="62" y="191"/>
                  </a:cubicBezTo>
                  <a:cubicBezTo>
                    <a:pt x="79" y="182"/>
                    <a:pt x="85" y="161"/>
                    <a:pt x="77" y="144"/>
                  </a:cubicBezTo>
                  <a:cubicBezTo>
                    <a:pt x="77" y="144"/>
                    <a:pt x="77" y="144"/>
                    <a:pt x="77" y="144"/>
                  </a:cubicBezTo>
                  <a:cubicBezTo>
                    <a:pt x="77" y="144"/>
                    <a:pt x="77" y="144"/>
                    <a:pt x="77" y="144"/>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137"/>
            <p:cNvSpPr>
              <a:spLocks/>
            </p:cNvSpPr>
            <p:nvPr/>
          </p:nvSpPr>
          <p:spPr bwMode="auto">
            <a:xfrm>
              <a:off x="628650" y="3886200"/>
              <a:ext cx="95250" cy="184150"/>
            </a:xfrm>
            <a:custGeom>
              <a:avLst/>
              <a:gdLst>
                <a:gd name="T0" fmla="*/ 16 w 103"/>
                <a:gd name="T1" fmla="*/ 200 h 200"/>
                <a:gd name="T2" fmla="*/ 19 w 103"/>
                <a:gd name="T3" fmla="*/ 191 h 200"/>
                <a:gd name="T4" fmla="*/ 19 w 103"/>
                <a:gd name="T5" fmla="*/ 191 h 200"/>
                <a:gd name="T6" fmla="*/ 103 w 103"/>
                <a:gd name="T7" fmla="*/ 34 h 200"/>
                <a:gd name="T8" fmla="*/ 103 w 103"/>
                <a:gd name="T9" fmla="*/ 0 h 200"/>
                <a:gd name="T10" fmla="*/ 13 w 103"/>
                <a:gd name="T11" fmla="*/ 50 h 200"/>
                <a:gd name="T12" fmla="*/ 2 w 103"/>
                <a:gd name="T13" fmla="*/ 159 h 200"/>
                <a:gd name="T14" fmla="*/ 16 w 103"/>
                <a:gd name="T15" fmla="*/ 200 h 2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3" h="200">
                  <a:moveTo>
                    <a:pt x="16" y="200"/>
                  </a:moveTo>
                  <a:cubicBezTo>
                    <a:pt x="17" y="197"/>
                    <a:pt x="18" y="194"/>
                    <a:pt x="19" y="191"/>
                  </a:cubicBezTo>
                  <a:cubicBezTo>
                    <a:pt x="19" y="191"/>
                    <a:pt x="19" y="191"/>
                    <a:pt x="19" y="191"/>
                  </a:cubicBezTo>
                  <a:cubicBezTo>
                    <a:pt x="103" y="34"/>
                    <a:pt x="103" y="34"/>
                    <a:pt x="103" y="34"/>
                  </a:cubicBezTo>
                  <a:cubicBezTo>
                    <a:pt x="103" y="0"/>
                    <a:pt x="103" y="0"/>
                    <a:pt x="103" y="0"/>
                  </a:cubicBezTo>
                  <a:cubicBezTo>
                    <a:pt x="91" y="15"/>
                    <a:pt x="65" y="37"/>
                    <a:pt x="13" y="50"/>
                  </a:cubicBezTo>
                  <a:cubicBezTo>
                    <a:pt x="10" y="87"/>
                    <a:pt x="5" y="128"/>
                    <a:pt x="2" y="159"/>
                  </a:cubicBezTo>
                  <a:cubicBezTo>
                    <a:pt x="0" y="181"/>
                    <a:pt x="8" y="193"/>
                    <a:pt x="16"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138"/>
            <p:cNvSpPr>
              <a:spLocks noEditPoints="1"/>
            </p:cNvSpPr>
            <p:nvPr/>
          </p:nvSpPr>
          <p:spPr bwMode="auto">
            <a:xfrm>
              <a:off x="1560513" y="3163888"/>
              <a:ext cx="542925" cy="1436687"/>
            </a:xfrm>
            <a:custGeom>
              <a:avLst/>
              <a:gdLst>
                <a:gd name="T0" fmla="*/ 241 w 342"/>
                <a:gd name="T1" fmla="*/ 0 h 905"/>
                <a:gd name="T2" fmla="*/ 101 w 342"/>
                <a:gd name="T3" fmla="*/ 0 h 905"/>
                <a:gd name="T4" fmla="*/ 0 w 342"/>
                <a:gd name="T5" fmla="*/ 100 h 905"/>
                <a:gd name="T6" fmla="*/ 0 w 342"/>
                <a:gd name="T7" fmla="*/ 241 h 905"/>
                <a:gd name="T8" fmla="*/ 101 w 342"/>
                <a:gd name="T9" fmla="*/ 341 h 905"/>
                <a:gd name="T10" fmla="*/ 155 w 342"/>
                <a:gd name="T11" fmla="*/ 341 h 905"/>
                <a:gd name="T12" fmla="*/ 155 w 342"/>
                <a:gd name="T13" fmla="*/ 905 h 905"/>
                <a:gd name="T14" fmla="*/ 187 w 342"/>
                <a:gd name="T15" fmla="*/ 905 h 905"/>
                <a:gd name="T16" fmla="*/ 187 w 342"/>
                <a:gd name="T17" fmla="*/ 341 h 905"/>
                <a:gd name="T18" fmla="*/ 241 w 342"/>
                <a:gd name="T19" fmla="*/ 341 h 905"/>
                <a:gd name="T20" fmla="*/ 342 w 342"/>
                <a:gd name="T21" fmla="*/ 241 h 905"/>
                <a:gd name="T22" fmla="*/ 342 w 342"/>
                <a:gd name="T23" fmla="*/ 100 h 905"/>
                <a:gd name="T24" fmla="*/ 241 w 342"/>
                <a:gd name="T25" fmla="*/ 0 h 905"/>
                <a:gd name="T26" fmla="*/ 308 w 342"/>
                <a:gd name="T27" fmla="*/ 226 h 905"/>
                <a:gd name="T28" fmla="*/ 228 w 342"/>
                <a:gd name="T29" fmla="*/ 307 h 905"/>
                <a:gd name="T30" fmla="*/ 115 w 342"/>
                <a:gd name="T31" fmla="*/ 307 h 905"/>
                <a:gd name="T32" fmla="*/ 35 w 342"/>
                <a:gd name="T33" fmla="*/ 226 h 905"/>
                <a:gd name="T34" fmla="*/ 35 w 342"/>
                <a:gd name="T35" fmla="*/ 113 h 905"/>
                <a:gd name="T36" fmla="*/ 115 w 342"/>
                <a:gd name="T37" fmla="*/ 33 h 905"/>
                <a:gd name="T38" fmla="*/ 228 w 342"/>
                <a:gd name="T39" fmla="*/ 33 h 905"/>
                <a:gd name="T40" fmla="*/ 308 w 342"/>
                <a:gd name="T41" fmla="*/ 113 h 905"/>
                <a:gd name="T42" fmla="*/ 308 w 342"/>
                <a:gd name="T43" fmla="*/ 226 h 9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2" h="905">
                  <a:moveTo>
                    <a:pt x="241" y="0"/>
                  </a:moveTo>
                  <a:lnTo>
                    <a:pt x="101" y="0"/>
                  </a:lnTo>
                  <a:lnTo>
                    <a:pt x="0" y="100"/>
                  </a:lnTo>
                  <a:lnTo>
                    <a:pt x="0" y="241"/>
                  </a:lnTo>
                  <a:lnTo>
                    <a:pt x="101" y="341"/>
                  </a:lnTo>
                  <a:lnTo>
                    <a:pt x="155" y="341"/>
                  </a:lnTo>
                  <a:lnTo>
                    <a:pt x="155" y="905"/>
                  </a:lnTo>
                  <a:lnTo>
                    <a:pt x="187" y="905"/>
                  </a:lnTo>
                  <a:lnTo>
                    <a:pt x="187" y="341"/>
                  </a:lnTo>
                  <a:lnTo>
                    <a:pt x="241" y="341"/>
                  </a:lnTo>
                  <a:lnTo>
                    <a:pt x="342" y="241"/>
                  </a:lnTo>
                  <a:lnTo>
                    <a:pt x="342" y="100"/>
                  </a:lnTo>
                  <a:lnTo>
                    <a:pt x="241" y="0"/>
                  </a:lnTo>
                  <a:close/>
                  <a:moveTo>
                    <a:pt x="308" y="226"/>
                  </a:moveTo>
                  <a:lnTo>
                    <a:pt x="228" y="307"/>
                  </a:lnTo>
                  <a:lnTo>
                    <a:pt x="115" y="307"/>
                  </a:lnTo>
                  <a:lnTo>
                    <a:pt x="35" y="226"/>
                  </a:lnTo>
                  <a:lnTo>
                    <a:pt x="35" y="113"/>
                  </a:lnTo>
                  <a:lnTo>
                    <a:pt x="115" y="33"/>
                  </a:lnTo>
                  <a:lnTo>
                    <a:pt x="228" y="33"/>
                  </a:lnTo>
                  <a:lnTo>
                    <a:pt x="308" y="113"/>
                  </a:lnTo>
                  <a:lnTo>
                    <a:pt x="308" y="2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139"/>
            <p:cNvSpPr>
              <a:spLocks/>
            </p:cNvSpPr>
            <p:nvPr/>
          </p:nvSpPr>
          <p:spPr bwMode="auto">
            <a:xfrm>
              <a:off x="1643063" y="3363913"/>
              <a:ext cx="77787" cy="152400"/>
            </a:xfrm>
            <a:custGeom>
              <a:avLst/>
              <a:gdLst>
                <a:gd name="T0" fmla="*/ 52 w 84"/>
                <a:gd name="T1" fmla="*/ 69 h 167"/>
                <a:gd name="T2" fmla="*/ 30 w 84"/>
                <a:gd name="T3" fmla="*/ 46 h 167"/>
                <a:gd name="T4" fmla="*/ 47 w 84"/>
                <a:gd name="T5" fmla="*/ 30 h 167"/>
                <a:gd name="T6" fmla="*/ 73 w 84"/>
                <a:gd name="T7" fmla="*/ 38 h 167"/>
                <a:gd name="T8" fmla="*/ 79 w 84"/>
                <a:gd name="T9" fmla="*/ 8 h 167"/>
                <a:gd name="T10" fmla="*/ 48 w 84"/>
                <a:gd name="T11" fmla="*/ 0 h 167"/>
                <a:gd name="T12" fmla="*/ 2 w 84"/>
                <a:gd name="T13" fmla="*/ 49 h 167"/>
                <a:gd name="T14" fmla="*/ 35 w 84"/>
                <a:gd name="T15" fmla="*/ 97 h 167"/>
                <a:gd name="T16" fmla="*/ 56 w 84"/>
                <a:gd name="T17" fmla="*/ 120 h 167"/>
                <a:gd name="T18" fmla="*/ 36 w 84"/>
                <a:gd name="T19" fmla="*/ 137 h 167"/>
                <a:gd name="T20" fmla="*/ 6 w 84"/>
                <a:gd name="T21" fmla="*/ 127 h 167"/>
                <a:gd name="T22" fmla="*/ 0 w 84"/>
                <a:gd name="T23" fmla="*/ 157 h 167"/>
                <a:gd name="T24" fmla="*/ 35 w 84"/>
                <a:gd name="T25" fmla="*/ 167 h 167"/>
                <a:gd name="T26" fmla="*/ 84 w 84"/>
                <a:gd name="T27" fmla="*/ 117 h 167"/>
                <a:gd name="T28" fmla="*/ 52 w 84"/>
                <a:gd name="T29" fmla="*/ 69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167">
                  <a:moveTo>
                    <a:pt x="52" y="69"/>
                  </a:moveTo>
                  <a:cubicBezTo>
                    <a:pt x="36" y="61"/>
                    <a:pt x="30" y="56"/>
                    <a:pt x="30" y="46"/>
                  </a:cubicBezTo>
                  <a:cubicBezTo>
                    <a:pt x="30" y="38"/>
                    <a:pt x="35" y="30"/>
                    <a:pt x="47" y="30"/>
                  </a:cubicBezTo>
                  <a:cubicBezTo>
                    <a:pt x="59" y="30"/>
                    <a:pt x="68" y="35"/>
                    <a:pt x="73" y="38"/>
                  </a:cubicBezTo>
                  <a:cubicBezTo>
                    <a:pt x="79" y="8"/>
                    <a:pt x="79" y="8"/>
                    <a:pt x="79" y="8"/>
                  </a:cubicBezTo>
                  <a:cubicBezTo>
                    <a:pt x="72" y="4"/>
                    <a:pt x="62" y="0"/>
                    <a:pt x="48" y="0"/>
                  </a:cubicBezTo>
                  <a:cubicBezTo>
                    <a:pt x="19" y="0"/>
                    <a:pt x="2" y="21"/>
                    <a:pt x="2" y="49"/>
                  </a:cubicBezTo>
                  <a:cubicBezTo>
                    <a:pt x="2" y="72"/>
                    <a:pt x="15" y="87"/>
                    <a:pt x="35" y="97"/>
                  </a:cubicBezTo>
                  <a:cubicBezTo>
                    <a:pt x="50" y="104"/>
                    <a:pt x="56" y="110"/>
                    <a:pt x="56" y="120"/>
                  </a:cubicBezTo>
                  <a:cubicBezTo>
                    <a:pt x="56" y="130"/>
                    <a:pt x="49" y="137"/>
                    <a:pt x="36" y="137"/>
                  </a:cubicBezTo>
                  <a:cubicBezTo>
                    <a:pt x="25" y="137"/>
                    <a:pt x="13" y="132"/>
                    <a:pt x="6" y="127"/>
                  </a:cubicBezTo>
                  <a:cubicBezTo>
                    <a:pt x="0" y="157"/>
                    <a:pt x="0" y="157"/>
                    <a:pt x="0" y="157"/>
                  </a:cubicBezTo>
                  <a:cubicBezTo>
                    <a:pt x="7" y="162"/>
                    <a:pt x="21" y="167"/>
                    <a:pt x="35" y="167"/>
                  </a:cubicBezTo>
                  <a:cubicBezTo>
                    <a:pt x="68" y="167"/>
                    <a:pt x="84" y="144"/>
                    <a:pt x="84" y="117"/>
                  </a:cubicBezTo>
                  <a:cubicBezTo>
                    <a:pt x="84" y="94"/>
                    <a:pt x="74" y="79"/>
                    <a:pt x="52"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140"/>
            <p:cNvSpPr>
              <a:spLocks/>
            </p:cNvSpPr>
            <p:nvPr/>
          </p:nvSpPr>
          <p:spPr bwMode="auto">
            <a:xfrm>
              <a:off x="1728788" y="3365500"/>
              <a:ext cx="85725" cy="149225"/>
            </a:xfrm>
            <a:custGeom>
              <a:avLst/>
              <a:gdLst>
                <a:gd name="T0" fmla="*/ 0 w 54"/>
                <a:gd name="T1" fmla="*/ 18 h 94"/>
                <a:gd name="T2" fmla="*/ 19 w 54"/>
                <a:gd name="T3" fmla="*/ 18 h 94"/>
                <a:gd name="T4" fmla="*/ 19 w 54"/>
                <a:gd name="T5" fmla="*/ 94 h 94"/>
                <a:gd name="T6" fmla="*/ 35 w 54"/>
                <a:gd name="T7" fmla="*/ 94 h 94"/>
                <a:gd name="T8" fmla="*/ 35 w 54"/>
                <a:gd name="T9" fmla="*/ 18 h 94"/>
                <a:gd name="T10" fmla="*/ 54 w 54"/>
                <a:gd name="T11" fmla="*/ 18 h 94"/>
                <a:gd name="T12" fmla="*/ 54 w 54"/>
                <a:gd name="T13" fmla="*/ 0 h 94"/>
                <a:gd name="T14" fmla="*/ 0 w 54"/>
                <a:gd name="T15" fmla="*/ 0 h 94"/>
                <a:gd name="T16" fmla="*/ 0 w 54"/>
                <a:gd name="T17" fmla="*/ 1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94">
                  <a:moveTo>
                    <a:pt x="0" y="18"/>
                  </a:moveTo>
                  <a:lnTo>
                    <a:pt x="19" y="18"/>
                  </a:lnTo>
                  <a:lnTo>
                    <a:pt x="19" y="94"/>
                  </a:lnTo>
                  <a:lnTo>
                    <a:pt x="35" y="94"/>
                  </a:lnTo>
                  <a:lnTo>
                    <a:pt x="35" y="18"/>
                  </a:lnTo>
                  <a:lnTo>
                    <a:pt x="54" y="18"/>
                  </a:lnTo>
                  <a:lnTo>
                    <a:pt x="54" y="0"/>
                  </a:lnTo>
                  <a:lnTo>
                    <a:pt x="0" y="0"/>
                  </a:lnTo>
                  <a:lnTo>
                    <a:pt x="0"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141"/>
            <p:cNvSpPr>
              <a:spLocks noEditPoints="1"/>
            </p:cNvSpPr>
            <p:nvPr/>
          </p:nvSpPr>
          <p:spPr bwMode="auto">
            <a:xfrm>
              <a:off x="1819275" y="3363913"/>
              <a:ext cx="106362" cy="153987"/>
            </a:xfrm>
            <a:custGeom>
              <a:avLst/>
              <a:gdLst>
                <a:gd name="T0" fmla="*/ 59 w 117"/>
                <a:gd name="T1" fmla="*/ 0 h 168"/>
                <a:gd name="T2" fmla="*/ 0 w 117"/>
                <a:gd name="T3" fmla="*/ 85 h 168"/>
                <a:gd name="T4" fmla="*/ 57 w 117"/>
                <a:gd name="T5" fmla="*/ 168 h 168"/>
                <a:gd name="T6" fmla="*/ 117 w 117"/>
                <a:gd name="T7" fmla="*/ 82 h 168"/>
                <a:gd name="T8" fmla="*/ 59 w 117"/>
                <a:gd name="T9" fmla="*/ 0 h 168"/>
                <a:gd name="T10" fmla="*/ 59 w 117"/>
                <a:gd name="T11" fmla="*/ 138 h 168"/>
                <a:gd name="T12" fmla="*/ 29 w 117"/>
                <a:gd name="T13" fmla="*/ 84 h 168"/>
                <a:gd name="T14" fmla="*/ 59 w 117"/>
                <a:gd name="T15" fmla="*/ 29 h 168"/>
                <a:gd name="T16" fmla="*/ 88 w 117"/>
                <a:gd name="T17" fmla="*/ 83 h 168"/>
                <a:gd name="T18" fmla="*/ 59 w 117"/>
                <a:gd name="T19" fmla="*/ 13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7" h="168">
                  <a:moveTo>
                    <a:pt x="59" y="0"/>
                  </a:moveTo>
                  <a:cubicBezTo>
                    <a:pt x="24" y="0"/>
                    <a:pt x="0" y="36"/>
                    <a:pt x="0" y="85"/>
                  </a:cubicBezTo>
                  <a:cubicBezTo>
                    <a:pt x="0" y="131"/>
                    <a:pt x="21" y="168"/>
                    <a:pt x="57" y="168"/>
                  </a:cubicBezTo>
                  <a:cubicBezTo>
                    <a:pt x="93" y="168"/>
                    <a:pt x="117" y="136"/>
                    <a:pt x="117" y="82"/>
                  </a:cubicBezTo>
                  <a:cubicBezTo>
                    <a:pt x="117" y="37"/>
                    <a:pt x="97" y="0"/>
                    <a:pt x="59" y="0"/>
                  </a:cubicBezTo>
                  <a:close/>
                  <a:moveTo>
                    <a:pt x="59" y="138"/>
                  </a:moveTo>
                  <a:cubicBezTo>
                    <a:pt x="40" y="138"/>
                    <a:pt x="29" y="116"/>
                    <a:pt x="29" y="84"/>
                  </a:cubicBezTo>
                  <a:cubicBezTo>
                    <a:pt x="29" y="53"/>
                    <a:pt x="40" y="29"/>
                    <a:pt x="59" y="29"/>
                  </a:cubicBezTo>
                  <a:cubicBezTo>
                    <a:pt x="78" y="29"/>
                    <a:pt x="88" y="54"/>
                    <a:pt x="88" y="83"/>
                  </a:cubicBezTo>
                  <a:cubicBezTo>
                    <a:pt x="88" y="115"/>
                    <a:pt x="77" y="138"/>
                    <a:pt x="59" y="1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142"/>
            <p:cNvSpPr>
              <a:spLocks noEditPoints="1"/>
            </p:cNvSpPr>
            <p:nvPr/>
          </p:nvSpPr>
          <p:spPr bwMode="auto">
            <a:xfrm>
              <a:off x="1943100" y="3363913"/>
              <a:ext cx="80962" cy="150812"/>
            </a:xfrm>
            <a:custGeom>
              <a:avLst/>
              <a:gdLst>
                <a:gd name="T0" fmla="*/ 28 w 88"/>
                <a:gd name="T1" fmla="*/ 106 h 164"/>
                <a:gd name="T2" fmla="*/ 37 w 88"/>
                <a:gd name="T3" fmla="*/ 107 h 164"/>
                <a:gd name="T4" fmla="*/ 77 w 88"/>
                <a:gd name="T5" fmla="*/ 90 h 164"/>
                <a:gd name="T6" fmla="*/ 88 w 88"/>
                <a:gd name="T7" fmla="*/ 51 h 164"/>
                <a:gd name="T8" fmla="*/ 75 w 88"/>
                <a:gd name="T9" fmla="*/ 13 h 164"/>
                <a:gd name="T10" fmla="*/ 38 w 88"/>
                <a:gd name="T11" fmla="*/ 0 h 164"/>
                <a:gd name="T12" fmla="*/ 0 w 88"/>
                <a:gd name="T13" fmla="*/ 4 h 164"/>
                <a:gd name="T14" fmla="*/ 0 w 88"/>
                <a:gd name="T15" fmla="*/ 164 h 164"/>
                <a:gd name="T16" fmla="*/ 28 w 88"/>
                <a:gd name="T17" fmla="*/ 164 h 164"/>
                <a:gd name="T18" fmla="*/ 28 w 88"/>
                <a:gd name="T19" fmla="*/ 106 h 164"/>
                <a:gd name="T20" fmla="*/ 28 w 88"/>
                <a:gd name="T21" fmla="*/ 30 h 164"/>
                <a:gd name="T22" fmla="*/ 39 w 88"/>
                <a:gd name="T23" fmla="*/ 28 h 164"/>
                <a:gd name="T24" fmla="*/ 61 w 88"/>
                <a:gd name="T25" fmla="*/ 52 h 164"/>
                <a:gd name="T26" fmla="*/ 37 w 88"/>
                <a:gd name="T27" fmla="*/ 78 h 164"/>
                <a:gd name="T28" fmla="*/ 28 w 88"/>
                <a:gd name="T29" fmla="*/ 78 h 164"/>
                <a:gd name="T30" fmla="*/ 28 w 88"/>
                <a:gd name="T31" fmla="*/ 3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8" h="164">
                  <a:moveTo>
                    <a:pt x="28" y="106"/>
                  </a:moveTo>
                  <a:cubicBezTo>
                    <a:pt x="30" y="106"/>
                    <a:pt x="34" y="107"/>
                    <a:pt x="37" y="107"/>
                  </a:cubicBezTo>
                  <a:cubicBezTo>
                    <a:pt x="53" y="107"/>
                    <a:pt x="67" y="101"/>
                    <a:pt x="77" y="90"/>
                  </a:cubicBezTo>
                  <a:cubicBezTo>
                    <a:pt x="84" y="81"/>
                    <a:pt x="88" y="67"/>
                    <a:pt x="88" y="51"/>
                  </a:cubicBezTo>
                  <a:cubicBezTo>
                    <a:pt x="88" y="35"/>
                    <a:pt x="83" y="22"/>
                    <a:pt x="75" y="13"/>
                  </a:cubicBezTo>
                  <a:cubicBezTo>
                    <a:pt x="67" y="5"/>
                    <a:pt x="55" y="0"/>
                    <a:pt x="38" y="0"/>
                  </a:cubicBezTo>
                  <a:cubicBezTo>
                    <a:pt x="21" y="0"/>
                    <a:pt x="9" y="2"/>
                    <a:pt x="0" y="4"/>
                  </a:cubicBezTo>
                  <a:cubicBezTo>
                    <a:pt x="0" y="164"/>
                    <a:pt x="0" y="164"/>
                    <a:pt x="0" y="164"/>
                  </a:cubicBezTo>
                  <a:cubicBezTo>
                    <a:pt x="28" y="164"/>
                    <a:pt x="28" y="164"/>
                    <a:pt x="28" y="164"/>
                  </a:cubicBezTo>
                  <a:lnTo>
                    <a:pt x="28" y="106"/>
                  </a:lnTo>
                  <a:close/>
                  <a:moveTo>
                    <a:pt x="28" y="30"/>
                  </a:moveTo>
                  <a:cubicBezTo>
                    <a:pt x="30" y="29"/>
                    <a:pt x="34" y="28"/>
                    <a:pt x="39" y="28"/>
                  </a:cubicBezTo>
                  <a:cubicBezTo>
                    <a:pt x="53" y="28"/>
                    <a:pt x="61" y="37"/>
                    <a:pt x="61" y="52"/>
                  </a:cubicBezTo>
                  <a:cubicBezTo>
                    <a:pt x="61" y="69"/>
                    <a:pt x="52" y="78"/>
                    <a:pt x="37" y="78"/>
                  </a:cubicBezTo>
                  <a:cubicBezTo>
                    <a:pt x="33" y="78"/>
                    <a:pt x="30" y="78"/>
                    <a:pt x="28" y="78"/>
                  </a:cubicBezTo>
                  <a:lnTo>
                    <a:pt x="28"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143"/>
            <p:cNvSpPr>
              <a:spLocks/>
            </p:cNvSpPr>
            <p:nvPr/>
          </p:nvSpPr>
          <p:spPr bwMode="auto">
            <a:xfrm>
              <a:off x="646113" y="3811588"/>
              <a:ext cx="222250" cy="306387"/>
            </a:xfrm>
            <a:custGeom>
              <a:avLst/>
              <a:gdLst>
                <a:gd name="T0" fmla="*/ 122 w 241"/>
                <a:gd name="T1" fmla="*/ 64 h 332"/>
                <a:gd name="T2" fmla="*/ 9 w 241"/>
                <a:gd name="T3" fmla="*/ 276 h 332"/>
                <a:gd name="T4" fmla="*/ 9 w 241"/>
                <a:gd name="T5" fmla="*/ 276 h 332"/>
                <a:gd name="T6" fmla="*/ 23 w 241"/>
                <a:gd name="T7" fmla="*/ 323 h 332"/>
                <a:gd name="T8" fmla="*/ 70 w 241"/>
                <a:gd name="T9" fmla="*/ 308 h 332"/>
                <a:gd name="T10" fmla="*/ 190 w 241"/>
                <a:gd name="T11" fmla="*/ 84 h 332"/>
                <a:gd name="T12" fmla="*/ 189 w 241"/>
                <a:gd name="T13" fmla="*/ 83 h 332"/>
                <a:gd name="T14" fmla="*/ 192 w 241"/>
                <a:gd name="T15" fmla="*/ 74 h 332"/>
                <a:gd name="T16" fmla="*/ 194 w 241"/>
                <a:gd name="T17" fmla="*/ 75 h 332"/>
                <a:gd name="T18" fmla="*/ 198 w 241"/>
                <a:gd name="T19" fmla="*/ 88 h 332"/>
                <a:gd name="T20" fmla="*/ 154 w 241"/>
                <a:gd name="T21" fmla="*/ 172 h 332"/>
                <a:gd name="T22" fmla="*/ 143 w 241"/>
                <a:gd name="T23" fmla="*/ 192 h 332"/>
                <a:gd name="T24" fmla="*/ 228 w 241"/>
                <a:gd name="T25" fmla="*/ 45 h 332"/>
                <a:gd name="T26" fmla="*/ 165 w 241"/>
                <a:gd name="T27" fmla="*/ 0 h 332"/>
                <a:gd name="T28" fmla="*/ 100 w 241"/>
                <a:gd name="T29" fmla="*/ 58 h 332"/>
                <a:gd name="T30" fmla="*/ 100 w 241"/>
                <a:gd name="T31" fmla="*/ 85 h 332"/>
                <a:gd name="T32" fmla="*/ 113 w 241"/>
                <a:gd name="T33" fmla="*/ 60 h 332"/>
                <a:gd name="T34" fmla="*/ 126 w 241"/>
                <a:gd name="T35" fmla="*/ 56 h 332"/>
                <a:gd name="T36" fmla="*/ 122 w 241"/>
                <a:gd name="T37" fmla="*/ 64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1" h="332">
                  <a:moveTo>
                    <a:pt x="122" y="64"/>
                  </a:moveTo>
                  <a:cubicBezTo>
                    <a:pt x="9" y="276"/>
                    <a:pt x="9" y="276"/>
                    <a:pt x="9" y="276"/>
                  </a:cubicBezTo>
                  <a:cubicBezTo>
                    <a:pt x="9" y="276"/>
                    <a:pt x="9" y="276"/>
                    <a:pt x="9" y="276"/>
                  </a:cubicBezTo>
                  <a:cubicBezTo>
                    <a:pt x="0" y="293"/>
                    <a:pt x="6" y="314"/>
                    <a:pt x="23" y="323"/>
                  </a:cubicBezTo>
                  <a:cubicBezTo>
                    <a:pt x="40" y="332"/>
                    <a:pt x="61" y="325"/>
                    <a:pt x="70" y="308"/>
                  </a:cubicBezTo>
                  <a:cubicBezTo>
                    <a:pt x="75" y="300"/>
                    <a:pt x="71" y="308"/>
                    <a:pt x="190" y="84"/>
                  </a:cubicBezTo>
                  <a:cubicBezTo>
                    <a:pt x="189" y="83"/>
                    <a:pt x="189" y="83"/>
                    <a:pt x="189" y="83"/>
                  </a:cubicBezTo>
                  <a:cubicBezTo>
                    <a:pt x="191" y="80"/>
                    <a:pt x="192" y="77"/>
                    <a:pt x="192" y="74"/>
                  </a:cubicBezTo>
                  <a:cubicBezTo>
                    <a:pt x="193" y="75"/>
                    <a:pt x="194" y="75"/>
                    <a:pt x="194" y="75"/>
                  </a:cubicBezTo>
                  <a:cubicBezTo>
                    <a:pt x="199" y="78"/>
                    <a:pt x="201" y="83"/>
                    <a:pt x="198" y="88"/>
                  </a:cubicBezTo>
                  <a:cubicBezTo>
                    <a:pt x="154" y="172"/>
                    <a:pt x="154" y="172"/>
                    <a:pt x="154" y="172"/>
                  </a:cubicBezTo>
                  <a:cubicBezTo>
                    <a:pt x="150" y="179"/>
                    <a:pt x="147" y="186"/>
                    <a:pt x="143" y="192"/>
                  </a:cubicBezTo>
                  <a:cubicBezTo>
                    <a:pt x="187" y="161"/>
                    <a:pt x="241" y="109"/>
                    <a:pt x="228" y="45"/>
                  </a:cubicBezTo>
                  <a:cubicBezTo>
                    <a:pt x="219" y="19"/>
                    <a:pt x="195" y="0"/>
                    <a:pt x="165" y="0"/>
                  </a:cubicBezTo>
                  <a:cubicBezTo>
                    <a:pt x="132" y="0"/>
                    <a:pt x="104" y="25"/>
                    <a:pt x="100" y="58"/>
                  </a:cubicBezTo>
                  <a:cubicBezTo>
                    <a:pt x="100" y="58"/>
                    <a:pt x="100" y="69"/>
                    <a:pt x="100" y="85"/>
                  </a:cubicBezTo>
                  <a:cubicBezTo>
                    <a:pt x="113" y="60"/>
                    <a:pt x="113" y="60"/>
                    <a:pt x="113" y="60"/>
                  </a:cubicBezTo>
                  <a:cubicBezTo>
                    <a:pt x="116" y="55"/>
                    <a:pt x="121" y="53"/>
                    <a:pt x="126" y="56"/>
                  </a:cubicBezTo>
                  <a:cubicBezTo>
                    <a:pt x="122" y="64"/>
                    <a:pt x="122" y="64"/>
                    <a:pt x="122" y="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144"/>
            <p:cNvSpPr>
              <a:spLocks/>
            </p:cNvSpPr>
            <p:nvPr/>
          </p:nvSpPr>
          <p:spPr bwMode="auto">
            <a:xfrm>
              <a:off x="674688" y="3946525"/>
              <a:ext cx="319087" cy="484187"/>
            </a:xfrm>
            <a:custGeom>
              <a:avLst/>
              <a:gdLst>
                <a:gd name="T0" fmla="*/ 200 w 347"/>
                <a:gd name="T1" fmla="*/ 0 h 527"/>
                <a:gd name="T2" fmla="*/ 88 w 347"/>
                <a:gd name="T3" fmla="*/ 92 h 527"/>
                <a:gd name="T4" fmla="*/ 69 w 347"/>
                <a:gd name="T5" fmla="*/ 129 h 527"/>
                <a:gd name="T6" fmla="*/ 94 w 347"/>
                <a:gd name="T7" fmla="*/ 180 h 527"/>
                <a:gd name="T8" fmla="*/ 7 w 347"/>
                <a:gd name="T9" fmla="*/ 465 h 527"/>
                <a:gd name="T10" fmla="*/ 7 w 347"/>
                <a:gd name="T11" fmla="*/ 465 h 527"/>
                <a:gd name="T12" fmla="*/ 37 w 347"/>
                <a:gd name="T13" fmla="*/ 520 h 527"/>
                <a:gd name="T14" fmla="*/ 92 w 347"/>
                <a:gd name="T15" fmla="*/ 491 h 527"/>
                <a:gd name="T16" fmla="*/ 149 w 347"/>
                <a:gd name="T17" fmla="*/ 308 h 527"/>
                <a:gd name="T18" fmla="*/ 109 w 347"/>
                <a:gd name="T19" fmla="*/ 233 h 527"/>
                <a:gd name="T20" fmla="*/ 112 w 347"/>
                <a:gd name="T21" fmla="*/ 220 h 527"/>
                <a:gd name="T22" fmla="*/ 113 w 347"/>
                <a:gd name="T23" fmla="*/ 220 h 527"/>
                <a:gd name="T24" fmla="*/ 257 w 347"/>
                <a:gd name="T25" fmla="*/ 490 h 527"/>
                <a:gd name="T26" fmla="*/ 317 w 347"/>
                <a:gd name="T27" fmla="*/ 507 h 527"/>
                <a:gd name="T28" fmla="*/ 336 w 347"/>
                <a:gd name="T29" fmla="*/ 447 h 527"/>
                <a:gd name="T30" fmla="*/ 200 w 347"/>
                <a:gd name="T31" fmla="*/ 192 h 527"/>
                <a:gd name="T32" fmla="*/ 200 w 347"/>
                <a:gd name="T33" fmla="*/ 0 h 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47" h="527">
                  <a:moveTo>
                    <a:pt x="200" y="0"/>
                  </a:moveTo>
                  <a:cubicBezTo>
                    <a:pt x="181" y="30"/>
                    <a:pt x="146" y="62"/>
                    <a:pt x="88" y="92"/>
                  </a:cubicBezTo>
                  <a:cubicBezTo>
                    <a:pt x="80" y="107"/>
                    <a:pt x="74" y="120"/>
                    <a:pt x="69" y="129"/>
                  </a:cubicBezTo>
                  <a:cubicBezTo>
                    <a:pt x="71" y="149"/>
                    <a:pt x="78" y="168"/>
                    <a:pt x="94" y="180"/>
                  </a:cubicBezTo>
                  <a:cubicBezTo>
                    <a:pt x="79" y="228"/>
                    <a:pt x="7" y="465"/>
                    <a:pt x="7" y="465"/>
                  </a:cubicBezTo>
                  <a:cubicBezTo>
                    <a:pt x="7" y="465"/>
                    <a:pt x="7" y="465"/>
                    <a:pt x="7" y="465"/>
                  </a:cubicBezTo>
                  <a:cubicBezTo>
                    <a:pt x="0" y="488"/>
                    <a:pt x="13" y="513"/>
                    <a:pt x="37" y="520"/>
                  </a:cubicBezTo>
                  <a:cubicBezTo>
                    <a:pt x="60" y="527"/>
                    <a:pt x="85" y="514"/>
                    <a:pt x="92" y="491"/>
                  </a:cubicBezTo>
                  <a:cubicBezTo>
                    <a:pt x="149" y="308"/>
                    <a:pt x="149" y="308"/>
                    <a:pt x="149" y="308"/>
                  </a:cubicBezTo>
                  <a:cubicBezTo>
                    <a:pt x="109" y="233"/>
                    <a:pt x="109" y="233"/>
                    <a:pt x="109" y="233"/>
                  </a:cubicBezTo>
                  <a:cubicBezTo>
                    <a:pt x="106" y="229"/>
                    <a:pt x="108" y="223"/>
                    <a:pt x="112" y="220"/>
                  </a:cubicBezTo>
                  <a:cubicBezTo>
                    <a:pt x="112" y="220"/>
                    <a:pt x="113" y="220"/>
                    <a:pt x="113" y="220"/>
                  </a:cubicBezTo>
                  <a:cubicBezTo>
                    <a:pt x="257" y="490"/>
                    <a:pt x="257" y="490"/>
                    <a:pt x="257" y="490"/>
                  </a:cubicBezTo>
                  <a:cubicBezTo>
                    <a:pt x="269" y="511"/>
                    <a:pt x="295" y="519"/>
                    <a:pt x="317" y="507"/>
                  </a:cubicBezTo>
                  <a:cubicBezTo>
                    <a:pt x="339" y="496"/>
                    <a:pt x="347" y="469"/>
                    <a:pt x="336" y="447"/>
                  </a:cubicBezTo>
                  <a:cubicBezTo>
                    <a:pt x="200" y="192"/>
                    <a:pt x="200" y="192"/>
                    <a:pt x="200" y="192"/>
                  </a:cubicBezTo>
                  <a:cubicBezTo>
                    <a:pt x="200" y="170"/>
                    <a:pt x="200" y="72"/>
                    <a:pt x="20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03" name="组合 202"/>
          <p:cNvGrpSpPr/>
          <p:nvPr/>
        </p:nvGrpSpPr>
        <p:grpSpPr>
          <a:xfrm>
            <a:off x="2301875" y="2659063"/>
            <a:ext cx="3586162" cy="1949450"/>
            <a:chOff x="2301875" y="2659063"/>
            <a:chExt cx="3586162" cy="1949450"/>
          </a:xfrm>
          <a:solidFill>
            <a:schemeClr val="tx1">
              <a:lumMod val="65000"/>
              <a:lumOff val="35000"/>
            </a:schemeClr>
          </a:solidFill>
        </p:grpSpPr>
        <p:grpSp>
          <p:nvGrpSpPr>
            <p:cNvPr id="204" name="组合 203"/>
            <p:cNvGrpSpPr/>
            <p:nvPr/>
          </p:nvGrpSpPr>
          <p:grpSpPr>
            <a:xfrm>
              <a:off x="2301875" y="3848100"/>
              <a:ext cx="460375" cy="760413"/>
              <a:chOff x="2301875" y="3848100"/>
              <a:chExt cx="460375" cy="760413"/>
            </a:xfrm>
            <a:grpFill/>
          </p:grpSpPr>
          <p:sp>
            <p:nvSpPr>
              <p:cNvPr id="230" name="Oval 47"/>
              <p:cNvSpPr>
                <a:spLocks noChangeArrowheads="1"/>
              </p:cNvSpPr>
              <p:nvPr/>
            </p:nvSpPr>
            <p:spPr bwMode="auto">
              <a:xfrm>
                <a:off x="2468563" y="3848100"/>
                <a:ext cx="177800" cy="1778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48"/>
              <p:cNvSpPr>
                <a:spLocks/>
              </p:cNvSpPr>
              <p:nvPr/>
            </p:nvSpPr>
            <p:spPr bwMode="auto">
              <a:xfrm>
                <a:off x="2387600" y="4119563"/>
                <a:ext cx="96837" cy="190500"/>
              </a:xfrm>
              <a:custGeom>
                <a:avLst/>
                <a:gdLst>
                  <a:gd name="T0" fmla="*/ 63 w 104"/>
                  <a:gd name="T1" fmla="*/ 74 h 206"/>
                  <a:gd name="T2" fmla="*/ 20 w 104"/>
                  <a:gd name="T3" fmla="*/ 107 h 206"/>
                  <a:gd name="T4" fmla="*/ 9 w 104"/>
                  <a:gd name="T5" fmla="*/ 106 h 206"/>
                  <a:gd name="T6" fmla="*/ 9 w 104"/>
                  <a:gd name="T7" fmla="*/ 105 h 206"/>
                  <a:gd name="T8" fmla="*/ 3 w 104"/>
                  <a:gd name="T9" fmla="*/ 159 h 206"/>
                  <a:gd name="T10" fmla="*/ 28 w 104"/>
                  <a:gd name="T11" fmla="*/ 206 h 206"/>
                  <a:gd name="T12" fmla="*/ 103 w 104"/>
                  <a:gd name="T13" fmla="*/ 206 h 206"/>
                  <a:gd name="T14" fmla="*/ 104 w 104"/>
                  <a:gd name="T15" fmla="*/ 0 h 206"/>
                  <a:gd name="T16" fmla="*/ 104 w 104"/>
                  <a:gd name="T17" fmla="*/ 0 h 206"/>
                  <a:gd name="T18" fmla="*/ 75 w 104"/>
                  <a:gd name="T19" fmla="*/ 25 h 206"/>
                  <a:gd name="T20" fmla="*/ 63 w 104"/>
                  <a:gd name="T21" fmla="*/ 74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206">
                    <a:moveTo>
                      <a:pt x="63" y="74"/>
                    </a:moveTo>
                    <a:cubicBezTo>
                      <a:pt x="58" y="94"/>
                      <a:pt x="40" y="107"/>
                      <a:pt x="20" y="107"/>
                    </a:cubicBezTo>
                    <a:cubicBezTo>
                      <a:pt x="16" y="107"/>
                      <a:pt x="13" y="107"/>
                      <a:pt x="9" y="106"/>
                    </a:cubicBezTo>
                    <a:cubicBezTo>
                      <a:pt x="9" y="106"/>
                      <a:pt x="9" y="106"/>
                      <a:pt x="9" y="105"/>
                    </a:cubicBezTo>
                    <a:cubicBezTo>
                      <a:pt x="7" y="125"/>
                      <a:pt x="5" y="143"/>
                      <a:pt x="3" y="159"/>
                    </a:cubicBezTo>
                    <a:cubicBezTo>
                      <a:pt x="0" y="197"/>
                      <a:pt x="28" y="206"/>
                      <a:pt x="28" y="206"/>
                    </a:cubicBezTo>
                    <a:cubicBezTo>
                      <a:pt x="103" y="206"/>
                      <a:pt x="103" y="206"/>
                      <a:pt x="103" y="206"/>
                    </a:cubicBezTo>
                    <a:cubicBezTo>
                      <a:pt x="104" y="0"/>
                      <a:pt x="104" y="0"/>
                      <a:pt x="104" y="0"/>
                    </a:cubicBezTo>
                    <a:cubicBezTo>
                      <a:pt x="104" y="0"/>
                      <a:pt x="104" y="0"/>
                      <a:pt x="104" y="0"/>
                    </a:cubicBezTo>
                    <a:cubicBezTo>
                      <a:pt x="98" y="8"/>
                      <a:pt x="89" y="16"/>
                      <a:pt x="75" y="25"/>
                    </a:cubicBezTo>
                    <a:lnTo>
                      <a:pt x="63" y="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49"/>
              <p:cNvSpPr>
                <a:spLocks/>
              </p:cNvSpPr>
              <p:nvPr/>
            </p:nvSpPr>
            <p:spPr bwMode="auto">
              <a:xfrm>
                <a:off x="2460625" y="4114800"/>
                <a:ext cx="12700" cy="14287"/>
              </a:xfrm>
              <a:custGeom>
                <a:avLst/>
                <a:gdLst>
                  <a:gd name="T0" fmla="*/ 0 w 15"/>
                  <a:gd name="T1" fmla="*/ 16 h 16"/>
                  <a:gd name="T2" fmla="*/ 15 w 15"/>
                  <a:gd name="T3" fmla="*/ 3 h 16"/>
                  <a:gd name="T4" fmla="*/ 4 w 15"/>
                  <a:gd name="T5" fmla="*/ 0 h 16"/>
                  <a:gd name="T6" fmla="*/ 0 w 15"/>
                  <a:gd name="T7" fmla="*/ 16 h 16"/>
                </a:gdLst>
                <a:ahLst/>
                <a:cxnLst>
                  <a:cxn ang="0">
                    <a:pos x="T0" y="T1"/>
                  </a:cxn>
                  <a:cxn ang="0">
                    <a:pos x="T2" y="T3"/>
                  </a:cxn>
                  <a:cxn ang="0">
                    <a:pos x="T4" y="T5"/>
                  </a:cxn>
                  <a:cxn ang="0">
                    <a:pos x="T6" y="T7"/>
                  </a:cxn>
                </a:cxnLst>
                <a:rect l="0" t="0" r="r" b="b"/>
                <a:pathLst>
                  <a:path w="15" h="16">
                    <a:moveTo>
                      <a:pt x="0" y="16"/>
                    </a:moveTo>
                    <a:cubicBezTo>
                      <a:pt x="6" y="11"/>
                      <a:pt x="11" y="7"/>
                      <a:pt x="15" y="3"/>
                    </a:cubicBezTo>
                    <a:cubicBezTo>
                      <a:pt x="12" y="2"/>
                      <a:pt x="8" y="1"/>
                      <a:pt x="4" y="0"/>
                    </a:cubicBezTo>
                    <a:lnTo>
                      <a:pt x="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50"/>
              <p:cNvSpPr>
                <a:spLocks/>
              </p:cNvSpPr>
              <p:nvPr/>
            </p:nvSpPr>
            <p:spPr bwMode="auto">
              <a:xfrm>
                <a:off x="2301875" y="4056063"/>
                <a:ext cx="460375" cy="552450"/>
              </a:xfrm>
              <a:custGeom>
                <a:avLst/>
                <a:gdLst>
                  <a:gd name="T0" fmla="*/ 484 w 500"/>
                  <a:gd name="T1" fmla="*/ 12 h 600"/>
                  <a:gd name="T2" fmla="*/ 435 w 500"/>
                  <a:gd name="T3" fmla="*/ 16 h 600"/>
                  <a:gd name="T4" fmla="*/ 376 w 500"/>
                  <a:gd name="T5" fmla="*/ 86 h 600"/>
                  <a:gd name="T6" fmla="*/ 366 w 500"/>
                  <a:gd name="T7" fmla="*/ 78 h 600"/>
                  <a:gd name="T8" fmla="*/ 213 w 500"/>
                  <a:gd name="T9" fmla="*/ 234 h 600"/>
                  <a:gd name="T10" fmla="*/ 218 w 500"/>
                  <a:gd name="T11" fmla="*/ 262 h 600"/>
                  <a:gd name="T12" fmla="*/ 178 w 500"/>
                  <a:gd name="T13" fmla="*/ 368 h 600"/>
                  <a:gd name="T14" fmla="*/ 39 w 500"/>
                  <a:gd name="T15" fmla="*/ 400 h 600"/>
                  <a:gd name="T16" fmla="*/ 6 w 500"/>
                  <a:gd name="T17" fmla="*/ 453 h 600"/>
                  <a:gd name="T18" fmla="*/ 59 w 500"/>
                  <a:gd name="T19" fmla="*/ 487 h 600"/>
                  <a:gd name="T20" fmla="*/ 221 w 500"/>
                  <a:gd name="T21" fmla="*/ 451 h 600"/>
                  <a:gd name="T22" fmla="*/ 254 w 500"/>
                  <a:gd name="T23" fmla="*/ 423 h 600"/>
                  <a:gd name="T24" fmla="*/ 281 w 500"/>
                  <a:gd name="T25" fmla="*/ 350 h 600"/>
                  <a:gd name="T26" fmla="*/ 253 w 500"/>
                  <a:gd name="T27" fmla="*/ 321 h 600"/>
                  <a:gd name="T28" fmla="*/ 254 w 500"/>
                  <a:gd name="T29" fmla="*/ 307 h 600"/>
                  <a:gd name="T30" fmla="*/ 254 w 500"/>
                  <a:gd name="T31" fmla="*/ 307 h 600"/>
                  <a:gd name="T32" fmla="*/ 342 w 500"/>
                  <a:gd name="T33" fmla="*/ 401 h 600"/>
                  <a:gd name="T34" fmla="*/ 307 w 500"/>
                  <a:gd name="T35" fmla="*/ 540 h 600"/>
                  <a:gd name="T36" fmla="*/ 340 w 500"/>
                  <a:gd name="T37" fmla="*/ 594 h 600"/>
                  <a:gd name="T38" fmla="*/ 394 w 500"/>
                  <a:gd name="T39" fmla="*/ 561 h 600"/>
                  <a:gd name="T40" fmla="*/ 434 w 500"/>
                  <a:gd name="T41" fmla="*/ 399 h 600"/>
                  <a:gd name="T42" fmla="*/ 424 w 500"/>
                  <a:gd name="T43" fmla="*/ 359 h 600"/>
                  <a:gd name="T44" fmla="*/ 424 w 500"/>
                  <a:gd name="T45" fmla="*/ 358 h 600"/>
                  <a:gd name="T46" fmla="*/ 346 w 500"/>
                  <a:gd name="T47" fmla="*/ 274 h 600"/>
                  <a:gd name="T48" fmla="*/ 346 w 500"/>
                  <a:gd name="T49" fmla="*/ 151 h 600"/>
                  <a:gd name="T50" fmla="*/ 357 w 500"/>
                  <a:gd name="T51" fmla="*/ 161 h 600"/>
                  <a:gd name="T52" fmla="*/ 357 w 500"/>
                  <a:gd name="T53" fmla="*/ 161 h 600"/>
                  <a:gd name="T54" fmla="*/ 406 w 500"/>
                  <a:gd name="T55" fmla="*/ 157 h 600"/>
                  <a:gd name="T56" fmla="*/ 406 w 500"/>
                  <a:gd name="T57" fmla="*/ 157 h 600"/>
                  <a:gd name="T58" fmla="*/ 406 w 500"/>
                  <a:gd name="T59" fmla="*/ 157 h 600"/>
                  <a:gd name="T60" fmla="*/ 488 w 500"/>
                  <a:gd name="T61" fmla="*/ 61 h 600"/>
                  <a:gd name="T62" fmla="*/ 484 w 500"/>
                  <a:gd name="T63" fmla="*/ 12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00" h="600">
                    <a:moveTo>
                      <a:pt x="484" y="12"/>
                    </a:moveTo>
                    <a:cubicBezTo>
                      <a:pt x="470" y="0"/>
                      <a:pt x="448" y="1"/>
                      <a:pt x="435" y="16"/>
                    </a:cubicBezTo>
                    <a:cubicBezTo>
                      <a:pt x="376" y="86"/>
                      <a:pt x="376" y="86"/>
                      <a:pt x="376" y="86"/>
                    </a:cubicBezTo>
                    <a:cubicBezTo>
                      <a:pt x="366" y="78"/>
                      <a:pt x="366" y="78"/>
                      <a:pt x="366" y="78"/>
                    </a:cubicBezTo>
                    <a:cubicBezTo>
                      <a:pt x="358" y="126"/>
                      <a:pt x="322" y="184"/>
                      <a:pt x="213" y="234"/>
                    </a:cubicBezTo>
                    <a:cubicBezTo>
                      <a:pt x="214" y="243"/>
                      <a:pt x="215" y="253"/>
                      <a:pt x="218" y="262"/>
                    </a:cubicBezTo>
                    <a:cubicBezTo>
                      <a:pt x="178" y="368"/>
                      <a:pt x="178" y="368"/>
                      <a:pt x="178" y="368"/>
                    </a:cubicBezTo>
                    <a:cubicBezTo>
                      <a:pt x="39" y="400"/>
                      <a:pt x="39" y="400"/>
                      <a:pt x="39" y="400"/>
                    </a:cubicBezTo>
                    <a:cubicBezTo>
                      <a:pt x="15" y="405"/>
                      <a:pt x="0" y="429"/>
                      <a:pt x="6" y="453"/>
                    </a:cubicBezTo>
                    <a:cubicBezTo>
                      <a:pt x="11" y="478"/>
                      <a:pt x="35" y="493"/>
                      <a:pt x="59" y="487"/>
                    </a:cubicBezTo>
                    <a:cubicBezTo>
                      <a:pt x="59" y="487"/>
                      <a:pt x="218" y="452"/>
                      <a:pt x="221" y="451"/>
                    </a:cubicBezTo>
                    <a:cubicBezTo>
                      <a:pt x="235" y="448"/>
                      <a:pt x="248" y="438"/>
                      <a:pt x="254" y="423"/>
                    </a:cubicBezTo>
                    <a:cubicBezTo>
                      <a:pt x="281" y="350"/>
                      <a:pt x="281" y="350"/>
                      <a:pt x="281" y="350"/>
                    </a:cubicBezTo>
                    <a:cubicBezTo>
                      <a:pt x="253" y="321"/>
                      <a:pt x="253" y="321"/>
                      <a:pt x="253" y="321"/>
                    </a:cubicBezTo>
                    <a:cubicBezTo>
                      <a:pt x="250" y="317"/>
                      <a:pt x="250" y="311"/>
                      <a:pt x="254" y="307"/>
                    </a:cubicBezTo>
                    <a:cubicBezTo>
                      <a:pt x="254" y="307"/>
                      <a:pt x="254" y="307"/>
                      <a:pt x="254" y="307"/>
                    </a:cubicBezTo>
                    <a:cubicBezTo>
                      <a:pt x="342" y="401"/>
                      <a:pt x="342" y="401"/>
                      <a:pt x="342" y="401"/>
                    </a:cubicBezTo>
                    <a:cubicBezTo>
                      <a:pt x="307" y="540"/>
                      <a:pt x="307" y="540"/>
                      <a:pt x="307" y="540"/>
                    </a:cubicBezTo>
                    <a:cubicBezTo>
                      <a:pt x="301" y="564"/>
                      <a:pt x="316" y="588"/>
                      <a:pt x="340" y="594"/>
                    </a:cubicBezTo>
                    <a:cubicBezTo>
                      <a:pt x="364" y="600"/>
                      <a:pt x="388" y="585"/>
                      <a:pt x="394" y="561"/>
                    </a:cubicBezTo>
                    <a:cubicBezTo>
                      <a:pt x="434" y="399"/>
                      <a:pt x="434" y="399"/>
                      <a:pt x="434" y="399"/>
                    </a:cubicBezTo>
                    <a:cubicBezTo>
                      <a:pt x="438" y="385"/>
                      <a:pt x="434" y="370"/>
                      <a:pt x="424" y="359"/>
                    </a:cubicBezTo>
                    <a:cubicBezTo>
                      <a:pt x="424" y="358"/>
                      <a:pt x="424" y="358"/>
                      <a:pt x="424" y="358"/>
                    </a:cubicBezTo>
                    <a:cubicBezTo>
                      <a:pt x="346" y="274"/>
                      <a:pt x="346" y="274"/>
                      <a:pt x="346" y="274"/>
                    </a:cubicBezTo>
                    <a:cubicBezTo>
                      <a:pt x="346" y="274"/>
                      <a:pt x="346" y="161"/>
                      <a:pt x="346" y="151"/>
                    </a:cubicBezTo>
                    <a:cubicBezTo>
                      <a:pt x="357" y="161"/>
                      <a:pt x="357" y="161"/>
                      <a:pt x="357" y="161"/>
                    </a:cubicBezTo>
                    <a:cubicBezTo>
                      <a:pt x="357" y="161"/>
                      <a:pt x="357" y="161"/>
                      <a:pt x="357" y="161"/>
                    </a:cubicBezTo>
                    <a:cubicBezTo>
                      <a:pt x="372" y="173"/>
                      <a:pt x="393" y="172"/>
                      <a:pt x="406" y="157"/>
                    </a:cubicBezTo>
                    <a:cubicBezTo>
                      <a:pt x="406" y="157"/>
                      <a:pt x="406" y="157"/>
                      <a:pt x="406" y="157"/>
                    </a:cubicBezTo>
                    <a:cubicBezTo>
                      <a:pt x="406" y="157"/>
                      <a:pt x="406" y="157"/>
                      <a:pt x="406" y="157"/>
                    </a:cubicBezTo>
                    <a:cubicBezTo>
                      <a:pt x="406" y="157"/>
                      <a:pt x="488" y="61"/>
                      <a:pt x="488" y="61"/>
                    </a:cubicBezTo>
                    <a:cubicBezTo>
                      <a:pt x="500" y="46"/>
                      <a:pt x="499" y="25"/>
                      <a:pt x="48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51"/>
              <p:cNvSpPr>
                <a:spLocks/>
              </p:cNvSpPr>
              <p:nvPr/>
            </p:nvSpPr>
            <p:spPr bwMode="auto">
              <a:xfrm>
                <a:off x="2371725" y="4030663"/>
                <a:ext cx="266700" cy="215900"/>
              </a:xfrm>
              <a:custGeom>
                <a:avLst/>
                <a:gdLst>
                  <a:gd name="T0" fmla="*/ 29 w 290"/>
                  <a:gd name="T1" fmla="*/ 192 h 233"/>
                  <a:gd name="T2" fmla="*/ 72 w 290"/>
                  <a:gd name="T3" fmla="*/ 167 h 233"/>
                  <a:gd name="T4" fmla="*/ 93 w 290"/>
                  <a:gd name="T5" fmla="*/ 79 h 233"/>
                  <a:gd name="T6" fmla="*/ 183 w 290"/>
                  <a:gd name="T7" fmla="*/ 101 h 233"/>
                  <a:gd name="T8" fmla="*/ 192 w 290"/>
                  <a:gd name="T9" fmla="*/ 102 h 233"/>
                  <a:gd name="T10" fmla="*/ 192 w 290"/>
                  <a:gd name="T11" fmla="*/ 103 h 233"/>
                  <a:gd name="T12" fmla="*/ 181 w 290"/>
                  <a:gd name="T13" fmla="*/ 110 h 233"/>
                  <a:gd name="T14" fmla="*/ 138 w 290"/>
                  <a:gd name="T15" fmla="*/ 100 h 233"/>
                  <a:gd name="T16" fmla="*/ 137 w 290"/>
                  <a:gd name="T17" fmla="*/ 233 h 233"/>
                  <a:gd name="T18" fmla="*/ 264 w 290"/>
                  <a:gd name="T19" fmla="*/ 54 h 233"/>
                  <a:gd name="T20" fmla="*/ 204 w 290"/>
                  <a:gd name="T21" fmla="*/ 14 h 233"/>
                  <a:gd name="T22" fmla="*/ 179 w 290"/>
                  <a:gd name="T23" fmla="*/ 19 h 233"/>
                  <a:gd name="T24" fmla="*/ 193 w 290"/>
                  <a:gd name="T25" fmla="*/ 23 h 233"/>
                  <a:gd name="T26" fmla="*/ 200 w 290"/>
                  <a:gd name="T27" fmla="*/ 34 h 233"/>
                  <a:gd name="T28" fmla="*/ 200 w 290"/>
                  <a:gd name="T29" fmla="*/ 34 h 233"/>
                  <a:gd name="T30" fmla="*/ 200 w 290"/>
                  <a:gd name="T31" fmla="*/ 34 h 233"/>
                  <a:gd name="T32" fmla="*/ 76 w 290"/>
                  <a:gd name="T33" fmla="*/ 4 h 233"/>
                  <a:gd name="T34" fmla="*/ 34 w 290"/>
                  <a:gd name="T35" fmla="*/ 29 h 233"/>
                  <a:gd name="T36" fmla="*/ 5 w 290"/>
                  <a:gd name="T37" fmla="*/ 150 h 233"/>
                  <a:gd name="T38" fmla="*/ 29 w 290"/>
                  <a:gd name="T39" fmla="*/ 192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0" h="233">
                    <a:moveTo>
                      <a:pt x="29" y="192"/>
                    </a:moveTo>
                    <a:cubicBezTo>
                      <a:pt x="48" y="197"/>
                      <a:pt x="67" y="186"/>
                      <a:pt x="72" y="167"/>
                    </a:cubicBezTo>
                    <a:cubicBezTo>
                      <a:pt x="93" y="79"/>
                      <a:pt x="93" y="79"/>
                      <a:pt x="93" y="79"/>
                    </a:cubicBezTo>
                    <a:cubicBezTo>
                      <a:pt x="93" y="79"/>
                      <a:pt x="183" y="101"/>
                      <a:pt x="183" y="101"/>
                    </a:cubicBezTo>
                    <a:cubicBezTo>
                      <a:pt x="186" y="102"/>
                      <a:pt x="189" y="102"/>
                      <a:pt x="192" y="102"/>
                    </a:cubicBezTo>
                    <a:cubicBezTo>
                      <a:pt x="192" y="102"/>
                      <a:pt x="192" y="103"/>
                      <a:pt x="192" y="103"/>
                    </a:cubicBezTo>
                    <a:cubicBezTo>
                      <a:pt x="191" y="108"/>
                      <a:pt x="186" y="111"/>
                      <a:pt x="181" y="110"/>
                    </a:cubicBezTo>
                    <a:cubicBezTo>
                      <a:pt x="181" y="110"/>
                      <a:pt x="181" y="110"/>
                      <a:pt x="138" y="100"/>
                    </a:cubicBezTo>
                    <a:cubicBezTo>
                      <a:pt x="138" y="133"/>
                      <a:pt x="137" y="195"/>
                      <a:pt x="137" y="233"/>
                    </a:cubicBezTo>
                    <a:cubicBezTo>
                      <a:pt x="169" y="217"/>
                      <a:pt x="290" y="147"/>
                      <a:pt x="264" y="54"/>
                    </a:cubicBezTo>
                    <a:cubicBezTo>
                      <a:pt x="254" y="31"/>
                      <a:pt x="231" y="14"/>
                      <a:pt x="204" y="14"/>
                    </a:cubicBezTo>
                    <a:cubicBezTo>
                      <a:pt x="195" y="14"/>
                      <a:pt x="187" y="16"/>
                      <a:pt x="179" y="19"/>
                    </a:cubicBezTo>
                    <a:cubicBezTo>
                      <a:pt x="193" y="23"/>
                      <a:pt x="193" y="23"/>
                      <a:pt x="193" y="23"/>
                    </a:cubicBezTo>
                    <a:cubicBezTo>
                      <a:pt x="198" y="24"/>
                      <a:pt x="202" y="29"/>
                      <a:pt x="200" y="34"/>
                    </a:cubicBezTo>
                    <a:cubicBezTo>
                      <a:pt x="200" y="34"/>
                      <a:pt x="200" y="34"/>
                      <a:pt x="200" y="34"/>
                    </a:cubicBezTo>
                    <a:cubicBezTo>
                      <a:pt x="200" y="34"/>
                      <a:pt x="200" y="34"/>
                      <a:pt x="200" y="34"/>
                    </a:cubicBezTo>
                    <a:cubicBezTo>
                      <a:pt x="76" y="4"/>
                      <a:pt x="76" y="4"/>
                      <a:pt x="76" y="4"/>
                    </a:cubicBezTo>
                    <a:cubicBezTo>
                      <a:pt x="58" y="0"/>
                      <a:pt x="39" y="11"/>
                      <a:pt x="34" y="29"/>
                    </a:cubicBezTo>
                    <a:cubicBezTo>
                      <a:pt x="34" y="29"/>
                      <a:pt x="5" y="150"/>
                      <a:pt x="5" y="150"/>
                    </a:cubicBezTo>
                    <a:cubicBezTo>
                      <a:pt x="0" y="169"/>
                      <a:pt x="11" y="188"/>
                      <a:pt x="29" y="1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05" name="组合 204"/>
            <p:cNvGrpSpPr/>
            <p:nvPr/>
          </p:nvGrpSpPr>
          <p:grpSpPr>
            <a:xfrm>
              <a:off x="5410200" y="3913188"/>
              <a:ext cx="477837" cy="693737"/>
              <a:chOff x="5410200" y="3913188"/>
              <a:chExt cx="477837" cy="693737"/>
            </a:xfrm>
            <a:grpFill/>
          </p:grpSpPr>
          <p:sp>
            <p:nvSpPr>
              <p:cNvPr id="226" name="Oval 52"/>
              <p:cNvSpPr>
                <a:spLocks noChangeArrowheads="1"/>
              </p:cNvSpPr>
              <p:nvPr/>
            </p:nvSpPr>
            <p:spPr bwMode="auto">
              <a:xfrm>
                <a:off x="5546725" y="3913188"/>
                <a:ext cx="165100" cy="1635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53"/>
              <p:cNvSpPr>
                <a:spLocks/>
              </p:cNvSpPr>
              <p:nvPr/>
            </p:nvSpPr>
            <p:spPr bwMode="auto">
              <a:xfrm>
                <a:off x="5410200" y="4106863"/>
                <a:ext cx="187325" cy="222250"/>
              </a:xfrm>
              <a:custGeom>
                <a:avLst/>
                <a:gdLst>
                  <a:gd name="T0" fmla="*/ 63 w 203"/>
                  <a:gd name="T1" fmla="*/ 224 h 242"/>
                  <a:gd name="T2" fmla="*/ 63 w 203"/>
                  <a:gd name="T3" fmla="*/ 224 h 242"/>
                  <a:gd name="T4" fmla="*/ 63 w 203"/>
                  <a:gd name="T5" fmla="*/ 224 h 242"/>
                  <a:gd name="T6" fmla="*/ 124 w 203"/>
                  <a:gd name="T7" fmla="*/ 137 h 242"/>
                  <a:gd name="T8" fmla="*/ 124 w 203"/>
                  <a:gd name="T9" fmla="*/ 137 h 242"/>
                  <a:gd name="T10" fmla="*/ 155 w 203"/>
                  <a:gd name="T11" fmla="*/ 93 h 242"/>
                  <a:gd name="T12" fmla="*/ 155 w 203"/>
                  <a:gd name="T13" fmla="*/ 144 h 242"/>
                  <a:gd name="T14" fmla="*/ 175 w 203"/>
                  <a:gd name="T15" fmla="*/ 0 h 242"/>
                  <a:gd name="T16" fmla="*/ 155 w 203"/>
                  <a:gd name="T17" fmla="*/ 0 h 242"/>
                  <a:gd name="T18" fmla="*/ 155 w 203"/>
                  <a:gd name="T19" fmla="*/ 0 h 242"/>
                  <a:gd name="T20" fmla="*/ 132 w 203"/>
                  <a:gd name="T21" fmla="*/ 14 h 242"/>
                  <a:gd name="T22" fmla="*/ 132 w 203"/>
                  <a:gd name="T23" fmla="*/ 14 h 242"/>
                  <a:gd name="T24" fmla="*/ 10 w 203"/>
                  <a:gd name="T25" fmla="*/ 187 h 242"/>
                  <a:gd name="T26" fmla="*/ 10 w 203"/>
                  <a:gd name="T27" fmla="*/ 187 h 242"/>
                  <a:gd name="T28" fmla="*/ 10 w 203"/>
                  <a:gd name="T29" fmla="*/ 187 h 242"/>
                  <a:gd name="T30" fmla="*/ 18 w 203"/>
                  <a:gd name="T31" fmla="*/ 232 h 242"/>
                  <a:gd name="T32" fmla="*/ 63 w 203"/>
                  <a:gd name="T33" fmla="*/ 224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3" h="242">
                    <a:moveTo>
                      <a:pt x="63" y="224"/>
                    </a:moveTo>
                    <a:cubicBezTo>
                      <a:pt x="63" y="224"/>
                      <a:pt x="63" y="224"/>
                      <a:pt x="63" y="224"/>
                    </a:cubicBezTo>
                    <a:cubicBezTo>
                      <a:pt x="63" y="224"/>
                      <a:pt x="63" y="224"/>
                      <a:pt x="63" y="224"/>
                    </a:cubicBezTo>
                    <a:cubicBezTo>
                      <a:pt x="124" y="137"/>
                      <a:pt x="124" y="137"/>
                      <a:pt x="124" y="137"/>
                    </a:cubicBezTo>
                    <a:cubicBezTo>
                      <a:pt x="124" y="137"/>
                      <a:pt x="124" y="137"/>
                      <a:pt x="124" y="137"/>
                    </a:cubicBezTo>
                    <a:cubicBezTo>
                      <a:pt x="124" y="137"/>
                      <a:pt x="155" y="93"/>
                      <a:pt x="155" y="93"/>
                    </a:cubicBezTo>
                    <a:cubicBezTo>
                      <a:pt x="155" y="144"/>
                      <a:pt x="155" y="144"/>
                      <a:pt x="155" y="144"/>
                    </a:cubicBezTo>
                    <a:cubicBezTo>
                      <a:pt x="203" y="73"/>
                      <a:pt x="179" y="10"/>
                      <a:pt x="175" y="0"/>
                    </a:cubicBezTo>
                    <a:cubicBezTo>
                      <a:pt x="155" y="0"/>
                      <a:pt x="155" y="0"/>
                      <a:pt x="155" y="0"/>
                    </a:cubicBezTo>
                    <a:cubicBezTo>
                      <a:pt x="155" y="0"/>
                      <a:pt x="155" y="0"/>
                      <a:pt x="155" y="0"/>
                    </a:cubicBezTo>
                    <a:cubicBezTo>
                      <a:pt x="146" y="1"/>
                      <a:pt x="138" y="6"/>
                      <a:pt x="132" y="14"/>
                    </a:cubicBezTo>
                    <a:cubicBezTo>
                      <a:pt x="132" y="14"/>
                      <a:pt x="132" y="14"/>
                      <a:pt x="132" y="14"/>
                    </a:cubicBezTo>
                    <a:cubicBezTo>
                      <a:pt x="10" y="187"/>
                      <a:pt x="10" y="187"/>
                      <a:pt x="10" y="187"/>
                    </a:cubicBezTo>
                    <a:cubicBezTo>
                      <a:pt x="10" y="187"/>
                      <a:pt x="10" y="187"/>
                      <a:pt x="10" y="187"/>
                    </a:cubicBezTo>
                    <a:cubicBezTo>
                      <a:pt x="10" y="187"/>
                      <a:pt x="10" y="187"/>
                      <a:pt x="10" y="187"/>
                    </a:cubicBezTo>
                    <a:cubicBezTo>
                      <a:pt x="0" y="202"/>
                      <a:pt x="4" y="222"/>
                      <a:pt x="18" y="232"/>
                    </a:cubicBezTo>
                    <a:cubicBezTo>
                      <a:pt x="33" y="242"/>
                      <a:pt x="52" y="238"/>
                      <a:pt x="63" y="2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54"/>
              <p:cNvSpPr>
                <a:spLocks/>
              </p:cNvSpPr>
              <p:nvPr/>
            </p:nvSpPr>
            <p:spPr bwMode="auto">
              <a:xfrm>
                <a:off x="5457825" y="4106863"/>
                <a:ext cx="301625" cy="500062"/>
              </a:xfrm>
              <a:custGeom>
                <a:avLst/>
                <a:gdLst>
                  <a:gd name="T0" fmla="*/ 269 w 328"/>
                  <a:gd name="T1" fmla="*/ 234 h 544"/>
                  <a:gd name="T2" fmla="*/ 269 w 328"/>
                  <a:gd name="T3" fmla="*/ 189 h 544"/>
                  <a:gd name="T4" fmla="*/ 218 w 328"/>
                  <a:gd name="T5" fmla="*/ 0 h 544"/>
                  <a:gd name="T6" fmla="*/ 155 w 328"/>
                  <a:gd name="T7" fmla="*/ 0 h 544"/>
                  <a:gd name="T8" fmla="*/ 104 w 328"/>
                  <a:gd name="T9" fmla="*/ 189 h 544"/>
                  <a:gd name="T10" fmla="*/ 104 w 328"/>
                  <a:gd name="T11" fmla="*/ 224 h 544"/>
                  <a:gd name="T12" fmla="*/ 33 w 328"/>
                  <a:gd name="T13" fmla="*/ 249 h 544"/>
                  <a:gd name="T14" fmla="*/ 7 w 328"/>
                  <a:gd name="T15" fmla="*/ 302 h 544"/>
                  <a:gd name="T16" fmla="*/ 11 w 328"/>
                  <a:gd name="T17" fmla="*/ 310 h 544"/>
                  <a:gd name="T18" fmla="*/ 68 w 328"/>
                  <a:gd name="T19" fmla="*/ 401 h 544"/>
                  <a:gd name="T20" fmla="*/ 126 w 328"/>
                  <a:gd name="T21" fmla="*/ 415 h 544"/>
                  <a:gd name="T22" fmla="*/ 139 w 328"/>
                  <a:gd name="T23" fmla="*/ 357 h 544"/>
                  <a:gd name="T24" fmla="*/ 109 w 328"/>
                  <a:gd name="T25" fmla="*/ 310 h 544"/>
                  <a:gd name="T26" fmla="*/ 162 w 328"/>
                  <a:gd name="T27" fmla="*/ 291 h 544"/>
                  <a:gd name="T28" fmla="*/ 173 w 328"/>
                  <a:gd name="T29" fmla="*/ 285 h 544"/>
                  <a:gd name="T30" fmla="*/ 195 w 328"/>
                  <a:gd name="T31" fmla="*/ 285 h 544"/>
                  <a:gd name="T32" fmla="*/ 242 w 328"/>
                  <a:gd name="T33" fmla="*/ 507 h 544"/>
                  <a:gd name="T34" fmla="*/ 291 w 328"/>
                  <a:gd name="T35" fmla="*/ 539 h 544"/>
                  <a:gd name="T36" fmla="*/ 323 w 328"/>
                  <a:gd name="T37" fmla="*/ 490 h 544"/>
                  <a:gd name="T38" fmla="*/ 269 w 328"/>
                  <a:gd name="T39" fmla="*/ 234 h 5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8" h="544">
                    <a:moveTo>
                      <a:pt x="269" y="234"/>
                    </a:moveTo>
                    <a:cubicBezTo>
                      <a:pt x="269" y="189"/>
                      <a:pt x="269" y="189"/>
                      <a:pt x="269" y="189"/>
                    </a:cubicBezTo>
                    <a:cubicBezTo>
                      <a:pt x="194" y="109"/>
                      <a:pt x="208" y="31"/>
                      <a:pt x="218" y="0"/>
                    </a:cubicBezTo>
                    <a:cubicBezTo>
                      <a:pt x="155" y="0"/>
                      <a:pt x="155" y="0"/>
                      <a:pt x="155" y="0"/>
                    </a:cubicBezTo>
                    <a:cubicBezTo>
                      <a:pt x="165" y="31"/>
                      <a:pt x="179" y="110"/>
                      <a:pt x="104" y="189"/>
                    </a:cubicBezTo>
                    <a:cubicBezTo>
                      <a:pt x="104" y="224"/>
                      <a:pt x="104" y="224"/>
                      <a:pt x="104" y="224"/>
                    </a:cubicBezTo>
                    <a:cubicBezTo>
                      <a:pt x="33" y="249"/>
                      <a:pt x="33" y="249"/>
                      <a:pt x="33" y="249"/>
                    </a:cubicBezTo>
                    <a:cubicBezTo>
                      <a:pt x="11" y="256"/>
                      <a:pt x="0" y="280"/>
                      <a:pt x="7" y="302"/>
                    </a:cubicBezTo>
                    <a:cubicBezTo>
                      <a:pt x="8" y="305"/>
                      <a:pt x="11" y="310"/>
                      <a:pt x="11" y="310"/>
                    </a:cubicBezTo>
                    <a:cubicBezTo>
                      <a:pt x="68" y="401"/>
                      <a:pt x="68" y="401"/>
                      <a:pt x="68" y="401"/>
                    </a:cubicBezTo>
                    <a:cubicBezTo>
                      <a:pt x="81" y="421"/>
                      <a:pt x="106" y="427"/>
                      <a:pt x="126" y="415"/>
                    </a:cubicBezTo>
                    <a:cubicBezTo>
                      <a:pt x="145" y="403"/>
                      <a:pt x="151" y="377"/>
                      <a:pt x="139" y="357"/>
                    </a:cubicBezTo>
                    <a:cubicBezTo>
                      <a:pt x="109" y="310"/>
                      <a:pt x="109" y="310"/>
                      <a:pt x="109" y="310"/>
                    </a:cubicBezTo>
                    <a:cubicBezTo>
                      <a:pt x="162" y="291"/>
                      <a:pt x="162" y="291"/>
                      <a:pt x="162" y="291"/>
                    </a:cubicBezTo>
                    <a:cubicBezTo>
                      <a:pt x="166" y="290"/>
                      <a:pt x="170" y="287"/>
                      <a:pt x="173" y="285"/>
                    </a:cubicBezTo>
                    <a:cubicBezTo>
                      <a:pt x="195" y="285"/>
                      <a:pt x="195" y="285"/>
                      <a:pt x="195" y="285"/>
                    </a:cubicBezTo>
                    <a:cubicBezTo>
                      <a:pt x="242" y="507"/>
                      <a:pt x="242" y="507"/>
                      <a:pt x="242" y="507"/>
                    </a:cubicBezTo>
                    <a:cubicBezTo>
                      <a:pt x="246" y="530"/>
                      <a:pt x="268" y="544"/>
                      <a:pt x="291" y="539"/>
                    </a:cubicBezTo>
                    <a:cubicBezTo>
                      <a:pt x="313" y="535"/>
                      <a:pt x="328" y="513"/>
                      <a:pt x="323" y="490"/>
                    </a:cubicBezTo>
                    <a:lnTo>
                      <a:pt x="269" y="2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Freeform 55"/>
              <p:cNvSpPr>
                <a:spLocks/>
              </p:cNvSpPr>
              <p:nvPr/>
            </p:nvSpPr>
            <p:spPr bwMode="auto">
              <a:xfrm>
                <a:off x="5661025" y="4098925"/>
                <a:ext cx="227012" cy="139700"/>
              </a:xfrm>
              <a:custGeom>
                <a:avLst/>
                <a:gdLst>
                  <a:gd name="T0" fmla="*/ 238 w 248"/>
                  <a:gd name="T1" fmla="*/ 19 h 152"/>
                  <a:gd name="T2" fmla="*/ 193 w 248"/>
                  <a:gd name="T3" fmla="*/ 10 h 152"/>
                  <a:gd name="T4" fmla="*/ 122 w 248"/>
                  <a:gd name="T5" fmla="*/ 58 h 152"/>
                  <a:gd name="T6" fmla="*/ 49 w 248"/>
                  <a:gd name="T7" fmla="*/ 14 h 152"/>
                  <a:gd name="T8" fmla="*/ 49 w 248"/>
                  <a:gd name="T9" fmla="*/ 14 h 152"/>
                  <a:gd name="T10" fmla="*/ 28 w 248"/>
                  <a:gd name="T11" fmla="*/ 9 h 152"/>
                  <a:gd name="T12" fmla="*/ 48 w 248"/>
                  <a:gd name="T13" fmla="*/ 152 h 152"/>
                  <a:gd name="T14" fmla="*/ 48 w 248"/>
                  <a:gd name="T15" fmla="*/ 88 h 152"/>
                  <a:gd name="T16" fmla="*/ 105 w 248"/>
                  <a:gd name="T17" fmla="*/ 122 h 152"/>
                  <a:gd name="T18" fmla="*/ 141 w 248"/>
                  <a:gd name="T19" fmla="*/ 122 h 152"/>
                  <a:gd name="T20" fmla="*/ 229 w 248"/>
                  <a:gd name="T21" fmla="*/ 63 h 152"/>
                  <a:gd name="T22" fmla="*/ 238 w 248"/>
                  <a:gd name="T23" fmla="*/ 1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152">
                    <a:moveTo>
                      <a:pt x="238" y="19"/>
                    </a:moveTo>
                    <a:cubicBezTo>
                      <a:pt x="228" y="4"/>
                      <a:pt x="208" y="0"/>
                      <a:pt x="193" y="10"/>
                    </a:cubicBezTo>
                    <a:cubicBezTo>
                      <a:pt x="193" y="10"/>
                      <a:pt x="122" y="58"/>
                      <a:pt x="122" y="58"/>
                    </a:cubicBezTo>
                    <a:cubicBezTo>
                      <a:pt x="49" y="14"/>
                      <a:pt x="49" y="14"/>
                      <a:pt x="49" y="14"/>
                    </a:cubicBezTo>
                    <a:cubicBezTo>
                      <a:pt x="49" y="14"/>
                      <a:pt x="49" y="14"/>
                      <a:pt x="49" y="14"/>
                    </a:cubicBezTo>
                    <a:cubicBezTo>
                      <a:pt x="39" y="7"/>
                      <a:pt x="28" y="9"/>
                      <a:pt x="28" y="9"/>
                    </a:cubicBezTo>
                    <a:cubicBezTo>
                      <a:pt x="23" y="19"/>
                      <a:pt x="0" y="82"/>
                      <a:pt x="48" y="152"/>
                    </a:cubicBezTo>
                    <a:cubicBezTo>
                      <a:pt x="48" y="88"/>
                      <a:pt x="48" y="88"/>
                      <a:pt x="48" y="88"/>
                    </a:cubicBezTo>
                    <a:cubicBezTo>
                      <a:pt x="105" y="122"/>
                      <a:pt x="105" y="122"/>
                      <a:pt x="105" y="122"/>
                    </a:cubicBezTo>
                    <a:cubicBezTo>
                      <a:pt x="115" y="129"/>
                      <a:pt x="129" y="130"/>
                      <a:pt x="141" y="122"/>
                    </a:cubicBezTo>
                    <a:cubicBezTo>
                      <a:pt x="141" y="122"/>
                      <a:pt x="229" y="63"/>
                      <a:pt x="229" y="63"/>
                    </a:cubicBezTo>
                    <a:cubicBezTo>
                      <a:pt x="244" y="54"/>
                      <a:pt x="248" y="34"/>
                      <a:pt x="238"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06" name="Freeform 110"/>
            <p:cNvSpPr>
              <a:spLocks/>
            </p:cNvSpPr>
            <p:nvPr/>
          </p:nvSpPr>
          <p:spPr bwMode="auto">
            <a:xfrm>
              <a:off x="5367338" y="2771775"/>
              <a:ext cx="414337" cy="287337"/>
            </a:xfrm>
            <a:custGeom>
              <a:avLst/>
              <a:gdLst>
                <a:gd name="T0" fmla="*/ 39 w 450"/>
                <a:gd name="T1" fmla="*/ 139 h 312"/>
                <a:gd name="T2" fmla="*/ 38 w 450"/>
                <a:gd name="T3" fmla="*/ 120 h 312"/>
                <a:gd name="T4" fmla="*/ 158 w 450"/>
                <a:gd name="T5" fmla="*/ 0 h 312"/>
                <a:gd name="T6" fmla="*/ 259 w 450"/>
                <a:gd name="T7" fmla="*/ 54 h 312"/>
                <a:gd name="T8" fmla="*/ 281 w 450"/>
                <a:gd name="T9" fmla="*/ 51 h 312"/>
                <a:gd name="T10" fmla="*/ 372 w 450"/>
                <a:gd name="T11" fmla="*/ 122 h 312"/>
                <a:gd name="T12" fmla="*/ 450 w 450"/>
                <a:gd name="T13" fmla="*/ 216 h 312"/>
                <a:gd name="T14" fmla="*/ 354 w 450"/>
                <a:gd name="T15" fmla="*/ 312 h 312"/>
                <a:gd name="T16" fmla="*/ 96 w 450"/>
                <a:gd name="T17" fmla="*/ 312 h 312"/>
                <a:gd name="T18" fmla="*/ 0 w 450"/>
                <a:gd name="T19" fmla="*/ 216 h 312"/>
                <a:gd name="T20" fmla="*/ 39 w 450"/>
                <a:gd name="T21" fmla="*/ 139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0" h="312">
                  <a:moveTo>
                    <a:pt x="39" y="139"/>
                  </a:moveTo>
                  <a:cubicBezTo>
                    <a:pt x="38" y="133"/>
                    <a:pt x="38" y="127"/>
                    <a:pt x="38" y="120"/>
                  </a:cubicBezTo>
                  <a:cubicBezTo>
                    <a:pt x="38" y="54"/>
                    <a:pt x="92" y="0"/>
                    <a:pt x="158" y="0"/>
                  </a:cubicBezTo>
                  <a:cubicBezTo>
                    <a:pt x="200" y="0"/>
                    <a:pt x="237" y="21"/>
                    <a:pt x="259" y="54"/>
                  </a:cubicBezTo>
                  <a:cubicBezTo>
                    <a:pt x="266" y="52"/>
                    <a:pt x="274" y="51"/>
                    <a:pt x="281" y="51"/>
                  </a:cubicBezTo>
                  <a:cubicBezTo>
                    <a:pt x="325" y="51"/>
                    <a:pt x="362" y="81"/>
                    <a:pt x="372" y="122"/>
                  </a:cubicBezTo>
                  <a:cubicBezTo>
                    <a:pt x="417" y="130"/>
                    <a:pt x="450" y="169"/>
                    <a:pt x="450" y="216"/>
                  </a:cubicBezTo>
                  <a:cubicBezTo>
                    <a:pt x="450" y="269"/>
                    <a:pt x="407" y="312"/>
                    <a:pt x="354" y="312"/>
                  </a:cubicBezTo>
                  <a:cubicBezTo>
                    <a:pt x="96" y="312"/>
                    <a:pt x="96" y="312"/>
                    <a:pt x="96" y="312"/>
                  </a:cubicBezTo>
                  <a:cubicBezTo>
                    <a:pt x="43" y="312"/>
                    <a:pt x="0" y="269"/>
                    <a:pt x="0" y="216"/>
                  </a:cubicBezTo>
                  <a:cubicBezTo>
                    <a:pt x="0" y="184"/>
                    <a:pt x="16" y="156"/>
                    <a:pt x="39" y="1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111"/>
            <p:cNvSpPr>
              <a:spLocks/>
            </p:cNvSpPr>
            <p:nvPr/>
          </p:nvSpPr>
          <p:spPr bwMode="auto">
            <a:xfrm>
              <a:off x="2593975" y="2771775"/>
              <a:ext cx="412750" cy="287337"/>
            </a:xfrm>
            <a:custGeom>
              <a:avLst/>
              <a:gdLst>
                <a:gd name="T0" fmla="*/ 38 w 448"/>
                <a:gd name="T1" fmla="*/ 139 h 311"/>
                <a:gd name="T2" fmla="*/ 37 w 448"/>
                <a:gd name="T3" fmla="*/ 121 h 311"/>
                <a:gd name="T4" fmla="*/ 157 w 448"/>
                <a:gd name="T5" fmla="*/ 0 h 311"/>
                <a:gd name="T6" fmla="*/ 257 w 448"/>
                <a:gd name="T7" fmla="*/ 54 h 311"/>
                <a:gd name="T8" fmla="*/ 280 w 448"/>
                <a:gd name="T9" fmla="*/ 51 h 311"/>
                <a:gd name="T10" fmla="*/ 371 w 448"/>
                <a:gd name="T11" fmla="*/ 122 h 311"/>
                <a:gd name="T12" fmla="*/ 448 w 448"/>
                <a:gd name="T13" fmla="*/ 216 h 311"/>
                <a:gd name="T14" fmla="*/ 353 w 448"/>
                <a:gd name="T15" fmla="*/ 311 h 311"/>
                <a:gd name="T16" fmla="*/ 95 w 448"/>
                <a:gd name="T17" fmla="*/ 311 h 311"/>
                <a:gd name="T18" fmla="*/ 0 w 448"/>
                <a:gd name="T19" fmla="*/ 216 h 311"/>
                <a:gd name="T20" fmla="*/ 38 w 448"/>
                <a:gd name="T21" fmla="*/ 139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8" h="311">
                  <a:moveTo>
                    <a:pt x="38" y="139"/>
                  </a:moveTo>
                  <a:cubicBezTo>
                    <a:pt x="38" y="133"/>
                    <a:pt x="37" y="127"/>
                    <a:pt x="37" y="121"/>
                  </a:cubicBezTo>
                  <a:cubicBezTo>
                    <a:pt x="37" y="54"/>
                    <a:pt x="91" y="0"/>
                    <a:pt x="157" y="0"/>
                  </a:cubicBezTo>
                  <a:cubicBezTo>
                    <a:pt x="199" y="0"/>
                    <a:pt x="236" y="22"/>
                    <a:pt x="257" y="54"/>
                  </a:cubicBezTo>
                  <a:cubicBezTo>
                    <a:pt x="265" y="52"/>
                    <a:pt x="272" y="51"/>
                    <a:pt x="280" y="51"/>
                  </a:cubicBezTo>
                  <a:cubicBezTo>
                    <a:pt x="324" y="51"/>
                    <a:pt x="360" y="81"/>
                    <a:pt x="371" y="122"/>
                  </a:cubicBezTo>
                  <a:cubicBezTo>
                    <a:pt x="415" y="130"/>
                    <a:pt x="448" y="169"/>
                    <a:pt x="448" y="216"/>
                  </a:cubicBezTo>
                  <a:cubicBezTo>
                    <a:pt x="448" y="269"/>
                    <a:pt x="406" y="311"/>
                    <a:pt x="353" y="311"/>
                  </a:cubicBezTo>
                  <a:cubicBezTo>
                    <a:pt x="95" y="311"/>
                    <a:pt x="95" y="311"/>
                    <a:pt x="95" y="311"/>
                  </a:cubicBezTo>
                  <a:cubicBezTo>
                    <a:pt x="42" y="311"/>
                    <a:pt x="0" y="269"/>
                    <a:pt x="0" y="216"/>
                  </a:cubicBezTo>
                  <a:cubicBezTo>
                    <a:pt x="0" y="184"/>
                    <a:pt x="15" y="156"/>
                    <a:pt x="38" y="1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112"/>
            <p:cNvSpPr>
              <a:spLocks noEditPoints="1"/>
            </p:cNvSpPr>
            <p:nvPr/>
          </p:nvSpPr>
          <p:spPr bwMode="auto">
            <a:xfrm>
              <a:off x="4718050" y="2659063"/>
              <a:ext cx="511175" cy="514350"/>
            </a:xfrm>
            <a:custGeom>
              <a:avLst/>
              <a:gdLst>
                <a:gd name="T0" fmla="*/ 177 w 557"/>
                <a:gd name="T1" fmla="*/ 171 h 560"/>
                <a:gd name="T2" fmla="*/ 153 w 557"/>
                <a:gd name="T3" fmla="*/ 99 h 560"/>
                <a:gd name="T4" fmla="*/ 87 w 557"/>
                <a:gd name="T5" fmla="*/ 66 h 560"/>
                <a:gd name="T6" fmla="*/ 110 w 557"/>
                <a:gd name="T7" fmla="*/ 139 h 560"/>
                <a:gd name="T8" fmla="*/ 390 w 557"/>
                <a:gd name="T9" fmla="*/ 389 h 560"/>
                <a:gd name="T10" fmla="*/ 382 w 557"/>
                <a:gd name="T11" fmla="*/ 396 h 560"/>
                <a:gd name="T12" fmla="*/ 480 w 557"/>
                <a:gd name="T13" fmla="*/ 491 h 560"/>
                <a:gd name="T14" fmla="*/ 487 w 557"/>
                <a:gd name="T15" fmla="*/ 483 h 560"/>
                <a:gd name="T16" fmla="*/ 390 w 557"/>
                <a:gd name="T17" fmla="*/ 389 h 560"/>
                <a:gd name="T18" fmla="*/ 100 w 557"/>
                <a:gd name="T19" fmla="*/ 410 h 560"/>
                <a:gd name="T20" fmla="*/ 69 w 557"/>
                <a:gd name="T21" fmla="*/ 481 h 560"/>
                <a:gd name="T22" fmla="*/ 142 w 557"/>
                <a:gd name="T23" fmla="*/ 454 h 560"/>
                <a:gd name="T24" fmla="*/ 172 w 557"/>
                <a:gd name="T25" fmla="*/ 384 h 560"/>
                <a:gd name="T26" fmla="*/ 388 w 557"/>
                <a:gd name="T27" fmla="*/ 185 h 560"/>
                <a:gd name="T28" fmla="*/ 476 w 557"/>
                <a:gd name="T29" fmla="*/ 99 h 560"/>
                <a:gd name="T30" fmla="*/ 469 w 557"/>
                <a:gd name="T31" fmla="*/ 91 h 560"/>
                <a:gd name="T32" fmla="*/ 380 w 557"/>
                <a:gd name="T33" fmla="*/ 177 h 560"/>
                <a:gd name="T34" fmla="*/ 388 w 557"/>
                <a:gd name="T35" fmla="*/ 185 h 560"/>
                <a:gd name="T36" fmla="*/ 134 w 557"/>
                <a:gd name="T37" fmla="*/ 241 h 560"/>
                <a:gd name="T38" fmla="*/ 137 w 557"/>
                <a:gd name="T39" fmla="*/ 231 h 560"/>
                <a:gd name="T40" fmla="*/ 13 w 557"/>
                <a:gd name="T41" fmla="*/ 189 h 560"/>
                <a:gd name="T42" fmla="*/ 9 w 557"/>
                <a:gd name="T43" fmla="*/ 200 h 560"/>
                <a:gd name="T44" fmla="*/ 496 w 557"/>
                <a:gd name="T45" fmla="*/ 318 h 560"/>
                <a:gd name="T46" fmla="*/ 422 w 557"/>
                <a:gd name="T47" fmla="*/ 326 h 560"/>
                <a:gd name="T48" fmla="*/ 482 w 557"/>
                <a:gd name="T49" fmla="*/ 375 h 560"/>
                <a:gd name="T50" fmla="*/ 556 w 557"/>
                <a:gd name="T51" fmla="*/ 366 h 560"/>
                <a:gd name="T52" fmla="*/ 496 w 557"/>
                <a:gd name="T53" fmla="*/ 318 h 560"/>
                <a:gd name="T54" fmla="*/ 233 w 557"/>
                <a:gd name="T55" fmla="*/ 426 h 560"/>
                <a:gd name="T56" fmla="*/ 195 w 557"/>
                <a:gd name="T57" fmla="*/ 554 h 560"/>
                <a:gd name="T58" fmla="*/ 206 w 557"/>
                <a:gd name="T59" fmla="*/ 557 h 560"/>
                <a:gd name="T60" fmla="*/ 243 w 557"/>
                <a:gd name="T61" fmla="*/ 429 h 560"/>
                <a:gd name="T62" fmla="*/ 317 w 557"/>
                <a:gd name="T63" fmla="*/ 141 h 560"/>
                <a:gd name="T64" fmla="*/ 362 w 557"/>
                <a:gd name="T65" fmla="*/ 86 h 560"/>
                <a:gd name="T66" fmla="*/ 351 w 557"/>
                <a:gd name="T67" fmla="*/ 12 h 560"/>
                <a:gd name="T68" fmla="*/ 306 w 557"/>
                <a:gd name="T69" fmla="*/ 66 h 560"/>
                <a:gd name="T70" fmla="*/ 317 w 557"/>
                <a:gd name="T71" fmla="*/ 141 h 560"/>
                <a:gd name="T72" fmla="*/ 135 w 557"/>
                <a:gd name="T73" fmla="*/ 315 h 560"/>
                <a:gd name="T74" fmla="*/ 62 w 557"/>
                <a:gd name="T75" fmla="*/ 301 h 560"/>
                <a:gd name="T76" fmla="*/ 1 w 557"/>
                <a:gd name="T77" fmla="*/ 347 h 560"/>
                <a:gd name="T78" fmla="*/ 75 w 557"/>
                <a:gd name="T79" fmla="*/ 361 h 560"/>
                <a:gd name="T80" fmla="*/ 422 w 557"/>
                <a:gd name="T81" fmla="*/ 245 h 560"/>
                <a:gd name="T82" fmla="*/ 425 w 557"/>
                <a:gd name="T83" fmla="*/ 255 h 560"/>
                <a:gd name="T84" fmla="*/ 549 w 557"/>
                <a:gd name="T85" fmla="*/ 228 h 560"/>
                <a:gd name="T86" fmla="*/ 546 w 557"/>
                <a:gd name="T87" fmla="*/ 218 h 560"/>
                <a:gd name="T88" fmla="*/ 422 w 557"/>
                <a:gd name="T89" fmla="*/ 245 h 560"/>
                <a:gd name="T90" fmla="*/ 317 w 557"/>
                <a:gd name="T91" fmla="*/ 427 h 560"/>
                <a:gd name="T92" fmla="*/ 305 w 557"/>
                <a:gd name="T93" fmla="*/ 501 h 560"/>
                <a:gd name="T94" fmla="*/ 354 w 557"/>
                <a:gd name="T95" fmla="*/ 560 h 560"/>
                <a:gd name="T96" fmla="*/ 365 w 557"/>
                <a:gd name="T97" fmla="*/ 486 h 560"/>
                <a:gd name="T98" fmla="*/ 237 w 557"/>
                <a:gd name="T99" fmla="*/ 135 h 560"/>
                <a:gd name="T100" fmla="*/ 247 w 557"/>
                <a:gd name="T101" fmla="*/ 133 h 560"/>
                <a:gd name="T102" fmla="*/ 216 w 557"/>
                <a:gd name="T103" fmla="*/ 2 h 560"/>
                <a:gd name="T104" fmla="*/ 207 w 557"/>
                <a:gd name="T105" fmla="*/ 4 h 560"/>
                <a:gd name="T106" fmla="*/ 237 w 557"/>
                <a:gd name="T107" fmla="*/ 135 h 560"/>
                <a:gd name="T108" fmla="*/ 275 w 557"/>
                <a:gd name="T109" fmla="*/ 172 h 560"/>
                <a:gd name="T110" fmla="*/ 273 w 557"/>
                <a:gd name="T111" fmla="*/ 393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57" h="560">
                  <a:moveTo>
                    <a:pt x="172" y="173"/>
                  </a:moveTo>
                  <a:cubicBezTo>
                    <a:pt x="174" y="173"/>
                    <a:pt x="176" y="173"/>
                    <a:pt x="177" y="171"/>
                  </a:cubicBezTo>
                  <a:cubicBezTo>
                    <a:pt x="179" y="170"/>
                    <a:pt x="179" y="168"/>
                    <a:pt x="179" y="166"/>
                  </a:cubicBezTo>
                  <a:cubicBezTo>
                    <a:pt x="178" y="142"/>
                    <a:pt x="169" y="118"/>
                    <a:pt x="153" y="99"/>
                  </a:cubicBezTo>
                  <a:cubicBezTo>
                    <a:pt x="136" y="79"/>
                    <a:pt x="114" y="68"/>
                    <a:pt x="92" y="64"/>
                  </a:cubicBezTo>
                  <a:cubicBezTo>
                    <a:pt x="90" y="64"/>
                    <a:pt x="88" y="65"/>
                    <a:pt x="87" y="66"/>
                  </a:cubicBezTo>
                  <a:cubicBezTo>
                    <a:pt x="85" y="68"/>
                    <a:pt x="85" y="70"/>
                    <a:pt x="85" y="72"/>
                  </a:cubicBezTo>
                  <a:cubicBezTo>
                    <a:pt x="85" y="96"/>
                    <a:pt x="94" y="120"/>
                    <a:pt x="110" y="139"/>
                  </a:cubicBezTo>
                  <a:cubicBezTo>
                    <a:pt x="127" y="159"/>
                    <a:pt x="149" y="170"/>
                    <a:pt x="172" y="173"/>
                  </a:cubicBezTo>
                  <a:close/>
                  <a:moveTo>
                    <a:pt x="390" y="389"/>
                  </a:moveTo>
                  <a:cubicBezTo>
                    <a:pt x="388" y="389"/>
                    <a:pt x="386" y="389"/>
                    <a:pt x="384" y="391"/>
                  </a:cubicBezTo>
                  <a:cubicBezTo>
                    <a:pt x="383" y="392"/>
                    <a:pt x="382" y="394"/>
                    <a:pt x="382" y="396"/>
                  </a:cubicBezTo>
                  <a:cubicBezTo>
                    <a:pt x="384" y="419"/>
                    <a:pt x="395" y="442"/>
                    <a:pt x="413" y="460"/>
                  </a:cubicBezTo>
                  <a:cubicBezTo>
                    <a:pt x="432" y="478"/>
                    <a:pt x="456" y="488"/>
                    <a:pt x="480" y="491"/>
                  </a:cubicBezTo>
                  <a:cubicBezTo>
                    <a:pt x="482" y="491"/>
                    <a:pt x="484" y="490"/>
                    <a:pt x="485" y="489"/>
                  </a:cubicBezTo>
                  <a:cubicBezTo>
                    <a:pt x="487" y="487"/>
                    <a:pt x="487" y="485"/>
                    <a:pt x="487" y="483"/>
                  </a:cubicBezTo>
                  <a:cubicBezTo>
                    <a:pt x="485" y="461"/>
                    <a:pt x="474" y="438"/>
                    <a:pt x="456" y="420"/>
                  </a:cubicBezTo>
                  <a:cubicBezTo>
                    <a:pt x="437" y="402"/>
                    <a:pt x="414" y="391"/>
                    <a:pt x="390" y="389"/>
                  </a:cubicBezTo>
                  <a:close/>
                  <a:moveTo>
                    <a:pt x="166" y="382"/>
                  </a:moveTo>
                  <a:cubicBezTo>
                    <a:pt x="143" y="383"/>
                    <a:pt x="119" y="392"/>
                    <a:pt x="100" y="410"/>
                  </a:cubicBezTo>
                  <a:cubicBezTo>
                    <a:pt x="81" y="428"/>
                    <a:pt x="70" y="451"/>
                    <a:pt x="68" y="475"/>
                  </a:cubicBezTo>
                  <a:cubicBezTo>
                    <a:pt x="67" y="477"/>
                    <a:pt x="68" y="479"/>
                    <a:pt x="69" y="481"/>
                  </a:cubicBezTo>
                  <a:cubicBezTo>
                    <a:pt x="71" y="482"/>
                    <a:pt x="73" y="483"/>
                    <a:pt x="75" y="483"/>
                  </a:cubicBezTo>
                  <a:cubicBezTo>
                    <a:pt x="99" y="482"/>
                    <a:pt x="123" y="472"/>
                    <a:pt x="142" y="454"/>
                  </a:cubicBezTo>
                  <a:cubicBezTo>
                    <a:pt x="161" y="436"/>
                    <a:pt x="171" y="413"/>
                    <a:pt x="174" y="390"/>
                  </a:cubicBezTo>
                  <a:cubicBezTo>
                    <a:pt x="174" y="388"/>
                    <a:pt x="173" y="386"/>
                    <a:pt x="172" y="384"/>
                  </a:cubicBezTo>
                  <a:cubicBezTo>
                    <a:pt x="170" y="383"/>
                    <a:pt x="168" y="382"/>
                    <a:pt x="166" y="382"/>
                  </a:cubicBezTo>
                  <a:close/>
                  <a:moveTo>
                    <a:pt x="388" y="185"/>
                  </a:moveTo>
                  <a:cubicBezTo>
                    <a:pt x="410" y="185"/>
                    <a:pt x="432" y="177"/>
                    <a:pt x="449" y="160"/>
                  </a:cubicBezTo>
                  <a:cubicBezTo>
                    <a:pt x="466" y="144"/>
                    <a:pt x="475" y="122"/>
                    <a:pt x="476" y="99"/>
                  </a:cubicBezTo>
                  <a:cubicBezTo>
                    <a:pt x="476" y="97"/>
                    <a:pt x="475" y="95"/>
                    <a:pt x="474" y="94"/>
                  </a:cubicBezTo>
                  <a:cubicBezTo>
                    <a:pt x="473" y="92"/>
                    <a:pt x="471" y="91"/>
                    <a:pt x="469" y="91"/>
                  </a:cubicBezTo>
                  <a:cubicBezTo>
                    <a:pt x="446" y="91"/>
                    <a:pt x="424" y="99"/>
                    <a:pt x="408" y="116"/>
                  </a:cubicBezTo>
                  <a:cubicBezTo>
                    <a:pt x="391" y="132"/>
                    <a:pt x="381" y="154"/>
                    <a:pt x="380" y="177"/>
                  </a:cubicBezTo>
                  <a:cubicBezTo>
                    <a:pt x="380" y="180"/>
                    <a:pt x="381" y="182"/>
                    <a:pt x="382" y="183"/>
                  </a:cubicBezTo>
                  <a:cubicBezTo>
                    <a:pt x="384" y="185"/>
                    <a:pt x="385" y="185"/>
                    <a:pt x="388" y="185"/>
                  </a:cubicBezTo>
                  <a:close/>
                  <a:moveTo>
                    <a:pt x="64" y="245"/>
                  </a:moveTo>
                  <a:cubicBezTo>
                    <a:pt x="88" y="253"/>
                    <a:pt x="113" y="251"/>
                    <a:pt x="134" y="241"/>
                  </a:cubicBezTo>
                  <a:cubicBezTo>
                    <a:pt x="136" y="240"/>
                    <a:pt x="137" y="239"/>
                    <a:pt x="138" y="237"/>
                  </a:cubicBezTo>
                  <a:cubicBezTo>
                    <a:pt x="138" y="235"/>
                    <a:pt x="138" y="233"/>
                    <a:pt x="137" y="231"/>
                  </a:cubicBezTo>
                  <a:cubicBezTo>
                    <a:pt x="124" y="210"/>
                    <a:pt x="106" y="194"/>
                    <a:pt x="82" y="186"/>
                  </a:cubicBezTo>
                  <a:cubicBezTo>
                    <a:pt x="58" y="178"/>
                    <a:pt x="34" y="180"/>
                    <a:pt x="13" y="189"/>
                  </a:cubicBezTo>
                  <a:cubicBezTo>
                    <a:pt x="11" y="190"/>
                    <a:pt x="9" y="192"/>
                    <a:pt x="9" y="194"/>
                  </a:cubicBezTo>
                  <a:cubicBezTo>
                    <a:pt x="8" y="196"/>
                    <a:pt x="8" y="198"/>
                    <a:pt x="9" y="200"/>
                  </a:cubicBezTo>
                  <a:cubicBezTo>
                    <a:pt x="21" y="220"/>
                    <a:pt x="40" y="237"/>
                    <a:pt x="64" y="245"/>
                  </a:cubicBezTo>
                  <a:close/>
                  <a:moveTo>
                    <a:pt x="496" y="318"/>
                  </a:moveTo>
                  <a:cubicBezTo>
                    <a:pt x="471" y="311"/>
                    <a:pt x="447" y="313"/>
                    <a:pt x="426" y="322"/>
                  </a:cubicBezTo>
                  <a:cubicBezTo>
                    <a:pt x="424" y="323"/>
                    <a:pt x="423" y="325"/>
                    <a:pt x="422" y="326"/>
                  </a:cubicBezTo>
                  <a:cubicBezTo>
                    <a:pt x="422" y="328"/>
                    <a:pt x="422" y="331"/>
                    <a:pt x="423" y="332"/>
                  </a:cubicBezTo>
                  <a:cubicBezTo>
                    <a:pt x="437" y="352"/>
                    <a:pt x="457" y="367"/>
                    <a:pt x="482" y="375"/>
                  </a:cubicBezTo>
                  <a:cubicBezTo>
                    <a:pt x="507" y="382"/>
                    <a:pt x="532" y="380"/>
                    <a:pt x="553" y="370"/>
                  </a:cubicBezTo>
                  <a:cubicBezTo>
                    <a:pt x="554" y="370"/>
                    <a:pt x="556" y="368"/>
                    <a:pt x="556" y="366"/>
                  </a:cubicBezTo>
                  <a:cubicBezTo>
                    <a:pt x="557" y="364"/>
                    <a:pt x="556" y="362"/>
                    <a:pt x="555" y="360"/>
                  </a:cubicBezTo>
                  <a:cubicBezTo>
                    <a:pt x="541" y="341"/>
                    <a:pt x="520" y="326"/>
                    <a:pt x="496" y="318"/>
                  </a:cubicBezTo>
                  <a:close/>
                  <a:moveTo>
                    <a:pt x="239" y="425"/>
                  </a:moveTo>
                  <a:cubicBezTo>
                    <a:pt x="237" y="424"/>
                    <a:pt x="235" y="425"/>
                    <a:pt x="233" y="426"/>
                  </a:cubicBezTo>
                  <a:cubicBezTo>
                    <a:pt x="213" y="439"/>
                    <a:pt x="197" y="458"/>
                    <a:pt x="190" y="483"/>
                  </a:cubicBezTo>
                  <a:cubicBezTo>
                    <a:pt x="182" y="507"/>
                    <a:pt x="185" y="533"/>
                    <a:pt x="195" y="554"/>
                  </a:cubicBezTo>
                  <a:cubicBezTo>
                    <a:pt x="196" y="556"/>
                    <a:pt x="198" y="557"/>
                    <a:pt x="200" y="558"/>
                  </a:cubicBezTo>
                  <a:cubicBezTo>
                    <a:pt x="202" y="558"/>
                    <a:pt x="204" y="558"/>
                    <a:pt x="206" y="557"/>
                  </a:cubicBezTo>
                  <a:cubicBezTo>
                    <a:pt x="226" y="544"/>
                    <a:pt x="242" y="524"/>
                    <a:pt x="249" y="500"/>
                  </a:cubicBezTo>
                  <a:cubicBezTo>
                    <a:pt x="256" y="475"/>
                    <a:pt x="253" y="450"/>
                    <a:pt x="243" y="429"/>
                  </a:cubicBezTo>
                  <a:cubicBezTo>
                    <a:pt x="242" y="427"/>
                    <a:pt x="241" y="426"/>
                    <a:pt x="239" y="425"/>
                  </a:cubicBezTo>
                  <a:close/>
                  <a:moveTo>
                    <a:pt x="317" y="141"/>
                  </a:moveTo>
                  <a:cubicBezTo>
                    <a:pt x="319" y="142"/>
                    <a:pt x="321" y="141"/>
                    <a:pt x="323" y="140"/>
                  </a:cubicBezTo>
                  <a:cubicBezTo>
                    <a:pt x="342" y="128"/>
                    <a:pt x="356" y="110"/>
                    <a:pt x="362" y="86"/>
                  </a:cubicBezTo>
                  <a:cubicBezTo>
                    <a:pt x="368" y="62"/>
                    <a:pt x="365" y="37"/>
                    <a:pt x="355" y="16"/>
                  </a:cubicBezTo>
                  <a:cubicBezTo>
                    <a:pt x="354" y="14"/>
                    <a:pt x="353" y="12"/>
                    <a:pt x="351" y="12"/>
                  </a:cubicBezTo>
                  <a:cubicBezTo>
                    <a:pt x="349" y="11"/>
                    <a:pt x="347" y="11"/>
                    <a:pt x="345" y="12"/>
                  </a:cubicBezTo>
                  <a:cubicBezTo>
                    <a:pt x="327" y="24"/>
                    <a:pt x="313" y="42"/>
                    <a:pt x="306" y="66"/>
                  </a:cubicBezTo>
                  <a:cubicBezTo>
                    <a:pt x="300" y="90"/>
                    <a:pt x="303" y="115"/>
                    <a:pt x="313" y="137"/>
                  </a:cubicBezTo>
                  <a:cubicBezTo>
                    <a:pt x="314" y="139"/>
                    <a:pt x="315" y="140"/>
                    <a:pt x="317" y="141"/>
                  </a:cubicBezTo>
                  <a:close/>
                  <a:moveTo>
                    <a:pt x="134" y="321"/>
                  </a:moveTo>
                  <a:cubicBezTo>
                    <a:pt x="135" y="319"/>
                    <a:pt x="136" y="317"/>
                    <a:pt x="135" y="315"/>
                  </a:cubicBezTo>
                  <a:cubicBezTo>
                    <a:pt x="135" y="313"/>
                    <a:pt x="133" y="311"/>
                    <a:pt x="131" y="310"/>
                  </a:cubicBezTo>
                  <a:cubicBezTo>
                    <a:pt x="111" y="299"/>
                    <a:pt x="86" y="295"/>
                    <a:pt x="62" y="301"/>
                  </a:cubicBezTo>
                  <a:cubicBezTo>
                    <a:pt x="37" y="306"/>
                    <a:pt x="16" y="321"/>
                    <a:pt x="2" y="341"/>
                  </a:cubicBezTo>
                  <a:cubicBezTo>
                    <a:pt x="1" y="342"/>
                    <a:pt x="0" y="345"/>
                    <a:pt x="1" y="347"/>
                  </a:cubicBezTo>
                  <a:cubicBezTo>
                    <a:pt x="1" y="349"/>
                    <a:pt x="2" y="350"/>
                    <a:pt x="4" y="351"/>
                  </a:cubicBezTo>
                  <a:cubicBezTo>
                    <a:pt x="25" y="363"/>
                    <a:pt x="50" y="367"/>
                    <a:pt x="75" y="361"/>
                  </a:cubicBezTo>
                  <a:cubicBezTo>
                    <a:pt x="99" y="355"/>
                    <a:pt x="120" y="340"/>
                    <a:pt x="134" y="321"/>
                  </a:cubicBezTo>
                  <a:close/>
                  <a:moveTo>
                    <a:pt x="422" y="245"/>
                  </a:moveTo>
                  <a:cubicBezTo>
                    <a:pt x="421" y="247"/>
                    <a:pt x="420" y="249"/>
                    <a:pt x="421" y="251"/>
                  </a:cubicBezTo>
                  <a:cubicBezTo>
                    <a:pt x="421" y="253"/>
                    <a:pt x="423" y="255"/>
                    <a:pt x="425" y="255"/>
                  </a:cubicBezTo>
                  <a:cubicBezTo>
                    <a:pt x="446" y="266"/>
                    <a:pt x="470" y="271"/>
                    <a:pt x="494" y="265"/>
                  </a:cubicBezTo>
                  <a:cubicBezTo>
                    <a:pt x="518" y="260"/>
                    <a:pt x="537" y="247"/>
                    <a:pt x="549" y="228"/>
                  </a:cubicBezTo>
                  <a:cubicBezTo>
                    <a:pt x="550" y="227"/>
                    <a:pt x="551" y="225"/>
                    <a:pt x="550" y="223"/>
                  </a:cubicBezTo>
                  <a:cubicBezTo>
                    <a:pt x="550" y="221"/>
                    <a:pt x="548" y="219"/>
                    <a:pt x="546" y="218"/>
                  </a:cubicBezTo>
                  <a:cubicBezTo>
                    <a:pt x="525" y="207"/>
                    <a:pt x="501" y="203"/>
                    <a:pt x="477" y="208"/>
                  </a:cubicBezTo>
                  <a:cubicBezTo>
                    <a:pt x="453" y="213"/>
                    <a:pt x="434" y="227"/>
                    <a:pt x="422" y="245"/>
                  </a:cubicBezTo>
                  <a:close/>
                  <a:moveTo>
                    <a:pt x="323" y="428"/>
                  </a:moveTo>
                  <a:cubicBezTo>
                    <a:pt x="321" y="427"/>
                    <a:pt x="319" y="427"/>
                    <a:pt x="317" y="427"/>
                  </a:cubicBezTo>
                  <a:cubicBezTo>
                    <a:pt x="315" y="428"/>
                    <a:pt x="313" y="429"/>
                    <a:pt x="312" y="431"/>
                  </a:cubicBezTo>
                  <a:cubicBezTo>
                    <a:pt x="302" y="451"/>
                    <a:pt x="299" y="476"/>
                    <a:pt x="305" y="501"/>
                  </a:cubicBezTo>
                  <a:cubicBezTo>
                    <a:pt x="312" y="525"/>
                    <a:pt x="328" y="545"/>
                    <a:pt x="348" y="559"/>
                  </a:cubicBezTo>
                  <a:cubicBezTo>
                    <a:pt x="350" y="560"/>
                    <a:pt x="352" y="560"/>
                    <a:pt x="354" y="560"/>
                  </a:cubicBezTo>
                  <a:cubicBezTo>
                    <a:pt x="356" y="559"/>
                    <a:pt x="358" y="558"/>
                    <a:pt x="359" y="556"/>
                  </a:cubicBezTo>
                  <a:cubicBezTo>
                    <a:pt x="369" y="535"/>
                    <a:pt x="372" y="511"/>
                    <a:pt x="365" y="486"/>
                  </a:cubicBezTo>
                  <a:cubicBezTo>
                    <a:pt x="358" y="462"/>
                    <a:pt x="343" y="442"/>
                    <a:pt x="323" y="428"/>
                  </a:cubicBezTo>
                  <a:close/>
                  <a:moveTo>
                    <a:pt x="237" y="135"/>
                  </a:moveTo>
                  <a:cubicBezTo>
                    <a:pt x="239" y="136"/>
                    <a:pt x="241" y="137"/>
                    <a:pt x="243" y="136"/>
                  </a:cubicBezTo>
                  <a:cubicBezTo>
                    <a:pt x="245" y="136"/>
                    <a:pt x="246" y="135"/>
                    <a:pt x="247" y="133"/>
                  </a:cubicBezTo>
                  <a:cubicBezTo>
                    <a:pt x="257" y="112"/>
                    <a:pt x="261" y="88"/>
                    <a:pt x="255" y="63"/>
                  </a:cubicBezTo>
                  <a:cubicBezTo>
                    <a:pt x="249" y="38"/>
                    <a:pt x="235" y="16"/>
                    <a:pt x="216" y="2"/>
                  </a:cubicBezTo>
                  <a:cubicBezTo>
                    <a:pt x="215" y="0"/>
                    <a:pt x="213" y="0"/>
                    <a:pt x="211" y="0"/>
                  </a:cubicBezTo>
                  <a:cubicBezTo>
                    <a:pt x="209" y="1"/>
                    <a:pt x="208" y="2"/>
                    <a:pt x="207" y="4"/>
                  </a:cubicBezTo>
                  <a:cubicBezTo>
                    <a:pt x="196" y="24"/>
                    <a:pt x="193" y="49"/>
                    <a:pt x="199" y="74"/>
                  </a:cubicBezTo>
                  <a:cubicBezTo>
                    <a:pt x="204" y="99"/>
                    <a:pt x="219" y="120"/>
                    <a:pt x="237" y="135"/>
                  </a:cubicBezTo>
                  <a:close/>
                  <a:moveTo>
                    <a:pt x="383" y="287"/>
                  </a:moveTo>
                  <a:cubicBezTo>
                    <a:pt x="383" y="227"/>
                    <a:pt x="334" y="175"/>
                    <a:pt x="275" y="172"/>
                  </a:cubicBezTo>
                  <a:cubicBezTo>
                    <a:pt x="215" y="168"/>
                    <a:pt x="166" y="215"/>
                    <a:pt x="164" y="277"/>
                  </a:cubicBezTo>
                  <a:cubicBezTo>
                    <a:pt x="163" y="339"/>
                    <a:pt x="211" y="391"/>
                    <a:pt x="273" y="393"/>
                  </a:cubicBezTo>
                  <a:cubicBezTo>
                    <a:pt x="335" y="394"/>
                    <a:pt x="384" y="347"/>
                    <a:pt x="383" y="2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114"/>
            <p:cNvSpPr>
              <a:spLocks/>
            </p:cNvSpPr>
            <p:nvPr/>
          </p:nvSpPr>
          <p:spPr bwMode="auto">
            <a:xfrm>
              <a:off x="3546475" y="3913188"/>
              <a:ext cx="46037" cy="609600"/>
            </a:xfrm>
            <a:custGeom>
              <a:avLst/>
              <a:gdLst>
                <a:gd name="T0" fmla="*/ 0 w 29"/>
                <a:gd name="T1" fmla="*/ 384 h 384"/>
                <a:gd name="T2" fmla="*/ 29 w 29"/>
                <a:gd name="T3" fmla="*/ 384 h 384"/>
                <a:gd name="T4" fmla="*/ 29 w 29"/>
                <a:gd name="T5" fmla="*/ 55 h 384"/>
                <a:gd name="T6" fmla="*/ 0 w 29"/>
                <a:gd name="T7" fmla="*/ 0 h 384"/>
                <a:gd name="T8" fmla="*/ 0 w 29"/>
                <a:gd name="T9" fmla="*/ 384 h 384"/>
              </a:gdLst>
              <a:ahLst/>
              <a:cxnLst>
                <a:cxn ang="0">
                  <a:pos x="T0" y="T1"/>
                </a:cxn>
                <a:cxn ang="0">
                  <a:pos x="T2" y="T3"/>
                </a:cxn>
                <a:cxn ang="0">
                  <a:pos x="T4" y="T5"/>
                </a:cxn>
                <a:cxn ang="0">
                  <a:pos x="T6" y="T7"/>
                </a:cxn>
                <a:cxn ang="0">
                  <a:pos x="T8" y="T9"/>
                </a:cxn>
              </a:cxnLst>
              <a:rect l="0" t="0" r="r" b="b"/>
              <a:pathLst>
                <a:path w="29" h="384">
                  <a:moveTo>
                    <a:pt x="0" y="384"/>
                  </a:moveTo>
                  <a:lnTo>
                    <a:pt x="29" y="384"/>
                  </a:lnTo>
                  <a:lnTo>
                    <a:pt x="29" y="55"/>
                  </a:lnTo>
                  <a:lnTo>
                    <a:pt x="0" y="0"/>
                  </a:lnTo>
                  <a:lnTo>
                    <a:pt x="0" y="3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115"/>
            <p:cNvSpPr>
              <a:spLocks/>
            </p:cNvSpPr>
            <p:nvPr/>
          </p:nvSpPr>
          <p:spPr bwMode="auto">
            <a:xfrm>
              <a:off x="3621088" y="3970338"/>
              <a:ext cx="498475" cy="552450"/>
            </a:xfrm>
            <a:custGeom>
              <a:avLst/>
              <a:gdLst>
                <a:gd name="T0" fmla="*/ 0 w 542"/>
                <a:gd name="T1" fmla="*/ 87 h 601"/>
                <a:gd name="T2" fmla="*/ 0 w 542"/>
                <a:gd name="T3" fmla="*/ 601 h 601"/>
                <a:gd name="T4" fmla="*/ 20 w 542"/>
                <a:gd name="T5" fmla="*/ 601 h 601"/>
                <a:gd name="T6" fmla="*/ 20 w 542"/>
                <a:gd name="T7" fmla="*/ 568 h 601"/>
                <a:gd name="T8" fmla="*/ 35 w 542"/>
                <a:gd name="T9" fmla="*/ 568 h 601"/>
                <a:gd name="T10" fmla="*/ 35 w 542"/>
                <a:gd name="T11" fmla="*/ 152 h 601"/>
                <a:gd name="T12" fmla="*/ 156 w 542"/>
                <a:gd name="T13" fmla="*/ 153 h 601"/>
                <a:gd name="T14" fmla="*/ 156 w 542"/>
                <a:gd name="T15" fmla="*/ 568 h 601"/>
                <a:gd name="T16" fmla="*/ 385 w 542"/>
                <a:gd name="T17" fmla="*/ 568 h 601"/>
                <a:gd name="T18" fmla="*/ 385 w 542"/>
                <a:gd name="T19" fmla="*/ 153 h 601"/>
                <a:gd name="T20" fmla="*/ 506 w 542"/>
                <a:gd name="T21" fmla="*/ 152 h 601"/>
                <a:gd name="T22" fmla="*/ 506 w 542"/>
                <a:gd name="T23" fmla="*/ 568 h 601"/>
                <a:gd name="T24" fmla="*/ 520 w 542"/>
                <a:gd name="T25" fmla="*/ 568 h 601"/>
                <a:gd name="T26" fmla="*/ 520 w 542"/>
                <a:gd name="T27" fmla="*/ 601 h 601"/>
                <a:gd name="T28" fmla="*/ 542 w 542"/>
                <a:gd name="T29" fmla="*/ 601 h 601"/>
                <a:gd name="T30" fmla="*/ 542 w 542"/>
                <a:gd name="T31" fmla="*/ 87 h 601"/>
                <a:gd name="T32" fmla="*/ 0 w 542"/>
                <a:gd name="T33" fmla="*/ 87 h 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2" h="601">
                  <a:moveTo>
                    <a:pt x="0" y="87"/>
                  </a:moveTo>
                  <a:cubicBezTo>
                    <a:pt x="0" y="601"/>
                    <a:pt x="0" y="601"/>
                    <a:pt x="0" y="601"/>
                  </a:cubicBezTo>
                  <a:cubicBezTo>
                    <a:pt x="20" y="601"/>
                    <a:pt x="20" y="601"/>
                    <a:pt x="20" y="601"/>
                  </a:cubicBezTo>
                  <a:cubicBezTo>
                    <a:pt x="20" y="568"/>
                    <a:pt x="20" y="568"/>
                    <a:pt x="20" y="568"/>
                  </a:cubicBezTo>
                  <a:cubicBezTo>
                    <a:pt x="35" y="568"/>
                    <a:pt x="35" y="568"/>
                    <a:pt x="35" y="568"/>
                  </a:cubicBezTo>
                  <a:cubicBezTo>
                    <a:pt x="35" y="152"/>
                    <a:pt x="35" y="152"/>
                    <a:pt x="35" y="152"/>
                  </a:cubicBezTo>
                  <a:cubicBezTo>
                    <a:pt x="156" y="153"/>
                    <a:pt x="156" y="153"/>
                    <a:pt x="156" y="153"/>
                  </a:cubicBezTo>
                  <a:cubicBezTo>
                    <a:pt x="156" y="568"/>
                    <a:pt x="156" y="568"/>
                    <a:pt x="156" y="568"/>
                  </a:cubicBezTo>
                  <a:cubicBezTo>
                    <a:pt x="385" y="568"/>
                    <a:pt x="385" y="568"/>
                    <a:pt x="385" y="568"/>
                  </a:cubicBezTo>
                  <a:cubicBezTo>
                    <a:pt x="385" y="153"/>
                    <a:pt x="385" y="153"/>
                    <a:pt x="385" y="153"/>
                  </a:cubicBezTo>
                  <a:cubicBezTo>
                    <a:pt x="506" y="152"/>
                    <a:pt x="506" y="152"/>
                    <a:pt x="506" y="152"/>
                  </a:cubicBezTo>
                  <a:cubicBezTo>
                    <a:pt x="506" y="568"/>
                    <a:pt x="506" y="568"/>
                    <a:pt x="506" y="568"/>
                  </a:cubicBezTo>
                  <a:cubicBezTo>
                    <a:pt x="520" y="568"/>
                    <a:pt x="520" y="568"/>
                    <a:pt x="520" y="568"/>
                  </a:cubicBezTo>
                  <a:cubicBezTo>
                    <a:pt x="520" y="601"/>
                    <a:pt x="520" y="601"/>
                    <a:pt x="520" y="601"/>
                  </a:cubicBezTo>
                  <a:cubicBezTo>
                    <a:pt x="542" y="601"/>
                    <a:pt x="542" y="601"/>
                    <a:pt x="542" y="601"/>
                  </a:cubicBezTo>
                  <a:cubicBezTo>
                    <a:pt x="542" y="87"/>
                    <a:pt x="542" y="87"/>
                    <a:pt x="542" y="87"/>
                  </a:cubicBezTo>
                  <a:cubicBezTo>
                    <a:pt x="372" y="0"/>
                    <a:pt x="170" y="0"/>
                    <a:pt x="0"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116"/>
            <p:cNvSpPr>
              <a:spLocks noEditPoints="1"/>
            </p:cNvSpPr>
            <p:nvPr/>
          </p:nvSpPr>
          <p:spPr bwMode="auto">
            <a:xfrm>
              <a:off x="2944813" y="2684463"/>
              <a:ext cx="1847850" cy="1919287"/>
            </a:xfrm>
            <a:custGeom>
              <a:avLst/>
              <a:gdLst>
                <a:gd name="T0" fmla="*/ 598 w 2008"/>
                <a:gd name="T1" fmla="*/ 398 h 2086"/>
                <a:gd name="T2" fmla="*/ 651 w 2008"/>
                <a:gd name="T3" fmla="*/ 265 h 2086"/>
                <a:gd name="T4" fmla="*/ 408 w 2008"/>
                <a:gd name="T5" fmla="*/ 187 h 2086"/>
                <a:gd name="T6" fmla="*/ 461 w 2008"/>
                <a:gd name="T7" fmla="*/ 265 h 2086"/>
                <a:gd name="T8" fmla="*/ 0 w 2008"/>
                <a:gd name="T9" fmla="*/ 982 h 2086"/>
                <a:gd name="T10" fmla="*/ 119 w 2008"/>
                <a:gd name="T11" fmla="*/ 2086 h 2086"/>
                <a:gd name="T12" fmla="*/ 1890 w 2008"/>
                <a:gd name="T13" fmla="*/ 982 h 2086"/>
                <a:gd name="T14" fmla="*/ 1006 w 2008"/>
                <a:gd name="T15" fmla="*/ 0 h 2086"/>
                <a:gd name="T16" fmla="*/ 1267 w 2008"/>
                <a:gd name="T17" fmla="*/ 589 h 2086"/>
                <a:gd name="T18" fmla="*/ 1146 w 2008"/>
                <a:gd name="T19" fmla="*/ 768 h 2086"/>
                <a:gd name="T20" fmla="*/ 1146 w 2008"/>
                <a:gd name="T21" fmla="*/ 907 h 2086"/>
                <a:gd name="T22" fmla="*/ 1267 w 2008"/>
                <a:gd name="T23" fmla="*/ 1086 h 2086"/>
                <a:gd name="T24" fmla="*/ 1146 w 2008"/>
                <a:gd name="T25" fmla="*/ 907 h 2086"/>
                <a:gd name="T26" fmla="*/ 1064 w 2008"/>
                <a:gd name="T27" fmla="*/ 589 h 2086"/>
                <a:gd name="T28" fmla="*/ 944 w 2008"/>
                <a:gd name="T29" fmla="*/ 768 h 2086"/>
                <a:gd name="T30" fmla="*/ 944 w 2008"/>
                <a:gd name="T31" fmla="*/ 907 h 2086"/>
                <a:gd name="T32" fmla="*/ 1064 w 2008"/>
                <a:gd name="T33" fmla="*/ 1086 h 2086"/>
                <a:gd name="T34" fmla="*/ 944 w 2008"/>
                <a:gd name="T35" fmla="*/ 907 h 2086"/>
                <a:gd name="T36" fmla="*/ 862 w 2008"/>
                <a:gd name="T37" fmla="*/ 589 h 2086"/>
                <a:gd name="T38" fmla="*/ 741 w 2008"/>
                <a:gd name="T39" fmla="*/ 768 h 2086"/>
                <a:gd name="T40" fmla="*/ 741 w 2008"/>
                <a:gd name="T41" fmla="*/ 907 h 2086"/>
                <a:gd name="T42" fmla="*/ 862 w 2008"/>
                <a:gd name="T43" fmla="*/ 1086 h 2086"/>
                <a:gd name="T44" fmla="*/ 741 w 2008"/>
                <a:gd name="T45" fmla="*/ 907 h 2086"/>
                <a:gd name="T46" fmla="*/ 579 w 2008"/>
                <a:gd name="T47" fmla="*/ 907 h 2086"/>
                <a:gd name="T48" fmla="*/ 458 w 2008"/>
                <a:gd name="T49" fmla="*/ 1086 h 2086"/>
                <a:gd name="T50" fmla="*/ 458 w 2008"/>
                <a:gd name="T51" fmla="*/ 1234 h 2086"/>
                <a:gd name="T52" fmla="*/ 579 w 2008"/>
                <a:gd name="T53" fmla="*/ 1413 h 2086"/>
                <a:gd name="T54" fmla="*/ 458 w 2008"/>
                <a:gd name="T55" fmla="*/ 1234 h 2086"/>
                <a:gd name="T56" fmla="*/ 256 w 2008"/>
                <a:gd name="T57" fmla="*/ 1745 h 2086"/>
                <a:gd name="T58" fmla="*/ 376 w 2008"/>
                <a:gd name="T59" fmla="*/ 1566 h 2086"/>
                <a:gd name="T60" fmla="*/ 376 w 2008"/>
                <a:gd name="T61" fmla="*/ 1413 h 2086"/>
                <a:gd name="T62" fmla="*/ 256 w 2008"/>
                <a:gd name="T63" fmla="*/ 1234 h 2086"/>
                <a:gd name="T64" fmla="*/ 376 w 2008"/>
                <a:gd name="T65" fmla="*/ 1413 h 2086"/>
                <a:gd name="T66" fmla="*/ 256 w 2008"/>
                <a:gd name="T67" fmla="*/ 1086 h 2086"/>
                <a:gd name="T68" fmla="*/ 376 w 2008"/>
                <a:gd name="T69" fmla="*/ 907 h 2086"/>
                <a:gd name="T70" fmla="*/ 458 w 2008"/>
                <a:gd name="T71" fmla="*/ 1566 h 2086"/>
                <a:gd name="T72" fmla="*/ 579 w 2008"/>
                <a:gd name="T73" fmla="*/ 1745 h 2086"/>
                <a:gd name="T74" fmla="*/ 458 w 2008"/>
                <a:gd name="T75" fmla="*/ 1566 h 2086"/>
                <a:gd name="T76" fmla="*/ 485 w 2008"/>
                <a:gd name="T77" fmla="*/ 2066 h 2086"/>
                <a:gd name="T78" fmla="*/ 624 w 2008"/>
                <a:gd name="T79" fmla="*/ 2032 h 2086"/>
                <a:gd name="T80" fmla="*/ 625 w 2008"/>
                <a:gd name="T81" fmla="*/ 1279 h 2086"/>
                <a:gd name="T82" fmla="*/ 1384 w 2008"/>
                <a:gd name="T83" fmla="*/ 1280 h 2086"/>
                <a:gd name="T84" fmla="*/ 1523 w 2008"/>
                <a:gd name="T85" fmla="*/ 2032 h 2086"/>
                <a:gd name="T86" fmla="*/ 1547 w 2008"/>
                <a:gd name="T87" fmla="*/ 1745 h 2086"/>
                <a:gd name="T88" fmla="*/ 1427 w 2008"/>
                <a:gd name="T89" fmla="*/ 1566 h 2086"/>
                <a:gd name="T90" fmla="*/ 1547 w 2008"/>
                <a:gd name="T91" fmla="*/ 1745 h 2086"/>
                <a:gd name="T92" fmla="*/ 1427 w 2008"/>
                <a:gd name="T93" fmla="*/ 1413 h 2086"/>
                <a:gd name="T94" fmla="*/ 1547 w 2008"/>
                <a:gd name="T95" fmla="*/ 1234 h 2086"/>
                <a:gd name="T96" fmla="*/ 1547 w 2008"/>
                <a:gd name="T97" fmla="*/ 1086 h 2086"/>
                <a:gd name="T98" fmla="*/ 1427 w 2008"/>
                <a:gd name="T99" fmla="*/ 907 h 2086"/>
                <a:gd name="T100" fmla="*/ 1547 w 2008"/>
                <a:gd name="T101" fmla="*/ 1086 h 2086"/>
                <a:gd name="T102" fmla="*/ 1629 w 2008"/>
                <a:gd name="T103" fmla="*/ 1745 h 2086"/>
                <a:gd name="T104" fmla="*/ 1750 w 2008"/>
                <a:gd name="T105" fmla="*/ 1566 h 2086"/>
                <a:gd name="T106" fmla="*/ 1750 w 2008"/>
                <a:gd name="T107" fmla="*/ 1413 h 2086"/>
                <a:gd name="T108" fmla="*/ 1629 w 2008"/>
                <a:gd name="T109" fmla="*/ 1234 h 2086"/>
                <a:gd name="T110" fmla="*/ 1750 w 2008"/>
                <a:gd name="T111" fmla="*/ 1413 h 2086"/>
                <a:gd name="T112" fmla="*/ 1629 w 2008"/>
                <a:gd name="T113" fmla="*/ 1086 h 2086"/>
                <a:gd name="T114" fmla="*/ 1750 w 2008"/>
                <a:gd name="T115" fmla="*/ 907 h 20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08" h="2086">
                  <a:moveTo>
                    <a:pt x="1006" y="0"/>
                  </a:moveTo>
                  <a:cubicBezTo>
                    <a:pt x="598" y="398"/>
                    <a:pt x="598" y="398"/>
                    <a:pt x="598" y="398"/>
                  </a:cubicBezTo>
                  <a:cubicBezTo>
                    <a:pt x="598" y="265"/>
                    <a:pt x="598" y="265"/>
                    <a:pt x="598" y="265"/>
                  </a:cubicBezTo>
                  <a:cubicBezTo>
                    <a:pt x="651" y="265"/>
                    <a:pt x="651" y="265"/>
                    <a:pt x="651" y="265"/>
                  </a:cubicBezTo>
                  <a:cubicBezTo>
                    <a:pt x="651" y="187"/>
                    <a:pt x="651" y="187"/>
                    <a:pt x="651" y="187"/>
                  </a:cubicBezTo>
                  <a:cubicBezTo>
                    <a:pt x="408" y="187"/>
                    <a:pt x="408" y="187"/>
                    <a:pt x="408" y="187"/>
                  </a:cubicBezTo>
                  <a:cubicBezTo>
                    <a:pt x="408" y="265"/>
                    <a:pt x="408" y="265"/>
                    <a:pt x="408" y="265"/>
                  </a:cubicBezTo>
                  <a:cubicBezTo>
                    <a:pt x="461" y="265"/>
                    <a:pt x="461" y="265"/>
                    <a:pt x="461" y="265"/>
                  </a:cubicBezTo>
                  <a:cubicBezTo>
                    <a:pt x="461" y="531"/>
                    <a:pt x="461" y="531"/>
                    <a:pt x="461" y="531"/>
                  </a:cubicBezTo>
                  <a:cubicBezTo>
                    <a:pt x="0" y="982"/>
                    <a:pt x="0" y="982"/>
                    <a:pt x="0" y="982"/>
                  </a:cubicBezTo>
                  <a:cubicBezTo>
                    <a:pt x="119" y="982"/>
                    <a:pt x="119" y="982"/>
                    <a:pt x="119" y="982"/>
                  </a:cubicBezTo>
                  <a:cubicBezTo>
                    <a:pt x="119" y="2086"/>
                    <a:pt x="119" y="2086"/>
                    <a:pt x="119" y="2086"/>
                  </a:cubicBezTo>
                  <a:cubicBezTo>
                    <a:pt x="1890" y="2086"/>
                    <a:pt x="1890" y="2086"/>
                    <a:pt x="1890" y="2086"/>
                  </a:cubicBezTo>
                  <a:cubicBezTo>
                    <a:pt x="1890" y="982"/>
                    <a:pt x="1890" y="982"/>
                    <a:pt x="1890" y="982"/>
                  </a:cubicBezTo>
                  <a:cubicBezTo>
                    <a:pt x="2008" y="982"/>
                    <a:pt x="2008" y="982"/>
                    <a:pt x="2008" y="982"/>
                  </a:cubicBezTo>
                  <a:lnTo>
                    <a:pt x="1006" y="0"/>
                  </a:lnTo>
                  <a:close/>
                  <a:moveTo>
                    <a:pt x="1146" y="589"/>
                  </a:moveTo>
                  <a:cubicBezTo>
                    <a:pt x="1267" y="589"/>
                    <a:pt x="1267" y="589"/>
                    <a:pt x="1267" y="589"/>
                  </a:cubicBezTo>
                  <a:cubicBezTo>
                    <a:pt x="1267" y="768"/>
                    <a:pt x="1267" y="768"/>
                    <a:pt x="1267" y="768"/>
                  </a:cubicBezTo>
                  <a:cubicBezTo>
                    <a:pt x="1146" y="768"/>
                    <a:pt x="1146" y="768"/>
                    <a:pt x="1146" y="768"/>
                  </a:cubicBezTo>
                  <a:lnTo>
                    <a:pt x="1146" y="589"/>
                  </a:lnTo>
                  <a:close/>
                  <a:moveTo>
                    <a:pt x="1146" y="907"/>
                  </a:moveTo>
                  <a:cubicBezTo>
                    <a:pt x="1267" y="907"/>
                    <a:pt x="1267" y="907"/>
                    <a:pt x="1267" y="907"/>
                  </a:cubicBezTo>
                  <a:cubicBezTo>
                    <a:pt x="1267" y="1086"/>
                    <a:pt x="1267" y="1086"/>
                    <a:pt x="1267" y="1086"/>
                  </a:cubicBezTo>
                  <a:cubicBezTo>
                    <a:pt x="1146" y="1086"/>
                    <a:pt x="1146" y="1086"/>
                    <a:pt x="1146" y="1086"/>
                  </a:cubicBezTo>
                  <a:lnTo>
                    <a:pt x="1146" y="907"/>
                  </a:lnTo>
                  <a:close/>
                  <a:moveTo>
                    <a:pt x="944" y="589"/>
                  </a:moveTo>
                  <a:cubicBezTo>
                    <a:pt x="1064" y="589"/>
                    <a:pt x="1064" y="589"/>
                    <a:pt x="1064" y="589"/>
                  </a:cubicBezTo>
                  <a:cubicBezTo>
                    <a:pt x="1064" y="768"/>
                    <a:pt x="1064" y="768"/>
                    <a:pt x="1064" y="768"/>
                  </a:cubicBezTo>
                  <a:cubicBezTo>
                    <a:pt x="944" y="768"/>
                    <a:pt x="944" y="768"/>
                    <a:pt x="944" y="768"/>
                  </a:cubicBezTo>
                  <a:lnTo>
                    <a:pt x="944" y="589"/>
                  </a:lnTo>
                  <a:close/>
                  <a:moveTo>
                    <a:pt x="944" y="907"/>
                  </a:moveTo>
                  <a:cubicBezTo>
                    <a:pt x="1064" y="907"/>
                    <a:pt x="1064" y="907"/>
                    <a:pt x="1064" y="907"/>
                  </a:cubicBezTo>
                  <a:cubicBezTo>
                    <a:pt x="1064" y="1086"/>
                    <a:pt x="1064" y="1086"/>
                    <a:pt x="1064" y="1086"/>
                  </a:cubicBezTo>
                  <a:cubicBezTo>
                    <a:pt x="944" y="1086"/>
                    <a:pt x="944" y="1086"/>
                    <a:pt x="944" y="1086"/>
                  </a:cubicBezTo>
                  <a:lnTo>
                    <a:pt x="944" y="907"/>
                  </a:lnTo>
                  <a:close/>
                  <a:moveTo>
                    <a:pt x="741" y="589"/>
                  </a:moveTo>
                  <a:cubicBezTo>
                    <a:pt x="862" y="589"/>
                    <a:pt x="862" y="589"/>
                    <a:pt x="862" y="589"/>
                  </a:cubicBezTo>
                  <a:cubicBezTo>
                    <a:pt x="862" y="768"/>
                    <a:pt x="862" y="768"/>
                    <a:pt x="862" y="768"/>
                  </a:cubicBezTo>
                  <a:cubicBezTo>
                    <a:pt x="741" y="768"/>
                    <a:pt x="741" y="768"/>
                    <a:pt x="741" y="768"/>
                  </a:cubicBezTo>
                  <a:lnTo>
                    <a:pt x="741" y="589"/>
                  </a:lnTo>
                  <a:close/>
                  <a:moveTo>
                    <a:pt x="741" y="907"/>
                  </a:moveTo>
                  <a:cubicBezTo>
                    <a:pt x="862" y="907"/>
                    <a:pt x="862" y="907"/>
                    <a:pt x="862" y="907"/>
                  </a:cubicBezTo>
                  <a:cubicBezTo>
                    <a:pt x="862" y="1086"/>
                    <a:pt x="862" y="1086"/>
                    <a:pt x="862" y="1086"/>
                  </a:cubicBezTo>
                  <a:cubicBezTo>
                    <a:pt x="741" y="1086"/>
                    <a:pt x="741" y="1086"/>
                    <a:pt x="741" y="1086"/>
                  </a:cubicBezTo>
                  <a:lnTo>
                    <a:pt x="741" y="907"/>
                  </a:lnTo>
                  <a:close/>
                  <a:moveTo>
                    <a:pt x="458" y="907"/>
                  </a:moveTo>
                  <a:cubicBezTo>
                    <a:pt x="579" y="907"/>
                    <a:pt x="579" y="907"/>
                    <a:pt x="579" y="907"/>
                  </a:cubicBezTo>
                  <a:cubicBezTo>
                    <a:pt x="579" y="1086"/>
                    <a:pt x="579" y="1086"/>
                    <a:pt x="579" y="1086"/>
                  </a:cubicBezTo>
                  <a:cubicBezTo>
                    <a:pt x="458" y="1086"/>
                    <a:pt x="458" y="1086"/>
                    <a:pt x="458" y="1086"/>
                  </a:cubicBezTo>
                  <a:lnTo>
                    <a:pt x="458" y="907"/>
                  </a:lnTo>
                  <a:close/>
                  <a:moveTo>
                    <a:pt x="458" y="1234"/>
                  </a:moveTo>
                  <a:cubicBezTo>
                    <a:pt x="579" y="1234"/>
                    <a:pt x="579" y="1234"/>
                    <a:pt x="579" y="1234"/>
                  </a:cubicBezTo>
                  <a:cubicBezTo>
                    <a:pt x="579" y="1413"/>
                    <a:pt x="579" y="1413"/>
                    <a:pt x="579" y="1413"/>
                  </a:cubicBezTo>
                  <a:cubicBezTo>
                    <a:pt x="458" y="1413"/>
                    <a:pt x="458" y="1413"/>
                    <a:pt x="458" y="1413"/>
                  </a:cubicBezTo>
                  <a:lnTo>
                    <a:pt x="458" y="1234"/>
                  </a:lnTo>
                  <a:close/>
                  <a:moveTo>
                    <a:pt x="376" y="1745"/>
                  </a:moveTo>
                  <a:cubicBezTo>
                    <a:pt x="256" y="1745"/>
                    <a:pt x="256" y="1745"/>
                    <a:pt x="256" y="1745"/>
                  </a:cubicBezTo>
                  <a:cubicBezTo>
                    <a:pt x="256" y="1566"/>
                    <a:pt x="256" y="1566"/>
                    <a:pt x="256" y="1566"/>
                  </a:cubicBezTo>
                  <a:cubicBezTo>
                    <a:pt x="376" y="1566"/>
                    <a:pt x="376" y="1566"/>
                    <a:pt x="376" y="1566"/>
                  </a:cubicBezTo>
                  <a:lnTo>
                    <a:pt x="376" y="1745"/>
                  </a:lnTo>
                  <a:close/>
                  <a:moveTo>
                    <a:pt x="376" y="1413"/>
                  </a:moveTo>
                  <a:cubicBezTo>
                    <a:pt x="256" y="1413"/>
                    <a:pt x="256" y="1413"/>
                    <a:pt x="256" y="1413"/>
                  </a:cubicBezTo>
                  <a:cubicBezTo>
                    <a:pt x="256" y="1234"/>
                    <a:pt x="256" y="1234"/>
                    <a:pt x="256" y="1234"/>
                  </a:cubicBezTo>
                  <a:cubicBezTo>
                    <a:pt x="376" y="1234"/>
                    <a:pt x="376" y="1234"/>
                    <a:pt x="376" y="1234"/>
                  </a:cubicBezTo>
                  <a:lnTo>
                    <a:pt x="376" y="1413"/>
                  </a:lnTo>
                  <a:close/>
                  <a:moveTo>
                    <a:pt x="376" y="1086"/>
                  </a:moveTo>
                  <a:cubicBezTo>
                    <a:pt x="256" y="1086"/>
                    <a:pt x="256" y="1086"/>
                    <a:pt x="256" y="1086"/>
                  </a:cubicBezTo>
                  <a:cubicBezTo>
                    <a:pt x="256" y="907"/>
                    <a:pt x="256" y="907"/>
                    <a:pt x="256" y="907"/>
                  </a:cubicBezTo>
                  <a:cubicBezTo>
                    <a:pt x="376" y="907"/>
                    <a:pt x="376" y="907"/>
                    <a:pt x="376" y="907"/>
                  </a:cubicBezTo>
                  <a:lnTo>
                    <a:pt x="376" y="1086"/>
                  </a:lnTo>
                  <a:close/>
                  <a:moveTo>
                    <a:pt x="458" y="1566"/>
                  </a:moveTo>
                  <a:cubicBezTo>
                    <a:pt x="579" y="1566"/>
                    <a:pt x="579" y="1566"/>
                    <a:pt x="579" y="1566"/>
                  </a:cubicBezTo>
                  <a:cubicBezTo>
                    <a:pt x="579" y="1745"/>
                    <a:pt x="579" y="1745"/>
                    <a:pt x="579" y="1745"/>
                  </a:cubicBezTo>
                  <a:cubicBezTo>
                    <a:pt x="458" y="1745"/>
                    <a:pt x="458" y="1745"/>
                    <a:pt x="458" y="1745"/>
                  </a:cubicBezTo>
                  <a:lnTo>
                    <a:pt x="458" y="1566"/>
                  </a:lnTo>
                  <a:close/>
                  <a:moveTo>
                    <a:pt x="1523" y="2066"/>
                  </a:moveTo>
                  <a:cubicBezTo>
                    <a:pt x="485" y="2066"/>
                    <a:pt x="485" y="2066"/>
                    <a:pt x="485" y="2066"/>
                  </a:cubicBezTo>
                  <a:cubicBezTo>
                    <a:pt x="485" y="2032"/>
                    <a:pt x="485" y="2032"/>
                    <a:pt x="485" y="2032"/>
                  </a:cubicBezTo>
                  <a:cubicBezTo>
                    <a:pt x="624" y="2032"/>
                    <a:pt x="624" y="2032"/>
                    <a:pt x="624" y="2032"/>
                  </a:cubicBezTo>
                  <a:cubicBezTo>
                    <a:pt x="624" y="1279"/>
                    <a:pt x="624" y="1279"/>
                    <a:pt x="624" y="1279"/>
                  </a:cubicBezTo>
                  <a:cubicBezTo>
                    <a:pt x="625" y="1279"/>
                    <a:pt x="625" y="1279"/>
                    <a:pt x="625" y="1279"/>
                  </a:cubicBezTo>
                  <a:cubicBezTo>
                    <a:pt x="863" y="1155"/>
                    <a:pt x="1147" y="1155"/>
                    <a:pt x="1385" y="1279"/>
                  </a:cubicBezTo>
                  <a:cubicBezTo>
                    <a:pt x="1384" y="1280"/>
                    <a:pt x="1384" y="1280"/>
                    <a:pt x="1384" y="1280"/>
                  </a:cubicBezTo>
                  <a:cubicBezTo>
                    <a:pt x="1384" y="2032"/>
                    <a:pt x="1384" y="2032"/>
                    <a:pt x="1384" y="2032"/>
                  </a:cubicBezTo>
                  <a:cubicBezTo>
                    <a:pt x="1523" y="2032"/>
                    <a:pt x="1523" y="2032"/>
                    <a:pt x="1523" y="2032"/>
                  </a:cubicBezTo>
                  <a:lnTo>
                    <a:pt x="1523" y="2066"/>
                  </a:lnTo>
                  <a:close/>
                  <a:moveTo>
                    <a:pt x="1547" y="1745"/>
                  </a:moveTo>
                  <a:cubicBezTo>
                    <a:pt x="1427" y="1745"/>
                    <a:pt x="1427" y="1745"/>
                    <a:pt x="1427" y="1745"/>
                  </a:cubicBezTo>
                  <a:cubicBezTo>
                    <a:pt x="1427" y="1566"/>
                    <a:pt x="1427" y="1566"/>
                    <a:pt x="1427" y="1566"/>
                  </a:cubicBezTo>
                  <a:cubicBezTo>
                    <a:pt x="1547" y="1566"/>
                    <a:pt x="1547" y="1566"/>
                    <a:pt x="1547" y="1566"/>
                  </a:cubicBezTo>
                  <a:lnTo>
                    <a:pt x="1547" y="1745"/>
                  </a:lnTo>
                  <a:close/>
                  <a:moveTo>
                    <a:pt x="1547" y="1413"/>
                  </a:moveTo>
                  <a:cubicBezTo>
                    <a:pt x="1427" y="1413"/>
                    <a:pt x="1427" y="1413"/>
                    <a:pt x="1427" y="1413"/>
                  </a:cubicBezTo>
                  <a:cubicBezTo>
                    <a:pt x="1427" y="1234"/>
                    <a:pt x="1427" y="1234"/>
                    <a:pt x="1427" y="1234"/>
                  </a:cubicBezTo>
                  <a:cubicBezTo>
                    <a:pt x="1547" y="1234"/>
                    <a:pt x="1547" y="1234"/>
                    <a:pt x="1547" y="1234"/>
                  </a:cubicBezTo>
                  <a:lnTo>
                    <a:pt x="1547" y="1413"/>
                  </a:lnTo>
                  <a:close/>
                  <a:moveTo>
                    <a:pt x="1547" y="1086"/>
                  </a:moveTo>
                  <a:cubicBezTo>
                    <a:pt x="1427" y="1086"/>
                    <a:pt x="1427" y="1086"/>
                    <a:pt x="1427" y="1086"/>
                  </a:cubicBezTo>
                  <a:cubicBezTo>
                    <a:pt x="1427" y="907"/>
                    <a:pt x="1427" y="907"/>
                    <a:pt x="1427" y="907"/>
                  </a:cubicBezTo>
                  <a:cubicBezTo>
                    <a:pt x="1547" y="907"/>
                    <a:pt x="1547" y="907"/>
                    <a:pt x="1547" y="907"/>
                  </a:cubicBezTo>
                  <a:lnTo>
                    <a:pt x="1547" y="1086"/>
                  </a:lnTo>
                  <a:close/>
                  <a:moveTo>
                    <a:pt x="1750" y="1745"/>
                  </a:moveTo>
                  <a:cubicBezTo>
                    <a:pt x="1629" y="1745"/>
                    <a:pt x="1629" y="1745"/>
                    <a:pt x="1629" y="1745"/>
                  </a:cubicBezTo>
                  <a:cubicBezTo>
                    <a:pt x="1629" y="1566"/>
                    <a:pt x="1629" y="1566"/>
                    <a:pt x="1629" y="1566"/>
                  </a:cubicBezTo>
                  <a:cubicBezTo>
                    <a:pt x="1750" y="1566"/>
                    <a:pt x="1750" y="1566"/>
                    <a:pt x="1750" y="1566"/>
                  </a:cubicBezTo>
                  <a:lnTo>
                    <a:pt x="1750" y="1745"/>
                  </a:lnTo>
                  <a:close/>
                  <a:moveTo>
                    <a:pt x="1750" y="1413"/>
                  </a:moveTo>
                  <a:cubicBezTo>
                    <a:pt x="1629" y="1413"/>
                    <a:pt x="1629" y="1413"/>
                    <a:pt x="1629" y="1413"/>
                  </a:cubicBezTo>
                  <a:cubicBezTo>
                    <a:pt x="1629" y="1234"/>
                    <a:pt x="1629" y="1234"/>
                    <a:pt x="1629" y="1234"/>
                  </a:cubicBezTo>
                  <a:cubicBezTo>
                    <a:pt x="1750" y="1234"/>
                    <a:pt x="1750" y="1234"/>
                    <a:pt x="1750" y="1234"/>
                  </a:cubicBezTo>
                  <a:lnTo>
                    <a:pt x="1750" y="1413"/>
                  </a:lnTo>
                  <a:close/>
                  <a:moveTo>
                    <a:pt x="1750" y="1086"/>
                  </a:moveTo>
                  <a:cubicBezTo>
                    <a:pt x="1629" y="1086"/>
                    <a:pt x="1629" y="1086"/>
                    <a:pt x="1629" y="1086"/>
                  </a:cubicBezTo>
                  <a:cubicBezTo>
                    <a:pt x="1629" y="907"/>
                    <a:pt x="1629" y="907"/>
                    <a:pt x="1629" y="907"/>
                  </a:cubicBezTo>
                  <a:cubicBezTo>
                    <a:pt x="1750" y="907"/>
                    <a:pt x="1750" y="907"/>
                    <a:pt x="1750" y="907"/>
                  </a:cubicBezTo>
                  <a:lnTo>
                    <a:pt x="1750" y="108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117"/>
            <p:cNvSpPr>
              <a:spLocks/>
            </p:cNvSpPr>
            <p:nvPr/>
          </p:nvSpPr>
          <p:spPr bwMode="auto">
            <a:xfrm>
              <a:off x="4146550" y="3916363"/>
              <a:ext cx="44450" cy="606425"/>
            </a:xfrm>
            <a:custGeom>
              <a:avLst/>
              <a:gdLst>
                <a:gd name="T0" fmla="*/ 0 w 28"/>
                <a:gd name="T1" fmla="*/ 382 h 382"/>
                <a:gd name="T2" fmla="*/ 28 w 28"/>
                <a:gd name="T3" fmla="*/ 382 h 382"/>
                <a:gd name="T4" fmla="*/ 28 w 28"/>
                <a:gd name="T5" fmla="*/ 0 h 382"/>
                <a:gd name="T6" fmla="*/ 0 w 28"/>
                <a:gd name="T7" fmla="*/ 53 h 382"/>
                <a:gd name="T8" fmla="*/ 0 w 28"/>
                <a:gd name="T9" fmla="*/ 382 h 382"/>
              </a:gdLst>
              <a:ahLst/>
              <a:cxnLst>
                <a:cxn ang="0">
                  <a:pos x="T0" y="T1"/>
                </a:cxn>
                <a:cxn ang="0">
                  <a:pos x="T2" y="T3"/>
                </a:cxn>
                <a:cxn ang="0">
                  <a:pos x="T4" y="T5"/>
                </a:cxn>
                <a:cxn ang="0">
                  <a:pos x="T6" y="T7"/>
                </a:cxn>
                <a:cxn ang="0">
                  <a:pos x="T8" y="T9"/>
                </a:cxn>
              </a:cxnLst>
              <a:rect l="0" t="0" r="r" b="b"/>
              <a:pathLst>
                <a:path w="28" h="382">
                  <a:moveTo>
                    <a:pt x="0" y="382"/>
                  </a:moveTo>
                  <a:lnTo>
                    <a:pt x="28" y="382"/>
                  </a:lnTo>
                  <a:lnTo>
                    <a:pt x="28" y="0"/>
                  </a:lnTo>
                  <a:lnTo>
                    <a:pt x="0" y="53"/>
                  </a:lnTo>
                  <a:lnTo>
                    <a:pt x="0" y="3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118"/>
            <p:cNvSpPr>
              <a:spLocks/>
            </p:cNvSpPr>
            <p:nvPr/>
          </p:nvSpPr>
          <p:spPr bwMode="auto">
            <a:xfrm>
              <a:off x="3621088" y="3873500"/>
              <a:ext cx="76200" cy="96837"/>
            </a:xfrm>
            <a:custGeom>
              <a:avLst/>
              <a:gdLst>
                <a:gd name="T0" fmla="*/ 38 w 83"/>
                <a:gd name="T1" fmla="*/ 61 h 104"/>
                <a:gd name="T2" fmla="*/ 57 w 83"/>
                <a:gd name="T3" fmla="*/ 69 h 104"/>
                <a:gd name="T4" fmla="*/ 46 w 83"/>
                <a:gd name="T5" fmla="*/ 83 h 104"/>
                <a:gd name="T6" fmla="*/ 21 w 83"/>
                <a:gd name="T7" fmla="*/ 85 h 104"/>
                <a:gd name="T8" fmla="*/ 22 w 83"/>
                <a:gd name="T9" fmla="*/ 103 h 104"/>
                <a:gd name="T10" fmla="*/ 50 w 83"/>
                <a:gd name="T11" fmla="*/ 101 h 104"/>
                <a:gd name="T12" fmla="*/ 78 w 83"/>
                <a:gd name="T13" fmla="*/ 61 h 104"/>
                <a:gd name="T14" fmla="*/ 46 w 83"/>
                <a:gd name="T15" fmla="*/ 41 h 104"/>
                <a:gd name="T16" fmla="*/ 25 w 83"/>
                <a:gd name="T17" fmla="*/ 33 h 104"/>
                <a:gd name="T18" fmla="*/ 36 w 83"/>
                <a:gd name="T19" fmla="*/ 20 h 104"/>
                <a:gd name="T20" fmla="*/ 56 w 83"/>
                <a:gd name="T21" fmla="*/ 19 h 104"/>
                <a:gd name="T22" fmla="*/ 55 w 83"/>
                <a:gd name="T23" fmla="*/ 1 h 104"/>
                <a:gd name="T24" fmla="*/ 31 w 83"/>
                <a:gd name="T25" fmla="*/ 4 h 104"/>
                <a:gd name="T26" fmla="*/ 5 w 83"/>
                <a:gd name="T27" fmla="*/ 42 h 104"/>
                <a:gd name="T28" fmla="*/ 38 w 83"/>
                <a:gd name="T29" fmla="*/ 61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3" h="104">
                  <a:moveTo>
                    <a:pt x="38" y="61"/>
                  </a:moveTo>
                  <a:cubicBezTo>
                    <a:pt x="50" y="61"/>
                    <a:pt x="56" y="63"/>
                    <a:pt x="57" y="69"/>
                  </a:cubicBezTo>
                  <a:cubicBezTo>
                    <a:pt x="59" y="75"/>
                    <a:pt x="55" y="80"/>
                    <a:pt x="46" y="83"/>
                  </a:cubicBezTo>
                  <a:cubicBezTo>
                    <a:pt x="37" y="86"/>
                    <a:pt x="28" y="86"/>
                    <a:pt x="21" y="85"/>
                  </a:cubicBezTo>
                  <a:cubicBezTo>
                    <a:pt x="22" y="103"/>
                    <a:pt x="22" y="103"/>
                    <a:pt x="22" y="103"/>
                  </a:cubicBezTo>
                  <a:cubicBezTo>
                    <a:pt x="28" y="104"/>
                    <a:pt x="40" y="104"/>
                    <a:pt x="50" y="101"/>
                  </a:cubicBezTo>
                  <a:cubicBezTo>
                    <a:pt x="75" y="93"/>
                    <a:pt x="83" y="76"/>
                    <a:pt x="78" y="61"/>
                  </a:cubicBezTo>
                  <a:cubicBezTo>
                    <a:pt x="74" y="48"/>
                    <a:pt x="64" y="42"/>
                    <a:pt x="46" y="41"/>
                  </a:cubicBezTo>
                  <a:cubicBezTo>
                    <a:pt x="33" y="40"/>
                    <a:pt x="27" y="39"/>
                    <a:pt x="25" y="33"/>
                  </a:cubicBezTo>
                  <a:cubicBezTo>
                    <a:pt x="24" y="29"/>
                    <a:pt x="27" y="23"/>
                    <a:pt x="36" y="20"/>
                  </a:cubicBezTo>
                  <a:cubicBezTo>
                    <a:pt x="44" y="18"/>
                    <a:pt x="52" y="18"/>
                    <a:pt x="56" y="19"/>
                  </a:cubicBezTo>
                  <a:cubicBezTo>
                    <a:pt x="55" y="1"/>
                    <a:pt x="55" y="1"/>
                    <a:pt x="55" y="1"/>
                  </a:cubicBezTo>
                  <a:cubicBezTo>
                    <a:pt x="49" y="0"/>
                    <a:pt x="41" y="0"/>
                    <a:pt x="31" y="4"/>
                  </a:cubicBezTo>
                  <a:cubicBezTo>
                    <a:pt x="9" y="10"/>
                    <a:pt x="0" y="26"/>
                    <a:pt x="5" y="42"/>
                  </a:cubicBezTo>
                  <a:cubicBezTo>
                    <a:pt x="9" y="55"/>
                    <a:pt x="21" y="60"/>
                    <a:pt x="38"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119"/>
            <p:cNvSpPr>
              <a:spLocks/>
            </p:cNvSpPr>
            <p:nvPr/>
          </p:nvSpPr>
          <p:spPr bwMode="auto">
            <a:xfrm>
              <a:off x="3694113" y="3854450"/>
              <a:ext cx="80962" cy="96837"/>
            </a:xfrm>
            <a:custGeom>
              <a:avLst/>
              <a:gdLst>
                <a:gd name="T0" fmla="*/ 64 w 88"/>
                <a:gd name="T1" fmla="*/ 100 h 106"/>
                <a:gd name="T2" fmla="*/ 88 w 88"/>
                <a:gd name="T3" fmla="*/ 91 h 106"/>
                <a:gd name="T4" fmla="*/ 81 w 88"/>
                <a:gd name="T5" fmla="*/ 75 h 106"/>
                <a:gd name="T6" fmla="*/ 64 w 88"/>
                <a:gd name="T7" fmla="*/ 81 h 106"/>
                <a:gd name="T8" fmla="*/ 28 w 88"/>
                <a:gd name="T9" fmla="*/ 57 h 106"/>
                <a:gd name="T10" fmla="*/ 52 w 88"/>
                <a:gd name="T11" fmla="*/ 20 h 106"/>
                <a:gd name="T12" fmla="*/ 70 w 88"/>
                <a:gd name="T13" fmla="*/ 20 h 106"/>
                <a:gd name="T14" fmla="*/ 72 w 88"/>
                <a:gd name="T15" fmla="*/ 2 h 106"/>
                <a:gd name="T16" fmla="*/ 48 w 88"/>
                <a:gd name="T17" fmla="*/ 3 h 106"/>
                <a:gd name="T18" fmla="*/ 6 w 88"/>
                <a:gd name="T19" fmla="*/ 62 h 106"/>
                <a:gd name="T20" fmla="*/ 64 w 88"/>
                <a:gd name="T21"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106">
                  <a:moveTo>
                    <a:pt x="64" y="100"/>
                  </a:moveTo>
                  <a:cubicBezTo>
                    <a:pt x="76" y="98"/>
                    <a:pt x="84" y="94"/>
                    <a:pt x="88" y="91"/>
                  </a:cubicBezTo>
                  <a:cubicBezTo>
                    <a:pt x="81" y="75"/>
                    <a:pt x="81" y="75"/>
                    <a:pt x="81" y="75"/>
                  </a:cubicBezTo>
                  <a:cubicBezTo>
                    <a:pt x="77" y="78"/>
                    <a:pt x="71" y="80"/>
                    <a:pt x="64" y="81"/>
                  </a:cubicBezTo>
                  <a:cubicBezTo>
                    <a:pt x="45" y="85"/>
                    <a:pt x="32" y="75"/>
                    <a:pt x="28" y="57"/>
                  </a:cubicBezTo>
                  <a:cubicBezTo>
                    <a:pt x="24" y="36"/>
                    <a:pt x="35" y="23"/>
                    <a:pt x="52" y="20"/>
                  </a:cubicBezTo>
                  <a:cubicBezTo>
                    <a:pt x="60" y="18"/>
                    <a:pt x="66" y="19"/>
                    <a:pt x="70" y="20"/>
                  </a:cubicBezTo>
                  <a:cubicBezTo>
                    <a:pt x="72" y="2"/>
                    <a:pt x="72" y="2"/>
                    <a:pt x="72" y="2"/>
                  </a:cubicBezTo>
                  <a:cubicBezTo>
                    <a:pt x="67" y="1"/>
                    <a:pt x="59" y="0"/>
                    <a:pt x="48" y="3"/>
                  </a:cubicBezTo>
                  <a:cubicBezTo>
                    <a:pt x="19" y="8"/>
                    <a:pt x="0" y="30"/>
                    <a:pt x="6" y="62"/>
                  </a:cubicBezTo>
                  <a:cubicBezTo>
                    <a:pt x="11" y="89"/>
                    <a:pt x="32" y="106"/>
                    <a:pt x="64"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120"/>
            <p:cNvSpPr>
              <a:spLocks/>
            </p:cNvSpPr>
            <p:nvPr/>
          </p:nvSpPr>
          <p:spPr bwMode="auto">
            <a:xfrm>
              <a:off x="3779838" y="3844925"/>
              <a:ext cx="77787" cy="93662"/>
            </a:xfrm>
            <a:custGeom>
              <a:avLst/>
              <a:gdLst>
                <a:gd name="T0" fmla="*/ 16 w 49"/>
                <a:gd name="T1" fmla="*/ 58 h 59"/>
                <a:gd name="T2" fmla="*/ 14 w 49"/>
                <a:gd name="T3" fmla="*/ 35 h 59"/>
                <a:gd name="T4" fmla="*/ 35 w 49"/>
                <a:gd name="T5" fmla="*/ 33 h 59"/>
                <a:gd name="T6" fmla="*/ 36 w 49"/>
                <a:gd name="T7" fmla="*/ 57 h 59"/>
                <a:gd name="T8" fmla="*/ 49 w 49"/>
                <a:gd name="T9" fmla="*/ 55 h 59"/>
                <a:gd name="T10" fmla="*/ 45 w 49"/>
                <a:gd name="T11" fmla="*/ 0 h 59"/>
                <a:gd name="T12" fmla="*/ 33 w 49"/>
                <a:gd name="T13" fmla="*/ 2 h 59"/>
                <a:gd name="T14" fmla="*/ 34 w 49"/>
                <a:gd name="T15" fmla="*/ 22 h 59"/>
                <a:gd name="T16" fmla="*/ 14 w 49"/>
                <a:gd name="T17" fmla="*/ 24 h 59"/>
                <a:gd name="T18" fmla="*/ 12 w 49"/>
                <a:gd name="T19" fmla="*/ 3 h 59"/>
                <a:gd name="T20" fmla="*/ 0 w 49"/>
                <a:gd name="T21" fmla="*/ 4 h 59"/>
                <a:gd name="T22" fmla="*/ 3 w 49"/>
                <a:gd name="T23" fmla="*/ 59 h 59"/>
                <a:gd name="T24" fmla="*/ 16 w 49"/>
                <a:gd name="T25"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59">
                  <a:moveTo>
                    <a:pt x="16" y="58"/>
                  </a:moveTo>
                  <a:lnTo>
                    <a:pt x="14" y="35"/>
                  </a:lnTo>
                  <a:lnTo>
                    <a:pt x="35" y="33"/>
                  </a:lnTo>
                  <a:lnTo>
                    <a:pt x="36" y="57"/>
                  </a:lnTo>
                  <a:lnTo>
                    <a:pt x="49" y="55"/>
                  </a:lnTo>
                  <a:lnTo>
                    <a:pt x="45" y="0"/>
                  </a:lnTo>
                  <a:lnTo>
                    <a:pt x="33" y="2"/>
                  </a:lnTo>
                  <a:lnTo>
                    <a:pt x="34" y="22"/>
                  </a:lnTo>
                  <a:lnTo>
                    <a:pt x="14" y="24"/>
                  </a:lnTo>
                  <a:lnTo>
                    <a:pt x="12" y="3"/>
                  </a:lnTo>
                  <a:lnTo>
                    <a:pt x="0" y="4"/>
                  </a:lnTo>
                  <a:lnTo>
                    <a:pt x="3" y="59"/>
                  </a:lnTo>
                  <a:lnTo>
                    <a:pt x="16"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121"/>
            <p:cNvSpPr>
              <a:spLocks noEditPoints="1"/>
            </p:cNvSpPr>
            <p:nvPr/>
          </p:nvSpPr>
          <p:spPr bwMode="auto">
            <a:xfrm>
              <a:off x="3868738" y="3844925"/>
              <a:ext cx="88900" cy="93662"/>
            </a:xfrm>
            <a:custGeom>
              <a:avLst/>
              <a:gdLst>
                <a:gd name="T0" fmla="*/ 44 w 96"/>
                <a:gd name="T1" fmla="*/ 100 h 102"/>
                <a:gd name="T2" fmla="*/ 94 w 96"/>
                <a:gd name="T3" fmla="*/ 53 h 102"/>
                <a:gd name="T4" fmla="*/ 52 w 96"/>
                <a:gd name="T5" fmla="*/ 2 h 102"/>
                <a:gd name="T6" fmla="*/ 2 w 96"/>
                <a:gd name="T7" fmla="*/ 49 h 102"/>
                <a:gd name="T8" fmla="*/ 44 w 96"/>
                <a:gd name="T9" fmla="*/ 100 h 102"/>
                <a:gd name="T10" fmla="*/ 25 w 96"/>
                <a:gd name="T11" fmla="*/ 50 h 102"/>
                <a:gd name="T12" fmla="*/ 50 w 96"/>
                <a:gd name="T13" fmla="*/ 19 h 102"/>
                <a:gd name="T14" fmla="*/ 71 w 96"/>
                <a:gd name="T15" fmla="*/ 52 h 102"/>
                <a:gd name="T16" fmla="*/ 46 w 96"/>
                <a:gd name="T17" fmla="*/ 83 h 102"/>
                <a:gd name="T18" fmla="*/ 25 w 96"/>
                <a:gd name="T19" fmla="*/ 5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102">
                  <a:moveTo>
                    <a:pt x="44" y="100"/>
                  </a:moveTo>
                  <a:cubicBezTo>
                    <a:pt x="72" y="102"/>
                    <a:pt x="92" y="85"/>
                    <a:pt x="94" y="53"/>
                  </a:cubicBezTo>
                  <a:cubicBezTo>
                    <a:pt x="96" y="27"/>
                    <a:pt x="81" y="4"/>
                    <a:pt x="52" y="2"/>
                  </a:cubicBezTo>
                  <a:cubicBezTo>
                    <a:pt x="24" y="0"/>
                    <a:pt x="4" y="20"/>
                    <a:pt x="2" y="49"/>
                  </a:cubicBezTo>
                  <a:cubicBezTo>
                    <a:pt x="0" y="76"/>
                    <a:pt x="16" y="99"/>
                    <a:pt x="44" y="100"/>
                  </a:cubicBezTo>
                  <a:close/>
                  <a:moveTo>
                    <a:pt x="25" y="50"/>
                  </a:moveTo>
                  <a:cubicBezTo>
                    <a:pt x="26" y="31"/>
                    <a:pt x="36" y="18"/>
                    <a:pt x="50" y="19"/>
                  </a:cubicBezTo>
                  <a:cubicBezTo>
                    <a:pt x="65" y="20"/>
                    <a:pt x="72" y="35"/>
                    <a:pt x="71" y="52"/>
                  </a:cubicBezTo>
                  <a:cubicBezTo>
                    <a:pt x="70" y="71"/>
                    <a:pt x="61" y="84"/>
                    <a:pt x="46" y="83"/>
                  </a:cubicBezTo>
                  <a:cubicBezTo>
                    <a:pt x="32" y="82"/>
                    <a:pt x="24" y="69"/>
                    <a:pt x="25"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122"/>
            <p:cNvSpPr>
              <a:spLocks noEditPoints="1"/>
            </p:cNvSpPr>
            <p:nvPr/>
          </p:nvSpPr>
          <p:spPr bwMode="auto">
            <a:xfrm>
              <a:off x="3962400" y="3854450"/>
              <a:ext cx="92075" cy="100012"/>
            </a:xfrm>
            <a:custGeom>
              <a:avLst/>
              <a:gdLst>
                <a:gd name="T0" fmla="*/ 40 w 101"/>
                <a:gd name="T1" fmla="*/ 102 h 108"/>
                <a:gd name="T2" fmla="*/ 96 w 101"/>
                <a:gd name="T3" fmla="*/ 62 h 108"/>
                <a:gd name="T4" fmla="*/ 61 w 101"/>
                <a:gd name="T5" fmla="*/ 6 h 108"/>
                <a:gd name="T6" fmla="*/ 6 w 101"/>
                <a:gd name="T7" fmla="*/ 46 h 108"/>
                <a:gd name="T8" fmla="*/ 40 w 101"/>
                <a:gd name="T9" fmla="*/ 102 h 108"/>
                <a:gd name="T10" fmla="*/ 28 w 101"/>
                <a:gd name="T11" fmla="*/ 50 h 108"/>
                <a:gd name="T12" fmla="*/ 57 w 101"/>
                <a:gd name="T13" fmla="*/ 23 h 108"/>
                <a:gd name="T14" fmla="*/ 74 w 101"/>
                <a:gd name="T15" fmla="*/ 58 h 108"/>
                <a:gd name="T16" fmla="*/ 45 w 101"/>
                <a:gd name="T17" fmla="*/ 86 h 108"/>
                <a:gd name="T18" fmla="*/ 28 w 101"/>
                <a:gd name="T19" fmla="*/ 5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1" h="108">
                  <a:moveTo>
                    <a:pt x="40" y="102"/>
                  </a:moveTo>
                  <a:cubicBezTo>
                    <a:pt x="68" y="108"/>
                    <a:pt x="90" y="93"/>
                    <a:pt x="96" y="62"/>
                  </a:cubicBezTo>
                  <a:cubicBezTo>
                    <a:pt x="101" y="36"/>
                    <a:pt x="90" y="12"/>
                    <a:pt x="61" y="6"/>
                  </a:cubicBezTo>
                  <a:cubicBezTo>
                    <a:pt x="34" y="0"/>
                    <a:pt x="11" y="17"/>
                    <a:pt x="6" y="46"/>
                  </a:cubicBezTo>
                  <a:cubicBezTo>
                    <a:pt x="0" y="72"/>
                    <a:pt x="12" y="97"/>
                    <a:pt x="40" y="102"/>
                  </a:cubicBezTo>
                  <a:close/>
                  <a:moveTo>
                    <a:pt x="28" y="50"/>
                  </a:moveTo>
                  <a:cubicBezTo>
                    <a:pt x="32" y="32"/>
                    <a:pt x="43" y="20"/>
                    <a:pt x="57" y="23"/>
                  </a:cubicBezTo>
                  <a:cubicBezTo>
                    <a:pt x="72" y="25"/>
                    <a:pt x="77" y="42"/>
                    <a:pt x="74" y="58"/>
                  </a:cubicBezTo>
                  <a:cubicBezTo>
                    <a:pt x="70" y="77"/>
                    <a:pt x="59" y="89"/>
                    <a:pt x="45" y="86"/>
                  </a:cubicBezTo>
                  <a:cubicBezTo>
                    <a:pt x="30" y="83"/>
                    <a:pt x="24" y="68"/>
                    <a:pt x="28"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123"/>
            <p:cNvSpPr>
              <a:spLocks/>
            </p:cNvSpPr>
            <p:nvPr/>
          </p:nvSpPr>
          <p:spPr bwMode="auto">
            <a:xfrm>
              <a:off x="4051300" y="3875088"/>
              <a:ext cx="57150" cy="101600"/>
            </a:xfrm>
            <a:custGeom>
              <a:avLst/>
              <a:gdLst>
                <a:gd name="T0" fmla="*/ 36 w 36"/>
                <a:gd name="T1" fmla="*/ 54 h 64"/>
                <a:gd name="T2" fmla="*/ 15 w 36"/>
                <a:gd name="T3" fmla="*/ 47 h 64"/>
                <a:gd name="T4" fmla="*/ 29 w 36"/>
                <a:gd name="T5" fmla="*/ 5 h 64"/>
                <a:gd name="T6" fmla="*/ 17 w 36"/>
                <a:gd name="T7" fmla="*/ 0 h 64"/>
                <a:gd name="T8" fmla="*/ 0 w 36"/>
                <a:gd name="T9" fmla="*/ 53 h 64"/>
                <a:gd name="T10" fmla="*/ 33 w 36"/>
                <a:gd name="T11" fmla="*/ 64 h 64"/>
                <a:gd name="T12" fmla="*/ 36 w 36"/>
                <a:gd name="T13" fmla="*/ 54 h 64"/>
              </a:gdLst>
              <a:ahLst/>
              <a:cxnLst>
                <a:cxn ang="0">
                  <a:pos x="T0" y="T1"/>
                </a:cxn>
                <a:cxn ang="0">
                  <a:pos x="T2" y="T3"/>
                </a:cxn>
                <a:cxn ang="0">
                  <a:pos x="T4" y="T5"/>
                </a:cxn>
                <a:cxn ang="0">
                  <a:pos x="T6" y="T7"/>
                </a:cxn>
                <a:cxn ang="0">
                  <a:pos x="T8" y="T9"/>
                </a:cxn>
                <a:cxn ang="0">
                  <a:pos x="T10" y="T11"/>
                </a:cxn>
                <a:cxn ang="0">
                  <a:pos x="T12" y="T13"/>
                </a:cxn>
              </a:cxnLst>
              <a:rect l="0" t="0" r="r" b="b"/>
              <a:pathLst>
                <a:path w="36" h="64">
                  <a:moveTo>
                    <a:pt x="36" y="54"/>
                  </a:moveTo>
                  <a:lnTo>
                    <a:pt x="15" y="47"/>
                  </a:lnTo>
                  <a:lnTo>
                    <a:pt x="29" y="5"/>
                  </a:lnTo>
                  <a:lnTo>
                    <a:pt x="17" y="0"/>
                  </a:lnTo>
                  <a:lnTo>
                    <a:pt x="0" y="53"/>
                  </a:lnTo>
                  <a:lnTo>
                    <a:pt x="33" y="64"/>
                  </a:lnTo>
                  <a:lnTo>
                    <a:pt x="36" y="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219" name="组合 218"/>
            <p:cNvGrpSpPr/>
            <p:nvPr/>
          </p:nvGrpSpPr>
          <p:grpSpPr>
            <a:xfrm>
              <a:off x="4919663" y="3890963"/>
              <a:ext cx="344487" cy="717549"/>
              <a:chOff x="4919663" y="3890963"/>
              <a:chExt cx="344487" cy="717549"/>
            </a:xfrm>
            <a:grpFill/>
          </p:grpSpPr>
          <p:sp>
            <p:nvSpPr>
              <p:cNvPr id="220" name="Freeform 145"/>
              <p:cNvSpPr>
                <a:spLocks/>
              </p:cNvSpPr>
              <p:nvPr/>
            </p:nvSpPr>
            <p:spPr bwMode="auto">
              <a:xfrm>
                <a:off x="4972050" y="3890963"/>
                <a:ext cx="292100" cy="203200"/>
              </a:xfrm>
              <a:custGeom>
                <a:avLst/>
                <a:gdLst>
                  <a:gd name="T0" fmla="*/ 264 w 317"/>
                  <a:gd name="T1" fmla="*/ 194 h 220"/>
                  <a:gd name="T2" fmla="*/ 233 w 317"/>
                  <a:gd name="T3" fmla="*/ 135 h 220"/>
                  <a:gd name="T4" fmla="*/ 206 w 317"/>
                  <a:gd name="T5" fmla="*/ 122 h 220"/>
                  <a:gd name="T6" fmla="*/ 198 w 317"/>
                  <a:gd name="T7" fmla="*/ 151 h 220"/>
                  <a:gd name="T8" fmla="*/ 69 w 317"/>
                  <a:gd name="T9" fmla="*/ 197 h 220"/>
                  <a:gd name="T10" fmla="*/ 23 w 317"/>
                  <a:gd name="T11" fmla="*/ 68 h 220"/>
                  <a:gd name="T12" fmla="*/ 152 w 317"/>
                  <a:gd name="T13" fmla="*/ 22 h 220"/>
                  <a:gd name="T14" fmla="*/ 203 w 317"/>
                  <a:gd name="T15" fmla="*/ 84 h 220"/>
                  <a:gd name="T16" fmla="*/ 288 w 317"/>
                  <a:gd name="T17" fmla="*/ 101 h 220"/>
                  <a:gd name="T18" fmla="*/ 264 w 317"/>
                  <a:gd name="T19" fmla="*/ 194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7" h="220">
                    <a:moveTo>
                      <a:pt x="264" y="194"/>
                    </a:moveTo>
                    <a:cubicBezTo>
                      <a:pt x="266" y="161"/>
                      <a:pt x="245" y="144"/>
                      <a:pt x="233" y="135"/>
                    </a:cubicBezTo>
                    <a:cubicBezTo>
                      <a:pt x="225" y="128"/>
                      <a:pt x="216" y="124"/>
                      <a:pt x="206" y="122"/>
                    </a:cubicBezTo>
                    <a:cubicBezTo>
                      <a:pt x="205" y="132"/>
                      <a:pt x="202" y="142"/>
                      <a:pt x="198" y="151"/>
                    </a:cubicBezTo>
                    <a:cubicBezTo>
                      <a:pt x="175" y="199"/>
                      <a:pt x="117" y="220"/>
                      <a:pt x="69" y="197"/>
                    </a:cubicBezTo>
                    <a:cubicBezTo>
                      <a:pt x="21" y="174"/>
                      <a:pt x="0" y="116"/>
                      <a:pt x="23" y="68"/>
                    </a:cubicBezTo>
                    <a:cubicBezTo>
                      <a:pt x="46" y="20"/>
                      <a:pt x="104" y="0"/>
                      <a:pt x="152" y="22"/>
                    </a:cubicBezTo>
                    <a:cubicBezTo>
                      <a:pt x="178" y="35"/>
                      <a:pt x="196" y="58"/>
                      <a:pt x="203" y="84"/>
                    </a:cubicBezTo>
                    <a:cubicBezTo>
                      <a:pt x="234" y="71"/>
                      <a:pt x="269" y="73"/>
                      <a:pt x="288" y="101"/>
                    </a:cubicBezTo>
                    <a:cubicBezTo>
                      <a:pt x="317" y="143"/>
                      <a:pt x="264" y="194"/>
                      <a:pt x="264" y="1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146"/>
              <p:cNvSpPr>
                <a:spLocks/>
              </p:cNvSpPr>
              <p:nvPr/>
            </p:nvSpPr>
            <p:spPr bwMode="auto">
              <a:xfrm>
                <a:off x="5127625" y="4111625"/>
                <a:ext cx="95250" cy="74612"/>
              </a:xfrm>
              <a:custGeom>
                <a:avLst/>
                <a:gdLst>
                  <a:gd name="T0" fmla="*/ 100 w 103"/>
                  <a:gd name="T1" fmla="*/ 70 h 82"/>
                  <a:gd name="T2" fmla="*/ 103 w 103"/>
                  <a:gd name="T3" fmla="*/ 82 h 82"/>
                  <a:gd name="T4" fmla="*/ 5 w 103"/>
                  <a:gd name="T5" fmla="*/ 40 h 82"/>
                  <a:gd name="T6" fmla="*/ 0 w 103"/>
                  <a:gd name="T7" fmla="*/ 12 h 82"/>
                  <a:gd name="T8" fmla="*/ 100 w 103"/>
                  <a:gd name="T9" fmla="*/ 70 h 82"/>
                </a:gdLst>
                <a:ahLst/>
                <a:cxnLst>
                  <a:cxn ang="0">
                    <a:pos x="T0" y="T1"/>
                  </a:cxn>
                  <a:cxn ang="0">
                    <a:pos x="T2" y="T3"/>
                  </a:cxn>
                  <a:cxn ang="0">
                    <a:pos x="T4" y="T5"/>
                  </a:cxn>
                  <a:cxn ang="0">
                    <a:pos x="T6" y="T7"/>
                  </a:cxn>
                  <a:cxn ang="0">
                    <a:pos x="T8" y="T9"/>
                  </a:cxn>
                </a:cxnLst>
                <a:rect l="0" t="0" r="r" b="b"/>
                <a:pathLst>
                  <a:path w="103" h="82">
                    <a:moveTo>
                      <a:pt x="100" y="70"/>
                    </a:moveTo>
                    <a:cubicBezTo>
                      <a:pt x="101" y="74"/>
                      <a:pt x="102" y="78"/>
                      <a:pt x="103" y="82"/>
                    </a:cubicBezTo>
                    <a:cubicBezTo>
                      <a:pt x="31" y="75"/>
                      <a:pt x="9" y="45"/>
                      <a:pt x="5" y="40"/>
                    </a:cubicBezTo>
                    <a:cubicBezTo>
                      <a:pt x="0" y="12"/>
                      <a:pt x="0" y="12"/>
                      <a:pt x="0" y="12"/>
                    </a:cubicBezTo>
                    <a:cubicBezTo>
                      <a:pt x="49" y="0"/>
                      <a:pt x="93" y="30"/>
                      <a:pt x="100"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147"/>
              <p:cNvSpPr>
                <a:spLocks/>
              </p:cNvSpPr>
              <p:nvPr/>
            </p:nvSpPr>
            <p:spPr bwMode="auto">
              <a:xfrm>
                <a:off x="5135563" y="4165600"/>
                <a:ext cx="125412" cy="187325"/>
              </a:xfrm>
              <a:custGeom>
                <a:avLst/>
                <a:gdLst>
                  <a:gd name="T0" fmla="*/ 109 w 136"/>
                  <a:gd name="T1" fmla="*/ 191 h 204"/>
                  <a:gd name="T2" fmla="*/ 35 w 136"/>
                  <a:gd name="T3" fmla="*/ 204 h 204"/>
                  <a:gd name="T4" fmla="*/ 0 w 136"/>
                  <a:gd name="T5" fmla="*/ 0 h 204"/>
                  <a:gd name="T6" fmla="*/ 97 w 136"/>
                  <a:gd name="T7" fmla="*/ 34 h 204"/>
                  <a:gd name="T8" fmla="*/ 126 w 136"/>
                  <a:gd name="T9" fmla="*/ 140 h 204"/>
                  <a:gd name="T10" fmla="*/ 109 w 136"/>
                  <a:gd name="T11" fmla="*/ 191 h 204"/>
                </a:gdLst>
                <a:ahLst/>
                <a:cxnLst>
                  <a:cxn ang="0">
                    <a:pos x="T0" y="T1"/>
                  </a:cxn>
                  <a:cxn ang="0">
                    <a:pos x="T2" y="T3"/>
                  </a:cxn>
                  <a:cxn ang="0">
                    <a:pos x="T4" y="T5"/>
                  </a:cxn>
                  <a:cxn ang="0">
                    <a:pos x="T6" y="T7"/>
                  </a:cxn>
                  <a:cxn ang="0">
                    <a:pos x="T8" y="T9"/>
                  </a:cxn>
                  <a:cxn ang="0">
                    <a:pos x="T10" y="T11"/>
                  </a:cxn>
                </a:cxnLst>
                <a:rect l="0" t="0" r="r" b="b"/>
                <a:pathLst>
                  <a:path w="136" h="204">
                    <a:moveTo>
                      <a:pt x="109" y="191"/>
                    </a:moveTo>
                    <a:cubicBezTo>
                      <a:pt x="35" y="204"/>
                      <a:pt x="35" y="204"/>
                      <a:pt x="35" y="204"/>
                    </a:cubicBezTo>
                    <a:cubicBezTo>
                      <a:pt x="0" y="0"/>
                      <a:pt x="0" y="0"/>
                      <a:pt x="0" y="0"/>
                    </a:cubicBezTo>
                    <a:cubicBezTo>
                      <a:pt x="14" y="13"/>
                      <a:pt x="43" y="30"/>
                      <a:pt x="97" y="34"/>
                    </a:cubicBezTo>
                    <a:cubicBezTo>
                      <a:pt x="106" y="70"/>
                      <a:pt x="118" y="110"/>
                      <a:pt x="126" y="140"/>
                    </a:cubicBezTo>
                    <a:cubicBezTo>
                      <a:pt x="136" y="177"/>
                      <a:pt x="109" y="191"/>
                      <a:pt x="109" y="1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148"/>
              <p:cNvSpPr>
                <a:spLocks/>
              </p:cNvSpPr>
              <p:nvPr/>
            </p:nvSpPr>
            <p:spPr bwMode="auto">
              <a:xfrm>
                <a:off x="4975225" y="4132263"/>
                <a:ext cx="46037" cy="111125"/>
              </a:xfrm>
              <a:custGeom>
                <a:avLst/>
                <a:gdLst>
                  <a:gd name="T0" fmla="*/ 27 w 51"/>
                  <a:gd name="T1" fmla="*/ 0 h 120"/>
                  <a:gd name="T2" fmla="*/ 51 w 51"/>
                  <a:gd name="T3" fmla="*/ 99 h 120"/>
                  <a:gd name="T4" fmla="*/ 0 w 51"/>
                  <a:gd name="T5" fmla="*/ 120 h 120"/>
                  <a:gd name="T6" fmla="*/ 24 w 51"/>
                  <a:gd name="T7" fmla="*/ 9 h 120"/>
                  <a:gd name="T8" fmla="*/ 27 w 51"/>
                  <a:gd name="T9" fmla="*/ 0 h 120"/>
                </a:gdLst>
                <a:ahLst/>
                <a:cxnLst>
                  <a:cxn ang="0">
                    <a:pos x="T0" y="T1"/>
                  </a:cxn>
                  <a:cxn ang="0">
                    <a:pos x="T2" y="T3"/>
                  </a:cxn>
                  <a:cxn ang="0">
                    <a:pos x="T4" y="T5"/>
                  </a:cxn>
                  <a:cxn ang="0">
                    <a:pos x="T6" y="T7"/>
                  </a:cxn>
                  <a:cxn ang="0">
                    <a:pos x="T8" y="T9"/>
                  </a:cxn>
                </a:cxnLst>
                <a:rect l="0" t="0" r="r" b="b"/>
                <a:pathLst>
                  <a:path w="51" h="120">
                    <a:moveTo>
                      <a:pt x="27" y="0"/>
                    </a:moveTo>
                    <a:cubicBezTo>
                      <a:pt x="23" y="27"/>
                      <a:pt x="27" y="62"/>
                      <a:pt x="51" y="99"/>
                    </a:cubicBezTo>
                    <a:cubicBezTo>
                      <a:pt x="0" y="120"/>
                      <a:pt x="0" y="120"/>
                      <a:pt x="0" y="120"/>
                    </a:cubicBezTo>
                    <a:cubicBezTo>
                      <a:pt x="13" y="60"/>
                      <a:pt x="24" y="11"/>
                      <a:pt x="24" y="9"/>
                    </a:cubicBezTo>
                    <a:cubicBezTo>
                      <a:pt x="25" y="6"/>
                      <a:pt x="26" y="3"/>
                      <a:pt x="2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149"/>
              <p:cNvSpPr>
                <a:spLocks/>
              </p:cNvSpPr>
              <p:nvPr/>
            </p:nvSpPr>
            <p:spPr bwMode="auto">
              <a:xfrm>
                <a:off x="4919663" y="4286250"/>
                <a:ext cx="261937" cy="322262"/>
              </a:xfrm>
              <a:custGeom>
                <a:avLst/>
                <a:gdLst>
                  <a:gd name="T0" fmla="*/ 39 w 284"/>
                  <a:gd name="T1" fmla="*/ 47 h 351"/>
                  <a:gd name="T2" fmla="*/ 49 w 284"/>
                  <a:gd name="T3" fmla="*/ 48 h 351"/>
                  <a:gd name="T4" fmla="*/ 65 w 284"/>
                  <a:gd name="T5" fmla="*/ 45 h 351"/>
                  <a:gd name="T6" fmla="*/ 181 w 284"/>
                  <a:gd name="T7" fmla="*/ 0 h 351"/>
                  <a:gd name="T8" fmla="*/ 181 w 284"/>
                  <a:gd name="T9" fmla="*/ 0 h 351"/>
                  <a:gd name="T10" fmla="*/ 246 w 284"/>
                  <a:gd name="T11" fmla="*/ 37 h 351"/>
                  <a:gd name="T12" fmla="*/ 268 w 284"/>
                  <a:gd name="T13" fmla="*/ 164 h 351"/>
                  <a:gd name="T14" fmla="*/ 228 w 284"/>
                  <a:gd name="T15" fmla="*/ 164 h 351"/>
                  <a:gd name="T16" fmla="*/ 275 w 284"/>
                  <a:gd name="T17" fmla="*/ 279 h 351"/>
                  <a:gd name="T18" fmla="*/ 250 w 284"/>
                  <a:gd name="T19" fmla="*/ 338 h 351"/>
                  <a:gd name="T20" fmla="*/ 191 w 284"/>
                  <a:gd name="T21" fmla="*/ 313 h 351"/>
                  <a:gd name="T22" fmla="*/ 140 w 284"/>
                  <a:gd name="T23" fmla="*/ 185 h 351"/>
                  <a:gd name="T24" fmla="*/ 93 w 284"/>
                  <a:gd name="T25" fmla="*/ 316 h 351"/>
                  <a:gd name="T26" fmla="*/ 35 w 284"/>
                  <a:gd name="T27" fmla="*/ 342 h 351"/>
                  <a:gd name="T28" fmla="*/ 8 w 284"/>
                  <a:gd name="T29" fmla="*/ 285 h 351"/>
                  <a:gd name="T30" fmla="*/ 52 w 284"/>
                  <a:gd name="T31" fmla="*/ 164 h 351"/>
                  <a:gd name="T32" fmla="*/ 13 w 284"/>
                  <a:gd name="T33" fmla="*/ 164 h 351"/>
                  <a:gd name="T34" fmla="*/ 39 w 284"/>
                  <a:gd name="T35" fmla="*/ 47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4" h="351">
                    <a:moveTo>
                      <a:pt x="39" y="47"/>
                    </a:moveTo>
                    <a:cubicBezTo>
                      <a:pt x="42" y="48"/>
                      <a:pt x="46" y="48"/>
                      <a:pt x="49" y="48"/>
                    </a:cubicBezTo>
                    <a:cubicBezTo>
                      <a:pt x="54" y="48"/>
                      <a:pt x="60" y="48"/>
                      <a:pt x="65" y="45"/>
                    </a:cubicBezTo>
                    <a:cubicBezTo>
                      <a:pt x="181" y="0"/>
                      <a:pt x="181" y="0"/>
                      <a:pt x="181" y="0"/>
                    </a:cubicBezTo>
                    <a:cubicBezTo>
                      <a:pt x="181" y="0"/>
                      <a:pt x="181" y="0"/>
                      <a:pt x="181" y="0"/>
                    </a:cubicBezTo>
                    <a:cubicBezTo>
                      <a:pt x="199" y="12"/>
                      <a:pt x="221" y="25"/>
                      <a:pt x="246" y="37"/>
                    </a:cubicBezTo>
                    <a:cubicBezTo>
                      <a:pt x="258" y="105"/>
                      <a:pt x="268" y="164"/>
                      <a:pt x="268" y="164"/>
                    </a:cubicBezTo>
                    <a:cubicBezTo>
                      <a:pt x="228" y="164"/>
                      <a:pt x="228" y="164"/>
                      <a:pt x="228" y="164"/>
                    </a:cubicBezTo>
                    <a:cubicBezTo>
                      <a:pt x="275" y="279"/>
                      <a:pt x="275" y="279"/>
                      <a:pt x="275" y="279"/>
                    </a:cubicBezTo>
                    <a:cubicBezTo>
                      <a:pt x="284" y="302"/>
                      <a:pt x="273" y="329"/>
                      <a:pt x="250" y="338"/>
                    </a:cubicBezTo>
                    <a:cubicBezTo>
                      <a:pt x="227" y="347"/>
                      <a:pt x="201" y="336"/>
                      <a:pt x="191" y="313"/>
                    </a:cubicBezTo>
                    <a:cubicBezTo>
                      <a:pt x="140" y="185"/>
                      <a:pt x="140" y="185"/>
                      <a:pt x="140" y="185"/>
                    </a:cubicBezTo>
                    <a:cubicBezTo>
                      <a:pt x="93" y="316"/>
                      <a:pt x="93" y="316"/>
                      <a:pt x="93" y="316"/>
                    </a:cubicBezTo>
                    <a:cubicBezTo>
                      <a:pt x="84" y="339"/>
                      <a:pt x="58" y="351"/>
                      <a:pt x="35" y="342"/>
                    </a:cubicBezTo>
                    <a:cubicBezTo>
                      <a:pt x="12" y="334"/>
                      <a:pt x="0" y="308"/>
                      <a:pt x="8" y="285"/>
                    </a:cubicBezTo>
                    <a:cubicBezTo>
                      <a:pt x="52" y="164"/>
                      <a:pt x="52" y="164"/>
                      <a:pt x="52" y="164"/>
                    </a:cubicBezTo>
                    <a:cubicBezTo>
                      <a:pt x="13" y="164"/>
                      <a:pt x="13" y="164"/>
                      <a:pt x="13" y="164"/>
                    </a:cubicBezTo>
                    <a:cubicBezTo>
                      <a:pt x="13" y="164"/>
                      <a:pt x="25" y="111"/>
                      <a:pt x="39"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Freeform 150"/>
              <p:cNvSpPr>
                <a:spLocks/>
              </p:cNvSpPr>
              <p:nvPr/>
            </p:nvSpPr>
            <p:spPr bwMode="auto">
              <a:xfrm>
                <a:off x="4929188" y="4092575"/>
                <a:ext cx="212725" cy="233362"/>
              </a:xfrm>
              <a:custGeom>
                <a:avLst/>
                <a:gdLst>
                  <a:gd name="T0" fmla="*/ 112 w 231"/>
                  <a:gd name="T1" fmla="*/ 105 h 253"/>
                  <a:gd name="T2" fmla="*/ 116 w 231"/>
                  <a:gd name="T3" fmla="*/ 4 h 253"/>
                  <a:gd name="T4" fmla="*/ 138 w 231"/>
                  <a:gd name="T5" fmla="*/ 0 h 253"/>
                  <a:gd name="T6" fmla="*/ 204 w 231"/>
                  <a:gd name="T7" fmla="*/ 58 h 253"/>
                  <a:gd name="T8" fmla="*/ 231 w 231"/>
                  <a:gd name="T9" fmla="*/ 216 h 253"/>
                  <a:gd name="T10" fmla="*/ 192 w 231"/>
                  <a:gd name="T11" fmla="*/ 192 h 253"/>
                  <a:gd name="T12" fmla="*/ 198 w 231"/>
                  <a:gd name="T13" fmla="*/ 161 h 253"/>
                  <a:gd name="T14" fmla="*/ 185 w 231"/>
                  <a:gd name="T15" fmla="*/ 67 h 253"/>
                  <a:gd name="T16" fmla="*/ 175 w 231"/>
                  <a:gd name="T17" fmla="*/ 59 h 253"/>
                  <a:gd name="T18" fmla="*/ 189 w 231"/>
                  <a:gd name="T19" fmla="*/ 163 h 253"/>
                  <a:gd name="T20" fmla="*/ 167 w 231"/>
                  <a:gd name="T21" fmla="*/ 201 h 253"/>
                  <a:gd name="T22" fmla="*/ 167 w 231"/>
                  <a:gd name="T23" fmla="*/ 201 h 253"/>
                  <a:gd name="T24" fmla="*/ 167 w 231"/>
                  <a:gd name="T25" fmla="*/ 201 h 253"/>
                  <a:gd name="T26" fmla="*/ 52 w 231"/>
                  <a:gd name="T27" fmla="*/ 247 h 253"/>
                  <a:gd name="T28" fmla="*/ 7 w 231"/>
                  <a:gd name="T29" fmla="*/ 227 h 253"/>
                  <a:gd name="T30" fmla="*/ 26 w 231"/>
                  <a:gd name="T31" fmla="*/ 182 h 253"/>
                  <a:gd name="T32" fmla="*/ 118 w 231"/>
                  <a:gd name="T33" fmla="*/ 146 h 253"/>
                  <a:gd name="T34" fmla="*/ 112 w 231"/>
                  <a:gd name="T35" fmla="*/ 105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1" h="253">
                    <a:moveTo>
                      <a:pt x="112" y="105"/>
                    </a:moveTo>
                    <a:cubicBezTo>
                      <a:pt x="97" y="75"/>
                      <a:pt x="94" y="40"/>
                      <a:pt x="116" y="4"/>
                    </a:cubicBezTo>
                    <a:cubicBezTo>
                      <a:pt x="123" y="1"/>
                      <a:pt x="130" y="0"/>
                      <a:pt x="138" y="0"/>
                    </a:cubicBezTo>
                    <a:cubicBezTo>
                      <a:pt x="172" y="0"/>
                      <a:pt x="200" y="25"/>
                      <a:pt x="204" y="58"/>
                    </a:cubicBezTo>
                    <a:cubicBezTo>
                      <a:pt x="204" y="59"/>
                      <a:pt x="217" y="137"/>
                      <a:pt x="231" y="216"/>
                    </a:cubicBezTo>
                    <a:cubicBezTo>
                      <a:pt x="231" y="216"/>
                      <a:pt x="214" y="207"/>
                      <a:pt x="192" y="192"/>
                    </a:cubicBezTo>
                    <a:cubicBezTo>
                      <a:pt x="198" y="183"/>
                      <a:pt x="200" y="172"/>
                      <a:pt x="198" y="161"/>
                    </a:cubicBezTo>
                    <a:cubicBezTo>
                      <a:pt x="185" y="67"/>
                      <a:pt x="185" y="67"/>
                      <a:pt x="185" y="67"/>
                    </a:cubicBezTo>
                    <a:cubicBezTo>
                      <a:pt x="185" y="62"/>
                      <a:pt x="180" y="58"/>
                      <a:pt x="175" y="59"/>
                    </a:cubicBezTo>
                    <a:cubicBezTo>
                      <a:pt x="177" y="79"/>
                      <a:pt x="189" y="163"/>
                      <a:pt x="189" y="163"/>
                    </a:cubicBezTo>
                    <a:cubicBezTo>
                      <a:pt x="192" y="179"/>
                      <a:pt x="183" y="195"/>
                      <a:pt x="167" y="201"/>
                    </a:cubicBezTo>
                    <a:cubicBezTo>
                      <a:pt x="167" y="201"/>
                      <a:pt x="167" y="201"/>
                      <a:pt x="167" y="201"/>
                    </a:cubicBezTo>
                    <a:cubicBezTo>
                      <a:pt x="167" y="201"/>
                      <a:pt x="167" y="201"/>
                      <a:pt x="167" y="201"/>
                    </a:cubicBezTo>
                    <a:cubicBezTo>
                      <a:pt x="52" y="247"/>
                      <a:pt x="52" y="247"/>
                      <a:pt x="52" y="247"/>
                    </a:cubicBezTo>
                    <a:cubicBezTo>
                      <a:pt x="34" y="253"/>
                      <a:pt x="14" y="245"/>
                      <a:pt x="7" y="227"/>
                    </a:cubicBezTo>
                    <a:cubicBezTo>
                      <a:pt x="0" y="209"/>
                      <a:pt x="9" y="189"/>
                      <a:pt x="26" y="182"/>
                    </a:cubicBezTo>
                    <a:cubicBezTo>
                      <a:pt x="118" y="146"/>
                      <a:pt x="118" y="146"/>
                      <a:pt x="118" y="146"/>
                    </a:cubicBezTo>
                    <a:cubicBezTo>
                      <a:pt x="118" y="146"/>
                      <a:pt x="115" y="125"/>
                      <a:pt x="112" y="10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235" name="组合 234"/>
          <p:cNvGrpSpPr/>
          <p:nvPr/>
        </p:nvGrpSpPr>
        <p:grpSpPr>
          <a:xfrm>
            <a:off x="436563" y="4910138"/>
            <a:ext cx="3871912" cy="1285875"/>
            <a:chOff x="436563" y="4910138"/>
            <a:chExt cx="3871912" cy="1285875"/>
          </a:xfrm>
          <a:solidFill>
            <a:schemeClr val="tx1">
              <a:lumMod val="65000"/>
              <a:lumOff val="35000"/>
            </a:schemeClr>
          </a:solidFill>
        </p:grpSpPr>
        <p:sp>
          <p:nvSpPr>
            <p:cNvPr id="236" name="Freeform 11"/>
            <p:cNvSpPr>
              <a:spLocks/>
            </p:cNvSpPr>
            <p:nvPr/>
          </p:nvSpPr>
          <p:spPr bwMode="auto">
            <a:xfrm>
              <a:off x="1738313" y="5953125"/>
              <a:ext cx="15875" cy="242887"/>
            </a:xfrm>
            <a:custGeom>
              <a:avLst/>
              <a:gdLst>
                <a:gd name="T0" fmla="*/ 0 w 17"/>
                <a:gd name="T1" fmla="*/ 255 h 264"/>
                <a:gd name="T2" fmla="*/ 8 w 17"/>
                <a:gd name="T3" fmla="*/ 264 h 264"/>
                <a:gd name="T4" fmla="*/ 17 w 17"/>
                <a:gd name="T5" fmla="*/ 255 h 264"/>
                <a:gd name="T6" fmla="*/ 17 w 17"/>
                <a:gd name="T7" fmla="*/ 0 h 264"/>
                <a:gd name="T8" fmla="*/ 0 w 17"/>
                <a:gd name="T9" fmla="*/ 0 h 264"/>
                <a:gd name="T10" fmla="*/ 0 w 17"/>
                <a:gd name="T11" fmla="*/ 255 h 264"/>
              </a:gdLst>
              <a:ahLst/>
              <a:cxnLst>
                <a:cxn ang="0">
                  <a:pos x="T0" y="T1"/>
                </a:cxn>
                <a:cxn ang="0">
                  <a:pos x="T2" y="T3"/>
                </a:cxn>
                <a:cxn ang="0">
                  <a:pos x="T4" y="T5"/>
                </a:cxn>
                <a:cxn ang="0">
                  <a:pos x="T6" y="T7"/>
                </a:cxn>
                <a:cxn ang="0">
                  <a:pos x="T8" y="T9"/>
                </a:cxn>
                <a:cxn ang="0">
                  <a:pos x="T10" y="T11"/>
                </a:cxn>
              </a:cxnLst>
              <a:rect l="0" t="0" r="r" b="b"/>
              <a:pathLst>
                <a:path w="17" h="264">
                  <a:moveTo>
                    <a:pt x="0" y="255"/>
                  </a:moveTo>
                  <a:cubicBezTo>
                    <a:pt x="0" y="260"/>
                    <a:pt x="3" y="264"/>
                    <a:pt x="8" y="264"/>
                  </a:cubicBezTo>
                  <a:cubicBezTo>
                    <a:pt x="13" y="264"/>
                    <a:pt x="17" y="260"/>
                    <a:pt x="17" y="255"/>
                  </a:cubicBezTo>
                  <a:cubicBezTo>
                    <a:pt x="17" y="255"/>
                    <a:pt x="17" y="0"/>
                    <a:pt x="17" y="0"/>
                  </a:cubicBezTo>
                  <a:cubicBezTo>
                    <a:pt x="0" y="0"/>
                    <a:pt x="0" y="0"/>
                    <a:pt x="0" y="0"/>
                  </a:cubicBezTo>
                  <a:cubicBezTo>
                    <a:pt x="0" y="0"/>
                    <a:pt x="0" y="255"/>
                    <a:pt x="0"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Freeform 12"/>
            <p:cNvSpPr>
              <a:spLocks/>
            </p:cNvSpPr>
            <p:nvPr/>
          </p:nvSpPr>
          <p:spPr bwMode="auto">
            <a:xfrm>
              <a:off x="1214438" y="5953125"/>
              <a:ext cx="15875" cy="242887"/>
            </a:xfrm>
            <a:custGeom>
              <a:avLst/>
              <a:gdLst>
                <a:gd name="T0" fmla="*/ 0 w 17"/>
                <a:gd name="T1" fmla="*/ 255 h 264"/>
                <a:gd name="T2" fmla="*/ 9 w 17"/>
                <a:gd name="T3" fmla="*/ 264 h 264"/>
                <a:gd name="T4" fmla="*/ 17 w 17"/>
                <a:gd name="T5" fmla="*/ 255 h 264"/>
                <a:gd name="T6" fmla="*/ 17 w 17"/>
                <a:gd name="T7" fmla="*/ 0 h 264"/>
                <a:gd name="T8" fmla="*/ 0 w 17"/>
                <a:gd name="T9" fmla="*/ 0 h 264"/>
                <a:gd name="T10" fmla="*/ 0 w 17"/>
                <a:gd name="T11" fmla="*/ 255 h 264"/>
              </a:gdLst>
              <a:ahLst/>
              <a:cxnLst>
                <a:cxn ang="0">
                  <a:pos x="T0" y="T1"/>
                </a:cxn>
                <a:cxn ang="0">
                  <a:pos x="T2" y="T3"/>
                </a:cxn>
                <a:cxn ang="0">
                  <a:pos x="T4" y="T5"/>
                </a:cxn>
                <a:cxn ang="0">
                  <a:pos x="T6" y="T7"/>
                </a:cxn>
                <a:cxn ang="0">
                  <a:pos x="T8" y="T9"/>
                </a:cxn>
                <a:cxn ang="0">
                  <a:pos x="T10" y="T11"/>
                </a:cxn>
              </a:cxnLst>
              <a:rect l="0" t="0" r="r" b="b"/>
              <a:pathLst>
                <a:path w="17" h="264">
                  <a:moveTo>
                    <a:pt x="0" y="255"/>
                  </a:moveTo>
                  <a:cubicBezTo>
                    <a:pt x="0" y="260"/>
                    <a:pt x="4" y="264"/>
                    <a:pt x="9" y="264"/>
                  </a:cubicBezTo>
                  <a:cubicBezTo>
                    <a:pt x="13" y="264"/>
                    <a:pt x="17" y="260"/>
                    <a:pt x="17" y="255"/>
                  </a:cubicBezTo>
                  <a:cubicBezTo>
                    <a:pt x="17" y="255"/>
                    <a:pt x="17" y="0"/>
                    <a:pt x="17" y="0"/>
                  </a:cubicBezTo>
                  <a:cubicBezTo>
                    <a:pt x="0" y="0"/>
                    <a:pt x="0" y="0"/>
                    <a:pt x="0" y="0"/>
                  </a:cubicBezTo>
                  <a:cubicBezTo>
                    <a:pt x="0" y="0"/>
                    <a:pt x="0" y="255"/>
                    <a:pt x="0"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13"/>
            <p:cNvSpPr>
              <a:spLocks/>
            </p:cNvSpPr>
            <p:nvPr/>
          </p:nvSpPr>
          <p:spPr bwMode="auto">
            <a:xfrm>
              <a:off x="1368425" y="6040438"/>
              <a:ext cx="12700" cy="155575"/>
            </a:xfrm>
            <a:custGeom>
              <a:avLst/>
              <a:gdLst>
                <a:gd name="T0" fmla="*/ 0 w 14"/>
                <a:gd name="T1" fmla="*/ 162 h 169"/>
                <a:gd name="T2" fmla="*/ 7 w 14"/>
                <a:gd name="T3" fmla="*/ 169 h 169"/>
                <a:gd name="T4" fmla="*/ 14 w 14"/>
                <a:gd name="T5" fmla="*/ 162 h 169"/>
                <a:gd name="T6" fmla="*/ 14 w 14"/>
                <a:gd name="T7" fmla="*/ 0 h 169"/>
                <a:gd name="T8" fmla="*/ 0 w 14"/>
                <a:gd name="T9" fmla="*/ 0 h 169"/>
                <a:gd name="T10" fmla="*/ 0 w 14"/>
                <a:gd name="T11" fmla="*/ 162 h 169"/>
              </a:gdLst>
              <a:ahLst/>
              <a:cxnLst>
                <a:cxn ang="0">
                  <a:pos x="T0" y="T1"/>
                </a:cxn>
                <a:cxn ang="0">
                  <a:pos x="T2" y="T3"/>
                </a:cxn>
                <a:cxn ang="0">
                  <a:pos x="T4" y="T5"/>
                </a:cxn>
                <a:cxn ang="0">
                  <a:pos x="T6" y="T7"/>
                </a:cxn>
                <a:cxn ang="0">
                  <a:pos x="T8" y="T9"/>
                </a:cxn>
                <a:cxn ang="0">
                  <a:pos x="T10" y="T11"/>
                </a:cxn>
              </a:cxnLst>
              <a:rect l="0" t="0" r="r" b="b"/>
              <a:pathLst>
                <a:path w="14" h="169">
                  <a:moveTo>
                    <a:pt x="0" y="162"/>
                  </a:moveTo>
                  <a:cubicBezTo>
                    <a:pt x="0" y="166"/>
                    <a:pt x="3" y="169"/>
                    <a:pt x="7" y="169"/>
                  </a:cubicBezTo>
                  <a:cubicBezTo>
                    <a:pt x="10" y="169"/>
                    <a:pt x="14" y="166"/>
                    <a:pt x="14" y="162"/>
                  </a:cubicBezTo>
                  <a:cubicBezTo>
                    <a:pt x="14" y="0"/>
                    <a:pt x="14" y="0"/>
                    <a:pt x="14" y="0"/>
                  </a:cubicBezTo>
                  <a:cubicBezTo>
                    <a:pt x="0" y="0"/>
                    <a:pt x="0" y="0"/>
                    <a:pt x="0" y="0"/>
                  </a:cubicBezTo>
                  <a:lnTo>
                    <a:pt x="0" y="1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14"/>
            <p:cNvSpPr>
              <a:spLocks/>
            </p:cNvSpPr>
            <p:nvPr/>
          </p:nvSpPr>
          <p:spPr bwMode="auto">
            <a:xfrm>
              <a:off x="1385888" y="5421313"/>
              <a:ext cx="177800" cy="273050"/>
            </a:xfrm>
            <a:custGeom>
              <a:avLst/>
              <a:gdLst>
                <a:gd name="T0" fmla="*/ 97 w 193"/>
                <a:gd name="T1" fmla="*/ 297 h 297"/>
                <a:gd name="T2" fmla="*/ 193 w 193"/>
                <a:gd name="T3" fmla="*/ 201 h 297"/>
                <a:gd name="T4" fmla="*/ 105 w 193"/>
                <a:gd name="T5" fmla="*/ 105 h 297"/>
                <a:gd name="T6" fmla="*/ 127 w 193"/>
                <a:gd name="T7" fmla="*/ 63 h 297"/>
                <a:gd name="T8" fmla="*/ 169 w 193"/>
                <a:gd name="T9" fmla="*/ 46 h 297"/>
                <a:gd name="T10" fmla="*/ 75 w 193"/>
                <a:gd name="T11" fmla="*/ 39 h 297"/>
                <a:gd name="T12" fmla="*/ 92 w 193"/>
                <a:gd name="T13" fmla="*/ 105 h 297"/>
                <a:gd name="T14" fmla="*/ 0 w 193"/>
                <a:gd name="T15" fmla="*/ 201 h 297"/>
                <a:gd name="T16" fmla="*/ 97 w 193"/>
                <a:gd name="T17" fmla="*/ 297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297">
                  <a:moveTo>
                    <a:pt x="97" y="297"/>
                  </a:moveTo>
                  <a:cubicBezTo>
                    <a:pt x="150" y="297"/>
                    <a:pt x="193" y="254"/>
                    <a:pt x="193" y="201"/>
                  </a:cubicBezTo>
                  <a:cubicBezTo>
                    <a:pt x="193" y="151"/>
                    <a:pt x="155" y="109"/>
                    <a:pt x="105" y="105"/>
                  </a:cubicBezTo>
                  <a:cubicBezTo>
                    <a:pt x="106" y="84"/>
                    <a:pt x="119" y="71"/>
                    <a:pt x="127" y="63"/>
                  </a:cubicBezTo>
                  <a:cubicBezTo>
                    <a:pt x="139" y="51"/>
                    <a:pt x="154" y="45"/>
                    <a:pt x="169" y="46"/>
                  </a:cubicBezTo>
                  <a:cubicBezTo>
                    <a:pt x="142" y="15"/>
                    <a:pt x="95" y="0"/>
                    <a:pt x="75" y="39"/>
                  </a:cubicBezTo>
                  <a:cubicBezTo>
                    <a:pt x="61" y="64"/>
                    <a:pt x="78" y="90"/>
                    <a:pt x="92" y="105"/>
                  </a:cubicBezTo>
                  <a:cubicBezTo>
                    <a:pt x="41" y="107"/>
                    <a:pt x="0" y="149"/>
                    <a:pt x="0" y="201"/>
                  </a:cubicBezTo>
                  <a:cubicBezTo>
                    <a:pt x="0" y="254"/>
                    <a:pt x="44" y="297"/>
                    <a:pt x="97" y="29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15"/>
            <p:cNvSpPr>
              <a:spLocks noEditPoints="1"/>
            </p:cNvSpPr>
            <p:nvPr/>
          </p:nvSpPr>
          <p:spPr bwMode="auto">
            <a:xfrm>
              <a:off x="1293813" y="5707063"/>
              <a:ext cx="377825" cy="196850"/>
            </a:xfrm>
            <a:custGeom>
              <a:avLst/>
              <a:gdLst>
                <a:gd name="T0" fmla="*/ 31 w 411"/>
                <a:gd name="T1" fmla="*/ 214 h 214"/>
                <a:gd name="T2" fmla="*/ 133 w 411"/>
                <a:gd name="T3" fmla="*/ 214 h 214"/>
                <a:gd name="T4" fmla="*/ 168 w 411"/>
                <a:gd name="T5" fmla="*/ 179 h 214"/>
                <a:gd name="T6" fmla="*/ 133 w 411"/>
                <a:gd name="T7" fmla="*/ 145 h 214"/>
                <a:gd name="T8" fmla="*/ 57 w 411"/>
                <a:gd name="T9" fmla="*/ 145 h 214"/>
                <a:gd name="T10" fmla="*/ 67 w 411"/>
                <a:gd name="T11" fmla="*/ 135 h 214"/>
                <a:gd name="T12" fmla="*/ 83 w 411"/>
                <a:gd name="T13" fmla="*/ 135 h 214"/>
                <a:gd name="T14" fmla="*/ 95 w 411"/>
                <a:gd name="T15" fmla="*/ 79 h 214"/>
                <a:gd name="T16" fmla="*/ 95 w 411"/>
                <a:gd name="T17" fmla="*/ 80 h 214"/>
                <a:gd name="T18" fmla="*/ 102 w 411"/>
                <a:gd name="T19" fmla="*/ 74 h 214"/>
                <a:gd name="T20" fmla="*/ 109 w 411"/>
                <a:gd name="T21" fmla="*/ 81 h 214"/>
                <a:gd name="T22" fmla="*/ 97 w 411"/>
                <a:gd name="T23" fmla="*/ 135 h 214"/>
                <a:gd name="T24" fmla="*/ 133 w 411"/>
                <a:gd name="T25" fmla="*/ 135 h 214"/>
                <a:gd name="T26" fmla="*/ 178 w 411"/>
                <a:gd name="T27" fmla="*/ 179 h 214"/>
                <a:gd name="T28" fmla="*/ 162 w 411"/>
                <a:gd name="T29" fmla="*/ 213 h 214"/>
                <a:gd name="T30" fmla="*/ 211 w 411"/>
                <a:gd name="T31" fmla="*/ 213 h 214"/>
                <a:gd name="T32" fmla="*/ 195 w 411"/>
                <a:gd name="T33" fmla="*/ 179 h 214"/>
                <a:gd name="T34" fmla="*/ 228 w 411"/>
                <a:gd name="T35" fmla="*/ 137 h 214"/>
                <a:gd name="T36" fmla="*/ 240 w 411"/>
                <a:gd name="T37" fmla="*/ 85 h 214"/>
                <a:gd name="T38" fmla="*/ 259 w 411"/>
                <a:gd name="T39" fmla="*/ 90 h 214"/>
                <a:gd name="T40" fmla="*/ 249 w 411"/>
                <a:gd name="T41" fmla="*/ 135 h 214"/>
                <a:gd name="T42" fmla="*/ 313 w 411"/>
                <a:gd name="T43" fmla="*/ 135 h 214"/>
                <a:gd name="T44" fmla="*/ 302 w 411"/>
                <a:gd name="T45" fmla="*/ 81 h 214"/>
                <a:gd name="T46" fmla="*/ 302 w 411"/>
                <a:gd name="T47" fmla="*/ 81 h 214"/>
                <a:gd name="T48" fmla="*/ 309 w 411"/>
                <a:gd name="T49" fmla="*/ 74 h 214"/>
                <a:gd name="T50" fmla="*/ 316 w 411"/>
                <a:gd name="T51" fmla="*/ 80 h 214"/>
                <a:gd name="T52" fmla="*/ 316 w 411"/>
                <a:gd name="T53" fmla="*/ 79 h 214"/>
                <a:gd name="T54" fmla="*/ 328 w 411"/>
                <a:gd name="T55" fmla="*/ 135 h 214"/>
                <a:gd name="T56" fmla="*/ 345 w 411"/>
                <a:gd name="T57" fmla="*/ 135 h 214"/>
                <a:gd name="T58" fmla="*/ 354 w 411"/>
                <a:gd name="T59" fmla="*/ 145 h 214"/>
                <a:gd name="T60" fmla="*/ 239 w 411"/>
                <a:gd name="T61" fmla="*/ 145 h 214"/>
                <a:gd name="T62" fmla="*/ 205 w 411"/>
                <a:gd name="T63" fmla="*/ 179 h 214"/>
                <a:gd name="T64" fmla="*/ 239 w 411"/>
                <a:gd name="T65" fmla="*/ 214 h 214"/>
                <a:gd name="T66" fmla="*/ 239 w 411"/>
                <a:gd name="T67" fmla="*/ 214 h 214"/>
                <a:gd name="T68" fmla="*/ 373 w 411"/>
                <a:gd name="T69" fmla="*/ 214 h 214"/>
                <a:gd name="T70" fmla="*/ 381 w 411"/>
                <a:gd name="T71" fmla="*/ 213 h 214"/>
                <a:gd name="T72" fmla="*/ 407 w 411"/>
                <a:gd name="T73" fmla="*/ 172 h 214"/>
                <a:gd name="T74" fmla="*/ 407 w 411"/>
                <a:gd name="T75" fmla="*/ 172 h 214"/>
                <a:gd name="T76" fmla="*/ 383 w 411"/>
                <a:gd name="T77" fmla="*/ 60 h 214"/>
                <a:gd name="T78" fmla="*/ 383 w 411"/>
                <a:gd name="T79" fmla="*/ 60 h 214"/>
                <a:gd name="T80" fmla="*/ 382 w 411"/>
                <a:gd name="T81" fmla="*/ 59 h 214"/>
                <a:gd name="T82" fmla="*/ 319 w 411"/>
                <a:gd name="T83" fmla="*/ 1 h 214"/>
                <a:gd name="T84" fmla="*/ 319 w 411"/>
                <a:gd name="T85" fmla="*/ 0 h 214"/>
                <a:gd name="T86" fmla="*/ 109 w 411"/>
                <a:gd name="T87" fmla="*/ 0 h 214"/>
                <a:gd name="T88" fmla="*/ 97 w 411"/>
                <a:gd name="T89" fmla="*/ 0 h 214"/>
                <a:gd name="T90" fmla="*/ 29 w 411"/>
                <a:gd name="T91" fmla="*/ 59 h 214"/>
                <a:gd name="T92" fmla="*/ 29 w 411"/>
                <a:gd name="T93" fmla="*/ 60 h 214"/>
                <a:gd name="T94" fmla="*/ 4 w 411"/>
                <a:gd name="T95" fmla="*/ 172 h 214"/>
                <a:gd name="T96" fmla="*/ 4 w 411"/>
                <a:gd name="T97" fmla="*/ 172 h 214"/>
                <a:gd name="T98" fmla="*/ 31 w 411"/>
                <a:gd name="T99" fmla="*/ 214 h 214"/>
                <a:gd name="T100" fmla="*/ 247 w 411"/>
                <a:gd name="T101" fmla="*/ 56 h 214"/>
                <a:gd name="T102" fmla="*/ 258 w 411"/>
                <a:gd name="T103" fmla="*/ 49 h 214"/>
                <a:gd name="T104" fmla="*/ 265 w 411"/>
                <a:gd name="T105" fmla="*/ 61 h 214"/>
                <a:gd name="T106" fmla="*/ 263 w 411"/>
                <a:gd name="T107" fmla="*/ 72 h 214"/>
                <a:gd name="T108" fmla="*/ 244 w 411"/>
                <a:gd name="T109" fmla="*/ 67 h 214"/>
                <a:gd name="T110" fmla="*/ 247 w 411"/>
                <a:gd name="T111" fmla="*/ 56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11" h="214">
                  <a:moveTo>
                    <a:pt x="31" y="214"/>
                  </a:moveTo>
                  <a:cubicBezTo>
                    <a:pt x="38" y="214"/>
                    <a:pt x="133" y="214"/>
                    <a:pt x="133" y="214"/>
                  </a:cubicBezTo>
                  <a:cubicBezTo>
                    <a:pt x="153" y="214"/>
                    <a:pt x="168" y="198"/>
                    <a:pt x="168" y="179"/>
                  </a:cubicBezTo>
                  <a:cubicBezTo>
                    <a:pt x="168" y="160"/>
                    <a:pt x="153" y="145"/>
                    <a:pt x="133" y="145"/>
                  </a:cubicBezTo>
                  <a:cubicBezTo>
                    <a:pt x="57" y="145"/>
                    <a:pt x="57" y="145"/>
                    <a:pt x="57" y="145"/>
                  </a:cubicBezTo>
                  <a:cubicBezTo>
                    <a:pt x="57" y="140"/>
                    <a:pt x="61" y="135"/>
                    <a:pt x="67" y="135"/>
                  </a:cubicBezTo>
                  <a:cubicBezTo>
                    <a:pt x="83" y="135"/>
                    <a:pt x="83" y="135"/>
                    <a:pt x="83" y="135"/>
                  </a:cubicBezTo>
                  <a:cubicBezTo>
                    <a:pt x="95" y="79"/>
                    <a:pt x="95" y="79"/>
                    <a:pt x="95" y="79"/>
                  </a:cubicBezTo>
                  <a:cubicBezTo>
                    <a:pt x="95" y="80"/>
                    <a:pt x="95" y="80"/>
                    <a:pt x="95" y="80"/>
                  </a:cubicBezTo>
                  <a:cubicBezTo>
                    <a:pt x="96" y="76"/>
                    <a:pt x="99" y="74"/>
                    <a:pt x="102" y="74"/>
                  </a:cubicBezTo>
                  <a:cubicBezTo>
                    <a:pt x="106" y="74"/>
                    <a:pt x="109" y="77"/>
                    <a:pt x="109" y="81"/>
                  </a:cubicBezTo>
                  <a:cubicBezTo>
                    <a:pt x="109" y="82"/>
                    <a:pt x="97" y="135"/>
                    <a:pt x="97" y="135"/>
                  </a:cubicBezTo>
                  <a:cubicBezTo>
                    <a:pt x="133" y="135"/>
                    <a:pt x="133" y="135"/>
                    <a:pt x="133" y="135"/>
                  </a:cubicBezTo>
                  <a:cubicBezTo>
                    <a:pt x="158" y="135"/>
                    <a:pt x="178" y="155"/>
                    <a:pt x="178" y="179"/>
                  </a:cubicBezTo>
                  <a:cubicBezTo>
                    <a:pt x="178" y="193"/>
                    <a:pt x="171" y="205"/>
                    <a:pt x="162" y="213"/>
                  </a:cubicBezTo>
                  <a:cubicBezTo>
                    <a:pt x="211" y="213"/>
                    <a:pt x="211" y="213"/>
                    <a:pt x="211" y="213"/>
                  </a:cubicBezTo>
                  <a:cubicBezTo>
                    <a:pt x="202" y="205"/>
                    <a:pt x="195" y="193"/>
                    <a:pt x="195" y="179"/>
                  </a:cubicBezTo>
                  <a:cubicBezTo>
                    <a:pt x="195" y="159"/>
                    <a:pt x="209" y="142"/>
                    <a:pt x="228" y="137"/>
                  </a:cubicBezTo>
                  <a:cubicBezTo>
                    <a:pt x="240" y="85"/>
                    <a:pt x="240" y="85"/>
                    <a:pt x="240" y="85"/>
                  </a:cubicBezTo>
                  <a:cubicBezTo>
                    <a:pt x="259" y="90"/>
                    <a:pt x="259" y="90"/>
                    <a:pt x="259" y="90"/>
                  </a:cubicBezTo>
                  <a:cubicBezTo>
                    <a:pt x="249" y="135"/>
                    <a:pt x="249" y="135"/>
                    <a:pt x="249" y="135"/>
                  </a:cubicBezTo>
                  <a:cubicBezTo>
                    <a:pt x="313" y="135"/>
                    <a:pt x="313" y="135"/>
                    <a:pt x="313" y="135"/>
                  </a:cubicBezTo>
                  <a:cubicBezTo>
                    <a:pt x="313" y="135"/>
                    <a:pt x="302" y="82"/>
                    <a:pt x="302" y="81"/>
                  </a:cubicBezTo>
                  <a:cubicBezTo>
                    <a:pt x="302" y="81"/>
                    <a:pt x="302" y="81"/>
                    <a:pt x="302" y="81"/>
                  </a:cubicBezTo>
                  <a:cubicBezTo>
                    <a:pt x="303" y="77"/>
                    <a:pt x="306" y="74"/>
                    <a:pt x="309" y="74"/>
                  </a:cubicBezTo>
                  <a:cubicBezTo>
                    <a:pt x="313" y="74"/>
                    <a:pt x="315" y="76"/>
                    <a:pt x="316" y="80"/>
                  </a:cubicBezTo>
                  <a:cubicBezTo>
                    <a:pt x="316" y="79"/>
                    <a:pt x="316" y="79"/>
                    <a:pt x="316" y="79"/>
                  </a:cubicBezTo>
                  <a:cubicBezTo>
                    <a:pt x="328" y="135"/>
                    <a:pt x="328" y="135"/>
                    <a:pt x="328" y="135"/>
                  </a:cubicBezTo>
                  <a:cubicBezTo>
                    <a:pt x="345" y="135"/>
                    <a:pt x="345" y="135"/>
                    <a:pt x="345" y="135"/>
                  </a:cubicBezTo>
                  <a:cubicBezTo>
                    <a:pt x="350" y="135"/>
                    <a:pt x="354" y="140"/>
                    <a:pt x="354" y="145"/>
                  </a:cubicBezTo>
                  <a:cubicBezTo>
                    <a:pt x="239" y="145"/>
                    <a:pt x="239" y="145"/>
                    <a:pt x="239" y="145"/>
                  </a:cubicBezTo>
                  <a:cubicBezTo>
                    <a:pt x="220" y="145"/>
                    <a:pt x="205" y="160"/>
                    <a:pt x="205" y="179"/>
                  </a:cubicBezTo>
                  <a:cubicBezTo>
                    <a:pt x="205" y="198"/>
                    <a:pt x="220" y="214"/>
                    <a:pt x="239" y="214"/>
                  </a:cubicBezTo>
                  <a:cubicBezTo>
                    <a:pt x="239" y="214"/>
                    <a:pt x="239" y="214"/>
                    <a:pt x="239" y="214"/>
                  </a:cubicBezTo>
                  <a:cubicBezTo>
                    <a:pt x="373" y="214"/>
                    <a:pt x="373" y="214"/>
                    <a:pt x="373" y="214"/>
                  </a:cubicBezTo>
                  <a:cubicBezTo>
                    <a:pt x="373" y="214"/>
                    <a:pt x="378" y="214"/>
                    <a:pt x="381" y="213"/>
                  </a:cubicBezTo>
                  <a:cubicBezTo>
                    <a:pt x="399" y="209"/>
                    <a:pt x="411" y="191"/>
                    <a:pt x="407" y="172"/>
                  </a:cubicBezTo>
                  <a:cubicBezTo>
                    <a:pt x="407" y="172"/>
                    <a:pt x="407" y="172"/>
                    <a:pt x="407" y="172"/>
                  </a:cubicBezTo>
                  <a:cubicBezTo>
                    <a:pt x="383" y="60"/>
                    <a:pt x="383" y="60"/>
                    <a:pt x="383" y="60"/>
                  </a:cubicBezTo>
                  <a:cubicBezTo>
                    <a:pt x="383" y="60"/>
                    <a:pt x="383" y="60"/>
                    <a:pt x="383" y="60"/>
                  </a:cubicBezTo>
                  <a:cubicBezTo>
                    <a:pt x="382" y="60"/>
                    <a:pt x="382" y="59"/>
                    <a:pt x="382" y="59"/>
                  </a:cubicBezTo>
                  <a:cubicBezTo>
                    <a:pt x="377" y="28"/>
                    <a:pt x="351" y="3"/>
                    <a:pt x="319" y="1"/>
                  </a:cubicBezTo>
                  <a:cubicBezTo>
                    <a:pt x="319" y="0"/>
                    <a:pt x="319" y="0"/>
                    <a:pt x="319" y="0"/>
                  </a:cubicBezTo>
                  <a:cubicBezTo>
                    <a:pt x="109" y="0"/>
                    <a:pt x="109" y="0"/>
                    <a:pt x="109" y="0"/>
                  </a:cubicBezTo>
                  <a:cubicBezTo>
                    <a:pt x="97" y="0"/>
                    <a:pt x="97" y="0"/>
                    <a:pt x="97" y="0"/>
                  </a:cubicBezTo>
                  <a:cubicBezTo>
                    <a:pt x="63" y="0"/>
                    <a:pt x="34" y="26"/>
                    <a:pt x="29" y="59"/>
                  </a:cubicBezTo>
                  <a:cubicBezTo>
                    <a:pt x="29" y="59"/>
                    <a:pt x="29" y="60"/>
                    <a:pt x="29" y="60"/>
                  </a:cubicBezTo>
                  <a:cubicBezTo>
                    <a:pt x="4" y="172"/>
                    <a:pt x="4" y="172"/>
                    <a:pt x="4" y="172"/>
                  </a:cubicBezTo>
                  <a:cubicBezTo>
                    <a:pt x="4" y="172"/>
                    <a:pt x="4" y="172"/>
                    <a:pt x="4" y="172"/>
                  </a:cubicBezTo>
                  <a:cubicBezTo>
                    <a:pt x="0" y="191"/>
                    <a:pt x="11" y="214"/>
                    <a:pt x="31" y="214"/>
                  </a:cubicBezTo>
                  <a:close/>
                  <a:moveTo>
                    <a:pt x="247" y="56"/>
                  </a:moveTo>
                  <a:cubicBezTo>
                    <a:pt x="248" y="51"/>
                    <a:pt x="253" y="48"/>
                    <a:pt x="258" y="49"/>
                  </a:cubicBezTo>
                  <a:cubicBezTo>
                    <a:pt x="263" y="50"/>
                    <a:pt x="267" y="56"/>
                    <a:pt x="265" y="61"/>
                  </a:cubicBezTo>
                  <a:cubicBezTo>
                    <a:pt x="263" y="72"/>
                    <a:pt x="263" y="72"/>
                    <a:pt x="263" y="72"/>
                  </a:cubicBezTo>
                  <a:cubicBezTo>
                    <a:pt x="244" y="67"/>
                    <a:pt x="244" y="67"/>
                    <a:pt x="244" y="67"/>
                  </a:cubicBezTo>
                  <a:lnTo>
                    <a:pt x="247" y="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16"/>
            <p:cNvSpPr>
              <a:spLocks/>
            </p:cNvSpPr>
            <p:nvPr/>
          </p:nvSpPr>
          <p:spPr bwMode="auto">
            <a:xfrm>
              <a:off x="1319213" y="5953125"/>
              <a:ext cx="327025" cy="242887"/>
            </a:xfrm>
            <a:custGeom>
              <a:avLst/>
              <a:gdLst>
                <a:gd name="T0" fmla="*/ 25 w 355"/>
                <a:gd name="T1" fmla="*/ 0 h 265"/>
                <a:gd name="T2" fmla="*/ 0 w 355"/>
                <a:gd name="T3" fmla="*/ 82 h 265"/>
                <a:gd name="T4" fmla="*/ 53 w 355"/>
                <a:gd name="T5" fmla="*/ 82 h 265"/>
                <a:gd name="T6" fmla="*/ 67 w 355"/>
                <a:gd name="T7" fmla="*/ 82 h 265"/>
                <a:gd name="T8" fmla="*/ 76 w 355"/>
                <a:gd name="T9" fmla="*/ 82 h 265"/>
                <a:gd name="T10" fmla="*/ 80 w 355"/>
                <a:gd name="T11" fmla="*/ 82 h 265"/>
                <a:gd name="T12" fmla="*/ 80 w 355"/>
                <a:gd name="T13" fmla="*/ 220 h 265"/>
                <a:gd name="T14" fmla="*/ 125 w 355"/>
                <a:gd name="T15" fmla="*/ 265 h 265"/>
                <a:gd name="T16" fmla="*/ 170 w 355"/>
                <a:gd name="T17" fmla="*/ 220 h 265"/>
                <a:gd name="T18" fmla="*/ 170 w 355"/>
                <a:gd name="T19" fmla="*/ 82 h 265"/>
                <a:gd name="T20" fmla="*/ 184 w 355"/>
                <a:gd name="T21" fmla="*/ 82 h 265"/>
                <a:gd name="T22" fmla="*/ 184 w 355"/>
                <a:gd name="T23" fmla="*/ 220 h 265"/>
                <a:gd name="T24" fmla="*/ 229 w 355"/>
                <a:gd name="T25" fmla="*/ 265 h 265"/>
                <a:gd name="T26" fmla="*/ 274 w 355"/>
                <a:gd name="T27" fmla="*/ 220 h 265"/>
                <a:gd name="T28" fmla="*/ 274 w 355"/>
                <a:gd name="T29" fmla="*/ 82 h 265"/>
                <a:gd name="T30" fmla="*/ 283 w 355"/>
                <a:gd name="T31" fmla="*/ 82 h 265"/>
                <a:gd name="T32" fmla="*/ 287 w 355"/>
                <a:gd name="T33" fmla="*/ 82 h 265"/>
                <a:gd name="T34" fmla="*/ 301 w 355"/>
                <a:gd name="T35" fmla="*/ 82 h 265"/>
                <a:gd name="T36" fmla="*/ 355 w 355"/>
                <a:gd name="T37" fmla="*/ 82 h 265"/>
                <a:gd name="T38" fmla="*/ 331 w 355"/>
                <a:gd name="T39" fmla="*/ 0 h 265"/>
                <a:gd name="T40" fmla="*/ 25 w 355"/>
                <a:gd name="T41" fmla="*/ 0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5" h="265">
                  <a:moveTo>
                    <a:pt x="25" y="0"/>
                  </a:moveTo>
                  <a:cubicBezTo>
                    <a:pt x="0" y="82"/>
                    <a:pt x="0" y="82"/>
                    <a:pt x="0" y="82"/>
                  </a:cubicBezTo>
                  <a:cubicBezTo>
                    <a:pt x="53" y="82"/>
                    <a:pt x="53" y="82"/>
                    <a:pt x="53" y="82"/>
                  </a:cubicBezTo>
                  <a:cubicBezTo>
                    <a:pt x="67" y="82"/>
                    <a:pt x="67" y="82"/>
                    <a:pt x="67" y="82"/>
                  </a:cubicBezTo>
                  <a:cubicBezTo>
                    <a:pt x="76" y="82"/>
                    <a:pt x="76" y="82"/>
                    <a:pt x="76" y="82"/>
                  </a:cubicBezTo>
                  <a:cubicBezTo>
                    <a:pt x="80" y="82"/>
                    <a:pt x="80" y="82"/>
                    <a:pt x="80" y="82"/>
                  </a:cubicBezTo>
                  <a:cubicBezTo>
                    <a:pt x="80" y="220"/>
                    <a:pt x="80" y="220"/>
                    <a:pt x="80" y="220"/>
                  </a:cubicBezTo>
                  <a:cubicBezTo>
                    <a:pt x="80" y="245"/>
                    <a:pt x="100" y="265"/>
                    <a:pt x="125" y="265"/>
                  </a:cubicBezTo>
                  <a:cubicBezTo>
                    <a:pt x="150" y="265"/>
                    <a:pt x="170" y="245"/>
                    <a:pt x="170" y="220"/>
                  </a:cubicBezTo>
                  <a:cubicBezTo>
                    <a:pt x="170" y="82"/>
                    <a:pt x="170" y="82"/>
                    <a:pt x="170" y="82"/>
                  </a:cubicBezTo>
                  <a:cubicBezTo>
                    <a:pt x="184" y="82"/>
                    <a:pt x="184" y="82"/>
                    <a:pt x="184" y="82"/>
                  </a:cubicBezTo>
                  <a:cubicBezTo>
                    <a:pt x="184" y="220"/>
                    <a:pt x="184" y="220"/>
                    <a:pt x="184" y="220"/>
                  </a:cubicBezTo>
                  <a:cubicBezTo>
                    <a:pt x="184" y="245"/>
                    <a:pt x="204" y="265"/>
                    <a:pt x="229" y="265"/>
                  </a:cubicBezTo>
                  <a:cubicBezTo>
                    <a:pt x="254" y="265"/>
                    <a:pt x="274" y="245"/>
                    <a:pt x="274" y="220"/>
                  </a:cubicBezTo>
                  <a:cubicBezTo>
                    <a:pt x="274" y="82"/>
                    <a:pt x="274" y="82"/>
                    <a:pt x="274" y="82"/>
                  </a:cubicBezTo>
                  <a:cubicBezTo>
                    <a:pt x="283" y="82"/>
                    <a:pt x="283" y="82"/>
                    <a:pt x="283" y="82"/>
                  </a:cubicBezTo>
                  <a:cubicBezTo>
                    <a:pt x="287" y="82"/>
                    <a:pt x="287" y="82"/>
                    <a:pt x="287" y="82"/>
                  </a:cubicBezTo>
                  <a:cubicBezTo>
                    <a:pt x="301" y="82"/>
                    <a:pt x="301" y="82"/>
                    <a:pt x="301" y="82"/>
                  </a:cubicBezTo>
                  <a:cubicBezTo>
                    <a:pt x="355" y="82"/>
                    <a:pt x="355" y="82"/>
                    <a:pt x="355" y="82"/>
                  </a:cubicBezTo>
                  <a:cubicBezTo>
                    <a:pt x="331" y="0"/>
                    <a:pt x="331" y="0"/>
                    <a:pt x="331" y="0"/>
                  </a:cubicBez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17"/>
            <p:cNvSpPr>
              <a:spLocks/>
            </p:cNvSpPr>
            <p:nvPr/>
          </p:nvSpPr>
          <p:spPr bwMode="auto">
            <a:xfrm>
              <a:off x="1163638" y="5918200"/>
              <a:ext cx="641350" cy="22225"/>
            </a:xfrm>
            <a:custGeom>
              <a:avLst/>
              <a:gdLst>
                <a:gd name="T0" fmla="*/ 684 w 696"/>
                <a:gd name="T1" fmla="*/ 0 h 23"/>
                <a:gd name="T2" fmla="*/ 11 w 696"/>
                <a:gd name="T3" fmla="*/ 0 h 23"/>
                <a:gd name="T4" fmla="*/ 0 w 696"/>
                <a:gd name="T5" fmla="*/ 11 h 23"/>
                <a:gd name="T6" fmla="*/ 11 w 696"/>
                <a:gd name="T7" fmla="*/ 23 h 23"/>
                <a:gd name="T8" fmla="*/ 684 w 696"/>
                <a:gd name="T9" fmla="*/ 23 h 23"/>
                <a:gd name="T10" fmla="*/ 696 w 696"/>
                <a:gd name="T11" fmla="*/ 11 h 23"/>
                <a:gd name="T12" fmla="*/ 684 w 696"/>
                <a:gd name="T13" fmla="*/ 0 h 23"/>
              </a:gdLst>
              <a:ahLst/>
              <a:cxnLst>
                <a:cxn ang="0">
                  <a:pos x="T0" y="T1"/>
                </a:cxn>
                <a:cxn ang="0">
                  <a:pos x="T2" y="T3"/>
                </a:cxn>
                <a:cxn ang="0">
                  <a:pos x="T4" y="T5"/>
                </a:cxn>
                <a:cxn ang="0">
                  <a:pos x="T6" y="T7"/>
                </a:cxn>
                <a:cxn ang="0">
                  <a:pos x="T8" y="T9"/>
                </a:cxn>
                <a:cxn ang="0">
                  <a:pos x="T10" y="T11"/>
                </a:cxn>
                <a:cxn ang="0">
                  <a:pos x="T12" y="T13"/>
                </a:cxn>
              </a:cxnLst>
              <a:rect l="0" t="0" r="r" b="b"/>
              <a:pathLst>
                <a:path w="696" h="23">
                  <a:moveTo>
                    <a:pt x="684" y="0"/>
                  </a:moveTo>
                  <a:cubicBezTo>
                    <a:pt x="11" y="0"/>
                    <a:pt x="11" y="0"/>
                    <a:pt x="11" y="0"/>
                  </a:cubicBezTo>
                  <a:cubicBezTo>
                    <a:pt x="5" y="0"/>
                    <a:pt x="0" y="5"/>
                    <a:pt x="0" y="11"/>
                  </a:cubicBezTo>
                  <a:cubicBezTo>
                    <a:pt x="0" y="18"/>
                    <a:pt x="5" y="23"/>
                    <a:pt x="11" y="23"/>
                  </a:cubicBezTo>
                  <a:cubicBezTo>
                    <a:pt x="684" y="23"/>
                    <a:pt x="684" y="23"/>
                    <a:pt x="684" y="23"/>
                  </a:cubicBezTo>
                  <a:cubicBezTo>
                    <a:pt x="691" y="23"/>
                    <a:pt x="696" y="18"/>
                    <a:pt x="696" y="11"/>
                  </a:cubicBezTo>
                  <a:cubicBezTo>
                    <a:pt x="696" y="5"/>
                    <a:pt x="691" y="0"/>
                    <a:pt x="68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18"/>
            <p:cNvSpPr>
              <a:spLocks/>
            </p:cNvSpPr>
            <p:nvPr/>
          </p:nvSpPr>
          <p:spPr bwMode="auto">
            <a:xfrm>
              <a:off x="1584325" y="6040438"/>
              <a:ext cx="12700" cy="155575"/>
            </a:xfrm>
            <a:custGeom>
              <a:avLst/>
              <a:gdLst>
                <a:gd name="T0" fmla="*/ 0 w 14"/>
                <a:gd name="T1" fmla="*/ 162 h 169"/>
                <a:gd name="T2" fmla="*/ 7 w 14"/>
                <a:gd name="T3" fmla="*/ 169 h 169"/>
                <a:gd name="T4" fmla="*/ 14 w 14"/>
                <a:gd name="T5" fmla="*/ 162 h 169"/>
                <a:gd name="T6" fmla="*/ 14 w 14"/>
                <a:gd name="T7" fmla="*/ 0 h 169"/>
                <a:gd name="T8" fmla="*/ 0 w 14"/>
                <a:gd name="T9" fmla="*/ 0 h 169"/>
                <a:gd name="T10" fmla="*/ 0 w 14"/>
                <a:gd name="T11" fmla="*/ 162 h 169"/>
              </a:gdLst>
              <a:ahLst/>
              <a:cxnLst>
                <a:cxn ang="0">
                  <a:pos x="T0" y="T1"/>
                </a:cxn>
                <a:cxn ang="0">
                  <a:pos x="T2" y="T3"/>
                </a:cxn>
                <a:cxn ang="0">
                  <a:pos x="T4" y="T5"/>
                </a:cxn>
                <a:cxn ang="0">
                  <a:pos x="T6" y="T7"/>
                </a:cxn>
                <a:cxn ang="0">
                  <a:pos x="T8" y="T9"/>
                </a:cxn>
                <a:cxn ang="0">
                  <a:pos x="T10" y="T11"/>
                </a:cxn>
              </a:cxnLst>
              <a:rect l="0" t="0" r="r" b="b"/>
              <a:pathLst>
                <a:path w="14" h="169">
                  <a:moveTo>
                    <a:pt x="0" y="162"/>
                  </a:moveTo>
                  <a:cubicBezTo>
                    <a:pt x="0" y="166"/>
                    <a:pt x="3" y="169"/>
                    <a:pt x="7" y="169"/>
                  </a:cubicBezTo>
                  <a:cubicBezTo>
                    <a:pt x="11" y="169"/>
                    <a:pt x="14" y="166"/>
                    <a:pt x="14" y="162"/>
                  </a:cubicBezTo>
                  <a:cubicBezTo>
                    <a:pt x="14" y="0"/>
                    <a:pt x="14" y="0"/>
                    <a:pt x="14" y="0"/>
                  </a:cubicBezTo>
                  <a:cubicBezTo>
                    <a:pt x="0" y="0"/>
                    <a:pt x="0" y="0"/>
                    <a:pt x="0" y="0"/>
                  </a:cubicBezTo>
                  <a:lnTo>
                    <a:pt x="0" y="1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19"/>
            <p:cNvSpPr>
              <a:spLocks/>
            </p:cNvSpPr>
            <p:nvPr/>
          </p:nvSpPr>
          <p:spPr bwMode="auto">
            <a:xfrm>
              <a:off x="641350" y="6016625"/>
              <a:ext cx="12700" cy="179387"/>
            </a:xfrm>
            <a:custGeom>
              <a:avLst/>
              <a:gdLst>
                <a:gd name="T0" fmla="*/ 0 w 14"/>
                <a:gd name="T1" fmla="*/ 188 h 195"/>
                <a:gd name="T2" fmla="*/ 7 w 14"/>
                <a:gd name="T3" fmla="*/ 195 h 195"/>
                <a:gd name="T4" fmla="*/ 14 w 14"/>
                <a:gd name="T5" fmla="*/ 188 h 195"/>
                <a:gd name="T6" fmla="*/ 14 w 14"/>
                <a:gd name="T7" fmla="*/ 0 h 195"/>
                <a:gd name="T8" fmla="*/ 0 w 14"/>
                <a:gd name="T9" fmla="*/ 0 h 195"/>
                <a:gd name="T10" fmla="*/ 0 w 14"/>
                <a:gd name="T11" fmla="*/ 188 h 195"/>
              </a:gdLst>
              <a:ahLst/>
              <a:cxnLst>
                <a:cxn ang="0">
                  <a:pos x="T0" y="T1"/>
                </a:cxn>
                <a:cxn ang="0">
                  <a:pos x="T2" y="T3"/>
                </a:cxn>
                <a:cxn ang="0">
                  <a:pos x="T4" y="T5"/>
                </a:cxn>
                <a:cxn ang="0">
                  <a:pos x="T6" y="T7"/>
                </a:cxn>
                <a:cxn ang="0">
                  <a:pos x="T8" y="T9"/>
                </a:cxn>
                <a:cxn ang="0">
                  <a:pos x="T10" y="T11"/>
                </a:cxn>
              </a:cxnLst>
              <a:rect l="0" t="0" r="r" b="b"/>
              <a:pathLst>
                <a:path w="14" h="195">
                  <a:moveTo>
                    <a:pt x="0" y="188"/>
                  </a:moveTo>
                  <a:cubicBezTo>
                    <a:pt x="0" y="192"/>
                    <a:pt x="3" y="195"/>
                    <a:pt x="7" y="195"/>
                  </a:cubicBezTo>
                  <a:cubicBezTo>
                    <a:pt x="11" y="195"/>
                    <a:pt x="14" y="192"/>
                    <a:pt x="14" y="188"/>
                  </a:cubicBezTo>
                  <a:cubicBezTo>
                    <a:pt x="14" y="0"/>
                    <a:pt x="14" y="0"/>
                    <a:pt x="14" y="0"/>
                  </a:cubicBezTo>
                  <a:cubicBezTo>
                    <a:pt x="0" y="0"/>
                    <a:pt x="0" y="0"/>
                    <a:pt x="0" y="0"/>
                  </a:cubicBezTo>
                  <a:lnTo>
                    <a:pt x="0" y="1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20"/>
            <p:cNvSpPr>
              <a:spLocks/>
            </p:cNvSpPr>
            <p:nvPr/>
          </p:nvSpPr>
          <p:spPr bwMode="auto">
            <a:xfrm>
              <a:off x="855663" y="6016625"/>
              <a:ext cx="12700" cy="179387"/>
            </a:xfrm>
            <a:custGeom>
              <a:avLst/>
              <a:gdLst>
                <a:gd name="T0" fmla="*/ 0 w 14"/>
                <a:gd name="T1" fmla="*/ 188 h 195"/>
                <a:gd name="T2" fmla="*/ 7 w 14"/>
                <a:gd name="T3" fmla="*/ 195 h 195"/>
                <a:gd name="T4" fmla="*/ 14 w 14"/>
                <a:gd name="T5" fmla="*/ 188 h 195"/>
                <a:gd name="T6" fmla="*/ 14 w 14"/>
                <a:gd name="T7" fmla="*/ 0 h 195"/>
                <a:gd name="T8" fmla="*/ 0 w 14"/>
                <a:gd name="T9" fmla="*/ 0 h 195"/>
                <a:gd name="T10" fmla="*/ 0 w 14"/>
                <a:gd name="T11" fmla="*/ 188 h 195"/>
              </a:gdLst>
              <a:ahLst/>
              <a:cxnLst>
                <a:cxn ang="0">
                  <a:pos x="T0" y="T1"/>
                </a:cxn>
                <a:cxn ang="0">
                  <a:pos x="T2" y="T3"/>
                </a:cxn>
                <a:cxn ang="0">
                  <a:pos x="T4" y="T5"/>
                </a:cxn>
                <a:cxn ang="0">
                  <a:pos x="T6" y="T7"/>
                </a:cxn>
                <a:cxn ang="0">
                  <a:pos x="T8" y="T9"/>
                </a:cxn>
                <a:cxn ang="0">
                  <a:pos x="T10" y="T11"/>
                </a:cxn>
              </a:cxnLst>
              <a:rect l="0" t="0" r="r" b="b"/>
              <a:pathLst>
                <a:path w="14" h="195">
                  <a:moveTo>
                    <a:pt x="0" y="188"/>
                  </a:moveTo>
                  <a:cubicBezTo>
                    <a:pt x="0" y="192"/>
                    <a:pt x="3" y="195"/>
                    <a:pt x="7" y="195"/>
                  </a:cubicBezTo>
                  <a:cubicBezTo>
                    <a:pt x="11" y="195"/>
                    <a:pt x="14" y="192"/>
                    <a:pt x="14" y="188"/>
                  </a:cubicBezTo>
                  <a:cubicBezTo>
                    <a:pt x="14" y="0"/>
                    <a:pt x="14" y="0"/>
                    <a:pt x="14" y="0"/>
                  </a:cubicBezTo>
                  <a:cubicBezTo>
                    <a:pt x="0" y="0"/>
                    <a:pt x="0" y="0"/>
                    <a:pt x="0" y="0"/>
                  </a:cubicBezTo>
                  <a:lnTo>
                    <a:pt x="0" y="1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Freeform 21"/>
            <p:cNvSpPr>
              <a:spLocks/>
            </p:cNvSpPr>
            <p:nvPr/>
          </p:nvSpPr>
          <p:spPr bwMode="auto">
            <a:xfrm>
              <a:off x="1011238" y="5953125"/>
              <a:ext cx="15875" cy="242887"/>
            </a:xfrm>
            <a:custGeom>
              <a:avLst/>
              <a:gdLst>
                <a:gd name="T0" fmla="*/ 0 w 17"/>
                <a:gd name="T1" fmla="*/ 255 h 264"/>
                <a:gd name="T2" fmla="*/ 8 w 17"/>
                <a:gd name="T3" fmla="*/ 264 h 264"/>
                <a:gd name="T4" fmla="*/ 17 w 17"/>
                <a:gd name="T5" fmla="*/ 255 h 264"/>
                <a:gd name="T6" fmla="*/ 17 w 17"/>
                <a:gd name="T7" fmla="*/ 0 h 264"/>
                <a:gd name="T8" fmla="*/ 0 w 17"/>
                <a:gd name="T9" fmla="*/ 0 h 264"/>
                <a:gd name="T10" fmla="*/ 0 w 17"/>
                <a:gd name="T11" fmla="*/ 255 h 264"/>
              </a:gdLst>
              <a:ahLst/>
              <a:cxnLst>
                <a:cxn ang="0">
                  <a:pos x="T0" y="T1"/>
                </a:cxn>
                <a:cxn ang="0">
                  <a:pos x="T2" y="T3"/>
                </a:cxn>
                <a:cxn ang="0">
                  <a:pos x="T4" y="T5"/>
                </a:cxn>
                <a:cxn ang="0">
                  <a:pos x="T6" y="T7"/>
                </a:cxn>
                <a:cxn ang="0">
                  <a:pos x="T8" y="T9"/>
                </a:cxn>
                <a:cxn ang="0">
                  <a:pos x="T10" y="T11"/>
                </a:cxn>
              </a:cxnLst>
              <a:rect l="0" t="0" r="r" b="b"/>
              <a:pathLst>
                <a:path w="17" h="264">
                  <a:moveTo>
                    <a:pt x="0" y="255"/>
                  </a:moveTo>
                  <a:cubicBezTo>
                    <a:pt x="0" y="260"/>
                    <a:pt x="4" y="264"/>
                    <a:pt x="8" y="264"/>
                  </a:cubicBezTo>
                  <a:cubicBezTo>
                    <a:pt x="13" y="264"/>
                    <a:pt x="17" y="260"/>
                    <a:pt x="17" y="255"/>
                  </a:cubicBezTo>
                  <a:cubicBezTo>
                    <a:pt x="17" y="255"/>
                    <a:pt x="17" y="0"/>
                    <a:pt x="17" y="0"/>
                  </a:cubicBezTo>
                  <a:cubicBezTo>
                    <a:pt x="0" y="0"/>
                    <a:pt x="0" y="0"/>
                    <a:pt x="0" y="0"/>
                  </a:cubicBezTo>
                  <a:cubicBezTo>
                    <a:pt x="0" y="0"/>
                    <a:pt x="0" y="255"/>
                    <a:pt x="0"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Oval 22"/>
            <p:cNvSpPr>
              <a:spLocks noChangeArrowheads="1"/>
            </p:cNvSpPr>
            <p:nvPr/>
          </p:nvSpPr>
          <p:spPr bwMode="auto">
            <a:xfrm>
              <a:off x="658813" y="5518150"/>
              <a:ext cx="177800" cy="1778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23"/>
            <p:cNvSpPr>
              <a:spLocks/>
            </p:cNvSpPr>
            <p:nvPr/>
          </p:nvSpPr>
          <p:spPr bwMode="auto">
            <a:xfrm>
              <a:off x="665163" y="5953125"/>
              <a:ext cx="179387" cy="242887"/>
            </a:xfrm>
            <a:custGeom>
              <a:avLst/>
              <a:gdLst>
                <a:gd name="T0" fmla="*/ 0 w 194"/>
                <a:gd name="T1" fmla="*/ 0 h 265"/>
                <a:gd name="T2" fmla="*/ 1 w 194"/>
                <a:gd name="T3" fmla="*/ 220 h 265"/>
                <a:gd name="T4" fmla="*/ 45 w 194"/>
                <a:gd name="T5" fmla="*/ 265 h 265"/>
                <a:gd name="T6" fmla="*/ 90 w 194"/>
                <a:gd name="T7" fmla="*/ 220 h 265"/>
                <a:gd name="T8" fmla="*/ 90 w 194"/>
                <a:gd name="T9" fmla="*/ 61 h 265"/>
                <a:gd name="T10" fmla="*/ 97 w 194"/>
                <a:gd name="T11" fmla="*/ 54 h 265"/>
                <a:gd name="T12" fmla="*/ 104 w 194"/>
                <a:gd name="T13" fmla="*/ 61 h 265"/>
                <a:gd name="T14" fmla="*/ 104 w 194"/>
                <a:gd name="T15" fmla="*/ 220 h 265"/>
                <a:gd name="T16" fmla="*/ 149 w 194"/>
                <a:gd name="T17" fmla="*/ 265 h 265"/>
                <a:gd name="T18" fmla="*/ 194 w 194"/>
                <a:gd name="T19" fmla="*/ 220 h 265"/>
                <a:gd name="T20" fmla="*/ 194 w 194"/>
                <a:gd name="T21" fmla="*/ 0 h 265"/>
                <a:gd name="T22" fmla="*/ 0 w 194"/>
                <a:gd name="T23" fmla="*/ 0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4" h="265">
                  <a:moveTo>
                    <a:pt x="0" y="0"/>
                  </a:moveTo>
                  <a:cubicBezTo>
                    <a:pt x="1" y="220"/>
                    <a:pt x="1" y="220"/>
                    <a:pt x="1" y="220"/>
                  </a:cubicBezTo>
                  <a:cubicBezTo>
                    <a:pt x="1" y="245"/>
                    <a:pt x="21" y="265"/>
                    <a:pt x="45" y="265"/>
                  </a:cubicBezTo>
                  <a:cubicBezTo>
                    <a:pt x="70" y="265"/>
                    <a:pt x="90" y="245"/>
                    <a:pt x="90" y="220"/>
                  </a:cubicBezTo>
                  <a:cubicBezTo>
                    <a:pt x="90" y="61"/>
                    <a:pt x="90" y="61"/>
                    <a:pt x="90" y="61"/>
                  </a:cubicBezTo>
                  <a:cubicBezTo>
                    <a:pt x="90" y="57"/>
                    <a:pt x="93" y="54"/>
                    <a:pt x="97" y="54"/>
                  </a:cubicBezTo>
                  <a:cubicBezTo>
                    <a:pt x="101" y="54"/>
                    <a:pt x="104" y="57"/>
                    <a:pt x="104" y="61"/>
                  </a:cubicBezTo>
                  <a:cubicBezTo>
                    <a:pt x="104" y="220"/>
                    <a:pt x="104" y="220"/>
                    <a:pt x="104" y="220"/>
                  </a:cubicBezTo>
                  <a:cubicBezTo>
                    <a:pt x="104" y="245"/>
                    <a:pt x="125" y="265"/>
                    <a:pt x="149" y="265"/>
                  </a:cubicBezTo>
                  <a:cubicBezTo>
                    <a:pt x="174" y="265"/>
                    <a:pt x="194" y="245"/>
                    <a:pt x="194" y="220"/>
                  </a:cubicBezTo>
                  <a:cubicBezTo>
                    <a:pt x="194" y="0"/>
                    <a:pt x="194" y="0"/>
                    <a:pt x="194"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Rectangle 24"/>
            <p:cNvSpPr>
              <a:spLocks noChangeArrowheads="1"/>
            </p:cNvSpPr>
            <p:nvPr/>
          </p:nvSpPr>
          <p:spPr bwMode="auto">
            <a:xfrm>
              <a:off x="641350" y="5953125"/>
              <a:ext cx="12700"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Rectangle 25"/>
            <p:cNvSpPr>
              <a:spLocks noChangeArrowheads="1"/>
            </p:cNvSpPr>
            <p:nvPr/>
          </p:nvSpPr>
          <p:spPr bwMode="auto">
            <a:xfrm>
              <a:off x="641350" y="5867400"/>
              <a:ext cx="12700"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Rectangle 26"/>
            <p:cNvSpPr>
              <a:spLocks noChangeArrowheads="1"/>
            </p:cNvSpPr>
            <p:nvPr/>
          </p:nvSpPr>
          <p:spPr bwMode="auto">
            <a:xfrm>
              <a:off x="855663" y="5867400"/>
              <a:ext cx="12700"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Rectangle 27"/>
            <p:cNvSpPr>
              <a:spLocks noChangeArrowheads="1"/>
            </p:cNvSpPr>
            <p:nvPr/>
          </p:nvSpPr>
          <p:spPr bwMode="auto">
            <a:xfrm>
              <a:off x="855663" y="5953125"/>
              <a:ext cx="12700"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28"/>
            <p:cNvSpPr>
              <a:spLocks/>
            </p:cNvSpPr>
            <p:nvPr/>
          </p:nvSpPr>
          <p:spPr bwMode="auto">
            <a:xfrm>
              <a:off x="855663" y="5983288"/>
              <a:ext cx="31750" cy="20637"/>
            </a:xfrm>
            <a:custGeom>
              <a:avLst/>
              <a:gdLst>
                <a:gd name="T0" fmla="*/ 27 w 34"/>
                <a:gd name="T1" fmla="*/ 0 h 23"/>
                <a:gd name="T2" fmla="*/ 14 w 34"/>
                <a:gd name="T3" fmla="*/ 0 h 23"/>
                <a:gd name="T4" fmla="*/ 1 w 34"/>
                <a:gd name="T5" fmla="*/ 0 h 23"/>
                <a:gd name="T6" fmla="*/ 0 w 34"/>
                <a:gd name="T7" fmla="*/ 0 h 23"/>
                <a:gd name="T8" fmla="*/ 0 w 34"/>
                <a:gd name="T9" fmla="*/ 23 h 23"/>
                <a:gd name="T10" fmla="*/ 1 w 34"/>
                <a:gd name="T11" fmla="*/ 23 h 23"/>
                <a:gd name="T12" fmla="*/ 14 w 34"/>
                <a:gd name="T13" fmla="*/ 23 h 23"/>
                <a:gd name="T14" fmla="*/ 27 w 34"/>
                <a:gd name="T15" fmla="*/ 23 h 23"/>
                <a:gd name="T16" fmla="*/ 34 w 34"/>
                <a:gd name="T17" fmla="*/ 11 h 23"/>
                <a:gd name="T18" fmla="*/ 27 w 34"/>
                <a:gd name="T1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23">
                  <a:moveTo>
                    <a:pt x="27" y="0"/>
                  </a:moveTo>
                  <a:cubicBezTo>
                    <a:pt x="14" y="0"/>
                    <a:pt x="14" y="0"/>
                    <a:pt x="14" y="0"/>
                  </a:cubicBezTo>
                  <a:cubicBezTo>
                    <a:pt x="1" y="0"/>
                    <a:pt x="1" y="0"/>
                    <a:pt x="1" y="0"/>
                  </a:cubicBezTo>
                  <a:cubicBezTo>
                    <a:pt x="0" y="0"/>
                    <a:pt x="0" y="0"/>
                    <a:pt x="0" y="0"/>
                  </a:cubicBezTo>
                  <a:cubicBezTo>
                    <a:pt x="0" y="23"/>
                    <a:pt x="0" y="23"/>
                    <a:pt x="0" y="23"/>
                  </a:cubicBezTo>
                  <a:cubicBezTo>
                    <a:pt x="1" y="23"/>
                    <a:pt x="1" y="23"/>
                    <a:pt x="1" y="23"/>
                  </a:cubicBezTo>
                  <a:cubicBezTo>
                    <a:pt x="14" y="23"/>
                    <a:pt x="14" y="23"/>
                    <a:pt x="14" y="23"/>
                  </a:cubicBezTo>
                  <a:cubicBezTo>
                    <a:pt x="27" y="23"/>
                    <a:pt x="27" y="23"/>
                    <a:pt x="27" y="23"/>
                  </a:cubicBezTo>
                  <a:cubicBezTo>
                    <a:pt x="31" y="23"/>
                    <a:pt x="34" y="17"/>
                    <a:pt x="34" y="11"/>
                  </a:cubicBezTo>
                  <a:cubicBezTo>
                    <a:pt x="34" y="5"/>
                    <a:pt x="31" y="0"/>
                    <a:pt x="2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Freeform 29"/>
            <p:cNvSpPr>
              <a:spLocks/>
            </p:cNvSpPr>
            <p:nvPr/>
          </p:nvSpPr>
          <p:spPr bwMode="auto">
            <a:xfrm>
              <a:off x="622300" y="5983288"/>
              <a:ext cx="31750" cy="20637"/>
            </a:xfrm>
            <a:custGeom>
              <a:avLst/>
              <a:gdLst>
                <a:gd name="T0" fmla="*/ 7 w 34"/>
                <a:gd name="T1" fmla="*/ 0 h 23"/>
                <a:gd name="T2" fmla="*/ 0 w 34"/>
                <a:gd name="T3" fmla="*/ 11 h 23"/>
                <a:gd name="T4" fmla="*/ 7 w 34"/>
                <a:gd name="T5" fmla="*/ 23 h 23"/>
                <a:gd name="T6" fmla="*/ 20 w 34"/>
                <a:gd name="T7" fmla="*/ 23 h 23"/>
                <a:gd name="T8" fmla="*/ 34 w 34"/>
                <a:gd name="T9" fmla="*/ 23 h 23"/>
                <a:gd name="T10" fmla="*/ 34 w 34"/>
                <a:gd name="T11" fmla="*/ 0 h 23"/>
                <a:gd name="T12" fmla="*/ 20 w 34"/>
                <a:gd name="T13" fmla="*/ 0 h 23"/>
                <a:gd name="T14" fmla="*/ 7 w 34"/>
                <a:gd name="T15" fmla="*/ 0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 h="23">
                  <a:moveTo>
                    <a:pt x="7" y="0"/>
                  </a:moveTo>
                  <a:cubicBezTo>
                    <a:pt x="3" y="0"/>
                    <a:pt x="0" y="5"/>
                    <a:pt x="0" y="11"/>
                  </a:cubicBezTo>
                  <a:cubicBezTo>
                    <a:pt x="0" y="17"/>
                    <a:pt x="3" y="23"/>
                    <a:pt x="7" y="23"/>
                  </a:cubicBezTo>
                  <a:cubicBezTo>
                    <a:pt x="20" y="23"/>
                    <a:pt x="20" y="23"/>
                    <a:pt x="20" y="23"/>
                  </a:cubicBezTo>
                  <a:cubicBezTo>
                    <a:pt x="34" y="23"/>
                    <a:pt x="34" y="23"/>
                    <a:pt x="34" y="23"/>
                  </a:cubicBezTo>
                  <a:cubicBezTo>
                    <a:pt x="34" y="0"/>
                    <a:pt x="34" y="0"/>
                    <a:pt x="34" y="0"/>
                  </a:cubicBezTo>
                  <a:cubicBezTo>
                    <a:pt x="20" y="0"/>
                    <a:pt x="20" y="0"/>
                    <a:pt x="20" y="0"/>
                  </a:cubicBezTo>
                  <a:lnTo>
                    <a:pt x="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 name="Freeform 30"/>
            <p:cNvSpPr>
              <a:spLocks/>
            </p:cNvSpPr>
            <p:nvPr/>
          </p:nvSpPr>
          <p:spPr bwMode="auto">
            <a:xfrm>
              <a:off x="436563" y="5918200"/>
              <a:ext cx="639762" cy="22225"/>
            </a:xfrm>
            <a:custGeom>
              <a:avLst/>
              <a:gdLst>
                <a:gd name="T0" fmla="*/ 685 w 696"/>
                <a:gd name="T1" fmla="*/ 0 h 23"/>
                <a:gd name="T2" fmla="*/ 12 w 696"/>
                <a:gd name="T3" fmla="*/ 0 h 23"/>
                <a:gd name="T4" fmla="*/ 0 w 696"/>
                <a:gd name="T5" fmla="*/ 11 h 23"/>
                <a:gd name="T6" fmla="*/ 12 w 696"/>
                <a:gd name="T7" fmla="*/ 23 h 23"/>
                <a:gd name="T8" fmla="*/ 685 w 696"/>
                <a:gd name="T9" fmla="*/ 23 h 23"/>
                <a:gd name="T10" fmla="*/ 696 w 696"/>
                <a:gd name="T11" fmla="*/ 11 h 23"/>
                <a:gd name="T12" fmla="*/ 685 w 696"/>
                <a:gd name="T13" fmla="*/ 0 h 23"/>
              </a:gdLst>
              <a:ahLst/>
              <a:cxnLst>
                <a:cxn ang="0">
                  <a:pos x="T0" y="T1"/>
                </a:cxn>
                <a:cxn ang="0">
                  <a:pos x="T2" y="T3"/>
                </a:cxn>
                <a:cxn ang="0">
                  <a:pos x="T4" y="T5"/>
                </a:cxn>
                <a:cxn ang="0">
                  <a:pos x="T6" y="T7"/>
                </a:cxn>
                <a:cxn ang="0">
                  <a:pos x="T8" y="T9"/>
                </a:cxn>
                <a:cxn ang="0">
                  <a:pos x="T10" y="T11"/>
                </a:cxn>
                <a:cxn ang="0">
                  <a:pos x="T12" y="T13"/>
                </a:cxn>
              </a:cxnLst>
              <a:rect l="0" t="0" r="r" b="b"/>
              <a:pathLst>
                <a:path w="696" h="23">
                  <a:moveTo>
                    <a:pt x="685" y="0"/>
                  </a:moveTo>
                  <a:cubicBezTo>
                    <a:pt x="12" y="0"/>
                    <a:pt x="12" y="0"/>
                    <a:pt x="12" y="0"/>
                  </a:cubicBezTo>
                  <a:cubicBezTo>
                    <a:pt x="5" y="0"/>
                    <a:pt x="0" y="5"/>
                    <a:pt x="0" y="11"/>
                  </a:cubicBezTo>
                  <a:cubicBezTo>
                    <a:pt x="0" y="18"/>
                    <a:pt x="5" y="23"/>
                    <a:pt x="12" y="23"/>
                  </a:cubicBezTo>
                  <a:cubicBezTo>
                    <a:pt x="685" y="23"/>
                    <a:pt x="685" y="23"/>
                    <a:pt x="685" y="23"/>
                  </a:cubicBezTo>
                  <a:cubicBezTo>
                    <a:pt x="691" y="23"/>
                    <a:pt x="696" y="18"/>
                    <a:pt x="696" y="11"/>
                  </a:cubicBezTo>
                  <a:cubicBezTo>
                    <a:pt x="696" y="5"/>
                    <a:pt x="691" y="0"/>
                    <a:pt x="68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Freeform 31"/>
            <p:cNvSpPr>
              <a:spLocks/>
            </p:cNvSpPr>
            <p:nvPr/>
          </p:nvSpPr>
          <p:spPr bwMode="auto">
            <a:xfrm>
              <a:off x="487363" y="5953125"/>
              <a:ext cx="15875" cy="242887"/>
            </a:xfrm>
            <a:custGeom>
              <a:avLst/>
              <a:gdLst>
                <a:gd name="T0" fmla="*/ 0 w 16"/>
                <a:gd name="T1" fmla="*/ 255 h 264"/>
                <a:gd name="T2" fmla="*/ 8 w 16"/>
                <a:gd name="T3" fmla="*/ 264 h 264"/>
                <a:gd name="T4" fmla="*/ 16 w 16"/>
                <a:gd name="T5" fmla="*/ 255 h 264"/>
                <a:gd name="T6" fmla="*/ 16 w 16"/>
                <a:gd name="T7" fmla="*/ 0 h 264"/>
                <a:gd name="T8" fmla="*/ 0 w 16"/>
                <a:gd name="T9" fmla="*/ 0 h 264"/>
                <a:gd name="T10" fmla="*/ 0 w 16"/>
                <a:gd name="T11" fmla="*/ 255 h 264"/>
              </a:gdLst>
              <a:ahLst/>
              <a:cxnLst>
                <a:cxn ang="0">
                  <a:pos x="T0" y="T1"/>
                </a:cxn>
                <a:cxn ang="0">
                  <a:pos x="T2" y="T3"/>
                </a:cxn>
                <a:cxn ang="0">
                  <a:pos x="T4" y="T5"/>
                </a:cxn>
                <a:cxn ang="0">
                  <a:pos x="T6" y="T7"/>
                </a:cxn>
                <a:cxn ang="0">
                  <a:pos x="T8" y="T9"/>
                </a:cxn>
                <a:cxn ang="0">
                  <a:pos x="T10" y="T11"/>
                </a:cxn>
              </a:cxnLst>
              <a:rect l="0" t="0" r="r" b="b"/>
              <a:pathLst>
                <a:path w="16" h="264">
                  <a:moveTo>
                    <a:pt x="0" y="255"/>
                  </a:moveTo>
                  <a:cubicBezTo>
                    <a:pt x="0" y="260"/>
                    <a:pt x="3" y="264"/>
                    <a:pt x="8" y="264"/>
                  </a:cubicBezTo>
                  <a:cubicBezTo>
                    <a:pt x="13" y="264"/>
                    <a:pt x="16" y="260"/>
                    <a:pt x="16" y="255"/>
                  </a:cubicBezTo>
                  <a:cubicBezTo>
                    <a:pt x="16" y="255"/>
                    <a:pt x="16" y="0"/>
                    <a:pt x="16" y="0"/>
                  </a:cubicBezTo>
                  <a:cubicBezTo>
                    <a:pt x="0" y="0"/>
                    <a:pt x="0" y="0"/>
                    <a:pt x="0" y="0"/>
                  </a:cubicBezTo>
                  <a:cubicBezTo>
                    <a:pt x="0" y="0"/>
                    <a:pt x="0" y="255"/>
                    <a:pt x="0"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 name="Freeform 32"/>
            <p:cNvSpPr>
              <a:spLocks/>
            </p:cNvSpPr>
            <p:nvPr/>
          </p:nvSpPr>
          <p:spPr bwMode="auto">
            <a:xfrm>
              <a:off x="534988" y="5707063"/>
              <a:ext cx="439737" cy="198437"/>
            </a:xfrm>
            <a:custGeom>
              <a:avLst/>
              <a:gdLst>
                <a:gd name="T0" fmla="*/ 19 w 478"/>
                <a:gd name="T1" fmla="*/ 171 h 216"/>
                <a:gd name="T2" fmla="*/ 45 w 478"/>
                <a:gd name="T3" fmla="*/ 177 h 216"/>
                <a:gd name="T4" fmla="*/ 157 w 478"/>
                <a:gd name="T5" fmla="*/ 152 h 216"/>
                <a:gd name="T6" fmla="*/ 157 w 478"/>
                <a:gd name="T7" fmla="*/ 152 h 216"/>
                <a:gd name="T8" fmla="*/ 157 w 478"/>
                <a:gd name="T9" fmla="*/ 152 h 216"/>
                <a:gd name="T10" fmla="*/ 183 w 478"/>
                <a:gd name="T11" fmla="*/ 110 h 216"/>
                <a:gd name="T12" fmla="*/ 141 w 478"/>
                <a:gd name="T13" fmla="*/ 84 h 216"/>
                <a:gd name="T14" fmla="*/ 141 w 478"/>
                <a:gd name="T15" fmla="*/ 84 h 216"/>
                <a:gd name="T16" fmla="*/ 64 w 478"/>
                <a:gd name="T17" fmla="*/ 102 h 216"/>
                <a:gd name="T18" fmla="*/ 64 w 478"/>
                <a:gd name="T19" fmla="*/ 102 h 216"/>
                <a:gd name="T20" fmla="*/ 71 w 478"/>
                <a:gd name="T21" fmla="*/ 91 h 216"/>
                <a:gd name="T22" fmla="*/ 125 w 478"/>
                <a:gd name="T23" fmla="*/ 77 h 216"/>
                <a:gd name="T24" fmla="*/ 125 w 478"/>
                <a:gd name="T25" fmla="*/ 20 h 216"/>
                <a:gd name="T26" fmla="*/ 237 w 478"/>
                <a:gd name="T27" fmla="*/ 59 h 216"/>
                <a:gd name="T28" fmla="*/ 237 w 478"/>
                <a:gd name="T29" fmla="*/ 201 h 216"/>
                <a:gd name="T30" fmla="*/ 142 w 478"/>
                <a:gd name="T31" fmla="*/ 168 h 216"/>
                <a:gd name="T32" fmla="*/ 143 w 478"/>
                <a:gd name="T33" fmla="*/ 216 h 216"/>
                <a:gd name="T34" fmla="*/ 336 w 478"/>
                <a:gd name="T35" fmla="*/ 216 h 216"/>
                <a:gd name="T36" fmla="*/ 336 w 478"/>
                <a:gd name="T37" fmla="*/ 168 h 216"/>
                <a:gd name="T38" fmla="*/ 240 w 478"/>
                <a:gd name="T39" fmla="*/ 201 h 216"/>
                <a:gd name="T40" fmla="*/ 240 w 478"/>
                <a:gd name="T41" fmla="*/ 59 h 216"/>
                <a:gd name="T42" fmla="*/ 351 w 478"/>
                <a:gd name="T43" fmla="*/ 20 h 216"/>
                <a:gd name="T44" fmla="*/ 351 w 478"/>
                <a:gd name="T45" fmla="*/ 77 h 216"/>
                <a:gd name="T46" fmla="*/ 406 w 478"/>
                <a:gd name="T47" fmla="*/ 91 h 216"/>
                <a:gd name="T48" fmla="*/ 413 w 478"/>
                <a:gd name="T49" fmla="*/ 102 h 216"/>
                <a:gd name="T50" fmla="*/ 413 w 478"/>
                <a:gd name="T51" fmla="*/ 102 h 216"/>
                <a:gd name="T52" fmla="*/ 336 w 478"/>
                <a:gd name="T53" fmla="*/ 84 h 216"/>
                <a:gd name="T54" fmla="*/ 336 w 478"/>
                <a:gd name="T55" fmla="*/ 84 h 216"/>
                <a:gd name="T56" fmla="*/ 295 w 478"/>
                <a:gd name="T57" fmla="*/ 110 h 216"/>
                <a:gd name="T58" fmla="*/ 320 w 478"/>
                <a:gd name="T59" fmla="*/ 152 h 216"/>
                <a:gd name="T60" fmla="*/ 320 w 478"/>
                <a:gd name="T61" fmla="*/ 152 h 216"/>
                <a:gd name="T62" fmla="*/ 320 w 478"/>
                <a:gd name="T63" fmla="*/ 152 h 216"/>
                <a:gd name="T64" fmla="*/ 432 w 478"/>
                <a:gd name="T65" fmla="*/ 177 h 216"/>
                <a:gd name="T66" fmla="*/ 459 w 478"/>
                <a:gd name="T67" fmla="*/ 171 h 216"/>
                <a:gd name="T68" fmla="*/ 466 w 478"/>
                <a:gd name="T69" fmla="*/ 123 h 216"/>
                <a:gd name="T70" fmla="*/ 466 w 478"/>
                <a:gd name="T71" fmla="*/ 123 h 216"/>
                <a:gd name="T72" fmla="*/ 466 w 478"/>
                <a:gd name="T73" fmla="*/ 123 h 216"/>
                <a:gd name="T74" fmla="*/ 401 w 478"/>
                <a:gd name="T75" fmla="*/ 34 h 216"/>
                <a:gd name="T76" fmla="*/ 342 w 478"/>
                <a:gd name="T77" fmla="*/ 0 h 216"/>
                <a:gd name="T78" fmla="*/ 136 w 478"/>
                <a:gd name="T79" fmla="*/ 0 h 216"/>
                <a:gd name="T80" fmla="*/ 76 w 478"/>
                <a:gd name="T81" fmla="*/ 34 h 216"/>
                <a:gd name="T82" fmla="*/ 11 w 478"/>
                <a:gd name="T83" fmla="*/ 123 h 216"/>
                <a:gd name="T84" fmla="*/ 11 w 478"/>
                <a:gd name="T85" fmla="*/ 123 h 216"/>
                <a:gd name="T86" fmla="*/ 19 w 478"/>
                <a:gd name="T87" fmla="*/ 171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78" h="216">
                  <a:moveTo>
                    <a:pt x="19" y="171"/>
                  </a:moveTo>
                  <a:cubicBezTo>
                    <a:pt x="27" y="177"/>
                    <a:pt x="36" y="179"/>
                    <a:pt x="45" y="177"/>
                  </a:cubicBezTo>
                  <a:cubicBezTo>
                    <a:pt x="157" y="152"/>
                    <a:pt x="157" y="152"/>
                    <a:pt x="157" y="152"/>
                  </a:cubicBezTo>
                  <a:cubicBezTo>
                    <a:pt x="157" y="152"/>
                    <a:pt x="157" y="152"/>
                    <a:pt x="157" y="152"/>
                  </a:cubicBezTo>
                  <a:cubicBezTo>
                    <a:pt x="157" y="152"/>
                    <a:pt x="157" y="152"/>
                    <a:pt x="157" y="152"/>
                  </a:cubicBezTo>
                  <a:cubicBezTo>
                    <a:pt x="176" y="147"/>
                    <a:pt x="187" y="129"/>
                    <a:pt x="183" y="110"/>
                  </a:cubicBezTo>
                  <a:cubicBezTo>
                    <a:pt x="178" y="91"/>
                    <a:pt x="160" y="80"/>
                    <a:pt x="141" y="84"/>
                  </a:cubicBezTo>
                  <a:cubicBezTo>
                    <a:pt x="141" y="84"/>
                    <a:pt x="141" y="84"/>
                    <a:pt x="141" y="84"/>
                  </a:cubicBezTo>
                  <a:cubicBezTo>
                    <a:pt x="64" y="102"/>
                    <a:pt x="64" y="102"/>
                    <a:pt x="64" y="102"/>
                  </a:cubicBezTo>
                  <a:cubicBezTo>
                    <a:pt x="64" y="102"/>
                    <a:pt x="64" y="102"/>
                    <a:pt x="64" y="102"/>
                  </a:cubicBezTo>
                  <a:cubicBezTo>
                    <a:pt x="63" y="97"/>
                    <a:pt x="66" y="92"/>
                    <a:pt x="71" y="91"/>
                  </a:cubicBezTo>
                  <a:cubicBezTo>
                    <a:pt x="125" y="77"/>
                    <a:pt x="125" y="77"/>
                    <a:pt x="125" y="77"/>
                  </a:cubicBezTo>
                  <a:cubicBezTo>
                    <a:pt x="125" y="20"/>
                    <a:pt x="125" y="20"/>
                    <a:pt x="125" y="20"/>
                  </a:cubicBezTo>
                  <a:cubicBezTo>
                    <a:pt x="237" y="59"/>
                    <a:pt x="237" y="59"/>
                    <a:pt x="237" y="59"/>
                  </a:cubicBezTo>
                  <a:cubicBezTo>
                    <a:pt x="237" y="201"/>
                    <a:pt x="237" y="201"/>
                    <a:pt x="237" y="201"/>
                  </a:cubicBezTo>
                  <a:cubicBezTo>
                    <a:pt x="142" y="168"/>
                    <a:pt x="142" y="168"/>
                    <a:pt x="142" y="168"/>
                  </a:cubicBezTo>
                  <a:cubicBezTo>
                    <a:pt x="143" y="216"/>
                    <a:pt x="143" y="216"/>
                    <a:pt x="143" y="216"/>
                  </a:cubicBezTo>
                  <a:cubicBezTo>
                    <a:pt x="336" y="216"/>
                    <a:pt x="336" y="216"/>
                    <a:pt x="336" y="216"/>
                  </a:cubicBezTo>
                  <a:cubicBezTo>
                    <a:pt x="336" y="168"/>
                    <a:pt x="336" y="168"/>
                    <a:pt x="336" y="168"/>
                  </a:cubicBezTo>
                  <a:cubicBezTo>
                    <a:pt x="240" y="201"/>
                    <a:pt x="240" y="201"/>
                    <a:pt x="240" y="201"/>
                  </a:cubicBezTo>
                  <a:cubicBezTo>
                    <a:pt x="240" y="59"/>
                    <a:pt x="240" y="59"/>
                    <a:pt x="240" y="59"/>
                  </a:cubicBezTo>
                  <a:cubicBezTo>
                    <a:pt x="351" y="20"/>
                    <a:pt x="351" y="20"/>
                    <a:pt x="351" y="20"/>
                  </a:cubicBezTo>
                  <a:cubicBezTo>
                    <a:pt x="351" y="77"/>
                    <a:pt x="351" y="77"/>
                    <a:pt x="351" y="77"/>
                  </a:cubicBezTo>
                  <a:cubicBezTo>
                    <a:pt x="406" y="91"/>
                    <a:pt x="406" y="91"/>
                    <a:pt x="406" y="91"/>
                  </a:cubicBezTo>
                  <a:cubicBezTo>
                    <a:pt x="411" y="92"/>
                    <a:pt x="415" y="97"/>
                    <a:pt x="413" y="102"/>
                  </a:cubicBezTo>
                  <a:cubicBezTo>
                    <a:pt x="413" y="102"/>
                    <a:pt x="413" y="102"/>
                    <a:pt x="413" y="102"/>
                  </a:cubicBezTo>
                  <a:cubicBezTo>
                    <a:pt x="336" y="84"/>
                    <a:pt x="336" y="84"/>
                    <a:pt x="336" y="84"/>
                  </a:cubicBezTo>
                  <a:cubicBezTo>
                    <a:pt x="336" y="84"/>
                    <a:pt x="336" y="84"/>
                    <a:pt x="336" y="84"/>
                  </a:cubicBezTo>
                  <a:cubicBezTo>
                    <a:pt x="318" y="80"/>
                    <a:pt x="299" y="91"/>
                    <a:pt x="295" y="110"/>
                  </a:cubicBezTo>
                  <a:cubicBezTo>
                    <a:pt x="290" y="129"/>
                    <a:pt x="302" y="147"/>
                    <a:pt x="320" y="152"/>
                  </a:cubicBezTo>
                  <a:cubicBezTo>
                    <a:pt x="320" y="152"/>
                    <a:pt x="320" y="152"/>
                    <a:pt x="320" y="152"/>
                  </a:cubicBezTo>
                  <a:cubicBezTo>
                    <a:pt x="320" y="152"/>
                    <a:pt x="320" y="152"/>
                    <a:pt x="320" y="152"/>
                  </a:cubicBezTo>
                  <a:cubicBezTo>
                    <a:pt x="432" y="177"/>
                    <a:pt x="432" y="177"/>
                    <a:pt x="432" y="177"/>
                  </a:cubicBezTo>
                  <a:cubicBezTo>
                    <a:pt x="441" y="179"/>
                    <a:pt x="451" y="177"/>
                    <a:pt x="459" y="171"/>
                  </a:cubicBezTo>
                  <a:cubicBezTo>
                    <a:pt x="474" y="160"/>
                    <a:pt x="478" y="138"/>
                    <a:pt x="466" y="123"/>
                  </a:cubicBezTo>
                  <a:cubicBezTo>
                    <a:pt x="466" y="123"/>
                    <a:pt x="466" y="123"/>
                    <a:pt x="466" y="123"/>
                  </a:cubicBezTo>
                  <a:cubicBezTo>
                    <a:pt x="466" y="123"/>
                    <a:pt x="466" y="123"/>
                    <a:pt x="466" y="123"/>
                  </a:cubicBezTo>
                  <a:cubicBezTo>
                    <a:pt x="401" y="34"/>
                    <a:pt x="401" y="34"/>
                    <a:pt x="401" y="34"/>
                  </a:cubicBezTo>
                  <a:cubicBezTo>
                    <a:pt x="389" y="14"/>
                    <a:pt x="367" y="0"/>
                    <a:pt x="342" y="0"/>
                  </a:cubicBezTo>
                  <a:cubicBezTo>
                    <a:pt x="340" y="0"/>
                    <a:pt x="138" y="0"/>
                    <a:pt x="136" y="0"/>
                  </a:cubicBezTo>
                  <a:cubicBezTo>
                    <a:pt x="110" y="0"/>
                    <a:pt x="88" y="14"/>
                    <a:pt x="76" y="34"/>
                  </a:cubicBezTo>
                  <a:cubicBezTo>
                    <a:pt x="11" y="123"/>
                    <a:pt x="11" y="123"/>
                    <a:pt x="11" y="123"/>
                  </a:cubicBezTo>
                  <a:cubicBezTo>
                    <a:pt x="11" y="123"/>
                    <a:pt x="11" y="123"/>
                    <a:pt x="11" y="123"/>
                  </a:cubicBezTo>
                  <a:cubicBezTo>
                    <a:pt x="0" y="138"/>
                    <a:pt x="3" y="160"/>
                    <a:pt x="19" y="1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Oval 33"/>
            <p:cNvSpPr>
              <a:spLocks noChangeArrowheads="1"/>
            </p:cNvSpPr>
            <p:nvPr/>
          </p:nvSpPr>
          <p:spPr bwMode="auto">
            <a:xfrm>
              <a:off x="2070100" y="5454650"/>
              <a:ext cx="177800" cy="1778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 name="Freeform 34"/>
            <p:cNvSpPr>
              <a:spLocks/>
            </p:cNvSpPr>
            <p:nvPr/>
          </p:nvSpPr>
          <p:spPr bwMode="auto">
            <a:xfrm>
              <a:off x="2111375" y="6016625"/>
              <a:ext cx="12700" cy="179387"/>
            </a:xfrm>
            <a:custGeom>
              <a:avLst/>
              <a:gdLst>
                <a:gd name="T0" fmla="*/ 0 w 14"/>
                <a:gd name="T1" fmla="*/ 188 h 195"/>
                <a:gd name="T2" fmla="*/ 7 w 14"/>
                <a:gd name="T3" fmla="*/ 195 h 195"/>
                <a:gd name="T4" fmla="*/ 14 w 14"/>
                <a:gd name="T5" fmla="*/ 188 h 195"/>
                <a:gd name="T6" fmla="*/ 14 w 14"/>
                <a:gd name="T7" fmla="*/ 0 h 195"/>
                <a:gd name="T8" fmla="*/ 0 w 14"/>
                <a:gd name="T9" fmla="*/ 0 h 195"/>
                <a:gd name="T10" fmla="*/ 0 w 14"/>
                <a:gd name="T11" fmla="*/ 188 h 195"/>
              </a:gdLst>
              <a:ahLst/>
              <a:cxnLst>
                <a:cxn ang="0">
                  <a:pos x="T0" y="T1"/>
                </a:cxn>
                <a:cxn ang="0">
                  <a:pos x="T2" y="T3"/>
                </a:cxn>
                <a:cxn ang="0">
                  <a:pos x="T4" y="T5"/>
                </a:cxn>
                <a:cxn ang="0">
                  <a:pos x="T6" y="T7"/>
                </a:cxn>
                <a:cxn ang="0">
                  <a:pos x="T8" y="T9"/>
                </a:cxn>
                <a:cxn ang="0">
                  <a:pos x="T10" y="T11"/>
                </a:cxn>
              </a:cxnLst>
              <a:rect l="0" t="0" r="r" b="b"/>
              <a:pathLst>
                <a:path w="14" h="195">
                  <a:moveTo>
                    <a:pt x="0" y="188"/>
                  </a:moveTo>
                  <a:cubicBezTo>
                    <a:pt x="0" y="192"/>
                    <a:pt x="3" y="195"/>
                    <a:pt x="7" y="195"/>
                  </a:cubicBezTo>
                  <a:cubicBezTo>
                    <a:pt x="11" y="195"/>
                    <a:pt x="14" y="192"/>
                    <a:pt x="14" y="188"/>
                  </a:cubicBezTo>
                  <a:cubicBezTo>
                    <a:pt x="14" y="0"/>
                    <a:pt x="14" y="0"/>
                    <a:pt x="14" y="0"/>
                  </a:cubicBezTo>
                  <a:cubicBezTo>
                    <a:pt x="0" y="0"/>
                    <a:pt x="0" y="0"/>
                    <a:pt x="0" y="0"/>
                  </a:cubicBezTo>
                  <a:lnTo>
                    <a:pt x="0" y="1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 name="Freeform 35"/>
            <p:cNvSpPr>
              <a:spLocks/>
            </p:cNvSpPr>
            <p:nvPr/>
          </p:nvSpPr>
          <p:spPr bwMode="auto">
            <a:xfrm>
              <a:off x="2327275" y="6016625"/>
              <a:ext cx="12700" cy="179387"/>
            </a:xfrm>
            <a:custGeom>
              <a:avLst/>
              <a:gdLst>
                <a:gd name="T0" fmla="*/ 0 w 14"/>
                <a:gd name="T1" fmla="*/ 188 h 195"/>
                <a:gd name="T2" fmla="*/ 7 w 14"/>
                <a:gd name="T3" fmla="*/ 195 h 195"/>
                <a:gd name="T4" fmla="*/ 14 w 14"/>
                <a:gd name="T5" fmla="*/ 188 h 195"/>
                <a:gd name="T6" fmla="*/ 14 w 14"/>
                <a:gd name="T7" fmla="*/ 0 h 195"/>
                <a:gd name="T8" fmla="*/ 0 w 14"/>
                <a:gd name="T9" fmla="*/ 0 h 195"/>
                <a:gd name="T10" fmla="*/ 0 w 14"/>
                <a:gd name="T11" fmla="*/ 188 h 195"/>
              </a:gdLst>
              <a:ahLst/>
              <a:cxnLst>
                <a:cxn ang="0">
                  <a:pos x="T0" y="T1"/>
                </a:cxn>
                <a:cxn ang="0">
                  <a:pos x="T2" y="T3"/>
                </a:cxn>
                <a:cxn ang="0">
                  <a:pos x="T4" y="T5"/>
                </a:cxn>
                <a:cxn ang="0">
                  <a:pos x="T6" y="T7"/>
                </a:cxn>
                <a:cxn ang="0">
                  <a:pos x="T8" y="T9"/>
                </a:cxn>
                <a:cxn ang="0">
                  <a:pos x="T10" y="T11"/>
                </a:cxn>
              </a:cxnLst>
              <a:rect l="0" t="0" r="r" b="b"/>
              <a:pathLst>
                <a:path w="14" h="195">
                  <a:moveTo>
                    <a:pt x="0" y="188"/>
                  </a:moveTo>
                  <a:cubicBezTo>
                    <a:pt x="0" y="192"/>
                    <a:pt x="3" y="195"/>
                    <a:pt x="7" y="195"/>
                  </a:cubicBezTo>
                  <a:cubicBezTo>
                    <a:pt x="11" y="195"/>
                    <a:pt x="14" y="192"/>
                    <a:pt x="14" y="188"/>
                  </a:cubicBezTo>
                  <a:cubicBezTo>
                    <a:pt x="14" y="0"/>
                    <a:pt x="14" y="0"/>
                    <a:pt x="14" y="0"/>
                  </a:cubicBezTo>
                  <a:cubicBezTo>
                    <a:pt x="0" y="0"/>
                    <a:pt x="0" y="0"/>
                    <a:pt x="0" y="0"/>
                  </a:cubicBezTo>
                  <a:lnTo>
                    <a:pt x="0" y="1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 name="Freeform 36"/>
            <p:cNvSpPr>
              <a:spLocks/>
            </p:cNvSpPr>
            <p:nvPr/>
          </p:nvSpPr>
          <p:spPr bwMode="auto">
            <a:xfrm>
              <a:off x="2136775" y="5953125"/>
              <a:ext cx="177800" cy="242887"/>
            </a:xfrm>
            <a:custGeom>
              <a:avLst/>
              <a:gdLst>
                <a:gd name="T0" fmla="*/ 0 w 194"/>
                <a:gd name="T1" fmla="*/ 0 h 265"/>
                <a:gd name="T2" fmla="*/ 0 w 194"/>
                <a:gd name="T3" fmla="*/ 220 h 265"/>
                <a:gd name="T4" fmla="*/ 45 w 194"/>
                <a:gd name="T5" fmla="*/ 265 h 265"/>
                <a:gd name="T6" fmla="*/ 90 w 194"/>
                <a:gd name="T7" fmla="*/ 220 h 265"/>
                <a:gd name="T8" fmla="*/ 90 w 194"/>
                <a:gd name="T9" fmla="*/ 70 h 265"/>
                <a:gd name="T10" fmla="*/ 97 w 194"/>
                <a:gd name="T11" fmla="*/ 63 h 265"/>
                <a:gd name="T12" fmla="*/ 104 w 194"/>
                <a:gd name="T13" fmla="*/ 70 h 265"/>
                <a:gd name="T14" fmla="*/ 104 w 194"/>
                <a:gd name="T15" fmla="*/ 220 h 265"/>
                <a:gd name="T16" fmla="*/ 149 w 194"/>
                <a:gd name="T17" fmla="*/ 265 h 265"/>
                <a:gd name="T18" fmla="*/ 194 w 194"/>
                <a:gd name="T19" fmla="*/ 220 h 265"/>
                <a:gd name="T20" fmla="*/ 194 w 194"/>
                <a:gd name="T21" fmla="*/ 0 h 265"/>
                <a:gd name="T22" fmla="*/ 0 w 194"/>
                <a:gd name="T23" fmla="*/ 0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4" h="265">
                  <a:moveTo>
                    <a:pt x="0" y="0"/>
                  </a:moveTo>
                  <a:cubicBezTo>
                    <a:pt x="0" y="220"/>
                    <a:pt x="0" y="220"/>
                    <a:pt x="0" y="220"/>
                  </a:cubicBezTo>
                  <a:cubicBezTo>
                    <a:pt x="0" y="245"/>
                    <a:pt x="21" y="265"/>
                    <a:pt x="45" y="265"/>
                  </a:cubicBezTo>
                  <a:cubicBezTo>
                    <a:pt x="70" y="265"/>
                    <a:pt x="90" y="245"/>
                    <a:pt x="90" y="220"/>
                  </a:cubicBezTo>
                  <a:cubicBezTo>
                    <a:pt x="90" y="70"/>
                    <a:pt x="90" y="70"/>
                    <a:pt x="90" y="70"/>
                  </a:cubicBezTo>
                  <a:cubicBezTo>
                    <a:pt x="90" y="67"/>
                    <a:pt x="93" y="63"/>
                    <a:pt x="97" y="63"/>
                  </a:cubicBezTo>
                  <a:cubicBezTo>
                    <a:pt x="101" y="63"/>
                    <a:pt x="104" y="67"/>
                    <a:pt x="104" y="70"/>
                  </a:cubicBezTo>
                  <a:cubicBezTo>
                    <a:pt x="104" y="220"/>
                    <a:pt x="104" y="220"/>
                    <a:pt x="104" y="220"/>
                  </a:cubicBezTo>
                  <a:cubicBezTo>
                    <a:pt x="104" y="245"/>
                    <a:pt x="124" y="265"/>
                    <a:pt x="149" y="265"/>
                  </a:cubicBezTo>
                  <a:cubicBezTo>
                    <a:pt x="174" y="265"/>
                    <a:pt x="194" y="245"/>
                    <a:pt x="194" y="220"/>
                  </a:cubicBezTo>
                  <a:cubicBezTo>
                    <a:pt x="194" y="0"/>
                    <a:pt x="194" y="0"/>
                    <a:pt x="194"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 name="Rectangle 37"/>
            <p:cNvSpPr>
              <a:spLocks noChangeArrowheads="1"/>
            </p:cNvSpPr>
            <p:nvPr/>
          </p:nvSpPr>
          <p:spPr bwMode="auto">
            <a:xfrm>
              <a:off x="2111375" y="5953125"/>
              <a:ext cx="12700"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 name="Freeform 38"/>
            <p:cNvSpPr>
              <a:spLocks/>
            </p:cNvSpPr>
            <p:nvPr/>
          </p:nvSpPr>
          <p:spPr bwMode="auto">
            <a:xfrm>
              <a:off x="2327275" y="5864225"/>
              <a:ext cx="12700" cy="41275"/>
            </a:xfrm>
            <a:custGeom>
              <a:avLst/>
              <a:gdLst>
                <a:gd name="T0" fmla="*/ 0 w 8"/>
                <a:gd name="T1" fmla="*/ 26 h 26"/>
                <a:gd name="T2" fmla="*/ 8 w 8"/>
                <a:gd name="T3" fmla="*/ 26 h 26"/>
                <a:gd name="T4" fmla="*/ 8 w 8"/>
                <a:gd name="T5" fmla="*/ 0 h 26"/>
                <a:gd name="T6" fmla="*/ 0 w 8"/>
                <a:gd name="T7" fmla="*/ 2 h 26"/>
                <a:gd name="T8" fmla="*/ 0 w 8"/>
                <a:gd name="T9" fmla="*/ 26 h 26"/>
              </a:gdLst>
              <a:ahLst/>
              <a:cxnLst>
                <a:cxn ang="0">
                  <a:pos x="T0" y="T1"/>
                </a:cxn>
                <a:cxn ang="0">
                  <a:pos x="T2" y="T3"/>
                </a:cxn>
                <a:cxn ang="0">
                  <a:pos x="T4" y="T5"/>
                </a:cxn>
                <a:cxn ang="0">
                  <a:pos x="T6" y="T7"/>
                </a:cxn>
                <a:cxn ang="0">
                  <a:pos x="T8" y="T9"/>
                </a:cxn>
              </a:cxnLst>
              <a:rect l="0" t="0" r="r" b="b"/>
              <a:pathLst>
                <a:path w="8" h="26">
                  <a:moveTo>
                    <a:pt x="0" y="26"/>
                  </a:moveTo>
                  <a:lnTo>
                    <a:pt x="8" y="26"/>
                  </a:lnTo>
                  <a:lnTo>
                    <a:pt x="8" y="0"/>
                  </a:lnTo>
                  <a:lnTo>
                    <a:pt x="0" y="2"/>
                  </a:lnTo>
                  <a:lnTo>
                    <a:pt x="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 name="Rectangle 39"/>
            <p:cNvSpPr>
              <a:spLocks noChangeArrowheads="1"/>
            </p:cNvSpPr>
            <p:nvPr/>
          </p:nvSpPr>
          <p:spPr bwMode="auto">
            <a:xfrm>
              <a:off x="2327275" y="5953125"/>
              <a:ext cx="12700"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 name="Freeform 40"/>
            <p:cNvSpPr>
              <a:spLocks/>
            </p:cNvSpPr>
            <p:nvPr/>
          </p:nvSpPr>
          <p:spPr bwMode="auto">
            <a:xfrm>
              <a:off x="2327275" y="5983288"/>
              <a:ext cx="30162" cy="20637"/>
            </a:xfrm>
            <a:custGeom>
              <a:avLst/>
              <a:gdLst>
                <a:gd name="T0" fmla="*/ 27 w 34"/>
                <a:gd name="T1" fmla="*/ 0 h 23"/>
                <a:gd name="T2" fmla="*/ 0 w 34"/>
                <a:gd name="T3" fmla="*/ 0 h 23"/>
                <a:gd name="T4" fmla="*/ 0 w 34"/>
                <a:gd name="T5" fmla="*/ 23 h 23"/>
                <a:gd name="T6" fmla="*/ 27 w 34"/>
                <a:gd name="T7" fmla="*/ 23 h 23"/>
                <a:gd name="T8" fmla="*/ 34 w 34"/>
                <a:gd name="T9" fmla="*/ 11 h 23"/>
                <a:gd name="T10" fmla="*/ 27 w 34"/>
                <a:gd name="T11" fmla="*/ 0 h 23"/>
              </a:gdLst>
              <a:ahLst/>
              <a:cxnLst>
                <a:cxn ang="0">
                  <a:pos x="T0" y="T1"/>
                </a:cxn>
                <a:cxn ang="0">
                  <a:pos x="T2" y="T3"/>
                </a:cxn>
                <a:cxn ang="0">
                  <a:pos x="T4" y="T5"/>
                </a:cxn>
                <a:cxn ang="0">
                  <a:pos x="T6" y="T7"/>
                </a:cxn>
                <a:cxn ang="0">
                  <a:pos x="T8" y="T9"/>
                </a:cxn>
                <a:cxn ang="0">
                  <a:pos x="T10" y="T11"/>
                </a:cxn>
              </a:cxnLst>
              <a:rect l="0" t="0" r="r" b="b"/>
              <a:pathLst>
                <a:path w="34" h="23">
                  <a:moveTo>
                    <a:pt x="27" y="0"/>
                  </a:moveTo>
                  <a:cubicBezTo>
                    <a:pt x="0" y="0"/>
                    <a:pt x="0" y="0"/>
                    <a:pt x="0" y="0"/>
                  </a:cubicBezTo>
                  <a:cubicBezTo>
                    <a:pt x="0" y="23"/>
                    <a:pt x="0" y="23"/>
                    <a:pt x="0" y="23"/>
                  </a:cubicBezTo>
                  <a:cubicBezTo>
                    <a:pt x="27" y="23"/>
                    <a:pt x="27" y="23"/>
                    <a:pt x="27" y="23"/>
                  </a:cubicBezTo>
                  <a:cubicBezTo>
                    <a:pt x="31" y="23"/>
                    <a:pt x="34" y="17"/>
                    <a:pt x="34" y="11"/>
                  </a:cubicBezTo>
                  <a:cubicBezTo>
                    <a:pt x="34" y="5"/>
                    <a:pt x="31" y="0"/>
                    <a:pt x="2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 name="Freeform 41"/>
            <p:cNvSpPr>
              <a:spLocks/>
            </p:cNvSpPr>
            <p:nvPr/>
          </p:nvSpPr>
          <p:spPr bwMode="auto">
            <a:xfrm>
              <a:off x="2090738" y="5983288"/>
              <a:ext cx="33337" cy="20637"/>
            </a:xfrm>
            <a:custGeom>
              <a:avLst/>
              <a:gdLst>
                <a:gd name="T0" fmla="*/ 0 w 37"/>
                <a:gd name="T1" fmla="*/ 11 h 23"/>
                <a:gd name="T2" fmla="*/ 7 w 37"/>
                <a:gd name="T3" fmla="*/ 23 h 23"/>
                <a:gd name="T4" fmla="*/ 37 w 37"/>
                <a:gd name="T5" fmla="*/ 23 h 23"/>
                <a:gd name="T6" fmla="*/ 37 w 37"/>
                <a:gd name="T7" fmla="*/ 0 h 23"/>
                <a:gd name="T8" fmla="*/ 7 w 37"/>
                <a:gd name="T9" fmla="*/ 0 h 23"/>
                <a:gd name="T10" fmla="*/ 0 w 37"/>
                <a:gd name="T11" fmla="*/ 11 h 23"/>
              </a:gdLst>
              <a:ahLst/>
              <a:cxnLst>
                <a:cxn ang="0">
                  <a:pos x="T0" y="T1"/>
                </a:cxn>
                <a:cxn ang="0">
                  <a:pos x="T2" y="T3"/>
                </a:cxn>
                <a:cxn ang="0">
                  <a:pos x="T4" y="T5"/>
                </a:cxn>
                <a:cxn ang="0">
                  <a:pos x="T6" y="T7"/>
                </a:cxn>
                <a:cxn ang="0">
                  <a:pos x="T8" y="T9"/>
                </a:cxn>
                <a:cxn ang="0">
                  <a:pos x="T10" y="T11"/>
                </a:cxn>
              </a:cxnLst>
              <a:rect l="0" t="0" r="r" b="b"/>
              <a:pathLst>
                <a:path w="37" h="23">
                  <a:moveTo>
                    <a:pt x="0" y="11"/>
                  </a:moveTo>
                  <a:cubicBezTo>
                    <a:pt x="0" y="17"/>
                    <a:pt x="3" y="23"/>
                    <a:pt x="7" y="23"/>
                  </a:cubicBezTo>
                  <a:cubicBezTo>
                    <a:pt x="37" y="23"/>
                    <a:pt x="37" y="23"/>
                    <a:pt x="37" y="23"/>
                  </a:cubicBezTo>
                  <a:cubicBezTo>
                    <a:pt x="37" y="0"/>
                    <a:pt x="37" y="0"/>
                    <a:pt x="37" y="0"/>
                  </a:cubicBezTo>
                  <a:cubicBezTo>
                    <a:pt x="7" y="0"/>
                    <a:pt x="7" y="0"/>
                    <a:pt x="7" y="0"/>
                  </a:cubicBezTo>
                  <a:cubicBezTo>
                    <a:pt x="3" y="0"/>
                    <a:pt x="0" y="5"/>
                    <a:pt x="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 name="Freeform 42"/>
            <p:cNvSpPr>
              <a:spLocks/>
            </p:cNvSpPr>
            <p:nvPr/>
          </p:nvSpPr>
          <p:spPr bwMode="auto">
            <a:xfrm>
              <a:off x="1906588" y="5918200"/>
              <a:ext cx="641350" cy="22225"/>
            </a:xfrm>
            <a:custGeom>
              <a:avLst/>
              <a:gdLst>
                <a:gd name="T0" fmla="*/ 685 w 696"/>
                <a:gd name="T1" fmla="*/ 0 h 23"/>
                <a:gd name="T2" fmla="*/ 11 w 696"/>
                <a:gd name="T3" fmla="*/ 0 h 23"/>
                <a:gd name="T4" fmla="*/ 0 w 696"/>
                <a:gd name="T5" fmla="*/ 11 h 23"/>
                <a:gd name="T6" fmla="*/ 11 w 696"/>
                <a:gd name="T7" fmla="*/ 23 h 23"/>
                <a:gd name="T8" fmla="*/ 685 w 696"/>
                <a:gd name="T9" fmla="*/ 23 h 23"/>
                <a:gd name="T10" fmla="*/ 696 w 696"/>
                <a:gd name="T11" fmla="*/ 11 h 23"/>
                <a:gd name="T12" fmla="*/ 685 w 696"/>
                <a:gd name="T13" fmla="*/ 0 h 23"/>
              </a:gdLst>
              <a:ahLst/>
              <a:cxnLst>
                <a:cxn ang="0">
                  <a:pos x="T0" y="T1"/>
                </a:cxn>
                <a:cxn ang="0">
                  <a:pos x="T2" y="T3"/>
                </a:cxn>
                <a:cxn ang="0">
                  <a:pos x="T4" y="T5"/>
                </a:cxn>
                <a:cxn ang="0">
                  <a:pos x="T6" y="T7"/>
                </a:cxn>
                <a:cxn ang="0">
                  <a:pos x="T8" y="T9"/>
                </a:cxn>
                <a:cxn ang="0">
                  <a:pos x="T10" y="T11"/>
                </a:cxn>
                <a:cxn ang="0">
                  <a:pos x="T12" y="T13"/>
                </a:cxn>
              </a:cxnLst>
              <a:rect l="0" t="0" r="r" b="b"/>
              <a:pathLst>
                <a:path w="696" h="23">
                  <a:moveTo>
                    <a:pt x="685" y="0"/>
                  </a:moveTo>
                  <a:cubicBezTo>
                    <a:pt x="11" y="0"/>
                    <a:pt x="11" y="0"/>
                    <a:pt x="11" y="0"/>
                  </a:cubicBezTo>
                  <a:cubicBezTo>
                    <a:pt x="5" y="0"/>
                    <a:pt x="0" y="5"/>
                    <a:pt x="0" y="11"/>
                  </a:cubicBezTo>
                  <a:cubicBezTo>
                    <a:pt x="0" y="18"/>
                    <a:pt x="5" y="23"/>
                    <a:pt x="11" y="23"/>
                  </a:cubicBezTo>
                  <a:cubicBezTo>
                    <a:pt x="685" y="23"/>
                    <a:pt x="685" y="23"/>
                    <a:pt x="685" y="23"/>
                  </a:cubicBezTo>
                  <a:cubicBezTo>
                    <a:pt x="691" y="23"/>
                    <a:pt x="696" y="18"/>
                    <a:pt x="696" y="11"/>
                  </a:cubicBezTo>
                  <a:cubicBezTo>
                    <a:pt x="696" y="5"/>
                    <a:pt x="691" y="0"/>
                    <a:pt x="68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 name="Freeform 43"/>
            <p:cNvSpPr>
              <a:spLocks/>
            </p:cNvSpPr>
            <p:nvPr/>
          </p:nvSpPr>
          <p:spPr bwMode="auto">
            <a:xfrm>
              <a:off x="2481263" y="5953125"/>
              <a:ext cx="15875" cy="242887"/>
            </a:xfrm>
            <a:custGeom>
              <a:avLst/>
              <a:gdLst>
                <a:gd name="T0" fmla="*/ 0 w 17"/>
                <a:gd name="T1" fmla="*/ 255 h 264"/>
                <a:gd name="T2" fmla="*/ 8 w 17"/>
                <a:gd name="T3" fmla="*/ 264 h 264"/>
                <a:gd name="T4" fmla="*/ 17 w 17"/>
                <a:gd name="T5" fmla="*/ 255 h 264"/>
                <a:gd name="T6" fmla="*/ 17 w 17"/>
                <a:gd name="T7" fmla="*/ 0 h 264"/>
                <a:gd name="T8" fmla="*/ 0 w 17"/>
                <a:gd name="T9" fmla="*/ 0 h 264"/>
                <a:gd name="T10" fmla="*/ 0 w 17"/>
                <a:gd name="T11" fmla="*/ 255 h 264"/>
              </a:gdLst>
              <a:ahLst/>
              <a:cxnLst>
                <a:cxn ang="0">
                  <a:pos x="T0" y="T1"/>
                </a:cxn>
                <a:cxn ang="0">
                  <a:pos x="T2" y="T3"/>
                </a:cxn>
                <a:cxn ang="0">
                  <a:pos x="T4" y="T5"/>
                </a:cxn>
                <a:cxn ang="0">
                  <a:pos x="T6" y="T7"/>
                </a:cxn>
                <a:cxn ang="0">
                  <a:pos x="T8" y="T9"/>
                </a:cxn>
                <a:cxn ang="0">
                  <a:pos x="T10" y="T11"/>
                </a:cxn>
              </a:cxnLst>
              <a:rect l="0" t="0" r="r" b="b"/>
              <a:pathLst>
                <a:path w="17" h="264">
                  <a:moveTo>
                    <a:pt x="0" y="255"/>
                  </a:moveTo>
                  <a:cubicBezTo>
                    <a:pt x="0" y="260"/>
                    <a:pt x="4" y="264"/>
                    <a:pt x="8" y="264"/>
                  </a:cubicBezTo>
                  <a:cubicBezTo>
                    <a:pt x="13" y="264"/>
                    <a:pt x="17" y="260"/>
                    <a:pt x="17" y="255"/>
                  </a:cubicBezTo>
                  <a:cubicBezTo>
                    <a:pt x="17" y="255"/>
                    <a:pt x="17" y="0"/>
                    <a:pt x="17" y="0"/>
                  </a:cubicBezTo>
                  <a:cubicBezTo>
                    <a:pt x="0" y="0"/>
                    <a:pt x="0" y="0"/>
                    <a:pt x="0" y="0"/>
                  </a:cubicBezTo>
                  <a:cubicBezTo>
                    <a:pt x="0" y="0"/>
                    <a:pt x="0" y="255"/>
                    <a:pt x="0"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 name="Freeform 44"/>
            <p:cNvSpPr>
              <a:spLocks/>
            </p:cNvSpPr>
            <p:nvPr/>
          </p:nvSpPr>
          <p:spPr bwMode="auto">
            <a:xfrm>
              <a:off x="1957388" y="5953125"/>
              <a:ext cx="15875" cy="242887"/>
            </a:xfrm>
            <a:custGeom>
              <a:avLst/>
              <a:gdLst>
                <a:gd name="T0" fmla="*/ 0 w 17"/>
                <a:gd name="T1" fmla="*/ 255 h 264"/>
                <a:gd name="T2" fmla="*/ 9 w 17"/>
                <a:gd name="T3" fmla="*/ 264 h 264"/>
                <a:gd name="T4" fmla="*/ 17 w 17"/>
                <a:gd name="T5" fmla="*/ 255 h 264"/>
                <a:gd name="T6" fmla="*/ 17 w 17"/>
                <a:gd name="T7" fmla="*/ 0 h 264"/>
                <a:gd name="T8" fmla="*/ 0 w 17"/>
                <a:gd name="T9" fmla="*/ 0 h 264"/>
                <a:gd name="T10" fmla="*/ 0 w 17"/>
                <a:gd name="T11" fmla="*/ 255 h 264"/>
              </a:gdLst>
              <a:ahLst/>
              <a:cxnLst>
                <a:cxn ang="0">
                  <a:pos x="T0" y="T1"/>
                </a:cxn>
                <a:cxn ang="0">
                  <a:pos x="T2" y="T3"/>
                </a:cxn>
                <a:cxn ang="0">
                  <a:pos x="T4" y="T5"/>
                </a:cxn>
                <a:cxn ang="0">
                  <a:pos x="T6" y="T7"/>
                </a:cxn>
                <a:cxn ang="0">
                  <a:pos x="T8" y="T9"/>
                </a:cxn>
                <a:cxn ang="0">
                  <a:pos x="T10" y="T11"/>
                </a:cxn>
              </a:cxnLst>
              <a:rect l="0" t="0" r="r" b="b"/>
              <a:pathLst>
                <a:path w="17" h="264">
                  <a:moveTo>
                    <a:pt x="0" y="255"/>
                  </a:moveTo>
                  <a:cubicBezTo>
                    <a:pt x="0" y="260"/>
                    <a:pt x="4" y="264"/>
                    <a:pt x="9" y="264"/>
                  </a:cubicBezTo>
                  <a:cubicBezTo>
                    <a:pt x="13" y="264"/>
                    <a:pt x="17" y="260"/>
                    <a:pt x="17" y="255"/>
                  </a:cubicBezTo>
                  <a:cubicBezTo>
                    <a:pt x="17" y="255"/>
                    <a:pt x="17" y="0"/>
                    <a:pt x="17" y="0"/>
                  </a:cubicBezTo>
                  <a:cubicBezTo>
                    <a:pt x="0" y="0"/>
                    <a:pt x="0" y="0"/>
                    <a:pt x="0" y="0"/>
                  </a:cubicBezTo>
                  <a:cubicBezTo>
                    <a:pt x="0" y="0"/>
                    <a:pt x="0" y="255"/>
                    <a:pt x="0"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 name="Freeform 45"/>
            <p:cNvSpPr>
              <a:spLocks/>
            </p:cNvSpPr>
            <p:nvPr/>
          </p:nvSpPr>
          <p:spPr bwMode="auto">
            <a:xfrm>
              <a:off x="2327275" y="5754688"/>
              <a:ext cx="23812" cy="93662"/>
            </a:xfrm>
            <a:custGeom>
              <a:avLst/>
              <a:gdLst>
                <a:gd name="T0" fmla="*/ 26 w 26"/>
                <a:gd name="T1" fmla="*/ 72 h 102"/>
                <a:gd name="T2" fmla="*/ 26 w 26"/>
                <a:gd name="T3" fmla="*/ 30 h 102"/>
                <a:gd name="T4" fmla="*/ 0 w 26"/>
                <a:gd name="T5" fmla="*/ 0 h 102"/>
                <a:gd name="T6" fmla="*/ 0 w 26"/>
                <a:gd name="T7" fmla="*/ 102 h 102"/>
                <a:gd name="T8" fmla="*/ 26 w 26"/>
                <a:gd name="T9" fmla="*/ 72 h 102"/>
              </a:gdLst>
              <a:ahLst/>
              <a:cxnLst>
                <a:cxn ang="0">
                  <a:pos x="T0" y="T1"/>
                </a:cxn>
                <a:cxn ang="0">
                  <a:pos x="T2" y="T3"/>
                </a:cxn>
                <a:cxn ang="0">
                  <a:pos x="T4" y="T5"/>
                </a:cxn>
                <a:cxn ang="0">
                  <a:pos x="T6" y="T7"/>
                </a:cxn>
                <a:cxn ang="0">
                  <a:pos x="T8" y="T9"/>
                </a:cxn>
              </a:cxnLst>
              <a:rect l="0" t="0" r="r" b="b"/>
              <a:pathLst>
                <a:path w="26" h="102">
                  <a:moveTo>
                    <a:pt x="26" y="72"/>
                  </a:moveTo>
                  <a:cubicBezTo>
                    <a:pt x="26" y="30"/>
                    <a:pt x="26" y="30"/>
                    <a:pt x="26" y="30"/>
                  </a:cubicBezTo>
                  <a:cubicBezTo>
                    <a:pt x="26" y="15"/>
                    <a:pt x="15" y="2"/>
                    <a:pt x="0" y="0"/>
                  </a:cubicBezTo>
                  <a:cubicBezTo>
                    <a:pt x="0" y="102"/>
                    <a:pt x="0" y="102"/>
                    <a:pt x="0" y="102"/>
                  </a:cubicBezTo>
                  <a:cubicBezTo>
                    <a:pt x="15" y="100"/>
                    <a:pt x="26" y="87"/>
                    <a:pt x="26" y="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 name="Freeform 46"/>
            <p:cNvSpPr>
              <a:spLocks/>
            </p:cNvSpPr>
            <p:nvPr/>
          </p:nvSpPr>
          <p:spPr bwMode="auto">
            <a:xfrm>
              <a:off x="2036763" y="5305425"/>
              <a:ext cx="314325" cy="600075"/>
            </a:xfrm>
            <a:custGeom>
              <a:avLst/>
              <a:gdLst>
                <a:gd name="T0" fmla="*/ 30 w 342"/>
                <a:gd name="T1" fmla="*/ 650 h 653"/>
                <a:gd name="T2" fmla="*/ 37 w 342"/>
                <a:gd name="T3" fmla="*/ 651 h 653"/>
                <a:gd name="T4" fmla="*/ 37 w 342"/>
                <a:gd name="T5" fmla="*/ 651 h 653"/>
                <a:gd name="T6" fmla="*/ 133 w 342"/>
                <a:gd name="T7" fmla="*/ 651 h 653"/>
                <a:gd name="T8" fmla="*/ 133 w 342"/>
                <a:gd name="T9" fmla="*/ 651 h 653"/>
                <a:gd name="T10" fmla="*/ 167 w 342"/>
                <a:gd name="T11" fmla="*/ 616 h 653"/>
                <a:gd name="T12" fmla="*/ 133 w 342"/>
                <a:gd name="T13" fmla="*/ 582 h 653"/>
                <a:gd name="T14" fmla="*/ 57 w 342"/>
                <a:gd name="T15" fmla="*/ 582 h 653"/>
                <a:gd name="T16" fmla="*/ 66 w 342"/>
                <a:gd name="T17" fmla="*/ 572 h 653"/>
                <a:gd name="T18" fmla="*/ 80 w 342"/>
                <a:gd name="T19" fmla="*/ 572 h 653"/>
                <a:gd name="T20" fmla="*/ 95 w 342"/>
                <a:gd name="T21" fmla="*/ 490 h 653"/>
                <a:gd name="T22" fmla="*/ 95 w 342"/>
                <a:gd name="T23" fmla="*/ 489 h 653"/>
                <a:gd name="T24" fmla="*/ 101 w 342"/>
                <a:gd name="T25" fmla="*/ 482 h 653"/>
                <a:gd name="T26" fmla="*/ 108 w 342"/>
                <a:gd name="T27" fmla="*/ 489 h 653"/>
                <a:gd name="T28" fmla="*/ 108 w 342"/>
                <a:gd name="T29" fmla="*/ 491 h 653"/>
                <a:gd name="T30" fmla="*/ 108 w 342"/>
                <a:gd name="T31" fmla="*/ 491 h 653"/>
                <a:gd name="T32" fmla="*/ 108 w 342"/>
                <a:gd name="T33" fmla="*/ 491 h 653"/>
                <a:gd name="T34" fmla="*/ 108 w 342"/>
                <a:gd name="T35" fmla="*/ 572 h 653"/>
                <a:gd name="T36" fmla="*/ 133 w 342"/>
                <a:gd name="T37" fmla="*/ 572 h 653"/>
                <a:gd name="T38" fmla="*/ 177 w 342"/>
                <a:gd name="T39" fmla="*/ 616 h 653"/>
                <a:gd name="T40" fmla="*/ 158 w 342"/>
                <a:gd name="T41" fmla="*/ 653 h 653"/>
                <a:gd name="T42" fmla="*/ 302 w 342"/>
                <a:gd name="T43" fmla="*/ 653 h 653"/>
                <a:gd name="T44" fmla="*/ 302 w 342"/>
                <a:gd name="T45" fmla="*/ 406 h 653"/>
                <a:gd name="T46" fmla="*/ 312 w 342"/>
                <a:gd name="T47" fmla="*/ 366 h 653"/>
                <a:gd name="T48" fmla="*/ 340 w 342"/>
                <a:gd name="T49" fmla="*/ 40 h 653"/>
                <a:gd name="T50" fmla="*/ 340 w 342"/>
                <a:gd name="T51" fmla="*/ 40 h 653"/>
                <a:gd name="T52" fmla="*/ 309 w 342"/>
                <a:gd name="T53" fmla="*/ 2 h 653"/>
                <a:gd name="T54" fmla="*/ 272 w 342"/>
                <a:gd name="T55" fmla="*/ 33 h 653"/>
                <a:gd name="T56" fmla="*/ 272 w 342"/>
                <a:gd name="T57" fmla="*/ 33 h 653"/>
                <a:gd name="T58" fmla="*/ 247 w 342"/>
                <a:gd name="T59" fmla="*/ 321 h 653"/>
                <a:gd name="T60" fmla="*/ 63 w 342"/>
                <a:gd name="T61" fmla="*/ 417 h 653"/>
                <a:gd name="T62" fmla="*/ 62 w 342"/>
                <a:gd name="T63" fmla="*/ 418 h 653"/>
                <a:gd name="T64" fmla="*/ 62 w 342"/>
                <a:gd name="T65" fmla="*/ 418 h 653"/>
                <a:gd name="T66" fmla="*/ 28 w 342"/>
                <a:gd name="T67" fmla="*/ 467 h 653"/>
                <a:gd name="T68" fmla="*/ 4 w 342"/>
                <a:gd name="T69" fmla="*/ 609 h 653"/>
                <a:gd name="T70" fmla="*/ 4 w 342"/>
                <a:gd name="T71" fmla="*/ 609 h 653"/>
                <a:gd name="T72" fmla="*/ 4 w 342"/>
                <a:gd name="T73" fmla="*/ 609 h 653"/>
                <a:gd name="T74" fmla="*/ 30 w 342"/>
                <a:gd name="T75" fmla="*/ 650 h 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42" h="653">
                  <a:moveTo>
                    <a:pt x="30" y="650"/>
                  </a:moveTo>
                  <a:cubicBezTo>
                    <a:pt x="32" y="651"/>
                    <a:pt x="35" y="651"/>
                    <a:pt x="37" y="651"/>
                  </a:cubicBezTo>
                  <a:cubicBezTo>
                    <a:pt x="37" y="651"/>
                    <a:pt x="37" y="651"/>
                    <a:pt x="37" y="651"/>
                  </a:cubicBezTo>
                  <a:cubicBezTo>
                    <a:pt x="133" y="651"/>
                    <a:pt x="133" y="651"/>
                    <a:pt x="133" y="651"/>
                  </a:cubicBezTo>
                  <a:cubicBezTo>
                    <a:pt x="133" y="651"/>
                    <a:pt x="133" y="651"/>
                    <a:pt x="133" y="651"/>
                  </a:cubicBezTo>
                  <a:cubicBezTo>
                    <a:pt x="152" y="651"/>
                    <a:pt x="167" y="635"/>
                    <a:pt x="167" y="616"/>
                  </a:cubicBezTo>
                  <a:cubicBezTo>
                    <a:pt x="167" y="597"/>
                    <a:pt x="152" y="582"/>
                    <a:pt x="133" y="582"/>
                  </a:cubicBezTo>
                  <a:cubicBezTo>
                    <a:pt x="57" y="582"/>
                    <a:pt x="57" y="582"/>
                    <a:pt x="57" y="582"/>
                  </a:cubicBezTo>
                  <a:cubicBezTo>
                    <a:pt x="57" y="577"/>
                    <a:pt x="61" y="572"/>
                    <a:pt x="66" y="572"/>
                  </a:cubicBezTo>
                  <a:cubicBezTo>
                    <a:pt x="80" y="572"/>
                    <a:pt x="80" y="572"/>
                    <a:pt x="80" y="572"/>
                  </a:cubicBezTo>
                  <a:cubicBezTo>
                    <a:pt x="95" y="490"/>
                    <a:pt x="95" y="490"/>
                    <a:pt x="95" y="490"/>
                  </a:cubicBezTo>
                  <a:cubicBezTo>
                    <a:pt x="95" y="489"/>
                    <a:pt x="95" y="489"/>
                    <a:pt x="95" y="489"/>
                  </a:cubicBezTo>
                  <a:cubicBezTo>
                    <a:pt x="95" y="485"/>
                    <a:pt x="98" y="482"/>
                    <a:pt x="101" y="482"/>
                  </a:cubicBezTo>
                  <a:cubicBezTo>
                    <a:pt x="105" y="482"/>
                    <a:pt x="108" y="485"/>
                    <a:pt x="108" y="489"/>
                  </a:cubicBezTo>
                  <a:cubicBezTo>
                    <a:pt x="108" y="490"/>
                    <a:pt x="108" y="490"/>
                    <a:pt x="108" y="491"/>
                  </a:cubicBezTo>
                  <a:cubicBezTo>
                    <a:pt x="108" y="491"/>
                    <a:pt x="108" y="491"/>
                    <a:pt x="108" y="491"/>
                  </a:cubicBezTo>
                  <a:cubicBezTo>
                    <a:pt x="108" y="491"/>
                    <a:pt x="108" y="491"/>
                    <a:pt x="108" y="491"/>
                  </a:cubicBezTo>
                  <a:cubicBezTo>
                    <a:pt x="108" y="572"/>
                    <a:pt x="108" y="572"/>
                    <a:pt x="108" y="572"/>
                  </a:cubicBezTo>
                  <a:cubicBezTo>
                    <a:pt x="133" y="572"/>
                    <a:pt x="133" y="572"/>
                    <a:pt x="133" y="572"/>
                  </a:cubicBezTo>
                  <a:cubicBezTo>
                    <a:pt x="157" y="572"/>
                    <a:pt x="177" y="592"/>
                    <a:pt x="177" y="616"/>
                  </a:cubicBezTo>
                  <a:cubicBezTo>
                    <a:pt x="177" y="631"/>
                    <a:pt x="170" y="645"/>
                    <a:pt x="158" y="653"/>
                  </a:cubicBezTo>
                  <a:cubicBezTo>
                    <a:pt x="302" y="653"/>
                    <a:pt x="302" y="653"/>
                    <a:pt x="302" y="653"/>
                  </a:cubicBezTo>
                  <a:cubicBezTo>
                    <a:pt x="302" y="406"/>
                    <a:pt x="302" y="406"/>
                    <a:pt x="302" y="406"/>
                  </a:cubicBezTo>
                  <a:cubicBezTo>
                    <a:pt x="302" y="406"/>
                    <a:pt x="311" y="369"/>
                    <a:pt x="312" y="366"/>
                  </a:cubicBezTo>
                  <a:cubicBezTo>
                    <a:pt x="340" y="40"/>
                    <a:pt x="340" y="40"/>
                    <a:pt x="340" y="40"/>
                  </a:cubicBezTo>
                  <a:cubicBezTo>
                    <a:pt x="340" y="40"/>
                    <a:pt x="340" y="40"/>
                    <a:pt x="340" y="40"/>
                  </a:cubicBezTo>
                  <a:cubicBezTo>
                    <a:pt x="342" y="21"/>
                    <a:pt x="328" y="4"/>
                    <a:pt x="309" y="2"/>
                  </a:cubicBezTo>
                  <a:cubicBezTo>
                    <a:pt x="290" y="0"/>
                    <a:pt x="273" y="14"/>
                    <a:pt x="272" y="33"/>
                  </a:cubicBezTo>
                  <a:cubicBezTo>
                    <a:pt x="272" y="33"/>
                    <a:pt x="272" y="33"/>
                    <a:pt x="272" y="33"/>
                  </a:cubicBezTo>
                  <a:cubicBezTo>
                    <a:pt x="247" y="321"/>
                    <a:pt x="247" y="321"/>
                    <a:pt x="247" y="321"/>
                  </a:cubicBezTo>
                  <a:cubicBezTo>
                    <a:pt x="247" y="321"/>
                    <a:pt x="64" y="417"/>
                    <a:pt x="63" y="417"/>
                  </a:cubicBezTo>
                  <a:cubicBezTo>
                    <a:pt x="62" y="418"/>
                    <a:pt x="62" y="418"/>
                    <a:pt x="62" y="418"/>
                  </a:cubicBezTo>
                  <a:cubicBezTo>
                    <a:pt x="62" y="418"/>
                    <a:pt x="62" y="418"/>
                    <a:pt x="62" y="418"/>
                  </a:cubicBezTo>
                  <a:cubicBezTo>
                    <a:pt x="44" y="428"/>
                    <a:pt x="32" y="446"/>
                    <a:pt x="28" y="467"/>
                  </a:cubicBezTo>
                  <a:cubicBezTo>
                    <a:pt x="28" y="468"/>
                    <a:pt x="4" y="609"/>
                    <a:pt x="4" y="609"/>
                  </a:cubicBezTo>
                  <a:cubicBezTo>
                    <a:pt x="4" y="609"/>
                    <a:pt x="4" y="609"/>
                    <a:pt x="4" y="609"/>
                  </a:cubicBezTo>
                  <a:cubicBezTo>
                    <a:pt x="4" y="609"/>
                    <a:pt x="4" y="609"/>
                    <a:pt x="4" y="609"/>
                  </a:cubicBezTo>
                  <a:cubicBezTo>
                    <a:pt x="0" y="628"/>
                    <a:pt x="11" y="646"/>
                    <a:pt x="30" y="6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 name="Rectangle 151"/>
            <p:cNvSpPr>
              <a:spLocks noChangeArrowheads="1"/>
            </p:cNvSpPr>
            <p:nvPr/>
          </p:nvSpPr>
          <p:spPr bwMode="auto">
            <a:xfrm>
              <a:off x="3406775" y="5529263"/>
              <a:ext cx="901700" cy="1428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 name="Freeform 152"/>
            <p:cNvSpPr>
              <a:spLocks noEditPoints="1"/>
            </p:cNvSpPr>
            <p:nvPr/>
          </p:nvSpPr>
          <p:spPr bwMode="auto">
            <a:xfrm>
              <a:off x="3406775" y="4910138"/>
              <a:ext cx="901700" cy="601662"/>
            </a:xfrm>
            <a:custGeom>
              <a:avLst/>
              <a:gdLst>
                <a:gd name="T0" fmla="*/ 0 w 981"/>
                <a:gd name="T1" fmla="*/ 0 h 654"/>
                <a:gd name="T2" fmla="*/ 0 w 981"/>
                <a:gd name="T3" fmla="*/ 654 h 654"/>
                <a:gd name="T4" fmla="*/ 981 w 981"/>
                <a:gd name="T5" fmla="*/ 654 h 654"/>
                <a:gd name="T6" fmla="*/ 981 w 981"/>
                <a:gd name="T7" fmla="*/ 0 h 654"/>
                <a:gd name="T8" fmla="*/ 0 w 981"/>
                <a:gd name="T9" fmla="*/ 0 h 654"/>
                <a:gd name="T10" fmla="*/ 121 w 981"/>
                <a:gd name="T11" fmla="*/ 237 h 654"/>
                <a:gd name="T12" fmla="*/ 621 w 981"/>
                <a:gd name="T13" fmla="*/ 237 h 654"/>
                <a:gd name="T14" fmla="*/ 621 w 981"/>
                <a:gd name="T15" fmla="*/ 263 h 654"/>
                <a:gd name="T16" fmla="*/ 121 w 981"/>
                <a:gd name="T17" fmla="*/ 263 h 654"/>
                <a:gd name="T18" fmla="*/ 121 w 981"/>
                <a:gd name="T19" fmla="*/ 237 h 654"/>
                <a:gd name="T20" fmla="*/ 172 w 981"/>
                <a:gd name="T21" fmla="*/ 631 h 654"/>
                <a:gd name="T22" fmla="*/ 165 w 981"/>
                <a:gd name="T23" fmla="*/ 637 h 654"/>
                <a:gd name="T24" fmla="*/ 77 w 981"/>
                <a:gd name="T25" fmla="*/ 637 h 654"/>
                <a:gd name="T26" fmla="*/ 70 w 981"/>
                <a:gd name="T27" fmla="*/ 631 h 654"/>
                <a:gd name="T28" fmla="*/ 70 w 981"/>
                <a:gd name="T29" fmla="*/ 591 h 654"/>
                <a:gd name="T30" fmla="*/ 77 w 981"/>
                <a:gd name="T31" fmla="*/ 584 h 654"/>
                <a:gd name="T32" fmla="*/ 165 w 981"/>
                <a:gd name="T33" fmla="*/ 584 h 654"/>
                <a:gd name="T34" fmla="*/ 172 w 981"/>
                <a:gd name="T35" fmla="*/ 591 h 654"/>
                <a:gd name="T36" fmla="*/ 172 w 981"/>
                <a:gd name="T37" fmla="*/ 631 h 654"/>
                <a:gd name="T38" fmla="*/ 329 w 981"/>
                <a:gd name="T39" fmla="*/ 637 h 654"/>
                <a:gd name="T40" fmla="*/ 231 w 981"/>
                <a:gd name="T41" fmla="*/ 637 h 654"/>
                <a:gd name="T42" fmla="*/ 231 w 981"/>
                <a:gd name="T43" fmla="*/ 613 h 654"/>
                <a:gd name="T44" fmla="*/ 329 w 981"/>
                <a:gd name="T45" fmla="*/ 613 h 654"/>
                <a:gd name="T46" fmla="*/ 329 w 981"/>
                <a:gd name="T47" fmla="*/ 637 h 654"/>
                <a:gd name="T48" fmla="*/ 371 w 981"/>
                <a:gd name="T49" fmla="*/ 444 h 654"/>
                <a:gd name="T50" fmla="*/ 121 w 981"/>
                <a:gd name="T51" fmla="*/ 444 h 654"/>
                <a:gd name="T52" fmla="*/ 121 w 981"/>
                <a:gd name="T53" fmla="*/ 418 h 654"/>
                <a:gd name="T54" fmla="*/ 371 w 981"/>
                <a:gd name="T55" fmla="*/ 418 h 654"/>
                <a:gd name="T56" fmla="*/ 371 w 981"/>
                <a:gd name="T57" fmla="*/ 444 h 654"/>
                <a:gd name="T58" fmla="*/ 821 w 981"/>
                <a:gd name="T59" fmla="*/ 353 h 654"/>
                <a:gd name="T60" fmla="*/ 121 w 981"/>
                <a:gd name="T61" fmla="*/ 353 h 654"/>
                <a:gd name="T62" fmla="*/ 121 w 981"/>
                <a:gd name="T63" fmla="*/ 328 h 654"/>
                <a:gd name="T64" fmla="*/ 821 w 981"/>
                <a:gd name="T65" fmla="*/ 328 h 654"/>
                <a:gd name="T66" fmla="*/ 821 w 981"/>
                <a:gd name="T67" fmla="*/ 353 h 654"/>
                <a:gd name="T68" fmla="*/ 821 w 981"/>
                <a:gd name="T69" fmla="*/ 172 h 654"/>
                <a:gd name="T70" fmla="*/ 121 w 981"/>
                <a:gd name="T71" fmla="*/ 172 h 654"/>
                <a:gd name="T72" fmla="*/ 121 w 981"/>
                <a:gd name="T73" fmla="*/ 147 h 654"/>
                <a:gd name="T74" fmla="*/ 821 w 981"/>
                <a:gd name="T75" fmla="*/ 147 h 654"/>
                <a:gd name="T76" fmla="*/ 821 w 981"/>
                <a:gd name="T77" fmla="*/ 172 h 6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81" h="654">
                  <a:moveTo>
                    <a:pt x="0" y="0"/>
                  </a:moveTo>
                  <a:cubicBezTo>
                    <a:pt x="0" y="654"/>
                    <a:pt x="0" y="654"/>
                    <a:pt x="0" y="654"/>
                  </a:cubicBezTo>
                  <a:cubicBezTo>
                    <a:pt x="981" y="654"/>
                    <a:pt x="981" y="654"/>
                    <a:pt x="981" y="654"/>
                  </a:cubicBezTo>
                  <a:cubicBezTo>
                    <a:pt x="981" y="0"/>
                    <a:pt x="981" y="0"/>
                    <a:pt x="981" y="0"/>
                  </a:cubicBezTo>
                  <a:lnTo>
                    <a:pt x="0" y="0"/>
                  </a:lnTo>
                  <a:close/>
                  <a:moveTo>
                    <a:pt x="121" y="237"/>
                  </a:moveTo>
                  <a:cubicBezTo>
                    <a:pt x="621" y="237"/>
                    <a:pt x="621" y="237"/>
                    <a:pt x="621" y="237"/>
                  </a:cubicBezTo>
                  <a:cubicBezTo>
                    <a:pt x="621" y="263"/>
                    <a:pt x="621" y="263"/>
                    <a:pt x="621" y="263"/>
                  </a:cubicBezTo>
                  <a:cubicBezTo>
                    <a:pt x="121" y="263"/>
                    <a:pt x="121" y="263"/>
                    <a:pt x="121" y="263"/>
                  </a:cubicBezTo>
                  <a:lnTo>
                    <a:pt x="121" y="237"/>
                  </a:lnTo>
                  <a:close/>
                  <a:moveTo>
                    <a:pt x="172" y="631"/>
                  </a:moveTo>
                  <a:cubicBezTo>
                    <a:pt x="172" y="635"/>
                    <a:pt x="169" y="637"/>
                    <a:pt x="165" y="637"/>
                  </a:cubicBezTo>
                  <a:cubicBezTo>
                    <a:pt x="77" y="637"/>
                    <a:pt x="77" y="637"/>
                    <a:pt x="77" y="637"/>
                  </a:cubicBezTo>
                  <a:cubicBezTo>
                    <a:pt x="73" y="637"/>
                    <a:pt x="70" y="635"/>
                    <a:pt x="70" y="631"/>
                  </a:cubicBezTo>
                  <a:cubicBezTo>
                    <a:pt x="70" y="591"/>
                    <a:pt x="70" y="591"/>
                    <a:pt x="70" y="591"/>
                  </a:cubicBezTo>
                  <a:cubicBezTo>
                    <a:pt x="70" y="587"/>
                    <a:pt x="73" y="584"/>
                    <a:pt x="77" y="584"/>
                  </a:cubicBezTo>
                  <a:cubicBezTo>
                    <a:pt x="165" y="584"/>
                    <a:pt x="165" y="584"/>
                    <a:pt x="165" y="584"/>
                  </a:cubicBezTo>
                  <a:cubicBezTo>
                    <a:pt x="169" y="584"/>
                    <a:pt x="172" y="587"/>
                    <a:pt x="172" y="591"/>
                  </a:cubicBezTo>
                  <a:lnTo>
                    <a:pt x="172" y="631"/>
                  </a:lnTo>
                  <a:close/>
                  <a:moveTo>
                    <a:pt x="329" y="637"/>
                  </a:moveTo>
                  <a:cubicBezTo>
                    <a:pt x="231" y="637"/>
                    <a:pt x="231" y="637"/>
                    <a:pt x="231" y="637"/>
                  </a:cubicBezTo>
                  <a:cubicBezTo>
                    <a:pt x="231" y="613"/>
                    <a:pt x="231" y="613"/>
                    <a:pt x="231" y="613"/>
                  </a:cubicBezTo>
                  <a:cubicBezTo>
                    <a:pt x="329" y="613"/>
                    <a:pt x="329" y="613"/>
                    <a:pt x="329" y="613"/>
                  </a:cubicBezTo>
                  <a:lnTo>
                    <a:pt x="329" y="637"/>
                  </a:lnTo>
                  <a:close/>
                  <a:moveTo>
                    <a:pt x="371" y="444"/>
                  </a:moveTo>
                  <a:cubicBezTo>
                    <a:pt x="121" y="444"/>
                    <a:pt x="121" y="444"/>
                    <a:pt x="121" y="444"/>
                  </a:cubicBezTo>
                  <a:cubicBezTo>
                    <a:pt x="121" y="418"/>
                    <a:pt x="121" y="418"/>
                    <a:pt x="121" y="418"/>
                  </a:cubicBezTo>
                  <a:cubicBezTo>
                    <a:pt x="371" y="418"/>
                    <a:pt x="371" y="418"/>
                    <a:pt x="371" y="418"/>
                  </a:cubicBezTo>
                  <a:lnTo>
                    <a:pt x="371" y="444"/>
                  </a:lnTo>
                  <a:close/>
                  <a:moveTo>
                    <a:pt x="821" y="353"/>
                  </a:moveTo>
                  <a:cubicBezTo>
                    <a:pt x="121" y="353"/>
                    <a:pt x="121" y="353"/>
                    <a:pt x="121" y="353"/>
                  </a:cubicBezTo>
                  <a:cubicBezTo>
                    <a:pt x="121" y="328"/>
                    <a:pt x="121" y="328"/>
                    <a:pt x="121" y="328"/>
                  </a:cubicBezTo>
                  <a:cubicBezTo>
                    <a:pt x="821" y="328"/>
                    <a:pt x="821" y="328"/>
                    <a:pt x="821" y="328"/>
                  </a:cubicBezTo>
                  <a:lnTo>
                    <a:pt x="821" y="353"/>
                  </a:lnTo>
                  <a:close/>
                  <a:moveTo>
                    <a:pt x="821" y="172"/>
                  </a:moveTo>
                  <a:cubicBezTo>
                    <a:pt x="121" y="172"/>
                    <a:pt x="121" y="172"/>
                    <a:pt x="121" y="172"/>
                  </a:cubicBezTo>
                  <a:cubicBezTo>
                    <a:pt x="121" y="147"/>
                    <a:pt x="121" y="147"/>
                    <a:pt x="121" y="147"/>
                  </a:cubicBezTo>
                  <a:cubicBezTo>
                    <a:pt x="821" y="147"/>
                    <a:pt x="821" y="147"/>
                    <a:pt x="821" y="147"/>
                  </a:cubicBezTo>
                  <a:lnTo>
                    <a:pt x="821" y="1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 name="Oval 153"/>
            <p:cNvSpPr>
              <a:spLocks noChangeArrowheads="1"/>
            </p:cNvSpPr>
            <p:nvPr/>
          </p:nvSpPr>
          <p:spPr bwMode="auto">
            <a:xfrm>
              <a:off x="2803525" y="5092700"/>
              <a:ext cx="212725" cy="2127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 name="Freeform 154"/>
            <p:cNvSpPr>
              <a:spLocks/>
            </p:cNvSpPr>
            <p:nvPr/>
          </p:nvSpPr>
          <p:spPr bwMode="auto">
            <a:xfrm>
              <a:off x="2668588" y="5326063"/>
              <a:ext cx="687387" cy="869950"/>
            </a:xfrm>
            <a:custGeom>
              <a:avLst/>
              <a:gdLst>
                <a:gd name="T0" fmla="*/ 671 w 747"/>
                <a:gd name="T1" fmla="*/ 103 h 946"/>
                <a:gd name="T2" fmla="*/ 538 w 747"/>
                <a:gd name="T3" fmla="*/ 168 h 946"/>
                <a:gd name="T4" fmla="*/ 471 w 747"/>
                <a:gd name="T5" fmla="*/ 50 h 946"/>
                <a:gd name="T6" fmla="*/ 387 w 747"/>
                <a:gd name="T7" fmla="*/ 0 h 946"/>
                <a:gd name="T8" fmla="*/ 88 w 747"/>
                <a:gd name="T9" fmla="*/ 1 h 946"/>
                <a:gd name="T10" fmla="*/ 0 w 747"/>
                <a:gd name="T11" fmla="*/ 96 h 946"/>
                <a:gd name="T12" fmla="*/ 0 w 747"/>
                <a:gd name="T13" fmla="*/ 480 h 946"/>
                <a:gd name="T14" fmla="*/ 48 w 747"/>
                <a:gd name="T15" fmla="*/ 528 h 946"/>
                <a:gd name="T16" fmla="*/ 96 w 747"/>
                <a:gd name="T17" fmla="*/ 480 h 946"/>
                <a:gd name="T18" fmla="*/ 96 w 747"/>
                <a:gd name="T19" fmla="*/ 125 h 946"/>
                <a:gd name="T20" fmla="*/ 106 w 747"/>
                <a:gd name="T21" fmla="*/ 115 h 946"/>
                <a:gd name="T22" fmla="*/ 115 w 747"/>
                <a:gd name="T23" fmla="*/ 125 h 946"/>
                <a:gd name="T24" fmla="*/ 115 w 747"/>
                <a:gd name="T25" fmla="*/ 883 h 946"/>
                <a:gd name="T26" fmla="*/ 178 w 747"/>
                <a:gd name="T27" fmla="*/ 946 h 946"/>
                <a:gd name="T28" fmla="*/ 240 w 747"/>
                <a:gd name="T29" fmla="*/ 883 h 946"/>
                <a:gd name="T30" fmla="*/ 240 w 747"/>
                <a:gd name="T31" fmla="*/ 461 h 946"/>
                <a:gd name="T32" fmla="*/ 250 w 747"/>
                <a:gd name="T33" fmla="*/ 451 h 946"/>
                <a:gd name="T34" fmla="*/ 259 w 747"/>
                <a:gd name="T35" fmla="*/ 461 h 946"/>
                <a:gd name="T36" fmla="*/ 259 w 747"/>
                <a:gd name="T37" fmla="*/ 883 h 946"/>
                <a:gd name="T38" fmla="*/ 322 w 747"/>
                <a:gd name="T39" fmla="*/ 946 h 946"/>
                <a:gd name="T40" fmla="*/ 384 w 747"/>
                <a:gd name="T41" fmla="*/ 883 h 946"/>
                <a:gd name="T42" fmla="*/ 384 w 747"/>
                <a:gd name="T43" fmla="*/ 130 h 946"/>
                <a:gd name="T44" fmla="*/ 394 w 747"/>
                <a:gd name="T45" fmla="*/ 120 h 946"/>
                <a:gd name="T46" fmla="*/ 403 w 747"/>
                <a:gd name="T47" fmla="*/ 126 h 946"/>
                <a:gd name="T48" fmla="*/ 478 w 747"/>
                <a:gd name="T49" fmla="*/ 255 h 946"/>
                <a:gd name="T50" fmla="*/ 478 w 747"/>
                <a:gd name="T51" fmla="*/ 255 h 946"/>
                <a:gd name="T52" fmla="*/ 540 w 747"/>
                <a:gd name="T53" fmla="*/ 274 h 946"/>
                <a:gd name="T54" fmla="*/ 540 w 747"/>
                <a:gd name="T55" fmla="*/ 274 h 946"/>
                <a:gd name="T56" fmla="*/ 713 w 747"/>
                <a:gd name="T57" fmla="*/ 190 h 946"/>
                <a:gd name="T58" fmla="*/ 735 w 747"/>
                <a:gd name="T59" fmla="*/ 126 h 946"/>
                <a:gd name="T60" fmla="*/ 671 w 747"/>
                <a:gd name="T61" fmla="*/ 103 h 9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47" h="946">
                  <a:moveTo>
                    <a:pt x="671" y="103"/>
                  </a:moveTo>
                  <a:cubicBezTo>
                    <a:pt x="671" y="103"/>
                    <a:pt x="538" y="168"/>
                    <a:pt x="538" y="168"/>
                  </a:cubicBezTo>
                  <a:cubicBezTo>
                    <a:pt x="538" y="168"/>
                    <a:pt x="473" y="53"/>
                    <a:pt x="471" y="50"/>
                  </a:cubicBezTo>
                  <a:cubicBezTo>
                    <a:pt x="454" y="20"/>
                    <a:pt x="423" y="0"/>
                    <a:pt x="387" y="0"/>
                  </a:cubicBezTo>
                  <a:cubicBezTo>
                    <a:pt x="378" y="0"/>
                    <a:pt x="88" y="1"/>
                    <a:pt x="88" y="1"/>
                  </a:cubicBezTo>
                  <a:cubicBezTo>
                    <a:pt x="39" y="5"/>
                    <a:pt x="0" y="46"/>
                    <a:pt x="0" y="96"/>
                  </a:cubicBezTo>
                  <a:cubicBezTo>
                    <a:pt x="0" y="480"/>
                    <a:pt x="0" y="480"/>
                    <a:pt x="0" y="480"/>
                  </a:cubicBezTo>
                  <a:cubicBezTo>
                    <a:pt x="0" y="507"/>
                    <a:pt x="22" y="528"/>
                    <a:pt x="48" y="528"/>
                  </a:cubicBezTo>
                  <a:cubicBezTo>
                    <a:pt x="75" y="528"/>
                    <a:pt x="96" y="507"/>
                    <a:pt x="96" y="480"/>
                  </a:cubicBezTo>
                  <a:cubicBezTo>
                    <a:pt x="96" y="480"/>
                    <a:pt x="96" y="125"/>
                    <a:pt x="96" y="125"/>
                  </a:cubicBezTo>
                  <a:cubicBezTo>
                    <a:pt x="96" y="120"/>
                    <a:pt x="100" y="115"/>
                    <a:pt x="106" y="115"/>
                  </a:cubicBezTo>
                  <a:cubicBezTo>
                    <a:pt x="111" y="115"/>
                    <a:pt x="115" y="120"/>
                    <a:pt x="115" y="125"/>
                  </a:cubicBezTo>
                  <a:cubicBezTo>
                    <a:pt x="115" y="883"/>
                    <a:pt x="115" y="883"/>
                    <a:pt x="115" y="883"/>
                  </a:cubicBezTo>
                  <a:cubicBezTo>
                    <a:pt x="115" y="918"/>
                    <a:pt x="143" y="946"/>
                    <a:pt x="178" y="946"/>
                  </a:cubicBezTo>
                  <a:cubicBezTo>
                    <a:pt x="212" y="946"/>
                    <a:pt x="240" y="918"/>
                    <a:pt x="240" y="883"/>
                  </a:cubicBezTo>
                  <a:cubicBezTo>
                    <a:pt x="240" y="461"/>
                    <a:pt x="240" y="461"/>
                    <a:pt x="240" y="461"/>
                  </a:cubicBezTo>
                  <a:cubicBezTo>
                    <a:pt x="240" y="456"/>
                    <a:pt x="244" y="451"/>
                    <a:pt x="250" y="451"/>
                  </a:cubicBezTo>
                  <a:cubicBezTo>
                    <a:pt x="255" y="451"/>
                    <a:pt x="259" y="456"/>
                    <a:pt x="259" y="461"/>
                  </a:cubicBezTo>
                  <a:cubicBezTo>
                    <a:pt x="259" y="883"/>
                    <a:pt x="259" y="883"/>
                    <a:pt x="259" y="883"/>
                  </a:cubicBezTo>
                  <a:cubicBezTo>
                    <a:pt x="259" y="918"/>
                    <a:pt x="287" y="946"/>
                    <a:pt x="322" y="946"/>
                  </a:cubicBezTo>
                  <a:cubicBezTo>
                    <a:pt x="356" y="946"/>
                    <a:pt x="384" y="918"/>
                    <a:pt x="384" y="883"/>
                  </a:cubicBezTo>
                  <a:cubicBezTo>
                    <a:pt x="384" y="130"/>
                    <a:pt x="384" y="130"/>
                    <a:pt x="384" y="130"/>
                  </a:cubicBezTo>
                  <a:cubicBezTo>
                    <a:pt x="384" y="124"/>
                    <a:pt x="389" y="120"/>
                    <a:pt x="394" y="120"/>
                  </a:cubicBezTo>
                  <a:cubicBezTo>
                    <a:pt x="398" y="120"/>
                    <a:pt x="401" y="122"/>
                    <a:pt x="403" y="126"/>
                  </a:cubicBezTo>
                  <a:cubicBezTo>
                    <a:pt x="478" y="255"/>
                    <a:pt x="478" y="255"/>
                    <a:pt x="478" y="255"/>
                  </a:cubicBezTo>
                  <a:cubicBezTo>
                    <a:pt x="478" y="255"/>
                    <a:pt x="478" y="255"/>
                    <a:pt x="478" y="255"/>
                  </a:cubicBezTo>
                  <a:cubicBezTo>
                    <a:pt x="490" y="276"/>
                    <a:pt x="517" y="285"/>
                    <a:pt x="540" y="274"/>
                  </a:cubicBezTo>
                  <a:cubicBezTo>
                    <a:pt x="540" y="274"/>
                    <a:pt x="540" y="274"/>
                    <a:pt x="540" y="274"/>
                  </a:cubicBezTo>
                  <a:cubicBezTo>
                    <a:pt x="540" y="274"/>
                    <a:pt x="713" y="190"/>
                    <a:pt x="713" y="190"/>
                  </a:cubicBezTo>
                  <a:cubicBezTo>
                    <a:pt x="737" y="178"/>
                    <a:pt x="747" y="149"/>
                    <a:pt x="735" y="126"/>
                  </a:cubicBezTo>
                  <a:cubicBezTo>
                    <a:pt x="723" y="102"/>
                    <a:pt x="695" y="92"/>
                    <a:pt x="671"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2423275981"/>
      </p:ext>
    </p:extLst>
  </p:cSld>
  <p:clrMapOvr>
    <a:masterClrMapping/>
  </p:clrMapOvr>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360383" y="718451"/>
            <a:ext cx="5536378" cy="5532224"/>
            <a:chOff x="200025" y="312738"/>
            <a:chExt cx="6348413" cy="6343650"/>
          </a:xfrm>
        </p:grpSpPr>
        <p:grpSp>
          <p:nvGrpSpPr>
            <p:cNvPr id="3" name="组合 2"/>
            <p:cNvGrpSpPr/>
            <p:nvPr/>
          </p:nvGrpSpPr>
          <p:grpSpPr>
            <a:xfrm>
              <a:off x="220663" y="5430838"/>
              <a:ext cx="1157288" cy="1225550"/>
              <a:chOff x="220663" y="5430838"/>
              <a:chExt cx="1157288" cy="1225550"/>
            </a:xfrm>
          </p:grpSpPr>
          <p:sp>
            <p:nvSpPr>
              <p:cNvPr id="93" name="Freeform 6"/>
              <p:cNvSpPr>
                <a:spLocks/>
              </p:cNvSpPr>
              <p:nvPr/>
            </p:nvSpPr>
            <p:spPr bwMode="auto">
              <a:xfrm>
                <a:off x="715963" y="5430838"/>
                <a:ext cx="260350" cy="260350"/>
              </a:xfrm>
              <a:custGeom>
                <a:avLst/>
                <a:gdLst>
                  <a:gd name="T0" fmla="*/ 11 w 197"/>
                  <a:gd name="T1" fmla="*/ 78 h 197"/>
                  <a:gd name="T2" fmla="*/ 78 w 197"/>
                  <a:gd name="T3" fmla="*/ 186 h 197"/>
                  <a:gd name="T4" fmla="*/ 186 w 197"/>
                  <a:gd name="T5" fmla="*/ 119 h 197"/>
                  <a:gd name="T6" fmla="*/ 119 w 197"/>
                  <a:gd name="T7" fmla="*/ 11 h 197"/>
                  <a:gd name="T8" fmla="*/ 11 w 197"/>
                  <a:gd name="T9" fmla="*/ 78 h 197"/>
                </a:gdLst>
                <a:ahLst/>
                <a:cxnLst>
                  <a:cxn ang="0">
                    <a:pos x="T0" y="T1"/>
                  </a:cxn>
                  <a:cxn ang="0">
                    <a:pos x="T2" y="T3"/>
                  </a:cxn>
                  <a:cxn ang="0">
                    <a:pos x="T4" y="T5"/>
                  </a:cxn>
                  <a:cxn ang="0">
                    <a:pos x="T6" y="T7"/>
                  </a:cxn>
                  <a:cxn ang="0">
                    <a:pos x="T8" y="T9"/>
                  </a:cxn>
                </a:cxnLst>
                <a:rect l="0" t="0" r="r" b="b"/>
                <a:pathLst>
                  <a:path w="197" h="197">
                    <a:moveTo>
                      <a:pt x="11" y="78"/>
                    </a:moveTo>
                    <a:cubicBezTo>
                      <a:pt x="0" y="127"/>
                      <a:pt x="30" y="175"/>
                      <a:pt x="78" y="186"/>
                    </a:cubicBezTo>
                    <a:cubicBezTo>
                      <a:pt x="126" y="197"/>
                      <a:pt x="175" y="167"/>
                      <a:pt x="186" y="119"/>
                    </a:cubicBezTo>
                    <a:cubicBezTo>
                      <a:pt x="197" y="71"/>
                      <a:pt x="167" y="22"/>
                      <a:pt x="119" y="11"/>
                    </a:cubicBezTo>
                    <a:cubicBezTo>
                      <a:pt x="70" y="0"/>
                      <a:pt x="22" y="30"/>
                      <a:pt x="11" y="7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4" name="Freeform 7"/>
              <p:cNvSpPr>
                <a:spLocks/>
              </p:cNvSpPr>
              <p:nvPr/>
            </p:nvSpPr>
            <p:spPr bwMode="auto">
              <a:xfrm>
                <a:off x="606425" y="5673725"/>
                <a:ext cx="249238" cy="366712"/>
              </a:xfrm>
              <a:custGeom>
                <a:avLst/>
                <a:gdLst>
                  <a:gd name="T0" fmla="*/ 15 w 190"/>
                  <a:gd name="T1" fmla="*/ 277 h 278"/>
                  <a:gd name="T2" fmla="*/ 19 w 190"/>
                  <a:gd name="T3" fmla="*/ 275 h 278"/>
                  <a:gd name="T4" fmla="*/ 98 w 190"/>
                  <a:gd name="T5" fmla="*/ 212 h 278"/>
                  <a:gd name="T6" fmla="*/ 90 w 190"/>
                  <a:gd name="T7" fmla="*/ 199 h 278"/>
                  <a:gd name="T8" fmla="*/ 63 w 190"/>
                  <a:gd name="T9" fmla="*/ 89 h 278"/>
                  <a:gd name="T10" fmla="*/ 64 w 190"/>
                  <a:gd name="T11" fmla="*/ 72 h 278"/>
                  <a:gd name="T12" fmla="*/ 104 w 190"/>
                  <a:gd name="T13" fmla="*/ 36 h 278"/>
                  <a:gd name="T14" fmla="*/ 108 w 190"/>
                  <a:gd name="T15" fmla="*/ 36 h 278"/>
                  <a:gd name="T16" fmla="*/ 144 w 190"/>
                  <a:gd name="T17" fmla="*/ 81 h 278"/>
                  <a:gd name="T18" fmla="*/ 144 w 190"/>
                  <a:gd name="T19" fmla="*/ 82 h 278"/>
                  <a:gd name="T20" fmla="*/ 143 w 190"/>
                  <a:gd name="T21" fmla="*/ 89 h 278"/>
                  <a:gd name="T22" fmla="*/ 160 w 190"/>
                  <a:gd name="T23" fmla="*/ 159 h 278"/>
                  <a:gd name="T24" fmla="*/ 165 w 190"/>
                  <a:gd name="T25" fmla="*/ 134 h 278"/>
                  <a:gd name="T26" fmla="*/ 164 w 190"/>
                  <a:gd name="T27" fmla="*/ 160 h 278"/>
                  <a:gd name="T28" fmla="*/ 183 w 190"/>
                  <a:gd name="T29" fmla="*/ 145 h 278"/>
                  <a:gd name="T30" fmla="*/ 190 w 190"/>
                  <a:gd name="T31" fmla="*/ 141 h 278"/>
                  <a:gd name="T32" fmla="*/ 166 w 190"/>
                  <a:gd name="T33" fmla="*/ 36 h 278"/>
                  <a:gd name="T34" fmla="*/ 165 w 190"/>
                  <a:gd name="T35" fmla="*/ 36 h 278"/>
                  <a:gd name="T36" fmla="*/ 133 w 190"/>
                  <a:gd name="T37" fmla="*/ 9 h 278"/>
                  <a:gd name="T38" fmla="*/ 29 w 190"/>
                  <a:gd name="T39" fmla="*/ 77 h 278"/>
                  <a:gd name="T40" fmla="*/ 2 w 190"/>
                  <a:gd name="T41" fmla="*/ 244 h 278"/>
                  <a:gd name="T42" fmla="*/ 10 w 190"/>
                  <a:gd name="T43" fmla="*/ 272 h 278"/>
                  <a:gd name="T44" fmla="*/ 15 w 190"/>
                  <a:gd name="T45" fmla="*/ 277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0" h="278">
                    <a:moveTo>
                      <a:pt x="15" y="277"/>
                    </a:moveTo>
                    <a:cubicBezTo>
                      <a:pt x="16" y="277"/>
                      <a:pt x="17" y="277"/>
                      <a:pt x="19" y="275"/>
                    </a:cubicBezTo>
                    <a:cubicBezTo>
                      <a:pt x="98" y="212"/>
                      <a:pt x="98" y="212"/>
                      <a:pt x="98" y="212"/>
                    </a:cubicBezTo>
                    <a:cubicBezTo>
                      <a:pt x="95" y="207"/>
                      <a:pt x="93" y="203"/>
                      <a:pt x="90" y="199"/>
                    </a:cubicBezTo>
                    <a:cubicBezTo>
                      <a:pt x="73" y="166"/>
                      <a:pt x="64" y="128"/>
                      <a:pt x="63" y="89"/>
                    </a:cubicBezTo>
                    <a:cubicBezTo>
                      <a:pt x="63" y="80"/>
                      <a:pt x="64" y="73"/>
                      <a:pt x="64" y="72"/>
                    </a:cubicBezTo>
                    <a:cubicBezTo>
                      <a:pt x="66" y="51"/>
                      <a:pt x="84" y="36"/>
                      <a:pt x="104" y="36"/>
                    </a:cubicBezTo>
                    <a:cubicBezTo>
                      <a:pt x="105" y="36"/>
                      <a:pt x="107" y="36"/>
                      <a:pt x="108" y="36"/>
                    </a:cubicBezTo>
                    <a:cubicBezTo>
                      <a:pt x="130" y="39"/>
                      <a:pt x="146" y="59"/>
                      <a:pt x="144" y="81"/>
                    </a:cubicBezTo>
                    <a:cubicBezTo>
                      <a:pt x="144" y="81"/>
                      <a:pt x="144" y="81"/>
                      <a:pt x="144" y="82"/>
                    </a:cubicBezTo>
                    <a:cubicBezTo>
                      <a:pt x="143" y="84"/>
                      <a:pt x="143" y="86"/>
                      <a:pt x="143" y="89"/>
                    </a:cubicBezTo>
                    <a:cubicBezTo>
                      <a:pt x="143" y="98"/>
                      <a:pt x="144" y="130"/>
                      <a:pt x="160" y="159"/>
                    </a:cubicBezTo>
                    <a:cubicBezTo>
                      <a:pt x="161" y="151"/>
                      <a:pt x="163" y="142"/>
                      <a:pt x="165" y="134"/>
                    </a:cubicBezTo>
                    <a:cubicBezTo>
                      <a:pt x="165" y="143"/>
                      <a:pt x="165" y="151"/>
                      <a:pt x="164" y="160"/>
                    </a:cubicBezTo>
                    <a:cubicBezTo>
                      <a:pt x="183" y="145"/>
                      <a:pt x="183" y="145"/>
                      <a:pt x="183" y="145"/>
                    </a:cubicBezTo>
                    <a:cubicBezTo>
                      <a:pt x="185" y="143"/>
                      <a:pt x="188" y="142"/>
                      <a:pt x="190" y="141"/>
                    </a:cubicBezTo>
                    <a:cubicBezTo>
                      <a:pt x="184" y="97"/>
                      <a:pt x="175" y="53"/>
                      <a:pt x="166" y="36"/>
                    </a:cubicBezTo>
                    <a:cubicBezTo>
                      <a:pt x="165" y="36"/>
                      <a:pt x="165" y="36"/>
                      <a:pt x="165" y="36"/>
                    </a:cubicBezTo>
                    <a:cubicBezTo>
                      <a:pt x="158" y="22"/>
                      <a:pt x="147" y="12"/>
                      <a:pt x="133" y="9"/>
                    </a:cubicBezTo>
                    <a:cubicBezTo>
                      <a:pt x="99" y="0"/>
                      <a:pt x="49" y="19"/>
                      <a:pt x="29" y="77"/>
                    </a:cubicBezTo>
                    <a:cubicBezTo>
                      <a:pt x="8" y="140"/>
                      <a:pt x="0" y="185"/>
                      <a:pt x="2" y="244"/>
                    </a:cubicBezTo>
                    <a:cubicBezTo>
                      <a:pt x="10" y="272"/>
                      <a:pt x="10" y="272"/>
                      <a:pt x="10" y="272"/>
                    </a:cubicBezTo>
                    <a:cubicBezTo>
                      <a:pt x="10" y="275"/>
                      <a:pt x="12" y="278"/>
                      <a:pt x="15" y="27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5" name="Freeform 8"/>
              <p:cNvSpPr>
                <a:spLocks/>
              </p:cNvSpPr>
              <p:nvPr/>
            </p:nvSpPr>
            <p:spPr bwMode="auto">
              <a:xfrm>
                <a:off x="495300" y="6113463"/>
                <a:ext cx="469900" cy="542925"/>
              </a:xfrm>
              <a:custGeom>
                <a:avLst/>
                <a:gdLst>
                  <a:gd name="T0" fmla="*/ 269 w 356"/>
                  <a:gd name="T1" fmla="*/ 100 h 411"/>
                  <a:gd name="T2" fmla="*/ 245 w 356"/>
                  <a:gd name="T3" fmla="*/ 83 h 411"/>
                  <a:gd name="T4" fmla="*/ 222 w 356"/>
                  <a:gd name="T5" fmla="*/ 6 h 411"/>
                  <a:gd name="T6" fmla="*/ 216 w 356"/>
                  <a:gd name="T7" fmla="*/ 1 h 411"/>
                  <a:gd name="T8" fmla="*/ 212 w 356"/>
                  <a:gd name="T9" fmla="*/ 3 h 411"/>
                  <a:gd name="T10" fmla="*/ 131 w 356"/>
                  <a:gd name="T11" fmla="*/ 62 h 411"/>
                  <a:gd name="T12" fmla="*/ 132 w 356"/>
                  <a:gd name="T13" fmla="*/ 86 h 411"/>
                  <a:gd name="T14" fmla="*/ 111 w 356"/>
                  <a:gd name="T15" fmla="*/ 200 h 411"/>
                  <a:gd name="T16" fmla="*/ 24 w 356"/>
                  <a:gd name="T17" fmla="*/ 317 h 411"/>
                  <a:gd name="T18" fmla="*/ 17 w 356"/>
                  <a:gd name="T19" fmla="*/ 387 h 411"/>
                  <a:gd name="T20" fmla="*/ 88 w 356"/>
                  <a:gd name="T21" fmla="*/ 394 h 411"/>
                  <a:gd name="T22" fmla="*/ 204 w 356"/>
                  <a:gd name="T23" fmla="*/ 237 h 411"/>
                  <a:gd name="T24" fmla="*/ 221 w 356"/>
                  <a:gd name="T25" fmla="*/ 183 h 411"/>
                  <a:gd name="T26" fmla="*/ 254 w 356"/>
                  <a:gd name="T27" fmla="*/ 359 h 411"/>
                  <a:gd name="T28" fmla="*/ 304 w 356"/>
                  <a:gd name="T29" fmla="*/ 405 h 411"/>
                  <a:gd name="T30" fmla="*/ 308 w 356"/>
                  <a:gd name="T31" fmla="*/ 405 h 411"/>
                  <a:gd name="T32" fmla="*/ 354 w 356"/>
                  <a:gd name="T33" fmla="*/ 351 h 411"/>
                  <a:gd name="T34" fmla="*/ 292 w 356"/>
                  <a:gd name="T35" fmla="*/ 86 h 411"/>
                  <a:gd name="T36" fmla="*/ 282 w 356"/>
                  <a:gd name="T37" fmla="*/ 94 h 411"/>
                  <a:gd name="T38" fmla="*/ 269 w 356"/>
                  <a:gd name="T39" fmla="*/ 10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56" h="411">
                    <a:moveTo>
                      <a:pt x="269" y="100"/>
                    </a:moveTo>
                    <a:cubicBezTo>
                      <a:pt x="259" y="101"/>
                      <a:pt x="249" y="95"/>
                      <a:pt x="245" y="83"/>
                    </a:cubicBezTo>
                    <a:cubicBezTo>
                      <a:pt x="222" y="6"/>
                      <a:pt x="222" y="6"/>
                      <a:pt x="222" y="6"/>
                    </a:cubicBezTo>
                    <a:cubicBezTo>
                      <a:pt x="221" y="4"/>
                      <a:pt x="220" y="0"/>
                      <a:pt x="216" y="1"/>
                    </a:cubicBezTo>
                    <a:cubicBezTo>
                      <a:pt x="214" y="1"/>
                      <a:pt x="213" y="2"/>
                      <a:pt x="212" y="3"/>
                    </a:cubicBezTo>
                    <a:cubicBezTo>
                      <a:pt x="131" y="62"/>
                      <a:pt x="131" y="62"/>
                      <a:pt x="131" y="62"/>
                    </a:cubicBezTo>
                    <a:cubicBezTo>
                      <a:pt x="132" y="69"/>
                      <a:pt x="132" y="77"/>
                      <a:pt x="132" y="86"/>
                    </a:cubicBezTo>
                    <a:cubicBezTo>
                      <a:pt x="132" y="121"/>
                      <a:pt x="127" y="161"/>
                      <a:pt x="111" y="200"/>
                    </a:cubicBezTo>
                    <a:cubicBezTo>
                      <a:pt x="95" y="240"/>
                      <a:pt x="69" y="280"/>
                      <a:pt x="24" y="317"/>
                    </a:cubicBezTo>
                    <a:cubicBezTo>
                      <a:pt x="3" y="334"/>
                      <a:pt x="0" y="366"/>
                      <a:pt x="17" y="387"/>
                    </a:cubicBezTo>
                    <a:cubicBezTo>
                      <a:pt x="35" y="408"/>
                      <a:pt x="66" y="411"/>
                      <a:pt x="88" y="394"/>
                    </a:cubicBezTo>
                    <a:cubicBezTo>
                      <a:pt x="145" y="346"/>
                      <a:pt x="182" y="291"/>
                      <a:pt x="204" y="237"/>
                    </a:cubicBezTo>
                    <a:cubicBezTo>
                      <a:pt x="211" y="219"/>
                      <a:pt x="217" y="201"/>
                      <a:pt x="221" y="183"/>
                    </a:cubicBezTo>
                    <a:cubicBezTo>
                      <a:pt x="236" y="232"/>
                      <a:pt x="249" y="291"/>
                      <a:pt x="254" y="359"/>
                    </a:cubicBezTo>
                    <a:cubicBezTo>
                      <a:pt x="256" y="385"/>
                      <a:pt x="278" y="405"/>
                      <a:pt x="304" y="405"/>
                    </a:cubicBezTo>
                    <a:cubicBezTo>
                      <a:pt x="305" y="405"/>
                      <a:pt x="306" y="405"/>
                      <a:pt x="308" y="405"/>
                    </a:cubicBezTo>
                    <a:cubicBezTo>
                      <a:pt x="335" y="403"/>
                      <a:pt x="356" y="379"/>
                      <a:pt x="354" y="351"/>
                    </a:cubicBezTo>
                    <a:cubicBezTo>
                      <a:pt x="345" y="241"/>
                      <a:pt x="320" y="153"/>
                      <a:pt x="292" y="86"/>
                    </a:cubicBezTo>
                    <a:cubicBezTo>
                      <a:pt x="282" y="94"/>
                      <a:pt x="282" y="94"/>
                      <a:pt x="282" y="94"/>
                    </a:cubicBezTo>
                    <a:cubicBezTo>
                      <a:pt x="278" y="97"/>
                      <a:pt x="274" y="99"/>
                      <a:pt x="269" y="10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6" name="Freeform 9"/>
              <p:cNvSpPr>
                <a:spLocks/>
              </p:cNvSpPr>
              <p:nvPr/>
            </p:nvSpPr>
            <p:spPr bwMode="auto">
              <a:xfrm>
                <a:off x="220663" y="5699125"/>
                <a:ext cx="1157288" cy="561975"/>
              </a:xfrm>
              <a:custGeom>
                <a:avLst/>
                <a:gdLst>
                  <a:gd name="T0" fmla="*/ 859 w 877"/>
                  <a:gd name="T1" fmla="*/ 21 h 426"/>
                  <a:gd name="T2" fmla="*/ 635 w 877"/>
                  <a:gd name="T3" fmla="*/ 1 h 426"/>
                  <a:gd name="T4" fmla="*/ 623 w 877"/>
                  <a:gd name="T5" fmla="*/ 18 h 426"/>
                  <a:gd name="T6" fmla="*/ 664 w 877"/>
                  <a:gd name="T7" fmla="*/ 99 h 426"/>
                  <a:gd name="T8" fmla="*/ 657 w 877"/>
                  <a:gd name="T9" fmla="*/ 132 h 426"/>
                  <a:gd name="T10" fmla="*/ 557 w 877"/>
                  <a:gd name="T11" fmla="*/ 211 h 426"/>
                  <a:gd name="T12" fmla="*/ 578 w 877"/>
                  <a:gd name="T13" fmla="*/ 256 h 426"/>
                  <a:gd name="T14" fmla="*/ 539 w 877"/>
                  <a:gd name="T15" fmla="*/ 287 h 426"/>
                  <a:gd name="T16" fmla="*/ 539 w 877"/>
                  <a:gd name="T17" fmla="*/ 287 h 426"/>
                  <a:gd name="T18" fmla="*/ 539 w 877"/>
                  <a:gd name="T19" fmla="*/ 287 h 426"/>
                  <a:gd name="T20" fmla="*/ 530 w 877"/>
                  <a:gd name="T21" fmla="*/ 285 h 426"/>
                  <a:gd name="T22" fmla="*/ 395 w 877"/>
                  <a:gd name="T23" fmla="*/ 200 h 426"/>
                  <a:gd name="T24" fmla="*/ 316 w 877"/>
                  <a:gd name="T25" fmla="*/ 263 h 426"/>
                  <a:gd name="T26" fmla="*/ 293 w 877"/>
                  <a:gd name="T27" fmla="*/ 256 h 426"/>
                  <a:gd name="T28" fmla="*/ 275 w 877"/>
                  <a:gd name="T29" fmla="*/ 188 h 426"/>
                  <a:gd name="T30" fmla="*/ 253 w 877"/>
                  <a:gd name="T31" fmla="*/ 181 h 426"/>
                  <a:gd name="T32" fmla="*/ 13 w 877"/>
                  <a:gd name="T33" fmla="*/ 383 h 426"/>
                  <a:gd name="T34" fmla="*/ 5 w 877"/>
                  <a:gd name="T35" fmla="*/ 414 h 426"/>
                  <a:gd name="T36" fmla="*/ 33 w 877"/>
                  <a:gd name="T37" fmla="*/ 419 h 426"/>
                  <a:gd name="T38" fmla="*/ 212 w 877"/>
                  <a:gd name="T39" fmla="*/ 308 h 426"/>
                  <a:gd name="T40" fmla="*/ 237 w 877"/>
                  <a:gd name="T41" fmla="*/ 317 h 426"/>
                  <a:gd name="T42" fmla="*/ 260 w 877"/>
                  <a:gd name="T43" fmla="*/ 398 h 426"/>
                  <a:gd name="T44" fmla="*/ 284 w 877"/>
                  <a:gd name="T45" fmla="*/ 406 h 426"/>
                  <a:gd name="T46" fmla="*/ 414 w 877"/>
                  <a:gd name="T47" fmla="*/ 310 h 426"/>
                  <a:gd name="T48" fmla="*/ 438 w 877"/>
                  <a:gd name="T49" fmla="*/ 318 h 426"/>
                  <a:gd name="T50" fmla="*/ 462 w 877"/>
                  <a:gd name="T51" fmla="*/ 394 h 426"/>
                  <a:gd name="T52" fmla="*/ 485 w 877"/>
                  <a:gd name="T53" fmla="*/ 401 h 426"/>
                  <a:gd name="T54" fmla="*/ 704 w 877"/>
                  <a:gd name="T55" fmla="*/ 214 h 426"/>
                  <a:gd name="T56" fmla="*/ 729 w 877"/>
                  <a:gd name="T57" fmla="*/ 219 h 426"/>
                  <a:gd name="T58" fmla="*/ 770 w 877"/>
                  <a:gd name="T59" fmla="*/ 312 h 426"/>
                  <a:gd name="T60" fmla="*/ 786 w 877"/>
                  <a:gd name="T61" fmla="*/ 311 h 426"/>
                  <a:gd name="T62" fmla="*/ 873 w 877"/>
                  <a:gd name="T63" fmla="*/ 44 h 426"/>
                  <a:gd name="T64" fmla="*/ 859 w 877"/>
                  <a:gd name="T65" fmla="*/ 21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77" h="426">
                    <a:moveTo>
                      <a:pt x="859" y="21"/>
                    </a:moveTo>
                    <a:cubicBezTo>
                      <a:pt x="635" y="1"/>
                      <a:pt x="635" y="1"/>
                      <a:pt x="635" y="1"/>
                    </a:cubicBezTo>
                    <a:cubicBezTo>
                      <a:pt x="623" y="0"/>
                      <a:pt x="617" y="8"/>
                      <a:pt x="623" y="18"/>
                    </a:cubicBezTo>
                    <a:cubicBezTo>
                      <a:pt x="664" y="99"/>
                      <a:pt x="664" y="99"/>
                      <a:pt x="664" y="99"/>
                    </a:cubicBezTo>
                    <a:cubicBezTo>
                      <a:pt x="669" y="109"/>
                      <a:pt x="666" y="124"/>
                      <a:pt x="657" y="132"/>
                    </a:cubicBezTo>
                    <a:cubicBezTo>
                      <a:pt x="557" y="211"/>
                      <a:pt x="557" y="211"/>
                      <a:pt x="557" y="211"/>
                    </a:cubicBezTo>
                    <a:cubicBezTo>
                      <a:pt x="573" y="220"/>
                      <a:pt x="582" y="238"/>
                      <a:pt x="578" y="256"/>
                    </a:cubicBezTo>
                    <a:cubicBezTo>
                      <a:pt x="573" y="274"/>
                      <a:pt x="557" y="287"/>
                      <a:pt x="539" y="287"/>
                    </a:cubicBezTo>
                    <a:cubicBezTo>
                      <a:pt x="539" y="287"/>
                      <a:pt x="539" y="287"/>
                      <a:pt x="539" y="287"/>
                    </a:cubicBezTo>
                    <a:cubicBezTo>
                      <a:pt x="539" y="287"/>
                      <a:pt x="539" y="287"/>
                      <a:pt x="539" y="287"/>
                    </a:cubicBezTo>
                    <a:cubicBezTo>
                      <a:pt x="536" y="287"/>
                      <a:pt x="532" y="286"/>
                      <a:pt x="530" y="285"/>
                    </a:cubicBezTo>
                    <a:cubicBezTo>
                      <a:pt x="457" y="269"/>
                      <a:pt x="417" y="231"/>
                      <a:pt x="395" y="200"/>
                    </a:cubicBezTo>
                    <a:cubicBezTo>
                      <a:pt x="316" y="263"/>
                      <a:pt x="316" y="263"/>
                      <a:pt x="316" y="263"/>
                    </a:cubicBezTo>
                    <a:cubicBezTo>
                      <a:pt x="307" y="271"/>
                      <a:pt x="297" y="267"/>
                      <a:pt x="293" y="256"/>
                    </a:cubicBezTo>
                    <a:cubicBezTo>
                      <a:pt x="275" y="188"/>
                      <a:pt x="275" y="188"/>
                      <a:pt x="275" y="188"/>
                    </a:cubicBezTo>
                    <a:cubicBezTo>
                      <a:pt x="272" y="177"/>
                      <a:pt x="262" y="174"/>
                      <a:pt x="253" y="181"/>
                    </a:cubicBezTo>
                    <a:cubicBezTo>
                      <a:pt x="13" y="383"/>
                      <a:pt x="13" y="383"/>
                      <a:pt x="13" y="383"/>
                    </a:cubicBezTo>
                    <a:cubicBezTo>
                      <a:pt x="4" y="390"/>
                      <a:pt x="0" y="404"/>
                      <a:pt x="5" y="414"/>
                    </a:cubicBezTo>
                    <a:cubicBezTo>
                      <a:pt x="10" y="423"/>
                      <a:pt x="23" y="426"/>
                      <a:pt x="33" y="419"/>
                    </a:cubicBezTo>
                    <a:cubicBezTo>
                      <a:pt x="212" y="308"/>
                      <a:pt x="212" y="308"/>
                      <a:pt x="212" y="308"/>
                    </a:cubicBezTo>
                    <a:cubicBezTo>
                      <a:pt x="222" y="301"/>
                      <a:pt x="233" y="306"/>
                      <a:pt x="237" y="317"/>
                    </a:cubicBezTo>
                    <a:cubicBezTo>
                      <a:pt x="260" y="398"/>
                      <a:pt x="260" y="398"/>
                      <a:pt x="260" y="398"/>
                    </a:cubicBezTo>
                    <a:cubicBezTo>
                      <a:pt x="264" y="409"/>
                      <a:pt x="274" y="413"/>
                      <a:pt x="284" y="406"/>
                    </a:cubicBezTo>
                    <a:cubicBezTo>
                      <a:pt x="414" y="310"/>
                      <a:pt x="414" y="310"/>
                      <a:pt x="414" y="310"/>
                    </a:cubicBezTo>
                    <a:cubicBezTo>
                      <a:pt x="424" y="303"/>
                      <a:pt x="435" y="306"/>
                      <a:pt x="438" y="318"/>
                    </a:cubicBezTo>
                    <a:cubicBezTo>
                      <a:pt x="462" y="394"/>
                      <a:pt x="462" y="394"/>
                      <a:pt x="462" y="394"/>
                    </a:cubicBezTo>
                    <a:cubicBezTo>
                      <a:pt x="465" y="406"/>
                      <a:pt x="476" y="409"/>
                      <a:pt x="485" y="401"/>
                    </a:cubicBezTo>
                    <a:cubicBezTo>
                      <a:pt x="704" y="214"/>
                      <a:pt x="704" y="214"/>
                      <a:pt x="704" y="214"/>
                    </a:cubicBezTo>
                    <a:cubicBezTo>
                      <a:pt x="713" y="206"/>
                      <a:pt x="724" y="208"/>
                      <a:pt x="729" y="219"/>
                    </a:cubicBezTo>
                    <a:cubicBezTo>
                      <a:pt x="770" y="312"/>
                      <a:pt x="770" y="312"/>
                      <a:pt x="770" y="312"/>
                    </a:cubicBezTo>
                    <a:cubicBezTo>
                      <a:pt x="775" y="323"/>
                      <a:pt x="782" y="323"/>
                      <a:pt x="786" y="311"/>
                    </a:cubicBezTo>
                    <a:cubicBezTo>
                      <a:pt x="873" y="44"/>
                      <a:pt x="873" y="44"/>
                      <a:pt x="873" y="44"/>
                    </a:cubicBezTo>
                    <a:cubicBezTo>
                      <a:pt x="877" y="32"/>
                      <a:pt x="871" y="22"/>
                      <a:pt x="859" y="21"/>
                    </a:cubicBezTo>
                    <a:close/>
                  </a:path>
                </a:pathLst>
              </a:custGeom>
              <a:solidFill>
                <a:srgbClr val="FF6682"/>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7" name="Freeform 10"/>
              <p:cNvSpPr>
                <a:spLocks/>
              </p:cNvSpPr>
              <p:nvPr/>
            </p:nvSpPr>
            <p:spPr bwMode="auto">
              <a:xfrm>
                <a:off x="825500" y="5864225"/>
                <a:ext cx="85725" cy="98425"/>
              </a:xfrm>
              <a:custGeom>
                <a:avLst/>
                <a:gdLst>
                  <a:gd name="T0" fmla="*/ 65 w 65"/>
                  <a:gd name="T1" fmla="*/ 75 h 75"/>
                  <a:gd name="T2" fmla="*/ 46 w 65"/>
                  <a:gd name="T3" fmla="*/ 15 h 75"/>
                  <a:gd name="T4" fmla="*/ 23 w 65"/>
                  <a:gd name="T5" fmla="*/ 7 h 75"/>
                  <a:gd name="T6" fmla="*/ 0 w 65"/>
                  <a:gd name="T7" fmla="*/ 25 h 75"/>
                  <a:gd name="T8" fmla="*/ 65 w 65"/>
                  <a:gd name="T9" fmla="*/ 75 h 75"/>
                </a:gdLst>
                <a:ahLst/>
                <a:cxnLst>
                  <a:cxn ang="0">
                    <a:pos x="T0" y="T1"/>
                  </a:cxn>
                  <a:cxn ang="0">
                    <a:pos x="T2" y="T3"/>
                  </a:cxn>
                  <a:cxn ang="0">
                    <a:pos x="T4" y="T5"/>
                  </a:cxn>
                  <a:cxn ang="0">
                    <a:pos x="T6" y="T7"/>
                  </a:cxn>
                  <a:cxn ang="0">
                    <a:pos x="T8" y="T9"/>
                  </a:cxn>
                </a:cxnLst>
                <a:rect l="0" t="0" r="r" b="b"/>
                <a:pathLst>
                  <a:path w="65" h="75">
                    <a:moveTo>
                      <a:pt x="65" y="75"/>
                    </a:moveTo>
                    <a:cubicBezTo>
                      <a:pt x="46" y="15"/>
                      <a:pt x="46" y="15"/>
                      <a:pt x="46" y="15"/>
                    </a:cubicBezTo>
                    <a:cubicBezTo>
                      <a:pt x="43" y="3"/>
                      <a:pt x="32" y="0"/>
                      <a:pt x="23" y="7"/>
                    </a:cubicBezTo>
                    <a:cubicBezTo>
                      <a:pt x="0" y="25"/>
                      <a:pt x="0" y="25"/>
                      <a:pt x="0" y="25"/>
                    </a:cubicBezTo>
                    <a:cubicBezTo>
                      <a:pt x="11" y="43"/>
                      <a:pt x="30" y="62"/>
                      <a:pt x="65" y="7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8" name="Freeform 11"/>
              <p:cNvSpPr>
                <a:spLocks/>
              </p:cNvSpPr>
              <p:nvPr/>
            </p:nvSpPr>
            <p:spPr bwMode="auto">
              <a:xfrm>
                <a:off x="700088" y="5729288"/>
                <a:ext cx="277813" cy="338137"/>
              </a:xfrm>
              <a:custGeom>
                <a:avLst/>
                <a:gdLst>
                  <a:gd name="T0" fmla="*/ 168 w 211"/>
                  <a:gd name="T1" fmla="*/ 255 h 256"/>
                  <a:gd name="T2" fmla="*/ 176 w 211"/>
                  <a:gd name="T3" fmla="*/ 256 h 256"/>
                  <a:gd name="T4" fmla="*/ 207 w 211"/>
                  <a:gd name="T5" fmla="*/ 231 h 256"/>
                  <a:gd name="T6" fmla="*/ 183 w 211"/>
                  <a:gd name="T7" fmla="*/ 192 h 256"/>
                  <a:gd name="T8" fmla="*/ 83 w 211"/>
                  <a:gd name="T9" fmla="*/ 123 h 256"/>
                  <a:gd name="T10" fmla="*/ 64 w 211"/>
                  <a:gd name="T11" fmla="*/ 47 h 256"/>
                  <a:gd name="T12" fmla="*/ 65 w 211"/>
                  <a:gd name="T13" fmla="*/ 40 h 256"/>
                  <a:gd name="T14" fmla="*/ 65 w 211"/>
                  <a:gd name="T15" fmla="*/ 38 h 256"/>
                  <a:gd name="T16" fmla="*/ 65 w 211"/>
                  <a:gd name="T17" fmla="*/ 38 h 256"/>
                  <a:gd name="T18" fmla="*/ 37 w 211"/>
                  <a:gd name="T19" fmla="*/ 2 h 256"/>
                  <a:gd name="T20" fmla="*/ 1 w 211"/>
                  <a:gd name="T21" fmla="*/ 31 h 256"/>
                  <a:gd name="T22" fmla="*/ 1 w 211"/>
                  <a:gd name="T23" fmla="*/ 31 h 256"/>
                  <a:gd name="T24" fmla="*/ 0 w 211"/>
                  <a:gd name="T25" fmla="*/ 47 h 256"/>
                  <a:gd name="T26" fmla="*/ 27 w 211"/>
                  <a:gd name="T27" fmla="*/ 153 h 256"/>
                  <a:gd name="T28" fmla="*/ 168 w 211"/>
                  <a:gd name="T29" fmla="*/ 255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1" h="256">
                    <a:moveTo>
                      <a:pt x="168" y="255"/>
                    </a:moveTo>
                    <a:cubicBezTo>
                      <a:pt x="171" y="255"/>
                      <a:pt x="173" y="256"/>
                      <a:pt x="176" y="256"/>
                    </a:cubicBezTo>
                    <a:cubicBezTo>
                      <a:pt x="190" y="256"/>
                      <a:pt x="203" y="246"/>
                      <a:pt x="207" y="231"/>
                    </a:cubicBezTo>
                    <a:cubicBezTo>
                      <a:pt x="211" y="214"/>
                      <a:pt x="200" y="196"/>
                      <a:pt x="183" y="192"/>
                    </a:cubicBezTo>
                    <a:cubicBezTo>
                      <a:pt x="125" y="178"/>
                      <a:pt x="99" y="151"/>
                      <a:pt x="83" y="123"/>
                    </a:cubicBezTo>
                    <a:cubicBezTo>
                      <a:pt x="67" y="94"/>
                      <a:pt x="64" y="63"/>
                      <a:pt x="64" y="47"/>
                    </a:cubicBezTo>
                    <a:cubicBezTo>
                      <a:pt x="64" y="44"/>
                      <a:pt x="64" y="41"/>
                      <a:pt x="65" y="40"/>
                    </a:cubicBezTo>
                    <a:cubicBezTo>
                      <a:pt x="65" y="39"/>
                      <a:pt x="65" y="38"/>
                      <a:pt x="65" y="38"/>
                    </a:cubicBezTo>
                    <a:cubicBezTo>
                      <a:pt x="65" y="38"/>
                      <a:pt x="65" y="38"/>
                      <a:pt x="65" y="38"/>
                    </a:cubicBezTo>
                    <a:cubicBezTo>
                      <a:pt x="67" y="20"/>
                      <a:pt x="54" y="4"/>
                      <a:pt x="37" y="2"/>
                    </a:cubicBezTo>
                    <a:cubicBezTo>
                      <a:pt x="19" y="0"/>
                      <a:pt x="3" y="13"/>
                      <a:pt x="1" y="31"/>
                    </a:cubicBezTo>
                    <a:cubicBezTo>
                      <a:pt x="1" y="31"/>
                      <a:pt x="1" y="31"/>
                      <a:pt x="1" y="31"/>
                    </a:cubicBezTo>
                    <a:cubicBezTo>
                      <a:pt x="1" y="32"/>
                      <a:pt x="0" y="38"/>
                      <a:pt x="0" y="47"/>
                    </a:cubicBezTo>
                    <a:cubicBezTo>
                      <a:pt x="0" y="69"/>
                      <a:pt x="4" y="111"/>
                      <a:pt x="27" y="153"/>
                    </a:cubicBezTo>
                    <a:cubicBezTo>
                      <a:pt x="49" y="196"/>
                      <a:pt x="94" y="238"/>
                      <a:pt x="168" y="25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4" name="组合 3"/>
            <p:cNvGrpSpPr/>
            <p:nvPr/>
          </p:nvGrpSpPr>
          <p:grpSpPr>
            <a:xfrm>
              <a:off x="207963" y="3108325"/>
              <a:ext cx="2971800" cy="1665288"/>
              <a:chOff x="207963" y="3108325"/>
              <a:chExt cx="2971800" cy="1665288"/>
            </a:xfrm>
          </p:grpSpPr>
          <p:sp>
            <p:nvSpPr>
              <p:cNvPr id="75" name="Freeform 12"/>
              <p:cNvSpPr>
                <a:spLocks/>
              </p:cNvSpPr>
              <p:nvPr/>
            </p:nvSpPr>
            <p:spPr bwMode="auto">
              <a:xfrm>
                <a:off x="1684338" y="3443288"/>
                <a:ext cx="633413" cy="1330325"/>
              </a:xfrm>
              <a:custGeom>
                <a:avLst/>
                <a:gdLst>
                  <a:gd name="T0" fmla="*/ 440 w 480"/>
                  <a:gd name="T1" fmla="*/ 0 h 1008"/>
                  <a:gd name="T2" fmla="*/ 40 w 480"/>
                  <a:gd name="T3" fmla="*/ 0 h 1008"/>
                  <a:gd name="T4" fmla="*/ 0 w 480"/>
                  <a:gd name="T5" fmla="*/ 40 h 1008"/>
                  <a:gd name="T6" fmla="*/ 0 w 480"/>
                  <a:gd name="T7" fmla="*/ 968 h 1008"/>
                  <a:gd name="T8" fmla="*/ 40 w 480"/>
                  <a:gd name="T9" fmla="*/ 1008 h 1008"/>
                  <a:gd name="T10" fmla="*/ 440 w 480"/>
                  <a:gd name="T11" fmla="*/ 1008 h 1008"/>
                  <a:gd name="T12" fmla="*/ 480 w 480"/>
                  <a:gd name="T13" fmla="*/ 968 h 1008"/>
                  <a:gd name="T14" fmla="*/ 480 w 480"/>
                  <a:gd name="T15" fmla="*/ 40 h 1008"/>
                  <a:gd name="T16" fmla="*/ 440 w 480"/>
                  <a:gd name="T17" fmla="*/ 0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0" h="1008">
                    <a:moveTo>
                      <a:pt x="440" y="0"/>
                    </a:moveTo>
                    <a:cubicBezTo>
                      <a:pt x="40" y="0"/>
                      <a:pt x="40" y="0"/>
                      <a:pt x="40" y="0"/>
                    </a:cubicBezTo>
                    <a:cubicBezTo>
                      <a:pt x="18" y="0"/>
                      <a:pt x="0" y="18"/>
                      <a:pt x="0" y="40"/>
                    </a:cubicBezTo>
                    <a:cubicBezTo>
                      <a:pt x="0" y="968"/>
                      <a:pt x="0" y="968"/>
                      <a:pt x="0" y="968"/>
                    </a:cubicBezTo>
                    <a:cubicBezTo>
                      <a:pt x="0" y="990"/>
                      <a:pt x="18" y="1008"/>
                      <a:pt x="40" y="1008"/>
                    </a:cubicBezTo>
                    <a:cubicBezTo>
                      <a:pt x="440" y="1008"/>
                      <a:pt x="440" y="1008"/>
                      <a:pt x="440" y="1008"/>
                    </a:cubicBezTo>
                    <a:cubicBezTo>
                      <a:pt x="462" y="1008"/>
                      <a:pt x="480" y="990"/>
                      <a:pt x="480" y="968"/>
                    </a:cubicBezTo>
                    <a:cubicBezTo>
                      <a:pt x="480" y="40"/>
                      <a:pt x="480" y="40"/>
                      <a:pt x="480" y="40"/>
                    </a:cubicBezTo>
                    <a:cubicBezTo>
                      <a:pt x="480" y="18"/>
                      <a:pt x="462" y="0"/>
                      <a:pt x="440" y="0"/>
                    </a:cubicBezTo>
                    <a:close/>
                  </a:path>
                </a:pathLst>
              </a:custGeom>
              <a:solidFill>
                <a:srgbClr val="00B0F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6" name="Freeform 13"/>
              <p:cNvSpPr>
                <a:spLocks/>
              </p:cNvSpPr>
              <p:nvPr/>
            </p:nvSpPr>
            <p:spPr bwMode="auto">
              <a:xfrm>
                <a:off x="946150" y="3989388"/>
                <a:ext cx="633413" cy="784225"/>
              </a:xfrm>
              <a:custGeom>
                <a:avLst/>
                <a:gdLst>
                  <a:gd name="T0" fmla="*/ 440 w 480"/>
                  <a:gd name="T1" fmla="*/ 0 h 594"/>
                  <a:gd name="T2" fmla="*/ 40 w 480"/>
                  <a:gd name="T3" fmla="*/ 0 h 594"/>
                  <a:gd name="T4" fmla="*/ 0 w 480"/>
                  <a:gd name="T5" fmla="*/ 40 h 594"/>
                  <a:gd name="T6" fmla="*/ 0 w 480"/>
                  <a:gd name="T7" fmla="*/ 554 h 594"/>
                  <a:gd name="T8" fmla="*/ 40 w 480"/>
                  <a:gd name="T9" fmla="*/ 594 h 594"/>
                  <a:gd name="T10" fmla="*/ 440 w 480"/>
                  <a:gd name="T11" fmla="*/ 594 h 594"/>
                  <a:gd name="T12" fmla="*/ 480 w 480"/>
                  <a:gd name="T13" fmla="*/ 554 h 594"/>
                  <a:gd name="T14" fmla="*/ 480 w 480"/>
                  <a:gd name="T15" fmla="*/ 40 h 594"/>
                  <a:gd name="T16" fmla="*/ 440 w 480"/>
                  <a:gd name="T17" fmla="*/ 0 h 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0" h="594">
                    <a:moveTo>
                      <a:pt x="440" y="0"/>
                    </a:moveTo>
                    <a:cubicBezTo>
                      <a:pt x="40" y="0"/>
                      <a:pt x="40" y="0"/>
                      <a:pt x="40" y="0"/>
                    </a:cubicBezTo>
                    <a:cubicBezTo>
                      <a:pt x="18" y="0"/>
                      <a:pt x="0" y="18"/>
                      <a:pt x="0" y="40"/>
                    </a:cubicBezTo>
                    <a:cubicBezTo>
                      <a:pt x="0" y="554"/>
                      <a:pt x="0" y="554"/>
                      <a:pt x="0" y="554"/>
                    </a:cubicBezTo>
                    <a:cubicBezTo>
                      <a:pt x="0" y="576"/>
                      <a:pt x="18" y="594"/>
                      <a:pt x="40" y="594"/>
                    </a:cubicBezTo>
                    <a:cubicBezTo>
                      <a:pt x="440" y="594"/>
                      <a:pt x="440" y="594"/>
                      <a:pt x="440" y="594"/>
                    </a:cubicBezTo>
                    <a:cubicBezTo>
                      <a:pt x="462" y="594"/>
                      <a:pt x="480" y="576"/>
                      <a:pt x="480" y="554"/>
                    </a:cubicBezTo>
                    <a:cubicBezTo>
                      <a:pt x="480" y="40"/>
                      <a:pt x="480" y="40"/>
                      <a:pt x="480" y="40"/>
                    </a:cubicBezTo>
                    <a:cubicBezTo>
                      <a:pt x="480" y="18"/>
                      <a:pt x="462" y="0"/>
                      <a:pt x="440" y="0"/>
                    </a:cubicBezTo>
                    <a:close/>
                  </a:path>
                </a:pathLst>
              </a:custGeom>
              <a:solidFill>
                <a:srgbClr val="00B0F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7" name="Freeform 14"/>
              <p:cNvSpPr>
                <a:spLocks/>
              </p:cNvSpPr>
              <p:nvPr/>
            </p:nvSpPr>
            <p:spPr bwMode="auto">
              <a:xfrm>
                <a:off x="207963" y="4432300"/>
                <a:ext cx="631825" cy="341312"/>
              </a:xfrm>
              <a:custGeom>
                <a:avLst/>
                <a:gdLst>
                  <a:gd name="T0" fmla="*/ 40 w 480"/>
                  <a:gd name="T1" fmla="*/ 258 h 258"/>
                  <a:gd name="T2" fmla="*/ 440 w 480"/>
                  <a:gd name="T3" fmla="*/ 258 h 258"/>
                  <a:gd name="T4" fmla="*/ 480 w 480"/>
                  <a:gd name="T5" fmla="*/ 218 h 258"/>
                  <a:gd name="T6" fmla="*/ 480 w 480"/>
                  <a:gd name="T7" fmla="*/ 40 h 258"/>
                  <a:gd name="T8" fmla="*/ 440 w 480"/>
                  <a:gd name="T9" fmla="*/ 0 h 258"/>
                  <a:gd name="T10" fmla="*/ 40 w 480"/>
                  <a:gd name="T11" fmla="*/ 0 h 258"/>
                  <a:gd name="T12" fmla="*/ 0 w 480"/>
                  <a:gd name="T13" fmla="*/ 40 h 258"/>
                  <a:gd name="T14" fmla="*/ 0 w 480"/>
                  <a:gd name="T15" fmla="*/ 218 h 258"/>
                  <a:gd name="T16" fmla="*/ 40 w 480"/>
                  <a:gd name="T17" fmla="*/ 258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0" h="258">
                    <a:moveTo>
                      <a:pt x="40" y="258"/>
                    </a:moveTo>
                    <a:cubicBezTo>
                      <a:pt x="440" y="258"/>
                      <a:pt x="440" y="258"/>
                      <a:pt x="440" y="258"/>
                    </a:cubicBezTo>
                    <a:cubicBezTo>
                      <a:pt x="462" y="258"/>
                      <a:pt x="480" y="240"/>
                      <a:pt x="480" y="218"/>
                    </a:cubicBezTo>
                    <a:cubicBezTo>
                      <a:pt x="480" y="40"/>
                      <a:pt x="480" y="40"/>
                      <a:pt x="480" y="40"/>
                    </a:cubicBezTo>
                    <a:cubicBezTo>
                      <a:pt x="480" y="18"/>
                      <a:pt x="462" y="0"/>
                      <a:pt x="440" y="0"/>
                    </a:cubicBezTo>
                    <a:cubicBezTo>
                      <a:pt x="40" y="0"/>
                      <a:pt x="40" y="0"/>
                      <a:pt x="40" y="0"/>
                    </a:cubicBezTo>
                    <a:cubicBezTo>
                      <a:pt x="18" y="0"/>
                      <a:pt x="0" y="18"/>
                      <a:pt x="0" y="40"/>
                    </a:cubicBezTo>
                    <a:cubicBezTo>
                      <a:pt x="0" y="218"/>
                      <a:pt x="0" y="218"/>
                      <a:pt x="0" y="218"/>
                    </a:cubicBezTo>
                    <a:cubicBezTo>
                      <a:pt x="0" y="240"/>
                      <a:pt x="18" y="258"/>
                      <a:pt x="40" y="258"/>
                    </a:cubicBezTo>
                    <a:close/>
                  </a:path>
                </a:pathLst>
              </a:custGeom>
              <a:solidFill>
                <a:srgbClr val="00B0F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8" name="Freeform 15"/>
              <p:cNvSpPr>
                <a:spLocks noEditPoints="1"/>
              </p:cNvSpPr>
              <p:nvPr/>
            </p:nvSpPr>
            <p:spPr bwMode="auto">
              <a:xfrm>
                <a:off x="2395538" y="3108325"/>
                <a:ext cx="688975" cy="1647825"/>
              </a:xfrm>
              <a:custGeom>
                <a:avLst/>
                <a:gdLst>
                  <a:gd name="T0" fmla="*/ 140 w 521"/>
                  <a:gd name="T1" fmla="*/ 1078 h 1249"/>
                  <a:gd name="T2" fmla="*/ 261 w 521"/>
                  <a:gd name="T3" fmla="*/ 1090 h 1249"/>
                  <a:gd name="T4" fmla="*/ 302 w 521"/>
                  <a:gd name="T5" fmla="*/ 1098 h 1249"/>
                  <a:gd name="T6" fmla="*/ 337 w 521"/>
                  <a:gd name="T7" fmla="*/ 1179 h 1249"/>
                  <a:gd name="T8" fmla="*/ 383 w 521"/>
                  <a:gd name="T9" fmla="*/ 1249 h 1249"/>
                  <a:gd name="T10" fmla="*/ 514 w 521"/>
                  <a:gd name="T11" fmla="*/ 1024 h 1249"/>
                  <a:gd name="T12" fmla="*/ 456 w 521"/>
                  <a:gd name="T13" fmla="*/ 955 h 1249"/>
                  <a:gd name="T14" fmla="*/ 369 w 521"/>
                  <a:gd name="T15" fmla="*/ 799 h 1249"/>
                  <a:gd name="T16" fmla="*/ 482 w 521"/>
                  <a:gd name="T17" fmla="*/ 448 h 1249"/>
                  <a:gd name="T18" fmla="*/ 501 w 521"/>
                  <a:gd name="T19" fmla="*/ 390 h 1249"/>
                  <a:gd name="T20" fmla="*/ 461 w 521"/>
                  <a:gd name="T21" fmla="*/ 0 h 1249"/>
                  <a:gd name="T22" fmla="*/ 21 w 521"/>
                  <a:gd name="T23" fmla="*/ 40 h 1249"/>
                  <a:gd name="T24" fmla="*/ 47 w 521"/>
                  <a:gd name="T25" fmla="*/ 427 h 1249"/>
                  <a:gd name="T26" fmla="*/ 99 w 521"/>
                  <a:gd name="T27" fmla="*/ 743 h 1249"/>
                  <a:gd name="T28" fmla="*/ 152 w 521"/>
                  <a:gd name="T29" fmla="*/ 978 h 1249"/>
                  <a:gd name="T30" fmla="*/ 15 w 521"/>
                  <a:gd name="T31" fmla="*/ 972 h 1249"/>
                  <a:gd name="T32" fmla="*/ 93 w 521"/>
                  <a:gd name="T33" fmla="*/ 1219 h 1249"/>
                  <a:gd name="T34" fmla="*/ 159 w 521"/>
                  <a:gd name="T35" fmla="*/ 1244 h 1249"/>
                  <a:gd name="T36" fmla="*/ 103 w 521"/>
                  <a:gd name="T37" fmla="*/ 448 h 1249"/>
                  <a:gd name="T38" fmla="*/ 424 w 521"/>
                  <a:gd name="T39" fmla="*/ 430 h 1249"/>
                  <a:gd name="T40" fmla="*/ 385 w 521"/>
                  <a:gd name="T41" fmla="*/ 675 h 1249"/>
                  <a:gd name="T42" fmla="*/ 223 w 521"/>
                  <a:gd name="T43" fmla="*/ 746 h 1249"/>
                  <a:gd name="T44" fmla="*/ 179 w 521"/>
                  <a:gd name="T45" fmla="*/ 740 h 1249"/>
                  <a:gd name="T46" fmla="*/ 103 w 521"/>
                  <a:gd name="T47" fmla="*/ 448 h 1249"/>
                  <a:gd name="T48" fmla="*/ 239 w 521"/>
                  <a:gd name="T49" fmla="*/ 815 h 1249"/>
                  <a:gd name="T50" fmla="*/ 245 w 521"/>
                  <a:gd name="T51" fmla="*/ 783 h 1249"/>
                  <a:gd name="T52" fmla="*/ 276 w 521"/>
                  <a:gd name="T53" fmla="*/ 783 h 1249"/>
                  <a:gd name="T54" fmla="*/ 282 w 521"/>
                  <a:gd name="T55" fmla="*/ 815 h 1249"/>
                  <a:gd name="T56" fmla="*/ 223 w 521"/>
                  <a:gd name="T57" fmla="*/ 993 h 1249"/>
                  <a:gd name="T58" fmla="*/ 261 w 521"/>
                  <a:gd name="T59" fmla="*/ 835 h 1249"/>
                  <a:gd name="T60" fmla="*/ 261 w 521"/>
                  <a:gd name="T61" fmla="*/ 835 h 1249"/>
                  <a:gd name="T62" fmla="*/ 299 w 521"/>
                  <a:gd name="T63" fmla="*/ 993 h 1249"/>
                  <a:gd name="T64" fmla="*/ 223 w 521"/>
                  <a:gd name="T65" fmla="*/ 993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21" h="1249">
                    <a:moveTo>
                      <a:pt x="184" y="1179"/>
                    </a:moveTo>
                    <a:cubicBezTo>
                      <a:pt x="140" y="1078"/>
                      <a:pt x="140" y="1078"/>
                      <a:pt x="140" y="1078"/>
                    </a:cubicBezTo>
                    <a:cubicBezTo>
                      <a:pt x="220" y="1098"/>
                      <a:pt x="220" y="1098"/>
                      <a:pt x="220" y="1098"/>
                    </a:cubicBezTo>
                    <a:cubicBezTo>
                      <a:pt x="234" y="1101"/>
                      <a:pt x="249" y="1098"/>
                      <a:pt x="261" y="1090"/>
                    </a:cubicBezTo>
                    <a:cubicBezTo>
                      <a:pt x="272" y="1098"/>
                      <a:pt x="287" y="1101"/>
                      <a:pt x="302" y="1098"/>
                    </a:cubicBezTo>
                    <a:cubicBezTo>
                      <a:pt x="302" y="1098"/>
                      <a:pt x="302" y="1098"/>
                      <a:pt x="302" y="1098"/>
                    </a:cubicBezTo>
                    <a:cubicBezTo>
                      <a:pt x="381" y="1078"/>
                      <a:pt x="381" y="1078"/>
                      <a:pt x="381" y="1078"/>
                    </a:cubicBezTo>
                    <a:cubicBezTo>
                      <a:pt x="337" y="1179"/>
                      <a:pt x="337" y="1179"/>
                      <a:pt x="337" y="1179"/>
                    </a:cubicBezTo>
                    <a:cubicBezTo>
                      <a:pt x="326" y="1204"/>
                      <a:pt x="337" y="1233"/>
                      <a:pt x="363" y="1244"/>
                    </a:cubicBezTo>
                    <a:cubicBezTo>
                      <a:pt x="369" y="1247"/>
                      <a:pt x="376" y="1249"/>
                      <a:pt x="383" y="1249"/>
                    </a:cubicBezTo>
                    <a:cubicBezTo>
                      <a:pt x="402" y="1249"/>
                      <a:pt x="420" y="1237"/>
                      <a:pt x="428" y="1219"/>
                    </a:cubicBezTo>
                    <a:cubicBezTo>
                      <a:pt x="514" y="1024"/>
                      <a:pt x="514" y="1024"/>
                      <a:pt x="514" y="1024"/>
                    </a:cubicBezTo>
                    <a:cubicBezTo>
                      <a:pt x="521" y="1006"/>
                      <a:pt x="518" y="986"/>
                      <a:pt x="506" y="972"/>
                    </a:cubicBezTo>
                    <a:cubicBezTo>
                      <a:pt x="494" y="957"/>
                      <a:pt x="474" y="951"/>
                      <a:pt x="456" y="955"/>
                    </a:cubicBezTo>
                    <a:cubicBezTo>
                      <a:pt x="369" y="978"/>
                      <a:pt x="369" y="978"/>
                      <a:pt x="369" y="978"/>
                    </a:cubicBezTo>
                    <a:cubicBezTo>
                      <a:pt x="369" y="799"/>
                      <a:pt x="369" y="799"/>
                      <a:pt x="369" y="799"/>
                    </a:cubicBezTo>
                    <a:cubicBezTo>
                      <a:pt x="384" y="790"/>
                      <a:pt x="403" y="773"/>
                      <a:pt x="422" y="743"/>
                    </a:cubicBezTo>
                    <a:cubicBezTo>
                      <a:pt x="454" y="691"/>
                      <a:pt x="482" y="602"/>
                      <a:pt x="482" y="448"/>
                    </a:cubicBezTo>
                    <a:cubicBezTo>
                      <a:pt x="482" y="440"/>
                      <a:pt x="479" y="433"/>
                      <a:pt x="474" y="427"/>
                    </a:cubicBezTo>
                    <a:cubicBezTo>
                      <a:pt x="490" y="421"/>
                      <a:pt x="501" y="407"/>
                      <a:pt x="501" y="390"/>
                    </a:cubicBezTo>
                    <a:cubicBezTo>
                      <a:pt x="501" y="40"/>
                      <a:pt x="501" y="40"/>
                      <a:pt x="501" y="40"/>
                    </a:cubicBezTo>
                    <a:cubicBezTo>
                      <a:pt x="501" y="18"/>
                      <a:pt x="483" y="0"/>
                      <a:pt x="461" y="0"/>
                    </a:cubicBezTo>
                    <a:cubicBezTo>
                      <a:pt x="61" y="0"/>
                      <a:pt x="61" y="0"/>
                      <a:pt x="61" y="0"/>
                    </a:cubicBezTo>
                    <a:cubicBezTo>
                      <a:pt x="39" y="0"/>
                      <a:pt x="21" y="18"/>
                      <a:pt x="21" y="40"/>
                    </a:cubicBezTo>
                    <a:cubicBezTo>
                      <a:pt x="21" y="390"/>
                      <a:pt x="21" y="390"/>
                      <a:pt x="21" y="390"/>
                    </a:cubicBezTo>
                    <a:cubicBezTo>
                      <a:pt x="21" y="407"/>
                      <a:pt x="32" y="421"/>
                      <a:pt x="47" y="427"/>
                    </a:cubicBezTo>
                    <a:cubicBezTo>
                      <a:pt x="42" y="433"/>
                      <a:pt x="39" y="440"/>
                      <a:pt x="39" y="448"/>
                    </a:cubicBezTo>
                    <a:cubicBezTo>
                      <a:pt x="39" y="602"/>
                      <a:pt x="67" y="691"/>
                      <a:pt x="99" y="743"/>
                    </a:cubicBezTo>
                    <a:cubicBezTo>
                      <a:pt x="118" y="773"/>
                      <a:pt x="138" y="790"/>
                      <a:pt x="152" y="799"/>
                    </a:cubicBezTo>
                    <a:cubicBezTo>
                      <a:pt x="152" y="978"/>
                      <a:pt x="152" y="978"/>
                      <a:pt x="152" y="978"/>
                    </a:cubicBezTo>
                    <a:cubicBezTo>
                      <a:pt x="66" y="955"/>
                      <a:pt x="66" y="955"/>
                      <a:pt x="66" y="955"/>
                    </a:cubicBezTo>
                    <a:cubicBezTo>
                      <a:pt x="47" y="951"/>
                      <a:pt x="28" y="957"/>
                      <a:pt x="15" y="972"/>
                    </a:cubicBezTo>
                    <a:cubicBezTo>
                      <a:pt x="3" y="986"/>
                      <a:pt x="0" y="1006"/>
                      <a:pt x="7" y="1024"/>
                    </a:cubicBezTo>
                    <a:cubicBezTo>
                      <a:pt x="93" y="1219"/>
                      <a:pt x="93" y="1219"/>
                      <a:pt x="93" y="1219"/>
                    </a:cubicBezTo>
                    <a:cubicBezTo>
                      <a:pt x="101" y="1237"/>
                      <a:pt x="119" y="1249"/>
                      <a:pt x="139" y="1249"/>
                    </a:cubicBezTo>
                    <a:cubicBezTo>
                      <a:pt x="145" y="1249"/>
                      <a:pt x="152" y="1247"/>
                      <a:pt x="159" y="1244"/>
                    </a:cubicBezTo>
                    <a:cubicBezTo>
                      <a:pt x="184" y="1233"/>
                      <a:pt x="195" y="1204"/>
                      <a:pt x="184" y="1179"/>
                    </a:cubicBezTo>
                    <a:close/>
                    <a:moveTo>
                      <a:pt x="103" y="448"/>
                    </a:moveTo>
                    <a:cubicBezTo>
                      <a:pt x="103" y="441"/>
                      <a:pt x="101" y="435"/>
                      <a:pt x="97" y="430"/>
                    </a:cubicBezTo>
                    <a:cubicBezTo>
                      <a:pt x="424" y="430"/>
                      <a:pt x="424" y="430"/>
                      <a:pt x="424" y="430"/>
                    </a:cubicBezTo>
                    <a:cubicBezTo>
                      <a:pt x="420" y="435"/>
                      <a:pt x="418" y="441"/>
                      <a:pt x="418" y="448"/>
                    </a:cubicBezTo>
                    <a:cubicBezTo>
                      <a:pt x="418" y="559"/>
                      <a:pt x="402" y="630"/>
                      <a:pt x="385" y="675"/>
                    </a:cubicBezTo>
                    <a:cubicBezTo>
                      <a:pt x="383" y="727"/>
                      <a:pt x="340" y="770"/>
                      <a:pt x="287" y="770"/>
                    </a:cubicBezTo>
                    <a:cubicBezTo>
                      <a:pt x="262" y="770"/>
                      <a:pt x="240" y="761"/>
                      <a:pt x="223" y="746"/>
                    </a:cubicBezTo>
                    <a:cubicBezTo>
                      <a:pt x="188" y="746"/>
                      <a:pt x="188" y="746"/>
                      <a:pt x="188" y="746"/>
                    </a:cubicBezTo>
                    <a:cubicBezTo>
                      <a:pt x="186" y="745"/>
                      <a:pt x="183" y="743"/>
                      <a:pt x="179" y="740"/>
                    </a:cubicBezTo>
                    <a:cubicBezTo>
                      <a:pt x="168" y="730"/>
                      <a:pt x="149" y="709"/>
                      <a:pt x="133" y="664"/>
                    </a:cubicBezTo>
                    <a:cubicBezTo>
                      <a:pt x="116" y="619"/>
                      <a:pt x="103" y="551"/>
                      <a:pt x="103" y="448"/>
                    </a:cubicBezTo>
                    <a:close/>
                    <a:moveTo>
                      <a:pt x="261" y="823"/>
                    </a:moveTo>
                    <a:cubicBezTo>
                      <a:pt x="253" y="823"/>
                      <a:pt x="245" y="820"/>
                      <a:pt x="239" y="815"/>
                    </a:cubicBezTo>
                    <a:cubicBezTo>
                      <a:pt x="238" y="813"/>
                      <a:pt x="238" y="813"/>
                      <a:pt x="238" y="813"/>
                    </a:cubicBezTo>
                    <a:cubicBezTo>
                      <a:pt x="245" y="783"/>
                      <a:pt x="245" y="783"/>
                      <a:pt x="245" y="783"/>
                    </a:cubicBezTo>
                    <a:cubicBezTo>
                      <a:pt x="261" y="783"/>
                      <a:pt x="261" y="783"/>
                      <a:pt x="261" y="783"/>
                    </a:cubicBezTo>
                    <a:cubicBezTo>
                      <a:pt x="276" y="783"/>
                      <a:pt x="276" y="783"/>
                      <a:pt x="276" y="783"/>
                    </a:cubicBezTo>
                    <a:cubicBezTo>
                      <a:pt x="283" y="813"/>
                      <a:pt x="283" y="813"/>
                      <a:pt x="283" y="813"/>
                    </a:cubicBezTo>
                    <a:cubicBezTo>
                      <a:pt x="282" y="815"/>
                      <a:pt x="282" y="815"/>
                      <a:pt x="282" y="815"/>
                    </a:cubicBezTo>
                    <a:cubicBezTo>
                      <a:pt x="276" y="820"/>
                      <a:pt x="268" y="823"/>
                      <a:pt x="261" y="823"/>
                    </a:cubicBezTo>
                    <a:close/>
                    <a:moveTo>
                      <a:pt x="223" y="993"/>
                    </a:moveTo>
                    <a:cubicBezTo>
                      <a:pt x="245" y="832"/>
                      <a:pt x="245" y="832"/>
                      <a:pt x="245" y="832"/>
                    </a:cubicBezTo>
                    <a:cubicBezTo>
                      <a:pt x="250" y="834"/>
                      <a:pt x="255" y="835"/>
                      <a:pt x="261" y="835"/>
                    </a:cubicBezTo>
                    <a:cubicBezTo>
                      <a:pt x="261" y="835"/>
                      <a:pt x="261" y="835"/>
                      <a:pt x="261" y="835"/>
                    </a:cubicBezTo>
                    <a:cubicBezTo>
                      <a:pt x="261" y="835"/>
                      <a:pt x="261" y="835"/>
                      <a:pt x="261" y="835"/>
                    </a:cubicBezTo>
                    <a:cubicBezTo>
                      <a:pt x="266" y="835"/>
                      <a:pt x="272" y="834"/>
                      <a:pt x="277" y="832"/>
                    </a:cubicBezTo>
                    <a:cubicBezTo>
                      <a:pt x="299" y="993"/>
                      <a:pt x="299" y="993"/>
                      <a:pt x="299" y="993"/>
                    </a:cubicBezTo>
                    <a:cubicBezTo>
                      <a:pt x="261" y="1041"/>
                      <a:pt x="261" y="1041"/>
                      <a:pt x="261" y="1041"/>
                    </a:cubicBezTo>
                    <a:lnTo>
                      <a:pt x="223" y="993"/>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9" name="Oval 16"/>
              <p:cNvSpPr>
                <a:spLocks noChangeArrowheads="1"/>
              </p:cNvSpPr>
              <p:nvPr/>
            </p:nvSpPr>
            <p:spPr bwMode="auto">
              <a:xfrm>
                <a:off x="2655888" y="3875088"/>
                <a:ext cx="238125" cy="238125"/>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0" name="Freeform 17"/>
              <p:cNvSpPr>
                <a:spLocks/>
              </p:cNvSpPr>
              <p:nvPr/>
            </p:nvSpPr>
            <p:spPr bwMode="auto">
              <a:xfrm>
                <a:off x="3036888" y="4140200"/>
                <a:ext cx="114300" cy="103187"/>
              </a:xfrm>
              <a:custGeom>
                <a:avLst/>
                <a:gdLst>
                  <a:gd name="T0" fmla="*/ 68 w 87"/>
                  <a:gd name="T1" fmla="*/ 51 h 78"/>
                  <a:gd name="T2" fmla="*/ 0 w 87"/>
                  <a:gd name="T3" fmla="*/ 0 h 78"/>
                  <a:gd name="T4" fmla="*/ 68 w 87"/>
                  <a:gd name="T5" fmla="*/ 51 h 78"/>
                </a:gdLst>
                <a:ahLst/>
                <a:cxnLst>
                  <a:cxn ang="0">
                    <a:pos x="T0" y="T1"/>
                  </a:cxn>
                  <a:cxn ang="0">
                    <a:pos x="T2" y="T3"/>
                  </a:cxn>
                  <a:cxn ang="0">
                    <a:pos x="T4" y="T5"/>
                  </a:cxn>
                </a:cxnLst>
                <a:rect l="0" t="0" r="r" b="b"/>
                <a:pathLst>
                  <a:path w="87" h="78">
                    <a:moveTo>
                      <a:pt x="68" y="51"/>
                    </a:moveTo>
                    <a:cubicBezTo>
                      <a:pt x="87" y="11"/>
                      <a:pt x="0" y="0"/>
                      <a:pt x="0" y="0"/>
                    </a:cubicBezTo>
                    <a:cubicBezTo>
                      <a:pt x="0" y="0"/>
                      <a:pt x="54" y="78"/>
                      <a:pt x="68" y="5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1" name="Freeform 18"/>
              <p:cNvSpPr>
                <a:spLocks/>
              </p:cNvSpPr>
              <p:nvPr/>
            </p:nvSpPr>
            <p:spPr bwMode="auto">
              <a:xfrm>
                <a:off x="3060700" y="3949700"/>
                <a:ext cx="119063" cy="98425"/>
              </a:xfrm>
              <a:custGeom>
                <a:avLst/>
                <a:gdLst>
                  <a:gd name="T0" fmla="*/ 85 w 91"/>
                  <a:gd name="T1" fmla="*/ 44 h 74"/>
                  <a:gd name="T2" fmla="*/ 0 w 91"/>
                  <a:gd name="T3" fmla="*/ 45 h 74"/>
                  <a:gd name="T4" fmla="*/ 85 w 91"/>
                  <a:gd name="T5" fmla="*/ 44 h 74"/>
                </a:gdLst>
                <a:ahLst/>
                <a:cxnLst>
                  <a:cxn ang="0">
                    <a:pos x="T0" y="T1"/>
                  </a:cxn>
                  <a:cxn ang="0">
                    <a:pos x="T2" y="T3"/>
                  </a:cxn>
                  <a:cxn ang="0">
                    <a:pos x="T4" y="T5"/>
                  </a:cxn>
                </a:cxnLst>
                <a:rect l="0" t="0" r="r" b="b"/>
                <a:pathLst>
                  <a:path w="91" h="74">
                    <a:moveTo>
                      <a:pt x="85" y="44"/>
                    </a:moveTo>
                    <a:cubicBezTo>
                      <a:pt x="77" y="0"/>
                      <a:pt x="0" y="45"/>
                      <a:pt x="0" y="45"/>
                    </a:cubicBezTo>
                    <a:cubicBezTo>
                      <a:pt x="0" y="45"/>
                      <a:pt x="91" y="74"/>
                      <a:pt x="85" y="4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2" name="Freeform 19"/>
              <p:cNvSpPr>
                <a:spLocks/>
              </p:cNvSpPr>
              <p:nvPr/>
            </p:nvSpPr>
            <p:spPr bwMode="auto">
              <a:xfrm>
                <a:off x="2965450" y="4149725"/>
                <a:ext cx="106363" cy="147637"/>
              </a:xfrm>
              <a:custGeom>
                <a:avLst/>
                <a:gdLst>
                  <a:gd name="T0" fmla="*/ 10 w 81"/>
                  <a:gd name="T1" fmla="*/ 0 h 111"/>
                  <a:gd name="T2" fmla="*/ 33 w 81"/>
                  <a:gd name="T3" fmla="*/ 97 h 111"/>
                  <a:gd name="T4" fmla="*/ 10 w 81"/>
                  <a:gd name="T5" fmla="*/ 0 h 111"/>
                </a:gdLst>
                <a:ahLst/>
                <a:cxnLst>
                  <a:cxn ang="0">
                    <a:pos x="T0" y="T1"/>
                  </a:cxn>
                  <a:cxn ang="0">
                    <a:pos x="T2" y="T3"/>
                  </a:cxn>
                  <a:cxn ang="0">
                    <a:pos x="T4" y="T5"/>
                  </a:cxn>
                </a:cxnLst>
                <a:rect l="0" t="0" r="r" b="b"/>
                <a:pathLst>
                  <a:path w="81" h="111">
                    <a:moveTo>
                      <a:pt x="10" y="0"/>
                    </a:moveTo>
                    <a:cubicBezTo>
                      <a:pt x="10" y="0"/>
                      <a:pt x="0" y="111"/>
                      <a:pt x="33" y="97"/>
                    </a:cubicBezTo>
                    <a:cubicBezTo>
                      <a:pt x="81" y="76"/>
                      <a:pt x="10" y="0"/>
                      <a:pt x="10"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3" name="Freeform 20"/>
              <p:cNvSpPr>
                <a:spLocks/>
              </p:cNvSpPr>
              <p:nvPr/>
            </p:nvSpPr>
            <p:spPr bwMode="auto">
              <a:xfrm>
                <a:off x="2403475" y="4314825"/>
                <a:ext cx="65088" cy="36512"/>
              </a:xfrm>
              <a:custGeom>
                <a:avLst/>
                <a:gdLst>
                  <a:gd name="T0" fmla="*/ 49 w 50"/>
                  <a:gd name="T1" fmla="*/ 8 h 27"/>
                  <a:gd name="T2" fmla="*/ 47 w 50"/>
                  <a:gd name="T3" fmla="*/ 3 h 27"/>
                  <a:gd name="T4" fmla="*/ 33 w 50"/>
                  <a:gd name="T5" fmla="*/ 0 h 27"/>
                  <a:gd name="T6" fmla="*/ 1 w 50"/>
                  <a:gd name="T7" fmla="*/ 22 h 27"/>
                  <a:gd name="T8" fmla="*/ 3 w 50"/>
                  <a:gd name="T9" fmla="*/ 27 h 27"/>
                  <a:gd name="T10" fmla="*/ 5 w 50"/>
                  <a:gd name="T11" fmla="*/ 27 h 27"/>
                  <a:gd name="T12" fmla="*/ 8 w 50"/>
                  <a:gd name="T13" fmla="*/ 25 h 27"/>
                  <a:gd name="T14" fmla="*/ 8 w 50"/>
                  <a:gd name="T15" fmla="*/ 25 h 27"/>
                  <a:gd name="T16" fmla="*/ 33 w 50"/>
                  <a:gd name="T17" fmla="*/ 8 h 27"/>
                  <a:gd name="T18" fmla="*/ 44 w 50"/>
                  <a:gd name="T19" fmla="*/ 10 h 27"/>
                  <a:gd name="T20" fmla="*/ 49 w 50"/>
                  <a:gd name="T21" fmla="*/ 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27">
                    <a:moveTo>
                      <a:pt x="49" y="8"/>
                    </a:moveTo>
                    <a:cubicBezTo>
                      <a:pt x="50" y="6"/>
                      <a:pt x="49" y="3"/>
                      <a:pt x="47" y="3"/>
                    </a:cubicBezTo>
                    <a:cubicBezTo>
                      <a:pt x="42" y="1"/>
                      <a:pt x="38" y="0"/>
                      <a:pt x="33" y="0"/>
                    </a:cubicBezTo>
                    <a:cubicBezTo>
                      <a:pt x="20" y="0"/>
                      <a:pt x="6" y="8"/>
                      <a:pt x="1" y="22"/>
                    </a:cubicBezTo>
                    <a:cubicBezTo>
                      <a:pt x="0" y="24"/>
                      <a:pt x="1" y="26"/>
                      <a:pt x="3" y="27"/>
                    </a:cubicBezTo>
                    <a:cubicBezTo>
                      <a:pt x="4" y="27"/>
                      <a:pt x="4" y="27"/>
                      <a:pt x="5" y="27"/>
                    </a:cubicBezTo>
                    <a:cubicBezTo>
                      <a:pt x="6" y="27"/>
                      <a:pt x="8" y="26"/>
                      <a:pt x="8" y="25"/>
                    </a:cubicBezTo>
                    <a:cubicBezTo>
                      <a:pt x="8" y="25"/>
                      <a:pt x="8" y="25"/>
                      <a:pt x="8" y="25"/>
                    </a:cubicBezTo>
                    <a:cubicBezTo>
                      <a:pt x="13" y="14"/>
                      <a:pt x="23" y="8"/>
                      <a:pt x="33" y="8"/>
                    </a:cubicBezTo>
                    <a:cubicBezTo>
                      <a:pt x="37" y="8"/>
                      <a:pt x="40" y="9"/>
                      <a:pt x="44" y="10"/>
                    </a:cubicBezTo>
                    <a:cubicBezTo>
                      <a:pt x="46" y="11"/>
                      <a:pt x="48" y="10"/>
                      <a:pt x="49" y="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4" name="Freeform 21"/>
              <p:cNvSpPr>
                <a:spLocks/>
              </p:cNvSpPr>
              <p:nvPr/>
            </p:nvSpPr>
            <p:spPr bwMode="auto">
              <a:xfrm>
                <a:off x="2419350" y="4335463"/>
                <a:ext cx="46038" cy="25400"/>
              </a:xfrm>
              <a:custGeom>
                <a:avLst/>
                <a:gdLst>
                  <a:gd name="T0" fmla="*/ 23 w 35"/>
                  <a:gd name="T1" fmla="*/ 0 h 20"/>
                  <a:gd name="T2" fmla="*/ 1 w 35"/>
                  <a:gd name="T3" fmla="*/ 15 h 20"/>
                  <a:gd name="T4" fmla="*/ 3 w 35"/>
                  <a:gd name="T5" fmla="*/ 20 h 20"/>
                  <a:gd name="T6" fmla="*/ 4 w 35"/>
                  <a:gd name="T7" fmla="*/ 20 h 20"/>
                  <a:gd name="T8" fmla="*/ 8 w 35"/>
                  <a:gd name="T9" fmla="*/ 18 h 20"/>
                  <a:gd name="T10" fmla="*/ 23 w 35"/>
                  <a:gd name="T11" fmla="*/ 8 h 20"/>
                  <a:gd name="T12" fmla="*/ 29 w 35"/>
                  <a:gd name="T13" fmla="*/ 9 h 20"/>
                  <a:gd name="T14" fmla="*/ 34 w 35"/>
                  <a:gd name="T15" fmla="*/ 7 h 20"/>
                  <a:gd name="T16" fmla="*/ 32 w 35"/>
                  <a:gd name="T17" fmla="*/ 2 h 20"/>
                  <a:gd name="T18" fmla="*/ 23 w 35"/>
                  <a:gd name="T1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20">
                    <a:moveTo>
                      <a:pt x="23" y="0"/>
                    </a:moveTo>
                    <a:cubicBezTo>
                      <a:pt x="13" y="0"/>
                      <a:pt x="4" y="5"/>
                      <a:pt x="1" y="15"/>
                    </a:cubicBezTo>
                    <a:cubicBezTo>
                      <a:pt x="0" y="17"/>
                      <a:pt x="1" y="19"/>
                      <a:pt x="3" y="20"/>
                    </a:cubicBezTo>
                    <a:cubicBezTo>
                      <a:pt x="3" y="20"/>
                      <a:pt x="4" y="20"/>
                      <a:pt x="4" y="20"/>
                    </a:cubicBezTo>
                    <a:cubicBezTo>
                      <a:pt x="6" y="20"/>
                      <a:pt x="7" y="19"/>
                      <a:pt x="8" y="18"/>
                    </a:cubicBezTo>
                    <a:cubicBezTo>
                      <a:pt x="11" y="12"/>
                      <a:pt x="17" y="8"/>
                      <a:pt x="23" y="8"/>
                    </a:cubicBezTo>
                    <a:cubicBezTo>
                      <a:pt x="25" y="8"/>
                      <a:pt x="27" y="8"/>
                      <a:pt x="29" y="9"/>
                    </a:cubicBezTo>
                    <a:cubicBezTo>
                      <a:pt x="31" y="10"/>
                      <a:pt x="33" y="9"/>
                      <a:pt x="34" y="7"/>
                    </a:cubicBezTo>
                    <a:cubicBezTo>
                      <a:pt x="35" y="5"/>
                      <a:pt x="34" y="2"/>
                      <a:pt x="32" y="2"/>
                    </a:cubicBezTo>
                    <a:cubicBezTo>
                      <a:pt x="29" y="0"/>
                      <a:pt x="26" y="0"/>
                      <a:pt x="23"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5" name="Freeform 22"/>
              <p:cNvSpPr>
                <a:spLocks/>
              </p:cNvSpPr>
              <p:nvPr/>
            </p:nvSpPr>
            <p:spPr bwMode="auto">
              <a:xfrm>
                <a:off x="2406650" y="3930650"/>
                <a:ext cx="36513" cy="63500"/>
              </a:xfrm>
              <a:custGeom>
                <a:avLst/>
                <a:gdLst>
                  <a:gd name="T0" fmla="*/ 8 w 27"/>
                  <a:gd name="T1" fmla="*/ 1 h 49"/>
                  <a:gd name="T2" fmla="*/ 2 w 27"/>
                  <a:gd name="T3" fmla="*/ 3 h 49"/>
                  <a:gd name="T4" fmla="*/ 0 w 27"/>
                  <a:gd name="T5" fmla="*/ 16 h 49"/>
                  <a:gd name="T6" fmla="*/ 21 w 27"/>
                  <a:gd name="T7" fmla="*/ 49 h 49"/>
                  <a:gd name="T8" fmla="*/ 23 w 27"/>
                  <a:gd name="T9" fmla="*/ 49 h 49"/>
                  <a:gd name="T10" fmla="*/ 27 w 27"/>
                  <a:gd name="T11" fmla="*/ 46 h 49"/>
                  <a:gd name="T12" fmla="*/ 24 w 27"/>
                  <a:gd name="T13" fmla="*/ 41 h 49"/>
                  <a:gd name="T14" fmla="*/ 8 w 27"/>
                  <a:gd name="T15" fmla="*/ 16 h 49"/>
                  <a:gd name="T16" fmla="*/ 10 w 27"/>
                  <a:gd name="T17" fmla="*/ 6 h 49"/>
                  <a:gd name="T18" fmla="*/ 8 w 27"/>
                  <a:gd name="T19" fmla="*/ 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49">
                    <a:moveTo>
                      <a:pt x="8" y="1"/>
                    </a:moveTo>
                    <a:cubicBezTo>
                      <a:pt x="5" y="0"/>
                      <a:pt x="3" y="1"/>
                      <a:pt x="2" y="3"/>
                    </a:cubicBezTo>
                    <a:cubicBezTo>
                      <a:pt x="0" y="7"/>
                      <a:pt x="0" y="12"/>
                      <a:pt x="0" y="16"/>
                    </a:cubicBezTo>
                    <a:cubicBezTo>
                      <a:pt x="0" y="30"/>
                      <a:pt x="8" y="43"/>
                      <a:pt x="21" y="49"/>
                    </a:cubicBezTo>
                    <a:cubicBezTo>
                      <a:pt x="22" y="49"/>
                      <a:pt x="22" y="49"/>
                      <a:pt x="23" y="49"/>
                    </a:cubicBezTo>
                    <a:cubicBezTo>
                      <a:pt x="24" y="49"/>
                      <a:pt x="26" y="48"/>
                      <a:pt x="27" y="46"/>
                    </a:cubicBezTo>
                    <a:cubicBezTo>
                      <a:pt x="27" y="44"/>
                      <a:pt x="26" y="42"/>
                      <a:pt x="24" y="41"/>
                    </a:cubicBezTo>
                    <a:cubicBezTo>
                      <a:pt x="14" y="37"/>
                      <a:pt x="8" y="27"/>
                      <a:pt x="8" y="16"/>
                    </a:cubicBezTo>
                    <a:cubicBezTo>
                      <a:pt x="8" y="13"/>
                      <a:pt x="8" y="9"/>
                      <a:pt x="10" y="6"/>
                    </a:cubicBezTo>
                    <a:cubicBezTo>
                      <a:pt x="11" y="4"/>
                      <a:pt x="10" y="1"/>
                      <a:pt x="8" y="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6" name="Freeform 23"/>
              <p:cNvSpPr>
                <a:spLocks/>
              </p:cNvSpPr>
              <p:nvPr/>
            </p:nvSpPr>
            <p:spPr bwMode="auto">
              <a:xfrm>
                <a:off x="2425700" y="3932238"/>
                <a:ext cx="26988" cy="46037"/>
              </a:xfrm>
              <a:custGeom>
                <a:avLst/>
                <a:gdLst>
                  <a:gd name="T0" fmla="*/ 7 w 21"/>
                  <a:gd name="T1" fmla="*/ 1 h 35"/>
                  <a:gd name="T2" fmla="*/ 2 w 21"/>
                  <a:gd name="T3" fmla="*/ 3 h 35"/>
                  <a:gd name="T4" fmla="*/ 0 w 21"/>
                  <a:gd name="T5" fmla="*/ 13 h 35"/>
                  <a:gd name="T6" fmla="*/ 15 w 21"/>
                  <a:gd name="T7" fmla="*/ 35 h 35"/>
                  <a:gd name="T8" fmla="*/ 17 w 21"/>
                  <a:gd name="T9" fmla="*/ 35 h 35"/>
                  <a:gd name="T10" fmla="*/ 20 w 21"/>
                  <a:gd name="T11" fmla="*/ 33 h 35"/>
                  <a:gd name="T12" fmla="*/ 18 w 21"/>
                  <a:gd name="T13" fmla="*/ 27 h 35"/>
                  <a:gd name="T14" fmla="*/ 18 w 21"/>
                  <a:gd name="T15" fmla="*/ 27 h 35"/>
                  <a:gd name="T16" fmla="*/ 8 w 21"/>
                  <a:gd name="T17" fmla="*/ 13 h 35"/>
                  <a:gd name="T18" fmla="*/ 10 w 21"/>
                  <a:gd name="T19" fmla="*/ 6 h 35"/>
                  <a:gd name="T20" fmla="*/ 7 w 21"/>
                  <a:gd name="T21"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35">
                    <a:moveTo>
                      <a:pt x="7" y="1"/>
                    </a:moveTo>
                    <a:cubicBezTo>
                      <a:pt x="5" y="0"/>
                      <a:pt x="3" y="1"/>
                      <a:pt x="2" y="3"/>
                    </a:cubicBezTo>
                    <a:cubicBezTo>
                      <a:pt x="1" y="6"/>
                      <a:pt x="0" y="10"/>
                      <a:pt x="0" y="13"/>
                    </a:cubicBezTo>
                    <a:cubicBezTo>
                      <a:pt x="0" y="22"/>
                      <a:pt x="6" y="31"/>
                      <a:pt x="15" y="35"/>
                    </a:cubicBezTo>
                    <a:cubicBezTo>
                      <a:pt x="16" y="35"/>
                      <a:pt x="16" y="35"/>
                      <a:pt x="17" y="35"/>
                    </a:cubicBezTo>
                    <a:cubicBezTo>
                      <a:pt x="18" y="35"/>
                      <a:pt x="20" y="34"/>
                      <a:pt x="20" y="33"/>
                    </a:cubicBezTo>
                    <a:cubicBezTo>
                      <a:pt x="21" y="31"/>
                      <a:pt x="20" y="28"/>
                      <a:pt x="18" y="27"/>
                    </a:cubicBezTo>
                    <a:cubicBezTo>
                      <a:pt x="18" y="27"/>
                      <a:pt x="18" y="27"/>
                      <a:pt x="18" y="27"/>
                    </a:cubicBezTo>
                    <a:cubicBezTo>
                      <a:pt x="12" y="25"/>
                      <a:pt x="8" y="19"/>
                      <a:pt x="8" y="13"/>
                    </a:cubicBezTo>
                    <a:cubicBezTo>
                      <a:pt x="8" y="11"/>
                      <a:pt x="9" y="8"/>
                      <a:pt x="10" y="6"/>
                    </a:cubicBezTo>
                    <a:cubicBezTo>
                      <a:pt x="10" y="4"/>
                      <a:pt x="10" y="2"/>
                      <a:pt x="7" y="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7" name="Freeform 24"/>
              <p:cNvSpPr>
                <a:spLocks/>
              </p:cNvSpPr>
              <p:nvPr/>
            </p:nvSpPr>
            <p:spPr bwMode="auto">
              <a:xfrm>
                <a:off x="2746375" y="4594225"/>
                <a:ext cx="69850" cy="23812"/>
              </a:xfrm>
              <a:custGeom>
                <a:avLst/>
                <a:gdLst>
                  <a:gd name="T0" fmla="*/ 1 w 53"/>
                  <a:gd name="T1" fmla="*/ 3 h 18"/>
                  <a:gd name="T2" fmla="*/ 2 w 53"/>
                  <a:gd name="T3" fmla="*/ 8 h 18"/>
                  <a:gd name="T4" fmla="*/ 26 w 53"/>
                  <a:gd name="T5" fmla="*/ 18 h 18"/>
                  <a:gd name="T6" fmla="*/ 51 w 53"/>
                  <a:gd name="T7" fmla="*/ 8 h 18"/>
                  <a:gd name="T8" fmla="*/ 51 w 53"/>
                  <a:gd name="T9" fmla="*/ 2 h 18"/>
                  <a:gd name="T10" fmla="*/ 45 w 53"/>
                  <a:gd name="T11" fmla="*/ 2 h 18"/>
                  <a:gd name="T12" fmla="*/ 26 w 53"/>
                  <a:gd name="T13" fmla="*/ 10 h 18"/>
                  <a:gd name="T14" fmla="*/ 7 w 53"/>
                  <a:gd name="T15" fmla="*/ 3 h 18"/>
                  <a:gd name="T16" fmla="*/ 1 w 53"/>
                  <a:gd name="T17" fmla="*/ 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18">
                    <a:moveTo>
                      <a:pt x="1" y="3"/>
                    </a:moveTo>
                    <a:cubicBezTo>
                      <a:pt x="0" y="4"/>
                      <a:pt x="0" y="7"/>
                      <a:pt x="2" y="8"/>
                    </a:cubicBezTo>
                    <a:cubicBezTo>
                      <a:pt x="8" y="15"/>
                      <a:pt x="17" y="18"/>
                      <a:pt x="26" y="18"/>
                    </a:cubicBezTo>
                    <a:cubicBezTo>
                      <a:pt x="35" y="18"/>
                      <a:pt x="44" y="15"/>
                      <a:pt x="51" y="8"/>
                    </a:cubicBezTo>
                    <a:cubicBezTo>
                      <a:pt x="53" y="6"/>
                      <a:pt x="53" y="3"/>
                      <a:pt x="51" y="2"/>
                    </a:cubicBezTo>
                    <a:cubicBezTo>
                      <a:pt x="50" y="0"/>
                      <a:pt x="47" y="0"/>
                      <a:pt x="45" y="2"/>
                    </a:cubicBezTo>
                    <a:cubicBezTo>
                      <a:pt x="40" y="8"/>
                      <a:pt x="33" y="10"/>
                      <a:pt x="26" y="10"/>
                    </a:cubicBezTo>
                    <a:cubicBezTo>
                      <a:pt x="19" y="10"/>
                      <a:pt x="12" y="8"/>
                      <a:pt x="7" y="3"/>
                    </a:cubicBezTo>
                    <a:cubicBezTo>
                      <a:pt x="6" y="1"/>
                      <a:pt x="3" y="1"/>
                      <a:pt x="1" y="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8" name="Freeform 25"/>
              <p:cNvSpPr>
                <a:spLocks/>
              </p:cNvSpPr>
              <p:nvPr/>
            </p:nvSpPr>
            <p:spPr bwMode="auto">
              <a:xfrm>
                <a:off x="2755900" y="4578350"/>
                <a:ext cx="49213" cy="19050"/>
              </a:xfrm>
              <a:custGeom>
                <a:avLst/>
                <a:gdLst>
                  <a:gd name="T0" fmla="*/ 18 w 37"/>
                  <a:gd name="T1" fmla="*/ 14 h 14"/>
                  <a:gd name="T2" fmla="*/ 35 w 37"/>
                  <a:gd name="T3" fmla="*/ 7 h 14"/>
                  <a:gd name="T4" fmla="*/ 35 w 37"/>
                  <a:gd name="T5" fmla="*/ 1 h 14"/>
                  <a:gd name="T6" fmla="*/ 29 w 37"/>
                  <a:gd name="T7" fmla="*/ 1 h 14"/>
                  <a:gd name="T8" fmla="*/ 29 w 37"/>
                  <a:gd name="T9" fmla="*/ 1 h 14"/>
                  <a:gd name="T10" fmla="*/ 18 w 37"/>
                  <a:gd name="T11" fmla="*/ 6 h 14"/>
                  <a:gd name="T12" fmla="*/ 7 w 37"/>
                  <a:gd name="T13" fmla="*/ 2 h 14"/>
                  <a:gd name="T14" fmla="*/ 1 w 37"/>
                  <a:gd name="T15" fmla="*/ 2 h 14"/>
                  <a:gd name="T16" fmla="*/ 1 w 37"/>
                  <a:gd name="T17" fmla="*/ 7 h 14"/>
                  <a:gd name="T18" fmla="*/ 18 w 37"/>
                  <a:gd name="T19" fmla="*/ 14 h 14"/>
                  <a:gd name="T20" fmla="*/ 18 w 37"/>
                  <a:gd name="T21"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 h="14">
                    <a:moveTo>
                      <a:pt x="18" y="14"/>
                    </a:moveTo>
                    <a:cubicBezTo>
                      <a:pt x="24" y="14"/>
                      <a:pt x="30" y="12"/>
                      <a:pt x="35" y="7"/>
                    </a:cubicBezTo>
                    <a:cubicBezTo>
                      <a:pt x="37" y="5"/>
                      <a:pt x="37" y="3"/>
                      <a:pt x="35" y="1"/>
                    </a:cubicBezTo>
                    <a:cubicBezTo>
                      <a:pt x="33" y="0"/>
                      <a:pt x="31" y="0"/>
                      <a:pt x="29" y="1"/>
                    </a:cubicBezTo>
                    <a:cubicBezTo>
                      <a:pt x="29" y="1"/>
                      <a:pt x="29" y="1"/>
                      <a:pt x="29" y="1"/>
                    </a:cubicBezTo>
                    <a:cubicBezTo>
                      <a:pt x="26" y="5"/>
                      <a:pt x="22" y="6"/>
                      <a:pt x="18" y="6"/>
                    </a:cubicBezTo>
                    <a:cubicBezTo>
                      <a:pt x="14" y="6"/>
                      <a:pt x="10" y="5"/>
                      <a:pt x="7" y="2"/>
                    </a:cubicBezTo>
                    <a:cubicBezTo>
                      <a:pt x="5" y="0"/>
                      <a:pt x="3" y="0"/>
                      <a:pt x="1" y="2"/>
                    </a:cubicBezTo>
                    <a:cubicBezTo>
                      <a:pt x="0" y="3"/>
                      <a:pt x="0" y="6"/>
                      <a:pt x="1" y="7"/>
                    </a:cubicBezTo>
                    <a:cubicBezTo>
                      <a:pt x="6" y="12"/>
                      <a:pt x="12" y="14"/>
                      <a:pt x="18" y="14"/>
                    </a:cubicBezTo>
                    <a:cubicBezTo>
                      <a:pt x="18" y="14"/>
                      <a:pt x="18" y="14"/>
                      <a:pt x="18" y="1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9" name="Freeform 26"/>
              <p:cNvSpPr>
                <a:spLocks/>
              </p:cNvSpPr>
              <p:nvPr/>
            </p:nvSpPr>
            <p:spPr bwMode="auto">
              <a:xfrm>
                <a:off x="2640013" y="3841750"/>
                <a:ext cx="57150" cy="46037"/>
              </a:xfrm>
              <a:custGeom>
                <a:avLst/>
                <a:gdLst>
                  <a:gd name="T0" fmla="*/ 3 w 43"/>
                  <a:gd name="T1" fmla="*/ 35 h 35"/>
                  <a:gd name="T2" fmla="*/ 4 w 43"/>
                  <a:gd name="T3" fmla="*/ 35 h 35"/>
                  <a:gd name="T4" fmla="*/ 8 w 43"/>
                  <a:gd name="T5" fmla="*/ 32 h 35"/>
                  <a:gd name="T6" fmla="*/ 8 w 43"/>
                  <a:gd name="T7" fmla="*/ 32 h 35"/>
                  <a:gd name="T8" fmla="*/ 35 w 43"/>
                  <a:gd name="T9" fmla="*/ 8 h 35"/>
                  <a:gd name="T10" fmla="*/ 38 w 43"/>
                  <a:gd name="T11" fmla="*/ 8 h 35"/>
                  <a:gd name="T12" fmla="*/ 43 w 43"/>
                  <a:gd name="T13" fmla="*/ 5 h 35"/>
                  <a:gd name="T14" fmla="*/ 39 w 43"/>
                  <a:gd name="T15" fmla="*/ 0 h 35"/>
                  <a:gd name="T16" fmla="*/ 35 w 43"/>
                  <a:gd name="T17" fmla="*/ 0 h 35"/>
                  <a:gd name="T18" fmla="*/ 0 w 43"/>
                  <a:gd name="T19" fmla="*/ 31 h 35"/>
                  <a:gd name="T20" fmla="*/ 3 w 43"/>
                  <a:gd name="T21"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35">
                    <a:moveTo>
                      <a:pt x="3" y="35"/>
                    </a:moveTo>
                    <a:cubicBezTo>
                      <a:pt x="4" y="35"/>
                      <a:pt x="4" y="35"/>
                      <a:pt x="4" y="35"/>
                    </a:cubicBezTo>
                    <a:cubicBezTo>
                      <a:pt x="6" y="35"/>
                      <a:pt x="8" y="34"/>
                      <a:pt x="8" y="32"/>
                    </a:cubicBezTo>
                    <a:cubicBezTo>
                      <a:pt x="8" y="32"/>
                      <a:pt x="8" y="32"/>
                      <a:pt x="8" y="32"/>
                    </a:cubicBezTo>
                    <a:cubicBezTo>
                      <a:pt x="10" y="18"/>
                      <a:pt x="21" y="8"/>
                      <a:pt x="35" y="8"/>
                    </a:cubicBezTo>
                    <a:cubicBezTo>
                      <a:pt x="36" y="8"/>
                      <a:pt x="37" y="8"/>
                      <a:pt x="38" y="8"/>
                    </a:cubicBezTo>
                    <a:cubicBezTo>
                      <a:pt x="40" y="8"/>
                      <a:pt x="42" y="7"/>
                      <a:pt x="43" y="5"/>
                    </a:cubicBezTo>
                    <a:cubicBezTo>
                      <a:pt x="43" y="2"/>
                      <a:pt x="41" y="0"/>
                      <a:pt x="39" y="0"/>
                    </a:cubicBezTo>
                    <a:cubicBezTo>
                      <a:pt x="38" y="0"/>
                      <a:pt x="36" y="0"/>
                      <a:pt x="35" y="0"/>
                    </a:cubicBezTo>
                    <a:cubicBezTo>
                      <a:pt x="17" y="0"/>
                      <a:pt x="2" y="13"/>
                      <a:pt x="0" y="31"/>
                    </a:cubicBezTo>
                    <a:cubicBezTo>
                      <a:pt x="0" y="33"/>
                      <a:pt x="1" y="35"/>
                      <a:pt x="3" y="3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0" name="Freeform 27"/>
              <p:cNvSpPr>
                <a:spLocks/>
              </p:cNvSpPr>
              <p:nvPr/>
            </p:nvSpPr>
            <p:spPr bwMode="auto">
              <a:xfrm>
                <a:off x="2657475" y="3859213"/>
                <a:ext cx="41275" cy="34925"/>
              </a:xfrm>
              <a:custGeom>
                <a:avLst/>
                <a:gdLst>
                  <a:gd name="T0" fmla="*/ 24 w 31"/>
                  <a:gd name="T1" fmla="*/ 0 h 26"/>
                  <a:gd name="T2" fmla="*/ 0 w 31"/>
                  <a:gd name="T3" fmla="*/ 21 h 26"/>
                  <a:gd name="T4" fmla="*/ 4 w 31"/>
                  <a:gd name="T5" fmla="*/ 26 h 26"/>
                  <a:gd name="T6" fmla="*/ 4 w 31"/>
                  <a:gd name="T7" fmla="*/ 26 h 26"/>
                  <a:gd name="T8" fmla="*/ 8 w 31"/>
                  <a:gd name="T9" fmla="*/ 22 h 26"/>
                  <a:gd name="T10" fmla="*/ 24 w 31"/>
                  <a:gd name="T11" fmla="*/ 8 h 26"/>
                  <a:gd name="T12" fmla="*/ 26 w 31"/>
                  <a:gd name="T13" fmla="*/ 8 h 26"/>
                  <a:gd name="T14" fmla="*/ 31 w 31"/>
                  <a:gd name="T15" fmla="*/ 5 h 26"/>
                  <a:gd name="T16" fmla="*/ 27 w 31"/>
                  <a:gd name="T17" fmla="*/ 0 h 26"/>
                  <a:gd name="T18" fmla="*/ 24 w 31"/>
                  <a:gd name="T19"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26">
                    <a:moveTo>
                      <a:pt x="24" y="0"/>
                    </a:moveTo>
                    <a:cubicBezTo>
                      <a:pt x="12" y="0"/>
                      <a:pt x="2" y="9"/>
                      <a:pt x="0" y="21"/>
                    </a:cubicBezTo>
                    <a:cubicBezTo>
                      <a:pt x="0" y="23"/>
                      <a:pt x="2" y="25"/>
                      <a:pt x="4" y="26"/>
                    </a:cubicBezTo>
                    <a:cubicBezTo>
                      <a:pt x="4" y="26"/>
                      <a:pt x="4" y="26"/>
                      <a:pt x="4" y="26"/>
                    </a:cubicBezTo>
                    <a:cubicBezTo>
                      <a:pt x="6" y="26"/>
                      <a:pt x="8" y="24"/>
                      <a:pt x="8" y="22"/>
                    </a:cubicBezTo>
                    <a:cubicBezTo>
                      <a:pt x="9" y="14"/>
                      <a:pt x="16" y="8"/>
                      <a:pt x="24" y="8"/>
                    </a:cubicBezTo>
                    <a:cubicBezTo>
                      <a:pt x="25" y="8"/>
                      <a:pt x="26" y="8"/>
                      <a:pt x="26" y="8"/>
                    </a:cubicBezTo>
                    <a:cubicBezTo>
                      <a:pt x="28" y="9"/>
                      <a:pt x="30" y="7"/>
                      <a:pt x="31" y="5"/>
                    </a:cubicBezTo>
                    <a:cubicBezTo>
                      <a:pt x="31" y="3"/>
                      <a:pt x="30" y="1"/>
                      <a:pt x="27" y="0"/>
                    </a:cubicBezTo>
                    <a:cubicBezTo>
                      <a:pt x="26" y="0"/>
                      <a:pt x="25" y="0"/>
                      <a:pt x="24"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1" name="Freeform 28"/>
              <p:cNvSpPr>
                <a:spLocks/>
              </p:cNvSpPr>
              <p:nvPr/>
            </p:nvSpPr>
            <p:spPr bwMode="auto">
              <a:xfrm>
                <a:off x="3006725" y="4316413"/>
                <a:ext cx="69850" cy="28575"/>
              </a:xfrm>
              <a:custGeom>
                <a:avLst/>
                <a:gdLst>
                  <a:gd name="T0" fmla="*/ 48 w 53"/>
                  <a:gd name="T1" fmla="*/ 22 h 22"/>
                  <a:gd name="T2" fmla="*/ 50 w 53"/>
                  <a:gd name="T3" fmla="*/ 21 h 22"/>
                  <a:gd name="T4" fmla="*/ 51 w 53"/>
                  <a:gd name="T5" fmla="*/ 16 h 22"/>
                  <a:gd name="T6" fmla="*/ 22 w 53"/>
                  <a:gd name="T7" fmla="*/ 0 h 22"/>
                  <a:gd name="T8" fmla="*/ 3 w 53"/>
                  <a:gd name="T9" fmla="*/ 6 h 22"/>
                  <a:gd name="T10" fmla="*/ 2 w 53"/>
                  <a:gd name="T11" fmla="*/ 12 h 22"/>
                  <a:gd name="T12" fmla="*/ 7 w 53"/>
                  <a:gd name="T13" fmla="*/ 13 h 22"/>
                  <a:gd name="T14" fmla="*/ 22 w 53"/>
                  <a:gd name="T15" fmla="*/ 8 h 22"/>
                  <a:gd name="T16" fmla="*/ 45 w 53"/>
                  <a:gd name="T17" fmla="*/ 20 h 22"/>
                  <a:gd name="T18" fmla="*/ 48 w 53"/>
                  <a:gd name="T19"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22">
                    <a:moveTo>
                      <a:pt x="48" y="22"/>
                    </a:moveTo>
                    <a:cubicBezTo>
                      <a:pt x="49" y="22"/>
                      <a:pt x="50" y="22"/>
                      <a:pt x="50" y="21"/>
                    </a:cubicBezTo>
                    <a:cubicBezTo>
                      <a:pt x="52" y="20"/>
                      <a:pt x="53" y="18"/>
                      <a:pt x="51" y="16"/>
                    </a:cubicBezTo>
                    <a:cubicBezTo>
                      <a:pt x="45" y="6"/>
                      <a:pt x="33" y="0"/>
                      <a:pt x="22" y="0"/>
                    </a:cubicBezTo>
                    <a:cubicBezTo>
                      <a:pt x="15" y="0"/>
                      <a:pt x="9" y="2"/>
                      <a:pt x="3" y="6"/>
                    </a:cubicBezTo>
                    <a:cubicBezTo>
                      <a:pt x="1" y="7"/>
                      <a:pt x="0" y="10"/>
                      <a:pt x="2" y="12"/>
                    </a:cubicBezTo>
                    <a:cubicBezTo>
                      <a:pt x="3" y="13"/>
                      <a:pt x="5" y="14"/>
                      <a:pt x="7" y="13"/>
                    </a:cubicBezTo>
                    <a:cubicBezTo>
                      <a:pt x="12" y="10"/>
                      <a:pt x="17" y="8"/>
                      <a:pt x="22" y="8"/>
                    </a:cubicBezTo>
                    <a:cubicBezTo>
                      <a:pt x="31" y="8"/>
                      <a:pt x="39" y="12"/>
                      <a:pt x="45" y="20"/>
                    </a:cubicBezTo>
                    <a:cubicBezTo>
                      <a:pt x="45" y="22"/>
                      <a:pt x="47" y="22"/>
                      <a:pt x="48" y="2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2" name="Freeform 29"/>
              <p:cNvSpPr>
                <a:spLocks/>
              </p:cNvSpPr>
              <p:nvPr/>
            </p:nvSpPr>
            <p:spPr bwMode="auto">
              <a:xfrm>
                <a:off x="3014663" y="4337050"/>
                <a:ext cx="49213" cy="22225"/>
              </a:xfrm>
              <a:custGeom>
                <a:avLst/>
                <a:gdLst>
                  <a:gd name="T0" fmla="*/ 15 w 37"/>
                  <a:gd name="T1" fmla="*/ 0 h 17"/>
                  <a:gd name="T2" fmla="*/ 2 w 37"/>
                  <a:gd name="T3" fmla="*/ 4 h 17"/>
                  <a:gd name="T4" fmla="*/ 1 w 37"/>
                  <a:gd name="T5" fmla="*/ 10 h 17"/>
                  <a:gd name="T6" fmla="*/ 6 w 37"/>
                  <a:gd name="T7" fmla="*/ 11 h 17"/>
                  <a:gd name="T8" fmla="*/ 6 w 37"/>
                  <a:gd name="T9" fmla="*/ 11 h 17"/>
                  <a:gd name="T10" fmla="*/ 15 w 37"/>
                  <a:gd name="T11" fmla="*/ 8 h 17"/>
                  <a:gd name="T12" fmla="*/ 29 w 37"/>
                  <a:gd name="T13" fmla="*/ 15 h 17"/>
                  <a:gd name="T14" fmla="*/ 32 w 37"/>
                  <a:gd name="T15" fmla="*/ 17 h 17"/>
                  <a:gd name="T16" fmla="*/ 34 w 37"/>
                  <a:gd name="T17" fmla="*/ 17 h 17"/>
                  <a:gd name="T18" fmla="*/ 35 w 37"/>
                  <a:gd name="T19" fmla="*/ 11 h 17"/>
                  <a:gd name="T20" fmla="*/ 15 w 37"/>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 h="17">
                    <a:moveTo>
                      <a:pt x="15" y="0"/>
                    </a:moveTo>
                    <a:cubicBezTo>
                      <a:pt x="11" y="0"/>
                      <a:pt x="6" y="1"/>
                      <a:pt x="2" y="4"/>
                    </a:cubicBezTo>
                    <a:cubicBezTo>
                      <a:pt x="0" y="5"/>
                      <a:pt x="0" y="8"/>
                      <a:pt x="1" y="10"/>
                    </a:cubicBezTo>
                    <a:cubicBezTo>
                      <a:pt x="2" y="12"/>
                      <a:pt x="5" y="12"/>
                      <a:pt x="6" y="11"/>
                    </a:cubicBezTo>
                    <a:cubicBezTo>
                      <a:pt x="6" y="11"/>
                      <a:pt x="6" y="11"/>
                      <a:pt x="6" y="11"/>
                    </a:cubicBezTo>
                    <a:cubicBezTo>
                      <a:pt x="9" y="9"/>
                      <a:pt x="12" y="8"/>
                      <a:pt x="15" y="8"/>
                    </a:cubicBezTo>
                    <a:cubicBezTo>
                      <a:pt x="20" y="8"/>
                      <a:pt x="26" y="11"/>
                      <a:pt x="29" y="15"/>
                    </a:cubicBezTo>
                    <a:cubicBezTo>
                      <a:pt x="29" y="17"/>
                      <a:pt x="31" y="17"/>
                      <a:pt x="32" y="17"/>
                    </a:cubicBezTo>
                    <a:cubicBezTo>
                      <a:pt x="33" y="17"/>
                      <a:pt x="34" y="17"/>
                      <a:pt x="34" y="17"/>
                    </a:cubicBezTo>
                    <a:cubicBezTo>
                      <a:pt x="36" y="15"/>
                      <a:pt x="37" y="13"/>
                      <a:pt x="35" y="11"/>
                    </a:cubicBezTo>
                    <a:cubicBezTo>
                      <a:pt x="31" y="4"/>
                      <a:pt x="23" y="0"/>
                      <a:pt x="15"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5" name="组合 4"/>
            <p:cNvGrpSpPr/>
            <p:nvPr/>
          </p:nvGrpSpPr>
          <p:grpSpPr>
            <a:xfrm>
              <a:off x="200025" y="312738"/>
              <a:ext cx="2730500" cy="2360612"/>
              <a:chOff x="200025" y="312738"/>
              <a:chExt cx="2730500" cy="2360612"/>
            </a:xfrm>
          </p:grpSpPr>
          <p:sp>
            <p:nvSpPr>
              <p:cNvPr id="70" name="Freeform 30"/>
              <p:cNvSpPr>
                <a:spLocks noEditPoints="1"/>
              </p:cNvSpPr>
              <p:nvPr/>
            </p:nvSpPr>
            <p:spPr bwMode="auto">
              <a:xfrm>
                <a:off x="379413" y="485775"/>
                <a:ext cx="2112963" cy="1833562"/>
              </a:xfrm>
              <a:custGeom>
                <a:avLst/>
                <a:gdLst>
                  <a:gd name="T0" fmla="*/ 1591 w 1601"/>
                  <a:gd name="T1" fmla="*/ 19 h 1389"/>
                  <a:gd name="T2" fmla="*/ 1063 w 1601"/>
                  <a:gd name="T3" fmla="*/ 330 h 1389"/>
                  <a:gd name="T4" fmla="*/ 728 w 1601"/>
                  <a:gd name="T5" fmla="*/ 926 h 1389"/>
                  <a:gd name="T6" fmla="*/ 533 w 1601"/>
                  <a:gd name="T7" fmla="*/ 771 h 1389"/>
                  <a:gd name="T8" fmla="*/ 488 w 1601"/>
                  <a:gd name="T9" fmla="*/ 1057 h 1389"/>
                  <a:gd name="T10" fmla="*/ 368 w 1601"/>
                  <a:gd name="T11" fmla="*/ 937 h 1389"/>
                  <a:gd name="T12" fmla="*/ 255 w 1601"/>
                  <a:gd name="T13" fmla="*/ 1161 h 1389"/>
                  <a:gd name="T14" fmla="*/ 105 w 1601"/>
                  <a:gd name="T15" fmla="*/ 1176 h 1389"/>
                  <a:gd name="T16" fmla="*/ 20 w 1601"/>
                  <a:gd name="T17" fmla="*/ 1384 h 1389"/>
                  <a:gd name="T18" fmla="*/ 64 w 1601"/>
                  <a:gd name="T19" fmla="*/ 1373 h 1389"/>
                  <a:gd name="T20" fmla="*/ 276 w 1601"/>
                  <a:gd name="T21" fmla="*/ 1225 h 1389"/>
                  <a:gd name="T22" fmla="*/ 381 w 1601"/>
                  <a:gd name="T23" fmla="*/ 1029 h 1389"/>
                  <a:gd name="T24" fmla="*/ 522 w 1601"/>
                  <a:gd name="T25" fmla="*/ 1167 h 1389"/>
                  <a:gd name="T26" fmla="*/ 570 w 1601"/>
                  <a:gd name="T27" fmla="*/ 868 h 1389"/>
                  <a:gd name="T28" fmla="*/ 742 w 1601"/>
                  <a:gd name="T29" fmla="*/ 1008 h 1389"/>
                  <a:gd name="T30" fmla="*/ 1075 w 1601"/>
                  <a:gd name="T31" fmla="*/ 432 h 1389"/>
                  <a:gd name="T32" fmla="*/ 1143 w 1601"/>
                  <a:gd name="T33" fmla="*/ 582 h 1389"/>
                  <a:gd name="T34" fmla="*/ 1185 w 1601"/>
                  <a:gd name="T35" fmla="*/ 593 h 1389"/>
                  <a:gd name="T36" fmla="*/ 1216 w 1601"/>
                  <a:gd name="T37" fmla="*/ 1196 h 1389"/>
                  <a:gd name="T38" fmla="*/ 1315 w 1601"/>
                  <a:gd name="T39" fmla="*/ 1196 h 1389"/>
                  <a:gd name="T40" fmla="*/ 1333 w 1601"/>
                  <a:gd name="T41" fmla="*/ 835 h 1389"/>
                  <a:gd name="T42" fmla="*/ 1383 w 1601"/>
                  <a:gd name="T43" fmla="*/ 1246 h 1389"/>
                  <a:gd name="T44" fmla="*/ 1432 w 1601"/>
                  <a:gd name="T45" fmla="*/ 546 h 1389"/>
                  <a:gd name="T46" fmla="*/ 1520 w 1601"/>
                  <a:gd name="T47" fmla="*/ 325 h 1389"/>
                  <a:gd name="T48" fmla="*/ 1582 w 1601"/>
                  <a:gd name="T49" fmla="*/ 63 h 1389"/>
                  <a:gd name="T50" fmla="*/ 1419 w 1601"/>
                  <a:gd name="T51" fmla="*/ 455 h 1389"/>
                  <a:gd name="T52" fmla="*/ 1387 w 1601"/>
                  <a:gd name="T53" fmla="*/ 500 h 1389"/>
                  <a:gd name="T54" fmla="*/ 1235 w 1601"/>
                  <a:gd name="T55" fmla="*/ 502 h 1389"/>
                  <a:gd name="T56" fmla="*/ 1223 w 1601"/>
                  <a:gd name="T57" fmla="*/ 510 h 1389"/>
                  <a:gd name="T58" fmla="*/ 1223 w 1601"/>
                  <a:gd name="T59" fmla="*/ 510 h 1389"/>
                  <a:gd name="T60" fmla="*/ 1185 w 1601"/>
                  <a:gd name="T61" fmla="*/ 529 h 1389"/>
                  <a:gd name="T62" fmla="*/ 1155 w 1601"/>
                  <a:gd name="T63" fmla="*/ 496 h 1389"/>
                  <a:gd name="T64" fmla="*/ 1117 w 1601"/>
                  <a:gd name="T65" fmla="*/ 371 h 1389"/>
                  <a:gd name="T66" fmla="*/ 1456 w 1601"/>
                  <a:gd name="T67" fmla="*/ 325 h 1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01" h="1389">
                    <a:moveTo>
                      <a:pt x="1582" y="63"/>
                    </a:moveTo>
                    <a:cubicBezTo>
                      <a:pt x="1597" y="53"/>
                      <a:pt x="1601" y="34"/>
                      <a:pt x="1591" y="19"/>
                    </a:cubicBezTo>
                    <a:cubicBezTo>
                      <a:pt x="1581" y="4"/>
                      <a:pt x="1561" y="0"/>
                      <a:pt x="1547" y="10"/>
                    </a:cubicBezTo>
                    <a:cubicBezTo>
                      <a:pt x="1063" y="330"/>
                      <a:pt x="1063" y="330"/>
                      <a:pt x="1063" y="330"/>
                    </a:cubicBezTo>
                    <a:cubicBezTo>
                      <a:pt x="1059" y="333"/>
                      <a:pt x="1055" y="337"/>
                      <a:pt x="1052" y="341"/>
                    </a:cubicBezTo>
                    <a:cubicBezTo>
                      <a:pt x="728" y="926"/>
                      <a:pt x="728" y="926"/>
                      <a:pt x="728" y="926"/>
                    </a:cubicBezTo>
                    <a:cubicBezTo>
                      <a:pt x="566" y="777"/>
                      <a:pt x="566" y="777"/>
                      <a:pt x="566" y="777"/>
                    </a:cubicBezTo>
                    <a:cubicBezTo>
                      <a:pt x="557" y="769"/>
                      <a:pt x="544" y="766"/>
                      <a:pt x="533" y="771"/>
                    </a:cubicBezTo>
                    <a:cubicBezTo>
                      <a:pt x="522" y="775"/>
                      <a:pt x="514" y="785"/>
                      <a:pt x="513" y="798"/>
                    </a:cubicBezTo>
                    <a:cubicBezTo>
                      <a:pt x="488" y="1057"/>
                      <a:pt x="488" y="1057"/>
                      <a:pt x="488" y="1057"/>
                    </a:cubicBezTo>
                    <a:cubicBezTo>
                      <a:pt x="397" y="948"/>
                      <a:pt x="397" y="948"/>
                      <a:pt x="397" y="948"/>
                    </a:cubicBezTo>
                    <a:cubicBezTo>
                      <a:pt x="390" y="940"/>
                      <a:pt x="379" y="935"/>
                      <a:pt x="368" y="937"/>
                    </a:cubicBezTo>
                    <a:cubicBezTo>
                      <a:pt x="357" y="938"/>
                      <a:pt x="347" y="946"/>
                      <a:pt x="343" y="956"/>
                    </a:cubicBezTo>
                    <a:cubicBezTo>
                      <a:pt x="255" y="1161"/>
                      <a:pt x="255" y="1161"/>
                      <a:pt x="255" y="1161"/>
                    </a:cubicBezTo>
                    <a:cubicBezTo>
                      <a:pt x="132" y="1161"/>
                      <a:pt x="132" y="1161"/>
                      <a:pt x="132" y="1161"/>
                    </a:cubicBezTo>
                    <a:cubicBezTo>
                      <a:pt x="121" y="1161"/>
                      <a:pt x="110" y="1167"/>
                      <a:pt x="105" y="1176"/>
                    </a:cubicBezTo>
                    <a:cubicBezTo>
                      <a:pt x="9" y="1340"/>
                      <a:pt x="9" y="1340"/>
                      <a:pt x="9" y="1340"/>
                    </a:cubicBezTo>
                    <a:cubicBezTo>
                      <a:pt x="0" y="1356"/>
                      <a:pt x="5" y="1375"/>
                      <a:pt x="20" y="1384"/>
                    </a:cubicBezTo>
                    <a:cubicBezTo>
                      <a:pt x="25" y="1387"/>
                      <a:pt x="31" y="1389"/>
                      <a:pt x="36" y="1389"/>
                    </a:cubicBezTo>
                    <a:cubicBezTo>
                      <a:pt x="47" y="1389"/>
                      <a:pt x="58" y="1383"/>
                      <a:pt x="64" y="1373"/>
                    </a:cubicBezTo>
                    <a:cubicBezTo>
                      <a:pt x="151" y="1225"/>
                      <a:pt x="151" y="1225"/>
                      <a:pt x="151" y="1225"/>
                    </a:cubicBezTo>
                    <a:cubicBezTo>
                      <a:pt x="276" y="1225"/>
                      <a:pt x="276" y="1225"/>
                      <a:pt x="276" y="1225"/>
                    </a:cubicBezTo>
                    <a:cubicBezTo>
                      <a:pt x="289" y="1225"/>
                      <a:pt x="301" y="1217"/>
                      <a:pt x="306" y="1205"/>
                    </a:cubicBezTo>
                    <a:cubicBezTo>
                      <a:pt x="381" y="1029"/>
                      <a:pt x="381" y="1029"/>
                      <a:pt x="381" y="1029"/>
                    </a:cubicBezTo>
                    <a:cubicBezTo>
                      <a:pt x="488" y="1157"/>
                      <a:pt x="488" y="1157"/>
                      <a:pt x="488" y="1157"/>
                    </a:cubicBezTo>
                    <a:cubicBezTo>
                      <a:pt x="496" y="1167"/>
                      <a:pt x="509" y="1171"/>
                      <a:pt x="522" y="1167"/>
                    </a:cubicBezTo>
                    <a:cubicBezTo>
                      <a:pt x="534" y="1163"/>
                      <a:pt x="543" y="1152"/>
                      <a:pt x="544" y="1140"/>
                    </a:cubicBezTo>
                    <a:cubicBezTo>
                      <a:pt x="570" y="868"/>
                      <a:pt x="570" y="868"/>
                      <a:pt x="570" y="868"/>
                    </a:cubicBezTo>
                    <a:cubicBezTo>
                      <a:pt x="715" y="1000"/>
                      <a:pt x="715" y="1000"/>
                      <a:pt x="715" y="1000"/>
                    </a:cubicBezTo>
                    <a:cubicBezTo>
                      <a:pt x="722" y="1007"/>
                      <a:pt x="732" y="1010"/>
                      <a:pt x="742" y="1008"/>
                    </a:cubicBezTo>
                    <a:cubicBezTo>
                      <a:pt x="751" y="1007"/>
                      <a:pt x="760" y="1001"/>
                      <a:pt x="764" y="992"/>
                    </a:cubicBezTo>
                    <a:cubicBezTo>
                      <a:pt x="1075" y="432"/>
                      <a:pt x="1075" y="432"/>
                      <a:pt x="1075" y="432"/>
                    </a:cubicBezTo>
                    <a:cubicBezTo>
                      <a:pt x="1082" y="483"/>
                      <a:pt x="1093" y="519"/>
                      <a:pt x="1109" y="546"/>
                    </a:cubicBezTo>
                    <a:cubicBezTo>
                      <a:pt x="1118" y="561"/>
                      <a:pt x="1130" y="574"/>
                      <a:pt x="1143" y="582"/>
                    </a:cubicBezTo>
                    <a:cubicBezTo>
                      <a:pt x="1156" y="590"/>
                      <a:pt x="1171" y="593"/>
                      <a:pt x="1184" y="593"/>
                    </a:cubicBezTo>
                    <a:cubicBezTo>
                      <a:pt x="1185" y="593"/>
                      <a:pt x="1185" y="593"/>
                      <a:pt x="1185" y="593"/>
                    </a:cubicBezTo>
                    <a:cubicBezTo>
                      <a:pt x="1196" y="593"/>
                      <a:pt x="1207" y="591"/>
                      <a:pt x="1216" y="588"/>
                    </a:cubicBezTo>
                    <a:cubicBezTo>
                      <a:pt x="1216" y="1196"/>
                      <a:pt x="1216" y="1196"/>
                      <a:pt x="1216" y="1196"/>
                    </a:cubicBezTo>
                    <a:cubicBezTo>
                      <a:pt x="1216" y="1224"/>
                      <a:pt x="1238" y="1246"/>
                      <a:pt x="1265" y="1246"/>
                    </a:cubicBezTo>
                    <a:cubicBezTo>
                      <a:pt x="1292" y="1246"/>
                      <a:pt x="1315" y="1224"/>
                      <a:pt x="1315" y="1196"/>
                    </a:cubicBezTo>
                    <a:cubicBezTo>
                      <a:pt x="1315" y="835"/>
                      <a:pt x="1315" y="835"/>
                      <a:pt x="1315" y="835"/>
                    </a:cubicBezTo>
                    <a:cubicBezTo>
                      <a:pt x="1333" y="835"/>
                      <a:pt x="1333" y="835"/>
                      <a:pt x="1333" y="835"/>
                    </a:cubicBezTo>
                    <a:cubicBezTo>
                      <a:pt x="1333" y="1196"/>
                      <a:pt x="1333" y="1196"/>
                      <a:pt x="1333" y="1196"/>
                    </a:cubicBezTo>
                    <a:cubicBezTo>
                      <a:pt x="1333" y="1224"/>
                      <a:pt x="1355" y="1246"/>
                      <a:pt x="1383" y="1246"/>
                    </a:cubicBezTo>
                    <a:cubicBezTo>
                      <a:pt x="1410" y="1246"/>
                      <a:pt x="1432" y="1224"/>
                      <a:pt x="1432" y="1196"/>
                    </a:cubicBezTo>
                    <a:cubicBezTo>
                      <a:pt x="1432" y="546"/>
                      <a:pt x="1432" y="546"/>
                      <a:pt x="1432" y="546"/>
                    </a:cubicBezTo>
                    <a:cubicBezTo>
                      <a:pt x="1440" y="537"/>
                      <a:pt x="1457" y="516"/>
                      <a:pt x="1474" y="487"/>
                    </a:cubicBezTo>
                    <a:cubicBezTo>
                      <a:pt x="1497" y="448"/>
                      <a:pt x="1520" y="392"/>
                      <a:pt x="1520" y="325"/>
                    </a:cubicBezTo>
                    <a:cubicBezTo>
                      <a:pt x="1521" y="269"/>
                      <a:pt x="1503" y="207"/>
                      <a:pt x="1457" y="146"/>
                    </a:cubicBezTo>
                    <a:lnTo>
                      <a:pt x="1582" y="63"/>
                    </a:lnTo>
                    <a:close/>
                    <a:moveTo>
                      <a:pt x="1456" y="325"/>
                    </a:moveTo>
                    <a:cubicBezTo>
                      <a:pt x="1457" y="376"/>
                      <a:pt x="1438" y="422"/>
                      <a:pt x="1419" y="455"/>
                    </a:cubicBezTo>
                    <a:cubicBezTo>
                      <a:pt x="1409" y="471"/>
                      <a:pt x="1400" y="484"/>
                      <a:pt x="1392" y="493"/>
                    </a:cubicBezTo>
                    <a:cubicBezTo>
                      <a:pt x="1390" y="496"/>
                      <a:pt x="1389" y="498"/>
                      <a:pt x="1387" y="500"/>
                    </a:cubicBezTo>
                    <a:cubicBezTo>
                      <a:pt x="1247" y="500"/>
                      <a:pt x="1247" y="500"/>
                      <a:pt x="1247" y="500"/>
                    </a:cubicBezTo>
                    <a:cubicBezTo>
                      <a:pt x="1242" y="500"/>
                      <a:pt x="1238" y="501"/>
                      <a:pt x="1235" y="502"/>
                    </a:cubicBezTo>
                    <a:cubicBezTo>
                      <a:pt x="1230" y="504"/>
                      <a:pt x="1226" y="506"/>
                      <a:pt x="1223" y="510"/>
                    </a:cubicBezTo>
                    <a:cubicBezTo>
                      <a:pt x="1223" y="510"/>
                      <a:pt x="1223" y="510"/>
                      <a:pt x="1223" y="510"/>
                    </a:cubicBezTo>
                    <a:cubicBezTo>
                      <a:pt x="1223" y="510"/>
                      <a:pt x="1223" y="510"/>
                      <a:pt x="1223" y="510"/>
                    </a:cubicBezTo>
                    <a:cubicBezTo>
                      <a:pt x="1223" y="510"/>
                      <a:pt x="1223" y="510"/>
                      <a:pt x="1223" y="510"/>
                    </a:cubicBezTo>
                    <a:cubicBezTo>
                      <a:pt x="1222" y="511"/>
                      <a:pt x="1216" y="516"/>
                      <a:pt x="1208" y="521"/>
                    </a:cubicBezTo>
                    <a:cubicBezTo>
                      <a:pt x="1200" y="526"/>
                      <a:pt x="1191" y="529"/>
                      <a:pt x="1185" y="529"/>
                    </a:cubicBezTo>
                    <a:cubicBezTo>
                      <a:pt x="1181" y="529"/>
                      <a:pt x="1179" y="528"/>
                      <a:pt x="1176" y="527"/>
                    </a:cubicBezTo>
                    <a:cubicBezTo>
                      <a:pt x="1171" y="524"/>
                      <a:pt x="1163" y="516"/>
                      <a:pt x="1155" y="496"/>
                    </a:cubicBezTo>
                    <a:cubicBezTo>
                      <a:pt x="1147" y="476"/>
                      <a:pt x="1140" y="444"/>
                      <a:pt x="1136" y="398"/>
                    </a:cubicBezTo>
                    <a:cubicBezTo>
                      <a:pt x="1135" y="386"/>
                      <a:pt x="1127" y="375"/>
                      <a:pt x="1117" y="371"/>
                    </a:cubicBezTo>
                    <a:cubicBezTo>
                      <a:pt x="1404" y="181"/>
                      <a:pt x="1404" y="181"/>
                      <a:pt x="1404" y="181"/>
                    </a:cubicBezTo>
                    <a:cubicBezTo>
                      <a:pt x="1444" y="233"/>
                      <a:pt x="1456" y="281"/>
                      <a:pt x="1456" y="32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1" name="Oval 31"/>
              <p:cNvSpPr>
                <a:spLocks noChangeArrowheads="1"/>
              </p:cNvSpPr>
              <p:nvPr/>
            </p:nvSpPr>
            <p:spPr bwMode="auto">
              <a:xfrm>
                <a:off x="1973263" y="873125"/>
                <a:ext cx="238125" cy="236537"/>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2" name="Freeform 32"/>
              <p:cNvSpPr>
                <a:spLocks noEditPoints="1"/>
              </p:cNvSpPr>
              <p:nvPr/>
            </p:nvSpPr>
            <p:spPr bwMode="auto">
              <a:xfrm>
                <a:off x="1917700" y="2178050"/>
                <a:ext cx="425450" cy="495300"/>
              </a:xfrm>
              <a:custGeom>
                <a:avLst/>
                <a:gdLst>
                  <a:gd name="T0" fmla="*/ 16 w 268"/>
                  <a:gd name="T1" fmla="*/ 0 h 312"/>
                  <a:gd name="T2" fmla="*/ 0 w 268"/>
                  <a:gd name="T3" fmla="*/ 312 h 312"/>
                  <a:gd name="T4" fmla="*/ 53 w 268"/>
                  <a:gd name="T5" fmla="*/ 312 h 312"/>
                  <a:gd name="T6" fmla="*/ 57 w 268"/>
                  <a:gd name="T7" fmla="*/ 228 h 312"/>
                  <a:gd name="T8" fmla="*/ 211 w 268"/>
                  <a:gd name="T9" fmla="*/ 228 h 312"/>
                  <a:gd name="T10" fmla="*/ 215 w 268"/>
                  <a:gd name="T11" fmla="*/ 312 h 312"/>
                  <a:gd name="T12" fmla="*/ 268 w 268"/>
                  <a:gd name="T13" fmla="*/ 312 h 312"/>
                  <a:gd name="T14" fmla="*/ 252 w 268"/>
                  <a:gd name="T15" fmla="*/ 0 h 312"/>
                  <a:gd name="T16" fmla="*/ 16 w 268"/>
                  <a:gd name="T17" fmla="*/ 0 h 312"/>
                  <a:gd name="T18" fmla="*/ 59 w 268"/>
                  <a:gd name="T19" fmla="*/ 202 h 312"/>
                  <a:gd name="T20" fmla="*/ 66 w 268"/>
                  <a:gd name="T21" fmla="*/ 52 h 312"/>
                  <a:gd name="T22" fmla="*/ 202 w 268"/>
                  <a:gd name="T23" fmla="*/ 52 h 312"/>
                  <a:gd name="T24" fmla="*/ 210 w 268"/>
                  <a:gd name="T25" fmla="*/ 202 h 312"/>
                  <a:gd name="T26" fmla="*/ 59 w 268"/>
                  <a:gd name="T27" fmla="*/ 202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8" h="312">
                    <a:moveTo>
                      <a:pt x="16" y="0"/>
                    </a:moveTo>
                    <a:lnTo>
                      <a:pt x="0" y="312"/>
                    </a:lnTo>
                    <a:lnTo>
                      <a:pt x="53" y="312"/>
                    </a:lnTo>
                    <a:lnTo>
                      <a:pt x="57" y="228"/>
                    </a:lnTo>
                    <a:lnTo>
                      <a:pt x="211" y="228"/>
                    </a:lnTo>
                    <a:lnTo>
                      <a:pt x="215" y="312"/>
                    </a:lnTo>
                    <a:lnTo>
                      <a:pt x="268" y="312"/>
                    </a:lnTo>
                    <a:lnTo>
                      <a:pt x="252" y="0"/>
                    </a:lnTo>
                    <a:lnTo>
                      <a:pt x="16" y="0"/>
                    </a:lnTo>
                    <a:close/>
                    <a:moveTo>
                      <a:pt x="59" y="202"/>
                    </a:moveTo>
                    <a:lnTo>
                      <a:pt x="66" y="52"/>
                    </a:lnTo>
                    <a:lnTo>
                      <a:pt x="202" y="52"/>
                    </a:lnTo>
                    <a:lnTo>
                      <a:pt x="210" y="202"/>
                    </a:lnTo>
                    <a:lnTo>
                      <a:pt x="59" y="202"/>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3" name="Freeform 33"/>
              <p:cNvSpPr>
                <a:spLocks/>
              </p:cNvSpPr>
              <p:nvPr/>
            </p:nvSpPr>
            <p:spPr bwMode="auto">
              <a:xfrm>
                <a:off x="200025" y="312738"/>
                <a:ext cx="1616075" cy="2201862"/>
              </a:xfrm>
              <a:custGeom>
                <a:avLst/>
                <a:gdLst>
                  <a:gd name="T0" fmla="*/ 1018 w 1018"/>
                  <a:gd name="T1" fmla="*/ 1347 h 1387"/>
                  <a:gd name="T2" fmla="*/ 40 w 1018"/>
                  <a:gd name="T3" fmla="*/ 1347 h 1387"/>
                  <a:gd name="T4" fmla="*/ 40 w 1018"/>
                  <a:gd name="T5" fmla="*/ 0 h 1387"/>
                  <a:gd name="T6" fmla="*/ 0 w 1018"/>
                  <a:gd name="T7" fmla="*/ 0 h 1387"/>
                  <a:gd name="T8" fmla="*/ 0 w 1018"/>
                  <a:gd name="T9" fmla="*/ 1387 h 1387"/>
                  <a:gd name="T10" fmla="*/ 1018 w 1018"/>
                  <a:gd name="T11" fmla="*/ 1387 h 1387"/>
                  <a:gd name="T12" fmla="*/ 1018 w 1018"/>
                  <a:gd name="T13" fmla="*/ 1347 h 1387"/>
                </a:gdLst>
                <a:ahLst/>
                <a:cxnLst>
                  <a:cxn ang="0">
                    <a:pos x="T0" y="T1"/>
                  </a:cxn>
                  <a:cxn ang="0">
                    <a:pos x="T2" y="T3"/>
                  </a:cxn>
                  <a:cxn ang="0">
                    <a:pos x="T4" y="T5"/>
                  </a:cxn>
                  <a:cxn ang="0">
                    <a:pos x="T6" y="T7"/>
                  </a:cxn>
                  <a:cxn ang="0">
                    <a:pos x="T8" y="T9"/>
                  </a:cxn>
                  <a:cxn ang="0">
                    <a:pos x="T10" y="T11"/>
                  </a:cxn>
                  <a:cxn ang="0">
                    <a:pos x="T12" y="T13"/>
                  </a:cxn>
                </a:cxnLst>
                <a:rect l="0" t="0" r="r" b="b"/>
                <a:pathLst>
                  <a:path w="1018" h="1387">
                    <a:moveTo>
                      <a:pt x="1018" y="1347"/>
                    </a:moveTo>
                    <a:lnTo>
                      <a:pt x="40" y="1347"/>
                    </a:lnTo>
                    <a:lnTo>
                      <a:pt x="40" y="0"/>
                    </a:lnTo>
                    <a:lnTo>
                      <a:pt x="0" y="0"/>
                    </a:lnTo>
                    <a:lnTo>
                      <a:pt x="0" y="1387"/>
                    </a:lnTo>
                    <a:lnTo>
                      <a:pt x="1018" y="1387"/>
                    </a:lnTo>
                    <a:lnTo>
                      <a:pt x="1018" y="1347"/>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4" name="Rectangle 34"/>
              <p:cNvSpPr>
                <a:spLocks noChangeArrowheads="1"/>
              </p:cNvSpPr>
              <p:nvPr/>
            </p:nvSpPr>
            <p:spPr bwMode="auto">
              <a:xfrm>
                <a:off x="2438400" y="2451100"/>
                <a:ext cx="492125" cy="63500"/>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6" name="组合 5"/>
            <p:cNvGrpSpPr/>
            <p:nvPr/>
          </p:nvGrpSpPr>
          <p:grpSpPr>
            <a:xfrm>
              <a:off x="2667000" y="563563"/>
              <a:ext cx="2212976" cy="2109787"/>
              <a:chOff x="2667000" y="563563"/>
              <a:chExt cx="2212976" cy="2109787"/>
            </a:xfrm>
            <a:solidFill>
              <a:schemeClr val="tx1">
                <a:lumMod val="65000"/>
                <a:lumOff val="35000"/>
              </a:schemeClr>
            </a:solidFill>
          </p:grpSpPr>
          <p:sp>
            <p:nvSpPr>
              <p:cNvPr id="57" name="Freeform 35"/>
              <p:cNvSpPr>
                <a:spLocks/>
              </p:cNvSpPr>
              <p:nvPr/>
            </p:nvSpPr>
            <p:spPr bwMode="auto">
              <a:xfrm>
                <a:off x="4303713" y="1420813"/>
                <a:ext cx="261938" cy="261937"/>
              </a:xfrm>
              <a:custGeom>
                <a:avLst/>
                <a:gdLst>
                  <a:gd name="T0" fmla="*/ 12 w 198"/>
                  <a:gd name="T1" fmla="*/ 120 h 198"/>
                  <a:gd name="T2" fmla="*/ 120 w 198"/>
                  <a:gd name="T3" fmla="*/ 187 h 198"/>
                  <a:gd name="T4" fmla="*/ 187 w 198"/>
                  <a:gd name="T5" fmla="*/ 79 h 198"/>
                  <a:gd name="T6" fmla="*/ 79 w 198"/>
                  <a:gd name="T7" fmla="*/ 12 h 198"/>
                  <a:gd name="T8" fmla="*/ 12 w 198"/>
                  <a:gd name="T9" fmla="*/ 120 h 198"/>
                </a:gdLst>
                <a:ahLst/>
                <a:cxnLst>
                  <a:cxn ang="0">
                    <a:pos x="T0" y="T1"/>
                  </a:cxn>
                  <a:cxn ang="0">
                    <a:pos x="T2" y="T3"/>
                  </a:cxn>
                  <a:cxn ang="0">
                    <a:pos x="T4" y="T5"/>
                  </a:cxn>
                  <a:cxn ang="0">
                    <a:pos x="T6" y="T7"/>
                  </a:cxn>
                  <a:cxn ang="0">
                    <a:pos x="T8" y="T9"/>
                  </a:cxn>
                </a:cxnLst>
                <a:rect l="0" t="0" r="r" b="b"/>
                <a:pathLst>
                  <a:path w="198" h="198">
                    <a:moveTo>
                      <a:pt x="12" y="120"/>
                    </a:moveTo>
                    <a:cubicBezTo>
                      <a:pt x="23" y="168"/>
                      <a:pt x="71" y="198"/>
                      <a:pt x="120" y="187"/>
                    </a:cubicBezTo>
                    <a:cubicBezTo>
                      <a:pt x="168" y="176"/>
                      <a:pt x="198" y="127"/>
                      <a:pt x="187" y="79"/>
                    </a:cubicBezTo>
                    <a:cubicBezTo>
                      <a:pt x="176" y="31"/>
                      <a:pt x="127" y="0"/>
                      <a:pt x="79" y="12"/>
                    </a:cubicBezTo>
                    <a:cubicBezTo>
                      <a:pt x="30" y="23"/>
                      <a:pt x="0" y="71"/>
                      <a:pt x="12"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36"/>
              <p:cNvSpPr>
                <a:spLocks/>
              </p:cNvSpPr>
              <p:nvPr/>
            </p:nvSpPr>
            <p:spPr bwMode="auto">
              <a:xfrm>
                <a:off x="4192588" y="1685925"/>
                <a:ext cx="382588" cy="987425"/>
              </a:xfrm>
              <a:custGeom>
                <a:avLst/>
                <a:gdLst>
                  <a:gd name="T0" fmla="*/ 196 w 290"/>
                  <a:gd name="T1" fmla="*/ 90 h 749"/>
                  <a:gd name="T2" fmla="*/ 161 w 290"/>
                  <a:gd name="T3" fmla="*/ 111 h 749"/>
                  <a:gd name="T4" fmla="*/ 141 w 290"/>
                  <a:gd name="T5" fmla="*/ 106 h 749"/>
                  <a:gd name="T6" fmla="*/ 104 w 290"/>
                  <a:gd name="T7" fmla="*/ 85 h 749"/>
                  <a:gd name="T8" fmla="*/ 86 w 290"/>
                  <a:gd name="T9" fmla="*/ 233 h 749"/>
                  <a:gd name="T10" fmla="*/ 111 w 290"/>
                  <a:gd name="T11" fmla="*/ 274 h 749"/>
                  <a:gd name="T12" fmla="*/ 124 w 290"/>
                  <a:gd name="T13" fmla="*/ 230 h 749"/>
                  <a:gd name="T14" fmla="*/ 119 w 290"/>
                  <a:gd name="T15" fmla="*/ 122 h 749"/>
                  <a:gd name="T16" fmla="*/ 137 w 290"/>
                  <a:gd name="T17" fmla="*/ 310 h 749"/>
                  <a:gd name="T18" fmla="*/ 136 w 290"/>
                  <a:gd name="T19" fmla="*/ 327 h 749"/>
                  <a:gd name="T20" fmla="*/ 9 w 290"/>
                  <a:gd name="T21" fmla="*/ 682 h 749"/>
                  <a:gd name="T22" fmla="*/ 39 w 290"/>
                  <a:gd name="T23" fmla="*/ 746 h 749"/>
                  <a:gd name="T24" fmla="*/ 56 w 290"/>
                  <a:gd name="T25" fmla="*/ 749 h 749"/>
                  <a:gd name="T26" fmla="*/ 103 w 290"/>
                  <a:gd name="T27" fmla="*/ 715 h 749"/>
                  <a:gd name="T28" fmla="*/ 229 w 290"/>
                  <a:gd name="T29" fmla="*/ 365 h 749"/>
                  <a:gd name="T30" fmla="*/ 280 w 290"/>
                  <a:gd name="T31" fmla="*/ 300 h 749"/>
                  <a:gd name="T32" fmla="*/ 257 w 290"/>
                  <a:gd name="T33" fmla="*/ 78 h 749"/>
                  <a:gd name="T34" fmla="*/ 153 w 290"/>
                  <a:gd name="T35" fmla="*/ 9 h 749"/>
                  <a:gd name="T36" fmla="*/ 141 w 290"/>
                  <a:gd name="T37" fmla="*/ 14 h 749"/>
                  <a:gd name="T38" fmla="*/ 180 w 290"/>
                  <a:gd name="T39" fmla="*/ 36 h 749"/>
                  <a:gd name="T40" fmla="*/ 196 w 290"/>
                  <a:gd name="T41" fmla="*/ 90 h 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0" h="749">
                    <a:moveTo>
                      <a:pt x="196" y="90"/>
                    </a:moveTo>
                    <a:cubicBezTo>
                      <a:pt x="189" y="103"/>
                      <a:pt x="175" y="111"/>
                      <a:pt x="161" y="111"/>
                    </a:cubicBezTo>
                    <a:cubicBezTo>
                      <a:pt x="154" y="111"/>
                      <a:pt x="147" y="109"/>
                      <a:pt x="141" y="106"/>
                    </a:cubicBezTo>
                    <a:cubicBezTo>
                      <a:pt x="104" y="85"/>
                      <a:pt x="104" y="85"/>
                      <a:pt x="104" y="85"/>
                    </a:cubicBezTo>
                    <a:cubicBezTo>
                      <a:pt x="94" y="129"/>
                      <a:pt x="86" y="196"/>
                      <a:pt x="86" y="233"/>
                    </a:cubicBezTo>
                    <a:cubicBezTo>
                      <a:pt x="94" y="248"/>
                      <a:pt x="102" y="261"/>
                      <a:pt x="111" y="274"/>
                    </a:cubicBezTo>
                    <a:cubicBezTo>
                      <a:pt x="115" y="259"/>
                      <a:pt x="119" y="245"/>
                      <a:pt x="124" y="230"/>
                    </a:cubicBezTo>
                    <a:cubicBezTo>
                      <a:pt x="118" y="195"/>
                      <a:pt x="116" y="158"/>
                      <a:pt x="119" y="122"/>
                    </a:cubicBezTo>
                    <a:cubicBezTo>
                      <a:pt x="130" y="176"/>
                      <a:pt x="145" y="248"/>
                      <a:pt x="137" y="310"/>
                    </a:cubicBezTo>
                    <a:cubicBezTo>
                      <a:pt x="136" y="316"/>
                      <a:pt x="136" y="322"/>
                      <a:pt x="136" y="327"/>
                    </a:cubicBezTo>
                    <a:cubicBezTo>
                      <a:pt x="9" y="682"/>
                      <a:pt x="9" y="682"/>
                      <a:pt x="9" y="682"/>
                    </a:cubicBezTo>
                    <a:cubicBezTo>
                      <a:pt x="0" y="708"/>
                      <a:pt x="13" y="736"/>
                      <a:pt x="39" y="746"/>
                    </a:cubicBezTo>
                    <a:cubicBezTo>
                      <a:pt x="45" y="748"/>
                      <a:pt x="51" y="749"/>
                      <a:pt x="56" y="749"/>
                    </a:cubicBezTo>
                    <a:cubicBezTo>
                      <a:pt x="77" y="749"/>
                      <a:pt x="96" y="736"/>
                      <a:pt x="103" y="715"/>
                    </a:cubicBezTo>
                    <a:cubicBezTo>
                      <a:pt x="229" y="365"/>
                      <a:pt x="229" y="365"/>
                      <a:pt x="229" y="365"/>
                    </a:cubicBezTo>
                    <a:cubicBezTo>
                      <a:pt x="252" y="358"/>
                      <a:pt x="272" y="340"/>
                      <a:pt x="280" y="300"/>
                    </a:cubicBezTo>
                    <a:cubicBezTo>
                      <a:pt x="290" y="211"/>
                      <a:pt x="284" y="158"/>
                      <a:pt x="257" y="78"/>
                    </a:cubicBezTo>
                    <a:cubicBezTo>
                      <a:pt x="237" y="19"/>
                      <a:pt x="187" y="0"/>
                      <a:pt x="153" y="9"/>
                    </a:cubicBezTo>
                    <a:cubicBezTo>
                      <a:pt x="149" y="10"/>
                      <a:pt x="145" y="12"/>
                      <a:pt x="141" y="14"/>
                    </a:cubicBezTo>
                    <a:cubicBezTo>
                      <a:pt x="180" y="36"/>
                      <a:pt x="180" y="36"/>
                      <a:pt x="180" y="36"/>
                    </a:cubicBezTo>
                    <a:cubicBezTo>
                      <a:pt x="199" y="46"/>
                      <a:pt x="206" y="71"/>
                      <a:pt x="196"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37"/>
              <p:cNvSpPr>
                <a:spLocks/>
              </p:cNvSpPr>
              <p:nvPr/>
            </p:nvSpPr>
            <p:spPr bwMode="auto">
              <a:xfrm>
                <a:off x="2667000" y="563563"/>
                <a:ext cx="1379538" cy="1455737"/>
              </a:xfrm>
              <a:custGeom>
                <a:avLst/>
                <a:gdLst>
                  <a:gd name="T0" fmla="*/ 412 w 1046"/>
                  <a:gd name="T1" fmla="*/ 1103 h 1103"/>
                  <a:gd name="T2" fmla="*/ 583 w 1046"/>
                  <a:gd name="T3" fmla="*/ 589 h 1103"/>
                  <a:gd name="T4" fmla="*/ 1046 w 1046"/>
                  <a:gd name="T5" fmla="*/ 308 h 1103"/>
                  <a:gd name="T6" fmla="*/ 768 w 1046"/>
                  <a:gd name="T7" fmla="*/ 94 h 1103"/>
                  <a:gd name="T8" fmla="*/ 91 w 1046"/>
                  <a:gd name="T9" fmla="*/ 432 h 1103"/>
                  <a:gd name="T10" fmla="*/ 412 w 1046"/>
                  <a:gd name="T11" fmla="*/ 1103 h 1103"/>
                </a:gdLst>
                <a:ahLst/>
                <a:cxnLst>
                  <a:cxn ang="0">
                    <a:pos x="T0" y="T1"/>
                  </a:cxn>
                  <a:cxn ang="0">
                    <a:pos x="T2" y="T3"/>
                  </a:cxn>
                  <a:cxn ang="0">
                    <a:pos x="T4" y="T5"/>
                  </a:cxn>
                  <a:cxn ang="0">
                    <a:pos x="T6" y="T7"/>
                  </a:cxn>
                  <a:cxn ang="0">
                    <a:pos x="T8" y="T9"/>
                  </a:cxn>
                  <a:cxn ang="0">
                    <a:pos x="T10" y="T11"/>
                  </a:cxn>
                </a:cxnLst>
                <a:rect l="0" t="0" r="r" b="b"/>
                <a:pathLst>
                  <a:path w="1046" h="1103">
                    <a:moveTo>
                      <a:pt x="412" y="1103"/>
                    </a:moveTo>
                    <a:cubicBezTo>
                      <a:pt x="583" y="589"/>
                      <a:pt x="583" y="589"/>
                      <a:pt x="583" y="589"/>
                    </a:cubicBezTo>
                    <a:cubicBezTo>
                      <a:pt x="1046" y="308"/>
                      <a:pt x="1046" y="308"/>
                      <a:pt x="1046" y="308"/>
                    </a:cubicBezTo>
                    <a:cubicBezTo>
                      <a:pt x="982" y="211"/>
                      <a:pt x="886" y="133"/>
                      <a:pt x="768" y="94"/>
                    </a:cubicBezTo>
                    <a:cubicBezTo>
                      <a:pt x="487" y="0"/>
                      <a:pt x="184" y="152"/>
                      <a:pt x="91" y="432"/>
                    </a:cubicBezTo>
                    <a:cubicBezTo>
                      <a:pt x="0" y="707"/>
                      <a:pt x="143" y="1003"/>
                      <a:pt x="412" y="1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38"/>
              <p:cNvSpPr>
                <a:spLocks/>
              </p:cNvSpPr>
              <p:nvPr/>
            </p:nvSpPr>
            <p:spPr bwMode="auto">
              <a:xfrm>
                <a:off x="3257550" y="1398588"/>
                <a:ext cx="661988" cy="706437"/>
              </a:xfrm>
              <a:custGeom>
                <a:avLst/>
                <a:gdLst>
                  <a:gd name="T0" fmla="*/ 160 w 501"/>
                  <a:gd name="T1" fmla="*/ 0 h 535"/>
                  <a:gd name="T2" fmla="*/ 0 w 501"/>
                  <a:gd name="T3" fmla="*/ 482 h 535"/>
                  <a:gd name="T4" fmla="*/ 501 w 501"/>
                  <a:gd name="T5" fmla="*/ 373 h 535"/>
                  <a:gd name="T6" fmla="*/ 379 w 501"/>
                  <a:gd name="T7" fmla="*/ 179 h 535"/>
                  <a:gd name="T8" fmla="*/ 160 w 501"/>
                  <a:gd name="T9" fmla="*/ 0 h 535"/>
                </a:gdLst>
                <a:ahLst/>
                <a:cxnLst>
                  <a:cxn ang="0">
                    <a:pos x="T0" y="T1"/>
                  </a:cxn>
                  <a:cxn ang="0">
                    <a:pos x="T2" y="T3"/>
                  </a:cxn>
                  <a:cxn ang="0">
                    <a:pos x="T4" y="T5"/>
                  </a:cxn>
                  <a:cxn ang="0">
                    <a:pos x="T6" y="T7"/>
                  </a:cxn>
                  <a:cxn ang="0">
                    <a:pos x="T8" y="T9"/>
                  </a:cxn>
                </a:cxnLst>
                <a:rect l="0" t="0" r="r" b="b"/>
                <a:pathLst>
                  <a:path w="501" h="535">
                    <a:moveTo>
                      <a:pt x="160" y="0"/>
                    </a:moveTo>
                    <a:cubicBezTo>
                      <a:pt x="0" y="482"/>
                      <a:pt x="0" y="482"/>
                      <a:pt x="0" y="482"/>
                    </a:cubicBezTo>
                    <a:cubicBezTo>
                      <a:pt x="180" y="535"/>
                      <a:pt x="367" y="488"/>
                      <a:pt x="501" y="373"/>
                    </a:cubicBezTo>
                    <a:cubicBezTo>
                      <a:pt x="379" y="179"/>
                      <a:pt x="379" y="179"/>
                      <a:pt x="379" y="179"/>
                    </a:cubicBezTo>
                    <a:lnTo>
                      <a:pt x="1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39"/>
              <p:cNvSpPr>
                <a:spLocks/>
              </p:cNvSpPr>
              <p:nvPr/>
            </p:nvSpPr>
            <p:spPr bwMode="auto">
              <a:xfrm>
                <a:off x="3617913" y="1190625"/>
                <a:ext cx="679450" cy="712787"/>
              </a:xfrm>
              <a:custGeom>
                <a:avLst/>
                <a:gdLst>
                  <a:gd name="T0" fmla="*/ 270 w 515"/>
                  <a:gd name="T1" fmla="*/ 540 h 540"/>
                  <a:gd name="T2" fmla="*/ 396 w 515"/>
                  <a:gd name="T3" fmla="*/ 420 h 540"/>
                  <a:gd name="T4" fmla="*/ 416 w 515"/>
                  <a:gd name="T5" fmla="*/ 392 h 540"/>
                  <a:gd name="T6" fmla="*/ 316 w 515"/>
                  <a:gd name="T7" fmla="*/ 337 h 540"/>
                  <a:gd name="T8" fmla="*/ 297 w 515"/>
                  <a:gd name="T9" fmla="*/ 313 h 540"/>
                  <a:gd name="T10" fmla="*/ 300 w 515"/>
                  <a:gd name="T11" fmla="*/ 282 h 540"/>
                  <a:gd name="T12" fmla="*/ 335 w 515"/>
                  <a:gd name="T13" fmla="*/ 262 h 540"/>
                  <a:gd name="T14" fmla="*/ 355 w 515"/>
                  <a:gd name="T15" fmla="*/ 267 h 540"/>
                  <a:gd name="T16" fmla="*/ 455 w 515"/>
                  <a:gd name="T17" fmla="*/ 322 h 540"/>
                  <a:gd name="T18" fmla="*/ 496 w 515"/>
                  <a:gd name="T19" fmla="*/ 0 h 540"/>
                  <a:gd name="T20" fmla="*/ 0 w 515"/>
                  <a:gd name="T21" fmla="*/ 110 h 540"/>
                  <a:gd name="T22" fmla="*/ 270 w 515"/>
                  <a:gd name="T23" fmla="*/ 540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5" h="540">
                    <a:moveTo>
                      <a:pt x="270" y="540"/>
                    </a:moveTo>
                    <a:cubicBezTo>
                      <a:pt x="317" y="508"/>
                      <a:pt x="360" y="468"/>
                      <a:pt x="396" y="420"/>
                    </a:cubicBezTo>
                    <a:cubicBezTo>
                      <a:pt x="403" y="411"/>
                      <a:pt x="410" y="402"/>
                      <a:pt x="416" y="392"/>
                    </a:cubicBezTo>
                    <a:cubicBezTo>
                      <a:pt x="316" y="337"/>
                      <a:pt x="316" y="337"/>
                      <a:pt x="316" y="337"/>
                    </a:cubicBezTo>
                    <a:cubicBezTo>
                      <a:pt x="306" y="331"/>
                      <a:pt x="300" y="323"/>
                      <a:pt x="297" y="313"/>
                    </a:cubicBezTo>
                    <a:cubicBezTo>
                      <a:pt x="294" y="302"/>
                      <a:pt x="295" y="292"/>
                      <a:pt x="300" y="282"/>
                    </a:cubicBezTo>
                    <a:cubicBezTo>
                      <a:pt x="307" y="269"/>
                      <a:pt x="321" y="262"/>
                      <a:pt x="335" y="262"/>
                    </a:cubicBezTo>
                    <a:cubicBezTo>
                      <a:pt x="342" y="262"/>
                      <a:pt x="349" y="263"/>
                      <a:pt x="355" y="267"/>
                    </a:cubicBezTo>
                    <a:cubicBezTo>
                      <a:pt x="455" y="322"/>
                      <a:pt x="455" y="322"/>
                      <a:pt x="455" y="322"/>
                    </a:cubicBezTo>
                    <a:cubicBezTo>
                      <a:pt x="503" y="220"/>
                      <a:pt x="515" y="107"/>
                      <a:pt x="496" y="0"/>
                    </a:cubicBezTo>
                    <a:cubicBezTo>
                      <a:pt x="0" y="110"/>
                      <a:pt x="0" y="110"/>
                      <a:pt x="0" y="110"/>
                    </a:cubicBezTo>
                    <a:lnTo>
                      <a:pt x="270" y="5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40"/>
              <p:cNvSpPr>
                <a:spLocks/>
              </p:cNvSpPr>
              <p:nvPr/>
            </p:nvSpPr>
            <p:spPr bwMode="auto">
              <a:xfrm>
                <a:off x="4013200" y="1539875"/>
                <a:ext cx="439738" cy="280987"/>
              </a:xfrm>
              <a:custGeom>
                <a:avLst/>
                <a:gdLst>
                  <a:gd name="T0" fmla="*/ 52 w 333"/>
                  <a:gd name="T1" fmla="*/ 9 h 213"/>
                  <a:gd name="T2" fmla="*/ 8 w 333"/>
                  <a:gd name="T3" fmla="*/ 21 h 213"/>
                  <a:gd name="T4" fmla="*/ 21 w 333"/>
                  <a:gd name="T5" fmla="*/ 65 h 213"/>
                  <a:gd name="T6" fmla="*/ 281 w 333"/>
                  <a:gd name="T7" fmla="*/ 209 h 213"/>
                  <a:gd name="T8" fmla="*/ 297 w 333"/>
                  <a:gd name="T9" fmla="*/ 213 h 213"/>
                  <a:gd name="T10" fmla="*/ 325 w 333"/>
                  <a:gd name="T11" fmla="*/ 196 h 213"/>
                  <a:gd name="T12" fmla="*/ 312 w 333"/>
                  <a:gd name="T13" fmla="*/ 153 h 213"/>
                  <a:gd name="T14" fmla="*/ 52 w 333"/>
                  <a:gd name="T15" fmla="*/ 9 h 2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3" h="213">
                    <a:moveTo>
                      <a:pt x="52" y="9"/>
                    </a:moveTo>
                    <a:cubicBezTo>
                      <a:pt x="36" y="0"/>
                      <a:pt x="17" y="6"/>
                      <a:pt x="8" y="21"/>
                    </a:cubicBezTo>
                    <a:cubicBezTo>
                      <a:pt x="0" y="37"/>
                      <a:pt x="5" y="56"/>
                      <a:pt x="21" y="65"/>
                    </a:cubicBezTo>
                    <a:cubicBezTo>
                      <a:pt x="281" y="209"/>
                      <a:pt x="281" y="209"/>
                      <a:pt x="281" y="209"/>
                    </a:cubicBezTo>
                    <a:cubicBezTo>
                      <a:pt x="286" y="211"/>
                      <a:pt x="292" y="213"/>
                      <a:pt x="297" y="213"/>
                    </a:cubicBezTo>
                    <a:cubicBezTo>
                      <a:pt x="308" y="213"/>
                      <a:pt x="319" y="207"/>
                      <a:pt x="325" y="196"/>
                    </a:cubicBezTo>
                    <a:cubicBezTo>
                      <a:pt x="333" y="181"/>
                      <a:pt x="328" y="161"/>
                      <a:pt x="312" y="153"/>
                    </a:cubicBezTo>
                    <a:lnTo>
                      <a:pt x="52"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41"/>
              <p:cNvSpPr>
                <a:spLocks/>
              </p:cNvSpPr>
              <p:nvPr/>
            </p:nvSpPr>
            <p:spPr bwMode="auto">
              <a:xfrm>
                <a:off x="4764088" y="1620838"/>
                <a:ext cx="115888" cy="103187"/>
              </a:xfrm>
              <a:custGeom>
                <a:avLst/>
                <a:gdLst>
                  <a:gd name="T0" fmla="*/ 68 w 88"/>
                  <a:gd name="T1" fmla="*/ 51 h 78"/>
                  <a:gd name="T2" fmla="*/ 0 w 88"/>
                  <a:gd name="T3" fmla="*/ 0 h 78"/>
                  <a:gd name="T4" fmla="*/ 68 w 88"/>
                  <a:gd name="T5" fmla="*/ 51 h 78"/>
                </a:gdLst>
                <a:ahLst/>
                <a:cxnLst>
                  <a:cxn ang="0">
                    <a:pos x="T0" y="T1"/>
                  </a:cxn>
                  <a:cxn ang="0">
                    <a:pos x="T2" y="T3"/>
                  </a:cxn>
                  <a:cxn ang="0">
                    <a:pos x="T4" y="T5"/>
                  </a:cxn>
                </a:cxnLst>
                <a:rect l="0" t="0" r="r" b="b"/>
                <a:pathLst>
                  <a:path w="88" h="78">
                    <a:moveTo>
                      <a:pt x="68" y="51"/>
                    </a:moveTo>
                    <a:cubicBezTo>
                      <a:pt x="88" y="11"/>
                      <a:pt x="0" y="0"/>
                      <a:pt x="0" y="0"/>
                    </a:cubicBezTo>
                    <a:cubicBezTo>
                      <a:pt x="0" y="0"/>
                      <a:pt x="55" y="78"/>
                      <a:pt x="68"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42"/>
              <p:cNvSpPr>
                <a:spLocks/>
              </p:cNvSpPr>
              <p:nvPr/>
            </p:nvSpPr>
            <p:spPr bwMode="auto">
              <a:xfrm>
                <a:off x="4608513" y="1493838"/>
                <a:ext cx="120650" cy="96837"/>
              </a:xfrm>
              <a:custGeom>
                <a:avLst/>
                <a:gdLst>
                  <a:gd name="T0" fmla="*/ 85 w 91"/>
                  <a:gd name="T1" fmla="*/ 44 h 73"/>
                  <a:gd name="T2" fmla="*/ 0 w 91"/>
                  <a:gd name="T3" fmla="*/ 44 h 73"/>
                  <a:gd name="T4" fmla="*/ 85 w 91"/>
                  <a:gd name="T5" fmla="*/ 44 h 73"/>
                </a:gdLst>
                <a:ahLst/>
                <a:cxnLst>
                  <a:cxn ang="0">
                    <a:pos x="T0" y="T1"/>
                  </a:cxn>
                  <a:cxn ang="0">
                    <a:pos x="T2" y="T3"/>
                  </a:cxn>
                  <a:cxn ang="0">
                    <a:pos x="T4" y="T5"/>
                  </a:cxn>
                </a:cxnLst>
                <a:rect l="0" t="0" r="r" b="b"/>
                <a:pathLst>
                  <a:path w="91" h="73">
                    <a:moveTo>
                      <a:pt x="85" y="44"/>
                    </a:moveTo>
                    <a:cubicBezTo>
                      <a:pt x="77" y="0"/>
                      <a:pt x="0" y="44"/>
                      <a:pt x="0" y="44"/>
                    </a:cubicBezTo>
                    <a:cubicBezTo>
                      <a:pt x="0" y="44"/>
                      <a:pt x="91" y="73"/>
                      <a:pt x="85"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43"/>
              <p:cNvSpPr>
                <a:spLocks/>
              </p:cNvSpPr>
              <p:nvPr/>
            </p:nvSpPr>
            <p:spPr bwMode="auto">
              <a:xfrm>
                <a:off x="4576763" y="1631950"/>
                <a:ext cx="107950" cy="146050"/>
              </a:xfrm>
              <a:custGeom>
                <a:avLst/>
                <a:gdLst>
                  <a:gd name="T0" fmla="*/ 33 w 81"/>
                  <a:gd name="T1" fmla="*/ 97 h 111"/>
                  <a:gd name="T2" fmla="*/ 10 w 81"/>
                  <a:gd name="T3" fmla="*/ 0 h 111"/>
                  <a:gd name="T4" fmla="*/ 33 w 81"/>
                  <a:gd name="T5" fmla="*/ 97 h 111"/>
                </a:gdLst>
                <a:ahLst/>
                <a:cxnLst>
                  <a:cxn ang="0">
                    <a:pos x="T0" y="T1"/>
                  </a:cxn>
                  <a:cxn ang="0">
                    <a:pos x="T2" y="T3"/>
                  </a:cxn>
                  <a:cxn ang="0">
                    <a:pos x="T4" y="T5"/>
                  </a:cxn>
                </a:cxnLst>
                <a:rect l="0" t="0" r="r" b="b"/>
                <a:pathLst>
                  <a:path w="81" h="111">
                    <a:moveTo>
                      <a:pt x="33" y="97"/>
                    </a:moveTo>
                    <a:cubicBezTo>
                      <a:pt x="81" y="76"/>
                      <a:pt x="10" y="0"/>
                      <a:pt x="10" y="0"/>
                    </a:cubicBezTo>
                    <a:cubicBezTo>
                      <a:pt x="10" y="0"/>
                      <a:pt x="0" y="111"/>
                      <a:pt x="33" y="9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44"/>
              <p:cNvSpPr>
                <a:spLocks/>
              </p:cNvSpPr>
              <p:nvPr/>
            </p:nvSpPr>
            <p:spPr bwMode="auto">
              <a:xfrm>
                <a:off x="4541838" y="2157413"/>
                <a:ext cx="55563" cy="49212"/>
              </a:xfrm>
              <a:custGeom>
                <a:avLst/>
                <a:gdLst>
                  <a:gd name="T0" fmla="*/ 7 w 42"/>
                  <a:gd name="T1" fmla="*/ 29 h 37"/>
                  <a:gd name="T2" fmla="*/ 4 w 42"/>
                  <a:gd name="T3" fmla="*/ 29 h 37"/>
                  <a:gd name="T4" fmla="*/ 0 w 42"/>
                  <a:gd name="T5" fmla="*/ 33 h 37"/>
                  <a:gd name="T6" fmla="*/ 4 w 42"/>
                  <a:gd name="T7" fmla="*/ 37 h 37"/>
                  <a:gd name="T8" fmla="*/ 7 w 42"/>
                  <a:gd name="T9" fmla="*/ 37 h 37"/>
                  <a:gd name="T10" fmla="*/ 42 w 42"/>
                  <a:gd name="T11" fmla="*/ 5 h 37"/>
                  <a:gd name="T12" fmla="*/ 38 w 42"/>
                  <a:gd name="T13" fmla="*/ 1 h 37"/>
                  <a:gd name="T14" fmla="*/ 34 w 42"/>
                  <a:gd name="T15" fmla="*/ 4 h 37"/>
                  <a:gd name="T16" fmla="*/ 7 w 42"/>
                  <a:gd name="T17" fmla="*/ 2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37">
                    <a:moveTo>
                      <a:pt x="7" y="29"/>
                    </a:moveTo>
                    <a:cubicBezTo>
                      <a:pt x="6" y="29"/>
                      <a:pt x="5" y="29"/>
                      <a:pt x="4" y="29"/>
                    </a:cubicBezTo>
                    <a:cubicBezTo>
                      <a:pt x="2" y="29"/>
                      <a:pt x="0" y="30"/>
                      <a:pt x="0" y="33"/>
                    </a:cubicBezTo>
                    <a:cubicBezTo>
                      <a:pt x="0" y="35"/>
                      <a:pt x="1" y="37"/>
                      <a:pt x="4" y="37"/>
                    </a:cubicBezTo>
                    <a:cubicBezTo>
                      <a:pt x="5" y="37"/>
                      <a:pt x="6" y="37"/>
                      <a:pt x="7" y="37"/>
                    </a:cubicBezTo>
                    <a:cubicBezTo>
                      <a:pt x="25" y="37"/>
                      <a:pt x="40" y="23"/>
                      <a:pt x="42" y="5"/>
                    </a:cubicBezTo>
                    <a:cubicBezTo>
                      <a:pt x="42" y="3"/>
                      <a:pt x="40" y="1"/>
                      <a:pt x="38" y="1"/>
                    </a:cubicBezTo>
                    <a:cubicBezTo>
                      <a:pt x="36" y="0"/>
                      <a:pt x="34" y="2"/>
                      <a:pt x="34" y="4"/>
                    </a:cubicBezTo>
                    <a:cubicBezTo>
                      <a:pt x="32" y="18"/>
                      <a:pt x="21" y="29"/>
                      <a:pt x="7"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45"/>
              <p:cNvSpPr>
                <a:spLocks/>
              </p:cNvSpPr>
              <p:nvPr/>
            </p:nvSpPr>
            <p:spPr bwMode="auto">
              <a:xfrm>
                <a:off x="4538663" y="2152650"/>
                <a:ext cx="39688" cy="34925"/>
              </a:xfrm>
              <a:custGeom>
                <a:avLst/>
                <a:gdLst>
                  <a:gd name="T0" fmla="*/ 6 w 30"/>
                  <a:gd name="T1" fmla="*/ 19 h 27"/>
                  <a:gd name="T2" fmla="*/ 5 w 30"/>
                  <a:gd name="T3" fmla="*/ 19 h 27"/>
                  <a:gd name="T4" fmla="*/ 0 w 30"/>
                  <a:gd name="T5" fmla="*/ 22 h 27"/>
                  <a:gd name="T6" fmla="*/ 4 w 30"/>
                  <a:gd name="T7" fmla="*/ 27 h 27"/>
                  <a:gd name="T8" fmla="*/ 6 w 30"/>
                  <a:gd name="T9" fmla="*/ 27 h 27"/>
                  <a:gd name="T10" fmla="*/ 30 w 30"/>
                  <a:gd name="T11" fmla="*/ 5 h 27"/>
                  <a:gd name="T12" fmla="*/ 26 w 30"/>
                  <a:gd name="T13" fmla="*/ 1 h 27"/>
                  <a:gd name="T14" fmla="*/ 22 w 30"/>
                  <a:gd name="T15" fmla="*/ 4 h 27"/>
                  <a:gd name="T16" fmla="*/ 6 w 30"/>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7">
                    <a:moveTo>
                      <a:pt x="6" y="19"/>
                    </a:moveTo>
                    <a:cubicBezTo>
                      <a:pt x="6" y="19"/>
                      <a:pt x="5" y="19"/>
                      <a:pt x="5" y="19"/>
                    </a:cubicBezTo>
                    <a:cubicBezTo>
                      <a:pt x="2" y="19"/>
                      <a:pt x="1" y="20"/>
                      <a:pt x="0" y="22"/>
                    </a:cubicBezTo>
                    <a:cubicBezTo>
                      <a:pt x="0" y="25"/>
                      <a:pt x="2" y="27"/>
                      <a:pt x="4" y="27"/>
                    </a:cubicBezTo>
                    <a:cubicBezTo>
                      <a:pt x="5" y="27"/>
                      <a:pt x="5" y="27"/>
                      <a:pt x="6" y="27"/>
                    </a:cubicBezTo>
                    <a:cubicBezTo>
                      <a:pt x="18" y="27"/>
                      <a:pt x="29" y="17"/>
                      <a:pt x="30" y="5"/>
                    </a:cubicBezTo>
                    <a:cubicBezTo>
                      <a:pt x="30" y="3"/>
                      <a:pt x="29" y="1"/>
                      <a:pt x="26" y="1"/>
                    </a:cubicBezTo>
                    <a:cubicBezTo>
                      <a:pt x="24" y="0"/>
                      <a:pt x="22" y="2"/>
                      <a:pt x="22" y="4"/>
                    </a:cubicBezTo>
                    <a:cubicBezTo>
                      <a:pt x="21" y="13"/>
                      <a:pt x="14" y="19"/>
                      <a:pt x="6"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46"/>
              <p:cNvSpPr>
                <a:spLocks/>
              </p:cNvSpPr>
              <p:nvPr/>
            </p:nvSpPr>
            <p:spPr bwMode="auto">
              <a:xfrm>
                <a:off x="4287838" y="1155700"/>
                <a:ext cx="47625" cy="53975"/>
              </a:xfrm>
              <a:custGeom>
                <a:avLst/>
                <a:gdLst>
                  <a:gd name="T0" fmla="*/ 0 w 37"/>
                  <a:gd name="T1" fmla="*/ 4 h 41"/>
                  <a:gd name="T2" fmla="*/ 4 w 37"/>
                  <a:gd name="T3" fmla="*/ 8 h 41"/>
                  <a:gd name="T4" fmla="*/ 4 w 37"/>
                  <a:gd name="T5" fmla="*/ 8 h 41"/>
                  <a:gd name="T6" fmla="*/ 17 w 37"/>
                  <a:gd name="T7" fmla="*/ 13 h 41"/>
                  <a:gd name="T8" fmla="*/ 29 w 37"/>
                  <a:gd name="T9" fmla="*/ 35 h 41"/>
                  <a:gd name="T10" fmla="*/ 29 w 37"/>
                  <a:gd name="T11" fmla="*/ 37 h 41"/>
                  <a:gd name="T12" fmla="*/ 33 w 37"/>
                  <a:gd name="T13" fmla="*/ 41 h 41"/>
                  <a:gd name="T14" fmla="*/ 33 w 37"/>
                  <a:gd name="T15" fmla="*/ 41 h 41"/>
                  <a:gd name="T16" fmla="*/ 37 w 37"/>
                  <a:gd name="T17" fmla="*/ 38 h 41"/>
                  <a:gd name="T18" fmla="*/ 37 w 37"/>
                  <a:gd name="T19" fmla="*/ 35 h 41"/>
                  <a:gd name="T20" fmla="*/ 15 w 37"/>
                  <a:gd name="T21" fmla="*/ 3 h 41"/>
                  <a:gd name="T22" fmla="*/ 4 w 37"/>
                  <a:gd name="T23" fmla="*/ 0 h 41"/>
                  <a:gd name="T24" fmla="*/ 0 w 37"/>
                  <a:gd name="T25" fmla="*/ 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 h="41">
                    <a:moveTo>
                      <a:pt x="0" y="4"/>
                    </a:moveTo>
                    <a:cubicBezTo>
                      <a:pt x="0" y="6"/>
                      <a:pt x="1" y="8"/>
                      <a:pt x="4" y="8"/>
                    </a:cubicBezTo>
                    <a:cubicBezTo>
                      <a:pt x="4" y="8"/>
                      <a:pt x="4" y="8"/>
                      <a:pt x="4" y="8"/>
                    </a:cubicBezTo>
                    <a:cubicBezTo>
                      <a:pt x="9" y="8"/>
                      <a:pt x="13" y="10"/>
                      <a:pt x="17" y="13"/>
                    </a:cubicBezTo>
                    <a:cubicBezTo>
                      <a:pt x="24" y="18"/>
                      <a:pt x="29" y="26"/>
                      <a:pt x="29" y="35"/>
                    </a:cubicBezTo>
                    <a:cubicBezTo>
                      <a:pt x="29" y="36"/>
                      <a:pt x="29" y="36"/>
                      <a:pt x="29" y="37"/>
                    </a:cubicBezTo>
                    <a:cubicBezTo>
                      <a:pt x="29" y="39"/>
                      <a:pt x="30" y="41"/>
                      <a:pt x="33" y="41"/>
                    </a:cubicBezTo>
                    <a:cubicBezTo>
                      <a:pt x="33" y="41"/>
                      <a:pt x="33" y="41"/>
                      <a:pt x="33" y="41"/>
                    </a:cubicBezTo>
                    <a:cubicBezTo>
                      <a:pt x="35" y="41"/>
                      <a:pt x="37" y="40"/>
                      <a:pt x="37" y="38"/>
                    </a:cubicBezTo>
                    <a:cubicBezTo>
                      <a:pt x="37" y="37"/>
                      <a:pt x="37" y="36"/>
                      <a:pt x="37" y="35"/>
                    </a:cubicBezTo>
                    <a:cubicBezTo>
                      <a:pt x="37" y="21"/>
                      <a:pt x="28" y="8"/>
                      <a:pt x="15" y="3"/>
                    </a:cubicBezTo>
                    <a:cubicBezTo>
                      <a:pt x="12" y="1"/>
                      <a:pt x="8" y="0"/>
                      <a:pt x="4" y="0"/>
                    </a:cubicBezTo>
                    <a:cubicBezTo>
                      <a:pt x="2" y="0"/>
                      <a:pt x="0" y="2"/>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47"/>
              <p:cNvSpPr>
                <a:spLocks/>
              </p:cNvSpPr>
              <p:nvPr/>
            </p:nvSpPr>
            <p:spPr bwMode="auto">
              <a:xfrm>
                <a:off x="4281488" y="1174750"/>
                <a:ext cx="36513" cy="38100"/>
              </a:xfrm>
              <a:custGeom>
                <a:avLst/>
                <a:gdLst>
                  <a:gd name="T0" fmla="*/ 4 w 27"/>
                  <a:gd name="T1" fmla="*/ 0 h 29"/>
                  <a:gd name="T2" fmla="*/ 0 w 27"/>
                  <a:gd name="T3" fmla="*/ 4 h 29"/>
                  <a:gd name="T4" fmla="*/ 4 w 27"/>
                  <a:gd name="T5" fmla="*/ 8 h 29"/>
                  <a:gd name="T6" fmla="*/ 19 w 27"/>
                  <a:gd name="T7" fmla="*/ 24 h 29"/>
                  <a:gd name="T8" fmla="*/ 19 w 27"/>
                  <a:gd name="T9" fmla="*/ 25 h 29"/>
                  <a:gd name="T10" fmla="*/ 23 w 27"/>
                  <a:gd name="T11" fmla="*/ 29 h 29"/>
                  <a:gd name="T12" fmla="*/ 23 w 27"/>
                  <a:gd name="T13" fmla="*/ 29 h 29"/>
                  <a:gd name="T14" fmla="*/ 26 w 27"/>
                  <a:gd name="T15" fmla="*/ 28 h 29"/>
                  <a:gd name="T16" fmla="*/ 27 w 27"/>
                  <a:gd name="T17" fmla="*/ 25 h 29"/>
                  <a:gd name="T18" fmla="*/ 27 w 27"/>
                  <a:gd name="T19" fmla="*/ 24 h 29"/>
                  <a:gd name="T20" fmla="*/ 23 w 27"/>
                  <a:gd name="T21" fmla="*/ 11 h 29"/>
                  <a:gd name="T22" fmla="*/ 4 w 27"/>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 h="29">
                    <a:moveTo>
                      <a:pt x="4" y="0"/>
                    </a:moveTo>
                    <a:cubicBezTo>
                      <a:pt x="2" y="0"/>
                      <a:pt x="0" y="1"/>
                      <a:pt x="0" y="4"/>
                    </a:cubicBezTo>
                    <a:cubicBezTo>
                      <a:pt x="0" y="6"/>
                      <a:pt x="2" y="8"/>
                      <a:pt x="4" y="8"/>
                    </a:cubicBezTo>
                    <a:cubicBezTo>
                      <a:pt x="12" y="8"/>
                      <a:pt x="19" y="15"/>
                      <a:pt x="19" y="24"/>
                    </a:cubicBezTo>
                    <a:cubicBezTo>
                      <a:pt x="19" y="24"/>
                      <a:pt x="19" y="25"/>
                      <a:pt x="19" y="25"/>
                    </a:cubicBezTo>
                    <a:cubicBezTo>
                      <a:pt x="19" y="27"/>
                      <a:pt x="20" y="29"/>
                      <a:pt x="23" y="29"/>
                    </a:cubicBezTo>
                    <a:cubicBezTo>
                      <a:pt x="23" y="29"/>
                      <a:pt x="23" y="29"/>
                      <a:pt x="23" y="29"/>
                    </a:cubicBezTo>
                    <a:cubicBezTo>
                      <a:pt x="24" y="29"/>
                      <a:pt x="25" y="29"/>
                      <a:pt x="26" y="28"/>
                    </a:cubicBezTo>
                    <a:cubicBezTo>
                      <a:pt x="26" y="27"/>
                      <a:pt x="27" y="26"/>
                      <a:pt x="27" y="25"/>
                    </a:cubicBezTo>
                    <a:cubicBezTo>
                      <a:pt x="27" y="25"/>
                      <a:pt x="27" y="24"/>
                      <a:pt x="27" y="24"/>
                    </a:cubicBezTo>
                    <a:cubicBezTo>
                      <a:pt x="27" y="19"/>
                      <a:pt x="25" y="15"/>
                      <a:pt x="23" y="11"/>
                    </a:cubicBezTo>
                    <a:cubicBezTo>
                      <a:pt x="19" y="5"/>
                      <a:pt x="12"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 name="组合 6"/>
            <p:cNvGrpSpPr/>
            <p:nvPr/>
          </p:nvGrpSpPr>
          <p:grpSpPr>
            <a:xfrm>
              <a:off x="3627438" y="3443288"/>
              <a:ext cx="2914650" cy="1330325"/>
              <a:chOff x="3627438" y="3443288"/>
              <a:chExt cx="2914650" cy="1330325"/>
            </a:xfrm>
          </p:grpSpPr>
          <p:sp>
            <p:nvSpPr>
              <p:cNvPr id="51" name="Freeform 48"/>
              <p:cNvSpPr>
                <a:spLocks/>
              </p:cNvSpPr>
              <p:nvPr/>
            </p:nvSpPr>
            <p:spPr bwMode="auto">
              <a:xfrm>
                <a:off x="5105400" y="3443288"/>
                <a:ext cx="633413" cy="1330325"/>
              </a:xfrm>
              <a:custGeom>
                <a:avLst/>
                <a:gdLst>
                  <a:gd name="T0" fmla="*/ 0 w 480"/>
                  <a:gd name="T1" fmla="*/ 40 h 1008"/>
                  <a:gd name="T2" fmla="*/ 0 w 480"/>
                  <a:gd name="T3" fmla="*/ 968 h 1008"/>
                  <a:gd name="T4" fmla="*/ 40 w 480"/>
                  <a:gd name="T5" fmla="*/ 1008 h 1008"/>
                  <a:gd name="T6" fmla="*/ 440 w 480"/>
                  <a:gd name="T7" fmla="*/ 1008 h 1008"/>
                  <a:gd name="T8" fmla="*/ 480 w 480"/>
                  <a:gd name="T9" fmla="*/ 968 h 1008"/>
                  <a:gd name="T10" fmla="*/ 480 w 480"/>
                  <a:gd name="T11" fmla="*/ 40 h 1008"/>
                  <a:gd name="T12" fmla="*/ 440 w 480"/>
                  <a:gd name="T13" fmla="*/ 0 h 1008"/>
                  <a:gd name="T14" fmla="*/ 40 w 480"/>
                  <a:gd name="T15" fmla="*/ 0 h 1008"/>
                  <a:gd name="T16" fmla="*/ 0 w 480"/>
                  <a:gd name="T17" fmla="*/ 40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0" h="1008">
                    <a:moveTo>
                      <a:pt x="0" y="40"/>
                    </a:moveTo>
                    <a:cubicBezTo>
                      <a:pt x="0" y="968"/>
                      <a:pt x="0" y="968"/>
                      <a:pt x="0" y="968"/>
                    </a:cubicBezTo>
                    <a:cubicBezTo>
                      <a:pt x="0" y="990"/>
                      <a:pt x="18" y="1008"/>
                      <a:pt x="40" y="1008"/>
                    </a:cubicBezTo>
                    <a:cubicBezTo>
                      <a:pt x="440" y="1008"/>
                      <a:pt x="440" y="1008"/>
                      <a:pt x="440" y="1008"/>
                    </a:cubicBezTo>
                    <a:cubicBezTo>
                      <a:pt x="462" y="1008"/>
                      <a:pt x="480" y="990"/>
                      <a:pt x="480" y="968"/>
                    </a:cubicBezTo>
                    <a:cubicBezTo>
                      <a:pt x="480" y="40"/>
                      <a:pt x="480" y="40"/>
                      <a:pt x="480" y="40"/>
                    </a:cubicBezTo>
                    <a:cubicBezTo>
                      <a:pt x="480" y="18"/>
                      <a:pt x="462" y="0"/>
                      <a:pt x="440" y="0"/>
                    </a:cubicBezTo>
                    <a:cubicBezTo>
                      <a:pt x="40" y="0"/>
                      <a:pt x="40" y="0"/>
                      <a:pt x="40" y="0"/>
                    </a:cubicBezTo>
                    <a:cubicBezTo>
                      <a:pt x="18" y="0"/>
                      <a:pt x="0" y="18"/>
                      <a:pt x="0" y="40"/>
                    </a:cubicBezTo>
                    <a:close/>
                  </a:path>
                </a:pathLst>
              </a:custGeom>
              <a:solidFill>
                <a:srgbClr val="FF6682"/>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2" name="Freeform 49"/>
              <p:cNvSpPr>
                <a:spLocks/>
              </p:cNvSpPr>
              <p:nvPr/>
            </p:nvSpPr>
            <p:spPr bwMode="auto">
              <a:xfrm>
                <a:off x="4365625" y="3989388"/>
                <a:ext cx="633413" cy="784225"/>
              </a:xfrm>
              <a:custGeom>
                <a:avLst/>
                <a:gdLst>
                  <a:gd name="T0" fmla="*/ 480 w 480"/>
                  <a:gd name="T1" fmla="*/ 40 h 594"/>
                  <a:gd name="T2" fmla="*/ 440 w 480"/>
                  <a:gd name="T3" fmla="*/ 0 h 594"/>
                  <a:gd name="T4" fmla="*/ 40 w 480"/>
                  <a:gd name="T5" fmla="*/ 0 h 594"/>
                  <a:gd name="T6" fmla="*/ 0 w 480"/>
                  <a:gd name="T7" fmla="*/ 40 h 594"/>
                  <a:gd name="T8" fmla="*/ 0 w 480"/>
                  <a:gd name="T9" fmla="*/ 554 h 594"/>
                  <a:gd name="T10" fmla="*/ 40 w 480"/>
                  <a:gd name="T11" fmla="*/ 594 h 594"/>
                  <a:gd name="T12" fmla="*/ 440 w 480"/>
                  <a:gd name="T13" fmla="*/ 594 h 594"/>
                  <a:gd name="T14" fmla="*/ 480 w 480"/>
                  <a:gd name="T15" fmla="*/ 554 h 594"/>
                  <a:gd name="T16" fmla="*/ 480 w 480"/>
                  <a:gd name="T17" fmla="*/ 40 h 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0" h="594">
                    <a:moveTo>
                      <a:pt x="480" y="40"/>
                    </a:moveTo>
                    <a:cubicBezTo>
                      <a:pt x="480" y="18"/>
                      <a:pt x="462" y="0"/>
                      <a:pt x="440" y="0"/>
                    </a:cubicBezTo>
                    <a:cubicBezTo>
                      <a:pt x="40" y="0"/>
                      <a:pt x="40" y="0"/>
                      <a:pt x="40" y="0"/>
                    </a:cubicBezTo>
                    <a:cubicBezTo>
                      <a:pt x="18" y="0"/>
                      <a:pt x="0" y="18"/>
                      <a:pt x="0" y="40"/>
                    </a:cubicBezTo>
                    <a:cubicBezTo>
                      <a:pt x="0" y="554"/>
                      <a:pt x="0" y="554"/>
                      <a:pt x="0" y="554"/>
                    </a:cubicBezTo>
                    <a:cubicBezTo>
                      <a:pt x="0" y="576"/>
                      <a:pt x="18" y="594"/>
                      <a:pt x="40" y="594"/>
                    </a:cubicBezTo>
                    <a:cubicBezTo>
                      <a:pt x="440" y="594"/>
                      <a:pt x="440" y="594"/>
                      <a:pt x="440" y="594"/>
                    </a:cubicBezTo>
                    <a:cubicBezTo>
                      <a:pt x="462" y="594"/>
                      <a:pt x="480" y="576"/>
                      <a:pt x="480" y="554"/>
                    </a:cubicBezTo>
                    <a:lnTo>
                      <a:pt x="480" y="40"/>
                    </a:lnTo>
                    <a:close/>
                  </a:path>
                </a:pathLst>
              </a:custGeom>
              <a:solidFill>
                <a:srgbClr val="FF6682"/>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3" name="Freeform 50"/>
              <p:cNvSpPr>
                <a:spLocks/>
              </p:cNvSpPr>
              <p:nvPr/>
            </p:nvSpPr>
            <p:spPr bwMode="auto">
              <a:xfrm>
                <a:off x="3627438" y="4432300"/>
                <a:ext cx="633413" cy="341312"/>
              </a:xfrm>
              <a:custGeom>
                <a:avLst/>
                <a:gdLst>
                  <a:gd name="T0" fmla="*/ 480 w 480"/>
                  <a:gd name="T1" fmla="*/ 218 h 258"/>
                  <a:gd name="T2" fmla="*/ 480 w 480"/>
                  <a:gd name="T3" fmla="*/ 40 h 258"/>
                  <a:gd name="T4" fmla="*/ 440 w 480"/>
                  <a:gd name="T5" fmla="*/ 0 h 258"/>
                  <a:gd name="T6" fmla="*/ 40 w 480"/>
                  <a:gd name="T7" fmla="*/ 0 h 258"/>
                  <a:gd name="T8" fmla="*/ 0 w 480"/>
                  <a:gd name="T9" fmla="*/ 40 h 258"/>
                  <a:gd name="T10" fmla="*/ 0 w 480"/>
                  <a:gd name="T11" fmla="*/ 218 h 258"/>
                  <a:gd name="T12" fmla="*/ 40 w 480"/>
                  <a:gd name="T13" fmla="*/ 258 h 258"/>
                  <a:gd name="T14" fmla="*/ 440 w 480"/>
                  <a:gd name="T15" fmla="*/ 258 h 258"/>
                  <a:gd name="T16" fmla="*/ 480 w 480"/>
                  <a:gd name="T17" fmla="*/ 218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0" h="258">
                    <a:moveTo>
                      <a:pt x="480" y="218"/>
                    </a:moveTo>
                    <a:cubicBezTo>
                      <a:pt x="480" y="40"/>
                      <a:pt x="480" y="40"/>
                      <a:pt x="480" y="40"/>
                    </a:cubicBezTo>
                    <a:cubicBezTo>
                      <a:pt x="480" y="18"/>
                      <a:pt x="462" y="0"/>
                      <a:pt x="440" y="0"/>
                    </a:cubicBezTo>
                    <a:cubicBezTo>
                      <a:pt x="40" y="0"/>
                      <a:pt x="40" y="0"/>
                      <a:pt x="40" y="0"/>
                    </a:cubicBezTo>
                    <a:cubicBezTo>
                      <a:pt x="18" y="0"/>
                      <a:pt x="0" y="18"/>
                      <a:pt x="0" y="40"/>
                    </a:cubicBezTo>
                    <a:cubicBezTo>
                      <a:pt x="0" y="218"/>
                      <a:pt x="0" y="218"/>
                      <a:pt x="0" y="218"/>
                    </a:cubicBezTo>
                    <a:cubicBezTo>
                      <a:pt x="0" y="240"/>
                      <a:pt x="18" y="258"/>
                      <a:pt x="40" y="258"/>
                    </a:cubicBezTo>
                    <a:cubicBezTo>
                      <a:pt x="440" y="258"/>
                      <a:pt x="440" y="258"/>
                      <a:pt x="440" y="258"/>
                    </a:cubicBezTo>
                    <a:cubicBezTo>
                      <a:pt x="462" y="258"/>
                      <a:pt x="480" y="240"/>
                      <a:pt x="480" y="218"/>
                    </a:cubicBezTo>
                    <a:close/>
                  </a:path>
                </a:pathLst>
              </a:custGeom>
              <a:solidFill>
                <a:srgbClr val="FF6682"/>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4" name="Freeform 51"/>
              <p:cNvSpPr>
                <a:spLocks/>
              </p:cNvSpPr>
              <p:nvPr/>
            </p:nvSpPr>
            <p:spPr bwMode="auto">
              <a:xfrm>
                <a:off x="5843588" y="4356100"/>
                <a:ext cx="633413" cy="417512"/>
              </a:xfrm>
              <a:custGeom>
                <a:avLst/>
                <a:gdLst>
                  <a:gd name="T0" fmla="*/ 390 w 480"/>
                  <a:gd name="T1" fmla="*/ 169 h 316"/>
                  <a:gd name="T2" fmla="*/ 366 w 480"/>
                  <a:gd name="T3" fmla="*/ 164 h 316"/>
                  <a:gd name="T4" fmla="*/ 336 w 480"/>
                  <a:gd name="T5" fmla="*/ 132 h 316"/>
                  <a:gd name="T6" fmla="*/ 337 w 480"/>
                  <a:gd name="T7" fmla="*/ 88 h 316"/>
                  <a:gd name="T8" fmla="*/ 374 w 480"/>
                  <a:gd name="T9" fmla="*/ 2 h 316"/>
                  <a:gd name="T10" fmla="*/ 311 w 480"/>
                  <a:gd name="T11" fmla="*/ 18 h 316"/>
                  <a:gd name="T12" fmla="*/ 296 w 480"/>
                  <a:gd name="T13" fmla="*/ 20 h 316"/>
                  <a:gd name="T14" fmla="*/ 268 w 480"/>
                  <a:gd name="T15" fmla="*/ 12 h 316"/>
                  <a:gd name="T16" fmla="*/ 239 w 480"/>
                  <a:gd name="T17" fmla="*/ 20 h 316"/>
                  <a:gd name="T18" fmla="*/ 225 w 480"/>
                  <a:gd name="T19" fmla="*/ 18 h 316"/>
                  <a:gd name="T20" fmla="*/ 161 w 480"/>
                  <a:gd name="T21" fmla="*/ 2 h 316"/>
                  <a:gd name="T22" fmla="*/ 199 w 480"/>
                  <a:gd name="T23" fmla="*/ 88 h 316"/>
                  <a:gd name="T24" fmla="*/ 200 w 480"/>
                  <a:gd name="T25" fmla="*/ 132 h 316"/>
                  <a:gd name="T26" fmla="*/ 169 w 480"/>
                  <a:gd name="T27" fmla="*/ 164 h 316"/>
                  <a:gd name="T28" fmla="*/ 146 w 480"/>
                  <a:gd name="T29" fmla="*/ 169 h 316"/>
                  <a:gd name="T30" fmla="*/ 93 w 480"/>
                  <a:gd name="T31" fmla="*/ 134 h 316"/>
                  <a:gd name="T32" fmla="*/ 34 w 480"/>
                  <a:gd name="T33" fmla="*/ 0 h 316"/>
                  <a:gd name="T34" fmla="*/ 0 w 480"/>
                  <a:gd name="T35" fmla="*/ 40 h 316"/>
                  <a:gd name="T36" fmla="*/ 0 w 480"/>
                  <a:gd name="T37" fmla="*/ 276 h 316"/>
                  <a:gd name="T38" fmla="*/ 40 w 480"/>
                  <a:gd name="T39" fmla="*/ 316 h 316"/>
                  <a:gd name="T40" fmla="*/ 440 w 480"/>
                  <a:gd name="T41" fmla="*/ 316 h 316"/>
                  <a:gd name="T42" fmla="*/ 480 w 480"/>
                  <a:gd name="T43" fmla="*/ 276 h 316"/>
                  <a:gd name="T44" fmla="*/ 480 w 480"/>
                  <a:gd name="T45" fmla="*/ 50 h 316"/>
                  <a:gd name="T46" fmla="*/ 443 w 480"/>
                  <a:gd name="T47" fmla="*/ 134 h 316"/>
                  <a:gd name="T48" fmla="*/ 390 w 480"/>
                  <a:gd name="T49" fmla="*/ 169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80" h="316">
                    <a:moveTo>
                      <a:pt x="390" y="169"/>
                    </a:moveTo>
                    <a:cubicBezTo>
                      <a:pt x="382" y="169"/>
                      <a:pt x="374" y="167"/>
                      <a:pt x="366" y="164"/>
                    </a:cubicBezTo>
                    <a:cubicBezTo>
                      <a:pt x="352" y="158"/>
                      <a:pt x="341" y="146"/>
                      <a:pt x="336" y="132"/>
                    </a:cubicBezTo>
                    <a:cubicBezTo>
                      <a:pt x="330" y="118"/>
                      <a:pt x="330" y="102"/>
                      <a:pt x="337" y="88"/>
                    </a:cubicBezTo>
                    <a:cubicBezTo>
                      <a:pt x="374" y="2"/>
                      <a:pt x="374" y="2"/>
                      <a:pt x="374" y="2"/>
                    </a:cubicBezTo>
                    <a:cubicBezTo>
                      <a:pt x="311" y="18"/>
                      <a:pt x="311" y="18"/>
                      <a:pt x="311" y="18"/>
                    </a:cubicBezTo>
                    <a:cubicBezTo>
                      <a:pt x="306" y="19"/>
                      <a:pt x="301" y="20"/>
                      <a:pt x="296" y="20"/>
                    </a:cubicBezTo>
                    <a:cubicBezTo>
                      <a:pt x="286" y="20"/>
                      <a:pt x="277" y="17"/>
                      <a:pt x="268" y="12"/>
                    </a:cubicBezTo>
                    <a:cubicBezTo>
                      <a:pt x="259" y="17"/>
                      <a:pt x="249" y="20"/>
                      <a:pt x="239" y="20"/>
                    </a:cubicBezTo>
                    <a:cubicBezTo>
                      <a:pt x="234" y="20"/>
                      <a:pt x="230" y="19"/>
                      <a:pt x="225" y="18"/>
                    </a:cubicBezTo>
                    <a:cubicBezTo>
                      <a:pt x="161" y="2"/>
                      <a:pt x="161" y="2"/>
                      <a:pt x="161" y="2"/>
                    </a:cubicBezTo>
                    <a:cubicBezTo>
                      <a:pt x="199" y="88"/>
                      <a:pt x="199" y="88"/>
                      <a:pt x="199" y="88"/>
                    </a:cubicBezTo>
                    <a:cubicBezTo>
                      <a:pt x="205" y="102"/>
                      <a:pt x="205" y="118"/>
                      <a:pt x="200" y="132"/>
                    </a:cubicBezTo>
                    <a:cubicBezTo>
                      <a:pt x="194" y="146"/>
                      <a:pt x="183" y="158"/>
                      <a:pt x="169" y="164"/>
                    </a:cubicBezTo>
                    <a:cubicBezTo>
                      <a:pt x="162" y="167"/>
                      <a:pt x="154" y="169"/>
                      <a:pt x="146" y="169"/>
                    </a:cubicBezTo>
                    <a:cubicBezTo>
                      <a:pt x="123" y="169"/>
                      <a:pt x="102" y="155"/>
                      <a:pt x="93" y="134"/>
                    </a:cubicBezTo>
                    <a:cubicBezTo>
                      <a:pt x="34" y="0"/>
                      <a:pt x="34" y="0"/>
                      <a:pt x="34" y="0"/>
                    </a:cubicBezTo>
                    <a:cubicBezTo>
                      <a:pt x="15" y="3"/>
                      <a:pt x="0" y="20"/>
                      <a:pt x="0" y="40"/>
                    </a:cubicBezTo>
                    <a:cubicBezTo>
                      <a:pt x="0" y="276"/>
                      <a:pt x="0" y="276"/>
                      <a:pt x="0" y="276"/>
                    </a:cubicBezTo>
                    <a:cubicBezTo>
                      <a:pt x="0" y="298"/>
                      <a:pt x="18" y="316"/>
                      <a:pt x="40" y="316"/>
                    </a:cubicBezTo>
                    <a:cubicBezTo>
                      <a:pt x="440" y="316"/>
                      <a:pt x="440" y="316"/>
                      <a:pt x="440" y="316"/>
                    </a:cubicBezTo>
                    <a:cubicBezTo>
                      <a:pt x="462" y="316"/>
                      <a:pt x="480" y="298"/>
                      <a:pt x="480" y="276"/>
                    </a:cubicBezTo>
                    <a:cubicBezTo>
                      <a:pt x="480" y="50"/>
                      <a:pt x="480" y="50"/>
                      <a:pt x="480" y="50"/>
                    </a:cubicBezTo>
                    <a:cubicBezTo>
                      <a:pt x="443" y="134"/>
                      <a:pt x="443" y="134"/>
                      <a:pt x="443" y="134"/>
                    </a:cubicBezTo>
                    <a:cubicBezTo>
                      <a:pt x="434" y="155"/>
                      <a:pt x="413" y="169"/>
                      <a:pt x="390" y="169"/>
                    </a:cubicBezTo>
                    <a:close/>
                  </a:path>
                </a:pathLst>
              </a:custGeom>
              <a:solidFill>
                <a:srgbClr val="00B0F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5" name="Oval 52"/>
              <p:cNvSpPr>
                <a:spLocks noChangeArrowheads="1"/>
              </p:cNvSpPr>
              <p:nvPr/>
            </p:nvSpPr>
            <p:spPr bwMode="auto">
              <a:xfrm>
                <a:off x="6110288" y="3738563"/>
                <a:ext cx="236538" cy="238125"/>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6" name="Freeform 53"/>
              <p:cNvSpPr>
                <a:spLocks noEditPoints="1"/>
              </p:cNvSpPr>
              <p:nvPr/>
            </p:nvSpPr>
            <p:spPr bwMode="auto">
              <a:xfrm>
                <a:off x="5853113" y="3865563"/>
                <a:ext cx="688975" cy="703262"/>
              </a:xfrm>
              <a:custGeom>
                <a:avLst/>
                <a:gdLst>
                  <a:gd name="T0" fmla="*/ 91 w 522"/>
                  <a:gd name="T1" fmla="*/ 306 h 533"/>
                  <a:gd name="T2" fmla="*/ 131 w 522"/>
                  <a:gd name="T3" fmla="*/ 325 h 533"/>
                  <a:gd name="T4" fmla="*/ 135 w 522"/>
                  <a:gd name="T5" fmla="*/ 199 h 533"/>
                  <a:gd name="T6" fmla="*/ 135 w 522"/>
                  <a:gd name="T7" fmla="*/ 184 h 533"/>
                  <a:gd name="T8" fmla="*/ 145 w 522"/>
                  <a:gd name="T9" fmla="*/ 146 h 533"/>
                  <a:gd name="T10" fmla="*/ 153 w 522"/>
                  <a:gd name="T11" fmla="*/ 262 h 533"/>
                  <a:gd name="T12" fmla="*/ 159 w 522"/>
                  <a:gd name="T13" fmla="*/ 282 h 533"/>
                  <a:gd name="T14" fmla="*/ 134 w 522"/>
                  <a:gd name="T15" fmla="*/ 333 h 533"/>
                  <a:gd name="T16" fmla="*/ 83 w 522"/>
                  <a:gd name="T17" fmla="*/ 308 h 533"/>
                  <a:gd name="T18" fmla="*/ 66 w 522"/>
                  <a:gd name="T19" fmla="*/ 240 h 533"/>
                  <a:gd name="T20" fmla="*/ 8 w 522"/>
                  <a:gd name="T21" fmla="*/ 308 h 533"/>
                  <a:gd name="T22" fmla="*/ 139 w 522"/>
                  <a:gd name="T23" fmla="*/ 533 h 533"/>
                  <a:gd name="T24" fmla="*/ 185 w 522"/>
                  <a:gd name="T25" fmla="*/ 463 h 533"/>
                  <a:gd name="T26" fmla="*/ 220 w 522"/>
                  <a:gd name="T27" fmla="*/ 382 h 533"/>
                  <a:gd name="T28" fmla="*/ 302 w 522"/>
                  <a:gd name="T29" fmla="*/ 382 h 533"/>
                  <a:gd name="T30" fmla="*/ 337 w 522"/>
                  <a:gd name="T31" fmla="*/ 463 h 533"/>
                  <a:gd name="T32" fmla="*/ 383 w 522"/>
                  <a:gd name="T33" fmla="*/ 533 h 533"/>
                  <a:gd name="T34" fmla="*/ 514 w 522"/>
                  <a:gd name="T35" fmla="*/ 308 h 533"/>
                  <a:gd name="T36" fmla="*/ 456 w 522"/>
                  <a:gd name="T37" fmla="*/ 240 h 533"/>
                  <a:gd name="T38" fmla="*/ 369 w 522"/>
                  <a:gd name="T39" fmla="*/ 180 h 533"/>
                  <a:gd name="T40" fmla="*/ 381 w 522"/>
                  <a:gd name="T41" fmla="*/ 198 h 533"/>
                  <a:gd name="T42" fmla="*/ 410 w 522"/>
                  <a:gd name="T43" fmla="*/ 226 h 533"/>
                  <a:gd name="T44" fmla="*/ 431 w 522"/>
                  <a:gd name="T45" fmla="*/ 232 h 533"/>
                  <a:gd name="T46" fmla="*/ 468 w 522"/>
                  <a:gd name="T47" fmla="*/ 201 h 533"/>
                  <a:gd name="T48" fmla="*/ 463 w 522"/>
                  <a:gd name="T49" fmla="*/ 124 h 533"/>
                  <a:gd name="T50" fmla="*/ 401 w 522"/>
                  <a:gd name="T51" fmla="*/ 5 h 533"/>
                  <a:gd name="T52" fmla="*/ 390 w 522"/>
                  <a:gd name="T53" fmla="*/ 90 h 533"/>
                  <a:gd name="T54" fmla="*/ 375 w 522"/>
                  <a:gd name="T55" fmla="*/ 62 h 533"/>
                  <a:gd name="T56" fmla="*/ 367 w 522"/>
                  <a:gd name="T57" fmla="*/ 47 h 533"/>
                  <a:gd name="T58" fmla="*/ 282 w 522"/>
                  <a:gd name="T59" fmla="*/ 92 h 533"/>
                  <a:gd name="T60" fmla="*/ 282 w 522"/>
                  <a:gd name="T61" fmla="*/ 99 h 533"/>
                  <a:gd name="T62" fmla="*/ 239 w 522"/>
                  <a:gd name="T63" fmla="*/ 99 h 533"/>
                  <a:gd name="T64" fmla="*/ 242 w 522"/>
                  <a:gd name="T65" fmla="*/ 82 h 533"/>
                  <a:gd name="T66" fmla="*/ 183 w 522"/>
                  <a:gd name="T67" fmla="*/ 30 h 533"/>
                  <a:gd name="T68" fmla="*/ 171 w 522"/>
                  <a:gd name="T69" fmla="*/ 33 h 533"/>
                  <a:gd name="T70" fmla="*/ 148 w 522"/>
                  <a:gd name="T71" fmla="*/ 45 h 533"/>
                  <a:gd name="T72" fmla="*/ 72 w 522"/>
                  <a:gd name="T73" fmla="*/ 178 h 533"/>
                  <a:gd name="T74" fmla="*/ 71 w 522"/>
                  <a:gd name="T75" fmla="*/ 199 h 533"/>
                  <a:gd name="T76" fmla="*/ 72 w 522"/>
                  <a:gd name="T77" fmla="*/ 178 h 533"/>
                  <a:gd name="T78" fmla="*/ 72 w 522"/>
                  <a:gd name="T79" fmla="*/ 178 h 533"/>
                  <a:gd name="T80" fmla="*/ 261 w 522"/>
                  <a:gd name="T81" fmla="*/ 119 h 533"/>
                  <a:gd name="T82" fmla="*/ 261 w 522"/>
                  <a:gd name="T83" fmla="*/ 119 h 533"/>
                  <a:gd name="T84" fmla="*/ 299 w 522"/>
                  <a:gd name="T85" fmla="*/ 277 h 533"/>
                  <a:gd name="T86" fmla="*/ 223 w 522"/>
                  <a:gd name="T87" fmla="*/ 277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22" h="533">
                    <a:moveTo>
                      <a:pt x="71" y="199"/>
                    </a:moveTo>
                    <a:cubicBezTo>
                      <a:pt x="71" y="230"/>
                      <a:pt x="77" y="265"/>
                      <a:pt x="91" y="306"/>
                    </a:cubicBezTo>
                    <a:cubicBezTo>
                      <a:pt x="95" y="319"/>
                      <a:pt x="108" y="327"/>
                      <a:pt x="121" y="327"/>
                    </a:cubicBezTo>
                    <a:cubicBezTo>
                      <a:pt x="124" y="327"/>
                      <a:pt x="128" y="327"/>
                      <a:pt x="131" y="325"/>
                    </a:cubicBezTo>
                    <a:cubicBezTo>
                      <a:pt x="148" y="320"/>
                      <a:pt x="157" y="301"/>
                      <a:pt x="151" y="285"/>
                    </a:cubicBezTo>
                    <a:cubicBezTo>
                      <a:pt x="139" y="250"/>
                      <a:pt x="135" y="222"/>
                      <a:pt x="135" y="199"/>
                    </a:cubicBezTo>
                    <a:cubicBezTo>
                      <a:pt x="135" y="194"/>
                      <a:pt x="135" y="189"/>
                      <a:pt x="135" y="184"/>
                    </a:cubicBezTo>
                    <a:cubicBezTo>
                      <a:pt x="135" y="184"/>
                      <a:pt x="135" y="184"/>
                      <a:pt x="135" y="184"/>
                    </a:cubicBezTo>
                    <a:cubicBezTo>
                      <a:pt x="135" y="184"/>
                      <a:pt x="135" y="184"/>
                      <a:pt x="135" y="184"/>
                    </a:cubicBezTo>
                    <a:cubicBezTo>
                      <a:pt x="137" y="169"/>
                      <a:pt x="140" y="156"/>
                      <a:pt x="145" y="146"/>
                    </a:cubicBezTo>
                    <a:cubicBezTo>
                      <a:pt x="147" y="140"/>
                      <a:pt x="150" y="135"/>
                      <a:pt x="153" y="130"/>
                    </a:cubicBezTo>
                    <a:cubicBezTo>
                      <a:pt x="153" y="262"/>
                      <a:pt x="153" y="262"/>
                      <a:pt x="153" y="262"/>
                    </a:cubicBezTo>
                    <a:cubicBezTo>
                      <a:pt x="152" y="262"/>
                      <a:pt x="152" y="262"/>
                      <a:pt x="152" y="262"/>
                    </a:cubicBezTo>
                    <a:cubicBezTo>
                      <a:pt x="154" y="268"/>
                      <a:pt x="156" y="275"/>
                      <a:pt x="159" y="282"/>
                    </a:cubicBezTo>
                    <a:cubicBezTo>
                      <a:pt x="162" y="292"/>
                      <a:pt x="162" y="303"/>
                      <a:pt x="157" y="313"/>
                    </a:cubicBezTo>
                    <a:cubicBezTo>
                      <a:pt x="152" y="322"/>
                      <a:pt x="144" y="329"/>
                      <a:pt x="134" y="333"/>
                    </a:cubicBezTo>
                    <a:cubicBezTo>
                      <a:pt x="130" y="334"/>
                      <a:pt x="125" y="335"/>
                      <a:pt x="121" y="335"/>
                    </a:cubicBezTo>
                    <a:cubicBezTo>
                      <a:pt x="104" y="335"/>
                      <a:pt x="89" y="324"/>
                      <a:pt x="83" y="308"/>
                    </a:cubicBezTo>
                    <a:cubicBezTo>
                      <a:pt x="75" y="285"/>
                      <a:pt x="69" y="262"/>
                      <a:pt x="66" y="240"/>
                    </a:cubicBezTo>
                    <a:cubicBezTo>
                      <a:pt x="66" y="240"/>
                      <a:pt x="66" y="240"/>
                      <a:pt x="66" y="240"/>
                    </a:cubicBezTo>
                    <a:cubicBezTo>
                      <a:pt x="47" y="235"/>
                      <a:pt x="28" y="241"/>
                      <a:pt x="15" y="256"/>
                    </a:cubicBezTo>
                    <a:cubicBezTo>
                      <a:pt x="3" y="270"/>
                      <a:pt x="0" y="291"/>
                      <a:pt x="8" y="308"/>
                    </a:cubicBezTo>
                    <a:cubicBezTo>
                      <a:pt x="93" y="503"/>
                      <a:pt x="93" y="503"/>
                      <a:pt x="93" y="503"/>
                    </a:cubicBezTo>
                    <a:cubicBezTo>
                      <a:pt x="101" y="522"/>
                      <a:pt x="120" y="533"/>
                      <a:pt x="139" y="533"/>
                    </a:cubicBezTo>
                    <a:cubicBezTo>
                      <a:pt x="145" y="533"/>
                      <a:pt x="152" y="532"/>
                      <a:pt x="159" y="529"/>
                    </a:cubicBezTo>
                    <a:cubicBezTo>
                      <a:pt x="184" y="518"/>
                      <a:pt x="196" y="488"/>
                      <a:pt x="185" y="463"/>
                    </a:cubicBezTo>
                    <a:cubicBezTo>
                      <a:pt x="140" y="362"/>
                      <a:pt x="140" y="362"/>
                      <a:pt x="140" y="362"/>
                    </a:cubicBezTo>
                    <a:cubicBezTo>
                      <a:pt x="220" y="382"/>
                      <a:pt x="220" y="382"/>
                      <a:pt x="220" y="382"/>
                    </a:cubicBezTo>
                    <a:cubicBezTo>
                      <a:pt x="234" y="386"/>
                      <a:pt x="249" y="383"/>
                      <a:pt x="261" y="374"/>
                    </a:cubicBezTo>
                    <a:cubicBezTo>
                      <a:pt x="272" y="383"/>
                      <a:pt x="287" y="386"/>
                      <a:pt x="302" y="382"/>
                    </a:cubicBezTo>
                    <a:cubicBezTo>
                      <a:pt x="381" y="362"/>
                      <a:pt x="381" y="362"/>
                      <a:pt x="381" y="362"/>
                    </a:cubicBezTo>
                    <a:cubicBezTo>
                      <a:pt x="337" y="463"/>
                      <a:pt x="337" y="463"/>
                      <a:pt x="337" y="463"/>
                    </a:cubicBezTo>
                    <a:cubicBezTo>
                      <a:pt x="326" y="488"/>
                      <a:pt x="337" y="518"/>
                      <a:pt x="363" y="529"/>
                    </a:cubicBezTo>
                    <a:cubicBezTo>
                      <a:pt x="369" y="532"/>
                      <a:pt x="376" y="533"/>
                      <a:pt x="383" y="533"/>
                    </a:cubicBezTo>
                    <a:cubicBezTo>
                      <a:pt x="402" y="533"/>
                      <a:pt x="420" y="522"/>
                      <a:pt x="429" y="503"/>
                    </a:cubicBezTo>
                    <a:cubicBezTo>
                      <a:pt x="514" y="308"/>
                      <a:pt x="514" y="308"/>
                      <a:pt x="514" y="308"/>
                    </a:cubicBezTo>
                    <a:cubicBezTo>
                      <a:pt x="522" y="291"/>
                      <a:pt x="519" y="270"/>
                      <a:pt x="506" y="256"/>
                    </a:cubicBezTo>
                    <a:cubicBezTo>
                      <a:pt x="494" y="241"/>
                      <a:pt x="474" y="235"/>
                      <a:pt x="456" y="240"/>
                    </a:cubicBezTo>
                    <a:cubicBezTo>
                      <a:pt x="369" y="262"/>
                      <a:pt x="369" y="262"/>
                      <a:pt x="369" y="262"/>
                    </a:cubicBezTo>
                    <a:cubicBezTo>
                      <a:pt x="369" y="180"/>
                      <a:pt x="369" y="180"/>
                      <a:pt x="369" y="180"/>
                    </a:cubicBezTo>
                    <a:cubicBezTo>
                      <a:pt x="372" y="184"/>
                      <a:pt x="374" y="188"/>
                      <a:pt x="377" y="192"/>
                    </a:cubicBezTo>
                    <a:cubicBezTo>
                      <a:pt x="378" y="194"/>
                      <a:pt x="380" y="196"/>
                      <a:pt x="381" y="198"/>
                    </a:cubicBezTo>
                    <a:cubicBezTo>
                      <a:pt x="387" y="205"/>
                      <a:pt x="392" y="211"/>
                      <a:pt x="399" y="217"/>
                    </a:cubicBezTo>
                    <a:cubicBezTo>
                      <a:pt x="402" y="220"/>
                      <a:pt x="405" y="223"/>
                      <a:pt x="410" y="226"/>
                    </a:cubicBezTo>
                    <a:cubicBezTo>
                      <a:pt x="415" y="228"/>
                      <a:pt x="421" y="231"/>
                      <a:pt x="431" y="232"/>
                    </a:cubicBezTo>
                    <a:cubicBezTo>
                      <a:pt x="431" y="232"/>
                      <a:pt x="431" y="232"/>
                      <a:pt x="431" y="232"/>
                    </a:cubicBezTo>
                    <a:cubicBezTo>
                      <a:pt x="439" y="232"/>
                      <a:pt x="448" y="229"/>
                      <a:pt x="454" y="224"/>
                    </a:cubicBezTo>
                    <a:cubicBezTo>
                      <a:pt x="463" y="216"/>
                      <a:pt x="466" y="207"/>
                      <a:pt x="468" y="201"/>
                    </a:cubicBezTo>
                    <a:cubicBezTo>
                      <a:pt x="470" y="194"/>
                      <a:pt x="470" y="188"/>
                      <a:pt x="470" y="181"/>
                    </a:cubicBezTo>
                    <a:cubicBezTo>
                      <a:pt x="470" y="167"/>
                      <a:pt x="467" y="149"/>
                      <a:pt x="463" y="124"/>
                    </a:cubicBezTo>
                    <a:cubicBezTo>
                      <a:pt x="458" y="99"/>
                      <a:pt x="450" y="67"/>
                      <a:pt x="440" y="28"/>
                    </a:cubicBezTo>
                    <a:cubicBezTo>
                      <a:pt x="435" y="10"/>
                      <a:pt x="418" y="0"/>
                      <a:pt x="401" y="5"/>
                    </a:cubicBezTo>
                    <a:cubicBezTo>
                      <a:pt x="384" y="9"/>
                      <a:pt x="373" y="27"/>
                      <a:pt x="378" y="44"/>
                    </a:cubicBezTo>
                    <a:cubicBezTo>
                      <a:pt x="382" y="61"/>
                      <a:pt x="386" y="76"/>
                      <a:pt x="390" y="90"/>
                    </a:cubicBezTo>
                    <a:cubicBezTo>
                      <a:pt x="385" y="81"/>
                      <a:pt x="380" y="73"/>
                      <a:pt x="377" y="66"/>
                    </a:cubicBezTo>
                    <a:cubicBezTo>
                      <a:pt x="376" y="65"/>
                      <a:pt x="375" y="63"/>
                      <a:pt x="375" y="62"/>
                    </a:cubicBezTo>
                    <a:cubicBezTo>
                      <a:pt x="370" y="54"/>
                      <a:pt x="368" y="49"/>
                      <a:pt x="368" y="49"/>
                    </a:cubicBezTo>
                    <a:cubicBezTo>
                      <a:pt x="367" y="48"/>
                      <a:pt x="367" y="47"/>
                      <a:pt x="367" y="47"/>
                    </a:cubicBezTo>
                    <a:cubicBezTo>
                      <a:pt x="349" y="74"/>
                      <a:pt x="319" y="92"/>
                      <a:pt x="284" y="92"/>
                    </a:cubicBezTo>
                    <a:cubicBezTo>
                      <a:pt x="283" y="92"/>
                      <a:pt x="283" y="92"/>
                      <a:pt x="282" y="92"/>
                    </a:cubicBezTo>
                    <a:cubicBezTo>
                      <a:pt x="284" y="97"/>
                      <a:pt x="284" y="97"/>
                      <a:pt x="284" y="97"/>
                    </a:cubicBezTo>
                    <a:cubicBezTo>
                      <a:pt x="282" y="99"/>
                      <a:pt x="282" y="99"/>
                      <a:pt x="282" y="99"/>
                    </a:cubicBezTo>
                    <a:cubicBezTo>
                      <a:pt x="276" y="104"/>
                      <a:pt x="268" y="107"/>
                      <a:pt x="261" y="107"/>
                    </a:cubicBezTo>
                    <a:cubicBezTo>
                      <a:pt x="253" y="107"/>
                      <a:pt x="245" y="104"/>
                      <a:pt x="239" y="99"/>
                    </a:cubicBezTo>
                    <a:cubicBezTo>
                      <a:pt x="238" y="97"/>
                      <a:pt x="238" y="97"/>
                      <a:pt x="238" y="97"/>
                    </a:cubicBezTo>
                    <a:cubicBezTo>
                      <a:pt x="242" y="82"/>
                      <a:pt x="242" y="82"/>
                      <a:pt x="242" y="82"/>
                    </a:cubicBezTo>
                    <a:cubicBezTo>
                      <a:pt x="220" y="72"/>
                      <a:pt x="202" y="53"/>
                      <a:pt x="193" y="30"/>
                    </a:cubicBezTo>
                    <a:cubicBezTo>
                      <a:pt x="183" y="30"/>
                      <a:pt x="183" y="30"/>
                      <a:pt x="183" y="30"/>
                    </a:cubicBezTo>
                    <a:cubicBezTo>
                      <a:pt x="179" y="30"/>
                      <a:pt x="175" y="31"/>
                      <a:pt x="172" y="33"/>
                    </a:cubicBezTo>
                    <a:cubicBezTo>
                      <a:pt x="171" y="33"/>
                      <a:pt x="171" y="33"/>
                      <a:pt x="171" y="33"/>
                    </a:cubicBezTo>
                    <a:cubicBezTo>
                      <a:pt x="171" y="33"/>
                      <a:pt x="171" y="33"/>
                      <a:pt x="171" y="33"/>
                    </a:cubicBezTo>
                    <a:cubicBezTo>
                      <a:pt x="169" y="34"/>
                      <a:pt x="160" y="37"/>
                      <a:pt x="148" y="45"/>
                    </a:cubicBezTo>
                    <a:cubicBezTo>
                      <a:pt x="141" y="50"/>
                      <a:pt x="132" y="56"/>
                      <a:pt x="124" y="65"/>
                    </a:cubicBezTo>
                    <a:cubicBezTo>
                      <a:pt x="101" y="87"/>
                      <a:pt x="77" y="124"/>
                      <a:pt x="72" y="178"/>
                    </a:cubicBezTo>
                    <a:cubicBezTo>
                      <a:pt x="72" y="178"/>
                      <a:pt x="72" y="178"/>
                      <a:pt x="72" y="178"/>
                    </a:cubicBezTo>
                    <a:cubicBezTo>
                      <a:pt x="71" y="185"/>
                      <a:pt x="71" y="192"/>
                      <a:pt x="71" y="199"/>
                    </a:cubicBezTo>
                    <a:close/>
                    <a:moveTo>
                      <a:pt x="72" y="178"/>
                    </a:moveTo>
                    <a:cubicBezTo>
                      <a:pt x="72" y="178"/>
                      <a:pt x="72" y="178"/>
                      <a:pt x="72" y="178"/>
                    </a:cubicBezTo>
                    <a:cubicBezTo>
                      <a:pt x="72" y="178"/>
                      <a:pt x="72" y="178"/>
                      <a:pt x="72" y="178"/>
                    </a:cubicBezTo>
                    <a:cubicBezTo>
                      <a:pt x="72" y="178"/>
                      <a:pt x="72" y="178"/>
                      <a:pt x="72" y="178"/>
                    </a:cubicBezTo>
                    <a:close/>
                    <a:moveTo>
                      <a:pt x="245" y="116"/>
                    </a:moveTo>
                    <a:cubicBezTo>
                      <a:pt x="250" y="118"/>
                      <a:pt x="255" y="119"/>
                      <a:pt x="261" y="119"/>
                    </a:cubicBezTo>
                    <a:cubicBezTo>
                      <a:pt x="261" y="119"/>
                      <a:pt x="261" y="119"/>
                      <a:pt x="261" y="119"/>
                    </a:cubicBezTo>
                    <a:cubicBezTo>
                      <a:pt x="261" y="119"/>
                      <a:pt x="261" y="119"/>
                      <a:pt x="261" y="119"/>
                    </a:cubicBezTo>
                    <a:cubicBezTo>
                      <a:pt x="266" y="119"/>
                      <a:pt x="272" y="118"/>
                      <a:pt x="277" y="116"/>
                    </a:cubicBezTo>
                    <a:cubicBezTo>
                      <a:pt x="299" y="277"/>
                      <a:pt x="299" y="277"/>
                      <a:pt x="299" y="277"/>
                    </a:cubicBezTo>
                    <a:cubicBezTo>
                      <a:pt x="261" y="325"/>
                      <a:pt x="261" y="325"/>
                      <a:pt x="261" y="325"/>
                    </a:cubicBezTo>
                    <a:cubicBezTo>
                      <a:pt x="223" y="277"/>
                      <a:pt x="223" y="277"/>
                      <a:pt x="223" y="277"/>
                    </a:cubicBezTo>
                    <a:lnTo>
                      <a:pt x="245" y="116"/>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8" name="组合 7"/>
            <p:cNvGrpSpPr/>
            <p:nvPr/>
          </p:nvGrpSpPr>
          <p:grpSpPr>
            <a:xfrm>
              <a:off x="1671638" y="5367338"/>
              <a:ext cx="550863" cy="1281112"/>
              <a:chOff x="1671638" y="5367338"/>
              <a:chExt cx="550863" cy="1281112"/>
            </a:xfrm>
          </p:grpSpPr>
          <p:sp>
            <p:nvSpPr>
              <p:cNvPr id="49" name="Freeform 54"/>
              <p:cNvSpPr>
                <a:spLocks noEditPoints="1"/>
              </p:cNvSpPr>
              <p:nvPr/>
            </p:nvSpPr>
            <p:spPr bwMode="auto">
              <a:xfrm>
                <a:off x="1671638" y="5434013"/>
                <a:ext cx="550863" cy="1214437"/>
              </a:xfrm>
              <a:custGeom>
                <a:avLst/>
                <a:gdLst>
                  <a:gd name="T0" fmla="*/ 333 w 417"/>
                  <a:gd name="T1" fmla="*/ 12 h 920"/>
                  <a:gd name="T2" fmla="*/ 288 w 417"/>
                  <a:gd name="T3" fmla="*/ 14 h 920"/>
                  <a:gd name="T4" fmla="*/ 290 w 417"/>
                  <a:gd name="T5" fmla="*/ 59 h 920"/>
                  <a:gd name="T6" fmla="*/ 342 w 417"/>
                  <a:gd name="T7" fmla="*/ 117 h 920"/>
                  <a:gd name="T8" fmla="*/ 353 w 417"/>
                  <a:gd name="T9" fmla="*/ 145 h 920"/>
                  <a:gd name="T10" fmla="*/ 352 w 417"/>
                  <a:gd name="T11" fmla="*/ 151 h 920"/>
                  <a:gd name="T12" fmla="*/ 340 w 417"/>
                  <a:gd name="T13" fmla="*/ 161 h 920"/>
                  <a:gd name="T14" fmla="*/ 299 w 417"/>
                  <a:gd name="T15" fmla="*/ 173 h 920"/>
                  <a:gd name="T16" fmla="*/ 283 w 417"/>
                  <a:gd name="T17" fmla="*/ 175 h 920"/>
                  <a:gd name="T18" fmla="*/ 278 w 417"/>
                  <a:gd name="T19" fmla="*/ 174 h 920"/>
                  <a:gd name="T20" fmla="*/ 123 w 417"/>
                  <a:gd name="T21" fmla="*/ 174 h 920"/>
                  <a:gd name="T22" fmla="*/ 113 w 417"/>
                  <a:gd name="T23" fmla="*/ 176 h 920"/>
                  <a:gd name="T24" fmla="*/ 89 w 417"/>
                  <a:gd name="T25" fmla="*/ 184 h 920"/>
                  <a:gd name="T26" fmla="*/ 28 w 417"/>
                  <a:gd name="T27" fmla="*/ 259 h 920"/>
                  <a:gd name="T28" fmla="*/ 0 w 417"/>
                  <a:gd name="T29" fmla="*/ 451 h 920"/>
                  <a:gd name="T30" fmla="*/ 3 w 417"/>
                  <a:gd name="T31" fmla="*/ 528 h 920"/>
                  <a:gd name="T32" fmla="*/ 35 w 417"/>
                  <a:gd name="T33" fmla="*/ 558 h 920"/>
                  <a:gd name="T34" fmla="*/ 36 w 417"/>
                  <a:gd name="T35" fmla="*/ 558 h 920"/>
                  <a:gd name="T36" fmla="*/ 66 w 417"/>
                  <a:gd name="T37" fmla="*/ 524 h 920"/>
                  <a:gd name="T38" fmla="*/ 64 w 417"/>
                  <a:gd name="T39" fmla="*/ 451 h 920"/>
                  <a:gd name="T40" fmla="*/ 92 w 417"/>
                  <a:gd name="T41" fmla="*/ 272 h 920"/>
                  <a:gd name="T42" fmla="*/ 92 w 417"/>
                  <a:gd name="T43" fmla="*/ 871 h 920"/>
                  <a:gd name="T44" fmla="*/ 142 w 417"/>
                  <a:gd name="T45" fmla="*/ 920 h 920"/>
                  <a:gd name="T46" fmla="*/ 191 w 417"/>
                  <a:gd name="T47" fmla="*/ 871 h 920"/>
                  <a:gd name="T48" fmla="*/ 191 w 417"/>
                  <a:gd name="T49" fmla="*/ 510 h 920"/>
                  <a:gd name="T50" fmla="*/ 210 w 417"/>
                  <a:gd name="T51" fmla="*/ 510 h 920"/>
                  <a:gd name="T52" fmla="*/ 210 w 417"/>
                  <a:gd name="T53" fmla="*/ 871 h 920"/>
                  <a:gd name="T54" fmla="*/ 259 w 417"/>
                  <a:gd name="T55" fmla="*/ 920 h 920"/>
                  <a:gd name="T56" fmla="*/ 308 w 417"/>
                  <a:gd name="T57" fmla="*/ 871 h 920"/>
                  <a:gd name="T58" fmla="*/ 308 w 417"/>
                  <a:gd name="T59" fmla="*/ 236 h 920"/>
                  <a:gd name="T60" fmla="*/ 340 w 417"/>
                  <a:gd name="T61" fmla="*/ 230 h 920"/>
                  <a:gd name="T62" fmla="*/ 389 w 417"/>
                  <a:gd name="T63" fmla="*/ 205 h 920"/>
                  <a:gd name="T64" fmla="*/ 409 w 417"/>
                  <a:gd name="T65" fmla="*/ 180 h 920"/>
                  <a:gd name="T66" fmla="*/ 417 w 417"/>
                  <a:gd name="T67" fmla="*/ 145 h 920"/>
                  <a:gd name="T68" fmla="*/ 396 w 417"/>
                  <a:gd name="T69" fmla="*/ 82 h 920"/>
                  <a:gd name="T70" fmla="*/ 333 w 417"/>
                  <a:gd name="T71" fmla="*/ 12 h 920"/>
                  <a:gd name="T72" fmla="*/ 185 w 417"/>
                  <a:gd name="T73" fmla="*/ 207 h 920"/>
                  <a:gd name="T74" fmla="*/ 200 w 417"/>
                  <a:gd name="T75" fmla="*/ 207 h 920"/>
                  <a:gd name="T76" fmla="*/ 215 w 417"/>
                  <a:gd name="T77" fmla="*/ 207 h 920"/>
                  <a:gd name="T78" fmla="*/ 223 w 417"/>
                  <a:gd name="T79" fmla="*/ 237 h 920"/>
                  <a:gd name="T80" fmla="*/ 222 w 417"/>
                  <a:gd name="T81" fmla="*/ 239 h 920"/>
                  <a:gd name="T82" fmla="*/ 200 w 417"/>
                  <a:gd name="T83" fmla="*/ 247 h 920"/>
                  <a:gd name="T84" fmla="*/ 179 w 417"/>
                  <a:gd name="T85" fmla="*/ 239 h 920"/>
                  <a:gd name="T86" fmla="*/ 177 w 417"/>
                  <a:gd name="T87" fmla="*/ 237 h 920"/>
                  <a:gd name="T88" fmla="*/ 185 w 417"/>
                  <a:gd name="T89" fmla="*/ 207 h 920"/>
                  <a:gd name="T90" fmla="*/ 200 w 417"/>
                  <a:gd name="T91" fmla="*/ 465 h 920"/>
                  <a:gd name="T92" fmla="*/ 162 w 417"/>
                  <a:gd name="T93" fmla="*/ 417 h 920"/>
                  <a:gd name="T94" fmla="*/ 184 w 417"/>
                  <a:gd name="T95" fmla="*/ 256 h 920"/>
                  <a:gd name="T96" fmla="*/ 200 w 417"/>
                  <a:gd name="T97" fmla="*/ 259 h 920"/>
                  <a:gd name="T98" fmla="*/ 200 w 417"/>
                  <a:gd name="T99" fmla="*/ 259 h 920"/>
                  <a:gd name="T100" fmla="*/ 200 w 417"/>
                  <a:gd name="T101" fmla="*/ 259 h 920"/>
                  <a:gd name="T102" fmla="*/ 216 w 417"/>
                  <a:gd name="T103" fmla="*/ 256 h 920"/>
                  <a:gd name="T104" fmla="*/ 238 w 417"/>
                  <a:gd name="T105" fmla="*/ 417 h 920"/>
                  <a:gd name="T106" fmla="*/ 200 w 417"/>
                  <a:gd name="T107" fmla="*/ 465 h 9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17" h="920">
                    <a:moveTo>
                      <a:pt x="333" y="12"/>
                    </a:moveTo>
                    <a:cubicBezTo>
                      <a:pt x="320" y="0"/>
                      <a:pt x="300" y="1"/>
                      <a:pt x="288" y="14"/>
                    </a:cubicBezTo>
                    <a:cubicBezTo>
                      <a:pt x="276" y="27"/>
                      <a:pt x="277" y="47"/>
                      <a:pt x="290" y="59"/>
                    </a:cubicBezTo>
                    <a:cubicBezTo>
                      <a:pt x="316" y="83"/>
                      <a:pt x="333" y="102"/>
                      <a:pt x="342" y="117"/>
                    </a:cubicBezTo>
                    <a:cubicBezTo>
                      <a:pt x="352" y="132"/>
                      <a:pt x="353" y="141"/>
                      <a:pt x="353" y="145"/>
                    </a:cubicBezTo>
                    <a:cubicBezTo>
                      <a:pt x="353" y="148"/>
                      <a:pt x="353" y="149"/>
                      <a:pt x="352" y="151"/>
                    </a:cubicBezTo>
                    <a:cubicBezTo>
                      <a:pt x="351" y="153"/>
                      <a:pt x="348" y="157"/>
                      <a:pt x="340" y="161"/>
                    </a:cubicBezTo>
                    <a:cubicBezTo>
                      <a:pt x="330" y="167"/>
                      <a:pt x="313" y="171"/>
                      <a:pt x="299" y="173"/>
                    </a:cubicBezTo>
                    <a:cubicBezTo>
                      <a:pt x="293" y="174"/>
                      <a:pt x="287" y="175"/>
                      <a:pt x="283" y="175"/>
                    </a:cubicBezTo>
                    <a:cubicBezTo>
                      <a:pt x="281" y="174"/>
                      <a:pt x="279" y="174"/>
                      <a:pt x="278" y="174"/>
                    </a:cubicBezTo>
                    <a:cubicBezTo>
                      <a:pt x="123" y="174"/>
                      <a:pt x="123" y="174"/>
                      <a:pt x="123" y="174"/>
                    </a:cubicBezTo>
                    <a:cubicBezTo>
                      <a:pt x="120" y="174"/>
                      <a:pt x="116" y="175"/>
                      <a:pt x="113" y="176"/>
                    </a:cubicBezTo>
                    <a:cubicBezTo>
                      <a:pt x="106" y="177"/>
                      <a:pt x="98" y="179"/>
                      <a:pt x="89" y="184"/>
                    </a:cubicBezTo>
                    <a:cubicBezTo>
                      <a:pt x="67" y="194"/>
                      <a:pt x="44" y="218"/>
                      <a:pt x="28" y="259"/>
                    </a:cubicBezTo>
                    <a:cubicBezTo>
                      <a:pt x="11" y="301"/>
                      <a:pt x="0" y="361"/>
                      <a:pt x="0" y="451"/>
                    </a:cubicBezTo>
                    <a:cubicBezTo>
                      <a:pt x="0" y="475"/>
                      <a:pt x="1" y="500"/>
                      <a:pt x="3" y="528"/>
                    </a:cubicBezTo>
                    <a:cubicBezTo>
                      <a:pt x="4" y="545"/>
                      <a:pt x="18" y="558"/>
                      <a:pt x="35" y="558"/>
                    </a:cubicBezTo>
                    <a:cubicBezTo>
                      <a:pt x="35" y="558"/>
                      <a:pt x="36" y="558"/>
                      <a:pt x="36" y="558"/>
                    </a:cubicBezTo>
                    <a:cubicBezTo>
                      <a:pt x="54" y="557"/>
                      <a:pt x="67" y="542"/>
                      <a:pt x="66" y="524"/>
                    </a:cubicBezTo>
                    <a:cubicBezTo>
                      <a:pt x="65" y="498"/>
                      <a:pt x="64" y="473"/>
                      <a:pt x="64" y="451"/>
                    </a:cubicBezTo>
                    <a:cubicBezTo>
                      <a:pt x="64" y="354"/>
                      <a:pt x="78" y="300"/>
                      <a:pt x="92" y="272"/>
                    </a:cubicBezTo>
                    <a:cubicBezTo>
                      <a:pt x="92" y="871"/>
                      <a:pt x="92" y="871"/>
                      <a:pt x="92" y="871"/>
                    </a:cubicBezTo>
                    <a:cubicBezTo>
                      <a:pt x="92" y="898"/>
                      <a:pt x="114" y="920"/>
                      <a:pt x="142" y="920"/>
                    </a:cubicBezTo>
                    <a:cubicBezTo>
                      <a:pt x="169" y="920"/>
                      <a:pt x="191" y="898"/>
                      <a:pt x="191" y="871"/>
                    </a:cubicBezTo>
                    <a:cubicBezTo>
                      <a:pt x="191" y="510"/>
                      <a:pt x="191" y="510"/>
                      <a:pt x="191" y="510"/>
                    </a:cubicBezTo>
                    <a:cubicBezTo>
                      <a:pt x="210" y="510"/>
                      <a:pt x="210" y="510"/>
                      <a:pt x="210" y="510"/>
                    </a:cubicBezTo>
                    <a:cubicBezTo>
                      <a:pt x="210" y="871"/>
                      <a:pt x="210" y="871"/>
                      <a:pt x="210" y="871"/>
                    </a:cubicBezTo>
                    <a:cubicBezTo>
                      <a:pt x="210" y="898"/>
                      <a:pt x="232" y="920"/>
                      <a:pt x="259" y="920"/>
                    </a:cubicBezTo>
                    <a:cubicBezTo>
                      <a:pt x="286" y="920"/>
                      <a:pt x="308" y="898"/>
                      <a:pt x="308" y="871"/>
                    </a:cubicBezTo>
                    <a:cubicBezTo>
                      <a:pt x="308" y="236"/>
                      <a:pt x="308" y="236"/>
                      <a:pt x="308" y="236"/>
                    </a:cubicBezTo>
                    <a:cubicBezTo>
                      <a:pt x="318" y="235"/>
                      <a:pt x="329" y="233"/>
                      <a:pt x="340" y="230"/>
                    </a:cubicBezTo>
                    <a:cubicBezTo>
                      <a:pt x="356" y="225"/>
                      <a:pt x="373" y="218"/>
                      <a:pt x="389" y="205"/>
                    </a:cubicBezTo>
                    <a:cubicBezTo>
                      <a:pt x="397" y="198"/>
                      <a:pt x="404" y="190"/>
                      <a:pt x="409" y="180"/>
                    </a:cubicBezTo>
                    <a:cubicBezTo>
                      <a:pt x="414" y="170"/>
                      <a:pt x="417" y="158"/>
                      <a:pt x="417" y="145"/>
                    </a:cubicBezTo>
                    <a:cubicBezTo>
                      <a:pt x="417" y="125"/>
                      <a:pt x="410" y="104"/>
                      <a:pt x="396" y="82"/>
                    </a:cubicBezTo>
                    <a:cubicBezTo>
                      <a:pt x="382" y="61"/>
                      <a:pt x="362" y="38"/>
                      <a:pt x="333" y="12"/>
                    </a:cubicBezTo>
                    <a:close/>
                    <a:moveTo>
                      <a:pt x="185" y="207"/>
                    </a:moveTo>
                    <a:cubicBezTo>
                      <a:pt x="200" y="207"/>
                      <a:pt x="200" y="207"/>
                      <a:pt x="200" y="207"/>
                    </a:cubicBezTo>
                    <a:cubicBezTo>
                      <a:pt x="215" y="207"/>
                      <a:pt x="215" y="207"/>
                      <a:pt x="215" y="207"/>
                    </a:cubicBezTo>
                    <a:cubicBezTo>
                      <a:pt x="223" y="237"/>
                      <a:pt x="223" y="237"/>
                      <a:pt x="223" y="237"/>
                    </a:cubicBezTo>
                    <a:cubicBezTo>
                      <a:pt x="222" y="239"/>
                      <a:pt x="222" y="239"/>
                      <a:pt x="222" y="239"/>
                    </a:cubicBezTo>
                    <a:cubicBezTo>
                      <a:pt x="216" y="244"/>
                      <a:pt x="208" y="247"/>
                      <a:pt x="200" y="247"/>
                    </a:cubicBezTo>
                    <a:cubicBezTo>
                      <a:pt x="193" y="247"/>
                      <a:pt x="185" y="244"/>
                      <a:pt x="179" y="239"/>
                    </a:cubicBezTo>
                    <a:cubicBezTo>
                      <a:pt x="177" y="237"/>
                      <a:pt x="177" y="237"/>
                      <a:pt x="177" y="237"/>
                    </a:cubicBezTo>
                    <a:lnTo>
                      <a:pt x="185" y="207"/>
                    </a:lnTo>
                    <a:close/>
                    <a:moveTo>
                      <a:pt x="200" y="465"/>
                    </a:moveTo>
                    <a:cubicBezTo>
                      <a:pt x="162" y="417"/>
                      <a:pt x="162" y="417"/>
                      <a:pt x="162" y="417"/>
                    </a:cubicBezTo>
                    <a:cubicBezTo>
                      <a:pt x="184" y="256"/>
                      <a:pt x="184" y="256"/>
                      <a:pt x="184" y="256"/>
                    </a:cubicBezTo>
                    <a:cubicBezTo>
                      <a:pt x="189" y="258"/>
                      <a:pt x="195" y="259"/>
                      <a:pt x="200" y="259"/>
                    </a:cubicBezTo>
                    <a:cubicBezTo>
                      <a:pt x="200" y="259"/>
                      <a:pt x="200" y="259"/>
                      <a:pt x="200" y="259"/>
                    </a:cubicBezTo>
                    <a:cubicBezTo>
                      <a:pt x="200" y="259"/>
                      <a:pt x="200" y="259"/>
                      <a:pt x="200" y="259"/>
                    </a:cubicBezTo>
                    <a:cubicBezTo>
                      <a:pt x="206" y="259"/>
                      <a:pt x="211" y="258"/>
                      <a:pt x="216" y="256"/>
                    </a:cubicBezTo>
                    <a:cubicBezTo>
                      <a:pt x="238" y="417"/>
                      <a:pt x="238" y="417"/>
                      <a:pt x="238" y="417"/>
                    </a:cubicBezTo>
                    <a:lnTo>
                      <a:pt x="200" y="465"/>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0" name="Freeform 55"/>
              <p:cNvSpPr>
                <a:spLocks/>
              </p:cNvSpPr>
              <p:nvPr/>
            </p:nvSpPr>
            <p:spPr bwMode="auto">
              <a:xfrm>
                <a:off x="1851025" y="5367338"/>
                <a:ext cx="169863" cy="277812"/>
              </a:xfrm>
              <a:custGeom>
                <a:avLst/>
                <a:gdLst>
                  <a:gd name="T0" fmla="*/ 90 w 129"/>
                  <a:gd name="T1" fmla="*/ 150 h 211"/>
                  <a:gd name="T2" fmla="*/ 64 w 129"/>
                  <a:gd name="T3" fmla="*/ 156 h 211"/>
                  <a:gd name="T4" fmla="*/ 25 w 129"/>
                  <a:gd name="T5" fmla="*/ 136 h 211"/>
                  <a:gd name="T6" fmla="*/ 0 w 129"/>
                  <a:gd name="T7" fmla="*/ 153 h 211"/>
                  <a:gd name="T8" fmla="*/ 51 w 129"/>
                  <a:gd name="T9" fmla="*/ 185 h 211"/>
                  <a:gd name="T10" fmla="*/ 51 w 129"/>
                  <a:gd name="T11" fmla="*/ 211 h 211"/>
                  <a:gd name="T12" fmla="*/ 78 w 129"/>
                  <a:gd name="T13" fmla="*/ 211 h 211"/>
                  <a:gd name="T14" fmla="*/ 78 w 129"/>
                  <a:gd name="T15" fmla="*/ 185 h 211"/>
                  <a:gd name="T16" fmla="*/ 108 w 129"/>
                  <a:gd name="T17" fmla="*/ 172 h 211"/>
                  <a:gd name="T18" fmla="*/ 129 w 129"/>
                  <a:gd name="T19" fmla="*/ 136 h 211"/>
                  <a:gd name="T20" fmla="*/ 114 w 129"/>
                  <a:gd name="T21" fmla="*/ 103 h 211"/>
                  <a:gd name="T22" fmla="*/ 63 w 129"/>
                  <a:gd name="T23" fmla="*/ 82 h 211"/>
                  <a:gd name="T24" fmla="*/ 41 w 129"/>
                  <a:gd name="T25" fmla="*/ 75 h 211"/>
                  <a:gd name="T26" fmla="*/ 34 w 129"/>
                  <a:gd name="T27" fmla="*/ 64 h 211"/>
                  <a:gd name="T28" fmla="*/ 61 w 129"/>
                  <a:gd name="T29" fmla="*/ 47 h 211"/>
                  <a:gd name="T30" fmla="*/ 98 w 129"/>
                  <a:gd name="T31" fmla="*/ 65 h 211"/>
                  <a:gd name="T32" fmla="*/ 121 w 129"/>
                  <a:gd name="T33" fmla="*/ 50 h 211"/>
                  <a:gd name="T34" fmla="*/ 78 w 129"/>
                  <a:gd name="T35" fmla="*/ 21 h 211"/>
                  <a:gd name="T36" fmla="*/ 78 w 129"/>
                  <a:gd name="T37" fmla="*/ 0 h 211"/>
                  <a:gd name="T38" fmla="*/ 51 w 129"/>
                  <a:gd name="T39" fmla="*/ 0 h 211"/>
                  <a:gd name="T40" fmla="*/ 51 w 129"/>
                  <a:gd name="T41" fmla="*/ 19 h 211"/>
                  <a:gd name="T42" fmla="*/ 20 w 129"/>
                  <a:gd name="T43" fmla="*/ 32 h 211"/>
                  <a:gd name="T44" fmla="*/ 5 w 129"/>
                  <a:gd name="T45" fmla="*/ 64 h 211"/>
                  <a:gd name="T46" fmla="*/ 16 w 129"/>
                  <a:gd name="T47" fmla="*/ 91 h 211"/>
                  <a:gd name="T48" fmla="*/ 60 w 129"/>
                  <a:gd name="T49" fmla="*/ 109 h 211"/>
                  <a:gd name="T50" fmla="*/ 92 w 129"/>
                  <a:gd name="T51" fmla="*/ 120 h 211"/>
                  <a:gd name="T52" fmla="*/ 100 w 129"/>
                  <a:gd name="T53" fmla="*/ 135 h 211"/>
                  <a:gd name="T54" fmla="*/ 90 w 129"/>
                  <a:gd name="T55" fmla="*/ 15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9" h="211">
                    <a:moveTo>
                      <a:pt x="90" y="150"/>
                    </a:moveTo>
                    <a:cubicBezTo>
                      <a:pt x="83" y="154"/>
                      <a:pt x="74" y="156"/>
                      <a:pt x="64" y="156"/>
                    </a:cubicBezTo>
                    <a:cubicBezTo>
                      <a:pt x="49" y="155"/>
                      <a:pt x="36" y="148"/>
                      <a:pt x="25" y="136"/>
                    </a:cubicBezTo>
                    <a:cubicBezTo>
                      <a:pt x="0" y="153"/>
                      <a:pt x="0" y="153"/>
                      <a:pt x="0" y="153"/>
                    </a:cubicBezTo>
                    <a:cubicBezTo>
                      <a:pt x="14" y="171"/>
                      <a:pt x="31" y="182"/>
                      <a:pt x="51" y="185"/>
                    </a:cubicBezTo>
                    <a:cubicBezTo>
                      <a:pt x="51" y="211"/>
                      <a:pt x="51" y="211"/>
                      <a:pt x="51" y="211"/>
                    </a:cubicBezTo>
                    <a:cubicBezTo>
                      <a:pt x="78" y="211"/>
                      <a:pt x="78" y="211"/>
                      <a:pt x="78" y="211"/>
                    </a:cubicBezTo>
                    <a:cubicBezTo>
                      <a:pt x="78" y="185"/>
                      <a:pt x="78" y="185"/>
                      <a:pt x="78" y="185"/>
                    </a:cubicBezTo>
                    <a:cubicBezTo>
                      <a:pt x="89" y="183"/>
                      <a:pt x="99" y="179"/>
                      <a:pt x="108" y="172"/>
                    </a:cubicBezTo>
                    <a:cubicBezTo>
                      <a:pt x="122" y="162"/>
                      <a:pt x="128" y="150"/>
                      <a:pt x="129" y="136"/>
                    </a:cubicBezTo>
                    <a:cubicBezTo>
                      <a:pt x="128" y="123"/>
                      <a:pt x="124" y="112"/>
                      <a:pt x="114" y="103"/>
                    </a:cubicBezTo>
                    <a:cubicBezTo>
                      <a:pt x="105" y="93"/>
                      <a:pt x="88" y="87"/>
                      <a:pt x="63" y="82"/>
                    </a:cubicBezTo>
                    <a:cubicBezTo>
                      <a:pt x="53" y="80"/>
                      <a:pt x="45" y="78"/>
                      <a:pt x="41" y="75"/>
                    </a:cubicBezTo>
                    <a:cubicBezTo>
                      <a:pt x="37" y="72"/>
                      <a:pt x="35" y="68"/>
                      <a:pt x="34" y="64"/>
                    </a:cubicBezTo>
                    <a:cubicBezTo>
                      <a:pt x="34" y="53"/>
                      <a:pt x="43" y="47"/>
                      <a:pt x="61" y="47"/>
                    </a:cubicBezTo>
                    <a:cubicBezTo>
                      <a:pt x="77" y="49"/>
                      <a:pt x="89" y="55"/>
                      <a:pt x="98" y="65"/>
                    </a:cubicBezTo>
                    <a:cubicBezTo>
                      <a:pt x="121" y="50"/>
                      <a:pt x="121" y="50"/>
                      <a:pt x="121" y="50"/>
                    </a:cubicBezTo>
                    <a:cubicBezTo>
                      <a:pt x="111" y="35"/>
                      <a:pt x="96" y="25"/>
                      <a:pt x="78" y="21"/>
                    </a:cubicBezTo>
                    <a:cubicBezTo>
                      <a:pt x="78" y="0"/>
                      <a:pt x="78" y="0"/>
                      <a:pt x="78" y="0"/>
                    </a:cubicBezTo>
                    <a:cubicBezTo>
                      <a:pt x="51" y="0"/>
                      <a:pt x="51" y="0"/>
                      <a:pt x="51" y="0"/>
                    </a:cubicBezTo>
                    <a:cubicBezTo>
                      <a:pt x="51" y="19"/>
                      <a:pt x="51" y="19"/>
                      <a:pt x="51" y="19"/>
                    </a:cubicBezTo>
                    <a:cubicBezTo>
                      <a:pt x="39" y="21"/>
                      <a:pt x="28" y="25"/>
                      <a:pt x="20" y="32"/>
                    </a:cubicBezTo>
                    <a:cubicBezTo>
                      <a:pt x="10" y="42"/>
                      <a:pt x="4" y="52"/>
                      <a:pt x="5" y="64"/>
                    </a:cubicBezTo>
                    <a:cubicBezTo>
                      <a:pt x="5" y="74"/>
                      <a:pt x="9" y="83"/>
                      <a:pt x="16" y="91"/>
                    </a:cubicBezTo>
                    <a:cubicBezTo>
                      <a:pt x="24" y="98"/>
                      <a:pt x="38" y="104"/>
                      <a:pt x="60" y="109"/>
                    </a:cubicBezTo>
                    <a:cubicBezTo>
                      <a:pt x="76" y="112"/>
                      <a:pt x="87" y="116"/>
                      <a:pt x="92" y="120"/>
                    </a:cubicBezTo>
                    <a:cubicBezTo>
                      <a:pt x="98" y="125"/>
                      <a:pt x="100" y="129"/>
                      <a:pt x="100" y="135"/>
                    </a:cubicBezTo>
                    <a:cubicBezTo>
                      <a:pt x="100" y="141"/>
                      <a:pt x="96" y="146"/>
                      <a:pt x="90" y="150"/>
                    </a:cubicBezTo>
                    <a:close/>
                  </a:path>
                </a:pathLst>
              </a:custGeom>
              <a:solidFill>
                <a:srgbClr val="FF6682"/>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9" name="组合 8"/>
            <p:cNvGrpSpPr/>
            <p:nvPr/>
          </p:nvGrpSpPr>
          <p:grpSpPr>
            <a:xfrm>
              <a:off x="2633663" y="5213350"/>
              <a:ext cx="1050925" cy="1435100"/>
              <a:chOff x="2633663" y="5213350"/>
              <a:chExt cx="1050925" cy="1435100"/>
            </a:xfrm>
          </p:grpSpPr>
          <p:sp>
            <p:nvSpPr>
              <p:cNvPr id="38" name="Freeform 56"/>
              <p:cNvSpPr>
                <a:spLocks/>
              </p:cNvSpPr>
              <p:nvPr/>
            </p:nvSpPr>
            <p:spPr bwMode="auto">
              <a:xfrm>
                <a:off x="2922588" y="5213350"/>
                <a:ext cx="285750" cy="222250"/>
              </a:xfrm>
              <a:custGeom>
                <a:avLst/>
                <a:gdLst>
                  <a:gd name="T0" fmla="*/ 16 w 216"/>
                  <a:gd name="T1" fmla="*/ 16 h 168"/>
                  <a:gd name="T2" fmla="*/ 200 w 216"/>
                  <a:gd name="T3" fmla="*/ 16 h 168"/>
                  <a:gd name="T4" fmla="*/ 200 w 216"/>
                  <a:gd name="T5" fmla="*/ 152 h 168"/>
                  <a:gd name="T6" fmla="*/ 56 w 216"/>
                  <a:gd name="T7" fmla="*/ 152 h 168"/>
                  <a:gd name="T8" fmla="*/ 70 w 216"/>
                  <a:gd name="T9" fmla="*/ 168 h 168"/>
                  <a:gd name="T10" fmla="*/ 216 w 216"/>
                  <a:gd name="T11" fmla="*/ 168 h 168"/>
                  <a:gd name="T12" fmla="*/ 216 w 216"/>
                  <a:gd name="T13" fmla="*/ 0 h 168"/>
                  <a:gd name="T14" fmla="*/ 0 w 216"/>
                  <a:gd name="T15" fmla="*/ 0 h 168"/>
                  <a:gd name="T16" fmla="*/ 0 w 216"/>
                  <a:gd name="T17" fmla="*/ 127 h 168"/>
                  <a:gd name="T18" fmla="*/ 16 w 216"/>
                  <a:gd name="T19" fmla="*/ 130 h 168"/>
                  <a:gd name="T20" fmla="*/ 16 w 216"/>
                  <a:gd name="T21" fmla="*/ 16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6" h="168">
                    <a:moveTo>
                      <a:pt x="16" y="16"/>
                    </a:moveTo>
                    <a:cubicBezTo>
                      <a:pt x="200" y="16"/>
                      <a:pt x="200" y="16"/>
                      <a:pt x="200" y="16"/>
                    </a:cubicBezTo>
                    <a:cubicBezTo>
                      <a:pt x="200" y="152"/>
                      <a:pt x="200" y="152"/>
                      <a:pt x="200" y="152"/>
                    </a:cubicBezTo>
                    <a:cubicBezTo>
                      <a:pt x="56" y="152"/>
                      <a:pt x="56" y="152"/>
                      <a:pt x="56" y="152"/>
                    </a:cubicBezTo>
                    <a:cubicBezTo>
                      <a:pt x="61" y="156"/>
                      <a:pt x="66" y="162"/>
                      <a:pt x="70" y="168"/>
                    </a:cubicBezTo>
                    <a:cubicBezTo>
                      <a:pt x="216" y="168"/>
                      <a:pt x="216" y="168"/>
                      <a:pt x="216" y="168"/>
                    </a:cubicBezTo>
                    <a:cubicBezTo>
                      <a:pt x="216" y="0"/>
                      <a:pt x="216" y="0"/>
                      <a:pt x="216" y="0"/>
                    </a:cubicBezTo>
                    <a:cubicBezTo>
                      <a:pt x="0" y="0"/>
                      <a:pt x="0" y="0"/>
                      <a:pt x="0" y="0"/>
                    </a:cubicBezTo>
                    <a:cubicBezTo>
                      <a:pt x="0" y="127"/>
                      <a:pt x="0" y="127"/>
                      <a:pt x="0" y="127"/>
                    </a:cubicBezTo>
                    <a:cubicBezTo>
                      <a:pt x="5" y="127"/>
                      <a:pt x="11" y="128"/>
                      <a:pt x="16" y="130"/>
                    </a:cubicBezTo>
                    <a:lnTo>
                      <a:pt x="16" y="16"/>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9" name="Freeform 57"/>
              <p:cNvSpPr>
                <a:spLocks/>
              </p:cNvSpPr>
              <p:nvPr/>
            </p:nvSpPr>
            <p:spPr bwMode="auto">
              <a:xfrm>
                <a:off x="3240088" y="5554663"/>
                <a:ext cx="284163" cy="220662"/>
              </a:xfrm>
              <a:custGeom>
                <a:avLst/>
                <a:gdLst>
                  <a:gd name="T0" fmla="*/ 50 w 216"/>
                  <a:gd name="T1" fmla="*/ 14 h 168"/>
                  <a:gd name="T2" fmla="*/ 50 w 216"/>
                  <a:gd name="T3" fmla="*/ 16 h 168"/>
                  <a:gd name="T4" fmla="*/ 200 w 216"/>
                  <a:gd name="T5" fmla="*/ 16 h 168"/>
                  <a:gd name="T6" fmla="*/ 200 w 216"/>
                  <a:gd name="T7" fmla="*/ 152 h 168"/>
                  <a:gd name="T8" fmla="*/ 16 w 216"/>
                  <a:gd name="T9" fmla="*/ 152 h 168"/>
                  <a:gd name="T10" fmla="*/ 16 w 216"/>
                  <a:gd name="T11" fmla="*/ 139 h 168"/>
                  <a:gd name="T12" fmla="*/ 0 w 216"/>
                  <a:gd name="T13" fmla="*/ 156 h 168"/>
                  <a:gd name="T14" fmla="*/ 0 w 216"/>
                  <a:gd name="T15" fmla="*/ 168 h 168"/>
                  <a:gd name="T16" fmla="*/ 216 w 216"/>
                  <a:gd name="T17" fmla="*/ 168 h 168"/>
                  <a:gd name="T18" fmla="*/ 216 w 216"/>
                  <a:gd name="T19" fmla="*/ 0 h 168"/>
                  <a:gd name="T20" fmla="*/ 50 w 216"/>
                  <a:gd name="T21" fmla="*/ 0 h 168"/>
                  <a:gd name="T22" fmla="*/ 50 w 216"/>
                  <a:gd name="T23" fmla="*/ 14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6" h="168">
                    <a:moveTo>
                      <a:pt x="50" y="14"/>
                    </a:moveTo>
                    <a:cubicBezTo>
                      <a:pt x="50" y="15"/>
                      <a:pt x="50" y="15"/>
                      <a:pt x="50" y="16"/>
                    </a:cubicBezTo>
                    <a:cubicBezTo>
                      <a:pt x="200" y="16"/>
                      <a:pt x="200" y="16"/>
                      <a:pt x="200" y="16"/>
                    </a:cubicBezTo>
                    <a:cubicBezTo>
                      <a:pt x="200" y="152"/>
                      <a:pt x="200" y="152"/>
                      <a:pt x="200" y="152"/>
                    </a:cubicBezTo>
                    <a:cubicBezTo>
                      <a:pt x="16" y="152"/>
                      <a:pt x="16" y="152"/>
                      <a:pt x="16" y="152"/>
                    </a:cubicBezTo>
                    <a:cubicBezTo>
                      <a:pt x="16" y="139"/>
                      <a:pt x="16" y="139"/>
                      <a:pt x="16" y="139"/>
                    </a:cubicBezTo>
                    <a:cubicBezTo>
                      <a:pt x="11" y="145"/>
                      <a:pt x="6" y="151"/>
                      <a:pt x="0" y="156"/>
                    </a:cubicBezTo>
                    <a:cubicBezTo>
                      <a:pt x="0" y="168"/>
                      <a:pt x="0" y="168"/>
                      <a:pt x="0" y="168"/>
                    </a:cubicBezTo>
                    <a:cubicBezTo>
                      <a:pt x="216" y="168"/>
                      <a:pt x="216" y="168"/>
                      <a:pt x="216" y="168"/>
                    </a:cubicBezTo>
                    <a:cubicBezTo>
                      <a:pt x="216" y="0"/>
                      <a:pt x="216" y="0"/>
                      <a:pt x="216" y="0"/>
                    </a:cubicBezTo>
                    <a:cubicBezTo>
                      <a:pt x="50" y="0"/>
                      <a:pt x="50" y="0"/>
                      <a:pt x="50" y="0"/>
                    </a:cubicBezTo>
                    <a:cubicBezTo>
                      <a:pt x="50" y="5"/>
                      <a:pt x="50" y="10"/>
                      <a:pt x="50" y="1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0" name="Freeform 58"/>
              <p:cNvSpPr>
                <a:spLocks/>
              </p:cNvSpPr>
              <p:nvPr/>
            </p:nvSpPr>
            <p:spPr bwMode="auto">
              <a:xfrm>
                <a:off x="3186113" y="5619750"/>
                <a:ext cx="11113" cy="39687"/>
              </a:xfrm>
              <a:custGeom>
                <a:avLst/>
                <a:gdLst>
                  <a:gd name="T0" fmla="*/ 0 w 9"/>
                  <a:gd name="T1" fmla="*/ 0 h 30"/>
                  <a:gd name="T2" fmla="*/ 0 w 9"/>
                  <a:gd name="T3" fmla="*/ 30 h 30"/>
                  <a:gd name="T4" fmla="*/ 9 w 9"/>
                  <a:gd name="T5" fmla="*/ 0 h 30"/>
                  <a:gd name="T6" fmla="*/ 0 w 9"/>
                  <a:gd name="T7" fmla="*/ 0 h 30"/>
                </a:gdLst>
                <a:ahLst/>
                <a:cxnLst>
                  <a:cxn ang="0">
                    <a:pos x="T0" y="T1"/>
                  </a:cxn>
                  <a:cxn ang="0">
                    <a:pos x="T2" y="T3"/>
                  </a:cxn>
                  <a:cxn ang="0">
                    <a:pos x="T4" y="T5"/>
                  </a:cxn>
                  <a:cxn ang="0">
                    <a:pos x="T6" y="T7"/>
                  </a:cxn>
                </a:cxnLst>
                <a:rect l="0" t="0" r="r" b="b"/>
                <a:pathLst>
                  <a:path w="9" h="30">
                    <a:moveTo>
                      <a:pt x="0" y="0"/>
                    </a:moveTo>
                    <a:cubicBezTo>
                      <a:pt x="0" y="30"/>
                      <a:pt x="0" y="30"/>
                      <a:pt x="0" y="30"/>
                    </a:cubicBezTo>
                    <a:cubicBezTo>
                      <a:pt x="3" y="23"/>
                      <a:pt x="6" y="13"/>
                      <a:pt x="9" y="0"/>
                    </a:cubicBezTo>
                    <a:lnTo>
                      <a:pt x="0"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1" name="Freeform 59"/>
              <p:cNvSpPr>
                <a:spLocks noEditPoints="1"/>
              </p:cNvSpPr>
              <p:nvPr/>
            </p:nvSpPr>
            <p:spPr bwMode="auto">
              <a:xfrm>
                <a:off x="3235325" y="5953125"/>
                <a:ext cx="285750" cy="220662"/>
              </a:xfrm>
              <a:custGeom>
                <a:avLst/>
                <a:gdLst>
                  <a:gd name="T0" fmla="*/ 0 w 180"/>
                  <a:gd name="T1" fmla="*/ 139 h 139"/>
                  <a:gd name="T2" fmla="*/ 180 w 180"/>
                  <a:gd name="T3" fmla="*/ 139 h 139"/>
                  <a:gd name="T4" fmla="*/ 180 w 180"/>
                  <a:gd name="T5" fmla="*/ 0 h 139"/>
                  <a:gd name="T6" fmla="*/ 0 w 180"/>
                  <a:gd name="T7" fmla="*/ 0 h 139"/>
                  <a:gd name="T8" fmla="*/ 0 w 180"/>
                  <a:gd name="T9" fmla="*/ 139 h 139"/>
                  <a:gd name="T10" fmla="*/ 13 w 180"/>
                  <a:gd name="T11" fmla="*/ 13 h 139"/>
                  <a:gd name="T12" fmla="*/ 166 w 180"/>
                  <a:gd name="T13" fmla="*/ 13 h 139"/>
                  <a:gd name="T14" fmla="*/ 166 w 180"/>
                  <a:gd name="T15" fmla="*/ 126 h 139"/>
                  <a:gd name="T16" fmla="*/ 13 w 180"/>
                  <a:gd name="T17" fmla="*/ 126 h 139"/>
                  <a:gd name="T18" fmla="*/ 13 w 180"/>
                  <a:gd name="T19" fmla="*/ 1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0" h="139">
                    <a:moveTo>
                      <a:pt x="0" y="139"/>
                    </a:moveTo>
                    <a:lnTo>
                      <a:pt x="180" y="139"/>
                    </a:lnTo>
                    <a:lnTo>
                      <a:pt x="180" y="0"/>
                    </a:lnTo>
                    <a:lnTo>
                      <a:pt x="0" y="0"/>
                    </a:lnTo>
                    <a:lnTo>
                      <a:pt x="0" y="139"/>
                    </a:lnTo>
                    <a:close/>
                    <a:moveTo>
                      <a:pt x="13" y="13"/>
                    </a:moveTo>
                    <a:lnTo>
                      <a:pt x="166" y="13"/>
                    </a:lnTo>
                    <a:lnTo>
                      <a:pt x="166" y="126"/>
                    </a:lnTo>
                    <a:lnTo>
                      <a:pt x="13" y="126"/>
                    </a:lnTo>
                    <a:lnTo>
                      <a:pt x="13" y="13"/>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2" name="Freeform 60"/>
              <p:cNvSpPr>
                <a:spLocks/>
              </p:cNvSpPr>
              <p:nvPr/>
            </p:nvSpPr>
            <p:spPr bwMode="auto">
              <a:xfrm>
                <a:off x="3333750" y="5792788"/>
                <a:ext cx="90488" cy="146050"/>
              </a:xfrm>
              <a:custGeom>
                <a:avLst/>
                <a:gdLst>
                  <a:gd name="T0" fmla="*/ 0 w 57"/>
                  <a:gd name="T1" fmla="*/ 67 h 92"/>
                  <a:gd name="T2" fmla="*/ 0 w 57"/>
                  <a:gd name="T3" fmla="*/ 92 h 92"/>
                  <a:gd name="T4" fmla="*/ 57 w 57"/>
                  <a:gd name="T5" fmla="*/ 92 h 92"/>
                  <a:gd name="T6" fmla="*/ 57 w 57"/>
                  <a:gd name="T7" fmla="*/ 67 h 92"/>
                  <a:gd name="T8" fmla="*/ 35 w 57"/>
                  <a:gd name="T9" fmla="*/ 67 h 92"/>
                  <a:gd name="T10" fmla="*/ 35 w 57"/>
                  <a:gd name="T11" fmla="*/ 26 h 92"/>
                  <a:gd name="T12" fmla="*/ 57 w 57"/>
                  <a:gd name="T13" fmla="*/ 26 h 92"/>
                  <a:gd name="T14" fmla="*/ 57 w 57"/>
                  <a:gd name="T15" fmla="*/ 0 h 92"/>
                  <a:gd name="T16" fmla="*/ 0 w 57"/>
                  <a:gd name="T17" fmla="*/ 0 h 92"/>
                  <a:gd name="T18" fmla="*/ 0 w 57"/>
                  <a:gd name="T19" fmla="*/ 26 h 92"/>
                  <a:gd name="T20" fmla="*/ 22 w 57"/>
                  <a:gd name="T21" fmla="*/ 26 h 92"/>
                  <a:gd name="T22" fmla="*/ 22 w 57"/>
                  <a:gd name="T23" fmla="*/ 67 h 92"/>
                  <a:gd name="T24" fmla="*/ 0 w 57"/>
                  <a:gd name="T25" fmla="*/ 67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 h="92">
                    <a:moveTo>
                      <a:pt x="0" y="67"/>
                    </a:moveTo>
                    <a:lnTo>
                      <a:pt x="0" y="92"/>
                    </a:lnTo>
                    <a:lnTo>
                      <a:pt x="57" y="92"/>
                    </a:lnTo>
                    <a:lnTo>
                      <a:pt x="57" y="67"/>
                    </a:lnTo>
                    <a:lnTo>
                      <a:pt x="35" y="67"/>
                    </a:lnTo>
                    <a:lnTo>
                      <a:pt x="35" y="26"/>
                    </a:lnTo>
                    <a:lnTo>
                      <a:pt x="57" y="26"/>
                    </a:lnTo>
                    <a:lnTo>
                      <a:pt x="57" y="0"/>
                    </a:lnTo>
                    <a:lnTo>
                      <a:pt x="0" y="0"/>
                    </a:lnTo>
                    <a:lnTo>
                      <a:pt x="0" y="26"/>
                    </a:lnTo>
                    <a:lnTo>
                      <a:pt x="22" y="26"/>
                    </a:lnTo>
                    <a:lnTo>
                      <a:pt x="22" y="67"/>
                    </a:lnTo>
                    <a:lnTo>
                      <a:pt x="0" y="67"/>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3" name="Freeform 61"/>
              <p:cNvSpPr>
                <a:spLocks/>
              </p:cNvSpPr>
              <p:nvPr/>
            </p:nvSpPr>
            <p:spPr bwMode="auto">
              <a:xfrm>
                <a:off x="3024188" y="5449888"/>
                <a:ext cx="149225" cy="223837"/>
              </a:xfrm>
              <a:custGeom>
                <a:avLst/>
                <a:gdLst>
                  <a:gd name="T0" fmla="*/ 113 w 113"/>
                  <a:gd name="T1" fmla="*/ 170 h 170"/>
                  <a:gd name="T2" fmla="*/ 113 w 113"/>
                  <a:gd name="T3" fmla="*/ 154 h 170"/>
                  <a:gd name="T4" fmla="*/ 39 w 113"/>
                  <a:gd name="T5" fmla="*/ 154 h 170"/>
                  <a:gd name="T6" fmla="*/ 39 w 113"/>
                  <a:gd name="T7" fmla="*/ 31 h 170"/>
                  <a:gd name="T8" fmla="*/ 65 w 113"/>
                  <a:gd name="T9" fmla="*/ 31 h 170"/>
                  <a:gd name="T10" fmla="*/ 65 w 113"/>
                  <a:gd name="T11" fmla="*/ 0 h 170"/>
                  <a:gd name="T12" fmla="*/ 0 w 113"/>
                  <a:gd name="T13" fmla="*/ 0 h 170"/>
                  <a:gd name="T14" fmla="*/ 10 w 113"/>
                  <a:gd name="T15" fmla="*/ 31 h 170"/>
                  <a:gd name="T16" fmla="*/ 23 w 113"/>
                  <a:gd name="T17" fmla="*/ 31 h 170"/>
                  <a:gd name="T18" fmla="*/ 23 w 113"/>
                  <a:gd name="T19" fmla="*/ 169 h 170"/>
                  <a:gd name="T20" fmla="*/ 24 w 113"/>
                  <a:gd name="T21" fmla="*/ 170 h 170"/>
                  <a:gd name="T22" fmla="*/ 113 w 113"/>
                  <a:gd name="T23" fmla="*/ 17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3" h="170">
                    <a:moveTo>
                      <a:pt x="113" y="170"/>
                    </a:moveTo>
                    <a:cubicBezTo>
                      <a:pt x="113" y="154"/>
                      <a:pt x="113" y="154"/>
                      <a:pt x="113" y="154"/>
                    </a:cubicBezTo>
                    <a:cubicBezTo>
                      <a:pt x="39" y="154"/>
                      <a:pt x="39" y="154"/>
                      <a:pt x="39" y="154"/>
                    </a:cubicBezTo>
                    <a:cubicBezTo>
                      <a:pt x="39" y="31"/>
                      <a:pt x="39" y="31"/>
                      <a:pt x="39" y="31"/>
                    </a:cubicBezTo>
                    <a:cubicBezTo>
                      <a:pt x="65" y="31"/>
                      <a:pt x="65" y="31"/>
                      <a:pt x="65" y="31"/>
                    </a:cubicBezTo>
                    <a:cubicBezTo>
                      <a:pt x="65" y="0"/>
                      <a:pt x="65" y="0"/>
                      <a:pt x="65" y="0"/>
                    </a:cubicBezTo>
                    <a:cubicBezTo>
                      <a:pt x="0" y="0"/>
                      <a:pt x="0" y="0"/>
                      <a:pt x="0" y="0"/>
                    </a:cubicBezTo>
                    <a:cubicBezTo>
                      <a:pt x="5" y="10"/>
                      <a:pt x="9" y="20"/>
                      <a:pt x="10" y="31"/>
                    </a:cubicBezTo>
                    <a:cubicBezTo>
                      <a:pt x="23" y="31"/>
                      <a:pt x="23" y="31"/>
                      <a:pt x="23" y="31"/>
                    </a:cubicBezTo>
                    <a:cubicBezTo>
                      <a:pt x="23" y="169"/>
                      <a:pt x="23" y="169"/>
                      <a:pt x="23" y="169"/>
                    </a:cubicBezTo>
                    <a:cubicBezTo>
                      <a:pt x="23" y="169"/>
                      <a:pt x="24" y="169"/>
                      <a:pt x="24" y="170"/>
                    </a:cubicBezTo>
                    <a:lnTo>
                      <a:pt x="113" y="17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4" name="Freeform 62"/>
              <p:cNvSpPr>
                <a:spLocks noEditPoints="1"/>
              </p:cNvSpPr>
              <p:nvPr/>
            </p:nvSpPr>
            <p:spPr bwMode="auto">
              <a:xfrm>
                <a:off x="3398838" y="5213350"/>
                <a:ext cx="285750" cy="222250"/>
              </a:xfrm>
              <a:custGeom>
                <a:avLst/>
                <a:gdLst>
                  <a:gd name="T0" fmla="*/ 0 w 180"/>
                  <a:gd name="T1" fmla="*/ 140 h 140"/>
                  <a:gd name="T2" fmla="*/ 180 w 180"/>
                  <a:gd name="T3" fmla="*/ 140 h 140"/>
                  <a:gd name="T4" fmla="*/ 180 w 180"/>
                  <a:gd name="T5" fmla="*/ 0 h 140"/>
                  <a:gd name="T6" fmla="*/ 0 w 180"/>
                  <a:gd name="T7" fmla="*/ 0 h 140"/>
                  <a:gd name="T8" fmla="*/ 0 w 180"/>
                  <a:gd name="T9" fmla="*/ 140 h 140"/>
                  <a:gd name="T10" fmla="*/ 14 w 180"/>
                  <a:gd name="T11" fmla="*/ 14 h 140"/>
                  <a:gd name="T12" fmla="*/ 166 w 180"/>
                  <a:gd name="T13" fmla="*/ 14 h 140"/>
                  <a:gd name="T14" fmla="*/ 166 w 180"/>
                  <a:gd name="T15" fmla="*/ 127 h 140"/>
                  <a:gd name="T16" fmla="*/ 14 w 180"/>
                  <a:gd name="T17" fmla="*/ 127 h 140"/>
                  <a:gd name="T18" fmla="*/ 14 w 180"/>
                  <a:gd name="T19" fmla="*/ 1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0" h="140">
                    <a:moveTo>
                      <a:pt x="0" y="140"/>
                    </a:moveTo>
                    <a:lnTo>
                      <a:pt x="180" y="140"/>
                    </a:lnTo>
                    <a:lnTo>
                      <a:pt x="180" y="0"/>
                    </a:lnTo>
                    <a:lnTo>
                      <a:pt x="0" y="0"/>
                    </a:lnTo>
                    <a:lnTo>
                      <a:pt x="0" y="140"/>
                    </a:lnTo>
                    <a:close/>
                    <a:moveTo>
                      <a:pt x="14" y="14"/>
                    </a:moveTo>
                    <a:lnTo>
                      <a:pt x="166" y="14"/>
                    </a:lnTo>
                    <a:lnTo>
                      <a:pt x="166" y="127"/>
                    </a:lnTo>
                    <a:lnTo>
                      <a:pt x="14" y="127"/>
                    </a:lnTo>
                    <a:lnTo>
                      <a:pt x="14" y="14"/>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5" name="Rectangle 63"/>
              <p:cNvSpPr>
                <a:spLocks noChangeArrowheads="1"/>
              </p:cNvSpPr>
              <p:nvPr/>
            </p:nvSpPr>
            <p:spPr bwMode="auto">
              <a:xfrm>
                <a:off x="3343275" y="5280025"/>
                <a:ext cx="41275" cy="88900"/>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6" name="Rectangle 64"/>
              <p:cNvSpPr>
                <a:spLocks noChangeArrowheads="1"/>
              </p:cNvSpPr>
              <p:nvPr/>
            </p:nvSpPr>
            <p:spPr bwMode="auto">
              <a:xfrm>
                <a:off x="3225800" y="5314950"/>
                <a:ext cx="107950" cy="22225"/>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7" name="Freeform 65"/>
              <p:cNvSpPr>
                <a:spLocks/>
              </p:cNvSpPr>
              <p:nvPr/>
            </p:nvSpPr>
            <p:spPr bwMode="auto">
              <a:xfrm>
                <a:off x="2633663" y="5418138"/>
                <a:ext cx="661988" cy="1230312"/>
              </a:xfrm>
              <a:custGeom>
                <a:avLst/>
                <a:gdLst>
                  <a:gd name="T0" fmla="*/ 92 w 501"/>
                  <a:gd name="T1" fmla="*/ 883 h 932"/>
                  <a:gd name="T2" fmla="*/ 141 w 501"/>
                  <a:gd name="T3" fmla="*/ 932 h 932"/>
                  <a:gd name="T4" fmla="*/ 191 w 501"/>
                  <a:gd name="T5" fmla="*/ 883 h 932"/>
                  <a:gd name="T6" fmla="*/ 191 w 501"/>
                  <a:gd name="T7" fmla="*/ 522 h 932"/>
                  <a:gd name="T8" fmla="*/ 209 w 501"/>
                  <a:gd name="T9" fmla="*/ 522 h 932"/>
                  <a:gd name="T10" fmla="*/ 209 w 501"/>
                  <a:gd name="T11" fmla="*/ 883 h 932"/>
                  <a:gd name="T12" fmla="*/ 259 w 501"/>
                  <a:gd name="T13" fmla="*/ 932 h 932"/>
                  <a:gd name="T14" fmla="*/ 308 w 501"/>
                  <a:gd name="T15" fmla="*/ 883 h 932"/>
                  <a:gd name="T16" fmla="*/ 308 w 501"/>
                  <a:gd name="T17" fmla="*/ 266 h 932"/>
                  <a:gd name="T18" fmla="*/ 377 w 501"/>
                  <a:gd name="T19" fmla="*/ 279 h 932"/>
                  <a:gd name="T20" fmla="*/ 422 w 501"/>
                  <a:gd name="T21" fmla="*/ 271 h 932"/>
                  <a:gd name="T22" fmla="*/ 480 w 501"/>
                  <a:gd name="T23" fmla="*/ 219 h 932"/>
                  <a:gd name="T24" fmla="*/ 501 w 501"/>
                  <a:gd name="T25" fmla="*/ 117 h 932"/>
                  <a:gd name="T26" fmla="*/ 500 w 501"/>
                  <a:gd name="T27" fmla="*/ 88 h 932"/>
                  <a:gd name="T28" fmla="*/ 476 w 501"/>
                  <a:gd name="T29" fmla="*/ 59 h 932"/>
                  <a:gd name="T30" fmla="*/ 476 w 501"/>
                  <a:gd name="T31" fmla="*/ 0 h 932"/>
                  <a:gd name="T32" fmla="*/ 460 w 501"/>
                  <a:gd name="T33" fmla="*/ 0 h 932"/>
                  <a:gd name="T34" fmla="*/ 460 w 501"/>
                  <a:gd name="T35" fmla="*/ 59 h 932"/>
                  <a:gd name="T36" fmla="*/ 436 w 501"/>
                  <a:gd name="T37" fmla="*/ 92 h 932"/>
                  <a:gd name="T38" fmla="*/ 437 w 501"/>
                  <a:gd name="T39" fmla="*/ 117 h 932"/>
                  <a:gd name="T40" fmla="*/ 416 w 501"/>
                  <a:gd name="T41" fmla="*/ 200 h 932"/>
                  <a:gd name="T42" fmla="*/ 399 w 501"/>
                  <a:gd name="T43" fmla="*/ 211 h 932"/>
                  <a:gd name="T44" fmla="*/ 377 w 501"/>
                  <a:gd name="T45" fmla="*/ 215 h 932"/>
                  <a:gd name="T46" fmla="*/ 328 w 501"/>
                  <a:gd name="T47" fmla="*/ 205 h 932"/>
                  <a:gd name="T48" fmla="*/ 311 w 501"/>
                  <a:gd name="T49" fmla="*/ 198 h 932"/>
                  <a:gd name="T50" fmla="*/ 307 w 501"/>
                  <a:gd name="T51" fmla="*/ 196 h 932"/>
                  <a:gd name="T52" fmla="*/ 306 w 501"/>
                  <a:gd name="T53" fmla="*/ 196 h 932"/>
                  <a:gd name="T54" fmla="*/ 305 w 501"/>
                  <a:gd name="T55" fmla="*/ 196 h 932"/>
                  <a:gd name="T56" fmla="*/ 305 w 501"/>
                  <a:gd name="T57" fmla="*/ 196 h 932"/>
                  <a:gd name="T58" fmla="*/ 305 w 501"/>
                  <a:gd name="T59" fmla="*/ 196 h 932"/>
                  <a:gd name="T60" fmla="*/ 305 w 501"/>
                  <a:gd name="T61" fmla="*/ 196 h 932"/>
                  <a:gd name="T62" fmla="*/ 305 w 501"/>
                  <a:gd name="T63" fmla="*/ 196 h 932"/>
                  <a:gd name="T64" fmla="*/ 305 w 501"/>
                  <a:gd name="T65" fmla="*/ 196 h 932"/>
                  <a:gd name="T66" fmla="*/ 305 w 501"/>
                  <a:gd name="T67" fmla="*/ 196 h 932"/>
                  <a:gd name="T68" fmla="*/ 305 w 501"/>
                  <a:gd name="T69" fmla="*/ 196 h 932"/>
                  <a:gd name="T70" fmla="*/ 305 w 501"/>
                  <a:gd name="T71" fmla="*/ 196 h 932"/>
                  <a:gd name="T72" fmla="*/ 296 w 501"/>
                  <a:gd name="T73" fmla="*/ 192 h 932"/>
                  <a:gd name="T74" fmla="*/ 277 w 501"/>
                  <a:gd name="T75" fmla="*/ 186 h 932"/>
                  <a:gd name="T76" fmla="*/ 123 w 501"/>
                  <a:gd name="T77" fmla="*/ 186 h 932"/>
                  <a:gd name="T78" fmla="*/ 109 w 501"/>
                  <a:gd name="T79" fmla="*/ 190 h 932"/>
                  <a:gd name="T80" fmla="*/ 96 w 501"/>
                  <a:gd name="T81" fmla="*/ 195 h 932"/>
                  <a:gd name="T82" fmla="*/ 89 w 501"/>
                  <a:gd name="T83" fmla="*/ 199 h 932"/>
                  <a:gd name="T84" fmla="*/ 31 w 501"/>
                  <a:gd name="T85" fmla="*/ 274 h 932"/>
                  <a:gd name="T86" fmla="*/ 0 w 501"/>
                  <a:gd name="T87" fmla="*/ 485 h 932"/>
                  <a:gd name="T88" fmla="*/ 2 w 501"/>
                  <a:gd name="T89" fmla="*/ 540 h 932"/>
                  <a:gd name="T90" fmla="*/ 34 w 501"/>
                  <a:gd name="T91" fmla="*/ 570 h 932"/>
                  <a:gd name="T92" fmla="*/ 35 w 501"/>
                  <a:gd name="T93" fmla="*/ 570 h 932"/>
                  <a:gd name="T94" fmla="*/ 65 w 501"/>
                  <a:gd name="T95" fmla="*/ 537 h 932"/>
                  <a:gd name="T96" fmla="*/ 64 w 501"/>
                  <a:gd name="T97" fmla="*/ 485 h 932"/>
                  <a:gd name="T98" fmla="*/ 84 w 501"/>
                  <a:gd name="T99" fmla="*/ 316 h 932"/>
                  <a:gd name="T100" fmla="*/ 92 w 501"/>
                  <a:gd name="T101" fmla="*/ 294 h 932"/>
                  <a:gd name="T102" fmla="*/ 92 w 501"/>
                  <a:gd name="T103" fmla="*/ 883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01" h="932">
                    <a:moveTo>
                      <a:pt x="92" y="883"/>
                    </a:moveTo>
                    <a:cubicBezTo>
                      <a:pt x="92" y="910"/>
                      <a:pt x="114" y="932"/>
                      <a:pt x="141" y="932"/>
                    </a:cubicBezTo>
                    <a:cubicBezTo>
                      <a:pt x="169" y="932"/>
                      <a:pt x="191" y="910"/>
                      <a:pt x="191" y="883"/>
                    </a:cubicBezTo>
                    <a:cubicBezTo>
                      <a:pt x="191" y="522"/>
                      <a:pt x="191" y="522"/>
                      <a:pt x="191" y="522"/>
                    </a:cubicBezTo>
                    <a:cubicBezTo>
                      <a:pt x="209" y="522"/>
                      <a:pt x="209" y="522"/>
                      <a:pt x="209" y="522"/>
                    </a:cubicBezTo>
                    <a:cubicBezTo>
                      <a:pt x="209" y="883"/>
                      <a:pt x="209" y="883"/>
                      <a:pt x="209" y="883"/>
                    </a:cubicBezTo>
                    <a:cubicBezTo>
                      <a:pt x="209" y="910"/>
                      <a:pt x="232" y="932"/>
                      <a:pt x="259" y="932"/>
                    </a:cubicBezTo>
                    <a:cubicBezTo>
                      <a:pt x="286" y="932"/>
                      <a:pt x="308" y="910"/>
                      <a:pt x="308" y="883"/>
                    </a:cubicBezTo>
                    <a:cubicBezTo>
                      <a:pt x="308" y="266"/>
                      <a:pt x="308" y="266"/>
                      <a:pt x="308" y="266"/>
                    </a:cubicBezTo>
                    <a:cubicBezTo>
                      <a:pt x="326" y="272"/>
                      <a:pt x="350" y="279"/>
                      <a:pt x="377" y="279"/>
                    </a:cubicBezTo>
                    <a:cubicBezTo>
                      <a:pt x="391" y="279"/>
                      <a:pt x="406" y="277"/>
                      <a:pt x="422" y="271"/>
                    </a:cubicBezTo>
                    <a:cubicBezTo>
                      <a:pt x="444" y="263"/>
                      <a:pt x="466" y="245"/>
                      <a:pt x="480" y="219"/>
                    </a:cubicBezTo>
                    <a:cubicBezTo>
                      <a:pt x="494" y="193"/>
                      <a:pt x="501" y="160"/>
                      <a:pt x="501" y="117"/>
                    </a:cubicBezTo>
                    <a:cubicBezTo>
                      <a:pt x="501" y="108"/>
                      <a:pt x="501" y="98"/>
                      <a:pt x="500" y="88"/>
                    </a:cubicBezTo>
                    <a:cubicBezTo>
                      <a:pt x="499" y="73"/>
                      <a:pt x="489" y="62"/>
                      <a:pt x="476" y="59"/>
                    </a:cubicBezTo>
                    <a:cubicBezTo>
                      <a:pt x="476" y="0"/>
                      <a:pt x="476" y="0"/>
                      <a:pt x="476" y="0"/>
                    </a:cubicBezTo>
                    <a:cubicBezTo>
                      <a:pt x="460" y="0"/>
                      <a:pt x="460" y="0"/>
                      <a:pt x="460" y="0"/>
                    </a:cubicBezTo>
                    <a:cubicBezTo>
                      <a:pt x="460" y="59"/>
                      <a:pt x="460" y="59"/>
                      <a:pt x="460" y="59"/>
                    </a:cubicBezTo>
                    <a:cubicBezTo>
                      <a:pt x="446" y="62"/>
                      <a:pt x="435" y="76"/>
                      <a:pt x="436" y="92"/>
                    </a:cubicBezTo>
                    <a:cubicBezTo>
                      <a:pt x="437" y="101"/>
                      <a:pt x="437" y="110"/>
                      <a:pt x="437" y="117"/>
                    </a:cubicBezTo>
                    <a:cubicBezTo>
                      <a:pt x="437" y="165"/>
                      <a:pt x="426" y="189"/>
                      <a:pt x="416" y="200"/>
                    </a:cubicBezTo>
                    <a:cubicBezTo>
                      <a:pt x="411" y="206"/>
                      <a:pt x="406" y="209"/>
                      <a:pt x="399" y="211"/>
                    </a:cubicBezTo>
                    <a:cubicBezTo>
                      <a:pt x="393" y="214"/>
                      <a:pt x="385" y="215"/>
                      <a:pt x="377" y="215"/>
                    </a:cubicBezTo>
                    <a:cubicBezTo>
                      <a:pt x="360" y="215"/>
                      <a:pt x="342" y="210"/>
                      <a:pt x="328" y="205"/>
                    </a:cubicBezTo>
                    <a:cubicBezTo>
                      <a:pt x="321" y="203"/>
                      <a:pt x="315" y="200"/>
                      <a:pt x="311" y="198"/>
                    </a:cubicBezTo>
                    <a:cubicBezTo>
                      <a:pt x="309" y="197"/>
                      <a:pt x="308" y="197"/>
                      <a:pt x="307" y="196"/>
                    </a:cubicBezTo>
                    <a:cubicBezTo>
                      <a:pt x="306" y="196"/>
                      <a:pt x="306" y="196"/>
                      <a:pt x="306" y="196"/>
                    </a:cubicBezTo>
                    <a:cubicBezTo>
                      <a:pt x="306" y="196"/>
                      <a:pt x="305" y="196"/>
                      <a:pt x="305" y="196"/>
                    </a:cubicBezTo>
                    <a:cubicBezTo>
                      <a:pt x="305" y="196"/>
                      <a:pt x="305" y="196"/>
                      <a:pt x="305" y="196"/>
                    </a:cubicBezTo>
                    <a:cubicBezTo>
                      <a:pt x="305" y="196"/>
                      <a:pt x="305" y="196"/>
                      <a:pt x="305" y="196"/>
                    </a:cubicBezTo>
                    <a:cubicBezTo>
                      <a:pt x="305" y="196"/>
                      <a:pt x="305" y="196"/>
                      <a:pt x="305" y="196"/>
                    </a:cubicBezTo>
                    <a:cubicBezTo>
                      <a:pt x="305" y="196"/>
                      <a:pt x="305" y="196"/>
                      <a:pt x="305" y="196"/>
                    </a:cubicBezTo>
                    <a:cubicBezTo>
                      <a:pt x="305" y="196"/>
                      <a:pt x="305" y="196"/>
                      <a:pt x="305" y="196"/>
                    </a:cubicBezTo>
                    <a:cubicBezTo>
                      <a:pt x="305" y="196"/>
                      <a:pt x="305" y="196"/>
                      <a:pt x="305" y="196"/>
                    </a:cubicBezTo>
                    <a:cubicBezTo>
                      <a:pt x="305" y="196"/>
                      <a:pt x="305" y="196"/>
                      <a:pt x="305" y="196"/>
                    </a:cubicBezTo>
                    <a:cubicBezTo>
                      <a:pt x="305" y="196"/>
                      <a:pt x="305" y="196"/>
                      <a:pt x="305" y="196"/>
                    </a:cubicBezTo>
                    <a:cubicBezTo>
                      <a:pt x="302" y="194"/>
                      <a:pt x="299" y="193"/>
                      <a:pt x="296" y="192"/>
                    </a:cubicBezTo>
                    <a:cubicBezTo>
                      <a:pt x="291" y="188"/>
                      <a:pt x="284" y="186"/>
                      <a:pt x="277" y="186"/>
                    </a:cubicBezTo>
                    <a:cubicBezTo>
                      <a:pt x="123" y="186"/>
                      <a:pt x="123" y="186"/>
                      <a:pt x="123" y="186"/>
                    </a:cubicBezTo>
                    <a:cubicBezTo>
                      <a:pt x="118" y="186"/>
                      <a:pt x="113" y="188"/>
                      <a:pt x="109" y="190"/>
                    </a:cubicBezTo>
                    <a:cubicBezTo>
                      <a:pt x="105" y="191"/>
                      <a:pt x="101" y="193"/>
                      <a:pt x="96" y="195"/>
                    </a:cubicBezTo>
                    <a:cubicBezTo>
                      <a:pt x="94" y="196"/>
                      <a:pt x="91" y="197"/>
                      <a:pt x="89" y="199"/>
                    </a:cubicBezTo>
                    <a:cubicBezTo>
                      <a:pt x="69" y="211"/>
                      <a:pt x="47" y="235"/>
                      <a:pt x="31" y="274"/>
                    </a:cubicBezTo>
                    <a:cubicBezTo>
                      <a:pt x="13" y="319"/>
                      <a:pt x="0" y="385"/>
                      <a:pt x="0" y="485"/>
                    </a:cubicBezTo>
                    <a:cubicBezTo>
                      <a:pt x="0" y="502"/>
                      <a:pt x="1" y="521"/>
                      <a:pt x="2" y="540"/>
                    </a:cubicBezTo>
                    <a:cubicBezTo>
                      <a:pt x="2" y="557"/>
                      <a:pt x="16" y="570"/>
                      <a:pt x="34" y="570"/>
                    </a:cubicBezTo>
                    <a:cubicBezTo>
                      <a:pt x="34" y="570"/>
                      <a:pt x="34" y="570"/>
                      <a:pt x="35" y="570"/>
                    </a:cubicBezTo>
                    <a:cubicBezTo>
                      <a:pt x="52" y="570"/>
                      <a:pt x="66" y="555"/>
                      <a:pt x="65" y="537"/>
                    </a:cubicBezTo>
                    <a:cubicBezTo>
                      <a:pt x="65" y="519"/>
                      <a:pt x="64" y="501"/>
                      <a:pt x="64" y="485"/>
                    </a:cubicBezTo>
                    <a:cubicBezTo>
                      <a:pt x="64" y="405"/>
                      <a:pt x="73" y="351"/>
                      <a:pt x="84" y="316"/>
                    </a:cubicBezTo>
                    <a:cubicBezTo>
                      <a:pt x="87" y="308"/>
                      <a:pt x="89" y="300"/>
                      <a:pt x="92" y="294"/>
                    </a:cubicBezTo>
                    <a:lnTo>
                      <a:pt x="92" y="883"/>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8" name="Oval 66"/>
              <p:cNvSpPr>
                <a:spLocks noChangeArrowheads="1"/>
              </p:cNvSpPr>
              <p:nvPr/>
            </p:nvSpPr>
            <p:spPr bwMode="auto">
              <a:xfrm>
                <a:off x="2790825" y="5391150"/>
                <a:ext cx="238125" cy="236537"/>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0" name="组合 9"/>
            <p:cNvGrpSpPr/>
            <p:nvPr/>
          </p:nvGrpSpPr>
          <p:grpSpPr>
            <a:xfrm>
              <a:off x="3863975" y="5430838"/>
              <a:ext cx="844550" cy="1225549"/>
              <a:chOff x="3863975" y="5430838"/>
              <a:chExt cx="844550" cy="1225549"/>
            </a:xfrm>
          </p:grpSpPr>
          <p:sp>
            <p:nvSpPr>
              <p:cNvPr id="31" name="Freeform 67"/>
              <p:cNvSpPr>
                <a:spLocks/>
              </p:cNvSpPr>
              <p:nvPr/>
            </p:nvSpPr>
            <p:spPr bwMode="auto">
              <a:xfrm>
                <a:off x="4211638" y="5430838"/>
                <a:ext cx="261938" cy="260350"/>
              </a:xfrm>
              <a:custGeom>
                <a:avLst/>
                <a:gdLst>
                  <a:gd name="T0" fmla="*/ 79 w 198"/>
                  <a:gd name="T1" fmla="*/ 186 h 197"/>
                  <a:gd name="T2" fmla="*/ 187 w 198"/>
                  <a:gd name="T3" fmla="*/ 119 h 197"/>
                  <a:gd name="T4" fmla="*/ 120 w 198"/>
                  <a:gd name="T5" fmla="*/ 11 h 197"/>
                  <a:gd name="T6" fmla="*/ 12 w 198"/>
                  <a:gd name="T7" fmla="*/ 78 h 197"/>
                  <a:gd name="T8" fmla="*/ 79 w 198"/>
                  <a:gd name="T9" fmla="*/ 186 h 197"/>
                </a:gdLst>
                <a:ahLst/>
                <a:cxnLst>
                  <a:cxn ang="0">
                    <a:pos x="T0" y="T1"/>
                  </a:cxn>
                  <a:cxn ang="0">
                    <a:pos x="T2" y="T3"/>
                  </a:cxn>
                  <a:cxn ang="0">
                    <a:pos x="T4" y="T5"/>
                  </a:cxn>
                  <a:cxn ang="0">
                    <a:pos x="T6" y="T7"/>
                  </a:cxn>
                  <a:cxn ang="0">
                    <a:pos x="T8" y="T9"/>
                  </a:cxn>
                </a:cxnLst>
                <a:rect l="0" t="0" r="r" b="b"/>
                <a:pathLst>
                  <a:path w="198" h="197">
                    <a:moveTo>
                      <a:pt x="79" y="186"/>
                    </a:moveTo>
                    <a:cubicBezTo>
                      <a:pt x="127" y="197"/>
                      <a:pt x="176" y="167"/>
                      <a:pt x="187" y="119"/>
                    </a:cubicBezTo>
                    <a:cubicBezTo>
                      <a:pt x="198" y="71"/>
                      <a:pt x="168" y="22"/>
                      <a:pt x="120" y="11"/>
                    </a:cubicBezTo>
                    <a:cubicBezTo>
                      <a:pt x="71" y="0"/>
                      <a:pt x="23" y="30"/>
                      <a:pt x="12" y="78"/>
                    </a:cubicBezTo>
                    <a:cubicBezTo>
                      <a:pt x="0" y="127"/>
                      <a:pt x="30" y="175"/>
                      <a:pt x="79" y="18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2" name="Freeform 68"/>
              <p:cNvSpPr>
                <a:spLocks/>
              </p:cNvSpPr>
              <p:nvPr/>
            </p:nvSpPr>
            <p:spPr bwMode="auto">
              <a:xfrm>
                <a:off x="4108450" y="5673725"/>
                <a:ext cx="230188" cy="544512"/>
              </a:xfrm>
              <a:custGeom>
                <a:avLst/>
                <a:gdLst>
                  <a:gd name="T0" fmla="*/ 30 w 175"/>
                  <a:gd name="T1" fmla="*/ 204 h 412"/>
                  <a:gd name="T2" fmla="*/ 23 w 175"/>
                  <a:gd name="T3" fmla="*/ 216 h 412"/>
                  <a:gd name="T4" fmla="*/ 0 w 175"/>
                  <a:gd name="T5" fmla="*/ 281 h 412"/>
                  <a:gd name="T6" fmla="*/ 2 w 175"/>
                  <a:gd name="T7" fmla="*/ 299 h 412"/>
                  <a:gd name="T8" fmla="*/ 39 w 175"/>
                  <a:gd name="T9" fmla="*/ 358 h 412"/>
                  <a:gd name="T10" fmla="*/ 44 w 175"/>
                  <a:gd name="T11" fmla="*/ 401 h 412"/>
                  <a:gd name="T12" fmla="*/ 70 w 175"/>
                  <a:gd name="T13" fmla="*/ 412 h 412"/>
                  <a:gd name="T14" fmla="*/ 78 w 175"/>
                  <a:gd name="T15" fmla="*/ 411 h 412"/>
                  <a:gd name="T16" fmla="*/ 79 w 175"/>
                  <a:gd name="T17" fmla="*/ 411 h 412"/>
                  <a:gd name="T18" fmla="*/ 80 w 175"/>
                  <a:gd name="T19" fmla="*/ 410 h 412"/>
                  <a:gd name="T20" fmla="*/ 103 w 175"/>
                  <a:gd name="T21" fmla="*/ 386 h 412"/>
                  <a:gd name="T22" fmla="*/ 106 w 175"/>
                  <a:gd name="T23" fmla="*/ 288 h 412"/>
                  <a:gd name="T24" fmla="*/ 104 w 175"/>
                  <a:gd name="T25" fmla="*/ 261 h 412"/>
                  <a:gd name="T26" fmla="*/ 82 w 175"/>
                  <a:gd name="T27" fmla="*/ 220 h 412"/>
                  <a:gd name="T28" fmla="*/ 58 w 175"/>
                  <a:gd name="T29" fmla="*/ 101 h 412"/>
                  <a:gd name="T30" fmla="*/ 60 w 175"/>
                  <a:gd name="T31" fmla="*/ 71 h 412"/>
                  <a:gd name="T32" fmla="*/ 100 w 175"/>
                  <a:gd name="T33" fmla="*/ 36 h 412"/>
                  <a:gd name="T34" fmla="*/ 105 w 175"/>
                  <a:gd name="T35" fmla="*/ 37 h 412"/>
                  <a:gd name="T36" fmla="*/ 131 w 175"/>
                  <a:gd name="T37" fmla="*/ 52 h 412"/>
                  <a:gd name="T38" fmla="*/ 139 w 175"/>
                  <a:gd name="T39" fmla="*/ 81 h 412"/>
                  <a:gd name="T40" fmla="*/ 139 w 175"/>
                  <a:gd name="T41" fmla="*/ 81 h 412"/>
                  <a:gd name="T42" fmla="*/ 139 w 175"/>
                  <a:gd name="T43" fmla="*/ 82 h 412"/>
                  <a:gd name="T44" fmla="*/ 139 w 175"/>
                  <a:gd name="T45" fmla="*/ 86 h 412"/>
                  <a:gd name="T46" fmla="*/ 138 w 175"/>
                  <a:gd name="T47" fmla="*/ 101 h 412"/>
                  <a:gd name="T48" fmla="*/ 139 w 175"/>
                  <a:gd name="T49" fmla="*/ 108 h 412"/>
                  <a:gd name="T50" fmla="*/ 175 w 175"/>
                  <a:gd name="T51" fmla="*/ 78 h 412"/>
                  <a:gd name="T52" fmla="*/ 161 w 175"/>
                  <a:gd name="T53" fmla="*/ 36 h 412"/>
                  <a:gd name="T54" fmla="*/ 161 w 175"/>
                  <a:gd name="T55" fmla="*/ 36 h 412"/>
                  <a:gd name="T56" fmla="*/ 129 w 175"/>
                  <a:gd name="T57" fmla="*/ 9 h 412"/>
                  <a:gd name="T58" fmla="*/ 25 w 175"/>
                  <a:gd name="T59" fmla="*/ 77 h 412"/>
                  <a:gd name="T60" fmla="*/ 0 w 175"/>
                  <a:gd name="T61" fmla="*/ 180 h 412"/>
                  <a:gd name="T62" fmla="*/ 19 w 175"/>
                  <a:gd name="T63" fmla="*/ 195 h 412"/>
                  <a:gd name="T64" fmla="*/ 30 w 175"/>
                  <a:gd name="T65" fmla="*/ 204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5" h="412">
                    <a:moveTo>
                      <a:pt x="30" y="204"/>
                    </a:moveTo>
                    <a:cubicBezTo>
                      <a:pt x="23" y="216"/>
                      <a:pt x="23" y="216"/>
                      <a:pt x="23" y="216"/>
                    </a:cubicBezTo>
                    <a:cubicBezTo>
                      <a:pt x="11" y="238"/>
                      <a:pt x="3" y="259"/>
                      <a:pt x="0" y="281"/>
                    </a:cubicBezTo>
                    <a:cubicBezTo>
                      <a:pt x="1" y="287"/>
                      <a:pt x="2" y="293"/>
                      <a:pt x="2" y="299"/>
                    </a:cubicBezTo>
                    <a:cubicBezTo>
                      <a:pt x="8" y="331"/>
                      <a:pt x="22" y="349"/>
                      <a:pt x="39" y="358"/>
                    </a:cubicBezTo>
                    <a:cubicBezTo>
                      <a:pt x="41" y="371"/>
                      <a:pt x="43" y="385"/>
                      <a:pt x="44" y="401"/>
                    </a:cubicBezTo>
                    <a:cubicBezTo>
                      <a:pt x="53" y="408"/>
                      <a:pt x="62" y="412"/>
                      <a:pt x="70" y="412"/>
                    </a:cubicBezTo>
                    <a:cubicBezTo>
                      <a:pt x="73" y="412"/>
                      <a:pt x="75" y="412"/>
                      <a:pt x="78" y="411"/>
                    </a:cubicBezTo>
                    <a:cubicBezTo>
                      <a:pt x="79" y="411"/>
                      <a:pt x="79" y="411"/>
                      <a:pt x="79" y="411"/>
                    </a:cubicBezTo>
                    <a:cubicBezTo>
                      <a:pt x="80" y="410"/>
                      <a:pt x="80" y="410"/>
                      <a:pt x="80" y="410"/>
                    </a:cubicBezTo>
                    <a:cubicBezTo>
                      <a:pt x="87" y="409"/>
                      <a:pt x="96" y="405"/>
                      <a:pt x="103" y="386"/>
                    </a:cubicBezTo>
                    <a:cubicBezTo>
                      <a:pt x="107" y="374"/>
                      <a:pt x="111" y="348"/>
                      <a:pt x="106" y="288"/>
                    </a:cubicBezTo>
                    <a:cubicBezTo>
                      <a:pt x="105" y="278"/>
                      <a:pt x="104" y="269"/>
                      <a:pt x="104" y="261"/>
                    </a:cubicBezTo>
                    <a:cubicBezTo>
                      <a:pt x="94" y="246"/>
                      <a:pt x="87" y="232"/>
                      <a:pt x="82" y="220"/>
                    </a:cubicBezTo>
                    <a:cubicBezTo>
                      <a:pt x="66" y="184"/>
                      <a:pt x="59" y="144"/>
                      <a:pt x="58" y="101"/>
                    </a:cubicBezTo>
                    <a:cubicBezTo>
                      <a:pt x="58" y="85"/>
                      <a:pt x="60" y="74"/>
                      <a:pt x="60" y="71"/>
                    </a:cubicBezTo>
                    <a:cubicBezTo>
                      <a:pt x="63" y="51"/>
                      <a:pt x="80" y="36"/>
                      <a:pt x="100" y="36"/>
                    </a:cubicBezTo>
                    <a:cubicBezTo>
                      <a:pt x="101" y="36"/>
                      <a:pt x="103" y="36"/>
                      <a:pt x="105" y="37"/>
                    </a:cubicBezTo>
                    <a:cubicBezTo>
                      <a:pt x="115" y="38"/>
                      <a:pt x="125" y="43"/>
                      <a:pt x="131" y="52"/>
                    </a:cubicBezTo>
                    <a:cubicBezTo>
                      <a:pt x="138" y="60"/>
                      <a:pt x="141" y="71"/>
                      <a:pt x="139" y="81"/>
                    </a:cubicBezTo>
                    <a:cubicBezTo>
                      <a:pt x="139" y="81"/>
                      <a:pt x="139" y="81"/>
                      <a:pt x="139" y="81"/>
                    </a:cubicBezTo>
                    <a:cubicBezTo>
                      <a:pt x="139" y="82"/>
                      <a:pt x="139" y="82"/>
                      <a:pt x="139" y="82"/>
                    </a:cubicBezTo>
                    <a:cubicBezTo>
                      <a:pt x="139" y="83"/>
                      <a:pt x="139" y="84"/>
                      <a:pt x="139" y="86"/>
                    </a:cubicBezTo>
                    <a:cubicBezTo>
                      <a:pt x="139" y="89"/>
                      <a:pt x="138" y="94"/>
                      <a:pt x="138" y="101"/>
                    </a:cubicBezTo>
                    <a:cubicBezTo>
                      <a:pt x="138" y="103"/>
                      <a:pt x="138" y="105"/>
                      <a:pt x="139" y="108"/>
                    </a:cubicBezTo>
                    <a:cubicBezTo>
                      <a:pt x="149" y="96"/>
                      <a:pt x="161" y="86"/>
                      <a:pt x="175" y="78"/>
                    </a:cubicBezTo>
                    <a:cubicBezTo>
                      <a:pt x="171" y="60"/>
                      <a:pt x="166" y="45"/>
                      <a:pt x="161" y="36"/>
                    </a:cubicBezTo>
                    <a:cubicBezTo>
                      <a:pt x="161" y="36"/>
                      <a:pt x="161" y="36"/>
                      <a:pt x="161" y="36"/>
                    </a:cubicBezTo>
                    <a:cubicBezTo>
                      <a:pt x="154" y="22"/>
                      <a:pt x="143" y="12"/>
                      <a:pt x="129" y="9"/>
                    </a:cubicBezTo>
                    <a:cubicBezTo>
                      <a:pt x="95" y="0"/>
                      <a:pt x="45" y="19"/>
                      <a:pt x="25" y="77"/>
                    </a:cubicBezTo>
                    <a:cubicBezTo>
                      <a:pt x="12" y="116"/>
                      <a:pt x="4" y="147"/>
                      <a:pt x="0" y="180"/>
                    </a:cubicBezTo>
                    <a:cubicBezTo>
                      <a:pt x="19" y="195"/>
                      <a:pt x="19" y="195"/>
                      <a:pt x="19" y="195"/>
                    </a:cubicBezTo>
                    <a:lnTo>
                      <a:pt x="30" y="204"/>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3" name="Freeform 69"/>
              <p:cNvSpPr>
                <a:spLocks/>
              </p:cNvSpPr>
              <p:nvPr/>
            </p:nvSpPr>
            <p:spPr bwMode="auto">
              <a:xfrm>
                <a:off x="4283075" y="6248400"/>
                <a:ext cx="177800" cy="400050"/>
              </a:xfrm>
              <a:custGeom>
                <a:avLst/>
                <a:gdLst>
                  <a:gd name="T0" fmla="*/ 0 w 135"/>
                  <a:gd name="T1" fmla="*/ 83 h 303"/>
                  <a:gd name="T2" fmla="*/ 33 w 135"/>
                  <a:gd name="T3" fmla="*/ 257 h 303"/>
                  <a:gd name="T4" fmla="*/ 83 w 135"/>
                  <a:gd name="T5" fmla="*/ 303 h 303"/>
                  <a:gd name="T6" fmla="*/ 87 w 135"/>
                  <a:gd name="T7" fmla="*/ 303 h 303"/>
                  <a:gd name="T8" fmla="*/ 133 w 135"/>
                  <a:gd name="T9" fmla="*/ 249 h 303"/>
                  <a:gd name="T10" fmla="*/ 77 w 135"/>
                  <a:gd name="T11" fmla="*/ 0 h 303"/>
                  <a:gd name="T12" fmla="*/ 72 w 135"/>
                  <a:gd name="T13" fmla="*/ 12 h 303"/>
                  <a:gd name="T14" fmla="*/ 0 w 135"/>
                  <a:gd name="T15" fmla="*/ 83 h 3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303">
                    <a:moveTo>
                      <a:pt x="0" y="83"/>
                    </a:moveTo>
                    <a:cubicBezTo>
                      <a:pt x="15" y="132"/>
                      <a:pt x="28" y="190"/>
                      <a:pt x="33" y="257"/>
                    </a:cubicBezTo>
                    <a:cubicBezTo>
                      <a:pt x="35" y="283"/>
                      <a:pt x="57" y="303"/>
                      <a:pt x="83" y="303"/>
                    </a:cubicBezTo>
                    <a:cubicBezTo>
                      <a:pt x="84" y="303"/>
                      <a:pt x="85" y="303"/>
                      <a:pt x="87" y="303"/>
                    </a:cubicBezTo>
                    <a:cubicBezTo>
                      <a:pt x="114" y="301"/>
                      <a:pt x="135" y="277"/>
                      <a:pt x="133" y="249"/>
                    </a:cubicBezTo>
                    <a:cubicBezTo>
                      <a:pt x="125" y="148"/>
                      <a:pt x="102" y="65"/>
                      <a:pt x="77" y="0"/>
                    </a:cubicBezTo>
                    <a:cubicBezTo>
                      <a:pt x="76" y="4"/>
                      <a:pt x="74" y="8"/>
                      <a:pt x="72" y="12"/>
                    </a:cubicBezTo>
                    <a:cubicBezTo>
                      <a:pt x="56" y="44"/>
                      <a:pt x="32" y="68"/>
                      <a:pt x="0" y="8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4" name="Freeform 70"/>
              <p:cNvSpPr>
                <a:spLocks/>
              </p:cNvSpPr>
              <p:nvPr/>
            </p:nvSpPr>
            <p:spPr bwMode="auto">
              <a:xfrm>
                <a:off x="3990975" y="6359525"/>
                <a:ext cx="290513" cy="296862"/>
              </a:xfrm>
              <a:custGeom>
                <a:avLst/>
                <a:gdLst>
                  <a:gd name="T0" fmla="*/ 156 w 220"/>
                  <a:gd name="T1" fmla="*/ 15 h 225"/>
                  <a:gd name="T2" fmla="*/ 113 w 220"/>
                  <a:gd name="T3" fmla="*/ 8 h 225"/>
                  <a:gd name="T4" fmla="*/ 111 w 220"/>
                  <a:gd name="T5" fmla="*/ 14 h 225"/>
                  <a:gd name="T6" fmla="*/ 24 w 220"/>
                  <a:gd name="T7" fmla="*/ 131 h 225"/>
                  <a:gd name="T8" fmla="*/ 17 w 220"/>
                  <a:gd name="T9" fmla="*/ 201 h 225"/>
                  <a:gd name="T10" fmla="*/ 87 w 220"/>
                  <a:gd name="T11" fmla="*/ 208 h 225"/>
                  <a:gd name="T12" fmla="*/ 204 w 220"/>
                  <a:gd name="T13" fmla="*/ 51 h 225"/>
                  <a:gd name="T14" fmla="*/ 220 w 220"/>
                  <a:gd name="T15" fmla="*/ 0 h 225"/>
                  <a:gd name="T16" fmla="*/ 200 w 220"/>
                  <a:gd name="T17" fmla="*/ 8 h 225"/>
                  <a:gd name="T18" fmla="*/ 156 w 220"/>
                  <a:gd name="T19" fmla="*/ 15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0" h="225">
                    <a:moveTo>
                      <a:pt x="156" y="15"/>
                    </a:moveTo>
                    <a:cubicBezTo>
                      <a:pt x="142" y="15"/>
                      <a:pt x="128" y="12"/>
                      <a:pt x="113" y="8"/>
                    </a:cubicBezTo>
                    <a:cubicBezTo>
                      <a:pt x="113" y="10"/>
                      <a:pt x="112" y="12"/>
                      <a:pt x="111" y="14"/>
                    </a:cubicBezTo>
                    <a:cubicBezTo>
                      <a:pt x="95" y="54"/>
                      <a:pt x="69" y="94"/>
                      <a:pt x="24" y="131"/>
                    </a:cubicBezTo>
                    <a:cubicBezTo>
                      <a:pt x="3" y="148"/>
                      <a:pt x="0" y="180"/>
                      <a:pt x="17" y="201"/>
                    </a:cubicBezTo>
                    <a:cubicBezTo>
                      <a:pt x="35" y="222"/>
                      <a:pt x="66" y="225"/>
                      <a:pt x="87" y="208"/>
                    </a:cubicBezTo>
                    <a:cubicBezTo>
                      <a:pt x="145" y="160"/>
                      <a:pt x="182" y="105"/>
                      <a:pt x="204" y="51"/>
                    </a:cubicBezTo>
                    <a:cubicBezTo>
                      <a:pt x="211" y="34"/>
                      <a:pt x="216" y="17"/>
                      <a:pt x="220" y="0"/>
                    </a:cubicBezTo>
                    <a:cubicBezTo>
                      <a:pt x="214" y="3"/>
                      <a:pt x="207" y="6"/>
                      <a:pt x="200" y="8"/>
                    </a:cubicBezTo>
                    <a:cubicBezTo>
                      <a:pt x="185" y="12"/>
                      <a:pt x="171" y="15"/>
                      <a:pt x="156" y="1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5" name="Freeform 71"/>
              <p:cNvSpPr>
                <a:spLocks/>
              </p:cNvSpPr>
              <p:nvPr/>
            </p:nvSpPr>
            <p:spPr bwMode="auto">
              <a:xfrm>
                <a:off x="3863975" y="5875338"/>
                <a:ext cx="519113" cy="492125"/>
              </a:xfrm>
              <a:custGeom>
                <a:avLst/>
                <a:gdLst>
                  <a:gd name="T0" fmla="*/ 389 w 394"/>
                  <a:gd name="T1" fmla="*/ 190 h 373"/>
                  <a:gd name="T2" fmla="*/ 307 w 394"/>
                  <a:gd name="T3" fmla="*/ 132 h 373"/>
                  <a:gd name="T4" fmla="*/ 307 w 394"/>
                  <a:gd name="T5" fmla="*/ 134 h 373"/>
                  <a:gd name="T6" fmla="*/ 303 w 394"/>
                  <a:gd name="T7" fmla="*/ 240 h 373"/>
                  <a:gd name="T8" fmla="*/ 268 w 394"/>
                  <a:gd name="T9" fmla="*/ 274 h 373"/>
                  <a:gd name="T10" fmla="*/ 215 w 394"/>
                  <a:gd name="T11" fmla="*/ 259 h 373"/>
                  <a:gd name="T12" fmla="*/ 174 w 394"/>
                  <a:gd name="T13" fmla="*/ 190 h 373"/>
                  <a:gd name="T14" fmla="*/ 195 w 394"/>
                  <a:gd name="T15" fmla="*/ 56 h 373"/>
                  <a:gd name="T16" fmla="*/ 124 w 394"/>
                  <a:gd name="T17" fmla="*/ 0 h 373"/>
                  <a:gd name="T18" fmla="*/ 76 w 394"/>
                  <a:gd name="T19" fmla="*/ 180 h 373"/>
                  <a:gd name="T20" fmla="*/ 0 w 394"/>
                  <a:gd name="T21" fmla="*/ 204 h 373"/>
                  <a:gd name="T22" fmla="*/ 24 w 394"/>
                  <a:gd name="T23" fmla="*/ 281 h 373"/>
                  <a:gd name="T24" fmla="*/ 101 w 394"/>
                  <a:gd name="T25" fmla="*/ 257 h 373"/>
                  <a:gd name="T26" fmla="*/ 168 w 394"/>
                  <a:gd name="T27" fmla="*/ 334 h 373"/>
                  <a:gd name="T28" fmla="*/ 291 w 394"/>
                  <a:gd name="T29" fmla="*/ 360 h 373"/>
                  <a:gd name="T30" fmla="*/ 376 w 394"/>
                  <a:gd name="T31" fmla="*/ 287 h 373"/>
                  <a:gd name="T32" fmla="*/ 394 w 394"/>
                  <a:gd name="T33" fmla="*/ 191 h 373"/>
                  <a:gd name="T34" fmla="*/ 389 w 394"/>
                  <a:gd name="T35" fmla="*/ 19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4" h="373">
                    <a:moveTo>
                      <a:pt x="389" y="190"/>
                    </a:moveTo>
                    <a:cubicBezTo>
                      <a:pt x="353" y="175"/>
                      <a:pt x="326" y="154"/>
                      <a:pt x="307" y="132"/>
                    </a:cubicBezTo>
                    <a:cubicBezTo>
                      <a:pt x="307" y="133"/>
                      <a:pt x="307" y="133"/>
                      <a:pt x="307" y="134"/>
                    </a:cubicBezTo>
                    <a:cubicBezTo>
                      <a:pt x="312" y="185"/>
                      <a:pt x="310" y="220"/>
                      <a:pt x="303" y="240"/>
                    </a:cubicBezTo>
                    <a:cubicBezTo>
                      <a:pt x="296" y="259"/>
                      <a:pt x="284" y="271"/>
                      <a:pt x="268" y="274"/>
                    </a:cubicBezTo>
                    <a:cubicBezTo>
                      <a:pt x="251" y="280"/>
                      <a:pt x="233" y="274"/>
                      <a:pt x="215" y="259"/>
                    </a:cubicBezTo>
                    <a:cubicBezTo>
                      <a:pt x="197" y="243"/>
                      <a:pt x="183" y="220"/>
                      <a:pt x="174" y="190"/>
                    </a:cubicBezTo>
                    <a:cubicBezTo>
                      <a:pt x="162" y="145"/>
                      <a:pt x="169" y="100"/>
                      <a:pt x="195" y="56"/>
                    </a:cubicBezTo>
                    <a:cubicBezTo>
                      <a:pt x="124" y="0"/>
                      <a:pt x="124" y="0"/>
                      <a:pt x="124" y="0"/>
                    </a:cubicBezTo>
                    <a:cubicBezTo>
                      <a:pt x="83" y="57"/>
                      <a:pt x="67" y="117"/>
                      <a:pt x="76" y="180"/>
                    </a:cubicBezTo>
                    <a:cubicBezTo>
                      <a:pt x="0" y="204"/>
                      <a:pt x="0" y="204"/>
                      <a:pt x="0" y="204"/>
                    </a:cubicBezTo>
                    <a:cubicBezTo>
                      <a:pt x="24" y="281"/>
                      <a:pt x="24" y="281"/>
                      <a:pt x="24" y="281"/>
                    </a:cubicBezTo>
                    <a:cubicBezTo>
                      <a:pt x="101" y="257"/>
                      <a:pt x="101" y="257"/>
                      <a:pt x="101" y="257"/>
                    </a:cubicBezTo>
                    <a:cubicBezTo>
                      <a:pt x="116" y="287"/>
                      <a:pt x="139" y="313"/>
                      <a:pt x="168" y="334"/>
                    </a:cubicBezTo>
                    <a:cubicBezTo>
                      <a:pt x="208" y="364"/>
                      <a:pt x="249" y="373"/>
                      <a:pt x="291" y="360"/>
                    </a:cubicBezTo>
                    <a:cubicBezTo>
                      <a:pt x="330" y="347"/>
                      <a:pt x="358" y="323"/>
                      <a:pt x="376" y="287"/>
                    </a:cubicBezTo>
                    <a:cubicBezTo>
                      <a:pt x="387" y="264"/>
                      <a:pt x="393" y="232"/>
                      <a:pt x="394" y="191"/>
                    </a:cubicBezTo>
                    <a:cubicBezTo>
                      <a:pt x="392" y="191"/>
                      <a:pt x="391" y="190"/>
                      <a:pt x="389" y="190"/>
                    </a:cubicBezTo>
                    <a:close/>
                  </a:path>
                </a:pathLst>
              </a:custGeom>
              <a:solidFill>
                <a:srgbClr val="FF6682"/>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6" name="Freeform 72"/>
              <p:cNvSpPr>
                <a:spLocks/>
              </p:cNvSpPr>
              <p:nvPr/>
            </p:nvSpPr>
            <p:spPr bwMode="auto">
              <a:xfrm>
                <a:off x="4292600" y="5768975"/>
                <a:ext cx="415925" cy="447675"/>
              </a:xfrm>
              <a:custGeom>
                <a:avLst/>
                <a:gdLst>
                  <a:gd name="T0" fmla="*/ 236 w 315"/>
                  <a:gd name="T1" fmla="*/ 107 h 339"/>
                  <a:gd name="T2" fmla="*/ 169 w 315"/>
                  <a:gd name="T3" fmla="*/ 27 h 339"/>
                  <a:gd name="T4" fmla="*/ 62 w 315"/>
                  <a:gd name="T5" fmla="*/ 12 h 339"/>
                  <a:gd name="T6" fmla="*/ 0 w 315"/>
                  <a:gd name="T7" fmla="*/ 61 h 339"/>
                  <a:gd name="T8" fmla="*/ 15 w 315"/>
                  <a:gd name="T9" fmla="*/ 116 h 339"/>
                  <a:gd name="T10" fmla="*/ 62 w 315"/>
                  <a:gd name="T11" fmla="*/ 177 h 339"/>
                  <a:gd name="T12" fmla="*/ 64 w 315"/>
                  <a:gd name="T13" fmla="*/ 128 h 339"/>
                  <a:gd name="T14" fmla="*/ 90 w 315"/>
                  <a:gd name="T15" fmla="*/ 98 h 339"/>
                  <a:gd name="T16" fmla="*/ 162 w 315"/>
                  <a:gd name="T17" fmla="*/ 160 h 339"/>
                  <a:gd name="T18" fmla="*/ 146 w 315"/>
                  <a:gd name="T19" fmla="*/ 286 h 339"/>
                  <a:gd name="T20" fmla="*/ 212 w 315"/>
                  <a:gd name="T21" fmla="*/ 339 h 339"/>
                  <a:gd name="T22" fmla="*/ 255 w 315"/>
                  <a:gd name="T23" fmla="*/ 185 h 339"/>
                  <a:gd name="T24" fmla="*/ 315 w 315"/>
                  <a:gd name="T25" fmla="*/ 166 h 339"/>
                  <a:gd name="T26" fmla="*/ 291 w 315"/>
                  <a:gd name="T27" fmla="*/ 89 h 339"/>
                  <a:gd name="T28" fmla="*/ 236 w 315"/>
                  <a:gd name="T29" fmla="*/ 107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5" h="339">
                    <a:moveTo>
                      <a:pt x="236" y="107"/>
                    </a:moveTo>
                    <a:cubicBezTo>
                      <a:pt x="220" y="71"/>
                      <a:pt x="198" y="45"/>
                      <a:pt x="169" y="27"/>
                    </a:cubicBezTo>
                    <a:cubicBezTo>
                      <a:pt x="132" y="5"/>
                      <a:pt x="97" y="0"/>
                      <a:pt x="62" y="12"/>
                    </a:cubicBezTo>
                    <a:cubicBezTo>
                      <a:pt x="36" y="20"/>
                      <a:pt x="15" y="37"/>
                      <a:pt x="0" y="61"/>
                    </a:cubicBezTo>
                    <a:cubicBezTo>
                      <a:pt x="3" y="77"/>
                      <a:pt x="7" y="97"/>
                      <a:pt x="15" y="116"/>
                    </a:cubicBezTo>
                    <a:cubicBezTo>
                      <a:pt x="26" y="142"/>
                      <a:pt x="42" y="162"/>
                      <a:pt x="62" y="177"/>
                    </a:cubicBezTo>
                    <a:cubicBezTo>
                      <a:pt x="60" y="156"/>
                      <a:pt x="61" y="139"/>
                      <a:pt x="64" y="128"/>
                    </a:cubicBezTo>
                    <a:cubicBezTo>
                      <a:pt x="69" y="113"/>
                      <a:pt x="77" y="103"/>
                      <a:pt x="90" y="98"/>
                    </a:cubicBezTo>
                    <a:cubicBezTo>
                      <a:pt x="122" y="88"/>
                      <a:pt x="146" y="109"/>
                      <a:pt x="162" y="160"/>
                    </a:cubicBezTo>
                    <a:cubicBezTo>
                      <a:pt x="174" y="208"/>
                      <a:pt x="168" y="250"/>
                      <a:pt x="146" y="286"/>
                    </a:cubicBezTo>
                    <a:cubicBezTo>
                      <a:pt x="212" y="339"/>
                      <a:pt x="212" y="339"/>
                      <a:pt x="212" y="339"/>
                    </a:cubicBezTo>
                    <a:cubicBezTo>
                      <a:pt x="246" y="294"/>
                      <a:pt x="260" y="242"/>
                      <a:pt x="255" y="185"/>
                    </a:cubicBezTo>
                    <a:cubicBezTo>
                      <a:pt x="315" y="166"/>
                      <a:pt x="315" y="166"/>
                      <a:pt x="315" y="166"/>
                    </a:cubicBezTo>
                    <a:cubicBezTo>
                      <a:pt x="291" y="89"/>
                      <a:pt x="291" y="89"/>
                      <a:pt x="291" y="89"/>
                    </a:cubicBezTo>
                    <a:lnTo>
                      <a:pt x="236" y="107"/>
                    </a:lnTo>
                    <a:close/>
                  </a:path>
                </a:pathLst>
              </a:custGeom>
              <a:solidFill>
                <a:srgbClr val="FF6682"/>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7" name="Freeform 73"/>
              <p:cNvSpPr>
                <a:spLocks/>
              </p:cNvSpPr>
              <p:nvPr/>
            </p:nvSpPr>
            <p:spPr bwMode="auto">
              <a:xfrm>
                <a:off x="4194175" y="5729288"/>
                <a:ext cx="250825" cy="390525"/>
              </a:xfrm>
              <a:custGeom>
                <a:avLst/>
                <a:gdLst>
                  <a:gd name="T0" fmla="*/ 82 w 190"/>
                  <a:gd name="T1" fmla="*/ 149 h 295"/>
                  <a:gd name="T2" fmla="*/ 64 w 190"/>
                  <a:gd name="T3" fmla="*/ 59 h 295"/>
                  <a:gd name="T4" fmla="*/ 65 w 190"/>
                  <a:gd name="T5" fmla="*/ 43 h 295"/>
                  <a:gd name="T6" fmla="*/ 65 w 190"/>
                  <a:gd name="T7" fmla="*/ 39 h 295"/>
                  <a:gd name="T8" fmla="*/ 65 w 190"/>
                  <a:gd name="T9" fmla="*/ 38 h 295"/>
                  <a:gd name="T10" fmla="*/ 65 w 190"/>
                  <a:gd name="T11" fmla="*/ 38 h 295"/>
                  <a:gd name="T12" fmla="*/ 38 w 190"/>
                  <a:gd name="T13" fmla="*/ 2 h 295"/>
                  <a:gd name="T14" fmla="*/ 2 w 190"/>
                  <a:gd name="T15" fmla="*/ 30 h 295"/>
                  <a:gd name="T16" fmla="*/ 2 w 190"/>
                  <a:gd name="T17" fmla="*/ 30 h 295"/>
                  <a:gd name="T18" fmla="*/ 0 w 190"/>
                  <a:gd name="T19" fmla="*/ 59 h 295"/>
                  <a:gd name="T20" fmla="*/ 23 w 190"/>
                  <a:gd name="T21" fmla="*/ 175 h 295"/>
                  <a:gd name="T22" fmla="*/ 141 w 190"/>
                  <a:gd name="T23" fmla="*/ 292 h 295"/>
                  <a:gd name="T24" fmla="*/ 154 w 190"/>
                  <a:gd name="T25" fmla="*/ 295 h 295"/>
                  <a:gd name="T26" fmla="*/ 183 w 190"/>
                  <a:gd name="T27" fmla="*/ 275 h 295"/>
                  <a:gd name="T28" fmla="*/ 166 w 190"/>
                  <a:gd name="T29" fmla="*/ 233 h 295"/>
                  <a:gd name="T30" fmla="*/ 82 w 190"/>
                  <a:gd name="T31" fmla="*/ 149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0" h="295">
                    <a:moveTo>
                      <a:pt x="82" y="149"/>
                    </a:moveTo>
                    <a:cubicBezTo>
                      <a:pt x="67" y="116"/>
                      <a:pt x="64" y="81"/>
                      <a:pt x="64" y="59"/>
                    </a:cubicBezTo>
                    <a:cubicBezTo>
                      <a:pt x="64" y="52"/>
                      <a:pt x="65" y="47"/>
                      <a:pt x="65" y="43"/>
                    </a:cubicBezTo>
                    <a:cubicBezTo>
                      <a:pt x="65" y="41"/>
                      <a:pt x="65" y="40"/>
                      <a:pt x="65" y="39"/>
                    </a:cubicBezTo>
                    <a:cubicBezTo>
                      <a:pt x="65" y="39"/>
                      <a:pt x="65" y="39"/>
                      <a:pt x="65" y="38"/>
                    </a:cubicBezTo>
                    <a:cubicBezTo>
                      <a:pt x="65" y="38"/>
                      <a:pt x="65" y="38"/>
                      <a:pt x="65" y="38"/>
                    </a:cubicBezTo>
                    <a:cubicBezTo>
                      <a:pt x="68" y="21"/>
                      <a:pt x="55" y="5"/>
                      <a:pt x="38" y="2"/>
                    </a:cubicBezTo>
                    <a:cubicBezTo>
                      <a:pt x="20" y="0"/>
                      <a:pt x="4" y="13"/>
                      <a:pt x="2" y="30"/>
                    </a:cubicBezTo>
                    <a:cubicBezTo>
                      <a:pt x="2" y="30"/>
                      <a:pt x="2" y="30"/>
                      <a:pt x="2" y="30"/>
                    </a:cubicBezTo>
                    <a:cubicBezTo>
                      <a:pt x="2" y="31"/>
                      <a:pt x="0" y="42"/>
                      <a:pt x="0" y="59"/>
                    </a:cubicBezTo>
                    <a:cubicBezTo>
                      <a:pt x="0" y="86"/>
                      <a:pt x="4" y="130"/>
                      <a:pt x="23" y="175"/>
                    </a:cubicBezTo>
                    <a:cubicBezTo>
                      <a:pt x="42" y="219"/>
                      <a:pt x="79" y="266"/>
                      <a:pt x="141" y="292"/>
                    </a:cubicBezTo>
                    <a:cubicBezTo>
                      <a:pt x="145" y="294"/>
                      <a:pt x="149" y="295"/>
                      <a:pt x="154" y="295"/>
                    </a:cubicBezTo>
                    <a:cubicBezTo>
                      <a:pt x="166" y="295"/>
                      <a:pt x="178" y="287"/>
                      <a:pt x="183" y="275"/>
                    </a:cubicBezTo>
                    <a:cubicBezTo>
                      <a:pt x="190" y="259"/>
                      <a:pt x="182" y="240"/>
                      <a:pt x="166" y="233"/>
                    </a:cubicBezTo>
                    <a:cubicBezTo>
                      <a:pt x="120" y="214"/>
                      <a:pt x="96" y="183"/>
                      <a:pt x="82" y="14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1" name="组合 10"/>
            <p:cNvGrpSpPr/>
            <p:nvPr/>
          </p:nvGrpSpPr>
          <p:grpSpPr>
            <a:xfrm>
              <a:off x="4997450" y="5111750"/>
              <a:ext cx="1398588" cy="1536700"/>
              <a:chOff x="4997450" y="5111750"/>
              <a:chExt cx="1398588" cy="1536700"/>
            </a:xfrm>
          </p:grpSpPr>
          <p:sp>
            <p:nvSpPr>
              <p:cNvPr id="21" name="Freeform 74"/>
              <p:cNvSpPr>
                <a:spLocks/>
              </p:cNvSpPr>
              <p:nvPr/>
            </p:nvSpPr>
            <p:spPr bwMode="auto">
              <a:xfrm>
                <a:off x="5419725" y="5386388"/>
                <a:ext cx="269875" cy="220662"/>
              </a:xfrm>
              <a:custGeom>
                <a:avLst/>
                <a:gdLst>
                  <a:gd name="T0" fmla="*/ 80 w 205"/>
                  <a:gd name="T1" fmla="*/ 47 h 167"/>
                  <a:gd name="T2" fmla="*/ 176 w 205"/>
                  <a:gd name="T3" fmla="*/ 44 h 167"/>
                  <a:gd name="T4" fmla="*/ 200 w 205"/>
                  <a:gd name="T5" fmla="*/ 36 h 167"/>
                  <a:gd name="T6" fmla="*/ 200 w 205"/>
                  <a:gd name="T7" fmla="*/ 36 h 167"/>
                  <a:gd name="T8" fmla="*/ 205 w 205"/>
                  <a:gd name="T9" fmla="*/ 36 h 167"/>
                  <a:gd name="T10" fmla="*/ 67 w 205"/>
                  <a:gd name="T11" fmla="*/ 28 h 167"/>
                  <a:gd name="T12" fmla="*/ 17 w 205"/>
                  <a:gd name="T13" fmla="*/ 167 h 167"/>
                  <a:gd name="T14" fmla="*/ 41 w 205"/>
                  <a:gd name="T15" fmla="*/ 166 h 167"/>
                  <a:gd name="T16" fmla="*/ 80 w 205"/>
                  <a:gd name="T17" fmla="*/ 4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5" h="167">
                    <a:moveTo>
                      <a:pt x="80" y="47"/>
                    </a:moveTo>
                    <a:cubicBezTo>
                      <a:pt x="110" y="29"/>
                      <a:pt x="146" y="29"/>
                      <a:pt x="176" y="44"/>
                    </a:cubicBezTo>
                    <a:cubicBezTo>
                      <a:pt x="182" y="39"/>
                      <a:pt x="191" y="36"/>
                      <a:pt x="200" y="36"/>
                    </a:cubicBezTo>
                    <a:cubicBezTo>
                      <a:pt x="200" y="36"/>
                      <a:pt x="200" y="36"/>
                      <a:pt x="200" y="36"/>
                    </a:cubicBezTo>
                    <a:cubicBezTo>
                      <a:pt x="202" y="36"/>
                      <a:pt x="203" y="36"/>
                      <a:pt x="205" y="36"/>
                    </a:cubicBezTo>
                    <a:cubicBezTo>
                      <a:pt x="166" y="5"/>
                      <a:pt x="111" y="0"/>
                      <a:pt x="67" y="28"/>
                    </a:cubicBezTo>
                    <a:cubicBezTo>
                      <a:pt x="19" y="58"/>
                      <a:pt x="0" y="116"/>
                      <a:pt x="17" y="167"/>
                    </a:cubicBezTo>
                    <a:cubicBezTo>
                      <a:pt x="25" y="166"/>
                      <a:pt x="33" y="166"/>
                      <a:pt x="41" y="166"/>
                    </a:cubicBezTo>
                    <a:cubicBezTo>
                      <a:pt x="24" y="123"/>
                      <a:pt x="39" y="72"/>
                      <a:pt x="80" y="47"/>
                    </a:cubicBezTo>
                    <a:close/>
                  </a:path>
                </a:pathLst>
              </a:custGeom>
              <a:solidFill>
                <a:srgbClr val="FF6682"/>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 name="Freeform 75"/>
              <p:cNvSpPr>
                <a:spLocks/>
              </p:cNvSpPr>
              <p:nvPr/>
            </p:nvSpPr>
            <p:spPr bwMode="auto">
              <a:xfrm>
                <a:off x="5716588" y="5538788"/>
                <a:ext cx="31750" cy="28575"/>
              </a:xfrm>
              <a:custGeom>
                <a:avLst/>
                <a:gdLst>
                  <a:gd name="T0" fmla="*/ 1 w 24"/>
                  <a:gd name="T1" fmla="*/ 22 h 22"/>
                  <a:gd name="T2" fmla="*/ 24 w 24"/>
                  <a:gd name="T3" fmla="*/ 18 h 22"/>
                  <a:gd name="T4" fmla="*/ 23 w 24"/>
                  <a:gd name="T5" fmla="*/ 0 h 22"/>
                  <a:gd name="T6" fmla="*/ 0 w 24"/>
                  <a:gd name="T7" fmla="*/ 1 h 22"/>
                  <a:gd name="T8" fmla="*/ 1 w 24"/>
                  <a:gd name="T9" fmla="*/ 22 h 22"/>
                </a:gdLst>
                <a:ahLst/>
                <a:cxnLst>
                  <a:cxn ang="0">
                    <a:pos x="T0" y="T1"/>
                  </a:cxn>
                  <a:cxn ang="0">
                    <a:pos x="T2" y="T3"/>
                  </a:cxn>
                  <a:cxn ang="0">
                    <a:pos x="T4" y="T5"/>
                  </a:cxn>
                  <a:cxn ang="0">
                    <a:pos x="T6" y="T7"/>
                  </a:cxn>
                  <a:cxn ang="0">
                    <a:pos x="T8" y="T9"/>
                  </a:cxn>
                </a:cxnLst>
                <a:rect l="0" t="0" r="r" b="b"/>
                <a:pathLst>
                  <a:path w="24" h="22">
                    <a:moveTo>
                      <a:pt x="1" y="22"/>
                    </a:moveTo>
                    <a:cubicBezTo>
                      <a:pt x="8" y="20"/>
                      <a:pt x="16" y="18"/>
                      <a:pt x="24" y="18"/>
                    </a:cubicBezTo>
                    <a:cubicBezTo>
                      <a:pt x="24" y="12"/>
                      <a:pt x="24" y="6"/>
                      <a:pt x="23" y="0"/>
                    </a:cubicBezTo>
                    <a:cubicBezTo>
                      <a:pt x="16" y="1"/>
                      <a:pt x="8" y="1"/>
                      <a:pt x="0" y="1"/>
                    </a:cubicBezTo>
                    <a:cubicBezTo>
                      <a:pt x="1" y="8"/>
                      <a:pt x="1" y="15"/>
                      <a:pt x="1" y="2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3" name="Freeform 76"/>
              <p:cNvSpPr>
                <a:spLocks/>
              </p:cNvSpPr>
              <p:nvPr/>
            </p:nvSpPr>
            <p:spPr bwMode="auto">
              <a:xfrm>
                <a:off x="5511800" y="5461000"/>
                <a:ext cx="158750" cy="169862"/>
              </a:xfrm>
              <a:custGeom>
                <a:avLst/>
                <a:gdLst>
                  <a:gd name="T0" fmla="*/ 114 w 120"/>
                  <a:gd name="T1" fmla="*/ 67 h 129"/>
                  <a:gd name="T2" fmla="*/ 92 w 120"/>
                  <a:gd name="T3" fmla="*/ 51 h 129"/>
                  <a:gd name="T4" fmla="*/ 51 w 120"/>
                  <a:gd name="T5" fmla="*/ 58 h 129"/>
                  <a:gd name="T6" fmla="*/ 34 w 120"/>
                  <a:gd name="T7" fmla="*/ 62 h 129"/>
                  <a:gd name="T8" fmla="*/ 25 w 120"/>
                  <a:gd name="T9" fmla="*/ 58 h 129"/>
                  <a:gd name="T10" fmla="*/ 35 w 120"/>
                  <a:gd name="T11" fmla="*/ 37 h 129"/>
                  <a:gd name="T12" fmla="*/ 66 w 120"/>
                  <a:gd name="T13" fmla="*/ 33 h 129"/>
                  <a:gd name="T14" fmla="*/ 75 w 120"/>
                  <a:gd name="T15" fmla="*/ 14 h 129"/>
                  <a:gd name="T16" fmla="*/ 36 w 120"/>
                  <a:gd name="T17" fmla="*/ 13 h 129"/>
                  <a:gd name="T18" fmla="*/ 28 w 120"/>
                  <a:gd name="T19" fmla="*/ 0 h 129"/>
                  <a:gd name="T20" fmla="*/ 11 w 120"/>
                  <a:gd name="T21" fmla="*/ 11 h 129"/>
                  <a:gd name="T22" fmla="*/ 18 w 120"/>
                  <a:gd name="T23" fmla="*/ 23 h 129"/>
                  <a:gd name="T24" fmla="*/ 3 w 120"/>
                  <a:gd name="T25" fmla="*/ 44 h 129"/>
                  <a:gd name="T26" fmla="*/ 6 w 120"/>
                  <a:gd name="T27" fmla="*/ 70 h 129"/>
                  <a:gd name="T28" fmla="*/ 24 w 120"/>
                  <a:gd name="T29" fmla="*/ 82 h 129"/>
                  <a:gd name="T30" fmla="*/ 59 w 120"/>
                  <a:gd name="T31" fmla="*/ 77 h 129"/>
                  <a:gd name="T32" fmla="*/ 85 w 120"/>
                  <a:gd name="T33" fmla="*/ 71 h 129"/>
                  <a:gd name="T34" fmla="*/ 95 w 120"/>
                  <a:gd name="T35" fmla="*/ 77 h 129"/>
                  <a:gd name="T36" fmla="*/ 94 w 120"/>
                  <a:gd name="T37" fmla="*/ 91 h 129"/>
                  <a:gd name="T38" fmla="*/ 81 w 120"/>
                  <a:gd name="T39" fmla="*/ 105 h 129"/>
                  <a:gd name="T40" fmla="*/ 47 w 120"/>
                  <a:gd name="T41" fmla="*/ 108 h 129"/>
                  <a:gd name="T42" fmla="*/ 43 w 120"/>
                  <a:gd name="T43" fmla="*/ 118 h 129"/>
                  <a:gd name="T44" fmla="*/ 81 w 120"/>
                  <a:gd name="T45" fmla="*/ 129 h 129"/>
                  <a:gd name="T46" fmla="*/ 115 w 120"/>
                  <a:gd name="T47" fmla="*/ 98 h 129"/>
                  <a:gd name="T48" fmla="*/ 115 w 120"/>
                  <a:gd name="T49" fmla="*/ 98 h 129"/>
                  <a:gd name="T50" fmla="*/ 114 w 120"/>
                  <a:gd name="T51" fmla="*/ 67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0" h="129">
                    <a:moveTo>
                      <a:pt x="114" y="67"/>
                    </a:moveTo>
                    <a:cubicBezTo>
                      <a:pt x="109" y="58"/>
                      <a:pt x="101" y="53"/>
                      <a:pt x="92" y="51"/>
                    </a:cubicBezTo>
                    <a:cubicBezTo>
                      <a:pt x="82" y="49"/>
                      <a:pt x="68" y="51"/>
                      <a:pt x="51" y="58"/>
                    </a:cubicBezTo>
                    <a:cubicBezTo>
                      <a:pt x="43" y="61"/>
                      <a:pt x="38" y="62"/>
                      <a:pt x="34" y="62"/>
                    </a:cubicBezTo>
                    <a:cubicBezTo>
                      <a:pt x="30" y="62"/>
                      <a:pt x="27" y="61"/>
                      <a:pt x="25" y="58"/>
                    </a:cubicBezTo>
                    <a:cubicBezTo>
                      <a:pt x="21" y="51"/>
                      <a:pt x="24" y="44"/>
                      <a:pt x="35" y="37"/>
                    </a:cubicBezTo>
                    <a:cubicBezTo>
                      <a:pt x="46" y="31"/>
                      <a:pt x="57" y="30"/>
                      <a:pt x="66" y="33"/>
                    </a:cubicBezTo>
                    <a:cubicBezTo>
                      <a:pt x="75" y="14"/>
                      <a:pt x="75" y="14"/>
                      <a:pt x="75" y="14"/>
                    </a:cubicBezTo>
                    <a:cubicBezTo>
                      <a:pt x="62" y="9"/>
                      <a:pt x="49" y="9"/>
                      <a:pt x="36" y="13"/>
                    </a:cubicBezTo>
                    <a:cubicBezTo>
                      <a:pt x="28" y="0"/>
                      <a:pt x="28" y="0"/>
                      <a:pt x="28" y="0"/>
                    </a:cubicBezTo>
                    <a:cubicBezTo>
                      <a:pt x="11" y="11"/>
                      <a:pt x="11" y="11"/>
                      <a:pt x="11" y="11"/>
                    </a:cubicBezTo>
                    <a:cubicBezTo>
                      <a:pt x="18" y="23"/>
                      <a:pt x="18" y="23"/>
                      <a:pt x="18" y="23"/>
                    </a:cubicBezTo>
                    <a:cubicBezTo>
                      <a:pt x="11" y="29"/>
                      <a:pt x="6" y="36"/>
                      <a:pt x="3" y="44"/>
                    </a:cubicBezTo>
                    <a:cubicBezTo>
                      <a:pt x="0" y="54"/>
                      <a:pt x="1" y="62"/>
                      <a:pt x="6" y="70"/>
                    </a:cubicBezTo>
                    <a:cubicBezTo>
                      <a:pt x="10" y="76"/>
                      <a:pt x="16" y="80"/>
                      <a:pt x="24" y="82"/>
                    </a:cubicBezTo>
                    <a:cubicBezTo>
                      <a:pt x="32" y="84"/>
                      <a:pt x="44" y="82"/>
                      <a:pt x="59" y="77"/>
                    </a:cubicBezTo>
                    <a:cubicBezTo>
                      <a:pt x="71" y="73"/>
                      <a:pt x="80" y="71"/>
                      <a:pt x="85" y="71"/>
                    </a:cubicBezTo>
                    <a:cubicBezTo>
                      <a:pt x="90" y="72"/>
                      <a:pt x="93" y="74"/>
                      <a:pt x="95" y="77"/>
                    </a:cubicBezTo>
                    <a:cubicBezTo>
                      <a:pt x="97" y="81"/>
                      <a:pt x="97" y="86"/>
                      <a:pt x="94" y="91"/>
                    </a:cubicBezTo>
                    <a:cubicBezTo>
                      <a:pt x="92" y="96"/>
                      <a:pt x="87" y="101"/>
                      <a:pt x="81" y="105"/>
                    </a:cubicBezTo>
                    <a:cubicBezTo>
                      <a:pt x="71" y="111"/>
                      <a:pt x="59" y="112"/>
                      <a:pt x="47" y="108"/>
                    </a:cubicBezTo>
                    <a:cubicBezTo>
                      <a:pt x="43" y="118"/>
                      <a:pt x="43" y="118"/>
                      <a:pt x="43" y="118"/>
                    </a:cubicBezTo>
                    <a:cubicBezTo>
                      <a:pt x="56" y="121"/>
                      <a:pt x="69" y="124"/>
                      <a:pt x="81" y="129"/>
                    </a:cubicBezTo>
                    <a:cubicBezTo>
                      <a:pt x="91" y="117"/>
                      <a:pt x="102" y="107"/>
                      <a:pt x="115" y="98"/>
                    </a:cubicBezTo>
                    <a:cubicBezTo>
                      <a:pt x="115" y="98"/>
                      <a:pt x="115" y="98"/>
                      <a:pt x="115" y="98"/>
                    </a:cubicBezTo>
                    <a:cubicBezTo>
                      <a:pt x="120" y="86"/>
                      <a:pt x="120" y="76"/>
                      <a:pt x="114" y="67"/>
                    </a:cubicBezTo>
                    <a:close/>
                  </a:path>
                </a:pathLst>
              </a:custGeom>
              <a:solidFill>
                <a:srgbClr val="FF6682"/>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4" name="Freeform 77"/>
              <p:cNvSpPr>
                <a:spLocks noEditPoints="1"/>
              </p:cNvSpPr>
              <p:nvPr/>
            </p:nvSpPr>
            <p:spPr bwMode="auto">
              <a:xfrm>
                <a:off x="4997450" y="5572125"/>
                <a:ext cx="965200" cy="1076325"/>
              </a:xfrm>
              <a:custGeom>
                <a:avLst/>
                <a:gdLst>
                  <a:gd name="T0" fmla="*/ 474 w 732"/>
                  <a:gd name="T1" fmla="*/ 55 h 816"/>
                  <a:gd name="T2" fmla="*/ 366 w 732"/>
                  <a:gd name="T3" fmla="*/ 34 h 816"/>
                  <a:gd name="T4" fmla="*/ 258 w 732"/>
                  <a:gd name="T5" fmla="*/ 55 h 816"/>
                  <a:gd name="T6" fmla="*/ 151 w 732"/>
                  <a:gd name="T7" fmla="*/ 0 h 816"/>
                  <a:gd name="T8" fmla="*/ 20 w 732"/>
                  <a:gd name="T9" fmla="*/ 131 h 816"/>
                  <a:gd name="T10" fmla="*/ 64 w 732"/>
                  <a:gd name="T11" fmla="*/ 229 h 816"/>
                  <a:gd name="T12" fmla="*/ 0 w 732"/>
                  <a:gd name="T13" fmla="*/ 455 h 816"/>
                  <a:gd name="T14" fmla="*/ 99 w 732"/>
                  <a:gd name="T15" fmla="*/ 672 h 816"/>
                  <a:gd name="T16" fmla="*/ 220 w 732"/>
                  <a:gd name="T17" fmla="*/ 816 h 816"/>
                  <a:gd name="T18" fmla="*/ 310 w 732"/>
                  <a:gd name="T19" fmla="*/ 747 h 816"/>
                  <a:gd name="T20" fmla="*/ 366 w 732"/>
                  <a:gd name="T21" fmla="*/ 749 h 816"/>
                  <a:gd name="T22" fmla="*/ 422 w 732"/>
                  <a:gd name="T23" fmla="*/ 747 h 816"/>
                  <a:gd name="T24" fmla="*/ 512 w 732"/>
                  <a:gd name="T25" fmla="*/ 816 h 816"/>
                  <a:gd name="T26" fmla="*/ 632 w 732"/>
                  <a:gd name="T27" fmla="*/ 672 h 816"/>
                  <a:gd name="T28" fmla="*/ 732 w 732"/>
                  <a:gd name="T29" fmla="*/ 455 h 816"/>
                  <a:gd name="T30" fmla="*/ 667 w 732"/>
                  <a:gd name="T31" fmla="*/ 229 h 816"/>
                  <a:gd name="T32" fmla="*/ 712 w 732"/>
                  <a:gd name="T33" fmla="*/ 131 h 816"/>
                  <a:gd name="T34" fmla="*/ 580 w 732"/>
                  <a:gd name="T35" fmla="*/ 0 h 816"/>
                  <a:gd name="T36" fmla="*/ 474 w 732"/>
                  <a:gd name="T37" fmla="*/ 55 h 816"/>
                  <a:gd name="T38" fmla="*/ 451 w 732"/>
                  <a:gd name="T39" fmla="*/ 171 h 816"/>
                  <a:gd name="T40" fmla="*/ 479 w 732"/>
                  <a:gd name="T41" fmla="*/ 198 h 816"/>
                  <a:gd name="T42" fmla="*/ 451 w 732"/>
                  <a:gd name="T43" fmla="*/ 226 h 816"/>
                  <a:gd name="T44" fmla="*/ 424 w 732"/>
                  <a:gd name="T45" fmla="*/ 198 h 816"/>
                  <a:gd name="T46" fmla="*/ 451 w 732"/>
                  <a:gd name="T47" fmla="*/ 171 h 816"/>
                  <a:gd name="T48" fmla="*/ 280 w 732"/>
                  <a:gd name="T49" fmla="*/ 171 h 816"/>
                  <a:gd name="T50" fmla="*/ 308 w 732"/>
                  <a:gd name="T51" fmla="*/ 198 h 816"/>
                  <a:gd name="T52" fmla="*/ 280 w 732"/>
                  <a:gd name="T53" fmla="*/ 226 h 816"/>
                  <a:gd name="T54" fmla="*/ 253 w 732"/>
                  <a:gd name="T55" fmla="*/ 198 h 816"/>
                  <a:gd name="T56" fmla="*/ 280 w 732"/>
                  <a:gd name="T57" fmla="*/ 171 h 816"/>
                  <a:gd name="T58" fmla="*/ 90 w 732"/>
                  <a:gd name="T59" fmla="*/ 190 h 816"/>
                  <a:gd name="T60" fmla="*/ 66 w 732"/>
                  <a:gd name="T61" fmla="*/ 131 h 816"/>
                  <a:gd name="T62" fmla="*/ 151 w 732"/>
                  <a:gd name="T63" fmla="*/ 46 h 816"/>
                  <a:gd name="T64" fmla="*/ 216 w 732"/>
                  <a:gd name="T65" fmla="*/ 75 h 816"/>
                  <a:gd name="T66" fmla="*/ 90 w 732"/>
                  <a:gd name="T67" fmla="*/ 190 h 816"/>
                  <a:gd name="T68" fmla="*/ 366 w 732"/>
                  <a:gd name="T69" fmla="*/ 551 h 816"/>
                  <a:gd name="T70" fmla="*/ 158 w 732"/>
                  <a:gd name="T71" fmla="*/ 425 h 816"/>
                  <a:gd name="T72" fmla="*/ 366 w 732"/>
                  <a:gd name="T73" fmla="*/ 299 h 816"/>
                  <a:gd name="T74" fmla="*/ 574 w 732"/>
                  <a:gd name="T75" fmla="*/ 425 h 816"/>
                  <a:gd name="T76" fmla="*/ 366 w 732"/>
                  <a:gd name="T77" fmla="*/ 551 h 816"/>
                  <a:gd name="T78" fmla="*/ 580 w 732"/>
                  <a:gd name="T79" fmla="*/ 46 h 816"/>
                  <a:gd name="T80" fmla="*/ 666 w 732"/>
                  <a:gd name="T81" fmla="*/ 131 h 816"/>
                  <a:gd name="T82" fmla="*/ 642 w 732"/>
                  <a:gd name="T83" fmla="*/ 190 h 816"/>
                  <a:gd name="T84" fmla="*/ 516 w 732"/>
                  <a:gd name="T85" fmla="*/ 75 h 816"/>
                  <a:gd name="T86" fmla="*/ 580 w 732"/>
                  <a:gd name="T87" fmla="*/ 46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32" h="816">
                    <a:moveTo>
                      <a:pt x="474" y="55"/>
                    </a:moveTo>
                    <a:cubicBezTo>
                      <a:pt x="440" y="41"/>
                      <a:pt x="403" y="34"/>
                      <a:pt x="366" y="34"/>
                    </a:cubicBezTo>
                    <a:cubicBezTo>
                      <a:pt x="328" y="34"/>
                      <a:pt x="292" y="41"/>
                      <a:pt x="258" y="55"/>
                    </a:cubicBezTo>
                    <a:cubicBezTo>
                      <a:pt x="234" y="22"/>
                      <a:pt x="195" y="0"/>
                      <a:pt x="151" y="0"/>
                    </a:cubicBezTo>
                    <a:cubicBezTo>
                      <a:pt x="79" y="0"/>
                      <a:pt x="20" y="59"/>
                      <a:pt x="20" y="131"/>
                    </a:cubicBezTo>
                    <a:cubicBezTo>
                      <a:pt x="20" y="170"/>
                      <a:pt x="37" y="205"/>
                      <a:pt x="64" y="229"/>
                    </a:cubicBezTo>
                    <a:cubicBezTo>
                      <a:pt x="24" y="298"/>
                      <a:pt x="0" y="377"/>
                      <a:pt x="0" y="455"/>
                    </a:cubicBezTo>
                    <a:cubicBezTo>
                      <a:pt x="0" y="552"/>
                      <a:pt x="38" y="623"/>
                      <a:pt x="99" y="672"/>
                    </a:cubicBezTo>
                    <a:cubicBezTo>
                      <a:pt x="117" y="742"/>
                      <a:pt x="165" y="816"/>
                      <a:pt x="220" y="816"/>
                    </a:cubicBezTo>
                    <a:cubicBezTo>
                      <a:pt x="255" y="816"/>
                      <a:pt x="287" y="786"/>
                      <a:pt x="310" y="747"/>
                    </a:cubicBezTo>
                    <a:cubicBezTo>
                      <a:pt x="328" y="749"/>
                      <a:pt x="347" y="749"/>
                      <a:pt x="366" y="749"/>
                    </a:cubicBezTo>
                    <a:cubicBezTo>
                      <a:pt x="385" y="749"/>
                      <a:pt x="404" y="749"/>
                      <a:pt x="422" y="747"/>
                    </a:cubicBezTo>
                    <a:cubicBezTo>
                      <a:pt x="445" y="786"/>
                      <a:pt x="477" y="816"/>
                      <a:pt x="512" y="816"/>
                    </a:cubicBezTo>
                    <a:cubicBezTo>
                      <a:pt x="567" y="816"/>
                      <a:pt x="614" y="742"/>
                      <a:pt x="632" y="672"/>
                    </a:cubicBezTo>
                    <a:cubicBezTo>
                      <a:pt x="694" y="623"/>
                      <a:pt x="732" y="552"/>
                      <a:pt x="732" y="455"/>
                    </a:cubicBezTo>
                    <a:cubicBezTo>
                      <a:pt x="732" y="377"/>
                      <a:pt x="708" y="298"/>
                      <a:pt x="667" y="229"/>
                    </a:cubicBezTo>
                    <a:cubicBezTo>
                      <a:pt x="695" y="205"/>
                      <a:pt x="712" y="170"/>
                      <a:pt x="712" y="131"/>
                    </a:cubicBezTo>
                    <a:cubicBezTo>
                      <a:pt x="712" y="59"/>
                      <a:pt x="653" y="0"/>
                      <a:pt x="580" y="0"/>
                    </a:cubicBezTo>
                    <a:cubicBezTo>
                      <a:pt x="537" y="0"/>
                      <a:pt x="498" y="22"/>
                      <a:pt x="474" y="55"/>
                    </a:cubicBezTo>
                    <a:close/>
                    <a:moveTo>
                      <a:pt x="451" y="171"/>
                    </a:moveTo>
                    <a:cubicBezTo>
                      <a:pt x="466" y="171"/>
                      <a:pt x="479" y="183"/>
                      <a:pt x="479" y="198"/>
                    </a:cubicBezTo>
                    <a:cubicBezTo>
                      <a:pt x="479" y="213"/>
                      <a:pt x="466" y="226"/>
                      <a:pt x="451" y="226"/>
                    </a:cubicBezTo>
                    <a:cubicBezTo>
                      <a:pt x="436" y="226"/>
                      <a:pt x="424" y="213"/>
                      <a:pt x="424" y="198"/>
                    </a:cubicBezTo>
                    <a:cubicBezTo>
                      <a:pt x="424" y="183"/>
                      <a:pt x="436" y="171"/>
                      <a:pt x="451" y="171"/>
                    </a:cubicBezTo>
                    <a:close/>
                    <a:moveTo>
                      <a:pt x="280" y="171"/>
                    </a:moveTo>
                    <a:cubicBezTo>
                      <a:pt x="296" y="171"/>
                      <a:pt x="308" y="183"/>
                      <a:pt x="308" y="198"/>
                    </a:cubicBezTo>
                    <a:cubicBezTo>
                      <a:pt x="308" y="213"/>
                      <a:pt x="296" y="226"/>
                      <a:pt x="280" y="226"/>
                    </a:cubicBezTo>
                    <a:cubicBezTo>
                      <a:pt x="265" y="226"/>
                      <a:pt x="253" y="213"/>
                      <a:pt x="253" y="198"/>
                    </a:cubicBezTo>
                    <a:cubicBezTo>
                      <a:pt x="253" y="183"/>
                      <a:pt x="265" y="171"/>
                      <a:pt x="280" y="171"/>
                    </a:cubicBezTo>
                    <a:close/>
                    <a:moveTo>
                      <a:pt x="90" y="190"/>
                    </a:moveTo>
                    <a:cubicBezTo>
                      <a:pt x="75" y="175"/>
                      <a:pt x="66" y="154"/>
                      <a:pt x="66" y="131"/>
                    </a:cubicBezTo>
                    <a:cubicBezTo>
                      <a:pt x="66" y="84"/>
                      <a:pt x="104" y="46"/>
                      <a:pt x="151" y="46"/>
                    </a:cubicBezTo>
                    <a:cubicBezTo>
                      <a:pt x="177" y="46"/>
                      <a:pt x="200" y="57"/>
                      <a:pt x="216" y="75"/>
                    </a:cubicBezTo>
                    <a:cubicBezTo>
                      <a:pt x="167" y="103"/>
                      <a:pt x="124" y="143"/>
                      <a:pt x="90" y="190"/>
                    </a:cubicBezTo>
                    <a:close/>
                    <a:moveTo>
                      <a:pt x="366" y="551"/>
                    </a:moveTo>
                    <a:cubicBezTo>
                      <a:pt x="251" y="551"/>
                      <a:pt x="158" y="495"/>
                      <a:pt x="158" y="425"/>
                    </a:cubicBezTo>
                    <a:cubicBezTo>
                      <a:pt x="158" y="356"/>
                      <a:pt x="251" y="299"/>
                      <a:pt x="366" y="299"/>
                    </a:cubicBezTo>
                    <a:cubicBezTo>
                      <a:pt x="481" y="299"/>
                      <a:pt x="574" y="356"/>
                      <a:pt x="574" y="425"/>
                    </a:cubicBezTo>
                    <a:cubicBezTo>
                      <a:pt x="574" y="495"/>
                      <a:pt x="481" y="551"/>
                      <a:pt x="366" y="551"/>
                    </a:cubicBezTo>
                    <a:close/>
                    <a:moveTo>
                      <a:pt x="580" y="46"/>
                    </a:moveTo>
                    <a:cubicBezTo>
                      <a:pt x="628" y="46"/>
                      <a:pt x="666" y="84"/>
                      <a:pt x="666" y="131"/>
                    </a:cubicBezTo>
                    <a:cubicBezTo>
                      <a:pt x="666" y="154"/>
                      <a:pt x="657" y="175"/>
                      <a:pt x="642" y="190"/>
                    </a:cubicBezTo>
                    <a:cubicBezTo>
                      <a:pt x="607" y="143"/>
                      <a:pt x="565" y="103"/>
                      <a:pt x="516" y="75"/>
                    </a:cubicBezTo>
                    <a:cubicBezTo>
                      <a:pt x="532" y="57"/>
                      <a:pt x="555" y="46"/>
                      <a:pt x="580" y="46"/>
                    </a:cubicBezTo>
                    <a:close/>
                  </a:path>
                </a:pathLst>
              </a:custGeom>
              <a:solidFill>
                <a:srgbClr val="00B0F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5" name="Oval 78"/>
              <p:cNvSpPr>
                <a:spLocks noChangeArrowheads="1"/>
              </p:cNvSpPr>
              <p:nvPr/>
            </p:nvSpPr>
            <p:spPr bwMode="auto">
              <a:xfrm>
                <a:off x="5289550" y="6078538"/>
                <a:ext cx="115888" cy="117475"/>
              </a:xfrm>
              <a:prstGeom prst="ellipse">
                <a:avLst/>
              </a:prstGeom>
              <a:solidFill>
                <a:srgbClr val="FF6682"/>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6" name="Oval 79"/>
              <p:cNvSpPr>
                <a:spLocks noChangeArrowheads="1"/>
              </p:cNvSpPr>
              <p:nvPr/>
            </p:nvSpPr>
            <p:spPr bwMode="auto">
              <a:xfrm>
                <a:off x="5554663" y="6078538"/>
                <a:ext cx="115888" cy="117475"/>
              </a:xfrm>
              <a:prstGeom prst="ellipse">
                <a:avLst/>
              </a:prstGeom>
              <a:solidFill>
                <a:srgbClr val="FF6682"/>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7" name="Freeform 80"/>
              <p:cNvSpPr>
                <a:spLocks/>
              </p:cNvSpPr>
              <p:nvPr/>
            </p:nvSpPr>
            <p:spPr bwMode="auto">
              <a:xfrm>
                <a:off x="5943600" y="5340350"/>
                <a:ext cx="338138" cy="911225"/>
              </a:xfrm>
              <a:custGeom>
                <a:avLst/>
                <a:gdLst>
                  <a:gd name="T0" fmla="*/ 156 w 257"/>
                  <a:gd name="T1" fmla="*/ 665 h 691"/>
                  <a:gd name="T2" fmla="*/ 200 w 257"/>
                  <a:gd name="T3" fmla="*/ 691 h 691"/>
                  <a:gd name="T4" fmla="*/ 224 w 257"/>
                  <a:gd name="T5" fmla="*/ 685 h 691"/>
                  <a:gd name="T6" fmla="*/ 243 w 257"/>
                  <a:gd name="T7" fmla="*/ 617 h 691"/>
                  <a:gd name="T8" fmla="*/ 166 w 257"/>
                  <a:gd name="T9" fmla="*/ 369 h 691"/>
                  <a:gd name="T10" fmla="*/ 166 w 257"/>
                  <a:gd name="T11" fmla="*/ 355 h 691"/>
                  <a:gd name="T12" fmla="*/ 212 w 257"/>
                  <a:gd name="T13" fmla="*/ 279 h 691"/>
                  <a:gd name="T14" fmla="*/ 150 w 257"/>
                  <a:gd name="T15" fmla="*/ 64 h 691"/>
                  <a:gd name="T16" fmla="*/ 36 w 257"/>
                  <a:gd name="T17" fmla="*/ 15 h 691"/>
                  <a:gd name="T18" fmla="*/ 8 w 257"/>
                  <a:gd name="T19" fmla="*/ 51 h 691"/>
                  <a:gd name="T20" fmla="*/ 54 w 257"/>
                  <a:gd name="T21" fmla="*/ 42 h 691"/>
                  <a:gd name="T22" fmla="*/ 59 w 257"/>
                  <a:gd name="T23" fmla="*/ 40 h 691"/>
                  <a:gd name="T24" fmla="*/ 69 w 257"/>
                  <a:gd name="T25" fmla="*/ 39 h 691"/>
                  <a:gd name="T26" fmla="*/ 108 w 257"/>
                  <a:gd name="T27" fmla="*/ 69 h 691"/>
                  <a:gd name="T28" fmla="*/ 79 w 257"/>
                  <a:gd name="T29" fmla="*/ 118 h 691"/>
                  <a:gd name="T30" fmla="*/ 78 w 257"/>
                  <a:gd name="T31" fmla="*/ 118 h 691"/>
                  <a:gd name="T32" fmla="*/ 0 w 257"/>
                  <a:gd name="T33" fmla="*/ 134 h 691"/>
                  <a:gd name="T34" fmla="*/ 9 w 257"/>
                  <a:gd name="T35" fmla="*/ 247 h 691"/>
                  <a:gd name="T36" fmla="*/ 41 w 257"/>
                  <a:gd name="T37" fmla="*/ 283 h 691"/>
                  <a:gd name="T38" fmla="*/ 46 w 257"/>
                  <a:gd name="T39" fmla="*/ 238 h 691"/>
                  <a:gd name="T40" fmla="*/ 22 w 257"/>
                  <a:gd name="T41" fmla="*/ 132 h 691"/>
                  <a:gd name="T42" fmla="*/ 72 w 257"/>
                  <a:gd name="T43" fmla="*/ 306 h 691"/>
                  <a:gd name="T44" fmla="*/ 66 w 257"/>
                  <a:gd name="T45" fmla="*/ 369 h 691"/>
                  <a:gd name="T46" fmla="*/ 156 w 257"/>
                  <a:gd name="T47" fmla="*/ 665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7" h="691">
                    <a:moveTo>
                      <a:pt x="156" y="665"/>
                    </a:moveTo>
                    <a:cubicBezTo>
                      <a:pt x="165" y="682"/>
                      <a:pt x="182" y="691"/>
                      <a:pt x="200" y="691"/>
                    </a:cubicBezTo>
                    <a:cubicBezTo>
                      <a:pt x="208" y="691"/>
                      <a:pt x="216" y="689"/>
                      <a:pt x="224" y="685"/>
                    </a:cubicBezTo>
                    <a:cubicBezTo>
                      <a:pt x="248" y="671"/>
                      <a:pt x="257" y="641"/>
                      <a:pt x="243" y="617"/>
                    </a:cubicBezTo>
                    <a:cubicBezTo>
                      <a:pt x="178" y="499"/>
                      <a:pt x="166" y="416"/>
                      <a:pt x="166" y="369"/>
                    </a:cubicBezTo>
                    <a:cubicBezTo>
                      <a:pt x="166" y="364"/>
                      <a:pt x="166" y="359"/>
                      <a:pt x="166" y="355"/>
                    </a:cubicBezTo>
                    <a:cubicBezTo>
                      <a:pt x="190" y="345"/>
                      <a:pt x="211" y="324"/>
                      <a:pt x="212" y="279"/>
                    </a:cubicBezTo>
                    <a:cubicBezTo>
                      <a:pt x="206" y="189"/>
                      <a:pt x="191" y="139"/>
                      <a:pt x="150" y="64"/>
                    </a:cubicBezTo>
                    <a:cubicBezTo>
                      <a:pt x="120" y="10"/>
                      <a:pt x="68" y="0"/>
                      <a:pt x="36" y="15"/>
                    </a:cubicBezTo>
                    <a:cubicBezTo>
                      <a:pt x="21" y="21"/>
                      <a:pt x="12" y="35"/>
                      <a:pt x="8" y="51"/>
                    </a:cubicBezTo>
                    <a:cubicBezTo>
                      <a:pt x="33" y="47"/>
                      <a:pt x="50" y="43"/>
                      <a:pt x="54" y="42"/>
                    </a:cubicBezTo>
                    <a:cubicBezTo>
                      <a:pt x="57" y="41"/>
                      <a:pt x="58" y="40"/>
                      <a:pt x="59" y="40"/>
                    </a:cubicBezTo>
                    <a:cubicBezTo>
                      <a:pt x="62" y="40"/>
                      <a:pt x="66" y="39"/>
                      <a:pt x="69" y="39"/>
                    </a:cubicBezTo>
                    <a:cubicBezTo>
                      <a:pt x="87" y="39"/>
                      <a:pt x="103" y="51"/>
                      <a:pt x="108" y="69"/>
                    </a:cubicBezTo>
                    <a:cubicBezTo>
                      <a:pt x="113" y="91"/>
                      <a:pt x="100" y="112"/>
                      <a:pt x="79" y="118"/>
                    </a:cubicBezTo>
                    <a:cubicBezTo>
                      <a:pt x="78" y="118"/>
                      <a:pt x="78" y="118"/>
                      <a:pt x="78" y="118"/>
                    </a:cubicBezTo>
                    <a:cubicBezTo>
                      <a:pt x="68" y="121"/>
                      <a:pt x="39" y="127"/>
                      <a:pt x="0" y="134"/>
                    </a:cubicBezTo>
                    <a:cubicBezTo>
                      <a:pt x="1" y="174"/>
                      <a:pt x="4" y="219"/>
                      <a:pt x="9" y="247"/>
                    </a:cubicBezTo>
                    <a:cubicBezTo>
                      <a:pt x="19" y="260"/>
                      <a:pt x="30" y="272"/>
                      <a:pt x="41" y="283"/>
                    </a:cubicBezTo>
                    <a:cubicBezTo>
                      <a:pt x="42" y="268"/>
                      <a:pt x="44" y="252"/>
                      <a:pt x="46" y="238"/>
                    </a:cubicBezTo>
                    <a:cubicBezTo>
                      <a:pt x="34" y="203"/>
                      <a:pt x="26" y="168"/>
                      <a:pt x="22" y="132"/>
                    </a:cubicBezTo>
                    <a:cubicBezTo>
                      <a:pt x="42" y="181"/>
                      <a:pt x="67" y="246"/>
                      <a:pt x="72" y="306"/>
                    </a:cubicBezTo>
                    <a:cubicBezTo>
                      <a:pt x="69" y="319"/>
                      <a:pt x="66" y="340"/>
                      <a:pt x="66" y="369"/>
                    </a:cubicBezTo>
                    <a:cubicBezTo>
                      <a:pt x="66" y="433"/>
                      <a:pt x="83" y="534"/>
                      <a:pt x="156" y="66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8" name="Freeform 81"/>
              <p:cNvSpPr>
                <a:spLocks/>
              </p:cNvSpPr>
              <p:nvPr/>
            </p:nvSpPr>
            <p:spPr bwMode="auto">
              <a:xfrm>
                <a:off x="5741988" y="5111750"/>
                <a:ext cx="268288" cy="271462"/>
              </a:xfrm>
              <a:custGeom>
                <a:avLst/>
                <a:gdLst>
                  <a:gd name="T0" fmla="*/ 138 w 204"/>
                  <a:gd name="T1" fmla="*/ 185 h 205"/>
                  <a:gd name="T2" fmla="*/ 185 w 204"/>
                  <a:gd name="T3" fmla="*/ 67 h 205"/>
                  <a:gd name="T4" fmla="*/ 67 w 204"/>
                  <a:gd name="T5" fmla="*/ 20 h 205"/>
                  <a:gd name="T6" fmla="*/ 20 w 204"/>
                  <a:gd name="T7" fmla="*/ 138 h 205"/>
                  <a:gd name="T8" fmla="*/ 138 w 204"/>
                  <a:gd name="T9" fmla="*/ 185 h 205"/>
                </a:gdLst>
                <a:ahLst/>
                <a:cxnLst>
                  <a:cxn ang="0">
                    <a:pos x="T0" y="T1"/>
                  </a:cxn>
                  <a:cxn ang="0">
                    <a:pos x="T2" y="T3"/>
                  </a:cxn>
                  <a:cxn ang="0">
                    <a:pos x="T4" y="T5"/>
                  </a:cxn>
                  <a:cxn ang="0">
                    <a:pos x="T6" y="T7"/>
                  </a:cxn>
                  <a:cxn ang="0">
                    <a:pos x="T8" y="T9"/>
                  </a:cxn>
                </a:cxnLst>
                <a:rect l="0" t="0" r="r" b="b"/>
                <a:pathLst>
                  <a:path w="204" h="205">
                    <a:moveTo>
                      <a:pt x="138" y="185"/>
                    </a:moveTo>
                    <a:cubicBezTo>
                      <a:pt x="183" y="166"/>
                      <a:pt x="204" y="113"/>
                      <a:pt x="185" y="67"/>
                    </a:cubicBezTo>
                    <a:cubicBezTo>
                      <a:pt x="165" y="21"/>
                      <a:pt x="112" y="0"/>
                      <a:pt x="67" y="20"/>
                    </a:cubicBezTo>
                    <a:cubicBezTo>
                      <a:pt x="21" y="39"/>
                      <a:pt x="0" y="92"/>
                      <a:pt x="20" y="138"/>
                    </a:cubicBezTo>
                    <a:cubicBezTo>
                      <a:pt x="39" y="184"/>
                      <a:pt x="92" y="205"/>
                      <a:pt x="138" y="18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9" name="Freeform 82"/>
              <p:cNvSpPr>
                <a:spLocks noEditPoints="1"/>
              </p:cNvSpPr>
              <p:nvPr/>
            </p:nvSpPr>
            <p:spPr bwMode="auto">
              <a:xfrm>
                <a:off x="6086475" y="6284913"/>
                <a:ext cx="309563" cy="361950"/>
              </a:xfrm>
              <a:custGeom>
                <a:avLst/>
                <a:gdLst>
                  <a:gd name="T0" fmla="*/ 11 w 195"/>
                  <a:gd name="T1" fmla="*/ 0 h 228"/>
                  <a:gd name="T2" fmla="*/ 0 w 195"/>
                  <a:gd name="T3" fmla="*/ 228 h 228"/>
                  <a:gd name="T4" fmla="*/ 38 w 195"/>
                  <a:gd name="T5" fmla="*/ 228 h 228"/>
                  <a:gd name="T6" fmla="*/ 41 w 195"/>
                  <a:gd name="T7" fmla="*/ 167 h 228"/>
                  <a:gd name="T8" fmla="*/ 153 w 195"/>
                  <a:gd name="T9" fmla="*/ 167 h 228"/>
                  <a:gd name="T10" fmla="*/ 156 w 195"/>
                  <a:gd name="T11" fmla="*/ 228 h 228"/>
                  <a:gd name="T12" fmla="*/ 195 w 195"/>
                  <a:gd name="T13" fmla="*/ 228 h 228"/>
                  <a:gd name="T14" fmla="*/ 183 w 195"/>
                  <a:gd name="T15" fmla="*/ 0 h 228"/>
                  <a:gd name="T16" fmla="*/ 11 w 195"/>
                  <a:gd name="T17" fmla="*/ 0 h 228"/>
                  <a:gd name="T18" fmla="*/ 42 w 195"/>
                  <a:gd name="T19" fmla="*/ 148 h 228"/>
                  <a:gd name="T20" fmla="*/ 48 w 195"/>
                  <a:gd name="T21" fmla="*/ 39 h 228"/>
                  <a:gd name="T22" fmla="*/ 147 w 195"/>
                  <a:gd name="T23" fmla="*/ 39 h 228"/>
                  <a:gd name="T24" fmla="*/ 152 w 195"/>
                  <a:gd name="T25" fmla="*/ 148 h 228"/>
                  <a:gd name="T26" fmla="*/ 42 w 195"/>
                  <a:gd name="T27" fmla="*/ 148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5" h="228">
                    <a:moveTo>
                      <a:pt x="11" y="0"/>
                    </a:moveTo>
                    <a:lnTo>
                      <a:pt x="0" y="228"/>
                    </a:lnTo>
                    <a:lnTo>
                      <a:pt x="38" y="228"/>
                    </a:lnTo>
                    <a:lnTo>
                      <a:pt x="41" y="167"/>
                    </a:lnTo>
                    <a:lnTo>
                      <a:pt x="153" y="167"/>
                    </a:lnTo>
                    <a:lnTo>
                      <a:pt x="156" y="228"/>
                    </a:lnTo>
                    <a:lnTo>
                      <a:pt x="195" y="228"/>
                    </a:lnTo>
                    <a:lnTo>
                      <a:pt x="183" y="0"/>
                    </a:lnTo>
                    <a:lnTo>
                      <a:pt x="11" y="0"/>
                    </a:lnTo>
                    <a:close/>
                    <a:moveTo>
                      <a:pt x="42" y="148"/>
                    </a:moveTo>
                    <a:lnTo>
                      <a:pt x="48" y="39"/>
                    </a:lnTo>
                    <a:lnTo>
                      <a:pt x="147" y="39"/>
                    </a:lnTo>
                    <a:lnTo>
                      <a:pt x="152" y="148"/>
                    </a:lnTo>
                    <a:lnTo>
                      <a:pt x="42" y="148"/>
                    </a:lnTo>
                    <a:close/>
                  </a:path>
                </a:pathLst>
              </a:custGeom>
              <a:solidFill>
                <a:srgbClr val="00B0F0"/>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0" name="Freeform 83"/>
              <p:cNvSpPr>
                <a:spLocks/>
              </p:cNvSpPr>
              <p:nvPr/>
            </p:nvSpPr>
            <p:spPr bwMode="auto">
              <a:xfrm>
                <a:off x="5640388" y="5399088"/>
                <a:ext cx="439738" cy="130175"/>
              </a:xfrm>
              <a:custGeom>
                <a:avLst/>
                <a:gdLst>
                  <a:gd name="T0" fmla="*/ 306 w 333"/>
                  <a:gd name="T1" fmla="*/ 66 h 99"/>
                  <a:gd name="T2" fmla="*/ 329 w 333"/>
                  <a:gd name="T3" fmla="*/ 27 h 99"/>
                  <a:gd name="T4" fmla="*/ 290 w 333"/>
                  <a:gd name="T5" fmla="*/ 4 h 99"/>
                  <a:gd name="T6" fmla="*/ 285 w 333"/>
                  <a:gd name="T7" fmla="*/ 5 h 99"/>
                  <a:gd name="T8" fmla="*/ 43 w 333"/>
                  <a:gd name="T9" fmla="*/ 35 h 99"/>
                  <a:gd name="T10" fmla="*/ 32 w 333"/>
                  <a:gd name="T11" fmla="*/ 35 h 99"/>
                  <a:gd name="T12" fmla="*/ 0 w 333"/>
                  <a:gd name="T13" fmla="*/ 67 h 99"/>
                  <a:gd name="T14" fmla="*/ 31 w 333"/>
                  <a:gd name="T15" fmla="*/ 99 h 99"/>
                  <a:gd name="T16" fmla="*/ 43 w 333"/>
                  <a:gd name="T17" fmla="*/ 99 h 99"/>
                  <a:gd name="T18" fmla="*/ 306 w 333"/>
                  <a:gd name="T19" fmla="*/ 6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3" h="99">
                    <a:moveTo>
                      <a:pt x="306" y="66"/>
                    </a:moveTo>
                    <a:cubicBezTo>
                      <a:pt x="323" y="62"/>
                      <a:pt x="333" y="44"/>
                      <a:pt x="329" y="27"/>
                    </a:cubicBezTo>
                    <a:cubicBezTo>
                      <a:pt x="325" y="10"/>
                      <a:pt x="307" y="0"/>
                      <a:pt x="290" y="4"/>
                    </a:cubicBezTo>
                    <a:cubicBezTo>
                      <a:pt x="290" y="4"/>
                      <a:pt x="288" y="5"/>
                      <a:pt x="285" y="5"/>
                    </a:cubicBezTo>
                    <a:cubicBezTo>
                      <a:pt x="260" y="11"/>
                      <a:pt x="151" y="35"/>
                      <a:pt x="43" y="35"/>
                    </a:cubicBezTo>
                    <a:cubicBezTo>
                      <a:pt x="40" y="35"/>
                      <a:pt x="36" y="35"/>
                      <a:pt x="32" y="35"/>
                    </a:cubicBezTo>
                    <a:cubicBezTo>
                      <a:pt x="15" y="35"/>
                      <a:pt x="0" y="49"/>
                      <a:pt x="0" y="67"/>
                    </a:cubicBezTo>
                    <a:cubicBezTo>
                      <a:pt x="0" y="84"/>
                      <a:pt x="14" y="99"/>
                      <a:pt x="31" y="99"/>
                    </a:cubicBezTo>
                    <a:cubicBezTo>
                      <a:pt x="35" y="99"/>
                      <a:pt x="39" y="99"/>
                      <a:pt x="43" y="99"/>
                    </a:cubicBezTo>
                    <a:cubicBezTo>
                      <a:pt x="177" y="99"/>
                      <a:pt x="304" y="66"/>
                      <a:pt x="306" y="6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2" name="组合 11"/>
            <p:cNvGrpSpPr/>
            <p:nvPr/>
          </p:nvGrpSpPr>
          <p:grpSpPr>
            <a:xfrm>
              <a:off x="4978400" y="679450"/>
              <a:ext cx="1570038" cy="1993900"/>
              <a:chOff x="4978400" y="679450"/>
              <a:chExt cx="1570038" cy="1993900"/>
            </a:xfrm>
          </p:grpSpPr>
          <p:sp>
            <p:nvSpPr>
              <p:cNvPr id="13" name="Freeform 84"/>
              <p:cNvSpPr>
                <a:spLocks/>
              </p:cNvSpPr>
              <p:nvPr/>
            </p:nvSpPr>
            <p:spPr bwMode="auto">
              <a:xfrm>
                <a:off x="4978400" y="1317625"/>
                <a:ext cx="654050" cy="827087"/>
              </a:xfrm>
              <a:custGeom>
                <a:avLst/>
                <a:gdLst>
                  <a:gd name="T0" fmla="*/ 496 w 496"/>
                  <a:gd name="T1" fmla="*/ 512 h 627"/>
                  <a:gd name="T2" fmla="*/ 477 w 496"/>
                  <a:gd name="T3" fmla="*/ 454 h 627"/>
                  <a:gd name="T4" fmla="*/ 460 w 496"/>
                  <a:gd name="T5" fmla="*/ 458 h 627"/>
                  <a:gd name="T6" fmla="*/ 390 w 496"/>
                  <a:gd name="T7" fmla="*/ 476 h 627"/>
                  <a:gd name="T8" fmla="*/ 343 w 496"/>
                  <a:gd name="T9" fmla="*/ 456 h 627"/>
                  <a:gd name="T10" fmla="*/ 324 w 496"/>
                  <a:gd name="T11" fmla="*/ 390 h 627"/>
                  <a:gd name="T12" fmla="*/ 390 w 496"/>
                  <a:gd name="T13" fmla="*/ 303 h 627"/>
                  <a:gd name="T14" fmla="*/ 460 w 496"/>
                  <a:gd name="T15" fmla="*/ 321 h 627"/>
                  <a:gd name="T16" fmla="*/ 477 w 496"/>
                  <a:gd name="T17" fmla="*/ 325 h 627"/>
                  <a:gd name="T18" fmla="*/ 496 w 496"/>
                  <a:gd name="T19" fmla="*/ 267 h 627"/>
                  <a:gd name="T20" fmla="*/ 479 w 496"/>
                  <a:gd name="T21" fmla="*/ 154 h 627"/>
                  <a:gd name="T22" fmla="*/ 361 w 496"/>
                  <a:gd name="T23" fmla="*/ 172 h 627"/>
                  <a:gd name="T24" fmla="*/ 284 w 496"/>
                  <a:gd name="T25" fmla="*/ 149 h 627"/>
                  <a:gd name="T26" fmla="*/ 284 w 496"/>
                  <a:gd name="T27" fmla="*/ 102 h 627"/>
                  <a:gd name="T28" fmla="*/ 295 w 496"/>
                  <a:gd name="T29" fmla="*/ 19 h 627"/>
                  <a:gd name="T30" fmla="*/ 238 w 496"/>
                  <a:gd name="T31" fmla="*/ 0 h 627"/>
                  <a:gd name="T32" fmla="*/ 181 w 496"/>
                  <a:gd name="T33" fmla="*/ 19 h 627"/>
                  <a:gd name="T34" fmla="*/ 192 w 496"/>
                  <a:gd name="T35" fmla="*/ 102 h 627"/>
                  <a:gd name="T36" fmla="*/ 192 w 496"/>
                  <a:gd name="T37" fmla="*/ 149 h 627"/>
                  <a:gd name="T38" fmla="*/ 115 w 496"/>
                  <a:gd name="T39" fmla="*/ 172 h 627"/>
                  <a:gd name="T40" fmla="*/ 0 w 496"/>
                  <a:gd name="T41" fmla="*/ 155 h 627"/>
                  <a:gd name="T42" fmla="*/ 0 w 496"/>
                  <a:gd name="T43" fmla="*/ 627 h 627"/>
                  <a:gd name="T44" fmla="*/ 478 w 496"/>
                  <a:gd name="T45" fmla="*/ 627 h 627"/>
                  <a:gd name="T46" fmla="*/ 496 w 496"/>
                  <a:gd name="T47" fmla="*/ 512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96" h="627">
                    <a:moveTo>
                      <a:pt x="496" y="512"/>
                    </a:moveTo>
                    <a:cubicBezTo>
                      <a:pt x="496" y="471"/>
                      <a:pt x="491" y="454"/>
                      <a:pt x="477" y="454"/>
                    </a:cubicBezTo>
                    <a:cubicBezTo>
                      <a:pt x="472" y="454"/>
                      <a:pt x="466" y="455"/>
                      <a:pt x="460" y="458"/>
                    </a:cubicBezTo>
                    <a:cubicBezTo>
                      <a:pt x="440" y="466"/>
                      <a:pt x="414" y="476"/>
                      <a:pt x="390" y="476"/>
                    </a:cubicBezTo>
                    <a:cubicBezTo>
                      <a:pt x="370" y="476"/>
                      <a:pt x="354" y="469"/>
                      <a:pt x="343" y="456"/>
                    </a:cubicBezTo>
                    <a:cubicBezTo>
                      <a:pt x="330" y="441"/>
                      <a:pt x="324" y="420"/>
                      <a:pt x="324" y="390"/>
                    </a:cubicBezTo>
                    <a:cubicBezTo>
                      <a:pt x="324" y="318"/>
                      <a:pt x="360" y="303"/>
                      <a:pt x="390" y="303"/>
                    </a:cubicBezTo>
                    <a:cubicBezTo>
                      <a:pt x="414" y="303"/>
                      <a:pt x="440" y="313"/>
                      <a:pt x="460" y="321"/>
                    </a:cubicBezTo>
                    <a:cubicBezTo>
                      <a:pt x="466" y="324"/>
                      <a:pt x="472" y="325"/>
                      <a:pt x="477" y="325"/>
                    </a:cubicBezTo>
                    <a:cubicBezTo>
                      <a:pt x="491" y="325"/>
                      <a:pt x="496" y="308"/>
                      <a:pt x="496" y="267"/>
                    </a:cubicBezTo>
                    <a:cubicBezTo>
                      <a:pt x="496" y="236"/>
                      <a:pt x="484" y="179"/>
                      <a:pt x="479" y="154"/>
                    </a:cubicBezTo>
                    <a:cubicBezTo>
                      <a:pt x="454" y="160"/>
                      <a:pt x="394" y="172"/>
                      <a:pt x="361" y="172"/>
                    </a:cubicBezTo>
                    <a:cubicBezTo>
                      <a:pt x="331" y="172"/>
                      <a:pt x="298" y="170"/>
                      <a:pt x="284" y="149"/>
                    </a:cubicBezTo>
                    <a:cubicBezTo>
                      <a:pt x="276" y="137"/>
                      <a:pt x="276" y="121"/>
                      <a:pt x="284" y="102"/>
                    </a:cubicBezTo>
                    <a:cubicBezTo>
                      <a:pt x="295" y="76"/>
                      <a:pt x="308" y="39"/>
                      <a:pt x="295" y="19"/>
                    </a:cubicBezTo>
                    <a:cubicBezTo>
                      <a:pt x="286" y="6"/>
                      <a:pt x="267" y="0"/>
                      <a:pt x="238" y="0"/>
                    </a:cubicBezTo>
                    <a:cubicBezTo>
                      <a:pt x="209" y="0"/>
                      <a:pt x="190" y="6"/>
                      <a:pt x="181" y="19"/>
                    </a:cubicBezTo>
                    <a:cubicBezTo>
                      <a:pt x="168" y="39"/>
                      <a:pt x="181" y="76"/>
                      <a:pt x="192" y="102"/>
                    </a:cubicBezTo>
                    <a:cubicBezTo>
                      <a:pt x="200" y="121"/>
                      <a:pt x="200" y="137"/>
                      <a:pt x="192" y="149"/>
                    </a:cubicBezTo>
                    <a:cubicBezTo>
                      <a:pt x="178" y="170"/>
                      <a:pt x="145" y="172"/>
                      <a:pt x="115" y="172"/>
                    </a:cubicBezTo>
                    <a:cubicBezTo>
                      <a:pt x="83" y="172"/>
                      <a:pt x="27" y="161"/>
                      <a:pt x="0" y="155"/>
                    </a:cubicBezTo>
                    <a:cubicBezTo>
                      <a:pt x="0" y="627"/>
                      <a:pt x="0" y="627"/>
                      <a:pt x="0" y="627"/>
                    </a:cubicBezTo>
                    <a:cubicBezTo>
                      <a:pt x="478" y="627"/>
                      <a:pt x="478" y="627"/>
                      <a:pt x="478" y="627"/>
                    </a:cubicBezTo>
                    <a:cubicBezTo>
                      <a:pt x="484" y="604"/>
                      <a:pt x="496" y="544"/>
                      <a:pt x="496" y="51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 name="Freeform 85"/>
              <p:cNvSpPr>
                <a:spLocks/>
              </p:cNvSpPr>
              <p:nvPr/>
            </p:nvSpPr>
            <p:spPr bwMode="auto">
              <a:xfrm>
                <a:off x="4978400" y="857250"/>
                <a:ext cx="654050" cy="655637"/>
              </a:xfrm>
              <a:custGeom>
                <a:avLst/>
                <a:gdLst>
                  <a:gd name="T0" fmla="*/ 172 w 496"/>
                  <a:gd name="T1" fmla="*/ 484 h 496"/>
                  <a:gd name="T2" fmla="*/ 170 w 496"/>
                  <a:gd name="T3" fmla="*/ 459 h 496"/>
                  <a:gd name="T4" fmla="*/ 161 w 496"/>
                  <a:gd name="T5" fmla="*/ 354 h 496"/>
                  <a:gd name="T6" fmla="*/ 238 w 496"/>
                  <a:gd name="T7" fmla="*/ 324 h 496"/>
                  <a:gd name="T8" fmla="*/ 315 w 496"/>
                  <a:gd name="T9" fmla="*/ 354 h 496"/>
                  <a:gd name="T10" fmla="*/ 306 w 496"/>
                  <a:gd name="T11" fmla="*/ 459 h 496"/>
                  <a:gd name="T12" fmla="*/ 304 w 496"/>
                  <a:gd name="T13" fmla="*/ 484 h 496"/>
                  <a:gd name="T14" fmla="*/ 361 w 496"/>
                  <a:gd name="T15" fmla="*/ 496 h 496"/>
                  <a:gd name="T16" fmla="*/ 478 w 496"/>
                  <a:gd name="T17" fmla="*/ 478 h 496"/>
                  <a:gd name="T18" fmla="*/ 496 w 496"/>
                  <a:gd name="T19" fmla="*/ 361 h 496"/>
                  <a:gd name="T20" fmla="*/ 477 w 496"/>
                  <a:gd name="T21" fmla="*/ 302 h 496"/>
                  <a:gd name="T22" fmla="*/ 460 w 496"/>
                  <a:gd name="T23" fmla="*/ 306 h 496"/>
                  <a:gd name="T24" fmla="*/ 390 w 496"/>
                  <a:gd name="T25" fmla="*/ 324 h 496"/>
                  <a:gd name="T26" fmla="*/ 343 w 496"/>
                  <a:gd name="T27" fmla="*/ 304 h 496"/>
                  <a:gd name="T28" fmla="*/ 324 w 496"/>
                  <a:gd name="T29" fmla="*/ 238 h 496"/>
                  <a:gd name="T30" fmla="*/ 390 w 496"/>
                  <a:gd name="T31" fmla="*/ 151 h 496"/>
                  <a:gd name="T32" fmla="*/ 460 w 496"/>
                  <a:gd name="T33" fmla="*/ 169 h 496"/>
                  <a:gd name="T34" fmla="*/ 477 w 496"/>
                  <a:gd name="T35" fmla="*/ 173 h 496"/>
                  <a:gd name="T36" fmla="*/ 496 w 496"/>
                  <a:gd name="T37" fmla="*/ 115 h 496"/>
                  <a:gd name="T38" fmla="*/ 478 w 496"/>
                  <a:gd name="T39" fmla="*/ 0 h 496"/>
                  <a:gd name="T40" fmla="*/ 0 w 496"/>
                  <a:gd name="T41" fmla="*/ 0 h 496"/>
                  <a:gd name="T42" fmla="*/ 0 w 496"/>
                  <a:gd name="T43" fmla="*/ 478 h 496"/>
                  <a:gd name="T44" fmla="*/ 115 w 496"/>
                  <a:gd name="T45" fmla="*/ 496 h 496"/>
                  <a:gd name="T46" fmla="*/ 172 w 496"/>
                  <a:gd name="T47" fmla="*/ 484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96" h="496">
                    <a:moveTo>
                      <a:pt x="172" y="484"/>
                    </a:moveTo>
                    <a:cubicBezTo>
                      <a:pt x="176" y="478"/>
                      <a:pt x="173" y="467"/>
                      <a:pt x="170" y="459"/>
                    </a:cubicBezTo>
                    <a:cubicBezTo>
                      <a:pt x="155" y="426"/>
                      <a:pt x="142" y="383"/>
                      <a:pt x="161" y="354"/>
                    </a:cubicBezTo>
                    <a:cubicBezTo>
                      <a:pt x="175" y="334"/>
                      <a:pt x="200" y="324"/>
                      <a:pt x="238" y="324"/>
                    </a:cubicBezTo>
                    <a:cubicBezTo>
                      <a:pt x="276" y="324"/>
                      <a:pt x="301" y="334"/>
                      <a:pt x="315" y="354"/>
                    </a:cubicBezTo>
                    <a:cubicBezTo>
                      <a:pt x="334" y="383"/>
                      <a:pt x="321" y="426"/>
                      <a:pt x="306" y="459"/>
                    </a:cubicBezTo>
                    <a:cubicBezTo>
                      <a:pt x="303" y="467"/>
                      <a:pt x="300" y="478"/>
                      <a:pt x="304" y="484"/>
                    </a:cubicBezTo>
                    <a:cubicBezTo>
                      <a:pt x="312" y="496"/>
                      <a:pt x="348" y="496"/>
                      <a:pt x="361" y="496"/>
                    </a:cubicBezTo>
                    <a:cubicBezTo>
                      <a:pt x="393" y="496"/>
                      <a:pt x="457" y="482"/>
                      <a:pt x="478" y="478"/>
                    </a:cubicBezTo>
                    <a:cubicBezTo>
                      <a:pt x="483" y="456"/>
                      <a:pt x="496" y="393"/>
                      <a:pt x="496" y="361"/>
                    </a:cubicBezTo>
                    <a:cubicBezTo>
                      <a:pt x="496" y="319"/>
                      <a:pt x="491" y="302"/>
                      <a:pt x="477" y="302"/>
                    </a:cubicBezTo>
                    <a:cubicBezTo>
                      <a:pt x="472" y="302"/>
                      <a:pt x="466" y="303"/>
                      <a:pt x="460" y="306"/>
                    </a:cubicBezTo>
                    <a:cubicBezTo>
                      <a:pt x="440" y="314"/>
                      <a:pt x="414" y="324"/>
                      <a:pt x="390" y="324"/>
                    </a:cubicBezTo>
                    <a:cubicBezTo>
                      <a:pt x="370" y="324"/>
                      <a:pt x="354" y="317"/>
                      <a:pt x="343" y="304"/>
                    </a:cubicBezTo>
                    <a:cubicBezTo>
                      <a:pt x="330" y="289"/>
                      <a:pt x="324" y="268"/>
                      <a:pt x="324" y="238"/>
                    </a:cubicBezTo>
                    <a:cubicBezTo>
                      <a:pt x="324" y="166"/>
                      <a:pt x="360" y="151"/>
                      <a:pt x="390" y="151"/>
                    </a:cubicBezTo>
                    <a:cubicBezTo>
                      <a:pt x="414" y="151"/>
                      <a:pt x="440" y="161"/>
                      <a:pt x="460" y="169"/>
                    </a:cubicBezTo>
                    <a:cubicBezTo>
                      <a:pt x="466" y="172"/>
                      <a:pt x="472" y="173"/>
                      <a:pt x="477" y="173"/>
                    </a:cubicBezTo>
                    <a:cubicBezTo>
                      <a:pt x="491" y="173"/>
                      <a:pt x="496" y="156"/>
                      <a:pt x="496" y="115"/>
                    </a:cubicBezTo>
                    <a:cubicBezTo>
                      <a:pt x="496" y="83"/>
                      <a:pt x="484" y="23"/>
                      <a:pt x="478" y="0"/>
                    </a:cubicBezTo>
                    <a:cubicBezTo>
                      <a:pt x="0" y="0"/>
                      <a:pt x="0" y="0"/>
                      <a:pt x="0" y="0"/>
                    </a:cubicBezTo>
                    <a:cubicBezTo>
                      <a:pt x="0" y="478"/>
                      <a:pt x="0" y="478"/>
                      <a:pt x="0" y="478"/>
                    </a:cubicBezTo>
                    <a:cubicBezTo>
                      <a:pt x="23" y="483"/>
                      <a:pt x="84" y="496"/>
                      <a:pt x="115" y="496"/>
                    </a:cubicBezTo>
                    <a:cubicBezTo>
                      <a:pt x="128" y="496"/>
                      <a:pt x="164" y="496"/>
                      <a:pt x="172" y="48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 name="Rectangle 86"/>
              <p:cNvSpPr>
                <a:spLocks noChangeArrowheads="1"/>
              </p:cNvSpPr>
              <p:nvPr/>
            </p:nvSpPr>
            <p:spPr bwMode="auto">
              <a:xfrm>
                <a:off x="6113463" y="2141538"/>
                <a:ext cx="3175" cy="3175"/>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 name="Freeform 87"/>
              <p:cNvSpPr>
                <a:spLocks/>
              </p:cNvSpPr>
              <p:nvPr/>
            </p:nvSpPr>
            <p:spPr bwMode="auto">
              <a:xfrm>
                <a:off x="5437188" y="1522413"/>
                <a:ext cx="523875" cy="622300"/>
              </a:xfrm>
              <a:custGeom>
                <a:avLst/>
                <a:gdLst>
                  <a:gd name="T0" fmla="*/ 345 w 397"/>
                  <a:gd name="T1" fmla="*/ 127 h 472"/>
                  <a:gd name="T2" fmla="*/ 302 w 397"/>
                  <a:gd name="T3" fmla="*/ 15 h 472"/>
                  <a:gd name="T4" fmla="*/ 267 w 397"/>
                  <a:gd name="T5" fmla="*/ 17 h 472"/>
                  <a:gd name="T6" fmla="*/ 156 w 397"/>
                  <a:gd name="T7" fmla="*/ 0 h 472"/>
                  <a:gd name="T8" fmla="*/ 172 w 397"/>
                  <a:gd name="T9" fmla="*/ 112 h 472"/>
                  <a:gd name="T10" fmla="*/ 129 w 397"/>
                  <a:gd name="T11" fmla="*/ 194 h 472"/>
                  <a:gd name="T12" fmla="*/ 103 w 397"/>
                  <a:gd name="T13" fmla="*/ 188 h 472"/>
                  <a:gd name="T14" fmla="*/ 42 w 397"/>
                  <a:gd name="T15" fmla="*/ 172 h 472"/>
                  <a:gd name="T16" fmla="*/ 0 w 397"/>
                  <a:gd name="T17" fmla="*/ 235 h 472"/>
                  <a:gd name="T18" fmla="*/ 42 w 397"/>
                  <a:gd name="T19" fmla="*/ 297 h 472"/>
                  <a:gd name="T20" fmla="*/ 103 w 397"/>
                  <a:gd name="T21" fmla="*/ 281 h 472"/>
                  <a:gd name="T22" fmla="*/ 129 w 397"/>
                  <a:gd name="T23" fmla="*/ 275 h 472"/>
                  <a:gd name="T24" fmla="*/ 172 w 397"/>
                  <a:gd name="T25" fmla="*/ 357 h 472"/>
                  <a:gd name="T26" fmla="*/ 155 w 397"/>
                  <a:gd name="T27" fmla="*/ 472 h 472"/>
                  <a:gd name="T28" fmla="*/ 397 w 397"/>
                  <a:gd name="T29" fmla="*/ 472 h 472"/>
                  <a:gd name="T30" fmla="*/ 397 w 397"/>
                  <a:gd name="T31" fmla="*/ 184 h 472"/>
                  <a:gd name="T32" fmla="*/ 345 w 397"/>
                  <a:gd name="T33" fmla="*/ 127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97" h="472">
                    <a:moveTo>
                      <a:pt x="345" y="127"/>
                    </a:moveTo>
                    <a:cubicBezTo>
                      <a:pt x="326" y="97"/>
                      <a:pt x="312" y="59"/>
                      <a:pt x="302" y="15"/>
                    </a:cubicBezTo>
                    <a:cubicBezTo>
                      <a:pt x="290" y="17"/>
                      <a:pt x="278" y="17"/>
                      <a:pt x="267" y="17"/>
                    </a:cubicBezTo>
                    <a:cubicBezTo>
                      <a:pt x="237" y="17"/>
                      <a:pt x="184" y="7"/>
                      <a:pt x="156" y="0"/>
                    </a:cubicBezTo>
                    <a:cubicBezTo>
                      <a:pt x="162" y="29"/>
                      <a:pt x="172" y="81"/>
                      <a:pt x="172" y="112"/>
                    </a:cubicBezTo>
                    <a:cubicBezTo>
                      <a:pt x="172" y="138"/>
                      <a:pt x="172" y="194"/>
                      <a:pt x="129" y="194"/>
                    </a:cubicBezTo>
                    <a:cubicBezTo>
                      <a:pt x="121" y="194"/>
                      <a:pt x="112" y="192"/>
                      <a:pt x="103" y="188"/>
                    </a:cubicBezTo>
                    <a:cubicBezTo>
                      <a:pt x="85" y="181"/>
                      <a:pt x="61" y="172"/>
                      <a:pt x="42" y="172"/>
                    </a:cubicBezTo>
                    <a:cubicBezTo>
                      <a:pt x="22" y="172"/>
                      <a:pt x="0" y="179"/>
                      <a:pt x="0" y="235"/>
                    </a:cubicBezTo>
                    <a:cubicBezTo>
                      <a:pt x="0" y="290"/>
                      <a:pt x="22" y="297"/>
                      <a:pt x="42" y="297"/>
                    </a:cubicBezTo>
                    <a:cubicBezTo>
                      <a:pt x="62" y="297"/>
                      <a:pt x="86" y="288"/>
                      <a:pt x="103" y="281"/>
                    </a:cubicBezTo>
                    <a:cubicBezTo>
                      <a:pt x="112" y="277"/>
                      <a:pt x="121" y="275"/>
                      <a:pt x="129" y="275"/>
                    </a:cubicBezTo>
                    <a:cubicBezTo>
                      <a:pt x="172" y="275"/>
                      <a:pt x="172" y="331"/>
                      <a:pt x="172" y="357"/>
                    </a:cubicBezTo>
                    <a:cubicBezTo>
                      <a:pt x="172" y="389"/>
                      <a:pt x="161" y="446"/>
                      <a:pt x="155" y="472"/>
                    </a:cubicBezTo>
                    <a:cubicBezTo>
                      <a:pt x="397" y="472"/>
                      <a:pt x="397" y="472"/>
                      <a:pt x="397" y="472"/>
                    </a:cubicBezTo>
                    <a:cubicBezTo>
                      <a:pt x="397" y="184"/>
                      <a:pt x="397" y="184"/>
                      <a:pt x="397" y="184"/>
                    </a:cubicBezTo>
                    <a:cubicBezTo>
                      <a:pt x="382" y="174"/>
                      <a:pt x="363" y="157"/>
                      <a:pt x="345" y="12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 name="Freeform 88"/>
              <p:cNvSpPr>
                <a:spLocks/>
              </p:cNvSpPr>
              <p:nvPr/>
            </p:nvSpPr>
            <p:spPr bwMode="auto">
              <a:xfrm>
                <a:off x="5916613" y="1317625"/>
                <a:ext cx="349250" cy="360362"/>
              </a:xfrm>
              <a:custGeom>
                <a:avLst/>
                <a:gdLst>
                  <a:gd name="T0" fmla="*/ 66 w 265"/>
                  <a:gd name="T1" fmla="*/ 58 h 274"/>
                  <a:gd name="T2" fmla="*/ 89 w 265"/>
                  <a:gd name="T3" fmla="*/ 42 h 274"/>
                  <a:gd name="T4" fmla="*/ 83 w 265"/>
                  <a:gd name="T5" fmla="*/ 19 h 274"/>
                  <a:gd name="T6" fmla="*/ 27 w 265"/>
                  <a:gd name="T7" fmla="*/ 0 h 274"/>
                  <a:gd name="T8" fmla="*/ 0 w 265"/>
                  <a:gd name="T9" fmla="*/ 2 h 274"/>
                  <a:gd name="T10" fmla="*/ 29 w 265"/>
                  <a:gd name="T11" fmla="*/ 197 h 274"/>
                  <a:gd name="T12" fmla="*/ 74 w 265"/>
                  <a:gd name="T13" fmla="*/ 269 h 274"/>
                  <a:gd name="T14" fmla="*/ 80 w 265"/>
                  <a:gd name="T15" fmla="*/ 274 h 274"/>
                  <a:gd name="T16" fmla="*/ 220 w 265"/>
                  <a:gd name="T17" fmla="*/ 274 h 274"/>
                  <a:gd name="T18" fmla="*/ 222 w 265"/>
                  <a:gd name="T19" fmla="*/ 272 h 274"/>
                  <a:gd name="T20" fmla="*/ 250 w 265"/>
                  <a:gd name="T21" fmla="*/ 240 h 274"/>
                  <a:gd name="T22" fmla="*/ 265 w 265"/>
                  <a:gd name="T23" fmla="*/ 211 h 274"/>
                  <a:gd name="T24" fmla="*/ 265 w 265"/>
                  <a:gd name="T25" fmla="*/ 155 h 274"/>
                  <a:gd name="T26" fmla="*/ 248 w 265"/>
                  <a:gd name="T27" fmla="*/ 158 h 274"/>
                  <a:gd name="T28" fmla="*/ 248 w 265"/>
                  <a:gd name="T29" fmla="*/ 165 h 274"/>
                  <a:gd name="T30" fmla="*/ 150 w 265"/>
                  <a:gd name="T31" fmla="*/ 263 h 274"/>
                  <a:gd name="T32" fmla="*/ 52 w 265"/>
                  <a:gd name="T33" fmla="*/ 165 h 274"/>
                  <a:gd name="T34" fmla="*/ 63 w 265"/>
                  <a:gd name="T35" fmla="*/ 119 h 274"/>
                  <a:gd name="T36" fmla="*/ 44 w 265"/>
                  <a:gd name="T37" fmla="*/ 86 h 274"/>
                  <a:gd name="T38" fmla="*/ 66 w 265"/>
                  <a:gd name="T39" fmla="*/ 58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5" h="274">
                    <a:moveTo>
                      <a:pt x="66" y="58"/>
                    </a:moveTo>
                    <a:cubicBezTo>
                      <a:pt x="74" y="53"/>
                      <a:pt x="82" y="48"/>
                      <a:pt x="89" y="42"/>
                    </a:cubicBezTo>
                    <a:cubicBezTo>
                      <a:pt x="89" y="33"/>
                      <a:pt x="88" y="25"/>
                      <a:pt x="83" y="19"/>
                    </a:cubicBezTo>
                    <a:cubicBezTo>
                      <a:pt x="75" y="6"/>
                      <a:pt x="56" y="0"/>
                      <a:pt x="27" y="0"/>
                    </a:cubicBezTo>
                    <a:cubicBezTo>
                      <a:pt x="17" y="0"/>
                      <a:pt x="8" y="1"/>
                      <a:pt x="0" y="2"/>
                    </a:cubicBezTo>
                    <a:cubicBezTo>
                      <a:pt x="2" y="82"/>
                      <a:pt x="11" y="147"/>
                      <a:pt x="29" y="197"/>
                    </a:cubicBezTo>
                    <a:cubicBezTo>
                      <a:pt x="45" y="238"/>
                      <a:pt x="62" y="259"/>
                      <a:pt x="74" y="269"/>
                    </a:cubicBezTo>
                    <a:cubicBezTo>
                      <a:pt x="76" y="271"/>
                      <a:pt x="78" y="273"/>
                      <a:pt x="80" y="274"/>
                    </a:cubicBezTo>
                    <a:cubicBezTo>
                      <a:pt x="220" y="274"/>
                      <a:pt x="220" y="274"/>
                      <a:pt x="220" y="274"/>
                    </a:cubicBezTo>
                    <a:cubicBezTo>
                      <a:pt x="221" y="273"/>
                      <a:pt x="221" y="273"/>
                      <a:pt x="222" y="272"/>
                    </a:cubicBezTo>
                    <a:cubicBezTo>
                      <a:pt x="232" y="265"/>
                      <a:pt x="241" y="255"/>
                      <a:pt x="250" y="240"/>
                    </a:cubicBezTo>
                    <a:cubicBezTo>
                      <a:pt x="255" y="232"/>
                      <a:pt x="260" y="223"/>
                      <a:pt x="265" y="211"/>
                    </a:cubicBezTo>
                    <a:cubicBezTo>
                      <a:pt x="265" y="155"/>
                      <a:pt x="265" y="155"/>
                      <a:pt x="265" y="155"/>
                    </a:cubicBezTo>
                    <a:cubicBezTo>
                      <a:pt x="260" y="156"/>
                      <a:pt x="254" y="157"/>
                      <a:pt x="248" y="158"/>
                    </a:cubicBezTo>
                    <a:cubicBezTo>
                      <a:pt x="248" y="160"/>
                      <a:pt x="248" y="163"/>
                      <a:pt x="248" y="165"/>
                    </a:cubicBezTo>
                    <a:cubicBezTo>
                      <a:pt x="248" y="219"/>
                      <a:pt x="204" y="263"/>
                      <a:pt x="150" y="263"/>
                    </a:cubicBezTo>
                    <a:cubicBezTo>
                      <a:pt x="96" y="263"/>
                      <a:pt x="52" y="219"/>
                      <a:pt x="52" y="165"/>
                    </a:cubicBezTo>
                    <a:cubicBezTo>
                      <a:pt x="52" y="148"/>
                      <a:pt x="56" y="133"/>
                      <a:pt x="63" y="119"/>
                    </a:cubicBezTo>
                    <a:cubicBezTo>
                      <a:pt x="52" y="108"/>
                      <a:pt x="44" y="97"/>
                      <a:pt x="44" y="86"/>
                    </a:cubicBezTo>
                    <a:cubicBezTo>
                      <a:pt x="45" y="76"/>
                      <a:pt x="52" y="66"/>
                      <a:pt x="66" y="5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 name="Freeform 89"/>
              <p:cNvSpPr>
                <a:spLocks/>
              </p:cNvSpPr>
              <p:nvPr/>
            </p:nvSpPr>
            <p:spPr bwMode="auto">
              <a:xfrm>
                <a:off x="5665788" y="679450"/>
                <a:ext cx="882650" cy="803275"/>
              </a:xfrm>
              <a:custGeom>
                <a:avLst/>
                <a:gdLst>
                  <a:gd name="T0" fmla="*/ 232 w 669"/>
                  <a:gd name="T1" fmla="*/ 104 h 609"/>
                  <a:gd name="T2" fmla="*/ 148 w 669"/>
                  <a:gd name="T3" fmla="*/ 146 h 609"/>
                  <a:gd name="T4" fmla="*/ 130 w 669"/>
                  <a:gd name="T5" fmla="*/ 125 h 609"/>
                  <a:gd name="T6" fmla="*/ 90 w 669"/>
                  <a:gd name="T7" fmla="*/ 77 h 609"/>
                  <a:gd name="T8" fmla="*/ 20 w 669"/>
                  <a:gd name="T9" fmla="*/ 103 h 609"/>
                  <a:gd name="T10" fmla="*/ 1 w 669"/>
                  <a:gd name="T11" fmla="*/ 152 h 609"/>
                  <a:gd name="T12" fmla="*/ 18 w 669"/>
                  <a:gd name="T13" fmla="*/ 178 h 609"/>
                  <a:gd name="T14" fmla="*/ 76 w 669"/>
                  <a:gd name="T15" fmla="*/ 201 h 609"/>
                  <a:gd name="T16" fmla="*/ 101 w 669"/>
                  <a:gd name="T17" fmla="*/ 211 h 609"/>
                  <a:gd name="T18" fmla="*/ 88 w 669"/>
                  <a:gd name="T19" fmla="*/ 304 h 609"/>
                  <a:gd name="T20" fmla="*/ 5 w 669"/>
                  <a:gd name="T21" fmla="*/ 389 h 609"/>
                  <a:gd name="T22" fmla="*/ 86 w 669"/>
                  <a:gd name="T23" fmla="*/ 469 h 609"/>
                  <a:gd name="T24" fmla="*/ 110 w 669"/>
                  <a:gd name="T25" fmla="*/ 485 h 609"/>
                  <a:gd name="T26" fmla="*/ 110 w 669"/>
                  <a:gd name="T27" fmla="*/ 466 h 609"/>
                  <a:gd name="T28" fmla="*/ 150 w 669"/>
                  <a:gd name="T29" fmla="*/ 426 h 609"/>
                  <a:gd name="T30" fmla="*/ 164 w 669"/>
                  <a:gd name="T31" fmla="*/ 429 h 609"/>
                  <a:gd name="T32" fmla="*/ 207 w 669"/>
                  <a:gd name="T33" fmla="*/ 380 h 609"/>
                  <a:gd name="T34" fmla="*/ 286 w 669"/>
                  <a:gd name="T35" fmla="*/ 401 h 609"/>
                  <a:gd name="T36" fmla="*/ 331 w 669"/>
                  <a:gd name="T37" fmla="*/ 470 h 609"/>
                  <a:gd name="T38" fmla="*/ 263 w 669"/>
                  <a:gd name="T39" fmla="*/ 551 h 609"/>
                  <a:gd name="T40" fmla="*/ 246 w 669"/>
                  <a:gd name="T41" fmla="*/ 569 h 609"/>
                  <a:gd name="T42" fmla="*/ 260 w 669"/>
                  <a:gd name="T43" fmla="*/ 592 h 609"/>
                  <a:gd name="T44" fmla="*/ 340 w 669"/>
                  <a:gd name="T45" fmla="*/ 550 h 609"/>
                  <a:gd name="T46" fmla="*/ 430 w 669"/>
                  <a:gd name="T47" fmla="*/ 609 h 609"/>
                  <a:gd name="T48" fmla="*/ 488 w 669"/>
                  <a:gd name="T49" fmla="*/ 528 h 609"/>
                  <a:gd name="T50" fmla="*/ 490 w 669"/>
                  <a:gd name="T51" fmla="*/ 466 h 609"/>
                  <a:gd name="T52" fmla="*/ 530 w 669"/>
                  <a:gd name="T53" fmla="*/ 426 h 609"/>
                  <a:gd name="T54" fmla="*/ 555 w 669"/>
                  <a:gd name="T55" fmla="*/ 435 h 609"/>
                  <a:gd name="T56" fmla="*/ 669 w 669"/>
                  <a:gd name="T57" fmla="*/ 277 h 609"/>
                  <a:gd name="T58" fmla="*/ 285 w 669"/>
                  <a:gd name="T59" fmla="*/ 0 h 609"/>
                  <a:gd name="T60" fmla="*/ 232 w 669"/>
                  <a:gd name="T61" fmla="*/ 104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69" h="609">
                    <a:moveTo>
                      <a:pt x="232" y="104"/>
                    </a:moveTo>
                    <a:cubicBezTo>
                      <a:pt x="216" y="126"/>
                      <a:pt x="184" y="171"/>
                      <a:pt x="148" y="146"/>
                    </a:cubicBezTo>
                    <a:cubicBezTo>
                      <a:pt x="142" y="141"/>
                      <a:pt x="136" y="134"/>
                      <a:pt x="130" y="125"/>
                    </a:cubicBezTo>
                    <a:cubicBezTo>
                      <a:pt x="120" y="109"/>
                      <a:pt x="106" y="88"/>
                      <a:pt x="90" y="77"/>
                    </a:cubicBezTo>
                    <a:cubicBezTo>
                      <a:pt x="75" y="66"/>
                      <a:pt x="53" y="58"/>
                      <a:pt x="20" y="103"/>
                    </a:cubicBezTo>
                    <a:cubicBezTo>
                      <a:pt x="6" y="123"/>
                      <a:pt x="0" y="139"/>
                      <a:pt x="1" y="152"/>
                    </a:cubicBezTo>
                    <a:cubicBezTo>
                      <a:pt x="2" y="162"/>
                      <a:pt x="7" y="171"/>
                      <a:pt x="18" y="178"/>
                    </a:cubicBezTo>
                    <a:cubicBezTo>
                      <a:pt x="34" y="190"/>
                      <a:pt x="59" y="197"/>
                      <a:pt x="76" y="201"/>
                    </a:cubicBezTo>
                    <a:cubicBezTo>
                      <a:pt x="87" y="203"/>
                      <a:pt x="95" y="206"/>
                      <a:pt x="101" y="211"/>
                    </a:cubicBezTo>
                    <a:cubicBezTo>
                      <a:pt x="137" y="236"/>
                      <a:pt x="104" y="282"/>
                      <a:pt x="88" y="304"/>
                    </a:cubicBezTo>
                    <a:cubicBezTo>
                      <a:pt x="69" y="330"/>
                      <a:pt x="24" y="372"/>
                      <a:pt x="5" y="389"/>
                    </a:cubicBezTo>
                    <a:cubicBezTo>
                      <a:pt x="21" y="408"/>
                      <a:pt x="61" y="451"/>
                      <a:pt x="86" y="469"/>
                    </a:cubicBezTo>
                    <a:cubicBezTo>
                      <a:pt x="91" y="473"/>
                      <a:pt x="101" y="479"/>
                      <a:pt x="110" y="485"/>
                    </a:cubicBezTo>
                    <a:cubicBezTo>
                      <a:pt x="110" y="479"/>
                      <a:pt x="110" y="473"/>
                      <a:pt x="110" y="466"/>
                    </a:cubicBezTo>
                    <a:cubicBezTo>
                      <a:pt x="110" y="444"/>
                      <a:pt x="128" y="426"/>
                      <a:pt x="150" y="426"/>
                    </a:cubicBezTo>
                    <a:cubicBezTo>
                      <a:pt x="155" y="426"/>
                      <a:pt x="160" y="427"/>
                      <a:pt x="164" y="429"/>
                    </a:cubicBezTo>
                    <a:cubicBezTo>
                      <a:pt x="173" y="407"/>
                      <a:pt x="186" y="388"/>
                      <a:pt x="207" y="380"/>
                    </a:cubicBezTo>
                    <a:cubicBezTo>
                      <a:pt x="229" y="372"/>
                      <a:pt x="256" y="379"/>
                      <a:pt x="286" y="401"/>
                    </a:cubicBezTo>
                    <a:cubicBezTo>
                      <a:pt x="317" y="423"/>
                      <a:pt x="332" y="446"/>
                      <a:pt x="331" y="470"/>
                    </a:cubicBezTo>
                    <a:cubicBezTo>
                      <a:pt x="330" y="505"/>
                      <a:pt x="294" y="532"/>
                      <a:pt x="263" y="551"/>
                    </a:cubicBezTo>
                    <a:cubicBezTo>
                      <a:pt x="255" y="555"/>
                      <a:pt x="247" y="562"/>
                      <a:pt x="246" y="569"/>
                    </a:cubicBezTo>
                    <a:cubicBezTo>
                      <a:pt x="246" y="576"/>
                      <a:pt x="252" y="584"/>
                      <a:pt x="260" y="592"/>
                    </a:cubicBezTo>
                    <a:cubicBezTo>
                      <a:pt x="278" y="566"/>
                      <a:pt x="307" y="550"/>
                      <a:pt x="340" y="550"/>
                    </a:cubicBezTo>
                    <a:cubicBezTo>
                      <a:pt x="380" y="550"/>
                      <a:pt x="415" y="574"/>
                      <a:pt x="430" y="609"/>
                    </a:cubicBezTo>
                    <a:cubicBezTo>
                      <a:pt x="488" y="528"/>
                      <a:pt x="488" y="528"/>
                      <a:pt x="488" y="528"/>
                    </a:cubicBezTo>
                    <a:cubicBezTo>
                      <a:pt x="489" y="509"/>
                      <a:pt x="490" y="489"/>
                      <a:pt x="490" y="466"/>
                    </a:cubicBezTo>
                    <a:cubicBezTo>
                      <a:pt x="490" y="444"/>
                      <a:pt x="507" y="426"/>
                      <a:pt x="530" y="426"/>
                    </a:cubicBezTo>
                    <a:cubicBezTo>
                      <a:pt x="539" y="426"/>
                      <a:pt x="548" y="430"/>
                      <a:pt x="555" y="435"/>
                    </a:cubicBezTo>
                    <a:cubicBezTo>
                      <a:pt x="669" y="277"/>
                      <a:pt x="669" y="277"/>
                      <a:pt x="669" y="277"/>
                    </a:cubicBezTo>
                    <a:cubicBezTo>
                      <a:pt x="285" y="0"/>
                      <a:pt x="285" y="0"/>
                      <a:pt x="285" y="0"/>
                    </a:cubicBezTo>
                    <a:cubicBezTo>
                      <a:pt x="274" y="26"/>
                      <a:pt x="250" y="78"/>
                      <a:pt x="232" y="10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 name="Oval 90"/>
              <p:cNvSpPr>
                <a:spLocks noChangeArrowheads="1"/>
              </p:cNvSpPr>
              <p:nvPr/>
            </p:nvSpPr>
            <p:spPr bwMode="auto">
              <a:xfrm>
                <a:off x="5995988" y="1416050"/>
                <a:ext cx="238125" cy="238125"/>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 name="Freeform 91"/>
              <p:cNvSpPr>
                <a:spLocks/>
              </p:cNvSpPr>
              <p:nvPr/>
            </p:nvSpPr>
            <p:spPr bwMode="auto">
              <a:xfrm>
                <a:off x="5821363" y="1252538"/>
                <a:ext cx="585788" cy="1420812"/>
              </a:xfrm>
              <a:custGeom>
                <a:avLst/>
                <a:gdLst>
                  <a:gd name="T0" fmla="*/ 412 w 444"/>
                  <a:gd name="T1" fmla="*/ 0 h 1077"/>
                  <a:gd name="T2" fmla="*/ 380 w 444"/>
                  <a:gd name="T3" fmla="*/ 32 h 1077"/>
                  <a:gd name="T4" fmla="*/ 329 w 444"/>
                  <a:gd name="T5" fmla="*/ 294 h 1077"/>
                  <a:gd name="T6" fmla="*/ 299 w 444"/>
                  <a:gd name="T7" fmla="*/ 328 h 1077"/>
                  <a:gd name="T8" fmla="*/ 294 w 444"/>
                  <a:gd name="T9" fmla="*/ 331 h 1077"/>
                  <a:gd name="T10" fmla="*/ 149 w 444"/>
                  <a:gd name="T11" fmla="*/ 331 h 1077"/>
                  <a:gd name="T12" fmla="*/ 141 w 444"/>
                  <a:gd name="T13" fmla="*/ 324 h 1077"/>
                  <a:gd name="T14" fmla="*/ 94 w 444"/>
                  <a:gd name="T15" fmla="*/ 249 h 1077"/>
                  <a:gd name="T16" fmla="*/ 64 w 444"/>
                  <a:gd name="T17" fmla="*/ 32 h 1077"/>
                  <a:gd name="T18" fmla="*/ 32 w 444"/>
                  <a:gd name="T19" fmla="*/ 0 h 1077"/>
                  <a:gd name="T20" fmla="*/ 0 w 444"/>
                  <a:gd name="T21" fmla="*/ 32 h 1077"/>
                  <a:gd name="T22" fmla="*/ 61 w 444"/>
                  <a:gd name="T23" fmla="*/ 327 h 1077"/>
                  <a:gd name="T24" fmla="*/ 114 w 444"/>
                  <a:gd name="T25" fmla="*/ 384 h 1077"/>
                  <a:gd name="T26" fmla="*/ 114 w 444"/>
                  <a:gd name="T27" fmla="*/ 1027 h 1077"/>
                  <a:gd name="T28" fmla="*/ 163 w 444"/>
                  <a:gd name="T29" fmla="*/ 1077 h 1077"/>
                  <a:gd name="T30" fmla="*/ 213 w 444"/>
                  <a:gd name="T31" fmla="*/ 1027 h 1077"/>
                  <a:gd name="T32" fmla="*/ 213 w 444"/>
                  <a:gd name="T33" fmla="*/ 666 h 1077"/>
                  <a:gd name="T34" fmla="*/ 231 w 444"/>
                  <a:gd name="T35" fmla="*/ 666 h 1077"/>
                  <a:gd name="T36" fmla="*/ 231 w 444"/>
                  <a:gd name="T37" fmla="*/ 1027 h 1077"/>
                  <a:gd name="T38" fmla="*/ 281 w 444"/>
                  <a:gd name="T39" fmla="*/ 1077 h 1077"/>
                  <a:gd name="T40" fmla="*/ 330 w 444"/>
                  <a:gd name="T41" fmla="*/ 1027 h 1077"/>
                  <a:gd name="T42" fmla="*/ 330 w 444"/>
                  <a:gd name="T43" fmla="*/ 384 h 1077"/>
                  <a:gd name="T44" fmla="*/ 383 w 444"/>
                  <a:gd name="T45" fmla="*/ 327 h 1077"/>
                  <a:gd name="T46" fmla="*/ 444 w 444"/>
                  <a:gd name="T47" fmla="*/ 32 h 1077"/>
                  <a:gd name="T48" fmla="*/ 412 w 444"/>
                  <a:gd name="T49" fmla="*/ 0 h 10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44" h="1077">
                    <a:moveTo>
                      <a:pt x="412" y="0"/>
                    </a:moveTo>
                    <a:cubicBezTo>
                      <a:pt x="394" y="0"/>
                      <a:pt x="380" y="15"/>
                      <a:pt x="380" y="32"/>
                    </a:cubicBezTo>
                    <a:cubicBezTo>
                      <a:pt x="380" y="179"/>
                      <a:pt x="352" y="255"/>
                      <a:pt x="329" y="294"/>
                    </a:cubicBezTo>
                    <a:cubicBezTo>
                      <a:pt x="317" y="313"/>
                      <a:pt x="306" y="323"/>
                      <a:pt x="299" y="328"/>
                    </a:cubicBezTo>
                    <a:cubicBezTo>
                      <a:pt x="297" y="329"/>
                      <a:pt x="296" y="330"/>
                      <a:pt x="294" y="331"/>
                    </a:cubicBezTo>
                    <a:cubicBezTo>
                      <a:pt x="149" y="331"/>
                      <a:pt x="149" y="331"/>
                      <a:pt x="149" y="331"/>
                    </a:cubicBezTo>
                    <a:cubicBezTo>
                      <a:pt x="147" y="329"/>
                      <a:pt x="144" y="327"/>
                      <a:pt x="141" y="324"/>
                    </a:cubicBezTo>
                    <a:cubicBezTo>
                      <a:pt x="129" y="314"/>
                      <a:pt x="110" y="293"/>
                      <a:pt x="94" y="249"/>
                    </a:cubicBezTo>
                    <a:cubicBezTo>
                      <a:pt x="78" y="204"/>
                      <a:pt x="64" y="135"/>
                      <a:pt x="64" y="32"/>
                    </a:cubicBezTo>
                    <a:cubicBezTo>
                      <a:pt x="64" y="15"/>
                      <a:pt x="50" y="0"/>
                      <a:pt x="32" y="0"/>
                    </a:cubicBezTo>
                    <a:cubicBezTo>
                      <a:pt x="15" y="0"/>
                      <a:pt x="0" y="15"/>
                      <a:pt x="0" y="32"/>
                    </a:cubicBezTo>
                    <a:cubicBezTo>
                      <a:pt x="0" y="186"/>
                      <a:pt x="29" y="275"/>
                      <a:pt x="61" y="327"/>
                    </a:cubicBezTo>
                    <a:cubicBezTo>
                      <a:pt x="79" y="357"/>
                      <a:pt x="99" y="374"/>
                      <a:pt x="114" y="384"/>
                    </a:cubicBezTo>
                    <a:cubicBezTo>
                      <a:pt x="114" y="1027"/>
                      <a:pt x="114" y="1027"/>
                      <a:pt x="114" y="1027"/>
                    </a:cubicBezTo>
                    <a:cubicBezTo>
                      <a:pt x="114" y="1054"/>
                      <a:pt x="136" y="1077"/>
                      <a:pt x="163" y="1077"/>
                    </a:cubicBezTo>
                    <a:cubicBezTo>
                      <a:pt x="190" y="1077"/>
                      <a:pt x="213" y="1054"/>
                      <a:pt x="213" y="1027"/>
                    </a:cubicBezTo>
                    <a:cubicBezTo>
                      <a:pt x="213" y="666"/>
                      <a:pt x="213" y="666"/>
                      <a:pt x="213" y="666"/>
                    </a:cubicBezTo>
                    <a:cubicBezTo>
                      <a:pt x="231" y="666"/>
                      <a:pt x="231" y="666"/>
                      <a:pt x="231" y="666"/>
                    </a:cubicBezTo>
                    <a:cubicBezTo>
                      <a:pt x="231" y="1027"/>
                      <a:pt x="231" y="1027"/>
                      <a:pt x="231" y="1027"/>
                    </a:cubicBezTo>
                    <a:cubicBezTo>
                      <a:pt x="231" y="1054"/>
                      <a:pt x="253" y="1077"/>
                      <a:pt x="281" y="1077"/>
                    </a:cubicBezTo>
                    <a:cubicBezTo>
                      <a:pt x="308" y="1077"/>
                      <a:pt x="330" y="1054"/>
                      <a:pt x="330" y="1027"/>
                    </a:cubicBezTo>
                    <a:cubicBezTo>
                      <a:pt x="330" y="384"/>
                      <a:pt x="330" y="384"/>
                      <a:pt x="330" y="384"/>
                    </a:cubicBezTo>
                    <a:cubicBezTo>
                      <a:pt x="345" y="374"/>
                      <a:pt x="365" y="357"/>
                      <a:pt x="383" y="327"/>
                    </a:cubicBezTo>
                    <a:cubicBezTo>
                      <a:pt x="415" y="275"/>
                      <a:pt x="443" y="186"/>
                      <a:pt x="444" y="32"/>
                    </a:cubicBezTo>
                    <a:cubicBezTo>
                      <a:pt x="444" y="15"/>
                      <a:pt x="429" y="0"/>
                      <a:pt x="412"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99" name="组合 98"/>
          <p:cNvGrpSpPr/>
          <p:nvPr/>
        </p:nvGrpSpPr>
        <p:grpSpPr>
          <a:xfrm>
            <a:off x="7652021" y="856867"/>
            <a:ext cx="758023" cy="1412397"/>
            <a:chOff x="7652021" y="856867"/>
            <a:chExt cx="758023" cy="1412397"/>
          </a:xfrm>
          <a:solidFill>
            <a:schemeClr val="tx1">
              <a:lumMod val="65000"/>
              <a:lumOff val="35000"/>
            </a:schemeClr>
          </a:solidFill>
        </p:grpSpPr>
        <p:sp>
          <p:nvSpPr>
            <p:cNvPr id="100" name="Freeform 95"/>
            <p:cNvSpPr>
              <a:spLocks/>
            </p:cNvSpPr>
            <p:nvPr/>
          </p:nvSpPr>
          <p:spPr bwMode="auto">
            <a:xfrm>
              <a:off x="7918016" y="856867"/>
              <a:ext cx="300962" cy="302211"/>
            </a:xfrm>
            <a:custGeom>
              <a:avLst/>
              <a:gdLst>
                <a:gd name="T0" fmla="*/ 129 w 324"/>
                <a:gd name="T1" fmla="*/ 306 h 325"/>
                <a:gd name="T2" fmla="*/ 306 w 324"/>
                <a:gd name="T3" fmla="*/ 196 h 325"/>
                <a:gd name="T4" fmla="*/ 196 w 324"/>
                <a:gd name="T5" fmla="*/ 19 h 325"/>
                <a:gd name="T6" fmla="*/ 18 w 324"/>
                <a:gd name="T7" fmla="*/ 129 h 325"/>
                <a:gd name="T8" fmla="*/ 129 w 324"/>
                <a:gd name="T9" fmla="*/ 306 h 325"/>
              </a:gdLst>
              <a:ahLst/>
              <a:cxnLst>
                <a:cxn ang="0">
                  <a:pos x="T0" y="T1"/>
                </a:cxn>
                <a:cxn ang="0">
                  <a:pos x="T2" y="T3"/>
                </a:cxn>
                <a:cxn ang="0">
                  <a:pos x="T4" y="T5"/>
                </a:cxn>
                <a:cxn ang="0">
                  <a:pos x="T6" y="T7"/>
                </a:cxn>
                <a:cxn ang="0">
                  <a:pos x="T8" y="T9"/>
                </a:cxn>
              </a:cxnLst>
              <a:rect l="0" t="0" r="r" b="b"/>
              <a:pathLst>
                <a:path w="324" h="325">
                  <a:moveTo>
                    <a:pt x="129" y="306"/>
                  </a:moveTo>
                  <a:cubicBezTo>
                    <a:pt x="208" y="325"/>
                    <a:pt x="287" y="275"/>
                    <a:pt x="306" y="196"/>
                  </a:cubicBezTo>
                  <a:cubicBezTo>
                    <a:pt x="324" y="117"/>
                    <a:pt x="275" y="37"/>
                    <a:pt x="196" y="19"/>
                  </a:cubicBezTo>
                  <a:cubicBezTo>
                    <a:pt x="116" y="0"/>
                    <a:pt x="37" y="50"/>
                    <a:pt x="18" y="129"/>
                  </a:cubicBezTo>
                  <a:cubicBezTo>
                    <a:pt x="0" y="209"/>
                    <a:pt x="49" y="288"/>
                    <a:pt x="129" y="30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96"/>
            <p:cNvSpPr>
              <a:spLocks noEditPoints="1"/>
            </p:cNvSpPr>
            <p:nvPr/>
          </p:nvSpPr>
          <p:spPr bwMode="auto">
            <a:xfrm>
              <a:off x="7825604" y="1071661"/>
              <a:ext cx="584440" cy="684345"/>
            </a:xfrm>
            <a:custGeom>
              <a:avLst/>
              <a:gdLst>
                <a:gd name="T0" fmla="*/ 608 w 628"/>
                <a:gd name="T1" fmla="*/ 513 h 736"/>
                <a:gd name="T2" fmla="*/ 617 w 628"/>
                <a:gd name="T3" fmla="*/ 430 h 736"/>
                <a:gd name="T4" fmla="*/ 517 w 628"/>
                <a:gd name="T5" fmla="*/ 196 h 736"/>
                <a:gd name="T6" fmla="*/ 417 w 628"/>
                <a:gd name="T7" fmla="*/ 128 h 736"/>
                <a:gd name="T8" fmla="*/ 396 w 628"/>
                <a:gd name="T9" fmla="*/ 124 h 736"/>
                <a:gd name="T10" fmla="*/ 388 w 628"/>
                <a:gd name="T11" fmla="*/ 123 h 736"/>
                <a:gd name="T12" fmla="*/ 219 w 628"/>
                <a:gd name="T13" fmla="*/ 123 h 736"/>
                <a:gd name="T14" fmla="*/ 95 w 628"/>
                <a:gd name="T15" fmla="*/ 0 h 736"/>
                <a:gd name="T16" fmla="*/ 0 w 628"/>
                <a:gd name="T17" fmla="*/ 94 h 736"/>
                <a:gd name="T18" fmla="*/ 19 w 628"/>
                <a:gd name="T19" fmla="*/ 112 h 736"/>
                <a:gd name="T20" fmla="*/ 24 w 628"/>
                <a:gd name="T21" fmla="*/ 117 h 736"/>
                <a:gd name="T22" fmla="*/ 95 w 628"/>
                <a:gd name="T23" fmla="*/ 46 h 736"/>
                <a:gd name="T24" fmla="*/ 172 w 628"/>
                <a:gd name="T25" fmla="*/ 123 h 736"/>
                <a:gd name="T26" fmla="*/ 439 w 628"/>
                <a:gd name="T27" fmla="*/ 390 h 736"/>
                <a:gd name="T28" fmla="*/ 510 w 628"/>
                <a:gd name="T29" fmla="*/ 461 h 736"/>
                <a:gd name="T30" fmla="*/ 582 w 628"/>
                <a:gd name="T31" fmla="*/ 533 h 736"/>
                <a:gd name="T32" fmla="*/ 511 w 628"/>
                <a:gd name="T33" fmla="*/ 605 h 736"/>
                <a:gd name="T34" fmla="*/ 516 w 628"/>
                <a:gd name="T35" fmla="*/ 609 h 736"/>
                <a:gd name="T36" fmla="*/ 535 w 628"/>
                <a:gd name="T37" fmla="*/ 626 h 736"/>
                <a:gd name="T38" fmla="*/ 526 w 628"/>
                <a:gd name="T39" fmla="*/ 636 h 736"/>
                <a:gd name="T40" fmla="*/ 507 w 628"/>
                <a:gd name="T41" fmla="*/ 618 h 736"/>
                <a:gd name="T42" fmla="*/ 502 w 628"/>
                <a:gd name="T43" fmla="*/ 613 h 736"/>
                <a:gd name="T44" fmla="*/ 465 w 628"/>
                <a:gd name="T45" fmla="*/ 603 h 736"/>
                <a:gd name="T46" fmla="*/ 439 w 628"/>
                <a:gd name="T47" fmla="*/ 613 h 736"/>
                <a:gd name="T48" fmla="*/ 432 w 628"/>
                <a:gd name="T49" fmla="*/ 618 h 736"/>
                <a:gd name="T50" fmla="*/ 418 w 628"/>
                <a:gd name="T51" fmla="*/ 663 h 736"/>
                <a:gd name="T52" fmla="*/ 428 w 628"/>
                <a:gd name="T53" fmla="*/ 687 h 736"/>
                <a:gd name="T54" fmla="*/ 432 w 628"/>
                <a:gd name="T55" fmla="*/ 692 h 736"/>
                <a:gd name="T56" fmla="*/ 432 w 628"/>
                <a:gd name="T57" fmla="*/ 692 h 736"/>
                <a:gd name="T58" fmla="*/ 439 w 628"/>
                <a:gd name="T59" fmla="*/ 698 h 736"/>
                <a:gd name="T60" fmla="*/ 451 w 628"/>
                <a:gd name="T61" fmla="*/ 711 h 736"/>
                <a:gd name="T62" fmla="*/ 451 w 628"/>
                <a:gd name="T63" fmla="*/ 711 h 736"/>
                <a:gd name="T64" fmla="*/ 476 w 628"/>
                <a:gd name="T65" fmla="*/ 736 h 736"/>
                <a:gd name="T66" fmla="*/ 549 w 628"/>
                <a:gd name="T67" fmla="*/ 663 h 736"/>
                <a:gd name="T68" fmla="*/ 552 w 628"/>
                <a:gd name="T69" fmla="*/ 660 h 736"/>
                <a:gd name="T70" fmla="*/ 552 w 628"/>
                <a:gd name="T71" fmla="*/ 660 h 736"/>
                <a:gd name="T72" fmla="*/ 560 w 628"/>
                <a:gd name="T73" fmla="*/ 648 h 736"/>
                <a:gd name="T74" fmla="*/ 593 w 628"/>
                <a:gd name="T75" fmla="*/ 569 h 736"/>
                <a:gd name="T76" fmla="*/ 628 w 628"/>
                <a:gd name="T77" fmla="*/ 533 h 736"/>
                <a:gd name="T78" fmla="*/ 608 w 628"/>
                <a:gd name="T79" fmla="*/ 513 h 736"/>
                <a:gd name="T80" fmla="*/ 439 w 628"/>
                <a:gd name="T81" fmla="*/ 343 h 736"/>
                <a:gd name="T82" fmla="*/ 439 w 628"/>
                <a:gd name="T83" fmla="*/ 266 h 736"/>
                <a:gd name="T84" fmla="*/ 448 w 628"/>
                <a:gd name="T85" fmla="*/ 275 h 736"/>
                <a:gd name="T86" fmla="*/ 512 w 628"/>
                <a:gd name="T87" fmla="*/ 417 h 736"/>
                <a:gd name="T88" fmla="*/ 439 w 628"/>
                <a:gd name="T89" fmla="*/ 343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28" h="736">
                  <a:moveTo>
                    <a:pt x="608" y="513"/>
                  </a:moveTo>
                  <a:cubicBezTo>
                    <a:pt x="614" y="484"/>
                    <a:pt x="617" y="456"/>
                    <a:pt x="617" y="430"/>
                  </a:cubicBezTo>
                  <a:cubicBezTo>
                    <a:pt x="618" y="320"/>
                    <a:pt x="566" y="242"/>
                    <a:pt x="517" y="196"/>
                  </a:cubicBezTo>
                  <a:cubicBezTo>
                    <a:pt x="468" y="149"/>
                    <a:pt x="421" y="129"/>
                    <a:pt x="417" y="128"/>
                  </a:cubicBezTo>
                  <a:cubicBezTo>
                    <a:pt x="410" y="125"/>
                    <a:pt x="403" y="124"/>
                    <a:pt x="396" y="124"/>
                  </a:cubicBezTo>
                  <a:cubicBezTo>
                    <a:pt x="394" y="123"/>
                    <a:pt x="391" y="123"/>
                    <a:pt x="388" y="123"/>
                  </a:cubicBezTo>
                  <a:cubicBezTo>
                    <a:pt x="219" y="123"/>
                    <a:pt x="219" y="123"/>
                    <a:pt x="219" y="123"/>
                  </a:cubicBezTo>
                  <a:cubicBezTo>
                    <a:pt x="95" y="0"/>
                    <a:pt x="95" y="0"/>
                    <a:pt x="95" y="0"/>
                  </a:cubicBezTo>
                  <a:cubicBezTo>
                    <a:pt x="0" y="94"/>
                    <a:pt x="0" y="94"/>
                    <a:pt x="0" y="94"/>
                  </a:cubicBezTo>
                  <a:cubicBezTo>
                    <a:pt x="19" y="112"/>
                    <a:pt x="19" y="112"/>
                    <a:pt x="19" y="112"/>
                  </a:cubicBezTo>
                  <a:cubicBezTo>
                    <a:pt x="21" y="114"/>
                    <a:pt x="22" y="115"/>
                    <a:pt x="24" y="117"/>
                  </a:cubicBezTo>
                  <a:cubicBezTo>
                    <a:pt x="95" y="46"/>
                    <a:pt x="95" y="46"/>
                    <a:pt x="95" y="46"/>
                  </a:cubicBezTo>
                  <a:cubicBezTo>
                    <a:pt x="172" y="123"/>
                    <a:pt x="172" y="123"/>
                    <a:pt x="172" y="123"/>
                  </a:cubicBezTo>
                  <a:cubicBezTo>
                    <a:pt x="439" y="390"/>
                    <a:pt x="439" y="390"/>
                    <a:pt x="439" y="390"/>
                  </a:cubicBezTo>
                  <a:cubicBezTo>
                    <a:pt x="510" y="461"/>
                    <a:pt x="510" y="461"/>
                    <a:pt x="510" y="461"/>
                  </a:cubicBezTo>
                  <a:cubicBezTo>
                    <a:pt x="582" y="533"/>
                    <a:pt x="582" y="533"/>
                    <a:pt x="582" y="533"/>
                  </a:cubicBezTo>
                  <a:cubicBezTo>
                    <a:pt x="511" y="605"/>
                    <a:pt x="511" y="605"/>
                    <a:pt x="511" y="605"/>
                  </a:cubicBezTo>
                  <a:cubicBezTo>
                    <a:pt x="511" y="605"/>
                    <a:pt x="514" y="607"/>
                    <a:pt x="516" y="609"/>
                  </a:cubicBezTo>
                  <a:cubicBezTo>
                    <a:pt x="535" y="626"/>
                    <a:pt x="535" y="626"/>
                    <a:pt x="535" y="626"/>
                  </a:cubicBezTo>
                  <a:cubicBezTo>
                    <a:pt x="526" y="636"/>
                    <a:pt x="526" y="636"/>
                    <a:pt x="526" y="636"/>
                  </a:cubicBezTo>
                  <a:cubicBezTo>
                    <a:pt x="507" y="618"/>
                    <a:pt x="507" y="618"/>
                    <a:pt x="507" y="618"/>
                  </a:cubicBezTo>
                  <a:cubicBezTo>
                    <a:pt x="505" y="616"/>
                    <a:pt x="503" y="615"/>
                    <a:pt x="502" y="613"/>
                  </a:cubicBezTo>
                  <a:cubicBezTo>
                    <a:pt x="491" y="605"/>
                    <a:pt x="478" y="602"/>
                    <a:pt x="465" y="603"/>
                  </a:cubicBezTo>
                  <a:cubicBezTo>
                    <a:pt x="456" y="603"/>
                    <a:pt x="447" y="607"/>
                    <a:pt x="439" y="613"/>
                  </a:cubicBezTo>
                  <a:cubicBezTo>
                    <a:pt x="436" y="614"/>
                    <a:pt x="434" y="616"/>
                    <a:pt x="432" y="618"/>
                  </a:cubicBezTo>
                  <a:cubicBezTo>
                    <a:pt x="420" y="630"/>
                    <a:pt x="415" y="647"/>
                    <a:pt x="418" y="663"/>
                  </a:cubicBezTo>
                  <a:cubicBezTo>
                    <a:pt x="419" y="672"/>
                    <a:pt x="423" y="680"/>
                    <a:pt x="428" y="687"/>
                  </a:cubicBezTo>
                  <a:cubicBezTo>
                    <a:pt x="432" y="692"/>
                    <a:pt x="432" y="692"/>
                    <a:pt x="432" y="692"/>
                  </a:cubicBezTo>
                  <a:cubicBezTo>
                    <a:pt x="432" y="692"/>
                    <a:pt x="432" y="692"/>
                    <a:pt x="432" y="692"/>
                  </a:cubicBezTo>
                  <a:cubicBezTo>
                    <a:pt x="439" y="698"/>
                    <a:pt x="439" y="698"/>
                    <a:pt x="439" y="698"/>
                  </a:cubicBezTo>
                  <a:cubicBezTo>
                    <a:pt x="451" y="711"/>
                    <a:pt x="451" y="711"/>
                    <a:pt x="451" y="711"/>
                  </a:cubicBezTo>
                  <a:cubicBezTo>
                    <a:pt x="451" y="711"/>
                    <a:pt x="451" y="711"/>
                    <a:pt x="451" y="711"/>
                  </a:cubicBezTo>
                  <a:cubicBezTo>
                    <a:pt x="476" y="736"/>
                    <a:pt x="476" y="736"/>
                    <a:pt x="476" y="736"/>
                  </a:cubicBezTo>
                  <a:cubicBezTo>
                    <a:pt x="549" y="663"/>
                    <a:pt x="549" y="663"/>
                    <a:pt x="549" y="663"/>
                  </a:cubicBezTo>
                  <a:cubicBezTo>
                    <a:pt x="552" y="660"/>
                    <a:pt x="552" y="660"/>
                    <a:pt x="552" y="660"/>
                  </a:cubicBezTo>
                  <a:cubicBezTo>
                    <a:pt x="552" y="660"/>
                    <a:pt x="552" y="660"/>
                    <a:pt x="552" y="660"/>
                  </a:cubicBezTo>
                  <a:cubicBezTo>
                    <a:pt x="555" y="656"/>
                    <a:pt x="558" y="653"/>
                    <a:pt x="560" y="648"/>
                  </a:cubicBezTo>
                  <a:cubicBezTo>
                    <a:pt x="573" y="621"/>
                    <a:pt x="584" y="594"/>
                    <a:pt x="593" y="569"/>
                  </a:cubicBezTo>
                  <a:cubicBezTo>
                    <a:pt x="628" y="533"/>
                    <a:pt x="628" y="533"/>
                    <a:pt x="628" y="533"/>
                  </a:cubicBezTo>
                  <a:lnTo>
                    <a:pt x="608" y="513"/>
                  </a:lnTo>
                  <a:close/>
                  <a:moveTo>
                    <a:pt x="439" y="343"/>
                  </a:moveTo>
                  <a:cubicBezTo>
                    <a:pt x="439" y="266"/>
                    <a:pt x="439" y="266"/>
                    <a:pt x="439" y="266"/>
                  </a:cubicBezTo>
                  <a:cubicBezTo>
                    <a:pt x="442" y="269"/>
                    <a:pt x="445" y="272"/>
                    <a:pt x="448" y="275"/>
                  </a:cubicBezTo>
                  <a:cubicBezTo>
                    <a:pt x="479" y="306"/>
                    <a:pt x="508" y="350"/>
                    <a:pt x="512" y="417"/>
                  </a:cubicBezTo>
                  <a:lnTo>
                    <a:pt x="439" y="3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97"/>
            <p:cNvSpPr>
              <a:spLocks/>
            </p:cNvSpPr>
            <p:nvPr/>
          </p:nvSpPr>
          <p:spPr bwMode="auto">
            <a:xfrm>
              <a:off x="7652021" y="1245245"/>
              <a:ext cx="585689" cy="1024019"/>
            </a:xfrm>
            <a:custGeom>
              <a:avLst/>
              <a:gdLst>
                <a:gd name="T0" fmla="*/ 606 w 628"/>
                <a:gd name="T1" fmla="*/ 508 h 1100"/>
                <a:gd name="T2" fmla="*/ 534 w 628"/>
                <a:gd name="T3" fmla="*/ 580 h 1100"/>
                <a:gd name="T4" fmla="*/ 462 w 628"/>
                <a:gd name="T5" fmla="*/ 509 h 1100"/>
                <a:gd name="T6" fmla="*/ 439 w 628"/>
                <a:gd name="T7" fmla="*/ 486 h 1100"/>
                <a:gd name="T8" fmla="*/ 432 w 628"/>
                <a:gd name="T9" fmla="*/ 479 h 1100"/>
                <a:gd name="T10" fmla="*/ 270 w 628"/>
                <a:gd name="T11" fmla="*/ 317 h 1100"/>
                <a:gd name="T12" fmla="*/ 46 w 628"/>
                <a:gd name="T13" fmla="*/ 93 h 1100"/>
                <a:gd name="T14" fmla="*/ 118 w 628"/>
                <a:gd name="T15" fmla="*/ 22 h 1100"/>
                <a:gd name="T16" fmla="*/ 94 w 628"/>
                <a:gd name="T17" fmla="*/ 0 h 1100"/>
                <a:gd name="T18" fmla="*/ 0 w 628"/>
                <a:gd name="T19" fmla="*/ 93 h 1100"/>
                <a:gd name="T20" fmla="*/ 270 w 628"/>
                <a:gd name="T21" fmla="*/ 363 h 1100"/>
                <a:gd name="T22" fmla="*/ 270 w 628"/>
                <a:gd name="T23" fmla="*/ 436 h 1100"/>
                <a:gd name="T24" fmla="*/ 270 w 628"/>
                <a:gd name="T25" fmla="*/ 1019 h 1100"/>
                <a:gd name="T26" fmla="*/ 351 w 628"/>
                <a:gd name="T27" fmla="*/ 1100 h 1100"/>
                <a:gd name="T28" fmla="*/ 432 w 628"/>
                <a:gd name="T29" fmla="*/ 1019 h 1100"/>
                <a:gd name="T30" fmla="*/ 432 w 628"/>
                <a:gd name="T31" fmla="*/ 525 h 1100"/>
                <a:gd name="T32" fmla="*/ 462 w 628"/>
                <a:gd name="T33" fmla="*/ 556 h 1100"/>
                <a:gd name="T34" fmla="*/ 462 w 628"/>
                <a:gd name="T35" fmla="*/ 1019 h 1100"/>
                <a:gd name="T36" fmla="*/ 543 w 628"/>
                <a:gd name="T37" fmla="*/ 1100 h 1100"/>
                <a:gd name="T38" fmla="*/ 625 w 628"/>
                <a:gd name="T39" fmla="*/ 1019 h 1100"/>
                <a:gd name="T40" fmla="*/ 625 w 628"/>
                <a:gd name="T41" fmla="*/ 536 h 1100"/>
                <a:gd name="T42" fmla="*/ 628 w 628"/>
                <a:gd name="T43" fmla="*/ 533 h 1100"/>
                <a:gd name="T44" fmla="*/ 625 w 628"/>
                <a:gd name="T45" fmla="*/ 530 h 1100"/>
                <a:gd name="T46" fmla="*/ 606 w 628"/>
                <a:gd name="T47" fmla="*/ 508 h 1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28" h="1100">
                  <a:moveTo>
                    <a:pt x="606" y="508"/>
                  </a:moveTo>
                  <a:cubicBezTo>
                    <a:pt x="534" y="580"/>
                    <a:pt x="534" y="580"/>
                    <a:pt x="534" y="580"/>
                  </a:cubicBezTo>
                  <a:cubicBezTo>
                    <a:pt x="462" y="509"/>
                    <a:pt x="462" y="509"/>
                    <a:pt x="462" y="509"/>
                  </a:cubicBezTo>
                  <a:cubicBezTo>
                    <a:pt x="439" y="486"/>
                    <a:pt x="439" y="486"/>
                    <a:pt x="439" y="486"/>
                  </a:cubicBezTo>
                  <a:cubicBezTo>
                    <a:pt x="432" y="479"/>
                    <a:pt x="432" y="479"/>
                    <a:pt x="432" y="479"/>
                  </a:cubicBezTo>
                  <a:cubicBezTo>
                    <a:pt x="270" y="317"/>
                    <a:pt x="270" y="317"/>
                    <a:pt x="270" y="317"/>
                  </a:cubicBezTo>
                  <a:cubicBezTo>
                    <a:pt x="46" y="93"/>
                    <a:pt x="46" y="93"/>
                    <a:pt x="46" y="93"/>
                  </a:cubicBezTo>
                  <a:cubicBezTo>
                    <a:pt x="118" y="22"/>
                    <a:pt x="118" y="22"/>
                    <a:pt x="118" y="22"/>
                  </a:cubicBezTo>
                  <a:cubicBezTo>
                    <a:pt x="116" y="21"/>
                    <a:pt x="94" y="0"/>
                    <a:pt x="94" y="0"/>
                  </a:cubicBezTo>
                  <a:cubicBezTo>
                    <a:pt x="0" y="93"/>
                    <a:pt x="0" y="93"/>
                    <a:pt x="0" y="93"/>
                  </a:cubicBezTo>
                  <a:cubicBezTo>
                    <a:pt x="270" y="363"/>
                    <a:pt x="270" y="363"/>
                    <a:pt x="270" y="363"/>
                  </a:cubicBezTo>
                  <a:cubicBezTo>
                    <a:pt x="270" y="436"/>
                    <a:pt x="270" y="436"/>
                    <a:pt x="270" y="436"/>
                  </a:cubicBezTo>
                  <a:cubicBezTo>
                    <a:pt x="270" y="1019"/>
                    <a:pt x="270" y="1019"/>
                    <a:pt x="270" y="1019"/>
                  </a:cubicBezTo>
                  <a:cubicBezTo>
                    <a:pt x="270" y="1064"/>
                    <a:pt x="306" y="1100"/>
                    <a:pt x="351" y="1100"/>
                  </a:cubicBezTo>
                  <a:cubicBezTo>
                    <a:pt x="396" y="1100"/>
                    <a:pt x="432" y="1064"/>
                    <a:pt x="432" y="1019"/>
                  </a:cubicBezTo>
                  <a:cubicBezTo>
                    <a:pt x="432" y="525"/>
                    <a:pt x="432" y="525"/>
                    <a:pt x="432" y="525"/>
                  </a:cubicBezTo>
                  <a:cubicBezTo>
                    <a:pt x="462" y="556"/>
                    <a:pt x="462" y="556"/>
                    <a:pt x="462" y="556"/>
                  </a:cubicBezTo>
                  <a:cubicBezTo>
                    <a:pt x="462" y="1019"/>
                    <a:pt x="462" y="1019"/>
                    <a:pt x="462" y="1019"/>
                  </a:cubicBezTo>
                  <a:cubicBezTo>
                    <a:pt x="462" y="1064"/>
                    <a:pt x="499" y="1100"/>
                    <a:pt x="543" y="1100"/>
                  </a:cubicBezTo>
                  <a:cubicBezTo>
                    <a:pt x="588" y="1100"/>
                    <a:pt x="625" y="1064"/>
                    <a:pt x="625" y="1019"/>
                  </a:cubicBezTo>
                  <a:cubicBezTo>
                    <a:pt x="625" y="536"/>
                    <a:pt x="625" y="536"/>
                    <a:pt x="625" y="536"/>
                  </a:cubicBezTo>
                  <a:cubicBezTo>
                    <a:pt x="628" y="533"/>
                    <a:pt x="628" y="533"/>
                    <a:pt x="628" y="533"/>
                  </a:cubicBezTo>
                  <a:cubicBezTo>
                    <a:pt x="625" y="530"/>
                    <a:pt x="625" y="530"/>
                    <a:pt x="625" y="530"/>
                  </a:cubicBezTo>
                  <a:lnTo>
                    <a:pt x="606" y="5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98"/>
            <p:cNvSpPr>
              <a:spLocks/>
            </p:cNvSpPr>
            <p:nvPr/>
          </p:nvSpPr>
          <p:spPr bwMode="auto">
            <a:xfrm>
              <a:off x="7725700" y="1142843"/>
              <a:ext cx="127378" cy="129876"/>
            </a:xfrm>
            <a:custGeom>
              <a:avLst/>
              <a:gdLst>
                <a:gd name="T0" fmla="*/ 44 w 137"/>
                <a:gd name="T1" fmla="*/ 119 h 139"/>
                <a:gd name="T2" fmla="*/ 49 w 137"/>
                <a:gd name="T3" fmla="*/ 123 h 139"/>
                <a:gd name="T4" fmla="*/ 49 w 137"/>
                <a:gd name="T5" fmla="*/ 123 h 139"/>
                <a:gd name="T6" fmla="*/ 49 w 137"/>
                <a:gd name="T7" fmla="*/ 123 h 139"/>
                <a:gd name="T8" fmla="*/ 118 w 137"/>
                <a:gd name="T9" fmla="*/ 119 h 139"/>
                <a:gd name="T10" fmla="*/ 129 w 137"/>
                <a:gd name="T11" fmla="*/ 61 h 139"/>
                <a:gd name="T12" fmla="*/ 122 w 137"/>
                <a:gd name="T13" fmla="*/ 49 h 139"/>
                <a:gd name="T14" fmla="*/ 122 w 137"/>
                <a:gd name="T15" fmla="*/ 49 h 139"/>
                <a:gd name="T16" fmla="*/ 118 w 137"/>
                <a:gd name="T17" fmla="*/ 44 h 139"/>
                <a:gd name="T18" fmla="*/ 74 w 137"/>
                <a:gd name="T19" fmla="*/ 0 h 139"/>
                <a:gd name="T20" fmla="*/ 0 w 137"/>
                <a:gd name="T21" fmla="*/ 75 h 139"/>
                <a:gd name="T22" fmla="*/ 44 w 137"/>
                <a:gd name="T23" fmla="*/ 119 h 139"/>
                <a:gd name="T24" fmla="*/ 44 w 137"/>
                <a:gd name="T25" fmla="*/ 11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7" h="139">
                  <a:moveTo>
                    <a:pt x="44" y="119"/>
                  </a:moveTo>
                  <a:cubicBezTo>
                    <a:pt x="46" y="120"/>
                    <a:pt x="47" y="122"/>
                    <a:pt x="49" y="123"/>
                  </a:cubicBezTo>
                  <a:cubicBezTo>
                    <a:pt x="49" y="123"/>
                    <a:pt x="49" y="123"/>
                    <a:pt x="49" y="123"/>
                  </a:cubicBezTo>
                  <a:cubicBezTo>
                    <a:pt x="49" y="123"/>
                    <a:pt x="49" y="123"/>
                    <a:pt x="49" y="123"/>
                  </a:cubicBezTo>
                  <a:cubicBezTo>
                    <a:pt x="70" y="139"/>
                    <a:pt x="99" y="138"/>
                    <a:pt x="118" y="119"/>
                  </a:cubicBezTo>
                  <a:cubicBezTo>
                    <a:pt x="134" y="103"/>
                    <a:pt x="137" y="80"/>
                    <a:pt x="129" y="61"/>
                  </a:cubicBezTo>
                  <a:cubicBezTo>
                    <a:pt x="128" y="57"/>
                    <a:pt x="125" y="53"/>
                    <a:pt x="122" y="49"/>
                  </a:cubicBezTo>
                  <a:cubicBezTo>
                    <a:pt x="122" y="49"/>
                    <a:pt x="122" y="49"/>
                    <a:pt x="122" y="49"/>
                  </a:cubicBezTo>
                  <a:cubicBezTo>
                    <a:pt x="121" y="48"/>
                    <a:pt x="120" y="46"/>
                    <a:pt x="118" y="44"/>
                  </a:cubicBezTo>
                  <a:cubicBezTo>
                    <a:pt x="74" y="0"/>
                    <a:pt x="74" y="0"/>
                    <a:pt x="74" y="0"/>
                  </a:cubicBezTo>
                  <a:cubicBezTo>
                    <a:pt x="0" y="75"/>
                    <a:pt x="0" y="75"/>
                    <a:pt x="0" y="75"/>
                  </a:cubicBezTo>
                  <a:cubicBezTo>
                    <a:pt x="44" y="119"/>
                    <a:pt x="44" y="119"/>
                    <a:pt x="44" y="119"/>
                  </a:cubicBezTo>
                  <a:cubicBezTo>
                    <a:pt x="44" y="119"/>
                    <a:pt x="44" y="119"/>
                    <a:pt x="44" y="1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4" name="组合 103"/>
          <p:cNvGrpSpPr/>
          <p:nvPr/>
        </p:nvGrpSpPr>
        <p:grpSpPr>
          <a:xfrm>
            <a:off x="8947031" y="896829"/>
            <a:ext cx="2792326" cy="1372435"/>
            <a:chOff x="8947031" y="896829"/>
            <a:chExt cx="2792326" cy="1372435"/>
          </a:xfrm>
          <a:solidFill>
            <a:schemeClr val="tx1">
              <a:lumMod val="65000"/>
              <a:lumOff val="35000"/>
            </a:schemeClr>
          </a:solidFill>
        </p:grpSpPr>
        <p:sp>
          <p:nvSpPr>
            <p:cNvPr id="105" name="Freeform 99"/>
            <p:cNvSpPr>
              <a:spLocks/>
            </p:cNvSpPr>
            <p:nvPr/>
          </p:nvSpPr>
          <p:spPr bwMode="auto">
            <a:xfrm>
              <a:off x="9264227" y="1688570"/>
              <a:ext cx="2159182" cy="340923"/>
            </a:xfrm>
            <a:custGeom>
              <a:avLst/>
              <a:gdLst>
                <a:gd name="T0" fmla="*/ 2288 w 2320"/>
                <a:gd name="T1" fmla="*/ 335 h 367"/>
                <a:gd name="T2" fmla="*/ 33 w 2320"/>
                <a:gd name="T3" fmla="*/ 335 h 367"/>
                <a:gd name="T4" fmla="*/ 33 w 2320"/>
                <a:gd name="T5" fmla="*/ 8 h 367"/>
                <a:gd name="T6" fmla="*/ 0 w 2320"/>
                <a:gd name="T7" fmla="*/ 0 h 367"/>
                <a:gd name="T8" fmla="*/ 0 w 2320"/>
                <a:gd name="T9" fmla="*/ 367 h 367"/>
                <a:gd name="T10" fmla="*/ 2320 w 2320"/>
                <a:gd name="T11" fmla="*/ 367 h 367"/>
                <a:gd name="T12" fmla="*/ 2320 w 2320"/>
                <a:gd name="T13" fmla="*/ 0 h 367"/>
                <a:gd name="T14" fmla="*/ 2288 w 2320"/>
                <a:gd name="T15" fmla="*/ 8 h 367"/>
                <a:gd name="T16" fmla="*/ 2288 w 2320"/>
                <a:gd name="T17" fmla="*/ 335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20" h="367">
                  <a:moveTo>
                    <a:pt x="2288" y="335"/>
                  </a:moveTo>
                  <a:cubicBezTo>
                    <a:pt x="33" y="335"/>
                    <a:pt x="33" y="335"/>
                    <a:pt x="33" y="335"/>
                  </a:cubicBezTo>
                  <a:cubicBezTo>
                    <a:pt x="33" y="8"/>
                    <a:pt x="33" y="8"/>
                    <a:pt x="33" y="8"/>
                  </a:cubicBezTo>
                  <a:cubicBezTo>
                    <a:pt x="21" y="6"/>
                    <a:pt x="10" y="3"/>
                    <a:pt x="0" y="0"/>
                  </a:cubicBezTo>
                  <a:cubicBezTo>
                    <a:pt x="0" y="367"/>
                    <a:pt x="0" y="367"/>
                    <a:pt x="0" y="367"/>
                  </a:cubicBezTo>
                  <a:cubicBezTo>
                    <a:pt x="2320" y="367"/>
                    <a:pt x="2320" y="367"/>
                    <a:pt x="2320" y="367"/>
                  </a:cubicBezTo>
                  <a:cubicBezTo>
                    <a:pt x="2320" y="0"/>
                    <a:pt x="2320" y="0"/>
                    <a:pt x="2320" y="0"/>
                  </a:cubicBezTo>
                  <a:cubicBezTo>
                    <a:pt x="2310" y="3"/>
                    <a:pt x="2299" y="6"/>
                    <a:pt x="2288" y="8"/>
                  </a:cubicBezTo>
                  <a:lnTo>
                    <a:pt x="2288" y="3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100"/>
            <p:cNvSpPr>
              <a:spLocks/>
            </p:cNvSpPr>
            <p:nvPr/>
          </p:nvSpPr>
          <p:spPr bwMode="auto">
            <a:xfrm>
              <a:off x="9008222" y="896829"/>
              <a:ext cx="297215" cy="298464"/>
            </a:xfrm>
            <a:custGeom>
              <a:avLst/>
              <a:gdLst>
                <a:gd name="T0" fmla="*/ 133 w 320"/>
                <a:gd name="T1" fmla="*/ 305 h 320"/>
                <a:gd name="T2" fmla="*/ 305 w 320"/>
                <a:gd name="T3" fmla="*/ 187 h 320"/>
                <a:gd name="T4" fmla="*/ 187 w 320"/>
                <a:gd name="T5" fmla="*/ 15 h 320"/>
                <a:gd name="T6" fmla="*/ 15 w 320"/>
                <a:gd name="T7" fmla="*/ 134 h 320"/>
                <a:gd name="T8" fmla="*/ 133 w 320"/>
                <a:gd name="T9" fmla="*/ 305 h 320"/>
              </a:gdLst>
              <a:ahLst/>
              <a:cxnLst>
                <a:cxn ang="0">
                  <a:pos x="T0" y="T1"/>
                </a:cxn>
                <a:cxn ang="0">
                  <a:pos x="T2" y="T3"/>
                </a:cxn>
                <a:cxn ang="0">
                  <a:pos x="T4" y="T5"/>
                </a:cxn>
                <a:cxn ang="0">
                  <a:pos x="T6" y="T7"/>
                </a:cxn>
                <a:cxn ang="0">
                  <a:pos x="T8" y="T9"/>
                </a:cxn>
              </a:cxnLst>
              <a:rect l="0" t="0" r="r" b="b"/>
              <a:pathLst>
                <a:path w="320" h="320">
                  <a:moveTo>
                    <a:pt x="133" y="305"/>
                  </a:moveTo>
                  <a:cubicBezTo>
                    <a:pt x="214" y="320"/>
                    <a:pt x="290" y="267"/>
                    <a:pt x="305" y="187"/>
                  </a:cubicBezTo>
                  <a:cubicBezTo>
                    <a:pt x="320" y="107"/>
                    <a:pt x="267" y="30"/>
                    <a:pt x="187" y="15"/>
                  </a:cubicBezTo>
                  <a:cubicBezTo>
                    <a:pt x="106" y="0"/>
                    <a:pt x="29" y="54"/>
                    <a:pt x="15" y="134"/>
                  </a:cubicBezTo>
                  <a:cubicBezTo>
                    <a:pt x="0" y="214"/>
                    <a:pt x="53" y="291"/>
                    <a:pt x="133" y="30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101"/>
            <p:cNvSpPr>
              <a:spLocks/>
            </p:cNvSpPr>
            <p:nvPr/>
          </p:nvSpPr>
          <p:spPr bwMode="auto">
            <a:xfrm>
              <a:off x="8947031" y="1197790"/>
              <a:ext cx="2792326" cy="1071474"/>
            </a:xfrm>
            <a:custGeom>
              <a:avLst/>
              <a:gdLst>
                <a:gd name="T0" fmla="*/ 137 w 3000"/>
                <a:gd name="T1" fmla="*/ 781 h 1151"/>
                <a:gd name="T2" fmla="*/ 155 w 3000"/>
                <a:gd name="T3" fmla="*/ 1148 h 1151"/>
                <a:gd name="T4" fmla="*/ 256 w 3000"/>
                <a:gd name="T5" fmla="*/ 1091 h 1151"/>
                <a:gd name="T6" fmla="*/ 261 w 3000"/>
                <a:gd name="T7" fmla="*/ 521 h 1151"/>
                <a:gd name="T8" fmla="*/ 258 w 3000"/>
                <a:gd name="T9" fmla="*/ 498 h 1151"/>
                <a:gd name="T10" fmla="*/ 144 w 3000"/>
                <a:gd name="T11" fmla="*/ 413 h 1151"/>
                <a:gd name="T12" fmla="*/ 82 w 3000"/>
                <a:gd name="T13" fmla="*/ 236 h 1151"/>
                <a:gd name="T14" fmla="*/ 109 w 3000"/>
                <a:gd name="T15" fmla="*/ 100 h 1151"/>
                <a:gd name="T16" fmla="*/ 170 w 3000"/>
                <a:gd name="T17" fmla="*/ 61 h 1151"/>
                <a:gd name="T18" fmla="*/ 229 w 3000"/>
                <a:gd name="T19" fmla="*/ 99 h 1151"/>
                <a:gd name="T20" fmla="*/ 229 w 3000"/>
                <a:gd name="T21" fmla="*/ 154 h 1151"/>
                <a:gd name="T22" fmla="*/ 222 w 3000"/>
                <a:gd name="T23" fmla="*/ 176 h 1151"/>
                <a:gd name="T24" fmla="*/ 245 w 3000"/>
                <a:gd name="T25" fmla="*/ 329 h 1151"/>
                <a:gd name="T26" fmla="*/ 255 w 3000"/>
                <a:gd name="T27" fmla="*/ 340 h 1151"/>
                <a:gd name="T28" fmla="*/ 281 w 3000"/>
                <a:gd name="T29" fmla="*/ 353 h 1151"/>
                <a:gd name="T30" fmla="*/ 340 w 3000"/>
                <a:gd name="T31" fmla="*/ 390 h 1151"/>
                <a:gd name="T32" fmla="*/ 373 w 3000"/>
                <a:gd name="T33" fmla="*/ 384 h 1151"/>
                <a:gd name="T34" fmla="*/ 373 w 3000"/>
                <a:gd name="T35" fmla="*/ 33 h 1151"/>
                <a:gd name="T36" fmla="*/ 2628 w 3000"/>
                <a:gd name="T37" fmla="*/ 276 h 1151"/>
                <a:gd name="T38" fmla="*/ 2628 w 3000"/>
                <a:gd name="T39" fmla="*/ 400 h 1151"/>
                <a:gd name="T40" fmla="*/ 2660 w 3000"/>
                <a:gd name="T41" fmla="*/ 376 h 1151"/>
                <a:gd name="T42" fmla="*/ 2745 w 3000"/>
                <a:gd name="T43" fmla="*/ 338 h 1151"/>
                <a:gd name="T44" fmla="*/ 2751 w 3000"/>
                <a:gd name="T45" fmla="*/ 334 h 1151"/>
                <a:gd name="T46" fmla="*/ 2787 w 3000"/>
                <a:gd name="T47" fmla="*/ 236 h 1151"/>
                <a:gd name="T48" fmla="*/ 2771 w 3000"/>
                <a:gd name="T49" fmla="*/ 153 h 1151"/>
                <a:gd name="T50" fmla="*/ 2771 w 3000"/>
                <a:gd name="T51" fmla="*/ 99 h 1151"/>
                <a:gd name="T52" fmla="*/ 2831 w 3000"/>
                <a:gd name="T53" fmla="*/ 61 h 1151"/>
                <a:gd name="T54" fmla="*/ 2890 w 3000"/>
                <a:gd name="T55" fmla="*/ 100 h 1151"/>
                <a:gd name="T56" fmla="*/ 2891 w 3000"/>
                <a:gd name="T57" fmla="*/ 101 h 1151"/>
                <a:gd name="T58" fmla="*/ 2918 w 3000"/>
                <a:gd name="T59" fmla="*/ 236 h 1151"/>
                <a:gd name="T60" fmla="*/ 2856 w 3000"/>
                <a:gd name="T61" fmla="*/ 413 h 1151"/>
                <a:gd name="T62" fmla="*/ 2742 w 3000"/>
                <a:gd name="T63" fmla="*/ 498 h 1151"/>
                <a:gd name="T64" fmla="*/ 2740 w 3000"/>
                <a:gd name="T65" fmla="*/ 521 h 1151"/>
                <a:gd name="T66" fmla="*/ 2744 w 3000"/>
                <a:gd name="T67" fmla="*/ 1091 h 1151"/>
                <a:gd name="T68" fmla="*/ 2845 w 3000"/>
                <a:gd name="T69" fmla="*/ 1148 h 1151"/>
                <a:gd name="T70" fmla="*/ 2863 w 3000"/>
                <a:gd name="T71" fmla="*/ 781 h 1151"/>
                <a:gd name="T72" fmla="*/ 2976 w 3000"/>
                <a:gd name="T73" fmla="*/ 499 h 1151"/>
                <a:gd name="T74" fmla="*/ 2791 w 3000"/>
                <a:gd name="T75" fmla="*/ 13 h 1151"/>
                <a:gd name="T76" fmla="*/ 2729 w 3000"/>
                <a:gd name="T77" fmla="*/ 213 h 1151"/>
                <a:gd name="T78" fmla="*/ 2660 w 3000"/>
                <a:gd name="T79" fmla="*/ 265 h 1151"/>
                <a:gd name="T80" fmla="*/ 340 w 3000"/>
                <a:gd name="T81" fmla="*/ 0 h 1151"/>
                <a:gd name="T82" fmla="*/ 329 w 3000"/>
                <a:gd name="T83" fmla="*/ 259 h 1151"/>
                <a:gd name="T84" fmla="*/ 278 w 3000"/>
                <a:gd name="T85" fmla="*/ 168 h 1151"/>
                <a:gd name="T86" fmla="*/ 44 w 3000"/>
                <a:gd name="T87" fmla="*/ 134 h 1151"/>
                <a:gd name="T88" fmla="*/ 114 w 3000"/>
                <a:gd name="T89" fmla="*/ 603 h 1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000" h="1151">
                  <a:moveTo>
                    <a:pt x="114" y="603"/>
                  </a:moveTo>
                  <a:cubicBezTo>
                    <a:pt x="126" y="645"/>
                    <a:pt x="137" y="705"/>
                    <a:pt x="137" y="781"/>
                  </a:cubicBezTo>
                  <a:cubicBezTo>
                    <a:pt x="137" y="854"/>
                    <a:pt x="127" y="943"/>
                    <a:pt x="98" y="1048"/>
                  </a:cubicBezTo>
                  <a:cubicBezTo>
                    <a:pt x="86" y="1091"/>
                    <a:pt x="112" y="1136"/>
                    <a:pt x="155" y="1148"/>
                  </a:cubicBezTo>
                  <a:cubicBezTo>
                    <a:pt x="163" y="1150"/>
                    <a:pt x="170" y="1151"/>
                    <a:pt x="177" y="1151"/>
                  </a:cubicBezTo>
                  <a:cubicBezTo>
                    <a:pt x="213" y="1151"/>
                    <a:pt x="246" y="1128"/>
                    <a:pt x="256" y="1091"/>
                  </a:cubicBezTo>
                  <a:cubicBezTo>
                    <a:pt x="289" y="973"/>
                    <a:pt x="301" y="869"/>
                    <a:pt x="301" y="781"/>
                  </a:cubicBezTo>
                  <a:cubicBezTo>
                    <a:pt x="301" y="666"/>
                    <a:pt x="280" y="578"/>
                    <a:pt x="261" y="521"/>
                  </a:cubicBezTo>
                  <a:cubicBezTo>
                    <a:pt x="260" y="516"/>
                    <a:pt x="260" y="511"/>
                    <a:pt x="259" y="505"/>
                  </a:cubicBezTo>
                  <a:cubicBezTo>
                    <a:pt x="259" y="503"/>
                    <a:pt x="258" y="500"/>
                    <a:pt x="258" y="498"/>
                  </a:cubicBezTo>
                  <a:cubicBezTo>
                    <a:pt x="256" y="497"/>
                    <a:pt x="253" y="496"/>
                    <a:pt x="251" y="495"/>
                  </a:cubicBezTo>
                  <a:cubicBezTo>
                    <a:pt x="207" y="473"/>
                    <a:pt x="171" y="446"/>
                    <a:pt x="144" y="413"/>
                  </a:cubicBezTo>
                  <a:cubicBezTo>
                    <a:pt x="142" y="411"/>
                    <a:pt x="141" y="409"/>
                    <a:pt x="139" y="407"/>
                  </a:cubicBezTo>
                  <a:cubicBezTo>
                    <a:pt x="92" y="347"/>
                    <a:pt x="82" y="281"/>
                    <a:pt x="82" y="236"/>
                  </a:cubicBezTo>
                  <a:cubicBezTo>
                    <a:pt x="82" y="174"/>
                    <a:pt x="99" y="125"/>
                    <a:pt x="109" y="101"/>
                  </a:cubicBezTo>
                  <a:cubicBezTo>
                    <a:pt x="109" y="100"/>
                    <a:pt x="109" y="100"/>
                    <a:pt x="109" y="100"/>
                  </a:cubicBezTo>
                  <a:cubicBezTo>
                    <a:pt x="113" y="93"/>
                    <a:pt x="118" y="86"/>
                    <a:pt x="124" y="80"/>
                  </a:cubicBezTo>
                  <a:cubicBezTo>
                    <a:pt x="136" y="68"/>
                    <a:pt x="152" y="61"/>
                    <a:pt x="170" y="61"/>
                  </a:cubicBezTo>
                  <a:cubicBezTo>
                    <a:pt x="179" y="61"/>
                    <a:pt x="188" y="63"/>
                    <a:pt x="197" y="67"/>
                  </a:cubicBezTo>
                  <a:cubicBezTo>
                    <a:pt x="211" y="74"/>
                    <a:pt x="222" y="85"/>
                    <a:pt x="229" y="99"/>
                  </a:cubicBezTo>
                  <a:cubicBezTo>
                    <a:pt x="234" y="110"/>
                    <a:pt x="236" y="124"/>
                    <a:pt x="234" y="137"/>
                  </a:cubicBezTo>
                  <a:cubicBezTo>
                    <a:pt x="233" y="143"/>
                    <a:pt x="232" y="148"/>
                    <a:pt x="229" y="154"/>
                  </a:cubicBezTo>
                  <a:cubicBezTo>
                    <a:pt x="229" y="155"/>
                    <a:pt x="228" y="156"/>
                    <a:pt x="228" y="158"/>
                  </a:cubicBezTo>
                  <a:cubicBezTo>
                    <a:pt x="226" y="162"/>
                    <a:pt x="224" y="168"/>
                    <a:pt x="222" y="176"/>
                  </a:cubicBezTo>
                  <a:cubicBezTo>
                    <a:pt x="219" y="188"/>
                    <a:pt x="213" y="211"/>
                    <a:pt x="213" y="236"/>
                  </a:cubicBezTo>
                  <a:cubicBezTo>
                    <a:pt x="214" y="274"/>
                    <a:pt x="224" y="303"/>
                    <a:pt x="245" y="329"/>
                  </a:cubicBezTo>
                  <a:cubicBezTo>
                    <a:pt x="246" y="331"/>
                    <a:pt x="248" y="333"/>
                    <a:pt x="249" y="334"/>
                  </a:cubicBezTo>
                  <a:cubicBezTo>
                    <a:pt x="251" y="336"/>
                    <a:pt x="253" y="338"/>
                    <a:pt x="255" y="340"/>
                  </a:cubicBezTo>
                  <a:cubicBezTo>
                    <a:pt x="255" y="339"/>
                    <a:pt x="255" y="339"/>
                    <a:pt x="255" y="338"/>
                  </a:cubicBezTo>
                  <a:cubicBezTo>
                    <a:pt x="263" y="343"/>
                    <a:pt x="272" y="348"/>
                    <a:pt x="281" y="353"/>
                  </a:cubicBezTo>
                  <a:cubicBezTo>
                    <a:pt x="299" y="362"/>
                    <a:pt x="318" y="370"/>
                    <a:pt x="340" y="376"/>
                  </a:cubicBezTo>
                  <a:cubicBezTo>
                    <a:pt x="340" y="390"/>
                    <a:pt x="340" y="390"/>
                    <a:pt x="340" y="390"/>
                  </a:cubicBezTo>
                  <a:cubicBezTo>
                    <a:pt x="350" y="394"/>
                    <a:pt x="361" y="397"/>
                    <a:pt x="373" y="400"/>
                  </a:cubicBezTo>
                  <a:cubicBezTo>
                    <a:pt x="373" y="384"/>
                    <a:pt x="373" y="384"/>
                    <a:pt x="373" y="384"/>
                  </a:cubicBezTo>
                  <a:cubicBezTo>
                    <a:pt x="373" y="276"/>
                    <a:pt x="373" y="276"/>
                    <a:pt x="373" y="276"/>
                  </a:cubicBezTo>
                  <a:cubicBezTo>
                    <a:pt x="373" y="33"/>
                    <a:pt x="373" y="33"/>
                    <a:pt x="373" y="33"/>
                  </a:cubicBezTo>
                  <a:cubicBezTo>
                    <a:pt x="2628" y="33"/>
                    <a:pt x="2628" y="33"/>
                    <a:pt x="2628" y="33"/>
                  </a:cubicBezTo>
                  <a:cubicBezTo>
                    <a:pt x="2628" y="276"/>
                    <a:pt x="2628" y="276"/>
                    <a:pt x="2628" y="276"/>
                  </a:cubicBezTo>
                  <a:cubicBezTo>
                    <a:pt x="2628" y="384"/>
                    <a:pt x="2628" y="384"/>
                    <a:pt x="2628" y="384"/>
                  </a:cubicBezTo>
                  <a:cubicBezTo>
                    <a:pt x="2628" y="400"/>
                    <a:pt x="2628" y="400"/>
                    <a:pt x="2628" y="400"/>
                  </a:cubicBezTo>
                  <a:cubicBezTo>
                    <a:pt x="2639" y="397"/>
                    <a:pt x="2650" y="394"/>
                    <a:pt x="2660" y="390"/>
                  </a:cubicBezTo>
                  <a:cubicBezTo>
                    <a:pt x="2660" y="376"/>
                    <a:pt x="2660" y="376"/>
                    <a:pt x="2660" y="376"/>
                  </a:cubicBezTo>
                  <a:cubicBezTo>
                    <a:pt x="2682" y="370"/>
                    <a:pt x="2701" y="362"/>
                    <a:pt x="2719" y="353"/>
                  </a:cubicBezTo>
                  <a:cubicBezTo>
                    <a:pt x="2728" y="348"/>
                    <a:pt x="2737" y="343"/>
                    <a:pt x="2745" y="338"/>
                  </a:cubicBezTo>
                  <a:cubicBezTo>
                    <a:pt x="2745" y="339"/>
                    <a:pt x="2745" y="339"/>
                    <a:pt x="2745" y="340"/>
                  </a:cubicBezTo>
                  <a:cubicBezTo>
                    <a:pt x="2747" y="338"/>
                    <a:pt x="2749" y="336"/>
                    <a:pt x="2751" y="334"/>
                  </a:cubicBezTo>
                  <a:cubicBezTo>
                    <a:pt x="2752" y="333"/>
                    <a:pt x="2754" y="331"/>
                    <a:pt x="2755" y="329"/>
                  </a:cubicBezTo>
                  <a:cubicBezTo>
                    <a:pt x="2776" y="303"/>
                    <a:pt x="2786" y="274"/>
                    <a:pt x="2787" y="236"/>
                  </a:cubicBezTo>
                  <a:cubicBezTo>
                    <a:pt x="2787" y="194"/>
                    <a:pt x="2772" y="156"/>
                    <a:pt x="2771" y="154"/>
                  </a:cubicBezTo>
                  <a:cubicBezTo>
                    <a:pt x="2771" y="154"/>
                    <a:pt x="2771" y="154"/>
                    <a:pt x="2771" y="153"/>
                  </a:cubicBezTo>
                  <a:cubicBezTo>
                    <a:pt x="2768" y="148"/>
                    <a:pt x="2767" y="142"/>
                    <a:pt x="2766" y="137"/>
                  </a:cubicBezTo>
                  <a:cubicBezTo>
                    <a:pt x="2764" y="124"/>
                    <a:pt x="2766" y="110"/>
                    <a:pt x="2771" y="99"/>
                  </a:cubicBezTo>
                  <a:cubicBezTo>
                    <a:pt x="2778" y="85"/>
                    <a:pt x="2789" y="74"/>
                    <a:pt x="2803" y="67"/>
                  </a:cubicBezTo>
                  <a:cubicBezTo>
                    <a:pt x="2812" y="63"/>
                    <a:pt x="2821" y="61"/>
                    <a:pt x="2831" y="61"/>
                  </a:cubicBezTo>
                  <a:cubicBezTo>
                    <a:pt x="2848" y="61"/>
                    <a:pt x="2864" y="68"/>
                    <a:pt x="2876" y="80"/>
                  </a:cubicBezTo>
                  <a:cubicBezTo>
                    <a:pt x="2882" y="85"/>
                    <a:pt x="2887" y="92"/>
                    <a:pt x="2890" y="100"/>
                  </a:cubicBezTo>
                  <a:cubicBezTo>
                    <a:pt x="2890" y="100"/>
                    <a:pt x="2890" y="100"/>
                    <a:pt x="2890" y="100"/>
                  </a:cubicBezTo>
                  <a:cubicBezTo>
                    <a:pt x="2891" y="101"/>
                    <a:pt x="2891" y="101"/>
                    <a:pt x="2891" y="101"/>
                  </a:cubicBezTo>
                  <a:cubicBezTo>
                    <a:pt x="2891" y="101"/>
                    <a:pt x="2891" y="101"/>
                    <a:pt x="2891" y="101"/>
                  </a:cubicBezTo>
                  <a:cubicBezTo>
                    <a:pt x="2901" y="125"/>
                    <a:pt x="2918" y="174"/>
                    <a:pt x="2918" y="236"/>
                  </a:cubicBezTo>
                  <a:cubicBezTo>
                    <a:pt x="2918" y="281"/>
                    <a:pt x="2908" y="347"/>
                    <a:pt x="2861" y="407"/>
                  </a:cubicBezTo>
                  <a:cubicBezTo>
                    <a:pt x="2860" y="409"/>
                    <a:pt x="2858" y="411"/>
                    <a:pt x="2856" y="413"/>
                  </a:cubicBezTo>
                  <a:cubicBezTo>
                    <a:pt x="2829" y="446"/>
                    <a:pt x="2793" y="473"/>
                    <a:pt x="2750" y="495"/>
                  </a:cubicBezTo>
                  <a:cubicBezTo>
                    <a:pt x="2747" y="496"/>
                    <a:pt x="2745" y="497"/>
                    <a:pt x="2742" y="498"/>
                  </a:cubicBezTo>
                  <a:cubicBezTo>
                    <a:pt x="2742" y="500"/>
                    <a:pt x="2741" y="503"/>
                    <a:pt x="2741" y="505"/>
                  </a:cubicBezTo>
                  <a:cubicBezTo>
                    <a:pt x="2740" y="511"/>
                    <a:pt x="2740" y="516"/>
                    <a:pt x="2740" y="521"/>
                  </a:cubicBezTo>
                  <a:cubicBezTo>
                    <a:pt x="2720" y="578"/>
                    <a:pt x="2699" y="666"/>
                    <a:pt x="2699" y="781"/>
                  </a:cubicBezTo>
                  <a:cubicBezTo>
                    <a:pt x="2699" y="869"/>
                    <a:pt x="2711" y="973"/>
                    <a:pt x="2744" y="1091"/>
                  </a:cubicBezTo>
                  <a:cubicBezTo>
                    <a:pt x="2754" y="1128"/>
                    <a:pt x="2787" y="1151"/>
                    <a:pt x="2823" y="1151"/>
                  </a:cubicBezTo>
                  <a:cubicBezTo>
                    <a:pt x="2830" y="1151"/>
                    <a:pt x="2837" y="1150"/>
                    <a:pt x="2845" y="1148"/>
                  </a:cubicBezTo>
                  <a:cubicBezTo>
                    <a:pt x="2888" y="1136"/>
                    <a:pt x="2914" y="1091"/>
                    <a:pt x="2902" y="1048"/>
                  </a:cubicBezTo>
                  <a:cubicBezTo>
                    <a:pt x="2873" y="943"/>
                    <a:pt x="2863" y="854"/>
                    <a:pt x="2863" y="781"/>
                  </a:cubicBezTo>
                  <a:cubicBezTo>
                    <a:pt x="2863" y="705"/>
                    <a:pt x="2874" y="645"/>
                    <a:pt x="2886" y="603"/>
                  </a:cubicBezTo>
                  <a:cubicBezTo>
                    <a:pt x="2925" y="593"/>
                    <a:pt x="2960" y="566"/>
                    <a:pt x="2976" y="499"/>
                  </a:cubicBezTo>
                  <a:cubicBezTo>
                    <a:pt x="3000" y="355"/>
                    <a:pt x="2994" y="268"/>
                    <a:pt x="2956" y="134"/>
                  </a:cubicBezTo>
                  <a:cubicBezTo>
                    <a:pt x="2928" y="36"/>
                    <a:pt x="2848" y="2"/>
                    <a:pt x="2791" y="13"/>
                  </a:cubicBezTo>
                  <a:cubicBezTo>
                    <a:pt x="2735" y="25"/>
                    <a:pt x="2707" y="101"/>
                    <a:pt x="2722" y="168"/>
                  </a:cubicBezTo>
                  <a:cubicBezTo>
                    <a:pt x="2724" y="182"/>
                    <a:pt x="2727" y="197"/>
                    <a:pt x="2729" y="213"/>
                  </a:cubicBezTo>
                  <a:cubicBezTo>
                    <a:pt x="2715" y="230"/>
                    <a:pt x="2697" y="246"/>
                    <a:pt x="2671" y="259"/>
                  </a:cubicBezTo>
                  <a:cubicBezTo>
                    <a:pt x="2668" y="261"/>
                    <a:pt x="2664" y="263"/>
                    <a:pt x="2660" y="265"/>
                  </a:cubicBezTo>
                  <a:cubicBezTo>
                    <a:pt x="2660" y="0"/>
                    <a:pt x="2660" y="0"/>
                    <a:pt x="2660" y="0"/>
                  </a:cubicBezTo>
                  <a:cubicBezTo>
                    <a:pt x="340" y="0"/>
                    <a:pt x="340" y="0"/>
                    <a:pt x="340" y="0"/>
                  </a:cubicBezTo>
                  <a:cubicBezTo>
                    <a:pt x="340" y="265"/>
                    <a:pt x="340" y="265"/>
                    <a:pt x="340" y="265"/>
                  </a:cubicBezTo>
                  <a:cubicBezTo>
                    <a:pt x="336" y="263"/>
                    <a:pt x="332" y="261"/>
                    <a:pt x="329" y="259"/>
                  </a:cubicBezTo>
                  <a:cubicBezTo>
                    <a:pt x="303" y="246"/>
                    <a:pt x="285" y="230"/>
                    <a:pt x="271" y="213"/>
                  </a:cubicBezTo>
                  <a:cubicBezTo>
                    <a:pt x="273" y="197"/>
                    <a:pt x="276" y="182"/>
                    <a:pt x="278" y="168"/>
                  </a:cubicBezTo>
                  <a:cubicBezTo>
                    <a:pt x="294" y="101"/>
                    <a:pt x="265" y="25"/>
                    <a:pt x="209" y="13"/>
                  </a:cubicBezTo>
                  <a:cubicBezTo>
                    <a:pt x="152" y="2"/>
                    <a:pt x="72" y="36"/>
                    <a:pt x="44" y="134"/>
                  </a:cubicBezTo>
                  <a:cubicBezTo>
                    <a:pt x="6" y="268"/>
                    <a:pt x="0" y="355"/>
                    <a:pt x="24" y="499"/>
                  </a:cubicBezTo>
                  <a:cubicBezTo>
                    <a:pt x="40" y="566"/>
                    <a:pt x="75" y="593"/>
                    <a:pt x="114" y="6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102"/>
            <p:cNvSpPr>
              <a:spLocks/>
            </p:cNvSpPr>
            <p:nvPr/>
          </p:nvSpPr>
          <p:spPr bwMode="auto">
            <a:xfrm>
              <a:off x="9035696" y="1261479"/>
              <a:ext cx="330933" cy="424593"/>
            </a:xfrm>
            <a:custGeom>
              <a:avLst/>
              <a:gdLst>
                <a:gd name="T0" fmla="*/ 298 w 355"/>
                <a:gd name="T1" fmla="*/ 457 h 457"/>
                <a:gd name="T2" fmla="*/ 349 w 355"/>
                <a:gd name="T3" fmla="*/ 415 h 457"/>
                <a:gd name="T4" fmla="*/ 308 w 355"/>
                <a:gd name="T5" fmla="*/ 353 h 457"/>
                <a:gd name="T6" fmla="*/ 278 w 355"/>
                <a:gd name="T7" fmla="*/ 346 h 457"/>
                <a:gd name="T8" fmla="*/ 245 w 355"/>
                <a:gd name="T9" fmla="*/ 336 h 457"/>
                <a:gd name="T10" fmla="*/ 159 w 355"/>
                <a:gd name="T11" fmla="*/ 289 h 457"/>
                <a:gd name="T12" fmla="*/ 140 w 355"/>
                <a:gd name="T13" fmla="*/ 269 h 457"/>
                <a:gd name="T14" fmla="*/ 120 w 355"/>
                <a:gd name="T15" fmla="*/ 239 h 457"/>
                <a:gd name="T16" fmla="*/ 105 w 355"/>
                <a:gd name="T17" fmla="*/ 168 h 457"/>
                <a:gd name="T18" fmla="*/ 114 w 355"/>
                <a:gd name="T19" fmla="*/ 105 h 457"/>
                <a:gd name="T20" fmla="*/ 120 w 355"/>
                <a:gd name="T21" fmla="*/ 86 h 457"/>
                <a:gd name="T22" fmla="*/ 122 w 355"/>
                <a:gd name="T23" fmla="*/ 81 h 457"/>
                <a:gd name="T24" fmla="*/ 122 w 355"/>
                <a:gd name="T25" fmla="*/ 81 h 457"/>
                <a:gd name="T26" fmla="*/ 122 w 355"/>
                <a:gd name="T27" fmla="*/ 80 h 457"/>
                <a:gd name="T28" fmla="*/ 96 w 355"/>
                <a:gd name="T29" fmla="*/ 11 h 457"/>
                <a:gd name="T30" fmla="*/ 29 w 355"/>
                <a:gd name="T31" fmla="*/ 33 h 457"/>
                <a:gd name="T32" fmla="*/ 27 w 355"/>
                <a:gd name="T33" fmla="*/ 37 h 457"/>
                <a:gd name="T34" fmla="*/ 27 w 355"/>
                <a:gd name="T35" fmla="*/ 37 h 457"/>
                <a:gd name="T36" fmla="*/ 0 w 355"/>
                <a:gd name="T37" fmla="*/ 168 h 457"/>
                <a:gd name="T38" fmla="*/ 59 w 355"/>
                <a:gd name="T39" fmla="*/ 336 h 457"/>
                <a:gd name="T40" fmla="*/ 59 w 355"/>
                <a:gd name="T41" fmla="*/ 337 h 457"/>
                <a:gd name="T42" fmla="*/ 147 w 355"/>
                <a:gd name="T43" fmla="*/ 408 h 457"/>
                <a:gd name="T44" fmla="*/ 161 w 355"/>
                <a:gd name="T45" fmla="*/ 414 h 457"/>
                <a:gd name="T46" fmla="*/ 245 w 355"/>
                <a:gd name="T47" fmla="*/ 446 h 457"/>
                <a:gd name="T48" fmla="*/ 278 w 355"/>
                <a:gd name="T49" fmla="*/ 454 h 457"/>
                <a:gd name="T50" fmla="*/ 287 w 355"/>
                <a:gd name="T51" fmla="*/ 456 h 457"/>
                <a:gd name="T52" fmla="*/ 298 w 355"/>
                <a:gd name="T53" fmla="*/ 457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5" h="457">
                  <a:moveTo>
                    <a:pt x="298" y="457"/>
                  </a:moveTo>
                  <a:cubicBezTo>
                    <a:pt x="322" y="457"/>
                    <a:pt x="344" y="440"/>
                    <a:pt x="349" y="415"/>
                  </a:cubicBezTo>
                  <a:cubicBezTo>
                    <a:pt x="355" y="386"/>
                    <a:pt x="336" y="359"/>
                    <a:pt x="308" y="353"/>
                  </a:cubicBezTo>
                  <a:cubicBezTo>
                    <a:pt x="297" y="351"/>
                    <a:pt x="287" y="348"/>
                    <a:pt x="278" y="346"/>
                  </a:cubicBezTo>
                  <a:cubicBezTo>
                    <a:pt x="266" y="343"/>
                    <a:pt x="255" y="339"/>
                    <a:pt x="245" y="336"/>
                  </a:cubicBezTo>
                  <a:cubicBezTo>
                    <a:pt x="206" y="322"/>
                    <a:pt x="178" y="306"/>
                    <a:pt x="159" y="289"/>
                  </a:cubicBezTo>
                  <a:cubicBezTo>
                    <a:pt x="151" y="282"/>
                    <a:pt x="145" y="276"/>
                    <a:pt x="140" y="269"/>
                  </a:cubicBezTo>
                  <a:cubicBezTo>
                    <a:pt x="132" y="260"/>
                    <a:pt x="125" y="250"/>
                    <a:pt x="120" y="239"/>
                  </a:cubicBezTo>
                  <a:cubicBezTo>
                    <a:pt x="109" y="216"/>
                    <a:pt x="105" y="192"/>
                    <a:pt x="105" y="168"/>
                  </a:cubicBezTo>
                  <a:cubicBezTo>
                    <a:pt x="105" y="144"/>
                    <a:pt x="110" y="121"/>
                    <a:pt x="114" y="105"/>
                  </a:cubicBezTo>
                  <a:cubicBezTo>
                    <a:pt x="116" y="96"/>
                    <a:pt x="119" y="90"/>
                    <a:pt x="120" y="86"/>
                  </a:cubicBezTo>
                  <a:cubicBezTo>
                    <a:pt x="121" y="84"/>
                    <a:pt x="122" y="82"/>
                    <a:pt x="122" y="81"/>
                  </a:cubicBezTo>
                  <a:cubicBezTo>
                    <a:pt x="122" y="81"/>
                    <a:pt x="122" y="81"/>
                    <a:pt x="122" y="81"/>
                  </a:cubicBezTo>
                  <a:cubicBezTo>
                    <a:pt x="122" y="80"/>
                    <a:pt x="122" y="80"/>
                    <a:pt x="122" y="80"/>
                  </a:cubicBezTo>
                  <a:cubicBezTo>
                    <a:pt x="134" y="54"/>
                    <a:pt x="123" y="23"/>
                    <a:pt x="96" y="11"/>
                  </a:cubicBezTo>
                  <a:cubicBezTo>
                    <a:pt x="71" y="0"/>
                    <a:pt x="42" y="10"/>
                    <a:pt x="29" y="33"/>
                  </a:cubicBezTo>
                  <a:cubicBezTo>
                    <a:pt x="28" y="35"/>
                    <a:pt x="27" y="36"/>
                    <a:pt x="27" y="37"/>
                  </a:cubicBezTo>
                  <a:cubicBezTo>
                    <a:pt x="27" y="37"/>
                    <a:pt x="27" y="37"/>
                    <a:pt x="27" y="37"/>
                  </a:cubicBezTo>
                  <a:cubicBezTo>
                    <a:pt x="25" y="41"/>
                    <a:pt x="1" y="95"/>
                    <a:pt x="0" y="168"/>
                  </a:cubicBezTo>
                  <a:cubicBezTo>
                    <a:pt x="0" y="219"/>
                    <a:pt x="13" y="282"/>
                    <a:pt x="59" y="336"/>
                  </a:cubicBezTo>
                  <a:cubicBezTo>
                    <a:pt x="59" y="336"/>
                    <a:pt x="59" y="337"/>
                    <a:pt x="59" y="337"/>
                  </a:cubicBezTo>
                  <a:cubicBezTo>
                    <a:pt x="81" y="364"/>
                    <a:pt x="111" y="388"/>
                    <a:pt x="147" y="408"/>
                  </a:cubicBezTo>
                  <a:cubicBezTo>
                    <a:pt x="152" y="410"/>
                    <a:pt x="156" y="412"/>
                    <a:pt x="161" y="414"/>
                  </a:cubicBezTo>
                  <a:cubicBezTo>
                    <a:pt x="185" y="427"/>
                    <a:pt x="213" y="437"/>
                    <a:pt x="245" y="446"/>
                  </a:cubicBezTo>
                  <a:cubicBezTo>
                    <a:pt x="255" y="449"/>
                    <a:pt x="266" y="451"/>
                    <a:pt x="278" y="454"/>
                  </a:cubicBezTo>
                  <a:cubicBezTo>
                    <a:pt x="281" y="454"/>
                    <a:pt x="284" y="455"/>
                    <a:pt x="287" y="456"/>
                  </a:cubicBezTo>
                  <a:cubicBezTo>
                    <a:pt x="291" y="457"/>
                    <a:pt x="294" y="457"/>
                    <a:pt x="298" y="4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103"/>
            <p:cNvSpPr>
              <a:spLocks/>
            </p:cNvSpPr>
            <p:nvPr/>
          </p:nvSpPr>
          <p:spPr bwMode="auto">
            <a:xfrm>
              <a:off x="11380950" y="896829"/>
              <a:ext cx="298464" cy="298464"/>
            </a:xfrm>
            <a:custGeom>
              <a:avLst/>
              <a:gdLst>
                <a:gd name="T0" fmla="*/ 187 w 320"/>
                <a:gd name="T1" fmla="*/ 305 h 320"/>
                <a:gd name="T2" fmla="*/ 305 w 320"/>
                <a:gd name="T3" fmla="*/ 134 h 320"/>
                <a:gd name="T4" fmla="*/ 134 w 320"/>
                <a:gd name="T5" fmla="*/ 15 h 320"/>
                <a:gd name="T6" fmla="*/ 15 w 320"/>
                <a:gd name="T7" fmla="*/ 187 h 320"/>
                <a:gd name="T8" fmla="*/ 187 w 320"/>
                <a:gd name="T9" fmla="*/ 305 h 320"/>
              </a:gdLst>
              <a:ahLst/>
              <a:cxnLst>
                <a:cxn ang="0">
                  <a:pos x="T0" y="T1"/>
                </a:cxn>
                <a:cxn ang="0">
                  <a:pos x="T2" y="T3"/>
                </a:cxn>
                <a:cxn ang="0">
                  <a:pos x="T4" y="T5"/>
                </a:cxn>
                <a:cxn ang="0">
                  <a:pos x="T6" y="T7"/>
                </a:cxn>
                <a:cxn ang="0">
                  <a:pos x="T8" y="T9"/>
                </a:cxn>
              </a:cxnLst>
              <a:rect l="0" t="0" r="r" b="b"/>
              <a:pathLst>
                <a:path w="320" h="320">
                  <a:moveTo>
                    <a:pt x="187" y="305"/>
                  </a:moveTo>
                  <a:cubicBezTo>
                    <a:pt x="267" y="291"/>
                    <a:pt x="320" y="214"/>
                    <a:pt x="305" y="134"/>
                  </a:cubicBezTo>
                  <a:cubicBezTo>
                    <a:pt x="291" y="54"/>
                    <a:pt x="214" y="0"/>
                    <a:pt x="134" y="15"/>
                  </a:cubicBezTo>
                  <a:cubicBezTo>
                    <a:pt x="53" y="30"/>
                    <a:pt x="0" y="107"/>
                    <a:pt x="15" y="187"/>
                  </a:cubicBezTo>
                  <a:cubicBezTo>
                    <a:pt x="30" y="267"/>
                    <a:pt x="107" y="320"/>
                    <a:pt x="187" y="30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104"/>
            <p:cNvSpPr>
              <a:spLocks/>
            </p:cNvSpPr>
            <p:nvPr/>
          </p:nvSpPr>
          <p:spPr bwMode="auto">
            <a:xfrm>
              <a:off x="11321007" y="1261479"/>
              <a:ext cx="329684" cy="424593"/>
            </a:xfrm>
            <a:custGeom>
              <a:avLst/>
              <a:gdLst>
                <a:gd name="T0" fmla="*/ 296 w 355"/>
                <a:gd name="T1" fmla="*/ 337 h 457"/>
                <a:gd name="T2" fmla="*/ 296 w 355"/>
                <a:gd name="T3" fmla="*/ 336 h 457"/>
                <a:gd name="T4" fmla="*/ 355 w 355"/>
                <a:gd name="T5" fmla="*/ 168 h 457"/>
                <a:gd name="T6" fmla="*/ 328 w 355"/>
                <a:gd name="T7" fmla="*/ 37 h 457"/>
                <a:gd name="T8" fmla="*/ 326 w 355"/>
                <a:gd name="T9" fmla="*/ 33 h 457"/>
                <a:gd name="T10" fmla="*/ 259 w 355"/>
                <a:gd name="T11" fmla="*/ 11 h 457"/>
                <a:gd name="T12" fmla="*/ 233 w 355"/>
                <a:gd name="T13" fmla="*/ 80 h 457"/>
                <a:gd name="T14" fmla="*/ 233 w 355"/>
                <a:gd name="T15" fmla="*/ 80 h 457"/>
                <a:gd name="T16" fmla="*/ 233 w 355"/>
                <a:gd name="T17" fmla="*/ 81 h 457"/>
                <a:gd name="T18" fmla="*/ 233 w 355"/>
                <a:gd name="T19" fmla="*/ 81 h 457"/>
                <a:gd name="T20" fmla="*/ 233 w 355"/>
                <a:gd name="T21" fmla="*/ 81 h 457"/>
                <a:gd name="T22" fmla="*/ 233 w 355"/>
                <a:gd name="T23" fmla="*/ 81 h 457"/>
                <a:gd name="T24" fmla="*/ 250 w 355"/>
                <a:gd name="T25" fmla="*/ 168 h 457"/>
                <a:gd name="T26" fmla="*/ 235 w 355"/>
                <a:gd name="T27" fmla="*/ 239 h 457"/>
                <a:gd name="T28" fmla="*/ 215 w 355"/>
                <a:gd name="T29" fmla="*/ 269 h 457"/>
                <a:gd name="T30" fmla="*/ 197 w 355"/>
                <a:gd name="T31" fmla="*/ 289 h 457"/>
                <a:gd name="T32" fmla="*/ 110 w 355"/>
                <a:gd name="T33" fmla="*/ 336 h 457"/>
                <a:gd name="T34" fmla="*/ 78 w 355"/>
                <a:gd name="T35" fmla="*/ 346 h 457"/>
                <a:gd name="T36" fmla="*/ 47 w 355"/>
                <a:gd name="T37" fmla="*/ 353 h 457"/>
                <a:gd name="T38" fmla="*/ 6 w 355"/>
                <a:gd name="T39" fmla="*/ 415 h 457"/>
                <a:gd name="T40" fmla="*/ 57 w 355"/>
                <a:gd name="T41" fmla="*/ 457 h 457"/>
                <a:gd name="T42" fmla="*/ 68 w 355"/>
                <a:gd name="T43" fmla="*/ 456 h 457"/>
                <a:gd name="T44" fmla="*/ 78 w 355"/>
                <a:gd name="T45" fmla="*/ 454 h 457"/>
                <a:gd name="T46" fmla="*/ 110 w 355"/>
                <a:gd name="T47" fmla="*/ 446 h 457"/>
                <a:gd name="T48" fmla="*/ 194 w 355"/>
                <a:gd name="T49" fmla="*/ 414 h 457"/>
                <a:gd name="T50" fmla="*/ 208 w 355"/>
                <a:gd name="T51" fmla="*/ 408 h 457"/>
                <a:gd name="T52" fmla="*/ 296 w 355"/>
                <a:gd name="T53" fmla="*/ 337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5" h="457">
                  <a:moveTo>
                    <a:pt x="296" y="337"/>
                  </a:moveTo>
                  <a:cubicBezTo>
                    <a:pt x="296" y="337"/>
                    <a:pt x="296" y="336"/>
                    <a:pt x="296" y="336"/>
                  </a:cubicBezTo>
                  <a:cubicBezTo>
                    <a:pt x="342" y="282"/>
                    <a:pt x="355" y="219"/>
                    <a:pt x="355" y="168"/>
                  </a:cubicBezTo>
                  <a:cubicBezTo>
                    <a:pt x="354" y="95"/>
                    <a:pt x="330" y="41"/>
                    <a:pt x="328" y="37"/>
                  </a:cubicBezTo>
                  <a:cubicBezTo>
                    <a:pt x="328" y="36"/>
                    <a:pt x="327" y="35"/>
                    <a:pt x="326" y="33"/>
                  </a:cubicBezTo>
                  <a:cubicBezTo>
                    <a:pt x="313" y="10"/>
                    <a:pt x="284" y="0"/>
                    <a:pt x="259" y="11"/>
                  </a:cubicBezTo>
                  <a:cubicBezTo>
                    <a:pt x="233" y="23"/>
                    <a:pt x="221" y="54"/>
                    <a:pt x="233" y="80"/>
                  </a:cubicBezTo>
                  <a:cubicBezTo>
                    <a:pt x="233" y="80"/>
                    <a:pt x="233" y="80"/>
                    <a:pt x="233" y="80"/>
                  </a:cubicBezTo>
                  <a:cubicBezTo>
                    <a:pt x="233" y="80"/>
                    <a:pt x="233" y="80"/>
                    <a:pt x="233" y="81"/>
                  </a:cubicBezTo>
                  <a:cubicBezTo>
                    <a:pt x="233" y="81"/>
                    <a:pt x="233" y="81"/>
                    <a:pt x="233" y="81"/>
                  </a:cubicBezTo>
                  <a:cubicBezTo>
                    <a:pt x="233" y="81"/>
                    <a:pt x="233" y="81"/>
                    <a:pt x="233" y="81"/>
                  </a:cubicBezTo>
                  <a:cubicBezTo>
                    <a:pt x="233" y="81"/>
                    <a:pt x="233" y="81"/>
                    <a:pt x="233" y="81"/>
                  </a:cubicBezTo>
                  <a:cubicBezTo>
                    <a:pt x="234" y="84"/>
                    <a:pt x="250" y="123"/>
                    <a:pt x="250" y="168"/>
                  </a:cubicBezTo>
                  <a:cubicBezTo>
                    <a:pt x="250" y="192"/>
                    <a:pt x="246" y="216"/>
                    <a:pt x="235" y="239"/>
                  </a:cubicBezTo>
                  <a:cubicBezTo>
                    <a:pt x="230" y="249"/>
                    <a:pt x="223" y="260"/>
                    <a:pt x="215" y="269"/>
                  </a:cubicBezTo>
                  <a:cubicBezTo>
                    <a:pt x="210" y="276"/>
                    <a:pt x="204" y="282"/>
                    <a:pt x="197" y="289"/>
                  </a:cubicBezTo>
                  <a:cubicBezTo>
                    <a:pt x="177" y="306"/>
                    <a:pt x="149" y="322"/>
                    <a:pt x="110" y="336"/>
                  </a:cubicBezTo>
                  <a:cubicBezTo>
                    <a:pt x="100" y="339"/>
                    <a:pt x="89" y="343"/>
                    <a:pt x="78" y="346"/>
                  </a:cubicBezTo>
                  <a:cubicBezTo>
                    <a:pt x="68" y="348"/>
                    <a:pt x="58" y="351"/>
                    <a:pt x="47" y="353"/>
                  </a:cubicBezTo>
                  <a:cubicBezTo>
                    <a:pt x="19" y="359"/>
                    <a:pt x="0" y="386"/>
                    <a:pt x="6" y="415"/>
                  </a:cubicBezTo>
                  <a:cubicBezTo>
                    <a:pt x="11" y="440"/>
                    <a:pt x="33" y="457"/>
                    <a:pt x="57" y="457"/>
                  </a:cubicBezTo>
                  <a:cubicBezTo>
                    <a:pt x="61" y="457"/>
                    <a:pt x="64" y="457"/>
                    <a:pt x="68" y="456"/>
                  </a:cubicBezTo>
                  <a:cubicBezTo>
                    <a:pt x="71" y="455"/>
                    <a:pt x="74" y="454"/>
                    <a:pt x="78" y="454"/>
                  </a:cubicBezTo>
                  <a:cubicBezTo>
                    <a:pt x="89" y="451"/>
                    <a:pt x="100" y="449"/>
                    <a:pt x="110" y="446"/>
                  </a:cubicBezTo>
                  <a:cubicBezTo>
                    <a:pt x="142" y="437"/>
                    <a:pt x="170" y="427"/>
                    <a:pt x="194" y="414"/>
                  </a:cubicBezTo>
                  <a:cubicBezTo>
                    <a:pt x="199" y="412"/>
                    <a:pt x="203" y="410"/>
                    <a:pt x="208" y="408"/>
                  </a:cubicBezTo>
                  <a:cubicBezTo>
                    <a:pt x="244" y="388"/>
                    <a:pt x="274" y="364"/>
                    <a:pt x="296" y="3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11" name="组合 110"/>
          <p:cNvGrpSpPr/>
          <p:nvPr/>
        </p:nvGrpSpPr>
        <p:grpSpPr>
          <a:xfrm>
            <a:off x="6453169" y="2653896"/>
            <a:ext cx="1146402" cy="1413646"/>
            <a:chOff x="6453169" y="2653896"/>
            <a:chExt cx="1146402" cy="1413646"/>
          </a:xfrm>
          <a:solidFill>
            <a:schemeClr val="tx1">
              <a:lumMod val="65000"/>
              <a:lumOff val="35000"/>
            </a:schemeClr>
          </a:solidFill>
        </p:grpSpPr>
        <p:sp>
          <p:nvSpPr>
            <p:cNvPr id="112" name="Freeform 105"/>
            <p:cNvSpPr>
              <a:spLocks/>
            </p:cNvSpPr>
            <p:nvPr/>
          </p:nvSpPr>
          <p:spPr bwMode="auto">
            <a:xfrm>
              <a:off x="7157494" y="2653896"/>
              <a:ext cx="302211" cy="302211"/>
            </a:xfrm>
            <a:custGeom>
              <a:avLst/>
              <a:gdLst>
                <a:gd name="T0" fmla="*/ 19 w 325"/>
                <a:gd name="T1" fmla="*/ 129 h 325"/>
                <a:gd name="T2" fmla="*/ 129 w 325"/>
                <a:gd name="T3" fmla="*/ 306 h 325"/>
                <a:gd name="T4" fmla="*/ 306 w 325"/>
                <a:gd name="T5" fmla="*/ 196 h 325"/>
                <a:gd name="T6" fmla="*/ 196 w 325"/>
                <a:gd name="T7" fmla="*/ 19 h 325"/>
                <a:gd name="T8" fmla="*/ 19 w 325"/>
                <a:gd name="T9" fmla="*/ 129 h 325"/>
              </a:gdLst>
              <a:ahLst/>
              <a:cxnLst>
                <a:cxn ang="0">
                  <a:pos x="T0" y="T1"/>
                </a:cxn>
                <a:cxn ang="0">
                  <a:pos x="T2" y="T3"/>
                </a:cxn>
                <a:cxn ang="0">
                  <a:pos x="T4" y="T5"/>
                </a:cxn>
                <a:cxn ang="0">
                  <a:pos x="T6" y="T7"/>
                </a:cxn>
                <a:cxn ang="0">
                  <a:pos x="T8" y="T9"/>
                </a:cxn>
              </a:cxnLst>
              <a:rect l="0" t="0" r="r" b="b"/>
              <a:pathLst>
                <a:path w="325" h="325">
                  <a:moveTo>
                    <a:pt x="19" y="129"/>
                  </a:moveTo>
                  <a:cubicBezTo>
                    <a:pt x="0" y="208"/>
                    <a:pt x="50" y="288"/>
                    <a:pt x="129" y="306"/>
                  </a:cubicBezTo>
                  <a:cubicBezTo>
                    <a:pt x="208" y="325"/>
                    <a:pt x="288" y="275"/>
                    <a:pt x="306" y="196"/>
                  </a:cubicBezTo>
                  <a:cubicBezTo>
                    <a:pt x="325" y="116"/>
                    <a:pt x="275" y="37"/>
                    <a:pt x="196" y="19"/>
                  </a:cubicBezTo>
                  <a:cubicBezTo>
                    <a:pt x="116" y="0"/>
                    <a:pt x="37" y="50"/>
                    <a:pt x="19" y="1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106"/>
            <p:cNvSpPr>
              <a:spLocks noEditPoints="1"/>
            </p:cNvSpPr>
            <p:nvPr/>
          </p:nvSpPr>
          <p:spPr bwMode="auto">
            <a:xfrm>
              <a:off x="6453169" y="2983580"/>
              <a:ext cx="1146402" cy="1083962"/>
            </a:xfrm>
            <a:custGeom>
              <a:avLst/>
              <a:gdLst>
                <a:gd name="T0" fmla="*/ 1097 w 1232"/>
                <a:gd name="T1" fmla="*/ 537 h 1165"/>
                <a:gd name="T2" fmla="*/ 1232 w 1232"/>
                <a:gd name="T3" fmla="*/ 199 h 1165"/>
                <a:gd name="T4" fmla="*/ 1114 w 1232"/>
                <a:gd name="T5" fmla="*/ 12 h 1165"/>
                <a:gd name="T6" fmla="*/ 1046 w 1232"/>
                <a:gd name="T7" fmla="*/ 0 h 1165"/>
                <a:gd name="T8" fmla="*/ 753 w 1232"/>
                <a:gd name="T9" fmla="*/ 19 h 1165"/>
                <a:gd name="T10" fmla="*/ 743 w 1232"/>
                <a:gd name="T11" fmla="*/ 32 h 1165"/>
                <a:gd name="T12" fmla="*/ 602 w 1232"/>
                <a:gd name="T13" fmla="*/ 189 h 1165"/>
                <a:gd name="T14" fmla="*/ 530 w 1232"/>
                <a:gd name="T15" fmla="*/ 208 h 1165"/>
                <a:gd name="T16" fmla="*/ 475 w 1232"/>
                <a:gd name="T17" fmla="*/ 236 h 1165"/>
                <a:gd name="T18" fmla="*/ 475 w 1232"/>
                <a:gd name="T19" fmla="*/ 238 h 1165"/>
                <a:gd name="T20" fmla="*/ 475 w 1232"/>
                <a:gd name="T21" fmla="*/ 278 h 1165"/>
                <a:gd name="T22" fmla="*/ 475 w 1232"/>
                <a:gd name="T23" fmla="*/ 288 h 1165"/>
                <a:gd name="T24" fmla="*/ 575 w 1232"/>
                <a:gd name="T25" fmla="*/ 311 h 1165"/>
                <a:gd name="T26" fmla="*/ 580 w 1232"/>
                <a:gd name="T27" fmla="*/ 288 h 1165"/>
                <a:gd name="T28" fmla="*/ 581 w 1232"/>
                <a:gd name="T29" fmla="*/ 252 h 1165"/>
                <a:gd name="T30" fmla="*/ 593 w 1232"/>
                <a:gd name="T31" fmla="*/ 288 h 1165"/>
                <a:gd name="T32" fmla="*/ 592 w 1232"/>
                <a:gd name="T33" fmla="*/ 297 h 1165"/>
                <a:gd name="T34" fmla="*/ 742 w 1232"/>
                <a:gd name="T35" fmla="*/ 381 h 1165"/>
                <a:gd name="T36" fmla="*/ 860 w 1232"/>
                <a:gd name="T37" fmla="*/ 550 h 1165"/>
                <a:gd name="T38" fmla="*/ 840 w 1232"/>
                <a:gd name="T39" fmla="*/ 896 h 1165"/>
                <a:gd name="T40" fmla="*/ 40 w 1232"/>
                <a:gd name="T41" fmla="*/ 701 h 1165"/>
                <a:gd name="T42" fmla="*/ 462 w 1232"/>
                <a:gd name="T43" fmla="*/ 238 h 1165"/>
                <a:gd name="T44" fmla="*/ 0 w 1232"/>
                <a:gd name="T45" fmla="*/ 701 h 1165"/>
                <a:gd name="T46" fmla="*/ 865 w 1232"/>
                <a:gd name="T47" fmla="*/ 934 h 1165"/>
                <a:gd name="T48" fmla="*/ 935 w 1232"/>
                <a:gd name="T49" fmla="*/ 1083 h 1165"/>
                <a:gd name="T50" fmla="*/ 1089 w 1232"/>
                <a:gd name="T51" fmla="*/ 1117 h 1165"/>
                <a:gd name="T52" fmla="*/ 1122 w 1232"/>
                <a:gd name="T53" fmla="*/ 976 h 1165"/>
                <a:gd name="T54" fmla="*/ 1116 w 1232"/>
                <a:gd name="T55" fmla="*/ 144 h 1165"/>
                <a:gd name="T56" fmla="*/ 1097 w 1232"/>
                <a:gd name="T57" fmla="*/ 338 h 1165"/>
                <a:gd name="T58" fmla="*/ 1116 w 1232"/>
                <a:gd name="T59" fmla="*/ 144 h 1165"/>
                <a:gd name="T60" fmla="*/ 664 w 1232"/>
                <a:gd name="T61" fmla="*/ 273 h 1165"/>
                <a:gd name="T62" fmla="*/ 742 w 1232"/>
                <a:gd name="T63" fmla="*/ 330 h 1165"/>
                <a:gd name="T64" fmla="*/ 927 w 1232"/>
                <a:gd name="T65" fmla="*/ 683 h 1165"/>
                <a:gd name="T66" fmla="*/ 906 w 1232"/>
                <a:gd name="T67" fmla="*/ 559 h 1165"/>
                <a:gd name="T68" fmla="*/ 935 w 1232"/>
                <a:gd name="T69" fmla="*/ 550 h 1165"/>
                <a:gd name="T70" fmla="*/ 927 w 1232"/>
                <a:gd name="T71" fmla="*/ 683 h 1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32" h="1165">
                  <a:moveTo>
                    <a:pt x="1097" y="950"/>
                  </a:moveTo>
                  <a:cubicBezTo>
                    <a:pt x="1097" y="537"/>
                    <a:pt x="1097" y="537"/>
                    <a:pt x="1097" y="537"/>
                  </a:cubicBezTo>
                  <a:cubicBezTo>
                    <a:pt x="1113" y="534"/>
                    <a:pt x="1127" y="525"/>
                    <a:pt x="1135" y="509"/>
                  </a:cubicBezTo>
                  <a:cubicBezTo>
                    <a:pt x="1205" y="374"/>
                    <a:pt x="1232" y="276"/>
                    <a:pt x="1232" y="199"/>
                  </a:cubicBezTo>
                  <a:cubicBezTo>
                    <a:pt x="1232" y="156"/>
                    <a:pt x="1223" y="119"/>
                    <a:pt x="1206" y="90"/>
                  </a:cubicBezTo>
                  <a:cubicBezTo>
                    <a:pt x="1182" y="46"/>
                    <a:pt x="1143" y="23"/>
                    <a:pt x="1114" y="12"/>
                  </a:cubicBezTo>
                  <a:cubicBezTo>
                    <a:pt x="1086" y="2"/>
                    <a:pt x="1064" y="2"/>
                    <a:pt x="1058" y="1"/>
                  </a:cubicBezTo>
                  <a:cubicBezTo>
                    <a:pt x="1054" y="0"/>
                    <a:pt x="1050" y="0"/>
                    <a:pt x="1046" y="0"/>
                  </a:cubicBezTo>
                  <a:cubicBezTo>
                    <a:pt x="793" y="0"/>
                    <a:pt x="793" y="0"/>
                    <a:pt x="793" y="0"/>
                  </a:cubicBezTo>
                  <a:cubicBezTo>
                    <a:pt x="776" y="0"/>
                    <a:pt x="762" y="8"/>
                    <a:pt x="753" y="19"/>
                  </a:cubicBezTo>
                  <a:cubicBezTo>
                    <a:pt x="750" y="23"/>
                    <a:pt x="747" y="26"/>
                    <a:pt x="744" y="31"/>
                  </a:cubicBezTo>
                  <a:cubicBezTo>
                    <a:pt x="744" y="31"/>
                    <a:pt x="744" y="31"/>
                    <a:pt x="743" y="32"/>
                  </a:cubicBezTo>
                  <a:cubicBezTo>
                    <a:pt x="738" y="41"/>
                    <a:pt x="708" y="90"/>
                    <a:pt x="668" y="133"/>
                  </a:cubicBezTo>
                  <a:cubicBezTo>
                    <a:pt x="647" y="155"/>
                    <a:pt x="625" y="175"/>
                    <a:pt x="602" y="189"/>
                  </a:cubicBezTo>
                  <a:cubicBezTo>
                    <a:pt x="580" y="202"/>
                    <a:pt x="559" y="209"/>
                    <a:pt x="542" y="209"/>
                  </a:cubicBezTo>
                  <a:cubicBezTo>
                    <a:pt x="538" y="209"/>
                    <a:pt x="534" y="209"/>
                    <a:pt x="530" y="208"/>
                  </a:cubicBezTo>
                  <a:cubicBezTo>
                    <a:pt x="511" y="205"/>
                    <a:pt x="492" y="213"/>
                    <a:pt x="480" y="228"/>
                  </a:cubicBezTo>
                  <a:cubicBezTo>
                    <a:pt x="477" y="230"/>
                    <a:pt x="476" y="233"/>
                    <a:pt x="475" y="236"/>
                  </a:cubicBezTo>
                  <a:cubicBezTo>
                    <a:pt x="475" y="237"/>
                    <a:pt x="475" y="237"/>
                    <a:pt x="474" y="238"/>
                  </a:cubicBezTo>
                  <a:cubicBezTo>
                    <a:pt x="474" y="238"/>
                    <a:pt x="475" y="238"/>
                    <a:pt x="475" y="238"/>
                  </a:cubicBezTo>
                  <a:cubicBezTo>
                    <a:pt x="475" y="238"/>
                    <a:pt x="475" y="238"/>
                    <a:pt x="475" y="238"/>
                  </a:cubicBezTo>
                  <a:cubicBezTo>
                    <a:pt x="475" y="278"/>
                    <a:pt x="475" y="278"/>
                    <a:pt x="475" y="278"/>
                  </a:cubicBezTo>
                  <a:cubicBezTo>
                    <a:pt x="475" y="283"/>
                    <a:pt x="475" y="283"/>
                    <a:pt x="475" y="283"/>
                  </a:cubicBezTo>
                  <a:cubicBezTo>
                    <a:pt x="475" y="288"/>
                    <a:pt x="475" y="288"/>
                    <a:pt x="475" y="288"/>
                  </a:cubicBezTo>
                  <a:cubicBezTo>
                    <a:pt x="475" y="317"/>
                    <a:pt x="498" y="341"/>
                    <a:pt x="527" y="341"/>
                  </a:cubicBezTo>
                  <a:cubicBezTo>
                    <a:pt x="548" y="341"/>
                    <a:pt x="566" y="329"/>
                    <a:pt x="575" y="311"/>
                  </a:cubicBezTo>
                  <a:cubicBezTo>
                    <a:pt x="577" y="306"/>
                    <a:pt x="579" y="300"/>
                    <a:pt x="580" y="293"/>
                  </a:cubicBezTo>
                  <a:cubicBezTo>
                    <a:pt x="580" y="292"/>
                    <a:pt x="580" y="290"/>
                    <a:pt x="580" y="288"/>
                  </a:cubicBezTo>
                  <a:cubicBezTo>
                    <a:pt x="580" y="252"/>
                    <a:pt x="580" y="252"/>
                    <a:pt x="580" y="252"/>
                  </a:cubicBezTo>
                  <a:cubicBezTo>
                    <a:pt x="580" y="252"/>
                    <a:pt x="580" y="252"/>
                    <a:pt x="581" y="252"/>
                  </a:cubicBezTo>
                  <a:cubicBezTo>
                    <a:pt x="585" y="253"/>
                    <a:pt x="589" y="255"/>
                    <a:pt x="593" y="256"/>
                  </a:cubicBezTo>
                  <a:cubicBezTo>
                    <a:pt x="593" y="288"/>
                    <a:pt x="593" y="288"/>
                    <a:pt x="593" y="288"/>
                  </a:cubicBezTo>
                  <a:cubicBezTo>
                    <a:pt x="593" y="291"/>
                    <a:pt x="593" y="294"/>
                    <a:pt x="592" y="297"/>
                  </a:cubicBezTo>
                  <a:cubicBezTo>
                    <a:pt x="592" y="297"/>
                    <a:pt x="592" y="297"/>
                    <a:pt x="592" y="297"/>
                  </a:cubicBezTo>
                  <a:cubicBezTo>
                    <a:pt x="597" y="299"/>
                    <a:pt x="602" y="300"/>
                    <a:pt x="607" y="302"/>
                  </a:cubicBezTo>
                  <a:cubicBezTo>
                    <a:pt x="657" y="320"/>
                    <a:pt x="703" y="347"/>
                    <a:pt x="742" y="381"/>
                  </a:cubicBezTo>
                  <a:cubicBezTo>
                    <a:pt x="749" y="388"/>
                    <a:pt x="756" y="394"/>
                    <a:pt x="763" y="401"/>
                  </a:cubicBezTo>
                  <a:cubicBezTo>
                    <a:pt x="805" y="443"/>
                    <a:pt x="838" y="494"/>
                    <a:pt x="860" y="550"/>
                  </a:cubicBezTo>
                  <a:cubicBezTo>
                    <a:pt x="878" y="597"/>
                    <a:pt x="888" y="648"/>
                    <a:pt x="888" y="701"/>
                  </a:cubicBezTo>
                  <a:cubicBezTo>
                    <a:pt x="888" y="772"/>
                    <a:pt x="870" y="838"/>
                    <a:pt x="840" y="896"/>
                  </a:cubicBezTo>
                  <a:cubicBezTo>
                    <a:pt x="769" y="1032"/>
                    <a:pt x="628" y="1125"/>
                    <a:pt x="464" y="1125"/>
                  </a:cubicBezTo>
                  <a:cubicBezTo>
                    <a:pt x="230" y="1125"/>
                    <a:pt x="40" y="935"/>
                    <a:pt x="40" y="701"/>
                  </a:cubicBezTo>
                  <a:cubicBezTo>
                    <a:pt x="40" y="468"/>
                    <a:pt x="229" y="279"/>
                    <a:pt x="462" y="277"/>
                  </a:cubicBezTo>
                  <a:cubicBezTo>
                    <a:pt x="462" y="238"/>
                    <a:pt x="462" y="238"/>
                    <a:pt x="462" y="238"/>
                  </a:cubicBezTo>
                  <a:cubicBezTo>
                    <a:pt x="462" y="238"/>
                    <a:pt x="462" y="238"/>
                    <a:pt x="462" y="238"/>
                  </a:cubicBezTo>
                  <a:cubicBezTo>
                    <a:pt x="207" y="239"/>
                    <a:pt x="0" y="446"/>
                    <a:pt x="0" y="701"/>
                  </a:cubicBezTo>
                  <a:cubicBezTo>
                    <a:pt x="0" y="957"/>
                    <a:pt x="208" y="1165"/>
                    <a:pt x="464" y="1165"/>
                  </a:cubicBezTo>
                  <a:cubicBezTo>
                    <a:pt x="635" y="1165"/>
                    <a:pt x="784" y="1072"/>
                    <a:pt x="865" y="934"/>
                  </a:cubicBezTo>
                  <a:cubicBezTo>
                    <a:pt x="885" y="964"/>
                    <a:pt x="908" y="994"/>
                    <a:pt x="935" y="1025"/>
                  </a:cubicBezTo>
                  <a:cubicBezTo>
                    <a:pt x="935" y="1083"/>
                    <a:pt x="935" y="1083"/>
                    <a:pt x="935" y="1083"/>
                  </a:cubicBezTo>
                  <a:cubicBezTo>
                    <a:pt x="935" y="1128"/>
                    <a:pt x="971" y="1164"/>
                    <a:pt x="1016" y="1164"/>
                  </a:cubicBezTo>
                  <a:cubicBezTo>
                    <a:pt x="1048" y="1164"/>
                    <a:pt x="1077" y="1145"/>
                    <a:pt x="1089" y="1117"/>
                  </a:cubicBezTo>
                  <a:cubicBezTo>
                    <a:pt x="1101" y="1113"/>
                    <a:pt x="1113" y="1106"/>
                    <a:pt x="1123" y="1096"/>
                  </a:cubicBezTo>
                  <a:cubicBezTo>
                    <a:pt x="1156" y="1063"/>
                    <a:pt x="1155" y="1009"/>
                    <a:pt x="1122" y="976"/>
                  </a:cubicBezTo>
                  <a:cubicBezTo>
                    <a:pt x="1113" y="967"/>
                    <a:pt x="1105" y="958"/>
                    <a:pt x="1097" y="950"/>
                  </a:cubicBezTo>
                  <a:close/>
                  <a:moveTo>
                    <a:pt x="1116" y="144"/>
                  </a:moveTo>
                  <a:cubicBezTo>
                    <a:pt x="1122" y="155"/>
                    <a:pt x="1127" y="172"/>
                    <a:pt x="1127" y="199"/>
                  </a:cubicBezTo>
                  <a:cubicBezTo>
                    <a:pt x="1127" y="231"/>
                    <a:pt x="1119" y="277"/>
                    <a:pt x="1097" y="338"/>
                  </a:cubicBezTo>
                  <a:cubicBezTo>
                    <a:pt x="1097" y="121"/>
                    <a:pt x="1097" y="121"/>
                    <a:pt x="1097" y="121"/>
                  </a:cubicBezTo>
                  <a:cubicBezTo>
                    <a:pt x="1104" y="126"/>
                    <a:pt x="1111" y="133"/>
                    <a:pt x="1116" y="144"/>
                  </a:cubicBezTo>
                  <a:close/>
                  <a:moveTo>
                    <a:pt x="655" y="279"/>
                  </a:moveTo>
                  <a:cubicBezTo>
                    <a:pt x="658" y="277"/>
                    <a:pt x="661" y="275"/>
                    <a:pt x="664" y="273"/>
                  </a:cubicBezTo>
                  <a:cubicBezTo>
                    <a:pt x="694" y="254"/>
                    <a:pt x="720" y="231"/>
                    <a:pt x="742" y="207"/>
                  </a:cubicBezTo>
                  <a:cubicBezTo>
                    <a:pt x="742" y="330"/>
                    <a:pt x="742" y="330"/>
                    <a:pt x="742" y="330"/>
                  </a:cubicBezTo>
                  <a:cubicBezTo>
                    <a:pt x="715" y="310"/>
                    <a:pt x="686" y="293"/>
                    <a:pt x="655" y="279"/>
                  </a:cubicBezTo>
                  <a:close/>
                  <a:moveTo>
                    <a:pt x="927" y="683"/>
                  </a:moveTo>
                  <a:cubicBezTo>
                    <a:pt x="925" y="641"/>
                    <a:pt x="918" y="601"/>
                    <a:pt x="907" y="563"/>
                  </a:cubicBezTo>
                  <a:cubicBezTo>
                    <a:pt x="906" y="562"/>
                    <a:pt x="906" y="560"/>
                    <a:pt x="906" y="559"/>
                  </a:cubicBezTo>
                  <a:cubicBezTo>
                    <a:pt x="906" y="556"/>
                    <a:pt x="907" y="553"/>
                    <a:pt x="907" y="550"/>
                  </a:cubicBezTo>
                  <a:cubicBezTo>
                    <a:pt x="935" y="550"/>
                    <a:pt x="935" y="550"/>
                    <a:pt x="935" y="550"/>
                  </a:cubicBezTo>
                  <a:cubicBezTo>
                    <a:pt x="935" y="705"/>
                    <a:pt x="935" y="705"/>
                    <a:pt x="935" y="705"/>
                  </a:cubicBezTo>
                  <a:cubicBezTo>
                    <a:pt x="932" y="697"/>
                    <a:pt x="929" y="690"/>
                    <a:pt x="927" y="6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14" name="Freeform 107"/>
          <p:cNvSpPr>
            <a:spLocks noEditPoints="1"/>
          </p:cNvSpPr>
          <p:nvPr/>
        </p:nvSpPr>
        <p:spPr bwMode="auto">
          <a:xfrm>
            <a:off x="9442806" y="2255527"/>
            <a:ext cx="1088957" cy="1812014"/>
          </a:xfrm>
          <a:custGeom>
            <a:avLst/>
            <a:gdLst>
              <a:gd name="T0" fmla="*/ 570 w 1169"/>
              <a:gd name="T1" fmla="*/ 1866 h 1947"/>
              <a:gd name="T2" fmla="*/ 570 w 1169"/>
              <a:gd name="T3" fmla="*/ 1352 h 1947"/>
              <a:gd name="T4" fmla="*/ 600 w 1169"/>
              <a:gd name="T5" fmla="*/ 1352 h 1947"/>
              <a:gd name="T6" fmla="*/ 600 w 1169"/>
              <a:gd name="T7" fmla="*/ 1866 h 1947"/>
              <a:gd name="T8" fmla="*/ 681 w 1169"/>
              <a:gd name="T9" fmla="*/ 1947 h 1947"/>
              <a:gd name="T10" fmla="*/ 762 w 1169"/>
              <a:gd name="T11" fmla="*/ 1866 h 1947"/>
              <a:gd name="T12" fmla="*/ 762 w 1169"/>
              <a:gd name="T13" fmla="*/ 1301 h 1947"/>
              <a:gd name="T14" fmla="*/ 762 w 1169"/>
              <a:gd name="T15" fmla="*/ 1177 h 1947"/>
              <a:gd name="T16" fmla="*/ 762 w 1169"/>
              <a:gd name="T17" fmla="*/ 902 h 1947"/>
              <a:gd name="T18" fmla="*/ 898 w 1169"/>
              <a:gd name="T19" fmla="*/ 836 h 1947"/>
              <a:gd name="T20" fmla="*/ 1090 w 1169"/>
              <a:gd name="T21" fmla="*/ 541 h 1947"/>
              <a:gd name="T22" fmla="*/ 1169 w 1169"/>
              <a:gd name="T23" fmla="*/ 541 h 1947"/>
              <a:gd name="T24" fmla="*/ 1169 w 1169"/>
              <a:gd name="T25" fmla="*/ 0 h 1947"/>
              <a:gd name="T26" fmla="*/ 0 w 1169"/>
              <a:gd name="T27" fmla="*/ 0 h 1947"/>
              <a:gd name="T28" fmla="*/ 0 w 1169"/>
              <a:gd name="T29" fmla="*/ 541 h 1947"/>
              <a:gd name="T30" fmla="*/ 80 w 1169"/>
              <a:gd name="T31" fmla="*/ 541 h 1947"/>
              <a:gd name="T32" fmla="*/ 272 w 1169"/>
              <a:gd name="T33" fmla="*/ 836 h 1947"/>
              <a:gd name="T34" fmla="*/ 407 w 1169"/>
              <a:gd name="T35" fmla="*/ 902 h 1947"/>
              <a:gd name="T36" fmla="*/ 407 w 1169"/>
              <a:gd name="T37" fmla="*/ 1177 h 1947"/>
              <a:gd name="T38" fmla="*/ 407 w 1169"/>
              <a:gd name="T39" fmla="*/ 1301 h 1947"/>
              <a:gd name="T40" fmla="*/ 407 w 1169"/>
              <a:gd name="T41" fmla="*/ 1866 h 1947"/>
              <a:gd name="T42" fmla="*/ 489 w 1169"/>
              <a:gd name="T43" fmla="*/ 1947 h 1947"/>
              <a:gd name="T44" fmla="*/ 570 w 1169"/>
              <a:gd name="T45" fmla="*/ 1866 h 1947"/>
              <a:gd name="T46" fmla="*/ 67 w 1169"/>
              <a:gd name="T47" fmla="*/ 508 h 1947"/>
              <a:gd name="T48" fmla="*/ 33 w 1169"/>
              <a:gd name="T49" fmla="*/ 508 h 1947"/>
              <a:gd name="T50" fmla="*/ 33 w 1169"/>
              <a:gd name="T51" fmla="*/ 33 h 1947"/>
              <a:gd name="T52" fmla="*/ 1137 w 1169"/>
              <a:gd name="T53" fmla="*/ 33 h 1947"/>
              <a:gd name="T54" fmla="*/ 1137 w 1169"/>
              <a:gd name="T55" fmla="*/ 508 h 1947"/>
              <a:gd name="T56" fmla="*/ 1103 w 1169"/>
              <a:gd name="T57" fmla="*/ 508 h 1947"/>
              <a:gd name="T58" fmla="*/ 990 w 1169"/>
              <a:gd name="T59" fmla="*/ 508 h 1947"/>
              <a:gd name="T60" fmla="*/ 691 w 1169"/>
              <a:gd name="T61" fmla="*/ 508 h 1947"/>
              <a:gd name="T62" fmla="*/ 479 w 1169"/>
              <a:gd name="T63" fmla="*/ 508 h 1947"/>
              <a:gd name="T64" fmla="*/ 179 w 1169"/>
              <a:gd name="T65" fmla="*/ 508 h 1947"/>
              <a:gd name="T66" fmla="*/ 67 w 1169"/>
              <a:gd name="T67" fmla="*/ 508 h 1947"/>
              <a:gd name="T68" fmla="*/ 339 w 1169"/>
              <a:gd name="T69" fmla="*/ 755 h 1947"/>
              <a:gd name="T70" fmla="*/ 193 w 1169"/>
              <a:gd name="T71" fmla="*/ 541 h 1947"/>
              <a:gd name="T72" fmla="*/ 455 w 1169"/>
              <a:gd name="T73" fmla="*/ 541 h 1947"/>
              <a:gd name="T74" fmla="*/ 441 w 1169"/>
              <a:gd name="T75" fmla="*/ 577 h 1947"/>
              <a:gd name="T76" fmla="*/ 551 w 1169"/>
              <a:gd name="T77" fmla="*/ 754 h 1947"/>
              <a:gd name="T78" fmla="*/ 729 w 1169"/>
              <a:gd name="T79" fmla="*/ 644 h 1947"/>
              <a:gd name="T80" fmla="*/ 715 w 1169"/>
              <a:gd name="T81" fmla="*/ 541 h 1947"/>
              <a:gd name="T82" fmla="*/ 976 w 1169"/>
              <a:gd name="T83" fmla="*/ 541 h 1947"/>
              <a:gd name="T84" fmla="*/ 831 w 1169"/>
              <a:gd name="T85" fmla="*/ 755 h 1947"/>
              <a:gd name="T86" fmla="*/ 736 w 1169"/>
              <a:gd name="T87" fmla="*/ 799 h 1947"/>
              <a:gd name="T88" fmla="*/ 735 w 1169"/>
              <a:gd name="T89" fmla="*/ 799 h 1947"/>
              <a:gd name="T90" fmla="*/ 710 w 1169"/>
              <a:gd name="T91" fmla="*/ 802 h 1947"/>
              <a:gd name="T92" fmla="*/ 460 w 1169"/>
              <a:gd name="T93" fmla="*/ 802 h 1947"/>
              <a:gd name="T94" fmla="*/ 435 w 1169"/>
              <a:gd name="T95" fmla="*/ 799 h 1947"/>
              <a:gd name="T96" fmla="*/ 433 w 1169"/>
              <a:gd name="T97" fmla="*/ 799 h 1947"/>
              <a:gd name="T98" fmla="*/ 339 w 1169"/>
              <a:gd name="T99" fmla="*/ 755 h 19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69" h="1947">
                <a:moveTo>
                  <a:pt x="570" y="1866"/>
                </a:moveTo>
                <a:cubicBezTo>
                  <a:pt x="570" y="1352"/>
                  <a:pt x="570" y="1352"/>
                  <a:pt x="570" y="1352"/>
                </a:cubicBezTo>
                <a:cubicBezTo>
                  <a:pt x="600" y="1352"/>
                  <a:pt x="600" y="1352"/>
                  <a:pt x="600" y="1352"/>
                </a:cubicBezTo>
                <a:cubicBezTo>
                  <a:pt x="600" y="1866"/>
                  <a:pt x="600" y="1866"/>
                  <a:pt x="600" y="1866"/>
                </a:cubicBezTo>
                <a:cubicBezTo>
                  <a:pt x="600" y="1910"/>
                  <a:pt x="636" y="1947"/>
                  <a:pt x="681" y="1947"/>
                </a:cubicBezTo>
                <a:cubicBezTo>
                  <a:pt x="726" y="1947"/>
                  <a:pt x="762" y="1910"/>
                  <a:pt x="762" y="1866"/>
                </a:cubicBezTo>
                <a:cubicBezTo>
                  <a:pt x="762" y="1301"/>
                  <a:pt x="762" y="1301"/>
                  <a:pt x="762" y="1301"/>
                </a:cubicBezTo>
                <a:cubicBezTo>
                  <a:pt x="762" y="1177"/>
                  <a:pt x="762" y="1177"/>
                  <a:pt x="762" y="1177"/>
                </a:cubicBezTo>
                <a:cubicBezTo>
                  <a:pt x="762" y="902"/>
                  <a:pt x="762" y="902"/>
                  <a:pt x="762" y="902"/>
                </a:cubicBezTo>
                <a:cubicBezTo>
                  <a:pt x="795" y="897"/>
                  <a:pt x="845" y="881"/>
                  <a:pt x="898" y="836"/>
                </a:cubicBezTo>
                <a:cubicBezTo>
                  <a:pt x="961" y="784"/>
                  <a:pt x="1029" y="694"/>
                  <a:pt x="1090" y="541"/>
                </a:cubicBezTo>
                <a:cubicBezTo>
                  <a:pt x="1169" y="541"/>
                  <a:pt x="1169" y="541"/>
                  <a:pt x="1169" y="541"/>
                </a:cubicBezTo>
                <a:cubicBezTo>
                  <a:pt x="1169" y="0"/>
                  <a:pt x="1169" y="0"/>
                  <a:pt x="1169" y="0"/>
                </a:cubicBezTo>
                <a:cubicBezTo>
                  <a:pt x="0" y="0"/>
                  <a:pt x="0" y="0"/>
                  <a:pt x="0" y="0"/>
                </a:cubicBezTo>
                <a:cubicBezTo>
                  <a:pt x="0" y="541"/>
                  <a:pt x="0" y="541"/>
                  <a:pt x="0" y="541"/>
                </a:cubicBezTo>
                <a:cubicBezTo>
                  <a:pt x="80" y="541"/>
                  <a:pt x="80" y="541"/>
                  <a:pt x="80" y="541"/>
                </a:cubicBezTo>
                <a:cubicBezTo>
                  <a:pt x="140" y="694"/>
                  <a:pt x="209" y="784"/>
                  <a:pt x="272" y="836"/>
                </a:cubicBezTo>
                <a:cubicBezTo>
                  <a:pt x="325" y="881"/>
                  <a:pt x="374" y="897"/>
                  <a:pt x="407" y="902"/>
                </a:cubicBezTo>
                <a:cubicBezTo>
                  <a:pt x="407" y="1177"/>
                  <a:pt x="407" y="1177"/>
                  <a:pt x="407" y="1177"/>
                </a:cubicBezTo>
                <a:cubicBezTo>
                  <a:pt x="407" y="1301"/>
                  <a:pt x="407" y="1301"/>
                  <a:pt x="407" y="1301"/>
                </a:cubicBezTo>
                <a:cubicBezTo>
                  <a:pt x="407" y="1866"/>
                  <a:pt x="407" y="1866"/>
                  <a:pt x="407" y="1866"/>
                </a:cubicBezTo>
                <a:cubicBezTo>
                  <a:pt x="407" y="1910"/>
                  <a:pt x="444" y="1947"/>
                  <a:pt x="489" y="1947"/>
                </a:cubicBezTo>
                <a:cubicBezTo>
                  <a:pt x="533" y="1947"/>
                  <a:pt x="570" y="1910"/>
                  <a:pt x="570" y="1866"/>
                </a:cubicBezTo>
                <a:close/>
                <a:moveTo>
                  <a:pt x="67" y="508"/>
                </a:moveTo>
                <a:cubicBezTo>
                  <a:pt x="33" y="508"/>
                  <a:pt x="33" y="508"/>
                  <a:pt x="33" y="508"/>
                </a:cubicBezTo>
                <a:cubicBezTo>
                  <a:pt x="33" y="33"/>
                  <a:pt x="33" y="33"/>
                  <a:pt x="33" y="33"/>
                </a:cubicBezTo>
                <a:cubicBezTo>
                  <a:pt x="1137" y="33"/>
                  <a:pt x="1137" y="33"/>
                  <a:pt x="1137" y="33"/>
                </a:cubicBezTo>
                <a:cubicBezTo>
                  <a:pt x="1137" y="508"/>
                  <a:pt x="1137" y="508"/>
                  <a:pt x="1137" y="508"/>
                </a:cubicBezTo>
                <a:cubicBezTo>
                  <a:pt x="1103" y="508"/>
                  <a:pt x="1103" y="508"/>
                  <a:pt x="1103" y="508"/>
                </a:cubicBezTo>
                <a:cubicBezTo>
                  <a:pt x="990" y="508"/>
                  <a:pt x="990" y="508"/>
                  <a:pt x="990" y="508"/>
                </a:cubicBezTo>
                <a:cubicBezTo>
                  <a:pt x="691" y="508"/>
                  <a:pt x="691" y="508"/>
                  <a:pt x="691" y="508"/>
                </a:cubicBezTo>
                <a:cubicBezTo>
                  <a:pt x="479" y="508"/>
                  <a:pt x="479" y="508"/>
                  <a:pt x="479" y="508"/>
                </a:cubicBezTo>
                <a:cubicBezTo>
                  <a:pt x="179" y="508"/>
                  <a:pt x="179" y="508"/>
                  <a:pt x="179" y="508"/>
                </a:cubicBezTo>
                <a:lnTo>
                  <a:pt x="67" y="508"/>
                </a:lnTo>
                <a:close/>
                <a:moveTo>
                  <a:pt x="339" y="755"/>
                </a:moveTo>
                <a:cubicBezTo>
                  <a:pt x="297" y="721"/>
                  <a:pt x="245" y="657"/>
                  <a:pt x="193" y="541"/>
                </a:cubicBezTo>
                <a:cubicBezTo>
                  <a:pt x="455" y="541"/>
                  <a:pt x="455" y="541"/>
                  <a:pt x="455" y="541"/>
                </a:cubicBezTo>
                <a:cubicBezTo>
                  <a:pt x="449" y="552"/>
                  <a:pt x="444" y="564"/>
                  <a:pt x="441" y="577"/>
                </a:cubicBezTo>
                <a:cubicBezTo>
                  <a:pt x="423" y="656"/>
                  <a:pt x="472" y="736"/>
                  <a:pt x="551" y="754"/>
                </a:cubicBezTo>
                <a:cubicBezTo>
                  <a:pt x="631" y="773"/>
                  <a:pt x="710" y="723"/>
                  <a:pt x="729" y="644"/>
                </a:cubicBezTo>
                <a:cubicBezTo>
                  <a:pt x="737" y="608"/>
                  <a:pt x="731" y="571"/>
                  <a:pt x="715" y="541"/>
                </a:cubicBezTo>
                <a:cubicBezTo>
                  <a:pt x="976" y="541"/>
                  <a:pt x="976" y="541"/>
                  <a:pt x="976" y="541"/>
                </a:cubicBezTo>
                <a:cubicBezTo>
                  <a:pt x="925" y="657"/>
                  <a:pt x="873" y="721"/>
                  <a:pt x="831" y="755"/>
                </a:cubicBezTo>
                <a:cubicBezTo>
                  <a:pt x="780" y="798"/>
                  <a:pt x="744" y="799"/>
                  <a:pt x="736" y="799"/>
                </a:cubicBezTo>
                <a:cubicBezTo>
                  <a:pt x="736" y="799"/>
                  <a:pt x="735" y="799"/>
                  <a:pt x="735" y="799"/>
                </a:cubicBezTo>
                <a:cubicBezTo>
                  <a:pt x="726" y="798"/>
                  <a:pt x="718" y="799"/>
                  <a:pt x="710" y="802"/>
                </a:cubicBezTo>
                <a:cubicBezTo>
                  <a:pt x="460" y="802"/>
                  <a:pt x="460" y="802"/>
                  <a:pt x="460" y="802"/>
                </a:cubicBezTo>
                <a:cubicBezTo>
                  <a:pt x="452" y="799"/>
                  <a:pt x="444" y="798"/>
                  <a:pt x="435" y="799"/>
                </a:cubicBezTo>
                <a:cubicBezTo>
                  <a:pt x="435" y="799"/>
                  <a:pt x="434" y="799"/>
                  <a:pt x="433" y="799"/>
                </a:cubicBezTo>
                <a:cubicBezTo>
                  <a:pt x="425" y="799"/>
                  <a:pt x="390" y="798"/>
                  <a:pt x="339" y="75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115" name="组合 114"/>
          <p:cNvGrpSpPr/>
          <p:nvPr/>
        </p:nvGrpSpPr>
        <p:grpSpPr>
          <a:xfrm>
            <a:off x="6456915" y="4823068"/>
            <a:ext cx="934105" cy="1426135"/>
            <a:chOff x="6456915" y="4823068"/>
            <a:chExt cx="934105" cy="1426135"/>
          </a:xfrm>
          <a:solidFill>
            <a:schemeClr val="tx1">
              <a:lumMod val="65000"/>
              <a:lumOff val="35000"/>
            </a:schemeClr>
          </a:solidFill>
        </p:grpSpPr>
        <p:sp>
          <p:nvSpPr>
            <p:cNvPr id="116" name="Freeform 108"/>
            <p:cNvSpPr>
              <a:spLocks/>
            </p:cNvSpPr>
            <p:nvPr/>
          </p:nvSpPr>
          <p:spPr bwMode="auto">
            <a:xfrm>
              <a:off x="6569308" y="4823068"/>
              <a:ext cx="300962" cy="302211"/>
            </a:xfrm>
            <a:custGeom>
              <a:avLst/>
              <a:gdLst>
                <a:gd name="T0" fmla="*/ 129 w 324"/>
                <a:gd name="T1" fmla="*/ 306 h 324"/>
                <a:gd name="T2" fmla="*/ 306 w 324"/>
                <a:gd name="T3" fmla="*/ 195 h 324"/>
                <a:gd name="T4" fmla="*/ 196 w 324"/>
                <a:gd name="T5" fmla="*/ 18 h 324"/>
                <a:gd name="T6" fmla="*/ 18 w 324"/>
                <a:gd name="T7" fmla="*/ 128 h 324"/>
                <a:gd name="T8" fmla="*/ 129 w 324"/>
                <a:gd name="T9" fmla="*/ 306 h 324"/>
              </a:gdLst>
              <a:ahLst/>
              <a:cxnLst>
                <a:cxn ang="0">
                  <a:pos x="T0" y="T1"/>
                </a:cxn>
                <a:cxn ang="0">
                  <a:pos x="T2" y="T3"/>
                </a:cxn>
                <a:cxn ang="0">
                  <a:pos x="T4" y="T5"/>
                </a:cxn>
                <a:cxn ang="0">
                  <a:pos x="T6" y="T7"/>
                </a:cxn>
                <a:cxn ang="0">
                  <a:pos x="T8" y="T9"/>
                </a:cxn>
              </a:cxnLst>
              <a:rect l="0" t="0" r="r" b="b"/>
              <a:pathLst>
                <a:path w="324" h="324">
                  <a:moveTo>
                    <a:pt x="129" y="306"/>
                  </a:moveTo>
                  <a:cubicBezTo>
                    <a:pt x="208" y="324"/>
                    <a:pt x="287" y="275"/>
                    <a:pt x="306" y="195"/>
                  </a:cubicBezTo>
                  <a:cubicBezTo>
                    <a:pt x="324" y="116"/>
                    <a:pt x="275" y="37"/>
                    <a:pt x="196" y="18"/>
                  </a:cubicBezTo>
                  <a:cubicBezTo>
                    <a:pt x="116" y="0"/>
                    <a:pt x="37" y="49"/>
                    <a:pt x="18" y="128"/>
                  </a:cubicBezTo>
                  <a:cubicBezTo>
                    <a:pt x="0" y="208"/>
                    <a:pt x="49" y="287"/>
                    <a:pt x="129" y="30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109"/>
            <p:cNvSpPr>
              <a:spLocks noEditPoints="1"/>
            </p:cNvSpPr>
            <p:nvPr/>
          </p:nvSpPr>
          <p:spPr bwMode="auto">
            <a:xfrm>
              <a:off x="6456915" y="5151504"/>
              <a:ext cx="934105" cy="1097699"/>
            </a:xfrm>
            <a:custGeom>
              <a:avLst/>
              <a:gdLst>
                <a:gd name="T0" fmla="*/ 569 w 1003"/>
                <a:gd name="T1" fmla="*/ 54 h 1179"/>
                <a:gd name="T2" fmla="*/ 463 w 1003"/>
                <a:gd name="T3" fmla="*/ 11 h 1179"/>
                <a:gd name="T4" fmla="*/ 456 w 1003"/>
                <a:gd name="T5" fmla="*/ 7 h 1179"/>
                <a:gd name="T6" fmla="*/ 419 w 1003"/>
                <a:gd name="T7" fmla="*/ 0 h 1179"/>
                <a:gd name="T8" fmla="*/ 143 w 1003"/>
                <a:gd name="T9" fmla="*/ 6 h 1179"/>
                <a:gd name="T10" fmla="*/ 141 w 1003"/>
                <a:gd name="T11" fmla="*/ 6 h 1179"/>
                <a:gd name="T12" fmla="*/ 24 w 1003"/>
                <a:gd name="T13" fmla="*/ 113 h 1179"/>
                <a:gd name="T14" fmla="*/ 53 w 1003"/>
                <a:gd name="T15" fmla="*/ 336 h 1179"/>
                <a:gd name="T16" fmla="*/ 115 w 1003"/>
                <a:gd name="T17" fmla="*/ 397 h 1179"/>
                <a:gd name="T18" fmla="*/ 222 w 1003"/>
                <a:gd name="T19" fmla="*/ 471 h 1179"/>
                <a:gd name="T20" fmla="*/ 249 w 1003"/>
                <a:gd name="T21" fmla="*/ 478 h 1179"/>
                <a:gd name="T22" fmla="*/ 249 w 1003"/>
                <a:gd name="T23" fmla="*/ 478 h 1179"/>
                <a:gd name="T24" fmla="*/ 276 w 1003"/>
                <a:gd name="T25" fmla="*/ 381 h 1179"/>
                <a:gd name="T26" fmla="*/ 233 w 1003"/>
                <a:gd name="T27" fmla="*/ 354 h 1179"/>
                <a:gd name="T28" fmla="*/ 216 w 1003"/>
                <a:gd name="T29" fmla="*/ 342 h 1179"/>
                <a:gd name="T30" fmla="*/ 115 w 1003"/>
                <a:gd name="T31" fmla="*/ 239 h 1179"/>
                <a:gd name="T32" fmla="*/ 105 w 1003"/>
                <a:gd name="T33" fmla="*/ 201 h 1179"/>
                <a:gd name="T34" fmla="*/ 115 w 1003"/>
                <a:gd name="T35" fmla="*/ 215 h 1179"/>
                <a:gd name="T36" fmla="*/ 216 w 1003"/>
                <a:gd name="T37" fmla="*/ 326 h 1179"/>
                <a:gd name="T38" fmla="*/ 249 w 1003"/>
                <a:gd name="T39" fmla="*/ 185 h 1179"/>
                <a:gd name="T40" fmla="*/ 648 w 1003"/>
                <a:gd name="T41" fmla="*/ 185 h 1179"/>
                <a:gd name="T42" fmla="*/ 970 w 1003"/>
                <a:gd name="T43" fmla="*/ 185 h 1179"/>
                <a:gd name="T44" fmla="*/ 470 w 1003"/>
                <a:gd name="T45" fmla="*/ 685 h 1179"/>
                <a:gd name="T46" fmla="*/ 277 w 1003"/>
                <a:gd name="T47" fmla="*/ 685 h 1179"/>
                <a:gd name="T48" fmla="*/ 249 w 1003"/>
                <a:gd name="T49" fmla="*/ 491 h 1179"/>
                <a:gd name="T50" fmla="*/ 216 w 1003"/>
                <a:gd name="T51" fmla="*/ 482 h 1179"/>
                <a:gd name="T52" fmla="*/ 115 w 1003"/>
                <a:gd name="T53" fmla="*/ 419 h 1179"/>
                <a:gd name="T54" fmla="*/ 115 w 1003"/>
                <a:gd name="T55" fmla="*/ 1098 h 1179"/>
                <a:gd name="T56" fmla="*/ 277 w 1003"/>
                <a:gd name="T57" fmla="*/ 1098 h 1179"/>
                <a:gd name="T58" fmla="*/ 307 w 1003"/>
                <a:gd name="T59" fmla="*/ 718 h 1179"/>
                <a:gd name="T60" fmla="*/ 388 w 1003"/>
                <a:gd name="T61" fmla="*/ 1179 h 1179"/>
                <a:gd name="T62" fmla="*/ 470 w 1003"/>
                <a:gd name="T63" fmla="*/ 718 h 1179"/>
                <a:gd name="T64" fmla="*/ 1003 w 1003"/>
                <a:gd name="T65" fmla="*/ 153 h 1179"/>
                <a:gd name="T66" fmla="*/ 838 w 1003"/>
                <a:gd name="T67" fmla="*/ 104 h 1179"/>
                <a:gd name="T68" fmla="*/ 470 w 1003"/>
                <a:gd name="T69" fmla="*/ 129 h 1179"/>
                <a:gd name="T70" fmla="*/ 470 w 1003"/>
                <a:gd name="T71" fmla="*/ 153 h 1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03" h="1179">
                  <a:moveTo>
                    <a:pt x="838" y="104"/>
                  </a:moveTo>
                  <a:cubicBezTo>
                    <a:pt x="737" y="102"/>
                    <a:pt x="640" y="78"/>
                    <a:pt x="569" y="54"/>
                  </a:cubicBezTo>
                  <a:cubicBezTo>
                    <a:pt x="534" y="42"/>
                    <a:pt x="505" y="30"/>
                    <a:pt x="485" y="21"/>
                  </a:cubicBezTo>
                  <a:cubicBezTo>
                    <a:pt x="475" y="17"/>
                    <a:pt x="468" y="13"/>
                    <a:pt x="463" y="11"/>
                  </a:cubicBezTo>
                  <a:cubicBezTo>
                    <a:pt x="460" y="10"/>
                    <a:pt x="458" y="9"/>
                    <a:pt x="457" y="8"/>
                  </a:cubicBezTo>
                  <a:cubicBezTo>
                    <a:pt x="456" y="7"/>
                    <a:pt x="456" y="7"/>
                    <a:pt x="456" y="7"/>
                  </a:cubicBezTo>
                  <a:cubicBezTo>
                    <a:pt x="447" y="3"/>
                    <a:pt x="438" y="1"/>
                    <a:pt x="428" y="1"/>
                  </a:cubicBezTo>
                  <a:cubicBezTo>
                    <a:pt x="425" y="1"/>
                    <a:pt x="422" y="0"/>
                    <a:pt x="419" y="0"/>
                  </a:cubicBezTo>
                  <a:cubicBezTo>
                    <a:pt x="165" y="0"/>
                    <a:pt x="165" y="0"/>
                    <a:pt x="165" y="0"/>
                  </a:cubicBezTo>
                  <a:cubicBezTo>
                    <a:pt x="157" y="0"/>
                    <a:pt x="150" y="2"/>
                    <a:pt x="143" y="6"/>
                  </a:cubicBezTo>
                  <a:cubicBezTo>
                    <a:pt x="143" y="6"/>
                    <a:pt x="142" y="6"/>
                    <a:pt x="141" y="6"/>
                  </a:cubicBezTo>
                  <a:cubicBezTo>
                    <a:pt x="141" y="6"/>
                    <a:pt x="141" y="6"/>
                    <a:pt x="141" y="6"/>
                  </a:cubicBezTo>
                  <a:cubicBezTo>
                    <a:pt x="138" y="8"/>
                    <a:pt x="107" y="23"/>
                    <a:pt x="73" y="53"/>
                  </a:cubicBezTo>
                  <a:cubicBezTo>
                    <a:pt x="56" y="69"/>
                    <a:pt x="38" y="88"/>
                    <a:pt x="24" y="113"/>
                  </a:cubicBezTo>
                  <a:cubicBezTo>
                    <a:pt x="10" y="137"/>
                    <a:pt x="0" y="167"/>
                    <a:pt x="0" y="201"/>
                  </a:cubicBezTo>
                  <a:cubicBezTo>
                    <a:pt x="0" y="245"/>
                    <a:pt x="17" y="292"/>
                    <a:pt x="53" y="336"/>
                  </a:cubicBezTo>
                  <a:cubicBezTo>
                    <a:pt x="68" y="354"/>
                    <a:pt x="86" y="373"/>
                    <a:pt x="108" y="391"/>
                  </a:cubicBezTo>
                  <a:cubicBezTo>
                    <a:pt x="110" y="393"/>
                    <a:pt x="112" y="395"/>
                    <a:pt x="115" y="397"/>
                  </a:cubicBezTo>
                  <a:cubicBezTo>
                    <a:pt x="142" y="420"/>
                    <a:pt x="176" y="443"/>
                    <a:pt x="216" y="467"/>
                  </a:cubicBezTo>
                  <a:cubicBezTo>
                    <a:pt x="218" y="468"/>
                    <a:pt x="220" y="470"/>
                    <a:pt x="222" y="471"/>
                  </a:cubicBezTo>
                  <a:cubicBezTo>
                    <a:pt x="224" y="472"/>
                    <a:pt x="227" y="473"/>
                    <a:pt x="229" y="474"/>
                  </a:cubicBezTo>
                  <a:cubicBezTo>
                    <a:pt x="235" y="477"/>
                    <a:pt x="242" y="478"/>
                    <a:pt x="249" y="478"/>
                  </a:cubicBezTo>
                  <a:cubicBezTo>
                    <a:pt x="249" y="478"/>
                    <a:pt x="249" y="478"/>
                    <a:pt x="249" y="478"/>
                  </a:cubicBezTo>
                  <a:cubicBezTo>
                    <a:pt x="249" y="478"/>
                    <a:pt x="249" y="478"/>
                    <a:pt x="249" y="478"/>
                  </a:cubicBezTo>
                  <a:cubicBezTo>
                    <a:pt x="267" y="478"/>
                    <a:pt x="284" y="469"/>
                    <a:pt x="294" y="452"/>
                  </a:cubicBezTo>
                  <a:cubicBezTo>
                    <a:pt x="309" y="427"/>
                    <a:pt x="301" y="395"/>
                    <a:pt x="276" y="381"/>
                  </a:cubicBezTo>
                  <a:cubicBezTo>
                    <a:pt x="266" y="375"/>
                    <a:pt x="257" y="370"/>
                    <a:pt x="249" y="364"/>
                  </a:cubicBezTo>
                  <a:cubicBezTo>
                    <a:pt x="243" y="361"/>
                    <a:pt x="238" y="357"/>
                    <a:pt x="233" y="354"/>
                  </a:cubicBezTo>
                  <a:cubicBezTo>
                    <a:pt x="232" y="353"/>
                    <a:pt x="231" y="353"/>
                    <a:pt x="230" y="352"/>
                  </a:cubicBezTo>
                  <a:cubicBezTo>
                    <a:pt x="225" y="349"/>
                    <a:pt x="220" y="346"/>
                    <a:pt x="216" y="342"/>
                  </a:cubicBezTo>
                  <a:cubicBezTo>
                    <a:pt x="178" y="315"/>
                    <a:pt x="152" y="291"/>
                    <a:pt x="135" y="270"/>
                  </a:cubicBezTo>
                  <a:cubicBezTo>
                    <a:pt x="126" y="258"/>
                    <a:pt x="119" y="248"/>
                    <a:pt x="115" y="239"/>
                  </a:cubicBezTo>
                  <a:cubicBezTo>
                    <a:pt x="112" y="233"/>
                    <a:pt x="110" y="228"/>
                    <a:pt x="108" y="223"/>
                  </a:cubicBezTo>
                  <a:cubicBezTo>
                    <a:pt x="106" y="215"/>
                    <a:pt x="105" y="208"/>
                    <a:pt x="105" y="201"/>
                  </a:cubicBezTo>
                  <a:cubicBezTo>
                    <a:pt x="105" y="189"/>
                    <a:pt x="108" y="178"/>
                    <a:pt x="115" y="166"/>
                  </a:cubicBezTo>
                  <a:cubicBezTo>
                    <a:pt x="115" y="215"/>
                    <a:pt x="115" y="215"/>
                    <a:pt x="115" y="215"/>
                  </a:cubicBezTo>
                  <a:cubicBezTo>
                    <a:pt x="119" y="226"/>
                    <a:pt x="129" y="241"/>
                    <a:pt x="145" y="262"/>
                  </a:cubicBezTo>
                  <a:cubicBezTo>
                    <a:pt x="158" y="277"/>
                    <a:pt x="179" y="299"/>
                    <a:pt x="216" y="326"/>
                  </a:cubicBezTo>
                  <a:cubicBezTo>
                    <a:pt x="226" y="333"/>
                    <a:pt x="237" y="341"/>
                    <a:pt x="249" y="349"/>
                  </a:cubicBezTo>
                  <a:cubicBezTo>
                    <a:pt x="249" y="185"/>
                    <a:pt x="249" y="185"/>
                    <a:pt x="249" y="185"/>
                  </a:cubicBezTo>
                  <a:cubicBezTo>
                    <a:pt x="470" y="185"/>
                    <a:pt x="470" y="185"/>
                    <a:pt x="470" y="185"/>
                  </a:cubicBezTo>
                  <a:cubicBezTo>
                    <a:pt x="648" y="185"/>
                    <a:pt x="648" y="185"/>
                    <a:pt x="648" y="185"/>
                  </a:cubicBezTo>
                  <a:cubicBezTo>
                    <a:pt x="881" y="185"/>
                    <a:pt x="881" y="185"/>
                    <a:pt x="881" y="185"/>
                  </a:cubicBezTo>
                  <a:cubicBezTo>
                    <a:pt x="970" y="185"/>
                    <a:pt x="970" y="185"/>
                    <a:pt x="970" y="185"/>
                  </a:cubicBezTo>
                  <a:cubicBezTo>
                    <a:pt x="970" y="685"/>
                    <a:pt x="970" y="685"/>
                    <a:pt x="970" y="685"/>
                  </a:cubicBezTo>
                  <a:cubicBezTo>
                    <a:pt x="470" y="685"/>
                    <a:pt x="470" y="685"/>
                    <a:pt x="470" y="685"/>
                  </a:cubicBezTo>
                  <a:cubicBezTo>
                    <a:pt x="307" y="685"/>
                    <a:pt x="307" y="685"/>
                    <a:pt x="307" y="685"/>
                  </a:cubicBezTo>
                  <a:cubicBezTo>
                    <a:pt x="277" y="685"/>
                    <a:pt x="277" y="685"/>
                    <a:pt x="277" y="685"/>
                  </a:cubicBezTo>
                  <a:cubicBezTo>
                    <a:pt x="249" y="685"/>
                    <a:pt x="249" y="685"/>
                    <a:pt x="249" y="685"/>
                  </a:cubicBezTo>
                  <a:cubicBezTo>
                    <a:pt x="249" y="491"/>
                    <a:pt x="249" y="491"/>
                    <a:pt x="249" y="491"/>
                  </a:cubicBezTo>
                  <a:cubicBezTo>
                    <a:pt x="240" y="491"/>
                    <a:pt x="231" y="490"/>
                    <a:pt x="224" y="486"/>
                  </a:cubicBezTo>
                  <a:cubicBezTo>
                    <a:pt x="221" y="485"/>
                    <a:pt x="218" y="484"/>
                    <a:pt x="216" y="482"/>
                  </a:cubicBezTo>
                  <a:cubicBezTo>
                    <a:pt x="216" y="482"/>
                    <a:pt x="216" y="482"/>
                    <a:pt x="216" y="482"/>
                  </a:cubicBezTo>
                  <a:cubicBezTo>
                    <a:pt x="180" y="461"/>
                    <a:pt x="143" y="440"/>
                    <a:pt x="115" y="419"/>
                  </a:cubicBezTo>
                  <a:cubicBezTo>
                    <a:pt x="115" y="500"/>
                    <a:pt x="115" y="500"/>
                    <a:pt x="115" y="500"/>
                  </a:cubicBezTo>
                  <a:cubicBezTo>
                    <a:pt x="115" y="1098"/>
                    <a:pt x="115" y="1098"/>
                    <a:pt x="115" y="1098"/>
                  </a:cubicBezTo>
                  <a:cubicBezTo>
                    <a:pt x="115" y="1143"/>
                    <a:pt x="151" y="1179"/>
                    <a:pt x="196" y="1179"/>
                  </a:cubicBezTo>
                  <a:cubicBezTo>
                    <a:pt x="241" y="1179"/>
                    <a:pt x="277" y="1143"/>
                    <a:pt x="277" y="1098"/>
                  </a:cubicBezTo>
                  <a:cubicBezTo>
                    <a:pt x="277" y="718"/>
                    <a:pt x="277" y="718"/>
                    <a:pt x="277" y="718"/>
                  </a:cubicBezTo>
                  <a:cubicBezTo>
                    <a:pt x="307" y="718"/>
                    <a:pt x="307" y="718"/>
                    <a:pt x="307" y="718"/>
                  </a:cubicBezTo>
                  <a:cubicBezTo>
                    <a:pt x="307" y="1098"/>
                    <a:pt x="307" y="1098"/>
                    <a:pt x="307" y="1098"/>
                  </a:cubicBezTo>
                  <a:cubicBezTo>
                    <a:pt x="307" y="1143"/>
                    <a:pt x="344" y="1179"/>
                    <a:pt x="388" y="1179"/>
                  </a:cubicBezTo>
                  <a:cubicBezTo>
                    <a:pt x="433" y="1179"/>
                    <a:pt x="470" y="1143"/>
                    <a:pt x="470" y="1098"/>
                  </a:cubicBezTo>
                  <a:cubicBezTo>
                    <a:pt x="470" y="718"/>
                    <a:pt x="470" y="718"/>
                    <a:pt x="470" y="718"/>
                  </a:cubicBezTo>
                  <a:cubicBezTo>
                    <a:pt x="1003" y="718"/>
                    <a:pt x="1003" y="718"/>
                    <a:pt x="1003" y="718"/>
                  </a:cubicBezTo>
                  <a:cubicBezTo>
                    <a:pt x="1003" y="153"/>
                    <a:pt x="1003" y="153"/>
                    <a:pt x="1003" y="153"/>
                  </a:cubicBezTo>
                  <a:cubicBezTo>
                    <a:pt x="890" y="153"/>
                    <a:pt x="890" y="153"/>
                    <a:pt x="890" y="153"/>
                  </a:cubicBezTo>
                  <a:cubicBezTo>
                    <a:pt x="887" y="126"/>
                    <a:pt x="865" y="105"/>
                    <a:pt x="838" y="104"/>
                  </a:cubicBezTo>
                  <a:close/>
                  <a:moveTo>
                    <a:pt x="470" y="153"/>
                  </a:moveTo>
                  <a:cubicBezTo>
                    <a:pt x="470" y="129"/>
                    <a:pt x="470" y="129"/>
                    <a:pt x="470" y="129"/>
                  </a:cubicBezTo>
                  <a:cubicBezTo>
                    <a:pt x="487" y="136"/>
                    <a:pt x="509" y="144"/>
                    <a:pt x="533" y="153"/>
                  </a:cubicBezTo>
                  <a:lnTo>
                    <a:pt x="470" y="1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18" name="组合 117"/>
          <p:cNvGrpSpPr/>
          <p:nvPr/>
        </p:nvGrpSpPr>
        <p:grpSpPr>
          <a:xfrm>
            <a:off x="7856825" y="2509035"/>
            <a:ext cx="1280024" cy="1558507"/>
            <a:chOff x="7856825" y="2509035"/>
            <a:chExt cx="1280024" cy="1558507"/>
          </a:xfrm>
          <a:solidFill>
            <a:schemeClr val="tx1">
              <a:lumMod val="65000"/>
              <a:lumOff val="35000"/>
            </a:schemeClr>
          </a:solidFill>
        </p:grpSpPr>
        <p:sp>
          <p:nvSpPr>
            <p:cNvPr id="119" name="Freeform 110"/>
            <p:cNvSpPr>
              <a:spLocks/>
            </p:cNvSpPr>
            <p:nvPr/>
          </p:nvSpPr>
          <p:spPr bwMode="auto">
            <a:xfrm>
              <a:off x="7856825" y="2762542"/>
              <a:ext cx="841694" cy="1253799"/>
            </a:xfrm>
            <a:custGeom>
              <a:avLst/>
              <a:gdLst>
                <a:gd name="T0" fmla="*/ 779 w 904"/>
                <a:gd name="T1" fmla="*/ 173 h 1347"/>
                <a:gd name="T2" fmla="*/ 811 w 904"/>
                <a:gd name="T3" fmla="*/ 151 h 1347"/>
                <a:gd name="T4" fmla="*/ 880 w 904"/>
                <a:gd name="T5" fmla="*/ 98 h 1347"/>
                <a:gd name="T6" fmla="*/ 885 w 904"/>
                <a:gd name="T7" fmla="*/ 24 h 1347"/>
                <a:gd name="T8" fmla="*/ 811 w 904"/>
                <a:gd name="T9" fmla="*/ 18 h 1347"/>
                <a:gd name="T10" fmla="*/ 811 w 904"/>
                <a:gd name="T11" fmla="*/ 19 h 1347"/>
                <a:gd name="T12" fmla="*/ 779 w 904"/>
                <a:gd name="T13" fmla="*/ 45 h 1347"/>
                <a:gd name="T14" fmla="*/ 469 w 904"/>
                <a:gd name="T15" fmla="*/ 169 h 1347"/>
                <a:gd name="T16" fmla="*/ 459 w 904"/>
                <a:gd name="T17" fmla="*/ 168 h 1347"/>
                <a:gd name="T18" fmla="*/ 423 w 904"/>
                <a:gd name="T19" fmla="*/ 168 h 1347"/>
                <a:gd name="T20" fmla="*/ 206 w 904"/>
                <a:gd name="T21" fmla="*/ 168 h 1347"/>
                <a:gd name="T22" fmla="*/ 197 w 904"/>
                <a:gd name="T23" fmla="*/ 169 h 1347"/>
                <a:gd name="T24" fmla="*/ 151 w 904"/>
                <a:gd name="T25" fmla="*/ 177 h 1347"/>
                <a:gd name="T26" fmla="*/ 49 w 904"/>
                <a:gd name="T27" fmla="*/ 260 h 1347"/>
                <a:gd name="T28" fmla="*/ 0 w 904"/>
                <a:gd name="T29" fmla="*/ 474 h 1347"/>
                <a:gd name="T30" fmla="*/ 33 w 904"/>
                <a:gd name="T31" fmla="*/ 736 h 1347"/>
                <a:gd name="T32" fmla="*/ 84 w 904"/>
                <a:gd name="T33" fmla="*/ 777 h 1347"/>
                <a:gd name="T34" fmla="*/ 95 w 904"/>
                <a:gd name="T35" fmla="*/ 776 h 1347"/>
                <a:gd name="T36" fmla="*/ 136 w 904"/>
                <a:gd name="T37" fmla="*/ 713 h 1347"/>
                <a:gd name="T38" fmla="*/ 105 w 904"/>
                <a:gd name="T39" fmla="*/ 474 h 1347"/>
                <a:gd name="T40" fmla="*/ 122 w 904"/>
                <a:gd name="T41" fmla="*/ 350 h 1347"/>
                <a:gd name="T42" fmla="*/ 155 w 904"/>
                <a:gd name="T43" fmla="*/ 294 h 1347"/>
                <a:gd name="T44" fmla="*/ 155 w 904"/>
                <a:gd name="T45" fmla="*/ 543 h 1347"/>
                <a:gd name="T46" fmla="*/ 155 w 904"/>
                <a:gd name="T47" fmla="*/ 667 h 1347"/>
                <a:gd name="T48" fmla="*/ 155 w 904"/>
                <a:gd name="T49" fmla="*/ 1266 h 1347"/>
                <a:gd name="T50" fmla="*/ 236 w 904"/>
                <a:gd name="T51" fmla="*/ 1347 h 1347"/>
                <a:gd name="T52" fmla="*/ 317 w 904"/>
                <a:gd name="T53" fmla="*/ 1266 h 1347"/>
                <a:gd name="T54" fmla="*/ 317 w 904"/>
                <a:gd name="T55" fmla="*/ 718 h 1347"/>
                <a:gd name="T56" fmla="*/ 347 w 904"/>
                <a:gd name="T57" fmla="*/ 718 h 1347"/>
                <a:gd name="T58" fmla="*/ 347 w 904"/>
                <a:gd name="T59" fmla="*/ 1266 h 1347"/>
                <a:gd name="T60" fmla="*/ 429 w 904"/>
                <a:gd name="T61" fmla="*/ 1347 h 1347"/>
                <a:gd name="T62" fmla="*/ 510 w 904"/>
                <a:gd name="T63" fmla="*/ 1266 h 1347"/>
                <a:gd name="T64" fmla="*/ 510 w 904"/>
                <a:gd name="T65" fmla="*/ 667 h 1347"/>
                <a:gd name="T66" fmla="*/ 510 w 904"/>
                <a:gd name="T67" fmla="*/ 543 h 1347"/>
                <a:gd name="T68" fmla="*/ 510 w 904"/>
                <a:gd name="T69" fmla="*/ 284 h 1347"/>
                <a:gd name="T70" fmla="*/ 510 w 904"/>
                <a:gd name="T71" fmla="*/ 271 h 1347"/>
                <a:gd name="T72" fmla="*/ 779 w 904"/>
                <a:gd name="T73" fmla="*/ 173 h 1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04" h="1347">
                  <a:moveTo>
                    <a:pt x="779" y="173"/>
                  </a:moveTo>
                  <a:cubicBezTo>
                    <a:pt x="789" y="166"/>
                    <a:pt x="800" y="159"/>
                    <a:pt x="811" y="151"/>
                  </a:cubicBezTo>
                  <a:cubicBezTo>
                    <a:pt x="834" y="136"/>
                    <a:pt x="857" y="118"/>
                    <a:pt x="880" y="98"/>
                  </a:cubicBezTo>
                  <a:cubicBezTo>
                    <a:pt x="902" y="79"/>
                    <a:pt x="904" y="46"/>
                    <a:pt x="885" y="24"/>
                  </a:cubicBezTo>
                  <a:cubicBezTo>
                    <a:pt x="866" y="2"/>
                    <a:pt x="833" y="0"/>
                    <a:pt x="811" y="18"/>
                  </a:cubicBezTo>
                  <a:cubicBezTo>
                    <a:pt x="811" y="19"/>
                    <a:pt x="811" y="19"/>
                    <a:pt x="811" y="19"/>
                  </a:cubicBezTo>
                  <a:cubicBezTo>
                    <a:pt x="800" y="28"/>
                    <a:pt x="789" y="37"/>
                    <a:pt x="779" y="45"/>
                  </a:cubicBezTo>
                  <a:cubicBezTo>
                    <a:pt x="627" y="163"/>
                    <a:pt x="494" y="169"/>
                    <a:pt x="469" y="169"/>
                  </a:cubicBezTo>
                  <a:cubicBezTo>
                    <a:pt x="465" y="168"/>
                    <a:pt x="462" y="168"/>
                    <a:pt x="459" y="168"/>
                  </a:cubicBezTo>
                  <a:cubicBezTo>
                    <a:pt x="423" y="168"/>
                    <a:pt x="423" y="168"/>
                    <a:pt x="423" y="168"/>
                  </a:cubicBezTo>
                  <a:cubicBezTo>
                    <a:pt x="206" y="168"/>
                    <a:pt x="206" y="168"/>
                    <a:pt x="206" y="168"/>
                  </a:cubicBezTo>
                  <a:cubicBezTo>
                    <a:pt x="203" y="168"/>
                    <a:pt x="200" y="168"/>
                    <a:pt x="197" y="169"/>
                  </a:cubicBezTo>
                  <a:cubicBezTo>
                    <a:pt x="187" y="169"/>
                    <a:pt x="171" y="170"/>
                    <a:pt x="151" y="177"/>
                  </a:cubicBezTo>
                  <a:cubicBezTo>
                    <a:pt x="119" y="187"/>
                    <a:pt x="78" y="212"/>
                    <a:pt x="49" y="260"/>
                  </a:cubicBezTo>
                  <a:cubicBezTo>
                    <a:pt x="19" y="308"/>
                    <a:pt x="0" y="377"/>
                    <a:pt x="0" y="474"/>
                  </a:cubicBezTo>
                  <a:cubicBezTo>
                    <a:pt x="0" y="544"/>
                    <a:pt x="10" y="630"/>
                    <a:pt x="33" y="736"/>
                  </a:cubicBezTo>
                  <a:cubicBezTo>
                    <a:pt x="38" y="760"/>
                    <a:pt x="60" y="777"/>
                    <a:pt x="84" y="777"/>
                  </a:cubicBezTo>
                  <a:cubicBezTo>
                    <a:pt x="88" y="777"/>
                    <a:pt x="92" y="776"/>
                    <a:pt x="95" y="776"/>
                  </a:cubicBezTo>
                  <a:cubicBezTo>
                    <a:pt x="124" y="769"/>
                    <a:pt x="142" y="741"/>
                    <a:pt x="136" y="713"/>
                  </a:cubicBezTo>
                  <a:cubicBezTo>
                    <a:pt x="114" y="613"/>
                    <a:pt x="105" y="534"/>
                    <a:pt x="105" y="474"/>
                  </a:cubicBezTo>
                  <a:cubicBezTo>
                    <a:pt x="105" y="418"/>
                    <a:pt x="112" y="378"/>
                    <a:pt x="122" y="350"/>
                  </a:cubicBezTo>
                  <a:cubicBezTo>
                    <a:pt x="132" y="321"/>
                    <a:pt x="144" y="304"/>
                    <a:pt x="155" y="294"/>
                  </a:cubicBezTo>
                  <a:cubicBezTo>
                    <a:pt x="155" y="543"/>
                    <a:pt x="155" y="543"/>
                    <a:pt x="155" y="543"/>
                  </a:cubicBezTo>
                  <a:cubicBezTo>
                    <a:pt x="155" y="667"/>
                    <a:pt x="155" y="667"/>
                    <a:pt x="155" y="667"/>
                  </a:cubicBezTo>
                  <a:cubicBezTo>
                    <a:pt x="155" y="1266"/>
                    <a:pt x="155" y="1266"/>
                    <a:pt x="155" y="1266"/>
                  </a:cubicBezTo>
                  <a:cubicBezTo>
                    <a:pt x="155" y="1310"/>
                    <a:pt x="191" y="1347"/>
                    <a:pt x="236" y="1347"/>
                  </a:cubicBezTo>
                  <a:cubicBezTo>
                    <a:pt x="281" y="1347"/>
                    <a:pt x="317" y="1310"/>
                    <a:pt x="317" y="1266"/>
                  </a:cubicBezTo>
                  <a:cubicBezTo>
                    <a:pt x="317" y="718"/>
                    <a:pt x="317" y="718"/>
                    <a:pt x="317" y="718"/>
                  </a:cubicBezTo>
                  <a:cubicBezTo>
                    <a:pt x="347" y="718"/>
                    <a:pt x="347" y="718"/>
                    <a:pt x="347" y="718"/>
                  </a:cubicBezTo>
                  <a:cubicBezTo>
                    <a:pt x="347" y="1266"/>
                    <a:pt x="347" y="1266"/>
                    <a:pt x="347" y="1266"/>
                  </a:cubicBezTo>
                  <a:cubicBezTo>
                    <a:pt x="347" y="1310"/>
                    <a:pt x="384" y="1347"/>
                    <a:pt x="429" y="1347"/>
                  </a:cubicBezTo>
                  <a:cubicBezTo>
                    <a:pt x="473" y="1347"/>
                    <a:pt x="510" y="1310"/>
                    <a:pt x="510" y="1266"/>
                  </a:cubicBezTo>
                  <a:cubicBezTo>
                    <a:pt x="510" y="667"/>
                    <a:pt x="510" y="667"/>
                    <a:pt x="510" y="667"/>
                  </a:cubicBezTo>
                  <a:cubicBezTo>
                    <a:pt x="510" y="543"/>
                    <a:pt x="510" y="543"/>
                    <a:pt x="510" y="543"/>
                  </a:cubicBezTo>
                  <a:cubicBezTo>
                    <a:pt x="510" y="284"/>
                    <a:pt x="510" y="284"/>
                    <a:pt x="510" y="284"/>
                  </a:cubicBezTo>
                  <a:cubicBezTo>
                    <a:pt x="510" y="271"/>
                    <a:pt x="510" y="271"/>
                    <a:pt x="510" y="271"/>
                  </a:cubicBezTo>
                  <a:cubicBezTo>
                    <a:pt x="567" y="265"/>
                    <a:pt x="667" y="243"/>
                    <a:pt x="779" y="1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111"/>
            <p:cNvSpPr>
              <a:spLocks/>
            </p:cNvSpPr>
            <p:nvPr/>
          </p:nvSpPr>
          <p:spPr bwMode="auto">
            <a:xfrm>
              <a:off x="8006681" y="2588958"/>
              <a:ext cx="300962" cy="302211"/>
            </a:xfrm>
            <a:custGeom>
              <a:avLst/>
              <a:gdLst>
                <a:gd name="T0" fmla="*/ 196 w 324"/>
                <a:gd name="T1" fmla="*/ 19 h 324"/>
                <a:gd name="T2" fmla="*/ 19 w 324"/>
                <a:gd name="T3" fmla="*/ 129 h 324"/>
                <a:gd name="T4" fmla="*/ 129 w 324"/>
                <a:gd name="T5" fmla="*/ 306 h 324"/>
                <a:gd name="T6" fmla="*/ 306 w 324"/>
                <a:gd name="T7" fmla="*/ 196 h 324"/>
                <a:gd name="T8" fmla="*/ 196 w 324"/>
                <a:gd name="T9" fmla="*/ 19 h 324"/>
              </a:gdLst>
              <a:ahLst/>
              <a:cxnLst>
                <a:cxn ang="0">
                  <a:pos x="T0" y="T1"/>
                </a:cxn>
                <a:cxn ang="0">
                  <a:pos x="T2" y="T3"/>
                </a:cxn>
                <a:cxn ang="0">
                  <a:pos x="T4" y="T5"/>
                </a:cxn>
                <a:cxn ang="0">
                  <a:pos x="T6" y="T7"/>
                </a:cxn>
                <a:cxn ang="0">
                  <a:pos x="T8" y="T9"/>
                </a:cxn>
              </a:cxnLst>
              <a:rect l="0" t="0" r="r" b="b"/>
              <a:pathLst>
                <a:path w="324" h="324">
                  <a:moveTo>
                    <a:pt x="196" y="19"/>
                  </a:moveTo>
                  <a:cubicBezTo>
                    <a:pt x="116" y="0"/>
                    <a:pt x="37" y="49"/>
                    <a:pt x="19" y="129"/>
                  </a:cubicBezTo>
                  <a:cubicBezTo>
                    <a:pt x="0" y="208"/>
                    <a:pt x="49" y="288"/>
                    <a:pt x="129" y="306"/>
                  </a:cubicBezTo>
                  <a:cubicBezTo>
                    <a:pt x="208" y="324"/>
                    <a:pt x="287" y="275"/>
                    <a:pt x="306" y="196"/>
                  </a:cubicBezTo>
                  <a:cubicBezTo>
                    <a:pt x="324" y="116"/>
                    <a:pt x="275" y="37"/>
                    <a:pt x="196"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112"/>
            <p:cNvSpPr>
              <a:spLocks/>
            </p:cNvSpPr>
            <p:nvPr/>
          </p:nvSpPr>
          <p:spPr bwMode="auto">
            <a:xfrm>
              <a:off x="8562399" y="2509035"/>
              <a:ext cx="574450" cy="1558507"/>
            </a:xfrm>
            <a:custGeom>
              <a:avLst/>
              <a:gdLst>
                <a:gd name="T0" fmla="*/ 528 w 617"/>
                <a:gd name="T1" fmla="*/ 1639 h 1675"/>
                <a:gd name="T2" fmla="*/ 325 w 617"/>
                <a:gd name="T3" fmla="*/ 1567 h 1675"/>
                <a:gd name="T4" fmla="*/ 325 w 617"/>
                <a:gd name="T5" fmla="*/ 1283 h 1675"/>
                <a:gd name="T6" fmla="*/ 596 w 617"/>
                <a:gd name="T7" fmla="*/ 1283 h 1675"/>
                <a:gd name="T8" fmla="*/ 617 w 617"/>
                <a:gd name="T9" fmla="*/ 1283 h 1675"/>
                <a:gd name="T10" fmla="*/ 617 w 617"/>
                <a:gd name="T11" fmla="*/ 1250 h 1675"/>
                <a:gd name="T12" fmla="*/ 596 w 617"/>
                <a:gd name="T13" fmla="*/ 1250 h 1675"/>
                <a:gd name="T14" fmla="*/ 596 w 617"/>
                <a:gd name="T15" fmla="*/ 33 h 1675"/>
                <a:gd name="T16" fmla="*/ 617 w 617"/>
                <a:gd name="T17" fmla="*/ 33 h 1675"/>
                <a:gd name="T18" fmla="*/ 617 w 617"/>
                <a:gd name="T19" fmla="*/ 0 h 1675"/>
                <a:gd name="T20" fmla="*/ 0 w 617"/>
                <a:gd name="T21" fmla="*/ 0 h 1675"/>
                <a:gd name="T22" fmla="*/ 0 w 617"/>
                <a:gd name="T23" fmla="*/ 33 h 1675"/>
                <a:gd name="T24" fmla="*/ 21 w 617"/>
                <a:gd name="T25" fmla="*/ 33 h 1675"/>
                <a:gd name="T26" fmla="*/ 21 w 617"/>
                <a:gd name="T27" fmla="*/ 302 h 1675"/>
                <a:gd name="T28" fmla="*/ 44 w 617"/>
                <a:gd name="T29" fmla="*/ 282 h 1675"/>
                <a:gd name="T30" fmla="*/ 53 w 617"/>
                <a:gd name="T31" fmla="*/ 275 h 1675"/>
                <a:gd name="T32" fmla="*/ 53 w 617"/>
                <a:gd name="T33" fmla="*/ 33 h 1675"/>
                <a:gd name="T34" fmla="*/ 563 w 617"/>
                <a:gd name="T35" fmla="*/ 33 h 1675"/>
                <a:gd name="T36" fmla="*/ 563 w 617"/>
                <a:gd name="T37" fmla="*/ 1250 h 1675"/>
                <a:gd name="T38" fmla="*/ 53 w 617"/>
                <a:gd name="T39" fmla="*/ 1250 h 1675"/>
                <a:gd name="T40" fmla="*/ 53 w 617"/>
                <a:gd name="T41" fmla="*/ 440 h 1675"/>
                <a:gd name="T42" fmla="*/ 21 w 617"/>
                <a:gd name="T43" fmla="*/ 462 h 1675"/>
                <a:gd name="T44" fmla="*/ 21 w 617"/>
                <a:gd name="T45" fmla="*/ 1250 h 1675"/>
                <a:gd name="T46" fmla="*/ 0 w 617"/>
                <a:gd name="T47" fmla="*/ 1250 h 1675"/>
                <a:gd name="T48" fmla="*/ 0 w 617"/>
                <a:gd name="T49" fmla="*/ 1283 h 1675"/>
                <a:gd name="T50" fmla="*/ 21 w 617"/>
                <a:gd name="T51" fmla="*/ 1283 h 1675"/>
                <a:gd name="T52" fmla="*/ 292 w 617"/>
                <a:gd name="T53" fmla="*/ 1283 h 1675"/>
                <a:gd name="T54" fmla="*/ 292 w 617"/>
                <a:gd name="T55" fmla="*/ 1567 h 1675"/>
                <a:gd name="T56" fmla="*/ 89 w 617"/>
                <a:gd name="T57" fmla="*/ 1639 h 1675"/>
                <a:gd name="T58" fmla="*/ 308 w 617"/>
                <a:gd name="T59" fmla="*/ 1675 h 1675"/>
                <a:gd name="T60" fmla="*/ 528 w 617"/>
                <a:gd name="T61" fmla="*/ 1639 h 1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17" h="1675">
                  <a:moveTo>
                    <a:pt x="528" y="1639"/>
                  </a:moveTo>
                  <a:cubicBezTo>
                    <a:pt x="528" y="1610"/>
                    <a:pt x="438" y="1570"/>
                    <a:pt x="325" y="1567"/>
                  </a:cubicBezTo>
                  <a:cubicBezTo>
                    <a:pt x="325" y="1283"/>
                    <a:pt x="325" y="1283"/>
                    <a:pt x="325" y="1283"/>
                  </a:cubicBezTo>
                  <a:cubicBezTo>
                    <a:pt x="596" y="1283"/>
                    <a:pt x="596" y="1283"/>
                    <a:pt x="596" y="1283"/>
                  </a:cubicBezTo>
                  <a:cubicBezTo>
                    <a:pt x="617" y="1283"/>
                    <a:pt x="617" y="1283"/>
                    <a:pt x="617" y="1283"/>
                  </a:cubicBezTo>
                  <a:cubicBezTo>
                    <a:pt x="617" y="1250"/>
                    <a:pt x="617" y="1250"/>
                    <a:pt x="617" y="1250"/>
                  </a:cubicBezTo>
                  <a:cubicBezTo>
                    <a:pt x="596" y="1250"/>
                    <a:pt x="596" y="1250"/>
                    <a:pt x="596" y="1250"/>
                  </a:cubicBezTo>
                  <a:cubicBezTo>
                    <a:pt x="596" y="33"/>
                    <a:pt x="596" y="33"/>
                    <a:pt x="596" y="33"/>
                  </a:cubicBezTo>
                  <a:cubicBezTo>
                    <a:pt x="617" y="33"/>
                    <a:pt x="617" y="33"/>
                    <a:pt x="617" y="33"/>
                  </a:cubicBezTo>
                  <a:cubicBezTo>
                    <a:pt x="617" y="0"/>
                    <a:pt x="617" y="0"/>
                    <a:pt x="617" y="0"/>
                  </a:cubicBezTo>
                  <a:cubicBezTo>
                    <a:pt x="0" y="0"/>
                    <a:pt x="0" y="0"/>
                    <a:pt x="0" y="0"/>
                  </a:cubicBezTo>
                  <a:cubicBezTo>
                    <a:pt x="0" y="33"/>
                    <a:pt x="0" y="33"/>
                    <a:pt x="0" y="33"/>
                  </a:cubicBezTo>
                  <a:cubicBezTo>
                    <a:pt x="21" y="33"/>
                    <a:pt x="21" y="33"/>
                    <a:pt x="21" y="33"/>
                  </a:cubicBezTo>
                  <a:cubicBezTo>
                    <a:pt x="21" y="302"/>
                    <a:pt x="21" y="302"/>
                    <a:pt x="21" y="302"/>
                  </a:cubicBezTo>
                  <a:cubicBezTo>
                    <a:pt x="28" y="295"/>
                    <a:pt x="36" y="289"/>
                    <a:pt x="44" y="282"/>
                  </a:cubicBezTo>
                  <a:cubicBezTo>
                    <a:pt x="47" y="280"/>
                    <a:pt x="50" y="277"/>
                    <a:pt x="53" y="275"/>
                  </a:cubicBezTo>
                  <a:cubicBezTo>
                    <a:pt x="53" y="33"/>
                    <a:pt x="53" y="33"/>
                    <a:pt x="53" y="33"/>
                  </a:cubicBezTo>
                  <a:cubicBezTo>
                    <a:pt x="563" y="33"/>
                    <a:pt x="563" y="33"/>
                    <a:pt x="563" y="33"/>
                  </a:cubicBezTo>
                  <a:cubicBezTo>
                    <a:pt x="563" y="1250"/>
                    <a:pt x="563" y="1250"/>
                    <a:pt x="563" y="1250"/>
                  </a:cubicBezTo>
                  <a:cubicBezTo>
                    <a:pt x="53" y="1250"/>
                    <a:pt x="53" y="1250"/>
                    <a:pt x="53" y="1250"/>
                  </a:cubicBezTo>
                  <a:cubicBezTo>
                    <a:pt x="53" y="440"/>
                    <a:pt x="53" y="440"/>
                    <a:pt x="53" y="440"/>
                  </a:cubicBezTo>
                  <a:cubicBezTo>
                    <a:pt x="42" y="448"/>
                    <a:pt x="31" y="455"/>
                    <a:pt x="21" y="462"/>
                  </a:cubicBezTo>
                  <a:cubicBezTo>
                    <a:pt x="21" y="1250"/>
                    <a:pt x="21" y="1250"/>
                    <a:pt x="21" y="1250"/>
                  </a:cubicBezTo>
                  <a:cubicBezTo>
                    <a:pt x="0" y="1250"/>
                    <a:pt x="0" y="1250"/>
                    <a:pt x="0" y="1250"/>
                  </a:cubicBezTo>
                  <a:cubicBezTo>
                    <a:pt x="0" y="1283"/>
                    <a:pt x="0" y="1283"/>
                    <a:pt x="0" y="1283"/>
                  </a:cubicBezTo>
                  <a:cubicBezTo>
                    <a:pt x="21" y="1283"/>
                    <a:pt x="21" y="1283"/>
                    <a:pt x="21" y="1283"/>
                  </a:cubicBezTo>
                  <a:cubicBezTo>
                    <a:pt x="292" y="1283"/>
                    <a:pt x="292" y="1283"/>
                    <a:pt x="292" y="1283"/>
                  </a:cubicBezTo>
                  <a:cubicBezTo>
                    <a:pt x="292" y="1567"/>
                    <a:pt x="292" y="1567"/>
                    <a:pt x="292" y="1567"/>
                  </a:cubicBezTo>
                  <a:cubicBezTo>
                    <a:pt x="178" y="1570"/>
                    <a:pt x="89" y="1610"/>
                    <a:pt x="89" y="1639"/>
                  </a:cubicBezTo>
                  <a:cubicBezTo>
                    <a:pt x="89" y="1669"/>
                    <a:pt x="187" y="1675"/>
                    <a:pt x="308" y="1675"/>
                  </a:cubicBezTo>
                  <a:cubicBezTo>
                    <a:pt x="430" y="1675"/>
                    <a:pt x="528" y="1669"/>
                    <a:pt x="528" y="16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22" name="组合 121"/>
          <p:cNvGrpSpPr/>
          <p:nvPr/>
        </p:nvGrpSpPr>
        <p:grpSpPr>
          <a:xfrm>
            <a:off x="8724743" y="4479647"/>
            <a:ext cx="1048995" cy="1769555"/>
            <a:chOff x="8724743" y="4479647"/>
            <a:chExt cx="1048995" cy="1769555"/>
          </a:xfrm>
          <a:solidFill>
            <a:schemeClr val="tx1">
              <a:lumMod val="65000"/>
              <a:lumOff val="35000"/>
            </a:schemeClr>
          </a:solidFill>
        </p:grpSpPr>
        <p:sp>
          <p:nvSpPr>
            <p:cNvPr id="123" name="Freeform 113"/>
            <p:cNvSpPr>
              <a:spLocks/>
            </p:cNvSpPr>
            <p:nvPr/>
          </p:nvSpPr>
          <p:spPr bwMode="auto">
            <a:xfrm>
              <a:off x="8873351" y="4820571"/>
              <a:ext cx="302211" cy="302211"/>
            </a:xfrm>
            <a:custGeom>
              <a:avLst/>
              <a:gdLst>
                <a:gd name="T0" fmla="*/ 196 w 324"/>
                <a:gd name="T1" fmla="*/ 19 h 325"/>
                <a:gd name="T2" fmla="*/ 18 w 324"/>
                <a:gd name="T3" fmla="*/ 129 h 325"/>
                <a:gd name="T4" fmla="*/ 129 w 324"/>
                <a:gd name="T5" fmla="*/ 306 h 325"/>
                <a:gd name="T6" fmla="*/ 306 w 324"/>
                <a:gd name="T7" fmla="*/ 196 h 325"/>
                <a:gd name="T8" fmla="*/ 196 w 324"/>
                <a:gd name="T9" fmla="*/ 19 h 325"/>
              </a:gdLst>
              <a:ahLst/>
              <a:cxnLst>
                <a:cxn ang="0">
                  <a:pos x="T0" y="T1"/>
                </a:cxn>
                <a:cxn ang="0">
                  <a:pos x="T2" y="T3"/>
                </a:cxn>
                <a:cxn ang="0">
                  <a:pos x="T4" y="T5"/>
                </a:cxn>
                <a:cxn ang="0">
                  <a:pos x="T6" y="T7"/>
                </a:cxn>
                <a:cxn ang="0">
                  <a:pos x="T8" y="T9"/>
                </a:cxn>
              </a:cxnLst>
              <a:rect l="0" t="0" r="r" b="b"/>
              <a:pathLst>
                <a:path w="324" h="325">
                  <a:moveTo>
                    <a:pt x="196" y="19"/>
                  </a:moveTo>
                  <a:cubicBezTo>
                    <a:pt x="116" y="0"/>
                    <a:pt x="37" y="50"/>
                    <a:pt x="18" y="129"/>
                  </a:cubicBezTo>
                  <a:cubicBezTo>
                    <a:pt x="0" y="208"/>
                    <a:pt x="49" y="288"/>
                    <a:pt x="129" y="306"/>
                  </a:cubicBezTo>
                  <a:cubicBezTo>
                    <a:pt x="208" y="325"/>
                    <a:pt x="287" y="275"/>
                    <a:pt x="306" y="196"/>
                  </a:cubicBezTo>
                  <a:cubicBezTo>
                    <a:pt x="324" y="116"/>
                    <a:pt x="275" y="37"/>
                    <a:pt x="196"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114"/>
            <p:cNvSpPr>
              <a:spLocks noEditPoints="1"/>
            </p:cNvSpPr>
            <p:nvPr/>
          </p:nvSpPr>
          <p:spPr bwMode="auto">
            <a:xfrm>
              <a:off x="8724743" y="4479647"/>
              <a:ext cx="1048995" cy="1769555"/>
            </a:xfrm>
            <a:custGeom>
              <a:avLst/>
              <a:gdLst>
                <a:gd name="T0" fmla="*/ 832 w 1127"/>
                <a:gd name="T1" fmla="*/ 0 h 1901"/>
                <a:gd name="T2" fmla="*/ 537 w 1127"/>
                <a:gd name="T3" fmla="*/ 295 h 1901"/>
                <a:gd name="T4" fmla="*/ 812 w 1127"/>
                <a:gd name="T5" fmla="*/ 590 h 1901"/>
                <a:gd name="T6" fmla="*/ 812 w 1127"/>
                <a:gd name="T7" fmla="*/ 845 h 1901"/>
                <a:gd name="T8" fmla="*/ 601 w 1127"/>
                <a:gd name="T9" fmla="*/ 787 h 1901"/>
                <a:gd name="T10" fmla="*/ 528 w 1127"/>
                <a:gd name="T11" fmla="*/ 748 h 1901"/>
                <a:gd name="T12" fmla="*/ 509 w 1127"/>
                <a:gd name="T13" fmla="*/ 735 h 1901"/>
                <a:gd name="T14" fmla="*/ 504 w 1127"/>
                <a:gd name="T15" fmla="*/ 732 h 1901"/>
                <a:gd name="T16" fmla="*/ 503 w 1127"/>
                <a:gd name="T17" fmla="*/ 731 h 1901"/>
                <a:gd name="T18" fmla="*/ 503 w 1127"/>
                <a:gd name="T19" fmla="*/ 731 h 1901"/>
                <a:gd name="T20" fmla="*/ 468 w 1127"/>
                <a:gd name="T21" fmla="*/ 721 h 1901"/>
                <a:gd name="T22" fmla="*/ 459 w 1127"/>
                <a:gd name="T23" fmla="*/ 720 h 1901"/>
                <a:gd name="T24" fmla="*/ 206 w 1127"/>
                <a:gd name="T25" fmla="*/ 720 h 1901"/>
                <a:gd name="T26" fmla="*/ 197 w 1127"/>
                <a:gd name="T27" fmla="*/ 721 h 1901"/>
                <a:gd name="T28" fmla="*/ 151 w 1127"/>
                <a:gd name="T29" fmla="*/ 729 h 1901"/>
                <a:gd name="T30" fmla="*/ 48 w 1127"/>
                <a:gd name="T31" fmla="*/ 812 h 1901"/>
                <a:gd name="T32" fmla="*/ 0 w 1127"/>
                <a:gd name="T33" fmla="*/ 1026 h 1901"/>
                <a:gd name="T34" fmla="*/ 33 w 1127"/>
                <a:gd name="T35" fmla="*/ 1288 h 1901"/>
                <a:gd name="T36" fmla="*/ 84 w 1127"/>
                <a:gd name="T37" fmla="*/ 1329 h 1901"/>
                <a:gd name="T38" fmla="*/ 95 w 1127"/>
                <a:gd name="T39" fmla="*/ 1328 h 1901"/>
                <a:gd name="T40" fmla="*/ 135 w 1127"/>
                <a:gd name="T41" fmla="*/ 1265 h 1901"/>
                <a:gd name="T42" fmla="*/ 105 w 1127"/>
                <a:gd name="T43" fmla="*/ 1026 h 1901"/>
                <a:gd name="T44" fmla="*/ 122 w 1127"/>
                <a:gd name="T45" fmla="*/ 902 h 1901"/>
                <a:gd name="T46" fmla="*/ 155 w 1127"/>
                <a:gd name="T47" fmla="*/ 846 h 1901"/>
                <a:gd name="T48" fmla="*/ 155 w 1127"/>
                <a:gd name="T49" fmla="*/ 1095 h 1901"/>
                <a:gd name="T50" fmla="*/ 155 w 1127"/>
                <a:gd name="T51" fmla="*/ 1219 h 1901"/>
                <a:gd name="T52" fmla="*/ 155 w 1127"/>
                <a:gd name="T53" fmla="*/ 1818 h 1901"/>
                <a:gd name="T54" fmla="*/ 236 w 1127"/>
                <a:gd name="T55" fmla="*/ 1899 h 1901"/>
                <a:gd name="T56" fmla="*/ 317 w 1127"/>
                <a:gd name="T57" fmla="*/ 1818 h 1901"/>
                <a:gd name="T58" fmla="*/ 317 w 1127"/>
                <a:gd name="T59" fmla="*/ 1270 h 1901"/>
                <a:gd name="T60" fmla="*/ 347 w 1127"/>
                <a:gd name="T61" fmla="*/ 1270 h 1901"/>
                <a:gd name="T62" fmla="*/ 347 w 1127"/>
                <a:gd name="T63" fmla="*/ 1818 h 1901"/>
                <a:gd name="T64" fmla="*/ 429 w 1127"/>
                <a:gd name="T65" fmla="*/ 1899 h 1901"/>
                <a:gd name="T66" fmla="*/ 510 w 1127"/>
                <a:gd name="T67" fmla="*/ 1818 h 1901"/>
                <a:gd name="T68" fmla="*/ 510 w 1127"/>
                <a:gd name="T69" fmla="*/ 1219 h 1901"/>
                <a:gd name="T70" fmla="*/ 510 w 1127"/>
                <a:gd name="T71" fmla="*/ 1095 h 1901"/>
                <a:gd name="T72" fmla="*/ 510 w 1127"/>
                <a:gd name="T73" fmla="*/ 859 h 1901"/>
                <a:gd name="T74" fmla="*/ 812 w 1127"/>
                <a:gd name="T75" fmla="*/ 950 h 1901"/>
                <a:gd name="T76" fmla="*/ 812 w 1127"/>
                <a:gd name="T77" fmla="*/ 1813 h 1901"/>
                <a:gd name="T78" fmla="*/ 652 w 1127"/>
                <a:gd name="T79" fmla="*/ 1872 h 1901"/>
                <a:gd name="T80" fmla="*/ 832 w 1127"/>
                <a:gd name="T81" fmla="*/ 1901 h 1901"/>
                <a:gd name="T82" fmla="*/ 1012 w 1127"/>
                <a:gd name="T83" fmla="*/ 1872 h 1901"/>
                <a:gd name="T84" fmla="*/ 852 w 1127"/>
                <a:gd name="T85" fmla="*/ 1813 h 1901"/>
                <a:gd name="T86" fmla="*/ 852 w 1127"/>
                <a:gd name="T87" fmla="*/ 952 h 1901"/>
                <a:gd name="T88" fmla="*/ 903 w 1127"/>
                <a:gd name="T89" fmla="*/ 900 h 1901"/>
                <a:gd name="T90" fmla="*/ 852 w 1127"/>
                <a:gd name="T91" fmla="*/ 847 h 1901"/>
                <a:gd name="T92" fmla="*/ 852 w 1127"/>
                <a:gd name="T93" fmla="*/ 847 h 1901"/>
                <a:gd name="T94" fmla="*/ 852 w 1127"/>
                <a:gd name="T95" fmla="*/ 590 h 1901"/>
                <a:gd name="T96" fmla="*/ 1127 w 1127"/>
                <a:gd name="T97" fmla="*/ 295 h 1901"/>
                <a:gd name="T98" fmla="*/ 832 w 1127"/>
                <a:gd name="T99" fmla="*/ 0 h 1901"/>
                <a:gd name="T100" fmla="*/ 832 w 1127"/>
                <a:gd name="T101" fmla="*/ 551 h 1901"/>
                <a:gd name="T102" fmla="*/ 576 w 1127"/>
                <a:gd name="T103" fmla="*/ 295 h 1901"/>
                <a:gd name="T104" fmla="*/ 832 w 1127"/>
                <a:gd name="T105" fmla="*/ 39 h 1901"/>
                <a:gd name="T106" fmla="*/ 1088 w 1127"/>
                <a:gd name="T107" fmla="*/ 295 h 1901"/>
                <a:gd name="T108" fmla="*/ 832 w 1127"/>
                <a:gd name="T109" fmla="*/ 551 h 1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27" h="1901">
                  <a:moveTo>
                    <a:pt x="832" y="0"/>
                  </a:moveTo>
                  <a:cubicBezTo>
                    <a:pt x="669" y="0"/>
                    <a:pt x="537" y="132"/>
                    <a:pt x="537" y="295"/>
                  </a:cubicBezTo>
                  <a:cubicBezTo>
                    <a:pt x="537" y="452"/>
                    <a:pt x="658" y="580"/>
                    <a:pt x="812" y="590"/>
                  </a:cubicBezTo>
                  <a:cubicBezTo>
                    <a:pt x="812" y="845"/>
                    <a:pt x="812" y="845"/>
                    <a:pt x="812" y="845"/>
                  </a:cubicBezTo>
                  <a:cubicBezTo>
                    <a:pt x="729" y="837"/>
                    <a:pt x="655" y="812"/>
                    <a:pt x="601" y="787"/>
                  </a:cubicBezTo>
                  <a:cubicBezTo>
                    <a:pt x="569" y="772"/>
                    <a:pt x="544" y="758"/>
                    <a:pt x="528" y="748"/>
                  </a:cubicBezTo>
                  <a:cubicBezTo>
                    <a:pt x="519" y="742"/>
                    <a:pt x="513" y="738"/>
                    <a:pt x="509" y="735"/>
                  </a:cubicBezTo>
                  <a:cubicBezTo>
                    <a:pt x="506" y="734"/>
                    <a:pt x="505" y="733"/>
                    <a:pt x="504" y="732"/>
                  </a:cubicBezTo>
                  <a:cubicBezTo>
                    <a:pt x="504" y="732"/>
                    <a:pt x="503" y="731"/>
                    <a:pt x="503" y="731"/>
                  </a:cubicBezTo>
                  <a:cubicBezTo>
                    <a:pt x="503" y="731"/>
                    <a:pt x="503" y="731"/>
                    <a:pt x="503" y="731"/>
                  </a:cubicBezTo>
                  <a:cubicBezTo>
                    <a:pt x="493" y="723"/>
                    <a:pt x="480" y="720"/>
                    <a:pt x="468" y="721"/>
                  </a:cubicBezTo>
                  <a:cubicBezTo>
                    <a:pt x="465" y="720"/>
                    <a:pt x="462" y="720"/>
                    <a:pt x="459" y="720"/>
                  </a:cubicBezTo>
                  <a:cubicBezTo>
                    <a:pt x="206" y="720"/>
                    <a:pt x="206" y="720"/>
                    <a:pt x="206" y="720"/>
                  </a:cubicBezTo>
                  <a:cubicBezTo>
                    <a:pt x="203" y="720"/>
                    <a:pt x="200" y="720"/>
                    <a:pt x="197" y="721"/>
                  </a:cubicBezTo>
                  <a:cubicBezTo>
                    <a:pt x="187" y="721"/>
                    <a:pt x="171" y="722"/>
                    <a:pt x="151" y="729"/>
                  </a:cubicBezTo>
                  <a:cubicBezTo>
                    <a:pt x="119" y="739"/>
                    <a:pt x="78" y="764"/>
                    <a:pt x="48" y="812"/>
                  </a:cubicBezTo>
                  <a:cubicBezTo>
                    <a:pt x="19" y="861"/>
                    <a:pt x="0" y="929"/>
                    <a:pt x="0" y="1026"/>
                  </a:cubicBezTo>
                  <a:cubicBezTo>
                    <a:pt x="0" y="1096"/>
                    <a:pt x="10" y="1182"/>
                    <a:pt x="33" y="1288"/>
                  </a:cubicBezTo>
                  <a:cubicBezTo>
                    <a:pt x="38" y="1312"/>
                    <a:pt x="60" y="1329"/>
                    <a:pt x="84" y="1329"/>
                  </a:cubicBezTo>
                  <a:cubicBezTo>
                    <a:pt x="88" y="1329"/>
                    <a:pt x="92" y="1329"/>
                    <a:pt x="95" y="1328"/>
                  </a:cubicBezTo>
                  <a:cubicBezTo>
                    <a:pt x="124" y="1322"/>
                    <a:pt x="142" y="1294"/>
                    <a:pt x="135" y="1265"/>
                  </a:cubicBezTo>
                  <a:cubicBezTo>
                    <a:pt x="114" y="1165"/>
                    <a:pt x="105" y="1086"/>
                    <a:pt x="105" y="1026"/>
                  </a:cubicBezTo>
                  <a:cubicBezTo>
                    <a:pt x="105" y="970"/>
                    <a:pt x="112" y="930"/>
                    <a:pt x="122" y="902"/>
                  </a:cubicBezTo>
                  <a:cubicBezTo>
                    <a:pt x="132" y="873"/>
                    <a:pt x="144" y="856"/>
                    <a:pt x="155" y="846"/>
                  </a:cubicBezTo>
                  <a:cubicBezTo>
                    <a:pt x="155" y="1095"/>
                    <a:pt x="155" y="1095"/>
                    <a:pt x="155" y="1095"/>
                  </a:cubicBezTo>
                  <a:cubicBezTo>
                    <a:pt x="155" y="1219"/>
                    <a:pt x="155" y="1219"/>
                    <a:pt x="155" y="1219"/>
                  </a:cubicBezTo>
                  <a:cubicBezTo>
                    <a:pt x="155" y="1818"/>
                    <a:pt x="155" y="1818"/>
                    <a:pt x="155" y="1818"/>
                  </a:cubicBezTo>
                  <a:cubicBezTo>
                    <a:pt x="155" y="1862"/>
                    <a:pt x="191" y="1899"/>
                    <a:pt x="236" y="1899"/>
                  </a:cubicBezTo>
                  <a:cubicBezTo>
                    <a:pt x="281" y="1899"/>
                    <a:pt x="317" y="1862"/>
                    <a:pt x="317" y="1818"/>
                  </a:cubicBezTo>
                  <a:cubicBezTo>
                    <a:pt x="317" y="1270"/>
                    <a:pt x="317" y="1270"/>
                    <a:pt x="317" y="1270"/>
                  </a:cubicBezTo>
                  <a:cubicBezTo>
                    <a:pt x="347" y="1270"/>
                    <a:pt x="347" y="1270"/>
                    <a:pt x="347" y="1270"/>
                  </a:cubicBezTo>
                  <a:cubicBezTo>
                    <a:pt x="347" y="1818"/>
                    <a:pt x="347" y="1818"/>
                    <a:pt x="347" y="1818"/>
                  </a:cubicBezTo>
                  <a:cubicBezTo>
                    <a:pt x="347" y="1862"/>
                    <a:pt x="384" y="1899"/>
                    <a:pt x="429" y="1899"/>
                  </a:cubicBezTo>
                  <a:cubicBezTo>
                    <a:pt x="473" y="1899"/>
                    <a:pt x="510" y="1862"/>
                    <a:pt x="510" y="1818"/>
                  </a:cubicBezTo>
                  <a:cubicBezTo>
                    <a:pt x="510" y="1219"/>
                    <a:pt x="510" y="1219"/>
                    <a:pt x="510" y="1219"/>
                  </a:cubicBezTo>
                  <a:cubicBezTo>
                    <a:pt x="510" y="1095"/>
                    <a:pt x="510" y="1095"/>
                    <a:pt x="510" y="1095"/>
                  </a:cubicBezTo>
                  <a:cubicBezTo>
                    <a:pt x="510" y="859"/>
                    <a:pt x="510" y="859"/>
                    <a:pt x="510" y="859"/>
                  </a:cubicBezTo>
                  <a:cubicBezTo>
                    <a:pt x="575" y="894"/>
                    <a:pt x="681" y="940"/>
                    <a:pt x="812" y="950"/>
                  </a:cubicBezTo>
                  <a:cubicBezTo>
                    <a:pt x="812" y="1813"/>
                    <a:pt x="812" y="1813"/>
                    <a:pt x="812" y="1813"/>
                  </a:cubicBezTo>
                  <a:cubicBezTo>
                    <a:pt x="722" y="1817"/>
                    <a:pt x="652" y="1849"/>
                    <a:pt x="652" y="1872"/>
                  </a:cubicBezTo>
                  <a:cubicBezTo>
                    <a:pt x="652" y="1896"/>
                    <a:pt x="732" y="1901"/>
                    <a:pt x="832" y="1901"/>
                  </a:cubicBezTo>
                  <a:cubicBezTo>
                    <a:pt x="932" y="1901"/>
                    <a:pt x="1012" y="1896"/>
                    <a:pt x="1012" y="1872"/>
                  </a:cubicBezTo>
                  <a:cubicBezTo>
                    <a:pt x="1012" y="1849"/>
                    <a:pt x="942" y="1817"/>
                    <a:pt x="852" y="1813"/>
                  </a:cubicBezTo>
                  <a:cubicBezTo>
                    <a:pt x="852" y="952"/>
                    <a:pt x="852" y="952"/>
                    <a:pt x="852" y="952"/>
                  </a:cubicBezTo>
                  <a:cubicBezTo>
                    <a:pt x="880" y="951"/>
                    <a:pt x="903" y="929"/>
                    <a:pt x="903" y="900"/>
                  </a:cubicBezTo>
                  <a:cubicBezTo>
                    <a:pt x="904" y="871"/>
                    <a:pt x="881" y="847"/>
                    <a:pt x="852" y="847"/>
                  </a:cubicBezTo>
                  <a:cubicBezTo>
                    <a:pt x="852" y="847"/>
                    <a:pt x="852" y="847"/>
                    <a:pt x="852" y="847"/>
                  </a:cubicBezTo>
                  <a:cubicBezTo>
                    <a:pt x="852" y="590"/>
                    <a:pt x="852" y="590"/>
                    <a:pt x="852" y="590"/>
                  </a:cubicBezTo>
                  <a:cubicBezTo>
                    <a:pt x="1005" y="580"/>
                    <a:pt x="1127" y="452"/>
                    <a:pt x="1127" y="295"/>
                  </a:cubicBezTo>
                  <a:cubicBezTo>
                    <a:pt x="1127" y="132"/>
                    <a:pt x="995" y="0"/>
                    <a:pt x="832" y="0"/>
                  </a:cubicBezTo>
                  <a:close/>
                  <a:moveTo>
                    <a:pt x="832" y="551"/>
                  </a:moveTo>
                  <a:cubicBezTo>
                    <a:pt x="691" y="551"/>
                    <a:pt x="576" y="437"/>
                    <a:pt x="576" y="295"/>
                  </a:cubicBezTo>
                  <a:cubicBezTo>
                    <a:pt x="576" y="154"/>
                    <a:pt x="691" y="39"/>
                    <a:pt x="832" y="39"/>
                  </a:cubicBezTo>
                  <a:cubicBezTo>
                    <a:pt x="973" y="39"/>
                    <a:pt x="1088" y="154"/>
                    <a:pt x="1088" y="295"/>
                  </a:cubicBezTo>
                  <a:cubicBezTo>
                    <a:pt x="1088" y="437"/>
                    <a:pt x="973" y="551"/>
                    <a:pt x="832" y="5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25" name="组合 124"/>
          <p:cNvGrpSpPr/>
          <p:nvPr/>
        </p:nvGrpSpPr>
        <p:grpSpPr>
          <a:xfrm>
            <a:off x="10724079" y="2672628"/>
            <a:ext cx="1005287" cy="1394914"/>
            <a:chOff x="10724079" y="2672628"/>
            <a:chExt cx="1005287" cy="1394914"/>
          </a:xfrm>
          <a:solidFill>
            <a:schemeClr val="tx1">
              <a:lumMod val="65000"/>
              <a:lumOff val="35000"/>
            </a:schemeClr>
          </a:solidFill>
        </p:grpSpPr>
        <p:sp>
          <p:nvSpPr>
            <p:cNvPr id="126" name="Freeform 115"/>
            <p:cNvSpPr>
              <a:spLocks/>
            </p:cNvSpPr>
            <p:nvPr/>
          </p:nvSpPr>
          <p:spPr bwMode="auto">
            <a:xfrm>
              <a:off x="10858950" y="2672628"/>
              <a:ext cx="302211" cy="302211"/>
            </a:xfrm>
            <a:custGeom>
              <a:avLst/>
              <a:gdLst>
                <a:gd name="T0" fmla="*/ 19 w 325"/>
                <a:gd name="T1" fmla="*/ 129 h 325"/>
                <a:gd name="T2" fmla="*/ 129 w 325"/>
                <a:gd name="T3" fmla="*/ 306 h 325"/>
                <a:gd name="T4" fmla="*/ 306 w 325"/>
                <a:gd name="T5" fmla="*/ 196 h 325"/>
                <a:gd name="T6" fmla="*/ 196 w 325"/>
                <a:gd name="T7" fmla="*/ 19 h 325"/>
                <a:gd name="T8" fmla="*/ 19 w 325"/>
                <a:gd name="T9" fmla="*/ 129 h 325"/>
              </a:gdLst>
              <a:ahLst/>
              <a:cxnLst>
                <a:cxn ang="0">
                  <a:pos x="T0" y="T1"/>
                </a:cxn>
                <a:cxn ang="0">
                  <a:pos x="T2" y="T3"/>
                </a:cxn>
                <a:cxn ang="0">
                  <a:pos x="T4" y="T5"/>
                </a:cxn>
                <a:cxn ang="0">
                  <a:pos x="T6" y="T7"/>
                </a:cxn>
                <a:cxn ang="0">
                  <a:pos x="T8" y="T9"/>
                </a:cxn>
              </a:cxnLst>
              <a:rect l="0" t="0" r="r" b="b"/>
              <a:pathLst>
                <a:path w="325" h="325">
                  <a:moveTo>
                    <a:pt x="19" y="129"/>
                  </a:moveTo>
                  <a:cubicBezTo>
                    <a:pt x="0" y="208"/>
                    <a:pt x="50" y="288"/>
                    <a:pt x="129" y="306"/>
                  </a:cubicBezTo>
                  <a:cubicBezTo>
                    <a:pt x="209" y="325"/>
                    <a:pt x="288" y="275"/>
                    <a:pt x="306" y="196"/>
                  </a:cubicBezTo>
                  <a:cubicBezTo>
                    <a:pt x="325" y="117"/>
                    <a:pt x="275" y="37"/>
                    <a:pt x="196" y="19"/>
                  </a:cubicBezTo>
                  <a:cubicBezTo>
                    <a:pt x="117" y="0"/>
                    <a:pt x="37" y="50"/>
                    <a:pt x="19" y="1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116"/>
            <p:cNvSpPr>
              <a:spLocks noEditPoints="1"/>
            </p:cNvSpPr>
            <p:nvPr/>
          </p:nvSpPr>
          <p:spPr bwMode="auto">
            <a:xfrm>
              <a:off x="10724079" y="3002312"/>
              <a:ext cx="1005287" cy="1065230"/>
            </a:xfrm>
            <a:custGeom>
              <a:avLst/>
              <a:gdLst>
                <a:gd name="T0" fmla="*/ 769 w 1080"/>
                <a:gd name="T1" fmla="*/ 195 h 1145"/>
                <a:gd name="T2" fmla="*/ 1047 w 1080"/>
                <a:gd name="T3" fmla="*/ 195 h 1145"/>
                <a:gd name="T4" fmla="*/ 1047 w 1080"/>
                <a:gd name="T5" fmla="*/ 1112 h 1145"/>
                <a:gd name="T6" fmla="*/ 469 w 1080"/>
                <a:gd name="T7" fmla="*/ 1112 h 1145"/>
                <a:gd name="T8" fmla="*/ 352 w 1080"/>
                <a:gd name="T9" fmla="*/ 1112 h 1145"/>
                <a:gd name="T10" fmla="*/ 352 w 1080"/>
                <a:gd name="T11" fmla="*/ 550 h 1145"/>
                <a:gd name="T12" fmla="*/ 352 w 1080"/>
                <a:gd name="T13" fmla="*/ 313 h 1145"/>
                <a:gd name="T14" fmla="*/ 352 w 1080"/>
                <a:gd name="T15" fmla="*/ 195 h 1145"/>
                <a:gd name="T16" fmla="*/ 485 w 1080"/>
                <a:gd name="T17" fmla="*/ 195 h 1145"/>
                <a:gd name="T18" fmla="*/ 600 w 1080"/>
                <a:gd name="T19" fmla="*/ 195 h 1145"/>
                <a:gd name="T20" fmla="*/ 562 w 1080"/>
                <a:gd name="T21" fmla="*/ 162 h 1145"/>
                <a:gd name="T22" fmla="*/ 485 w 1080"/>
                <a:gd name="T23" fmla="*/ 162 h 1145"/>
                <a:gd name="T24" fmla="*/ 485 w 1080"/>
                <a:gd name="T25" fmla="*/ 110 h 1145"/>
                <a:gd name="T26" fmla="*/ 536 w 1080"/>
                <a:gd name="T27" fmla="*/ 131 h 1145"/>
                <a:gd name="T28" fmla="*/ 583 w 1080"/>
                <a:gd name="T29" fmla="*/ 162 h 1145"/>
                <a:gd name="T30" fmla="*/ 619 w 1080"/>
                <a:gd name="T31" fmla="*/ 195 h 1145"/>
                <a:gd name="T32" fmla="*/ 619 w 1080"/>
                <a:gd name="T33" fmla="*/ 195 h 1145"/>
                <a:gd name="T34" fmla="*/ 694 w 1080"/>
                <a:gd name="T35" fmla="*/ 300 h 1145"/>
                <a:gd name="T36" fmla="*/ 740 w 1080"/>
                <a:gd name="T37" fmla="*/ 327 h 1145"/>
                <a:gd name="T38" fmla="*/ 766 w 1080"/>
                <a:gd name="T39" fmla="*/ 320 h 1145"/>
                <a:gd name="T40" fmla="*/ 786 w 1080"/>
                <a:gd name="T41" fmla="*/ 249 h 1145"/>
                <a:gd name="T42" fmla="*/ 753 w 1080"/>
                <a:gd name="T43" fmla="*/ 195 h 1145"/>
                <a:gd name="T44" fmla="*/ 753 w 1080"/>
                <a:gd name="T45" fmla="*/ 195 h 1145"/>
                <a:gd name="T46" fmla="*/ 741 w 1080"/>
                <a:gd name="T47" fmla="*/ 178 h 1145"/>
                <a:gd name="T48" fmla="*/ 741 w 1080"/>
                <a:gd name="T49" fmla="*/ 178 h 1145"/>
                <a:gd name="T50" fmla="*/ 729 w 1080"/>
                <a:gd name="T51" fmla="*/ 162 h 1145"/>
                <a:gd name="T52" fmla="*/ 729 w 1080"/>
                <a:gd name="T53" fmla="*/ 162 h 1145"/>
                <a:gd name="T54" fmla="*/ 586 w 1080"/>
                <a:gd name="T55" fmla="*/ 38 h 1145"/>
                <a:gd name="T56" fmla="*/ 447 w 1080"/>
                <a:gd name="T57" fmla="*/ 0 h 1145"/>
                <a:gd name="T58" fmla="*/ 437 w 1080"/>
                <a:gd name="T59" fmla="*/ 0 h 1145"/>
                <a:gd name="T60" fmla="*/ 437 w 1080"/>
                <a:gd name="T61" fmla="*/ 0 h 1145"/>
                <a:gd name="T62" fmla="*/ 434 w 1080"/>
                <a:gd name="T63" fmla="*/ 0 h 1145"/>
                <a:gd name="T64" fmla="*/ 181 w 1080"/>
                <a:gd name="T65" fmla="*/ 0 h 1145"/>
                <a:gd name="T66" fmla="*/ 169 w 1080"/>
                <a:gd name="T67" fmla="*/ 2 h 1145"/>
                <a:gd name="T68" fmla="*/ 129 w 1080"/>
                <a:gd name="T69" fmla="*/ 12 h 1145"/>
                <a:gd name="T70" fmla="*/ 129 w 1080"/>
                <a:gd name="T71" fmla="*/ 12 h 1145"/>
                <a:gd name="T72" fmla="*/ 63 w 1080"/>
                <a:gd name="T73" fmla="*/ 84 h 1145"/>
                <a:gd name="T74" fmla="*/ 0 w 1080"/>
                <a:gd name="T75" fmla="*/ 291 h 1145"/>
                <a:gd name="T76" fmla="*/ 97 w 1080"/>
                <a:gd name="T77" fmla="*/ 578 h 1145"/>
                <a:gd name="T78" fmla="*/ 130 w 1080"/>
                <a:gd name="T79" fmla="*/ 601 h 1145"/>
                <a:gd name="T80" fmla="*/ 130 w 1080"/>
                <a:gd name="T81" fmla="*/ 1064 h 1145"/>
                <a:gd name="T82" fmla="*/ 211 w 1080"/>
                <a:gd name="T83" fmla="*/ 1145 h 1145"/>
                <a:gd name="T84" fmla="*/ 292 w 1080"/>
                <a:gd name="T85" fmla="*/ 1064 h 1145"/>
                <a:gd name="T86" fmla="*/ 292 w 1080"/>
                <a:gd name="T87" fmla="*/ 550 h 1145"/>
                <a:gd name="T88" fmla="*/ 319 w 1080"/>
                <a:gd name="T89" fmla="*/ 550 h 1145"/>
                <a:gd name="T90" fmla="*/ 319 w 1080"/>
                <a:gd name="T91" fmla="*/ 1145 h 1145"/>
                <a:gd name="T92" fmla="*/ 403 w 1080"/>
                <a:gd name="T93" fmla="*/ 1145 h 1145"/>
                <a:gd name="T94" fmla="*/ 404 w 1080"/>
                <a:gd name="T95" fmla="*/ 1145 h 1145"/>
                <a:gd name="T96" fmla="*/ 405 w 1080"/>
                <a:gd name="T97" fmla="*/ 1145 h 1145"/>
                <a:gd name="T98" fmla="*/ 1080 w 1080"/>
                <a:gd name="T99" fmla="*/ 1145 h 1145"/>
                <a:gd name="T100" fmla="*/ 1080 w 1080"/>
                <a:gd name="T101" fmla="*/ 162 h 1145"/>
                <a:gd name="T102" fmla="*/ 745 w 1080"/>
                <a:gd name="T103" fmla="*/ 162 h 1145"/>
                <a:gd name="T104" fmla="*/ 769 w 1080"/>
                <a:gd name="T105" fmla="*/ 195 h 1145"/>
                <a:gd name="T106" fmla="*/ 105 w 1080"/>
                <a:gd name="T107" fmla="*/ 291 h 1145"/>
                <a:gd name="T108" fmla="*/ 130 w 1080"/>
                <a:gd name="T109" fmla="*/ 178 h 1145"/>
                <a:gd name="T110" fmla="*/ 130 w 1080"/>
                <a:gd name="T111" fmla="*/ 375 h 1145"/>
                <a:gd name="T112" fmla="*/ 130 w 1080"/>
                <a:gd name="T113" fmla="*/ 416 h 1145"/>
                <a:gd name="T114" fmla="*/ 105 w 1080"/>
                <a:gd name="T115" fmla="*/ 291 h 1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80" h="1145">
                  <a:moveTo>
                    <a:pt x="769" y="195"/>
                  </a:moveTo>
                  <a:cubicBezTo>
                    <a:pt x="1047" y="195"/>
                    <a:pt x="1047" y="195"/>
                    <a:pt x="1047" y="195"/>
                  </a:cubicBezTo>
                  <a:cubicBezTo>
                    <a:pt x="1047" y="1112"/>
                    <a:pt x="1047" y="1112"/>
                    <a:pt x="1047" y="1112"/>
                  </a:cubicBezTo>
                  <a:cubicBezTo>
                    <a:pt x="469" y="1112"/>
                    <a:pt x="469" y="1112"/>
                    <a:pt x="469" y="1112"/>
                  </a:cubicBezTo>
                  <a:cubicBezTo>
                    <a:pt x="352" y="1112"/>
                    <a:pt x="352" y="1112"/>
                    <a:pt x="352" y="1112"/>
                  </a:cubicBezTo>
                  <a:cubicBezTo>
                    <a:pt x="352" y="550"/>
                    <a:pt x="352" y="550"/>
                    <a:pt x="352" y="550"/>
                  </a:cubicBezTo>
                  <a:cubicBezTo>
                    <a:pt x="352" y="313"/>
                    <a:pt x="352" y="313"/>
                    <a:pt x="352" y="313"/>
                  </a:cubicBezTo>
                  <a:cubicBezTo>
                    <a:pt x="352" y="195"/>
                    <a:pt x="352" y="195"/>
                    <a:pt x="352" y="195"/>
                  </a:cubicBezTo>
                  <a:cubicBezTo>
                    <a:pt x="485" y="195"/>
                    <a:pt x="485" y="195"/>
                    <a:pt x="485" y="195"/>
                  </a:cubicBezTo>
                  <a:cubicBezTo>
                    <a:pt x="600" y="195"/>
                    <a:pt x="600" y="195"/>
                    <a:pt x="600" y="195"/>
                  </a:cubicBezTo>
                  <a:cubicBezTo>
                    <a:pt x="588" y="182"/>
                    <a:pt x="575" y="171"/>
                    <a:pt x="562" y="162"/>
                  </a:cubicBezTo>
                  <a:cubicBezTo>
                    <a:pt x="485" y="162"/>
                    <a:pt x="485" y="162"/>
                    <a:pt x="485" y="162"/>
                  </a:cubicBezTo>
                  <a:cubicBezTo>
                    <a:pt x="485" y="110"/>
                    <a:pt x="485" y="110"/>
                    <a:pt x="485" y="110"/>
                  </a:cubicBezTo>
                  <a:cubicBezTo>
                    <a:pt x="499" y="114"/>
                    <a:pt x="517" y="120"/>
                    <a:pt x="536" y="131"/>
                  </a:cubicBezTo>
                  <a:cubicBezTo>
                    <a:pt x="551" y="138"/>
                    <a:pt x="567" y="149"/>
                    <a:pt x="583" y="162"/>
                  </a:cubicBezTo>
                  <a:cubicBezTo>
                    <a:pt x="595" y="171"/>
                    <a:pt x="607" y="182"/>
                    <a:pt x="619" y="195"/>
                  </a:cubicBezTo>
                  <a:cubicBezTo>
                    <a:pt x="619" y="195"/>
                    <a:pt x="619" y="195"/>
                    <a:pt x="619" y="195"/>
                  </a:cubicBezTo>
                  <a:cubicBezTo>
                    <a:pt x="644" y="221"/>
                    <a:pt x="669" y="255"/>
                    <a:pt x="694" y="300"/>
                  </a:cubicBezTo>
                  <a:cubicBezTo>
                    <a:pt x="704" y="317"/>
                    <a:pt x="722" y="327"/>
                    <a:pt x="740" y="327"/>
                  </a:cubicBezTo>
                  <a:cubicBezTo>
                    <a:pt x="749" y="327"/>
                    <a:pt x="758" y="325"/>
                    <a:pt x="766" y="320"/>
                  </a:cubicBezTo>
                  <a:cubicBezTo>
                    <a:pt x="791" y="306"/>
                    <a:pt x="800" y="274"/>
                    <a:pt x="786" y="249"/>
                  </a:cubicBezTo>
                  <a:cubicBezTo>
                    <a:pt x="775" y="229"/>
                    <a:pt x="764" y="211"/>
                    <a:pt x="753" y="195"/>
                  </a:cubicBezTo>
                  <a:cubicBezTo>
                    <a:pt x="753" y="195"/>
                    <a:pt x="753" y="195"/>
                    <a:pt x="753" y="195"/>
                  </a:cubicBezTo>
                  <a:cubicBezTo>
                    <a:pt x="749" y="189"/>
                    <a:pt x="745" y="183"/>
                    <a:pt x="741" y="178"/>
                  </a:cubicBezTo>
                  <a:cubicBezTo>
                    <a:pt x="741" y="178"/>
                    <a:pt x="741" y="178"/>
                    <a:pt x="741" y="178"/>
                  </a:cubicBezTo>
                  <a:cubicBezTo>
                    <a:pt x="737" y="172"/>
                    <a:pt x="733" y="167"/>
                    <a:pt x="729" y="162"/>
                  </a:cubicBezTo>
                  <a:cubicBezTo>
                    <a:pt x="729" y="162"/>
                    <a:pt x="729" y="162"/>
                    <a:pt x="729" y="162"/>
                  </a:cubicBezTo>
                  <a:cubicBezTo>
                    <a:pt x="681" y="101"/>
                    <a:pt x="631" y="62"/>
                    <a:pt x="586" y="38"/>
                  </a:cubicBezTo>
                  <a:cubicBezTo>
                    <a:pt x="522" y="4"/>
                    <a:pt x="469" y="0"/>
                    <a:pt x="447" y="0"/>
                  </a:cubicBezTo>
                  <a:cubicBezTo>
                    <a:pt x="442" y="0"/>
                    <a:pt x="439" y="0"/>
                    <a:pt x="437" y="0"/>
                  </a:cubicBezTo>
                  <a:cubicBezTo>
                    <a:pt x="437" y="0"/>
                    <a:pt x="437" y="0"/>
                    <a:pt x="437" y="0"/>
                  </a:cubicBezTo>
                  <a:cubicBezTo>
                    <a:pt x="436" y="0"/>
                    <a:pt x="435" y="0"/>
                    <a:pt x="434" y="0"/>
                  </a:cubicBezTo>
                  <a:cubicBezTo>
                    <a:pt x="181" y="0"/>
                    <a:pt x="181" y="0"/>
                    <a:pt x="181" y="0"/>
                  </a:cubicBezTo>
                  <a:cubicBezTo>
                    <a:pt x="177" y="0"/>
                    <a:pt x="172" y="1"/>
                    <a:pt x="169" y="2"/>
                  </a:cubicBezTo>
                  <a:cubicBezTo>
                    <a:pt x="155" y="0"/>
                    <a:pt x="141" y="3"/>
                    <a:pt x="129" y="12"/>
                  </a:cubicBezTo>
                  <a:cubicBezTo>
                    <a:pt x="129" y="12"/>
                    <a:pt x="129" y="12"/>
                    <a:pt x="129" y="12"/>
                  </a:cubicBezTo>
                  <a:cubicBezTo>
                    <a:pt x="126" y="14"/>
                    <a:pt x="95" y="38"/>
                    <a:pt x="63" y="84"/>
                  </a:cubicBezTo>
                  <a:cubicBezTo>
                    <a:pt x="32" y="130"/>
                    <a:pt x="0" y="200"/>
                    <a:pt x="0" y="291"/>
                  </a:cubicBezTo>
                  <a:cubicBezTo>
                    <a:pt x="0" y="373"/>
                    <a:pt x="27" y="470"/>
                    <a:pt x="97" y="578"/>
                  </a:cubicBezTo>
                  <a:cubicBezTo>
                    <a:pt x="105" y="591"/>
                    <a:pt x="117" y="598"/>
                    <a:pt x="130" y="601"/>
                  </a:cubicBezTo>
                  <a:cubicBezTo>
                    <a:pt x="130" y="1064"/>
                    <a:pt x="130" y="1064"/>
                    <a:pt x="130" y="1064"/>
                  </a:cubicBezTo>
                  <a:cubicBezTo>
                    <a:pt x="130" y="1108"/>
                    <a:pt x="167" y="1145"/>
                    <a:pt x="211" y="1145"/>
                  </a:cubicBezTo>
                  <a:cubicBezTo>
                    <a:pt x="256" y="1145"/>
                    <a:pt x="292" y="1108"/>
                    <a:pt x="292" y="1064"/>
                  </a:cubicBezTo>
                  <a:cubicBezTo>
                    <a:pt x="292" y="550"/>
                    <a:pt x="292" y="550"/>
                    <a:pt x="292" y="550"/>
                  </a:cubicBezTo>
                  <a:cubicBezTo>
                    <a:pt x="319" y="550"/>
                    <a:pt x="319" y="550"/>
                    <a:pt x="319" y="550"/>
                  </a:cubicBezTo>
                  <a:cubicBezTo>
                    <a:pt x="319" y="1145"/>
                    <a:pt x="319" y="1145"/>
                    <a:pt x="319" y="1145"/>
                  </a:cubicBezTo>
                  <a:cubicBezTo>
                    <a:pt x="403" y="1145"/>
                    <a:pt x="403" y="1145"/>
                    <a:pt x="403" y="1145"/>
                  </a:cubicBezTo>
                  <a:cubicBezTo>
                    <a:pt x="403" y="1145"/>
                    <a:pt x="404" y="1145"/>
                    <a:pt x="404" y="1145"/>
                  </a:cubicBezTo>
                  <a:cubicBezTo>
                    <a:pt x="404" y="1145"/>
                    <a:pt x="404" y="1145"/>
                    <a:pt x="405" y="1145"/>
                  </a:cubicBezTo>
                  <a:cubicBezTo>
                    <a:pt x="1080" y="1145"/>
                    <a:pt x="1080" y="1145"/>
                    <a:pt x="1080" y="1145"/>
                  </a:cubicBezTo>
                  <a:cubicBezTo>
                    <a:pt x="1080" y="162"/>
                    <a:pt x="1080" y="162"/>
                    <a:pt x="1080" y="162"/>
                  </a:cubicBezTo>
                  <a:cubicBezTo>
                    <a:pt x="745" y="162"/>
                    <a:pt x="745" y="162"/>
                    <a:pt x="745" y="162"/>
                  </a:cubicBezTo>
                  <a:cubicBezTo>
                    <a:pt x="753" y="172"/>
                    <a:pt x="761" y="183"/>
                    <a:pt x="769" y="195"/>
                  </a:cubicBezTo>
                  <a:close/>
                  <a:moveTo>
                    <a:pt x="105" y="291"/>
                  </a:moveTo>
                  <a:cubicBezTo>
                    <a:pt x="105" y="245"/>
                    <a:pt x="116" y="208"/>
                    <a:pt x="130" y="178"/>
                  </a:cubicBezTo>
                  <a:cubicBezTo>
                    <a:pt x="130" y="375"/>
                    <a:pt x="130" y="375"/>
                    <a:pt x="130" y="375"/>
                  </a:cubicBezTo>
                  <a:cubicBezTo>
                    <a:pt x="130" y="416"/>
                    <a:pt x="130" y="416"/>
                    <a:pt x="130" y="416"/>
                  </a:cubicBezTo>
                  <a:cubicBezTo>
                    <a:pt x="112" y="368"/>
                    <a:pt x="105" y="326"/>
                    <a:pt x="105" y="2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28" name="组合 127"/>
          <p:cNvGrpSpPr/>
          <p:nvPr/>
        </p:nvGrpSpPr>
        <p:grpSpPr>
          <a:xfrm>
            <a:off x="6511863" y="856867"/>
            <a:ext cx="781751" cy="1412397"/>
            <a:chOff x="6511863" y="856867"/>
            <a:chExt cx="781751" cy="1412397"/>
          </a:xfrm>
          <a:solidFill>
            <a:schemeClr val="tx1">
              <a:lumMod val="65000"/>
              <a:lumOff val="35000"/>
            </a:schemeClr>
          </a:solidFill>
        </p:grpSpPr>
        <p:sp>
          <p:nvSpPr>
            <p:cNvPr id="129" name="Freeform 117"/>
            <p:cNvSpPr>
              <a:spLocks/>
            </p:cNvSpPr>
            <p:nvPr/>
          </p:nvSpPr>
          <p:spPr bwMode="auto">
            <a:xfrm>
              <a:off x="6751633" y="856867"/>
              <a:ext cx="300962" cy="302211"/>
            </a:xfrm>
            <a:custGeom>
              <a:avLst/>
              <a:gdLst>
                <a:gd name="T0" fmla="*/ 129 w 324"/>
                <a:gd name="T1" fmla="*/ 306 h 325"/>
                <a:gd name="T2" fmla="*/ 306 w 324"/>
                <a:gd name="T3" fmla="*/ 196 h 325"/>
                <a:gd name="T4" fmla="*/ 196 w 324"/>
                <a:gd name="T5" fmla="*/ 19 h 325"/>
                <a:gd name="T6" fmla="*/ 18 w 324"/>
                <a:gd name="T7" fmla="*/ 129 h 325"/>
                <a:gd name="T8" fmla="*/ 129 w 324"/>
                <a:gd name="T9" fmla="*/ 306 h 325"/>
              </a:gdLst>
              <a:ahLst/>
              <a:cxnLst>
                <a:cxn ang="0">
                  <a:pos x="T0" y="T1"/>
                </a:cxn>
                <a:cxn ang="0">
                  <a:pos x="T2" y="T3"/>
                </a:cxn>
                <a:cxn ang="0">
                  <a:pos x="T4" y="T5"/>
                </a:cxn>
                <a:cxn ang="0">
                  <a:pos x="T6" y="T7"/>
                </a:cxn>
                <a:cxn ang="0">
                  <a:pos x="T8" y="T9"/>
                </a:cxn>
              </a:cxnLst>
              <a:rect l="0" t="0" r="r" b="b"/>
              <a:pathLst>
                <a:path w="324" h="325">
                  <a:moveTo>
                    <a:pt x="129" y="306"/>
                  </a:moveTo>
                  <a:cubicBezTo>
                    <a:pt x="208" y="325"/>
                    <a:pt x="287" y="275"/>
                    <a:pt x="306" y="196"/>
                  </a:cubicBezTo>
                  <a:cubicBezTo>
                    <a:pt x="324" y="117"/>
                    <a:pt x="275" y="37"/>
                    <a:pt x="196" y="19"/>
                  </a:cubicBezTo>
                  <a:cubicBezTo>
                    <a:pt x="116" y="0"/>
                    <a:pt x="37" y="50"/>
                    <a:pt x="18" y="129"/>
                  </a:cubicBezTo>
                  <a:cubicBezTo>
                    <a:pt x="0" y="209"/>
                    <a:pt x="49" y="288"/>
                    <a:pt x="129" y="30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118"/>
            <p:cNvSpPr>
              <a:spLocks/>
            </p:cNvSpPr>
            <p:nvPr/>
          </p:nvSpPr>
          <p:spPr bwMode="auto">
            <a:xfrm>
              <a:off x="6536839" y="1627379"/>
              <a:ext cx="731799" cy="641885"/>
            </a:xfrm>
            <a:custGeom>
              <a:avLst/>
              <a:gdLst>
                <a:gd name="T0" fmla="*/ 754 w 787"/>
                <a:gd name="T1" fmla="*/ 8 h 689"/>
                <a:gd name="T2" fmla="*/ 754 w 787"/>
                <a:gd name="T3" fmla="*/ 8 h 689"/>
                <a:gd name="T4" fmla="*/ 754 w 787"/>
                <a:gd name="T5" fmla="*/ 193 h 689"/>
                <a:gd name="T6" fmla="*/ 571 w 787"/>
                <a:gd name="T7" fmla="*/ 193 h 689"/>
                <a:gd name="T8" fmla="*/ 408 w 787"/>
                <a:gd name="T9" fmla="*/ 193 h 689"/>
                <a:gd name="T10" fmla="*/ 378 w 787"/>
                <a:gd name="T11" fmla="*/ 193 h 689"/>
                <a:gd name="T12" fmla="*/ 216 w 787"/>
                <a:gd name="T13" fmla="*/ 193 h 689"/>
                <a:gd name="T14" fmla="*/ 32 w 787"/>
                <a:gd name="T15" fmla="*/ 193 h 689"/>
                <a:gd name="T16" fmla="*/ 32 w 787"/>
                <a:gd name="T17" fmla="*/ 8 h 689"/>
                <a:gd name="T18" fmla="*/ 32 w 787"/>
                <a:gd name="T19" fmla="*/ 8 h 689"/>
                <a:gd name="T20" fmla="*/ 6 w 787"/>
                <a:gd name="T21" fmla="*/ 3 h 689"/>
                <a:gd name="T22" fmla="*/ 0 w 787"/>
                <a:gd name="T23" fmla="*/ 0 h 689"/>
                <a:gd name="T24" fmla="*/ 0 w 787"/>
                <a:gd name="T25" fmla="*/ 226 h 689"/>
                <a:gd name="T26" fmla="*/ 216 w 787"/>
                <a:gd name="T27" fmla="*/ 226 h 689"/>
                <a:gd name="T28" fmla="*/ 216 w 787"/>
                <a:gd name="T29" fmla="*/ 608 h 689"/>
                <a:gd name="T30" fmla="*/ 297 w 787"/>
                <a:gd name="T31" fmla="*/ 689 h 689"/>
                <a:gd name="T32" fmla="*/ 378 w 787"/>
                <a:gd name="T33" fmla="*/ 608 h 689"/>
                <a:gd name="T34" fmla="*/ 378 w 787"/>
                <a:gd name="T35" fmla="*/ 226 h 689"/>
                <a:gd name="T36" fmla="*/ 408 w 787"/>
                <a:gd name="T37" fmla="*/ 226 h 689"/>
                <a:gd name="T38" fmla="*/ 408 w 787"/>
                <a:gd name="T39" fmla="*/ 608 h 689"/>
                <a:gd name="T40" fmla="*/ 489 w 787"/>
                <a:gd name="T41" fmla="*/ 689 h 689"/>
                <a:gd name="T42" fmla="*/ 571 w 787"/>
                <a:gd name="T43" fmla="*/ 608 h 689"/>
                <a:gd name="T44" fmla="*/ 571 w 787"/>
                <a:gd name="T45" fmla="*/ 226 h 689"/>
                <a:gd name="T46" fmla="*/ 787 w 787"/>
                <a:gd name="T47" fmla="*/ 226 h 689"/>
                <a:gd name="T48" fmla="*/ 787 w 787"/>
                <a:gd name="T49" fmla="*/ 0 h 689"/>
                <a:gd name="T50" fmla="*/ 781 w 787"/>
                <a:gd name="T51" fmla="*/ 3 h 689"/>
                <a:gd name="T52" fmla="*/ 754 w 787"/>
                <a:gd name="T53" fmla="*/ 8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87" h="689">
                  <a:moveTo>
                    <a:pt x="754" y="8"/>
                  </a:moveTo>
                  <a:cubicBezTo>
                    <a:pt x="754" y="8"/>
                    <a:pt x="754" y="8"/>
                    <a:pt x="754" y="8"/>
                  </a:cubicBezTo>
                  <a:cubicBezTo>
                    <a:pt x="754" y="193"/>
                    <a:pt x="754" y="193"/>
                    <a:pt x="754" y="193"/>
                  </a:cubicBezTo>
                  <a:cubicBezTo>
                    <a:pt x="571" y="193"/>
                    <a:pt x="571" y="193"/>
                    <a:pt x="571" y="193"/>
                  </a:cubicBezTo>
                  <a:cubicBezTo>
                    <a:pt x="408" y="193"/>
                    <a:pt x="408" y="193"/>
                    <a:pt x="408" y="193"/>
                  </a:cubicBezTo>
                  <a:cubicBezTo>
                    <a:pt x="378" y="193"/>
                    <a:pt x="378" y="193"/>
                    <a:pt x="378" y="193"/>
                  </a:cubicBezTo>
                  <a:cubicBezTo>
                    <a:pt x="216" y="193"/>
                    <a:pt x="216" y="193"/>
                    <a:pt x="216" y="193"/>
                  </a:cubicBezTo>
                  <a:cubicBezTo>
                    <a:pt x="32" y="193"/>
                    <a:pt x="32" y="193"/>
                    <a:pt x="32" y="193"/>
                  </a:cubicBezTo>
                  <a:cubicBezTo>
                    <a:pt x="32" y="8"/>
                    <a:pt x="32" y="8"/>
                    <a:pt x="32" y="8"/>
                  </a:cubicBezTo>
                  <a:cubicBezTo>
                    <a:pt x="32" y="8"/>
                    <a:pt x="32" y="8"/>
                    <a:pt x="32" y="8"/>
                  </a:cubicBezTo>
                  <a:cubicBezTo>
                    <a:pt x="23" y="8"/>
                    <a:pt x="14" y="6"/>
                    <a:pt x="6" y="3"/>
                  </a:cubicBezTo>
                  <a:cubicBezTo>
                    <a:pt x="4" y="2"/>
                    <a:pt x="2" y="1"/>
                    <a:pt x="0" y="0"/>
                  </a:cubicBezTo>
                  <a:cubicBezTo>
                    <a:pt x="0" y="226"/>
                    <a:pt x="0" y="226"/>
                    <a:pt x="0" y="226"/>
                  </a:cubicBezTo>
                  <a:cubicBezTo>
                    <a:pt x="216" y="226"/>
                    <a:pt x="216" y="226"/>
                    <a:pt x="216" y="226"/>
                  </a:cubicBezTo>
                  <a:cubicBezTo>
                    <a:pt x="216" y="608"/>
                    <a:pt x="216" y="608"/>
                    <a:pt x="216" y="608"/>
                  </a:cubicBezTo>
                  <a:cubicBezTo>
                    <a:pt x="216" y="653"/>
                    <a:pt x="252" y="689"/>
                    <a:pt x="297" y="689"/>
                  </a:cubicBezTo>
                  <a:cubicBezTo>
                    <a:pt x="342" y="689"/>
                    <a:pt x="378" y="653"/>
                    <a:pt x="378" y="608"/>
                  </a:cubicBezTo>
                  <a:cubicBezTo>
                    <a:pt x="378" y="226"/>
                    <a:pt x="378" y="226"/>
                    <a:pt x="378" y="226"/>
                  </a:cubicBezTo>
                  <a:cubicBezTo>
                    <a:pt x="408" y="226"/>
                    <a:pt x="408" y="226"/>
                    <a:pt x="408" y="226"/>
                  </a:cubicBezTo>
                  <a:cubicBezTo>
                    <a:pt x="408" y="608"/>
                    <a:pt x="408" y="608"/>
                    <a:pt x="408" y="608"/>
                  </a:cubicBezTo>
                  <a:cubicBezTo>
                    <a:pt x="408" y="653"/>
                    <a:pt x="445" y="689"/>
                    <a:pt x="489" y="689"/>
                  </a:cubicBezTo>
                  <a:cubicBezTo>
                    <a:pt x="534" y="689"/>
                    <a:pt x="571" y="653"/>
                    <a:pt x="571" y="608"/>
                  </a:cubicBezTo>
                  <a:cubicBezTo>
                    <a:pt x="571" y="226"/>
                    <a:pt x="571" y="226"/>
                    <a:pt x="571" y="226"/>
                  </a:cubicBezTo>
                  <a:cubicBezTo>
                    <a:pt x="787" y="226"/>
                    <a:pt x="787" y="226"/>
                    <a:pt x="787" y="226"/>
                  </a:cubicBezTo>
                  <a:cubicBezTo>
                    <a:pt x="787" y="0"/>
                    <a:pt x="787" y="0"/>
                    <a:pt x="787" y="0"/>
                  </a:cubicBezTo>
                  <a:cubicBezTo>
                    <a:pt x="785" y="1"/>
                    <a:pt x="783" y="2"/>
                    <a:pt x="781" y="3"/>
                  </a:cubicBezTo>
                  <a:cubicBezTo>
                    <a:pt x="772" y="6"/>
                    <a:pt x="763" y="8"/>
                    <a:pt x="754"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119"/>
            <p:cNvSpPr>
              <a:spLocks/>
            </p:cNvSpPr>
            <p:nvPr/>
          </p:nvSpPr>
          <p:spPr bwMode="auto">
            <a:xfrm>
              <a:off x="6511863" y="1185302"/>
              <a:ext cx="781751" cy="438330"/>
            </a:xfrm>
            <a:custGeom>
              <a:avLst/>
              <a:gdLst>
                <a:gd name="T0" fmla="*/ 38 w 840"/>
                <a:gd name="T1" fmla="*/ 466 h 470"/>
                <a:gd name="T2" fmla="*/ 59 w 840"/>
                <a:gd name="T3" fmla="*/ 470 h 470"/>
                <a:gd name="T4" fmla="*/ 107 w 840"/>
                <a:gd name="T5" fmla="*/ 439 h 470"/>
                <a:gd name="T6" fmla="*/ 80 w 840"/>
                <a:gd name="T7" fmla="*/ 370 h 470"/>
                <a:gd name="T8" fmla="*/ 59 w 840"/>
                <a:gd name="T9" fmla="*/ 360 h 470"/>
                <a:gd name="T10" fmla="*/ 53 w 840"/>
                <a:gd name="T11" fmla="*/ 357 h 470"/>
                <a:gd name="T12" fmla="*/ 27 w 840"/>
                <a:gd name="T13" fmla="*/ 343 h 470"/>
                <a:gd name="T14" fmla="*/ 27 w 840"/>
                <a:gd name="T15" fmla="*/ 343 h 470"/>
                <a:gd name="T16" fmla="*/ 59 w 840"/>
                <a:gd name="T17" fmla="*/ 345 h 470"/>
                <a:gd name="T18" fmla="*/ 59 w 840"/>
                <a:gd name="T19" fmla="*/ 122 h 470"/>
                <a:gd name="T20" fmla="*/ 243 w 840"/>
                <a:gd name="T21" fmla="*/ 122 h 470"/>
                <a:gd name="T22" fmla="*/ 527 w 840"/>
                <a:gd name="T23" fmla="*/ 122 h 470"/>
                <a:gd name="T24" fmla="*/ 646 w 840"/>
                <a:gd name="T25" fmla="*/ 122 h 470"/>
                <a:gd name="T26" fmla="*/ 781 w 840"/>
                <a:gd name="T27" fmla="*/ 283 h 470"/>
                <a:gd name="T28" fmla="*/ 814 w 840"/>
                <a:gd name="T29" fmla="*/ 328 h 470"/>
                <a:gd name="T30" fmla="*/ 814 w 840"/>
                <a:gd name="T31" fmla="*/ 343 h 470"/>
                <a:gd name="T32" fmla="*/ 798 w 840"/>
                <a:gd name="T33" fmla="*/ 351 h 470"/>
                <a:gd name="T34" fmla="*/ 781 w 840"/>
                <a:gd name="T35" fmla="*/ 360 h 470"/>
                <a:gd name="T36" fmla="*/ 781 w 840"/>
                <a:gd name="T37" fmla="*/ 360 h 470"/>
                <a:gd name="T38" fmla="*/ 741 w 840"/>
                <a:gd name="T39" fmla="*/ 385 h 470"/>
                <a:gd name="T40" fmla="*/ 781 w 840"/>
                <a:gd name="T41" fmla="*/ 470 h 470"/>
                <a:gd name="T42" fmla="*/ 781 w 840"/>
                <a:gd name="T43" fmla="*/ 470 h 470"/>
                <a:gd name="T44" fmla="*/ 814 w 840"/>
                <a:gd name="T45" fmla="*/ 460 h 470"/>
                <a:gd name="T46" fmla="*/ 840 w 840"/>
                <a:gd name="T47" fmla="*/ 447 h 470"/>
                <a:gd name="T48" fmla="*/ 840 w 840"/>
                <a:gd name="T49" fmla="*/ 327 h 470"/>
                <a:gd name="T50" fmla="*/ 814 w 840"/>
                <a:gd name="T51" fmla="*/ 309 h 470"/>
                <a:gd name="T52" fmla="*/ 628 w 840"/>
                <a:gd name="T53" fmla="*/ 90 h 470"/>
                <a:gd name="T54" fmla="*/ 604 w 840"/>
                <a:gd name="T55" fmla="*/ 37 h 470"/>
                <a:gd name="T56" fmla="*/ 556 w 840"/>
                <a:gd name="T57" fmla="*/ 1 h 470"/>
                <a:gd name="T58" fmla="*/ 293 w 840"/>
                <a:gd name="T59" fmla="*/ 0 h 470"/>
                <a:gd name="T60" fmla="*/ 236 w 840"/>
                <a:gd name="T61" fmla="*/ 37 h 470"/>
                <a:gd name="T62" fmla="*/ 236 w 840"/>
                <a:gd name="T63" fmla="*/ 37 h 470"/>
                <a:gd name="T64" fmla="*/ 27 w 840"/>
                <a:gd name="T65" fmla="*/ 90 h 470"/>
                <a:gd name="T66" fmla="*/ 0 w 840"/>
                <a:gd name="T67" fmla="*/ 327 h 470"/>
                <a:gd name="T68" fmla="*/ 0 w 840"/>
                <a:gd name="T69" fmla="*/ 448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40" h="470">
                  <a:moveTo>
                    <a:pt x="27" y="460"/>
                  </a:moveTo>
                  <a:cubicBezTo>
                    <a:pt x="30" y="462"/>
                    <a:pt x="34" y="464"/>
                    <a:pt x="38" y="466"/>
                  </a:cubicBezTo>
                  <a:cubicBezTo>
                    <a:pt x="45" y="469"/>
                    <a:pt x="52" y="470"/>
                    <a:pt x="59" y="470"/>
                  </a:cubicBezTo>
                  <a:cubicBezTo>
                    <a:pt x="59" y="470"/>
                    <a:pt x="59" y="470"/>
                    <a:pt x="59" y="470"/>
                  </a:cubicBezTo>
                  <a:cubicBezTo>
                    <a:pt x="59" y="470"/>
                    <a:pt x="59" y="470"/>
                    <a:pt x="59" y="470"/>
                  </a:cubicBezTo>
                  <a:cubicBezTo>
                    <a:pt x="80" y="470"/>
                    <a:pt x="99" y="458"/>
                    <a:pt x="107" y="439"/>
                  </a:cubicBezTo>
                  <a:cubicBezTo>
                    <a:pt x="115" y="420"/>
                    <a:pt x="112" y="399"/>
                    <a:pt x="100" y="385"/>
                  </a:cubicBezTo>
                  <a:cubicBezTo>
                    <a:pt x="95" y="378"/>
                    <a:pt x="88" y="373"/>
                    <a:pt x="80" y="370"/>
                  </a:cubicBezTo>
                  <a:cubicBezTo>
                    <a:pt x="73" y="366"/>
                    <a:pt x="66" y="363"/>
                    <a:pt x="59" y="360"/>
                  </a:cubicBezTo>
                  <a:cubicBezTo>
                    <a:pt x="59" y="360"/>
                    <a:pt x="59" y="360"/>
                    <a:pt x="59" y="360"/>
                  </a:cubicBezTo>
                  <a:cubicBezTo>
                    <a:pt x="59" y="360"/>
                    <a:pt x="59" y="360"/>
                    <a:pt x="59" y="360"/>
                  </a:cubicBezTo>
                  <a:cubicBezTo>
                    <a:pt x="57" y="359"/>
                    <a:pt x="55" y="358"/>
                    <a:pt x="53" y="357"/>
                  </a:cubicBezTo>
                  <a:cubicBezTo>
                    <a:pt x="49" y="355"/>
                    <a:pt x="46" y="353"/>
                    <a:pt x="42" y="351"/>
                  </a:cubicBezTo>
                  <a:cubicBezTo>
                    <a:pt x="37" y="348"/>
                    <a:pt x="32" y="345"/>
                    <a:pt x="27" y="343"/>
                  </a:cubicBezTo>
                  <a:cubicBezTo>
                    <a:pt x="27" y="343"/>
                    <a:pt x="27" y="343"/>
                    <a:pt x="27" y="343"/>
                  </a:cubicBezTo>
                  <a:cubicBezTo>
                    <a:pt x="27" y="343"/>
                    <a:pt x="27" y="343"/>
                    <a:pt x="27" y="343"/>
                  </a:cubicBezTo>
                  <a:cubicBezTo>
                    <a:pt x="27" y="327"/>
                    <a:pt x="27" y="327"/>
                    <a:pt x="27" y="327"/>
                  </a:cubicBezTo>
                  <a:cubicBezTo>
                    <a:pt x="37" y="334"/>
                    <a:pt x="48" y="340"/>
                    <a:pt x="59" y="345"/>
                  </a:cubicBezTo>
                  <a:cubicBezTo>
                    <a:pt x="59" y="283"/>
                    <a:pt x="59" y="283"/>
                    <a:pt x="59" y="283"/>
                  </a:cubicBezTo>
                  <a:cubicBezTo>
                    <a:pt x="59" y="122"/>
                    <a:pt x="59" y="122"/>
                    <a:pt x="59" y="122"/>
                  </a:cubicBezTo>
                  <a:cubicBezTo>
                    <a:pt x="195" y="122"/>
                    <a:pt x="195" y="122"/>
                    <a:pt x="195" y="122"/>
                  </a:cubicBezTo>
                  <a:cubicBezTo>
                    <a:pt x="243" y="122"/>
                    <a:pt x="243" y="122"/>
                    <a:pt x="243" y="122"/>
                  </a:cubicBezTo>
                  <a:cubicBezTo>
                    <a:pt x="314" y="122"/>
                    <a:pt x="314" y="122"/>
                    <a:pt x="314" y="122"/>
                  </a:cubicBezTo>
                  <a:cubicBezTo>
                    <a:pt x="527" y="122"/>
                    <a:pt x="527" y="122"/>
                    <a:pt x="527" y="122"/>
                  </a:cubicBezTo>
                  <a:cubicBezTo>
                    <a:pt x="598" y="122"/>
                    <a:pt x="598" y="122"/>
                    <a:pt x="598" y="122"/>
                  </a:cubicBezTo>
                  <a:cubicBezTo>
                    <a:pt x="646" y="122"/>
                    <a:pt x="646" y="122"/>
                    <a:pt x="646" y="122"/>
                  </a:cubicBezTo>
                  <a:cubicBezTo>
                    <a:pt x="781" y="122"/>
                    <a:pt x="781" y="122"/>
                    <a:pt x="781" y="122"/>
                  </a:cubicBezTo>
                  <a:cubicBezTo>
                    <a:pt x="781" y="283"/>
                    <a:pt x="781" y="283"/>
                    <a:pt x="781" y="283"/>
                  </a:cubicBezTo>
                  <a:cubicBezTo>
                    <a:pt x="781" y="345"/>
                    <a:pt x="781" y="345"/>
                    <a:pt x="781" y="345"/>
                  </a:cubicBezTo>
                  <a:cubicBezTo>
                    <a:pt x="792" y="340"/>
                    <a:pt x="803" y="334"/>
                    <a:pt x="814" y="328"/>
                  </a:cubicBezTo>
                  <a:cubicBezTo>
                    <a:pt x="814" y="343"/>
                    <a:pt x="814" y="343"/>
                    <a:pt x="814" y="343"/>
                  </a:cubicBezTo>
                  <a:cubicBezTo>
                    <a:pt x="814" y="343"/>
                    <a:pt x="814" y="343"/>
                    <a:pt x="814" y="343"/>
                  </a:cubicBezTo>
                  <a:cubicBezTo>
                    <a:pt x="814" y="343"/>
                    <a:pt x="814" y="343"/>
                    <a:pt x="814" y="343"/>
                  </a:cubicBezTo>
                  <a:cubicBezTo>
                    <a:pt x="809" y="346"/>
                    <a:pt x="803" y="348"/>
                    <a:pt x="798" y="351"/>
                  </a:cubicBezTo>
                  <a:cubicBezTo>
                    <a:pt x="795" y="353"/>
                    <a:pt x="792" y="354"/>
                    <a:pt x="789" y="356"/>
                  </a:cubicBezTo>
                  <a:cubicBezTo>
                    <a:pt x="787" y="357"/>
                    <a:pt x="784" y="359"/>
                    <a:pt x="781" y="360"/>
                  </a:cubicBezTo>
                  <a:cubicBezTo>
                    <a:pt x="781" y="360"/>
                    <a:pt x="781" y="360"/>
                    <a:pt x="781" y="360"/>
                  </a:cubicBezTo>
                  <a:cubicBezTo>
                    <a:pt x="781" y="360"/>
                    <a:pt x="781" y="360"/>
                    <a:pt x="781" y="360"/>
                  </a:cubicBezTo>
                  <a:cubicBezTo>
                    <a:pt x="774" y="363"/>
                    <a:pt x="767" y="367"/>
                    <a:pt x="760" y="370"/>
                  </a:cubicBezTo>
                  <a:cubicBezTo>
                    <a:pt x="752" y="373"/>
                    <a:pt x="746" y="378"/>
                    <a:pt x="741" y="385"/>
                  </a:cubicBezTo>
                  <a:cubicBezTo>
                    <a:pt x="729" y="399"/>
                    <a:pt x="725" y="420"/>
                    <a:pt x="733" y="439"/>
                  </a:cubicBezTo>
                  <a:cubicBezTo>
                    <a:pt x="742" y="458"/>
                    <a:pt x="761" y="470"/>
                    <a:pt x="781" y="470"/>
                  </a:cubicBezTo>
                  <a:cubicBezTo>
                    <a:pt x="781" y="470"/>
                    <a:pt x="781" y="470"/>
                    <a:pt x="781" y="470"/>
                  </a:cubicBezTo>
                  <a:cubicBezTo>
                    <a:pt x="781" y="470"/>
                    <a:pt x="781" y="470"/>
                    <a:pt x="781" y="470"/>
                  </a:cubicBezTo>
                  <a:cubicBezTo>
                    <a:pt x="788" y="470"/>
                    <a:pt x="796" y="469"/>
                    <a:pt x="802" y="466"/>
                  </a:cubicBezTo>
                  <a:cubicBezTo>
                    <a:pt x="806" y="464"/>
                    <a:pt x="810" y="462"/>
                    <a:pt x="814" y="460"/>
                  </a:cubicBezTo>
                  <a:cubicBezTo>
                    <a:pt x="814" y="460"/>
                    <a:pt x="814" y="460"/>
                    <a:pt x="814" y="460"/>
                  </a:cubicBezTo>
                  <a:cubicBezTo>
                    <a:pt x="823" y="456"/>
                    <a:pt x="832" y="452"/>
                    <a:pt x="840" y="447"/>
                  </a:cubicBezTo>
                  <a:cubicBezTo>
                    <a:pt x="840" y="327"/>
                    <a:pt x="840" y="327"/>
                    <a:pt x="840" y="327"/>
                  </a:cubicBezTo>
                  <a:cubicBezTo>
                    <a:pt x="840" y="327"/>
                    <a:pt x="840" y="327"/>
                    <a:pt x="840" y="327"/>
                  </a:cubicBezTo>
                  <a:cubicBezTo>
                    <a:pt x="840" y="327"/>
                    <a:pt x="840" y="327"/>
                    <a:pt x="840" y="327"/>
                  </a:cubicBezTo>
                  <a:cubicBezTo>
                    <a:pt x="831" y="321"/>
                    <a:pt x="822" y="315"/>
                    <a:pt x="814" y="309"/>
                  </a:cubicBezTo>
                  <a:cubicBezTo>
                    <a:pt x="814" y="90"/>
                    <a:pt x="814" y="90"/>
                    <a:pt x="814" y="90"/>
                  </a:cubicBezTo>
                  <a:cubicBezTo>
                    <a:pt x="628" y="90"/>
                    <a:pt x="628" y="90"/>
                    <a:pt x="628" y="90"/>
                  </a:cubicBezTo>
                  <a:cubicBezTo>
                    <a:pt x="612" y="60"/>
                    <a:pt x="605" y="40"/>
                    <a:pt x="604" y="37"/>
                  </a:cubicBezTo>
                  <a:cubicBezTo>
                    <a:pt x="604" y="37"/>
                    <a:pt x="604" y="37"/>
                    <a:pt x="604" y="37"/>
                  </a:cubicBezTo>
                  <a:cubicBezTo>
                    <a:pt x="604" y="37"/>
                    <a:pt x="604" y="37"/>
                    <a:pt x="604" y="37"/>
                  </a:cubicBezTo>
                  <a:cubicBezTo>
                    <a:pt x="597" y="16"/>
                    <a:pt x="578" y="2"/>
                    <a:pt x="556" y="1"/>
                  </a:cubicBezTo>
                  <a:cubicBezTo>
                    <a:pt x="553" y="0"/>
                    <a:pt x="550" y="0"/>
                    <a:pt x="547" y="0"/>
                  </a:cubicBezTo>
                  <a:cubicBezTo>
                    <a:pt x="293" y="0"/>
                    <a:pt x="293" y="0"/>
                    <a:pt x="293" y="0"/>
                  </a:cubicBezTo>
                  <a:cubicBezTo>
                    <a:pt x="290" y="0"/>
                    <a:pt x="287" y="0"/>
                    <a:pt x="284" y="1"/>
                  </a:cubicBezTo>
                  <a:cubicBezTo>
                    <a:pt x="263" y="2"/>
                    <a:pt x="243" y="16"/>
                    <a:pt x="236" y="37"/>
                  </a:cubicBezTo>
                  <a:cubicBezTo>
                    <a:pt x="236" y="37"/>
                    <a:pt x="236" y="37"/>
                    <a:pt x="236" y="37"/>
                  </a:cubicBezTo>
                  <a:cubicBezTo>
                    <a:pt x="236" y="37"/>
                    <a:pt x="236" y="37"/>
                    <a:pt x="236" y="37"/>
                  </a:cubicBezTo>
                  <a:cubicBezTo>
                    <a:pt x="235" y="40"/>
                    <a:pt x="228" y="60"/>
                    <a:pt x="213" y="90"/>
                  </a:cubicBezTo>
                  <a:cubicBezTo>
                    <a:pt x="27" y="90"/>
                    <a:pt x="27" y="90"/>
                    <a:pt x="27" y="90"/>
                  </a:cubicBezTo>
                  <a:cubicBezTo>
                    <a:pt x="27" y="309"/>
                    <a:pt x="27" y="309"/>
                    <a:pt x="27" y="309"/>
                  </a:cubicBezTo>
                  <a:cubicBezTo>
                    <a:pt x="18" y="315"/>
                    <a:pt x="9" y="321"/>
                    <a:pt x="0" y="327"/>
                  </a:cubicBezTo>
                  <a:cubicBezTo>
                    <a:pt x="0" y="447"/>
                    <a:pt x="0" y="447"/>
                    <a:pt x="0" y="447"/>
                  </a:cubicBezTo>
                  <a:cubicBezTo>
                    <a:pt x="0" y="448"/>
                    <a:pt x="0" y="448"/>
                    <a:pt x="0" y="448"/>
                  </a:cubicBezTo>
                  <a:cubicBezTo>
                    <a:pt x="9" y="452"/>
                    <a:pt x="18" y="456"/>
                    <a:pt x="27" y="4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32" name="组合 131"/>
          <p:cNvGrpSpPr/>
          <p:nvPr/>
        </p:nvGrpSpPr>
        <p:grpSpPr>
          <a:xfrm>
            <a:off x="10912648" y="4197417"/>
            <a:ext cx="733048" cy="2051785"/>
            <a:chOff x="10912648" y="4197417"/>
            <a:chExt cx="733048" cy="2051785"/>
          </a:xfrm>
          <a:solidFill>
            <a:schemeClr val="tx1">
              <a:lumMod val="65000"/>
              <a:lumOff val="35000"/>
            </a:schemeClr>
          </a:solidFill>
        </p:grpSpPr>
        <p:sp>
          <p:nvSpPr>
            <p:cNvPr id="133" name="Freeform 120"/>
            <p:cNvSpPr>
              <a:spLocks/>
            </p:cNvSpPr>
            <p:nvPr/>
          </p:nvSpPr>
          <p:spPr bwMode="auto">
            <a:xfrm>
              <a:off x="11127442" y="4855537"/>
              <a:ext cx="302211" cy="300962"/>
            </a:xfrm>
            <a:custGeom>
              <a:avLst/>
              <a:gdLst>
                <a:gd name="T0" fmla="*/ 128 w 324"/>
                <a:gd name="T1" fmla="*/ 306 h 324"/>
                <a:gd name="T2" fmla="*/ 306 w 324"/>
                <a:gd name="T3" fmla="*/ 195 h 324"/>
                <a:gd name="T4" fmla="*/ 195 w 324"/>
                <a:gd name="T5" fmla="*/ 18 h 324"/>
                <a:gd name="T6" fmla="*/ 18 w 324"/>
                <a:gd name="T7" fmla="*/ 129 h 324"/>
                <a:gd name="T8" fmla="*/ 128 w 324"/>
                <a:gd name="T9" fmla="*/ 306 h 324"/>
              </a:gdLst>
              <a:ahLst/>
              <a:cxnLst>
                <a:cxn ang="0">
                  <a:pos x="T0" y="T1"/>
                </a:cxn>
                <a:cxn ang="0">
                  <a:pos x="T2" y="T3"/>
                </a:cxn>
                <a:cxn ang="0">
                  <a:pos x="T4" y="T5"/>
                </a:cxn>
                <a:cxn ang="0">
                  <a:pos x="T6" y="T7"/>
                </a:cxn>
                <a:cxn ang="0">
                  <a:pos x="T8" y="T9"/>
                </a:cxn>
              </a:cxnLst>
              <a:rect l="0" t="0" r="r" b="b"/>
              <a:pathLst>
                <a:path w="324" h="324">
                  <a:moveTo>
                    <a:pt x="128" y="306"/>
                  </a:moveTo>
                  <a:cubicBezTo>
                    <a:pt x="208" y="324"/>
                    <a:pt x="287" y="275"/>
                    <a:pt x="306" y="195"/>
                  </a:cubicBezTo>
                  <a:cubicBezTo>
                    <a:pt x="324" y="116"/>
                    <a:pt x="275" y="37"/>
                    <a:pt x="195" y="18"/>
                  </a:cubicBezTo>
                  <a:cubicBezTo>
                    <a:pt x="116" y="0"/>
                    <a:pt x="37" y="49"/>
                    <a:pt x="18" y="129"/>
                  </a:cubicBezTo>
                  <a:cubicBezTo>
                    <a:pt x="0" y="208"/>
                    <a:pt x="49" y="287"/>
                    <a:pt x="128" y="30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121"/>
            <p:cNvSpPr>
              <a:spLocks noEditPoints="1"/>
            </p:cNvSpPr>
            <p:nvPr/>
          </p:nvSpPr>
          <p:spPr bwMode="auto">
            <a:xfrm>
              <a:off x="10912648" y="4197417"/>
              <a:ext cx="733048" cy="2051785"/>
            </a:xfrm>
            <a:custGeom>
              <a:avLst/>
              <a:gdLst>
                <a:gd name="T0" fmla="*/ 788 w 788"/>
                <a:gd name="T1" fmla="*/ 0 h 2205"/>
                <a:gd name="T2" fmla="*/ 0 w 788"/>
                <a:gd name="T3" fmla="*/ 0 h 2205"/>
                <a:gd name="T4" fmla="*/ 0 w 788"/>
                <a:gd name="T5" fmla="*/ 655 h 2205"/>
                <a:gd name="T6" fmla="*/ 73 w 788"/>
                <a:gd name="T7" fmla="*/ 655 h 2205"/>
                <a:gd name="T8" fmla="*/ 69 w 788"/>
                <a:gd name="T9" fmla="*/ 767 h 2205"/>
                <a:gd name="T10" fmla="*/ 149 w 788"/>
                <a:gd name="T11" fmla="*/ 1099 h 2205"/>
                <a:gd name="T12" fmla="*/ 217 w 788"/>
                <a:gd name="T13" fmla="*/ 1152 h 2205"/>
                <a:gd name="T14" fmla="*/ 217 w 788"/>
                <a:gd name="T15" fmla="*/ 1436 h 2205"/>
                <a:gd name="T16" fmla="*/ 217 w 788"/>
                <a:gd name="T17" fmla="*/ 1560 h 2205"/>
                <a:gd name="T18" fmla="*/ 217 w 788"/>
                <a:gd name="T19" fmla="*/ 2124 h 2205"/>
                <a:gd name="T20" fmla="*/ 298 w 788"/>
                <a:gd name="T21" fmla="*/ 2205 h 2205"/>
                <a:gd name="T22" fmla="*/ 379 w 788"/>
                <a:gd name="T23" fmla="*/ 2124 h 2205"/>
                <a:gd name="T24" fmla="*/ 379 w 788"/>
                <a:gd name="T25" fmla="*/ 1611 h 2205"/>
                <a:gd name="T26" fmla="*/ 409 w 788"/>
                <a:gd name="T27" fmla="*/ 1611 h 2205"/>
                <a:gd name="T28" fmla="*/ 409 w 788"/>
                <a:gd name="T29" fmla="*/ 2124 h 2205"/>
                <a:gd name="T30" fmla="*/ 490 w 788"/>
                <a:gd name="T31" fmla="*/ 2205 h 2205"/>
                <a:gd name="T32" fmla="*/ 571 w 788"/>
                <a:gd name="T33" fmla="*/ 2124 h 2205"/>
                <a:gd name="T34" fmla="*/ 571 w 788"/>
                <a:gd name="T35" fmla="*/ 1560 h 2205"/>
                <a:gd name="T36" fmla="*/ 571 w 788"/>
                <a:gd name="T37" fmla="*/ 1436 h 2205"/>
                <a:gd name="T38" fmla="*/ 571 w 788"/>
                <a:gd name="T39" fmla="*/ 1152 h 2205"/>
                <a:gd name="T40" fmla="*/ 670 w 788"/>
                <a:gd name="T41" fmla="*/ 1048 h 2205"/>
                <a:gd name="T42" fmla="*/ 719 w 788"/>
                <a:gd name="T43" fmla="*/ 767 h 2205"/>
                <a:gd name="T44" fmla="*/ 715 w 788"/>
                <a:gd name="T45" fmla="*/ 655 h 2205"/>
                <a:gd name="T46" fmla="*/ 788 w 788"/>
                <a:gd name="T47" fmla="*/ 655 h 2205"/>
                <a:gd name="T48" fmla="*/ 788 w 788"/>
                <a:gd name="T49" fmla="*/ 0 h 2205"/>
                <a:gd name="T50" fmla="*/ 614 w 788"/>
                <a:gd name="T51" fmla="*/ 767 h 2205"/>
                <a:gd name="T52" fmla="*/ 557 w 788"/>
                <a:gd name="T53" fmla="*/ 1034 h 2205"/>
                <a:gd name="T54" fmla="*/ 530 w 788"/>
                <a:gd name="T55" fmla="*/ 1056 h 2205"/>
                <a:gd name="T56" fmla="*/ 526 w 788"/>
                <a:gd name="T57" fmla="*/ 1057 h 2205"/>
                <a:gd name="T58" fmla="*/ 510 w 788"/>
                <a:gd name="T59" fmla="*/ 1061 h 2205"/>
                <a:gd name="T60" fmla="*/ 278 w 788"/>
                <a:gd name="T61" fmla="*/ 1061 h 2205"/>
                <a:gd name="T62" fmla="*/ 263 w 788"/>
                <a:gd name="T63" fmla="*/ 1057 h 2205"/>
                <a:gd name="T64" fmla="*/ 222 w 788"/>
                <a:gd name="T65" fmla="*/ 1021 h 2205"/>
                <a:gd name="T66" fmla="*/ 174 w 788"/>
                <a:gd name="T67" fmla="*/ 767 h 2205"/>
                <a:gd name="T68" fmla="*/ 178 w 788"/>
                <a:gd name="T69" fmla="*/ 655 h 2205"/>
                <a:gd name="T70" fmla="*/ 610 w 788"/>
                <a:gd name="T71" fmla="*/ 655 h 2205"/>
                <a:gd name="T72" fmla="*/ 614 w 788"/>
                <a:gd name="T73" fmla="*/ 767 h 2205"/>
                <a:gd name="T74" fmla="*/ 755 w 788"/>
                <a:gd name="T75" fmla="*/ 622 h 2205"/>
                <a:gd name="T76" fmla="*/ 712 w 788"/>
                <a:gd name="T77" fmla="*/ 622 h 2205"/>
                <a:gd name="T78" fmla="*/ 610 w 788"/>
                <a:gd name="T79" fmla="*/ 622 h 2205"/>
                <a:gd name="T80" fmla="*/ 178 w 788"/>
                <a:gd name="T81" fmla="*/ 622 h 2205"/>
                <a:gd name="T82" fmla="*/ 76 w 788"/>
                <a:gd name="T83" fmla="*/ 622 h 2205"/>
                <a:gd name="T84" fmla="*/ 33 w 788"/>
                <a:gd name="T85" fmla="*/ 622 h 2205"/>
                <a:gd name="T86" fmla="*/ 33 w 788"/>
                <a:gd name="T87" fmla="*/ 33 h 2205"/>
                <a:gd name="T88" fmla="*/ 755 w 788"/>
                <a:gd name="T89" fmla="*/ 33 h 2205"/>
                <a:gd name="T90" fmla="*/ 755 w 788"/>
                <a:gd name="T91" fmla="*/ 622 h 2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88" h="2205">
                  <a:moveTo>
                    <a:pt x="788" y="0"/>
                  </a:moveTo>
                  <a:cubicBezTo>
                    <a:pt x="0" y="0"/>
                    <a:pt x="0" y="0"/>
                    <a:pt x="0" y="0"/>
                  </a:cubicBezTo>
                  <a:cubicBezTo>
                    <a:pt x="0" y="655"/>
                    <a:pt x="0" y="655"/>
                    <a:pt x="0" y="655"/>
                  </a:cubicBezTo>
                  <a:cubicBezTo>
                    <a:pt x="73" y="655"/>
                    <a:pt x="73" y="655"/>
                    <a:pt x="73" y="655"/>
                  </a:cubicBezTo>
                  <a:cubicBezTo>
                    <a:pt x="70" y="695"/>
                    <a:pt x="69" y="733"/>
                    <a:pt x="69" y="767"/>
                  </a:cubicBezTo>
                  <a:cubicBezTo>
                    <a:pt x="69" y="944"/>
                    <a:pt x="104" y="1042"/>
                    <a:pt x="149" y="1099"/>
                  </a:cubicBezTo>
                  <a:cubicBezTo>
                    <a:pt x="171" y="1127"/>
                    <a:pt x="196" y="1144"/>
                    <a:pt x="217" y="1152"/>
                  </a:cubicBezTo>
                  <a:cubicBezTo>
                    <a:pt x="217" y="1436"/>
                    <a:pt x="217" y="1436"/>
                    <a:pt x="217" y="1436"/>
                  </a:cubicBezTo>
                  <a:cubicBezTo>
                    <a:pt x="217" y="1560"/>
                    <a:pt x="217" y="1560"/>
                    <a:pt x="217" y="1560"/>
                  </a:cubicBezTo>
                  <a:cubicBezTo>
                    <a:pt x="217" y="2124"/>
                    <a:pt x="217" y="2124"/>
                    <a:pt x="217" y="2124"/>
                  </a:cubicBezTo>
                  <a:cubicBezTo>
                    <a:pt x="217" y="2169"/>
                    <a:pt x="253" y="2205"/>
                    <a:pt x="298" y="2205"/>
                  </a:cubicBezTo>
                  <a:cubicBezTo>
                    <a:pt x="342" y="2205"/>
                    <a:pt x="379" y="2169"/>
                    <a:pt x="379" y="2124"/>
                  </a:cubicBezTo>
                  <a:cubicBezTo>
                    <a:pt x="379" y="1611"/>
                    <a:pt x="379" y="1611"/>
                    <a:pt x="379" y="1611"/>
                  </a:cubicBezTo>
                  <a:cubicBezTo>
                    <a:pt x="409" y="1611"/>
                    <a:pt x="409" y="1611"/>
                    <a:pt x="409" y="1611"/>
                  </a:cubicBezTo>
                  <a:cubicBezTo>
                    <a:pt x="409" y="2124"/>
                    <a:pt x="409" y="2124"/>
                    <a:pt x="409" y="2124"/>
                  </a:cubicBezTo>
                  <a:cubicBezTo>
                    <a:pt x="409" y="2169"/>
                    <a:pt x="445" y="2205"/>
                    <a:pt x="490" y="2205"/>
                  </a:cubicBezTo>
                  <a:cubicBezTo>
                    <a:pt x="535" y="2205"/>
                    <a:pt x="571" y="2169"/>
                    <a:pt x="571" y="2124"/>
                  </a:cubicBezTo>
                  <a:cubicBezTo>
                    <a:pt x="571" y="1560"/>
                    <a:pt x="571" y="1560"/>
                    <a:pt x="571" y="1560"/>
                  </a:cubicBezTo>
                  <a:cubicBezTo>
                    <a:pt x="571" y="1436"/>
                    <a:pt x="571" y="1436"/>
                    <a:pt x="571" y="1436"/>
                  </a:cubicBezTo>
                  <a:cubicBezTo>
                    <a:pt x="571" y="1152"/>
                    <a:pt x="571" y="1152"/>
                    <a:pt x="571" y="1152"/>
                  </a:cubicBezTo>
                  <a:cubicBezTo>
                    <a:pt x="603" y="1139"/>
                    <a:pt x="642" y="1108"/>
                    <a:pt x="670" y="1048"/>
                  </a:cubicBezTo>
                  <a:cubicBezTo>
                    <a:pt x="699" y="988"/>
                    <a:pt x="719" y="900"/>
                    <a:pt x="719" y="767"/>
                  </a:cubicBezTo>
                  <a:cubicBezTo>
                    <a:pt x="719" y="733"/>
                    <a:pt x="718" y="695"/>
                    <a:pt x="715" y="655"/>
                  </a:cubicBezTo>
                  <a:cubicBezTo>
                    <a:pt x="788" y="655"/>
                    <a:pt x="788" y="655"/>
                    <a:pt x="788" y="655"/>
                  </a:cubicBezTo>
                  <a:lnTo>
                    <a:pt x="788" y="0"/>
                  </a:lnTo>
                  <a:close/>
                  <a:moveTo>
                    <a:pt x="614" y="767"/>
                  </a:moveTo>
                  <a:cubicBezTo>
                    <a:pt x="614" y="931"/>
                    <a:pt x="580" y="1005"/>
                    <a:pt x="557" y="1034"/>
                  </a:cubicBezTo>
                  <a:cubicBezTo>
                    <a:pt x="545" y="1048"/>
                    <a:pt x="536" y="1053"/>
                    <a:pt x="530" y="1056"/>
                  </a:cubicBezTo>
                  <a:cubicBezTo>
                    <a:pt x="528" y="1057"/>
                    <a:pt x="526" y="1057"/>
                    <a:pt x="526" y="1057"/>
                  </a:cubicBezTo>
                  <a:cubicBezTo>
                    <a:pt x="521" y="1057"/>
                    <a:pt x="515" y="1059"/>
                    <a:pt x="510" y="1061"/>
                  </a:cubicBezTo>
                  <a:cubicBezTo>
                    <a:pt x="278" y="1061"/>
                    <a:pt x="278" y="1061"/>
                    <a:pt x="278" y="1061"/>
                  </a:cubicBezTo>
                  <a:cubicBezTo>
                    <a:pt x="274" y="1059"/>
                    <a:pt x="268" y="1058"/>
                    <a:pt x="263" y="1057"/>
                  </a:cubicBezTo>
                  <a:cubicBezTo>
                    <a:pt x="261" y="1056"/>
                    <a:pt x="244" y="1056"/>
                    <a:pt x="222" y="1021"/>
                  </a:cubicBezTo>
                  <a:cubicBezTo>
                    <a:pt x="200" y="986"/>
                    <a:pt x="174" y="911"/>
                    <a:pt x="174" y="767"/>
                  </a:cubicBezTo>
                  <a:cubicBezTo>
                    <a:pt x="174" y="733"/>
                    <a:pt x="175" y="696"/>
                    <a:pt x="178" y="655"/>
                  </a:cubicBezTo>
                  <a:cubicBezTo>
                    <a:pt x="610" y="655"/>
                    <a:pt x="610" y="655"/>
                    <a:pt x="610" y="655"/>
                  </a:cubicBezTo>
                  <a:cubicBezTo>
                    <a:pt x="613" y="696"/>
                    <a:pt x="614" y="733"/>
                    <a:pt x="614" y="767"/>
                  </a:cubicBezTo>
                  <a:close/>
                  <a:moveTo>
                    <a:pt x="755" y="622"/>
                  </a:moveTo>
                  <a:cubicBezTo>
                    <a:pt x="712" y="622"/>
                    <a:pt x="712" y="622"/>
                    <a:pt x="712" y="622"/>
                  </a:cubicBezTo>
                  <a:cubicBezTo>
                    <a:pt x="610" y="622"/>
                    <a:pt x="610" y="622"/>
                    <a:pt x="610" y="622"/>
                  </a:cubicBezTo>
                  <a:cubicBezTo>
                    <a:pt x="178" y="622"/>
                    <a:pt x="178" y="622"/>
                    <a:pt x="178" y="622"/>
                  </a:cubicBezTo>
                  <a:cubicBezTo>
                    <a:pt x="76" y="622"/>
                    <a:pt x="76" y="622"/>
                    <a:pt x="76" y="622"/>
                  </a:cubicBezTo>
                  <a:cubicBezTo>
                    <a:pt x="33" y="622"/>
                    <a:pt x="33" y="622"/>
                    <a:pt x="33" y="622"/>
                  </a:cubicBezTo>
                  <a:cubicBezTo>
                    <a:pt x="33" y="33"/>
                    <a:pt x="33" y="33"/>
                    <a:pt x="33" y="33"/>
                  </a:cubicBezTo>
                  <a:cubicBezTo>
                    <a:pt x="755" y="33"/>
                    <a:pt x="755" y="33"/>
                    <a:pt x="755" y="33"/>
                  </a:cubicBezTo>
                  <a:lnTo>
                    <a:pt x="755" y="6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35" name="Freeform 122"/>
          <p:cNvSpPr>
            <a:spLocks noEditPoints="1"/>
          </p:cNvSpPr>
          <p:nvPr/>
        </p:nvSpPr>
        <p:spPr bwMode="auto">
          <a:xfrm>
            <a:off x="9976045" y="4168695"/>
            <a:ext cx="731799" cy="2080507"/>
          </a:xfrm>
          <a:custGeom>
            <a:avLst/>
            <a:gdLst>
              <a:gd name="T0" fmla="*/ 393 w 787"/>
              <a:gd name="T1" fmla="*/ 0 h 2236"/>
              <a:gd name="T2" fmla="*/ 0 w 787"/>
              <a:gd name="T3" fmla="*/ 394 h 2236"/>
              <a:gd name="T4" fmla="*/ 83 w 787"/>
              <a:gd name="T5" fmla="*/ 636 h 2236"/>
              <a:gd name="T6" fmla="*/ 74 w 787"/>
              <a:gd name="T7" fmla="*/ 661 h 2236"/>
              <a:gd name="T8" fmla="*/ 68 w 787"/>
              <a:gd name="T9" fmla="*/ 798 h 2236"/>
              <a:gd name="T10" fmla="*/ 148 w 787"/>
              <a:gd name="T11" fmla="*/ 1130 h 2236"/>
              <a:gd name="T12" fmla="*/ 216 w 787"/>
              <a:gd name="T13" fmla="*/ 1183 h 2236"/>
              <a:gd name="T14" fmla="*/ 216 w 787"/>
              <a:gd name="T15" fmla="*/ 1467 h 2236"/>
              <a:gd name="T16" fmla="*/ 216 w 787"/>
              <a:gd name="T17" fmla="*/ 1591 h 2236"/>
              <a:gd name="T18" fmla="*/ 216 w 787"/>
              <a:gd name="T19" fmla="*/ 2155 h 2236"/>
              <a:gd name="T20" fmla="*/ 297 w 787"/>
              <a:gd name="T21" fmla="*/ 2236 h 2236"/>
              <a:gd name="T22" fmla="*/ 378 w 787"/>
              <a:gd name="T23" fmla="*/ 2155 h 2236"/>
              <a:gd name="T24" fmla="*/ 378 w 787"/>
              <a:gd name="T25" fmla="*/ 1642 h 2236"/>
              <a:gd name="T26" fmla="*/ 408 w 787"/>
              <a:gd name="T27" fmla="*/ 1642 h 2236"/>
              <a:gd name="T28" fmla="*/ 408 w 787"/>
              <a:gd name="T29" fmla="*/ 2155 h 2236"/>
              <a:gd name="T30" fmla="*/ 489 w 787"/>
              <a:gd name="T31" fmla="*/ 2236 h 2236"/>
              <a:gd name="T32" fmla="*/ 571 w 787"/>
              <a:gd name="T33" fmla="*/ 2155 h 2236"/>
              <a:gd name="T34" fmla="*/ 571 w 787"/>
              <a:gd name="T35" fmla="*/ 1591 h 2236"/>
              <a:gd name="T36" fmla="*/ 571 w 787"/>
              <a:gd name="T37" fmla="*/ 1467 h 2236"/>
              <a:gd name="T38" fmla="*/ 571 w 787"/>
              <a:gd name="T39" fmla="*/ 1183 h 2236"/>
              <a:gd name="T40" fmla="*/ 670 w 787"/>
              <a:gd name="T41" fmla="*/ 1079 h 2236"/>
              <a:gd name="T42" fmla="*/ 718 w 787"/>
              <a:gd name="T43" fmla="*/ 798 h 2236"/>
              <a:gd name="T44" fmla="*/ 712 w 787"/>
              <a:gd name="T45" fmla="*/ 661 h 2236"/>
              <a:gd name="T46" fmla="*/ 703 w 787"/>
              <a:gd name="T47" fmla="*/ 636 h 2236"/>
              <a:gd name="T48" fmla="*/ 787 w 787"/>
              <a:gd name="T49" fmla="*/ 394 h 2236"/>
              <a:gd name="T50" fmla="*/ 393 w 787"/>
              <a:gd name="T51" fmla="*/ 0 h 2236"/>
              <a:gd name="T52" fmla="*/ 556 w 787"/>
              <a:gd name="T53" fmla="*/ 1065 h 2236"/>
              <a:gd name="T54" fmla="*/ 529 w 787"/>
              <a:gd name="T55" fmla="*/ 1087 h 2236"/>
              <a:gd name="T56" fmla="*/ 525 w 787"/>
              <a:gd name="T57" fmla="*/ 1088 h 2236"/>
              <a:gd name="T58" fmla="*/ 509 w 787"/>
              <a:gd name="T59" fmla="*/ 1092 h 2236"/>
              <a:gd name="T60" fmla="*/ 277 w 787"/>
              <a:gd name="T61" fmla="*/ 1092 h 2236"/>
              <a:gd name="T62" fmla="*/ 262 w 787"/>
              <a:gd name="T63" fmla="*/ 1088 h 2236"/>
              <a:gd name="T64" fmla="*/ 221 w 787"/>
              <a:gd name="T65" fmla="*/ 1052 h 2236"/>
              <a:gd name="T66" fmla="*/ 173 w 787"/>
              <a:gd name="T67" fmla="*/ 798 h 2236"/>
              <a:gd name="T68" fmla="*/ 175 w 787"/>
              <a:gd name="T69" fmla="*/ 721 h 2236"/>
              <a:gd name="T70" fmla="*/ 310 w 787"/>
              <a:gd name="T71" fmla="*/ 778 h 2236"/>
              <a:gd name="T72" fmla="*/ 249 w 787"/>
              <a:gd name="T73" fmla="*/ 867 h 2236"/>
              <a:gd name="T74" fmla="*/ 360 w 787"/>
              <a:gd name="T75" fmla="*/ 1044 h 2236"/>
              <a:gd name="T76" fmla="*/ 537 w 787"/>
              <a:gd name="T77" fmla="*/ 934 h 2236"/>
              <a:gd name="T78" fmla="*/ 476 w 787"/>
              <a:gd name="T79" fmla="*/ 778 h 2236"/>
              <a:gd name="T80" fmla="*/ 611 w 787"/>
              <a:gd name="T81" fmla="*/ 721 h 2236"/>
              <a:gd name="T82" fmla="*/ 613 w 787"/>
              <a:gd name="T83" fmla="*/ 798 h 2236"/>
              <a:gd name="T84" fmla="*/ 556 w 787"/>
              <a:gd name="T85" fmla="*/ 1065 h 2236"/>
              <a:gd name="T86" fmla="*/ 676 w 787"/>
              <a:gd name="T87" fmla="*/ 615 h 2236"/>
              <a:gd name="T88" fmla="*/ 608 w 787"/>
              <a:gd name="T89" fmla="*/ 682 h 2236"/>
              <a:gd name="T90" fmla="*/ 406 w 787"/>
              <a:gd name="T91" fmla="*/ 753 h 2236"/>
              <a:gd name="T92" fmla="*/ 393 w 787"/>
              <a:gd name="T93" fmla="*/ 753 h 2236"/>
              <a:gd name="T94" fmla="*/ 380 w 787"/>
              <a:gd name="T95" fmla="*/ 753 h 2236"/>
              <a:gd name="T96" fmla="*/ 178 w 787"/>
              <a:gd name="T97" fmla="*/ 682 h 2236"/>
              <a:gd name="T98" fmla="*/ 110 w 787"/>
              <a:gd name="T99" fmla="*/ 615 h 2236"/>
              <a:gd name="T100" fmla="*/ 33 w 787"/>
              <a:gd name="T101" fmla="*/ 394 h 2236"/>
              <a:gd name="T102" fmla="*/ 393 w 787"/>
              <a:gd name="T103" fmla="*/ 34 h 2236"/>
              <a:gd name="T104" fmla="*/ 753 w 787"/>
              <a:gd name="T105" fmla="*/ 394 h 2236"/>
              <a:gd name="T106" fmla="*/ 676 w 787"/>
              <a:gd name="T107" fmla="*/ 615 h 2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87" h="2236">
                <a:moveTo>
                  <a:pt x="393" y="0"/>
                </a:moveTo>
                <a:cubicBezTo>
                  <a:pt x="176" y="0"/>
                  <a:pt x="0" y="176"/>
                  <a:pt x="0" y="394"/>
                </a:cubicBezTo>
                <a:cubicBezTo>
                  <a:pt x="0" y="485"/>
                  <a:pt x="31" y="569"/>
                  <a:pt x="83" y="636"/>
                </a:cubicBezTo>
                <a:cubicBezTo>
                  <a:pt x="78" y="643"/>
                  <a:pt x="75" y="652"/>
                  <a:pt x="74" y="661"/>
                </a:cubicBezTo>
                <a:cubicBezTo>
                  <a:pt x="70" y="711"/>
                  <a:pt x="68" y="757"/>
                  <a:pt x="68" y="798"/>
                </a:cubicBezTo>
                <a:cubicBezTo>
                  <a:pt x="68" y="975"/>
                  <a:pt x="103" y="1073"/>
                  <a:pt x="148" y="1130"/>
                </a:cubicBezTo>
                <a:cubicBezTo>
                  <a:pt x="170" y="1158"/>
                  <a:pt x="195" y="1175"/>
                  <a:pt x="216" y="1183"/>
                </a:cubicBezTo>
                <a:cubicBezTo>
                  <a:pt x="216" y="1467"/>
                  <a:pt x="216" y="1467"/>
                  <a:pt x="216" y="1467"/>
                </a:cubicBezTo>
                <a:cubicBezTo>
                  <a:pt x="216" y="1591"/>
                  <a:pt x="216" y="1591"/>
                  <a:pt x="216" y="1591"/>
                </a:cubicBezTo>
                <a:cubicBezTo>
                  <a:pt x="216" y="2155"/>
                  <a:pt x="216" y="2155"/>
                  <a:pt x="216" y="2155"/>
                </a:cubicBezTo>
                <a:cubicBezTo>
                  <a:pt x="216" y="2200"/>
                  <a:pt x="252" y="2236"/>
                  <a:pt x="297" y="2236"/>
                </a:cubicBezTo>
                <a:cubicBezTo>
                  <a:pt x="342" y="2236"/>
                  <a:pt x="378" y="2200"/>
                  <a:pt x="378" y="2155"/>
                </a:cubicBezTo>
                <a:cubicBezTo>
                  <a:pt x="378" y="1642"/>
                  <a:pt x="378" y="1642"/>
                  <a:pt x="378" y="1642"/>
                </a:cubicBezTo>
                <a:cubicBezTo>
                  <a:pt x="408" y="1642"/>
                  <a:pt x="408" y="1642"/>
                  <a:pt x="408" y="1642"/>
                </a:cubicBezTo>
                <a:cubicBezTo>
                  <a:pt x="408" y="2155"/>
                  <a:pt x="408" y="2155"/>
                  <a:pt x="408" y="2155"/>
                </a:cubicBezTo>
                <a:cubicBezTo>
                  <a:pt x="408" y="2200"/>
                  <a:pt x="445" y="2236"/>
                  <a:pt x="489" y="2236"/>
                </a:cubicBezTo>
                <a:cubicBezTo>
                  <a:pt x="534" y="2236"/>
                  <a:pt x="571" y="2200"/>
                  <a:pt x="571" y="2155"/>
                </a:cubicBezTo>
                <a:cubicBezTo>
                  <a:pt x="571" y="1591"/>
                  <a:pt x="571" y="1591"/>
                  <a:pt x="571" y="1591"/>
                </a:cubicBezTo>
                <a:cubicBezTo>
                  <a:pt x="571" y="1467"/>
                  <a:pt x="571" y="1467"/>
                  <a:pt x="571" y="1467"/>
                </a:cubicBezTo>
                <a:cubicBezTo>
                  <a:pt x="571" y="1183"/>
                  <a:pt x="571" y="1183"/>
                  <a:pt x="571" y="1183"/>
                </a:cubicBezTo>
                <a:cubicBezTo>
                  <a:pt x="602" y="1170"/>
                  <a:pt x="641" y="1139"/>
                  <a:pt x="670" y="1079"/>
                </a:cubicBezTo>
                <a:cubicBezTo>
                  <a:pt x="698" y="1019"/>
                  <a:pt x="718" y="931"/>
                  <a:pt x="718" y="798"/>
                </a:cubicBezTo>
                <a:cubicBezTo>
                  <a:pt x="718" y="757"/>
                  <a:pt x="716" y="711"/>
                  <a:pt x="712" y="661"/>
                </a:cubicBezTo>
                <a:cubicBezTo>
                  <a:pt x="711" y="652"/>
                  <a:pt x="708" y="643"/>
                  <a:pt x="703" y="636"/>
                </a:cubicBezTo>
                <a:cubicBezTo>
                  <a:pt x="756" y="569"/>
                  <a:pt x="787" y="485"/>
                  <a:pt x="787" y="394"/>
                </a:cubicBezTo>
                <a:cubicBezTo>
                  <a:pt x="787" y="176"/>
                  <a:pt x="611" y="0"/>
                  <a:pt x="393" y="0"/>
                </a:cubicBezTo>
                <a:close/>
                <a:moveTo>
                  <a:pt x="556" y="1065"/>
                </a:moveTo>
                <a:cubicBezTo>
                  <a:pt x="544" y="1079"/>
                  <a:pt x="535" y="1084"/>
                  <a:pt x="529" y="1087"/>
                </a:cubicBezTo>
                <a:cubicBezTo>
                  <a:pt x="527" y="1088"/>
                  <a:pt x="526" y="1088"/>
                  <a:pt x="525" y="1088"/>
                </a:cubicBezTo>
                <a:cubicBezTo>
                  <a:pt x="520" y="1088"/>
                  <a:pt x="514" y="1090"/>
                  <a:pt x="509" y="1092"/>
                </a:cubicBezTo>
                <a:cubicBezTo>
                  <a:pt x="277" y="1092"/>
                  <a:pt x="277" y="1092"/>
                  <a:pt x="277" y="1092"/>
                </a:cubicBezTo>
                <a:cubicBezTo>
                  <a:pt x="273" y="1090"/>
                  <a:pt x="268" y="1089"/>
                  <a:pt x="262" y="1088"/>
                </a:cubicBezTo>
                <a:cubicBezTo>
                  <a:pt x="260" y="1087"/>
                  <a:pt x="244" y="1087"/>
                  <a:pt x="221" y="1052"/>
                </a:cubicBezTo>
                <a:cubicBezTo>
                  <a:pt x="199" y="1017"/>
                  <a:pt x="173" y="942"/>
                  <a:pt x="173" y="798"/>
                </a:cubicBezTo>
                <a:cubicBezTo>
                  <a:pt x="173" y="774"/>
                  <a:pt x="174" y="749"/>
                  <a:pt x="175" y="721"/>
                </a:cubicBezTo>
                <a:cubicBezTo>
                  <a:pt x="216" y="748"/>
                  <a:pt x="261" y="768"/>
                  <a:pt x="310" y="778"/>
                </a:cubicBezTo>
                <a:cubicBezTo>
                  <a:pt x="280" y="798"/>
                  <a:pt x="258" y="829"/>
                  <a:pt x="249" y="867"/>
                </a:cubicBezTo>
                <a:cubicBezTo>
                  <a:pt x="231" y="946"/>
                  <a:pt x="280" y="1025"/>
                  <a:pt x="360" y="1044"/>
                </a:cubicBezTo>
                <a:cubicBezTo>
                  <a:pt x="439" y="1062"/>
                  <a:pt x="518" y="1013"/>
                  <a:pt x="537" y="934"/>
                </a:cubicBezTo>
                <a:cubicBezTo>
                  <a:pt x="551" y="873"/>
                  <a:pt x="525" y="812"/>
                  <a:pt x="476" y="778"/>
                </a:cubicBezTo>
                <a:cubicBezTo>
                  <a:pt x="525" y="768"/>
                  <a:pt x="571" y="748"/>
                  <a:pt x="611" y="721"/>
                </a:cubicBezTo>
                <a:cubicBezTo>
                  <a:pt x="613" y="749"/>
                  <a:pt x="613" y="774"/>
                  <a:pt x="613" y="798"/>
                </a:cubicBezTo>
                <a:cubicBezTo>
                  <a:pt x="613" y="962"/>
                  <a:pt x="580" y="1036"/>
                  <a:pt x="556" y="1065"/>
                </a:cubicBezTo>
                <a:close/>
                <a:moveTo>
                  <a:pt x="676" y="615"/>
                </a:moveTo>
                <a:cubicBezTo>
                  <a:pt x="657" y="640"/>
                  <a:pt x="634" y="663"/>
                  <a:pt x="608" y="682"/>
                </a:cubicBezTo>
                <a:cubicBezTo>
                  <a:pt x="552" y="724"/>
                  <a:pt x="482" y="750"/>
                  <a:pt x="406" y="753"/>
                </a:cubicBezTo>
                <a:cubicBezTo>
                  <a:pt x="402" y="753"/>
                  <a:pt x="398" y="753"/>
                  <a:pt x="393" y="753"/>
                </a:cubicBezTo>
                <a:cubicBezTo>
                  <a:pt x="389" y="753"/>
                  <a:pt x="384" y="753"/>
                  <a:pt x="380" y="753"/>
                </a:cubicBezTo>
                <a:cubicBezTo>
                  <a:pt x="304" y="750"/>
                  <a:pt x="235" y="724"/>
                  <a:pt x="178" y="682"/>
                </a:cubicBezTo>
                <a:cubicBezTo>
                  <a:pt x="152" y="663"/>
                  <a:pt x="130" y="640"/>
                  <a:pt x="110" y="615"/>
                </a:cubicBezTo>
                <a:cubicBezTo>
                  <a:pt x="62" y="554"/>
                  <a:pt x="33" y="477"/>
                  <a:pt x="33" y="394"/>
                </a:cubicBezTo>
                <a:cubicBezTo>
                  <a:pt x="33" y="195"/>
                  <a:pt x="194" y="34"/>
                  <a:pt x="393" y="34"/>
                </a:cubicBezTo>
                <a:cubicBezTo>
                  <a:pt x="592" y="34"/>
                  <a:pt x="753" y="195"/>
                  <a:pt x="753" y="394"/>
                </a:cubicBezTo>
                <a:cubicBezTo>
                  <a:pt x="753" y="477"/>
                  <a:pt x="724" y="554"/>
                  <a:pt x="676" y="61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136" name="组合 135"/>
          <p:cNvGrpSpPr/>
          <p:nvPr/>
        </p:nvGrpSpPr>
        <p:grpSpPr>
          <a:xfrm>
            <a:off x="7572097" y="4523355"/>
            <a:ext cx="1004039" cy="1725847"/>
            <a:chOff x="7572097" y="4523355"/>
            <a:chExt cx="1004039" cy="1725847"/>
          </a:xfrm>
          <a:solidFill>
            <a:schemeClr val="tx1">
              <a:lumMod val="65000"/>
              <a:lumOff val="35000"/>
            </a:schemeClr>
          </a:solidFill>
        </p:grpSpPr>
        <p:sp>
          <p:nvSpPr>
            <p:cNvPr id="137" name="Freeform 123"/>
            <p:cNvSpPr>
              <a:spLocks/>
            </p:cNvSpPr>
            <p:nvPr/>
          </p:nvSpPr>
          <p:spPr bwMode="auto">
            <a:xfrm>
              <a:off x="7663260" y="4523355"/>
              <a:ext cx="912876" cy="1725847"/>
            </a:xfrm>
            <a:custGeom>
              <a:avLst/>
              <a:gdLst>
                <a:gd name="T0" fmla="*/ 64 w 981"/>
                <a:gd name="T1" fmla="*/ 1140 h 1854"/>
                <a:gd name="T2" fmla="*/ 69 w 981"/>
                <a:gd name="T3" fmla="*/ 1170 h 1854"/>
                <a:gd name="T4" fmla="*/ 66 w 981"/>
                <a:gd name="T5" fmla="*/ 1176 h 1854"/>
                <a:gd name="T6" fmla="*/ 66 w 981"/>
                <a:gd name="T7" fmla="*/ 1176 h 1854"/>
                <a:gd name="T8" fmla="*/ 0 w 981"/>
                <a:gd name="T9" fmla="*/ 1671 h 1854"/>
                <a:gd name="T10" fmla="*/ 1 w 981"/>
                <a:gd name="T11" fmla="*/ 1775 h 1854"/>
                <a:gd name="T12" fmla="*/ 83 w 981"/>
                <a:gd name="T13" fmla="*/ 1854 h 1854"/>
                <a:gd name="T14" fmla="*/ 86 w 981"/>
                <a:gd name="T15" fmla="*/ 1854 h 1854"/>
                <a:gd name="T16" fmla="*/ 165 w 981"/>
                <a:gd name="T17" fmla="*/ 1770 h 1854"/>
                <a:gd name="T18" fmla="*/ 164 w 981"/>
                <a:gd name="T19" fmla="*/ 1671 h 1854"/>
                <a:gd name="T20" fmla="*/ 191 w 981"/>
                <a:gd name="T21" fmla="*/ 1330 h 1854"/>
                <a:gd name="T22" fmla="*/ 193 w 981"/>
                <a:gd name="T23" fmla="*/ 1321 h 1854"/>
                <a:gd name="T24" fmla="*/ 193 w 981"/>
                <a:gd name="T25" fmla="*/ 1854 h 1854"/>
                <a:gd name="T26" fmla="*/ 981 w 981"/>
                <a:gd name="T27" fmla="*/ 1854 h 1854"/>
                <a:gd name="T28" fmla="*/ 981 w 981"/>
                <a:gd name="T29" fmla="*/ 0 h 1854"/>
                <a:gd name="T30" fmla="*/ 193 w 981"/>
                <a:gd name="T31" fmla="*/ 0 h 1854"/>
                <a:gd name="T32" fmla="*/ 193 w 981"/>
                <a:gd name="T33" fmla="*/ 363 h 1854"/>
                <a:gd name="T34" fmla="*/ 226 w 981"/>
                <a:gd name="T35" fmla="*/ 386 h 1854"/>
                <a:gd name="T36" fmla="*/ 226 w 981"/>
                <a:gd name="T37" fmla="*/ 33 h 1854"/>
                <a:gd name="T38" fmla="*/ 948 w 981"/>
                <a:gd name="T39" fmla="*/ 33 h 1854"/>
                <a:gd name="T40" fmla="*/ 948 w 981"/>
                <a:gd name="T41" fmla="*/ 1822 h 1854"/>
                <a:gd name="T42" fmla="*/ 226 w 981"/>
                <a:gd name="T43" fmla="*/ 1822 h 1854"/>
                <a:gd name="T44" fmla="*/ 226 w 981"/>
                <a:gd name="T45" fmla="*/ 1241 h 1854"/>
                <a:gd name="T46" fmla="*/ 226 w 981"/>
                <a:gd name="T47" fmla="*/ 1212 h 1854"/>
                <a:gd name="T48" fmla="*/ 193 w 981"/>
                <a:gd name="T49" fmla="*/ 1200 h 1854"/>
                <a:gd name="T50" fmla="*/ 64 w 981"/>
                <a:gd name="T51" fmla="*/ 1140 h 18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81" h="1854">
                  <a:moveTo>
                    <a:pt x="64" y="1140"/>
                  </a:moveTo>
                  <a:cubicBezTo>
                    <a:pt x="69" y="1170"/>
                    <a:pt x="69" y="1170"/>
                    <a:pt x="69" y="1170"/>
                  </a:cubicBezTo>
                  <a:cubicBezTo>
                    <a:pt x="68" y="1172"/>
                    <a:pt x="67" y="1174"/>
                    <a:pt x="66" y="1176"/>
                  </a:cubicBezTo>
                  <a:cubicBezTo>
                    <a:pt x="66" y="1176"/>
                    <a:pt x="66" y="1176"/>
                    <a:pt x="66" y="1176"/>
                  </a:cubicBezTo>
                  <a:cubicBezTo>
                    <a:pt x="60" y="1189"/>
                    <a:pt x="0" y="1323"/>
                    <a:pt x="0" y="1671"/>
                  </a:cubicBezTo>
                  <a:cubicBezTo>
                    <a:pt x="0" y="1704"/>
                    <a:pt x="0" y="1738"/>
                    <a:pt x="1" y="1775"/>
                  </a:cubicBezTo>
                  <a:cubicBezTo>
                    <a:pt x="3" y="1819"/>
                    <a:pt x="39" y="1854"/>
                    <a:pt x="83" y="1854"/>
                  </a:cubicBezTo>
                  <a:cubicBezTo>
                    <a:pt x="84" y="1854"/>
                    <a:pt x="85" y="1854"/>
                    <a:pt x="86" y="1854"/>
                  </a:cubicBezTo>
                  <a:cubicBezTo>
                    <a:pt x="131" y="1853"/>
                    <a:pt x="167" y="1815"/>
                    <a:pt x="165" y="1770"/>
                  </a:cubicBezTo>
                  <a:cubicBezTo>
                    <a:pt x="164" y="1735"/>
                    <a:pt x="164" y="1702"/>
                    <a:pt x="164" y="1671"/>
                  </a:cubicBezTo>
                  <a:cubicBezTo>
                    <a:pt x="164" y="1506"/>
                    <a:pt x="178" y="1397"/>
                    <a:pt x="191" y="1330"/>
                  </a:cubicBezTo>
                  <a:cubicBezTo>
                    <a:pt x="192" y="1327"/>
                    <a:pt x="193" y="1324"/>
                    <a:pt x="193" y="1321"/>
                  </a:cubicBezTo>
                  <a:cubicBezTo>
                    <a:pt x="193" y="1854"/>
                    <a:pt x="193" y="1854"/>
                    <a:pt x="193" y="1854"/>
                  </a:cubicBezTo>
                  <a:cubicBezTo>
                    <a:pt x="981" y="1854"/>
                    <a:pt x="981" y="1854"/>
                    <a:pt x="981" y="1854"/>
                  </a:cubicBezTo>
                  <a:cubicBezTo>
                    <a:pt x="981" y="0"/>
                    <a:pt x="981" y="0"/>
                    <a:pt x="981" y="0"/>
                  </a:cubicBezTo>
                  <a:cubicBezTo>
                    <a:pt x="193" y="0"/>
                    <a:pt x="193" y="0"/>
                    <a:pt x="193" y="0"/>
                  </a:cubicBezTo>
                  <a:cubicBezTo>
                    <a:pt x="193" y="363"/>
                    <a:pt x="193" y="363"/>
                    <a:pt x="193" y="363"/>
                  </a:cubicBezTo>
                  <a:cubicBezTo>
                    <a:pt x="205" y="369"/>
                    <a:pt x="216" y="377"/>
                    <a:pt x="226" y="386"/>
                  </a:cubicBezTo>
                  <a:cubicBezTo>
                    <a:pt x="226" y="33"/>
                    <a:pt x="226" y="33"/>
                    <a:pt x="226" y="33"/>
                  </a:cubicBezTo>
                  <a:cubicBezTo>
                    <a:pt x="948" y="33"/>
                    <a:pt x="948" y="33"/>
                    <a:pt x="948" y="33"/>
                  </a:cubicBezTo>
                  <a:cubicBezTo>
                    <a:pt x="948" y="1822"/>
                    <a:pt x="948" y="1822"/>
                    <a:pt x="948" y="1822"/>
                  </a:cubicBezTo>
                  <a:cubicBezTo>
                    <a:pt x="226" y="1822"/>
                    <a:pt x="226" y="1822"/>
                    <a:pt x="226" y="1822"/>
                  </a:cubicBezTo>
                  <a:cubicBezTo>
                    <a:pt x="226" y="1241"/>
                    <a:pt x="226" y="1241"/>
                    <a:pt x="226" y="1241"/>
                  </a:cubicBezTo>
                  <a:cubicBezTo>
                    <a:pt x="226" y="1212"/>
                    <a:pt x="226" y="1212"/>
                    <a:pt x="226" y="1212"/>
                  </a:cubicBezTo>
                  <a:cubicBezTo>
                    <a:pt x="215" y="1208"/>
                    <a:pt x="204" y="1204"/>
                    <a:pt x="193" y="1200"/>
                  </a:cubicBezTo>
                  <a:cubicBezTo>
                    <a:pt x="144" y="1180"/>
                    <a:pt x="101" y="1161"/>
                    <a:pt x="64" y="11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124"/>
            <p:cNvSpPr>
              <a:spLocks/>
            </p:cNvSpPr>
            <p:nvPr/>
          </p:nvSpPr>
          <p:spPr bwMode="auto">
            <a:xfrm>
              <a:off x="7572097" y="5109044"/>
              <a:ext cx="385880" cy="539483"/>
            </a:xfrm>
            <a:custGeom>
              <a:avLst/>
              <a:gdLst>
                <a:gd name="T0" fmla="*/ 168 w 415"/>
                <a:gd name="T1" fmla="*/ 499 h 579"/>
                <a:gd name="T2" fmla="*/ 179 w 415"/>
                <a:gd name="T3" fmla="*/ 505 h 579"/>
                <a:gd name="T4" fmla="*/ 190 w 415"/>
                <a:gd name="T5" fmla="*/ 511 h 579"/>
                <a:gd name="T6" fmla="*/ 201 w 415"/>
                <a:gd name="T7" fmla="*/ 516 h 579"/>
                <a:gd name="T8" fmla="*/ 219 w 415"/>
                <a:gd name="T9" fmla="*/ 525 h 579"/>
                <a:gd name="T10" fmla="*/ 231 w 415"/>
                <a:gd name="T11" fmla="*/ 531 h 579"/>
                <a:gd name="T12" fmla="*/ 244 w 415"/>
                <a:gd name="T13" fmla="*/ 537 h 579"/>
                <a:gd name="T14" fmla="*/ 257 w 415"/>
                <a:gd name="T15" fmla="*/ 543 h 579"/>
                <a:gd name="T16" fmla="*/ 277 w 415"/>
                <a:gd name="T17" fmla="*/ 551 h 579"/>
                <a:gd name="T18" fmla="*/ 291 w 415"/>
                <a:gd name="T19" fmla="*/ 557 h 579"/>
                <a:gd name="T20" fmla="*/ 298 w 415"/>
                <a:gd name="T21" fmla="*/ 559 h 579"/>
                <a:gd name="T22" fmla="*/ 313 w 415"/>
                <a:gd name="T23" fmla="*/ 565 h 579"/>
                <a:gd name="T24" fmla="*/ 324 w 415"/>
                <a:gd name="T25" fmla="*/ 569 h 579"/>
                <a:gd name="T26" fmla="*/ 345 w 415"/>
                <a:gd name="T27" fmla="*/ 576 h 579"/>
                <a:gd name="T28" fmla="*/ 411 w 415"/>
                <a:gd name="T29" fmla="*/ 544 h 579"/>
                <a:gd name="T30" fmla="*/ 379 w 415"/>
                <a:gd name="T31" fmla="*/ 477 h 579"/>
                <a:gd name="T32" fmla="*/ 291 w 415"/>
                <a:gd name="T33" fmla="*/ 443 h 579"/>
                <a:gd name="T34" fmla="*/ 144 w 415"/>
                <a:gd name="T35" fmla="*/ 354 h 579"/>
                <a:gd name="T36" fmla="*/ 139 w 415"/>
                <a:gd name="T37" fmla="*/ 349 h 579"/>
                <a:gd name="T38" fmla="*/ 134 w 415"/>
                <a:gd name="T39" fmla="*/ 343 h 579"/>
                <a:gd name="T40" fmla="*/ 129 w 415"/>
                <a:gd name="T41" fmla="*/ 338 h 579"/>
                <a:gd name="T42" fmla="*/ 105 w 415"/>
                <a:gd name="T43" fmla="*/ 282 h 579"/>
                <a:gd name="T44" fmla="*/ 123 w 415"/>
                <a:gd name="T45" fmla="*/ 303 h 579"/>
                <a:gd name="T46" fmla="*/ 160 w 415"/>
                <a:gd name="T47" fmla="*/ 350 h 579"/>
                <a:gd name="T48" fmla="*/ 324 w 415"/>
                <a:gd name="T49" fmla="*/ 443 h 579"/>
                <a:gd name="T50" fmla="*/ 324 w 415"/>
                <a:gd name="T51" fmla="*/ 0 h 579"/>
                <a:gd name="T52" fmla="*/ 291 w 415"/>
                <a:gd name="T53" fmla="*/ 59 h 579"/>
                <a:gd name="T54" fmla="*/ 114 w 415"/>
                <a:gd name="T55" fmla="*/ 96 h 579"/>
                <a:gd name="T56" fmla="*/ 59 w 415"/>
                <a:gd name="T57" fmla="*/ 145 h 579"/>
                <a:gd name="T58" fmla="*/ 0 w 415"/>
                <a:gd name="T59" fmla="*/ 282 h 579"/>
                <a:gd name="T60" fmla="*/ 128 w 415"/>
                <a:gd name="T61" fmla="*/ 474 h 579"/>
                <a:gd name="T62" fmla="*/ 164 w 415"/>
                <a:gd name="T63" fmla="*/ 497 h 5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15" h="579">
                  <a:moveTo>
                    <a:pt x="164" y="497"/>
                  </a:moveTo>
                  <a:cubicBezTo>
                    <a:pt x="166" y="498"/>
                    <a:pt x="167" y="499"/>
                    <a:pt x="168" y="499"/>
                  </a:cubicBezTo>
                  <a:cubicBezTo>
                    <a:pt x="170" y="500"/>
                    <a:pt x="173" y="502"/>
                    <a:pt x="175" y="503"/>
                  </a:cubicBezTo>
                  <a:cubicBezTo>
                    <a:pt x="176" y="504"/>
                    <a:pt x="178" y="504"/>
                    <a:pt x="179" y="505"/>
                  </a:cubicBezTo>
                  <a:cubicBezTo>
                    <a:pt x="181" y="506"/>
                    <a:pt x="183" y="507"/>
                    <a:pt x="185" y="509"/>
                  </a:cubicBezTo>
                  <a:cubicBezTo>
                    <a:pt x="187" y="509"/>
                    <a:pt x="188" y="510"/>
                    <a:pt x="190" y="511"/>
                  </a:cubicBezTo>
                  <a:cubicBezTo>
                    <a:pt x="192" y="512"/>
                    <a:pt x="194" y="513"/>
                    <a:pt x="197" y="514"/>
                  </a:cubicBezTo>
                  <a:cubicBezTo>
                    <a:pt x="198" y="515"/>
                    <a:pt x="199" y="516"/>
                    <a:pt x="201" y="516"/>
                  </a:cubicBezTo>
                  <a:cubicBezTo>
                    <a:pt x="205" y="519"/>
                    <a:pt x="210" y="521"/>
                    <a:pt x="214" y="523"/>
                  </a:cubicBezTo>
                  <a:cubicBezTo>
                    <a:pt x="216" y="524"/>
                    <a:pt x="217" y="525"/>
                    <a:pt x="219" y="525"/>
                  </a:cubicBezTo>
                  <a:cubicBezTo>
                    <a:pt x="221" y="526"/>
                    <a:pt x="223" y="527"/>
                    <a:pt x="226" y="529"/>
                  </a:cubicBezTo>
                  <a:cubicBezTo>
                    <a:pt x="227" y="529"/>
                    <a:pt x="229" y="530"/>
                    <a:pt x="231" y="531"/>
                  </a:cubicBezTo>
                  <a:cubicBezTo>
                    <a:pt x="233" y="532"/>
                    <a:pt x="236" y="533"/>
                    <a:pt x="238" y="534"/>
                  </a:cubicBezTo>
                  <a:cubicBezTo>
                    <a:pt x="240" y="535"/>
                    <a:pt x="242" y="536"/>
                    <a:pt x="244" y="537"/>
                  </a:cubicBezTo>
                  <a:cubicBezTo>
                    <a:pt x="246" y="538"/>
                    <a:pt x="249" y="539"/>
                    <a:pt x="251" y="540"/>
                  </a:cubicBezTo>
                  <a:cubicBezTo>
                    <a:pt x="253" y="541"/>
                    <a:pt x="255" y="542"/>
                    <a:pt x="257" y="543"/>
                  </a:cubicBezTo>
                  <a:cubicBezTo>
                    <a:pt x="260" y="544"/>
                    <a:pt x="262" y="545"/>
                    <a:pt x="264" y="546"/>
                  </a:cubicBezTo>
                  <a:cubicBezTo>
                    <a:pt x="269" y="547"/>
                    <a:pt x="273" y="549"/>
                    <a:pt x="277" y="551"/>
                  </a:cubicBezTo>
                  <a:cubicBezTo>
                    <a:pt x="279" y="552"/>
                    <a:pt x="281" y="553"/>
                    <a:pt x="283" y="553"/>
                  </a:cubicBezTo>
                  <a:cubicBezTo>
                    <a:pt x="286" y="554"/>
                    <a:pt x="289" y="555"/>
                    <a:pt x="291" y="557"/>
                  </a:cubicBezTo>
                  <a:cubicBezTo>
                    <a:pt x="291" y="557"/>
                    <a:pt x="292" y="557"/>
                    <a:pt x="292" y="557"/>
                  </a:cubicBezTo>
                  <a:cubicBezTo>
                    <a:pt x="294" y="557"/>
                    <a:pt x="296" y="558"/>
                    <a:pt x="298" y="559"/>
                  </a:cubicBezTo>
                  <a:cubicBezTo>
                    <a:pt x="301" y="560"/>
                    <a:pt x="304" y="561"/>
                    <a:pt x="307" y="562"/>
                  </a:cubicBezTo>
                  <a:cubicBezTo>
                    <a:pt x="309" y="563"/>
                    <a:pt x="311" y="564"/>
                    <a:pt x="313" y="565"/>
                  </a:cubicBezTo>
                  <a:cubicBezTo>
                    <a:pt x="317" y="566"/>
                    <a:pt x="320" y="567"/>
                    <a:pt x="323" y="568"/>
                  </a:cubicBezTo>
                  <a:cubicBezTo>
                    <a:pt x="323" y="569"/>
                    <a:pt x="324" y="569"/>
                    <a:pt x="324" y="569"/>
                  </a:cubicBezTo>
                  <a:cubicBezTo>
                    <a:pt x="326" y="569"/>
                    <a:pt x="327" y="570"/>
                    <a:pt x="329" y="571"/>
                  </a:cubicBezTo>
                  <a:cubicBezTo>
                    <a:pt x="334" y="572"/>
                    <a:pt x="339" y="574"/>
                    <a:pt x="345" y="576"/>
                  </a:cubicBezTo>
                  <a:cubicBezTo>
                    <a:pt x="350" y="578"/>
                    <a:pt x="356" y="579"/>
                    <a:pt x="362" y="579"/>
                  </a:cubicBezTo>
                  <a:cubicBezTo>
                    <a:pt x="384" y="579"/>
                    <a:pt x="404" y="565"/>
                    <a:pt x="411" y="544"/>
                  </a:cubicBezTo>
                  <a:cubicBezTo>
                    <a:pt x="413" y="539"/>
                    <a:pt x="414" y="533"/>
                    <a:pt x="414" y="528"/>
                  </a:cubicBezTo>
                  <a:cubicBezTo>
                    <a:pt x="415" y="506"/>
                    <a:pt x="401" y="485"/>
                    <a:pt x="379" y="477"/>
                  </a:cubicBezTo>
                  <a:cubicBezTo>
                    <a:pt x="359" y="470"/>
                    <a:pt x="341" y="463"/>
                    <a:pt x="324" y="457"/>
                  </a:cubicBezTo>
                  <a:cubicBezTo>
                    <a:pt x="313" y="452"/>
                    <a:pt x="302" y="448"/>
                    <a:pt x="291" y="443"/>
                  </a:cubicBezTo>
                  <a:cubicBezTo>
                    <a:pt x="224" y="414"/>
                    <a:pt x="179" y="385"/>
                    <a:pt x="151" y="360"/>
                  </a:cubicBezTo>
                  <a:cubicBezTo>
                    <a:pt x="149" y="358"/>
                    <a:pt x="147" y="356"/>
                    <a:pt x="144" y="354"/>
                  </a:cubicBezTo>
                  <a:cubicBezTo>
                    <a:pt x="143" y="353"/>
                    <a:pt x="142" y="351"/>
                    <a:pt x="140" y="350"/>
                  </a:cubicBezTo>
                  <a:cubicBezTo>
                    <a:pt x="140" y="350"/>
                    <a:pt x="139" y="349"/>
                    <a:pt x="139" y="349"/>
                  </a:cubicBezTo>
                  <a:cubicBezTo>
                    <a:pt x="137" y="347"/>
                    <a:pt x="136" y="345"/>
                    <a:pt x="134" y="343"/>
                  </a:cubicBezTo>
                  <a:cubicBezTo>
                    <a:pt x="134" y="343"/>
                    <a:pt x="134" y="343"/>
                    <a:pt x="134" y="343"/>
                  </a:cubicBezTo>
                  <a:cubicBezTo>
                    <a:pt x="132" y="342"/>
                    <a:pt x="131" y="340"/>
                    <a:pt x="129" y="338"/>
                  </a:cubicBezTo>
                  <a:cubicBezTo>
                    <a:pt x="129" y="338"/>
                    <a:pt x="129" y="338"/>
                    <a:pt x="129" y="338"/>
                  </a:cubicBezTo>
                  <a:cubicBezTo>
                    <a:pt x="122" y="330"/>
                    <a:pt x="117" y="322"/>
                    <a:pt x="114" y="315"/>
                  </a:cubicBezTo>
                  <a:cubicBezTo>
                    <a:pt x="107" y="302"/>
                    <a:pt x="105" y="292"/>
                    <a:pt x="105" y="282"/>
                  </a:cubicBezTo>
                  <a:cubicBezTo>
                    <a:pt x="105" y="272"/>
                    <a:pt x="108" y="261"/>
                    <a:pt x="113" y="251"/>
                  </a:cubicBezTo>
                  <a:cubicBezTo>
                    <a:pt x="123" y="303"/>
                    <a:pt x="123" y="303"/>
                    <a:pt x="123" y="303"/>
                  </a:cubicBezTo>
                  <a:cubicBezTo>
                    <a:pt x="124" y="305"/>
                    <a:pt x="124" y="307"/>
                    <a:pt x="125" y="309"/>
                  </a:cubicBezTo>
                  <a:cubicBezTo>
                    <a:pt x="132" y="322"/>
                    <a:pt x="144" y="336"/>
                    <a:pt x="160" y="350"/>
                  </a:cubicBezTo>
                  <a:cubicBezTo>
                    <a:pt x="182" y="370"/>
                    <a:pt x="222" y="398"/>
                    <a:pt x="291" y="429"/>
                  </a:cubicBezTo>
                  <a:cubicBezTo>
                    <a:pt x="302" y="433"/>
                    <a:pt x="313" y="438"/>
                    <a:pt x="324" y="443"/>
                  </a:cubicBezTo>
                  <a:cubicBezTo>
                    <a:pt x="324" y="52"/>
                    <a:pt x="324" y="52"/>
                    <a:pt x="324" y="52"/>
                  </a:cubicBezTo>
                  <a:cubicBezTo>
                    <a:pt x="324" y="0"/>
                    <a:pt x="324" y="0"/>
                    <a:pt x="324" y="0"/>
                  </a:cubicBezTo>
                  <a:cubicBezTo>
                    <a:pt x="314" y="9"/>
                    <a:pt x="303" y="16"/>
                    <a:pt x="291" y="23"/>
                  </a:cubicBezTo>
                  <a:cubicBezTo>
                    <a:pt x="291" y="59"/>
                    <a:pt x="291" y="59"/>
                    <a:pt x="291" y="59"/>
                  </a:cubicBezTo>
                  <a:cubicBezTo>
                    <a:pt x="134" y="88"/>
                    <a:pt x="134" y="88"/>
                    <a:pt x="134" y="88"/>
                  </a:cubicBezTo>
                  <a:cubicBezTo>
                    <a:pt x="127" y="89"/>
                    <a:pt x="120" y="92"/>
                    <a:pt x="114" y="96"/>
                  </a:cubicBezTo>
                  <a:cubicBezTo>
                    <a:pt x="114" y="97"/>
                    <a:pt x="114" y="97"/>
                    <a:pt x="114" y="97"/>
                  </a:cubicBezTo>
                  <a:cubicBezTo>
                    <a:pt x="112" y="98"/>
                    <a:pt x="86" y="115"/>
                    <a:pt x="59" y="145"/>
                  </a:cubicBezTo>
                  <a:cubicBezTo>
                    <a:pt x="45" y="161"/>
                    <a:pt x="31" y="179"/>
                    <a:pt x="20" y="202"/>
                  </a:cubicBezTo>
                  <a:cubicBezTo>
                    <a:pt x="9" y="225"/>
                    <a:pt x="0" y="252"/>
                    <a:pt x="0" y="282"/>
                  </a:cubicBezTo>
                  <a:cubicBezTo>
                    <a:pt x="0" y="308"/>
                    <a:pt x="7" y="336"/>
                    <a:pt x="20" y="362"/>
                  </a:cubicBezTo>
                  <a:cubicBezTo>
                    <a:pt x="40" y="402"/>
                    <a:pt x="76" y="439"/>
                    <a:pt x="128" y="474"/>
                  </a:cubicBezTo>
                  <a:cubicBezTo>
                    <a:pt x="137" y="481"/>
                    <a:pt x="148" y="487"/>
                    <a:pt x="158" y="494"/>
                  </a:cubicBezTo>
                  <a:lnTo>
                    <a:pt x="164" y="49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125"/>
            <p:cNvSpPr>
              <a:spLocks/>
            </p:cNvSpPr>
            <p:nvPr/>
          </p:nvSpPr>
          <p:spPr bwMode="auto">
            <a:xfrm>
              <a:off x="7630791" y="4855537"/>
              <a:ext cx="278483" cy="278483"/>
            </a:xfrm>
            <a:custGeom>
              <a:avLst/>
              <a:gdLst>
                <a:gd name="T0" fmla="*/ 261 w 300"/>
                <a:gd name="T1" fmla="*/ 53 h 300"/>
                <a:gd name="T2" fmla="*/ 228 w 300"/>
                <a:gd name="T3" fmla="*/ 26 h 300"/>
                <a:gd name="T4" fmla="*/ 157 w 300"/>
                <a:gd name="T5" fmla="*/ 4 h 300"/>
                <a:gd name="T6" fmla="*/ 3 w 300"/>
                <a:gd name="T7" fmla="*/ 145 h 300"/>
                <a:gd name="T8" fmla="*/ 144 w 300"/>
                <a:gd name="T9" fmla="*/ 299 h 300"/>
                <a:gd name="T10" fmla="*/ 228 w 300"/>
                <a:gd name="T11" fmla="*/ 277 h 300"/>
                <a:gd name="T12" fmla="*/ 261 w 300"/>
                <a:gd name="T13" fmla="*/ 249 h 300"/>
                <a:gd name="T14" fmla="*/ 298 w 300"/>
                <a:gd name="T15" fmla="*/ 158 h 300"/>
                <a:gd name="T16" fmla="*/ 261 w 300"/>
                <a:gd name="T17" fmla="*/ 53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0" h="300">
                  <a:moveTo>
                    <a:pt x="261" y="53"/>
                  </a:moveTo>
                  <a:cubicBezTo>
                    <a:pt x="252" y="43"/>
                    <a:pt x="241" y="33"/>
                    <a:pt x="228" y="26"/>
                  </a:cubicBezTo>
                  <a:cubicBezTo>
                    <a:pt x="208" y="13"/>
                    <a:pt x="183" y="5"/>
                    <a:pt x="157" y="4"/>
                  </a:cubicBezTo>
                  <a:cubicBezTo>
                    <a:pt x="76" y="0"/>
                    <a:pt x="7" y="63"/>
                    <a:pt x="3" y="145"/>
                  </a:cubicBezTo>
                  <a:cubicBezTo>
                    <a:pt x="0" y="226"/>
                    <a:pt x="63" y="295"/>
                    <a:pt x="144" y="299"/>
                  </a:cubicBezTo>
                  <a:cubicBezTo>
                    <a:pt x="175" y="300"/>
                    <a:pt x="204" y="292"/>
                    <a:pt x="228" y="277"/>
                  </a:cubicBezTo>
                  <a:cubicBezTo>
                    <a:pt x="241" y="269"/>
                    <a:pt x="252" y="260"/>
                    <a:pt x="261" y="249"/>
                  </a:cubicBezTo>
                  <a:cubicBezTo>
                    <a:pt x="283" y="225"/>
                    <a:pt x="297" y="193"/>
                    <a:pt x="298" y="158"/>
                  </a:cubicBezTo>
                  <a:cubicBezTo>
                    <a:pt x="300" y="118"/>
                    <a:pt x="286" y="81"/>
                    <a:pt x="261"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3935765466"/>
      </p:ext>
    </p:extLst>
  </p:cSld>
  <p:clrMapOvr>
    <a:masterClrMapping/>
  </p:clrMapOvr>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6470650" y="1120917"/>
            <a:ext cx="982663" cy="1616076"/>
            <a:chOff x="6470650" y="1530350"/>
            <a:chExt cx="982663" cy="1616076"/>
          </a:xfrm>
          <a:solidFill>
            <a:schemeClr val="tx1">
              <a:lumMod val="65000"/>
              <a:lumOff val="35000"/>
            </a:schemeClr>
          </a:solidFill>
        </p:grpSpPr>
        <p:sp>
          <p:nvSpPr>
            <p:cNvPr id="3" name="Freeform 5"/>
            <p:cNvSpPr>
              <a:spLocks/>
            </p:cNvSpPr>
            <p:nvPr/>
          </p:nvSpPr>
          <p:spPr bwMode="auto">
            <a:xfrm>
              <a:off x="6540500" y="1792288"/>
              <a:ext cx="781050" cy="1131888"/>
            </a:xfrm>
            <a:custGeom>
              <a:avLst/>
              <a:gdLst>
                <a:gd name="T0" fmla="*/ 42 w 511"/>
                <a:gd name="T1" fmla="*/ 535 h 740"/>
                <a:gd name="T2" fmla="*/ 8 w 511"/>
                <a:gd name="T3" fmla="*/ 597 h 740"/>
                <a:gd name="T4" fmla="*/ 70 w 511"/>
                <a:gd name="T5" fmla="*/ 631 h 740"/>
                <a:gd name="T6" fmla="*/ 258 w 511"/>
                <a:gd name="T7" fmla="*/ 578 h 740"/>
                <a:gd name="T8" fmla="*/ 293 w 511"/>
                <a:gd name="T9" fmla="*/ 521 h 740"/>
                <a:gd name="T10" fmla="*/ 280 w 511"/>
                <a:gd name="T11" fmla="*/ 447 h 740"/>
                <a:gd name="T12" fmla="*/ 340 w 511"/>
                <a:gd name="T13" fmla="*/ 506 h 740"/>
                <a:gd name="T14" fmla="*/ 407 w 511"/>
                <a:gd name="T15" fmla="*/ 706 h 740"/>
                <a:gd name="T16" fmla="*/ 455 w 511"/>
                <a:gd name="T17" fmla="*/ 740 h 740"/>
                <a:gd name="T18" fmla="*/ 470 w 511"/>
                <a:gd name="T19" fmla="*/ 737 h 740"/>
                <a:gd name="T20" fmla="*/ 502 w 511"/>
                <a:gd name="T21" fmla="*/ 674 h 740"/>
                <a:gd name="T22" fmla="*/ 431 w 511"/>
                <a:gd name="T23" fmla="*/ 463 h 740"/>
                <a:gd name="T24" fmla="*/ 419 w 511"/>
                <a:gd name="T25" fmla="*/ 443 h 740"/>
                <a:gd name="T26" fmla="*/ 260 w 511"/>
                <a:gd name="T27" fmla="*/ 287 h 740"/>
                <a:gd name="T28" fmla="*/ 271 w 511"/>
                <a:gd name="T29" fmla="*/ 241 h 740"/>
                <a:gd name="T30" fmla="*/ 216 w 511"/>
                <a:gd name="T31" fmla="*/ 84 h 740"/>
                <a:gd name="T32" fmla="*/ 257 w 511"/>
                <a:gd name="T33" fmla="*/ 45 h 740"/>
                <a:gd name="T34" fmla="*/ 259 w 511"/>
                <a:gd name="T35" fmla="*/ 45 h 740"/>
                <a:gd name="T36" fmla="*/ 298 w 511"/>
                <a:gd name="T37" fmla="*/ 87 h 740"/>
                <a:gd name="T38" fmla="*/ 308 w 511"/>
                <a:gd name="T39" fmla="*/ 145 h 740"/>
                <a:gd name="T40" fmla="*/ 318 w 511"/>
                <a:gd name="T41" fmla="*/ 121 h 740"/>
                <a:gd name="T42" fmla="*/ 300 w 511"/>
                <a:gd name="T43" fmla="*/ 20 h 740"/>
                <a:gd name="T44" fmla="*/ 289 w 511"/>
                <a:gd name="T45" fmla="*/ 15 h 740"/>
                <a:gd name="T46" fmla="*/ 288 w 511"/>
                <a:gd name="T47" fmla="*/ 15 h 740"/>
                <a:gd name="T48" fmla="*/ 179 w 511"/>
                <a:gd name="T49" fmla="*/ 13 h 740"/>
                <a:gd name="T50" fmla="*/ 19 w 511"/>
                <a:gd name="T51" fmla="*/ 179 h 740"/>
                <a:gd name="T52" fmla="*/ 41 w 511"/>
                <a:gd name="T53" fmla="*/ 219 h 740"/>
                <a:gd name="T54" fmla="*/ 50 w 511"/>
                <a:gd name="T55" fmla="*/ 220 h 740"/>
                <a:gd name="T56" fmla="*/ 81 w 511"/>
                <a:gd name="T57" fmla="*/ 197 h 740"/>
                <a:gd name="T58" fmla="*/ 177 w 511"/>
                <a:gd name="T59" fmla="*/ 81 h 740"/>
                <a:gd name="T60" fmla="*/ 118 w 511"/>
                <a:gd name="T61" fmla="*/ 279 h 740"/>
                <a:gd name="T62" fmla="*/ 163 w 511"/>
                <a:gd name="T63" fmla="*/ 357 h 740"/>
                <a:gd name="T64" fmla="*/ 187 w 511"/>
                <a:gd name="T65" fmla="*/ 494 h 740"/>
                <a:gd name="T66" fmla="*/ 42 w 511"/>
                <a:gd name="T67" fmla="*/ 535 h 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1" h="740">
                  <a:moveTo>
                    <a:pt x="42" y="535"/>
                  </a:moveTo>
                  <a:cubicBezTo>
                    <a:pt x="16" y="542"/>
                    <a:pt x="0" y="570"/>
                    <a:pt x="8" y="597"/>
                  </a:cubicBezTo>
                  <a:cubicBezTo>
                    <a:pt x="15" y="623"/>
                    <a:pt x="43" y="639"/>
                    <a:pt x="70" y="631"/>
                  </a:cubicBezTo>
                  <a:cubicBezTo>
                    <a:pt x="258" y="578"/>
                    <a:pt x="258" y="578"/>
                    <a:pt x="258" y="578"/>
                  </a:cubicBezTo>
                  <a:cubicBezTo>
                    <a:pt x="282" y="571"/>
                    <a:pt x="298" y="546"/>
                    <a:pt x="293" y="521"/>
                  </a:cubicBezTo>
                  <a:cubicBezTo>
                    <a:pt x="280" y="447"/>
                    <a:pt x="280" y="447"/>
                    <a:pt x="280" y="447"/>
                  </a:cubicBezTo>
                  <a:cubicBezTo>
                    <a:pt x="340" y="506"/>
                    <a:pt x="340" y="506"/>
                    <a:pt x="340" y="506"/>
                  </a:cubicBezTo>
                  <a:cubicBezTo>
                    <a:pt x="407" y="706"/>
                    <a:pt x="407" y="706"/>
                    <a:pt x="407" y="706"/>
                  </a:cubicBezTo>
                  <a:cubicBezTo>
                    <a:pt x="414" y="726"/>
                    <a:pt x="434" y="740"/>
                    <a:pt x="455" y="740"/>
                  </a:cubicBezTo>
                  <a:cubicBezTo>
                    <a:pt x="460" y="740"/>
                    <a:pt x="465" y="739"/>
                    <a:pt x="470" y="737"/>
                  </a:cubicBezTo>
                  <a:cubicBezTo>
                    <a:pt x="497" y="728"/>
                    <a:pt x="511" y="700"/>
                    <a:pt x="502" y="674"/>
                  </a:cubicBezTo>
                  <a:cubicBezTo>
                    <a:pt x="431" y="463"/>
                    <a:pt x="431" y="463"/>
                    <a:pt x="431" y="463"/>
                  </a:cubicBezTo>
                  <a:cubicBezTo>
                    <a:pt x="429" y="456"/>
                    <a:pt x="425" y="449"/>
                    <a:pt x="419" y="443"/>
                  </a:cubicBezTo>
                  <a:cubicBezTo>
                    <a:pt x="260" y="287"/>
                    <a:pt x="260" y="287"/>
                    <a:pt x="260" y="287"/>
                  </a:cubicBezTo>
                  <a:cubicBezTo>
                    <a:pt x="263" y="272"/>
                    <a:pt x="267" y="256"/>
                    <a:pt x="271" y="241"/>
                  </a:cubicBezTo>
                  <a:cubicBezTo>
                    <a:pt x="213" y="178"/>
                    <a:pt x="216" y="88"/>
                    <a:pt x="216" y="84"/>
                  </a:cubicBezTo>
                  <a:cubicBezTo>
                    <a:pt x="217" y="62"/>
                    <a:pt x="235" y="45"/>
                    <a:pt x="257" y="45"/>
                  </a:cubicBezTo>
                  <a:cubicBezTo>
                    <a:pt x="258" y="45"/>
                    <a:pt x="258" y="45"/>
                    <a:pt x="259" y="45"/>
                  </a:cubicBezTo>
                  <a:cubicBezTo>
                    <a:pt x="281" y="46"/>
                    <a:pt x="299" y="65"/>
                    <a:pt x="298" y="87"/>
                  </a:cubicBezTo>
                  <a:cubicBezTo>
                    <a:pt x="298" y="88"/>
                    <a:pt x="297" y="116"/>
                    <a:pt x="308" y="145"/>
                  </a:cubicBezTo>
                  <a:cubicBezTo>
                    <a:pt x="311" y="137"/>
                    <a:pt x="315" y="129"/>
                    <a:pt x="318" y="121"/>
                  </a:cubicBezTo>
                  <a:cubicBezTo>
                    <a:pt x="337" y="84"/>
                    <a:pt x="332" y="35"/>
                    <a:pt x="300" y="20"/>
                  </a:cubicBezTo>
                  <a:cubicBezTo>
                    <a:pt x="297" y="18"/>
                    <a:pt x="293" y="16"/>
                    <a:pt x="289" y="15"/>
                  </a:cubicBezTo>
                  <a:cubicBezTo>
                    <a:pt x="289" y="15"/>
                    <a:pt x="288" y="15"/>
                    <a:pt x="288" y="15"/>
                  </a:cubicBezTo>
                  <a:cubicBezTo>
                    <a:pt x="286" y="14"/>
                    <a:pt x="236" y="0"/>
                    <a:pt x="179" y="13"/>
                  </a:cubicBezTo>
                  <a:cubicBezTo>
                    <a:pt x="125" y="26"/>
                    <a:pt x="53" y="65"/>
                    <a:pt x="19" y="179"/>
                  </a:cubicBezTo>
                  <a:cubicBezTo>
                    <a:pt x="14" y="196"/>
                    <a:pt x="24" y="214"/>
                    <a:pt x="41" y="219"/>
                  </a:cubicBezTo>
                  <a:cubicBezTo>
                    <a:pt x="44" y="220"/>
                    <a:pt x="47" y="220"/>
                    <a:pt x="50" y="220"/>
                  </a:cubicBezTo>
                  <a:cubicBezTo>
                    <a:pt x="64" y="220"/>
                    <a:pt x="76" y="211"/>
                    <a:pt x="81" y="197"/>
                  </a:cubicBezTo>
                  <a:cubicBezTo>
                    <a:pt x="99" y="136"/>
                    <a:pt x="131" y="97"/>
                    <a:pt x="177" y="81"/>
                  </a:cubicBezTo>
                  <a:cubicBezTo>
                    <a:pt x="140" y="147"/>
                    <a:pt x="125" y="196"/>
                    <a:pt x="118" y="279"/>
                  </a:cubicBezTo>
                  <a:cubicBezTo>
                    <a:pt x="118" y="325"/>
                    <a:pt x="138" y="346"/>
                    <a:pt x="163" y="357"/>
                  </a:cubicBezTo>
                  <a:cubicBezTo>
                    <a:pt x="187" y="494"/>
                    <a:pt x="187" y="494"/>
                    <a:pt x="187" y="494"/>
                  </a:cubicBezTo>
                  <a:lnTo>
                    <a:pt x="42" y="5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Freeform 6"/>
            <p:cNvSpPr>
              <a:spLocks/>
            </p:cNvSpPr>
            <p:nvPr/>
          </p:nvSpPr>
          <p:spPr bwMode="auto">
            <a:xfrm>
              <a:off x="6880225" y="1873250"/>
              <a:ext cx="374650" cy="366713"/>
            </a:xfrm>
            <a:custGeom>
              <a:avLst/>
              <a:gdLst>
                <a:gd name="T0" fmla="*/ 67 w 245"/>
                <a:gd name="T1" fmla="*/ 34 h 239"/>
                <a:gd name="T2" fmla="*/ 36 w 245"/>
                <a:gd name="T3" fmla="*/ 1 h 239"/>
                <a:gd name="T4" fmla="*/ 3 w 245"/>
                <a:gd name="T5" fmla="*/ 31 h 239"/>
                <a:gd name="T6" fmla="*/ 61 w 245"/>
                <a:gd name="T7" fmla="*/ 187 h 239"/>
                <a:gd name="T8" fmla="*/ 201 w 245"/>
                <a:gd name="T9" fmla="*/ 239 h 239"/>
                <a:gd name="T10" fmla="*/ 214 w 245"/>
                <a:gd name="T11" fmla="*/ 239 h 239"/>
                <a:gd name="T12" fmla="*/ 245 w 245"/>
                <a:gd name="T13" fmla="*/ 205 h 239"/>
                <a:gd name="T14" fmla="*/ 211 w 245"/>
                <a:gd name="T15" fmla="*/ 175 h 239"/>
                <a:gd name="T16" fmla="*/ 106 w 245"/>
                <a:gd name="T17" fmla="*/ 142 h 239"/>
                <a:gd name="T18" fmla="*/ 67 w 245"/>
                <a:gd name="T19" fmla="*/ 34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5" h="239">
                  <a:moveTo>
                    <a:pt x="67" y="34"/>
                  </a:moveTo>
                  <a:cubicBezTo>
                    <a:pt x="68" y="17"/>
                    <a:pt x="54" y="2"/>
                    <a:pt x="36" y="1"/>
                  </a:cubicBezTo>
                  <a:cubicBezTo>
                    <a:pt x="19" y="0"/>
                    <a:pt x="4" y="14"/>
                    <a:pt x="3" y="31"/>
                  </a:cubicBezTo>
                  <a:cubicBezTo>
                    <a:pt x="3" y="35"/>
                    <a:pt x="0" y="126"/>
                    <a:pt x="61" y="187"/>
                  </a:cubicBezTo>
                  <a:cubicBezTo>
                    <a:pt x="95" y="221"/>
                    <a:pt x="142" y="239"/>
                    <a:pt x="201" y="239"/>
                  </a:cubicBezTo>
                  <a:cubicBezTo>
                    <a:pt x="205" y="239"/>
                    <a:pt x="209" y="239"/>
                    <a:pt x="214" y="239"/>
                  </a:cubicBezTo>
                  <a:cubicBezTo>
                    <a:pt x="232" y="238"/>
                    <a:pt x="245" y="223"/>
                    <a:pt x="245" y="205"/>
                  </a:cubicBezTo>
                  <a:cubicBezTo>
                    <a:pt x="244" y="188"/>
                    <a:pt x="229" y="174"/>
                    <a:pt x="211" y="175"/>
                  </a:cubicBezTo>
                  <a:cubicBezTo>
                    <a:pt x="165" y="177"/>
                    <a:pt x="130" y="166"/>
                    <a:pt x="106" y="142"/>
                  </a:cubicBezTo>
                  <a:cubicBezTo>
                    <a:pt x="65" y="101"/>
                    <a:pt x="67" y="35"/>
                    <a:pt x="67"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 name="Freeform 7"/>
            <p:cNvSpPr>
              <a:spLocks/>
            </p:cNvSpPr>
            <p:nvPr/>
          </p:nvSpPr>
          <p:spPr bwMode="auto">
            <a:xfrm>
              <a:off x="7048500" y="1649413"/>
              <a:ext cx="300038" cy="298450"/>
            </a:xfrm>
            <a:custGeom>
              <a:avLst/>
              <a:gdLst>
                <a:gd name="T0" fmla="*/ 116 w 196"/>
                <a:gd name="T1" fmla="*/ 10 h 196"/>
                <a:gd name="T2" fmla="*/ 10 w 196"/>
                <a:gd name="T3" fmla="*/ 80 h 196"/>
                <a:gd name="T4" fmla="*/ 80 w 196"/>
                <a:gd name="T5" fmla="*/ 186 h 196"/>
                <a:gd name="T6" fmla="*/ 186 w 196"/>
                <a:gd name="T7" fmla="*/ 116 h 196"/>
                <a:gd name="T8" fmla="*/ 116 w 196"/>
                <a:gd name="T9" fmla="*/ 10 h 196"/>
              </a:gdLst>
              <a:ahLst/>
              <a:cxnLst>
                <a:cxn ang="0">
                  <a:pos x="T0" y="T1"/>
                </a:cxn>
                <a:cxn ang="0">
                  <a:pos x="T2" y="T3"/>
                </a:cxn>
                <a:cxn ang="0">
                  <a:pos x="T4" y="T5"/>
                </a:cxn>
                <a:cxn ang="0">
                  <a:pos x="T6" y="T7"/>
                </a:cxn>
                <a:cxn ang="0">
                  <a:pos x="T8" y="T9"/>
                </a:cxn>
              </a:cxnLst>
              <a:rect l="0" t="0" r="r" b="b"/>
              <a:pathLst>
                <a:path w="196" h="196">
                  <a:moveTo>
                    <a:pt x="116" y="10"/>
                  </a:moveTo>
                  <a:cubicBezTo>
                    <a:pt x="67" y="0"/>
                    <a:pt x="20" y="32"/>
                    <a:pt x="10" y="80"/>
                  </a:cubicBezTo>
                  <a:cubicBezTo>
                    <a:pt x="0" y="129"/>
                    <a:pt x="31" y="176"/>
                    <a:pt x="80" y="186"/>
                  </a:cubicBezTo>
                  <a:cubicBezTo>
                    <a:pt x="128" y="196"/>
                    <a:pt x="176" y="165"/>
                    <a:pt x="186" y="116"/>
                  </a:cubicBezTo>
                  <a:cubicBezTo>
                    <a:pt x="196" y="68"/>
                    <a:pt x="165" y="20"/>
                    <a:pt x="116"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Freeform 8"/>
            <p:cNvSpPr>
              <a:spLocks/>
            </p:cNvSpPr>
            <p:nvPr/>
          </p:nvSpPr>
          <p:spPr bwMode="auto">
            <a:xfrm>
              <a:off x="6865938" y="1576388"/>
              <a:ext cx="127000" cy="92075"/>
            </a:xfrm>
            <a:custGeom>
              <a:avLst/>
              <a:gdLst>
                <a:gd name="T0" fmla="*/ 5 w 83"/>
                <a:gd name="T1" fmla="*/ 31 h 60"/>
                <a:gd name="T2" fmla="*/ 83 w 83"/>
                <a:gd name="T3" fmla="*/ 47 h 60"/>
                <a:gd name="T4" fmla="*/ 5 w 83"/>
                <a:gd name="T5" fmla="*/ 31 h 60"/>
              </a:gdLst>
              <a:ahLst/>
              <a:cxnLst>
                <a:cxn ang="0">
                  <a:pos x="T0" y="T1"/>
                </a:cxn>
                <a:cxn ang="0">
                  <a:pos x="T2" y="T3"/>
                </a:cxn>
                <a:cxn ang="0">
                  <a:pos x="T4" y="T5"/>
                </a:cxn>
              </a:cxnLst>
              <a:rect l="0" t="0" r="r" b="b"/>
              <a:pathLst>
                <a:path w="83" h="60">
                  <a:moveTo>
                    <a:pt x="5" y="31"/>
                  </a:moveTo>
                  <a:cubicBezTo>
                    <a:pt x="0" y="60"/>
                    <a:pt x="34" y="40"/>
                    <a:pt x="83" y="47"/>
                  </a:cubicBezTo>
                  <a:cubicBezTo>
                    <a:pt x="69" y="14"/>
                    <a:pt x="11" y="0"/>
                    <a:pt x="5"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9"/>
            <p:cNvSpPr>
              <a:spLocks/>
            </p:cNvSpPr>
            <p:nvPr/>
          </p:nvSpPr>
          <p:spPr bwMode="auto">
            <a:xfrm>
              <a:off x="6975475" y="1530350"/>
              <a:ext cx="95250" cy="103188"/>
            </a:xfrm>
            <a:custGeom>
              <a:avLst/>
              <a:gdLst>
                <a:gd name="T0" fmla="*/ 52 w 63"/>
                <a:gd name="T1" fmla="*/ 67 h 67"/>
                <a:gd name="T2" fmla="*/ 19 w 63"/>
                <a:gd name="T3" fmla="*/ 14 h 67"/>
                <a:gd name="T4" fmla="*/ 52 w 63"/>
                <a:gd name="T5" fmla="*/ 67 h 67"/>
              </a:gdLst>
              <a:ahLst/>
              <a:cxnLst>
                <a:cxn ang="0">
                  <a:pos x="T0" y="T1"/>
                </a:cxn>
                <a:cxn ang="0">
                  <a:pos x="T2" y="T3"/>
                </a:cxn>
                <a:cxn ang="0">
                  <a:pos x="T4" y="T5"/>
                </a:cxn>
              </a:cxnLst>
              <a:rect l="0" t="0" r="r" b="b"/>
              <a:pathLst>
                <a:path w="63" h="67">
                  <a:moveTo>
                    <a:pt x="52" y="67"/>
                  </a:moveTo>
                  <a:cubicBezTo>
                    <a:pt x="63" y="41"/>
                    <a:pt x="40" y="0"/>
                    <a:pt x="19" y="14"/>
                  </a:cubicBezTo>
                  <a:cubicBezTo>
                    <a:pt x="0" y="27"/>
                    <a:pt x="29" y="35"/>
                    <a:pt x="52"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10"/>
            <p:cNvSpPr>
              <a:spLocks/>
            </p:cNvSpPr>
            <p:nvPr/>
          </p:nvSpPr>
          <p:spPr bwMode="auto">
            <a:xfrm>
              <a:off x="6916738" y="1693863"/>
              <a:ext cx="84138" cy="65088"/>
            </a:xfrm>
            <a:custGeom>
              <a:avLst/>
              <a:gdLst>
                <a:gd name="T0" fmla="*/ 0 w 55"/>
                <a:gd name="T1" fmla="*/ 21 h 42"/>
                <a:gd name="T2" fmla="*/ 55 w 55"/>
                <a:gd name="T3" fmla="*/ 22 h 42"/>
                <a:gd name="T4" fmla="*/ 0 w 55"/>
                <a:gd name="T5" fmla="*/ 21 h 42"/>
              </a:gdLst>
              <a:ahLst/>
              <a:cxnLst>
                <a:cxn ang="0">
                  <a:pos x="T0" y="T1"/>
                </a:cxn>
                <a:cxn ang="0">
                  <a:pos x="T2" y="T3"/>
                </a:cxn>
                <a:cxn ang="0">
                  <a:pos x="T4" y="T5"/>
                </a:cxn>
              </a:cxnLst>
              <a:rect l="0" t="0" r="r" b="b"/>
              <a:pathLst>
                <a:path w="55" h="42">
                  <a:moveTo>
                    <a:pt x="0" y="21"/>
                  </a:moveTo>
                  <a:cubicBezTo>
                    <a:pt x="1" y="42"/>
                    <a:pt x="21" y="24"/>
                    <a:pt x="55" y="22"/>
                  </a:cubicBezTo>
                  <a:cubicBezTo>
                    <a:pt x="41" y="2"/>
                    <a:pt x="0" y="0"/>
                    <a:pt x="0"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11"/>
            <p:cNvSpPr>
              <a:spLocks/>
            </p:cNvSpPr>
            <p:nvPr/>
          </p:nvSpPr>
          <p:spPr bwMode="auto">
            <a:xfrm>
              <a:off x="7227888" y="1938338"/>
              <a:ext cx="225425" cy="260350"/>
            </a:xfrm>
            <a:custGeom>
              <a:avLst/>
              <a:gdLst>
                <a:gd name="T0" fmla="*/ 131 w 147"/>
                <a:gd name="T1" fmla="*/ 44 h 171"/>
                <a:gd name="T2" fmla="*/ 75 w 147"/>
                <a:gd name="T3" fmla="*/ 43 h 171"/>
                <a:gd name="T4" fmla="*/ 74 w 147"/>
                <a:gd name="T5" fmla="*/ 44 h 171"/>
                <a:gd name="T6" fmla="*/ 45 w 147"/>
                <a:gd name="T7" fmla="*/ 0 h 171"/>
                <a:gd name="T8" fmla="*/ 39 w 147"/>
                <a:gd name="T9" fmla="*/ 3 h 171"/>
                <a:gd name="T10" fmla="*/ 62 w 147"/>
                <a:gd name="T11" fmla="*/ 40 h 171"/>
                <a:gd name="T12" fmla="*/ 80 w 147"/>
                <a:gd name="T13" fmla="*/ 71 h 171"/>
                <a:gd name="T14" fmla="*/ 88 w 147"/>
                <a:gd name="T15" fmla="*/ 65 h 171"/>
                <a:gd name="T16" fmla="*/ 78 w 147"/>
                <a:gd name="T17" fmla="*/ 50 h 171"/>
                <a:gd name="T18" fmla="*/ 122 w 147"/>
                <a:gd name="T19" fmla="*/ 53 h 171"/>
                <a:gd name="T20" fmla="*/ 123 w 147"/>
                <a:gd name="T21" fmla="*/ 98 h 171"/>
                <a:gd name="T22" fmla="*/ 122 w 147"/>
                <a:gd name="T23" fmla="*/ 97 h 171"/>
                <a:gd name="T24" fmla="*/ 101 w 147"/>
                <a:gd name="T25" fmla="*/ 85 h 171"/>
                <a:gd name="T26" fmla="*/ 111 w 147"/>
                <a:gd name="T27" fmla="*/ 93 h 171"/>
                <a:gd name="T28" fmla="*/ 110 w 147"/>
                <a:gd name="T29" fmla="*/ 141 h 171"/>
                <a:gd name="T30" fmla="*/ 62 w 147"/>
                <a:gd name="T31" fmla="*/ 140 h 171"/>
                <a:gd name="T32" fmla="*/ 52 w 147"/>
                <a:gd name="T33" fmla="*/ 117 h 171"/>
                <a:gd name="T34" fmla="*/ 52 w 147"/>
                <a:gd name="T35" fmla="*/ 131 h 171"/>
                <a:gd name="T36" fmla="*/ 26 w 147"/>
                <a:gd name="T37" fmla="*/ 120 h 171"/>
                <a:gd name="T38" fmla="*/ 28 w 147"/>
                <a:gd name="T39" fmla="*/ 73 h 171"/>
                <a:gd name="T40" fmla="*/ 44 w 147"/>
                <a:gd name="T41" fmla="*/ 65 h 171"/>
                <a:gd name="T42" fmla="*/ 49 w 147"/>
                <a:gd name="T43" fmla="*/ 83 h 171"/>
                <a:gd name="T44" fmla="*/ 58 w 147"/>
                <a:gd name="T45" fmla="*/ 81 h 171"/>
                <a:gd name="T46" fmla="*/ 47 w 147"/>
                <a:gd name="T47" fmla="*/ 48 h 171"/>
                <a:gd name="T48" fmla="*/ 33 w 147"/>
                <a:gd name="T49" fmla="*/ 6 h 171"/>
                <a:gd name="T50" fmla="*/ 27 w 147"/>
                <a:gd name="T51" fmla="*/ 8 h 171"/>
                <a:gd name="T52" fmla="*/ 41 w 147"/>
                <a:gd name="T53" fmla="*/ 55 h 171"/>
                <a:gd name="T54" fmla="*/ 18 w 147"/>
                <a:gd name="T55" fmla="*/ 66 h 171"/>
                <a:gd name="T56" fmla="*/ 16 w 147"/>
                <a:gd name="T57" fmla="*/ 126 h 171"/>
                <a:gd name="T58" fmla="*/ 53 w 147"/>
                <a:gd name="T59" fmla="*/ 138 h 171"/>
                <a:gd name="T60" fmla="*/ 63 w 147"/>
                <a:gd name="T61" fmla="*/ 154 h 171"/>
                <a:gd name="T62" fmla="*/ 120 w 147"/>
                <a:gd name="T63" fmla="*/ 155 h 171"/>
                <a:gd name="T64" fmla="*/ 127 w 147"/>
                <a:gd name="T65" fmla="*/ 103 h 171"/>
                <a:gd name="T66" fmla="*/ 130 w 147"/>
                <a:gd name="T67" fmla="*/ 101 h 171"/>
                <a:gd name="T68" fmla="*/ 131 w 147"/>
                <a:gd name="T69" fmla="*/ 44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7" h="171">
                  <a:moveTo>
                    <a:pt x="131" y="44"/>
                  </a:moveTo>
                  <a:cubicBezTo>
                    <a:pt x="116" y="28"/>
                    <a:pt x="91" y="27"/>
                    <a:pt x="75" y="43"/>
                  </a:cubicBezTo>
                  <a:cubicBezTo>
                    <a:pt x="74" y="43"/>
                    <a:pt x="74" y="43"/>
                    <a:pt x="74" y="44"/>
                  </a:cubicBezTo>
                  <a:cubicBezTo>
                    <a:pt x="45" y="0"/>
                    <a:pt x="45" y="0"/>
                    <a:pt x="45" y="0"/>
                  </a:cubicBezTo>
                  <a:cubicBezTo>
                    <a:pt x="39" y="3"/>
                    <a:pt x="39" y="3"/>
                    <a:pt x="39" y="3"/>
                  </a:cubicBezTo>
                  <a:cubicBezTo>
                    <a:pt x="62" y="40"/>
                    <a:pt x="62" y="40"/>
                    <a:pt x="62" y="40"/>
                  </a:cubicBezTo>
                  <a:cubicBezTo>
                    <a:pt x="80" y="71"/>
                    <a:pt x="80" y="71"/>
                    <a:pt x="80" y="71"/>
                  </a:cubicBezTo>
                  <a:cubicBezTo>
                    <a:pt x="88" y="65"/>
                    <a:pt x="88" y="65"/>
                    <a:pt x="88" y="65"/>
                  </a:cubicBezTo>
                  <a:cubicBezTo>
                    <a:pt x="78" y="50"/>
                    <a:pt x="78" y="50"/>
                    <a:pt x="78" y="50"/>
                  </a:cubicBezTo>
                  <a:cubicBezTo>
                    <a:pt x="91" y="39"/>
                    <a:pt x="111" y="40"/>
                    <a:pt x="122" y="53"/>
                  </a:cubicBezTo>
                  <a:cubicBezTo>
                    <a:pt x="135" y="66"/>
                    <a:pt x="135" y="85"/>
                    <a:pt x="123" y="98"/>
                  </a:cubicBezTo>
                  <a:cubicBezTo>
                    <a:pt x="122" y="98"/>
                    <a:pt x="122" y="98"/>
                    <a:pt x="122" y="97"/>
                  </a:cubicBezTo>
                  <a:cubicBezTo>
                    <a:pt x="116" y="91"/>
                    <a:pt x="109" y="87"/>
                    <a:pt x="101" y="85"/>
                  </a:cubicBezTo>
                  <a:cubicBezTo>
                    <a:pt x="105" y="87"/>
                    <a:pt x="108" y="90"/>
                    <a:pt x="111" y="93"/>
                  </a:cubicBezTo>
                  <a:cubicBezTo>
                    <a:pt x="124" y="107"/>
                    <a:pt x="124" y="128"/>
                    <a:pt x="110" y="141"/>
                  </a:cubicBezTo>
                  <a:cubicBezTo>
                    <a:pt x="96" y="154"/>
                    <a:pt x="75" y="154"/>
                    <a:pt x="62" y="140"/>
                  </a:cubicBezTo>
                  <a:cubicBezTo>
                    <a:pt x="55" y="134"/>
                    <a:pt x="52" y="125"/>
                    <a:pt x="52" y="117"/>
                  </a:cubicBezTo>
                  <a:cubicBezTo>
                    <a:pt x="51" y="122"/>
                    <a:pt x="51" y="126"/>
                    <a:pt x="52" y="131"/>
                  </a:cubicBezTo>
                  <a:cubicBezTo>
                    <a:pt x="42" y="131"/>
                    <a:pt x="33" y="128"/>
                    <a:pt x="26" y="120"/>
                  </a:cubicBezTo>
                  <a:cubicBezTo>
                    <a:pt x="14" y="107"/>
                    <a:pt x="14" y="86"/>
                    <a:pt x="28" y="73"/>
                  </a:cubicBezTo>
                  <a:cubicBezTo>
                    <a:pt x="32" y="69"/>
                    <a:pt x="38" y="66"/>
                    <a:pt x="44" y="65"/>
                  </a:cubicBezTo>
                  <a:cubicBezTo>
                    <a:pt x="49" y="83"/>
                    <a:pt x="49" y="83"/>
                    <a:pt x="49" y="83"/>
                  </a:cubicBezTo>
                  <a:cubicBezTo>
                    <a:pt x="58" y="81"/>
                    <a:pt x="58" y="81"/>
                    <a:pt x="58" y="81"/>
                  </a:cubicBezTo>
                  <a:cubicBezTo>
                    <a:pt x="47" y="48"/>
                    <a:pt x="47" y="48"/>
                    <a:pt x="47" y="48"/>
                  </a:cubicBezTo>
                  <a:cubicBezTo>
                    <a:pt x="33" y="6"/>
                    <a:pt x="33" y="6"/>
                    <a:pt x="33" y="6"/>
                  </a:cubicBezTo>
                  <a:cubicBezTo>
                    <a:pt x="27" y="8"/>
                    <a:pt x="27" y="8"/>
                    <a:pt x="27" y="8"/>
                  </a:cubicBezTo>
                  <a:cubicBezTo>
                    <a:pt x="41" y="55"/>
                    <a:pt x="41" y="55"/>
                    <a:pt x="41" y="55"/>
                  </a:cubicBezTo>
                  <a:cubicBezTo>
                    <a:pt x="32" y="56"/>
                    <a:pt x="24" y="60"/>
                    <a:pt x="18" y="66"/>
                  </a:cubicBezTo>
                  <a:cubicBezTo>
                    <a:pt x="1" y="82"/>
                    <a:pt x="0" y="109"/>
                    <a:pt x="16" y="126"/>
                  </a:cubicBezTo>
                  <a:cubicBezTo>
                    <a:pt x="26" y="136"/>
                    <a:pt x="40" y="140"/>
                    <a:pt x="53" y="138"/>
                  </a:cubicBezTo>
                  <a:cubicBezTo>
                    <a:pt x="55" y="144"/>
                    <a:pt x="58" y="149"/>
                    <a:pt x="63" y="154"/>
                  </a:cubicBezTo>
                  <a:cubicBezTo>
                    <a:pt x="78" y="170"/>
                    <a:pt x="104" y="171"/>
                    <a:pt x="120" y="155"/>
                  </a:cubicBezTo>
                  <a:cubicBezTo>
                    <a:pt x="135" y="141"/>
                    <a:pt x="137" y="120"/>
                    <a:pt x="127" y="103"/>
                  </a:cubicBezTo>
                  <a:cubicBezTo>
                    <a:pt x="128" y="102"/>
                    <a:pt x="129" y="102"/>
                    <a:pt x="130" y="101"/>
                  </a:cubicBezTo>
                  <a:cubicBezTo>
                    <a:pt x="146" y="85"/>
                    <a:pt x="147" y="60"/>
                    <a:pt x="131"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12"/>
            <p:cNvSpPr>
              <a:spLocks noEditPoints="1"/>
            </p:cNvSpPr>
            <p:nvPr/>
          </p:nvSpPr>
          <p:spPr bwMode="auto">
            <a:xfrm>
              <a:off x="6470650" y="3036888"/>
              <a:ext cx="103188" cy="106363"/>
            </a:xfrm>
            <a:custGeom>
              <a:avLst/>
              <a:gdLst>
                <a:gd name="T0" fmla="*/ 21 w 68"/>
                <a:gd name="T1" fmla="*/ 7 h 70"/>
                <a:gd name="T2" fmla="*/ 6 w 68"/>
                <a:gd name="T3" fmla="*/ 26 h 70"/>
                <a:gd name="T4" fmla="*/ 0 w 68"/>
                <a:gd name="T5" fmla="*/ 47 h 70"/>
                <a:gd name="T6" fmla="*/ 6 w 68"/>
                <a:gd name="T7" fmla="*/ 62 h 70"/>
                <a:gd name="T8" fmla="*/ 20 w 68"/>
                <a:gd name="T9" fmla="*/ 70 h 70"/>
                <a:gd name="T10" fmla="*/ 39 w 68"/>
                <a:gd name="T11" fmla="*/ 66 h 70"/>
                <a:gd name="T12" fmla="*/ 54 w 68"/>
                <a:gd name="T13" fmla="*/ 55 h 70"/>
                <a:gd name="T14" fmla="*/ 65 w 68"/>
                <a:gd name="T15" fmla="*/ 39 h 70"/>
                <a:gd name="T16" fmla="*/ 68 w 68"/>
                <a:gd name="T17" fmla="*/ 25 h 70"/>
                <a:gd name="T18" fmla="*/ 67 w 68"/>
                <a:gd name="T19" fmla="*/ 15 h 70"/>
                <a:gd name="T20" fmla="*/ 61 w 68"/>
                <a:gd name="T21" fmla="*/ 7 h 70"/>
                <a:gd name="T22" fmla="*/ 52 w 68"/>
                <a:gd name="T23" fmla="*/ 2 h 70"/>
                <a:gd name="T24" fmla="*/ 40 w 68"/>
                <a:gd name="T25" fmla="*/ 0 h 70"/>
                <a:gd name="T26" fmla="*/ 21 w 68"/>
                <a:gd name="T27" fmla="*/ 7 h 70"/>
                <a:gd name="T28" fmla="*/ 55 w 68"/>
                <a:gd name="T29" fmla="*/ 16 h 70"/>
                <a:gd name="T30" fmla="*/ 57 w 68"/>
                <a:gd name="T31" fmla="*/ 23 h 70"/>
                <a:gd name="T32" fmla="*/ 46 w 68"/>
                <a:gd name="T33" fmla="*/ 48 h 70"/>
                <a:gd name="T34" fmla="*/ 23 w 68"/>
                <a:gd name="T35" fmla="*/ 60 h 70"/>
                <a:gd name="T36" fmla="*/ 15 w 68"/>
                <a:gd name="T37" fmla="*/ 56 h 70"/>
                <a:gd name="T38" fmla="*/ 12 w 68"/>
                <a:gd name="T39" fmla="*/ 47 h 70"/>
                <a:gd name="T40" fmla="*/ 21 w 68"/>
                <a:gd name="T41" fmla="*/ 22 h 70"/>
                <a:gd name="T42" fmla="*/ 40 w 68"/>
                <a:gd name="T43" fmla="*/ 9 h 70"/>
                <a:gd name="T44" fmla="*/ 49 w 68"/>
                <a:gd name="T45" fmla="*/ 11 h 70"/>
                <a:gd name="T46" fmla="*/ 55 w 68"/>
                <a:gd name="T47" fmla="*/ 1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8" h="70">
                  <a:moveTo>
                    <a:pt x="21" y="7"/>
                  </a:moveTo>
                  <a:cubicBezTo>
                    <a:pt x="15" y="12"/>
                    <a:pt x="10" y="19"/>
                    <a:pt x="6" y="26"/>
                  </a:cubicBezTo>
                  <a:cubicBezTo>
                    <a:pt x="2" y="34"/>
                    <a:pt x="0" y="41"/>
                    <a:pt x="0" y="47"/>
                  </a:cubicBezTo>
                  <a:cubicBezTo>
                    <a:pt x="0" y="52"/>
                    <a:pt x="2" y="58"/>
                    <a:pt x="6" y="62"/>
                  </a:cubicBezTo>
                  <a:cubicBezTo>
                    <a:pt x="10" y="67"/>
                    <a:pt x="15" y="70"/>
                    <a:pt x="20" y="70"/>
                  </a:cubicBezTo>
                  <a:cubicBezTo>
                    <a:pt x="28" y="70"/>
                    <a:pt x="34" y="69"/>
                    <a:pt x="39" y="66"/>
                  </a:cubicBezTo>
                  <a:cubicBezTo>
                    <a:pt x="44" y="63"/>
                    <a:pt x="49" y="59"/>
                    <a:pt x="54" y="55"/>
                  </a:cubicBezTo>
                  <a:cubicBezTo>
                    <a:pt x="58" y="50"/>
                    <a:pt x="62" y="44"/>
                    <a:pt x="65" y="39"/>
                  </a:cubicBezTo>
                  <a:cubicBezTo>
                    <a:pt x="67" y="33"/>
                    <a:pt x="68" y="29"/>
                    <a:pt x="68" y="25"/>
                  </a:cubicBezTo>
                  <a:cubicBezTo>
                    <a:pt x="68" y="20"/>
                    <a:pt x="68" y="17"/>
                    <a:pt x="67" y="15"/>
                  </a:cubicBezTo>
                  <a:cubicBezTo>
                    <a:pt x="66" y="12"/>
                    <a:pt x="64" y="10"/>
                    <a:pt x="61" y="7"/>
                  </a:cubicBezTo>
                  <a:cubicBezTo>
                    <a:pt x="59" y="5"/>
                    <a:pt x="56" y="3"/>
                    <a:pt x="52" y="2"/>
                  </a:cubicBezTo>
                  <a:cubicBezTo>
                    <a:pt x="49" y="1"/>
                    <a:pt x="45" y="0"/>
                    <a:pt x="40" y="0"/>
                  </a:cubicBezTo>
                  <a:cubicBezTo>
                    <a:pt x="33" y="0"/>
                    <a:pt x="27" y="3"/>
                    <a:pt x="21" y="7"/>
                  </a:cubicBezTo>
                  <a:close/>
                  <a:moveTo>
                    <a:pt x="55" y="16"/>
                  </a:moveTo>
                  <a:cubicBezTo>
                    <a:pt x="56" y="18"/>
                    <a:pt x="57" y="20"/>
                    <a:pt x="57" y="23"/>
                  </a:cubicBezTo>
                  <a:cubicBezTo>
                    <a:pt x="57" y="32"/>
                    <a:pt x="53" y="40"/>
                    <a:pt x="46" y="48"/>
                  </a:cubicBezTo>
                  <a:cubicBezTo>
                    <a:pt x="39" y="56"/>
                    <a:pt x="31" y="60"/>
                    <a:pt x="23" y="60"/>
                  </a:cubicBezTo>
                  <a:cubicBezTo>
                    <a:pt x="20" y="60"/>
                    <a:pt x="18" y="59"/>
                    <a:pt x="15" y="56"/>
                  </a:cubicBezTo>
                  <a:cubicBezTo>
                    <a:pt x="13" y="54"/>
                    <a:pt x="12" y="50"/>
                    <a:pt x="12" y="47"/>
                  </a:cubicBezTo>
                  <a:cubicBezTo>
                    <a:pt x="12" y="39"/>
                    <a:pt x="15" y="30"/>
                    <a:pt x="21" y="22"/>
                  </a:cubicBezTo>
                  <a:cubicBezTo>
                    <a:pt x="28" y="13"/>
                    <a:pt x="34" y="9"/>
                    <a:pt x="40" y="9"/>
                  </a:cubicBezTo>
                  <a:cubicBezTo>
                    <a:pt x="43" y="9"/>
                    <a:pt x="46" y="10"/>
                    <a:pt x="49" y="11"/>
                  </a:cubicBezTo>
                  <a:cubicBezTo>
                    <a:pt x="52" y="12"/>
                    <a:pt x="54" y="14"/>
                    <a:pt x="55"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3"/>
            <p:cNvSpPr>
              <a:spLocks/>
            </p:cNvSpPr>
            <p:nvPr/>
          </p:nvSpPr>
          <p:spPr bwMode="auto">
            <a:xfrm>
              <a:off x="6583363" y="3062288"/>
              <a:ext cx="79375" cy="80963"/>
            </a:xfrm>
            <a:custGeom>
              <a:avLst/>
              <a:gdLst>
                <a:gd name="T0" fmla="*/ 47 w 52"/>
                <a:gd name="T1" fmla="*/ 0 h 53"/>
                <a:gd name="T2" fmla="*/ 43 w 52"/>
                <a:gd name="T3" fmla="*/ 1 h 53"/>
                <a:gd name="T4" fmla="*/ 36 w 52"/>
                <a:gd name="T5" fmla="*/ 8 h 53"/>
                <a:gd name="T6" fmla="*/ 27 w 52"/>
                <a:gd name="T7" fmla="*/ 22 h 53"/>
                <a:gd name="T8" fmla="*/ 20 w 52"/>
                <a:gd name="T9" fmla="*/ 33 h 53"/>
                <a:gd name="T10" fmla="*/ 18 w 52"/>
                <a:gd name="T11" fmla="*/ 37 h 53"/>
                <a:gd name="T12" fmla="*/ 17 w 52"/>
                <a:gd name="T13" fmla="*/ 34 h 53"/>
                <a:gd name="T14" fmla="*/ 16 w 52"/>
                <a:gd name="T15" fmla="*/ 29 h 53"/>
                <a:gd name="T16" fmla="*/ 13 w 52"/>
                <a:gd name="T17" fmla="*/ 21 h 53"/>
                <a:gd name="T18" fmla="*/ 12 w 52"/>
                <a:gd name="T19" fmla="*/ 14 h 53"/>
                <a:gd name="T20" fmla="*/ 12 w 52"/>
                <a:gd name="T21" fmla="*/ 8 h 53"/>
                <a:gd name="T22" fmla="*/ 6 w 52"/>
                <a:gd name="T23" fmla="*/ 1 h 53"/>
                <a:gd name="T24" fmla="*/ 0 w 52"/>
                <a:gd name="T25" fmla="*/ 8 h 53"/>
                <a:gd name="T26" fmla="*/ 8 w 52"/>
                <a:gd name="T27" fmla="*/ 36 h 53"/>
                <a:gd name="T28" fmla="*/ 11 w 52"/>
                <a:gd name="T29" fmla="*/ 49 h 53"/>
                <a:gd name="T30" fmla="*/ 17 w 52"/>
                <a:gd name="T31" fmla="*/ 53 h 53"/>
                <a:gd name="T32" fmla="*/ 25 w 52"/>
                <a:gd name="T33" fmla="*/ 45 h 53"/>
                <a:gd name="T34" fmla="*/ 38 w 52"/>
                <a:gd name="T35" fmla="*/ 22 h 53"/>
                <a:gd name="T36" fmla="*/ 49 w 52"/>
                <a:gd name="T37" fmla="*/ 11 h 53"/>
                <a:gd name="T38" fmla="*/ 52 w 52"/>
                <a:gd name="T39" fmla="*/ 5 h 53"/>
                <a:gd name="T40" fmla="*/ 51 w 52"/>
                <a:gd name="T41" fmla="*/ 2 h 53"/>
                <a:gd name="T42" fmla="*/ 47 w 52"/>
                <a:gd name="T43"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2" h="53">
                  <a:moveTo>
                    <a:pt x="47" y="0"/>
                  </a:moveTo>
                  <a:cubicBezTo>
                    <a:pt x="46" y="0"/>
                    <a:pt x="44" y="1"/>
                    <a:pt x="43" y="1"/>
                  </a:cubicBezTo>
                  <a:cubicBezTo>
                    <a:pt x="41" y="2"/>
                    <a:pt x="39" y="4"/>
                    <a:pt x="36" y="8"/>
                  </a:cubicBezTo>
                  <a:cubicBezTo>
                    <a:pt x="34" y="11"/>
                    <a:pt x="30" y="16"/>
                    <a:pt x="27" y="22"/>
                  </a:cubicBezTo>
                  <a:cubicBezTo>
                    <a:pt x="23" y="28"/>
                    <a:pt x="21" y="32"/>
                    <a:pt x="20" y="33"/>
                  </a:cubicBezTo>
                  <a:cubicBezTo>
                    <a:pt x="19" y="35"/>
                    <a:pt x="19" y="36"/>
                    <a:pt x="18" y="37"/>
                  </a:cubicBezTo>
                  <a:cubicBezTo>
                    <a:pt x="18" y="36"/>
                    <a:pt x="18" y="35"/>
                    <a:pt x="17" y="34"/>
                  </a:cubicBezTo>
                  <a:cubicBezTo>
                    <a:pt x="17" y="32"/>
                    <a:pt x="16" y="30"/>
                    <a:pt x="16" y="29"/>
                  </a:cubicBezTo>
                  <a:cubicBezTo>
                    <a:pt x="15" y="27"/>
                    <a:pt x="14" y="24"/>
                    <a:pt x="13" y="21"/>
                  </a:cubicBezTo>
                  <a:cubicBezTo>
                    <a:pt x="13" y="17"/>
                    <a:pt x="12" y="15"/>
                    <a:pt x="12" y="14"/>
                  </a:cubicBezTo>
                  <a:cubicBezTo>
                    <a:pt x="12" y="13"/>
                    <a:pt x="12" y="11"/>
                    <a:pt x="12" y="8"/>
                  </a:cubicBezTo>
                  <a:cubicBezTo>
                    <a:pt x="12" y="3"/>
                    <a:pt x="10" y="1"/>
                    <a:pt x="6" y="1"/>
                  </a:cubicBezTo>
                  <a:cubicBezTo>
                    <a:pt x="2" y="1"/>
                    <a:pt x="0" y="3"/>
                    <a:pt x="0" y="8"/>
                  </a:cubicBezTo>
                  <a:cubicBezTo>
                    <a:pt x="0" y="14"/>
                    <a:pt x="3" y="23"/>
                    <a:pt x="8" y="36"/>
                  </a:cubicBezTo>
                  <a:cubicBezTo>
                    <a:pt x="10" y="43"/>
                    <a:pt x="11" y="47"/>
                    <a:pt x="11" y="49"/>
                  </a:cubicBezTo>
                  <a:cubicBezTo>
                    <a:pt x="13" y="52"/>
                    <a:pt x="15" y="53"/>
                    <a:pt x="17" y="53"/>
                  </a:cubicBezTo>
                  <a:cubicBezTo>
                    <a:pt x="19" y="53"/>
                    <a:pt x="22" y="51"/>
                    <a:pt x="25" y="45"/>
                  </a:cubicBezTo>
                  <a:cubicBezTo>
                    <a:pt x="30" y="36"/>
                    <a:pt x="34" y="28"/>
                    <a:pt x="38" y="22"/>
                  </a:cubicBezTo>
                  <a:cubicBezTo>
                    <a:pt x="43" y="16"/>
                    <a:pt x="46" y="12"/>
                    <a:pt x="49" y="11"/>
                  </a:cubicBezTo>
                  <a:cubicBezTo>
                    <a:pt x="51" y="9"/>
                    <a:pt x="52" y="7"/>
                    <a:pt x="52" y="5"/>
                  </a:cubicBezTo>
                  <a:cubicBezTo>
                    <a:pt x="52" y="4"/>
                    <a:pt x="52" y="3"/>
                    <a:pt x="51" y="2"/>
                  </a:cubicBezTo>
                  <a:cubicBezTo>
                    <a:pt x="50" y="1"/>
                    <a:pt x="49" y="0"/>
                    <a:pt x="4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14"/>
            <p:cNvSpPr>
              <a:spLocks noEditPoints="1"/>
            </p:cNvSpPr>
            <p:nvPr/>
          </p:nvSpPr>
          <p:spPr bwMode="auto">
            <a:xfrm>
              <a:off x="6662738" y="3060700"/>
              <a:ext cx="63500" cy="80963"/>
            </a:xfrm>
            <a:custGeom>
              <a:avLst/>
              <a:gdLst>
                <a:gd name="T0" fmla="*/ 12 w 42"/>
                <a:gd name="T1" fmla="*/ 35 h 53"/>
                <a:gd name="T2" fmla="*/ 32 w 42"/>
                <a:gd name="T3" fmla="*/ 26 h 53"/>
                <a:gd name="T4" fmla="*/ 39 w 42"/>
                <a:gd name="T5" fmla="*/ 10 h 53"/>
                <a:gd name="T6" fmla="*/ 36 w 42"/>
                <a:gd name="T7" fmla="*/ 3 h 53"/>
                <a:gd name="T8" fmla="*/ 28 w 42"/>
                <a:gd name="T9" fmla="*/ 0 h 53"/>
                <a:gd name="T10" fmla="*/ 9 w 42"/>
                <a:gd name="T11" fmla="*/ 11 h 53"/>
                <a:gd name="T12" fmla="*/ 0 w 42"/>
                <a:gd name="T13" fmla="*/ 35 h 53"/>
                <a:gd name="T14" fmla="*/ 4 w 42"/>
                <a:gd name="T15" fmla="*/ 48 h 53"/>
                <a:gd name="T16" fmla="*/ 16 w 42"/>
                <a:gd name="T17" fmla="*/ 53 h 53"/>
                <a:gd name="T18" fmla="*/ 34 w 42"/>
                <a:gd name="T19" fmla="*/ 46 h 53"/>
                <a:gd name="T20" fmla="*/ 42 w 42"/>
                <a:gd name="T21" fmla="*/ 35 h 53"/>
                <a:gd name="T22" fmla="*/ 40 w 42"/>
                <a:gd name="T23" fmla="*/ 32 h 53"/>
                <a:gd name="T24" fmla="*/ 36 w 42"/>
                <a:gd name="T25" fmla="*/ 34 h 53"/>
                <a:gd name="T26" fmla="*/ 18 w 42"/>
                <a:gd name="T27" fmla="*/ 43 h 53"/>
                <a:gd name="T28" fmla="*/ 13 w 42"/>
                <a:gd name="T29" fmla="*/ 41 h 53"/>
                <a:gd name="T30" fmla="*/ 11 w 42"/>
                <a:gd name="T31" fmla="*/ 37 h 53"/>
                <a:gd name="T32" fmla="*/ 12 w 42"/>
                <a:gd name="T33" fmla="*/ 35 h 53"/>
                <a:gd name="T34" fmla="*/ 18 w 42"/>
                <a:gd name="T35" fmla="*/ 15 h 53"/>
                <a:gd name="T36" fmla="*/ 27 w 42"/>
                <a:gd name="T37" fmla="*/ 9 h 53"/>
                <a:gd name="T38" fmla="*/ 29 w 42"/>
                <a:gd name="T39" fmla="*/ 10 h 53"/>
                <a:gd name="T40" fmla="*/ 30 w 42"/>
                <a:gd name="T41" fmla="*/ 12 h 53"/>
                <a:gd name="T42" fmla="*/ 24 w 42"/>
                <a:gd name="T43" fmla="*/ 21 h 53"/>
                <a:gd name="T44" fmla="*/ 12 w 42"/>
                <a:gd name="T45" fmla="*/ 27 h 53"/>
                <a:gd name="T46" fmla="*/ 18 w 42"/>
                <a:gd name="T47" fmla="*/ 15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2" h="53">
                  <a:moveTo>
                    <a:pt x="12" y="35"/>
                  </a:moveTo>
                  <a:cubicBezTo>
                    <a:pt x="20" y="34"/>
                    <a:pt x="27" y="30"/>
                    <a:pt x="32" y="26"/>
                  </a:cubicBezTo>
                  <a:cubicBezTo>
                    <a:pt x="37" y="21"/>
                    <a:pt x="39" y="16"/>
                    <a:pt x="39" y="10"/>
                  </a:cubicBezTo>
                  <a:cubicBezTo>
                    <a:pt x="39" y="7"/>
                    <a:pt x="38" y="5"/>
                    <a:pt x="36" y="3"/>
                  </a:cubicBezTo>
                  <a:cubicBezTo>
                    <a:pt x="34" y="1"/>
                    <a:pt x="31" y="0"/>
                    <a:pt x="28" y="0"/>
                  </a:cubicBezTo>
                  <a:cubicBezTo>
                    <a:pt x="21" y="0"/>
                    <a:pt x="15" y="3"/>
                    <a:pt x="9" y="11"/>
                  </a:cubicBezTo>
                  <a:cubicBezTo>
                    <a:pt x="3" y="18"/>
                    <a:pt x="0" y="26"/>
                    <a:pt x="0" y="35"/>
                  </a:cubicBezTo>
                  <a:cubicBezTo>
                    <a:pt x="0" y="40"/>
                    <a:pt x="1" y="45"/>
                    <a:pt x="4" y="48"/>
                  </a:cubicBezTo>
                  <a:cubicBezTo>
                    <a:pt x="7" y="51"/>
                    <a:pt x="11" y="53"/>
                    <a:pt x="16" y="53"/>
                  </a:cubicBezTo>
                  <a:cubicBezTo>
                    <a:pt x="23" y="53"/>
                    <a:pt x="29" y="51"/>
                    <a:pt x="34" y="46"/>
                  </a:cubicBezTo>
                  <a:cubicBezTo>
                    <a:pt x="40" y="42"/>
                    <a:pt x="42" y="38"/>
                    <a:pt x="42" y="35"/>
                  </a:cubicBezTo>
                  <a:cubicBezTo>
                    <a:pt x="42" y="33"/>
                    <a:pt x="41" y="32"/>
                    <a:pt x="40" y="32"/>
                  </a:cubicBezTo>
                  <a:cubicBezTo>
                    <a:pt x="38" y="32"/>
                    <a:pt x="37" y="33"/>
                    <a:pt x="36" y="34"/>
                  </a:cubicBezTo>
                  <a:cubicBezTo>
                    <a:pt x="30" y="40"/>
                    <a:pt x="24" y="43"/>
                    <a:pt x="18" y="43"/>
                  </a:cubicBezTo>
                  <a:cubicBezTo>
                    <a:pt x="16" y="43"/>
                    <a:pt x="14" y="43"/>
                    <a:pt x="13" y="41"/>
                  </a:cubicBezTo>
                  <a:cubicBezTo>
                    <a:pt x="12" y="40"/>
                    <a:pt x="11" y="39"/>
                    <a:pt x="11" y="37"/>
                  </a:cubicBezTo>
                  <a:cubicBezTo>
                    <a:pt x="11" y="36"/>
                    <a:pt x="11" y="36"/>
                    <a:pt x="12" y="35"/>
                  </a:cubicBezTo>
                  <a:close/>
                  <a:moveTo>
                    <a:pt x="18" y="15"/>
                  </a:moveTo>
                  <a:cubicBezTo>
                    <a:pt x="21" y="11"/>
                    <a:pt x="24" y="9"/>
                    <a:pt x="27" y="9"/>
                  </a:cubicBezTo>
                  <a:cubicBezTo>
                    <a:pt x="28" y="9"/>
                    <a:pt x="28" y="9"/>
                    <a:pt x="29" y="10"/>
                  </a:cubicBezTo>
                  <a:cubicBezTo>
                    <a:pt x="30" y="10"/>
                    <a:pt x="30" y="11"/>
                    <a:pt x="30" y="12"/>
                  </a:cubicBezTo>
                  <a:cubicBezTo>
                    <a:pt x="30" y="15"/>
                    <a:pt x="28" y="18"/>
                    <a:pt x="24" y="21"/>
                  </a:cubicBezTo>
                  <a:cubicBezTo>
                    <a:pt x="21" y="24"/>
                    <a:pt x="16" y="26"/>
                    <a:pt x="12" y="27"/>
                  </a:cubicBezTo>
                  <a:cubicBezTo>
                    <a:pt x="13" y="23"/>
                    <a:pt x="15" y="18"/>
                    <a:pt x="18"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5"/>
            <p:cNvSpPr>
              <a:spLocks/>
            </p:cNvSpPr>
            <p:nvPr/>
          </p:nvSpPr>
          <p:spPr bwMode="auto">
            <a:xfrm>
              <a:off x="6740525" y="3063875"/>
              <a:ext cx="69850" cy="77788"/>
            </a:xfrm>
            <a:custGeom>
              <a:avLst/>
              <a:gdLst>
                <a:gd name="T0" fmla="*/ 13 w 46"/>
                <a:gd name="T1" fmla="*/ 14 h 51"/>
                <a:gd name="T2" fmla="*/ 15 w 46"/>
                <a:gd name="T3" fmla="*/ 5 h 51"/>
                <a:gd name="T4" fmla="*/ 13 w 46"/>
                <a:gd name="T5" fmla="*/ 2 h 51"/>
                <a:gd name="T6" fmla="*/ 10 w 46"/>
                <a:gd name="T7" fmla="*/ 0 h 51"/>
                <a:gd name="T8" fmla="*/ 5 w 46"/>
                <a:gd name="T9" fmla="*/ 2 h 51"/>
                <a:gd name="T10" fmla="*/ 3 w 46"/>
                <a:gd name="T11" fmla="*/ 5 h 51"/>
                <a:gd name="T12" fmla="*/ 2 w 46"/>
                <a:gd name="T13" fmla="*/ 11 h 51"/>
                <a:gd name="T14" fmla="*/ 2 w 46"/>
                <a:gd name="T15" fmla="*/ 14 h 51"/>
                <a:gd name="T16" fmla="*/ 1 w 46"/>
                <a:gd name="T17" fmla="*/ 27 h 51"/>
                <a:gd name="T18" fmla="*/ 0 w 46"/>
                <a:gd name="T19" fmla="*/ 36 h 51"/>
                <a:gd name="T20" fmla="*/ 2 w 46"/>
                <a:gd name="T21" fmla="*/ 48 h 51"/>
                <a:gd name="T22" fmla="*/ 6 w 46"/>
                <a:gd name="T23" fmla="*/ 51 h 51"/>
                <a:gd name="T24" fmla="*/ 11 w 46"/>
                <a:gd name="T25" fmla="*/ 50 h 51"/>
                <a:gd name="T26" fmla="*/ 13 w 46"/>
                <a:gd name="T27" fmla="*/ 44 h 51"/>
                <a:gd name="T28" fmla="*/ 23 w 46"/>
                <a:gd name="T29" fmla="*/ 21 h 51"/>
                <a:gd name="T30" fmla="*/ 34 w 46"/>
                <a:gd name="T31" fmla="*/ 10 h 51"/>
                <a:gd name="T32" fmla="*/ 37 w 46"/>
                <a:gd name="T33" fmla="*/ 11 h 51"/>
                <a:gd name="T34" fmla="*/ 42 w 46"/>
                <a:gd name="T35" fmla="*/ 14 h 51"/>
                <a:gd name="T36" fmla="*/ 45 w 46"/>
                <a:gd name="T37" fmla="*/ 12 h 51"/>
                <a:gd name="T38" fmla="*/ 46 w 46"/>
                <a:gd name="T39" fmla="*/ 8 h 51"/>
                <a:gd name="T40" fmla="*/ 43 w 46"/>
                <a:gd name="T41" fmla="*/ 2 h 51"/>
                <a:gd name="T42" fmla="*/ 35 w 46"/>
                <a:gd name="T43" fmla="*/ 0 h 51"/>
                <a:gd name="T44" fmla="*/ 23 w 46"/>
                <a:gd name="T45" fmla="*/ 7 h 51"/>
                <a:gd name="T46" fmla="*/ 11 w 46"/>
                <a:gd name="T47" fmla="*/ 25 h 51"/>
                <a:gd name="T48" fmla="*/ 10 w 46"/>
                <a:gd name="T49" fmla="*/ 26 h 51"/>
                <a:gd name="T50" fmla="*/ 11 w 46"/>
                <a:gd name="T51" fmla="*/ 19 h 51"/>
                <a:gd name="T52" fmla="*/ 13 w 46"/>
                <a:gd name="T53" fmla="*/ 1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6" h="51">
                  <a:moveTo>
                    <a:pt x="13" y="14"/>
                  </a:moveTo>
                  <a:cubicBezTo>
                    <a:pt x="14" y="9"/>
                    <a:pt x="15" y="6"/>
                    <a:pt x="15" y="5"/>
                  </a:cubicBezTo>
                  <a:cubicBezTo>
                    <a:pt x="15" y="4"/>
                    <a:pt x="14" y="3"/>
                    <a:pt x="13" y="2"/>
                  </a:cubicBezTo>
                  <a:cubicBezTo>
                    <a:pt x="13" y="1"/>
                    <a:pt x="11" y="0"/>
                    <a:pt x="10" y="0"/>
                  </a:cubicBezTo>
                  <a:cubicBezTo>
                    <a:pt x="8" y="0"/>
                    <a:pt x="7" y="1"/>
                    <a:pt x="5" y="2"/>
                  </a:cubicBezTo>
                  <a:cubicBezTo>
                    <a:pt x="4" y="3"/>
                    <a:pt x="3" y="4"/>
                    <a:pt x="3" y="5"/>
                  </a:cubicBezTo>
                  <a:cubicBezTo>
                    <a:pt x="3" y="6"/>
                    <a:pt x="2" y="8"/>
                    <a:pt x="2" y="11"/>
                  </a:cubicBezTo>
                  <a:cubicBezTo>
                    <a:pt x="2" y="12"/>
                    <a:pt x="2" y="13"/>
                    <a:pt x="2" y="14"/>
                  </a:cubicBezTo>
                  <a:cubicBezTo>
                    <a:pt x="1" y="19"/>
                    <a:pt x="1" y="23"/>
                    <a:pt x="1" y="27"/>
                  </a:cubicBezTo>
                  <a:cubicBezTo>
                    <a:pt x="1" y="31"/>
                    <a:pt x="0" y="34"/>
                    <a:pt x="0" y="36"/>
                  </a:cubicBezTo>
                  <a:cubicBezTo>
                    <a:pt x="0" y="41"/>
                    <a:pt x="1" y="45"/>
                    <a:pt x="2" y="48"/>
                  </a:cubicBezTo>
                  <a:cubicBezTo>
                    <a:pt x="3" y="50"/>
                    <a:pt x="4" y="51"/>
                    <a:pt x="6" y="51"/>
                  </a:cubicBezTo>
                  <a:cubicBezTo>
                    <a:pt x="8" y="51"/>
                    <a:pt x="10" y="51"/>
                    <a:pt x="11" y="50"/>
                  </a:cubicBezTo>
                  <a:cubicBezTo>
                    <a:pt x="12" y="49"/>
                    <a:pt x="13" y="47"/>
                    <a:pt x="13" y="44"/>
                  </a:cubicBezTo>
                  <a:cubicBezTo>
                    <a:pt x="14" y="36"/>
                    <a:pt x="17" y="28"/>
                    <a:pt x="23" y="21"/>
                  </a:cubicBezTo>
                  <a:cubicBezTo>
                    <a:pt x="28" y="13"/>
                    <a:pt x="32" y="10"/>
                    <a:pt x="34" y="10"/>
                  </a:cubicBezTo>
                  <a:cubicBezTo>
                    <a:pt x="35" y="10"/>
                    <a:pt x="36" y="10"/>
                    <a:pt x="37" y="11"/>
                  </a:cubicBezTo>
                  <a:cubicBezTo>
                    <a:pt x="38" y="13"/>
                    <a:pt x="40" y="14"/>
                    <a:pt x="42" y="14"/>
                  </a:cubicBezTo>
                  <a:cubicBezTo>
                    <a:pt x="43" y="14"/>
                    <a:pt x="44" y="13"/>
                    <a:pt x="45" y="12"/>
                  </a:cubicBezTo>
                  <a:cubicBezTo>
                    <a:pt x="45" y="11"/>
                    <a:pt x="46" y="10"/>
                    <a:pt x="46" y="8"/>
                  </a:cubicBezTo>
                  <a:cubicBezTo>
                    <a:pt x="46" y="6"/>
                    <a:pt x="45" y="4"/>
                    <a:pt x="43" y="2"/>
                  </a:cubicBezTo>
                  <a:cubicBezTo>
                    <a:pt x="41" y="1"/>
                    <a:pt x="38" y="0"/>
                    <a:pt x="35" y="0"/>
                  </a:cubicBezTo>
                  <a:cubicBezTo>
                    <a:pt x="31" y="0"/>
                    <a:pt x="27" y="2"/>
                    <a:pt x="23" y="7"/>
                  </a:cubicBezTo>
                  <a:cubicBezTo>
                    <a:pt x="19" y="11"/>
                    <a:pt x="15" y="17"/>
                    <a:pt x="11" y="25"/>
                  </a:cubicBezTo>
                  <a:cubicBezTo>
                    <a:pt x="10" y="26"/>
                    <a:pt x="10" y="26"/>
                    <a:pt x="10" y="26"/>
                  </a:cubicBezTo>
                  <a:cubicBezTo>
                    <a:pt x="11" y="19"/>
                    <a:pt x="11" y="19"/>
                    <a:pt x="11" y="19"/>
                  </a:cubicBezTo>
                  <a:cubicBezTo>
                    <a:pt x="12" y="17"/>
                    <a:pt x="12" y="15"/>
                    <a:pt x="13"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6"/>
            <p:cNvSpPr>
              <a:spLocks noEditPoints="1"/>
            </p:cNvSpPr>
            <p:nvPr/>
          </p:nvSpPr>
          <p:spPr bwMode="auto">
            <a:xfrm>
              <a:off x="6808788" y="3060700"/>
              <a:ext cx="65088" cy="80963"/>
            </a:xfrm>
            <a:custGeom>
              <a:avLst/>
              <a:gdLst>
                <a:gd name="T0" fmla="*/ 12 w 42"/>
                <a:gd name="T1" fmla="*/ 35 h 53"/>
                <a:gd name="T2" fmla="*/ 32 w 42"/>
                <a:gd name="T3" fmla="*/ 26 h 53"/>
                <a:gd name="T4" fmla="*/ 39 w 42"/>
                <a:gd name="T5" fmla="*/ 10 h 53"/>
                <a:gd name="T6" fmla="*/ 36 w 42"/>
                <a:gd name="T7" fmla="*/ 3 h 53"/>
                <a:gd name="T8" fmla="*/ 28 w 42"/>
                <a:gd name="T9" fmla="*/ 0 h 53"/>
                <a:gd name="T10" fmla="*/ 9 w 42"/>
                <a:gd name="T11" fmla="*/ 11 h 53"/>
                <a:gd name="T12" fmla="*/ 0 w 42"/>
                <a:gd name="T13" fmla="*/ 35 h 53"/>
                <a:gd name="T14" fmla="*/ 4 w 42"/>
                <a:gd name="T15" fmla="*/ 48 h 53"/>
                <a:gd name="T16" fmla="*/ 16 w 42"/>
                <a:gd name="T17" fmla="*/ 53 h 53"/>
                <a:gd name="T18" fmla="*/ 34 w 42"/>
                <a:gd name="T19" fmla="*/ 46 h 53"/>
                <a:gd name="T20" fmla="*/ 42 w 42"/>
                <a:gd name="T21" fmla="*/ 35 h 53"/>
                <a:gd name="T22" fmla="*/ 40 w 42"/>
                <a:gd name="T23" fmla="*/ 32 h 53"/>
                <a:gd name="T24" fmla="*/ 36 w 42"/>
                <a:gd name="T25" fmla="*/ 34 h 53"/>
                <a:gd name="T26" fmla="*/ 18 w 42"/>
                <a:gd name="T27" fmla="*/ 43 h 53"/>
                <a:gd name="T28" fmla="*/ 13 w 42"/>
                <a:gd name="T29" fmla="*/ 41 h 53"/>
                <a:gd name="T30" fmla="*/ 11 w 42"/>
                <a:gd name="T31" fmla="*/ 37 h 53"/>
                <a:gd name="T32" fmla="*/ 12 w 42"/>
                <a:gd name="T33" fmla="*/ 35 h 53"/>
                <a:gd name="T34" fmla="*/ 18 w 42"/>
                <a:gd name="T35" fmla="*/ 15 h 53"/>
                <a:gd name="T36" fmla="*/ 27 w 42"/>
                <a:gd name="T37" fmla="*/ 9 h 53"/>
                <a:gd name="T38" fmla="*/ 29 w 42"/>
                <a:gd name="T39" fmla="*/ 10 h 53"/>
                <a:gd name="T40" fmla="*/ 30 w 42"/>
                <a:gd name="T41" fmla="*/ 12 h 53"/>
                <a:gd name="T42" fmla="*/ 25 w 42"/>
                <a:gd name="T43" fmla="*/ 21 h 53"/>
                <a:gd name="T44" fmla="*/ 12 w 42"/>
                <a:gd name="T45" fmla="*/ 27 h 53"/>
                <a:gd name="T46" fmla="*/ 18 w 42"/>
                <a:gd name="T47" fmla="*/ 15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2" h="53">
                  <a:moveTo>
                    <a:pt x="12" y="35"/>
                  </a:moveTo>
                  <a:cubicBezTo>
                    <a:pt x="20" y="34"/>
                    <a:pt x="27" y="30"/>
                    <a:pt x="32" y="26"/>
                  </a:cubicBezTo>
                  <a:cubicBezTo>
                    <a:pt x="37" y="21"/>
                    <a:pt x="39" y="16"/>
                    <a:pt x="39" y="10"/>
                  </a:cubicBezTo>
                  <a:cubicBezTo>
                    <a:pt x="39" y="7"/>
                    <a:pt x="38" y="5"/>
                    <a:pt x="36" y="3"/>
                  </a:cubicBezTo>
                  <a:cubicBezTo>
                    <a:pt x="34" y="1"/>
                    <a:pt x="32" y="0"/>
                    <a:pt x="28" y="0"/>
                  </a:cubicBezTo>
                  <a:cubicBezTo>
                    <a:pt x="21" y="0"/>
                    <a:pt x="15" y="3"/>
                    <a:pt x="9" y="11"/>
                  </a:cubicBezTo>
                  <a:cubicBezTo>
                    <a:pt x="3" y="18"/>
                    <a:pt x="0" y="26"/>
                    <a:pt x="0" y="35"/>
                  </a:cubicBezTo>
                  <a:cubicBezTo>
                    <a:pt x="0" y="40"/>
                    <a:pt x="1" y="45"/>
                    <a:pt x="4" y="48"/>
                  </a:cubicBezTo>
                  <a:cubicBezTo>
                    <a:pt x="7" y="51"/>
                    <a:pt x="11" y="53"/>
                    <a:pt x="16" y="53"/>
                  </a:cubicBezTo>
                  <a:cubicBezTo>
                    <a:pt x="23" y="53"/>
                    <a:pt x="29" y="51"/>
                    <a:pt x="34" y="46"/>
                  </a:cubicBezTo>
                  <a:cubicBezTo>
                    <a:pt x="40" y="42"/>
                    <a:pt x="42" y="38"/>
                    <a:pt x="42" y="35"/>
                  </a:cubicBezTo>
                  <a:cubicBezTo>
                    <a:pt x="42" y="33"/>
                    <a:pt x="41" y="32"/>
                    <a:pt x="40" y="32"/>
                  </a:cubicBezTo>
                  <a:cubicBezTo>
                    <a:pt x="39" y="32"/>
                    <a:pt x="37" y="33"/>
                    <a:pt x="36" y="34"/>
                  </a:cubicBezTo>
                  <a:cubicBezTo>
                    <a:pt x="30" y="40"/>
                    <a:pt x="24" y="43"/>
                    <a:pt x="18" y="43"/>
                  </a:cubicBezTo>
                  <a:cubicBezTo>
                    <a:pt x="16" y="43"/>
                    <a:pt x="14" y="43"/>
                    <a:pt x="13" y="41"/>
                  </a:cubicBezTo>
                  <a:cubicBezTo>
                    <a:pt x="12" y="40"/>
                    <a:pt x="11" y="39"/>
                    <a:pt x="11" y="37"/>
                  </a:cubicBezTo>
                  <a:cubicBezTo>
                    <a:pt x="11" y="36"/>
                    <a:pt x="11" y="36"/>
                    <a:pt x="12" y="35"/>
                  </a:cubicBezTo>
                  <a:close/>
                  <a:moveTo>
                    <a:pt x="18" y="15"/>
                  </a:moveTo>
                  <a:cubicBezTo>
                    <a:pt x="21" y="11"/>
                    <a:pt x="24" y="9"/>
                    <a:pt x="27" y="9"/>
                  </a:cubicBezTo>
                  <a:cubicBezTo>
                    <a:pt x="28" y="9"/>
                    <a:pt x="29" y="9"/>
                    <a:pt x="29" y="10"/>
                  </a:cubicBezTo>
                  <a:cubicBezTo>
                    <a:pt x="30" y="10"/>
                    <a:pt x="30" y="11"/>
                    <a:pt x="30" y="12"/>
                  </a:cubicBezTo>
                  <a:cubicBezTo>
                    <a:pt x="30" y="15"/>
                    <a:pt x="28" y="18"/>
                    <a:pt x="25" y="21"/>
                  </a:cubicBezTo>
                  <a:cubicBezTo>
                    <a:pt x="21" y="24"/>
                    <a:pt x="17" y="26"/>
                    <a:pt x="12" y="27"/>
                  </a:cubicBezTo>
                  <a:cubicBezTo>
                    <a:pt x="13" y="23"/>
                    <a:pt x="15" y="18"/>
                    <a:pt x="18"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7"/>
            <p:cNvSpPr>
              <a:spLocks/>
            </p:cNvSpPr>
            <p:nvPr/>
          </p:nvSpPr>
          <p:spPr bwMode="auto">
            <a:xfrm>
              <a:off x="6877050" y="3059113"/>
              <a:ext cx="77788" cy="87313"/>
            </a:xfrm>
            <a:custGeom>
              <a:avLst/>
              <a:gdLst>
                <a:gd name="T0" fmla="*/ 2 w 51"/>
                <a:gd name="T1" fmla="*/ 44 h 57"/>
                <a:gd name="T2" fmla="*/ 0 w 51"/>
                <a:gd name="T3" fmla="*/ 51 h 57"/>
                <a:gd name="T4" fmla="*/ 2 w 51"/>
                <a:gd name="T5" fmla="*/ 55 h 57"/>
                <a:gd name="T6" fmla="*/ 8 w 51"/>
                <a:gd name="T7" fmla="*/ 57 h 57"/>
                <a:gd name="T8" fmla="*/ 11 w 51"/>
                <a:gd name="T9" fmla="*/ 52 h 57"/>
                <a:gd name="T10" fmla="*/ 22 w 51"/>
                <a:gd name="T11" fmla="*/ 36 h 57"/>
                <a:gd name="T12" fmla="*/ 41 w 51"/>
                <a:gd name="T13" fmla="*/ 52 h 57"/>
                <a:gd name="T14" fmla="*/ 46 w 51"/>
                <a:gd name="T15" fmla="*/ 51 h 57"/>
                <a:gd name="T16" fmla="*/ 48 w 51"/>
                <a:gd name="T17" fmla="*/ 47 h 57"/>
                <a:gd name="T18" fmla="*/ 47 w 51"/>
                <a:gd name="T19" fmla="*/ 45 h 57"/>
                <a:gd name="T20" fmla="*/ 45 w 51"/>
                <a:gd name="T21" fmla="*/ 43 h 57"/>
                <a:gd name="T22" fmla="*/ 30 w 51"/>
                <a:gd name="T23" fmla="*/ 30 h 57"/>
                <a:gd name="T24" fmla="*/ 51 w 51"/>
                <a:gd name="T25" fmla="*/ 6 h 57"/>
                <a:gd name="T26" fmla="*/ 50 w 51"/>
                <a:gd name="T27" fmla="*/ 2 h 57"/>
                <a:gd name="T28" fmla="*/ 46 w 51"/>
                <a:gd name="T29" fmla="*/ 0 h 57"/>
                <a:gd name="T30" fmla="*/ 42 w 51"/>
                <a:gd name="T31" fmla="*/ 1 h 57"/>
                <a:gd name="T32" fmla="*/ 40 w 51"/>
                <a:gd name="T33" fmla="*/ 5 h 57"/>
                <a:gd name="T34" fmla="*/ 31 w 51"/>
                <a:gd name="T35" fmla="*/ 16 h 57"/>
                <a:gd name="T36" fmla="*/ 30 w 51"/>
                <a:gd name="T37" fmla="*/ 17 h 57"/>
                <a:gd name="T38" fmla="*/ 25 w 51"/>
                <a:gd name="T39" fmla="*/ 22 h 57"/>
                <a:gd name="T40" fmla="*/ 20 w 51"/>
                <a:gd name="T41" fmla="*/ 8 h 57"/>
                <a:gd name="T42" fmla="*/ 15 w 51"/>
                <a:gd name="T43" fmla="*/ 1 h 57"/>
                <a:gd name="T44" fmla="*/ 8 w 51"/>
                <a:gd name="T45" fmla="*/ 9 h 57"/>
                <a:gd name="T46" fmla="*/ 17 w 51"/>
                <a:gd name="T47" fmla="*/ 28 h 57"/>
                <a:gd name="T48" fmla="*/ 15 w 51"/>
                <a:gd name="T49" fmla="*/ 31 h 57"/>
                <a:gd name="T50" fmla="*/ 2 w 51"/>
                <a:gd name="T51" fmla="*/ 44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1" h="57">
                  <a:moveTo>
                    <a:pt x="2" y="44"/>
                  </a:moveTo>
                  <a:cubicBezTo>
                    <a:pt x="1" y="47"/>
                    <a:pt x="0" y="49"/>
                    <a:pt x="0" y="51"/>
                  </a:cubicBezTo>
                  <a:cubicBezTo>
                    <a:pt x="0" y="53"/>
                    <a:pt x="1" y="55"/>
                    <a:pt x="2" y="55"/>
                  </a:cubicBezTo>
                  <a:cubicBezTo>
                    <a:pt x="3" y="56"/>
                    <a:pt x="5" y="57"/>
                    <a:pt x="8" y="57"/>
                  </a:cubicBezTo>
                  <a:cubicBezTo>
                    <a:pt x="9" y="56"/>
                    <a:pt x="10" y="54"/>
                    <a:pt x="11" y="52"/>
                  </a:cubicBezTo>
                  <a:cubicBezTo>
                    <a:pt x="13" y="46"/>
                    <a:pt x="17" y="41"/>
                    <a:pt x="22" y="36"/>
                  </a:cubicBezTo>
                  <a:cubicBezTo>
                    <a:pt x="30" y="47"/>
                    <a:pt x="37" y="52"/>
                    <a:pt x="41" y="52"/>
                  </a:cubicBezTo>
                  <a:cubicBezTo>
                    <a:pt x="43" y="52"/>
                    <a:pt x="45" y="52"/>
                    <a:pt x="46" y="51"/>
                  </a:cubicBezTo>
                  <a:cubicBezTo>
                    <a:pt x="47" y="49"/>
                    <a:pt x="48" y="48"/>
                    <a:pt x="48" y="47"/>
                  </a:cubicBezTo>
                  <a:cubicBezTo>
                    <a:pt x="48" y="46"/>
                    <a:pt x="48" y="45"/>
                    <a:pt x="47" y="45"/>
                  </a:cubicBezTo>
                  <a:cubicBezTo>
                    <a:pt x="47" y="44"/>
                    <a:pt x="46" y="44"/>
                    <a:pt x="45" y="43"/>
                  </a:cubicBezTo>
                  <a:cubicBezTo>
                    <a:pt x="40" y="40"/>
                    <a:pt x="35" y="36"/>
                    <a:pt x="30" y="30"/>
                  </a:cubicBezTo>
                  <a:cubicBezTo>
                    <a:pt x="44" y="17"/>
                    <a:pt x="51" y="9"/>
                    <a:pt x="51" y="6"/>
                  </a:cubicBezTo>
                  <a:cubicBezTo>
                    <a:pt x="51" y="4"/>
                    <a:pt x="51" y="3"/>
                    <a:pt x="50" y="2"/>
                  </a:cubicBezTo>
                  <a:cubicBezTo>
                    <a:pt x="48" y="1"/>
                    <a:pt x="47" y="0"/>
                    <a:pt x="46" y="0"/>
                  </a:cubicBezTo>
                  <a:cubicBezTo>
                    <a:pt x="44" y="0"/>
                    <a:pt x="43" y="0"/>
                    <a:pt x="42" y="1"/>
                  </a:cubicBezTo>
                  <a:cubicBezTo>
                    <a:pt x="42" y="2"/>
                    <a:pt x="41" y="3"/>
                    <a:pt x="40" y="5"/>
                  </a:cubicBezTo>
                  <a:cubicBezTo>
                    <a:pt x="38" y="8"/>
                    <a:pt x="35" y="12"/>
                    <a:pt x="31" y="16"/>
                  </a:cubicBezTo>
                  <a:cubicBezTo>
                    <a:pt x="31" y="16"/>
                    <a:pt x="30" y="17"/>
                    <a:pt x="30" y="17"/>
                  </a:cubicBezTo>
                  <a:cubicBezTo>
                    <a:pt x="28" y="19"/>
                    <a:pt x="26" y="21"/>
                    <a:pt x="25" y="22"/>
                  </a:cubicBezTo>
                  <a:cubicBezTo>
                    <a:pt x="22" y="17"/>
                    <a:pt x="20" y="12"/>
                    <a:pt x="20" y="8"/>
                  </a:cubicBezTo>
                  <a:cubicBezTo>
                    <a:pt x="20" y="3"/>
                    <a:pt x="18" y="1"/>
                    <a:pt x="15" y="1"/>
                  </a:cubicBezTo>
                  <a:cubicBezTo>
                    <a:pt x="10" y="1"/>
                    <a:pt x="8" y="4"/>
                    <a:pt x="8" y="9"/>
                  </a:cubicBezTo>
                  <a:cubicBezTo>
                    <a:pt x="8" y="13"/>
                    <a:pt x="11" y="20"/>
                    <a:pt x="17" y="28"/>
                  </a:cubicBezTo>
                  <a:cubicBezTo>
                    <a:pt x="16" y="29"/>
                    <a:pt x="15" y="30"/>
                    <a:pt x="15" y="31"/>
                  </a:cubicBezTo>
                  <a:cubicBezTo>
                    <a:pt x="8" y="37"/>
                    <a:pt x="4" y="41"/>
                    <a:pt x="2"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8"/>
            <p:cNvSpPr>
              <a:spLocks noEditPoints="1"/>
            </p:cNvSpPr>
            <p:nvPr/>
          </p:nvSpPr>
          <p:spPr bwMode="auto">
            <a:xfrm>
              <a:off x="6959600" y="3060700"/>
              <a:ext cx="65088" cy="80963"/>
            </a:xfrm>
            <a:custGeom>
              <a:avLst/>
              <a:gdLst>
                <a:gd name="T0" fmla="*/ 43 w 43"/>
                <a:gd name="T1" fmla="*/ 35 h 53"/>
                <a:gd name="T2" fmla="*/ 40 w 43"/>
                <a:gd name="T3" fmla="*/ 32 h 53"/>
                <a:gd name="T4" fmla="*/ 37 w 43"/>
                <a:gd name="T5" fmla="*/ 34 h 53"/>
                <a:gd name="T6" fmla="*/ 18 w 43"/>
                <a:gd name="T7" fmla="*/ 43 h 53"/>
                <a:gd name="T8" fmla="*/ 13 w 43"/>
                <a:gd name="T9" fmla="*/ 41 h 53"/>
                <a:gd name="T10" fmla="*/ 11 w 43"/>
                <a:gd name="T11" fmla="*/ 37 h 53"/>
                <a:gd name="T12" fmla="*/ 13 w 43"/>
                <a:gd name="T13" fmla="*/ 35 h 53"/>
                <a:gd name="T14" fmla="*/ 32 w 43"/>
                <a:gd name="T15" fmla="*/ 26 h 53"/>
                <a:gd name="T16" fmla="*/ 40 w 43"/>
                <a:gd name="T17" fmla="*/ 10 h 53"/>
                <a:gd name="T18" fmla="*/ 37 w 43"/>
                <a:gd name="T19" fmla="*/ 3 h 53"/>
                <a:gd name="T20" fmla="*/ 29 w 43"/>
                <a:gd name="T21" fmla="*/ 0 h 53"/>
                <a:gd name="T22" fmla="*/ 9 w 43"/>
                <a:gd name="T23" fmla="*/ 11 h 53"/>
                <a:gd name="T24" fmla="*/ 0 w 43"/>
                <a:gd name="T25" fmla="*/ 35 h 53"/>
                <a:gd name="T26" fmla="*/ 5 w 43"/>
                <a:gd name="T27" fmla="*/ 48 h 53"/>
                <a:gd name="T28" fmla="*/ 17 w 43"/>
                <a:gd name="T29" fmla="*/ 53 h 53"/>
                <a:gd name="T30" fmla="*/ 35 w 43"/>
                <a:gd name="T31" fmla="*/ 46 h 53"/>
                <a:gd name="T32" fmla="*/ 43 w 43"/>
                <a:gd name="T33" fmla="*/ 35 h 53"/>
                <a:gd name="T34" fmla="*/ 19 w 43"/>
                <a:gd name="T35" fmla="*/ 15 h 53"/>
                <a:gd name="T36" fmla="*/ 27 w 43"/>
                <a:gd name="T37" fmla="*/ 9 h 53"/>
                <a:gd name="T38" fmla="*/ 30 w 43"/>
                <a:gd name="T39" fmla="*/ 10 h 53"/>
                <a:gd name="T40" fmla="*/ 30 w 43"/>
                <a:gd name="T41" fmla="*/ 12 h 53"/>
                <a:gd name="T42" fmla="*/ 25 w 43"/>
                <a:gd name="T43" fmla="*/ 21 h 53"/>
                <a:gd name="T44" fmla="*/ 12 w 43"/>
                <a:gd name="T45" fmla="*/ 27 h 53"/>
                <a:gd name="T46" fmla="*/ 19 w 43"/>
                <a:gd name="T47" fmla="*/ 15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3" h="53">
                  <a:moveTo>
                    <a:pt x="43" y="35"/>
                  </a:moveTo>
                  <a:cubicBezTo>
                    <a:pt x="43" y="33"/>
                    <a:pt x="42" y="32"/>
                    <a:pt x="40" y="32"/>
                  </a:cubicBezTo>
                  <a:cubicBezTo>
                    <a:pt x="39" y="32"/>
                    <a:pt x="38" y="33"/>
                    <a:pt x="37" y="34"/>
                  </a:cubicBezTo>
                  <a:cubicBezTo>
                    <a:pt x="31" y="40"/>
                    <a:pt x="25" y="43"/>
                    <a:pt x="18" y="43"/>
                  </a:cubicBezTo>
                  <a:cubicBezTo>
                    <a:pt x="16" y="43"/>
                    <a:pt x="15" y="43"/>
                    <a:pt x="13" y="41"/>
                  </a:cubicBezTo>
                  <a:cubicBezTo>
                    <a:pt x="12" y="40"/>
                    <a:pt x="11" y="39"/>
                    <a:pt x="11" y="37"/>
                  </a:cubicBezTo>
                  <a:cubicBezTo>
                    <a:pt x="11" y="36"/>
                    <a:pt x="12" y="36"/>
                    <a:pt x="13" y="35"/>
                  </a:cubicBezTo>
                  <a:cubicBezTo>
                    <a:pt x="21" y="34"/>
                    <a:pt x="27" y="30"/>
                    <a:pt x="32" y="26"/>
                  </a:cubicBezTo>
                  <a:cubicBezTo>
                    <a:pt x="37" y="21"/>
                    <a:pt x="40" y="16"/>
                    <a:pt x="40" y="10"/>
                  </a:cubicBezTo>
                  <a:cubicBezTo>
                    <a:pt x="40" y="7"/>
                    <a:pt x="39" y="5"/>
                    <a:pt x="37" y="3"/>
                  </a:cubicBezTo>
                  <a:cubicBezTo>
                    <a:pt x="35" y="1"/>
                    <a:pt x="32" y="0"/>
                    <a:pt x="29" y="0"/>
                  </a:cubicBezTo>
                  <a:cubicBezTo>
                    <a:pt x="22" y="0"/>
                    <a:pt x="15" y="3"/>
                    <a:pt x="9" y="11"/>
                  </a:cubicBezTo>
                  <a:cubicBezTo>
                    <a:pt x="3" y="18"/>
                    <a:pt x="0" y="26"/>
                    <a:pt x="0" y="35"/>
                  </a:cubicBezTo>
                  <a:cubicBezTo>
                    <a:pt x="0" y="40"/>
                    <a:pt x="2" y="45"/>
                    <a:pt x="5" y="48"/>
                  </a:cubicBezTo>
                  <a:cubicBezTo>
                    <a:pt x="8" y="51"/>
                    <a:pt x="12" y="53"/>
                    <a:pt x="17" y="53"/>
                  </a:cubicBezTo>
                  <a:cubicBezTo>
                    <a:pt x="23" y="53"/>
                    <a:pt x="29" y="51"/>
                    <a:pt x="35" y="46"/>
                  </a:cubicBezTo>
                  <a:cubicBezTo>
                    <a:pt x="40" y="42"/>
                    <a:pt x="43" y="38"/>
                    <a:pt x="43" y="35"/>
                  </a:cubicBezTo>
                  <a:close/>
                  <a:moveTo>
                    <a:pt x="19" y="15"/>
                  </a:moveTo>
                  <a:cubicBezTo>
                    <a:pt x="22" y="11"/>
                    <a:pt x="25" y="9"/>
                    <a:pt x="27" y="9"/>
                  </a:cubicBezTo>
                  <a:cubicBezTo>
                    <a:pt x="28" y="9"/>
                    <a:pt x="29" y="9"/>
                    <a:pt x="30" y="10"/>
                  </a:cubicBezTo>
                  <a:cubicBezTo>
                    <a:pt x="30" y="10"/>
                    <a:pt x="30" y="11"/>
                    <a:pt x="30" y="12"/>
                  </a:cubicBezTo>
                  <a:cubicBezTo>
                    <a:pt x="30" y="15"/>
                    <a:pt x="29" y="18"/>
                    <a:pt x="25" y="21"/>
                  </a:cubicBezTo>
                  <a:cubicBezTo>
                    <a:pt x="21" y="24"/>
                    <a:pt x="17" y="26"/>
                    <a:pt x="12" y="27"/>
                  </a:cubicBezTo>
                  <a:cubicBezTo>
                    <a:pt x="13" y="23"/>
                    <a:pt x="15" y="18"/>
                    <a:pt x="19"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9"/>
            <p:cNvSpPr>
              <a:spLocks/>
            </p:cNvSpPr>
            <p:nvPr/>
          </p:nvSpPr>
          <p:spPr bwMode="auto">
            <a:xfrm>
              <a:off x="7038975" y="3063875"/>
              <a:ext cx="68263" cy="77788"/>
            </a:xfrm>
            <a:custGeom>
              <a:avLst/>
              <a:gdLst>
                <a:gd name="T0" fmla="*/ 12 w 45"/>
                <a:gd name="T1" fmla="*/ 14 h 51"/>
                <a:gd name="T2" fmla="*/ 14 w 45"/>
                <a:gd name="T3" fmla="*/ 5 h 51"/>
                <a:gd name="T4" fmla="*/ 13 w 45"/>
                <a:gd name="T5" fmla="*/ 2 h 51"/>
                <a:gd name="T6" fmla="*/ 9 w 45"/>
                <a:gd name="T7" fmla="*/ 0 h 51"/>
                <a:gd name="T8" fmla="*/ 5 w 45"/>
                <a:gd name="T9" fmla="*/ 2 h 51"/>
                <a:gd name="T10" fmla="*/ 2 w 45"/>
                <a:gd name="T11" fmla="*/ 5 h 51"/>
                <a:gd name="T12" fmla="*/ 2 w 45"/>
                <a:gd name="T13" fmla="*/ 11 h 51"/>
                <a:gd name="T14" fmla="*/ 1 w 45"/>
                <a:gd name="T15" fmla="*/ 14 h 51"/>
                <a:gd name="T16" fmla="*/ 0 w 45"/>
                <a:gd name="T17" fmla="*/ 27 h 51"/>
                <a:gd name="T18" fmla="*/ 0 w 45"/>
                <a:gd name="T19" fmla="*/ 36 h 51"/>
                <a:gd name="T20" fmla="*/ 1 w 45"/>
                <a:gd name="T21" fmla="*/ 48 h 51"/>
                <a:gd name="T22" fmla="*/ 6 w 45"/>
                <a:gd name="T23" fmla="*/ 51 h 51"/>
                <a:gd name="T24" fmla="*/ 10 w 45"/>
                <a:gd name="T25" fmla="*/ 50 h 51"/>
                <a:gd name="T26" fmla="*/ 13 w 45"/>
                <a:gd name="T27" fmla="*/ 44 h 51"/>
                <a:gd name="T28" fmla="*/ 22 w 45"/>
                <a:gd name="T29" fmla="*/ 21 h 51"/>
                <a:gd name="T30" fmla="*/ 34 w 45"/>
                <a:gd name="T31" fmla="*/ 10 h 51"/>
                <a:gd name="T32" fmla="*/ 36 w 45"/>
                <a:gd name="T33" fmla="*/ 11 h 51"/>
                <a:gd name="T34" fmla="*/ 42 w 45"/>
                <a:gd name="T35" fmla="*/ 14 h 51"/>
                <a:gd name="T36" fmla="*/ 44 w 45"/>
                <a:gd name="T37" fmla="*/ 12 h 51"/>
                <a:gd name="T38" fmla="*/ 45 w 45"/>
                <a:gd name="T39" fmla="*/ 8 h 51"/>
                <a:gd name="T40" fmla="*/ 42 w 45"/>
                <a:gd name="T41" fmla="*/ 2 h 51"/>
                <a:gd name="T42" fmla="*/ 35 w 45"/>
                <a:gd name="T43" fmla="*/ 0 h 51"/>
                <a:gd name="T44" fmla="*/ 22 w 45"/>
                <a:gd name="T45" fmla="*/ 7 h 51"/>
                <a:gd name="T46" fmla="*/ 11 w 45"/>
                <a:gd name="T47" fmla="*/ 25 h 51"/>
                <a:gd name="T48" fmla="*/ 10 w 45"/>
                <a:gd name="T49" fmla="*/ 26 h 51"/>
                <a:gd name="T50" fmla="*/ 11 w 45"/>
                <a:gd name="T51" fmla="*/ 19 h 51"/>
                <a:gd name="T52" fmla="*/ 12 w 45"/>
                <a:gd name="T53" fmla="*/ 1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5" h="51">
                  <a:moveTo>
                    <a:pt x="12" y="14"/>
                  </a:moveTo>
                  <a:cubicBezTo>
                    <a:pt x="13" y="9"/>
                    <a:pt x="14" y="6"/>
                    <a:pt x="14" y="5"/>
                  </a:cubicBezTo>
                  <a:cubicBezTo>
                    <a:pt x="14" y="4"/>
                    <a:pt x="14" y="3"/>
                    <a:pt x="13" y="2"/>
                  </a:cubicBezTo>
                  <a:cubicBezTo>
                    <a:pt x="12" y="1"/>
                    <a:pt x="11" y="0"/>
                    <a:pt x="9" y="0"/>
                  </a:cubicBezTo>
                  <a:cubicBezTo>
                    <a:pt x="8" y="0"/>
                    <a:pt x="6" y="1"/>
                    <a:pt x="5" y="2"/>
                  </a:cubicBezTo>
                  <a:cubicBezTo>
                    <a:pt x="4" y="3"/>
                    <a:pt x="3" y="4"/>
                    <a:pt x="2" y="5"/>
                  </a:cubicBezTo>
                  <a:cubicBezTo>
                    <a:pt x="2" y="6"/>
                    <a:pt x="2" y="8"/>
                    <a:pt x="2" y="11"/>
                  </a:cubicBezTo>
                  <a:cubicBezTo>
                    <a:pt x="1" y="12"/>
                    <a:pt x="1" y="13"/>
                    <a:pt x="1" y="14"/>
                  </a:cubicBezTo>
                  <a:cubicBezTo>
                    <a:pt x="1" y="19"/>
                    <a:pt x="0" y="23"/>
                    <a:pt x="0" y="27"/>
                  </a:cubicBezTo>
                  <a:cubicBezTo>
                    <a:pt x="0" y="31"/>
                    <a:pt x="0" y="34"/>
                    <a:pt x="0" y="36"/>
                  </a:cubicBezTo>
                  <a:cubicBezTo>
                    <a:pt x="0" y="41"/>
                    <a:pt x="0" y="45"/>
                    <a:pt x="1" y="48"/>
                  </a:cubicBezTo>
                  <a:cubicBezTo>
                    <a:pt x="2" y="50"/>
                    <a:pt x="4" y="51"/>
                    <a:pt x="6" y="51"/>
                  </a:cubicBezTo>
                  <a:cubicBezTo>
                    <a:pt x="8" y="51"/>
                    <a:pt x="9" y="51"/>
                    <a:pt x="10" y="50"/>
                  </a:cubicBezTo>
                  <a:cubicBezTo>
                    <a:pt x="12" y="49"/>
                    <a:pt x="12" y="47"/>
                    <a:pt x="13" y="44"/>
                  </a:cubicBezTo>
                  <a:cubicBezTo>
                    <a:pt x="14" y="36"/>
                    <a:pt x="17" y="28"/>
                    <a:pt x="22" y="21"/>
                  </a:cubicBezTo>
                  <a:cubicBezTo>
                    <a:pt x="28" y="13"/>
                    <a:pt x="32" y="10"/>
                    <a:pt x="34" y="10"/>
                  </a:cubicBezTo>
                  <a:cubicBezTo>
                    <a:pt x="34" y="10"/>
                    <a:pt x="35" y="10"/>
                    <a:pt x="36" y="11"/>
                  </a:cubicBezTo>
                  <a:cubicBezTo>
                    <a:pt x="38" y="13"/>
                    <a:pt x="40" y="14"/>
                    <a:pt x="42" y="14"/>
                  </a:cubicBezTo>
                  <a:cubicBezTo>
                    <a:pt x="43" y="14"/>
                    <a:pt x="44" y="13"/>
                    <a:pt x="44" y="12"/>
                  </a:cubicBezTo>
                  <a:cubicBezTo>
                    <a:pt x="45" y="11"/>
                    <a:pt x="45" y="10"/>
                    <a:pt x="45" y="8"/>
                  </a:cubicBezTo>
                  <a:cubicBezTo>
                    <a:pt x="45" y="6"/>
                    <a:pt x="44" y="4"/>
                    <a:pt x="42" y="2"/>
                  </a:cubicBezTo>
                  <a:cubicBezTo>
                    <a:pt x="40" y="1"/>
                    <a:pt x="38" y="0"/>
                    <a:pt x="35" y="0"/>
                  </a:cubicBezTo>
                  <a:cubicBezTo>
                    <a:pt x="31" y="0"/>
                    <a:pt x="27" y="2"/>
                    <a:pt x="22" y="7"/>
                  </a:cubicBezTo>
                  <a:cubicBezTo>
                    <a:pt x="18" y="11"/>
                    <a:pt x="14" y="17"/>
                    <a:pt x="11" y="25"/>
                  </a:cubicBezTo>
                  <a:cubicBezTo>
                    <a:pt x="10" y="26"/>
                    <a:pt x="10" y="26"/>
                    <a:pt x="10" y="26"/>
                  </a:cubicBezTo>
                  <a:cubicBezTo>
                    <a:pt x="11" y="19"/>
                    <a:pt x="11" y="19"/>
                    <a:pt x="11" y="19"/>
                  </a:cubicBezTo>
                  <a:cubicBezTo>
                    <a:pt x="11" y="17"/>
                    <a:pt x="12" y="15"/>
                    <a:pt x="12"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20"/>
            <p:cNvSpPr>
              <a:spLocks/>
            </p:cNvSpPr>
            <p:nvPr/>
          </p:nvSpPr>
          <p:spPr bwMode="auto">
            <a:xfrm>
              <a:off x="7108825" y="3036888"/>
              <a:ext cx="69850" cy="104775"/>
            </a:xfrm>
            <a:custGeom>
              <a:avLst/>
              <a:gdLst>
                <a:gd name="T0" fmla="*/ 22 w 45"/>
                <a:gd name="T1" fmla="*/ 29 h 68"/>
                <a:gd name="T2" fmla="*/ 38 w 45"/>
                <a:gd name="T3" fmla="*/ 26 h 68"/>
                <a:gd name="T4" fmla="*/ 45 w 45"/>
                <a:gd name="T5" fmla="*/ 21 h 68"/>
                <a:gd name="T6" fmla="*/ 44 w 45"/>
                <a:gd name="T7" fmla="*/ 18 h 68"/>
                <a:gd name="T8" fmla="*/ 41 w 45"/>
                <a:gd name="T9" fmla="*/ 18 h 68"/>
                <a:gd name="T10" fmla="*/ 25 w 45"/>
                <a:gd name="T11" fmla="*/ 19 h 68"/>
                <a:gd name="T12" fmla="*/ 29 w 45"/>
                <a:gd name="T13" fmla="*/ 5 h 68"/>
                <a:gd name="T14" fmla="*/ 28 w 45"/>
                <a:gd name="T15" fmla="*/ 1 h 68"/>
                <a:gd name="T16" fmla="*/ 24 w 45"/>
                <a:gd name="T17" fmla="*/ 0 h 68"/>
                <a:gd name="T18" fmla="*/ 18 w 45"/>
                <a:gd name="T19" fmla="*/ 5 h 68"/>
                <a:gd name="T20" fmla="*/ 14 w 45"/>
                <a:gd name="T21" fmla="*/ 20 h 68"/>
                <a:gd name="T22" fmla="*/ 4 w 45"/>
                <a:gd name="T23" fmla="*/ 20 h 68"/>
                <a:gd name="T24" fmla="*/ 0 w 45"/>
                <a:gd name="T25" fmla="*/ 24 h 68"/>
                <a:gd name="T26" fmla="*/ 2 w 45"/>
                <a:gd name="T27" fmla="*/ 28 h 68"/>
                <a:gd name="T28" fmla="*/ 6 w 45"/>
                <a:gd name="T29" fmla="*/ 30 h 68"/>
                <a:gd name="T30" fmla="*/ 7 w 45"/>
                <a:gd name="T31" fmla="*/ 30 h 68"/>
                <a:gd name="T32" fmla="*/ 11 w 45"/>
                <a:gd name="T33" fmla="*/ 29 h 68"/>
                <a:gd name="T34" fmla="*/ 7 w 45"/>
                <a:gd name="T35" fmla="*/ 54 h 68"/>
                <a:gd name="T36" fmla="*/ 10 w 45"/>
                <a:gd name="T37" fmla="*/ 64 h 68"/>
                <a:gd name="T38" fmla="*/ 19 w 45"/>
                <a:gd name="T39" fmla="*/ 68 h 68"/>
                <a:gd name="T40" fmla="*/ 33 w 45"/>
                <a:gd name="T41" fmla="*/ 63 h 68"/>
                <a:gd name="T42" fmla="*/ 39 w 45"/>
                <a:gd name="T43" fmla="*/ 54 h 68"/>
                <a:gd name="T44" fmla="*/ 38 w 45"/>
                <a:gd name="T45" fmla="*/ 52 h 68"/>
                <a:gd name="T46" fmla="*/ 36 w 45"/>
                <a:gd name="T47" fmla="*/ 51 h 68"/>
                <a:gd name="T48" fmla="*/ 32 w 45"/>
                <a:gd name="T49" fmla="*/ 53 h 68"/>
                <a:gd name="T50" fmla="*/ 26 w 45"/>
                <a:gd name="T51" fmla="*/ 57 h 68"/>
                <a:gd name="T52" fmla="*/ 21 w 45"/>
                <a:gd name="T53" fmla="*/ 58 h 68"/>
                <a:gd name="T54" fmla="*/ 18 w 45"/>
                <a:gd name="T55" fmla="*/ 56 h 68"/>
                <a:gd name="T56" fmla="*/ 18 w 45"/>
                <a:gd name="T57" fmla="*/ 51 h 68"/>
                <a:gd name="T58" fmla="*/ 20 w 45"/>
                <a:gd name="T59" fmla="*/ 39 h 68"/>
                <a:gd name="T60" fmla="*/ 22 w 45"/>
                <a:gd name="T61" fmla="*/ 2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5" h="68">
                  <a:moveTo>
                    <a:pt x="22" y="29"/>
                  </a:moveTo>
                  <a:cubicBezTo>
                    <a:pt x="38" y="26"/>
                    <a:pt x="38" y="26"/>
                    <a:pt x="38" y="26"/>
                  </a:cubicBezTo>
                  <a:cubicBezTo>
                    <a:pt x="43" y="25"/>
                    <a:pt x="45" y="24"/>
                    <a:pt x="45" y="21"/>
                  </a:cubicBezTo>
                  <a:cubicBezTo>
                    <a:pt x="45" y="20"/>
                    <a:pt x="45" y="19"/>
                    <a:pt x="44" y="18"/>
                  </a:cubicBezTo>
                  <a:cubicBezTo>
                    <a:pt x="44" y="18"/>
                    <a:pt x="43" y="18"/>
                    <a:pt x="41" y="18"/>
                  </a:cubicBezTo>
                  <a:cubicBezTo>
                    <a:pt x="40" y="18"/>
                    <a:pt x="35" y="18"/>
                    <a:pt x="25" y="19"/>
                  </a:cubicBezTo>
                  <a:cubicBezTo>
                    <a:pt x="28" y="10"/>
                    <a:pt x="29" y="5"/>
                    <a:pt x="29" y="5"/>
                  </a:cubicBezTo>
                  <a:cubicBezTo>
                    <a:pt x="29" y="3"/>
                    <a:pt x="28" y="2"/>
                    <a:pt x="28" y="1"/>
                  </a:cubicBezTo>
                  <a:cubicBezTo>
                    <a:pt x="27" y="0"/>
                    <a:pt x="25" y="0"/>
                    <a:pt x="24" y="0"/>
                  </a:cubicBezTo>
                  <a:cubicBezTo>
                    <a:pt x="21" y="0"/>
                    <a:pt x="19" y="2"/>
                    <a:pt x="18" y="5"/>
                  </a:cubicBezTo>
                  <a:cubicBezTo>
                    <a:pt x="16" y="11"/>
                    <a:pt x="15" y="16"/>
                    <a:pt x="14" y="20"/>
                  </a:cubicBezTo>
                  <a:cubicBezTo>
                    <a:pt x="4" y="20"/>
                    <a:pt x="4" y="20"/>
                    <a:pt x="4" y="20"/>
                  </a:cubicBezTo>
                  <a:cubicBezTo>
                    <a:pt x="1" y="20"/>
                    <a:pt x="0" y="21"/>
                    <a:pt x="0" y="24"/>
                  </a:cubicBezTo>
                  <a:cubicBezTo>
                    <a:pt x="0" y="26"/>
                    <a:pt x="0" y="27"/>
                    <a:pt x="2" y="28"/>
                  </a:cubicBezTo>
                  <a:cubicBezTo>
                    <a:pt x="3" y="29"/>
                    <a:pt x="5" y="30"/>
                    <a:pt x="6" y="30"/>
                  </a:cubicBezTo>
                  <a:cubicBezTo>
                    <a:pt x="7" y="30"/>
                    <a:pt x="7" y="30"/>
                    <a:pt x="7" y="30"/>
                  </a:cubicBezTo>
                  <a:cubicBezTo>
                    <a:pt x="8" y="30"/>
                    <a:pt x="9" y="30"/>
                    <a:pt x="11" y="29"/>
                  </a:cubicBezTo>
                  <a:cubicBezTo>
                    <a:pt x="8" y="42"/>
                    <a:pt x="7" y="50"/>
                    <a:pt x="7" y="54"/>
                  </a:cubicBezTo>
                  <a:cubicBezTo>
                    <a:pt x="7" y="58"/>
                    <a:pt x="8" y="62"/>
                    <a:pt x="10" y="64"/>
                  </a:cubicBezTo>
                  <a:cubicBezTo>
                    <a:pt x="12" y="67"/>
                    <a:pt x="15" y="68"/>
                    <a:pt x="19" y="68"/>
                  </a:cubicBezTo>
                  <a:cubicBezTo>
                    <a:pt x="24" y="68"/>
                    <a:pt x="28" y="66"/>
                    <a:pt x="33" y="63"/>
                  </a:cubicBezTo>
                  <a:cubicBezTo>
                    <a:pt x="37" y="59"/>
                    <a:pt x="39" y="56"/>
                    <a:pt x="39" y="54"/>
                  </a:cubicBezTo>
                  <a:cubicBezTo>
                    <a:pt x="39" y="53"/>
                    <a:pt x="39" y="52"/>
                    <a:pt x="38" y="52"/>
                  </a:cubicBezTo>
                  <a:cubicBezTo>
                    <a:pt x="38" y="51"/>
                    <a:pt x="37" y="51"/>
                    <a:pt x="36" y="51"/>
                  </a:cubicBezTo>
                  <a:cubicBezTo>
                    <a:pt x="35" y="51"/>
                    <a:pt x="34" y="52"/>
                    <a:pt x="32" y="53"/>
                  </a:cubicBezTo>
                  <a:cubicBezTo>
                    <a:pt x="30" y="55"/>
                    <a:pt x="27" y="56"/>
                    <a:pt x="26" y="57"/>
                  </a:cubicBezTo>
                  <a:cubicBezTo>
                    <a:pt x="24" y="58"/>
                    <a:pt x="23" y="58"/>
                    <a:pt x="21" y="58"/>
                  </a:cubicBezTo>
                  <a:cubicBezTo>
                    <a:pt x="20" y="58"/>
                    <a:pt x="19" y="57"/>
                    <a:pt x="18" y="56"/>
                  </a:cubicBezTo>
                  <a:cubicBezTo>
                    <a:pt x="18" y="55"/>
                    <a:pt x="18" y="54"/>
                    <a:pt x="18" y="51"/>
                  </a:cubicBezTo>
                  <a:cubicBezTo>
                    <a:pt x="18" y="50"/>
                    <a:pt x="18" y="46"/>
                    <a:pt x="20" y="39"/>
                  </a:cubicBezTo>
                  <a:cubicBezTo>
                    <a:pt x="21" y="32"/>
                    <a:pt x="22" y="29"/>
                    <a:pt x="22"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21"/>
            <p:cNvSpPr>
              <a:spLocks/>
            </p:cNvSpPr>
            <p:nvPr/>
          </p:nvSpPr>
          <p:spPr bwMode="auto">
            <a:xfrm>
              <a:off x="7197725" y="3025775"/>
              <a:ext cx="23813" cy="20638"/>
            </a:xfrm>
            <a:custGeom>
              <a:avLst/>
              <a:gdLst>
                <a:gd name="T0" fmla="*/ 12 w 15"/>
                <a:gd name="T1" fmla="*/ 12 h 14"/>
                <a:gd name="T2" fmla="*/ 15 w 15"/>
                <a:gd name="T3" fmla="*/ 6 h 14"/>
                <a:gd name="T4" fmla="*/ 13 w 15"/>
                <a:gd name="T5" fmla="*/ 2 h 14"/>
                <a:gd name="T6" fmla="*/ 8 w 15"/>
                <a:gd name="T7" fmla="*/ 0 h 14"/>
                <a:gd name="T8" fmla="*/ 2 w 15"/>
                <a:gd name="T9" fmla="*/ 2 h 14"/>
                <a:gd name="T10" fmla="*/ 0 w 15"/>
                <a:gd name="T11" fmla="*/ 7 h 14"/>
                <a:gd name="T12" fmla="*/ 2 w 15"/>
                <a:gd name="T13" fmla="*/ 12 h 14"/>
                <a:gd name="T14" fmla="*/ 7 w 15"/>
                <a:gd name="T15" fmla="*/ 14 h 14"/>
                <a:gd name="T16" fmla="*/ 12 w 15"/>
                <a:gd name="T17"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4">
                  <a:moveTo>
                    <a:pt x="12" y="12"/>
                  </a:moveTo>
                  <a:cubicBezTo>
                    <a:pt x="14" y="10"/>
                    <a:pt x="15" y="8"/>
                    <a:pt x="15" y="6"/>
                  </a:cubicBezTo>
                  <a:cubicBezTo>
                    <a:pt x="15" y="4"/>
                    <a:pt x="14" y="3"/>
                    <a:pt x="13" y="2"/>
                  </a:cubicBezTo>
                  <a:cubicBezTo>
                    <a:pt x="11" y="1"/>
                    <a:pt x="10" y="0"/>
                    <a:pt x="8" y="0"/>
                  </a:cubicBezTo>
                  <a:cubicBezTo>
                    <a:pt x="5" y="0"/>
                    <a:pt x="3" y="1"/>
                    <a:pt x="2" y="2"/>
                  </a:cubicBezTo>
                  <a:cubicBezTo>
                    <a:pt x="0" y="3"/>
                    <a:pt x="0" y="5"/>
                    <a:pt x="0" y="7"/>
                  </a:cubicBezTo>
                  <a:cubicBezTo>
                    <a:pt x="0" y="9"/>
                    <a:pt x="0" y="10"/>
                    <a:pt x="2" y="12"/>
                  </a:cubicBezTo>
                  <a:cubicBezTo>
                    <a:pt x="3" y="13"/>
                    <a:pt x="5" y="14"/>
                    <a:pt x="7" y="14"/>
                  </a:cubicBezTo>
                  <a:cubicBezTo>
                    <a:pt x="8" y="14"/>
                    <a:pt x="10" y="13"/>
                    <a:pt x="1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22"/>
            <p:cNvSpPr>
              <a:spLocks/>
            </p:cNvSpPr>
            <p:nvPr/>
          </p:nvSpPr>
          <p:spPr bwMode="auto">
            <a:xfrm>
              <a:off x="7183438" y="3065463"/>
              <a:ext cx="23813" cy="76200"/>
            </a:xfrm>
            <a:custGeom>
              <a:avLst/>
              <a:gdLst>
                <a:gd name="T0" fmla="*/ 2 w 16"/>
                <a:gd name="T1" fmla="*/ 22 h 50"/>
                <a:gd name="T2" fmla="*/ 0 w 16"/>
                <a:gd name="T3" fmla="*/ 41 h 50"/>
                <a:gd name="T4" fmla="*/ 6 w 16"/>
                <a:gd name="T5" fmla="*/ 50 h 50"/>
                <a:gd name="T6" fmla="*/ 10 w 16"/>
                <a:gd name="T7" fmla="*/ 48 h 50"/>
                <a:gd name="T8" fmla="*/ 12 w 16"/>
                <a:gd name="T9" fmla="*/ 45 h 50"/>
                <a:gd name="T10" fmla="*/ 12 w 16"/>
                <a:gd name="T11" fmla="*/ 44 h 50"/>
                <a:gd name="T12" fmla="*/ 11 w 16"/>
                <a:gd name="T13" fmla="*/ 37 h 50"/>
                <a:gd name="T14" fmla="*/ 11 w 16"/>
                <a:gd name="T15" fmla="*/ 28 h 50"/>
                <a:gd name="T16" fmla="*/ 14 w 16"/>
                <a:gd name="T17" fmla="*/ 13 h 50"/>
                <a:gd name="T18" fmla="*/ 14 w 16"/>
                <a:gd name="T19" fmla="*/ 12 h 50"/>
                <a:gd name="T20" fmla="*/ 16 w 16"/>
                <a:gd name="T21" fmla="*/ 5 h 50"/>
                <a:gd name="T22" fmla="*/ 14 w 16"/>
                <a:gd name="T23" fmla="*/ 2 h 50"/>
                <a:gd name="T24" fmla="*/ 10 w 16"/>
                <a:gd name="T25" fmla="*/ 0 h 50"/>
                <a:gd name="T26" fmla="*/ 5 w 16"/>
                <a:gd name="T27" fmla="*/ 2 h 50"/>
                <a:gd name="T28" fmla="*/ 4 w 16"/>
                <a:gd name="T29" fmla="*/ 8 h 50"/>
                <a:gd name="T30" fmla="*/ 3 w 16"/>
                <a:gd name="T31" fmla="*/ 18 h 50"/>
                <a:gd name="T32" fmla="*/ 3 w 16"/>
                <a:gd name="T33" fmla="*/ 17 h 50"/>
                <a:gd name="T34" fmla="*/ 2 w 16"/>
                <a:gd name="T35" fmla="*/ 2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50">
                  <a:moveTo>
                    <a:pt x="2" y="22"/>
                  </a:moveTo>
                  <a:cubicBezTo>
                    <a:pt x="0" y="30"/>
                    <a:pt x="0" y="36"/>
                    <a:pt x="0" y="41"/>
                  </a:cubicBezTo>
                  <a:cubicBezTo>
                    <a:pt x="0" y="47"/>
                    <a:pt x="2" y="50"/>
                    <a:pt x="6" y="50"/>
                  </a:cubicBezTo>
                  <a:cubicBezTo>
                    <a:pt x="7" y="50"/>
                    <a:pt x="9" y="49"/>
                    <a:pt x="10" y="48"/>
                  </a:cubicBezTo>
                  <a:cubicBezTo>
                    <a:pt x="11" y="47"/>
                    <a:pt x="12" y="46"/>
                    <a:pt x="12" y="45"/>
                  </a:cubicBezTo>
                  <a:cubicBezTo>
                    <a:pt x="12" y="45"/>
                    <a:pt x="12" y="45"/>
                    <a:pt x="12" y="44"/>
                  </a:cubicBezTo>
                  <a:cubicBezTo>
                    <a:pt x="11" y="41"/>
                    <a:pt x="11" y="39"/>
                    <a:pt x="11" y="37"/>
                  </a:cubicBezTo>
                  <a:cubicBezTo>
                    <a:pt x="11" y="34"/>
                    <a:pt x="11" y="31"/>
                    <a:pt x="11" y="28"/>
                  </a:cubicBezTo>
                  <a:cubicBezTo>
                    <a:pt x="12" y="24"/>
                    <a:pt x="13" y="19"/>
                    <a:pt x="14" y="13"/>
                  </a:cubicBezTo>
                  <a:cubicBezTo>
                    <a:pt x="14" y="12"/>
                    <a:pt x="14" y="12"/>
                    <a:pt x="14" y="12"/>
                  </a:cubicBezTo>
                  <a:cubicBezTo>
                    <a:pt x="16" y="9"/>
                    <a:pt x="16" y="6"/>
                    <a:pt x="16" y="5"/>
                  </a:cubicBezTo>
                  <a:cubicBezTo>
                    <a:pt x="16" y="4"/>
                    <a:pt x="16" y="3"/>
                    <a:pt x="14" y="2"/>
                  </a:cubicBezTo>
                  <a:cubicBezTo>
                    <a:pt x="13" y="1"/>
                    <a:pt x="12" y="0"/>
                    <a:pt x="10" y="0"/>
                  </a:cubicBezTo>
                  <a:cubicBezTo>
                    <a:pt x="8" y="0"/>
                    <a:pt x="6" y="1"/>
                    <a:pt x="5" y="2"/>
                  </a:cubicBezTo>
                  <a:cubicBezTo>
                    <a:pt x="5" y="4"/>
                    <a:pt x="4" y="6"/>
                    <a:pt x="4" y="8"/>
                  </a:cubicBezTo>
                  <a:cubicBezTo>
                    <a:pt x="4" y="9"/>
                    <a:pt x="4" y="12"/>
                    <a:pt x="3" y="18"/>
                  </a:cubicBezTo>
                  <a:cubicBezTo>
                    <a:pt x="3" y="17"/>
                    <a:pt x="3" y="17"/>
                    <a:pt x="3" y="17"/>
                  </a:cubicBezTo>
                  <a:cubicBezTo>
                    <a:pt x="2" y="19"/>
                    <a:pt x="2" y="20"/>
                    <a:pt x="2"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23"/>
            <p:cNvSpPr>
              <a:spLocks noEditPoints="1"/>
            </p:cNvSpPr>
            <p:nvPr/>
          </p:nvSpPr>
          <p:spPr bwMode="auto">
            <a:xfrm>
              <a:off x="7221538" y="3062288"/>
              <a:ext cx="68263" cy="79375"/>
            </a:xfrm>
            <a:custGeom>
              <a:avLst/>
              <a:gdLst>
                <a:gd name="T0" fmla="*/ 33 w 45"/>
                <a:gd name="T1" fmla="*/ 45 h 52"/>
                <a:gd name="T2" fmla="*/ 44 w 45"/>
                <a:gd name="T3" fmla="*/ 27 h 52"/>
                <a:gd name="T4" fmla="*/ 44 w 45"/>
                <a:gd name="T5" fmla="*/ 27 h 52"/>
                <a:gd name="T6" fmla="*/ 45 w 45"/>
                <a:gd name="T7" fmla="*/ 20 h 52"/>
                <a:gd name="T8" fmla="*/ 40 w 45"/>
                <a:gd name="T9" fmla="*/ 6 h 52"/>
                <a:gd name="T10" fmla="*/ 27 w 45"/>
                <a:gd name="T11" fmla="*/ 0 h 52"/>
                <a:gd name="T12" fmla="*/ 8 w 45"/>
                <a:gd name="T13" fmla="*/ 12 h 52"/>
                <a:gd name="T14" fmla="*/ 0 w 45"/>
                <a:gd name="T15" fmla="*/ 35 h 52"/>
                <a:gd name="T16" fmla="*/ 4 w 45"/>
                <a:gd name="T17" fmla="*/ 47 h 52"/>
                <a:gd name="T18" fmla="*/ 16 w 45"/>
                <a:gd name="T19" fmla="*/ 52 h 52"/>
                <a:gd name="T20" fmla="*/ 33 w 45"/>
                <a:gd name="T21" fmla="*/ 45 h 52"/>
                <a:gd name="T22" fmla="*/ 13 w 45"/>
                <a:gd name="T23" fmla="*/ 40 h 52"/>
                <a:gd name="T24" fmla="*/ 11 w 45"/>
                <a:gd name="T25" fmla="*/ 34 h 52"/>
                <a:gd name="T26" fmla="*/ 14 w 45"/>
                <a:gd name="T27" fmla="*/ 21 h 52"/>
                <a:gd name="T28" fmla="*/ 20 w 45"/>
                <a:gd name="T29" fmla="*/ 12 h 52"/>
                <a:gd name="T30" fmla="*/ 21 w 45"/>
                <a:gd name="T31" fmla="*/ 12 h 52"/>
                <a:gd name="T32" fmla="*/ 27 w 45"/>
                <a:gd name="T33" fmla="*/ 10 h 52"/>
                <a:gd name="T34" fmla="*/ 32 w 45"/>
                <a:gd name="T35" fmla="*/ 13 h 52"/>
                <a:gd name="T36" fmla="*/ 34 w 45"/>
                <a:gd name="T37" fmla="*/ 21 h 52"/>
                <a:gd name="T38" fmla="*/ 28 w 45"/>
                <a:gd name="T39" fmla="*/ 36 h 52"/>
                <a:gd name="T40" fmla="*/ 16 w 45"/>
                <a:gd name="T41" fmla="*/ 42 h 52"/>
                <a:gd name="T42" fmla="*/ 13 w 45"/>
                <a:gd name="T43" fmla="*/ 4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5" h="52">
                  <a:moveTo>
                    <a:pt x="33" y="45"/>
                  </a:moveTo>
                  <a:cubicBezTo>
                    <a:pt x="38" y="40"/>
                    <a:pt x="42" y="34"/>
                    <a:pt x="44" y="27"/>
                  </a:cubicBezTo>
                  <a:cubicBezTo>
                    <a:pt x="44" y="27"/>
                    <a:pt x="44" y="27"/>
                    <a:pt x="44" y="27"/>
                  </a:cubicBezTo>
                  <a:cubicBezTo>
                    <a:pt x="45" y="24"/>
                    <a:pt x="45" y="22"/>
                    <a:pt x="45" y="20"/>
                  </a:cubicBezTo>
                  <a:cubicBezTo>
                    <a:pt x="45" y="14"/>
                    <a:pt x="43" y="10"/>
                    <a:pt x="40" y="6"/>
                  </a:cubicBezTo>
                  <a:cubicBezTo>
                    <a:pt x="37" y="2"/>
                    <a:pt x="33" y="0"/>
                    <a:pt x="27" y="0"/>
                  </a:cubicBezTo>
                  <a:cubicBezTo>
                    <a:pt x="20" y="0"/>
                    <a:pt x="13" y="4"/>
                    <a:pt x="8" y="12"/>
                  </a:cubicBezTo>
                  <a:cubicBezTo>
                    <a:pt x="3" y="19"/>
                    <a:pt x="0" y="27"/>
                    <a:pt x="0" y="35"/>
                  </a:cubicBezTo>
                  <a:cubicBezTo>
                    <a:pt x="0" y="40"/>
                    <a:pt x="1" y="44"/>
                    <a:pt x="4" y="47"/>
                  </a:cubicBezTo>
                  <a:cubicBezTo>
                    <a:pt x="7" y="50"/>
                    <a:pt x="11" y="52"/>
                    <a:pt x="16" y="52"/>
                  </a:cubicBezTo>
                  <a:cubicBezTo>
                    <a:pt x="21" y="52"/>
                    <a:pt x="27" y="49"/>
                    <a:pt x="33" y="45"/>
                  </a:cubicBezTo>
                  <a:close/>
                  <a:moveTo>
                    <a:pt x="13" y="40"/>
                  </a:moveTo>
                  <a:cubicBezTo>
                    <a:pt x="12" y="38"/>
                    <a:pt x="11" y="36"/>
                    <a:pt x="11" y="34"/>
                  </a:cubicBezTo>
                  <a:cubicBezTo>
                    <a:pt x="11" y="30"/>
                    <a:pt x="12" y="25"/>
                    <a:pt x="14" y="21"/>
                  </a:cubicBezTo>
                  <a:cubicBezTo>
                    <a:pt x="16" y="17"/>
                    <a:pt x="18" y="14"/>
                    <a:pt x="20" y="12"/>
                  </a:cubicBezTo>
                  <a:cubicBezTo>
                    <a:pt x="21" y="12"/>
                    <a:pt x="21" y="12"/>
                    <a:pt x="21" y="12"/>
                  </a:cubicBezTo>
                  <a:cubicBezTo>
                    <a:pt x="22" y="11"/>
                    <a:pt x="24" y="10"/>
                    <a:pt x="27" y="10"/>
                  </a:cubicBezTo>
                  <a:cubicBezTo>
                    <a:pt x="29" y="10"/>
                    <a:pt x="31" y="11"/>
                    <a:pt x="32" y="13"/>
                  </a:cubicBezTo>
                  <a:cubicBezTo>
                    <a:pt x="33" y="15"/>
                    <a:pt x="34" y="18"/>
                    <a:pt x="34" y="21"/>
                  </a:cubicBezTo>
                  <a:cubicBezTo>
                    <a:pt x="34" y="26"/>
                    <a:pt x="32" y="31"/>
                    <a:pt x="28" y="36"/>
                  </a:cubicBezTo>
                  <a:cubicBezTo>
                    <a:pt x="24" y="40"/>
                    <a:pt x="20" y="42"/>
                    <a:pt x="16" y="42"/>
                  </a:cubicBezTo>
                  <a:cubicBezTo>
                    <a:pt x="15" y="42"/>
                    <a:pt x="13" y="42"/>
                    <a:pt x="13"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24"/>
            <p:cNvSpPr>
              <a:spLocks/>
            </p:cNvSpPr>
            <p:nvPr/>
          </p:nvSpPr>
          <p:spPr bwMode="auto">
            <a:xfrm>
              <a:off x="7300913" y="3067050"/>
              <a:ext cx="88900" cy="71438"/>
            </a:xfrm>
            <a:custGeom>
              <a:avLst/>
              <a:gdLst>
                <a:gd name="T0" fmla="*/ 56 w 58"/>
                <a:gd name="T1" fmla="*/ 35 h 47"/>
                <a:gd name="T2" fmla="*/ 53 w 58"/>
                <a:gd name="T3" fmla="*/ 35 h 47"/>
                <a:gd name="T4" fmla="*/ 51 w 58"/>
                <a:gd name="T5" fmla="*/ 36 h 47"/>
                <a:gd name="T6" fmla="*/ 47 w 58"/>
                <a:gd name="T7" fmla="*/ 19 h 47"/>
                <a:gd name="T8" fmla="*/ 34 w 58"/>
                <a:gd name="T9" fmla="*/ 2 h 47"/>
                <a:gd name="T10" fmla="*/ 12 w 58"/>
                <a:gd name="T11" fmla="*/ 25 h 47"/>
                <a:gd name="T12" fmla="*/ 15 w 58"/>
                <a:gd name="T13" fmla="*/ 8 h 47"/>
                <a:gd name="T14" fmla="*/ 13 w 58"/>
                <a:gd name="T15" fmla="*/ 1 h 47"/>
                <a:gd name="T16" fmla="*/ 9 w 58"/>
                <a:gd name="T17" fmla="*/ 0 h 47"/>
                <a:gd name="T18" fmla="*/ 5 w 58"/>
                <a:gd name="T19" fmla="*/ 2 h 47"/>
                <a:gd name="T20" fmla="*/ 3 w 58"/>
                <a:gd name="T21" fmla="*/ 7 h 47"/>
                <a:gd name="T22" fmla="*/ 2 w 58"/>
                <a:gd name="T23" fmla="*/ 31 h 47"/>
                <a:gd name="T24" fmla="*/ 0 w 58"/>
                <a:gd name="T25" fmla="*/ 41 h 47"/>
                <a:gd name="T26" fmla="*/ 7 w 58"/>
                <a:gd name="T27" fmla="*/ 47 h 47"/>
                <a:gd name="T28" fmla="*/ 9 w 58"/>
                <a:gd name="T29" fmla="*/ 46 h 47"/>
                <a:gd name="T30" fmla="*/ 11 w 58"/>
                <a:gd name="T31" fmla="*/ 43 h 47"/>
                <a:gd name="T32" fmla="*/ 21 w 58"/>
                <a:gd name="T33" fmla="*/ 25 h 47"/>
                <a:gd name="T34" fmla="*/ 32 w 58"/>
                <a:gd name="T35" fmla="*/ 13 h 47"/>
                <a:gd name="T36" fmla="*/ 37 w 58"/>
                <a:gd name="T37" fmla="*/ 25 h 47"/>
                <a:gd name="T38" fmla="*/ 40 w 58"/>
                <a:gd name="T39" fmla="*/ 40 h 47"/>
                <a:gd name="T40" fmla="*/ 40 w 58"/>
                <a:gd name="T41" fmla="*/ 40 h 47"/>
                <a:gd name="T42" fmla="*/ 47 w 58"/>
                <a:gd name="T43" fmla="*/ 45 h 47"/>
                <a:gd name="T44" fmla="*/ 55 w 58"/>
                <a:gd name="T45" fmla="*/ 42 h 47"/>
                <a:gd name="T46" fmla="*/ 58 w 58"/>
                <a:gd name="T47" fmla="*/ 37 h 47"/>
                <a:gd name="T48" fmla="*/ 56 w 58"/>
                <a:gd name="T49" fmla="*/ 3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8" h="47">
                  <a:moveTo>
                    <a:pt x="56" y="35"/>
                  </a:moveTo>
                  <a:cubicBezTo>
                    <a:pt x="55" y="35"/>
                    <a:pt x="54" y="35"/>
                    <a:pt x="53" y="35"/>
                  </a:cubicBezTo>
                  <a:cubicBezTo>
                    <a:pt x="52" y="35"/>
                    <a:pt x="52" y="36"/>
                    <a:pt x="51" y="36"/>
                  </a:cubicBezTo>
                  <a:cubicBezTo>
                    <a:pt x="49" y="36"/>
                    <a:pt x="48" y="30"/>
                    <a:pt x="47" y="19"/>
                  </a:cubicBezTo>
                  <a:cubicBezTo>
                    <a:pt x="45" y="8"/>
                    <a:pt x="41" y="2"/>
                    <a:pt x="34" y="2"/>
                  </a:cubicBezTo>
                  <a:cubicBezTo>
                    <a:pt x="26" y="2"/>
                    <a:pt x="19" y="10"/>
                    <a:pt x="12" y="25"/>
                  </a:cubicBezTo>
                  <a:cubicBezTo>
                    <a:pt x="14" y="17"/>
                    <a:pt x="15" y="11"/>
                    <a:pt x="15" y="8"/>
                  </a:cubicBezTo>
                  <a:cubicBezTo>
                    <a:pt x="15" y="5"/>
                    <a:pt x="14" y="2"/>
                    <a:pt x="13" y="1"/>
                  </a:cubicBezTo>
                  <a:cubicBezTo>
                    <a:pt x="12" y="0"/>
                    <a:pt x="11" y="0"/>
                    <a:pt x="9" y="0"/>
                  </a:cubicBezTo>
                  <a:cubicBezTo>
                    <a:pt x="8" y="0"/>
                    <a:pt x="7" y="1"/>
                    <a:pt x="5" y="2"/>
                  </a:cubicBezTo>
                  <a:cubicBezTo>
                    <a:pt x="4" y="4"/>
                    <a:pt x="3" y="6"/>
                    <a:pt x="3" y="7"/>
                  </a:cubicBezTo>
                  <a:cubicBezTo>
                    <a:pt x="3" y="17"/>
                    <a:pt x="3" y="25"/>
                    <a:pt x="2" y="31"/>
                  </a:cubicBezTo>
                  <a:cubicBezTo>
                    <a:pt x="1" y="36"/>
                    <a:pt x="0" y="39"/>
                    <a:pt x="0" y="41"/>
                  </a:cubicBezTo>
                  <a:cubicBezTo>
                    <a:pt x="0" y="45"/>
                    <a:pt x="3" y="47"/>
                    <a:pt x="7" y="47"/>
                  </a:cubicBezTo>
                  <a:cubicBezTo>
                    <a:pt x="8" y="47"/>
                    <a:pt x="9" y="47"/>
                    <a:pt x="9" y="46"/>
                  </a:cubicBezTo>
                  <a:cubicBezTo>
                    <a:pt x="10" y="45"/>
                    <a:pt x="11" y="44"/>
                    <a:pt x="11" y="43"/>
                  </a:cubicBezTo>
                  <a:cubicBezTo>
                    <a:pt x="12" y="39"/>
                    <a:pt x="16" y="33"/>
                    <a:pt x="21" y="25"/>
                  </a:cubicBezTo>
                  <a:cubicBezTo>
                    <a:pt x="26" y="17"/>
                    <a:pt x="30" y="13"/>
                    <a:pt x="32" y="13"/>
                  </a:cubicBezTo>
                  <a:cubicBezTo>
                    <a:pt x="35" y="13"/>
                    <a:pt x="36" y="17"/>
                    <a:pt x="37" y="25"/>
                  </a:cubicBezTo>
                  <a:cubicBezTo>
                    <a:pt x="37" y="32"/>
                    <a:pt x="38" y="37"/>
                    <a:pt x="40" y="40"/>
                  </a:cubicBezTo>
                  <a:cubicBezTo>
                    <a:pt x="40" y="40"/>
                    <a:pt x="40" y="40"/>
                    <a:pt x="40" y="40"/>
                  </a:cubicBezTo>
                  <a:cubicBezTo>
                    <a:pt x="41" y="43"/>
                    <a:pt x="44" y="45"/>
                    <a:pt x="47" y="45"/>
                  </a:cubicBezTo>
                  <a:cubicBezTo>
                    <a:pt x="50" y="45"/>
                    <a:pt x="53" y="44"/>
                    <a:pt x="55" y="42"/>
                  </a:cubicBezTo>
                  <a:cubicBezTo>
                    <a:pt x="57" y="40"/>
                    <a:pt x="58" y="39"/>
                    <a:pt x="58" y="37"/>
                  </a:cubicBezTo>
                  <a:cubicBezTo>
                    <a:pt x="58" y="35"/>
                    <a:pt x="57" y="35"/>
                    <a:pt x="56"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3" name="组合 22"/>
          <p:cNvGrpSpPr/>
          <p:nvPr/>
        </p:nvGrpSpPr>
        <p:grpSpPr>
          <a:xfrm>
            <a:off x="7694613" y="1552717"/>
            <a:ext cx="1006475" cy="1184276"/>
            <a:chOff x="7694613" y="1962150"/>
            <a:chExt cx="1006475" cy="1184276"/>
          </a:xfrm>
          <a:solidFill>
            <a:schemeClr val="tx1">
              <a:lumMod val="65000"/>
              <a:lumOff val="35000"/>
            </a:schemeClr>
          </a:solidFill>
        </p:grpSpPr>
        <p:sp>
          <p:nvSpPr>
            <p:cNvPr id="24" name="Freeform 25"/>
            <p:cNvSpPr>
              <a:spLocks/>
            </p:cNvSpPr>
            <p:nvPr/>
          </p:nvSpPr>
          <p:spPr bwMode="auto">
            <a:xfrm>
              <a:off x="8229600" y="2062163"/>
              <a:ext cx="315913" cy="312738"/>
            </a:xfrm>
            <a:custGeom>
              <a:avLst/>
              <a:gdLst>
                <a:gd name="T0" fmla="*/ 55 w 206"/>
                <a:gd name="T1" fmla="*/ 26 h 205"/>
                <a:gd name="T2" fmla="*/ 26 w 206"/>
                <a:gd name="T3" fmla="*/ 150 h 205"/>
                <a:gd name="T4" fmla="*/ 150 w 206"/>
                <a:gd name="T5" fmla="*/ 179 h 205"/>
                <a:gd name="T6" fmla="*/ 179 w 206"/>
                <a:gd name="T7" fmla="*/ 55 h 205"/>
                <a:gd name="T8" fmla="*/ 55 w 206"/>
                <a:gd name="T9" fmla="*/ 26 h 205"/>
              </a:gdLst>
              <a:ahLst/>
              <a:cxnLst>
                <a:cxn ang="0">
                  <a:pos x="T0" y="T1"/>
                </a:cxn>
                <a:cxn ang="0">
                  <a:pos x="T2" y="T3"/>
                </a:cxn>
                <a:cxn ang="0">
                  <a:pos x="T4" y="T5"/>
                </a:cxn>
                <a:cxn ang="0">
                  <a:pos x="T6" y="T7"/>
                </a:cxn>
                <a:cxn ang="0">
                  <a:pos x="T8" y="T9"/>
                </a:cxn>
              </a:cxnLst>
              <a:rect l="0" t="0" r="r" b="b"/>
              <a:pathLst>
                <a:path w="206" h="205">
                  <a:moveTo>
                    <a:pt x="55" y="26"/>
                  </a:moveTo>
                  <a:cubicBezTo>
                    <a:pt x="13" y="52"/>
                    <a:pt x="0" y="107"/>
                    <a:pt x="26" y="150"/>
                  </a:cubicBezTo>
                  <a:cubicBezTo>
                    <a:pt x="53" y="192"/>
                    <a:pt x="108" y="205"/>
                    <a:pt x="150" y="179"/>
                  </a:cubicBezTo>
                  <a:cubicBezTo>
                    <a:pt x="192" y="153"/>
                    <a:pt x="206" y="97"/>
                    <a:pt x="179" y="55"/>
                  </a:cubicBezTo>
                  <a:cubicBezTo>
                    <a:pt x="153" y="13"/>
                    <a:pt x="98" y="0"/>
                    <a:pt x="55"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26"/>
            <p:cNvSpPr>
              <a:spLocks/>
            </p:cNvSpPr>
            <p:nvPr/>
          </p:nvSpPr>
          <p:spPr bwMode="auto">
            <a:xfrm>
              <a:off x="7694613" y="1976438"/>
              <a:ext cx="568325" cy="947738"/>
            </a:xfrm>
            <a:custGeom>
              <a:avLst/>
              <a:gdLst>
                <a:gd name="T0" fmla="*/ 249 w 371"/>
                <a:gd name="T1" fmla="*/ 13 h 620"/>
                <a:gd name="T2" fmla="*/ 48 w 371"/>
                <a:gd name="T3" fmla="*/ 111 h 620"/>
                <a:gd name="T4" fmla="*/ 37 w 371"/>
                <a:gd name="T5" fmla="*/ 228 h 620"/>
                <a:gd name="T6" fmla="*/ 44 w 371"/>
                <a:gd name="T7" fmla="*/ 238 h 620"/>
                <a:gd name="T8" fmla="*/ 119 w 371"/>
                <a:gd name="T9" fmla="*/ 374 h 620"/>
                <a:gd name="T10" fmla="*/ 79 w 371"/>
                <a:gd name="T11" fmla="*/ 560 h 620"/>
                <a:gd name="T12" fmla="*/ 117 w 371"/>
                <a:gd name="T13" fmla="*/ 619 h 620"/>
                <a:gd name="T14" fmla="*/ 128 w 371"/>
                <a:gd name="T15" fmla="*/ 620 h 620"/>
                <a:gd name="T16" fmla="*/ 176 w 371"/>
                <a:gd name="T17" fmla="*/ 581 h 620"/>
                <a:gd name="T18" fmla="*/ 216 w 371"/>
                <a:gd name="T19" fmla="*/ 400 h 620"/>
                <a:gd name="T20" fmla="*/ 208 w 371"/>
                <a:gd name="T21" fmla="*/ 400 h 620"/>
                <a:gd name="T22" fmla="*/ 196 w 371"/>
                <a:gd name="T23" fmla="*/ 399 h 620"/>
                <a:gd name="T24" fmla="*/ 169 w 371"/>
                <a:gd name="T25" fmla="*/ 348 h 620"/>
                <a:gd name="T26" fmla="*/ 186 w 371"/>
                <a:gd name="T27" fmla="*/ 289 h 620"/>
                <a:gd name="T28" fmla="*/ 146 w 371"/>
                <a:gd name="T29" fmla="*/ 216 h 620"/>
                <a:gd name="T30" fmla="*/ 220 w 371"/>
                <a:gd name="T31" fmla="*/ 179 h 620"/>
                <a:gd name="T32" fmla="*/ 252 w 371"/>
                <a:gd name="T33" fmla="*/ 71 h 620"/>
                <a:gd name="T34" fmla="*/ 292 w 371"/>
                <a:gd name="T35" fmla="*/ 42 h 620"/>
                <a:gd name="T36" fmla="*/ 303 w 371"/>
                <a:gd name="T37" fmla="*/ 43 h 620"/>
                <a:gd name="T38" fmla="*/ 331 w 371"/>
                <a:gd name="T39" fmla="*/ 94 h 620"/>
                <a:gd name="T40" fmla="*/ 316 w 371"/>
                <a:gd name="T41" fmla="*/ 142 h 620"/>
                <a:gd name="T42" fmla="*/ 362 w 371"/>
                <a:gd name="T43" fmla="*/ 66 h 620"/>
                <a:gd name="T44" fmla="*/ 249 w 371"/>
                <a:gd name="T45" fmla="*/ 13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71" h="620">
                  <a:moveTo>
                    <a:pt x="249" y="13"/>
                  </a:moveTo>
                  <a:cubicBezTo>
                    <a:pt x="166" y="33"/>
                    <a:pt x="118" y="55"/>
                    <a:pt x="48" y="111"/>
                  </a:cubicBezTo>
                  <a:cubicBezTo>
                    <a:pt x="0" y="156"/>
                    <a:pt x="18" y="197"/>
                    <a:pt x="37" y="228"/>
                  </a:cubicBezTo>
                  <a:cubicBezTo>
                    <a:pt x="40" y="231"/>
                    <a:pt x="42" y="235"/>
                    <a:pt x="44" y="238"/>
                  </a:cubicBezTo>
                  <a:cubicBezTo>
                    <a:pt x="119" y="374"/>
                    <a:pt x="119" y="374"/>
                    <a:pt x="119" y="374"/>
                  </a:cubicBezTo>
                  <a:cubicBezTo>
                    <a:pt x="79" y="560"/>
                    <a:pt x="79" y="560"/>
                    <a:pt x="79" y="560"/>
                  </a:cubicBezTo>
                  <a:cubicBezTo>
                    <a:pt x="73" y="587"/>
                    <a:pt x="90" y="613"/>
                    <a:pt x="117" y="619"/>
                  </a:cubicBezTo>
                  <a:cubicBezTo>
                    <a:pt x="120" y="620"/>
                    <a:pt x="124" y="620"/>
                    <a:pt x="128" y="620"/>
                  </a:cubicBezTo>
                  <a:cubicBezTo>
                    <a:pt x="151" y="620"/>
                    <a:pt x="171" y="604"/>
                    <a:pt x="176" y="581"/>
                  </a:cubicBezTo>
                  <a:cubicBezTo>
                    <a:pt x="216" y="400"/>
                    <a:pt x="216" y="400"/>
                    <a:pt x="216" y="400"/>
                  </a:cubicBezTo>
                  <a:cubicBezTo>
                    <a:pt x="213" y="400"/>
                    <a:pt x="211" y="400"/>
                    <a:pt x="208" y="400"/>
                  </a:cubicBezTo>
                  <a:cubicBezTo>
                    <a:pt x="204" y="400"/>
                    <a:pt x="200" y="400"/>
                    <a:pt x="196" y="399"/>
                  </a:cubicBezTo>
                  <a:cubicBezTo>
                    <a:pt x="175" y="392"/>
                    <a:pt x="162" y="369"/>
                    <a:pt x="169" y="348"/>
                  </a:cubicBezTo>
                  <a:cubicBezTo>
                    <a:pt x="186" y="289"/>
                    <a:pt x="186" y="289"/>
                    <a:pt x="186" y="289"/>
                  </a:cubicBezTo>
                  <a:cubicBezTo>
                    <a:pt x="146" y="216"/>
                    <a:pt x="146" y="216"/>
                    <a:pt x="146" y="216"/>
                  </a:cubicBezTo>
                  <a:cubicBezTo>
                    <a:pt x="169" y="201"/>
                    <a:pt x="195" y="189"/>
                    <a:pt x="220" y="179"/>
                  </a:cubicBezTo>
                  <a:cubicBezTo>
                    <a:pt x="252" y="71"/>
                    <a:pt x="252" y="71"/>
                    <a:pt x="252" y="71"/>
                  </a:cubicBezTo>
                  <a:cubicBezTo>
                    <a:pt x="258" y="53"/>
                    <a:pt x="274" y="42"/>
                    <a:pt x="292" y="42"/>
                  </a:cubicBezTo>
                  <a:cubicBezTo>
                    <a:pt x="296" y="42"/>
                    <a:pt x="299" y="42"/>
                    <a:pt x="303" y="43"/>
                  </a:cubicBezTo>
                  <a:cubicBezTo>
                    <a:pt x="325" y="50"/>
                    <a:pt x="337" y="73"/>
                    <a:pt x="331" y="94"/>
                  </a:cubicBezTo>
                  <a:cubicBezTo>
                    <a:pt x="316" y="142"/>
                    <a:pt x="316" y="142"/>
                    <a:pt x="316" y="142"/>
                  </a:cubicBezTo>
                  <a:cubicBezTo>
                    <a:pt x="348" y="127"/>
                    <a:pt x="371" y="94"/>
                    <a:pt x="362" y="66"/>
                  </a:cubicBezTo>
                  <a:cubicBezTo>
                    <a:pt x="351" y="32"/>
                    <a:pt x="309" y="0"/>
                    <a:pt x="249"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27"/>
            <p:cNvSpPr>
              <a:spLocks/>
            </p:cNvSpPr>
            <p:nvPr/>
          </p:nvSpPr>
          <p:spPr bwMode="auto">
            <a:xfrm>
              <a:off x="7958138" y="2047875"/>
              <a:ext cx="236538" cy="527050"/>
            </a:xfrm>
            <a:custGeom>
              <a:avLst/>
              <a:gdLst>
                <a:gd name="T0" fmla="*/ 129 w 155"/>
                <a:gd name="T1" fmla="*/ 5 h 345"/>
                <a:gd name="T2" fmla="*/ 89 w 155"/>
                <a:gd name="T3" fmla="*/ 26 h 345"/>
                <a:gd name="T4" fmla="*/ 5 w 155"/>
                <a:gd name="T5" fmla="*/ 303 h 345"/>
                <a:gd name="T6" fmla="*/ 27 w 155"/>
                <a:gd name="T7" fmla="*/ 343 h 345"/>
                <a:gd name="T8" fmla="*/ 36 w 155"/>
                <a:gd name="T9" fmla="*/ 345 h 345"/>
                <a:gd name="T10" fmla="*/ 67 w 155"/>
                <a:gd name="T11" fmla="*/ 322 h 345"/>
                <a:gd name="T12" fmla="*/ 150 w 155"/>
                <a:gd name="T13" fmla="*/ 45 h 345"/>
                <a:gd name="T14" fmla="*/ 129 w 155"/>
                <a:gd name="T15" fmla="*/ 5 h 3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5" h="345">
                  <a:moveTo>
                    <a:pt x="129" y="5"/>
                  </a:moveTo>
                  <a:cubicBezTo>
                    <a:pt x="112" y="0"/>
                    <a:pt x="94" y="9"/>
                    <a:pt x="89" y="26"/>
                  </a:cubicBezTo>
                  <a:cubicBezTo>
                    <a:pt x="5" y="303"/>
                    <a:pt x="5" y="303"/>
                    <a:pt x="5" y="303"/>
                  </a:cubicBezTo>
                  <a:cubicBezTo>
                    <a:pt x="0" y="320"/>
                    <a:pt x="10" y="338"/>
                    <a:pt x="27" y="343"/>
                  </a:cubicBezTo>
                  <a:cubicBezTo>
                    <a:pt x="30" y="344"/>
                    <a:pt x="33" y="345"/>
                    <a:pt x="36" y="345"/>
                  </a:cubicBezTo>
                  <a:cubicBezTo>
                    <a:pt x="50" y="345"/>
                    <a:pt x="62" y="336"/>
                    <a:pt x="67" y="322"/>
                  </a:cubicBezTo>
                  <a:cubicBezTo>
                    <a:pt x="150" y="45"/>
                    <a:pt x="150" y="45"/>
                    <a:pt x="150" y="45"/>
                  </a:cubicBezTo>
                  <a:cubicBezTo>
                    <a:pt x="155" y="28"/>
                    <a:pt x="146" y="10"/>
                    <a:pt x="129"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28"/>
            <p:cNvSpPr>
              <a:spLocks/>
            </p:cNvSpPr>
            <p:nvPr/>
          </p:nvSpPr>
          <p:spPr bwMode="auto">
            <a:xfrm>
              <a:off x="8577263" y="2025650"/>
              <a:ext cx="123825" cy="90488"/>
            </a:xfrm>
            <a:custGeom>
              <a:avLst/>
              <a:gdLst>
                <a:gd name="T0" fmla="*/ 0 w 81"/>
                <a:gd name="T1" fmla="*/ 39 h 60"/>
                <a:gd name="T2" fmla="*/ 79 w 81"/>
                <a:gd name="T3" fmla="*/ 31 h 60"/>
                <a:gd name="T4" fmla="*/ 0 w 81"/>
                <a:gd name="T5" fmla="*/ 39 h 60"/>
              </a:gdLst>
              <a:ahLst/>
              <a:cxnLst>
                <a:cxn ang="0">
                  <a:pos x="T0" y="T1"/>
                </a:cxn>
                <a:cxn ang="0">
                  <a:pos x="T2" y="T3"/>
                </a:cxn>
                <a:cxn ang="0">
                  <a:pos x="T4" y="T5"/>
                </a:cxn>
              </a:cxnLst>
              <a:rect l="0" t="0" r="r" b="b"/>
              <a:pathLst>
                <a:path w="81" h="60">
                  <a:moveTo>
                    <a:pt x="0" y="39"/>
                  </a:moveTo>
                  <a:cubicBezTo>
                    <a:pt x="50" y="37"/>
                    <a:pt x="81" y="60"/>
                    <a:pt x="79" y="31"/>
                  </a:cubicBezTo>
                  <a:cubicBezTo>
                    <a:pt x="77" y="0"/>
                    <a:pt x="18" y="8"/>
                    <a:pt x="0"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29"/>
            <p:cNvSpPr>
              <a:spLocks/>
            </p:cNvSpPr>
            <p:nvPr/>
          </p:nvSpPr>
          <p:spPr bwMode="auto">
            <a:xfrm>
              <a:off x="8505825" y="1962150"/>
              <a:ext cx="98425" cy="101600"/>
            </a:xfrm>
            <a:custGeom>
              <a:avLst/>
              <a:gdLst>
                <a:gd name="T0" fmla="*/ 47 w 65"/>
                <a:gd name="T1" fmla="*/ 16 h 66"/>
                <a:gd name="T2" fmla="*/ 8 w 65"/>
                <a:gd name="T3" fmla="*/ 66 h 66"/>
                <a:gd name="T4" fmla="*/ 47 w 65"/>
                <a:gd name="T5" fmla="*/ 16 h 66"/>
              </a:gdLst>
              <a:ahLst/>
              <a:cxnLst>
                <a:cxn ang="0">
                  <a:pos x="T0" y="T1"/>
                </a:cxn>
                <a:cxn ang="0">
                  <a:pos x="T2" y="T3"/>
                </a:cxn>
                <a:cxn ang="0">
                  <a:pos x="T4" y="T5"/>
                </a:cxn>
              </a:cxnLst>
              <a:rect l="0" t="0" r="r" b="b"/>
              <a:pathLst>
                <a:path w="65" h="66">
                  <a:moveTo>
                    <a:pt x="47" y="16"/>
                  </a:moveTo>
                  <a:cubicBezTo>
                    <a:pt x="28" y="0"/>
                    <a:pt x="0" y="38"/>
                    <a:pt x="8" y="66"/>
                  </a:cubicBezTo>
                  <a:cubicBezTo>
                    <a:pt x="34" y="36"/>
                    <a:pt x="65" y="31"/>
                    <a:pt x="47"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30"/>
            <p:cNvSpPr>
              <a:spLocks/>
            </p:cNvSpPr>
            <p:nvPr/>
          </p:nvSpPr>
          <p:spPr bwMode="auto">
            <a:xfrm>
              <a:off x="8561388" y="2133600"/>
              <a:ext cx="87313" cy="66675"/>
            </a:xfrm>
            <a:custGeom>
              <a:avLst/>
              <a:gdLst>
                <a:gd name="T0" fmla="*/ 55 w 58"/>
                <a:gd name="T1" fmla="*/ 24 h 44"/>
                <a:gd name="T2" fmla="*/ 0 w 58"/>
                <a:gd name="T3" fmla="*/ 19 h 44"/>
                <a:gd name="T4" fmla="*/ 55 w 58"/>
                <a:gd name="T5" fmla="*/ 24 h 44"/>
              </a:gdLst>
              <a:ahLst/>
              <a:cxnLst>
                <a:cxn ang="0">
                  <a:pos x="T0" y="T1"/>
                </a:cxn>
                <a:cxn ang="0">
                  <a:pos x="T2" y="T3"/>
                </a:cxn>
                <a:cxn ang="0">
                  <a:pos x="T4" y="T5"/>
                </a:cxn>
              </a:cxnLst>
              <a:rect l="0" t="0" r="r" b="b"/>
              <a:pathLst>
                <a:path w="58" h="44">
                  <a:moveTo>
                    <a:pt x="55" y="24"/>
                  </a:moveTo>
                  <a:cubicBezTo>
                    <a:pt x="58" y="2"/>
                    <a:pt x="16" y="0"/>
                    <a:pt x="0" y="19"/>
                  </a:cubicBezTo>
                  <a:cubicBezTo>
                    <a:pt x="34" y="24"/>
                    <a:pt x="52" y="44"/>
                    <a:pt x="55"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31"/>
            <p:cNvSpPr>
              <a:spLocks/>
            </p:cNvSpPr>
            <p:nvPr/>
          </p:nvSpPr>
          <p:spPr bwMode="auto">
            <a:xfrm>
              <a:off x="8242300" y="2401888"/>
              <a:ext cx="230188" cy="273050"/>
            </a:xfrm>
            <a:custGeom>
              <a:avLst/>
              <a:gdLst>
                <a:gd name="T0" fmla="*/ 110 w 150"/>
                <a:gd name="T1" fmla="*/ 134 h 179"/>
                <a:gd name="T2" fmla="*/ 114 w 150"/>
                <a:gd name="T3" fmla="*/ 133 h 179"/>
                <a:gd name="T4" fmla="*/ 146 w 150"/>
                <a:gd name="T5" fmla="*/ 86 h 179"/>
                <a:gd name="T6" fmla="*/ 99 w 150"/>
                <a:gd name="T7" fmla="*/ 55 h 179"/>
                <a:gd name="T8" fmla="*/ 98 w 150"/>
                <a:gd name="T9" fmla="*/ 55 h 179"/>
                <a:gd name="T10" fmla="*/ 96 w 150"/>
                <a:gd name="T11" fmla="*/ 2 h 179"/>
                <a:gd name="T12" fmla="*/ 90 w 150"/>
                <a:gd name="T13" fmla="*/ 2 h 179"/>
                <a:gd name="T14" fmla="*/ 89 w 150"/>
                <a:gd name="T15" fmla="*/ 46 h 179"/>
                <a:gd name="T16" fmla="*/ 88 w 150"/>
                <a:gd name="T17" fmla="*/ 81 h 179"/>
                <a:gd name="T18" fmla="*/ 98 w 150"/>
                <a:gd name="T19" fmla="*/ 81 h 179"/>
                <a:gd name="T20" fmla="*/ 98 w 150"/>
                <a:gd name="T21" fmla="*/ 62 h 179"/>
                <a:gd name="T22" fmla="*/ 134 w 150"/>
                <a:gd name="T23" fmla="*/ 89 h 179"/>
                <a:gd name="T24" fmla="*/ 110 w 150"/>
                <a:gd name="T25" fmla="*/ 127 h 179"/>
                <a:gd name="T26" fmla="*/ 109 w 150"/>
                <a:gd name="T27" fmla="*/ 126 h 179"/>
                <a:gd name="T28" fmla="*/ 98 w 150"/>
                <a:gd name="T29" fmla="*/ 105 h 179"/>
                <a:gd name="T30" fmla="*/ 103 w 150"/>
                <a:gd name="T31" fmla="*/ 117 h 179"/>
                <a:gd name="T32" fmla="*/ 76 w 150"/>
                <a:gd name="T33" fmla="*/ 157 h 179"/>
                <a:gd name="T34" fmla="*/ 35 w 150"/>
                <a:gd name="T35" fmla="*/ 130 h 179"/>
                <a:gd name="T36" fmla="*/ 40 w 150"/>
                <a:gd name="T37" fmla="*/ 105 h 179"/>
                <a:gd name="T38" fmla="*/ 32 w 150"/>
                <a:gd name="T39" fmla="*/ 117 h 179"/>
                <a:gd name="T40" fmla="*/ 16 w 150"/>
                <a:gd name="T41" fmla="*/ 94 h 179"/>
                <a:gd name="T42" fmla="*/ 43 w 150"/>
                <a:gd name="T43" fmla="*/ 55 h 179"/>
                <a:gd name="T44" fmla="*/ 61 w 150"/>
                <a:gd name="T45" fmla="*/ 57 h 179"/>
                <a:gd name="T46" fmla="*/ 55 w 150"/>
                <a:gd name="T47" fmla="*/ 75 h 179"/>
                <a:gd name="T48" fmla="*/ 65 w 150"/>
                <a:gd name="T49" fmla="*/ 78 h 179"/>
                <a:gd name="T50" fmla="*/ 73 w 150"/>
                <a:gd name="T51" fmla="*/ 44 h 179"/>
                <a:gd name="T52" fmla="*/ 84 w 150"/>
                <a:gd name="T53" fmla="*/ 1 h 179"/>
                <a:gd name="T54" fmla="*/ 78 w 150"/>
                <a:gd name="T55" fmla="*/ 0 h 179"/>
                <a:gd name="T56" fmla="*/ 63 w 150"/>
                <a:gd name="T57" fmla="*/ 47 h 179"/>
                <a:gd name="T58" fmla="*/ 38 w 150"/>
                <a:gd name="T59" fmla="*/ 44 h 179"/>
                <a:gd name="T60" fmla="*/ 5 w 150"/>
                <a:gd name="T61" fmla="*/ 93 h 179"/>
                <a:gd name="T62" fmla="*/ 29 w 150"/>
                <a:gd name="T63" fmla="*/ 124 h 179"/>
                <a:gd name="T64" fmla="*/ 29 w 150"/>
                <a:gd name="T65" fmla="*/ 142 h 179"/>
                <a:gd name="T66" fmla="*/ 77 w 150"/>
                <a:gd name="T67" fmla="*/ 174 h 179"/>
                <a:gd name="T68" fmla="*/ 110 w 150"/>
                <a:gd name="T69" fmla="*/ 134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0" h="179">
                  <a:moveTo>
                    <a:pt x="110" y="134"/>
                  </a:moveTo>
                  <a:cubicBezTo>
                    <a:pt x="112" y="134"/>
                    <a:pt x="113" y="133"/>
                    <a:pt x="114" y="133"/>
                  </a:cubicBezTo>
                  <a:cubicBezTo>
                    <a:pt x="136" y="129"/>
                    <a:pt x="150" y="108"/>
                    <a:pt x="146" y="86"/>
                  </a:cubicBezTo>
                  <a:cubicBezTo>
                    <a:pt x="142" y="65"/>
                    <a:pt x="121" y="50"/>
                    <a:pt x="99" y="55"/>
                  </a:cubicBezTo>
                  <a:cubicBezTo>
                    <a:pt x="99" y="55"/>
                    <a:pt x="98" y="55"/>
                    <a:pt x="98" y="55"/>
                  </a:cubicBezTo>
                  <a:cubicBezTo>
                    <a:pt x="96" y="2"/>
                    <a:pt x="96" y="2"/>
                    <a:pt x="96" y="2"/>
                  </a:cubicBezTo>
                  <a:cubicBezTo>
                    <a:pt x="90" y="2"/>
                    <a:pt x="90" y="2"/>
                    <a:pt x="90" y="2"/>
                  </a:cubicBezTo>
                  <a:cubicBezTo>
                    <a:pt x="89" y="46"/>
                    <a:pt x="89" y="46"/>
                    <a:pt x="89" y="46"/>
                  </a:cubicBezTo>
                  <a:cubicBezTo>
                    <a:pt x="88" y="81"/>
                    <a:pt x="88" y="81"/>
                    <a:pt x="88" y="81"/>
                  </a:cubicBezTo>
                  <a:cubicBezTo>
                    <a:pt x="98" y="81"/>
                    <a:pt x="98" y="81"/>
                    <a:pt x="98" y="81"/>
                  </a:cubicBezTo>
                  <a:cubicBezTo>
                    <a:pt x="98" y="62"/>
                    <a:pt x="98" y="62"/>
                    <a:pt x="98" y="62"/>
                  </a:cubicBezTo>
                  <a:cubicBezTo>
                    <a:pt x="115" y="61"/>
                    <a:pt x="130" y="72"/>
                    <a:pt x="134" y="89"/>
                  </a:cubicBezTo>
                  <a:cubicBezTo>
                    <a:pt x="137" y="106"/>
                    <a:pt x="126" y="123"/>
                    <a:pt x="110" y="127"/>
                  </a:cubicBezTo>
                  <a:cubicBezTo>
                    <a:pt x="109" y="127"/>
                    <a:pt x="109" y="127"/>
                    <a:pt x="109" y="126"/>
                  </a:cubicBezTo>
                  <a:cubicBezTo>
                    <a:pt x="108" y="118"/>
                    <a:pt x="104" y="110"/>
                    <a:pt x="98" y="105"/>
                  </a:cubicBezTo>
                  <a:cubicBezTo>
                    <a:pt x="100" y="108"/>
                    <a:pt x="102" y="112"/>
                    <a:pt x="103" y="117"/>
                  </a:cubicBezTo>
                  <a:cubicBezTo>
                    <a:pt x="106" y="135"/>
                    <a:pt x="94" y="153"/>
                    <a:pt x="76" y="157"/>
                  </a:cubicBezTo>
                  <a:cubicBezTo>
                    <a:pt x="57" y="161"/>
                    <a:pt x="39" y="148"/>
                    <a:pt x="35" y="130"/>
                  </a:cubicBezTo>
                  <a:cubicBezTo>
                    <a:pt x="34" y="121"/>
                    <a:pt x="36" y="112"/>
                    <a:pt x="40" y="105"/>
                  </a:cubicBezTo>
                  <a:cubicBezTo>
                    <a:pt x="37" y="109"/>
                    <a:pt x="34" y="112"/>
                    <a:pt x="32" y="117"/>
                  </a:cubicBezTo>
                  <a:cubicBezTo>
                    <a:pt x="24" y="112"/>
                    <a:pt x="18" y="104"/>
                    <a:pt x="16" y="94"/>
                  </a:cubicBezTo>
                  <a:cubicBezTo>
                    <a:pt x="13" y="76"/>
                    <a:pt x="25" y="59"/>
                    <a:pt x="43" y="55"/>
                  </a:cubicBezTo>
                  <a:cubicBezTo>
                    <a:pt x="49" y="54"/>
                    <a:pt x="55" y="55"/>
                    <a:pt x="61" y="57"/>
                  </a:cubicBezTo>
                  <a:cubicBezTo>
                    <a:pt x="55" y="75"/>
                    <a:pt x="55" y="75"/>
                    <a:pt x="55" y="75"/>
                  </a:cubicBezTo>
                  <a:cubicBezTo>
                    <a:pt x="65" y="78"/>
                    <a:pt x="65" y="78"/>
                    <a:pt x="65" y="78"/>
                  </a:cubicBezTo>
                  <a:cubicBezTo>
                    <a:pt x="73" y="44"/>
                    <a:pt x="73" y="44"/>
                    <a:pt x="73" y="44"/>
                  </a:cubicBezTo>
                  <a:cubicBezTo>
                    <a:pt x="84" y="1"/>
                    <a:pt x="84" y="1"/>
                    <a:pt x="84" y="1"/>
                  </a:cubicBezTo>
                  <a:cubicBezTo>
                    <a:pt x="78" y="0"/>
                    <a:pt x="78" y="0"/>
                    <a:pt x="78" y="0"/>
                  </a:cubicBezTo>
                  <a:cubicBezTo>
                    <a:pt x="63" y="47"/>
                    <a:pt x="63" y="47"/>
                    <a:pt x="63" y="47"/>
                  </a:cubicBezTo>
                  <a:cubicBezTo>
                    <a:pt x="56" y="44"/>
                    <a:pt x="47" y="42"/>
                    <a:pt x="38" y="44"/>
                  </a:cubicBezTo>
                  <a:cubicBezTo>
                    <a:pt x="15" y="49"/>
                    <a:pt x="0" y="71"/>
                    <a:pt x="5" y="93"/>
                  </a:cubicBezTo>
                  <a:cubicBezTo>
                    <a:pt x="8" y="108"/>
                    <a:pt x="17" y="119"/>
                    <a:pt x="29" y="124"/>
                  </a:cubicBezTo>
                  <a:cubicBezTo>
                    <a:pt x="28" y="130"/>
                    <a:pt x="28" y="136"/>
                    <a:pt x="29" y="142"/>
                  </a:cubicBezTo>
                  <a:cubicBezTo>
                    <a:pt x="33" y="164"/>
                    <a:pt x="55" y="179"/>
                    <a:pt x="77" y="174"/>
                  </a:cubicBezTo>
                  <a:cubicBezTo>
                    <a:pt x="97" y="170"/>
                    <a:pt x="110" y="153"/>
                    <a:pt x="110" y="1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32"/>
            <p:cNvSpPr>
              <a:spLocks/>
            </p:cNvSpPr>
            <p:nvPr/>
          </p:nvSpPr>
          <p:spPr bwMode="auto">
            <a:xfrm>
              <a:off x="7729538" y="3036888"/>
              <a:ext cx="85725" cy="106363"/>
            </a:xfrm>
            <a:custGeom>
              <a:avLst/>
              <a:gdLst>
                <a:gd name="T0" fmla="*/ 48 w 56"/>
                <a:gd name="T1" fmla="*/ 0 h 70"/>
                <a:gd name="T2" fmla="*/ 48 w 56"/>
                <a:gd name="T3" fmla="*/ 0 h 70"/>
                <a:gd name="T4" fmla="*/ 40 w 56"/>
                <a:gd name="T5" fmla="*/ 1 h 70"/>
                <a:gd name="T6" fmla="*/ 16 w 56"/>
                <a:gd name="T7" fmla="*/ 4 h 70"/>
                <a:gd name="T8" fmla="*/ 11 w 56"/>
                <a:gd name="T9" fmla="*/ 4 h 70"/>
                <a:gd name="T10" fmla="*/ 8 w 56"/>
                <a:gd name="T11" fmla="*/ 5 h 70"/>
                <a:gd name="T12" fmla="*/ 6 w 56"/>
                <a:gd name="T13" fmla="*/ 7 h 70"/>
                <a:gd name="T14" fmla="*/ 6 w 56"/>
                <a:gd name="T15" fmla="*/ 8 h 70"/>
                <a:gd name="T16" fmla="*/ 7 w 56"/>
                <a:gd name="T17" fmla="*/ 11 h 70"/>
                <a:gd name="T18" fmla="*/ 8 w 56"/>
                <a:gd name="T19" fmla="*/ 13 h 70"/>
                <a:gd name="T20" fmla="*/ 8 w 56"/>
                <a:gd name="T21" fmla="*/ 13 h 70"/>
                <a:gd name="T22" fmla="*/ 5 w 56"/>
                <a:gd name="T23" fmla="*/ 35 h 70"/>
                <a:gd name="T24" fmla="*/ 1 w 56"/>
                <a:gd name="T25" fmla="*/ 59 h 70"/>
                <a:gd name="T26" fmla="*/ 0 w 56"/>
                <a:gd name="T27" fmla="*/ 62 h 70"/>
                <a:gd name="T28" fmla="*/ 0 w 56"/>
                <a:gd name="T29" fmla="*/ 64 h 70"/>
                <a:gd name="T30" fmla="*/ 2 w 56"/>
                <a:gd name="T31" fmla="*/ 69 h 70"/>
                <a:gd name="T32" fmla="*/ 8 w 56"/>
                <a:gd name="T33" fmla="*/ 70 h 70"/>
                <a:gd name="T34" fmla="*/ 23 w 56"/>
                <a:gd name="T35" fmla="*/ 68 h 70"/>
                <a:gd name="T36" fmla="*/ 38 w 56"/>
                <a:gd name="T37" fmla="*/ 67 h 70"/>
                <a:gd name="T38" fmla="*/ 50 w 56"/>
                <a:gd name="T39" fmla="*/ 64 h 70"/>
                <a:gd name="T40" fmla="*/ 52 w 56"/>
                <a:gd name="T41" fmla="*/ 61 h 70"/>
                <a:gd name="T42" fmla="*/ 46 w 56"/>
                <a:gd name="T43" fmla="*/ 56 h 70"/>
                <a:gd name="T44" fmla="*/ 38 w 56"/>
                <a:gd name="T45" fmla="*/ 57 h 70"/>
                <a:gd name="T46" fmla="*/ 26 w 56"/>
                <a:gd name="T47" fmla="*/ 59 h 70"/>
                <a:gd name="T48" fmla="*/ 15 w 56"/>
                <a:gd name="T49" fmla="*/ 60 h 70"/>
                <a:gd name="T50" fmla="*/ 13 w 56"/>
                <a:gd name="T51" fmla="*/ 58 h 70"/>
                <a:gd name="T52" fmla="*/ 14 w 56"/>
                <a:gd name="T53" fmla="*/ 50 h 70"/>
                <a:gd name="T54" fmla="*/ 15 w 56"/>
                <a:gd name="T55" fmla="*/ 43 h 70"/>
                <a:gd name="T56" fmla="*/ 16 w 56"/>
                <a:gd name="T57" fmla="*/ 42 h 70"/>
                <a:gd name="T58" fmla="*/ 16 w 56"/>
                <a:gd name="T59" fmla="*/ 42 h 70"/>
                <a:gd name="T60" fmla="*/ 31 w 56"/>
                <a:gd name="T61" fmla="*/ 40 h 70"/>
                <a:gd name="T62" fmla="*/ 35 w 56"/>
                <a:gd name="T63" fmla="*/ 39 h 70"/>
                <a:gd name="T64" fmla="*/ 41 w 56"/>
                <a:gd name="T65" fmla="*/ 39 h 70"/>
                <a:gd name="T66" fmla="*/ 48 w 56"/>
                <a:gd name="T67" fmla="*/ 37 h 70"/>
                <a:gd name="T68" fmla="*/ 50 w 56"/>
                <a:gd name="T69" fmla="*/ 33 h 70"/>
                <a:gd name="T70" fmla="*/ 42 w 56"/>
                <a:gd name="T71" fmla="*/ 28 h 70"/>
                <a:gd name="T72" fmla="*/ 32 w 56"/>
                <a:gd name="T73" fmla="*/ 30 h 70"/>
                <a:gd name="T74" fmla="*/ 24 w 56"/>
                <a:gd name="T75" fmla="*/ 31 h 70"/>
                <a:gd name="T76" fmla="*/ 16 w 56"/>
                <a:gd name="T77" fmla="*/ 32 h 70"/>
                <a:gd name="T78" fmla="*/ 17 w 56"/>
                <a:gd name="T79" fmla="*/ 24 h 70"/>
                <a:gd name="T80" fmla="*/ 19 w 56"/>
                <a:gd name="T81" fmla="*/ 16 h 70"/>
                <a:gd name="T82" fmla="*/ 20 w 56"/>
                <a:gd name="T83" fmla="*/ 14 h 70"/>
                <a:gd name="T84" fmla="*/ 25 w 56"/>
                <a:gd name="T85" fmla="*/ 12 h 70"/>
                <a:gd name="T86" fmla="*/ 38 w 56"/>
                <a:gd name="T87" fmla="*/ 11 h 70"/>
                <a:gd name="T88" fmla="*/ 52 w 56"/>
                <a:gd name="T89" fmla="*/ 10 h 70"/>
                <a:gd name="T90" fmla="*/ 55 w 56"/>
                <a:gd name="T91" fmla="*/ 8 h 70"/>
                <a:gd name="T92" fmla="*/ 56 w 56"/>
                <a:gd name="T93" fmla="*/ 6 h 70"/>
                <a:gd name="T94" fmla="*/ 48 w 56"/>
                <a:gd name="T95"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6" h="70">
                  <a:moveTo>
                    <a:pt x="48" y="0"/>
                  </a:moveTo>
                  <a:cubicBezTo>
                    <a:pt x="48" y="0"/>
                    <a:pt x="48" y="0"/>
                    <a:pt x="48" y="0"/>
                  </a:cubicBezTo>
                  <a:cubicBezTo>
                    <a:pt x="47" y="0"/>
                    <a:pt x="45" y="1"/>
                    <a:pt x="40" y="1"/>
                  </a:cubicBezTo>
                  <a:cubicBezTo>
                    <a:pt x="26" y="3"/>
                    <a:pt x="18" y="4"/>
                    <a:pt x="16" y="4"/>
                  </a:cubicBezTo>
                  <a:cubicBezTo>
                    <a:pt x="14" y="4"/>
                    <a:pt x="13" y="4"/>
                    <a:pt x="11" y="4"/>
                  </a:cubicBezTo>
                  <a:cubicBezTo>
                    <a:pt x="10" y="4"/>
                    <a:pt x="9" y="4"/>
                    <a:pt x="8" y="5"/>
                  </a:cubicBezTo>
                  <a:cubicBezTo>
                    <a:pt x="7" y="5"/>
                    <a:pt x="6" y="6"/>
                    <a:pt x="6" y="7"/>
                  </a:cubicBezTo>
                  <a:cubicBezTo>
                    <a:pt x="6" y="7"/>
                    <a:pt x="6" y="7"/>
                    <a:pt x="6" y="8"/>
                  </a:cubicBezTo>
                  <a:cubicBezTo>
                    <a:pt x="6" y="9"/>
                    <a:pt x="6" y="10"/>
                    <a:pt x="7" y="11"/>
                  </a:cubicBezTo>
                  <a:cubicBezTo>
                    <a:pt x="7" y="12"/>
                    <a:pt x="8" y="12"/>
                    <a:pt x="8" y="13"/>
                  </a:cubicBezTo>
                  <a:cubicBezTo>
                    <a:pt x="8" y="13"/>
                    <a:pt x="8" y="13"/>
                    <a:pt x="8" y="13"/>
                  </a:cubicBezTo>
                  <a:cubicBezTo>
                    <a:pt x="8" y="14"/>
                    <a:pt x="7" y="22"/>
                    <a:pt x="5" y="35"/>
                  </a:cubicBezTo>
                  <a:cubicBezTo>
                    <a:pt x="4" y="47"/>
                    <a:pt x="2" y="56"/>
                    <a:pt x="1" y="59"/>
                  </a:cubicBezTo>
                  <a:cubicBezTo>
                    <a:pt x="0" y="61"/>
                    <a:pt x="0" y="62"/>
                    <a:pt x="0" y="62"/>
                  </a:cubicBezTo>
                  <a:cubicBezTo>
                    <a:pt x="0" y="64"/>
                    <a:pt x="0" y="64"/>
                    <a:pt x="0" y="64"/>
                  </a:cubicBezTo>
                  <a:cubicBezTo>
                    <a:pt x="1" y="66"/>
                    <a:pt x="1" y="68"/>
                    <a:pt x="2" y="69"/>
                  </a:cubicBezTo>
                  <a:cubicBezTo>
                    <a:pt x="3" y="70"/>
                    <a:pt x="5" y="70"/>
                    <a:pt x="8" y="70"/>
                  </a:cubicBezTo>
                  <a:cubicBezTo>
                    <a:pt x="12" y="70"/>
                    <a:pt x="17" y="70"/>
                    <a:pt x="23" y="68"/>
                  </a:cubicBezTo>
                  <a:cubicBezTo>
                    <a:pt x="28" y="68"/>
                    <a:pt x="34" y="67"/>
                    <a:pt x="38" y="67"/>
                  </a:cubicBezTo>
                  <a:cubicBezTo>
                    <a:pt x="43" y="67"/>
                    <a:pt x="47" y="66"/>
                    <a:pt x="50" y="64"/>
                  </a:cubicBezTo>
                  <a:cubicBezTo>
                    <a:pt x="51" y="64"/>
                    <a:pt x="52" y="63"/>
                    <a:pt x="52" y="61"/>
                  </a:cubicBezTo>
                  <a:cubicBezTo>
                    <a:pt x="52" y="58"/>
                    <a:pt x="50" y="56"/>
                    <a:pt x="46" y="56"/>
                  </a:cubicBezTo>
                  <a:cubicBezTo>
                    <a:pt x="45" y="56"/>
                    <a:pt x="42" y="56"/>
                    <a:pt x="38" y="57"/>
                  </a:cubicBezTo>
                  <a:cubicBezTo>
                    <a:pt x="36" y="57"/>
                    <a:pt x="32" y="58"/>
                    <a:pt x="26" y="59"/>
                  </a:cubicBezTo>
                  <a:cubicBezTo>
                    <a:pt x="20" y="60"/>
                    <a:pt x="16" y="60"/>
                    <a:pt x="15" y="60"/>
                  </a:cubicBezTo>
                  <a:cubicBezTo>
                    <a:pt x="13" y="60"/>
                    <a:pt x="13" y="59"/>
                    <a:pt x="13" y="58"/>
                  </a:cubicBezTo>
                  <a:cubicBezTo>
                    <a:pt x="13" y="57"/>
                    <a:pt x="13" y="54"/>
                    <a:pt x="14" y="50"/>
                  </a:cubicBezTo>
                  <a:cubicBezTo>
                    <a:pt x="14" y="46"/>
                    <a:pt x="15" y="44"/>
                    <a:pt x="15" y="43"/>
                  </a:cubicBezTo>
                  <a:cubicBezTo>
                    <a:pt x="15" y="43"/>
                    <a:pt x="16" y="42"/>
                    <a:pt x="16" y="42"/>
                  </a:cubicBezTo>
                  <a:cubicBezTo>
                    <a:pt x="16" y="42"/>
                    <a:pt x="16" y="42"/>
                    <a:pt x="16" y="42"/>
                  </a:cubicBezTo>
                  <a:cubicBezTo>
                    <a:pt x="18" y="42"/>
                    <a:pt x="23" y="41"/>
                    <a:pt x="31" y="40"/>
                  </a:cubicBezTo>
                  <a:cubicBezTo>
                    <a:pt x="33" y="40"/>
                    <a:pt x="34" y="40"/>
                    <a:pt x="35" y="39"/>
                  </a:cubicBezTo>
                  <a:cubicBezTo>
                    <a:pt x="38" y="39"/>
                    <a:pt x="40" y="39"/>
                    <a:pt x="41" y="39"/>
                  </a:cubicBezTo>
                  <a:cubicBezTo>
                    <a:pt x="44" y="38"/>
                    <a:pt x="46" y="38"/>
                    <a:pt x="48" y="37"/>
                  </a:cubicBezTo>
                  <a:cubicBezTo>
                    <a:pt x="49" y="36"/>
                    <a:pt x="50" y="35"/>
                    <a:pt x="50" y="33"/>
                  </a:cubicBezTo>
                  <a:cubicBezTo>
                    <a:pt x="50" y="30"/>
                    <a:pt x="47" y="28"/>
                    <a:pt x="42" y="28"/>
                  </a:cubicBezTo>
                  <a:cubicBezTo>
                    <a:pt x="40" y="28"/>
                    <a:pt x="37" y="29"/>
                    <a:pt x="32" y="30"/>
                  </a:cubicBezTo>
                  <a:cubicBezTo>
                    <a:pt x="31" y="30"/>
                    <a:pt x="28" y="31"/>
                    <a:pt x="24" y="31"/>
                  </a:cubicBezTo>
                  <a:cubicBezTo>
                    <a:pt x="21" y="31"/>
                    <a:pt x="18" y="32"/>
                    <a:pt x="16" y="32"/>
                  </a:cubicBezTo>
                  <a:cubicBezTo>
                    <a:pt x="16" y="30"/>
                    <a:pt x="17" y="27"/>
                    <a:pt x="17" y="24"/>
                  </a:cubicBezTo>
                  <a:cubicBezTo>
                    <a:pt x="18" y="21"/>
                    <a:pt x="19" y="18"/>
                    <a:pt x="19" y="16"/>
                  </a:cubicBezTo>
                  <a:cubicBezTo>
                    <a:pt x="19" y="15"/>
                    <a:pt x="19" y="14"/>
                    <a:pt x="20" y="14"/>
                  </a:cubicBezTo>
                  <a:cubicBezTo>
                    <a:pt x="20" y="13"/>
                    <a:pt x="22" y="13"/>
                    <a:pt x="25" y="12"/>
                  </a:cubicBezTo>
                  <a:cubicBezTo>
                    <a:pt x="29" y="12"/>
                    <a:pt x="33" y="11"/>
                    <a:pt x="38" y="11"/>
                  </a:cubicBezTo>
                  <a:cubicBezTo>
                    <a:pt x="52" y="10"/>
                    <a:pt x="52" y="10"/>
                    <a:pt x="52" y="10"/>
                  </a:cubicBezTo>
                  <a:cubicBezTo>
                    <a:pt x="53" y="10"/>
                    <a:pt x="54" y="9"/>
                    <a:pt x="55" y="8"/>
                  </a:cubicBezTo>
                  <a:cubicBezTo>
                    <a:pt x="56" y="7"/>
                    <a:pt x="56" y="6"/>
                    <a:pt x="56" y="6"/>
                  </a:cubicBezTo>
                  <a:cubicBezTo>
                    <a:pt x="56" y="2"/>
                    <a:pt x="54" y="0"/>
                    <a:pt x="4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33"/>
            <p:cNvSpPr>
              <a:spLocks/>
            </p:cNvSpPr>
            <p:nvPr/>
          </p:nvSpPr>
          <p:spPr bwMode="auto">
            <a:xfrm>
              <a:off x="7816850" y="3059113"/>
              <a:ext cx="77788" cy="87313"/>
            </a:xfrm>
            <a:custGeom>
              <a:avLst/>
              <a:gdLst>
                <a:gd name="T0" fmla="*/ 51 w 51"/>
                <a:gd name="T1" fmla="*/ 6 h 57"/>
                <a:gd name="T2" fmla="*/ 49 w 51"/>
                <a:gd name="T3" fmla="*/ 2 h 57"/>
                <a:gd name="T4" fmla="*/ 45 w 51"/>
                <a:gd name="T5" fmla="*/ 0 h 57"/>
                <a:gd name="T6" fmla="*/ 42 w 51"/>
                <a:gd name="T7" fmla="*/ 1 h 57"/>
                <a:gd name="T8" fmla="*/ 39 w 51"/>
                <a:gd name="T9" fmla="*/ 5 h 57"/>
                <a:gd name="T10" fmla="*/ 31 w 51"/>
                <a:gd name="T11" fmla="*/ 16 h 57"/>
                <a:gd name="T12" fmla="*/ 30 w 51"/>
                <a:gd name="T13" fmla="*/ 17 h 57"/>
                <a:gd name="T14" fmla="*/ 25 w 51"/>
                <a:gd name="T15" fmla="*/ 22 h 57"/>
                <a:gd name="T16" fmla="*/ 19 w 51"/>
                <a:gd name="T17" fmla="*/ 8 h 57"/>
                <a:gd name="T18" fmla="*/ 15 w 51"/>
                <a:gd name="T19" fmla="*/ 1 h 57"/>
                <a:gd name="T20" fmla="*/ 8 w 51"/>
                <a:gd name="T21" fmla="*/ 9 h 57"/>
                <a:gd name="T22" fmla="*/ 17 w 51"/>
                <a:gd name="T23" fmla="*/ 28 h 57"/>
                <a:gd name="T24" fmla="*/ 14 w 51"/>
                <a:gd name="T25" fmla="*/ 31 h 57"/>
                <a:gd name="T26" fmla="*/ 2 w 51"/>
                <a:gd name="T27" fmla="*/ 44 h 57"/>
                <a:gd name="T28" fmla="*/ 0 w 51"/>
                <a:gd name="T29" fmla="*/ 51 h 57"/>
                <a:gd name="T30" fmla="*/ 2 w 51"/>
                <a:gd name="T31" fmla="*/ 55 h 57"/>
                <a:gd name="T32" fmla="*/ 7 w 51"/>
                <a:gd name="T33" fmla="*/ 57 h 57"/>
                <a:gd name="T34" fmla="*/ 10 w 51"/>
                <a:gd name="T35" fmla="*/ 52 h 57"/>
                <a:gd name="T36" fmla="*/ 22 w 51"/>
                <a:gd name="T37" fmla="*/ 36 h 57"/>
                <a:gd name="T38" fmla="*/ 41 w 51"/>
                <a:gd name="T39" fmla="*/ 52 h 57"/>
                <a:gd name="T40" fmla="*/ 45 w 51"/>
                <a:gd name="T41" fmla="*/ 51 h 57"/>
                <a:gd name="T42" fmla="*/ 47 w 51"/>
                <a:gd name="T43" fmla="*/ 47 h 57"/>
                <a:gd name="T44" fmla="*/ 47 w 51"/>
                <a:gd name="T45" fmla="*/ 45 h 57"/>
                <a:gd name="T46" fmla="*/ 45 w 51"/>
                <a:gd name="T47" fmla="*/ 43 h 57"/>
                <a:gd name="T48" fmla="*/ 30 w 51"/>
                <a:gd name="T49" fmla="*/ 30 h 57"/>
                <a:gd name="T50" fmla="*/ 51 w 51"/>
                <a:gd name="T51" fmla="*/ 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1" h="57">
                  <a:moveTo>
                    <a:pt x="51" y="6"/>
                  </a:moveTo>
                  <a:cubicBezTo>
                    <a:pt x="51" y="4"/>
                    <a:pt x="50" y="3"/>
                    <a:pt x="49" y="2"/>
                  </a:cubicBezTo>
                  <a:cubicBezTo>
                    <a:pt x="48" y="1"/>
                    <a:pt x="47" y="0"/>
                    <a:pt x="45" y="0"/>
                  </a:cubicBezTo>
                  <a:cubicBezTo>
                    <a:pt x="44" y="0"/>
                    <a:pt x="43" y="0"/>
                    <a:pt x="42" y="1"/>
                  </a:cubicBezTo>
                  <a:cubicBezTo>
                    <a:pt x="41" y="2"/>
                    <a:pt x="40" y="3"/>
                    <a:pt x="39" y="5"/>
                  </a:cubicBezTo>
                  <a:cubicBezTo>
                    <a:pt x="38" y="8"/>
                    <a:pt x="35" y="12"/>
                    <a:pt x="31" y="16"/>
                  </a:cubicBezTo>
                  <a:cubicBezTo>
                    <a:pt x="31" y="16"/>
                    <a:pt x="30" y="17"/>
                    <a:pt x="30" y="17"/>
                  </a:cubicBezTo>
                  <a:cubicBezTo>
                    <a:pt x="28" y="19"/>
                    <a:pt x="26" y="21"/>
                    <a:pt x="25" y="22"/>
                  </a:cubicBezTo>
                  <a:cubicBezTo>
                    <a:pt x="21" y="17"/>
                    <a:pt x="20" y="12"/>
                    <a:pt x="19" y="8"/>
                  </a:cubicBezTo>
                  <a:cubicBezTo>
                    <a:pt x="19" y="3"/>
                    <a:pt x="18" y="1"/>
                    <a:pt x="15" y="1"/>
                  </a:cubicBezTo>
                  <a:cubicBezTo>
                    <a:pt x="10" y="1"/>
                    <a:pt x="8" y="4"/>
                    <a:pt x="8" y="9"/>
                  </a:cubicBezTo>
                  <a:cubicBezTo>
                    <a:pt x="8" y="13"/>
                    <a:pt x="11" y="20"/>
                    <a:pt x="17" y="28"/>
                  </a:cubicBezTo>
                  <a:cubicBezTo>
                    <a:pt x="16" y="29"/>
                    <a:pt x="15" y="30"/>
                    <a:pt x="14" y="31"/>
                  </a:cubicBezTo>
                  <a:cubicBezTo>
                    <a:pt x="8" y="37"/>
                    <a:pt x="4" y="41"/>
                    <a:pt x="2" y="44"/>
                  </a:cubicBezTo>
                  <a:cubicBezTo>
                    <a:pt x="0" y="47"/>
                    <a:pt x="0" y="49"/>
                    <a:pt x="0" y="51"/>
                  </a:cubicBezTo>
                  <a:cubicBezTo>
                    <a:pt x="0" y="53"/>
                    <a:pt x="0" y="55"/>
                    <a:pt x="2" y="55"/>
                  </a:cubicBezTo>
                  <a:cubicBezTo>
                    <a:pt x="3" y="56"/>
                    <a:pt x="5" y="57"/>
                    <a:pt x="7" y="57"/>
                  </a:cubicBezTo>
                  <a:cubicBezTo>
                    <a:pt x="8" y="56"/>
                    <a:pt x="9" y="54"/>
                    <a:pt x="10" y="52"/>
                  </a:cubicBezTo>
                  <a:cubicBezTo>
                    <a:pt x="13" y="46"/>
                    <a:pt x="17" y="41"/>
                    <a:pt x="22" y="36"/>
                  </a:cubicBezTo>
                  <a:cubicBezTo>
                    <a:pt x="30" y="47"/>
                    <a:pt x="36" y="52"/>
                    <a:pt x="41" y="52"/>
                  </a:cubicBezTo>
                  <a:cubicBezTo>
                    <a:pt x="43" y="52"/>
                    <a:pt x="44" y="52"/>
                    <a:pt x="45" y="51"/>
                  </a:cubicBezTo>
                  <a:cubicBezTo>
                    <a:pt x="47" y="49"/>
                    <a:pt x="47" y="48"/>
                    <a:pt x="47" y="47"/>
                  </a:cubicBezTo>
                  <a:cubicBezTo>
                    <a:pt x="47" y="46"/>
                    <a:pt x="47" y="45"/>
                    <a:pt x="47" y="45"/>
                  </a:cubicBezTo>
                  <a:cubicBezTo>
                    <a:pt x="46" y="44"/>
                    <a:pt x="46" y="44"/>
                    <a:pt x="45" y="43"/>
                  </a:cubicBezTo>
                  <a:cubicBezTo>
                    <a:pt x="40" y="40"/>
                    <a:pt x="35" y="36"/>
                    <a:pt x="30" y="30"/>
                  </a:cubicBezTo>
                  <a:cubicBezTo>
                    <a:pt x="44" y="17"/>
                    <a:pt x="51" y="9"/>
                    <a:pt x="5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34"/>
            <p:cNvSpPr>
              <a:spLocks/>
            </p:cNvSpPr>
            <p:nvPr/>
          </p:nvSpPr>
          <p:spPr bwMode="auto">
            <a:xfrm>
              <a:off x="7897813" y="3024188"/>
              <a:ext cx="82550" cy="115888"/>
            </a:xfrm>
            <a:custGeom>
              <a:avLst/>
              <a:gdLst>
                <a:gd name="T0" fmla="*/ 21 w 54"/>
                <a:gd name="T1" fmla="*/ 18 h 76"/>
                <a:gd name="T2" fmla="*/ 22 w 54"/>
                <a:gd name="T3" fmla="*/ 7 h 76"/>
                <a:gd name="T4" fmla="*/ 20 w 54"/>
                <a:gd name="T5" fmla="*/ 2 h 76"/>
                <a:gd name="T6" fmla="*/ 16 w 54"/>
                <a:gd name="T7" fmla="*/ 0 h 76"/>
                <a:gd name="T8" fmla="*/ 12 w 54"/>
                <a:gd name="T9" fmla="*/ 2 h 76"/>
                <a:gd name="T10" fmla="*/ 9 w 54"/>
                <a:gd name="T11" fmla="*/ 11 h 76"/>
                <a:gd name="T12" fmla="*/ 2 w 54"/>
                <a:gd name="T13" fmla="*/ 63 h 76"/>
                <a:gd name="T14" fmla="*/ 0 w 54"/>
                <a:gd name="T15" fmla="*/ 71 h 76"/>
                <a:gd name="T16" fmla="*/ 2 w 54"/>
                <a:gd name="T17" fmla="*/ 75 h 76"/>
                <a:gd name="T18" fmla="*/ 7 w 54"/>
                <a:gd name="T19" fmla="*/ 76 h 76"/>
                <a:gd name="T20" fmla="*/ 9 w 54"/>
                <a:gd name="T21" fmla="*/ 75 h 76"/>
                <a:gd name="T22" fmla="*/ 13 w 54"/>
                <a:gd name="T23" fmla="*/ 69 h 76"/>
                <a:gd name="T24" fmla="*/ 24 w 54"/>
                <a:gd name="T25" fmla="*/ 52 h 76"/>
                <a:gd name="T26" fmla="*/ 34 w 54"/>
                <a:gd name="T27" fmla="*/ 41 h 76"/>
                <a:gd name="T28" fmla="*/ 37 w 54"/>
                <a:gd name="T29" fmla="*/ 44 h 76"/>
                <a:gd name="T30" fmla="*/ 38 w 54"/>
                <a:gd name="T31" fmla="*/ 56 h 76"/>
                <a:gd name="T32" fmla="*/ 42 w 54"/>
                <a:gd name="T33" fmla="*/ 68 h 76"/>
                <a:gd name="T34" fmla="*/ 49 w 54"/>
                <a:gd name="T35" fmla="*/ 73 h 76"/>
                <a:gd name="T36" fmla="*/ 53 w 54"/>
                <a:gd name="T37" fmla="*/ 71 h 76"/>
                <a:gd name="T38" fmla="*/ 54 w 54"/>
                <a:gd name="T39" fmla="*/ 68 h 76"/>
                <a:gd name="T40" fmla="*/ 53 w 54"/>
                <a:gd name="T41" fmla="*/ 65 h 76"/>
                <a:gd name="T42" fmla="*/ 50 w 54"/>
                <a:gd name="T43" fmla="*/ 60 h 76"/>
                <a:gd name="T44" fmla="*/ 49 w 54"/>
                <a:gd name="T45" fmla="*/ 54 h 76"/>
                <a:gd name="T46" fmla="*/ 47 w 54"/>
                <a:gd name="T47" fmla="*/ 46 h 76"/>
                <a:gd name="T48" fmla="*/ 44 w 54"/>
                <a:gd name="T49" fmla="*/ 32 h 76"/>
                <a:gd name="T50" fmla="*/ 37 w 54"/>
                <a:gd name="T51" fmla="*/ 29 h 76"/>
                <a:gd name="T52" fmla="*/ 26 w 54"/>
                <a:gd name="T53" fmla="*/ 34 h 76"/>
                <a:gd name="T54" fmla="*/ 13 w 54"/>
                <a:gd name="T55" fmla="*/ 54 h 76"/>
                <a:gd name="T56" fmla="*/ 16 w 54"/>
                <a:gd name="T57" fmla="*/ 40 h 76"/>
                <a:gd name="T58" fmla="*/ 21 w 54"/>
                <a:gd name="T59" fmla="*/ 1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4" h="76">
                  <a:moveTo>
                    <a:pt x="21" y="18"/>
                  </a:moveTo>
                  <a:cubicBezTo>
                    <a:pt x="21" y="14"/>
                    <a:pt x="22" y="10"/>
                    <a:pt x="22" y="7"/>
                  </a:cubicBezTo>
                  <a:cubicBezTo>
                    <a:pt x="22" y="5"/>
                    <a:pt x="21" y="3"/>
                    <a:pt x="20" y="2"/>
                  </a:cubicBezTo>
                  <a:cubicBezTo>
                    <a:pt x="19" y="0"/>
                    <a:pt x="17" y="0"/>
                    <a:pt x="16" y="0"/>
                  </a:cubicBezTo>
                  <a:cubicBezTo>
                    <a:pt x="15" y="0"/>
                    <a:pt x="13" y="1"/>
                    <a:pt x="12" y="2"/>
                  </a:cubicBezTo>
                  <a:cubicBezTo>
                    <a:pt x="11" y="4"/>
                    <a:pt x="10" y="7"/>
                    <a:pt x="9" y="11"/>
                  </a:cubicBezTo>
                  <a:cubicBezTo>
                    <a:pt x="7" y="30"/>
                    <a:pt x="5" y="47"/>
                    <a:pt x="2" y="63"/>
                  </a:cubicBezTo>
                  <a:cubicBezTo>
                    <a:pt x="1" y="68"/>
                    <a:pt x="0" y="70"/>
                    <a:pt x="0" y="71"/>
                  </a:cubicBezTo>
                  <a:cubicBezTo>
                    <a:pt x="0" y="73"/>
                    <a:pt x="1" y="74"/>
                    <a:pt x="2" y="75"/>
                  </a:cubicBezTo>
                  <a:cubicBezTo>
                    <a:pt x="3" y="76"/>
                    <a:pt x="5" y="76"/>
                    <a:pt x="7" y="76"/>
                  </a:cubicBezTo>
                  <a:cubicBezTo>
                    <a:pt x="8" y="76"/>
                    <a:pt x="9" y="76"/>
                    <a:pt x="9" y="75"/>
                  </a:cubicBezTo>
                  <a:cubicBezTo>
                    <a:pt x="10" y="74"/>
                    <a:pt x="11" y="72"/>
                    <a:pt x="13" y="69"/>
                  </a:cubicBezTo>
                  <a:cubicBezTo>
                    <a:pt x="15" y="65"/>
                    <a:pt x="19" y="59"/>
                    <a:pt x="24" y="52"/>
                  </a:cubicBezTo>
                  <a:cubicBezTo>
                    <a:pt x="29" y="45"/>
                    <a:pt x="32" y="41"/>
                    <a:pt x="34" y="41"/>
                  </a:cubicBezTo>
                  <a:cubicBezTo>
                    <a:pt x="35" y="41"/>
                    <a:pt x="36" y="42"/>
                    <a:pt x="37" y="44"/>
                  </a:cubicBezTo>
                  <a:cubicBezTo>
                    <a:pt x="37" y="46"/>
                    <a:pt x="38" y="50"/>
                    <a:pt x="38" y="56"/>
                  </a:cubicBezTo>
                  <a:cubicBezTo>
                    <a:pt x="39" y="61"/>
                    <a:pt x="40" y="65"/>
                    <a:pt x="42" y="68"/>
                  </a:cubicBezTo>
                  <a:cubicBezTo>
                    <a:pt x="44" y="71"/>
                    <a:pt x="47" y="73"/>
                    <a:pt x="49" y="73"/>
                  </a:cubicBezTo>
                  <a:cubicBezTo>
                    <a:pt x="51" y="73"/>
                    <a:pt x="52" y="72"/>
                    <a:pt x="53" y="71"/>
                  </a:cubicBezTo>
                  <a:cubicBezTo>
                    <a:pt x="54" y="71"/>
                    <a:pt x="54" y="70"/>
                    <a:pt x="54" y="68"/>
                  </a:cubicBezTo>
                  <a:cubicBezTo>
                    <a:pt x="54" y="67"/>
                    <a:pt x="54" y="66"/>
                    <a:pt x="53" y="65"/>
                  </a:cubicBezTo>
                  <a:cubicBezTo>
                    <a:pt x="52" y="64"/>
                    <a:pt x="51" y="62"/>
                    <a:pt x="50" y="60"/>
                  </a:cubicBezTo>
                  <a:cubicBezTo>
                    <a:pt x="50" y="59"/>
                    <a:pt x="49" y="57"/>
                    <a:pt x="49" y="54"/>
                  </a:cubicBezTo>
                  <a:cubicBezTo>
                    <a:pt x="48" y="52"/>
                    <a:pt x="48" y="49"/>
                    <a:pt x="47" y="46"/>
                  </a:cubicBezTo>
                  <a:cubicBezTo>
                    <a:pt x="47" y="38"/>
                    <a:pt x="45" y="34"/>
                    <a:pt x="44" y="32"/>
                  </a:cubicBezTo>
                  <a:cubicBezTo>
                    <a:pt x="42" y="30"/>
                    <a:pt x="40" y="29"/>
                    <a:pt x="37" y="29"/>
                  </a:cubicBezTo>
                  <a:cubicBezTo>
                    <a:pt x="33" y="29"/>
                    <a:pt x="30" y="31"/>
                    <a:pt x="26" y="34"/>
                  </a:cubicBezTo>
                  <a:cubicBezTo>
                    <a:pt x="22" y="38"/>
                    <a:pt x="18" y="44"/>
                    <a:pt x="13" y="54"/>
                  </a:cubicBezTo>
                  <a:cubicBezTo>
                    <a:pt x="14" y="50"/>
                    <a:pt x="15" y="46"/>
                    <a:pt x="16" y="40"/>
                  </a:cubicBezTo>
                  <a:cubicBezTo>
                    <a:pt x="18" y="30"/>
                    <a:pt x="20" y="23"/>
                    <a:pt x="2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35"/>
            <p:cNvSpPr>
              <a:spLocks noEditPoints="1"/>
            </p:cNvSpPr>
            <p:nvPr/>
          </p:nvSpPr>
          <p:spPr bwMode="auto">
            <a:xfrm>
              <a:off x="7988300" y="3060700"/>
              <a:ext cx="73025" cy="80963"/>
            </a:xfrm>
            <a:custGeom>
              <a:avLst/>
              <a:gdLst>
                <a:gd name="T0" fmla="*/ 41 w 48"/>
                <a:gd name="T1" fmla="*/ 53 h 53"/>
                <a:gd name="T2" fmla="*/ 46 w 48"/>
                <a:gd name="T3" fmla="*/ 51 h 53"/>
                <a:gd name="T4" fmla="*/ 48 w 48"/>
                <a:gd name="T5" fmla="*/ 47 h 53"/>
                <a:gd name="T6" fmla="*/ 46 w 48"/>
                <a:gd name="T7" fmla="*/ 45 h 53"/>
                <a:gd name="T8" fmla="*/ 44 w 48"/>
                <a:gd name="T9" fmla="*/ 43 h 53"/>
                <a:gd name="T10" fmla="*/ 43 w 48"/>
                <a:gd name="T11" fmla="*/ 40 h 53"/>
                <a:gd name="T12" fmla="*/ 42 w 48"/>
                <a:gd name="T13" fmla="*/ 32 h 53"/>
                <a:gd name="T14" fmla="*/ 44 w 48"/>
                <a:gd name="T15" fmla="*/ 17 h 53"/>
                <a:gd name="T16" fmla="*/ 45 w 48"/>
                <a:gd name="T17" fmla="*/ 10 h 53"/>
                <a:gd name="T18" fmla="*/ 40 w 48"/>
                <a:gd name="T19" fmla="*/ 6 h 53"/>
                <a:gd name="T20" fmla="*/ 32 w 48"/>
                <a:gd name="T21" fmla="*/ 0 h 53"/>
                <a:gd name="T22" fmla="*/ 11 w 48"/>
                <a:gd name="T23" fmla="*/ 14 h 53"/>
                <a:gd name="T24" fmla="*/ 0 w 48"/>
                <a:gd name="T25" fmla="*/ 40 h 53"/>
                <a:gd name="T26" fmla="*/ 3 w 48"/>
                <a:gd name="T27" fmla="*/ 48 h 53"/>
                <a:gd name="T28" fmla="*/ 10 w 48"/>
                <a:gd name="T29" fmla="*/ 51 h 53"/>
                <a:gd name="T30" fmla="*/ 33 w 48"/>
                <a:gd name="T31" fmla="*/ 35 h 53"/>
                <a:gd name="T32" fmla="*/ 41 w 48"/>
                <a:gd name="T33" fmla="*/ 53 h 53"/>
                <a:gd name="T34" fmla="*/ 26 w 48"/>
                <a:gd name="T35" fmla="*/ 32 h 53"/>
                <a:gd name="T36" fmla="*/ 13 w 48"/>
                <a:gd name="T37" fmla="*/ 41 h 53"/>
                <a:gd name="T38" fmla="*/ 11 w 48"/>
                <a:gd name="T39" fmla="*/ 38 h 53"/>
                <a:gd name="T40" fmla="*/ 18 w 48"/>
                <a:gd name="T41" fmla="*/ 20 h 53"/>
                <a:gd name="T42" fmla="*/ 30 w 48"/>
                <a:gd name="T43" fmla="*/ 10 h 53"/>
                <a:gd name="T44" fmla="*/ 33 w 48"/>
                <a:gd name="T45" fmla="*/ 12 h 53"/>
                <a:gd name="T46" fmla="*/ 34 w 48"/>
                <a:gd name="T47" fmla="*/ 15 h 53"/>
                <a:gd name="T48" fmla="*/ 26 w 48"/>
                <a:gd name="T49" fmla="*/ 3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8" h="53">
                  <a:moveTo>
                    <a:pt x="41" y="53"/>
                  </a:moveTo>
                  <a:cubicBezTo>
                    <a:pt x="43" y="53"/>
                    <a:pt x="44" y="52"/>
                    <a:pt x="46" y="51"/>
                  </a:cubicBezTo>
                  <a:cubicBezTo>
                    <a:pt x="47" y="50"/>
                    <a:pt x="48" y="49"/>
                    <a:pt x="48" y="47"/>
                  </a:cubicBezTo>
                  <a:cubicBezTo>
                    <a:pt x="48" y="46"/>
                    <a:pt x="47" y="45"/>
                    <a:pt x="46" y="45"/>
                  </a:cubicBezTo>
                  <a:cubicBezTo>
                    <a:pt x="45" y="44"/>
                    <a:pt x="44" y="44"/>
                    <a:pt x="44" y="43"/>
                  </a:cubicBezTo>
                  <a:cubicBezTo>
                    <a:pt x="44" y="43"/>
                    <a:pt x="43" y="42"/>
                    <a:pt x="43" y="40"/>
                  </a:cubicBezTo>
                  <a:cubicBezTo>
                    <a:pt x="42" y="39"/>
                    <a:pt x="42" y="36"/>
                    <a:pt x="42" y="32"/>
                  </a:cubicBezTo>
                  <a:cubicBezTo>
                    <a:pt x="42" y="28"/>
                    <a:pt x="43" y="23"/>
                    <a:pt x="44" y="17"/>
                  </a:cubicBezTo>
                  <a:cubicBezTo>
                    <a:pt x="45" y="14"/>
                    <a:pt x="45" y="11"/>
                    <a:pt x="45" y="10"/>
                  </a:cubicBezTo>
                  <a:cubicBezTo>
                    <a:pt x="45" y="7"/>
                    <a:pt x="43" y="6"/>
                    <a:pt x="40" y="6"/>
                  </a:cubicBezTo>
                  <a:cubicBezTo>
                    <a:pt x="39" y="2"/>
                    <a:pt x="36" y="0"/>
                    <a:pt x="32" y="0"/>
                  </a:cubicBezTo>
                  <a:cubicBezTo>
                    <a:pt x="25" y="0"/>
                    <a:pt x="18" y="5"/>
                    <a:pt x="11" y="14"/>
                  </a:cubicBezTo>
                  <a:cubicBezTo>
                    <a:pt x="4" y="23"/>
                    <a:pt x="0" y="32"/>
                    <a:pt x="0" y="40"/>
                  </a:cubicBezTo>
                  <a:cubicBezTo>
                    <a:pt x="0" y="43"/>
                    <a:pt x="1" y="46"/>
                    <a:pt x="3" y="48"/>
                  </a:cubicBezTo>
                  <a:cubicBezTo>
                    <a:pt x="5" y="50"/>
                    <a:pt x="7" y="51"/>
                    <a:pt x="10" y="51"/>
                  </a:cubicBezTo>
                  <a:cubicBezTo>
                    <a:pt x="17" y="51"/>
                    <a:pt x="25" y="46"/>
                    <a:pt x="33" y="35"/>
                  </a:cubicBezTo>
                  <a:cubicBezTo>
                    <a:pt x="33" y="47"/>
                    <a:pt x="35" y="53"/>
                    <a:pt x="41" y="53"/>
                  </a:cubicBezTo>
                  <a:close/>
                  <a:moveTo>
                    <a:pt x="26" y="32"/>
                  </a:moveTo>
                  <a:cubicBezTo>
                    <a:pt x="21" y="38"/>
                    <a:pt x="16" y="41"/>
                    <a:pt x="13" y="41"/>
                  </a:cubicBezTo>
                  <a:cubicBezTo>
                    <a:pt x="12" y="41"/>
                    <a:pt x="11" y="40"/>
                    <a:pt x="11" y="38"/>
                  </a:cubicBezTo>
                  <a:cubicBezTo>
                    <a:pt x="11" y="33"/>
                    <a:pt x="14" y="27"/>
                    <a:pt x="18" y="20"/>
                  </a:cubicBezTo>
                  <a:cubicBezTo>
                    <a:pt x="23" y="14"/>
                    <a:pt x="27" y="10"/>
                    <a:pt x="30" y="10"/>
                  </a:cubicBezTo>
                  <a:cubicBezTo>
                    <a:pt x="31" y="10"/>
                    <a:pt x="32" y="11"/>
                    <a:pt x="33" y="12"/>
                  </a:cubicBezTo>
                  <a:cubicBezTo>
                    <a:pt x="33" y="12"/>
                    <a:pt x="34" y="14"/>
                    <a:pt x="34" y="15"/>
                  </a:cubicBezTo>
                  <a:cubicBezTo>
                    <a:pt x="34" y="20"/>
                    <a:pt x="31" y="25"/>
                    <a:pt x="26"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36"/>
            <p:cNvSpPr>
              <a:spLocks/>
            </p:cNvSpPr>
            <p:nvPr/>
          </p:nvSpPr>
          <p:spPr bwMode="auto">
            <a:xfrm>
              <a:off x="8074025" y="3063875"/>
              <a:ext cx="71438" cy="77788"/>
            </a:xfrm>
            <a:custGeom>
              <a:avLst/>
              <a:gdLst>
                <a:gd name="T0" fmla="*/ 44 w 47"/>
                <a:gd name="T1" fmla="*/ 49 h 51"/>
                <a:gd name="T2" fmla="*/ 47 w 47"/>
                <a:gd name="T3" fmla="*/ 46 h 51"/>
                <a:gd name="T4" fmla="*/ 45 w 47"/>
                <a:gd name="T5" fmla="*/ 44 h 51"/>
                <a:gd name="T6" fmla="*/ 41 w 47"/>
                <a:gd name="T7" fmla="*/ 30 h 51"/>
                <a:gd name="T8" fmla="*/ 44 w 47"/>
                <a:gd name="T9" fmla="*/ 12 h 51"/>
                <a:gd name="T10" fmla="*/ 45 w 47"/>
                <a:gd name="T11" fmla="*/ 9 h 51"/>
                <a:gd name="T12" fmla="*/ 40 w 47"/>
                <a:gd name="T13" fmla="*/ 4 h 51"/>
                <a:gd name="T14" fmla="*/ 36 w 47"/>
                <a:gd name="T15" fmla="*/ 6 h 51"/>
                <a:gd name="T16" fmla="*/ 32 w 47"/>
                <a:gd name="T17" fmla="*/ 16 h 51"/>
                <a:gd name="T18" fmla="*/ 23 w 47"/>
                <a:gd name="T19" fmla="*/ 32 h 51"/>
                <a:gd name="T20" fmla="*/ 13 w 47"/>
                <a:gd name="T21" fmla="*/ 39 h 51"/>
                <a:gd name="T22" fmla="*/ 10 w 47"/>
                <a:gd name="T23" fmla="*/ 33 h 51"/>
                <a:gd name="T24" fmla="*/ 12 w 47"/>
                <a:gd name="T25" fmla="*/ 25 h 51"/>
                <a:gd name="T26" fmla="*/ 14 w 47"/>
                <a:gd name="T27" fmla="*/ 15 h 51"/>
                <a:gd name="T28" fmla="*/ 17 w 47"/>
                <a:gd name="T29" fmla="*/ 6 h 51"/>
                <a:gd name="T30" fmla="*/ 15 w 47"/>
                <a:gd name="T31" fmla="*/ 2 h 51"/>
                <a:gd name="T32" fmla="*/ 11 w 47"/>
                <a:gd name="T33" fmla="*/ 0 h 51"/>
                <a:gd name="T34" fmla="*/ 5 w 47"/>
                <a:gd name="T35" fmla="*/ 4 h 51"/>
                <a:gd name="T36" fmla="*/ 3 w 47"/>
                <a:gd name="T37" fmla="*/ 18 h 51"/>
                <a:gd name="T38" fmla="*/ 0 w 47"/>
                <a:gd name="T39" fmla="*/ 34 h 51"/>
                <a:gd name="T40" fmla="*/ 4 w 47"/>
                <a:gd name="T41" fmla="*/ 46 h 51"/>
                <a:gd name="T42" fmla="*/ 11 w 47"/>
                <a:gd name="T43" fmla="*/ 49 h 51"/>
                <a:gd name="T44" fmla="*/ 22 w 47"/>
                <a:gd name="T45" fmla="*/ 45 h 51"/>
                <a:gd name="T46" fmla="*/ 33 w 47"/>
                <a:gd name="T47" fmla="*/ 32 h 51"/>
                <a:gd name="T48" fmla="*/ 34 w 47"/>
                <a:gd name="T49" fmla="*/ 46 h 51"/>
                <a:gd name="T50" fmla="*/ 40 w 47"/>
                <a:gd name="T51" fmla="*/ 51 h 51"/>
                <a:gd name="T52" fmla="*/ 44 w 47"/>
                <a:gd name="T53" fmla="*/ 4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7" h="51">
                  <a:moveTo>
                    <a:pt x="44" y="49"/>
                  </a:moveTo>
                  <a:cubicBezTo>
                    <a:pt x="46" y="48"/>
                    <a:pt x="47" y="47"/>
                    <a:pt x="47" y="46"/>
                  </a:cubicBezTo>
                  <a:cubicBezTo>
                    <a:pt x="47" y="45"/>
                    <a:pt x="46" y="45"/>
                    <a:pt x="45" y="44"/>
                  </a:cubicBezTo>
                  <a:cubicBezTo>
                    <a:pt x="43" y="43"/>
                    <a:pt x="41" y="38"/>
                    <a:pt x="41" y="30"/>
                  </a:cubicBezTo>
                  <a:cubicBezTo>
                    <a:pt x="41" y="23"/>
                    <a:pt x="42" y="17"/>
                    <a:pt x="44" y="12"/>
                  </a:cubicBezTo>
                  <a:cubicBezTo>
                    <a:pt x="45" y="10"/>
                    <a:pt x="45" y="9"/>
                    <a:pt x="45" y="9"/>
                  </a:cubicBezTo>
                  <a:cubicBezTo>
                    <a:pt x="45" y="5"/>
                    <a:pt x="43" y="4"/>
                    <a:pt x="40" y="4"/>
                  </a:cubicBezTo>
                  <a:cubicBezTo>
                    <a:pt x="38" y="4"/>
                    <a:pt x="37" y="4"/>
                    <a:pt x="36" y="6"/>
                  </a:cubicBezTo>
                  <a:cubicBezTo>
                    <a:pt x="35" y="8"/>
                    <a:pt x="33" y="11"/>
                    <a:pt x="32" y="16"/>
                  </a:cubicBezTo>
                  <a:cubicBezTo>
                    <a:pt x="31" y="22"/>
                    <a:pt x="28" y="27"/>
                    <a:pt x="23" y="32"/>
                  </a:cubicBezTo>
                  <a:cubicBezTo>
                    <a:pt x="19" y="37"/>
                    <a:pt x="15" y="39"/>
                    <a:pt x="13" y="39"/>
                  </a:cubicBezTo>
                  <a:cubicBezTo>
                    <a:pt x="11" y="39"/>
                    <a:pt x="10" y="37"/>
                    <a:pt x="10" y="33"/>
                  </a:cubicBezTo>
                  <a:cubicBezTo>
                    <a:pt x="10" y="32"/>
                    <a:pt x="11" y="29"/>
                    <a:pt x="12" y="25"/>
                  </a:cubicBezTo>
                  <a:cubicBezTo>
                    <a:pt x="13" y="21"/>
                    <a:pt x="13" y="17"/>
                    <a:pt x="14" y="15"/>
                  </a:cubicBezTo>
                  <a:cubicBezTo>
                    <a:pt x="16" y="11"/>
                    <a:pt x="17" y="8"/>
                    <a:pt x="17" y="6"/>
                  </a:cubicBezTo>
                  <a:cubicBezTo>
                    <a:pt x="17" y="5"/>
                    <a:pt x="16" y="3"/>
                    <a:pt x="15" y="2"/>
                  </a:cubicBezTo>
                  <a:cubicBezTo>
                    <a:pt x="14" y="1"/>
                    <a:pt x="13" y="0"/>
                    <a:pt x="11" y="0"/>
                  </a:cubicBezTo>
                  <a:cubicBezTo>
                    <a:pt x="8" y="0"/>
                    <a:pt x="6" y="2"/>
                    <a:pt x="5" y="4"/>
                  </a:cubicBezTo>
                  <a:cubicBezTo>
                    <a:pt x="5" y="7"/>
                    <a:pt x="4" y="12"/>
                    <a:pt x="3" y="18"/>
                  </a:cubicBezTo>
                  <a:cubicBezTo>
                    <a:pt x="1" y="25"/>
                    <a:pt x="0" y="31"/>
                    <a:pt x="0" y="34"/>
                  </a:cubicBezTo>
                  <a:cubicBezTo>
                    <a:pt x="0" y="39"/>
                    <a:pt x="1" y="43"/>
                    <a:pt x="4" y="46"/>
                  </a:cubicBezTo>
                  <a:cubicBezTo>
                    <a:pt x="6" y="48"/>
                    <a:pt x="8" y="49"/>
                    <a:pt x="11" y="49"/>
                  </a:cubicBezTo>
                  <a:cubicBezTo>
                    <a:pt x="15" y="49"/>
                    <a:pt x="19" y="48"/>
                    <a:pt x="22" y="45"/>
                  </a:cubicBezTo>
                  <a:cubicBezTo>
                    <a:pt x="26" y="42"/>
                    <a:pt x="30" y="37"/>
                    <a:pt x="33" y="32"/>
                  </a:cubicBezTo>
                  <a:cubicBezTo>
                    <a:pt x="33" y="38"/>
                    <a:pt x="33" y="42"/>
                    <a:pt x="34" y="46"/>
                  </a:cubicBezTo>
                  <a:cubicBezTo>
                    <a:pt x="36" y="49"/>
                    <a:pt x="38" y="51"/>
                    <a:pt x="40" y="51"/>
                  </a:cubicBezTo>
                  <a:cubicBezTo>
                    <a:pt x="41" y="51"/>
                    <a:pt x="43" y="50"/>
                    <a:pt x="44"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37"/>
            <p:cNvSpPr>
              <a:spLocks/>
            </p:cNvSpPr>
            <p:nvPr/>
          </p:nvSpPr>
          <p:spPr bwMode="auto">
            <a:xfrm>
              <a:off x="8153400" y="3057525"/>
              <a:ext cx="58738" cy="85725"/>
            </a:xfrm>
            <a:custGeom>
              <a:avLst/>
              <a:gdLst>
                <a:gd name="T0" fmla="*/ 20 w 38"/>
                <a:gd name="T1" fmla="*/ 45 h 56"/>
                <a:gd name="T2" fmla="*/ 11 w 38"/>
                <a:gd name="T3" fmla="*/ 46 h 56"/>
                <a:gd name="T4" fmla="*/ 8 w 38"/>
                <a:gd name="T5" fmla="*/ 45 h 56"/>
                <a:gd name="T6" fmla="*/ 5 w 38"/>
                <a:gd name="T7" fmla="*/ 45 h 56"/>
                <a:gd name="T8" fmla="*/ 2 w 38"/>
                <a:gd name="T9" fmla="*/ 46 h 56"/>
                <a:gd name="T10" fmla="*/ 0 w 38"/>
                <a:gd name="T11" fmla="*/ 50 h 56"/>
                <a:gd name="T12" fmla="*/ 8 w 38"/>
                <a:gd name="T13" fmla="*/ 56 h 56"/>
                <a:gd name="T14" fmla="*/ 28 w 38"/>
                <a:gd name="T15" fmla="*/ 51 h 56"/>
                <a:gd name="T16" fmla="*/ 37 w 38"/>
                <a:gd name="T17" fmla="*/ 40 h 56"/>
                <a:gd name="T18" fmla="*/ 35 w 38"/>
                <a:gd name="T19" fmla="*/ 34 h 56"/>
                <a:gd name="T20" fmla="*/ 24 w 38"/>
                <a:gd name="T21" fmla="*/ 27 h 56"/>
                <a:gd name="T22" fmla="*/ 17 w 38"/>
                <a:gd name="T23" fmla="*/ 23 h 56"/>
                <a:gd name="T24" fmla="*/ 16 w 38"/>
                <a:gd name="T25" fmla="*/ 19 h 56"/>
                <a:gd name="T26" fmla="*/ 20 w 38"/>
                <a:gd name="T27" fmla="*/ 13 h 56"/>
                <a:gd name="T28" fmla="*/ 29 w 38"/>
                <a:gd name="T29" fmla="*/ 10 h 56"/>
                <a:gd name="T30" fmla="*/ 31 w 38"/>
                <a:gd name="T31" fmla="*/ 11 h 56"/>
                <a:gd name="T32" fmla="*/ 33 w 38"/>
                <a:gd name="T33" fmla="*/ 11 h 56"/>
                <a:gd name="T34" fmla="*/ 36 w 38"/>
                <a:gd name="T35" fmla="*/ 10 h 56"/>
                <a:gd name="T36" fmla="*/ 38 w 38"/>
                <a:gd name="T37" fmla="*/ 7 h 56"/>
                <a:gd name="T38" fmla="*/ 30 w 38"/>
                <a:gd name="T39" fmla="*/ 0 h 56"/>
                <a:gd name="T40" fmla="*/ 13 w 38"/>
                <a:gd name="T41" fmla="*/ 6 h 56"/>
                <a:gd name="T42" fmla="*/ 4 w 38"/>
                <a:gd name="T43" fmla="*/ 20 h 56"/>
                <a:gd name="T44" fmla="*/ 7 w 38"/>
                <a:gd name="T45" fmla="*/ 27 h 56"/>
                <a:gd name="T46" fmla="*/ 19 w 38"/>
                <a:gd name="T47" fmla="*/ 35 h 56"/>
                <a:gd name="T48" fmla="*/ 27 w 38"/>
                <a:gd name="T49" fmla="*/ 41 h 56"/>
                <a:gd name="T50" fmla="*/ 20 w 38"/>
                <a:gd name="T51" fmla="*/ 4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8" h="56">
                  <a:moveTo>
                    <a:pt x="20" y="45"/>
                  </a:moveTo>
                  <a:cubicBezTo>
                    <a:pt x="17" y="45"/>
                    <a:pt x="14" y="46"/>
                    <a:pt x="11" y="46"/>
                  </a:cubicBezTo>
                  <a:cubicBezTo>
                    <a:pt x="10" y="46"/>
                    <a:pt x="9" y="46"/>
                    <a:pt x="8" y="45"/>
                  </a:cubicBezTo>
                  <a:cubicBezTo>
                    <a:pt x="7" y="45"/>
                    <a:pt x="6" y="45"/>
                    <a:pt x="5" y="45"/>
                  </a:cubicBezTo>
                  <a:cubicBezTo>
                    <a:pt x="4" y="45"/>
                    <a:pt x="3" y="45"/>
                    <a:pt x="2" y="46"/>
                  </a:cubicBezTo>
                  <a:cubicBezTo>
                    <a:pt x="0" y="47"/>
                    <a:pt x="0" y="48"/>
                    <a:pt x="0" y="50"/>
                  </a:cubicBezTo>
                  <a:cubicBezTo>
                    <a:pt x="0" y="54"/>
                    <a:pt x="3" y="56"/>
                    <a:pt x="8" y="56"/>
                  </a:cubicBezTo>
                  <a:cubicBezTo>
                    <a:pt x="16" y="56"/>
                    <a:pt x="22" y="54"/>
                    <a:pt x="28" y="51"/>
                  </a:cubicBezTo>
                  <a:cubicBezTo>
                    <a:pt x="34" y="48"/>
                    <a:pt x="37" y="45"/>
                    <a:pt x="37" y="40"/>
                  </a:cubicBezTo>
                  <a:cubicBezTo>
                    <a:pt x="37" y="38"/>
                    <a:pt x="36" y="36"/>
                    <a:pt x="35" y="34"/>
                  </a:cubicBezTo>
                  <a:cubicBezTo>
                    <a:pt x="33" y="32"/>
                    <a:pt x="30" y="29"/>
                    <a:pt x="24" y="27"/>
                  </a:cubicBezTo>
                  <a:cubicBezTo>
                    <a:pt x="21" y="25"/>
                    <a:pt x="18" y="24"/>
                    <a:pt x="17" y="23"/>
                  </a:cubicBezTo>
                  <a:cubicBezTo>
                    <a:pt x="16" y="22"/>
                    <a:pt x="16" y="20"/>
                    <a:pt x="16" y="19"/>
                  </a:cubicBezTo>
                  <a:cubicBezTo>
                    <a:pt x="16" y="17"/>
                    <a:pt x="17" y="15"/>
                    <a:pt x="20" y="13"/>
                  </a:cubicBezTo>
                  <a:cubicBezTo>
                    <a:pt x="24" y="11"/>
                    <a:pt x="27" y="10"/>
                    <a:pt x="29" y="10"/>
                  </a:cubicBezTo>
                  <a:cubicBezTo>
                    <a:pt x="30" y="10"/>
                    <a:pt x="30" y="10"/>
                    <a:pt x="31" y="11"/>
                  </a:cubicBezTo>
                  <a:cubicBezTo>
                    <a:pt x="32" y="11"/>
                    <a:pt x="33" y="11"/>
                    <a:pt x="33" y="11"/>
                  </a:cubicBezTo>
                  <a:cubicBezTo>
                    <a:pt x="34" y="11"/>
                    <a:pt x="35" y="11"/>
                    <a:pt x="36" y="10"/>
                  </a:cubicBezTo>
                  <a:cubicBezTo>
                    <a:pt x="37" y="9"/>
                    <a:pt x="38" y="8"/>
                    <a:pt x="38" y="7"/>
                  </a:cubicBezTo>
                  <a:cubicBezTo>
                    <a:pt x="38" y="2"/>
                    <a:pt x="35" y="0"/>
                    <a:pt x="30" y="0"/>
                  </a:cubicBezTo>
                  <a:cubicBezTo>
                    <a:pt x="25" y="0"/>
                    <a:pt x="19" y="2"/>
                    <a:pt x="13" y="6"/>
                  </a:cubicBezTo>
                  <a:cubicBezTo>
                    <a:pt x="7" y="10"/>
                    <a:pt x="4" y="15"/>
                    <a:pt x="4" y="20"/>
                  </a:cubicBezTo>
                  <a:cubicBezTo>
                    <a:pt x="4" y="23"/>
                    <a:pt x="5" y="25"/>
                    <a:pt x="7" y="27"/>
                  </a:cubicBezTo>
                  <a:cubicBezTo>
                    <a:pt x="9" y="30"/>
                    <a:pt x="13" y="32"/>
                    <a:pt x="19" y="35"/>
                  </a:cubicBezTo>
                  <a:cubicBezTo>
                    <a:pt x="24" y="37"/>
                    <a:pt x="27" y="40"/>
                    <a:pt x="27" y="41"/>
                  </a:cubicBezTo>
                  <a:cubicBezTo>
                    <a:pt x="26" y="42"/>
                    <a:pt x="24" y="44"/>
                    <a:pt x="20"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38"/>
            <p:cNvSpPr>
              <a:spLocks/>
            </p:cNvSpPr>
            <p:nvPr/>
          </p:nvSpPr>
          <p:spPr bwMode="auto">
            <a:xfrm>
              <a:off x="8216900" y="3036888"/>
              <a:ext cx="68263" cy="104775"/>
            </a:xfrm>
            <a:custGeom>
              <a:avLst/>
              <a:gdLst>
                <a:gd name="T0" fmla="*/ 22 w 45"/>
                <a:gd name="T1" fmla="*/ 29 h 68"/>
                <a:gd name="T2" fmla="*/ 38 w 45"/>
                <a:gd name="T3" fmla="*/ 26 h 68"/>
                <a:gd name="T4" fmla="*/ 45 w 45"/>
                <a:gd name="T5" fmla="*/ 21 h 68"/>
                <a:gd name="T6" fmla="*/ 44 w 45"/>
                <a:gd name="T7" fmla="*/ 18 h 68"/>
                <a:gd name="T8" fmla="*/ 41 w 45"/>
                <a:gd name="T9" fmla="*/ 18 h 68"/>
                <a:gd name="T10" fmla="*/ 25 w 45"/>
                <a:gd name="T11" fmla="*/ 19 h 68"/>
                <a:gd name="T12" fmla="*/ 29 w 45"/>
                <a:gd name="T13" fmla="*/ 5 h 68"/>
                <a:gd name="T14" fmla="*/ 27 w 45"/>
                <a:gd name="T15" fmla="*/ 1 h 68"/>
                <a:gd name="T16" fmla="*/ 23 w 45"/>
                <a:gd name="T17" fmla="*/ 0 h 68"/>
                <a:gd name="T18" fmla="*/ 18 w 45"/>
                <a:gd name="T19" fmla="*/ 5 h 68"/>
                <a:gd name="T20" fmla="*/ 14 w 45"/>
                <a:gd name="T21" fmla="*/ 20 h 68"/>
                <a:gd name="T22" fmla="*/ 4 w 45"/>
                <a:gd name="T23" fmla="*/ 20 h 68"/>
                <a:gd name="T24" fmla="*/ 0 w 45"/>
                <a:gd name="T25" fmla="*/ 24 h 68"/>
                <a:gd name="T26" fmla="*/ 2 w 45"/>
                <a:gd name="T27" fmla="*/ 28 h 68"/>
                <a:gd name="T28" fmla="*/ 6 w 45"/>
                <a:gd name="T29" fmla="*/ 30 h 68"/>
                <a:gd name="T30" fmla="*/ 7 w 45"/>
                <a:gd name="T31" fmla="*/ 30 h 68"/>
                <a:gd name="T32" fmla="*/ 11 w 45"/>
                <a:gd name="T33" fmla="*/ 29 h 68"/>
                <a:gd name="T34" fmla="*/ 6 w 45"/>
                <a:gd name="T35" fmla="*/ 54 h 68"/>
                <a:gd name="T36" fmla="*/ 10 w 45"/>
                <a:gd name="T37" fmla="*/ 64 h 68"/>
                <a:gd name="T38" fmla="*/ 19 w 45"/>
                <a:gd name="T39" fmla="*/ 68 h 68"/>
                <a:gd name="T40" fmla="*/ 32 w 45"/>
                <a:gd name="T41" fmla="*/ 63 h 68"/>
                <a:gd name="T42" fmla="*/ 39 w 45"/>
                <a:gd name="T43" fmla="*/ 54 h 68"/>
                <a:gd name="T44" fmla="*/ 38 w 45"/>
                <a:gd name="T45" fmla="*/ 52 h 68"/>
                <a:gd name="T46" fmla="*/ 36 w 45"/>
                <a:gd name="T47" fmla="*/ 51 h 68"/>
                <a:gd name="T48" fmla="*/ 32 w 45"/>
                <a:gd name="T49" fmla="*/ 53 h 68"/>
                <a:gd name="T50" fmla="*/ 26 w 45"/>
                <a:gd name="T51" fmla="*/ 57 h 68"/>
                <a:gd name="T52" fmla="*/ 21 w 45"/>
                <a:gd name="T53" fmla="*/ 58 h 68"/>
                <a:gd name="T54" fmla="*/ 18 w 45"/>
                <a:gd name="T55" fmla="*/ 56 h 68"/>
                <a:gd name="T56" fmla="*/ 17 w 45"/>
                <a:gd name="T57" fmla="*/ 51 h 68"/>
                <a:gd name="T58" fmla="*/ 20 w 45"/>
                <a:gd name="T59" fmla="*/ 39 h 68"/>
                <a:gd name="T60" fmla="*/ 22 w 45"/>
                <a:gd name="T61" fmla="*/ 2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5" h="68">
                  <a:moveTo>
                    <a:pt x="22" y="29"/>
                  </a:moveTo>
                  <a:cubicBezTo>
                    <a:pt x="38" y="26"/>
                    <a:pt x="38" y="26"/>
                    <a:pt x="38" y="26"/>
                  </a:cubicBezTo>
                  <a:cubicBezTo>
                    <a:pt x="42" y="25"/>
                    <a:pt x="45" y="24"/>
                    <a:pt x="45" y="21"/>
                  </a:cubicBezTo>
                  <a:cubicBezTo>
                    <a:pt x="45" y="20"/>
                    <a:pt x="45" y="19"/>
                    <a:pt x="44" y="18"/>
                  </a:cubicBezTo>
                  <a:cubicBezTo>
                    <a:pt x="43" y="18"/>
                    <a:pt x="42" y="18"/>
                    <a:pt x="41" y="18"/>
                  </a:cubicBezTo>
                  <a:cubicBezTo>
                    <a:pt x="40" y="18"/>
                    <a:pt x="35" y="18"/>
                    <a:pt x="25" y="19"/>
                  </a:cubicBezTo>
                  <a:cubicBezTo>
                    <a:pt x="28" y="10"/>
                    <a:pt x="29" y="5"/>
                    <a:pt x="29" y="5"/>
                  </a:cubicBezTo>
                  <a:cubicBezTo>
                    <a:pt x="29" y="3"/>
                    <a:pt x="28" y="2"/>
                    <a:pt x="27" y="1"/>
                  </a:cubicBezTo>
                  <a:cubicBezTo>
                    <a:pt x="26" y="0"/>
                    <a:pt x="25" y="0"/>
                    <a:pt x="23" y="0"/>
                  </a:cubicBezTo>
                  <a:cubicBezTo>
                    <a:pt x="20" y="0"/>
                    <a:pt x="19" y="2"/>
                    <a:pt x="18" y="5"/>
                  </a:cubicBezTo>
                  <a:cubicBezTo>
                    <a:pt x="16" y="11"/>
                    <a:pt x="15" y="16"/>
                    <a:pt x="14" y="20"/>
                  </a:cubicBezTo>
                  <a:cubicBezTo>
                    <a:pt x="4" y="20"/>
                    <a:pt x="4" y="20"/>
                    <a:pt x="4" y="20"/>
                  </a:cubicBezTo>
                  <a:cubicBezTo>
                    <a:pt x="1" y="20"/>
                    <a:pt x="0" y="21"/>
                    <a:pt x="0" y="24"/>
                  </a:cubicBezTo>
                  <a:cubicBezTo>
                    <a:pt x="0" y="26"/>
                    <a:pt x="0" y="27"/>
                    <a:pt x="2" y="28"/>
                  </a:cubicBezTo>
                  <a:cubicBezTo>
                    <a:pt x="3" y="29"/>
                    <a:pt x="5" y="30"/>
                    <a:pt x="6" y="30"/>
                  </a:cubicBezTo>
                  <a:cubicBezTo>
                    <a:pt x="7" y="30"/>
                    <a:pt x="7" y="30"/>
                    <a:pt x="7" y="30"/>
                  </a:cubicBezTo>
                  <a:cubicBezTo>
                    <a:pt x="8" y="30"/>
                    <a:pt x="9" y="30"/>
                    <a:pt x="11" y="29"/>
                  </a:cubicBezTo>
                  <a:cubicBezTo>
                    <a:pt x="8" y="42"/>
                    <a:pt x="6" y="50"/>
                    <a:pt x="6" y="54"/>
                  </a:cubicBezTo>
                  <a:cubicBezTo>
                    <a:pt x="6" y="58"/>
                    <a:pt x="7" y="62"/>
                    <a:pt x="10" y="64"/>
                  </a:cubicBezTo>
                  <a:cubicBezTo>
                    <a:pt x="12" y="67"/>
                    <a:pt x="15" y="68"/>
                    <a:pt x="19" y="68"/>
                  </a:cubicBezTo>
                  <a:cubicBezTo>
                    <a:pt x="24" y="68"/>
                    <a:pt x="28" y="66"/>
                    <a:pt x="32" y="63"/>
                  </a:cubicBezTo>
                  <a:cubicBezTo>
                    <a:pt x="37" y="59"/>
                    <a:pt x="39" y="56"/>
                    <a:pt x="39" y="54"/>
                  </a:cubicBezTo>
                  <a:cubicBezTo>
                    <a:pt x="39" y="53"/>
                    <a:pt x="39" y="52"/>
                    <a:pt x="38" y="52"/>
                  </a:cubicBezTo>
                  <a:cubicBezTo>
                    <a:pt x="38" y="51"/>
                    <a:pt x="37" y="51"/>
                    <a:pt x="36" y="51"/>
                  </a:cubicBezTo>
                  <a:cubicBezTo>
                    <a:pt x="35" y="51"/>
                    <a:pt x="34" y="52"/>
                    <a:pt x="32" y="53"/>
                  </a:cubicBezTo>
                  <a:cubicBezTo>
                    <a:pt x="29" y="55"/>
                    <a:pt x="27" y="56"/>
                    <a:pt x="26" y="57"/>
                  </a:cubicBezTo>
                  <a:cubicBezTo>
                    <a:pt x="24" y="58"/>
                    <a:pt x="23" y="58"/>
                    <a:pt x="21" y="58"/>
                  </a:cubicBezTo>
                  <a:cubicBezTo>
                    <a:pt x="20" y="58"/>
                    <a:pt x="19" y="57"/>
                    <a:pt x="18" y="56"/>
                  </a:cubicBezTo>
                  <a:cubicBezTo>
                    <a:pt x="18" y="55"/>
                    <a:pt x="17" y="54"/>
                    <a:pt x="17" y="51"/>
                  </a:cubicBezTo>
                  <a:cubicBezTo>
                    <a:pt x="17" y="50"/>
                    <a:pt x="18" y="46"/>
                    <a:pt x="20" y="39"/>
                  </a:cubicBezTo>
                  <a:cubicBezTo>
                    <a:pt x="21" y="32"/>
                    <a:pt x="22" y="29"/>
                    <a:pt x="22"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39"/>
            <p:cNvSpPr>
              <a:spLocks/>
            </p:cNvSpPr>
            <p:nvPr/>
          </p:nvSpPr>
          <p:spPr bwMode="auto">
            <a:xfrm>
              <a:off x="8288338" y="3065463"/>
              <a:ext cx="25400" cy="76200"/>
            </a:xfrm>
            <a:custGeom>
              <a:avLst/>
              <a:gdLst>
                <a:gd name="T0" fmla="*/ 3 w 17"/>
                <a:gd name="T1" fmla="*/ 22 h 50"/>
                <a:gd name="T2" fmla="*/ 0 w 17"/>
                <a:gd name="T3" fmla="*/ 41 h 50"/>
                <a:gd name="T4" fmla="*/ 6 w 17"/>
                <a:gd name="T5" fmla="*/ 50 h 50"/>
                <a:gd name="T6" fmla="*/ 11 w 17"/>
                <a:gd name="T7" fmla="*/ 48 h 50"/>
                <a:gd name="T8" fmla="*/ 13 w 17"/>
                <a:gd name="T9" fmla="*/ 45 h 50"/>
                <a:gd name="T10" fmla="*/ 12 w 17"/>
                <a:gd name="T11" fmla="*/ 44 h 50"/>
                <a:gd name="T12" fmla="*/ 12 w 17"/>
                <a:gd name="T13" fmla="*/ 37 h 50"/>
                <a:gd name="T14" fmla="*/ 12 w 17"/>
                <a:gd name="T15" fmla="*/ 28 h 50"/>
                <a:gd name="T16" fmla="*/ 15 w 17"/>
                <a:gd name="T17" fmla="*/ 13 h 50"/>
                <a:gd name="T18" fmla="*/ 15 w 17"/>
                <a:gd name="T19" fmla="*/ 12 h 50"/>
                <a:gd name="T20" fmla="*/ 17 w 17"/>
                <a:gd name="T21" fmla="*/ 5 h 50"/>
                <a:gd name="T22" fmla="*/ 15 w 17"/>
                <a:gd name="T23" fmla="*/ 2 h 50"/>
                <a:gd name="T24" fmla="*/ 10 w 17"/>
                <a:gd name="T25" fmla="*/ 0 h 50"/>
                <a:gd name="T26" fmla="*/ 6 w 17"/>
                <a:gd name="T27" fmla="*/ 2 h 50"/>
                <a:gd name="T28" fmla="*/ 5 w 17"/>
                <a:gd name="T29" fmla="*/ 8 h 50"/>
                <a:gd name="T30" fmla="*/ 3 w 17"/>
                <a:gd name="T31" fmla="*/ 18 h 50"/>
                <a:gd name="T32" fmla="*/ 3 w 17"/>
                <a:gd name="T33" fmla="*/ 17 h 50"/>
                <a:gd name="T34" fmla="*/ 3 w 17"/>
                <a:gd name="T35" fmla="*/ 2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50">
                  <a:moveTo>
                    <a:pt x="3" y="22"/>
                  </a:moveTo>
                  <a:cubicBezTo>
                    <a:pt x="1" y="30"/>
                    <a:pt x="0" y="36"/>
                    <a:pt x="0" y="41"/>
                  </a:cubicBezTo>
                  <a:cubicBezTo>
                    <a:pt x="0" y="47"/>
                    <a:pt x="2" y="50"/>
                    <a:pt x="6" y="50"/>
                  </a:cubicBezTo>
                  <a:cubicBezTo>
                    <a:pt x="8" y="50"/>
                    <a:pt x="9" y="49"/>
                    <a:pt x="11" y="48"/>
                  </a:cubicBezTo>
                  <a:cubicBezTo>
                    <a:pt x="12" y="47"/>
                    <a:pt x="13" y="46"/>
                    <a:pt x="13" y="45"/>
                  </a:cubicBezTo>
                  <a:cubicBezTo>
                    <a:pt x="13" y="45"/>
                    <a:pt x="13" y="45"/>
                    <a:pt x="12" y="44"/>
                  </a:cubicBezTo>
                  <a:cubicBezTo>
                    <a:pt x="12" y="41"/>
                    <a:pt x="12" y="39"/>
                    <a:pt x="12" y="37"/>
                  </a:cubicBezTo>
                  <a:cubicBezTo>
                    <a:pt x="12" y="34"/>
                    <a:pt x="12" y="31"/>
                    <a:pt x="12" y="28"/>
                  </a:cubicBezTo>
                  <a:cubicBezTo>
                    <a:pt x="12" y="24"/>
                    <a:pt x="13" y="19"/>
                    <a:pt x="15" y="13"/>
                  </a:cubicBezTo>
                  <a:cubicBezTo>
                    <a:pt x="15" y="12"/>
                    <a:pt x="15" y="12"/>
                    <a:pt x="15" y="12"/>
                  </a:cubicBezTo>
                  <a:cubicBezTo>
                    <a:pt x="16" y="9"/>
                    <a:pt x="17" y="6"/>
                    <a:pt x="17" y="5"/>
                  </a:cubicBezTo>
                  <a:cubicBezTo>
                    <a:pt x="17" y="4"/>
                    <a:pt x="16" y="3"/>
                    <a:pt x="15" y="2"/>
                  </a:cubicBezTo>
                  <a:cubicBezTo>
                    <a:pt x="14" y="1"/>
                    <a:pt x="13" y="0"/>
                    <a:pt x="10" y="0"/>
                  </a:cubicBezTo>
                  <a:cubicBezTo>
                    <a:pt x="9" y="0"/>
                    <a:pt x="7" y="1"/>
                    <a:pt x="6" y="2"/>
                  </a:cubicBezTo>
                  <a:cubicBezTo>
                    <a:pt x="5" y="4"/>
                    <a:pt x="5" y="6"/>
                    <a:pt x="5" y="8"/>
                  </a:cubicBezTo>
                  <a:cubicBezTo>
                    <a:pt x="5" y="9"/>
                    <a:pt x="4" y="12"/>
                    <a:pt x="3" y="18"/>
                  </a:cubicBezTo>
                  <a:cubicBezTo>
                    <a:pt x="3" y="17"/>
                    <a:pt x="3" y="17"/>
                    <a:pt x="3" y="17"/>
                  </a:cubicBezTo>
                  <a:cubicBezTo>
                    <a:pt x="3" y="19"/>
                    <a:pt x="3" y="20"/>
                    <a:pt x="3"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40"/>
            <p:cNvSpPr>
              <a:spLocks/>
            </p:cNvSpPr>
            <p:nvPr/>
          </p:nvSpPr>
          <p:spPr bwMode="auto">
            <a:xfrm>
              <a:off x="8304213" y="3025775"/>
              <a:ext cx="22225" cy="20638"/>
            </a:xfrm>
            <a:custGeom>
              <a:avLst/>
              <a:gdLst>
                <a:gd name="T0" fmla="*/ 13 w 15"/>
                <a:gd name="T1" fmla="*/ 2 h 14"/>
                <a:gd name="T2" fmla="*/ 9 w 15"/>
                <a:gd name="T3" fmla="*/ 0 h 14"/>
                <a:gd name="T4" fmla="*/ 3 w 15"/>
                <a:gd name="T5" fmla="*/ 2 h 14"/>
                <a:gd name="T6" fmla="*/ 0 w 15"/>
                <a:gd name="T7" fmla="*/ 7 h 14"/>
                <a:gd name="T8" fmla="*/ 3 w 15"/>
                <a:gd name="T9" fmla="*/ 12 h 14"/>
                <a:gd name="T10" fmla="*/ 7 w 15"/>
                <a:gd name="T11" fmla="*/ 14 h 14"/>
                <a:gd name="T12" fmla="*/ 12 w 15"/>
                <a:gd name="T13" fmla="*/ 12 h 14"/>
                <a:gd name="T14" fmla="*/ 15 w 15"/>
                <a:gd name="T15" fmla="*/ 6 h 14"/>
                <a:gd name="T16" fmla="*/ 13 w 15"/>
                <a:gd name="T17"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4">
                  <a:moveTo>
                    <a:pt x="13" y="2"/>
                  </a:moveTo>
                  <a:cubicBezTo>
                    <a:pt x="12" y="1"/>
                    <a:pt x="11" y="0"/>
                    <a:pt x="9" y="0"/>
                  </a:cubicBezTo>
                  <a:cubicBezTo>
                    <a:pt x="6" y="0"/>
                    <a:pt x="4" y="1"/>
                    <a:pt x="3" y="2"/>
                  </a:cubicBezTo>
                  <a:cubicBezTo>
                    <a:pt x="1" y="3"/>
                    <a:pt x="0" y="5"/>
                    <a:pt x="0" y="7"/>
                  </a:cubicBezTo>
                  <a:cubicBezTo>
                    <a:pt x="0" y="9"/>
                    <a:pt x="1" y="10"/>
                    <a:pt x="3" y="12"/>
                  </a:cubicBezTo>
                  <a:cubicBezTo>
                    <a:pt x="4" y="13"/>
                    <a:pt x="6" y="14"/>
                    <a:pt x="7" y="14"/>
                  </a:cubicBezTo>
                  <a:cubicBezTo>
                    <a:pt x="9" y="14"/>
                    <a:pt x="11" y="13"/>
                    <a:pt x="12" y="12"/>
                  </a:cubicBezTo>
                  <a:cubicBezTo>
                    <a:pt x="14" y="10"/>
                    <a:pt x="15" y="8"/>
                    <a:pt x="15" y="6"/>
                  </a:cubicBezTo>
                  <a:cubicBezTo>
                    <a:pt x="15" y="4"/>
                    <a:pt x="15" y="3"/>
                    <a:pt x="1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41"/>
            <p:cNvSpPr>
              <a:spLocks noEditPoints="1"/>
            </p:cNvSpPr>
            <p:nvPr/>
          </p:nvSpPr>
          <p:spPr bwMode="auto">
            <a:xfrm>
              <a:off x="8328025" y="3062288"/>
              <a:ext cx="68263" cy="79375"/>
            </a:xfrm>
            <a:custGeom>
              <a:avLst/>
              <a:gdLst>
                <a:gd name="T0" fmla="*/ 44 w 45"/>
                <a:gd name="T1" fmla="*/ 27 h 52"/>
                <a:gd name="T2" fmla="*/ 45 w 45"/>
                <a:gd name="T3" fmla="*/ 20 h 52"/>
                <a:gd name="T4" fmla="*/ 40 w 45"/>
                <a:gd name="T5" fmla="*/ 6 h 52"/>
                <a:gd name="T6" fmla="*/ 27 w 45"/>
                <a:gd name="T7" fmla="*/ 0 h 52"/>
                <a:gd name="T8" fmla="*/ 8 w 45"/>
                <a:gd name="T9" fmla="*/ 12 h 52"/>
                <a:gd name="T10" fmla="*/ 0 w 45"/>
                <a:gd name="T11" fmla="*/ 35 h 52"/>
                <a:gd name="T12" fmla="*/ 4 w 45"/>
                <a:gd name="T13" fmla="*/ 47 h 52"/>
                <a:gd name="T14" fmla="*/ 15 w 45"/>
                <a:gd name="T15" fmla="*/ 52 h 52"/>
                <a:gd name="T16" fmla="*/ 32 w 45"/>
                <a:gd name="T17" fmla="*/ 45 h 52"/>
                <a:gd name="T18" fmla="*/ 44 w 45"/>
                <a:gd name="T19" fmla="*/ 27 h 52"/>
                <a:gd name="T20" fmla="*/ 28 w 45"/>
                <a:gd name="T21" fmla="*/ 36 h 52"/>
                <a:gd name="T22" fmla="*/ 16 w 45"/>
                <a:gd name="T23" fmla="*/ 42 h 52"/>
                <a:gd name="T24" fmla="*/ 12 w 45"/>
                <a:gd name="T25" fmla="*/ 40 h 52"/>
                <a:gd name="T26" fmla="*/ 11 w 45"/>
                <a:gd name="T27" fmla="*/ 34 h 52"/>
                <a:gd name="T28" fmla="*/ 14 w 45"/>
                <a:gd name="T29" fmla="*/ 21 h 52"/>
                <a:gd name="T30" fmla="*/ 20 w 45"/>
                <a:gd name="T31" fmla="*/ 12 h 52"/>
                <a:gd name="T32" fmla="*/ 20 w 45"/>
                <a:gd name="T33" fmla="*/ 12 h 52"/>
                <a:gd name="T34" fmla="*/ 26 w 45"/>
                <a:gd name="T35" fmla="*/ 10 h 52"/>
                <a:gd name="T36" fmla="*/ 32 w 45"/>
                <a:gd name="T37" fmla="*/ 13 h 52"/>
                <a:gd name="T38" fmla="*/ 34 w 45"/>
                <a:gd name="T39" fmla="*/ 21 h 52"/>
                <a:gd name="T40" fmla="*/ 28 w 45"/>
                <a:gd name="T41" fmla="*/ 3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5" h="52">
                  <a:moveTo>
                    <a:pt x="44" y="27"/>
                  </a:moveTo>
                  <a:cubicBezTo>
                    <a:pt x="45" y="24"/>
                    <a:pt x="45" y="22"/>
                    <a:pt x="45" y="20"/>
                  </a:cubicBezTo>
                  <a:cubicBezTo>
                    <a:pt x="45" y="14"/>
                    <a:pt x="43" y="10"/>
                    <a:pt x="40" y="6"/>
                  </a:cubicBezTo>
                  <a:cubicBezTo>
                    <a:pt x="37" y="2"/>
                    <a:pt x="33" y="0"/>
                    <a:pt x="27" y="0"/>
                  </a:cubicBezTo>
                  <a:cubicBezTo>
                    <a:pt x="20" y="0"/>
                    <a:pt x="13" y="4"/>
                    <a:pt x="8" y="12"/>
                  </a:cubicBezTo>
                  <a:cubicBezTo>
                    <a:pt x="3" y="19"/>
                    <a:pt x="0" y="27"/>
                    <a:pt x="0" y="35"/>
                  </a:cubicBezTo>
                  <a:cubicBezTo>
                    <a:pt x="0" y="40"/>
                    <a:pt x="1" y="44"/>
                    <a:pt x="4" y="47"/>
                  </a:cubicBezTo>
                  <a:cubicBezTo>
                    <a:pt x="7" y="50"/>
                    <a:pt x="11" y="52"/>
                    <a:pt x="15" y="52"/>
                  </a:cubicBezTo>
                  <a:cubicBezTo>
                    <a:pt x="21" y="52"/>
                    <a:pt x="27" y="49"/>
                    <a:pt x="32" y="45"/>
                  </a:cubicBezTo>
                  <a:cubicBezTo>
                    <a:pt x="38" y="40"/>
                    <a:pt x="42" y="34"/>
                    <a:pt x="44" y="27"/>
                  </a:cubicBezTo>
                  <a:close/>
                  <a:moveTo>
                    <a:pt x="28" y="36"/>
                  </a:moveTo>
                  <a:cubicBezTo>
                    <a:pt x="24" y="40"/>
                    <a:pt x="20" y="42"/>
                    <a:pt x="16" y="42"/>
                  </a:cubicBezTo>
                  <a:cubicBezTo>
                    <a:pt x="15" y="42"/>
                    <a:pt x="13" y="42"/>
                    <a:pt x="12" y="40"/>
                  </a:cubicBezTo>
                  <a:cubicBezTo>
                    <a:pt x="11" y="38"/>
                    <a:pt x="11" y="36"/>
                    <a:pt x="11" y="34"/>
                  </a:cubicBezTo>
                  <a:cubicBezTo>
                    <a:pt x="11" y="30"/>
                    <a:pt x="12" y="25"/>
                    <a:pt x="14" y="21"/>
                  </a:cubicBezTo>
                  <a:cubicBezTo>
                    <a:pt x="16" y="17"/>
                    <a:pt x="18" y="14"/>
                    <a:pt x="20" y="12"/>
                  </a:cubicBezTo>
                  <a:cubicBezTo>
                    <a:pt x="20" y="12"/>
                    <a:pt x="20" y="12"/>
                    <a:pt x="20" y="12"/>
                  </a:cubicBezTo>
                  <a:cubicBezTo>
                    <a:pt x="22" y="11"/>
                    <a:pt x="24" y="10"/>
                    <a:pt x="26" y="10"/>
                  </a:cubicBezTo>
                  <a:cubicBezTo>
                    <a:pt x="29" y="10"/>
                    <a:pt x="31" y="11"/>
                    <a:pt x="32" y="13"/>
                  </a:cubicBezTo>
                  <a:cubicBezTo>
                    <a:pt x="33" y="15"/>
                    <a:pt x="34" y="18"/>
                    <a:pt x="34" y="21"/>
                  </a:cubicBezTo>
                  <a:cubicBezTo>
                    <a:pt x="34" y="26"/>
                    <a:pt x="32" y="31"/>
                    <a:pt x="28"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42"/>
            <p:cNvSpPr>
              <a:spLocks/>
            </p:cNvSpPr>
            <p:nvPr/>
          </p:nvSpPr>
          <p:spPr bwMode="auto">
            <a:xfrm>
              <a:off x="8407400" y="3067050"/>
              <a:ext cx="88900" cy="71438"/>
            </a:xfrm>
            <a:custGeom>
              <a:avLst/>
              <a:gdLst>
                <a:gd name="T0" fmla="*/ 47 w 58"/>
                <a:gd name="T1" fmla="*/ 45 h 47"/>
                <a:gd name="T2" fmla="*/ 55 w 58"/>
                <a:gd name="T3" fmla="*/ 42 h 47"/>
                <a:gd name="T4" fmla="*/ 58 w 58"/>
                <a:gd name="T5" fmla="*/ 37 h 47"/>
                <a:gd name="T6" fmla="*/ 56 w 58"/>
                <a:gd name="T7" fmla="*/ 35 h 47"/>
                <a:gd name="T8" fmla="*/ 53 w 58"/>
                <a:gd name="T9" fmla="*/ 35 h 47"/>
                <a:gd name="T10" fmla="*/ 51 w 58"/>
                <a:gd name="T11" fmla="*/ 36 h 47"/>
                <a:gd name="T12" fmla="*/ 46 w 58"/>
                <a:gd name="T13" fmla="*/ 19 h 47"/>
                <a:gd name="T14" fmla="*/ 34 w 58"/>
                <a:gd name="T15" fmla="*/ 2 h 47"/>
                <a:gd name="T16" fmla="*/ 12 w 58"/>
                <a:gd name="T17" fmla="*/ 25 h 47"/>
                <a:gd name="T18" fmla="*/ 15 w 58"/>
                <a:gd name="T19" fmla="*/ 8 h 47"/>
                <a:gd name="T20" fmla="*/ 13 w 58"/>
                <a:gd name="T21" fmla="*/ 1 h 47"/>
                <a:gd name="T22" fmla="*/ 9 w 58"/>
                <a:gd name="T23" fmla="*/ 0 h 47"/>
                <a:gd name="T24" fmla="*/ 5 w 58"/>
                <a:gd name="T25" fmla="*/ 2 h 47"/>
                <a:gd name="T26" fmla="*/ 3 w 58"/>
                <a:gd name="T27" fmla="*/ 7 h 47"/>
                <a:gd name="T28" fmla="*/ 2 w 58"/>
                <a:gd name="T29" fmla="*/ 31 h 47"/>
                <a:gd name="T30" fmla="*/ 0 w 58"/>
                <a:gd name="T31" fmla="*/ 41 h 47"/>
                <a:gd name="T32" fmla="*/ 7 w 58"/>
                <a:gd name="T33" fmla="*/ 47 h 47"/>
                <a:gd name="T34" fmla="*/ 9 w 58"/>
                <a:gd name="T35" fmla="*/ 46 h 47"/>
                <a:gd name="T36" fmla="*/ 11 w 58"/>
                <a:gd name="T37" fmla="*/ 43 h 47"/>
                <a:gd name="T38" fmla="*/ 21 w 58"/>
                <a:gd name="T39" fmla="*/ 25 h 47"/>
                <a:gd name="T40" fmla="*/ 32 w 58"/>
                <a:gd name="T41" fmla="*/ 13 h 47"/>
                <a:gd name="T42" fmla="*/ 37 w 58"/>
                <a:gd name="T43" fmla="*/ 25 h 47"/>
                <a:gd name="T44" fmla="*/ 40 w 58"/>
                <a:gd name="T45" fmla="*/ 40 h 47"/>
                <a:gd name="T46" fmla="*/ 40 w 58"/>
                <a:gd name="T47" fmla="*/ 40 h 47"/>
                <a:gd name="T48" fmla="*/ 47 w 58"/>
                <a:gd name="T49" fmla="*/ 4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8" h="47">
                  <a:moveTo>
                    <a:pt x="47" y="45"/>
                  </a:moveTo>
                  <a:cubicBezTo>
                    <a:pt x="50" y="45"/>
                    <a:pt x="53" y="44"/>
                    <a:pt x="55" y="42"/>
                  </a:cubicBezTo>
                  <a:cubicBezTo>
                    <a:pt x="57" y="40"/>
                    <a:pt x="58" y="39"/>
                    <a:pt x="58" y="37"/>
                  </a:cubicBezTo>
                  <a:cubicBezTo>
                    <a:pt x="58" y="35"/>
                    <a:pt x="57" y="35"/>
                    <a:pt x="56" y="35"/>
                  </a:cubicBezTo>
                  <a:cubicBezTo>
                    <a:pt x="55" y="35"/>
                    <a:pt x="54" y="35"/>
                    <a:pt x="53" y="35"/>
                  </a:cubicBezTo>
                  <a:cubicBezTo>
                    <a:pt x="52" y="35"/>
                    <a:pt x="51" y="36"/>
                    <a:pt x="51" y="36"/>
                  </a:cubicBezTo>
                  <a:cubicBezTo>
                    <a:pt x="49" y="36"/>
                    <a:pt x="48" y="30"/>
                    <a:pt x="46" y="19"/>
                  </a:cubicBezTo>
                  <a:cubicBezTo>
                    <a:pt x="45" y="8"/>
                    <a:pt x="41" y="2"/>
                    <a:pt x="34" y="2"/>
                  </a:cubicBezTo>
                  <a:cubicBezTo>
                    <a:pt x="26" y="2"/>
                    <a:pt x="19" y="10"/>
                    <a:pt x="12" y="25"/>
                  </a:cubicBezTo>
                  <a:cubicBezTo>
                    <a:pt x="14" y="17"/>
                    <a:pt x="15" y="11"/>
                    <a:pt x="15" y="8"/>
                  </a:cubicBezTo>
                  <a:cubicBezTo>
                    <a:pt x="15" y="5"/>
                    <a:pt x="14" y="2"/>
                    <a:pt x="13" y="1"/>
                  </a:cubicBezTo>
                  <a:cubicBezTo>
                    <a:pt x="12" y="0"/>
                    <a:pt x="11" y="0"/>
                    <a:pt x="9" y="0"/>
                  </a:cubicBezTo>
                  <a:cubicBezTo>
                    <a:pt x="8" y="0"/>
                    <a:pt x="6" y="1"/>
                    <a:pt x="5" y="2"/>
                  </a:cubicBezTo>
                  <a:cubicBezTo>
                    <a:pt x="4" y="4"/>
                    <a:pt x="3" y="6"/>
                    <a:pt x="3" y="7"/>
                  </a:cubicBezTo>
                  <a:cubicBezTo>
                    <a:pt x="3" y="17"/>
                    <a:pt x="3" y="25"/>
                    <a:pt x="2" y="31"/>
                  </a:cubicBezTo>
                  <a:cubicBezTo>
                    <a:pt x="1" y="36"/>
                    <a:pt x="0" y="39"/>
                    <a:pt x="0" y="41"/>
                  </a:cubicBezTo>
                  <a:cubicBezTo>
                    <a:pt x="0" y="45"/>
                    <a:pt x="2" y="47"/>
                    <a:pt x="7" y="47"/>
                  </a:cubicBezTo>
                  <a:cubicBezTo>
                    <a:pt x="8" y="47"/>
                    <a:pt x="9" y="47"/>
                    <a:pt x="9" y="46"/>
                  </a:cubicBezTo>
                  <a:cubicBezTo>
                    <a:pt x="10" y="45"/>
                    <a:pt x="11" y="44"/>
                    <a:pt x="11" y="43"/>
                  </a:cubicBezTo>
                  <a:cubicBezTo>
                    <a:pt x="12" y="39"/>
                    <a:pt x="15" y="33"/>
                    <a:pt x="21" y="25"/>
                  </a:cubicBezTo>
                  <a:cubicBezTo>
                    <a:pt x="26" y="17"/>
                    <a:pt x="30" y="13"/>
                    <a:pt x="32" y="13"/>
                  </a:cubicBezTo>
                  <a:cubicBezTo>
                    <a:pt x="34" y="13"/>
                    <a:pt x="36" y="17"/>
                    <a:pt x="37" y="25"/>
                  </a:cubicBezTo>
                  <a:cubicBezTo>
                    <a:pt x="37" y="32"/>
                    <a:pt x="38" y="37"/>
                    <a:pt x="40" y="40"/>
                  </a:cubicBezTo>
                  <a:cubicBezTo>
                    <a:pt x="40" y="40"/>
                    <a:pt x="40" y="40"/>
                    <a:pt x="40" y="40"/>
                  </a:cubicBezTo>
                  <a:cubicBezTo>
                    <a:pt x="41" y="43"/>
                    <a:pt x="44" y="45"/>
                    <a:pt x="47"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2" name="组合 41"/>
          <p:cNvGrpSpPr/>
          <p:nvPr/>
        </p:nvGrpSpPr>
        <p:grpSpPr>
          <a:xfrm>
            <a:off x="9745663" y="1171717"/>
            <a:ext cx="2135188" cy="2257426"/>
            <a:chOff x="9745663" y="1581150"/>
            <a:chExt cx="2135188" cy="2257426"/>
          </a:xfrm>
          <a:solidFill>
            <a:schemeClr val="tx1">
              <a:lumMod val="65000"/>
              <a:lumOff val="35000"/>
            </a:schemeClr>
          </a:solidFill>
        </p:grpSpPr>
        <p:sp>
          <p:nvSpPr>
            <p:cNvPr id="43" name="Freeform 43"/>
            <p:cNvSpPr>
              <a:spLocks/>
            </p:cNvSpPr>
            <p:nvPr/>
          </p:nvSpPr>
          <p:spPr bwMode="auto">
            <a:xfrm>
              <a:off x="10523538" y="2408238"/>
              <a:ext cx="617538" cy="1139825"/>
            </a:xfrm>
            <a:custGeom>
              <a:avLst/>
              <a:gdLst>
                <a:gd name="T0" fmla="*/ 19 w 404"/>
                <a:gd name="T1" fmla="*/ 219 h 746"/>
                <a:gd name="T2" fmla="*/ 42 w 404"/>
                <a:gd name="T3" fmla="*/ 225 h 746"/>
                <a:gd name="T4" fmla="*/ 144 w 404"/>
                <a:gd name="T5" fmla="*/ 186 h 746"/>
                <a:gd name="T6" fmla="*/ 221 w 404"/>
                <a:gd name="T7" fmla="*/ 140 h 746"/>
                <a:gd name="T8" fmla="*/ 231 w 404"/>
                <a:gd name="T9" fmla="*/ 96 h 746"/>
                <a:gd name="T10" fmla="*/ 187 w 404"/>
                <a:gd name="T11" fmla="*/ 86 h 746"/>
                <a:gd name="T12" fmla="*/ 71 w 404"/>
                <a:gd name="T13" fmla="*/ 151 h 746"/>
                <a:gd name="T14" fmla="*/ 90 w 404"/>
                <a:gd name="T15" fmla="*/ 93 h 746"/>
                <a:gd name="T16" fmla="*/ 97 w 404"/>
                <a:gd name="T17" fmla="*/ 97 h 746"/>
                <a:gd name="T18" fmla="*/ 88 w 404"/>
                <a:gd name="T19" fmla="*/ 119 h 746"/>
                <a:gd name="T20" fmla="*/ 88 w 404"/>
                <a:gd name="T21" fmla="*/ 133 h 746"/>
                <a:gd name="T22" fmla="*/ 182 w 404"/>
                <a:gd name="T23" fmla="*/ 79 h 746"/>
                <a:gd name="T24" fmla="*/ 204 w 404"/>
                <a:gd name="T25" fmla="*/ 72 h 746"/>
                <a:gd name="T26" fmla="*/ 238 w 404"/>
                <a:gd name="T27" fmla="*/ 91 h 746"/>
                <a:gd name="T28" fmla="*/ 244 w 404"/>
                <a:gd name="T29" fmla="*/ 122 h 746"/>
                <a:gd name="T30" fmla="*/ 226 w 404"/>
                <a:gd name="T31" fmla="*/ 147 h 746"/>
                <a:gd name="T32" fmla="*/ 148 w 404"/>
                <a:gd name="T33" fmla="*/ 193 h 746"/>
                <a:gd name="T34" fmla="*/ 88 w 404"/>
                <a:gd name="T35" fmla="*/ 223 h 746"/>
                <a:gd name="T36" fmla="*/ 88 w 404"/>
                <a:gd name="T37" fmla="*/ 228 h 746"/>
                <a:gd name="T38" fmla="*/ 88 w 404"/>
                <a:gd name="T39" fmla="*/ 696 h 746"/>
                <a:gd name="T40" fmla="*/ 138 w 404"/>
                <a:gd name="T41" fmla="*/ 746 h 746"/>
                <a:gd name="T42" fmla="*/ 187 w 404"/>
                <a:gd name="T43" fmla="*/ 696 h 746"/>
                <a:gd name="T44" fmla="*/ 187 w 404"/>
                <a:gd name="T45" fmla="*/ 335 h 746"/>
                <a:gd name="T46" fmla="*/ 206 w 404"/>
                <a:gd name="T47" fmla="*/ 335 h 746"/>
                <a:gd name="T48" fmla="*/ 206 w 404"/>
                <a:gd name="T49" fmla="*/ 696 h 746"/>
                <a:gd name="T50" fmla="*/ 255 w 404"/>
                <a:gd name="T51" fmla="*/ 746 h 746"/>
                <a:gd name="T52" fmla="*/ 305 w 404"/>
                <a:gd name="T53" fmla="*/ 696 h 746"/>
                <a:gd name="T54" fmla="*/ 305 w 404"/>
                <a:gd name="T55" fmla="*/ 96 h 746"/>
                <a:gd name="T56" fmla="*/ 330 w 404"/>
                <a:gd name="T57" fmla="*/ 349 h 746"/>
                <a:gd name="T58" fmla="*/ 360 w 404"/>
                <a:gd name="T59" fmla="*/ 382 h 746"/>
                <a:gd name="T60" fmla="*/ 362 w 404"/>
                <a:gd name="T61" fmla="*/ 383 h 746"/>
                <a:gd name="T62" fmla="*/ 394 w 404"/>
                <a:gd name="T63" fmla="*/ 352 h 746"/>
                <a:gd name="T64" fmla="*/ 331 w 404"/>
                <a:gd name="T65" fmla="*/ 25 h 746"/>
                <a:gd name="T66" fmla="*/ 276 w 404"/>
                <a:gd name="T67" fmla="*/ 0 h 746"/>
                <a:gd name="T68" fmla="*/ 274 w 404"/>
                <a:gd name="T69" fmla="*/ 0 h 746"/>
                <a:gd name="T70" fmla="*/ 265 w 404"/>
                <a:gd name="T71" fmla="*/ 0 h 746"/>
                <a:gd name="T72" fmla="*/ 197 w 404"/>
                <a:gd name="T73" fmla="*/ 28 h 746"/>
                <a:gd name="T74" fmla="*/ 128 w 404"/>
                <a:gd name="T75" fmla="*/ 0 h 746"/>
                <a:gd name="T76" fmla="*/ 119 w 404"/>
                <a:gd name="T77" fmla="*/ 0 h 746"/>
                <a:gd name="T78" fmla="*/ 117 w 404"/>
                <a:gd name="T79" fmla="*/ 0 h 746"/>
                <a:gd name="T80" fmla="*/ 69 w 404"/>
                <a:gd name="T81" fmla="*/ 18 h 746"/>
                <a:gd name="T82" fmla="*/ 35 w 404"/>
                <a:gd name="T83" fmla="*/ 60 h 746"/>
                <a:gd name="T84" fmla="*/ 2 w 404"/>
                <a:gd name="T85" fmla="*/ 180 h 746"/>
                <a:gd name="T86" fmla="*/ 19 w 404"/>
                <a:gd name="T87" fmla="*/ 219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04" h="746">
                  <a:moveTo>
                    <a:pt x="19" y="219"/>
                  </a:moveTo>
                  <a:cubicBezTo>
                    <a:pt x="26" y="223"/>
                    <a:pt x="33" y="225"/>
                    <a:pt x="42" y="225"/>
                  </a:cubicBezTo>
                  <a:cubicBezTo>
                    <a:pt x="62" y="225"/>
                    <a:pt x="91" y="215"/>
                    <a:pt x="144" y="186"/>
                  </a:cubicBezTo>
                  <a:cubicBezTo>
                    <a:pt x="184" y="164"/>
                    <a:pt x="220" y="141"/>
                    <a:pt x="221" y="140"/>
                  </a:cubicBezTo>
                  <a:cubicBezTo>
                    <a:pt x="236" y="130"/>
                    <a:pt x="240" y="110"/>
                    <a:pt x="231" y="96"/>
                  </a:cubicBezTo>
                  <a:cubicBezTo>
                    <a:pt x="221" y="81"/>
                    <a:pt x="201" y="77"/>
                    <a:pt x="187" y="86"/>
                  </a:cubicBezTo>
                  <a:cubicBezTo>
                    <a:pt x="148" y="111"/>
                    <a:pt x="101" y="138"/>
                    <a:pt x="71" y="151"/>
                  </a:cubicBezTo>
                  <a:cubicBezTo>
                    <a:pt x="76" y="125"/>
                    <a:pt x="83" y="106"/>
                    <a:pt x="90" y="93"/>
                  </a:cubicBezTo>
                  <a:cubicBezTo>
                    <a:pt x="97" y="97"/>
                    <a:pt x="97" y="97"/>
                    <a:pt x="97" y="97"/>
                  </a:cubicBezTo>
                  <a:cubicBezTo>
                    <a:pt x="94" y="103"/>
                    <a:pt x="91" y="111"/>
                    <a:pt x="88" y="119"/>
                  </a:cubicBezTo>
                  <a:cubicBezTo>
                    <a:pt x="88" y="133"/>
                    <a:pt x="88" y="133"/>
                    <a:pt x="88" y="133"/>
                  </a:cubicBezTo>
                  <a:cubicBezTo>
                    <a:pt x="116" y="119"/>
                    <a:pt x="151" y="99"/>
                    <a:pt x="182" y="79"/>
                  </a:cubicBezTo>
                  <a:cubicBezTo>
                    <a:pt x="188" y="74"/>
                    <a:pt x="196" y="72"/>
                    <a:pt x="204" y="72"/>
                  </a:cubicBezTo>
                  <a:cubicBezTo>
                    <a:pt x="218" y="72"/>
                    <a:pt x="231" y="79"/>
                    <a:pt x="238" y="91"/>
                  </a:cubicBezTo>
                  <a:cubicBezTo>
                    <a:pt x="244" y="100"/>
                    <a:pt x="246" y="111"/>
                    <a:pt x="244" y="122"/>
                  </a:cubicBezTo>
                  <a:cubicBezTo>
                    <a:pt x="241" y="132"/>
                    <a:pt x="235" y="141"/>
                    <a:pt x="226" y="147"/>
                  </a:cubicBezTo>
                  <a:cubicBezTo>
                    <a:pt x="224" y="148"/>
                    <a:pt x="188" y="171"/>
                    <a:pt x="148" y="193"/>
                  </a:cubicBezTo>
                  <a:cubicBezTo>
                    <a:pt x="124" y="207"/>
                    <a:pt x="105" y="216"/>
                    <a:pt x="88" y="223"/>
                  </a:cubicBezTo>
                  <a:cubicBezTo>
                    <a:pt x="88" y="228"/>
                    <a:pt x="88" y="228"/>
                    <a:pt x="88" y="228"/>
                  </a:cubicBezTo>
                  <a:cubicBezTo>
                    <a:pt x="88" y="696"/>
                    <a:pt x="88" y="696"/>
                    <a:pt x="88" y="696"/>
                  </a:cubicBezTo>
                  <a:cubicBezTo>
                    <a:pt x="88" y="723"/>
                    <a:pt x="110" y="746"/>
                    <a:pt x="138" y="746"/>
                  </a:cubicBezTo>
                  <a:cubicBezTo>
                    <a:pt x="165" y="746"/>
                    <a:pt x="187" y="723"/>
                    <a:pt x="187" y="696"/>
                  </a:cubicBezTo>
                  <a:cubicBezTo>
                    <a:pt x="187" y="335"/>
                    <a:pt x="187" y="335"/>
                    <a:pt x="187" y="335"/>
                  </a:cubicBezTo>
                  <a:cubicBezTo>
                    <a:pt x="206" y="335"/>
                    <a:pt x="206" y="335"/>
                    <a:pt x="206" y="335"/>
                  </a:cubicBezTo>
                  <a:cubicBezTo>
                    <a:pt x="206" y="696"/>
                    <a:pt x="206" y="696"/>
                    <a:pt x="206" y="696"/>
                  </a:cubicBezTo>
                  <a:cubicBezTo>
                    <a:pt x="206" y="723"/>
                    <a:pt x="228" y="746"/>
                    <a:pt x="255" y="746"/>
                  </a:cubicBezTo>
                  <a:cubicBezTo>
                    <a:pt x="283" y="746"/>
                    <a:pt x="305" y="723"/>
                    <a:pt x="305" y="696"/>
                  </a:cubicBezTo>
                  <a:cubicBezTo>
                    <a:pt x="305" y="96"/>
                    <a:pt x="305" y="96"/>
                    <a:pt x="305" y="96"/>
                  </a:cubicBezTo>
                  <a:cubicBezTo>
                    <a:pt x="323" y="133"/>
                    <a:pt x="339" y="208"/>
                    <a:pt x="330" y="349"/>
                  </a:cubicBezTo>
                  <a:cubicBezTo>
                    <a:pt x="329" y="366"/>
                    <a:pt x="343" y="381"/>
                    <a:pt x="360" y="382"/>
                  </a:cubicBezTo>
                  <a:cubicBezTo>
                    <a:pt x="361" y="382"/>
                    <a:pt x="362" y="383"/>
                    <a:pt x="362" y="383"/>
                  </a:cubicBezTo>
                  <a:cubicBezTo>
                    <a:pt x="379" y="383"/>
                    <a:pt x="393" y="369"/>
                    <a:pt x="394" y="352"/>
                  </a:cubicBezTo>
                  <a:cubicBezTo>
                    <a:pt x="404" y="183"/>
                    <a:pt x="383" y="73"/>
                    <a:pt x="331" y="25"/>
                  </a:cubicBezTo>
                  <a:cubicBezTo>
                    <a:pt x="309" y="4"/>
                    <a:pt x="287" y="0"/>
                    <a:pt x="276" y="0"/>
                  </a:cubicBezTo>
                  <a:cubicBezTo>
                    <a:pt x="275" y="0"/>
                    <a:pt x="274" y="0"/>
                    <a:pt x="274" y="0"/>
                  </a:cubicBezTo>
                  <a:cubicBezTo>
                    <a:pt x="265" y="0"/>
                    <a:pt x="265" y="0"/>
                    <a:pt x="265" y="0"/>
                  </a:cubicBezTo>
                  <a:cubicBezTo>
                    <a:pt x="248" y="17"/>
                    <a:pt x="223" y="28"/>
                    <a:pt x="197" y="28"/>
                  </a:cubicBezTo>
                  <a:cubicBezTo>
                    <a:pt x="170" y="28"/>
                    <a:pt x="146" y="17"/>
                    <a:pt x="128" y="0"/>
                  </a:cubicBezTo>
                  <a:cubicBezTo>
                    <a:pt x="119" y="0"/>
                    <a:pt x="119" y="0"/>
                    <a:pt x="119" y="0"/>
                  </a:cubicBezTo>
                  <a:cubicBezTo>
                    <a:pt x="119" y="0"/>
                    <a:pt x="118" y="0"/>
                    <a:pt x="117" y="0"/>
                  </a:cubicBezTo>
                  <a:cubicBezTo>
                    <a:pt x="107" y="0"/>
                    <a:pt x="89" y="3"/>
                    <a:pt x="69" y="18"/>
                  </a:cubicBezTo>
                  <a:cubicBezTo>
                    <a:pt x="56" y="29"/>
                    <a:pt x="45" y="43"/>
                    <a:pt x="35" y="60"/>
                  </a:cubicBezTo>
                  <a:cubicBezTo>
                    <a:pt x="19" y="90"/>
                    <a:pt x="8" y="130"/>
                    <a:pt x="2" y="180"/>
                  </a:cubicBezTo>
                  <a:cubicBezTo>
                    <a:pt x="0" y="196"/>
                    <a:pt x="6" y="211"/>
                    <a:pt x="19" y="2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44"/>
            <p:cNvSpPr>
              <a:spLocks noEditPoints="1"/>
            </p:cNvSpPr>
            <p:nvPr/>
          </p:nvSpPr>
          <p:spPr bwMode="auto">
            <a:xfrm>
              <a:off x="10687050" y="2160588"/>
              <a:ext cx="274638" cy="276225"/>
            </a:xfrm>
            <a:custGeom>
              <a:avLst/>
              <a:gdLst>
                <a:gd name="T0" fmla="*/ 180 w 180"/>
                <a:gd name="T1" fmla="*/ 90 h 180"/>
                <a:gd name="T2" fmla="*/ 90 w 180"/>
                <a:gd name="T3" fmla="*/ 0 h 180"/>
                <a:gd name="T4" fmla="*/ 0 w 180"/>
                <a:gd name="T5" fmla="*/ 90 h 180"/>
                <a:gd name="T6" fmla="*/ 90 w 180"/>
                <a:gd name="T7" fmla="*/ 180 h 180"/>
                <a:gd name="T8" fmla="*/ 180 w 180"/>
                <a:gd name="T9" fmla="*/ 90 h 180"/>
                <a:gd name="T10" fmla="*/ 52 w 180"/>
                <a:gd name="T11" fmla="*/ 146 h 180"/>
                <a:gd name="T12" fmla="*/ 90 w 180"/>
                <a:gd name="T13" fmla="*/ 127 h 180"/>
                <a:gd name="T14" fmla="*/ 128 w 180"/>
                <a:gd name="T15" fmla="*/ 146 h 180"/>
                <a:gd name="T16" fmla="*/ 90 w 180"/>
                <a:gd name="T17" fmla="*/ 165 h 180"/>
                <a:gd name="T18" fmla="*/ 52 w 180"/>
                <a:gd name="T19" fmla="*/ 146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0" h="180">
                  <a:moveTo>
                    <a:pt x="180" y="90"/>
                  </a:moveTo>
                  <a:cubicBezTo>
                    <a:pt x="180" y="40"/>
                    <a:pt x="139" y="0"/>
                    <a:pt x="90" y="0"/>
                  </a:cubicBezTo>
                  <a:cubicBezTo>
                    <a:pt x="40" y="0"/>
                    <a:pt x="0" y="40"/>
                    <a:pt x="0" y="90"/>
                  </a:cubicBezTo>
                  <a:cubicBezTo>
                    <a:pt x="0" y="140"/>
                    <a:pt x="40" y="180"/>
                    <a:pt x="90" y="180"/>
                  </a:cubicBezTo>
                  <a:cubicBezTo>
                    <a:pt x="139" y="180"/>
                    <a:pt x="180" y="140"/>
                    <a:pt x="180" y="90"/>
                  </a:cubicBezTo>
                  <a:close/>
                  <a:moveTo>
                    <a:pt x="52" y="146"/>
                  </a:moveTo>
                  <a:cubicBezTo>
                    <a:pt x="52" y="136"/>
                    <a:pt x="69" y="127"/>
                    <a:pt x="90" y="127"/>
                  </a:cubicBezTo>
                  <a:cubicBezTo>
                    <a:pt x="111" y="127"/>
                    <a:pt x="128" y="136"/>
                    <a:pt x="128" y="146"/>
                  </a:cubicBezTo>
                  <a:cubicBezTo>
                    <a:pt x="128" y="156"/>
                    <a:pt x="111" y="165"/>
                    <a:pt x="90" y="165"/>
                  </a:cubicBezTo>
                  <a:cubicBezTo>
                    <a:pt x="69" y="165"/>
                    <a:pt x="52" y="156"/>
                    <a:pt x="52" y="1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45"/>
            <p:cNvSpPr>
              <a:spLocks noEditPoints="1"/>
            </p:cNvSpPr>
            <p:nvPr/>
          </p:nvSpPr>
          <p:spPr bwMode="auto">
            <a:xfrm>
              <a:off x="9971088" y="1722438"/>
              <a:ext cx="660400" cy="644525"/>
            </a:xfrm>
            <a:custGeom>
              <a:avLst/>
              <a:gdLst>
                <a:gd name="T0" fmla="*/ 0 w 432"/>
                <a:gd name="T1" fmla="*/ 207 h 422"/>
                <a:gd name="T2" fmla="*/ 207 w 432"/>
                <a:gd name="T3" fmla="*/ 415 h 422"/>
                <a:gd name="T4" fmla="*/ 346 w 432"/>
                <a:gd name="T5" fmla="*/ 361 h 422"/>
                <a:gd name="T6" fmla="*/ 432 w 432"/>
                <a:gd name="T7" fmla="*/ 422 h 422"/>
                <a:gd name="T8" fmla="*/ 372 w 432"/>
                <a:gd name="T9" fmla="*/ 334 h 422"/>
                <a:gd name="T10" fmla="*/ 415 w 432"/>
                <a:gd name="T11" fmla="*/ 207 h 422"/>
                <a:gd name="T12" fmla="*/ 207 w 432"/>
                <a:gd name="T13" fmla="*/ 0 h 422"/>
                <a:gd name="T14" fmla="*/ 0 w 432"/>
                <a:gd name="T15" fmla="*/ 207 h 422"/>
                <a:gd name="T16" fmla="*/ 378 w 432"/>
                <a:gd name="T17" fmla="*/ 210 h 422"/>
                <a:gd name="T18" fmla="*/ 204 w 432"/>
                <a:gd name="T19" fmla="*/ 383 h 422"/>
                <a:gd name="T20" fmla="*/ 31 w 432"/>
                <a:gd name="T21" fmla="*/ 210 h 422"/>
                <a:gd name="T22" fmla="*/ 204 w 432"/>
                <a:gd name="T23" fmla="*/ 36 h 422"/>
                <a:gd name="T24" fmla="*/ 378 w 432"/>
                <a:gd name="T25" fmla="*/ 210 h 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2" h="422">
                  <a:moveTo>
                    <a:pt x="0" y="207"/>
                  </a:moveTo>
                  <a:cubicBezTo>
                    <a:pt x="0" y="322"/>
                    <a:pt x="93" y="415"/>
                    <a:pt x="207" y="415"/>
                  </a:cubicBezTo>
                  <a:cubicBezTo>
                    <a:pt x="261" y="415"/>
                    <a:pt x="310" y="395"/>
                    <a:pt x="346" y="361"/>
                  </a:cubicBezTo>
                  <a:cubicBezTo>
                    <a:pt x="432" y="422"/>
                    <a:pt x="432" y="422"/>
                    <a:pt x="432" y="422"/>
                  </a:cubicBezTo>
                  <a:cubicBezTo>
                    <a:pt x="372" y="334"/>
                    <a:pt x="372" y="334"/>
                    <a:pt x="372" y="334"/>
                  </a:cubicBezTo>
                  <a:cubicBezTo>
                    <a:pt x="399" y="299"/>
                    <a:pt x="415" y="255"/>
                    <a:pt x="415" y="207"/>
                  </a:cubicBezTo>
                  <a:cubicBezTo>
                    <a:pt x="415" y="93"/>
                    <a:pt x="322" y="0"/>
                    <a:pt x="207" y="0"/>
                  </a:cubicBezTo>
                  <a:cubicBezTo>
                    <a:pt x="93" y="0"/>
                    <a:pt x="0" y="93"/>
                    <a:pt x="0" y="207"/>
                  </a:cubicBezTo>
                  <a:close/>
                  <a:moveTo>
                    <a:pt x="378" y="210"/>
                  </a:moveTo>
                  <a:cubicBezTo>
                    <a:pt x="378" y="305"/>
                    <a:pt x="300" y="383"/>
                    <a:pt x="204" y="383"/>
                  </a:cubicBezTo>
                  <a:cubicBezTo>
                    <a:pt x="108" y="383"/>
                    <a:pt x="31" y="305"/>
                    <a:pt x="31" y="210"/>
                  </a:cubicBezTo>
                  <a:cubicBezTo>
                    <a:pt x="31" y="114"/>
                    <a:pt x="108" y="36"/>
                    <a:pt x="204" y="36"/>
                  </a:cubicBezTo>
                  <a:cubicBezTo>
                    <a:pt x="300" y="36"/>
                    <a:pt x="378" y="114"/>
                    <a:pt x="378" y="2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46"/>
            <p:cNvSpPr>
              <a:spLocks noEditPoints="1"/>
            </p:cNvSpPr>
            <p:nvPr/>
          </p:nvSpPr>
          <p:spPr bwMode="auto">
            <a:xfrm>
              <a:off x="10102850" y="1878013"/>
              <a:ext cx="257175" cy="277813"/>
            </a:xfrm>
            <a:custGeom>
              <a:avLst/>
              <a:gdLst>
                <a:gd name="T0" fmla="*/ 0 w 169"/>
                <a:gd name="T1" fmla="*/ 92 h 181"/>
                <a:gd name="T2" fmla="*/ 83 w 169"/>
                <a:gd name="T3" fmla="*/ 181 h 181"/>
                <a:gd name="T4" fmla="*/ 169 w 169"/>
                <a:gd name="T5" fmla="*/ 89 h 181"/>
                <a:gd name="T6" fmla="*/ 85 w 169"/>
                <a:gd name="T7" fmla="*/ 0 h 181"/>
                <a:gd name="T8" fmla="*/ 0 w 169"/>
                <a:gd name="T9" fmla="*/ 92 h 181"/>
                <a:gd name="T10" fmla="*/ 127 w 169"/>
                <a:gd name="T11" fmla="*/ 90 h 181"/>
                <a:gd name="T12" fmla="*/ 85 w 169"/>
                <a:gd name="T13" fmla="*/ 150 h 181"/>
                <a:gd name="T14" fmla="*/ 42 w 169"/>
                <a:gd name="T15" fmla="*/ 91 h 181"/>
                <a:gd name="T16" fmla="*/ 84 w 169"/>
                <a:gd name="T17" fmla="*/ 31 h 181"/>
                <a:gd name="T18" fmla="*/ 127 w 169"/>
                <a:gd name="T19" fmla="*/ 9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9" h="181">
                  <a:moveTo>
                    <a:pt x="0" y="92"/>
                  </a:moveTo>
                  <a:cubicBezTo>
                    <a:pt x="0" y="142"/>
                    <a:pt x="30" y="181"/>
                    <a:pt x="83" y="181"/>
                  </a:cubicBezTo>
                  <a:cubicBezTo>
                    <a:pt x="134" y="181"/>
                    <a:pt x="169" y="146"/>
                    <a:pt x="169" y="89"/>
                  </a:cubicBezTo>
                  <a:cubicBezTo>
                    <a:pt x="169" y="40"/>
                    <a:pt x="139" y="0"/>
                    <a:pt x="85" y="0"/>
                  </a:cubicBezTo>
                  <a:cubicBezTo>
                    <a:pt x="34" y="0"/>
                    <a:pt x="0" y="39"/>
                    <a:pt x="0" y="92"/>
                  </a:cubicBezTo>
                  <a:close/>
                  <a:moveTo>
                    <a:pt x="127" y="90"/>
                  </a:moveTo>
                  <a:cubicBezTo>
                    <a:pt x="127" y="124"/>
                    <a:pt x="112" y="150"/>
                    <a:pt x="85" y="150"/>
                  </a:cubicBezTo>
                  <a:cubicBezTo>
                    <a:pt x="58" y="150"/>
                    <a:pt x="42" y="126"/>
                    <a:pt x="42" y="91"/>
                  </a:cubicBezTo>
                  <a:cubicBezTo>
                    <a:pt x="42" y="57"/>
                    <a:pt x="58" y="31"/>
                    <a:pt x="84" y="31"/>
                  </a:cubicBezTo>
                  <a:cubicBezTo>
                    <a:pt x="112" y="31"/>
                    <a:pt x="127" y="59"/>
                    <a:pt x="127"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47"/>
            <p:cNvSpPr>
              <a:spLocks/>
            </p:cNvSpPr>
            <p:nvPr/>
          </p:nvSpPr>
          <p:spPr bwMode="auto">
            <a:xfrm>
              <a:off x="10382250" y="2070100"/>
              <a:ext cx="84138" cy="119063"/>
            </a:xfrm>
            <a:custGeom>
              <a:avLst/>
              <a:gdLst>
                <a:gd name="T0" fmla="*/ 55 w 55"/>
                <a:gd name="T1" fmla="*/ 64 h 78"/>
                <a:gd name="T2" fmla="*/ 26 w 55"/>
                <a:gd name="T3" fmla="*/ 64 h 78"/>
                <a:gd name="T4" fmla="*/ 26 w 55"/>
                <a:gd name="T5" fmla="*/ 63 h 78"/>
                <a:gd name="T6" fmla="*/ 33 w 55"/>
                <a:gd name="T7" fmla="*/ 57 h 78"/>
                <a:gd name="T8" fmla="*/ 53 w 55"/>
                <a:gd name="T9" fmla="*/ 24 h 78"/>
                <a:gd name="T10" fmla="*/ 26 w 55"/>
                <a:gd name="T11" fmla="*/ 0 h 78"/>
                <a:gd name="T12" fmla="*/ 1 w 55"/>
                <a:gd name="T13" fmla="*/ 8 h 78"/>
                <a:gd name="T14" fmla="*/ 6 w 55"/>
                <a:gd name="T15" fmla="*/ 21 h 78"/>
                <a:gd name="T16" fmla="*/ 23 w 55"/>
                <a:gd name="T17" fmla="*/ 15 h 78"/>
                <a:gd name="T18" fmla="*/ 35 w 55"/>
                <a:gd name="T19" fmla="*/ 26 h 78"/>
                <a:gd name="T20" fmla="*/ 10 w 55"/>
                <a:gd name="T21" fmla="*/ 58 h 78"/>
                <a:gd name="T22" fmla="*/ 0 w 55"/>
                <a:gd name="T23" fmla="*/ 67 h 78"/>
                <a:gd name="T24" fmla="*/ 0 w 55"/>
                <a:gd name="T25" fmla="*/ 78 h 78"/>
                <a:gd name="T26" fmla="*/ 55 w 55"/>
                <a:gd name="T27" fmla="*/ 78 h 78"/>
                <a:gd name="T28" fmla="*/ 55 w 55"/>
                <a:gd name="T29" fmla="*/ 6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5" h="78">
                  <a:moveTo>
                    <a:pt x="55" y="64"/>
                  </a:moveTo>
                  <a:cubicBezTo>
                    <a:pt x="26" y="64"/>
                    <a:pt x="26" y="64"/>
                    <a:pt x="26" y="64"/>
                  </a:cubicBezTo>
                  <a:cubicBezTo>
                    <a:pt x="26" y="63"/>
                    <a:pt x="26" y="63"/>
                    <a:pt x="26" y="63"/>
                  </a:cubicBezTo>
                  <a:cubicBezTo>
                    <a:pt x="33" y="57"/>
                    <a:pt x="33" y="57"/>
                    <a:pt x="33" y="57"/>
                  </a:cubicBezTo>
                  <a:cubicBezTo>
                    <a:pt x="44" y="47"/>
                    <a:pt x="53" y="37"/>
                    <a:pt x="53" y="24"/>
                  </a:cubicBezTo>
                  <a:cubicBezTo>
                    <a:pt x="53" y="10"/>
                    <a:pt x="44" y="0"/>
                    <a:pt x="26" y="0"/>
                  </a:cubicBezTo>
                  <a:cubicBezTo>
                    <a:pt x="16" y="0"/>
                    <a:pt x="7" y="4"/>
                    <a:pt x="1" y="8"/>
                  </a:cubicBezTo>
                  <a:cubicBezTo>
                    <a:pt x="6" y="21"/>
                    <a:pt x="6" y="21"/>
                    <a:pt x="6" y="21"/>
                  </a:cubicBezTo>
                  <a:cubicBezTo>
                    <a:pt x="10" y="18"/>
                    <a:pt x="16" y="15"/>
                    <a:pt x="23" y="15"/>
                  </a:cubicBezTo>
                  <a:cubicBezTo>
                    <a:pt x="32" y="15"/>
                    <a:pt x="35" y="20"/>
                    <a:pt x="35" y="26"/>
                  </a:cubicBezTo>
                  <a:cubicBezTo>
                    <a:pt x="35" y="35"/>
                    <a:pt x="27" y="43"/>
                    <a:pt x="10" y="58"/>
                  </a:cubicBezTo>
                  <a:cubicBezTo>
                    <a:pt x="0" y="67"/>
                    <a:pt x="0" y="67"/>
                    <a:pt x="0" y="67"/>
                  </a:cubicBezTo>
                  <a:cubicBezTo>
                    <a:pt x="0" y="78"/>
                    <a:pt x="0" y="78"/>
                    <a:pt x="0" y="78"/>
                  </a:cubicBezTo>
                  <a:cubicBezTo>
                    <a:pt x="55" y="78"/>
                    <a:pt x="55" y="78"/>
                    <a:pt x="55" y="78"/>
                  </a:cubicBezTo>
                  <a:lnTo>
                    <a:pt x="55" y="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48"/>
            <p:cNvSpPr>
              <a:spLocks noEditPoints="1"/>
            </p:cNvSpPr>
            <p:nvPr/>
          </p:nvSpPr>
          <p:spPr bwMode="auto">
            <a:xfrm>
              <a:off x="11004550" y="1719263"/>
              <a:ext cx="658813" cy="635000"/>
            </a:xfrm>
            <a:custGeom>
              <a:avLst/>
              <a:gdLst>
                <a:gd name="T0" fmla="*/ 223 w 431"/>
                <a:gd name="T1" fmla="*/ 0 h 415"/>
                <a:gd name="T2" fmla="*/ 16 w 431"/>
                <a:gd name="T3" fmla="*/ 207 h 415"/>
                <a:gd name="T4" fmla="*/ 60 w 431"/>
                <a:gd name="T5" fmla="*/ 336 h 415"/>
                <a:gd name="T6" fmla="*/ 0 w 431"/>
                <a:gd name="T7" fmla="*/ 415 h 415"/>
                <a:gd name="T8" fmla="*/ 84 w 431"/>
                <a:gd name="T9" fmla="*/ 362 h 415"/>
                <a:gd name="T10" fmla="*/ 223 w 431"/>
                <a:gd name="T11" fmla="*/ 415 h 415"/>
                <a:gd name="T12" fmla="*/ 431 w 431"/>
                <a:gd name="T13" fmla="*/ 207 h 415"/>
                <a:gd name="T14" fmla="*/ 223 w 431"/>
                <a:gd name="T15" fmla="*/ 0 h 415"/>
                <a:gd name="T16" fmla="*/ 220 w 431"/>
                <a:gd name="T17" fmla="*/ 383 h 415"/>
                <a:gd name="T18" fmla="*/ 47 w 431"/>
                <a:gd name="T19" fmla="*/ 210 h 415"/>
                <a:gd name="T20" fmla="*/ 220 w 431"/>
                <a:gd name="T21" fmla="*/ 36 h 415"/>
                <a:gd name="T22" fmla="*/ 394 w 431"/>
                <a:gd name="T23" fmla="*/ 210 h 415"/>
                <a:gd name="T24" fmla="*/ 220 w 431"/>
                <a:gd name="T25" fmla="*/ 383 h 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1" h="415">
                  <a:moveTo>
                    <a:pt x="223" y="0"/>
                  </a:moveTo>
                  <a:cubicBezTo>
                    <a:pt x="109" y="0"/>
                    <a:pt x="16" y="93"/>
                    <a:pt x="16" y="207"/>
                  </a:cubicBezTo>
                  <a:cubicBezTo>
                    <a:pt x="16" y="256"/>
                    <a:pt x="32" y="301"/>
                    <a:pt x="60" y="336"/>
                  </a:cubicBezTo>
                  <a:cubicBezTo>
                    <a:pt x="0" y="415"/>
                    <a:pt x="0" y="415"/>
                    <a:pt x="0" y="415"/>
                  </a:cubicBezTo>
                  <a:cubicBezTo>
                    <a:pt x="84" y="362"/>
                    <a:pt x="84" y="362"/>
                    <a:pt x="84" y="362"/>
                  </a:cubicBezTo>
                  <a:cubicBezTo>
                    <a:pt x="121" y="395"/>
                    <a:pt x="170" y="415"/>
                    <a:pt x="223" y="415"/>
                  </a:cubicBezTo>
                  <a:cubicBezTo>
                    <a:pt x="338" y="415"/>
                    <a:pt x="431" y="322"/>
                    <a:pt x="431" y="207"/>
                  </a:cubicBezTo>
                  <a:cubicBezTo>
                    <a:pt x="431" y="93"/>
                    <a:pt x="338" y="0"/>
                    <a:pt x="223" y="0"/>
                  </a:cubicBezTo>
                  <a:close/>
                  <a:moveTo>
                    <a:pt x="220" y="383"/>
                  </a:moveTo>
                  <a:cubicBezTo>
                    <a:pt x="124" y="383"/>
                    <a:pt x="47" y="305"/>
                    <a:pt x="47" y="210"/>
                  </a:cubicBezTo>
                  <a:cubicBezTo>
                    <a:pt x="47" y="114"/>
                    <a:pt x="124" y="36"/>
                    <a:pt x="220" y="36"/>
                  </a:cubicBezTo>
                  <a:cubicBezTo>
                    <a:pt x="316" y="36"/>
                    <a:pt x="394" y="114"/>
                    <a:pt x="394" y="210"/>
                  </a:cubicBezTo>
                  <a:cubicBezTo>
                    <a:pt x="394" y="305"/>
                    <a:pt x="316" y="383"/>
                    <a:pt x="220" y="3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49"/>
            <p:cNvSpPr>
              <a:spLocks/>
            </p:cNvSpPr>
            <p:nvPr/>
          </p:nvSpPr>
          <p:spPr bwMode="auto">
            <a:xfrm>
              <a:off x="11144250" y="1936750"/>
              <a:ext cx="139700" cy="182563"/>
            </a:xfrm>
            <a:custGeom>
              <a:avLst/>
              <a:gdLst>
                <a:gd name="T0" fmla="*/ 65 w 92"/>
                <a:gd name="T1" fmla="*/ 22 h 120"/>
                <a:gd name="T2" fmla="*/ 87 w 92"/>
                <a:gd name="T3" fmla="*/ 26 h 120"/>
                <a:gd name="T4" fmla="*/ 92 w 92"/>
                <a:gd name="T5" fmla="*/ 5 h 120"/>
                <a:gd name="T6" fmla="*/ 64 w 92"/>
                <a:gd name="T7" fmla="*/ 0 h 120"/>
                <a:gd name="T8" fmla="*/ 0 w 92"/>
                <a:gd name="T9" fmla="*/ 62 h 120"/>
                <a:gd name="T10" fmla="*/ 61 w 92"/>
                <a:gd name="T11" fmla="*/ 120 h 120"/>
                <a:gd name="T12" fmla="*/ 91 w 92"/>
                <a:gd name="T13" fmla="*/ 115 h 120"/>
                <a:gd name="T14" fmla="*/ 87 w 92"/>
                <a:gd name="T15" fmla="*/ 94 h 120"/>
                <a:gd name="T16" fmla="*/ 65 w 92"/>
                <a:gd name="T17" fmla="*/ 98 h 120"/>
                <a:gd name="T18" fmla="*/ 28 w 92"/>
                <a:gd name="T19" fmla="*/ 60 h 120"/>
                <a:gd name="T20" fmla="*/ 65 w 92"/>
                <a:gd name="T21" fmla="*/ 2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2" h="120">
                  <a:moveTo>
                    <a:pt x="65" y="22"/>
                  </a:moveTo>
                  <a:cubicBezTo>
                    <a:pt x="74" y="22"/>
                    <a:pt x="81" y="24"/>
                    <a:pt x="87" y="26"/>
                  </a:cubicBezTo>
                  <a:cubicBezTo>
                    <a:pt x="92" y="5"/>
                    <a:pt x="92" y="5"/>
                    <a:pt x="92" y="5"/>
                  </a:cubicBezTo>
                  <a:cubicBezTo>
                    <a:pt x="88" y="3"/>
                    <a:pt x="77" y="0"/>
                    <a:pt x="64" y="0"/>
                  </a:cubicBezTo>
                  <a:cubicBezTo>
                    <a:pt x="28" y="0"/>
                    <a:pt x="0" y="22"/>
                    <a:pt x="0" y="62"/>
                  </a:cubicBezTo>
                  <a:cubicBezTo>
                    <a:pt x="0" y="95"/>
                    <a:pt x="21" y="120"/>
                    <a:pt x="61" y="120"/>
                  </a:cubicBezTo>
                  <a:cubicBezTo>
                    <a:pt x="75" y="120"/>
                    <a:pt x="86" y="117"/>
                    <a:pt x="91" y="115"/>
                  </a:cubicBezTo>
                  <a:cubicBezTo>
                    <a:pt x="87" y="94"/>
                    <a:pt x="87" y="94"/>
                    <a:pt x="87" y="94"/>
                  </a:cubicBezTo>
                  <a:cubicBezTo>
                    <a:pt x="82" y="96"/>
                    <a:pt x="73" y="98"/>
                    <a:pt x="65" y="98"/>
                  </a:cubicBezTo>
                  <a:cubicBezTo>
                    <a:pt x="42" y="98"/>
                    <a:pt x="28" y="83"/>
                    <a:pt x="28" y="60"/>
                  </a:cubicBezTo>
                  <a:cubicBezTo>
                    <a:pt x="28" y="34"/>
                    <a:pt x="44" y="22"/>
                    <a:pt x="65"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50"/>
            <p:cNvSpPr>
              <a:spLocks noEditPoints="1"/>
            </p:cNvSpPr>
            <p:nvPr/>
          </p:nvSpPr>
          <p:spPr bwMode="auto">
            <a:xfrm>
              <a:off x="11291888" y="1936750"/>
              <a:ext cx="171450" cy="182563"/>
            </a:xfrm>
            <a:custGeom>
              <a:avLst/>
              <a:gdLst>
                <a:gd name="T0" fmla="*/ 57 w 112"/>
                <a:gd name="T1" fmla="*/ 0 h 120"/>
                <a:gd name="T2" fmla="*/ 0 w 112"/>
                <a:gd name="T3" fmla="*/ 61 h 120"/>
                <a:gd name="T4" fmla="*/ 55 w 112"/>
                <a:gd name="T5" fmla="*/ 120 h 120"/>
                <a:gd name="T6" fmla="*/ 112 w 112"/>
                <a:gd name="T7" fmla="*/ 59 h 120"/>
                <a:gd name="T8" fmla="*/ 57 w 112"/>
                <a:gd name="T9" fmla="*/ 0 h 120"/>
                <a:gd name="T10" fmla="*/ 56 w 112"/>
                <a:gd name="T11" fmla="*/ 99 h 120"/>
                <a:gd name="T12" fmla="*/ 28 w 112"/>
                <a:gd name="T13" fmla="*/ 60 h 120"/>
                <a:gd name="T14" fmla="*/ 56 w 112"/>
                <a:gd name="T15" fmla="*/ 21 h 120"/>
                <a:gd name="T16" fmla="*/ 84 w 112"/>
                <a:gd name="T17" fmla="*/ 59 h 120"/>
                <a:gd name="T18" fmla="*/ 56 w 112"/>
                <a:gd name="T19" fmla="*/ 99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2" h="120">
                  <a:moveTo>
                    <a:pt x="57" y="0"/>
                  </a:moveTo>
                  <a:cubicBezTo>
                    <a:pt x="23" y="0"/>
                    <a:pt x="0" y="26"/>
                    <a:pt x="0" y="61"/>
                  </a:cubicBezTo>
                  <a:cubicBezTo>
                    <a:pt x="0" y="94"/>
                    <a:pt x="21" y="120"/>
                    <a:pt x="55" y="120"/>
                  </a:cubicBezTo>
                  <a:cubicBezTo>
                    <a:pt x="89" y="120"/>
                    <a:pt x="112" y="97"/>
                    <a:pt x="112" y="59"/>
                  </a:cubicBezTo>
                  <a:cubicBezTo>
                    <a:pt x="112" y="27"/>
                    <a:pt x="93" y="0"/>
                    <a:pt x="57" y="0"/>
                  </a:cubicBezTo>
                  <a:close/>
                  <a:moveTo>
                    <a:pt x="56" y="99"/>
                  </a:moveTo>
                  <a:cubicBezTo>
                    <a:pt x="39" y="99"/>
                    <a:pt x="28" y="83"/>
                    <a:pt x="28" y="60"/>
                  </a:cubicBezTo>
                  <a:cubicBezTo>
                    <a:pt x="28" y="38"/>
                    <a:pt x="39" y="21"/>
                    <a:pt x="56" y="21"/>
                  </a:cubicBezTo>
                  <a:cubicBezTo>
                    <a:pt x="74" y="21"/>
                    <a:pt x="84" y="39"/>
                    <a:pt x="84" y="59"/>
                  </a:cubicBezTo>
                  <a:cubicBezTo>
                    <a:pt x="84" y="82"/>
                    <a:pt x="74" y="99"/>
                    <a:pt x="56"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51"/>
            <p:cNvSpPr>
              <a:spLocks/>
            </p:cNvSpPr>
            <p:nvPr/>
          </p:nvSpPr>
          <p:spPr bwMode="auto">
            <a:xfrm>
              <a:off x="11487150" y="2063750"/>
              <a:ext cx="55563" cy="77788"/>
            </a:xfrm>
            <a:custGeom>
              <a:avLst/>
              <a:gdLst>
                <a:gd name="T0" fmla="*/ 0 w 36"/>
                <a:gd name="T1" fmla="*/ 5 h 51"/>
                <a:gd name="T2" fmla="*/ 4 w 36"/>
                <a:gd name="T3" fmla="*/ 13 h 51"/>
                <a:gd name="T4" fmla="*/ 15 w 36"/>
                <a:gd name="T5" fmla="*/ 9 h 51"/>
                <a:gd name="T6" fmla="*/ 23 w 36"/>
                <a:gd name="T7" fmla="*/ 17 h 51"/>
                <a:gd name="T8" fmla="*/ 6 w 36"/>
                <a:gd name="T9" fmla="*/ 38 h 51"/>
                <a:gd name="T10" fmla="*/ 0 w 36"/>
                <a:gd name="T11" fmla="*/ 44 h 51"/>
                <a:gd name="T12" fmla="*/ 0 w 36"/>
                <a:gd name="T13" fmla="*/ 51 h 51"/>
                <a:gd name="T14" fmla="*/ 36 w 36"/>
                <a:gd name="T15" fmla="*/ 51 h 51"/>
                <a:gd name="T16" fmla="*/ 36 w 36"/>
                <a:gd name="T17" fmla="*/ 42 h 51"/>
                <a:gd name="T18" fmla="*/ 17 w 36"/>
                <a:gd name="T19" fmla="*/ 42 h 51"/>
                <a:gd name="T20" fmla="*/ 17 w 36"/>
                <a:gd name="T21" fmla="*/ 41 h 51"/>
                <a:gd name="T22" fmla="*/ 21 w 36"/>
                <a:gd name="T23" fmla="*/ 37 h 51"/>
                <a:gd name="T24" fmla="*/ 35 w 36"/>
                <a:gd name="T25" fmla="*/ 16 h 51"/>
                <a:gd name="T26" fmla="*/ 17 w 36"/>
                <a:gd name="T27" fmla="*/ 0 h 51"/>
                <a:gd name="T28" fmla="*/ 0 w 36"/>
                <a:gd name="T29" fmla="*/ 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 h="51">
                  <a:moveTo>
                    <a:pt x="0" y="5"/>
                  </a:moveTo>
                  <a:cubicBezTo>
                    <a:pt x="4" y="13"/>
                    <a:pt x="4" y="13"/>
                    <a:pt x="4" y="13"/>
                  </a:cubicBezTo>
                  <a:cubicBezTo>
                    <a:pt x="6" y="11"/>
                    <a:pt x="10" y="9"/>
                    <a:pt x="15" y="9"/>
                  </a:cubicBezTo>
                  <a:cubicBezTo>
                    <a:pt x="20" y="9"/>
                    <a:pt x="23" y="12"/>
                    <a:pt x="23" y="17"/>
                  </a:cubicBezTo>
                  <a:cubicBezTo>
                    <a:pt x="23" y="23"/>
                    <a:pt x="17" y="28"/>
                    <a:pt x="6" y="38"/>
                  </a:cubicBezTo>
                  <a:cubicBezTo>
                    <a:pt x="0" y="44"/>
                    <a:pt x="0" y="44"/>
                    <a:pt x="0" y="44"/>
                  </a:cubicBezTo>
                  <a:cubicBezTo>
                    <a:pt x="0" y="51"/>
                    <a:pt x="0" y="51"/>
                    <a:pt x="0" y="51"/>
                  </a:cubicBezTo>
                  <a:cubicBezTo>
                    <a:pt x="36" y="51"/>
                    <a:pt x="36" y="51"/>
                    <a:pt x="36" y="51"/>
                  </a:cubicBezTo>
                  <a:cubicBezTo>
                    <a:pt x="36" y="42"/>
                    <a:pt x="36" y="42"/>
                    <a:pt x="36" y="42"/>
                  </a:cubicBezTo>
                  <a:cubicBezTo>
                    <a:pt x="17" y="42"/>
                    <a:pt x="17" y="42"/>
                    <a:pt x="17" y="42"/>
                  </a:cubicBezTo>
                  <a:cubicBezTo>
                    <a:pt x="17" y="41"/>
                    <a:pt x="17" y="41"/>
                    <a:pt x="17" y="41"/>
                  </a:cubicBezTo>
                  <a:cubicBezTo>
                    <a:pt x="21" y="37"/>
                    <a:pt x="21" y="37"/>
                    <a:pt x="21" y="37"/>
                  </a:cubicBezTo>
                  <a:cubicBezTo>
                    <a:pt x="29" y="31"/>
                    <a:pt x="35" y="24"/>
                    <a:pt x="35" y="16"/>
                  </a:cubicBezTo>
                  <a:cubicBezTo>
                    <a:pt x="35" y="6"/>
                    <a:pt x="28" y="0"/>
                    <a:pt x="17" y="0"/>
                  </a:cubicBezTo>
                  <a:cubicBezTo>
                    <a:pt x="10" y="0"/>
                    <a:pt x="4" y="2"/>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52"/>
            <p:cNvSpPr>
              <a:spLocks noEditPoints="1"/>
            </p:cNvSpPr>
            <p:nvPr/>
          </p:nvSpPr>
          <p:spPr bwMode="auto">
            <a:xfrm>
              <a:off x="9844088" y="1692275"/>
              <a:ext cx="168275" cy="168275"/>
            </a:xfrm>
            <a:custGeom>
              <a:avLst/>
              <a:gdLst>
                <a:gd name="T0" fmla="*/ 55 w 110"/>
                <a:gd name="T1" fmla="*/ 0 h 110"/>
                <a:gd name="T2" fmla="*/ 0 w 110"/>
                <a:gd name="T3" fmla="*/ 55 h 110"/>
                <a:gd name="T4" fmla="*/ 55 w 110"/>
                <a:gd name="T5" fmla="*/ 110 h 110"/>
                <a:gd name="T6" fmla="*/ 110 w 110"/>
                <a:gd name="T7" fmla="*/ 55 h 110"/>
                <a:gd name="T8" fmla="*/ 55 w 110"/>
                <a:gd name="T9" fmla="*/ 0 h 110"/>
                <a:gd name="T10" fmla="*/ 86 w 110"/>
                <a:gd name="T11" fmla="*/ 63 h 110"/>
                <a:gd name="T12" fmla="*/ 63 w 110"/>
                <a:gd name="T13" fmla="*/ 63 h 110"/>
                <a:gd name="T14" fmla="*/ 63 w 110"/>
                <a:gd name="T15" fmla="*/ 86 h 110"/>
                <a:gd name="T16" fmla="*/ 47 w 110"/>
                <a:gd name="T17" fmla="*/ 86 h 110"/>
                <a:gd name="T18" fmla="*/ 47 w 110"/>
                <a:gd name="T19" fmla="*/ 63 h 110"/>
                <a:gd name="T20" fmla="*/ 24 w 110"/>
                <a:gd name="T21" fmla="*/ 63 h 110"/>
                <a:gd name="T22" fmla="*/ 24 w 110"/>
                <a:gd name="T23" fmla="*/ 47 h 110"/>
                <a:gd name="T24" fmla="*/ 47 w 110"/>
                <a:gd name="T25" fmla="*/ 47 h 110"/>
                <a:gd name="T26" fmla="*/ 47 w 110"/>
                <a:gd name="T27" fmla="*/ 24 h 110"/>
                <a:gd name="T28" fmla="*/ 63 w 110"/>
                <a:gd name="T29" fmla="*/ 24 h 110"/>
                <a:gd name="T30" fmla="*/ 63 w 110"/>
                <a:gd name="T31" fmla="*/ 47 h 110"/>
                <a:gd name="T32" fmla="*/ 86 w 110"/>
                <a:gd name="T33" fmla="*/ 47 h 110"/>
                <a:gd name="T34" fmla="*/ 86 w 110"/>
                <a:gd name="T35" fmla="*/ 63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0" h="110">
                  <a:moveTo>
                    <a:pt x="55" y="0"/>
                  </a:moveTo>
                  <a:cubicBezTo>
                    <a:pt x="24" y="0"/>
                    <a:pt x="0" y="24"/>
                    <a:pt x="0" y="55"/>
                  </a:cubicBezTo>
                  <a:cubicBezTo>
                    <a:pt x="0" y="86"/>
                    <a:pt x="24" y="110"/>
                    <a:pt x="55" y="110"/>
                  </a:cubicBezTo>
                  <a:cubicBezTo>
                    <a:pt x="86" y="110"/>
                    <a:pt x="110" y="86"/>
                    <a:pt x="110" y="55"/>
                  </a:cubicBezTo>
                  <a:cubicBezTo>
                    <a:pt x="110" y="24"/>
                    <a:pt x="86" y="0"/>
                    <a:pt x="55" y="0"/>
                  </a:cubicBezTo>
                  <a:close/>
                  <a:moveTo>
                    <a:pt x="86" y="63"/>
                  </a:moveTo>
                  <a:cubicBezTo>
                    <a:pt x="63" y="63"/>
                    <a:pt x="63" y="63"/>
                    <a:pt x="63" y="63"/>
                  </a:cubicBezTo>
                  <a:cubicBezTo>
                    <a:pt x="63" y="86"/>
                    <a:pt x="63" y="86"/>
                    <a:pt x="63" y="86"/>
                  </a:cubicBezTo>
                  <a:cubicBezTo>
                    <a:pt x="47" y="86"/>
                    <a:pt x="47" y="86"/>
                    <a:pt x="47" y="86"/>
                  </a:cubicBezTo>
                  <a:cubicBezTo>
                    <a:pt x="47" y="63"/>
                    <a:pt x="47" y="63"/>
                    <a:pt x="47" y="63"/>
                  </a:cubicBezTo>
                  <a:cubicBezTo>
                    <a:pt x="24" y="63"/>
                    <a:pt x="24" y="63"/>
                    <a:pt x="24" y="63"/>
                  </a:cubicBezTo>
                  <a:cubicBezTo>
                    <a:pt x="24" y="47"/>
                    <a:pt x="24" y="47"/>
                    <a:pt x="24" y="47"/>
                  </a:cubicBezTo>
                  <a:cubicBezTo>
                    <a:pt x="47" y="47"/>
                    <a:pt x="47" y="47"/>
                    <a:pt x="47" y="47"/>
                  </a:cubicBezTo>
                  <a:cubicBezTo>
                    <a:pt x="47" y="24"/>
                    <a:pt x="47" y="24"/>
                    <a:pt x="47" y="24"/>
                  </a:cubicBezTo>
                  <a:cubicBezTo>
                    <a:pt x="63" y="24"/>
                    <a:pt x="63" y="24"/>
                    <a:pt x="63" y="24"/>
                  </a:cubicBezTo>
                  <a:cubicBezTo>
                    <a:pt x="63" y="47"/>
                    <a:pt x="63" y="47"/>
                    <a:pt x="63" y="47"/>
                  </a:cubicBezTo>
                  <a:cubicBezTo>
                    <a:pt x="86" y="47"/>
                    <a:pt x="86" y="47"/>
                    <a:pt x="86" y="47"/>
                  </a:cubicBezTo>
                  <a:lnTo>
                    <a:pt x="86" y="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53"/>
            <p:cNvSpPr>
              <a:spLocks noEditPoints="1"/>
            </p:cNvSpPr>
            <p:nvPr/>
          </p:nvSpPr>
          <p:spPr bwMode="auto">
            <a:xfrm>
              <a:off x="10442575" y="1581150"/>
              <a:ext cx="168275" cy="168275"/>
            </a:xfrm>
            <a:custGeom>
              <a:avLst/>
              <a:gdLst>
                <a:gd name="T0" fmla="*/ 110 w 110"/>
                <a:gd name="T1" fmla="*/ 55 h 110"/>
                <a:gd name="T2" fmla="*/ 55 w 110"/>
                <a:gd name="T3" fmla="*/ 0 h 110"/>
                <a:gd name="T4" fmla="*/ 0 w 110"/>
                <a:gd name="T5" fmla="*/ 55 h 110"/>
                <a:gd name="T6" fmla="*/ 55 w 110"/>
                <a:gd name="T7" fmla="*/ 110 h 110"/>
                <a:gd name="T8" fmla="*/ 110 w 110"/>
                <a:gd name="T9" fmla="*/ 55 h 110"/>
                <a:gd name="T10" fmla="*/ 24 w 110"/>
                <a:gd name="T11" fmla="*/ 63 h 110"/>
                <a:gd name="T12" fmla="*/ 24 w 110"/>
                <a:gd name="T13" fmla="*/ 47 h 110"/>
                <a:gd name="T14" fmla="*/ 47 w 110"/>
                <a:gd name="T15" fmla="*/ 47 h 110"/>
                <a:gd name="T16" fmla="*/ 47 w 110"/>
                <a:gd name="T17" fmla="*/ 24 h 110"/>
                <a:gd name="T18" fmla="*/ 63 w 110"/>
                <a:gd name="T19" fmla="*/ 24 h 110"/>
                <a:gd name="T20" fmla="*/ 63 w 110"/>
                <a:gd name="T21" fmla="*/ 47 h 110"/>
                <a:gd name="T22" fmla="*/ 86 w 110"/>
                <a:gd name="T23" fmla="*/ 47 h 110"/>
                <a:gd name="T24" fmla="*/ 86 w 110"/>
                <a:gd name="T25" fmla="*/ 63 h 110"/>
                <a:gd name="T26" fmla="*/ 63 w 110"/>
                <a:gd name="T27" fmla="*/ 63 h 110"/>
                <a:gd name="T28" fmla="*/ 63 w 110"/>
                <a:gd name="T29" fmla="*/ 86 h 110"/>
                <a:gd name="T30" fmla="*/ 47 w 110"/>
                <a:gd name="T31" fmla="*/ 86 h 110"/>
                <a:gd name="T32" fmla="*/ 47 w 110"/>
                <a:gd name="T33" fmla="*/ 63 h 110"/>
                <a:gd name="T34" fmla="*/ 24 w 110"/>
                <a:gd name="T35" fmla="*/ 63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0" h="110">
                  <a:moveTo>
                    <a:pt x="110" y="55"/>
                  </a:moveTo>
                  <a:cubicBezTo>
                    <a:pt x="110" y="24"/>
                    <a:pt x="86" y="0"/>
                    <a:pt x="55" y="0"/>
                  </a:cubicBezTo>
                  <a:cubicBezTo>
                    <a:pt x="24" y="0"/>
                    <a:pt x="0" y="24"/>
                    <a:pt x="0" y="55"/>
                  </a:cubicBezTo>
                  <a:cubicBezTo>
                    <a:pt x="0" y="86"/>
                    <a:pt x="24" y="110"/>
                    <a:pt x="55" y="110"/>
                  </a:cubicBezTo>
                  <a:cubicBezTo>
                    <a:pt x="86" y="110"/>
                    <a:pt x="110" y="86"/>
                    <a:pt x="110" y="55"/>
                  </a:cubicBezTo>
                  <a:close/>
                  <a:moveTo>
                    <a:pt x="24" y="63"/>
                  </a:moveTo>
                  <a:cubicBezTo>
                    <a:pt x="24" y="47"/>
                    <a:pt x="24" y="47"/>
                    <a:pt x="24" y="47"/>
                  </a:cubicBezTo>
                  <a:cubicBezTo>
                    <a:pt x="47" y="47"/>
                    <a:pt x="47" y="47"/>
                    <a:pt x="47" y="47"/>
                  </a:cubicBezTo>
                  <a:cubicBezTo>
                    <a:pt x="47" y="24"/>
                    <a:pt x="47" y="24"/>
                    <a:pt x="47" y="24"/>
                  </a:cubicBezTo>
                  <a:cubicBezTo>
                    <a:pt x="63" y="24"/>
                    <a:pt x="63" y="24"/>
                    <a:pt x="63" y="24"/>
                  </a:cubicBezTo>
                  <a:cubicBezTo>
                    <a:pt x="63" y="47"/>
                    <a:pt x="63" y="47"/>
                    <a:pt x="63" y="47"/>
                  </a:cubicBezTo>
                  <a:cubicBezTo>
                    <a:pt x="86" y="47"/>
                    <a:pt x="86" y="47"/>
                    <a:pt x="86" y="47"/>
                  </a:cubicBezTo>
                  <a:cubicBezTo>
                    <a:pt x="86" y="63"/>
                    <a:pt x="86" y="63"/>
                    <a:pt x="86" y="63"/>
                  </a:cubicBezTo>
                  <a:cubicBezTo>
                    <a:pt x="63" y="63"/>
                    <a:pt x="63" y="63"/>
                    <a:pt x="63" y="63"/>
                  </a:cubicBezTo>
                  <a:cubicBezTo>
                    <a:pt x="63" y="86"/>
                    <a:pt x="63" y="86"/>
                    <a:pt x="63" y="86"/>
                  </a:cubicBezTo>
                  <a:cubicBezTo>
                    <a:pt x="47" y="86"/>
                    <a:pt x="47" y="86"/>
                    <a:pt x="47" y="86"/>
                  </a:cubicBezTo>
                  <a:cubicBezTo>
                    <a:pt x="47" y="63"/>
                    <a:pt x="47" y="63"/>
                    <a:pt x="47" y="63"/>
                  </a:cubicBezTo>
                  <a:lnTo>
                    <a:pt x="24" y="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54"/>
            <p:cNvSpPr>
              <a:spLocks noEditPoints="1"/>
            </p:cNvSpPr>
            <p:nvPr/>
          </p:nvSpPr>
          <p:spPr bwMode="auto">
            <a:xfrm>
              <a:off x="9745663" y="1905000"/>
              <a:ext cx="168275" cy="168275"/>
            </a:xfrm>
            <a:custGeom>
              <a:avLst/>
              <a:gdLst>
                <a:gd name="T0" fmla="*/ 0 w 110"/>
                <a:gd name="T1" fmla="*/ 55 h 110"/>
                <a:gd name="T2" fmla="*/ 55 w 110"/>
                <a:gd name="T3" fmla="*/ 110 h 110"/>
                <a:gd name="T4" fmla="*/ 110 w 110"/>
                <a:gd name="T5" fmla="*/ 55 h 110"/>
                <a:gd name="T6" fmla="*/ 55 w 110"/>
                <a:gd name="T7" fmla="*/ 0 h 110"/>
                <a:gd name="T8" fmla="*/ 0 w 110"/>
                <a:gd name="T9" fmla="*/ 55 h 110"/>
                <a:gd name="T10" fmla="*/ 86 w 110"/>
                <a:gd name="T11" fmla="*/ 47 h 110"/>
                <a:gd name="T12" fmla="*/ 86 w 110"/>
                <a:gd name="T13" fmla="*/ 63 h 110"/>
                <a:gd name="T14" fmla="*/ 63 w 110"/>
                <a:gd name="T15" fmla="*/ 63 h 110"/>
                <a:gd name="T16" fmla="*/ 63 w 110"/>
                <a:gd name="T17" fmla="*/ 86 h 110"/>
                <a:gd name="T18" fmla="*/ 47 w 110"/>
                <a:gd name="T19" fmla="*/ 86 h 110"/>
                <a:gd name="T20" fmla="*/ 47 w 110"/>
                <a:gd name="T21" fmla="*/ 63 h 110"/>
                <a:gd name="T22" fmla="*/ 24 w 110"/>
                <a:gd name="T23" fmla="*/ 63 h 110"/>
                <a:gd name="T24" fmla="*/ 24 w 110"/>
                <a:gd name="T25" fmla="*/ 47 h 110"/>
                <a:gd name="T26" fmla="*/ 47 w 110"/>
                <a:gd name="T27" fmla="*/ 47 h 110"/>
                <a:gd name="T28" fmla="*/ 47 w 110"/>
                <a:gd name="T29" fmla="*/ 24 h 110"/>
                <a:gd name="T30" fmla="*/ 63 w 110"/>
                <a:gd name="T31" fmla="*/ 24 h 110"/>
                <a:gd name="T32" fmla="*/ 63 w 110"/>
                <a:gd name="T33" fmla="*/ 47 h 110"/>
                <a:gd name="T34" fmla="*/ 86 w 110"/>
                <a:gd name="T35" fmla="*/ 47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0" h="110">
                  <a:moveTo>
                    <a:pt x="0" y="55"/>
                  </a:moveTo>
                  <a:cubicBezTo>
                    <a:pt x="0" y="86"/>
                    <a:pt x="24" y="110"/>
                    <a:pt x="55" y="110"/>
                  </a:cubicBezTo>
                  <a:cubicBezTo>
                    <a:pt x="86" y="110"/>
                    <a:pt x="110" y="86"/>
                    <a:pt x="110" y="55"/>
                  </a:cubicBezTo>
                  <a:cubicBezTo>
                    <a:pt x="110" y="24"/>
                    <a:pt x="86" y="0"/>
                    <a:pt x="55" y="0"/>
                  </a:cubicBezTo>
                  <a:cubicBezTo>
                    <a:pt x="24" y="0"/>
                    <a:pt x="0" y="24"/>
                    <a:pt x="0" y="55"/>
                  </a:cubicBezTo>
                  <a:close/>
                  <a:moveTo>
                    <a:pt x="86" y="47"/>
                  </a:moveTo>
                  <a:cubicBezTo>
                    <a:pt x="86" y="63"/>
                    <a:pt x="86" y="63"/>
                    <a:pt x="86" y="63"/>
                  </a:cubicBezTo>
                  <a:cubicBezTo>
                    <a:pt x="63" y="63"/>
                    <a:pt x="63" y="63"/>
                    <a:pt x="63" y="63"/>
                  </a:cubicBezTo>
                  <a:cubicBezTo>
                    <a:pt x="63" y="86"/>
                    <a:pt x="63" y="86"/>
                    <a:pt x="63" y="86"/>
                  </a:cubicBezTo>
                  <a:cubicBezTo>
                    <a:pt x="47" y="86"/>
                    <a:pt x="47" y="86"/>
                    <a:pt x="47" y="86"/>
                  </a:cubicBezTo>
                  <a:cubicBezTo>
                    <a:pt x="47" y="63"/>
                    <a:pt x="47" y="63"/>
                    <a:pt x="47" y="63"/>
                  </a:cubicBezTo>
                  <a:cubicBezTo>
                    <a:pt x="24" y="63"/>
                    <a:pt x="24" y="63"/>
                    <a:pt x="24" y="63"/>
                  </a:cubicBezTo>
                  <a:cubicBezTo>
                    <a:pt x="24" y="47"/>
                    <a:pt x="24" y="47"/>
                    <a:pt x="24" y="47"/>
                  </a:cubicBezTo>
                  <a:cubicBezTo>
                    <a:pt x="47" y="47"/>
                    <a:pt x="47" y="47"/>
                    <a:pt x="47" y="47"/>
                  </a:cubicBezTo>
                  <a:cubicBezTo>
                    <a:pt x="47" y="24"/>
                    <a:pt x="47" y="24"/>
                    <a:pt x="47" y="24"/>
                  </a:cubicBezTo>
                  <a:cubicBezTo>
                    <a:pt x="63" y="24"/>
                    <a:pt x="63" y="24"/>
                    <a:pt x="63" y="24"/>
                  </a:cubicBezTo>
                  <a:cubicBezTo>
                    <a:pt x="63" y="47"/>
                    <a:pt x="63" y="47"/>
                    <a:pt x="63" y="47"/>
                  </a:cubicBezTo>
                  <a:lnTo>
                    <a:pt x="86"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55"/>
            <p:cNvSpPr>
              <a:spLocks noEditPoints="1"/>
            </p:cNvSpPr>
            <p:nvPr/>
          </p:nvSpPr>
          <p:spPr bwMode="auto">
            <a:xfrm>
              <a:off x="10645775" y="1920875"/>
              <a:ext cx="168275" cy="168275"/>
            </a:xfrm>
            <a:custGeom>
              <a:avLst/>
              <a:gdLst>
                <a:gd name="T0" fmla="*/ 110 w 110"/>
                <a:gd name="T1" fmla="*/ 55 h 110"/>
                <a:gd name="T2" fmla="*/ 55 w 110"/>
                <a:gd name="T3" fmla="*/ 0 h 110"/>
                <a:gd name="T4" fmla="*/ 0 w 110"/>
                <a:gd name="T5" fmla="*/ 55 h 110"/>
                <a:gd name="T6" fmla="*/ 55 w 110"/>
                <a:gd name="T7" fmla="*/ 110 h 110"/>
                <a:gd name="T8" fmla="*/ 110 w 110"/>
                <a:gd name="T9" fmla="*/ 55 h 110"/>
                <a:gd name="T10" fmla="*/ 24 w 110"/>
                <a:gd name="T11" fmla="*/ 63 h 110"/>
                <a:gd name="T12" fmla="*/ 24 w 110"/>
                <a:gd name="T13" fmla="*/ 47 h 110"/>
                <a:gd name="T14" fmla="*/ 47 w 110"/>
                <a:gd name="T15" fmla="*/ 47 h 110"/>
                <a:gd name="T16" fmla="*/ 47 w 110"/>
                <a:gd name="T17" fmla="*/ 24 h 110"/>
                <a:gd name="T18" fmla="*/ 63 w 110"/>
                <a:gd name="T19" fmla="*/ 24 h 110"/>
                <a:gd name="T20" fmla="*/ 63 w 110"/>
                <a:gd name="T21" fmla="*/ 47 h 110"/>
                <a:gd name="T22" fmla="*/ 86 w 110"/>
                <a:gd name="T23" fmla="*/ 47 h 110"/>
                <a:gd name="T24" fmla="*/ 86 w 110"/>
                <a:gd name="T25" fmla="*/ 63 h 110"/>
                <a:gd name="T26" fmla="*/ 63 w 110"/>
                <a:gd name="T27" fmla="*/ 63 h 110"/>
                <a:gd name="T28" fmla="*/ 63 w 110"/>
                <a:gd name="T29" fmla="*/ 86 h 110"/>
                <a:gd name="T30" fmla="*/ 47 w 110"/>
                <a:gd name="T31" fmla="*/ 86 h 110"/>
                <a:gd name="T32" fmla="*/ 47 w 110"/>
                <a:gd name="T33" fmla="*/ 63 h 110"/>
                <a:gd name="T34" fmla="*/ 24 w 110"/>
                <a:gd name="T35" fmla="*/ 63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0" h="110">
                  <a:moveTo>
                    <a:pt x="110" y="55"/>
                  </a:moveTo>
                  <a:cubicBezTo>
                    <a:pt x="110" y="24"/>
                    <a:pt x="86" y="0"/>
                    <a:pt x="55" y="0"/>
                  </a:cubicBezTo>
                  <a:cubicBezTo>
                    <a:pt x="24" y="0"/>
                    <a:pt x="0" y="24"/>
                    <a:pt x="0" y="55"/>
                  </a:cubicBezTo>
                  <a:cubicBezTo>
                    <a:pt x="0" y="86"/>
                    <a:pt x="24" y="110"/>
                    <a:pt x="55" y="110"/>
                  </a:cubicBezTo>
                  <a:cubicBezTo>
                    <a:pt x="86" y="110"/>
                    <a:pt x="110" y="86"/>
                    <a:pt x="110" y="55"/>
                  </a:cubicBezTo>
                  <a:close/>
                  <a:moveTo>
                    <a:pt x="24" y="63"/>
                  </a:moveTo>
                  <a:cubicBezTo>
                    <a:pt x="24" y="47"/>
                    <a:pt x="24" y="47"/>
                    <a:pt x="24" y="47"/>
                  </a:cubicBezTo>
                  <a:cubicBezTo>
                    <a:pt x="47" y="47"/>
                    <a:pt x="47" y="47"/>
                    <a:pt x="47" y="47"/>
                  </a:cubicBezTo>
                  <a:cubicBezTo>
                    <a:pt x="47" y="24"/>
                    <a:pt x="47" y="24"/>
                    <a:pt x="47" y="24"/>
                  </a:cubicBezTo>
                  <a:cubicBezTo>
                    <a:pt x="63" y="24"/>
                    <a:pt x="63" y="24"/>
                    <a:pt x="63" y="24"/>
                  </a:cubicBezTo>
                  <a:cubicBezTo>
                    <a:pt x="63" y="47"/>
                    <a:pt x="63" y="47"/>
                    <a:pt x="63" y="47"/>
                  </a:cubicBezTo>
                  <a:cubicBezTo>
                    <a:pt x="86" y="47"/>
                    <a:pt x="86" y="47"/>
                    <a:pt x="86" y="47"/>
                  </a:cubicBezTo>
                  <a:cubicBezTo>
                    <a:pt x="86" y="63"/>
                    <a:pt x="86" y="63"/>
                    <a:pt x="86" y="63"/>
                  </a:cubicBezTo>
                  <a:cubicBezTo>
                    <a:pt x="63" y="63"/>
                    <a:pt x="63" y="63"/>
                    <a:pt x="63" y="63"/>
                  </a:cubicBezTo>
                  <a:cubicBezTo>
                    <a:pt x="63" y="86"/>
                    <a:pt x="63" y="86"/>
                    <a:pt x="63" y="86"/>
                  </a:cubicBezTo>
                  <a:cubicBezTo>
                    <a:pt x="47" y="86"/>
                    <a:pt x="47" y="86"/>
                    <a:pt x="47" y="86"/>
                  </a:cubicBezTo>
                  <a:cubicBezTo>
                    <a:pt x="47" y="63"/>
                    <a:pt x="47" y="63"/>
                    <a:pt x="47" y="63"/>
                  </a:cubicBezTo>
                  <a:lnTo>
                    <a:pt x="24" y="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56"/>
            <p:cNvSpPr>
              <a:spLocks noEditPoints="1"/>
            </p:cNvSpPr>
            <p:nvPr/>
          </p:nvSpPr>
          <p:spPr bwMode="auto">
            <a:xfrm>
              <a:off x="11710988" y="1920875"/>
              <a:ext cx="169863" cy="168275"/>
            </a:xfrm>
            <a:custGeom>
              <a:avLst/>
              <a:gdLst>
                <a:gd name="T0" fmla="*/ 56 w 111"/>
                <a:gd name="T1" fmla="*/ 0 h 110"/>
                <a:gd name="T2" fmla="*/ 0 w 111"/>
                <a:gd name="T3" fmla="*/ 55 h 110"/>
                <a:gd name="T4" fmla="*/ 56 w 111"/>
                <a:gd name="T5" fmla="*/ 110 h 110"/>
                <a:gd name="T6" fmla="*/ 111 w 111"/>
                <a:gd name="T7" fmla="*/ 55 h 110"/>
                <a:gd name="T8" fmla="*/ 56 w 111"/>
                <a:gd name="T9" fmla="*/ 0 h 110"/>
                <a:gd name="T10" fmla="*/ 87 w 111"/>
                <a:gd name="T11" fmla="*/ 63 h 110"/>
                <a:gd name="T12" fmla="*/ 24 w 111"/>
                <a:gd name="T13" fmla="*/ 63 h 110"/>
                <a:gd name="T14" fmla="*/ 24 w 111"/>
                <a:gd name="T15" fmla="*/ 47 h 110"/>
                <a:gd name="T16" fmla="*/ 87 w 111"/>
                <a:gd name="T17" fmla="*/ 47 h 110"/>
                <a:gd name="T18" fmla="*/ 87 w 111"/>
                <a:gd name="T19" fmla="*/ 63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1" h="110">
                  <a:moveTo>
                    <a:pt x="56" y="0"/>
                  </a:moveTo>
                  <a:cubicBezTo>
                    <a:pt x="25" y="0"/>
                    <a:pt x="0" y="24"/>
                    <a:pt x="0" y="55"/>
                  </a:cubicBezTo>
                  <a:cubicBezTo>
                    <a:pt x="0" y="86"/>
                    <a:pt x="25" y="110"/>
                    <a:pt x="56" y="110"/>
                  </a:cubicBezTo>
                  <a:cubicBezTo>
                    <a:pt x="86" y="110"/>
                    <a:pt x="111" y="86"/>
                    <a:pt x="111" y="55"/>
                  </a:cubicBezTo>
                  <a:cubicBezTo>
                    <a:pt x="111" y="24"/>
                    <a:pt x="86" y="0"/>
                    <a:pt x="56" y="0"/>
                  </a:cubicBezTo>
                  <a:close/>
                  <a:moveTo>
                    <a:pt x="87" y="63"/>
                  </a:moveTo>
                  <a:cubicBezTo>
                    <a:pt x="24" y="63"/>
                    <a:pt x="24" y="63"/>
                    <a:pt x="24" y="63"/>
                  </a:cubicBezTo>
                  <a:cubicBezTo>
                    <a:pt x="24" y="47"/>
                    <a:pt x="24" y="47"/>
                    <a:pt x="24" y="47"/>
                  </a:cubicBezTo>
                  <a:cubicBezTo>
                    <a:pt x="87" y="47"/>
                    <a:pt x="87" y="47"/>
                    <a:pt x="87" y="47"/>
                  </a:cubicBezTo>
                  <a:lnTo>
                    <a:pt x="87" y="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57"/>
            <p:cNvSpPr>
              <a:spLocks noEditPoints="1"/>
            </p:cNvSpPr>
            <p:nvPr/>
          </p:nvSpPr>
          <p:spPr bwMode="auto">
            <a:xfrm>
              <a:off x="11636375" y="1716088"/>
              <a:ext cx="169863" cy="169863"/>
            </a:xfrm>
            <a:custGeom>
              <a:avLst/>
              <a:gdLst>
                <a:gd name="T0" fmla="*/ 111 w 111"/>
                <a:gd name="T1" fmla="*/ 56 h 111"/>
                <a:gd name="T2" fmla="*/ 55 w 111"/>
                <a:gd name="T3" fmla="*/ 0 h 111"/>
                <a:gd name="T4" fmla="*/ 0 w 111"/>
                <a:gd name="T5" fmla="*/ 56 h 111"/>
                <a:gd name="T6" fmla="*/ 55 w 111"/>
                <a:gd name="T7" fmla="*/ 111 h 111"/>
                <a:gd name="T8" fmla="*/ 111 w 111"/>
                <a:gd name="T9" fmla="*/ 56 h 111"/>
                <a:gd name="T10" fmla="*/ 24 w 111"/>
                <a:gd name="T11" fmla="*/ 48 h 111"/>
                <a:gd name="T12" fmla="*/ 87 w 111"/>
                <a:gd name="T13" fmla="*/ 48 h 111"/>
                <a:gd name="T14" fmla="*/ 87 w 111"/>
                <a:gd name="T15" fmla="*/ 64 h 111"/>
                <a:gd name="T16" fmla="*/ 24 w 111"/>
                <a:gd name="T17" fmla="*/ 64 h 111"/>
                <a:gd name="T18" fmla="*/ 24 w 111"/>
                <a:gd name="T19" fmla="*/ 48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1" h="111">
                  <a:moveTo>
                    <a:pt x="111" y="56"/>
                  </a:moveTo>
                  <a:cubicBezTo>
                    <a:pt x="111" y="25"/>
                    <a:pt x="86" y="0"/>
                    <a:pt x="55" y="0"/>
                  </a:cubicBezTo>
                  <a:cubicBezTo>
                    <a:pt x="25" y="0"/>
                    <a:pt x="0" y="25"/>
                    <a:pt x="0" y="56"/>
                  </a:cubicBezTo>
                  <a:cubicBezTo>
                    <a:pt x="0" y="86"/>
                    <a:pt x="25" y="111"/>
                    <a:pt x="55" y="111"/>
                  </a:cubicBezTo>
                  <a:cubicBezTo>
                    <a:pt x="86" y="111"/>
                    <a:pt x="111" y="86"/>
                    <a:pt x="111" y="56"/>
                  </a:cubicBezTo>
                  <a:close/>
                  <a:moveTo>
                    <a:pt x="24" y="48"/>
                  </a:moveTo>
                  <a:cubicBezTo>
                    <a:pt x="87" y="48"/>
                    <a:pt x="87" y="48"/>
                    <a:pt x="87" y="48"/>
                  </a:cubicBezTo>
                  <a:cubicBezTo>
                    <a:pt x="87" y="64"/>
                    <a:pt x="87" y="64"/>
                    <a:pt x="87" y="64"/>
                  </a:cubicBezTo>
                  <a:cubicBezTo>
                    <a:pt x="24" y="64"/>
                    <a:pt x="24" y="64"/>
                    <a:pt x="24" y="64"/>
                  </a:cubicBezTo>
                  <a:lnTo>
                    <a:pt x="24"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58"/>
            <p:cNvSpPr>
              <a:spLocks noEditPoints="1"/>
            </p:cNvSpPr>
            <p:nvPr/>
          </p:nvSpPr>
          <p:spPr bwMode="auto">
            <a:xfrm>
              <a:off x="10982325" y="1597025"/>
              <a:ext cx="168275" cy="169863"/>
            </a:xfrm>
            <a:custGeom>
              <a:avLst/>
              <a:gdLst>
                <a:gd name="T0" fmla="*/ 55 w 111"/>
                <a:gd name="T1" fmla="*/ 0 h 111"/>
                <a:gd name="T2" fmla="*/ 0 w 111"/>
                <a:gd name="T3" fmla="*/ 56 h 111"/>
                <a:gd name="T4" fmla="*/ 55 w 111"/>
                <a:gd name="T5" fmla="*/ 111 h 111"/>
                <a:gd name="T6" fmla="*/ 111 w 111"/>
                <a:gd name="T7" fmla="*/ 56 h 111"/>
                <a:gd name="T8" fmla="*/ 55 w 111"/>
                <a:gd name="T9" fmla="*/ 0 h 111"/>
                <a:gd name="T10" fmla="*/ 87 w 111"/>
                <a:gd name="T11" fmla="*/ 64 h 111"/>
                <a:gd name="T12" fmla="*/ 24 w 111"/>
                <a:gd name="T13" fmla="*/ 64 h 111"/>
                <a:gd name="T14" fmla="*/ 24 w 111"/>
                <a:gd name="T15" fmla="*/ 48 h 111"/>
                <a:gd name="T16" fmla="*/ 87 w 111"/>
                <a:gd name="T17" fmla="*/ 48 h 111"/>
                <a:gd name="T18" fmla="*/ 87 w 111"/>
                <a:gd name="T19" fmla="*/ 64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1" h="111">
                  <a:moveTo>
                    <a:pt x="55" y="0"/>
                  </a:moveTo>
                  <a:cubicBezTo>
                    <a:pt x="25" y="0"/>
                    <a:pt x="0" y="25"/>
                    <a:pt x="0" y="56"/>
                  </a:cubicBezTo>
                  <a:cubicBezTo>
                    <a:pt x="0" y="86"/>
                    <a:pt x="25" y="111"/>
                    <a:pt x="55" y="111"/>
                  </a:cubicBezTo>
                  <a:cubicBezTo>
                    <a:pt x="86" y="111"/>
                    <a:pt x="111" y="86"/>
                    <a:pt x="111" y="56"/>
                  </a:cubicBezTo>
                  <a:cubicBezTo>
                    <a:pt x="111" y="25"/>
                    <a:pt x="86" y="0"/>
                    <a:pt x="55" y="0"/>
                  </a:cubicBezTo>
                  <a:close/>
                  <a:moveTo>
                    <a:pt x="87" y="64"/>
                  </a:moveTo>
                  <a:cubicBezTo>
                    <a:pt x="24" y="64"/>
                    <a:pt x="24" y="64"/>
                    <a:pt x="24" y="64"/>
                  </a:cubicBezTo>
                  <a:cubicBezTo>
                    <a:pt x="24" y="48"/>
                    <a:pt x="24" y="48"/>
                    <a:pt x="24" y="48"/>
                  </a:cubicBezTo>
                  <a:cubicBezTo>
                    <a:pt x="87" y="48"/>
                    <a:pt x="87" y="48"/>
                    <a:pt x="87" y="48"/>
                  </a:cubicBezTo>
                  <a:lnTo>
                    <a:pt x="87" y="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59"/>
            <p:cNvSpPr>
              <a:spLocks noEditPoints="1"/>
            </p:cNvSpPr>
            <p:nvPr/>
          </p:nvSpPr>
          <p:spPr bwMode="auto">
            <a:xfrm>
              <a:off x="11515725" y="2308225"/>
              <a:ext cx="168275" cy="169863"/>
            </a:xfrm>
            <a:custGeom>
              <a:avLst/>
              <a:gdLst>
                <a:gd name="T0" fmla="*/ 55 w 110"/>
                <a:gd name="T1" fmla="*/ 0 h 111"/>
                <a:gd name="T2" fmla="*/ 0 w 110"/>
                <a:gd name="T3" fmla="*/ 55 h 111"/>
                <a:gd name="T4" fmla="*/ 55 w 110"/>
                <a:gd name="T5" fmla="*/ 111 h 111"/>
                <a:gd name="T6" fmla="*/ 110 w 110"/>
                <a:gd name="T7" fmla="*/ 55 h 111"/>
                <a:gd name="T8" fmla="*/ 55 w 110"/>
                <a:gd name="T9" fmla="*/ 0 h 111"/>
                <a:gd name="T10" fmla="*/ 86 w 110"/>
                <a:gd name="T11" fmla="*/ 63 h 111"/>
                <a:gd name="T12" fmla="*/ 24 w 110"/>
                <a:gd name="T13" fmla="*/ 63 h 111"/>
                <a:gd name="T14" fmla="*/ 24 w 110"/>
                <a:gd name="T15" fmla="*/ 47 h 111"/>
                <a:gd name="T16" fmla="*/ 86 w 110"/>
                <a:gd name="T17" fmla="*/ 47 h 111"/>
                <a:gd name="T18" fmla="*/ 86 w 110"/>
                <a:gd name="T19" fmla="*/ 63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1">
                  <a:moveTo>
                    <a:pt x="55" y="0"/>
                  </a:moveTo>
                  <a:cubicBezTo>
                    <a:pt x="24" y="0"/>
                    <a:pt x="0" y="25"/>
                    <a:pt x="0" y="55"/>
                  </a:cubicBezTo>
                  <a:cubicBezTo>
                    <a:pt x="0" y="86"/>
                    <a:pt x="24" y="111"/>
                    <a:pt x="55" y="111"/>
                  </a:cubicBezTo>
                  <a:cubicBezTo>
                    <a:pt x="85" y="111"/>
                    <a:pt x="110" y="86"/>
                    <a:pt x="110" y="55"/>
                  </a:cubicBezTo>
                  <a:cubicBezTo>
                    <a:pt x="110" y="25"/>
                    <a:pt x="85" y="0"/>
                    <a:pt x="55" y="0"/>
                  </a:cubicBezTo>
                  <a:close/>
                  <a:moveTo>
                    <a:pt x="86" y="63"/>
                  </a:moveTo>
                  <a:cubicBezTo>
                    <a:pt x="24" y="63"/>
                    <a:pt x="24" y="63"/>
                    <a:pt x="24" y="63"/>
                  </a:cubicBezTo>
                  <a:cubicBezTo>
                    <a:pt x="24" y="47"/>
                    <a:pt x="24" y="47"/>
                    <a:pt x="24" y="47"/>
                  </a:cubicBezTo>
                  <a:cubicBezTo>
                    <a:pt x="86" y="47"/>
                    <a:pt x="86" y="47"/>
                    <a:pt x="86" y="47"/>
                  </a:cubicBezTo>
                  <a:lnTo>
                    <a:pt x="86" y="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60"/>
            <p:cNvSpPr>
              <a:spLocks noEditPoints="1"/>
            </p:cNvSpPr>
            <p:nvPr/>
          </p:nvSpPr>
          <p:spPr bwMode="auto">
            <a:xfrm>
              <a:off x="9904413" y="2322513"/>
              <a:ext cx="168275" cy="168275"/>
            </a:xfrm>
            <a:custGeom>
              <a:avLst/>
              <a:gdLst>
                <a:gd name="T0" fmla="*/ 110 w 110"/>
                <a:gd name="T1" fmla="*/ 55 h 110"/>
                <a:gd name="T2" fmla="*/ 55 w 110"/>
                <a:gd name="T3" fmla="*/ 0 h 110"/>
                <a:gd name="T4" fmla="*/ 0 w 110"/>
                <a:gd name="T5" fmla="*/ 55 h 110"/>
                <a:gd name="T6" fmla="*/ 55 w 110"/>
                <a:gd name="T7" fmla="*/ 110 h 110"/>
                <a:gd name="T8" fmla="*/ 110 w 110"/>
                <a:gd name="T9" fmla="*/ 55 h 110"/>
                <a:gd name="T10" fmla="*/ 86 w 110"/>
                <a:gd name="T11" fmla="*/ 63 h 110"/>
                <a:gd name="T12" fmla="*/ 63 w 110"/>
                <a:gd name="T13" fmla="*/ 63 h 110"/>
                <a:gd name="T14" fmla="*/ 63 w 110"/>
                <a:gd name="T15" fmla="*/ 86 h 110"/>
                <a:gd name="T16" fmla="*/ 47 w 110"/>
                <a:gd name="T17" fmla="*/ 86 h 110"/>
                <a:gd name="T18" fmla="*/ 47 w 110"/>
                <a:gd name="T19" fmla="*/ 63 h 110"/>
                <a:gd name="T20" fmla="*/ 24 w 110"/>
                <a:gd name="T21" fmla="*/ 63 h 110"/>
                <a:gd name="T22" fmla="*/ 24 w 110"/>
                <a:gd name="T23" fmla="*/ 47 h 110"/>
                <a:gd name="T24" fmla="*/ 47 w 110"/>
                <a:gd name="T25" fmla="*/ 47 h 110"/>
                <a:gd name="T26" fmla="*/ 47 w 110"/>
                <a:gd name="T27" fmla="*/ 24 h 110"/>
                <a:gd name="T28" fmla="*/ 63 w 110"/>
                <a:gd name="T29" fmla="*/ 24 h 110"/>
                <a:gd name="T30" fmla="*/ 63 w 110"/>
                <a:gd name="T31" fmla="*/ 47 h 110"/>
                <a:gd name="T32" fmla="*/ 86 w 110"/>
                <a:gd name="T33" fmla="*/ 47 h 110"/>
                <a:gd name="T34" fmla="*/ 86 w 110"/>
                <a:gd name="T35" fmla="*/ 63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0" h="110">
                  <a:moveTo>
                    <a:pt x="110" y="55"/>
                  </a:moveTo>
                  <a:cubicBezTo>
                    <a:pt x="110" y="24"/>
                    <a:pt x="86" y="0"/>
                    <a:pt x="55" y="0"/>
                  </a:cubicBezTo>
                  <a:cubicBezTo>
                    <a:pt x="24" y="0"/>
                    <a:pt x="0" y="24"/>
                    <a:pt x="0" y="55"/>
                  </a:cubicBezTo>
                  <a:cubicBezTo>
                    <a:pt x="0" y="86"/>
                    <a:pt x="24" y="110"/>
                    <a:pt x="55" y="110"/>
                  </a:cubicBezTo>
                  <a:cubicBezTo>
                    <a:pt x="86" y="110"/>
                    <a:pt x="110" y="86"/>
                    <a:pt x="110" y="55"/>
                  </a:cubicBezTo>
                  <a:close/>
                  <a:moveTo>
                    <a:pt x="86" y="63"/>
                  </a:moveTo>
                  <a:cubicBezTo>
                    <a:pt x="63" y="63"/>
                    <a:pt x="63" y="63"/>
                    <a:pt x="63" y="63"/>
                  </a:cubicBezTo>
                  <a:cubicBezTo>
                    <a:pt x="63" y="86"/>
                    <a:pt x="63" y="86"/>
                    <a:pt x="63" y="86"/>
                  </a:cubicBezTo>
                  <a:cubicBezTo>
                    <a:pt x="47" y="86"/>
                    <a:pt x="47" y="86"/>
                    <a:pt x="47" y="86"/>
                  </a:cubicBezTo>
                  <a:cubicBezTo>
                    <a:pt x="47" y="63"/>
                    <a:pt x="47" y="63"/>
                    <a:pt x="47" y="63"/>
                  </a:cubicBezTo>
                  <a:cubicBezTo>
                    <a:pt x="24" y="63"/>
                    <a:pt x="24" y="63"/>
                    <a:pt x="24" y="63"/>
                  </a:cubicBezTo>
                  <a:cubicBezTo>
                    <a:pt x="24" y="47"/>
                    <a:pt x="24" y="47"/>
                    <a:pt x="24" y="47"/>
                  </a:cubicBezTo>
                  <a:cubicBezTo>
                    <a:pt x="47" y="47"/>
                    <a:pt x="47" y="47"/>
                    <a:pt x="47" y="47"/>
                  </a:cubicBezTo>
                  <a:cubicBezTo>
                    <a:pt x="47" y="24"/>
                    <a:pt x="47" y="24"/>
                    <a:pt x="47" y="24"/>
                  </a:cubicBezTo>
                  <a:cubicBezTo>
                    <a:pt x="63" y="24"/>
                    <a:pt x="63" y="24"/>
                    <a:pt x="63" y="24"/>
                  </a:cubicBezTo>
                  <a:cubicBezTo>
                    <a:pt x="63" y="47"/>
                    <a:pt x="63" y="47"/>
                    <a:pt x="63" y="47"/>
                  </a:cubicBezTo>
                  <a:cubicBezTo>
                    <a:pt x="86" y="47"/>
                    <a:pt x="86" y="47"/>
                    <a:pt x="86" y="47"/>
                  </a:cubicBezTo>
                  <a:lnTo>
                    <a:pt x="86" y="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61"/>
            <p:cNvSpPr>
              <a:spLocks/>
            </p:cNvSpPr>
            <p:nvPr/>
          </p:nvSpPr>
          <p:spPr bwMode="auto">
            <a:xfrm>
              <a:off x="11071225" y="2359025"/>
              <a:ext cx="250825" cy="214313"/>
            </a:xfrm>
            <a:custGeom>
              <a:avLst/>
              <a:gdLst>
                <a:gd name="T0" fmla="*/ 160 w 164"/>
                <a:gd name="T1" fmla="*/ 102 h 140"/>
                <a:gd name="T2" fmla="*/ 136 w 164"/>
                <a:gd name="T3" fmla="*/ 56 h 140"/>
                <a:gd name="T4" fmla="*/ 137 w 164"/>
                <a:gd name="T5" fmla="*/ 52 h 140"/>
                <a:gd name="T6" fmla="*/ 106 w 164"/>
                <a:gd name="T7" fmla="*/ 4 h 140"/>
                <a:gd name="T8" fmla="*/ 59 w 164"/>
                <a:gd name="T9" fmla="*/ 35 h 140"/>
                <a:gd name="T10" fmla="*/ 59 w 164"/>
                <a:gd name="T11" fmla="*/ 36 h 140"/>
                <a:gd name="T12" fmla="*/ 10 w 164"/>
                <a:gd name="T13" fmla="*/ 17 h 140"/>
                <a:gd name="T14" fmla="*/ 7 w 164"/>
                <a:gd name="T15" fmla="*/ 22 h 140"/>
                <a:gd name="T16" fmla="*/ 47 w 164"/>
                <a:gd name="T17" fmla="*/ 40 h 140"/>
                <a:gd name="T18" fmla="*/ 79 w 164"/>
                <a:gd name="T19" fmla="*/ 55 h 140"/>
                <a:gd name="T20" fmla="*/ 83 w 164"/>
                <a:gd name="T21" fmla="*/ 46 h 140"/>
                <a:gd name="T22" fmla="*/ 65 w 164"/>
                <a:gd name="T23" fmla="*/ 39 h 140"/>
                <a:gd name="T24" fmla="*/ 104 w 164"/>
                <a:gd name="T25" fmla="*/ 16 h 140"/>
                <a:gd name="T26" fmla="*/ 130 w 164"/>
                <a:gd name="T27" fmla="*/ 54 h 140"/>
                <a:gd name="T28" fmla="*/ 129 w 164"/>
                <a:gd name="T29" fmla="*/ 53 h 140"/>
                <a:gd name="T30" fmla="*/ 105 w 164"/>
                <a:gd name="T31" fmla="*/ 56 h 140"/>
                <a:gd name="T32" fmla="*/ 117 w 164"/>
                <a:gd name="T33" fmla="*/ 56 h 140"/>
                <a:gd name="T34" fmla="*/ 144 w 164"/>
                <a:gd name="T35" fmla="*/ 96 h 140"/>
                <a:gd name="T36" fmla="*/ 103 w 164"/>
                <a:gd name="T37" fmla="*/ 123 h 140"/>
                <a:gd name="T38" fmla="*/ 82 w 164"/>
                <a:gd name="T39" fmla="*/ 109 h 140"/>
                <a:gd name="T40" fmla="*/ 89 w 164"/>
                <a:gd name="T41" fmla="*/ 121 h 140"/>
                <a:gd name="T42" fmla="*/ 63 w 164"/>
                <a:gd name="T43" fmla="*/ 127 h 140"/>
                <a:gd name="T44" fmla="*/ 37 w 164"/>
                <a:gd name="T45" fmla="*/ 87 h 140"/>
                <a:gd name="T46" fmla="*/ 46 w 164"/>
                <a:gd name="T47" fmla="*/ 71 h 140"/>
                <a:gd name="T48" fmla="*/ 60 w 164"/>
                <a:gd name="T49" fmla="*/ 83 h 140"/>
                <a:gd name="T50" fmla="*/ 67 w 164"/>
                <a:gd name="T51" fmla="*/ 76 h 140"/>
                <a:gd name="T52" fmla="*/ 39 w 164"/>
                <a:gd name="T53" fmla="*/ 55 h 140"/>
                <a:gd name="T54" fmla="*/ 4 w 164"/>
                <a:gd name="T55" fmla="*/ 28 h 140"/>
                <a:gd name="T56" fmla="*/ 0 w 164"/>
                <a:gd name="T57" fmla="*/ 33 h 140"/>
                <a:gd name="T58" fmla="*/ 38 w 164"/>
                <a:gd name="T59" fmla="*/ 65 h 140"/>
                <a:gd name="T60" fmla="*/ 25 w 164"/>
                <a:gd name="T61" fmla="*/ 87 h 140"/>
                <a:gd name="T62" fmla="*/ 58 w 164"/>
                <a:gd name="T63" fmla="*/ 137 h 140"/>
                <a:gd name="T64" fmla="*/ 95 w 164"/>
                <a:gd name="T65" fmla="*/ 126 h 140"/>
                <a:gd name="T66" fmla="*/ 112 w 164"/>
                <a:gd name="T67" fmla="*/ 134 h 140"/>
                <a:gd name="T68" fmla="*/ 160 w 164"/>
                <a:gd name="T69" fmla="*/ 102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4" h="140">
                  <a:moveTo>
                    <a:pt x="160" y="102"/>
                  </a:moveTo>
                  <a:cubicBezTo>
                    <a:pt x="164" y="82"/>
                    <a:pt x="154" y="63"/>
                    <a:pt x="136" y="56"/>
                  </a:cubicBezTo>
                  <a:cubicBezTo>
                    <a:pt x="136" y="54"/>
                    <a:pt x="137" y="53"/>
                    <a:pt x="137" y="52"/>
                  </a:cubicBezTo>
                  <a:cubicBezTo>
                    <a:pt x="142" y="30"/>
                    <a:pt x="128" y="9"/>
                    <a:pt x="106" y="4"/>
                  </a:cubicBezTo>
                  <a:cubicBezTo>
                    <a:pt x="85" y="0"/>
                    <a:pt x="63" y="13"/>
                    <a:pt x="59" y="35"/>
                  </a:cubicBezTo>
                  <a:cubicBezTo>
                    <a:pt x="59" y="35"/>
                    <a:pt x="59" y="36"/>
                    <a:pt x="59" y="36"/>
                  </a:cubicBezTo>
                  <a:cubicBezTo>
                    <a:pt x="10" y="17"/>
                    <a:pt x="10" y="17"/>
                    <a:pt x="10" y="17"/>
                  </a:cubicBezTo>
                  <a:cubicBezTo>
                    <a:pt x="7" y="22"/>
                    <a:pt x="7" y="22"/>
                    <a:pt x="7" y="22"/>
                  </a:cubicBezTo>
                  <a:cubicBezTo>
                    <a:pt x="47" y="40"/>
                    <a:pt x="47" y="40"/>
                    <a:pt x="47" y="40"/>
                  </a:cubicBezTo>
                  <a:cubicBezTo>
                    <a:pt x="79" y="55"/>
                    <a:pt x="79" y="55"/>
                    <a:pt x="79" y="55"/>
                  </a:cubicBezTo>
                  <a:cubicBezTo>
                    <a:pt x="83" y="46"/>
                    <a:pt x="83" y="46"/>
                    <a:pt x="83" y="46"/>
                  </a:cubicBezTo>
                  <a:cubicBezTo>
                    <a:pt x="65" y="39"/>
                    <a:pt x="65" y="39"/>
                    <a:pt x="65" y="39"/>
                  </a:cubicBezTo>
                  <a:cubicBezTo>
                    <a:pt x="70" y="23"/>
                    <a:pt x="87" y="13"/>
                    <a:pt x="104" y="16"/>
                  </a:cubicBezTo>
                  <a:cubicBezTo>
                    <a:pt x="121" y="20"/>
                    <a:pt x="132" y="36"/>
                    <a:pt x="130" y="54"/>
                  </a:cubicBezTo>
                  <a:cubicBezTo>
                    <a:pt x="129" y="54"/>
                    <a:pt x="129" y="53"/>
                    <a:pt x="129" y="53"/>
                  </a:cubicBezTo>
                  <a:cubicBezTo>
                    <a:pt x="120" y="52"/>
                    <a:pt x="112" y="53"/>
                    <a:pt x="105" y="56"/>
                  </a:cubicBezTo>
                  <a:cubicBezTo>
                    <a:pt x="109" y="55"/>
                    <a:pt x="113" y="55"/>
                    <a:pt x="117" y="56"/>
                  </a:cubicBezTo>
                  <a:cubicBezTo>
                    <a:pt x="136" y="60"/>
                    <a:pt x="148" y="78"/>
                    <a:pt x="144" y="96"/>
                  </a:cubicBezTo>
                  <a:cubicBezTo>
                    <a:pt x="140" y="115"/>
                    <a:pt x="122" y="127"/>
                    <a:pt x="103" y="123"/>
                  </a:cubicBezTo>
                  <a:cubicBezTo>
                    <a:pt x="94" y="121"/>
                    <a:pt x="87" y="116"/>
                    <a:pt x="82" y="109"/>
                  </a:cubicBezTo>
                  <a:cubicBezTo>
                    <a:pt x="84" y="113"/>
                    <a:pt x="86" y="117"/>
                    <a:pt x="89" y="121"/>
                  </a:cubicBezTo>
                  <a:cubicBezTo>
                    <a:pt x="82" y="126"/>
                    <a:pt x="73" y="129"/>
                    <a:pt x="63" y="127"/>
                  </a:cubicBezTo>
                  <a:cubicBezTo>
                    <a:pt x="45" y="123"/>
                    <a:pt x="33" y="105"/>
                    <a:pt x="37" y="87"/>
                  </a:cubicBezTo>
                  <a:cubicBezTo>
                    <a:pt x="39" y="81"/>
                    <a:pt x="42" y="75"/>
                    <a:pt x="46" y="71"/>
                  </a:cubicBezTo>
                  <a:cubicBezTo>
                    <a:pt x="60" y="83"/>
                    <a:pt x="60" y="83"/>
                    <a:pt x="60" y="83"/>
                  </a:cubicBezTo>
                  <a:cubicBezTo>
                    <a:pt x="67" y="76"/>
                    <a:pt x="67" y="76"/>
                    <a:pt x="67" y="76"/>
                  </a:cubicBezTo>
                  <a:cubicBezTo>
                    <a:pt x="39" y="55"/>
                    <a:pt x="39" y="55"/>
                    <a:pt x="39" y="55"/>
                  </a:cubicBezTo>
                  <a:cubicBezTo>
                    <a:pt x="4" y="28"/>
                    <a:pt x="4" y="28"/>
                    <a:pt x="4" y="28"/>
                  </a:cubicBezTo>
                  <a:cubicBezTo>
                    <a:pt x="0" y="33"/>
                    <a:pt x="0" y="33"/>
                    <a:pt x="0" y="33"/>
                  </a:cubicBezTo>
                  <a:cubicBezTo>
                    <a:pt x="38" y="65"/>
                    <a:pt x="38" y="65"/>
                    <a:pt x="38" y="65"/>
                  </a:cubicBezTo>
                  <a:cubicBezTo>
                    <a:pt x="32" y="70"/>
                    <a:pt x="27" y="78"/>
                    <a:pt x="25" y="87"/>
                  </a:cubicBezTo>
                  <a:cubicBezTo>
                    <a:pt x="20" y="110"/>
                    <a:pt x="35" y="132"/>
                    <a:pt x="58" y="137"/>
                  </a:cubicBezTo>
                  <a:cubicBezTo>
                    <a:pt x="72" y="140"/>
                    <a:pt x="86" y="135"/>
                    <a:pt x="95" y="126"/>
                  </a:cubicBezTo>
                  <a:cubicBezTo>
                    <a:pt x="100" y="130"/>
                    <a:pt x="105" y="132"/>
                    <a:pt x="112" y="134"/>
                  </a:cubicBezTo>
                  <a:cubicBezTo>
                    <a:pt x="134" y="138"/>
                    <a:pt x="156" y="124"/>
                    <a:pt x="160"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62"/>
            <p:cNvSpPr>
              <a:spLocks/>
            </p:cNvSpPr>
            <p:nvPr/>
          </p:nvSpPr>
          <p:spPr bwMode="auto">
            <a:xfrm>
              <a:off x="10255250" y="3683000"/>
              <a:ext cx="100013" cy="111125"/>
            </a:xfrm>
            <a:custGeom>
              <a:avLst/>
              <a:gdLst>
                <a:gd name="T0" fmla="*/ 46 w 65"/>
                <a:gd name="T1" fmla="*/ 67 h 73"/>
                <a:gd name="T2" fmla="*/ 48 w 65"/>
                <a:gd name="T3" fmla="*/ 71 h 73"/>
                <a:gd name="T4" fmla="*/ 52 w 65"/>
                <a:gd name="T5" fmla="*/ 72 h 73"/>
                <a:gd name="T6" fmla="*/ 56 w 65"/>
                <a:gd name="T7" fmla="*/ 70 h 73"/>
                <a:gd name="T8" fmla="*/ 59 w 65"/>
                <a:gd name="T9" fmla="*/ 65 h 73"/>
                <a:gd name="T10" fmla="*/ 60 w 65"/>
                <a:gd name="T11" fmla="*/ 44 h 73"/>
                <a:gd name="T12" fmla="*/ 63 w 65"/>
                <a:gd name="T13" fmla="*/ 18 h 73"/>
                <a:gd name="T14" fmla="*/ 65 w 65"/>
                <a:gd name="T15" fmla="*/ 6 h 73"/>
                <a:gd name="T16" fmla="*/ 63 w 65"/>
                <a:gd name="T17" fmla="*/ 2 h 73"/>
                <a:gd name="T18" fmla="*/ 59 w 65"/>
                <a:gd name="T19" fmla="*/ 0 h 73"/>
                <a:gd name="T20" fmla="*/ 55 w 65"/>
                <a:gd name="T21" fmla="*/ 2 h 73"/>
                <a:gd name="T22" fmla="*/ 53 w 65"/>
                <a:gd name="T23" fmla="*/ 5 h 73"/>
                <a:gd name="T24" fmla="*/ 52 w 65"/>
                <a:gd name="T25" fmla="*/ 21 h 73"/>
                <a:gd name="T26" fmla="*/ 50 w 65"/>
                <a:gd name="T27" fmla="*/ 31 h 73"/>
                <a:gd name="T28" fmla="*/ 38 w 65"/>
                <a:gd name="T29" fmla="*/ 33 h 73"/>
                <a:gd name="T30" fmla="*/ 19 w 65"/>
                <a:gd name="T31" fmla="*/ 34 h 73"/>
                <a:gd name="T32" fmla="*/ 16 w 65"/>
                <a:gd name="T33" fmla="*/ 34 h 73"/>
                <a:gd name="T34" fmla="*/ 18 w 65"/>
                <a:gd name="T35" fmla="*/ 21 h 73"/>
                <a:gd name="T36" fmla="*/ 19 w 65"/>
                <a:gd name="T37" fmla="*/ 11 h 73"/>
                <a:gd name="T38" fmla="*/ 13 w 65"/>
                <a:gd name="T39" fmla="*/ 3 h 73"/>
                <a:gd name="T40" fmla="*/ 10 w 65"/>
                <a:gd name="T41" fmla="*/ 5 h 73"/>
                <a:gd name="T42" fmla="*/ 8 w 65"/>
                <a:gd name="T43" fmla="*/ 8 h 73"/>
                <a:gd name="T44" fmla="*/ 1 w 65"/>
                <a:gd name="T45" fmla="*/ 58 h 73"/>
                <a:gd name="T46" fmla="*/ 0 w 65"/>
                <a:gd name="T47" fmla="*/ 66 h 73"/>
                <a:gd name="T48" fmla="*/ 2 w 65"/>
                <a:gd name="T49" fmla="*/ 71 h 73"/>
                <a:gd name="T50" fmla="*/ 7 w 65"/>
                <a:gd name="T51" fmla="*/ 73 h 73"/>
                <a:gd name="T52" fmla="*/ 11 w 65"/>
                <a:gd name="T53" fmla="*/ 69 h 73"/>
                <a:gd name="T54" fmla="*/ 13 w 65"/>
                <a:gd name="T55" fmla="*/ 58 h 73"/>
                <a:gd name="T56" fmla="*/ 14 w 65"/>
                <a:gd name="T57" fmla="*/ 44 h 73"/>
                <a:gd name="T58" fmla="*/ 22 w 65"/>
                <a:gd name="T59" fmla="*/ 43 h 73"/>
                <a:gd name="T60" fmla="*/ 31 w 65"/>
                <a:gd name="T61" fmla="*/ 43 h 73"/>
                <a:gd name="T62" fmla="*/ 39 w 65"/>
                <a:gd name="T63" fmla="*/ 42 h 73"/>
                <a:gd name="T64" fmla="*/ 48 w 65"/>
                <a:gd name="T65" fmla="*/ 42 h 73"/>
                <a:gd name="T66" fmla="*/ 49 w 65"/>
                <a:gd name="T67" fmla="*/ 44 h 73"/>
                <a:gd name="T68" fmla="*/ 48 w 65"/>
                <a:gd name="T69" fmla="*/ 56 h 73"/>
                <a:gd name="T70" fmla="*/ 46 w 65"/>
                <a:gd name="T71" fmla="*/ 67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73">
                  <a:moveTo>
                    <a:pt x="46" y="67"/>
                  </a:moveTo>
                  <a:cubicBezTo>
                    <a:pt x="46" y="68"/>
                    <a:pt x="47" y="70"/>
                    <a:pt x="48" y="71"/>
                  </a:cubicBezTo>
                  <a:cubicBezTo>
                    <a:pt x="49" y="72"/>
                    <a:pt x="51" y="72"/>
                    <a:pt x="52" y="72"/>
                  </a:cubicBezTo>
                  <a:cubicBezTo>
                    <a:pt x="53" y="72"/>
                    <a:pt x="55" y="71"/>
                    <a:pt x="56" y="70"/>
                  </a:cubicBezTo>
                  <a:cubicBezTo>
                    <a:pt x="58" y="68"/>
                    <a:pt x="59" y="67"/>
                    <a:pt x="59" y="65"/>
                  </a:cubicBezTo>
                  <a:cubicBezTo>
                    <a:pt x="59" y="62"/>
                    <a:pt x="59" y="55"/>
                    <a:pt x="60" y="44"/>
                  </a:cubicBezTo>
                  <a:cubicBezTo>
                    <a:pt x="61" y="34"/>
                    <a:pt x="62" y="25"/>
                    <a:pt x="63" y="18"/>
                  </a:cubicBezTo>
                  <a:cubicBezTo>
                    <a:pt x="64" y="12"/>
                    <a:pt x="65" y="8"/>
                    <a:pt x="65" y="6"/>
                  </a:cubicBezTo>
                  <a:cubicBezTo>
                    <a:pt x="65" y="4"/>
                    <a:pt x="64" y="3"/>
                    <a:pt x="63" y="2"/>
                  </a:cubicBezTo>
                  <a:cubicBezTo>
                    <a:pt x="62" y="1"/>
                    <a:pt x="61" y="0"/>
                    <a:pt x="59" y="0"/>
                  </a:cubicBezTo>
                  <a:cubicBezTo>
                    <a:pt x="58" y="0"/>
                    <a:pt x="56" y="1"/>
                    <a:pt x="55" y="2"/>
                  </a:cubicBezTo>
                  <a:cubicBezTo>
                    <a:pt x="54" y="3"/>
                    <a:pt x="53" y="4"/>
                    <a:pt x="53" y="5"/>
                  </a:cubicBezTo>
                  <a:cubicBezTo>
                    <a:pt x="53" y="11"/>
                    <a:pt x="53" y="16"/>
                    <a:pt x="52" y="21"/>
                  </a:cubicBezTo>
                  <a:cubicBezTo>
                    <a:pt x="51" y="26"/>
                    <a:pt x="51" y="30"/>
                    <a:pt x="50" y="31"/>
                  </a:cubicBezTo>
                  <a:cubicBezTo>
                    <a:pt x="50" y="32"/>
                    <a:pt x="45" y="33"/>
                    <a:pt x="38" y="33"/>
                  </a:cubicBezTo>
                  <a:cubicBezTo>
                    <a:pt x="30" y="34"/>
                    <a:pt x="24" y="34"/>
                    <a:pt x="19" y="34"/>
                  </a:cubicBezTo>
                  <a:cubicBezTo>
                    <a:pt x="18" y="34"/>
                    <a:pt x="16" y="34"/>
                    <a:pt x="16" y="34"/>
                  </a:cubicBezTo>
                  <a:cubicBezTo>
                    <a:pt x="16" y="31"/>
                    <a:pt x="17" y="27"/>
                    <a:pt x="18" y="21"/>
                  </a:cubicBezTo>
                  <a:cubicBezTo>
                    <a:pt x="19" y="17"/>
                    <a:pt x="19" y="13"/>
                    <a:pt x="19" y="11"/>
                  </a:cubicBezTo>
                  <a:cubicBezTo>
                    <a:pt x="19" y="6"/>
                    <a:pt x="17" y="3"/>
                    <a:pt x="13" y="3"/>
                  </a:cubicBezTo>
                  <a:cubicBezTo>
                    <a:pt x="12" y="3"/>
                    <a:pt x="11" y="4"/>
                    <a:pt x="10" y="5"/>
                  </a:cubicBezTo>
                  <a:cubicBezTo>
                    <a:pt x="9" y="6"/>
                    <a:pt x="8" y="7"/>
                    <a:pt x="8" y="8"/>
                  </a:cubicBezTo>
                  <a:cubicBezTo>
                    <a:pt x="5" y="33"/>
                    <a:pt x="3" y="50"/>
                    <a:pt x="1" y="58"/>
                  </a:cubicBezTo>
                  <a:cubicBezTo>
                    <a:pt x="0" y="61"/>
                    <a:pt x="0" y="64"/>
                    <a:pt x="0" y="66"/>
                  </a:cubicBezTo>
                  <a:cubicBezTo>
                    <a:pt x="0" y="68"/>
                    <a:pt x="1" y="70"/>
                    <a:pt x="2" y="71"/>
                  </a:cubicBezTo>
                  <a:cubicBezTo>
                    <a:pt x="3" y="72"/>
                    <a:pt x="5" y="73"/>
                    <a:pt x="7" y="73"/>
                  </a:cubicBezTo>
                  <a:cubicBezTo>
                    <a:pt x="8" y="73"/>
                    <a:pt x="10" y="71"/>
                    <a:pt x="11" y="69"/>
                  </a:cubicBezTo>
                  <a:cubicBezTo>
                    <a:pt x="12" y="66"/>
                    <a:pt x="13" y="62"/>
                    <a:pt x="13" y="58"/>
                  </a:cubicBezTo>
                  <a:cubicBezTo>
                    <a:pt x="13" y="50"/>
                    <a:pt x="14" y="46"/>
                    <a:pt x="14" y="44"/>
                  </a:cubicBezTo>
                  <a:cubicBezTo>
                    <a:pt x="15" y="44"/>
                    <a:pt x="17" y="44"/>
                    <a:pt x="22" y="43"/>
                  </a:cubicBezTo>
                  <a:cubicBezTo>
                    <a:pt x="27" y="43"/>
                    <a:pt x="30" y="43"/>
                    <a:pt x="31" y="43"/>
                  </a:cubicBezTo>
                  <a:cubicBezTo>
                    <a:pt x="32" y="43"/>
                    <a:pt x="35" y="43"/>
                    <a:pt x="39" y="42"/>
                  </a:cubicBezTo>
                  <a:cubicBezTo>
                    <a:pt x="44" y="42"/>
                    <a:pt x="46" y="42"/>
                    <a:pt x="48" y="42"/>
                  </a:cubicBezTo>
                  <a:cubicBezTo>
                    <a:pt x="48" y="42"/>
                    <a:pt x="49" y="42"/>
                    <a:pt x="49" y="44"/>
                  </a:cubicBezTo>
                  <a:cubicBezTo>
                    <a:pt x="49" y="46"/>
                    <a:pt x="48" y="50"/>
                    <a:pt x="48" y="56"/>
                  </a:cubicBezTo>
                  <a:cubicBezTo>
                    <a:pt x="47" y="62"/>
                    <a:pt x="46" y="66"/>
                    <a:pt x="46"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63"/>
            <p:cNvSpPr>
              <a:spLocks/>
            </p:cNvSpPr>
            <p:nvPr/>
          </p:nvSpPr>
          <p:spPr bwMode="auto">
            <a:xfrm>
              <a:off x="10358438" y="3714750"/>
              <a:ext cx="79375" cy="119063"/>
            </a:xfrm>
            <a:custGeom>
              <a:avLst/>
              <a:gdLst>
                <a:gd name="T0" fmla="*/ 24 w 51"/>
                <a:gd name="T1" fmla="*/ 68 h 77"/>
                <a:gd name="T2" fmla="*/ 7 w 51"/>
                <a:gd name="T3" fmla="*/ 60 h 77"/>
                <a:gd name="T4" fmla="*/ 4 w 51"/>
                <a:gd name="T5" fmla="*/ 59 h 77"/>
                <a:gd name="T6" fmla="*/ 1 w 51"/>
                <a:gd name="T7" fmla="*/ 60 h 77"/>
                <a:gd name="T8" fmla="*/ 0 w 51"/>
                <a:gd name="T9" fmla="*/ 63 h 77"/>
                <a:gd name="T10" fmla="*/ 4 w 51"/>
                <a:gd name="T11" fmla="*/ 69 h 77"/>
                <a:gd name="T12" fmla="*/ 12 w 51"/>
                <a:gd name="T13" fmla="*/ 75 h 77"/>
                <a:gd name="T14" fmla="*/ 12 w 51"/>
                <a:gd name="T15" fmla="*/ 75 h 77"/>
                <a:gd name="T16" fmla="*/ 24 w 51"/>
                <a:gd name="T17" fmla="*/ 77 h 77"/>
                <a:gd name="T18" fmla="*/ 34 w 51"/>
                <a:gd name="T19" fmla="*/ 74 h 77"/>
                <a:gd name="T20" fmla="*/ 42 w 51"/>
                <a:gd name="T21" fmla="*/ 62 h 77"/>
                <a:gd name="T22" fmla="*/ 47 w 51"/>
                <a:gd name="T23" fmla="*/ 43 h 77"/>
                <a:gd name="T24" fmla="*/ 50 w 51"/>
                <a:gd name="T25" fmla="*/ 22 h 77"/>
                <a:gd name="T26" fmla="*/ 51 w 51"/>
                <a:gd name="T27" fmla="*/ 7 h 77"/>
                <a:gd name="T28" fmla="*/ 49 w 51"/>
                <a:gd name="T29" fmla="*/ 1 h 77"/>
                <a:gd name="T30" fmla="*/ 45 w 51"/>
                <a:gd name="T31" fmla="*/ 0 h 77"/>
                <a:gd name="T32" fmla="*/ 42 w 51"/>
                <a:gd name="T33" fmla="*/ 1 h 77"/>
                <a:gd name="T34" fmla="*/ 40 w 51"/>
                <a:gd name="T35" fmla="*/ 3 h 77"/>
                <a:gd name="T36" fmla="*/ 39 w 51"/>
                <a:gd name="T37" fmla="*/ 10 h 77"/>
                <a:gd name="T38" fmla="*/ 38 w 51"/>
                <a:gd name="T39" fmla="*/ 22 h 77"/>
                <a:gd name="T40" fmla="*/ 36 w 51"/>
                <a:gd name="T41" fmla="*/ 26 h 77"/>
                <a:gd name="T42" fmla="*/ 31 w 51"/>
                <a:gd name="T43" fmla="*/ 31 h 77"/>
                <a:gd name="T44" fmla="*/ 23 w 51"/>
                <a:gd name="T45" fmla="*/ 35 h 77"/>
                <a:gd name="T46" fmla="*/ 18 w 51"/>
                <a:gd name="T47" fmla="*/ 37 h 77"/>
                <a:gd name="T48" fmla="*/ 16 w 51"/>
                <a:gd name="T49" fmla="*/ 35 h 77"/>
                <a:gd name="T50" fmla="*/ 15 w 51"/>
                <a:gd name="T51" fmla="*/ 30 h 77"/>
                <a:gd name="T52" fmla="*/ 19 w 51"/>
                <a:gd name="T53" fmla="*/ 15 h 77"/>
                <a:gd name="T54" fmla="*/ 23 w 51"/>
                <a:gd name="T55" fmla="*/ 8 h 77"/>
                <a:gd name="T56" fmla="*/ 22 w 51"/>
                <a:gd name="T57" fmla="*/ 4 h 77"/>
                <a:gd name="T58" fmla="*/ 18 w 51"/>
                <a:gd name="T59" fmla="*/ 2 h 77"/>
                <a:gd name="T60" fmla="*/ 12 w 51"/>
                <a:gd name="T61" fmla="*/ 4 h 77"/>
                <a:gd name="T62" fmla="*/ 8 w 51"/>
                <a:gd name="T63" fmla="*/ 17 h 77"/>
                <a:gd name="T64" fmla="*/ 5 w 51"/>
                <a:gd name="T65" fmla="*/ 33 h 77"/>
                <a:gd name="T66" fmla="*/ 8 w 51"/>
                <a:gd name="T67" fmla="*/ 43 h 77"/>
                <a:gd name="T68" fmla="*/ 16 w 51"/>
                <a:gd name="T69" fmla="*/ 47 h 77"/>
                <a:gd name="T70" fmla="*/ 38 w 51"/>
                <a:gd name="T71" fmla="*/ 35 h 77"/>
                <a:gd name="T72" fmla="*/ 32 w 51"/>
                <a:gd name="T73" fmla="*/ 58 h 77"/>
                <a:gd name="T74" fmla="*/ 24 w 51"/>
                <a:gd name="T75" fmla="*/ 68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 h="77">
                  <a:moveTo>
                    <a:pt x="24" y="68"/>
                  </a:moveTo>
                  <a:cubicBezTo>
                    <a:pt x="16" y="68"/>
                    <a:pt x="11" y="65"/>
                    <a:pt x="7" y="60"/>
                  </a:cubicBezTo>
                  <a:cubicBezTo>
                    <a:pt x="6" y="59"/>
                    <a:pt x="5" y="59"/>
                    <a:pt x="4" y="59"/>
                  </a:cubicBezTo>
                  <a:cubicBezTo>
                    <a:pt x="3" y="59"/>
                    <a:pt x="2" y="59"/>
                    <a:pt x="1" y="60"/>
                  </a:cubicBezTo>
                  <a:cubicBezTo>
                    <a:pt x="1" y="61"/>
                    <a:pt x="0" y="62"/>
                    <a:pt x="0" y="63"/>
                  </a:cubicBezTo>
                  <a:cubicBezTo>
                    <a:pt x="0" y="65"/>
                    <a:pt x="2" y="67"/>
                    <a:pt x="4" y="69"/>
                  </a:cubicBezTo>
                  <a:cubicBezTo>
                    <a:pt x="6" y="71"/>
                    <a:pt x="9" y="73"/>
                    <a:pt x="12" y="75"/>
                  </a:cubicBezTo>
                  <a:cubicBezTo>
                    <a:pt x="12" y="75"/>
                    <a:pt x="12" y="75"/>
                    <a:pt x="12" y="75"/>
                  </a:cubicBezTo>
                  <a:cubicBezTo>
                    <a:pt x="16" y="76"/>
                    <a:pt x="20" y="77"/>
                    <a:pt x="24" y="77"/>
                  </a:cubicBezTo>
                  <a:cubicBezTo>
                    <a:pt x="28" y="77"/>
                    <a:pt x="31" y="76"/>
                    <a:pt x="34" y="74"/>
                  </a:cubicBezTo>
                  <a:cubicBezTo>
                    <a:pt x="37" y="72"/>
                    <a:pt x="39" y="68"/>
                    <a:pt x="42" y="62"/>
                  </a:cubicBezTo>
                  <a:cubicBezTo>
                    <a:pt x="44" y="57"/>
                    <a:pt x="46" y="50"/>
                    <a:pt x="47" y="43"/>
                  </a:cubicBezTo>
                  <a:cubicBezTo>
                    <a:pt x="48" y="36"/>
                    <a:pt x="49" y="29"/>
                    <a:pt x="50" y="22"/>
                  </a:cubicBezTo>
                  <a:cubicBezTo>
                    <a:pt x="51" y="7"/>
                    <a:pt x="51" y="7"/>
                    <a:pt x="51" y="7"/>
                  </a:cubicBezTo>
                  <a:cubicBezTo>
                    <a:pt x="51" y="4"/>
                    <a:pt x="50" y="2"/>
                    <a:pt x="49" y="1"/>
                  </a:cubicBezTo>
                  <a:cubicBezTo>
                    <a:pt x="48" y="0"/>
                    <a:pt x="47" y="0"/>
                    <a:pt x="45" y="0"/>
                  </a:cubicBezTo>
                  <a:cubicBezTo>
                    <a:pt x="44" y="0"/>
                    <a:pt x="42" y="0"/>
                    <a:pt x="42" y="1"/>
                  </a:cubicBezTo>
                  <a:cubicBezTo>
                    <a:pt x="41" y="1"/>
                    <a:pt x="40" y="2"/>
                    <a:pt x="40" y="3"/>
                  </a:cubicBezTo>
                  <a:cubicBezTo>
                    <a:pt x="40" y="4"/>
                    <a:pt x="40" y="6"/>
                    <a:pt x="39" y="10"/>
                  </a:cubicBezTo>
                  <a:cubicBezTo>
                    <a:pt x="39" y="16"/>
                    <a:pt x="39" y="20"/>
                    <a:pt x="38" y="22"/>
                  </a:cubicBezTo>
                  <a:cubicBezTo>
                    <a:pt x="38" y="23"/>
                    <a:pt x="37" y="25"/>
                    <a:pt x="36" y="26"/>
                  </a:cubicBezTo>
                  <a:cubicBezTo>
                    <a:pt x="35" y="27"/>
                    <a:pt x="34" y="29"/>
                    <a:pt x="31" y="31"/>
                  </a:cubicBezTo>
                  <a:cubicBezTo>
                    <a:pt x="28" y="33"/>
                    <a:pt x="26" y="35"/>
                    <a:pt x="23" y="35"/>
                  </a:cubicBezTo>
                  <a:cubicBezTo>
                    <a:pt x="21" y="36"/>
                    <a:pt x="20" y="37"/>
                    <a:pt x="18" y="37"/>
                  </a:cubicBezTo>
                  <a:cubicBezTo>
                    <a:pt x="18" y="37"/>
                    <a:pt x="17" y="36"/>
                    <a:pt x="16" y="35"/>
                  </a:cubicBezTo>
                  <a:cubicBezTo>
                    <a:pt x="16" y="34"/>
                    <a:pt x="15" y="32"/>
                    <a:pt x="15" y="30"/>
                  </a:cubicBezTo>
                  <a:cubicBezTo>
                    <a:pt x="15" y="26"/>
                    <a:pt x="17" y="21"/>
                    <a:pt x="19" y="15"/>
                  </a:cubicBezTo>
                  <a:cubicBezTo>
                    <a:pt x="22" y="11"/>
                    <a:pt x="23" y="8"/>
                    <a:pt x="23" y="8"/>
                  </a:cubicBezTo>
                  <a:cubicBezTo>
                    <a:pt x="23" y="6"/>
                    <a:pt x="22" y="5"/>
                    <a:pt x="22" y="4"/>
                  </a:cubicBezTo>
                  <a:cubicBezTo>
                    <a:pt x="21" y="2"/>
                    <a:pt x="20" y="2"/>
                    <a:pt x="18" y="2"/>
                  </a:cubicBezTo>
                  <a:cubicBezTo>
                    <a:pt x="15" y="2"/>
                    <a:pt x="14" y="3"/>
                    <a:pt x="12" y="4"/>
                  </a:cubicBezTo>
                  <a:cubicBezTo>
                    <a:pt x="11" y="6"/>
                    <a:pt x="10" y="10"/>
                    <a:pt x="8" y="17"/>
                  </a:cubicBezTo>
                  <a:cubicBezTo>
                    <a:pt x="6" y="24"/>
                    <a:pt x="5" y="30"/>
                    <a:pt x="5" y="33"/>
                  </a:cubicBezTo>
                  <a:cubicBezTo>
                    <a:pt x="5" y="37"/>
                    <a:pt x="6" y="40"/>
                    <a:pt x="8" y="43"/>
                  </a:cubicBezTo>
                  <a:cubicBezTo>
                    <a:pt x="10" y="45"/>
                    <a:pt x="13" y="47"/>
                    <a:pt x="16" y="47"/>
                  </a:cubicBezTo>
                  <a:cubicBezTo>
                    <a:pt x="21" y="47"/>
                    <a:pt x="28" y="43"/>
                    <a:pt x="38" y="35"/>
                  </a:cubicBezTo>
                  <a:cubicBezTo>
                    <a:pt x="37" y="44"/>
                    <a:pt x="35" y="52"/>
                    <a:pt x="32" y="58"/>
                  </a:cubicBezTo>
                  <a:cubicBezTo>
                    <a:pt x="30" y="64"/>
                    <a:pt x="27" y="68"/>
                    <a:pt x="24"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64"/>
            <p:cNvSpPr>
              <a:spLocks noEditPoints="1"/>
            </p:cNvSpPr>
            <p:nvPr/>
          </p:nvSpPr>
          <p:spPr bwMode="auto">
            <a:xfrm>
              <a:off x="10444163" y="3709988"/>
              <a:ext cx="85725" cy="128588"/>
            </a:xfrm>
            <a:custGeom>
              <a:avLst/>
              <a:gdLst>
                <a:gd name="T0" fmla="*/ 44 w 56"/>
                <a:gd name="T1" fmla="*/ 1 h 84"/>
                <a:gd name="T2" fmla="*/ 31 w 56"/>
                <a:gd name="T3" fmla="*/ 7 h 84"/>
                <a:gd name="T4" fmla="*/ 18 w 56"/>
                <a:gd name="T5" fmla="*/ 21 h 84"/>
                <a:gd name="T6" fmla="*/ 19 w 56"/>
                <a:gd name="T7" fmla="*/ 18 h 84"/>
                <a:gd name="T8" fmla="*/ 20 w 56"/>
                <a:gd name="T9" fmla="*/ 8 h 84"/>
                <a:gd name="T10" fmla="*/ 15 w 56"/>
                <a:gd name="T11" fmla="*/ 0 h 84"/>
                <a:gd name="T12" fmla="*/ 11 w 56"/>
                <a:gd name="T13" fmla="*/ 1 h 84"/>
                <a:gd name="T14" fmla="*/ 9 w 56"/>
                <a:gd name="T15" fmla="*/ 5 h 84"/>
                <a:gd name="T16" fmla="*/ 8 w 56"/>
                <a:gd name="T17" fmla="*/ 13 h 84"/>
                <a:gd name="T18" fmla="*/ 8 w 56"/>
                <a:gd name="T19" fmla="*/ 14 h 84"/>
                <a:gd name="T20" fmla="*/ 1 w 56"/>
                <a:gd name="T21" fmla="*/ 70 h 84"/>
                <a:gd name="T22" fmla="*/ 0 w 56"/>
                <a:gd name="T23" fmla="*/ 79 h 84"/>
                <a:gd name="T24" fmla="*/ 2 w 56"/>
                <a:gd name="T25" fmla="*/ 82 h 84"/>
                <a:gd name="T26" fmla="*/ 5 w 56"/>
                <a:gd name="T27" fmla="*/ 84 h 84"/>
                <a:gd name="T28" fmla="*/ 9 w 56"/>
                <a:gd name="T29" fmla="*/ 82 h 84"/>
                <a:gd name="T30" fmla="*/ 11 w 56"/>
                <a:gd name="T31" fmla="*/ 76 h 84"/>
                <a:gd name="T32" fmla="*/ 14 w 56"/>
                <a:gd name="T33" fmla="*/ 58 h 84"/>
                <a:gd name="T34" fmla="*/ 15 w 56"/>
                <a:gd name="T35" fmla="*/ 48 h 84"/>
                <a:gd name="T36" fmla="*/ 22 w 56"/>
                <a:gd name="T37" fmla="*/ 53 h 84"/>
                <a:gd name="T38" fmla="*/ 44 w 56"/>
                <a:gd name="T39" fmla="*/ 41 h 84"/>
                <a:gd name="T40" fmla="*/ 56 w 56"/>
                <a:gd name="T41" fmla="*/ 14 h 84"/>
                <a:gd name="T42" fmla="*/ 52 w 56"/>
                <a:gd name="T43" fmla="*/ 5 h 84"/>
                <a:gd name="T44" fmla="*/ 44 w 56"/>
                <a:gd name="T45" fmla="*/ 1 h 84"/>
                <a:gd name="T46" fmla="*/ 37 w 56"/>
                <a:gd name="T47" fmla="*/ 34 h 84"/>
                <a:gd name="T48" fmla="*/ 24 w 56"/>
                <a:gd name="T49" fmla="*/ 43 h 84"/>
                <a:gd name="T50" fmla="*/ 20 w 56"/>
                <a:gd name="T51" fmla="*/ 42 h 84"/>
                <a:gd name="T52" fmla="*/ 19 w 56"/>
                <a:gd name="T53" fmla="*/ 39 h 84"/>
                <a:gd name="T54" fmla="*/ 27 w 56"/>
                <a:gd name="T55" fmla="*/ 22 h 84"/>
                <a:gd name="T56" fmla="*/ 42 w 56"/>
                <a:gd name="T57" fmla="*/ 11 h 84"/>
                <a:gd name="T58" fmla="*/ 44 w 56"/>
                <a:gd name="T59" fmla="*/ 13 h 84"/>
                <a:gd name="T60" fmla="*/ 45 w 56"/>
                <a:gd name="T61" fmla="*/ 17 h 84"/>
                <a:gd name="T62" fmla="*/ 37 w 56"/>
                <a:gd name="T63" fmla="*/ 3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6" h="84">
                  <a:moveTo>
                    <a:pt x="44" y="1"/>
                  </a:moveTo>
                  <a:cubicBezTo>
                    <a:pt x="40" y="1"/>
                    <a:pt x="36" y="3"/>
                    <a:pt x="31" y="7"/>
                  </a:cubicBezTo>
                  <a:cubicBezTo>
                    <a:pt x="26" y="11"/>
                    <a:pt x="22" y="15"/>
                    <a:pt x="18" y="21"/>
                  </a:cubicBezTo>
                  <a:cubicBezTo>
                    <a:pt x="19" y="18"/>
                    <a:pt x="19" y="18"/>
                    <a:pt x="19" y="18"/>
                  </a:cubicBezTo>
                  <a:cubicBezTo>
                    <a:pt x="20" y="13"/>
                    <a:pt x="20" y="10"/>
                    <a:pt x="20" y="8"/>
                  </a:cubicBezTo>
                  <a:cubicBezTo>
                    <a:pt x="20" y="2"/>
                    <a:pt x="18" y="0"/>
                    <a:pt x="15" y="0"/>
                  </a:cubicBezTo>
                  <a:cubicBezTo>
                    <a:pt x="13" y="0"/>
                    <a:pt x="12" y="0"/>
                    <a:pt x="11" y="1"/>
                  </a:cubicBezTo>
                  <a:cubicBezTo>
                    <a:pt x="9" y="2"/>
                    <a:pt x="9" y="4"/>
                    <a:pt x="9" y="5"/>
                  </a:cubicBezTo>
                  <a:cubicBezTo>
                    <a:pt x="8" y="6"/>
                    <a:pt x="8" y="9"/>
                    <a:pt x="8" y="13"/>
                  </a:cubicBezTo>
                  <a:cubicBezTo>
                    <a:pt x="8" y="14"/>
                    <a:pt x="8" y="14"/>
                    <a:pt x="8" y="14"/>
                  </a:cubicBezTo>
                  <a:cubicBezTo>
                    <a:pt x="8" y="34"/>
                    <a:pt x="5" y="52"/>
                    <a:pt x="1" y="70"/>
                  </a:cubicBezTo>
                  <a:cubicBezTo>
                    <a:pt x="0" y="74"/>
                    <a:pt x="0" y="76"/>
                    <a:pt x="0" y="79"/>
                  </a:cubicBezTo>
                  <a:cubicBezTo>
                    <a:pt x="0" y="80"/>
                    <a:pt x="0" y="81"/>
                    <a:pt x="2" y="82"/>
                  </a:cubicBezTo>
                  <a:cubicBezTo>
                    <a:pt x="3" y="83"/>
                    <a:pt x="4" y="84"/>
                    <a:pt x="5" y="84"/>
                  </a:cubicBezTo>
                  <a:cubicBezTo>
                    <a:pt x="7" y="84"/>
                    <a:pt x="8" y="83"/>
                    <a:pt x="9" y="82"/>
                  </a:cubicBezTo>
                  <a:cubicBezTo>
                    <a:pt x="10" y="81"/>
                    <a:pt x="11" y="79"/>
                    <a:pt x="11" y="76"/>
                  </a:cubicBezTo>
                  <a:cubicBezTo>
                    <a:pt x="14" y="58"/>
                    <a:pt x="14" y="58"/>
                    <a:pt x="14" y="58"/>
                  </a:cubicBezTo>
                  <a:cubicBezTo>
                    <a:pt x="14" y="54"/>
                    <a:pt x="15" y="51"/>
                    <a:pt x="15" y="48"/>
                  </a:cubicBezTo>
                  <a:cubicBezTo>
                    <a:pt x="16" y="51"/>
                    <a:pt x="18" y="53"/>
                    <a:pt x="22" y="53"/>
                  </a:cubicBezTo>
                  <a:cubicBezTo>
                    <a:pt x="29" y="53"/>
                    <a:pt x="37" y="49"/>
                    <a:pt x="44" y="41"/>
                  </a:cubicBezTo>
                  <a:cubicBezTo>
                    <a:pt x="52" y="33"/>
                    <a:pt x="56" y="24"/>
                    <a:pt x="56" y="14"/>
                  </a:cubicBezTo>
                  <a:cubicBezTo>
                    <a:pt x="56" y="10"/>
                    <a:pt x="55" y="7"/>
                    <a:pt x="52" y="5"/>
                  </a:cubicBezTo>
                  <a:cubicBezTo>
                    <a:pt x="50" y="2"/>
                    <a:pt x="47" y="1"/>
                    <a:pt x="44" y="1"/>
                  </a:cubicBezTo>
                  <a:close/>
                  <a:moveTo>
                    <a:pt x="37" y="34"/>
                  </a:moveTo>
                  <a:cubicBezTo>
                    <a:pt x="32" y="40"/>
                    <a:pt x="28" y="43"/>
                    <a:pt x="24" y="43"/>
                  </a:cubicBezTo>
                  <a:cubicBezTo>
                    <a:pt x="22" y="43"/>
                    <a:pt x="21" y="43"/>
                    <a:pt x="20" y="42"/>
                  </a:cubicBezTo>
                  <a:cubicBezTo>
                    <a:pt x="19" y="41"/>
                    <a:pt x="19" y="40"/>
                    <a:pt x="19" y="39"/>
                  </a:cubicBezTo>
                  <a:cubicBezTo>
                    <a:pt x="19" y="35"/>
                    <a:pt x="22" y="30"/>
                    <a:pt x="27" y="22"/>
                  </a:cubicBezTo>
                  <a:cubicBezTo>
                    <a:pt x="33" y="15"/>
                    <a:pt x="38" y="11"/>
                    <a:pt x="42" y="11"/>
                  </a:cubicBezTo>
                  <a:cubicBezTo>
                    <a:pt x="43" y="11"/>
                    <a:pt x="43" y="12"/>
                    <a:pt x="44" y="13"/>
                  </a:cubicBezTo>
                  <a:cubicBezTo>
                    <a:pt x="44" y="14"/>
                    <a:pt x="45" y="15"/>
                    <a:pt x="45" y="17"/>
                  </a:cubicBezTo>
                  <a:cubicBezTo>
                    <a:pt x="45" y="22"/>
                    <a:pt x="42" y="28"/>
                    <a:pt x="37"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65"/>
            <p:cNvSpPr>
              <a:spLocks noEditPoints="1"/>
            </p:cNvSpPr>
            <p:nvPr/>
          </p:nvSpPr>
          <p:spPr bwMode="auto">
            <a:xfrm>
              <a:off x="10541000" y="3711575"/>
              <a:ext cx="65088" cy="80963"/>
            </a:xfrm>
            <a:custGeom>
              <a:avLst/>
              <a:gdLst>
                <a:gd name="T0" fmla="*/ 42 w 42"/>
                <a:gd name="T1" fmla="*/ 35 h 53"/>
                <a:gd name="T2" fmla="*/ 40 w 42"/>
                <a:gd name="T3" fmla="*/ 32 h 53"/>
                <a:gd name="T4" fmla="*/ 36 w 42"/>
                <a:gd name="T5" fmla="*/ 34 h 53"/>
                <a:gd name="T6" fmla="*/ 18 w 42"/>
                <a:gd name="T7" fmla="*/ 43 h 53"/>
                <a:gd name="T8" fmla="*/ 13 w 42"/>
                <a:gd name="T9" fmla="*/ 41 h 53"/>
                <a:gd name="T10" fmla="*/ 11 w 42"/>
                <a:gd name="T11" fmla="*/ 37 h 53"/>
                <a:gd name="T12" fmla="*/ 12 w 42"/>
                <a:gd name="T13" fmla="*/ 35 h 53"/>
                <a:gd name="T14" fmla="*/ 32 w 42"/>
                <a:gd name="T15" fmla="*/ 26 h 53"/>
                <a:gd name="T16" fmla="*/ 40 w 42"/>
                <a:gd name="T17" fmla="*/ 10 h 53"/>
                <a:gd name="T18" fmla="*/ 36 w 42"/>
                <a:gd name="T19" fmla="*/ 3 h 53"/>
                <a:gd name="T20" fmla="*/ 28 w 42"/>
                <a:gd name="T21" fmla="*/ 0 h 53"/>
                <a:gd name="T22" fmla="*/ 9 w 42"/>
                <a:gd name="T23" fmla="*/ 11 h 53"/>
                <a:gd name="T24" fmla="*/ 0 w 42"/>
                <a:gd name="T25" fmla="*/ 35 h 53"/>
                <a:gd name="T26" fmla="*/ 4 w 42"/>
                <a:gd name="T27" fmla="*/ 48 h 53"/>
                <a:gd name="T28" fmla="*/ 16 w 42"/>
                <a:gd name="T29" fmla="*/ 53 h 53"/>
                <a:gd name="T30" fmla="*/ 34 w 42"/>
                <a:gd name="T31" fmla="*/ 46 h 53"/>
                <a:gd name="T32" fmla="*/ 42 w 42"/>
                <a:gd name="T33" fmla="*/ 35 h 53"/>
                <a:gd name="T34" fmla="*/ 18 w 42"/>
                <a:gd name="T35" fmla="*/ 15 h 53"/>
                <a:gd name="T36" fmla="*/ 27 w 42"/>
                <a:gd name="T37" fmla="*/ 9 h 53"/>
                <a:gd name="T38" fmla="*/ 29 w 42"/>
                <a:gd name="T39" fmla="*/ 10 h 53"/>
                <a:gd name="T40" fmla="*/ 30 w 42"/>
                <a:gd name="T41" fmla="*/ 12 h 53"/>
                <a:gd name="T42" fmla="*/ 25 w 42"/>
                <a:gd name="T43" fmla="*/ 21 h 53"/>
                <a:gd name="T44" fmla="*/ 12 w 42"/>
                <a:gd name="T45" fmla="*/ 27 h 53"/>
                <a:gd name="T46" fmla="*/ 18 w 42"/>
                <a:gd name="T47" fmla="*/ 15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2" h="53">
                  <a:moveTo>
                    <a:pt x="42" y="35"/>
                  </a:moveTo>
                  <a:cubicBezTo>
                    <a:pt x="42" y="33"/>
                    <a:pt x="42" y="32"/>
                    <a:pt x="40" y="32"/>
                  </a:cubicBezTo>
                  <a:cubicBezTo>
                    <a:pt x="39" y="32"/>
                    <a:pt x="37" y="33"/>
                    <a:pt x="36" y="34"/>
                  </a:cubicBezTo>
                  <a:cubicBezTo>
                    <a:pt x="30" y="40"/>
                    <a:pt x="24" y="43"/>
                    <a:pt x="18" y="43"/>
                  </a:cubicBezTo>
                  <a:cubicBezTo>
                    <a:pt x="16" y="43"/>
                    <a:pt x="14" y="43"/>
                    <a:pt x="13" y="41"/>
                  </a:cubicBezTo>
                  <a:cubicBezTo>
                    <a:pt x="12" y="40"/>
                    <a:pt x="11" y="39"/>
                    <a:pt x="11" y="37"/>
                  </a:cubicBezTo>
                  <a:cubicBezTo>
                    <a:pt x="11" y="36"/>
                    <a:pt x="12" y="36"/>
                    <a:pt x="12" y="35"/>
                  </a:cubicBezTo>
                  <a:cubicBezTo>
                    <a:pt x="20" y="34"/>
                    <a:pt x="27" y="30"/>
                    <a:pt x="32" y="26"/>
                  </a:cubicBezTo>
                  <a:cubicBezTo>
                    <a:pt x="37" y="21"/>
                    <a:pt x="40" y="16"/>
                    <a:pt x="40" y="10"/>
                  </a:cubicBezTo>
                  <a:cubicBezTo>
                    <a:pt x="40" y="7"/>
                    <a:pt x="38" y="5"/>
                    <a:pt x="36" y="3"/>
                  </a:cubicBezTo>
                  <a:cubicBezTo>
                    <a:pt x="34" y="1"/>
                    <a:pt x="32" y="0"/>
                    <a:pt x="28" y="0"/>
                  </a:cubicBezTo>
                  <a:cubicBezTo>
                    <a:pt x="21" y="0"/>
                    <a:pt x="15" y="3"/>
                    <a:pt x="9" y="11"/>
                  </a:cubicBezTo>
                  <a:cubicBezTo>
                    <a:pt x="3" y="18"/>
                    <a:pt x="0" y="26"/>
                    <a:pt x="0" y="35"/>
                  </a:cubicBezTo>
                  <a:cubicBezTo>
                    <a:pt x="0" y="40"/>
                    <a:pt x="1" y="45"/>
                    <a:pt x="4" y="48"/>
                  </a:cubicBezTo>
                  <a:cubicBezTo>
                    <a:pt x="7" y="51"/>
                    <a:pt x="11" y="53"/>
                    <a:pt x="16" y="53"/>
                  </a:cubicBezTo>
                  <a:cubicBezTo>
                    <a:pt x="23" y="53"/>
                    <a:pt x="29" y="51"/>
                    <a:pt x="34" y="46"/>
                  </a:cubicBezTo>
                  <a:cubicBezTo>
                    <a:pt x="40" y="42"/>
                    <a:pt x="42" y="38"/>
                    <a:pt x="42" y="35"/>
                  </a:cubicBezTo>
                  <a:close/>
                  <a:moveTo>
                    <a:pt x="18" y="15"/>
                  </a:moveTo>
                  <a:cubicBezTo>
                    <a:pt x="21" y="11"/>
                    <a:pt x="24" y="9"/>
                    <a:pt x="27" y="9"/>
                  </a:cubicBezTo>
                  <a:cubicBezTo>
                    <a:pt x="28" y="9"/>
                    <a:pt x="29" y="9"/>
                    <a:pt x="29" y="10"/>
                  </a:cubicBezTo>
                  <a:cubicBezTo>
                    <a:pt x="30" y="10"/>
                    <a:pt x="30" y="11"/>
                    <a:pt x="30" y="12"/>
                  </a:cubicBezTo>
                  <a:cubicBezTo>
                    <a:pt x="30" y="15"/>
                    <a:pt x="28" y="18"/>
                    <a:pt x="25" y="21"/>
                  </a:cubicBezTo>
                  <a:cubicBezTo>
                    <a:pt x="21" y="24"/>
                    <a:pt x="17" y="26"/>
                    <a:pt x="12" y="27"/>
                  </a:cubicBezTo>
                  <a:cubicBezTo>
                    <a:pt x="13" y="23"/>
                    <a:pt x="15" y="18"/>
                    <a:pt x="18"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66"/>
            <p:cNvSpPr>
              <a:spLocks/>
            </p:cNvSpPr>
            <p:nvPr/>
          </p:nvSpPr>
          <p:spPr bwMode="auto">
            <a:xfrm>
              <a:off x="10620375" y="3714750"/>
              <a:ext cx="69850" cy="77788"/>
            </a:xfrm>
            <a:custGeom>
              <a:avLst/>
              <a:gdLst>
                <a:gd name="T0" fmla="*/ 12 w 45"/>
                <a:gd name="T1" fmla="*/ 14 h 51"/>
                <a:gd name="T2" fmla="*/ 14 w 45"/>
                <a:gd name="T3" fmla="*/ 5 h 51"/>
                <a:gd name="T4" fmla="*/ 13 w 45"/>
                <a:gd name="T5" fmla="*/ 2 h 51"/>
                <a:gd name="T6" fmla="*/ 9 w 45"/>
                <a:gd name="T7" fmla="*/ 0 h 51"/>
                <a:gd name="T8" fmla="*/ 5 w 45"/>
                <a:gd name="T9" fmla="*/ 2 h 51"/>
                <a:gd name="T10" fmla="*/ 2 w 45"/>
                <a:gd name="T11" fmla="*/ 5 h 51"/>
                <a:gd name="T12" fmla="*/ 1 w 45"/>
                <a:gd name="T13" fmla="*/ 11 h 51"/>
                <a:gd name="T14" fmla="*/ 1 w 45"/>
                <a:gd name="T15" fmla="*/ 14 h 51"/>
                <a:gd name="T16" fmla="*/ 0 w 45"/>
                <a:gd name="T17" fmla="*/ 27 h 51"/>
                <a:gd name="T18" fmla="*/ 0 w 45"/>
                <a:gd name="T19" fmla="*/ 36 h 51"/>
                <a:gd name="T20" fmla="*/ 1 w 45"/>
                <a:gd name="T21" fmla="*/ 48 h 51"/>
                <a:gd name="T22" fmla="*/ 5 w 45"/>
                <a:gd name="T23" fmla="*/ 51 h 51"/>
                <a:gd name="T24" fmla="*/ 10 w 45"/>
                <a:gd name="T25" fmla="*/ 50 h 51"/>
                <a:gd name="T26" fmla="*/ 12 w 45"/>
                <a:gd name="T27" fmla="*/ 44 h 51"/>
                <a:gd name="T28" fmla="*/ 22 w 45"/>
                <a:gd name="T29" fmla="*/ 21 h 51"/>
                <a:gd name="T30" fmla="*/ 33 w 45"/>
                <a:gd name="T31" fmla="*/ 10 h 51"/>
                <a:gd name="T32" fmla="*/ 36 w 45"/>
                <a:gd name="T33" fmla="*/ 11 h 51"/>
                <a:gd name="T34" fmla="*/ 41 w 45"/>
                <a:gd name="T35" fmla="*/ 14 h 51"/>
                <a:gd name="T36" fmla="*/ 44 w 45"/>
                <a:gd name="T37" fmla="*/ 12 h 51"/>
                <a:gd name="T38" fmla="*/ 45 w 45"/>
                <a:gd name="T39" fmla="*/ 8 h 51"/>
                <a:gd name="T40" fmla="*/ 42 w 45"/>
                <a:gd name="T41" fmla="*/ 2 h 51"/>
                <a:gd name="T42" fmla="*/ 34 w 45"/>
                <a:gd name="T43" fmla="*/ 0 h 51"/>
                <a:gd name="T44" fmla="*/ 22 w 45"/>
                <a:gd name="T45" fmla="*/ 7 h 51"/>
                <a:gd name="T46" fmla="*/ 10 w 45"/>
                <a:gd name="T47" fmla="*/ 25 h 51"/>
                <a:gd name="T48" fmla="*/ 9 w 45"/>
                <a:gd name="T49" fmla="*/ 26 h 51"/>
                <a:gd name="T50" fmla="*/ 11 w 45"/>
                <a:gd name="T51" fmla="*/ 19 h 51"/>
                <a:gd name="T52" fmla="*/ 12 w 45"/>
                <a:gd name="T53" fmla="*/ 1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5" h="51">
                  <a:moveTo>
                    <a:pt x="12" y="14"/>
                  </a:moveTo>
                  <a:cubicBezTo>
                    <a:pt x="13" y="9"/>
                    <a:pt x="14" y="6"/>
                    <a:pt x="14" y="5"/>
                  </a:cubicBezTo>
                  <a:cubicBezTo>
                    <a:pt x="14" y="4"/>
                    <a:pt x="13" y="3"/>
                    <a:pt x="13" y="2"/>
                  </a:cubicBezTo>
                  <a:cubicBezTo>
                    <a:pt x="12" y="1"/>
                    <a:pt x="10" y="0"/>
                    <a:pt x="9" y="0"/>
                  </a:cubicBezTo>
                  <a:cubicBezTo>
                    <a:pt x="7" y="0"/>
                    <a:pt x="6" y="1"/>
                    <a:pt x="5" y="2"/>
                  </a:cubicBezTo>
                  <a:cubicBezTo>
                    <a:pt x="3" y="3"/>
                    <a:pt x="2" y="4"/>
                    <a:pt x="2" y="5"/>
                  </a:cubicBezTo>
                  <a:cubicBezTo>
                    <a:pt x="2" y="6"/>
                    <a:pt x="1" y="8"/>
                    <a:pt x="1" y="11"/>
                  </a:cubicBezTo>
                  <a:cubicBezTo>
                    <a:pt x="1" y="12"/>
                    <a:pt x="1" y="13"/>
                    <a:pt x="1" y="14"/>
                  </a:cubicBezTo>
                  <a:cubicBezTo>
                    <a:pt x="0" y="19"/>
                    <a:pt x="0" y="23"/>
                    <a:pt x="0" y="27"/>
                  </a:cubicBezTo>
                  <a:cubicBezTo>
                    <a:pt x="0" y="31"/>
                    <a:pt x="0" y="34"/>
                    <a:pt x="0" y="36"/>
                  </a:cubicBezTo>
                  <a:cubicBezTo>
                    <a:pt x="0" y="41"/>
                    <a:pt x="0" y="45"/>
                    <a:pt x="1" y="48"/>
                  </a:cubicBezTo>
                  <a:cubicBezTo>
                    <a:pt x="2" y="50"/>
                    <a:pt x="3" y="51"/>
                    <a:pt x="5" y="51"/>
                  </a:cubicBezTo>
                  <a:cubicBezTo>
                    <a:pt x="7" y="51"/>
                    <a:pt x="9" y="51"/>
                    <a:pt x="10" y="50"/>
                  </a:cubicBezTo>
                  <a:cubicBezTo>
                    <a:pt x="11" y="49"/>
                    <a:pt x="12" y="47"/>
                    <a:pt x="12" y="44"/>
                  </a:cubicBezTo>
                  <a:cubicBezTo>
                    <a:pt x="13" y="36"/>
                    <a:pt x="17" y="28"/>
                    <a:pt x="22" y="21"/>
                  </a:cubicBezTo>
                  <a:cubicBezTo>
                    <a:pt x="27" y="13"/>
                    <a:pt x="31" y="10"/>
                    <a:pt x="33" y="10"/>
                  </a:cubicBezTo>
                  <a:cubicBezTo>
                    <a:pt x="34" y="10"/>
                    <a:pt x="35" y="10"/>
                    <a:pt x="36" y="11"/>
                  </a:cubicBezTo>
                  <a:cubicBezTo>
                    <a:pt x="38" y="13"/>
                    <a:pt x="39" y="14"/>
                    <a:pt x="41" y="14"/>
                  </a:cubicBezTo>
                  <a:cubicBezTo>
                    <a:pt x="42" y="14"/>
                    <a:pt x="43" y="13"/>
                    <a:pt x="44" y="12"/>
                  </a:cubicBezTo>
                  <a:cubicBezTo>
                    <a:pt x="45" y="11"/>
                    <a:pt x="45" y="10"/>
                    <a:pt x="45" y="8"/>
                  </a:cubicBezTo>
                  <a:cubicBezTo>
                    <a:pt x="45" y="6"/>
                    <a:pt x="44" y="4"/>
                    <a:pt x="42" y="2"/>
                  </a:cubicBezTo>
                  <a:cubicBezTo>
                    <a:pt x="40" y="1"/>
                    <a:pt x="38" y="0"/>
                    <a:pt x="34" y="0"/>
                  </a:cubicBezTo>
                  <a:cubicBezTo>
                    <a:pt x="30" y="0"/>
                    <a:pt x="26" y="2"/>
                    <a:pt x="22" y="7"/>
                  </a:cubicBezTo>
                  <a:cubicBezTo>
                    <a:pt x="18" y="11"/>
                    <a:pt x="14" y="17"/>
                    <a:pt x="10" y="25"/>
                  </a:cubicBezTo>
                  <a:cubicBezTo>
                    <a:pt x="9" y="26"/>
                    <a:pt x="9" y="26"/>
                    <a:pt x="9" y="26"/>
                  </a:cubicBezTo>
                  <a:cubicBezTo>
                    <a:pt x="11" y="19"/>
                    <a:pt x="11" y="19"/>
                    <a:pt x="11" y="19"/>
                  </a:cubicBezTo>
                  <a:cubicBezTo>
                    <a:pt x="11" y="17"/>
                    <a:pt x="11" y="15"/>
                    <a:pt x="12"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67"/>
            <p:cNvSpPr>
              <a:spLocks/>
            </p:cNvSpPr>
            <p:nvPr/>
          </p:nvSpPr>
          <p:spPr bwMode="auto">
            <a:xfrm>
              <a:off x="10691813" y="3713163"/>
              <a:ext cx="80963" cy="80963"/>
            </a:xfrm>
            <a:custGeom>
              <a:avLst/>
              <a:gdLst>
                <a:gd name="T0" fmla="*/ 48 w 52"/>
                <a:gd name="T1" fmla="*/ 11 h 53"/>
                <a:gd name="T2" fmla="*/ 52 w 52"/>
                <a:gd name="T3" fmla="*/ 5 h 53"/>
                <a:gd name="T4" fmla="*/ 51 w 52"/>
                <a:gd name="T5" fmla="*/ 2 h 53"/>
                <a:gd name="T6" fmla="*/ 47 w 52"/>
                <a:gd name="T7" fmla="*/ 0 h 53"/>
                <a:gd name="T8" fmla="*/ 42 w 52"/>
                <a:gd name="T9" fmla="*/ 1 h 53"/>
                <a:gd name="T10" fmla="*/ 36 w 52"/>
                <a:gd name="T11" fmla="*/ 8 h 53"/>
                <a:gd name="T12" fmla="*/ 26 w 52"/>
                <a:gd name="T13" fmla="*/ 22 h 53"/>
                <a:gd name="T14" fmla="*/ 20 w 52"/>
                <a:gd name="T15" fmla="*/ 33 h 53"/>
                <a:gd name="T16" fmla="*/ 18 w 52"/>
                <a:gd name="T17" fmla="*/ 37 h 53"/>
                <a:gd name="T18" fmla="*/ 17 w 52"/>
                <a:gd name="T19" fmla="*/ 34 h 53"/>
                <a:gd name="T20" fmla="*/ 16 w 52"/>
                <a:gd name="T21" fmla="*/ 29 h 53"/>
                <a:gd name="T22" fmla="*/ 13 w 52"/>
                <a:gd name="T23" fmla="*/ 21 h 53"/>
                <a:gd name="T24" fmla="*/ 12 w 52"/>
                <a:gd name="T25" fmla="*/ 14 h 53"/>
                <a:gd name="T26" fmla="*/ 12 w 52"/>
                <a:gd name="T27" fmla="*/ 8 h 53"/>
                <a:gd name="T28" fmla="*/ 6 w 52"/>
                <a:gd name="T29" fmla="*/ 1 h 53"/>
                <a:gd name="T30" fmla="*/ 0 w 52"/>
                <a:gd name="T31" fmla="*/ 8 h 53"/>
                <a:gd name="T32" fmla="*/ 7 w 52"/>
                <a:gd name="T33" fmla="*/ 36 h 53"/>
                <a:gd name="T34" fmla="*/ 11 w 52"/>
                <a:gd name="T35" fmla="*/ 49 h 53"/>
                <a:gd name="T36" fmla="*/ 17 w 52"/>
                <a:gd name="T37" fmla="*/ 53 h 53"/>
                <a:gd name="T38" fmla="*/ 24 w 52"/>
                <a:gd name="T39" fmla="*/ 45 h 53"/>
                <a:gd name="T40" fmla="*/ 38 w 52"/>
                <a:gd name="T41" fmla="*/ 22 h 53"/>
                <a:gd name="T42" fmla="*/ 48 w 52"/>
                <a:gd name="T43"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2" h="53">
                  <a:moveTo>
                    <a:pt x="48" y="11"/>
                  </a:moveTo>
                  <a:cubicBezTo>
                    <a:pt x="51" y="9"/>
                    <a:pt x="52" y="7"/>
                    <a:pt x="52" y="5"/>
                  </a:cubicBezTo>
                  <a:cubicBezTo>
                    <a:pt x="52" y="4"/>
                    <a:pt x="52" y="3"/>
                    <a:pt x="51" y="2"/>
                  </a:cubicBezTo>
                  <a:cubicBezTo>
                    <a:pt x="50" y="1"/>
                    <a:pt x="48" y="0"/>
                    <a:pt x="47" y="0"/>
                  </a:cubicBezTo>
                  <a:cubicBezTo>
                    <a:pt x="45" y="0"/>
                    <a:pt x="44" y="1"/>
                    <a:pt x="42" y="1"/>
                  </a:cubicBezTo>
                  <a:cubicBezTo>
                    <a:pt x="41" y="2"/>
                    <a:pt x="39" y="4"/>
                    <a:pt x="36" y="8"/>
                  </a:cubicBezTo>
                  <a:cubicBezTo>
                    <a:pt x="33" y="11"/>
                    <a:pt x="30" y="16"/>
                    <a:pt x="26" y="22"/>
                  </a:cubicBezTo>
                  <a:cubicBezTo>
                    <a:pt x="23" y="28"/>
                    <a:pt x="21" y="32"/>
                    <a:pt x="20" y="33"/>
                  </a:cubicBezTo>
                  <a:cubicBezTo>
                    <a:pt x="19" y="35"/>
                    <a:pt x="18" y="36"/>
                    <a:pt x="18" y="37"/>
                  </a:cubicBezTo>
                  <a:cubicBezTo>
                    <a:pt x="18" y="36"/>
                    <a:pt x="18" y="35"/>
                    <a:pt x="17" y="34"/>
                  </a:cubicBezTo>
                  <a:cubicBezTo>
                    <a:pt x="17" y="32"/>
                    <a:pt x="16" y="30"/>
                    <a:pt x="16" y="29"/>
                  </a:cubicBezTo>
                  <a:cubicBezTo>
                    <a:pt x="15" y="27"/>
                    <a:pt x="14" y="24"/>
                    <a:pt x="13" y="21"/>
                  </a:cubicBezTo>
                  <a:cubicBezTo>
                    <a:pt x="12" y="17"/>
                    <a:pt x="12" y="15"/>
                    <a:pt x="12" y="14"/>
                  </a:cubicBezTo>
                  <a:cubicBezTo>
                    <a:pt x="12" y="13"/>
                    <a:pt x="12" y="11"/>
                    <a:pt x="12" y="8"/>
                  </a:cubicBezTo>
                  <a:cubicBezTo>
                    <a:pt x="12" y="3"/>
                    <a:pt x="10" y="1"/>
                    <a:pt x="6" y="1"/>
                  </a:cubicBezTo>
                  <a:cubicBezTo>
                    <a:pt x="2" y="1"/>
                    <a:pt x="0" y="3"/>
                    <a:pt x="0" y="8"/>
                  </a:cubicBezTo>
                  <a:cubicBezTo>
                    <a:pt x="0" y="14"/>
                    <a:pt x="2" y="23"/>
                    <a:pt x="7" y="36"/>
                  </a:cubicBezTo>
                  <a:cubicBezTo>
                    <a:pt x="10" y="43"/>
                    <a:pt x="11" y="47"/>
                    <a:pt x="11" y="49"/>
                  </a:cubicBezTo>
                  <a:cubicBezTo>
                    <a:pt x="13" y="52"/>
                    <a:pt x="15" y="53"/>
                    <a:pt x="17" y="53"/>
                  </a:cubicBezTo>
                  <a:cubicBezTo>
                    <a:pt x="19" y="53"/>
                    <a:pt x="21" y="50"/>
                    <a:pt x="24" y="45"/>
                  </a:cubicBezTo>
                  <a:cubicBezTo>
                    <a:pt x="29" y="36"/>
                    <a:pt x="34" y="28"/>
                    <a:pt x="38" y="22"/>
                  </a:cubicBezTo>
                  <a:cubicBezTo>
                    <a:pt x="42" y="16"/>
                    <a:pt x="46" y="12"/>
                    <a:pt x="4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68"/>
            <p:cNvSpPr>
              <a:spLocks noEditPoints="1"/>
            </p:cNvSpPr>
            <p:nvPr/>
          </p:nvSpPr>
          <p:spPr bwMode="auto">
            <a:xfrm>
              <a:off x="10771188" y="3711575"/>
              <a:ext cx="65088" cy="80963"/>
            </a:xfrm>
            <a:custGeom>
              <a:avLst/>
              <a:gdLst>
                <a:gd name="T0" fmla="*/ 43 w 43"/>
                <a:gd name="T1" fmla="*/ 35 h 53"/>
                <a:gd name="T2" fmla="*/ 40 w 43"/>
                <a:gd name="T3" fmla="*/ 32 h 53"/>
                <a:gd name="T4" fmla="*/ 37 w 43"/>
                <a:gd name="T5" fmla="*/ 34 h 53"/>
                <a:gd name="T6" fmla="*/ 19 w 43"/>
                <a:gd name="T7" fmla="*/ 43 h 53"/>
                <a:gd name="T8" fmla="*/ 14 w 43"/>
                <a:gd name="T9" fmla="*/ 41 h 53"/>
                <a:gd name="T10" fmla="*/ 12 w 43"/>
                <a:gd name="T11" fmla="*/ 37 h 53"/>
                <a:gd name="T12" fmla="*/ 13 w 43"/>
                <a:gd name="T13" fmla="*/ 35 h 53"/>
                <a:gd name="T14" fmla="*/ 32 w 43"/>
                <a:gd name="T15" fmla="*/ 26 h 53"/>
                <a:gd name="T16" fmla="*/ 40 w 43"/>
                <a:gd name="T17" fmla="*/ 10 h 53"/>
                <a:gd name="T18" fmla="*/ 37 w 43"/>
                <a:gd name="T19" fmla="*/ 3 h 53"/>
                <a:gd name="T20" fmla="*/ 29 w 43"/>
                <a:gd name="T21" fmla="*/ 0 h 53"/>
                <a:gd name="T22" fmla="*/ 9 w 43"/>
                <a:gd name="T23" fmla="*/ 11 h 53"/>
                <a:gd name="T24" fmla="*/ 0 w 43"/>
                <a:gd name="T25" fmla="*/ 35 h 53"/>
                <a:gd name="T26" fmla="*/ 5 w 43"/>
                <a:gd name="T27" fmla="*/ 48 h 53"/>
                <a:gd name="T28" fmla="*/ 17 w 43"/>
                <a:gd name="T29" fmla="*/ 53 h 53"/>
                <a:gd name="T30" fmla="*/ 35 w 43"/>
                <a:gd name="T31" fmla="*/ 46 h 53"/>
                <a:gd name="T32" fmla="*/ 43 w 43"/>
                <a:gd name="T33" fmla="*/ 35 h 53"/>
                <a:gd name="T34" fmla="*/ 19 w 43"/>
                <a:gd name="T35" fmla="*/ 15 h 53"/>
                <a:gd name="T36" fmla="*/ 28 w 43"/>
                <a:gd name="T37" fmla="*/ 9 h 53"/>
                <a:gd name="T38" fmla="*/ 30 w 43"/>
                <a:gd name="T39" fmla="*/ 10 h 53"/>
                <a:gd name="T40" fmla="*/ 31 w 43"/>
                <a:gd name="T41" fmla="*/ 12 h 53"/>
                <a:gd name="T42" fmla="*/ 25 w 43"/>
                <a:gd name="T43" fmla="*/ 21 h 53"/>
                <a:gd name="T44" fmla="*/ 12 w 43"/>
                <a:gd name="T45" fmla="*/ 27 h 53"/>
                <a:gd name="T46" fmla="*/ 19 w 43"/>
                <a:gd name="T47" fmla="*/ 15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3" h="53">
                  <a:moveTo>
                    <a:pt x="43" y="35"/>
                  </a:moveTo>
                  <a:cubicBezTo>
                    <a:pt x="43" y="33"/>
                    <a:pt x="42" y="32"/>
                    <a:pt x="40" y="32"/>
                  </a:cubicBezTo>
                  <a:cubicBezTo>
                    <a:pt x="39" y="32"/>
                    <a:pt x="38" y="33"/>
                    <a:pt x="37" y="34"/>
                  </a:cubicBezTo>
                  <a:cubicBezTo>
                    <a:pt x="31" y="40"/>
                    <a:pt x="25" y="43"/>
                    <a:pt x="19" y="43"/>
                  </a:cubicBezTo>
                  <a:cubicBezTo>
                    <a:pt x="17" y="43"/>
                    <a:pt x="15" y="43"/>
                    <a:pt x="14" y="41"/>
                  </a:cubicBezTo>
                  <a:cubicBezTo>
                    <a:pt x="12" y="40"/>
                    <a:pt x="12" y="39"/>
                    <a:pt x="12" y="37"/>
                  </a:cubicBezTo>
                  <a:cubicBezTo>
                    <a:pt x="12" y="36"/>
                    <a:pt x="12" y="36"/>
                    <a:pt x="13" y="35"/>
                  </a:cubicBezTo>
                  <a:cubicBezTo>
                    <a:pt x="21" y="34"/>
                    <a:pt x="27" y="30"/>
                    <a:pt x="32" y="26"/>
                  </a:cubicBezTo>
                  <a:cubicBezTo>
                    <a:pt x="38" y="21"/>
                    <a:pt x="40" y="16"/>
                    <a:pt x="40" y="10"/>
                  </a:cubicBezTo>
                  <a:cubicBezTo>
                    <a:pt x="40" y="7"/>
                    <a:pt x="39" y="5"/>
                    <a:pt x="37" y="3"/>
                  </a:cubicBezTo>
                  <a:cubicBezTo>
                    <a:pt x="35" y="1"/>
                    <a:pt x="32" y="0"/>
                    <a:pt x="29" y="0"/>
                  </a:cubicBezTo>
                  <a:cubicBezTo>
                    <a:pt x="22" y="0"/>
                    <a:pt x="15" y="3"/>
                    <a:pt x="9" y="11"/>
                  </a:cubicBezTo>
                  <a:cubicBezTo>
                    <a:pt x="3" y="18"/>
                    <a:pt x="0" y="26"/>
                    <a:pt x="0" y="35"/>
                  </a:cubicBezTo>
                  <a:cubicBezTo>
                    <a:pt x="0" y="40"/>
                    <a:pt x="2" y="45"/>
                    <a:pt x="5" y="48"/>
                  </a:cubicBezTo>
                  <a:cubicBezTo>
                    <a:pt x="8" y="51"/>
                    <a:pt x="12" y="53"/>
                    <a:pt x="17" y="53"/>
                  </a:cubicBezTo>
                  <a:cubicBezTo>
                    <a:pt x="24" y="53"/>
                    <a:pt x="30" y="51"/>
                    <a:pt x="35" y="46"/>
                  </a:cubicBezTo>
                  <a:cubicBezTo>
                    <a:pt x="40" y="42"/>
                    <a:pt x="43" y="38"/>
                    <a:pt x="43" y="35"/>
                  </a:cubicBezTo>
                  <a:close/>
                  <a:moveTo>
                    <a:pt x="19" y="15"/>
                  </a:moveTo>
                  <a:cubicBezTo>
                    <a:pt x="22" y="11"/>
                    <a:pt x="25" y="9"/>
                    <a:pt x="28" y="9"/>
                  </a:cubicBezTo>
                  <a:cubicBezTo>
                    <a:pt x="28" y="9"/>
                    <a:pt x="29" y="9"/>
                    <a:pt x="30" y="10"/>
                  </a:cubicBezTo>
                  <a:cubicBezTo>
                    <a:pt x="30" y="10"/>
                    <a:pt x="31" y="11"/>
                    <a:pt x="31" y="12"/>
                  </a:cubicBezTo>
                  <a:cubicBezTo>
                    <a:pt x="31" y="15"/>
                    <a:pt x="29" y="18"/>
                    <a:pt x="25" y="21"/>
                  </a:cubicBezTo>
                  <a:cubicBezTo>
                    <a:pt x="21" y="24"/>
                    <a:pt x="17" y="26"/>
                    <a:pt x="12" y="27"/>
                  </a:cubicBezTo>
                  <a:cubicBezTo>
                    <a:pt x="13" y="23"/>
                    <a:pt x="16" y="18"/>
                    <a:pt x="19"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69"/>
            <p:cNvSpPr>
              <a:spLocks/>
            </p:cNvSpPr>
            <p:nvPr/>
          </p:nvSpPr>
          <p:spPr bwMode="auto">
            <a:xfrm>
              <a:off x="10845800" y="3717925"/>
              <a:ext cx="88900" cy="73025"/>
            </a:xfrm>
            <a:custGeom>
              <a:avLst/>
              <a:gdLst>
                <a:gd name="T0" fmla="*/ 47 w 58"/>
                <a:gd name="T1" fmla="*/ 45 h 47"/>
                <a:gd name="T2" fmla="*/ 55 w 58"/>
                <a:gd name="T3" fmla="*/ 42 h 47"/>
                <a:gd name="T4" fmla="*/ 58 w 58"/>
                <a:gd name="T5" fmla="*/ 37 h 47"/>
                <a:gd name="T6" fmla="*/ 56 w 58"/>
                <a:gd name="T7" fmla="*/ 35 h 47"/>
                <a:gd name="T8" fmla="*/ 53 w 58"/>
                <a:gd name="T9" fmla="*/ 35 h 47"/>
                <a:gd name="T10" fmla="*/ 51 w 58"/>
                <a:gd name="T11" fmla="*/ 36 h 47"/>
                <a:gd name="T12" fmla="*/ 46 w 58"/>
                <a:gd name="T13" fmla="*/ 19 h 47"/>
                <a:gd name="T14" fmla="*/ 34 w 58"/>
                <a:gd name="T15" fmla="*/ 2 h 47"/>
                <a:gd name="T16" fmla="*/ 12 w 58"/>
                <a:gd name="T17" fmla="*/ 25 h 47"/>
                <a:gd name="T18" fmla="*/ 15 w 58"/>
                <a:gd name="T19" fmla="*/ 8 h 47"/>
                <a:gd name="T20" fmla="*/ 13 w 58"/>
                <a:gd name="T21" fmla="*/ 1 h 47"/>
                <a:gd name="T22" fmla="*/ 9 w 58"/>
                <a:gd name="T23" fmla="*/ 0 h 47"/>
                <a:gd name="T24" fmla="*/ 5 w 58"/>
                <a:gd name="T25" fmla="*/ 2 h 47"/>
                <a:gd name="T26" fmla="*/ 3 w 58"/>
                <a:gd name="T27" fmla="*/ 7 h 47"/>
                <a:gd name="T28" fmla="*/ 2 w 58"/>
                <a:gd name="T29" fmla="*/ 31 h 47"/>
                <a:gd name="T30" fmla="*/ 0 w 58"/>
                <a:gd name="T31" fmla="*/ 41 h 47"/>
                <a:gd name="T32" fmla="*/ 7 w 58"/>
                <a:gd name="T33" fmla="*/ 47 h 47"/>
                <a:gd name="T34" fmla="*/ 9 w 58"/>
                <a:gd name="T35" fmla="*/ 46 h 47"/>
                <a:gd name="T36" fmla="*/ 11 w 58"/>
                <a:gd name="T37" fmla="*/ 43 h 47"/>
                <a:gd name="T38" fmla="*/ 21 w 58"/>
                <a:gd name="T39" fmla="*/ 25 h 47"/>
                <a:gd name="T40" fmla="*/ 32 w 58"/>
                <a:gd name="T41" fmla="*/ 13 h 47"/>
                <a:gd name="T42" fmla="*/ 37 w 58"/>
                <a:gd name="T43" fmla="*/ 25 h 47"/>
                <a:gd name="T44" fmla="*/ 40 w 58"/>
                <a:gd name="T45" fmla="*/ 40 h 47"/>
                <a:gd name="T46" fmla="*/ 40 w 58"/>
                <a:gd name="T47" fmla="*/ 40 h 47"/>
                <a:gd name="T48" fmla="*/ 47 w 58"/>
                <a:gd name="T49" fmla="*/ 4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8" h="47">
                  <a:moveTo>
                    <a:pt x="47" y="45"/>
                  </a:moveTo>
                  <a:cubicBezTo>
                    <a:pt x="50" y="45"/>
                    <a:pt x="53" y="44"/>
                    <a:pt x="55" y="42"/>
                  </a:cubicBezTo>
                  <a:cubicBezTo>
                    <a:pt x="57" y="40"/>
                    <a:pt x="58" y="39"/>
                    <a:pt x="58" y="37"/>
                  </a:cubicBezTo>
                  <a:cubicBezTo>
                    <a:pt x="58" y="35"/>
                    <a:pt x="57" y="35"/>
                    <a:pt x="56" y="35"/>
                  </a:cubicBezTo>
                  <a:cubicBezTo>
                    <a:pt x="55" y="35"/>
                    <a:pt x="54" y="35"/>
                    <a:pt x="53" y="35"/>
                  </a:cubicBezTo>
                  <a:cubicBezTo>
                    <a:pt x="52" y="35"/>
                    <a:pt x="51" y="36"/>
                    <a:pt x="51" y="36"/>
                  </a:cubicBezTo>
                  <a:cubicBezTo>
                    <a:pt x="49" y="36"/>
                    <a:pt x="48" y="30"/>
                    <a:pt x="46" y="19"/>
                  </a:cubicBezTo>
                  <a:cubicBezTo>
                    <a:pt x="45" y="8"/>
                    <a:pt x="41" y="2"/>
                    <a:pt x="34" y="2"/>
                  </a:cubicBezTo>
                  <a:cubicBezTo>
                    <a:pt x="26" y="2"/>
                    <a:pt x="19" y="10"/>
                    <a:pt x="12" y="25"/>
                  </a:cubicBezTo>
                  <a:cubicBezTo>
                    <a:pt x="14" y="17"/>
                    <a:pt x="15" y="11"/>
                    <a:pt x="15" y="8"/>
                  </a:cubicBezTo>
                  <a:cubicBezTo>
                    <a:pt x="15" y="5"/>
                    <a:pt x="14" y="2"/>
                    <a:pt x="13" y="1"/>
                  </a:cubicBezTo>
                  <a:cubicBezTo>
                    <a:pt x="12" y="0"/>
                    <a:pt x="11" y="0"/>
                    <a:pt x="9" y="0"/>
                  </a:cubicBezTo>
                  <a:cubicBezTo>
                    <a:pt x="8" y="0"/>
                    <a:pt x="6" y="1"/>
                    <a:pt x="5" y="2"/>
                  </a:cubicBezTo>
                  <a:cubicBezTo>
                    <a:pt x="4" y="4"/>
                    <a:pt x="3" y="6"/>
                    <a:pt x="3" y="7"/>
                  </a:cubicBezTo>
                  <a:cubicBezTo>
                    <a:pt x="3" y="17"/>
                    <a:pt x="3" y="25"/>
                    <a:pt x="2" y="31"/>
                  </a:cubicBezTo>
                  <a:cubicBezTo>
                    <a:pt x="1" y="36"/>
                    <a:pt x="0" y="39"/>
                    <a:pt x="0" y="41"/>
                  </a:cubicBezTo>
                  <a:cubicBezTo>
                    <a:pt x="0" y="45"/>
                    <a:pt x="3" y="47"/>
                    <a:pt x="7" y="47"/>
                  </a:cubicBezTo>
                  <a:cubicBezTo>
                    <a:pt x="8" y="47"/>
                    <a:pt x="9" y="47"/>
                    <a:pt x="9" y="46"/>
                  </a:cubicBezTo>
                  <a:cubicBezTo>
                    <a:pt x="10" y="45"/>
                    <a:pt x="11" y="44"/>
                    <a:pt x="11" y="43"/>
                  </a:cubicBezTo>
                  <a:cubicBezTo>
                    <a:pt x="12" y="39"/>
                    <a:pt x="15" y="33"/>
                    <a:pt x="21" y="25"/>
                  </a:cubicBezTo>
                  <a:cubicBezTo>
                    <a:pt x="26" y="17"/>
                    <a:pt x="30" y="13"/>
                    <a:pt x="32" y="13"/>
                  </a:cubicBezTo>
                  <a:cubicBezTo>
                    <a:pt x="34" y="13"/>
                    <a:pt x="36" y="17"/>
                    <a:pt x="37" y="25"/>
                  </a:cubicBezTo>
                  <a:cubicBezTo>
                    <a:pt x="37" y="32"/>
                    <a:pt x="38" y="37"/>
                    <a:pt x="40" y="40"/>
                  </a:cubicBezTo>
                  <a:cubicBezTo>
                    <a:pt x="40" y="40"/>
                    <a:pt x="40" y="40"/>
                    <a:pt x="40" y="40"/>
                  </a:cubicBezTo>
                  <a:cubicBezTo>
                    <a:pt x="41" y="43"/>
                    <a:pt x="44" y="45"/>
                    <a:pt x="47"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70"/>
            <p:cNvSpPr>
              <a:spLocks/>
            </p:cNvSpPr>
            <p:nvPr/>
          </p:nvSpPr>
          <p:spPr bwMode="auto">
            <a:xfrm>
              <a:off x="10936288" y="3689350"/>
              <a:ext cx="68263" cy="103188"/>
            </a:xfrm>
            <a:custGeom>
              <a:avLst/>
              <a:gdLst>
                <a:gd name="T0" fmla="*/ 10 w 45"/>
                <a:gd name="T1" fmla="*/ 64 h 68"/>
                <a:gd name="T2" fmla="*/ 19 w 45"/>
                <a:gd name="T3" fmla="*/ 68 h 68"/>
                <a:gd name="T4" fmla="*/ 33 w 45"/>
                <a:gd name="T5" fmla="*/ 63 h 68"/>
                <a:gd name="T6" fmla="*/ 39 w 45"/>
                <a:gd name="T7" fmla="*/ 54 h 68"/>
                <a:gd name="T8" fmla="*/ 39 w 45"/>
                <a:gd name="T9" fmla="*/ 52 h 68"/>
                <a:gd name="T10" fmla="*/ 37 w 45"/>
                <a:gd name="T11" fmla="*/ 51 h 68"/>
                <a:gd name="T12" fmla="*/ 33 w 45"/>
                <a:gd name="T13" fmla="*/ 53 h 68"/>
                <a:gd name="T14" fmla="*/ 26 w 45"/>
                <a:gd name="T15" fmla="*/ 57 h 68"/>
                <a:gd name="T16" fmla="*/ 21 w 45"/>
                <a:gd name="T17" fmla="*/ 58 h 68"/>
                <a:gd name="T18" fmla="*/ 19 w 45"/>
                <a:gd name="T19" fmla="*/ 56 h 68"/>
                <a:gd name="T20" fmla="*/ 18 w 45"/>
                <a:gd name="T21" fmla="*/ 51 h 68"/>
                <a:gd name="T22" fmla="*/ 20 w 45"/>
                <a:gd name="T23" fmla="*/ 39 h 68"/>
                <a:gd name="T24" fmla="*/ 23 w 45"/>
                <a:gd name="T25" fmla="*/ 29 h 68"/>
                <a:gd name="T26" fmla="*/ 39 w 45"/>
                <a:gd name="T27" fmla="*/ 26 h 68"/>
                <a:gd name="T28" fmla="*/ 45 w 45"/>
                <a:gd name="T29" fmla="*/ 21 h 68"/>
                <a:gd name="T30" fmla="*/ 45 w 45"/>
                <a:gd name="T31" fmla="*/ 18 h 68"/>
                <a:gd name="T32" fmla="*/ 41 w 45"/>
                <a:gd name="T33" fmla="*/ 18 h 68"/>
                <a:gd name="T34" fmla="*/ 26 w 45"/>
                <a:gd name="T35" fmla="*/ 19 h 68"/>
                <a:gd name="T36" fmla="*/ 29 w 45"/>
                <a:gd name="T37" fmla="*/ 5 h 68"/>
                <a:gd name="T38" fmla="*/ 28 w 45"/>
                <a:gd name="T39" fmla="*/ 1 h 68"/>
                <a:gd name="T40" fmla="*/ 24 w 45"/>
                <a:gd name="T41" fmla="*/ 0 h 68"/>
                <a:gd name="T42" fmla="*/ 18 w 45"/>
                <a:gd name="T43" fmla="*/ 5 h 68"/>
                <a:gd name="T44" fmla="*/ 14 w 45"/>
                <a:gd name="T45" fmla="*/ 20 h 68"/>
                <a:gd name="T46" fmla="*/ 4 w 45"/>
                <a:gd name="T47" fmla="*/ 20 h 68"/>
                <a:gd name="T48" fmla="*/ 0 w 45"/>
                <a:gd name="T49" fmla="*/ 24 h 68"/>
                <a:gd name="T50" fmla="*/ 2 w 45"/>
                <a:gd name="T51" fmla="*/ 28 h 68"/>
                <a:gd name="T52" fmla="*/ 7 w 45"/>
                <a:gd name="T53" fmla="*/ 30 h 68"/>
                <a:gd name="T54" fmla="*/ 8 w 45"/>
                <a:gd name="T55" fmla="*/ 30 h 68"/>
                <a:gd name="T56" fmla="*/ 12 w 45"/>
                <a:gd name="T57" fmla="*/ 29 h 68"/>
                <a:gd name="T58" fmla="*/ 7 w 45"/>
                <a:gd name="T59" fmla="*/ 54 h 68"/>
                <a:gd name="T60" fmla="*/ 10 w 45"/>
                <a:gd name="T61" fmla="*/ 64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5" h="68">
                  <a:moveTo>
                    <a:pt x="10" y="64"/>
                  </a:moveTo>
                  <a:cubicBezTo>
                    <a:pt x="12" y="67"/>
                    <a:pt x="15" y="68"/>
                    <a:pt x="19" y="68"/>
                  </a:cubicBezTo>
                  <a:cubicBezTo>
                    <a:pt x="24" y="68"/>
                    <a:pt x="29" y="66"/>
                    <a:pt x="33" y="63"/>
                  </a:cubicBezTo>
                  <a:cubicBezTo>
                    <a:pt x="37" y="59"/>
                    <a:pt x="39" y="56"/>
                    <a:pt x="39" y="54"/>
                  </a:cubicBezTo>
                  <a:cubicBezTo>
                    <a:pt x="39" y="53"/>
                    <a:pt x="39" y="52"/>
                    <a:pt x="39" y="52"/>
                  </a:cubicBezTo>
                  <a:cubicBezTo>
                    <a:pt x="38" y="51"/>
                    <a:pt x="37" y="51"/>
                    <a:pt x="37" y="51"/>
                  </a:cubicBezTo>
                  <a:cubicBezTo>
                    <a:pt x="35" y="51"/>
                    <a:pt x="34" y="52"/>
                    <a:pt x="33" y="53"/>
                  </a:cubicBezTo>
                  <a:cubicBezTo>
                    <a:pt x="30" y="55"/>
                    <a:pt x="28" y="56"/>
                    <a:pt x="26" y="57"/>
                  </a:cubicBezTo>
                  <a:cubicBezTo>
                    <a:pt x="25" y="58"/>
                    <a:pt x="23" y="58"/>
                    <a:pt x="21" y="58"/>
                  </a:cubicBezTo>
                  <a:cubicBezTo>
                    <a:pt x="20" y="58"/>
                    <a:pt x="19" y="57"/>
                    <a:pt x="19" y="56"/>
                  </a:cubicBezTo>
                  <a:cubicBezTo>
                    <a:pt x="18" y="55"/>
                    <a:pt x="18" y="54"/>
                    <a:pt x="18" y="51"/>
                  </a:cubicBezTo>
                  <a:cubicBezTo>
                    <a:pt x="18" y="50"/>
                    <a:pt x="19" y="46"/>
                    <a:pt x="20" y="39"/>
                  </a:cubicBezTo>
                  <a:cubicBezTo>
                    <a:pt x="22" y="32"/>
                    <a:pt x="23" y="29"/>
                    <a:pt x="23" y="29"/>
                  </a:cubicBezTo>
                  <a:cubicBezTo>
                    <a:pt x="39" y="26"/>
                    <a:pt x="39" y="26"/>
                    <a:pt x="39" y="26"/>
                  </a:cubicBezTo>
                  <a:cubicBezTo>
                    <a:pt x="43" y="25"/>
                    <a:pt x="45" y="24"/>
                    <a:pt x="45" y="21"/>
                  </a:cubicBezTo>
                  <a:cubicBezTo>
                    <a:pt x="45" y="20"/>
                    <a:pt x="45" y="19"/>
                    <a:pt x="45" y="18"/>
                  </a:cubicBezTo>
                  <a:cubicBezTo>
                    <a:pt x="44" y="18"/>
                    <a:pt x="43" y="18"/>
                    <a:pt x="41" y="18"/>
                  </a:cubicBezTo>
                  <a:cubicBezTo>
                    <a:pt x="40" y="18"/>
                    <a:pt x="35" y="18"/>
                    <a:pt x="26" y="19"/>
                  </a:cubicBezTo>
                  <a:cubicBezTo>
                    <a:pt x="28" y="10"/>
                    <a:pt x="29" y="5"/>
                    <a:pt x="29" y="5"/>
                  </a:cubicBezTo>
                  <a:cubicBezTo>
                    <a:pt x="29" y="3"/>
                    <a:pt x="29" y="2"/>
                    <a:pt x="28" y="1"/>
                  </a:cubicBezTo>
                  <a:cubicBezTo>
                    <a:pt x="27" y="0"/>
                    <a:pt x="26" y="0"/>
                    <a:pt x="24" y="0"/>
                  </a:cubicBezTo>
                  <a:cubicBezTo>
                    <a:pt x="21" y="0"/>
                    <a:pt x="19" y="2"/>
                    <a:pt x="18" y="5"/>
                  </a:cubicBezTo>
                  <a:cubicBezTo>
                    <a:pt x="17" y="11"/>
                    <a:pt x="16" y="16"/>
                    <a:pt x="14" y="20"/>
                  </a:cubicBezTo>
                  <a:cubicBezTo>
                    <a:pt x="4" y="20"/>
                    <a:pt x="4" y="20"/>
                    <a:pt x="4" y="20"/>
                  </a:cubicBezTo>
                  <a:cubicBezTo>
                    <a:pt x="2" y="20"/>
                    <a:pt x="0" y="21"/>
                    <a:pt x="0" y="24"/>
                  </a:cubicBezTo>
                  <a:cubicBezTo>
                    <a:pt x="0" y="26"/>
                    <a:pt x="1" y="27"/>
                    <a:pt x="2" y="28"/>
                  </a:cubicBezTo>
                  <a:cubicBezTo>
                    <a:pt x="4" y="29"/>
                    <a:pt x="5" y="30"/>
                    <a:pt x="7" y="30"/>
                  </a:cubicBezTo>
                  <a:cubicBezTo>
                    <a:pt x="8" y="30"/>
                    <a:pt x="8" y="30"/>
                    <a:pt x="8" y="30"/>
                  </a:cubicBezTo>
                  <a:cubicBezTo>
                    <a:pt x="8" y="30"/>
                    <a:pt x="10" y="30"/>
                    <a:pt x="12" y="29"/>
                  </a:cubicBezTo>
                  <a:cubicBezTo>
                    <a:pt x="9" y="42"/>
                    <a:pt x="7" y="50"/>
                    <a:pt x="7" y="54"/>
                  </a:cubicBezTo>
                  <a:cubicBezTo>
                    <a:pt x="7" y="58"/>
                    <a:pt x="8" y="62"/>
                    <a:pt x="10" y="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71"/>
            <p:cNvSpPr>
              <a:spLocks/>
            </p:cNvSpPr>
            <p:nvPr/>
          </p:nvSpPr>
          <p:spPr bwMode="auto">
            <a:xfrm>
              <a:off x="11025188" y="3676650"/>
              <a:ext cx="22225" cy="22225"/>
            </a:xfrm>
            <a:custGeom>
              <a:avLst/>
              <a:gdLst>
                <a:gd name="T0" fmla="*/ 12 w 15"/>
                <a:gd name="T1" fmla="*/ 12 h 14"/>
                <a:gd name="T2" fmla="*/ 15 w 15"/>
                <a:gd name="T3" fmla="*/ 6 h 14"/>
                <a:gd name="T4" fmla="*/ 13 w 15"/>
                <a:gd name="T5" fmla="*/ 2 h 14"/>
                <a:gd name="T6" fmla="*/ 8 w 15"/>
                <a:gd name="T7" fmla="*/ 0 h 14"/>
                <a:gd name="T8" fmla="*/ 2 w 15"/>
                <a:gd name="T9" fmla="*/ 2 h 14"/>
                <a:gd name="T10" fmla="*/ 0 w 15"/>
                <a:gd name="T11" fmla="*/ 7 h 14"/>
                <a:gd name="T12" fmla="*/ 2 w 15"/>
                <a:gd name="T13" fmla="*/ 12 h 14"/>
                <a:gd name="T14" fmla="*/ 7 w 15"/>
                <a:gd name="T15" fmla="*/ 14 h 14"/>
                <a:gd name="T16" fmla="*/ 12 w 15"/>
                <a:gd name="T17"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4">
                  <a:moveTo>
                    <a:pt x="12" y="12"/>
                  </a:moveTo>
                  <a:cubicBezTo>
                    <a:pt x="14" y="10"/>
                    <a:pt x="15" y="8"/>
                    <a:pt x="15" y="6"/>
                  </a:cubicBezTo>
                  <a:cubicBezTo>
                    <a:pt x="15" y="4"/>
                    <a:pt x="14" y="3"/>
                    <a:pt x="13" y="2"/>
                  </a:cubicBezTo>
                  <a:cubicBezTo>
                    <a:pt x="12" y="1"/>
                    <a:pt x="10" y="0"/>
                    <a:pt x="8" y="0"/>
                  </a:cubicBezTo>
                  <a:cubicBezTo>
                    <a:pt x="6" y="0"/>
                    <a:pt x="4" y="1"/>
                    <a:pt x="2" y="2"/>
                  </a:cubicBezTo>
                  <a:cubicBezTo>
                    <a:pt x="1" y="3"/>
                    <a:pt x="0" y="5"/>
                    <a:pt x="0" y="7"/>
                  </a:cubicBezTo>
                  <a:cubicBezTo>
                    <a:pt x="0" y="9"/>
                    <a:pt x="1" y="10"/>
                    <a:pt x="2" y="12"/>
                  </a:cubicBezTo>
                  <a:cubicBezTo>
                    <a:pt x="4" y="13"/>
                    <a:pt x="5" y="14"/>
                    <a:pt x="7" y="14"/>
                  </a:cubicBezTo>
                  <a:cubicBezTo>
                    <a:pt x="8" y="14"/>
                    <a:pt x="10" y="13"/>
                    <a:pt x="1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72"/>
            <p:cNvSpPr>
              <a:spLocks/>
            </p:cNvSpPr>
            <p:nvPr/>
          </p:nvSpPr>
          <p:spPr bwMode="auto">
            <a:xfrm>
              <a:off x="11009313" y="3716338"/>
              <a:ext cx="25400" cy="76200"/>
            </a:xfrm>
            <a:custGeom>
              <a:avLst/>
              <a:gdLst>
                <a:gd name="T0" fmla="*/ 2 w 17"/>
                <a:gd name="T1" fmla="*/ 22 h 50"/>
                <a:gd name="T2" fmla="*/ 0 w 17"/>
                <a:gd name="T3" fmla="*/ 41 h 50"/>
                <a:gd name="T4" fmla="*/ 6 w 17"/>
                <a:gd name="T5" fmla="*/ 50 h 50"/>
                <a:gd name="T6" fmla="*/ 10 w 17"/>
                <a:gd name="T7" fmla="*/ 48 h 50"/>
                <a:gd name="T8" fmla="*/ 12 w 17"/>
                <a:gd name="T9" fmla="*/ 45 h 50"/>
                <a:gd name="T10" fmla="*/ 12 w 17"/>
                <a:gd name="T11" fmla="*/ 44 h 50"/>
                <a:gd name="T12" fmla="*/ 11 w 17"/>
                <a:gd name="T13" fmla="*/ 37 h 50"/>
                <a:gd name="T14" fmla="*/ 12 w 17"/>
                <a:gd name="T15" fmla="*/ 28 h 50"/>
                <a:gd name="T16" fmla="*/ 15 w 17"/>
                <a:gd name="T17" fmla="*/ 13 h 50"/>
                <a:gd name="T18" fmla="*/ 15 w 17"/>
                <a:gd name="T19" fmla="*/ 12 h 50"/>
                <a:gd name="T20" fmla="*/ 17 w 17"/>
                <a:gd name="T21" fmla="*/ 5 h 50"/>
                <a:gd name="T22" fmla="*/ 15 w 17"/>
                <a:gd name="T23" fmla="*/ 2 h 50"/>
                <a:gd name="T24" fmla="*/ 10 w 17"/>
                <a:gd name="T25" fmla="*/ 0 h 50"/>
                <a:gd name="T26" fmla="*/ 6 w 17"/>
                <a:gd name="T27" fmla="*/ 2 h 50"/>
                <a:gd name="T28" fmla="*/ 4 w 17"/>
                <a:gd name="T29" fmla="*/ 8 h 50"/>
                <a:gd name="T30" fmla="*/ 3 w 17"/>
                <a:gd name="T31" fmla="*/ 18 h 50"/>
                <a:gd name="T32" fmla="*/ 3 w 17"/>
                <a:gd name="T33" fmla="*/ 17 h 50"/>
                <a:gd name="T34" fmla="*/ 2 w 17"/>
                <a:gd name="T35" fmla="*/ 2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50">
                  <a:moveTo>
                    <a:pt x="2" y="22"/>
                  </a:moveTo>
                  <a:cubicBezTo>
                    <a:pt x="1" y="30"/>
                    <a:pt x="0" y="36"/>
                    <a:pt x="0" y="41"/>
                  </a:cubicBezTo>
                  <a:cubicBezTo>
                    <a:pt x="0" y="47"/>
                    <a:pt x="2" y="50"/>
                    <a:pt x="6" y="50"/>
                  </a:cubicBezTo>
                  <a:cubicBezTo>
                    <a:pt x="8" y="50"/>
                    <a:pt x="9" y="49"/>
                    <a:pt x="10" y="48"/>
                  </a:cubicBezTo>
                  <a:cubicBezTo>
                    <a:pt x="12" y="47"/>
                    <a:pt x="12" y="46"/>
                    <a:pt x="12" y="45"/>
                  </a:cubicBezTo>
                  <a:cubicBezTo>
                    <a:pt x="12" y="45"/>
                    <a:pt x="12" y="45"/>
                    <a:pt x="12" y="44"/>
                  </a:cubicBezTo>
                  <a:cubicBezTo>
                    <a:pt x="11" y="41"/>
                    <a:pt x="11" y="39"/>
                    <a:pt x="11" y="37"/>
                  </a:cubicBezTo>
                  <a:cubicBezTo>
                    <a:pt x="11" y="34"/>
                    <a:pt x="11" y="31"/>
                    <a:pt x="12" y="28"/>
                  </a:cubicBezTo>
                  <a:cubicBezTo>
                    <a:pt x="12" y="24"/>
                    <a:pt x="13" y="19"/>
                    <a:pt x="15" y="13"/>
                  </a:cubicBezTo>
                  <a:cubicBezTo>
                    <a:pt x="15" y="12"/>
                    <a:pt x="15" y="12"/>
                    <a:pt x="15" y="12"/>
                  </a:cubicBezTo>
                  <a:cubicBezTo>
                    <a:pt x="16" y="9"/>
                    <a:pt x="17" y="6"/>
                    <a:pt x="17" y="5"/>
                  </a:cubicBezTo>
                  <a:cubicBezTo>
                    <a:pt x="17" y="4"/>
                    <a:pt x="16" y="3"/>
                    <a:pt x="15" y="2"/>
                  </a:cubicBezTo>
                  <a:cubicBezTo>
                    <a:pt x="14" y="1"/>
                    <a:pt x="12" y="0"/>
                    <a:pt x="10" y="0"/>
                  </a:cubicBezTo>
                  <a:cubicBezTo>
                    <a:pt x="8" y="0"/>
                    <a:pt x="7" y="1"/>
                    <a:pt x="6" y="2"/>
                  </a:cubicBezTo>
                  <a:cubicBezTo>
                    <a:pt x="5" y="4"/>
                    <a:pt x="4" y="6"/>
                    <a:pt x="4" y="8"/>
                  </a:cubicBezTo>
                  <a:cubicBezTo>
                    <a:pt x="4" y="9"/>
                    <a:pt x="4" y="12"/>
                    <a:pt x="3" y="18"/>
                  </a:cubicBezTo>
                  <a:cubicBezTo>
                    <a:pt x="3" y="17"/>
                    <a:pt x="3" y="17"/>
                    <a:pt x="3" y="17"/>
                  </a:cubicBezTo>
                  <a:cubicBezTo>
                    <a:pt x="3" y="19"/>
                    <a:pt x="2" y="20"/>
                    <a:pt x="2"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73"/>
            <p:cNvSpPr>
              <a:spLocks/>
            </p:cNvSpPr>
            <p:nvPr/>
          </p:nvSpPr>
          <p:spPr bwMode="auto">
            <a:xfrm>
              <a:off x="11052175" y="3671888"/>
              <a:ext cx="30163" cy="122238"/>
            </a:xfrm>
            <a:custGeom>
              <a:avLst/>
              <a:gdLst>
                <a:gd name="T0" fmla="*/ 16 w 20"/>
                <a:gd name="T1" fmla="*/ 24 h 80"/>
                <a:gd name="T2" fmla="*/ 19 w 20"/>
                <a:gd name="T3" fmla="*/ 10 h 80"/>
                <a:gd name="T4" fmla="*/ 20 w 20"/>
                <a:gd name="T5" fmla="*/ 5 h 80"/>
                <a:gd name="T6" fmla="*/ 15 w 20"/>
                <a:gd name="T7" fmla="*/ 0 h 80"/>
                <a:gd name="T8" fmla="*/ 10 w 20"/>
                <a:gd name="T9" fmla="*/ 4 h 80"/>
                <a:gd name="T10" fmla="*/ 4 w 20"/>
                <a:gd name="T11" fmla="*/ 29 h 80"/>
                <a:gd name="T12" fmla="*/ 0 w 20"/>
                <a:gd name="T13" fmla="*/ 67 h 80"/>
                <a:gd name="T14" fmla="*/ 1 w 20"/>
                <a:gd name="T15" fmla="*/ 77 h 80"/>
                <a:gd name="T16" fmla="*/ 6 w 20"/>
                <a:gd name="T17" fmla="*/ 80 h 80"/>
                <a:gd name="T18" fmla="*/ 10 w 20"/>
                <a:gd name="T19" fmla="*/ 78 h 80"/>
                <a:gd name="T20" fmla="*/ 12 w 20"/>
                <a:gd name="T21" fmla="*/ 74 h 80"/>
                <a:gd name="T22" fmla="*/ 12 w 20"/>
                <a:gd name="T23" fmla="*/ 71 h 80"/>
                <a:gd name="T24" fmla="*/ 11 w 20"/>
                <a:gd name="T25" fmla="*/ 57 h 80"/>
                <a:gd name="T26" fmla="*/ 12 w 20"/>
                <a:gd name="T27" fmla="*/ 42 h 80"/>
                <a:gd name="T28" fmla="*/ 16 w 20"/>
                <a:gd name="T29" fmla="*/ 24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80">
                  <a:moveTo>
                    <a:pt x="16" y="24"/>
                  </a:moveTo>
                  <a:cubicBezTo>
                    <a:pt x="18" y="17"/>
                    <a:pt x="19" y="12"/>
                    <a:pt x="19" y="10"/>
                  </a:cubicBezTo>
                  <a:cubicBezTo>
                    <a:pt x="20" y="8"/>
                    <a:pt x="20" y="7"/>
                    <a:pt x="20" y="5"/>
                  </a:cubicBezTo>
                  <a:cubicBezTo>
                    <a:pt x="20" y="1"/>
                    <a:pt x="18" y="0"/>
                    <a:pt x="15" y="0"/>
                  </a:cubicBezTo>
                  <a:cubicBezTo>
                    <a:pt x="13" y="0"/>
                    <a:pt x="11" y="1"/>
                    <a:pt x="10" y="4"/>
                  </a:cubicBezTo>
                  <a:cubicBezTo>
                    <a:pt x="8" y="6"/>
                    <a:pt x="6" y="15"/>
                    <a:pt x="4" y="29"/>
                  </a:cubicBezTo>
                  <a:cubicBezTo>
                    <a:pt x="1" y="44"/>
                    <a:pt x="0" y="56"/>
                    <a:pt x="0" y="67"/>
                  </a:cubicBezTo>
                  <a:cubicBezTo>
                    <a:pt x="0" y="72"/>
                    <a:pt x="0" y="75"/>
                    <a:pt x="1" y="77"/>
                  </a:cubicBezTo>
                  <a:cubicBezTo>
                    <a:pt x="2" y="79"/>
                    <a:pt x="4" y="80"/>
                    <a:pt x="6" y="80"/>
                  </a:cubicBezTo>
                  <a:cubicBezTo>
                    <a:pt x="7" y="80"/>
                    <a:pt x="9" y="80"/>
                    <a:pt x="10" y="78"/>
                  </a:cubicBezTo>
                  <a:cubicBezTo>
                    <a:pt x="12" y="77"/>
                    <a:pt x="12" y="75"/>
                    <a:pt x="12" y="74"/>
                  </a:cubicBezTo>
                  <a:cubicBezTo>
                    <a:pt x="12" y="73"/>
                    <a:pt x="12" y="72"/>
                    <a:pt x="12" y="71"/>
                  </a:cubicBezTo>
                  <a:cubicBezTo>
                    <a:pt x="11" y="66"/>
                    <a:pt x="11" y="61"/>
                    <a:pt x="11" y="57"/>
                  </a:cubicBezTo>
                  <a:cubicBezTo>
                    <a:pt x="11" y="54"/>
                    <a:pt x="12" y="49"/>
                    <a:pt x="12" y="42"/>
                  </a:cubicBezTo>
                  <a:cubicBezTo>
                    <a:pt x="13" y="36"/>
                    <a:pt x="14" y="30"/>
                    <a:pt x="16"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74"/>
            <p:cNvSpPr>
              <a:spLocks noEditPoints="1"/>
            </p:cNvSpPr>
            <p:nvPr/>
          </p:nvSpPr>
          <p:spPr bwMode="auto">
            <a:xfrm>
              <a:off x="11087100" y="3711575"/>
              <a:ext cx="73025" cy="80963"/>
            </a:xfrm>
            <a:custGeom>
              <a:avLst/>
              <a:gdLst>
                <a:gd name="T0" fmla="*/ 41 w 48"/>
                <a:gd name="T1" fmla="*/ 53 h 53"/>
                <a:gd name="T2" fmla="*/ 46 w 48"/>
                <a:gd name="T3" fmla="*/ 51 h 53"/>
                <a:gd name="T4" fmla="*/ 48 w 48"/>
                <a:gd name="T5" fmla="*/ 47 h 53"/>
                <a:gd name="T6" fmla="*/ 46 w 48"/>
                <a:gd name="T7" fmla="*/ 45 h 53"/>
                <a:gd name="T8" fmla="*/ 44 w 48"/>
                <a:gd name="T9" fmla="*/ 43 h 53"/>
                <a:gd name="T10" fmla="*/ 43 w 48"/>
                <a:gd name="T11" fmla="*/ 40 h 53"/>
                <a:gd name="T12" fmla="*/ 42 w 48"/>
                <a:gd name="T13" fmla="*/ 32 h 53"/>
                <a:gd name="T14" fmla="*/ 44 w 48"/>
                <a:gd name="T15" fmla="*/ 17 h 53"/>
                <a:gd name="T16" fmla="*/ 45 w 48"/>
                <a:gd name="T17" fmla="*/ 10 h 53"/>
                <a:gd name="T18" fmla="*/ 40 w 48"/>
                <a:gd name="T19" fmla="*/ 6 h 53"/>
                <a:gd name="T20" fmla="*/ 33 w 48"/>
                <a:gd name="T21" fmla="*/ 0 h 53"/>
                <a:gd name="T22" fmla="*/ 11 w 48"/>
                <a:gd name="T23" fmla="*/ 14 h 53"/>
                <a:gd name="T24" fmla="*/ 0 w 48"/>
                <a:gd name="T25" fmla="*/ 40 h 53"/>
                <a:gd name="T26" fmla="*/ 3 w 48"/>
                <a:gd name="T27" fmla="*/ 48 h 53"/>
                <a:gd name="T28" fmla="*/ 10 w 48"/>
                <a:gd name="T29" fmla="*/ 51 h 53"/>
                <a:gd name="T30" fmla="*/ 33 w 48"/>
                <a:gd name="T31" fmla="*/ 35 h 53"/>
                <a:gd name="T32" fmla="*/ 41 w 48"/>
                <a:gd name="T33" fmla="*/ 53 h 53"/>
                <a:gd name="T34" fmla="*/ 26 w 48"/>
                <a:gd name="T35" fmla="*/ 32 h 53"/>
                <a:gd name="T36" fmla="*/ 13 w 48"/>
                <a:gd name="T37" fmla="*/ 41 h 53"/>
                <a:gd name="T38" fmla="*/ 11 w 48"/>
                <a:gd name="T39" fmla="*/ 38 h 53"/>
                <a:gd name="T40" fmla="*/ 19 w 48"/>
                <a:gd name="T41" fmla="*/ 20 h 53"/>
                <a:gd name="T42" fmla="*/ 31 w 48"/>
                <a:gd name="T43" fmla="*/ 10 h 53"/>
                <a:gd name="T44" fmla="*/ 33 w 48"/>
                <a:gd name="T45" fmla="*/ 12 h 53"/>
                <a:gd name="T46" fmla="*/ 34 w 48"/>
                <a:gd name="T47" fmla="*/ 15 h 53"/>
                <a:gd name="T48" fmla="*/ 26 w 48"/>
                <a:gd name="T49" fmla="*/ 3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8" h="53">
                  <a:moveTo>
                    <a:pt x="41" y="53"/>
                  </a:moveTo>
                  <a:cubicBezTo>
                    <a:pt x="43" y="53"/>
                    <a:pt x="44" y="52"/>
                    <a:pt x="46" y="51"/>
                  </a:cubicBezTo>
                  <a:cubicBezTo>
                    <a:pt x="47" y="50"/>
                    <a:pt x="48" y="49"/>
                    <a:pt x="48" y="47"/>
                  </a:cubicBezTo>
                  <a:cubicBezTo>
                    <a:pt x="48" y="46"/>
                    <a:pt x="48" y="45"/>
                    <a:pt x="46" y="45"/>
                  </a:cubicBezTo>
                  <a:cubicBezTo>
                    <a:pt x="45" y="44"/>
                    <a:pt x="44" y="44"/>
                    <a:pt x="44" y="43"/>
                  </a:cubicBezTo>
                  <a:cubicBezTo>
                    <a:pt x="44" y="43"/>
                    <a:pt x="44" y="42"/>
                    <a:pt x="43" y="40"/>
                  </a:cubicBezTo>
                  <a:cubicBezTo>
                    <a:pt x="42" y="39"/>
                    <a:pt x="42" y="36"/>
                    <a:pt x="42" y="32"/>
                  </a:cubicBezTo>
                  <a:cubicBezTo>
                    <a:pt x="42" y="28"/>
                    <a:pt x="43" y="23"/>
                    <a:pt x="44" y="17"/>
                  </a:cubicBezTo>
                  <a:cubicBezTo>
                    <a:pt x="45" y="14"/>
                    <a:pt x="45" y="11"/>
                    <a:pt x="45" y="10"/>
                  </a:cubicBezTo>
                  <a:cubicBezTo>
                    <a:pt x="45" y="7"/>
                    <a:pt x="43" y="6"/>
                    <a:pt x="40" y="6"/>
                  </a:cubicBezTo>
                  <a:cubicBezTo>
                    <a:pt x="39" y="2"/>
                    <a:pt x="36" y="0"/>
                    <a:pt x="33" y="0"/>
                  </a:cubicBezTo>
                  <a:cubicBezTo>
                    <a:pt x="25" y="0"/>
                    <a:pt x="18" y="5"/>
                    <a:pt x="11" y="14"/>
                  </a:cubicBezTo>
                  <a:cubicBezTo>
                    <a:pt x="4" y="23"/>
                    <a:pt x="0" y="32"/>
                    <a:pt x="0" y="40"/>
                  </a:cubicBezTo>
                  <a:cubicBezTo>
                    <a:pt x="0" y="43"/>
                    <a:pt x="1" y="46"/>
                    <a:pt x="3" y="48"/>
                  </a:cubicBezTo>
                  <a:cubicBezTo>
                    <a:pt x="5" y="50"/>
                    <a:pt x="7" y="51"/>
                    <a:pt x="10" y="51"/>
                  </a:cubicBezTo>
                  <a:cubicBezTo>
                    <a:pt x="18" y="51"/>
                    <a:pt x="25" y="46"/>
                    <a:pt x="33" y="35"/>
                  </a:cubicBezTo>
                  <a:cubicBezTo>
                    <a:pt x="33" y="47"/>
                    <a:pt x="35" y="53"/>
                    <a:pt x="41" y="53"/>
                  </a:cubicBezTo>
                  <a:close/>
                  <a:moveTo>
                    <a:pt x="26" y="32"/>
                  </a:moveTo>
                  <a:cubicBezTo>
                    <a:pt x="21" y="38"/>
                    <a:pt x="16" y="41"/>
                    <a:pt x="13" y="41"/>
                  </a:cubicBezTo>
                  <a:cubicBezTo>
                    <a:pt x="12" y="41"/>
                    <a:pt x="11" y="40"/>
                    <a:pt x="11" y="38"/>
                  </a:cubicBezTo>
                  <a:cubicBezTo>
                    <a:pt x="11" y="33"/>
                    <a:pt x="14" y="27"/>
                    <a:pt x="19" y="20"/>
                  </a:cubicBezTo>
                  <a:cubicBezTo>
                    <a:pt x="23" y="14"/>
                    <a:pt x="27" y="10"/>
                    <a:pt x="31" y="10"/>
                  </a:cubicBezTo>
                  <a:cubicBezTo>
                    <a:pt x="31" y="10"/>
                    <a:pt x="32" y="11"/>
                    <a:pt x="33" y="12"/>
                  </a:cubicBezTo>
                  <a:cubicBezTo>
                    <a:pt x="34" y="12"/>
                    <a:pt x="34" y="14"/>
                    <a:pt x="34" y="15"/>
                  </a:cubicBezTo>
                  <a:cubicBezTo>
                    <a:pt x="34" y="20"/>
                    <a:pt x="31" y="25"/>
                    <a:pt x="26"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75"/>
            <p:cNvSpPr>
              <a:spLocks/>
            </p:cNvSpPr>
            <p:nvPr/>
          </p:nvSpPr>
          <p:spPr bwMode="auto">
            <a:xfrm>
              <a:off x="11168063" y="3689350"/>
              <a:ext cx="68263" cy="103188"/>
            </a:xfrm>
            <a:custGeom>
              <a:avLst/>
              <a:gdLst>
                <a:gd name="T0" fmla="*/ 22 w 45"/>
                <a:gd name="T1" fmla="*/ 29 h 68"/>
                <a:gd name="T2" fmla="*/ 38 w 45"/>
                <a:gd name="T3" fmla="*/ 26 h 68"/>
                <a:gd name="T4" fmla="*/ 45 w 45"/>
                <a:gd name="T5" fmla="*/ 21 h 68"/>
                <a:gd name="T6" fmla="*/ 44 w 45"/>
                <a:gd name="T7" fmla="*/ 18 h 68"/>
                <a:gd name="T8" fmla="*/ 41 w 45"/>
                <a:gd name="T9" fmla="*/ 18 h 68"/>
                <a:gd name="T10" fmla="*/ 25 w 45"/>
                <a:gd name="T11" fmla="*/ 19 h 68"/>
                <a:gd name="T12" fmla="*/ 29 w 45"/>
                <a:gd name="T13" fmla="*/ 5 h 68"/>
                <a:gd name="T14" fmla="*/ 27 w 45"/>
                <a:gd name="T15" fmla="*/ 1 h 68"/>
                <a:gd name="T16" fmla="*/ 23 w 45"/>
                <a:gd name="T17" fmla="*/ 0 h 68"/>
                <a:gd name="T18" fmla="*/ 18 w 45"/>
                <a:gd name="T19" fmla="*/ 5 h 68"/>
                <a:gd name="T20" fmla="*/ 14 w 45"/>
                <a:gd name="T21" fmla="*/ 20 h 68"/>
                <a:gd name="T22" fmla="*/ 4 w 45"/>
                <a:gd name="T23" fmla="*/ 20 h 68"/>
                <a:gd name="T24" fmla="*/ 0 w 45"/>
                <a:gd name="T25" fmla="*/ 24 h 68"/>
                <a:gd name="T26" fmla="*/ 2 w 45"/>
                <a:gd name="T27" fmla="*/ 28 h 68"/>
                <a:gd name="T28" fmla="*/ 6 w 45"/>
                <a:gd name="T29" fmla="*/ 30 h 68"/>
                <a:gd name="T30" fmla="*/ 7 w 45"/>
                <a:gd name="T31" fmla="*/ 30 h 68"/>
                <a:gd name="T32" fmla="*/ 11 w 45"/>
                <a:gd name="T33" fmla="*/ 29 h 68"/>
                <a:gd name="T34" fmla="*/ 6 w 45"/>
                <a:gd name="T35" fmla="*/ 54 h 68"/>
                <a:gd name="T36" fmla="*/ 10 w 45"/>
                <a:gd name="T37" fmla="*/ 64 h 68"/>
                <a:gd name="T38" fmla="*/ 19 w 45"/>
                <a:gd name="T39" fmla="*/ 68 h 68"/>
                <a:gd name="T40" fmla="*/ 32 w 45"/>
                <a:gd name="T41" fmla="*/ 63 h 68"/>
                <a:gd name="T42" fmla="*/ 39 w 45"/>
                <a:gd name="T43" fmla="*/ 54 h 68"/>
                <a:gd name="T44" fmla="*/ 38 w 45"/>
                <a:gd name="T45" fmla="*/ 52 h 68"/>
                <a:gd name="T46" fmla="*/ 36 w 45"/>
                <a:gd name="T47" fmla="*/ 51 h 68"/>
                <a:gd name="T48" fmla="*/ 32 w 45"/>
                <a:gd name="T49" fmla="*/ 53 h 68"/>
                <a:gd name="T50" fmla="*/ 26 w 45"/>
                <a:gd name="T51" fmla="*/ 57 h 68"/>
                <a:gd name="T52" fmla="*/ 21 w 45"/>
                <a:gd name="T53" fmla="*/ 58 h 68"/>
                <a:gd name="T54" fmla="*/ 18 w 45"/>
                <a:gd name="T55" fmla="*/ 56 h 68"/>
                <a:gd name="T56" fmla="*/ 17 w 45"/>
                <a:gd name="T57" fmla="*/ 51 h 68"/>
                <a:gd name="T58" fmla="*/ 20 w 45"/>
                <a:gd name="T59" fmla="*/ 39 h 68"/>
                <a:gd name="T60" fmla="*/ 22 w 45"/>
                <a:gd name="T61" fmla="*/ 2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5" h="68">
                  <a:moveTo>
                    <a:pt x="22" y="29"/>
                  </a:moveTo>
                  <a:cubicBezTo>
                    <a:pt x="38" y="26"/>
                    <a:pt x="38" y="26"/>
                    <a:pt x="38" y="26"/>
                  </a:cubicBezTo>
                  <a:cubicBezTo>
                    <a:pt x="43" y="25"/>
                    <a:pt x="45" y="24"/>
                    <a:pt x="45" y="21"/>
                  </a:cubicBezTo>
                  <a:cubicBezTo>
                    <a:pt x="45" y="20"/>
                    <a:pt x="45" y="19"/>
                    <a:pt x="44" y="18"/>
                  </a:cubicBezTo>
                  <a:cubicBezTo>
                    <a:pt x="44" y="18"/>
                    <a:pt x="42" y="18"/>
                    <a:pt x="41" y="18"/>
                  </a:cubicBezTo>
                  <a:cubicBezTo>
                    <a:pt x="40" y="18"/>
                    <a:pt x="35" y="18"/>
                    <a:pt x="25" y="19"/>
                  </a:cubicBezTo>
                  <a:cubicBezTo>
                    <a:pt x="28" y="10"/>
                    <a:pt x="29" y="5"/>
                    <a:pt x="29" y="5"/>
                  </a:cubicBezTo>
                  <a:cubicBezTo>
                    <a:pt x="29" y="3"/>
                    <a:pt x="28" y="2"/>
                    <a:pt x="27" y="1"/>
                  </a:cubicBezTo>
                  <a:cubicBezTo>
                    <a:pt x="26" y="0"/>
                    <a:pt x="25" y="0"/>
                    <a:pt x="23" y="0"/>
                  </a:cubicBezTo>
                  <a:cubicBezTo>
                    <a:pt x="20" y="0"/>
                    <a:pt x="19" y="2"/>
                    <a:pt x="18" y="5"/>
                  </a:cubicBezTo>
                  <a:cubicBezTo>
                    <a:pt x="16" y="11"/>
                    <a:pt x="15" y="16"/>
                    <a:pt x="14" y="20"/>
                  </a:cubicBezTo>
                  <a:cubicBezTo>
                    <a:pt x="4" y="20"/>
                    <a:pt x="4" y="20"/>
                    <a:pt x="4" y="20"/>
                  </a:cubicBezTo>
                  <a:cubicBezTo>
                    <a:pt x="1" y="20"/>
                    <a:pt x="0" y="21"/>
                    <a:pt x="0" y="24"/>
                  </a:cubicBezTo>
                  <a:cubicBezTo>
                    <a:pt x="0" y="26"/>
                    <a:pt x="0" y="27"/>
                    <a:pt x="2" y="28"/>
                  </a:cubicBezTo>
                  <a:cubicBezTo>
                    <a:pt x="3" y="29"/>
                    <a:pt x="5" y="30"/>
                    <a:pt x="6" y="30"/>
                  </a:cubicBezTo>
                  <a:cubicBezTo>
                    <a:pt x="7" y="30"/>
                    <a:pt x="7" y="30"/>
                    <a:pt x="7" y="30"/>
                  </a:cubicBezTo>
                  <a:cubicBezTo>
                    <a:pt x="8" y="30"/>
                    <a:pt x="9" y="30"/>
                    <a:pt x="11" y="29"/>
                  </a:cubicBezTo>
                  <a:cubicBezTo>
                    <a:pt x="8" y="42"/>
                    <a:pt x="6" y="50"/>
                    <a:pt x="6" y="54"/>
                  </a:cubicBezTo>
                  <a:cubicBezTo>
                    <a:pt x="6" y="58"/>
                    <a:pt x="7" y="62"/>
                    <a:pt x="10" y="64"/>
                  </a:cubicBezTo>
                  <a:cubicBezTo>
                    <a:pt x="12" y="67"/>
                    <a:pt x="15" y="68"/>
                    <a:pt x="19" y="68"/>
                  </a:cubicBezTo>
                  <a:cubicBezTo>
                    <a:pt x="24" y="68"/>
                    <a:pt x="28" y="66"/>
                    <a:pt x="32" y="63"/>
                  </a:cubicBezTo>
                  <a:cubicBezTo>
                    <a:pt x="37" y="59"/>
                    <a:pt x="39" y="56"/>
                    <a:pt x="39" y="54"/>
                  </a:cubicBezTo>
                  <a:cubicBezTo>
                    <a:pt x="39" y="53"/>
                    <a:pt x="39" y="52"/>
                    <a:pt x="38" y="52"/>
                  </a:cubicBezTo>
                  <a:cubicBezTo>
                    <a:pt x="38" y="51"/>
                    <a:pt x="37" y="51"/>
                    <a:pt x="36" y="51"/>
                  </a:cubicBezTo>
                  <a:cubicBezTo>
                    <a:pt x="35" y="51"/>
                    <a:pt x="34" y="52"/>
                    <a:pt x="32" y="53"/>
                  </a:cubicBezTo>
                  <a:cubicBezTo>
                    <a:pt x="29" y="55"/>
                    <a:pt x="27" y="56"/>
                    <a:pt x="26" y="57"/>
                  </a:cubicBezTo>
                  <a:cubicBezTo>
                    <a:pt x="24" y="58"/>
                    <a:pt x="23" y="58"/>
                    <a:pt x="21" y="58"/>
                  </a:cubicBezTo>
                  <a:cubicBezTo>
                    <a:pt x="20" y="58"/>
                    <a:pt x="19" y="57"/>
                    <a:pt x="18" y="56"/>
                  </a:cubicBezTo>
                  <a:cubicBezTo>
                    <a:pt x="18" y="55"/>
                    <a:pt x="17" y="54"/>
                    <a:pt x="17" y="51"/>
                  </a:cubicBezTo>
                  <a:cubicBezTo>
                    <a:pt x="17" y="50"/>
                    <a:pt x="18" y="46"/>
                    <a:pt x="20" y="39"/>
                  </a:cubicBezTo>
                  <a:cubicBezTo>
                    <a:pt x="21" y="32"/>
                    <a:pt x="22" y="29"/>
                    <a:pt x="22"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76"/>
            <p:cNvSpPr>
              <a:spLocks/>
            </p:cNvSpPr>
            <p:nvPr/>
          </p:nvSpPr>
          <p:spPr bwMode="auto">
            <a:xfrm>
              <a:off x="11239500" y="3716338"/>
              <a:ext cx="26988" cy="76200"/>
            </a:xfrm>
            <a:custGeom>
              <a:avLst/>
              <a:gdLst>
                <a:gd name="T0" fmla="*/ 15 w 17"/>
                <a:gd name="T1" fmla="*/ 13 h 50"/>
                <a:gd name="T2" fmla="*/ 15 w 17"/>
                <a:gd name="T3" fmla="*/ 12 h 50"/>
                <a:gd name="T4" fmla="*/ 17 w 17"/>
                <a:gd name="T5" fmla="*/ 5 h 50"/>
                <a:gd name="T6" fmla="*/ 15 w 17"/>
                <a:gd name="T7" fmla="*/ 2 h 50"/>
                <a:gd name="T8" fmla="*/ 10 w 17"/>
                <a:gd name="T9" fmla="*/ 0 h 50"/>
                <a:gd name="T10" fmla="*/ 6 w 17"/>
                <a:gd name="T11" fmla="*/ 2 h 50"/>
                <a:gd name="T12" fmla="*/ 5 w 17"/>
                <a:gd name="T13" fmla="*/ 8 h 50"/>
                <a:gd name="T14" fmla="*/ 3 w 17"/>
                <a:gd name="T15" fmla="*/ 18 h 50"/>
                <a:gd name="T16" fmla="*/ 3 w 17"/>
                <a:gd name="T17" fmla="*/ 17 h 50"/>
                <a:gd name="T18" fmla="*/ 3 w 17"/>
                <a:gd name="T19" fmla="*/ 22 h 50"/>
                <a:gd name="T20" fmla="*/ 0 w 17"/>
                <a:gd name="T21" fmla="*/ 41 h 50"/>
                <a:gd name="T22" fmla="*/ 6 w 17"/>
                <a:gd name="T23" fmla="*/ 50 h 50"/>
                <a:gd name="T24" fmla="*/ 11 w 17"/>
                <a:gd name="T25" fmla="*/ 48 h 50"/>
                <a:gd name="T26" fmla="*/ 13 w 17"/>
                <a:gd name="T27" fmla="*/ 45 h 50"/>
                <a:gd name="T28" fmla="*/ 13 w 17"/>
                <a:gd name="T29" fmla="*/ 44 h 50"/>
                <a:gd name="T30" fmla="*/ 12 w 17"/>
                <a:gd name="T31" fmla="*/ 37 h 50"/>
                <a:gd name="T32" fmla="*/ 12 w 17"/>
                <a:gd name="T33" fmla="*/ 28 h 50"/>
                <a:gd name="T34" fmla="*/ 15 w 17"/>
                <a:gd name="T35" fmla="*/ 13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50">
                  <a:moveTo>
                    <a:pt x="15" y="13"/>
                  </a:moveTo>
                  <a:cubicBezTo>
                    <a:pt x="15" y="12"/>
                    <a:pt x="15" y="12"/>
                    <a:pt x="15" y="12"/>
                  </a:cubicBezTo>
                  <a:cubicBezTo>
                    <a:pt x="16" y="9"/>
                    <a:pt x="17" y="6"/>
                    <a:pt x="17" y="5"/>
                  </a:cubicBezTo>
                  <a:cubicBezTo>
                    <a:pt x="17" y="4"/>
                    <a:pt x="16" y="3"/>
                    <a:pt x="15" y="2"/>
                  </a:cubicBezTo>
                  <a:cubicBezTo>
                    <a:pt x="14" y="1"/>
                    <a:pt x="13" y="0"/>
                    <a:pt x="10" y="0"/>
                  </a:cubicBezTo>
                  <a:cubicBezTo>
                    <a:pt x="9" y="0"/>
                    <a:pt x="7" y="1"/>
                    <a:pt x="6" y="2"/>
                  </a:cubicBezTo>
                  <a:cubicBezTo>
                    <a:pt x="5" y="4"/>
                    <a:pt x="5" y="6"/>
                    <a:pt x="5" y="8"/>
                  </a:cubicBezTo>
                  <a:cubicBezTo>
                    <a:pt x="5" y="9"/>
                    <a:pt x="4" y="12"/>
                    <a:pt x="3" y="18"/>
                  </a:cubicBezTo>
                  <a:cubicBezTo>
                    <a:pt x="3" y="17"/>
                    <a:pt x="3" y="17"/>
                    <a:pt x="3" y="17"/>
                  </a:cubicBezTo>
                  <a:cubicBezTo>
                    <a:pt x="3" y="19"/>
                    <a:pt x="3" y="20"/>
                    <a:pt x="3" y="22"/>
                  </a:cubicBezTo>
                  <a:cubicBezTo>
                    <a:pt x="1" y="30"/>
                    <a:pt x="0" y="36"/>
                    <a:pt x="0" y="41"/>
                  </a:cubicBezTo>
                  <a:cubicBezTo>
                    <a:pt x="0" y="47"/>
                    <a:pt x="2" y="50"/>
                    <a:pt x="6" y="50"/>
                  </a:cubicBezTo>
                  <a:cubicBezTo>
                    <a:pt x="8" y="50"/>
                    <a:pt x="9" y="49"/>
                    <a:pt x="11" y="48"/>
                  </a:cubicBezTo>
                  <a:cubicBezTo>
                    <a:pt x="12" y="47"/>
                    <a:pt x="13" y="46"/>
                    <a:pt x="13" y="45"/>
                  </a:cubicBezTo>
                  <a:cubicBezTo>
                    <a:pt x="13" y="45"/>
                    <a:pt x="13" y="45"/>
                    <a:pt x="13" y="44"/>
                  </a:cubicBezTo>
                  <a:cubicBezTo>
                    <a:pt x="12" y="41"/>
                    <a:pt x="12" y="39"/>
                    <a:pt x="12" y="37"/>
                  </a:cubicBezTo>
                  <a:cubicBezTo>
                    <a:pt x="12" y="34"/>
                    <a:pt x="12" y="31"/>
                    <a:pt x="12" y="28"/>
                  </a:cubicBezTo>
                  <a:cubicBezTo>
                    <a:pt x="12" y="24"/>
                    <a:pt x="13" y="19"/>
                    <a:pt x="15"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77"/>
            <p:cNvSpPr>
              <a:spLocks/>
            </p:cNvSpPr>
            <p:nvPr/>
          </p:nvSpPr>
          <p:spPr bwMode="auto">
            <a:xfrm>
              <a:off x="11255375" y="3676650"/>
              <a:ext cx="22225" cy="22225"/>
            </a:xfrm>
            <a:custGeom>
              <a:avLst/>
              <a:gdLst>
                <a:gd name="T0" fmla="*/ 12 w 15"/>
                <a:gd name="T1" fmla="*/ 12 h 14"/>
                <a:gd name="T2" fmla="*/ 15 w 15"/>
                <a:gd name="T3" fmla="*/ 6 h 14"/>
                <a:gd name="T4" fmla="*/ 14 w 15"/>
                <a:gd name="T5" fmla="*/ 2 h 14"/>
                <a:gd name="T6" fmla="*/ 9 w 15"/>
                <a:gd name="T7" fmla="*/ 0 h 14"/>
                <a:gd name="T8" fmla="*/ 3 w 15"/>
                <a:gd name="T9" fmla="*/ 2 h 14"/>
                <a:gd name="T10" fmla="*/ 0 w 15"/>
                <a:gd name="T11" fmla="*/ 7 h 14"/>
                <a:gd name="T12" fmla="*/ 3 w 15"/>
                <a:gd name="T13" fmla="*/ 12 h 14"/>
                <a:gd name="T14" fmla="*/ 7 w 15"/>
                <a:gd name="T15" fmla="*/ 14 h 14"/>
                <a:gd name="T16" fmla="*/ 12 w 15"/>
                <a:gd name="T17"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4">
                  <a:moveTo>
                    <a:pt x="12" y="12"/>
                  </a:moveTo>
                  <a:cubicBezTo>
                    <a:pt x="14" y="10"/>
                    <a:pt x="15" y="8"/>
                    <a:pt x="15" y="6"/>
                  </a:cubicBezTo>
                  <a:cubicBezTo>
                    <a:pt x="15" y="4"/>
                    <a:pt x="15" y="3"/>
                    <a:pt x="14" y="2"/>
                  </a:cubicBezTo>
                  <a:cubicBezTo>
                    <a:pt x="12" y="1"/>
                    <a:pt x="11" y="0"/>
                    <a:pt x="9" y="0"/>
                  </a:cubicBezTo>
                  <a:cubicBezTo>
                    <a:pt x="6" y="0"/>
                    <a:pt x="4" y="1"/>
                    <a:pt x="3" y="2"/>
                  </a:cubicBezTo>
                  <a:cubicBezTo>
                    <a:pt x="1" y="3"/>
                    <a:pt x="0" y="5"/>
                    <a:pt x="0" y="7"/>
                  </a:cubicBezTo>
                  <a:cubicBezTo>
                    <a:pt x="0" y="9"/>
                    <a:pt x="1" y="10"/>
                    <a:pt x="3" y="12"/>
                  </a:cubicBezTo>
                  <a:cubicBezTo>
                    <a:pt x="4" y="13"/>
                    <a:pt x="6" y="14"/>
                    <a:pt x="7" y="14"/>
                  </a:cubicBezTo>
                  <a:cubicBezTo>
                    <a:pt x="9" y="14"/>
                    <a:pt x="11" y="13"/>
                    <a:pt x="1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78"/>
            <p:cNvSpPr>
              <a:spLocks noEditPoints="1"/>
            </p:cNvSpPr>
            <p:nvPr/>
          </p:nvSpPr>
          <p:spPr bwMode="auto">
            <a:xfrm>
              <a:off x="11279188" y="3713163"/>
              <a:ext cx="69850" cy="79375"/>
            </a:xfrm>
            <a:custGeom>
              <a:avLst/>
              <a:gdLst>
                <a:gd name="T0" fmla="*/ 15 w 45"/>
                <a:gd name="T1" fmla="*/ 52 h 52"/>
                <a:gd name="T2" fmla="*/ 32 w 45"/>
                <a:gd name="T3" fmla="*/ 45 h 52"/>
                <a:gd name="T4" fmla="*/ 44 w 45"/>
                <a:gd name="T5" fmla="*/ 27 h 52"/>
                <a:gd name="T6" fmla="*/ 44 w 45"/>
                <a:gd name="T7" fmla="*/ 27 h 52"/>
                <a:gd name="T8" fmla="*/ 45 w 45"/>
                <a:gd name="T9" fmla="*/ 20 h 52"/>
                <a:gd name="T10" fmla="*/ 40 w 45"/>
                <a:gd name="T11" fmla="*/ 6 h 52"/>
                <a:gd name="T12" fmla="*/ 27 w 45"/>
                <a:gd name="T13" fmla="*/ 0 h 52"/>
                <a:gd name="T14" fmla="*/ 8 w 45"/>
                <a:gd name="T15" fmla="*/ 12 h 52"/>
                <a:gd name="T16" fmla="*/ 0 w 45"/>
                <a:gd name="T17" fmla="*/ 35 h 52"/>
                <a:gd name="T18" fmla="*/ 4 w 45"/>
                <a:gd name="T19" fmla="*/ 47 h 52"/>
                <a:gd name="T20" fmla="*/ 15 w 45"/>
                <a:gd name="T21" fmla="*/ 52 h 52"/>
                <a:gd name="T22" fmla="*/ 14 w 45"/>
                <a:gd name="T23" fmla="*/ 21 h 52"/>
                <a:gd name="T24" fmla="*/ 20 w 45"/>
                <a:gd name="T25" fmla="*/ 12 h 52"/>
                <a:gd name="T26" fmla="*/ 20 w 45"/>
                <a:gd name="T27" fmla="*/ 12 h 52"/>
                <a:gd name="T28" fmla="*/ 26 w 45"/>
                <a:gd name="T29" fmla="*/ 10 h 52"/>
                <a:gd name="T30" fmla="*/ 32 w 45"/>
                <a:gd name="T31" fmla="*/ 13 h 52"/>
                <a:gd name="T32" fmla="*/ 34 w 45"/>
                <a:gd name="T33" fmla="*/ 21 h 52"/>
                <a:gd name="T34" fmla="*/ 28 w 45"/>
                <a:gd name="T35" fmla="*/ 36 h 52"/>
                <a:gd name="T36" fmla="*/ 16 w 45"/>
                <a:gd name="T37" fmla="*/ 42 h 52"/>
                <a:gd name="T38" fmla="*/ 12 w 45"/>
                <a:gd name="T39" fmla="*/ 40 h 52"/>
                <a:gd name="T40" fmla="*/ 11 w 45"/>
                <a:gd name="T41" fmla="*/ 34 h 52"/>
                <a:gd name="T42" fmla="*/ 14 w 45"/>
                <a:gd name="T43" fmla="*/ 2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5" h="52">
                  <a:moveTo>
                    <a:pt x="15" y="52"/>
                  </a:moveTo>
                  <a:cubicBezTo>
                    <a:pt x="21" y="52"/>
                    <a:pt x="27" y="49"/>
                    <a:pt x="32" y="45"/>
                  </a:cubicBezTo>
                  <a:cubicBezTo>
                    <a:pt x="38" y="40"/>
                    <a:pt x="42" y="34"/>
                    <a:pt x="44" y="27"/>
                  </a:cubicBezTo>
                  <a:cubicBezTo>
                    <a:pt x="44" y="27"/>
                    <a:pt x="44" y="27"/>
                    <a:pt x="44" y="27"/>
                  </a:cubicBezTo>
                  <a:cubicBezTo>
                    <a:pt x="45" y="24"/>
                    <a:pt x="45" y="22"/>
                    <a:pt x="45" y="20"/>
                  </a:cubicBezTo>
                  <a:cubicBezTo>
                    <a:pt x="45" y="14"/>
                    <a:pt x="43" y="10"/>
                    <a:pt x="40" y="6"/>
                  </a:cubicBezTo>
                  <a:cubicBezTo>
                    <a:pt x="37" y="2"/>
                    <a:pt x="33" y="0"/>
                    <a:pt x="27" y="0"/>
                  </a:cubicBezTo>
                  <a:cubicBezTo>
                    <a:pt x="20" y="0"/>
                    <a:pt x="13" y="4"/>
                    <a:pt x="8" y="12"/>
                  </a:cubicBezTo>
                  <a:cubicBezTo>
                    <a:pt x="3" y="19"/>
                    <a:pt x="0" y="27"/>
                    <a:pt x="0" y="35"/>
                  </a:cubicBezTo>
                  <a:cubicBezTo>
                    <a:pt x="0" y="40"/>
                    <a:pt x="1" y="44"/>
                    <a:pt x="4" y="47"/>
                  </a:cubicBezTo>
                  <a:cubicBezTo>
                    <a:pt x="7" y="50"/>
                    <a:pt x="11" y="52"/>
                    <a:pt x="15" y="52"/>
                  </a:cubicBezTo>
                  <a:close/>
                  <a:moveTo>
                    <a:pt x="14" y="21"/>
                  </a:moveTo>
                  <a:cubicBezTo>
                    <a:pt x="16" y="17"/>
                    <a:pt x="18" y="14"/>
                    <a:pt x="20" y="12"/>
                  </a:cubicBezTo>
                  <a:cubicBezTo>
                    <a:pt x="20" y="12"/>
                    <a:pt x="20" y="12"/>
                    <a:pt x="20" y="12"/>
                  </a:cubicBezTo>
                  <a:cubicBezTo>
                    <a:pt x="22" y="11"/>
                    <a:pt x="24" y="10"/>
                    <a:pt x="26" y="10"/>
                  </a:cubicBezTo>
                  <a:cubicBezTo>
                    <a:pt x="29" y="10"/>
                    <a:pt x="31" y="11"/>
                    <a:pt x="32" y="13"/>
                  </a:cubicBezTo>
                  <a:cubicBezTo>
                    <a:pt x="33" y="15"/>
                    <a:pt x="34" y="18"/>
                    <a:pt x="34" y="21"/>
                  </a:cubicBezTo>
                  <a:cubicBezTo>
                    <a:pt x="34" y="26"/>
                    <a:pt x="32" y="31"/>
                    <a:pt x="28" y="36"/>
                  </a:cubicBezTo>
                  <a:cubicBezTo>
                    <a:pt x="24" y="40"/>
                    <a:pt x="20" y="42"/>
                    <a:pt x="16" y="42"/>
                  </a:cubicBezTo>
                  <a:cubicBezTo>
                    <a:pt x="15" y="42"/>
                    <a:pt x="13" y="42"/>
                    <a:pt x="12" y="40"/>
                  </a:cubicBezTo>
                  <a:cubicBezTo>
                    <a:pt x="11" y="38"/>
                    <a:pt x="11" y="36"/>
                    <a:pt x="11" y="34"/>
                  </a:cubicBezTo>
                  <a:cubicBezTo>
                    <a:pt x="11" y="30"/>
                    <a:pt x="12" y="25"/>
                    <a:pt x="14"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79"/>
            <p:cNvSpPr>
              <a:spLocks/>
            </p:cNvSpPr>
            <p:nvPr/>
          </p:nvSpPr>
          <p:spPr bwMode="auto">
            <a:xfrm>
              <a:off x="11358563" y="3717925"/>
              <a:ext cx="88900" cy="73025"/>
            </a:xfrm>
            <a:custGeom>
              <a:avLst/>
              <a:gdLst>
                <a:gd name="T0" fmla="*/ 47 w 58"/>
                <a:gd name="T1" fmla="*/ 45 h 47"/>
                <a:gd name="T2" fmla="*/ 55 w 58"/>
                <a:gd name="T3" fmla="*/ 42 h 47"/>
                <a:gd name="T4" fmla="*/ 58 w 58"/>
                <a:gd name="T5" fmla="*/ 37 h 47"/>
                <a:gd name="T6" fmla="*/ 56 w 58"/>
                <a:gd name="T7" fmla="*/ 35 h 47"/>
                <a:gd name="T8" fmla="*/ 53 w 58"/>
                <a:gd name="T9" fmla="*/ 35 h 47"/>
                <a:gd name="T10" fmla="*/ 51 w 58"/>
                <a:gd name="T11" fmla="*/ 36 h 47"/>
                <a:gd name="T12" fmla="*/ 46 w 58"/>
                <a:gd name="T13" fmla="*/ 19 h 47"/>
                <a:gd name="T14" fmla="*/ 34 w 58"/>
                <a:gd name="T15" fmla="*/ 2 h 47"/>
                <a:gd name="T16" fmla="*/ 12 w 58"/>
                <a:gd name="T17" fmla="*/ 25 h 47"/>
                <a:gd name="T18" fmla="*/ 15 w 58"/>
                <a:gd name="T19" fmla="*/ 8 h 47"/>
                <a:gd name="T20" fmla="*/ 13 w 58"/>
                <a:gd name="T21" fmla="*/ 1 h 47"/>
                <a:gd name="T22" fmla="*/ 9 w 58"/>
                <a:gd name="T23" fmla="*/ 0 h 47"/>
                <a:gd name="T24" fmla="*/ 5 w 58"/>
                <a:gd name="T25" fmla="*/ 2 h 47"/>
                <a:gd name="T26" fmla="*/ 3 w 58"/>
                <a:gd name="T27" fmla="*/ 7 h 47"/>
                <a:gd name="T28" fmla="*/ 2 w 58"/>
                <a:gd name="T29" fmla="*/ 31 h 47"/>
                <a:gd name="T30" fmla="*/ 0 w 58"/>
                <a:gd name="T31" fmla="*/ 41 h 47"/>
                <a:gd name="T32" fmla="*/ 7 w 58"/>
                <a:gd name="T33" fmla="*/ 47 h 47"/>
                <a:gd name="T34" fmla="*/ 9 w 58"/>
                <a:gd name="T35" fmla="*/ 46 h 47"/>
                <a:gd name="T36" fmla="*/ 11 w 58"/>
                <a:gd name="T37" fmla="*/ 43 h 47"/>
                <a:gd name="T38" fmla="*/ 21 w 58"/>
                <a:gd name="T39" fmla="*/ 25 h 47"/>
                <a:gd name="T40" fmla="*/ 32 w 58"/>
                <a:gd name="T41" fmla="*/ 13 h 47"/>
                <a:gd name="T42" fmla="*/ 37 w 58"/>
                <a:gd name="T43" fmla="*/ 25 h 47"/>
                <a:gd name="T44" fmla="*/ 40 w 58"/>
                <a:gd name="T45" fmla="*/ 40 h 47"/>
                <a:gd name="T46" fmla="*/ 40 w 58"/>
                <a:gd name="T47" fmla="*/ 40 h 47"/>
                <a:gd name="T48" fmla="*/ 47 w 58"/>
                <a:gd name="T49" fmla="*/ 4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8" h="47">
                  <a:moveTo>
                    <a:pt x="47" y="45"/>
                  </a:moveTo>
                  <a:cubicBezTo>
                    <a:pt x="50" y="45"/>
                    <a:pt x="53" y="44"/>
                    <a:pt x="55" y="42"/>
                  </a:cubicBezTo>
                  <a:cubicBezTo>
                    <a:pt x="57" y="40"/>
                    <a:pt x="58" y="39"/>
                    <a:pt x="58" y="37"/>
                  </a:cubicBezTo>
                  <a:cubicBezTo>
                    <a:pt x="58" y="35"/>
                    <a:pt x="57" y="35"/>
                    <a:pt x="56" y="35"/>
                  </a:cubicBezTo>
                  <a:cubicBezTo>
                    <a:pt x="55" y="35"/>
                    <a:pt x="54" y="35"/>
                    <a:pt x="53" y="35"/>
                  </a:cubicBezTo>
                  <a:cubicBezTo>
                    <a:pt x="52" y="35"/>
                    <a:pt x="51" y="36"/>
                    <a:pt x="51" y="36"/>
                  </a:cubicBezTo>
                  <a:cubicBezTo>
                    <a:pt x="49" y="36"/>
                    <a:pt x="48" y="30"/>
                    <a:pt x="46" y="19"/>
                  </a:cubicBezTo>
                  <a:cubicBezTo>
                    <a:pt x="45" y="8"/>
                    <a:pt x="41" y="2"/>
                    <a:pt x="34" y="2"/>
                  </a:cubicBezTo>
                  <a:cubicBezTo>
                    <a:pt x="26" y="2"/>
                    <a:pt x="19" y="10"/>
                    <a:pt x="12" y="25"/>
                  </a:cubicBezTo>
                  <a:cubicBezTo>
                    <a:pt x="14" y="17"/>
                    <a:pt x="15" y="11"/>
                    <a:pt x="15" y="8"/>
                  </a:cubicBezTo>
                  <a:cubicBezTo>
                    <a:pt x="15" y="5"/>
                    <a:pt x="14" y="2"/>
                    <a:pt x="13" y="1"/>
                  </a:cubicBezTo>
                  <a:cubicBezTo>
                    <a:pt x="12" y="0"/>
                    <a:pt x="11" y="0"/>
                    <a:pt x="9" y="0"/>
                  </a:cubicBezTo>
                  <a:cubicBezTo>
                    <a:pt x="8" y="0"/>
                    <a:pt x="6" y="1"/>
                    <a:pt x="5" y="2"/>
                  </a:cubicBezTo>
                  <a:cubicBezTo>
                    <a:pt x="4" y="4"/>
                    <a:pt x="3" y="6"/>
                    <a:pt x="3" y="7"/>
                  </a:cubicBezTo>
                  <a:cubicBezTo>
                    <a:pt x="3" y="17"/>
                    <a:pt x="3" y="25"/>
                    <a:pt x="2" y="31"/>
                  </a:cubicBezTo>
                  <a:cubicBezTo>
                    <a:pt x="1" y="36"/>
                    <a:pt x="0" y="39"/>
                    <a:pt x="0" y="41"/>
                  </a:cubicBezTo>
                  <a:cubicBezTo>
                    <a:pt x="0" y="45"/>
                    <a:pt x="3" y="47"/>
                    <a:pt x="7" y="47"/>
                  </a:cubicBezTo>
                  <a:cubicBezTo>
                    <a:pt x="8" y="47"/>
                    <a:pt x="9" y="47"/>
                    <a:pt x="9" y="46"/>
                  </a:cubicBezTo>
                  <a:cubicBezTo>
                    <a:pt x="10" y="45"/>
                    <a:pt x="11" y="44"/>
                    <a:pt x="11" y="43"/>
                  </a:cubicBezTo>
                  <a:cubicBezTo>
                    <a:pt x="12" y="39"/>
                    <a:pt x="15" y="33"/>
                    <a:pt x="21" y="25"/>
                  </a:cubicBezTo>
                  <a:cubicBezTo>
                    <a:pt x="26" y="17"/>
                    <a:pt x="30" y="13"/>
                    <a:pt x="32" y="13"/>
                  </a:cubicBezTo>
                  <a:cubicBezTo>
                    <a:pt x="34" y="13"/>
                    <a:pt x="36" y="17"/>
                    <a:pt x="37" y="25"/>
                  </a:cubicBezTo>
                  <a:cubicBezTo>
                    <a:pt x="37" y="32"/>
                    <a:pt x="38" y="37"/>
                    <a:pt x="40" y="40"/>
                  </a:cubicBezTo>
                  <a:cubicBezTo>
                    <a:pt x="40" y="40"/>
                    <a:pt x="40" y="40"/>
                    <a:pt x="40" y="40"/>
                  </a:cubicBezTo>
                  <a:cubicBezTo>
                    <a:pt x="41" y="43"/>
                    <a:pt x="44" y="45"/>
                    <a:pt x="47"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0" name="组合 79"/>
          <p:cNvGrpSpPr/>
          <p:nvPr/>
        </p:nvGrpSpPr>
        <p:grpSpPr>
          <a:xfrm>
            <a:off x="8816975" y="1278080"/>
            <a:ext cx="947738" cy="1690688"/>
            <a:chOff x="8816975" y="1687513"/>
            <a:chExt cx="947738" cy="1690688"/>
          </a:xfrm>
          <a:solidFill>
            <a:schemeClr val="tx1">
              <a:lumMod val="65000"/>
              <a:lumOff val="35000"/>
            </a:schemeClr>
          </a:solidFill>
        </p:grpSpPr>
        <p:sp>
          <p:nvSpPr>
            <p:cNvPr id="81" name="Freeform 80"/>
            <p:cNvSpPr>
              <a:spLocks/>
            </p:cNvSpPr>
            <p:nvPr/>
          </p:nvSpPr>
          <p:spPr bwMode="auto">
            <a:xfrm>
              <a:off x="8816975" y="3230563"/>
              <a:ext cx="87313" cy="111125"/>
            </a:xfrm>
            <a:custGeom>
              <a:avLst/>
              <a:gdLst>
                <a:gd name="T0" fmla="*/ 1 w 57"/>
                <a:gd name="T1" fmla="*/ 58 h 73"/>
                <a:gd name="T2" fmla="*/ 0 w 57"/>
                <a:gd name="T3" fmla="*/ 62 h 73"/>
                <a:gd name="T4" fmla="*/ 7 w 57"/>
                <a:gd name="T5" fmla="*/ 70 h 73"/>
                <a:gd name="T6" fmla="*/ 11 w 57"/>
                <a:gd name="T7" fmla="*/ 69 h 73"/>
                <a:gd name="T8" fmla="*/ 13 w 57"/>
                <a:gd name="T9" fmla="*/ 63 h 73"/>
                <a:gd name="T10" fmla="*/ 13 w 57"/>
                <a:gd name="T11" fmla="*/ 57 h 73"/>
                <a:gd name="T12" fmla="*/ 16 w 57"/>
                <a:gd name="T13" fmla="*/ 35 h 73"/>
                <a:gd name="T14" fmla="*/ 19 w 57"/>
                <a:gd name="T15" fmla="*/ 14 h 73"/>
                <a:gd name="T16" fmla="*/ 26 w 57"/>
                <a:gd name="T17" fmla="*/ 11 h 73"/>
                <a:gd name="T18" fmla="*/ 38 w 57"/>
                <a:gd name="T19" fmla="*/ 9 h 73"/>
                <a:gd name="T20" fmla="*/ 45 w 57"/>
                <a:gd name="T21" fmla="*/ 14 h 73"/>
                <a:gd name="T22" fmla="*/ 39 w 57"/>
                <a:gd name="T23" fmla="*/ 23 h 73"/>
                <a:gd name="T24" fmla="*/ 29 w 57"/>
                <a:gd name="T25" fmla="*/ 30 h 73"/>
                <a:gd name="T26" fmla="*/ 19 w 57"/>
                <a:gd name="T27" fmla="*/ 36 h 73"/>
                <a:gd name="T28" fmla="*/ 21 w 57"/>
                <a:gd name="T29" fmla="*/ 40 h 73"/>
                <a:gd name="T30" fmla="*/ 26 w 57"/>
                <a:gd name="T31" fmla="*/ 41 h 73"/>
                <a:gd name="T32" fmla="*/ 31 w 57"/>
                <a:gd name="T33" fmla="*/ 40 h 73"/>
                <a:gd name="T34" fmla="*/ 35 w 57"/>
                <a:gd name="T35" fmla="*/ 38 h 73"/>
                <a:gd name="T36" fmla="*/ 42 w 57"/>
                <a:gd name="T37" fmla="*/ 41 h 73"/>
                <a:gd name="T38" fmla="*/ 45 w 57"/>
                <a:gd name="T39" fmla="*/ 47 h 73"/>
                <a:gd name="T40" fmla="*/ 38 w 57"/>
                <a:gd name="T41" fmla="*/ 57 h 73"/>
                <a:gd name="T42" fmla="*/ 27 w 57"/>
                <a:gd name="T43" fmla="*/ 62 h 73"/>
                <a:gd name="T44" fmla="*/ 25 w 57"/>
                <a:gd name="T45" fmla="*/ 62 h 73"/>
                <a:gd name="T46" fmla="*/ 15 w 57"/>
                <a:gd name="T47" fmla="*/ 69 h 73"/>
                <a:gd name="T48" fmla="*/ 22 w 57"/>
                <a:gd name="T49" fmla="*/ 73 h 73"/>
                <a:gd name="T50" fmla="*/ 45 w 57"/>
                <a:gd name="T51" fmla="*/ 64 h 73"/>
                <a:gd name="T52" fmla="*/ 56 w 57"/>
                <a:gd name="T53" fmla="*/ 46 h 73"/>
                <a:gd name="T54" fmla="*/ 54 w 57"/>
                <a:gd name="T55" fmla="*/ 38 h 73"/>
                <a:gd name="T56" fmla="*/ 43 w 57"/>
                <a:gd name="T57" fmla="*/ 31 h 73"/>
                <a:gd name="T58" fmla="*/ 54 w 57"/>
                <a:gd name="T59" fmla="*/ 21 h 73"/>
                <a:gd name="T60" fmla="*/ 57 w 57"/>
                <a:gd name="T61" fmla="*/ 13 h 73"/>
                <a:gd name="T62" fmla="*/ 52 w 57"/>
                <a:gd name="T63" fmla="*/ 4 h 73"/>
                <a:gd name="T64" fmla="*/ 40 w 57"/>
                <a:gd name="T65" fmla="*/ 0 h 73"/>
                <a:gd name="T66" fmla="*/ 13 w 57"/>
                <a:gd name="T67" fmla="*/ 4 h 73"/>
                <a:gd name="T68" fmla="*/ 1 w 57"/>
                <a:gd name="T69" fmla="*/ 13 h 73"/>
                <a:gd name="T70" fmla="*/ 1 w 57"/>
                <a:gd name="T71" fmla="*/ 14 h 73"/>
                <a:gd name="T72" fmla="*/ 2 w 57"/>
                <a:gd name="T73" fmla="*/ 16 h 73"/>
                <a:gd name="T74" fmla="*/ 5 w 57"/>
                <a:gd name="T75" fmla="*/ 17 h 73"/>
                <a:gd name="T76" fmla="*/ 6 w 57"/>
                <a:gd name="T77" fmla="*/ 17 h 73"/>
                <a:gd name="T78" fmla="*/ 7 w 57"/>
                <a:gd name="T79" fmla="*/ 19 h 73"/>
                <a:gd name="T80" fmla="*/ 5 w 57"/>
                <a:gd name="T81" fmla="*/ 35 h 73"/>
                <a:gd name="T82" fmla="*/ 1 w 57"/>
                <a:gd name="T83" fmla="*/ 58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7" h="73">
                  <a:moveTo>
                    <a:pt x="1" y="58"/>
                  </a:moveTo>
                  <a:cubicBezTo>
                    <a:pt x="1" y="60"/>
                    <a:pt x="0" y="62"/>
                    <a:pt x="0" y="62"/>
                  </a:cubicBezTo>
                  <a:cubicBezTo>
                    <a:pt x="0" y="68"/>
                    <a:pt x="2" y="70"/>
                    <a:pt x="7" y="70"/>
                  </a:cubicBezTo>
                  <a:cubicBezTo>
                    <a:pt x="8" y="70"/>
                    <a:pt x="9" y="70"/>
                    <a:pt x="11" y="69"/>
                  </a:cubicBezTo>
                  <a:cubicBezTo>
                    <a:pt x="12" y="68"/>
                    <a:pt x="13" y="66"/>
                    <a:pt x="13" y="63"/>
                  </a:cubicBezTo>
                  <a:cubicBezTo>
                    <a:pt x="13" y="57"/>
                    <a:pt x="13" y="57"/>
                    <a:pt x="13" y="57"/>
                  </a:cubicBezTo>
                  <a:cubicBezTo>
                    <a:pt x="13" y="55"/>
                    <a:pt x="14" y="48"/>
                    <a:pt x="16" y="35"/>
                  </a:cubicBezTo>
                  <a:cubicBezTo>
                    <a:pt x="18" y="23"/>
                    <a:pt x="19" y="16"/>
                    <a:pt x="19" y="14"/>
                  </a:cubicBezTo>
                  <a:cubicBezTo>
                    <a:pt x="20" y="13"/>
                    <a:pt x="22" y="12"/>
                    <a:pt x="26" y="11"/>
                  </a:cubicBezTo>
                  <a:cubicBezTo>
                    <a:pt x="30" y="10"/>
                    <a:pt x="34" y="9"/>
                    <a:pt x="38" y="9"/>
                  </a:cubicBezTo>
                  <a:cubicBezTo>
                    <a:pt x="42" y="9"/>
                    <a:pt x="45" y="11"/>
                    <a:pt x="45" y="14"/>
                  </a:cubicBezTo>
                  <a:cubicBezTo>
                    <a:pt x="45" y="16"/>
                    <a:pt x="43" y="19"/>
                    <a:pt x="39" y="23"/>
                  </a:cubicBezTo>
                  <a:cubicBezTo>
                    <a:pt x="36" y="26"/>
                    <a:pt x="32" y="28"/>
                    <a:pt x="29" y="30"/>
                  </a:cubicBezTo>
                  <a:cubicBezTo>
                    <a:pt x="22" y="32"/>
                    <a:pt x="19" y="34"/>
                    <a:pt x="19" y="36"/>
                  </a:cubicBezTo>
                  <a:cubicBezTo>
                    <a:pt x="19" y="38"/>
                    <a:pt x="20" y="39"/>
                    <a:pt x="21" y="40"/>
                  </a:cubicBezTo>
                  <a:cubicBezTo>
                    <a:pt x="22" y="41"/>
                    <a:pt x="23" y="41"/>
                    <a:pt x="26" y="41"/>
                  </a:cubicBezTo>
                  <a:cubicBezTo>
                    <a:pt x="27" y="41"/>
                    <a:pt x="29" y="41"/>
                    <a:pt x="31" y="40"/>
                  </a:cubicBezTo>
                  <a:cubicBezTo>
                    <a:pt x="33" y="39"/>
                    <a:pt x="34" y="38"/>
                    <a:pt x="35" y="38"/>
                  </a:cubicBezTo>
                  <a:cubicBezTo>
                    <a:pt x="38" y="38"/>
                    <a:pt x="40" y="39"/>
                    <a:pt x="42" y="41"/>
                  </a:cubicBezTo>
                  <a:cubicBezTo>
                    <a:pt x="44" y="42"/>
                    <a:pt x="45" y="44"/>
                    <a:pt x="45" y="47"/>
                  </a:cubicBezTo>
                  <a:cubicBezTo>
                    <a:pt x="45" y="50"/>
                    <a:pt x="43" y="54"/>
                    <a:pt x="38" y="57"/>
                  </a:cubicBezTo>
                  <a:cubicBezTo>
                    <a:pt x="34" y="60"/>
                    <a:pt x="30" y="62"/>
                    <a:pt x="27" y="62"/>
                  </a:cubicBezTo>
                  <a:cubicBezTo>
                    <a:pt x="25" y="62"/>
                    <a:pt x="25" y="62"/>
                    <a:pt x="25" y="62"/>
                  </a:cubicBezTo>
                  <a:cubicBezTo>
                    <a:pt x="18" y="62"/>
                    <a:pt x="15" y="64"/>
                    <a:pt x="15" y="69"/>
                  </a:cubicBezTo>
                  <a:cubicBezTo>
                    <a:pt x="15" y="72"/>
                    <a:pt x="17" y="73"/>
                    <a:pt x="22" y="73"/>
                  </a:cubicBezTo>
                  <a:cubicBezTo>
                    <a:pt x="30" y="73"/>
                    <a:pt x="38" y="70"/>
                    <a:pt x="45" y="64"/>
                  </a:cubicBezTo>
                  <a:cubicBezTo>
                    <a:pt x="53" y="58"/>
                    <a:pt x="56" y="52"/>
                    <a:pt x="56" y="46"/>
                  </a:cubicBezTo>
                  <a:cubicBezTo>
                    <a:pt x="56" y="43"/>
                    <a:pt x="56" y="41"/>
                    <a:pt x="54" y="38"/>
                  </a:cubicBezTo>
                  <a:cubicBezTo>
                    <a:pt x="52" y="35"/>
                    <a:pt x="49" y="33"/>
                    <a:pt x="43" y="31"/>
                  </a:cubicBezTo>
                  <a:cubicBezTo>
                    <a:pt x="48" y="27"/>
                    <a:pt x="52" y="23"/>
                    <a:pt x="54" y="21"/>
                  </a:cubicBezTo>
                  <a:cubicBezTo>
                    <a:pt x="56" y="18"/>
                    <a:pt x="57" y="16"/>
                    <a:pt x="57" y="13"/>
                  </a:cubicBezTo>
                  <a:cubicBezTo>
                    <a:pt x="57" y="10"/>
                    <a:pt x="55" y="7"/>
                    <a:pt x="52" y="4"/>
                  </a:cubicBezTo>
                  <a:cubicBezTo>
                    <a:pt x="49" y="1"/>
                    <a:pt x="45" y="0"/>
                    <a:pt x="40" y="0"/>
                  </a:cubicBezTo>
                  <a:cubicBezTo>
                    <a:pt x="31" y="0"/>
                    <a:pt x="22" y="2"/>
                    <a:pt x="13" y="4"/>
                  </a:cubicBezTo>
                  <a:cubicBezTo>
                    <a:pt x="5" y="7"/>
                    <a:pt x="1" y="10"/>
                    <a:pt x="1" y="13"/>
                  </a:cubicBezTo>
                  <a:cubicBezTo>
                    <a:pt x="1" y="13"/>
                    <a:pt x="1" y="14"/>
                    <a:pt x="1" y="14"/>
                  </a:cubicBezTo>
                  <a:cubicBezTo>
                    <a:pt x="1" y="15"/>
                    <a:pt x="2" y="16"/>
                    <a:pt x="2" y="16"/>
                  </a:cubicBezTo>
                  <a:cubicBezTo>
                    <a:pt x="3" y="17"/>
                    <a:pt x="4" y="17"/>
                    <a:pt x="5" y="17"/>
                  </a:cubicBezTo>
                  <a:cubicBezTo>
                    <a:pt x="6" y="17"/>
                    <a:pt x="6" y="17"/>
                    <a:pt x="6" y="17"/>
                  </a:cubicBezTo>
                  <a:cubicBezTo>
                    <a:pt x="7" y="17"/>
                    <a:pt x="7" y="18"/>
                    <a:pt x="7" y="19"/>
                  </a:cubicBezTo>
                  <a:cubicBezTo>
                    <a:pt x="7" y="20"/>
                    <a:pt x="6" y="25"/>
                    <a:pt x="5" y="35"/>
                  </a:cubicBezTo>
                  <a:cubicBezTo>
                    <a:pt x="4" y="45"/>
                    <a:pt x="3" y="53"/>
                    <a:pt x="1"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81"/>
            <p:cNvSpPr>
              <a:spLocks noEditPoints="1"/>
            </p:cNvSpPr>
            <p:nvPr/>
          </p:nvSpPr>
          <p:spPr bwMode="auto">
            <a:xfrm>
              <a:off x="8916988" y="3257550"/>
              <a:ext cx="68263" cy="79375"/>
            </a:xfrm>
            <a:custGeom>
              <a:avLst/>
              <a:gdLst>
                <a:gd name="T0" fmla="*/ 33 w 45"/>
                <a:gd name="T1" fmla="*/ 45 h 52"/>
                <a:gd name="T2" fmla="*/ 44 w 45"/>
                <a:gd name="T3" fmla="*/ 27 h 52"/>
                <a:gd name="T4" fmla="*/ 44 w 45"/>
                <a:gd name="T5" fmla="*/ 27 h 52"/>
                <a:gd name="T6" fmla="*/ 45 w 45"/>
                <a:gd name="T7" fmla="*/ 20 h 52"/>
                <a:gd name="T8" fmla="*/ 40 w 45"/>
                <a:gd name="T9" fmla="*/ 6 h 52"/>
                <a:gd name="T10" fmla="*/ 28 w 45"/>
                <a:gd name="T11" fmla="*/ 0 h 52"/>
                <a:gd name="T12" fmla="*/ 8 w 45"/>
                <a:gd name="T13" fmla="*/ 12 h 52"/>
                <a:gd name="T14" fmla="*/ 0 w 45"/>
                <a:gd name="T15" fmla="*/ 35 h 52"/>
                <a:gd name="T16" fmla="*/ 5 w 45"/>
                <a:gd name="T17" fmla="*/ 47 h 52"/>
                <a:gd name="T18" fmla="*/ 16 w 45"/>
                <a:gd name="T19" fmla="*/ 52 h 52"/>
                <a:gd name="T20" fmla="*/ 33 w 45"/>
                <a:gd name="T21" fmla="*/ 45 h 52"/>
                <a:gd name="T22" fmla="*/ 13 w 45"/>
                <a:gd name="T23" fmla="*/ 40 h 52"/>
                <a:gd name="T24" fmla="*/ 11 w 45"/>
                <a:gd name="T25" fmla="*/ 34 h 52"/>
                <a:gd name="T26" fmla="*/ 14 w 45"/>
                <a:gd name="T27" fmla="*/ 21 h 52"/>
                <a:gd name="T28" fmla="*/ 21 w 45"/>
                <a:gd name="T29" fmla="*/ 12 h 52"/>
                <a:gd name="T30" fmla="*/ 21 w 45"/>
                <a:gd name="T31" fmla="*/ 12 h 52"/>
                <a:gd name="T32" fmla="*/ 27 w 45"/>
                <a:gd name="T33" fmla="*/ 10 h 52"/>
                <a:gd name="T34" fmla="*/ 32 w 45"/>
                <a:gd name="T35" fmla="*/ 13 h 52"/>
                <a:gd name="T36" fmla="*/ 34 w 45"/>
                <a:gd name="T37" fmla="*/ 21 h 52"/>
                <a:gd name="T38" fmla="*/ 28 w 45"/>
                <a:gd name="T39" fmla="*/ 36 h 52"/>
                <a:gd name="T40" fmla="*/ 16 w 45"/>
                <a:gd name="T41" fmla="*/ 42 h 52"/>
                <a:gd name="T42" fmla="*/ 13 w 45"/>
                <a:gd name="T43" fmla="*/ 4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5" h="52">
                  <a:moveTo>
                    <a:pt x="33" y="45"/>
                  </a:moveTo>
                  <a:cubicBezTo>
                    <a:pt x="38" y="40"/>
                    <a:pt x="42" y="34"/>
                    <a:pt x="44" y="27"/>
                  </a:cubicBezTo>
                  <a:cubicBezTo>
                    <a:pt x="44" y="27"/>
                    <a:pt x="44" y="27"/>
                    <a:pt x="44" y="27"/>
                  </a:cubicBezTo>
                  <a:cubicBezTo>
                    <a:pt x="45" y="24"/>
                    <a:pt x="45" y="22"/>
                    <a:pt x="45" y="20"/>
                  </a:cubicBezTo>
                  <a:cubicBezTo>
                    <a:pt x="45" y="14"/>
                    <a:pt x="44" y="10"/>
                    <a:pt x="40" y="6"/>
                  </a:cubicBezTo>
                  <a:cubicBezTo>
                    <a:pt x="37" y="2"/>
                    <a:pt x="33" y="0"/>
                    <a:pt x="28" y="0"/>
                  </a:cubicBezTo>
                  <a:cubicBezTo>
                    <a:pt x="20" y="0"/>
                    <a:pt x="14" y="4"/>
                    <a:pt x="8" y="12"/>
                  </a:cubicBezTo>
                  <a:cubicBezTo>
                    <a:pt x="3" y="19"/>
                    <a:pt x="0" y="27"/>
                    <a:pt x="0" y="35"/>
                  </a:cubicBezTo>
                  <a:cubicBezTo>
                    <a:pt x="0" y="40"/>
                    <a:pt x="2" y="44"/>
                    <a:pt x="5" y="47"/>
                  </a:cubicBezTo>
                  <a:cubicBezTo>
                    <a:pt x="8" y="50"/>
                    <a:pt x="11" y="52"/>
                    <a:pt x="16" y="52"/>
                  </a:cubicBezTo>
                  <a:cubicBezTo>
                    <a:pt x="21" y="52"/>
                    <a:pt x="27" y="49"/>
                    <a:pt x="33" y="45"/>
                  </a:cubicBezTo>
                  <a:close/>
                  <a:moveTo>
                    <a:pt x="13" y="40"/>
                  </a:moveTo>
                  <a:cubicBezTo>
                    <a:pt x="12" y="38"/>
                    <a:pt x="11" y="36"/>
                    <a:pt x="11" y="34"/>
                  </a:cubicBezTo>
                  <a:cubicBezTo>
                    <a:pt x="11" y="30"/>
                    <a:pt x="12" y="25"/>
                    <a:pt x="14" y="21"/>
                  </a:cubicBezTo>
                  <a:cubicBezTo>
                    <a:pt x="16" y="17"/>
                    <a:pt x="19" y="14"/>
                    <a:pt x="21" y="12"/>
                  </a:cubicBezTo>
                  <a:cubicBezTo>
                    <a:pt x="21" y="12"/>
                    <a:pt x="21" y="12"/>
                    <a:pt x="21" y="12"/>
                  </a:cubicBezTo>
                  <a:cubicBezTo>
                    <a:pt x="23" y="11"/>
                    <a:pt x="25" y="10"/>
                    <a:pt x="27" y="10"/>
                  </a:cubicBezTo>
                  <a:cubicBezTo>
                    <a:pt x="29" y="10"/>
                    <a:pt x="31" y="11"/>
                    <a:pt x="32" y="13"/>
                  </a:cubicBezTo>
                  <a:cubicBezTo>
                    <a:pt x="34" y="15"/>
                    <a:pt x="34" y="18"/>
                    <a:pt x="34" y="21"/>
                  </a:cubicBezTo>
                  <a:cubicBezTo>
                    <a:pt x="34" y="26"/>
                    <a:pt x="32" y="31"/>
                    <a:pt x="28" y="36"/>
                  </a:cubicBezTo>
                  <a:cubicBezTo>
                    <a:pt x="24" y="40"/>
                    <a:pt x="20" y="42"/>
                    <a:pt x="16" y="42"/>
                  </a:cubicBezTo>
                  <a:cubicBezTo>
                    <a:pt x="15" y="42"/>
                    <a:pt x="14" y="42"/>
                    <a:pt x="13"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82"/>
            <p:cNvSpPr>
              <a:spLocks noEditPoints="1"/>
            </p:cNvSpPr>
            <p:nvPr/>
          </p:nvSpPr>
          <p:spPr bwMode="auto">
            <a:xfrm>
              <a:off x="8996363" y="3216275"/>
              <a:ext cx="85725" cy="119063"/>
            </a:xfrm>
            <a:custGeom>
              <a:avLst/>
              <a:gdLst>
                <a:gd name="T0" fmla="*/ 3 w 56"/>
                <a:gd name="T1" fmla="*/ 74 h 78"/>
                <a:gd name="T2" fmla="*/ 10 w 56"/>
                <a:gd name="T3" fmla="*/ 78 h 78"/>
                <a:gd name="T4" fmla="*/ 34 w 56"/>
                <a:gd name="T5" fmla="*/ 61 h 78"/>
                <a:gd name="T6" fmla="*/ 36 w 56"/>
                <a:gd name="T7" fmla="*/ 73 h 78"/>
                <a:gd name="T8" fmla="*/ 43 w 56"/>
                <a:gd name="T9" fmla="*/ 78 h 78"/>
                <a:gd name="T10" fmla="*/ 51 w 56"/>
                <a:gd name="T11" fmla="*/ 75 h 78"/>
                <a:gd name="T12" fmla="*/ 56 w 56"/>
                <a:gd name="T13" fmla="*/ 68 h 78"/>
                <a:gd name="T14" fmla="*/ 54 w 56"/>
                <a:gd name="T15" fmla="*/ 66 h 78"/>
                <a:gd name="T16" fmla="*/ 51 w 56"/>
                <a:gd name="T17" fmla="*/ 67 h 78"/>
                <a:gd name="T18" fmla="*/ 47 w 56"/>
                <a:gd name="T19" fmla="*/ 68 h 78"/>
                <a:gd name="T20" fmla="*/ 43 w 56"/>
                <a:gd name="T21" fmla="*/ 60 h 78"/>
                <a:gd name="T22" fmla="*/ 46 w 56"/>
                <a:gd name="T23" fmla="*/ 38 h 78"/>
                <a:gd name="T24" fmla="*/ 52 w 56"/>
                <a:gd name="T25" fmla="*/ 14 h 78"/>
                <a:gd name="T26" fmla="*/ 54 w 56"/>
                <a:gd name="T27" fmla="*/ 6 h 78"/>
                <a:gd name="T28" fmla="*/ 53 w 56"/>
                <a:gd name="T29" fmla="*/ 2 h 78"/>
                <a:gd name="T30" fmla="*/ 50 w 56"/>
                <a:gd name="T31" fmla="*/ 0 h 78"/>
                <a:gd name="T32" fmla="*/ 46 w 56"/>
                <a:gd name="T33" fmla="*/ 1 h 78"/>
                <a:gd name="T34" fmla="*/ 44 w 56"/>
                <a:gd name="T35" fmla="*/ 4 h 78"/>
                <a:gd name="T36" fmla="*/ 41 w 56"/>
                <a:gd name="T37" fmla="*/ 14 h 78"/>
                <a:gd name="T38" fmla="*/ 37 w 56"/>
                <a:gd name="T39" fmla="*/ 32 h 78"/>
                <a:gd name="T40" fmla="*/ 29 w 56"/>
                <a:gd name="T41" fmla="*/ 29 h 78"/>
                <a:gd name="T42" fmla="*/ 9 w 56"/>
                <a:gd name="T43" fmla="*/ 41 h 78"/>
                <a:gd name="T44" fmla="*/ 0 w 56"/>
                <a:gd name="T45" fmla="*/ 65 h 78"/>
                <a:gd name="T46" fmla="*/ 3 w 56"/>
                <a:gd name="T47" fmla="*/ 74 h 78"/>
                <a:gd name="T48" fmla="*/ 17 w 56"/>
                <a:gd name="T49" fmla="*/ 47 h 78"/>
                <a:gd name="T50" fmla="*/ 29 w 56"/>
                <a:gd name="T51" fmla="*/ 38 h 78"/>
                <a:gd name="T52" fmla="*/ 33 w 56"/>
                <a:gd name="T53" fmla="*/ 40 h 78"/>
                <a:gd name="T54" fmla="*/ 34 w 56"/>
                <a:gd name="T55" fmla="*/ 43 h 78"/>
                <a:gd name="T56" fmla="*/ 27 w 56"/>
                <a:gd name="T57" fmla="*/ 58 h 78"/>
                <a:gd name="T58" fmla="*/ 13 w 56"/>
                <a:gd name="T59" fmla="*/ 68 h 78"/>
                <a:gd name="T60" fmla="*/ 10 w 56"/>
                <a:gd name="T61" fmla="*/ 64 h 78"/>
                <a:gd name="T62" fmla="*/ 17 w 56"/>
                <a:gd name="T63" fmla="*/ 4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6" h="78">
                  <a:moveTo>
                    <a:pt x="3" y="74"/>
                  </a:moveTo>
                  <a:cubicBezTo>
                    <a:pt x="5" y="77"/>
                    <a:pt x="7" y="78"/>
                    <a:pt x="10" y="78"/>
                  </a:cubicBezTo>
                  <a:cubicBezTo>
                    <a:pt x="18" y="78"/>
                    <a:pt x="26" y="73"/>
                    <a:pt x="34" y="61"/>
                  </a:cubicBezTo>
                  <a:cubicBezTo>
                    <a:pt x="34" y="66"/>
                    <a:pt x="34" y="70"/>
                    <a:pt x="36" y="73"/>
                  </a:cubicBezTo>
                  <a:cubicBezTo>
                    <a:pt x="37" y="76"/>
                    <a:pt x="40" y="78"/>
                    <a:pt x="43" y="78"/>
                  </a:cubicBezTo>
                  <a:cubicBezTo>
                    <a:pt x="45" y="78"/>
                    <a:pt x="48" y="77"/>
                    <a:pt x="51" y="75"/>
                  </a:cubicBezTo>
                  <a:cubicBezTo>
                    <a:pt x="54" y="73"/>
                    <a:pt x="56" y="70"/>
                    <a:pt x="56" y="68"/>
                  </a:cubicBezTo>
                  <a:cubicBezTo>
                    <a:pt x="56" y="67"/>
                    <a:pt x="55" y="66"/>
                    <a:pt x="54" y="66"/>
                  </a:cubicBezTo>
                  <a:cubicBezTo>
                    <a:pt x="53" y="66"/>
                    <a:pt x="52" y="66"/>
                    <a:pt x="51" y="67"/>
                  </a:cubicBezTo>
                  <a:cubicBezTo>
                    <a:pt x="49" y="67"/>
                    <a:pt x="48" y="68"/>
                    <a:pt x="47" y="68"/>
                  </a:cubicBezTo>
                  <a:cubicBezTo>
                    <a:pt x="45" y="68"/>
                    <a:pt x="43" y="65"/>
                    <a:pt x="43" y="60"/>
                  </a:cubicBezTo>
                  <a:cubicBezTo>
                    <a:pt x="43" y="54"/>
                    <a:pt x="44" y="47"/>
                    <a:pt x="46" y="38"/>
                  </a:cubicBezTo>
                  <a:cubicBezTo>
                    <a:pt x="48" y="28"/>
                    <a:pt x="50" y="20"/>
                    <a:pt x="52" y="14"/>
                  </a:cubicBezTo>
                  <a:cubicBezTo>
                    <a:pt x="54" y="10"/>
                    <a:pt x="54" y="7"/>
                    <a:pt x="54" y="6"/>
                  </a:cubicBezTo>
                  <a:cubicBezTo>
                    <a:pt x="54" y="4"/>
                    <a:pt x="54" y="3"/>
                    <a:pt x="53" y="2"/>
                  </a:cubicBezTo>
                  <a:cubicBezTo>
                    <a:pt x="52" y="0"/>
                    <a:pt x="51" y="0"/>
                    <a:pt x="50" y="0"/>
                  </a:cubicBezTo>
                  <a:cubicBezTo>
                    <a:pt x="49" y="0"/>
                    <a:pt x="48" y="0"/>
                    <a:pt x="46" y="1"/>
                  </a:cubicBezTo>
                  <a:cubicBezTo>
                    <a:pt x="45" y="2"/>
                    <a:pt x="44" y="3"/>
                    <a:pt x="44" y="4"/>
                  </a:cubicBezTo>
                  <a:cubicBezTo>
                    <a:pt x="43" y="6"/>
                    <a:pt x="42" y="9"/>
                    <a:pt x="41" y="14"/>
                  </a:cubicBezTo>
                  <a:cubicBezTo>
                    <a:pt x="41" y="16"/>
                    <a:pt x="39" y="22"/>
                    <a:pt x="37" y="32"/>
                  </a:cubicBezTo>
                  <a:cubicBezTo>
                    <a:pt x="36" y="30"/>
                    <a:pt x="33" y="29"/>
                    <a:pt x="29" y="29"/>
                  </a:cubicBezTo>
                  <a:cubicBezTo>
                    <a:pt x="22" y="29"/>
                    <a:pt x="16" y="33"/>
                    <a:pt x="9" y="41"/>
                  </a:cubicBezTo>
                  <a:cubicBezTo>
                    <a:pt x="3" y="49"/>
                    <a:pt x="0" y="57"/>
                    <a:pt x="0" y="65"/>
                  </a:cubicBezTo>
                  <a:cubicBezTo>
                    <a:pt x="0" y="69"/>
                    <a:pt x="1" y="72"/>
                    <a:pt x="3" y="74"/>
                  </a:cubicBezTo>
                  <a:close/>
                  <a:moveTo>
                    <a:pt x="17" y="47"/>
                  </a:moveTo>
                  <a:cubicBezTo>
                    <a:pt x="21" y="41"/>
                    <a:pt x="25" y="38"/>
                    <a:pt x="29" y="38"/>
                  </a:cubicBezTo>
                  <a:cubicBezTo>
                    <a:pt x="31" y="38"/>
                    <a:pt x="32" y="39"/>
                    <a:pt x="33" y="40"/>
                  </a:cubicBezTo>
                  <a:cubicBezTo>
                    <a:pt x="34" y="41"/>
                    <a:pt x="34" y="42"/>
                    <a:pt x="34" y="43"/>
                  </a:cubicBezTo>
                  <a:cubicBezTo>
                    <a:pt x="34" y="47"/>
                    <a:pt x="32" y="52"/>
                    <a:pt x="27" y="58"/>
                  </a:cubicBezTo>
                  <a:cubicBezTo>
                    <a:pt x="21" y="65"/>
                    <a:pt x="17" y="68"/>
                    <a:pt x="13" y="68"/>
                  </a:cubicBezTo>
                  <a:cubicBezTo>
                    <a:pt x="11" y="68"/>
                    <a:pt x="10" y="67"/>
                    <a:pt x="10" y="64"/>
                  </a:cubicBezTo>
                  <a:cubicBezTo>
                    <a:pt x="10" y="59"/>
                    <a:pt x="12" y="53"/>
                    <a:pt x="17"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83"/>
            <p:cNvSpPr>
              <a:spLocks/>
            </p:cNvSpPr>
            <p:nvPr/>
          </p:nvSpPr>
          <p:spPr bwMode="auto">
            <a:xfrm>
              <a:off x="9085263" y="3259138"/>
              <a:ext cx="76200" cy="117475"/>
            </a:xfrm>
            <a:custGeom>
              <a:avLst/>
              <a:gdLst>
                <a:gd name="T0" fmla="*/ 50 w 50"/>
                <a:gd name="T1" fmla="*/ 7 h 77"/>
                <a:gd name="T2" fmla="*/ 49 w 50"/>
                <a:gd name="T3" fmla="*/ 1 h 77"/>
                <a:gd name="T4" fmla="*/ 45 w 50"/>
                <a:gd name="T5" fmla="*/ 0 h 77"/>
                <a:gd name="T6" fmla="*/ 41 w 50"/>
                <a:gd name="T7" fmla="*/ 1 h 77"/>
                <a:gd name="T8" fmla="*/ 40 w 50"/>
                <a:gd name="T9" fmla="*/ 3 h 77"/>
                <a:gd name="T10" fmla="*/ 39 w 50"/>
                <a:gd name="T11" fmla="*/ 10 h 77"/>
                <a:gd name="T12" fmla="*/ 38 w 50"/>
                <a:gd name="T13" fmla="*/ 22 h 77"/>
                <a:gd name="T14" fmla="*/ 36 w 50"/>
                <a:gd name="T15" fmla="*/ 26 h 77"/>
                <a:gd name="T16" fmla="*/ 31 w 50"/>
                <a:gd name="T17" fmla="*/ 31 h 77"/>
                <a:gd name="T18" fmla="*/ 23 w 50"/>
                <a:gd name="T19" fmla="*/ 35 h 77"/>
                <a:gd name="T20" fmla="*/ 18 w 50"/>
                <a:gd name="T21" fmla="*/ 37 h 77"/>
                <a:gd name="T22" fmla="*/ 16 w 50"/>
                <a:gd name="T23" fmla="*/ 35 h 77"/>
                <a:gd name="T24" fmla="*/ 15 w 50"/>
                <a:gd name="T25" fmla="*/ 30 h 77"/>
                <a:gd name="T26" fmla="*/ 19 w 50"/>
                <a:gd name="T27" fmla="*/ 15 h 77"/>
                <a:gd name="T28" fmla="*/ 23 w 50"/>
                <a:gd name="T29" fmla="*/ 8 h 77"/>
                <a:gd name="T30" fmla="*/ 21 w 50"/>
                <a:gd name="T31" fmla="*/ 4 h 77"/>
                <a:gd name="T32" fmla="*/ 18 w 50"/>
                <a:gd name="T33" fmla="*/ 2 h 77"/>
                <a:gd name="T34" fmla="*/ 12 w 50"/>
                <a:gd name="T35" fmla="*/ 4 h 77"/>
                <a:gd name="T36" fmla="*/ 8 w 50"/>
                <a:gd name="T37" fmla="*/ 17 h 77"/>
                <a:gd name="T38" fmla="*/ 5 w 50"/>
                <a:gd name="T39" fmla="*/ 33 h 77"/>
                <a:gd name="T40" fmla="*/ 8 w 50"/>
                <a:gd name="T41" fmla="*/ 43 h 77"/>
                <a:gd name="T42" fmla="*/ 16 w 50"/>
                <a:gd name="T43" fmla="*/ 47 h 77"/>
                <a:gd name="T44" fmla="*/ 38 w 50"/>
                <a:gd name="T45" fmla="*/ 36 h 77"/>
                <a:gd name="T46" fmla="*/ 32 w 50"/>
                <a:gd name="T47" fmla="*/ 58 h 77"/>
                <a:gd name="T48" fmla="*/ 24 w 50"/>
                <a:gd name="T49" fmla="*/ 68 h 77"/>
                <a:gd name="T50" fmla="*/ 7 w 50"/>
                <a:gd name="T51" fmla="*/ 60 h 77"/>
                <a:gd name="T52" fmla="*/ 4 w 50"/>
                <a:gd name="T53" fmla="*/ 59 h 77"/>
                <a:gd name="T54" fmla="*/ 1 w 50"/>
                <a:gd name="T55" fmla="*/ 60 h 77"/>
                <a:gd name="T56" fmla="*/ 0 w 50"/>
                <a:gd name="T57" fmla="*/ 63 h 77"/>
                <a:gd name="T58" fmla="*/ 4 w 50"/>
                <a:gd name="T59" fmla="*/ 69 h 77"/>
                <a:gd name="T60" fmla="*/ 12 w 50"/>
                <a:gd name="T61" fmla="*/ 75 h 77"/>
                <a:gd name="T62" fmla="*/ 12 w 50"/>
                <a:gd name="T63" fmla="*/ 75 h 77"/>
                <a:gd name="T64" fmla="*/ 24 w 50"/>
                <a:gd name="T65" fmla="*/ 77 h 77"/>
                <a:gd name="T66" fmla="*/ 34 w 50"/>
                <a:gd name="T67" fmla="*/ 74 h 77"/>
                <a:gd name="T68" fmla="*/ 41 w 50"/>
                <a:gd name="T69" fmla="*/ 62 h 77"/>
                <a:gd name="T70" fmla="*/ 47 w 50"/>
                <a:gd name="T71" fmla="*/ 43 h 77"/>
                <a:gd name="T72" fmla="*/ 49 w 50"/>
                <a:gd name="T73" fmla="*/ 22 h 77"/>
                <a:gd name="T74" fmla="*/ 50 w 50"/>
                <a:gd name="T75"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0" h="77">
                  <a:moveTo>
                    <a:pt x="50" y="7"/>
                  </a:moveTo>
                  <a:cubicBezTo>
                    <a:pt x="50" y="4"/>
                    <a:pt x="50" y="2"/>
                    <a:pt x="49" y="1"/>
                  </a:cubicBezTo>
                  <a:cubicBezTo>
                    <a:pt x="48" y="0"/>
                    <a:pt x="47" y="0"/>
                    <a:pt x="45" y="0"/>
                  </a:cubicBezTo>
                  <a:cubicBezTo>
                    <a:pt x="43" y="0"/>
                    <a:pt x="42" y="0"/>
                    <a:pt x="41" y="1"/>
                  </a:cubicBezTo>
                  <a:cubicBezTo>
                    <a:pt x="40" y="1"/>
                    <a:pt x="40" y="2"/>
                    <a:pt x="40" y="3"/>
                  </a:cubicBezTo>
                  <a:cubicBezTo>
                    <a:pt x="39" y="4"/>
                    <a:pt x="39" y="6"/>
                    <a:pt x="39" y="10"/>
                  </a:cubicBezTo>
                  <a:cubicBezTo>
                    <a:pt x="39" y="16"/>
                    <a:pt x="38" y="20"/>
                    <a:pt x="38" y="22"/>
                  </a:cubicBezTo>
                  <a:cubicBezTo>
                    <a:pt x="38" y="23"/>
                    <a:pt x="37" y="25"/>
                    <a:pt x="36" y="26"/>
                  </a:cubicBezTo>
                  <a:cubicBezTo>
                    <a:pt x="35" y="27"/>
                    <a:pt x="33" y="29"/>
                    <a:pt x="31" y="31"/>
                  </a:cubicBezTo>
                  <a:cubicBezTo>
                    <a:pt x="28" y="33"/>
                    <a:pt x="25" y="35"/>
                    <a:pt x="23" y="35"/>
                  </a:cubicBezTo>
                  <a:cubicBezTo>
                    <a:pt x="21" y="36"/>
                    <a:pt x="19" y="37"/>
                    <a:pt x="18" y="37"/>
                  </a:cubicBezTo>
                  <a:cubicBezTo>
                    <a:pt x="17" y="37"/>
                    <a:pt x="17" y="36"/>
                    <a:pt x="16" y="35"/>
                  </a:cubicBezTo>
                  <a:cubicBezTo>
                    <a:pt x="16" y="34"/>
                    <a:pt x="15" y="32"/>
                    <a:pt x="15" y="30"/>
                  </a:cubicBezTo>
                  <a:cubicBezTo>
                    <a:pt x="15" y="26"/>
                    <a:pt x="17" y="21"/>
                    <a:pt x="19" y="15"/>
                  </a:cubicBezTo>
                  <a:cubicBezTo>
                    <a:pt x="21" y="11"/>
                    <a:pt x="23" y="8"/>
                    <a:pt x="23" y="8"/>
                  </a:cubicBezTo>
                  <a:cubicBezTo>
                    <a:pt x="23" y="6"/>
                    <a:pt x="22" y="5"/>
                    <a:pt x="21" y="4"/>
                  </a:cubicBezTo>
                  <a:cubicBezTo>
                    <a:pt x="21" y="2"/>
                    <a:pt x="19" y="2"/>
                    <a:pt x="18" y="2"/>
                  </a:cubicBezTo>
                  <a:cubicBezTo>
                    <a:pt x="15" y="2"/>
                    <a:pt x="13" y="3"/>
                    <a:pt x="12" y="4"/>
                  </a:cubicBezTo>
                  <a:cubicBezTo>
                    <a:pt x="11" y="6"/>
                    <a:pt x="9" y="10"/>
                    <a:pt x="8" y="17"/>
                  </a:cubicBezTo>
                  <a:cubicBezTo>
                    <a:pt x="6" y="24"/>
                    <a:pt x="5" y="30"/>
                    <a:pt x="5" y="33"/>
                  </a:cubicBezTo>
                  <a:cubicBezTo>
                    <a:pt x="5" y="37"/>
                    <a:pt x="6" y="40"/>
                    <a:pt x="8" y="43"/>
                  </a:cubicBezTo>
                  <a:cubicBezTo>
                    <a:pt x="10" y="45"/>
                    <a:pt x="13" y="47"/>
                    <a:pt x="16" y="47"/>
                  </a:cubicBezTo>
                  <a:cubicBezTo>
                    <a:pt x="21" y="47"/>
                    <a:pt x="28" y="43"/>
                    <a:pt x="38" y="36"/>
                  </a:cubicBezTo>
                  <a:cubicBezTo>
                    <a:pt x="37" y="44"/>
                    <a:pt x="35" y="52"/>
                    <a:pt x="32" y="58"/>
                  </a:cubicBezTo>
                  <a:cubicBezTo>
                    <a:pt x="29" y="64"/>
                    <a:pt x="27" y="68"/>
                    <a:pt x="24" y="68"/>
                  </a:cubicBezTo>
                  <a:cubicBezTo>
                    <a:pt x="16" y="68"/>
                    <a:pt x="10" y="65"/>
                    <a:pt x="7" y="60"/>
                  </a:cubicBezTo>
                  <a:cubicBezTo>
                    <a:pt x="6" y="59"/>
                    <a:pt x="5" y="59"/>
                    <a:pt x="4" y="59"/>
                  </a:cubicBezTo>
                  <a:cubicBezTo>
                    <a:pt x="3" y="59"/>
                    <a:pt x="2" y="59"/>
                    <a:pt x="1" y="60"/>
                  </a:cubicBezTo>
                  <a:cubicBezTo>
                    <a:pt x="1" y="61"/>
                    <a:pt x="0" y="62"/>
                    <a:pt x="0" y="63"/>
                  </a:cubicBezTo>
                  <a:cubicBezTo>
                    <a:pt x="0" y="65"/>
                    <a:pt x="1" y="67"/>
                    <a:pt x="4" y="69"/>
                  </a:cubicBezTo>
                  <a:cubicBezTo>
                    <a:pt x="6" y="71"/>
                    <a:pt x="9" y="73"/>
                    <a:pt x="12" y="75"/>
                  </a:cubicBezTo>
                  <a:cubicBezTo>
                    <a:pt x="12" y="75"/>
                    <a:pt x="12" y="75"/>
                    <a:pt x="12" y="75"/>
                  </a:cubicBezTo>
                  <a:cubicBezTo>
                    <a:pt x="16" y="76"/>
                    <a:pt x="20" y="77"/>
                    <a:pt x="24" y="77"/>
                  </a:cubicBezTo>
                  <a:cubicBezTo>
                    <a:pt x="28" y="77"/>
                    <a:pt x="31" y="76"/>
                    <a:pt x="34" y="74"/>
                  </a:cubicBezTo>
                  <a:cubicBezTo>
                    <a:pt x="36" y="72"/>
                    <a:pt x="39" y="68"/>
                    <a:pt x="41" y="62"/>
                  </a:cubicBezTo>
                  <a:cubicBezTo>
                    <a:pt x="44" y="57"/>
                    <a:pt x="46" y="50"/>
                    <a:pt x="47" y="43"/>
                  </a:cubicBezTo>
                  <a:cubicBezTo>
                    <a:pt x="48" y="36"/>
                    <a:pt x="49" y="29"/>
                    <a:pt x="49" y="22"/>
                  </a:cubicBezTo>
                  <a:lnTo>
                    <a:pt x="50"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84"/>
            <p:cNvSpPr>
              <a:spLocks/>
            </p:cNvSpPr>
            <p:nvPr/>
          </p:nvSpPr>
          <p:spPr bwMode="auto">
            <a:xfrm>
              <a:off x="9229725" y="3233738"/>
              <a:ext cx="68263" cy="103188"/>
            </a:xfrm>
            <a:custGeom>
              <a:avLst/>
              <a:gdLst>
                <a:gd name="T0" fmla="*/ 22 w 45"/>
                <a:gd name="T1" fmla="*/ 29 h 68"/>
                <a:gd name="T2" fmla="*/ 38 w 45"/>
                <a:gd name="T3" fmla="*/ 26 h 68"/>
                <a:gd name="T4" fmla="*/ 45 w 45"/>
                <a:gd name="T5" fmla="*/ 21 h 68"/>
                <a:gd name="T6" fmla="*/ 44 w 45"/>
                <a:gd name="T7" fmla="*/ 18 h 68"/>
                <a:gd name="T8" fmla="*/ 41 w 45"/>
                <a:gd name="T9" fmla="*/ 18 h 68"/>
                <a:gd name="T10" fmla="*/ 25 w 45"/>
                <a:gd name="T11" fmla="*/ 19 h 68"/>
                <a:gd name="T12" fmla="*/ 29 w 45"/>
                <a:gd name="T13" fmla="*/ 5 h 68"/>
                <a:gd name="T14" fmla="*/ 27 w 45"/>
                <a:gd name="T15" fmla="*/ 1 h 68"/>
                <a:gd name="T16" fmla="*/ 23 w 45"/>
                <a:gd name="T17" fmla="*/ 0 h 68"/>
                <a:gd name="T18" fmla="*/ 18 w 45"/>
                <a:gd name="T19" fmla="*/ 5 h 68"/>
                <a:gd name="T20" fmla="*/ 14 w 45"/>
                <a:gd name="T21" fmla="*/ 20 h 68"/>
                <a:gd name="T22" fmla="*/ 4 w 45"/>
                <a:gd name="T23" fmla="*/ 20 h 68"/>
                <a:gd name="T24" fmla="*/ 0 w 45"/>
                <a:gd name="T25" fmla="*/ 24 h 68"/>
                <a:gd name="T26" fmla="*/ 2 w 45"/>
                <a:gd name="T27" fmla="*/ 28 h 68"/>
                <a:gd name="T28" fmla="*/ 6 w 45"/>
                <a:gd name="T29" fmla="*/ 30 h 68"/>
                <a:gd name="T30" fmla="*/ 7 w 45"/>
                <a:gd name="T31" fmla="*/ 30 h 68"/>
                <a:gd name="T32" fmla="*/ 11 w 45"/>
                <a:gd name="T33" fmla="*/ 29 h 68"/>
                <a:gd name="T34" fmla="*/ 6 w 45"/>
                <a:gd name="T35" fmla="*/ 54 h 68"/>
                <a:gd name="T36" fmla="*/ 10 w 45"/>
                <a:gd name="T37" fmla="*/ 64 h 68"/>
                <a:gd name="T38" fmla="*/ 19 w 45"/>
                <a:gd name="T39" fmla="*/ 68 h 68"/>
                <a:gd name="T40" fmla="*/ 32 w 45"/>
                <a:gd name="T41" fmla="*/ 63 h 68"/>
                <a:gd name="T42" fmla="*/ 39 w 45"/>
                <a:gd name="T43" fmla="*/ 54 h 68"/>
                <a:gd name="T44" fmla="*/ 38 w 45"/>
                <a:gd name="T45" fmla="*/ 52 h 68"/>
                <a:gd name="T46" fmla="*/ 36 w 45"/>
                <a:gd name="T47" fmla="*/ 51 h 68"/>
                <a:gd name="T48" fmla="*/ 32 w 45"/>
                <a:gd name="T49" fmla="*/ 53 h 68"/>
                <a:gd name="T50" fmla="*/ 26 w 45"/>
                <a:gd name="T51" fmla="*/ 57 h 68"/>
                <a:gd name="T52" fmla="*/ 21 w 45"/>
                <a:gd name="T53" fmla="*/ 58 h 68"/>
                <a:gd name="T54" fmla="*/ 18 w 45"/>
                <a:gd name="T55" fmla="*/ 56 h 68"/>
                <a:gd name="T56" fmla="*/ 17 w 45"/>
                <a:gd name="T57" fmla="*/ 51 h 68"/>
                <a:gd name="T58" fmla="*/ 20 w 45"/>
                <a:gd name="T59" fmla="*/ 39 h 68"/>
                <a:gd name="T60" fmla="*/ 22 w 45"/>
                <a:gd name="T61" fmla="*/ 2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5" h="68">
                  <a:moveTo>
                    <a:pt x="22" y="29"/>
                  </a:moveTo>
                  <a:cubicBezTo>
                    <a:pt x="38" y="26"/>
                    <a:pt x="38" y="26"/>
                    <a:pt x="38" y="26"/>
                  </a:cubicBezTo>
                  <a:cubicBezTo>
                    <a:pt x="43" y="25"/>
                    <a:pt x="45" y="24"/>
                    <a:pt x="45" y="21"/>
                  </a:cubicBezTo>
                  <a:cubicBezTo>
                    <a:pt x="45" y="20"/>
                    <a:pt x="45" y="19"/>
                    <a:pt x="44" y="18"/>
                  </a:cubicBezTo>
                  <a:cubicBezTo>
                    <a:pt x="44" y="18"/>
                    <a:pt x="42" y="18"/>
                    <a:pt x="41" y="18"/>
                  </a:cubicBezTo>
                  <a:cubicBezTo>
                    <a:pt x="40" y="18"/>
                    <a:pt x="35" y="18"/>
                    <a:pt x="25" y="19"/>
                  </a:cubicBezTo>
                  <a:cubicBezTo>
                    <a:pt x="28" y="10"/>
                    <a:pt x="29" y="5"/>
                    <a:pt x="29" y="5"/>
                  </a:cubicBezTo>
                  <a:cubicBezTo>
                    <a:pt x="29" y="3"/>
                    <a:pt x="28" y="2"/>
                    <a:pt x="27" y="1"/>
                  </a:cubicBezTo>
                  <a:cubicBezTo>
                    <a:pt x="26" y="0"/>
                    <a:pt x="25" y="0"/>
                    <a:pt x="23" y="0"/>
                  </a:cubicBezTo>
                  <a:cubicBezTo>
                    <a:pt x="20" y="0"/>
                    <a:pt x="19" y="2"/>
                    <a:pt x="18" y="5"/>
                  </a:cubicBezTo>
                  <a:cubicBezTo>
                    <a:pt x="16" y="11"/>
                    <a:pt x="15" y="16"/>
                    <a:pt x="14" y="20"/>
                  </a:cubicBezTo>
                  <a:cubicBezTo>
                    <a:pt x="4" y="20"/>
                    <a:pt x="4" y="20"/>
                    <a:pt x="4" y="20"/>
                  </a:cubicBezTo>
                  <a:cubicBezTo>
                    <a:pt x="1" y="20"/>
                    <a:pt x="0" y="21"/>
                    <a:pt x="0" y="24"/>
                  </a:cubicBezTo>
                  <a:cubicBezTo>
                    <a:pt x="0" y="26"/>
                    <a:pt x="0" y="27"/>
                    <a:pt x="2" y="28"/>
                  </a:cubicBezTo>
                  <a:cubicBezTo>
                    <a:pt x="3" y="29"/>
                    <a:pt x="5" y="30"/>
                    <a:pt x="6" y="30"/>
                  </a:cubicBezTo>
                  <a:cubicBezTo>
                    <a:pt x="7" y="30"/>
                    <a:pt x="7" y="30"/>
                    <a:pt x="7" y="30"/>
                  </a:cubicBezTo>
                  <a:cubicBezTo>
                    <a:pt x="8" y="30"/>
                    <a:pt x="9" y="30"/>
                    <a:pt x="11" y="29"/>
                  </a:cubicBezTo>
                  <a:cubicBezTo>
                    <a:pt x="8" y="42"/>
                    <a:pt x="6" y="50"/>
                    <a:pt x="6" y="54"/>
                  </a:cubicBezTo>
                  <a:cubicBezTo>
                    <a:pt x="6" y="58"/>
                    <a:pt x="7" y="62"/>
                    <a:pt x="10" y="64"/>
                  </a:cubicBezTo>
                  <a:cubicBezTo>
                    <a:pt x="12" y="67"/>
                    <a:pt x="15" y="68"/>
                    <a:pt x="19" y="68"/>
                  </a:cubicBezTo>
                  <a:cubicBezTo>
                    <a:pt x="24" y="68"/>
                    <a:pt x="28" y="66"/>
                    <a:pt x="32" y="63"/>
                  </a:cubicBezTo>
                  <a:cubicBezTo>
                    <a:pt x="37" y="59"/>
                    <a:pt x="39" y="56"/>
                    <a:pt x="39" y="54"/>
                  </a:cubicBezTo>
                  <a:cubicBezTo>
                    <a:pt x="39" y="53"/>
                    <a:pt x="39" y="52"/>
                    <a:pt x="38" y="52"/>
                  </a:cubicBezTo>
                  <a:cubicBezTo>
                    <a:pt x="38" y="51"/>
                    <a:pt x="37" y="51"/>
                    <a:pt x="36" y="51"/>
                  </a:cubicBezTo>
                  <a:cubicBezTo>
                    <a:pt x="35" y="51"/>
                    <a:pt x="34" y="52"/>
                    <a:pt x="32" y="53"/>
                  </a:cubicBezTo>
                  <a:cubicBezTo>
                    <a:pt x="29" y="55"/>
                    <a:pt x="27" y="56"/>
                    <a:pt x="26" y="57"/>
                  </a:cubicBezTo>
                  <a:cubicBezTo>
                    <a:pt x="24" y="58"/>
                    <a:pt x="23" y="58"/>
                    <a:pt x="21" y="58"/>
                  </a:cubicBezTo>
                  <a:cubicBezTo>
                    <a:pt x="20" y="58"/>
                    <a:pt x="19" y="57"/>
                    <a:pt x="18" y="56"/>
                  </a:cubicBezTo>
                  <a:cubicBezTo>
                    <a:pt x="18" y="55"/>
                    <a:pt x="17" y="54"/>
                    <a:pt x="17" y="51"/>
                  </a:cubicBezTo>
                  <a:cubicBezTo>
                    <a:pt x="17" y="50"/>
                    <a:pt x="18" y="46"/>
                    <a:pt x="20" y="39"/>
                  </a:cubicBezTo>
                  <a:cubicBezTo>
                    <a:pt x="21" y="32"/>
                    <a:pt x="22" y="29"/>
                    <a:pt x="22"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85"/>
            <p:cNvSpPr>
              <a:spLocks/>
            </p:cNvSpPr>
            <p:nvPr/>
          </p:nvSpPr>
          <p:spPr bwMode="auto">
            <a:xfrm>
              <a:off x="9301163" y="3260725"/>
              <a:ext cx="25400" cy="76200"/>
            </a:xfrm>
            <a:custGeom>
              <a:avLst/>
              <a:gdLst>
                <a:gd name="T0" fmla="*/ 15 w 17"/>
                <a:gd name="T1" fmla="*/ 13 h 50"/>
                <a:gd name="T2" fmla="*/ 15 w 17"/>
                <a:gd name="T3" fmla="*/ 12 h 50"/>
                <a:gd name="T4" fmla="*/ 17 w 17"/>
                <a:gd name="T5" fmla="*/ 5 h 50"/>
                <a:gd name="T6" fmla="*/ 15 w 17"/>
                <a:gd name="T7" fmla="*/ 2 h 50"/>
                <a:gd name="T8" fmla="*/ 10 w 17"/>
                <a:gd name="T9" fmla="*/ 0 h 50"/>
                <a:gd name="T10" fmla="*/ 6 w 17"/>
                <a:gd name="T11" fmla="*/ 2 h 50"/>
                <a:gd name="T12" fmla="*/ 5 w 17"/>
                <a:gd name="T13" fmla="*/ 8 h 50"/>
                <a:gd name="T14" fmla="*/ 3 w 17"/>
                <a:gd name="T15" fmla="*/ 18 h 50"/>
                <a:gd name="T16" fmla="*/ 3 w 17"/>
                <a:gd name="T17" fmla="*/ 17 h 50"/>
                <a:gd name="T18" fmla="*/ 3 w 17"/>
                <a:gd name="T19" fmla="*/ 22 h 50"/>
                <a:gd name="T20" fmla="*/ 0 w 17"/>
                <a:gd name="T21" fmla="*/ 41 h 50"/>
                <a:gd name="T22" fmla="*/ 6 w 17"/>
                <a:gd name="T23" fmla="*/ 50 h 50"/>
                <a:gd name="T24" fmla="*/ 11 w 17"/>
                <a:gd name="T25" fmla="*/ 48 h 50"/>
                <a:gd name="T26" fmla="*/ 13 w 17"/>
                <a:gd name="T27" fmla="*/ 45 h 50"/>
                <a:gd name="T28" fmla="*/ 13 w 17"/>
                <a:gd name="T29" fmla="*/ 44 h 50"/>
                <a:gd name="T30" fmla="*/ 12 w 17"/>
                <a:gd name="T31" fmla="*/ 37 h 50"/>
                <a:gd name="T32" fmla="*/ 12 w 17"/>
                <a:gd name="T33" fmla="*/ 28 h 50"/>
                <a:gd name="T34" fmla="*/ 15 w 17"/>
                <a:gd name="T35" fmla="*/ 13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50">
                  <a:moveTo>
                    <a:pt x="15" y="13"/>
                  </a:moveTo>
                  <a:cubicBezTo>
                    <a:pt x="15" y="12"/>
                    <a:pt x="15" y="12"/>
                    <a:pt x="15" y="12"/>
                  </a:cubicBezTo>
                  <a:cubicBezTo>
                    <a:pt x="16" y="9"/>
                    <a:pt x="17" y="6"/>
                    <a:pt x="17" y="5"/>
                  </a:cubicBezTo>
                  <a:cubicBezTo>
                    <a:pt x="17" y="4"/>
                    <a:pt x="16" y="3"/>
                    <a:pt x="15" y="2"/>
                  </a:cubicBezTo>
                  <a:cubicBezTo>
                    <a:pt x="14" y="1"/>
                    <a:pt x="13" y="0"/>
                    <a:pt x="10" y="0"/>
                  </a:cubicBezTo>
                  <a:cubicBezTo>
                    <a:pt x="9" y="0"/>
                    <a:pt x="7" y="1"/>
                    <a:pt x="6" y="2"/>
                  </a:cubicBezTo>
                  <a:cubicBezTo>
                    <a:pt x="5" y="4"/>
                    <a:pt x="5" y="6"/>
                    <a:pt x="5" y="8"/>
                  </a:cubicBezTo>
                  <a:cubicBezTo>
                    <a:pt x="5" y="9"/>
                    <a:pt x="4" y="12"/>
                    <a:pt x="3" y="18"/>
                  </a:cubicBezTo>
                  <a:cubicBezTo>
                    <a:pt x="3" y="17"/>
                    <a:pt x="3" y="17"/>
                    <a:pt x="3" y="17"/>
                  </a:cubicBezTo>
                  <a:cubicBezTo>
                    <a:pt x="3" y="19"/>
                    <a:pt x="3" y="20"/>
                    <a:pt x="3" y="22"/>
                  </a:cubicBezTo>
                  <a:cubicBezTo>
                    <a:pt x="1" y="30"/>
                    <a:pt x="0" y="36"/>
                    <a:pt x="0" y="41"/>
                  </a:cubicBezTo>
                  <a:cubicBezTo>
                    <a:pt x="0" y="47"/>
                    <a:pt x="2" y="50"/>
                    <a:pt x="6" y="50"/>
                  </a:cubicBezTo>
                  <a:cubicBezTo>
                    <a:pt x="8" y="50"/>
                    <a:pt x="9" y="49"/>
                    <a:pt x="11" y="48"/>
                  </a:cubicBezTo>
                  <a:cubicBezTo>
                    <a:pt x="12" y="47"/>
                    <a:pt x="13" y="46"/>
                    <a:pt x="13" y="45"/>
                  </a:cubicBezTo>
                  <a:cubicBezTo>
                    <a:pt x="13" y="45"/>
                    <a:pt x="13" y="45"/>
                    <a:pt x="13" y="44"/>
                  </a:cubicBezTo>
                  <a:cubicBezTo>
                    <a:pt x="12" y="41"/>
                    <a:pt x="12" y="39"/>
                    <a:pt x="12" y="37"/>
                  </a:cubicBezTo>
                  <a:cubicBezTo>
                    <a:pt x="12" y="34"/>
                    <a:pt x="12" y="31"/>
                    <a:pt x="12" y="28"/>
                  </a:cubicBezTo>
                  <a:cubicBezTo>
                    <a:pt x="12" y="24"/>
                    <a:pt x="13" y="19"/>
                    <a:pt x="15"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86"/>
            <p:cNvSpPr>
              <a:spLocks/>
            </p:cNvSpPr>
            <p:nvPr/>
          </p:nvSpPr>
          <p:spPr bwMode="auto">
            <a:xfrm>
              <a:off x="9315450" y="3221038"/>
              <a:ext cx="23813" cy="22225"/>
            </a:xfrm>
            <a:custGeom>
              <a:avLst/>
              <a:gdLst>
                <a:gd name="T0" fmla="*/ 13 w 15"/>
                <a:gd name="T1" fmla="*/ 12 h 14"/>
                <a:gd name="T2" fmla="*/ 15 w 15"/>
                <a:gd name="T3" fmla="*/ 6 h 14"/>
                <a:gd name="T4" fmla="*/ 14 w 15"/>
                <a:gd name="T5" fmla="*/ 2 h 14"/>
                <a:gd name="T6" fmla="*/ 9 w 15"/>
                <a:gd name="T7" fmla="*/ 0 h 14"/>
                <a:gd name="T8" fmla="*/ 3 w 15"/>
                <a:gd name="T9" fmla="*/ 2 h 14"/>
                <a:gd name="T10" fmla="*/ 0 w 15"/>
                <a:gd name="T11" fmla="*/ 7 h 14"/>
                <a:gd name="T12" fmla="*/ 3 w 15"/>
                <a:gd name="T13" fmla="*/ 12 h 14"/>
                <a:gd name="T14" fmla="*/ 7 w 15"/>
                <a:gd name="T15" fmla="*/ 14 h 14"/>
                <a:gd name="T16" fmla="*/ 13 w 15"/>
                <a:gd name="T17"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4">
                  <a:moveTo>
                    <a:pt x="13" y="12"/>
                  </a:moveTo>
                  <a:cubicBezTo>
                    <a:pt x="14" y="10"/>
                    <a:pt x="15" y="8"/>
                    <a:pt x="15" y="6"/>
                  </a:cubicBezTo>
                  <a:cubicBezTo>
                    <a:pt x="15" y="4"/>
                    <a:pt x="15" y="3"/>
                    <a:pt x="14" y="2"/>
                  </a:cubicBezTo>
                  <a:cubicBezTo>
                    <a:pt x="12" y="1"/>
                    <a:pt x="11" y="0"/>
                    <a:pt x="9" y="0"/>
                  </a:cubicBezTo>
                  <a:cubicBezTo>
                    <a:pt x="6" y="0"/>
                    <a:pt x="4" y="1"/>
                    <a:pt x="3" y="2"/>
                  </a:cubicBezTo>
                  <a:cubicBezTo>
                    <a:pt x="1" y="3"/>
                    <a:pt x="0" y="5"/>
                    <a:pt x="0" y="7"/>
                  </a:cubicBezTo>
                  <a:cubicBezTo>
                    <a:pt x="0" y="9"/>
                    <a:pt x="1" y="10"/>
                    <a:pt x="3" y="12"/>
                  </a:cubicBezTo>
                  <a:cubicBezTo>
                    <a:pt x="4" y="13"/>
                    <a:pt x="6" y="14"/>
                    <a:pt x="7" y="14"/>
                  </a:cubicBezTo>
                  <a:cubicBezTo>
                    <a:pt x="9" y="14"/>
                    <a:pt x="11" y="13"/>
                    <a:pt x="13"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87"/>
            <p:cNvSpPr>
              <a:spLocks/>
            </p:cNvSpPr>
            <p:nvPr/>
          </p:nvSpPr>
          <p:spPr bwMode="auto">
            <a:xfrm>
              <a:off x="9340850" y="3262313"/>
              <a:ext cx="87313" cy="71438"/>
            </a:xfrm>
            <a:custGeom>
              <a:avLst/>
              <a:gdLst>
                <a:gd name="T0" fmla="*/ 57 w 57"/>
                <a:gd name="T1" fmla="*/ 37 h 47"/>
                <a:gd name="T2" fmla="*/ 55 w 57"/>
                <a:gd name="T3" fmla="*/ 35 h 47"/>
                <a:gd name="T4" fmla="*/ 53 w 57"/>
                <a:gd name="T5" fmla="*/ 35 h 47"/>
                <a:gd name="T6" fmla="*/ 50 w 57"/>
                <a:gd name="T7" fmla="*/ 36 h 47"/>
                <a:gd name="T8" fmla="*/ 46 w 57"/>
                <a:gd name="T9" fmla="*/ 19 h 47"/>
                <a:gd name="T10" fmla="*/ 34 w 57"/>
                <a:gd name="T11" fmla="*/ 2 h 47"/>
                <a:gd name="T12" fmla="*/ 11 w 57"/>
                <a:gd name="T13" fmla="*/ 25 h 47"/>
                <a:gd name="T14" fmla="*/ 14 w 57"/>
                <a:gd name="T15" fmla="*/ 8 h 47"/>
                <a:gd name="T16" fmla="*/ 13 w 57"/>
                <a:gd name="T17" fmla="*/ 1 h 47"/>
                <a:gd name="T18" fmla="*/ 9 w 57"/>
                <a:gd name="T19" fmla="*/ 0 h 47"/>
                <a:gd name="T20" fmla="*/ 5 w 57"/>
                <a:gd name="T21" fmla="*/ 2 h 47"/>
                <a:gd name="T22" fmla="*/ 3 w 57"/>
                <a:gd name="T23" fmla="*/ 7 h 47"/>
                <a:gd name="T24" fmla="*/ 1 w 57"/>
                <a:gd name="T25" fmla="*/ 31 h 47"/>
                <a:gd name="T26" fmla="*/ 0 w 57"/>
                <a:gd name="T27" fmla="*/ 41 h 47"/>
                <a:gd name="T28" fmla="*/ 7 w 57"/>
                <a:gd name="T29" fmla="*/ 47 h 47"/>
                <a:gd name="T30" fmla="*/ 9 w 57"/>
                <a:gd name="T31" fmla="*/ 46 h 47"/>
                <a:gd name="T32" fmla="*/ 10 w 57"/>
                <a:gd name="T33" fmla="*/ 43 h 47"/>
                <a:gd name="T34" fmla="*/ 20 w 57"/>
                <a:gd name="T35" fmla="*/ 25 h 47"/>
                <a:gd name="T36" fmla="*/ 32 w 57"/>
                <a:gd name="T37" fmla="*/ 13 h 47"/>
                <a:gd name="T38" fmla="*/ 36 w 57"/>
                <a:gd name="T39" fmla="*/ 25 h 47"/>
                <a:gd name="T40" fmla="*/ 39 w 57"/>
                <a:gd name="T41" fmla="*/ 40 h 47"/>
                <a:gd name="T42" fmla="*/ 39 w 57"/>
                <a:gd name="T43" fmla="*/ 40 h 47"/>
                <a:gd name="T44" fmla="*/ 47 w 57"/>
                <a:gd name="T45" fmla="*/ 45 h 47"/>
                <a:gd name="T46" fmla="*/ 54 w 57"/>
                <a:gd name="T47" fmla="*/ 42 h 47"/>
                <a:gd name="T48" fmla="*/ 57 w 57"/>
                <a:gd name="T49" fmla="*/ 3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7" h="47">
                  <a:moveTo>
                    <a:pt x="57" y="37"/>
                  </a:moveTo>
                  <a:cubicBezTo>
                    <a:pt x="57" y="35"/>
                    <a:pt x="57" y="35"/>
                    <a:pt x="55" y="35"/>
                  </a:cubicBezTo>
                  <a:cubicBezTo>
                    <a:pt x="54" y="35"/>
                    <a:pt x="54" y="35"/>
                    <a:pt x="53" y="35"/>
                  </a:cubicBezTo>
                  <a:cubicBezTo>
                    <a:pt x="52" y="35"/>
                    <a:pt x="51" y="36"/>
                    <a:pt x="50" y="36"/>
                  </a:cubicBezTo>
                  <a:cubicBezTo>
                    <a:pt x="49" y="36"/>
                    <a:pt x="47" y="30"/>
                    <a:pt x="46" y="19"/>
                  </a:cubicBezTo>
                  <a:cubicBezTo>
                    <a:pt x="45" y="8"/>
                    <a:pt x="41" y="2"/>
                    <a:pt x="34" y="2"/>
                  </a:cubicBezTo>
                  <a:cubicBezTo>
                    <a:pt x="25" y="2"/>
                    <a:pt x="18" y="10"/>
                    <a:pt x="11" y="25"/>
                  </a:cubicBezTo>
                  <a:cubicBezTo>
                    <a:pt x="13" y="17"/>
                    <a:pt x="14" y="11"/>
                    <a:pt x="14" y="8"/>
                  </a:cubicBezTo>
                  <a:cubicBezTo>
                    <a:pt x="14" y="5"/>
                    <a:pt x="14" y="2"/>
                    <a:pt x="13" y="1"/>
                  </a:cubicBezTo>
                  <a:cubicBezTo>
                    <a:pt x="12" y="0"/>
                    <a:pt x="10" y="0"/>
                    <a:pt x="9" y="0"/>
                  </a:cubicBezTo>
                  <a:cubicBezTo>
                    <a:pt x="7" y="0"/>
                    <a:pt x="6" y="1"/>
                    <a:pt x="5" y="2"/>
                  </a:cubicBezTo>
                  <a:cubicBezTo>
                    <a:pt x="3" y="4"/>
                    <a:pt x="3" y="6"/>
                    <a:pt x="3" y="7"/>
                  </a:cubicBezTo>
                  <a:cubicBezTo>
                    <a:pt x="3" y="17"/>
                    <a:pt x="2" y="25"/>
                    <a:pt x="1" y="31"/>
                  </a:cubicBezTo>
                  <a:cubicBezTo>
                    <a:pt x="0" y="36"/>
                    <a:pt x="0" y="39"/>
                    <a:pt x="0" y="41"/>
                  </a:cubicBezTo>
                  <a:cubicBezTo>
                    <a:pt x="0" y="45"/>
                    <a:pt x="2" y="47"/>
                    <a:pt x="7" y="47"/>
                  </a:cubicBezTo>
                  <a:cubicBezTo>
                    <a:pt x="7" y="47"/>
                    <a:pt x="8" y="47"/>
                    <a:pt x="9" y="46"/>
                  </a:cubicBezTo>
                  <a:cubicBezTo>
                    <a:pt x="10" y="45"/>
                    <a:pt x="10" y="44"/>
                    <a:pt x="10" y="43"/>
                  </a:cubicBezTo>
                  <a:cubicBezTo>
                    <a:pt x="12" y="39"/>
                    <a:pt x="15" y="33"/>
                    <a:pt x="20" y="25"/>
                  </a:cubicBezTo>
                  <a:cubicBezTo>
                    <a:pt x="26" y="17"/>
                    <a:pt x="29" y="13"/>
                    <a:pt x="32" y="13"/>
                  </a:cubicBezTo>
                  <a:cubicBezTo>
                    <a:pt x="34" y="13"/>
                    <a:pt x="35" y="17"/>
                    <a:pt x="36" y="25"/>
                  </a:cubicBezTo>
                  <a:cubicBezTo>
                    <a:pt x="37" y="32"/>
                    <a:pt x="38" y="37"/>
                    <a:pt x="39" y="40"/>
                  </a:cubicBezTo>
                  <a:cubicBezTo>
                    <a:pt x="39" y="40"/>
                    <a:pt x="39" y="40"/>
                    <a:pt x="39" y="40"/>
                  </a:cubicBezTo>
                  <a:cubicBezTo>
                    <a:pt x="41" y="43"/>
                    <a:pt x="43" y="45"/>
                    <a:pt x="47" y="45"/>
                  </a:cubicBezTo>
                  <a:cubicBezTo>
                    <a:pt x="50" y="45"/>
                    <a:pt x="52" y="44"/>
                    <a:pt x="54" y="42"/>
                  </a:cubicBezTo>
                  <a:cubicBezTo>
                    <a:pt x="56" y="40"/>
                    <a:pt x="57" y="39"/>
                    <a:pt x="57"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88"/>
            <p:cNvSpPr>
              <a:spLocks noEditPoints="1"/>
            </p:cNvSpPr>
            <p:nvPr/>
          </p:nvSpPr>
          <p:spPr bwMode="auto">
            <a:xfrm>
              <a:off x="9420225" y="3259138"/>
              <a:ext cx="87313" cy="119063"/>
            </a:xfrm>
            <a:custGeom>
              <a:avLst/>
              <a:gdLst>
                <a:gd name="T0" fmla="*/ 54 w 57"/>
                <a:gd name="T1" fmla="*/ 3 h 78"/>
                <a:gd name="T2" fmla="*/ 53 w 57"/>
                <a:gd name="T3" fmla="*/ 2 h 78"/>
                <a:gd name="T4" fmla="*/ 46 w 57"/>
                <a:gd name="T5" fmla="*/ 0 h 78"/>
                <a:gd name="T6" fmla="*/ 29 w 57"/>
                <a:gd name="T7" fmla="*/ 6 h 78"/>
                <a:gd name="T8" fmla="*/ 14 w 57"/>
                <a:gd name="T9" fmla="*/ 21 h 78"/>
                <a:gd name="T10" fmla="*/ 8 w 57"/>
                <a:gd name="T11" fmla="*/ 37 h 78"/>
                <a:gd name="T12" fmla="*/ 11 w 57"/>
                <a:gd name="T13" fmla="*/ 45 h 78"/>
                <a:gd name="T14" fmla="*/ 18 w 57"/>
                <a:gd name="T15" fmla="*/ 48 h 78"/>
                <a:gd name="T16" fmla="*/ 30 w 57"/>
                <a:gd name="T17" fmla="*/ 44 h 78"/>
                <a:gd name="T18" fmla="*/ 42 w 57"/>
                <a:gd name="T19" fmla="*/ 35 h 78"/>
                <a:gd name="T20" fmla="*/ 36 w 57"/>
                <a:gd name="T21" fmla="*/ 61 h 78"/>
                <a:gd name="T22" fmla="*/ 26 w 57"/>
                <a:gd name="T23" fmla="*/ 68 h 78"/>
                <a:gd name="T24" fmla="*/ 9 w 57"/>
                <a:gd name="T25" fmla="*/ 61 h 78"/>
                <a:gd name="T26" fmla="*/ 3 w 57"/>
                <a:gd name="T27" fmla="*/ 58 h 78"/>
                <a:gd name="T28" fmla="*/ 0 w 57"/>
                <a:gd name="T29" fmla="*/ 62 h 78"/>
                <a:gd name="T30" fmla="*/ 8 w 57"/>
                <a:gd name="T31" fmla="*/ 72 h 78"/>
                <a:gd name="T32" fmla="*/ 26 w 57"/>
                <a:gd name="T33" fmla="*/ 78 h 78"/>
                <a:gd name="T34" fmla="*/ 41 w 57"/>
                <a:gd name="T35" fmla="*/ 70 h 78"/>
                <a:gd name="T36" fmla="*/ 50 w 57"/>
                <a:gd name="T37" fmla="*/ 47 h 78"/>
                <a:gd name="T38" fmla="*/ 53 w 57"/>
                <a:gd name="T39" fmla="*/ 24 h 78"/>
                <a:gd name="T40" fmla="*/ 55 w 57"/>
                <a:gd name="T41" fmla="*/ 15 h 78"/>
                <a:gd name="T42" fmla="*/ 57 w 57"/>
                <a:gd name="T43" fmla="*/ 9 h 78"/>
                <a:gd name="T44" fmla="*/ 56 w 57"/>
                <a:gd name="T45" fmla="*/ 6 h 78"/>
                <a:gd name="T46" fmla="*/ 54 w 57"/>
                <a:gd name="T47" fmla="*/ 3 h 78"/>
                <a:gd name="T48" fmla="*/ 42 w 57"/>
                <a:gd name="T49" fmla="*/ 22 h 78"/>
                <a:gd name="T50" fmla="*/ 33 w 57"/>
                <a:gd name="T51" fmla="*/ 33 h 78"/>
                <a:gd name="T52" fmla="*/ 21 w 57"/>
                <a:gd name="T53" fmla="*/ 38 h 78"/>
                <a:gd name="T54" fmla="*/ 19 w 57"/>
                <a:gd name="T55" fmla="*/ 36 h 78"/>
                <a:gd name="T56" fmla="*/ 24 w 57"/>
                <a:gd name="T57" fmla="*/ 24 h 78"/>
                <a:gd name="T58" fmla="*/ 34 w 57"/>
                <a:gd name="T59" fmla="*/ 13 h 78"/>
                <a:gd name="T60" fmla="*/ 43 w 57"/>
                <a:gd name="T61" fmla="*/ 9 h 78"/>
                <a:gd name="T62" fmla="*/ 45 w 57"/>
                <a:gd name="T63" fmla="*/ 10 h 78"/>
                <a:gd name="T64" fmla="*/ 46 w 57"/>
                <a:gd name="T65" fmla="*/ 13 h 78"/>
                <a:gd name="T66" fmla="*/ 42 w 57"/>
                <a:gd name="T67" fmla="*/ 22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7" h="78">
                  <a:moveTo>
                    <a:pt x="54" y="3"/>
                  </a:moveTo>
                  <a:cubicBezTo>
                    <a:pt x="54" y="3"/>
                    <a:pt x="53" y="3"/>
                    <a:pt x="53" y="2"/>
                  </a:cubicBezTo>
                  <a:cubicBezTo>
                    <a:pt x="51" y="1"/>
                    <a:pt x="48" y="0"/>
                    <a:pt x="46" y="0"/>
                  </a:cubicBezTo>
                  <a:cubicBezTo>
                    <a:pt x="41" y="0"/>
                    <a:pt x="35" y="2"/>
                    <a:pt x="29" y="6"/>
                  </a:cubicBezTo>
                  <a:cubicBezTo>
                    <a:pt x="22" y="11"/>
                    <a:pt x="17" y="16"/>
                    <a:pt x="14" y="21"/>
                  </a:cubicBezTo>
                  <a:cubicBezTo>
                    <a:pt x="10" y="27"/>
                    <a:pt x="8" y="32"/>
                    <a:pt x="8" y="37"/>
                  </a:cubicBezTo>
                  <a:cubicBezTo>
                    <a:pt x="8" y="40"/>
                    <a:pt x="9" y="43"/>
                    <a:pt x="11" y="45"/>
                  </a:cubicBezTo>
                  <a:cubicBezTo>
                    <a:pt x="13" y="47"/>
                    <a:pt x="15" y="48"/>
                    <a:pt x="18" y="48"/>
                  </a:cubicBezTo>
                  <a:cubicBezTo>
                    <a:pt x="22" y="48"/>
                    <a:pt x="26" y="47"/>
                    <a:pt x="30" y="44"/>
                  </a:cubicBezTo>
                  <a:cubicBezTo>
                    <a:pt x="35" y="42"/>
                    <a:pt x="38" y="39"/>
                    <a:pt x="42" y="35"/>
                  </a:cubicBezTo>
                  <a:cubicBezTo>
                    <a:pt x="40" y="47"/>
                    <a:pt x="38" y="56"/>
                    <a:pt x="36" y="61"/>
                  </a:cubicBezTo>
                  <a:cubicBezTo>
                    <a:pt x="33" y="65"/>
                    <a:pt x="30" y="68"/>
                    <a:pt x="26" y="68"/>
                  </a:cubicBezTo>
                  <a:cubicBezTo>
                    <a:pt x="21" y="68"/>
                    <a:pt x="15" y="66"/>
                    <a:pt x="9" y="61"/>
                  </a:cubicBezTo>
                  <a:cubicBezTo>
                    <a:pt x="6" y="59"/>
                    <a:pt x="4" y="58"/>
                    <a:pt x="3" y="58"/>
                  </a:cubicBezTo>
                  <a:cubicBezTo>
                    <a:pt x="1" y="58"/>
                    <a:pt x="0" y="59"/>
                    <a:pt x="0" y="62"/>
                  </a:cubicBezTo>
                  <a:cubicBezTo>
                    <a:pt x="0" y="64"/>
                    <a:pt x="3" y="68"/>
                    <a:pt x="8" y="72"/>
                  </a:cubicBezTo>
                  <a:cubicBezTo>
                    <a:pt x="14" y="76"/>
                    <a:pt x="20" y="78"/>
                    <a:pt x="26" y="78"/>
                  </a:cubicBezTo>
                  <a:cubicBezTo>
                    <a:pt x="31" y="78"/>
                    <a:pt x="37" y="75"/>
                    <a:pt x="41" y="70"/>
                  </a:cubicBezTo>
                  <a:cubicBezTo>
                    <a:pt x="46" y="66"/>
                    <a:pt x="49" y="58"/>
                    <a:pt x="50" y="47"/>
                  </a:cubicBezTo>
                  <a:cubicBezTo>
                    <a:pt x="51" y="35"/>
                    <a:pt x="52" y="27"/>
                    <a:pt x="53" y="24"/>
                  </a:cubicBezTo>
                  <a:cubicBezTo>
                    <a:pt x="53" y="21"/>
                    <a:pt x="54" y="18"/>
                    <a:pt x="55" y="15"/>
                  </a:cubicBezTo>
                  <a:cubicBezTo>
                    <a:pt x="57" y="12"/>
                    <a:pt x="57" y="10"/>
                    <a:pt x="57" y="9"/>
                  </a:cubicBezTo>
                  <a:cubicBezTo>
                    <a:pt x="57" y="9"/>
                    <a:pt x="57" y="7"/>
                    <a:pt x="56" y="6"/>
                  </a:cubicBezTo>
                  <a:cubicBezTo>
                    <a:pt x="56" y="5"/>
                    <a:pt x="55" y="4"/>
                    <a:pt x="54" y="3"/>
                  </a:cubicBezTo>
                  <a:close/>
                  <a:moveTo>
                    <a:pt x="42" y="22"/>
                  </a:moveTo>
                  <a:cubicBezTo>
                    <a:pt x="40" y="26"/>
                    <a:pt x="37" y="30"/>
                    <a:pt x="33" y="33"/>
                  </a:cubicBezTo>
                  <a:cubicBezTo>
                    <a:pt x="29" y="36"/>
                    <a:pt x="25" y="38"/>
                    <a:pt x="21" y="38"/>
                  </a:cubicBezTo>
                  <a:cubicBezTo>
                    <a:pt x="20" y="38"/>
                    <a:pt x="19" y="37"/>
                    <a:pt x="19" y="36"/>
                  </a:cubicBezTo>
                  <a:cubicBezTo>
                    <a:pt x="19" y="33"/>
                    <a:pt x="21" y="29"/>
                    <a:pt x="24" y="24"/>
                  </a:cubicBezTo>
                  <a:cubicBezTo>
                    <a:pt x="27" y="20"/>
                    <a:pt x="30" y="16"/>
                    <a:pt x="34" y="13"/>
                  </a:cubicBezTo>
                  <a:cubicBezTo>
                    <a:pt x="38" y="11"/>
                    <a:pt x="41" y="9"/>
                    <a:pt x="43" y="9"/>
                  </a:cubicBezTo>
                  <a:cubicBezTo>
                    <a:pt x="44" y="9"/>
                    <a:pt x="44" y="10"/>
                    <a:pt x="45" y="10"/>
                  </a:cubicBezTo>
                  <a:cubicBezTo>
                    <a:pt x="45" y="11"/>
                    <a:pt x="46" y="12"/>
                    <a:pt x="46" y="13"/>
                  </a:cubicBezTo>
                  <a:cubicBezTo>
                    <a:pt x="46" y="15"/>
                    <a:pt x="44" y="18"/>
                    <a:pt x="42"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89"/>
            <p:cNvSpPr>
              <a:spLocks/>
            </p:cNvSpPr>
            <p:nvPr/>
          </p:nvSpPr>
          <p:spPr bwMode="auto">
            <a:xfrm>
              <a:off x="9520238" y="3216275"/>
              <a:ext cx="31750" cy="122238"/>
            </a:xfrm>
            <a:custGeom>
              <a:avLst/>
              <a:gdLst>
                <a:gd name="T0" fmla="*/ 13 w 21"/>
                <a:gd name="T1" fmla="*/ 74 h 80"/>
                <a:gd name="T2" fmla="*/ 13 w 21"/>
                <a:gd name="T3" fmla="*/ 71 h 80"/>
                <a:gd name="T4" fmla="*/ 12 w 21"/>
                <a:gd name="T5" fmla="*/ 57 h 80"/>
                <a:gd name="T6" fmla="*/ 13 w 21"/>
                <a:gd name="T7" fmla="*/ 42 h 80"/>
                <a:gd name="T8" fmla="*/ 16 w 21"/>
                <a:gd name="T9" fmla="*/ 24 h 80"/>
                <a:gd name="T10" fmla="*/ 20 w 21"/>
                <a:gd name="T11" fmla="*/ 10 h 80"/>
                <a:gd name="T12" fmla="*/ 21 w 21"/>
                <a:gd name="T13" fmla="*/ 5 h 80"/>
                <a:gd name="T14" fmla="*/ 16 w 21"/>
                <a:gd name="T15" fmla="*/ 0 h 80"/>
                <a:gd name="T16" fmla="*/ 10 w 21"/>
                <a:gd name="T17" fmla="*/ 4 h 80"/>
                <a:gd name="T18" fmla="*/ 4 w 21"/>
                <a:gd name="T19" fmla="*/ 29 h 80"/>
                <a:gd name="T20" fmla="*/ 0 w 21"/>
                <a:gd name="T21" fmla="*/ 67 h 80"/>
                <a:gd name="T22" fmla="*/ 2 w 21"/>
                <a:gd name="T23" fmla="*/ 77 h 80"/>
                <a:gd name="T24" fmla="*/ 6 w 21"/>
                <a:gd name="T25" fmla="*/ 80 h 80"/>
                <a:gd name="T26" fmla="*/ 11 w 21"/>
                <a:gd name="T27" fmla="*/ 78 h 80"/>
                <a:gd name="T28" fmla="*/ 13 w 21"/>
                <a:gd name="T29" fmla="*/ 74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 h="80">
                  <a:moveTo>
                    <a:pt x="13" y="74"/>
                  </a:moveTo>
                  <a:cubicBezTo>
                    <a:pt x="13" y="73"/>
                    <a:pt x="13" y="72"/>
                    <a:pt x="13" y="71"/>
                  </a:cubicBezTo>
                  <a:cubicBezTo>
                    <a:pt x="12" y="66"/>
                    <a:pt x="12" y="61"/>
                    <a:pt x="12" y="57"/>
                  </a:cubicBezTo>
                  <a:cubicBezTo>
                    <a:pt x="12" y="54"/>
                    <a:pt x="12" y="49"/>
                    <a:pt x="13" y="42"/>
                  </a:cubicBezTo>
                  <a:cubicBezTo>
                    <a:pt x="14" y="36"/>
                    <a:pt x="15" y="30"/>
                    <a:pt x="16" y="24"/>
                  </a:cubicBezTo>
                  <a:cubicBezTo>
                    <a:pt x="18" y="17"/>
                    <a:pt x="19" y="12"/>
                    <a:pt x="20" y="10"/>
                  </a:cubicBezTo>
                  <a:cubicBezTo>
                    <a:pt x="20" y="8"/>
                    <a:pt x="21" y="7"/>
                    <a:pt x="21" y="5"/>
                  </a:cubicBezTo>
                  <a:cubicBezTo>
                    <a:pt x="21" y="1"/>
                    <a:pt x="19" y="0"/>
                    <a:pt x="16" y="0"/>
                  </a:cubicBezTo>
                  <a:cubicBezTo>
                    <a:pt x="14" y="0"/>
                    <a:pt x="12" y="1"/>
                    <a:pt x="10" y="4"/>
                  </a:cubicBezTo>
                  <a:cubicBezTo>
                    <a:pt x="9" y="6"/>
                    <a:pt x="7" y="15"/>
                    <a:pt x="4" y="29"/>
                  </a:cubicBezTo>
                  <a:cubicBezTo>
                    <a:pt x="2" y="44"/>
                    <a:pt x="0" y="56"/>
                    <a:pt x="0" y="67"/>
                  </a:cubicBezTo>
                  <a:cubicBezTo>
                    <a:pt x="0" y="72"/>
                    <a:pt x="1" y="75"/>
                    <a:pt x="2" y="77"/>
                  </a:cubicBezTo>
                  <a:cubicBezTo>
                    <a:pt x="3" y="79"/>
                    <a:pt x="4" y="80"/>
                    <a:pt x="6" y="80"/>
                  </a:cubicBezTo>
                  <a:cubicBezTo>
                    <a:pt x="8" y="80"/>
                    <a:pt x="9" y="80"/>
                    <a:pt x="11" y="78"/>
                  </a:cubicBezTo>
                  <a:cubicBezTo>
                    <a:pt x="12" y="77"/>
                    <a:pt x="13" y="75"/>
                    <a:pt x="13"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90"/>
            <p:cNvSpPr>
              <a:spLocks/>
            </p:cNvSpPr>
            <p:nvPr/>
          </p:nvSpPr>
          <p:spPr bwMode="auto">
            <a:xfrm>
              <a:off x="9574213" y="3221038"/>
              <a:ext cx="23813" cy="22225"/>
            </a:xfrm>
            <a:custGeom>
              <a:avLst/>
              <a:gdLst>
                <a:gd name="T0" fmla="*/ 12 w 15"/>
                <a:gd name="T1" fmla="*/ 12 h 14"/>
                <a:gd name="T2" fmla="*/ 15 w 15"/>
                <a:gd name="T3" fmla="*/ 6 h 14"/>
                <a:gd name="T4" fmla="*/ 13 w 15"/>
                <a:gd name="T5" fmla="*/ 2 h 14"/>
                <a:gd name="T6" fmla="*/ 8 w 15"/>
                <a:gd name="T7" fmla="*/ 0 h 14"/>
                <a:gd name="T8" fmla="*/ 2 w 15"/>
                <a:gd name="T9" fmla="*/ 2 h 14"/>
                <a:gd name="T10" fmla="*/ 0 w 15"/>
                <a:gd name="T11" fmla="*/ 7 h 14"/>
                <a:gd name="T12" fmla="*/ 2 w 15"/>
                <a:gd name="T13" fmla="*/ 12 h 14"/>
                <a:gd name="T14" fmla="*/ 7 w 15"/>
                <a:gd name="T15" fmla="*/ 14 h 14"/>
                <a:gd name="T16" fmla="*/ 12 w 15"/>
                <a:gd name="T17"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4">
                  <a:moveTo>
                    <a:pt x="12" y="12"/>
                  </a:moveTo>
                  <a:cubicBezTo>
                    <a:pt x="14" y="10"/>
                    <a:pt x="15" y="8"/>
                    <a:pt x="15" y="6"/>
                  </a:cubicBezTo>
                  <a:cubicBezTo>
                    <a:pt x="15" y="4"/>
                    <a:pt x="14" y="3"/>
                    <a:pt x="13" y="2"/>
                  </a:cubicBezTo>
                  <a:cubicBezTo>
                    <a:pt x="12" y="1"/>
                    <a:pt x="10" y="0"/>
                    <a:pt x="8" y="0"/>
                  </a:cubicBezTo>
                  <a:cubicBezTo>
                    <a:pt x="5" y="0"/>
                    <a:pt x="3" y="1"/>
                    <a:pt x="2" y="2"/>
                  </a:cubicBezTo>
                  <a:cubicBezTo>
                    <a:pt x="1" y="3"/>
                    <a:pt x="0" y="5"/>
                    <a:pt x="0" y="7"/>
                  </a:cubicBezTo>
                  <a:cubicBezTo>
                    <a:pt x="0" y="9"/>
                    <a:pt x="1" y="10"/>
                    <a:pt x="2" y="12"/>
                  </a:cubicBezTo>
                  <a:cubicBezTo>
                    <a:pt x="3" y="13"/>
                    <a:pt x="5" y="14"/>
                    <a:pt x="7" y="14"/>
                  </a:cubicBezTo>
                  <a:cubicBezTo>
                    <a:pt x="8" y="14"/>
                    <a:pt x="10" y="13"/>
                    <a:pt x="1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91"/>
            <p:cNvSpPr>
              <a:spLocks/>
            </p:cNvSpPr>
            <p:nvPr/>
          </p:nvSpPr>
          <p:spPr bwMode="auto">
            <a:xfrm>
              <a:off x="9559925" y="3260725"/>
              <a:ext cx="23813" cy="76200"/>
            </a:xfrm>
            <a:custGeom>
              <a:avLst/>
              <a:gdLst>
                <a:gd name="T0" fmla="*/ 14 w 16"/>
                <a:gd name="T1" fmla="*/ 13 h 50"/>
                <a:gd name="T2" fmla="*/ 15 w 16"/>
                <a:gd name="T3" fmla="*/ 12 h 50"/>
                <a:gd name="T4" fmla="*/ 16 w 16"/>
                <a:gd name="T5" fmla="*/ 5 h 50"/>
                <a:gd name="T6" fmla="*/ 15 w 16"/>
                <a:gd name="T7" fmla="*/ 2 h 50"/>
                <a:gd name="T8" fmla="*/ 10 w 16"/>
                <a:gd name="T9" fmla="*/ 0 h 50"/>
                <a:gd name="T10" fmla="*/ 6 w 16"/>
                <a:gd name="T11" fmla="*/ 2 h 50"/>
                <a:gd name="T12" fmla="*/ 4 w 16"/>
                <a:gd name="T13" fmla="*/ 8 h 50"/>
                <a:gd name="T14" fmla="*/ 3 w 16"/>
                <a:gd name="T15" fmla="*/ 18 h 50"/>
                <a:gd name="T16" fmla="*/ 3 w 16"/>
                <a:gd name="T17" fmla="*/ 17 h 50"/>
                <a:gd name="T18" fmla="*/ 2 w 16"/>
                <a:gd name="T19" fmla="*/ 22 h 50"/>
                <a:gd name="T20" fmla="*/ 0 w 16"/>
                <a:gd name="T21" fmla="*/ 41 h 50"/>
                <a:gd name="T22" fmla="*/ 6 w 16"/>
                <a:gd name="T23" fmla="*/ 50 h 50"/>
                <a:gd name="T24" fmla="*/ 10 w 16"/>
                <a:gd name="T25" fmla="*/ 48 h 50"/>
                <a:gd name="T26" fmla="*/ 12 w 16"/>
                <a:gd name="T27" fmla="*/ 45 h 50"/>
                <a:gd name="T28" fmla="*/ 12 w 16"/>
                <a:gd name="T29" fmla="*/ 44 h 50"/>
                <a:gd name="T30" fmla="*/ 11 w 16"/>
                <a:gd name="T31" fmla="*/ 37 h 50"/>
                <a:gd name="T32" fmla="*/ 11 w 16"/>
                <a:gd name="T33" fmla="*/ 28 h 50"/>
                <a:gd name="T34" fmla="*/ 14 w 16"/>
                <a:gd name="T35" fmla="*/ 13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50">
                  <a:moveTo>
                    <a:pt x="14" y="13"/>
                  </a:moveTo>
                  <a:cubicBezTo>
                    <a:pt x="15" y="12"/>
                    <a:pt x="15" y="12"/>
                    <a:pt x="15" y="12"/>
                  </a:cubicBezTo>
                  <a:cubicBezTo>
                    <a:pt x="16" y="9"/>
                    <a:pt x="16" y="6"/>
                    <a:pt x="16" y="5"/>
                  </a:cubicBezTo>
                  <a:cubicBezTo>
                    <a:pt x="16" y="4"/>
                    <a:pt x="16" y="3"/>
                    <a:pt x="15" y="2"/>
                  </a:cubicBezTo>
                  <a:cubicBezTo>
                    <a:pt x="14" y="1"/>
                    <a:pt x="12" y="0"/>
                    <a:pt x="10" y="0"/>
                  </a:cubicBezTo>
                  <a:cubicBezTo>
                    <a:pt x="8" y="0"/>
                    <a:pt x="7" y="1"/>
                    <a:pt x="6" y="2"/>
                  </a:cubicBezTo>
                  <a:cubicBezTo>
                    <a:pt x="5" y="4"/>
                    <a:pt x="4" y="6"/>
                    <a:pt x="4" y="8"/>
                  </a:cubicBezTo>
                  <a:cubicBezTo>
                    <a:pt x="4" y="9"/>
                    <a:pt x="4" y="12"/>
                    <a:pt x="3" y="18"/>
                  </a:cubicBezTo>
                  <a:cubicBezTo>
                    <a:pt x="3" y="17"/>
                    <a:pt x="3" y="17"/>
                    <a:pt x="3" y="17"/>
                  </a:cubicBezTo>
                  <a:cubicBezTo>
                    <a:pt x="3" y="19"/>
                    <a:pt x="2" y="20"/>
                    <a:pt x="2" y="22"/>
                  </a:cubicBezTo>
                  <a:cubicBezTo>
                    <a:pt x="1" y="30"/>
                    <a:pt x="0" y="36"/>
                    <a:pt x="0" y="41"/>
                  </a:cubicBezTo>
                  <a:cubicBezTo>
                    <a:pt x="0" y="47"/>
                    <a:pt x="2" y="50"/>
                    <a:pt x="6" y="50"/>
                  </a:cubicBezTo>
                  <a:cubicBezTo>
                    <a:pt x="7" y="50"/>
                    <a:pt x="9" y="49"/>
                    <a:pt x="10" y="48"/>
                  </a:cubicBezTo>
                  <a:cubicBezTo>
                    <a:pt x="11" y="47"/>
                    <a:pt x="12" y="46"/>
                    <a:pt x="12" y="45"/>
                  </a:cubicBezTo>
                  <a:cubicBezTo>
                    <a:pt x="12" y="45"/>
                    <a:pt x="12" y="45"/>
                    <a:pt x="12" y="44"/>
                  </a:cubicBezTo>
                  <a:cubicBezTo>
                    <a:pt x="11" y="41"/>
                    <a:pt x="11" y="39"/>
                    <a:pt x="11" y="37"/>
                  </a:cubicBezTo>
                  <a:cubicBezTo>
                    <a:pt x="11" y="34"/>
                    <a:pt x="11" y="31"/>
                    <a:pt x="11" y="28"/>
                  </a:cubicBezTo>
                  <a:cubicBezTo>
                    <a:pt x="12" y="24"/>
                    <a:pt x="13" y="19"/>
                    <a:pt x="14"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92"/>
            <p:cNvSpPr>
              <a:spLocks/>
            </p:cNvSpPr>
            <p:nvPr/>
          </p:nvSpPr>
          <p:spPr bwMode="auto">
            <a:xfrm>
              <a:off x="9598025" y="3262313"/>
              <a:ext cx="88900" cy="71438"/>
            </a:xfrm>
            <a:custGeom>
              <a:avLst/>
              <a:gdLst>
                <a:gd name="T0" fmla="*/ 13 w 58"/>
                <a:gd name="T1" fmla="*/ 1 h 47"/>
                <a:gd name="T2" fmla="*/ 9 w 58"/>
                <a:gd name="T3" fmla="*/ 0 h 47"/>
                <a:gd name="T4" fmla="*/ 5 w 58"/>
                <a:gd name="T5" fmla="*/ 2 h 47"/>
                <a:gd name="T6" fmla="*/ 3 w 58"/>
                <a:gd name="T7" fmla="*/ 7 h 47"/>
                <a:gd name="T8" fmla="*/ 1 w 58"/>
                <a:gd name="T9" fmla="*/ 31 h 47"/>
                <a:gd name="T10" fmla="*/ 0 w 58"/>
                <a:gd name="T11" fmla="*/ 41 h 47"/>
                <a:gd name="T12" fmla="*/ 7 w 58"/>
                <a:gd name="T13" fmla="*/ 47 h 47"/>
                <a:gd name="T14" fmla="*/ 9 w 58"/>
                <a:gd name="T15" fmla="*/ 46 h 47"/>
                <a:gd name="T16" fmla="*/ 11 w 58"/>
                <a:gd name="T17" fmla="*/ 43 h 47"/>
                <a:gd name="T18" fmla="*/ 21 w 58"/>
                <a:gd name="T19" fmla="*/ 25 h 47"/>
                <a:gd name="T20" fmla="*/ 32 w 58"/>
                <a:gd name="T21" fmla="*/ 13 h 47"/>
                <a:gd name="T22" fmla="*/ 36 w 58"/>
                <a:gd name="T23" fmla="*/ 25 h 47"/>
                <a:gd name="T24" fmla="*/ 40 w 58"/>
                <a:gd name="T25" fmla="*/ 40 h 47"/>
                <a:gd name="T26" fmla="*/ 40 w 58"/>
                <a:gd name="T27" fmla="*/ 40 h 47"/>
                <a:gd name="T28" fmla="*/ 47 w 58"/>
                <a:gd name="T29" fmla="*/ 45 h 47"/>
                <a:gd name="T30" fmla="*/ 55 w 58"/>
                <a:gd name="T31" fmla="*/ 42 h 47"/>
                <a:gd name="T32" fmla="*/ 58 w 58"/>
                <a:gd name="T33" fmla="*/ 37 h 47"/>
                <a:gd name="T34" fmla="*/ 56 w 58"/>
                <a:gd name="T35" fmla="*/ 35 h 47"/>
                <a:gd name="T36" fmla="*/ 53 w 58"/>
                <a:gd name="T37" fmla="*/ 35 h 47"/>
                <a:gd name="T38" fmla="*/ 50 w 58"/>
                <a:gd name="T39" fmla="*/ 36 h 47"/>
                <a:gd name="T40" fmla="*/ 46 w 58"/>
                <a:gd name="T41" fmla="*/ 19 h 47"/>
                <a:gd name="T42" fmla="*/ 34 w 58"/>
                <a:gd name="T43" fmla="*/ 2 h 47"/>
                <a:gd name="T44" fmla="*/ 12 w 58"/>
                <a:gd name="T45" fmla="*/ 25 h 47"/>
                <a:gd name="T46" fmla="*/ 14 w 58"/>
                <a:gd name="T47" fmla="*/ 8 h 47"/>
                <a:gd name="T48" fmla="*/ 13 w 58"/>
                <a:gd name="T49" fmla="*/ 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8" h="47">
                  <a:moveTo>
                    <a:pt x="13" y="1"/>
                  </a:moveTo>
                  <a:cubicBezTo>
                    <a:pt x="12" y="0"/>
                    <a:pt x="11" y="0"/>
                    <a:pt x="9" y="0"/>
                  </a:cubicBezTo>
                  <a:cubicBezTo>
                    <a:pt x="8" y="0"/>
                    <a:pt x="6" y="1"/>
                    <a:pt x="5" y="2"/>
                  </a:cubicBezTo>
                  <a:cubicBezTo>
                    <a:pt x="4" y="4"/>
                    <a:pt x="3" y="6"/>
                    <a:pt x="3" y="7"/>
                  </a:cubicBezTo>
                  <a:cubicBezTo>
                    <a:pt x="3" y="17"/>
                    <a:pt x="3" y="25"/>
                    <a:pt x="1" y="31"/>
                  </a:cubicBezTo>
                  <a:cubicBezTo>
                    <a:pt x="0" y="36"/>
                    <a:pt x="0" y="39"/>
                    <a:pt x="0" y="41"/>
                  </a:cubicBezTo>
                  <a:cubicBezTo>
                    <a:pt x="0" y="45"/>
                    <a:pt x="2" y="47"/>
                    <a:pt x="7" y="47"/>
                  </a:cubicBezTo>
                  <a:cubicBezTo>
                    <a:pt x="8" y="47"/>
                    <a:pt x="8" y="47"/>
                    <a:pt x="9" y="46"/>
                  </a:cubicBezTo>
                  <a:cubicBezTo>
                    <a:pt x="10" y="45"/>
                    <a:pt x="10" y="44"/>
                    <a:pt x="11" y="43"/>
                  </a:cubicBezTo>
                  <a:cubicBezTo>
                    <a:pt x="12" y="39"/>
                    <a:pt x="15" y="33"/>
                    <a:pt x="21" y="25"/>
                  </a:cubicBezTo>
                  <a:cubicBezTo>
                    <a:pt x="26" y="17"/>
                    <a:pt x="30" y="13"/>
                    <a:pt x="32" y="13"/>
                  </a:cubicBezTo>
                  <a:cubicBezTo>
                    <a:pt x="34" y="13"/>
                    <a:pt x="36" y="17"/>
                    <a:pt x="36" y="25"/>
                  </a:cubicBezTo>
                  <a:cubicBezTo>
                    <a:pt x="37" y="32"/>
                    <a:pt x="38" y="37"/>
                    <a:pt x="40" y="40"/>
                  </a:cubicBezTo>
                  <a:cubicBezTo>
                    <a:pt x="40" y="40"/>
                    <a:pt x="40" y="40"/>
                    <a:pt x="40" y="40"/>
                  </a:cubicBezTo>
                  <a:cubicBezTo>
                    <a:pt x="41" y="43"/>
                    <a:pt x="44" y="45"/>
                    <a:pt x="47" y="45"/>
                  </a:cubicBezTo>
                  <a:cubicBezTo>
                    <a:pt x="50" y="45"/>
                    <a:pt x="53" y="44"/>
                    <a:pt x="55" y="42"/>
                  </a:cubicBezTo>
                  <a:cubicBezTo>
                    <a:pt x="57" y="40"/>
                    <a:pt x="58" y="39"/>
                    <a:pt x="58" y="37"/>
                  </a:cubicBezTo>
                  <a:cubicBezTo>
                    <a:pt x="58" y="35"/>
                    <a:pt x="57" y="35"/>
                    <a:pt x="56" y="35"/>
                  </a:cubicBezTo>
                  <a:cubicBezTo>
                    <a:pt x="55" y="35"/>
                    <a:pt x="54" y="35"/>
                    <a:pt x="53" y="35"/>
                  </a:cubicBezTo>
                  <a:cubicBezTo>
                    <a:pt x="52" y="35"/>
                    <a:pt x="51" y="36"/>
                    <a:pt x="50" y="36"/>
                  </a:cubicBezTo>
                  <a:cubicBezTo>
                    <a:pt x="49" y="36"/>
                    <a:pt x="48" y="30"/>
                    <a:pt x="46" y="19"/>
                  </a:cubicBezTo>
                  <a:cubicBezTo>
                    <a:pt x="45" y="8"/>
                    <a:pt x="41" y="2"/>
                    <a:pt x="34" y="2"/>
                  </a:cubicBezTo>
                  <a:cubicBezTo>
                    <a:pt x="26" y="2"/>
                    <a:pt x="18" y="10"/>
                    <a:pt x="12" y="25"/>
                  </a:cubicBezTo>
                  <a:cubicBezTo>
                    <a:pt x="14" y="17"/>
                    <a:pt x="14" y="11"/>
                    <a:pt x="14" y="8"/>
                  </a:cubicBezTo>
                  <a:cubicBezTo>
                    <a:pt x="14" y="5"/>
                    <a:pt x="14" y="2"/>
                    <a:pt x="1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93"/>
            <p:cNvSpPr>
              <a:spLocks noEditPoints="1"/>
            </p:cNvSpPr>
            <p:nvPr/>
          </p:nvSpPr>
          <p:spPr bwMode="auto">
            <a:xfrm>
              <a:off x="9677400" y="3259138"/>
              <a:ext cx="87313" cy="119063"/>
            </a:xfrm>
            <a:custGeom>
              <a:avLst/>
              <a:gdLst>
                <a:gd name="T0" fmla="*/ 27 w 57"/>
                <a:gd name="T1" fmla="*/ 68 h 78"/>
                <a:gd name="T2" fmla="*/ 9 w 57"/>
                <a:gd name="T3" fmla="*/ 61 h 78"/>
                <a:gd name="T4" fmla="*/ 4 w 57"/>
                <a:gd name="T5" fmla="*/ 58 h 78"/>
                <a:gd name="T6" fmla="*/ 0 w 57"/>
                <a:gd name="T7" fmla="*/ 62 h 78"/>
                <a:gd name="T8" fmla="*/ 9 w 57"/>
                <a:gd name="T9" fmla="*/ 72 h 78"/>
                <a:gd name="T10" fmla="*/ 26 w 57"/>
                <a:gd name="T11" fmla="*/ 78 h 78"/>
                <a:gd name="T12" fmla="*/ 42 w 57"/>
                <a:gd name="T13" fmla="*/ 70 h 78"/>
                <a:gd name="T14" fmla="*/ 50 w 57"/>
                <a:gd name="T15" fmla="*/ 47 h 78"/>
                <a:gd name="T16" fmla="*/ 53 w 57"/>
                <a:gd name="T17" fmla="*/ 24 h 78"/>
                <a:gd name="T18" fmla="*/ 56 w 57"/>
                <a:gd name="T19" fmla="*/ 15 h 78"/>
                <a:gd name="T20" fmla="*/ 57 w 57"/>
                <a:gd name="T21" fmla="*/ 9 h 78"/>
                <a:gd name="T22" fmla="*/ 57 w 57"/>
                <a:gd name="T23" fmla="*/ 6 h 78"/>
                <a:gd name="T24" fmla="*/ 55 w 57"/>
                <a:gd name="T25" fmla="*/ 3 h 78"/>
                <a:gd name="T26" fmla="*/ 53 w 57"/>
                <a:gd name="T27" fmla="*/ 2 h 78"/>
                <a:gd name="T28" fmla="*/ 46 w 57"/>
                <a:gd name="T29" fmla="*/ 0 h 78"/>
                <a:gd name="T30" fmla="*/ 29 w 57"/>
                <a:gd name="T31" fmla="*/ 6 h 78"/>
                <a:gd name="T32" fmla="*/ 14 w 57"/>
                <a:gd name="T33" fmla="*/ 21 h 78"/>
                <a:gd name="T34" fmla="*/ 9 w 57"/>
                <a:gd name="T35" fmla="*/ 37 h 78"/>
                <a:gd name="T36" fmla="*/ 11 w 57"/>
                <a:gd name="T37" fmla="*/ 45 h 78"/>
                <a:gd name="T38" fmla="*/ 19 w 57"/>
                <a:gd name="T39" fmla="*/ 48 h 78"/>
                <a:gd name="T40" fmla="*/ 30 w 57"/>
                <a:gd name="T41" fmla="*/ 44 h 78"/>
                <a:gd name="T42" fmla="*/ 42 w 57"/>
                <a:gd name="T43" fmla="*/ 35 h 78"/>
                <a:gd name="T44" fmla="*/ 36 w 57"/>
                <a:gd name="T45" fmla="*/ 61 h 78"/>
                <a:gd name="T46" fmla="*/ 27 w 57"/>
                <a:gd name="T47" fmla="*/ 68 h 78"/>
                <a:gd name="T48" fmla="*/ 33 w 57"/>
                <a:gd name="T49" fmla="*/ 33 h 78"/>
                <a:gd name="T50" fmla="*/ 21 w 57"/>
                <a:gd name="T51" fmla="*/ 38 h 78"/>
                <a:gd name="T52" fmla="*/ 20 w 57"/>
                <a:gd name="T53" fmla="*/ 36 h 78"/>
                <a:gd name="T54" fmla="*/ 24 w 57"/>
                <a:gd name="T55" fmla="*/ 24 h 78"/>
                <a:gd name="T56" fmla="*/ 34 w 57"/>
                <a:gd name="T57" fmla="*/ 13 h 78"/>
                <a:gd name="T58" fmla="*/ 43 w 57"/>
                <a:gd name="T59" fmla="*/ 9 h 78"/>
                <a:gd name="T60" fmla="*/ 45 w 57"/>
                <a:gd name="T61" fmla="*/ 10 h 78"/>
                <a:gd name="T62" fmla="*/ 46 w 57"/>
                <a:gd name="T63" fmla="*/ 13 h 78"/>
                <a:gd name="T64" fmla="*/ 42 w 57"/>
                <a:gd name="T65" fmla="*/ 22 h 78"/>
                <a:gd name="T66" fmla="*/ 33 w 57"/>
                <a:gd name="T67" fmla="*/ 33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7" h="78">
                  <a:moveTo>
                    <a:pt x="27" y="68"/>
                  </a:moveTo>
                  <a:cubicBezTo>
                    <a:pt x="22" y="68"/>
                    <a:pt x="16" y="66"/>
                    <a:pt x="9" y="61"/>
                  </a:cubicBezTo>
                  <a:cubicBezTo>
                    <a:pt x="6" y="59"/>
                    <a:pt x="4" y="58"/>
                    <a:pt x="4" y="58"/>
                  </a:cubicBezTo>
                  <a:cubicBezTo>
                    <a:pt x="1" y="58"/>
                    <a:pt x="0" y="59"/>
                    <a:pt x="0" y="62"/>
                  </a:cubicBezTo>
                  <a:cubicBezTo>
                    <a:pt x="0" y="64"/>
                    <a:pt x="3" y="68"/>
                    <a:pt x="9" y="72"/>
                  </a:cubicBezTo>
                  <a:cubicBezTo>
                    <a:pt x="14" y="76"/>
                    <a:pt x="20" y="78"/>
                    <a:pt x="26" y="78"/>
                  </a:cubicBezTo>
                  <a:cubicBezTo>
                    <a:pt x="32" y="78"/>
                    <a:pt x="37" y="75"/>
                    <a:pt x="42" y="70"/>
                  </a:cubicBezTo>
                  <a:cubicBezTo>
                    <a:pt x="46" y="66"/>
                    <a:pt x="49" y="58"/>
                    <a:pt x="50" y="47"/>
                  </a:cubicBezTo>
                  <a:cubicBezTo>
                    <a:pt x="52" y="35"/>
                    <a:pt x="53" y="27"/>
                    <a:pt x="53" y="24"/>
                  </a:cubicBezTo>
                  <a:cubicBezTo>
                    <a:pt x="54" y="21"/>
                    <a:pt x="55" y="18"/>
                    <a:pt x="56" y="15"/>
                  </a:cubicBezTo>
                  <a:cubicBezTo>
                    <a:pt x="57" y="12"/>
                    <a:pt x="57" y="10"/>
                    <a:pt x="57" y="9"/>
                  </a:cubicBezTo>
                  <a:cubicBezTo>
                    <a:pt x="57" y="9"/>
                    <a:pt x="57" y="7"/>
                    <a:pt x="57" y="6"/>
                  </a:cubicBezTo>
                  <a:cubicBezTo>
                    <a:pt x="56" y="5"/>
                    <a:pt x="55" y="4"/>
                    <a:pt x="55" y="3"/>
                  </a:cubicBezTo>
                  <a:cubicBezTo>
                    <a:pt x="54" y="3"/>
                    <a:pt x="54" y="3"/>
                    <a:pt x="53" y="2"/>
                  </a:cubicBezTo>
                  <a:cubicBezTo>
                    <a:pt x="51" y="1"/>
                    <a:pt x="49" y="0"/>
                    <a:pt x="46" y="0"/>
                  </a:cubicBezTo>
                  <a:cubicBezTo>
                    <a:pt x="41" y="0"/>
                    <a:pt x="35" y="2"/>
                    <a:pt x="29" y="6"/>
                  </a:cubicBezTo>
                  <a:cubicBezTo>
                    <a:pt x="23" y="11"/>
                    <a:pt x="18" y="16"/>
                    <a:pt x="14" y="21"/>
                  </a:cubicBezTo>
                  <a:cubicBezTo>
                    <a:pt x="10" y="27"/>
                    <a:pt x="9" y="32"/>
                    <a:pt x="9" y="37"/>
                  </a:cubicBezTo>
                  <a:cubicBezTo>
                    <a:pt x="9" y="40"/>
                    <a:pt x="10" y="43"/>
                    <a:pt x="11" y="45"/>
                  </a:cubicBezTo>
                  <a:cubicBezTo>
                    <a:pt x="13" y="47"/>
                    <a:pt x="16" y="48"/>
                    <a:pt x="19" y="48"/>
                  </a:cubicBezTo>
                  <a:cubicBezTo>
                    <a:pt x="22" y="48"/>
                    <a:pt x="26" y="47"/>
                    <a:pt x="30" y="44"/>
                  </a:cubicBezTo>
                  <a:cubicBezTo>
                    <a:pt x="35" y="42"/>
                    <a:pt x="39" y="39"/>
                    <a:pt x="42" y="35"/>
                  </a:cubicBezTo>
                  <a:cubicBezTo>
                    <a:pt x="41" y="47"/>
                    <a:pt x="39" y="56"/>
                    <a:pt x="36" y="61"/>
                  </a:cubicBezTo>
                  <a:cubicBezTo>
                    <a:pt x="34" y="65"/>
                    <a:pt x="30" y="68"/>
                    <a:pt x="27" y="68"/>
                  </a:cubicBezTo>
                  <a:close/>
                  <a:moveTo>
                    <a:pt x="33" y="33"/>
                  </a:moveTo>
                  <a:cubicBezTo>
                    <a:pt x="29" y="36"/>
                    <a:pt x="25" y="38"/>
                    <a:pt x="21" y="38"/>
                  </a:cubicBezTo>
                  <a:cubicBezTo>
                    <a:pt x="20" y="38"/>
                    <a:pt x="20" y="37"/>
                    <a:pt x="20" y="36"/>
                  </a:cubicBezTo>
                  <a:cubicBezTo>
                    <a:pt x="20" y="33"/>
                    <a:pt x="21" y="29"/>
                    <a:pt x="24" y="24"/>
                  </a:cubicBezTo>
                  <a:cubicBezTo>
                    <a:pt x="27" y="20"/>
                    <a:pt x="31" y="16"/>
                    <a:pt x="34" y="13"/>
                  </a:cubicBezTo>
                  <a:cubicBezTo>
                    <a:pt x="38" y="11"/>
                    <a:pt x="41" y="9"/>
                    <a:pt x="43" y="9"/>
                  </a:cubicBezTo>
                  <a:cubicBezTo>
                    <a:pt x="44" y="9"/>
                    <a:pt x="45" y="10"/>
                    <a:pt x="45" y="10"/>
                  </a:cubicBezTo>
                  <a:cubicBezTo>
                    <a:pt x="46" y="11"/>
                    <a:pt x="46" y="12"/>
                    <a:pt x="46" y="13"/>
                  </a:cubicBezTo>
                  <a:cubicBezTo>
                    <a:pt x="46" y="15"/>
                    <a:pt x="45" y="18"/>
                    <a:pt x="42" y="22"/>
                  </a:cubicBezTo>
                  <a:cubicBezTo>
                    <a:pt x="40" y="26"/>
                    <a:pt x="37" y="30"/>
                    <a:pt x="33"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94"/>
            <p:cNvSpPr>
              <a:spLocks/>
            </p:cNvSpPr>
            <p:nvPr/>
          </p:nvSpPr>
          <p:spPr bwMode="auto">
            <a:xfrm>
              <a:off x="9015413" y="2286000"/>
              <a:ext cx="419100" cy="811213"/>
            </a:xfrm>
            <a:custGeom>
              <a:avLst/>
              <a:gdLst>
                <a:gd name="T0" fmla="*/ 168 w 274"/>
                <a:gd name="T1" fmla="*/ 56 h 530"/>
                <a:gd name="T2" fmla="*/ 168 w 274"/>
                <a:gd name="T3" fmla="*/ 56 h 530"/>
                <a:gd name="T4" fmla="*/ 129 w 274"/>
                <a:gd name="T5" fmla="*/ 29 h 530"/>
                <a:gd name="T6" fmla="*/ 130 w 274"/>
                <a:gd name="T7" fmla="*/ 0 h 530"/>
                <a:gd name="T8" fmla="*/ 64 w 274"/>
                <a:gd name="T9" fmla="*/ 8 h 530"/>
                <a:gd name="T10" fmla="*/ 59 w 274"/>
                <a:gd name="T11" fmla="*/ 8 h 530"/>
                <a:gd name="T12" fmla="*/ 58 w 274"/>
                <a:gd name="T13" fmla="*/ 8 h 530"/>
                <a:gd name="T14" fmla="*/ 58 w 274"/>
                <a:gd name="T15" fmla="*/ 89 h 530"/>
                <a:gd name="T16" fmla="*/ 58 w 274"/>
                <a:gd name="T17" fmla="*/ 93 h 530"/>
                <a:gd name="T18" fmla="*/ 61 w 274"/>
                <a:gd name="T19" fmla="*/ 109 h 530"/>
                <a:gd name="T20" fmla="*/ 68 w 274"/>
                <a:gd name="T21" fmla="*/ 131 h 530"/>
                <a:gd name="T22" fmla="*/ 121 w 274"/>
                <a:gd name="T23" fmla="*/ 277 h 530"/>
                <a:gd name="T24" fmla="*/ 14 w 274"/>
                <a:gd name="T25" fmla="*/ 454 h 530"/>
                <a:gd name="T26" fmla="*/ 31 w 274"/>
                <a:gd name="T27" fmla="*/ 521 h 530"/>
                <a:gd name="T28" fmla="*/ 56 w 274"/>
                <a:gd name="T29" fmla="*/ 528 h 530"/>
                <a:gd name="T30" fmla="*/ 98 w 274"/>
                <a:gd name="T31" fmla="*/ 504 h 530"/>
                <a:gd name="T32" fmla="*/ 217 w 274"/>
                <a:gd name="T33" fmla="*/ 307 h 530"/>
                <a:gd name="T34" fmla="*/ 221 w 274"/>
                <a:gd name="T35" fmla="*/ 265 h 530"/>
                <a:gd name="T36" fmla="*/ 162 w 274"/>
                <a:gd name="T37" fmla="*/ 101 h 530"/>
                <a:gd name="T38" fmla="*/ 171 w 274"/>
                <a:gd name="T39" fmla="*/ 98 h 530"/>
                <a:gd name="T40" fmla="*/ 230 w 274"/>
                <a:gd name="T41" fmla="*/ 262 h 530"/>
                <a:gd name="T42" fmla="*/ 225 w 274"/>
                <a:gd name="T43" fmla="*/ 312 h 530"/>
                <a:gd name="T44" fmla="*/ 175 w 274"/>
                <a:gd name="T45" fmla="*/ 395 h 530"/>
                <a:gd name="T46" fmla="*/ 175 w 274"/>
                <a:gd name="T47" fmla="*/ 481 h 530"/>
                <a:gd name="T48" fmla="*/ 224 w 274"/>
                <a:gd name="T49" fmla="*/ 530 h 530"/>
                <a:gd name="T50" fmla="*/ 274 w 274"/>
                <a:gd name="T51" fmla="*/ 481 h 530"/>
                <a:gd name="T52" fmla="*/ 274 w 274"/>
                <a:gd name="T53" fmla="*/ 89 h 530"/>
                <a:gd name="T54" fmla="*/ 274 w 274"/>
                <a:gd name="T55" fmla="*/ 19 h 530"/>
                <a:gd name="T56" fmla="*/ 182 w 274"/>
                <a:gd name="T57" fmla="*/ 54 h 530"/>
                <a:gd name="T58" fmla="*/ 168 w 274"/>
                <a:gd name="T59" fmla="*/ 56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74" h="530">
                  <a:moveTo>
                    <a:pt x="168" y="56"/>
                  </a:moveTo>
                  <a:cubicBezTo>
                    <a:pt x="168" y="56"/>
                    <a:pt x="168" y="56"/>
                    <a:pt x="168" y="56"/>
                  </a:cubicBezTo>
                  <a:cubicBezTo>
                    <a:pt x="151" y="56"/>
                    <a:pt x="135" y="45"/>
                    <a:pt x="129" y="29"/>
                  </a:cubicBezTo>
                  <a:cubicBezTo>
                    <a:pt x="126" y="19"/>
                    <a:pt x="126" y="9"/>
                    <a:pt x="130" y="0"/>
                  </a:cubicBezTo>
                  <a:cubicBezTo>
                    <a:pt x="64" y="8"/>
                    <a:pt x="64" y="8"/>
                    <a:pt x="64" y="8"/>
                  </a:cubicBezTo>
                  <a:cubicBezTo>
                    <a:pt x="62" y="8"/>
                    <a:pt x="60" y="8"/>
                    <a:pt x="59" y="8"/>
                  </a:cubicBezTo>
                  <a:cubicBezTo>
                    <a:pt x="58" y="8"/>
                    <a:pt x="58" y="8"/>
                    <a:pt x="58" y="8"/>
                  </a:cubicBezTo>
                  <a:cubicBezTo>
                    <a:pt x="58" y="89"/>
                    <a:pt x="58" y="89"/>
                    <a:pt x="58" y="89"/>
                  </a:cubicBezTo>
                  <a:cubicBezTo>
                    <a:pt x="58" y="90"/>
                    <a:pt x="58" y="92"/>
                    <a:pt x="58" y="93"/>
                  </a:cubicBezTo>
                  <a:cubicBezTo>
                    <a:pt x="58" y="98"/>
                    <a:pt x="59" y="104"/>
                    <a:pt x="61" y="109"/>
                  </a:cubicBezTo>
                  <a:cubicBezTo>
                    <a:pt x="68" y="131"/>
                    <a:pt x="68" y="131"/>
                    <a:pt x="68" y="131"/>
                  </a:cubicBezTo>
                  <a:cubicBezTo>
                    <a:pt x="121" y="277"/>
                    <a:pt x="121" y="277"/>
                    <a:pt x="121" y="277"/>
                  </a:cubicBezTo>
                  <a:cubicBezTo>
                    <a:pt x="14" y="454"/>
                    <a:pt x="14" y="454"/>
                    <a:pt x="14" y="454"/>
                  </a:cubicBezTo>
                  <a:cubicBezTo>
                    <a:pt x="0" y="477"/>
                    <a:pt x="8" y="507"/>
                    <a:pt x="31" y="521"/>
                  </a:cubicBezTo>
                  <a:cubicBezTo>
                    <a:pt x="39" y="526"/>
                    <a:pt x="48" y="528"/>
                    <a:pt x="56" y="528"/>
                  </a:cubicBezTo>
                  <a:cubicBezTo>
                    <a:pt x="73" y="528"/>
                    <a:pt x="89" y="520"/>
                    <a:pt x="98" y="504"/>
                  </a:cubicBezTo>
                  <a:cubicBezTo>
                    <a:pt x="217" y="307"/>
                    <a:pt x="217" y="307"/>
                    <a:pt x="217" y="307"/>
                  </a:cubicBezTo>
                  <a:cubicBezTo>
                    <a:pt x="225" y="295"/>
                    <a:pt x="226" y="279"/>
                    <a:pt x="221" y="265"/>
                  </a:cubicBezTo>
                  <a:cubicBezTo>
                    <a:pt x="162" y="101"/>
                    <a:pt x="162" y="101"/>
                    <a:pt x="162" y="101"/>
                  </a:cubicBezTo>
                  <a:cubicBezTo>
                    <a:pt x="171" y="98"/>
                    <a:pt x="171" y="98"/>
                    <a:pt x="171" y="98"/>
                  </a:cubicBezTo>
                  <a:cubicBezTo>
                    <a:pt x="230" y="262"/>
                    <a:pt x="230" y="262"/>
                    <a:pt x="230" y="262"/>
                  </a:cubicBezTo>
                  <a:cubicBezTo>
                    <a:pt x="236" y="279"/>
                    <a:pt x="234" y="297"/>
                    <a:pt x="225" y="312"/>
                  </a:cubicBezTo>
                  <a:cubicBezTo>
                    <a:pt x="175" y="395"/>
                    <a:pt x="175" y="395"/>
                    <a:pt x="175" y="395"/>
                  </a:cubicBezTo>
                  <a:cubicBezTo>
                    <a:pt x="175" y="481"/>
                    <a:pt x="175" y="481"/>
                    <a:pt x="175" y="481"/>
                  </a:cubicBezTo>
                  <a:cubicBezTo>
                    <a:pt x="175" y="508"/>
                    <a:pt x="197" y="530"/>
                    <a:pt x="224" y="530"/>
                  </a:cubicBezTo>
                  <a:cubicBezTo>
                    <a:pt x="252" y="530"/>
                    <a:pt x="274" y="508"/>
                    <a:pt x="274" y="481"/>
                  </a:cubicBezTo>
                  <a:cubicBezTo>
                    <a:pt x="274" y="89"/>
                    <a:pt x="274" y="89"/>
                    <a:pt x="274" y="89"/>
                  </a:cubicBezTo>
                  <a:cubicBezTo>
                    <a:pt x="274" y="19"/>
                    <a:pt x="274" y="19"/>
                    <a:pt x="274" y="19"/>
                  </a:cubicBezTo>
                  <a:cubicBezTo>
                    <a:pt x="182" y="54"/>
                    <a:pt x="182" y="54"/>
                    <a:pt x="182" y="54"/>
                  </a:cubicBezTo>
                  <a:cubicBezTo>
                    <a:pt x="177" y="55"/>
                    <a:pt x="173" y="56"/>
                    <a:pt x="168" y="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95"/>
            <p:cNvSpPr>
              <a:spLocks/>
            </p:cNvSpPr>
            <p:nvPr/>
          </p:nvSpPr>
          <p:spPr bwMode="auto">
            <a:xfrm>
              <a:off x="9053513" y="1957388"/>
              <a:ext cx="465138" cy="401638"/>
            </a:xfrm>
            <a:custGeom>
              <a:avLst/>
              <a:gdLst>
                <a:gd name="T0" fmla="*/ 27 w 304"/>
                <a:gd name="T1" fmla="*/ 26 h 262"/>
                <a:gd name="T2" fmla="*/ 16 w 304"/>
                <a:gd name="T3" fmla="*/ 93 h 262"/>
                <a:gd name="T4" fmla="*/ 2 w 304"/>
                <a:gd name="T5" fmla="*/ 177 h 262"/>
                <a:gd name="T6" fmla="*/ 11 w 304"/>
                <a:gd name="T7" fmla="*/ 205 h 262"/>
                <a:gd name="T8" fmla="*/ 34 w 304"/>
                <a:gd name="T9" fmla="*/ 215 h 262"/>
                <a:gd name="T10" fmla="*/ 38 w 304"/>
                <a:gd name="T11" fmla="*/ 214 h 262"/>
                <a:gd name="T12" fmla="*/ 111 w 304"/>
                <a:gd name="T13" fmla="*/ 205 h 262"/>
                <a:gd name="T14" fmla="*/ 129 w 304"/>
                <a:gd name="T15" fmla="*/ 192 h 262"/>
                <a:gd name="T16" fmla="*/ 205 w 304"/>
                <a:gd name="T17" fmla="*/ 164 h 262"/>
                <a:gd name="T18" fmla="*/ 204 w 304"/>
                <a:gd name="T19" fmla="*/ 161 h 262"/>
                <a:gd name="T20" fmla="*/ 169 w 304"/>
                <a:gd name="T21" fmla="*/ 133 h 262"/>
                <a:gd name="T22" fmla="*/ 72 w 304"/>
                <a:gd name="T23" fmla="*/ 145 h 262"/>
                <a:gd name="T24" fmla="*/ 81 w 304"/>
                <a:gd name="T25" fmla="*/ 95 h 262"/>
                <a:gd name="T26" fmla="*/ 90 w 304"/>
                <a:gd name="T27" fmla="*/ 95 h 262"/>
                <a:gd name="T28" fmla="*/ 83 w 304"/>
                <a:gd name="T29" fmla="*/ 135 h 262"/>
                <a:gd name="T30" fmla="*/ 168 w 304"/>
                <a:gd name="T31" fmla="*/ 124 h 262"/>
                <a:gd name="T32" fmla="*/ 173 w 304"/>
                <a:gd name="T33" fmla="*/ 124 h 262"/>
                <a:gd name="T34" fmla="*/ 213 w 304"/>
                <a:gd name="T35" fmla="*/ 160 h 262"/>
                <a:gd name="T36" fmla="*/ 213 w 304"/>
                <a:gd name="T37" fmla="*/ 161 h 262"/>
                <a:gd name="T38" fmla="*/ 218 w 304"/>
                <a:gd name="T39" fmla="*/ 159 h 262"/>
                <a:gd name="T40" fmla="*/ 196 w 304"/>
                <a:gd name="T41" fmla="*/ 88 h 262"/>
                <a:gd name="T42" fmla="*/ 205 w 304"/>
                <a:gd name="T43" fmla="*/ 87 h 262"/>
                <a:gd name="T44" fmla="*/ 229 w 304"/>
                <a:gd name="T45" fmla="*/ 164 h 262"/>
                <a:gd name="T46" fmla="*/ 132 w 304"/>
                <a:gd name="T47" fmla="*/ 200 h 262"/>
                <a:gd name="T48" fmla="*/ 113 w 304"/>
                <a:gd name="T49" fmla="*/ 241 h 262"/>
                <a:gd name="T50" fmla="*/ 143 w 304"/>
                <a:gd name="T51" fmla="*/ 262 h 262"/>
                <a:gd name="T52" fmla="*/ 154 w 304"/>
                <a:gd name="T53" fmla="*/ 260 h 262"/>
                <a:gd name="T54" fmla="*/ 280 w 304"/>
                <a:gd name="T55" fmla="*/ 214 h 262"/>
                <a:gd name="T56" fmla="*/ 299 w 304"/>
                <a:gd name="T57" fmla="*/ 174 h 262"/>
                <a:gd name="T58" fmla="*/ 268 w 304"/>
                <a:gd name="T59" fmla="*/ 74 h 262"/>
                <a:gd name="T60" fmla="*/ 251 w 304"/>
                <a:gd name="T61" fmla="*/ 22 h 262"/>
                <a:gd name="T62" fmla="*/ 228 w 304"/>
                <a:gd name="T63" fmla="*/ 0 h 262"/>
                <a:gd name="T64" fmla="*/ 141 w 304"/>
                <a:gd name="T65" fmla="*/ 52 h 262"/>
                <a:gd name="T66" fmla="*/ 53 w 304"/>
                <a:gd name="T67" fmla="*/ 0 h 262"/>
                <a:gd name="T68" fmla="*/ 27 w 304"/>
                <a:gd name="T69" fmla="*/ 26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4" h="262">
                  <a:moveTo>
                    <a:pt x="27" y="26"/>
                  </a:moveTo>
                  <a:cubicBezTo>
                    <a:pt x="16" y="93"/>
                    <a:pt x="16" y="93"/>
                    <a:pt x="16" y="93"/>
                  </a:cubicBezTo>
                  <a:cubicBezTo>
                    <a:pt x="2" y="177"/>
                    <a:pt x="2" y="177"/>
                    <a:pt x="2" y="177"/>
                  </a:cubicBezTo>
                  <a:cubicBezTo>
                    <a:pt x="0" y="187"/>
                    <a:pt x="4" y="197"/>
                    <a:pt x="11" y="205"/>
                  </a:cubicBezTo>
                  <a:cubicBezTo>
                    <a:pt x="17" y="211"/>
                    <a:pt x="25" y="215"/>
                    <a:pt x="34" y="215"/>
                  </a:cubicBezTo>
                  <a:cubicBezTo>
                    <a:pt x="35" y="215"/>
                    <a:pt x="36" y="214"/>
                    <a:pt x="38" y="214"/>
                  </a:cubicBezTo>
                  <a:cubicBezTo>
                    <a:pt x="111" y="205"/>
                    <a:pt x="111" y="205"/>
                    <a:pt x="111" y="205"/>
                  </a:cubicBezTo>
                  <a:cubicBezTo>
                    <a:pt x="115" y="199"/>
                    <a:pt x="121" y="195"/>
                    <a:pt x="129" y="192"/>
                  </a:cubicBezTo>
                  <a:cubicBezTo>
                    <a:pt x="205" y="164"/>
                    <a:pt x="205" y="164"/>
                    <a:pt x="205" y="164"/>
                  </a:cubicBezTo>
                  <a:cubicBezTo>
                    <a:pt x="205" y="163"/>
                    <a:pt x="205" y="162"/>
                    <a:pt x="204" y="161"/>
                  </a:cubicBezTo>
                  <a:cubicBezTo>
                    <a:pt x="202" y="143"/>
                    <a:pt x="186" y="131"/>
                    <a:pt x="169" y="133"/>
                  </a:cubicBezTo>
                  <a:cubicBezTo>
                    <a:pt x="72" y="145"/>
                    <a:pt x="72" y="145"/>
                    <a:pt x="72" y="145"/>
                  </a:cubicBezTo>
                  <a:cubicBezTo>
                    <a:pt x="81" y="95"/>
                    <a:pt x="81" y="95"/>
                    <a:pt x="81" y="95"/>
                  </a:cubicBezTo>
                  <a:cubicBezTo>
                    <a:pt x="90" y="95"/>
                    <a:pt x="90" y="95"/>
                    <a:pt x="90" y="95"/>
                  </a:cubicBezTo>
                  <a:cubicBezTo>
                    <a:pt x="83" y="135"/>
                    <a:pt x="83" y="135"/>
                    <a:pt x="83" y="135"/>
                  </a:cubicBezTo>
                  <a:cubicBezTo>
                    <a:pt x="168" y="124"/>
                    <a:pt x="168" y="124"/>
                    <a:pt x="168" y="124"/>
                  </a:cubicBezTo>
                  <a:cubicBezTo>
                    <a:pt x="169" y="124"/>
                    <a:pt x="171" y="124"/>
                    <a:pt x="173" y="124"/>
                  </a:cubicBezTo>
                  <a:cubicBezTo>
                    <a:pt x="193" y="124"/>
                    <a:pt x="211" y="139"/>
                    <a:pt x="213" y="160"/>
                  </a:cubicBezTo>
                  <a:cubicBezTo>
                    <a:pt x="213" y="160"/>
                    <a:pt x="213" y="160"/>
                    <a:pt x="213" y="161"/>
                  </a:cubicBezTo>
                  <a:cubicBezTo>
                    <a:pt x="218" y="159"/>
                    <a:pt x="218" y="159"/>
                    <a:pt x="218" y="159"/>
                  </a:cubicBezTo>
                  <a:cubicBezTo>
                    <a:pt x="196" y="88"/>
                    <a:pt x="196" y="88"/>
                    <a:pt x="196" y="88"/>
                  </a:cubicBezTo>
                  <a:cubicBezTo>
                    <a:pt x="205" y="87"/>
                    <a:pt x="205" y="87"/>
                    <a:pt x="205" y="87"/>
                  </a:cubicBezTo>
                  <a:cubicBezTo>
                    <a:pt x="229" y="164"/>
                    <a:pt x="229" y="164"/>
                    <a:pt x="229" y="164"/>
                  </a:cubicBezTo>
                  <a:cubicBezTo>
                    <a:pt x="132" y="200"/>
                    <a:pt x="132" y="200"/>
                    <a:pt x="132" y="200"/>
                  </a:cubicBezTo>
                  <a:cubicBezTo>
                    <a:pt x="115" y="206"/>
                    <a:pt x="107" y="225"/>
                    <a:pt x="113" y="241"/>
                  </a:cubicBezTo>
                  <a:cubicBezTo>
                    <a:pt x="117" y="254"/>
                    <a:pt x="130" y="262"/>
                    <a:pt x="143" y="262"/>
                  </a:cubicBezTo>
                  <a:cubicBezTo>
                    <a:pt x="146" y="262"/>
                    <a:pt x="150" y="262"/>
                    <a:pt x="154" y="260"/>
                  </a:cubicBezTo>
                  <a:cubicBezTo>
                    <a:pt x="280" y="214"/>
                    <a:pt x="280" y="214"/>
                    <a:pt x="280" y="214"/>
                  </a:cubicBezTo>
                  <a:cubicBezTo>
                    <a:pt x="296" y="208"/>
                    <a:pt x="304" y="190"/>
                    <a:pt x="299" y="174"/>
                  </a:cubicBezTo>
                  <a:cubicBezTo>
                    <a:pt x="268" y="74"/>
                    <a:pt x="268" y="74"/>
                    <a:pt x="268" y="74"/>
                  </a:cubicBezTo>
                  <a:cubicBezTo>
                    <a:pt x="251" y="22"/>
                    <a:pt x="251" y="22"/>
                    <a:pt x="251" y="22"/>
                  </a:cubicBezTo>
                  <a:cubicBezTo>
                    <a:pt x="248" y="11"/>
                    <a:pt x="239" y="3"/>
                    <a:pt x="228" y="0"/>
                  </a:cubicBezTo>
                  <a:cubicBezTo>
                    <a:pt x="211" y="31"/>
                    <a:pt x="178" y="52"/>
                    <a:pt x="141" y="52"/>
                  </a:cubicBezTo>
                  <a:cubicBezTo>
                    <a:pt x="103" y="52"/>
                    <a:pt x="70" y="31"/>
                    <a:pt x="53" y="0"/>
                  </a:cubicBezTo>
                  <a:cubicBezTo>
                    <a:pt x="40" y="2"/>
                    <a:pt x="29" y="13"/>
                    <a:pt x="27"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96"/>
            <p:cNvSpPr>
              <a:spLocks noEditPoints="1"/>
            </p:cNvSpPr>
            <p:nvPr/>
          </p:nvSpPr>
          <p:spPr bwMode="auto">
            <a:xfrm>
              <a:off x="9131300" y="1747838"/>
              <a:ext cx="274638" cy="276225"/>
            </a:xfrm>
            <a:custGeom>
              <a:avLst/>
              <a:gdLst>
                <a:gd name="T0" fmla="*/ 90 w 180"/>
                <a:gd name="T1" fmla="*/ 180 h 180"/>
                <a:gd name="T2" fmla="*/ 180 w 180"/>
                <a:gd name="T3" fmla="*/ 90 h 180"/>
                <a:gd name="T4" fmla="*/ 90 w 180"/>
                <a:gd name="T5" fmla="*/ 0 h 180"/>
                <a:gd name="T6" fmla="*/ 0 w 180"/>
                <a:gd name="T7" fmla="*/ 90 h 180"/>
                <a:gd name="T8" fmla="*/ 90 w 180"/>
                <a:gd name="T9" fmla="*/ 180 h 180"/>
                <a:gd name="T10" fmla="*/ 99 w 180"/>
                <a:gd name="T11" fmla="*/ 113 h 180"/>
                <a:gd name="T12" fmla="*/ 133 w 180"/>
                <a:gd name="T13" fmla="*/ 136 h 180"/>
                <a:gd name="T14" fmla="*/ 99 w 180"/>
                <a:gd name="T15" fmla="*/ 159 h 180"/>
                <a:gd name="T16" fmla="*/ 64 w 180"/>
                <a:gd name="T17" fmla="*/ 136 h 180"/>
                <a:gd name="T18" fmla="*/ 99 w 180"/>
                <a:gd name="T19" fmla="*/ 113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0" h="180">
                  <a:moveTo>
                    <a:pt x="90" y="180"/>
                  </a:moveTo>
                  <a:cubicBezTo>
                    <a:pt x="139" y="180"/>
                    <a:pt x="180" y="140"/>
                    <a:pt x="180" y="90"/>
                  </a:cubicBezTo>
                  <a:cubicBezTo>
                    <a:pt x="180" y="40"/>
                    <a:pt x="139" y="0"/>
                    <a:pt x="90" y="0"/>
                  </a:cubicBezTo>
                  <a:cubicBezTo>
                    <a:pt x="40" y="0"/>
                    <a:pt x="0" y="40"/>
                    <a:pt x="0" y="90"/>
                  </a:cubicBezTo>
                  <a:cubicBezTo>
                    <a:pt x="0" y="140"/>
                    <a:pt x="40" y="180"/>
                    <a:pt x="90" y="180"/>
                  </a:cubicBezTo>
                  <a:close/>
                  <a:moveTo>
                    <a:pt x="99" y="113"/>
                  </a:moveTo>
                  <a:cubicBezTo>
                    <a:pt x="118" y="113"/>
                    <a:pt x="133" y="123"/>
                    <a:pt x="133" y="136"/>
                  </a:cubicBezTo>
                  <a:cubicBezTo>
                    <a:pt x="133" y="149"/>
                    <a:pt x="118" y="159"/>
                    <a:pt x="99" y="159"/>
                  </a:cubicBezTo>
                  <a:cubicBezTo>
                    <a:pt x="80" y="159"/>
                    <a:pt x="64" y="149"/>
                    <a:pt x="64" y="136"/>
                  </a:cubicBezTo>
                  <a:cubicBezTo>
                    <a:pt x="64" y="123"/>
                    <a:pt x="80" y="113"/>
                    <a:pt x="99" y="1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97"/>
            <p:cNvSpPr>
              <a:spLocks/>
            </p:cNvSpPr>
            <p:nvPr/>
          </p:nvSpPr>
          <p:spPr bwMode="auto">
            <a:xfrm>
              <a:off x="9043988" y="1938338"/>
              <a:ext cx="38100" cy="65088"/>
            </a:xfrm>
            <a:custGeom>
              <a:avLst/>
              <a:gdLst>
                <a:gd name="T0" fmla="*/ 18 w 25"/>
                <a:gd name="T1" fmla="*/ 1 h 43"/>
                <a:gd name="T2" fmla="*/ 3 w 25"/>
                <a:gd name="T3" fmla="*/ 19 h 43"/>
                <a:gd name="T4" fmla="*/ 7 w 25"/>
                <a:gd name="T5" fmla="*/ 41 h 43"/>
                <a:gd name="T6" fmla="*/ 10 w 25"/>
                <a:gd name="T7" fmla="*/ 43 h 43"/>
                <a:gd name="T8" fmla="*/ 12 w 25"/>
                <a:gd name="T9" fmla="*/ 42 h 43"/>
                <a:gd name="T10" fmla="*/ 14 w 25"/>
                <a:gd name="T11" fmla="*/ 37 h 43"/>
                <a:gd name="T12" fmla="*/ 11 w 25"/>
                <a:gd name="T13" fmla="*/ 21 h 43"/>
                <a:gd name="T14" fmla="*/ 22 w 25"/>
                <a:gd name="T15" fmla="*/ 8 h 43"/>
                <a:gd name="T16" fmla="*/ 23 w 25"/>
                <a:gd name="T17" fmla="*/ 2 h 43"/>
                <a:gd name="T18" fmla="*/ 18 w 25"/>
                <a:gd name="T19" fmla="*/ 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43">
                  <a:moveTo>
                    <a:pt x="18" y="1"/>
                  </a:moveTo>
                  <a:cubicBezTo>
                    <a:pt x="10" y="6"/>
                    <a:pt x="5" y="12"/>
                    <a:pt x="3" y="19"/>
                  </a:cubicBezTo>
                  <a:cubicBezTo>
                    <a:pt x="0" y="31"/>
                    <a:pt x="7" y="41"/>
                    <a:pt x="7" y="41"/>
                  </a:cubicBezTo>
                  <a:cubicBezTo>
                    <a:pt x="8" y="42"/>
                    <a:pt x="9" y="43"/>
                    <a:pt x="10" y="43"/>
                  </a:cubicBezTo>
                  <a:cubicBezTo>
                    <a:pt x="11" y="43"/>
                    <a:pt x="12" y="43"/>
                    <a:pt x="12" y="42"/>
                  </a:cubicBezTo>
                  <a:cubicBezTo>
                    <a:pt x="14" y="41"/>
                    <a:pt x="15" y="39"/>
                    <a:pt x="14" y="37"/>
                  </a:cubicBezTo>
                  <a:cubicBezTo>
                    <a:pt x="14" y="37"/>
                    <a:pt x="9" y="29"/>
                    <a:pt x="11" y="21"/>
                  </a:cubicBezTo>
                  <a:cubicBezTo>
                    <a:pt x="12" y="16"/>
                    <a:pt x="16" y="11"/>
                    <a:pt x="22" y="8"/>
                  </a:cubicBezTo>
                  <a:cubicBezTo>
                    <a:pt x="24" y="6"/>
                    <a:pt x="25" y="4"/>
                    <a:pt x="23" y="2"/>
                  </a:cubicBezTo>
                  <a:cubicBezTo>
                    <a:pt x="22" y="0"/>
                    <a:pt x="20" y="0"/>
                    <a:pt x="18"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98"/>
            <p:cNvSpPr>
              <a:spLocks/>
            </p:cNvSpPr>
            <p:nvPr/>
          </p:nvSpPr>
          <p:spPr bwMode="auto">
            <a:xfrm>
              <a:off x="9012238" y="1914525"/>
              <a:ext cx="52388" cy="95250"/>
            </a:xfrm>
            <a:custGeom>
              <a:avLst/>
              <a:gdLst>
                <a:gd name="T0" fmla="*/ 28 w 35"/>
                <a:gd name="T1" fmla="*/ 1 h 62"/>
                <a:gd name="T2" fmla="*/ 5 w 35"/>
                <a:gd name="T3" fmla="*/ 28 h 62"/>
                <a:gd name="T4" fmla="*/ 9 w 35"/>
                <a:gd name="T5" fmla="*/ 60 h 62"/>
                <a:gd name="T6" fmla="*/ 12 w 35"/>
                <a:gd name="T7" fmla="*/ 62 h 62"/>
                <a:gd name="T8" fmla="*/ 14 w 35"/>
                <a:gd name="T9" fmla="*/ 61 h 62"/>
                <a:gd name="T10" fmla="*/ 16 w 35"/>
                <a:gd name="T11" fmla="*/ 56 h 62"/>
                <a:gd name="T12" fmla="*/ 13 w 35"/>
                <a:gd name="T13" fmla="*/ 30 h 62"/>
                <a:gd name="T14" fmla="*/ 32 w 35"/>
                <a:gd name="T15" fmla="*/ 8 h 62"/>
                <a:gd name="T16" fmla="*/ 34 w 35"/>
                <a:gd name="T17" fmla="*/ 3 h 62"/>
                <a:gd name="T18" fmla="*/ 28 w 35"/>
                <a:gd name="T19" fmla="*/ 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62">
                  <a:moveTo>
                    <a:pt x="28" y="1"/>
                  </a:moveTo>
                  <a:cubicBezTo>
                    <a:pt x="16" y="8"/>
                    <a:pt x="8" y="17"/>
                    <a:pt x="5" y="28"/>
                  </a:cubicBezTo>
                  <a:cubicBezTo>
                    <a:pt x="0" y="44"/>
                    <a:pt x="9" y="59"/>
                    <a:pt x="9" y="60"/>
                  </a:cubicBezTo>
                  <a:cubicBezTo>
                    <a:pt x="10" y="61"/>
                    <a:pt x="11" y="62"/>
                    <a:pt x="12" y="62"/>
                  </a:cubicBezTo>
                  <a:cubicBezTo>
                    <a:pt x="13" y="62"/>
                    <a:pt x="14" y="61"/>
                    <a:pt x="14" y="61"/>
                  </a:cubicBezTo>
                  <a:cubicBezTo>
                    <a:pt x="16" y="60"/>
                    <a:pt x="17" y="57"/>
                    <a:pt x="16" y="56"/>
                  </a:cubicBezTo>
                  <a:cubicBezTo>
                    <a:pt x="16" y="55"/>
                    <a:pt x="9" y="43"/>
                    <a:pt x="13" y="30"/>
                  </a:cubicBezTo>
                  <a:cubicBezTo>
                    <a:pt x="15" y="21"/>
                    <a:pt x="22" y="14"/>
                    <a:pt x="32" y="8"/>
                  </a:cubicBezTo>
                  <a:cubicBezTo>
                    <a:pt x="34" y="7"/>
                    <a:pt x="35" y="5"/>
                    <a:pt x="34" y="3"/>
                  </a:cubicBezTo>
                  <a:cubicBezTo>
                    <a:pt x="33" y="1"/>
                    <a:pt x="30" y="0"/>
                    <a:pt x="28"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99"/>
            <p:cNvSpPr>
              <a:spLocks/>
            </p:cNvSpPr>
            <p:nvPr/>
          </p:nvSpPr>
          <p:spPr bwMode="auto">
            <a:xfrm>
              <a:off x="9315450" y="1719263"/>
              <a:ext cx="68263" cy="36513"/>
            </a:xfrm>
            <a:custGeom>
              <a:avLst/>
              <a:gdLst>
                <a:gd name="T0" fmla="*/ 25 w 44"/>
                <a:gd name="T1" fmla="*/ 3 h 24"/>
                <a:gd name="T2" fmla="*/ 3 w 44"/>
                <a:gd name="T3" fmla="*/ 6 h 24"/>
                <a:gd name="T4" fmla="*/ 2 w 44"/>
                <a:gd name="T5" fmla="*/ 12 h 24"/>
                <a:gd name="T6" fmla="*/ 7 w 44"/>
                <a:gd name="T7" fmla="*/ 13 h 24"/>
                <a:gd name="T8" fmla="*/ 23 w 44"/>
                <a:gd name="T9" fmla="*/ 10 h 24"/>
                <a:gd name="T10" fmla="*/ 36 w 44"/>
                <a:gd name="T11" fmla="*/ 22 h 24"/>
                <a:gd name="T12" fmla="*/ 40 w 44"/>
                <a:gd name="T13" fmla="*/ 24 h 24"/>
                <a:gd name="T14" fmla="*/ 42 w 44"/>
                <a:gd name="T15" fmla="*/ 23 h 24"/>
                <a:gd name="T16" fmla="*/ 43 w 44"/>
                <a:gd name="T17" fmla="*/ 18 h 24"/>
                <a:gd name="T18" fmla="*/ 25 w 44"/>
                <a:gd name="T19"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24">
                  <a:moveTo>
                    <a:pt x="25" y="3"/>
                  </a:moveTo>
                  <a:cubicBezTo>
                    <a:pt x="13" y="0"/>
                    <a:pt x="3" y="6"/>
                    <a:pt x="3" y="6"/>
                  </a:cubicBezTo>
                  <a:cubicBezTo>
                    <a:pt x="1" y="7"/>
                    <a:pt x="0" y="10"/>
                    <a:pt x="2" y="12"/>
                  </a:cubicBezTo>
                  <a:cubicBezTo>
                    <a:pt x="3" y="14"/>
                    <a:pt x="5" y="14"/>
                    <a:pt x="7" y="13"/>
                  </a:cubicBezTo>
                  <a:cubicBezTo>
                    <a:pt x="7" y="13"/>
                    <a:pt x="15" y="8"/>
                    <a:pt x="23" y="10"/>
                  </a:cubicBezTo>
                  <a:cubicBezTo>
                    <a:pt x="28" y="12"/>
                    <a:pt x="33" y="16"/>
                    <a:pt x="36" y="22"/>
                  </a:cubicBezTo>
                  <a:cubicBezTo>
                    <a:pt x="37" y="23"/>
                    <a:pt x="38" y="24"/>
                    <a:pt x="40" y="24"/>
                  </a:cubicBezTo>
                  <a:cubicBezTo>
                    <a:pt x="40" y="24"/>
                    <a:pt x="41" y="24"/>
                    <a:pt x="42" y="23"/>
                  </a:cubicBezTo>
                  <a:cubicBezTo>
                    <a:pt x="43" y="22"/>
                    <a:pt x="44" y="20"/>
                    <a:pt x="43" y="18"/>
                  </a:cubicBezTo>
                  <a:cubicBezTo>
                    <a:pt x="38" y="10"/>
                    <a:pt x="32" y="4"/>
                    <a:pt x="2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100"/>
            <p:cNvSpPr>
              <a:spLocks/>
            </p:cNvSpPr>
            <p:nvPr/>
          </p:nvSpPr>
          <p:spPr bwMode="auto">
            <a:xfrm>
              <a:off x="9312275" y="1687513"/>
              <a:ext cx="93663" cy="50800"/>
            </a:xfrm>
            <a:custGeom>
              <a:avLst/>
              <a:gdLst>
                <a:gd name="T0" fmla="*/ 57 w 62"/>
                <a:gd name="T1" fmla="*/ 34 h 34"/>
                <a:gd name="T2" fmla="*/ 59 w 62"/>
                <a:gd name="T3" fmla="*/ 34 h 34"/>
                <a:gd name="T4" fmla="*/ 61 w 62"/>
                <a:gd name="T5" fmla="*/ 28 h 34"/>
                <a:gd name="T6" fmla="*/ 34 w 62"/>
                <a:gd name="T7" fmla="*/ 5 h 34"/>
                <a:gd name="T8" fmla="*/ 3 w 62"/>
                <a:gd name="T9" fmla="*/ 8 h 34"/>
                <a:gd name="T10" fmla="*/ 1 w 62"/>
                <a:gd name="T11" fmla="*/ 14 h 34"/>
                <a:gd name="T12" fmla="*/ 6 w 62"/>
                <a:gd name="T13" fmla="*/ 15 h 34"/>
                <a:gd name="T14" fmla="*/ 32 w 62"/>
                <a:gd name="T15" fmla="*/ 12 h 34"/>
                <a:gd name="T16" fmla="*/ 53 w 62"/>
                <a:gd name="T17" fmla="*/ 32 h 34"/>
                <a:gd name="T18" fmla="*/ 57 w 62"/>
                <a:gd name="T19"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34">
                  <a:moveTo>
                    <a:pt x="57" y="34"/>
                  </a:moveTo>
                  <a:cubicBezTo>
                    <a:pt x="58" y="34"/>
                    <a:pt x="58" y="34"/>
                    <a:pt x="59" y="34"/>
                  </a:cubicBezTo>
                  <a:cubicBezTo>
                    <a:pt x="61" y="33"/>
                    <a:pt x="62" y="30"/>
                    <a:pt x="61" y="28"/>
                  </a:cubicBezTo>
                  <a:cubicBezTo>
                    <a:pt x="54" y="16"/>
                    <a:pt x="45" y="8"/>
                    <a:pt x="34" y="5"/>
                  </a:cubicBezTo>
                  <a:cubicBezTo>
                    <a:pt x="18" y="0"/>
                    <a:pt x="3" y="8"/>
                    <a:pt x="3" y="8"/>
                  </a:cubicBezTo>
                  <a:cubicBezTo>
                    <a:pt x="1" y="9"/>
                    <a:pt x="0" y="12"/>
                    <a:pt x="1" y="14"/>
                  </a:cubicBezTo>
                  <a:cubicBezTo>
                    <a:pt x="2" y="16"/>
                    <a:pt x="5" y="16"/>
                    <a:pt x="6" y="15"/>
                  </a:cubicBezTo>
                  <a:cubicBezTo>
                    <a:pt x="7" y="15"/>
                    <a:pt x="19" y="8"/>
                    <a:pt x="32" y="12"/>
                  </a:cubicBezTo>
                  <a:cubicBezTo>
                    <a:pt x="41" y="15"/>
                    <a:pt x="48" y="22"/>
                    <a:pt x="53" y="32"/>
                  </a:cubicBezTo>
                  <a:cubicBezTo>
                    <a:pt x="54" y="34"/>
                    <a:pt x="56" y="34"/>
                    <a:pt x="57"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101"/>
            <p:cNvSpPr>
              <a:spLocks/>
            </p:cNvSpPr>
            <p:nvPr/>
          </p:nvSpPr>
          <p:spPr bwMode="auto">
            <a:xfrm>
              <a:off x="9526588" y="2208213"/>
              <a:ext cx="30163" cy="68263"/>
            </a:xfrm>
            <a:custGeom>
              <a:avLst/>
              <a:gdLst>
                <a:gd name="T0" fmla="*/ 7 w 19"/>
                <a:gd name="T1" fmla="*/ 1 h 44"/>
                <a:gd name="T2" fmla="*/ 2 w 19"/>
                <a:gd name="T3" fmla="*/ 2 h 44"/>
                <a:gd name="T4" fmla="*/ 2 w 19"/>
                <a:gd name="T5" fmla="*/ 8 h 44"/>
                <a:gd name="T6" fmla="*/ 10 w 19"/>
                <a:gd name="T7" fmla="*/ 21 h 44"/>
                <a:gd name="T8" fmla="*/ 4 w 19"/>
                <a:gd name="T9" fmla="*/ 38 h 44"/>
                <a:gd name="T10" fmla="*/ 5 w 19"/>
                <a:gd name="T11" fmla="*/ 43 h 44"/>
                <a:gd name="T12" fmla="*/ 7 w 19"/>
                <a:gd name="T13" fmla="*/ 44 h 44"/>
                <a:gd name="T14" fmla="*/ 11 w 19"/>
                <a:gd name="T15" fmla="*/ 43 h 44"/>
                <a:gd name="T16" fmla="*/ 18 w 19"/>
                <a:gd name="T17" fmla="*/ 20 h 44"/>
                <a:gd name="T18" fmla="*/ 7 w 19"/>
                <a:gd name="T19" fmla="*/ 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44">
                  <a:moveTo>
                    <a:pt x="7" y="1"/>
                  </a:moveTo>
                  <a:cubicBezTo>
                    <a:pt x="6" y="0"/>
                    <a:pt x="3" y="0"/>
                    <a:pt x="2" y="2"/>
                  </a:cubicBezTo>
                  <a:cubicBezTo>
                    <a:pt x="0" y="4"/>
                    <a:pt x="1" y="6"/>
                    <a:pt x="2" y="8"/>
                  </a:cubicBezTo>
                  <a:cubicBezTo>
                    <a:pt x="3" y="8"/>
                    <a:pt x="10" y="13"/>
                    <a:pt x="10" y="21"/>
                  </a:cubicBezTo>
                  <a:cubicBezTo>
                    <a:pt x="11" y="27"/>
                    <a:pt x="9" y="32"/>
                    <a:pt x="4" y="38"/>
                  </a:cubicBezTo>
                  <a:cubicBezTo>
                    <a:pt x="3" y="39"/>
                    <a:pt x="3" y="42"/>
                    <a:pt x="5" y="43"/>
                  </a:cubicBezTo>
                  <a:cubicBezTo>
                    <a:pt x="6" y="44"/>
                    <a:pt x="7" y="44"/>
                    <a:pt x="7" y="44"/>
                  </a:cubicBezTo>
                  <a:cubicBezTo>
                    <a:pt x="9" y="44"/>
                    <a:pt x="10" y="44"/>
                    <a:pt x="11" y="43"/>
                  </a:cubicBezTo>
                  <a:cubicBezTo>
                    <a:pt x="17" y="36"/>
                    <a:pt x="19" y="28"/>
                    <a:pt x="18" y="20"/>
                  </a:cubicBezTo>
                  <a:cubicBezTo>
                    <a:pt x="17" y="9"/>
                    <a:pt x="8" y="1"/>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102"/>
            <p:cNvSpPr>
              <a:spLocks/>
            </p:cNvSpPr>
            <p:nvPr/>
          </p:nvSpPr>
          <p:spPr bwMode="auto">
            <a:xfrm>
              <a:off x="9553575" y="2193925"/>
              <a:ext cx="33338" cy="96838"/>
            </a:xfrm>
            <a:custGeom>
              <a:avLst/>
              <a:gdLst>
                <a:gd name="T0" fmla="*/ 7 w 22"/>
                <a:gd name="T1" fmla="*/ 1 h 64"/>
                <a:gd name="T2" fmla="*/ 1 w 22"/>
                <a:gd name="T3" fmla="*/ 2 h 64"/>
                <a:gd name="T4" fmla="*/ 2 w 22"/>
                <a:gd name="T5" fmla="*/ 8 h 64"/>
                <a:gd name="T6" fmla="*/ 13 w 22"/>
                <a:gd name="T7" fmla="*/ 31 h 64"/>
                <a:gd name="T8" fmla="*/ 2 w 22"/>
                <a:gd name="T9" fmla="*/ 57 h 64"/>
                <a:gd name="T10" fmla="*/ 3 w 22"/>
                <a:gd name="T11" fmla="*/ 63 h 64"/>
                <a:gd name="T12" fmla="*/ 5 w 22"/>
                <a:gd name="T13" fmla="*/ 64 h 64"/>
                <a:gd name="T14" fmla="*/ 8 w 22"/>
                <a:gd name="T15" fmla="*/ 63 h 64"/>
                <a:gd name="T16" fmla="*/ 21 w 22"/>
                <a:gd name="T17" fmla="*/ 30 h 64"/>
                <a:gd name="T18" fmla="*/ 7 w 22"/>
                <a:gd name="T19" fmla="*/ 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64">
                  <a:moveTo>
                    <a:pt x="7" y="1"/>
                  </a:moveTo>
                  <a:cubicBezTo>
                    <a:pt x="5" y="0"/>
                    <a:pt x="3" y="0"/>
                    <a:pt x="1" y="2"/>
                  </a:cubicBezTo>
                  <a:cubicBezTo>
                    <a:pt x="0" y="4"/>
                    <a:pt x="0" y="6"/>
                    <a:pt x="2" y="8"/>
                  </a:cubicBezTo>
                  <a:cubicBezTo>
                    <a:pt x="2" y="8"/>
                    <a:pt x="13" y="17"/>
                    <a:pt x="13" y="31"/>
                  </a:cubicBezTo>
                  <a:cubicBezTo>
                    <a:pt x="14" y="40"/>
                    <a:pt x="10" y="49"/>
                    <a:pt x="2" y="57"/>
                  </a:cubicBezTo>
                  <a:cubicBezTo>
                    <a:pt x="1" y="59"/>
                    <a:pt x="1" y="62"/>
                    <a:pt x="3" y="63"/>
                  </a:cubicBezTo>
                  <a:cubicBezTo>
                    <a:pt x="3" y="64"/>
                    <a:pt x="4" y="64"/>
                    <a:pt x="5" y="64"/>
                  </a:cubicBezTo>
                  <a:cubicBezTo>
                    <a:pt x="6" y="64"/>
                    <a:pt x="8" y="64"/>
                    <a:pt x="8" y="63"/>
                  </a:cubicBezTo>
                  <a:cubicBezTo>
                    <a:pt x="18" y="52"/>
                    <a:pt x="22" y="41"/>
                    <a:pt x="21" y="30"/>
                  </a:cubicBezTo>
                  <a:cubicBezTo>
                    <a:pt x="20" y="13"/>
                    <a:pt x="8" y="2"/>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103"/>
            <p:cNvSpPr>
              <a:spLocks/>
            </p:cNvSpPr>
            <p:nvPr/>
          </p:nvSpPr>
          <p:spPr bwMode="auto">
            <a:xfrm>
              <a:off x="9458325" y="2651125"/>
              <a:ext cx="28575" cy="68263"/>
            </a:xfrm>
            <a:custGeom>
              <a:avLst/>
              <a:gdLst>
                <a:gd name="T0" fmla="*/ 5 w 19"/>
                <a:gd name="T1" fmla="*/ 44 h 45"/>
                <a:gd name="T2" fmla="*/ 7 w 19"/>
                <a:gd name="T3" fmla="*/ 45 h 45"/>
                <a:gd name="T4" fmla="*/ 10 w 19"/>
                <a:gd name="T5" fmla="*/ 43 h 45"/>
                <a:gd name="T6" fmla="*/ 18 w 19"/>
                <a:gd name="T7" fmla="*/ 21 h 45"/>
                <a:gd name="T8" fmla="*/ 7 w 19"/>
                <a:gd name="T9" fmla="*/ 2 h 45"/>
                <a:gd name="T10" fmla="*/ 1 w 19"/>
                <a:gd name="T11" fmla="*/ 2 h 45"/>
                <a:gd name="T12" fmla="*/ 2 w 19"/>
                <a:gd name="T13" fmla="*/ 8 h 45"/>
                <a:gd name="T14" fmla="*/ 10 w 19"/>
                <a:gd name="T15" fmla="*/ 22 h 45"/>
                <a:gd name="T16" fmla="*/ 4 w 19"/>
                <a:gd name="T17" fmla="*/ 38 h 45"/>
                <a:gd name="T18" fmla="*/ 5 w 19"/>
                <a:gd name="T19" fmla="*/ 44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45">
                  <a:moveTo>
                    <a:pt x="5" y="44"/>
                  </a:moveTo>
                  <a:cubicBezTo>
                    <a:pt x="5" y="44"/>
                    <a:pt x="6" y="45"/>
                    <a:pt x="7" y="45"/>
                  </a:cubicBezTo>
                  <a:cubicBezTo>
                    <a:pt x="8" y="45"/>
                    <a:pt x="9" y="44"/>
                    <a:pt x="10" y="43"/>
                  </a:cubicBezTo>
                  <a:cubicBezTo>
                    <a:pt x="16" y="36"/>
                    <a:pt x="19" y="28"/>
                    <a:pt x="18" y="21"/>
                  </a:cubicBezTo>
                  <a:cubicBezTo>
                    <a:pt x="17" y="9"/>
                    <a:pt x="7" y="2"/>
                    <a:pt x="7" y="2"/>
                  </a:cubicBezTo>
                  <a:cubicBezTo>
                    <a:pt x="5" y="0"/>
                    <a:pt x="3" y="1"/>
                    <a:pt x="1" y="2"/>
                  </a:cubicBezTo>
                  <a:cubicBezTo>
                    <a:pt x="0" y="4"/>
                    <a:pt x="0" y="7"/>
                    <a:pt x="2" y="8"/>
                  </a:cubicBezTo>
                  <a:cubicBezTo>
                    <a:pt x="2" y="8"/>
                    <a:pt x="9" y="13"/>
                    <a:pt x="10" y="22"/>
                  </a:cubicBezTo>
                  <a:cubicBezTo>
                    <a:pt x="11" y="27"/>
                    <a:pt x="9" y="33"/>
                    <a:pt x="4" y="38"/>
                  </a:cubicBezTo>
                  <a:cubicBezTo>
                    <a:pt x="3" y="40"/>
                    <a:pt x="3" y="42"/>
                    <a:pt x="5"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104"/>
            <p:cNvSpPr>
              <a:spLocks/>
            </p:cNvSpPr>
            <p:nvPr/>
          </p:nvSpPr>
          <p:spPr bwMode="auto">
            <a:xfrm>
              <a:off x="9483725" y="2635250"/>
              <a:ext cx="34925" cy="100013"/>
            </a:xfrm>
            <a:custGeom>
              <a:avLst/>
              <a:gdLst>
                <a:gd name="T0" fmla="*/ 7 w 22"/>
                <a:gd name="T1" fmla="*/ 2 h 65"/>
                <a:gd name="T2" fmla="*/ 1 w 22"/>
                <a:gd name="T3" fmla="*/ 2 h 65"/>
                <a:gd name="T4" fmla="*/ 1 w 22"/>
                <a:gd name="T5" fmla="*/ 8 h 65"/>
                <a:gd name="T6" fmla="*/ 13 w 22"/>
                <a:gd name="T7" fmla="*/ 31 h 65"/>
                <a:gd name="T8" fmla="*/ 2 w 22"/>
                <a:gd name="T9" fmla="*/ 58 h 65"/>
                <a:gd name="T10" fmla="*/ 2 w 22"/>
                <a:gd name="T11" fmla="*/ 63 h 65"/>
                <a:gd name="T12" fmla="*/ 5 w 22"/>
                <a:gd name="T13" fmla="*/ 65 h 65"/>
                <a:gd name="T14" fmla="*/ 8 w 22"/>
                <a:gd name="T15" fmla="*/ 63 h 65"/>
                <a:gd name="T16" fmla="*/ 21 w 22"/>
                <a:gd name="T17" fmla="*/ 30 h 65"/>
                <a:gd name="T18" fmla="*/ 7 w 22"/>
                <a:gd name="T19" fmla="*/ 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65">
                  <a:moveTo>
                    <a:pt x="7" y="2"/>
                  </a:moveTo>
                  <a:cubicBezTo>
                    <a:pt x="5" y="0"/>
                    <a:pt x="2" y="1"/>
                    <a:pt x="1" y="2"/>
                  </a:cubicBezTo>
                  <a:cubicBezTo>
                    <a:pt x="0" y="4"/>
                    <a:pt x="0" y="6"/>
                    <a:pt x="1" y="8"/>
                  </a:cubicBezTo>
                  <a:cubicBezTo>
                    <a:pt x="2" y="8"/>
                    <a:pt x="12" y="17"/>
                    <a:pt x="13" y="31"/>
                  </a:cubicBezTo>
                  <a:cubicBezTo>
                    <a:pt x="14" y="40"/>
                    <a:pt x="10" y="49"/>
                    <a:pt x="2" y="58"/>
                  </a:cubicBezTo>
                  <a:cubicBezTo>
                    <a:pt x="1" y="59"/>
                    <a:pt x="1" y="62"/>
                    <a:pt x="2" y="63"/>
                  </a:cubicBezTo>
                  <a:cubicBezTo>
                    <a:pt x="3" y="64"/>
                    <a:pt x="4" y="65"/>
                    <a:pt x="5" y="65"/>
                  </a:cubicBezTo>
                  <a:cubicBezTo>
                    <a:pt x="6" y="65"/>
                    <a:pt x="7" y="64"/>
                    <a:pt x="8" y="63"/>
                  </a:cubicBezTo>
                  <a:cubicBezTo>
                    <a:pt x="17" y="53"/>
                    <a:pt x="22" y="42"/>
                    <a:pt x="21" y="30"/>
                  </a:cubicBezTo>
                  <a:cubicBezTo>
                    <a:pt x="20" y="13"/>
                    <a:pt x="7" y="2"/>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105"/>
            <p:cNvSpPr>
              <a:spLocks/>
            </p:cNvSpPr>
            <p:nvPr/>
          </p:nvSpPr>
          <p:spPr bwMode="auto">
            <a:xfrm>
              <a:off x="9023350" y="2265363"/>
              <a:ext cx="47625" cy="57150"/>
            </a:xfrm>
            <a:custGeom>
              <a:avLst/>
              <a:gdLst>
                <a:gd name="T0" fmla="*/ 6 w 31"/>
                <a:gd name="T1" fmla="*/ 0 h 37"/>
                <a:gd name="T2" fmla="*/ 1 w 31"/>
                <a:gd name="T3" fmla="*/ 4 h 37"/>
                <a:gd name="T4" fmla="*/ 7 w 31"/>
                <a:gd name="T5" fmla="*/ 27 h 37"/>
                <a:gd name="T6" fmla="*/ 26 w 31"/>
                <a:gd name="T7" fmla="*/ 37 h 37"/>
                <a:gd name="T8" fmla="*/ 27 w 31"/>
                <a:gd name="T9" fmla="*/ 37 h 37"/>
                <a:gd name="T10" fmla="*/ 31 w 31"/>
                <a:gd name="T11" fmla="*/ 34 h 37"/>
                <a:gd name="T12" fmla="*/ 27 w 31"/>
                <a:gd name="T13" fmla="*/ 29 h 37"/>
                <a:gd name="T14" fmla="*/ 13 w 31"/>
                <a:gd name="T15" fmla="*/ 22 h 37"/>
                <a:gd name="T16" fmla="*/ 9 w 31"/>
                <a:gd name="T17" fmla="*/ 5 h 37"/>
                <a:gd name="T18" fmla="*/ 6 w 31"/>
                <a:gd name="T19"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7">
                  <a:moveTo>
                    <a:pt x="6" y="0"/>
                  </a:moveTo>
                  <a:cubicBezTo>
                    <a:pt x="4" y="0"/>
                    <a:pt x="2" y="2"/>
                    <a:pt x="1" y="4"/>
                  </a:cubicBezTo>
                  <a:cubicBezTo>
                    <a:pt x="0" y="13"/>
                    <a:pt x="2" y="21"/>
                    <a:pt x="7" y="27"/>
                  </a:cubicBezTo>
                  <a:cubicBezTo>
                    <a:pt x="14" y="36"/>
                    <a:pt x="26" y="37"/>
                    <a:pt x="26" y="37"/>
                  </a:cubicBezTo>
                  <a:cubicBezTo>
                    <a:pt x="27" y="37"/>
                    <a:pt x="27" y="37"/>
                    <a:pt x="27" y="37"/>
                  </a:cubicBezTo>
                  <a:cubicBezTo>
                    <a:pt x="29" y="37"/>
                    <a:pt x="31" y="36"/>
                    <a:pt x="31" y="34"/>
                  </a:cubicBezTo>
                  <a:cubicBezTo>
                    <a:pt x="31" y="31"/>
                    <a:pt x="29" y="29"/>
                    <a:pt x="27" y="29"/>
                  </a:cubicBezTo>
                  <a:cubicBezTo>
                    <a:pt x="27" y="29"/>
                    <a:pt x="18" y="28"/>
                    <a:pt x="13" y="22"/>
                  </a:cubicBezTo>
                  <a:cubicBezTo>
                    <a:pt x="10" y="18"/>
                    <a:pt x="8" y="12"/>
                    <a:pt x="9" y="5"/>
                  </a:cubicBezTo>
                  <a:cubicBezTo>
                    <a:pt x="10" y="3"/>
                    <a:pt x="8"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106"/>
            <p:cNvSpPr>
              <a:spLocks/>
            </p:cNvSpPr>
            <p:nvPr/>
          </p:nvSpPr>
          <p:spPr bwMode="auto">
            <a:xfrm>
              <a:off x="8994775" y="2265363"/>
              <a:ext cx="65088" cy="82550"/>
            </a:xfrm>
            <a:custGeom>
              <a:avLst/>
              <a:gdLst>
                <a:gd name="T0" fmla="*/ 7 w 42"/>
                <a:gd name="T1" fmla="*/ 0 h 54"/>
                <a:gd name="T2" fmla="*/ 2 w 42"/>
                <a:gd name="T3" fmla="*/ 3 h 54"/>
                <a:gd name="T4" fmla="*/ 9 w 42"/>
                <a:gd name="T5" fmla="*/ 38 h 54"/>
                <a:gd name="T6" fmla="*/ 37 w 42"/>
                <a:gd name="T7" fmla="*/ 54 h 54"/>
                <a:gd name="T8" fmla="*/ 37 w 42"/>
                <a:gd name="T9" fmla="*/ 54 h 54"/>
                <a:gd name="T10" fmla="*/ 41 w 42"/>
                <a:gd name="T11" fmla="*/ 51 h 54"/>
                <a:gd name="T12" fmla="*/ 38 w 42"/>
                <a:gd name="T13" fmla="*/ 46 h 54"/>
                <a:gd name="T14" fmla="*/ 16 w 42"/>
                <a:gd name="T15" fmla="*/ 33 h 54"/>
                <a:gd name="T16" fmla="*/ 10 w 42"/>
                <a:gd name="T17" fmla="*/ 5 h 54"/>
                <a:gd name="T18" fmla="*/ 7 w 42"/>
                <a:gd name="T19"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54">
                  <a:moveTo>
                    <a:pt x="7" y="0"/>
                  </a:moveTo>
                  <a:cubicBezTo>
                    <a:pt x="5" y="0"/>
                    <a:pt x="3" y="1"/>
                    <a:pt x="2" y="3"/>
                  </a:cubicBezTo>
                  <a:cubicBezTo>
                    <a:pt x="0" y="17"/>
                    <a:pt x="2" y="29"/>
                    <a:pt x="9" y="38"/>
                  </a:cubicBezTo>
                  <a:cubicBezTo>
                    <a:pt x="19" y="52"/>
                    <a:pt x="36" y="54"/>
                    <a:pt x="37" y="54"/>
                  </a:cubicBezTo>
                  <a:cubicBezTo>
                    <a:pt x="37" y="54"/>
                    <a:pt x="37" y="54"/>
                    <a:pt x="37" y="54"/>
                  </a:cubicBezTo>
                  <a:cubicBezTo>
                    <a:pt x="39" y="54"/>
                    <a:pt x="41" y="53"/>
                    <a:pt x="41" y="51"/>
                  </a:cubicBezTo>
                  <a:cubicBezTo>
                    <a:pt x="42" y="49"/>
                    <a:pt x="40" y="47"/>
                    <a:pt x="38" y="46"/>
                  </a:cubicBezTo>
                  <a:cubicBezTo>
                    <a:pt x="38" y="46"/>
                    <a:pt x="24" y="44"/>
                    <a:pt x="16" y="33"/>
                  </a:cubicBezTo>
                  <a:cubicBezTo>
                    <a:pt x="10" y="26"/>
                    <a:pt x="8" y="16"/>
                    <a:pt x="10" y="5"/>
                  </a:cubicBezTo>
                  <a:cubicBezTo>
                    <a:pt x="11" y="3"/>
                    <a:pt x="9"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8" name="组合 107"/>
          <p:cNvGrpSpPr/>
          <p:nvPr/>
        </p:nvGrpSpPr>
        <p:grpSpPr>
          <a:xfrm>
            <a:off x="6413500" y="3222767"/>
            <a:ext cx="1174750" cy="1285876"/>
            <a:chOff x="6413500" y="3632200"/>
            <a:chExt cx="1174750" cy="1285876"/>
          </a:xfrm>
          <a:solidFill>
            <a:schemeClr val="tx1">
              <a:lumMod val="65000"/>
              <a:lumOff val="35000"/>
            </a:schemeClr>
          </a:solidFill>
        </p:grpSpPr>
        <p:sp>
          <p:nvSpPr>
            <p:cNvPr id="109" name="Freeform 107"/>
            <p:cNvSpPr>
              <a:spLocks/>
            </p:cNvSpPr>
            <p:nvPr/>
          </p:nvSpPr>
          <p:spPr bwMode="auto">
            <a:xfrm>
              <a:off x="6924675" y="4352925"/>
              <a:ext cx="261938" cy="117475"/>
            </a:xfrm>
            <a:custGeom>
              <a:avLst/>
              <a:gdLst>
                <a:gd name="T0" fmla="*/ 5 w 172"/>
                <a:gd name="T1" fmla="*/ 22 h 77"/>
                <a:gd name="T2" fmla="*/ 0 w 172"/>
                <a:gd name="T3" fmla="*/ 75 h 77"/>
                <a:gd name="T4" fmla="*/ 135 w 172"/>
                <a:gd name="T5" fmla="*/ 77 h 77"/>
                <a:gd name="T6" fmla="*/ 172 w 172"/>
                <a:gd name="T7" fmla="*/ 61 h 77"/>
                <a:gd name="T8" fmla="*/ 58 w 172"/>
                <a:gd name="T9" fmla="*/ 0 h 77"/>
                <a:gd name="T10" fmla="*/ 5 w 172"/>
                <a:gd name="T11" fmla="*/ 22 h 77"/>
              </a:gdLst>
              <a:ahLst/>
              <a:cxnLst>
                <a:cxn ang="0">
                  <a:pos x="T0" y="T1"/>
                </a:cxn>
                <a:cxn ang="0">
                  <a:pos x="T2" y="T3"/>
                </a:cxn>
                <a:cxn ang="0">
                  <a:pos x="T4" y="T5"/>
                </a:cxn>
                <a:cxn ang="0">
                  <a:pos x="T6" y="T7"/>
                </a:cxn>
                <a:cxn ang="0">
                  <a:pos x="T8" y="T9"/>
                </a:cxn>
                <a:cxn ang="0">
                  <a:pos x="T10" y="T11"/>
                </a:cxn>
              </a:cxnLst>
              <a:rect l="0" t="0" r="r" b="b"/>
              <a:pathLst>
                <a:path w="172" h="77">
                  <a:moveTo>
                    <a:pt x="5" y="22"/>
                  </a:moveTo>
                  <a:cubicBezTo>
                    <a:pt x="2" y="39"/>
                    <a:pt x="0" y="58"/>
                    <a:pt x="0" y="75"/>
                  </a:cubicBezTo>
                  <a:cubicBezTo>
                    <a:pt x="135" y="77"/>
                    <a:pt x="135" y="77"/>
                    <a:pt x="135" y="77"/>
                  </a:cubicBezTo>
                  <a:cubicBezTo>
                    <a:pt x="172" y="61"/>
                    <a:pt x="172" y="61"/>
                    <a:pt x="172" y="61"/>
                  </a:cubicBezTo>
                  <a:cubicBezTo>
                    <a:pt x="58" y="0"/>
                    <a:pt x="58" y="0"/>
                    <a:pt x="58" y="0"/>
                  </a:cubicBezTo>
                  <a:lnTo>
                    <a:pt x="5"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108"/>
            <p:cNvSpPr>
              <a:spLocks/>
            </p:cNvSpPr>
            <p:nvPr/>
          </p:nvSpPr>
          <p:spPr bwMode="auto">
            <a:xfrm>
              <a:off x="6850063" y="4764088"/>
              <a:ext cx="84138" cy="111125"/>
            </a:xfrm>
            <a:custGeom>
              <a:avLst/>
              <a:gdLst>
                <a:gd name="T0" fmla="*/ 31 w 54"/>
                <a:gd name="T1" fmla="*/ 57 h 72"/>
                <a:gd name="T2" fmla="*/ 15 w 54"/>
                <a:gd name="T3" fmla="*/ 61 h 72"/>
                <a:gd name="T4" fmla="*/ 7 w 54"/>
                <a:gd name="T5" fmla="*/ 59 h 72"/>
                <a:gd name="T6" fmla="*/ 5 w 54"/>
                <a:gd name="T7" fmla="*/ 59 h 72"/>
                <a:gd name="T8" fmla="*/ 1 w 54"/>
                <a:gd name="T9" fmla="*/ 61 h 72"/>
                <a:gd name="T10" fmla="*/ 0 w 54"/>
                <a:gd name="T11" fmla="*/ 65 h 72"/>
                <a:gd name="T12" fmla="*/ 3 w 54"/>
                <a:gd name="T13" fmla="*/ 70 h 72"/>
                <a:gd name="T14" fmla="*/ 11 w 54"/>
                <a:gd name="T15" fmla="*/ 72 h 72"/>
                <a:gd name="T16" fmla="*/ 38 w 54"/>
                <a:gd name="T17" fmla="*/ 64 h 72"/>
                <a:gd name="T18" fmla="*/ 52 w 54"/>
                <a:gd name="T19" fmla="*/ 48 h 72"/>
                <a:gd name="T20" fmla="*/ 47 w 54"/>
                <a:gd name="T21" fmla="*/ 39 h 72"/>
                <a:gd name="T22" fmla="*/ 30 w 54"/>
                <a:gd name="T23" fmla="*/ 32 h 72"/>
                <a:gd name="T24" fmla="*/ 18 w 54"/>
                <a:gd name="T25" fmla="*/ 27 h 72"/>
                <a:gd name="T26" fmla="*/ 15 w 54"/>
                <a:gd name="T27" fmla="*/ 23 h 72"/>
                <a:gd name="T28" fmla="*/ 22 w 54"/>
                <a:gd name="T29" fmla="*/ 14 h 72"/>
                <a:gd name="T30" fmla="*/ 36 w 54"/>
                <a:gd name="T31" fmla="*/ 10 h 72"/>
                <a:gd name="T32" fmla="*/ 43 w 54"/>
                <a:gd name="T33" fmla="*/ 12 h 72"/>
                <a:gd name="T34" fmla="*/ 45 w 54"/>
                <a:gd name="T35" fmla="*/ 18 h 72"/>
                <a:gd name="T36" fmla="*/ 54 w 54"/>
                <a:gd name="T37" fmla="*/ 10 h 72"/>
                <a:gd name="T38" fmla="*/ 49 w 54"/>
                <a:gd name="T39" fmla="*/ 4 h 72"/>
                <a:gd name="T40" fmla="*/ 37 w 54"/>
                <a:gd name="T41" fmla="*/ 0 h 72"/>
                <a:gd name="T42" fmla="*/ 14 w 54"/>
                <a:gd name="T43" fmla="*/ 8 h 72"/>
                <a:gd name="T44" fmla="*/ 4 w 54"/>
                <a:gd name="T45" fmla="*/ 24 h 72"/>
                <a:gd name="T46" fmla="*/ 7 w 54"/>
                <a:gd name="T47" fmla="*/ 32 h 72"/>
                <a:gd name="T48" fmla="*/ 14 w 54"/>
                <a:gd name="T49" fmla="*/ 37 h 72"/>
                <a:gd name="T50" fmla="*/ 29 w 54"/>
                <a:gd name="T51" fmla="*/ 43 h 72"/>
                <a:gd name="T52" fmla="*/ 38 w 54"/>
                <a:gd name="T53" fmla="*/ 46 h 72"/>
                <a:gd name="T54" fmla="*/ 40 w 54"/>
                <a:gd name="T55" fmla="*/ 49 h 72"/>
                <a:gd name="T56" fmla="*/ 31 w 54"/>
                <a:gd name="T57" fmla="*/ 5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4" h="72">
                  <a:moveTo>
                    <a:pt x="31" y="57"/>
                  </a:moveTo>
                  <a:cubicBezTo>
                    <a:pt x="26" y="60"/>
                    <a:pt x="20" y="61"/>
                    <a:pt x="15" y="61"/>
                  </a:cubicBezTo>
                  <a:cubicBezTo>
                    <a:pt x="13" y="61"/>
                    <a:pt x="10" y="61"/>
                    <a:pt x="7" y="59"/>
                  </a:cubicBezTo>
                  <a:cubicBezTo>
                    <a:pt x="6" y="59"/>
                    <a:pt x="5" y="59"/>
                    <a:pt x="5" y="59"/>
                  </a:cubicBezTo>
                  <a:cubicBezTo>
                    <a:pt x="3" y="59"/>
                    <a:pt x="2" y="59"/>
                    <a:pt x="1" y="61"/>
                  </a:cubicBezTo>
                  <a:cubicBezTo>
                    <a:pt x="1" y="62"/>
                    <a:pt x="0" y="63"/>
                    <a:pt x="0" y="65"/>
                  </a:cubicBezTo>
                  <a:cubicBezTo>
                    <a:pt x="0" y="67"/>
                    <a:pt x="1" y="69"/>
                    <a:pt x="3" y="70"/>
                  </a:cubicBezTo>
                  <a:cubicBezTo>
                    <a:pt x="5" y="71"/>
                    <a:pt x="7" y="72"/>
                    <a:pt x="11" y="72"/>
                  </a:cubicBezTo>
                  <a:cubicBezTo>
                    <a:pt x="20" y="72"/>
                    <a:pt x="29" y="69"/>
                    <a:pt x="38" y="64"/>
                  </a:cubicBezTo>
                  <a:cubicBezTo>
                    <a:pt x="47" y="60"/>
                    <a:pt x="52" y="54"/>
                    <a:pt x="52" y="48"/>
                  </a:cubicBezTo>
                  <a:cubicBezTo>
                    <a:pt x="52" y="45"/>
                    <a:pt x="50" y="42"/>
                    <a:pt x="47" y="39"/>
                  </a:cubicBezTo>
                  <a:cubicBezTo>
                    <a:pt x="43" y="37"/>
                    <a:pt x="38" y="35"/>
                    <a:pt x="30" y="32"/>
                  </a:cubicBezTo>
                  <a:cubicBezTo>
                    <a:pt x="24" y="30"/>
                    <a:pt x="19" y="29"/>
                    <a:pt x="18" y="27"/>
                  </a:cubicBezTo>
                  <a:cubicBezTo>
                    <a:pt x="16" y="26"/>
                    <a:pt x="15" y="24"/>
                    <a:pt x="15" y="23"/>
                  </a:cubicBezTo>
                  <a:cubicBezTo>
                    <a:pt x="15" y="20"/>
                    <a:pt x="17" y="17"/>
                    <a:pt x="22" y="14"/>
                  </a:cubicBezTo>
                  <a:cubicBezTo>
                    <a:pt x="26" y="12"/>
                    <a:pt x="31" y="10"/>
                    <a:pt x="36" y="10"/>
                  </a:cubicBezTo>
                  <a:cubicBezTo>
                    <a:pt x="39" y="10"/>
                    <a:pt x="41" y="11"/>
                    <a:pt x="43" y="12"/>
                  </a:cubicBezTo>
                  <a:cubicBezTo>
                    <a:pt x="44" y="13"/>
                    <a:pt x="45" y="15"/>
                    <a:pt x="45" y="18"/>
                  </a:cubicBezTo>
                  <a:cubicBezTo>
                    <a:pt x="51" y="18"/>
                    <a:pt x="54" y="16"/>
                    <a:pt x="54" y="10"/>
                  </a:cubicBezTo>
                  <a:cubicBezTo>
                    <a:pt x="54" y="8"/>
                    <a:pt x="52" y="6"/>
                    <a:pt x="49" y="4"/>
                  </a:cubicBezTo>
                  <a:cubicBezTo>
                    <a:pt x="47" y="1"/>
                    <a:pt x="42" y="0"/>
                    <a:pt x="37" y="0"/>
                  </a:cubicBezTo>
                  <a:cubicBezTo>
                    <a:pt x="28" y="0"/>
                    <a:pt x="21" y="3"/>
                    <a:pt x="14" y="8"/>
                  </a:cubicBezTo>
                  <a:cubicBezTo>
                    <a:pt x="7" y="13"/>
                    <a:pt x="4" y="18"/>
                    <a:pt x="4" y="24"/>
                  </a:cubicBezTo>
                  <a:cubicBezTo>
                    <a:pt x="4" y="27"/>
                    <a:pt x="5" y="30"/>
                    <a:pt x="7" y="32"/>
                  </a:cubicBezTo>
                  <a:cubicBezTo>
                    <a:pt x="8" y="34"/>
                    <a:pt x="11" y="36"/>
                    <a:pt x="14" y="37"/>
                  </a:cubicBezTo>
                  <a:cubicBezTo>
                    <a:pt x="18" y="39"/>
                    <a:pt x="22" y="40"/>
                    <a:pt x="29" y="43"/>
                  </a:cubicBezTo>
                  <a:cubicBezTo>
                    <a:pt x="34" y="44"/>
                    <a:pt x="37" y="45"/>
                    <a:pt x="38" y="46"/>
                  </a:cubicBezTo>
                  <a:cubicBezTo>
                    <a:pt x="40" y="47"/>
                    <a:pt x="40" y="48"/>
                    <a:pt x="40" y="49"/>
                  </a:cubicBezTo>
                  <a:cubicBezTo>
                    <a:pt x="40" y="52"/>
                    <a:pt x="37" y="55"/>
                    <a:pt x="31"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109"/>
            <p:cNvSpPr>
              <a:spLocks noEditPoints="1"/>
            </p:cNvSpPr>
            <p:nvPr/>
          </p:nvSpPr>
          <p:spPr bwMode="auto">
            <a:xfrm>
              <a:off x="6937375" y="4789488"/>
              <a:ext cx="85725" cy="128588"/>
            </a:xfrm>
            <a:custGeom>
              <a:avLst/>
              <a:gdLst>
                <a:gd name="T0" fmla="*/ 20 w 56"/>
                <a:gd name="T1" fmla="*/ 7 h 84"/>
                <a:gd name="T2" fmla="*/ 15 w 56"/>
                <a:gd name="T3" fmla="*/ 0 h 84"/>
                <a:gd name="T4" fmla="*/ 10 w 56"/>
                <a:gd name="T5" fmla="*/ 1 h 84"/>
                <a:gd name="T6" fmla="*/ 8 w 56"/>
                <a:gd name="T7" fmla="*/ 5 h 84"/>
                <a:gd name="T8" fmla="*/ 8 w 56"/>
                <a:gd name="T9" fmla="*/ 13 h 84"/>
                <a:gd name="T10" fmla="*/ 8 w 56"/>
                <a:gd name="T11" fmla="*/ 14 h 84"/>
                <a:gd name="T12" fmla="*/ 1 w 56"/>
                <a:gd name="T13" fmla="*/ 70 h 84"/>
                <a:gd name="T14" fmla="*/ 0 w 56"/>
                <a:gd name="T15" fmla="*/ 79 h 84"/>
                <a:gd name="T16" fmla="*/ 1 w 56"/>
                <a:gd name="T17" fmla="*/ 82 h 84"/>
                <a:gd name="T18" fmla="*/ 5 w 56"/>
                <a:gd name="T19" fmla="*/ 84 h 84"/>
                <a:gd name="T20" fmla="*/ 9 w 56"/>
                <a:gd name="T21" fmla="*/ 82 h 84"/>
                <a:gd name="T22" fmla="*/ 11 w 56"/>
                <a:gd name="T23" fmla="*/ 76 h 84"/>
                <a:gd name="T24" fmla="*/ 13 w 56"/>
                <a:gd name="T25" fmla="*/ 58 h 84"/>
                <a:gd name="T26" fmla="*/ 15 w 56"/>
                <a:gd name="T27" fmla="*/ 48 h 84"/>
                <a:gd name="T28" fmla="*/ 22 w 56"/>
                <a:gd name="T29" fmla="*/ 52 h 84"/>
                <a:gd name="T30" fmla="*/ 44 w 56"/>
                <a:gd name="T31" fmla="*/ 40 h 84"/>
                <a:gd name="T32" fmla="*/ 56 w 56"/>
                <a:gd name="T33" fmla="*/ 14 h 84"/>
                <a:gd name="T34" fmla="*/ 52 w 56"/>
                <a:gd name="T35" fmla="*/ 5 h 84"/>
                <a:gd name="T36" fmla="*/ 44 w 56"/>
                <a:gd name="T37" fmla="*/ 1 h 84"/>
                <a:gd name="T38" fmla="*/ 31 w 56"/>
                <a:gd name="T39" fmla="*/ 7 h 84"/>
                <a:gd name="T40" fmla="*/ 18 w 56"/>
                <a:gd name="T41" fmla="*/ 21 h 84"/>
                <a:gd name="T42" fmla="*/ 19 w 56"/>
                <a:gd name="T43" fmla="*/ 18 h 84"/>
                <a:gd name="T44" fmla="*/ 20 w 56"/>
                <a:gd name="T45" fmla="*/ 7 h 84"/>
                <a:gd name="T46" fmla="*/ 27 w 56"/>
                <a:gd name="T47" fmla="*/ 22 h 84"/>
                <a:gd name="T48" fmla="*/ 42 w 56"/>
                <a:gd name="T49" fmla="*/ 11 h 84"/>
                <a:gd name="T50" fmla="*/ 44 w 56"/>
                <a:gd name="T51" fmla="*/ 12 h 84"/>
                <a:gd name="T52" fmla="*/ 44 w 56"/>
                <a:gd name="T53" fmla="*/ 17 h 84"/>
                <a:gd name="T54" fmla="*/ 37 w 56"/>
                <a:gd name="T55" fmla="*/ 34 h 84"/>
                <a:gd name="T56" fmla="*/ 24 w 56"/>
                <a:gd name="T57" fmla="*/ 43 h 84"/>
                <a:gd name="T58" fmla="*/ 20 w 56"/>
                <a:gd name="T59" fmla="*/ 42 h 84"/>
                <a:gd name="T60" fmla="*/ 18 w 56"/>
                <a:gd name="T61" fmla="*/ 39 h 84"/>
                <a:gd name="T62" fmla="*/ 27 w 56"/>
                <a:gd name="T63" fmla="*/ 22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6" h="84">
                  <a:moveTo>
                    <a:pt x="20" y="7"/>
                  </a:moveTo>
                  <a:cubicBezTo>
                    <a:pt x="20" y="2"/>
                    <a:pt x="18" y="0"/>
                    <a:pt x="15" y="0"/>
                  </a:cubicBezTo>
                  <a:cubicBezTo>
                    <a:pt x="13" y="0"/>
                    <a:pt x="11" y="0"/>
                    <a:pt x="10" y="1"/>
                  </a:cubicBezTo>
                  <a:cubicBezTo>
                    <a:pt x="9" y="2"/>
                    <a:pt x="9" y="3"/>
                    <a:pt x="8" y="5"/>
                  </a:cubicBezTo>
                  <a:cubicBezTo>
                    <a:pt x="8" y="6"/>
                    <a:pt x="8" y="9"/>
                    <a:pt x="8" y="13"/>
                  </a:cubicBezTo>
                  <a:cubicBezTo>
                    <a:pt x="8" y="14"/>
                    <a:pt x="8" y="14"/>
                    <a:pt x="8" y="14"/>
                  </a:cubicBezTo>
                  <a:cubicBezTo>
                    <a:pt x="8" y="33"/>
                    <a:pt x="5" y="52"/>
                    <a:pt x="1" y="70"/>
                  </a:cubicBezTo>
                  <a:cubicBezTo>
                    <a:pt x="0" y="73"/>
                    <a:pt x="0" y="76"/>
                    <a:pt x="0" y="79"/>
                  </a:cubicBezTo>
                  <a:cubicBezTo>
                    <a:pt x="0" y="80"/>
                    <a:pt x="0" y="81"/>
                    <a:pt x="1" y="82"/>
                  </a:cubicBezTo>
                  <a:cubicBezTo>
                    <a:pt x="3" y="83"/>
                    <a:pt x="4" y="84"/>
                    <a:pt x="5" y="84"/>
                  </a:cubicBezTo>
                  <a:cubicBezTo>
                    <a:pt x="7" y="84"/>
                    <a:pt x="8" y="83"/>
                    <a:pt x="9" y="82"/>
                  </a:cubicBezTo>
                  <a:cubicBezTo>
                    <a:pt x="10" y="81"/>
                    <a:pt x="11" y="79"/>
                    <a:pt x="11" y="76"/>
                  </a:cubicBezTo>
                  <a:cubicBezTo>
                    <a:pt x="13" y="58"/>
                    <a:pt x="13" y="58"/>
                    <a:pt x="13" y="58"/>
                  </a:cubicBezTo>
                  <a:cubicBezTo>
                    <a:pt x="14" y="54"/>
                    <a:pt x="14" y="50"/>
                    <a:pt x="15" y="48"/>
                  </a:cubicBezTo>
                  <a:cubicBezTo>
                    <a:pt x="16" y="51"/>
                    <a:pt x="18" y="52"/>
                    <a:pt x="22" y="52"/>
                  </a:cubicBezTo>
                  <a:cubicBezTo>
                    <a:pt x="29" y="52"/>
                    <a:pt x="37" y="48"/>
                    <a:pt x="44" y="40"/>
                  </a:cubicBezTo>
                  <a:cubicBezTo>
                    <a:pt x="52" y="32"/>
                    <a:pt x="56" y="23"/>
                    <a:pt x="56" y="14"/>
                  </a:cubicBezTo>
                  <a:cubicBezTo>
                    <a:pt x="56" y="10"/>
                    <a:pt x="55" y="7"/>
                    <a:pt x="52" y="5"/>
                  </a:cubicBezTo>
                  <a:cubicBezTo>
                    <a:pt x="50" y="2"/>
                    <a:pt x="47" y="1"/>
                    <a:pt x="44" y="1"/>
                  </a:cubicBezTo>
                  <a:cubicBezTo>
                    <a:pt x="40" y="1"/>
                    <a:pt x="35" y="3"/>
                    <a:pt x="31" y="7"/>
                  </a:cubicBezTo>
                  <a:cubicBezTo>
                    <a:pt x="26" y="10"/>
                    <a:pt x="22" y="15"/>
                    <a:pt x="18" y="21"/>
                  </a:cubicBezTo>
                  <a:cubicBezTo>
                    <a:pt x="19" y="18"/>
                    <a:pt x="19" y="18"/>
                    <a:pt x="19" y="18"/>
                  </a:cubicBezTo>
                  <a:cubicBezTo>
                    <a:pt x="20" y="13"/>
                    <a:pt x="20" y="9"/>
                    <a:pt x="20" y="7"/>
                  </a:cubicBezTo>
                  <a:close/>
                  <a:moveTo>
                    <a:pt x="27" y="22"/>
                  </a:moveTo>
                  <a:cubicBezTo>
                    <a:pt x="33" y="15"/>
                    <a:pt x="38" y="11"/>
                    <a:pt x="42" y="11"/>
                  </a:cubicBezTo>
                  <a:cubicBezTo>
                    <a:pt x="42" y="11"/>
                    <a:pt x="43" y="12"/>
                    <a:pt x="44" y="12"/>
                  </a:cubicBezTo>
                  <a:cubicBezTo>
                    <a:pt x="44" y="13"/>
                    <a:pt x="44" y="15"/>
                    <a:pt x="44" y="17"/>
                  </a:cubicBezTo>
                  <a:cubicBezTo>
                    <a:pt x="44" y="22"/>
                    <a:pt x="42" y="28"/>
                    <a:pt x="37" y="34"/>
                  </a:cubicBezTo>
                  <a:cubicBezTo>
                    <a:pt x="32" y="40"/>
                    <a:pt x="28" y="43"/>
                    <a:pt x="24" y="43"/>
                  </a:cubicBezTo>
                  <a:cubicBezTo>
                    <a:pt x="22" y="43"/>
                    <a:pt x="21" y="43"/>
                    <a:pt x="20" y="42"/>
                  </a:cubicBezTo>
                  <a:cubicBezTo>
                    <a:pt x="19" y="41"/>
                    <a:pt x="18" y="40"/>
                    <a:pt x="18" y="39"/>
                  </a:cubicBezTo>
                  <a:cubicBezTo>
                    <a:pt x="18" y="35"/>
                    <a:pt x="21" y="29"/>
                    <a:pt x="27"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110"/>
            <p:cNvSpPr>
              <a:spLocks noEditPoints="1"/>
            </p:cNvSpPr>
            <p:nvPr/>
          </p:nvSpPr>
          <p:spPr bwMode="auto">
            <a:xfrm>
              <a:off x="7034213" y="4791075"/>
              <a:ext cx="73025" cy="79375"/>
            </a:xfrm>
            <a:custGeom>
              <a:avLst/>
              <a:gdLst>
                <a:gd name="T0" fmla="*/ 45 w 48"/>
                <a:gd name="T1" fmla="*/ 10 h 52"/>
                <a:gd name="T2" fmla="*/ 39 w 48"/>
                <a:gd name="T3" fmla="*/ 6 h 52"/>
                <a:gd name="T4" fmla="*/ 32 w 48"/>
                <a:gd name="T5" fmla="*/ 0 h 52"/>
                <a:gd name="T6" fmla="*/ 10 w 48"/>
                <a:gd name="T7" fmla="*/ 14 h 52"/>
                <a:gd name="T8" fmla="*/ 0 w 48"/>
                <a:gd name="T9" fmla="*/ 40 h 52"/>
                <a:gd name="T10" fmla="*/ 3 w 48"/>
                <a:gd name="T11" fmla="*/ 48 h 52"/>
                <a:gd name="T12" fmla="*/ 10 w 48"/>
                <a:gd name="T13" fmla="*/ 51 h 52"/>
                <a:gd name="T14" fmla="*/ 33 w 48"/>
                <a:gd name="T15" fmla="*/ 35 h 52"/>
                <a:gd name="T16" fmla="*/ 40 w 48"/>
                <a:gd name="T17" fmla="*/ 52 h 52"/>
                <a:gd name="T18" fmla="*/ 45 w 48"/>
                <a:gd name="T19" fmla="*/ 51 h 52"/>
                <a:gd name="T20" fmla="*/ 48 w 48"/>
                <a:gd name="T21" fmla="*/ 47 h 52"/>
                <a:gd name="T22" fmla="*/ 46 w 48"/>
                <a:gd name="T23" fmla="*/ 45 h 52"/>
                <a:gd name="T24" fmla="*/ 44 w 48"/>
                <a:gd name="T25" fmla="*/ 43 h 52"/>
                <a:gd name="T26" fmla="*/ 43 w 48"/>
                <a:gd name="T27" fmla="*/ 40 h 52"/>
                <a:gd name="T28" fmla="*/ 42 w 48"/>
                <a:gd name="T29" fmla="*/ 32 h 52"/>
                <a:gd name="T30" fmla="*/ 44 w 48"/>
                <a:gd name="T31" fmla="*/ 17 h 52"/>
                <a:gd name="T32" fmla="*/ 45 w 48"/>
                <a:gd name="T33" fmla="*/ 10 h 52"/>
                <a:gd name="T34" fmla="*/ 25 w 48"/>
                <a:gd name="T35" fmla="*/ 32 h 52"/>
                <a:gd name="T36" fmla="*/ 12 w 48"/>
                <a:gd name="T37" fmla="*/ 41 h 52"/>
                <a:gd name="T38" fmla="*/ 11 w 48"/>
                <a:gd name="T39" fmla="*/ 37 h 52"/>
                <a:gd name="T40" fmla="*/ 18 w 48"/>
                <a:gd name="T41" fmla="*/ 20 h 52"/>
                <a:gd name="T42" fmla="*/ 30 w 48"/>
                <a:gd name="T43" fmla="*/ 10 h 52"/>
                <a:gd name="T44" fmla="*/ 32 w 48"/>
                <a:gd name="T45" fmla="*/ 11 h 52"/>
                <a:gd name="T46" fmla="*/ 33 w 48"/>
                <a:gd name="T47" fmla="*/ 15 h 52"/>
                <a:gd name="T48" fmla="*/ 25 w 48"/>
                <a:gd name="T49" fmla="*/ 3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8" h="52">
                  <a:moveTo>
                    <a:pt x="45" y="10"/>
                  </a:moveTo>
                  <a:cubicBezTo>
                    <a:pt x="45" y="7"/>
                    <a:pt x="43" y="6"/>
                    <a:pt x="39" y="6"/>
                  </a:cubicBezTo>
                  <a:cubicBezTo>
                    <a:pt x="38" y="2"/>
                    <a:pt x="36" y="0"/>
                    <a:pt x="32" y="0"/>
                  </a:cubicBezTo>
                  <a:cubicBezTo>
                    <a:pt x="25" y="0"/>
                    <a:pt x="18" y="5"/>
                    <a:pt x="10" y="14"/>
                  </a:cubicBezTo>
                  <a:cubicBezTo>
                    <a:pt x="3" y="23"/>
                    <a:pt x="0" y="31"/>
                    <a:pt x="0" y="40"/>
                  </a:cubicBezTo>
                  <a:cubicBezTo>
                    <a:pt x="0" y="43"/>
                    <a:pt x="1" y="46"/>
                    <a:pt x="3" y="48"/>
                  </a:cubicBezTo>
                  <a:cubicBezTo>
                    <a:pt x="5" y="50"/>
                    <a:pt x="7" y="51"/>
                    <a:pt x="10" y="51"/>
                  </a:cubicBezTo>
                  <a:cubicBezTo>
                    <a:pt x="17" y="51"/>
                    <a:pt x="25" y="46"/>
                    <a:pt x="33" y="35"/>
                  </a:cubicBezTo>
                  <a:cubicBezTo>
                    <a:pt x="32" y="47"/>
                    <a:pt x="35" y="52"/>
                    <a:pt x="40" y="52"/>
                  </a:cubicBezTo>
                  <a:cubicBezTo>
                    <a:pt x="42" y="52"/>
                    <a:pt x="44" y="52"/>
                    <a:pt x="45" y="51"/>
                  </a:cubicBezTo>
                  <a:cubicBezTo>
                    <a:pt x="47" y="50"/>
                    <a:pt x="48" y="49"/>
                    <a:pt x="48" y="47"/>
                  </a:cubicBezTo>
                  <a:cubicBezTo>
                    <a:pt x="48" y="46"/>
                    <a:pt x="47" y="45"/>
                    <a:pt x="46" y="45"/>
                  </a:cubicBezTo>
                  <a:cubicBezTo>
                    <a:pt x="45" y="44"/>
                    <a:pt x="44" y="43"/>
                    <a:pt x="44" y="43"/>
                  </a:cubicBezTo>
                  <a:cubicBezTo>
                    <a:pt x="43" y="43"/>
                    <a:pt x="43" y="41"/>
                    <a:pt x="43" y="40"/>
                  </a:cubicBezTo>
                  <a:cubicBezTo>
                    <a:pt x="42" y="38"/>
                    <a:pt x="42" y="36"/>
                    <a:pt x="42" y="32"/>
                  </a:cubicBezTo>
                  <a:cubicBezTo>
                    <a:pt x="42" y="28"/>
                    <a:pt x="42" y="23"/>
                    <a:pt x="44" y="17"/>
                  </a:cubicBezTo>
                  <a:cubicBezTo>
                    <a:pt x="44" y="13"/>
                    <a:pt x="45" y="11"/>
                    <a:pt x="45" y="10"/>
                  </a:cubicBezTo>
                  <a:close/>
                  <a:moveTo>
                    <a:pt x="25" y="32"/>
                  </a:moveTo>
                  <a:cubicBezTo>
                    <a:pt x="20" y="38"/>
                    <a:pt x="16" y="41"/>
                    <a:pt x="12" y="41"/>
                  </a:cubicBezTo>
                  <a:cubicBezTo>
                    <a:pt x="11" y="41"/>
                    <a:pt x="11" y="40"/>
                    <a:pt x="11" y="37"/>
                  </a:cubicBezTo>
                  <a:cubicBezTo>
                    <a:pt x="11" y="33"/>
                    <a:pt x="13" y="27"/>
                    <a:pt x="18" y="20"/>
                  </a:cubicBezTo>
                  <a:cubicBezTo>
                    <a:pt x="23" y="13"/>
                    <a:pt x="27" y="10"/>
                    <a:pt x="30" y="10"/>
                  </a:cubicBezTo>
                  <a:cubicBezTo>
                    <a:pt x="31" y="10"/>
                    <a:pt x="32" y="10"/>
                    <a:pt x="32" y="11"/>
                  </a:cubicBezTo>
                  <a:cubicBezTo>
                    <a:pt x="33" y="12"/>
                    <a:pt x="33" y="13"/>
                    <a:pt x="33" y="15"/>
                  </a:cubicBezTo>
                  <a:cubicBezTo>
                    <a:pt x="33" y="20"/>
                    <a:pt x="31" y="25"/>
                    <a:pt x="25"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111"/>
            <p:cNvSpPr>
              <a:spLocks/>
            </p:cNvSpPr>
            <p:nvPr/>
          </p:nvSpPr>
          <p:spPr bwMode="auto">
            <a:xfrm>
              <a:off x="7112000" y="4787900"/>
              <a:ext cx="58738" cy="85725"/>
            </a:xfrm>
            <a:custGeom>
              <a:avLst/>
              <a:gdLst>
                <a:gd name="T0" fmla="*/ 20 w 38"/>
                <a:gd name="T1" fmla="*/ 44 h 56"/>
                <a:gd name="T2" fmla="*/ 11 w 38"/>
                <a:gd name="T3" fmla="*/ 46 h 56"/>
                <a:gd name="T4" fmla="*/ 8 w 38"/>
                <a:gd name="T5" fmla="*/ 45 h 56"/>
                <a:gd name="T6" fmla="*/ 5 w 38"/>
                <a:gd name="T7" fmla="*/ 44 h 56"/>
                <a:gd name="T8" fmla="*/ 1 w 38"/>
                <a:gd name="T9" fmla="*/ 46 h 56"/>
                <a:gd name="T10" fmla="*/ 0 w 38"/>
                <a:gd name="T11" fmla="*/ 50 h 56"/>
                <a:gd name="T12" fmla="*/ 8 w 38"/>
                <a:gd name="T13" fmla="*/ 56 h 56"/>
                <a:gd name="T14" fmla="*/ 28 w 38"/>
                <a:gd name="T15" fmla="*/ 51 h 56"/>
                <a:gd name="T16" fmla="*/ 37 w 38"/>
                <a:gd name="T17" fmla="*/ 40 h 56"/>
                <a:gd name="T18" fmla="*/ 35 w 38"/>
                <a:gd name="T19" fmla="*/ 33 h 56"/>
                <a:gd name="T20" fmla="*/ 24 w 38"/>
                <a:gd name="T21" fmla="*/ 27 h 56"/>
                <a:gd name="T22" fmla="*/ 17 w 38"/>
                <a:gd name="T23" fmla="*/ 22 h 56"/>
                <a:gd name="T24" fmla="*/ 16 w 38"/>
                <a:gd name="T25" fmla="*/ 19 h 56"/>
                <a:gd name="T26" fmla="*/ 20 w 38"/>
                <a:gd name="T27" fmla="*/ 13 h 56"/>
                <a:gd name="T28" fmla="*/ 29 w 38"/>
                <a:gd name="T29" fmla="*/ 10 h 56"/>
                <a:gd name="T30" fmla="*/ 31 w 38"/>
                <a:gd name="T31" fmla="*/ 11 h 56"/>
                <a:gd name="T32" fmla="*/ 33 w 38"/>
                <a:gd name="T33" fmla="*/ 11 h 56"/>
                <a:gd name="T34" fmla="*/ 36 w 38"/>
                <a:gd name="T35" fmla="*/ 10 h 56"/>
                <a:gd name="T36" fmla="*/ 38 w 38"/>
                <a:gd name="T37" fmla="*/ 7 h 56"/>
                <a:gd name="T38" fmla="*/ 30 w 38"/>
                <a:gd name="T39" fmla="*/ 0 h 56"/>
                <a:gd name="T40" fmla="*/ 13 w 38"/>
                <a:gd name="T41" fmla="*/ 6 h 56"/>
                <a:gd name="T42" fmla="*/ 4 w 38"/>
                <a:gd name="T43" fmla="*/ 20 h 56"/>
                <a:gd name="T44" fmla="*/ 7 w 38"/>
                <a:gd name="T45" fmla="*/ 27 h 56"/>
                <a:gd name="T46" fmla="*/ 19 w 38"/>
                <a:gd name="T47" fmla="*/ 35 h 56"/>
                <a:gd name="T48" fmla="*/ 27 w 38"/>
                <a:gd name="T49" fmla="*/ 41 h 56"/>
                <a:gd name="T50" fmla="*/ 20 w 38"/>
                <a:gd name="T51" fmla="*/ 44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8" h="56">
                  <a:moveTo>
                    <a:pt x="20" y="44"/>
                  </a:moveTo>
                  <a:cubicBezTo>
                    <a:pt x="17" y="45"/>
                    <a:pt x="14" y="46"/>
                    <a:pt x="11" y="46"/>
                  </a:cubicBezTo>
                  <a:cubicBezTo>
                    <a:pt x="10" y="46"/>
                    <a:pt x="9" y="45"/>
                    <a:pt x="8" y="45"/>
                  </a:cubicBezTo>
                  <a:cubicBezTo>
                    <a:pt x="7" y="45"/>
                    <a:pt x="6" y="44"/>
                    <a:pt x="5" y="44"/>
                  </a:cubicBezTo>
                  <a:cubicBezTo>
                    <a:pt x="4" y="44"/>
                    <a:pt x="3" y="45"/>
                    <a:pt x="1" y="46"/>
                  </a:cubicBezTo>
                  <a:cubicBezTo>
                    <a:pt x="0" y="47"/>
                    <a:pt x="0" y="48"/>
                    <a:pt x="0" y="50"/>
                  </a:cubicBezTo>
                  <a:cubicBezTo>
                    <a:pt x="0" y="54"/>
                    <a:pt x="2" y="56"/>
                    <a:pt x="8" y="56"/>
                  </a:cubicBezTo>
                  <a:cubicBezTo>
                    <a:pt x="15" y="56"/>
                    <a:pt x="22" y="54"/>
                    <a:pt x="28" y="51"/>
                  </a:cubicBezTo>
                  <a:cubicBezTo>
                    <a:pt x="34" y="48"/>
                    <a:pt x="37" y="44"/>
                    <a:pt x="37" y="40"/>
                  </a:cubicBezTo>
                  <a:cubicBezTo>
                    <a:pt x="37" y="38"/>
                    <a:pt x="36" y="35"/>
                    <a:pt x="35" y="33"/>
                  </a:cubicBezTo>
                  <a:cubicBezTo>
                    <a:pt x="33" y="31"/>
                    <a:pt x="30" y="29"/>
                    <a:pt x="24" y="27"/>
                  </a:cubicBezTo>
                  <a:cubicBezTo>
                    <a:pt x="21" y="25"/>
                    <a:pt x="18" y="24"/>
                    <a:pt x="17" y="22"/>
                  </a:cubicBezTo>
                  <a:cubicBezTo>
                    <a:pt x="16" y="21"/>
                    <a:pt x="16" y="20"/>
                    <a:pt x="16" y="19"/>
                  </a:cubicBezTo>
                  <a:cubicBezTo>
                    <a:pt x="16" y="17"/>
                    <a:pt x="17" y="14"/>
                    <a:pt x="20" y="13"/>
                  </a:cubicBezTo>
                  <a:cubicBezTo>
                    <a:pt x="24" y="11"/>
                    <a:pt x="27" y="10"/>
                    <a:pt x="29" y="10"/>
                  </a:cubicBezTo>
                  <a:cubicBezTo>
                    <a:pt x="30" y="10"/>
                    <a:pt x="30" y="10"/>
                    <a:pt x="31" y="11"/>
                  </a:cubicBezTo>
                  <a:cubicBezTo>
                    <a:pt x="32" y="11"/>
                    <a:pt x="33" y="11"/>
                    <a:pt x="33" y="11"/>
                  </a:cubicBezTo>
                  <a:cubicBezTo>
                    <a:pt x="34" y="11"/>
                    <a:pt x="35" y="11"/>
                    <a:pt x="36" y="10"/>
                  </a:cubicBezTo>
                  <a:cubicBezTo>
                    <a:pt x="37" y="9"/>
                    <a:pt x="38" y="8"/>
                    <a:pt x="38" y="7"/>
                  </a:cubicBezTo>
                  <a:cubicBezTo>
                    <a:pt x="38" y="2"/>
                    <a:pt x="35" y="0"/>
                    <a:pt x="30" y="0"/>
                  </a:cubicBezTo>
                  <a:cubicBezTo>
                    <a:pt x="25" y="0"/>
                    <a:pt x="19" y="2"/>
                    <a:pt x="13" y="6"/>
                  </a:cubicBezTo>
                  <a:cubicBezTo>
                    <a:pt x="7" y="10"/>
                    <a:pt x="4" y="15"/>
                    <a:pt x="4" y="20"/>
                  </a:cubicBezTo>
                  <a:cubicBezTo>
                    <a:pt x="4" y="23"/>
                    <a:pt x="5" y="25"/>
                    <a:pt x="7" y="27"/>
                  </a:cubicBezTo>
                  <a:cubicBezTo>
                    <a:pt x="8" y="29"/>
                    <a:pt x="12" y="32"/>
                    <a:pt x="19" y="35"/>
                  </a:cubicBezTo>
                  <a:cubicBezTo>
                    <a:pt x="24" y="37"/>
                    <a:pt x="26" y="39"/>
                    <a:pt x="27" y="41"/>
                  </a:cubicBezTo>
                  <a:cubicBezTo>
                    <a:pt x="26" y="42"/>
                    <a:pt x="24" y="43"/>
                    <a:pt x="20"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112"/>
            <p:cNvSpPr>
              <a:spLocks/>
            </p:cNvSpPr>
            <p:nvPr/>
          </p:nvSpPr>
          <p:spPr bwMode="auto">
            <a:xfrm>
              <a:off x="7181850" y="4792663"/>
              <a:ext cx="130175" cy="77788"/>
            </a:xfrm>
            <a:custGeom>
              <a:avLst/>
              <a:gdLst>
                <a:gd name="T0" fmla="*/ 14 w 86"/>
                <a:gd name="T1" fmla="*/ 8 h 51"/>
                <a:gd name="T2" fmla="*/ 7 w 86"/>
                <a:gd name="T3" fmla="*/ 0 h 51"/>
                <a:gd name="T4" fmla="*/ 4 w 86"/>
                <a:gd name="T5" fmla="*/ 1 h 51"/>
                <a:gd name="T6" fmla="*/ 3 w 86"/>
                <a:gd name="T7" fmla="*/ 4 h 51"/>
                <a:gd name="T8" fmla="*/ 2 w 86"/>
                <a:gd name="T9" fmla="*/ 19 h 51"/>
                <a:gd name="T10" fmla="*/ 0 w 86"/>
                <a:gd name="T11" fmla="*/ 43 h 51"/>
                <a:gd name="T12" fmla="*/ 6 w 86"/>
                <a:gd name="T13" fmla="*/ 51 h 51"/>
                <a:gd name="T14" fmla="*/ 12 w 86"/>
                <a:gd name="T15" fmla="*/ 47 h 51"/>
                <a:gd name="T16" fmla="*/ 23 w 86"/>
                <a:gd name="T17" fmla="*/ 27 h 51"/>
                <a:gd name="T18" fmla="*/ 32 w 86"/>
                <a:gd name="T19" fmla="*/ 15 h 51"/>
                <a:gd name="T20" fmla="*/ 33 w 86"/>
                <a:gd name="T21" fmla="*/ 28 h 51"/>
                <a:gd name="T22" fmla="*/ 36 w 86"/>
                <a:gd name="T23" fmla="*/ 45 h 51"/>
                <a:gd name="T24" fmla="*/ 42 w 86"/>
                <a:gd name="T25" fmla="*/ 47 h 51"/>
                <a:gd name="T26" fmla="*/ 48 w 86"/>
                <a:gd name="T27" fmla="*/ 43 h 51"/>
                <a:gd name="T28" fmla="*/ 55 w 86"/>
                <a:gd name="T29" fmla="*/ 31 h 51"/>
                <a:gd name="T30" fmla="*/ 62 w 86"/>
                <a:gd name="T31" fmla="*/ 18 h 51"/>
                <a:gd name="T32" fmla="*/ 65 w 86"/>
                <a:gd name="T33" fmla="*/ 15 h 51"/>
                <a:gd name="T34" fmla="*/ 66 w 86"/>
                <a:gd name="T35" fmla="*/ 17 h 51"/>
                <a:gd name="T36" fmla="*/ 67 w 86"/>
                <a:gd name="T37" fmla="*/ 26 h 51"/>
                <a:gd name="T38" fmla="*/ 71 w 86"/>
                <a:gd name="T39" fmla="*/ 44 h 51"/>
                <a:gd name="T40" fmla="*/ 78 w 86"/>
                <a:gd name="T41" fmla="*/ 49 h 51"/>
                <a:gd name="T42" fmla="*/ 83 w 86"/>
                <a:gd name="T43" fmla="*/ 47 h 51"/>
                <a:gd name="T44" fmla="*/ 86 w 86"/>
                <a:gd name="T45" fmla="*/ 43 h 51"/>
                <a:gd name="T46" fmla="*/ 84 w 86"/>
                <a:gd name="T47" fmla="*/ 40 h 51"/>
                <a:gd name="T48" fmla="*/ 80 w 86"/>
                <a:gd name="T49" fmla="*/ 34 h 51"/>
                <a:gd name="T50" fmla="*/ 78 w 86"/>
                <a:gd name="T51" fmla="*/ 22 h 51"/>
                <a:gd name="T52" fmla="*/ 75 w 86"/>
                <a:gd name="T53" fmla="*/ 7 h 51"/>
                <a:gd name="T54" fmla="*/ 67 w 86"/>
                <a:gd name="T55" fmla="*/ 3 h 51"/>
                <a:gd name="T56" fmla="*/ 59 w 86"/>
                <a:gd name="T57" fmla="*/ 6 h 51"/>
                <a:gd name="T58" fmla="*/ 50 w 86"/>
                <a:gd name="T59" fmla="*/ 21 h 51"/>
                <a:gd name="T60" fmla="*/ 44 w 86"/>
                <a:gd name="T61" fmla="*/ 32 h 51"/>
                <a:gd name="T62" fmla="*/ 43 w 86"/>
                <a:gd name="T63" fmla="*/ 21 h 51"/>
                <a:gd name="T64" fmla="*/ 41 w 86"/>
                <a:gd name="T65" fmla="*/ 6 h 51"/>
                <a:gd name="T66" fmla="*/ 34 w 86"/>
                <a:gd name="T67" fmla="*/ 3 h 51"/>
                <a:gd name="T68" fmla="*/ 10 w 86"/>
                <a:gd name="T69" fmla="*/ 31 h 51"/>
                <a:gd name="T70" fmla="*/ 12 w 86"/>
                <a:gd name="T71" fmla="*/ 22 h 51"/>
                <a:gd name="T72" fmla="*/ 14 w 86"/>
                <a:gd name="T73" fmla="*/ 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6" h="51">
                  <a:moveTo>
                    <a:pt x="14" y="8"/>
                  </a:moveTo>
                  <a:cubicBezTo>
                    <a:pt x="14" y="2"/>
                    <a:pt x="12" y="0"/>
                    <a:pt x="7" y="0"/>
                  </a:cubicBezTo>
                  <a:cubicBezTo>
                    <a:pt x="6" y="0"/>
                    <a:pt x="5" y="0"/>
                    <a:pt x="4" y="1"/>
                  </a:cubicBezTo>
                  <a:cubicBezTo>
                    <a:pt x="3" y="2"/>
                    <a:pt x="3" y="3"/>
                    <a:pt x="3" y="4"/>
                  </a:cubicBezTo>
                  <a:cubicBezTo>
                    <a:pt x="3" y="9"/>
                    <a:pt x="3" y="14"/>
                    <a:pt x="2" y="19"/>
                  </a:cubicBezTo>
                  <a:cubicBezTo>
                    <a:pt x="1" y="26"/>
                    <a:pt x="0" y="34"/>
                    <a:pt x="0" y="43"/>
                  </a:cubicBezTo>
                  <a:cubicBezTo>
                    <a:pt x="0" y="49"/>
                    <a:pt x="2" y="51"/>
                    <a:pt x="6" y="51"/>
                  </a:cubicBezTo>
                  <a:cubicBezTo>
                    <a:pt x="9" y="51"/>
                    <a:pt x="11" y="50"/>
                    <a:pt x="12" y="47"/>
                  </a:cubicBezTo>
                  <a:cubicBezTo>
                    <a:pt x="14" y="41"/>
                    <a:pt x="18" y="34"/>
                    <a:pt x="23" y="27"/>
                  </a:cubicBezTo>
                  <a:cubicBezTo>
                    <a:pt x="27" y="19"/>
                    <a:pt x="30" y="15"/>
                    <a:pt x="32" y="15"/>
                  </a:cubicBezTo>
                  <a:cubicBezTo>
                    <a:pt x="33" y="15"/>
                    <a:pt x="33" y="19"/>
                    <a:pt x="33" y="28"/>
                  </a:cubicBezTo>
                  <a:cubicBezTo>
                    <a:pt x="34" y="37"/>
                    <a:pt x="34" y="43"/>
                    <a:pt x="36" y="45"/>
                  </a:cubicBezTo>
                  <a:cubicBezTo>
                    <a:pt x="38" y="46"/>
                    <a:pt x="40" y="47"/>
                    <a:pt x="42" y="47"/>
                  </a:cubicBezTo>
                  <a:cubicBezTo>
                    <a:pt x="44" y="47"/>
                    <a:pt x="46" y="46"/>
                    <a:pt x="48" y="43"/>
                  </a:cubicBezTo>
                  <a:cubicBezTo>
                    <a:pt x="50" y="41"/>
                    <a:pt x="52" y="37"/>
                    <a:pt x="55" y="31"/>
                  </a:cubicBezTo>
                  <a:cubicBezTo>
                    <a:pt x="58" y="25"/>
                    <a:pt x="60" y="20"/>
                    <a:pt x="62" y="18"/>
                  </a:cubicBezTo>
                  <a:cubicBezTo>
                    <a:pt x="63" y="16"/>
                    <a:pt x="64" y="15"/>
                    <a:pt x="65" y="15"/>
                  </a:cubicBezTo>
                  <a:cubicBezTo>
                    <a:pt x="65" y="15"/>
                    <a:pt x="66" y="16"/>
                    <a:pt x="66" y="17"/>
                  </a:cubicBezTo>
                  <a:cubicBezTo>
                    <a:pt x="67" y="19"/>
                    <a:pt x="67" y="21"/>
                    <a:pt x="67" y="26"/>
                  </a:cubicBezTo>
                  <a:cubicBezTo>
                    <a:pt x="68" y="35"/>
                    <a:pt x="69" y="41"/>
                    <a:pt x="71" y="44"/>
                  </a:cubicBezTo>
                  <a:cubicBezTo>
                    <a:pt x="73" y="47"/>
                    <a:pt x="75" y="49"/>
                    <a:pt x="78" y="49"/>
                  </a:cubicBezTo>
                  <a:cubicBezTo>
                    <a:pt x="80" y="49"/>
                    <a:pt x="82" y="48"/>
                    <a:pt x="83" y="47"/>
                  </a:cubicBezTo>
                  <a:cubicBezTo>
                    <a:pt x="85" y="46"/>
                    <a:pt x="86" y="44"/>
                    <a:pt x="86" y="43"/>
                  </a:cubicBezTo>
                  <a:cubicBezTo>
                    <a:pt x="86" y="41"/>
                    <a:pt x="85" y="40"/>
                    <a:pt x="84" y="40"/>
                  </a:cubicBezTo>
                  <a:cubicBezTo>
                    <a:pt x="82" y="39"/>
                    <a:pt x="81" y="37"/>
                    <a:pt x="80" y="34"/>
                  </a:cubicBezTo>
                  <a:cubicBezTo>
                    <a:pt x="79" y="31"/>
                    <a:pt x="78" y="27"/>
                    <a:pt x="78" y="22"/>
                  </a:cubicBezTo>
                  <a:cubicBezTo>
                    <a:pt x="77" y="15"/>
                    <a:pt x="76" y="10"/>
                    <a:pt x="75" y="7"/>
                  </a:cubicBezTo>
                  <a:cubicBezTo>
                    <a:pt x="73" y="4"/>
                    <a:pt x="71" y="3"/>
                    <a:pt x="67" y="3"/>
                  </a:cubicBezTo>
                  <a:cubicBezTo>
                    <a:pt x="65" y="3"/>
                    <a:pt x="62" y="4"/>
                    <a:pt x="59" y="6"/>
                  </a:cubicBezTo>
                  <a:cubicBezTo>
                    <a:pt x="57" y="9"/>
                    <a:pt x="54" y="14"/>
                    <a:pt x="50" y="21"/>
                  </a:cubicBezTo>
                  <a:cubicBezTo>
                    <a:pt x="47" y="28"/>
                    <a:pt x="45" y="32"/>
                    <a:pt x="44" y="32"/>
                  </a:cubicBezTo>
                  <a:cubicBezTo>
                    <a:pt x="44" y="32"/>
                    <a:pt x="43" y="28"/>
                    <a:pt x="43" y="21"/>
                  </a:cubicBezTo>
                  <a:cubicBezTo>
                    <a:pt x="43" y="13"/>
                    <a:pt x="42" y="8"/>
                    <a:pt x="41" y="6"/>
                  </a:cubicBezTo>
                  <a:cubicBezTo>
                    <a:pt x="39" y="4"/>
                    <a:pt x="37" y="3"/>
                    <a:pt x="34" y="3"/>
                  </a:cubicBezTo>
                  <a:cubicBezTo>
                    <a:pt x="27" y="3"/>
                    <a:pt x="19" y="12"/>
                    <a:pt x="10" y="31"/>
                  </a:cubicBezTo>
                  <a:cubicBezTo>
                    <a:pt x="10" y="29"/>
                    <a:pt x="11" y="26"/>
                    <a:pt x="12" y="22"/>
                  </a:cubicBezTo>
                  <a:cubicBezTo>
                    <a:pt x="13" y="14"/>
                    <a:pt x="14" y="10"/>
                    <a:pt x="14"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Oval 113"/>
            <p:cNvSpPr>
              <a:spLocks noChangeArrowheads="1"/>
            </p:cNvSpPr>
            <p:nvPr/>
          </p:nvSpPr>
          <p:spPr bwMode="auto">
            <a:xfrm>
              <a:off x="6557963" y="3827463"/>
              <a:ext cx="274638" cy="2746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114"/>
            <p:cNvSpPr>
              <a:spLocks/>
            </p:cNvSpPr>
            <p:nvPr/>
          </p:nvSpPr>
          <p:spPr bwMode="auto">
            <a:xfrm>
              <a:off x="6683375" y="4071938"/>
              <a:ext cx="904875" cy="568325"/>
            </a:xfrm>
            <a:custGeom>
              <a:avLst/>
              <a:gdLst>
                <a:gd name="T0" fmla="*/ 7 w 591"/>
                <a:gd name="T1" fmla="*/ 299 h 372"/>
                <a:gd name="T2" fmla="*/ 100 w 591"/>
                <a:gd name="T3" fmla="*/ 369 h 372"/>
                <a:gd name="T4" fmla="*/ 120 w 591"/>
                <a:gd name="T5" fmla="*/ 368 h 372"/>
                <a:gd name="T6" fmla="*/ 540 w 591"/>
                <a:gd name="T7" fmla="*/ 372 h 372"/>
                <a:gd name="T8" fmla="*/ 541 w 591"/>
                <a:gd name="T9" fmla="*/ 372 h 372"/>
                <a:gd name="T10" fmla="*/ 591 w 591"/>
                <a:gd name="T11" fmla="*/ 322 h 372"/>
                <a:gd name="T12" fmla="*/ 541 w 591"/>
                <a:gd name="T13" fmla="*/ 272 h 372"/>
                <a:gd name="T14" fmla="*/ 148 w 591"/>
                <a:gd name="T15" fmla="*/ 269 h 372"/>
                <a:gd name="T16" fmla="*/ 159 w 591"/>
                <a:gd name="T17" fmla="*/ 163 h 372"/>
                <a:gd name="T18" fmla="*/ 161 w 591"/>
                <a:gd name="T19" fmla="*/ 154 h 372"/>
                <a:gd name="T20" fmla="*/ 92 w 591"/>
                <a:gd name="T21" fmla="*/ 117 h 372"/>
                <a:gd name="T22" fmla="*/ 72 w 591"/>
                <a:gd name="T23" fmla="*/ 93 h 372"/>
                <a:gd name="T24" fmla="*/ 75 w 591"/>
                <a:gd name="T25" fmla="*/ 62 h 372"/>
                <a:gd name="T26" fmla="*/ 111 w 591"/>
                <a:gd name="T27" fmla="*/ 41 h 372"/>
                <a:gd name="T28" fmla="*/ 131 w 591"/>
                <a:gd name="T29" fmla="*/ 45 h 372"/>
                <a:gd name="T30" fmla="*/ 375 w 591"/>
                <a:gd name="T31" fmla="*/ 177 h 372"/>
                <a:gd name="T32" fmla="*/ 394 w 591"/>
                <a:gd name="T33" fmla="*/ 201 h 372"/>
                <a:gd name="T34" fmla="*/ 396 w 591"/>
                <a:gd name="T35" fmla="*/ 218 h 372"/>
                <a:gd name="T36" fmla="*/ 527 w 591"/>
                <a:gd name="T37" fmla="*/ 164 h 372"/>
                <a:gd name="T38" fmla="*/ 555 w 591"/>
                <a:gd name="T39" fmla="*/ 99 h 372"/>
                <a:gd name="T40" fmla="*/ 490 w 591"/>
                <a:gd name="T41" fmla="*/ 72 h 372"/>
                <a:gd name="T42" fmla="*/ 332 w 591"/>
                <a:gd name="T43" fmla="*/ 136 h 372"/>
                <a:gd name="T44" fmla="*/ 152 w 591"/>
                <a:gd name="T45" fmla="*/ 17 h 372"/>
                <a:gd name="T46" fmla="*/ 146 w 591"/>
                <a:gd name="T47" fmla="*/ 14 h 372"/>
                <a:gd name="T48" fmla="*/ 133 w 591"/>
                <a:gd name="T49" fmla="*/ 8 h 372"/>
                <a:gd name="T50" fmla="*/ 30 w 591"/>
                <a:gd name="T51" fmla="*/ 77 h 372"/>
                <a:gd name="T52" fmla="*/ 8 w 591"/>
                <a:gd name="T53" fmla="*/ 155 h 372"/>
                <a:gd name="T54" fmla="*/ 7 w 591"/>
                <a:gd name="T55" fmla="*/ 299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91" h="372">
                  <a:moveTo>
                    <a:pt x="7" y="299"/>
                  </a:moveTo>
                  <a:cubicBezTo>
                    <a:pt x="19" y="363"/>
                    <a:pt x="64" y="370"/>
                    <a:pt x="100" y="369"/>
                  </a:cubicBezTo>
                  <a:cubicBezTo>
                    <a:pt x="108" y="369"/>
                    <a:pt x="114" y="369"/>
                    <a:pt x="120" y="368"/>
                  </a:cubicBezTo>
                  <a:cubicBezTo>
                    <a:pt x="540" y="372"/>
                    <a:pt x="540" y="372"/>
                    <a:pt x="540" y="372"/>
                  </a:cubicBezTo>
                  <a:cubicBezTo>
                    <a:pt x="540" y="372"/>
                    <a:pt x="540" y="372"/>
                    <a:pt x="541" y="372"/>
                  </a:cubicBezTo>
                  <a:cubicBezTo>
                    <a:pt x="568" y="372"/>
                    <a:pt x="590" y="350"/>
                    <a:pt x="591" y="322"/>
                  </a:cubicBezTo>
                  <a:cubicBezTo>
                    <a:pt x="591" y="295"/>
                    <a:pt x="569" y="272"/>
                    <a:pt x="541" y="272"/>
                  </a:cubicBezTo>
                  <a:cubicBezTo>
                    <a:pt x="148" y="269"/>
                    <a:pt x="148" y="269"/>
                    <a:pt x="148" y="269"/>
                  </a:cubicBezTo>
                  <a:cubicBezTo>
                    <a:pt x="148" y="233"/>
                    <a:pt x="153" y="197"/>
                    <a:pt x="159" y="163"/>
                  </a:cubicBezTo>
                  <a:cubicBezTo>
                    <a:pt x="160" y="160"/>
                    <a:pt x="161" y="157"/>
                    <a:pt x="161" y="154"/>
                  </a:cubicBezTo>
                  <a:cubicBezTo>
                    <a:pt x="92" y="117"/>
                    <a:pt x="92" y="117"/>
                    <a:pt x="92" y="117"/>
                  </a:cubicBezTo>
                  <a:cubicBezTo>
                    <a:pt x="82" y="112"/>
                    <a:pt x="75" y="103"/>
                    <a:pt x="72" y="93"/>
                  </a:cubicBezTo>
                  <a:cubicBezTo>
                    <a:pt x="69" y="83"/>
                    <a:pt x="70" y="72"/>
                    <a:pt x="75" y="62"/>
                  </a:cubicBezTo>
                  <a:cubicBezTo>
                    <a:pt x="83" y="49"/>
                    <a:pt x="96" y="41"/>
                    <a:pt x="111" y="41"/>
                  </a:cubicBezTo>
                  <a:cubicBezTo>
                    <a:pt x="118" y="41"/>
                    <a:pt x="125" y="42"/>
                    <a:pt x="131" y="45"/>
                  </a:cubicBezTo>
                  <a:cubicBezTo>
                    <a:pt x="375" y="177"/>
                    <a:pt x="375" y="177"/>
                    <a:pt x="375" y="177"/>
                  </a:cubicBezTo>
                  <a:cubicBezTo>
                    <a:pt x="384" y="182"/>
                    <a:pt x="391" y="191"/>
                    <a:pt x="394" y="201"/>
                  </a:cubicBezTo>
                  <a:cubicBezTo>
                    <a:pt x="396" y="207"/>
                    <a:pt x="396" y="212"/>
                    <a:pt x="396" y="218"/>
                  </a:cubicBezTo>
                  <a:cubicBezTo>
                    <a:pt x="527" y="164"/>
                    <a:pt x="527" y="164"/>
                    <a:pt x="527" y="164"/>
                  </a:cubicBezTo>
                  <a:cubicBezTo>
                    <a:pt x="553" y="154"/>
                    <a:pt x="565" y="125"/>
                    <a:pt x="555" y="99"/>
                  </a:cubicBezTo>
                  <a:cubicBezTo>
                    <a:pt x="544" y="74"/>
                    <a:pt x="515" y="61"/>
                    <a:pt x="490" y="72"/>
                  </a:cubicBezTo>
                  <a:cubicBezTo>
                    <a:pt x="332" y="136"/>
                    <a:pt x="332" y="136"/>
                    <a:pt x="332" y="136"/>
                  </a:cubicBezTo>
                  <a:cubicBezTo>
                    <a:pt x="152" y="17"/>
                    <a:pt x="152" y="17"/>
                    <a:pt x="152" y="17"/>
                  </a:cubicBezTo>
                  <a:cubicBezTo>
                    <a:pt x="150" y="15"/>
                    <a:pt x="148" y="14"/>
                    <a:pt x="146" y="14"/>
                  </a:cubicBezTo>
                  <a:cubicBezTo>
                    <a:pt x="142" y="11"/>
                    <a:pt x="138" y="9"/>
                    <a:pt x="133" y="8"/>
                  </a:cubicBezTo>
                  <a:cubicBezTo>
                    <a:pt x="99" y="0"/>
                    <a:pt x="50" y="18"/>
                    <a:pt x="30" y="77"/>
                  </a:cubicBezTo>
                  <a:cubicBezTo>
                    <a:pt x="20" y="106"/>
                    <a:pt x="13" y="131"/>
                    <a:pt x="8" y="155"/>
                  </a:cubicBezTo>
                  <a:cubicBezTo>
                    <a:pt x="0" y="200"/>
                    <a:pt x="0" y="242"/>
                    <a:pt x="7" y="2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115"/>
            <p:cNvSpPr>
              <a:spLocks/>
            </p:cNvSpPr>
            <p:nvPr/>
          </p:nvSpPr>
          <p:spPr bwMode="auto">
            <a:xfrm>
              <a:off x="6799263" y="4140200"/>
              <a:ext cx="484188" cy="306388"/>
            </a:xfrm>
            <a:custGeom>
              <a:avLst/>
              <a:gdLst>
                <a:gd name="T0" fmla="*/ 295 w 317"/>
                <a:gd name="T1" fmla="*/ 140 h 200"/>
                <a:gd name="T2" fmla="*/ 52 w 317"/>
                <a:gd name="T3" fmla="*/ 8 h 200"/>
                <a:gd name="T4" fmla="*/ 8 w 317"/>
                <a:gd name="T5" fmla="*/ 21 h 200"/>
                <a:gd name="T6" fmla="*/ 21 w 317"/>
                <a:gd name="T7" fmla="*/ 64 h 200"/>
                <a:gd name="T8" fmla="*/ 265 w 317"/>
                <a:gd name="T9" fmla="*/ 196 h 200"/>
                <a:gd name="T10" fmla="*/ 280 w 317"/>
                <a:gd name="T11" fmla="*/ 200 h 200"/>
                <a:gd name="T12" fmla="*/ 308 w 317"/>
                <a:gd name="T13" fmla="*/ 183 h 200"/>
                <a:gd name="T14" fmla="*/ 295 w 317"/>
                <a:gd name="T15" fmla="*/ 140 h 2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7" h="200">
                  <a:moveTo>
                    <a:pt x="295" y="140"/>
                  </a:moveTo>
                  <a:cubicBezTo>
                    <a:pt x="52" y="8"/>
                    <a:pt x="52" y="8"/>
                    <a:pt x="52" y="8"/>
                  </a:cubicBezTo>
                  <a:cubicBezTo>
                    <a:pt x="36" y="0"/>
                    <a:pt x="17" y="6"/>
                    <a:pt x="8" y="21"/>
                  </a:cubicBezTo>
                  <a:cubicBezTo>
                    <a:pt x="0" y="37"/>
                    <a:pt x="6" y="56"/>
                    <a:pt x="21" y="64"/>
                  </a:cubicBezTo>
                  <a:cubicBezTo>
                    <a:pt x="265" y="196"/>
                    <a:pt x="265" y="196"/>
                    <a:pt x="265" y="196"/>
                  </a:cubicBezTo>
                  <a:cubicBezTo>
                    <a:pt x="270" y="199"/>
                    <a:pt x="275" y="200"/>
                    <a:pt x="280" y="200"/>
                  </a:cubicBezTo>
                  <a:cubicBezTo>
                    <a:pt x="292" y="200"/>
                    <a:pt x="303" y="194"/>
                    <a:pt x="308" y="183"/>
                  </a:cubicBezTo>
                  <a:cubicBezTo>
                    <a:pt x="317" y="167"/>
                    <a:pt x="311" y="148"/>
                    <a:pt x="295" y="1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116"/>
            <p:cNvSpPr>
              <a:spLocks/>
            </p:cNvSpPr>
            <p:nvPr/>
          </p:nvSpPr>
          <p:spPr bwMode="auto">
            <a:xfrm>
              <a:off x="6664325" y="3648075"/>
              <a:ext cx="339725" cy="298450"/>
            </a:xfrm>
            <a:custGeom>
              <a:avLst/>
              <a:gdLst>
                <a:gd name="T0" fmla="*/ 222 w 222"/>
                <a:gd name="T1" fmla="*/ 117 h 195"/>
                <a:gd name="T2" fmla="*/ 217 w 222"/>
                <a:gd name="T3" fmla="*/ 113 h 195"/>
                <a:gd name="T4" fmla="*/ 166 w 222"/>
                <a:gd name="T5" fmla="*/ 107 h 195"/>
                <a:gd name="T6" fmla="*/ 196 w 222"/>
                <a:gd name="T7" fmla="*/ 58 h 195"/>
                <a:gd name="T8" fmla="*/ 195 w 222"/>
                <a:gd name="T9" fmla="*/ 51 h 195"/>
                <a:gd name="T10" fmla="*/ 189 w 222"/>
                <a:gd name="T11" fmla="*/ 49 h 195"/>
                <a:gd name="T12" fmla="*/ 138 w 222"/>
                <a:gd name="T13" fmla="*/ 66 h 195"/>
                <a:gd name="T14" fmla="*/ 140 w 222"/>
                <a:gd name="T15" fmla="*/ 7 h 195"/>
                <a:gd name="T16" fmla="*/ 136 w 222"/>
                <a:gd name="T17" fmla="*/ 1 h 195"/>
                <a:gd name="T18" fmla="*/ 129 w 222"/>
                <a:gd name="T19" fmla="*/ 3 h 195"/>
                <a:gd name="T20" fmla="*/ 92 w 222"/>
                <a:gd name="T21" fmla="*/ 51 h 195"/>
                <a:gd name="T22" fmla="*/ 70 w 222"/>
                <a:gd name="T23" fmla="*/ 11 h 195"/>
                <a:gd name="T24" fmla="*/ 64 w 222"/>
                <a:gd name="T25" fmla="*/ 7 h 195"/>
                <a:gd name="T26" fmla="*/ 59 w 222"/>
                <a:gd name="T27" fmla="*/ 12 h 195"/>
                <a:gd name="T28" fmla="*/ 50 w 222"/>
                <a:gd name="T29" fmla="*/ 50 h 195"/>
                <a:gd name="T30" fmla="*/ 11 w 222"/>
                <a:gd name="T31" fmla="*/ 16 h 195"/>
                <a:gd name="T32" fmla="*/ 4 w 222"/>
                <a:gd name="T33" fmla="*/ 15 h 195"/>
                <a:gd name="T34" fmla="*/ 1 w 222"/>
                <a:gd name="T35" fmla="*/ 22 h 195"/>
                <a:gd name="T36" fmla="*/ 14 w 222"/>
                <a:gd name="T37" fmla="*/ 76 h 195"/>
                <a:gd name="T38" fmla="*/ 22 w 222"/>
                <a:gd name="T39" fmla="*/ 80 h 195"/>
                <a:gd name="T40" fmla="*/ 26 w 222"/>
                <a:gd name="T41" fmla="*/ 73 h 195"/>
                <a:gd name="T42" fmla="*/ 17 w 222"/>
                <a:gd name="T43" fmla="*/ 37 h 195"/>
                <a:gd name="T44" fmla="*/ 50 w 222"/>
                <a:gd name="T45" fmla="*/ 65 h 195"/>
                <a:gd name="T46" fmla="*/ 56 w 222"/>
                <a:gd name="T47" fmla="*/ 67 h 195"/>
                <a:gd name="T48" fmla="*/ 60 w 222"/>
                <a:gd name="T49" fmla="*/ 62 h 195"/>
                <a:gd name="T50" fmla="*/ 67 w 222"/>
                <a:gd name="T51" fmla="*/ 30 h 195"/>
                <a:gd name="T52" fmla="*/ 86 w 222"/>
                <a:gd name="T53" fmla="*/ 65 h 195"/>
                <a:gd name="T54" fmla="*/ 90 w 222"/>
                <a:gd name="T55" fmla="*/ 68 h 195"/>
                <a:gd name="T56" fmla="*/ 96 w 222"/>
                <a:gd name="T57" fmla="*/ 65 h 195"/>
                <a:gd name="T58" fmla="*/ 127 w 222"/>
                <a:gd name="T59" fmla="*/ 25 h 195"/>
                <a:gd name="T60" fmla="*/ 126 w 222"/>
                <a:gd name="T61" fmla="*/ 75 h 195"/>
                <a:gd name="T62" fmla="*/ 128 w 222"/>
                <a:gd name="T63" fmla="*/ 80 h 195"/>
                <a:gd name="T64" fmla="*/ 134 w 222"/>
                <a:gd name="T65" fmla="*/ 80 h 195"/>
                <a:gd name="T66" fmla="*/ 177 w 222"/>
                <a:gd name="T67" fmla="*/ 66 h 195"/>
                <a:gd name="T68" fmla="*/ 151 w 222"/>
                <a:gd name="T69" fmla="*/ 108 h 195"/>
                <a:gd name="T70" fmla="*/ 151 w 222"/>
                <a:gd name="T71" fmla="*/ 114 h 195"/>
                <a:gd name="T72" fmla="*/ 155 w 222"/>
                <a:gd name="T73" fmla="*/ 118 h 195"/>
                <a:gd name="T74" fmla="*/ 198 w 222"/>
                <a:gd name="T75" fmla="*/ 123 h 195"/>
                <a:gd name="T76" fmla="*/ 150 w 222"/>
                <a:gd name="T77" fmla="*/ 151 h 195"/>
                <a:gd name="T78" fmla="*/ 147 w 222"/>
                <a:gd name="T79" fmla="*/ 155 h 195"/>
                <a:gd name="T80" fmla="*/ 149 w 222"/>
                <a:gd name="T81" fmla="*/ 160 h 195"/>
                <a:gd name="T82" fmla="*/ 172 w 222"/>
                <a:gd name="T83" fmla="*/ 183 h 195"/>
                <a:gd name="T84" fmla="*/ 141 w 222"/>
                <a:gd name="T85" fmla="*/ 182 h 195"/>
                <a:gd name="T86" fmla="*/ 140 w 222"/>
                <a:gd name="T87" fmla="*/ 182 h 195"/>
                <a:gd name="T88" fmla="*/ 134 w 222"/>
                <a:gd name="T89" fmla="*/ 188 h 195"/>
                <a:gd name="T90" fmla="*/ 140 w 222"/>
                <a:gd name="T91" fmla="*/ 194 h 195"/>
                <a:gd name="T92" fmla="*/ 186 w 222"/>
                <a:gd name="T93" fmla="*/ 195 h 195"/>
                <a:gd name="T94" fmla="*/ 186 w 222"/>
                <a:gd name="T95" fmla="*/ 195 h 195"/>
                <a:gd name="T96" fmla="*/ 192 w 222"/>
                <a:gd name="T97" fmla="*/ 191 h 195"/>
                <a:gd name="T98" fmla="*/ 190 w 222"/>
                <a:gd name="T99" fmla="*/ 185 h 195"/>
                <a:gd name="T100" fmla="*/ 163 w 222"/>
                <a:gd name="T101" fmla="*/ 157 h 195"/>
                <a:gd name="T102" fmla="*/ 219 w 222"/>
                <a:gd name="T103" fmla="*/ 124 h 195"/>
                <a:gd name="T104" fmla="*/ 222 w 222"/>
                <a:gd name="T105" fmla="*/ 117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2" h="195">
                  <a:moveTo>
                    <a:pt x="222" y="117"/>
                  </a:moveTo>
                  <a:cubicBezTo>
                    <a:pt x="221" y="115"/>
                    <a:pt x="219" y="113"/>
                    <a:pt x="217" y="113"/>
                  </a:cubicBezTo>
                  <a:cubicBezTo>
                    <a:pt x="166" y="107"/>
                    <a:pt x="166" y="107"/>
                    <a:pt x="166" y="107"/>
                  </a:cubicBezTo>
                  <a:cubicBezTo>
                    <a:pt x="196" y="58"/>
                    <a:pt x="196" y="58"/>
                    <a:pt x="196" y="58"/>
                  </a:cubicBezTo>
                  <a:cubicBezTo>
                    <a:pt x="197" y="56"/>
                    <a:pt x="197" y="53"/>
                    <a:pt x="195" y="51"/>
                  </a:cubicBezTo>
                  <a:cubicBezTo>
                    <a:pt x="194" y="49"/>
                    <a:pt x="191" y="48"/>
                    <a:pt x="189" y="49"/>
                  </a:cubicBezTo>
                  <a:cubicBezTo>
                    <a:pt x="138" y="66"/>
                    <a:pt x="138" y="66"/>
                    <a:pt x="138" y="66"/>
                  </a:cubicBezTo>
                  <a:cubicBezTo>
                    <a:pt x="140" y="7"/>
                    <a:pt x="140" y="7"/>
                    <a:pt x="140" y="7"/>
                  </a:cubicBezTo>
                  <a:cubicBezTo>
                    <a:pt x="140" y="4"/>
                    <a:pt x="138" y="2"/>
                    <a:pt x="136" y="1"/>
                  </a:cubicBezTo>
                  <a:cubicBezTo>
                    <a:pt x="133" y="0"/>
                    <a:pt x="131" y="1"/>
                    <a:pt x="129" y="3"/>
                  </a:cubicBezTo>
                  <a:cubicBezTo>
                    <a:pt x="92" y="51"/>
                    <a:pt x="92" y="51"/>
                    <a:pt x="92" y="51"/>
                  </a:cubicBezTo>
                  <a:cubicBezTo>
                    <a:pt x="70" y="11"/>
                    <a:pt x="70" y="11"/>
                    <a:pt x="70" y="11"/>
                  </a:cubicBezTo>
                  <a:cubicBezTo>
                    <a:pt x="69" y="8"/>
                    <a:pt x="67" y="7"/>
                    <a:pt x="64" y="7"/>
                  </a:cubicBezTo>
                  <a:cubicBezTo>
                    <a:pt x="62" y="8"/>
                    <a:pt x="60" y="10"/>
                    <a:pt x="59" y="12"/>
                  </a:cubicBezTo>
                  <a:cubicBezTo>
                    <a:pt x="50" y="50"/>
                    <a:pt x="50" y="50"/>
                    <a:pt x="50" y="50"/>
                  </a:cubicBezTo>
                  <a:cubicBezTo>
                    <a:pt x="11" y="16"/>
                    <a:pt x="11" y="16"/>
                    <a:pt x="11" y="16"/>
                  </a:cubicBezTo>
                  <a:cubicBezTo>
                    <a:pt x="9" y="14"/>
                    <a:pt x="6" y="14"/>
                    <a:pt x="4" y="15"/>
                  </a:cubicBezTo>
                  <a:cubicBezTo>
                    <a:pt x="1" y="17"/>
                    <a:pt x="0" y="19"/>
                    <a:pt x="1" y="22"/>
                  </a:cubicBezTo>
                  <a:cubicBezTo>
                    <a:pt x="14" y="76"/>
                    <a:pt x="14" y="76"/>
                    <a:pt x="14" y="76"/>
                  </a:cubicBezTo>
                  <a:cubicBezTo>
                    <a:pt x="15" y="79"/>
                    <a:pt x="18" y="81"/>
                    <a:pt x="22" y="80"/>
                  </a:cubicBezTo>
                  <a:cubicBezTo>
                    <a:pt x="25" y="80"/>
                    <a:pt x="27" y="76"/>
                    <a:pt x="26" y="73"/>
                  </a:cubicBezTo>
                  <a:cubicBezTo>
                    <a:pt x="17" y="37"/>
                    <a:pt x="17" y="37"/>
                    <a:pt x="17" y="37"/>
                  </a:cubicBezTo>
                  <a:cubicBezTo>
                    <a:pt x="50" y="65"/>
                    <a:pt x="50" y="65"/>
                    <a:pt x="50" y="65"/>
                  </a:cubicBezTo>
                  <a:cubicBezTo>
                    <a:pt x="52" y="67"/>
                    <a:pt x="54" y="67"/>
                    <a:pt x="56" y="67"/>
                  </a:cubicBezTo>
                  <a:cubicBezTo>
                    <a:pt x="58" y="66"/>
                    <a:pt x="59" y="64"/>
                    <a:pt x="60" y="62"/>
                  </a:cubicBezTo>
                  <a:cubicBezTo>
                    <a:pt x="67" y="30"/>
                    <a:pt x="67" y="30"/>
                    <a:pt x="67" y="30"/>
                  </a:cubicBezTo>
                  <a:cubicBezTo>
                    <a:pt x="86" y="65"/>
                    <a:pt x="86" y="65"/>
                    <a:pt x="86" y="65"/>
                  </a:cubicBezTo>
                  <a:cubicBezTo>
                    <a:pt x="87" y="66"/>
                    <a:pt x="88" y="68"/>
                    <a:pt x="90" y="68"/>
                  </a:cubicBezTo>
                  <a:cubicBezTo>
                    <a:pt x="92" y="68"/>
                    <a:pt x="94" y="67"/>
                    <a:pt x="96" y="65"/>
                  </a:cubicBezTo>
                  <a:cubicBezTo>
                    <a:pt x="127" y="25"/>
                    <a:pt x="127" y="25"/>
                    <a:pt x="127" y="25"/>
                  </a:cubicBezTo>
                  <a:cubicBezTo>
                    <a:pt x="126" y="75"/>
                    <a:pt x="126" y="75"/>
                    <a:pt x="126" y="75"/>
                  </a:cubicBezTo>
                  <a:cubicBezTo>
                    <a:pt x="126" y="76"/>
                    <a:pt x="127" y="78"/>
                    <a:pt x="128" y="80"/>
                  </a:cubicBezTo>
                  <a:cubicBezTo>
                    <a:pt x="130" y="81"/>
                    <a:pt x="132" y="81"/>
                    <a:pt x="134" y="80"/>
                  </a:cubicBezTo>
                  <a:cubicBezTo>
                    <a:pt x="177" y="66"/>
                    <a:pt x="177" y="66"/>
                    <a:pt x="177" y="66"/>
                  </a:cubicBezTo>
                  <a:cubicBezTo>
                    <a:pt x="151" y="108"/>
                    <a:pt x="151" y="108"/>
                    <a:pt x="151" y="108"/>
                  </a:cubicBezTo>
                  <a:cubicBezTo>
                    <a:pt x="150" y="110"/>
                    <a:pt x="150" y="112"/>
                    <a:pt x="151" y="114"/>
                  </a:cubicBezTo>
                  <a:cubicBezTo>
                    <a:pt x="152" y="116"/>
                    <a:pt x="153" y="117"/>
                    <a:pt x="155" y="118"/>
                  </a:cubicBezTo>
                  <a:cubicBezTo>
                    <a:pt x="198" y="123"/>
                    <a:pt x="198" y="123"/>
                    <a:pt x="198" y="123"/>
                  </a:cubicBezTo>
                  <a:cubicBezTo>
                    <a:pt x="150" y="151"/>
                    <a:pt x="150" y="151"/>
                    <a:pt x="150" y="151"/>
                  </a:cubicBezTo>
                  <a:cubicBezTo>
                    <a:pt x="149" y="152"/>
                    <a:pt x="148" y="154"/>
                    <a:pt x="147" y="155"/>
                  </a:cubicBezTo>
                  <a:cubicBezTo>
                    <a:pt x="147" y="157"/>
                    <a:pt x="148" y="159"/>
                    <a:pt x="149" y="160"/>
                  </a:cubicBezTo>
                  <a:cubicBezTo>
                    <a:pt x="172" y="183"/>
                    <a:pt x="172" y="183"/>
                    <a:pt x="172" y="183"/>
                  </a:cubicBezTo>
                  <a:cubicBezTo>
                    <a:pt x="141" y="182"/>
                    <a:pt x="141" y="182"/>
                    <a:pt x="141" y="182"/>
                  </a:cubicBezTo>
                  <a:cubicBezTo>
                    <a:pt x="141" y="182"/>
                    <a:pt x="140" y="182"/>
                    <a:pt x="140" y="182"/>
                  </a:cubicBezTo>
                  <a:cubicBezTo>
                    <a:pt x="137" y="182"/>
                    <a:pt x="135" y="185"/>
                    <a:pt x="134" y="188"/>
                  </a:cubicBezTo>
                  <a:cubicBezTo>
                    <a:pt x="134" y="192"/>
                    <a:pt x="137" y="194"/>
                    <a:pt x="140" y="194"/>
                  </a:cubicBezTo>
                  <a:cubicBezTo>
                    <a:pt x="186" y="195"/>
                    <a:pt x="186" y="195"/>
                    <a:pt x="186" y="195"/>
                  </a:cubicBezTo>
                  <a:cubicBezTo>
                    <a:pt x="186" y="195"/>
                    <a:pt x="186" y="195"/>
                    <a:pt x="186" y="195"/>
                  </a:cubicBezTo>
                  <a:cubicBezTo>
                    <a:pt x="189" y="195"/>
                    <a:pt x="191" y="194"/>
                    <a:pt x="192" y="191"/>
                  </a:cubicBezTo>
                  <a:cubicBezTo>
                    <a:pt x="193" y="189"/>
                    <a:pt x="192" y="186"/>
                    <a:pt x="190" y="185"/>
                  </a:cubicBezTo>
                  <a:cubicBezTo>
                    <a:pt x="163" y="157"/>
                    <a:pt x="163" y="157"/>
                    <a:pt x="163" y="157"/>
                  </a:cubicBezTo>
                  <a:cubicBezTo>
                    <a:pt x="219" y="124"/>
                    <a:pt x="219" y="124"/>
                    <a:pt x="219" y="124"/>
                  </a:cubicBezTo>
                  <a:cubicBezTo>
                    <a:pt x="221" y="123"/>
                    <a:pt x="222" y="120"/>
                    <a:pt x="222" y="1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117"/>
            <p:cNvSpPr>
              <a:spLocks/>
            </p:cNvSpPr>
            <p:nvPr/>
          </p:nvSpPr>
          <p:spPr bwMode="auto">
            <a:xfrm>
              <a:off x="6565900" y="3779838"/>
              <a:ext cx="33338" cy="41275"/>
            </a:xfrm>
            <a:custGeom>
              <a:avLst/>
              <a:gdLst>
                <a:gd name="T0" fmla="*/ 6 w 22"/>
                <a:gd name="T1" fmla="*/ 1 h 27"/>
                <a:gd name="T2" fmla="*/ 1 w 22"/>
                <a:gd name="T3" fmla="*/ 10 h 27"/>
                <a:gd name="T4" fmla="*/ 2 w 22"/>
                <a:gd name="T5" fmla="*/ 19 h 27"/>
                <a:gd name="T6" fmla="*/ 15 w 22"/>
                <a:gd name="T7" fmla="*/ 24 h 27"/>
                <a:gd name="T8" fmla="*/ 20 w 22"/>
                <a:gd name="T9" fmla="*/ 18 h 27"/>
                <a:gd name="T10" fmla="*/ 21 w 22"/>
                <a:gd name="T11" fmla="*/ 8 h 27"/>
                <a:gd name="T12" fmla="*/ 19 w 22"/>
                <a:gd name="T13" fmla="*/ 3 h 27"/>
                <a:gd name="T14" fmla="*/ 13 w 22"/>
                <a:gd name="T15" fmla="*/ 1 h 27"/>
                <a:gd name="T16" fmla="*/ 6 w 22"/>
                <a:gd name="T17" fmla="*/ 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27">
                  <a:moveTo>
                    <a:pt x="6" y="1"/>
                  </a:moveTo>
                  <a:cubicBezTo>
                    <a:pt x="3" y="3"/>
                    <a:pt x="2" y="6"/>
                    <a:pt x="1" y="10"/>
                  </a:cubicBezTo>
                  <a:cubicBezTo>
                    <a:pt x="0" y="14"/>
                    <a:pt x="0" y="17"/>
                    <a:pt x="2" y="19"/>
                  </a:cubicBezTo>
                  <a:cubicBezTo>
                    <a:pt x="5" y="26"/>
                    <a:pt x="9" y="27"/>
                    <a:pt x="15" y="24"/>
                  </a:cubicBezTo>
                  <a:cubicBezTo>
                    <a:pt x="17" y="23"/>
                    <a:pt x="18" y="21"/>
                    <a:pt x="20" y="18"/>
                  </a:cubicBezTo>
                  <a:cubicBezTo>
                    <a:pt x="22" y="15"/>
                    <a:pt x="22" y="11"/>
                    <a:pt x="21" y="8"/>
                  </a:cubicBezTo>
                  <a:cubicBezTo>
                    <a:pt x="19" y="3"/>
                    <a:pt x="19" y="3"/>
                    <a:pt x="19" y="3"/>
                  </a:cubicBezTo>
                  <a:cubicBezTo>
                    <a:pt x="19" y="2"/>
                    <a:pt x="17" y="1"/>
                    <a:pt x="13" y="1"/>
                  </a:cubicBezTo>
                  <a:cubicBezTo>
                    <a:pt x="10" y="0"/>
                    <a:pt x="7" y="1"/>
                    <a:pt x="6"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118"/>
            <p:cNvSpPr>
              <a:spLocks/>
            </p:cNvSpPr>
            <p:nvPr/>
          </p:nvSpPr>
          <p:spPr bwMode="auto">
            <a:xfrm>
              <a:off x="6516688" y="3632200"/>
              <a:ext cx="60325" cy="128588"/>
            </a:xfrm>
            <a:custGeom>
              <a:avLst/>
              <a:gdLst>
                <a:gd name="T0" fmla="*/ 31 w 40"/>
                <a:gd name="T1" fmla="*/ 49 h 84"/>
                <a:gd name="T2" fmla="*/ 24 w 40"/>
                <a:gd name="T3" fmla="*/ 21 h 84"/>
                <a:gd name="T4" fmla="*/ 19 w 40"/>
                <a:gd name="T5" fmla="*/ 4 h 84"/>
                <a:gd name="T6" fmla="*/ 14 w 40"/>
                <a:gd name="T7" fmla="*/ 0 h 84"/>
                <a:gd name="T8" fmla="*/ 7 w 40"/>
                <a:gd name="T9" fmla="*/ 1 h 84"/>
                <a:gd name="T10" fmla="*/ 1 w 40"/>
                <a:gd name="T11" fmla="*/ 8 h 84"/>
                <a:gd name="T12" fmla="*/ 1 w 40"/>
                <a:gd name="T13" fmla="*/ 18 h 84"/>
                <a:gd name="T14" fmla="*/ 4 w 40"/>
                <a:gd name="T15" fmla="*/ 25 h 84"/>
                <a:gd name="T16" fmla="*/ 13 w 40"/>
                <a:gd name="T17" fmla="*/ 52 h 84"/>
                <a:gd name="T18" fmla="*/ 27 w 40"/>
                <a:gd name="T19" fmla="*/ 83 h 84"/>
                <a:gd name="T20" fmla="*/ 40 w 40"/>
                <a:gd name="T21" fmla="*/ 80 h 84"/>
                <a:gd name="T22" fmla="*/ 38 w 40"/>
                <a:gd name="T23" fmla="*/ 69 h 84"/>
                <a:gd name="T24" fmla="*/ 31 w 40"/>
                <a:gd name="T25" fmla="*/ 49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 h="84">
                  <a:moveTo>
                    <a:pt x="31" y="49"/>
                  </a:moveTo>
                  <a:cubicBezTo>
                    <a:pt x="29" y="40"/>
                    <a:pt x="27" y="31"/>
                    <a:pt x="24" y="21"/>
                  </a:cubicBezTo>
                  <a:cubicBezTo>
                    <a:pt x="21" y="11"/>
                    <a:pt x="20" y="5"/>
                    <a:pt x="19" y="4"/>
                  </a:cubicBezTo>
                  <a:cubicBezTo>
                    <a:pt x="18" y="2"/>
                    <a:pt x="16" y="1"/>
                    <a:pt x="14" y="0"/>
                  </a:cubicBezTo>
                  <a:cubicBezTo>
                    <a:pt x="11" y="0"/>
                    <a:pt x="9" y="0"/>
                    <a:pt x="7" y="1"/>
                  </a:cubicBezTo>
                  <a:cubicBezTo>
                    <a:pt x="5" y="2"/>
                    <a:pt x="3" y="4"/>
                    <a:pt x="1" y="8"/>
                  </a:cubicBezTo>
                  <a:cubicBezTo>
                    <a:pt x="0" y="11"/>
                    <a:pt x="0" y="14"/>
                    <a:pt x="1" y="18"/>
                  </a:cubicBezTo>
                  <a:cubicBezTo>
                    <a:pt x="2" y="22"/>
                    <a:pt x="3" y="24"/>
                    <a:pt x="4" y="25"/>
                  </a:cubicBezTo>
                  <a:cubicBezTo>
                    <a:pt x="7" y="31"/>
                    <a:pt x="10" y="40"/>
                    <a:pt x="13" y="52"/>
                  </a:cubicBezTo>
                  <a:cubicBezTo>
                    <a:pt x="16" y="63"/>
                    <a:pt x="21" y="74"/>
                    <a:pt x="27" y="83"/>
                  </a:cubicBezTo>
                  <a:cubicBezTo>
                    <a:pt x="31" y="84"/>
                    <a:pt x="35" y="83"/>
                    <a:pt x="40" y="80"/>
                  </a:cubicBezTo>
                  <a:cubicBezTo>
                    <a:pt x="40" y="77"/>
                    <a:pt x="40" y="73"/>
                    <a:pt x="38" y="69"/>
                  </a:cubicBezTo>
                  <a:cubicBezTo>
                    <a:pt x="35" y="65"/>
                    <a:pt x="33" y="58"/>
                    <a:pt x="31"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119"/>
            <p:cNvSpPr>
              <a:spLocks/>
            </p:cNvSpPr>
            <p:nvPr/>
          </p:nvSpPr>
          <p:spPr bwMode="auto">
            <a:xfrm>
              <a:off x="6413500" y="3700463"/>
              <a:ext cx="90488" cy="115888"/>
            </a:xfrm>
            <a:custGeom>
              <a:avLst/>
              <a:gdLst>
                <a:gd name="T0" fmla="*/ 41 w 59"/>
                <a:gd name="T1" fmla="*/ 42 h 76"/>
                <a:gd name="T2" fmla="*/ 27 w 59"/>
                <a:gd name="T3" fmla="*/ 17 h 76"/>
                <a:gd name="T4" fmla="*/ 17 w 59"/>
                <a:gd name="T5" fmla="*/ 2 h 76"/>
                <a:gd name="T6" fmla="*/ 11 w 59"/>
                <a:gd name="T7" fmla="*/ 0 h 76"/>
                <a:gd name="T8" fmla="*/ 4 w 59"/>
                <a:gd name="T9" fmla="*/ 3 h 76"/>
                <a:gd name="T10" fmla="*/ 1 w 59"/>
                <a:gd name="T11" fmla="*/ 10 h 76"/>
                <a:gd name="T12" fmla="*/ 4 w 59"/>
                <a:gd name="T13" fmla="*/ 21 h 76"/>
                <a:gd name="T14" fmla="*/ 8 w 59"/>
                <a:gd name="T15" fmla="*/ 27 h 76"/>
                <a:gd name="T16" fmla="*/ 25 w 59"/>
                <a:gd name="T17" fmla="*/ 50 h 76"/>
                <a:gd name="T18" fmla="*/ 47 w 59"/>
                <a:gd name="T19" fmla="*/ 76 h 76"/>
                <a:gd name="T20" fmla="*/ 59 w 59"/>
                <a:gd name="T21" fmla="*/ 69 h 76"/>
                <a:gd name="T22" fmla="*/ 54 w 59"/>
                <a:gd name="T23" fmla="*/ 59 h 76"/>
                <a:gd name="T24" fmla="*/ 41 w 59"/>
                <a:gd name="T25" fmla="*/ 42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76">
                  <a:moveTo>
                    <a:pt x="41" y="42"/>
                  </a:moveTo>
                  <a:cubicBezTo>
                    <a:pt x="37" y="34"/>
                    <a:pt x="32" y="26"/>
                    <a:pt x="27" y="17"/>
                  </a:cubicBezTo>
                  <a:cubicBezTo>
                    <a:pt x="21" y="8"/>
                    <a:pt x="18" y="3"/>
                    <a:pt x="17" y="2"/>
                  </a:cubicBezTo>
                  <a:cubicBezTo>
                    <a:pt x="15" y="0"/>
                    <a:pt x="13" y="0"/>
                    <a:pt x="11" y="0"/>
                  </a:cubicBezTo>
                  <a:cubicBezTo>
                    <a:pt x="8" y="0"/>
                    <a:pt x="6" y="1"/>
                    <a:pt x="4" y="3"/>
                  </a:cubicBezTo>
                  <a:cubicBezTo>
                    <a:pt x="3" y="4"/>
                    <a:pt x="2" y="7"/>
                    <a:pt x="1" y="10"/>
                  </a:cubicBezTo>
                  <a:cubicBezTo>
                    <a:pt x="0" y="14"/>
                    <a:pt x="1" y="17"/>
                    <a:pt x="4" y="21"/>
                  </a:cubicBezTo>
                  <a:cubicBezTo>
                    <a:pt x="6" y="24"/>
                    <a:pt x="8" y="26"/>
                    <a:pt x="8" y="27"/>
                  </a:cubicBezTo>
                  <a:cubicBezTo>
                    <a:pt x="13" y="31"/>
                    <a:pt x="18" y="39"/>
                    <a:pt x="25" y="50"/>
                  </a:cubicBezTo>
                  <a:cubicBezTo>
                    <a:pt x="31" y="60"/>
                    <a:pt x="39" y="68"/>
                    <a:pt x="47" y="76"/>
                  </a:cubicBezTo>
                  <a:cubicBezTo>
                    <a:pt x="51" y="75"/>
                    <a:pt x="55" y="73"/>
                    <a:pt x="59" y="69"/>
                  </a:cubicBezTo>
                  <a:cubicBezTo>
                    <a:pt x="58" y="66"/>
                    <a:pt x="56" y="62"/>
                    <a:pt x="54" y="59"/>
                  </a:cubicBezTo>
                  <a:cubicBezTo>
                    <a:pt x="50" y="56"/>
                    <a:pt x="46" y="50"/>
                    <a:pt x="41"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120"/>
            <p:cNvSpPr>
              <a:spLocks/>
            </p:cNvSpPr>
            <p:nvPr/>
          </p:nvSpPr>
          <p:spPr bwMode="auto">
            <a:xfrm>
              <a:off x="6503988" y="3825875"/>
              <a:ext cx="34925" cy="42863"/>
            </a:xfrm>
            <a:custGeom>
              <a:avLst/>
              <a:gdLst>
                <a:gd name="T0" fmla="*/ 22 w 23"/>
                <a:gd name="T1" fmla="*/ 16 h 28"/>
                <a:gd name="T2" fmla="*/ 20 w 23"/>
                <a:gd name="T3" fmla="*/ 6 h 28"/>
                <a:gd name="T4" fmla="*/ 17 w 23"/>
                <a:gd name="T5" fmla="*/ 1 h 28"/>
                <a:gd name="T6" fmla="*/ 10 w 23"/>
                <a:gd name="T7" fmla="*/ 1 h 28"/>
                <a:gd name="T8" fmla="*/ 3 w 23"/>
                <a:gd name="T9" fmla="*/ 4 h 28"/>
                <a:gd name="T10" fmla="*/ 1 w 23"/>
                <a:gd name="T11" fmla="*/ 13 h 28"/>
                <a:gd name="T12" fmla="*/ 5 w 23"/>
                <a:gd name="T13" fmla="*/ 22 h 28"/>
                <a:gd name="T14" fmla="*/ 18 w 23"/>
                <a:gd name="T15" fmla="*/ 23 h 28"/>
                <a:gd name="T16" fmla="*/ 22 w 23"/>
                <a:gd name="T17" fmla="*/ 1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28">
                  <a:moveTo>
                    <a:pt x="22" y="16"/>
                  </a:moveTo>
                  <a:cubicBezTo>
                    <a:pt x="23" y="12"/>
                    <a:pt x="22" y="9"/>
                    <a:pt x="20" y="6"/>
                  </a:cubicBezTo>
                  <a:cubicBezTo>
                    <a:pt x="17" y="1"/>
                    <a:pt x="17" y="1"/>
                    <a:pt x="17" y="1"/>
                  </a:cubicBezTo>
                  <a:cubicBezTo>
                    <a:pt x="16" y="0"/>
                    <a:pt x="14" y="0"/>
                    <a:pt x="10" y="1"/>
                  </a:cubicBezTo>
                  <a:cubicBezTo>
                    <a:pt x="7" y="2"/>
                    <a:pt x="5" y="3"/>
                    <a:pt x="3" y="4"/>
                  </a:cubicBezTo>
                  <a:cubicBezTo>
                    <a:pt x="1" y="6"/>
                    <a:pt x="0" y="9"/>
                    <a:pt x="1" y="13"/>
                  </a:cubicBezTo>
                  <a:cubicBezTo>
                    <a:pt x="2" y="18"/>
                    <a:pt x="3" y="21"/>
                    <a:pt x="5" y="22"/>
                  </a:cubicBezTo>
                  <a:cubicBezTo>
                    <a:pt x="9" y="27"/>
                    <a:pt x="14" y="28"/>
                    <a:pt x="18" y="23"/>
                  </a:cubicBezTo>
                  <a:cubicBezTo>
                    <a:pt x="20" y="22"/>
                    <a:pt x="21" y="19"/>
                    <a:pt x="22"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21"/>
            <p:cNvSpPr>
              <a:spLocks/>
            </p:cNvSpPr>
            <p:nvPr/>
          </p:nvSpPr>
          <p:spPr bwMode="auto">
            <a:xfrm>
              <a:off x="7192963" y="3935413"/>
              <a:ext cx="90488" cy="249238"/>
            </a:xfrm>
            <a:custGeom>
              <a:avLst/>
              <a:gdLst>
                <a:gd name="T0" fmla="*/ 57 w 57"/>
                <a:gd name="T1" fmla="*/ 74 h 157"/>
                <a:gd name="T2" fmla="*/ 20 w 57"/>
                <a:gd name="T3" fmla="*/ 71 h 157"/>
                <a:gd name="T4" fmla="*/ 51 w 57"/>
                <a:gd name="T5" fmla="*/ 6 h 157"/>
                <a:gd name="T6" fmla="*/ 37 w 57"/>
                <a:gd name="T7" fmla="*/ 0 h 157"/>
                <a:gd name="T8" fmla="*/ 3 w 57"/>
                <a:gd name="T9" fmla="*/ 82 h 157"/>
                <a:gd name="T10" fmla="*/ 37 w 57"/>
                <a:gd name="T11" fmla="*/ 82 h 157"/>
                <a:gd name="T12" fmla="*/ 0 w 57"/>
                <a:gd name="T13" fmla="*/ 155 h 157"/>
                <a:gd name="T14" fmla="*/ 4 w 57"/>
                <a:gd name="T15" fmla="*/ 157 h 157"/>
                <a:gd name="T16" fmla="*/ 57 w 57"/>
                <a:gd name="T17" fmla="*/ 74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157">
                  <a:moveTo>
                    <a:pt x="57" y="74"/>
                  </a:moveTo>
                  <a:lnTo>
                    <a:pt x="20" y="71"/>
                  </a:lnTo>
                  <a:lnTo>
                    <a:pt x="51" y="6"/>
                  </a:lnTo>
                  <a:lnTo>
                    <a:pt x="37" y="0"/>
                  </a:lnTo>
                  <a:lnTo>
                    <a:pt x="3" y="82"/>
                  </a:lnTo>
                  <a:lnTo>
                    <a:pt x="37" y="82"/>
                  </a:lnTo>
                  <a:lnTo>
                    <a:pt x="0" y="155"/>
                  </a:lnTo>
                  <a:lnTo>
                    <a:pt x="4" y="157"/>
                  </a:lnTo>
                  <a:lnTo>
                    <a:pt x="57" y="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122"/>
            <p:cNvSpPr>
              <a:spLocks/>
            </p:cNvSpPr>
            <p:nvPr/>
          </p:nvSpPr>
          <p:spPr bwMode="auto">
            <a:xfrm>
              <a:off x="7227888" y="4056063"/>
              <a:ext cx="161925" cy="160338"/>
            </a:xfrm>
            <a:custGeom>
              <a:avLst/>
              <a:gdLst>
                <a:gd name="T0" fmla="*/ 93 w 102"/>
                <a:gd name="T1" fmla="*/ 0 h 101"/>
                <a:gd name="T2" fmla="*/ 33 w 102"/>
                <a:gd name="T3" fmla="*/ 46 h 101"/>
                <a:gd name="T4" fmla="*/ 58 w 102"/>
                <a:gd name="T5" fmla="*/ 61 h 101"/>
                <a:gd name="T6" fmla="*/ 0 w 102"/>
                <a:gd name="T7" fmla="*/ 99 h 101"/>
                <a:gd name="T8" fmla="*/ 2 w 102"/>
                <a:gd name="T9" fmla="*/ 101 h 101"/>
                <a:gd name="T10" fmla="*/ 77 w 102"/>
                <a:gd name="T11" fmla="*/ 64 h 101"/>
                <a:gd name="T12" fmla="*/ 51 w 102"/>
                <a:gd name="T13" fmla="*/ 46 h 101"/>
                <a:gd name="T14" fmla="*/ 102 w 102"/>
                <a:gd name="T15" fmla="*/ 11 h 101"/>
                <a:gd name="T16" fmla="*/ 93 w 102"/>
                <a:gd name="T17"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101">
                  <a:moveTo>
                    <a:pt x="93" y="0"/>
                  </a:moveTo>
                  <a:lnTo>
                    <a:pt x="33" y="46"/>
                  </a:lnTo>
                  <a:lnTo>
                    <a:pt x="58" y="61"/>
                  </a:lnTo>
                  <a:lnTo>
                    <a:pt x="0" y="99"/>
                  </a:lnTo>
                  <a:lnTo>
                    <a:pt x="2" y="101"/>
                  </a:lnTo>
                  <a:lnTo>
                    <a:pt x="77" y="64"/>
                  </a:lnTo>
                  <a:lnTo>
                    <a:pt x="51" y="46"/>
                  </a:lnTo>
                  <a:lnTo>
                    <a:pt x="102" y="11"/>
                  </a:lnTo>
                  <a:lnTo>
                    <a:pt x="9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123"/>
            <p:cNvSpPr>
              <a:spLocks/>
            </p:cNvSpPr>
            <p:nvPr/>
          </p:nvSpPr>
          <p:spPr bwMode="auto">
            <a:xfrm>
              <a:off x="7091363" y="3976688"/>
              <a:ext cx="68263" cy="207963"/>
            </a:xfrm>
            <a:custGeom>
              <a:avLst/>
              <a:gdLst>
                <a:gd name="T0" fmla="*/ 32 w 43"/>
                <a:gd name="T1" fmla="*/ 131 h 131"/>
                <a:gd name="T2" fmla="*/ 43 w 43"/>
                <a:gd name="T3" fmla="*/ 50 h 131"/>
                <a:gd name="T4" fmla="*/ 13 w 43"/>
                <a:gd name="T5" fmla="*/ 61 h 131"/>
                <a:gd name="T6" fmla="*/ 14 w 43"/>
                <a:gd name="T7" fmla="*/ 0 h 131"/>
                <a:gd name="T8" fmla="*/ 0 w 43"/>
                <a:gd name="T9" fmla="*/ 1 h 131"/>
                <a:gd name="T10" fmla="*/ 5 w 43"/>
                <a:gd name="T11" fmla="*/ 75 h 131"/>
                <a:gd name="T12" fmla="*/ 31 w 43"/>
                <a:gd name="T13" fmla="*/ 63 h 131"/>
                <a:gd name="T14" fmla="*/ 29 w 43"/>
                <a:gd name="T15" fmla="*/ 131 h 131"/>
                <a:gd name="T16" fmla="*/ 32 w 43"/>
                <a:gd name="T17"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131">
                  <a:moveTo>
                    <a:pt x="32" y="131"/>
                  </a:moveTo>
                  <a:lnTo>
                    <a:pt x="43" y="50"/>
                  </a:lnTo>
                  <a:lnTo>
                    <a:pt x="13" y="61"/>
                  </a:lnTo>
                  <a:lnTo>
                    <a:pt x="14" y="0"/>
                  </a:lnTo>
                  <a:lnTo>
                    <a:pt x="0" y="1"/>
                  </a:lnTo>
                  <a:lnTo>
                    <a:pt x="5" y="75"/>
                  </a:lnTo>
                  <a:lnTo>
                    <a:pt x="31" y="63"/>
                  </a:lnTo>
                  <a:lnTo>
                    <a:pt x="29" y="131"/>
                  </a:lnTo>
                  <a:lnTo>
                    <a:pt x="32" y="1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124"/>
            <p:cNvSpPr>
              <a:spLocks/>
            </p:cNvSpPr>
            <p:nvPr/>
          </p:nvSpPr>
          <p:spPr bwMode="auto">
            <a:xfrm>
              <a:off x="7458075" y="4119563"/>
              <a:ext cx="65088" cy="36513"/>
            </a:xfrm>
            <a:custGeom>
              <a:avLst/>
              <a:gdLst>
                <a:gd name="T0" fmla="*/ 24 w 43"/>
                <a:gd name="T1" fmla="*/ 3 h 24"/>
                <a:gd name="T2" fmla="*/ 2 w 43"/>
                <a:gd name="T3" fmla="*/ 7 h 24"/>
                <a:gd name="T4" fmla="*/ 1 w 43"/>
                <a:gd name="T5" fmla="*/ 12 h 24"/>
                <a:gd name="T6" fmla="*/ 6 w 43"/>
                <a:gd name="T7" fmla="*/ 13 h 24"/>
                <a:gd name="T8" fmla="*/ 22 w 43"/>
                <a:gd name="T9" fmla="*/ 11 h 24"/>
                <a:gd name="T10" fmla="*/ 35 w 43"/>
                <a:gd name="T11" fmla="*/ 22 h 24"/>
                <a:gd name="T12" fmla="*/ 39 w 43"/>
                <a:gd name="T13" fmla="*/ 24 h 24"/>
                <a:gd name="T14" fmla="*/ 41 w 43"/>
                <a:gd name="T15" fmla="*/ 24 h 24"/>
                <a:gd name="T16" fmla="*/ 42 w 43"/>
                <a:gd name="T17" fmla="*/ 18 h 24"/>
                <a:gd name="T18" fmla="*/ 24 w 43"/>
                <a:gd name="T19"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24">
                  <a:moveTo>
                    <a:pt x="24" y="3"/>
                  </a:moveTo>
                  <a:cubicBezTo>
                    <a:pt x="13" y="0"/>
                    <a:pt x="2" y="6"/>
                    <a:pt x="2" y="7"/>
                  </a:cubicBezTo>
                  <a:cubicBezTo>
                    <a:pt x="0" y="8"/>
                    <a:pt x="0" y="10"/>
                    <a:pt x="1" y="12"/>
                  </a:cubicBezTo>
                  <a:cubicBezTo>
                    <a:pt x="2" y="14"/>
                    <a:pt x="4" y="15"/>
                    <a:pt x="6" y="13"/>
                  </a:cubicBezTo>
                  <a:cubicBezTo>
                    <a:pt x="6" y="13"/>
                    <a:pt x="14" y="9"/>
                    <a:pt x="22" y="11"/>
                  </a:cubicBezTo>
                  <a:cubicBezTo>
                    <a:pt x="27" y="12"/>
                    <a:pt x="32" y="16"/>
                    <a:pt x="35" y="22"/>
                  </a:cubicBezTo>
                  <a:cubicBezTo>
                    <a:pt x="36" y="24"/>
                    <a:pt x="37" y="24"/>
                    <a:pt x="39" y="24"/>
                  </a:cubicBezTo>
                  <a:cubicBezTo>
                    <a:pt x="39" y="24"/>
                    <a:pt x="40" y="24"/>
                    <a:pt x="41" y="24"/>
                  </a:cubicBezTo>
                  <a:cubicBezTo>
                    <a:pt x="43" y="23"/>
                    <a:pt x="43" y="20"/>
                    <a:pt x="42" y="18"/>
                  </a:cubicBezTo>
                  <a:cubicBezTo>
                    <a:pt x="37" y="10"/>
                    <a:pt x="31" y="5"/>
                    <a:pt x="2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125"/>
            <p:cNvSpPr>
              <a:spLocks/>
            </p:cNvSpPr>
            <p:nvPr/>
          </p:nvSpPr>
          <p:spPr bwMode="auto">
            <a:xfrm>
              <a:off x="7451725" y="4086225"/>
              <a:ext cx="95250" cy="53975"/>
            </a:xfrm>
            <a:custGeom>
              <a:avLst/>
              <a:gdLst>
                <a:gd name="T0" fmla="*/ 57 w 62"/>
                <a:gd name="T1" fmla="*/ 35 h 35"/>
                <a:gd name="T2" fmla="*/ 59 w 62"/>
                <a:gd name="T3" fmla="*/ 35 h 35"/>
                <a:gd name="T4" fmla="*/ 61 w 62"/>
                <a:gd name="T5" fmla="*/ 29 h 35"/>
                <a:gd name="T6" fmla="*/ 35 w 62"/>
                <a:gd name="T7" fmla="*/ 5 h 35"/>
                <a:gd name="T8" fmla="*/ 3 w 62"/>
                <a:gd name="T9" fmla="*/ 9 h 35"/>
                <a:gd name="T10" fmla="*/ 1 w 62"/>
                <a:gd name="T11" fmla="*/ 14 h 35"/>
                <a:gd name="T12" fmla="*/ 7 w 62"/>
                <a:gd name="T13" fmla="*/ 16 h 35"/>
                <a:gd name="T14" fmla="*/ 32 w 62"/>
                <a:gd name="T15" fmla="*/ 13 h 35"/>
                <a:gd name="T16" fmla="*/ 54 w 62"/>
                <a:gd name="T17" fmla="*/ 33 h 35"/>
                <a:gd name="T18" fmla="*/ 57 w 62"/>
                <a:gd name="T19"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35">
                  <a:moveTo>
                    <a:pt x="57" y="35"/>
                  </a:moveTo>
                  <a:cubicBezTo>
                    <a:pt x="58" y="35"/>
                    <a:pt x="58" y="35"/>
                    <a:pt x="59" y="35"/>
                  </a:cubicBezTo>
                  <a:cubicBezTo>
                    <a:pt x="61" y="34"/>
                    <a:pt x="62" y="31"/>
                    <a:pt x="61" y="29"/>
                  </a:cubicBezTo>
                  <a:cubicBezTo>
                    <a:pt x="54" y="17"/>
                    <a:pt x="45" y="9"/>
                    <a:pt x="35" y="5"/>
                  </a:cubicBezTo>
                  <a:cubicBezTo>
                    <a:pt x="18" y="0"/>
                    <a:pt x="3" y="8"/>
                    <a:pt x="3" y="9"/>
                  </a:cubicBezTo>
                  <a:cubicBezTo>
                    <a:pt x="1" y="10"/>
                    <a:pt x="0" y="12"/>
                    <a:pt x="1" y="14"/>
                  </a:cubicBezTo>
                  <a:cubicBezTo>
                    <a:pt x="2" y="16"/>
                    <a:pt x="5" y="17"/>
                    <a:pt x="7" y="16"/>
                  </a:cubicBezTo>
                  <a:cubicBezTo>
                    <a:pt x="7" y="16"/>
                    <a:pt x="19" y="9"/>
                    <a:pt x="32" y="13"/>
                  </a:cubicBezTo>
                  <a:cubicBezTo>
                    <a:pt x="41" y="16"/>
                    <a:pt x="48" y="22"/>
                    <a:pt x="54" y="33"/>
                  </a:cubicBezTo>
                  <a:cubicBezTo>
                    <a:pt x="54" y="34"/>
                    <a:pt x="56" y="35"/>
                    <a:pt x="57"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126"/>
            <p:cNvSpPr>
              <a:spLocks/>
            </p:cNvSpPr>
            <p:nvPr/>
          </p:nvSpPr>
          <p:spPr bwMode="auto">
            <a:xfrm>
              <a:off x="7339013" y="4383088"/>
              <a:ext cx="60325" cy="41275"/>
            </a:xfrm>
            <a:custGeom>
              <a:avLst/>
              <a:gdLst>
                <a:gd name="T0" fmla="*/ 3 w 40"/>
                <a:gd name="T1" fmla="*/ 25 h 27"/>
                <a:gd name="T2" fmla="*/ 13 w 40"/>
                <a:gd name="T3" fmla="*/ 27 h 27"/>
                <a:gd name="T4" fmla="*/ 27 w 40"/>
                <a:gd name="T5" fmla="*/ 23 h 27"/>
                <a:gd name="T6" fmla="*/ 40 w 40"/>
                <a:gd name="T7" fmla="*/ 5 h 27"/>
                <a:gd name="T8" fmla="*/ 37 w 40"/>
                <a:gd name="T9" fmla="*/ 0 h 27"/>
                <a:gd name="T10" fmla="*/ 32 w 40"/>
                <a:gd name="T11" fmla="*/ 3 h 27"/>
                <a:gd name="T12" fmla="*/ 23 w 40"/>
                <a:gd name="T13" fmla="*/ 16 h 27"/>
                <a:gd name="T14" fmla="*/ 5 w 40"/>
                <a:gd name="T15" fmla="*/ 18 h 27"/>
                <a:gd name="T16" fmla="*/ 0 w 40"/>
                <a:gd name="T17" fmla="*/ 20 h 27"/>
                <a:gd name="T18" fmla="*/ 3 w 40"/>
                <a:gd name="T19" fmla="*/ 2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27">
                  <a:moveTo>
                    <a:pt x="3" y="25"/>
                  </a:moveTo>
                  <a:cubicBezTo>
                    <a:pt x="7" y="26"/>
                    <a:pt x="10" y="27"/>
                    <a:pt x="13" y="27"/>
                  </a:cubicBezTo>
                  <a:cubicBezTo>
                    <a:pt x="18" y="27"/>
                    <a:pt x="23" y="25"/>
                    <a:pt x="27" y="23"/>
                  </a:cubicBezTo>
                  <a:cubicBezTo>
                    <a:pt x="37" y="17"/>
                    <a:pt x="40" y="5"/>
                    <a:pt x="40" y="5"/>
                  </a:cubicBezTo>
                  <a:cubicBezTo>
                    <a:pt x="40" y="3"/>
                    <a:pt x="39" y="1"/>
                    <a:pt x="37" y="0"/>
                  </a:cubicBezTo>
                  <a:cubicBezTo>
                    <a:pt x="34" y="0"/>
                    <a:pt x="32" y="1"/>
                    <a:pt x="32" y="3"/>
                  </a:cubicBezTo>
                  <a:cubicBezTo>
                    <a:pt x="32" y="3"/>
                    <a:pt x="30" y="12"/>
                    <a:pt x="23" y="16"/>
                  </a:cubicBezTo>
                  <a:cubicBezTo>
                    <a:pt x="18" y="19"/>
                    <a:pt x="12" y="19"/>
                    <a:pt x="5" y="18"/>
                  </a:cubicBezTo>
                  <a:cubicBezTo>
                    <a:pt x="3" y="17"/>
                    <a:pt x="1" y="18"/>
                    <a:pt x="0" y="20"/>
                  </a:cubicBezTo>
                  <a:cubicBezTo>
                    <a:pt x="0" y="23"/>
                    <a:pt x="1" y="25"/>
                    <a:pt x="3"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127"/>
            <p:cNvSpPr>
              <a:spLocks/>
            </p:cNvSpPr>
            <p:nvPr/>
          </p:nvSpPr>
          <p:spPr bwMode="auto">
            <a:xfrm>
              <a:off x="7334250" y="4398963"/>
              <a:ext cx="90488" cy="55563"/>
            </a:xfrm>
            <a:custGeom>
              <a:avLst/>
              <a:gdLst>
                <a:gd name="T0" fmla="*/ 1 w 59"/>
                <a:gd name="T1" fmla="*/ 28 h 36"/>
                <a:gd name="T2" fmla="*/ 3 w 59"/>
                <a:gd name="T3" fmla="*/ 33 h 36"/>
                <a:gd name="T4" fmla="*/ 20 w 59"/>
                <a:gd name="T5" fmla="*/ 36 h 36"/>
                <a:gd name="T6" fmla="*/ 39 w 59"/>
                <a:gd name="T7" fmla="*/ 31 h 36"/>
                <a:gd name="T8" fmla="*/ 59 w 59"/>
                <a:gd name="T9" fmla="*/ 6 h 36"/>
                <a:gd name="T10" fmla="*/ 56 w 59"/>
                <a:gd name="T11" fmla="*/ 1 h 36"/>
                <a:gd name="T12" fmla="*/ 51 w 59"/>
                <a:gd name="T13" fmla="*/ 4 h 36"/>
                <a:gd name="T14" fmla="*/ 35 w 59"/>
                <a:gd name="T15" fmla="*/ 24 h 36"/>
                <a:gd name="T16" fmla="*/ 6 w 59"/>
                <a:gd name="T17" fmla="*/ 25 h 36"/>
                <a:gd name="T18" fmla="*/ 1 w 59"/>
                <a:gd name="T19" fmla="*/ 2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 h="36">
                  <a:moveTo>
                    <a:pt x="1" y="28"/>
                  </a:moveTo>
                  <a:cubicBezTo>
                    <a:pt x="0" y="30"/>
                    <a:pt x="1" y="32"/>
                    <a:pt x="3" y="33"/>
                  </a:cubicBezTo>
                  <a:cubicBezTo>
                    <a:pt x="9" y="35"/>
                    <a:pt x="15" y="36"/>
                    <a:pt x="20" y="36"/>
                  </a:cubicBezTo>
                  <a:cubicBezTo>
                    <a:pt x="27" y="36"/>
                    <a:pt x="33" y="34"/>
                    <a:pt x="39" y="31"/>
                  </a:cubicBezTo>
                  <a:cubicBezTo>
                    <a:pt x="54" y="23"/>
                    <a:pt x="58" y="6"/>
                    <a:pt x="59" y="6"/>
                  </a:cubicBezTo>
                  <a:cubicBezTo>
                    <a:pt x="59" y="4"/>
                    <a:pt x="58" y="1"/>
                    <a:pt x="56" y="1"/>
                  </a:cubicBezTo>
                  <a:cubicBezTo>
                    <a:pt x="54" y="0"/>
                    <a:pt x="51" y="2"/>
                    <a:pt x="51" y="4"/>
                  </a:cubicBezTo>
                  <a:cubicBezTo>
                    <a:pt x="51" y="4"/>
                    <a:pt x="47" y="17"/>
                    <a:pt x="35" y="24"/>
                  </a:cubicBezTo>
                  <a:cubicBezTo>
                    <a:pt x="27" y="28"/>
                    <a:pt x="17" y="29"/>
                    <a:pt x="6" y="25"/>
                  </a:cubicBezTo>
                  <a:cubicBezTo>
                    <a:pt x="4" y="25"/>
                    <a:pt x="1" y="26"/>
                    <a:pt x="1"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30" name="组合 129"/>
          <p:cNvGrpSpPr/>
          <p:nvPr/>
        </p:nvGrpSpPr>
        <p:grpSpPr>
          <a:xfrm>
            <a:off x="7808913" y="3132280"/>
            <a:ext cx="860425" cy="1812925"/>
            <a:chOff x="7808913" y="3541713"/>
            <a:chExt cx="860425" cy="1812925"/>
          </a:xfrm>
          <a:solidFill>
            <a:schemeClr val="tx1">
              <a:lumMod val="65000"/>
              <a:lumOff val="35000"/>
            </a:schemeClr>
          </a:solidFill>
        </p:grpSpPr>
        <p:sp>
          <p:nvSpPr>
            <p:cNvPr id="131" name="Freeform 128"/>
            <p:cNvSpPr>
              <a:spLocks/>
            </p:cNvSpPr>
            <p:nvPr/>
          </p:nvSpPr>
          <p:spPr bwMode="auto">
            <a:xfrm>
              <a:off x="7808913" y="3976688"/>
              <a:ext cx="860425" cy="1165225"/>
            </a:xfrm>
            <a:custGeom>
              <a:avLst/>
              <a:gdLst>
                <a:gd name="T0" fmla="*/ 429 w 563"/>
                <a:gd name="T1" fmla="*/ 44 h 762"/>
                <a:gd name="T2" fmla="*/ 423 w 563"/>
                <a:gd name="T3" fmla="*/ 31 h 762"/>
                <a:gd name="T4" fmla="*/ 355 w 563"/>
                <a:gd name="T5" fmla="*/ 57 h 762"/>
                <a:gd name="T6" fmla="*/ 343 w 563"/>
                <a:gd name="T7" fmla="*/ 57 h 762"/>
                <a:gd name="T8" fmla="*/ 267 w 563"/>
                <a:gd name="T9" fmla="*/ 4 h 762"/>
                <a:gd name="T10" fmla="*/ 241 w 563"/>
                <a:gd name="T11" fmla="*/ 1 h 762"/>
                <a:gd name="T12" fmla="*/ 233 w 563"/>
                <a:gd name="T13" fmla="*/ 1 h 762"/>
                <a:gd name="T14" fmla="*/ 202 w 563"/>
                <a:gd name="T15" fmla="*/ 21 h 762"/>
                <a:gd name="T16" fmla="*/ 16 w 563"/>
                <a:gd name="T17" fmla="*/ 247 h 762"/>
                <a:gd name="T18" fmla="*/ 11 w 563"/>
                <a:gd name="T19" fmla="*/ 292 h 762"/>
                <a:gd name="T20" fmla="*/ 36 w 563"/>
                <a:gd name="T21" fmla="*/ 304 h 762"/>
                <a:gd name="T22" fmla="*/ 56 w 563"/>
                <a:gd name="T23" fmla="*/ 297 h 762"/>
                <a:gd name="T24" fmla="*/ 190 w 563"/>
                <a:gd name="T25" fmla="*/ 162 h 762"/>
                <a:gd name="T26" fmla="*/ 175 w 563"/>
                <a:gd name="T27" fmla="*/ 287 h 762"/>
                <a:gd name="T28" fmla="*/ 33 w 563"/>
                <a:gd name="T29" fmla="*/ 645 h 762"/>
                <a:gd name="T30" fmla="*/ 60 w 563"/>
                <a:gd name="T31" fmla="*/ 710 h 762"/>
                <a:gd name="T32" fmla="*/ 125 w 563"/>
                <a:gd name="T33" fmla="*/ 682 h 762"/>
                <a:gd name="T34" fmla="*/ 260 w 563"/>
                <a:gd name="T35" fmla="*/ 341 h 762"/>
                <a:gd name="T36" fmla="*/ 292 w 563"/>
                <a:gd name="T37" fmla="*/ 345 h 762"/>
                <a:gd name="T38" fmla="*/ 292 w 563"/>
                <a:gd name="T39" fmla="*/ 713 h 762"/>
                <a:gd name="T40" fmla="*/ 341 w 563"/>
                <a:gd name="T41" fmla="*/ 762 h 762"/>
                <a:gd name="T42" fmla="*/ 391 w 563"/>
                <a:gd name="T43" fmla="*/ 713 h 762"/>
                <a:gd name="T44" fmla="*/ 391 w 563"/>
                <a:gd name="T45" fmla="*/ 304 h 762"/>
                <a:gd name="T46" fmla="*/ 406 w 563"/>
                <a:gd name="T47" fmla="*/ 180 h 762"/>
                <a:gd name="T48" fmla="*/ 499 w 563"/>
                <a:gd name="T49" fmla="*/ 380 h 762"/>
                <a:gd name="T50" fmla="*/ 527 w 563"/>
                <a:gd name="T51" fmla="*/ 396 h 762"/>
                <a:gd name="T52" fmla="*/ 543 w 563"/>
                <a:gd name="T53" fmla="*/ 392 h 762"/>
                <a:gd name="T54" fmla="*/ 555 w 563"/>
                <a:gd name="T55" fmla="*/ 348 h 762"/>
                <a:gd name="T56" fmla="*/ 429 w 563"/>
                <a:gd name="T57" fmla="*/ 44 h 7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3" h="762">
                  <a:moveTo>
                    <a:pt x="429" y="44"/>
                  </a:moveTo>
                  <a:cubicBezTo>
                    <a:pt x="428" y="39"/>
                    <a:pt x="426" y="34"/>
                    <a:pt x="423" y="31"/>
                  </a:cubicBezTo>
                  <a:cubicBezTo>
                    <a:pt x="405" y="47"/>
                    <a:pt x="381" y="57"/>
                    <a:pt x="355" y="57"/>
                  </a:cubicBezTo>
                  <a:cubicBezTo>
                    <a:pt x="351" y="57"/>
                    <a:pt x="347" y="57"/>
                    <a:pt x="343" y="57"/>
                  </a:cubicBezTo>
                  <a:cubicBezTo>
                    <a:pt x="310" y="52"/>
                    <a:pt x="282" y="32"/>
                    <a:pt x="267" y="4"/>
                  </a:cubicBezTo>
                  <a:cubicBezTo>
                    <a:pt x="241" y="1"/>
                    <a:pt x="241" y="1"/>
                    <a:pt x="241" y="1"/>
                  </a:cubicBezTo>
                  <a:cubicBezTo>
                    <a:pt x="238" y="0"/>
                    <a:pt x="235" y="0"/>
                    <a:pt x="233" y="1"/>
                  </a:cubicBezTo>
                  <a:cubicBezTo>
                    <a:pt x="220" y="1"/>
                    <a:pt x="207" y="8"/>
                    <a:pt x="202" y="21"/>
                  </a:cubicBezTo>
                  <a:cubicBezTo>
                    <a:pt x="202" y="22"/>
                    <a:pt x="157" y="134"/>
                    <a:pt x="16" y="247"/>
                  </a:cubicBezTo>
                  <a:cubicBezTo>
                    <a:pt x="2" y="258"/>
                    <a:pt x="0" y="278"/>
                    <a:pt x="11" y="292"/>
                  </a:cubicBezTo>
                  <a:cubicBezTo>
                    <a:pt x="18" y="300"/>
                    <a:pt x="27" y="304"/>
                    <a:pt x="36" y="304"/>
                  </a:cubicBezTo>
                  <a:cubicBezTo>
                    <a:pt x="43" y="304"/>
                    <a:pt x="50" y="302"/>
                    <a:pt x="56" y="297"/>
                  </a:cubicBezTo>
                  <a:cubicBezTo>
                    <a:pt x="115" y="250"/>
                    <a:pt x="159" y="203"/>
                    <a:pt x="190" y="162"/>
                  </a:cubicBezTo>
                  <a:cubicBezTo>
                    <a:pt x="175" y="287"/>
                    <a:pt x="175" y="287"/>
                    <a:pt x="175" y="287"/>
                  </a:cubicBezTo>
                  <a:cubicBezTo>
                    <a:pt x="33" y="645"/>
                    <a:pt x="33" y="645"/>
                    <a:pt x="33" y="645"/>
                  </a:cubicBezTo>
                  <a:cubicBezTo>
                    <a:pt x="23" y="671"/>
                    <a:pt x="35" y="699"/>
                    <a:pt x="60" y="710"/>
                  </a:cubicBezTo>
                  <a:cubicBezTo>
                    <a:pt x="86" y="720"/>
                    <a:pt x="114" y="707"/>
                    <a:pt x="125" y="682"/>
                  </a:cubicBezTo>
                  <a:cubicBezTo>
                    <a:pt x="260" y="341"/>
                    <a:pt x="260" y="341"/>
                    <a:pt x="260" y="341"/>
                  </a:cubicBezTo>
                  <a:cubicBezTo>
                    <a:pt x="292" y="345"/>
                    <a:pt x="292" y="345"/>
                    <a:pt x="292" y="345"/>
                  </a:cubicBezTo>
                  <a:cubicBezTo>
                    <a:pt x="292" y="713"/>
                    <a:pt x="292" y="713"/>
                    <a:pt x="292" y="713"/>
                  </a:cubicBezTo>
                  <a:cubicBezTo>
                    <a:pt x="292" y="740"/>
                    <a:pt x="314" y="762"/>
                    <a:pt x="341" y="762"/>
                  </a:cubicBezTo>
                  <a:cubicBezTo>
                    <a:pt x="368" y="762"/>
                    <a:pt x="391" y="740"/>
                    <a:pt x="391" y="713"/>
                  </a:cubicBezTo>
                  <a:cubicBezTo>
                    <a:pt x="391" y="304"/>
                    <a:pt x="391" y="304"/>
                    <a:pt x="391" y="304"/>
                  </a:cubicBezTo>
                  <a:cubicBezTo>
                    <a:pt x="406" y="180"/>
                    <a:pt x="406" y="180"/>
                    <a:pt x="406" y="180"/>
                  </a:cubicBezTo>
                  <a:cubicBezTo>
                    <a:pt x="427" y="236"/>
                    <a:pt x="457" y="305"/>
                    <a:pt x="499" y="380"/>
                  </a:cubicBezTo>
                  <a:cubicBezTo>
                    <a:pt x="505" y="390"/>
                    <a:pt x="516" y="396"/>
                    <a:pt x="527" y="396"/>
                  </a:cubicBezTo>
                  <a:cubicBezTo>
                    <a:pt x="532" y="396"/>
                    <a:pt x="538" y="395"/>
                    <a:pt x="543" y="392"/>
                  </a:cubicBezTo>
                  <a:cubicBezTo>
                    <a:pt x="558" y="383"/>
                    <a:pt x="563" y="364"/>
                    <a:pt x="555" y="348"/>
                  </a:cubicBezTo>
                  <a:cubicBezTo>
                    <a:pt x="463" y="186"/>
                    <a:pt x="429" y="45"/>
                    <a:pt x="429"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129"/>
            <p:cNvSpPr>
              <a:spLocks noEditPoints="1"/>
            </p:cNvSpPr>
            <p:nvPr/>
          </p:nvSpPr>
          <p:spPr bwMode="auto">
            <a:xfrm>
              <a:off x="8205788" y="3767138"/>
              <a:ext cx="290513" cy="290513"/>
            </a:xfrm>
            <a:custGeom>
              <a:avLst/>
              <a:gdLst>
                <a:gd name="T0" fmla="*/ 84 w 190"/>
                <a:gd name="T1" fmla="*/ 184 h 190"/>
                <a:gd name="T2" fmla="*/ 185 w 190"/>
                <a:gd name="T3" fmla="*/ 106 h 190"/>
                <a:gd name="T4" fmla="*/ 106 w 190"/>
                <a:gd name="T5" fmla="*/ 6 h 190"/>
                <a:gd name="T6" fmla="*/ 6 w 190"/>
                <a:gd name="T7" fmla="*/ 84 h 190"/>
                <a:gd name="T8" fmla="*/ 84 w 190"/>
                <a:gd name="T9" fmla="*/ 184 h 190"/>
                <a:gd name="T10" fmla="*/ 128 w 190"/>
                <a:gd name="T11" fmla="*/ 66 h 190"/>
                <a:gd name="T12" fmla="*/ 145 w 190"/>
                <a:gd name="T13" fmla="*/ 83 h 190"/>
                <a:gd name="T14" fmla="*/ 128 w 190"/>
                <a:gd name="T15" fmla="*/ 99 h 190"/>
                <a:gd name="T16" fmla="*/ 112 w 190"/>
                <a:gd name="T17" fmla="*/ 83 h 190"/>
                <a:gd name="T18" fmla="*/ 128 w 190"/>
                <a:gd name="T19" fmla="*/ 66 h 190"/>
                <a:gd name="T20" fmla="*/ 72 w 190"/>
                <a:gd name="T21" fmla="*/ 45 h 190"/>
                <a:gd name="T22" fmla="*/ 96 w 190"/>
                <a:gd name="T23" fmla="*/ 69 h 190"/>
                <a:gd name="T24" fmla="*/ 72 w 190"/>
                <a:gd name="T25" fmla="*/ 92 h 190"/>
                <a:gd name="T26" fmla="*/ 49 w 190"/>
                <a:gd name="T27" fmla="*/ 69 h 190"/>
                <a:gd name="T28" fmla="*/ 72 w 190"/>
                <a:gd name="T29" fmla="*/ 45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0" h="190">
                  <a:moveTo>
                    <a:pt x="84" y="184"/>
                  </a:moveTo>
                  <a:cubicBezTo>
                    <a:pt x="134" y="190"/>
                    <a:pt x="179" y="155"/>
                    <a:pt x="185" y="106"/>
                  </a:cubicBezTo>
                  <a:cubicBezTo>
                    <a:pt x="190" y="57"/>
                    <a:pt x="155" y="12"/>
                    <a:pt x="106" y="6"/>
                  </a:cubicBezTo>
                  <a:cubicBezTo>
                    <a:pt x="57" y="0"/>
                    <a:pt x="12" y="35"/>
                    <a:pt x="6" y="84"/>
                  </a:cubicBezTo>
                  <a:cubicBezTo>
                    <a:pt x="0" y="134"/>
                    <a:pt x="35" y="178"/>
                    <a:pt x="84" y="184"/>
                  </a:cubicBezTo>
                  <a:close/>
                  <a:moveTo>
                    <a:pt x="128" y="66"/>
                  </a:moveTo>
                  <a:cubicBezTo>
                    <a:pt x="137" y="66"/>
                    <a:pt x="145" y="73"/>
                    <a:pt x="145" y="83"/>
                  </a:cubicBezTo>
                  <a:cubicBezTo>
                    <a:pt x="145" y="92"/>
                    <a:pt x="137" y="99"/>
                    <a:pt x="128" y="99"/>
                  </a:cubicBezTo>
                  <a:cubicBezTo>
                    <a:pt x="119" y="99"/>
                    <a:pt x="112" y="92"/>
                    <a:pt x="112" y="83"/>
                  </a:cubicBezTo>
                  <a:cubicBezTo>
                    <a:pt x="112" y="73"/>
                    <a:pt x="119" y="66"/>
                    <a:pt x="128" y="66"/>
                  </a:cubicBezTo>
                  <a:close/>
                  <a:moveTo>
                    <a:pt x="72" y="45"/>
                  </a:moveTo>
                  <a:cubicBezTo>
                    <a:pt x="85" y="45"/>
                    <a:pt x="96" y="56"/>
                    <a:pt x="96" y="69"/>
                  </a:cubicBezTo>
                  <a:cubicBezTo>
                    <a:pt x="96" y="82"/>
                    <a:pt x="85" y="92"/>
                    <a:pt x="72" y="92"/>
                  </a:cubicBezTo>
                  <a:cubicBezTo>
                    <a:pt x="59" y="92"/>
                    <a:pt x="49" y="82"/>
                    <a:pt x="49" y="69"/>
                  </a:cubicBezTo>
                  <a:cubicBezTo>
                    <a:pt x="49" y="56"/>
                    <a:pt x="59" y="45"/>
                    <a:pt x="72"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130"/>
            <p:cNvSpPr>
              <a:spLocks/>
            </p:cNvSpPr>
            <p:nvPr/>
          </p:nvSpPr>
          <p:spPr bwMode="auto">
            <a:xfrm>
              <a:off x="8285163" y="3541713"/>
              <a:ext cx="44450" cy="195263"/>
            </a:xfrm>
            <a:custGeom>
              <a:avLst/>
              <a:gdLst>
                <a:gd name="T0" fmla="*/ 25 w 29"/>
                <a:gd name="T1" fmla="*/ 12 h 128"/>
                <a:gd name="T2" fmla="*/ 21 w 29"/>
                <a:gd name="T3" fmla="*/ 3 h 128"/>
                <a:gd name="T4" fmla="*/ 2 w 29"/>
                <a:gd name="T5" fmla="*/ 42 h 128"/>
                <a:gd name="T6" fmla="*/ 15 w 29"/>
                <a:gd name="T7" fmla="*/ 87 h 128"/>
                <a:gd name="T8" fmla="*/ 5 w 29"/>
                <a:gd name="T9" fmla="*/ 117 h 128"/>
                <a:gd name="T10" fmla="*/ 10 w 29"/>
                <a:gd name="T11" fmla="*/ 124 h 128"/>
                <a:gd name="T12" fmla="*/ 21 w 29"/>
                <a:gd name="T13" fmla="*/ 77 h 128"/>
                <a:gd name="T14" fmla="*/ 12 w 29"/>
                <a:gd name="T15" fmla="*/ 32 h 128"/>
                <a:gd name="T16" fmla="*/ 25 w 29"/>
                <a:gd name="T17" fmla="*/ 1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128">
                  <a:moveTo>
                    <a:pt x="25" y="12"/>
                  </a:moveTo>
                  <a:cubicBezTo>
                    <a:pt x="29" y="8"/>
                    <a:pt x="25" y="0"/>
                    <a:pt x="21" y="3"/>
                  </a:cubicBezTo>
                  <a:cubicBezTo>
                    <a:pt x="11" y="13"/>
                    <a:pt x="4" y="26"/>
                    <a:pt x="2" y="42"/>
                  </a:cubicBezTo>
                  <a:cubicBezTo>
                    <a:pt x="0" y="59"/>
                    <a:pt x="13" y="71"/>
                    <a:pt x="15" y="87"/>
                  </a:cubicBezTo>
                  <a:cubicBezTo>
                    <a:pt x="16" y="98"/>
                    <a:pt x="11" y="110"/>
                    <a:pt x="5" y="117"/>
                  </a:cubicBezTo>
                  <a:cubicBezTo>
                    <a:pt x="1" y="121"/>
                    <a:pt x="6" y="128"/>
                    <a:pt x="10" y="124"/>
                  </a:cubicBezTo>
                  <a:cubicBezTo>
                    <a:pt x="20" y="112"/>
                    <a:pt x="24" y="94"/>
                    <a:pt x="21" y="77"/>
                  </a:cubicBezTo>
                  <a:cubicBezTo>
                    <a:pt x="18" y="60"/>
                    <a:pt x="5" y="51"/>
                    <a:pt x="12" y="32"/>
                  </a:cubicBezTo>
                  <a:cubicBezTo>
                    <a:pt x="15" y="24"/>
                    <a:pt x="20" y="17"/>
                    <a:pt x="25"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131"/>
            <p:cNvSpPr>
              <a:spLocks/>
            </p:cNvSpPr>
            <p:nvPr/>
          </p:nvSpPr>
          <p:spPr bwMode="auto">
            <a:xfrm>
              <a:off x="8353425" y="3541713"/>
              <a:ext cx="41275" cy="195263"/>
            </a:xfrm>
            <a:custGeom>
              <a:avLst/>
              <a:gdLst>
                <a:gd name="T0" fmla="*/ 24 w 28"/>
                <a:gd name="T1" fmla="*/ 12 h 128"/>
                <a:gd name="T2" fmla="*/ 21 w 28"/>
                <a:gd name="T3" fmla="*/ 3 h 128"/>
                <a:gd name="T4" fmla="*/ 2 w 28"/>
                <a:gd name="T5" fmla="*/ 42 h 128"/>
                <a:gd name="T6" fmla="*/ 14 w 28"/>
                <a:gd name="T7" fmla="*/ 87 h 128"/>
                <a:gd name="T8" fmla="*/ 4 w 28"/>
                <a:gd name="T9" fmla="*/ 117 h 128"/>
                <a:gd name="T10" fmla="*/ 10 w 28"/>
                <a:gd name="T11" fmla="*/ 124 h 128"/>
                <a:gd name="T12" fmla="*/ 21 w 28"/>
                <a:gd name="T13" fmla="*/ 77 h 128"/>
                <a:gd name="T14" fmla="*/ 12 w 28"/>
                <a:gd name="T15" fmla="*/ 32 h 128"/>
                <a:gd name="T16" fmla="*/ 24 w 28"/>
                <a:gd name="T17" fmla="*/ 1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28">
                  <a:moveTo>
                    <a:pt x="24" y="12"/>
                  </a:moveTo>
                  <a:cubicBezTo>
                    <a:pt x="28" y="8"/>
                    <a:pt x="25" y="0"/>
                    <a:pt x="21" y="3"/>
                  </a:cubicBezTo>
                  <a:cubicBezTo>
                    <a:pt x="11" y="13"/>
                    <a:pt x="3" y="26"/>
                    <a:pt x="2" y="42"/>
                  </a:cubicBezTo>
                  <a:cubicBezTo>
                    <a:pt x="0" y="59"/>
                    <a:pt x="13" y="71"/>
                    <a:pt x="14" y="87"/>
                  </a:cubicBezTo>
                  <a:cubicBezTo>
                    <a:pt x="15" y="98"/>
                    <a:pt x="10" y="110"/>
                    <a:pt x="4" y="117"/>
                  </a:cubicBezTo>
                  <a:cubicBezTo>
                    <a:pt x="1" y="121"/>
                    <a:pt x="6" y="128"/>
                    <a:pt x="10" y="124"/>
                  </a:cubicBezTo>
                  <a:cubicBezTo>
                    <a:pt x="19" y="112"/>
                    <a:pt x="24" y="94"/>
                    <a:pt x="21" y="77"/>
                  </a:cubicBezTo>
                  <a:cubicBezTo>
                    <a:pt x="17" y="60"/>
                    <a:pt x="5" y="51"/>
                    <a:pt x="12" y="32"/>
                  </a:cubicBezTo>
                  <a:cubicBezTo>
                    <a:pt x="14" y="24"/>
                    <a:pt x="19" y="17"/>
                    <a:pt x="2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132"/>
            <p:cNvSpPr>
              <a:spLocks/>
            </p:cNvSpPr>
            <p:nvPr/>
          </p:nvSpPr>
          <p:spPr bwMode="auto">
            <a:xfrm>
              <a:off x="8420100" y="3541713"/>
              <a:ext cx="42863" cy="195263"/>
            </a:xfrm>
            <a:custGeom>
              <a:avLst/>
              <a:gdLst>
                <a:gd name="T0" fmla="*/ 24 w 28"/>
                <a:gd name="T1" fmla="*/ 12 h 128"/>
                <a:gd name="T2" fmla="*/ 20 w 28"/>
                <a:gd name="T3" fmla="*/ 3 h 128"/>
                <a:gd name="T4" fmla="*/ 2 w 28"/>
                <a:gd name="T5" fmla="*/ 42 h 128"/>
                <a:gd name="T6" fmla="*/ 14 w 28"/>
                <a:gd name="T7" fmla="*/ 87 h 128"/>
                <a:gd name="T8" fmla="*/ 4 w 28"/>
                <a:gd name="T9" fmla="*/ 117 h 128"/>
                <a:gd name="T10" fmla="*/ 9 w 28"/>
                <a:gd name="T11" fmla="*/ 124 h 128"/>
                <a:gd name="T12" fmla="*/ 20 w 28"/>
                <a:gd name="T13" fmla="*/ 77 h 128"/>
                <a:gd name="T14" fmla="*/ 11 w 28"/>
                <a:gd name="T15" fmla="*/ 32 h 128"/>
                <a:gd name="T16" fmla="*/ 24 w 28"/>
                <a:gd name="T17" fmla="*/ 1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28">
                  <a:moveTo>
                    <a:pt x="24" y="12"/>
                  </a:moveTo>
                  <a:cubicBezTo>
                    <a:pt x="28" y="8"/>
                    <a:pt x="24" y="0"/>
                    <a:pt x="20" y="3"/>
                  </a:cubicBezTo>
                  <a:cubicBezTo>
                    <a:pt x="11" y="13"/>
                    <a:pt x="3" y="26"/>
                    <a:pt x="2" y="42"/>
                  </a:cubicBezTo>
                  <a:cubicBezTo>
                    <a:pt x="0" y="59"/>
                    <a:pt x="13" y="71"/>
                    <a:pt x="14" y="87"/>
                  </a:cubicBezTo>
                  <a:cubicBezTo>
                    <a:pt x="15" y="98"/>
                    <a:pt x="10" y="110"/>
                    <a:pt x="4" y="117"/>
                  </a:cubicBezTo>
                  <a:cubicBezTo>
                    <a:pt x="1" y="121"/>
                    <a:pt x="6" y="128"/>
                    <a:pt x="9" y="124"/>
                  </a:cubicBezTo>
                  <a:cubicBezTo>
                    <a:pt x="19" y="112"/>
                    <a:pt x="24" y="94"/>
                    <a:pt x="20" y="77"/>
                  </a:cubicBezTo>
                  <a:cubicBezTo>
                    <a:pt x="17" y="60"/>
                    <a:pt x="5" y="51"/>
                    <a:pt x="11" y="32"/>
                  </a:cubicBezTo>
                  <a:cubicBezTo>
                    <a:pt x="14" y="24"/>
                    <a:pt x="19" y="17"/>
                    <a:pt x="2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Oval 133"/>
            <p:cNvSpPr>
              <a:spLocks noChangeArrowheads="1"/>
            </p:cNvSpPr>
            <p:nvPr/>
          </p:nvSpPr>
          <p:spPr bwMode="auto">
            <a:xfrm>
              <a:off x="8143875" y="3724275"/>
              <a:ext cx="68263" cy="682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Oval 134"/>
            <p:cNvSpPr>
              <a:spLocks noChangeArrowheads="1"/>
            </p:cNvSpPr>
            <p:nvPr/>
          </p:nvSpPr>
          <p:spPr bwMode="auto">
            <a:xfrm>
              <a:off x="8167688" y="3624263"/>
              <a:ext cx="69850" cy="698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Oval 135"/>
            <p:cNvSpPr>
              <a:spLocks noChangeArrowheads="1"/>
            </p:cNvSpPr>
            <p:nvPr/>
          </p:nvSpPr>
          <p:spPr bwMode="auto">
            <a:xfrm>
              <a:off x="8043863" y="3598863"/>
              <a:ext cx="92075" cy="920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136"/>
            <p:cNvSpPr>
              <a:spLocks/>
            </p:cNvSpPr>
            <p:nvPr/>
          </p:nvSpPr>
          <p:spPr bwMode="auto">
            <a:xfrm>
              <a:off x="7824788" y="5241925"/>
              <a:ext cx="92075" cy="112713"/>
            </a:xfrm>
            <a:custGeom>
              <a:avLst/>
              <a:gdLst>
                <a:gd name="T0" fmla="*/ 47 w 60"/>
                <a:gd name="T1" fmla="*/ 21 h 74"/>
                <a:gd name="T2" fmla="*/ 48 w 60"/>
                <a:gd name="T3" fmla="*/ 24 h 74"/>
                <a:gd name="T4" fmla="*/ 51 w 60"/>
                <a:gd name="T5" fmla="*/ 25 h 74"/>
                <a:gd name="T6" fmla="*/ 56 w 60"/>
                <a:gd name="T7" fmla="*/ 23 h 74"/>
                <a:gd name="T8" fmla="*/ 59 w 60"/>
                <a:gd name="T9" fmla="*/ 19 h 74"/>
                <a:gd name="T10" fmla="*/ 60 w 60"/>
                <a:gd name="T11" fmla="*/ 12 h 74"/>
                <a:gd name="T12" fmla="*/ 57 w 60"/>
                <a:gd name="T13" fmla="*/ 3 h 74"/>
                <a:gd name="T14" fmla="*/ 47 w 60"/>
                <a:gd name="T15" fmla="*/ 0 h 74"/>
                <a:gd name="T16" fmla="*/ 26 w 60"/>
                <a:gd name="T17" fmla="*/ 8 h 74"/>
                <a:gd name="T18" fmla="*/ 8 w 60"/>
                <a:gd name="T19" fmla="*/ 29 h 74"/>
                <a:gd name="T20" fmla="*/ 0 w 60"/>
                <a:gd name="T21" fmla="*/ 52 h 74"/>
                <a:gd name="T22" fmla="*/ 7 w 60"/>
                <a:gd name="T23" fmla="*/ 68 h 74"/>
                <a:gd name="T24" fmla="*/ 23 w 60"/>
                <a:gd name="T25" fmla="*/ 74 h 74"/>
                <a:gd name="T26" fmla="*/ 42 w 60"/>
                <a:gd name="T27" fmla="*/ 67 h 74"/>
                <a:gd name="T28" fmla="*/ 52 w 60"/>
                <a:gd name="T29" fmla="*/ 57 h 74"/>
                <a:gd name="T30" fmla="*/ 49 w 60"/>
                <a:gd name="T31" fmla="*/ 54 h 74"/>
                <a:gd name="T32" fmla="*/ 42 w 60"/>
                <a:gd name="T33" fmla="*/ 57 h 74"/>
                <a:gd name="T34" fmla="*/ 33 w 60"/>
                <a:gd name="T35" fmla="*/ 62 h 74"/>
                <a:gd name="T36" fmla="*/ 24 w 60"/>
                <a:gd name="T37" fmla="*/ 64 h 74"/>
                <a:gd name="T38" fmla="*/ 15 w 60"/>
                <a:gd name="T39" fmla="*/ 60 h 74"/>
                <a:gd name="T40" fmla="*/ 12 w 60"/>
                <a:gd name="T41" fmla="*/ 51 h 74"/>
                <a:gd name="T42" fmla="*/ 18 w 60"/>
                <a:gd name="T43" fmla="*/ 33 h 74"/>
                <a:gd name="T44" fmla="*/ 32 w 60"/>
                <a:gd name="T45" fmla="*/ 15 h 74"/>
                <a:gd name="T46" fmla="*/ 47 w 60"/>
                <a:gd name="T47" fmla="*/ 8 h 74"/>
                <a:gd name="T48" fmla="*/ 49 w 60"/>
                <a:gd name="T49" fmla="*/ 12 h 74"/>
                <a:gd name="T50" fmla="*/ 48 w 60"/>
                <a:gd name="T51" fmla="*/ 16 h 74"/>
                <a:gd name="T52" fmla="*/ 47 w 60"/>
                <a:gd name="T53" fmla="*/ 21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0" h="74">
                  <a:moveTo>
                    <a:pt x="47" y="21"/>
                  </a:moveTo>
                  <a:cubicBezTo>
                    <a:pt x="47" y="22"/>
                    <a:pt x="48" y="23"/>
                    <a:pt x="48" y="24"/>
                  </a:cubicBezTo>
                  <a:cubicBezTo>
                    <a:pt x="49" y="25"/>
                    <a:pt x="50" y="25"/>
                    <a:pt x="51" y="25"/>
                  </a:cubicBezTo>
                  <a:cubicBezTo>
                    <a:pt x="53" y="25"/>
                    <a:pt x="54" y="25"/>
                    <a:pt x="56" y="23"/>
                  </a:cubicBezTo>
                  <a:cubicBezTo>
                    <a:pt x="58" y="22"/>
                    <a:pt x="59" y="21"/>
                    <a:pt x="59" y="19"/>
                  </a:cubicBezTo>
                  <a:cubicBezTo>
                    <a:pt x="60" y="18"/>
                    <a:pt x="60" y="15"/>
                    <a:pt x="60" y="12"/>
                  </a:cubicBezTo>
                  <a:cubicBezTo>
                    <a:pt x="60" y="9"/>
                    <a:pt x="59" y="6"/>
                    <a:pt x="57" y="3"/>
                  </a:cubicBezTo>
                  <a:cubicBezTo>
                    <a:pt x="54" y="1"/>
                    <a:pt x="51" y="0"/>
                    <a:pt x="47" y="0"/>
                  </a:cubicBezTo>
                  <a:cubicBezTo>
                    <a:pt x="40" y="0"/>
                    <a:pt x="33" y="2"/>
                    <a:pt x="26" y="8"/>
                  </a:cubicBezTo>
                  <a:cubicBezTo>
                    <a:pt x="19" y="13"/>
                    <a:pt x="13" y="20"/>
                    <a:pt x="8" y="29"/>
                  </a:cubicBezTo>
                  <a:cubicBezTo>
                    <a:pt x="3" y="37"/>
                    <a:pt x="0" y="45"/>
                    <a:pt x="0" y="52"/>
                  </a:cubicBezTo>
                  <a:cubicBezTo>
                    <a:pt x="0" y="59"/>
                    <a:pt x="3" y="64"/>
                    <a:pt x="7" y="68"/>
                  </a:cubicBezTo>
                  <a:cubicBezTo>
                    <a:pt x="12" y="72"/>
                    <a:pt x="17" y="74"/>
                    <a:pt x="23" y="74"/>
                  </a:cubicBezTo>
                  <a:cubicBezTo>
                    <a:pt x="29" y="74"/>
                    <a:pt x="35" y="71"/>
                    <a:pt x="42" y="67"/>
                  </a:cubicBezTo>
                  <a:cubicBezTo>
                    <a:pt x="49" y="63"/>
                    <a:pt x="52" y="60"/>
                    <a:pt x="52" y="57"/>
                  </a:cubicBezTo>
                  <a:cubicBezTo>
                    <a:pt x="52" y="55"/>
                    <a:pt x="51" y="54"/>
                    <a:pt x="49" y="54"/>
                  </a:cubicBezTo>
                  <a:cubicBezTo>
                    <a:pt x="48" y="54"/>
                    <a:pt x="45" y="55"/>
                    <a:pt x="42" y="57"/>
                  </a:cubicBezTo>
                  <a:cubicBezTo>
                    <a:pt x="40" y="59"/>
                    <a:pt x="36" y="61"/>
                    <a:pt x="33" y="62"/>
                  </a:cubicBezTo>
                  <a:cubicBezTo>
                    <a:pt x="29" y="63"/>
                    <a:pt x="26" y="64"/>
                    <a:pt x="24" y="64"/>
                  </a:cubicBezTo>
                  <a:cubicBezTo>
                    <a:pt x="20" y="64"/>
                    <a:pt x="17" y="63"/>
                    <a:pt x="15" y="60"/>
                  </a:cubicBezTo>
                  <a:cubicBezTo>
                    <a:pt x="13" y="58"/>
                    <a:pt x="12" y="55"/>
                    <a:pt x="12" y="51"/>
                  </a:cubicBezTo>
                  <a:cubicBezTo>
                    <a:pt x="12" y="46"/>
                    <a:pt x="14" y="40"/>
                    <a:pt x="18" y="33"/>
                  </a:cubicBezTo>
                  <a:cubicBezTo>
                    <a:pt x="22" y="26"/>
                    <a:pt x="26" y="20"/>
                    <a:pt x="32" y="15"/>
                  </a:cubicBezTo>
                  <a:cubicBezTo>
                    <a:pt x="37" y="11"/>
                    <a:pt x="42" y="8"/>
                    <a:pt x="47" y="8"/>
                  </a:cubicBezTo>
                  <a:cubicBezTo>
                    <a:pt x="48" y="8"/>
                    <a:pt x="49" y="10"/>
                    <a:pt x="49" y="12"/>
                  </a:cubicBezTo>
                  <a:cubicBezTo>
                    <a:pt x="49" y="13"/>
                    <a:pt x="48" y="14"/>
                    <a:pt x="48" y="16"/>
                  </a:cubicBezTo>
                  <a:cubicBezTo>
                    <a:pt x="47" y="18"/>
                    <a:pt x="47" y="20"/>
                    <a:pt x="47"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137"/>
            <p:cNvSpPr>
              <a:spLocks noEditPoints="1"/>
            </p:cNvSpPr>
            <p:nvPr/>
          </p:nvSpPr>
          <p:spPr bwMode="auto">
            <a:xfrm>
              <a:off x="7921625" y="5272088"/>
              <a:ext cx="68263" cy="79375"/>
            </a:xfrm>
            <a:custGeom>
              <a:avLst/>
              <a:gdLst>
                <a:gd name="T0" fmla="*/ 33 w 45"/>
                <a:gd name="T1" fmla="*/ 44 h 52"/>
                <a:gd name="T2" fmla="*/ 44 w 45"/>
                <a:gd name="T3" fmla="*/ 26 h 52"/>
                <a:gd name="T4" fmla="*/ 44 w 45"/>
                <a:gd name="T5" fmla="*/ 26 h 52"/>
                <a:gd name="T6" fmla="*/ 45 w 45"/>
                <a:gd name="T7" fmla="*/ 20 h 52"/>
                <a:gd name="T8" fmla="*/ 40 w 45"/>
                <a:gd name="T9" fmla="*/ 6 h 52"/>
                <a:gd name="T10" fmla="*/ 28 w 45"/>
                <a:gd name="T11" fmla="*/ 0 h 52"/>
                <a:gd name="T12" fmla="*/ 8 w 45"/>
                <a:gd name="T13" fmla="*/ 11 h 52"/>
                <a:gd name="T14" fmla="*/ 0 w 45"/>
                <a:gd name="T15" fmla="*/ 35 h 52"/>
                <a:gd name="T16" fmla="*/ 4 w 45"/>
                <a:gd name="T17" fmla="*/ 47 h 52"/>
                <a:gd name="T18" fmla="*/ 16 w 45"/>
                <a:gd name="T19" fmla="*/ 52 h 52"/>
                <a:gd name="T20" fmla="*/ 33 w 45"/>
                <a:gd name="T21" fmla="*/ 44 h 52"/>
                <a:gd name="T22" fmla="*/ 13 w 45"/>
                <a:gd name="T23" fmla="*/ 40 h 52"/>
                <a:gd name="T24" fmla="*/ 11 w 45"/>
                <a:gd name="T25" fmla="*/ 33 h 52"/>
                <a:gd name="T26" fmla="*/ 14 w 45"/>
                <a:gd name="T27" fmla="*/ 21 h 52"/>
                <a:gd name="T28" fmla="*/ 21 w 45"/>
                <a:gd name="T29" fmla="*/ 12 h 52"/>
                <a:gd name="T30" fmla="*/ 21 w 45"/>
                <a:gd name="T31" fmla="*/ 12 h 52"/>
                <a:gd name="T32" fmla="*/ 27 w 45"/>
                <a:gd name="T33" fmla="*/ 10 h 52"/>
                <a:gd name="T34" fmla="*/ 32 w 45"/>
                <a:gd name="T35" fmla="*/ 13 h 52"/>
                <a:gd name="T36" fmla="*/ 34 w 45"/>
                <a:gd name="T37" fmla="*/ 20 h 52"/>
                <a:gd name="T38" fmla="*/ 28 w 45"/>
                <a:gd name="T39" fmla="*/ 35 h 52"/>
                <a:gd name="T40" fmla="*/ 16 w 45"/>
                <a:gd name="T41" fmla="*/ 42 h 52"/>
                <a:gd name="T42" fmla="*/ 13 w 45"/>
                <a:gd name="T43" fmla="*/ 4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5" h="52">
                  <a:moveTo>
                    <a:pt x="33" y="44"/>
                  </a:moveTo>
                  <a:cubicBezTo>
                    <a:pt x="38" y="40"/>
                    <a:pt x="42" y="34"/>
                    <a:pt x="44" y="26"/>
                  </a:cubicBezTo>
                  <a:cubicBezTo>
                    <a:pt x="44" y="26"/>
                    <a:pt x="44" y="26"/>
                    <a:pt x="44" y="26"/>
                  </a:cubicBezTo>
                  <a:cubicBezTo>
                    <a:pt x="45" y="24"/>
                    <a:pt x="45" y="22"/>
                    <a:pt x="45" y="20"/>
                  </a:cubicBezTo>
                  <a:cubicBezTo>
                    <a:pt x="45" y="14"/>
                    <a:pt x="43" y="10"/>
                    <a:pt x="40" y="6"/>
                  </a:cubicBezTo>
                  <a:cubicBezTo>
                    <a:pt x="37" y="2"/>
                    <a:pt x="33" y="0"/>
                    <a:pt x="28" y="0"/>
                  </a:cubicBezTo>
                  <a:cubicBezTo>
                    <a:pt x="20" y="0"/>
                    <a:pt x="13" y="4"/>
                    <a:pt x="8" y="11"/>
                  </a:cubicBezTo>
                  <a:cubicBezTo>
                    <a:pt x="3" y="19"/>
                    <a:pt x="0" y="27"/>
                    <a:pt x="0" y="35"/>
                  </a:cubicBezTo>
                  <a:cubicBezTo>
                    <a:pt x="0" y="39"/>
                    <a:pt x="2" y="43"/>
                    <a:pt x="4" y="47"/>
                  </a:cubicBezTo>
                  <a:cubicBezTo>
                    <a:pt x="7" y="50"/>
                    <a:pt x="11" y="52"/>
                    <a:pt x="16" y="52"/>
                  </a:cubicBezTo>
                  <a:cubicBezTo>
                    <a:pt x="21" y="52"/>
                    <a:pt x="27" y="49"/>
                    <a:pt x="33" y="44"/>
                  </a:cubicBezTo>
                  <a:close/>
                  <a:moveTo>
                    <a:pt x="13" y="40"/>
                  </a:moveTo>
                  <a:cubicBezTo>
                    <a:pt x="12" y="38"/>
                    <a:pt x="11" y="36"/>
                    <a:pt x="11" y="33"/>
                  </a:cubicBezTo>
                  <a:cubicBezTo>
                    <a:pt x="11" y="29"/>
                    <a:pt x="12" y="25"/>
                    <a:pt x="14" y="21"/>
                  </a:cubicBezTo>
                  <a:cubicBezTo>
                    <a:pt x="16" y="17"/>
                    <a:pt x="18" y="14"/>
                    <a:pt x="21" y="12"/>
                  </a:cubicBezTo>
                  <a:cubicBezTo>
                    <a:pt x="21" y="12"/>
                    <a:pt x="21" y="12"/>
                    <a:pt x="21" y="12"/>
                  </a:cubicBezTo>
                  <a:cubicBezTo>
                    <a:pt x="22" y="10"/>
                    <a:pt x="24" y="10"/>
                    <a:pt x="27" y="10"/>
                  </a:cubicBezTo>
                  <a:cubicBezTo>
                    <a:pt x="29" y="10"/>
                    <a:pt x="31" y="11"/>
                    <a:pt x="32" y="13"/>
                  </a:cubicBezTo>
                  <a:cubicBezTo>
                    <a:pt x="34" y="15"/>
                    <a:pt x="34" y="17"/>
                    <a:pt x="34" y="20"/>
                  </a:cubicBezTo>
                  <a:cubicBezTo>
                    <a:pt x="34" y="26"/>
                    <a:pt x="32" y="31"/>
                    <a:pt x="28" y="35"/>
                  </a:cubicBezTo>
                  <a:cubicBezTo>
                    <a:pt x="24" y="40"/>
                    <a:pt x="20" y="42"/>
                    <a:pt x="16" y="42"/>
                  </a:cubicBezTo>
                  <a:cubicBezTo>
                    <a:pt x="15" y="42"/>
                    <a:pt x="14" y="41"/>
                    <a:pt x="13"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138"/>
            <p:cNvSpPr>
              <a:spLocks/>
            </p:cNvSpPr>
            <p:nvPr/>
          </p:nvSpPr>
          <p:spPr bwMode="auto">
            <a:xfrm>
              <a:off x="8001000" y="5276850"/>
              <a:ext cx="88900" cy="71438"/>
            </a:xfrm>
            <a:custGeom>
              <a:avLst/>
              <a:gdLst>
                <a:gd name="T0" fmla="*/ 13 w 58"/>
                <a:gd name="T1" fmla="*/ 1 h 47"/>
                <a:gd name="T2" fmla="*/ 9 w 58"/>
                <a:gd name="T3" fmla="*/ 0 h 47"/>
                <a:gd name="T4" fmla="*/ 5 w 58"/>
                <a:gd name="T5" fmla="*/ 2 h 47"/>
                <a:gd name="T6" fmla="*/ 4 w 58"/>
                <a:gd name="T7" fmla="*/ 7 h 47"/>
                <a:gd name="T8" fmla="*/ 2 w 58"/>
                <a:gd name="T9" fmla="*/ 31 h 47"/>
                <a:gd name="T10" fmla="*/ 0 w 58"/>
                <a:gd name="T11" fmla="*/ 41 h 47"/>
                <a:gd name="T12" fmla="*/ 7 w 58"/>
                <a:gd name="T13" fmla="*/ 47 h 47"/>
                <a:gd name="T14" fmla="*/ 10 w 58"/>
                <a:gd name="T15" fmla="*/ 46 h 47"/>
                <a:gd name="T16" fmla="*/ 11 w 58"/>
                <a:gd name="T17" fmla="*/ 43 h 47"/>
                <a:gd name="T18" fmla="*/ 21 w 58"/>
                <a:gd name="T19" fmla="*/ 25 h 47"/>
                <a:gd name="T20" fmla="*/ 32 w 58"/>
                <a:gd name="T21" fmla="*/ 13 h 47"/>
                <a:gd name="T22" fmla="*/ 37 w 58"/>
                <a:gd name="T23" fmla="*/ 25 h 47"/>
                <a:gd name="T24" fmla="*/ 40 w 58"/>
                <a:gd name="T25" fmla="*/ 40 h 47"/>
                <a:gd name="T26" fmla="*/ 40 w 58"/>
                <a:gd name="T27" fmla="*/ 40 h 47"/>
                <a:gd name="T28" fmla="*/ 48 w 58"/>
                <a:gd name="T29" fmla="*/ 44 h 47"/>
                <a:gd name="T30" fmla="*/ 55 w 58"/>
                <a:gd name="T31" fmla="*/ 42 h 47"/>
                <a:gd name="T32" fmla="*/ 58 w 58"/>
                <a:gd name="T33" fmla="*/ 37 h 47"/>
                <a:gd name="T34" fmla="*/ 56 w 58"/>
                <a:gd name="T35" fmla="*/ 34 h 47"/>
                <a:gd name="T36" fmla="*/ 53 w 58"/>
                <a:gd name="T37" fmla="*/ 35 h 47"/>
                <a:gd name="T38" fmla="*/ 51 w 58"/>
                <a:gd name="T39" fmla="*/ 35 h 47"/>
                <a:gd name="T40" fmla="*/ 47 w 58"/>
                <a:gd name="T41" fmla="*/ 18 h 47"/>
                <a:gd name="T42" fmla="*/ 34 w 58"/>
                <a:gd name="T43" fmla="*/ 2 h 47"/>
                <a:gd name="T44" fmla="*/ 12 w 58"/>
                <a:gd name="T45" fmla="*/ 25 h 47"/>
                <a:gd name="T46" fmla="*/ 15 w 58"/>
                <a:gd name="T47" fmla="*/ 8 h 47"/>
                <a:gd name="T48" fmla="*/ 13 w 58"/>
                <a:gd name="T49" fmla="*/ 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8" h="47">
                  <a:moveTo>
                    <a:pt x="13" y="1"/>
                  </a:moveTo>
                  <a:cubicBezTo>
                    <a:pt x="13" y="0"/>
                    <a:pt x="11" y="0"/>
                    <a:pt x="9" y="0"/>
                  </a:cubicBezTo>
                  <a:cubicBezTo>
                    <a:pt x="8" y="0"/>
                    <a:pt x="7" y="1"/>
                    <a:pt x="5" y="2"/>
                  </a:cubicBezTo>
                  <a:cubicBezTo>
                    <a:pt x="4" y="4"/>
                    <a:pt x="4" y="5"/>
                    <a:pt x="4" y="7"/>
                  </a:cubicBezTo>
                  <a:cubicBezTo>
                    <a:pt x="4" y="16"/>
                    <a:pt x="3" y="24"/>
                    <a:pt x="2" y="31"/>
                  </a:cubicBezTo>
                  <a:cubicBezTo>
                    <a:pt x="1" y="36"/>
                    <a:pt x="0" y="39"/>
                    <a:pt x="0" y="41"/>
                  </a:cubicBezTo>
                  <a:cubicBezTo>
                    <a:pt x="0" y="45"/>
                    <a:pt x="3" y="47"/>
                    <a:pt x="7" y="47"/>
                  </a:cubicBezTo>
                  <a:cubicBezTo>
                    <a:pt x="8" y="47"/>
                    <a:pt x="9" y="47"/>
                    <a:pt x="10" y="46"/>
                  </a:cubicBezTo>
                  <a:cubicBezTo>
                    <a:pt x="10" y="45"/>
                    <a:pt x="11" y="44"/>
                    <a:pt x="11" y="43"/>
                  </a:cubicBezTo>
                  <a:cubicBezTo>
                    <a:pt x="12" y="39"/>
                    <a:pt x="16" y="33"/>
                    <a:pt x="21" y="25"/>
                  </a:cubicBezTo>
                  <a:cubicBezTo>
                    <a:pt x="26" y="17"/>
                    <a:pt x="30" y="13"/>
                    <a:pt x="32" y="13"/>
                  </a:cubicBezTo>
                  <a:cubicBezTo>
                    <a:pt x="35" y="13"/>
                    <a:pt x="36" y="17"/>
                    <a:pt x="37" y="25"/>
                  </a:cubicBezTo>
                  <a:cubicBezTo>
                    <a:pt x="38" y="32"/>
                    <a:pt x="39" y="37"/>
                    <a:pt x="40" y="40"/>
                  </a:cubicBezTo>
                  <a:cubicBezTo>
                    <a:pt x="40" y="40"/>
                    <a:pt x="40" y="40"/>
                    <a:pt x="40" y="40"/>
                  </a:cubicBezTo>
                  <a:cubicBezTo>
                    <a:pt x="42" y="43"/>
                    <a:pt x="44" y="44"/>
                    <a:pt x="48" y="44"/>
                  </a:cubicBezTo>
                  <a:cubicBezTo>
                    <a:pt x="51" y="44"/>
                    <a:pt x="53" y="44"/>
                    <a:pt x="55" y="42"/>
                  </a:cubicBezTo>
                  <a:cubicBezTo>
                    <a:pt x="57" y="40"/>
                    <a:pt x="58" y="38"/>
                    <a:pt x="58" y="37"/>
                  </a:cubicBezTo>
                  <a:cubicBezTo>
                    <a:pt x="58" y="35"/>
                    <a:pt x="57" y="34"/>
                    <a:pt x="56" y="34"/>
                  </a:cubicBezTo>
                  <a:cubicBezTo>
                    <a:pt x="55" y="34"/>
                    <a:pt x="54" y="35"/>
                    <a:pt x="53" y="35"/>
                  </a:cubicBezTo>
                  <a:cubicBezTo>
                    <a:pt x="52" y="35"/>
                    <a:pt x="52" y="35"/>
                    <a:pt x="51" y="35"/>
                  </a:cubicBezTo>
                  <a:cubicBezTo>
                    <a:pt x="49" y="35"/>
                    <a:pt x="48" y="30"/>
                    <a:pt x="47" y="18"/>
                  </a:cubicBezTo>
                  <a:cubicBezTo>
                    <a:pt x="46" y="7"/>
                    <a:pt x="41" y="2"/>
                    <a:pt x="34" y="2"/>
                  </a:cubicBezTo>
                  <a:cubicBezTo>
                    <a:pt x="26" y="2"/>
                    <a:pt x="19" y="9"/>
                    <a:pt x="12" y="25"/>
                  </a:cubicBezTo>
                  <a:cubicBezTo>
                    <a:pt x="14" y="17"/>
                    <a:pt x="15" y="11"/>
                    <a:pt x="15" y="8"/>
                  </a:cubicBezTo>
                  <a:cubicBezTo>
                    <a:pt x="15" y="4"/>
                    <a:pt x="14" y="2"/>
                    <a:pt x="1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139"/>
            <p:cNvSpPr>
              <a:spLocks/>
            </p:cNvSpPr>
            <p:nvPr/>
          </p:nvSpPr>
          <p:spPr bwMode="auto">
            <a:xfrm>
              <a:off x="8097838" y="5226050"/>
              <a:ext cx="57150" cy="128588"/>
            </a:xfrm>
            <a:custGeom>
              <a:avLst/>
              <a:gdLst>
                <a:gd name="T0" fmla="*/ 27 w 38"/>
                <a:gd name="T1" fmla="*/ 0 h 84"/>
                <a:gd name="T2" fmla="*/ 14 w 38"/>
                <a:gd name="T3" fmla="*/ 6 h 84"/>
                <a:gd name="T4" fmla="*/ 6 w 38"/>
                <a:gd name="T5" fmla="*/ 27 h 84"/>
                <a:gd name="T6" fmla="*/ 5 w 38"/>
                <a:gd name="T7" fmla="*/ 33 h 84"/>
                <a:gd name="T8" fmla="*/ 3 w 38"/>
                <a:gd name="T9" fmla="*/ 36 h 84"/>
                <a:gd name="T10" fmla="*/ 0 w 38"/>
                <a:gd name="T11" fmla="*/ 41 h 84"/>
                <a:gd name="T12" fmla="*/ 3 w 38"/>
                <a:gd name="T13" fmla="*/ 45 h 84"/>
                <a:gd name="T14" fmla="*/ 3 w 38"/>
                <a:gd name="T15" fmla="*/ 45 h 84"/>
                <a:gd name="T16" fmla="*/ 2 w 38"/>
                <a:gd name="T17" fmla="*/ 59 h 84"/>
                <a:gd name="T18" fmla="*/ 0 w 38"/>
                <a:gd name="T19" fmla="*/ 76 h 84"/>
                <a:gd name="T20" fmla="*/ 6 w 38"/>
                <a:gd name="T21" fmla="*/ 84 h 84"/>
                <a:gd name="T22" fmla="*/ 10 w 38"/>
                <a:gd name="T23" fmla="*/ 83 h 84"/>
                <a:gd name="T24" fmla="*/ 12 w 38"/>
                <a:gd name="T25" fmla="*/ 80 h 84"/>
                <a:gd name="T26" fmla="*/ 12 w 38"/>
                <a:gd name="T27" fmla="*/ 72 h 84"/>
                <a:gd name="T28" fmla="*/ 12 w 38"/>
                <a:gd name="T29" fmla="*/ 64 h 84"/>
                <a:gd name="T30" fmla="*/ 13 w 38"/>
                <a:gd name="T31" fmla="*/ 56 h 84"/>
                <a:gd name="T32" fmla="*/ 13 w 38"/>
                <a:gd name="T33" fmla="*/ 56 h 84"/>
                <a:gd name="T34" fmla="*/ 15 w 38"/>
                <a:gd name="T35" fmla="*/ 44 h 84"/>
                <a:gd name="T36" fmla="*/ 19 w 38"/>
                <a:gd name="T37" fmla="*/ 44 h 84"/>
                <a:gd name="T38" fmla="*/ 29 w 38"/>
                <a:gd name="T39" fmla="*/ 42 h 84"/>
                <a:gd name="T40" fmla="*/ 34 w 38"/>
                <a:gd name="T41" fmla="*/ 38 h 84"/>
                <a:gd name="T42" fmla="*/ 30 w 38"/>
                <a:gd name="T43" fmla="*/ 35 h 84"/>
                <a:gd name="T44" fmla="*/ 17 w 38"/>
                <a:gd name="T45" fmla="*/ 35 h 84"/>
                <a:gd name="T46" fmla="*/ 16 w 38"/>
                <a:gd name="T47" fmla="*/ 34 h 84"/>
                <a:gd name="T48" fmla="*/ 19 w 38"/>
                <a:gd name="T49" fmla="*/ 19 h 84"/>
                <a:gd name="T50" fmla="*/ 26 w 38"/>
                <a:gd name="T51" fmla="*/ 9 h 84"/>
                <a:gd name="T52" fmla="*/ 29 w 38"/>
                <a:gd name="T53" fmla="*/ 16 h 84"/>
                <a:gd name="T54" fmla="*/ 28 w 38"/>
                <a:gd name="T55" fmla="*/ 20 h 84"/>
                <a:gd name="T56" fmla="*/ 29 w 38"/>
                <a:gd name="T57" fmla="*/ 23 h 84"/>
                <a:gd name="T58" fmla="*/ 32 w 38"/>
                <a:gd name="T59" fmla="*/ 23 h 84"/>
                <a:gd name="T60" fmla="*/ 36 w 38"/>
                <a:gd name="T61" fmla="*/ 19 h 84"/>
                <a:gd name="T62" fmla="*/ 38 w 38"/>
                <a:gd name="T63" fmla="*/ 11 h 84"/>
                <a:gd name="T64" fmla="*/ 35 w 38"/>
                <a:gd name="T65" fmla="*/ 3 h 84"/>
                <a:gd name="T66" fmla="*/ 27 w 38"/>
                <a:gd name="T67"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8" h="84">
                  <a:moveTo>
                    <a:pt x="27" y="0"/>
                  </a:moveTo>
                  <a:cubicBezTo>
                    <a:pt x="22" y="0"/>
                    <a:pt x="18" y="2"/>
                    <a:pt x="14" y="6"/>
                  </a:cubicBezTo>
                  <a:cubicBezTo>
                    <a:pt x="11" y="10"/>
                    <a:pt x="8" y="17"/>
                    <a:pt x="6" y="27"/>
                  </a:cubicBezTo>
                  <a:cubicBezTo>
                    <a:pt x="6" y="30"/>
                    <a:pt x="6" y="31"/>
                    <a:pt x="5" y="33"/>
                  </a:cubicBezTo>
                  <a:cubicBezTo>
                    <a:pt x="5" y="34"/>
                    <a:pt x="4" y="35"/>
                    <a:pt x="3" y="36"/>
                  </a:cubicBezTo>
                  <a:cubicBezTo>
                    <a:pt x="1" y="38"/>
                    <a:pt x="0" y="39"/>
                    <a:pt x="0" y="41"/>
                  </a:cubicBezTo>
                  <a:cubicBezTo>
                    <a:pt x="0" y="42"/>
                    <a:pt x="1" y="43"/>
                    <a:pt x="3" y="45"/>
                  </a:cubicBezTo>
                  <a:cubicBezTo>
                    <a:pt x="3" y="45"/>
                    <a:pt x="3" y="45"/>
                    <a:pt x="3" y="45"/>
                  </a:cubicBezTo>
                  <a:cubicBezTo>
                    <a:pt x="3" y="48"/>
                    <a:pt x="3" y="53"/>
                    <a:pt x="2" y="59"/>
                  </a:cubicBezTo>
                  <a:cubicBezTo>
                    <a:pt x="1" y="68"/>
                    <a:pt x="0" y="74"/>
                    <a:pt x="0" y="76"/>
                  </a:cubicBezTo>
                  <a:cubicBezTo>
                    <a:pt x="0" y="81"/>
                    <a:pt x="2" y="84"/>
                    <a:pt x="6" y="84"/>
                  </a:cubicBezTo>
                  <a:cubicBezTo>
                    <a:pt x="8" y="84"/>
                    <a:pt x="9" y="84"/>
                    <a:pt x="10" y="83"/>
                  </a:cubicBezTo>
                  <a:cubicBezTo>
                    <a:pt x="11" y="82"/>
                    <a:pt x="12" y="81"/>
                    <a:pt x="12" y="80"/>
                  </a:cubicBezTo>
                  <a:cubicBezTo>
                    <a:pt x="12" y="77"/>
                    <a:pt x="12" y="75"/>
                    <a:pt x="12" y="72"/>
                  </a:cubicBezTo>
                  <a:cubicBezTo>
                    <a:pt x="12" y="70"/>
                    <a:pt x="12" y="67"/>
                    <a:pt x="12" y="64"/>
                  </a:cubicBezTo>
                  <a:cubicBezTo>
                    <a:pt x="13" y="56"/>
                    <a:pt x="13" y="56"/>
                    <a:pt x="13" y="56"/>
                  </a:cubicBezTo>
                  <a:cubicBezTo>
                    <a:pt x="13" y="56"/>
                    <a:pt x="13" y="56"/>
                    <a:pt x="13" y="56"/>
                  </a:cubicBezTo>
                  <a:cubicBezTo>
                    <a:pt x="13" y="53"/>
                    <a:pt x="14" y="49"/>
                    <a:pt x="15" y="44"/>
                  </a:cubicBezTo>
                  <a:cubicBezTo>
                    <a:pt x="15" y="44"/>
                    <a:pt x="17" y="44"/>
                    <a:pt x="19" y="44"/>
                  </a:cubicBezTo>
                  <a:cubicBezTo>
                    <a:pt x="23" y="44"/>
                    <a:pt x="26" y="43"/>
                    <a:pt x="29" y="42"/>
                  </a:cubicBezTo>
                  <a:cubicBezTo>
                    <a:pt x="32" y="41"/>
                    <a:pt x="34" y="40"/>
                    <a:pt x="34" y="38"/>
                  </a:cubicBezTo>
                  <a:cubicBezTo>
                    <a:pt x="34" y="36"/>
                    <a:pt x="32" y="35"/>
                    <a:pt x="30" y="35"/>
                  </a:cubicBezTo>
                  <a:cubicBezTo>
                    <a:pt x="27" y="35"/>
                    <a:pt x="23" y="35"/>
                    <a:pt x="17" y="35"/>
                  </a:cubicBezTo>
                  <a:cubicBezTo>
                    <a:pt x="16" y="35"/>
                    <a:pt x="16" y="35"/>
                    <a:pt x="16" y="34"/>
                  </a:cubicBezTo>
                  <a:cubicBezTo>
                    <a:pt x="16" y="30"/>
                    <a:pt x="17" y="25"/>
                    <a:pt x="19" y="19"/>
                  </a:cubicBezTo>
                  <a:cubicBezTo>
                    <a:pt x="21" y="12"/>
                    <a:pt x="23" y="9"/>
                    <a:pt x="26" y="9"/>
                  </a:cubicBezTo>
                  <a:cubicBezTo>
                    <a:pt x="28" y="9"/>
                    <a:pt x="29" y="12"/>
                    <a:pt x="29" y="16"/>
                  </a:cubicBezTo>
                  <a:cubicBezTo>
                    <a:pt x="28" y="20"/>
                    <a:pt x="28" y="20"/>
                    <a:pt x="28" y="20"/>
                  </a:cubicBezTo>
                  <a:cubicBezTo>
                    <a:pt x="28" y="21"/>
                    <a:pt x="29" y="22"/>
                    <a:pt x="29" y="23"/>
                  </a:cubicBezTo>
                  <a:cubicBezTo>
                    <a:pt x="30" y="23"/>
                    <a:pt x="31" y="23"/>
                    <a:pt x="32" y="23"/>
                  </a:cubicBezTo>
                  <a:cubicBezTo>
                    <a:pt x="34" y="23"/>
                    <a:pt x="35" y="22"/>
                    <a:pt x="36" y="19"/>
                  </a:cubicBezTo>
                  <a:cubicBezTo>
                    <a:pt x="38" y="16"/>
                    <a:pt x="38" y="13"/>
                    <a:pt x="38" y="11"/>
                  </a:cubicBezTo>
                  <a:cubicBezTo>
                    <a:pt x="38" y="8"/>
                    <a:pt x="37" y="5"/>
                    <a:pt x="35" y="3"/>
                  </a:cubicBezTo>
                  <a:cubicBezTo>
                    <a:pt x="33" y="1"/>
                    <a:pt x="30" y="0"/>
                    <a:pt x="2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140"/>
            <p:cNvSpPr>
              <a:spLocks/>
            </p:cNvSpPr>
            <p:nvPr/>
          </p:nvSpPr>
          <p:spPr bwMode="auto">
            <a:xfrm>
              <a:off x="8150225" y="5273675"/>
              <a:ext cx="71438" cy="77788"/>
            </a:xfrm>
            <a:custGeom>
              <a:avLst/>
              <a:gdLst>
                <a:gd name="T0" fmla="*/ 14 w 46"/>
                <a:gd name="T1" fmla="*/ 15 h 51"/>
                <a:gd name="T2" fmla="*/ 16 w 46"/>
                <a:gd name="T3" fmla="*/ 6 h 51"/>
                <a:gd name="T4" fmla="*/ 15 w 46"/>
                <a:gd name="T5" fmla="*/ 2 h 51"/>
                <a:gd name="T6" fmla="*/ 10 w 46"/>
                <a:gd name="T7" fmla="*/ 0 h 51"/>
                <a:gd name="T8" fmla="*/ 5 w 46"/>
                <a:gd name="T9" fmla="*/ 4 h 51"/>
                <a:gd name="T10" fmla="*/ 2 w 46"/>
                <a:gd name="T11" fmla="*/ 18 h 51"/>
                <a:gd name="T12" fmla="*/ 0 w 46"/>
                <a:gd name="T13" fmla="*/ 34 h 51"/>
                <a:gd name="T14" fmla="*/ 3 w 46"/>
                <a:gd name="T15" fmla="*/ 46 h 51"/>
                <a:gd name="T16" fmla="*/ 10 w 46"/>
                <a:gd name="T17" fmla="*/ 49 h 51"/>
                <a:gd name="T18" fmla="*/ 22 w 46"/>
                <a:gd name="T19" fmla="*/ 45 h 51"/>
                <a:gd name="T20" fmla="*/ 32 w 46"/>
                <a:gd name="T21" fmla="*/ 32 h 51"/>
                <a:gd name="T22" fmla="*/ 34 w 46"/>
                <a:gd name="T23" fmla="*/ 45 h 51"/>
                <a:gd name="T24" fmla="*/ 40 w 46"/>
                <a:gd name="T25" fmla="*/ 51 h 51"/>
                <a:gd name="T26" fmla="*/ 44 w 46"/>
                <a:gd name="T27" fmla="*/ 49 h 51"/>
                <a:gd name="T28" fmla="*/ 46 w 46"/>
                <a:gd name="T29" fmla="*/ 46 h 51"/>
                <a:gd name="T30" fmla="*/ 45 w 46"/>
                <a:gd name="T31" fmla="*/ 44 h 51"/>
                <a:gd name="T32" fmla="*/ 41 w 46"/>
                <a:gd name="T33" fmla="*/ 30 h 51"/>
                <a:gd name="T34" fmla="*/ 44 w 46"/>
                <a:gd name="T35" fmla="*/ 12 h 51"/>
                <a:gd name="T36" fmla="*/ 44 w 46"/>
                <a:gd name="T37" fmla="*/ 9 h 51"/>
                <a:gd name="T38" fmla="*/ 40 w 46"/>
                <a:gd name="T39" fmla="*/ 3 h 51"/>
                <a:gd name="T40" fmla="*/ 35 w 46"/>
                <a:gd name="T41" fmla="*/ 6 h 51"/>
                <a:gd name="T42" fmla="*/ 32 w 46"/>
                <a:gd name="T43" fmla="*/ 16 h 51"/>
                <a:gd name="T44" fmla="*/ 23 w 46"/>
                <a:gd name="T45" fmla="*/ 32 h 51"/>
                <a:gd name="T46" fmla="*/ 12 w 46"/>
                <a:gd name="T47" fmla="*/ 39 h 51"/>
                <a:gd name="T48" fmla="*/ 10 w 46"/>
                <a:gd name="T49" fmla="*/ 33 h 51"/>
                <a:gd name="T50" fmla="*/ 11 w 46"/>
                <a:gd name="T51" fmla="*/ 25 h 51"/>
                <a:gd name="T52" fmla="*/ 14 w 46"/>
                <a:gd name="T53" fmla="*/ 1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6" h="51">
                  <a:moveTo>
                    <a:pt x="14" y="15"/>
                  </a:moveTo>
                  <a:cubicBezTo>
                    <a:pt x="15" y="11"/>
                    <a:pt x="16" y="8"/>
                    <a:pt x="16" y="6"/>
                  </a:cubicBezTo>
                  <a:cubicBezTo>
                    <a:pt x="16" y="4"/>
                    <a:pt x="16" y="3"/>
                    <a:pt x="15" y="2"/>
                  </a:cubicBezTo>
                  <a:cubicBezTo>
                    <a:pt x="14" y="1"/>
                    <a:pt x="12" y="0"/>
                    <a:pt x="10" y="0"/>
                  </a:cubicBezTo>
                  <a:cubicBezTo>
                    <a:pt x="8" y="0"/>
                    <a:pt x="6" y="2"/>
                    <a:pt x="5" y="4"/>
                  </a:cubicBezTo>
                  <a:cubicBezTo>
                    <a:pt x="5" y="7"/>
                    <a:pt x="4" y="12"/>
                    <a:pt x="2" y="18"/>
                  </a:cubicBezTo>
                  <a:cubicBezTo>
                    <a:pt x="1" y="25"/>
                    <a:pt x="0" y="31"/>
                    <a:pt x="0" y="34"/>
                  </a:cubicBezTo>
                  <a:cubicBezTo>
                    <a:pt x="0" y="39"/>
                    <a:pt x="1" y="43"/>
                    <a:pt x="3" y="46"/>
                  </a:cubicBezTo>
                  <a:cubicBezTo>
                    <a:pt x="6" y="48"/>
                    <a:pt x="8" y="49"/>
                    <a:pt x="10" y="49"/>
                  </a:cubicBezTo>
                  <a:cubicBezTo>
                    <a:pt x="14" y="49"/>
                    <a:pt x="18" y="48"/>
                    <a:pt x="22" y="45"/>
                  </a:cubicBezTo>
                  <a:cubicBezTo>
                    <a:pt x="26" y="41"/>
                    <a:pt x="29" y="37"/>
                    <a:pt x="32" y="32"/>
                  </a:cubicBezTo>
                  <a:cubicBezTo>
                    <a:pt x="32" y="38"/>
                    <a:pt x="33" y="42"/>
                    <a:pt x="34" y="45"/>
                  </a:cubicBezTo>
                  <a:cubicBezTo>
                    <a:pt x="35" y="49"/>
                    <a:pt x="37" y="51"/>
                    <a:pt x="40" y="51"/>
                  </a:cubicBezTo>
                  <a:cubicBezTo>
                    <a:pt x="41" y="51"/>
                    <a:pt x="42" y="50"/>
                    <a:pt x="44" y="49"/>
                  </a:cubicBezTo>
                  <a:cubicBezTo>
                    <a:pt x="46" y="48"/>
                    <a:pt x="46" y="47"/>
                    <a:pt x="46" y="46"/>
                  </a:cubicBezTo>
                  <a:cubicBezTo>
                    <a:pt x="46" y="45"/>
                    <a:pt x="46" y="45"/>
                    <a:pt x="45" y="44"/>
                  </a:cubicBezTo>
                  <a:cubicBezTo>
                    <a:pt x="42" y="43"/>
                    <a:pt x="41" y="38"/>
                    <a:pt x="41" y="30"/>
                  </a:cubicBezTo>
                  <a:cubicBezTo>
                    <a:pt x="41" y="23"/>
                    <a:pt x="42" y="17"/>
                    <a:pt x="44" y="12"/>
                  </a:cubicBezTo>
                  <a:cubicBezTo>
                    <a:pt x="44" y="10"/>
                    <a:pt x="44" y="9"/>
                    <a:pt x="44" y="9"/>
                  </a:cubicBezTo>
                  <a:cubicBezTo>
                    <a:pt x="44" y="5"/>
                    <a:pt x="43" y="3"/>
                    <a:pt x="40" y="3"/>
                  </a:cubicBezTo>
                  <a:cubicBezTo>
                    <a:pt x="38" y="3"/>
                    <a:pt x="36" y="4"/>
                    <a:pt x="35" y="6"/>
                  </a:cubicBezTo>
                  <a:cubicBezTo>
                    <a:pt x="34" y="7"/>
                    <a:pt x="33" y="11"/>
                    <a:pt x="32" y="16"/>
                  </a:cubicBezTo>
                  <a:cubicBezTo>
                    <a:pt x="30" y="21"/>
                    <a:pt x="27" y="27"/>
                    <a:pt x="23" y="32"/>
                  </a:cubicBezTo>
                  <a:cubicBezTo>
                    <a:pt x="18" y="37"/>
                    <a:pt x="15" y="39"/>
                    <a:pt x="12" y="39"/>
                  </a:cubicBezTo>
                  <a:cubicBezTo>
                    <a:pt x="10" y="39"/>
                    <a:pt x="10" y="37"/>
                    <a:pt x="10" y="33"/>
                  </a:cubicBezTo>
                  <a:cubicBezTo>
                    <a:pt x="10" y="32"/>
                    <a:pt x="10" y="29"/>
                    <a:pt x="11" y="25"/>
                  </a:cubicBezTo>
                  <a:cubicBezTo>
                    <a:pt x="12" y="20"/>
                    <a:pt x="13" y="17"/>
                    <a:pt x="14"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141"/>
            <p:cNvSpPr>
              <a:spLocks/>
            </p:cNvSpPr>
            <p:nvPr/>
          </p:nvSpPr>
          <p:spPr bwMode="auto">
            <a:xfrm>
              <a:off x="8228013" y="5267325"/>
              <a:ext cx="58738" cy="85725"/>
            </a:xfrm>
            <a:custGeom>
              <a:avLst/>
              <a:gdLst>
                <a:gd name="T0" fmla="*/ 21 w 38"/>
                <a:gd name="T1" fmla="*/ 44 h 56"/>
                <a:gd name="T2" fmla="*/ 12 w 38"/>
                <a:gd name="T3" fmla="*/ 46 h 56"/>
                <a:gd name="T4" fmla="*/ 9 w 38"/>
                <a:gd name="T5" fmla="*/ 45 h 56"/>
                <a:gd name="T6" fmla="*/ 6 w 38"/>
                <a:gd name="T7" fmla="*/ 44 h 56"/>
                <a:gd name="T8" fmla="*/ 2 w 38"/>
                <a:gd name="T9" fmla="*/ 46 h 56"/>
                <a:gd name="T10" fmla="*/ 0 w 38"/>
                <a:gd name="T11" fmla="*/ 50 h 56"/>
                <a:gd name="T12" fmla="*/ 9 w 38"/>
                <a:gd name="T13" fmla="*/ 56 h 56"/>
                <a:gd name="T14" fmla="*/ 29 w 38"/>
                <a:gd name="T15" fmla="*/ 51 h 56"/>
                <a:gd name="T16" fmla="*/ 38 w 38"/>
                <a:gd name="T17" fmla="*/ 40 h 56"/>
                <a:gd name="T18" fmla="*/ 35 w 38"/>
                <a:gd name="T19" fmla="*/ 33 h 56"/>
                <a:gd name="T20" fmla="*/ 25 w 38"/>
                <a:gd name="T21" fmla="*/ 27 h 56"/>
                <a:gd name="T22" fmla="*/ 18 w 38"/>
                <a:gd name="T23" fmla="*/ 23 h 56"/>
                <a:gd name="T24" fmla="*/ 16 w 38"/>
                <a:gd name="T25" fmla="*/ 19 h 56"/>
                <a:gd name="T26" fmla="*/ 21 w 38"/>
                <a:gd name="T27" fmla="*/ 13 h 56"/>
                <a:gd name="T28" fmla="*/ 30 w 38"/>
                <a:gd name="T29" fmla="*/ 10 h 56"/>
                <a:gd name="T30" fmla="*/ 32 w 38"/>
                <a:gd name="T31" fmla="*/ 11 h 56"/>
                <a:gd name="T32" fmla="*/ 34 w 38"/>
                <a:gd name="T33" fmla="*/ 11 h 56"/>
                <a:gd name="T34" fmla="*/ 37 w 38"/>
                <a:gd name="T35" fmla="*/ 10 h 56"/>
                <a:gd name="T36" fmla="*/ 38 w 38"/>
                <a:gd name="T37" fmla="*/ 7 h 56"/>
                <a:gd name="T38" fmla="*/ 31 w 38"/>
                <a:gd name="T39" fmla="*/ 0 h 56"/>
                <a:gd name="T40" fmla="*/ 14 w 38"/>
                <a:gd name="T41" fmla="*/ 6 h 56"/>
                <a:gd name="T42" fmla="*/ 5 w 38"/>
                <a:gd name="T43" fmla="*/ 20 h 56"/>
                <a:gd name="T44" fmla="*/ 7 w 38"/>
                <a:gd name="T45" fmla="*/ 27 h 56"/>
                <a:gd name="T46" fmla="*/ 19 w 38"/>
                <a:gd name="T47" fmla="*/ 35 h 56"/>
                <a:gd name="T48" fmla="*/ 27 w 38"/>
                <a:gd name="T49" fmla="*/ 41 h 56"/>
                <a:gd name="T50" fmla="*/ 21 w 38"/>
                <a:gd name="T51" fmla="*/ 44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8" h="56">
                  <a:moveTo>
                    <a:pt x="21" y="44"/>
                  </a:moveTo>
                  <a:cubicBezTo>
                    <a:pt x="18" y="45"/>
                    <a:pt x="15" y="46"/>
                    <a:pt x="12" y="46"/>
                  </a:cubicBezTo>
                  <a:cubicBezTo>
                    <a:pt x="11" y="46"/>
                    <a:pt x="10" y="45"/>
                    <a:pt x="9" y="45"/>
                  </a:cubicBezTo>
                  <a:cubicBezTo>
                    <a:pt x="7" y="45"/>
                    <a:pt x="7" y="44"/>
                    <a:pt x="6" y="44"/>
                  </a:cubicBezTo>
                  <a:cubicBezTo>
                    <a:pt x="5" y="44"/>
                    <a:pt x="3" y="45"/>
                    <a:pt x="2" y="46"/>
                  </a:cubicBezTo>
                  <a:cubicBezTo>
                    <a:pt x="1" y="47"/>
                    <a:pt x="0" y="48"/>
                    <a:pt x="0" y="50"/>
                  </a:cubicBezTo>
                  <a:cubicBezTo>
                    <a:pt x="0" y="54"/>
                    <a:pt x="3" y="56"/>
                    <a:pt x="9" y="56"/>
                  </a:cubicBezTo>
                  <a:cubicBezTo>
                    <a:pt x="16" y="56"/>
                    <a:pt x="23" y="54"/>
                    <a:pt x="29" y="51"/>
                  </a:cubicBezTo>
                  <a:cubicBezTo>
                    <a:pt x="35" y="48"/>
                    <a:pt x="38" y="45"/>
                    <a:pt x="38" y="40"/>
                  </a:cubicBezTo>
                  <a:cubicBezTo>
                    <a:pt x="38" y="38"/>
                    <a:pt x="37" y="35"/>
                    <a:pt x="35" y="33"/>
                  </a:cubicBezTo>
                  <a:cubicBezTo>
                    <a:pt x="34" y="31"/>
                    <a:pt x="30" y="29"/>
                    <a:pt x="25" y="27"/>
                  </a:cubicBezTo>
                  <a:cubicBezTo>
                    <a:pt x="21" y="25"/>
                    <a:pt x="19" y="24"/>
                    <a:pt x="18" y="23"/>
                  </a:cubicBezTo>
                  <a:cubicBezTo>
                    <a:pt x="17" y="21"/>
                    <a:pt x="16" y="20"/>
                    <a:pt x="16" y="19"/>
                  </a:cubicBezTo>
                  <a:cubicBezTo>
                    <a:pt x="16" y="17"/>
                    <a:pt x="18" y="15"/>
                    <a:pt x="21" y="13"/>
                  </a:cubicBezTo>
                  <a:cubicBezTo>
                    <a:pt x="24" y="11"/>
                    <a:pt x="27" y="10"/>
                    <a:pt x="30" y="10"/>
                  </a:cubicBezTo>
                  <a:cubicBezTo>
                    <a:pt x="30" y="10"/>
                    <a:pt x="31" y="10"/>
                    <a:pt x="32" y="11"/>
                  </a:cubicBezTo>
                  <a:cubicBezTo>
                    <a:pt x="33" y="11"/>
                    <a:pt x="33" y="11"/>
                    <a:pt x="34" y="11"/>
                  </a:cubicBezTo>
                  <a:cubicBezTo>
                    <a:pt x="35" y="11"/>
                    <a:pt x="35" y="11"/>
                    <a:pt x="37" y="10"/>
                  </a:cubicBezTo>
                  <a:cubicBezTo>
                    <a:pt x="38" y="9"/>
                    <a:pt x="38" y="8"/>
                    <a:pt x="38" y="7"/>
                  </a:cubicBezTo>
                  <a:cubicBezTo>
                    <a:pt x="38" y="2"/>
                    <a:pt x="36" y="0"/>
                    <a:pt x="31" y="0"/>
                  </a:cubicBezTo>
                  <a:cubicBezTo>
                    <a:pt x="25" y="0"/>
                    <a:pt x="20" y="2"/>
                    <a:pt x="14" y="6"/>
                  </a:cubicBezTo>
                  <a:cubicBezTo>
                    <a:pt x="8" y="10"/>
                    <a:pt x="5" y="15"/>
                    <a:pt x="5" y="20"/>
                  </a:cubicBezTo>
                  <a:cubicBezTo>
                    <a:pt x="5" y="23"/>
                    <a:pt x="6" y="25"/>
                    <a:pt x="7" y="27"/>
                  </a:cubicBezTo>
                  <a:cubicBezTo>
                    <a:pt x="9" y="29"/>
                    <a:pt x="13" y="32"/>
                    <a:pt x="19" y="35"/>
                  </a:cubicBezTo>
                  <a:cubicBezTo>
                    <a:pt x="24" y="37"/>
                    <a:pt x="27" y="39"/>
                    <a:pt x="27" y="41"/>
                  </a:cubicBezTo>
                  <a:cubicBezTo>
                    <a:pt x="26" y="42"/>
                    <a:pt x="24" y="43"/>
                    <a:pt x="21"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142"/>
            <p:cNvSpPr>
              <a:spLocks/>
            </p:cNvSpPr>
            <p:nvPr/>
          </p:nvSpPr>
          <p:spPr bwMode="auto">
            <a:xfrm>
              <a:off x="8297863" y="5275263"/>
              <a:ext cx="25400" cy="76200"/>
            </a:xfrm>
            <a:custGeom>
              <a:avLst/>
              <a:gdLst>
                <a:gd name="T0" fmla="*/ 10 w 17"/>
                <a:gd name="T1" fmla="*/ 0 h 50"/>
                <a:gd name="T2" fmla="*/ 6 w 17"/>
                <a:gd name="T3" fmla="*/ 2 h 50"/>
                <a:gd name="T4" fmla="*/ 5 w 17"/>
                <a:gd name="T5" fmla="*/ 8 h 50"/>
                <a:gd name="T6" fmla="*/ 3 w 17"/>
                <a:gd name="T7" fmla="*/ 17 h 50"/>
                <a:gd name="T8" fmla="*/ 3 w 17"/>
                <a:gd name="T9" fmla="*/ 17 h 50"/>
                <a:gd name="T10" fmla="*/ 3 w 17"/>
                <a:gd name="T11" fmla="*/ 22 h 50"/>
                <a:gd name="T12" fmla="*/ 0 w 17"/>
                <a:gd name="T13" fmla="*/ 41 h 50"/>
                <a:gd name="T14" fmla="*/ 6 w 17"/>
                <a:gd name="T15" fmla="*/ 50 h 50"/>
                <a:gd name="T16" fmla="*/ 11 w 17"/>
                <a:gd name="T17" fmla="*/ 48 h 50"/>
                <a:gd name="T18" fmla="*/ 13 w 17"/>
                <a:gd name="T19" fmla="*/ 45 h 50"/>
                <a:gd name="T20" fmla="*/ 13 w 17"/>
                <a:gd name="T21" fmla="*/ 44 h 50"/>
                <a:gd name="T22" fmla="*/ 12 w 17"/>
                <a:gd name="T23" fmla="*/ 36 h 50"/>
                <a:gd name="T24" fmla="*/ 12 w 17"/>
                <a:gd name="T25" fmla="*/ 28 h 50"/>
                <a:gd name="T26" fmla="*/ 15 w 17"/>
                <a:gd name="T27" fmla="*/ 13 h 50"/>
                <a:gd name="T28" fmla="*/ 15 w 17"/>
                <a:gd name="T29" fmla="*/ 12 h 50"/>
                <a:gd name="T30" fmla="*/ 17 w 17"/>
                <a:gd name="T31" fmla="*/ 5 h 50"/>
                <a:gd name="T32" fmla="*/ 15 w 17"/>
                <a:gd name="T33" fmla="*/ 1 h 50"/>
                <a:gd name="T34" fmla="*/ 10 w 17"/>
                <a:gd name="T35"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50">
                  <a:moveTo>
                    <a:pt x="10" y="0"/>
                  </a:moveTo>
                  <a:cubicBezTo>
                    <a:pt x="9" y="0"/>
                    <a:pt x="7" y="1"/>
                    <a:pt x="6" y="2"/>
                  </a:cubicBezTo>
                  <a:cubicBezTo>
                    <a:pt x="5" y="4"/>
                    <a:pt x="5" y="6"/>
                    <a:pt x="5" y="8"/>
                  </a:cubicBezTo>
                  <a:cubicBezTo>
                    <a:pt x="5" y="9"/>
                    <a:pt x="4" y="12"/>
                    <a:pt x="3" y="17"/>
                  </a:cubicBezTo>
                  <a:cubicBezTo>
                    <a:pt x="3" y="17"/>
                    <a:pt x="3" y="17"/>
                    <a:pt x="3" y="17"/>
                  </a:cubicBezTo>
                  <a:cubicBezTo>
                    <a:pt x="3" y="19"/>
                    <a:pt x="3" y="20"/>
                    <a:pt x="3" y="22"/>
                  </a:cubicBezTo>
                  <a:cubicBezTo>
                    <a:pt x="1" y="29"/>
                    <a:pt x="0" y="36"/>
                    <a:pt x="0" y="41"/>
                  </a:cubicBezTo>
                  <a:cubicBezTo>
                    <a:pt x="0" y="47"/>
                    <a:pt x="2" y="50"/>
                    <a:pt x="6" y="50"/>
                  </a:cubicBezTo>
                  <a:cubicBezTo>
                    <a:pt x="8" y="50"/>
                    <a:pt x="9" y="49"/>
                    <a:pt x="11" y="48"/>
                  </a:cubicBezTo>
                  <a:cubicBezTo>
                    <a:pt x="12" y="47"/>
                    <a:pt x="13" y="46"/>
                    <a:pt x="13" y="45"/>
                  </a:cubicBezTo>
                  <a:cubicBezTo>
                    <a:pt x="13" y="45"/>
                    <a:pt x="13" y="44"/>
                    <a:pt x="13" y="44"/>
                  </a:cubicBezTo>
                  <a:cubicBezTo>
                    <a:pt x="12" y="41"/>
                    <a:pt x="12" y="38"/>
                    <a:pt x="12" y="36"/>
                  </a:cubicBezTo>
                  <a:cubicBezTo>
                    <a:pt x="12" y="34"/>
                    <a:pt x="12" y="31"/>
                    <a:pt x="12" y="28"/>
                  </a:cubicBezTo>
                  <a:cubicBezTo>
                    <a:pt x="12" y="24"/>
                    <a:pt x="13" y="19"/>
                    <a:pt x="15" y="13"/>
                  </a:cubicBezTo>
                  <a:cubicBezTo>
                    <a:pt x="15" y="12"/>
                    <a:pt x="15" y="12"/>
                    <a:pt x="15" y="12"/>
                  </a:cubicBezTo>
                  <a:cubicBezTo>
                    <a:pt x="16" y="8"/>
                    <a:pt x="17" y="6"/>
                    <a:pt x="17" y="5"/>
                  </a:cubicBezTo>
                  <a:cubicBezTo>
                    <a:pt x="17" y="3"/>
                    <a:pt x="16" y="2"/>
                    <a:pt x="15" y="1"/>
                  </a:cubicBezTo>
                  <a:cubicBezTo>
                    <a:pt x="14" y="0"/>
                    <a:pt x="13"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143"/>
            <p:cNvSpPr>
              <a:spLocks/>
            </p:cNvSpPr>
            <p:nvPr/>
          </p:nvSpPr>
          <p:spPr bwMode="auto">
            <a:xfrm>
              <a:off x="8312150" y="5235575"/>
              <a:ext cx="23813" cy="22225"/>
            </a:xfrm>
            <a:custGeom>
              <a:avLst/>
              <a:gdLst>
                <a:gd name="T0" fmla="*/ 12 w 15"/>
                <a:gd name="T1" fmla="*/ 11 h 14"/>
                <a:gd name="T2" fmla="*/ 15 w 15"/>
                <a:gd name="T3" fmla="*/ 6 h 14"/>
                <a:gd name="T4" fmla="*/ 14 w 15"/>
                <a:gd name="T5" fmla="*/ 2 h 14"/>
                <a:gd name="T6" fmla="*/ 9 w 15"/>
                <a:gd name="T7" fmla="*/ 0 h 14"/>
                <a:gd name="T8" fmla="*/ 3 w 15"/>
                <a:gd name="T9" fmla="*/ 2 h 14"/>
                <a:gd name="T10" fmla="*/ 0 w 15"/>
                <a:gd name="T11" fmla="*/ 7 h 14"/>
                <a:gd name="T12" fmla="*/ 3 w 15"/>
                <a:gd name="T13" fmla="*/ 12 h 14"/>
                <a:gd name="T14" fmla="*/ 7 w 15"/>
                <a:gd name="T15" fmla="*/ 14 h 14"/>
                <a:gd name="T16" fmla="*/ 12 w 15"/>
                <a:gd name="T17"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4">
                  <a:moveTo>
                    <a:pt x="12" y="11"/>
                  </a:moveTo>
                  <a:cubicBezTo>
                    <a:pt x="14" y="10"/>
                    <a:pt x="15" y="8"/>
                    <a:pt x="15" y="6"/>
                  </a:cubicBezTo>
                  <a:cubicBezTo>
                    <a:pt x="15" y="4"/>
                    <a:pt x="15" y="3"/>
                    <a:pt x="14" y="2"/>
                  </a:cubicBezTo>
                  <a:cubicBezTo>
                    <a:pt x="12" y="0"/>
                    <a:pt x="11" y="0"/>
                    <a:pt x="9" y="0"/>
                  </a:cubicBezTo>
                  <a:cubicBezTo>
                    <a:pt x="6" y="0"/>
                    <a:pt x="4" y="0"/>
                    <a:pt x="3" y="2"/>
                  </a:cubicBezTo>
                  <a:cubicBezTo>
                    <a:pt x="1" y="3"/>
                    <a:pt x="0" y="5"/>
                    <a:pt x="0" y="7"/>
                  </a:cubicBezTo>
                  <a:cubicBezTo>
                    <a:pt x="0" y="9"/>
                    <a:pt x="1" y="10"/>
                    <a:pt x="3" y="12"/>
                  </a:cubicBezTo>
                  <a:cubicBezTo>
                    <a:pt x="4" y="13"/>
                    <a:pt x="6" y="14"/>
                    <a:pt x="7" y="14"/>
                  </a:cubicBezTo>
                  <a:cubicBezTo>
                    <a:pt x="9" y="14"/>
                    <a:pt x="11" y="13"/>
                    <a:pt x="12"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144"/>
            <p:cNvSpPr>
              <a:spLocks noEditPoints="1"/>
            </p:cNvSpPr>
            <p:nvPr/>
          </p:nvSpPr>
          <p:spPr bwMode="auto">
            <a:xfrm>
              <a:off x="8337550" y="5272088"/>
              <a:ext cx="68263" cy="79375"/>
            </a:xfrm>
            <a:custGeom>
              <a:avLst/>
              <a:gdLst>
                <a:gd name="T0" fmla="*/ 27 w 45"/>
                <a:gd name="T1" fmla="*/ 0 h 52"/>
                <a:gd name="T2" fmla="*/ 8 w 45"/>
                <a:gd name="T3" fmla="*/ 11 h 52"/>
                <a:gd name="T4" fmla="*/ 0 w 45"/>
                <a:gd name="T5" fmla="*/ 35 h 52"/>
                <a:gd name="T6" fmla="*/ 4 w 45"/>
                <a:gd name="T7" fmla="*/ 47 h 52"/>
                <a:gd name="T8" fmla="*/ 15 w 45"/>
                <a:gd name="T9" fmla="*/ 52 h 52"/>
                <a:gd name="T10" fmla="*/ 32 w 45"/>
                <a:gd name="T11" fmla="*/ 44 h 52"/>
                <a:gd name="T12" fmla="*/ 44 w 45"/>
                <a:gd name="T13" fmla="*/ 26 h 52"/>
                <a:gd name="T14" fmla="*/ 44 w 45"/>
                <a:gd name="T15" fmla="*/ 26 h 52"/>
                <a:gd name="T16" fmla="*/ 45 w 45"/>
                <a:gd name="T17" fmla="*/ 20 h 52"/>
                <a:gd name="T18" fmla="*/ 40 w 45"/>
                <a:gd name="T19" fmla="*/ 6 h 52"/>
                <a:gd name="T20" fmla="*/ 27 w 45"/>
                <a:gd name="T21" fmla="*/ 0 h 52"/>
                <a:gd name="T22" fmla="*/ 28 w 45"/>
                <a:gd name="T23" fmla="*/ 35 h 52"/>
                <a:gd name="T24" fmla="*/ 16 w 45"/>
                <a:gd name="T25" fmla="*/ 42 h 52"/>
                <a:gd name="T26" fmla="*/ 12 w 45"/>
                <a:gd name="T27" fmla="*/ 40 h 52"/>
                <a:gd name="T28" fmla="*/ 11 w 45"/>
                <a:gd name="T29" fmla="*/ 33 h 52"/>
                <a:gd name="T30" fmla="*/ 14 w 45"/>
                <a:gd name="T31" fmla="*/ 21 h 52"/>
                <a:gd name="T32" fmla="*/ 20 w 45"/>
                <a:gd name="T33" fmla="*/ 12 h 52"/>
                <a:gd name="T34" fmla="*/ 20 w 45"/>
                <a:gd name="T35" fmla="*/ 12 h 52"/>
                <a:gd name="T36" fmla="*/ 26 w 45"/>
                <a:gd name="T37" fmla="*/ 10 h 52"/>
                <a:gd name="T38" fmla="*/ 32 w 45"/>
                <a:gd name="T39" fmla="*/ 13 h 52"/>
                <a:gd name="T40" fmla="*/ 34 w 45"/>
                <a:gd name="T41" fmla="*/ 20 h 52"/>
                <a:gd name="T42" fmla="*/ 28 w 45"/>
                <a:gd name="T43" fmla="*/ 3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5" h="52">
                  <a:moveTo>
                    <a:pt x="27" y="0"/>
                  </a:moveTo>
                  <a:cubicBezTo>
                    <a:pt x="20" y="0"/>
                    <a:pt x="13" y="4"/>
                    <a:pt x="8" y="11"/>
                  </a:cubicBezTo>
                  <a:cubicBezTo>
                    <a:pt x="3" y="19"/>
                    <a:pt x="0" y="27"/>
                    <a:pt x="0" y="35"/>
                  </a:cubicBezTo>
                  <a:cubicBezTo>
                    <a:pt x="0" y="39"/>
                    <a:pt x="1" y="43"/>
                    <a:pt x="4" y="47"/>
                  </a:cubicBezTo>
                  <a:cubicBezTo>
                    <a:pt x="7" y="50"/>
                    <a:pt x="11" y="52"/>
                    <a:pt x="15" y="52"/>
                  </a:cubicBezTo>
                  <a:cubicBezTo>
                    <a:pt x="21" y="52"/>
                    <a:pt x="27" y="49"/>
                    <a:pt x="32" y="44"/>
                  </a:cubicBezTo>
                  <a:cubicBezTo>
                    <a:pt x="38" y="40"/>
                    <a:pt x="42" y="34"/>
                    <a:pt x="44" y="26"/>
                  </a:cubicBezTo>
                  <a:cubicBezTo>
                    <a:pt x="44" y="26"/>
                    <a:pt x="44" y="26"/>
                    <a:pt x="44" y="26"/>
                  </a:cubicBezTo>
                  <a:cubicBezTo>
                    <a:pt x="45" y="24"/>
                    <a:pt x="45" y="22"/>
                    <a:pt x="45" y="20"/>
                  </a:cubicBezTo>
                  <a:cubicBezTo>
                    <a:pt x="45" y="14"/>
                    <a:pt x="43" y="10"/>
                    <a:pt x="40" y="6"/>
                  </a:cubicBezTo>
                  <a:cubicBezTo>
                    <a:pt x="37" y="2"/>
                    <a:pt x="33" y="0"/>
                    <a:pt x="27" y="0"/>
                  </a:cubicBezTo>
                  <a:close/>
                  <a:moveTo>
                    <a:pt x="28" y="35"/>
                  </a:moveTo>
                  <a:cubicBezTo>
                    <a:pt x="24" y="40"/>
                    <a:pt x="20" y="42"/>
                    <a:pt x="16" y="42"/>
                  </a:cubicBezTo>
                  <a:cubicBezTo>
                    <a:pt x="15" y="42"/>
                    <a:pt x="13" y="41"/>
                    <a:pt x="12" y="40"/>
                  </a:cubicBezTo>
                  <a:cubicBezTo>
                    <a:pt x="11" y="38"/>
                    <a:pt x="11" y="36"/>
                    <a:pt x="11" y="33"/>
                  </a:cubicBezTo>
                  <a:cubicBezTo>
                    <a:pt x="11" y="29"/>
                    <a:pt x="12" y="25"/>
                    <a:pt x="14" y="21"/>
                  </a:cubicBezTo>
                  <a:cubicBezTo>
                    <a:pt x="16" y="17"/>
                    <a:pt x="18" y="14"/>
                    <a:pt x="20" y="12"/>
                  </a:cubicBezTo>
                  <a:cubicBezTo>
                    <a:pt x="20" y="12"/>
                    <a:pt x="20" y="12"/>
                    <a:pt x="20" y="12"/>
                  </a:cubicBezTo>
                  <a:cubicBezTo>
                    <a:pt x="22" y="10"/>
                    <a:pt x="24" y="10"/>
                    <a:pt x="26" y="10"/>
                  </a:cubicBezTo>
                  <a:cubicBezTo>
                    <a:pt x="29" y="10"/>
                    <a:pt x="31" y="11"/>
                    <a:pt x="32" y="13"/>
                  </a:cubicBezTo>
                  <a:cubicBezTo>
                    <a:pt x="33" y="15"/>
                    <a:pt x="34" y="17"/>
                    <a:pt x="34" y="20"/>
                  </a:cubicBezTo>
                  <a:cubicBezTo>
                    <a:pt x="34" y="26"/>
                    <a:pt x="32" y="31"/>
                    <a:pt x="28"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145"/>
            <p:cNvSpPr>
              <a:spLocks/>
            </p:cNvSpPr>
            <p:nvPr/>
          </p:nvSpPr>
          <p:spPr bwMode="auto">
            <a:xfrm>
              <a:off x="8416925" y="5276850"/>
              <a:ext cx="88900" cy="71438"/>
            </a:xfrm>
            <a:custGeom>
              <a:avLst/>
              <a:gdLst>
                <a:gd name="T0" fmla="*/ 13 w 58"/>
                <a:gd name="T1" fmla="*/ 1 h 47"/>
                <a:gd name="T2" fmla="*/ 9 w 58"/>
                <a:gd name="T3" fmla="*/ 0 h 47"/>
                <a:gd name="T4" fmla="*/ 5 w 58"/>
                <a:gd name="T5" fmla="*/ 2 h 47"/>
                <a:gd name="T6" fmla="*/ 3 w 58"/>
                <a:gd name="T7" fmla="*/ 7 h 47"/>
                <a:gd name="T8" fmla="*/ 2 w 58"/>
                <a:gd name="T9" fmla="*/ 31 h 47"/>
                <a:gd name="T10" fmla="*/ 0 w 58"/>
                <a:gd name="T11" fmla="*/ 41 h 47"/>
                <a:gd name="T12" fmla="*/ 7 w 58"/>
                <a:gd name="T13" fmla="*/ 47 h 47"/>
                <a:gd name="T14" fmla="*/ 9 w 58"/>
                <a:gd name="T15" fmla="*/ 46 h 47"/>
                <a:gd name="T16" fmla="*/ 11 w 58"/>
                <a:gd name="T17" fmla="*/ 43 h 47"/>
                <a:gd name="T18" fmla="*/ 21 w 58"/>
                <a:gd name="T19" fmla="*/ 25 h 47"/>
                <a:gd name="T20" fmla="*/ 32 w 58"/>
                <a:gd name="T21" fmla="*/ 13 h 47"/>
                <a:gd name="T22" fmla="*/ 37 w 58"/>
                <a:gd name="T23" fmla="*/ 25 h 47"/>
                <a:gd name="T24" fmla="*/ 40 w 58"/>
                <a:gd name="T25" fmla="*/ 40 h 47"/>
                <a:gd name="T26" fmla="*/ 40 w 58"/>
                <a:gd name="T27" fmla="*/ 40 h 47"/>
                <a:gd name="T28" fmla="*/ 47 w 58"/>
                <a:gd name="T29" fmla="*/ 44 h 47"/>
                <a:gd name="T30" fmla="*/ 55 w 58"/>
                <a:gd name="T31" fmla="*/ 42 h 47"/>
                <a:gd name="T32" fmla="*/ 58 w 58"/>
                <a:gd name="T33" fmla="*/ 37 h 47"/>
                <a:gd name="T34" fmla="*/ 56 w 58"/>
                <a:gd name="T35" fmla="*/ 34 h 47"/>
                <a:gd name="T36" fmla="*/ 53 w 58"/>
                <a:gd name="T37" fmla="*/ 35 h 47"/>
                <a:gd name="T38" fmla="*/ 51 w 58"/>
                <a:gd name="T39" fmla="*/ 35 h 47"/>
                <a:gd name="T40" fmla="*/ 46 w 58"/>
                <a:gd name="T41" fmla="*/ 18 h 47"/>
                <a:gd name="T42" fmla="*/ 34 w 58"/>
                <a:gd name="T43" fmla="*/ 2 h 47"/>
                <a:gd name="T44" fmla="*/ 12 w 58"/>
                <a:gd name="T45" fmla="*/ 25 h 47"/>
                <a:gd name="T46" fmla="*/ 15 w 58"/>
                <a:gd name="T47" fmla="*/ 8 h 47"/>
                <a:gd name="T48" fmla="*/ 13 w 58"/>
                <a:gd name="T49" fmla="*/ 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8" h="47">
                  <a:moveTo>
                    <a:pt x="13" y="1"/>
                  </a:moveTo>
                  <a:cubicBezTo>
                    <a:pt x="12" y="0"/>
                    <a:pt x="11" y="0"/>
                    <a:pt x="9" y="0"/>
                  </a:cubicBezTo>
                  <a:cubicBezTo>
                    <a:pt x="8" y="0"/>
                    <a:pt x="6" y="1"/>
                    <a:pt x="5" y="2"/>
                  </a:cubicBezTo>
                  <a:cubicBezTo>
                    <a:pt x="4" y="4"/>
                    <a:pt x="3" y="5"/>
                    <a:pt x="3" y="7"/>
                  </a:cubicBezTo>
                  <a:cubicBezTo>
                    <a:pt x="3" y="16"/>
                    <a:pt x="3" y="24"/>
                    <a:pt x="2" y="31"/>
                  </a:cubicBezTo>
                  <a:cubicBezTo>
                    <a:pt x="1" y="36"/>
                    <a:pt x="0" y="39"/>
                    <a:pt x="0" y="41"/>
                  </a:cubicBezTo>
                  <a:cubicBezTo>
                    <a:pt x="0" y="45"/>
                    <a:pt x="3" y="47"/>
                    <a:pt x="7" y="47"/>
                  </a:cubicBezTo>
                  <a:cubicBezTo>
                    <a:pt x="8" y="47"/>
                    <a:pt x="9" y="47"/>
                    <a:pt x="9" y="46"/>
                  </a:cubicBezTo>
                  <a:cubicBezTo>
                    <a:pt x="10" y="45"/>
                    <a:pt x="11" y="44"/>
                    <a:pt x="11" y="43"/>
                  </a:cubicBezTo>
                  <a:cubicBezTo>
                    <a:pt x="12" y="39"/>
                    <a:pt x="15" y="33"/>
                    <a:pt x="21" y="25"/>
                  </a:cubicBezTo>
                  <a:cubicBezTo>
                    <a:pt x="26" y="17"/>
                    <a:pt x="30" y="13"/>
                    <a:pt x="32" y="13"/>
                  </a:cubicBezTo>
                  <a:cubicBezTo>
                    <a:pt x="34" y="13"/>
                    <a:pt x="36" y="17"/>
                    <a:pt x="37" y="25"/>
                  </a:cubicBezTo>
                  <a:cubicBezTo>
                    <a:pt x="37" y="32"/>
                    <a:pt x="38" y="37"/>
                    <a:pt x="40" y="40"/>
                  </a:cubicBezTo>
                  <a:cubicBezTo>
                    <a:pt x="40" y="40"/>
                    <a:pt x="40" y="40"/>
                    <a:pt x="40" y="40"/>
                  </a:cubicBezTo>
                  <a:cubicBezTo>
                    <a:pt x="41" y="43"/>
                    <a:pt x="44" y="44"/>
                    <a:pt x="47" y="44"/>
                  </a:cubicBezTo>
                  <a:cubicBezTo>
                    <a:pt x="50" y="44"/>
                    <a:pt x="53" y="44"/>
                    <a:pt x="55" y="42"/>
                  </a:cubicBezTo>
                  <a:cubicBezTo>
                    <a:pt x="57" y="40"/>
                    <a:pt x="58" y="38"/>
                    <a:pt x="58" y="37"/>
                  </a:cubicBezTo>
                  <a:cubicBezTo>
                    <a:pt x="58" y="35"/>
                    <a:pt x="57" y="34"/>
                    <a:pt x="56" y="34"/>
                  </a:cubicBezTo>
                  <a:cubicBezTo>
                    <a:pt x="55" y="34"/>
                    <a:pt x="54" y="35"/>
                    <a:pt x="53" y="35"/>
                  </a:cubicBezTo>
                  <a:cubicBezTo>
                    <a:pt x="52" y="35"/>
                    <a:pt x="51" y="35"/>
                    <a:pt x="51" y="35"/>
                  </a:cubicBezTo>
                  <a:cubicBezTo>
                    <a:pt x="49" y="35"/>
                    <a:pt x="48" y="30"/>
                    <a:pt x="46" y="18"/>
                  </a:cubicBezTo>
                  <a:cubicBezTo>
                    <a:pt x="45" y="7"/>
                    <a:pt x="41" y="2"/>
                    <a:pt x="34" y="2"/>
                  </a:cubicBezTo>
                  <a:cubicBezTo>
                    <a:pt x="26" y="2"/>
                    <a:pt x="19" y="9"/>
                    <a:pt x="12" y="25"/>
                  </a:cubicBezTo>
                  <a:cubicBezTo>
                    <a:pt x="14" y="17"/>
                    <a:pt x="15" y="11"/>
                    <a:pt x="15" y="8"/>
                  </a:cubicBezTo>
                  <a:cubicBezTo>
                    <a:pt x="15" y="4"/>
                    <a:pt x="14" y="2"/>
                    <a:pt x="1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49" name="组合 148"/>
          <p:cNvGrpSpPr/>
          <p:nvPr/>
        </p:nvGrpSpPr>
        <p:grpSpPr>
          <a:xfrm>
            <a:off x="9534525" y="3492642"/>
            <a:ext cx="887413" cy="2125663"/>
            <a:chOff x="9534525" y="3902075"/>
            <a:chExt cx="887413" cy="2125663"/>
          </a:xfrm>
          <a:solidFill>
            <a:schemeClr val="tx1">
              <a:lumMod val="65000"/>
              <a:lumOff val="35000"/>
            </a:schemeClr>
          </a:solidFill>
        </p:grpSpPr>
        <p:sp>
          <p:nvSpPr>
            <p:cNvPr id="150" name="Freeform 146"/>
            <p:cNvSpPr>
              <a:spLocks/>
            </p:cNvSpPr>
            <p:nvPr/>
          </p:nvSpPr>
          <p:spPr bwMode="auto">
            <a:xfrm>
              <a:off x="10061575" y="4414838"/>
              <a:ext cx="20638" cy="25400"/>
            </a:xfrm>
            <a:custGeom>
              <a:avLst/>
              <a:gdLst>
                <a:gd name="T0" fmla="*/ 14 w 14"/>
                <a:gd name="T1" fmla="*/ 0 h 17"/>
                <a:gd name="T2" fmla="*/ 11 w 14"/>
                <a:gd name="T3" fmla="*/ 2 h 17"/>
                <a:gd name="T4" fmla="*/ 0 w 14"/>
                <a:gd name="T5" fmla="*/ 14 h 17"/>
                <a:gd name="T6" fmla="*/ 7 w 14"/>
                <a:gd name="T7" fmla="*/ 17 h 17"/>
                <a:gd name="T8" fmla="*/ 10 w 14"/>
                <a:gd name="T9" fmla="*/ 7 h 17"/>
                <a:gd name="T10" fmla="*/ 14 w 14"/>
                <a:gd name="T11" fmla="*/ 0 h 17"/>
              </a:gdLst>
              <a:ahLst/>
              <a:cxnLst>
                <a:cxn ang="0">
                  <a:pos x="T0" y="T1"/>
                </a:cxn>
                <a:cxn ang="0">
                  <a:pos x="T2" y="T3"/>
                </a:cxn>
                <a:cxn ang="0">
                  <a:pos x="T4" y="T5"/>
                </a:cxn>
                <a:cxn ang="0">
                  <a:pos x="T6" y="T7"/>
                </a:cxn>
                <a:cxn ang="0">
                  <a:pos x="T8" y="T9"/>
                </a:cxn>
                <a:cxn ang="0">
                  <a:pos x="T10" y="T11"/>
                </a:cxn>
              </a:cxnLst>
              <a:rect l="0" t="0" r="r" b="b"/>
              <a:pathLst>
                <a:path w="14" h="17">
                  <a:moveTo>
                    <a:pt x="14" y="0"/>
                  </a:moveTo>
                  <a:cubicBezTo>
                    <a:pt x="13" y="1"/>
                    <a:pt x="12" y="1"/>
                    <a:pt x="11" y="2"/>
                  </a:cubicBezTo>
                  <a:cubicBezTo>
                    <a:pt x="0" y="14"/>
                    <a:pt x="0" y="14"/>
                    <a:pt x="0" y="14"/>
                  </a:cubicBezTo>
                  <a:cubicBezTo>
                    <a:pt x="7" y="17"/>
                    <a:pt x="7" y="17"/>
                    <a:pt x="7" y="17"/>
                  </a:cubicBezTo>
                  <a:cubicBezTo>
                    <a:pt x="10" y="7"/>
                    <a:pt x="10" y="7"/>
                    <a:pt x="10" y="7"/>
                  </a:cubicBezTo>
                  <a:cubicBezTo>
                    <a:pt x="11" y="5"/>
                    <a:pt x="12" y="2"/>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147"/>
            <p:cNvSpPr>
              <a:spLocks/>
            </p:cNvSpPr>
            <p:nvPr/>
          </p:nvSpPr>
          <p:spPr bwMode="auto">
            <a:xfrm>
              <a:off x="10115550" y="4370388"/>
              <a:ext cx="22225" cy="15875"/>
            </a:xfrm>
            <a:custGeom>
              <a:avLst/>
              <a:gdLst>
                <a:gd name="T0" fmla="*/ 13 w 14"/>
                <a:gd name="T1" fmla="*/ 9 h 11"/>
                <a:gd name="T2" fmla="*/ 14 w 14"/>
                <a:gd name="T3" fmla="*/ 9 h 11"/>
                <a:gd name="T4" fmla="*/ 9 w 14"/>
                <a:gd name="T5" fmla="*/ 0 h 11"/>
                <a:gd name="T6" fmla="*/ 0 w 14"/>
                <a:gd name="T7" fmla="*/ 11 h 11"/>
                <a:gd name="T8" fmla="*/ 13 w 14"/>
                <a:gd name="T9" fmla="*/ 9 h 11"/>
              </a:gdLst>
              <a:ahLst/>
              <a:cxnLst>
                <a:cxn ang="0">
                  <a:pos x="T0" y="T1"/>
                </a:cxn>
                <a:cxn ang="0">
                  <a:pos x="T2" y="T3"/>
                </a:cxn>
                <a:cxn ang="0">
                  <a:pos x="T4" y="T5"/>
                </a:cxn>
                <a:cxn ang="0">
                  <a:pos x="T6" y="T7"/>
                </a:cxn>
                <a:cxn ang="0">
                  <a:pos x="T8" y="T9"/>
                </a:cxn>
              </a:cxnLst>
              <a:rect l="0" t="0" r="r" b="b"/>
              <a:pathLst>
                <a:path w="14" h="11">
                  <a:moveTo>
                    <a:pt x="13" y="9"/>
                  </a:moveTo>
                  <a:cubicBezTo>
                    <a:pt x="13" y="9"/>
                    <a:pt x="13" y="9"/>
                    <a:pt x="14" y="9"/>
                  </a:cubicBezTo>
                  <a:cubicBezTo>
                    <a:pt x="9" y="0"/>
                    <a:pt x="9" y="0"/>
                    <a:pt x="9" y="0"/>
                  </a:cubicBezTo>
                  <a:cubicBezTo>
                    <a:pt x="6" y="4"/>
                    <a:pt x="3" y="7"/>
                    <a:pt x="0" y="11"/>
                  </a:cubicBezTo>
                  <a:cubicBezTo>
                    <a:pt x="4" y="9"/>
                    <a:pt x="8" y="9"/>
                    <a:pt x="1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148"/>
            <p:cNvSpPr>
              <a:spLocks/>
            </p:cNvSpPr>
            <p:nvPr/>
          </p:nvSpPr>
          <p:spPr bwMode="auto">
            <a:xfrm>
              <a:off x="10152063" y="4421188"/>
              <a:ext cx="201613" cy="222250"/>
            </a:xfrm>
            <a:custGeom>
              <a:avLst/>
              <a:gdLst>
                <a:gd name="T0" fmla="*/ 26 w 131"/>
                <a:gd name="T1" fmla="*/ 0 h 146"/>
                <a:gd name="T2" fmla="*/ 27 w 131"/>
                <a:gd name="T3" fmla="*/ 30 h 146"/>
                <a:gd name="T4" fmla="*/ 0 w 131"/>
                <a:gd name="T5" fmla="*/ 110 h 146"/>
                <a:gd name="T6" fmla="*/ 1 w 131"/>
                <a:gd name="T7" fmla="*/ 116 h 146"/>
                <a:gd name="T8" fmla="*/ 22 w 131"/>
                <a:gd name="T9" fmla="*/ 146 h 146"/>
                <a:gd name="T10" fmla="*/ 73 w 131"/>
                <a:gd name="T11" fmla="*/ 126 h 146"/>
                <a:gd name="T12" fmla="*/ 131 w 131"/>
                <a:gd name="T13" fmla="*/ 41 h 146"/>
                <a:gd name="T14" fmla="*/ 117 w 131"/>
                <a:gd name="T15" fmla="*/ 14 h 146"/>
                <a:gd name="T16" fmla="*/ 26 w 131"/>
                <a:gd name="T17"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1" h="146">
                  <a:moveTo>
                    <a:pt x="26" y="0"/>
                  </a:moveTo>
                  <a:cubicBezTo>
                    <a:pt x="30" y="9"/>
                    <a:pt x="31" y="19"/>
                    <a:pt x="27" y="30"/>
                  </a:cubicBezTo>
                  <a:cubicBezTo>
                    <a:pt x="0" y="110"/>
                    <a:pt x="0" y="110"/>
                    <a:pt x="0" y="110"/>
                  </a:cubicBezTo>
                  <a:cubicBezTo>
                    <a:pt x="1" y="116"/>
                    <a:pt x="1" y="116"/>
                    <a:pt x="1" y="116"/>
                  </a:cubicBezTo>
                  <a:cubicBezTo>
                    <a:pt x="22" y="146"/>
                    <a:pt x="22" y="146"/>
                    <a:pt x="22" y="146"/>
                  </a:cubicBezTo>
                  <a:cubicBezTo>
                    <a:pt x="73" y="126"/>
                    <a:pt x="73" y="126"/>
                    <a:pt x="73" y="126"/>
                  </a:cubicBezTo>
                  <a:cubicBezTo>
                    <a:pt x="131" y="41"/>
                    <a:pt x="131" y="41"/>
                    <a:pt x="131" y="41"/>
                  </a:cubicBezTo>
                  <a:cubicBezTo>
                    <a:pt x="117" y="14"/>
                    <a:pt x="117" y="14"/>
                    <a:pt x="117" y="14"/>
                  </a:cubicBez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Oval 149"/>
            <p:cNvSpPr>
              <a:spLocks noChangeArrowheads="1"/>
            </p:cNvSpPr>
            <p:nvPr/>
          </p:nvSpPr>
          <p:spPr bwMode="auto">
            <a:xfrm>
              <a:off x="9866313" y="4146550"/>
              <a:ext cx="276225" cy="2762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150"/>
            <p:cNvSpPr>
              <a:spLocks/>
            </p:cNvSpPr>
            <p:nvPr/>
          </p:nvSpPr>
          <p:spPr bwMode="auto">
            <a:xfrm>
              <a:off x="9696450" y="4419600"/>
              <a:ext cx="342900" cy="1168400"/>
            </a:xfrm>
            <a:custGeom>
              <a:avLst/>
              <a:gdLst>
                <a:gd name="T0" fmla="*/ 77 w 224"/>
                <a:gd name="T1" fmla="*/ 97 h 764"/>
                <a:gd name="T2" fmla="*/ 77 w 224"/>
                <a:gd name="T3" fmla="*/ 66 h 764"/>
                <a:gd name="T4" fmla="*/ 115 w 224"/>
                <a:gd name="T5" fmla="*/ 41 h 764"/>
                <a:gd name="T6" fmla="*/ 131 w 224"/>
                <a:gd name="T7" fmla="*/ 44 h 764"/>
                <a:gd name="T8" fmla="*/ 177 w 224"/>
                <a:gd name="T9" fmla="*/ 64 h 764"/>
                <a:gd name="T10" fmla="*/ 137 w 224"/>
                <a:gd name="T11" fmla="*/ 9 h 764"/>
                <a:gd name="T12" fmla="*/ 33 w 224"/>
                <a:gd name="T13" fmla="*/ 77 h 764"/>
                <a:gd name="T14" fmla="*/ 10 w 224"/>
                <a:gd name="T15" fmla="*/ 299 h 764"/>
                <a:gd name="T16" fmla="*/ 67 w 224"/>
                <a:gd name="T17" fmla="*/ 366 h 764"/>
                <a:gd name="T18" fmla="*/ 59 w 224"/>
                <a:gd name="T19" fmla="*/ 697 h 764"/>
                <a:gd name="T20" fmla="*/ 88 w 224"/>
                <a:gd name="T21" fmla="*/ 761 h 764"/>
                <a:gd name="T22" fmla="*/ 105 w 224"/>
                <a:gd name="T23" fmla="*/ 764 h 764"/>
                <a:gd name="T24" fmla="*/ 152 w 224"/>
                <a:gd name="T25" fmla="*/ 731 h 764"/>
                <a:gd name="T26" fmla="*/ 153 w 224"/>
                <a:gd name="T27" fmla="*/ 310 h 764"/>
                <a:gd name="T28" fmla="*/ 166 w 224"/>
                <a:gd name="T29" fmla="*/ 148 h 764"/>
                <a:gd name="T30" fmla="*/ 99 w 224"/>
                <a:gd name="T31" fmla="*/ 119 h 764"/>
                <a:gd name="T32" fmla="*/ 77 w 224"/>
                <a:gd name="T33" fmla="*/ 97 h 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4" h="764">
                  <a:moveTo>
                    <a:pt x="77" y="97"/>
                  </a:moveTo>
                  <a:cubicBezTo>
                    <a:pt x="73" y="87"/>
                    <a:pt x="73" y="76"/>
                    <a:pt x="77" y="66"/>
                  </a:cubicBezTo>
                  <a:cubicBezTo>
                    <a:pt x="84" y="51"/>
                    <a:pt x="98" y="41"/>
                    <a:pt x="115" y="41"/>
                  </a:cubicBezTo>
                  <a:cubicBezTo>
                    <a:pt x="120" y="41"/>
                    <a:pt x="126" y="42"/>
                    <a:pt x="131" y="44"/>
                  </a:cubicBezTo>
                  <a:cubicBezTo>
                    <a:pt x="177" y="64"/>
                    <a:pt x="177" y="64"/>
                    <a:pt x="177" y="64"/>
                  </a:cubicBezTo>
                  <a:cubicBezTo>
                    <a:pt x="174" y="38"/>
                    <a:pt x="160" y="14"/>
                    <a:pt x="137" y="9"/>
                  </a:cubicBezTo>
                  <a:cubicBezTo>
                    <a:pt x="103" y="0"/>
                    <a:pt x="53" y="19"/>
                    <a:pt x="33" y="77"/>
                  </a:cubicBezTo>
                  <a:cubicBezTo>
                    <a:pt x="6" y="158"/>
                    <a:pt x="0" y="211"/>
                    <a:pt x="10" y="299"/>
                  </a:cubicBezTo>
                  <a:cubicBezTo>
                    <a:pt x="19" y="343"/>
                    <a:pt x="42" y="360"/>
                    <a:pt x="67" y="366"/>
                  </a:cubicBezTo>
                  <a:cubicBezTo>
                    <a:pt x="85" y="426"/>
                    <a:pt x="111" y="556"/>
                    <a:pt x="59" y="697"/>
                  </a:cubicBezTo>
                  <a:cubicBezTo>
                    <a:pt x="49" y="723"/>
                    <a:pt x="62" y="751"/>
                    <a:pt x="88" y="761"/>
                  </a:cubicBezTo>
                  <a:cubicBezTo>
                    <a:pt x="94" y="763"/>
                    <a:pt x="100" y="764"/>
                    <a:pt x="105" y="764"/>
                  </a:cubicBezTo>
                  <a:cubicBezTo>
                    <a:pt x="126" y="764"/>
                    <a:pt x="145" y="752"/>
                    <a:pt x="152" y="731"/>
                  </a:cubicBezTo>
                  <a:cubicBezTo>
                    <a:pt x="224" y="538"/>
                    <a:pt x="174" y="366"/>
                    <a:pt x="153" y="310"/>
                  </a:cubicBezTo>
                  <a:cubicBezTo>
                    <a:pt x="146" y="257"/>
                    <a:pt x="156" y="198"/>
                    <a:pt x="166" y="148"/>
                  </a:cubicBezTo>
                  <a:cubicBezTo>
                    <a:pt x="99" y="119"/>
                    <a:pt x="99" y="119"/>
                    <a:pt x="99" y="119"/>
                  </a:cubicBezTo>
                  <a:cubicBezTo>
                    <a:pt x="89" y="115"/>
                    <a:pt x="81" y="107"/>
                    <a:pt x="77" y="9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151"/>
            <p:cNvSpPr>
              <a:spLocks/>
            </p:cNvSpPr>
            <p:nvPr/>
          </p:nvSpPr>
          <p:spPr bwMode="auto">
            <a:xfrm>
              <a:off x="9815513" y="4389438"/>
              <a:ext cx="374650" cy="287338"/>
            </a:xfrm>
            <a:custGeom>
              <a:avLst/>
              <a:gdLst>
                <a:gd name="T0" fmla="*/ 219 w 245"/>
                <a:gd name="T1" fmla="*/ 6 h 188"/>
                <a:gd name="T2" fmla="*/ 179 w 245"/>
                <a:gd name="T3" fmla="*/ 26 h 188"/>
                <a:gd name="T4" fmla="*/ 149 w 245"/>
                <a:gd name="T5" fmla="*/ 114 h 188"/>
                <a:gd name="T6" fmla="*/ 49 w 245"/>
                <a:gd name="T7" fmla="*/ 71 h 188"/>
                <a:gd name="T8" fmla="*/ 7 w 245"/>
                <a:gd name="T9" fmla="*/ 88 h 188"/>
                <a:gd name="T10" fmla="*/ 24 w 245"/>
                <a:gd name="T11" fmla="*/ 130 h 188"/>
                <a:gd name="T12" fmla="*/ 155 w 245"/>
                <a:gd name="T13" fmla="*/ 186 h 188"/>
                <a:gd name="T14" fmla="*/ 168 w 245"/>
                <a:gd name="T15" fmla="*/ 188 h 188"/>
                <a:gd name="T16" fmla="*/ 181 w 245"/>
                <a:gd name="T17" fmla="*/ 186 h 188"/>
                <a:gd name="T18" fmla="*/ 198 w 245"/>
                <a:gd name="T19" fmla="*/ 167 h 188"/>
                <a:gd name="T20" fmla="*/ 239 w 245"/>
                <a:gd name="T21" fmla="*/ 47 h 188"/>
                <a:gd name="T22" fmla="*/ 219 w 245"/>
                <a:gd name="T23" fmla="*/ 6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5" h="188">
                  <a:moveTo>
                    <a:pt x="219" y="6"/>
                  </a:moveTo>
                  <a:cubicBezTo>
                    <a:pt x="203" y="0"/>
                    <a:pt x="184" y="9"/>
                    <a:pt x="179" y="26"/>
                  </a:cubicBezTo>
                  <a:cubicBezTo>
                    <a:pt x="149" y="114"/>
                    <a:pt x="149" y="114"/>
                    <a:pt x="149" y="114"/>
                  </a:cubicBezTo>
                  <a:cubicBezTo>
                    <a:pt x="49" y="71"/>
                    <a:pt x="49" y="71"/>
                    <a:pt x="49" y="71"/>
                  </a:cubicBezTo>
                  <a:cubicBezTo>
                    <a:pt x="33" y="65"/>
                    <a:pt x="14" y="72"/>
                    <a:pt x="7" y="88"/>
                  </a:cubicBezTo>
                  <a:cubicBezTo>
                    <a:pt x="0" y="105"/>
                    <a:pt x="8" y="124"/>
                    <a:pt x="24" y="130"/>
                  </a:cubicBezTo>
                  <a:cubicBezTo>
                    <a:pt x="155" y="186"/>
                    <a:pt x="155" y="186"/>
                    <a:pt x="155" y="186"/>
                  </a:cubicBezTo>
                  <a:cubicBezTo>
                    <a:pt x="159" y="188"/>
                    <a:pt x="164" y="188"/>
                    <a:pt x="168" y="188"/>
                  </a:cubicBezTo>
                  <a:cubicBezTo>
                    <a:pt x="172" y="188"/>
                    <a:pt x="177" y="188"/>
                    <a:pt x="181" y="186"/>
                  </a:cubicBezTo>
                  <a:cubicBezTo>
                    <a:pt x="189" y="182"/>
                    <a:pt x="195" y="175"/>
                    <a:pt x="198" y="167"/>
                  </a:cubicBezTo>
                  <a:cubicBezTo>
                    <a:pt x="239" y="47"/>
                    <a:pt x="239" y="47"/>
                    <a:pt x="239" y="47"/>
                  </a:cubicBezTo>
                  <a:cubicBezTo>
                    <a:pt x="245" y="30"/>
                    <a:pt x="236" y="12"/>
                    <a:pt x="21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152"/>
            <p:cNvSpPr>
              <a:spLocks/>
            </p:cNvSpPr>
            <p:nvPr/>
          </p:nvSpPr>
          <p:spPr bwMode="auto">
            <a:xfrm>
              <a:off x="9534525" y="5703888"/>
              <a:ext cx="85725" cy="111125"/>
            </a:xfrm>
            <a:custGeom>
              <a:avLst/>
              <a:gdLst>
                <a:gd name="T0" fmla="*/ 53 w 56"/>
                <a:gd name="T1" fmla="*/ 38 h 73"/>
                <a:gd name="T2" fmla="*/ 42 w 56"/>
                <a:gd name="T3" fmla="*/ 31 h 73"/>
                <a:gd name="T4" fmla="*/ 53 w 56"/>
                <a:gd name="T5" fmla="*/ 21 h 73"/>
                <a:gd name="T6" fmla="*/ 56 w 56"/>
                <a:gd name="T7" fmla="*/ 13 h 73"/>
                <a:gd name="T8" fmla="*/ 52 w 56"/>
                <a:gd name="T9" fmla="*/ 4 h 73"/>
                <a:gd name="T10" fmla="*/ 40 w 56"/>
                <a:gd name="T11" fmla="*/ 0 h 73"/>
                <a:gd name="T12" fmla="*/ 13 w 56"/>
                <a:gd name="T13" fmla="*/ 4 h 73"/>
                <a:gd name="T14" fmla="*/ 0 w 56"/>
                <a:gd name="T15" fmla="*/ 13 h 73"/>
                <a:gd name="T16" fmla="*/ 1 w 56"/>
                <a:gd name="T17" fmla="*/ 14 h 73"/>
                <a:gd name="T18" fmla="*/ 2 w 56"/>
                <a:gd name="T19" fmla="*/ 16 h 73"/>
                <a:gd name="T20" fmla="*/ 4 w 56"/>
                <a:gd name="T21" fmla="*/ 17 h 73"/>
                <a:gd name="T22" fmla="*/ 6 w 56"/>
                <a:gd name="T23" fmla="*/ 17 h 73"/>
                <a:gd name="T24" fmla="*/ 7 w 56"/>
                <a:gd name="T25" fmla="*/ 19 h 73"/>
                <a:gd name="T26" fmla="*/ 5 w 56"/>
                <a:gd name="T27" fmla="*/ 35 h 73"/>
                <a:gd name="T28" fmla="*/ 1 w 56"/>
                <a:gd name="T29" fmla="*/ 58 h 73"/>
                <a:gd name="T30" fmla="*/ 0 w 56"/>
                <a:gd name="T31" fmla="*/ 63 h 73"/>
                <a:gd name="T32" fmla="*/ 6 w 56"/>
                <a:gd name="T33" fmla="*/ 70 h 73"/>
                <a:gd name="T34" fmla="*/ 10 w 56"/>
                <a:gd name="T35" fmla="*/ 69 h 73"/>
                <a:gd name="T36" fmla="*/ 12 w 56"/>
                <a:gd name="T37" fmla="*/ 63 h 73"/>
                <a:gd name="T38" fmla="*/ 13 w 56"/>
                <a:gd name="T39" fmla="*/ 57 h 73"/>
                <a:gd name="T40" fmla="*/ 15 w 56"/>
                <a:gd name="T41" fmla="*/ 35 h 73"/>
                <a:gd name="T42" fmla="*/ 19 w 56"/>
                <a:gd name="T43" fmla="*/ 14 h 73"/>
                <a:gd name="T44" fmla="*/ 25 w 56"/>
                <a:gd name="T45" fmla="*/ 11 h 73"/>
                <a:gd name="T46" fmla="*/ 37 w 56"/>
                <a:gd name="T47" fmla="*/ 10 h 73"/>
                <a:gd name="T48" fmla="*/ 44 w 56"/>
                <a:gd name="T49" fmla="*/ 14 h 73"/>
                <a:gd name="T50" fmla="*/ 39 w 56"/>
                <a:gd name="T51" fmla="*/ 23 h 73"/>
                <a:gd name="T52" fmla="*/ 28 w 56"/>
                <a:gd name="T53" fmla="*/ 30 h 73"/>
                <a:gd name="T54" fmla="*/ 19 w 56"/>
                <a:gd name="T55" fmla="*/ 36 h 73"/>
                <a:gd name="T56" fmla="*/ 20 w 56"/>
                <a:gd name="T57" fmla="*/ 40 h 73"/>
                <a:gd name="T58" fmla="*/ 26 w 56"/>
                <a:gd name="T59" fmla="*/ 41 h 73"/>
                <a:gd name="T60" fmla="*/ 31 w 56"/>
                <a:gd name="T61" fmla="*/ 40 h 73"/>
                <a:gd name="T62" fmla="*/ 34 w 56"/>
                <a:gd name="T63" fmla="*/ 38 h 73"/>
                <a:gd name="T64" fmla="*/ 42 w 56"/>
                <a:gd name="T65" fmla="*/ 41 h 73"/>
                <a:gd name="T66" fmla="*/ 44 w 56"/>
                <a:gd name="T67" fmla="*/ 47 h 73"/>
                <a:gd name="T68" fmla="*/ 38 w 56"/>
                <a:gd name="T69" fmla="*/ 57 h 73"/>
                <a:gd name="T70" fmla="*/ 26 w 56"/>
                <a:gd name="T71" fmla="*/ 62 h 73"/>
                <a:gd name="T72" fmla="*/ 24 w 56"/>
                <a:gd name="T73" fmla="*/ 62 h 73"/>
                <a:gd name="T74" fmla="*/ 15 w 56"/>
                <a:gd name="T75" fmla="*/ 69 h 73"/>
                <a:gd name="T76" fmla="*/ 21 w 56"/>
                <a:gd name="T77" fmla="*/ 73 h 73"/>
                <a:gd name="T78" fmla="*/ 45 w 56"/>
                <a:gd name="T79" fmla="*/ 64 h 73"/>
                <a:gd name="T80" fmla="*/ 56 w 56"/>
                <a:gd name="T81" fmla="*/ 46 h 73"/>
                <a:gd name="T82" fmla="*/ 53 w 56"/>
                <a:gd name="T83" fmla="*/ 38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6" h="73">
                  <a:moveTo>
                    <a:pt x="53" y="38"/>
                  </a:moveTo>
                  <a:cubicBezTo>
                    <a:pt x="52" y="35"/>
                    <a:pt x="48" y="33"/>
                    <a:pt x="42" y="31"/>
                  </a:cubicBezTo>
                  <a:cubicBezTo>
                    <a:pt x="48" y="27"/>
                    <a:pt x="51" y="23"/>
                    <a:pt x="53" y="21"/>
                  </a:cubicBezTo>
                  <a:cubicBezTo>
                    <a:pt x="55" y="18"/>
                    <a:pt x="56" y="16"/>
                    <a:pt x="56" y="13"/>
                  </a:cubicBezTo>
                  <a:cubicBezTo>
                    <a:pt x="56" y="10"/>
                    <a:pt x="55" y="7"/>
                    <a:pt x="52" y="4"/>
                  </a:cubicBezTo>
                  <a:cubicBezTo>
                    <a:pt x="49" y="2"/>
                    <a:pt x="45" y="0"/>
                    <a:pt x="40" y="0"/>
                  </a:cubicBezTo>
                  <a:cubicBezTo>
                    <a:pt x="30" y="0"/>
                    <a:pt x="21" y="2"/>
                    <a:pt x="13" y="4"/>
                  </a:cubicBezTo>
                  <a:cubicBezTo>
                    <a:pt x="5" y="7"/>
                    <a:pt x="0" y="10"/>
                    <a:pt x="0" y="13"/>
                  </a:cubicBezTo>
                  <a:cubicBezTo>
                    <a:pt x="0" y="13"/>
                    <a:pt x="0" y="14"/>
                    <a:pt x="1" y="14"/>
                  </a:cubicBezTo>
                  <a:cubicBezTo>
                    <a:pt x="1" y="15"/>
                    <a:pt x="1" y="16"/>
                    <a:pt x="2" y="16"/>
                  </a:cubicBezTo>
                  <a:cubicBezTo>
                    <a:pt x="3" y="17"/>
                    <a:pt x="3" y="17"/>
                    <a:pt x="4" y="17"/>
                  </a:cubicBezTo>
                  <a:cubicBezTo>
                    <a:pt x="6" y="17"/>
                    <a:pt x="6" y="17"/>
                    <a:pt x="6" y="17"/>
                  </a:cubicBezTo>
                  <a:cubicBezTo>
                    <a:pt x="6" y="17"/>
                    <a:pt x="7" y="18"/>
                    <a:pt x="7" y="19"/>
                  </a:cubicBezTo>
                  <a:cubicBezTo>
                    <a:pt x="7" y="20"/>
                    <a:pt x="6" y="25"/>
                    <a:pt x="5" y="35"/>
                  </a:cubicBezTo>
                  <a:cubicBezTo>
                    <a:pt x="3" y="45"/>
                    <a:pt x="2" y="53"/>
                    <a:pt x="1" y="58"/>
                  </a:cubicBezTo>
                  <a:cubicBezTo>
                    <a:pt x="0" y="60"/>
                    <a:pt x="0" y="62"/>
                    <a:pt x="0" y="63"/>
                  </a:cubicBezTo>
                  <a:cubicBezTo>
                    <a:pt x="0" y="68"/>
                    <a:pt x="2" y="70"/>
                    <a:pt x="6" y="70"/>
                  </a:cubicBezTo>
                  <a:cubicBezTo>
                    <a:pt x="8" y="70"/>
                    <a:pt x="9" y="70"/>
                    <a:pt x="10" y="69"/>
                  </a:cubicBezTo>
                  <a:cubicBezTo>
                    <a:pt x="11" y="68"/>
                    <a:pt x="12" y="66"/>
                    <a:pt x="12" y="63"/>
                  </a:cubicBezTo>
                  <a:cubicBezTo>
                    <a:pt x="13" y="57"/>
                    <a:pt x="13" y="57"/>
                    <a:pt x="13" y="57"/>
                  </a:cubicBezTo>
                  <a:cubicBezTo>
                    <a:pt x="13" y="55"/>
                    <a:pt x="14" y="48"/>
                    <a:pt x="15" y="35"/>
                  </a:cubicBezTo>
                  <a:cubicBezTo>
                    <a:pt x="17" y="23"/>
                    <a:pt x="18" y="16"/>
                    <a:pt x="19" y="14"/>
                  </a:cubicBezTo>
                  <a:cubicBezTo>
                    <a:pt x="19" y="13"/>
                    <a:pt x="21" y="12"/>
                    <a:pt x="25" y="11"/>
                  </a:cubicBezTo>
                  <a:cubicBezTo>
                    <a:pt x="29" y="10"/>
                    <a:pt x="33" y="10"/>
                    <a:pt x="37" y="10"/>
                  </a:cubicBezTo>
                  <a:cubicBezTo>
                    <a:pt x="42" y="10"/>
                    <a:pt x="44" y="11"/>
                    <a:pt x="44" y="14"/>
                  </a:cubicBezTo>
                  <a:cubicBezTo>
                    <a:pt x="44" y="16"/>
                    <a:pt x="42" y="19"/>
                    <a:pt x="39" y="23"/>
                  </a:cubicBezTo>
                  <a:cubicBezTo>
                    <a:pt x="35" y="26"/>
                    <a:pt x="32" y="28"/>
                    <a:pt x="28" y="30"/>
                  </a:cubicBezTo>
                  <a:cubicBezTo>
                    <a:pt x="22" y="32"/>
                    <a:pt x="19" y="34"/>
                    <a:pt x="19" y="36"/>
                  </a:cubicBezTo>
                  <a:cubicBezTo>
                    <a:pt x="19" y="38"/>
                    <a:pt x="19" y="39"/>
                    <a:pt x="20" y="40"/>
                  </a:cubicBezTo>
                  <a:cubicBezTo>
                    <a:pt x="21" y="41"/>
                    <a:pt x="23" y="41"/>
                    <a:pt x="26" y="41"/>
                  </a:cubicBezTo>
                  <a:cubicBezTo>
                    <a:pt x="27" y="41"/>
                    <a:pt x="28" y="41"/>
                    <a:pt x="31" y="40"/>
                  </a:cubicBezTo>
                  <a:cubicBezTo>
                    <a:pt x="33" y="39"/>
                    <a:pt x="34" y="38"/>
                    <a:pt x="34" y="38"/>
                  </a:cubicBezTo>
                  <a:cubicBezTo>
                    <a:pt x="37" y="38"/>
                    <a:pt x="40" y="39"/>
                    <a:pt x="42" y="41"/>
                  </a:cubicBezTo>
                  <a:cubicBezTo>
                    <a:pt x="43" y="43"/>
                    <a:pt x="44" y="44"/>
                    <a:pt x="44" y="47"/>
                  </a:cubicBezTo>
                  <a:cubicBezTo>
                    <a:pt x="44" y="50"/>
                    <a:pt x="42" y="54"/>
                    <a:pt x="38" y="57"/>
                  </a:cubicBezTo>
                  <a:cubicBezTo>
                    <a:pt x="33" y="61"/>
                    <a:pt x="29" y="62"/>
                    <a:pt x="26" y="62"/>
                  </a:cubicBezTo>
                  <a:cubicBezTo>
                    <a:pt x="24" y="62"/>
                    <a:pt x="24" y="62"/>
                    <a:pt x="24" y="62"/>
                  </a:cubicBezTo>
                  <a:cubicBezTo>
                    <a:pt x="18" y="62"/>
                    <a:pt x="15" y="65"/>
                    <a:pt x="15" y="69"/>
                  </a:cubicBezTo>
                  <a:cubicBezTo>
                    <a:pt x="15" y="72"/>
                    <a:pt x="17" y="73"/>
                    <a:pt x="21" y="73"/>
                  </a:cubicBezTo>
                  <a:cubicBezTo>
                    <a:pt x="30" y="73"/>
                    <a:pt x="37" y="70"/>
                    <a:pt x="45" y="64"/>
                  </a:cubicBezTo>
                  <a:cubicBezTo>
                    <a:pt x="52" y="58"/>
                    <a:pt x="56" y="52"/>
                    <a:pt x="56" y="46"/>
                  </a:cubicBezTo>
                  <a:cubicBezTo>
                    <a:pt x="56" y="43"/>
                    <a:pt x="55" y="41"/>
                    <a:pt x="53"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153"/>
            <p:cNvSpPr>
              <a:spLocks/>
            </p:cNvSpPr>
            <p:nvPr/>
          </p:nvSpPr>
          <p:spPr bwMode="auto">
            <a:xfrm>
              <a:off x="9637713" y="5732463"/>
              <a:ext cx="69850" cy="77788"/>
            </a:xfrm>
            <a:custGeom>
              <a:avLst/>
              <a:gdLst>
                <a:gd name="T0" fmla="*/ 43 w 46"/>
                <a:gd name="T1" fmla="*/ 2 h 51"/>
                <a:gd name="T2" fmla="*/ 35 w 46"/>
                <a:gd name="T3" fmla="*/ 0 h 51"/>
                <a:gd name="T4" fmla="*/ 23 w 46"/>
                <a:gd name="T5" fmla="*/ 7 h 51"/>
                <a:gd name="T6" fmla="*/ 11 w 46"/>
                <a:gd name="T7" fmla="*/ 25 h 51"/>
                <a:gd name="T8" fmla="*/ 10 w 46"/>
                <a:gd name="T9" fmla="*/ 26 h 51"/>
                <a:gd name="T10" fmla="*/ 11 w 46"/>
                <a:gd name="T11" fmla="*/ 19 h 51"/>
                <a:gd name="T12" fmla="*/ 13 w 46"/>
                <a:gd name="T13" fmla="*/ 14 h 51"/>
                <a:gd name="T14" fmla="*/ 15 w 46"/>
                <a:gd name="T15" fmla="*/ 5 h 51"/>
                <a:gd name="T16" fmla="*/ 13 w 46"/>
                <a:gd name="T17" fmla="*/ 2 h 51"/>
                <a:gd name="T18" fmla="*/ 10 w 46"/>
                <a:gd name="T19" fmla="*/ 0 h 51"/>
                <a:gd name="T20" fmla="*/ 5 w 46"/>
                <a:gd name="T21" fmla="*/ 2 h 51"/>
                <a:gd name="T22" fmla="*/ 3 w 46"/>
                <a:gd name="T23" fmla="*/ 5 h 51"/>
                <a:gd name="T24" fmla="*/ 2 w 46"/>
                <a:gd name="T25" fmla="*/ 11 h 51"/>
                <a:gd name="T26" fmla="*/ 2 w 46"/>
                <a:gd name="T27" fmla="*/ 14 h 51"/>
                <a:gd name="T28" fmla="*/ 1 w 46"/>
                <a:gd name="T29" fmla="*/ 27 h 51"/>
                <a:gd name="T30" fmla="*/ 0 w 46"/>
                <a:gd name="T31" fmla="*/ 36 h 51"/>
                <a:gd name="T32" fmla="*/ 2 w 46"/>
                <a:gd name="T33" fmla="*/ 48 h 51"/>
                <a:gd name="T34" fmla="*/ 6 w 46"/>
                <a:gd name="T35" fmla="*/ 51 h 51"/>
                <a:gd name="T36" fmla="*/ 11 w 46"/>
                <a:gd name="T37" fmla="*/ 50 h 51"/>
                <a:gd name="T38" fmla="*/ 13 w 46"/>
                <a:gd name="T39" fmla="*/ 44 h 51"/>
                <a:gd name="T40" fmla="*/ 23 w 46"/>
                <a:gd name="T41" fmla="*/ 21 h 51"/>
                <a:gd name="T42" fmla="*/ 34 w 46"/>
                <a:gd name="T43" fmla="*/ 10 h 51"/>
                <a:gd name="T44" fmla="*/ 37 w 46"/>
                <a:gd name="T45" fmla="*/ 11 h 51"/>
                <a:gd name="T46" fmla="*/ 42 w 46"/>
                <a:gd name="T47" fmla="*/ 14 h 51"/>
                <a:gd name="T48" fmla="*/ 45 w 46"/>
                <a:gd name="T49" fmla="*/ 12 h 51"/>
                <a:gd name="T50" fmla="*/ 46 w 46"/>
                <a:gd name="T51" fmla="*/ 8 h 51"/>
                <a:gd name="T52" fmla="*/ 43 w 46"/>
                <a:gd name="T53" fmla="*/ 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6" h="51">
                  <a:moveTo>
                    <a:pt x="43" y="2"/>
                  </a:moveTo>
                  <a:cubicBezTo>
                    <a:pt x="41" y="1"/>
                    <a:pt x="38" y="0"/>
                    <a:pt x="35" y="0"/>
                  </a:cubicBezTo>
                  <a:cubicBezTo>
                    <a:pt x="31" y="0"/>
                    <a:pt x="27" y="2"/>
                    <a:pt x="23" y="7"/>
                  </a:cubicBezTo>
                  <a:cubicBezTo>
                    <a:pt x="19" y="11"/>
                    <a:pt x="15" y="17"/>
                    <a:pt x="11" y="25"/>
                  </a:cubicBezTo>
                  <a:cubicBezTo>
                    <a:pt x="10" y="26"/>
                    <a:pt x="10" y="26"/>
                    <a:pt x="10" y="26"/>
                  </a:cubicBezTo>
                  <a:cubicBezTo>
                    <a:pt x="11" y="19"/>
                    <a:pt x="11" y="19"/>
                    <a:pt x="11" y="19"/>
                  </a:cubicBezTo>
                  <a:cubicBezTo>
                    <a:pt x="12" y="17"/>
                    <a:pt x="12" y="15"/>
                    <a:pt x="13" y="14"/>
                  </a:cubicBezTo>
                  <a:cubicBezTo>
                    <a:pt x="14" y="9"/>
                    <a:pt x="15" y="6"/>
                    <a:pt x="15" y="5"/>
                  </a:cubicBezTo>
                  <a:cubicBezTo>
                    <a:pt x="15" y="4"/>
                    <a:pt x="14" y="3"/>
                    <a:pt x="13" y="2"/>
                  </a:cubicBezTo>
                  <a:cubicBezTo>
                    <a:pt x="13" y="1"/>
                    <a:pt x="11" y="0"/>
                    <a:pt x="10" y="0"/>
                  </a:cubicBezTo>
                  <a:cubicBezTo>
                    <a:pt x="8" y="0"/>
                    <a:pt x="7" y="1"/>
                    <a:pt x="5" y="2"/>
                  </a:cubicBezTo>
                  <a:cubicBezTo>
                    <a:pt x="4" y="3"/>
                    <a:pt x="3" y="4"/>
                    <a:pt x="3" y="5"/>
                  </a:cubicBezTo>
                  <a:cubicBezTo>
                    <a:pt x="3" y="6"/>
                    <a:pt x="2" y="8"/>
                    <a:pt x="2" y="11"/>
                  </a:cubicBezTo>
                  <a:cubicBezTo>
                    <a:pt x="2" y="12"/>
                    <a:pt x="2" y="13"/>
                    <a:pt x="2" y="14"/>
                  </a:cubicBezTo>
                  <a:cubicBezTo>
                    <a:pt x="1" y="19"/>
                    <a:pt x="1" y="24"/>
                    <a:pt x="1" y="27"/>
                  </a:cubicBezTo>
                  <a:cubicBezTo>
                    <a:pt x="1" y="31"/>
                    <a:pt x="0" y="34"/>
                    <a:pt x="0" y="36"/>
                  </a:cubicBezTo>
                  <a:cubicBezTo>
                    <a:pt x="0" y="41"/>
                    <a:pt x="1" y="45"/>
                    <a:pt x="2" y="48"/>
                  </a:cubicBezTo>
                  <a:cubicBezTo>
                    <a:pt x="3" y="50"/>
                    <a:pt x="4" y="51"/>
                    <a:pt x="6" y="51"/>
                  </a:cubicBezTo>
                  <a:cubicBezTo>
                    <a:pt x="8" y="51"/>
                    <a:pt x="10" y="51"/>
                    <a:pt x="11" y="50"/>
                  </a:cubicBezTo>
                  <a:cubicBezTo>
                    <a:pt x="12" y="49"/>
                    <a:pt x="13" y="47"/>
                    <a:pt x="13" y="44"/>
                  </a:cubicBezTo>
                  <a:cubicBezTo>
                    <a:pt x="14" y="36"/>
                    <a:pt x="18" y="28"/>
                    <a:pt x="23" y="21"/>
                  </a:cubicBezTo>
                  <a:cubicBezTo>
                    <a:pt x="28" y="13"/>
                    <a:pt x="32" y="10"/>
                    <a:pt x="34" y="10"/>
                  </a:cubicBezTo>
                  <a:cubicBezTo>
                    <a:pt x="35" y="10"/>
                    <a:pt x="36" y="10"/>
                    <a:pt x="37" y="11"/>
                  </a:cubicBezTo>
                  <a:cubicBezTo>
                    <a:pt x="38" y="13"/>
                    <a:pt x="40" y="14"/>
                    <a:pt x="42" y="14"/>
                  </a:cubicBezTo>
                  <a:cubicBezTo>
                    <a:pt x="43" y="14"/>
                    <a:pt x="44" y="13"/>
                    <a:pt x="45" y="12"/>
                  </a:cubicBezTo>
                  <a:cubicBezTo>
                    <a:pt x="45" y="11"/>
                    <a:pt x="46" y="10"/>
                    <a:pt x="46" y="8"/>
                  </a:cubicBezTo>
                  <a:cubicBezTo>
                    <a:pt x="46" y="6"/>
                    <a:pt x="45" y="4"/>
                    <a:pt x="4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154"/>
            <p:cNvSpPr>
              <a:spLocks noEditPoints="1"/>
            </p:cNvSpPr>
            <p:nvPr/>
          </p:nvSpPr>
          <p:spPr bwMode="auto">
            <a:xfrm>
              <a:off x="9705975" y="5729288"/>
              <a:ext cx="65088" cy="80963"/>
            </a:xfrm>
            <a:custGeom>
              <a:avLst/>
              <a:gdLst>
                <a:gd name="T0" fmla="*/ 16 w 42"/>
                <a:gd name="T1" fmla="*/ 53 h 53"/>
                <a:gd name="T2" fmla="*/ 34 w 42"/>
                <a:gd name="T3" fmla="*/ 46 h 53"/>
                <a:gd name="T4" fmla="*/ 42 w 42"/>
                <a:gd name="T5" fmla="*/ 35 h 53"/>
                <a:gd name="T6" fmla="*/ 40 w 42"/>
                <a:gd name="T7" fmla="*/ 32 h 53"/>
                <a:gd name="T8" fmla="*/ 36 w 42"/>
                <a:gd name="T9" fmla="*/ 34 h 53"/>
                <a:gd name="T10" fmla="*/ 18 w 42"/>
                <a:gd name="T11" fmla="*/ 43 h 53"/>
                <a:gd name="T12" fmla="*/ 13 w 42"/>
                <a:gd name="T13" fmla="*/ 41 h 53"/>
                <a:gd name="T14" fmla="*/ 11 w 42"/>
                <a:gd name="T15" fmla="*/ 37 h 53"/>
                <a:gd name="T16" fmla="*/ 12 w 42"/>
                <a:gd name="T17" fmla="*/ 36 h 53"/>
                <a:gd name="T18" fmla="*/ 32 w 42"/>
                <a:gd name="T19" fmla="*/ 26 h 53"/>
                <a:gd name="T20" fmla="*/ 39 w 42"/>
                <a:gd name="T21" fmla="*/ 10 h 53"/>
                <a:gd name="T22" fmla="*/ 36 w 42"/>
                <a:gd name="T23" fmla="*/ 3 h 53"/>
                <a:gd name="T24" fmla="*/ 28 w 42"/>
                <a:gd name="T25" fmla="*/ 0 h 53"/>
                <a:gd name="T26" fmla="*/ 9 w 42"/>
                <a:gd name="T27" fmla="*/ 11 h 53"/>
                <a:gd name="T28" fmla="*/ 0 w 42"/>
                <a:gd name="T29" fmla="*/ 35 h 53"/>
                <a:gd name="T30" fmla="*/ 4 w 42"/>
                <a:gd name="T31" fmla="*/ 48 h 53"/>
                <a:gd name="T32" fmla="*/ 16 w 42"/>
                <a:gd name="T33" fmla="*/ 53 h 53"/>
                <a:gd name="T34" fmla="*/ 18 w 42"/>
                <a:gd name="T35" fmla="*/ 15 h 53"/>
                <a:gd name="T36" fmla="*/ 27 w 42"/>
                <a:gd name="T37" fmla="*/ 9 h 53"/>
                <a:gd name="T38" fmla="*/ 29 w 42"/>
                <a:gd name="T39" fmla="*/ 10 h 53"/>
                <a:gd name="T40" fmla="*/ 30 w 42"/>
                <a:gd name="T41" fmla="*/ 12 h 53"/>
                <a:gd name="T42" fmla="*/ 25 w 42"/>
                <a:gd name="T43" fmla="*/ 21 h 53"/>
                <a:gd name="T44" fmla="*/ 12 w 42"/>
                <a:gd name="T45" fmla="*/ 27 h 53"/>
                <a:gd name="T46" fmla="*/ 18 w 42"/>
                <a:gd name="T47" fmla="*/ 15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2" h="53">
                  <a:moveTo>
                    <a:pt x="16" y="53"/>
                  </a:moveTo>
                  <a:cubicBezTo>
                    <a:pt x="23" y="53"/>
                    <a:pt x="29" y="51"/>
                    <a:pt x="34" y="46"/>
                  </a:cubicBezTo>
                  <a:cubicBezTo>
                    <a:pt x="40" y="42"/>
                    <a:pt x="42" y="38"/>
                    <a:pt x="42" y="35"/>
                  </a:cubicBezTo>
                  <a:cubicBezTo>
                    <a:pt x="42" y="33"/>
                    <a:pt x="41" y="32"/>
                    <a:pt x="40" y="32"/>
                  </a:cubicBezTo>
                  <a:cubicBezTo>
                    <a:pt x="39" y="32"/>
                    <a:pt x="37" y="33"/>
                    <a:pt x="36" y="34"/>
                  </a:cubicBezTo>
                  <a:cubicBezTo>
                    <a:pt x="30" y="40"/>
                    <a:pt x="24" y="43"/>
                    <a:pt x="18" y="43"/>
                  </a:cubicBezTo>
                  <a:cubicBezTo>
                    <a:pt x="16" y="43"/>
                    <a:pt x="14" y="43"/>
                    <a:pt x="13" y="41"/>
                  </a:cubicBezTo>
                  <a:cubicBezTo>
                    <a:pt x="12" y="40"/>
                    <a:pt x="11" y="39"/>
                    <a:pt x="11" y="37"/>
                  </a:cubicBezTo>
                  <a:cubicBezTo>
                    <a:pt x="11" y="36"/>
                    <a:pt x="11" y="36"/>
                    <a:pt x="12" y="36"/>
                  </a:cubicBezTo>
                  <a:cubicBezTo>
                    <a:pt x="20" y="34"/>
                    <a:pt x="27" y="30"/>
                    <a:pt x="32" y="26"/>
                  </a:cubicBezTo>
                  <a:cubicBezTo>
                    <a:pt x="37" y="21"/>
                    <a:pt x="39" y="16"/>
                    <a:pt x="39" y="10"/>
                  </a:cubicBezTo>
                  <a:cubicBezTo>
                    <a:pt x="39" y="8"/>
                    <a:pt x="38" y="5"/>
                    <a:pt x="36" y="3"/>
                  </a:cubicBezTo>
                  <a:cubicBezTo>
                    <a:pt x="34" y="1"/>
                    <a:pt x="32" y="0"/>
                    <a:pt x="28" y="0"/>
                  </a:cubicBezTo>
                  <a:cubicBezTo>
                    <a:pt x="21" y="0"/>
                    <a:pt x="15" y="3"/>
                    <a:pt x="9" y="11"/>
                  </a:cubicBezTo>
                  <a:cubicBezTo>
                    <a:pt x="3" y="18"/>
                    <a:pt x="0" y="26"/>
                    <a:pt x="0" y="35"/>
                  </a:cubicBezTo>
                  <a:cubicBezTo>
                    <a:pt x="0" y="40"/>
                    <a:pt x="1" y="45"/>
                    <a:pt x="4" y="48"/>
                  </a:cubicBezTo>
                  <a:cubicBezTo>
                    <a:pt x="7" y="51"/>
                    <a:pt x="11" y="53"/>
                    <a:pt x="16" y="53"/>
                  </a:cubicBezTo>
                  <a:close/>
                  <a:moveTo>
                    <a:pt x="18" y="15"/>
                  </a:moveTo>
                  <a:cubicBezTo>
                    <a:pt x="21" y="11"/>
                    <a:pt x="24" y="9"/>
                    <a:pt x="27" y="9"/>
                  </a:cubicBezTo>
                  <a:cubicBezTo>
                    <a:pt x="28" y="9"/>
                    <a:pt x="29" y="9"/>
                    <a:pt x="29" y="10"/>
                  </a:cubicBezTo>
                  <a:cubicBezTo>
                    <a:pt x="30" y="11"/>
                    <a:pt x="30" y="11"/>
                    <a:pt x="30" y="12"/>
                  </a:cubicBezTo>
                  <a:cubicBezTo>
                    <a:pt x="30" y="15"/>
                    <a:pt x="28" y="18"/>
                    <a:pt x="25" y="21"/>
                  </a:cubicBezTo>
                  <a:cubicBezTo>
                    <a:pt x="21" y="24"/>
                    <a:pt x="17" y="26"/>
                    <a:pt x="12" y="27"/>
                  </a:cubicBezTo>
                  <a:cubicBezTo>
                    <a:pt x="13" y="23"/>
                    <a:pt x="15" y="19"/>
                    <a:pt x="18"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155"/>
            <p:cNvSpPr>
              <a:spLocks noEditPoints="1"/>
            </p:cNvSpPr>
            <p:nvPr/>
          </p:nvSpPr>
          <p:spPr bwMode="auto">
            <a:xfrm>
              <a:off x="9779000" y="5729288"/>
              <a:ext cx="74613" cy="80963"/>
            </a:xfrm>
            <a:custGeom>
              <a:avLst/>
              <a:gdLst>
                <a:gd name="T0" fmla="*/ 45 w 48"/>
                <a:gd name="T1" fmla="*/ 10 h 53"/>
                <a:gd name="T2" fmla="*/ 40 w 48"/>
                <a:gd name="T3" fmla="*/ 6 h 53"/>
                <a:gd name="T4" fmla="*/ 32 w 48"/>
                <a:gd name="T5" fmla="*/ 0 h 53"/>
                <a:gd name="T6" fmla="*/ 11 w 48"/>
                <a:gd name="T7" fmla="*/ 14 h 53"/>
                <a:gd name="T8" fmla="*/ 0 w 48"/>
                <a:gd name="T9" fmla="*/ 40 h 53"/>
                <a:gd name="T10" fmla="*/ 3 w 48"/>
                <a:gd name="T11" fmla="*/ 48 h 53"/>
                <a:gd name="T12" fmla="*/ 10 w 48"/>
                <a:gd name="T13" fmla="*/ 51 h 53"/>
                <a:gd name="T14" fmla="*/ 33 w 48"/>
                <a:gd name="T15" fmla="*/ 36 h 53"/>
                <a:gd name="T16" fmla="*/ 41 w 48"/>
                <a:gd name="T17" fmla="*/ 53 h 53"/>
                <a:gd name="T18" fmla="*/ 46 w 48"/>
                <a:gd name="T19" fmla="*/ 51 h 53"/>
                <a:gd name="T20" fmla="*/ 48 w 48"/>
                <a:gd name="T21" fmla="*/ 47 h 53"/>
                <a:gd name="T22" fmla="*/ 46 w 48"/>
                <a:gd name="T23" fmla="*/ 45 h 53"/>
                <a:gd name="T24" fmla="*/ 44 w 48"/>
                <a:gd name="T25" fmla="*/ 43 h 53"/>
                <a:gd name="T26" fmla="*/ 43 w 48"/>
                <a:gd name="T27" fmla="*/ 40 h 53"/>
                <a:gd name="T28" fmla="*/ 42 w 48"/>
                <a:gd name="T29" fmla="*/ 32 h 53"/>
                <a:gd name="T30" fmla="*/ 44 w 48"/>
                <a:gd name="T31" fmla="*/ 17 h 53"/>
                <a:gd name="T32" fmla="*/ 45 w 48"/>
                <a:gd name="T33" fmla="*/ 10 h 53"/>
                <a:gd name="T34" fmla="*/ 26 w 48"/>
                <a:gd name="T35" fmla="*/ 32 h 53"/>
                <a:gd name="T36" fmla="*/ 13 w 48"/>
                <a:gd name="T37" fmla="*/ 41 h 53"/>
                <a:gd name="T38" fmla="*/ 11 w 48"/>
                <a:gd name="T39" fmla="*/ 38 h 53"/>
                <a:gd name="T40" fmla="*/ 18 w 48"/>
                <a:gd name="T41" fmla="*/ 20 h 53"/>
                <a:gd name="T42" fmla="*/ 30 w 48"/>
                <a:gd name="T43" fmla="*/ 10 h 53"/>
                <a:gd name="T44" fmla="*/ 33 w 48"/>
                <a:gd name="T45" fmla="*/ 12 h 53"/>
                <a:gd name="T46" fmla="*/ 34 w 48"/>
                <a:gd name="T47" fmla="*/ 15 h 53"/>
                <a:gd name="T48" fmla="*/ 26 w 48"/>
                <a:gd name="T49" fmla="*/ 3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8" h="53">
                  <a:moveTo>
                    <a:pt x="45" y="10"/>
                  </a:moveTo>
                  <a:cubicBezTo>
                    <a:pt x="45" y="7"/>
                    <a:pt x="43" y="6"/>
                    <a:pt x="40" y="6"/>
                  </a:cubicBezTo>
                  <a:cubicBezTo>
                    <a:pt x="39" y="2"/>
                    <a:pt x="36" y="0"/>
                    <a:pt x="32" y="0"/>
                  </a:cubicBezTo>
                  <a:cubicBezTo>
                    <a:pt x="25" y="0"/>
                    <a:pt x="18" y="5"/>
                    <a:pt x="11" y="14"/>
                  </a:cubicBezTo>
                  <a:cubicBezTo>
                    <a:pt x="4" y="23"/>
                    <a:pt x="0" y="32"/>
                    <a:pt x="0" y="40"/>
                  </a:cubicBezTo>
                  <a:cubicBezTo>
                    <a:pt x="0" y="43"/>
                    <a:pt x="1" y="46"/>
                    <a:pt x="3" y="48"/>
                  </a:cubicBezTo>
                  <a:cubicBezTo>
                    <a:pt x="5" y="50"/>
                    <a:pt x="7" y="51"/>
                    <a:pt x="10" y="51"/>
                  </a:cubicBezTo>
                  <a:cubicBezTo>
                    <a:pt x="17" y="51"/>
                    <a:pt x="25" y="46"/>
                    <a:pt x="33" y="36"/>
                  </a:cubicBezTo>
                  <a:cubicBezTo>
                    <a:pt x="33" y="47"/>
                    <a:pt x="35" y="53"/>
                    <a:pt x="41" y="53"/>
                  </a:cubicBezTo>
                  <a:cubicBezTo>
                    <a:pt x="43" y="53"/>
                    <a:pt x="44" y="52"/>
                    <a:pt x="46" y="51"/>
                  </a:cubicBezTo>
                  <a:cubicBezTo>
                    <a:pt x="47" y="50"/>
                    <a:pt x="48" y="49"/>
                    <a:pt x="48" y="47"/>
                  </a:cubicBezTo>
                  <a:cubicBezTo>
                    <a:pt x="48" y="46"/>
                    <a:pt x="48" y="45"/>
                    <a:pt x="46" y="45"/>
                  </a:cubicBezTo>
                  <a:cubicBezTo>
                    <a:pt x="45" y="44"/>
                    <a:pt x="44" y="44"/>
                    <a:pt x="44" y="43"/>
                  </a:cubicBezTo>
                  <a:cubicBezTo>
                    <a:pt x="44" y="43"/>
                    <a:pt x="43" y="42"/>
                    <a:pt x="43" y="40"/>
                  </a:cubicBezTo>
                  <a:cubicBezTo>
                    <a:pt x="42" y="39"/>
                    <a:pt x="42" y="36"/>
                    <a:pt x="42" y="32"/>
                  </a:cubicBezTo>
                  <a:cubicBezTo>
                    <a:pt x="42" y="28"/>
                    <a:pt x="43" y="23"/>
                    <a:pt x="44" y="17"/>
                  </a:cubicBezTo>
                  <a:cubicBezTo>
                    <a:pt x="45" y="14"/>
                    <a:pt x="45" y="11"/>
                    <a:pt x="45" y="10"/>
                  </a:cubicBezTo>
                  <a:close/>
                  <a:moveTo>
                    <a:pt x="26" y="32"/>
                  </a:moveTo>
                  <a:cubicBezTo>
                    <a:pt x="21" y="38"/>
                    <a:pt x="16" y="41"/>
                    <a:pt x="13" y="41"/>
                  </a:cubicBezTo>
                  <a:cubicBezTo>
                    <a:pt x="12" y="41"/>
                    <a:pt x="11" y="40"/>
                    <a:pt x="11" y="38"/>
                  </a:cubicBezTo>
                  <a:cubicBezTo>
                    <a:pt x="11" y="33"/>
                    <a:pt x="14" y="27"/>
                    <a:pt x="18" y="20"/>
                  </a:cubicBezTo>
                  <a:cubicBezTo>
                    <a:pt x="23" y="14"/>
                    <a:pt x="27" y="10"/>
                    <a:pt x="30" y="10"/>
                  </a:cubicBezTo>
                  <a:cubicBezTo>
                    <a:pt x="31" y="10"/>
                    <a:pt x="32" y="11"/>
                    <a:pt x="33" y="12"/>
                  </a:cubicBezTo>
                  <a:cubicBezTo>
                    <a:pt x="33" y="12"/>
                    <a:pt x="34" y="14"/>
                    <a:pt x="34" y="15"/>
                  </a:cubicBezTo>
                  <a:cubicBezTo>
                    <a:pt x="34" y="20"/>
                    <a:pt x="31" y="26"/>
                    <a:pt x="26"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156"/>
            <p:cNvSpPr>
              <a:spLocks/>
            </p:cNvSpPr>
            <p:nvPr/>
          </p:nvSpPr>
          <p:spPr bwMode="auto">
            <a:xfrm>
              <a:off x="9858375" y="5707063"/>
              <a:ext cx="71438" cy="103188"/>
            </a:xfrm>
            <a:custGeom>
              <a:avLst/>
              <a:gdLst>
                <a:gd name="T0" fmla="*/ 28 w 46"/>
                <a:gd name="T1" fmla="*/ 1 h 68"/>
                <a:gd name="T2" fmla="*/ 24 w 46"/>
                <a:gd name="T3" fmla="*/ 0 h 68"/>
                <a:gd name="T4" fmla="*/ 19 w 46"/>
                <a:gd name="T5" fmla="*/ 5 h 68"/>
                <a:gd name="T6" fmla="*/ 15 w 46"/>
                <a:gd name="T7" fmla="*/ 20 h 68"/>
                <a:gd name="T8" fmla="*/ 5 w 46"/>
                <a:gd name="T9" fmla="*/ 20 h 68"/>
                <a:gd name="T10" fmla="*/ 0 w 46"/>
                <a:gd name="T11" fmla="*/ 24 h 68"/>
                <a:gd name="T12" fmla="*/ 3 w 46"/>
                <a:gd name="T13" fmla="*/ 28 h 68"/>
                <a:gd name="T14" fmla="*/ 7 w 46"/>
                <a:gd name="T15" fmla="*/ 30 h 68"/>
                <a:gd name="T16" fmla="*/ 8 w 46"/>
                <a:gd name="T17" fmla="*/ 30 h 68"/>
                <a:gd name="T18" fmla="*/ 12 w 46"/>
                <a:gd name="T19" fmla="*/ 29 h 68"/>
                <a:gd name="T20" fmla="*/ 7 w 46"/>
                <a:gd name="T21" fmla="*/ 54 h 68"/>
                <a:gd name="T22" fmla="*/ 10 w 46"/>
                <a:gd name="T23" fmla="*/ 64 h 68"/>
                <a:gd name="T24" fmla="*/ 20 w 46"/>
                <a:gd name="T25" fmla="*/ 68 h 68"/>
                <a:gd name="T26" fmla="*/ 33 w 46"/>
                <a:gd name="T27" fmla="*/ 63 h 68"/>
                <a:gd name="T28" fmla="*/ 40 w 46"/>
                <a:gd name="T29" fmla="*/ 54 h 68"/>
                <a:gd name="T30" fmla="*/ 39 w 46"/>
                <a:gd name="T31" fmla="*/ 52 h 68"/>
                <a:gd name="T32" fmla="*/ 37 w 46"/>
                <a:gd name="T33" fmla="*/ 51 h 68"/>
                <a:gd name="T34" fmla="*/ 33 w 46"/>
                <a:gd name="T35" fmla="*/ 53 h 68"/>
                <a:gd name="T36" fmla="*/ 27 w 46"/>
                <a:gd name="T37" fmla="*/ 57 h 68"/>
                <a:gd name="T38" fmla="*/ 22 w 46"/>
                <a:gd name="T39" fmla="*/ 58 h 68"/>
                <a:gd name="T40" fmla="*/ 19 w 46"/>
                <a:gd name="T41" fmla="*/ 56 h 68"/>
                <a:gd name="T42" fmla="*/ 18 w 46"/>
                <a:gd name="T43" fmla="*/ 51 h 68"/>
                <a:gd name="T44" fmla="*/ 21 w 46"/>
                <a:gd name="T45" fmla="*/ 39 h 68"/>
                <a:gd name="T46" fmla="*/ 23 w 46"/>
                <a:gd name="T47" fmla="*/ 29 h 68"/>
                <a:gd name="T48" fmla="*/ 39 w 46"/>
                <a:gd name="T49" fmla="*/ 26 h 68"/>
                <a:gd name="T50" fmla="*/ 46 w 46"/>
                <a:gd name="T51" fmla="*/ 21 h 68"/>
                <a:gd name="T52" fmla="*/ 45 w 46"/>
                <a:gd name="T53" fmla="*/ 18 h 68"/>
                <a:gd name="T54" fmla="*/ 42 w 46"/>
                <a:gd name="T55" fmla="*/ 18 h 68"/>
                <a:gd name="T56" fmla="*/ 26 w 46"/>
                <a:gd name="T57" fmla="*/ 19 h 68"/>
                <a:gd name="T58" fmla="*/ 30 w 46"/>
                <a:gd name="T59" fmla="*/ 5 h 68"/>
                <a:gd name="T60" fmla="*/ 28 w 46"/>
                <a:gd name="T61" fmla="*/ 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6" h="68">
                  <a:moveTo>
                    <a:pt x="28" y="1"/>
                  </a:moveTo>
                  <a:cubicBezTo>
                    <a:pt x="27" y="0"/>
                    <a:pt x="26" y="0"/>
                    <a:pt x="24" y="0"/>
                  </a:cubicBezTo>
                  <a:cubicBezTo>
                    <a:pt x="21" y="0"/>
                    <a:pt x="19" y="2"/>
                    <a:pt x="19" y="5"/>
                  </a:cubicBezTo>
                  <a:cubicBezTo>
                    <a:pt x="17" y="11"/>
                    <a:pt x="16" y="16"/>
                    <a:pt x="15" y="20"/>
                  </a:cubicBezTo>
                  <a:cubicBezTo>
                    <a:pt x="5" y="20"/>
                    <a:pt x="5" y="20"/>
                    <a:pt x="5" y="20"/>
                  </a:cubicBezTo>
                  <a:cubicBezTo>
                    <a:pt x="2" y="20"/>
                    <a:pt x="0" y="21"/>
                    <a:pt x="0" y="24"/>
                  </a:cubicBezTo>
                  <a:cubicBezTo>
                    <a:pt x="0" y="26"/>
                    <a:pt x="1" y="27"/>
                    <a:pt x="3" y="28"/>
                  </a:cubicBezTo>
                  <a:cubicBezTo>
                    <a:pt x="4" y="29"/>
                    <a:pt x="6" y="30"/>
                    <a:pt x="7" y="30"/>
                  </a:cubicBezTo>
                  <a:cubicBezTo>
                    <a:pt x="8" y="30"/>
                    <a:pt x="8" y="30"/>
                    <a:pt x="8" y="30"/>
                  </a:cubicBezTo>
                  <a:cubicBezTo>
                    <a:pt x="9" y="30"/>
                    <a:pt x="10" y="30"/>
                    <a:pt x="12" y="29"/>
                  </a:cubicBezTo>
                  <a:cubicBezTo>
                    <a:pt x="9" y="42"/>
                    <a:pt x="7" y="50"/>
                    <a:pt x="7" y="54"/>
                  </a:cubicBezTo>
                  <a:cubicBezTo>
                    <a:pt x="7" y="58"/>
                    <a:pt x="8" y="62"/>
                    <a:pt x="10" y="64"/>
                  </a:cubicBezTo>
                  <a:cubicBezTo>
                    <a:pt x="13" y="67"/>
                    <a:pt x="16" y="68"/>
                    <a:pt x="20" y="68"/>
                  </a:cubicBezTo>
                  <a:cubicBezTo>
                    <a:pt x="24" y="68"/>
                    <a:pt x="29" y="66"/>
                    <a:pt x="33" y="63"/>
                  </a:cubicBezTo>
                  <a:cubicBezTo>
                    <a:pt x="38" y="59"/>
                    <a:pt x="40" y="56"/>
                    <a:pt x="40" y="54"/>
                  </a:cubicBezTo>
                  <a:cubicBezTo>
                    <a:pt x="40" y="53"/>
                    <a:pt x="40" y="52"/>
                    <a:pt x="39" y="52"/>
                  </a:cubicBezTo>
                  <a:cubicBezTo>
                    <a:pt x="38" y="51"/>
                    <a:pt x="38" y="51"/>
                    <a:pt x="37" y="51"/>
                  </a:cubicBezTo>
                  <a:cubicBezTo>
                    <a:pt x="36" y="51"/>
                    <a:pt x="34" y="52"/>
                    <a:pt x="33" y="53"/>
                  </a:cubicBezTo>
                  <a:cubicBezTo>
                    <a:pt x="30" y="55"/>
                    <a:pt x="28" y="56"/>
                    <a:pt x="27" y="57"/>
                  </a:cubicBezTo>
                  <a:cubicBezTo>
                    <a:pt x="25" y="58"/>
                    <a:pt x="24" y="58"/>
                    <a:pt x="22" y="58"/>
                  </a:cubicBezTo>
                  <a:cubicBezTo>
                    <a:pt x="21" y="58"/>
                    <a:pt x="20" y="57"/>
                    <a:pt x="19" y="56"/>
                  </a:cubicBezTo>
                  <a:cubicBezTo>
                    <a:pt x="19" y="55"/>
                    <a:pt x="18" y="54"/>
                    <a:pt x="18" y="51"/>
                  </a:cubicBezTo>
                  <a:cubicBezTo>
                    <a:pt x="18" y="50"/>
                    <a:pt x="19" y="46"/>
                    <a:pt x="21" y="39"/>
                  </a:cubicBezTo>
                  <a:cubicBezTo>
                    <a:pt x="22" y="32"/>
                    <a:pt x="23" y="29"/>
                    <a:pt x="23" y="29"/>
                  </a:cubicBezTo>
                  <a:cubicBezTo>
                    <a:pt x="39" y="26"/>
                    <a:pt x="39" y="26"/>
                    <a:pt x="39" y="26"/>
                  </a:cubicBezTo>
                  <a:cubicBezTo>
                    <a:pt x="43" y="25"/>
                    <a:pt x="46" y="24"/>
                    <a:pt x="46" y="21"/>
                  </a:cubicBezTo>
                  <a:cubicBezTo>
                    <a:pt x="46" y="20"/>
                    <a:pt x="45" y="19"/>
                    <a:pt x="45" y="18"/>
                  </a:cubicBezTo>
                  <a:cubicBezTo>
                    <a:pt x="44" y="18"/>
                    <a:pt x="43" y="18"/>
                    <a:pt x="42" y="18"/>
                  </a:cubicBezTo>
                  <a:cubicBezTo>
                    <a:pt x="41" y="18"/>
                    <a:pt x="36" y="18"/>
                    <a:pt x="26" y="19"/>
                  </a:cubicBezTo>
                  <a:cubicBezTo>
                    <a:pt x="28" y="10"/>
                    <a:pt x="30" y="5"/>
                    <a:pt x="30" y="5"/>
                  </a:cubicBezTo>
                  <a:cubicBezTo>
                    <a:pt x="30" y="4"/>
                    <a:pt x="29" y="2"/>
                    <a:pt x="28"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157"/>
            <p:cNvSpPr>
              <a:spLocks/>
            </p:cNvSpPr>
            <p:nvPr/>
          </p:nvSpPr>
          <p:spPr bwMode="auto">
            <a:xfrm>
              <a:off x="9929813" y="5692775"/>
              <a:ext cx="82550" cy="115888"/>
            </a:xfrm>
            <a:custGeom>
              <a:avLst/>
              <a:gdLst>
                <a:gd name="T0" fmla="*/ 33 w 54"/>
                <a:gd name="T1" fmla="*/ 41 h 76"/>
                <a:gd name="T2" fmla="*/ 36 w 54"/>
                <a:gd name="T3" fmla="*/ 44 h 76"/>
                <a:gd name="T4" fmla="*/ 38 w 54"/>
                <a:gd name="T5" fmla="*/ 56 h 76"/>
                <a:gd name="T6" fmla="*/ 42 w 54"/>
                <a:gd name="T7" fmla="*/ 68 h 76"/>
                <a:gd name="T8" fmla="*/ 49 w 54"/>
                <a:gd name="T9" fmla="*/ 73 h 76"/>
                <a:gd name="T10" fmla="*/ 52 w 54"/>
                <a:gd name="T11" fmla="*/ 71 h 76"/>
                <a:gd name="T12" fmla="*/ 54 w 54"/>
                <a:gd name="T13" fmla="*/ 68 h 76"/>
                <a:gd name="T14" fmla="*/ 53 w 54"/>
                <a:gd name="T15" fmla="*/ 65 h 76"/>
                <a:gd name="T16" fmla="*/ 50 w 54"/>
                <a:gd name="T17" fmla="*/ 60 h 76"/>
                <a:gd name="T18" fmla="*/ 48 w 54"/>
                <a:gd name="T19" fmla="*/ 54 h 76"/>
                <a:gd name="T20" fmla="*/ 47 w 54"/>
                <a:gd name="T21" fmla="*/ 46 h 76"/>
                <a:gd name="T22" fmla="*/ 43 w 54"/>
                <a:gd name="T23" fmla="*/ 32 h 76"/>
                <a:gd name="T24" fmla="*/ 37 w 54"/>
                <a:gd name="T25" fmla="*/ 29 h 76"/>
                <a:gd name="T26" fmla="*/ 25 w 54"/>
                <a:gd name="T27" fmla="*/ 34 h 76"/>
                <a:gd name="T28" fmla="*/ 12 w 54"/>
                <a:gd name="T29" fmla="*/ 54 h 76"/>
                <a:gd name="T30" fmla="*/ 15 w 54"/>
                <a:gd name="T31" fmla="*/ 40 h 76"/>
                <a:gd name="T32" fmla="*/ 20 w 54"/>
                <a:gd name="T33" fmla="*/ 19 h 76"/>
                <a:gd name="T34" fmla="*/ 21 w 54"/>
                <a:gd name="T35" fmla="*/ 7 h 76"/>
                <a:gd name="T36" fmla="*/ 19 w 54"/>
                <a:gd name="T37" fmla="*/ 2 h 76"/>
                <a:gd name="T38" fmla="*/ 15 w 54"/>
                <a:gd name="T39" fmla="*/ 0 h 76"/>
                <a:gd name="T40" fmla="*/ 11 w 54"/>
                <a:gd name="T41" fmla="*/ 2 h 76"/>
                <a:gd name="T42" fmla="*/ 9 w 54"/>
                <a:gd name="T43" fmla="*/ 11 h 76"/>
                <a:gd name="T44" fmla="*/ 1 w 54"/>
                <a:gd name="T45" fmla="*/ 64 h 76"/>
                <a:gd name="T46" fmla="*/ 0 w 54"/>
                <a:gd name="T47" fmla="*/ 71 h 76"/>
                <a:gd name="T48" fmla="*/ 2 w 54"/>
                <a:gd name="T49" fmla="*/ 75 h 76"/>
                <a:gd name="T50" fmla="*/ 6 w 54"/>
                <a:gd name="T51" fmla="*/ 76 h 76"/>
                <a:gd name="T52" fmla="*/ 9 w 54"/>
                <a:gd name="T53" fmla="*/ 75 h 76"/>
                <a:gd name="T54" fmla="*/ 12 w 54"/>
                <a:gd name="T55" fmla="*/ 69 h 76"/>
                <a:gd name="T56" fmla="*/ 23 w 54"/>
                <a:gd name="T57" fmla="*/ 52 h 76"/>
                <a:gd name="T58" fmla="*/ 33 w 54"/>
                <a:gd name="T59"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4" h="76">
                  <a:moveTo>
                    <a:pt x="33" y="41"/>
                  </a:moveTo>
                  <a:cubicBezTo>
                    <a:pt x="35" y="41"/>
                    <a:pt x="36" y="42"/>
                    <a:pt x="36" y="44"/>
                  </a:cubicBezTo>
                  <a:cubicBezTo>
                    <a:pt x="37" y="46"/>
                    <a:pt x="37" y="50"/>
                    <a:pt x="38" y="56"/>
                  </a:cubicBezTo>
                  <a:cubicBezTo>
                    <a:pt x="38" y="61"/>
                    <a:pt x="39" y="65"/>
                    <a:pt x="42" y="68"/>
                  </a:cubicBezTo>
                  <a:cubicBezTo>
                    <a:pt x="44" y="71"/>
                    <a:pt x="46" y="73"/>
                    <a:pt x="49" y="73"/>
                  </a:cubicBezTo>
                  <a:cubicBezTo>
                    <a:pt x="50" y="73"/>
                    <a:pt x="51" y="72"/>
                    <a:pt x="52" y="71"/>
                  </a:cubicBezTo>
                  <a:cubicBezTo>
                    <a:pt x="53" y="71"/>
                    <a:pt x="54" y="70"/>
                    <a:pt x="54" y="68"/>
                  </a:cubicBezTo>
                  <a:cubicBezTo>
                    <a:pt x="54" y="67"/>
                    <a:pt x="53" y="66"/>
                    <a:pt x="53" y="65"/>
                  </a:cubicBezTo>
                  <a:cubicBezTo>
                    <a:pt x="51" y="64"/>
                    <a:pt x="50" y="62"/>
                    <a:pt x="50" y="60"/>
                  </a:cubicBezTo>
                  <a:cubicBezTo>
                    <a:pt x="49" y="59"/>
                    <a:pt x="49" y="57"/>
                    <a:pt x="48" y="54"/>
                  </a:cubicBezTo>
                  <a:cubicBezTo>
                    <a:pt x="48" y="52"/>
                    <a:pt x="47" y="49"/>
                    <a:pt x="47" y="46"/>
                  </a:cubicBezTo>
                  <a:cubicBezTo>
                    <a:pt x="46" y="38"/>
                    <a:pt x="45" y="34"/>
                    <a:pt x="43" y="32"/>
                  </a:cubicBezTo>
                  <a:cubicBezTo>
                    <a:pt x="41" y="30"/>
                    <a:pt x="39" y="29"/>
                    <a:pt x="37" y="29"/>
                  </a:cubicBezTo>
                  <a:cubicBezTo>
                    <a:pt x="33" y="29"/>
                    <a:pt x="29" y="31"/>
                    <a:pt x="25" y="34"/>
                  </a:cubicBezTo>
                  <a:cubicBezTo>
                    <a:pt x="22" y="38"/>
                    <a:pt x="17" y="44"/>
                    <a:pt x="12" y="54"/>
                  </a:cubicBezTo>
                  <a:cubicBezTo>
                    <a:pt x="13" y="50"/>
                    <a:pt x="14" y="46"/>
                    <a:pt x="15" y="40"/>
                  </a:cubicBezTo>
                  <a:cubicBezTo>
                    <a:pt x="18" y="30"/>
                    <a:pt x="19" y="23"/>
                    <a:pt x="20" y="19"/>
                  </a:cubicBezTo>
                  <a:cubicBezTo>
                    <a:pt x="21" y="14"/>
                    <a:pt x="21" y="10"/>
                    <a:pt x="21" y="7"/>
                  </a:cubicBezTo>
                  <a:cubicBezTo>
                    <a:pt x="21" y="5"/>
                    <a:pt x="21" y="3"/>
                    <a:pt x="19" y="2"/>
                  </a:cubicBezTo>
                  <a:cubicBezTo>
                    <a:pt x="18" y="0"/>
                    <a:pt x="17" y="0"/>
                    <a:pt x="15" y="0"/>
                  </a:cubicBezTo>
                  <a:cubicBezTo>
                    <a:pt x="14" y="0"/>
                    <a:pt x="13" y="1"/>
                    <a:pt x="11" y="2"/>
                  </a:cubicBezTo>
                  <a:cubicBezTo>
                    <a:pt x="10" y="4"/>
                    <a:pt x="9" y="7"/>
                    <a:pt x="9" y="11"/>
                  </a:cubicBezTo>
                  <a:cubicBezTo>
                    <a:pt x="7" y="30"/>
                    <a:pt x="4" y="47"/>
                    <a:pt x="1" y="64"/>
                  </a:cubicBezTo>
                  <a:cubicBezTo>
                    <a:pt x="0" y="68"/>
                    <a:pt x="0" y="70"/>
                    <a:pt x="0" y="71"/>
                  </a:cubicBezTo>
                  <a:cubicBezTo>
                    <a:pt x="0" y="73"/>
                    <a:pt x="0" y="74"/>
                    <a:pt x="2" y="75"/>
                  </a:cubicBezTo>
                  <a:cubicBezTo>
                    <a:pt x="3" y="76"/>
                    <a:pt x="4" y="76"/>
                    <a:pt x="6" y="76"/>
                  </a:cubicBezTo>
                  <a:cubicBezTo>
                    <a:pt x="7" y="76"/>
                    <a:pt x="8" y="76"/>
                    <a:pt x="9" y="75"/>
                  </a:cubicBezTo>
                  <a:cubicBezTo>
                    <a:pt x="10" y="74"/>
                    <a:pt x="11" y="72"/>
                    <a:pt x="12" y="69"/>
                  </a:cubicBezTo>
                  <a:cubicBezTo>
                    <a:pt x="14" y="65"/>
                    <a:pt x="18" y="59"/>
                    <a:pt x="23" y="52"/>
                  </a:cubicBezTo>
                  <a:cubicBezTo>
                    <a:pt x="28" y="45"/>
                    <a:pt x="32" y="41"/>
                    <a:pt x="33"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158"/>
            <p:cNvSpPr>
              <a:spLocks noEditPoints="1"/>
            </p:cNvSpPr>
            <p:nvPr/>
          </p:nvSpPr>
          <p:spPr bwMode="auto">
            <a:xfrm>
              <a:off x="10020300" y="5729288"/>
              <a:ext cx="63500" cy="80963"/>
            </a:xfrm>
            <a:custGeom>
              <a:avLst/>
              <a:gdLst>
                <a:gd name="T0" fmla="*/ 39 w 42"/>
                <a:gd name="T1" fmla="*/ 32 h 53"/>
                <a:gd name="T2" fmla="*/ 36 w 42"/>
                <a:gd name="T3" fmla="*/ 34 h 53"/>
                <a:gd name="T4" fmla="*/ 18 w 42"/>
                <a:gd name="T5" fmla="*/ 43 h 53"/>
                <a:gd name="T6" fmla="*/ 13 w 42"/>
                <a:gd name="T7" fmla="*/ 41 h 53"/>
                <a:gd name="T8" fmla="*/ 11 w 42"/>
                <a:gd name="T9" fmla="*/ 37 h 53"/>
                <a:gd name="T10" fmla="*/ 12 w 42"/>
                <a:gd name="T11" fmla="*/ 36 h 53"/>
                <a:gd name="T12" fmla="*/ 32 w 42"/>
                <a:gd name="T13" fmla="*/ 26 h 53"/>
                <a:gd name="T14" fmla="*/ 39 w 42"/>
                <a:gd name="T15" fmla="*/ 10 h 53"/>
                <a:gd name="T16" fmla="*/ 36 w 42"/>
                <a:gd name="T17" fmla="*/ 3 h 53"/>
                <a:gd name="T18" fmla="*/ 28 w 42"/>
                <a:gd name="T19" fmla="*/ 0 h 53"/>
                <a:gd name="T20" fmla="*/ 9 w 42"/>
                <a:gd name="T21" fmla="*/ 11 h 53"/>
                <a:gd name="T22" fmla="*/ 0 w 42"/>
                <a:gd name="T23" fmla="*/ 35 h 53"/>
                <a:gd name="T24" fmla="*/ 4 w 42"/>
                <a:gd name="T25" fmla="*/ 48 h 53"/>
                <a:gd name="T26" fmla="*/ 16 w 42"/>
                <a:gd name="T27" fmla="*/ 53 h 53"/>
                <a:gd name="T28" fmla="*/ 34 w 42"/>
                <a:gd name="T29" fmla="*/ 46 h 53"/>
                <a:gd name="T30" fmla="*/ 42 w 42"/>
                <a:gd name="T31" fmla="*/ 35 h 53"/>
                <a:gd name="T32" fmla="*/ 39 w 42"/>
                <a:gd name="T33" fmla="*/ 32 h 53"/>
                <a:gd name="T34" fmla="*/ 18 w 42"/>
                <a:gd name="T35" fmla="*/ 15 h 53"/>
                <a:gd name="T36" fmla="*/ 27 w 42"/>
                <a:gd name="T37" fmla="*/ 9 h 53"/>
                <a:gd name="T38" fmla="*/ 29 w 42"/>
                <a:gd name="T39" fmla="*/ 10 h 53"/>
                <a:gd name="T40" fmla="*/ 30 w 42"/>
                <a:gd name="T41" fmla="*/ 12 h 53"/>
                <a:gd name="T42" fmla="*/ 24 w 42"/>
                <a:gd name="T43" fmla="*/ 21 h 53"/>
                <a:gd name="T44" fmla="*/ 12 w 42"/>
                <a:gd name="T45" fmla="*/ 27 h 53"/>
                <a:gd name="T46" fmla="*/ 18 w 42"/>
                <a:gd name="T47" fmla="*/ 15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2" h="53">
                  <a:moveTo>
                    <a:pt x="39" y="32"/>
                  </a:moveTo>
                  <a:cubicBezTo>
                    <a:pt x="38" y="32"/>
                    <a:pt x="37" y="33"/>
                    <a:pt x="36" y="34"/>
                  </a:cubicBezTo>
                  <a:cubicBezTo>
                    <a:pt x="30" y="40"/>
                    <a:pt x="24" y="43"/>
                    <a:pt x="18" y="43"/>
                  </a:cubicBezTo>
                  <a:cubicBezTo>
                    <a:pt x="16" y="43"/>
                    <a:pt x="14" y="43"/>
                    <a:pt x="13" y="41"/>
                  </a:cubicBezTo>
                  <a:cubicBezTo>
                    <a:pt x="11" y="40"/>
                    <a:pt x="11" y="39"/>
                    <a:pt x="11" y="37"/>
                  </a:cubicBezTo>
                  <a:cubicBezTo>
                    <a:pt x="11" y="36"/>
                    <a:pt x="11" y="36"/>
                    <a:pt x="12" y="36"/>
                  </a:cubicBezTo>
                  <a:cubicBezTo>
                    <a:pt x="20" y="34"/>
                    <a:pt x="26" y="30"/>
                    <a:pt x="32" y="26"/>
                  </a:cubicBezTo>
                  <a:cubicBezTo>
                    <a:pt x="37" y="21"/>
                    <a:pt x="39" y="16"/>
                    <a:pt x="39" y="10"/>
                  </a:cubicBezTo>
                  <a:cubicBezTo>
                    <a:pt x="39" y="8"/>
                    <a:pt x="38" y="5"/>
                    <a:pt x="36" y="3"/>
                  </a:cubicBezTo>
                  <a:cubicBezTo>
                    <a:pt x="34" y="1"/>
                    <a:pt x="31" y="0"/>
                    <a:pt x="28" y="0"/>
                  </a:cubicBezTo>
                  <a:cubicBezTo>
                    <a:pt x="21" y="0"/>
                    <a:pt x="15" y="3"/>
                    <a:pt x="9" y="11"/>
                  </a:cubicBezTo>
                  <a:cubicBezTo>
                    <a:pt x="3" y="18"/>
                    <a:pt x="0" y="26"/>
                    <a:pt x="0" y="35"/>
                  </a:cubicBezTo>
                  <a:cubicBezTo>
                    <a:pt x="0" y="40"/>
                    <a:pt x="1" y="45"/>
                    <a:pt x="4" y="48"/>
                  </a:cubicBezTo>
                  <a:cubicBezTo>
                    <a:pt x="7" y="51"/>
                    <a:pt x="11" y="53"/>
                    <a:pt x="16" y="53"/>
                  </a:cubicBezTo>
                  <a:cubicBezTo>
                    <a:pt x="23" y="53"/>
                    <a:pt x="29" y="51"/>
                    <a:pt x="34" y="46"/>
                  </a:cubicBezTo>
                  <a:cubicBezTo>
                    <a:pt x="39" y="42"/>
                    <a:pt x="42" y="38"/>
                    <a:pt x="42" y="35"/>
                  </a:cubicBezTo>
                  <a:cubicBezTo>
                    <a:pt x="42" y="33"/>
                    <a:pt x="41" y="32"/>
                    <a:pt x="39" y="32"/>
                  </a:cubicBezTo>
                  <a:close/>
                  <a:moveTo>
                    <a:pt x="18" y="15"/>
                  </a:moveTo>
                  <a:cubicBezTo>
                    <a:pt x="21" y="11"/>
                    <a:pt x="24" y="9"/>
                    <a:pt x="27" y="9"/>
                  </a:cubicBezTo>
                  <a:cubicBezTo>
                    <a:pt x="28" y="9"/>
                    <a:pt x="28" y="9"/>
                    <a:pt x="29" y="10"/>
                  </a:cubicBezTo>
                  <a:cubicBezTo>
                    <a:pt x="29" y="11"/>
                    <a:pt x="30" y="11"/>
                    <a:pt x="30" y="12"/>
                  </a:cubicBezTo>
                  <a:cubicBezTo>
                    <a:pt x="30" y="15"/>
                    <a:pt x="28" y="18"/>
                    <a:pt x="24" y="21"/>
                  </a:cubicBezTo>
                  <a:cubicBezTo>
                    <a:pt x="21" y="24"/>
                    <a:pt x="16" y="26"/>
                    <a:pt x="12" y="27"/>
                  </a:cubicBezTo>
                  <a:cubicBezTo>
                    <a:pt x="13" y="23"/>
                    <a:pt x="15" y="19"/>
                    <a:pt x="18"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159"/>
            <p:cNvSpPr>
              <a:spLocks/>
            </p:cNvSpPr>
            <p:nvPr/>
          </p:nvSpPr>
          <p:spPr bwMode="auto">
            <a:xfrm>
              <a:off x="10152063" y="5734050"/>
              <a:ext cx="26988" cy="76200"/>
            </a:xfrm>
            <a:custGeom>
              <a:avLst/>
              <a:gdLst>
                <a:gd name="T0" fmla="*/ 11 w 17"/>
                <a:gd name="T1" fmla="*/ 37 h 50"/>
                <a:gd name="T2" fmla="*/ 12 w 17"/>
                <a:gd name="T3" fmla="*/ 28 h 50"/>
                <a:gd name="T4" fmla="*/ 15 w 17"/>
                <a:gd name="T5" fmla="*/ 13 h 50"/>
                <a:gd name="T6" fmla="*/ 15 w 17"/>
                <a:gd name="T7" fmla="*/ 12 h 50"/>
                <a:gd name="T8" fmla="*/ 17 w 17"/>
                <a:gd name="T9" fmla="*/ 5 h 50"/>
                <a:gd name="T10" fmla="*/ 15 w 17"/>
                <a:gd name="T11" fmla="*/ 2 h 50"/>
                <a:gd name="T12" fmla="*/ 10 w 17"/>
                <a:gd name="T13" fmla="*/ 0 h 50"/>
                <a:gd name="T14" fmla="*/ 6 w 17"/>
                <a:gd name="T15" fmla="*/ 2 h 50"/>
                <a:gd name="T16" fmla="*/ 5 w 17"/>
                <a:gd name="T17" fmla="*/ 8 h 50"/>
                <a:gd name="T18" fmla="*/ 3 w 17"/>
                <a:gd name="T19" fmla="*/ 18 h 50"/>
                <a:gd name="T20" fmla="*/ 3 w 17"/>
                <a:gd name="T21" fmla="*/ 18 h 50"/>
                <a:gd name="T22" fmla="*/ 2 w 17"/>
                <a:gd name="T23" fmla="*/ 22 h 50"/>
                <a:gd name="T24" fmla="*/ 0 w 17"/>
                <a:gd name="T25" fmla="*/ 41 h 50"/>
                <a:gd name="T26" fmla="*/ 6 w 17"/>
                <a:gd name="T27" fmla="*/ 50 h 50"/>
                <a:gd name="T28" fmla="*/ 10 w 17"/>
                <a:gd name="T29" fmla="*/ 48 h 50"/>
                <a:gd name="T30" fmla="*/ 12 w 17"/>
                <a:gd name="T31" fmla="*/ 46 h 50"/>
                <a:gd name="T32" fmla="*/ 12 w 17"/>
                <a:gd name="T33" fmla="*/ 44 h 50"/>
                <a:gd name="T34" fmla="*/ 11 w 17"/>
                <a:gd name="T35" fmla="*/ 3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50">
                  <a:moveTo>
                    <a:pt x="11" y="37"/>
                  </a:moveTo>
                  <a:cubicBezTo>
                    <a:pt x="11" y="34"/>
                    <a:pt x="12" y="31"/>
                    <a:pt x="12" y="28"/>
                  </a:cubicBezTo>
                  <a:cubicBezTo>
                    <a:pt x="12" y="24"/>
                    <a:pt x="13" y="19"/>
                    <a:pt x="15" y="13"/>
                  </a:cubicBezTo>
                  <a:cubicBezTo>
                    <a:pt x="15" y="12"/>
                    <a:pt x="15" y="12"/>
                    <a:pt x="15" y="12"/>
                  </a:cubicBezTo>
                  <a:cubicBezTo>
                    <a:pt x="16" y="9"/>
                    <a:pt x="17" y="6"/>
                    <a:pt x="17" y="5"/>
                  </a:cubicBezTo>
                  <a:cubicBezTo>
                    <a:pt x="17" y="4"/>
                    <a:pt x="16" y="3"/>
                    <a:pt x="15" y="2"/>
                  </a:cubicBezTo>
                  <a:cubicBezTo>
                    <a:pt x="14" y="1"/>
                    <a:pt x="12" y="0"/>
                    <a:pt x="10" y="0"/>
                  </a:cubicBezTo>
                  <a:cubicBezTo>
                    <a:pt x="8" y="0"/>
                    <a:pt x="7" y="1"/>
                    <a:pt x="6" y="2"/>
                  </a:cubicBezTo>
                  <a:cubicBezTo>
                    <a:pt x="5" y="4"/>
                    <a:pt x="5" y="6"/>
                    <a:pt x="5" y="8"/>
                  </a:cubicBezTo>
                  <a:cubicBezTo>
                    <a:pt x="5" y="9"/>
                    <a:pt x="4" y="12"/>
                    <a:pt x="3" y="18"/>
                  </a:cubicBezTo>
                  <a:cubicBezTo>
                    <a:pt x="3" y="18"/>
                    <a:pt x="3" y="18"/>
                    <a:pt x="3" y="18"/>
                  </a:cubicBezTo>
                  <a:cubicBezTo>
                    <a:pt x="3" y="19"/>
                    <a:pt x="3" y="21"/>
                    <a:pt x="2" y="22"/>
                  </a:cubicBezTo>
                  <a:cubicBezTo>
                    <a:pt x="1" y="30"/>
                    <a:pt x="0" y="36"/>
                    <a:pt x="0" y="41"/>
                  </a:cubicBezTo>
                  <a:cubicBezTo>
                    <a:pt x="0" y="47"/>
                    <a:pt x="2" y="50"/>
                    <a:pt x="6" y="50"/>
                  </a:cubicBezTo>
                  <a:cubicBezTo>
                    <a:pt x="8" y="50"/>
                    <a:pt x="9" y="50"/>
                    <a:pt x="10" y="48"/>
                  </a:cubicBezTo>
                  <a:cubicBezTo>
                    <a:pt x="12" y="47"/>
                    <a:pt x="12" y="46"/>
                    <a:pt x="12" y="46"/>
                  </a:cubicBezTo>
                  <a:cubicBezTo>
                    <a:pt x="12" y="45"/>
                    <a:pt x="12" y="45"/>
                    <a:pt x="12" y="44"/>
                  </a:cubicBezTo>
                  <a:cubicBezTo>
                    <a:pt x="12" y="41"/>
                    <a:pt x="11" y="39"/>
                    <a:pt x="11"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160"/>
            <p:cNvSpPr>
              <a:spLocks/>
            </p:cNvSpPr>
            <p:nvPr/>
          </p:nvSpPr>
          <p:spPr bwMode="auto">
            <a:xfrm>
              <a:off x="10167938" y="5694363"/>
              <a:ext cx="22225" cy="22225"/>
            </a:xfrm>
            <a:custGeom>
              <a:avLst/>
              <a:gdLst>
                <a:gd name="T0" fmla="*/ 2 w 15"/>
                <a:gd name="T1" fmla="*/ 2 h 14"/>
                <a:gd name="T2" fmla="*/ 0 w 15"/>
                <a:gd name="T3" fmla="*/ 7 h 14"/>
                <a:gd name="T4" fmla="*/ 2 w 15"/>
                <a:gd name="T5" fmla="*/ 12 h 14"/>
                <a:gd name="T6" fmla="*/ 7 w 15"/>
                <a:gd name="T7" fmla="*/ 14 h 14"/>
                <a:gd name="T8" fmla="*/ 12 w 15"/>
                <a:gd name="T9" fmla="*/ 12 h 14"/>
                <a:gd name="T10" fmla="*/ 15 w 15"/>
                <a:gd name="T11" fmla="*/ 6 h 14"/>
                <a:gd name="T12" fmla="*/ 13 w 15"/>
                <a:gd name="T13" fmla="*/ 2 h 14"/>
                <a:gd name="T14" fmla="*/ 8 w 15"/>
                <a:gd name="T15" fmla="*/ 0 h 14"/>
                <a:gd name="T16" fmla="*/ 2 w 15"/>
                <a:gd name="T17"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4">
                  <a:moveTo>
                    <a:pt x="2" y="2"/>
                  </a:moveTo>
                  <a:cubicBezTo>
                    <a:pt x="1" y="3"/>
                    <a:pt x="0" y="5"/>
                    <a:pt x="0" y="7"/>
                  </a:cubicBezTo>
                  <a:cubicBezTo>
                    <a:pt x="0" y="9"/>
                    <a:pt x="1" y="10"/>
                    <a:pt x="2" y="12"/>
                  </a:cubicBezTo>
                  <a:cubicBezTo>
                    <a:pt x="4" y="13"/>
                    <a:pt x="5" y="14"/>
                    <a:pt x="7" y="14"/>
                  </a:cubicBezTo>
                  <a:cubicBezTo>
                    <a:pt x="9" y="14"/>
                    <a:pt x="10" y="13"/>
                    <a:pt x="12" y="12"/>
                  </a:cubicBezTo>
                  <a:cubicBezTo>
                    <a:pt x="14" y="10"/>
                    <a:pt x="15" y="8"/>
                    <a:pt x="15" y="6"/>
                  </a:cubicBezTo>
                  <a:cubicBezTo>
                    <a:pt x="15" y="4"/>
                    <a:pt x="15" y="3"/>
                    <a:pt x="13" y="2"/>
                  </a:cubicBezTo>
                  <a:cubicBezTo>
                    <a:pt x="12" y="1"/>
                    <a:pt x="10" y="0"/>
                    <a:pt x="8" y="0"/>
                  </a:cubicBezTo>
                  <a:cubicBezTo>
                    <a:pt x="6" y="0"/>
                    <a:pt x="4"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161"/>
            <p:cNvSpPr>
              <a:spLocks/>
            </p:cNvSpPr>
            <p:nvPr/>
          </p:nvSpPr>
          <p:spPr bwMode="auto">
            <a:xfrm>
              <a:off x="10190163" y="5735638"/>
              <a:ext cx="88900" cy="71438"/>
            </a:xfrm>
            <a:custGeom>
              <a:avLst/>
              <a:gdLst>
                <a:gd name="T0" fmla="*/ 13 w 58"/>
                <a:gd name="T1" fmla="*/ 1 h 47"/>
                <a:gd name="T2" fmla="*/ 9 w 58"/>
                <a:gd name="T3" fmla="*/ 0 h 47"/>
                <a:gd name="T4" fmla="*/ 5 w 58"/>
                <a:gd name="T5" fmla="*/ 3 h 47"/>
                <a:gd name="T6" fmla="*/ 4 w 58"/>
                <a:gd name="T7" fmla="*/ 7 h 47"/>
                <a:gd name="T8" fmla="*/ 2 w 58"/>
                <a:gd name="T9" fmla="*/ 31 h 47"/>
                <a:gd name="T10" fmla="*/ 0 w 58"/>
                <a:gd name="T11" fmla="*/ 41 h 47"/>
                <a:gd name="T12" fmla="*/ 7 w 58"/>
                <a:gd name="T13" fmla="*/ 47 h 47"/>
                <a:gd name="T14" fmla="*/ 10 w 58"/>
                <a:gd name="T15" fmla="*/ 46 h 47"/>
                <a:gd name="T16" fmla="*/ 11 w 58"/>
                <a:gd name="T17" fmla="*/ 43 h 47"/>
                <a:gd name="T18" fmla="*/ 21 w 58"/>
                <a:gd name="T19" fmla="*/ 25 h 47"/>
                <a:gd name="T20" fmla="*/ 32 w 58"/>
                <a:gd name="T21" fmla="*/ 13 h 47"/>
                <a:gd name="T22" fmla="*/ 37 w 58"/>
                <a:gd name="T23" fmla="*/ 25 h 47"/>
                <a:gd name="T24" fmla="*/ 40 w 58"/>
                <a:gd name="T25" fmla="*/ 40 h 47"/>
                <a:gd name="T26" fmla="*/ 40 w 58"/>
                <a:gd name="T27" fmla="*/ 40 h 47"/>
                <a:gd name="T28" fmla="*/ 48 w 58"/>
                <a:gd name="T29" fmla="*/ 45 h 47"/>
                <a:gd name="T30" fmla="*/ 55 w 58"/>
                <a:gd name="T31" fmla="*/ 42 h 47"/>
                <a:gd name="T32" fmla="*/ 58 w 58"/>
                <a:gd name="T33" fmla="*/ 37 h 47"/>
                <a:gd name="T34" fmla="*/ 56 w 58"/>
                <a:gd name="T35" fmla="*/ 35 h 47"/>
                <a:gd name="T36" fmla="*/ 53 w 58"/>
                <a:gd name="T37" fmla="*/ 35 h 47"/>
                <a:gd name="T38" fmla="*/ 51 w 58"/>
                <a:gd name="T39" fmla="*/ 36 h 47"/>
                <a:gd name="T40" fmla="*/ 47 w 58"/>
                <a:gd name="T41" fmla="*/ 19 h 47"/>
                <a:gd name="T42" fmla="*/ 34 w 58"/>
                <a:gd name="T43" fmla="*/ 2 h 47"/>
                <a:gd name="T44" fmla="*/ 12 w 58"/>
                <a:gd name="T45" fmla="*/ 25 h 47"/>
                <a:gd name="T46" fmla="*/ 15 w 58"/>
                <a:gd name="T47" fmla="*/ 8 h 47"/>
                <a:gd name="T48" fmla="*/ 13 w 58"/>
                <a:gd name="T49" fmla="*/ 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8" h="47">
                  <a:moveTo>
                    <a:pt x="13" y="1"/>
                  </a:moveTo>
                  <a:cubicBezTo>
                    <a:pt x="13" y="1"/>
                    <a:pt x="11" y="0"/>
                    <a:pt x="9" y="0"/>
                  </a:cubicBezTo>
                  <a:cubicBezTo>
                    <a:pt x="8" y="0"/>
                    <a:pt x="7" y="1"/>
                    <a:pt x="5" y="3"/>
                  </a:cubicBezTo>
                  <a:cubicBezTo>
                    <a:pt x="4" y="4"/>
                    <a:pt x="4" y="6"/>
                    <a:pt x="4" y="7"/>
                  </a:cubicBezTo>
                  <a:cubicBezTo>
                    <a:pt x="4" y="17"/>
                    <a:pt x="3" y="25"/>
                    <a:pt x="2" y="31"/>
                  </a:cubicBezTo>
                  <a:cubicBezTo>
                    <a:pt x="1" y="36"/>
                    <a:pt x="0" y="39"/>
                    <a:pt x="0" y="41"/>
                  </a:cubicBezTo>
                  <a:cubicBezTo>
                    <a:pt x="0" y="45"/>
                    <a:pt x="3" y="47"/>
                    <a:pt x="7" y="47"/>
                  </a:cubicBezTo>
                  <a:cubicBezTo>
                    <a:pt x="8" y="47"/>
                    <a:pt x="9" y="47"/>
                    <a:pt x="10" y="46"/>
                  </a:cubicBezTo>
                  <a:cubicBezTo>
                    <a:pt x="10" y="45"/>
                    <a:pt x="11" y="44"/>
                    <a:pt x="11" y="43"/>
                  </a:cubicBezTo>
                  <a:cubicBezTo>
                    <a:pt x="12" y="39"/>
                    <a:pt x="16" y="33"/>
                    <a:pt x="21" y="25"/>
                  </a:cubicBezTo>
                  <a:cubicBezTo>
                    <a:pt x="26" y="17"/>
                    <a:pt x="30" y="13"/>
                    <a:pt x="32" y="13"/>
                  </a:cubicBezTo>
                  <a:cubicBezTo>
                    <a:pt x="35" y="13"/>
                    <a:pt x="36" y="17"/>
                    <a:pt x="37" y="25"/>
                  </a:cubicBezTo>
                  <a:cubicBezTo>
                    <a:pt x="37" y="32"/>
                    <a:pt x="39" y="37"/>
                    <a:pt x="40" y="40"/>
                  </a:cubicBezTo>
                  <a:cubicBezTo>
                    <a:pt x="40" y="40"/>
                    <a:pt x="40" y="40"/>
                    <a:pt x="40" y="40"/>
                  </a:cubicBezTo>
                  <a:cubicBezTo>
                    <a:pt x="41" y="43"/>
                    <a:pt x="44" y="45"/>
                    <a:pt x="48" y="45"/>
                  </a:cubicBezTo>
                  <a:cubicBezTo>
                    <a:pt x="51" y="45"/>
                    <a:pt x="53" y="44"/>
                    <a:pt x="55" y="42"/>
                  </a:cubicBezTo>
                  <a:cubicBezTo>
                    <a:pt x="57" y="40"/>
                    <a:pt x="58" y="39"/>
                    <a:pt x="58" y="37"/>
                  </a:cubicBezTo>
                  <a:cubicBezTo>
                    <a:pt x="58" y="35"/>
                    <a:pt x="57" y="35"/>
                    <a:pt x="56" y="35"/>
                  </a:cubicBezTo>
                  <a:cubicBezTo>
                    <a:pt x="55" y="35"/>
                    <a:pt x="54" y="35"/>
                    <a:pt x="53" y="35"/>
                  </a:cubicBezTo>
                  <a:cubicBezTo>
                    <a:pt x="52" y="35"/>
                    <a:pt x="52" y="36"/>
                    <a:pt x="51" y="36"/>
                  </a:cubicBezTo>
                  <a:cubicBezTo>
                    <a:pt x="49" y="36"/>
                    <a:pt x="48" y="30"/>
                    <a:pt x="47" y="19"/>
                  </a:cubicBezTo>
                  <a:cubicBezTo>
                    <a:pt x="45" y="8"/>
                    <a:pt x="41" y="2"/>
                    <a:pt x="34" y="2"/>
                  </a:cubicBezTo>
                  <a:cubicBezTo>
                    <a:pt x="26" y="2"/>
                    <a:pt x="19" y="10"/>
                    <a:pt x="12" y="25"/>
                  </a:cubicBezTo>
                  <a:cubicBezTo>
                    <a:pt x="14" y="17"/>
                    <a:pt x="15" y="11"/>
                    <a:pt x="15" y="8"/>
                  </a:cubicBezTo>
                  <a:cubicBezTo>
                    <a:pt x="15" y="5"/>
                    <a:pt x="14" y="2"/>
                    <a:pt x="1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162"/>
            <p:cNvSpPr>
              <a:spLocks/>
            </p:cNvSpPr>
            <p:nvPr/>
          </p:nvSpPr>
          <p:spPr bwMode="auto">
            <a:xfrm>
              <a:off x="10280650" y="5707063"/>
              <a:ext cx="71438" cy="103188"/>
            </a:xfrm>
            <a:custGeom>
              <a:avLst/>
              <a:gdLst>
                <a:gd name="T0" fmla="*/ 42 w 46"/>
                <a:gd name="T1" fmla="*/ 18 h 68"/>
                <a:gd name="T2" fmla="*/ 26 w 46"/>
                <a:gd name="T3" fmla="*/ 19 h 68"/>
                <a:gd name="T4" fmla="*/ 30 w 46"/>
                <a:gd name="T5" fmla="*/ 5 h 68"/>
                <a:gd name="T6" fmla="*/ 28 w 46"/>
                <a:gd name="T7" fmla="*/ 1 h 68"/>
                <a:gd name="T8" fmla="*/ 24 w 46"/>
                <a:gd name="T9" fmla="*/ 0 h 68"/>
                <a:gd name="T10" fmla="*/ 18 w 46"/>
                <a:gd name="T11" fmla="*/ 5 h 68"/>
                <a:gd name="T12" fmla="*/ 14 w 46"/>
                <a:gd name="T13" fmla="*/ 20 h 68"/>
                <a:gd name="T14" fmla="*/ 5 w 46"/>
                <a:gd name="T15" fmla="*/ 20 h 68"/>
                <a:gd name="T16" fmla="*/ 0 w 46"/>
                <a:gd name="T17" fmla="*/ 24 h 68"/>
                <a:gd name="T18" fmla="*/ 3 w 46"/>
                <a:gd name="T19" fmla="*/ 28 h 68"/>
                <a:gd name="T20" fmla="*/ 7 w 46"/>
                <a:gd name="T21" fmla="*/ 30 h 68"/>
                <a:gd name="T22" fmla="*/ 8 w 46"/>
                <a:gd name="T23" fmla="*/ 30 h 68"/>
                <a:gd name="T24" fmla="*/ 12 w 46"/>
                <a:gd name="T25" fmla="*/ 29 h 68"/>
                <a:gd name="T26" fmla="*/ 7 w 46"/>
                <a:gd name="T27" fmla="*/ 54 h 68"/>
                <a:gd name="T28" fmla="*/ 10 w 46"/>
                <a:gd name="T29" fmla="*/ 64 h 68"/>
                <a:gd name="T30" fmla="*/ 20 w 46"/>
                <a:gd name="T31" fmla="*/ 68 h 68"/>
                <a:gd name="T32" fmla="*/ 33 w 46"/>
                <a:gd name="T33" fmla="*/ 63 h 68"/>
                <a:gd name="T34" fmla="*/ 40 w 46"/>
                <a:gd name="T35" fmla="*/ 54 h 68"/>
                <a:gd name="T36" fmla="*/ 39 w 46"/>
                <a:gd name="T37" fmla="*/ 52 h 68"/>
                <a:gd name="T38" fmla="*/ 37 w 46"/>
                <a:gd name="T39" fmla="*/ 51 h 68"/>
                <a:gd name="T40" fmla="*/ 33 w 46"/>
                <a:gd name="T41" fmla="*/ 53 h 68"/>
                <a:gd name="T42" fmla="*/ 27 w 46"/>
                <a:gd name="T43" fmla="*/ 57 h 68"/>
                <a:gd name="T44" fmla="*/ 22 w 46"/>
                <a:gd name="T45" fmla="*/ 58 h 68"/>
                <a:gd name="T46" fmla="*/ 19 w 46"/>
                <a:gd name="T47" fmla="*/ 56 h 68"/>
                <a:gd name="T48" fmla="*/ 18 w 46"/>
                <a:gd name="T49" fmla="*/ 51 h 68"/>
                <a:gd name="T50" fmla="*/ 20 w 46"/>
                <a:gd name="T51" fmla="*/ 39 h 68"/>
                <a:gd name="T52" fmla="*/ 23 w 46"/>
                <a:gd name="T53" fmla="*/ 29 h 68"/>
                <a:gd name="T54" fmla="*/ 39 w 46"/>
                <a:gd name="T55" fmla="*/ 26 h 68"/>
                <a:gd name="T56" fmla="*/ 46 w 46"/>
                <a:gd name="T57" fmla="*/ 21 h 68"/>
                <a:gd name="T58" fmla="*/ 45 w 46"/>
                <a:gd name="T59" fmla="*/ 18 h 68"/>
                <a:gd name="T60" fmla="*/ 42 w 46"/>
                <a:gd name="T61" fmla="*/ 1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6" h="68">
                  <a:moveTo>
                    <a:pt x="42" y="18"/>
                  </a:moveTo>
                  <a:cubicBezTo>
                    <a:pt x="41" y="18"/>
                    <a:pt x="35" y="18"/>
                    <a:pt x="26" y="19"/>
                  </a:cubicBezTo>
                  <a:cubicBezTo>
                    <a:pt x="28" y="10"/>
                    <a:pt x="30" y="5"/>
                    <a:pt x="30" y="5"/>
                  </a:cubicBezTo>
                  <a:cubicBezTo>
                    <a:pt x="30" y="4"/>
                    <a:pt x="29" y="2"/>
                    <a:pt x="28" y="1"/>
                  </a:cubicBezTo>
                  <a:cubicBezTo>
                    <a:pt x="27" y="0"/>
                    <a:pt x="26" y="0"/>
                    <a:pt x="24" y="0"/>
                  </a:cubicBezTo>
                  <a:cubicBezTo>
                    <a:pt x="21" y="0"/>
                    <a:pt x="19" y="2"/>
                    <a:pt x="18" y="5"/>
                  </a:cubicBezTo>
                  <a:cubicBezTo>
                    <a:pt x="17" y="11"/>
                    <a:pt x="16" y="16"/>
                    <a:pt x="14" y="20"/>
                  </a:cubicBezTo>
                  <a:cubicBezTo>
                    <a:pt x="5" y="20"/>
                    <a:pt x="5" y="20"/>
                    <a:pt x="5" y="20"/>
                  </a:cubicBezTo>
                  <a:cubicBezTo>
                    <a:pt x="2" y="20"/>
                    <a:pt x="0" y="21"/>
                    <a:pt x="0" y="24"/>
                  </a:cubicBezTo>
                  <a:cubicBezTo>
                    <a:pt x="0" y="26"/>
                    <a:pt x="1" y="27"/>
                    <a:pt x="3" y="28"/>
                  </a:cubicBezTo>
                  <a:cubicBezTo>
                    <a:pt x="4" y="29"/>
                    <a:pt x="5" y="30"/>
                    <a:pt x="7" y="30"/>
                  </a:cubicBezTo>
                  <a:cubicBezTo>
                    <a:pt x="8" y="30"/>
                    <a:pt x="8" y="30"/>
                    <a:pt x="8" y="30"/>
                  </a:cubicBezTo>
                  <a:cubicBezTo>
                    <a:pt x="9" y="30"/>
                    <a:pt x="10" y="30"/>
                    <a:pt x="12" y="29"/>
                  </a:cubicBezTo>
                  <a:cubicBezTo>
                    <a:pt x="9" y="42"/>
                    <a:pt x="7" y="50"/>
                    <a:pt x="7" y="54"/>
                  </a:cubicBezTo>
                  <a:cubicBezTo>
                    <a:pt x="7" y="58"/>
                    <a:pt x="8" y="62"/>
                    <a:pt x="10" y="64"/>
                  </a:cubicBezTo>
                  <a:cubicBezTo>
                    <a:pt x="12" y="67"/>
                    <a:pt x="16" y="68"/>
                    <a:pt x="20" y="68"/>
                  </a:cubicBezTo>
                  <a:cubicBezTo>
                    <a:pt x="24" y="68"/>
                    <a:pt x="29" y="66"/>
                    <a:pt x="33" y="63"/>
                  </a:cubicBezTo>
                  <a:cubicBezTo>
                    <a:pt x="38" y="59"/>
                    <a:pt x="40" y="56"/>
                    <a:pt x="40" y="54"/>
                  </a:cubicBezTo>
                  <a:cubicBezTo>
                    <a:pt x="40" y="53"/>
                    <a:pt x="39" y="52"/>
                    <a:pt x="39" y="52"/>
                  </a:cubicBezTo>
                  <a:cubicBezTo>
                    <a:pt x="38" y="51"/>
                    <a:pt x="38" y="51"/>
                    <a:pt x="37" y="51"/>
                  </a:cubicBezTo>
                  <a:cubicBezTo>
                    <a:pt x="36" y="51"/>
                    <a:pt x="34" y="52"/>
                    <a:pt x="33" y="53"/>
                  </a:cubicBezTo>
                  <a:cubicBezTo>
                    <a:pt x="30" y="55"/>
                    <a:pt x="28" y="56"/>
                    <a:pt x="27" y="57"/>
                  </a:cubicBezTo>
                  <a:cubicBezTo>
                    <a:pt x="25" y="58"/>
                    <a:pt x="23" y="58"/>
                    <a:pt x="22" y="58"/>
                  </a:cubicBezTo>
                  <a:cubicBezTo>
                    <a:pt x="20" y="58"/>
                    <a:pt x="20" y="57"/>
                    <a:pt x="19" y="56"/>
                  </a:cubicBezTo>
                  <a:cubicBezTo>
                    <a:pt x="19" y="55"/>
                    <a:pt x="18" y="54"/>
                    <a:pt x="18" y="51"/>
                  </a:cubicBezTo>
                  <a:cubicBezTo>
                    <a:pt x="18" y="50"/>
                    <a:pt x="19" y="46"/>
                    <a:pt x="20" y="39"/>
                  </a:cubicBezTo>
                  <a:cubicBezTo>
                    <a:pt x="22" y="32"/>
                    <a:pt x="23" y="29"/>
                    <a:pt x="23" y="29"/>
                  </a:cubicBezTo>
                  <a:cubicBezTo>
                    <a:pt x="39" y="26"/>
                    <a:pt x="39" y="26"/>
                    <a:pt x="39" y="26"/>
                  </a:cubicBezTo>
                  <a:cubicBezTo>
                    <a:pt x="43" y="25"/>
                    <a:pt x="46" y="24"/>
                    <a:pt x="46" y="21"/>
                  </a:cubicBezTo>
                  <a:cubicBezTo>
                    <a:pt x="46" y="20"/>
                    <a:pt x="45" y="19"/>
                    <a:pt x="45" y="18"/>
                  </a:cubicBezTo>
                  <a:cubicBezTo>
                    <a:pt x="44" y="18"/>
                    <a:pt x="43" y="18"/>
                    <a:pt x="42"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163"/>
            <p:cNvSpPr>
              <a:spLocks noEditPoints="1"/>
            </p:cNvSpPr>
            <p:nvPr/>
          </p:nvSpPr>
          <p:spPr bwMode="auto">
            <a:xfrm>
              <a:off x="10353675" y="5730875"/>
              <a:ext cx="68263" cy="79375"/>
            </a:xfrm>
            <a:custGeom>
              <a:avLst/>
              <a:gdLst>
                <a:gd name="T0" fmla="*/ 27 w 45"/>
                <a:gd name="T1" fmla="*/ 0 h 52"/>
                <a:gd name="T2" fmla="*/ 8 w 45"/>
                <a:gd name="T3" fmla="*/ 12 h 52"/>
                <a:gd name="T4" fmla="*/ 0 w 45"/>
                <a:gd name="T5" fmla="*/ 35 h 52"/>
                <a:gd name="T6" fmla="*/ 4 w 45"/>
                <a:gd name="T7" fmla="*/ 47 h 52"/>
                <a:gd name="T8" fmla="*/ 15 w 45"/>
                <a:gd name="T9" fmla="*/ 52 h 52"/>
                <a:gd name="T10" fmla="*/ 32 w 45"/>
                <a:gd name="T11" fmla="*/ 45 h 52"/>
                <a:gd name="T12" fmla="*/ 44 w 45"/>
                <a:gd name="T13" fmla="*/ 27 h 52"/>
                <a:gd name="T14" fmla="*/ 44 w 45"/>
                <a:gd name="T15" fmla="*/ 27 h 52"/>
                <a:gd name="T16" fmla="*/ 45 w 45"/>
                <a:gd name="T17" fmla="*/ 20 h 52"/>
                <a:gd name="T18" fmla="*/ 40 w 45"/>
                <a:gd name="T19" fmla="*/ 6 h 52"/>
                <a:gd name="T20" fmla="*/ 27 w 45"/>
                <a:gd name="T21" fmla="*/ 0 h 52"/>
                <a:gd name="T22" fmla="*/ 28 w 45"/>
                <a:gd name="T23" fmla="*/ 36 h 52"/>
                <a:gd name="T24" fmla="*/ 16 w 45"/>
                <a:gd name="T25" fmla="*/ 42 h 52"/>
                <a:gd name="T26" fmla="*/ 12 w 45"/>
                <a:gd name="T27" fmla="*/ 40 h 52"/>
                <a:gd name="T28" fmla="*/ 11 w 45"/>
                <a:gd name="T29" fmla="*/ 34 h 52"/>
                <a:gd name="T30" fmla="*/ 14 w 45"/>
                <a:gd name="T31" fmla="*/ 21 h 52"/>
                <a:gd name="T32" fmla="*/ 20 w 45"/>
                <a:gd name="T33" fmla="*/ 12 h 52"/>
                <a:gd name="T34" fmla="*/ 20 w 45"/>
                <a:gd name="T35" fmla="*/ 12 h 52"/>
                <a:gd name="T36" fmla="*/ 26 w 45"/>
                <a:gd name="T37" fmla="*/ 10 h 52"/>
                <a:gd name="T38" fmla="*/ 32 w 45"/>
                <a:gd name="T39" fmla="*/ 13 h 52"/>
                <a:gd name="T40" fmla="*/ 34 w 45"/>
                <a:gd name="T41" fmla="*/ 21 h 52"/>
                <a:gd name="T42" fmla="*/ 28 w 45"/>
                <a:gd name="T43" fmla="*/ 3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5" h="52">
                  <a:moveTo>
                    <a:pt x="27" y="0"/>
                  </a:moveTo>
                  <a:cubicBezTo>
                    <a:pt x="20" y="0"/>
                    <a:pt x="13" y="4"/>
                    <a:pt x="8" y="12"/>
                  </a:cubicBezTo>
                  <a:cubicBezTo>
                    <a:pt x="3" y="19"/>
                    <a:pt x="0" y="27"/>
                    <a:pt x="0" y="35"/>
                  </a:cubicBezTo>
                  <a:cubicBezTo>
                    <a:pt x="0" y="40"/>
                    <a:pt x="1" y="44"/>
                    <a:pt x="4" y="47"/>
                  </a:cubicBezTo>
                  <a:cubicBezTo>
                    <a:pt x="7" y="50"/>
                    <a:pt x="11" y="52"/>
                    <a:pt x="15" y="52"/>
                  </a:cubicBezTo>
                  <a:cubicBezTo>
                    <a:pt x="21" y="52"/>
                    <a:pt x="27" y="50"/>
                    <a:pt x="32" y="45"/>
                  </a:cubicBezTo>
                  <a:cubicBezTo>
                    <a:pt x="38" y="40"/>
                    <a:pt x="42" y="34"/>
                    <a:pt x="44" y="27"/>
                  </a:cubicBezTo>
                  <a:cubicBezTo>
                    <a:pt x="44" y="27"/>
                    <a:pt x="44" y="27"/>
                    <a:pt x="44" y="27"/>
                  </a:cubicBezTo>
                  <a:cubicBezTo>
                    <a:pt x="45" y="24"/>
                    <a:pt x="45" y="22"/>
                    <a:pt x="45" y="20"/>
                  </a:cubicBezTo>
                  <a:cubicBezTo>
                    <a:pt x="45" y="15"/>
                    <a:pt x="43" y="10"/>
                    <a:pt x="40" y="6"/>
                  </a:cubicBezTo>
                  <a:cubicBezTo>
                    <a:pt x="37" y="2"/>
                    <a:pt x="33" y="0"/>
                    <a:pt x="27" y="0"/>
                  </a:cubicBezTo>
                  <a:close/>
                  <a:moveTo>
                    <a:pt x="28" y="36"/>
                  </a:moveTo>
                  <a:cubicBezTo>
                    <a:pt x="24" y="40"/>
                    <a:pt x="20" y="42"/>
                    <a:pt x="16" y="42"/>
                  </a:cubicBezTo>
                  <a:cubicBezTo>
                    <a:pt x="15" y="42"/>
                    <a:pt x="13" y="42"/>
                    <a:pt x="12" y="40"/>
                  </a:cubicBezTo>
                  <a:cubicBezTo>
                    <a:pt x="12" y="38"/>
                    <a:pt x="11" y="36"/>
                    <a:pt x="11" y="34"/>
                  </a:cubicBezTo>
                  <a:cubicBezTo>
                    <a:pt x="11" y="30"/>
                    <a:pt x="12" y="25"/>
                    <a:pt x="14" y="21"/>
                  </a:cubicBezTo>
                  <a:cubicBezTo>
                    <a:pt x="16" y="17"/>
                    <a:pt x="18" y="14"/>
                    <a:pt x="20" y="12"/>
                  </a:cubicBezTo>
                  <a:cubicBezTo>
                    <a:pt x="20" y="12"/>
                    <a:pt x="20" y="12"/>
                    <a:pt x="20" y="12"/>
                  </a:cubicBezTo>
                  <a:cubicBezTo>
                    <a:pt x="22" y="11"/>
                    <a:pt x="24" y="10"/>
                    <a:pt x="26" y="10"/>
                  </a:cubicBezTo>
                  <a:cubicBezTo>
                    <a:pt x="29" y="10"/>
                    <a:pt x="31" y="11"/>
                    <a:pt x="32" y="13"/>
                  </a:cubicBezTo>
                  <a:cubicBezTo>
                    <a:pt x="33" y="15"/>
                    <a:pt x="34" y="18"/>
                    <a:pt x="34" y="21"/>
                  </a:cubicBezTo>
                  <a:cubicBezTo>
                    <a:pt x="34" y="26"/>
                    <a:pt x="32" y="31"/>
                    <a:pt x="28"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164"/>
            <p:cNvSpPr>
              <a:spLocks noEditPoints="1"/>
            </p:cNvSpPr>
            <p:nvPr/>
          </p:nvSpPr>
          <p:spPr bwMode="auto">
            <a:xfrm>
              <a:off x="9615488" y="5899150"/>
              <a:ext cx="85725" cy="128588"/>
            </a:xfrm>
            <a:custGeom>
              <a:avLst/>
              <a:gdLst>
                <a:gd name="T0" fmla="*/ 44 w 56"/>
                <a:gd name="T1" fmla="*/ 1 h 84"/>
                <a:gd name="T2" fmla="*/ 31 w 56"/>
                <a:gd name="T3" fmla="*/ 7 h 84"/>
                <a:gd name="T4" fmla="*/ 19 w 56"/>
                <a:gd name="T5" fmla="*/ 21 h 84"/>
                <a:gd name="T6" fmla="*/ 19 w 56"/>
                <a:gd name="T7" fmla="*/ 18 h 84"/>
                <a:gd name="T8" fmla="*/ 21 w 56"/>
                <a:gd name="T9" fmla="*/ 8 h 84"/>
                <a:gd name="T10" fmla="*/ 16 w 56"/>
                <a:gd name="T11" fmla="*/ 0 h 84"/>
                <a:gd name="T12" fmla="*/ 11 w 56"/>
                <a:gd name="T13" fmla="*/ 1 h 84"/>
                <a:gd name="T14" fmla="*/ 9 w 56"/>
                <a:gd name="T15" fmla="*/ 5 h 84"/>
                <a:gd name="T16" fmla="*/ 9 w 56"/>
                <a:gd name="T17" fmla="*/ 13 h 84"/>
                <a:gd name="T18" fmla="*/ 9 w 56"/>
                <a:gd name="T19" fmla="*/ 14 h 84"/>
                <a:gd name="T20" fmla="*/ 1 w 56"/>
                <a:gd name="T21" fmla="*/ 70 h 84"/>
                <a:gd name="T22" fmla="*/ 0 w 56"/>
                <a:gd name="T23" fmla="*/ 79 h 84"/>
                <a:gd name="T24" fmla="*/ 2 w 56"/>
                <a:gd name="T25" fmla="*/ 82 h 84"/>
                <a:gd name="T26" fmla="*/ 6 w 56"/>
                <a:gd name="T27" fmla="*/ 84 h 84"/>
                <a:gd name="T28" fmla="*/ 10 w 56"/>
                <a:gd name="T29" fmla="*/ 82 h 84"/>
                <a:gd name="T30" fmla="*/ 12 w 56"/>
                <a:gd name="T31" fmla="*/ 76 h 84"/>
                <a:gd name="T32" fmla="*/ 14 w 56"/>
                <a:gd name="T33" fmla="*/ 58 h 84"/>
                <a:gd name="T34" fmla="*/ 16 w 56"/>
                <a:gd name="T35" fmla="*/ 48 h 84"/>
                <a:gd name="T36" fmla="*/ 22 w 56"/>
                <a:gd name="T37" fmla="*/ 53 h 84"/>
                <a:gd name="T38" fmla="*/ 45 w 56"/>
                <a:gd name="T39" fmla="*/ 41 h 84"/>
                <a:gd name="T40" fmla="*/ 56 w 56"/>
                <a:gd name="T41" fmla="*/ 14 h 84"/>
                <a:gd name="T42" fmla="*/ 53 w 56"/>
                <a:gd name="T43" fmla="*/ 5 h 84"/>
                <a:gd name="T44" fmla="*/ 44 w 56"/>
                <a:gd name="T45" fmla="*/ 1 h 84"/>
                <a:gd name="T46" fmla="*/ 38 w 56"/>
                <a:gd name="T47" fmla="*/ 34 h 84"/>
                <a:gd name="T48" fmla="*/ 24 w 56"/>
                <a:gd name="T49" fmla="*/ 43 h 84"/>
                <a:gd name="T50" fmla="*/ 21 w 56"/>
                <a:gd name="T51" fmla="*/ 42 h 84"/>
                <a:gd name="T52" fmla="*/ 19 w 56"/>
                <a:gd name="T53" fmla="*/ 39 h 84"/>
                <a:gd name="T54" fmla="*/ 28 w 56"/>
                <a:gd name="T55" fmla="*/ 22 h 84"/>
                <a:gd name="T56" fmla="*/ 42 w 56"/>
                <a:gd name="T57" fmla="*/ 11 h 84"/>
                <a:gd name="T58" fmla="*/ 44 w 56"/>
                <a:gd name="T59" fmla="*/ 13 h 84"/>
                <a:gd name="T60" fmla="*/ 45 w 56"/>
                <a:gd name="T61" fmla="*/ 17 h 84"/>
                <a:gd name="T62" fmla="*/ 38 w 56"/>
                <a:gd name="T63" fmla="*/ 3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6" h="84">
                  <a:moveTo>
                    <a:pt x="44" y="1"/>
                  </a:moveTo>
                  <a:cubicBezTo>
                    <a:pt x="40" y="1"/>
                    <a:pt x="36" y="3"/>
                    <a:pt x="31" y="7"/>
                  </a:cubicBezTo>
                  <a:cubicBezTo>
                    <a:pt x="27" y="11"/>
                    <a:pt x="22" y="15"/>
                    <a:pt x="19" y="21"/>
                  </a:cubicBezTo>
                  <a:cubicBezTo>
                    <a:pt x="19" y="18"/>
                    <a:pt x="19" y="18"/>
                    <a:pt x="19" y="18"/>
                  </a:cubicBezTo>
                  <a:cubicBezTo>
                    <a:pt x="20" y="13"/>
                    <a:pt x="21" y="10"/>
                    <a:pt x="21" y="8"/>
                  </a:cubicBezTo>
                  <a:cubicBezTo>
                    <a:pt x="21" y="2"/>
                    <a:pt x="19" y="0"/>
                    <a:pt x="16" y="0"/>
                  </a:cubicBezTo>
                  <a:cubicBezTo>
                    <a:pt x="14" y="0"/>
                    <a:pt x="12" y="0"/>
                    <a:pt x="11" y="1"/>
                  </a:cubicBezTo>
                  <a:cubicBezTo>
                    <a:pt x="10" y="3"/>
                    <a:pt x="9" y="4"/>
                    <a:pt x="9" y="5"/>
                  </a:cubicBezTo>
                  <a:cubicBezTo>
                    <a:pt x="9" y="6"/>
                    <a:pt x="9" y="9"/>
                    <a:pt x="9" y="13"/>
                  </a:cubicBezTo>
                  <a:cubicBezTo>
                    <a:pt x="9" y="14"/>
                    <a:pt x="9" y="14"/>
                    <a:pt x="9" y="14"/>
                  </a:cubicBezTo>
                  <a:cubicBezTo>
                    <a:pt x="8" y="34"/>
                    <a:pt x="6" y="52"/>
                    <a:pt x="1" y="70"/>
                  </a:cubicBezTo>
                  <a:cubicBezTo>
                    <a:pt x="1" y="74"/>
                    <a:pt x="0" y="76"/>
                    <a:pt x="0" y="79"/>
                  </a:cubicBezTo>
                  <a:cubicBezTo>
                    <a:pt x="0" y="80"/>
                    <a:pt x="1" y="81"/>
                    <a:pt x="2" y="82"/>
                  </a:cubicBezTo>
                  <a:cubicBezTo>
                    <a:pt x="3" y="83"/>
                    <a:pt x="5" y="84"/>
                    <a:pt x="6" y="84"/>
                  </a:cubicBezTo>
                  <a:cubicBezTo>
                    <a:pt x="7" y="84"/>
                    <a:pt x="9" y="83"/>
                    <a:pt x="10" y="82"/>
                  </a:cubicBezTo>
                  <a:cubicBezTo>
                    <a:pt x="11" y="81"/>
                    <a:pt x="12" y="79"/>
                    <a:pt x="12" y="76"/>
                  </a:cubicBezTo>
                  <a:cubicBezTo>
                    <a:pt x="14" y="58"/>
                    <a:pt x="14" y="58"/>
                    <a:pt x="14" y="58"/>
                  </a:cubicBezTo>
                  <a:cubicBezTo>
                    <a:pt x="15" y="54"/>
                    <a:pt x="15" y="51"/>
                    <a:pt x="16" y="48"/>
                  </a:cubicBezTo>
                  <a:cubicBezTo>
                    <a:pt x="17" y="51"/>
                    <a:pt x="19" y="53"/>
                    <a:pt x="22" y="53"/>
                  </a:cubicBezTo>
                  <a:cubicBezTo>
                    <a:pt x="30" y="53"/>
                    <a:pt x="37" y="49"/>
                    <a:pt x="45" y="41"/>
                  </a:cubicBezTo>
                  <a:cubicBezTo>
                    <a:pt x="53" y="33"/>
                    <a:pt x="56" y="24"/>
                    <a:pt x="56" y="14"/>
                  </a:cubicBezTo>
                  <a:cubicBezTo>
                    <a:pt x="56" y="10"/>
                    <a:pt x="55" y="7"/>
                    <a:pt x="53" y="5"/>
                  </a:cubicBezTo>
                  <a:cubicBezTo>
                    <a:pt x="50" y="2"/>
                    <a:pt x="48" y="1"/>
                    <a:pt x="44" y="1"/>
                  </a:cubicBezTo>
                  <a:close/>
                  <a:moveTo>
                    <a:pt x="38" y="34"/>
                  </a:moveTo>
                  <a:cubicBezTo>
                    <a:pt x="33" y="40"/>
                    <a:pt x="28" y="43"/>
                    <a:pt x="24" y="43"/>
                  </a:cubicBezTo>
                  <a:cubicBezTo>
                    <a:pt x="23" y="43"/>
                    <a:pt x="22" y="43"/>
                    <a:pt x="21" y="42"/>
                  </a:cubicBezTo>
                  <a:cubicBezTo>
                    <a:pt x="20" y="41"/>
                    <a:pt x="19" y="40"/>
                    <a:pt x="19" y="39"/>
                  </a:cubicBezTo>
                  <a:cubicBezTo>
                    <a:pt x="19" y="35"/>
                    <a:pt x="22" y="30"/>
                    <a:pt x="28" y="22"/>
                  </a:cubicBezTo>
                  <a:cubicBezTo>
                    <a:pt x="34" y="15"/>
                    <a:pt x="39" y="11"/>
                    <a:pt x="42" y="11"/>
                  </a:cubicBezTo>
                  <a:cubicBezTo>
                    <a:pt x="43" y="11"/>
                    <a:pt x="44" y="12"/>
                    <a:pt x="44" y="13"/>
                  </a:cubicBezTo>
                  <a:cubicBezTo>
                    <a:pt x="45" y="14"/>
                    <a:pt x="45" y="15"/>
                    <a:pt x="45" y="17"/>
                  </a:cubicBezTo>
                  <a:cubicBezTo>
                    <a:pt x="45" y="22"/>
                    <a:pt x="43" y="28"/>
                    <a:pt x="38"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165"/>
            <p:cNvSpPr>
              <a:spLocks noEditPoints="1"/>
            </p:cNvSpPr>
            <p:nvPr/>
          </p:nvSpPr>
          <p:spPr bwMode="auto">
            <a:xfrm>
              <a:off x="9712325" y="5900738"/>
              <a:ext cx="73025" cy="80963"/>
            </a:xfrm>
            <a:custGeom>
              <a:avLst/>
              <a:gdLst>
                <a:gd name="T0" fmla="*/ 47 w 48"/>
                <a:gd name="T1" fmla="*/ 45 h 53"/>
                <a:gd name="T2" fmla="*/ 44 w 48"/>
                <a:gd name="T3" fmla="*/ 43 h 53"/>
                <a:gd name="T4" fmla="*/ 43 w 48"/>
                <a:gd name="T5" fmla="*/ 40 h 53"/>
                <a:gd name="T6" fmla="*/ 42 w 48"/>
                <a:gd name="T7" fmla="*/ 32 h 53"/>
                <a:gd name="T8" fmla="*/ 44 w 48"/>
                <a:gd name="T9" fmla="*/ 17 h 53"/>
                <a:gd name="T10" fmla="*/ 45 w 48"/>
                <a:gd name="T11" fmla="*/ 10 h 53"/>
                <a:gd name="T12" fmla="*/ 40 w 48"/>
                <a:gd name="T13" fmla="*/ 6 h 53"/>
                <a:gd name="T14" fmla="*/ 33 w 48"/>
                <a:gd name="T15" fmla="*/ 0 h 53"/>
                <a:gd name="T16" fmla="*/ 11 w 48"/>
                <a:gd name="T17" fmla="*/ 14 h 53"/>
                <a:gd name="T18" fmla="*/ 0 w 48"/>
                <a:gd name="T19" fmla="*/ 40 h 53"/>
                <a:gd name="T20" fmla="*/ 3 w 48"/>
                <a:gd name="T21" fmla="*/ 48 h 53"/>
                <a:gd name="T22" fmla="*/ 10 w 48"/>
                <a:gd name="T23" fmla="*/ 51 h 53"/>
                <a:gd name="T24" fmla="*/ 33 w 48"/>
                <a:gd name="T25" fmla="*/ 35 h 53"/>
                <a:gd name="T26" fmla="*/ 41 w 48"/>
                <a:gd name="T27" fmla="*/ 53 h 53"/>
                <a:gd name="T28" fmla="*/ 46 w 48"/>
                <a:gd name="T29" fmla="*/ 51 h 53"/>
                <a:gd name="T30" fmla="*/ 48 w 48"/>
                <a:gd name="T31" fmla="*/ 47 h 53"/>
                <a:gd name="T32" fmla="*/ 47 w 48"/>
                <a:gd name="T33" fmla="*/ 45 h 53"/>
                <a:gd name="T34" fmla="*/ 26 w 48"/>
                <a:gd name="T35" fmla="*/ 32 h 53"/>
                <a:gd name="T36" fmla="*/ 13 w 48"/>
                <a:gd name="T37" fmla="*/ 41 h 53"/>
                <a:gd name="T38" fmla="*/ 11 w 48"/>
                <a:gd name="T39" fmla="*/ 38 h 53"/>
                <a:gd name="T40" fmla="*/ 19 w 48"/>
                <a:gd name="T41" fmla="*/ 20 h 53"/>
                <a:gd name="T42" fmla="*/ 31 w 48"/>
                <a:gd name="T43" fmla="*/ 10 h 53"/>
                <a:gd name="T44" fmla="*/ 33 w 48"/>
                <a:gd name="T45" fmla="*/ 12 h 53"/>
                <a:gd name="T46" fmla="*/ 34 w 48"/>
                <a:gd name="T47" fmla="*/ 15 h 53"/>
                <a:gd name="T48" fmla="*/ 26 w 48"/>
                <a:gd name="T49" fmla="*/ 3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8" h="53">
                  <a:moveTo>
                    <a:pt x="47" y="45"/>
                  </a:moveTo>
                  <a:cubicBezTo>
                    <a:pt x="45" y="44"/>
                    <a:pt x="45" y="44"/>
                    <a:pt x="44" y="43"/>
                  </a:cubicBezTo>
                  <a:cubicBezTo>
                    <a:pt x="44" y="43"/>
                    <a:pt x="44" y="42"/>
                    <a:pt x="43" y="40"/>
                  </a:cubicBezTo>
                  <a:cubicBezTo>
                    <a:pt x="43" y="39"/>
                    <a:pt x="42" y="36"/>
                    <a:pt x="42" y="32"/>
                  </a:cubicBezTo>
                  <a:cubicBezTo>
                    <a:pt x="42" y="28"/>
                    <a:pt x="43" y="23"/>
                    <a:pt x="44" y="17"/>
                  </a:cubicBezTo>
                  <a:cubicBezTo>
                    <a:pt x="45" y="14"/>
                    <a:pt x="45" y="11"/>
                    <a:pt x="45" y="10"/>
                  </a:cubicBezTo>
                  <a:cubicBezTo>
                    <a:pt x="45" y="7"/>
                    <a:pt x="43" y="6"/>
                    <a:pt x="40" y="6"/>
                  </a:cubicBezTo>
                  <a:cubicBezTo>
                    <a:pt x="39" y="2"/>
                    <a:pt x="36" y="0"/>
                    <a:pt x="33" y="0"/>
                  </a:cubicBezTo>
                  <a:cubicBezTo>
                    <a:pt x="25" y="0"/>
                    <a:pt x="18" y="5"/>
                    <a:pt x="11" y="14"/>
                  </a:cubicBezTo>
                  <a:cubicBezTo>
                    <a:pt x="4" y="23"/>
                    <a:pt x="0" y="32"/>
                    <a:pt x="0" y="40"/>
                  </a:cubicBezTo>
                  <a:cubicBezTo>
                    <a:pt x="0" y="43"/>
                    <a:pt x="1" y="46"/>
                    <a:pt x="3" y="48"/>
                  </a:cubicBezTo>
                  <a:cubicBezTo>
                    <a:pt x="5" y="50"/>
                    <a:pt x="8" y="51"/>
                    <a:pt x="10" y="51"/>
                  </a:cubicBezTo>
                  <a:cubicBezTo>
                    <a:pt x="18" y="51"/>
                    <a:pt x="25" y="46"/>
                    <a:pt x="33" y="35"/>
                  </a:cubicBezTo>
                  <a:cubicBezTo>
                    <a:pt x="33" y="47"/>
                    <a:pt x="35" y="53"/>
                    <a:pt x="41" y="53"/>
                  </a:cubicBezTo>
                  <a:cubicBezTo>
                    <a:pt x="43" y="53"/>
                    <a:pt x="44" y="52"/>
                    <a:pt x="46" y="51"/>
                  </a:cubicBezTo>
                  <a:cubicBezTo>
                    <a:pt x="48" y="50"/>
                    <a:pt x="48" y="49"/>
                    <a:pt x="48" y="47"/>
                  </a:cubicBezTo>
                  <a:cubicBezTo>
                    <a:pt x="48" y="46"/>
                    <a:pt x="48" y="45"/>
                    <a:pt x="47" y="45"/>
                  </a:cubicBezTo>
                  <a:close/>
                  <a:moveTo>
                    <a:pt x="26" y="32"/>
                  </a:moveTo>
                  <a:cubicBezTo>
                    <a:pt x="21" y="38"/>
                    <a:pt x="17" y="41"/>
                    <a:pt x="13" y="41"/>
                  </a:cubicBezTo>
                  <a:cubicBezTo>
                    <a:pt x="12" y="41"/>
                    <a:pt x="11" y="40"/>
                    <a:pt x="11" y="38"/>
                  </a:cubicBezTo>
                  <a:cubicBezTo>
                    <a:pt x="11" y="33"/>
                    <a:pt x="14" y="27"/>
                    <a:pt x="19" y="20"/>
                  </a:cubicBezTo>
                  <a:cubicBezTo>
                    <a:pt x="24" y="14"/>
                    <a:pt x="28" y="10"/>
                    <a:pt x="31" y="10"/>
                  </a:cubicBezTo>
                  <a:cubicBezTo>
                    <a:pt x="32" y="10"/>
                    <a:pt x="32" y="11"/>
                    <a:pt x="33" y="12"/>
                  </a:cubicBezTo>
                  <a:cubicBezTo>
                    <a:pt x="34" y="12"/>
                    <a:pt x="34" y="14"/>
                    <a:pt x="34" y="15"/>
                  </a:cubicBezTo>
                  <a:cubicBezTo>
                    <a:pt x="34" y="20"/>
                    <a:pt x="31" y="25"/>
                    <a:pt x="26"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166"/>
            <p:cNvSpPr>
              <a:spLocks noEditPoints="1"/>
            </p:cNvSpPr>
            <p:nvPr/>
          </p:nvSpPr>
          <p:spPr bwMode="auto">
            <a:xfrm>
              <a:off x="9791700" y="5899150"/>
              <a:ext cx="85725" cy="128588"/>
            </a:xfrm>
            <a:custGeom>
              <a:avLst/>
              <a:gdLst>
                <a:gd name="T0" fmla="*/ 44 w 56"/>
                <a:gd name="T1" fmla="*/ 1 h 84"/>
                <a:gd name="T2" fmla="*/ 31 w 56"/>
                <a:gd name="T3" fmla="*/ 7 h 84"/>
                <a:gd name="T4" fmla="*/ 19 w 56"/>
                <a:gd name="T5" fmla="*/ 21 h 84"/>
                <a:gd name="T6" fmla="*/ 19 w 56"/>
                <a:gd name="T7" fmla="*/ 18 h 84"/>
                <a:gd name="T8" fmla="*/ 20 w 56"/>
                <a:gd name="T9" fmla="*/ 8 h 84"/>
                <a:gd name="T10" fmla="*/ 15 w 56"/>
                <a:gd name="T11" fmla="*/ 0 h 84"/>
                <a:gd name="T12" fmla="*/ 11 w 56"/>
                <a:gd name="T13" fmla="*/ 1 h 84"/>
                <a:gd name="T14" fmla="*/ 9 w 56"/>
                <a:gd name="T15" fmla="*/ 5 h 84"/>
                <a:gd name="T16" fmla="*/ 8 w 56"/>
                <a:gd name="T17" fmla="*/ 13 h 84"/>
                <a:gd name="T18" fmla="*/ 8 w 56"/>
                <a:gd name="T19" fmla="*/ 14 h 84"/>
                <a:gd name="T20" fmla="*/ 1 w 56"/>
                <a:gd name="T21" fmla="*/ 70 h 84"/>
                <a:gd name="T22" fmla="*/ 0 w 56"/>
                <a:gd name="T23" fmla="*/ 79 h 84"/>
                <a:gd name="T24" fmla="*/ 2 w 56"/>
                <a:gd name="T25" fmla="*/ 82 h 84"/>
                <a:gd name="T26" fmla="*/ 6 w 56"/>
                <a:gd name="T27" fmla="*/ 84 h 84"/>
                <a:gd name="T28" fmla="*/ 10 w 56"/>
                <a:gd name="T29" fmla="*/ 82 h 84"/>
                <a:gd name="T30" fmla="*/ 12 w 56"/>
                <a:gd name="T31" fmla="*/ 76 h 84"/>
                <a:gd name="T32" fmla="*/ 14 w 56"/>
                <a:gd name="T33" fmla="*/ 58 h 84"/>
                <a:gd name="T34" fmla="*/ 15 w 56"/>
                <a:gd name="T35" fmla="*/ 48 h 84"/>
                <a:gd name="T36" fmla="*/ 22 w 56"/>
                <a:gd name="T37" fmla="*/ 53 h 84"/>
                <a:gd name="T38" fmla="*/ 45 w 56"/>
                <a:gd name="T39" fmla="*/ 41 h 84"/>
                <a:gd name="T40" fmla="*/ 56 w 56"/>
                <a:gd name="T41" fmla="*/ 14 h 84"/>
                <a:gd name="T42" fmla="*/ 53 w 56"/>
                <a:gd name="T43" fmla="*/ 5 h 84"/>
                <a:gd name="T44" fmla="*/ 44 w 56"/>
                <a:gd name="T45" fmla="*/ 1 h 84"/>
                <a:gd name="T46" fmla="*/ 37 w 56"/>
                <a:gd name="T47" fmla="*/ 34 h 84"/>
                <a:gd name="T48" fmla="*/ 24 w 56"/>
                <a:gd name="T49" fmla="*/ 43 h 84"/>
                <a:gd name="T50" fmla="*/ 20 w 56"/>
                <a:gd name="T51" fmla="*/ 42 h 84"/>
                <a:gd name="T52" fmla="*/ 19 w 56"/>
                <a:gd name="T53" fmla="*/ 39 h 84"/>
                <a:gd name="T54" fmla="*/ 28 w 56"/>
                <a:gd name="T55" fmla="*/ 22 h 84"/>
                <a:gd name="T56" fmla="*/ 42 w 56"/>
                <a:gd name="T57" fmla="*/ 11 h 84"/>
                <a:gd name="T58" fmla="*/ 44 w 56"/>
                <a:gd name="T59" fmla="*/ 13 h 84"/>
                <a:gd name="T60" fmla="*/ 45 w 56"/>
                <a:gd name="T61" fmla="*/ 17 h 84"/>
                <a:gd name="T62" fmla="*/ 37 w 56"/>
                <a:gd name="T63" fmla="*/ 3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6" h="84">
                  <a:moveTo>
                    <a:pt x="44" y="1"/>
                  </a:moveTo>
                  <a:cubicBezTo>
                    <a:pt x="40" y="1"/>
                    <a:pt x="36" y="3"/>
                    <a:pt x="31" y="7"/>
                  </a:cubicBezTo>
                  <a:cubicBezTo>
                    <a:pt x="26" y="11"/>
                    <a:pt x="22" y="15"/>
                    <a:pt x="19" y="21"/>
                  </a:cubicBezTo>
                  <a:cubicBezTo>
                    <a:pt x="19" y="18"/>
                    <a:pt x="19" y="18"/>
                    <a:pt x="19" y="18"/>
                  </a:cubicBezTo>
                  <a:cubicBezTo>
                    <a:pt x="20" y="13"/>
                    <a:pt x="20" y="10"/>
                    <a:pt x="20" y="8"/>
                  </a:cubicBezTo>
                  <a:cubicBezTo>
                    <a:pt x="20" y="2"/>
                    <a:pt x="19" y="0"/>
                    <a:pt x="15" y="0"/>
                  </a:cubicBezTo>
                  <a:cubicBezTo>
                    <a:pt x="13" y="0"/>
                    <a:pt x="12" y="0"/>
                    <a:pt x="11" y="1"/>
                  </a:cubicBezTo>
                  <a:cubicBezTo>
                    <a:pt x="10" y="3"/>
                    <a:pt x="9" y="4"/>
                    <a:pt x="9" y="5"/>
                  </a:cubicBezTo>
                  <a:cubicBezTo>
                    <a:pt x="9" y="6"/>
                    <a:pt x="8" y="9"/>
                    <a:pt x="8" y="13"/>
                  </a:cubicBezTo>
                  <a:cubicBezTo>
                    <a:pt x="8" y="14"/>
                    <a:pt x="8" y="14"/>
                    <a:pt x="8" y="14"/>
                  </a:cubicBezTo>
                  <a:cubicBezTo>
                    <a:pt x="8" y="34"/>
                    <a:pt x="6" y="52"/>
                    <a:pt x="1" y="70"/>
                  </a:cubicBezTo>
                  <a:cubicBezTo>
                    <a:pt x="0" y="74"/>
                    <a:pt x="0" y="76"/>
                    <a:pt x="0" y="79"/>
                  </a:cubicBezTo>
                  <a:cubicBezTo>
                    <a:pt x="0" y="80"/>
                    <a:pt x="1" y="81"/>
                    <a:pt x="2" y="82"/>
                  </a:cubicBezTo>
                  <a:cubicBezTo>
                    <a:pt x="3" y="83"/>
                    <a:pt x="4" y="84"/>
                    <a:pt x="6" y="84"/>
                  </a:cubicBezTo>
                  <a:cubicBezTo>
                    <a:pt x="7" y="84"/>
                    <a:pt x="8" y="83"/>
                    <a:pt x="10" y="82"/>
                  </a:cubicBezTo>
                  <a:cubicBezTo>
                    <a:pt x="11" y="81"/>
                    <a:pt x="11" y="79"/>
                    <a:pt x="12" y="76"/>
                  </a:cubicBezTo>
                  <a:cubicBezTo>
                    <a:pt x="14" y="58"/>
                    <a:pt x="14" y="58"/>
                    <a:pt x="14" y="58"/>
                  </a:cubicBezTo>
                  <a:cubicBezTo>
                    <a:pt x="14" y="54"/>
                    <a:pt x="15" y="51"/>
                    <a:pt x="15" y="48"/>
                  </a:cubicBezTo>
                  <a:cubicBezTo>
                    <a:pt x="16" y="51"/>
                    <a:pt x="19" y="53"/>
                    <a:pt x="22" y="53"/>
                  </a:cubicBezTo>
                  <a:cubicBezTo>
                    <a:pt x="30" y="53"/>
                    <a:pt x="37" y="49"/>
                    <a:pt x="45" y="41"/>
                  </a:cubicBezTo>
                  <a:cubicBezTo>
                    <a:pt x="52" y="33"/>
                    <a:pt x="56" y="24"/>
                    <a:pt x="56" y="14"/>
                  </a:cubicBezTo>
                  <a:cubicBezTo>
                    <a:pt x="56" y="10"/>
                    <a:pt x="55" y="7"/>
                    <a:pt x="53" y="5"/>
                  </a:cubicBezTo>
                  <a:cubicBezTo>
                    <a:pt x="50" y="2"/>
                    <a:pt x="47" y="1"/>
                    <a:pt x="44" y="1"/>
                  </a:cubicBezTo>
                  <a:close/>
                  <a:moveTo>
                    <a:pt x="37" y="34"/>
                  </a:moveTo>
                  <a:cubicBezTo>
                    <a:pt x="32" y="40"/>
                    <a:pt x="28" y="43"/>
                    <a:pt x="24" y="43"/>
                  </a:cubicBezTo>
                  <a:cubicBezTo>
                    <a:pt x="23" y="43"/>
                    <a:pt x="21" y="43"/>
                    <a:pt x="20" y="42"/>
                  </a:cubicBezTo>
                  <a:cubicBezTo>
                    <a:pt x="19" y="41"/>
                    <a:pt x="19" y="40"/>
                    <a:pt x="19" y="39"/>
                  </a:cubicBezTo>
                  <a:cubicBezTo>
                    <a:pt x="19" y="35"/>
                    <a:pt x="22" y="30"/>
                    <a:pt x="28" y="22"/>
                  </a:cubicBezTo>
                  <a:cubicBezTo>
                    <a:pt x="34" y="15"/>
                    <a:pt x="38" y="11"/>
                    <a:pt x="42" y="11"/>
                  </a:cubicBezTo>
                  <a:cubicBezTo>
                    <a:pt x="43" y="11"/>
                    <a:pt x="43" y="12"/>
                    <a:pt x="44" y="13"/>
                  </a:cubicBezTo>
                  <a:cubicBezTo>
                    <a:pt x="45" y="14"/>
                    <a:pt x="45" y="15"/>
                    <a:pt x="45" y="17"/>
                  </a:cubicBezTo>
                  <a:cubicBezTo>
                    <a:pt x="45" y="22"/>
                    <a:pt x="42" y="28"/>
                    <a:pt x="37"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167"/>
            <p:cNvSpPr>
              <a:spLocks noEditPoints="1"/>
            </p:cNvSpPr>
            <p:nvPr/>
          </p:nvSpPr>
          <p:spPr bwMode="auto">
            <a:xfrm>
              <a:off x="9888538" y="5900738"/>
              <a:ext cx="65088" cy="80963"/>
            </a:xfrm>
            <a:custGeom>
              <a:avLst/>
              <a:gdLst>
                <a:gd name="T0" fmla="*/ 40 w 43"/>
                <a:gd name="T1" fmla="*/ 32 h 53"/>
                <a:gd name="T2" fmla="*/ 37 w 43"/>
                <a:gd name="T3" fmla="*/ 34 h 53"/>
                <a:gd name="T4" fmla="*/ 18 w 43"/>
                <a:gd name="T5" fmla="*/ 43 h 53"/>
                <a:gd name="T6" fmla="*/ 13 w 43"/>
                <a:gd name="T7" fmla="*/ 41 h 53"/>
                <a:gd name="T8" fmla="*/ 11 w 43"/>
                <a:gd name="T9" fmla="*/ 37 h 53"/>
                <a:gd name="T10" fmla="*/ 13 w 43"/>
                <a:gd name="T11" fmla="*/ 35 h 53"/>
                <a:gd name="T12" fmla="*/ 32 w 43"/>
                <a:gd name="T13" fmla="*/ 26 h 53"/>
                <a:gd name="T14" fmla="*/ 40 w 43"/>
                <a:gd name="T15" fmla="*/ 10 h 53"/>
                <a:gd name="T16" fmla="*/ 37 w 43"/>
                <a:gd name="T17" fmla="*/ 3 h 53"/>
                <a:gd name="T18" fmla="*/ 28 w 43"/>
                <a:gd name="T19" fmla="*/ 0 h 53"/>
                <a:gd name="T20" fmla="*/ 9 w 43"/>
                <a:gd name="T21" fmla="*/ 11 h 53"/>
                <a:gd name="T22" fmla="*/ 0 w 43"/>
                <a:gd name="T23" fmla="*/ 35 h 53"/>
                <a:gd name="T24" fmla="*/ 5 w 43"/>
                <a:gd name="T25" fmla="*/ 48 h 53"/>
                <a:gd name="T26" fmla="*/ 17 w 43"/>
                <a:gd name="T27" fmla="*/ 53 h 53"/>
                <a:gd name="T28" fmla="*/ 35 w 43"/>
                <a:gd name="T29" fmla="*/ 46 h 53"/>
                <a:gd name="T30" fmla="*/ 43 w 43"/>
                <a:gd name="T31" fmla="*/ 35 h 53"/>
                <a:gd name="T32" fmla="*/ 40 w 43"/>
                <a:gd name="T33" fmla="*/ 32 h 53"/>
                <a:gd name="T34" fmla="*/ 19 w 43"/>
                <a:gd name="T35" fmla="*/ 15 h 53"/>
                <a:gd name="T36" fmla="*/ 27 w 43"/>
                <a:gd name="T37" fmla="*/ 9 h 53"/>
                <a:gd name="T38" fmla="*/ 29 w 43"/>
                <a:gd name="T39" fmla="*/ 10 h 53"/>
                <a:gd name="T40" fmla="*/ 30 w 43"/>
                <a:gd name="T41" fmla="*/ 12 h 53"/>
                <a:gd name="T42" fmla="*/ 25 w 43"/>
                <a:gd name="T43" fmla="*/ 21 h 53"/>
                <a:gd name="T44" fmla="*/ 12 w 43"/>
                <a:gd name="T45" fmla="*/ 27 h 53"/>
                <a:gd name="T46" fmla="*/ 19 w 43"/>
                <a:gd name="T47" fmla="*/ 15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3" h="53">
                  <a:moveTo>
                    <a:pt x="40" y="32"/>
                  </a:moveTo>
                  <a:cubicBezTo>
                    <a:pt x="39" y="32"/>
                    <a:pt x="38" y="33"/>
                    <a:pt x="37" y="34"/>
                  </a:cubicBezTo>
                  <a:cubicBezTo>
                    <a:pt x="31" y="40"/>
                    <a:pt x="25" y="43"/>
                    <a:pt x="18" y="43"/>
                  </a:cubicBezTo>
                  <a:cubicBezTo>
                    <a:pt x="16" y="43"/>
                    <a:pt x="15" y="43"/>
                    <a:pt x="13" y="41"/>
                  </a:cubicBezTo>
                  <a:cubicBezTo>
                    <a:pt x="12" y="40"/>
                    <a:pt x="11" y="39"/>
                    <a:pt x="11" y="37"/>
                  </a:cubicBezTo>
                  <a:cubicBezTo>
                    <a:pt x="11" y="36"/>
                    <a:pt x="12" y="36"/>
                    <a:pt x="13" y="35"/>
                  </a:cubicBezTo>
                  <a:cubicBezTo>
                    <a:pt x="21" y="34"/>
                    <a:pt x="27" y="30"/>
                    <a:pt x="32" y="26"/>
                  </a:cubicBezTo>
                  <a:cubicBezTo>
                    <a:pt x="37" y="21"/>
                    <a:pt x="40" y="16"/>
                    <a:pt x="40" y="10"/>
                  </a:cubicBezTo>
                  <a:cubicBezTo>
                    <a:pt x="40" y="7"/>
                    <a:pt x="39" y="5"/>
                    <a:pt x="37" y="3"/>
                  </a:cubicBezTo>
                  <a:cubicBezTo>
                    <a:pt x="35" y="1"/>
                    <a:pt x="32" y="0"/>
                    <a:pt x="28" y="0"/>
                  </a:cubicBezTo>
                  <a:cubicBezTo>
                    <a:pt x="22" y="0"/>
                    <a:pt x="15" y="3"/>
                    <a:pt x="9" y="11"/>
                  </a:cubicBezTo>
                  <a:cubicBezTo>
                    <a:pt x="3" y="18"/>
                    <a:pt x="0" y="26"/>
                    <a:pt x="0" y="35"/>
                  </a:cubicBezTo>
                  <a:cubicBezTo>
                    <a:pt x="0" y="40"/>
                    <a:pt x="2" y="45"/>
                    <a:pt x="5" y="48"/>
                  </a:cubicBezTo>
                  <a:cubicBezTo>
                    <a:pt x="8" y="51"/>
                    <a:pt x="12" y="53"/>
                    <a:pt x="17" y="53"/>
                  </a:cubicBezTo>
                  <a:cubicBezTo>
                    <a:pt x="23" y="53"/>
                    <a:pt x="29" y="51"/>
                    <a:pt x="35" y="46"/>
                  </a:cubicBezTo>
                  <a:cubicBezTo>
                    <a:pt x="40" y="42"/>
                    <a:pt x="43" y="38"/>
                    <a:pt x="43" y="35"/>
                  </a:cubicBezTo>
                  <a:cubicBezTo>
                    <a:pt x="43" y="33"/>
                    <a:pt x="42" y="32"/>
                    <a:pt x="40" y="32"/>
                  </a:cubicBezTo>
                  <a:close/>
                  <a:moveTo>
                    <a:pt x="19" y="15"/>
                  </a:moveTo>
                  <a:cubicBezTo>
                    <a:pt x="22" y="11"/>
                    <a:pt x="25" y="9"/>
                    <a:pt x="27" y="9"/>
                  </a:cubicBezTo>
                  <a:cubicBezTo>
                    <a:pt x="28" y="9"/>
                    <a:pt x="29" y="9"/>
                    <a:pt x="29" y="10"/>
                  </a:cubicBezTo>
                  <a:cubicBezTo>
                    <a:pt x="30" y="10"/>
                    <a:pt x="30" y="11"/>
                    <a:pt x="30" y="12"/>
                  </a:cubicBezTo>
                  <a:cubicBezTo>
                    <a:pt x="30" y="15"/>
                    <a:pt x="28" y="18"/>
                    <a:pt x="25" y="21"/>
                  </a:cubicBezTo>
                  <a:cubicBezTo>
                    <a:pt x="21" y="24"/>
                    <a:pt x="17" y="26"/>
                    <a:pt x="12" y="27"/>
                  </a:cubicBezTo>
                  <a:cubicBezTo>
                    <a:pt x="13" y="23"/>
                    <a:pt x="15" y="18"/>
                    <a:pt x="19"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168"/>
            <p:cNvSpPr>
              <a:spLocks/>
            </p:cNvSpPr>
            <p:nvPr/>
          </p:nvSpPr>
          <p:spPr bwMode="auto">
            <a:xfrm>
              <a:off x="9967913" y="5903913"/>
              <a:ext cx="68263" cy="77788"/>
            </a:xfrm>
            <a:custGeom>
              <a:avLst/>
              <a:gdLst>
                <a:gd name="T0" fmla="*/ 35 w 45"/>
                <a:gd name="T1" fmla="*/ 0 h 51"/>
                <a:gd name="T2" fmla="*/ 22 w 45"/>
                <a:gd name="T3" fmla="*/ 7 h 51"/>
                <a:gd name="T4" fmla="*/ 10 w 45"/>
                <a:gd name="T5" fmla="*/ 25 h 51"/>
                <a:gd name="T6" fmla="*/ 10 w 45"/>
                <a:gd name="T7" fmla="*/ 26 h 51"/>
                <a:gd name="T8" fmla="*/ 11 w 45"/>
                <a:gd name="T9" fmla="*/ 19 h 51"/>
                <a:gd name="T10" fmla="*/ 12 w 45"/>
                <a:gd name="T11" fmla="*/ 14 h 51"/>
                <a:gd name="T12" fmla="*/ 14 w 45"/>
                <a:gd name="T13" fmla="*/ 5 h 51"/>
                <a:gd name="T14" fmla="*/ 13 w 45"/>
                <a:gd name="T15" fmla="*/ 2 h 51"/>
                <a:gd name="T16" fmla="*/ 9 w 45"/>
                <a:gd name="T17" fmla="*/ 0 h 51"/>
                <a:gd name="T18" fmla="*/ 5 w 45"/>
                <a:gd name="T19" fmla="*/ 2 h 51"/>
                <a:gd name="T20" fmla="*/ 2 w 45"/>
                <a:gd name="T21" fmla="*/ 5 h 51"/>
                <a:gd name="T22" fmla="*/ 1 w 45"/>
                <a:gd name="T23" fmla="*/ 11 h 51"/>
                <a:gd name="T24" fmla="*/ 1 w 45"/>
                <a:gd name="T25" fmla="*/ 14 h 51"/>
                <a:gd name="T26" fmla="*/ 0 w 45"/>
                <a:gd name="T27" fmla="*/ 27 h 51"/>
                <a:gd name="T28" fmla="*/ 0 w 45"/>
                <a:gd name="T29" fmla="*/ 36 h 51"/>
                <a:gd name="T30" fmla="*/ 1 w 45"/>
                <a:gd name="T31" fmla="*/ 48 h 51"/>
                <a:gd name="T32" fmla="*/ 6 w 45"/>
                <a:gd name="T33" fmla="*/ 51 h 51"/>
                <a:gd name="T34" fmla="*/ 10 w 45"/>
                <a:gd name="T35" fmla="*/ 50 h 51"/>
                <a:gd name="T36" fmla="*/ 13 w 45"/>
                <a:gd name="T37" fmla="*/ 44 h 51"/>
                <a:gd name="T38" fmla="*/ 22 w 45"/>
                <a:gd name="T39" fmla="*/ 21 h 51"/>
                <a:gd name="T40" fmla="*/ 34 w 45"/>
                <a:gd name="T41" fmla="*/ 10 h 51"/>
                <a:gd name="T42" fmla="*/ 36 w 45"/>
                <a:gd name="T43" fmla="*/ 11 h 51"/>
                <a:gd name="T44" fmla="*/ 41 w 45"/>
                <a:gd name="T45" fmla="*/ 14 h 51"/>
                <a:gd name="T46" fmla="*/ 44 w 45"/>
                <a:gd name="T47" fmla="*/ 12 h 51"/>
                <a:gd name="T48" fmla="*/ 45 w 45"/>
                <a:gd name="T49" fmla="*/ 8 h 51"/>
                <a:gd name="T50" fmla="*/ 42 w 45"/>
                <a:gd name="T51" fmla="*/ 2 h 51"/>
                <a:gd name="T52" fmla="*/ 35 w 45"/>
                <a:gd name="T53"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5" h="51">
                  <a:moveTo>
                    <a:pt x="35" y="0"/>
                  </a:moveTo>
                  <a:cubicBezTo>
                    <a:pt x="31" y="0"/>
                    <a:pt x="27" y="2"/>
                    <a:pt x="22" y="7"/>
                  </a:cubicBezTo>
                  <a:cubicBezTo>
                    <a:pt x="18" y="11"/>
                    <a:pt x="14" y="17"/>
                    <a:pt x="10" y="25"/>
                  </a:cubicBezTo>
                  <a:cubicBezTo>
                    <a:pt x="10" y="26"/>
                    <a:pt x="10" y="26"/>
                    <a:pt x="10" y="26"/>
                  </a:cubicBezTo>
                  <a:cubicBezTo>
                    <a:pt x="11" y="19"/>
                    <a:pt x="11" y="19"/>
                    <a:pt x="11" y="19"/>
                  </a:cubicBezTo>
                  <a:cubicBezTo>
                    <a:pt x="11" y="17"/>
                    <a:pt x="12" y="15"/>
                    <a:pt x="12" y="14"/>
                  </a:cubicBezTo>
                  <a:cubicBezTo>
                    <a:pt x="13" y="9"/>
                    <a:pt x="14" y="6"/>
                    <a:pt x="14" y="5"/>
                  </a:cubicBezTo>
                  <a:cubicBezTo>
                    <a:pt x="14" y="4"/>
                    <a:pt x="14" y="3"/>
                    <a:pt x="13" y="2"/>
                  </a:cubicBezTo>
                  <a:cubicBezTo>
                    <a:pt x="12" y="1"/>
                    <a:pt x="11" y="0"/>
                    <a:pt x="9" y="0"/>
                  </a:cubicBezTo>
                  <a:cubicBezTo>
                    <a:pt x="8" y="0"/>
                    <a:pt x="6" y="1"/>
                    <a:pt x="5" y="2"/>
                  </a:cubicBezTo>
                  <a:cubicBezTo>
                    <a:pt x="4" y="3"/>
                    <a:pt x="3" y="4"/>
                    <a:pt x="2" y="5"/>
                  </a:cubicBezTo>
                  <a:cubicBezTo>
                    <a:pt x="2" y="6"/>
                    <a:pt x="2" y="8"/>
                    <a:pt x="1" y="11"/>
                  </a:cubicBezTo>
                  <a:cubicBezTo>
                    <a:pt x="1" y="12"/>
                    <a:pt x="1" y="13"/>
                    <a:pt x="1" y="14"/>
                  </a:cubicBezTo>
                  <a:cubicBezTo>
                    <a:pt x="1" y="19"/>
                    <a:pt x="0" y="23"/>
                    <a:pt x="0" y="27"/>
                  </a:cubicBezTo>
                  <a:cubicBezTo>
                    <a:pt x="0" y="31"/>
                    <a:pt x="0" y="34"/>
                    <a:pt x="0" y="36"/>
                  </a:cubicBezTo>
                  <a:cubicBezTo>
                    <a:pt x="0" y="41"/>
                    <a:pt x="0" y="45"/>
                    <a:pt x="1" y="48"/>
                  </a:cubicBezTo>
                  <a:cubicBezTo>
                    <a:pt x="2" y="50"/>
                    <a:pt x="4" y="51"/>
                    <a:pt x="6" y="51"/>
                  </a:cubicBezTo>
                  <a:cubicBezTo>
                    <a:pt x="8" y="51"/>
                    <a:pt x="9" y="51"/>
                    <a:pt x="10" y="50"/>
                  </a:cubicBezTo>
                  <a:cubicBezTo>
                    <a:pt x="12" y="49"/>
                    <a:pt x="12" y="47"/>
                    <a:pt x="13" y="44"/>
                  </a:cubicBezTo>
                  <a:cubicBezTo>
                    <a:pt x="14" y="36"/>
                    <a:pt x="17" y="28"/>
                    <a:pt x="22" y="21"/>
                  </a:cubicBezTo>
                  <a:cubicBezTo>
                    <a:pt x="28" y="13"/>
                    <a:pt x="31" y="10"/>
                    <a:pt x="34" y="10"/>
                  </a:cubicBezTo>
                  <a:cubicBezTo>
                    <a:pt x="34" y="10"/>
                    <a:pt x="35" y="10"/>
                    <a:pt x="36" y="11"/>
                  </a:cubicBezTo>
                  <a:cubicBezTo>
                    <a:pt x="38" y="13"/>
                    <a:pt x="40" y="14"/>
                    <a:pt x="41" y="14"/>
                  </a:cubicBezTo>
                  <a:cubicBezTo>
                    <a:pt x="43" y="14"/>
                    <a:pt x="44" y="13"/>
                    <a:pt x="44" y="12"/>
                  </a:cubicBezTo>
                  <a:cubicBezTo>
                    <a:pt x="45" y="11"/>
                    <a:pt x="45" y="10"/>
                    <a:pt x="45" y="8"/>
                  </a:cubicBezTo>
                  <a:cubicBezTo>
                    <a:pt x="45" y="6"/>
                    <a:pt x="44" y="4"/>
                    <a:pt x="42" y="2"/>
                  </a:cubicBezTo>
                  <a:cubicBezTo>
                    <a:pt x="40" y="1"/>
                    <a:pt x="38" y="0"/>
                    <a:pt x="3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169"/>
            <p:cNvSpPr>
              <a:spLocks noEditPoints="1"/>
            </p:cNvSpPr>
            <p:nvPr/>
          </p:nvSpPr>
          <p:spPr bwMode="auto">
            <a:xfrm>
              <a:off x="10094913" y="5856288"/>
              <a:ext cx="71438" cy="122238"/>
            </a:xfrm>
            <a:custGeom>
              <a:avLst/>
              <a:gdLst>
                <a:gd name="T0" fmla="*/ 37 w 47"/>
                <a:gd name="T1" fmla="*/ 29 h 80"/>
                <a:gd name="T2" fmla="*/ 25 w 47"/>
                <a:gd name="T3" fmla="*/ 34 h 80"/>
                <a:gd name="T4" fmla="*/ 13 w 47"/>
                <a:gd name="T5" fmla="*/ 46 h 80"/>
                <a:gd name="T6" fmla="*/ 18 w 47"/>
                <a:gd name="T7" fmla="*/ 25 h 80"/>
                <a:gd name="T8" fmla="*/ 21 w 47"/>
                <a:gd name="T9" fmla="*/ 6 h 80"/>
                <a:gd name="T10" fmla="*/ 18 w 47"/>
                <a:gd name="T11" fmla="*/ 0 h 80"/>
                <a:gd name="T12" fmla="*/ 11 w 47"/>
                <a:gd name="T13" fmla="*/ 4 h 80"/>
                <a:gd name="T14" fmla="*/ 4 w 47"/>
                <a:gd name="T15" fmla="*/ 35 h 80"/>
                <a:gd name="T16" fmla="*/ 1 w 47"/>
                <a:gd name="T17" fmla="*/ 54 h 80"/>
                <a:gd name="T18" fmla="*/ 0 w 47"/>
                <a:gd name="T19" fmla="*/ 66 h 80"/>
                <a:gd name="T20" fmla="*/ 1 w 47"/>
                <a:gd name="T21" fmla="*/ 70 h 80"/>
                <a:gd name="T22" fmla="*/ 2 w 47"/>
                <a:gd name="T23" fmla="*/ 71 h 80"/>
                <a:gd name="T24" fmla="*/ 3 w 47"/>
                <a:gd name="T25" fmla="*/ 73 h 80"/>
                <a:gd name="T26" fmla="*/ 7 w 47"/>
                <a:gd name="T27" fmla="*/ 78 h 80"/>
                <a:gd name="T28" fmla="*/ 13 w 47"/>
                <a:gd name="T29" fmla="*/ 80 h 80"/>
                <a:gd name="T30" fmla="*/ 36 w 47"/>
                <a:gd name="T31" fmla="*/ 68 h 80"/>
                <a:gd name="T32" fmla="*/ 47 w 47"/>
                <a:gd name="T33" fmla="*/ 42 h 80"/>
                <a:gd name="T34" fmla="*/ 44 w 47"/>
                <a:gd name="T35" fmla="*/ 33 h 80"/>
                <a:gd name="T36" fmla="*/ 37 w 47"/>
                <a:gd name="T37" fmla="*/ 29 h 80"/>
                <a:gd name="T38" fmla="*/ 33 w 47"/>
                <a:gd name="T39" fmla="*/ 56 h 80"/>
                <a:gd name="T40" fmla="*/ 24 w 47"/>
                <a:gd name="T41" fmla="*/ 67 h 80"/>
                <a:gd name="T42" fmla="*/ 14 w 47"/>
                <a:gd name="T43" fmla="*/ 71 h 80"/>
                <a:gd name="T44" fmla="*/ 10 w 47"/>
                <a:gd name="T45" fmla="*/ 68 h 80"/>
                <a:gd name="T46" fmla="*/ 19 w 47"/>
                <a:gd name="T47" fmla="*/ 50 h 80"/>
                <a:gd name="T48" fmla="*/ 35 w 47"/>
                <a:gd name="T49" fmla="*/ 40 h 80"/>
                <a:gd name="T50" fmla="*/ 37 w 47"/>
                <a:gd name="T51" fmla="*/ 44 h 80"/>
                <a:gd name="T52" fmla="*/ 33 w 47"/>
                <a:gd name="T53" fmla="*/ 56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7" h="80">
                  <a:moveTo>
                    <a:pt x="37" y="29"/>
                  </a:moveTo>
                  <a:cubicBezTo>
                    <a:pt x="34" y="29"/>
                    <a:pt x="30" y="31"/>
                    <a:pt x="25" y="34"/>
                  </a:cubicBezTo>
                  <a:cubicBezTo>
                    <a:pt x="21" y="37"/>
                    <a:pt x="17" y="41"/>
                    <a:pt x="13" y="46"/>
                  </a:cubicBezTo>
                  <a:cubicBezTo>
                    <a:pt x="15" y="37"/>
                    <a:pt x="16" y="30"/>
                    <a:pt x="18" y="25"/>
                  </a:cubicBezTo>
                  <a:cubicBezTo>
                    <a:pt x="20" y="15"/>
                    <a:pt x="21" y="9"/>
                    <a:pt x="21" y="6"/>
                  </a:cubicBezTo>
                  <a:cubicBezTo>
                    <a:pt x="21" y="2"/>
                    <a:pt x="20" y="0"/>
                    <a:pt x="18" y="0"/>
                  </a:cubicBezTo>
                  <a:cubicBezTo>
                    <a:pt x="14" y="0"/>
                    <a:pt x="12" y="1"/>
                    <a:pt x="11" y="4"/>
                  </a:cubicBezTo>
                  <a:cubicBezTo>
                    <a:pt x="10" y="8"/>
                    <a:pt x="7" y="18"/>
                    <a:pt x="4" y="35"/>
                  </a:cubicBezTo>
                  <a:cubicBezTo>
                    <a:pt x="1" y="54"/>
                    <a:pt x="1" y="54"/>
                    <a:pt x="1" y="54"/>
                  </a:cubicBezTo>
                  <a:cubicBezTo>
                    <a:pt x="0" y="60"/>
                    <a:pt x="0" y="64"/>
                    <a:pt x="0" y="66"/>
                  </a:cubicBezTo>
                  <a:cubicBezTo>
                    <a:pt x="0" y="68"/>
                    <a:pt x="0" y="69"/>
                    <a:pt x="1" y="70"/>
                  </a:cubicBezTo>
                  <a:cubicBezTo>
                    <a:pt x="2" y="70"/>
                    <a:pt x="2" y="71"/>
                    <a:pt x="2" y="71"/>
                  </a:cubicBezTo>
                  <a:cubicBezTo>
                    <a:pt x="3" y="71"/>
                    <a:pt x="3" y="72"/>
                    <a:pt x="3" y="73"/>
                  </a:cubicBezTo>
                  <a:cubicBezTo>
                    <a:pt x="3" y="75"/>
                    <a:pt x="4" y="77"/>
                    <a:pt x="7" y="78"/>
                  </a:cubicBezTo>
                  <a:cubicBezTo>
                    <a:pt x="9" y="80"/>
                    <a:pt x="11" y="80"/>
                    <a:pt x="13" y="80"/>
                  </a:cubicBezTo>
                  <a:cubicBezTo>
                    <a:pt x="21" y="80"/>
                    <a:pt x="29" y="76"/>
                    <a:pt x="36" y="68"/>
                  </a:cubicBezTo>
                  <a:cubicBezTo>
                    <a:pt x="43" y="60"/>
                    <a:pt x="47" y="51"/>
                    <a:pt x="47" y="42"/>
                  </a:cubicBezTo>
                  <a:cubicBezTo>
                    <a:pt x="47" y="38"/>
                    <a:pt x="46" y="35"/>
                    <a:pt x="44" y="33"/>
                  </a:cubicBezTo>
                  <a:cubicBezTo>
                    <a:pt x="42" y="31"/>
                    <a:pt x="40" y="29"/>
                    <a:pt x="37" y="29"/>
                  </a:cubicBezTo>
                  <a:close/>
                  <a:moveTo>
                    <a:pt x="33" y="56"/>
                  </a:moveTo>
                  <a:cubicBezTo>
                    <a:pt x="30" y="61"/>
                    <a:pt x="27" y="64"/>
                    <a:pt x="24" y="67"/>
                  </a:cubicBezTo>
                  <a:cubicBezTo>
                    <a:pt x="20" y="70"/>
                    <a:pt x="17" y="71"/>
                    <a:pt x="14" y="71"/>
                  </a:cubicBezTo>
                  <a:cubicBezTo>
                    <a:pt x="13" y="71"/>
                    <a:pt x="11" y="70"/>
                    <a:pt x="10" y="68"/>
                  </a:cubicBezTo>
                  <a:cubicBezTo>
                    <a:pt x="10" y="63"/>
                    <a:pt x="13" y="57"/>
                    <a:pt x="19" y="50"/>
                  </a:cubicBezTo>
                  <a:cubicBezTo>
                    <a:pt x="25" y="43"/>
                    <a:pt x="30" y="40"/>
                    <a:pt x="35" y="40"/>
                  </a:cubicBezTo>
                  <a:cubicBezTo>
                    <a:pt x="36" y="40"/>
                    <a:pt x="37" y="41"/>
                    <a:pt x="37" y="44"/>
                  </a:cubicBezTo>
                  <a:cubicBezTo>
                    <a:pt x="37" y="47"/>
                    <a:pt x="35" y="51"/>
                    <a:pt x="33" y="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170"/>
            <p:cNvSpPr>
              <a:spLocks noEditPoints="1"/>
            </p:cNvSpPr>
            <p:nvPr/>
          </p:nvSpPr>
          <p:spPr bwMode="auto">
            <a:xfrm>
              <a:off x="10174288" y="5900738"/>
              <a:ext cx="73025" cy="80963"/>
            </a:xfrm>
            <a:custGeom>
              <a:avLst/>
              <a:gdLst>
                <a:gd name="T0" fmla="*/ 48 w 48"/>
                <a:gd name="T1" fmla="*/ 47 h 53"/>
                <a:gd name="T2" fmla="*/ 46 w 48"/>
                <a:gd name="T3" fmla="*/ 45 h 53"/>
                <a:gd name="T4" fmla="*/ 44 w 48"/>
                <a:gd name="T5" fmla="*/ 43 h 53"/>
                <a:gd name="T6" fmla="*/ 43 w 48"/>
                <a:gd name="T7" fmla="*/ 40 h 53"/>
                <a:gd name="T8" fmla="*/ 42 w 48"/>
                <a:gd name="T9" fmla="*/ 32 h 53"/>
                <a:gd name="T10" fmla="*/ 44 w 48"/>
                <a:gd name="T11" fmla="*/ 17 h 53"/>
                <a:gd name="T12" fmla="*/ 45 w 48"/>
                <a:gd name="T13" fmla="*/ 10 h 53"/>
                <a:gd name="T14" fmla="*/ 40 w 48"/>
                <a:gd name="T15" fmla="*/ 6 h 53"/>
                <a:gd name="T16" fmla="*/ 32 w 48"/>
                <a:gd name="T17" fmla="*/ 0 h 53"/>
                <a:gd name="T18" fmla="*/ 11 w 48"/>
                <a:gd name="T19" fmla="*/ 14 h 53"/>
                <a:gd name="T20" fmla="*/ 0 w 48"/>
                <a:gd name="T21" fmla="*/ 40 h 53"/>
                <a:gd name="T22" fmla="*/ 3 w 48"/>
                <a:gd name="T23" fmla="*/ 48 h 53"/>
                <a:gd name="T24" fmla="*/ 10 w 48"/>
                <a:gd name="T25" fmla="*/ 51 h 53"/>
                <a:gd name="T26" fmla="*/ 33 w 48"/>
                <a:gd name="T27" fmla="*/ 35 h 53"/>
                <a:gd name="T28" fmla="*/ 41 w 48"/>
                <a:gd name="T29" fmla="*/ 53 h 53"/>
                <a:gd name="T30" fmla="*/ 46 w 48"/>
                <a:gd name="T31" fmla="*/ 51 h 53"/>
                <a:gd name="T32" fmla="*/ 48 w 48"/>
                <a:gd name="T33" fmla="*/ 47 h 53"/>
                <a:gd name="T34" fmla="*/ 26 w 48"/>
                <a:gd name="T35" fmla="*/ 32 h 53"/>
                <a:gd name="T36" fmla="*/ 13 w 48"/>
                <a:gd name="T37" fmla="*/ 41 h 53"/>
                <a:gd name="T38" fmla="*/ 11 w 48"/>
                <a:gd name="T39" fmla="*/ 38 h 53"/>
                <a:gd name="T40" fmla="*/ 19 w 48"/>
                <a:gd name="T41" fmla="*/ 20 h 53"/>
                <a:gd name="T42" fmla="*/ 30 w 48"/>
                <a:gd name="T43" fmla="*/ 10 h 53"/>
                <a:gd name="T44" fmla="*/ 33 w 48"/>
                <a:gd name="T45" fmla="*/ 12 h 53"/>
                <a:gd name="T46" fmla="*/ 34 w 48"/>
                <a:gd name="T47" fmla="*/ 15 h 53"/>
                <a:gd name="T48" fmla="*/ 26 w 48"/>
                <a:gd name="T49" fmla="*/ 3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8" h="53">
                  <a:moveTo>
                    <a:pt x="48" y="47"/>
                  </a:moveTo>
                  <a:cubicBezTo>
                    <a:pt x="48" y="46"/>
                    <a:pt x="48" y="45"/>
                    <a:pt x="46" y="45"/>
                  </a:cubicBezTo>
                  <a:cubicBezTo>
                    <a:pt x="45" y="44"/>
                    <a:pt x="44" y="44"/>
                    <a:pt x="44" y="43"/>
                  </a:cubicBezTo>
                  <a:cubicBezTo>
                    <a:pt x="44" y="43"/>
                    <a:pt x="44" y="42"/>
                    <a:pt x="43" y="40"/>
                  </a:cubicBezTo>
                  <a:cubicBezTo>
                    <a:pt x="42" y="39"/>
                    <a:pt x="42" y="36"/>
                    <a:pt x="42" y="32"/>
                  </a:cubicBezTo>
                  <a:cubicBezTo>
                    <a:pt x="42" y="28"/>
                    <a:pt x="43" y="23"/>
                    <a:pt x="44" y="17"/>
                  </a:cubicBezTo>
                  <a:cubicBezTo>
                    <a:pt x="45" y="14"/>
                    <a:pt x="45" y="11"/>
                    <a:pt x="45" y="10"/>
                  </a:cubicBezTo>
                  <a:cubicBezTo>
                    <a:pt x="45" y="7"/>
                    <a:pt x="43" y="6"/>
                    <a:pt x="40" y="6"/>
                  </a:cubicBezTo>
                  <a:cubicBezTo>
                    <a:pt x="39" y="2"/>
                    <a:pt x="36" y="0"/>
                    <a:pt x="32" y="0"/>
                  </a:cubicBezTo>
                  <a:cubicBezTo>
                    <a:pt x="25" y="0"/>
                    <a:pt x="18" y="5"/>
                    <a:pt x="11" y="14"/>
                  </a:cubicBezTo>
                  <a:cubicBezTo>
                    <a:pt x="4" y="23"/>
                    <a:pt x="0" y="32"/>
                    <a:pt x="0" y="40"/>
                  </a:cubicBezTo>
                  <a:cubicBezTo>
                    <a:pt x="0" y="43"/>
                    <a:pt x="1" y="46"/>
                    <a:pt x="3" y="48"/>
                  </a:cubicBezTo>
                  <a:cubicBezTo>
                    <a:pt x="5" y="50"/>
                    <a:pt x="7" y="51"/>
                    <a:pt x="10" y="51"/>
                  </a:cubicBezTo>
                  <a:cubicBezTo>
                    <a:pt x="18" y="51"/>
                    <a:pt x="25" y="46"/>
                    <a:pt x="33" y="35"/>
                  </a:cubicBezTo>
                  <a:cubicBezTo>
                    <a:pt x="33" y="47"/>
                    <a:pt x="35" y="53"/>
                    <a:pt x="41" y="53"/>
                  </a:cubicBezTo>
                  <a:cubicBezTo>
                    <a:pt x="43" y="53"/>
                    <a:pt x="44" y="52"/>
                    <a:pt x="46" y="51"/>
                  </a:cubicBezTo>
                  <a:cubicBezTo>
                    <a:pt x="47" y="50"/>
                    <a:pt x="48" y="49"/>
                    <a:pt x="48" y="47"/>
                  </a:cubicBezTo>
                  <a:close/>
                  <a:moveTo>
                    <a:pt x="26" y="32"/>
                  </a:moveTo>
                  <a:cubicBezTo>
                    <a:pt x="21" y="38"/>
                    <a:pt x="16" y="41"/>
                    <a:pt x="13" y="41"/>
                  </a:cubicBezTo>
                  <a:cubicBezTo>
                    <a:pt x="12" y="41"/>
                    <a:pt x="11" y="40"/>
                    <a:pt x="11" y="38"/>
                  </a:cubicBezTo>
                  <a:cubicBezTo>
                    <a:pt x="11" y="33"/>
                    <a:pt x="14" y="27"/>
                    <a:pt x="19" y="20"/>
                  </a:cubicBezTo>
                  <a:cubicBezTo>
                    <a:pt x="23" y="14"/>
                    <a:pt x="27" y="10"/>
                    <a:pt x="30" y="10"/>
                  </a:cubicBezTo>
                  <a:cubicBezTo>
                    <a:pt x="31" y="10"/>
                    <a:pt x="32" y="11"/>
                    <a:pt x="33" y="12"/>
                  </a:cubicBezTo>
                  <a:cubicBezTo>
                    <a:pt x="33" y="12"/>
                    <a:pt x="34" y="14"/>
                    <a:pt x="34" y="15"/>
                  </a:cubicBezTo>
                  <a:cubicBezTo>
                    <a:pt x="34" y="20"/>
                    <a:pt x="31" y="25"/>
                    <a:pt x="26"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171"/>
            <p:cNvSpPr>
              <a:spLocks noEditPoints="1"/>
            </p:cNvSpPr>
            <p:nvPr/>
          </p:nvSpPr>
          <p:spPr bwMode="auto">
            <a:xfrm>
              <a:off x="10244138" y="5903913"/>
              <a:ext cx="87313" cy="119063"/>
            </a:xfrm>
            <a:custGeom>
              <a:avLst/>
              <a:gdLst>
                <a:gd name="T0" fmla="*/ 54 w 57"/>
                <a:gd name="T1" fmla="*/ 3 h 78"/>
                <a:gd name="T2" fmla="*/ 53 w 57"/>
                <a:gd name="T3" fmla="*/ 2 h 78"/>
                <a:gd name="T4" fmla="*/ 46 w 57"/>
                <a:gd name="T5" fmla="*/ 0 h 78"/>
                <a:gd name="T6" fmla="*/ 28 w 57"/>
                <a:gd name="T7" fmla="*/ 6 h 78"/>
                <a:gd name="T8" fmla="*/ 14 w 57"/>
                <a:gd name="T9" fmla="*/ 21 h 78"/>
                <a:gd name="T10" fmla="*/ 8 w 57"/>
                <a:gd name="T11" fmla="*/ 37 h 78"/>
                <a:gd name="T12" fmla="*/ 11 w 57"/>
                <a:gd name="T13" fmla="*/ 45 h 78"/>
                <a:gd name="T14" fmla="*/ 18 w 57"/>
                <a:gd name="T15" fmla="*/ 48 h 78"/>
                <a:gd name="T16" fmla="*/ 30 w 57"/>
                <a:gd name="T17" fmla="*/ 44 h 78"/>
                <a:gd name="T18" fmla="*/ 42 w 57"/>
                <a:gd name="T19" fmla="*/ 35 h 78"/>
                <a:gd name="T20" fmla="*/ 36 w 57"/>
                <a:gd name="T21" fmla="*/ 61 h 78"/>
                <a:gd name="T22" fmla="*/ 26 w 57"/>
                <a:gd name="T23" fmla="*/ 68 h 78"/>
                <a:gd name="T24" fmla="*/ 8 w 57"/>
                <a:gd name="T25" fmla="*/ 61 h 78"/>
                <a:gd name="T26" fmla="*/ 3 w 57"/>
                <a:gd name="T27" fmla="*/ 58 h 78"/>
                <a:gd name="T28" fmla="*/ 0 w 57"/>
                <a:gd name="T29" fmla="*/ 62 h 78"/>
                <a:gd name="T30" fmla="*/ 8 w 57"/>
                <a:gd name="T31" fmla="*/ 72 h 78"/>
                <a:gd name="T32" fmla="*/ 26 w 57"/>
                <a:gd name="T33" fmla="*/ 78 h 78"/>
                <a:gd name="T34" fmla="*/ 41 w 57"/>
                <a:gd name="T35" fmla="*/ 70 h 78"/>
                <a:gd name="T36" fmla="*/ 50 w 57"/>
                <a:gd name="T37" fmla="*/ 47 h 78"/>
                <a:gd name="T38" fmla="*/ 53 w 57"/>
                <a:gd name="T39" fmla="*/ 24 h 78"/>
                <a:gd name="T40" fmla="*/ 55 w 57"/>
                <a:gd name="T41" fmla="*/ 15 h 78"/>
                <a:gd name="T42" fmla="*/ 57 w 57"/>
                <a:gd name="T43" fmla="*/ 9 h 78"/>
                <a:gd name="T44" fmla="*/ 56 w 57"/>
                <a:gd name="T45" fmla="*/ 6 h 78"/>
                <a:gd name="T46" fmla="*/ 54 w 57"/>
                <a:gd name="T47" fmla="*/ 3 h 78"/>
                <a:gd name="T48" fmla="*/ 42 w 57"/>
                <a:gd name="T49" fmla="*/ 22 h 78"/>
                <a:gd name="T50" fmla="*/ 33 w 57"/>
                <a:gd name="T51" fmla="*/ 33 h 78"/>
                <a:gd name="T52" fmla="*/ 21 w 57"/>
                <a:gd name="T53" fmla="*/ 38 h 78"/>
                <a:gd name="T54" fmla="*/ 19 w 57"/>
                <a:gd name="T55" fmla="*/ 36 h 78"/>
                <a:gd name="T56" fmla="*/ 24 w 57"/>
                <a:gd name="T57" fmla="*/ 24 h 78"/>
                <a:gd name="T58" fmla="*/ 34 w 57"/>
                <a:gd name="T59" fmla="*/ 13 h 78"/>
                <a:gd name="T60" fmla="*/ 43 w 57"/>
                <a:gd name="T61" fmla="*/ 9 h 78"/>
                <a:gd name="T62" fmla="*/ 45 w 57"/>
                <a:gd name="T63" fmla="*/ 10 h 78"/>
                <a:gd name="T64" fmla="*/ 46 w 57"/>
                <a:gd name="T65" fmla="*/ 13 h 78"/>
                <a:gd name="T66" fmla="*/ 42 w 57"/>
                <a:gd name="T67" fmla="*/ 22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7" h="78">
                  <a:moveTo>
                    <a:pt x="54" y="3"/>
                  </a:moveTo>
                  <a:cubicBezTo>
                    <a:pt x="54" y="3"/>
                    <a:pt x="53" y="3"/>
                    <a:pt x="53" y="2"/>
                  </a:cubicBezTo>
                  <a:cubicBezTo>
                    <a:pt x="51" y="1"/>
                    <a:pt x="48" y="0"/>
                    <a:pt x="46" y="0"/>
                  </a:cubicBezTo>
                  <a:cubicBezTo>
                    <a:pt x="41" y="0"/>
                    <a:pt x="35" y="2"/>
                    <a:pt x="28" y="6"/>
                  </a:cubicBezTo>
                  <a:cubicBezTo>
                    <a:pt x="22" y="11"/>
                    <a:pt x="17" y="16"/>
                    <a:pt x="14" y="21"/>
                  </a:cubicBezTo>
                  <a:cubicBezTo>
                    <a:pt x="10" y="27"/>
                    <a:pt x="8" y="32"/>
                    <a:pt x="8" y="37"/>
                  </a:cubicBezTo>
                  <a:cubicBezTo>
                    <a:pt x="8" y="41"/>
                    <a:pt x="9" y="43"/>
                    <a:pt x="11" y="45"/>
                  </a:cubicBezTo>
                  <a:cubicBezTo>
                    <a:pt x="13" y="47"/>
                    <a:pt x="15" y="48"/>
                    <a:pt x="18" y="48"/>
                  </a:cubicBezTo>
                  <a:cubicBezTo>
                    <a:pt x="22" y="48"/>
                    <a:pt x="26" y="47"/>
                    <a:pt x="30" y="44"/>
                  </a:cubicBezTo>
                  <a:cubicBezTo>
                    <a:pt x="34" y="42"/>
                    <a:pt x="38" y="39"/>
                    <a:pt x="42" y="35"/>
                  </a:cubicBezTo>
                  <a:cubicBezTo>
                    <a:pt x="40" y="47"/>
                    <a:pt x="38" y="56"/>
                    <a:pt x="36" y="61"/>
                  </a:cubicBezTo>
                  <a:cubicBezTo>
                    <a:pt x="33" y="65"/>
                    <a:pt x="30" y="68"/>
                    <a:pt x="26" y="68"/>
                  </a:cubicBezTo>
                  <a:cubicBezTo>
                    <a:pt x="21" y="68"/>
                    <a:pt x="15" y="66"/>
                    <a:pt x="8" y="61"/>
                  </a:cubicBezTo>
                  <a:cubicBezTo>
                    <a:pt x="6" y="59"/>
                    <a:pt x="4" y="58"/>
                    <a:pt x="3" y="58"/>
                  </a:cubicBezTo>
                  <a:cubicBezTo>
                    <a:pt x="1" y="58"/>
                    <a:pt x="0" y="59"/>
                    <a:pt x="0" y="62"/>
                  </a:cubicBezTo>
                  <a:cubicBezTo>
                    <a:pt x="0" y="64"/>
                    <a:pt x="3" y="68"/>
                    <a:pt x="8" y="72"/>
                  </a:cubicBezTo>
                  <a:cubicBezTo>
                    <a:pt x="14" y="76"/>
                    <a:pt x="20" y="78"/>
                    <a:pt x="26" y="78"/>
                  </a:cubicBezTo>
                  <a:cubicBezTo>
                    <a:pt x="31" y="78"/>
                    <a:pt x="36" y="75"/>
                    <a:pt x="41" y="70"/>
                  </a:cubicBezTo>
                  <a:cubicBezTo>
                    <a:pt x="46" y="66"/>
                    <a:pt x="49" y="58"/>
                    <a:pt x="50" y="47"/>
                  </a:cubicBezTo>
                  <a:cubicBezTo>
                    <a:pt x="51" y="35"/>
                    <a:pt x="52" y="27"/>
                    <a:pt x="53" y="24"/>
                  </a:cubicBezTo>
                  <a:cubicBezTo>
                    <a:pt x="53" y="21"/>
                    <a:pt x="54" y="18"/>
                    <a:pt x="55" y="15"/>
                  </a:cubicBezTo>
                  <a:cubicBezTo>
                    <a:pt x="56" y="12"/>
                    <a:pt x="57" y="10"/>
                    <a:pt x="57" y="9"/>
                  </a:cubicBezTo>
                  <a:cubicBezTo>
                    <a:pt x="57" y="9"/>
                    <a:pt x="57" y="7"/>
                    <a:pt x="56" y="6"/>
                  </a:cubicBezTo>
                  <a:cubicBezTo>
                    <a:pt x="55" y="5"/>
                    <a:pt x="55" y="4"/>
                    <a:pt x="54" y="3"/>
                  </a:cubicBezTo>
                  <a:close/>
                  <a:moveTo>
                    <a:pt x="42" y="22"/>
                  </a:moveTo>
                  <a:cubicBezTo>
                    <a:pt x="40" y="26"/>
                    <a:pt x="37" y="30"/>
                    <a:pt x="33" y="33"/>
                  </a:cubicBezTo>
                  <a:cubicBezTo>
                    <a:pt x="29" y="36"/>
                    <a:pt x="25" y="38"/>
                    <a:pt x="21" y="38"/>
                  </a:cubicBezTo>
                  <a:cubicBezTo>
                    <a:pt x="20" y="38"/>
                    <a:pt x="19" y="37"/>
                    <a:pt x="19" y="36"/>
                  </a:cubicBezTo>
                  <a:cubicBezTo>
                    <a:pt x="19" y="33"/>
                    <a:pt x="21" y="29"/>
                    <a:pt x="24" y="24"/>
                  </a:cubicBezTo>
                  <a:cubicBezTo>
                    <a:pt x="27" y="20"/>
                    <a:pt x="30" y="16"/>
                    <a:pt x="34" y="13"/>
                  </a:cubicBezTo>
                  <a:cubicBezTo>
                    <a:pt x="38" y="11"/>
                    <a:pt x="41" y="9"/>
                    <a:pt x="43" y="9"/>
                  </a:cubicBezTo>
                  <a:cubicBezTo>
                    <a:pt x="44" y="9"/>
                    <a:pt x="44" y="10"/>
                    <a:pt x="45" y="10"/>
                  </a:cubicBezTo>
                  <a:cubicBezTo>
                    <a:pt x="45" y="11"/>
                    <a:pt x="46" y="12"/>
                    <a:pt x="46" y="13"/>
                  </a:cubicBezTo>
                  <a:cubicBezTo>
                    <a:pt x="46" y="15"/>
                    <a:pt x="44" y="18"/>
                    <a:pt x="42"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172"/>
            <p:cNvSpPr>
              <a:spLocks/>
            </p:cNvSpPr>
            <p:nvPr/>
          </p:nvSpPr>
          <p:spPr bwMode="auto">
            <a:xfrm>
              <a:off x="9902825" y="3902075"/>
              <a:ext cx="42863" cy="195263"/>
            </a:xfrm>
            <a:custGeom>
              <a:avLst/>
              <a:gdLst>
                <a:gd name="T0" fmla="*/ 24 w 28"/>
                <a:gd name="T1" fmla="*/ 12 h 128"/>
                <a:gd name="T2" fmla="*/ 20 w 28"/>
                <a:gd name="T3" fmla="*/ 3 h 128"/>
                <a:gd name="T4" fmla="*/ 1 w 28"/>
                <a:gd name="T5" fmla="*/ 42 h 128"/>
                <a:gd name="T6" fmla="*/ 14 w 28"/>
                <a:gd name="T7" fmla="*/ 87 h 128"/>
                <a:gd name="T8" fmla="*/ 4 w 28"/>
                <a:gd name="T9" fmla="*/ 117 h 128"/>
                <a:gd name="T10" fmla="*/ 9 w 28"/>
                <a:gd name="T11" fmla="*/ 124 h 128"/>
                <a:gd name="T12" fmla="*/ 20 w 28"/>
                <a:gd name="T13" fmla="*/ 77 h 128"/>
                <a:gd name="T14" fmla="*/ 11 w 28"/>
                <a:gd name="T15" fmla="*/ 32 h 128"/>
                <a:gd name="T16" fmla="*/ 24 w 28"/>
                <a:gd name="T17" fmla="*/ 1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28">
                  <a:moveTo>
                    <a:pt x="24" y="12"/>
                  </a:moveTo>
                  <a:cubicBezTo>
                    <a:pt x="28" y="8"/>
                    <a:pt x="24" y="0"/>
                    <a:pt x="20" y="3"/>
                  </a:cubicBezTo>
                  <a:cubicBezTo>
                    <a:pt x="10" y="13"/>
                    <a:pt x="3" y="26"/>
                    <a:pt x="1" y="42"/>
                  </a:cubicBezTo>
                  <a:cubicBezTo>
                    <a:pt x="0" y="59"/>
                    <a:pt x="13" y="71"/>
                    <a:pt x="14" y="87"/>
                  </a:cubicBezTo>
                  <a:cubicBezTo>
                    <a:pt x="15" y="98"/>
                    <a:pt x="10" y="110"/>
                    <a:pt x="4" y="117"/>
                  </a:cubicBezTo>
                  <a:cubicBezTo>
                    <a:pt x="0" y="121"/>
                    <a:pt x="6" y="128"/>
                    <a:pt x="9" y="124"/>
                  </a:cubicBezTo>
                  <a:cubicBezTo>
                    <a:pt x="19" y="112"/>
                    <a:pt x="23" y="94"/>
                    <a:pt x="20" y="77"/>
                  </a:cubicBezTo>
                  <a:cubicBezTo>
                    <a:pt x="17" y="60"/>
                    <a:pt x="5" y="51"/>
                    <a:pt x="11" y="32"/>
                  </a:cubicBezTo>
                  <a:cubicBezTo>
                    <a:pt x="14" y="24"/>
                    <a:pt x="19" y="17"/>
                    <a:pt x="2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173"/>
            <p:cNvSpPr>
              <a:spLocks/>
            </p:cNvSpPr>
            <p:nvPr/>
          </p:nvSpPr>
          <p:spPr bwMode="auto">
            <a:xfrm>
              <a:off x="9971088" y="3902075"/>
              <a:ext cx="42863" cy="195263"/>
            </a:xfrm>
            <a:custGeom>
              <a:avLst/>
              <a:gdLst>
                <a:gd name="T0" fmla="*/ 24 w 28"/>
                <a:gd name="T1" fmla="*/ 12 h 128"/>
                <a:gd name="T2" fmla="*/ 20 w 28"/>
                <a:gd name="T3" fmla="*/ 3 h 128"/>
                <a:gd name="T4" fmla="*/ 1 w 28"/>
                <a:gd name="T5" fmla="*/ 42 h 128"/>
                <a:gd name="T6" fmla="*/ 14 w 28"/>
                <a:gd name="T7" fmla="*/ 87 h 128"/>
                <a:gd name="T8" fmla="*/ 4 w 28"/>
                <a:gd name="T9" fmla="*/ 117 h 128"/>
                <a:gd name="T10" fmla="*/ 9 w 28"/>
                <a:gd name="T11" fmla="*/ 124 h 128"/>
                <a:gd name="T12" fmla="*/ 20 w 28"/>
                <a:gd name="T13" fmla="*/ 77 h 128"/>
                <a:gd name="T14" fmla="*/ 11 w 28"/>
                <a:gd name="T15" fmla="*/ 32 h 128"/>
                <a:gd name="T16" fmla="*/ 24 w 28"/>
                <a:gd name="T17" fmla="*/ 1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28">
                  <a:moveTo>
                    <a:pt x="24" y="12"/>
                  </a:moveTo>
                  <a:cubicBezTo>
                    <a:pt x="28" y="8"/>
                    <a:pt x="24" y="0"/>
                    <a:pt x="20" y="3"/>
                  </a:cubicBezTo>
                  <a:cubicBezTo>
                    <a:pt x="10" y="13"/>
                    <a:pt x="3" y="26"/>
                    <a:pt x="1" y="42"/>
                  </a:cubicBezTo>
                  <a:cubicBezTo>
                    <a:pt x="0" y="59"/>
                    <a:pt x="12" y="71"/>
                    <a:pt x="14" y="87"/>
                  </a:cubicBezTo>
                  <a:cubicBezTo>
                    <a:pt x="15" y="98"/>
                    <a:pt x="10" y="110"/>
                    <a:pt x="4" y="117"/>
                  </a:cubicBezTo>
                  <a:cubicBezTo>
                    <a:pt x="0" y="121"/>
                    <a:pt x="5" y="128"/>
                    <a:pt x="9" y="124"/>
                  </a:cubicBezTo>
                  <a:cubicBezTo>
                    <a:pt x="19" y="112"/>
                    <a:pt x="23" y="94"/>
                    <a:pt x="20" y="77"/>
                  </a:cubicBezTo>
                  <a:cubicBezTo>
                    <a:pt x="17" y="60"/>
                    <a:pt x="4" y="51"/>
                    <a:pt x="11" y="32"/>
                  </a:cubicBezTo>
                  <a:cubicBezTo>
                    <a:pt x="14" y="24"/>
                    <a:pt x="19" y="17"/>
                    <a:pt x="2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174"/>
            <p:cNvSpPr>
              <a:spLocks/>
            </p:cNvSpPr>
            <p:nvPr/>
          </p:nvSpPr>
          <p:spPr bwMode="auto">
            <a:xfrm>
              <a:off x="10036175" y="3902075"/>
              <a:ext cx="42863" cy="195263"/>
            </a:xfrm>
            <a:custGeom>
              <a:avLst/>
              <a:gdLst>
                <a:gd name="T0" fmla="*/ 24 w 28"/>
                <a:gd name="T1" fmla="*/ 12 h 128"/>
                <a:gd name="T2" fmla="*/ 21 w 28"/>
                <a:gd name="T3" fmla="*/ 3 h 128"/>
                <a:gd name="T4" fmla="*/ 2 w 28"/>
                <a:gd name="T5" fmla="*/ 42 h 128"/>
                <a:gd name="T6" fmla="*/ 14 w 28"/>
                <a:gd name="T7" fmla="*/ 87 h 128"/>
                <a:gd name="T8" fmla="*/ 4 w 28"/>
                <a:gd name="T9" fmla="*/ 117 h 128"/>
                <a:gd name="T10" fmla="*/ 10 w 28"/>
                <a:gd name="T11" fmla="*/ 124 h 128"/>
                <a:gd name="T12" fmla="*/ 21 w 28"/>
                <a:gd name="T13" fmla="*/ 77 h 128"/>
                <a:gd name="T14" fmla="*/ 12 w 28"/>
                <a:gd name="T15" fmla="*/ 32 h 128"/>
                <a:gd name="T16" fmla="*/ 24 w 28"/>
                <a:gd name="T17" fmla="*/ 1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28">
                  <a:moveTo>
                    <a:pt x="24" y="12"/>
                  </a:moveTo>
                  <a:cubicBezTo>
                    <a:pt x="28" y="8"/>
                    <a:pt x="25" y="0"/>
                    <a:pt x="21" y="3"/>
                  </a:cubicBezTo>
                  <a:cubicBezTo>
                    <a:pt x="11" y="13"/>
                    <a:pt x="4" y="26"/>
                    <a:pt x="2" y="42"/>
                  </a:cubicBezTo>
                  <a:cubicBezTo>
                    <a:pt x="0" y="59"/>
                    <a:pt x="13" y="71"/>
                    <a:pt x="14" y="87"/>
                  </a:cubicBezTo>
                  <a:cubicBezTo>
                    <a:pt x="15" y="98"/>
                    <a:pt x="10" y="110"/>
                    <a:pt x="4" y="117"/>
                  </a:cubicBezTo>
                  <a:cubicBezTo>
                    <a:pt x="1" y="121"/>
                    <a:pt x="6" y="128"/>
                    <a:pt x="10" y="124"/>
                  </a:cubicBezTo>
                  <a:cubicBezTo>
                    <a:pt x="20" y="112"/>
                    <a:pt x="24" y="94"/>
                    <a:pt x="21" y="77"/>
                  </a:cubicBezTo>
                  <a:cubicBezTo>
                    <a:pt x="17" y="60"/>
                    <a:pt x="5" y="51"/>
                    <a:pt x="12" y="32"/>
                  </a:cubicBezTo>
                  <a:cubicBezTo>
                    <a:pt x="14" y="24"/>
                    <a:pt x="19" y="17"/>
                    <a:pt x="2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175"/>
            <p:cNvSpPr>
              <a:spLocks/>
            </p:cNvSpPr>
            <p:nvPr/>
          </p:nvSpPr>
          <p:spPr bwMode="auto">
            <a:xfrm>
              <a:off x="10329863" y="4405313"/>
              <a:ext cx="58738" cy="49213"/>
            </a:xfrm>
            <a:custGeom>
              <a:avLst/>
              <a:gdLst>
                <a:gd name="T0" fmla="*/ 6 w 38"/>
                <a:gd name="T1" fmla="*/ 11 h 32"/>
                <a:gd name="T2" fmla="*/ 22 w 38"/>
                <a:gd name="T3" fmla="*/ 14 h 32"/>
                <a:gd name="T4" fmla="*/ 30 w 38"/>
                <a:gd name="T5" fmla="*/ 29 h 32"/>
                <a:gd name="T6" fmla="*/ 34 w 38"/>
                <a:gd name="T7" fmla="*/ 32 h 32"/>
                <a:gd name="T8" fmla="*/ 35 w 38"/>
                <a:gd name="T9" fmla="*/ 32 h 32"/>
                <a:gd name="T10" fmla="*/ 38 w 38"/>
                <a:gd name="T11" fmla="*/ 27 h 32"/>
                <a:gd name="T12" fmla="*/ 26 w 38"/>
                <a:gd name="T13" fmla="*/ 7 h 32"/>
                <a:gd name="T14" fmla="*/ 4 w 38"/>
                <a:gd name="T15" fmla="*/ 3 h 32"/>
                <a:gd name="T16" fmla="*/ 1 w 38"/>
                <a:gd name="T17" fmla="*/ 8 h 32"/>
                <a:gd name="T18" fmla="*/ 6 w 38"/>
                <a:gd name="T19" fmla="*/ 1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32">
                  <a:moveTo>
                    <a:pt x="6" y="11"/>
                  </a:moveTo>
                  <a:cubicBezTo>
                    <a:pt x="6" y="11"/>
                    <a:pt x="15" y="9"/>
                    <a:pt x="22" y="14"/>
                  </a:cubicBezTo>
                  <a:cubicBezTo>
                    <a:pt x="26" y="16"/>
                    <a:pt x="29" y="22"/>
                    <a:pt x="30" y="29"/>
                  </a:cubicBezTo>
                  <a:cubicBezTo>
                    <a:pt x="31" y="31"/>
                    <a:pt x="32" y="32"/>
                    <a:pt x="34" y="32"/>
                  </a:cubicBezTo>
                  <a:cubicBezTo>
                    <a:pt x="34" y="32"/>
                    <a:pt x="35" y="32"/>
                    <a:pt x="35" y="32"/>
                  </a:cubicBezTo>
                  <a:cubicBezTo>
                    <a:pt x="37" y="31"/>
                    <a:pt x="38" y="29"/>
                    <a:pt x="38" y="27"/>
                  </a:cubicBezTo>
                  <a:cubicBezTo>
                    <a:pt x="36" y="18"/>
                    <a:pt x="32" y="11"/>
                    <a:pt x="26" y="7"/>
                  </a:cubicBezTo>
                  <a:cubicBezTo>
                    <a:pt x="16" y="0"/>
                    <a:pt x="4" y="3"/>
                    <a:pt x="4" y="3"/>
                  </a:cubicBezTo>
                  <a:cubicBezTo>
                    <a:pt x="2" y="3"/>
                    <a:pt x="0" y="6"/>
                    <a:pt x="1" y="8"/>
                  </a:cubicBezTo>
                  <a:cubicBezTo>
                    <a:pt x="1" y="10"/>
                    <a:pt x="4" y="11"/>
                    <a:pt x="6"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176"/>
            <p:cNvSpPr>
              <a:spLocks/>
            </p:cNvSpPr>
            <p:nvPr/>
          </p:nvSpPr>
          <p:spPr bwMode="auto">
            <a:xfrm>
              <a:off x="10334625" y="4376738"/>
              <a:ext cx="79375" cy="69850"/>
            </a:xfrm>
            <a:custGeom>
              <a:avLst/>
              <a:gdLst>
                <a:gd name="T0" fmla="*/ 48 w 52"/>
                <a:gd name="T1" fmla="*/ 46 h 46"/>
                <a:gd name="T2" fmla="*/ 49 w 52"/>
                <a:gd name="T3" fmla="*/ 46 h 46"/>
                <a:gd name="T4" fmla="*/ 52 w 52"/>
                <a:gd name="T5" fmla="*/ 41 h 46"/>
                <a:gd name="T6" fmla="*/ 35 w 52"/>
                <a:gd name="T7" fmla="*/ 10 h 46"/>
                <a:gd name="T8" fmla="*/ 4 w 52"/>
                <a:gd name="T9" fmla="*/ 3 h 46"/>
                <a:gd name="T10" fmla="*/ 1 w 52"/>
                <a:gd name="T11" fmla="*/ 8 h 46"/>
                <a:gd name="T12" fmla="*/ 5 w 52"/>
                <a:gd name="T13" fmla="*/ 11 h 46"/>
                <a:gd name="T14" fmla="*/ 31 w 52"/>
                <a:gd name="T15" fmla="*/ 17 h 46"/>
                <a:gd name="T16" fmla="*/ 44 w 52"/>
                <a:gd name="T17" fmla="*/ 42 h 46"/>
                <a:gd name="T18" fmla="*/ 48 w 52"/>
                <a:gd name="T19"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46">
                  <a:moveTo>
                    <a:pt x="48" y="46"/>
                  </a:moveTo>
                  <a:cubicBezTo>
                    <a:pt x="48" y="46"/>
                    <a:pt x="49" y="46"/>
                    <a:pt x="49" y="46"/>
                  </a:cubicBezTo>
                  <a:cubicBezTo>
                    <a:pt x="51" y="45"/>
                    <a:pt x="52" y="43"/>
                    <a:pt x="52" y="41"/>
                  </a:cubicBezTo>
                  <a:cubicBezTo>
                    <a:pt x="50" y="27"/>
                    <a:pt x="44" y="17"/>
                    <a:pt x="35" y="10"/>
                  </a:cubicBezTo>
                  <a:cubicBezTo>
                    <a:pt x="21" y="0"/>
                    <a:pt x="5" y="3"/>
                    <a:pt x="4" y="3"/>
                  </a:cubicBezTo>
                  <a:cubicBezTo>
                    <a:pt x="2" y="3"/>
                    <a:pt x="0" y="5"/>
                    <a:pt x="1" y="8"/>
                  </a:cubicBezTo>
                  <a:cubicBezTo>
                    <a:pt x="1" y="10"/>
                    <a:pt x="3" y="11"/>
                    <a:pt x="5" y="11"/>
                  </a:cubicBezTo>
                  <a:cubicBezTo>
                    <a:pt x="6" y="11"/>
                    <a:pt x="19" y="9"/>
                    <a:pt x="31" y="17"/>
                  </a:cubicBezTo>
                  <a:cubicBezTo>
                    <a:pt x="38" y="22"/>
                    <a:pt x="43" y="31"/>
                    <a:pt x="44" y="42"/>
                  </a:cubicBezTo>
                  <a:cubicBezTo>
                    <a:pt x="45" y="44"/>
                    <a:pt x="46" y="46"/>
                    <a:pt x="48"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177"/>
            <p:cNvSpPr>
              <a:spLocks/>
            </p:cNvSpPr>
            <p:nvPr/>
          </p:nvSpPr>
          <p:spPr bwMode="auto">
            <a:xfrm>
              <a:off x="10117138" y="4668838"/>
              <a:ext cx="58738" cy="44450"/>
            </a:xfrm>
            <a:custGeom>
              <a:avLst/>
              <a:gdLst>
                <a:gd name="T0" fmla="*/ 11 w 38"/>
                <a:gd name="T1" fmla="*/ 29 h 29"/>
                <a:gd name="T2" fmla="*/ 27 w 38"/>
                <a:gd name="T3" fmla="*/ 24 h 29"/>
                <a:gd name="T4" fmla="*/ 38 w 38"/>
                <a:gd name="T5" fmla="*/ 5 h 29"/>
                <a:gd name="T6" fmla="*/ 35 w 38"/>
                <a:gd name="T7" fmla="*/ 0 h 29"/>
                <a:gd name="T8" fmla="*/ 30 w 38"/>
                <a:gd name="T9" fmla="*/ 4 h 29"/>
                <a:gd name="T10" fmla="*/ 22 w 38"/>
                <a:gd name="T11" fmla="*/ 18 h 29"/>
                <a:gd name="T12" fmla="*/ 5 w 38"/>
                <a:gd name="T13" fmla="*/ 21 h 29"/>
                <a:gd name="T14" fmla="*/ 1 w 38"/>
                <a:gd name="T15" fmla="*/ 24 h 29"/>
                <a:gd name="T16" fmla="*/ 4 w 38"/>
                <a:gd name="T17" fmla="*/ 29 h 29"/>
                <a:gd name="T18" fmla="*/ 11 w 38"/>
                <a:gd name="T19"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29">
                  <a:moveTo>
                    <a:pt x="11" y="29"/>
                  </a:moveTo>
                  <a:cubicBezTo>
                    <a:pt x="17" y="29"/>
                    <a:pt x="23" y="27"/>
                    <a:pt x="27" y="24"/>
                  </a:cubicBezTo>
                  <a:cubicBezTo>
                    <a:pt x="37" y="17"/>
                    <a:pt x="38" y="5"/>
                    <a:pt x="38" y="5"/>
                  </a:cubicBezTo>
                  <a:cubicBezTo>
                    <a:pt x="38" y="2"/>
                    <a:pt x="37" y="0"/>
                    <a:pt x="35" y="0"/>
                  </a:cubicBezTo>
                  <a:cubicBezTo>
                    <a:pt x="32" y="0"/>
                    <a:pt x="30" y="1"/>
                    <a:pt x="30" y="4"/>
                  </a:cubicBezTo>
                  <a:cubicBezTo>
                    <a:pt x="30" y="4"/>
                    <a:pt x="29" y="13"/>
                    <a:pt x="22" y="18"/>
                  </a:cubicBezTo>
                  <a:cubicBezTo>
                    <a:pt x="18" y="21"/>
                    <a:pt x="12" y="22"/>
                    <a:pt x="5" y="21"/>
                  </a:cubicBezTo>
                  <a:cubicBezTo>
                    <a:pt x="3" y="20"/>
                    <a:pt x="1" y="22"/>
                    <a:pt x="1" y="24"/>
                  </a:cubicBezTo>
                  <a:cubicBezTo>
                    <a:pt x="0" y="26"/>
                    <a:pt x="2" y="28"/>
                    <a:pt x="4" y="29"/>
                  </a:cubicBezTo>
                  <a:cubicBezTo>
                    <a:pt x="6" y="29"/>
                    <a:pt x="8" y="29"/>
                    <a:pt x="11"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178"/>
            <p:cNvSpPr>
              <a:spLocks/>
            </p:cNvSpPr>
            <p:nvPr/>
          </p:nvSpPr>
          <p:spPr bwMode="auto">
            <a:xfrm>
              <a:off x="10115550" y="4681538"/>
              <a:ext cx="85725" cy="60325"/>
            </a:xfrm>
            <a:custGeom>
              <a:avLst/>
              <a:gdLst>
                <a:gd name="T0" fmla="*/ 1 w 56"/>
                <a:gd name="T1" fmla="*/ 33 h 39"/>
                <a:gd name="T2" fmla="*/ 4 w 56"/>
                <a:gd name="T3" fmla="*/ 37 h 39"/>
                <a:gd name="T4" fmla="*/ 16 w 56"/>
                <a:gd name="T5" fmla="*/ 39 h 39"/>
                <a:gd name="T6" fmla="*/ 39 w 56"/>
                <a:gd name="T7" fmla="*/ 32 h 39"/>
                <a:gd name="T8" fmla="*/ 56 w 56"/>
                <a:gd name="T9" fmla="*/ 5 h 39"/>
                <a:gd name="T10" fmla="*/ 53 w 56"/>
                <a:gd name="T11" fmla="*/ 0 h 39"/>
                <a:gd name="T12" fmla="*/ 48 w 56"/>
                <a:gd name="T13" fmla="*/ 4 h 39"/>
                <a:gd name="T14" fmla="*/ 34 w 56"/>
                <a:gd name="T15" fmla="*/ 25 h 39"/>
                <a:gd name="T16" fmla="*/ 5 w 56"/>
                <a:gd name="T17" fmla="*/ 29 h 39"/>
                <a:gd name="T18" fmla="*/ 1 w 56"/>
                <a:gd name="T19" fmla="*/ 3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39">
                  <a:moveTo>
                    <a:pt x="1" y="33"/>
                  </a:moveTo>
                  <a:cubicBezTo>
                    <a:pt x="0" y="35"/>
                    <a:pt x="2" y="37"/>
                    <a:pt x="4" y="37"/>
                  </a:cubicBezTo>
                  <a:cubicBezTo>
                    <a:pt x="8" y="38"/>
                    <a:pt x="12" y="39"/>
                    <a:pt x="16" y="39"/>
                  </a:cubicBezTo>
                  <a:cubicBezTo>
                    <a:pt x="25" y="39"/>
                    <a:pt x="32" y="36"/>
                    <a:pt x="39" y="32"/>
                  </a:cubicBezTo>
                  <a:cubicBezTo>
                    <a:pt x="53" y="22"/>
                    <a:pt x="56" y="6"/>
                    <a:pt x="56" y="5"/>
                  </a:cubicBezTo>
                  <a:cubicBezTo>
                    <a:pt x="56" y="3"/>
                    <a:pt x="55" y="1"/>
                    <a:pt x="53" y="0"/>
                  </a:cubicBezTo>
                  <a:cubicBezTo>
                    <a:pt x="51" y="0"/>
                    <a:pt x="48" y="1"/>
                    <a:pt x="48" y="4"/>
                  </a:cubicBezTo>
                  <a:cubicBezTo>
                    <a:pt x="48" y="4"/>
                    <a:pt x="46" y="18"/>
                    <a:pt x="34" y="25"/>
                  </a:cubicBezTo>
                  <a:cubicBezTo>
                    <a:pt x="27" y="30"/>
                    <a:pt x="17" y="32"/>
                    <a:pt x="5" y="29"/>
                  </a:cubicBezTo>
                  <a:cubicBezTo>
                    <a:pt x="3" y="29"/>
                    <a:pt x="1" y="30"/>
                    <a:pt x="1"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83" name="组合 182"/>
          <p:cNvGrpSpPr/>
          <p:nvPr/>
        </p:nvGrpSpPr>
        <p:grpSpPr>
          <a:xfrm>
            <a:off x="8812213" y="3402155"/>
            <a:ext cx="544513" cy="1846262"/>
            <a:chOff x="8812213" y="3811588"/>
            <a:chExt cx="544513" cy="1846262"/>
          </a:xfrm>
          <a:solidFill>
            <a:schemeClr val="tx1">
              <a:lumMod val="65000"/>
              <a:lumOff val="35000"/>
            </a:schemeClr>
          </a:solidFill>
        </p:grpSpPr>
        <p:sp>
          <p:nvSpPr>
            <p:cNvPr id="184" name="Freeform 179"/>
            <p:cNvSpPr>
              <a:spLocks/>
            </p:cNvSpPr>
            <p:nvPr/>
          </p:nvSpPr>
          <p:spPr bwMode="auto">
            <a:xfrm>
              <a:off x="8878888" y="4637088"/>
              <a:ext cx="414338" cy="777875"/>
            </a:xfrm>
            <a:custGeom>
              <a:avLst/>
              <a:gdLst>
                <a:gd name="T0" fmla="*/ 242 w 271"/>
                <a:gd name="T1" fmla="*/ 135 h 508"/>
                <a:gd name="T2" fmla="*/ 232 w 271"/>
                <a:gd name="T3" fmla="*/ 106 h 508"/>
                <a:gd name="T4" fmla="*/ 236 w 271"/>
                <a:gd name="T5" fmla="*/ 10 h 508"/>
                <a:gd name="T6" fmla="*/ 234 w 271"/>
                <a:gd name="T7" fmla="*/ 11 h 508"/>
                <a:gd name="T8" fmla="*/ 161 w 271"/>
                <a:gd name="T9" fmla="*/ 14 h 508"/>
                <a:gd name="T10" fmla="*/ 155 w 271"/>
                <a:gd name="T11" fmla="*/ 14 h 508"/>
                <a:gd name="T12" fmla="*/ 55 w 271"/>
                <a:gd name="T13" fmla="*/ 0 h 508"/>
                <a:gd name="T14" fmla="*/ 55 w 271"/>
                <a:gd name="T15" fmla="*/ 67 h 508"/>
                <a:gd name="T16" fmla="*/ 55 w 271"/>
                <a:gd name="T17" fmla="*/ 71 h 508"/>
                <a:gd name="T18" fmla="*/ 59 w 271"/>
                <a:gd name="T19" fmla="*/ 258 h 508"/>
                <a:gd name="T20" fmla="*/ 8 w 271"/>
                <a:gd name="T21" fmla="*/ 440 h 508"/>
                <a:gd name="T22" fmla="*/ 42 w 271"/>
                <a:gd name="T23" fmla="*/ 501 h 508"/>
                <a:gd name="T24" fmla="*/ 55 w 271"/>
                <a:gd name="T25" fmla="*/ 502 h 508"/>
                <a:gd name="T26" fmla="*/ 102 w 271"/>
                <a:gd name="T27" fmla="*/ 467 h 508"/>
                <a:gd name="T28" fmla="*/ 155 w 271"/>
                <a:gd name="T29" fmla="*/ 277 h 508"/>
                <a:gd name="T30" fmla="*/ 157 w 271"/>
                <a:gd name="T31" fmla="*/ 263 h 508"/>
                <a:gd name="T32" fmla="*/ 154 w 271"/>
                <a:gd name="T33" fmla="*/ 97 h 508"/>
                <a:gd name="T34" fmla="*/ 172 w 271"/>
                <a:gd name="T35" fmla="*/ 97 h 508"/>
                <a:gd name="T36" fmla="*/ 172 w 271"/>
                <a:gd name="T37" fmla="*/ 459 h 508"/>
                <a:gd name="T38" fmla="*/ 222 w 271"/>
                <a:gd name="T39" fmla="*/ 508 h 508"/>
                <a:gd name="T40" fmla="*/ 271 w 271"/>
                <a:gd name="T41" fmla="*/ 459 h 508"/>
                <a:gd name="T42" fmla="*/ 271 w 271"/>
                <a:gd name="T43" fmla="*/ 149 h 508"/>
                <a:gd name="T44" fmla="*/ 271 w 271"/>
                <a:gd name="T45" fmla="*/ 149 h 508"/>
                <a:gd name="T46" fmla="*/ 242 w 271"/>
                <a:gd name="T47" fmla="*/ 135 h 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1" h="508">
                  <a:moveTo>
                    <a:pt x="242" y="135"/>
                  </a:moveTo>
                  <a:cubicBezTo>
                    <a:pt x="235" y="127"/>
                    <a:pt x="232" y="117"/>
                    <a:pt x="232" y="106"/>
                  </a:cubicBezTo>
                  <a:cubicBezTo>
                    <a:pt x="234" y="71"/>
                    <a:pt x="236" y="39"/>
                    <a:pt x="236" y="10"/>
                  </a:cubicBezTo>
                  <a:cubicBezTo>
                    <a:pt x="235" y="11"/>
                    <a:pt x="234" y="11"/>
                    <a:pt x="234" y="11"/>
                  </a:cubicBezTo>
                  <a:cubicBezTo>
                    <a:pt x="230" y="11"/>
                    <a:pt x="198" y="14"/>
                    <a:pt x="161" y="14"/>
                  </a:cubicBezTo>
                  <a:cubicBezTo>
                    <a:pt x="161" y="14"/>
                    <a:pt x="157" y="14"/>
                    <a:pt x="155" y="14"/>
                  </a:cubicBezTo>
                  <a:cubicBezTo>
                    <a:pt x="103" y="13"/>
                    <a:pt x="73" y="7"/>
                    <a:pt x="55" y="0"/>
                  </a:cubicBezTo>
                  <a:cubicBezTo>
                    <a:pt x="55" y="67"/>
                    <a:pt x="55" y="67"/>
                    <a:pt x="55" y="67"/>
                  </a:cubicBezTo>
                  <a:cubicBezTo>
                    <a:pt x="55" y="68"/>
                    <a:pt x="55" y="69"/>
                    <a:pt x="55" y="71"/>
                  </a:cubicBezTo>
                  <a:cubicBezTo>
                    <a:pt x="59" y="258"/>
                    <a:pt x="59" y="258"/>
                    <a:pt x="59" y="258"/>
                  </a:cubicBezTo>
                  <a:cubicBezTo>
                    <a:pt x="8" y="440"/>
                    <a:pt x="8" y="440"/>
                    <a:pt x="8" y="440"/>
                  </a:cubicBezTo>
                  <a:cubicBezTo>
                    <a:pt x="0" y="466"/>
                    <a:pt x="16" y="493"/>
                    <a:pt x="42" y="501"/>
                  </a:cubicBezTo>
                  <a:cubicBezTo>
                    <a:pt x="46" y="502"/>
                    <a:pt x="51" y="502"/>
                    <a:pt x="55" y="502"/>
                  </a:cubicBezTo>
                  <a:cubicBezTo>
                    <a:pt x="76" y="502"/>
                    <a:pt x="96" y="488"/>
                    <a:pt x="102" y="467"/>
                  </a:cubicBezTo>
                  <a:cubicBezTo>
                    <a:pt x="155" y="277"/>
                    <a:pt x="155" y="277"/>
                    <a:pt x="155" y="277"/>
                  </a:cubicBezTo>
                  <a:cubicBezTo>
                    <a:pt x="157" y="273"/>
                    <a:pt x="157" y="268"/>
                    <a:pt x="157" y="263"/>
                  </a:cubicBezTo>
                  <a:cubicBezTo>
                    <a:pt x="154" y="97"/>
                    <a:pt x="154" y="97"/>
                    <a:pt x="154" y="97"/>
                  </a:cubicBezTo>
                  <a:cubicBezTo>
                    <a:pt x="172" y="97"/>
                    <a:pt x="172" y="97"/>
                    <a:pt x="172" y="97"/>
                  </a:cubicBezTo>
                  <a:cubicBezTo>
                    <a:pt x="172" y="459"/>
                    <a:pt x="172" y="459"/>
                    <a:pt x="172" y="459"/>
                  </a:cubicBezTo>
                  <a:cubicBezTo>
                    <a:pt x="172" y="486"/>
                    <a:pt x="194" y="508"/>
                    <a:pt x="222" y="508"/>
                  </a:cubicBezTo>
                  <a:cubicBezTo>
                    <a:pt x="249" y="508"/>
                    <a:pt x="271" y="486"/>
                    <a:pt x="271" y="459"/>
                  </a:cubicBezTo>
                  <a:cubicBezTo>
                    <a:pt x="271" y="149"/>
                    <a:pt x="271" y="149"/>
                    <a:pt x="271" y="149"/>
                  </a:cubicBezTo>
                  <a:cubicBezTo>
                    <a:pt x="271" y="149"/>
                    <a:pt x="271" y="149"/>
                    <a:pt x="271" y="149"/>
                  </a:cubicBezTo>
                  <a:cubicBezTo>
                    <a:pt x="260" y="148"/>
                    <a:pt x="250" y="143"/>
                    <a:pt x="242"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180"/>
            <p:cNvSpPr>
              <a:spLocks/>
            </p:cNvSpPr>
            <p:nvPr/>
          </p:nvSpPr>
          <p:spPr bwMode="auto">
            <a:xfrm>
              <a:off x="8910638" y="4275138"/>
              <a:ext cx="446088" cy="576263"/>
            </a:xfrm>
            <a:custGeom>
              <a:avLst/>
              <a:gdLst>
                <a:gd name="T0" fmla="*/ 16 w 292"/>
                <a:gd name="T1" fmla="*/ 216 h 377"/>
                <a:gd name="T2" fmla="*/ 134 w 292"/>
                <a:gd name="T3" fmla="*/ 242 h 377"/>
                <a:gd name="T4" fmla="*/ 140 w 292"/>
                <a:gd name="T5" fmla="*/ 242 h 377"/>
                <a:gd name="T6" fmla="*/ 212 w 292"/>
                <a:gd name="T7" fmla="*/ 239 h 377"/>
                <a:gd name="T8" fmla="*/ 241 w 292"/>
                <a:gd name="T9" fmla="*/ 204 h 377"/>
                <a:gd name="T10" fmla="*/ 206 w 292"/>
                <a:gd name="T11" fmla="*/ 175 h 377"/>
                <a:gd name="T12" fmla="*/ 65 w 292"/>
                <a:gd name="T13" fmla="*/ 171 h 377"/>
                <a:gd name="T14" fmla="*/ 69 w 292"/>
                <a:gd name="T15" fmla="*/ 109 h 377"/>
                <a:gd name="T16" fmla="*/ 77 w 292"/>
                <a:gd name="T17" fmla="*/ 110 h 377"/>
                <a:gd name="T18" fmla="*/ 74 w 292"/>
                <a:gd name="T19" fmla="*/ 164 h 377"/>
                <a:gd name="T20" fmla="*/ 141 w 292"/>
                <a:gd name="T21" fmla="*/ 169 h 377"/>
                <a:gd name="T22" fmla="*/ 205 w 292"/>
                <a:gd name="T23" fmla="*/ 166 h 377"/>
                <a:gd name="T24" fmla="*/ 209 w 292"/>
                <a:gd name="T25" fmla="*/ 166 h 377"/>
                <a:gd name="T26" fmla="*/ 214 w 292"/>
                <a:gd name="T27" fmla="*/ 167 h 377"/>
                <a:gd name="T28" fmla="*/ 209 w 292"/>
                <a:gd name="T29" fmla="*/ 106 h 377"/>
                <a:gd name="T30" fmla="*/ 218 w 292"/>
                <a:gd name="T31" fmla="*/ 104 h 377"/>
                <a:gd name="T32" fmla="*/ 218 w 292"/>
                <a:gd name="T33" fmla="*/ 105 h 377"/>
                <a:gd name="T34" fmla="*/ 223 w 292"/>
                <a:gd name="T35" fmla="*/ 169 h 377"/>
                <a:gd name="T36" fmla="*/ 250 w 292"/>
                <a:gd name="T37" fmla="*/ 204 h 377"/>
                <a:gd name="T38" fmla="*/ 224 w 292"/>
                <a:gd name="T39" fmla="*/ 245 h 377"/>
                <a:gd name="T40" fmla="*/ 220 w 292"/>
                <a:gd name="T41" fmla="*/ 343 h 377"/>
                <a:gd name="T42" fmla="*/ 250 w 292"/>
                <a:gd name="T43" fmla="*/ 377 h 377"/>
                <a:gd name="T44" fmla="*/ 252 w 292"/>
                <a:gd name="T45" fmla="*/ 377 h 377"/>
                <a:gd name="T46" fmla="*/ 284 w 292"/>
                <a:gd name="T47" fmla="*/ 347 h 377"/>
                <a:gd name="T48" fmla="*/ 280 w 292"/>
                <a:gd name="T49" fmla="*/ 85 h 377"/>
                <a:gd name="T50" fmla="*/ 246 w 292"/>
                <a:gd name="T51" fmla="*/ 8 h 377"/>
                <a:gd name="T52" fmla="*/ 229 w 292"/>
                <a:gd name="T53" fmla="*/ 0 h 377"/>
                <a:gd name="T54" fmla="*/ 142 w 292"/>
                <a:gd name="T55" fmla="*/ 51 h 377"/>
                <a:gd name="T56" fmla="*/ 55 w 292"/>
                <a:gd name="T57" fmla="*/ 0 h 377"/>
                <a:gd name="T58" fmla="*/ 42 w 292"/>
                <a:gd name="T59" fmla="*/ 6 h 377"/>
                <a:gd name="T60" fmla="*/ 5 w 292"/>
                <a:gd name="T61" fmla="*/ 104 h 377"/>
                <a:gd name="T62" fmla="*/ 1 w 292"/>
                <a:gd name="T63" fmla="*/ 181 h 377"/>
                <a:gd name="T64" fmla="*/ 16 w 292"/>
                <a:gd name="T65" fmla="*/ 216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92" h="377">
                  <a:moveTo>
                    <a:pt x="16" y="216"/>
                  </a:moveTo>
                  <a:cubicBezTo>
                    <a:pt x="29" y="228"/>
                    <a:pt x="54" y="241"/>
                    <a:pt x="134" y="242"/>
                  </a:cubicBezTo>
                  <a:cubicBezTo>
                    <a:pt x="136" y="242"/>
                    <a:pt x="138" y="242"/>
                    <a:pt x="140" y="242"/>
                  </a:cubicBezTo>
                  <a:cubicBezTo>
                    <a:pt x="178" y="242"/>
                    <a:pt x="210" y="239"/>
                    <a:pt x="212" y="239"/>
                  </a:cubicBezTo>
                  <a:cubicBezTo>
                    <a:pt x="229" y="237"/>
                    <a:pt x="242" y="222"/>
                    <a:pt x="241" y="204"/>
                  </a:cubicBezTo>
                  <a:cubicBezTo>
                    <a:pt x="239" y="187"/>
                    <a:pt x="224" y="174"/>
                    <a:pt x="206" y="175"/>
                  </a:cubicBezTo>
                  <a:cubicBezTo>
                    <a:pt x="148" y="180"/>
                    <a:pt x="87" y="178"/>
                    <a:pt x="65" y="171"/>
                  </a:cubicBezTo>
                  <a:cubicBezTo>
                    <a:pt x="65" y="145"/>
                    <a:pt x="67" y="125"/>
                    <a:pt x="69" y="109"/>
                  </a:cubicBezTo>
                  <a:cubicBezTo>
                    <a:pt x="77" y="110"/>
                    <a:pt x="77" y="110"/>
                    <a:pt x="77" y="110"/>
                  </a:cubicBezTo>
                  <a:cubicBezTo>
                    <a:pt x="76" y="124"/>
                    <a:pt x="74" y="142"/>
                    <a:pt x="74" y="164"/>
                  </a:cubicBezTo>
                  <a:cubicBezTo>
                    <a:pt x="88" y="167"/>
                    <a:pt x="113" y="169"/>
                    <a:pt x="141" y="169"/>
                  </a:cubicBezTo>
                  <a:cubicBezTo>
                    <a:pt x="162" y="169"/>
                    <a:pt x="185" y="168"/>
                    <a:pt x="205" y="166"/>
                  </a:cubicBezTo>
                  <a:cubicBezTo>
                    <a:pt x="207" y="166"/>
                    <a:pt x="208" y="166"/>
                    <a:pt x="209" y="166"/>
                  </a:cubicBezTo>
                  <a:cubicBezTo>
                    <a:pt x="211" y="166"/>
                    <a:pt x="213" y="166"/>
                    <a:pt x="214" y="167"/>
                  </a:cubicBezTo>
                  <a:cubicBezTo>
                    <a:pt x="214" y="144"/>
                    <a:pt x="212" y="123"/>
                    <a:pt x="209" y="106"/>
                  </a:cubicBezTo>
                  <a:cubicBezTo>
                    <a:pt x="218" y="104"/>
                    <a:pt x="218" y="104"/>
                    <a:pt x="218" y="104"/>
                  </a:cubicBezTo>
                  <a:cubicBezTo>
                    <a:pt x="218" y="104"/>
                    <a:pt x="218" y="104"/>
                    <a:pt x="218" y="105"/>
                  </a:cubicBezTo>
                  <a:cubicBezTo>
                    <a:pt x="221" y="123"/>
                    <a:pt x="222" y="144"/>
                    <a:pt x="223" y="169"/>
                  </a:cubicBezTo>
                  <a:cubicBezTo>
                    <a:pt x="238" y="174"/>
                    <a:pt x="248" y="187"/>
                    <a:pt x="250" y="204"/>
                  </a:cubicBezTo>
                  <a:cubicBezTo>
                    <a:pt x="251" y="222"/>
                    <a:pt x="240" y="239"/>
                    <a:pt x="224" y="245"/>
                  </a:cubicBezTo>
                  <a:cubicBezTo>
                    <a:pt x="223" y="275"/>
                    <a:pt x="222" y="308"/>
                    <a:pt x="220" y="343"/>
                  </a:cubicBezTo>
                  <a:cubicBezTo>
                    <a:pt x="219" y="361"/>
                    <a:pt x="232" y="376"/>
                    <a:pt x="250" y="377"/>
                  </a:cubicBezTo>
                  <a:cubicBezTo>
                    <a:pt x="251" y="377"/>
                    <a:pt x="251" y="377"/>
                    <a:pt x="252" y="377"/>
                  </a:cubicBezTo>
                  <a:cubicBezTo>
                    <a:pt x="269" y="377"/>
                    <a:pt x="283" y="364"/>
                    <a:pt x="284" y="347"/>
                  </a:cubicBezTo>
                  <a:cubicBezTo>
                    <a:pt x="292" y="212"/>
                    <a:pt x="288" y="133"/>
                    <a:pt x="280" y="85"/>
                  </a:cubicBezTo>
                  <a:cubicBezTo>
                    <a:pt x="270" y="27"/>
                    <a:pt x="254" y="15"/>
                    <a:pt x="246" y="8"/>
                  </a:cubicBezTo>
                  <a:cubicBezTo>
                    <a:pt x="240" y="4"/>
                    <a:pt x="235" y="2"/>
                    <a:pt x="229" y="0"/>
                  </a:cubicBezTo>
                  <a:cubicBezTo>
                    <a:pt x="212" y="31"/>
                    <a:pt x="179" y="51"/>
                    <a:pt x="142" y="51"/>
                  </a:cubicBezTo>
                  <a:cubicBezTo>
                    <a:pt x="105" y="51"/>
                    <a:pt x="72" y="31"/>
                    <a:pt x="55" y="0"/>
                  </a:cubicBezTo>
                  <a:cubicBezTo>
                    <a:pt x="50" y="1"/>
                    <a:pt x="46" y="3"/>
                    <a:pt x="42" y="6"/>
                  </a:cubicBezTo>
                  <a:cubicBezTo>
                    <a:pt x="27" y="15"/>
                    <a:pt x="12" y="36"/>
                    <a:pt x="5" y="104"/>
                  </a:cubicBezTo>
                  <a:cubicBezTo>
                    <a:pt x="2" y="125"/>
                    <a:pt x="1" y="150"/>
                    <a:pt x="1" y="181"/>
                  </a:cubicBezTo>
                  <a:cubicBezTo>
                    <a:pt x="0" y="194"/>
                    <a:pt x="6" y="206"/>
                    <a:pt x="16" y="2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181"/>
            <p:cNvSpPr>
              <a:spLocks noEditPoints="1"/>
            </p:cNvSpPr>
            <p:nvPr/>
          </p:nvSpPr>
          <p:spPr bwMode="auto">
            <a:xfrm>
              <a:off x="8990013" y="4064000"/>
              <a:ext cx="276225" cy="274638"/>
            </a:xfrm>
            <a:custGeom>
              <a:avLst/>
              <a:gdLst>
                <a:gd name="T0" fmla="*/ 90 w 180"/>
                <a:gd name="T1" fmla="*/ 180 h 180"/>
                <a:gd name="T2" fmla="*/ 180 w 180"/>
                <a:gd name="T3" fmla="*/ 90 h 180"/>
                <a:gd name="T4" fmla="*/ 90 w 180"/>
                <a:gd name="T5" fmla="*/ 0 h 180"/>
                <a:gd name="T6" fmla="*/ 0 w 180"/>
                <a:gd name="T7" fmla="*/ 90 h 180"/>
                <a:gd name="T8" fmla="*/ 90 w 180"/>
                <a:gd name="T9" fmla="*/ 180 h 180"/>
                <a:gd name="T10" fmla="*/ 116 w 180"/>
                <a:gd name="T11" fmla="*/ 113 h 180"/>
                <a:gd name="T12" fmla="*/ 117 w 180"/>
                <a:gd name="T13" fmla="*/ 113 h 180"/>
                <a:gd name="T14" fmla="*/ 145 w 180"/>
                <a:gd name="T15" fmla="*/ 125 h 180"/>
                <a:gd name="T16" fmla="*/ 139 w 180"/>
                <a:gd name="T17" fmla="*/ 131 h 180"/>
                <a:gd name="T18" fmla="*/ 117 w 180"/>
                <a:gd name="T19" fmla="*/ 122 h 180"/>
                <a:gd name="T20" fmla="*/ 116 w 180"/>
                <a:gd name="T21" fmla="*/ 122 h 180"/>
                <a:gd name="T22" fmla="*/ 61 w 180"/>
                <a:gd name="T23" fmla="*/ 150 h 180"/>
                <a:gd name="T24" fmla="*/ 55 w 180"/>
                <a:gd name="T25" fmla="*/ 144 h 180"/>
                <a:gd name="T26" fmla="*/ 116 w 180"/>
                <a:gd name="T27" fmla="*/ 113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0" h="180">
                  <a:moveTo>
                    <a:pt x="90" y="180"/>
                  </a:moveTo>
                  <a:cubicBezTo>
                    <a:pt x="140" y="180"/>
                    <a:pt x="180" y="140"/>
                    <a:pt x="180" y="90"/>
                  </a:cubicBezTo>
                  <a:cubicBezTo>
                    <a:pt x="180" y="41"/>
                    <a:pt x="140" y="0"/>
                    <a:pt x="90" y="0"/>
                  </a:cubicBezTo>
                  <a:cubicBezTo>
                    <a:pt x="40" y="0"/>
                    <a:pt x="0" y="41"/>
                    <a:pt x="0" y="90"/>
                  </a:cubicBezTo>
                  <a:cubicBezTo>
                    <a:pt x="0" y="140"/>
                    <a:pt x="40" y="180"/>
                    <a:pt x="90" y="180"/>
                  </a:cubicBezTo>
                  <a:close/>
                  <a:moveTo>
                    <a:pt x="116" y="113"/>
                  </a:moveTo>
                  <a:cubicBezTo>
                    <a:pt x="116" y="113"/>
                    <a:pt x="116" y="113"/>
                    <a:pt x="117" y="113"/>
                  </a:cubicBezTo>
                  <a:cubicBezTo>
                    <a:pt x="128" y="113"/>
                    <a:pt x="137" y="117"/>
                    <a:pt x="145" y="125"/>
                  </a:cubicBezTo>
                  <a:cubicBezTo>
                    <a:pt x="139" y="131"/>
                    <a:pt x="139" y="131"/>
                    <a:pt x="139" y="131"/>
                  </a:cubicBezTo>
                  <a:cubicBezTo>
                    <a:pt x="133" y="125"/>
                    <a:pt x="125" y="122"/>
                    <a:pt x="117" y="122"/>
                  </a:cubicBezTo>
                  <a:cubicBezTo>
                    <a:pt x="116" y="122"/>
                    <a:pt x="116" y="122"/>
                    <a:pt x="116" y="122"/>
                  </a:cubicBezTo>
                  <a:cubicBezTo>
                    <a:pt x="90" y="122"/>
                    <a:pt x="61" y="150"/>
                    <a:pt x="61" y="150"/>
                  </a:cubicBezTo>
                  <a:cubicBezTo>
                    <a:pt x="55" y="144"/>
                    <a:pt x="55" y="144"/>
                    <a:pt x="55" y="144"/>
                  </a:cubicBezTo>
                  <a:cubicBezTo>
                    <a:pt x="56" y="143"/>
                    <a:pt x="86" y="113"/>
                    <a:pt x="116" y="1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182"/>
            <p:cNvSpPr>
              <a:spLocks/>
            </p:cNvSpPr>
            <p:nvPr/>
          </p:nvSpPr>
          <p:spPr bwMode="auto">
            <a:xfrm>
              <a:off x="9053513" y="3811588"/>
              <a:ext cx="42863" cy="196850"/>
            </a:xfrm>
            <a:custGeom>
              <a:avLst/>
              <a:gdLst>
                <a:gd name="T0" fmla="*/ 24 w 28"/>
                <a:gd name="T1" fmla="*/ 12 h 129"/>
                <a:gd name="T2" fmla="*/ 20 w 28"/>
                <a:gd name="T3" fmla="*/ 4 h 129"/>
                <a:gd name="T4" fmla="*/ 2 w 28"/>
                <a:gd name="T5" fmla="*/ 42 h 129"/>
                <a:gd name="T6" fmla="*/ 14 w 28"/>
                <a:gd name="T7" fmla="*/ 87 h 129"/>
                <a:gd name="T8" fmla="*/ 4 w 28"/>
                <a:gd name="T9" fmla="*/ 117 h 129"/>
                <a:gd name="T10" fmla="*/ 9 w 28"/>
                <a:gd name="T11" fmla="*/ 124 h 129"/>
                <a:gd name="T12" fmla="*/ 20 w 28"/>
                <a:gd name="T13" fmla="*/ 77 h 129"/>
                <a:gd name="T14" fmla="*/ 11 w 28"/>
                <a:gd name="T15" fmla="*/ 32 h 129"/>
                <a:gd name="T16" fmla="*/ 24 w 28"/>
                <a:gd name="T17" fmla="*/ 12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29">
                  <a:moveTo>
                    <a:pt x="24" y="12"/>
                  </a:moveTo>
                  <a:cubicBezTo>
                    <a:pt x="28" y="9"/>
                    <a:pt x="24" y="0"/>
                    <a:pt x="20" y="4"/>
                  </a:cubicBezTo>
                  <a:cubicBezTo>
                    <a:pt x="11" y="13"/>
                    <a:pt x="3" y="26"/>
                    <a:pt x="2" y="42"/>
                  </a:cubicBezTo>
                  <a:cubicBezTo>
                    <a:pt x="0" y="60"/>
                    <a:pt x="13" y="71"/>
                    <a:pt x="14" y="87"/>
                  </a:cubicBezTo>
                  <a:cubicBezTo>
                    <a:pt x="15" y="98"/>
                    <a:pt x="10" y="110"/>
                    <a:pt x="4" y="117"/>
                  </a:cubicBezTo>
                  <a:cubicBezTo>
                    <a:pt x="1" y="122"/>
                    <a:pt x="6" y="129"/>
                    <a:pt x="9" y="124"/>
                  </a:cubicBezTo>
                  <a:cubicBezTo>
                    <a:pt x="19" y="112"/>
                    <a:pt x="23" y="95"/>
                    <a:pt x="20" y="77"/>
                  </a:cubicBezTo>
                  <a:cubicBezTo>
                    <a:pt x="17" y="60"/>
                    <a:pt x="5" y="52"/>
                    <a:pt x="11" y="32"/>
                  </a:cubicBezTo>
                  <a:cubicBezTo>
                    <a:pt x="14" y="24"/>
                    <a:pt x="19" y="17"/>
                    <a:pt x="2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183"/>
            <p:cNvSpPr>
              <a:spLocks/>
            </p:cNvSpPr>
            <p:nvPr/>
          </p:nvSpPr>
          <p:spPr bwMode="auto">
            <a:xfrm>
              <a:off x="9120188" y="3811588"/>
              <a:ext cx="42863" cy="196850"/>
            </a:xfrm>
            <a:custGeom>
              <a:avLst/>
              <a:gdLst>
                <a:gd name="T0" fmla="*/ 24 w 28"/>
                <a:gd name="T1" fmla="*/ 12 h 129"/>
                <a:gd name="T2" fmla="*/ 20 w 28"/>
                <a:gd name="T3" fmla="*/ 4 h 129"/>
                <a:gd name="T4" fmla="*/ 1 w 28"/>
                <a:gd name="T5" fmla="*/ 42 h 129"/>
                <a:gd name="T6" fmla="*/ 14 w 28"/>
                <a:gd name="T7" fmla="*/ 87 h 129"/>
                <a:gd name="T8" fmla="*/ 4 w 28"/>
                <a:gd name="T9" fmla="*/ 117 h 129"/>
                <a:gd name="T10" fmla="*/ 9 w 28"/>
                <a:gd name="T11" fmla="*/ 124 h 129"/>
                <a:gd name="T12" fmla="*/ 20 w 28"/>
                <a:gd name="T13" fmla="*/ 77 h 129"/>
                <a:gd name="T14" fmla="*/ 11 w 28"/>
                <a:gd name="T15" fmla="*/ 32 h 129"/>
                <a:gd name="T16" fmla="*/ 24 w 28"/>
                <a:gd name="T17" fmla="*/ 12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29">
                  <a:moveTo>
                    <a:pt x="24" y="12"/>
                  </a:moveTo>
                  <a:cubicBezTo>
                    <a:pt x="28" y="9"/>
                    <a:pt x="24" y="0"/>
                    <a:pt x="20" y="4"/>
                  </a:cubicBezTo>
                  <a:cubicBezTo>
                    <a:pt x="10" y="13"/>
                    <a:pt x="3" y="26"/>
                    <a:pt x="1" y="42"/>
                  </a:cubicBezTo>
                  <a:cubicBezTo>
                    <a:pt x="0" y="60"/>
                    <a:pt x="12" y="71"/>
                    <a:pt x="14" y="87"/>
                  </a:cubicBezTo>
                  <a:cubicBezTo>
                    <a:pt x="15" y="98"/>
                    <a:pt x="10" y="110"/>
                    <a:pt x="4" y="117"/>
                  </a:cubicBezTo>
                  <a:cubicBezTo>
                    <a:pt x="0" y="122"/>
                    <a:pt x="6" y="129"/>
                    <a:pt x="9" y="124"/>
                  </a:cubicBezTo>
                  <a:cubicBezTo>
                    <a:pt x="19" y="112"/>
                    <a:pt x="23" y="95"/>
                    <a:pt x="20" y="77"/>
                  </a:cubicBezTo>
                  <a:cubicBezTo>
                    <a:pt x="17" y="60"/>
                    <a:pt x="4" y="52"/>
                    <a:pt x="11" y="32"/>
                  </a:cubicBezTo>
                  <a:cubicBezTo>
                    <a:pt x="14" y="24"/>
                    <a:pt x="19" y="17"/>
                    <a:pt x="2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184"/>
            <p:cNvSpPr>
              <a:spLocks/>
            </p:cNvSpPr>
            <p:nvPr/>
          </p:nvSpPr>
          <p:spPr bwMode="auto">
            <a:xfrm>
              <a:off x="9186863" y="3811588"/>
              <a:ext cx="42863" cy="196850"/>
            </a:xfrm>
            <a:custGeom>
              <a:avLst/>
              <a:gdLst>
                <a:gd name="T0" fmla="*/ 24 w 28"/>
                <a:gd name="T1" fmla="*/ 12 h 129"/>
                <a:gd name="T2" fmla="*/ 21 w 28"/>
                <a:gd name="T3" fmla="*/ 4 h 129"/>
                <a:gd name="T4" fmla="*/ 2 w 28"/>
                <a:gd name="T5" fmla="*/ 42 h 129"/>
                <a:gd name="T6" fmla="*/ 15 w 28"/>
                <a:gd name="T7" fmla="*/ 87 h 129"/>
                <a:gd name="T8" fmla="*/ 5 w 28"/>
                <a:gd name="T9" fmla="*/ 117 h 129"/>
                <a:gd name="T10" fmla="*/ 10 w 28"/>
                <a:gd name="T11" fmla="*/ 124 h 129"/>
                <a:gd name="T12" fmla="*/ 21 w 28"/>
                <a:gd name="T13" fmla="*/ 77 h 129"/>
                <a:gd name="T14" fmla="*/ 12 w 28"/>
                <a:gd name="T15" fmla="*/ 32 h 129"/>
                <a:gd name="T16" fmla="*/ 24 w 28"/>
                <a:gd name="T17" fmla="*/ 12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29">
                  <a:moveTo>
                    <a:pt x="24" y="12"/>
                  </a:moveTo>
                  <a:cubicBezTo>
                    <a:pt x="28" y="9"/>
                    <a:pt x="25" y="0"/>
                    <a:pt x="21" y="4"/>
                  </a:cubicBezTo>
                  <a:cubicBezTo>
                    <a:pt x="11" y="13"/>
                    <a:pt x="4" y="26"/>
                    <a:pt x="2" y="42"/>
                  </a:cubicBezTo>
                  <a:cubicBezTo>
                    <a:pt x="0" y="60"/>
                    <a:pt x="13" y="71"/>
                    <a:pt x="15" y="87"/>
                  </a:cubicBezTo>
                  <a:cubicBezTo>
                    <a:pt x="15" y="98"/>
                    <a:pt x="10" y="110"/>
                    <a:pt x="5" y="117"/>
                  </a:cubicBezTo>
                  <a:cubicBezTo>
                    <a:pt x="1" y="122"/>
                    <a:pt x="6" y="129"/>
                    <a:pt x="10" y="124"/>
                  </a:cubicBezTo>
                  <a:cubicBezTo>
                    <a:pt x="20" y="112"/>
                    <a:pt x="24" y="95"/>
                    <a:pt x="21" y="77"/>
                  </a:cubicBezTo>
                  <a:cubicBezTo>
                    <a:pt x="17" y="60"/>
                    <a:pt x="5" y="52"/>
                    <a:pt x="12" y="32"/>
                  </a:cubicBezTo>
                  <a:cubicBezTo>
                    <a:pt x="14" y="24"/>
                    <a:pt x="19" y="17"/>
                    <a:pt x="2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185"/>
            <p:cNvSpPr>
              <a:spLocks noEditPoints="1"/>
            </p:cNvSpPr>
            <p:nvPr/>
          </p:nvSpPr>
          <p:spPr bwMode="auto">
            <a:xfrm>
              <a:off x="8812213" y="5513388"/>
              <a:ext cx="111125" cy="107950"/>
            </a:xfrm>
            <a:custGeom>
              <a:avLst/>
              <a:gdLst>
                <a:gd name="T0" fmla="*/ 69 w 72"/>
                <a:gd name="T1" fmla="*/ 60 h 71"/>
                <a:gd name="T2" fmla="*/ 59 w 72"/>
                <a:gd name="T3" fmla="*/ 44 h 71"/>
                <a:gd name="T4" fmla="*/ 46 w 72"/>
                <a:gd name="T5" fmla="*/ 8 h 71"/>
                <a:gd name="T6" fmla="*/ 46 w 72"/>
                <a:gd name="T7" fmla="*/ 5 h 71"/>
                <a:gd name="T8" fmla="*/ 45 w 72"/>
                <a:gd name="T9" fmla="*/ 2 h 71"/>
                <a:gd name="T10" fmla="*/ 40 w 72"/>
                <a:gd name="T11" fmla="*/ 0 h 71"/>
                <a:gd name="T12" fmla="*/ 35 w 72"/>
                <a:gd name="T13" fmla="*/ 3 h 71"/>
                <a:gd name="T14" fmla="*/ 23 w 72"/>
                <a:gd name="T15" fmla="*/ 25 h 71"/>
                <a:gd name="T16" fmla="*/ 11 w 72"/>
                <a:gd name="T17" fmla="*/ 44 h 71"/>
                <a:gd name="T18" fmla="*/ 0 w 72"/>
                <a:gd name="T19" fmla="*/ 63 h 71"/>
                <a:gd name="T20" fmla="*/ 2 w 72"/>
                <a:gd name="T21" fmla="*/ 67 h 71"/>
                <a:gd name="T22" fmla="*/ 6 w 72"/>
                <a:gd name="T23" fmla="*/ 69 h 71"/>
                <a:gd name="T24" fmla="*/ 9 w 72"/>
                <a:gd name="T25" fmla="*/ 68 h 71"/>
                <a:gd name="T26" fmla="*/ 14 w 72"/>
                <a:gd name="T27" fmla="*/ 61 h 71"/>
                <a:gd name="T28" fmla="*/ 19 w 72"/>
                <a:gd name="T29" fmla="*/ 52 h 71"/>
                <a:gd name="T30" fmla="*/ 22 w 72"/>
                <a:gd name="T31" fmla="*/ 53 h 71"/>
                <a:gd name="T32" fmla="*/ 24 w 72"/>
                <a:gd name="T33" fmla="*/ 53 h 71"/>
                <a:gd name="T34" fmla="*/ 38 w 72"/>
                <a:gd name="T35" fmla="*/ 50 h 71"/>
                <a:gd name="T36" fmla="*/ 49 w 72"/>
                <a:gd name="T37" fmla="*/ 48 h 71"/>
                <a:gd name="T38" fmla="*/ 49 w 72"/>
                <a:gd name="T39" fmla="*/ 48 h 71"/>
                <a:gd name="T40" fmla="*/ 52 w 72"/>
                <a:gd name="T41" fmla="*/ 56 h 71"/>
                <a:gd name="T42" fmla="*/ 59 w 72"/>
                <a:gd name="T43" fmla="*/ 67 h 71"/>
                <a:gd name="T44" fmla="*/ 66 w 72"/>
                <a:gd name="T45" fmla="*/ 71 h 71"/>
                <a:gd name="T46" fmla="*/ 70 w 72"/>
                <a:gd name="T47" fmla="*/ 69 h 71"/>
                <a:gd name="T48" fmla="*/ 72 w 72"/>
                <a:gd name="T49" fmla="*/ 65 h 71"/>
                <a:gd name="T50" fmla="*/ 71 w 72"/>
                <a:gd name="T51" fmla="*/ 63 h 71"/>
                <a:gd name="T52" fmla="*/ 69 w 72"/>
                <a:gd name="T53" fmla="*/ 60 h 71"/>
                <a:gd name="T54" fmla="*/ 41 w 72"/>
                <a:gd name="T55" fmla="*/ 39 h 71"/>
                <a:gd name="T56" fmla="*/ 31 w 72"/>
                <a:gd name="T57" fmla="*/ 41 h 71"/>
                <a:gd name="T58" fmla="*/ 25 w 72"/>
                <a:gd name="T59" fmla="*/ 42 h 71"/>
                <a:gd name="T60" fmla="*/ 38 w 72"/>
                <a:gd name="T61" fmla="*/ 17 h 71"/>
                <a:gd name="T62" fmla="*/ 39 w 72"/>
                <a:gd name="T63" fmla="*/ 19 h 71"/>
                <a:gd name="T64" fmla="*/ 45 w 72"/>
                <a:gd name="T65" fmla="*/ 39 h 71"/>
                <a:gd name="T66" fmla="*/ 41 w 72"/>
                <a:gd name="T67" fmla="*/ 39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2" h="71">
                  <a:moveTo>
                    <a:pt x="69" y="60"/>
                  </a:moveTo>
                  <a:cubicBezTo>
                    <a:pt x="65" y="56"/>
                    <a:pt x="62" y="51"/>
                    <a:pt x="59" y="44"/>
                  </a:cubicBezTo>
                  <a:cubicBezTo>
                    <a:pt x="56" y="37"/>
                    <a:pt x="52" y="25"/>
                    <a:pt x="46" y="8"/>
                  </a:cubicBezTo>
                  <a:cubicBezTo>
                    <a:pt x="46" y="8"/>
                    <a:pt x="46" y="7"/>
                    <a:pt x="46" y="5"/>
                  </a:cubicBezTo>
                  <a:cubicBezTo>
                    <a:pt x="46" y="4"/>
                    <a:pt x="46" y="3"/>
                    <a:pt x="45" y="2"/>
                  </a:cubicBezTo>
                  <a:cubicBezTo>
                    <a:pt x="44" y="1"/>
                    <a:pt x="42" y="0"/>
                    <a:pt x="40" y="0"/>
                  </a:cubicBezTo>
                  <a:cubicBezTo>
                    <a:pt x="38" y="0"/>
                    <a:pt x="37" y="1"/>
                    <a:pt x="35" y="3"/>
                  </a:cubicBezTo>
                  <a:cubicBezTo>
                    <a:pt x="34" y="6"/>
                    <a:pt x="29" y="13"/>
                    <a:pt x="23" y="25"/>
                  </a:cubicBezTo>
                  <a:cubicBezTo>
                    <a:pt x="19" y="32"/>
                    <a:pt x="15" y="38"/>
                    <a:pt x="11" y="44"/>
                  </a:cubicBezTo>
                  <a:cubicBezTo>
                    <a:pt x="4" y="56"/>
                    <a:pt x="0" y="62"/>
                    <a:pt x="0" y="63"/>
                  </a:cubicBezTo>
                  <a:cubicBezTo>
                    <a:pt x="0" y="65"/>
                    <a:pt x="0" y="66"/>
                    <a:pt x="2" y="67"/>
                  </a:cubicBezTo>
                  <a:cubicBezTo>
                    <a:pt x="4" y="68"/>
                    <a:pt x="5" y="69"/>
                    <a:pt x="6" y="69"/>
                  </a:cubicBezTo>
                  <a:cubicBezTo>
                    <a:pt x="7" y="69"/>
                    <a:pt x="8" y="69"/>
                    <a:pt x="9" y="68"/>
                  </a:cubicBezTo>
                  <a:cubicBezTo>
                    <a:pt x="10" y="68"/>
                    <a:pt x="12" y="65"/>
                    <a:pt x="14" y="61"/>
                  </a:cubicBezTo>
                  <a:cubicBezTo>
                    <a:pt x="17" y="57"/>
                    <a:pt x="18" y="54"/>
                    <a:pt x="19" y="52"/>
                  </a:cubicBezTo>
                  <a:cubicBezTo>
                    <a:pt x="20" y="53"/>
                    <a:pt x="21" y="53"/>
                    <a:pt x="22" y="53"/>
                  </a:cubicBezTo>
                  <a:cubicBezTo>
                    <a:pt x="22" y="53"/>
                    <a:pt x="23" y="53"/>
                    <a:pt x="24" y="53"/>
                  </a:cubicBezTo>
                  <a:cubicBezTo>
                    <a:pt x="27" y="52"/>
                    <a:pt x="32" y="51"/>
                    <a:pt x="38" y="50"/>
                  </a:cubicBezTo>
                  <a:cubicBezTo>
                    <a:pt x="43" y="48"/>
                    <a:pt x="47" y="48"/>
                    <a:pt x="49" y="48"/>
                  </a:cubicBezTo>
                  <a:cubicBezTo>
                    <a:pt x="49" y="48"/>
                    <a:pt x="49" y="48"/>
                    <a:pt x="49" y="48"/>
                  </a:cubicBezTo>
                  <a:cubicBezTo>
                    <a:pt x="49" y="49"/>
                    <a:pt x="50" y="51"/>
                    <a:pt x="52" y="56"/>
                  </a:cubicBezTo>
                  <a:cubicBezTo>
                    <a:pt x="54" y="61"/>
                    <a:pt x="56" y="64"/>
                    <a:pt x="59" y="67"/>
                  </a:cubicBezTo>
                  <a:cubicBezTo>
                    <a:pt x="61" y="70"/>
                    <a:pt x="63" y="71"/>
                    <a:pt x="66" y="71"/>
                  </a:cubicBezTo>
                  <a:cubicBezTo>
                    <a:pt x="67" y="71"/>
                    <a:pt x="69" y="70"/>
                    <a:pt x="70" y="69"/>
                  </a:cubicBezTo>
                  <a:cubicBezTo>
                    <a:pt x="71" y="68"/>
                    <a:pt x="72" y="67"/>
                    <a:pt x="72" y="65"/>
                  </a:cubicBezTo>
                  <a:cubicBezTo>
                    <a:pt x="72" y="64"/>
                    <a:pt x="72" y="63"/>
                    <a:pt x="71" y="63"/>
                  </a:cubicBezTo>
                  <a:cubicBezTo>
                    <a:pt x="71" y="62"/>
                    <a:pt x="70" y="61"/>
                    <a:pt x="69" y="60"/>
                  </a:cubicBezTo>
                  <a:close/>
                  <a:moveTo>
                    <a:pt x="41" y="39"/>
                  </a:moveTo>
                  <a:cubicBezTo>
                    <a:pt x="36" y="40"/>
                    <a:pt x="32" y="41"/>
                    <a:pt x="31" y="41"/>
                  </a:cubicBezTo>
                  <a:cubicBezTo>
                    <a:pt x="29" y="41"/>
                    <a:pt x="27" y="42"/>
                    <a:pt x="25" y="42"/>
                  </a:cubicBezTo>
                  <a:cubicBezTo>
                    <a:pt x="38" y="17"/>
                    <a:pt x="38" y="17"/>
                    <a:pt x="38" y="17"/>
                  </a:cubicBezTo>
                  <a:cubicBezTo>
                    <a:pt x="38" y="18"/>
                    <a:pt x="38" y="18"/>
                    <a:pt x="39" y="19"/>
                  </a:cubicBezTo>
                  <a:cubicBezTo>
                    <a:pt x="42" y="30"/>
                    <a:pt x="44" y="37"/>
                    <a:pt x="45" y="39"/>
                  </a:cubicBezTo>
                  <a:cubicBezTo>
                    <a:pt x="44" y="39"/>
                    <a:pt x="43" y="39"/>
                    <a:pt x="41"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186"/>
            <p:cNvSpPr>
              <a:spLocks/>
            </p:cNvSpPr>
            <p:nvPr/>
          </p:nvSpPr>
          <p:spPr bwMode="auto">
            <a:xfrm>
              <a:off x="8932863" y="5543550"/>
              <a:ext cx="87313" cy="73025"/>
            </a:xfrm>
            <a:custGeom>
              <a:avLst/>
              <a:gdLst>
                <a:gd name="T0" fmla="*/ 55 w 57"/>
                <a:gd name="T1" fmla="*/ 35 h 48"/>
                <a:gd name="T2" fmla="*/ 53 w 57"/>
                <a:gd name="T3" fmla="*/ 36 h 48"/>
                <a:gd name="T4" fmla="*/ 50 w 57"/>
                <a:gd name="T5" fmla="*/ 36 h 48"/>
                <a:gd name="T6" fmla="*/ 46 w 57"/>
                <a:gd name="T7" fmla="*/ 19 h 48"/>
                <a:gd name="T8" fmla="*/ 34 w 57"/>
                <a:gd name="T9" fmla="*/ 2 h 48"/>
                <a:gd name="T10" fmla="*/ 11 w 57"/>
                <a:gd name="T11" fmla="*/ 26 h 48"/>
                <a:gd name="T12" fmla="*/ 14 w 57"/>
                <a:gd name="T13" fmla="*/ 9 h 48"/>
                <a:gd name="T14" fmla="*/ 13 w 57"/>
                <a:gd name="T15" fmla="*/ 2 h 48"/>
                <a:gd name="T16" fmla="*/ 9 w 57"/>
                <a:gd name="T17" fmla="*/ 0 h 48"/>
                <a:gd name="T18" fmla="*/ 5 w 57"/>
                <a:gd name="T19" fmla="*/ 3 h 48"/>
                <a:gd name="T20" fmla="*/ 3 w 57"/>
                <a:gd name="T21" fmla="*/ 8 h 48"/>
                <a:gd name="T22" fmla="*/ 1 w 57"/>
                <a:gd name="T23" fmla="*/ 32 h 48"/>
                <a:gd name="T24" fmla="*/ 0 w 57"/>
                <a:gd name="T25" fmla="*/ 41 h 48"/>
                <a:gd name="T26" fmla="*/ 7 w 57"/>
                <a:gd name="T27" fmla="*/ 48 h 48"/>
                <a:gd name="T28" fmla="*/ 9 w 57"/>
                <a:gd name="T29" fmla="*/ 47 h 48"/>
                <a:gd name="T30" fmla="*/ 10 w 57"/>
                <a:gd name="T31" fmla="*/ 44 h 48"/>
                <a:gd name="T32" fmla="*/ 20 w 57"/>
                <a:gd name="T33" fmla="*/ 26 h 48"/>
                <a:gd name="T34" fmla="*/ 32 w 57"/>
                <a:gd name="T35" fmla="*/ 14 h 48"/>
                <a:gd name="T36" fmla="*/ 36 w 57"/>
                <a:gd name="T37" fmla="*/ 25 h 48"/>
                <a:gd name="T38" fmla="*/ 39 w 57"/>
                <a:gd name="T39" fmla="*/ 41 h 48"/>
                <a:gd name="T40" fmla="*/ 39 w 57"/>
                <a:gd name="T41" fmla="*/ 41 h 48"/>
                <a:gd name="T42" fmla="*/ 47 w 57"/>
                <a:gd name="T43" fmla="*/ 45 h 48"/>
                <a:gd name="T44" fmla="*/ 54 w 57"/>
                <a:gd name="T45" fmla="*/ 43 h 48"/>
                <a:gd name="T46" fmla="*/ 57 w 57"/>
                <a:gd name="T47" fmla="*/ 38 h 48"/>
                <a:gd name="T48" fmla="*/ 55 w 57"/>
                <a:gd name="T49" fmla="*/ 3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7" h="48">
                  <a:moveTo>
                    <a:pt x="55" y="35"/>
                  </a:moveTo>
                  <a:cubicBezTo>
                    <a:pt x="54" y="35"/>
                    <a:pt x="54" y="35"/>
                    <a:pt x="53" y="36"/>
                  </a:cubicBezTo>
                  <a:cubicBezTo>
                    <a:pt x="52" y="36"/>
                    <a:pt x="51" y="36"/>
                    <a:pt x="50" y="36"/>
                  </a:cubicBezTo>
                  <a:cubicBezTo>
                    <a:pt x="49" y="36"/>
                    <a:pt x="47" y="30"/>
                    <a:pt x="46" y="19"/>
                  </a:cubicBezTo>
                  <a:cubicBezTo>
                    <a:pt x="45" y="8"/>
                    <a:pt x="41" y="2"/>
                    <a:pt x="34" y="2"/>
                  </a:cubicBezTo>
                  <a:cubicBezTo>
                    <a:pt x="25" y="2"/>
                    <a:pt x="18" y="10"/>
                    <a:pt x="11" y="26"/>
                  </a:cubicBezTo>
                  <a:cubicBezTo>
                    <a:pt x="13" y="17"/>
                    <a:pt x="14" y="12"/>
                    <a:pt x="14" y="9"/>
                  </a:cubicBezTo>
                  <a:cubicBezTo>
                    <a:pt x="14" y="5"/>
                    <a:pt x="14" y="3"/>
                    <a:pt x="13" y="2"/>
                  </a:cubicBezTo>
                  <a:cubicBezTo>
                    <a:pt x="12" y="1"/>
                    <a:pt x="10" y="0"/>
                    <a:pt x="9" y="0"/>
                  </a:cubicBezTo>
                  <a:cubicBezTo>
                    <a:pt x="7" y="0"/>
                    <a:pt x="6" y="1"/>
                    <a:pt x="5" y="3"/>
                  </a:cubicBezTo>
                  <a:cubicBezTo>
                    <a:pt x="3" y="5"/>
                    <a:pt x="3" y="6"/>
                    <a:pt x="3" y="8"/>
                  </a:cubicBezTo>
                  <a:cubicBezTo>
                    <a:pt x="3" y="17"/>
                    <a:pt x="2" y="25"/>
                    <a:pt x="1" y="32"/>
                  </a:cubicBezTo>
                  <a:cubicBezTo>
                    <a:pt x="0" y="37"/>
                    <a:pt x="0" y="40"/>
                    <a:pt x="0" y="41"/>
                  </a:cubicBezTo>
                  <a:cubicBezTo>
                    <a:pt x="0" y="46"/>
                    <a:pt x="2" y="48"/>
                    <a:pt x="7" y="48"/>
                  </a:cubicBezTo>
                  <a:cubicBezTo>
                    <a:pt x="7" y="48"/>
                    <a:pt x="8" y="47"/>
                    <a:pt x="9" y="47"/>
                  </a:cubicBezTo>
                  <a:cubicBezTo>
                    <a:pt x="10" y="46"/>
                    <a:pt x="10" y="45"/>
                    <a:pt x="10" y="44"/>
                  </a:cubicBezTo>
                  <a:cubicBezTo>
                    <a:pt x="12" y="40"/>
                    <a:pt x="15" y="34"/>
                    <a:pt x="20" y="26"/>
                  </a:cubicBezTo>
                  <a:cubicBezTo>
                    <a:pt x="26" y="18"/>
                    <a:pt x="29" y="14"/>
                    <a:pt x="32" y="14"/>
                  </a:cubicBezTo>
                  <a:cubicBezTo>
                    <a:pt x="34" y="14"/>
                    <a:pt x="35" y="17"/>
                    <a:pt x="36" y="25"/>
                  </a:cubicBezTo>
                  <a:cubicBezTo>
                    <a:pt x="37" y="33"/>
                    <a:pt x="38" y="38"/>
                    <a:pt x="39" y="41"/>
                  </a:cubicBezTo>
                  <a:cubicBezTo>
                    <a:pt x="39" y="41"/>
                    <a:pt x="39" y="41"/>
                    <a:pt x="39" y="41"/>
                  </a:cubicBezTo>
                  <a:cubicBezTo>
                    <a:pt x="41" y="44"/>
                    <a:pt x="43" y="45"/>
                    <a:pt x="47" y="45"/>
                  </a:cubicBezTo>
                  <a:cubicBezTo>
                    <a:pt x="50" y="45"/>
                    <a:pt x="52" y="44"/>
                    <a:pt x="54" y="43"/>
                  </a:cubicBezTo>
                  <a:cubicBezTo>
                    <a:pt x="56" y="41"/>
                    <a:pt x="57" y="39"/>
                    <a:pt x="57" y="38"/>
                  </a:cubicBezTo>
                  <a:cubicBezTo>
                    <a:pt x="57" y="36"/>
                    <a:pt x="57" y="35"/>
                    <a:pt x="55"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187"/>
            <p:cNvSpPr>
              <a:spLocks/>
            </p:cNvSpPr>
            <p:nvPr/>
          </p:nvSpPr>
          <p:spPr bwMode="auto">
            <a:xfrm>
              <a:off x="9020175" y="5537200"/>
              <a:ext cx="77788" cy="87313"/>
            </a:xfrm>
            <a:custGeom>
              <a:avLst/>
              <a:gdLst>
                <a:gd name="T0" fmla="*/ 51 w 51"/>
                <a:gd name="T1" fmla="*/ 5 h 57"/>
                <a:gd name="T2" fmla="*/ 49 w 51"/>
                <a:gd name="T3" fmla="*/ 1 h 57"/>
                <a:gd name="T4" fmla="*/ 45 w 51"/>
                <a:gd name="T5" fmla="*/ 0 h 57"/>
                <a:gd name="T6" fmla="*/ 42 w 51"/>
                <a:gd name="T7" fmla="*/ 0 h 57"/>
                <a:gd name="T8" fmla="*/ 39 w 51"/>
                <a:gd name="T9" fmla="*/ 4 h 57"/>
                <a:gd name="T10" fmla="*/ 31 w 51"/>
                <a:gd name="T11" fmla="*/ 15 h 57"/>
                <a:gd name="T12" fmla="*/ 30 w 51"/>
                <a:gd name="T13" fmla="*/ 17 h 57"/>
                <a:gd name="T14" fmla="*/ 25 w 51"/>
                <a:gd name="T15" fmla="*/ 22 h 57"/>
                <a:gd name="T16" fmla="*/ 19 w 51"/>
                <a:gd name="T17" fmla="*/ 7 h 57"/>
                <a:gd name="T18" fmla="*/ 15 w 51"/>
                <a:gd name="T19" fmla="*/ 1 h 57"/>
                <a:gd name="T20" fmla="*/ 8 w 51"/>
                <a:gd name="T21" fmla="*/ 8 h 57"/>
                <a:gd name="T22" fmla="*/ 17 w 51"/>
                <a:gd name="T23" fmla="*/ 28 h 57"/>
                <a:gd name="T24" fmla="*/ 14 w 51"/>
                <a:gd name="T25" fmla="*/ 30 h 57"/>
                <a:gd name="T26" fmla="*/ 2 w 51"/>
                <a:gd name="T27" fmla="*/ 43 h 57"/>
                <a:gd name="T28" fmla="*/ 0 w 51"/>
                <a:gd name="T29" fmla="*/ 50 h 57"/>
                <a:gd name="T30" fmla="*/ 2 w 51"/>
                <a:gd name="T31" fmla="*/ 55 h 57"/>
                <a:gd name="T32" fmla="*/ 7 w 51"/>
                <a:gd name="T33" fmla="*/ 57 h 57"/>
                <a:gd name="T34" fmla="*/ 10 w 51"/>
                <a:gd name="T35" fmla="*/ 51 h 57"/>
                <a:gd name="T36" fmla="*/ 22 w 51"/>
                <a:gd name="T37" fmla="*/ 36 h 57"/>
                <a:gd name="T38" fmla="*/ 41 w 51"/>
                <a:gd name="T39" fmla="*/ 52 h 57"/>
                <a:gd name="T40" fmla="*/ 46 w 51"/>
                <a:gd name="T41" fmla="*/ 50 h 57"/>
                <a:gd name="T42" fmla="*/ 47 w 51"/>
                <a:gd name="T43" fmla="*/ 46 h 57"/>
                <a:gd name="T44" fmla="*/ 47 w 51"/>
                <a:gd name="T45" fmla="*/ 44 h 57"/>
                <a:gd name="T46" fmla="*/ 45 w 51"/>
                <a:gd name="T47" fmla="*/ 43 h 57"/>
                <a:gd name="T48" fmla="*/ 30 w 51"/>
                <a:gd name="T49" fmla="*/ 29 h 57"/>
                <a:gd name="T50" fmla="*/ 51 w 51"/>
                <a:gd name="T51"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1" h="57">
                  <a:moveTo>
                    <a:pt x="51" y="5"/>
                  </a:moveTo>
                  <a:cubicBezTo>
                    <a:pt x="51" y="4"/>
                    <a:pt x="50" y="2"/>
                    <a:pt x="49" y="1"/>
                  </a:cubicBezTo>
                  <a:cubicBezTo>
                    <a:pt x="48" y="0"/>
                    <a:pt x="47" y="0"/>
                    <a:pt x="45" y="0"/>
                  </a:cubicBezTo>
                  <a:cubicBezTo>
                    <a:pt x="44" y="0"/>
                    <a:pt x="43" y="0"/>
                    <a:pt x="42" y="0"/>
                  </a:cubicBezTo>
                  <a:cubicBezTo>
                    <a:pt x="41" y="1"/>
                    <a:pt x="40" y="2"/>
                    <a:pt x="39" y="4"/>
                  </a:cubicBezTo>
                  <a:cubicBezTo>
                    <a:pt x="38" y="7"/>
                    <a:pt x="35" y="11"/>
                    <a:pt x="31" y="15"/>
                  </a:cubicBezTo>
                  <a:cubicBezTo>
                    <a:pt x="31" y="16"/>
                    <a:pt x="30" y="16"/>
                    <a:pt x="30" y="17"/>
                  </a:cubicBezTo>
                  <a:cubicBezTo>
                    <a:pt x="28" y="19"/>
                    <a:pt x="26" y="20"/>
                    <a:pt x="25" y="22"/>
                  </a:cubicBezTo>
                  <a:cubicBezTo>
                    <a:pt x="21" y="17"/>
                    <a:pt x="20" y="12"/>
                    <a:pt x="19" y="7"/>
                  </a:cubicBezTo>
                  <a:cubicBezTo>
                    <a:pt x="19" y="3"/>
                    <a:pt x="18" y="1"/>
                    <a:pt x="15" y="1"/>
                  </a:cubicBezTo>
                  <a:cubicBezTo>
                    <a:pt x="10" y="1"/>
                    <a:pt x="8" y="3"/>
                    <a:pt x="8" y="8"/>
                  </a:cubicBezTo>
                  <a:cubicBezTo>
                    <a:pt x="8" y="13"/>
                    <a:pt x="11" y="19"/>
                    <a:pt x="17" y="28"/>
                  </a:cubicBezTo>
                  <a:cubicBezTo>
                    <a:pt x="16" y="29"/>
                    <a:pt x="15" y="29"/>
                    <a:pt x="14" y="30"/>
                  </a:cubicBezTo>
                  <a:cubicBezTo>
                    <a:pt x="8" y="36"/>
                    <a:pt x="4" y="41"/>
                    <a:pt x="2" y="43"/>
                  </a:cubicBezTo>
                  <a:cubicBezTo>
                    <a:pt x="0" y="46"/>
                    <a:pt x="0" y="48"/>
                    <a:pt x="0" y="50"/>
                  </a:cubicBezTo>
                  <a:cubicBezTo>
                    <a:pt x="0" y="52"/>
                    <a:pt x="0" y="54"/>
                    <a:pt x="2" y="55"/>
                  </a:cubicBezTo>
                  <a:cubicBezTo>
                    <a:pt x="3" y="56"/>
                    <a:pt x="5" y="56"/>
                    <a:pt x="7" y="57"/>
                  </a:cubicBezTo>
                  <a:cubicBezTo>
                    <a:pt x="8" y="55"/>
                    <a:pt x="10" y="54"/>
                    <a:pt x="10" y="51"/>
                  </a:cubicBezTo>
                  <a:cubicBezTo>
                    <a:pt x="13" y="46"/>
                    <a:pt x="17" y="41"/>
                    <a:pt x="22" y="36"/>
                  </a:cubicBezTo>
                  <a:cubicBezTo>
                    <a:pt x="30" y="46"/>
                    <a:pt x="36" y="52"/>
                    <a:pt x="41" y="52"/>
                  </a:cubicBezTo>
                  <a:cubicBezTo>
                    <a:pt x="43" y="52"/>
                    <a:pt x="44" y="51"/>
                    <a:pt x="46" y="50"/>
                  </a:cubicBezTo>
                  <a:cubicBezTo>
                    <a:pt x="47" y="49"/>
                    <a:pt x="47" y="48"/>
                    <a:pt x="47" y="46"/>
                  </a:cubicBezTo>
                  <a:cubicBezTo>
                    <a:pt x="47" y="45"/>
                    <a:pt x="47" y="45"/>
                    <a:pt x="47" y="44"/>
                  </a:cubicBezTo>
                  <a:cubicBezTo>
                    <a:pt x="46" y="44"/>
                    <a:pt x="46" y="43"/>
                    <a:pt x="45" y="43"/>
                  </a:cubicBezTo>
                  <a:cubicBezTo>
                    <a:pt x="40" y="40"/>
                    <a:pt x="35" y="35"/>
                    <a:pt x="30" y="29"/>
                  </a:cubicBezTo>
                  <a:cubicBezTo>
                    <a:pt x="44" y="17"/>
                    <a:pt x="51" y="9"/>
                    <a:pt x="5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188"/>
            <p:cNvSpPr>
              <a:spLocks/>
            </p:cNvSpPr>
            <p:nvPr/>
          </p:nvSpPr>
          <p:spPr bwMode="auto">
            <a:xfrm>
              <a:off x="9104313" y="5543550"/>
              <a:ext cx="26988" cy="76200"/>
            </a:xfrm>
            <a:custGeom>
              <a:avLst/>
              <a:gdLst>
                <a:gd name="T0" fmla="*/ 10 w 17"/>
                <a:gd name="T1" fmla="*/ 0 h 50"/>
                <a:gd name="T2" fmla="*/ 6 w 17"/>
                <a:gd name="T3" fmla="*/ 2 h 50"/>
                <a:gd name="T4" fmla="*/ 4 w 17"/>
                <a:gd name="T5" fmla="*/ 8 h 50"/>
                <a:gd name="T6" fmla="*/ 3 w 17"/>
                <a:gd name="T7" fmla="*/ 17 h 50"/>
                <a:gd name="T8" fmla="*/ 3 w 17"/>
                <a:gd name="T9" fmla="*/ 17 h 50"/>
                <a:gd name="T10" fmla="*/ 2 w 17"/>
                <a:gd name="T11" fmla="*/ 22 h 50"/>
                <a:gd name="T12" fmla="*/ 0 w 17"/>
                <a:gd name="T13" fmla="*/ 40 h 50"/>
                <a:gd name="T14" fmla="*/ 6 w 17"/>
                <a:gd name="T15" fmla="*/ 50 h 50"/>
                <a:gd name="T16" fmla="*/ 10 w 17"/>
                <a:gd name="T17" fmla="*/ 48 h 50"/>
                <a:gd name="T18" fmla="*/ 12 w 17"/>
                <a:gd name="T19" fmla="*/ 45 h 50"/>
                <a:gd name="T20" fmla="*/ 12 w 17"/>
                <a:gd name="T21" fmla="*/ 44 h 50"/>
                <a:gd name="T22" fmla="*/ 11 w 17"/>
                <a:gd name="T23" fmla="*/ 36 h 50"/>
                <a:gd name="T24" fmla="*/ 12 w 17"/>
                <a:gd name="T25" fmla="*/ 27 h 50"/>
                <a:gd name="T26" fmla="*/ 15 w 17"/>
                <a:gd name="T27" fmla="*/ 13 h 50"/>
                <a:gd name="T28" fmla="*/ 15 w 17"/>
                <a:gd name="T29" fmla="*/ 12 h 50"/>
                <a:gd name="T30" fmla="*/ 17 w 17"/>
                <a:gd name="T31" fmla="*/ 4 h 50"/>
                <a:gd name="T32" fmla="*/ 15 w 17"/>
                <a:gd name="T33" fmla="*/ 1 h 50"/>
                <a:gd name="T34" fmla="*/ 10 w 17"/>
                <a:gd name="T35"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50">
                  <a:moveTo>
                    <a:pt x="10" y="0"/>
                  </a:moveTo>
                  <a:cubicBezTo>
                    <a:pt x="8" y="0"/>
                    <a:pt x="7" y="0"/>
                    <a:pt x="6" y="2"/>
                  </a:cubicBezTo>
                  <a:cubicBezTo>
                    <a:pt x="5" y="3"/>
                    <a:pt x="4" y="5"/>
                    <a:pt x="4" y="8"/>
                  </a:cubicBezTo>
                  <a:cubicBezTo>
                    <a:pt x="4" y="8"/>
                    <a:pt x="4" y="11"/>
                    <a:pt x="3" y="17"/>
                  </a:cubicBezTo>
                  <a:cubicBezTo>
                    <a:pt x="3" y="17"/>
                    <a:pt x="3" y="17"/>
                    <a:pt x="3" y="17"/>
                  </a:cubicBezTo>
                  <a:cubicBezTo>
                    <a:pt x="3" y="18"/>
                    <a:pt x="2" y="20"/>
                    <a:pt x="2" y="22"/>
                  </a:cubicBezTo>
                  <a:cubicBezTo>
                    <a:pt x="1" y="29"/>
                    <a:pt x="0" y="35"/>
                    <a:pt x="0" y="40"/>
                  </a:cubicBezTo>
                  <a:cubicBezTo>
                    <a:pt x="0" y="47"/>
                    <a:pt x="2" y="50"/>
                    <a:pt x="6" y="50"/>
                  </a:cubicBezTo>
                  <a:cubicBezTo>
                    <a:pt x="7" y="50"/>
                    <a:pt x="9" y="49"/>
                    <a:pt x="10" y="48"/>
                  </a:cubicBezTo>
                  <a:cubicBezTo>
                    <a:pt x="12" y="47"/>
                    <a:pt x="12" y="46"/>
                    <a:pt x="12" y="45"/>
                  </a:cubicBezTo>
                  <a:cubicBezTo>
                    <a:pt x="12" y="45"/>
                    <a:pt x="12" y="44"/>
                    <a:pt x="12" y="44"/>
                  </a:cubicBezTo>
                  <a:cubicBezTo>
                    <a:pt x="11" y="40"/>
                    <a:pt x="11" y="38"/>
                    <a:pt x="11" y="36"/>
                  </a:cubicBezTo>
                  <a:cubicBezTo>
                    <a:pt x="11" y="34"/>
                    <a:pt x="11" y="31"/>
                    <a:pt x="12" y="27"/>
                  </a:cubicBezTo>
                  <a:cubicBezTo>
                    <a:pt x="12" y="23"/>
                    <a:pt x="13" y="19"/>
                    <a:pt x="15" y="13"/>
                  </a:cubicBezTo>
                  <a:cubicBezTo>
                    <a:pt x="15" y="12"/>
                    <a:pt x="15" y="12"/>
                    <a:pt x="15" y="12"/>
                  </a:cubicBezTo>
                  <a:cubicBezTo>
                    <a:pt x="16" y="8"/>
                    <a:pt x="17" y="6"/>
                    <a:pt x="17" y="4"/>
                  </a:cubicBezTo>
                  <a:cubicBezTo>
                    <a:pt x="17" y="3"/>
                    <a:pt x="16" y="2"/>
                    <a:pt x="15" y="1"/>
                  </a:cubicBezTo>
                  <a:cubicBezTo>
                    <a:pt x="14" y="0"/>
                    <a:pt x="12"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189"/>
            <p:cNvSpPr>
              <a:spLocks/>
            </p:cNvSpPr>
            <p:nvPr/>
          </p:nvSpPr>
          <p:spPr bwMode="auto">
            <a:xfrm>
              <a:off x="9120188" y="5502275"/>
              <a:ext cx="23813" cy="22225"/>
            </a:xfrm>
            <a:custGeom>
              <a:avLst/>
              <a:gdLst>
                <a:gd name="T0" fmla="*/ 13 w 15"/>
                <a:gd name="T1" fmla="*/ 2 h 15"/>
                <a:gd name="T2" fmla="*/ 8 w 15"/>
                <a:gd name="T3" fmla="*/ 0 h 15"/>
                <a:gd name="T4" fmla="*/ 2 w 15"/>
                <a:gd name="T5" fmla="*/ 2 h 15"/>
                <a:gd name="T6" fmla="*/ 0 w 15"/>
                <a:gd name="T7" fmla="*/ 8 h 15"/>
                <a:gd name="T8" fmla="*/ 2 w 15"/>
                <a:gd name="T9" fmla="*/ 12 h 15"/>
                <a:gd name="T10" fmla="*/ 7 w 15"/>
                <a:gd name="T11" fmla="*/ 15 h 15"/>
                <a:gd name="T12" fmla="*/ 12 w 15"/>
                <a:gd name="T13" fmla="*/ 12 h 15"/>
                <a:gd name="T14" fmla="*/ 15 w 15"/>
                <a:gd name="T15" fmla="*/ 6 h 15"/>
                <a:gd name="T16" fmla="*/ 13 w 15"/>
                <a:gd name="T17"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5">
                  <a:moveTo>
                    <a:pt x="13" y="2"/>
                  </a:moveTo>
                  <a:cubicBezTo>
                    <a:pt x="12" y="1"/>
                    <a:pt x="10" y="0"/>
                    <a:pt x="8" y="0"/>
                  </a:cubicBezTo>
                  <a:cubicBezTo>
                    <a:pt x="6" y="0"/>
                    <a:pt x="3" y="1"/>
                    <a:pt x="2" y="2"/>
                  </a:cubicBezTo>
                  <a:cubicBezTo>
                    <a:pt x="1" y="4"/>
                    <a:pt x="0" y="6"/>
                    <a:pt x="0" y="8"/>
                  </a:cubicBezTo>
                  <a:cubicBezTo>
                    <a:pt x="0" y="9"/>
                    <a:pt x="1" y="11"/>
                    <a:pt x="2" y="12"/>
                  </a:cubicBezTo>
                  <a:cubicBezTo>
                    <a:pt x="4" y="14"/>
                    <a:pt x="5" y="15"/>
                    <a:pt x="7" y="15"/>
                  </a:cubicBezTo>
                  <a:cubicBezTo>
                    <a:pt x="8" y="15"/>
                    <a:pt x="10" y="14"/>
                    <a:pt x="12" y="12"/>
                  </a:cubicBezTo>
                  <a:cubicBezTo>
                    <a:pt x="14" y="11"/>
                    <a:pt x="15" y="9"/>
                    <a:pt x="15" y="6"/>
                  </a:cubicBezTo>
                  <a:cubicBezTo>
                    <a:pt x="15" y="5"/>
                    <a:pt x="14" y="3"/>
                    <a:pt x="1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190"/>
            <p:cNvSpPr>
              <a:spLocks noEditPoints="1"/>
            </p:cNvSpPr>
            <p:nvPr/>
          </p:nvSpPr>
          <p:spPr bwMode="auto">
            <a:xfrm>
              <a:off x="9144000" y="5537200"/>
              <a:ext cx="63500" cy="80963"/>
            </a:xfrm>
            <a:custGeom>
              <a:avLst/>
              <a:gdLst>
                <a:gd name="T0" fmla="*/ 40 w 42"/>
                <a:gd name="T1" fmla="*/ 32 h 53"/>
                <a:gd name="T2" fmla="*/ 36 w 42"/>
                <a:gd name="T3" fmla="*/ 34 h 53"/>
                <a:gd name="T4" fmla="*/ 18 w 42"/>
                <a:gd name="T5" fmla="*/ 44 h 53"/>
                <a:gd name="T6" fmla="*/ 13 w 42"/>
                <a:gd name="T7" fmla="*/ 42 h 53"/>
                <a:gd name="T8" fmla="*/ 11 w 42"/>
                <a:gd name="T9" fmla="*/ 38 h 53"/>
                <a:gd name="T10" fmla="*/ 12 w 42"/>
                <a:gd name="T11" fmla="*/ 36 h 53"/>
                <a:gd name="T12" fmla="*/ 32 w 42"/>
                <a:gd name="T13" fmla="*/ 26 h 53"/>
                <a:gd name="T14" fmla="*/ 39 w 42"/>
                <a:gd name="T15" fmla="*/ 11 h 53"/>
                <a:gd name="T16" fmla="*/ 36 w 42"/>
                <a:gd name="T17" fmla="*/ 3 h 53"/>
                <a:gd name="T18" fmla="*/ 28 w 42"/>
                <a:gd name="T19" fmla="*/ 0 h 53"/>
                <a:gd name="T20" fmla="*/ 9 w 42"/>
                <a:gd name="T21" fmla="*/ 11 h 53"/>
                <a:gd name="T22" fmla="*/ 0 w 42"/>
                <a:gd name="T23" fmla="*/ 35 h 53"/>
                <a:gd name="T24" fmla="*/ 4 w 42"/>
                <a:gd name="T25" fmla="*/ 49 h 53"/>
                <a:gd name="T26" fmla="*/ 16 w 42"/>
                <a:gd name="T27" fmla="*/ 53 h 53"/>
                <a:gd name="T28" fmla="*/ 34 w 42"/>
                <a:gd name="T29" fmla="*/ 47 h 53"/>
                <a:gd name="T30" fmla="*/ 42 w 42"/>
                <a:gd name="T31" fmla="*/ 36 h 53"/>
                <a:gd name="T32" fmla="*/ 40 w 42"/>
                <a:gd name="T33" fmla="*/ 32 h 53"/>
                <a:gd name="T34" fmla="*/ 18 w 42"/>
                <a:gd name="T35" fmla="*/ 15 h 53"/>
                <a:gd name="T36" fmla="*/ 27 w 42"/>
                <a:gd name="T37" fmla="*/ 9 h 53"/>
                <a:gd name="T38" fmla="*/ 29 w 42"/>
                <a:gd name="T39" fmla="*/ 10 h 53"/>
                <a:gd name="T40" fmla="*/ 30 w 42"/>
                <a:gd name="T41" fmla="*/ 13 h 53"/>
                <a:gd name="T42" fmla="*/ 24 w 42"/>
                <a:gd name="T43" fmla="*/ 21 h 53"/>
                <a:gd name="T44" fmla="*/ 12 w 42"/>
                <a:gd name="T45" fmla="*/ 27 h 53"/>
                <a:gd name="T46" fmla="*/ 18 w 42"/>
                <a:gd name="T47" fmla="*/ 15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2" h="53">
                  <a:moveTo>
                    <a:pt x="40" y="32"/>
                  </a:moveTo>
                  <a:cubicBezTo>
                    <a:pt x="38" y="32"/>
                    <a:pt x="37" y="33"/>
                    <a:pt x="36" y="34"/>
                  </a:cubicBezTo>
                  <a:cubicBezTo>
                    <a:pt x="30" y="41"/>
                    <a:pt x="24" y="44"/>
                    <a:pt x="18" y="44"/>
                  </a:cubicBezTo>
                  <a:cubicBezTo>
                    <a:pt x="16" y="44"/>
                    <a:pt x="14" y="43"/>
                    <a:pt x="13" y="42"/>
                  </a:cubicBezTo>
                  <a:cubicBezTo>
                    <a:pt x="12" y="40"/>
                    <a:pt x="11" y="39"/>
                    <a:pt x="11" y="38"/>
                  </a:cubicBezTo>
                  <a:cubicBezTo>
                    <a:pt x="11" y="37"/>
                    <a:pt x="11" y="36"/>
                    <a:pt x="12" y="36"/>
                  </a:cubicBezTo>
                  <a:cubicBezTo>
                    <a:pt x="20" y="34"/>
                    <a:pt x="27" y="31"/>
                    <a:pt x="32" y="26"/>
                  </a:cubicBezTo>
                  <a:cubicBezTo>
                    <a:pt x="37" y="21"/>
                    <a:pt x="39" y="16"/>
                    <a:pt x="39" y="11"/>
                  </a:cubicBezTo>
                  <a:cubicBezTo>
                    <a:pt x="39" y="8"/>
                    <a:pt x="38" y="5"/>
                    <a:pt x="36" y="3"/>
                  </a:cubicBezTo>
                  <a:cubicBezTo>
                    <a:pt x="34" y="1"/>
                    <a:pt x="31" y="0"/>
                    <a:pt x="28" y="0"/>
                  </a:cubicBezTo>
                  <a:cubicBezTo>
                    <a:pt x="21" y="0"/>
                    <a:pt x="15" y="4"/>
                    <a:pt x="9" y="11"/>
                  </a:cubicBezTo>
                  <a:cubicBezTo>
                    <a:pt x="3" y="19"/>
                    <a:pt x="0" y="27"/>
                    <a:pt x="0" y="35"/>
                  </a:cubicBezTo>
                  <a:cubicBezTo>
                    <a:pt x="0" y="41"/>
                    <a:pt x="1" y="45"/>
                    <a:pt x="4" y="49"/>
                  </a:cubicBezTo>
                  <a:cubicBezTo>
                    <a:pt x="7" y="52"/>
                    <a:pt x="11" y="53"/>
                    <a:pt x="16" y="53"/>
                  </a:cubicBezTo>
                  <a:cubicBezTo>
                    <a:pt x="23" y="53"/>
                    <a:pt x="29" y="51"/>
                    <a:pt x="34" y="47"/>
                  </a:cubicBezTo>
                  <a:cubicBezTo>
                    <a:pt x="40" y="42"/>
                    <a:pt x="42" y="39"/>
                    <a:pt x="42" y="36"/>
                  </a:cubicBezTo>
                  <a:cubicBezTo>
                    <a:pt x="42" y="33"/>
                    <a:pt x="41" y="32"/>
                    <a:pt x="40" y="32"/>
                  </a:cubicBezTo>
                  <a:close/>
                  <a:moveTo>
                    <a:pt x="18" y="15"/>
                  </a:moveTo>
                  <a:cubicBezTo>
                    <a:pt x="21" y="11"/>
                    <a:pt x="24" y="9"/>
                    <a:pt x="27" y="9"/>
                  </a:cubicBezTo>
                  <a:cubicBezTo>
                    <a:pt x="28" y="9"/>
                    <a:pt x="28" y="10"/>
                    <a:pt x="29" y="10"/>
                  </a:cubicBezTo>
                  <a:cubicBezTo>
                    <a:pt x="30" y="11"/>
                    <a:pt x="30" y="12"/>
                    <a:pt x="30" y="13"/>
                  </a:cubicBezTo>
                  <a:cubicBezTo>
                    <a:pt x="30" y="15"/>
                    <a:pt x="28" y="18"/>
                    <a:pt x="24" y="21"/>
                  </a:cubicBezTo>
                  <a:cubicBezTo>
                    <a:pt x="21" y="24"/>
                    <a:pt x="16" y="26"/>
                    <a:pt x="12" y="27"/>
                  </a:cubicBezTo>
                  <a:cubicBezTo>
                    <a:pt x="13" y="23"/>
                    <a:pt x="15" y="19"/>
                    <a:pt x="18"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191"/>
            <p:cNvSpPr>
              <a:spLocks/>
            </p:cNvSpPr>
            <p:nvPr/>
          </p:nvSpPr>
          <p:spPr bwMode="auto">
            <a:xfrm>
              <a:off x="9213850" y="5513388"/>
              <a:ext cx="68263" cy="104775"/>
            </a:xfrm>
            <a:custGeom>
              <a:avLst/>
              <a:gdLst>
                <a:gd name="T0" fmla="*/ 36 w 45"/>
                <a:gd name="T1" fmla="*/ 52 h 68"/>
                <a:gd name="T2" fmla="*/ 32 w 45"/>
                <a:gd name="T3" fmla="*/ 53 h 68"/>
                <a:gd name="T4" fmla="*/ 26 w 45"/>
                <a:gd name="T5" fmla="*/ 57 h 68"/>
                <a:gd name="T6" fmla="*/ 21 w 45"/>
                <a:gd name="T7" fmla="*/ 58 h 68"/>
                <a:gd name="T8" fmla="*/ 18 w 45"/>
                <a:gd name="T9" fmla="*/ 57 h 68"/>
                <a:gd name="T10" fmla="*/ 18 w 45"/>
                <a:gd name="T11" fmla="*/ 52 h 68"/>
                <a:gd name="T12" fmla="*/ 20 w 45"/>
                <a:gd name="T13" fmla="*/ 39 h 68"/>
                <a:gd name="T14" fmla="*/ 22 w 45"/>
                <a:gd name="T15" fmla="*/ 29 h 68"/>
                <a:gd name="T16" fmla="*/ 38 w 45"/>
                <a:gd name="T17" fmla="*/ 27 h 68"/>
                <a:gd name="T18" fmla="*/ 45 w 45"/>
                <a:gd name="T19" fmla="*/ 21 h 68"/>
                <a:gd name="T20" fmla="*/ 44 w 45"/>
                <a:gd name="T21" fmla="*/ 19 h 68"/>
                <a:gd name="T22" fmla="*/ 41 w 45"/>
                <a:gd name="T23" fmla="*/ 18 h 68"/>
                <a:gd name="T24" fmla="*/ 25 w 45"/>
                <a:gd name="T25" fmla="*/ 19 h 68"/>
                <a:gd name="T26" fmla="*/ 29 w 45"/>
                <a:gd name="T27" fmla="*/ 5 h 68"/>
                <a:gd name="T28" fmla="*/ 28 w 45"/>
                <a:gd name="T29" fmla="*/ 2 h 68"/>
                <a:gd name="T30" fmla="*/ 24 w 45"/>
                <a:gd name="T31" fmla="*/ 0 h 68"/>
                <a:gd name="T32" fmla="*/ 18 w 45"/>
                <a:gd name="T33" fmla="*/ 6 h 68"/>
                <a:gd name="T34" fmla="*/ 14 w 45"/>
                <a:gd name="T35" fmla="*/ 20 h 68"/>
                <a:gd name="T36" fmla="*/ 4 w 45"/>
                <a:gd name="T37" fmla="*/ 21 h 68"/>
                <a:gd name="T38" fmla="*/ 0 w 45"/>
                <a:gd name="T39" fmla="*/ 24 h 68"/>
                <a:gd name="T40" fmla="*/ 2 w 45"/>
                <a:gd name="T41" fmla="*/ 29 h 68"/>
                <a:gd name="T42" fmla="*/ 6 w 45"/>
                <a:gd name="T43" fmla="*/ 30 h 68"/>
                <a:gd name="T44" fmla="*/ 7 w 45"/>
                <a:gd name="T45" fmla="*/ 30 h 68"/>
                <a:gd name="T46" fmla="*/ 11 w 45"/>
                <a:gd name="T47" fmla="*/ 30 h 68"/>
                <a:gd name="T48" fmla="*/ 7 w 45"/>
                <a:gd name="T49" fmla="*/ 54 h 68"/>
                <a:gd name="T50" fmla="*/ 10 w 45"/>
                <a:gd name="T51" fmla="*/ 65 h 68"/>
                <a:gd name="T52" fmla="*/ 19 w 45"/>
                <a:gd name="T53" fmla="*/ 68 h 68"/>
                <a:gd name="T54" fmla="*/ 33 w 45"/>
                <a:gd name="T55" fmla="*/ 63 h 68"/>
                <a:gd name="T56" fmla="*/ 39 w 45"/>
                <a:gd name="T57" fmla="*/ 54 h 68"/>
                <a:gd name="T58" fmla="*/ 38 w 45"/>
                <a:gd name="T59" fmla="*/ 52 h 68"/>
                <a:gd name="T60" fmla="*/ 36 w 45"/>
                <a:gd name="T61" fmla="*/ 5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5" h="68">
                  <a:moveTo>
                    <a:pt x="36" y="52"/>
                  </a:moveTo>
                  <a:cubicBezTo>
                    <a:pt x="35" y="52"/>
                    <a:pt x="34" y="52"/>
                    <a:pt x="32" y="53"/>
                  </a:cubicBezTo>
                  <a:cubicBezTo>
                    <a:pt x="30" y="56"/>
                    <a:pt x="28" y="57"/>
                    <a:pt x="26" y="57"/>
                  </a:cubicBezTo>
                  <a:cubicBezTo>
                    <a:pt x="24" y="58"/>
                    <a:pt x="23" y="58"/>
                    <a:pt x="21" y="58"/>
                  </a:cubicBezTo>
                  <a:cubicBezTo>
                    <a:pt x="20" y="58"/>
                    <a:pt x="19" y="58"/>
                    <a:pt x="18" y="57"/>
                  </a:cubicBezTo>
                  <a:cubicBezTo>
                    <a:pt x="18" y="56"/>
                    <a:pt x="18" y="54"/>
                    <a:pt x="18" y="52"/>
                  </a:cubicBezTo>
                  <a:cubicBezTo>
                    <a:pt x="18" y="50"/>
                    <a:pt x="18" y="46"/>
                    <a:pt x="20" y="39"/>
                  </a:cubicBezTo>
                  <a:cubicBezTo>
                    <a:pt x="21" y="33"/>
                    <a:pt x="22" y="29"/>
                    <a:pt x="22" y="29"/>
                  </a:cubicBezTo>
                  <a:cubicBezTo>
                    <a:pt x="38" y="27"/>
                    <a:pt x="38" y="27"/>
                    <a:pt x="38" y="27"/>
                  </a:cubicBezTo>
                  <a:cubicBezTo>
                    <a:pt x="43" y="26"/>
                    <a:pt x="45" y="24"/>
                    <a:pt x="45" y="21"/>
                  </a:cubicBezTo>
                  <a:cubicBezTo>
                    <a:pt x="45" y="20"/>
                    <a:pt x="45" y="19"/>
                    <a:pt x="44" y="19"/>
                  </a:cubicBezTo>
                  <a:cubicBezTo>
                    <a:pt x="44" y="18"/>
                    <a:pt x="43" y="18"/>
                    <a:pt x="41" y="18"/>
                  </a:cubicBezTo>
                  <a:cubicBezTo>
                    <a:pt x="40" y="18"/>
                    <a:pt x="35" y="18"/>
                    <a:pt x="25" y="19"/>
                  </a:cubicBezTo>
                  <a:cubicBezTo>
                    <a:pt x="28" y="10"/>
                    <a:pt x="29" y="6"/>
                    <a:pt x="29" y="5"/>
                  </a:cubicBezTo>
                  <a:cubicBezTo>
                    <a:pt x="29" y="4"/>
                    <a:pt x="29" y="3"/>
                    <a:pt x="28" y="2"/>
                  </a:cubicBezTo>
                  <a:cubicBezTo>
                    <a:pt x="27" y="1"/>
                    <a:pt x="25" y="0"/>
                    <a:pt x="24" y="0"/>
                  </a:cubicBezTo>
                  <a:cubicBezTo>
                    <a:pt x="21" y="0"/>
                    <a:pt x="19" y="2"/>
                    <a:pt x="18" y="6"/>
                  </a:cubicBezTo>
                  <a:cubicBezTo>
                    <a:pt x="16" y="12"/>
                    <a:pt x="15" y="17"/>
                    <a:pt x="14" y="20"/>
                  </a:cubicBezTo>
                  <a:cubicBezTo>
                    <a:pt x="4" y="21"/>
                    <a:pt x="4" y="21"/>
                    <a:pt x="4" y="21"/>
                  </a:cubicBezTo>
                  <a:cubicBezTo>
                    <a:pt x="1" y="21"/>
                    <a:pt x="0" y="22"/>
                    <a:pt x="0" y="24"/>
                  </a:cubicBezTo>
                  <a:cubicBezTo>
                    <a:pt x="0" y="26"/>
                    <a:pt x="0" y="28"/>
                    <a:pt x="2" y="29"/>
                  </a:cubicBezTo>
                  <a:cubicBezTo>
                    <a:pt x="3" y="30"/>
                    <a:pt x="5" y="30"/>
                    <a:pt x="6" y="30"/>
                  </a:cubicBezTo>
                  <a:cubicBezTo>
                    <a:pt x="7" y="30"/>
                    <a:pt x="7" y="30"/>
                    <a:pt x="7" y="30"/>
                  </a:cubicBezTo>
                  <a:cubicBezTo>
                    <a:pt x="8" y="30"/>
                    <a:pt x="9" y="30"/>
                    <a:pt x="11" y="30"/>
                  </a:cubicBezTo>
                  <a:cubicBezTo>
                    <a:pt x="8" y="42"/>
                    <a:pt x="7" y="50"/>
                    <a:pt x="7" y="54"/>
                  </a:cubicBezTo>
                  <a:cubicBezTo>
                    <a:pt x="7" y="59"/>
                    <a:pt x="8" y="62"/>
                    <a:pt x="10" y="65"/>
                  </a:cubicBezTo>
                  <a:cubicBezTo>
                    <a:pt x="12" y="67"/>
                    <a:pt x="15" y="68"/>
                    <a:pt x="19" y="68"/>
                  </a:cubicBezTo>
                  <a:cubicBezTo>
                    <a:pt x="24" y="68"/>
                    <a:pt x="28" y="66"/>
                    <a:pt x="33" y="63"/>
                  </a:cubicBezTo>
                  <a:cubicBezTo>
                    <a:pt x="37" y="60"/>
                    <a:pt x="39" y="57"/>
                    <a:pt x="39" y="54"/>
                  </a:cubicBezTo>
                  <a:cubicBezTo>
                    <a:pt x="39" y="53"/>
                    <a:pt x="39" y="53"/>
                    <a:pt x="38" y="52"/>
                  </a:cubicBezTo>
                  <a:cubicBezTo>
                    <a:pt x="38" y="52"/>
                    <a:pt x="37" y="52"/>
                    <a:pt x="36"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192"/>
            <p:cNvSpPr>
              <a:spLocks/>
            </p:cNvSpPr>
            <p:nvPr/>
          </p:nvSpPr>
          <p:spPr bwMode="auto">
            <a:xfrm>
              <a:off x="9277350" y="5540375"/>
              <a:ext cx="77788" cy="117475"/>
            </a:xfrm>
            <a:custGeom>
              <a:avLst/>
              <a:gdLst>
                <a:gd name="T0" fmla="*/ 45 w 50"/>
                <a:gd name="T1" fmla="*/ 0 h 77"/>
                <a:gd name="T2" fmla="*/ 41 w 50"/>
                <a:gd name="T3" fmla="*/ 1 h 77"/>
                <a:gd name="T4" fmla="*/ 40 w 50"/>
                <a:gd name="T5" fmla="*/ 4 h 77"/>
                <a:gd name="T6" fmla="*/ 39 w 50"/>
                <a:gd name="T7" fmla="*/ 10 h 77"/>
                <a:gd name="T8" fmla="*/ 38 w 50"/>
                <a:gd name="T9" fmla="*/ 22 h 77"/>
                <a:gd name="T10" fmla="*/ 36 w 50"/>
                <a:gd name="T11" fmla="*/ 26 h 77"/>
                <a:gd name="T12" fmla="*/ 31 w 50"/>
                <a:gd name="T13" fmla="*/ 31 h 77"/>
                <a:gd name="T14" fmla="*/ 23 w 50"/>
                <a:gd name="T15" fmla="*/ 36 h 77"/>
                <a:gd name="T16" fmla="*/ 18 w 50"/>
                <a:gd name="T17" fmla="*/ 37 h 77"/>
                <a:gd name="T18" fmla="*/ 16 w 50"/>
                <a:gd name="T19" fmla="*/ 36 h 77"/>
                <a:gd name="T20" fmla="*/ 15 w 50"/>
                <a:gd name="T21" fmla="*/ 31 h 77"/>
                <a:gd name="T22" fmla="*/ 19 w 50"/>
                <a:gd name="T23" fmla="*/ 16 h 77"/>
                <a:gd name="T24" fmla="*/ 23 w 50"/>
                <a:gd name="T25" fmla="*/ 8 h 77"/>
                <a:gd name="T26" fmla="*/ 21 w 50"/>
                <a:gd name="T27" fmla="*/ 4 h 77"/>
                <a:gd name="T28" fmla="*/ 18 w 50"/>
                <a:gd name="T29" fmla="*/ 2 h 77"/>
                <a:gd name="T30" fmla="*/ 12 w 50"/>
                <a:gd name="T31" fmla="*/ 5 h 77"/>
                <a:gd name="T32" fmla="*/ 8 w 50"/>
                <a:gd name="T33" fmla="*/ 18 h 77"/>
                <a:gd name="T34" fmla="*/ 5 w 50"/>
                <a:gd name="T35" fmla="*/ 34 h 77"/>
                <a:gd name="T36" fmla="*/ 8 w 50"/>
                <a:gd name="T37" fmla="*/ 43 h 77"/>
                <a:gd name="T38" fmla="*/ 16 w 50"/>
                <a:gd name="T39" fmla="*/ 47 h 77"/>
                <a:gd name="T40" fmla="*/ 37 w 50"/>
                <a:gd name="T41" fmla="*/ 36 h 77"/>
                <a:gd name="T42" fmla="*/ 32 w 50"/>
                <a:gd name="T43" fmla="*/ 59 h 77"/>
                <a:gd name="T44" fmla="*/ 24 w 50"/>
                <a:gd name="T45" fmla="*/ 68 h 77"/>
                <a:gd name="T46" fmla="*/ 7 w 50"/>
                <a:gd name="T47" fmla="*/ 61 h 77"/>
                <a:gd name="T48" fmla="*/ 4 w 50"/>
                <a:gd name="T49" fmla="*/ 59 h 77"/>
                <a:gd name="T50" fmla="*/ 1 w 50"/>
                <a:gd name="T51" fmla="*/ 61 h 77"/>
                <a:gd name="T52" fmla="*/ 0 w 50"/>
                <a:gd name="T53" fmla="*/ 64 h 77"/>
                <a:gd name="T54" fmla="*/ 4 w 50"/>
                <a:gd name="T55" fmla="*/ 70 h 77"/>
                <a:gd name="T56" fmla="*/ 12 w 50"/>
                <a:gd name="T57" fmla="*/ 75 h 77"/>
                <a:gd name="T58" fmla="*/ 12 w 50"/>
                <a:gd name="T59" fmla="*/ 75 h 77"/>
                <a:gd name="T60" fmla="*/ 24 w 50"/>
                <a:gd name="T61" fmla="*/ 77 h 77"/>
                <a:gd name="T62" fmla="*/ 34 w 50"/>
                <a:gd name="T63" fmla="*/ 74 h 77"/>
                <a:gd name="T64" fmla="*/ 41 w 50"/>
                <a:gd name="T65" fmla="*/ 63 h 77"/>
                <a:gd name="T66" fmla="*/ 47 w 50"/>
                <a:gd name="T67" fmla="*/ 44 h 77"/>
                <a:gd name="T68" fmla="*/ 49 w 50"/>
                <a:gd name="T69" fmla="*/ 22 h 77"/>
                <a:gd name="T70" fmla="*/ 50 w 50"/>
                <a:gd name="T71" fmla="*/ 7 h 77"/>
                <a:gd name="T72" fmla="*/ 49 w 50"/>
                <a:gd name="T73" fmla="*/ 1 h 77"/>
                <a:gd name="T74" fmla="*/ 45 w 50"/>
                <a:gd name="T75"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0" h="77">
                  <a:moveTo>
                    <a:pt x="45" y="0"/>
                  </a:moveTo>
                  <a:cubicBezTo>
                    <a:pt x="43" y="0"/>
                    <a:pt x="42" y="0"/>
                    <a:pt x="41" y="1"/>
                  </a:cubicBezTo>
                  <a:cubicBezTo>
                    <a:pt x="40" y="2"/>
                    <a:pt x="40" y="3"/>
                    <a:pt x="40" y="4"/>
                  </a:cubicBezTo>
                  <a:cubicBezTo>
                    <a:pt x="39" y="5"/>
                    <a:pt x="39" y="7"/>
                    <a:pt x="39" y="10"/>
                  </a:cubicBezTo>
                  <a:cubicBezTo>
                    <a:pt x="39" y="16"/>
                    <a:pt x="38" y="20"/>
                    <a:pt x="38" y="22"/>
                  </a:cubicBezTo>
                  <a:cubicBezTo>
                    <a:pt x="38" y="24"/>
                    <a:pt x="37" y="25"/>
                    <a:pt x="36" y="26"/>
                  </a:cubicBezTo>
                  <a:cubicBezTo>
                    <a:pt x="35" y="27"/>
                    <a:pt x="33" y="29"/>
                    <a:pt x="31" y="31"/>
                  </a:cubicBezTo>
                  <a:cubicBezTo>
                    <a:pt x="28" y="33"/>
                    <a:pt x="25" y="35"/>
                    <a:pt x="23" y="36"/>
                  </a:cubicBezTo>
                  <a:cubicBezTo>
                    <a:pt x="21" y="37"/>
                    <a:pt x="19" y="37"/>
                    <a:pt x="18" y="37"/>
                  </a:cubicBezTo>
                  <a:cubicBezTo>
                    <a:pt x="17" y="37"/>
                    <a:pt x="17" y="37"/>
                    <a:pt x="16" y="36"/>
                  </a:cubicBezTo>
                  <a:cubicBezTo>
                    <a:pt x="16" y="34"/>
                    <a:pt x="15" y="33"/>
                    <a:pt x="15" y="31"/>
                  </a:cubicBezTo>
                  <a:cubicBezTo>
                    <a:pt x="15" y="27"/>
                    <a:pt x="17" y="22"/>
                    <a:pt x="19" y="16"/>
                  </a:cubicBezTo>
                  <a:cubicBezTo>
                    <a:pt x="21" y="11"/>
                    <a:pt x="23" y="9"/>
                    <a:pt x="23" y="8"/>
                  </a:cubicBezTo>
                  <a:cubicBezTo>
                    <a:pt x="23" y="7"/>
                    <a:pt x="22" y="5"/>
                    <a:pt x="21" y="4"/>
                  </a:cubicBezTo>
                  <a:cubicBezTo>
                    <a:pt x="21" y="3"/>
                    <a:pt x="19" y="2"/>
                    <a:pt x="18" y="2"/>
                  </a:cubicBezTo>
                  <a:cubicBezTo>
                    <a:pt x="15" y="2"/>
                    <a:pt x="13" y="3"/>
                    <a:pt x="12" y="5"/>
                  </a:cubicBezTo>
                  <a:cubicBezTo>
                    <a:pt x="11" y="6"/>
                    <a:pt x="9" y="11"/>
                    <a:pt x="8" y="18"/>
                  </a:cubicBezTo>
                  <a:cubicBezTo>
                    <a:pt x="6" y="25"/>
                    <a:pt x="5" y="30"/>
                    <a:pt x="5" y="34"/>
                  </a:cubicBezTo>
                  <a:cubicBezTo>
                    <a:pt x="5" y="37"/>
                    <a:pt x="6" y="41"/>
                    <a:pt x="8" y="43"/>
                  </a:cubicBezTo>
                  <a:cubicBezTo>
                    <a:pt x="10" y="46"/>
                    <a:pt x="13" y="47"/>
                    <a:pt x="16" y="47"/>
                  </a:cubicBezTo>
                  <a:cubicBezTo>
                    <a:pt x="21" y="47"/>
                    <a:pt x="28" y="43"/>
                    <a:pt x="37" y="36"/>
                  </a:cubicBezTo>
                  <a:cubicBezTo>
                    <a:pt x="37" y="45"/>
                    <a:pt x="35" y="52"/>
                    <a:pt x="32" y="59"/>
                  </a:cubicBezTo>
                  <a:cubicBezTo>
                    <a:pt x="29" y="65"/>
                    <a:pt x="27" y="68"/>
                    <a:pt x="24" y="68"/>
                  </a:cubicBezTo>
                  <a:cubicBezTo>
                    <a:pt x="16" y="68"/>
                    <a:pt x="10" y="66"/>
                    <a:pt x="7" y="61"/>
                  </a:cubicBezTo>
                  <a:cubicBezTo>
                    <a:pt x="6" y="60"/>
                    <a:pt x="5" y="59"/>
                    <a:pt x="4" y="59"/>
                  </a:cubicBezTo>
                  <a:cubicBezTo>
                    <a:pt x="3" y="59"/>
                    <a:pt x="2" y="60"/>
                    <a:pt x="1" y="61"/>
                  </a:cubicBezTo>
                  <a:cubicBezTo>
                    <a:pt x="1" y="61"/>
                    <a:pt x="0" y="63"/>
                    <a:pt x="0" y="64"/>
                  </a:cubicBezTo>
                  <a:cubicBezTo>
                    <a:pt x="0" y="65"/>
                    <a:pt x="1" y="67"/>
                    <a:pt x="4" y="70"/>
                  </a:cubicBezTo>
                  <a:cubicBezTo>
                    <a:pt x="6" y="72"/>
                    <a:pt x="9" y="74"/>
                    <a:pt x="12" y="75"/>
                  </a:cubicBezTo>
                  <a:cubicBezTo>
                    <a:pt x="12" y="75"/>
                    <a:pt x="12" y="75"/>
                    <a:pt x="12" y="75"/>
                  </a:cubicBezTo>
                  <a:cubicBezTo>
                    <a:pt x="16" y="77"/>
                    <a:pt x="20" y="77"/>
                    <a:pt x="24" y="77"/>
                  </a:cubicBezTo>
                  <a:cubicBezTo>
                    <a:pt x="28" y="77"/>
                    <a:pt x="31" y="76"/>
                    <a:pt x="34" y="74"/>
                  </a:cubicBezTo>
                  <a:cubicBezTo>
                    <a:pt x="36" y="72"/>
                    <a:pt x="39" y="68"/>
                    <a:pt x="41" y="63"/>
                  </a:cubicBezTo>
                  <a:cubicBezTo>
                    <a:pt x="44" y="57"/>
                    <a:pt x="46" y="51"/>
                    <a:pt x="47" y="44"/>
                  </a:cubicBezTo>
                  <a:cubicBezTo>
                    <a:pt x="48" y="37"/>
                    <a:pt x="49" y="30"/>
                    <a:pt x="49" y="22"/>
                  </a:cubicBezTo>
                  <a:cubicBezTo>
                    <a:pt x="50" y="7"/>
                    <a:pt x="50" y="7"/>
                    <a:pt x="50" y="7"/>
                  </a:cubicBezTo>
                  <a:cubicBezTo>
                    <a:pt x="50" y="4"/>
                    <a:pt x="50" y="2"/>
                    <a:pt x="49" y="1"/>
                  </a:cubicBezTo>
                  <a:cubicBezTo>
                    <a:pt x="48" y="0"/>
                    <a:pt x="47" y="0"/>
                    <a:pt x="4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98" name="组合 197"/>
          <p:cNvGrpSpPr/>
          <p:nvPr/>
        </p:nvGrpSpPr>
        <p:grpSpPr>
          <a:xfrm>
            <a:off x="10556875" y="3830780"/>
            <a:ext cx="1284288" cy="1633537"/>
            <a:chOff x="10556875" y="4240213"/>
            <a:chExt cx="1284288" cy="1633537"/>
          </a:xfrm>
          <a:solidFill>
            <a:schemeClr val="tx1">
              <a:lumMod val="65000"/>
              <a:lumOff val="35000"/>
            </a:schemeClr>
          </a:solidFill>
        </p:grpSpPr>
        <p:sp>
          <p:nvSpPr>
            <p:cNvPr id="199" name="Oval 193"/>
            <p:cNvSpPr>
              <a:spLocks noChangeArrowheads="1"/>
            </p:cNvSpPr>
            <p:nvPr/>
          </p:nvSpPr>
          <p:spPr bwMode="auto">
            <a:xfrm>
              <a:off x="11131550" y="4240213"/>
              <a:ext cx="274638" cy="2746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194"/>
            <p:cNvSpPr>
              <a:spLocks/>
            </p:cNvSpPr>
            <p:nvPr/>
          </p:nvSpPr>
          <p:spPr bwMode="auto">
            <a:xfrm>
              <a:off x="10833100" y="5765800"/>
              <a:ext cx="95250" cy="106363"/>
            </a:xfrm>
            <a:custGeom>
              <a:avLst/>
              <a:gdLst>
                <a:gd name="T0" fmla="*/ 59 w 62"/>
                <a:gd name="T1" fmla="*/ 58 h 69"/>
                <a:gd name="T2" fmla="*/ 34 w 62"/>
                <a:gd name="T3" fmla="*/ 40 h 69"/>
                <a:gd name="T4" fmla="*/ 50 w 62"/>
                <a:gd name="T5" fmla="*/ 30 h 69"/>
                <a:gd name="T6" fmla="*/ 56 w 62"/>
                <a:gd name="T7" fmla="*/ 17 h 69"/>
                <a:gd name="T8" fmla="*/ 50 w 62"/>
                <a:gd name="T9" fmla="*/ 5 h 69"/>
                <a:gd name="T10" fmla="*/ 34 w 62"/>
                <a:gd name="T11" fmla="*/ 0 h 69"/>
                <a:gd name="T12" fmla="*/ 15 w 62"/>
                <a:gd name="T13" fmla="*/ 2 h 69"/>
                <a:gd name="T14" fmla="*/ 13 w 62"/>
                <a:gd name="T15" fmla="*/ 2 h 69"/>
                <a:gd name="T16" fmla="*/ 11 w 62"/>
                <a:gd name="T17" fmla="*/ 2 h 69"/>
                <a:gd name="T18" fmla="*/ 7 w 62"/>
                <a:gd name="T19" fmla="*/ 4 h 69"/>
                <a:gd name="T20" fmla="*/ 5 w 62"/>
                <a:gd name="T21" fmla="*/ 7 h 69"/>
                <a:gd name="T22" fmla="*/ 6 w 62"/>
                <a:gd name="T23" fmla="*/ 11 h 69"/>
                <a:gd name="T24" fmla="*/ 7 w 62"/>
                <a:gd name="T25" fmla="*/ 12 h 69"/>
                <a:gd name="T26" fmla="*/ 6 w 62"/>
                <a:gd name="T27" fmla="*/ 15 h 69"/>
                <a:gd name="T28" fmla="*/ 6 w 62"/>
                <a:gd name="T29" fmla="*/ 18 h 69"/>
                <a:gd name="T30" fmla="*/ 2 w 62"/>
                <a:gd name="T31" fmla="*/ 40 h 69"/>
                <a:gd name="T32" fmla="*/ 0 w 62"/>
                <a:gd name="T33" fmla="*/ 60 h 69"/>
                <a:gd name="T34" fmla="*/ 7 w 62"/>
                <a:gd name="T35" fmla="*/ 69 h 69"/>
                <a:gd name="T36" fmla="*/ 11 w 62"/>
                <a:gd name="T37" fmla="*/ 67 h 69"/>
                <a:gd name="T38" fmla="*/ 13 w 62"/>
                <a:gd name="T39" fmla="*/ 64 h 69"/>
                <a:gd name="T40" fmla="*/ 12 w 62"/>
                <a:gd name="T41" fmla="*/ 60 h 69"/>
                <a:gd name="T42" fmla="*/ 12 w 62"/>
                <a:gd name="T43" fmla="*/ 54 h 69"/>
                <a:gd name="T44" fmla="*/ 13 w 62"/>
                <a:gd name="T45" fmla="*/ 40 h 69"/>
                <a:gd name="T46" fmla="*/ 16 w 62"/>
                <a:gd name="T47" fmla="*/ 22 h 69"/>
                <a:gd name="T48" fmla="*/ 18 w 62"/>
                <a:gd name="T49" fmla="*/ 12 h 69"/>
                <a:gd name="T50" fmla="*/ 19 w 62"/>
                <a:gd name="T51" fmla="*/ 11 h 69"/>
                <a:gd name="T52" fmla="*/ 23 w 62"/>
                <a:gd name="T53" fmla="*/ 10 h 69"/>
                <a:gd name="T54" fmla="*/ 33 w 62"/>
                <a:gd name="T55" fmla="*/ 9 h 69"/>
                <a:gd name="T56" fmla="*/ 41 w 62"/>
                <a:gd name="T57" fmla="*/ 11 h 69"/>
                <a:gd name="T58" fmla="*/ 44 w 62"/>
                <a:gd name="T59" fmla="*/ 17 h 69"/>
                <a:gd name="T60" fmla="*/ 37 w 62"/>
                <a:gd name="T61" fmla="*/ 28 h 69"/>
                <a:gd name="T62" fmla="*/ 26 w 62"/>
                <a:gd name="T63" fmla="*/ 33 h 69"/>
                <a:gd name="T64" fmla="*/ 25 w 62"/>
                <a:gd name="T65" fmla="*/ 33 h 69"/>
                <a:gd name="T66" fmla="*/ 23 w 62"/>
                <a:gd name="T67" fmla="*/ 33 h 69"/>
                <a:gd name="T68" fmla="*/ 18 w 62"/>
                <a:gd name="T69" fmla="*/ 34 h 69"/>
                <a:gd name="T70" fmla="*/ 16 w 62"/>
                <a:gd name="T71" fmla="*/ 38 h 69"/>
                <a:gd name="T72" fmla="*/ 21 w 62"/>
                <a:gd name="T73" fmla="*/ 43 h 69"/>
                <a:gd name="T74" fmla="*/ 33 w 62"/>
                <a:gd name="T75" fmla="*/ 52 h 69"/>
                <a:gd name="T76" fmla="*/ 40 w 62"/>
                <a:gd name="T77" fmla="*/ 58 h 69"/>
                <a:gd name="T78" fmla="*/ 50 w 62"/>
                <a:gd name="T79" fmla="*/ 65 h 69"/>
                <a:gd name="T80" fmla="*/ 56 w 62"/>
                <a:gd name="T81" fmla="*/ 68 h 69"/>
                <a:gd name="T82" fmla="*/ 60 w 62"/>
                <a:gd name="T83" fmla="*/ 66 h 69"/>
                <a:gd name="T84" fmla="*/ 62 w 62"/>
                <a:gd name="T85" fmla="*/ 62 h 69"/>
                <a:gd name="T86" fmla="*/ 59 w 62"/>
                <a:gd name="T87" fmla="*/ 58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2" h="69">
                  <a:moveTo>
                    <a:pt x="59" y="58"/>
                  </a:moveTo>
                  <a:cubicBezTo>
                    <a:pt x="53" y="54"/>
                    <a:pt x="45" y="48"/>
                    <a:pt x="34" y="40"/>
                  </a:cubicBezTo>
                  <a:cubicBezTo>
                    <a:pt x="41" y="37"/>
                    <a:pt x="46" y="34"/>
                    <a:pt x="50" y="30"/>
                  </a:cubicBezTo>
                  <a:cubicBezTo>
                    <a:pt x="54" y="26"/>
                    <a:pt x="56" y="21"/>
                    <a:pt x="56" y="17"/>
                  </a:cubicBezTo>
                  <a:cubicBezTo>
                    <a:pt x="56" y="12"/>
                    <a:pt x="54" y="8"/>
                    <a:pt x="50" y="5"/>
                  </a:cubicBezTo>
                  <a:cubicBezTo>
                    <a:pt x="46" y="2"/>
                    <a:pt x="40" y="0"/>
                    <a:pt x="34" y="0"/>
                  </a:cubicBezTo>
                  <a:cubicBezTo>
                    <a:pt x="30" y="0"/>
                    <a:pt x="24" y="1"/>
                    <a:pt x="15" y="2"/>
                  </a:cubicBezTo>
                  <a:cubicBezTo>
                    <a:pt x="15" y="2"/>
                    <a:pt x="14" y="2"/>
                    <a:pt x="13" y="2"/>
                  </a:cubicBezTo>
                  <a:cubicBezTo>
                    <a:pt x="12" y="2"/>
                    <a:pt x="12" y="2"/>
                    <a:pt x="11" y="2"/>
                  </a:cubicBezTo>
                  <a:cubicBezTo>
                    <a:pt x="10" y="2"/>
                    <a:pt x="9" y="3"/>
                    <a:pt x="7" y="4"/>
                  </a:cubicBezTo>
                  <a:cubicBezTo>
                    <a:pt x="6" y="5"/>
                    <a:pt x="5" y="6"/>
                    <a:pt x="5" y="7"/>
                  </a:cubicBezTo>
                  <a:cubicBezTo>
                    <a:pt x="5" y="8"/>
                    <a:pt x="5" y="9"/>
                    <a:pt x="6" y="11"/>
                  </a:cubicBezTo>
                  <a:cubicBezTo>
                    <a:pt x="7" y="12"/>
                    <a:pt x="7" y="12"/>
                    <a:pt x="7" y="12"/>
                  </a:cubicBezTo>
                  <a:cubicBezTo>
                    <a:pt x="6" y="15"/>
                    <a:pt x="6" y="15"/>
                    <a:pt x="6" y="15"/>
                  </a:cubicBezTo>
                  <a:cubicBezTo>
                    <a:pt x="6" y="16"/>
                    <a:pt x="6" y="17"/>
                    <a:pt x="6" y="18"/>
                  </a:cubicBezTo>
                  <a:cubicBezTo>
                    <a:pt x="4" y="24"/>
                    <a:pt x="3" y="32"/>
                    <a:pt x="2" y="40"/>
                  </a:cubicBezTo>
                  <a:cubicBezTo>
                    <a:pt x="1" y="49"/>
                    <a:pt x="0" y="56"/>
                    <a:pt x="0" y="60"/>
                  </a:cubicBezTo>
                  <a:cubicBezTo>
                    <a:pt x="0" y="66"/>
                    <a:pt x="2" y="69"/>
                    <a:pt x="7" y="69"/>
                  </a:cubicBezTo>
                  <a:cubicBezTo>
                    <a:pt x="8" y="69"/>
                    <a:pt x="10" y="68"/>
                    <a:pt x="11" y="67"/>
                  </a:cubicBezTo>
                  <a:cubicBezTo>
                    <a:pt x="12" y="66"/>
                    <a:pt x="13" y="65"/>
                    <a:pt x="13" y="64"/>
                  </a:cubicBezTo>
                  <a:cubicBezTo>
                    <a:pt x="13" y="63"/>
                    <a:pt x="13" y="61"/>
                    <a:pt x="12" y="60"/>
                  </a:cubicBezTo>
                  <a:cubicBezTo>
                    <a:pt x="12" y="58"/>
                    <a:pt x="12" y="56"/>
                    <a:pt x="12" y="54"/>
                  </a:cubicBezTo>
                  <a:cubicBezTo>
                    <a:pt x="12" y="51"/>
                    <a:pt x="12" y="46"/>
                    <a:pt x="13" y="40"/>
                  </a:cubicBezTo>
                  <a:cubicBezTo>
                    <a:pt x="14" y="33"/>
                    <a:pt x="15" y="27"/>
                    <a:pt x="16" y="22"/>
                  </a:cubicBezTo>
                  <a:cubicBezTo>
                    <a:pt x="17" y="16"/>
                    <a:pt x="18" y="13"/>
                    <a:pt x="18" y="12"/>
                  </a:cubicBezTo>
                  <a:cubicBezTo>
                    <a:pt x="18" y="12"/>
                    <a:pt x="19" y="11"/>
                    <a:pt x="19" y="11"/>
                  </a:cubicBezTo>
                  <a:cubicBezTo>
                    <a:pt x="19" y="11"/>
                    <a:pt x="20" y="10"/>
                    <a:pt x="23" y="10"/>
                  </a:cubicBezTo>
                  <a:cubicBezTo>
                    <a:pt x="25" y="9"/>
                    <a:pt x="29" y="9"/>
                    <a:pt x="33" y="9"/>
                  </a:cubicBezTo>
                  <a:cubicBezTo>
                    <a:pt x="36" y="9"/>
                    <a:pt x="39" y="10"/>
                    <a:pt x="41" y="11"/>
                  </a:cubicBezTo>
                  <a:cubicBezTo>
                    <a:pt x="43" y="13"/>
                    <a:pt x="44" y="15"/>
                    <a:pt x="44" y="17"/>
                  </a:cubicBezTo>
                  <a:cubicBezTo>
                    <a:pt x="44" y="21"/>
                    <a:pt x="42" y="25"/>
                    <a:pt x="37" y="28"/>
                  </a:cubicBezTo>
                  <a:cubicBezTo>
                    <a:pt x="31" y="31"/>
                    <a:pt x="28" y="33"/>
                    <a:pt x="26" y="33"/>
                  </a:cubicBezTo>
                  <a:cubicBezTo>
                    <a:pt x="25" y="33"/>
                    <a:pt x="25" y="33"/>
                    <a:pt x="25" y="33"/>
                  </a:cubicBezTo>
                  <a:cubicBezTo>
                    <a:pt x="24" y="33"/>
                    <a:pt x="23" y="33"/>
                    <a:pt x="23" y="33"/>
                  </a:cubicBezTo>
                  <a:cubicBezTo>
                    <a:pt x="21" y="33"/>
                    <a:pt x="19" y="33"/>
                    <a:pt x="18" y="34"/>
                  </a:cubicBezTo>
                  <a:cubicBezTo>
                    <a:pt x="17" y="35"/>
                    <a:pt x="16" y="37"/>
                    <a:pt x="16" y="38"/>
                  </a:cubicBezTo>
                  <a:cubicBezTo>
                    <a:pt x="16" y="41"/>
                    <a:pt x="17" y="43"/>
                    <a:pt x="21" y="43"/>
                  </a:cubicBezTo>
                  <a:cubicBezTo>
                    <a:pt x="23" y="44"/>
                    <a:pt x="27" y="48"/>
                    <a:pt x="33" y="52"/>
                  </a:cubicBezTo>
                  <a:cubicBezTo>
                    <a:pt x="34" y="53"/>
                    <a:pt x="36" y="55"/>
                    <a:pt x="40" y="58"/>
                  </a:cubicBezTo>
                  <a:cubicBezTo>
                    <a:pt x="44" y="62"/>
                    <a:pt x="48" y="64"/>
                    <a:pt x="50" y="65"/>
                  </a:cubicBezTo>
                  <a:cubicBezTo>
                    <a:pt x="52" y="67"/>
                    <a:pt x="54" y="68"/>
                    <a:pt x="56" y="68"/>
                  </a:cubicBezTo>
                  <a:cubicBezTo>
                    <a:pt x="57" y="68"/>
                    <a:pt x="58" y="67"/>
                    <a:pt x="60" y="66"/>
                  </a:cubicBezTo>
                  <a:cubicBezTo>
                    <a:pt x="61" y="65"/>
                    <a:pt x="62" y="63"/>
                    <a:pt x="62" y="62"/>
                  </a:cubicBezTo>
                  <a:cubicBezTo>
                    <a:pt x="62" y="60"/>
                    <a:pt x="61" y="59"/>
                    <a:pt x="59"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195"/>
            <p:cNvSpPr>
              <a:spLocks noEditPoints="1"/>
            </p:cNvSpPr>
            <p:nvPr/>
          </p:nvSpPr>
          <p:spPr bwMode="auto">
            <a:xfrm>
              <a:off x="10933113" y="5791200"/>
              <a:ext cx="65088" cy="80963"/>
            </a:xfrm>
            <a:custGeom>
              <a:avLst/>
              <a:gdLst>
                <a:gd name="T0" fmla="*/ 40 w 43"/>
                <a:gd name="T1" fmla="*/ 32 h 53"/>
                <a:gd name="T2" fmla="*/ 37 w 43"/>
                <a:gd name="T3" fmla="*/ 34 h 53"/>
                <a:gd name="T4" fmla="*/ 19 w 43"/>
                <a:gd name="T5" fmla="*/ 43 h 53"/>
                <a:gd name="T6" fmla="*/ 13 w 43"/>
                <a:gd name="T7" fmla="*/ 41 h 53"/>
                <a:gd name="T8" fmla="*/ 12 w 43"/>
                <a:gd name="T9" fmla="*/ 37 h 53"/>
                <a:gd name="T10" fmla="*/ 13 w 43"/>
                <a:gd name="T11" fmla="*/ 36 h 53"/>
                <a:gd name="T12" fmla="*/ 32 w 43"/>
                <a:gd name="T13" fmla="*/ 26 h 53"/>
                <a:gd name="T14" fmla="*/ 40 w 43"/>
                <a:gd name="T15" fmla="*/ 10 h 53"/>
                <a:gd name="T16" fmla="*/ 37 w 43"/>
                <a:gd name="T17" fmla="*/ 3 h 53"/>
                <a:gd name="T18" fmla="*/ 29 w 43"/>
                <a:gd name="T19" fmla="*/ 0 h 53"/>
                <a:gd name="T20" fmla="*/ 9 w 43"/>
                <a:gd name="T21" fmla="*/ 11 h 53"/>
                <a:gd name="T22" fmla="*/ 0 w 43"/>
                <a:gd name="T23" fmla="*/ 35 h 53"/>
                <a:gd name="T24" fmla="*/ 5 w 43"/>
                <a:gd name="T25" fmla="*/ 48 h 53"/>
                <a:gd name="T26" fmla="*/ 17 w 43"/>
                <a:gd name="T27" fmla="*/ 53 h 53"/>
                <a:gd name="T28" fmla="*/ 35 w 43"/>
                <a:gd name="T29" fmla="*/ 46 h 53"/>
                <a:gd name="T30" fmla="*/ 43 w 43"/>
                <a:gd name="T31" fmla="*/ 35 h 53"/>
                <a:gd name="T32" fmla="*/ 40 w 43"/>
                <a:gd name="T33" fmla="*/ 32 h 53"/>
                <a:gd name="T34" fmla="*/ 19 w 43"/>
                <a:gd name="T35" fmla="*/ 15 h 53"/>
                <a:gd name="T36" fmla="*/ 28 w 43"/>
                <a:gd name="T37" fmla="*/ 9 h 53"/>
                <a:gd name="T38" fmla="*/ 30 w 43"/>
                <a:gd name="T39" fmla="*/ 10 h 53"/>
                <a:gd name="T40" fmla="*/ 31 w 43"/>
                <a:gd name="T41" fmla="*/ 12 h 53"/>
                <a:gd name="T42" fmla="*/ 25 w 43"/>
                <a:gd name="T43" fmla="*/ 21 h 53"/>
                <a:gd name="T44" fmla="*/ 12 w 43"/>
                <a:gd name="T45" fmla="*/ 27 h 53"/>
                <a:gd name="T46" fmla="*/ 19 w 43"/>
                <a:gd name="T47" fmla="*/ 15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3" h="53">
                  <a:moveTo>
                    <a:pt x="40" y="32"/>
                  </a:moveTo>
                  <a:cubicBezTo>
                    <a:pt x="39" y="32"/>
                    <a:pt x="38" y="33"/>
                    <a:pt x="37" y="34"/>
                  </a:cubicBezTo>
                  <a:cubicBezTo>
                    <a:pt x="31" y="40"/>
                    <a:pt x="25" y="43"/>
                    <a:pt x="19" y="43"/>
                  </a:cubicBezTo>
                  <a:cubicBezTo>
                    <a:pt x="16" y="43"/>
                    <a:pt x="15" y="43"/>
                    <a:pt x="13" y="41"/>
                  </a:cubicBezTo>
                  <a:cubicBezTo>
                    <a:pt x="12" y="40"/>
                    <a:pt x="12" y="39"/>
                    <a:pt x="12" y="37"/>
                  </a:cubicBezTo>
                  <a:cubicBezTo>
                    <a:pt x="12" y="36"/>
                    <a:pt x="12" y="36"/>
                    <a:pt x="13" y="36"/>
                  </a:cubicBezTo>
                  <a:cubicBezTo>
                    <a:pt x="21" y="34"/>
                    <a:pt x="27" y="30"/>
                    <a:pt x="32" y="26"/>
                  </a:cubicBezTo>
                  <a:cubicBezTo>
                    <a:pt x="37" y="21"/>
                    <a:pt x="40" y="16"/>
                    <a:pt x="40" y="10"/>
                  </a:cubicBezTo>
                  <a:cubicBezTo>
                    <a:pt x="40" y="8"/>
                    <a:pt x="39" y="5"/>
                    <a:pt x="37" y="3"/>
                  </a:cubicBezTo>
                  <a:cubicBezTo>
                    <a:pt x="35" y="1"/>
                    <a:pt x="32" y="0"/>
                    <a:pt x="29" y="0"/>
                  </a:cubicBezTo>
                  <a:cubicBezTo>
                    <a:pt x="22" y="0"/>
                    <a:pt x="15" y="3"/>
                    <a:pt x="9" y="11"/>
                  </a:cubicBezTo>
                  <a:cubicBezTo>
                    <a:pt x="3" y="18"/>
                    <a:pt x="0" y="26"/>
                    <a:pt x="0" y="35"/>
                  </a:cubicBezTo>
                  <a:cubicBezTo>
                    <a:pt x="0" y="40"/>
                    <a:pt x="2" y="45"/>
                    <a:pt x="5" y="48"/>
                  </a:cubicBezTo>
                  <a:cubicBezTo>
                    <a:pt x="8" y="51"/>
                    <a:pt x="12" y="53"/>
                    <a:pt x="17" y="53"/>
                  </a:cubicBezTo>
                  <a:cubicBezTo>
                    <a:pt x="24" y="53"/>
                    <a:pt x="30" y="51"/>
                    <a:pt x="35" y="46"/>
                  </a:cubicBezTo>
                  <a:cubicBezTo>
                    <a:pt x="40" y="42"/>
                    <a:pt x="43" y="38"/>
                    <a:pt x="43" y="35"/>
                  </a:cubicBezTo>
                  <a:cubicBezTo>
                    <a:pt x="43" y="33"/>
                    <a:pt x="42" y="32"/>
                    <a:pt x="40" y="32"/>
                  </a:cubicBezTo>
                  <a:close/>
                  <a:moveTo>
                    <a:pt x="19" y="15"/>
                  </a:moveTo>
                  <a:cubicBezTo>
                    <a:pt x="22" y="11"/>
                    <a:pt x="25" y="9"/>
                    <a:pt x="28" y="9"/>
                  </a:cubicBezTo>
                  <a:cubicBezTo>
                    <a:pt x="28" y="9"/>
                    <a:pt x="29" y="9"/>
                    <a:pt x="30" y="10"/>
                  </a:cubicBezTo>
                  <a:cubicBezTo>
                    <a:pt x="30" y="11"/>
                    <a:pt x="31" y="11"/>
                    <a:pt x="31" y="12"/>
                  </a:cubicBezTo>
                  <a:cubicBezTo>
                    <a:pt x="31" y="15"/>
                    <a:pt x="29" y="18"/>
                    <a:pt x="25" y="21"/>
                  </a:cubicBezTo>
                  <a:cubicBezTo>
                    <a:pt x="21" y="24"/>
                    <a:pt x="17" y="26"/>
                    <a:pt x="12" y="27"/>
                  </a:cubicBezTo>
                  <a:cubicBezTo>
                    <a:pt x="13" y="23"/>
                    <a:pt x="16" y="19"/>
                    <a:pt x="19"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196"/>
            <p:cNvSpPr>
              <a:spLocks noEditPoints="1"/>
            </p:cNvSpPr>
            <p:nvPr/>
          </p:nvSpPr>
          <p:spPr bwMode="auto">
            <a:xfrm>
              <a:off x="11007725" y="5791200"/>
              <a:ext cx="73025" cy="80963"/>
            </a:xfrm>
            <a:custGeom>
              <a:avLst/>
              <a:gdLst>
                <a:gd name="T0" fmla="*/ 46 w 48"/>
                <a:gd name="T1" fmla="*/ 45 h 53"/>
                <a:gd name="T2" fmla="*/ 44 w 48"/>
                <a:gd name="T3" fmla="*/ 43 h 53"/>
                <a:gd name="T4" fmla="*/ 42 w 48"/>
                <a:gd name="T5" fmla="*/ 40 h 53"/>
                <a:gd name="T6" fmla="*/ 42 w 48"/>
                <a:gd name="T7" fmla="*/ 32 h 53"/>
                <a:gd name="T8" fmla="*/ 43 w 48"/>
                <a:gd name="T9" fmla="*/ 17 h 53"/>
                <a:gd name="T10" fmla="*/ 44 w 48"/>
                <a:gd name="T11" fmla="*/ 10 h 53"/>
                <a:gd name="T12" fmla="*/ 39 w 48"/>
                <a:gd name="T13" fmla="*/ 6 h 53"/>
                <a:gd name="T14" fmla="*/ 32 w 48"/>
                <a:gd name="T15" fmla="*/ 0 h 53"/>
                <a:gd name="T16" fmla="*/ 10 w 48"/>
                <a:gd name="T17" fmla="*/ 14 h 53"/>
                <a:gd name="T18" fmla="*/ 0 w 48"/>
                <a:gd name="T19" fmla="*/ 40 h 53"/>
                <a:gd name="T20" fmla="*/ 2 w 48"/>
                <a:gd name="T21" fmla="*/ 48 h 53"/>
                <a:gd name="T22" fmla="*/ 10 w 48"/>
                <a:gd name="T23" fmla="*/ 51 h 53"/>
                <a:gd name="T24" fmla="*/ 33 w 48"/>
                <a:gd name="T25" fmla="*/ 36 h 53"/>
                <a:gd name="T26" fmla="*/ 40 w 48"/>
                <a:gd name="T27" fmla="*/ 53 h 53"/>
                <a:gd name="T28" fmla="*/ 45 w 48"/>
                <a:gd name="T29" fmla="*/ 51 h 53"/>
                <a:gd name="T30" fmla="*/ 48 w 48"/>
                <a:gd name="T31" fmla="*/ 47 h 53"/>
                <a:gd name="T32" fmla="*/ 46 w 48"/>
                <a:gd name="T33" fmla="*/ 45 h 53"/>
                <a:gd name="T34" fmla="*/ 25 w 48"/>
                <a:gd name="T35" fmla="*/ 32 h 53"/>
                <a:gd name="T36" fmla="*/ 12 w 48"/>
                <a:gd name="T37" fmla="*/ 41 h 53"/>
                <a:gd name="T38" fmla="*/ 11 w 48"/>
                <a:gd name="T39" fmla="*/ 38 h 53"/>
                <a:gd name="T40" fmla="*/ 18 w 48"/>
                <a:gd name="T41" fmla="*/ 20 h 53"/>
                <a:gd name="T42" fmla="*/ 30 w 48"/>
                <a:gd name="T43" fmla="*/ 10 h 53"/>
                <a:gd name="T44" fmla="*/ 32 w 48"/>
                <a:gd name="T45" fmla="*/ 12 h 53"/>
                <a:gd name="T46" fmla="*/ 33 w 48"/>
                <a:gd name="T47" fmla="*/ 15 h 53"/>
                <a:gd name="T48" fmla="*/ 25 w 48"/>
                <a:gd name="T49" fmla="*/ 3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8" h="53">
                  <a:moveTo>
                    <a:pt x="46" y="45"/>
                  </a:moveTo>
                  <a:cubicBezTo>
                    <a:pt x="45" y="44"/>
                    <a:pt x="44" y="44"/>
                    <a:pt x="44" y="43"/>
                  </a:cubicBezTo>
                  <a:cubicBezTo>
                    <a:pt x="43" y="43"/>
                    <a:pt x="43" y="42"/>
                    <a:pt x="42" y="40"/>
                  </a:cubicBezTo>
                  <a:cubicBezTo>
                    <a:pt x="42" y="39"/>
                    <a:pt x="42" y="36"/>
                    <a:pt x="42" y="32"/>
                  </a:cubicBezTo>
                  <a:cubicBezTo>
                    <a:pt x="42" y="28"/>
                    <a:pt x="42" y="23"/>
                    <a:pt x="43" y="17"/>
                  </a:cubicBezTo>
                  <a:cubicBezTo>
                    <a:pt x="44" y="14"/>
                    <a:pt x="44" y="11"/>
                    <a:pt x="44" y="10"/>
                  </a:cubicBezTo>
                  <a:cubicBezTo>
                    <a:pt x="44" y="7"/>
                    <a:pt x="43" y="6"/>
                    <a:pt x="39" y="6"/>
                  </a:cubicBezTo>
                  <a:cubicBezTo>
                    <a:pt x="38" y="2"/>
                    <a:pt x="36" y="0"/>
                    <a:pt x="32" y="0"/>
                  </a:cubicBezTo>
                  <a:cubicBezTo>
                    <a:pt x="25" y="0"/>
                    <a:pt x="17" y="5"/>
                    <a:pt x="10" y="14"/>
                  </a:cubicBezTo>
                  <a:cubicBezTo>
                    <a:pt x="3" y="23"/>
                    <a:pt x="0" y="32"/>
                    <a:pt x="0" y="40"/>
                  </a:cubicBezTo>
                  <a:cubicBezTo>
                    <a:pt x="0" y="43"/>
                    <a:pt x="1" y="46"/>
                    <a:pt x="2" y="48"/>
                  </a:cubicBezTo>
                  <a:cubicBezTo>
                    <a:pt x="4" y="50"/>
                    <a:pt x="7" y="51"/>
                    <a:pt x="10" y="51"/>
                  </a:cubicBezTo>
                  <a:cubicBezTo>
                    <a:pt x="17" y="51"/>
                    <a:pt x="25" y="46"/>
                    <a:pt x="33" y="36"/>
                  </a:cubicBezTo>
                  <a:cubicBezTo>
                    <a:pt x="32" y="47"/>
                    <a:pt x="35" y="53"/>
                    <a:pt x="40" y="53"/>
                  </a:cubicBezTo>
                  <a:cubicBezTo>
                    <a:pt x="42" y="53"/>
                    <a:pt x="44" y="52"/>
                    <a:pt x="45" y="51"/>
                  </a:cubicBezTo>
                  <a:cubicBezTo>
                    <a:pt x="47" y="50"/>
                    <a:pt x="48" y="49"/>
                    <a:pt x="48" y="47"/>
                  </a:cubicBezTo>
                  <a:cubicBezTo>
                    <a:pt x="48" y="46"/>
                    <a:pt x="47" y="45"/>
                    <a:pt x="46" y="45"/>
                  </a:cubicBezTo>
                  <a:close/>
                  <a:moveTo>
                    <a:pt x="25" y="32"/>
                  </a:moveTo>
                  <a:cubicBezTo>
                    <a:pt x="20" y="38"/>
                    <a:pt x="16" y="41"/>
                    <a:pt x="12" y="41"/>
                  </a:cubicBezTo>
                  <a:cubicBezTo>
                    <a:pt x="11" y="41"/>
                    <a:pt x="11" y="40"/>
                    <a:pt x="11" y="38"/>
                  </a:cubicBezTo>
                  <a:cubicBezTo>
                    <a:pt x="11" y="33"/>
                    <a:pt x="13" y="27"/>
                    <a:pt x="18" y="20"/>
                  </a:cubicBezTo>
                  <a:cubicBezTo>
                    <a:pt x="23" y="14"/>
                    <a:pt x="27" y="10"/>
                    <a:pt x="30" y="10"/>
                  </a:cubicBezTo>
                  <a:cubicBezTo>
                    <a:pt x="31" y="10"/>
                    <a:pt x="32" y="11"/>
                    <a:pt x="32" y="12"/>
                  </a:cubicBezTo>
                  <a:cubicBezTo>
                    <a:pt x="33" y="12"/>
                    <a:pt x="33" y="14"/>
                    <a:pt x="33" y="15"/>
                  </a:cubicBezTo>
                  <a:cubicBezTo>
                    <a:pt x="33" y="20"/>
                    <a:pt x="31" y="26"/>
                    <a:pt x="25"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197"/>
            <p:cNvSpPr>
              <a:spLocks/>
            </p:cNvSpPr>
            <p:nvPr/>
          </p:nvSpPr>
          <p:spPr bwMode="auto">
            <a:xfrm>
              <a:off x="11085513" y="5788025"/>
              <a:ext cx="58738" cy="85725"/>
            </a:xfrm>
            <a:custGeom>
              <a:avLst/>
              <a:gdLst>
                <a:gd name="T0" fmla="*/ 20 w 38"/>
                <a:gd name="T1" fmla="*/ 13 h 56"/>
                <a:gd name="T2" fmla="*/ 29 w 38"/>
                <a:gd name="T3" fmla="*/ 10 h 56"/>
                <a:gd name="T4" fmla="*/ 31 w 38"/>
                <a:gd name="T5" fmla="*/ 11 h 56"/>
                <a:gd name="T6" fmla="*/ 33 w 38"/>
                <a:gd name="T7" fmla="*/ 11 h 56"/>
                <a:gd name="T8" fmla="*/ 36 w 38"/>
                <a:gd name="T9" fmla="*/ 10 h 56"/>
                <a:gd name="T10" fmla="*/ 38 w 38"/>
                <a:gd name="T11" fmla="*/ 7 h 56"/>
                <a:gd name="T12" fmla="*/ 30 w 38"/>
                <a:gd name="T13" fmla="*/ 0 h 56"/>
                <a:gd name="T14" fmla="*/ 13 w 38"/>
                <a:gd name="T15" fmla="*/ 6 h 56"/>
                <a:gd name="T16" fmla="*/ 4 w 38"/>
                <a:gd name="T17" fmla="*/ 20 h 56"/>
                <a:gd name="T18" fmla="*/ 7 w 38"/>
                <a:gd name="T19" fmla="*/ 27 h 56"/>
                <a:gd name="T20" fmla="*/ 19 w 38"/>
                <a:gd name="T21" fmla="*/ 35 h 56"/>
                <a:gd name="T22" fmla="*/ 27 w 38"/>
                <a:gd name="T23" fmla="*/ 41 h 56"/>
                <a:gd name="T24" fmla="*/ 20 w 38"/>
                <a:gd name="T25" fmla="*/ 45 h 56"/>
                <a:gd name="T26" fmla="*/ 11 w 38"/>
                <a:gd name="T27" fmla="*/ 46 h 56"/>
                <a:gd name="T28" fmla="*/ 8 w 38"/>
                <a:gd name="T29" fmla="*/ 45 h 56"/>
                <a:gd name="T30" fmla="*/ 5 w 38"/>
                <a:gd name="T31" fmla="*/ 45 h 56"/>
                <a:gd name="T32" fmla="*/ 1 w 38"/>
                <a:gd name="T33" fmla="*/ 46 h 56"/>
                <a:gd name="T34" fmla="*/ 0 w 38"/>
                <a:gd name="T35" fmla="*/ 50 h 56"/>
                <a:gd name="T36" fmla="*/ 8 w 38"/>
                <a:gd name="T37" fmla="*/ 56 h 56"/>
                <a:gd name="T38" fmla="*/ 28 w 38"/>
                <a:gd name="T39" fmla="*/ 51 h 56"/>
                <a:gd name="T40" fmla="*/ 37 w 38"/>
                <a:gd name="T41" fmla="*/ 40 h 56"/>
                <a:gd name="T42" fmla="*/ 35 w 38"/>
                <a:gd name="T43" fmla="*/ 34 h 56"/>
                <a:gd name="T44" fmla="*/ 24 w 38"/>
                <a:gd name="T45" fmla="*/ 27 h 56"/>
                <a:gd name="T46" fmla="*/ 17 w 38"/>
                <a:gd name="T47" fmla="*/ 23 h 56"/>
                <a:gd name="T48" fmla="*/ 15 w 38"/>
                <a:gd name="T49" fmla="*/ 19 h 56"/>
                <a:gd name="T50" fmla="*/ 20 w 38"/>
                <a:gd name="T51" fmla="*/ 1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8" h="56">
                  <a:moveTo>
                    <a:pt x="20" y="13"/>
                  </a:moveTo>
                  <a:cubicBezTo>
                    <a:pt x="24" y="11"/>
                    <a:pt x="27" y="10"/>
                    <a:pt x="29" y="10"/>
                  </a:cubicBezTo>
                  <a:cubicBezTo>
                    <a:pt x="30" y="10"/>
                    <a:pt x="30" y="10"/>
                    <a:pt x="31" y="11"/>
                  </a:cubicBezTo>
                  <a:cubicBezTo>
                    <a:pt x="32" y="11"/>
                    <a:pt x="33" y="11"/>
                    <a:pt x="33" y="11"/>
                  </a:cubicBezTo>
                  <a:cubicBezTo>
                    <a:pt x="34" y="11"/>
                    <a:pt x="35" y="11"/>
                    <a:pt x="36" y="10"/>
                  </a:cubicBezTo>
                  <a:cubicBezTo>
                    <a:pt x="37" y="9"/>
                    <a:pt x="38" y="8"/>
                    <a:pt x="38" y="7"/>
                  </a:cubicBezTo>
                  <a:cubicBezTo>
                    <a:pt x="38" y="2"/>
                    <a:pt x="35" y="0"/>
                    <a:pt x="30" y="0"/>
                  </a:cubicBezTo>
                  <a:cubicBezTo>
                    <a:pt x="25" y="0"/>
                    <a:pt x="19" y="2"/>
                    <a:pt x="13" y="6"/>
                  </a:cubicBezTo>
                  <a:cubicBezTo>
                    <a:pt x="7" y="10"/>
                    <a:pt x="4" y="15"/>
                    <a:pt x="4" y="20"/>
                  </a:cubicBezTo>
                  <a:cubicBezTo>
                    <a:pt x="4" y="23"/>
                    <a:pt x="5" y="25"/>
                    <a:pt x="7" y="27"/>
                  </a:cubicBezTo>
                  <a:cubicBezTo>
                    <a:pt x="8" y="30"/>
                    <a:pt x="12" y="32"/>
                    <a:pt x="19" y="35"/>
                  </a:cubicBezTo>
                  <a:cubicBezTo>
                    <a:pt x="24" y="38"/>
                    <a:pt x="26" y="40"/>
                    <a:pt x="27" y="41"/>
                  </a:cubicBezTo>
                  <a:cubicBezTo>
                    <a:pt x="26" y="43"/>
                    <a:pt x="23" y="44"/>
                    <a:pt x="20" y="45"/>
                  </a:cubicBezTo>
                  <a:cubicBezTo>
                    <a:pt x="17" y="45"/>
                    <a:pt x="14" y="46"/>
                    <a:pt x="11" y="46"/>
                  </a:cubicBezTo>
                  <a:cubicBezTo>
                    <a:pt x="10" y="46"/>
                    <a:pt x="9" y="46"/>
                    <a:pt x="8" y="45"/>
                  </a:cubicBezTo>
                  <a:cubicBezTo>
                    <a:pt x="7" y="45"/>
                    <a:pt x="6" y="45"/>
                    <a:pt x="5" y="45"/>
                  </a:cubicBezTo>
                  <a:cubicBezTo>
                    <a:pt x="4" y="45"/>
                    <a:pt x="3" y="45"/>
                    <a:pt x="1" y="46"/>
                  </a:cubicBezTo>
                  <a:cubicBezTo>
                    <a:pt x="0" y="47"/>
                    <a:pt x="0" y="48"/>
                    <a:pt x="0" y="50"/>
                  </a:cubicBezTo>
                  <a:cubicBezTo>
                    <a:pt x="0" y="54"/>
                    <a:pt x="2" y="56"/>
                    <a:pt x="8" y="56"/>
                  </a:cubicBezTo>
                  <a:cubicBezTo>
                    <a:pt x="15" y="56"/>
                    <a:pt x="22" y="54"/>
                    <a:pt x="28" y="51"/>
                  </a:cubicBezTo>
                  <a:cubicBezTo>
                    <a:pt x="34" y="48"/>
                    <a:pt x="37" y="45"/>
                    <a:pt x="37" y="40"/>
                  </a:cubicBezTo>
                  <a:cubicBezTo>
                    <a:pt x="37" y="38"/>
                    <a:pt x="36" y="36"/>
                    <a:pt x="35" y="34"/>
                  </a:cubicBezTo>
                  <a:cubicBezTo>
                    <a:pt x="33" y="32"/>
                    <a:pt x="29" y="29"/>
                    <a:pt x="24" y="27"/>
                  </a:cubicBezTo>
                  <a:cubicBezTo>
                    <a:pt x="21" y="25"/>
                    <a:pt x="18" y="24"/>
                    <a:pt x="17" y="23"/>
                  </a:cubicBezTo>
                  <a:cubicBezTo>
                    <a:pt x="16" y="22"/>
                    <a:pt x="15" y="21"/>
                    <a:pt x="15" y="19"/>
                  </a:cubicBezTo>
                  <a:cubicBezTo>
                    <a:pt x="15" y="17"/>
                    <a:pt x="17" y="15"/>
                    <a:pt x="20"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198"/>
            <p:cNvSpPr>
              <a:spLocks/>
            </p:cNvSpPr>
            <p:nvPr/>
          </p:nvSpPr>
          <p:spPr bwMode="auto">
            <a:xfrm>
              <a:off x="11145838" y="5788025"/>
              <a:ext cx="57150" cy="85725"/>
            </a:xfrm>
            <a:custGeom>
              <a:avLst/>
              <a:gdLst>
                <a:gd name="T0" fmla="*/ 21 w 38"/>
                <a:gd name="T1" fmla="*/ 13 h 56"/>
                <a:gd name="T2" fmla="*/ 30 w 38"/>
                <a:gd name="T3" fmla="*/ 10 h 56"/>
                <a:gd name="T4" fmla="*/ 32 w 38"/>
                <a:gd name="T5" fmla="*/ 11 h 56"/>
                <a:gd name="T6" fmla="*/ 33 w 38"/>
                <a:gd name="T7" fmla="*/ 11 h 56"/>
                <a:gd name="T8" fmla="*/ 36 w 38"/>
                <a:gd name="T9" fmla="*/ 10 h 56"/>
                <a:gd name="T10" fmla="*/ 38 w 38"/>
                <a:gd name="T11" fmla="*/ 7 h 56"/>
                <a:gd name="T12" fmla="*/ 30 w 38"/>
                <a:gd name="T13" fmla="*/ 0 h 56"/>
                <a:gd name="T14" fmla="*/ 14 w 38"/>
                <a:gd name="T15" fmla="*/ 6 h 56"/>
                <a:gd name="T16" fmla="*/ 5 w 38"/>
                <a:gd name="T17" fmla="*/ 20 h 56"/>
                <a:gd name="T18" fmla="*/ 7 w 38"/>
                <a:gd name="T19" fmla="*/ 27 h 56"/>
                <a:gd name="T20" fmla="*/ 19 w 38"/>
                <a:gd name="T21" fmla="*/ 35 h 56"/>
                <a:gd name="T22" fmla="*/ 27 w 38"/>
                <a:gd name="T23" fmla="*/ 41 h 56"/>
                <a:gd name="T24" fmla="*/ 21 w 38"/>
                <a:gd name="T25" fmla="*/ 45 h 56"/>
                <a:gd name="T26" fmla="*/ 12 w 38"/>
                <a:gd name="T27" fmla="*/ 46 h 56"/>
                <a:gd name="T28" fmla="*/ 8 w 38"/>
                <a:gd name="T29" fmla="*/ 45 h 56"/>
                <a:gd name="T30" fmla="*/ 6 w 38"/>
                <a:gd name="T31" fmla="*/ 45 h 56"/>
                <a:gd name="T32" fmla="*/ 2 w 38"/>
                <a:gd name="T33" fmla="*/ 46 h 56"/>
                <a:gd name="T34" fmla="*/ 0 w 38"/>
                <a:gd name="T35" fmla="*/ 50 h 56"/>
                <a:gd name="T36" fmla="*/ 8 w 38"/>
                <a:gd name="T37" fmla="*/ 56 h 56"/>
                <a:gd name="T38" fmla="*/ 29 w 38"/>
                <a:gd name="T39" fmla="*/ 51 h 56"/>
                <a:gd name="T40" fmla="*/ 38 w 38"/>
                <a:gd name="T41" fmla="*/ 40 h 56"/>
                <a:gd name="T42" fmla="*/ 35 w 38"/>
                <a:gd name="T43" fmla="*/ 34 h 56"/>
                <a:gd name="T44" fmla="*/ 25 w 38"/>
                <a:gd name="T45" fmla="*/ 27 h 56"/>
                <a:gd name="T46" fmla="*/ 18 w 38"/>
                <a:gd name="T47" fmla="*/ 23 h 56"/>
                <a:gd name="T48" fmla="*/ 16 w 38"/>
                <a:gd name="T49" fmla="*/ 19 h 56"/>
                <a:gd name="T50" fmla="*/ 21 w 38"/>
                <a:gd name="T51" fmla="*/ 1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8" h="56">
                  <a:moveTo>
                    <a:pt x="21" y="13"/>
                  </a:moveTo>
                  <a:cubicBezTo>
                    <a:pt x="24" y="11"/>
                    <a:pt x="27" y="10"/>
                    <a:pt x="30" y="10"/>
                  </a:cubicBezTo>
                  <a:cubicBezTo>
                    <a:pt x="30" y="10"/>
                    <a:pt x="31" y="10"/>
                    <a:pt x="32" y="11"/>
                  </a:cubicBezTo>
                  <a:cubicBezTo>
                    <a:pt x="32" y="11"/>
                    <a:pt x="33" y="11"/>
                    <a:pt x="33" y="11"/>
                  </a:cubicBezTo>
                  <a:cubicBezTo>
                    <a:pt x="34" y="11"/>
                    <a:pt x="35" y="11"/>
                    <a:pt x="36" y="10"/>
                  </a:cubicBezTo>
                  <a:cubicBezTo>
                    <a:pt x="38" y="9"/>
                    <a:pt x="38" y="8"/>
                    <a:pt x="38" y="7"/>
                  </a:cubicBezTo>
                  <a:cubicBezTo>
                    <a:pt x="38" y="2"/>
                    <a:pt x="36" y="0"/>
                    <a:pt x="30" y="0"/>
                  </a:cubicBezTo>
                  <a:cubicBezTo>
                    <a:pt x="25" y="0"/>
                    <a:pt x="20" y="2"/>
                    <a:pt x="14" y="6"/>
                  </a:cubicBezTo>
                  <a:cubicBezTo>
                    <a:pt x="8" y="10"/>
                    <a:pt x="5" y="15"/>
                    <a:pt x="5" y="20"/>
                  </a:cubicBezTo>
                  <a:cubicBezTo>
                    <a:pt x="5" y="23"/>
                    <a:pt x="5" y="25"/>
                    <a:pt x="7" y="27"/>
                  </a:cubicBezTo>
                  <a:cubicBezTo>
                    <a:pt x="9" y="30"/>
                    <a:pt x="13" y="32"/>
                    <a:pt x="19" y="35"/>
                  </a:cubicBezTo>
                  <a:cubicBezTo>
                    <a:pt x="24" y="38"/>
                    <a:pt x="27" y="40"/>
                    <a:pt x="27" y="41"/>
                  </a:cubicBezTo>
                  <a:cubicBezTo>
                    <a:pt x="26" y="43"/>
                    <a:pt x="24" y="44"/>
                    <a:pt x="21" y="45"/>
                  </a:cubicBezTo>
                  <a:cubicBezTo>
                    <a:pt x="18" y="45"/>
                    <a:pt x="15" y="46"/>
                    <a:pt x="12" y="46"/>
                  </a:cubicBezTo>
                  <a:cubicBezTo>
                    <a:pt x="11" y="46"/>
                    <a:pt x="10" y="46"/>
                    <a:pt x="8" y="45"/>
                  </a:cubicBezTo>
                  <a:cubicBezTo>
                    <a:pt x="7" y="45"/>
                    <a:pt x="6" y="45"/>
                    <a:pt x="6" y="45"/>
                  </a:cubicBezTo>
                  <a:cubicBezTo>
                    <a:pt x="4" y="45"/>
                    <a:pt x="3" y="45"/>
                    <a:pt x="2" y="46"/>
                  </a:cubicBezTo>
                  <a:cubicBezTo>
                    <a:pt x="1" y="47"/>
                    <a:pt x="0" y="48"/>
                    <a:pt x="0" y="50"/>
                  </a:cubicBezTo>
                  <a:cubicBezTo>
                    <a:pt x="0" y="54"/>
                    <a:pt x="3" y="56"/>
                    <a:pt x="8" y="56"/>
                  </a:cubicBezTo>
                  <a:cubicBezTo>
                    <a:pt x="16" y="56"/>
                    <a:pt x="23" y="54"/>
                    <a:pt x="29" y="51"/>
                  </a:cubicBezTo>
                  <a:cubicBezTo>
                    <a:pt x="35" y="48"/>
                    <a:pt x="38" y="45"/>
                    <a:pt x="38" y="40"/>
                  </a:cubicBezTo>
                  <a:cubicBezTo>
                    <a:pt x="38" y="38"/>
                    <a:pt x="37" y="36"/>
                    <a:pt x="35" y="34"/>
                  </a:cubicBezTo>
                  <a:cubicBezTo>
                    <a:pt x="33" y="32"/>
                    <a:pt x="30" y="29"/>
                    <a:pt x="25" y="27"/>
                  </a:cubicBezTo>
                  <a:cubicBezTo>
                    <a:pt x="21" y="25"/>
                    <a:pt x="19" y="24"/>
                    <a:pt x="18" y="23"/>
                  </a:cubicBezTo>
                  <a:cubicBezTo>
                    <a:pt x="16" y="22"/>
                    <a:pt x="16" y="21"/>
                    <a:pt x="16" y="19"/>
                  </a:cubicBezTo>
                  <a:cubicBezTo>
                    <a:pt x="16" y="17"/>
                    <a:pt x="17" y="15"/>
                    <a:pt x="21"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Freeform 199"/>
            <p:cNvSpPr>
              <a:spLocks/>
            </p:cNvSpPr>
            <p:nvPr/>
          </p:nvSpPr>
          <p:spPr bwMode="auto">
            <a:xfrm>
              <a:off x="11212513" y="5795963"/>
              <a:ext cx="71438" cy="76200"/>
            </a:xfrm>
            <a:custGeom>
              <a:avLst/>
              <a:gdLst>
                <a:gd name="T0" fmla="*/ 46 w 47"/>
                <a:gd name="T1" fmla="*/ 43 h 50"/>
                <a:gd name="T2" fmla="*/ 42 w 47"/>
                <a:gd name="T3" fmla="*/ 29 h 50"/>
                <a:gd name="T4" fmla="*/ 45 w 47"/>
                <a:gd name="T5" fmla="*/ 11 h 50"/>
                <a:gd name="T6" fmla="*/ 45 w 47"/>
                <a:gd name="T7" fmla="*/ 8 h 50"/>
                <a:gd name="T8" fmla="*/ 41 w 47"/>
                <a:gd name="T9" fmla="*/ 3 h 50"/>
                <a:gd name="T10" fmla="*/ 36 w 47"/>
                <a:gd name="T11" fmla="*/ 5 h 50"/>
                <a:gd name="T12" fmla="*/ 32 w 47"/>
                <a:gd name="T13" fmla="*/ 15 h 50"/>
                <a:gd name="T14" fmla="*/ 24 w 47"/>
                <a:gd name="T15" fmla="*/ 31 h 50"/>
                <a:gd name="T16" fmla="*/ 13 w 47"/>
                <a:gd name="T17" fmla="*/ 38 h 50"/>
                <a:gd name="T18" fmla="*/ 10 w 47"/>
                <a:gd name="T19" fmla="*/ 32 h 50"/>
                <a:gd name="T20" fmla="*/ 12 w 47"/>
                <a:gd name="T21" fmla="*/ 24 h 50"/>
                <a:gd name="T22" fmla="*/ 15 w 47"/>
                <a:gd name="T23" fmla="*/ 14 h 50"/>
                <a:gd name="T24" fmla="*/ 17 w 47"/>
                <a:gd name="T25" fmla="*/ 5 h 50"/>
                <a:gd name="T26" fmla="*/ 15 w 47"/>
                <a:gd name="T27" fmla="*/ 1 h 50"/>
                <a:gd name="T28" fmla="*/ 11 w 47"/>
                <a:gd name="T29" fmla="*/ 0 h 50"/>
                <a:gd name="T30" fmla="*/ 6 w 47"/>
                <a:gd name="T31" fmla="*/ 3 h 50"/>
                <a:gd name="T32" fmla="*/ 3 w 47"/>
                <a:gd name="T33" fmla="*/ 17 h 50"/>
                <a:gd name="T34" fmla="*/ 0 w 47"/>
                <a:gd name="T35" fmla="*/ 33 h 50"/>
                <a:gd name="T36" fmla="*/ 4 w 47"/>
                <a:gd name="T37" fmla="*/ 45 h 50"/>
                <a:gd name="T38" fmla="*/ 11 w 47"/>
                <a:gd name="T39" fmla="*/ 48 h 50"/>
                <a:gd name="T40" fmla="*/ 23 w 47"/>
                <a:gd name="T41" fmla="*/ 44 h 50"/>
                <a:gd name="T42" fmla="*/ 33 w 47"/>
                <a:gd name="T43" fmla="*/ 31 h 50"/>
                <a:gd name="T44" fmla="*/ 35 w 47"/>
                <a:gd name="T45" fmla="*/ 45 h 50"/>
                <a:gd name="T46" fmla="*/ 40 w 47"/>
                <a:gd name="T47" fmla="*/ 50 h 50"/>
                <a:gd name="T48" fmla="*/ 45 w 47"/>
                <a:gd name="T49" fmla="*/ 48 h 50"/>
                <a:gd name="T50" fmla="*/ 47 w 47"/>
                <a:gd name="T51" fmla="*/ 45 h 50"/>
                <a:gd name="T52" fmla="*/ 46 w 47"/>
                <a:gd name="T53" fmla="*/ 43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7" h="50">
                  <a:moveTo>
                    <a:pt x="46" y="43"/>
                  </a:moveTo>
                  <a:cubicBezTo>
                    <a:pt x="43" y="42"/>
                    <a:pt x="42" y="37"/>
                    <a:pt x="42" y="29"/>
                  </a:cubicBezTo>
                  <a:cubicBezTo>
                    <a:pt x="42" y="22"/>
                    <a:pt x="43" y="16"/>
                    <a:pt x="45" y="11"/>
                  </a:cubicBezTo>
                  <a:cubicBezTo>
                    <a:pt x="45" y="9"/>
                    <a:pt x="45" y="8"/>
                    <a:pt x="45" y="8"/>
                  </a:cubicBezTo>
                  <a:cubicBezTo>
                    <a:pt x="45" y="4"/>
                    <a:pt x="44" y="3"/>
                    <a:pt x="41" y="3"/>
                  </a:cubicBezTo>
                  <a:cubicBezTo>
                    <a:pt x="39" y="3"/>
                    <a:pt x="37" y="3"/>
                    <a:pt x="36" y="5"/>
                  </a:cubicBezTo>
                  <a:cubicBezTo>
                    <a:pt x="35" y="7"/>
                    <a:pt x="34" y="10"/>
                    <a:pt x="32" y="15"/>
                  </a:cubicBezTo>
                  <a:cubicBezTo>
                    <a:pt x="31" y="21"/>
                    <a:pt x="28" y="26"/>
                    <a:pt x="24" y="31"/>
                  </a:cubicBezTo>
                  <a:cubicBezTo>
                    <a:pt x="19" y="36"/>
                    <a:pt x="16" y="38"/>
                    <a:pt x="13" y="38"/>
                  </a:cubicBezTo>
                  <a:cubicBezTo>
                    <a:pt x="11" y="38"/>
                    <a:pt x="10" y="36"/>
                    <a:pt x="10" y="32"/>
                  </a:cubicBezTo>
                  <a:cubicBezTo>
                    <a:pt x="10" y="31"/>
                    <a:pt x="11" y="28"/>
                    <a:pt x="12" y="24"/>
                  </a:cubicBezTo>
                  <a:cubicBezTo>
                    <a:pt x="13" y="20"/>
                    <a:pt x="14" y="16"/>
                    <a:pt x="15" y="14"/>
                  </a:cubicBezTo>
                  <a:cubicBezTo>
                    <a:pt x="16" y="10"/>
                    <a:pt x="17" y="7"/>
                    <a:pt x="17" y="5"/>
                  </a:cubicBezTo>
                  <a:cubicBezTo>
                    <a:pt x="17" y="4"/>
                    <a:pt x="17" y="2"/>
                    <a:pt x="15" y="1"/>
                  </a:cubicBezTo>
                  <a:cubicBezTo>
                    <a:pt x="14" y="0"/>
                    <a:pt x="13" y="0"/>
                    <a:pt x="11" y="0"/>
                  </a:cubicBezTo>
                  <a:cubicBezTo>
                    <a:pt x="9" y="0"/>
                    <a:pt x="7" y="1"/>
                    <a:pt x="6" y="3"/>
                  </a:cubicBezTo>
                  <a:cubicBezTo>
                    <a:pt x="6" y="6"/>
                    <a:pt x="5" y="11"/>
                    <a:pt x="3" y="17"/>
                  </a:cubicBezTo>
                  <a:cubicBezTo>
                    <a:pt x="1" y="24"/>
                    <a:pt x="0" y="30"/>
                    <a:pt x="0" y="33"/>
                  </a:cubicBezTo>
                  <a:cubicBezTo>
                    <a:pt x="0" y="39"/>
                    <a:pt x="2" y="42"/>
                    <a:pt x="4" y="45"/>
                  </a:cubicBezTo>
                  <a:cubicBezTo>
                    <a:pt x="6" y="47"/>
                    <a:pt x="9" y="48"/>
                    <a:pt x="11" y="48"/>
                  </a:cubicBezTo>
                  <a:cubicBezTo>
                    <a:pt x="15" y="48"/>
                    <a:pt x="19" y="47"/>
                    <a:pt x="23" y="44"/>
                  </a:cubicBezTo>
                  <a:cubicBezTo>
                    <a:pt x="27" y="41"/>
                    <a:pt x="30" y="36"/>
                    <a:pt x="33" y="31"/>
                  </a:cubicBezTo>
                  <a:cubicBezTo>
                    <a:pt x="33" y="37"/>
                    <a:pt x="34" y="41"/>
                    <a:pt x="35" y="45"/>
                  </a:cubicBezTo>
                  <a:cubicBezTo>
                    <a:pt x="36" y="48"/>
                    <a:pt x="38" y="50"/>
                    <a:pt x="40" y="50"/>
                  </a:cubicBezTo>
                  <a:cubicBezTo>
                    <a:pt x="42" y="50"/>
                    <a:pt x="43" y="49"/>
                    <a:pt x="45" y="48"/>
                  </a:cubicBezTo>
                  <a:cubicBezTo>
                    <a:pt x="46" y="47"/>
                    <a:pt x="47" y="46"/>
                    <a:pt x="47" y="45"/>
                  </a:cubicBezTo>
                  <a:cubicBezTo>
                    <a:pt x="47" y="45"/>
                    <a:pt x="47" y="44"/>
                    <a:pt x="46"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200"/>
            <p:cNvSpPr>
              <a:spLocks/>
            </p:cNvSpPr>
            <p:nvPr/>
          </p:nvSpPr>
          <p:spPr bwMode="auto">
            <a:xfrm>
              <a:off x="11303000" y="5794375"/>
              <a:ext cx="69850" cy="77788"/>
            </a:xfrm>
            <a:custGeom>
              <a:avLst/>
              <a:gdLst>
                <a:gd name="T0" fmla="*/ 43 w 46"/>
                <a:gd name="T1" fmla="*/ 2 h 51"/>
                <a:gd name="T2" fmla="*/ 35 w 46"/>
                <a:gd name="T3" fmla="*/ 0 h 51"/>
                <a:gd name="T4" fmla="*/ 23 w 46"/>
                <a:gd name="T5" fmla="*/ 7 h 51"/>
                <a:gd name="T6" fmla="*/ 11 w 46"/>
                <a:gd name="T7" fmla="*/ 25 h 51"/>
                <a:gd name="T8" fmla="*/ 10 w 46"/>
                <a:gd name="T9" fmla="*/ 26 h 51"/>
                <a:gd name="T10" fmla="*/ 11 w 46"/>
                <a:gd name="T11" fmla="*/ 19 h 51"/>
                <a:gd name="T12" fmla="*/ 12 w 46"/>
                <a:gd name="T13" fmla="*/ 14 h 51"/>
                <a:gd name="T14" fmla="*/ 14 w 46"/>
                <a:gd name="T15" fmla="*/ 5 h 51"/>
                <a:gd name="T16" fmla="*/ 13 w 46"/>
                <a:gd name="T17" fmla="*/ 2 h 51"/>
                <a:gd name="T18" fmla="*/ 9 w 46"/>
                <a:gd name="T19" fmla="*/ 0 h 51"/>
                <a:gd name="T20" fmla="*/ 5 w 46"/>
                <a:gd name="T21" fmla="*/ 2 h 51"/>
                <a:gd name="T22" fmla="*/ 3 w 46"/>
                <a:gd name="T23" fmla="*/ 5 h 51"/>
                <a:gd name="T24" fmla="*/ 2 w 46"/>
                <a:gd name="T25" fmla="*/ 11 h 51"/>
                <a:gd name="T26" fmla="*/ 1 w 46"/>
                <a:gd name="T27" fmla="*/ 14 h 51"/>
                <a:gd name="T28" fmla="*/ 0 w 46"/>
                <a:gd name="T29" fmla="*/ 27 h 51"/>
                <a:gd name="T30" fmla="*/ 0 w 46"/>
                <a:gd name="T31" fmla="*/ 36 h 51"/>
                <a:gd name="T32" fmla="*/ 2 w 46"/>
                <a:gd name="T33" fmla="*/ 48 h 51"/>
                <a:gd name="T34" fmla="*/ 6 w 46"/>
                <a:gd name="T35" fmla="*/ 51 h 51"/>
                <a:gd name="T36" fmla="*/ 11 w 46"/>
                <a:gd name="T37" fmla="*/ 50 h 51"/>
                <a:gd name="T38" fmla="*/ 13 w 46"/>
                <a:gd name="T39" fmla="*/ 44 h 51"/>
                <a:gd name="T40" fmla="*/ 23 w 46"/>
                <a:gd name="T41" fmla="*/ 21 h 51"/>
                <a:gd name="T42" fmla="*/ 34 w 46"/>
                <a:gd name="T43" fmla="*/ 10 h 51"/>
                <a:gd name="T44" fmla="*/ 37 w 46"/>
                <a:gd name="T45" fmla="*/ 11 h 51"/>
                <a:gd name="T46" fmla="*/ 42 w 46"/>
                <a:gd name="T47" fmla="*/ 14 h 51"/>
                <a:gd name="T48" fmla="*/ 45 w 46"/>
                <a:gd name="T49" fmla="*/ 12 h 51"/>
                <a:gd name="T50" fmla="*/ 46 w 46"/>
                <a:gd name="T51" fmla="*/ 8 h 51"/>
                <a:gd name="T52" fmla="*/ 43 w 46"/>
                <a:gd name="T53" fmla="*/ 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6" h="51">
                  <a:moveTo>
                    <a:pt x="43" y="2"/>
                  </a:moveTo>
                  <a:cubicBezTo>
                    <a:pt x="41" y="1"/>
                    <a:pt x="38" y="0"/>
                    <a:pt x="35" y="0"/>
                  </a:cubicBezTo>
                  <a:cubicBezTo>
                    <a:pt x="31" y="0"/>
                    <a:pt x="27" y="2"/>
                    <a:pt x="23" y="7"/>
                  </a:cubicBezTo>
                  <a:cubicBezTo>
                    <a:pt x="18" y="11"/>
                    <a:pt x="14" y="17"/>
                    <a:pt x="11" y="25"/>
                  </a:cubicBezTo>
                  <a:cubicBezTo>
                    <a:pt x="10" y="26"/>
                    <a:pt x="10" y="26"/>
                    <a:pt x="10" y="26"/>
                  </a:cubicBezTo>
                  <a:cubicBezTo>
                    <a:pt x="11" y="19"/>
                    <a:pt x="11" y="19"/>
                    <a:pt x="11" y="19"/>
                  </a:cubicBezTo>
                  <a:cubicBezTo>
                    <a:pt x="11" y="17"/>
                    <a:pt x="12" y="15"/>
                    <a:pt x="12" y="14"/>
                  </a:cubicBezTo>
                  <a:cubicBezTo>
                    <a:pt x="14" y="9"/>
                    <a:pt x="14" y="6"/>
                    <a:pt x="14" y="5"/>
                  </a:cubicBezTo>
                  <a:cubicBezTo>
                    <a:pt x="14" y="4"/>
                    <a:pt x="14" y="3"/>
                    <a:pt x="13" y="2"/>
                  </a:cubicBezTo>
                  <a:cubicBezTo>
                    <a:pt x="12" y="1"/>
                    <a:pt x="11" y="0"/>
                    <a:pt x="9" y="0"/>
                  </a:cubicBezTo>
                  <a:cubicBezTo>
                    <a:pt x="8" y="0"/>
                    <a:pt x="6" y="1"/>
                    <a:pt x="5" y="2"/>
                  </a:cubicBezTo>
                  <a:cubicBezTo>
                    <a:pt x="4" y="3"/>
                    <a:pt x="3" y="4"/>
                    <a:pt x="3" y="5"/>
                  </a:cubicBezTo>
                  <a:cubicBezTo>
                    <a:pt x="2" y="6"/>
                    <a:pt x="2" y="8"/>
                    <a:pt x="2" y="11"/>
                  </a:cubicBezTo>
                  <a:cubicBezTo>
                    <a:pt x="2" y="12"/>
                    <a:pt x="2" y="13"/>
                    <a:pt x="1" y="14"/>
                  </a:cubicBezTo>
                  <a:cubicBezTo>
                    <a:pt x="1" y="19"/>
                    <a:pt x="1" y="24"/>
                    <a:pt x="0" y="27"/>
                  </a:cubicBezTo>
                  <a:cubicBezTo>
                    <a:pt x="0" y="31"/>
                    <a:pt x="0" y="34"/>
                    <a:pt x="0" y="36"/>
                  </a:cubicBezTo>
                  <a:cubicBezTo>
                    <a:pt x="0" y="41"/>
                    <a:pt x="1" y="45"/>
                    <a:pt x="2" y="48"/>
                  </a:cubicBezTo>
                  <a:cubicBezTo>
                    <a:pt x="2" y="50"/>
                    <a:pt x="4" y="51"/>
                    <a:pt x="6" y="51"/>
                  </a:cubicBezTo>
                  <a:cubicBezTo>
                    <a:pt x="8" y="51"/>
                    <a:pt x="10" y="51"/>
                    <a:pt x="11" y="50"/>
                  </a:cubicBezTo>
                  <a:cubicBezTo>
                    <a:pt x="12" y="49"/>
                    <a:pt x="13" y="47"/>
                    <a:pt x="13" y="44"/>
                  </a:cubicBezTo>
                  <a:cubicBezTo>
                    <a:pt x="14" y="36"/>
                    <a:pt x="17" y="28"/>
                    <a:pt x="23" y="21"/>
                  </a:cubicBezTo>
                  <a:cubicBezTo>
                    <a:pt x="28" y="13"/>
                    <a:pt x="32" y="10"/>
                    <a:pt x="34" y="10"/>
                  </a:cubicBezTo>
                  <a:cubicBezTo>
                    <a:pt x="35" y="10"/>
                    <a:pt x="36" y="10"/>
                    <a:pt x="37" y="11"/>
                  </a:cubicBezTo>
                  <a:cubicBezTo>
                    <a:pt x="38" y="13"/>
                    <a:pt x="40" y="14"/>
                    <a:pt x="42" y="14"/>
                  </a:cubicBezTo>
                  <a:cubicBezTo>
                    <a:pt x="43" y="14"/>
                    <a:pt x="44" y="13"/>
                    <a:pt x="45" y="12"/>
                  </a:cubicBezTo>
                  <a:cubicBezTo>
                    <a:pt x="45" y="11"/>
                    <a:pt x="46" y="10"/>
                    <a:pt x="46" y="8"/>
                  </a:cubicBezTo>
                  <a:cubicBezTo>
                    <a:pt x="46" y="6"/>
                    <a:pt x="45" y="4"/>
                    <a:pt x="4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201"/>
            <p:cNvSpPr>
              <a:spLocks noEditPoints="1"/>
            </p:cNvSpPr>
            <p:nvPr/>
          </p:nvSpPr>
          <p:spPr bwMode="auto">
            <a:xfrm>
              <a:off x="11371263" y="5791200"/>
              <a:ext cx="65088" cy="80963"/>
            </a:xfrm>
            <a:custGeom>
              <a:avLst/>
              <a:gdLst>
                <a:gd name="T0" fmla="*/ 39 w 42"/>
                <a:gd name="T1" fmla="*/ 32 h 53"/>
                <a:gd name="T2" fmla="*/ 36 w 42"/>
                <a:gd name="T3" fmla="*/ 34 h 53"/>
                <a:gd name="T4" fmla="*/ 18 w 42"/>
                <a:gd name="T5" fmla="*/ 43 h 53"/>
                <a:gd name="T6" fmla="*/ 13 w 42"/>
                <a:gd name="T7" fmla="*/ 41 h 53"/>
                <a:gd name="T8" fmla="*/ 11 w 42"/>
                <a:gd name="T9" fmla="*/ 37 h 53"/>
                <a:gd name="T10" fmla="*/ 12 w 42"/>
                <a:gd name="T11" fmla="*/ 36 h 53"/>
                <a:gd name="T12" fmla="*/ 32 w 42"/>
                <a:gd name="T13" fmla="*/ 26 h 53"/>
                <a:gd name="T14" fmla="*/ 39 w 42"/>
                <a:gd name="T15" fmla="*/ 10 h 53"/>
                <a:gd name="T16" fmla="*/ 36 w 42"/>
                <a:gd name="T17" fmla="*/ 3 h 53"/>
                <a:gd name="T18" fmla="*/ 28 w 42"/>
                <a:gd name="T19" fmla="*/ 0 h 53"/>
                <a:gd name="T20" fmla="*/ 9 w 42"/>
                <a:gd name="T21" fmla="*/ 11 h 53"/>
                <a:gd name="T22" fmla="*/ 0 w 42"/>
                <a:gd name="T23" fmla="*/ 35 h 53"/>
                <a:gd name="T24" fmla="*/ 4 w 42"/>
                <a:gd name="T25" fmla="*/ 48 h 53"/>
                <a:gd name="T26" fmla="*/ 16 w 42"/>
                <a:gd name="T27" fmla="*/ 53 h 53"/>
                <a:gd name="T28" fmla="*/ 34 w 42"/>
                <a:gd name="T29" fmla="*/ 46 h 53"/>
                <a:gd name="T30" fmla="*/ 42 w 42"/>
                <a:gd name="T31" fmla="*/ 35 h 53"/>
                <a:gd name="T32" fmla="*/ 39 w 42"/>
                <a:gd name="T33" fmla="*/ 32 h 53"/>
                <a:gd name="T34" fmla="*/ 18 w 42"/>
                <a:gd name="T35" fmla="*/ 15 h 53"/>
                <a:gd name="T36" fmla="*/ 27 w 42"/>
                <a:gd name="T37" fmla="*/ 9 h 53"/>
                <a:gd name="T38" fmla="*/ 29 w 42"/>
                <a:gd name="T39" fmla="*/ 10 h 53"/>
                <a:gd name="T40" fmla="*/ 30 w 42"/>
                <a:gd name="T41" fmla="*/ 12 h 53"/>
                <a:gd name="T42" fmla="*/ 24 w 42"/>
                <a:gd name="T43" fmla="*/ 21 h 53"/>
                <a:gd name="T44" fmla="*/ 12 w 42"/>
                <a:gd name="T45" fmla="*/ 27 h 53"/>
                <a:gd name="T46" fmla="*/ 18 w 42"/>
                <a:gd name="T47" fmla="*/ 15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2" h="53">
                  <a:moveTo>
                    <a:pt x="39" y="32"/>
                  </a:moveTo>
                  <a:cubicBezTo>
                    <a:pt x="38" y="32"/>
                    <a:pt x="37" y="33"/>
                    <a:pt x="36" y="34"/>
                  </a:cubicBezTo>
                  <a:cubicBezTo>
                    <a:pt x="30" y="40"/>
                    <a:pt x="24" y="43"/>
                    <a:pt x="18" y="43"/>
                  </a:cubicBezTo>
                  <a:cubicBezTo>
                    <a:pt x="16" y="43"/>
                    <a:pt x="14" y="43"/>
                    <a:pt x="13" y="41"/>
                  </a:cubicBezTo>
                  <a:cubicBezTo>
                    <a:pt x="11" y="40"/>
                    <a:pt x="11" y="39"/>
                    <a:pt x="11" y="37"/>
                  </a:cubicBezTo>
                  <a:cubicBezTo>
                    <a:pt x="11" y="36"/>
                    <a:pt x="11" y="36"/>
                    <a:pt x="12" y="36"/>
                  </a:cubicBezTo>
                  <a:cubicBezTo>
                    <a:pt x="20" y="34"/>
                    <a:pt x="27" y="30"/>
                    <a:pt x="32" y="26"/>
                  </a:cubicBezTo>
                  <a:cubicBezTo>
                    <a:pt x="37" y="21"/>
                    <a:pt x="39" y="16"/>
                    <a:pt x="39" y="10"/>
                  </a:cubicBezTo>
                  <a:cubicBezTo>
                    <a:pt x="39" y="8"/>
                    <a:pt x="38" y="5"/>
                    <a:pt x="36" y="3"/>
                  </a:cubicBezTo>
                  <a:cubicBezTo>
                    <a:pt x="34" y="1"/>
                    <a:pt x="31" y="0"/>
                    <a:pt x="28" y="0"/>
                  </a:cubicBezTo>
                  <a:cubicBezTo>
                    <a:pt x="21" y="0"/>
                    <a:pt x="15" y="3"/>
                    <a:pt x="9" y="11"/>
                  </a:cubicBezTo>
                  <a:cubicBezTo>
                    <a:pt x="3" y="18"/>
                    <a:pt x="0" y="26"/>
                    <a:pt x="0" y="35"/>
                  </a:cubicBezTo>
                  <a:cubicBezTo>
                    <a:pt x="0" y="40"/>
                    <a:pt x="1" y="45"/>
                    <a:pt x="4" y="48"/>
                  </a:cubicBezTo>
                  <a:cubicBezTo>
                    <a:pt x="7" y="51"/>
                    <a:pt x="11" y="53"/>
                    <a:pt x="16" y="53"/>
                  </a:cubicBezTo>
                  <a:cubicBezTo>
                    <a:pt x="23" y="53"/>
                    <a:pt x="29" y="51"/>
                    <a:pt x="34" y="46"/>
                  </a:cubicBezTo>
                  <a:cubicBezTo>
                    <a:pt x="39" y="42"/>
                    <a:pt x="42" y="38"/>
                    <a:pt x="42" y="35"/>
                  </a:cubicBezTo>
                  <a:cubicBezTo>
                    <a:pt x="42" y="33"/>
                    <a:pt x="41" y="32"/>
                    <a:pt x="39" y="32"/>
                  </a:cubicBezTo>
                  <a:close/>
                  <a:moveTo>
                    <a:pt x="18" y="15"/>
                  </a:moveTo>
                  <a:cubicBezTo>
                    <a:pt x="21" y="11"/>
                    <a:pt x="24" y="9"/>
                    <a:pt x="27" y="9"/>
                  </a:cubicBezTo>
                  <a:cubicBezTo>
                    <a:pt x="28" y="9"/>
                    <a:pt x="28" y="9"/>
                    <a:pt x="29" y="10"/>
                  </a:cubicBezTo>
                  <a:cubicBezTo>
                    <a:pt x="29" y="11"/>
                    <a:pt x="30" y="11"/>
                    <a:pt x="30" y="12"/>
                  </a:cubicBezTo>
                  <a:cubicBezTo>
                    <a:pt x="30" y="15"/>
                    <a:pt x="28" y="18"/>
                    <a:pt x="24" y="21"/>
                  </a:cubicBezTo>
                  <a:cubicBezTo>
                    <a:pt x="21" y="24"/>
                    <a:pt x="16" y="26"/>
                    <a:pt x="12" y="27"/>
                  </a:cubicBezTo>
                  <a:cubicBezTo>
                    <a:pt x="13" y="23"/>
                    <a:pt x="15" y="19"/>
                    <a:pt x="18"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202"/>
            <p:cNvSpPr>
              <a:spLocks/>
            </p:cNvSpPr>
            <p:nvPr/>
          </p:nvSpPr>
          <p:spPr bwMode="auto">
            <a:xfrm>
              <a:off x="10647363" y="4933950"/>
              <a:ext cx="523875" cy="650875"/>
            </a:xfrm>
            <a:custGeom>
              <a:avLst/>
              <a:gdLst>
                <a:gd name="T0" fmla="*/ 213 w 343"/>
                <a:gd name="T1" fmla="*/ 10 h 425"/>
                <a:gd name="T2" fmla="*/ 215 w 343"/>
                <a:gd name="T3" fmla="*/ 36 h 425"/>
                <a:gd name="T4" fmla="*/ 175 w 343"/>
                <a:gd name="T5" fmla="*/ 67 h 425"/>
                <a:gd name="T6" fmla="*/ 165 w 343"/>
                <a:gd name="T7" fmla="*/ 65 h 425"/>
                <a:gd name="T8" fmla="*/ 88 w 343"/>
                <a:gd name="T9" fmla="*/ 39 h 425"/>
                <a:gd name="T10" fmla="*/ 44 w 343"/>
                <a:gd name="T11" fmla="*/ 17 h 425"/>
                <a:gd name="T12" fmla="*/ 57 w 343"/>
                <a:gd name="T13" fmla="*/ 393 h 425"/>
                <a:gd name="T14" fmla="*/ 103 w 343"/>
                <a:gd name="T15" fmla="*/ 425 h 425"/>
                <a:gd name="T16" fmla="*/ 120 w 343"/>
                <a:gd name="T17" fmla="*/ 422 h 425"/>
                <a:gd name="T18" fmla="*/ 149 w 343"/>
                <a:gd name="T19" fmla="*/ 359 h 425"/>
                <a:gd name="T20" fmla="*/ 131 w 343"/>
                <a:gd name="T21" fmla="*/ 81 h 425"/>
                <a:gd name="T22" fmla="*/ 206 w 343"/>
                <a:gd name="T23" fmla="*/ 81 h 425"/>
                <a:gd name="T24" fmla="*/ 188 w 343"/>
                <a:gd name="T25" fmla="*/ 359 h 425"/>
                <a:gd name="T26" fmla="*/ 217 w 343"/>
                <a:gd name="T27" fmla="*/ 422 h 425"/>
                <a:gd name="T28" fmla="*/ 234 w 343"/>
                <a:gd name="T29" fmla="*/ 425 h 425"/>
                <a:gd name="T30" fmla="*/ 280 w 343"/>
                <a:gd name="T31" fmla="*/ 393 h 425"/>
                <a:gd name="T32" fmla="*/ 288 w 343"/>
                <a:gd name="T33" fmla="*/ 0 h 425"/>
                <a:gd name="T34" fmla="*/ 213 w 343"/>
                <a:gd name="T35" fmla="*/ 10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43" h="425">
                  <a:moveTo>
                    <a:pt x="213" y="10"/>
                  </a:moveTo>
                  <a:cubicBezTo>
                    <a:pt x="217" y="18"/>
                    <a:pt x="218" y="27"/>
                    <a:pt x="215" y="36"/>
                  </a:cubicBezTo>
                  <a:cubicBezTo>
                    <a:pt x="210" y="54"/>
                    <a:pt x="194" y="67"/>
                    <a:pt x="175" y="67"/>
                  </a:cubicBezTo>
                  <a:cubicBezTo>
                    <a:pt x="172" y="67"/>
                    <a:pt x="168" y="66"/>
                    <a:pt x="165" y="65"/>
                  </a:cubicBezTo>
                  <a:cubicBezTo>
                    <a:pt x="163" y="65"/>
                    <a:pt x="125" y="55"/>
                    <a:pt x="88" y="39"/>
                  </a:cubicBezTo>
                  <a:cubicBezTo>
                    <a:pt x="74" y="33"/>
                    <a:pt x="59" y="26"/>
                    <a:pt x="44" y="17"/>
                  </a:cubicBezTo>
                  <a:cubicBezTo>
                    <a:pt x="29" y="80"/>
                    <a:pt x="0" y="240"/>
                    <a:pt x="57" y="393"/>
                  </a:cubicBezTo>
                  <a:cubicBezTo>
                    <a:pt x="64" y="413"/>
                    <a:pt x="83" y="425"/>
                    <a:pt x="103" y="425"/>
                  </a:cubicBezTo>
                  <a:cubicBezTo>
                    <a:pt x="108" y="425"/>
                    <a:pt x="114" y="424"/>
                    <a:pt x="120" y="422"/>
                  </a:cubicBezTo>
                  <a:cubicBezTo>
                    <a:pt x="145" y="413"/>
                    <a:pt x="158" y="384"/>
                    <a:pt x="149" y="359"/>
                  </a:cubicBezTo>
                  <a:cubicBezTo>
                    <a:pt x="111" y="257"/>
                    <a:pt x="120" y="147"/>
                    <a:pt x="131" y="81"/>
                  </a:cubicBezTo>
                  <a:cubicBezTo>
                    <a:pt x="206" y="81"/>
                    <a:pt x="206" y="81"/>
                    <a:pt x="206" y="81"/>
                  </a:cubicBezTo>
                  <a:cubicBezTo>
                    <a:pt x="217" y="147"/>
                    <a:pt x="226" y="257"/>
                    <a:pt x="188" y="359"/>
                  </a:cubicBezTo>
                  <a:cubicBezTo>
                    <a:pt x="179" y="384"/>
                    <a:pt x="192" y="413"/>
                    <a:pt x="217" y="422"/>
                  </a:cubicBezTo>
                  <a:cubicBezTo>
                    <a:pt x="223" y="424"/>
                    <a:pt x="229" y="425"/>
                    <a:pt x="234" y="425"/>
                  </a:cubicBezTo>
                  <a:cubicBezTo>
                    <a:pt x="254" y="425"/>
                    <a:pt x="273" y="413"/>
                    <a:pt x="280" y="393"/>
                  </a:cubicBezTo>
                  <a:cubicBezTo>
                    <a:pt x="343" y="224"/>
                    <a:pt x="301" y="45"/>
                    <a:pt x="288" y="0"/>
                  </a:cubicBezTo>
                  <a:cubicBezTo>
                    <a:pt x="265" y="6"/>
                    <a:pt x="238" y="9"/>
                    <a:pt x="21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203"/>
            <p:cNvSpPr>
              <a:spLocks noEditPoints="1"/>
            </p:cNvSpPr>
            <p:nvPr/>
          </p:nvSpPr>
          <p:spPr bwMode="auto">
            <a:xfrm>
              <a:off x="10772775" y="4427538"/>
              <a:ext cx="274638" cy="276225"/>
            </a:xfrm>
            <a:custGeom>
              <a:avLst/>
              <a:gdLst>
                <a:gd name="T0" fmla="*/ 0 w 180"/>
                <a:gd name="T1" fmla="*/ 90 h 180"/>
                <a:gd name="T2" fmla="*/ 90 w 180"/>
                <a:gd name="T3" fmla="*/ 180 h 180"/>
                <a:gd name="T4" fmla="*/ 180 w 180"/>
                <a:gd name="T5" fmla="*/ 90 h 180"/>
                <a:gd name="T6" fmla="*/ 90 w 180"/>
                <a:gd name="T7" fmla="*/ 0 h 180"/>
                <a:gd name="T8" fmla="*/ 0 w 180"/>
                <a:gd name="T9" fmla="*/ 90 h 180"/>
                <a:gd name="T10" fmla="*/ 115 w 180"/>
                <a:gd name="T11" fmla="*/ 160 h 180"/>
                <a:gd name="T12" fmla="*/ 76 w 180"/>
                <a:gd name="T13" fmla="*/ 152 h 180"/>
                <a:gd name="T14" fmla="*/ 98 w 180"/>
                <a:gd name="T15" fmla="*/ 119 h 180"/>
                <a:gd name="T16" fmla="*/ 138 w 180"/>
                <a:gd name="T17" fmla="*/ 127 h 180"/>
                <a:gd name="T18" fmla="*/ 115 w 180"/>
                <a:gd name="T19" fmla="*/ 16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0" h="180">
                  <a:moveTo>
                    <a:pt x="0" y="90"/>
                  </a:moveTo>
                  <a:cubicBezTo>
                    <a:pt x="0" y="139"/>
                    <a:pt x="40" y="180"/>
                    <a:pt x="90" y="180"/>
                  </a:cubicBezTo>
                  <a:cubicBezTo>
                    <a:pt x="140" y="180"/>
                    <a:pt x="180" y="139"/>
                    <a:pt x="180" y="90"/>
                  </a:cubicBezTo>
                  <a:cubicBezTo>
                    <a:pt x="180" y="40"/>
                    <a:pt x="140" y="0"/>
                    <a:pt x="90" y="0"/>
                  </a:cubicBezTo>
                  <a:cubicBezTo>
                    <a:pt x="40" y="0"/>
                    <a:pt x="0" y="40"/>
                    <a:pt x="0" y="90"/>
                  </a:cubicBezTo>
                  <a:close/>
                  <a:moveTo>
                    <a:pt x="115" y="160"/>
                  </a:moveTo>
                  <a:cubicBezTo>
                    <a:pt x="98" y="167"/>
                    <a:pt x="80" y="164"/>
                    <a:pt x="76" y="152"/>
                  </a:cubicBezTo>
                  <a:cubicBezTo>
                    <a:pt x="71" y="141"/>
                    <a:pt x="81" y="126"/>
                    <a:pt x="98" y="119"/>
                  </a:cubicBezTo>
                  <a:cubicBezTo>
                    <a:pt x="115" y="112"/>
                    <a:pt x="133" y="116"/>
                    <a:pt x="138" y="127"/>
                  </a:cubicBezTo>
                  <a:cubicBezTo>
                    <a:pt x="142" y="138"/>
                    <a:pt x="132" y="153"/>
                    <a:pt x="115" y="1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204"/>
            <p:cNvSpPr>
              <a:spLocks/>
            </p:cNvSpPr>
            <p:nvPr/>
          </p:nvSpPr>
          <p:spPr bwMode="auto">
            <a:xfrm>
              <a:off x="10580688" y="4319588"/>
              <a:ext cx="127000" cy="90488"/>
            </a:xfrm>
            <a:custGeom>
              <a:avLst/>
              <a:gdLst>
                <a:gd name="T0" fmla="*/ 83 w 83"/>
                <a:gd name="T1" fmla="*/ 47 h 59"/>
                <a:gd name="T2" fmla="*/ 5 w 83"/>
                <a:gd name="T3" fmla="*/ 30 h 59"/>
                <a:gd name="T4" fmla="*/ 83 w 83"/>
                <a:gd name="T5" fmla="*/ 47 h 59"/>
              </a:gdLst>
              <a:ahLst/>
              <a:cxnLst>
                <a:cxn ang="0">
                  <a:pos x="T0" y="T1"/>
                </a:cxn>
                <a:cxn ang="0">
                  <a:pos x="T2" y="T3"/>
                </a:cxn>
                <a:cxn ang="0">
                  <a:pos x="T4" y="T5"/>
                </a:cxn>
              </a:cxnLst>
              <a:rect l="0" t="0" r="r" b="b"/>
              <a:pathLst>
                <a:path w="83" h="59">
                  <a:moveTo>
                    <a:pt x="83" y="47"/>
                  </a:moveTo>
                  <a:cubicBezTo>
                    <a:pt x="68" y="14"/>
                    <a:pt x="10" y="0"/>
                    <a:pt x="5" y="30"/>
                  </a:cubicBezTo>
                  <a:cubicBezTo>
                    <a:pt x="0" y="59"/>
                    <a:pt x="33" y="39"/>
                    <a:pt x="83"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206"/>
            <p:cNvSpPr>
              <a:spLocks/>
            </p:cNvSpPr>
            <p:nvPr/>
          </p:nvSpPr>
          <p:spPr bwMode="auto">
            <a:xfrm>
              <a:off x="10688638" y="4273550"/>
              <a:ext cx="96838" cy="103188"/>
            </a:xfrm>
            <a:custGeom>
              <a:avLst/>
              <a:gdLst>
                <a:gd name="T0" fmla="*/ 53 w 64"/>
                <a:gd name="T1" fmla="*/ 67 h 67"/>
                <a:gd name="T2" fmla="*/ 20 w 64"/>
                <a:gd name="T3" fmla="*/ 13 h 67"/>
                <a:gd name="T4" fmla="*/ 53 w 64"/>
                <a:gd name="T5" fmla="*/ 67 h 67"/>
              </a:gdLst>
              <a:ahLst/>
              <a:cxnLst>
                <a:cxn ang="0">
                  <a:pos x="T0" y="T1"/>
                </a:cxn>
                <a:cxn ang="0">
                  <a:pos x="T2" y="T3"/>
                </a:cxn>
                <a:cxn ang="0">
                  <a:pos x="T4" y="T5"/>
                </a:cxn>
              </a:cxnLst>
              <a:rect l="0" t="0" r="r" b="b"/>
              <a:pathLst>
                <a:path w="64" h="67">
                  <a:moveTo>
                    <a:pt x="53" y="67"/>
                  </a:moveTo>
                  <a:cubicBezTo>
                    <a:pt x="64" y="40"/>
                    <a:pt x="40" y="0"/>
                    <a:pt x="20" y="13"/>
                  </a:cubicBezTo>
                  <a:cubicBezTo>
                    <a:pt x="0" y="26"/>
                    <a:pt x="30" y="34"/>
                    <a:pt x="53"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207"/>
            <p:cNvSpPr>
              <a:spLocks/>
            </p:cNvSpPr>
            <p:nvPr/>
          </p:nvSpPr>
          <p:spPr bwMode="auto">
            <a:xfrm>
              <a:off x="10631488" y="4435475"/>
              <a:ext cx="84138" cy="65088"/>
            </a:xfrm>
            <a:custGeom>
              <a:avLst/>
              <a:gdLst>
                <a:gd name="T0" fmla="*/ 55 w 55"/>
                <a:gd name="T1" fmla="*/ 23 h 42"/>
                <a:gd name="T2" fmla="*/ 0 w 55"/>
                <a:gd name="T3" fmla="*/ 22 h 42"/>
                <a:gd name="T4" fmla="*/ 55 w 55"/>
                <a:gd name="T5" fmla="*/ 23 h 42"/>
              </a:gdLst>
              <a:ahLst/>
              <a:cxnLst>
                <a:cxn ang="0">
                  <a:pos x="T0" y="T1"/>
                </a:cxn>
                <a:cxn ang="0">
                  <a:pos x="T2" y="T3"/>
                </a:cxn>
                <a:cxn ang="0">
                  <a:pos x="T4" y="T5"/>
                </a:cxn>
              </a:cxnLst>
              <a:rect l="0" t="0" r="r" b="b"/>
              <a:pathLst>
                <a:path w="55" h="42">
                  <a:moveTo>
                    <a:pt x="55" y="23"/>
                  </a:moveTo>
                  <a:cubicBezTo>
                    <a:pt x="41" y="2"/>
                    <a:pt x="0" y="0"/>
                    <a:pt x="0" y="22"/>
                  </a:cubicBezTo>
                  <a:cubicBezTo>
                    <a:pt x="0" y="42"/>
                    <a:pt x="20" y="24"/>
                    <a:pt x="55"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208"/>
            <p:cNvSpPr>
              <a:spLocks/>
            </p:cNvSpPr>
            <p:nvPr/>
          </p:nvSpPr>
          <p:spPr bwMode="auto">
            <a:xfrm>
              <a:off x="10588625" y="4821238"/>
              <a:ext cx="33338" cy="66675"/>
            </a:xfrm>
            <a:custGeom>
              <a:avLst/>
              <a:gdLst>
                <a:gd name="T0" fmla="*/ 16 w 22"/>
                <a:gd name="T1" fmla="*/ 2 h 44"/>
                <a:gd name="T2" fmla="*/ 2 w 22"/>
                <a:gd name="T3" fmla="*/ 21 h 44"/>
                <a:gd name="T4" fmla="*/ 7 w 22"/>
                <a:gd name="T5" fmla="*/ 43 h 44"/>
                <a:gd name="T6" fmla="*/ 10 w 22"/>
                <a:gd name="T7" fmla="*/ 44 h 44"/>
                <a:gd name="T8" fmla="*/ 12 w 22"/>
                <a:gd name="T9" fmla="*/ 43 h 44"/>
                <a:gd name="T10" fmla="*/ 13 w 22"/>
                <a:gd name="T11" fmla="*/ 38 h 44"/>
                <a:gd name="T12" fmla="*/ 10 w 22"/>
                <a:gd name="T13" fmla="*/ 22 h 44"/>
                <a:gd name="T14" fmla="*/ 20 w 22"/>
                <a:gd name="T15" fmla="*/ 8 h 44"/>
                <a:gd name="T16" fmla="*/ 21 w 22"/>
                <a:gd name="T17" fmla="*/ 3 h 44"/>
                <a:gd name="T18" fmla="*/ 16 w 22"/>
                <a:gd name="T19"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44">
                  <a:moveTo>
                    <a:pt x="16" y="2"/>
                  </a:moveTo>
                  <a:cubicBezTo>
                    <a:pt x="8" y="7"/>
                    <a:pt x="3" y="13"/>
                    <a:pt x="2" y="21"/>
                  </a:cubicBezTo>
                  <a:cubicBezTo>
                    <a:pt x="0" y="33"/>
                    <a:pt x="6" y="42"/>
                    <a:pt x="7" y="43"/>
                  </a:cubicBezTo>
                  <a:cubicBezTo>
                    <a:pt x="8" y="44"/>
                    <a:pt x="9" y="44"/>
                    <a:pt x="10" y="44"/>
                  </a:cubicBezTo>
                  <a:cubicBezTo>
                    <a:pt x="11" y="44"/>
                    <a:pt x="12" y="44"/>
                    <a:pt x="12" y="43"/>
                  </a:cubicBezTo>
                  <a:cubicBezTo>
                    <a:pt x="14" y="42"/>
                    <a:pt x="14" y="40"/>
                    <a:pt x="13" y="38"/>
                  </a:cubicBezTo>
                  <a:cubicBezTo>
                    <a:pt x="13" y="38"/>
                    <a:pt x="8" y="30"/>
                    <a:pt x="10" y="22"/>
                  </a:cubicBezTo>
                  <a:cubicBezTo>
                    <a:pt x="10" y="17"/>
                    <a:pt x="14" y="12"/>
                    <a:pt x="20" y="8"/>
                  </a:cubicBezTo>
                  <a:cubicBezTo>
                    <a:pt x="22" y="7"/>
                    <a:pt x="22" y="5"/>
                    <a:pt x="21" y="3"/>
                  </a:cubicBezTo>
                  <a:cubicBezTo>
                    <a:pt x="20" y="1"/>
                    <a:pt x="17" y="0"/>
                    <a:pt x="16"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209"/>
            <p:cNvSpPr>
              <a:spLocks/>
            </p:cNvSpPr>
            <p:nvPr/>
          </p:nvSpPr>
          <p:spPr bwMode="auto">
            <a:xfrm>
              <a:off x="10556875" y="4800600"/>
              <a:ext cx="49213" cy="95250"/>
            </a:xfrm>
            <a:custGeom>
              <a:avLst/>
              <a:gdLst>
                <a:gd name="T0" fmla="*/ 29 w 32"/>
                <a:gd name="T1" fmla="*/ 8 h 62"/>
                <a:gd name="T2" fmla="*/ 31 w 32"/>
                <a:gd name="T3" fmla="*/ 2 h 62"/>
                <a:gd name="T4" fmla="*/ 25 w 32"/>
                <a:gd name="T5" fmla="*/ 1 h 62"/>
                <a:gd name="T6" fmla="*/ 3 w 32"/>
                <a:gd name="T7" fmla="*/ 29 h 62"/>
                <a:gd name="T8" fmla="*/ 9 w 32"/>
                <a:gd name="T9" fmla="*/ 60 h 62"/>
                <a:gd name="T10" fmla="*/ 12 w 32"/>
                <a:gd name="T11" fmla="*/ 62 h 62"/>
                <a:gd name="T12" fmla="*/ 15 w 32"/>
                <a:gd name="T13" fmla="*/ 61 h 62"/>
                <a:gd name="T14" fmla="*/ 16 w 32"/>
                <a:gd name="T15" fmla="*/ 56 h 62"/>
                <a:gd name="T16" fmla="*/ 11 w 32"/>
                <a:gd name="T17" fmla="*/ 30 h 62"/>
                <a:gd name="T18" fmla="*/ 29 w 32"/>
                <a:gd name="T19" fmla="*/ 8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62">
                  <a:moveTo>
                    <a:pt x="29" y="8"/>
                  </a:moveTo>
                  <a:cubicBezTo>
                    <a:pt x="31" y="7"/>
                    <a:pt x="32" y="4"/>
                    <a:pt x="31" y="2"/>
                  </a:cubicBezTo>
                  <a:cubicBezTo>
                    <a:pt x="30" y="0"/>
                    <a:pt x="27" y="0"/>
                    <a:pt x="25" y="1"/>
                  </a:cubicBezTo>
                  <a:cubicBezTo>
                    <a:pt x="13" y="8"/>
                    <a:pt x="6" y="18"/>
                    <a:pt x="3" y="29"/>
                  </a:cubicBezTo>
                  <a:cubicBezTo>
                    <a:pt x="0" y="45"/>
                    <a:pt x="9" y="60"/>
                    <a:pt x="9" y="60"/>
                  </a:cubicBezTo>
                  <a:cubicBezTo>
                    <a:pt x="10" y="61"/>
                    <a:pt x="11" y="62"/>
                    <a:pt x="12" y="62"/>
                  </a:cubicBezTo>
                  <a:cubicBezTo>
                    <a:pt x="13" y="62"/>
                    <a:pt x="14" y="62"/>
                    <a:pt x="15" y="61"/>
                  </a:cubicBezTo>
                  <a:cubicBezTo>
                    <a:pt x="16" y="60"/>
                    <a:pt x="17" y="58"/>
                    <a:pt x="16" y="56"/>
                  </a:cubicBezTo>
                  <a:cubicBezTo>
                    <a:pt x="16" y="56"/>
                    <a:pt x="8" y="44"/>
                    <a:pt x="11" y="30"/>
                  </a:cubicBezTo>
                  <a:cubicBezTo>
                    <a:pt x="13" y="22"/>
                    <a:pt x="19" y="14"/>
                    <a:pt x="2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210"/>
            <p:cNvSpPr>
              <a:spLocks/>
            </p:cNvSpPr>
            <p:nvPr/>
          </p:nvSpPr>
          <p:spPr bwMode="auto">
            <a:xfrm>
              <a:off x="10669588" y="4537075"/>
              <a:ext cx="52388" cy="52388"/>
            </a:xfrm>
            <a:custGeom>
              <a:avLst/>
              <a:gdLst>
                <a:gd name="T0" fmla="*/ 30 w 34"/>
                <a:gd name="T1" fmla="*/ 8 h 34"/>
                <a:gd name="T2" fmla="*/ 34 w 34"/>
                <a:gd name="T3" fmla="*/ 4 h 34"/>
                <a:gd name="T4" fmla="*/ 30 w 34"/>
                <a:gd name="T5" fmla="*/ 0 h 34"/>
                <a:gd name="T6" fmla="*/ 30 w 34"/>
                <a:gd name="T7" fmla="*/ 0 h 34"/>
                <a:gd name="T8" fmla="*/ 8 w 34"/>
                <a:gd name="T9" fmla="*/ 9 h 34"/>
                <a:gd name="T10" fmla="*/ 0 w 34"/>
                <a:gd name="T11" fmla="*/ 30 h 34"/>
                <a:gd name="T12" fmla="*/ 4 w 34"/>
                <a:gd name="T13" fmla="*/ 34 h 34"/>
                <a:gd name="T14" fmla="*/ 5 w 34"/>
                <a:gd name="T15" fmla="*/ 34 h 34"/>
                <a:gd name="T16" fmla="*/ 8 w 34"/>
                <a:gd name="T17" fmla="*/ 30 h 34"/>
                <a:gd name="T18" fmla="*/ 14 w 34"/>
                <a:gd name="T19" fmla="*/ 14 h 34"/>
                <a:gd name="T20" fmla="*/ 30 w 34"/>
                <a:gd name="T21" fmla="*/ 8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 h="34">
                  <a:moveTo>
                    <a:pt x="30" y="8"/>
                  </a:moveTo>
                  <a:cubicBezTo>
                    <a:pt x="32" y="8"/>
                    <a:pt x="34" y="6"/>
                    <a:pt x="34" y="4"/>
                  </a:cubicBezTo>
                  <a:cubicBezTo>
                    <a:pt x="34" y="2"/>
                    <a:pt x="32" y="0"/>
                    <a:pt x="30" y="0"/>
                  </a:cubicBezTo>
                  <a:cubicBezTo>
                    <a:pt x="30" y="0"/>
                    <a:pt x="30" y="0"/>
                    <a:pt x="30" y="0"/>
                  </a:cubicBezTo>
                  <a:cubicBezTo>
                    <a:pt x="20" y="0"/>
                    <a:pt x="13" y="3"/>
                    <a:pt x="8" y="9"/>
                  </a:cubicBezTo>
                  <a:cubicBezTo>
                    <a:pt x="0" y="18"/>
                    <a:pt x="0" y="30"/>
                    <a:pt x="0" y="30"/>
                  </a:cubicBezTo>
                  <a:cubicBezTo>
                    <a:pt x="1" y="32"/>
                    <a:pt x="2" y="34"/>
                    <a:pt x="4" y="34"/>
                  </a:cubicBezTo>
                  <a:cubicBezTo>
                    <a:pt x="5" y="34"/>
                    <a:pt x="5" y="34"/>
                    <a:pt x="5" y="34"/>
                  </a:cubicBezTo>
                  <a:cubicBezTo>
                    <a:pt x="7" y="34"/>
                    <a:pt x="9" y="32"/>
                    <a:pt x="8" y="30"/>
                  </a:cubicBezTo>
                  <a:cubicBezTo>
                    <a:pt x="8" y="30"/>
                    <a:pt x="8" y="21"/>
                    <a:pt x="14" y="14"/>
                  </a:cubicBezTo>
                  <a:cubicBezTo>
                    <a:pt x="17" y="11"/>
                    <a:pt x="23" y="8"/>
                    <a:pt x="3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211"/>
            <p:cNvSpPr>
              <a:spLocks/>
            </p:cNvSpPr>
            <p:nvPr/>
          </p:nvSpPr>
          <p:spPr bwMode="auto">
            <a:xfrm>
              <a:off x="10642600" y="4508500"/>
              <a:ext cx="74613" cy="71438"/>
            </a:xfrm>
            <a:custGeom>
              <a:avLst/>
              <a:gdLst>
                <a:gd name="T0" fmla="*/ 45 w 49"/>
                <a:gd name="T1" fmla="*/ 9 h 46"/>
                <a:gd name="T2" fmla="*/ 49 w 49"/>
                <a:gd name="T3" fmla="*/ 5 h 46"/>
                <a:gd name="T4" fmla="*/ 45 w 49"/>
                <a:gd name="T5" fmla="*/ 1 h 46"/>
                <a:gd name="T6" fmla="*/ 12 w 49"/>
                <a:gd name="T7" fmla="*/ 12 h 46"/>
                <a:gd name="T8" fmla="*/ 0 w 49"/>
                <a:gd name="T9" fmla="*/ 42 h 46"/>
                <a:gd name="T10" fmla="*/ 4 w 49"/>
                <a:gd name="T11" fmla="*/ 46 h 46"/>
                <a:gd name="T12" fmla="*/ 4 w 49"/>
                <a:gd name="T13" fmla="*/ 46 h 46"/>
                <a:gd name="T14" fmla="*/ 8 w 49"/>
                <a:gd name="T15" fmla="*/ 42 h 46"/>
                <a:gd name="T16" fmla="*/ 18 w 49"/>
                <a:gd name="T17" fmla="*/ 18 h 46"/>
                <a:gd name="T18" fmla="*/ 44 w 49"/>
                <a:gd name="T19" fmla="*/ 9 h 46"/>
                <a:gd name="T20" fmla="*/ 45 w 49"/>
                <a:gd name="T21" fmla="*/ 9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46">
                  <a:moveTo>
                    <a:pt x="45" y="9"/>
                  </a:moveTo>
                  <a:cubicBezTo>
                    <a:pt x="48" y="9"/>
                    <a:pt x="49" y="7"/>
                    <a:pt x="49" y="5"/>
                  </a:cubicBezTo>
                  <a:cubicBezTo>
                    <a:pt x="49" y="2"/>
                    <a:pt x="48" y="1"/>
                    <a:pt x="45" y="1"/>
                  </a:cubicBezTo>
                  <a:cubicBezTo>
                    <a:pt x="31" y="0"/>
                    <a:pt x="20" y="4"/>
                    <a:pt x="12" y="12"/>
                  </a:cubicBezTo>
                  <a:cubicBezTo>
                    <a:pt x="0" y="24"/>
                    <a:pt x="0" y="41"/>
                    <a:pt x="0" y="42"/>
                  </a:cubicBezTo>
                  <a:cubicBezTo>
                    <a:pt x="0" y="44"/>
                    <a:pt x="2" y="46"/>
                    <a:pt x="4" y="46"/>
                  </a:cubicBezTo>
                  <a:cubicBezTo>
                    <a:pt x="4" y="46"/>
                    <a:pt x="4" y="46"/>
                    <a:pt x="4" y="46"/>
                  </a:cubicBezTo>
                  <a:cubicBezTo>
                    <a:pt x="6" y="46"/>
                    <a:pt x="8" y="44"/>
                    <a:pt x="8" y="42"/>
                  </a:cubicBezTo>
                  <a:cubicBezTo>
                    <a:pt x="8" y="42"/>
                    <a:pt x="8" y="28"/>
                    <a:pt x="18" y="18"/>
                  </a:cubicBezTo>
                  <a:cubicBezTo>
                    <a:pt x="24" y="12"/>
                    <a:pt x="33" y="9"/>
                    <a:pt x="44" y="9"/>
                  </a:cubicBezTo>
                  <a:cubicBezTo>
                    <a:pt x="45" y="9"/>
                    <a:pt x="45" y="9"/>
                    <a:pt x="4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212"/>
            <p:cNvSpPr>
              <a:spLocks/>
            </p:cNvSpPr>
            <p:nvPr/>
          </p:nvSpPr>
          <p:spPr bwMode="auto">
            <a:xfrm>
              <a:off x="10939463" y="4381500"/>
              <a:ext cx="68263" cy="31750"/>
            </a:xfrm>
            <a:custGeom>
              <a:avLst/>
              <a:gdLst>
                <a:gd name="T0" fmla="*/ 23 w 45"/>
                <a:gd name="T1" fmla="*/ 1 h 20"/>
                <a:gd name="T2" fmla="*/ 2 w 45"/>
                <a:gd name="T3" fmla="*/ 8 h 20"/>
                <a:gd name="T4" fmla="*/ 2 w 45"/>
                <a:gd name="T5" fmla="*/ 14 h 20"/>
                <a:gd name="T6" fmla="*/ 7 w 45"/>
                <a:gd name="T7" fmla="*/ 14 h 20"/>
                <a:gd name="T8" fmla="*/ 23 w 45"/>
                <a:gd name="T9" fmla="*/ 9 h 20"/>
                <a:gd name="T10" fmla="*/ 37 w 45"/>
                <a:gd name="T11" fmla="*/ 19 h 20"/>
                <a:gd name="T12" fmla="*/ 40 w 45"/>
                <a:gd name="T13" fmla="*/ 20 h 20"/>
                <a:gd name="T14" fmla="*/ 43 w 45"/>
                <a:gd name="T15" fmla="*/ 20 h 20"/>
                <a:gd name="T16" fmla="*/ 44 w 45"/>
                <a:gd name="T17" fmla="*/ 14 h 20"/>
                <a:gd name="T18" fmla="*/ 23 w 45"/>
                <a:gd name="T19"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20">
                  <a:moveTo>
                    <a:pt x="23" y="1"/>
                  </a:moveTo>
                  <a:cubicBezTo>
                    <a:pt x="12" y="0"/>
                    <a:pt x="3" y="8"/>
                    <a:pt x="2" y="8"/>
                  </a:cubicBezTo>
                  <a:cubicBezTo>
                    <a:pt x="1" y="9"/>
                    <a:pt x="0" y="12"/>
                    <a:pt x="2" y="14"/>
                  </a:cubicBezTo>
                  <a:cubicBezTo>
                    <a:pt x="3" y="15"/>
                    <a:pt x="6" y="15"/>
                    <a:pt x="7" y="14"/>
                  </a:cubicBezTo>
                  <a:cubicBezTo>
                    <a:pt x="7" y="14"/>
                    <a:pt x="14" y="8"/>
                    <a:pt x="23" y="9"/>
                  </a:cubicBezTo>
                  <a:cubicBezTo>
                    <a:pt x="28" y="10"/>
                    <a:pt x="33" y="13"/>
                    <a:pt x="37" y="19"/>
                  </a:cubicBezTo>
                  <a:cubicBezTo>
                    <a:pt x="38" y="20"/>
                    <a:pt x="39" y="20"/>
                    <a:pt x="40" y="20"/>
                  </a:cubicBezTo>
                  <a:cubicBezTo>
                    <a:pt x="41" y="20"/>
                    <a:pt x="42" y="20"/>
                    <a:pt x="43" y="20"/>
                  </a:cubicBezTo>
                  <a:cubicBezTo>
                    <a:pt x="45" y="18"/>
                    <a:pt x="45" y="16"/>
                    <a:pt x="44" y="14"/>
                  </a:cubicBezTo>
                  <a:cubicBezTo>
                    <a:pt x="38" y="6"/>
                    <a:pt x="31" y="2"/>
                    <a:pt x="2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213"/>
            <p:cNvSpPr>
              <a:spLocks/>
            </p:cNvSpPr>
            <p:nvPr/>
          </p:nvSpPr>
          <p:spPr bwMode="auto">
            <a:xfrm>
              <a:off x="10929938" y="4349750"/>
              <a:ext cx="96838" cy="44450"/>
            </a:xfrm>
            <a:custGeom>
              <a:avLst/>
              <a:gdLst>
                <a:gd name="T0" fmla="*/ 56 w 64"/>
                <a:gd name="T1" fmla="*/ 27 h 29"/>
                <a:gd name="T2" fmla="*/ 59 w 64"/>
                <a:gd name="T3" fmla="*/ 29 h 29"/>
                <a:gd name="T4" fmla="*/ 62 w 64"/>
                <a:gd name="T5" fmla="*/ 28 h 29"/>
                <a:gd name="T6" fmla="*/ 63 w 64"/>
                <a:gd name="T7" fmla="*/ 23 h 29"/>
                <a:gd name="T8" fmla="*/ 34 w 64"/>
                <a:gd name="T9" fmla="*/ 3 h 29"/>
                <a:gd name="T10" fmla="*/ 2 w 64"/>
                <a:gd name="T11" fmla="*/ 11 h 29"/>
                <a:gd name="T12" fmla="*/ 2 w 64"/>
                <a:gd name="T13" fmla="*/ 16 h 29"/>
                <a:gd name="T14" fmla="*/ 7 w 64"/>
                <a:gd name="T15" fmla="*/ 17 h 29"/>
                <a:gd name="T16" fmla="*/ 32 w 64"/>
                <a:gd name="T17" fmla="*/ 11 h 29"/>
                <a:gd name="T18" fmla="*/ 56 w 64"/>
                <a:gd name="T19" fmla="*/ 2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29">
                  <a:moveTo>
                    <a:pt x="56" y="27"/>
                  </a:moveTo>
                  <a:cubicBezTo>
                    <a:pt x="57" y="29"/>
                    <a:pt x="58" y="29"/>
                    <a:pt x="59" y="29"/>
                  </a:cubicBezTo>
                  <a:cubicBezTo>
                    <a:pt x="60" y="29"/>
                    <a:pt x="61" y="29"/>
                    <a:pt x="62" y="28"/>
                  </a:cubicBezTo>
                  <a:cubicBezTo>
                    <a:pt x="63" y="27"/>
                    <a:pt x="64" y="25"/>
                    <a:pt x="63" y="23"/>
                  </a:cubicBezTo>
                  <a:cubicBezTo>
                    <a:pt x="54" y="11"/>
                    <a:pt x="45" y="5"/>
                    <a:pt x="34" y="3"/>
                  </a:cubicBezTo>
                  <a:cubicBezTo>
                    <a:pt x="17" y="0"/>
                    <a:pt x="3" y="10"/>
                    <a:pt x="2" y="11"/>
                  </a:cubicBezTo>
                  <a:cubicBezTo>
                    <a:pt x="1" y="12"/>
                    <a:pt x="0" y="14"/>
                    <a:pt x="2" y="16"/>
                  </a:cubicBezTo>
                  <a:cubicBezTo>
                    <a:pt x="3" y="18"/>
                    <a:pt x="5" y="18"/>
                    <a:pt x="7" y="17"/>
                  </a:cubicBezTo>
                  <a:cubicBezTo>
                    <a:pt x="7" y="17"/>
                    <a:pt x="19" y="9"/>
                    <a:pt x="32" y="11"/>
                  </a:cubicBezTo>
                  <a:cubicBezTo>
                    <a:pt x="41" y="12"/>
                    <a:pt x="49" y="18"/>
                    <a:pt x="56"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214"/>
            <p:cNvSpPr>
              <a:spLocks/>
            </p:cNvSpPr>
            <p:nvPr/>
          </p:nvSpPr>
          <p:spPr bwMode="auto">
            <a:xfrm>
              <a:off x="10645775" y="4359275"/>
              <a:ext cx="1195388" cy="1239838"/>
            </a:xfrm>
            <a:custGeom>
              <a:avLst/>
              <a:gdLst>
                <a:gd name="T0" fmla="*/ 762 w 782"/>
                <a:gd name="T1" fmla="*/ 9 h 811"/>
                <a:gd name="T2" fmla="*/ 718 w 782"/>
                <a:gd name="T3" fmla="*/ 21 h 811"/>
                <a:gd name="T4" fmla="*/ 559 w 782"/>
                <a:gd name="T5" fmla="*/ 70 h 811"/>
                <a:gd name="T6" fmla="*/ 558 w 782"/>
                <a:gd name="T7" fmla="*/ 70 h 811"/>
                <a:gd name="T8" fmla="*/ 541 w 782"/>
                <a:gd name="T9" fmla="*/ 65 h 811"/>
                <a:gd name="T10" fmla="*/ 491 w 782"/>
                <a:gd name="T11" fmla="*/ 65 h 811"/>
                <a:gd name="T12" fmla="*/ 408 w 782"/>
                <a:gd name="T13" fmla="*/ 111 h 811"/>
                <a:gd name="T14" fmla="*/ 341 w 782"/>
                <a:gd name="T15" fmla="*/ 84 h 811"/>
                <a:gd name="T16" fmla="*/ 270 w 782"/>
                <a:gd name="T17" fmla="*/ 113 h 811"/>
                <a:gd name="T18" fmla="*/ 272 w 782"/>
                <a:gd name="T19" fmla="*/ 135 h 811"/>
                <a:gd name="T20" fmla="*/ 173 w 782"/>
                <a:gd name="T21" fmla="*/ 234 h 811"/>
                <a:gd name="T22" fmla="*/ 74 w 782"/>
                <a:gd name="T23" fmla="*/ 135 h 811"/>
                <a:gd name="T24" fmla="*/ 74 w 782"/>
                <a:gd name="T25" fmla="*/ 128 h 811"/>
                <a:gd name="T26" fmla="*/ 16 w 782"/>
                <a:gd name="T27" fmla="*/ 246 h 811"/>
                <a:gd name="T28" fmla="*/ 5 w 782"/>
                <a:gd name="T29" fmla="*/ 317 h 811"/>
                <a:gd name="T30" fmla="*/ 92 w 782"/>
                <a:gd name="T31" fmla="*/ 406 h 811"/>
                <a:gd name="T32" fmla="*/ 168 w 782"/>
                <a:gd name="T33" fmla="*/ 432 h 811"/>
                <a:gd name="T34" fmla="*/ 176 w 782"/>
                <a:gd name="T35" fmla="*/ 434 h 811"/>
                <a:gd name="T36" fmla="*/ 207 w 782"/>
                <a:gd name="T37" fmla="*/ 410 h 811"/>
                <a:gd name="T38" fmla="*/ 185 w 782"/>
                <a:gd name="T39" fmla="*/ 371 h 811"/>
                <a:gd name="T40" fmla="*/ 69 w 782"/>
                <a:gd name="T41" fmla="*/ 319 h 811"/>
                <a:gd name="T42" fmla="*/ 79 w 782"/>
                <a:gd name="T43" fmla="*/ 253 h 811"/>
                <a:gd name="T44" fmla="*/ 89 w 782"/>
                <a:gd name="T45" fmla="*/ 254 h 811"/>
                <a:gd name="T46" fmla="*/ 78 w 782"/>
                <a:gd name="T47" fmla="*/ 316 h 811"/>
                <a:gd name="T48" fmla="*/ 140 w 782"/>
                <a:gd name="T49" fmla="*/ 347 h 811"/>
                <a:gd name="T50" fmla="*/ 140 w 782"/>
                <a:gd name="T51" fmla="*/ 344 h 811"/>
                <a:gd name="T52" fmla="*/ 181 w 782"/>
                <a:gd name="T53" fmla="*/ 305 h 811"/>
                <a:gd name="T54" fmla="*/ 182 w 782"/>
                <a:gd name="T55" fmla="*/ 305 h 811"/>
                <a:gd name="T56" fmla="*/ 191 w 782"/>
                <a:gd name="T57" fmla="*/ 305 h 811"/>
                <a:gd name="T58" fmla="*/ 272 w 782"/>
                <a:gd name="T59" fmla="*/ 296 h 811"/>
                <a:gd name="T60" fmla="*/ 263 w 782"/>
                <a:gd name="T61" fmla="*/ 248 h 811"/>
                <a:gd name="T62" fmla="*/ 272 w 782"/>
                <a:gd name="T63" fmla="*/ 246 h 811"/>
                <a:gd name="T64" fmla="*/ 282 w 782"/>
                <a:gd name="T65" fmla="*/ 302 h 811"/>
                <a:gd name="T66" fmla="*/ 182 w 782"/>
                <a:gd name="T67" fmla="*/ 313 h 811"/>
                <a:gd name="T68" fmla="*/ 149 w 782"/>
                <a:gd name="T69" fmla="*/ 345 h 811"/>
                <a:gd name="T70" fmla="*/ 149 w 782"/>
                <a:gd name="T71" fmla="*/ 350 h 811"/>
                <a:gd name="T72" fmla="*/ 187 w 782"/>
                <a:gd name="T73" fmla="*/ 362 h 811"/>
                <a:gd name="T74" fmla="*/ 210 w 782"/>
                <a:gd name="T75" fmla="*/ 377 h 811"/>
                <a:gd name="T76" fmla="*/ 333 w 782"/>
                <a:gd name="T77" fmla="*/ 342 h 811"/>
                <a:gd name="T78" fmla="*/ 346 w 782"/>
                <a:gd name="T79" fmla="*/ 302 h 811"/>
                <a:gd name="T80" fmla="*/ 335 w 782"/>
                <a:gd name="T81" fmla="*/ 236 h 811"/>
                <a:gd name="T82" fmla="*/ 310 w 782"/>
                <a:gd name="T83" fmla="*/ 166 h 811"/>
                <a:gd name="T84" fmla="*/ 355 w 782"/>
                <a:gd name="T85" fmla="*/ 148 h 811"/>
                <a:gd name="T86" fmla="*/ 355 w 782"/>
                <a:gd name="T87" fmla="*/ 761 h 811"/>
                <a:gd name="T88" fmla="*/ 405 w 782"/>
                <a:gd name="T89" fmla="*/ 811 h 811"/>
                <a:gd name="T90" fmla="*/ 454 w 782"/>
                <a:gd name="T91" fmla="*/ 761 h 811"/>
                <a:gd name="T92" fmla="*/ 454 w 782"/>
                <a:gd name="T93" fmla="*/ 400 h 811"/>
                <a:gd name="T94" fmla="*/ 473 w 782"/>
                <a:gd name="T95" fmla="*/ 400 h 811"/>
                <a:gd name="T96" fmla="*/ 473 w 782"/>
                <a:gd name="T97" fmla="*/ 761 h 811"/>
                <a:gd name="T98" fmla="*/ 522 w 782"/>
                <a:gd name="T99" fmla="*/ 811 h 811"/>
                <a:gd name="T100" fmla="*/ 572 w 782"/>
                <a:gd name="T101" fmla="*/ 761 h 811"/>
                <a:gd name="T102" fmla="*/ 572 w 782"/>
                <a:gd name="T103" fmla="*/ 143 h 811"/>
                <a:gd name="T104" fmla="*/ 614 w 782"/>
                <a:gd name="T105" fmla="*/ 149 h 811"/>
                <a:gd name="T106" fmla="*/ 620 w 782"/>
                <a:gd name="T107" fmla="*/ 150 h 811"/>
                <a:gd name="T108" fmla="*/ 773 w 782"/>
                <a:gd name="T109" fmla="*/ 53 h 811"/>
                <a:gd name="T110" fmla="*/ 762 w 782"/>
                <a:gd name="T111" fmla="*/ 9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82" h="811">
                  <a:moveTo>
                    <a:pt x="762" y="9"/>
                  </a:moveTo>
                  <a:cubicBezTo>
                    <a:pt x="746" y="0"/>
                    <a:pt x="727" y="5"/>
                    <a:pt x="718" y="21"/>
                  </a:cubicBezTo>
                  <a:cubicBezTo>
                    <a:pt x="659" y="122"/>
                    <a:pt x="569" y="76"/>
                    <a:pt x="559" y="70"/>
                  </a:cubicBezTo>
                  <a:cubicBezTo>
                    <a:pt x="559" y="70"/>
                    <a:pt x="558" y="70"/>
                    <a:pt x="558" y="70"/>
                  </a:cubicBezTo>
                  <a:cubicBezTo>
                    <a:pt x="553" y="67"/>
                    <a:pt x="547" y="65"/>
                    <a:pt x="541" y="65"/>
                  </a:cubicBezTo>
                  <a:cubicBezTo>
                    <a:pt x="491" y="65"/>
                    <a:pt x="491" y="65"/>
                    <a:pt x="491" y="65"/>
                  </a:cubicBezTo>
                  <a:cubicBezTo>
                    <a:pt x="474" y="92"/>
                    <a:pt x="443" y="111"/>
                    <a:pt x="408" y="111"/>
                  </a:cubicBezTo>
                  <a:cubicBezTo>
                    <a:pt x="382" y="111"/>
                    <a:pt x="358" y="101"/>
                    <a:pt x="341" y="84"/>
                  </a:cubicBezTo>
                  <a:cubicBezTo>
                    <a:pt x="323" y="92"/>
                    <a:pt x="299" y="102"/>
                    <a:pt x="270" y="113"/>
                  </a:cubicBezTo>
                  <a:cubicBezTo>
                    <a:pt x="271" y="120"/>
                    <a:pt x="272" y="127"/>
                    <a:pt x="272" y="135"/>
                  </a:cubicBezTo>
                  <a:cubicBezTo>
                    <a:pt x="272" y="189"/>
                    <a:pt x="228" y="234"/>
                    <a:pt x="173" y="234"/>
                  </a:cubicBezTo>
                  <a:cubicBezTo>
                    <a:pt x="118" y="234"/>
                    <a:pt x="74" y="189"/>
                    <a:pt x="74" y="135"/>
                  </a:cubicBezTo>
                  <a:cubicBezTo>
                    <a:pt x="74" y="133"/>
                    <a:pt x="74" y="131"/>
                    <a:pt x="74" y="128"/>
                  </a:cubicBezTo>
                  <a:cubicBezTo>
                    <a:pt x="54" y="140"/>
                    <a:pt x="31" y="171"/>
                    <a:pt x="16" y="246"/>
                  </a:cubicBezTo>
                  <a:cubicBezTo>
                    <a:pt x="11" y="266"/>
                    <a:pt x="8" y="290"/>
                    <a:pt x="5" y="317"/>
                  </a:cubicBezTo>
                  <a:cubicBezTo>
                    <a:pt x="0" y="361"/>
                    <a:pt x="52" y="389"/>
                    <a:pt x="92" y="406"/>
                  </a:cubicBezTo>
                  <a:cubicBezTo>
                    <a:pt x="129" y="422"/>
                    <a:pt x="166" y="432"/>
                    <a:pt x="168" y="432"/>
                  </a:cubicBezTo>
                  <a:cubicBezTo>
                    <a:pt x="171" y="433"/>
                    <a:pt x="174" y="434"/>
                    <a:pt x="176" y="434"/>
                  </a:cubicBezTo>
                  <a:cubicBezTo>
                    <a:pt x="191" y="434"/>
                    <a:pt x="203" y="424"/>
                    <a:pt x="207" y="410"/>
                  </a:cubicBezTo>
                  <a:cubicBezTo>
                    <a:pt x="212" y="393"/>
                    <a:pt x="202" y="375"/>
                    <a:pt x="185" y="371"/>
                  </a:cubicBezTo>
                  <a:cubicBezTo>
                    <a:pt x="134" y="357"/>
                    <a:pt x="80" y="333"/>
                    <a:pt x="69" y="319"/>
                  </a:cubicBezTo>
                  <a:cubicBezTo>
                    <a:pt x="72" y="293"/>
                    <a:pt x="76" y="271"/>
                    <a:pt x="79" y="253"/>
                  </a:cubicBezTo>
                  <a:cubicBezTo>
                    <a:pt x="89" y="254"/>
                    <a:pt x="89" y="254"/>
                    <a:pt x="89" y="254"/>
                  </a:cubicBezTo>
                  <a:cubicBezTo>
                    <a:pt x="85" y="271"/>
                    <a:pt x="81" y="291"/>
                    <a:pt x="78" y="316"/>
                  </a:cubicBezTo>
                  <a:cubicBezTo>
                    <a:pt x="88" y="324"/>
                    <a:pt x="111" y="336"/>
                    <a:pt x="140" y="347"/>
                  </a:cubicBezTo>
                  <a:cubicBezTo>
                    <a:pt x="140" y="346"/>
                    <a:pt x="140" y="345"/>
                    <a:pt x="140" y="344"/>
                  </a:cubicBezTo>
                  <a:cubicBezTo>
                    <a:pt x="141" y="322"/>
                    <a:pt x="159" y="305"/>
                    <a:pt x="181" y="305"/>
                  </a:cubicBezTo>
                  <a:cubicBezTo>
                    <a:pt x="182" y="305"/>
                    <a:pt x="182" y="305"/>
                    <a:pt x="182" y="305"/>
                  </a:cubicBezTo>
                  <a:cubicBezTo>
                    <a:pt x="185" y="305"/>
                    <a:pt x="188" y="305"/>
                    <a:pt x="191" y="305"/>
                  </a:cubicBezTo>
                  <a:cubicBezTo>
                    <a:pt x="225" y="305"/>
                    <a:pt x="257" y="301"/>
                    <a:pt x="272" y="296"/>
                  </a:cubicBezTo>
                  <a:cubicBezTo>
                    <a:pt x="269" y="277"/>
                    <a:pt x="266" y="261"/>
                    <a:pt x="263" y="248"/>
                  </a:cubicBezTo>
                  <a:cubicBezTo>
                    <a:pt x="272" y="246"/>
                    <a:pt x="272" y="246"/>
                    <a:pt x="272" y="246"/>
                  </a:cubicBezTo>
                  <a:cubicBezTo>
                    <a:pt x="275" y="261"/>
                    <a:pt x="279" y="279"/>
                    <a:pt x="282" y="302"/>
                  </a:cubicBezTo>
                  <a:cubicBezTo>
                    <a:pt x="266" y="309"/>
                    <a:pt x="222" y="314"/>
                    <a:pt x="182" y="313"/>
                  </a:cubicBezTo>
                  <a:cubicBezTo>
                    <a:pt x="164" y="313"/>
                    <a:pt x="149" y="327"/>
                    <a:pt x="149" y="345"/>
                  </a:cubicBezTo>
                  <a:cubicBezTo>
                    <a:pt x="149" y="346"/>
                    <a:pt x="149" y="348"/>
                    <a:pt x="149" y="350"/>
                  </a:cubicBezTo>
                  <a:cubicBezTo>
                    <a:pt x="161" y="354"/>
                    <a:pt x="174" y="358"/>
                    <a:pt x="187" y="362"/>
                  </a:cubicBezTo>
                  <a:cubicBezTo>
                    <a:pt x="197" y="364"/>
                    <a:pt x="204" y="370"/>
                    <a:pt x="210" y="377"/>
                  </a:cubicBezTo>
                  <a:cubicBezTo>
                    <a:pt x="251" y="376"/>
                    <a:pt x="309" y="369"/>
                    <a:pt x="333" y="342"/>
                  </a:cubicBezTo>
                  <a:cubicBezTo>
                    <a:pt x="343" y="331"/>
                    <a:pt x="348" y="317"/>
                    <a:pt x="346" y="302"/>
                  </a:cubicBezTo>
                  <a:cubicBezTo>
                    <a:pt x="343" y="277"/>
                    <a:pt x="340" y="255"/>
                    <a:pt x="335" y="236"/>
                  </a:cubicBezTo>
                  <a:cubicBezTo>
                    <a:pt x="328" y="207"/>
                    <a:pt x="320" y="184"/>
                    <a:pt x="310" y="166"/>
                  </a:cubicBezTo>
                  <a:cubicBezTo>
                    <a:pt x="328" y="160"/>
                    <a:pt x="343" y="154"/>
                    <a:pt x="355" y="148"/>
                  </a:cubicBezTo>
                  <a:cubicBezTo>
                    <a:pt x="355" y="761"/>
                    <a:pt x="355" y="761"/>
                    <a:pt x="355" y="761"/>
                  </a:cubicBezTo>
                  <a:cubicBezTo>
                    <a:pt x="355" y="789"/>
                    <a:pt x="378" y="811"/>
                    <a:pt x="405" y="811"/>
                  </a:cubicBezTo>
                  <a:cubicBezTo>
                    <a:pt x="432" y="811"/>
                    <a:pt x="454" y="789"/>
                    <a:pt x="454" y="761"/>
                  </a:cubicBezTo>
                  <a:cubicBezTo>
                    <a:pt x="454" y="400"/>
                    <a:pt x="454" y="400"/>
                    <a:pt x="454" y="400"/>
                  </a:cubicBezTo>
                  <a:cubicBezTo>
                    <a:pt x="473" y="400"/>
                    <a:pt x="473" y="400"/>
                    <a:pt x="473" y="400"/>
                  </a:cubicBezTo>
                  <a:cubicBezTo>
                    <a:pt x="473" y="761"/>
                    <a:pt x="473" y="761"/>
                    <a:pt x="473" y="761"/>
                  </a:cubicBezTo>
                  <a:cubicBezTo>
                    <a:pt x="473" y="789"/>
                    <a:pt x="495" y="811"/>
                    <a:pt x="522" y="811"/>
                  </a:cubicBezTo>
                  <a:cubicBezTo>
                    <a:pt x="550" y="811"/>
                    <a:pt x="572" y="789"/>
                    <a:pt x="572" y="761"/>
                  </a:cubicBezTo>
                  <a:cubicBezTo>
                    <a:pt x="572" y="143"/>
                    <a:pt x="572" y="143"/>
                    <a:pt x="572" y="143"/>
                  </a:cubicBezTo>
                  <a:cubicBezTo>
                    <a:pt x="584" y="146"/>
                    <a:pt x="599" y="149"/>
                    <a:pt x="614" y="149"/>
                  </a:cubicBezTo>
                  <a:cubicBezTo>
                    <a:pt x="616" y="149"/>
                    <a:pt x="618" y="150"/>
                    <a:pt x="620" y="150"/>
                  </a:cubicBezTo>
                  <a:cubicBezTo>
                    <a:pt x="666" y="150"/>
                    <a:pt x="727" y="132"/>
                    <a:pt x="773" y="53"/>
                  </a:cubicBezTo>
                  <a:cubicBezTo>
                    <a:pt x="782" y="38"/>
                    <a:pt x="777" y="18"/>
                    <a:pt x="762"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20" name="组合 219"/>
          <p:cNvGrpSpPr/>
          <p:nvPr/>
        </p:nvGrpSpPr>
        <p:grpSpPr>
          <a:xfrm>
            <a:off x="6521450" y="4972192"/>
            <a:ext cx="2119313" cy="911226"/>
            <a:chOff x="6521450" y="5381625"/>
            <a:chExt cx="2119313" cy="911226"/>
          </a:xfrm>
          <a:solidFill>
            <a:schemeClr val="tx1">
              <a:lumMod val="65000"/>
              <a:lumOff val="35000"/>
            </a:schemeClr>
          </a:solidFill>
        </p:grpSpPr>
        <p:sp>
          <p:nvSpPr>
            <p:cNvPr id="221" name="Freeform 215"/>
            <p:cNvSpPr>
              <a:spLocks/>
            </p:cNvSpPr>
            <p:nvPr/>
          </p:nvSpPr>
          <p:spPr bwMode="auto">
            <a:xfrm>
              <a:off x="6521450" y="5611813"/>
              <a:ext cx="1020763" cy="477838"/>
            </a:xfrm>
            <a:custGeom>
              <a:avLst/>
              <a:gdLst>
                <a:gd name="T0" fmla="*/ 639 w 667"/>
                <a:gd name="T1" fmla="*/ 205 h 312"/>
                <a:gd name="T2" fmla="*/ 528 w 667"/>
                <a:gd name="T3" fmla="*/ 183 h 312"/>
                <a:gd name="T4" fmla="*/ 462 w 667"/>
                <a:gd name="T5" fmla="*/ 20 h 312"/>
                <a:gd name="T6" fmla="*/ 415 w 667"/>
                <a:gd name="T7" fmla="*/ 0 h 312"/>
                <a:gd name="T8" fmla="*/ 412 w 667"/>
                <a:gd name="T9" fmla="*/ 0 h 312"/>
                <a:gd name="T10" fmla="*/ 334 w 667"/>
                <a:gd name="T11" fmla="*/ 38 h 312"/>
                <a:gd name="T12" fmla="*/ 256 w 667"/>
                <a:gd name="T13" fmla="*/ 0 h 312"/>
                <a:gd name="T14" fmla="*/ 253 w 667"/>
                <a:gd name="T15" fmla="*/ 0 h 312"/>
                <a:gd name="T16" fmla="*/ 205 w 667"/>
                <a:gd name="T17" fmla="*/ 20 h 312"/>
                <a:gd name="T18" fmla="*/ 139 w 667"/>
                <a:gd name="T19" fmla="*/ 183 h 312"/>
                <a:gd name="T20" fmla="*/ 29 w 667"/>
                <a:gd name="T21" fmla="*/ 205 h 312"/>
                <a:gd name="T22" fmla="*/ 4 w 667"/>
                <a:gd name="T23" fmla="*/ 242 h 312"/>
                <a:gd name="T24" fmla="*/ 35 w 667"/>
                <a:gd name="T25" fmla="*/ 268 h 312"/>
                <a:gd name="T26" fmla="*/ 41 w 667"/>
                <a:gd name="T27" fmla="*/ 268 h 312"/>
                <a:gd name="T28" fmla="*/ 175 w 667"/>
                <a:gd name="T29" fmla="*/ 241 h 312"/>
                <a:gd name="T30" fmla="*/ 201 w 667"/>
                <a:gd name="T31" fmla="*/ 212 h 312"/>
                <a:gd name="T32" fmla="*/ 226 w 667"/>
                <a:gd name="T33" fmla="*/ 98 h 312"/>
                <a:gd name="T34" fmla="*/ 226 w 667"/>
                <a:gd name="T35" fmla="*/ 287 h 312"/>
                <a:gd name="T36" fmla="*/ 334 w 667"/>
                <a:gd name="T37" fmla="*/ 312 h 312"/>
                <a:gd name="T38" fmla="*/ 442 w 667"/>
                <a:gd name="T39" fmla="*/ 287 h 312"/>
                <a:gd name="T40" fmla="*/ 442 w 667"/>
                <a:gd name="T41" fmla="*/ 99 h 312"/>
                <a:gd name="T42" fmla="*/ 467 w 667"/>
                <a:gd name="T43" fmla="*/ 212 h 312"/>
                <a:gd name="T44" fmla="*/ 493 w 667"/>
                <a:gd name="T45" fmla="*/ 241 h 312"/>
                <a:gd name="T46" fmla="*/ 626 w 667"/>
                <a:gd name="T47" fmla="*/ 268 h 312"/>
                <a:gd name="T48" fmla="*/ 632 w 667"/>
                <a:gd name="T49" fmla="*/ 268 h 312"/>
                <a:gd name="T50" fmla="*/ 664 w 667"/>
                <a:gd name="T51" fmla="*/ 242 h 312"/>
                <a:gd name="T52" fmla="*/ 639 w 667"/>
                <a:gd name="T53" fmla="*/ 205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67" h="312">
                  <a:moveTo>
                    <a:pt x="639" y="205"/>
                  </a:moveTo>
                  <a:cubicBezTo>
                    <a:pt x="528" y="183"/>
                    <a:pt x="528" y="183"/>
                    <a:pt x="528" y="183"/>
                  </a:cubicBezTo>
                  <a:cubicBezTo>
                    <a:pt x="519" y="104"/>
                    <a:pt x="497" y="49"/>
                    <a:pt x="462" y="20"/>
                  </a:cubicBezTo>
                  <a:cubicBezTo>
                    <a:pt x="443" y="5"/>
                    <a:pt x="425" y="1"/>
                    <a:pt x="415" y="0"/>
                  </a:cubicBezTo>
                  <a:cubicBezTo>
                    <a:pt x="414" y="0"/>
                    <a:pt x="413" y="0"/>
                    <a:pt x="412" y="0"/>
                  </a:cubicBezTo>
                  <a:cubicBezTo>
                    <a:pt x="394" y="23"/>
                    <a:pt x="365" y="38"/>
                    <a:pt x="334" y="38"/>
                  </a:cubicBezTo>
                  <a:cubicBezTo>
                    <a:pt x="302" y="38"/>
                    <a:pt x="274" y="23"/>
                    <a:pt x="256" y="0"/>
                  </a:cubicBezTo>
                  <a:cubicBezTo>
                    <a:pt x="255" y="0"/>
                    <a:pt x="254" y="0"/>
                    <a:pt x="253" y="0"/>
                  </a:cubicBezTo>
                  <a:cubicBezTo>
                    <a:pt x="242" y="1"/>
                    <a:pt x="224" y="5"/>
                    <a:pt x="205" y="20"/>
                  </a:cubicBezTo>
                  <a:cubicBezTo>
                    <a:pt x="171" y="49"/>
                    <a:pt x="148" y="104"/>
                    <a:pt x="139" y="183"/>
                  </a:cubicBezTo>
                  <a:cubicBezTo>
                    <a:pt x="29" y="205"/>
                    <a:pt x="29" y="205"/>
                    <a:pt x="29" y="205"/>
                  </a:cubicBezTo>
                  <a:cubicBezTo>
                    <a:pt x="12" y="208"/>
                    <a:pt x="0" y="225"/>
                    <a:pt x="4" y="242"/>
                  </a:cubicBezTo>
                  <a:cubicBezTo>
                    <a:pt x="7" y="258"/>
                    <a:pt x="20" y="268"/>
                    <a:pt x="35" y="268"/>
                  </a:cubicBezTo>
                  <a:cubicBezTo>
                    <a:pt x="37" y="268"/>
                    <a:pt x="39" y="268"/>
                    <a:pt x="41" y="268"/>
                  </a:cubicBezTo>
                  <a:cubicBezTo>
                    <a:pt x="175" y="241"/>
                    <a:pt x="175" y="241"/>
                    <a:pt x="175" y="241"/>
                  </a:cubicBezTo>
                  <a:cubicBezTo>
                    <a:pt x="189" y="238"/>
                    <a:pt x="200" y="227"/>
                    <a:pt x="201" y="212"/>
                  </a:cubicBezTo>
                  <a:cubicBezTo>
                    <a:pt x="205" y="156"/>
                    <a:pt x="215" y="120"/>
                    <a:pt x="226" y="98"/>
                  </a:cubicBezTo>
                  <a:cubicBezTo>
                    <a:pt x="226" y="287"/>
                    <a:pt x="226" y="287"/>
                    <a:pt x="226" y="287"/>
                  </a:cubicBezTo>
                  <a:cubicBezTo>
                    <a:pt x="334" y="312"/>
                    <a:pt x="334" y="312"/>
                    <a:pt x="334" y="312"/>
                  </a:cubicBezTo>
                  <a:cubicBezTo>
                    <a:pt x="442" y="287"/>
                    <a:pt x="442" y="287"/>
                    <a:pt x="442" y="287"/>
                  </a:cubicBezTo>
                  <a:cubicBezTo>
                    <a:pt x="442" y="99"/>
                    <a:pt x="442" y="99"/>
                    <a:pt x="442" y="99"/>
                  </a:cubicBezTo>
                  <a:cubicBezTo>
                    <a:pt x="452" y="120"/>
                    <a:pt x="462" y="155"/>
                    <a:pt x="467" y="212"/>
                  </a:cubicBezTo>
                  <a:cubicBezTo>
                    <a:pt x="468" y="227"/>
                    <a:pt x="478" y="238"/>
                    <a:pt x="493" y="241"/>
                  </a:cubicBezTo>
                  <a:cubicBezTo>
                    <a:pt x="626" y="268"/>
                    <a:pt x="626" y="268"/>
                    <a:pt x="626" y="268"/>
                  </a:cubicBezTo>
                  <a:cubicBezTo>
                    <a:pt x="628" y="268"/>
                    <a:pt x="630" y="268"/>
                    <a:pt x="632" y="268"/>
                  </a:cubicBezTo>
                  <a:cubicBezTo>
                    <a:pt x="647" y="268"/>
                    <a:pt x="661" y="258"/>
                    <a:pt x="664" y="242"/>
                  </a:cubicBezTo>
                  <a:cubicBezTo>
                    <a:pt x="667" y="225"/>
                    <a:pt x="656" y="208"/>
                    <a:pt x="639" y="20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216"/>
            <p:cNvSpPr>
              <a:spLocks/>
            </p:cNvSpPr>
            <p:nvPr/>
          </p:nvSpPr>
          <p:spPr bwMode="auto">
            <a:xfrm>
              <a:off x="6669088" y="6034088"/>
              <a:ext cx="333375" cy="192088"/>
            </a:xfrm>
            <a:custGeom>
              <a:avLst/>
              <a:gdLst>
                <a:gd name="T0" fmla="*/ 186 w 218"/>
                <a:gd name="T1" fmla="*/ 48 h 125"/>
                <a:gd name="T2" fmla="*/ 218 w 218"/>
                <a:gd name="T3" fmla="*/ 40 h 125"/>
                <a:gd name="T4" fmla="*/ 65 w 218"/>
                <a:gd name="T5" fmla="*/ 6 h 125"/>
                <a:gd name="T6" fmla="*/ 6 w 218"/>
                <a:gd name="T7" fmla="*/ 43 h 125"/>
                <a:gd name="T8" fmla="*/ 44 w 218"/>
                <a:gd name="T9" fmla="*/ 102 h 125"/>
                <a:gd name="T10" fmla="*/ 144 w 218"/>
                <a:gd name="T11" fmla="*/ 125 h 125"/>
                <a:gd name="T12" fmla="*/ 142 w 218"/>
                <a:gd name="T13" fmla="*/ 117 h 125"/>
                <a:gd name="T14" fmla="*/ 186 w 218"/>
                <a:gd name="T15" fmla="*/ 48 h 1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8" h="125">
                  <a:moveTo>
                    <a:pt x="186" y="48"/>
                  </a:moveTo>
                  <a:cubicBezTo>
                    <a:pt x="218" y="40"/>
                    <a:pt x="218" y="40"/>
                    <a:pt x="218" y="40"/>
                  </a:cubicBezTo>
                  <a:cubicBezTo>
                    <a:pt x="65" y="6"/>
                    <a:pt x="65" y="6"/>
                    <a:pt x="65" y="6"/>
                  </a:cubicBezTo>
                  <a:cubicBezTo>
                    <a:pt x="39" y="0"/>
                    <a:pt x="12" y="16"/>
                    <a:pt x="6" y="43"/>
                  </a:cubicBezTo>
                  <a:cubicBezTo>
                    <a:pt x="0" y="70"/>
                    <a:pt x="17" y="96"/>
                    <a:pt x="44" y="102"/>
                  </a:cubicBezTo>
                  <a:cubicBezTo>
                    <a:pt x="144" y="125"/>
                    <a:pt x="144" y="125"/>
                    <a:pt x="144" y="125"/>
                  </a:cubicBezTo>
                  <a:cubicBezTo>
                    <a:pt x="143" y="122"/>
                    <a:pt x="142" y="120"/>
                    <a:pt x="142" y="117"/>
                  </a:cubicBezTo>
                  <a:cubicBezTo>
                    <a:pt x="135" y="86"/>
                    <a:pt x="154" y="55"/>
                    <a:pt x="186"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217"/>
            <p:cNvSpPr>
              <a:spLocks/>
            </p:cNvSpPr>
            <p:nvPr/>
          </p:nvSpPr>
          <p:spPr bwMode="auto">
            <a:xfrm>
              <a:off x="7062788" y="6245225"/>
              <a:ext cx="84138" cy="28575"/>
            </a:xfrm>
            <a:custGeom>
              <a:avLst/>
              <a:gdLst>
                <a:gd name="T0" fmla="*/ 8 w 55"/>
                <a:gd name="T1" fmla="*/ 15 h 19"/>
                <a:gd name="T2" fmla="*/ 55 w 55"/>
                <a:gd name="T3" fmla="*/ 0 h 19"/>
                <a:gd name="T4" fmla="*/ 0 w 55"/>
                <a:gd name="T5" fmla="*/ 13 h 19"/>
                <a:gd name="T6" fmla="*/ 8 w 55"/>
                <a:gd name="T7" fmla="*/ 15 h 19"/>
              </a:gdLst>
              <a:ahLst/>
              <a:cxnLst>
                <a:cxn ang="0">
                  <a:pos x="T0" y="T1"/>
                </a:cxn>
                <a:cxn ang="0">
                  <a:pos x="T2" y="T3"/>
                </a:cxn>
                <a:cxn ang="0">
                  <a:pos x="T4" y="T5"/>
                </a:cxn>
                <a:cxn ang="0">
                  <a:pos x="T6" y="T7"/>
                </a:cxn>
              </a:cxnLst>
              <a:rect l="0" t="0" r="r" b="b"/>
              <a:pathLst>
                <a:path w="55" h="19">
                  <a:moveTo>
                    <a:pt x="8" y="15"/>
                  </a:moveTo>
                  <a:cubicBezTo>
                    <a:pt x="26" y="19"/>
                    <a:pt x="44" y="12"/>
                    <a:pt x="55" y="0"/>
                  </a:cubicBezTo>
                  <a:cubicBezTo>
                    <a:pt x="0" y="13"/>
                    <a:pt x="0" y="13"/>
                    <a:pt x="0" y="13"/>
                  </a:cubicBezTo>
                  <a:lnTo>
                    <a:pt x="8"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218"/>
            <p:cNvSpPr>
              <a:spLocks/>
            </p:cNvSpPr>
            <p:nvPr/>
          </p:nvSpPr>
          <p:spPr bwMode="auto">
            <a:xfrm>
              <a:off x="6889750" y="6034088"/>
              <a:ext cx="504825" cy="242888"/>
            </a:xfrm>
            <a:custGeom>
              <a:avLst/>
              <a:gdLst>
                <a:gd name="T0" fmla="*/ 44 w 331"/>
                <a:gd name="T1" fmla="*/ 56 h 159"/>
                <a:gd name="T2" fmla="*/ 6 w 331"/>
                <a:gd name="T3" fmla="*/ 115 h 159"/>
                <a:gd name="T4" fmla="*/ 65 w 331"/>
                <a:gd name="T5" fmla="*/ 153 h 159"/>
                <a:gd name="T6" fmla="*/ 288 w 331"/>
                <a:gd name="T7" fmla="*/ 102 h 159"/>
                <a:gd name="T8" fmla="*/ 325 w 331"/>
                <a:gd name="T9" fmla="*/ 43 h 159"/>
                <a:gd name="T10" fmla="*/ 266 w 331"/>
                <a:gd name="T11" fmla="*/ 6 h 159"/>
                <a:gd name="T12" fmla="*/ 44 w 331"/>
                <a:gd name="T13" fmla="*/ 56 h 159"/>
              </a:gdLst>
              <a:ahLst/>
              <a:cxnLst>
                <a:cxn ang="0">
                  <a:pos x="T0" y="T1"/>
                </a:cxn>
                <a:cxn ang="0">
                  <a:pos x="T2" y="T3"/>
                </a:cxn>
                <a:cxn ang="0">
                  <a:pos x="T4" y="T5"/>
                </a:cxn>
                <a:cxn ang="0">
                  <a:pos x="T6" y="T7"/>
                </a:cxn>
                <a:cxn ang="0">
                  <a:pos x="T8" y="T9"/>
                </a:cxn>
                <a:cxn ang="0">
                  <a:pos x="T10" y="T11"/>
                </a:cxn>
                <a:cxn ang="0">
                  <a:pos x="T12" y="T13"/>
                </a:cxn>
              </a:cxnLst>
              <a:rect l="0" t="0" r="r" b="b"/>
              <a:pathLst>
                <a:path w="331" h="159">
                  <a:moveTo>
                    <a:pt x="44" y="56"/>
                  </a:moveTo>
                  <a:cubicBezTo>
                    <a:pt x="17" y="62"/>
                    <a:pt x="0" y="89"/>
                    <a:pt x="6" y="115"/>
                  </a:cubicBezTo>
                  <a:cubicBezTo>
                    <a:pt x="12" y="142"/>
                    <a:pt x="39" y="159"/>
                    <a:pt x="65" y="153"/>
                  </a:cubicBezTo>
                  <a:cubicBezTo>
                    <a:pt x="288" y="102"/>
                    <a:pt x="288" y="102"/>
                    <a:pt x="288" y="102"/>
                  </a:cubicBezTo>
                  <a:cubicBezTo>
                    <a:pt x="315" y="96"/>
                    <a:pt x="331" y="70"/>
                    <a:pt x="325" y="43"/>
                  </a:cubicBezTo>
                  <a:cubicBezTo>
                    <a:pt x="319" y="16"/>
                    <a:pt x="293" y="0"/>
                    <a:pt x="266" y="6"/>
                  </a:cubicBezTo>
                  <a:lnTo>
                    <a:pt x="44" y="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Oval 219"/>
            <p:cNvSpPr>
              <a:spLocks noChangeArrowheads="1"/>
            </p:cNvSpPr>
            <p:nvPr/>
          </p:nvSpPr>
          <p:spPr bwMode="auto">
            <a:xfrm>
              <a:off x="6894513" y="5381625"/>
              <a:ext cx="276225" cy="2746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220"/>
            <p:cNvSpPr>
              <a:spLocks/>
            </p:cNvSpPr>
            <p:nvPr/>
          </p:nvSpPr>
          <p:spPr bwMode="auto">
            <a:xfrm>
              <a:off x="7626350" y="5975350"/>
              <a:ext cx="93663" cy="106363"/>
            </a:xfrm>
            <a:custGeom>
              <a:avLst/>
              <a:gdLst>
                <a:gd name="T0" fmla="*/ 59 w 61"/>
                <a:gd name="T1" fmla="*/ 66 h 69"/>
                <a:gd name="T2" fmla="*/ 61 w 61"/>
                <a:gd name="T3" fmla="*/ 62 h 69"/>
                <a:gd name="T4" fmla="*/ 58 w 61"/>
                <a:gd name="T5" fmla="*/ 58 h 69"/>
                <a:gd name="T6" fmla="*/ 34 w 61"/>
                <a:gd name="T7" fmla="*/ 40 h 69"/>
                <a:gd name="T8" fmla="*/ 49 w 61"/>
                <a:gd name="T9" fmla="*/ 30 h 69"/>
                <a:gd name="T10" fmla="*/ 55 w 61"/>
                <a:gd name="T11" fmla="*/ 17 h 69"/>
                <a:gd name="T12" fmla="*/ 49 w 61"/>
                <a:gd name="T13" fmla="*/ 5 h 69"/>
                <a:gd name="T14" fmla="*/ 33 w 61"/>
                <a:gd name="T15" fmla="*/ 0 h 69"/>
                <a:gd name="T16" fmla="*/ 14 w 61"/>
                <a:gd name="T17" fmla="*/ 2 h 69"/>
                <a:gd name="T18" fmla="*/ 13 w 61"/>
                <a:gd name="T19" fmla="*/ 2 h 69"/>
                <a:gd name="T20" fmla="*/ 11 w 61"/>
                <a:gd name="T21" fmla="*/ 2 h 69"/>
                <a:gd name="T22" fmla="*/ 7 w 61"/>
                <a:gd name="T23" fmla="*/ 4 h 69"/>
                <a:gd name="T24" fmla="*/ 4 w 61"/>
                <a:gd name="T25" fmla="*/ 7 h 69"/>
                <a:gd name="T26" fmla="*/ 6 w 61"/>
                <a:gd name="T27" fmla="*/ 11 h 69"/>
                <a:gd name="T28" fmla="*/ 7 w 61"/>
                <a:gd name="T29" fmla="*/ 12 h 69"/>
                <a:gd name="T30" fmla="*/ 6 w 61"/>
                <a:gd name="T31" fmla="*/ 15 h 69"/>
                <a:gd name="T32" fmla="*/ 5 w 61"/>
                <a:gd name="T33" fmla="*/ 18 h 69"/>
                <a:gd name="T34" fmla="*/ 2 w 61"/>
                <a:gd name="T35" fmla="*/ 40 h 69"/>
                <a:gd name="T36" fmla="*/ 0 w 61"/>
                <a:gd name="T37" fmla="*/ 60 h 69"/>
                <a:gd name="T38" fmla="*/ 6 w 61"/>
                <a:gd name="T39" fmla="*/ 69 h 69"/>
                <a:gd name="T40" fmla="*/ 11 w 61"/>
                <a:gd name="T41" fmla="*/ 67 h 69"/>
                <a:gd name="T42" fmla="*/ 13 w 61"/>
                <a:gd name="T43" fmla="*/ 64 h 69"/>
                <a:gd name="T44" fmla="*/ 12 w 61"/>
                <a:gd name="T45" fmla="*/ 60 h 69"/>
                <a:gd name="T46" fmla="*/ 12 w 61"/>
                <a:gd name="T47" fmla="*/ 54 h 69"/>
                <a:gd name="T48" fmla="*/ 13 w 61"/>
                <a:gd name="T49" fmla="*/ 40 h 69"/>
                <a:gd name="T50" fmla="*/ 16 w 61"/>
                <a:gd name="T51" fmla="*/ 22 h 69"/>
                <a:gd name="T52" fmla="*/ 18 w 61"/>
                <a:gd name="T53" fmla="*/ 12 h 69"/>
                <a:gd name="T54" fmla="*/ 19 w 61"/>
                <a:gd name="T55" fmla="*/ 11 h 69"/>
                <a:gd name="T56" fmla="*/ 23 w 61"/>
                <a:gd name="T57" fmla="*/ 10 h 69"/>
                <a:gd name="T58" fmla="*/ 32 w 61"/>
                <a:gd name="T59" fmla="*/ 9 h 69"/>
                <a:gd name="T60" fmla="*/ 41 w 61"/>
                <a:gd name="T61" fmla="*/ 11 h 69"/>
                <a:gd name="T62" fmla="*/ 44 w 61"/>
                <a:gd name="T63" fmla="*/ 17 h 69"/>
                <a:gd name="T64" fmla="*/ 36 w 61"/>
                <a:gd name="T65" fmla="*/ 28 h 69"/>
                <a:gd name="T66" fmla="*/ 25 w 61"/>
                <a:gd name="T67" fmla="*/ 33 h 69"/>
                <a:gd name="T68" fmla="*/ 24 w 61"/>
                <a:gd name="T69" fmla="*/ 33 h 69"/>
                <a:gd name="T70" fmla="*/ 22 w 61"/>
                <a:gd name="T71" fmla="*/ 32 h 69"/>
                <a:gd name="T72" fmla="*/ 18 w 61"/>
                <a:gd name="T73" fmla="*/ 34 h 69"/>
                <a:gd name="T74" fmla="*/ 15 w 61"/>
                <a:gd name="T75" fmla="*/ 38 h 69"/>
                <a:gd name="T76" fmla="*/ 20 w 61"/>
                <a:gd name="T77" fmla="*/ 43 h 69"/>
                <a:gd name="T78" fmla="*/ 33 w 61"/>
                <a:gd name="T79" fmla="*/ 52 h 69"/>
                <a:gd name="T80" fmla="*/ 40 w 61"/>
                <a:gd name="T81" fmla="*/ 58 h 69"/>
                <a:gd name="T82" fmla="*/ 49 w 61"/>
                <a:gd name="T83" fmla="*/ 65 h 69"/>
                <a:gd name="T84" fmla="*/ 55 w 61"/>
                <a:gd name="T85" fmla="*/ 68 h 69"/>
                <a:gd name="T86" fmla="*/ 59 w 61"/>
                <a:gd name="T87" fmla="*/ 6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1" h="69">
                  <a:moveTo>
                    <a:pt x="59" y="66"/>
                  </a:moveTo>
                  <a:cubicBezTo>
                    <a:pt x="61" y="65"/>
                    <a:pt x="61" y="63"/>
                    <a:pt x="61" y="62"/>
                  </a:cubicBezTo>
                  <a:cubicBezTo>
                    <a:pt x="61" y="60"/>
                    <a:pt x="60" y="59"/>
                    <a:pt x="58" y="58"/>
                  </a:cubicBezTo>
                  <a:cubicBezTo>
                    <a:pt x="53" y="54"/>
                    <a:pt x="45" y="48"/>
                    <a:pt x="34" y="40"/>
                  </a:cubicBezTo>
                  <a:cubicBezTo>
                    <a:pt x="40" y="37"/>
                    <a:pt x="46" y="34"/>
                    <a:pt x="49" y="30"/>
                  </a:cubicBezTo>
                  <a:cubicBezTo>
                    <a:pt x="53" y="26"/>
                    <a:pt x="55" y="21"/>
                    <a:pt x="55" y="17"/>
                  </a:cubicBezTo>
                  <a:cubicBezTo>
                    <a:pt x="55" y="12"/>
                    <a:pt x="53" y="8"/>
                    <a:pt x="49" y="5"/>
                  </a:cubicBezTo>
                  <a:cubicBezTo>
                    <a:pt x="45" y="2"/>
                    <a:pt x="40" y="0"/>
                    <a:pt x="33" y="0"/>
                  </a:cubicBezTo>
                  <a:cubicBezTo>
                    <a:pt x="30" y="0"/>
                    <a:pt x="23" y="1"/>
                    <a:pt x="14" y="2"/>
                  </a:cubicBezTo>
                  <a:cubicBezTo>
                    <a:pt x="14" y="2"/>
                    <a:pt x="14" y="2"/>
                    <a:pt x="13" y="2"/>
                  </a:cubicBezTo>
                  <a:cubicBezTo>
                    <a:pt x="12" y="2"/>
                    <a:pt x="11" y="2"/>
                    <a:pt x="11" y="2"/>
                  </a:cubicBezTo>
                  <a:cubicBezTo>
                    <a:pt x="10" y="2"/>
                    <a:pt x="8" y="3"/>
                    <a:pt x="7" y="4"/>
                  </a:cubicBezTo>
                  <a:cubicBezTo>
                    <a:pt x="5" y="5"/>
                    <a:pt x="4" y="6"/>
                    <a:pt x="4" y="7"/>
                  </a:cubicBezTo>
                  <a:cubicBezTo>
                    <a:pt x="4" y="8"/>
                    <a:pt x="5" y="9"/>
                    <a:pt x="6" y="11"/>
                  </a:cubicBezTo>
                  <a:cubicBezTo>
                    <a:pt x="7" y="12"/>
                    <a:pt x="7" y="12"/>
                    <a:pt x="7" y="12"/>
                  </a:cubicBezTo>
                  <a:cubicBezTo>
                    <a:pt x="6" y="15"/>
                    <a:pt x="6" y="15"/>
                    <a:pt x="6" y="15"/>
                  </a:cubicBezTo>
                  <a:cubicBezTo>
                    <a:pt x="6" y="16"/>
                    <a:pt x="6" y="17"/>
                    <a:pt x="5" y="18"/>
                  </a:cubicBezTo>
                  <a:cubicBezTo>
                    <a:pt x="4" y="24"/>
                    <a:pt x="3" y="32"/>
                    <a:pt x="2" y="40"/>
                  </a:cubicBezTo>
                  <a:cubicBezTo>
                    <a:pt x="1" y="49"/>
                    <a:pt x="0" y="56"/>
                    <a:pt x="0" y="60"/>
                  </a:cubicBezTo>
                  <a:cubicBezTo>
                    <a:pt x="0" y="66"/>
                    <a:pt x="2" y="69"/>
                    <a:pt x="6" y="69"/>
                  </a:cubicBezTo>
                  <a:cubicBezTo>
                    <a:pt x="8" y="69"/>
                    <a:pt x="9" y="68"/>
                    <a:pt x="11" y="67"/>
                  </a:cubicBezTo>
                  <a:cubicBezTo>
                    <a:pt x="12" y="66"/>
                    <a:pt x="13" y="65"/>
                    <a:pt x="13" y="64"/>
                  </a:cubicBezTo>
                  <a:cubicBezTo>
                    <a:pt x="13" y="62"/>
                    <a:pt x="12" y="61"/>
                    <a:pt x="12" y="60"/>
                  </a:cubicBezTo>
                  <a:cubicBezTo>
                    <a:pt x="12" y="58"/>
                    <a:pt x="12" y="56"/>
                    <a:pt x="12" y="54"/>
                  </a:cubicBezTo>
                  <a:cubicBezTo>
                    <a:pt x="12" y="51"/>
                    <a:pt x="12" y="46"/>
                    <a:pt x="13" y="40"/>
                  </a:cubicBezTo>
                  <a:cubicBezTo>
                    <a:pt x="14" y="33"/>
                    <a:pt x="15" y="27"/>
                    <a:pt x="16" y="22"/>
                  </a:cubicBezTo>
                  <a:cubicBezTo>
                    <a:pt x="17" y="16"/>
                    <a:pt x="17" y="13"/>
                    <a:pt x="18" y="12"/>
                  </a:cubicBezTo>
                  <a:cubicBezTo>
                    <a:pt x="18" y="12"/>
                    <a:pt x="18" y="11"/>
                    <a:pt x="19" y="11"/>
                  </a:cubicBezTo>
                  <a:cubicBezTo>
                    <a:pt x="19" y="11"/>
                    <a:pt x="20" y="10"/>
                    <a:pt x="23" y="10"/>
                  </a:cubicBezTo>
                  <a:cubicBezTo>
                    <a:pt x="25" y="9"/>
                    <a:pt x="28" y="9"/>
                    <a:pt x="32" y="9"/>
                  </a:cubicBezTo>
                  <a:cubicBezTo>
                    <a:pt x="36" y="9"/>
                    <a:pt x="39" y="10"/>
                    <a:pt x="41" y="11"/>
                  </a:cubicBezTo>
                  <a:cubicBezTo>
                    <a:pt x="43" y="13"/>
                    <a:pt x="44" y="15"/>
                    <a:pt x="44" y="17"/>
                  </a:cubicBezTo>
                  <a:cubicBezTo>
                    <a:pt x="44" y="21"/>
                    <a:pt x="41" y="25"/>
                    <a:pt x="36" y="28"/>
                  </a:cubicBezTo>
                  <a:cubicBezTo>
                    <a:pt x="31" y="31"/>
                    <a:pt x="27" y="33"/>
                    <a:pt x="25" y="33"/>
                  </a:cubicBezTo>
                  <a:cubicBezTo>
                    <a:pt x="25" y="33"/>
                    <a:pt x="25" y="33"/>
                    <a:pt x="24" y="33"/>
                  </a:cubicBezTo>
                  <a:cubicBezTo>
                    <a:pt x="24" y="33"/>
                    <a:pt x="23" y="32"/>
                    <a:pt x="22" y="32"/>
                  </a:cubicBezTo>
                  <a:cubicBezTo>
                    <a:pt x="21" y="32"/>
                    <a:pt x="19" y="33"/>
                    <a:pt x="18" y="34"/>
                  </a:cubicBezTo>
                  <a:cubicBezTo>
                    <a:pt x="16" y="35"/>
                    <a:pt x="15" y="36"/>
                    <a:pt x="15" y="38"/>
                  </a:cubicBezTo>
                  <a:cubicBezTo>
                    <a:pt x="15" y="41"/>
                    <a:pt x="17" y="43"/>
                    <a:pt x="20" y="43"/>
                  </a:cubicBezTo>
                  <a:cubicBezTo>
                    <a:pt x="23" y="44"/>
                    <a:pt x="27" y="48"/>
                    <a:pt x="33" y="52"/>
                  </a:cubicBezTo>
                  <a:cubicBezTo>
                    <a:pt x="33" y="53"/>
                    <a:pt x="36" y="55"/>
                    <a:pt x="40" y="58"/>
                  </a:cubicBezTo>
                  <a:cubicBezTo>
                    <a:pt x="44" y="61"/>
                    <a:pt x="47" y="64"/>
                    <a:pt x="49" y="65"/>
                  </a:cubicBezTo>
                  <a:cubicBezTo>
                    <a:pt x="52" y="67"/>
                    <a:pt x="54" y="68"/>
                    <a:pt x="55" y="68"/>
                  </a:cubicBezTo>
                  <a:cubicBezTo>
                    <a:pt x="57" y="68"/>
                    <a:pt x="58" y="67"/>
                    <a:pt x="59" y="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221"/>
            <p:cNvSpPr>
              <a:spLocks noEditPoints="1"/>
            </p:cNvSpPr>
            <p:nvPr/>
          </p:nvSpPr>
          <p:spPr bwMode="auto">
            <a:xfrm>
              <a:off x="7726363" y="6000750"/>
              <a:ext cx="65088" cy="80963"/>
            </a:xfrm>
            <a:custGeom>
              <a:avLst/>
              <a:gdLst>
                <a:gd name="T0" fmla="*/ 13 w 43"/>
                <a:gd name="T1" fmla="*/ 35 h 53"/>
                <a:gd name="T2" fmla="*/ 32 w 43"/>
                <a:gd name="T3" fmla="*/ 26 h 53"/>
                <a:gd name="T4" fmla="*/ 40 w 43"/>
                <a:gd name="T5" fmla="*/ 10 h 53"/>
                <a:gd name="T6" fmla="*/ 37 w 43"/>
                <a:gd name="T7" fmla="*/ 3 h 53"/>
                <a:gd name="T8" fmla="*/ 28 w 43"/>
                <a:gd name="T9" fmla="*/ 0 h 53"/>
                <a:gd name="T10" fmla="*/ 9 w 43"/>
                <a:gd name="T11" fmla="*/ 11 h 53"/>
                <a:gd name="T12" fmla="*/ 0 w 43"/>
                <a:gd name="T13" fmla="*/ 35 h 53"/>
                <a:gd name="T14" fmla="*/ 5 w 43"/>
                <a:gd name="T15" fmla="*/ 48 h 53"/>
                <a:gd name="T16" fmla="*/ 17 w 43"/>
                <a:gd name="T17" fmla="*/ 53 h 53"/>
                <a:gd name="T18" fmla="*/ 35 w 43"/>
                <a:gd name="T19" fmla="*/ 46 h 53"/>
                <a:gd name="T20" fmla="*/ 43 w 43"/>
                <a:gd name="T21" fmla="*/ 35 h 53"/>
                <a:gd name="T22" fmla="*/ 40 w 43"/>
                <a:gd name="T23" fmla="*/ 32 h 53"/>
                <a:gd name="T24" fmla="*/ 36 w 43"/>
                <a:gd name="T25" fmla="*/ 34 h 53"/>
                <a:gd name="T26" fmla="*/ 18 w 43"/>
                <a:gd name="T27" fmla="*/ 43 h 53"/>
                <a:gd name="T28" fmla="*/ 13 w 43"/>
                <a:gd name="T29" fmla="*/ 41 h 53"/>
                <a:gd name="T30" fmla="*/ 11 w 43"/>
                <a:gd name="T31" fmla="*/ 37 h 53"/>
                <a:gd name="T32" fmla="*/ 13 w 43"/>
                <a:gd name="T33" fmla="*/ 35 h 53"/>
                <a:gd name="T34" fmla="*/ 18 w 43"/>
                <a:gd name="T35" fmla="*/ 15 h 53"/>
                <a:gd name="T36" fmla="*/ 27 w 43"/>
                <a:gd name="T37" fmla="*/ 9 h 53"/>
                <a:gd name="T38" fmla="*/ 29 w 43"/>
                <a:gd name="T39" fmla="*/ 10 h 53"/>
                <a:gd name="T40" fmla="*/ 30 w 43"/>
                <a:gd name="T41" fmla="*/ 12 h 53"/>
                <a:gd name="T42" fmla="*/ 25 w 43"/>
                <a:gd name="T43" fmla="*/ 21 h 53"/>
                <a:gd name="T44" fmla="*/ 12 w 43"/>
                <a:gd name="T45" fmla="*/ 27 h 53"/>
                <a:gd name="T46" fmla="*/ 18 w 43"/>
                <a:gd name="T47" fmla="*/ 15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3" h="53">
                  <a:moveTo>
                    <a:pt x="13" y="35"/>
                  </a:moveTo>
                  <a:cubicBezTo>
                    <a:pt x="20" y="34"/>
                    <a:pt x="27" y="30"/>
                    <a:pt x="32" y="26"/>
                  </a:cubicBezTo>
                  <a:cubicBezTo>
                    <a:pt x="37" y="21"/>
                    <a:pt x="40" y="16"/>
                    <a:pt x="40" y="10"/>
                  </a:cubicBezTo>
                  <a:cubicBezTo>
                    <a:pt x="40" y="7"/>
                    <a:pt x="39" y="5"/>
                    <a:pt x="37" y="3"/>
                  </a:cubicBezTo>
                  <a:cubicBezTo>
                    <a:pt x="35" y="1"/>
                    <a:pt x="32" y="0"/>
                    <a:pt x="28" y="0"/>
                  </a:cubicBezTo>
                  <a:cubicBezTo>
                    <a:pt x="22" y="0"/>
                    <a:pt x="15" y="3"/>
                    <a:pt x="9" y="11"/>
                  </a:cubicBezTo>
                  <a:cubicBezTo>
                    <a:pt x="3" y="18"/>
                    <a:pt x="0" y="26"/>
                    <a:pt x="0" y="35"/>
                  </a:cubicBezTo>
                  <a:cubicBezTo>
                    <a:pt x="0" y="40"/>
                    <a:pt x="2" y="45"/>
                    <a:pt x="5" y="48"/>
                  </a:cubicBezTo>
                  <a:cubicBezTo>
                    <a:pt x="7" y="51"/>
                    <a:pt x="11" y="53"/>
                    <a:pt x="17" y="53"/>
                  </a:cubicBezTo>
                  <a:cubicBezTo>
                    <a:pt x="23" y="53"/>
                    <a:pt x="29" y="51"/>
                    <a:pt x="35" y="46"/>
                  </a:cubicBezTo>
                  <a:cubicBezTo>
                    <a:pt x="40" y="42"/>
                    <a:pt x="43" y="38"/>
                    <a:pt x="43" y="35"/>
                  </a:cubicBezTo>
                  <a:cubicBezTo>
                    <a:pt x="43" y="33"/>
                    <a:pt x="42" y="32"/>
                    <a:pt x="40" y="32"/>
                  </a:cubicBezTo>
                  <a:cubicBezTo>
                    <a:pt x="39" y="32"/>
                    <a:pt x="38" y="33"/>
                    <a:pt x="36" y="34"/>
                  </a:cubicBezTo>
                  <a:cubicBezTo>
                    <a:pt x="30" y="40"/>
                    <a:pt x="24" y="43"/>
                    <a:pt x="18" y="43"/>
                  </a:cubicBezTo>
                  <a:cubicBezTo>
                    <a:pt x="16" y="43"/>
                    <a:pt x="14" y="43"/>
                    <a:pt x="13" y="41"/>
                  </a:cubicBezTo>
                  <a:cubicBezTo>
                    <a:pt x="12" y="40"/>
                    <a:pt x="11" y="39"/>
                    <a:pt x="11" y="37"/>
                  </a:cubicBezTo>
                  <a:cubicBezTo>
                    <a:pt x="11" y="36"/>
                    <a:pt x="12" y="36"/>
                    <a:pt x="13" y="35"/>
                  </a:cubicBezTo>
                  <a:close/>
                  <a:moveTo>
                    <a:pt x="18" y="15"/>
                  </a:moveTo>
                  <a:cubicBezTo>
                    <a:pt x="22" y="11"/>
                    <a:pt x="25" y="9"/>
                    <a:pt x="27" y="9"/>
                  </a:cubicBezTo>
                  <a:cubicBezTo>
                    <a:pt x="28" y="9"/>
                    <a:pt x="29" y="9"/>
                    <a:pt x="29" y="10"/>
                  </a:cubicBezTo>
                  <a:cubicBezTo>
                    <a:pt x="30" y="10"/>
                    <a:pt x="30" y="11"/>
                    <a:pt x="30" y="12"/>
                  </a:cubicBezTo>
                  <a:cubicBezTo>
                    <a:pt x="30" y="15"/>
                    <a:pt x="28" y="18"/>
                    <a:pt x="25" y="21"/>
                  </a:cubicBezTo>
                  <a:cubicBezTo>
                    <a:pt x="21" y="24"/>
                    <a:pt x="17" y="26"/>
                    <a:pt x="12" y="27"/>
                  </a:cubicBezTo>
                  <a:cubicBezTo>
                    <a:pt x="13" y="23"/>
                    <a:pt x="15" y="18"/>
                    <a:pt x="18"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222"/>
            <p:cNvSpPr>
              <a:spLocks/>
            </p:cNvSpPr>
            <p:nvPr/>
          </p:nvSpPr>
          <p:spPr bwMode="auto">
            <a:xfrm>
              <a:off x="7805738" y="5961063"/>
              <a:ext cx="30163" cy="122238"/>
            </a:xfrm>
            <a:custGeom>
              <a:avLst/>
              <a:gdLst>
                <a:gd name="T0" fmla="*/ 10 w 20"/>
                <a:gd name="T1" fmla="*/ 4 h 80"/>
                <a:gd name="T2" fmla="*/ 3 w 20"/>
                <a:gd name="T3" fmla="*/ 29 h 80"/>
                <a:gd name="T4" fmla="*/ 0 w 20"/>
                <a:gd name="T5" fmla="*/ 67 h 80"/>
                <a:gd name="T6" fmla="*/ 1 w 20"/>
                <a:gd name="T7" fmla="*/ 77 h 80"/>
                <a:gd name="T8" fmla="*/ 5 w 20"/>
                <a:gd name="T9" fmla="*/ 80 h 80"/>
                <a:gd name="T10" fmla="*/ 10 w 20"/>
                <a:gd name="T11" fmla="*/ 78 h 80"/>
                <a:gd name="T12" fmla="*/ 12 w 20"/>
                <a:gd name="T13" fmla="*/ 74 h 80"/>
                <a:gd name="T14" fmla="*/ 12 w 20"/>
                <a:gd name="T15" fmla="*/ 71 h 80"/>
                <a:gd name="T16" fmla="*/ 11 w 20"/>
                <a:gd name="T17" fmla="*/ 57 h 80"/>
                <a:gd name="T18" fmla="*/ 12 w 20"/>
                <a:gd name="T19" fmla="*/ 42 h 80"/>
                <a:gd name="T20" fmla="*/ 15 w 20"/>
                <a:gd name="T21" fmla="*/ 24 h 80"/>
                <a:gd name="T22" fmla="*/ 19 w 20"/>
                <a:gd name="T23" fmla="*/ 10 h 80"/>
                <a:gd name="T24" fmla="*/ 20 w 20"/>
                <a:gd name="T25" fmla="*/ 5 h 80"/>
                <a:gd name="T26" fmla="*/ 15 w 20"/>
                <a:gd name="T27" fmla="*/ 0 h 80"/>
                <a:gd name="T28" fmla="*/ 10 w 20"/>
                <a:gd name="T29" fmla="*/ 4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80">
                  <a:moveTo>
                    <a:pt x="10" y="4"/>
                  </a:moveTo>
                  <a:cubicBezTo>
                    <a:pt x="8" y="6"/>
                    <a:pt x="6" y="15"/>
                    <a:pt x="3" y="29"/>
                  </a:cubicBezTo>
                  <a:cubicBezTo>
                    <a:pt x="1" y="44"/>
                    <a:pt x="0" y="56"/>
                    <a:pt x="0" y="67"/>
                  </a:cubicBezTo>
                  <a:cubicBezTo>
                    <a:pt x="0" y="72"/>
                    <a:pt x="0" y="75"/>
                    <a:pt x="1" y="77"/>
                  </a:cubicBezTo>
                  <a:cubicBezTo>
                    <a:pt x="2" y="79"/>
                    <a:pt x="3" y="80"/>
                    <a:pt x="5" y="80"/>
                  </a:cubicBezTo>
                  <a:cubicBezTo>
                    <a:pt x="7" y="80"/>
                    <a:pt x="9" y="80"/>
                    <a:pt x="10" y="78"/>
                  </a:cubicBezTo>
                  <a:cubicBezTo>
                    <a:pt x="11" y="77"/>
                    <a:pt x="12" y="75"/>
                    <a:pt x="12" y="74"/>
                  </a:cubicBezTo>
                  <a:cubicBezTo>
                    <a:pt x="12" y="73"/>
                    <a:pt x="12" y="72"/>
                    <a:pt x="12" y="71"/>
                  </a:cubicBezTo>
                  <a:cubicBezTo>
                    <a:pt x="11" y="66"/>
                    <a:pt x="11" y="61"/>
                    <a:pt x="11" y="57"/>
                  </a:cubicBezTo>
                  <a:cubicBezTo>
                    <a:pt x="11" y="54"/>
                    <a:pt x="11" y="49"/>
                    <a:pt x="12" y="42"/>
                  </a:cubicBezTo>
                  <a:cubicBezTo>
                    <a:pt x="13" y="36"/>
                    <a:pt x="14" y="30"/>
                    <a:pt x="15" y="24"/>
                  </a:cubicBezTo>
                  <a:cubicBezTo>
                    <a:pt x="17" y="17"/>
                    <a:pt x="19" y="12"/>
                    <a:pt x="19" y="10"/>
                  </a:cubicBezTo>
                  <a:cubicBezTo>
                    <a:pt x="20" y="8"/>
                    <a:pt x="20" y="7"/>
                    <a:pt x="20" y="5"/>
                  </a:cubicBezTo>
                  <a:cubicBezTo>
                    <a:pt x="20" y="1"/>
                    <a:pt x="18" y="0"/>
                    <a:pt x="15" y="0"/>
                  </a:cubicBezTo>
                  <a:cubicBezTo>
                    <a:pt x="13" y="0"/>
                    <a:pt x="11" y="1"/>
                    <a:pt x="1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Freeform 223"/>
            <p:cNvSpPr>
              <a:spLocks noEditPoints="1"/>
            </p:cNvSpPr>
            <p:nvPr/>
          </p:nvSpPr>
          <p:spPr bwMode="auto">
            <a:xfrm>
              <a:off x="7840663" y="6000750"/>
              <a:ext cx="73025" cy="80963"/>
            </a:xfrm>
            <a:custGeom>
              <a:avLst/>
              <a:gdLst>
                <a:gd name="T0" fmla="*/ 33 w 48"/>
                <a:gd name="T1" fmla="*/ 35 h 53"/>
                <a:gd name="T2" fmla="*/ 41 w 48"/>
                <a:gd name="T3" fmla="*/ 53 h 53"/>
                <a:gd name="T4" fmla="*/ 45 w 48"/>
                <a:gd name="T5" fmla="*/ 51 h 53"/>
                <a:gd name="T6" fmla="*/ 48 w 48"/>
                <a:gd name="T7" fmla="*/ 47 h 53"/>
                <a:gd name="T8" fmla="*/ 46 w 48"/>
                <a:gd name="T9" fmla="*/ 45 h 53"/>
                <a:gd name="T10" fmla="*/ 44 w 48"/>
                <a:gd name="T11" fmla="*/ 43 h 53"/>
                <a:gd name="T12" fmla="*/ 43 w 48"/>
                <a:gd name="T13" fmla="*/ 40 h 53"/>
                <a:gd name="T14" fmla="*/ 42 w 48"/>
                <a:gd name="T15" fmla="*/ 32 h 53"/>
                <a:gd name="T16" fmla="*/ 44 w 48"/>
                <a:gd name="T17" fmla="*/ 17 h 53"/>
                <a:gd name="T18" fmla="*/ 45 w 48"/>
                <a:gd name="T19" fmla="*/ 10 h 53"/>
                <a:gd name="T20" fmla="*/ 39 w 48"/>
                <a:gd name="T21" fmla="*/ 6 h 53"/>
                <a:gd name="T22" fmla="*/ 32 w 48"/>
                <a:gd name="T23" fmla="*/ 0 h 53"/>
                <a:gd name="T24" fmla="*/ 10 w 48"/>
                <a:gd name="T25" fmla="*/ 14 h 53"/>
                <a:gd name="T26" fmla="*/ 0 w 48"/>
                <a:gd name="T27" fmla="*/ 40 h 53"/>
                <a:gd name="T28" fmla="*/ 3 w 48"/>
                <a:gd name="T29" fmla="*/ 48 h 53"/>
                <a:gd name="T30" fmla="*/ 10 w 48"/>
                <a:gd name="T31" fmla="*/ 51 h 53"/>
                <a:gd name="T32" fmla="*/ 33 w 48"/>
                <a:gd name="T33" fmla="*/ 35 h 53"/>
                <a:gd name="T34" fmla="*/ 18 w 48"/>
                <a:gd name="T35" fmla="*/ 20 h 53"/>
                <a:gd name="T36" fmla="*/ 30 w 48"/>
                <a:gd name="T37" fmla="*/ 10 h 53"/>
                <a:gd name="T38" fmla="*/ 32 w 48"/>
                <a:gd name="T39" fmla="*/ 12 h 53"/>
                <a:gd name="T40" fmla="*/ 33 w 48"/>
                <a:gd name="T41" fmla="*/ 15 h 53"/>
                <a:gd name="T42" fmla="*/ 26 w 48"/>
                <a:gd name="T43" fmla="*/ 32 h 53"/>
                <a:gd name="T44" fmla="*/ 12 w 48"/>
                <a:gd name="T45" fmla="*/ 41 h 53"/>
                <a:gd name="T46" fmla="*/ 11 w 48"/>
                <a:gd name="T47" fmla="*/ 38 h 53"/>
                <a:gd name="T48" fmla="*/ 18 w 48"/>
                <a:gd name="T49" fmla="*/ 2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8" h="53">
                  <a:moveTo>
                    <a:pt x="33" y="35"/>
                  </a:moveTo>
                  <a:cubicBezTo>
                    <a:pt x="32" y="47"/>
                    <a:pt x="35" y="53"/>
                    <a:pt x="41" y="53"/>
                  </a:cubicBezTo>
                  <a:cubicBezTo>
                    <a:pt x="42" y="53"/>
                    <a:pt x="44" y="52"/>
                    <a:pt x="45" y="51"/>
                  </a:cubicBezTo>
                  <a:cubicBezTo>
                    <a:pt x="47" y="50"/>
                    <a:pt x="48" y="49"/>
                    <a:pt x="48" y="47"/>
                  </a:cubicBezTo>
                  <a:cubicBezTo>
                    <a:pt x="48" y="46"/>
                    <a:pt x="47" y="45"/>
                    <a:pt x="46" y="45"/>
                  </a:cubicBezTo>
                  <a:cubicBezTo>
                    <a:pt x="45" y="44"/>
                    <a:pt x="44" y="44"/>
                    <a:pt x="44" y="43"/>
                  </a:cubicBezTo>
                  <a:cubicBezTo>
                    <a:pt x="44" y="43"/>
                    <a:pt x="43" y="42"/>
                    <a:pt x="43" y="40"/>
                  </a:cubicBezTo>
                  <a:cubicBezTo>
                    <a:pt x="42" y="39"/>
                    <a:pt x="42" y="36"/>
                    <a:pt x="42" y="32"/>
                  </a:cubicBezTo>
                  <a:cubicBezTo>
                    <a:pt x="42" y="28"/>
                    <a:pt x="42" y="23"/>
                    <a:pt x="44" y="17"/>
                  </a:cubicBezTo>
                  <a:cubicBezTo>
                    <a:pt x="44" y="14"/>
                    <a:pt x="45" y="11"/>
                    <a:pt x="45" y="10"/>
                  </a:cubicBezTo>
                  <a:cubicBezTo>
                    <a:pt x="45" y="7"/>
                    <a:pt x="43" y="6"/>
                    <a:pt x="39" y="6"/>
                  </a:cubicBezTo>
                  <a:cubicBezTo>
                    <a:pt x="38" y="2"/>
                    <a:pt x="36" y="0"/>
                    <a:pt x="32" y="0"/>
                  </a:cubicBezTo>
                  <a:cubicBezTo>
                    <a:pt x="25" y="0"/>
                    <a:pt x="18" y="5"/>
                    <a:pt x="10" y="14"/>
                  </a:cubicBezTo>
                  <a:cubicBezTo>
                    <a:pt x="3" y="23"/>
                    <a:pt x="0" y="32"/>
                    <a:pt x="0" y="40"/>
                  </a:cubicBezTo>
                  <a:cubicBezTo>
                    <a:pt x="0" y="43"/>
                    <a:pt x="1" y="46"/>
                    <a:pt x="3" y="48"/>
                  </a:cubicBezTo>
                  <a:cubicBezTo>
                    <a:pt x="5" y="50"/>
                    <a:pt x="7" y="51"/>
                    <a:pt x="10" y="51"/>
                  </a:cubicBezTo>
                  <a:cubicBezTo>
                    <a:pt x="17" y="51"/>
                    <a:pt x="25" y="46"/>
                    <a:pt x="33" y="35"/>
                  </a:cubicBezTo>
                  <a:close/>
                  <a:moveTo>
                    <a:pt x="18" y="20"/>
                  </a:moveTo>
                  <a:cubicBezTo>
                    <a:pt x="23" y="14"/>
                    <a:pt x="27" y="10"/>
                    <a:pt x="30" y="10"/>
                  </a:cubicBezTo>
                  <a:cubicBezTo>
                    <a:pt x="31" y="10"/>
                    <a:pt x="32" y="11"/>
                    <a:pt x="32" y="12"/>
                  </a:cubicBezTo>
                  <a:cubicBezTo>
                    <a:pt x="33" y="12"/>
                    <a:pt x="33" y="14"/>
                    <a:pt x="33" y="15"/>
                  </a:cubicBezTo>
                  <a:cubicBezTo>
                    <a:pt x="33" y="20"/>
                    <a:pt x="31" y="25"/>
                    <a:pt x="26" y="32"/>
                  </a:cubicBezTo>
                  <a:cubicBezTo>
                    <a:pt x="20" y="38"/>
                    <a:pt x="16" y="41"/>
                    <a:pt x="12" y="41"/>
                  </a:cubicBezTo>
                  <a:cubicBezTo>
                    <a:pt x="11" y="41"/>
                    <a:pt x="11" y="40"/>
                    <a:pt x="11" y="38"/>
                  </a:cubicBezTo>
                  <a:cubicBezTo>
                    <a:pt x="11" y="33"/>
                    <a:pt x="13" y="27"/>
                    <a:pt x="18"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224"/>
            <p:cNvSpPr>
              <a:spLocks/>
            </p:cNvSpPr>
            <p:nvPr/>
          </p:nvSpPr>
          <p:spPr bwMode="auto">
            <a:xfrm>
              <a:off x="7916863" y="5999163"/>
              <a:ext cx="79375" cy="87313"/>
            </a:xfrm>
            <a:custGeom>
              <a:avLst/>
              <a:gdLst>
                <a:gd name="T0" fmla="*/ 23 w 52"/>
                <a:gd name="T1" fmla="*/ 36 h 57"/>
                <a:gd name="T2" fmla="*/ 42 w 52"/>
                <a:gd name="T3" fmla="*/ 52 h 57"/>
                <a:gd name="T4" fmla="*/ 46 w 52"/>
                <a:gd name="T5" fmla="*/ 51 h 57"/>
                <a:gd name="T6" fmla="*/ 48 w 52"/>
                <a:gd name="T7" fmla="*/ 47 h 57"/>
                <a:gd name="T8" fmla="*/ 48 w 52"/>
                <a:gd name="T9" fmla="*/ 45 h 57"/>
                <a:gd name="T10" fmla="*/ 46 w 52"/>
                <a:gd name="T11" fmla="*/ 43 h 57"/>
                <a:gd name="T12" fmla="*/ 30 w 52"/>
                <a:gd name="T13" fmla="*/ 30 h 57"/>
                <a:gd name="T14" fmla="*/ 52 w 52"/>
                <a:gd name="T15" fmla="*/ 6 h 57"/>
                <a:gd name="T16" fmla="*/ 50 w 52"/>
                <a:gd name="T17" fmla="*/ 2 h 57"/>
                <a:gd name="T18" fmla="*/ 46 w 52"/>
                <a:gd name="T19" fmla="*/ 0 h 57"/>
                <a:gd name="T20" fmla="*/ 43 w 52"/>
                <a:gd name="T21" fmla="*/ 1 h 57"/>
                <a:gd name="T22" fmla="*/ 40 w 52"/>
                <a:gd name="T23" fmla="*/ 5 h 57"/>
                <a:gd name="T24" fmla="*/ 32 w 52"/>
                <a:gd name="T25" fmla="*/ 16 h 57"/>
                <a:gd name="T26" fmla="*/ 30 w 52"/>
                <a:gd name="T27" fmla="*/ 17 h 57"/>
                <a:gd name="T28" fmla="*/ 25 w 52"/>
                <a:gd name="T29" fmla="*/ 22 h 57"/>
                <a:gd name="T30" fmla="*/ 20 w 52"/>
                <a:gd name="T31" fmla="*/ 8 h 57"/>
                <a:gd name="T32" fmla="*/ 15 w 52"/>
                <a:gd name="T33" fmla="*/ 1 h 57"/>
                <a:gd name="T34" fmla="*/ 9 w 52"/>
                <a:gd name="T35" fmla="*/ 9 h 57"/>
                <a:gd name="T36" fmla="*/ 17 w 52"/>
                <a:gd name="T37" fmla="*/ 28 h 57"/>
                <a:gd name="T38" fmla="*/ 15 w 52"/>
                <a:gd name="T39" fmla="*/ 31 h 57"/>
                <a:gd name="T40" fmla="*/ 3 w 52"/>
                <a:gd name="T41" fmla="*/ 44 h 57"/>
                <a:gd name="T42" fmla="*/ 0 w 52"/>
                <a:gd name="T43" fmla="*/ 51 h 57"/>
                <a:gd name="T44" fmla="*/ 2 w 52"/>
                <a:gd name="T45" fmla="*/ 55 h 57"/>
                <a:gd name="T46" fmla="*/ 8 w 52"/>
                <a:gd name="T47" fmla="*/ 57 h 57"/>
                <a:gd name="T48" fmla="*/ 11 w 52"/>
                <a:gd name="T49" fmla="*/ 52 h 57"/>
                <a:gd name="T50" fmla="*/ 23 w 52"/>
                <a:gd name="T51" fmla="*/ 3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2" h="57">
                  <a:moveTo>
                    <a:pt x="23" y="36"/>
                  </a:moveTo>
                  <a:cubicBezTo>
                    <a:pt x="31" y="47"/>
                    <a:pt x="37" y="52"/>
                    <a:pt x="42" y="52"/>
                  </a:cubicBezTo>
                  <a:cubicBezTo>
                    <a:pt x="43" y="52"/>
                    <a:pt x="45" y="52"/>
                    <a:pt x="46" y="51"/>
                  </a:cubicBezTo>
                  <a:cubicBezTo>
                    <a:pt x="47" y="49"/>
                    <a:pt x="48" y="48"/>
                    <a:pt x="48" y="47"/>
                  </a:cubicBezTo>
                  <a:cubicBezTo>
                    <a:pt x="48" y="46"/>
                    <a:pt x="48" y="45"/>
                    <a:pt x="48" y="45"/>
                  </a:cubicBezTo>
                  <a:cubicBezTo>
                    <a:pt x="47" y="44"/>
                    <a:pt x="46" y="44"/>
                    <a:pt x="46" y="43"/>
                  </a:cubicBezTo>
                  <a:cubicBezTo>
                    <a:pt x="40" y="40"/>
                    <a:pt x="35" y="36"/>
                    <a:pt x="30" y="30"/>
                  </a:cubicBezTo>
                  <a:cubicBezTo>
                    <a:pt x="44" y="17"/>
                    <a:pt x="52" y="9"/>
                    <a:pt x="52" y="6"/>
                  </a:cubicBezTo>
                  <a:cubicBezTo>
                    <a:pt x="52" y="4"/>
                    <a:pt x="51" y="3"/>
                    <a:pt x="50" y="2"/>
                  </a:cubicBezTo>
                  <a:cubicBezTo>
                    <a:pt x="49" y="1"/>
                    <a:pt x="47" y="0"/>
                    <a:pt x="46" y="0"/>
                  </a:cubicBezTo>
                  <a:cubicBezTo>
                    <a:pt x="44" y="0"/>
                    <a:pt x="43" y="0"/>
                    <a:pt x="43" y="1"/>
                  </a:cubicBezTo>
                  <a:cubicBezTo>
                    <a:pt x="42" y="2"/>
                    <a:pt x="41" y="3"/>
                    <a:pt x="40" y="5"/>
                  </a:cubicBezTo>
                  <a:cubicBezTo>
                    <a:pt x="38" y="8"/>
                    <a:pt x="36" y="12"/>
                    <a:pt x="32" y="16"/>
                  </a:cubicBezTo>
                  <a:cubicBezTo>
                    <a:pt x="31" y="16"/>
                    <a:pt x="31" y="17"/>
                    <a:pt x="30" y="17"/>
                  </a:cubicBezTo>
                  <a:cubicBezTo>
                    <a:pt x="28" y="19"/>
                    <a:pt x="27" y="21"/>
                    <a:pt x="25" y="22"/>
                  </a:cubicBezTo>
                  <a:cubicBezTo>
                    <a:pt x="22" y="17"/>
                    <a:pt x="20" y="12"/>
                    <a:pt x="20" y="8"/>
                  </a:cubicBezTo>
                  <a:cubicBezTo>
                    <a:pt x="20" y="3"/>
                    <a:pt x="18" y="1"/>
                    <a:pt x="15" y="1"/>
                  </a:cubicBezTo>
                  <a:cubicBezTo>
                    <a:pt x="11" y="1"/>
                    <a:pt x="9" y="4"/>
                    <a:pt x="9" y="9"/>
                  </a:cubicBezTo>
                  <a:cubicBezTo>
                    <a:pt x="9" y="13"/>
                    <a:pt x="11" y="20"/>
                    <a:pt x="17" y="28"/>
                  </a:cubicBezTo>
                  <a:cubicBezTo>
                    <a:pt x="17" y="29"/>
                    <a:pt x="16" y="30"/>
                    <a:pt x="15" y="31"/>
                  </a:cubicBezTo>
                  <a:cubicBezTo>
                    <a:pt x="8" y="37"/>
                    <a:pt x="4" y="41"/>
                    <a:pt x="3" y="44"/>
                  </a:cubicBezTo>
                  <a:cubicBezTo>
                    <a:pt x="1" y="47"/>
                    <a:pt x="0" y="49"/>
                    <a:pt x="0" y="51"/>
                  </a:cubicBezTo>
                  <a:cubicBezTo>
                    <a:pt x="0" y="53"/>
                    <a:pt x="1" y="55"/>
                    <a:pt x="2" y="55"/>
                  </a:cubicBezTo>
                  <a:cubicBezTo>
                    <a:pt x="3" y="56"/>
                    <a:pt x="5" y="57"/>
                    <a:pt x="8" y="57"/>
                  </a:cubicBezTo>
                  <a:cubicBezTo>
                    <a:pt x="9" y="56"/>
                    <a:pt x="10" y="54"/>
                    <a:pt x="11" y="52"/>
                  </a:cubicBezTo>
                  <a:cubicBezTo>
                    <a:pt x="13" y="46"/>
                    <a:pt x="17" y="41"/>
                    <a:pt x="23"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225"/>
            <p:cNvSpPr>
              <a:spLocks noEditPoints="1"/>
            </p:cNvSpPr>
            <p:nvPr/>
          </p:nvSpPr>
          <p:spPr bwMode="auto">
            <a:xfrm>
              <a:off x="8058150" y="6000750"/>
              <a:ext cx="73025" cy="80963"/>
            </a:xfrm>
            <a:custGeom>
              <a:avLst/>
              <a:gdLst>
                <a:gd name="T0" fmla="*/ 10 w 48"/>
                <a:gd name="T1" fmla="*/ 14 h 53"/>
                <a:gd name="T2" fmla="*/ 0 w 48"/>
                <a:gd name="T3" fmla="*/ 40 h 53"/>
                <a:gd name="T4" fmla="*/ 3 w 48"/>
                <a:gd name="T5" fmla="*/ 48 h 53"/>
                <a:gd name="T6" fmla="*/ 10 w 48"/>
                <a:gd name="T7" fmla="*/ 51 h 53"/>
                <a:gd name="T8" fmla="*/ 33 w 48"/>
                <a:gd name="T9" fmla="*/ 35 h 53"/>
                <a:gd name="T10" fmla="*/ 41 w 48"/>
                <a:gd name="T11" fmla="*/ 53 h 53"/>
                <a:gd name="T12" fmla="*/ 45 w 48"/>
                <a:gd name="T13" fmla="*/ 51 h 53"/>
                <a:gd name="T14" fmla="*/ 48 w 48"/>
                <a:gd name="T15" fmla="*/ 47 h 53"/>
                <a:gd name="T16" fmla="*/ 46 w 48"/>
                <a:gd name="T17" fmla="*/ 45 h 53"/>
                <a:gd name="T18" fmla="*/ 44 w 48"/>
                <a:gd name="T19" fmla="*/ 43 h 53"/>
                <a:gd name="T20" fmla="*/ 43 w 48"/>
                <a:gd name="T21" fmla="*/ 40 h 53"/>
                <a:gd name="T22" fmla="*/ 42 w 48"/>
                <a:gd name="T23" fmla="*/ 32 h 53"/>
                <a:gd name="T24" fmla="*/ 44 w 48"/>
                <a:gd name="T25" fmla="*/ 17 h 53"/>
                <a:gd name="T26" fmla="*/ 45 w 48"/>
                <a:gd name="T27" fmla="*/ 10 h 53"/>
                <a:gd name="T28" fmla="*/ 39 w 48"/>
                <a:gd name="T29" fmla="*/ 6 h 53"/>
                <a:gd name="T30" fmla="*/ 32 w 48"/>
                <a:gd name="T31" fmla="*/ 0 h 53"/>
                <a:gd name="T32" fmla="*/ 10 w 48"/>
                <a:gd name="T33" fmla="*/ 14 h 53"/>
                <a:gd name="T34" fmla="*/ 30 w 48"/>
                <a:gd name="T35" fmla="*/ 10 h 53"/>
                <a:gd name="T36" fmla="*/ 32 w 48"/>
                <a:gd name="T37" fmla="*/ 12 h 53"/>
                <a:gd name="T38" fmla="*/ 33 w 48"/>
                <a:gd name="T39" fmla="*/ 15 h 53"/>
                <a:gd name="T40" fmla="*/ 26 w 48"/>
                <a:gd name="T41" fmla="*/ 32 h 53"/>
                <a:gd name="T42" fmla="*/ 12 w 48"/>
                <a:gd name="T43" fmla="*/ 41 h 53"/>
                <a:gd name="T44" fmla="*/ 11 w 48"/>
                <a:gd name="T45" fmla="*/ 38 h 53"/>
                <a:gd name="T46" fmla="*/ 18 w 48"/>
                <a:gd name="T47" fmla="*/ 20 h 53"/>
                <a:gd name="T48" fmla="*/ 30 w 48"/>
                <a:gd name="T49" fmla="*/ 1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8" h="53">
                  <a:moveTo>
                    <a:pt x="10" y="14"/>
                  </a:moveTo>
                  <a:cubicBezTo>
                    <a:pt x="3" y="23"/>
                    <a:pt x="0" y="32"/>
                    <a:pt x="0" y="40"/>
                  </a:cubicBezTo>
                  <a:cubicBezTo>
                    <a:pt x="0" y="43"/>
                    <a:pt x="1" y="46"/>
                    <a:pt x="3" y="48"/>
                  </a:cubicBezTo>
                  <a:cubicBezTo>
                    <a:pt x="5" y="50"/>
                    <a:pt x="7" y="51"/>
                    <a:pt x="10" y="51"/>
                  </a:cubicBezTo>
                  <a:cubicBezTo>
                    <a:pt x="17" y="51"/>
                    <a:pt x="25" y="46"/>
                    <a:pt x="33" y="35"/>
                  </a:cubicBezTo>
                  <a:cubicBezTo>
                    <a:pt x="32" y="47"/>
                    <a:pt x="35" y="53"/>
                    <a:pt x="41" y="53"/>
                  </a:cubicBezTo>
                  <a:cubicBezTo>
                    <a:pt x="42" y="53"/>
                    <a:pt x="44" y="52"/>
                    <a:pt x="45" y="51"/>
                  </a:cubicBezTo>
                  <a:cubicBezTo>
                    <a:pt x="47" y="50"/>
                    <a:pt x="48" y="49"/>
                    <a:pt x="48" y="47"/>
                  </a:cubicBezTo>
                  <a:cubicBezTo>
                    <a:pt x="48" y="46"/>
                    <a:pt x="47" y="45"/>
                    <a:pt x="46" y="45"/>
                  </a:cubicBezTo>
                  <a:cubicBezTo>
                    <a:pt x="45" y="44"/>
                    <a:pt x="44" y="44"/>
                    <a:pt x="44" y="43"/>
                  </a:cubicBezTo>
                  <a:cubicBezTo>
                    <a:pt x="44" y="43"/>
                    <a:pt x="43" y="42"/>
                    <a:pt x="43" y="40"/>
                  </a:cubicBezTo>
                  <a:cubicBezTo>
                    <a:pt x="42" y="39"/>
                    <a:pt x="42" y="36"/>
                    <a:pt x="42" y="32"/>
                  </a:cubicBezTo>
                  <a:cubicBezTo>
                    <a:pt x="42" y="28"/>
                    <a:pt x="42" y="23"/>
                    <a:pt x="44" y="17"/>
                  </a:cubicBezTo>
                  <a:cubicBezTo>
                    <a:pt x="44" y="14"/>
                    <a:pt x="45" y="11"/>
                    <a:pt x="45" y="10"/>
                  </a:cubicBezTo>
                  <a:cubicBezTo>
                    <a:pt x="45" y="7"/>
                    <a:pt x="43" y="6"/>
                    <a:pt x="39" y="6"/>
                  </a:cubicBezTo>
                  <a:cubicBezTo>
                    <a:pt x="38" y="2"/>
                    <a:pt x="36" y="0"/>
                    <a:pt x="32" y="0"/>
                  </a:cubicBezTo>
                  <a:cubicBezTo>
                    <a:pt x="25" y="0"/>
                    <a:pt x="18" y="5"/>
                    <a:pt x="10" y="14"/>
                  </a:cubicBezTo>
                  <a:close/>
                  <a:moveTo>
                    <a:pt x="30" y="10"/>
                  </a:moveTo>
                  <a:cubicBezTo>
                    <a:pt x="31" y="10"/>
                    <a:pt x="32" y="11"/>
                    <a:pt x="32" y="12"/>
                  </a:cubicBezTo>
                  <a:cubicBezTo>
                    <a:pt x="33" y="12"/>
                    <a:pt x="33" y="14"/>
                    <a:pt x="33" y="15"/>
                  </a:cubicBezTo>
                  <a:cubicBezTo>
                    <a:pt x="33" y="20"/>
                    <a:pt x="31" y="25"/>
                    <a:pt x="26" y="32"/>
                  </a:cubicBezTo>
                  <a:cubicBezTo>
                    <a:pt x="20" y="38"/>
                    <a:pt x="16" y="41"/>
                    <a:pt x="12" y="41"/>
                  </a:cubicBezTo>
                  <a:cubicBezTo>
                    <a:pt x="11" y="41"/>
                    <a:pt x="11" y="40"/>
                    <a:pt x="11" y="38"/>
                  </a:cubicBezTo>
                  <a:cubicBezTo>
                    <a:pt x="11" y="33"/>
                    <a:pt x="13" y="27"/>
                    <a:pt x="18" y="20"/>
                  </a:cubicBezTo>
                  <a:cubicBezTo>
                    <a:pt x="23" y="14"/>
                    <a:pt x="27" y="10"/>
                    <a:pt x="30"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226"/>
            <p:cNvSpPr>
              <a:spLocks/>
            </p:cNvSpPr>
            <p:nvPr/>
          </p:nvSpPr>
          <p:spPr bwMode="auto">
            <a:xfrm>
              <a:off x="8142288" y="6007100"/>
              <a:ext cx="87313" cy="71438"/>
            </a:xfrm>
            <a:custGeom>
              <a:avLst/>
              <a:gdLst>
                <a:gd name="T0" fmla="*/ 58 w 58"/>
                <a:gd name="T1" fmla="*/ 37 h 47"/>
                <a:gd name="T2" fmla="*/ 55 w 58"/>
                <a:gd name="T3" fmla="*/ 35 h 47"/>
                <a:gd name="T4" fmla="*/ 53 w 58"/>
                <a:gd name="T5" fmla="*/ 35 h 47"/>
                <a:gd name="T6" fmla="*/ 50 w 58"/>
                <a:gd name="T7" fmla="*/ 36 h 47"/>
                <a:gd name="T8" fmla="*/ 46 w 58"/>
                <a:gd name="T9" fmla="*/ 19 h 47"/>
                <a:gd name="T10" fmla="*/ 34 w 58"/>
                <a:gd name="T11" fmla="*/ 2 h 47"/>
                <a:gd name="T12" fmla="*/ 12 w 58"/>
                <a:gd name="T13" fmla="*/ 25 h 47"/>
                <a:gd name="T14" fmla="*/ 14 w 58"/>
                <a:gd name="T15" fmla="*/ 8 h 47"/>
                <a:gd name="T16" fmla="*/ 13 w 58"/>
                <a:gd name="T17" fmla="*/ 1 h 47"/>
                <a:gd name="T18" fmla="*/ 9 w 58"/>
                <a:gd name="T19" fmla="*/ 0 h 47"/>
                <a:gd name="T20" fmla="*/ 5 w 58"/>
                <a:gd name="T21" fmla="*/ 2 h 47"/>
                <a:gd name="T22" fmla="*/ 3 w 58"/>
                <a:gd name="T23" fmla="*/ 7 h 47"/>
                <a:gd name="T24" fmla="*/ 1 w 58"/>
                <a:gd name="T25" fmla="*/ 31 h 47"/>
                <a:gd name="T26" fmla="*/ 0 w 58"/>
                <a:gd name="T27" fmla="*/ 41 h 47"/>
                <a:gd name="T28" fmla="*/ 7 w 58"/>
                <a:gd name="T29" fmla="*/ 47 h 47"/>
                <a:gd name="T30" fmla="*/ 9 w 58"/>
                <a:gd name="T31" fmla="*/ 46 h 47"/>
                <a:gd name="T32" fmla="*/ 11 w 58"/>
                <a:gd name="T33" fmla="*/ 43 h 47"/>
                <a:gd name="T34" fmla="*/ 20 w 58"/>
                <a:gd name="T35" fmla="*/ 25 h 47"/>
                <a:gd name="T36" fmla="*/ 32 w 58"/>
                <a:gd name="T37" fmla="*/ 13 h 47"/>
                <a:gd name="T38" fmla="*/ 36 w 58"/>
                <a:gd name="T39" fmla="*/ 25 h 47"/>
                <a:gd name="T40" fmla="*/ 39 w 58"/>
                <a:gd name="T41" fmla="*/ 40 h 47"/>
                <a:gd name="T42" fmla="*/ 39 w 58"/>
                <a:gd name="T43" fmla="*/ 40 h 47"/>
                <a:gd name="T44" fmla="*/ 47 w 58"/>
                <a:gd name="T45" fmla="*/ 45 h 47"/>
                <a:gd name="T46" fmla="*/ 55 w 58"/>
                <a:gd name="T47" fmla="*/ 42 h 47"/>
                <a:gd name="T48" fmla="*/ 58 w 58"/>
                <a:gd name="T49" fmla="*/ 3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8" h="47">
                  <a:moveTo>
                    <a:pt x="58" y="37"/>
                  </a:moveTo>
                  <a:cubicBezTo>
                    <a:pt x="58" y="35"/>
                    <a:pt x="57" y="35"/>
                    <a:pt x="55" y="35"/>
                  </a:cubicBezTo>
                  <a:cubicBezTo>
                    <a:pt x="55" y="35"/>
                    <a:pt x="54" y="35"/>
                    <a:pt x="53" y="35"/>
                  </a:cubicBezTo>
                  <a:cubicBezTo>
                    <a:pt x="52" y="35"/>
                    <a:pt x="51" y="36"/>
                    <a:pt x="50" y="36"/>
                  </a:cubicBezTo>
                  <a:cubicBezTo>
                    <a:pt x="49" y="36"/>
                    <a:pt x="47" y="30"/>
                    <a:pt x="46" y="19"/>
                  </a:cubicBezTo>
                  <a:cubicBezTo>
                    <a:pt x="45" y="8"/>
                    <a:pt x="41" y="2"/>
                    <a:pt x="34" y="2"/>
                  </a:cubicBezTo>
                  <a:cubicBezTo>
                    <a:pt x="26" y="2"/>
                    <a:pt x="18" y="10"/>
                    <a:pt x="12" y="25"/>
                  </a:cubicBezTo>
                  <a:cubicBezTo>
                    <a:pt x="13" y="17"/>
                    <a:pt x="14" y="11"/>
                    <a:pt x="14" y="8"/>
                  </a:cubicBezTo>
                  <a:cubicBezTo>
                    <a:pt x="14" y="5"/>
                    <a:pt x="14" y="2"/>
                    <a:pt x="13" y="1"/>
                  </a:cubicBezTo>
                  <a:cubicBezTo>
                    <a:pt x="12" y="0"/>
                    <a:pt x="11" y="0"/>
                    <a:pt x="9" y="0"/>
                  </a:cubicBezTo>
                  <a:cubicBezTo>
                    <a:pt x="7" y="0"/>
                    <a:pt x="6" y="1"/>
                    <a:pt x="5" y="2"/>
                  </a:cubicBezTo>
                  <a:cubicBezTo>
                    <a:pt x="4" y="4"/>
                    <a:pt x="3" y="6"/>
                    <a:pt x="3" y="7"/>
                  </a:cubicBezTo>
                  <a:cubicBezTo>
                    <a:pt x="3" y="17"/>
                    <a:pt x="2" y="25"/>
                    <a:pt x="1" y="31"/>
                  </a:cubicBezTo>
                  <a:cubicBezTo>
                    <a:pt x="0" y="36"/>
                    <a:pt x="0" y="39"/>
                    <a:pt x="0" y="41"/>
                  </a:cubicBezTo>
                  <a:cubicBezTo>
                    <a:pt x="0" y="45"/>
                    <a:pt x="2" y="47"/>
                    <a:pt x="7" y="47"/>
                  </a:cubicBezTo>
                  <a:cubicBezTo>
                    <a:pt x="8" y="47"/>
                    <a:pt x="8" y="47"/>
                    <a:pt x="9" y="46"/>
                  </a:cubicBezTo>
                  <a:cubicBezTo>
                    <a:pt x="10" y="45"/>
                    <a:pt x="10" y="44"/>
                    <a:pt x="11" y="43"/>
                  </a:cubicBezTo>
                  <a:cubicBezTo>
                    <a:pt x="12" y="39"/>
                    <a:pt x="15" y="33"/>
                    <a:pt x="20" y="25"/>
                  </a:cubicBezTo>
                  <a:cubicBezTo>
                    <a:pt x="26" y="17"/>
                    <a:pt x="30" y="13"/>
                    <a:pt x="32" y="13"/>
                  </a:cubicBezTo>
                  <a:cubicBezTo>
                    <a:pt x="34" y="13"/>
                    <a:pt x="36" y="17"/>
                    <a:pt x="36" y="25"/>
                  </a:cubicBezTo>
                  <a:cubicBezTo>
                    <a:pt x="37" y="32"/>
                    <a:pt x="38" y="37"/>
                    <a:pt x="39" y="40"/>
                  </a:cubicBezTo>
                  <a:cubicBezTo>
                    <a:pt x="39" y="40"/>
                    <a:pt x="39" y="40"/>
                    <a:pt x="39" y="40"/>
                  </a:cubicBezTo>
                  <a:cubicBezTo>
                    <a:pt x="41" y="43"/>
                    <a:pt x="43" y="45"/>
                    <a:pt x="47" y="45"/>
                  </a:cubicBezTo>
                  <a:cubicBezTo>
                    <a:pt x="50" y="45"/>
                    <a:pt x="53" y="44"/>
                    <a:pt x="55" y="42"/>
                  </a:cubicBezTo>
                  <a:cubicBezTo>
                    <a:pt x="57" y="40"/>
                    <a:pt x="58" y="39"/>
                    <a:pt x="58"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227"/>
            <p:cNvSpPr>
              <a:spLocks noEditPoints="1"/>
            </p:cNvSpPr>
            <p:nvPr/>
          </p:nvSpPr>
          <p:spPr bwMode="auto">
            <a:xfrm>
              <a:off x="8234363" y="5961063"/>
              <a:ext cx="85725" cy="119063"/>
            </a:xfrm>
            <a:custGeom>
              <a:avLst/>
              <a:gdLst>
                <a:gd name="T0" fmla="*/ 53 w 56"/>
                <a:gd name="T1" fmla="*/ 66 h 78"/>
                <a:gd name="T2" fmla="*/ 51 w 56"/>
                <a:gd name="T3" fmla="*/ 67 h 78"/>
                <a:gd name="T4" fmla="*/ 47 w 56"/>
                <a:gd name="T5" fmla="*/ 68 h 78"/>
                <a:gd name="T6" fmla="*/ 43 w 56"/>
                <a:gd name="T7" fmla="*/ 60 h 78"/>
                <a:gd name="T8" fmla="*/ 46 w 56"/>
                <a:gd name="T9" fmla="*/ 38 h 78"/>
                <a:gd name="T10" fmla="*/ 52 w 56"/>
                <a:gd name="T11" fmla="*/ 14 h 78"/>
                <a:gd name="T12" fmla="*/ 54 w 56"/>
                <a:gd name="T13" fmla="*/ 6 h 78"/>
                <a:gd name="T14" fmla="*/ 53 w 56"/>
                <a:gd name="T15" fmla="*/ 2 h 78"/>
                <a:gd name="T16" fmla="*/ 50 w 56"/>
                <a:gd name="T17" fmla="*/ 0 h 78"/>
                <a:gd name="T18" fmla="*/ 46 w 56"/>
                <a:gd name="T19" fmla="*/ 1 h 78"/>
                <a:gd name="T20" fmla="*/ 44 w 56"/>
                <a:gd name="T21" fmla="*/ 4 h 78"/>
                <a:gd name="T22" fmla="*/ 41 w 56"/>
                <a:gd name="T23" fmla="*/ 14 h 78"/>
                <a:gd name="T24" fmla="*/ 37 w 56"/>
                <a:gd name="T25" fmla="*/ 32 h 78"/>
                <a:gd name="T26" fmla="*/ 29 w 56"/>
                <a:gd name="T27" fmla="*/ 29 h 78"/>
                <a:gd name="T28" fmla="*/ 9 w 56"/>
                <a:gd name="T29" fmla="*/ 41 h 78"/>
                <a:gd name="T30" fmla="*/ 0 w 56"/>
                <a:gd name="T31" fmla="*/ 65 h 78"/>
                <a:gd name="T32" fmla="*/ 3 w 56"/>
                <a:gd name="T33" fmla="*/ 74 h 78"/>
                <a:gd name="T34" fmla="*/ 10 w 56"/>
                <a:gd name="T35" fmla="*/ 78 h 78"/>
                <a:gd name="T36" fmla="*/ 34 w 56"/>
                <a:gd name="T37" fmla="*/ 61 h 78"/>
                <a:gd name="T38" fmla="*/ 36 w 56"/>
                <a:gd name="T39" fmla="*/ 73 h 78"/>
                <a:gd name="T40" fmla="*/ 43 w 56"/>
                <a:gd name="T41" fmla="*/ 78 h 78"/>
                <a:gd name="T42" fmla="*/ 51 w 56"/>
                <a:gd name="T43" fmla="*/ 75 h 78"/>
                <a:gd name="T44" fmla="*/ 56 w 56"/>
                <a:gd name="T45" fmla="*/ 68 h 78"/>
                <a:gd name="T46" fmla="*/ 53 w 56"/>
                <a:gd name="T47" fmla="*/ 66 h 78"/>
                <a:gd name="T48" fmla="*/ 27 w 56"/>
                <a:gd name="T49" fmla="*/ 58 h 78"/>
                <a:gd name="T50" fmla="*/ 13 w 56"/>
                <a:gd name="T51" fmla="*/ 68 h 78"/>
                <a:gd name="T52" fmla="*/ 10 w 56"/>
                <a:gd name="T53" fmla="*/ 64 h 78"/>
                <a:gd name="T54" fmla="*/ 17 w 56"/>
                <a:gd name="T55" fmla="*/ 47 h 78"/>
                <a:gd name="T56" fmla="*/ 29 w 56"/>
                <a:gd name="T57" fmla="*/ 38 h 78"/>
                <a:gd name="T58" fmla="*/ 33 w 56"/>
                <a:gd name="T59" fmla="*/ 40 h 78"/>
                <a:gd name="T60" fmla="*/ 34 w 56"/>
                <a:gd name="T61" fmla="*/ 43 h 78"/>
                <a:gd name="T62" fmla="*/ 27 w 56"/>
                <a:gd name="T63" fmla="*/ 5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6" h="78">
                  <a:moveTo>
                    <a:pt x="53" y="66"/>
                  </a:moveTo>
                  <a:cubicBezTo>
                    <a:pt x="53" y="66"/>
                    <a:pt x="52" y="66"/>
                    <a:pt x="51" y="67"/>
                  </a:cubicBezTo>
                  <a:cubicBezTo>
                    <a:pt x="49" y="67"/>
                    <a:pt x="48" y="68"/>
                    <a:pt x="47" y="68"/>
                  </a:cubicBezTo>
                  <a:cubicBezTo>
                    <a:pt x="45" y="68"/>
                    <a:pt x="43" y="65"/>
                    <a:pt x="43" y="60"/>
                  </a:cubicBezTo>
                  <a:cubicBezTo>
                    <a:pt x="43" y="54"/>
                    <a:pt x="44" y="47"/>
                    <a:pt x="46" y="38"/>
                  </a:cubicBezTo>
                  <a:cubicBezTo>
                    <a:pt x="48" y="28"/>
                    <a:pt x="50" y="20"/>
                    <a:pt x="52" y="14"/>
                  </a:cubicBezTo>
                  <a:cubicBezTo>
                    <a:pt x="54" y="10"/>
                    <a:pt x="54" y="7"/>
                    <a:pt x="54" y="6"/>
                  </a:cubicBezTo>
                  <a:cubicBezTo>
                    <a:pt x="54" y="4"/>
                    <a:pt x="54" y="3"/>
                    <a:pt x="53" y="2"/>
                  </a:cubicBezTo>
                  <a:cubicBezTo>
                    <a:pt x="52" y="0"/>
                    <a:pt x="51" y="0"/>
                    <a:pt x="50" y="0"/>
                  </a:cubicBezTo>
                  <a:cubicBezTo>
                    <a:pt x="49" y="0"/>
                    <a:pt x="48" y="0"/>
                    <a:pt x="46" y="1"/>
                  </a:cubicBezTo>
                  <a:cubicBezTo>
                    <a:pt x="45" y="2"/>
                    <a:pt x="44" y="3"/>
                    <a:pt x="44" y="4"/>
                  </a:cubicBezTo>
                  <a:cubicBezTo>
                    <a:pt x="43" y="6"/>
                    <a:pt x="42" y="9"/>
                    <a:pt x="41" y="14"/>
                  </a:cubicBezTo>
                  <a:cubicBezTo>
                    <a:pt x="41" y="16"/>
                    <a:pt x="39" y="22"/>
                    <a:pt x="37" y="32"/>
                  </a:cubicBezTo>
                  <a:cubicBezTo>
                    <a:pt x="36" y="30"/>
                    <a:pt x="33" y="29"/>
                    <a:pt x="29" y="29"/>
                  </a:cubicBezTo>
                  <a:cubicBezTo>
                    <a:pt x="22" y="29"/>
                    <a:pt x="16" y="33"/>
                    <a:pt x="9" y="41"/>
                  </a:cubicBezTo>
                  <a:cubicBezTo>
                    <a:pt x="3" y="49"/>
                    <a:pt x="0" y="57"/>
                    <a:pt x="0" y="65"/>
                  </a:cubicBezTo>
                  <a:cubicBezTo>
                    <a:pt x="0" y="69"/>
                    <a:pt x="1" y="72"/>
                    <a:pt x="3" y="74"/>
                  </a:cubicBezTo>
                  <a:cubicBezTo>
                    <a:pt x="5" y="77"/>
                    <a:pt x="7" y="78"/>
                    <a:pt x="10" y="78"/>
                  </a:cubicBezTo>
                  <a:cubicBezTo>
                    <a:pt x="18" y="78"/>
                    <a:pt x="26" y="73"/>
                    <a:pt x="34" y="61"/>
                  </a:cubicBezTo>
                  <a:cubicBezTo>
                    <a:pt x="34" y="66"/>
                    <a:pt x="34" y="70"/>
                    <a:pt x="36" y="73"/>
                  </a:cubicBezTo>
                  <a:cubicBezTo>
                    <a:pt x="37" y="76"/>
                    <a:pt x="40" y="78"/>
                    <a:pt x="43" y="78"/>
                  </a:cubicBezTo>
                  <a:cubicBezTo>
                    <a:pt x="45" y="78"/>
                    <a:pt x="48" y="77"/>
                    <a:pt x="51" y="75"/>
                  </a:cubicBezTo>
                  <a:cubicBezTo>
                    <a:pt x="54" y="73"/>
                    <a:pt x="56" y="70"/>
                    <a:pt x="56" y="68"/>
                  </a:cubicBezTo>
                  <a:cubicBezTo>
                    <a:pt x="56" y="67"/>
                    <a:pt x="55" y="66"/>
                    <a:pt x="53" y="66"/>
                  </a:cubicBezTo>
                  <a:close/>
                  <a:moveTo>
                    <a:pt x="27" y="58"/>
                  </a:moveTo>
                  <a:cubicBezTo>
                    <a:pt x="21" y="65"/>
                    <a:pt x="17" y="68"/>
                    <a:pt x="13" y="68"/>
                  </a:cubicBezTo>
                  <a:cubicBezTo>
                    <a:pt x="11" y="68"/>
                    <a:pt x="10" y="67"/>
                    <a:pt x="10" y="64"/>
                  </a:cubicBezTo>
                  <a:cubicBezTo>
                    <a:pt x="10" y="59"/>
                    <a:pt x="12" y="53"/>
                    <a:pt x="17" y="47"/>
                  </a:cubicBezTo>
                  <a:cubicBezTo>
                    <a:pt x="21" y="41"/>
                    <a:pt x="25" y="38"/>
                    <a:pt x="29" y="38"/>
                  </a:cubicBezTo>
                  <a:cubicBezTo>
                    <a:pt x="31" y="38"/>
                    <a:pt x="32" y="39"/>
                    <a:pt x="33" y="40"/>
                  </a:cubicBezTo>
                  <a:cubicBezTo>
                    <a:pt x="34" y="41"/>
                    <a:pt x="34" y="42"/>
                    <a:pt x="34" y="43"/>
                  </a:cubicBezTo>
                  <a:cubicBezTo>
                    <a:pt x="34" y="47"/>
                    <a:pt x="32" y="52"/>
                    <a:pt x="27"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228"/>
            <p:cNvSpPr>
              <a:spLocks noEditPoints="1"/>
            </p:cNvSpPr>
            <p:nvPr/>
          </p:nvSpPr>
          <p:spPr bwMode="auto">
            <a:xfrm>
              <a:off x="7624763" y="6127750"/>
              <a:ext cx="71438" cy="122238"/>
            </a:xfrm>
            <a:custGeom>
              <a:avLst/>
              <a:gdLst>
                <a:gd name="T0" fmla="*/ 37 w 47"/>
                <a:gd name="T1" fmla="*/ 29 h 80"/>
                <a:gd name="T2" fmla="*/ 25 w 47"/>
                <a:gd name="T3" fmla="*/ 34 h 80"/>
                <a:gd name="T4" fmla="*/ 13 w 47"/>
                <a:gd name="T5" fmla="*/ 46 h 80"/>
                <a:gd name="T6" fmla="*/ 18 w 47"/>
                <a:gd name="T7" fmla="*/ 25 h 80"/>
                <a:gd name="T8" fmla="*/ 21 w 47"/>
                <a:gd name="T9" fmla="*/ 6 h 80"/>
                <a:gd name="T10" fmla="*/ 18 w 47"/>
                <a:gd name="T11" fmla="*/ 0 h 80"/>
                <a:gd name="T12" fmla="*/ 11 w 47"/>
                <a:gd name="T13" fmla="*/ 4 h 80"/>
                <a:gd name="T14" fmla="*/ 5 w 47"/>
                <a:gd name="T15" fmla="*/ 35 h 80"/>
                <a:gd name="T16" fmla="*/ 1 w 47"/>
                <a:gd name="T17" fmla="*/ 54 h 80"/>
                <a:gd name="T18" fmla="*/ 0 w 47"/>
                <a:gd name="T19" fmla="*/ 66 h 80"/>
                <a:gd name="T20" fmla="*/ 1 w 47"/>
                <a:gd name="T21" fmla="*/ 70 h 80"/>
                <a:gd name="T22" fmla="*/ 2 w 47"/>
                <a:gd name="T23" fmla="*/ 71 h 80"/>
                <a:gd name="T24" fmla="*/ 3 w 47"/>
                <a:gd name="T25" fmla="*/ 73 h 80"/>
                <a:gd name="T26" fmla="*/ 7 w 47"/>
                <a:gd name="T27" fmla="*/ 78 h 80"/>
                <a:gd name="T28" fmla="*/ 13 w 47"/>
                <a:gd name="T29" fmla="*/ 80 h 80"/>
                <a:gd name="T30" fmla="*/ 36 w 47"/>
                <a:gd name="T31" fmla="*/ 68 h 80"/>
                <a:gd name="T32" fmla="*/ 47 w 47"/>
                <a:gd name="T33" fmla="*/ 42 h 80"/>
                <a:gd name="T34" fmla="*/ 44 w 47"/>
                <a:gd name="T35" fmla="*/ 33 h 80"/>
                <a:gd name="T36" fmla="*/ 37 w 47"/>
                <a:gd name="T37" fmla="*/ 29 h 80"/>
                <a:gd name="T38" fmla="*/ 33 w 47"/>
                <a:gd name="T39" fmla="*/ 56 h 80"/>
                <a:gd name="T40" fmla="*/ 24 w 47"/>
                <a:gd name="T41" fmla="*/ 67 h 80"/>
                <a:gd name="T42" fmla="*/ 14 w 47"/>
                <a:gd name="T43" fmla="*/ 71 h 80"/>
                <a:gd name="T44" fmla="*/ 10 w 47"/>
                <a:gd name="T45" fmla="*/ 68 h 80"/>
                <a:gd name="T46" fmla="*/ 19 w 47"/>
                <a:gd name="T47" fmla="*/ 50 h 80"/>
                <a:gd name="T48" fmla="*/ 35 w 47"/>
                <a:gd name="T49" fmla="*/ 40 h 80"/>
                <a:gd name="T50" fmla="*/ 37 w 47"/>
                <a:gd name="T51" fmla="*/ 44 h 80"/>
                <a:gd name="T52" fmla="*/ 33 w 47"/>
                <a:gd name="T53" fmla="*/ 56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7" h="80">
                  <a:moveTo>
                    <a:pt x="37" y="29"/>
                  </a:moveTo>
                  <a:cubicBezTo>
                    <a:pt x="34" y="29"/>
                    <a:pt x="30" y="31"/>
                    <a:pt x="25" y="34"/>
                  </a:cubicBezTo>
                  <a:cubicBezTo>
                    <a:pt x="21" y="37"/>
                    <a:pt x="17" y="41"/>
                    <a:pt x="13" y="46"/>
                  </a:cubicBezTo>
                  <a:cubicBezTo>
                    <a:pt x="15" y="37"/>
                    <a:pt x="16" y="30"/>
                    <a:pt x="18" y="25"/>
                  </a:cubicBezTo>
                  <a:cubicBezTo>
                    <a:pt x="20" y="15"/>
                    <a:pt x="21" y="9"/>
                    <a:pt x="21" y="6"/>
                  </a:cubicBezTo>
                  <a:cubicBezTo>
                    <a:pt x="21" y="2"/>
                    <a:pt x="20" y="0"/>
                    <a:pt x="18" y="0"/>
                  </a:cubicBezTo>
                  <a:cubicBezTo>
                    <a:pt x="14" y="0"/>
                    <a:pt x="12" y="1"/>
                    <a:pt x="11" y="4"/>
                  </a:cubicBezTo>
                  <a:cubicBezTo>
                    <a:pt x="10" y="8"/>
                    <a:pt x="7" y="18"/>
                    <a:pt x="5" y="35"/>
                  </a:cubicBezTo>
                  <a:cubicBezTo>
                    <a:pt x="1" y="54"/>
                    <a:pt x="1" y="54"/>
                    <a:pt x="1" y="54"/>
                  </a:cubicBezTo>
                  <a:cubicBezTo>
                    <a:pt x="1" y="60"/>
                    <a:pt x="0" y="64"/>
                    <a:pt x="0" y="66"/>
                  </a:cubicBezTo>
                  <a:cubicBezTo>
                    <a:pt x="0" y="68"/>
                    <a:pt x="1" y="69"/>
                    <a:pt x="1" y="70"/>
                  </a:cubicBezTo>
                  <a:cubicBezTo>
                    <a:pt x="2" y="70"/>
                    <a:pt x="2" y="71"/>
                    <a:pt x="2" y="71"/>
                  </a:cubicBezTo>
                  <a:cubicBezTo>
                    <a:pt x="3" y="71"/>
                    <a:pt x="3" y="72"/>
                    <a:pt x="3" y="73"/>
                  </a:cubicBezTo>
                  <a:cubicBezTo>
                    <a:pt x="3" y="75"/>
                    <a:pt x="5" y="77"/>
                    <a:pt x="7" y="78"/>
                  </a:cubicBezTo>
                  <a:cubicBezTo>
                    <a:pt x="9" y="80"/>
                    <a:pt x="11" y="80"/>
                    <a:pt x="13" y="80"/>
                  </a:cubicBezTo>
                  <a:cubicBezTo>
                    <a:pt x="22" y="80"/>
                    <a:pt x="29" y="76"/>
                    <a:pt x="36" y="68"/>
                  </a:cubicBezTo>
                  <a:cubicBezTo>
                    <a:pt x="44" y="60"/>
                    <a:pt x="47" y="51"/>
                    <a:pt x="47" y="42"/>
                  </a:cubicBezTo>
                  <a:cubicBezTo>
                    <a:pt x="47" y="38"/>
                    <a:pt x="46" y="35"/>
                    <a:pt x="44" y="33"/>
                  </a:cubicBezTo>
                  <a:cubicBezTo>
                    <a:pt x="42" y="31"/>
                    <a:pt x="40" y="29"/>
                    <a:pt x="37" y="29"/>
                  </a:cubicBezTo>
                  <a:close/>
                  <a:moveTo>
                    <a:pt x="33" y="56"/>
                  </a:moveTo>
                  <a:cubicBezTo>
                    <a:pt x="30" y="61"/>
                    <a:pt x="27" y="64"/>
                    <a:pt x="24" y="67"/>
                  </a:cubicBezTo>
                  <a:cubicBezTo>
                    <a:pt x="20" y="70"/>
                    <a:pt x="17" y="71"/>
                    <a:pt x="14" y="71"/>
                  </a:cubicBezTo>
                  <a:cubicBezTo>
                    <a:pt x="13" y="71"/>
                    <a:pt x="11" y="70"/>
                    <a:pt x="10" y="68"/>
                  </a:cubicBezTo>
                  <a:cubicBezTo>
                    <a:pt x="10" y="63"/>
                    <a:pt x="13" y="57"/>
                    <a:pt x="19" y="50"/>
                  </a:cubicBezTo>
                  <a:cubicBezTo>
                    <a:pt x="25" y="43"/>
                    <a:pt x="30" y="40"/>
                    <a:pt x="35" y="40"/>
                  </a:cubicBezTo>
                  <a:cubicBezTo>
                    <a:pt x="36" y="40"/>
                    <a:pt x="37" y="41"/>
                    <a:pt x="37" y="44"/>
                  </a:cubicBezTo>
                  <a:cubicBezTo>
                    <a:pt x="37" y="47"/>
                    <a:pt x="35" y="51"/>
                    <a:pt x="33" y="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Freeform 229"/>
            <p:cNvSpPr>
              <a:spLocks/>
            </p:cNvSpPr>
            <p:nvPr/>
          </p:nvSpPr>
          <p:spPr bwMode="auto">
            <a:xfrm>
              <a:off x="7710488" y="6175375"/>
              <a:ext cx="68263" cy="77788"/>
            </a:xfrm>
            <a:custGeom>
              <a:avLst/>
              <a:gdLst>
                <a:gd name="T0" fmla="*/ 42 w 45"/>
                <a:gd name="T1" fmla="*/ 2 h 51"/>
                <a:gd name="T2" fmla="*/ 35 w 45"/>
                <a:gd name="T3" fmla="*/ 0 h 51"/>
                <a:gd name="T4" fmla="*/ 22 w 45"/>
                <a:gd name="T5" fmla="*/ 7 h 51"/>
                <a:gd name="T6" fmla="*/ 10 w 45"/>
                <a:gd name="T7" fmla="*/ 25 h 51"/>
                <a:gd name="T8" fmla="*/ 9 w 45"/>
                <a:gd name="T9" fmla="*/ 26 h 51"/>
                <a:gd name="T10" fmla="*/ 11 w 45"/>
                <a:gd name="T11" fmla="*/ 19 h 51"/>
                <a:gd name="T12" fmla="*/ 12 w 45"/>
                <a:gd name="T13" fmla="*/ 13 h 51"/>
                <a:gd name="T14" fmla="*/ 14 w 45"/>
                <a:gd name="T15" fmla="*/ 5 h 51"/>
                <a:gd name="T16" fmla="*/ 13 w 45"/>
                <a:gd name="T17" fmla="*/ 2 h 51"/>
                <a:gd name="T18" fmla="*/ 9 w 45"/>
                <a:gd name="T19" fmla="*/ 0 h 51"/>
                <a:gd name="T20" fmla="*/ 5 w 45"/>
                <a:gd name="T21" fmla="*/ 2 h 51"/>
                <a:gd name="T22" fmla="*/ 2 w 45"/>
                <a:gd name="T23" fmla="*/ 5 h 51"/>
                <a:gd name="T24" fmla="*/ 1 w 45"/>
                <a:gd name="T25" fmla="*/ 11 h 51"/>
                <a:gd name="T26" fmla="*/ 1 w 45"/>
                <a:gd name="T27" fmla="*/ 14 h 51"/>
                <a:gd name="T28" fmla="*/ 0 w 45"/>
                <a:gd name="T29" fmla="*/ 27 h 51"/>
                <a:gd name="T30" fmla="*/ 0 w 45"/>
                <a:gd name="T31" fmla="*/ 36 h 51"/>
                <a:gd name="T32" fmla="*/ 1 w 45"/>
                <a:gd name="T33" fmla="*/ 48 h 51"/>
                <a:gd name="T34" fmla="*/ 6 w 45"/>
                <a:gd name="T35" fmla="*/ 51 h 51"/>
                <a:gd name="T36" fmla="*/ 10 w 45"/>
                <a:gd name="T37" fmla="*/ 50 h 51"/>
                <a:gd name="T38" fmla="*/ 12 w 45"/>
                <a:gd name="T39" fmla="*/ 44 h 51"/>
                <a:gd name="T40" fmla="*/ 22 w 45"/>
                <a:gd name="T41" fmla="*/ 20 h 51"/>
                <a:gd name="T42" fmla="*/ 34 w 45"/>
                <a:gd name="T43" fmla="*/ 10 h 51"/>
                <a:gd name="T44" fmla="*/ 36 w 45"/>
                <a:gd name="T45" fmla="*/ 11 h 51"/>
                <a:gd name="T46" fmla="*/ 41 w 45"/>
                <a:gd name="T47" fmla="*/ 14 h 51"/>
                <a:gd name="T48" fmla="*/ 44 w 45"/>
                <a:gd name="T49" fmla="*/ 12 h 51"/>
                <a:gd name="T50" fmla="*/ 45 w 45"/>
                <a:gd name="T51" fmla="*/ 8 h 51"/>
                <a:gd name="T52" fmla="*/ 42 w 45"/>
                <a:gd name="T53" fmla="*/ 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5" h="51">
                  <a:moveTo>
                    <a:pt x="42" y="2"/>
                  </a:moveTo>
                  <a:cubicBezTo>
                    <a:pt x="40" y="1"/>
                    <a:pt x="38" y="0"/>
                    <a:pt x="35" y="0"/>
                  </a:cubicBezTo>
                  <a:cubicBezTo>
                    <a:pt x="31" y="0"/>
                    <a:pt x="26" y="2"/>
                    <a:pt x="22" y="7"/>
                  </a:cubicBezTo>
                  <a:cubicBezTo>
                    <a:pt x="18" y="11"/>
                    <a:pt x="14" y="17"/>
                    <a:pt x="10" y="25"/>
                  </a:cubicBezTo>
                  <a:cubicBezTo>
                    <a:pt x="9" y="26"/>
                    <a:pt x="9" y="26"/>
                    <a:pt x="9" y="26"/>
                  </a:cubicBezTo>
                  <a:cubicBezTo>
                    <a:pt x="11" y="19"/>
                    <a:pt x="11" y="19"/>
                    <a:pt x="11" y="19"/>
                  </a:cubicBezTo>
                  <a:cubicBezTo>
                    <a:pt x="11" y="17"/>
                    <a:pt x="11" y="15"/>
                    <a:pt x="12" y="13"/>
                  </a:cubicBezTo>
                  <a:cubicBezTo>
                    <a:pt x="13" y="9"/>
                    <a:pt x="14" y="6"/>
                    <a:pt x="14" y="5"/>
                  </a:cubicBezTo>
                  <a:cubicBezTo>
                    <a:pt x="14" y="3"/>
                    <a:pt x="13" y="2"/>
                    <a:pt x="13" y="2"/>
                  </a:cubicBezTo>
                  <a:cubicBezTo>
                    <a:pt x="12" y="1"/>
                    <a:pt x="11" y="0"/>
                    <a:pt x="9" y="0"/>
                  </a:cubicBezTo>
                  <a:cubicBezTo>
                    <a:pt x="7" y="0"/>
                    <a:pt x="6" y="1"/>
                    <a:pt x="5" y="2"/>
                  </a:cubicBezTo>
                  <a:cubicBezTo>
                    <a:pt x="3" y="3"/>
                    <a:pt x="3" y="4"/>
                    <a:pt x="2" y="5"/>
                  </a:cubicBezTo>
                  <a:cubicBezTo>
                    <a:pt x="2" y="6"/>
                    <a:pt x="2" y="8"/>
                    <a:pt x="1" y="11"/>
                  </a:cubicBezTo>
                  <a:cubicBezTo>
                    <a:pt x="1" y="12"/>
                    <a:pt x="1" y="13"/>
                    <a:pt x="1" y="14"/>
                  </a:cubicBezTo>
                  <a:cubicBezTo>
                    <a:pt x="0" y="19"/>
                    <a:pt x="0" y="23"/>
                    <a:pt x="0" y="27"/>
                  </a:cubicBezTo>
                  <a:cubicBezTo>
                    <a:pt x="0" y="31"/>
                    <a:pt x="0" y="34"/>
                    <a:pt x="0" y="36"/>
                  </a:cubicBezTo>
                  <a:cubicBezTo>
                    <a:pt x="0" y="41"/>
                    <a:pt x="0" y="45"/>
                    <a:pt x="1" y="48"/>
                  </a:cubicBezTo>
                  <a:cubicBezTo>
                    <a:pt x="2" y="50"/>
                    <a:pt x="3" y="51"/>
                    <a:pt x="6" y="51"/>
                  </a:cubicBezTo>
                  <a:cubicBezTo>
                    <a:pt x="8" y="51"/>
                    <a:pt x="9" y="51"/>
                    <a:pt x="10" y="50"/>
                  </a:cubicBezTo>
                  <a:cubicBezTo>
                    <a:pt x="11" y="49"/>
                    <a:pt x="12" y="47"/>
                    <a:pt x="12" y="44"/>
                  </a:cubicBezTo>
                  <a:cubicBezTo>
                    <a:pt x="14" y="35"/>
                    <a:pt x="17" y="28"/>
                    <a:pt x="22" y="20"/>
                  </a:cubicBezTo>
                  <a:cubicBezTo>
                    <a:pt x="27" y="13"/>
                    <a:pt x="31" y="10"/>
                    <a:pt x="34" y="10"/>
                  </a:cubicBezTo>
                  <a:cubicBezTo>
                    <a:pt x="34" y="10"/>
                    <a:pt x="35" y="10"/>
                    <a:pt x="36" y="11"/>
                  </a:cubicBezTo>
                  <a:cubicBezTo>
                    <a:pt x="38" y="13"/>
                    <a:pt x="39" y="14"/>
                    <a:pt x="41" y="14"/>
                  </a:cubicBezTo>
                  <a:cubicBezTo>
                    <a:pt x="42" y="14"/>
                    <a:pt x="43" y="13"/>
                    <a:pt x="44" y="12"/>
                  </a:cubicBezTo>
                  <a:cubicBezTo>
                    <a:pt x="45" y="11"/>
                    <a:pt x="45" y="10"/>
                    <a:pt x="45" y="8"/>
                  </a:cubicBezTo>
                  <a:cubicBezTo>
                    <a:pt x="45" y="6"/>
                    <a:pt x="44" y="4"/>
                    <a:pt x="4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230"/>
            <p:cNvSpPr>
              <a:spLocks noEditPoints="1"/>
            </p:cNvSpPr>
            <p:nvPr/>
          </p:nvSpPr>
          <p:spPr bwMode="auto">
            <a:xfrm>
              <a:off x="7777163" y="6170613"/>
              <a:ext cx="66675" cy="82550"/>
            </a:xfrm>
            <a:custGeom>
              <a:avLst/>
              <a:gdLst>
                <a:gd name="T0" fmla="*/ 40 w 43"/>
                <a:gd name="T1" fmla="*/ 33 h 54"/>
                <a:gd name="T2" fmla="*/ 37 w 43"/>
                <a:gd name="T3" fmla="*/ 35 h 54"/>
                <a:gd name="T4" fmla="*/ 18 w 43"/>
                <a:gd name="T5" fmla="*/ 44 h 54"/>
                <a:gd name="T6" fmla="*/ 13 w 43"/>
                <a:gd name="T7" fmla="*/ 42 h 54"/>
                <a:gd name="T8" fmla="*/ 11 w 43"/>
                <a:gd name="T9" fmla="*/ 38 h 54"/>
                <a:gd name="T10" fmla="*/ 13 w 43"/>
                <a:gd name="T11" fmla="*/ 36 h 54"/>
                <a:gd name="T12" fmla="*/ 32 w 43"/>
                <a:gd name="T13" fmla="*/ 26 h 54"/>
                <a:gd name="T14" fmla="*/ 40 w 43"/>
                <a:gd name="T15" fmla="*/ 11 h 54"/>
                <a:gd name="T16" fmla="*/ 37 w 43"/>
                <a:gd name="T17" fmla="*/ 4 h 54"/>
                <a:gd name="T18" fmla="*/ 28 w 43"/>
                <a:gd name="T19" fmla="*/ 0 h 54"/>
                <a:gd name="T20" fmla="*/ 9 w 43"/>
                <a:gd name="T21" fmla="*/ 12 h 54"/>
                <a:gd name="T22" fmla="*/ 0 w 43"/>
                <a:gd name="T23" fmla="*/ 36 h 54"/>
                <a:gd name="T24" fmla="*/ 5 w 43"/>
                <a:gd name="T25" fmla="*/ 49 h 54"/>
                <a:gd name="T26" fmla="*/ 17 w 43"/>
                <a:gd name="T27" fmla="*/ 54 h 54"/>
                <a:gd name="T28" fmla="*/ 35 w 43"/>
                <a:gd name="T29" fmla="*/ 47 h 54"/>
                <a:gd name="T30" fmla="*/ 43 w 43"/>
                <a:gd name="T31" fmla="*/ 36 h 54"/>
                <a:gd name="T32" fmla="*/ 40 w 43"/>
                <a:gd name="T33" fmla="*/ 33 h 54"/>
                <a:gd name="T34" fmla="*/ 18 w 43"/>
                <a:gd name="T35" fmla="*/ 16 h 54"/>
                <a:gd name="T36" fmla="*/ 27 w 43"/>
                <a:gd name="T37" fmla="*/ 10 h 54"/>
                <a:gd name="T38" fmla="*/ 29 w 43"/>
                <a:gd name="T39" fmla="*/ 11 h 54"/>
                <a:gd name="T40" fmla="*/ 30 w 43"/>
                <a:gd name="T41" fmla="*/ 13 h 54"/>
                <a:gd name="T42" fmla="*/ 25 w 43"/>
                <a:gd name="T43" fmla="*/ 22 h 54"/>
                <a:gd name="T44" fmla="*/ 12 w 43"/>
                <a:gd name="T45" fmla="*/ 28 h 54"/>
                <a:gd name="T46" fmla="*/ 18 w 43"/>
                <a:gd name="T47" fmla="*/ 1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3" h="54">
                  <a:moveTo>
                    <a:pt x="40" y="33"/>
                  </a:moveTo>
                  <a:cubicBezTo>
                    <a:pt x="39" y="33"/>
                    <a:pt x="38" y="34"/>
                    <a:pt x="37" y="35"/>
                  </a:cubicBezTo>
                  <a:cubicBezTo>
                    <a:pt x="31" y="41"/>
                    <a:pt x="24" y="44"/>
                    <a:pt x="18" y="44"/>
                  </a:cubicBezTo>
                  <a:cubicBezTo>
                    <a:pt x="16" y="44"/>
                    <a:pt x="15" y="44"/>
                    <a:pt x="13" y="42"/>
                  </a:cubicBezTo>
                  <a:cubicBezTo>
                    <a:pt x="12" y="41"/>
                    <a:pt x="11" y="40"/>
                    <a:pt x="11" y="38"/>
                  </a:cubicBezTo>
                  <a:cubicBezTo>
                    <a:pt x="11" y="37"/>
                    <a:pt x="12" y="37"/>
                    <a:pt x="13" y="36"/>
                  </a:cubicBezTo>
                  <a:cubicBezTo>
                    <a:pt x="21" y="35"/>
                    <a:pt x="27" y="31"/>
                    <a:pt x="32" y="26"/>
                  </a:cubicBezTo>
                  <a:cubicBezTo>
                    <a:pt x="37" y="22"/>
                    <a:pt x="40" y="17"/>
                    <a:pt x="40" y="11"/>
                  </a:cubicBezTo>
                  <a:cubicBezTo>
                    <a:pt x="40" y="8"/>
                    <a:pt x="39" y="6"/>
                    <a:pt x="37" y="4"/>
                  </a:cubicBezTo>
                  <a:cubicBezTo>
                    <a:pt x="35" y="2"/>
                    <a:pt x="32" y="0"/>
                    <a:pt x="28" y="0"/>
                  </a:cubicBezTo>
                  <a:cubicBezTo>
                    <a:pt x="22" y="0"/>
                    <a:pt x="15" y="4"/>
                    <a:pt x="9" y="12"/>
                  </a:cubicBezTo>
                  <a:cubicBezTo>
                    <a:pt x="3" y="19"/>
                    <a:pt x="0" y="27"/>
                    <a:pt x="0" y="36"/>
                  </a:cubicBezTo>
                  <a:cubicBezTo>
                    <a:pt x="0" y="41"/>
                    <a:pt x="2" y="46"/>
                    <a:pt x="5" y="49"/>
                  </a:cubicBezTo>
                  <a:cubicBezTo>
                    <a:pt x="8" y="52"/>
                    <a:pt x="12" y="54"/>
                    <a:pt x="17" y="54"/>
                  </a:cubicBezTo>
                  <a:cubicBezTo>
                    <a:pt x="23" y="54"/>
                    <a:pt x="29" y="52"/>
                    <a:pt x="35" y="47"/>
                  </a:cubicBezTo>
                  <a:cubicBezTo>
                    <a:pt x="40" y="43"/>
                    <a:pt x="43" y="39"/>
                    <a:pt x="43" y="36"/>
                  </a:cubicBezTo>
                  <a:cubicBezTo>
                    <a:pt x="43" y="34"/>
                    <a:pt x="42" y="33"/>
                    <a:pt x="40" y="33"/>
                  </a:cubicBezTo>
                  <a:close/>
                  <a:moveTo>
                    <a:pt x="18" y="16"/>
                  </a:moveTo>
                  <a:cubicBezTo>
                    <a:pt x="22" y="12"/>
                    <a:pt x="25" y="10"/>
                    <a:pt x="27" y="10"/>
                  </a:cubicBezTo>
                  <a:cubicBezTo>
                    <a:pt x="28" y="10"/>
                    <a:pt x="29" y="10"/>
                    <a:pt x="29" y="11"/>
                  </a:cubicBezTo>
                  <a:cubicBezTo>
                    <a:pt x="30" y="11"/>
                    <a:pt x="30" y="12"/>
                    <a:pt x="30" y="13"/>
                  </a:cubicBezTo>
                  <a:cubicBezTo>
                    <a:pt x="30" y="16"/>
                    <a:pt x="28" y="19"/>
                    <a:pt x="25" y="22"/>
                  </a:cubicBezTo>
                  <a:cubicBezTo>
                    <a:pt x="21" y="25"/>
                    <a:pt x="17" y="27"/>
                    <a:pt x="12" y="28"/>
                  </a:cubicBezTo>
                  <a:cubicBezTo>
                    <a:pt x="13" y="24"/>
                    <a:pt x="15" y="19"/>
                    <a:pt x="1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Freeform 231"/>
            <p:cNvSpPr>
              <a:spLocks noEditPoints="1"/>
            </p:cNvSpPr>
            <p:nvPr/>
          </p:nvSpPr>
          <p:spPr bwMode="auto">
            <a:xfrm>
              <a:off x="7851775" y="6172200"/>
              <a:ext cx="73025" cy="80963"/>
            </a:xfrm>
            <a:custGeom>
              <a:avLst/>
              <a:gdLst>
                <a:gd name="T0" fmla="*/ 47 w 48"/>
                <a:gd name="T1" fmla="*/ 45 h 53"/>
                <a:gd name="T2" fmla="*/ 44 w 48"/>
                <a:gd name="T3" fmla="*/ 43 h 53"/>
                <a:gd name="T4" fmla="*/ 43 w 48"/>
                <a:gd name="T5" fmla="*/ 40 h 53"/>
                <a:gd name="T6" fmla="*/ 42 w 48"/>
                <a:gd name="T7" fmla="*/ 32 h 53"/>
                <a:gd name="T8" fmla="*/ 44 w 48"/>
                <a:gd name="T9" fmla="*/ 17 h 53"/>
                <a:gd name="T10" fmla="*/ 45 w 48"/>
                <a:gd name="T11" fmla="*/ 10 h 53"/>
                <a:gd name="T12" fmla="*/ 40 w 48"/>
                <a:gd name="T13" fmla="*/ 6 h 53"/>
                <a:gd name="T14" fmla="*/ 33 w 48"/>
                <a:gd name="T15" fmla="*/ 0 h 53"/>
                <a:gd name="T16" fmla="*/ 11 w 48"/>
                <a:gd name="T17" fmla="*/ 14 h 53"/>
                <a:gd name="T18" fmla="*/ 0 w 48"/>
                <a:gd name="T19" fmla="*/ 40 h 53"/>
                <a:gd name="T20" fmla="*/ 3 w 48"/>
                <a:gd name="T21" fmla="*/ 48 h 53"/>
                <a:gd name="T22" fmla="*/ 10 w 48"/>
                <a:gd name="T23" fmla="*/ 51 h 53"/>
                <a:gd name="T24" fmla="*/ 33 w 48"/>
                <a:gd name="T25" fmla="*/ 35 h 53"/>
                <a:gd name="T26" fmla="*/ 41 w 48"/>
                <a:gd name="T27" fmla="*/ 53 h 53"/>
                <a:gd name="T28" fmla="*/ 46 w 48"/>
                <a:gd name="T29" fmla="*/ 51 h 53"/>
                <a:gd name="T30" fmla="*/ 48 w 48"/>
                <a:gd name="T31" fmla="*/ 47 h 53"/>
                <a:gd name="T32" fmla="*/ 47 w 48"/>
                <a:gd name="T33" fmla="*/ 45 h 53"/>
                <a:gd name="T34" fmla="*/ 26 w 48"/>
                <a:gd name="T35" fmla="*/ 32 h 53"/>
                <a:gd name="T36" fmla="*/ 13 w 48"/>
                <a:gd name="T37" fmla="*/ 41 h 53"/>
                <a:gd name="T38" fmla="*/ 11 w 48"/>
                <a:gd name="T39" fmla="*/ 38 h 53"/>
                <a:gd name="T40" fmla="*/ 19 w 48"/>
                <a:gd name="T41" fmla="*/ 20 h 53"/>
                <a:gd name="T42" fmla="*/ 31 w 48"/>
                <a:gd name="T43" fmla="*/ 10 h 53"/>
                <a:gd name="T44" fmla="*/ 33 w 48"/>
                <a:gd name="T45" fmla="*/ 11 h 53"/>
                <a:gd name="T46" fmla="*/ 34 w 48"/>
                <a:gd name="T47" fmla="*/ 15 h 53"/>
                <a:gd name="T48" fmla="*/ 26 w 48"/>
                <a:gd name="T49" fmla="*/ 3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8" h="53">
                  <a:moveTo>
                    <a:pt x="47" y="45"/>
                  </a:moveTo>
                  <a:cubicBezTo>
                    <a:pt x="45" y="44"/>
                    <a:pt x="45" y="44"/>
                    <a:pt x="44" y="43"/>
                  </a:cubicBezTo>
                  <a:cubicBezTo>
                    <a:pt x="44" y="43"/>
                    <a:pt x="44" y="42"/>
                    <a:pt x="43" y="40"/>
                  </a:cubicBezTo>
                  <a:cubicBezTo>
                    <a:pt x="43" y="39"/>
                    <a:pt x="42" y="36"/>
                    <a:pt x="42" y="32"/>
                  </a:cubicBezTo>
                  <a:cubicBezTo>
                    <a:pt x="42" y="28"/>
                    <a:pt x="43" y="23"/>
                    <a:pt x="44" y="17"/>
                  </a:cubicBezTo>
                  <a:cubicBezTo>
                    <a:pt x="45" y="14"/>
                    <a:pt x="45" y="11"/>
                    <a:pt x="45" y="10"/>
                  </a:cubicBezTo>
                  <a:cubicBezTo>
                    <a:pt x="45" y="7"/>
                    <a:pt x="43" y="6"/>
                    <a:pt x="40" y="6"/>
                  </a:cubicBezTo>
                  <a:cubicBezTo>
                    <a:pt x="39" y="2"/>
                    <a:pt x="36" y="0"/>
                    <a:pt x="33" y="0"/>
                  </a:cubicBezTo>
                  <a:cubicBezTo>
                    <a:pt x="25" y="0"/>
                    <a:pt x="18" y="5"/>
                    <a:pt x="11" y="14"/>
                  </a:cubicBezTo>
                  <a:cubicBezTo>
                    <a:pt x="4" y="23"/>
                    <a:pt x="0" y="32"/>
                    <a:pt x="0" y="40"/>
                  </a:cubicBezTo>
                  <a:cubicBezTo>
                    <a:pt x="0" y="43"/>
                    <a:pt x="1" y="46"/>
                    <a:pt x="3" y="48"/>
                  </a:cubicBezTo>
                  <a:cubicBezTo>
                    <a:pt x="5" y="50"/>
                    <a:pt x="8" y="51"/>
                    <a:pt x="10" y="51"/>
                  </a:cubicBezTo>
                  <a:cubicBezTo>
                    <a:pt x="18" y="51"/>
                    <a:pt x="25" y="46"/>
                    <a:pt x="33" y="35"/>
                  </a:cubicBezTo>
                  <a:cubicBezTo>
                    <a:pt x="33" y="47"/>
                    <a:pt x="35" y="53"/>
                    <a:pt x="41" y="53"/>
                  </a:cubicBezTo>
                  <a:cubicBezTo>
                    <a:pt x="43" y="53"/>
                    <a:pt x="44" y="52"/>
                    <a:pt x="46" y="51"/>
                  </a:cubicBezTo>
                  <a:cubicBezTo>
                    <a:pt x="48" y="50"/>
                    <a:pt x="48" y="49"/>
                    <a:pt x="48" y="47"/>
                  </a:cubicBezTo>
                  <a:cubicBezTo>
                    <a:pt x="48" y="46"/>
                    <a:pt x="48" y="45"/>
                    <a:pt x="47" y="45"/>
                  </a:cubicBezTo>
                  <a:close/>
                  <a:moveTo>
                    <a:pt x="26" y="32"/>
                  </a:moveTo>
                  <a:cubicBezTo>
                    <a:pt x="21" y="38"/>
                    <a:pt x="17" y="41"/>
                    <a:pt x="13" y="41"/>
                  </a:cubicBezTo>
                  <a:cubicBezTo>
                    <a:pt x="12" y="41"/>
                    <a:pt x="11" y="40"/>
                    <a:pt x="11" y="38"/>
                  </a:cubicBezTo>
                  <a:cubicBezTo>
                    <a:pt x="11" y="33"/>
                    <a:pt x="14" y="27"/>
                    <a:pt x="19" y="20"/>
                  </a:cubicBezTo>
                  <a:cubicBezTo>
                    <a:pt x="24" y="14"/>
                    <a:pt x="28" y="10"/>
                    <a:pt x="31" y="10"/>
                  </a:cubicBezTo>
                  <a:cubicBezTo>
                    <a:pt x="32" y="10"/>
                    <a:pt x="32" y="11"/>
                    <a:pt x="33" y="11"/>
                  </a:cubicBezTo>
                  <a:cubicBezTo>
                    <a:pt x="34" y="12"/>
                    <a:pt x="34" y="14"/>
                    <a:pt x="34" y="15"/>
                  </a:cubicBezTo>
                  <a:cubicBezTo>
                    <a:pt x="34" y="20"/>
                    <a:pt x="31" y="25"/>
                    <a:pt x="26"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232"/>
            <p:cNvSpPr>
              <a:spLocks/>
            </p:cNvSpPr>
            <p:nvPr/>
          </p:nvSpPr>
          <p:spPr bwMode="auto">
            <a:xfrm>
              <a:off x="7932738" y="6148388"/>
              <a:ext cx="68263" cy="104775"/>
            </a:xfrm>
            <a:custGeom>
              <a:avLst/>
              <a:gdLst>
                <a:gd name="T0" fmla="*/ 41 w 45"/>
                <a:gd name="T1" fmla="*/ 17 h 68"/>
                <a:gd name="T2" fmla="*/ 25 w 45"/>
                <a:gd name="T3" fmla="*/ 19 h 68"/>
                <a:gd name="T4" fmla="*/ 29 w 45"/>
                <a:gd name="T5" fmla="*/ 5 h 68"/>
                <a:gd name="T6" fmla="*/ 28 w 45"/>
                <a:gd name="T7" fmla="*/ 1 h 68"/>
                <a:gd name="T8" fmla="*/ 24 w 45"/>
                <a:gd name="T9" fmla="*/ 0 h 68"/>
                <a:gd name="T10" fmla="*/ 18 w 45"/>
                <a:gd name="T11" fmla="*/ 5 h 68"/>
                <a:gd name="T12" fmla="*/ 14 w 45"/>
                <a:gd name="T13" fmla="*/ 20 h 68"/>
                <a:gd name="T14" fmla="*/ 4 w 45"/>
                <a:gd name="T15" fmla="*/ 20 h 68"/>
                <a:gd name="T16" fmla="*/ 0 w 45"/>
                <a:gd name="T17" fmla="*/ 24 h 68"/>
                <a:gd name="T18" fmla="*/ 2 w 45"/>
                <a:gd name="T19" fmla="*/ 28 h 68"/>
                <a:gd name="T20" fmla="*/ 6 w 45"/>
                <a:gd name="T21" fmla="*/ 30 h 68"/>
                <a:gd name="T22" fmla="*/ 7 w 45"/>
                <a:gd name="T23" fmla="*/ 30 h 68"/>
                <a:gd name="T24" fmla="*/ 11 w 45"/>
                <a:gd name="T25" fmla="*/ 29 h 68"/>
                <a:gd name="T26" fmla="*/ 7 w 45"/>
                <a:gd name="T27" fmla="*/ 54 h 68"/>
                <a:gd name="T28" fmla="*/ 10 w 45"/>
                <a:gd name="T29" fmla="*/ 64 h 68"/>
                <a:gd name="T30" fmla="*/ 19 w 45"/>
                <a:gd name="T31" fmla="*/ 68 h 68"/>
                <a:gd name="T32" fmla="*/ 33 w 45"/>
                <a:gd name="T33" fmla="*/ 63 h 68"/>
                <a:gd name="T34" fmla="*/ 39 w 45"/>
                <a:gd name="T35" fmla="*/ 54 h 68"/>
                <a:gd name="T36" fmla="*/ 38 w 45"/>
                <a:gd name="T37" fmla="*/ 52 h 68"/>
                <a:gd name="T38" fmla="*/ 36 w 45"/>
                <a:gd name="T39" fmla="*/ 51 h 68"/>
                <a:gd name="T40" fmla="*/ 32 w 45"/>
                <a:gd name="T41" fmla="*/ 53 h 68"/>
                <a:gd name="T42" fmla="*/ 26 w 45"/>
                <a:gd name="T43" fmla="*/ 57 h 68"/>
                <a:gd name="T44" fmla="*/ 21 w 45"/>
                <a:gd name="T45" fmla="*/ 58 h 68"/>
                <a:gd name="T46" fmla="*/ 18 w 45"/>
                <a:gd name="T47" fmla="*/ 56 h 68"/>
                <a:gd name="T48" fmla="*/ 18 w 45"/>
                <a:gd name="T49" fmla="*/ 51 h 68"/>
                <a:gd name="T50" fmla="*/ 20 w 45"/>
                <a:gd name="T51" fmla="*/ 39 h 68"/>
                <a:gd name="T52" fmla="*/ 22 w 45"/>
                <a:gd name="T53" fmla="*/ 29 h 68"/>
                <a:gd name="T54" fmla="*/ 38 w 45"/>
                <a:gd name="T55" fmla="*/ 26 h 68"/>
                <a:gd name="T56" fmla="*/ 45 w 45"/>
                <a:gd name="T57" fmla="*/ 21 h 68"/>
                <a:gd name="T58" fmla="*/ 44 w 45"/>
                <a:gd name="T59" fmla="*/ 18 h 68"/>
                <a:gd name="T60" fmla="*/ 41 w 45"/>
                <a:gd name="T61" fmla="*/ 17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5" h="68">
                  <a:moveTo>
                    <a:pt x="41" y="17"/>
                  </a:moveTo>
                  <a:cubicBezTo>
                    <a:pt x="40" y="17"/>
                    <a:pt x="35" y="18"/>
                    <a:pt x="25" y="19"/>
                  </a:cubicBezTo>
                  <a:cubicBezTo>
                    <a:pt x="28" y="10"/>
                    <a:pt x="29" y="5"/>
                    <a:pt x="29" y="5"/>
                  </a:cubicBezTo>
                  <a:cubicBezTo>
                    <a:pt x="29" y="3"/>
                    <a:pt x="29" y="2"/>
                    <a:pt x="28" y="1"/>
                  </a:cubicBezTo>
                  <a:cubicBezTo>
                    <a:pt x="27" y="0"/>
                    <a:pt x="25" y="0"/>
                    <a:pt x="24" y="0"/>
                  </a:cubicBezTo>
                  <a:cubicBezTo>
                    <a:pt x="21" y="0"/>
                    <a:pt x="19" y="2"/>
                    <a:pt x="18" y="5"/>
                  </a:cubicBezTo>
                  <a:cubicBezTo>
                    <a:pt x="16" y="11"/>
                    <a:pt x="15" y="16"/>
                    <a:pt x="14" y="20"/>
                  </a:cubicBezTo>
                  <a:cubicBezTo>
                    <a:pt x="4" y="20"/>
                    <a:pt x="4" y="20"/>
                    <a:pt x="4" y="20"/>
                  </a:cubicBezTo>
                  <a:cubicBezTo>
                    <a:pt x="1" y="20"/>
                    <a:pt x="0" y="21"/>
                    <a:pt x="0" y="24"/>
                  </a:cubicBezTo>
                  <a:cubicBezTo>
                    <a:pt x="0" y="26"/>
                    <a:pt x="0" y="27"/>
                    <a:pt x="2" y="28"/>
                  </a:cubicBezTo>
                  <a:cubicBezTo>
                    <a:pt x="3" y="29"/>
                    <a:pt x="5" y="30"/>
                    <a:pt x="6" y="30"/>
                  </a:cubicBezTo>
                  <a:cubicBezTo>
                    <a:pt x="7" y="30"/>
                    <a:pt x="7" y="30"/>
                    <a:pt x="7" y="30"/>
                  </a:cubicBezTo>
                  <a:cubicBezTo>
                    <a:pt x="8" y="30"/>
                    <a:pt x="9" y="30"/>
                    <a:pt x="11" y="29"/>
                  </a:cubicBezTo>
                  <a:cubicBezTo>
                    <a:pt x="8" y="42"/>
                    <a:pt x="7" y="50"/>
                    <a:pt x="7" y="54"/>
                  </a:cubicBezTo>
                  <a:cubicBezTo>
                    <a:pt x="7" y="58"/>
                    <a:pt x="8" y="62"/>
                    <a:pt x="10" y="64"/>
                  </a:cubicBezTo>
                  <a:cubicBezTo>
                    <a:pt x="12" y="66"/>
                    <a:pt x="15" y="68"/>
                    <a:pt x="19" y="68"/>
                  </a:cubicBezTo>
                  <a:cubicBezTo>
                    <a:pt x="24" y="68"/>
                    <a:pt x="28" y="66"/>
                    <a:pt x="33" y="63"/>
                  </a:cubicBezTo>
                  <a:cubicBezTo>
                    <a:pt x="37" y="59"/>
                    <a:pt x="39" y="56"/>
                    <a:pt x="39" y="54"/>
                  </a:cubicBezTo>
                  <a:cubicBezTo>
                    <a:pt x="39" y="53"/>
                    <a:pt x="39" y="52"/>
                    <a:pt x="38" y="52"/>
                  </a:cubicBezTo>
                  <a:cubicBezTo>
                    <a:pt x="38" y="51"/>
                    <a:pt x="37" y="51"/>
                    <a:pt x="36" y="51"/>
                  </a:cubicBezTo>
                  <a:cubicBezTo>
                    <a:pt x="35" y="51"/>
                    <a:pt x="34" y="52"/>
                    <a:pt x="32" y="53"/>
                  </a:cubicBezTo>
                  <a:cubicBezTo>
                    <a:pt x="30" y="55"/>
                    <a:pt x="28" y="56"/>
                    <a:pt x="26" y="57"/>
                  </a:cubicBezTo>
                  <a:cubicBezTo>
                    <a:pt x="24" y="58"/>
                    <a:pt x="23" y="58"/>
                    <a:pt x="21" y="58"/>
                  </a:cubicBezTo>
                  <a:cubicBezTo>
                    <a:pt x="20" y="58"/>
                    <a:pt x="19" y="57"/>
                    <a:pt x="18" y="56"/>
                  </a:cubicBezTo>
                  <a:cubicBezTo>
                    <a:pt x="18" y="55"/>
                    <a:pt x="18" y="54"/>
                    <a:pt x="18" y="51"/>
                  </a:cubicBezTo>
                  <a:cubicBezTo>
                    <a:pt x="18" y="50"/>
                    <a:pt x="18" y="46"/>
                    <a:pt x="20" y="39"/>
                  </a:cubicBezTo>
                  <a:cubicBezTo>
                    <a:pt x="21" y="32"/>
                    <a:pt x="22" y="29"/>
                    <a:pt x="22" y="29"/>
                  </a:cubicBezTo>
                  <a:cubicBezTo>
                    <a:pt x="38" y="26"/>
                    <a:pt x="38" y="26"/>
                    <a:pt x="38" y="26"/>
                  </a:cubicBezTo>
                  <a:cubicBezTo>
                    <a:pt x="43" y="25"/>
                    <a:pt x="45" y="24"/>
                    <a:pt x="45" y="21"/>
                  </a:cubicBezTo>
                  <a:cubicBezTo>
                    <a:pt x="45" y="20"/>
                    <a:pt x="45" y="19"/>
                    <a:pt x="44" y="18"/>
                  </a:cubicBezTo>
                  <a:cubicBezTo>
                    <a:pt x="44" y="18"/>
                    <a:pt x="43" y="17"/>
                    <a:pt x="41"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233"/>
            <p:cNvSpPr>
              <a:spLocks/>
            </p:cNvSpPr>
            <p:nvPr/>
          </p:nvSpPr>
          <p:spPr bwMode="auto">
            <a:xfrm>
              <a:off x="8001000" y="6135688"/>
              <a:ext cx="82550" cy="115888"/>
            </a:xfrm>
            <a:custGeom>
              <a:avLst/>
              <a:gdLst>
                <a:gd name="T0" fmla="*/ 50 w 54"/>
                <a:gd name="T1" fmla="*/ 60 h 76"/>
                <a:gd name="T2" fmla="*/ 48 w 54"/>
                <a:gd name="T3" fmla="*/ 54 h 76"/>
                <a:gd name="T4" fmla="*/ 47 w 54"/>
                <a:gd name="T5" fmla="*/ 46 h 76"/>
                <a:gd name="T6" fmla="*/ 43 w 54"/>
                <a:gd name="T7" fmla="*/ 32 h 76"/>
                <a:gd name="T8" fmla="*/ 37 w 54"/>
                <a:gd name="T9" fmla="*/ 29 h 76"/>
                <a:gd name="T10" fmla="*/ 26 w 54"/>
                <a:gd name="T11" fmla="*/ 34 h 76"/>
                <a:gd name="T12" fmla="*/ 13 w 54"/>
                <a:gd name="T13" fmla="*/ 54 h 76"/>
                <a:gd name="T14" fmla="*/ 16 w 54"/>
                <a:gd name="T15" fmla="*/ 40 h 76"/>
                <a:gd name="T16" fmla="*/ 20 w 54"/>
                <a:gd name="T17" fmla="*/ 18 h 76"/>
                <a:gd name="T18" fmla="*/ 21 w 54"/>
                <a:gd name="T19" fmla="*/ 7 h 76"/>
                <a:gd name="T20" fmla="*/ 20 w 54"/>
                <a:gd name="T21" fmla="*/ 2 h 76"/>
                <a:gd name="T22" fmla="*/ 16 w 54"/>
                <a:gd name="T23" fmla="*/ 0 h 76"/>
                <a:gd name="T24" fmla="*/ 12 w 54"/>
                <a:gd name="T25" fmla="*/ 2 h 76"/>
                <a:gd name="T26" fmla="*/ 9 w 54"/>
                <a:gd name="T27" fmla="*/ 11 h 76"/>
                <a:gd name="T28" fmla="*/ 1 w 54"/>
                <a:gd name="T29" fmla="*/ 63 h 76"/>
                <a:gd name="T30" fmla="*/ 0 w 54"/>
                <a:gd name="T31" fmla="*/ 71 h 76"/>
                <a:gd name="T32" fmla="*/ 2 w 54"/>
                <a:gd name="T33" fmla="*/ 75 h 76"/>
                <a:gd name="T34" fmla="*/ 6 w 54"/>
                <a:gd name="T35" fmla="*/ 76 h 76"/>
                <a:gd name="T36" fmla="*/ 9 w 54"/>
                <a:gd name="T37" fmla="*/ 75 h 76"/>
                <a:gd name="T38" fmla="*/ 12 w 54"/>
                <a:gd name="T39" fmla="*/ 69 h 76"/>
                <a:gd name="T40" fmla="*/ 23 w 54"/>
                <a:gd name="T41" fmla="*/ 52 h 76"/>
                <a:gd name="T42" fmla="*/ 34 w 54"/>
                <a:gd name="T43" fmla="*/ 41 h 76"/>
                <a:gd name="T44" fmla="*/ 36 w 54"/>
                <a:gd name="T45" fmla="*/ 44 h 76"/>
                <a:gd name="T46" fmla="*/ 38 w 54"/>
                <a:gd name="T47" fmla="*/ 56 h 76"/>
                <a:gd name="T48" fmla="*/ 42 w 54"/>
                <a:gd name="T49" fmla="*/ 68 h 76"/>
                <a:gd name="T50" fmla="*/ 49 w 54"/>
                <a:gd name="T51" fmla="*/ 73 h 76"/>
                <a:gd name="T52" fmla="*/ 53 w 54"/>
                <a:gd name="T53" fmla="*/ 71 h 76"/>
                <a:gd name="T54" fmla="*/ 54 w 54"/>
                <a:gd name="T55" fmla="*/ 68 h 76"/>
                <a:gd name="T56" fmla="*/ 53 w 54"/>
                <a:gd name="T57" fmla="*/ 65 h 76"/>
                <a:gd name="T58" fmla="*/ 50 w 54"/>
                <a:gd name="T59" fmla="*/ 6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4" h="76">
                  <a:moveTo>
                    <a:pt x="50" y="60"/>
                  </a:moveTo>
                  <a:cubicBezTo>
                    <a:pt x="49" y="59"/>
                    <a:pt x="49" y="57"/>
                    <a:pt x="48" y="54"/>
                  </a:cubicBezTo>
                  <a:cubicBezTo>
                    <a:pt x="48" y="52"/>
                    <a:pt x="47" y="49"/>
                    <a:pt x="47" y="46"/>
                  </a:cubicBezTo>
                  <a:cubicBezTo>
                    <a:pt x="46" y="38"/>
                    <a:pt x="45" y="34"/>
                    <a:pt x="43" y="32"/>
                  </a:cubicBezTo>
                  <a:cubicBezTo>
                    <a:pt x="42" y="30"/>
                    <a:pt x="39" y="29"/>
                    <a:pt x="37" y="29"/>
                  </a:cubicBezTo>
                  <a:cubicBezTo>
                    <a:pt x="33" y="29"/>
                    <a:pt x="29" y="31"/>
                    <a:pt x="26" y="34"/>
                  </a:cubicBezTo>
                  <a:cubicBezTo>
                    <a:pt x="22" y="38"/>
                    <a:pt x="18" y="44"/>
                    <a:pt x="13" y="54"/>
                  </a:cubicBezTo>
                  <a:cubicBezTo>
                    <a:pt x="13" y="50"/>
                    <a:pt x="14" y="46"/>
                    <a:pt x="16" y="40"/>
                  </a:cubicBezTo>
                  <a:cubicBezTo>
                    <a:pt x="18" y="30"/>
                    <a:pt x="19" y="23"/>
                    <a:pt x="20" y="18"/>
                  </a:cubicBezTo>
                  <a:cubicBezTo>
                    <a:pt x="21" y="14"/>
                    <a:pt x="21" y="10"/>
                    <a:pt x="21" y="7"/>
                  </a:cubicBezTo>
                  <a:cubicBezTo>
                    <a:pt x="21" y="4"/>
                    <a:pt x="21" y="3"/>
                    <a:pt x="20" y="2"/>
                  </a:cubicBezTo>
                  <a:cubicBezTo>
                    <a:pt x="19" y="0"/>
                    <a:pt x="17" y="0"/>
                    <a:pt x="16" y="0"/>
                  </a:cubicBezTo>
                  <a:cubicBezTo>
                    <a:pt x="14" y="0"/>
                    <a:pt x="13" y="0"/>
                    <a:pt x="12" y="2"/>
                  </a:cubicBezTo>
                  <a:cubicBezTo>
                    <a:pt x="10" y="4"/>
                    <a:pt x="9" y="7"/>
                    <a:pt x="9" y="11"/>
                  </a:cubicBezTo>
                  <a:cubicBezTo>
                    <a:pt x="7" y="30"/>
                    <a:pt x="4" y="47"/>
                    <a:pt x="1" y="63"/>
                  </a:cubicBezTo>
                  <a:cubicBezTo>
                    <a:pt x="0" y="68"/>
                    <a:pt x="0" y="70"/>
                    <a:pt x="0" y="71"/>
                  </a:cubicBezTo>
                  <a:cubicBezTo>
                    <a:pt x="0" y="73"/>
                    <a:pt x="1" y="74"/>
                    <a:pt x="2" y="75"/>
                  </a:cubicBezTo>
                  <a:cubicBezTo>
                    <a:pt x="3" y="76"/>
                    <a:pt x="4" y="76"/>
                    <a:pt x="6" y="76"/>
                  </a:cubicBezTo>
                  <a:cubicBezTo>
                    <a:pt x="7" y="76"/>
                    <a:pt x="8" y="76"/>
                    <a:pt x="9" y="75"/>
                  </a:cubicBezTo>
                  <a:cubicBezTo>
                    <a:pt x="10" y="74"/>
                    <a:pt x="11" y="72"/>
                    <a:pt x="12" y="69"/>
                  </a:cubicBezTo>
                  <a:cubicBezTo>
                    <a:pt x="15" y="65"/>
                    <a:pt x="18" y="59"/>
                    <a:pt x="23" y="52"/>
                  </a:cubicBezTo>
                  <a:cubicBezTo>
                    <a:pt x="28" y="45"/>
                    <a:pt x="32" y="41"/>
                    <a:pt x="34" y="41"/>
                  </a:cubicBezTo>
                  <a:cubicBezTo>
                    <a:pt x="35" y="41"/>
                    <a:pt x="36" y="42"/>
                    <a:pt x="36" y="44"/>
                  </a:cubicBezTo>
                  <a:cubicBezTo>
                    <a:pt x="37" y="46"/>
                    <a:pt x="38" y="50"/>
                    <a:pt x="38" y="56"/>
                  </a:cubicBezTo>
                  <a:cubicBezTo>
                    <a:pt x="38" y="61"/>
                    <a:pt x="40" y="65"/>
                    <a:pt x="42" y="68"/>
                  </a:cubicBezTo>
                  <a:cubicBezTo>
                    <a:pt x="44" y="71"/>
                    <a:pt x="46" y="73"/>
                    <a:pt x="49" y="73"/>
                  </a:cubicBezTo>
                  <a:cubicBezTo>
                    <a:pt x="50" y="73"/>
                    <a:pt x="52" y="72"/>
                    <a:pt x="53" y="71"/>
                  </a:cubicBezTo>
                  <a:cubicBezTo>
                    <a:pt x="54" y="70"/>
                    <a:pt x="54" y="69"/>
                    <a:pt x="54" y="68"/>
                  </a:cubicBezTo>
                  <a:cubicBezTo>
                    <a:pt x="54" y="67"/>
                    <a:pt x="54" y="66"/>
                    <a:pt x="53" y="65"/>
                  </a:cubicBezTo>
                  <a:cubicBezTo>
                    <a:pt x="52" y="63"/>
                    <a:pt x="51" y="62"/>
                    <a:pt x="5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234"/>
            <p:cNvSpPr>
              <a:spLocks noEditPoints="1"/>
            </p:cNvSpPr>
            <p:nvPr/>
          </p:nvSpPr>
          <p:spPr bwMode="auto">
            <a:xfrm>
              <a:off x="8091488" y="6170613"/>
              <a:ext cx="63500" cy="82550"/>
            </a:xfrm>
            <a:custGeom>
              <a:avLst/>
              <a:gdLst>
                <a:gd name="T0" fmla="*/ 40 w 42"/>
                <a:gd name="T1" fmla="*/ 33 h 54"/>
                <a:gd name="T2" fmla="*/ 36 w 42"/>
                <a:gd name="T3" fmla="*/ 35 h 54"/>
                <a:gd name="T4" fmla="*/ 18 w 42"/>
                <a:gd name="T5" fmla="*/ 44 h 54"/>
                <a:gd name="T6" fmla="*/ 13 w 42"/>
                <a:gd name="T7" fmla="*/ 42 h 54"/>
                <a:gd name="T8" fmla="*/ 11 w 42"/>
                <a:gd name="T9" fmla="*/ 38 h 54"/>
                <a:gd name="T10" fmla="*/ 12 w 42"/>
                <a:gd name="T11" fmla="*/ 36 h 54"/>
                <a:gd name="T12" fmla="*/ 32 w 42"/>
                <a:gd name="T13" fmla="*/ 26 h 54"/>
                <a:gd name="T14" fmla="*/ 39 w 42"/>
                <a:gd name="T15" fmla="*/ 11 h 54"/>
                <a:gd name="T16" fmla="*/ 36 w 42"/>
                <a:gd name="T17" fmla="*/ 4 h 54"/>
                <a:gd name="T18" fmla="*/ 28 w 42"/>
                <a:gd name="T19" fmla="*/ 0 h 54"/>
                <a:gd name="T20" fmla="*/ 9 w 42"/>
                <a:gd name="T21" fmla="*/ 12 h 54"/>
                <a:gd name="T22" fmla="*/ 0 w 42"/>
                <a:gd name="T23" fmla="*/ 36 h 54"/>
                <a:gd name="T24" fmla="*/ 4 w 42"/>
                <a:gd name="T25" fmla="*/ 49 h 54"/>
                <a:gd name="T26" fmla="*/ 16 w 42"/>
                <a:gd name="T27" fmla="*/ 54 h 54"/>
                <a:gd name="T28" fmla="*/ 34 w 42"/>
                <a:gd name="T29" fmla="*/ 47 h 54"/>
                <a:gd name="T30" fmla="*/ 42 w 42"/>
                <a:gd name="T31" fmla="*/ 36 h 54"/>
                <a:gd name="T32" fmla="*/ 40 w 42"/>
                <a:gd name="T33" fmla="*/ 33 h 54"/>
                <a:gd name="T34" fmla="*/ 18 w 42"/>
                <a:gd name="T35" fmla="*/ 16 h 54"/>
                <a:gd name="T36" fmla="*/ 27 w 42"/>
                <a:gd name="T37" fmla="*/ 10 h 54"/>
                <a:gd name="T38" fmla="*/ 29 w 42"/>
                <a:gd name="T39" fmla="*/ 11 h 54"/>
                <a:gd name="T40" fmla="*/ 30 w 42"/>
                <a:gd name="T41" fmla="*/ 13 h 54"/>
                <a:gd name="T42" fmla="*/ 24 w 42"/>
                <a:gd name="T43" fmla="*/ 22 h 54"/>
                <a:gd name="T44" fmla="*/ 12 w 42"/>
                <a:gd name="T45" fmla="*/ 28 h 54"/>
                <a:gd name="T46" fmla="*/ 18 w 42"/>
                <a:gd name="T47" fmla="*/ 1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2" h="54">
                  <a:moveTo>
                    <a:pt x="40" y="33"/>
                  </a:moveTo>
                  <a:cubicBezTo>
                    <a:pt x="39" y="33"/>
                    <a:pt x="37" y="34"/>
                    <a:pt x="36" y="35"/>
                  </a:cubicBezTo>
                  <a:cubicBezTo>
                    <a:pt x="30" y="41"/>
                    <a:pt x="24" y="44"/>
                    <a:pt x="18" y="44"/>
                  </a:cubicBezTo>
                  <a:cubicBezTo>
                    <a:pt x="16" y="44"/>
                    <a:pt x="14" y="44"/>
                    <a:pt x="13" y="42"/>
                  </a:cubicBezTo>
                  <a:cubicBezTo>
                    <a:pt x="12" y="41"/>
                    <a:pt x="11" y="40"/>
                    <a:pt x="11" y="38"/>
                  </a:cubicBezTo>
                  <a:cubicBezTo>
                    <a:pt x="11" y="37"/>
                    <a:pt x="11" y="37"/>
                    <a:pt x="12" y="36"/>
                  </a:cubicBezTo>
                  <a:cubicBezTo>
                    <a:pt x="20" y="35"/>
                    <a:pt x="27" y="31"/>
                    <a:pt x="32" y="26"/>
                  </a:cubicBezTo>
                  <a:cubicBezTo>
                    <a:pt x="37" y="22"/>
                    <a:pt x="39" y="17"/>
                    <a:pt x="39" y="11"/>
                  </a:cubicBezTo>
                  <a:cubicBezTo>
                    <a:pt x="39" y="8"/>
                    <a:pt x="38" y="6"/>
                    <a:pt x="36" y="4"/>
                  </a:cubicBezTo>
                  <a:cubicBezTo>
                    <a:pt x="34" y="2"/>
                    <a:pt x="32" y="0"/>
                    <a:pt x="28" y="0"/>
                  </a:cubicBezTo>
                  <a:cubicBezTo>
                    <a:pt x="21" y="0"/>
                    <a:pt x="15" y="4"/>
                    <a:pt x="9" y="12"/>
                  </a:cubicBezTo>
                  <a:cubicBezTo>
                    <a:pt x="3" y="19"/>
                    <a:pt x="0" y="27"/>
                    <a:pt x="0" y="36"/>
                  </a:cubicBezTo>
                  <a:cubicBezTo>
                    <a:pt x="0" y="41"/>
                    <a:pt x="1" y="46"/>
                    <a:pt x="4" y="49"/>
                  </a:cubicBezTo>
                  <a:cubicBezTo>
                    <a:pt x="7" y="52"/>
                    <a:pt x="11" y="54"/>
                    <a:pt x="16" y="54"/>
                  </a:cubicBezTo>
                  <a:cubicBezTo>
                    <a:pt x="23" y="54"/>
                    <a:pt x="29" y="52"/>
                    <a:pt x="34" y="47"/>
                  </a:cubicBezTo>
                  <a:cubicBezTo>
                    <a:pt x="40" y="43"/>
                    <a:pt x="42" y="39"/>
                    <a:pt x="42" y="36"/>
                  </a:cubicBezTo>
                  <a:cubicBezTo>
                    <a:pt x="42" y="34"/>
                    <a:pt x="41" y="33"/>
                    <a:pt x="40" y="33"/>
                  </a:cubicBezTo>
                  <a:close/>
                  <a:moveTo>
                    <a:pt x="18" y="16"/>
                  </a:moveTo>
                  <a:cubicBezTo>
                    <a:pt x="21" y="12"/>
                    <a:pt x="24" y="10"/>
                    <a:pt x="27" y="10"/>
                  </a:cubicBezTo>
                  <a:cubicBezTo>
                    <a:pt x="28" y="10"/>
                    <a:pt x="29" y="10"/>
                    <a:pt x="29" y="11"/>
                  </a:cubicBezTo>
                  <a:cubicBezTo>
                    <a:pt x="30" y="11"/>
                    <a:pt x="30" y="12"/>
                    <a:pt x="30" y="13"/>
                  </a:cubicBezTo>
                  <a:cubicBezTo>
                    <a:pt x="30" y="16"/>
                    <a:pt x="28" y="19"/>
                    <a:pt x="24" y="22"/>
                  </a:cubicBezTo>
                  <a:cubicBezTo>
                    <a:pt x="21" y="25"/>
                    <a:pt x="17" y="27"/>
                    <a:pt x="12" y="28"/>
                  </a:cubicBezTo>
                  <a:cubicBezTo>
                    <a:pt x="13" y="24"/>
                    <a:pt x="15" y="19"/>
                    <a:pt x="1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235"/>
            <p:cNvSpPr>
              <a:spLocks/>
            </p:cNvSpPr>
            <p:nvPr/>
          </p:nvSpPr>
          <p:spPr bwMode="auto">
            <a:xfrm>
              <a:off x="8216900" y="6169025"/>
              <a:ext cx="57150" cy="85725"/>
            </a:xfrm>
            <a:custGeom>
              <a:avLst/>
              <a:gdLst>
                <a:gd name="T0" fmla="*/ 20 w 38"/>
                <a:gd name="T1" fmla="*/ 13 h 56"/>
                <a:gd name="T2" fmla="*/ 29 w 38"/>
                <a:gd name="T3" fmla="*/ 10 h 56"/>
                <a:gd name="T4" fmla="*/ 31 w 38"/>
                <a:gd name="T5" fmla="*/ 11 h 56"/>
                <a:gd name="T6" fmla="*/ 33 w 38"/>
                <a:gd name="T7" fmla="*/ 11 h 56"/>
                <a:gd name="T8" fmla="*/ 36 w 38"/>
                <a:gd name="T9" fmla="*/ 10 h 56"/>
                <a:gd name="T10" fmla="*/ 38 w 38"/>
                <a:gd name="T11" fmla="*/ 7 h 56"/>
                <a:gd name="T12" fmla="*/ 30 w 38"/>
                <a:gd name="T13" fmla="*/ 0 h 56"/>
                <a:gd name="T14" fmla="*/ 13 w 38"/>
                <a:gd name="T15" fmla="*/ 6 h 56"/>
                <a:gd name="T16" fmla="*/ 4 w 38"/>
                <a:gd name="T17" fmla="*/ 20 h 56"/>
                <a:gd name="T18" fmla="*/ 7 w 38"/>
                <a:gd name="T19" fmla="*/ 27 h 56"/>
                <a:gd name="T20" fmla="*/ 19 w 38"/>
                <a:gd name="T21" fmla="*/ 35 h 56"/>
                <a:gd name="T22" fmla="*/ 27 w 38"/>
                <a:gd name="T23" fmla="*/ 41 h 56"/>
                <a:gd name="T24" fmla="*/ 20 w 38"/>
                <a:gd name="T25" fmla="*/ 44 h 56"/>
                <a:gd name="T26" fmla="*/ 11 w 38"/>
                <a:gd name="T27" fmla="*/ 46 h 56"/>
                <a:gd name="T28" fmla="*/ 8 w 38"/>
                <a:gd name="T29" fmla="*/ 45 h 56"/>
                <a:gd name="T30" fmla="*/ 5 w 38"/>
                <a:gd name="T31" fmla="*/ 45 h 56"/>
                <a:gd name="T32" fmla="*/ 2 w 38"/>
                <a:gd name="T33" fmla="*/ 46 h 56"/>
                <a:gd name="T34" fmla="*/ 0 w 38"/>
                <a:gd name="T35" fmla="*/ 50 h 56"/>
                <a:gd name="T36" fmla="*/ 8 w 38"/>
                <a:gd name="T37" fmla="*/ 56 h 56"/>
                <a:gd name="T38" fmla="*/ 28 w 38"/>
                <a:gd name="T39" fmla="*/ 51 h 56"/>
                <a:gd name="T40" fmla="*/ 37 w 38"/>
                <a:gd name="T41" fmla="*/ 40 h 56"/>
                <a:gd name="T42" fmla="*/ 35 w 38"/>
                <a:gd name="T43" fmla="*/ 34 h 56"/>
                <a:gd name="T44" fmla="*/ 24 w 38"/>
                <a:gd name="T45" fmla="*/ 27 h 56"/>
                <a:gd name="T46" fmla="*/ 17 w 38"/>
                <a:gd name="T47" fmla="*/ 23 h 56"/>
                <a:gd name="T48" fmla="*/ 16 w 38"/>
                <a:gd name="T49" fmla="*/ 19 h 56"/>
                <a:gd name="T50" fmla="*/ 20 w 38"/>
                <a:gd name="T51" fmla="*/ 1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8" h="56">
                  <a:moveTo>
                    <a:pt x="20" y="13"/>
                  </a:moveTo>
                  <a:cubicBezTo>
                    <a:pt x="24" y="11"/>
                    <a:pt x="27" y="10"/>
                    <a:pt x="29" y="10"/>
                  </a:cubicBezTo>
                  <a:cubicBezTo>
                    <a:pt x="30" y="10"/>
                    <a:pt x="31" y="10"/>
                    <a:pt x="31" y="11"/>
                  </a:cubicBezTo>
                  <a:cubicBezTo>
                    <a:pt x="32" y="11"/>
                    <a:pt x="33" y="11"/>
                    <a:pt x="33" y="11"/>
                  </a:cubicBezTo>
                  <a:cubicBezTo>
                    <a:pt x="34" y="11"/>
                    <a:pt x="35" y="11"/>
                    <a:pt x="36" y="10"/>
                  </a:cubicBezTo>
                  <a:cubicBezTo>
                    <a:pt x="37" y="9"/>
                    <a:pt x="38" y="8"/>
                    <a:pt x="38" y="7"/>
                  </a:cubicBezTo>
                  <a:cubicBezTo>
                    <a:pt x="38" y="2"/>
                    <a:pt x="35" y="0"/>
                    <a:pt x="30" y="0"/>
                  </a:cubicBezTo>
                  <a:cubicBezTo>
                    <a:pt x="25" y="0"/>
                    <a:pt x="19" y="2"/>
                    <a:pt x="13" y="6"/>
                  </a:cubicBezTo>
                  <a:cubicBezTo>
                    <a:pt x="7" y="10"/>
                    <a:pt x="4" y="15"/>
                    <a:pt x="4" y="20"/>
                  </a:cubicBezTo>
                  <a:cubicBezTo>
                    <a:pt x="4" y="23"/>
                    <a:pt x="5" y="25"/>
                    <a:pt x="7" y="27"/>
                  </a:cubicBezTo>
                  <a:cubicBezTo>
                    <a:pt x="9" y="29"/>
                    <a:pt x="13" y="32"/>
                    <a:pt x="19" y="35"/>
                  </a:cubicBezTo>
                  <a:cubicBezTo>
                    <a:pt x="24" y="37"/>
                    <a:pt x="27" y="39"/>
                    <a:pt x="27" y="41"/>
                  </a:cubicBezTo>
                  <a:cubicBezTo>
                    <a:pt x="26" y="42"/>
                    <a:pt x="24" y="44"/>
                    <a:pt x="20" y="44"/>
                  </a:cubicBezTo>
                  <a:cubicBezTo>
                    <a:pt x="17" y="45"/>
                    <a:pt x="14" y="46"/>
                    <a:pt x="11" y="46"/>
                  </a:cubicBezTo>
                  <a:cubicBezTo>
                    <a:pt x="10" y="46"/>
                    <a:pt x="9" y="46"/>
                    <a:pt x="8" y="45"/>
                  </a:cubicBezTo>
                  <a:cubicBezTo>
                    <a:pt x="7" y="45"/>
                    <a:pt x="6" y="45"/>
                    <a:pt x="5" y="45"/>
                  </a:cubicBezTo>
                  <a:cubicBezTo>
                    <a:pt x="4" y="45"/>
                    <a:pt x="3" y="45"/>
                    <a:pt x="2" y="46"/>
                  </a:cubicBezTo>
                  <a:cubicBezTo>
                    <a:pt x="0" y="47"/>
                    <a:pt x="0" y="48"/>
                    <a:pt x="0" y="50"/>
                  </a:cubicBezTo>
                  <a:cubicBezTo>
                    <a:pt x="0" y="54"/>
                    <a:pt x="3" y="56"/>
                    <a:pt x="8" y="56"/>
                  </a:cubicBezTo>
                  <a:cubicBezTo>
                    <a:pt x="16" y="56"/>
                    <a:pt x="22" y="54"/>
                    <a:pt x="28" y="51"/>
                  </a:cubicBezTo>
                  <a:cubicBezTo>
                    <a:pt x="34" y="48"/>
                    <a:pt x="37" y="45"/>
                    <a:pt x="37" y="40"/>
                  </a:cubicBezTo>
                  <a:cubicBezTo>
                    <a:pt x="37" y="38"/>
                    <a:pt x="36" y="36"/>
                    <a:pt x="35" y="34"/>
                  </a:cubicBezTo>
                  <a:cubicBezTo>
                    <a:pt x="33" y="32"/>
                    <a:pt x="30" y="29"/>
                    <a:pt x="24" y="27"/>
                  </a:cubicBezTo>
                  <a:cubicBezTo>
                    <a:pt x="21" y="25"/>
                    <a:pt x="18" y="24"/>
                    <a:pt x="17" y="23"/>
                  </a:cubicBezTo>
                  <a:cubicBezTo>
                    <a:pt x="16" y="22"/>
                    <a:pt x="16" y="20"/>
                    <a:pt x="16" y="19"/>
                  </a:cubicBezTo>
                  <a:cubicBezTo>
                    <a:pt x="16" y="17"/>
                    <a:pt x="17" y="15"/>
                    <a:pt x="20"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236"/>
            <p:cNvSpPr>
              <a:spLocks/>
            </p:cNvSpPr>
            <p:nvPr/>
          </p:nvSpPr>
          <p:spPr bwMode="auto">
            <a:xfrm>
              <a:off x="8286750" y="6132513"/>
              <a:ext cx="30163" cy="122238"/>
            </a:xfrm>
            <a:custGeom>
              <a:avLst/>
              <a:gdLst>
                <a:gd name="T0" fmla="*/ 15 w 20"/>
                <a:gd name="T1" fmla="*/ 0 h 80"/>
                <a:gd name="T2" fmla="*/ 10 w 20"/>
                <a:gd name="T3" fmla="*/ 3 h 80"/>
                <a:gd name="T4" fmla="*/ 4 w 20"/>
                <a:gd name="T5" fmla="*/ 29 h 80"/>
                <a:gd name="T6" fmla="*/ 0 w 20"/>
                <a:gd name="T7" fmla="*/ 67 h 80"/>
                <a:gd name="T8" fmla="*/ 1 w 20"/>
                <a:gd name="T9" fmla="*/ 77 h 80"/>
                <a:gd name="T10" fmla="*/ 6 w 20"/>
                <a:gd name="T11" fmla="*/ 80 h 80"/>
                <a:gd name="T12" fmla="*/ 10 w 20"/>
                <a:gd name="T13" fmla="*/ 78 h 80"/>
                <a:gd name="T14" fmla="*/ 12 w 20"/>
                <a:gd name="T15" fmla="*/ 74 h 80"/>
                <a:gd name="T16" fmla="*/ 12 w 20"/>
                <a:gd name="T17" fmla="*/ 71 h 80"/>
                <a:gd name="T18" fmla="*/ 11 w 20"/>
                <a:gd name="T19" fmla="*/ 57 h 80"/>
                <a:gd name="T20" fmla="*/ 12 w 20"/>
                <a:gd name="T21" fmla="*/ 42 h 80"/>
                <a:gd name="T22" fmla="*/ 16 w 20"/>
                <a:gd name="T23" fmla="*/ 24 h 80"/>
                <a:gd name="T24" fmla="*/ 20 w 20"/>
                <a:gd name="T25" fmla="*/ 10 h 80"/>
                <a:gd name="T26" fmla="*/ 20 w 20"/>
                <a:gd name="T27" fmla="*/ 5 h 80"/>
                <a:gd name="T28" fmla="*/ 15 w 20"/>
                <a:gd name="T29"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80">
                  <a:moveTo>
                    <a:pt x="15" y="0"/>
                  </a:moveTo>
                  <a:cubicBezTo>
                    <a:pt x="13" y="0"/>
                    <a:pt x="12" y="1"/>
                    <a:pt x="10" y="3"/>
                  </a:cubicBezTo>
                  <a:cubicBezTo>
                    <a:pt x="8" y="6"/>
                    <a:pt x="6" y="15"/>
                    <a:pt x="4" y="29"/>
                  </a:cubicBezTo>
                  <a:cubicBezTo>
                    <a:pt x="1" y="44"/>
                    <a:pt x="0" y="56"/>
                    <a:pt x="0" y="67"/>
                  </a:cubicBezTo>
                  <a:cubicBezTo>
                    <a:pt x="0" y="72"/>
                    <a:pt x="1" y="75"/>
                    <a:pt x="1" y="77"/>
                  </a:cubicBezTo>
                  <a:cubicBezTo>
                    <a:pt x="2" y="79"/>
                    <a:pt x="4" y="80"/>
                    <a:pt x="6" y="80"/>
                  </a:cubicBezTo>
                  <a:cubicBezTo>
                    <a:pt x="8" y="80"/>
                    <a:pt x="9" y="80"/>
                    <a:pt x="10" y="78"/>
                  </a:cubicBezTo>
                  <a:cubicBezTo>
                    <a:pt x="12" y="77"/>
                    <a:pt x="12" y="75"/>
                    <a:pt x="12" y="74"/>
                  </a:cubicBezTo>
                  <a:cubicBezTo>
                    <a:pt x="12" y="73"/>
                    <a:pt x="12" y="72"/>
                    <a:pt x="12" y="71"/>
                  </a:cubicBezTo>
                  <a:cubicBezTo>
                    <a:pt x="12" y="66"/>
                    <a:pt x="11" y="61"/>
                    <a:pt x="11" y="57"/>
                  </a:cubicBezTo>
                  <a:cubicBezTo>
                    <a:pt x="11" y="54"/>
                    <a:pt x="12" y="49"/>
                    <a:pt x="12" y="42"/>
                  </a:cubicBezTo>
                  <a:cubicBezTo>
                    <a:pt x="13" y="36"/>
                    <a:pt x="14" y="30"/>
                    <a:pt x="16" y="24"/>
                  </a:cubicBezTo>
                  <a:cubicBezTo>
                    <a:pt x="18" y="17"/>
                    <a:pt x="19" y="12"/>
                    <a:pt x="20" y="10"/>
                  </a:cubicBezTo>
                  <a:cubicBezTo>
                    <a:pt x="20" y="8"/>
                    <a:pt x="20" y="7"/>
                    <a:pt x="20" y="5"/>
                  </a:cubicBezTo>
                  <a:cubicBezTo>
                    <a:pt x="20" y="1"/>
                    <a:pt x="19"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237"/>
            <p:cNvSpPr>
              <a:spLocks noEditPoints="1"/>
            </p:cNvSpPr>
            <p:nvPr/>
          </p:nvSpPr>
          <p:spPr bwMode="auto">
            <a:xfrm>
              <a:off x="8323263" y="6173788"/>
              <a:ext cx="69850" cy="79375"/>
            </a:xfrm>
            <a:custGeom>
              <a:avLst/>
              <a:gdLst>
                <a:gd name="T0" fmla="*/ 28 w 45"/>
                <a:gd name="T1" fmla="*/ 0 h 52"/>
                <a:gd name="T2" fmla="*/ 8 w 45"/>
                <a:gd name="T3" fmla="*/ 12 h 52"/>
                <a:gd name="T4" fmla="*/ 0 w 45"/>
                <a:gd name="T5" fmla="*/ 35 h 52"/>
                <a:gd name="T6" fmla="*/ 4 w 45"/>
                <a:gd name="T7" fmla="*/ 47 h 52"/>
                <a:gd name="T8" fmla="*/ 16 w 45"/>
                <a:gd name="T9" fmla="*/ 52 h 52"/>
                <a:gd name="T10" fmla="*/ 33 w 45"/>
                <a:gd name="T11" fmla="*/ 45 h 52"/>
                <a:gd name="T12" fmla="*/ 44 w 45"/>
                <a:gd name="T13" fmla="*/ 27 h 52"/>
                <a:gd name="T14" fmla="*/ 44 w 45"/>
                <a:gd name="T15" fmla="*/ 27 h 52"/>
                <a:gd name="T16" fmla="*/ 45 w 45"/>
                <a:gd name="T17" fmla="*/ 20 h 52"/>
                <a:gd name="T18" fmla="*/ 40 w 45"/>
                <a:gd name="T19" fmla="*/ 6 h 52"/>
                <a:gd name="T20" fmla="*/ 28 w 45"/>
                <a:gd name="T21" fmla="*/ 0 h 52"/>
                <a:gd name="T22" fmla="*/ 28 w 45"/>
                <a:gd name="T23" fmla="*/ 36 h 52"/>
                <a:gd name="T24" fmla="*/ 16 w 45"/>
                <a:gd name="T25" fmla="*/ 42 h 52"/>
                <a:gd name="T26" fmla="*/ 13 w 45"/>
                <a:gd name="T27" fmla="*/ 40 h 52"/>
                <a:gd name="T28" fmla="*/ 11 w 45"/>
                <a:gd name="T29" fmla="*/ 34 h 52"/>
                <a:gd name="T30" fmla="*/ 14 w 45"/>
                <a:gd name="T31" fmla="*/ 21 h 52"/>
                <a:gd name="T32" fmla="*/ 20 w 45"/>
                <a:gd name="T33" fmla="*/ 12 h 52"/>
                <a:gd name="T34" fmla="*/ 21 w 45"/>
                <a:gd name="T35" fmla="*/ 12 h 52"/>
                <a:gd name="T36" fmla="*/ 27 w 45"/>
                <a:gd name="T37" fmla="*/ 10 h 52"/>
                <a:gd name="T38" fmla="*/ 32 w 45"/>
                <a:gd name="T39" fmla="*/ 13 h 52"/>
                <a:gd name="T40" fmla="*/ 34 w 45"/>
                <a:gd name="T41" fmla="*/ 21 h 52"/>
                <a:gd name="T42" fmla="*/ 28 w 45"/>
                <a:gd name="T43" fmla="*/ 3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5" h="52">
                  <a:moveTo>
                    <a:pt x="28" y="0"/>
                  </a:moveTo>
                  <a:cubicBezTo>
                    <a:pt x="20" y="0"/>
                    <a:pt x="13" y="4"/>
                    <a:pt x="8" y="12"/>
                  </a:cubicBezTo>
                  <a:cubicBezTo>
                    <a:pt x="3" y="19"/>
                    <a:pt x="0" y="27"/>
                    <a:pt x="0" y="35"/>
                  </a:cubicBezTo>
                  <a:cubicBezTo>
                    <a:pt x="0" y="40"/>
                    <a:pt x="1" y="44"/>
                    <a:pt x="4" y="47"/>
                  </a:cubicBezTo>
                  <a:cubicBezTo>
                    <a:pt x="7" y="50"/>
                    <a:pt x="11" y="52"/>
                    <a:pt x="16" y="52"/>
                  </a:cubicBezTo>
                  <a:cubicBezTo>
                    <a:pt x="21" y="52"/>
                    <a:pt x="27" y="49"/>
                    <a:pt x="33" y="45"/>
                  </a:cubicBezTo>
                  <a:cubicBezTo>
                    <a:pt x="38" y="40"/>
                    <a:pt x="42" y="34"/>
                    <a:pt x="44" y="27"/>
                  </a:cubicBezTo>
                  <a:cubicBezTo>
                    <a:pt x="44" y="27"/>
                    <a:pt x="44" y="27"/>
                    <a:pt x="44" y="27"/>
                  </a:cubicBezTo>
                  <a:cubicBezTo>
                    <a:pt x="45" y="24"/>
                    <a:pt x="45" y="22"/>
                    <a:pt x="45" y="20"/>
                  </a:cubicBezTo>
                  <a:cubicBezTo>
                    <a:pt x="45" y="14"/>
                    <a:pt x="43" y="10"/>
                    <a:pt x="40" y="6"/>
                  </a:cubicBezTo>
                  <a:cubicBezTo>
                    <a:pt x="37" y="2"/>
                    <a:pt x="33" y="0"/>
                    <a:pt x="28" y="0"/>
                  </a:cubicBezTo>
                  <a:close/>
                  <a:moveTo>
                    <a:pt x="28" y="36"/>
                  </a:moveTo>
                  <a:cubicBezTo>
                    <a:pt x="24" y="40"/>
                    <a:pt x="20" y="42"/>
                    <a:pt x="16" y="42"/>
                  </a:cubicBezTo>
                  <a:cubicBezTo>
                    <a:pt x="15" y="42"/>
                    <a:pt x="14" y="42"/>
                    <a:pt x="13" y="40"/>
                  </a:cubicBezTo>
                  <a:cubicBezTo>
                    <a:pt x="12" y="38"/>
                    <a:pt x="11" y="36"/>
                    <a:pt x="11" y="34"/>
                  </a:cubicBezTo>
                  <a:cubicBezTo>
                    <a:pt x="11" y="29"/>
                    <a:pt x="12" y="25"/>
                    <a:pt x="14" y="21"/>
                  </a:cubicBezTo>
                  <a:cubicBezTo>
                    <a:pt x="16" y="17"/>
                    <a:pt x="18" y="14"/>
                    <a:pt x="20" y="12"/>
                  </a:cubicBezTo>
                  <a:cubicBezTo>
                    <a:pt x="21" y="12"/>
                    <a:pt x="21" y="12"/>
                    <a:pt x="21" y="12"/>
                  </a:cubicBezTo>
                  <a:cubicBezTo>
                    <a:pt x="22" y="11"/>
                    <a:pt x="24" y="10"/>
                    <a:pt x="27" y="10"/>
                  </a:cubicBezTo>
                  <a:cubicBezTo>
                    <a:pt x="29" y="10"/>
                    <a:pt x="31" y="11"/>
                    <a:pt x="32" y="13"/>
                  </a:cubicBezTo>
                  <a:cubicBezTo>
                    <a:pt x="33" y="15"/>
                    <a:pt x="34" y="17"/>
                    <a:pt x="34" y="21"/>
                  </a:cubicBezTo>
                  <a:cubicBezTo>
                    <a:pt x="34" y="26"/>
                    <a:pt x="32" y="31"/>
                    <a:pt x="28"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238"/>
            <p:cNvSpPr>
              <a:spLocks/>
            </p:cNvSpPr>
            <p:nvPr/>
          </p:nvSpPr>
          <p:spPr bwMode="auto">
            <a:xfrm>
              <a:off x="8407400" y="6172200"/>
              <a:ext cx="115888" cy="80963"/>
            </a:xfrm>
            <a:custGeom>
              <a:avLst/>
              <a:gdLst>
                <a:gd name="T0" fmla="*/ 71 w 76"/>
                <a:gd name="T1" fmla="*/ 0 h 53"/>
                <a:gd name="T2" fmla="*/ 66 w 76"/>
                <a:gd name="T3" fmla="*/ 2 h 53"/>
                <a:gd name="T4" fmla="*/ 60 w 76"/>
                <a:gd name="T5" fmla="*/ 11 h 53"/>
                <a:gd name="T6" fmla="*/ 54 w 76"/>
                <a:gd name="T7" fmla="*/ 30 h 53"/>
                <a:gd name="T8" fmla="*/ 52 w 76"/>
                <a:gd name="T9" fmla="*/ 36 h 53"/>
                <a:gd name="T10" fmla="*/ 51 w 76"/>
                <a:gd name="T11" fmla="*/ 37 h 53"/>
                <a:gd name="T12" fmla="*/ 44 w 76"/>
                <a:gd name="T13" fmla="*/ 12 h 53"/>
                <a:gd name="T14" fmla="*/ 44 w 76"/>
                <a:gd name="T15" fmla="*/ 11 h 53"/>
                <a:gd name="T16" fmla="*/ 44 w 76"/>
                <a:gd name="T17" fmla="*/ 9 h 53"/>
                <a:gd name="T18" fmla="*/ 42 w 76"/>
                <a:gd name="T19" fmla="*/ 5 h 53"/>
                <a:gd name="T20" fmla="*/ 38 w 76"/>
                <a:gd name="T21" fmla="*/ 3 h 53"/>
                <a:gd name="T22" fmla="*/ 29 w 76"/>
                <a:gd name="T23" fmla="*/ 15 h 53"/>
                <a:gd name="T24" fmla="*/ 29 w 76"/>
                <a:gd name="T25" fmla="*/ 15 h 53"/>
                <a:gd name="T26" fmla="*/ 21 w 76"/>
                <a:gd name="T27" fmla="*/ 31 h 53"/>
                <a:gd name="T28" fmla="*/ 16 w 76"/>
                <a:gd name="T29" fmla="*/ 39 h 53"/>
                <a:gd name="T30" fmla="*/ 14 w 76"/>
                <a:gd name="T31" fmla="*/ 31 h 53"/>
                <a:gd name="T32" fmla="*/ 12 w 76"/>
                <a:gd name="T33" fmla="*/ 18 h 53"/>
                <a:gd name="T34" fmla="*/ 12 w 76"/>
                <a:gd name="T35" fmla="*/ 13 h 53"/>
                <a:gd name="T36" fmla="*/ 12 w 76"/>
                <a:gd name="T37" fmla="*/ 7 h 53"/>
                <a:gd name="T38" fmla="*/ 11 w 76"/>
                <a:gd name="T39" fmla="*/ 3 h 53"/>
                <a:gd name="T40" fmla="*/ 7 w 76"/>
                <a:gd name="T41" fmla="*/ 1 h 53"/>
                <a:gd name="T42" fmla="*/ 1 w 76"/>
                <a:gd name="T43" fmla="*/ 4 h 53"/>
                <a:gd name="T44" fmla="*/ 0 w 76"/>
                <a:gd name="T45" fmla="*/ 10 h 53"/>
                <a:gd name="T46" fmla="*/ 5 w 76"/>
                <a:gd name="T47" fmla="*/ 37 h 53"/>
                <a:gd name="T48" fmla="*/ 16 w 76"/>
                <a:gd name="T49" fmla="*/ 53 h 53"/>
                <a:gd name="T50" fmla="*/ 28 w 76"/>
                <a:gd name="T51" fmla="*/ 38 h 53"/>
                <a:gd name="T52" fmla="*/ 29 w 76"/>
                <a:gd name="T53" fmla="*/ 36 h 53"/>
                <a:gd name="T54" fmla="*/ 36 w 76"/>
                <a:gd name="T55" fmla="*/ 22 h 53"/>
                <a:gd name="T56" fmla="*/ 38 w 76"/>
                <a:gd name="T57" fmla="*/ 31 h 53"/>
                <a:gd name="T58" fmla="*/ 43 w 76"/>
                <a:gd name="T59" fmla="*/ 42 h 53"/>
                <a:gd name="T60" fmla="*/ 48 w 76"/>
                <a:gd name="T61" fmla="*/ 48 h 53"/>
                <a:gd name="T62" fmla="*/ 55 w 76"/>
                <a:gd name="T63" fmla="*/ 50 h 53"/>
                <a:gd name="T64" fmla="*/ 58 w 76"/>
                <a:gd name="T65" fmla="*/ 46 h 53"/>
                <a:gd name="T66" fmla="*/ 64 w 76"/>
                <a:gd name="T67" fmla="*/ 29 h 53"/>
                <a:gd name="T68" fmla="*/ 75 w 76"/>
                <a:gd name="T69" fmla="*/ 7 h 53"/>
                <a:gd name="T70" fmla="*/ 76 w 76"/>
                <a:gd name="T71" fmla="*/ 4 h 53"/>
                <a:gd name="T72" fmla="*/ 74 w 76"/>
                <a:gd name="T73" fmla="*/ 1 h 53"/>
                <a:gd name="T74" fmla="*/ 71 w 76"/>
                <a:gd name="T7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6" h="53">
                  <a:moveTo>
                    <a:pt x="71" y="0"/>
                  </a:moveTo>
                  <a:cubicBezTo>
                    <a:pt x="69" y="0"/>
                    <a:pt x="68" y="1"/>
                    <a:pt x="66" y="2"/>
                  </a:cubicBezTo>
                  <a:cubicBezTo>
                    <a:pt x="65" y="3"/>
                    <a:pt x="63" y="6"/>
                    <a:pt x="60" y="11"/>
                  </a:cubicBezTo>
                  <a:cubicBezTo>
                    <a:pt x="58" y="17"/>
                    <a:pt x="56" y="23"/>
                    <a:pt x="54" y="30"/>
                  </a:cubicBezTo>
                  <a:cubicBezTo>
                    <a:pt x="53" y="33"/>
                    <a:pt x="53" y="36"/>
                    <a:pt x="52" y="36"/>
                  </a:cubicBezTo>
                  <a:cubicBezTo>
                    <a:pt x="52" y="37"/>
                    <a:pt x="52" y="37"/>
                    <a:pt x="51" y="37"/>
                  </a:cubicBezTo>
                  <a:cubicBezTo>
                    <a:pt x="46" y="30"/>
                    <a:pt x="44" y="21"/>
                    <a:pt x="44" y="12"/>
                  </a:cubicBezTo>
                  <a:cubicBezTo>
                    <a:pt x="44" y="12"/>
                    <a:pt x="44" y="11"/>
                    <a:pt x="44" y="11"/>
                  </a:cubicBezTo>
                  <a:cubicBezTo>
                    <a:pt x="44" y="10"/>
                    <a:pt x="44" y="10"/>
                    <a:pt x="44" y="9"/>
                  </a:cubicBezTo>
                  <a:cubicBezTo>
                    <a:pt x="44" y="7"/>
                    <a:pt x="43" y="6"/>
                    <a:pt x="42" y="5"/>
                  </a:cubicBezTo>
                  <a:cubicBezTo>
                    <a:pt x="41" y="4"/>
                    <a:pt x="39" y="4"/>
                    <a:pt x="38" y="3"/>
                  </a:cubicBezTo>
                  <a:cubicBezTo>
                    <a:pt x="35" y="5"/>
                    <a:pt x="32" y="9"/>
                    <a:pt x="29" y="15"/>
                  </a:cubicBezTo>
                  <a:cubicBezTo>
                    <a:pt x="29" y="15"/>
                    <a:pt x="29" y="15"/>
                    <a:pt x="29" y="15"/>
                  </a:cubicBezTo>
                  <a:cubicBezTo>
                    <a:pt x="27" y="18"/>
                    <a:pt x="25" y="24"/>
                    <a:pt x="21" y="31"/>
                  </a:cubicBezTo>
                  <a:cubicBezTo>
                    <a:pt x="18" y="36"/>
                    <a:pt x="17" y="39"/>
                    <a:pt x="16" y="39"/>
                  </a:cubicBezTo>
                  <a:cubicBezTo>
                    <a:pt x="16" y="39"/>
                    <a:pt x="15" y="36"/>
                    <a:pt x="14" y="31"/>
                  </a:cubicBezTo>
                  <a:cubicBezTo>
                    <a:pt x="12" y="26"/>
                    <a:pt x="12" y="21"/>
                    <a:pt x="12" y="18"/>
                  </a:cubicBezTo>
                  <a:cubicBezTo>
                    <a:pt x="12" y="16"/>
                    <a:pt x="12" y="14"/>
                    <a:pt x="12" y="13"/>
                  </a:cubicBezTo>
                  <a:cubicBezTo>
                    <a:pt x="12" y="7"/>
                    <a:pt x="12" y="7"/>
                    <a:pt x="12" y="7"/>
                  </a:cubicBezTo>
                  <a:cubicBezTo>
                    <a:pt x="12" y="5"/>
                    <a:pt x="12" y="4"/>
                    <a:pt x="11" y="3"/>
                  </a:cubicBezTo>
                  <a:cubicBezTo>
                    <a:pt x="9" y="2"/>
                    <a:pt x="8" y="1"/>
                    <a:pt x="7" y="1"/>
                  </a:cubicBezTo>
                  <a:cubicBezTo>
                    <a:pt x="4" y="1"/>
                    <a:pt x="3" y="2"/>
                    <a:pt x="1" y="4"/>
                  </a:cubicBezTo>
                  <a:cubicBezTo>
                    <a:pt x="0" y="5"/>
                    <a:pt x="0" y="7"/>
                    <a:pt x="0" y="10"/>
                  </a:cubicBezTo>
                  <a:cubicBezTo>
                    <a:pt x="0" y="17"/>
                    <a:pt x="1" y="26"/>
                    <a:pt x="5" y="37"/>
                  </a:cubicBezTo>
                  <a:cubicBezTo>
                    <a:pt x="8" y="48"/>
                    <a:pt x="12" y="53"/>
                    <a:pt x="16" y="53"/>
                  </a:cubicBezTo>
                  <a:cubicBezTo>
                    <a:pt x="19" y="53"/>
                    <a:pt x="23" y="48"/>
                    <a:pt x="28" y="38"/>
                  </a:cubicBezTo>
                  <a:cubicBezTo>
                    <a:pt x="28" y="38"/>
                    <a:pt x="28" y="37"/>
                    <a:pt x="29" y="36"/>
                  </a:cubicBezTo>
                  <a:cubicBezTo>
                    <a:pt x="33" y="27"/>
                    <a:pt x="35" y="22"/>
                    <a:pt x="36" y="22"/>
                  </a:cubicBezTo>
                  <a:cubicBezTo>
                    <a:pt x="36" y="24"/>
                    <a:pt x="37" y="27"/>
                    <a:pt x="38" y="31"/>
                  </a:cubicBezTo>
                  <a:cubicBezTo>
                    <a:pt x="39" y="36"/>
                    <a:pt x="41" y="39"/>
                    <a:pt x="43" y="42"/>
                  </a:cubicBezTo>
                  <a:cubicBezTo>
                    <a:pt x="44" y="45"/>
                    <a:pt x="46" y="47"/>
                    <a:pt x="48" y="48"/>
                  </a:cubicBezTo>
                  <a:cubicBezTo>
                    <a:pt x="50" y="49"/>
                    <a:pt x="52" y="50"/>
                    <a:pt x="55" y="50"/>
                  </a:cubicBezTo>
                  <a:cubicBezTo>
                    <a:pt x="56" y="50"/>
                    <a:pt x="57" y="49"/>
                    <a:pt x="58" y="46"/>
                  </a:cubicBezTo>
                  <a:cubicBezTo>
                    <a:pt x="59" y="44"/>
                    <a:pt x="61" y="38"/>
                    <a:pt x="64" y="29"/>
                  </a:cubicBezTo>
                  <a:cubicBezTo>
                    <a:pt x="67" y="20"/>
                    <a:pt x="71" y="12"/>
                    <a:pt x="75" y="7"/>
                  </a:cubicBezTo>
                  <a:cubicBezTo>
                    <a:pt x="75" y="6"/>
                    <a:pt x="76" y="5"/>
                    <a:pt x="76" y="4"/>
                  </a:cubicBezTo>
                  <a:cubicBezTo>
                    <a:pt x="76" y="3"/>
                    <a:pt x="75" y="2"/>
                    <a:pt x="74" y="1"/>
                  </a:cubicBezTo>
                  <a:cubicBezTo>
                    <a:pt x="73" y="0"/>
                    <a:pt x="72" y="0"/>
                    <a:pt x="7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239"/>
            <p:cNvSpPr>
              <a:spLocks/>
            </p:cNvSpPr>
            <p:nvPr/>
          </p:nvSpPr>
          <p:spPr bwMode="auto">
            <a:xfrm>
              <a:off x="8532813" y="6132513"/>
              <a:ext cx="30163" cy="122238"/>
            </a:xfrm>
            <a:custGeom>
              <a:avLst/>
              <a:gdLst>
                <a:gd name="T0" fmla="*/ 15 w 20"/>
                <a:gd name="T1" fmla="*/ 0 h 80"/>
                <a:gd name="T2" fmla="*/ 10 w 20"/>
                <a:gd name="T3" fmla="*/ 3 h 80"/>
                <a:gd name="T4" fmla="*/ 4 w 20"/>
                <a:gd name="T5" fmla="*/ 29 h 80"/>
                <a:gd name="T6" fmla="*/ 0 w 20"/>
                <a:gd name="T7" fmla="*/ 67 h 80"/>
                <a:gd name="T8" fmla="*/ 2 w 20"/>
                <a:gd name="T9" fmla="*/ 77 h 80"/>
                <a:gd name="T10" fmla="*/ 6 w 20"/>
                <a:gd name="T11" fmla="*/ 80 h 80"/>
                <a:gd name="T12" fmla="*/ 10 w 20"/>
                <a:gd name="T13" fmla="*/ 78 h 80"/>
                <a:gd name="T14" fmla="*/ 12 w 20"/>
                <a:gd name="T15" fmla="*/ 74 h 80"/>
                <a:gd name="T16" fmla="*/ 12 w 20"/>
                <a:gd name="T17" fmla="*/ 71 h 80"/>
                <a:gd name="T18" fmla="*/ 11 w 20"/>
                <a:gd name="T19" fmla="*/ 57 h 80"/>
                <a:gd name="T20" fmla="*/ 13 w 20"/>
                <a:gd name="T21" fmla="*/ 42 h 80"/>
                <a:gd name="T22" fmla="*/ 16 w 20"/>
                <a:gd name="T23" fmla="*/ 24 h 80"/>
                <a:gd name="T24" fmla="*/ 20 w 20"/>
                <a:gd name="T25" fmla="*/ 10 h 80"/>
                <a:gd name="T26" fmla="*/ 20 w 20"/>
                <a:gd name="T27" fmla="*/ 5 h 80"/>
                <a:gd name="T28" fmla="*/ 15 w 20"/>
                <a:gd name="T29"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80">
                  <a:moveTo>
                    <a:pt x="15" y="0"/>
                  </a:moveTo>
                  <a:cubicBezTo>
                    <a:pt x="13" y="0"/>
                    <a:pt x="12" y="1"/>
                    <a:pt x="10" y="3"/>
                  </a:cubicBezTo>
                  <a:cubicBezTo>
                    <a:pt x="9" y="6"/>
                    <a:pt x="6" y="15"/>
                    <a:pt x="4" y="29"/>
                  </a:cubicBezTo>
                  <a:cubicBezTo>
                    <a:pt x="1" y="44"/>
                    <a:pt x="0" y="56"/>
                    <a:pt x="0" y="67"/>
                  </a:cubicBezTo>
                  <a:cubicBezTo>
                    <a:pt x="0" y="72"/>
                    <a:pt x="1" y="75"/>
                    <a:pt x="2" y="77"/>
                  </a:cubicBezTo>
                  <a:cubicBezTo>
                    <a:pt x="2" y="79"/>
                    <a:pt x="4" y="80"/>
                    <a:pt x="6" y="80"/>
                  </a:cubicBezTo>
                  <a:cubicBezTo>
                    <a:pt x="8" y="80"/>
                    <a:pt x="9" y="80"/>
                    <a:pt x="10" y="78"/>
                  </a:cubicBezTo>
                  <a:cubicBezTo>
                    <a:pt x="12" y="77"/>
                    <a:pt x="12" y="75"/>
                    <a:pt x="12" y="74"/>
                  </a:cubicBezTo>
                  <a:cubicBezTo>
                    <a:pt x="12" y="73"/>
                    <a:pt x="12" y="72"/>
                    <a:pt x="12" y="71"/>
                  </a:cubicBezTo>
                  <a:cubicBezTo>
                    <a:pt x="12" y="66"/>
                    <a:pt x="11" y="61"/>
                    <a:pt x="11" y="57"/>
                  </a:cubicBezTo>
                  <a:cubicBezTo>
                    <a:pt x="11" y="54"/>
                    <a:pt x="12" y="49"/>
                    <a:pt x="13" y="42"/>
                  </a:cubicBezTo>
                  <a:cubicBezTo>
                    <a:pt x="13" y="36"/>
                    <a:pt x="14" y="30"/>
                    <a:pt x="16" y="24"/>
                  </a:cubicBezTo>
                  <a:cubicBezTo>
                    <a:pt x="18" y="17"/>
                    <a:pt x="19" y="12"/>
                    <a:pt x="20" y="10"/>
                  </a:cubicBezTo>
                  <a:cubicBezTo>
                    <a:pt x="20" y="8"/>
                    <a:pt x="20" y="7"/>
                    <a:pt x="20" y="5"/>
                  </a:cubicBezTo>
                  <a:cubicBezTo>
                    <a:pt x="20" y="1"/>
                    <a:pt x="19"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Freeform 240"/>
            <p:cNvSpPr>
              <a:spLocks/>
            </p:cNvSpPr>
            <p:nvPr/>
          </p:nvSpPr>
          <p:spPr bwMode="auto">
            <a:xfrm>
              <a:off x="8562975" y="6173788"/>
              <a:ext cx="77788" cy="119063"/>
            </a:xfrm>
            <a:custGeom>
              <a:avLst/>
              <a:gdLst>
                <a:gd name="T0" fmla="*/ 45 w 50"/>
                <a:gd name="T1" fmla="*/ 0 h 78"/>
                <a:gd name="T2" fmla="*/ 41 w 50"/>
                <a:gd name="T3" fmla="*/ 2 h 78"/>
                <a:gd name="T4" fmla="*/ 40 w 50"/>
                <a:gd name="T5" fmla="*/ 4 h 78"/>
                <a:gd name="T6" fmla="*/ 39 w 50"/>
                <a:gd name="T7" fmla="*/ 11 h 78"/>
                <a:gd name="T8" fmla="*/ 38 w 50"/>
                <a:gd name="T9" fmla="*/ 22 h 78"/>
                <a:gd name="T10" fmla="*/ 36 w 50"/>
                <a:gd name="T11" fmla="*/ 27 h 78"/>
                <a:gd name="T12" fmla="*/ 30 w 50"/>
                <a:gd name="T13" fmla="*/ 32 h 78"/>
                <a:gd name="T14" fmla="*/ 23 w 50"/>
                <a:gd name="T15" fmla="*/ 36 h 78"/>
                <a:gd name="T16" fmla="*/ 18 w 50"/>
                <a:gd name="T17" fmla="*/ 38 h 78"/>
                <a:gd name="T18" fmla="*/ 16 w 50"/>
                <a:gd name="T19" fmla="*/ 36 h 78"/>
                <a:gd name="T20" fmla="*/ 15 w 50"/>
                <a:gd name="T21" fmla="*/ 31 h 78"/>
                <a:gd name="T22" fmla="*/ 19 w 50"/>
                <a:gd name="T23" fmla="*/ 16 h 78"/>
                <a:gd name="T24" fmla="*/ 22 w 50"/>
                <a:gd name="T25" fmla="*/ 9 h 78"/>
                <a:gd name="T26" fmla="*/ 21 w 50"/>
                <a:gd name="T27" fmla="*/ 5 h 78"/>
                <a:gd name="T28" fmla="*/ 18 w 50"/>
                <a:gd name="T29" fmla="*/ 3 h 78"/>
                <a:gd name="T30" fmla="*/ 12 w 50"/>
                <a:gd name="T31" fmla="*/ 5 h 78"/>
                <a:gd name="T32" fmla="*/ 8 w 50"/>
                <a:gd name="T33" fmla="*/ 18 h 78"/>
                <a:gd name="T34" fmla="*/ 5 w 50"/>
                <a:gd name="T35" fmla="*/ 34 h 78"/>
                <a:gd name="T36" fmla="*/ 8 w 50"/>
                <a:gd name="T37" fmla="*/ 44 h 78"/>
                <a:gd name="T38" fmla="*/ 16 w 50"/>
                <a:gd name="T39" fmla="*/ 48 h 78"/>
                <a:gd name="T40" fmla="*/ 37 w 50"/>
                <a:gd name="T41" fmla="*/ 36 h 78"/>
                <a:gd name="T42" fmla="*/ 32 w 50"/>
                <a:gd name="T43" fmla="*/ 59 h 78"/>
                <a:gd name="T44" fmla="*/ 23 w 50"/>
                <a:gd name="T45" fmla="*/ 69 h 78"/>
                <a:gd name="T46" fmla="*/ 6 w 50"/>
                <a:gd name="T47" fmla="*/ 61 h 78"/>
                <a:gd name="T48" fmla="*/ 4 w 50"/>
                <a:gd name="T49" fmla="*/ 60 h 78"/>
                <a:gd name="T50" fmla="*/ 1 w 50"/>
                <a:gd name="T51" fmla="*/ 61 h 78"/>
                <a:gd name="T52" fmla="*/ 0 w 50"/>
                <a:gd name="T53" fmla="*/ 64 h 78"/>
                <a:gd name="T54" fmla="*/ 4 w 50"/>
                <a:gd name="T55" fmla="*/ 70 h 78"/>
                <a:gd name="T56" fmla="*/ 12 w 50"/>
                <a:gd name="T57" fmla="*/ 75 h 78"/>
                <a:gd name="T58" fmla="*/ 12 w 50"/>
                <a:gd name="T59" fmla="*/ 75 h 78"/>
                <a:gd name="T60" fmla="*/ 24 w 50"/>
                <a:gd name="T61" fmla="*/ 78 h 78"/>
                <a:gd name="T62" fmla="*/ 34 w 50"/>
                <a:gd name="T63" fmla="*/ 75 h 78"/>
                <a:gd name="T64" fmla="*/ 41 w 50"/>
                <a:gd name="T65" fmla="*/ 63 h 78"/>
                <a:gd name="T66" fmla="*/ 47 w 50"/>
                <a:gd name="T67" fmla="*/ 44 h 78"/>
                <a:gd name="T68" fmla="*/ 49 w 50"/>
                <a:gd name="T69" fmla="*/ 23 h 78"/>
                <a:gd name="T70" fmla="*/ 50 w 50"/>
                <a:gd name="T71" fmla="*/ 8 h 78"/>
                <a:gd name="T72" fmla="*/ 49 w 50"/>
                <a:gd name="T73" fmla="*/ 2 h 78"/>
                <a:gd name="T74" fmla="*/ 45 w 50"/>
                <a:gd name="T75"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0" h="78">
                  <a:moveTo>
                    <a:pt x="45" y="0"/>
                  </a:moveTo>
                  <a:cubicBezTo>
                    <a:pt x="43" y="0"/>
                    <a:pt x="42" y="1"/>
                    <a:pt x="41" y="2"/>
                  </a:cubicBezTo>
                  <a:cubicBezTo>
                    <a:pt x="40" y="2"/>
                    <a:pt x="40" y="3"/>
                    <a:pt x="40" y="4"/>
                  </a:cubicBezTo>
                  <a:cubicBezTo>
                    <a:pt x="39" y="5"/>
                    <a:pt x="39" y="7"/>
                    <a:pt x="39" y="11"/>
                  </a:cubicBezTo>
                  <a:cubicBezTo>
                    <a:pt x="39" y="17"/>
                    <a:pt x="38" y="21"/>
                    <a:pt x="38" y="22"/>
                  </a:cubicBezTo>
                  <a:cubicBezTo>
                    <a:pt x="37" y="24"/>
                    <a:pt x="37" y="26"/>
                    <a:pt x="36" y="27"/>
                  </a:cubicBezTo>
                  <a:cubicBezTo>
                    <a:pt x="35" y="28"/>
                    <a:pt x="33" y="30"/>
                    <a:pt x="30" y="32"/>
                  </a:cubicBezTo>
                  <a:cubicBezTo>
                    <a:pt x="28" y="34"/>
                    <a:pt x="25" y="35"/>
                    <a:pt x="23" y="36"/>
                  </a:cubicBezTo>
                  <a:cubicBezTo>
                    <a:pt x="21" y="37"/>
                    <a:pt x="19" y="38"/>
                    <a:pt x="18" y="38"/>
                  </a:cubicBezTo>
                  <a:cubicBezTo>
                    <a:pt x="17" y="38"/>
                    <a:pt x="17" y="37"/>
                    <a:pt x="16" y="36"/>
                  </a:cubicBezTo>
                  <a:cubicBezTo>
                    <a:pt x="15" y="35"/>
                    <a:pt x="15" y="33"/>
                    <a:pt x="15" y="31"/>
                  </a:cubicBezTo>
                  <a:cubicBezTo>
                    <a:pt x="15" y="27"/>
                    <a:pt x="16" y="22"/>
                    <a:pt x="19" y="16"/>
                  </a:cubicBezTo>
                  <a:cubicBezTo>
                    <a:pt x="21" y="12"/>
                    <a:pt x="22" y="9"/>
                    <a:pt x="22" y="9"/>
                  </a:cubicBezTo>
                  <a:cubicBezTo>
                    <a:pt x="22" y="7"/>
                    <a:pt x="22" y="6"/>
                    <a:pt x="21" y="5"/>
                  </a:cubicBezTo>
                  <a:cubicBezTo>
                    <a:pt x="20" y="3"/>
                    <a:pt x="19" y="3"/>
                    <a:pt x="18" y="3"/>
                  </a:cubicBezTo>
                  <a:cubicBezTo>
                    <a:pt x="15" y="3"/>
                    <a:pt x="13" y="3"/>
                    <a:pt x="12" y="5"/>
                  </a:cubicBezTo>
                  <a:cubicBezTo>
                    <a:pt x="11" y="7"/>
                    <a:pt x="9" y="11"/>
                    <a:pt x="8" y="18"/>
                  </a:cubicBezTo>
                  <a:cubicBezTo>
                    <a:pt x="6" y="25"/>
                    <a:pt x="5" y="31"/>
                    <a:pt x="5" y="34"/>
                  </a:cubicBezTo>
                  <a:cubicBezTo>
                    <a:pt x="5" y="38"/>
                    <a:pt x="6" y="41"/>
                    <a:pt x="8" y="44"/>
                  </a:cubicBezTo>
                  <a:cubicBezTo>
                    <a:pt x="10" y="46"/>
                    <a:pt x="12" y="48"/>
                    <a:pt x="16" y="48"/>
                  </a:cubicBezTo>
                  <a:cubicBezTo>
                    <a:pt x="21" y="48"/>
                    <a:pt x="28" y="44"/>
                    <a:pt x="37" y="36"/>
                  </a:cubicBezTo>
                  <a:cubicBezTo>
                    <a:pt x="37" y="45"/>
                    <a:pt x="35" y="53"/>
                    <a:pt x="32" y="59"/>
                  </a:cubicBezTo>
                  <a:cubicBezTo>
                    <a:pt x="29" y="65"/>
                    <a:pt x="26" y="69"/>
                    <a:pt x="23" y="69"/>
                  </a:cubicBezTo>
                  <a:cubicBezTo>
                    <a:pt x="16" y="69"/>
                    <a:pt x="10" y="66"/>
                    <a:pt x="6" y="61"/>
                  </a:cubicBezTo>
                  <a:cubicBezTo>
                    <a:pt x="6" y="60"/>
                    <a:pt x="5" y="60"/>
                    <a:pt x="4" y="60"/>
                  </a:cubicBezTo>
                  <a:cubicBezTo>
                    <a:pt x="3" y="60"/>
                    <a:pt x="2" y="60"/>
                    <a:pt x="1" y="61"/>
                  </a:cubicBezTo>
                  <a:cubicBezTo>
                    <a:pt x="0" y="62"/>
                    <a:pt x="0" y="63"/>
                    <a:pt x="0" y="64"/>
                  </a:cubicBezTo>
                  <a:cubicBezTo>
                    <a:pt x="0" y="66"/>
                    <a:pt x="1" y="68"/>
                    <a:pt x="4" y="70"/>
                  </a:cubicBezTo>
                  <a:cubicBezTo>
                    <a:pt x="6" y="72"/>
                    <a:pt x="9" y="74"/>
                    <a:pt x="12" y="75"/>
                  </a:cubicBezTo>
                  <a:cubicBezTo>
                    <a:pt x="12" y="75"/>
                    <a:pt x="12" y="75"/>
                    <a:pt x="12" y="75"/>
                  </a:cubicBezTo>
                  <a:cubicBezTo>
                    <a:pt x="16" y="77"/>
                    <a:pt x="20" y="78"/>
                    <a:pt x="24" y="78"/>
                  </a:cubicBezTo>
                  <a:cubicBezTo>
                    <a:pt x="27" y="78"/>
                    <a:pt x="31" y="77"/>
                    <a:pt x="34" y="75"/>
                  </a:cubicBezTo>
                  <a:cubicBezTo>
                    <a:pt x="36" y="73"/>
                    <a:pt x="39" y="69"/>
                    <a:pt x="41" y="63"/>
                  </a:cubicBezTo>
                  <a:cubicBezTo>
                    <a:pt x="44" y="58"/>
                    <a:pt x="45" y="51"/>
                    <a:pt x="47" y="44"/>
                  </a:cubicBezTo>
                  <a:cubicBezTo>
                    <a:pt x="48" y="37"/>
                    <a:pt x="49" y="30"/>
                    <a:pt x="49" y="23"/>
                  </a:cubicBezTo>
                  <a:cubicBezTo>
                    <a:pt x="50" y="8"/>
                    <a:pt x="50" y="8"/>
                    <a:pt x="50" y="8"/>
                  </a:cubicBezTo>
                  <a:cubicBezTo>
                    <a:pt x="50" y="5"/>
                    <a:pt x="50" y="3"/>
                    <a:pt x="49" y="2"/>
                  </a:cubicBezTo>
                  <a:cubicBezTo>
                    <a:pt x="48" y="1"/>
                    <a:pt x="47" y="0"/>
                    <a:pt x="4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47" name="组合 246"/>
          <p:cNvGrpSpPr/>
          <p:nvPr/>
        </p:nvGrpSpPr>
        <p:grpSpPr>
          <a:xfrm>
            <a:off x="571026" y="1200845"/>
            <a:ext cx="1502056" cy="1006532"/>
            <a:chOff x="482601" y="841375"/>
            <a:chExt cx="1693862" cy="1135063"/>
          </a:xfrm>
          <a:solidFill>
            <a:schemeClr val="tx1">
              <a:lumMod val="65000"/>
              <a:lumOff val="35000"/>
            </a:schemeClr>
          </a:solidFill>
        </p:grpSpPr>
        <p:sp>
          <p:nvSpPr>
            <p:cNvPr id="248" name="Freeform 5"/>
            <p:cNvSpPr>
              <a:spLocks/>
            </p:cNvSpPr>
            <p:nvPr/>
          </p:nvSpPr>
          <p:spPr bwMode="auto">
            <a:xfrm>
              <a:off x="1135063" y="1687513"/>
              <a:ext cx="11113" cy="7938"/>
            </a:xfrm>
            <a:custGeom>
              <a:avLst/>
              <a:gdLst>
                <a:gd name="T0" fmla="*/ 6 w 6"/>
                <a:gd name="T1" fmla="*/ 4 h 4"/>
                <a:gd name="T2" fmla="*/ 3 w 6"/>
                <a:gd name="T3" fmla="*/ 0 h 4"/>
                <a:gd name="T4" fmla="*/ 0 w 6"/>
                <a:gd name="T5" fmla="*/ 4 h 4"/>
                <a:gd name="T6" fmla="*/ 6 w 6"/>
                <a:gd name="T7" fmla="*/ 4 h 4"/>
              </a:gdLst>
              <a:ahLst/>
              <a:cxnLst>
                <a:cxn ang="0">
                  <a:pos x="T0" y="T1"/>
                </a:cxn>
                <a:cxn ang="0">
                  <a:pos x="T2" y="T3"/>
                </a:cxn>
                <a:cxn ang="0">
                  <a:pos x="T4" y="T5"/>
                </a:cxn>
                <a:cxn ang="0">
                  <a:pos x="T6" y="T7"/>
                </a:cxn>
              </a:cxnLst>
              <a:rect l="0" t="0" r="r" b="b"/>
              <a:pathLst>
                <a:path w="6" h="4">
                  <a:moveTo>
                    <a:pt x="6" y="4"/>
                  </a:moveTo>
                  <a:cubicBezTo>
                    <a:pt x="5" y="3"/>
                    <a:pt x="4" y="1"/>
                    <a:pt x="3" y="0"/>
                  </a:cubicBezTo>
                  <a:cubicBezTo>
                    <a:pt x="2" y="1"/>
                    <a:pt x="1" y="2"/>
                    <a:pt x="0" y="4"/>
                  </a:cubicBezTo>
                  <a:cubicBezTo>
                    <a:pt x="2" y="4"/>
                    <a:pt x="4" y="4"/>
                    <a:pt x="6"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6"/>
            <p:cNvSpPr>
              <a:spLocks/>
            </p:cNvSpPr>
            <p:nvPr/>
          </p:nvSpPr>
          <p:spPr bwMode="auto">
            <a:xfrm>
              <a:off x="952501" y="1530350"/>
              <a:ext cx="73025" cy="155575"/>
            </a:xfrm>
            <a:custGeom>
              <a:avLst/>
              <a:gdLst>
                <a:gd name="T0" fmla="*/ 17 w 42"/>
                <a:gd name="T1" fmla="*/ 88 h 89"/>
                <a:gd name="T2" fmla="*/ 33 w 42"/>
                <a:gd name="T3" fmla="*/ 89 h 89"/>
                <a:gd name="T4" fmla="*/ 42 w 42"/>
                <a:gd name="T5" fmla="*/ 89 h 89"/>
                <a:gd name="T6" fmla="*/ 40 w 42"/>
                <a:gd name="T7" fmla="*/ 85 h 89"/>
                <a:gd name="T8" fmla="*/ 39 w 42"/>
                <a:gd name="T9" fmla="*/ 84 h 89"/>
                <a:gd name="T10" fmla="*/ 0 w 42"/>
                <a:gd name="T11" fmla="*/ 0 h 89"/>
                <a:gd name="T12" fmla="*/ 0 w 42"/>
                <a:gd name="T13" fmla="*/ 71 h 89"/>
                <a:gd name="T14" fmla="*/ 0 w 42"/>
                <a:gd name="T15" fmla="*/ 89 h 89"/>
                <a:gd name="T16" fmla="*/ 17 w 42"/>
                <a:gd name="T17" fmla="*/ 88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89">
                  <a:moveTo>
                    <a:pt x="17" y="88"/>
                  </a:moveTo>
                  <a:cubicBezTo>
                    <a:pt x="23" y="88"/>
                    <a:pt x="28" y="88"/>
                    <a:pt x="33" y="89"/>
                  </a:cubicBezTo>
                  <a:cubicBezTo>
                    <a:pt x="36" y="89"/>
                    <a:pt x="39" y="89"/>
                    <a:pt x="42" y="89"/>
                  </a:cubicBezTo>
                  <a:cubicBezTo>
                    <a:pt x="41" y="88"/>
                    <a:pt x="40" y="87"/>
                    <a:pt x="40" y="85"/>
                  </a:cubicBezTo>
                  <a:cubicBezTo>
                    <a:pt x="39" y="84"/>
                    <a:pt x="39" y="84"/>
                    <a:pt x="39" y="84"/>
                  </a:cubicBezTo>
                  <a:cubicBezTo>
                    <a:pt x="32" y="71"/>
                    <a:pt x="16" y="39"/>
                    <a:pt x="0" y="0"/>
                  </a:cubicBezTo>
                  <a:cubicBezTo>
                    <a:pt x="0" y="71"/>
                    <a:pt x="0" y="71"/>
                    <a:pt x="0" y="71"/>
                  </a:cubicBezTo>
                  <a:cubicBezTo>
                    <a:pt x="0" y="89"/>
                    <a:pt x="0" y="89"/>
                    <a:pt x="0" y="89"/>
                  </a:cubicBezTo>
                  <a:cubicBezTo>
                    <a:pt x="6" y="88"/>
                    <a:pt x="11" y="88"/>
                    <a:pt x="17"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Freeform 7"/>
            <p:cNvSpPr>
              <a:spLocks/>
            </p:cNvSpPr>
            <p:nvPr/>
          </p:nvSpPr>
          <p:spPr bwMode="auto">
            <a:xfrm>
              <a:off x="1249363" y="1530350"/>
              <a:ext cx="80963" cy="165100"/>
            </a:xfrm>
            <a:custGeom>
              <a:avLst/>
              <a:gdLst>
                <a:gd name="T0" fmla="*/ 6 w 46"/>
                <a:gd name="T1" fmla="*/ 85 h 94"/>
                <a:gd name="T2" fmla="*/ 0 w 46"/>
                <a:gd name="T3" fmla="*/ 94 h 94"/>
                <a:gd name="T4" fmla="*/ 46 w 46"/>
                <a:gd name="T5" fmla="*/ 89 h 94"/>
                <a:gd name="T6" fmla="*/ 46 w 46"/>
                <a:gd name="T7" fmla="*/ 71 h 94"/>
                <a:gd name="T8" fmla="*/ 46 w 46"/>
                <a:gd name="T9" fmla="*/ 0 h 94"/>
                <a:gd name="T10" fmla="*/ 7 w 46"/>
                <a:gd name="T11" fmla="*/ 84 h 94"/>
                <a:gd name="T12" fmla="*/ 6 w 46"/>
                <a:gd name="T13" fmla="*/ 85 h 94"/>
              </a:gdLst>
              <a:ahLst/>
              <a:cxnLst>
                <a:cxn ang="0">
                  <a:pos x="T0" y="T1"/>
                </a:cxn>
                <a:cxn ang="0">
                  <a:pos x="T2" y="T3"/>
                </a:cxn>
                <a:cxn ang="0">
                  <a:pos x="T4" y="T5"/>
                </a:cxn>
                <a:cxn ang="0">
                  <a:pos x="T6" y="T7"/>
                </a:cxn>
                <a:cxn ang="0">
                  <a:pos x="T8" y="T9"/>
                </a:cxn>
                <a:cxn ang="0">
                  <a:pos x="T10" y="T11"/>
                </a:cxn>
                <a:cxn ang="0">
                  <a:pos x="T12" y="T13"/>
                </a:cxn>
              </a:cxnLst>
              <a:rect l="0" t="0" r="r" b="b"/>
              <a:pathLst>
                <a:path w="46" h="94">
                  <a:moveTo>
                    <a:pt x="6" y="85"/>
                  </a:moveTo>
                  <a:cubicBezTo>
                    <a:pt x="4" y="88"/>
                    <a:pt x="2" y="91"/>
                    <a:pt x="0" y="94"/>
                  </a:cubicBezTo>
                  <a:cubicBezTo>
                    <a:pt x="17" y="93"/>
                    <a:pt x="32" y="91"/>
                    <a:pt x="46" y="89"/>
                  </a:cubicBezTo>
                  <a:cubicBezTo>
                    <a:pt x="46" y="71"/>
                    <a:pt x="46" y="71"/>
                    <a:pt x="46" y="71"/>
                  </a:cubicBezTo>
                  <a:cubicBezTo>
                    <a:pt x="46" y="0"/>
                    <a:pt x="46" y="0"/>
                    <a:pt x="46" y="0"/>
                  </a:cubicBezTo>
                  <a:cubicBezTo>
                    <a:pt x="30" y="39"/>
                    <a:pt x="13" y="71"/>
                    <a:pt x="7" y="84"/>
                  </a:cubicBezTo>
                  <a:lnTo>
                    <a:pt x="6" y="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Freeform 8"/>
            <p:cNvSpPr>
              <a:spLocks/>
            </p:cNvSpPr>
            <p:nvPr/>
          </p:nvSpPr>
          <p:spPr bwMode="auto">
            <a:xfrm>
              <a:off x="482601" y="1643063"/>
              <a:ext cx="331788" cy="331788"/>
            </a:xfrm>
            <a:custGeom>
              <a:avLst/>
              <a:gdLst>
                <a:gd name="T0" fmla="*/ 85 w 189"/>
                <a:gd name="T1" fmla="*/ 185 h 190"/>
                <a:gd name="T2" fmla="*/ 184 w 189"/>
                <a:gd name="T3" fmla="*/ 104 h 190"/>
                <a:gd name="T4" fmla="*/ 104 w 189"/>
                <a:gd name="T5" fmla="*/ 6 h 190"/>
                <a:gd name="T6" fmla="*/ 5 w 189"/>
                <a:gd name="T7" fmla="*/ 86 h 190"/>
                <a:gd name="T8" fmla="*/ 85 w 189"/>
                <a:gd name="T9" fmla="*/ 185 h 190"/>
              </a:gdLst>
              <a:ahLst/>
              <a:cxnLst>
                <a:cxn ang="0">
                  <a:pos x="T0" y="T1"/>
                </a:cxn>
                <a:cxn ang="0">
                  <a:pos x="T2" y="T3"/>
                </a:cxn>
                <a:cxn ang="0">
                  <a:pos x="T4" y="T5"/>
                </a:cxn>
                <a:cxn ang="0">
                  <a:pos x="T6" y="T7"/>
                </a:cxn>
                <a:cxn ang="0">
                  <a:pos x="T8" y="T9"/>
                </a:cxn>
              </a:cxnLst>
              <a:rect l="0" t="0" r="r" b="b"/>
              <a:pathLst>
                <a:path w="189" h="190">
                  <a:moveTo>
                    <a:pt x="85" y="185"/>
                  </a:moveTo>
                  <a:cubicBezTo>
                    <a:pt x="134" y="190"/>
                    <a:pt x="179" y="154"/>
                    <a:pt x="184" y="104"/>
                  </a:cubicBezTo>
                  <a:cubicBezTo>
                    <a:pt x="189" y="55"/>
                    <a:pt x="153" y="11"/>
                    <a:pt x="104" y="6"/>
                  </a:cubicBezTo>
                  <a:cubicBezTo>
                    <a:pt x="54" y="0"/>
                    <a:pt x="10" y="36"/>
                    <a:pt x="5" y="86"/>
                  </a:cubicBezTo>
                  <a:cubicBezTo>
                    <a:pt x="0" y="135"/>
                    <a:pt x="35" y="179"/>
                    <a:pt x="85" y="1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9"/>
            <p:cNvSpPr>
              <a:spLocks/>
            </p:cNvSpPr>
            <p:nvPr/>
          </p:nvSpPr>
          <p:spPr bwMode="auto">
            <a:xfrm>
              <a:off x="842963" y="1658938"/>
              <a:ext cx="1333500" cy="317500"/>
            </a:xfrm>
            <a:custGeom>
              <a:avLst/>
              <a:gdLst>
                <a:gd name="T0" fmla="*/ 85 w 762"/>
                <a:gd name="T1" fmla="*/ 167 h 182"/>
                <a:gd name="T2" fmla="*/ 222 w 762"/>
                <a:gd name="T3" fmla="*/ 178 h 182"/>
                <a:gd name="T4" fmla="*/ 61 w 762"/>
                <a:gd name="T5" fmla="*/ 117 h 182"/>
                <a:gd name="T6" fmla="*/ 60 w 762"/>
                <a:gd name="T7" fmla="*/ 116 h 182"/>
                <a:gd name="T8" fmla="*/ 60 w 762"/>
                <a:gd name="T9" fmla="*/ 116 h 182"/>
                <a:gd name="T10" fmla="*/ 60 w 762"/>
                <a:gd name="T11" fmla="*/ 116 h 182"/>
                <a:gd name="T12" fmla="*/ 44 w 762"/>
                <a:gd name="T13" fmla="*/ 90 h 182"/>
                <a:gd name="T14" fmla="*/ 52 w 762"/>
                <a:gd name="T15" fmla="*/ 60 h 182"/>
                <a:gd name="T16" fmla="*/ 84 w 762"/>
                <a:gd name="T17" fmla="*/ 44 h 182"/>
                <a:gd name="T18" fmla="*/ 108 w 762"/>
                <a:gd name="T19" fmla="*/ 52 h 182"/>
                <a:gd name="T20" fmla="*/ 110 w 762"/>
                <a:gd name="T21" fmla="*/ 53 h 182"/>
                <a:gd name="T22" fmla="*/ 118 w 762"/>
                <a:gd name="T23" fmla="*/ 59 h 182"/>
                <a:gd name="T24" fmla="*/ 151 w 762"/>
                <a:gd name="T25" fmla="*/ 76 h 182"/>
                <a:gd name="T26" fmla="*/ 268 w 762"/>
                <a:gd name="T27" fmla="*/ 101 h 182"/>
                <a:gd name="T28" fmla="*/ 373 w 762"/>
                <a:gd name="T29" fmla="*/ 80 h 182"/>
                <a:gd name="T30" fmla="*/ 388 w 762"/>
                <a:gd name="T31" fmla="*/ 77 h 182"/>
                <a:gd name="T32" fmla="*/ 425 w 762"/>
                <a:gd name="T33" fmla="*/ 102 h 182"/>
                <a:gd name="T34" fmla="*/ 425 w 762"/>
                <a:gd name="T35" fmla="*/ 102 h 182"/>
                <a:gd name="T36" fmla="*/ 486 w 762"/>
                <a:gd name="T37" fmla="*/ 100 h 182"/>
                <a:gd name="T38" fmla="*/ 696 w 762"/>
                <a:gd name="T39" fmla="*/ 125 h 182"/>
                <a:gd name="T40" fmla="*/ 707 w 762"/>
                <a:gd name="T41" fmla="*/ 126 h 182"/>
                <a:gd name="T42" fmla="*/ 756 w 762"/>
                <a:gd name="T43" fmla="*/ 87 h 182"/>
                <a:gd name="T44" fmla="*/ 719 w 762"/>
                <a:gd name="T45" fmla="*/ 27 h 182"/>
                <a:gd name="T46" fmla="*/ 486 w 762"/>
                <a:gd name="T47" fmla="*/ 0 h 182"/>
                <a:gd name="T48" fmla="*/ 323 w 762"/>
                <a:gd name="T49" fmla="*/ 16 h 182"/>
                <a:gd name="T50" fmla="*/ 300 w 762"/>
                <a:gd name="T51" fmla="*/ 19 h 182"/>
                <a:gd name="T52" fmla="*/ 220 w 762"/>
                <a:gd name="T53" fmla="*/ 29 h 182"/>
                <a:gd name="T54" fmla="*/ 203 w 762"/>
                <a:gd name="T55" fmla="*/ 34 h 182"/>
                <a:gd name="T56" fmla="*/ 184 w 762"/>
                <a:gd name="T57" fmla="*/ 29 h 182"/>
                <a:gd name="T58" fmla="*/ 157 w 762"/>
                <a:gd name="T59" fmla="*/ 28 h 182"/>
                <a:gd name="T60" fmla="*/ 156 w 762"/>
                <a:gd name="T61" fmla="*/ 29 h 182"/>
                <a:gd name="T62" fmla="*/ 137 w 762"/>
                <a:gd name="T63" fmla="*/ 34 h 182"/>
                <a:gd name="T64" fmla="*/ 112 w 762"/>
                <a:gd name="T65" fmla="*/ 25 h 182"/>
                <a:gd name="T66" fmla="*/ 94 w 762"/>
                <a:gd name="T67" fmla="*/ 24 h 182"/>
                <a:gd name="T68" fmla="*/ 4 w 762"/>
                <a:gd name="T69" fmla="*/ 73 h 182"/>
                <a:gd name="T70" fmla="*/ 85 w 762"/>
                <a:gd name="T71" fmla="*/ 167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62" h="182">
                  <a:moveTo>
                    <a:pt x="85" y="167"/>
                  </a:moveTo>
                  <a:cubicBezTo>
                    <a:pt x="137" y="178"/>
                    <a:pt x="178" y="182"/>
                    <a:pt x="222" y="178"/>
                  </a:cubicBezTo>
                  <a:cubicBezTo>
                    <a:pt x="137" y="167"/>
                    <a:pt x="79" y="129"/>
                    <a:pt x="61" y="117"/>
                  </a:cubicBezTo>
                  <a:cubicBezTo>
                    <a:pt x="60" y="116"/>
                    <a:pt x="60" y="116"/>
                    <a:pt x="60" y="116"/>
                  </a:cubicBezTo>
                  <a:cubicBezTo>
                    <a:pt x="60" y="116"/>
                    <a:pt x="60" y="116"/>
                    <a:pt x="60" y="116"/>
                  </a:cubicBezTo>
                  <a:cubicBezTo>
                    <a:pt x="60" y="116"/>
                    <a:pt x="60" y="116"/>
                    <a:pt x="60" y="116"/>
                  </a:cubicBezTo>
                  <a:cubicBezTo>
                    <a:pt x="51" y="110"/>
                    <a:pt x="46" y="100"/>
                    <a:pt x="44" y="90"/>
                  </a:cubicBezTo>
                  <a:cubicBezTo>
                    <a:pt x="43" y="79"/>
                    <a:pt x="46" y="69"/>
                    <a:pt x="52" y="60"/>
                  </a:cubicBezTo>
                  <a:cubicBezTo>
                    <a:pt x="60" y="50"/>
                    <a:pt x="71" y="44"/>
                    <a:pt x="84" y="44"/>
                  </a:cubicBezTo>
                  <a:cubicBezTo>
                    <a:pt x="93" y="44"/>
                    <a:pt x="101" y="47"/>
                    <a:pt x="108" y="52"/>
                  </a:cubicBezTo>
                  <a:cubicBezTo>
                    <a:pt x="109" y="52"/>
                    <a:pt x="109" y="53"/>
                    <a:pt x="110" y="53"/>
                  </a:cubicBezTo>
                  <a:cubicBezTo>
                    <a:pt x="113" y="55"/>
                    <a:pt x="115" y="57"/>
                    <a:pt x="118" y="59"/>
                  </a:cubicBezTo>
                  <a:cubicBezTo>
                    <a:pt x="125" y="63"/>
                    <a:pt x="136" y="69"/>
                    <a:pt x="151" y="76"/>
                  </a:cubicBezTo>
                  <a:cubicBezTo>
                    <a:pt x="177" y="87"/>
                    <a:pt x="219" y="101"/>
                    <a:pt x="268" y="101"/>
                  </a:cubicBezTo>
                  <a:cubicBezTo>
                    <a:pt x="303" y="101"/>
                    <a:pt x="339" y="94"/>
                    <a:pt x="373" y="80"/>
                  </a:cubicBezTo>
                  <a:cubicBezTo>
                    <a:pt x="378" y="78"/>
                    <a:pt x="383" y="77"/>
                    <a:pt x="388" y="77"/>
                  </a:cubicBezTo>
                  <a:cubicBezTo>
                    <a:pt x="404" y="77"/>
                    <a:pt x="419" y="86"/>
                    <a:pt x="425" y="102"/>
                  </a:cubicBezTo>
                  <a:cubicBezTo>
                    <a:pt x="425" y="102"/>
                    <a:pt x="425" y="102"/>
                    <a:pt x="425" y="102"/>
                  </a:cubicBezTo>
                  <a:cubicBezTo>
                    <a:pt x="443" y="101"/>
                    <a:pt x="463" y="100"/>
                    <a:pt x="486" y="100"/>
                  </a:cubicBezTo>
                  <a:cubicBezTo>
                    <a:pt x="543" y="100"/>
                    <a:pt x="614" y="106"/>
                    <a:pt x="696" y="125"/>
                  </a:cubicBezTo>
                  <a:cubicBezTo>
                    <a:pt x="700" y="126"/>
                    <a:pt x="704" y="126"/>
                    <a:pt x="707" y="126"/>
                  </a:cubicBezTo>
                  <a:cubicBezTo>
                    <a:pt x="730" y="126"/>
                    <a:pt x="751" y="111"/>
                    <a:pt x="756" y="87"/>
                  </a:cubicBezTo>
                  <a:cubicBezTo>
                    <a:pt x="762" y="61"/>
                    <a:pt x="746" y="34"/>
                    <a:pt x="719" y="27"/>
                  </a:cubicBezTo>
                  <a:cubicBezTo>
                    <a:pt x="629" y="6"/>
                    <a:pt x="550" y="0"/>
                    <a:pt x="486" y="0"/>
                  </a:cubicBezTo>
                  <a:cubicBezTo>
                    <a:pt x="400" y="0"/>
                    <a:pt x="341" y="12"/>
                    <a:pt x="323" y="16"/>
                  </a:cubicBezTo>
                  <a:cubicBezTo>
                    <a:pt x="317" y="17"/>
                    <a:pt x="309" y="18"/>
                    <a:pt x="300" y="19"/>
                  </a:cubicBezTo>
                  <a:cubicBezTo>
                    <a:pt x="275" y="26"/>
                    <a:pt x="248" y="29"/>
                    <a:pt x="220" y="29"/>
                  </a:cubicBezTo>
                  <a:cubicBezTo>
                    <a:pt x="215" y="32"/>
                    <a:pt x="209" y="34"/>
                    <a:pt x="203" y="34"/>
                  </a:cubicBezTo>
                  <a:cubicBezTo>
                    <a:pt x="196" y="34"/>
                    <a:pt x="190" y="32"/>
                    <a:pt x="184" y="29"/>
                  </a:cubicBezTo>
                  <a:cubicBezTo>
                    <a:pt x="175" y="29"/>
                    <a:pt x="166" y="29"/>
                    <a:pt x="157" y="28"/>
                  </a:cubicBezTo>
                  <a:cubicBezTo>
                    <a:pt x="157" y="28"/>
                    <a:pt x="156" y="29"/>
                    <a:pt x="156" y="29"/>
                  </a:cubicBezTo>
                  <a:cubicBezTo>
                    <a:pt x="150" y="32"/>
                    <a:pt x="144" y="34"/>
                    <a:pt x="137" y="34"/>
                  </a:cubicBezTo>
                  <a:cubicBezTo>
                    <a:pt x="128" y="34"/>
                    <a:pt x="119" y="31"/>
                    <a:pt x="112" y="25"/>
                  </a:cubicBezTo>
                  <a:cubicBezTo>
                    <a:pt x="106" y="25"/>
                    <a:pt x="100" y="24"/>
                    <a:pt x="94" y="24"/>
                  </a:cubicBezTo>
                  <a:cubicBezTo>
                    <a:pt x="53" y="17"/>
                    <a:pt x="8" y="38"/>
                    <a:pt x="4" y="73"/>
                  </a:cubicBezTo>
                  <a:cubicBezTo>
                    <a:pt x="0" y="108"/>
                    <a:pt x="24" y="155"/>
                    <a:pt x="85" y="1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10"/>
            <p:cNvSpPr>
              <a:spLocks/>
            </p:cNvSpPr>
            <p:nvPr/>
          </p:nvSpPr>
          <p:spPr bwMode="auto">
            <a:xfrm>
              <a:off x="927101" y="1741488"/>
              <a:ext cx="658813" cy="219075"/>
            </a:xfrm>
            <a:custGeom>
              <a:avLst/>
              <a:gdLst>
                <a:gd name="T0" fmla="*/ 328 w 376"/>
                <a:gd name="T1" fmla="*/ 39 h 125"/>
                <a:gd name="T2" fmla="*/ 220 w 376"/>
                <a:gd name="T3" fmla="*/ 61 h 125"/>
                <a:gd name="T4" fmla="*/ 100 w 376"/>
                <a:gd name="T5" fmla="*/ 35 h 125"/>
                <a:gd name="T6" fmla="*/ 66 w 376"/>
                <a:gd name="T7" fmla="*/ 18 h 125"/>
                <a:gd name="T8" fmla="*/ 57 w 376"/>
                <a:gd name="T9" fmla="*/ 12 h 125"/>
                <a:gd name="T10" fmla="*/ 56 w 376"/>
                <a:gd name="T11" fmla="*/ 11 h 125"/>
                <a:gd name="T12" fmla="*/ 55 w 376"/>
                <a:gd name="T13" fmla="*/ 10 h 125"/>
                <a:gd name="T14" fmla="*/ 55 w 376"/>
                <a:gd name="T15" fmla="*/ 10 h 125"/>
                <a:gd name="T16" fmla="*/ 10 w 376"/>
                <a:gd name="T17" fmla="*/ 17 h 125"/>
                <a:gd name="T18" fmla="*/ 17 w 376"/>
                <a:gd name="T19" fmla="*/ 62 h 125"/>
                <a:gd name="T20" fmla="*/ 220 w 376"/>
                <a:gd name="T21" fmla="*/ 125 h 125"/>
                <a:gd name="T22" fmla="*/ 220 w 376"/>
                <a:gd name="T23" fmla="*/ 125 h 125"/>
                <a:gd name="T24" fmla="*/ 352 w 376"/>
                <a:gd name="T25" fmla="*/ 98 h 125"/>
                <a:gd name="T26" fmla="*/ 370 w 376"/>
                <a:gd name="T27" fmla="*/ 57 h 125"/>
                <a:gd name="T28" fmla="*/ 328 w 376"/>
                <a:gd name="T29" fmla="*/ 39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76" h="125">
                  <a:moveTo>
                    <a:pt x="328" y="39"/>
                  </a:moveTo>
                  <a:cubicBezTo>
                    <a:pt x="289" y="55"/>
                    <a:pt x="253" y="61"/>
                    <a:pt x="220" y="61"/>
                  </a:cubicBezTo>
                  <a:cubicBezTo>
                    <a:pt x="171" y="61"/>
                    <a:pt x="129" y="48"/>
                    <a:pt x="100" y="35"/>
                  </a:cubicBezTo>
                  <a:cubicBezTo>
                    <a:pt x="85" y="29"/>
                    <a:pt x="74" y="22"/>
                    <a:pt x="66" y="18"/>
                  </a:cubicBezTo>
                  <a:cubicBezTo>
                    <a:pt x="62" y="15"/>
                    <a:pt x="59" y="13"/>
                    <a:pt x="57" y="12"/>
                  </a:cubicBezTo>
                  <a:cubicBezTo>
                    <a:pt x="57" y="11"/>
                    <a:pt x="56" y="11"/>
                    <a:pt x="56" y="11"/>
                  </a:cubicBezTo>
                  <a:cubicBezTo>
                    <a:pt x="55" y="11"/>
                    <a:pt x="55" y="10"/>
                    <a:pt x="55" y="10"/>
                  </a:cubicBezTo>
                  <a:cubicBezTo>
                    <a:pt x="55" y="10"/>
                    <a:pt x="55" y="10"/>
                    <a:pt x="55" y="10"/>
                  </a:cubicBezTo>
                  <a:cubicBezTo>
                    <a:pt x="41" y="0"/>
                    <a:pt x="21" y="3"/>
                    <a:pt x="10" y="17"/>
                  </a:cubicBezTo>
                  <a:cubicBezTo>
                    <a:pt x="0" y="31"/>
                    <a:pt x="3" y="51"/>
                    <a:pt x="17" y="62"/>
                  </a:cubicBezTo>
                  <a:cubicBezTo>
                    <a:pt x="20" y="64"/>
                    <a:pt x="100" y="124"/>
                    <a:pt x="220" y="125"/>
                  </a:cubicBezTo>
                  <a:cubicBezTo>
                    <a:pt x="220" y="125"/>
                    <a:pt x="220" y="125"/>
                    <a:pt x="220" y="125"/>
                  </a:cubicBezTo>
                  <a:cubicBezTo>
                    <a:pt x="260" y="125"/>
                    <a:pt x="305" y="117"/>
                    <a:pt x="352" y="98"/>
                  </a:cubicBezTo>
                  <a:cubicBezTo>
                    <a:pt x="368" y="92"/>
                    <a:pt x="376" y="73"/>
                    <a:pt x="370" y="57"/>
                  </a:cubicBezTo>
                  <a:cubicBezTo>
                    <a:pt x="363" y="40"/>
                    <a:pt x="344" y="32"/>
                    <a:pt x="328"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Freeform 11"/>
            <p:cNvSpPr>
              <a:spLocks/>
            </p:cNvSpPr>
            <p:nvPr/>
          </p:nvSpPr>
          <p:spPr bwMode="auto">
            <a:xfrm>
              <a:off x="887413" y="1122363"/>
              <a:ext cx="506413" cy="581025"/>
            </a:xfrm>
            <a:custGeom>
              <a:avLst/>
              <a:gdLst>
                <a:gd name="T0" fmla="*/ 14 w 290"/>
                <a:gd name="T1" fmla="*/ 148 h 332"/>
                <a:gd name="T2" fmla="*/ 84 w 290"/>
                <a:gd name="T3" fmla="*/ 315 h 332"/>
                <a:gd name="T4" fmla="*/ 112 w 290"/>
                <a:gd name="T5" fmla="*/ 332 h 332"/>
                <a:gd name="T6" fmla="*/ 127 w 290"/>
                <a:gd name="T7" fmla="*/ 328 h 332"/>
                <a:gd name="T8" fmla="*/ 140 w 290"/>
                <a:gd name="T9" fmla="*/ 314 h 332"/>
                <a:gd name="T10" fmla="*/ 139 w 290"/>
                <a:gd name="T11" fmla="*/ 312 h 332"/>
                <a:gd name="T12" fmla="*/ 140 w 290"/>
                <a:gd name="T13" fmla="*/ 285 h 332"/>
                <a:gd name="T14" fmla="*/ 140 w 290"/>
                <a:gd name="T15" fmla="*/ 285 h 332"/>
                <a:gd name="T16" fmla="*/ 137 w 290"/>
                <a:gd name="T17" fmla="*/ 279 h 332"/>
                <a:gd name="T18" fmla="*/ 94 w 290"/>
                <a:gd name="T19" fmla="*/ 183 h 332"/>
                <a:gd name="T20" fmla="*/ 72 w 290"/>
                <a:gd name="T21" fmla="*/ 121 h 332"/>
                <a:gd name="T22" fmla="*/ 64 w 290"/>
                <a:gd name="T23" fmla="*/ 71 h 332"/>
                <a:gd name="T24" fmla="*/ 64 w 290"/>
                <a:gd name="T25" fmla="*/ 71 h 332"/>
                <a:gd name="T26" fmla="*/ 72 w 290"/>
                <a:gd name="T27" fmla="*/ 71 h 332"/>
                <a:gd name="T28" fmla="*/ 72 w 290"/>
                <a:gd name="T29" fmla="*/ 71 h 332"/>
                <a:gd name="T30" fmla="*/ 80 w 290"/>
                <a:gd name="T31" fmla="*/ 118 h 332"/>
                <a:gd name="T32" fmla="*/ 102 w 290"/>
                <a:gd name="T33" fmla="*/ 180 h 332"/>
                <a:gd name="T34" fmla="*/ 144 w 290"/>
                <a:gd name="T35" fmla="*/ 275 h 332"/>
                <a:gd name="T36" fmla="*/ 145 w 290"/>
                <a:gd name="T37" fmla="*/ 276 h 332"/>
                <a:gd name="T38" fmla="*/ 145 w 290"/>
                <a:gd name="T39" fmla="*/ 275 h 332"/>
                <a:gd name="T40" fmla="*/ 188 w 290"/>
                <a:gd name="T41" fmla="*/ 180 h 332"/>
                <a:gd name="T42" fmla="*/ 210 w 290"/>
                <a:gd name="T43" fmla="*/ 118 h 332"/>
                <a:gd name="T44" fmla="*/ 218 w 290"/>
                <a:gd name="T45" fmla="*/ 71 h 332"/>
                <a:gd name="T46" fmla="*/ 226 w 290"/>
                <a:gd name="T47" fmla="*/ 67 h 332"/>
                <a:gd name="T48" fmla="*/ 226 w 290"/>
                <a:gd name="T49" fmla="*/ 71 h 332"/>
                <a:gd name="T50" fmla="*/ 217 w 290"/>
                <a:gd name="T51" fmla="*/ 121 h 332"/>
                <a:gd name="T52" fmla="*/ 196 w 290"/>
                <a:gd name="T53" fmla="*/ 183 h 332"/>
                <a:gd name="T54" fmla="*/ 153 w 290"/>
                <a:gd name="T55" fmla="*/ 279 h 332"/>
                <a:gd name="T56" fmla="*/ 149 w 290"/>
                <a:gd name="T57" fmla="*/ 285 h 332"/>
                <a:gd name="T58" fmla="*/ 163 w 290"/>
                <a:gd name="T59" fmla="*/ 328 h 332"/>
                <a:gd name="T60" fmla="*/ 178 w 290"/>
                <a:gd name="T61" fmla="*/ 332 h 332"/>
                <a:gd name="T62" fmla="*/ 206 w 290"/>
                <a:gd name="T63" fmla="*/ 315 h 332"/>
                <a:gd name="T64" fmla="*/ 276 w 290"/>
                <a:gd name="T65" fmla="*/ 148 h 332"/>
                <a:gd name="T66" fmla="*/ 290 w 290"/>
                <a:gd name="T67" fmla="*/ 71 h 332"/>
                <a:gd name="T68" fmla="*/ 284 w 290"/>
                <a:gd name="T69" fmla="*/ 37 h 332"/>
                <a:gd name="T70" fmla="*/ 284 w 290"/>
                <a:gd name="T71" fmla="*/ 36 h 332"/>
                <a:gd name="T72" fmla="*/ 256 w 290"/>
                <a:gd name="T73" fmla="*/ 6 h 332"/>
                <a:gd name="T74" fmla="*/ 228 w 290"/>
                <a:gd name="T75" fmla="*/ 0 h 332"/>
                <a:gd name="T76" fmla="*/ 228 w 290"/>
                <a:gd name="T77" fmla="*/ 0 h 332"/>
                <a:gd name="T78" fmla="*/ 222 w 290"/>
                <a:gd name="T79" fmla="*/ 0 h 332"/>
                <a:gd name="T80" fmla="*/ 213 w 290"/>
                <a:gd name="T81" fmla="*/ 0 h 332"/>
                <a:gd name="T82" fmla="*/ 145 w 290"/>
                <a:gd name="T83" fmla="*/ 27 h 332"/>
                <a:gd name="T84" fmla="*/ 77 w 290"/>
                <a:gd name="T85" fmla="*/ 0 h 332"/>
                <a:gd name="T86" fmla="*/ 68 w 290"/>
                <a:gd name="T87" fmla="*/ 0 h 332"/>
                <a:gd name="T88" fmla="*/ 62 w 290"/>
                <a:gd name="T89" fmla="*/ 0 h 332"/>
                <a:gd name="T90" fmla="*/ 61 w 290"/>
                <a:gd name="T91" fmla="*/ 0 h 332"/>
                <a:gd name="T92" fmla="*/ 34 w 290"/>
                <a:gd name="T93" fmla="*/ 6 h 332"/>
                <a:gd name="T94" fmla="*/ 6 w 290"/>
                <a:gd name="T95" fmla="*/ 36 h 332"/>
                <a:gd name="T96" fmla="*/ 0 w 290"/>
                <a:gd name="T97" fmla="*/ 71 h 332"/>
                <a:gd name="T98" fmla="*/ 0 w 290"/>
                <a:gd name="T99" fmla="*/ 71 h 332"/>
                <a:gd name="T100" fmla="*/ 14 w 290"/>
                <a:gd name="T101" fmla="*/ 148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90" h="332">
                  <a:moveTo>
                    <a:pt x="14" y="148"/>
                  </a:moveTo>
                  <a:cubicBezTo>
                    <a:pt x="38" y="227"/>
                    <a:pt x="83" y="314"/>
                    <a:pt x="84" y="315"/>
                  </a:cubicBezTo>
                  <a:cubicBezTo>
                    <a:pt x="89" y="325"/>
                    <a:pt x="101" y="332"/>
                    <a:pt x="112" y="332"/>
                  </a:cubicBezTo>
                  <a:cubicBezTo>
                    <a:pt x="117" y="332"/>
                    <a:pt x="122" y="331"/>
                    <a:pt x="127" y="328"/>
                  </a:cubicBezTo>
                  <a:cubicBezTo>
                    <a:pt x="133" y="325"/>
                    <a:pt x="138" y="320"/>
                    <a:pt x="140" y="314"/>
                  </a:cubicBezTo>
                  <a:cubicBezTo>
                    <a:pt x="140" y="314"/>
                    <a:pt x="140" y="313"/>
                    <a:pt x="139" y="312"/>
                  </a:cubicBezTo>
                  <a:cubicBezTo>
                    <a:pt x="137" y="303"/>
                    <a:pt x="137" y="293"/>
                    <a:pt x="140" y="285"/>
                  </a:cubicBezTo>
                  <a:cubicBezTo>
                    <a:pt x="140" y="285"/>
                    <a:pt x="140" y="285"/>
                    <a:pt x="140" y="285"/>
                  </a:cubicBezTo>
                  <a:cubicBezTo>
                    <a:pt x="140" y="285"/>
                    <a:pt x="139" y="283"/>
                    <a:pt x="137" y="279"/>
                  </a:cubicBezTo>
                  <a:cubicBezTo>
                    <a:pt x="130" y="264"/>
                    <a:pt x="111" y="225"/>
                    <a:pt x="94" y="183"/>
                  </a:cubicBezTo>
                  <a:cubicBezTo>
                    <a:pt x="86" y="162"/>
                    <a:pt x="78" y="140"/>
                    <a:pt x="72" y="121"/>
                  </a:cubicBezTo>
                  <a:cubicBezTo>
                    <a:pt x="67" y="101"/>
                    <a:pt x="64" y="83"/>
                    <a:pt x="64" y="71"/>
                  </a:cubicBezTo>
                  <a:cubicBezTo>
                    <a:pt x="64" y="71"/>
                    <a:pt x="64" y="71"/>
                    <a:pt x="64" y="71"/>
                  </a:cubicBezTo>
                  <a:cubicBezTo>
                    <a:pt x="72" y="71"/>
                    <a:pt x="72" y="71"/>
                    <a:pt x="72" y="71"/>
                  </a:cubicBezTo>
                  <a:cubicBezTo>
                    <a:pt x="72" y="71"/>
                    <a:pt x="72" y="71"/>
                    <a:pt x="72" y="71"/>
                  </a:cubicBezTo>
                  <a:cubicBezTo>
                    <a:pt x="72" y="82"/>
                    <a:pt x="75" y="100"/>
                    <a:pt x="80" y="118"/>
                  </a:cubicBezTo>
                  <a:cubicBezTo>
                    <a:pt x="85" y="136"/>
                    <a:pt x="92" y="157"/>
                    <a:pt x="102" y="180"/>
                  </a:cubicBezTo>
                  <a:cubicBezTo>
                    <a:pt x="118" y="222"/>
                    <a:pt x="137" y="261"/>
                    <a:pt x="144" y="275"/>
                  </a:cubicBezTo>
                  <a:cubicBezTo>
                    <a:pt x="145" y="275"/>
                    <a:pt x="145" y="276"/>
                    <a:pt x="145" y="276"/>
                  </a:cubicBezTo>
                  <a:cubicBezTo>
                    <a:pt x="145" y="276"/>
                    <a:pt x="145" y="275"/>
                    <a:pt x="145" y="275"/>
                  </a:cubicBezTo>
                  <a:cubicBezTo>
                    <a:pt x="153" y="261"/>
                    <a:pt x="171" y="222"/>
                    <a:pt x="188" y="180"/>
                  </a:cubicBezTo>
                  <a:cubicBezTo>
                    <a:pt x="197" y="157"/>
                    <a:pt x="205" y="136"/>
                    <a:pt x="210" y="118"/>
                  </a:cubicBezTo>
                  <a:cubicBezTo>
                    <a:pt x="215" y="100"/>
                    <a:pt x="218" y="82"/>
                    <a:pt x="218" y="71"/>
                  </a:cubicBezTo>
                  <a:cubicBezTo>
                    <a:pt x="226" y="67"/>
                    <a:pt x="226" y="67"/>
                    <a:pt x="226" y="67"/>
                  </a:cubicBezTo>
                  <a:cubicBezTo>
                    <a:pt x="226" y="69"/>
                    <a:pt x="226" y="70"/>
                    <a:pt x="226" y="71"/>
                  </a:cubicBezTo>
                  <a:cubicBezTo>
                    <a:pt x="226" y="83"/>
                    <a:pt x="223" y="101"/>
                    <a:pt x="217" y="121"/>
                  </a:cubicBezTo>
                  <a:cubicBezTo>
                    <a:pt x="212" y="140"/>
                    <a:pt x="204" y="162"/>
                    <a:pt x="196" y="183"/>
                  </a:cubicBezTo>
                  <a:cubicBezTo>
                    <a:pt x="179" y="225"/>
                    <a:pt x="160" y="264"/>
                    <a:pt x="153" y="279"/>
                  </a:cubicBezTo>
                  <a:cubicBezTo>
                    <a:pt x="150" y="283"/>
                    <a:pt x="149" y="285"/>
                    <a:pt x="149" y="285"/>
                  </a:cubicBezTo>
                  <a:cubicBezTo>
                    <a:pt x="141" y="301"/>
                    <a:pt x="147" y="320"/>
                    <a:pt x="163" y="328"/>
                  </a:cubicBezTo>
                  <a:cubicBezTo>
                    <a:pt x="168" y="331"/>
                    <a:pt x="173" y="332"/>
                    <a:pt x="178" y="332"/>
                  </a:cubicBezTo>
                  <a:cubicBezTo>
                    <a:pt x="189" y="332"/>
                    <a:pt x="200" y="325"/>
                    <a:pt x="206" y="315"/>
                  </a:cubicBezTo>
                  <a:cubicBezTo>
                    <a:pt x="206" y="314"/>
                    <a:pt x="252" y="227"/>
                    <a:pt x="276" y="148"/>
                  </a:cubicBezTo>
                  <a:cubicBezTo>
                    <a:pt x="284" y="121"/>
                    <a:pt x="290" y="96"/>
                    <a:pt x="290" y="71"/>
                  </a:cubicBezTo>
                  <a:cubicBezTo>
                    <a:pt x="290" y="60"/>
                    <a:pt x="289" y="49"/>
                    <a:pt x="284" y="37"/>
                  </a:cubicBezTo>
                  <a:cubicBezTo>
                    <a:pt x="284" y="37"/>
                    <a:pt x="284" y="37"/>
                    <a:pt x="284" y="36"/>
                  </a:cubicBezTo>
                  <a:cubicBezTo>
                    <a:pt x="279" y="25"/>
                    <a:pt x="270" y="12"/>
                    <a:pt x="256" y="6"/>
                  </a:cubicBezTo>
                  <a:cubicBezTo>
                    <a:pt x="247" y="2"/>
                    <a:pt x="238" y="0"/>
                    <a:pt x="228" y="0"/>
                  </a:cubicBezTo>
                  <a:cubicBezTo>
                    <a:pt x="228" y="0"/>
                    <a:pt x="228" y="0"/>
                    <a:pt x="228" y="0"/>
                  </a:cubicBezTo>
                  <a:cubicBezTo>
                    <a:pt x="226" y="0"/>
                    <a:pt x="224" y="0"/>
                    <a:pt x="222" y="0"/>
                  </a:cubicBezTo>
                  <a:cubicBezTo>
                    <a:pt x="213" y="0"/>
                    <a:pt x="213" y="0"/>
                    <a:pt x="213" y="0"/>
                  </a:cubicBezTo>
                  <a:cubicBezTo>
                    <a:pt x="195" y="16"/>
                    <a:pt x="171" y="27"/>
                    <a:pt x="145" y="27"/>
                  </a:cubicBezTo>
                  <a:cubicBezTo>
                    <a:pt x="119" y="27"/>
                    <a:pt x="95" y="16"/>
                    <a:pt x="77" y="0"/>
                  </a:cubicBezTo>
                  <a:cubicBezTo>
                    <a:pt x="68" y="0"/>
                    <a:pt x="68" y="0"/>
                    <a:pt x="68" y="0"/>
                  </a:cubicBezTo>
                  <a:cubicBezTo>
                    <a:pt x="66" y="0"/>
                    <a:pt x="64" y="0"/>
                    <a:pt x="62" y="0"/>
                  </a:cubicBezTo>
                  <a:cubicBezTo>
                    <a:pt x="62" y="0"/>
                    <a:pt x="62" y="0"/>
                    <a:pt x="61" y="0"/>
                  </a:cubicBezTo>
                  <a:cubicBezTo>
                    <a:pt x="52" y="0"/>
                    <a:pt x="43" y="2"/>
                    <a:pt x="34" y="6"/>
                  </a:cubicBezTo>
                  <a:cubicBezTo>
                    <a:pt x="20" y="12"/>
                    <a:pt x="10" y="25"/>
                    <a:pt x="6" y="36"/>
                  </a:cubicBezTo>
                  <a:cubicBezTo>
                    <a:pt x="1" y="48"/>
                    <a:pt x="0" y="60"/>
                    <a:pt x="0" y="71"/>
                  </a:cubicBezTo>
                  <a:cubicBezTo>
                    <a:pt x="0" y="71"/>
                    <a:pt x="0" y="71"/>
                    <a:pt x="0" y="71"/>
                  </a:cubicBezTo>
                  <a:cubicBezTo>
                    <a:pt x="0" y="96"/>
                    <a:pt x="6" y="121"/>
                    <a:pt x="14" y="1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 name="Oval 12"/>
            <p:cNvSpPr>
              <a:spLocks noChangeArrowheads="1"/>
            </p:cNvSpPr>
            <p:nvPr/>
          </p:nvSpPr>
          <p:spPr bwMode="auto">
            <a:xfrm>
              <a:off x="982663" y="841375"/>
              <a:ext cx="315913" cy="3143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56" name="组合 255"/>
          <p:cNvGrpSpPr/>
          <p:nvPr/>
        </p:nvGrpSpPr>
        <p:grpSpPr>
          <a:xfrm>
            <a:off x="2306766" y="1549964"/>
            <a:ext cx="1731518" cy="657414"/>
            <a:chOff x="2439988" y="1235075"/>
            <a:chExt cx="1952626" cy="741363"/>
          </a:xfrm>
          <a:solidFill>
            <a:schemeClr val="tx1">
              <a:lumMod val="65000"/>
              <a:lumOff val="35000"/>
            </a:schemeClr>
          </a:solidFill>
        </p:grpSpPr>
        <p:sp>
          <p:nvSpPr>
            <p:cNvPr id="257" name="Freeform 13"/>
            <p:cNvSpPr>
              <a:spLocks/>
            </p:cNvSpPr>
            <p:nvPr/>
          </p:nvSpPr>
          <p:spPr bwMode="auto">
            <a:xfrm>
              <a:off x="2584451" y="1712913"/>
              <a:ext cx="161925" cy="258763"/>
            </a:xfrm>
            <a:custGeom>
              <a:avLst/>
              <a:gdLst>
                <a:gd name="T0" fmla="*/ 63 w 93"/>
                <a:gd name="T1" fmla="*/ 45 h 148"/>
                <a:gd name="T2" fmla="*/ 73 w 93"/>
                <a:gd name="T3" fmla="*/ 10 h 148"/>
                <a:gd name="T4" fmla="*/ 29 w 93"/>
                <a:gd name="T5" fmla="*/ 0 h 148"/>
                <a:gd name="T6" fmla="*/ 7 w 93"/>
                <a:gd name="T7" fmla="*/ 82 h 148"/>
                <a:gd name="T8" fmla="*/ 42 w 93"/>
                <a:gd name="T9" fmla="*/ 142 h 148"/>
                <a:gd name="T10" fmla="*/ 93 w 93"/>
                <a:gd name="T11" fmla="*/ 126 h 148"/>
                <a:gd name="T12" fmla="*/ 63 w 93"/>
                <a:gd name="T13" fmla="*/ 45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3" y="45"/>
                  </a:moveTo>
                  <a:cubicBezTo>
                    <a:pt x="64" y="32"/>
                    <a:pt x="68" y="21"/>
                    <a:pt x="73" y="10"/>
                  </a:cubicBezTo>
                  <a:cubicBezTo>
                    <a:pt x="57" y="7"/>
                    <a:pt x="42" y="3"/>
                    <a:pt x="29" y="0"/>
                  </a:cubicBezTo>
                  <a:cubicBezTo>
                    <a:pt x="7" y="82"/>
                    <a:pt x="7" y="82"/>
                    <a:pt x="7" y="82"/>
                  </a:cubicBezTo>
                  <a:cubicBezTo>
                    <a:pt x="0" y="108"/>
                    <a:pt x="16" y="135"/>
                    <a:pt x="42" y="142"/>
                  </a:cubicBezTo>
                  <a:cubicBezTo>
                    <a:pt x="61" y="148"/>
                    <a:pt x="81" y="141"/>
                    <a:pt x="93" y="126"/>
                  </a:cubicBezTo>
                  <a:cubicBezTo>
                    <a:pt x="71" y="106"/>
                    <a:pt x="59" y="76"/>
                    <a:pt x="63"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Freeform 14"/>
            <p:cNvSpPr>
              <a:spLocks/>
            </p:cNvSpPr>
            <p:nvPr/>
          </p:nvSpPr>
          <p:spPr bwMode="auto">
            <a:xfrm>
              <a:off x="2981326" y="1712913"/>
              <a:ext cx="138113" cy="258763"/>
            </a:xfrm>
            <a:custGeom>
              <a:avLst/>
              <a:gdLst>
                <a:gd name="T0" fmla="*/ 41 w 79"/>
                <a:gd name="T1" fmla="*/ 41 h 148"/>
                <a:gd name="T2" fmla="*/ 65 w 79"/>
                <a:gd name="T3" fmla="*/ 2 h 148"/>
                <a:gd name="T4" fmla="*/ 64 w 79"/>
                <a:gd name="T5" fmla="*/ 0 h 148"/>
                <a:gd name="T6" fmla="*/ 20 w 79"/>
                <a:gd name="T7" fmla="*/ 10 h 148"/>
                <a:gd name="T8" fmla="*/ 31 w 79"/>
                <a:gd name="T9" fmla="*/ 65 h 148"/>
                <a:gd name="T10" fmla="*/ 0 w 79"/>
                <a:gd name="T11" fmla="*/ 126 h 148"/>
                <a:gd name="T12" fmla="*/ 51 w 79"/>
                <a:gd name="T13" fmla="*/ 142 h 148"/>
                <a:gd name="T14" fmla="*/ 79 w 79"/>
                <a:gd name="T15" fmla="*/ 123 h 148"/>
                <a:gd name="T16" fmla="*/ 41 w 79"/>
                <a:gd name="T17" fmla="*/ 41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 h="148">
                  <a:moveTo>
                    <a:pt x="41" y="41"/>
                  </a:moveTo>
                  <a:cubicBezTo>
                    <a:pt x="43" y="25"/>
                    <a:pt x="52" y="11"/>
                    <a:pt x="65" y="2"/>
                  </a:cubicBezTo>
                  <a:cubicBezTo>
                    <a:pt x="64" y="0"/>
                    <a:pt x="64" y="0"/>
                    <a:pt x="64" y="0"/>
                  </a:cubicBezTo>
                  <a:cubicBezTo>
                    <a:pt x="51" y="3"/>
                    <a:pt x="36" y="7"/>
                    <a:pt x="20" y="10"/>
                  </a:cubicBezTo>
                  <a:cubicBezTo>
                    <a:pt x="29" y="27"/>
                    <a:pt x="33" y="46"/>
                    <a:pt x="31" y="65"/>
                  </a:cubicBezTo>
                  <a:cubicBezTo>
                    <a:pt x="28" y="89"/>
                    <a:pt x="17" y="111"/>
                    <a:pt x="0" y="126"/>
                  </a:cubicBezTo>
                  <a:cubicBezTo>
                    <a:pt x="12" y="141"/>
                    <a:pt x="32" y="148"/>
                    <a:pt x="51" y="142"/>
                  </a:cubicBezTo>
                  <a:cubicBezTo>
                    <a:pt x="63" y="139"/>
                    <a:pt x="73" y="132"/>
                    <a:pt x="79" y="123"/>
                  </a:cubicBezTo>
                  <a:cubicBezTo>
                    <a:pt x="50" y="101"/>
                    <a:pt x="37" y="69"/>
                    <a:pt x="41"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 name="Freeform 15"/>
            <p:cNvSpPr>
              <a:spLocks/>
            </p:cNvSpPr>
            <p:nvPr/>
          </p:nvSpPr>
          <p:spPr bwMode="auto">
            <a:xfrm>
              <a:off x="3057526" y="1658938"/>
              <a:ext cx="1335088" cy="317500"/>
            </a:xfrm>
            <a:custGeom>
              <a:avLst/>
              <a:gdLst>
                <a:gd name="T0" fmla="*/ 5 w 763"/>
                <a:gd name="T1" fmla="*/ 73 h 182"/>
                <a:gd name="T2" fmla="*/ 86 w 763"/>
                <a:gd name="T3" fmla="*/ 167 h 182"/>
                <a:gd name="T4" fmla="*/ 223 w 763"/>
                <a:gd name="T5" fmla="*/ 178 h 182"/>
                <a:gd name="T6" fmla="*/ 62 w 763"/>
                <a:gd name="T7" fmla="*/ 117 h 182"/>
                <a:gd name="T8" fmla="*/ 61 w 763"/>
                <a:gd name="T9" fmla="*/ 116 h 182"/>
                <a:gd name="T10" fmla="*/ 61 w 763"/>
                <a:gd name="T11" fmla="*/ 116 h 182"/>
                <a:gd name="T12" fmla="*/ 61 w 763"/>
                <a:gd name="T13" fmla="*/ 116 h 182"/>
                <a:gd name="T14" fmla="*/ 45 w 763"/>
                <a:gd name="T15" fmla="*/ 90 h 182"/>
                <a:gd name="T16" fmla="*/ 53 w 763"/>
                <a:gd name="T17" fmla="*/ 60 h 182"/>
                <a:gd name="T18" fmla="*/ 85 w 763"/>
                <a:gd name="T19" fmla="*/ 44 h 182"/>
                <a:gd name="T20" fmla="*/ 109 w 763"/>
                <a:gd name="T21" fmla="*/ 52 h 182"/>
                <a:gd name="T22" fmla="*/ 111 w 763"/>
                <a:gd name="T23" fmla="*/ 53 h 182"/>
                <a:gd name="T24" fmla="*/ 119 w 763"/>
                <a:gd name="T25" fmla="*/ 59 h 182"/>
                <a:gd name="T26" fmla="*/ 152 w 763"/>
                <a:gd name="T27" fmla="*/ 76 h 182"/>
                <a:gd name="T28" fmla="*/ 269 w 763"/>
                <a:gd name="T29" fmla="*/ 101 h 182"/>
                <a:gd name="T30" fmla="*/ 374 w 763"/>
                <a:gd name="T31" fmla="*/ 80 h 182"/>
                <a:gd name="T32" fmla="*/ 389 w 763"/>
                <a:gd name="T33" fmla="*/ 77 h 182"/>
                <a:gd name="T34" fmla="*/ 426 w 763"/>
                <a:gd name="T35" fmla="*/ 102 h 182"/>
                <a:gd name="T36" fmla="*/ 426 w 763"/>
                <a:gd name="T37" fmla="*/ 102 h 182"/>
                <a:gd name="T38" fmla="*/ 487 w 763"/>
                <a:gd name="T39" fmla="*/ 100 h 182"/>
                <a:gd name="T40" fmla="*/ 697 w 763"/>
                <a:gd name="T41" fmla="*/ 125 h 182"/>
                <a:gd name="T42" fmla="*/ 708 w 763"/>
                <a:gd name="T43" fmla="*/ 126 h 182"/>
                <a:gd name="T44" fmla="*/ 757 w 763"/>
                <a:gd name="T45" fmla="*/ 87 h 182"/>
                <a:gd name="T46" fmla="*/ 720 w 763"/>
                <a:gd name="T47" fmla="*/ 27 h 182"/>
                <a:gd name="T48" fmla="*/ 487 w 763"/>
                <a:gd name="T49" fmla="*/ 0 h 182"/>
                <a:gd name="T50" fmla="*/ 324 w 763"/>
                <a:gd name="T51" fmla="*/ 16 h 182"/>
                <a:gd name="T52" fmla="*/ 301 w 763"/>
                <a:gd name="T53" fmla="*/ 19 h 182"/>
                <a:gd name="T54" fmla="*/ 95 w 763"/>
                <a:gd name="T55" fmla="*/ 24 h 182"/>
                <a:gd name="T56" fmla="*/ 5 w 763"/>
                <a:gd name="T57" fmla="*/ 73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63" h="182">
                  <a:moveTo>
                    <a:pt x="5" y="73"/>
                  </a:moveTo>
                  <a:cubicBezTo>
                    <a:pt x="0" y="108"/>
                    <a:pt x="25" y="155"/>
                    <a:pt x="86" y="167"/>
                  </a:cubicBezTo>
                  <a:cubicBezTo>
                    <a:pt x="138" y="178"/>
                    <a:pt x="179" y="182"/>
                    <a:pt x="223" y="178"/>
                  </a:cubicBezTo>
                  <a:cubicBezTo>
                    <a:pt x="138" y="167"/>
                    <a:pt x="80" y="129"/>
                    <a:pt x="62" y="117"/>
                  </a:cubicBezTo>
                  <a:cubicBezTo>
                    <a:pt x="61" y="116"/>
                    <a:pt x="61" y="116"/>
                    <a:pt x="61" y="116"/>
                  </a:cubicBezTo>
                  <a:cubicBezTo>
                    <a:pt x="61" y="116"/>
                    <a:pt x="61" y="116"/>
                    <a:pt x="61" y="116"/>
                  </a:cubicBezTo>
                  <a:cubicBezTo>
                    <a:pt x="61" y="116"/>
                    <a:pt x="61" y="116"/>
                    <a:pt x="61" y="116"/>
                  </a:cubicBezTo>
                  <a:cubicBezTo>
                    <a:pt x="52" y="110"/>
                    <a:pt x="47" y="100"/>
                    <a:pt x="45" y="90"/>
                  </a:cubicBezTo>
                  <a:cubicBezTo>
                    <a:pt x="44" y="79"/>
                    <a:pt x="46" y="69"/>
                    <a:pt x="53" y="60"/>
                  </a:cubicBezTo>
                  <a:cubicBezTo>
                    <a:pt x="60" y="50"/>
                    <a:pt x="72" y="44"/>
                    <a:pt x="85" y="44"/>
                  </a:cubicBezTo>
                  <a:cubicBezTo>
                    <a:pt x="94" y="44"/>
                    <a:pt x="102" y="47"/>
                    <a:pt x="109" y="52"/>
                  </a:cubicBezTo>
                  <a:cubicBezTo>
                    <a:pt x="109" y="52"/>
                    <a:pt x="110" y="53"/>
                    <a:pt x="111" y="53"/>
                  </a:cubicBezTo>
                  <a:cubicBezTo>
                    <a:pt x="112" y="55"/>
                    <a:pt x="115" y="56"/>
                    <a:pt x="119" y="59"/>
                  </a:cubicBezTo>
                  <a:cubicBezTo>
                    <a:pt x="126" y="63"/>
                    <a:pt x="137" y="69"/>
                    <a:pt x="152" y="76"/>
                  </a:cubicBezTo>
                  <a:cubicBezTo>
                    <a:pt x="178" y="87"/>
                    <a:pt x="219" y="101"/>
                    <a:pt x="269" y="101"/>
                  </a:cubicBezTo>
                  <a:cubicBezTo>
                    <a:pt x="304" y="101"/>
                    <a:pt x="340" y="94"/>
                    <a:pt x="374" y="80"/>
                  </a:cubicBezTo>
                  <a:cubicBezTo>
                    <a:pt x="379" y="78"/>
                    <a:pt x="384" y="77"/>
                    <a:pt x="389" y="77"/>
                  </a:cubicBezTo>
                  <a:cubicBezTo>
                    <a:pt x="405" y="77"/>
                    <a:pt x="420" y="86"/>
                    <a:pt x="426" y="102"/>
                  </a:cubicBezTo>
                  <a:cubicBezTo>
                    <a:pt x="426" y="102"/>
                    <a:pt x="426" y="102"/>
                    <a:pt x="426" y="102"/>
                  </a:cubicBezTo>
                  <a:cubicBezTo>
                    <a:pt x="444" y="101"/>
                    <a:pt x="464" y="100"/>
                    <a:pt x="487" y="100"/>
                  </a:cubicBezTo>
                  <a:cubicBezTo>
                    <a:pt x="544" y="100"/>
                    <a:pt x="615" y="106"/>
                    <a:pt x="697" y="125"/>
                  </a:cubicBezTo>
                  <a:cubicBezTo>
                    <a:pt x="701" y="126"/>
                    <a:pt x="705" y="126"/>
                    <a:pt x="708" y="126"/>
                  </a:cubicBezTo>
                  <a:cubicBezTo>
                    <a:pt x="731" y="126"/>
                    <a:pt x="752" y="111"/>
                    <a:pt x="757" y="87"/>
                  </a:cubicBezTo>
                  <a:cubicBezTo>
                    <a:pt x="763" y="61"/>
                    <a:pt x="747" y="34"/>
                    <a:pt x="720" y="27"/>
                  </a:cubicBezTo>
                  <a:cubicBezTo>
                    <a:pt x="630" y="6"/>
                    <a:pt x="551" y="0"/>
                    <a:pt x="487" y="0"/>
                  </a:cubicBezTo>
                  <a:cubicBezTo>
                    <a:pt x="400" y="0"/>
                    <a:pt x="342" y="12"/>
                    <a:pt x="324" y="16"/>
                  </a:cubicBezTo>
                  <a:cubicBezTo>
                    <a:pt x="317" y="17"/>
                    <a:pt x="310" y="18"/>
                    <a:pt x="301" y="19"/>
                  </a:cubicBezTo>
                  <a:cubicBezTo>
                    <a:pt x="234" y="37"/>
                    <a:pt x="152" y="28"/>
                    <a:pt x="95" y="24"/>
                  </a:cubicBezTo>
                  <a:cubicBezTo>
                    <a:pt x="54" y="17"/>
                    <a:pt x="9" y="38"/>
                    <a:pt x="5"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 name="Freeform 16"/>
            <p:cNvSpPr>
              <a:spLocks/>
            </p:cNvSpPr>
            <p:nvPr/>
          </p:nvSpPr>
          <p:spPr bwMode="auto">
            <a:xfrm>
              <a:off x="3143251" y="1741488"/>
              <a:ext cx="658813" cy="219075"/>
            </a:xfrm>
            <a:custGeom>
              <a:avLst/>
              <a:gdLst>
                <a:gd name="T0" fmla="*/ 328 w 376"/>
                <a:gd name="T1" fmla="*/ 39 h 125"/>
                <a:gd name="T2" fmla="*/ 220 w 376"/>
                <a:gd name="T3" fmla="*/ 61 h 125"/>
                <a:gd name="T4" fmla="*/ 100 w 376"/>
                <a:gd name="T5" fmla="*/ 35 h 125"/>
                <a:gd name="T6" fmla="*/ 66 w 376"/>
                <a:gd name="T7" fmla="*/ 18 h 125"/>
                <a:gd name="T8" fmla="*/ 57 w 376"/>
                <a:gd name="T9" fmla="*/ 12 h 125"/>
                <a:gd name="T10" fmla="*/ 55 w 376"/>
                <a:gd name="T11" fmla="*/ 11 h 125"/>
                <a:gd name="T12" fmla="*/ 55 w 376"/>
                <a:gd name="T13" fmla="*/ 10 h 125"/>
                <a:gd name="T14" fmla="*/ 55 w 376"/>
                <a:gd name="T15" fmla="*/ 10 h 125"/>
                <a:gd name="T16" fmla="*/ 10 w 376"/>
                <a:gd name="T17" fmla="*/ 17 h 125"/>
                <a:gd name="T18" fmla="*/ 17 w 376"/>
                <a:gd name="T19" fmla="*/ 62 h 125"/>
                <a:gd name="T20" fmla="*/ 17 w 376"/>
                <a:gd name="T21" fmla="*/ 62 h 125"/>
                <a:gd name="T22" fmla="*/ 220 w 376"/>
                <a:gd name="T23" fmla="*/ 125 h 125"/>
                <a:gd name="T24" fmla="*/ 220 w 376"/>
                <a:gd name="T25" fmla="*/ 125 h 125"/>
                <a:gd name="T26" fmla="*/ 352 w 376"/>
                <a:gd name="T27" fmla="*/ 98 h 125"/>
                <a:gd name="T28" fmla="*/ 369 w 376"/>
                <a:gd name="T29" fmla="*/ 57 h 125"/>
                <a:gd name="T30" fmla="*/ 328 w 376"/>
                <a:gd name="T31" fmla="*/ 39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6" h="125">
                  <a:moveTo>
                    <a:pt x="328" y="39"/>
                  </a:moveTo>
                  <a:cubicBezTo>
                    <a:pt x="289" y="55"/>
                    <a:pt x="253" y="61"/>
                    <a:pt x="220" y="61"/>
                  </a:cubicBezTo>
                  <a:cubicBezTo>
                    <a:pt x="171" y="61"/>
                    <a:pt x="129" y="48"/>
                    <a:pt x="100" y="35"/>
                  </a:cubicBezTo>
                  <a:cubicBezTo>
                    <a:pt x="85" y="29"/>
                    <a:pt x="74" y="22"/>
                    <a:pt x="66" y="18"/>
                  </a:cubicBezTo>
                  <a:cubicBezTo>
                    <a:pt x="62" y="15"/>
                    <a:pt x="59" y="13"/>
                    <a:pt x="57" y="12"/>
                  </a:cubicBezTo>
                  <a:cubicBezTo>
                    <a:pt x="56" y="11"/>
                    <a:pt x="56" y="11"/>
                    <a:pt x="55" y="11"/>
                  </a:cubicBezTo>
                  <a:cubicBezTo>
                    <a:pt x="55" y="11"/>
                    <a:pt x="55" y="10"/>
                    <a:pt x="55" y="10"/>
                  </a:cubicBezTo>
                  <a:cubicBezTo>
                    <a:pt x="55" y="10"/>
                    <a:pt x="55" y="10"/>
                    <a:pt x="55" y="10"/>
                  </a:cubicBezTo>
                  <a:cubicBezTo>
                    <a:pt x="41" y="0"/>
                    <a:pt x="21" y="3"/>
                    <a:pt x="10" y="17"/>
                  </a:cubicBezTo>
                  <a:cubicBezTo>
                    <a:pt x="0" y="31"/>
                    <a:pt x="2" y="51"/>
                    <a:pt x="17" y="62"/>
                  </a:cubicBezTo>
                  <a:cubicBezTo>
                    <a:pt x="17" y="62"/>
                    <a:pt x="17" y="62"/>
                    <a:pt x="17" y="62"/>
                  </a:cubicBezTo>
                  <a:cubicBezTo>
                    <a:pt x="19" y="64"/>
                    <a:pt x="100" y="124"/>
                    <a:pt x="220" y="125"/>
                  </a:cubicBezTo>
                  <a:cubicBezTo>
                    <a:pt x="220" y="125"/>
                    <a:pt x="220" y="125"/>
                    <a:pt x="220" y="125"/>
                  </a:cubicBezTo>
                  <a:cubicBezTo>
                    <a:pt x="260" y="125"/>
                    <a:pt x="305" y="117"/>
                    <a:pt x="352" y="98"/>
                  </a:cubicBezTo>
                  <a:cubicBezTo>
                    <a:pt x="368" y="92"/>
                    <a:pt x="376" y="73"/>
                    <a:pt x="369" y="57"/>
                  </a:cubicBezTo>
                  <a:cubicBezTo>
                    <a:pt x="363" y="40"/>
                    <a:pt x="344" y="32"/>
                    <a:pt x="328"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 name="Freeform 17"/>
            <p:cNvSpPr>
              <a:spLocks/>
            </p:cNvSpPr>
            <p:nvPr/>
          </p:nvSpPr>
          <p:spPr bwMode="auto">
            <a:xfrm>
              <a:off x="2697163" y="1651000"/>
              <a:ext cx="333375" cy="323850"/>
            </a:xfrm>
            <a:custGeom>
              <a:avLst/>
              <a:gdLst>
                <a:gd name="T0" fmla="*/ 86 w 190"/>
                <a:gd name="T1" fmla="*/ 180 h 185"/>
                <a:gd name="T2" fmla="*/ 185 w 190"/>
                <a:gd name="T3" fmla="*/ 99 h 185"/>
                <a:gd name="T4" fmla="*/ 104 w 190"/>
                <a:gd name="T5" fmla="*/ 1 h 185"/>
                <a:gd name="T6" fmla="*/ 87 w 190"/>
                <a:gd name="T7" fmla="*/ 0 h 185"/>
                <a:gd name="T8" fmla="*/ 88 w 190"/>
                <a:gd name="T9" fmla="*/ 20 h 185"/>
                <a:gd name="T10" fmla="*/ 49 w 190"/>
                <a:gd name="T11" fmla="*/ 53 h 185"/>
                <a:gd name="T12" fmla="*/ 49 w 190"/>
                <a:gd name="T13" fmla="*/ 53 h 185"/>
                <a:gd name="T14" fmla="*/ 42 w 190"/>
                <a:gd name="T15" fmla="*/ 52 h 185"/>
                <a:gd name="T16" fmla="*/ 16 w 190"/>
                <a:gd name="T17" fmla="*/ 47 h 185"/>
                <a:gd name="T18" fmla="*/ 6 w 190"/>
                <a:gd name="T19" fmla="*/ 81 h 185"/>
                <a:gd name="T20" fmla="*/ 86 w 190"/>
                <a:gd name="T21" fmla="*/ 180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0" h="185">
                  <a:moveTo>
                    <a:pt x="86" y="180"/>
                  </a:moveTo>
                  <a:cubicBezTo>
                    <a:pt x="135" y="185"/>
                    <a:pt x="179" y="149"/>
                    <a:pt x="185" y="99"/>
                  </a:cubicBezTo>
                  <a:cubicBezTo>
                    <a:pt x="190" y="50"/>
                    <a:pt x="154" y="6"/>
                    <a:pt x="104" y="1"/>
                  </a:cubicBezTo>
                  <a:cubicBezTo>
                    <a:pt x="99" y="0"/>
                    <a:pt x="93" y="0"/>
                    <a:pt x="87" y="0"/>
                  </a:cubicBezTo>
                  <a:cubicBezTo>
                    <a:pt x="89" y="7"/>
                    <a:pt x="90" y="13"/>
                    <a:pt x="88" y="20"/>
                  </a:cubicBezTo>
                  <a:cubicBezTo>
                    <a:pt x="85" y="39"/>
                    <a:pt x="68" y="53"/>
                    <a:pt x="49" y="53"/>
                  </a:cubicBezTo>
                  <a:cubicBezTo>
                    <a:pt x="49" y="53"/>
                    <a:pt x="49" y="53"/>
                    <a:pt x="49" y="53"/>
                  </a:cubicBezTo>
                  <a:cubicBezTo>
                    <a:pt x="47" y="53"/>
                    <a:pt x="44" y="53"/>
                    <a:pt x="42" y="52"/>
                  </a:cubicBezTo>
                  <a:cubicBezTo>
                    <a:pt x="33" y="50"/>
                    <a:pt x="24" y="49"/>
                    <a:pt x="16" y="47"/>
                  </a:cubicBezTo>
                  <a:cubicBezTo>
                    <a:pt x="11" y="57"/>
                    <a:pt x="7" y="69"/>
                    <a:pt x="6" y="81"/>
                  </a:cubicBezTo>
                  <a:cubicBezTo>
                    <a:pt x="0" y="130"/>
                    <a:pt x="36" y="174"/>
                    <a:pt x="86" y="1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 name="Freeform 18"/>
            <p:cNvSpPr>
              <a:spLocks/>
            </p:cNvSpPr>
            <p:nvPr/>
          </p:nvSpPr>
          <p:spPr bwMode="auto">
            <a:xfrm>
              <a:off x="2439988" y="1352550"/>
              <a:ext cx="847725" cy="377825"/>
            </a:xfrm>
            <a:custGeom>
              <a:avLst/>
              <a:gdLst>
                <a:gd name="T0" fmla="*/ 9 w 484"/>
                <a:gd name="T1" fmla="*/ 77 h 216"/>
                <a:gd name="T2" fmla="*/ 0 w 484"/>
                <a:gd name="T3" fmla="*/ 109 h 216"/>
                <a:gd name="T4" fmla="*/ 16 w 484"/>
                <a:gd name="T5" fmla="*/ 149 h 216"/>
                <a:gd name="T6" fmla="*/ 78 w 484"/>
                <a:gd name="T7" fmla="*/ 187 h 216"/>
                <a:gd name="T8" fmla="*/ 190 w 484"/>
                <a:gd name="T9" fmla="*/ 215 h 216"/>
                <a:gd name="T10" fmla="*/ 196 w 484"/>
                <a:gd name="T11" fmla="*/ 216 h 216"/>
                <a:gd name="T12" fmla="*/ 228 w 484"/>
                <a:gd name="T13" fmla="*/ 189 h 216"/>
                <a:gd name="T14" fmla="*/ 202 w 484"/>
                <a:gd name="T15" fmla="*/ 152 h 216"/>
                <a:gd name="T16" fmla="*/ 82 w 484"/>
                <a:gd name="T17" fmla="*/ 118 h 216"/>
                <a:gd name="T18" fmla="*/ 66 w 484"/>
                <a:gd name="T19" fmla="*/ 108 h 216"/>
                <a:gd name="T20" fmla="*/ 77 w 484"/>
                <a:gd name="T21" fmla="*/ 98 h 216"/>
                <a:gd name="T22" fmla="*/ 80 w 484"/>
                <a:gd name="T23" fmla="*/ 96 h 216"/>
                <a:gd name="T24" fmla="*/ 106 w 484"/>
                <a:gd name="T25" fmla="*/ 80 h 216"/>
                <a:gd name="T26" fmla="*/ 119 w 484"/>
                <a:gd name="T27" fmla="*/ 125 h 216"/>
                <a:gd name="T28" fmla="*/ 203 w 484"/>
                <a:gd name="T29" fmla="*/ 144 h 216"/>
                <a:gd name="T30" fmla="*/ 231 w 484"/>
                <a:gd name="T31" fmla="*/ 164 h 216"/>
                <a:gd name="T32" fmla="*/ 242 w 484"/>
                <a:gd name="T33" fmla="*/ 163 h 216"/>
                <a:gd name="T34" fmla="*/ 252 w 484"/>
                <a:gd name="T35" fmla="*/ 164 h 216"/>
                <a:gd name="T36" fmla="*/ 253 w 484"/>
                <a:gd name="T37" fmla="*/ 164 h 216"/>
                <a:gd name="T38" fmla="*/ 255 w 484"/>
                <a:gd name="T39" fmla="*/ 161 h 216"/>
                <a:gd name="T40" fmla="*/ 281 w 484"/>
                <a:gd name="T41" fmla="*/ 144 h 216"/>
                <a:gd name="T42" fmla="*/ 365 w 484"/>
                <a:gd name="T43" fmla="*/ 125 h 216"/>
                <a:gd name="T44" fmla="*/ 378 w 484"/>
                <a:gd name="T45" fmla="*/ 80 h 216"/>
                <a:gd name="T46" fmla="*/ 388 w 484"/>
                <a:gd name="T47" fmla="*/ 86 h 216"/>
                <a:gd name="T48" fmla="*/ 403 w 484"/>
                <a:gd name="T49" fmla="*/ 95 h 216"/>
                <a:gd name="T50" fmla="*/ 415 w 484"/>
                <a:gd name="T51" fmla="*/ 104 h 216"/>
                <a:gd name="T52" fmla="*/ 419 w 484"/>
                <a:gd name="T53" fmla="*/ 108 h 216"/>
                <a:gd name="T54" fmla="*/ 390 w 484"/>
                <a:gd name="T55" fmla="*/ 124 h 216"/>
                <a:gd name="T56" fmla="*/ 282 w 484"/>
                <a:gd name="T57" fmla="*/ 152 h 216"/>
                <a:gd name="T58" fmla="*/ 262 w 484"/>
                <a:gd name="T59" fmla="*/ 165 h 216"/>
                <a:gd name="T60" fmla="*/ 318 w 484"/>
                <a:gd name="T61" fmla="*/ 199 h 216"/>
                <a:gd name="T62" fmla="*/ 325 w 484"/>
                <a:gd name="T63" fmla="*/ 209 h 216"/>
                <a:gd name="T64" fmla="*/ 431 w 484"/>
                <a:gd name="T65" fmla="*/ 176 h 216"/>
                <a:gd name="T66" fmla="*/ 468 w 484"/>
                <a:gd name="T67" fmla="*/ 149 h 216"/>
                <a:gd name="T68" fmla="*/ 484 w 484"/>
                <a:gd name="T69" fmla="*/ 109 h 216"/>
                <a:gd name="T70" fmla="*/ 475 w 484"/>
                <a:gd name="T71" fmla="*/ 77 h 216"/>
                <a:gd name="T72" fmla="*/ 441 w 484"/>
                <a:gd name="T73" fmla="*/ 43 h 216"/>
                <a:gd name="T74" fmla="*/ 441 w 484"/>
                <a:gd name="T75" fmla="*/ 43 h 216"/>
                <a:gd name="T76" fmla="*/ 385 w 484"/>
                <a:gd name="T77" fmla="*/ 13 h 216"/>
                <a:gd name="T78" fmla="*/ 355 w 484"/>
                <a:gd name="T79" fmla="*/ 2 h 216"/>
                <a:gd name="T80" fmla="*/ 338 w 484"/>
                <a:gd name="T81" fmla="*/ 1 h 216"/>
                <a:gd name="T82" fmla="*/ 340 w 484"/>
                <a:gd name="T83" fmla="*/ 23 h 216"/>
                <a:gd name="T84" fmla="*/ 242 w 484"/>
                <a:gd name="T85" fmla="*/ 121 h 216"/>
                <a:gd name="T86" fmla="*/ 144 w 484"/>
                <a:gd name="T87" fmla="*/ 23 h 216"/>
                <a:gd name="T88" fmla="*/ 147 w 484"/>
                <a:gd name="T89" fmla="*/ 1 h 216"/>
                <a:gd name="T90" fmla="*/ 129 w 484"/>
                <a:gd name="T91" fmla="*/ 2 h 216"/>
                <a:gd name="T92" fmla="*/ 129 w 484"/>
                <a:gd name="T93" fmla="*/ 2 h 216"/>
                <a:gd name="T94" fmla="*/ 71 w 484"/>
                <a:gd name="T95" fmla="*/ 27 h 216"/>
                <a:gd name="T96" fmla="*/ 68 w 484"/>
                <a:gd name="T97" fmla="*/ 28 h 216"/>
                <a:gd name="T98" fmla="*/ 27 w 484"/>
                <a:gd name="T99" fmla="*/ 56 h 216"/>
                <a:gd name="T100" fmla="*/ 9 w 484"/>
                <a:gd name="T101" fmla="*/ 77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84" h="216">
                  <a:moveTo>
                    <a:pt x="9" y="77"/>
                  </a:moveTo>
                  <a:cubicBezTo>
                    <a:pt x="4" y="86"/>
                    <a:pt x="0" y="97"/>
                    <a:pt x="0" y="109"/>
                  </a:cubicBezTo>
                  <a:cubicBezTo>
                    <a:pt x="0" y="124"/>
                    <a:pt x="7" y="138"/>
                    <a:pt x="16" y="149"/>
                  </a:cubicBezTo>
                  <a:cubicBezTo>
                    <a:pt x="31" y="165"/>
                    <a:pt x="50" y="176"/>
                    <a:pt x="78" y="187"/>
                  </a:cubicBezTo>
                  <a:cubicBezTo>
                    <a:pt x="106" y="197"/>
                    <a:pt x="142" y="206"/>
                    <a:pt x="190" y="215"/>
                  </a:cubicBezTo>
                  <a:cubicBezTo>
                    <a:pt x="192" y="216"/>
                    <a:pt x="194" y="216"/>
                    <a:pt x="196" y="216"/>
                  </a:cubicBezTo>
                  <a:cubicBezTo>
                    <a:pt x="211" y="216"/>
                    <a:pt x="225" y="205"/>
                    <a:pt x="228" y="189"/>
                  </a:cubicBezTo>
                  <a:cubicBezTo>
                    <a:pt x="231" y="172"/>
                    <a:pt x="219" y="155"/>
                    <a:pt x="202" y="152"/>
                  </a:cubicBezTo>
                  <a:cubicBezTo>
                    <a:pt x="141" y="141"/>
                    <a:pt x="102" y="129"/>
                    <a:pt x="82" y="118"/>
                  </a:cubicBezTo>
                  <a:cubicBezTo>
                    <a:pt x="73" y="114"/>
                    <a:pt x="68" y="110"/>
                    <a:pt x="66" y="108"/>
                  </a:cubicBezTo>
                  <a:cubicBezTo>
                    <a:pt x="68" y="106"/>
                    <a:pt x="71" y="102"/>
                    <a:pt x="77" y="98"/>
                  </a:cubicBezTo>
                  <a:cubicBezTo>
                    <a:pt x="78" y="97"/>
                    <a:pt x="79" y="96"/>
                    <a:pt x="80" y="96"/>
                  </a:cubicBezTo>
                  <a:cubicBezTo>
                    <a:pt x="88" y="90"/>
                    <a:pt x="97" y="85"/>
                    <a:pt x="106" y="80"/>
                  </a:cubicBezTo>
                  <a:cubicBezTo>
                    <a:pt x="119" y="125"/>
                    <a:pt x="119" y="125"/>
                    <a:pt x="119" y="125"/>
                  </a:cubicBezTo>
                  <a:cubicBezTo>
                    <a:pt x="139" y="131"/>
                    <a:pt x="166" y="138"/>
                    <a:pt x="203" y="144"/>
                  </a:cubicBezTo>
                  <a:cubicBezTo>
                    <a:pt x="215" y="147"/>
                    <a:pt x="225" y="154"/>
                    <a:pt x="231" y="164"/>
                  </a:cubicBezTo>
                  <a:cubicBezTo>
                    <a:pt x="234" y="163"/>
                    <a:pt x="238" y="163"/>
                    <a:pt x="242" y="163"/>
                  </a:cubicBezTo>
                  <a:cubicBezTo>
                    <a:pt x="245" y="163"/>
                    <a:pt x="249" y="163"/>
                    <a:pt x="252" y="164"/>
                  </a:cubicBezTo>
                  <a:cubicBezTo>
                    <a:pt x="253" y="164"/>
                    <a:pt x="253" y="164"/>
                    <a:pt x="253" y="164"/>
                  </a:cubicBezTo>
                  <a:cubicBezTo>
                    <a:pt x="254" y="163"/>
                    <a:pt x="255" y="162"/>
                    <a:pt x="255" y="161"/>
                  </a:cubicBezTo>
                  <a:cubicBezTo>
                    <a:pt x="261" y="152"/>
                    <a:pt x="270" y="146"/>
                    <a:pt x="281" y="144"/>
                  </a:cubicBezTo>
                  <a:cubicBezTo>
                    <a:pt x="314" y="138"/>
                    <a:pt x="342" y="132"/>
                    <a:pt x="365" y="125"/>
                  </a:cubicBezTo>
                  <a:cubicBezTo>
                    <a:pt x="378" y="80"/>
                    <a:pt x="378" y="80"/>
                    <a:pt x="378" y="80"/>
                  </a:cubicBezTo>
                  <a:cubicBezTo>
                    <a:pt x="381" y="82"/>
                    <a:pt x="385" y="84"/>
                    <a:pt x="388" y="86"/>
                  </a:cubicBezTo>
                  <a:cubicBezTo>
                    <a:pt x="394" y="89"/>
                    <a:pt x="399" y="92"/>
                    <a:pt x="403" y="95"/>
                  </a:cubicBezTo>
                  <a:cubicBezTo>
                    <a:pt x="408" y="98"/>
                    <a:pt x="412" y="101"/>
                    <a:pt x="415" y="104"/>
                  </a:cubicBezTo>
                  <a:cubicBezTo>
                    <a:pt x="417" y="106"/>
                    <a:pt x="418" y="107"/>
                    <a:pt x="419" y="108"/>
                  </a:cubicBezTo>
                  <a:cubicBezTo>
                    <a:pt x="415" y="111"/>
                    <a:pt x="406" y="118"/>
                    <a:pt x="390" y="124"/>
                  </a:cubicBezTo>
                  <a:cubicBezTo>
                    <a:pt x="367" y="133"/>
                    <a:pt x="332" y="143"/>
                    <a:pt x="282" y="152"/>
                  </a:cubicBezTo>
                  <a:cubicBezTo>
                    <a:pt x="274" y="154"/>
                    <a:pt x="267" y="159"/>
                    <a:pt x="262" y="165"/>
                  </a:cubicBezTo>
                  <a:cubicBezTo>
                    <a:pt x="284" y="170"/>
                    <a:pt x="304" y="182"/>
                    <a:pt x="318" y="199"/>
                  </a:cubicBezTo>
                  <a:cubicBezTo>
                    <a:pt x="321" y="202"/>
                    <a:pt x="323" y="206"/>
                    <a:pt x="325" y="209"/>
                  </a:cubicBezTo>
                  <a:cubicBezTo>
                    <a:pt x="372" y="199"/>
                    <a:pt x="406" y="188"/>
                    <a:pt x="431" y="176"/>
                  </a:cubicBezTo>
                  <a:cubicBezTo>
                    <a:pt x="446" y="168"/>
                    <a:pt x="459" y="160"/>
                    <a:pt x="468" y="149"/>
                  </a:cubicBezTo>
                  <a:cubicBezTo>
                    <a:pt x="478" y="138"/>
                    <a:pt x="484" y="124"/>
                    <a:pt x="484" y="109"/>
                  </a:cubicBezTo>
                  <a:cubicBezTo>
                    <a:pt x="484" y="97"/>
                    <a:pt x="480" y="86"/>
                    <a:pt x="475" y="77"/>
                  </a:cubicBezTo>
                  <a:cubicBezTo>
                    <a:pt x="466" y="62"/>
                    <a:pt x="454" y="52"/>
                    <a:pt x="441" y="43"/>
                  </a:cubicBezTo>
                  <a:cubicBezTo>
                    <a:pt x="441" y="43"/>
                    <a:pt x="441" y="43"/>
                    <a:pt x="441" y="43"/>
                  </a:cubicBezTo>
                  <a:cubicBezTo>
                    <a:pt x="422" y="30"/>
                    <a:pt x="401" y="20"/>
                    <a:pt x="385" y="13"/>
                  </a:cubicBezTo>
                  <a:cubicBezTo>
                    <a:pt x="368" y="6"/>
                    <a:pt x="356" y="2"/>
                    <a:pt x="355" y="2"/>
                  </a:cubicBezTo>
                  <a:cubicBezTo>
                    <a:pt x="349" y="0"/>
                    <a:pt x="343" y="0"/>
                    <a:pt x="338" y="1"/>
                  </a:cubicBezTo>
                  <a:cubicBezTo>
                    <a:pt x="339" y="8"/>
                    <a:pt x="340" y="16"/>
                    <a:pt x="340" y="23"/>
                  </a:cubicBezTo>
                  <a:cubicBezTo>
                    <a:pt x="340" y="77"/>
                    <a:pt x="296" y="121"/>
                    <a:pt x="242" y="121"/>
                  </a:cubicBezTo>
                  <a:cubicBezTo>
                    <a:pt x="188" y="121"/>
                    <a:pt x="144" y="77"/>
                    <a:pt x="144" y="23"/>
                  </a:cubicBezTo>
                  <a:cubicBezTo>
                    <a:pt x="144" y="16"/>
                    <a:pt x="145" y="8"/>
                    <a:pt x="147" y="1"/>
                  </a:cubicBezTo>
                  <a:cubicBezTo>
                    <a:pt x="141" y="0"/>
                    <a:pt x="135" y="0"/>
                    <a:pt x="129" y="2"/>
                  </a:cubicBezTo>
                  <a:cubicBezTo>
                    <a:pt x="129" y="2"/>
                    <a:pt x="129" y="2"/>
                    <a:pt x="129" y="2"/>
                  </a:cubicBezTo>
                  <a:cubicBezTo>
                    <a:pt x="128" y="2"/>
                    <a:pt x="100" y="11"/>
                    <a:pt x="71" y="27"/>
                  </a:cubicBezTo>
                  <a:cubicBezTo>
                    <a:pt x="70" y="27"/>
                    <a:pt x="69" y="28"/>
                    <a:pt x="68" y="28"/>
                  </a:cubicBezTo>
                  <a:cubicBezTo>
                    <a:pt x="54" y="36"/>
                    <a:pt x="40" y="44"/>
                    <a:pt x="27" y="56"/>
                  </a:cubicBezTo>
                  <a:cubicBezTo>
                    <a:pt x="21" y="62"/>
                    <a:pt x="14" y="69"/>
                    <a:pt x="9"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 name="Oval 19"/>
            <p:cNvSpPr>
              <a:spLocks noChangeArrowheads="1"/>
            </p:cNvSpPr>
            <p:nvPr/>
          </p:nvSpPr>
          <p:spPr bwMode="auto">
            <a:xfrm>
              <a:off x="2706688" y="1235075"/>
              <a:ext cx="314325" cy="3143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64" name="组合 263"/>
          <p:cNvGrpSpPr/>
          <p:nvPr/>
        </p:nvGrpSpPr>
        <p:grpSpPr>
          <a:xfrm>
            <a:off x="1812651" y="2940808"/>
            <a:ext cx="954446" cy="1238809"/>
            <a:chOff x="1882776" y="2803525"/>
            <a:chExt cx="1076325" cy="1397000"/>
          </a:xfrm>
          <a:solidFill>
            <a:schemeClr val="tx1">
              <a:lumMod val="65000"/>
              <a:lumOff val="35000"/>
            </a:schemeClr>
          </a:solidFill>
        </p:grpSpPr>
        <p:sp>
          <p:nvSpPr>
            <p:cNvPr id="265" name="Freeform 20"/>
            <p:cNvSpPr>
              <a:spLocks/>
            </p:cNvSpPr>
            <p:nvPr/>
          </p:nvSpPr>
          <p:spPr bwMode="auto">
            <a:xfrm>
              <a:off x="2271713" y="2803525"/>
              <a:ext cx="355600" cy="357188"/>
            </a:xfrm>
            <a:custGeom>
              <a:avLst/>
              <a:gdLst>
                <a:gd name="T0" fmla="*/ 68 w 204"/>
                <a:gd name="T1" fmla="*/ 185 h 204"/>
                <a:gd name="T2" fmla="*/ 185 w 204"/>
                <a:gd name="T3" fmla="*/ 135 h 204"/>
                <a:gd name="T4" fmla="*/ 135 w 204"/>
                <a:gd name="T5" fmla="*/ 18 h 204"/>
                <a:gd name="T6" fmla="*/ 18 w 204"/>
                <a:gd name="T7" fmla="*/ 68 h 204"/>
                <a:gd name="T8" fmla="*/ 68 w 204"/>
                <a:gd name="T9" fmla="*/ 185 h 204"/>
              </a:gdLst>
              <a:ahLst/>
              <a:cxnLst>
                <a:cxn ang="0">
                  <a:pos x="T0" y="T1"/>
                </a:cxn>
                <a:cxn ang="0">
                  <a:pos x="T2" y="T3"/>
                </a:cxn>
                <a:cxn ang="0">
                  <a:pos x="T4" y="T5"/>
                </a:cxn>
                <a:cxn ang="0">
                  <a:pos x="T6" y="T7"/>
                </a:cxn>
                <a:cxn ang="0">
                  <a:pos x="T8" y="T9"/>
                </a:cxn>
              </a:cxnLst>
              <a:rect l="0" t="0" r="r" b="b"/>
              <a:pathLst>
                <a:path w="204" h="204">
                  <a:moveTo>
                    <a:pt x="68" y="185"/>
                  </a:moveTo>
                  <a:cubicBezTo>
                    <a:pt x="114" y="204"/>
                    <a:pt x="166" y="181"/>
                    <a:pt x="185" y="135"/>
                  </a:cubicBezTo>
                  <a:cubicBezTo>
                    <a:pt x="204" y="89"/>
                    <a:pt x="181" y="37"/>
                    <a:pt x="135" y="18"/>
                  </a:cubicBezTo>
                  <a:cubicBezTo>
                    <a:pt x="89" y="0"/>
                    <a:pt x="37" y="22"/>
                    <a:pt x="18" y="68"/>
                  </a:cubicBezTo>
                  <a:cubicBezTo>
                    <a:pt x="0" y="114"/>
                    <a:pt x="22" y="166"/>
                    <a:pt x="68" y="1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 name="Freeform 21"/>
            <p:cNvSpPr>
              <a:spLocks noEditPoints="1"/>
            </p:cNvSpPr>
            <p:nvPr/>
          </p:nvSpPr>
          <p:spPr bwMode="auto">
            <a:xfrm>
              <a:off x="1882776" y="3108325"/>
              <a:ext cx="814388" cy="1092200"/>
            </a:xfrm>
            <a:custGeom>
              <a:avLst/>
              <a:gdLst>
                <a:gd name="T0" fmla="*/ 429 w 466"/>
                <a:gd name="T1" fmla="*/ 278 h 624"/>
                <a:gd name="T2" fmla="*/ 410 w 466"/>
                <a:gd name="T3" fmla="*/ 283 h 624"/>
                <a:gd name="T4" fmla="*/ 376 w 466"/>
                <a:gd name="T5" fmla="*/ 305 h 624"/>
                <a:gd name="T6" fmla="*/ 347 w 466"/>
                <a:gd name="T7" fmla="*/ 314 h 624"/>
                <a:gd name="T8" fmla="*/ 259 w 466"/>
                <a:gd name="T9" fmla="*/ 291 h 624"/>
                <a:gd name="T10" fmla="*/ 220 w 466"/>
                <a:gd name="T11" fmla="*/ 267 h 624"/>
                <a:gd name="T12" fmla="*/ 181 w 466"/>
                <a:gd name="T13" fmla="*/ 162 h 624"/>
                <a:gd name="T14" fmla="*/ 177 w 466"/>
                <a:gd name="T15" fmla="*/ 79 h 624"/>
                <a:gd name="T16" fmla="*/ 226 w 466"/>
                <a:gd name="T17" fmla="*/ 50 h 624"/>
                <a:gd name="T18" fmla="*/ 254 w 466"/>
                <a:gd name="T19" fmla="*/ 101 h 624"/>
                <a:gd name="T20" fmla="*/ 258 w 466"/>
                <a:gd name="T21" fmla="*/ 140 h 624"/>
                <a:gd name="T22" fmla="*/ 284 w 466"/>
                <a:gd name="T23" fmla="*/ 135 h 624"/>
                <a:gd name="T24" fmla="*/ 430 w 466"/>
                <a:gd name="T25" fmla="*/ 154 h 624"/>
                <a:gd name="T26" fmla="*/ 465 w 466"/>
                <a:gd name="T27" fmla="*/ 125 h 624"/>
                <a:gd name="T28" fmla="*/ 320 w 466"/>
                <a:gd name="T29" fmla="*/ 80 h 624"/>
                <a:gd name="T30" fmla="*/ 245 w 466"/>
                <a:gd name="T31" fmla="*/ 13 h 624"/>
                <a:gd name="T32" fmla="*/ 76 w 466"/>
                <a:gd name="T33" fmla="*/ 281 h 624"/>
                <a:gd name="T34" fmla="*/ 20 w 466"/>
                <a:gd name="T35" fmla="*/ 337 h 624"/>
                <a:gd name="T36" fmla="*/ 0 w 466"/>
                <a:gd name="T37" fmla="*/ 377 h 624"/>
                <a:gd name="T38" fmla="*/ 33 w 466"/>
                <a:gd name="T39" fmla="*/ 397 h 624"/>
                <a:gd name="T40" fmla="*/ 27 w 466"/>
                <a:gd name="T41" fmla="*/ 609 h 624"/>
                <a:gd name="T42" fmla="*/ 136 w 466"/>
                <a:gd name="T43" fmla="*/ 535 h 624"/>
                <a:gd name="T44" fmla="*/ 244 w 466"/>
                <a:gd name="T45" fmla="*/ 609 h 624"/>
                <a:gd name="T46" fmla="*/ 238 w 466"/>
                <a:gd name="T47" fmla="*/ 397 h 624"/>
                <a:gd name="T48" fmla="*/ 272 w 466"/>
                <a:gd name="T49" fmla="*/ 377 h 624"/>
                <a:gd name="T50" fmla="*/ 332 w 466"/>
                <a:gd name="T51" fmla="*/ 367 h 624"/>
                <a:gd name="T52" fmla="*/ 318 w 466"/>
                <a:gd name="T53" fmla="*/ 622 h 624"/>
                <a:gd name="T54" fmla="*/ 379 w 466"/>
                <a:gd name="T55" fmla="*/ 587 h 624"/>
                <a:gd name="T56" fmla="*/ 441 w 466"/>
                <a:gd name="T57" fmla="*/ 336 h 624"/>
                <a:gd name="T58" fmla="*/ 136 w 466"/>
                <a:gd name="T59" fmla="*/ 509 h 624"/>
                <a:gd name="T60" fmla="*/ 136 w 466"/>
                <a:gd name="T61" fmla="*/ 484 h 624"/>
                <a:gd name="T62" fmla="*/ 136 w 466"/>
                <a:gd name="T63" fmla="*/ 509 h 624"/>
                <a:gd name="T64" fmla="*/ 86 w 466"/>
                <a:gd name="T65" fmla="*/ 397 h 624"/>
                <a:gd name="T66" fmla="*/ 136 w 466"/>
                <a:gd name="T67" fmla="*/ 464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66" h="624">
                  <a:moveTo>
                    <a:pt x="434" y="283"/>
                  </a:moveTo>
                  <a:cubicBezTo>
                    <a:pt x="432" y="281"/>
                    <a:pt x="431" y="280"/>
                    <a:pt x="429" y="278"/>
                  </a:cubicBezTo>
                  <a:cubicBezTo>
                    <a:pt x="424" y="281"/>
                    <a:pt x="417" y="283"/>
                    <a:pt x="411" y="283"/>
                  </a:cubicBezTo>
                  <a:cubicBezTo>
                    <a:pt x="410" y="283"/>
                    <a:pt x="410" y="283"/>
                    <a:pt x="410" y="283"/>
                  </a:cubicBezTo>
                  <a:cubicBezTo>
                    <a:pt x="402" y="282"/>
                    <a:pt x="395" y="282"/>
                    <a:pt x="388" y="282"/>
                  </a:cubicBezTo>
                  <a:cubicBezTo>
                    <a:pt x="387" y="291"/>
                    <a:pt x="383" y="299"/>
                    <a:pt x="376" y="305"/>
                  </a:cubicBezTo>
                  <a:cubicBezTo>
                    <a:pt x="369" y="311"/>
                    <a:pt x="361" y="314"/>
                    <a:pt x="352" y="314"/>
                  </a:cubicBezTo>
                  <a:cubicBezTo>
                    <a:pt x="351" y="314"/>
                    <a:pt x="349" y="314"/>
                    <a:pt x="347" y="314"/>
                  </a:cubicBezTo>
                  <a:cubicBezTo>
                    <a:pt x="283" y="305"/>
                    <a:pt x="283" y="305"/>
                    <a:pt x="283" y="305"/>
                  </a:cubicBezTo>
                  <a:cubicBezTo>
                    <a:pt x="274" y="304"/>
                    <a:pt x="265" y="299"/>
                    <a:pt x="259" y="291"/>
                  </a:cubicBezTo>
                  <a:cubicBezTo>
                    <a:pt x="254" y="284"/>
                    <a:pt x="252" y="275"/>
                    <a:pt x="252" y="267"/>
                  </a:cubicBezTo>
                  <a:cubicBezTo>
                    <a:pt x="220" y="267"/>
                    <a:pt x="220" y="267"/>
                    <a:pt x="220" y="267"/>
                  </a:cubicBezTo>
                  <a:cubicBezTo>
                    <a:pt x="223" y="254"/>
                    <a:pt x="226" y="242"/>
                    <a:pt x="229" y="229"/>
                  </a:cubicBezTo>
                  <a:cubicBezTo>
                    <a:pt x="207" y="211"/>
                    <a:pt x="190" y="188"/>
                    <a:pt x="181" y="162"/>
                  </a:cubicBezTo>
                  <a:cubicBezTo>
                    <a:pt x="176" y="146"/>
                    <a:pt x="173" y="129"/>
                    <a:pt x="173" y="112"/>
                  </a:cubicBezTo>
                  <a:cubicBezTo>
                    <a:pt x="173" y="95"/>
                    <a:pt x="176" y="83"/>
                    <a:pt x="177" y="79"/>
                  </a:cubicBezTo>
                  <a:cubicBezTo>
                    <a:pt x="181" y="61"/>
                    <a:pt x="197" y="49"/>
                    <a:pt x="216" y="49"/>
                  </a:cubicBezTo>
                  <a:cubicBezTo>
                    <a:pt x="219" y="49"/>
                    <a:pt x="222" y="49"/>
                    <a:pt x="226" y="50"/>
                  </a:cubicBezTo>
                  <a:cubicBezTo>
                    <a:pt x="247" y="56"/>
                    <a:pt x="260" y="77"/>
                    <a:pt x="254" y="99"/>
                  </a:cubicBezTo>
                  <a:cubicBezTo>
                    <a:pt x="254" y="99"/>
                    <a:pt x="254" y="100"/>
                    <a:pt x="254" y="101"/>
                  </a:cubicBezTo>
                  <a:cubicBezTo>
                    <a:pt x="254" y="103"/>
                    <a:pt x="253" y="107"/>
                    <a:pt x="253" y="112"/>
                  </a:cubicBezTo>
                  <a:cubicBezTo>
                    <a:pt x="253" y="119"/>
                    <a:pt x="254" y="129"/>
                    <a:pt x="258" y="140"/>
                  </a:cubicBezTo>
                  <a:cubicBezTo>
                    <a:pt x="261" y="132"/>
                    <a:pt x="264" y="125"/>
                    <a:pt x="266" y="118"/>
                  </a:cubicBezTo>
                  <a:cubicBezTo>
                    <a:pt x="284" y="135"/>
                    <a:pt x="284" y="135"/>
                    <a:pt x="284" y="135"/>
                  </a:cubicBezTo>
                  <a:cubicBezTo>
                    <a:pt x="290" y="140"/>
                    <a:pt x="296" y="143"/>
                    <a:pt x="304" y="143"/>
                  </a:cubicBezTo>
                  <a:cubicBezTo>
                    <a:pt x="430" y="154"/>
                    <a:pt x="430" y="154"/>
                    <a:pt x="430" y="154"/>
                  </a:cubicBezTo>
                  <a:cubicBezTo>
                    <a:pt x="431" y="154"/>
                    <a:pt x="432" y="154"/>
                    <a:pt x="433" y="154"/>
                  </a:cubicBezTo>
                  <a:cubicBezTo>
                    <a:pt x="449" y="154"/>
                    <a:pt x="463" y="141"/>
                    <a:pt x="465" y="125"/>
                  </a:cubicBezTo>
                  <a:cubicBezTo>
                    <a:pt x="466" y="107"/>
                    <a:pt x="453" y="92"/>
                    <a:pt x="436" y="90"/>
                  </a:cubicBezTo>
                  <a:cubicBezTo>
                    <a:pt x="320" y="80"/>
                    <a:pt x="320" y="80"/>
                    <a:pt x="320" y="80"/>
                  </a:cubicBezTo>
                  <a:cubicBezTo>
                    <a:pt x="265" y="30"/>
                    <a:pt x="265" y="30"/>
                    <a:pt x="265" y="30"/>
                  </a:cubicBezTo>
                  <a:cubicBezTo>
                    <a:pt x="260" y="23"/>
                    <a:pt x="254" y="17"/>
                    <a:pt x="245" y="13"/>
                  </a:cubicBezTo>
                  <a:cubicBezTo>
                    <a:pt x="213" y="0"/>
                    <a:pt x="161" y="10"/>
                    <a:pt x="132" y="65"/>
                  </a:cubicBezTo>
                  <a:cubicBezTo>
                    <a:pt x="93" y="141"/>
                    <a:pt x="79" y="192"/>
                    <a:pt x="76" y="281"/>
                  </a:cubicBezTo>
                  <a:cubicBezTo>
                    <a:pt x="77" y="307"/>
                    <a:pt x="84" y="325"/>
                    <a:pt x="95" y="337"/>
                  </a:cubicBezTo>
                  <a:cubicBezTo>
                    <a:pt x="20" y="337"/>
                    <a:pt x="20" y="337"/>
                    <a:pt x="20" y="337"/>
                  </a:cubicBezTo>
                  <a:cubicBezTo>
                    <a:pt x="8" y="337"/>
                    <a:pt x="0" y="346"/>
                    <a:pt x="0" y="357"/>
                  </a:cubicBezTo>
                  <a:cubicBezTo>
                    <a:pt x="0" y="377"/>
                    <a:pt x="0" y="377"/>
                    <a:pt x="0" y="377"/>
                  </a:cubicBezTo>
                  <a:cubicBezTo>
                    <a:pt x="0" y="388"/>
                    <a:pt x="8" y="397"/>
                    <a:pt x="20" y="397"/>
                  </a:cubicBezTo>
                  <a:cubicBezTo>
                    <a:pt x="33" y="397"/>
                    <a:pt x="33" y="397"/>
                    <a:pt x="33" y="397"/>
                  </a:cubicBezTo>
                  <a:cubicBezTo>
                    <a:pt x="109" y="500"/>
                    <a:pt x="109" y="500"/>
                    <a:pt x="109" y="500"/>
                  </a:cubicBezTo>
                  <a:cubicBezTo>
                    <a:pt x="27" y="609"/>
                    <a:pt x="27" y="609"/>
                    <a:pt x="27" y="609"/>
                  </a:cubicBezTo>
                  <a:cubicBezTo>
                    <a:pt x="81" y="609"/>
                    <a:pt x="81" y="609"/>
                    <a:pt x="81" y="609"/>
                  </a:cubicBezTo>
                  <a:cubicBezTo>
                    <a:pt x="136" y="535"/>
                    <a:pt x="136" y="535"/>
                    <a:pt x="136" y="535"/>
                  </a:cubicBezTo>
                  <a:cubicBezTo>
                    <a:pt x="191" y="609"/>
                    <a:pt x="191" y="609"/>
                    <a:pt x="191" y="609"/>
                  </a:cubicBezTo>
                  <a:cubicBezTo>
                    <a:pt x="244" y="609"/>
                    <a:pt x="244" y="609"/>
                    <a:pt x="244" y="609"/>
                  </a:cubicBezTo>
                  <a:cubicBezTo>
                    <a:pt x="162" y="500"/>
                    <a:pt x="162" y="500"/>
                    <a:pt x="162" y="500"/>
                  </a:cubicBezTo>
                  <a:cubicBezTo>
                    <a:pt x="238" y="397"/>
                    <a:pt x="238" y="397"/>
                    <a:pt x="238" y="397"/>
                  </a:cubicBezTo>
                  <a:cubicBezTo>
                    <a:pt x="252" y="397"/>
                    <a:pt x="252" y="397"/>
                    <a:pt x="252" y="397"/>
                  </a:cubicBezTo>
                  <a:cubicBezTo>
                    <a:pt x="263" y="397"/>
                    <a:pt x="272" y="388"/>
                    <a:pt x="272" y="377"/>
                  </a:cubicBezTo>
                  <a:cubicBezTo>
                    <a:pt x="272" y="367"/>
                    <a:pt x="272" y="367"/>
                    <a:pt x="272" y="367"/>
                  </a:cubicBezTo>
                  <a:cubicBezTo>
                    <a:pt x="332" y="367"/>
                    <a:pt x="332" y="367"/>
                    <a:pt x="332" y="367"/>
                  </a:cubicBezTo>
                  <a:cubicBezTo>
                    <a:pt x="282" y="561"/>
                    <a:pt x="282" y="561"/>
                    <a:pt x="282" y="561"/>
                  </a:cubicBezTo>
                  <a:cubicBezTo>
                    <a:pt x="275" y="588"/>
                    <a:pt x="291" y="615"/>
                    <a:pt x="318" y="622"/>
                  </a:cubicBezTo>
                  <a:cubicBezTo>
                    <a:pt x="322" y="623"/>
                    <a:pt x="326" y="624"/>
                    <a:pt x="330" y="624"/>
                  </a:cubicBezTo>
                  <a:cubicBezTo>
                    <a:pt x="352" y="624"/>
                    <a:pt x="373" y="609"/>
                    <a:pt x="379" y="587"/>
                  </a:cubicBezTo>
                  <a:cubicBezTo>
                    <a:pt x="442" y="342"/>
                    <a:pt x="442" y="342"/>
                    <a:pt x="442" y="342"/>
                  </a:cubicBezTo>
                  <a:cubicBezTo>
                    <a:pt x="441" y="340"/>
                    <a:pt x="441" y="338"/>
                    <a:pt x="441" y="336"/>
                  </a:cubicBezTo>
                  <a:lnTo>
                    <a:pt x="434" y="283"/>
                  </a:lnTo>
                  <a:close/>
                  <a:moveTo>
                    <a:pt x="136" y="509"/>
                  </a:moveTo>
                  <a:cubicBezTo>
                    <a:pt x="129" y="509"/>
                    <a:pt x="123" y="504"/>
                    <a:pt x="123" y="497"/>
                  </a:cubicBezTo>
                  <a:cubicBezTo>
                    <a:pt x="123" y="490"/>
                    <a:pt x="129" y="484"/>
                    <a:pt x="136" y="484"/>
                  </a:cubicBezTo>
                  <a:cubicBezTo>
                    <a:pt x="143" y="484"/>
                    <a:pt x="148" y="490"/>
                    <a:pt x="148" y="497"/>
                  </a:cubicBezTo>
                  <a:cubicBezTo>
                    <a:pt x="148" y="504"/>
                    <a:pt x="143" y="509"/>
                    <a:pt x="136" y="509"/>
                  </a:cubicBezTo>
                  <a:close/>
                  <a:moveTo>
                    <a:pt x="136" y="464"/>
                  </a:moveTo>
                  <a:cubicBezTo>
                    <a:pt x="86" y="397"/>
                    <a:pt x="86" y="397"/>
                    <a:pt x="86" y="397"/>
                  </a:cubicBezTo>
                  <a:cubicBezTo>
                    <a:pt x="185" y="397"/>
                    <a:pt x="185" y="397"/>
                    <a:pt x="185" y="397"/>
                  </a:cubicBezTo>
                  <a:lnTo>
                    <a:pt x="136" y="4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 name="Freeform 22"/>
            <p:cNvSpPr>
              <a:spLocks/>
            </p:cNvSpPr>
            <p:nvPr/>
          </p:nvSpPr>
          <p:spPr bwMode="auto">
            <a:xfrm>
              <a:off x="2747963" y="3470275"/>
              <a:ext cx="211138" cy="207963"/>
            </a:xfrm>
            <a:custGeom>
              <a:avLst/>
              <a:gdLst>
                <a:gd name="T0" fmla="*/ 106 w 120"/>
                <a:gd name="T1" fmla="*/ 85 h 119"/>
                <a:gd name="T2" fmla="*/ 86 w 120"/>
                <a:gd name="T3" fmla="*/ 14 h 119"/>
                <a:gd name="T4" fmla="*/ 14 w 120"/>
                <a:gd name="T5" fmla="*/ 34 h 119"/>
                <a:gd name="T6" fmla="*/ 35 w 120"/>
                <a:gd name="T7" fmla="*/ 105 h 119"/>
                <a:gd name="T8" fmla="*/ 106 w 120"/>
                <a:gd name="T9" fmla="*/ 85 h 119"/>
              </a:gdLst>
              <a:ahLst/>
              <a:cxnLst>
                <a:cxn ang="0">
                  <a:pos x="T0" y="T1"/>
                </a:cxn>
                <a:cxn ang="0">
                  <a:pos x="T2" y="T3"/>
                </a:cxn>
                <a:cxn ang="0">
                  <a:pos x="T4" y="T5"/>
                </a:cxn>
                <a:cxn ang="0">
                  <a:pos x="T6" y="T7"/>
                </a:cxn>
                <a:cxn ang="0">
                  <a:pos x="T8" y="T9"/>
                </a:cxn>
              </a:cxnLst>
              <a:rect l="0" t="0" r="r" b="b"/>
              <a:pathLst>
                <a:path w="120" h="119">
                  <a:moveTo>
                    <a:pt x="106" y="85"/>
                  </a:moveTo>
                  <a:cubicBezTo>
                    <a:pt x="120" y="60"/>
                    <a:pt x="111" y="28"/>
                    <a:pt x="86" y="14"/>
                  </a:cubicBezTo>
                  <a:cubicBezTo>
                    <a:pt x="60" y="0"/>
                    <a:pt x="28" y="9"/>
                    <a:pt x="14" y="34"/>
                  </a:cubicBezTo>
                  <a:cubicBezTo>
                    <a:pt x="0" y="59"/>
                    <a:pt x="9" y="91"/>
                    <a:pt x="35" y="105"/>
                  </a:cubicBezTo>
                  <a:cubicBezTo>
                    <a:pt x="60" y="119"/>
                    <a:pt x="92" y="110"/>
                    <a:pt x="106" y="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 name="Freeform 23"/>
            <p:cNvSpPr>
              <a:spLocks/>
            </p:cNvSpPr>
            <p:nvPr/>
          </p:nvSpPr>
          <p:spPr bwMode="auto">
            <a:xfrm>
              <a:off x="2198688" y="3200400"/>
              <a:ext cx="561975" cy="442913"/>
            </a:xfrm>
            <a:custGeom>
              <a:avLst/>
              <a:gdLst>
                <a:gd name="T0" fmla="*/ 282 w 321"/>
                <a:gd name="T1" fmla="*/ 117 h 253"/>
                <a:gd name="T2" fmla="*/ 176 w 321"/>
                <a:gd name="T3" fmla="*/ 102 h 253"/>
                <a:gd name="T4" fmla="*/ 146 w 321"/>
                <a:gd name="T5" fmla="*/ 138 h 253"/>
                <a:gd name="T6" fmla="*/ 145 w 321"/>
                <a:gd name="T7" fmla="*/ 143 h 253"/>
                <a:gd name="T8" fmla="*/ 144 w 321"/>
                <a:gd name="T9" fmla="*/ 146 h 253"/>
                <a:gd name="T10" fmla="*/ 135 w 321"/>
                <a:gd name="T11" fmla="*/ 143 h 253"/>
                <a:gd name="T12" fmla="*/ 76 w 321"/>
                <a:gd name="T13" fmla="*/ 100 h 253"/>
                <a:gd name="T14" fmla="*/ 64 w 321"/>
                <a:gd name="T15" fmla="*/ 59 h 253"/>
                <a:gd name="T16" fmla="*/ 65 w 321"/>
                <a:gd name="T17" fmla="*/ 47 h 253"/>
                <a:gd name="T18" fmla="*/ 65 w 321"/>
                <a:gd name="T19" fmla="*/ 44 h 253"/>
                <a:gd name="T20" fmla="*/ 65 w 321"/>
                <a:gd name="T21" fmla="*/ 44 h 253"/>
                <a:gd name="T22" fmla="*/ 43 w 321"/>
                <a:gd name="T23" fmla="*/ 5 h 253"/>
                <a:gd name="T24" fmla="*/ 4 w 321"/>
                <a:gd name="T25" fmla="*/ 28 h 253"/>
                <a:gd name="T26" fmla="*/ 0 w 321"/>
                <a:gd name="T27" fmla="*/ 59 h 253"/>
                <a:gd name="T28" fmla="*/ 8 w 321"/>
                <a:gd name="T29" fmla="*/ 107 h 253"/>
                <a:gd name="T30" fmla="*/ 74 w 321"/>
                <a:gd name="T31" fmla="*/ 185 h 253"/>
                <a:gd name="T32" fmla="*/ 83 w 321"/>
                <a:gd name="T33" fmla="*/ 190 h 253"/>
                <a:gd name="T34" fmla="*/ 107 w 321"/>
                <a:gd name="T35" fmla="*/ 180 h 253"/>
                <a:gd name="T36" fmla="*/ 112 w 321"/>
                <a:gd name="T37" fmla="*/ 180 h 253"/>
                <a:gd name="T38" fmla="*/ 135 w 321"/>
                <a:gd name="T39" fmla="*/ 184 h 253"/>
                <a:gd name="T40" fmla="*/ 144 w 321"/>
                <a:gd name="T41" fmla="*/ 155 h 253"/>
                <a:gd name="T42" fmla="*/ 143 w 321"/>
                <a:gd name="T43" fmla="*/ 193 h 253"/>
                <a:gd name="T44" fmla="*/ 111 w 321"/>
                <a:gd name="T45" fmla="*/ 188 h 253"/>
                <a:gd name="T46" fmla="*/ 79 w 321"/>
                <a:gd name="T47" fmla="*/ 212 h 253"/>
                <a:gd name="T48" fmla="*/ 103 w 321"/>
                <a:gd name="T49" fmla="*/ 244 h 253"/>
                <a:gd name="T50" fmla="*/ 167 w 321"/>
                <a:gd name="T51" fmla="*/ 253 h 253"/>
                <a:gd name="T52" fmla="*/ 171 w 321"/>
                <a:gd name="T53" fmla="*/ 253 h 253"/>
                <a:gd name="T54" fmla="*/ 189 w 321"/>
                <a:gd name="T55" fmla="*/ 246 h 253"/>
                <a:gd name="T56" fmla="*/ 199 w 321"/>
                <a:gd name="T57" fmla="*/ 225 h 253"/>
                <a:gd name="T58" fmla="*/ 200 w 321"/>
                <a:gd name="T59" fmla="*/ 154 h 253"/>
                <a:gd name="T60" fmla="*/ 204 w 321"/>
                <a:gd name="T61" fmla="*/ 158 h 253"/>
                <a:gd name="T62" fmla="*/ 207 w 321"/>
                <a:gd name="T63" fmla="*/ 221 h 253"/>
                <a:gd name="T64" fmla="*/ 229 w 321"/>
                <a:gd name="T65" fmla="*/ 222 h 253"/>
                <a:gd name="T66" fmla="*/ 230 w 321"/>
                <a:gd name="T67" fmla="*/ 222 h 253"/>
                <a:gd name="T68" fmla="*/ 250 w 321"/>
                <a:gd name="T69" fmla="*/ 214 h 253"/>
                <a:gd name="T70" fmla="*/ 245 w 321"/>
                <a:gd name="T71" fmla="*/ 176 h 253"/>
                <a:gd name="T72" fmla="*/ 269 w 321"/>
                <a:gd name="T73" fmla="*/ 144 h 253"/>
                <a:gd name="T74" fmla="*/ 273 w 321"/>
                <a:gd name="T75" fmla="*/ 144 h 253"/>
                <a:gd name="T76" fmla="*/ 301 w 321"/>
                <a:gd name="T77" fmla="*/ 168 h 253"/>
                <a:gd name="T78" fmla="*/ 305 w 321"/>
                <a:gd name="T79" fmla="*/ 197 h 253"/>
                <a:gd name="T80" fmla="*/ 318 w 321"/>
                <a:gd name="T81" fmla="*/ 178 h 253"/>
                <a:gd name="T82" fmla="*/ 282 w 321"/>
                <a:gd name="T83" fmla="*/ 117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1" h="253">
                  <a:moveTo>
                    <a:pt x="282" y="117"/>
                  </a:moveTo>
                  <a:cubicBezTo>
                    <a:pt x="243" y="100"/>
                    <a:pt x="218" y="96"/>
                    <a:pt x="176" y="102"/>
                  </a:cubicBezTo>
                  <a:cubicBezTo>
                    <a:pt x="154" y="107"/>
                    <a:pt x="147" y="122"/>
                    <a:pt x="146" y="138"/>
                  </a:cubicBezTo>
                  <a:cubicBezTo>
                    <a:pt x="146" y="140"/>
                    <a:pt x="145" y="141"/>
                    <a:pt x="145" y="143"/>
                  </a:cubicBezTo>
                  <a:cubicBezTo>
                    <a:pt x="145" y="144"/>
                    <a:pt x="145" y="145"/>
                    <a:pt x="144" y="146"/>
                  </a:cubicBezTo>
                  <a:cubicBezTo>
                    <a:pt x="141" y="145"/>
                    <a:pt x="138" y="144"/>
                    <a:pt x="135" y="143"/>
                  </a:cubicBezTo>
                  <a:cubicBezTo>
                    <a:pt x="101" y="131"/>
                    <a:pt x="85" y="115"/>
                    <a:pt x="76" y="100"/>
                  </a:cubicBezTo>
                  <a:cubicBezTo>
                    <a:pt x="66" y="86"/>
                    <a:pt x="64" y="70"/>
                    <a:pt x="64" y="59"/>
                  </a:cubicBezTo>
                  <a:cubicBezTo>
                    <a:pt x="64" y="54"/>
                    <a:pt x="65" y="49"/>
                    <a:pt x="65" y="47"/>
                  </a:cubicBezTo>
                  <a:cubicBezTo>
                    <a:pt x="65" y="45"/>
                    <a:pt x="65" y="44"/>
                    <a:pt x="65" y="44"/>
                  </a:cubicBezTo>
                  <a:cubicBezTo>
                    <a:pt x="65" y="44"/>
                    <a:pt x="65" y="44"/>
                    <a:pt x="65" y="44"/>
                  </a:cubicBezTo>
                  <a:cubicBezTo>
                    <a:pt x="70" y="27"/>
                    <a:pt x="60" y="9"/>
                    <a:pt x="43" y="5"/>
                  </a:cubicBezTo>
                  <a:cubicBezTo>
                    <a:pt x="26" y="0"/>
                    <a:pt x="8" y="10"/>
                    <a:pt x="4" y="28"/>
                  </a:cubicBezTo>
                  <a:cubicBezTo>
                    <a:pt x="3" y="29"/>
                    <a:pt x="0" y="41"/>
                    <a:pt x="0" y="59"/>
                  </a:cubicBezTo>
                  <a:cubicBezTo>
                    <a:pt x="0" y="72"/>
                    <a:pt x="2" y="89"/>
                    <a:pt x="8" y="107"/>
                  </a:cubicBezTo>
                  <a:cubicBezTo>
                    <a:pt x="17" y="134"/>
                    <a:pt x="38" y="163"/>
                    <a:pt x="74" y="185"/>
                  </a:cubicBezTo>
                  <a:cubicBezTo>
                    <a:pt x="76" y="186"/>
                    <a:pt x="80" y="188"/>
                    <a:pt x="83" y="190"/>
                  </a:cubicBezTo>
                  <a:cubicBezTo>
                    <a:pt x="89" y="184"/>
                    <a:pt x="98" y="180"/>
                    <a:pt x="107" y="180"/>
                  </a:cubicBezTo>
                  <a:cubicBezTo>
                    <a:pt x="109" y="180"/>
                    <a:pt x="110" y="180"/>
                    <a:pt x="112" y="180"/>
                  </a:cubicBezTo>
                  <a:cubicBezTo>
                    <a:pt x="135" y="184"/>
                    <a:pt x="135" y="184"/>
                    <a:pt x="135" y="184"/>
                  </a:cubicBezTo>
                  <a:cubicBezTo>
                    <a:pt x="144" y="155"/>
                    <a:pt x="144" y="155"/>
                    <a:pt x="144" y="155"/>
                  </a:cubicBezTo>
                  <a:cubicBezTo>
                    <a:pt x="143" y="193"/>
                    <a:pt x="143" y="193"/>
                    <a:pt x="143" y="193"/>
                  </a:cubicBezTo>
                  <a:cubicBezTo>
                    <a:pt x="111" y="188"/>
                    <a:pt x="111" y="188"/>
                    <a:pt x="111" y="188"/>
                  </a:cubicBezTo>
                  <a:cubicBezTo>
                    <a:pt x="96" y="186"/>
                    <a:pt x="81" y="197"/>
                    <a:pt x="79" y="212"/>
                  </a:cubicBezTo>
                  <a:cubicBezTo>
                    <a:pt x="77" y="228"/>
                    <a:pt x="88" y="242"/>
                    <a:pt x="103" y="244"/>
                  </a:cubicBezTo>
                  <a:cubicBezTo>
                    <a:pt x="167" y="253"/>
                    <a:pt x="167" y="253"/>
                    <a:pt x="167" y="253"/>
                  </a:cubicBezTo>
                  <a:cubicBezTo>
                    <a:pt x="169" y="253"/>
                    <a:pt x="170" y="253"/>
                    <a:pt x="171" y="253"/>
                  </a:cubicBezTo>
                  <a:cubicBezTo>
                    <a:pt x="178" y="253"/>
                    <a:pt x="184" y="251"/>
                    <a:pt x="189" y="246"/>
                  </a:cubicBezTo>
                  <a:cubicBezTo>
                    <a:pt x="196" y="241"/>
                    <a:pt x="199" y="233"/>
                    <a:pt x="199" y="225"/>
                  </a:cubicBezTo>
                  <a:cubicBezTo>
                    <a:pt x="200" y="154"/>
                    <a:pt x="200" y="154"/>
                    <a:pt x="200" y="154"/>
                  </a:cubicBezTo>
                  <a:cubicBezTo>
                    <a:pt x="202" y="155"/>
                    <a:pt x="204" y="157"/>
                    <a:pt x="204" y="158"/>
                  </a:cubicBezTo>
                  <a:cubicBezTo>
                    <a:pt x="207" y="221"/>
                    <a:pt x="207" y="221"/>
                    <a:pt x="207" y="221"/>
                  </a:cubicBezTo>
                  <a:cubicBezTo>
                    <a:pt x="214" y="221"/>
                    <a:pt x="221" y="221"/>
                    <a:pt x="229" y="222"/>
                  </a:cubicBezTo>
                  <a:cubicBezTo>
                    <a:pt x="229" y="222"/>
                    <a:pt x="230" y="222"/>
                    <a:pt x="230" y="222"/>
                  </a:cubicBezTo>
                  <a:cubicBezTo>
                    <a:pt x="238" y="222"/>
                    <a:pt x="245" y="219"/>
                    <a:pt x="250" y="214"/>
                  </a:cubicBezTo>
                  <a:cubicBezTo>
                    <a:pt x="245" y="176"/>
                    <a:pt x="245" y="176"/>
                    <a:pt x="245" y="176"/>
                  </a:cubicBezTo>
                  <a:cubicBezTo>
                    <a:pt x="243" y="160"/>
                    <a:pt x="254" y="146"/>
                    <a:pt x="269" y="144"/>
                  </a:cubicBezTo>
                  <a:cubicBezTo>
                    <a:pt x="270" y="144"/>
                    <a:pt x="272" y="144"/>
                    <a:pt x="273" y="144"/>
                  </a:cubicBezTo>
                  <a:cubicBezTo>
                    <a:pt x="287" y="144"/>
                    <a:pt x="299" y="154"/>
                    <a:pt x="301" y="168"/>
                  </a:cubicBezTo>
                  <a:cubicBezTo>
                    <a:pt x="305" y="197"/>
                    <a:pt x="305" y="197"/>
                    <a:pt x="305" y="197"/>
                  </a:cubicBezTo>
                  <a:cubicBezTo>
                    <a:pt x="311" y="193"/>
                    <a:pt x="316" y="187"/>
                    <a:pt x="318" y="178"/>
                  </a:cubicBezTo>
                  <a:cubicBezTo>
                    <a:pt x="321" y="158"/>
                    <a:pt x="310" y="129"/>
                    <a:pt x="282" y="1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 name="Freeform 24"/>
            <p:cNvSpPr>
              <a:spLocks/>
            </p:cNvSpPr>
            <p:nvPr/>
          </p:nvSpPr>
          <p:spPr bwMode="auto">
            <a:xfrm>
              <a:off x="2640013" y="3465513"/>
              <a:ext cx="100013" cy="260350"/>
            </a:xfrm>
            <a:custGeom>
              <a:avLst/>
              <a:gdLst>
                <a:gd name="T0" fmla="*/ 18 w 57"/>
                <a:gd name="T1" fmla="*/ 1 h 149"/>
                <a:gd name="T2" fmla="*/ 1 w 57"/>
                <a:gd name="T3" fmla="*/ 24 h 149"/>
                <a:gd name="T4" fmla="*/ 16 w 57"/>
                <a:gd name="T5" fmla="*/ 131 h 149"/>
                <a:gd name="T6" fmla="*/ 36 w 57"/>
                <a:gd name="T7" fmla="*/ 149 h 149"/>
                <a:gd name="T8" fmla="*/ 38 w 57"/>
                <a:gd name="T9" fmla="*/ 148 h 149"/>
                <a:gd name="T10" fmla="*/ 55 w 57"/>
                <a:gd name="T11" fmla="*/ 126 h 149"/>
                <a:gd name="T12" fmla="*/ 41 w 57"/>
                <a:gd name="T13" fmla="*/ 18 h 149"/>
                <a:gd name="T14" fmla="*/ 18 w 57"/>
                <a:gd name="T15" fmla="*/ 1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149">
                  <a:moveTo>
                    <a:pt x="18" y="1"/>
                  </a:moveTo>
                  <a:cubicBezTo>
                    <a:pt x="7" y="3"/>
                    <a:pt x="0" y="13"/>
                    <a:pt x="1" y="24"/>
                  </a:cubicBezTo>
                  <a:cubicBezTo>
                    <a:pt x="16" y="131"/>
                    <a:pt x="16" y="131"/>
                    <a:pt x="16" y="131"/>
                  </a:cubicBezTo>
                  <a:cubicBezTo>
                    <a:pt x="17" y="141"/>
                    <a:pt x="26" y="149"/>
                    <a:pt x="36" y="149"/>
                  </a:cubicBezTo>
                  <a:cubicBezTo>
                    <a:pt x="36" y="149"/>
                    <a:pt x="37" y="149"/>
                    <a:pt x="38" y="148"/>
                  </a:cubicBezTo>
                  <a:cubicBezTo>
                    <a:pt x="49" y="147"/>
                    <a:pt x="57" y="137"/>
                    <a:pt x="55" y="126"/>
                  </a:cubicBezTo>
                  <a:cubicBezTo>
                    <a:pt x="41" y="18"/>
                    <a:pt x="41" y="18"/>
                    <a:pt x="41" y="18"/>
                  </a:cubicBezTo>
                  <a:cubicBezTo>
                    <a:pt x="39" y="7"/>
                    <a:pt x="29" y="0"/>
                    <a:pt x="18"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70" name="组合 269"/>
          <p:cNvGrpSpPr/>
          <p:nvPr/>
        </p:nvGrpSpPr>
        <p:grpSpPr>
          <a:xfrm>
            <a:off x="524571" y="4655432"/>
            <a:ext cx="650375" cy="1478124"/>
            <a:chOff x="430213" y="4737100"/>
            <a:chExt cx="733425" cy="1666875"/>
          </a:xfrm>
          <a:solidFill>
            <a:schemeClr val="tx1">
              <a:lumMod val="65000"/>
              <a:lumOff val="35000"/>
            </a:schemeClr>
          </a:solidFill>
        </p:grpSpPr>
        <p:sp>
          <p:nvSpPr>
            <p:cNvPr id="271" name="Oval 25"/>
            <p:cNvSpPr>
              <a:spLocks noChangeArrowheads="1"/>
            </p:cNvSpPr>
            <p:nvPr/>
          </p:nvSpPr>
          <p:spPr bwMode="auto">
            <a:xfrm>
              <a:off x="638176" y="4737100"/>
              <a:ext cx="315913" cy="3143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 name="Freeform 26"/>
            <p:cNvSpPr>
              <a:spLocks noEditPoints="1"/>
            </p:cNvSpPr>
            <p:nvPr/>
          </p:nvSpPr>
          <p:spPr bwMode="auto">
            <a:xfrm>
              <a:off x="430213" y="5099050"/>
              <a:ext cx="733425" cy="1304925"/>
            </a:xfrm>
            <a:custGeom>
              <a:avLst/>
              <a:gdLst>
                <a:gd name="T0" fmla="*/ 351 w 419"/>
                <a:gd name="T1" fmla="*/ 26 h 746"/>
                <a:gd name="T2" fmla="*/ 322 w 419"/>
                <a:gd name="T3" fmla="*/ 8 h 746"/>
                <a:gd name="T4" fmla="*/ 308 w 419"/>
                <a:gd name="T5" fmla="*/ 3 h 746"/>
                <a:gd name="T6" fmla="*/ 343 w 419"/>
                <a:gd name="T7" fmla="*/ 207 h 746"/>
                <a:gd name="T8" fmla="*/ 212 w 419"/>
                <a:gd name="T9" fmla="*/ 225 h 746"/>
                <a:gd name="T10" fmla="*/ 267 w 419"/>
                <a:gd name="T11" fmla="*/ 0 h 746"/>
                <a:gd name="T12" fmla="*/ 187 w 419"/>
                <a:gd name="T13" fmla="*/ 0 h 746"/>
                <a:gd name="T14" fmla="*/ 234 w 419"/>
                <a:gd name="T15" fmla="*/ 78 h 746"/>
                <a:gd name="T16" fmla="*/ 222 w 419"/>
                <a:gd name="T17" fmla="*/ 113 h 746"/>
                <a:gd name="T18" fmla="*/ 211 w 419"/>
                <a:gd name="T19" fmla="*/ 155 h 746"/>
                <a:gd name="T20" fmla="*/ 211 w 419"/>
                <a:gd name="T21" fmla="*/ 153 h 746"/>
                <a:gd name="T22" fmla="*/ 193 w 419"/>
                <a:gd name="T23" fmla="*/ 154 h 746"/>
                <a:gd name="T24" fmla="*/ 164 w 419"/>
                <a:gd name="T25" fmla="*/ 188 h 746"/>
                <a:gd name="T26" fmla="*/ 196 w 419"/>
                <a:gd name="T27" fmla="*/ 218 h 746"/>
                <a:gd name="T28" fmla="*/ 198 w 419"/>
                <a:gd name="T29" fmla="*/ 218 h 746"/>
                <a:gd name="T30" fmla="*/ 202 w 419"/>
                <a:gd name="T31" fmla="*/ 218 h 746"/>
                <a:gd name="T32" fmla="*/ 203 w 419"/>
                <a:gd name="T33" fmla="*/ 226 h 746"/>
                <a:gd name="T34" fmla="*/ 198 w 419"/>
                <a:gd name="T35" fmla="*/ 226 h 746"/>
                <a:gd name="T36" fmla="*/ 196 w 419"/>
                <a:gd name="T37" fmla="*/ 226 h 746"/>
                <a:gd name="T38" fmla="*/ 156 w 419"/>
                <a:gd name="T39" fmla="*/ 189 h 746"/>
                <a:gd name="T40" fmla="*/ 193 w 419"/>
                <a:gd name="T41" fmla="*/ 146 h 746"/>
                <a:gd name="T42" fmla="*/ 208 w 419"/>
                <a:gd name="T43" fmla="*/ 145 h 746"/>
                <a:gd name="T44" fmla="*/ 161 w 419"/>
                <a:gd name="T45" fmla="*/ 0 h 746"/>
                <a:gd name="T46" fmla="*/ 132 w 419"/>
                <a:gd name="T47" fmla="*/ 0 h 746"/>
                <a:gd name="T48" fmla="*/ 126 w 419"/>
                <a:gd name="T49" fmla="*/ 0 h 746"/>
                <a:gd name="T50" fmla="*/ 92 w 419"/>
                <a:gd name="T51" fmla="*/ 12 h 746"/>
                <a:gd name="T52" fmla="*/ 29 w 419"/>
                <a:gd name="T53" fmla="*/ 109 h 746"/>
                <a:gd name="T54" fmla="*/ 0 w 419"/>
                <a:gd name="T55" fmla="*/ 365 h 746"/>
                <a:gd name="T56" fmla="*/ 32 w 419"/>
                <a:gd name="T57" fmla="*/ 397 h 746"/>
                <a:gd name="T58" fmla="*/ 64 w 419"/>
                <a:gd name="T59" fmla="*/ 365 h 746"/>
                <a:gd name="T60" fmla="*/ 101 w 419"/>
                <a:gd name="T61" fmla="*/ 100 h 746"/>
                <a:gd name="T62" fmla="*/ 101 w 419"/>
                <a:gd name="T63" fmla="*/ 229 h 746"/>
                <a:gd name="T64" fmla="*/ 101 w 419"/>
                <a:gd name="T65" fmla="*/ 304 h 746"/>
                <a:gd name="T66" fmla="*/ 101 w 419"/>
                <a:gd name="T67" fmla="*/ 696 h 746"/>
                <a:gd name="T68" fmla="*/ 150 w 419"/>
                <a:gd name="T69" fmla="*/ 746 h 746"/>
                <a:gd name="T70" fmla="*/ 200 w 419"/>
                <a:gd name="T71" fmla="*/ 696 h 746"/>
                <a:gd name="T72" fmla="*/ 200 w 419"/>
                <a:gd name="T73" fmla="*/ 335 h 746"/>
                <a:gd name="T74" fmla="*/ 218 w 419"/>
                <a:gd name="T75" fmla="*/ 335 h 746"/>
                <a:gd name="T76" fmla="*/ 218 w 419"/>
                <a:gd name="T77" fmla="*/ 696 h 746"/>
                <a:gd name="T78" fmla="*/ 268 w 419"/>
                <a:gd name="T79" fmla="*/ 746 h 746"/>
                <a:gd name="T80" fmla="*/ 317 w 419"/>
                <a:gd name="T81" fmla="*/ 696 h 746"/>
                <a:gd name="T82" fmla="*/ 317 w 419"/>
                <a:gd name="T83" fmla="*/ 304 h 746"/>
                <a:gd name="T84" fmla="*/ 317 w 419"/>
                <a:gd name="T85" fmla="*/ 229 h 746"/>
                <a:gd name="T86" fmla="*/ 349 w 419"/>
                <a:gd name="T87" fmla="*/ 212 h 746"/>
                <a:gd name="T88" fmla="*/ 353 w 419"/>
                <a:gd name="T89" fmla="*/ 198 h 746"/>
                <a:gd name="T90" fmla="*/ 380 w 419"/>
                <a:gd name="T91" fmla="*/ 188 h 746"/>
                <a:gd name="T92" fmla="*/ 408 w 419"/>
                <a:gd name="T93" fmla="*/ 163 h 746"/>
                <a:gd name="T94" fmla="*/ 419 w 419"/>
                <a:gd name="T95" fmla="*/ 128 h 746"/>
                <a:gd name="T96" fmla="*/ 402 w 419"/>
                <a:gd name="T97" fmla="*/ 78 h 746"/>
                <a:gd name="T98" fmla="*/ 351 w 419"/>
                <a:gd name="T99" fmla="*/ 26 h 746"/>
                <a:gd name="T100" fmla="*/ 355 w 419"/>
                <a:gd name="T101" fmla="*/ 128 h 746"/>
                <a:gd name="T102" fmla="*/ 355 w 419"/>
                <a:gd name="T103" fmla="*/ 128 h 746"/>
                <a:gd name="T104" fmla="*/ 345 w 419"/>
                <a:gd name="T105" fmla="*/ 134 h 746"/>
                <a:gd name="T106" fmla="*/ 339 w 419"/>
                <a:gd name="T107" fmla="*/ 100 h 746"/>
                <a:gd name="T108" fmla="*/ 342 w 419"/>
                <a:gd name="T109" fmla="*/ 104 h 746"/>
                <a:gd name="T110" fmla="*/ 355 w 419"/>
                <a:gd name="T111" fmla="*/ 128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19" h="746">
                  <a:moveTo>
                    <a:pt x="351" y="26"/>
                  </a:moveTo>
                  <a:cubicBezTo>
                    <a:pt x="341" y="19"/>
                    <a:pt x="331" y="13"/>
                    <a:pt x="322" y="8"/>
                  </a:cubicBezTo>
                  <a:cubicBezTo>
                    <a:pt x="317" y="6"/>
                    <a:pt x="313" y="5"/>
                    <a:pt x="308" y="3"/>
                  </a:cubicBezTo>
                  <a:cubicBezTo>
                    <a:pt x="321" y="55"/>
                    <a:pt x="354" y="191"/>
                    <a:pt x="343" y="207"/>
                  </a:cubicBezTo>
                  <a:cubicBezTo>
                    <a:pt x="329" y="227"/>
                    <a:pt x="224" y="239"/>
                    <a:pt x="212" y="225"/>
                  </a:cubicBezTo>
                  <a:cubicBezTo>
                    <a:pt x="200" y="213"/>
                    <a:pt x="242" y="59"/>
                    <a:pt x="267" y="0"/>
                  </a:cubicBezTo>
                  <a:cubicBezTo>
                    <a:pt x="187" y="0"/>
                    <a:pt x="187" y="0"/>
                    <a:pt x="187" y="0"/>
                  </a:cubicBezTo>
                  <a:cubicBezTo>
                    <a:pt x="234" y="78"/>
                    <a:pt x="234" y="78"/>
                    <a:pt x="234" y="78"/>
                  </a:cubicBezTo>
                  <a:cubicBezTo>
                    <a:pt x="229" y="90"/>
                    <a:pt x="225" y="102"/>
                    <a:pt x="222" y="113"/>
                  </a:cubicBezTo>
                  <a:cubicBezTo>
                    <a:pt x="217" y="129"/>
                    <a:pt x="214" y="143"/>
                    <a:pt x="211" y="155"/>
                  </a:cubicBezTo>
                  <a:cubicBezTo>
                    <a:pt x="211" y="153"/>
                    <a:pt x="211" y="153"/>
                    <a:pt x="211" y="153"/>
                  </a:cubicBezTo>
                  <a:cubicBezTo>
                    <a:pt x="205" y="153"/>
                    <a:pt x="199" y="154"/>
                    <a:pt x="193" y="154"/>
                  </a:cubicBezTo>
                  <a:cubicBezTo>
                    <a:pt x="176" y="155"/>
                    <a:pt x="163" y="171"/>
                    <a:pt x="164" y="188"/>
                  </a:cubicBezTo>
                  <a:cubicBezTo>
                    <a:pt x="165" y="205"/>
                    <a:pt x="179" y="218"/>
                    <a:pt x="196" y="218"/>
                  </a:cubicBezTo>
                  <a:cubicBezTo>
                    <a:pt x="196" y="218"/>
                    <a:pt x="197" y="218"/>
                    <a:pt x="198" y="218"/>
                  </a:cubicBezTo>
                  <a:cubicBezTo>
                    <a:pt x="199" y="218"/>
                    <a:pt x="201" y="218"/>
                    <a:pt x="202" y="218"/>
                  </a:cubicBezTo>
                  <a:cubicBezTo>
                    <a:pt x="202" y="221"/>
                    <a:pt x="202" y="224"/>
                    <a:pt x="203" y="226"/>
                  </a:cubicBezTo>
                  <a:cubicBezTo>
                    <a:pt x="201" y="226"/>
                    <a:pt x="200" y="226"/>
                    <a:pt x="198" y="226"/>
                  </a:cubicBezTo>
                  <a:cubicBezTo>
                    <a:pt x="197" y="226"/>
                    <a:pt x="197" y="226"/>
                    <a:pt x="196" y="226"/>
                  </a:cubicBezTo>
                  <a:cubicBezTo>
                    <a:pt x="175" y="226"/>
                    <a:pt x="157" y="210"/>
                    <a:pt x="156" y="189"/>
                  </a:cubicBezTo>
                  <a:cubicBezTo>
                    <a:pt x="154" y="167"/>
                    <a:pt x="171" y="148"/>
                    <a:pt x="193" y="146"/>
                  </a:cubicBezTo>
                  <a:cubicBezTo>
                    <a:pt x="198" y="146"/>
                    <a:pt x="203" y="146"/>
                    <a:pt x="208" y="145"/>
                  </a:cubicBezTo>
                  <a:cubicBezTo>
                    <a:pt x="161" y="0"/>
                    <a:pt x="161" y="0"/>
                    <a:pt x="161" y="0"/>
                  </a:cubicBezTo>
                  <a:cubicBezTo>
                    <a:pt x="132" y="0"/>
                    <a:pt x="132" y="0"/>
                    <a:pt x="132" y="0"/>
                  </a:cubicBezTo>
                  <a:cubicBezTo>
                    <a:pt x="130" y="0"/>
                    <a:pt x="128" y="0"/>
                    <a:pt x="126" y="0"/>
                  </a:cubicBezTo>
                  <a:cubicBezTo>
                    <a:pt x="118" y="1"/>
                    <a:pt x="105" y="4"/>
                    <a:pt x="92" y="12"/>
                  </a:cubicBezTo>
                  <a:cubicBezTo>
                    <a:pt x="69" y="27"/>
                    <a:pt x="46" y="55"/>
                    <a:pt x="29" y="109"/>
                  </a:cubicBezTo>
                  <a:cubicBezTo>
                    <a:pt x="12" y="163"/>
                    <a:pt x="0" y="243"/>
                    <a:pt x="0" y="365"/>
                  </a:cubicBezTo>
                  <a:cubicBezTo>
                    <a:pt x="0" y="383"/>
                    <a:pt x="14" y="397"/>
                    <a:pt x="32" y="397"/>
                  </a:cubicBezTo>
                  <a:cubicBezTo>
                    <a:pt x="49" y="397"/>
                    <a:pt x="64" y="383"/>
                    <a:pt x="64" y="365"/>
                  </a:cubicBezTo>
                  <a:cubicBezTo>
                    <a:pt x="64" y="217"/>
                    <a:pt x="83" y="138"/>
                    <a:pt x="101" y="100"/>
                  </a:cubicBezTo>
                  <a:cubicBezTo>
                    <a:pt x="101" y="229"/>
                    <a:pt x="101" y="229"/>
                    <a:pt x="101" y="229"/>
                  </a:cubicBezTo>
                  <a:cubicBezTo>
                    <a:pt x="101" y="304"/>
                    <a:pt x="101" y="304"/>
                    <a:pt x="101" y="304"/>
                  </a:cubicBezTo>
                  <a:cubicBezTo>
                    <a:pt x="101" y="696"/>
                    <a:pt x="101" y="696"/>
                    <a:pt x="101" y="696"/>
                  </a:cubicBezTo>
                  <a:cubicBezTo>
                    <a:pt x="101" y="724"/>
                    <a:pt x="123" y="746"/>
                    <a:pt x="150" y="746"/>
                  </a:cubicBezTo>
                  <a:cubicBezTo>
                    <a:pt x="177" y="746"/>
                    <a:pt x="200" y="724"/>
                    <a:pt x="200" y="696"/>
                  </a:cubicBezTo>
                  <a:cubicBezTo>
                    <a:pt x="200" y="335"/>
                    <a:pt x="200" y="335"/>
                    <a:pt x="200" y="335"/>
                  </a:cubicBezTo>
                  <a:cubicBezTo>
                    <a:pt x="218" y="335"/>
                    <a:pt x="218" y="335"/>
                    <a:pt x="218" y="335"/>
                  </a:cubicBezTo>
                  <a:cubicBezTo>
                    <a:pt x="218" y="696"/>
                    <a:pt x="218" y="696"/>
                    <a:pt x="218" y="696"/>
                  </a:cubicBezTo>
                  <a:cubicBezTo>
                    <a:pt x="218" y="724"/>
                    <a:pt x="240" y="746"/>
                    <a:pt x="268" y="746"/>
                  </a:cubicBezTo>
                  <a:cubicBezTo>
                    <a:pt x="295" y="746"/>
                    <a:pt x="317" y="724"/>
                    <a:pt x="317" y="696"/>
                  </a:cubicBezTo>
                  <a:cubicBezTo>
                    <a:pt x="317" y="304"/>
                    <a:pt x="317" y="304"/>
                    <a:pt x="317" y="304"/>
                  </a:cubicBezTo>
                  <a:cubicBezTo>
                    <a:pt x="317" y="229"/>
                    <a:pt x="317" y="229"/>
                    <a:pt x="317" y="229"/>
                  </a:cubicBezTo>
                  <a:cubicBezTo>
                    <a:pt x="332" y="225"/>
                    <a:pt x="344" y="219"/>
                    <a:pt x="349" y="212"/>
                  </a:cubicBezTo>
                  <a:cubicBezTo>
                    <a:pt x="351" y="210"/>
                    <a:pt x="352" y="207"/>
                    <a:pt x="353" y="198"/>
                  </a:cubicBezTo>
                  <a:cubicBezTo>
                    <a:pt x="363" y="196"/>
                    <a:pt x="372" y="192"/>
                    <a:pt x="380" y="188"/>
                  </a:cubicBezTo>
                  <a:cubicBezTo>
                    <a:pt x="391" y="182"/>
                    <a:pt x="401" y="174"/>
                    <a:pt x="408" y="163"/>
                  </a:cubicBezTo>
                  <a:cubicBezTo>
                    <a:pt x="416" y="152"/>
                    <a:pt x="419" y="140"/>
                    <a:pt x="419" y="128"/>
                  </a:cubicBezTo>
                  <a:cubicBezTo>
                    <a:pt x="419" y="109"/>
                    <a:pt x="411" y="92"/>
                    <a:pt x="402" y="78"/>
                  </a:cubicBezTo>
                  <a:cubicBezTo>
                    <a:pt x="389" y="57"/>
                    <a:pt x="370" y="39"/>
                    <a:pt x="351" y="26"/>
                  </a:cubicBezTo>
                  <a:close/>
                  <a:moveTo>
                    <a:pt x="355" y="128"/>
                  </a:moveTo>
                  <a:cubicBezTo>
                    <a:pt x="355" y="128"/>
                    <a:pt x="355" y="128"/>
                    <a:pt x="355" y="128"/>
                  </a:cubicBezTo>
                  <a:cubicBezTo>
                    <a:pt x="354" y="129"/>
                    <a:pt x="352" y="131"/>
                    <a:pt x="345" y="134"/>
                  </a:cubicBezTo>
                  <a:cubicBezTo>
                    <a:pt x="344" y="124"/>
                    <a:pt x="341" y="113"/>
                    <a:pt x="339" y="100"/>
                  </a:cubicBezTo>
                  <a:cubicBezTo>
                    <a:pt x="340" y="101"/>
                    <a:pt x="341" y="103"/>
                    <a:pt x="342" y="104"/>
                  </a:cubicBezTo>
                  <a:cubicBezTo>
                    <a:pt x="352" y="115"/>
                    <a:pt x="355" y="126"/>
                    <a:pt x="355" y="1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73" name="组合 272"/>
          <p:cNvGrpSpPr/>
          <p:nvPr/>
        </p:nvGrpSpPr>
        <p:grpSpPr>
          <a:xfrm>
            <a:off x="1522657" y="4646986"/>
            <a:ext cx="767217" cy="1486571"/>
            <a:chOff x="1555751" y="4727575"/>
            <a:chExt cx="865188" cy="1676401"/>
          </a:xfrm>
          <a:solidFill>
            <a:schemeClr val="tx1">
              <a:lumMod val="65000"/>
              <a:lumOff val="35000"/>
            </a:schemeClr>
          </a:solidFill>
        </p:grpSpPr>
        <p:sp>
          <p:nvSpPr>
            <p:cNvPr id="274" name="Freeform 27"/>
            <p:cNvSpPr>
              <a:spLocks/>
            </p:cNvSpPr>
            <p:nvPr/>
          </p:nvSpPr>
          <p:spPr bwMode="auto">
            <a:xfrm>
              <a:off x="1803401" y="6070600"/>
              <a:ext cx="168275" cy="103188"/>
            </a:xfrm>
            <a:custGeom>
              <a:avLst/>
              <a:gdLst>
                <a:gd name="T0" fmla="*/ 106 w 106"/>
                <a:gd name="T1" fmla="*/ 65 h 65"/>
                <a:gd name="T2" fmla="*/ 106 w 106"/>
                <a:gd name="T3" fmla="*/ 0 h 65"/>
                <a:gd name="T4" fmla="*/ 0 w 106"/>
                <a:gd name="T5" fmla="*/ 37 h 65"/>
                <a:gd name="T6" fmla="*/ 106 w 106"/>
                <a:gd name="T7" fmla="*/ 65 h 65"/>
              </a:gdLst>
              <a:ahLst/>
              <a:cxnLst>
                <a:cxn ang="0">
                  <a:pos x="T0" y="T1"/>
                </a:cxn>
                <a:cxn ang="0">
                  <a:pos x="T2" y="T3"/>
                </a:cxn>
                <a:cxn ang="0">
                  <a:pos x="T4" y="T5"/>
                </a:cxn>
                <a:cxn ang="0">
                  <a:pos x="T6" y="T7"/>
                </a:cxn>
              </a:cxnLst>
              <a:rect l="0" t="0" r="r" b="b"/>
              <a:pathLst>
                <a:path w="106" h="65">
                  <a:moveTo>
                    <a:pt x="106" y="65"/>
                  </a:moveTo>
                  <a:lnTo>
                    <a:pt x="106" y="0"/>
                  </a:lnTo>
                  <a:lnTo>
                    <a:pt x="0" y="37"/>
                  </a:lnTo>
                  <a:lnTo>
                    <a:pt x="106" y="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 name="Freeform 28"/>
            <p:cNvSpPr>
              <a:spLocks/>
            </p:cNvSpPr>
            <p:nvPr/>
          </p:nvSpPr>
          <p:spPr bwMode="auto">
            <a:xfrm>
              <a:off x="1798638" y="6030913"/>
              <a:ext cx="150813" cy="79375"/>
            </a:xfrm>
            <a:custGeom>
              <a:avLst/>
              <a:gdLst>
                <a:gd name="T0" fmla="*/ 0 w 95"/>
                <a:gd name="T1" fmla="*/ 0 h 50"/>
                <a:gd name="T2" fmla="*/ 0 w 95"/>
                <a:gd name="T3" fmla="*/ 50 h 50"/>
                <a:gd name="T4" fmla="*/ 95 w 95"/>
                <a:gd name="T5" fmla="*/ 16 h 50"/>
                <a:gd name="T6" fmla="*/ 0 w 95"/>
                <a:gd name="T7" fmla="*/ 0 h 50"/>
              </a:gdLst>
              <a:ahLst/>
              <a:cxnLst>
                <a:cxn ang="0">
                  <a:pos x="T0" y="T1"/>
                </a:cxn>
                <a:cxn ang="0">
                  <a:pos x="T2" y="T3"/>
                </a:cxn>
                <a:cxn ang="0">
                  <a:pos x="T4" y="T5"/>
                </a:cxn>
                <a:cxn ang="0">
                  <a:pos x="T6" y="T7"/>
                </a:cxn>
              </a:cxnLst>
              <a:rect l="0" t="0" r="r" b="b"/>
              <a:pathLst>
                <a:path w="95" h="50">
                  <a:moveTo>
                    <a:pt x="0" y="0"/>
                  </a:moveTo>
                  <a:lnTo>
                    <a:pt x="0" y="50"/>
                  </a:lnTo>
                  <a:lnTo>
                    <a:pt x="95" y="16"/>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 name="Freeform 29"/>
            <p:cNvSpPr>
              <a:spLocks/>
            </p:cNvSpPr>
            <p:nvPr/>
          </p:nvSpPr>
          <p:spPr bwMode="auto">
            <a:xfrm>
              <a:off x="1798638" y="6251575"/>
              <a:ext cx="173038" cy="144463"/>
            </a:xfrm>
            <a:custGeom>
              <a:avLst/>
              <a:gdLst>
                <a:gd name="T0" fmla="*/ 0 w 99"/>
                <a:gd name="T1" fmla="*/ 33 h 82"/>
                <a:gd name="T2" fmla="*/ 50 w 99"/>
                <a:gd name="T3" fmla="*/ 82 h 82"/>
                <a:gd name="T4" fmla="*/ 99 w 99"/>
                <a:gd name="T5" fmla="*/ 33 h 82"/>
                <a:gd name="T6" fmla="*/ 0 w 99"/>
                <a:gd name="T7" fmla="*/ 0 h 82"/>
                <a:gd name="T8" fmla="*/ 0 w 99"/>
                <a:gd name="T9" fmla="*/ 33 h 82"/>
              </a:gdLst>
              <a:ahLst/>
              <a:cxnLst>
                <a:cxn ang="0">
                  <a:pos x="T0" y="T1"/>
                </a:cxn>
                <a:cxn ang="0">
                  <a:pos x="T2" y="T3"/>
                </a:cxn>
                <a:cxn ang="0">
                  <a:pos x="T4" y="T5"/>
                </a:cxn>
                <a:cxn ang="0">
                  <a:pos x="T6" y="T7"/>
                </a:cxn>
                <a:cxn ang="0">
                  <a:pos x="T8" y="T9"/>
                </a:cxn>
              </a:cxnLst>
              <a:rect l="0" t="0" r="r" b="b"/>
              <a:pathLst>
                <a:path w="99" h="82">
                  <a:moveTo>
                    <a:pt x="0" y="33"/>
                  </a:moveTo>
                  <a:cubicBezTo>
                    <a:pt x="0" y="60"/>
                    <a:pt x="22" y="82"/>
                    <a:pt x="50" y="82"/>
                  </a:cubicBezTo>
                  <a:cubicBezTo>
                    <a:pt x="77" y="82"/>
                    <a:pt x="99" y="60"/>
                    <a:pt x="99" y="33"/>
                  </a:cubicBezTo>
                  <a:cubicBezTo>
                    <a:pt x="0" y="0"/>
                    <a:pt x="0" y="0"/>
                    <a:pt x="0" y="0"/>
                  </a:cubicBezTo>
                  <a:lnTo>
                    <a:pt x="0"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 name="Freeform 30"/>
            <p:cNvSpPr>
              <a:spLocks/>
            </p:cNvSpPr>
            <p:nvPr/>
          </p:nvSpPr>
          <p:spPr bwMode="auto">
            <a:xfrm>
              <a:off x="1816101" y="6200775"/>
              <a:ext cx="155575" cy="87313"/>
            </a:xfrm>
            <a:custGeom>
              <a:avLst/>
              <a:gdLst>
                <a:gd name="T0" fmla="*/ 98 w 98"/>
                <a:gd name="T1" fmla="*/ 55 h 55"/>
                <a:gd name="T2" fmla="*/ 98 w 98"/>
                <a:gd name="T3" fmla="*/ 0 h 55"/>
                <a:gd name="T4" fmla="*/ 0 w 98"/>
                <a:gd name="T5" fmla="*/ 22 h 55"/>
                <a:gd name="T6" fmla="*/ 98 w 98"/>
                <a:gd name="T7" fmla="*/ 55 h 55"/>
              </a:gdLst>
              <a:ahLst/>
              <a:cxnLst>
                <a:cxn ang="0">
                  <a:pos x="T0" y="T1"/>
                </a:cxn>
                <a:cxn ang="0">
                  <a:pos x="T2" y="T3"/>
                </a:cxn>
                <a:cxn ang="0">
                  <a:pos x="T4" y="T5"/>
                </a:cxn>
                <a:cxn ang="0">
                  <a:pos x="T6" y="T7"/>
                </a:cxn>
              </a:cxnLst>
              <a:rect l="0" t="0" r="r" b="b"/>
              <a:pathLst>
                <a:path w="98" h="55">
                  <a:moveTo>
                    <a:pt x="98" y="55"/>
                  </a:moveTo>
                  <a:lnTo>
                    <a:pt x="98" y="0"/>
                  </a:lnTo>
                  <a:lnTo>
                    <a:pt x="0" y="22"/>
                  </a:lnTo>
                  <a:lnTo>
                    <a:pt x="98" y="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 name="Freeform 31"/>
            <p:cNvSpPr>
              <a:spLocks/>
            </p:cNvSpPr>
            <p:nvPr/>
          </p:nvSpPr>
          <p:spPr bwMode="auto">
            <a:xfrm>
              <a:off x="1798638" y="6149975"/>
              <a:ext cx="142875" cy="68263"/>
            </a:xfrm>
            <a:custGeom>
              <a:avLst/>
              <a:gdLst>
                <a:gd name="T0" fmla="*/ 0 w 90"/>
                <a:gd name="T1" fmla="*/ 0 h 43"/>
                <a:gd name="T2" fmla="*/ 0 w 90"/>
                <a:gd name="T3" fmla="*/ 43 h 43"/>
                <a:gd name="T4" fmla="*/ 90 w 90"/>
                <a:gd name="T5" fmla="*/ 23 h 43"/>
                <a:gd name="T6" fmla="*/ 0 w 90"/>
                <a:gd name="T7" fmla="*/ 0 h 43"/>
              </a:gdLst>
              <a:ahLst/>
              <a:cxnLst>
                <a:cxn ang="0">
                  <a:pos x="T0" y="T1"/>
                </a:cxn>
                <a:cxn ang="0">
                  <a:pos x="T2" y="T3"/>
                </a:cxn>
                <a:cxn ang="0">
                  <a:pos x="T4" y="T5"/>
                </a:cxn>
                <a:cxn ang="0">
                  <a:pos x="T6" y="T7"/>
                </a:cxn>
              </a:cxnLst>
              <a:rect l="0" t="0" r="r" b="b"/>
              <a:pathLst>
                <a:path w="90" h="43">
                  <a:moveTo>
                    <a:pt x="0" y="0"/>
                  </a:moveTo>
                  <a:lnTo>
                    <a:pt x="0" y="43"/>
                  </a:lnTo>
                  <a:lnTo>
                    <a:pt x="90" y="2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 name="Oval 32"/>
            <p:cNvSpPr>
              <a:spLocks noChangeArrowheads="1"/>
            </p:cNvSpPr>
            <p:nvPr/>
          </p:nvSpPr>
          <p:spPr bwMode="auto">
            <a:xfrm>
              <a:off x="1830388" y="4727575"/>
              <a:ext cx="314325" cy="3159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 name="Freeform 33"/>
            <p:cNvSpPr>
              <a:spLocks/>
            </p:cNvSpPr>
            <p:nvPr/>
          </p:nvSpPr>
          <p:spPr bwMode="auto">
            <a:xfrm>
              <a:off x="1555751" y="5091113"/>
              <a:ext cx="865188" cy="1312863"/>
            </a:xfrm>
            <a:custGeom>
              <a:avLst/>
              <a:gdLst>
                <a:gd name="T0" fmla="*/ 481 w 495"/>
                <a:gd name="T1" fmla="*/ 720 h 751"/>
                <a:gd name="T2" fmla="*/ 458 w 495"/>
                <a:gd name="T3" fmla="*/ 380 h 751"/>
                <a:gd name="T4" fmla="*/ 475 w 495"/>
                <a:gd name="T5" fmla="*/ 350 h 751"/>
                <a:gd name="T6" fmla="*/ 488 w 495"/>
                <a:gd name="T7" fmla="*/ 331 h 751"/>
                <a:gd name="T8" fmla="*/ 484 w 495"/>
                <a:gd name="T9" fmla="*/ 275 h 751"/>
                <a:gd name="T10" fmla="*/ 465 w 495"/>
                <a:gd name="T11" fmla="*/ 258 h 751"/>
                <a:gd name="T12" fmla="*/ 465 w 495"/>
                <a:gd name="T13" fmla="*/ 258 h 751"/>
                <a:gd name="T14" fmla="*/ 405 w 495"/>
                <a:gd name="T15" fmla="*/ 59 h 751"/>
                <a:gd name="T16" fmla="*/ 362 w 495"/>
                <a:gd name="T17" fmla="*/ 12 h 751"/>
                <a:gd name="T18" fmla="*/ 334 w 495"/>
                <a:gd name="T19" fmla="*/ 1 h 751"/>
                <a:gd name="T20" fmla="*/ 330 w 495"/>
                <a:gd name="T21" fmla="*/ 1 h 751"/>
                <a:gd name="T22" fmla="*/ 325 w 495"/>
                <a:gd name="T23" fmla="*/ 0 h 751"/>
                <a:gd name="T24" fmla="*/ 170 w 495"/>
                <a:gd name="T25" fmla="*/ 0 h 751"/>
                <a:gd name="T26" fmla="*/ 165 w 495"/>
                <a:gd name="T27" fmla="*/ 1 h 751"/>
                <a:gd name="T28" fmla="*/ 161 w 495"/>
                <a:gd name="T29" fmla="*/ 1 h 751"/>
                <a:gd name="T30" fmla="*/ 133 w 495"/>
                <a:gd name="T31" fmla="*/ 12 h 751"/>
                <a:gd name="T32" fmla="*/ 68 w 495"/>
                <a:gd name="T33" fmla="*/ 102 h 751"/>
                <a:gd name="T34" fmla="*/ 30 w 495"/>
                <a:gd name="T35" fmla="*/ 258 h 751"/>
                <a:gd name="T36" fmla="*/ 29 w 495"/>
                <a:gd name="T37" fmla="*/ 258 h 751"/>
                <a:gd name="T38" fmla="*/ 10 w 495"/>
                <a:gd name="T39" fmla="*/ 275 h 751"/>
                <a:gd name="T40" fmla="*/ 7 w 495"/>
                <a:gd name="T41" fmla="*/ 331 h 751"/>
                <a:gd name="T42" fmla="*/ 19 w 495"/>
                <a:gd name="T43" fmla="*/ 350 h 751"/>
                <a:gd name="T44" fmla="*/ 36 w 495"/>
                <a:gd name="T45" fmla="*/ 380 h 751"/>
                <a:gd name="T46" fmla="*/ 14 w 495"/>
                <a:gd name="T47" fmla="*/ 720 h 751"/>
                <a:gd name="T48" fmla="*/ 1 w 495"/>
                <a:gd name="T49" fmla="*/ 734 h 751"/>
                <a:gd name="T50" fmla="*/ 14 w 495"/>
                <a:gd name="T51" fmla="*/ 749 h 751"/>
                <a:gd name="T52" fmla="*/ 37 w 495"/>
                <a:gd name="T53" fmla="*/ 751 h 751"/>
                <a:gd name="T54" fmla="*/ 52 w 495"/>
                <a:gd name="T55" fmla="*/ 737 h 751"/>
                <a:gd name="T56" fmla="*/ 41 w 495"/>
                <a:gd name="T57" fmla="*/ 722 h 751"/>
                <a:gd name="T58" fmla="*/ 63 w 495"/>
                <a:gd name="T59" fmla="*/ 382 h 751"/>
                <a:gd name="T60" fmla="*/ 83 w 495"/>
                <a:gd name="T61" fmla="*/ 355 h 751"/>
                <a:gd name="T62" fmla="*/ 83 w 495"/>
                <a:gd name="T63" fmla="*/ 354 h 751"/>
                <a:gd name="T64" fmla="*/ 99 w 495"/>
                <a:gd name="T65" fmla="*/ 337 h 751"/>
                <a:gd name="T66" fmla="*/ 103 w 495"/>
                <a:gd name="T67" fmla="*/ 281 h 751"/>
                <a:gd name="T68" fmla="*/ 93 w 495"/>
                <a:gd name="T69" fmla="*/ 264 h 751"/>
                <a:gd name="T70" fmla="*/ 139 w 495"/>
                <a:gd name="T71" fmla="*/ 102 h 751"/>
                <a:gd name="T72" fmla="*/ 139 w 495"/>
                <a:gd name="T73" fmla="*/ 297 h 751"/>
                <a:gd name="T74" fmla="*/ 139 w 495"/>
                <a:gd name="T75" fmla="*/ 305 h 751"/>
                <a:gd name="T76" fmla="*/ 139 w 495"/>
                <a:gd name="T77" fmla="*/ 526 h 751"/>
                <a:gd name="T78" fmla="*/ 238 w 495"/>
                <a:gd name="T79" fmla="*/ 542 h 751"/>
                <a:gd name="T80" fmla="*/ 238 w 495"/>
                <a:gd name="T81" fmla="*/ 335 h 751"/>
                <a:gd name="T82" fmla="*/ 257 w 495"/>
                <a:gd name="T83" fmla="*/ 335 h 751"/>
                <a:gd name="T84" fmla="*/ 257 w 495"/>
                <a:gd name="T85" fmla="*/ 697 h 751"/>
                <a:gd name="T86" fmla="*/ 306 w 495"/>
                <a:gd name="T87" fmla="*/ 746 h 751"/>
                <a:gd name="T88" fmla="*/ 356 w 495"/>
                <a:gd name="T89" fmla="*/ 697 h 751"/>
                <a:gd name="T90" fmla="*/ 356 w 495"/>
                <a:gd name="T91" fmla="*/ 305 h 751"/>
                <a:gd name="T92" fmla="*/ 356 w 495"/>
                <a:gd name="T93" fmla="*/ 229 h 751"/>
                <a:gd name="T94" fmla="*/ 356 w 495"/>
                <a:gd name="T95" fmla="*/ 102 h 751"/>
                <a:gd name="T96" fmla="*/ 373 w 495"/>
                <a:gd name="T97" fmla="*/ 144 h 751"/>
                <a:gd name="T98" fmla="*/ 401 w 495"/>
                <a:gd name="T99" fmla="*/ 264 h 751"/>
                <a:gd name="T100" fmla="*/ 392 w 495"/>
                <a:gd name="T101" fmla="*/ 281 h 751"/>
                <a:gd name="T102" fmla="*/ 396 w 495"/>
                <a:gd name="T103" fmla="*/ 337 h 751"/>
                <a:gd name="T104" fmla="*/ 412 w 495"/>
                <a:gd name="T105" fmla="*/ 354 h 751"/>
                <a:gd name="T106" fmla="*/ 412 w 495"/>
                <a:gd name="T107" fmla="*/ 355 h 751"/>
                <a:gd name="T108" fmla="*/ 432 w 495"/>
                <a:gd name="T109" fmla="*/ 382 h 751"/>
                <a:gd name="T110" fmla="*/ 454 w 495"/>
                <a:gd name="T111" fmla="*/ 722 h 751"/>
                <a:gd name="T112" fmla="*/ 442 w 495"/>
                <a:gd name="T113" fmla="*/ 737 h 751"/>
                <a:gd name="T114" fmla="*/ 458 w 495"/>
                <a:gd name="T115" fmla="*/ 751 h 751"/>
                <a:gd name="T116" fmla="*/ 481 w 495"/>
                <a:gd name="T117" fmla="*/ 749 h 751"/>
                <a:gd name="T118" fmla="*/ 494 w 495"/>
                <a:gd name="T119" fmla="*/ 734 h 751"/>
                <a:gd name="T120" fmla="*/ 481 w 495"/>
                <a:gd name="T121" fmla="*/ 720 h 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95" h="751">
                  <a:moveTo>
                    <a:pt x="481" y="720"/>
                  </a:moveTo>
                  <a:cubicBezTo>
                    <a:pt x="458" y="380"/>
                    <a:pt x="458" y="380"/>
                    <a:pt x="458" y="380"/>
                  </a:cubicBezTo>
                  <a:cubicBezTo>
                    <a:pt x="469" y="375"/>
                    <a:pt x="476" y="363"/>
                    <a:pt x="475" y="350"/>
                  </a:cubicBezTo>
                  <a:cubicBezTo>
                    <a:pt x="483" y="347"/>
                    <a:pt x="489" y="340"/>
                    <a:pt x="488" y="331"/>
                  </a:cubicBezTo>
                  <a:cubicBezTo>
                    <a:pt x="484" y="275"/>
                    <a:pt x="484" y="275"/>
                    <a:pt x="484" y="275"/>
                  </a:cubicBezTo>
                  <a:cubicBezTo>
                    <a:pt x="484" y="265"/>
                    <a:pt x="475" y="257"/>
                    <a:pt x="465" y="258"/>
                  </a:cubicBezTo>
                  <a:cubicBezTo>
                    <a:pt x="465" y="258"/>
                    <a:pt x="465" y="258"/>
                    <a:pt x="465" y="258"/>
                  </a:cubicBezTo>
                  <a:cubicBezTo>
                    <a:pt x="450" y="157"/>
                    <a:pt x="428" y="97"/>
                    <a:pt x="405" y="59"/>
                  </a:cubicBezTo>
                  <a:cubicBezTo>
                    <a:pt x="390" y="35"/>
                    <a:pt x="375" y="21"/>
                    <a:pt x="362" y="12"/>
                  </a:cubicBezTo>
                  <a:cubicBezTo>
                    <a:pt x="349" y="3"/>
                    <a:pt x="338" y="1"/>
                    <a:pt x="334" y="1"/>
                  </a:cubicBezTo>
                  <a:cubicBezTo>
                    <a:pt x="332" y="1"/>
                    <a:pt x="331" y="0"/>
                    <a:pt x="330" y="1"/>
                  </a:cubicBezTo>
                  <a:cubicBezTo>
                    <a:pt x="328" y="0"/>
                    <a:pt x="326" y="0"/>
                    <a:pt x="325" y="0"/>
                  </a:cubicBezTo>
                  <a:cubicBezTo>
                    <a:pt x="170" y="0"/>
                    <a:pt x="170" y="0"/>
                    <a:pt x="170" y="0"/>
                  </a:cubicBezTo>
                  <a:cubicBezTo>
                    <a:pt x="168" y="0"/>
                    <a:pt x="166" y="0"/>
                    <a:pt x="165" y="1"/>
                  </a:cubicBezTo>
                  <a:cubicBezTo>
                    <a:pt x="163" y="0"/>
                    <a:pt x="162" y="1"/>
                    <a:pt x="161" y="1"/>
                  </a:cubicBezTo>
                  <a:cubicBezTo>
                    <a:pt x="156" y="1"/>
                    <a:pt x="146" y="3"/>
                    <a:pt x="133" y="12"/>
                  </a:cubicBezTo>
                  <a:cubicBezTo>
                    <a:pt x="113" y="25"/>
                    <a:pt x="89" y="51"/>
                    <a:pt x="68" y="102"/>
                  </a:cubicBezTo>
                  <a:cubicBezTo>
                    <a:pt x="54" y="139"/>
                    <a:pt x="40" y="189"/>
                    <a:pt x="30" y="258"/>
                  </a:cubicBezTo>
                  <a:cubicBezTo>
                    <a:pt x="29" y="258"/>
                    <a:pt x="29" y="258"/>
                    <a:pt x="29" y="258"/>
                  </a:cubicBezTo>
                  <a:cubicBezTo>
                    <a:pt x="20" y="257"/>
                    <a:pt x="11" y="265"/>
                    <a:pt x="10" y="275"/>
                  </a:cubicBezTo>
                  <a:cubicBezTo>
                    <a:pt x="7" y="331"/>
                    <a:pt x="7" y="331"/>
                    <a:pt x="7" y="331"/>
                  </a:cubicBezTo>
                  <a:cubicBezTo>
                    <a:pt x="6" y="340"/>
                    <a:pt x="12" y="347"/>
                    <a:pt x="19" y="350"/>
                  </a:cubicBezTo>
                  <a:cubicBezTo>
                    <a:pt x="18" y="363"/>
                    <a:pt x="25" y="375"/>
                    <a:pt x="36" y="380"/>
                  </a:cubicBezTo>
                  <a:cubicBezTo>
                    <a:pt x="14" y="720"/>
                    <a:pt x="14" y="720"/>
                    <a:pt x="14" y="720"/>
                  </a:cubicBezTo>
                  <a:cubicBezTo>
                    <a:pt x="7" y="721"/>
                    <a:pt x="1" y="726"/>
                    <a:pt x="1" y="734"/>
                  </a:cubicBezTo>
                  <a:cubicBezTo>
                    <a:pt x="0" y="742"/>
                    <a:pt x="6" y="749"/>
                    <a:pt x="14" y="749"/>
                  </a:cubicBezTo>
                  <a:cubicBezTo>
                    <a:pt x="37" y="751"/>
                    <a:pt x="37" y="751"/>
                    <a:pt x="37" y="751"/>
                  </a:cubicBezTo>
                  <a:cubicBezTo>
                    <a:pt x="45" y="751"/>
                    <a:pt x="52" y="745"/>
                    <a:pt x="52" y="737"/>
                  </a:cubicBezTo>
                  <a:cubicBezTo>
                    <a:pt x="53" y="730"/>
                    <a:pt x="48" y="723"/>
                    <a:pt x="41" y="722"/>
                  </a:cubicBezTo>
                  <a:cubicBezTo>
                    <a:pt x="63" y="382"/>
                    <a:pt x="63" y="382"/>
                    <a:pt x="63" y="382"/>
                  </a:cubicBezTo>
                  <a:cubicBezTo>
                    <a:pt x="74" y="377"/>
                    <a:pt x="82" y="367"/>
                    <a:pt x="83" y="355"/>
                  </a:cubicBezTo>
                  <a:cubicBezTo>
                    <a:pt x="83" y="354"/>
                    <a:pt x="83" y="354"/>
                    <a:pt x="83" y="354"/>
                  </a:cubicBezTo>
                  <a:cubicBezTo>
                    <a:pt x="92" y="353"/>
                    <a:pt x="98" y="346"/>
                    <a:pt x="99" y="337"/>
                  </a:cubicBezTo>
                  <a:cubicBezTo>
                    <a:pt x="103" y="281"/>
                    <a:pt x="103" y="281"/>
                    <a:pt x="103" y="281"/>
                  </a:cubicBezTo>
                  <a:cubicBezTo>
                    <a:pt x="103" y="274"/>
                    <a:pt x="99" y="267"/>
                    <a:pt x="93" y="264"/>
                  </a:cubicBezTo>
                  <a:cubicBezTo>
                    <a:pt x="106" y="181"/>
                    <a:pt x="124" y="131"/>
                    <a:pt x="139" y="102"/>
                  </a:cubicBezTo>
                  <a:cubicBezTo>
                    <a:pt x="139" y="297"/>
                    <a:pt x="139" y="297"/>
                    <a:pt x="139" y="297"/>
                  </a:cubicBezTo>
                  <a:cubicBezTo>
                    <a:pt x="139" y="305"/>
                    <a:pt x="139" y="305"/>
                    <a:pt x="139" y="305"/>
                  </a:cubicBezTo>
                  <a:cubicBezTo>
                    <a:pt x="139" y="526"/>
                    <a:pt x="139" y="526"/>
                    <a:pt x="139" y="526"/>
                  </a:cubicBezTo>
                  <a:cubicBezTo>
                    <a:pt x="238" y="542"/>
                    <a:pt x="238" y="542"/>
                    <a:pt x="238" y="542"/>
                  </a:cubicBezTo>
                  <a:cubicBezTo>
                    <a:pt x="238" y="335"/>
                    <a:pt x="238" y="335"/>
                    <a:pt x="238" y="335"/>
                  </a:cubicBezTo>
                  <a:cubicBezTo>
                    <a:pt x="257" y="335"/>
                    <a:pt x="257" y="335"/>
                    <a:pt x="257" y="335"/>
                  </a:cubicBezTo>
                  <a:cubicBezTo>
                    <a:pt x="257" y="697"/>
                    <a:pt x="257" y="697"/>
                    <a:pt x="257" y="697"/>
                  </a:cubicBezTo>
                  <a:cubicBezTo>
                    <a:pt x="257" y="724"/>
                    <a:pt x="279" y="746"/>
                    <a:pt x="306" y="746"/>
                  </a:cubicBezTo>
                  <a:cubicBezTo>
                    <a:pt x="333" y="746"/>
                    <a:pt x="356" y="724"/>
                    <a:pt x="356" y="697"/>
                  </a:cubicBezTo>
                  <a:cubicBezTo>
                    <a:pt x="356" y="305"/>
                    <a:pt x="356" y="305"/>
                    <a:pt x="356" y="305"/>
                  </a:cubicBezTo>
                  <a:cubicBezTo>
                    <a:pt x="356" y="229"/>
                    <a:pt x="356" y="229"/>
                    <a:pt x="356" y="229"/>
                  </a:cubicBezTo>
                  <a:cubicBezTo>
                    <a:pt x="356" y="102"/>
                    <a:pt x="356" y="102"/>
                    <a:pt x="356" y="102"/>
                  </a:cubicBezTo>
                  <a:cubicBezTo>
                    <a:pt x="361" y="113"/>
                    <a:pt x="367" y="126"/>
                    <a:pt x="373" y="144"/>
                  </a:cubicBezTo>
                  <a:cubicBezTo>
                    <a:pt x="384" y="173"/>
                    <a:pt x="393" y="212"/>
                    <a:pt x="401" y="264"/>
                  </a:cubicBezTo>
                  <a:cubicBezTo>
                    <a:pt x="395" y="267"/>
                    <a:pt x="392" y="274"/>
                    <a:pt x="392" y="281"/>
                  </a:cubicBezTo>
                  <a:cubicBezTo>
                    <a:pt x="396" y="337"/>
                    <a:pt x="396" y="337"/>
                    <a:pt x="396" y="337"/>
                  </a:cubicBezTo>
                  <a:cubicBezTo>
                    <a:pt x="396" y="346"/>
                    <a:pt x="403" y="353"/>
                    <a:pt x="412" y="354"/>
                  </a:cubicBezTo>
                  <a:cubicBezTo>
                    <a:pt x="412" y="354"/>
                    <a:pt x="412" y="354"/>
                    <a:pt x="412" y="355"/>
                  </a:cubicBezTo>
                  <a:cubicBezTo>
                    <a:pt x="413" y="367"/>
                    <a:pt x="421" y="377"/>
                    <a:pt x="432" y="382"/>
                  </a:cubicBezTo>
                  <a:cubicBezTo>
                    <a:pt x="454" y="722"/>
                    <a:pt x="454" y="722"/>
                    <a:pt x="454" y="722"/>
                  </a:cubicBezTo>
                  <a:cubicBezTo>
                    <a:pt x="447" y="723"/>
                    <a:pt x="442" y="730"/>
                    <a:pt x="442" y="737"/>
                  </a:cubicBezTo>
                  <a:cubicBezTo>
                    <a:pt x="443" y="745"/>
                    <a:pt x="450" y="751"/>
                    <a:pt x="458" y="751"/>
                  </a:cubicBezTo>
                  <a:cubicBezTo>
                    <a:pt x="481" y="749"/>
                    <a:pt x="481" y="749"/>
                    <a:pt x="481" y="749"/>
                  </a:cubicBezTo>
                  <a:cubicBezTo>
                    <a:pt x="489" y="749"/>
                    <a:pt x="495" y="742"/>
                    <a:pt x="494" y="734"/>
                  </a:cubicBezTo>
                  <a:cubicBezTo>
                    <a:pt x="494" y="726"/>
                    <a:pt x="488" y="721"/>
                    <a:pt x="481" y="7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81" name="Freeform 34"/>
          <p:cNvSpPr>
            <a:spLocks noEditPoints="1"/>
          </p:cNvSpPr>
          <p:nvPr/>
        </p:nvSpPr>
        <p:spPr bwMode="auto">
          <a:xfrm>
            <a:off x="2619284" y="4655432"/>
            <a:ext cx="722169" cy="1478124"/>
          </a:xfrm>
          <a:custGeom>
            <a:avLst/>
            <a:gdLst>
              <a:gd name="T0" fmla="*/ 441 w 466"/>
              <a:gd name="T1" fmla="*/ 190 h 953"/>
              <a:gd name="T2" fmla="*/ 399 w 466"/>
              <a:gd name="T3" fmla="*/ 166 h 953"/>
              <a:gd name="T4" fmla="*/ 330 w 466"/>
              <a:gd name="T5" fmla="*/ 138 h 953"/>
              <a:gd name="T6" fmla="*/ 289 w 466"/>
              <a:gd name="T7" fmla="*/ 157 h 953"/>
              <a:gd name="T8" fmla="*/ 308 w 466"/>
              <a:gd name="T9" fmla="*/ 198 h 953"/>
              <a:gd name="T10" fmla="*/ 341 w 466"/>
              <a:gd name="T11" fmla="*/ 211 h 953"/>
              <a:gd name="T12" fmla="*/ 320 w 466"/>
              <a:gd name="T13" fmla="*/ 210 h 953"/>
              <a:gd name="T14" fmla="*/ 302 w 466"/>
              <a:gd name="T15" fmla="*/ 208 h 953"/>
              <a:gd name="T16" fmla="*/ 295 w 466"/>
              <a:gd name="T17" fmla="*/ 208 h 953"/>
              <a:gd name="T18" fmla="*/ 295 w 466"/>
              <a:gd name="T19" fmla="*/ 208 h 953"/>
              <a:gd name="T20" fmla="*/ 289 w 466"/>
              <a:gd name="T21" fmla="*/ 207 h 953"/>
              <a:gd name="T22" fmla="*/ 282 w 466"/>
              <a:gd name="T23" fmla="*/ 207 h 953"/>
              <a:gd name="T24" fmla="*/ 282 w 466"/>
              <a:gd name="T25" fmla="*/ 201 h 953"/>
              <a:gd name="T26" fmla="*/ 282 w 466"/>
              <a:gd name="T27" fmla="*/ 153 h 953"/>
              <a:gd name="T28" fmla="*/ 282 w 466"/>
              <a:gd name="T29" fmla="*/ 147 h 953"/>
              <a:gd name="T30" fmla="*/ 301 w 466"/>
              <a:gd name="T31" fmla="*/ 90 h 953"/>
              <a:gd name="T32" fmla="*/ 211 w 466"/>
              <a:gd name="T33" fmla="*/ 0 h 953"/>
              <a:gd name="T34" fmla="*/ 121 w 466"/>
              <a:gd name="T35" fmla="*/ 90 h 953"/>
              <a:gd name="T36" fmla="*/ 141 w 466"/>
              <a:gd name="T37" fmla="*/ 147 h 953"/>
              <a:gd name="T38" fmla="*/ 140 w 466"/>
              <a:gd name="T39" fmla="*/ 153 h 953"/>
              <a:gd name="T40" fmla="*/ 140 w 466"/>
              <a:gd name="T41" fmla="*/ 201 h 953"/>
              <a:gd name="T42" fmla="*/ 141 w 466"/>
              <a:gd name="T43" fmla="*/ 207 h 953"/>
              <a:gd name="T44" fmla="*/ 134 w 466"/>
              <a:gd name="T45" fmla="*/ 207 h 953"/>
              <a:gd name="T46" fmla="*/ 129 w 466"/>
              <a:gd name="T47" fmla="*/ 207 h 953"/>
              <a:gd name="T48" fmla="*/ 92 w 466"/>
              <a:gd name="T49" fmla="*/ 219 h 953"/>
              <a:gd name="T50" fmla="*/ 29 w 466"/>
              <a:gd name="T51" fmla="*/ 316 h 953"/>
              <a:gd name="T52" fmla="*/ 0 w 466"/>
              <a:gd name="T53" fmla="*/ 572 h 953"/>
              <a:gd name="T54" fmla="*/ 32 w 466"/>
              <a:gd name="T55" fmla="*/ 604 h 953"/>
              <a:gd name="T56" fmla="*/ 64 w 466"/>
              <a:gd name="T57" fmla="*/ 572 h 953"/>
              <a:gd name="T58" fmla="*/ 103 w 466"/>
              <a:gd name="T59" fmla="*/ 303 h 953"/>
              <a:gd name="T60" fmla="*/ 103 w 466"/>
              <a:gd name="T61" fmla="*/ 436 h 953"/>
              <a:gd name="T62" fmla="*/ 103 w 466"/>
              <a:gd name="T63" fmla="*/ 511 h 953"/>
              <a:gd name="T64" fmla="*/ 103 w 466"/>
              <a:gd name="T65" fmla="*/ 903 h 953"/>
              <a:gd name="T66" fmla="*/ 153 w 466"/>
              <a:gd name="T67" fmla="*/ 953 h 953"/>
              <a:gd name="T68" fmla="*/ 202 w 466"/>
              <a:gd name="T69" fmla="*/ 903 h 953"/>
              <a:gd name="T70" fmla="*/ 202 w 466"/>
              <a:gd name="T71" fmla="*/ 542 h 953"/>
              <a:gd name="T72" fmla="*/ 221 w 466"/>
              <a:gd name="T73" fmla="*/ 542 h 953"/>
              <a:gd name="T74" fmla="*/ 221 w 466"/>
              <a:gd name="T75" fmla="*/ 903 h 953"/>
              <a:gd name="T76" fmla="*/ 270 w 466"/>
              <a:gd name="T77" fmla="*/ 953 h 953"/>
              <a:gd name="T78" fmla="*/ 320 w 466"/>
              <a:gd name="T79" fmla="*/ 903 h 953"/>
              <a:gd name="T80" fmla="*/ 320 w 466"/>
              <a:gd name="T81" fmla="*/ 511 h 953"/>
              <a:gd name="T82" fmla="*/ 320 w 466"/>
              <a:gd name="T83" fmla="*/ 436 h 953"/>
              <a:gd name="T84" fmla="*/ 320 w 466"/>
              <a:gd name="T85" fmla="*/ 274 h 953"/>
              <a:gd name="T86" fmla="*/ 372 w 466"/>
              <a:gd name="T87" fmla="*/ 276 h 953"/>
              <a:gd name="T88" fmla="*/ 421 w 466"/>
              <a:gd name="T89" fmla="*/ 272 h 953"/>
              <a:gd name="T90" fmla="*/ 444 w 466"/>
              <a:gd name="T91" fmla="*/ 264 h 953"/>
              <a:gd name="T92" fmla="*/ 458 w 466"/>
              <a:gd name="T93" fmla="*/ 253 h 953"/>
              <a:gd name="T94" fmla="*/ 465 w 466"/>
              <a:gd name="T95" fmla="*/ 230 h 953"/>
              <a:gd name="T96" fmla="*/ 460 w 466"/>
              <a:gd name="T97" fmla="*/ 209 h 953"/>
              <a:gd name="T98" fmla="*/ 441 w 466"/>
              <a:gd name="T99" fmla="*/ 190 h 953"/>
              <a:gd name="T100" fmla="*/ 148 w 466"/>
              <a:gd name="T101" fmla="*/ 201 h 953"/>
              <a:gd name="T102" fmla="*/ 148 w 466"/>
              <a:gd name="T103" fmla="*/ 154 h 953"/>
              <a:gd name="T104" fmla="*/ 211 w 466"/>
              <a:gd name="T105" fmla="*/ 180 h 953"/>
              <a:gd name="T106" fmla="*/ 274 w 466"/>
              <a:gd name="T107" fmla="*/ 154 h 953"/>
              <a:gd name="T108" fmla="*/ 274 w 466"/>
              <a:gd name="T109" fmla="*/ 201 h 953"/>
              <a:gd name="T110" fmla="*/ 258 w 466"/>
              <a:gd name="T111" fmla="*/ 217 h 953"/>
              <a:gd name="T112" fmla="*/ 164 w 466"/>
              <a:gd name="T113" fmla="*/ 217 h 953"/>
              <a:gd name="T114" fmla="*/ 148 w 466"/>
              <a:gd name="T115" fmla="*/ 201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66" h="953">
                <a:moveTo>
                  <a:pt x="441" y="190"/>
                </a:moveTo>
                <a:cubicBezTo>
                  <a:pt x="430" y="182"/>
                  <a:pt x="417" y="175"/>
                  <a:pt x="399" y="166"/>
                </a:cubicBezTo>
                <a:cubicBezTo>
                  <a:pt x="381" y="158"/>
                  <a:pt x="359" y="149"/>
                  <a:pt x="330" y="138"/>
                </a:cubicBezTo>
                <a:cubicBezTo>
                  <a:pt x="313" y="132"/>
                  <a:pt x="295" y="140"/>
                  <a:pt x="289" y="157"/>
                </a:cubicBezTo>
                <a:cubicBezTo>
                  <a:pt x="283" y="173"/>
                  <a:pt x="291" y="192"/>
                  <a:pt x="308" y="198"/>
                </a:cubicBezTo>
                <a:cubicBezTo>
                  <a:pt x="320" y="203"/>
                  <a:pt x="331" y="207"/>
                  <a:pt x="341" y="211"/>
                </a:cubicBezTo>
                <a:cubicBezTo>
                  <a:pt x="333" y="211"/>
                  <a:pt x="326" y="210"/>
                  <a:pt x="320" y="210"/>
                </a:cubicBezTo>
                <a:cubicBezTo>
                  <a:pt x="313" y="209"/>
                  <a:pt x="306" y="209"/>
                  <a:pt x="302" y="208"/>
                </a:cubicBezTo>
                <a:cubicBezTo>
                  <a:pt x="297" y="208"/>
                  <a:pt x="295" y="208"/>
                  <a:pt x="295" y="208"/>
                </a:cubicBezTo>
                <a:cubicBezTo>
                  <a:pt x="295" y="208"/>
                  <a:pt x="295" y="208"/>
                  <a:pt x="295" y="208"/>
                </a:cubicBezTo>
                <a:cubicBezTo>
                  <a:pt x="293" y="207"/>
                  <a:pt x="291" y="207"/>
                  <a:pt x="289" y="207"/>
                </a:cubicBezTo>
                <a:cubicBezTo>
                  <a:pt x="282" y="207"/>
                  <a:pt x="282" y="207"/>
                  <a:pt x="282" y="207"/>
                </a:cubicBezTo>
                <a:cubicBezTo>
                  <a:pt x="282" y="205"/>
                  <a:pt x="282" y="203"/>
                  <a:pt x="282" y="201"/>
                </a:cubicBezTo>
                <a:cubicBezTo>
                  <a:pt x="282" y="153"/>
                  <a:pt x="282" y="153"/>
                  <a:pt x="282" y="153"/>
                </a:cubicBezTo>
                <a:cubicBezTo>
                  <a:pt x="282" y="151"/>
                  <a:pt x="282" y="149"/>
                  <a:pt x="282" y="147"/>
                </a:cubicBezTo>
                <a:cubicBezTo>
                  <a:pt x="294" y="131"/>
                  <a:pt x="301" y="112"/>
                  <a:pt x="301" y="90"/>
                </a:cubicBezTo>
                <a:cubicBezTo>
                  <a:pt x="301" y="40"/>
                  <a:pt x="261" y="0"/>
                  <a:pt x="211" y="0"/>
                </a:cubicBezTo>
                <a:cubicBezTo>
                  <a:pt x="162" y="0"/>
                  <a:pt x="121" y="40"/>
                  <a:pt x="121" y="90"/>
                </a:cubicBezTo>
                <a:cubicBezTo>
                  <a:pt x="121" y="112"/>
                  <a:pt x="129" y="131"/>
                  <a:pt x="141" y="147"/>
                </a:cubicBezTo>
                <a:cubicBezTo>
                  <a:pt x="141" y="149"/>
                  <a:pt x="140" y="151"/>
                  <a:pt x="140" y="153"/>
                </a:cubicBezTo>
                <a:cubicBezTo>
                  <a:pt x="140" y="201"/>
                  <a:pt x="140" y="201"/>
                  <a:pt x="140" y="201"/>
                </a:cubicBezTo>
                <a:cubicBezTo>
                  <a:pt x="140" y="203"/>
                  <a:pt x="141" y="205"/>
                  <a:pt x="141" y="207"/>
                </a:cubicBezTo>
                <a:cubicBezTo>
                  <a:pt x="134" y="207"/>
                  <a:pt x="134" y="207"/>
                  <a:pt x="134" y="207"/>
                </a:cubicBezTo>
                <a:cubicBezTo>
                  <a:pt x="133" y="207"/>
                  <a:pt x="131" y="207"/>
                  <a:pt x="129" y="207"/>
                </a:cubicBezTo>
                <a:cubicBezTo>
                  <a:pt x="121" y="207"/>
                  <a:pt x="107" y="210"/>
                  <a:pt x="92" y="219"/>
                </a:cubicBezTo>
                <a:cubicBezTo>
                  <a:pt x="69" y="234"/>
                  <a:pt x="46" y="262"/>
                  <a:pt x="29" y="316"/>
                </a:cubicBezTo>
                <a:cubicBezTo>
                  <a:pt x="12" y="370"/>
                  <a:pt x="0" y="450"/>
                  <a:pt x="0" y="572"/>
                </a:cubicBezTo>
                <a:cubicBezTo>
                  <a:pt x="0" y="590"/>
                  <a:pt x="14" y="604"/>
                  <a:pt x="32" y="604"/>
                </a:cubicBezTo>
                <a:cubicBezTo>
                  <a:pt x="50" y="604"/>
                  <a:pt x="64" y="590"/>
                  <a:pt x="64" y="572"/>
                </a:cubicBezTo>
                <a:cubicBezTo>
                  <a:pt x="64" y="418"/>
                  <a:pt x="85" y="339"/>
                  <a:pt x="103" y="303"/>
                </a:cubicBezTo>
                <a:cubicBezTo>
                  <a:pt x="103" y="436"/>
                  <a:pt x="103" y="436"/>
                  <a:pt x="103" y="436"/>
                </a:cubicBezTo>
                <a:cubicBezTo>
                  <a:pt x="103" y="511"/>
                  <a:pt x="103" y="511"/>
                  <a:pt x="103" y="511"/>
                </a:cubicBezTo>
                <a:cubicBezTo>
                  <a:pt x="103" y="903"/>
                  <a:pt x="103" y="903"/>
                  <a:pt x="103" y="903"/>
                </a:cubicBezTo>
                <a:cubicBezTo>
                  <a:pt x="103" y="931"/>
                  <a:pt x="125" y="953"/>
                  <a:pt x="153" y="953"/>
                </a:cubicBezTo>
                <a:cubicBezTo>
                  <a:pt x="180" y="953"/>
                  <a:pt x="202" y="931"/>
                  <a:pt x="202" y="903"/>
                </a:cubicBezTo>
                <a:cubicBezTo>
                  <a:pt x="202" y="542"/>
                  <a:pt x="202" y="542"/>
                  <a:pt x="202" y="542"/>
                </a:cubicBezTo>
                <a:cubicBezTo>
                  <a:pt x="221" y="542"/>
                  <a:pt x="221" y="542"/>
                  <a:pt x="221" y="542"/>
                </a:cubicBezTo>
                <a:cubicBezTo>
                  <a:pt x="221" y="903"/>
                  <a:pt x="221" y="903"/>
                  <a:pt x="221" y="903"/>
                </a:cubicBezTo>
                <a:cubicBezTo>
                  <a:pt x="221" y="931"/>
                  <a:pt x="243" y="953"/>
                  <a:pt x="270" y="953"/>
                </a:cubicBezTo>
                <a:cubicBezTo>
                  <a:pt x="297" y="953"/>
                  <a:pt x="320" y="931"/>
                  <a:pt x="320" y="903"/>
                </a:cubicBezTo>
                <a:cubicBezTo>
                  <a:pt x="320" y="511"/>
                  <a:pt x="320" y="511"/>
                  <a:pt x="320" y="511"/>
                </a:cubicBezTo>
                <a:cubicBezTo>
                  <a:pt x="320" y="436"/>
                  <a:pt x="320" y="436"/>
                  <a:pt x="320" y="436"/>
                </a:cubicBezTo>
                <a:cubicBezTo>
                  <a:pt x="320" y="274"/>
                  <a:pt x="320" y="274"/>
                  <a:pt x="320" y="274"/>
                </a:cubicBezTo>
                <a:cubicBezTo>
                  <a:pt x="335" y="275"/>
                  <a:pt x="354" y="276"/>
                  <a:pt x="372" y="276"/>
                </a:cubicBezTo>
                <a:cubicBezTo>
                  <a:pt x="389" y="276"/>
                  <a:pt x="406" y="275"/>
                  <a:pt x="421" y="272"/>
                </a:cubicBezTo>
                <a:cubicBezTo>
                  <a:pt x="428" y="271"/>
                  <a:pt x="436" y="269"/>
                  <a:pt x="444" y="264"/>
                </a:cubicBezTo>
                <a:cubicBezTo>
                  <a:pt x="448" y="262"/>
                  <a:pt x="453" y="259"/>
                  <a:pt x="458" y="253"/>
                </a:cubicBezTo>
                <a:cubicBezTo>
                  <a:pt x="462" y="247"/>
                  <a:pt x="466" y="238"/>
                  <a:pt x="465" y="230"/>
                </a:cubicBezTo>
                <a:cubicBezTo>
                  <a:pt x="465" y="221"/>
                  <a:pt x="463" y="214"/>
                  <a:pt x="460" y="209"/>
                </a:cubicBezTo>
                <a:cubicBezTo>
                  <a:pt x="454" y="200"/>
                  <a:pt x="448" y="195"/>
                  <a:pt x="441" y="190"/>
                </a:cubicBezTo>
                <a:close/>
                <a:moveTo>
                  <a:pt x="148" y="201"/>
                </a:moveTo>
                <a:cubicBezTo>
                  <a:pt x="148" y="154"/>
                  <a:pt x="148" y="154"/>
                  <a:pt x="148" y="154"/>
                </a:cubicBezTo>
                <a:cubicBezTo>
                  <a:pt x="165" y="170"/>
                  <a:pt x="187" y="180"/>
                  <a:pt x="211" y="180"/>
                </a:cubicBezTo>
                <a:cubicBezTo>
                  <a:pt x="236" y="180"/>
                  <a:pt x="258" y="170"/>
                  <a:pt x="274" y="154"/>
                </a:cubicBezTo>
                <a:cubicBezTo>
                  <a:pt x="274" y="201"/>
                  <a:pt x="274" y="201"/>
                  <a:pt x="274" y="201"/>
                </a:cubicBezTo>
                <a:cubicBezTo>
                  <a:pt x="274" y="210"/>
                  <a:pt x="267" y="217"/>
                  <a:pt x="258" y="217"/>
                </a:cubicBezTo>
                <a:cubicBezTo>
                  <a:pt x="164" y="217"/>
                  <a:pt x="164" y="217"/>
                  <a:pt x="164" y="217"/>
                </a:cubicBezTo>
                <a:cubicBezTo>
                  <a:pt x="156" y="217"/>
                  <a:pt x="148" y="210"/>
                  <a:pt x="148" y="20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282" name="组合 281"/>
          <p:cNvGrpSpPr/>
          <p:nvPr/>
        </p:nvGrpSpPr>
        <p:grpSpPr>
          <a:xfrm>
            <a:off x="3568100" y="4704704"/>
            <a:ext cx="684161" cy="1428854"/>
            <a:chOff x="3862388" y="4792663"/>
            <a:chExt cx="771525" cy="1611313"/>
          </a:xfrm>
          <a:solidFill>
            <a:schemeClr val="tx1">
              <a:lumMod val="65000"/>
              <a:lumOff val="35000"/>
            </a:schemeClr>
          </a:solidFill>
        </p:grpSpPr>
        <p:sp>
          <p:nvSpPr>
            <p:cNvPr id="283" name="Freeform 35"/>
            <p:cNvSpPr>
              <a:spLocks/>
            </p:cNvSpPr>
            <p:nvPr/>
          </p:nvSpPr>
          <p:spPr bwMode="auto">
            <a:xfrm>
              <a:off x="3862388" y="4846638"/>
              <a:ext cx="771525" cy="1557338"/>
            </a:xfrm>
            <a:custGeom>
              <a:avLst/>
              <a:gdLst>
                <a:gd name="T0" fmla="*/ 316 w 441"/>
                <a:gd name="T1" fmla="*/ 9 h 890"/>
                <a:gd name="T2" fmla="*/ 297 w 441"/>
                <a:gd name="T3" fmla="*/ 0 h 890"/>
                <a:gd name="T4" fmla="*/ 316 w 441"/>
                <a:gd name="T5" fmla="*/ 59 h 890"/>
                <a:gd name="T6" fmla="*/ 309 w 441"/>
                <a:gd name="T7" fmla="*/ 95 h 890"/>
                <a:gd name="T8" fmla="*/ 358 w 441"/>
                <a:gd name="T9" fmla="*/ 152 h 890"/>
                <a:gd name="T10" fmla="*/ 369 w 441"/>
                <a:gd name="T11" fmla="*/ 169 h 890"/>
                <a:gd name="T12" fmla="*/ 364 w 441"/>
                <a:gd name="T13" fmla="*/ 167 h 890"/>
                <a:gd name="T14" fmla="*/ 324 w 441"/>
                <a:gd name="T15" fmla="*/ 155 h 890"/>
                <a:gd name="T16" fmla="*/ 310 w 441"/>
                <a:gd name="T17" fmla="*/ 149 h 890"/>
                <a:gd name="T18" fmla="*/ 306 w 441"/>
                <a:gd name="T19" fmla="*/ 148 h 890"/>
                <a:gd name="T20" fmla="*/ 305 w 441"/>
                <a:gd name="T21" fmla="*/ 147 h 890"/>
                <a:gd name="T22" fmla="*/ 295 w 441"/>
                <a:gd name="T23" fmla="*/ 145 h 890"/>
                <a:gd name="T24" fmla="*/ 289 w 441"/>
                <a:gd name="T25" fmla="*/ 144 h 890"/>
                <a:gd name="T26" fmla="*/ 272 w 441"/>
                <a:gd name="T27" fmla="*/ 144 h 890"/>
                <a:gd name="T28" fmla="*/ 212 w 441"/>
                <a:gd name="T29" fmla="*/ 163 h 890"/>
                <a:gd name="T30" fmla="*/ 152 w 441"/>
                <a:gd name="T31" fmla="*/ 144 h 890"/>
                <a:gd name="T32" fmla="*/ 134 w 441"/>
                <a:gd name="T33" fmla="*/ 144 h 890"/>
                <a:gd name="T34" fmla="*/ 130 w 441"/>
                <a:gd name="T35" fmla="*/ 144 h 890"/>
                <a:gd name="T36" fmla="*/ 92 w 441"/>
                <a:gd name="T37" fmla="*/ 156 h 890"/>
                <a:gd name="T38" fmla="*/ 29 w 441"/>
                <a:gd name="T39" fmla="*/ 253 h 890"/>
                <a:gd name="T40" fmla="*/ 0 w 441"/>
                <a:gd name="T41" fmla="*/ 509 h 890"/>
                <a:gd name="T42" fmla="*/ 32 w 441"/>
                <a:gd name="T43" fmla="*/ 541 h 890"/>
                <a:gd name="T44" fmla="*/ 64 w 441"/>
                <a:gd name="T45" fmla="*/ 509 h 890"/>
                <a:gd name="T46" fmla="*/ 104 w 441"/>
                <a:gd name="T47" fmla="*/ 240 h 890"/>
                <a:gd name="T48" fmla="*/ 104 w 441"/>
                <a:gd name="T49" fmla="*/ 373 h 890"/>
                <a:gd name="T50" fmla="*/ 104 w 441"/>
                <a:gd name="T51" fmla="*/ 448 h 890"/>
                <a:gd name="T52" fmla="*/ 104 w 441"/>
                <a:gd name="T53" fmla="*/ 840 h 890"/>
                <a:gd name="T54" fmla="*/ 153 w 441"/>
                <a:gd name="T55" fmla="*/ 890 h 890"/>
                <a:gd name="T56" fmla="*/ 202 w 441"/>
                <a:gd name="T57" fmla="*/ 840 h 890"/>
                <a:gd name="T58" fmla="*/ 202 w 441"/>
                <a:gd name="T59" fmla="*/ 479 h 890"/>
                <a:gd name="T60" fmla="*/ 221 w 441"/>
                <a:gd name="T61" fmla="*/ 479 h 890"/>
                <a:gd name="T62" fmla="*/ 221 w 441"/>
                <a:gd name="T63" fmla="*/ 840 h 890"/>
                <a:gd name="T64" fmla="*/ 270 w 441"/>
                <a:gd name="T65" fmla="*/ 890 h 890"/>
                <a:gd name="T66" fmla="*/ 320 w 441"/>
                <a:gd name="T67" fmla="*/ 840 h 890"/>
                <a:gd name="T68" fmla="*/ 320 w 441"/>
                <a:gd name="T69" fmla="*/ 448 h 890"/>
                <a:gd name="T70" fmla="*/ 320 w 441"/>
                <a:gd name="T71" fmla="*/ 373 h 890"/>
                <a:gd name="T72" fmla="*/ 320 w 441"/>
                <a:gd name="T73" fmla="*/ 221 h 890"/>
                <a:gd name="T74" fmla="*/ 349 w 441"/>
                <a:gd name="T75" fmla="*/ 230 h 890"/>
                <a:gd name="T76" fmla="*/ 385 w 441"/>
                <a:gd name="T77" fmla="*/ 235 h 890"/>
                <a:gd name="T78" fmla="*/ 420 w 441"/>
                <a:gd name="T79" fmla="*/ 226 h 890"/>
                <a:gd name="T80" fmla="*/ 436 w 441"/>
                <a:gd name="T81" fmla="*/ 209 h 890"/>
                <a:gd name="T82" fmla="*/ 441 w 441"/>
                <a:gd name="T83" fmla="*/ 186 h 890"/>
                <a:gd name="T84" fmla="*/ 432 w 441"/>
                <a:gd name="T85" fmla="*/ 151 h 890"/>
                <a:gd name="T86" fmla="*/ 316 w 441"/>
                <a:gd name="T87" fmla="*/ 9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41" h="890">
                  <a:moveTo>
                    <a:pt x="316" y="9"/>
                  </a:moveTo>
                  <a:cubicBezTo>
                    <a:pt x="311" y="4"/>
                    <a:pt x="304" y="1"/>
                    <a:pt x="297" y="0"/>
                  </a:cubicBezTo>
                  <a:cubicBezTo>
                    <a:pt x="309" y="17"/>
                    <a:pt x="316" y="37"/>
                    <a:pt x="316" y="59"/>
                  </a:cubicBezTo>
                  <a:cubicBezTo>
                    <a:pt x="316" y="72"/>
                    <a:pt x="314" y="84"/>
                    <a:pt x="309" y="95"/>
                  </a:cubicBezTo>
                  <a:cubicBezTo>
                    <a:pt x="331" y="118"/>
                    <a:pt x="347" y="137"/>
                    <a:pt x="358" y="152"/>
                  </a:cubicBezTo>
                  <a:cubicBezTo>
                    <a:pt x="363" y="159"/>
                    <a:pt x="366" y="164"/>
                    <a:pt x="369" y="169"/>
                  </a:cubicBezTo>
                  <a:cubicBezTo>
                    <a:pt x="367" y="168"/>
                    <a:pt x="366" y="168"/>
                    <a:pt x="364" y="167"/>
                  </a:cubicBezTo>
                  <a:cubicBezTo>
                    <a:pt x="350" y="164"/>
                    <a:pt x="335" y="159"/>
                    <a:pt x="324" y="155"/>
                  </a:cubicBezTo>
                  <a:cubicBezTo>
                    <a:pt x="318" y="153"/>
                    <a:pt x="313" y="151"/>
                    <a:pt x="310" y="149"/>
                  </a:cubicBezTo>
                  <a:cubicBezTo>
                    <a:pt x="309" y="149"/>
                    <a:pt x="307" y="148"/>
                    <a:pt x="306" y="148"/>
                  </a:cubicBezTo>
                  <a:cubicBezTo>
                    <a:pt x="306" y="147"/>
                    <a:pt x="305" y="147"/>
                    <a:pt x="305" y="147"/>
                  </a:cubicBezTo>
                  <a:cubicBezTo>
                    <a:pt x="302" y="146"/>
                    <a:pt x="299" y="145"/>
                    <a:pt x="295" y="145"/>
                  </a:cubicBezTo>
                  <a:cubicBezTo>
                    <a:pt x="293" y="144"/>
                    <a:pt x="291" y="144"/>
                    <a:pt x="289" y="144"/>
                  </a:cubicBezTo>
                  <a:cubicBezTo>
                    <a:pt x="272" y="144"/>
                    <a:pt x="272" y="144"/>
                    <a:pt x="272" y="144"/>
                  </a:cubicBezTo>
                  <a:cubicBezTo>
                    <a:pt x="255" y="156"/>
                    <a:pt x="234" y="163"/>
                    <a:pt x="212" y="163"/>
                  </a:cubicBezTo>
                  <a:cubicBezTo>
                    <a:pt x="189" y="163"/>
                    <a:pt x="169" y="156"/>
                    <a:pt x="152" y="144"/>
                  </a:cubicBezTo>
                  <a:cubicBezTo>
                    <a:pt x="134" y="144"/>
                    <a:pt x="134" y="144"/>
                    <a:pt x="134" y="144"/>
                  </a:cubicBezTo>
                  <a:cubicBezTo>
                    <a:pt x="133" y="144"/>
                    <a:pt x="131" y="144"/>
                    <a:pt x="130" y="144"/>
                  </a:cubicBezTo>
                  <a:cubicBezTo>
                    <a:pt x="122" y="144"/>
                    <a:pt x="107" y="147"/>
                    <a:pt x="92" y="156"/>
                  </a:cubicBezTo>
                  <a:cubicBezTo>
                    <a:pt x="69" y="171"/>
                    <a:pt x="46" y="199"/>
                    <a:pt x="29" y="253"/>
                  </a:cubicBezTo>
                  <a:cubicBezTo>
                    <a:pt x="12" y="307"/>
                    <a:pt x="0" y="387"/>
                    <a:pt x="0" y="509"/>
                  </a:cubicBezTo>
                  <a:cubicBezTo>
                    <a:pt x="0" y="527"/>
                    <a:pt x="14" y="541"/>
                    <a:pt x="32" y="541"/>
                  </a:cubicBezTo>
                  <a:cubicBezTo>
                    <a:pt x="50" y="541"/>
                    <a:pt x="64" y="527"/>
                    <a:pt x="64" y="509"/>
                  </a:cubicBezTo>
                  <a:cubicBezTo>
                    <a:pt x="64" y="355"/>
                    <a:pt x="85" y="276"/>
                    <a:pt x="104" y="240"/>
                  </a:cubicBezTo>
                  <a:cubicBezTo>
                    <a:pt x="104" y="373"/>
                    <a:pt x="104" y="373"/>
                    <a:pt x="104" y="373"/>
                  </a:cubicBezTo>
                  <a:cubicBezTo>
                    <a:pt x="104" y="448"/>
                    <a:pt x="104" y="448"/>
                    <a:pt x="104" y="448"/>
                  </a:cubicBezTo>
                  <a:cubicBezTo>
                    <a:pt x="104" y="840"/>
                    <a:pt x="104" y="840"/>
                    <a:pt x="104" y="840"/>
                  </a:cubicBezTo>
                  <a:cubicBezTo>
                    <a:pt x="104" y="868"/>
                    <a:pt x="126" y="890"/>
                    <a:pt x="153" y="890"/>
                  </a:cubicBezTo>
                  <a:cubicBezTo>
                    <a:pt x="180" y="890"/>
                    <a:pt x="202" y="868"/>
                    <a:pt x="202" y="840"/>
                  </a:cubicBezTo>
                  <a:cubicBezTo>
                    <a:pt x="202" y="479"/>
                    <a:pt x="202" y="479"/>
                    <a:pt x="202" y="479"/>
                  </a:cubicBezTo>
                  <a:cubicBezTo>
                    <a:pt x="221" y="479"/>
                    <a:pt x="221" y="479"/>
                    <a:pt x="221" y="479"/>
                  </a:cubicBezTo>
                  <a:cubicBezTo>
                    <a:pt x="221" y="840"/>
                    <a:pt x="221" y="840"/>
                    <a:pt x="221" y="840"/>
                  </a:cubicBezTo>
                  <a:cubicBezTo>
                    <a:pt x="221" y="868"/>
                    <a:pt x="243" y="890"/>
                    <a:pt x="270" y="890"/>
                  </a:cubicBezTo>
                  <a:cubicBezTo>
                    <a:pt x="298" y="890"/>
                    <a:pt x="320" y="868"/>
                    <a:pt x="320" y="840"/>
                  </a:cubicBezTo>
                  <a:cubicBezTo>
                    <a:pt x="320" y="448"/>
                    <a:pt x="320" y="448"/>
                    <a:pt x="320" y="448"/>
                  </a:cubicBezTo>
                  <a:cubicBezTo>
                    <a:pt x="320" y="373"/>
                    <a:pt x="320" y="373"/>
                    <a:pt x="320" y="373"/>
                  </a:cubicBezTo>
                  <a:cubicBezTo>
                    <a:pt x="320" y="221"/>
                    <a:pt x="320" y="221"/>
                    <a:pt x="320" y="221"/>
                  </a:cubicBezTo>
                  <a:cubicBezTo>
                    <a:pt x="329" y="224"/>
                    <a:pt x="339" y="227"/>
                    <a:pt x="349" y="230"/>
                  </a:cubicBezTo>
                  <a:cubicBezTo>
                    <a:pt x="361" y="233"/>
                    <a:pt x="373" y="235"/>
                    <a:pt x="385" y="235"/>
                  </a:cubicBezTo>
                  <a:cubicBezTo>
                    <a:pt x="396" y="235"/>
                    <a:pt x="407" y="234"/>
                    <a:pt x="420" y="226"/>
                  </a:cubicBezTo>
                  <a:cubicBezTo>
                    <a:pt x="426" y="222"/>
                    <a:pt x="432" y="216"/>
                    <a:pt x="436" y="209"/>
                  </a:cubicBezTo>
                  <a:cubicBezTo>
                    <a:pt x="440" y="201"/>
                    <a:pt x="441" y="193"/>
                    <a:pt x="441" y="186"/>
                  </a:cubicBezTo>
                  <a:cubicBezTo>
                    <a:pt x="441" y="173"/>
                    <a:pt x="438" y="162"/>
                    <a:pt x="432" y="151"/>
                  </a:cubicBezTo>
                  <a:cubicBezTo>
                    <a:pt x="416" y="118"/>
                    <a:pt x="382" y="76"/>
                    <a:pt x="316"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 name="Freeform 36"/>
            <p:cNvSpPr>
              <a:spLocks/>
            </p:cNvSpPr>
            <p:nvPr/>
          </p:nvSpPr>
          <p:spPr bwMode="auto">
            <a:xfrm>
              <a:off x="4267201" y="4795838"/>
              <a:ext cx="52388" cy="39688"/>
            </a:xfrm>
            <a:custGeom>
              <a:avLst/>
              <a:gdLst>
                <a:gd name="T0" fmla="*/ 30 w 30"/>
                <a:gd name="T1" fmla="*/ 13 h 22"/>
                <a:gd name="T2" fmla="*/ 0 w 30"/>
                <a:gd name="T3" fmla="*/ 0 h 22"/>
                <a:gd name="T4" fmla="*/ 8 w 30"/>
                <a:gd name="T5" fmla="*/ 22 h 22"/>
                <a:gd name="T6" fmla="*/ 30 w 30"/>
                <a:gd name="T7" fmla="*/ 13 h 22"/>
              </a:gdLst>
              <a:ahLst/>
              <a:cxnLst>
                <a:cxn ang="0">
                  <a:pos x="T0" y="T1"/>
                </a:cxn>
                <a:cxn ang="0">
                  <a:pos x="T2" y="T3"/>
                </a:cxn>
                <a:cxn ang="0">
                  <a:pos x="T4" y="T5"/>
                </a:cxn>
                <a:cxn ang="0">
                  <a:pos x="T6" y="T7"/>
                </a:cxn>
              </a:cxnLst>
              <a:rect l="0" t="0" r="r" b="b"/>
              <a:pathLst>
                <a:path w="30" h="22">
                  <a:moveTo>
                    <a:pt x="30" y="13"/>
                  </a:moveTo>
                  <a:cubicBezTo>
                    <a:pt x="21" y="7"/>
                    <a:pt x="11" y="3"/>
                    <a:pt x="0" y="0"/>
                  </a:cubicBezTo>
                  <a:cubicBezTo>
                    <a:pt x="2" y="7"/>
                    <a:pt x="5" y="14"/>
                    <a:pt x="8" y="22"/>
                  </a:cubicBezTo>
                  <a:cubicBezTo>
                    <a:pt x="17" y="19"/>
                    <a:pt x="24" y="16"/>
                    <a:pt x="30"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 name="Freeform 37"/>
            <p:cNvSpPr>
              <a:spLocks/>
            </p:cNvSpPr>
            <p:nvPr/>
          </p:nvSpPr>
          <p:spPr bwMode="auto">
            <a:xfrm>
              <a:off x="4186238" y="4792663"/>
              <a:ext cx="66675" cy="63500"/>
            </a:xfrm>
            <a:custGeom>
              <a:avLst/>
              <a:gdLst>
                <a:gd name="T0" fmla="*/ 37 w 38"/>
                <a:gd name="T1" fmla="*/ 28 h 36"/>
                <a:gd name="T2" fmla="*/ 38 w 38"/>
                <a:gd name="T3" fmla="*/ 28 h 36"/>
                <a:gd name="T4" fmla="*/ 35 w 38"/>
                <a:gd name="T5" fmla="*/ 19 h 36"/>
                <a:gd name="T6" fmla="*/ 28 w 38"/>
                <a:gd name="T7" fmla="*/ 0 h 36"/>
                <a:gd name="T8" fmla="*/ 27 w 38"/>
                <a:gd name="T9" fmla="*/ 0 h 36"/>
                <a:gd name="T10" fmla="*/ 3 w 38"/>
                <a:gd name="T11" fmla="*/ 3 h 36"/>
                <a:gd name="T12" fmla="*/ 0 w 38"/>
                <a:gd name="T13" fmla="*/ 36 h 36"/>
                <a:gd name="T14" fmla="*/ 37 w 38"/>
                <a:gd name="T15" fmla="*/ 28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 h="36">
                  <a:moveTo>
                    <a:pt x="37" y="28"/>
                  </a:moveTo>
                  <a:cubicBezTo>
                    <a:pt x="37" y="28"/>
                    <a:pt x="38" y="28"/>
                    <a:pt x="38" y="28"/>
                  </a:cubicBezTo>
                  <a:cubicBezTo>
                    <a:pt x="37" y="25"/>
                    <a:pt x="36" y="22"/>
                    <a:pt x="35" y="19"/>
                  </a:cubicBezTo>
                  <a:cubicBezTo>
                    <a:pt x="32" y="12"/>
                    <a:pt x="30" y="6"/>
                    <a:pt x="28" y="0"/>
                  </a:cubicBezTo>
                  <a:cubicBezTo>
                    <a:pt x="27" y="0"/>
                    <a:pt x="27" y="0"/>
                    <a:pt x="27" y="0"/>
                  </a:cubicBezTo>
                  <a:cubicBezTo>
                    <a:pt x="18" y="0"/>
                    <a:pt x="10" y="1"/>
                    <a:pt x="3" y="3"/>
                  </a:cubicBezTo>
                  <a:cubicBezTo>
                    <a:pt x="1" y="14"/>
                    <a:pt x="1" y="25"/>
                    <a:pt x="0" y="36"/>
                  </a:cubicBezTo>
                  <a:cubicBezTo>
                    <a:pt x="13" y="34"/>
                    <a:pt x="25" y="31"/>
                    <a:pt x="37"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 name="Freeform 38"/>
            <p:cNvSpPr>
              <a:spLocks/>
            </p:cNvSpPr>
            <p:nvPr/>
          </p:nvSpPr>
          <p:spPr bwMode="auto">
            <a:xfrm>
              <a:off x="4098926" y="4810125"/>
              <a:ext cx="63500" cy="55563"/>
            </a:xfrm>
            <a:custGeom>
              <a:avLst/>
              <a:gdLst>
                <a:gd name="T0" fmla="*/ 34 w 36"/>
                <a:gd name="T1" fmla="*/ 28 h 32"/>
                <a:gd name="T2" fmla="*/ 36 w 36"/>
                <a:gd name="T3" fmla="*/ 0 h 32"/>
                <a:gd name="T4" fmla="*/ 0 w 36"/>
                <a:gd name="T5" fmla="*/ 32 h 32"/>
                <a:gd name="T6" fmla="*/ 34 w 36"/>
                <a:gd name="T7" fmla="*/ 28 h 32"/>
              </a:gdLst>
              <a:ahLst/>
              <a:cxnLst>
                <a:cxn ang="0">
                  <a:pos x="T0" y="T1"/>
                </a:cxn>
                <a:cxn ang="0">
                  <a:pos x="T2" y="T3"/>
                </a:cxn>
                <a:cxn ang="0">
                  <a:pos x="T4" y="T5"/>
                </a:cxn>
                <a:cxn ang="0">
                  <a:pos x="T6" y="T7"/>
                </a:cxn>
              </a:cxnLst>
              <a:rect l="0" t="0" r="r" b="b"/>
              <a:pathLst>
                <a:path w="36" h="32">
                  <a:moveTo>
                    <a:pt x="34" y="28"/>
                  </a:moveTo>
                  <a:cubicBezTo>
                    <a:pt x="34" y="19"/>
                    <a:pt x="35" y="10"/>
                    <a:pt x="36" y="0"/>
                  </a:cubicBezTo>
                  <a:cubicBezTo>
                    <a:pt x="21" y="7"/>
                    <a:pt x="9" y="19"/>
                    <a:pt x="0" y="32"/>
                  </a:cubicBezTo>
                  <a:cubicBezTo>
                    <a:pt x="11" y="31"/>
                    <a:pt x="22" y="30"/>
                    <a:pt x="34"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 name="Freeform 39"/>
            <p:cNvSpPr>
              <a:spLocks/>
            </p:cNvSpPr>
            <p:nvPr/>
          </p:nvSpPr>
          <p:spPr bwMode="auto">
            <a:xfrm>
              <a:off x="4076701" y="4889500"/>
              <a:ext cx="79375" cy="44450"/>
            </a:xfrm>
            <a:custGeom>
              <a:avLst/>
              <a:gdLst>
                <a:gd name="T0" fmla="*/ 44 w 46"/>
                <a:gd name="T1" fmla="*/ 22 h 26"/>
                <a:gd name="T2" fmla="*/ 46 w 46"/>
                <a:gd name="T3" fmla="*/ 0 h 26"/>
                <a:gd name="T4" fmla="*/ 38 w 46"/>
                <a:gd name="T5" fmla="*/ 1 h 26"/>
                <a:gd name="T6" fmla="*/ 5 w 46"/>
                <a:gd name="T7" fmla="*/ 4 h 26"/>
                <a:gd name="T8" fmla="*/ 0 w 46"/>
                <a:gd name="T9" fmla="*/ 26 h 26"/>
                <a:gd name="T10" fmla="*/ 32 w 46"/>
                <a:gd name="T11" fmla="*/ 23 h 26"/>
                <a:gd name="T12" fmla="*/ 44 w 46"/>
                <a:gd name="T13" fmla="*/ 22 h 26"/>
              </a:gdLst>
              <a:ahLst/>
              <a:cxnLst>
                <a:cxn ang="0">
                  <a:pos x="T0" y="T1"/>
                </a:cxn>
                <a:cxn ang="0">
                  <a:pos x="T2" y="T3"/>
                </a:cxn>
                <a:cxn ang="0">
                  <a:pos x="T4" y="T5"/>
                </a:cxn>
                <a:cxn ang="0">
                  <a:pos x="T6" y="T7"/>
                </a:cxn>
                <a:cxn ang="0">
                  <a:pos x="T8" y="T9"/>
                </a:cxn>
                <a:cxn ang="0">
                  <a:pos x="T10" y="T11"/>
                </a:cxn>
                <a:cxn ang="0">
                  <a:pos x="T12" y="T13"/>
                </a:cxn>
              </a:cxnLst>
              <a:rect l="0" t="0" r="r" b="b"/>
              <a:pathLst>
                <a:path w="46" h="26">
                  <a:moveTo>
                    <a:pt x="44" y="22"/>
                  </a:moveTo>
                  <a:cubicBezTo>
                    <a:pt x="44" y="18"/>
                    <a:pt x="45" y="10"/>
                    <a:pt x="46" y="0"/>
                  </a:cubicBezTo>
                  <a:cubicBezTo>
                    <a:pt x="43" y="0"/>
                    <a:pt x="40" y="0"/>
                    <a:pt x="38" y="1"/>
                  </a:cubicBezTo>
                  <a:cubicBezTo>
                    <a:pt x="26" y="2"/>
                    <a:pt x="15" y="3"/>
                    <a:pt x="5" y="4"/>
                  </a:cubicBezTo>
                  <a:cubicBezTo>
                    <a:pt x="3" y="11"/>
                    <a:pt x="1" y="19"/>
                    <a:pt x="0" y="26"/>
                  </a:cubicBezTo>
                  <a:cubicBezTo>
                    <a:pt x="9" y="26"/>
                    <a:pt x="19" y="25"/>
                    <a:pt x="32" y="23"/>
                  </a:cubicBezTo>
                  <a:cubicBezTo>
                    <a:pt x="36" y="23"/>
                    <a:pt x="40" y="23"/>
                    <a:pt x="44"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 name="Freeform 40"/>
            <p:cNvSpPr>
              <a:spLocks/>
            </p:cNvSpPr>
            <p:nvPr/>
          </p:nvSpPr>
          <p:spPr bwMode="auto">
            <a:xfrm>
              <a:off x="4181476" y="4868863"/>
              <a:ext cx="93663" cy="55563"/>
            </a:xfrm>
            <a:custGeom>
              <a:avLst/>
              <a:gdLst>
                <a:gd name="T0" fmla="*/ 54 w 54"/>
                <a:gd name="T1" fmla="*/ 23 h 32"/>
                <a:gd name="T2" fmla="*/ 47 w 54"/>
                <a:gd name="T3" fmla="*/ 0 h 32"/>
                <a:gd name="T4" fmla="*/ 44 w 54"/>
                <a:gd name="T5" fmla="*/ 1 h 32"/>
                <a:gd name="T6" fmla="*/ 2 w 54"/>
                <a:gd name="T7" fmla="*/ 9 h 32"/>
                <a:gd name="T8" fmla="*/ 0 w 54"/>
                <a:gd name="T9" fmla="*/ 32 h 32"/>
                <a:gd name="T10" fmla="*/ 54 w 54"/>
                <a:gd name="T11" fmla="*/ 23 h 32"/>
              </a:gdLst>
              <a:ahLst/>
              <a:cxnLst>
                <a:cxn ang="0">
                  <a:pos x="T0" y="T1"/>
                </a:cxn>
                <a:cxn ang="0">
                  <a:pos x="T2" y="T3"/>
                </a:cxn>
                <a:cxn ang="0">
                  <a:pos x="T4" y="T5"/>
                </a:cxn>
                <a:cxn ang="0">
                  <a:pos x="T6" y="T7"/>
                </a:cxn>
                <a:cxn ang="0">
                  <a:pos x="T8" y="T9"/>
                </a:cxn>
                <a:cxn ang="0">
                  <a:pos x="T10" y="T11"/>
                </a:cxn>
              </a:cxnLst>
              <a:rect l="0" t="0" r="r" b="b"/>
              <a:pathLst>
                <a:path w="54" h="32">
                  <a:moveTo>
                    <a:pt x="54" y="23"/>
                  </a:moveTo>
                  <a:cubicBezTo>
                    <a:pt x="52" y="17"/>
                    <a:pt x="49" y="9"/>
                    <a:pt x="47" y="0"/>
                  </a:cubicBezTo>
                  <a:cubicBezTo>
                    <a:pt x="46" y="0"/>
                    <a:pt x="45" y="1"/>
                    <a:pt x="44" y="1"/>
                  </a:cubicBezTo>
                  <a:cubicBezTo>
                    <a:pt x="30" y="4"/>
                    <a:pt x="16" y="7"/>
                    <a:pt x="2" y="9"/>
                  </a:cubicBezTo>
                  <a:cubicBezTo>
                    <a:pt x="1" y="19"/>
                    <a:pt x="1" y="27"/>
                    <a:pt x="0" y="32"/>
                  </a:cubicBezTo>
                  <a:cubicBezTo>
                    <a:pt x="18" y="30"/>
                    <a:pt x="36" y="27"/>
                    <a:pt x="54"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 name="Freeform 41"/>
            <p:cNvSpPr>
              <a:spLocks/>
            </p:cNvSpPr>
            <p:nvPr/>
          </p:nvSpPr>
          <p:spPr bwMode="auto">
            <a:xfrm>
              <a:off x="4076701" y="4903788"/>
              <a:ext cx="314325" cy="204788"/>
            </a:xfrm>
            <a:custGeom>
              <a:avLst/>
              <a:gdLst>
                <a:gd name="T0" fmla="*/ 180 w 180"/>
                <a:gd name="T1" fmla="*/ 27 h 117"/>
                <a:gd name="T2" fmla="*/ 176 w 180"/>
                <a:gd name="T3" fmla="*/ 0 h 117"/>
                <a:gd name="T4" fmla="*/ 131 w 180"/>
                <a:gd name="T5" fmla="*/ 16 h 117"/>
                <a:gd name="T6" fmla="*/ 65 w 180"/>
                <a:gd name="T7" fmla="*/ 28 h 117"/>
                <a:gd name="T8" fmla="*/ 0 w 180"/>
                <a:gd name="T9" fmla="*/ 34 h 117"/>
                <a:gd name="T10" fmla="*/ 90 w 180"/>
                <a:gd name="T11" fmla="*/ 117 h 117"/>
                <a:gd name="T12" fmla="*/ 180 w 180"/>
                <a:gd name="T13" fmla="*/ 27 h 117"/>
              </a:gdLst>
              <a:ahLst/>
              <a:cxnLst>
                <a:cxn ang="0">
                  <a:pos x="T0" y="T1"/>
                </a:cxn>
                <a:cxn ang="0">
                  <a:pos x="T2" y="T3"/>
                </a:cxn>
                <a:cxn ang="0">
                  <a:pos x="T4" y="T5"/>
                </a:cxn>
                <a:cxn ang="0">
                  <a:pos x="T6" y="T7"/>
                </a:cxn>
                <a:cxn ang="0">
                  <a:pos x="T8" y="T9"/>
                </a:cxn>
                <a:cxn ang="0">
                  <a:pos x="T10" y="T11"/>
                </a:cxn>
                <a:cxn ang="0">
                  <a:pos x="T12" y="T13"/>
                </a:cxn>
              </a:cxnLst>
              <a:rect l="0" t="0" r="r" b="b"/>
              <a:pathLst>
                <a:path w="180" h="117">
                  <a:moveTo>
                    <a:pt x="180" y="27"/>
                  </a:moveTo>
                  <a:cubicBezTo>
                    <a:pt x="180" y="18"/>
                    <a:pt x="178" y="9"/>
                    <a:pt x="176" y="0"/>
                  </a:cubicBezTo>
                  <a:cubicBezTo>
                    <a:pt x="164" y="7"/>
                    <a:pt x="148" y="12"/>
                    <a:pt x="131" y="16"/>
                  </a:cubicBezTo>
                  <a:cubicBezTo>
                    <a:pt x="110" y="21"/>
                    <a:pt x="87" y="25"/>
                    <a:pt x="65" y="28"/>
                  </a:cubicBezTo>
                  <a:cubicBezTo>
                    <a:pt x="39" y="31"/>
                    <a:pt x="15" y="33"/>
                    <a:pt x="0" y="34"/>
                  </a:cubicBezTo>
                  <a:cubicBezTo>
                    <a:pt x="4" y="81"/>
                    <a:pt x="42" y="117"/>
                    <a:pt x="90" y="117"/>
                  </a:cubicBezTo>
                  <a:cubicBezTo>
                    <a:pt x="139" y="117"/>
                    <a:pt x="180" y="77"/>
                    <a:pt x="180"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 name="Freeform 42"/>
            <p:cNvSpPr>
              <a:spLocks/>
            </p:cNvSpPr>
            <p:nvPr/>
          </p:nvSpPr>
          <p:spPr bwMode="auto">
            <a:xfrm>
              <a:off x="4289426" y="4838700"/>
              <a:ext cx="82550" cy="65088"/>
            </a:xfrm>
            <a:custGeom>
              <a:avLst/>
              <a:gdLst>
                <a:gd name="T0" fmla="*/ 31 w 47"/>
                <a:gd name="T1" fmla="*/ 0 h 37"/>
                <a:gd name="T2" fmla="*/ 0 w 47"/>
                <a:gd name="T3" fmla="*/ 13 h 37"/>
                <a:gd name="T4" fmla="*/ 7 w 47"/>
                <a:gd name="T5" fmla="*/ 37 h 37"/>
                <a:gd name="T6" fmla="*/ 47 w 47"/>
                <a:gd name="T7" fmla="*/ 22 h 37"/>
                <a:gd name="T8" fmla="*/ 31 w 47"/>
                <a:gd name="T9" fmla="*/ 0 h 37"/>
              </a:gdLst>
              <a:ahLst/>
              <a:cxnLst>
                <a:cxn ang="0">
                  <a:pos x="T0" y="T1"/>
                </a:cxn>
                <a:cxn ang="0">
                  <a:pos x="T2" y="T3"/>
                </a:cxn>
                <a:cxn ang="0">
                  <a:pos x="T4" y="T5"/>
                </a:cxn>
                <a:cxn ang="0">
                  <a:pos x="T6" y="T7"/>
                </a:cxn>
                <a:cxn ang="0">
                  <a:pos x="T8" y="T9"/>
                </a:cxn>
              </a:cxnLst>
              <a:rect l="0" t="0" r="r" b="b"/>
              <a:pathLst>
                <a:path w="47" h="37">
                  <a:moveTo>
                    <a:pt x="31" y="0"/>
                  </a:moveTo>
                  <a:cubicBezTo>
                    <a:pt x="23" y="5"/>
                    <a:pt x="12" y="9"/>
                    <a:pt x="0" y="13"/>
                  </a:cubicBezTo>
                  <a:cubicBezTo>
                    <a:pt x="3" y="21"/>
                    <a:pt x="5" y="30"/>
                    <a:pt x="7" y="37"/>
                  </a:cubicBezTo>
                  <a:cubicBezTo>
                    <a:pt x="24" y="33"/>
                    <a:pt x="38" y="28"/>
                    <a:pt x="47" y="22"/>
                  </a:cubicBezTo>
                  <a:cubicBezTo>
                    <a:pt x="43" y="14"/>
                    <a:pt x="37" y="6"/>
                    <a:pt x="3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91" name="组合 290"/>
          <p:cNvGrpSpPr/>
          <p:nvPr/>
        </p:nvGrpSpPr>
        <p:grpSpPr>
          <a:xfrm>
            <a:off x="4324055" y="850319"/>
            <a:ext cx="1510503" cy="1352835"/>
            <a:chOff x="4714876" y="446088"/>
            <a:chExt cx="1703388" cy="1525587"/>
          </a:xfrm>
          <a:solidFill>
            <a:schemeClr val="tx1">
              <a:lumMod val="65000"/>
              <a:lumOff val="35000"/>
            </a:schemeClr>
          </a:solidFill>
        </p:grpSpPr>
        <p:sp>
          <p:nvSpPr>
            <p:cNvPr id="292" name="Freeform 43"/>
            <p:cNvSpPr>
              <a:spLocks/>
            </p:cNvSpPr>
            <p:nvPr/>
          </p:nvSpPr>
          <p:spPr bwMode="auto">
            <a:xfrm>
              <a:off x="4873626" y="446088"/>
              <a:ext cx="346075" cy="346075"/>
            </a:xfrm>
            <a:custGeom>
              <a:avLst/>
              <a:gdLst>
                <a:gd name="T0" fmla="*/ 120 w 198"/>
                <a:gd name="T1" fmla="*/ 187 h 198"/>
                <a:gd name="T2" fmla="*/ 187 w 198"/>
                <a:gd name="T3" fmla="*/ 79 h 198"/>
                <a:gd name="T4" fmla="*/ 79 w 198"/>
                <a:gd name="T5" fmla="*/ 12 h 198"/>
                <a:gd name="T6" fmla="*/ 12 w 198"/>
                <a:gd name="T7" fmla="*/ 120 h 198"/>
                <a:gd name="T8" fmla="*/ 120 w 198"/>
                <a:gd name="T9" fmla="*/ 187 h 198"/>
              </a:gdLst>
              <a:ahLst/>
              <a:cxnLst>
                <a:cxn ang="0">
                  <a:pos x="T0" y="T1"/>
                </a:cxn>
                <a:cxn ang="0">
                  <a:pos x="T2" y="T3"/>
                </a:cxn>
                <a:cxn ang="0">
                  <a:pos x="T4" y="T5"/>
                </a:cxn>
                <a:cxn ang="0">
                  <a:pos x="T6" y="T7"/>
                </a:cxn>
                <a:cxn ang="0">
                  <a:pos x="T8" y="T9"/>
                </a:cxn>
              </a:cxnLst>
              <a:rect l="0" t="0" r="r" b="b"/>
              <a:pathLst>
                <a:path w="198" h="198">
                  <a:moveTo>
                    <a:pt x="120" y="187"/>
                  </a:moveTo>
                  <a:cubicBezTo>
                    <a:pt x="168" y="176"/>
                    <a:pt x="198" y="127"/>
                    <a:pt x="187" y="79"/>
                  </a:cubicBezTo>
                  <a:cubicBezTo>
                    <a:pt x="176" y="30"/>
                    <a:pt x="127" y="0"/>
                    <a:pt x="79" y="12"/>
                  </a:cubicBezTo>
                  <a:cubicBezTo>
                    <a:pt x="30" y="23"/>
                    <a:pt x="0" y="71"/>
                    <a:pt x="12" y="120"/>
                  </a:cubicBezTo>
                  <a:cubicBezTo>
                    <a:pt x="23" y="168"/>
                    <a:pt x="71" y="198"/>
                    <a:pt x="120" y="1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 name="Freeform 44"/>
            <p:cNvSpPr>
              <a:spLocks noEditPoints="1"/>
            </p:cNvSpPr>
            <p:nvPr/>
          </p:nvSpPr>
          <p:spPr bwMode="auto">
            <a:xfrm>
              <a:off x="4714876" y="762000"/>
              <a:ext cx="1409700" cy="1209675"/>
            </a:xfrm>
            <a:custGeom>
              <a:avLst/>
              <a:gdLst>
                <a:gd name="T0" fmla="*/ 102 w 806"/>
                <a:gd name="T1" fmla="*/ 559 h 691"/>
                <a:gd name="T2" fmla="*/ 181 w 806"/>
                <a:gd name="T3" fmla="*/ 390 h 691"/>
                <a:gd name="T4" fmla="*/ 307 w 806"/>
                <a:gd name="T5" fmla="*/ 517 h 691"/>
                <a:gd name="T6" fmla="*/ 502 w 806"/>
                <a:gd name="T7" fmla="*/ 691 h 691"/>
                <a:gd name="T8" fmla="*/ 527 w 806"/>
                <a:gd name="T9" fmla="*/ 598 h 691"/>
                <a:gd name="T10" fmla="*/ 369 w 806"/>
                <a:gd name="T11" fmla="*/ 364 h 691"/>
                <a:gd name="T12" fmla="*/ 405 w 806"/>
                <a:gd name="T13" fmla="*/ 293 h 691"/>
                <a:gd name="T14" fmla="*/ 382 w 806"/>
                <a:gd name="T15" fmla="*/ 71 h 691"/>
                <a:gd name="T16" fmla="*/ 525 w 806"/>
                <a:gd name="T17" fmla="*/ 153 h 691"/>
                <a:gd name="T18" fmla="*/ 512 w 806"/>
                <a:gd name="T19" fmla="*/ 177 h 691"/>
                <a:gd name="T20" fmla="*/ 516 w 806"/>
                <a:gd name="T21" fmla="*/ 208 h 691"/>
                <a:gd name="T22" fmla="*/ 524 w 806"/>
                <a:gd name="T23" fmla="*/ 255 h 691"/>
                <a:gd name="T24" fmla="*/ 640 w 806"/>
                <a:gd name="T25" fmla="*/ 366 h 691"/>
                <a:gd name="T26" fmla="*/ 800 w 806"/>
                <a:gd name="T27" fmla="*/ 187 h 691"/>
                <a:gd name="T28" fmla="*/ 684 w 806"/>
                <a:gd name="T29" fmla="*/ 76 h 691"/>
                <a:gd name="T30" fmla="*/ 641 w 806"/>
                <a:gd name="T31" fmla="*/ 104 h 691"/>
                <a:gd name="T32" fmla="*/ 600 w 806"/>
                <a:gd name="T33" fmla="*/ 78 h 691"/>
                <a:gd name="T34" fmla="*/ 569 w 806"/>
                <a:gd name="T35" fmla="*/ 105 h 691"/>
                <a:gd name="T36" fmla="*/ 313 w 806"/>
                <a:gd name="T37" fmla="*/ 0 h 691"/>
                <a:gd name="T38" fmla="*/ 294 w 806"/>
                <a:gd name="T39" fmla="*/ 0 h 691"/>
                <a:gd name="T40" fmla="*/ 241 w 806"/>
                <a:gd name="T41" fmla="*/ 98 h 691"/>
                <a:gd name="T42" fmla="*/ 250 w 806"/>
                <a:gd name="T43" fmla="*/ 96 h 691"/>
                <a:gd name="T44" fmla="*/ 304 w 806"/>
                <a:gd name="T45" fmla="*/ 37 h 691"/>
                <a:gd name="T46" fmla="*/ 339 w 806"/>
                <a:gd name="T47" fmla="*/ 59 h 691"/>
                <a:gd name="T48" fmla="*/ 327 w 806"/>
                <a:gd name="T49" fmla="*/ 122 h 691"/>
                <a:gd name="T50" fmla="*/ 258 w 806"/>
                <a:gd name="T51" fmla="*/ 189 h 691"/>
                <a:gd name="T52" fmla="*/ 137 w 806"/>
                <a:gd name="T53" fmla="*/ 296 h 691"/>
                <a:gd name="T54" fmla="*/ 11 w 806"/>
                <a:gd name="T55" fmla="*/ 517 h 691"/>
                <a:gd name="T56" fmla="*/ 690 w 806"/>
                <a:gd name="T57" fmla="*/ 185 h 691"/>
                <a:gd name="T58" fmla="*/ 634 w 806"/>
                <a:gd name="T59" fmla="*/ 257 h 691"/>
                <a:gd name="T60" fmla="*/ 690 w 806"/>
                <a:gd name="T61" fmla="*/ 185 h 691"/>
                <a:gd name="T62" fmla="*/ 600 w 806"/>
                <a:gd name="T63" fmla="*/ 90 h 691"/>
                <a:gd name="T64" fmla="*/ 634 w 806"/>
                <a:gd name="T65" fmla="*/ 114 h 691"/>
                <a:gd name="T66" fmla="*/ 524 w 806"/>
                <a:gd name="T67" fmla="*/ 199 h 691"/>
                <a:gd name="T68" fmla="*/ 522 w 806"/>
                <a:gd name="T69" fmla="*/ 185 h 691"/>
                <a:gd name="T70" fmla="*/ 550 w 806"/>
                <a:gd name="T71" fmla="*/ 165 h 691"/>
                <a:gd name="T72" fmla="*/ 576 w 806"/>
                <a:gd name="T73" fmla="*/ 115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6" h="691">
                  <a:moveTo>
                    <a:pt x="35" y="583"/>
                  </a:moveTo>
                  <a:cubicBezTo>
                    <a:pt x="60" y="595"/>
                    <a:pt x="90" y="584"/>
                    <a:pt x="102" y="559"/>
                  </a:cubicBezTo>
                  <a:cubicBezTo>
                    <a:pt x="102" y="559"/>
                    <a:pt x="102" y="559"/>
                    <a:pt x="102" y="559"/>
                  </a:cubicBezTo>
                  <a:cubicBezTo>
                    <a:pt x="181" y="390"/>
                    <a:pt x="181" y="390"/>
                    <a:pt x="181" y="390"/>
                  </a:cubicBezTo>
                  <a:cubicBezTo>
                    <a:pt x="269" y="374"/>
                    <a:pt x="269" y="374"/>
                    <a:pt x="269" y="374"/>
                  </a:cubicBezTo>
                  <a:cubicBezTo>
                    <a:pt x="270" y="413"/>
                    <a:pt x="279" y="464"/>
                    <a:pt x="307" y="517"/>
                  </a:cubicBezTo>
                  <a:cubicBezTo>
                    <a:pt x="337" y="576"/>
                    <a:pt x="391" y="636"/>
                    <a:pt x="477" y="685"/>
                  </a:cubicBezTo>
                  <a:cubicBezTo>
                    <a:pt x="485" y="689"/>
                    <a:pt x="494" y="691"/>
                    <a:pt x="502" y="691"/>
                  </a:cubicBezTo>
                  <a:cubicBezTo>
                    <a:pt x="520" y="691"/>
                    <a:pt x="536" y="682"/>
                    <a:pt x="546" y="666"/>
                  </a:cubicBezTo>
                  <a:cubicBezTo>
                    <a:pt x="559" y="642"/>
                    <a:pt x="551" y="612"/>
                    <a:pt x="527" y="598"/>
                  </a:cubicBezTo>
                  <a:cubicBezTo>
                    <a:pt x="455" y="557"/>
                    <a:pt x="417" y="512"/>
                    <a:pt x="395" y="471"/>
                  </a:cubicBezTo>
                  <a:cubicBezTo>
                    <a:pt x="374" y="430"/>
                    <a:pt x="369" y="392"/>
                    <a:pt x="369" y="364"/>
                  </a:cubicBezTo>
                  <a:cubicBezTo>
                    <a:pt x="369" y="360"/>
                    <a:pt x="369" y="355"/>
                    <a:pt x="369" y="351"/>
                  </a:cubicBezTo>
                  <a:cubicBezTo>
                    <a:pt x="386" y="341"/>
                    <a:pt x="399" y="324"/>
                    <a:pt x="405" y="293"/>
                  </a:cubicBezTo>
                  <a:cubicBezTo>
                    <a:pt x="415" y="204"/>
                    <a:pt x="410" y="151"/>
                    <a:pt x="382" y="71"/>
                  </a:cubicBezTo>
                  <a:cubicBezTo>
                    <a:pt x="382" y="71"/>
                    <a:pt x="382" y="71"/>
                    <a:pt x="382" y="71"/>
                  </a:cubicBezTo>
                  <a:cubicBezTo>
                    <a:pt x="392" y="73"/>
                    <a:pt x="402" y="75"/>
                    <a:pt x="412" y="78"/>
                  </a:cubicBezTo>
                  <a:cubicBezTo>
                    <a:pt x="452" y="91"/>
                    <a:pt x="494" y="113"/>
                    <a:pt x="525" y="153"/>
                  </a:cubicBezTo>
                  <a:cubicBezTo>
                    <a:pt x="526" y="154"/>
                    <a:pt x="527" y="156"/>
                    <a:pt x="528" y="157"/>
                  </a:cubicBezTo>
                  <a:cubicBezTo>
                    <a:pt x="512" y="177"/>
                    <a:pt x="512" y="177"/>
                    <a:pt x="512" y="177"/>
                  </a:cubicBezTo>
                  <a:cubicBezTo>
                    <a:pt x="509" y="181"/>
                    <a:pt x="508" y="186"/>
                    <a:pt x="508" y="191"/>
                  </a:cubicBezTo>
                  <a:cubicBezTo>
                    <a:pt x="508" y="197"/>
                    <a:pt x="511" y="204"/>
                    <a:pt x="516" y="208"/>
                  </a:cubicBezTo>
                  <a:cubicBezTo>
                    <a:pt x="544" y="230"/>
                    <a:pt x="544" y="230"/>
                    <a:pt x="544" y="230"/>
                  </a:cubicBezTo>
                  <a:cubicBezTo>
                    <a:pt x="524" y="255"/>
                    <a:pt x="524" y="255"/>
                    <a:pt x="524" y="255"/>
                  </a:cubicBezTo>
                  <a:cubicBezTo>
                    <a:pt x="518" y="262"/>
                    <a:pt x="519" y="272"/>
                    <a:pt x="526" y="278"/>
                  </a:cubicBezTo>
                  <a:cubicBezTo>
                    <a:pt x="640" y="366"/>
                    <a:pt x="640" y="366"/>
                    <a:pt x="640" y="366"/>
                  </a:cubicBezTo>
                  <a:cubicBezTo>
                    <a:pt x="647" y="372"/>
                    <a:pt x="657" y="370"/>
                    <a:pt x="663" y="363"/>
                  </a:cubicBezTo>
                  <a:cubicBezTo>
                    <a:pt x="800" y="187"/>
                    <a:pt x="800" y="187"/>
                    <a:pt x="800" y="187"/>
                  </a:cubicBezTo>
                  <a:cubicBezTo>
                    <a:pt x="806" y="180"/>
                    <a:pt x="804" y="170"/>
                    <a:pt x="797" y="164"/>
                  </a:cubicBezTo>
                  <a:cubicBezTo>
                    <a:pt x="684" y="76"/>
                    <a:pt x="684" y="76"/>
                    <a:pt x="684" y="76"/>
                  </a:cubicBezTo>
                  <a:cubicBezTo>
                    <a:pt x="677" y="70"/>
                    <a:pt x="667" y="72"/>
                    <a:pt x="661" y="78"/>
                  </a:cubicBezTo>
                  <a:cubicBezTo>
                    <a:pt x="641" y="104"/>
                    <a:pt x="641" y="104"/>
                    <a:pt x="641" y="104"/>
                  </a:cubicBezTo>
                  <a:cubicBezTo>
                    <a:pt x="614" y="83"/>
                    <a:pt x="614" y="83"/>
                    <a:pt x="614" y="83"/>
                  </a:cubicBezTo>
                  <a:cubicBezTo>
                    <a:pt x="610" y="80"/>
                    <a:pt x="605" y="78"/>
                    <a:pt x="600" y="78"/>
                  </a:cubicBezTo>
                  <a:cubicBezTo>
                    <a:pt x="594" y="78"/>
                    <a:pt x="587" y="81"/>
                    <a:pt x="583" y="87"/>
                  </a:cubicBezTo>
                  <a:cubicBezTo>
                    <a:pt x="569" y="105"/>
                    <a:pt x="569" y="105"/>
                    <a:pt x="569" y="105"/>
                  </a:cubicBezTo>
                  <a:cubicBezTo>
                    <a:pt x="529" y="57"/>
                    <a:pt x="477" y="31"/>
                    <a:pt x="431" y="17"/>
                  </a:cubicBezTo>
                  <a:cubicBezTo>
                    <a:pt x="381" y="2"/>
                    <a:pt x="337" y="0"/>
                    <a:pt x="313" y="0"/>
                  </a:cubicBezTo>
                  <a:cubicBezTo>
                    <a:pt x="302" y="0"/>
                    <a:pt x="295" y="0"/>
                    <a:pt x="294" y="0"/>
                  </a:cubicBezTo>
                  <a:cubicBezTo>
                    <a:pt x="294" y="0"/>
                    <a:pt x="294" y="0"/>
                    <a:pt x="294" y="0"/>
                  </a:cubicBezTo>
                  <a:cubicBezTo>
                    <a:pt x="289" y="0"/>
                    <a:pt x="283" y="1"/>
                    <a:pt x="279" y="2"/>
                  </a:cubicBezTo>
                  <a:cubicBezTo>
                    <a:pt x="244" y="11"/>
                    <a:pt x="229" y="58"/>
                    <a:pt x="241" y="98"/>
                  </a:cubicBezTo>
                  <a:cubicBezTo>
                    <a:pt x="241" y="100"/>
                    <a:pt x="242" y="102"/>
                    <a:pt x="242" y="104"/>
                  </a:cubicBezTo>
                  <a:cubicBezTo>
                    <a:pt x="245" y="102"/>
                    <a:pt x="247" y="99"/>
                    <a:pt x="250" y="96"/>
                  </a:cubicBezTo>
                  <a:cubicBezTo>
                    <a:pt x="260" y="82"/>
                    <a:pt x="265" y="66"/>
                    <a:pt x="265" y="66"/>
                  </a:cubicBezTo>
                  <a:cubicBezTo>
                    <a:pt x="271" y="49"/>
                    <a:pt x="286" y="37"/>
                    <a:pt x="304" y="37"/>
                  </a:cubicBezTo>
                  <a:cubicBezTo>
                    <a:pt x="308" y="37"/>
                    <a:pt x="311" y="38"/>
                    <a:pt x="315" y="39"/>
                  </a:cubicBezTo>
                  <a:cubicBezTo>
                    <a:pt x="326" y="42"/>
                    <a:pt x="334" y="49"/>
                    <a:pt x="339" y="59"/>
                  </a:cubicBezTo>
                  <a:cubicBezTo>
                    <a:pt x="344" y="68"/>
                    <a:pt x="345" y="79"/>
                    <a:pt x="342" y="89"/>
                  </a:cubicBezTo>
                  <a:cubicBezTo>
                    <a:pt x="340" y="94"/>
                    <a:pt x="336" y="106"/>
                    <a:pt x="327" y="122"/>
                  </a:cubicBezTo>
                  <a:cubicBezTo>
                    <a:pt x="314" y="147"/>
                    <a:pt x="298" y="165"/>
                    <a:pt x="278" y="178"/>
                  </a:cubicBezTo>
                  <a:cubicBezTo>
                    <a:pt x="273" y="182"/>
                    <a:pt x="266" y="185"/>
                    <a:pt x="258" y="189"/>
                  </a:cubicBezTo>
                  <a:cubicBezTo>
                    <a:pt x="262" y="217"/>
                    <a:pt x="265" y="245"/>
                    <a:pt x="264" y="273"/>
                  </a:cubicBezTo>
                  <a:cubicBezTo>
                    <a:pt x="137" y="296"/>
                    <a:pt x="137" y="296"/>
                    <a:pt x="137" y="296"/>
                  </a:cubicBezTo>
                  <a:cubicBezTo>
                    <a:pt x="121" y="299"/>
                    <a:pt x="108" y="310"/>
                    <a:pt x="101" y="324"/>
                  </a:cubicBezTo>
                  <a:cubicBezTo>
                    <a:pt x="11" y="517"/>
                    <a:pt x="11" y="517"/>
                    <a:pt x="11" y="517"/>
                  </a:cubicBezTo>
                  <a:cubicBezTo>
                    <a:pt x="0" y="542"/>
                    <a:pt x="10" y="571"/>
                    <a:pt x="35" y="583"/>
                  </a:cubicBezTo>
                  <a:close/>
                  <a:moveTo>
                    <a:pt x="690" y="185"/>
                  </a:moveTo>
                  <a:cubicBezTo>
                    <a:pt x="710" y="200"/>
                    <a:pt x="714" y="229"/>
                    <a:pt x="698" y="249"/>
                  </a:cubicBezTo>
                  <a:cubicBezTo>
                    <a:pt x="683" y="269"/>
                    <a:pt x="654" y="273"/>
                    <a:pt x="634" y="257"/>
                  </a:cubicBezTo>
                  <a:cubicBezTo>
                    <a:pt x="614" y="242"/>
                    <a:pt x="610" y="213"/>
                    <a:pt x="626" y="193"/>
                  </a:cubicBezTo>
                  <a:cubicBezTo>
                    <a:pt x="641" y="173"/>
                    <a:pt x="670" y="169"/>
                    <a:pt x="690" y="185"/>
                  </a:cubicBezTo>
                  <a:close/>
                  <a:moveTo>
                    <a:pt x="592" y="94"/>
                  </a:moveTo>
                  <a:cubicBezTo>
                    <a:pt x="594" y="92"/>
                    <a:pt x="597" y="90"/>
                    <a:pt x="600" y="90"/>
                  </a:cubicBezTo>
                  <a:cubicBezTo>
                    <a:pt x="602" y="90"/>
                    <a:pt x="605" y="91"/>
                    <a:pt x="606" y="92"/>
                  </a:cubicBezTo>
                  <a:cubicBezTo>
                    <a:pt x="634" y="114"/>
                    <a:pt x="634" y="114"/>
                    <a:pt x="634" y="114"/>
                  </a:cubicBezTo>
                  <a:cubicBezTo>
                    <a:pt x="551" y="220"/>
                    <a:pt x="551" y="220"/>
                    <a:pt x="551" y="220"/>
                  </a:cubicBezTo>
                  <a:cubicBezTo>
                    <a:pt x="524" y="199"/>
                    <a:pt x="524" y="199"/>
                    <a:pt x="524" y="199"/>
                  </a:cubicBezTo>
                  <a:cubicBezTo>
                    <a:pt x="521" y="197"/>
                    <a:pt x="520" y="194"/>
                    <a:pt x="520" y="191"/>
                  </a:cubicBezTo>
                  <a:cubicBezTo>
                    <a:pt x="520" y="189"/>
                    <a:pt x="521" y="187"/>
                    <a:pt x="522" y="185"/>
                  </a:cubicBezTo>
                  <a:cubicBezTo>
                    <a:pt x="539" y="163"/>
                    <a:pt x="539" y="163"/>
                    <a:pt x="539" y="163"/>
                  </a:cubicBezTo>
                  <a:cubicBezTo>
                    <a:pt x="542" y="165"/>
                    <a:pt x="546" y="165"/>
                    <a:pt x="550" y="165"/>
                  </a:cubicBezTo>
                  <a:cubicBezTo>
                    <a:pt x="557" y="165"/>
                    <a:pt x="564" y="163"/>
                    <a:pt x="570" y="159"/>
                  </a:cubicBezTo>
                  <a:cubicBezTo>
                    <a:pt x="583" y="148"/>
                    <a:pt x="586" y="129"/>
                    <a:pt x="576" y="115"/>
                  </a:cubicBezTo>
                  <a:lnTo>
                    <a:pt x="592" y="9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 name="Freeform 45"/>
            <p:cNvSpPr>
              <a:spLocks/>
            </p:cNvSpPr>
            <p:nvPr/>
          </p:nvSpPr>
          <p:spPr bwMode="auto">
            <a:xfrm>
              <a:off x="4862513" y="836613"/>
              <a:ext cx="446088" cy="257175"/>
            </a:xfrm>
            <a:custGeom>
              <a:avLst/>
              <a:gdLst>
                <a:gd name="T0" fmla="*/ 236 w 255"/>
                <a:gd name="T1" fmla="*/ 76 h 147"/>
                <a:gd name="T2" fmla="*/ 250 w 255"/>
                <a:gd name="T3" fmla="*/ 45 h 147"/>
                <a:gd name="T4" fmla="*/ 229 w 255"/>
                <a:gd name="T5" fmla="*/ 5 h 147"/>
                <a:gd name="T6" fmla="*/ 189 w 255"/>
                <a:gd name="T7" fmla="*/ 26 h 147"/>
                <a:gd name="T8" fmla="*/ 189 w 255"/>
                <a:gd name="T9" fmla="*/ 26 h 147"/>
                <a:gd name="T10" fmla="*/ 189 w 255"/>
                <a:gd name="T11" fmla="*/ 26 h 147"/>
                <a:gd name="T12" fmla="*/ 189 w 255"/>
                <a:gd name="T13" fmla="*/ 26 h 147"/>
                <a:gd name="T14" fmla="*/ 172 w 255"/>
                <a:gd name="T15" fmla="*/ 58 h 147"/>
                <a:gd name="T16" fmla="*/ 154 w 255"/>
                <a:gd name="T17" fmla="*/ 77 h 147"/>
                <a:gd name="T18" fmla="*/ 131 w 255"/>
                <a:gd name="T19" fmla="*/ 83 h 147"/>
                <a:gd name="T20" fmla="*/ 57 w 255"/>
                <a:gd name="T21" fmla="*/ 44 h 147"/>
                <a:gd name="T22" fmla="*/ 12 w 255"/>
                <a:gd name="T23" fmla="*/ 46 h 147"/>
                <a:gd name="T24" fmla="*/ 14 w 255"/>
                <a:gd name="T25" fmla="*/ 91 h 147"/>
                <a:gd name="T26" fmla="*/ 131 w 255"/>
                <a:gd name="T27" fmla="*/ 147 h 147"/>
                <a:gd name="T28" fmla="*/ 131 w 255"/>
                <a:gd name="T29" fmla="*/ 147 h 147"/>
                <a:gd name="T30" fmla="*/ 190 w 255"/>
                <a:gd name="T31" fmla="*/ 129 h 147"/>
                <a:gd name="T32" fmla="*/ 236 w 255"/>
                <a:gd name="T33" fmla="*/ 7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5" h="147">
                  <a:moveTo>
                    <a:pt x="236" y="76"/>
                  </a:moveTo>
                  <a:cubicBezTo>
                    <a:pt x="246" y="59"/>
                    <a:pt x="250" y="46"/>
                    <a:pt x="250" y="45"/>
                  </a:cubicBezTo>
                  <a:cubicBezTo>
                    <a:pt x="255" y="28"/>
                    <a:pt x="246" y="10"/>
                    <a:pt x="229" y="5"/>
                  </a:cubicBezTo>
                  <a:cubicBezTo>
                    <a:pt x="212" y="0"/>
                    <a:pt x="194" y="9"/>
                    <a:pt x="189" y="26"/>
                  </a:cubicBezTo>
                  <a:cubicBezTo>
                    <a:pt x="189" y="26"/>
                    <a:pt x="189" y="26"/>
                    <a:pt x="189" y="26"/>
                  </a:cubicBezTo>
                  <a:cubicBezTo>
                    <a:pt x="189" y="26"/>
                    <a:pt x="189" y="26"/>
                    <a:pt x="189" y="26"/>
                  </a:cubicBezTo>
                  <a:cubicBezTo>
                    <a:pt x="189" y="26"/>
                    <a:pt x="189" y="26"/>
                    <a:pt x="189" y="26"/>
                  </a:cubicBezTo>
                  <a:cubicBezTo>
                    <a:pt x="188" y="28"/>
                    <a:pt x="183" y="44"/>
                    <a:pt x="172" y="58"/>
                  </a:cubicBezTo>
                  <a:cubicBezTo>
                    <a:pt x="167" y="66"/>
                    <a:pt x="160" y="72"/>
                    <a:pt x="154" y="77"/>
                  </a:cubicBezTo>
                  <a:cubicBezTo>
                    <a:pt x="147" y="81"/>
                    <a:pt x="140" y="83"/>
                    <a:pt x="131" y="83"/>
                  </a:cubicBezTo>
                  <a:cubicBezTo>
                    <a:pt x="117" y="83"/>
                    <a:pt x="92" y="76"/>
                    <a:pt x="57" y="44"/>
                  </a:cubicBezTo>
                  <a:cubicBezTo>
                    <a:pt x="44" y="32"/>
                    <a:pt x="24" y="33"/>
                    <a:pt x="12" y="46"/>
                  </a:cubicBezTo>
                  <a:cubicBezTo>
                    <a:pt x="0" y="59"/>
                    <a:pt x="1" y="79"/>
                    <a:pt x="14" y="91"/>
                  </a:cubicBezTo>
                  <a:cubicBezTo>
                    <a:pt x="56" y="129"/>
                    <a:pt x="95" y="147"/>
                    <a:pt x="131" y="147"/>
                  </a:cubicBezTo>
                  <a:cubicBezTo>
                    <a:pt x="131" y="147"/>
                    <a:pt x="131" y="147"/>
                    <a:pt x="131" y="147"/>
                  </a:cubicBezTo>
                  <a:cubicBezTo>
                    <a:pt x="154" y="147"/>
                    <a:pt x="174" y="140"/>
                    <a:pt x="190" y="129"/>
                  </a:cubicBezTo>
                  <a:cubicBezTo>
                    <a:pt x="213" y="114"/>
                    <a:pt x="227" y="93"/>
                    <a:pt x="236"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 name="Rectangle 46"/>
            <p:cNvSpPr>
              <a:spLocks noChangeArrowheads="1"/>
            </p:cNvSpPr>
            <p:nvPr/>
          </p:nvSpPr>
          <p:spPr bwMode="auto">
            <a:xfrm>
              <a:off x="5648326" y="652463"/>
              <a:ext cx="769938" cy="365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 name="Rectangle 47"/>
            <p:cNvSpPr>
              <a:spLocks noChangeArrowheads="1"/>
            </p:cNvSpPr>
            <p:nvPr/>
          </p:nvSpPr>
          <p:spPr bwMode="auto">
            <a:xfrm>
              <a:off x="5965826" y="750888"/>
              <a:ext cx="358775" cy="365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 name="Rectangle 48"/>
            <p:cNvSpPr>
              <a:spLocks noChangeArrowheads="1"/>
            </p:cNvSpPr>
            <p:nvPr/>
          </p:nvSpPr>
          <p:spPr bwMode="auto">
            <a:xfrm>
              <a:off x="5761038" y="554038"/>
              <a:ext cx="358775" cy="365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98" name="组合 297"/>
          <p:cNvGrpSpPr/>
          <p:nvPr/>
        </p:nvGrpSpPr>
        <p:grpSpPr>
          <a:xfrm>
            <a:off x="2958549" y="2829598"/>
            <a:ext cx="3002704" cy="1354243"/>
            <a:chOff x="3175001" y="2678113"/>
            <a:chExt cx="3386137" cy="1527175"/>
          </a:xfrm>
          <a:solidFill>
            <a:schemeClr val="tx1">
              <a:lumMod val="65000"/>
              <a:lumOff val="35000"/>
            </a:schemeClr>
          </a:solidFill>
        </p:grpSpPr>
        <p:sp>
          <p:nvSpPr>
            <p:cNvPr id="299" name="Freeform 49"/>
            <p:cNvSpPr>
              <a:spLocks/>
            </p:cNvSpPr>
            <p:nvPr/>
          </p:nvSpPr>
          <p:spPr bwMode="auto">
            <a:xfrm>
              <a:off x="5624513" y="2982913"/>
              <a:ext cx="936625" cy="1220788"/>
            </a:xfrm>
            <a:custGeom>
              <a:avLst/>
              <a:gdLst>
                <a:gd name="T0" fmla="*/ 524 w 535"/>
                <a:gd name="T1" fmla="*/ 103 h 698"/>
                <a:gd name="T2" fmla="*/ 479 w 535"/>
                <a:gd name="T3" fmla="*/ 98 h 698"/>
                <a:gd name="T4" fmla="*/ 407 w 535"/>
                <a:gd name="T5" fmla="*/ 128 h 698"/>
                <a:gd name="T6" fmla="*/ 367 w 535"/>
                <a:gd name="T7" fmla="*/ 117 h 698"/>
                <a:gd name="T8" fmla="*/ 323 w 535"/>
                <a:gd name="T9" fmla="*/ 73 h 698"/>
                <a:gd name="T10" fmla="*/ 311 w 535"/>
                <a:gd name="T11" fmla="*/ 53 h 698"/>
                <a:gd name="T12" fmla="*/ 309 w 535"/>
                <a:gd name="T13" fmla="*/ 50 h 698"/>
                <a:gd name="T14" fmla="*/ 281 w 535"/>
                <a:gd name="T15" fmla="*/ 12 h 698"/>
                <a:gd name="T16" fmla="*/ 187 w 535"/>
                <a:gd name="T17" fmla="*/ 34 h 698"/>
                <a:gd name="T18" fmla="*/ 227 w 535"/>
                <a:gd name="T19" fmla="*/ 21 h 698"/>
                <a:gd name="T20" fmla="*/ 235 w 535"/>
                <a:gd name="T21" fmla="*/ 20 h 698"/>
                <a:gd name="T22" fmla="*/ 274 w 535"/>
                <a:gd name="T23" fmla="*/ 52 h 698"/>
                <a:gd name="T24" fmla="*/ 243 w 535"/>
                <a:gd name="T25" fmla="*/ 99 h 698"/>
                <a:gd name="T26" fmla="*/ 240 w 535"/>
                <a:gd name="T27" fmla="*/ 100 h 698"/>
                <a:gd name="T28" fmla="*/ 226 w 535"/>
                <a:gd name="T29" fmla="*/ 105 h 698"/>
                <a:gd name="T30" fmla="*/ 177 w 535"/>
                <a:gd name="T31" fmla="*/ 130 h 698"/>
                <a:gd name="T32" fmla="*/ 117 w 535"/>
                <a:gd name="T33" fmla="*/ 183 h 698"/>
                <a:gd name="T34" fmla="*/ 105 w 535"/>
                <a:gd name="T35" fmla="*/ 276 h 698"/>
                <a:gd name="T36" fmla="*/ 126 w 535"/>
                <a:gd name="T37" fmla="*/ 336 h 698"/>
                <a:gd name="T38" fmla="*/ 127 w 535"/>
                <a:gd name="T39" fmla="*/ 365 h 698"/>
                <a:gd name="T40" fmla="*/ 108 w 535"/>
                <a:gd name="T41" fmla="*/ 475 h 698"/>
                <a:gd name="T42" fmla="*/ 20 w 535"/>
                <a:gd name="T43" fmla="*/ 607 h 698"/>
                <a:gd name="T44" fmla="*/ 19 w 535"/>
                <a:gd name="T45" fmla="*/ 677 h 698"/>
                <a:gd name="T46" fmla="*/ 90 w 535"/>
                <a:gd name="T47" fmla="*/ 679 h 698"/>
                <a:gd name="T48" fmla="*/ 202 w 535"/>
                <a:gd name="T49" fmla="*/ 509 h 698"/>
                <a:gd name="T50" fmla="*/ 226 w 535"/>
                <a:gd name="T51" fmla="*/ 395 h 698"/>
                <a:gd name="T52" fmla="*/ 227 w 535"/>
                <a:gd name="T53" fmla="*/ 396 h 698"/>
                <a:gd name="T54" fmla="*/ 273 w 535"/>
                <a:gd name="T55" fmla="*/ 462 h 698"/>
                <a:gd name="T56" fmla="*/ 295 w 535"/>
                <a:gd name="T57" fmla="*/ 566 h 698"/>
                <a:gd name="T58" fmla="*/ 288 w 535"/>
                <a:gd name="T59" fmla="*/ 635 h 698"/>
                <a:gd name="T60" fmla="*/ 328 w 535"/>
                <a:gd name="T61" fmla="*/ 693 h 698"/>
                <a:gd name="T62" fmla="*/ 337 w 535"/>
                <a:gd name="T63" fmla="*/ 694 h 698"/>
                <a:gd name="T64" fmla="*/ 386 w 535"/>
                <a:gd name="T65" fmla="*/ 653 h 698"/>
                <a:gd name="T66" fmla="*/ 395 w 535"/>
                <a:gd name="T67" fmla="*/ 566 h 698"/>
                <a:gd name="T68" fmla="*/ 363 w 535"/>
                <a:gd name="T69" fmla="*/ 417 h 698"/>
                <a:gd name="T70" fmla="*/ 255 w 535"/>
                <a:gd name="T71" fmla="*/ 289 h 698"/>
                <a:gd name="T72" fmla="*/ 247 w 535"/>
                <a:gd name="T73" fmla="*/ 284 h 698"/>
                <a:gd name="T74" fmla="*/ 292 w 535"/>
                <a:gd name="T75" fmla="*/ 137 h 698"/>
                <a:gd name="T76" fmla="*/ 335 w 535"/>
                <a:gd name="T77" fmla="*/ 172 h 698"/>
                <a:gd name="T78" fmla="*/ 407 w 535"/>
                <a:gd name="T79" fmla="*/ 192 h 698"/>
                <a:gd name="T80" fmla="*/ 407 w 535"/>
                <a:gd name="T81" fmla="*/ 192 h 698"/>
                <a:gd name="T82" fmla="*/ 519 w 535"/>
                <a:gd name="T83" fmla="*/ 148 h 698"/>
                <a:gd name="T84" fmla="*/ 524 w 535"/>
                <a:gd name="T85" fmla="*/ 103 h 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35" h="698">
                  <a:moveTo>
                    <a:pt x="524" y="103"/>
                  </a:moveTo>
                  <a:cubicBezTo>
                    <a:pt x="513" y="89"/>
                    <a:pt x="493" y="87"/>
                    <a:pt x="479" y="98"/>
                  </a:cubicBezTo>
                  <a:cubicBezTo>
                    <a:pt x="449" y="122"/>
                    <a:pt x="425" y="128"/>
                    <a:pt x="407" y="128"/>
                  </a:cubicBezTo>
                  <a:cubicBezTo>
                    <a:pt x="392" y="128"/>
                    <a:pt x="379" y="124"/>
                    <a:pt x="367" y="117"/>
                  </a:cubicBezTo>
                  <a:cubicBezTo>
                    <a:pt x="349" y="106"/>
                    <a:pt x="333" y="88"/>
                    <a:pt x="323" y="73"/>
                  </a:cubicBezTo>
                  <a:cubicBezTo>
                    <a:pt x="318" y="65"/>
                    <a:pt x="313" y="58"/>
                    <a:pt x="311" y="53"/>
                  </a:cubicBezTo>
                  <a:cubicBezTo>
                    <a:pt x="310" y="52"/>
                    <a:pt x="310" y="51"/>
                    <a:pt x="309" y="50"/>
                  </a:cubicBezTo>
                  <a:cubicBezTo>
                    <a:pt x="305" y="33"/>
                    <a:pt x="296" y="18"/>
                    <a:pt x="281" y="12"/>
                  </a:cubicBezTo>
                  <a:cubicBezTo>
                    <a:pt x="255" y="0"/>
                    <a:pt x="216" y="4"/>
                    <a:pt x="187" y="34"/>
                  </a:cubicBezTo>
                  <a:cubicBezTo>
                    <a:pt x="208" y="25"/>
                    <a:pt x="223" y="22"/>
                    <a:pt x="227" y="21"/>
                  </a:cubicBezTo>
                  <a:cubicBezTo>
                    <a:pt x="230" y="20"/>
                    <a:pt x="232" y="20"/>
                    <a:pt x="235" y="20"/>
                  </a:cubicBezTo>
                  <a:cubicBezTo>
                    <a:pt x="254" y="20"/>
                    <a:pt x="270" y="34"/>
                    <a:pt x="274" y="52"/>
                  </a:cubicBezTo>
                  <a:cubicBezTo>
                    <a:pt x="279" y="74"/>
                    <a:pt x="265" y="95"/>
                    <a:pt x="243" y="99"/>
                  </a:cubicBezTo>
                  <a:cubicBezTo>
                    <a:pt x="242" y="99"/>
                    <a:pt x="241" y="100"/>
                    <a:pt x="240" y="100"/>
                  </a:cubicBezTo>
                  <a:cubicBezTo>
                    <a:pt x="237" y="101"/>
                    <a:pt x="232" y="102"/>
                    <a:pt x="226" y="105"/>
                  </a:cubicBezTo>
                  <a:cubicBezTo>
                    <a:pt x="215" y="109"/>
                    <a:pt x="197" y="117"/>
                    <a:pt x="177" y="130"/>
                  </a:cubicBezTo>
                  <a:cubicBezTo>
                    <a:pt x="155" y="145"/>
                    <a:pt x="135" y="162"/>
                    <a:pt x="117" y="183"/>
                  </a:cubicBezTo>
                  <a:cubicBezTo>
                    <a:pt x="111" y="210"/>
                    <a:pt x="107" y="240"/>
                    <a:pt x="105" y="276"/>
                  </a:cubicBezTo>
                  <a:cubicBezTo>
                    <a:pt x="106" y="304"/>
                    <a:pt x="114" y="323"/>
                    <a:pt x="126" y="336"/>
                  </a:cubicBezTo>
                  <a:cubicBezTo>
                    <a:pt x="127" y="344"/>
                    <a:pt x="127" y="354"/>
                    <a:pt x="127" y="365"/>
                  </a:cubicBezTo>
                  <a:cubicBezTo>
                    <a:pt x="127" y="394"/>
                    <a:pt x="123" y="433"/>
                    <a:pt x="108" y="475"/>
                  </a:cubicBezTo>
                  <a:cubicBezTo>
                    <a:pt x="92" y="517"/>
                    <a:pt x="66" y="562"/>
                    <a:pt x="20" y="607"/>
                  </a:cubicBezTo>
                  <a:cubicBezTo>
                    <a:pt x="0" y="626"/>
                    <a:pt x="0" y="658"/>
                    <a:pt x="19" y="677"/>
                  </a:cubicBezTo>
                  <a:cubicBezTo>
                    <a:pt x="38" y="697"/>
                    <a:pt x="70" y="698"/>
                    <a:pt x="90" y="679"/>
                  </a:cubicBezTo>
                  <a:cubicBezTo>
                    <a:pt x="147" y="623"/>
                    <a:pt x="182" y="564"/>
                    <a:pt x="202" y="509"/>
                  </a:cubicBezTo>
                  <a:cubicBezTo>
                    <a:pt x="217" y="468"/>
                    <a:pt x="224" y="429"/>
                    <a:pt x="226" y="395"/>
                  </a:cubicBezTo>
                  <a:cubicBezTo>
                    <a:pt x="226" y="396"/>
                    <a:pt x="226" y="396"/>
                    <a:pt x="227" y="396"/>
                  </a:cubicBezTo>
                  <a:cubicBezTo>
                    <a:pt x="244" y="413"/>
                    <a:pt x="261" y="435"/>
                    <a:pt x="273" y="462"/>
                  </a:cubicBezTo>
                  <a:cubicBezTo>
                    <a:pt x="286" y="490"/>
                    <a:pt x="295" y="524"/>
                    <a:pt x="295" y="566"/>
                  </a:cubicBezTo>
                  <a:cubicBezTo>
                    <a:pt x="295" y="587"/>
                    <a:pt x="293" y="610"/>
                    <a:pt x="288" y="635"/>
                  </a:cubicBezTo>
                  <a:cubicBezTo>
                    <a:pt x="283" y="662"/>
                    <a:pt x="301" y="688"/>
                    <a:pt x="328" y="693"/>
                  </a:cubicBezTo>
                  <a:cubicBezTo>
                    <a:pt x="331" y="694"/>
                    <a:pt x="334" y="694"/>
                    <a:pt x="337" y="694"/>
                  </a:cubicBezTo>
                  <a:cubicBezTo>
                    <a:pt x="361" y="694"/>
                    <a:pt x="382" y="677"/>
                    <a:pt x="386" y="653"/>
                  </a:cubicBezTo>
                  <a:cubicBezTo>
                    <a:pt x="392" y="623"/>
                    <a:pt x="395" y="594"/>
                    <a:pt x="395" y="566"/>
                  </a:cubicBezTo>
                  <a:cubicBezTo>
                    <a:pt x="395" y="508"/>
                    <a:pt x="382" y="458"/>
                    <a:pt x="363" y="417"/>
                  </a:cubicBezTo>
                  <a:cubicBezTo>
                    <a:pt x="334" y="355"/>
                    <a:pt x="290" y="315"/>
                    <a:pt x="255" y="289"/>
                  </a:cubicBezTo>
                  <a:cubicBezTo>
                    <a:pt x="252" y="288"/>
                    <a:pt x="249" y="286"/>
                    <a:pt x="247" y="284"/>
                  </a:cubicBezTo>
                  <a:cubicBezTo>
                    <a:pt x="254" y="232"/>
                    <a:pt x="275" y="180"/>
                    <a:pt x="292" y="137"/>
                  </a:cubicBezTo>
                  <a:cubicBezTo>
                    <a:pt x="303" y="149"/>
                    <a:pt x="317" y="162"/>
                    <a:pt x="335" y="172"/>
                  </a:cubicBezTo>
                  <a:cubicBezTo>
                    <a:pt x="354" y="184"/>
                    <a:pt x="379" y="192"/>
                    <a:pt x="407" y="192"/>
                  </a:cubicBezTo>
                  <a:cubicBezTo>
                    <a:pt x="407" y="192"/>
                    <a:pt x="407" y="192"/>
                    <a:pt x="407" y="192"/>
                  </a:cubicBezTo>
                  <a:cubicBezTo>
                    <a:pt x="442" y="192"/>
                    <a:pt x="480" y="178"/>
                    <a:pt x="519" y="148"/>
                  </a:cubicBezTo>
                  <a:cubicBezTo>
                    <a:pt x="533" y="137"/>
                    <a:pt x="535" y="117"/>
                    <a:pt x="524"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 name="Freeform 50"/>
            <p:cNvSpPr>
              <a:spLocks/>
            </p:cNvSpPr>
            <p:nvPr/>
          </p:nvSpPr>
          <p:spPr bwMode="auto">
            <a:xfrm>
              <a:off x="3597276" y="2678113"/>
              <a:ext cx="358775" cy="357188"/>
            </a:xfrm>
            <a:custGeom>
              <a:avLst/>
              <a:gdLst>
                <a:gd name="T0" fmla="*/ 138 w 205"/>
                <a:gd name="T1" fmla="*/ 19 h 204"/>
                <a:gd name="T2" fmla="*/ 20 w 205"/>
                <a:gd name="T3" fmla="*/ 66 h 204"/>
                <a:gd name="T4" fmla="*/ 67 w 205"/>
                <a:gd name="T5" fmla="*/ 185 h 204"/>
                <a:gd name="T6" fmla="*/ 185 w 205"/>
                <a:gd name="T7" fmla="*/ 138 h 204"/>
                <a:gd name="T8" fmla="*/ 138 w 205"/>
                <a:gd name="T9" fmla="*/ 19 h 204"/>
              </a:gdLst>
              <a:ahLst/>
              <a:cxnLst>
                <a:cxn ang="0">
                  <a:pos x="T0" y="T1"/>
                </a:cxn>
                <a:cxn ang="0">
                  <a:pos x="T2" y="T3"/>
                </a:cxn>
                <a:cxn ang="0">
                  <a:pos x="T4" y="T5"/>
                </a:cxn>
                <a:cxn ang="0">
                  <a:pos x="T6" y="T7"/>
                </a:cxn>
                <a:cxn ang="0">
                  <a:pos x="T8" y="T9"/>
                </a:cxn>
              </a:cxnLst>
              <a:rect l="0" t="0" r="r" b="b"/>
              <a:pathLst>
                <a:path w="205" h="204">
                  <a:moveTo>
                    <a:pt x="138" y="19"/>
                  </a:moveTo>
                  <a:cubicBezTo>
                    <a:pt x="92" y="0"/>
                    <a:pt x="39" y="21"/>
                    <a:pt x="20" y="66"/>
                  </a:cubicBezTo>
                  <a:cubicBezTo>
                    <a:pt x="0" y="112"/>
                    <a:pt x="21" y="165"/>
                    <a:pt x="67" y="185"/>
                  </a:cubicBezTo>
                  <a:cubicBezTo>
                    <a:pt x="113" y="204"/>
                    <a:pt x="166" y="183"/>
                    <a:pt x="185" y="138"/>
                  </a:cubicBezTo>
                  <a:cubicBezTo>
                    <a:pt x="205" y="92"/>
                    <a:pt x="184" y="39"/>
                    <a:pt x="138"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 name="Freeform 51"/>
            <p:cNvSpPr>
              <a:spLocks/>
            </p:cNvSpPr>
            <p:nvPr/>
          </p:nvSpPr>
          <p:spPr bwMode="auto">
            <a:xfrm>
              <a:off x="3175001" y="2976563"/>
              <a:ext cx="655638" cy="1228725"/>
            </a:xfrm>
            <a:custGeom>
              <a:avLst/>
              <a:gdLst>
                <a:gd name="T0" fmla="*/ 198 w 375"/>
                <a:gd name="T1" fmla="*/ 84 h 702"/>
                <a:gd name="T2" fmla="*/ 198 w 375"/>
                <a:gd name="T3" fmla="*/ 84 h 702"/>
                <a:gd name="T4" fmla="*/ 198 w 375"/>
                <a:gd name="T5" fmla="*/ 84 h 702"/>
                <a:gd name="T6" fmla="*/ 237 w 375"/>
                <a:gd name="T7" fmla="*/ 43 h 702"/>
                <a:gd name="T8" fmla="*/ 238 w 375"/>
                <a:gd name="T9" fmla="*/ 43 h 702"/>
                <a:gd name="T10" fmla="*/ 278 w 375"/>
                <a:gd name="T11" fmla="*/ 82 h 702"/>
                <a:gd name="T12" fmla="*/ 278 w 375"/>
                <a:gd name="T13" fmla="*/ 84 h 702"/>
                <a:gd name="T14" fmla="*/ 279 w 375"/>
                <a:gd name="T15" fmla="*/ 94 h 702"/>
                <a:gd name="T16" fmla="*/ 283 w 375"/>
                <a:gd name="T17" fmla="*/ 116 h 702"/>
                <a:gd name="T18" fmla="*/ 283 w 375"/>
                <a:gd name="T19" fmla="*/ 116 h 702"/>
                <a:gd name="T20" fmla="*/ 263 w 375"/>
                <a:gd name="T21" fmla="*/ 15 h 702"/>
                <a:gd name="T22" fmla="*/ 149 w 375"/>
                <a:gd name="T23" fmla="*/ 64 h 702"/>
                <a:gd name="T24" fmla="*/ 88 w 375"/>
                <a:gd name="T25" fmla="*/ 279 h 702"/>
                <a:gd name="T26" fmla="*/ 119 w 375"/>
                <a:gd name="T27" fmla="*/ 348 h 702"/>
                <a:gd name="T28" fmla="*/ 135 w 375"/>
                <a:gd name="T29" fmla="*/ 426 h 702"/>
                <a:gd name="T30" fmla="*/ 114 w 375"/>
                <a:gd name="T31" fmla="*/ 510 h 702"/>
                <a:gd name="T32" fmla="*/ 27 w 375"/>
                <a:gd name="T33" fmla="*/ 605 h 702"/>
                <a:gd name="T34" fmla="*/ 16 w 375"/>
                <a:gd name="T35" fmla="*/ 675 h 702"/>
                <a:gd name="T36" fmla="*/ 85 w 375"/>
                <a:gd name="T37" fmla="*/ 686 h 702"/>
                <a:gd name="T38" fmla="*/ 203 w 375"/>
                <a:gd name="T39" fmla="*/ 556 h 702"/>
                <a:gd name="T40" fmla="*/ 235 w 375"/>
                <a:gd name="T41" fmla="*/ 430 h 702"/>
                <a:gd name="T42" fmla="*/ 254 w 375"/>
                <a:gd name="T43" fmla="*/ 464 h 702"/>
                <a:gd name="T44" fmla="*/ 275 w 375"/>
                <a:gd name="T45" fmla="*/ 568 h 702"/>
                <a:gd name="T46" fmla="*/ 269 w 375"/>
                <a:gd name="T47" fmla="*/ 636 h 702"/>
                <a:gd name="T48" fmla="*/ 308 w 375"/>
                <a:gd name="T49" fmla="*/ 695 h 702"/>
                <a:gd name="T50" fmla="*/ 318 w 375"/>
                <a:gd name="T51" fmla="*/ 696 h 702"/>
                <a:gd name="T52" fmla="*/ 367 w 375"/>
                <a:gd name="T53" fmla="*/ 655 h 702"/>
                <a:gd name="T54" fmla="*/ 367 w 375"/>
                <a:gd name="T55" fmla="*/ 655 h 702"/>
                <a:gd name="T56" fmla="*/ 375 w 375"/>
                <a:gd name="T57" fmla="*/ 568 h 702"/>
                <a:gd name="T58" fmla="*/ 344 w 375"/>
                <a:gd name="T59" fmla="*/ 419 h 702"/>
                <a:gd name="T60" fmla="*/ 236 w 375"/>
                <a:gd name="T61" fmla="*/ 292 h 702"/>
                <a:gd name="T62" fmla="*/ 229 w 375"/>
                <a:gd name="T63" fmla="*/ 287 h 702"/>
                <a:gd name="T64" fmla="*/ 244 w 375"/>
                <a:gd name="T65" fmla="*/ 222 h 702"/>
                <a:gd name="T66" fmla="*/ 227 w 375"/>
                <a:gd name="T67" fmla="*/ 192 h 702"/>
                <a:gd name="T68" fmla="*/ 198 w 375"/>
                <a:gd name="T69" fmla="*/ 84 h 7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75" h="702">
                  <a:moveTo>
                    <a:pt x="198" y="84"/>
                  </a:moveTo>
                  <a:cubicBezTo>
                    <a:pt x="198" y="84"/>
                    <a:pt x="198" y="84"/>
                    <a:pt x="198" y="84"/>
                  </a:cubicBezTo>
                  <a:cubicBezTo>
                    <a:pt x="198" y="84"/>
                    <a:pt x="198" y="84"/>
                    <a:pt x="198" y="84"/>
                  </a:cubicBezTo>
                  <a:cubicBezTo>
                    <a:pt x="197" y="62"/>
                    <a:pt x="215" y="43"/>
                    <a:pt x="237" y="43"/>
                  </a:cubicBezTo>
                  <a:cubicBezTo>
                    <a:pt x="238" y="43"/>
                    <a:pt x="238" y="43"/>
                    <a:pt x="238" y="43"/>
                  </a:cubicBezTo>
                  <a:cubicBezTo>
                    <a:pt x="259" y="43"/>
                    <a:pt x="277" y="61"/>
                    <a:pt x="278" y="82"/>
                  </a:cubicBezTo>
                  <a:cubicBezTo>
                    <a:pt x="278" y="83"/>
                    <a:pt x="278" y="84"/>
                    <a:pt x="278" y="84"/>
                  </a:cubicBezTo>
                  <a:cubicBezTo>
                    <a:pt x="278" y="87"/>
                    <a:pt x="278" y="90"/>
                    <a:pt x="279" y="94"/>
                  </a:cubicBezTo>
                  <a:cubicBezTo>
                    <a:pt x="280" y="99"/>
                    <a:pt x="281" y="107"/>
                    <a:pt x="283" y="116"/>
                  </a:cubicBezTo>
                  <a:cubicBezTo>
                    <a:pt x="283" y="116"/>
                    <a:pt x="283" y="116"/>
                    <a:pt x="283" y="116"/>
                  </a:cubicBezTo>
                  <a:cubicBezTo>
                    <a:pt x="302" y="79"/>
                    <a:pt x="295" y="29"/>
                    <a:pt x="263" y="15"/>
                  </a:cubicBezTo>
                  <a:cubicBezTo>
                    <a:pt x="231" y="0"/>
                    <a:pt x="179" y="10"/>
                    <a:pt x="149" y="64"/>
                  </a:cubicBezTo>
                  <a:cubicBezTo>
                    <a:pt x="108" y="139"/>
                    <a:pt x="93" y="189"/>
                    <a:pt x="88" y="279"/>
                  </a:cubicBezTo>
                  <a:cubicBezTo>
                    <a:pt x="88" y="315"/>
                    <a:pt x="101" y="336"/>
                    <a:pt x="119" y="348"/>
                  </a:cubicBezTo>
                  <a:cubicBezTo>
                    <a:pt x="126" y="366"/>
                    <a:pt x="135" y="394"/>
                    <a:pt x="135" y="426"/>
                  </a:cubicBezTo>
                  <a:cubicBezTo>
                    <a:pt x="135" y="452"/>
                    <a:pt x="130" y="480"/>
                    <a:pt x="114" y="510"/>
                  </a:cubicBezTo>
                  <a:cubicBezTo>
                    <a:pt x="99" y="540"/>
                    <a:pt x="73" y="573"/>
                    <a:pt x="27" y="605"/>
                  </a:cubicBezTo>
                  <a:cubicBezTo>
                    <a:pt x="5" y="621"/>
                    <a:pt x="0" y="652"/>
                    <a:pt x="16" y="675"/>
                  </a:cubicBezTo>
                  <a:cubicBezTo>
                    <a:pt x="32" y="697"/>
                    <a:pt x="63" y="702"/>
                    <a:pt x="85" y="686"/>
                  </a:cubicBezTo>
                  <a:cubicBezTo>
                    <a:pt x="142" y="646"/>
                    <a:pt x="180" y="601"/>
                    <a:pt x="203" y="556"/>
                  </a:cubicBezTo>
                  <a:cubicBezTo>
                    <a:pt x="226" y="512"/>
                    <a:pt x="234" y="468"/>
                    <a:pt x="235" y="430"/>
                  </a:cubicBezTo>
                  <a:cubicBezTo>
                    <a:pt x="242" y="440"/>
                    <a:pt x="249" y="451"/>
                    <a:pt x="254" y="464"/>
                  </a:cubicBezTo>
                  <a:cubicBezTo>
                    <a:pt x="267" y="492"/>
                    <a:pt x="275" y="525"/>
                    <a:pt x="275" y="568"/>
                  </a:cubicBezTo>
                  <a:cubicBezTo>
                    <a:pt x="275" y="588"/>
                    <a:pt x="273" y="611"/>
                    <a:pt x="269" y="636"/>
                  </a:cubicBezTo>
                  <a:cubicBezTo>
                    <a:pt x="263" y="663"/>
                    <a:pt x="281" y="690"/>
                    <a:pt x="308" y="695"/>
                  </a:cubicBezTo>
                  <a:cubicBezTo>
                    <a:pt x="312" y="695"/>
                    <a:pt x="315" y="696"/>
                    <a:pt x="318" y="696"/>
                  </a:cubicBezTo>
                  <a:cubicBezTo>
                    <a:pt x="341" y="696"/>
                    <a:pt x="362" y="679"/>
                    <a:pt x="367" y="655"/>
                  </a:cubicBezTo>
                  <a:cubicBezTo>
                    <a:pt x="367" y="655"/>
                    <a:pt x="367" y="655"/>
                    <a:pt x="367" y="655"/>
                  </a:cubicBezTo>
                  <a:cubicBezTo>
                    <a:pt x="373" y="624"/>
                    <a:pt x="375" y="595"/>
                    <a:pt x="375" y="568"/>
                  </a:cubicBezTo>
                  <a:cubicBezTo>
                    <a:pt x="375" y="510"/>
                    <a:pt x="363" y="460"/>
                    <a:pt x="344" y="419"/>
                  </a:cubicBezTo>
                  <a:cubicBezTo>
                    <a:pt x="315" y="358"/>
                    <a:pt x="272" y="317"/>
                    <a:pt x="236" y="292"/>
                  </a:cubicBezTo>
                  <a:cubicBezTo>
                    <a:pt x="234" y="290"/>
                    <a:pt x="232" y="289"/>
                    <a:pt x="229" y="287"/>
                  </a:cubicBezTo>
                  <a:cubicBezTo>
                    <a:pt x="232" y="265"/>
                    <a:pt x="238" y="243"/>
                    <a:pt x="244" y="222"/>
                  </a:cubicBezTo>
                  <a:cubicBezTo>
                    <a:pt x="238" y="212"/>
                    <a:pt x="232" y="202"/>
                    <a:pt x="227" y="192"/>
                  </a:cubicBezTo>
                  <a:cubicBezTo>
                    <a:pt x="202" y="141"/>
                    <a:pt x="198" y="97"/>
                    <a:pt x="198"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 name="Freeform 52"/>
            <p:cNvSpPr>
              <a:spLocks/>
            </p:cNvSpPr>
            <p:nvPr/>
          </p:nvSpPr>
          <p:spPr bwMode="auto">
            <a:xfrm>
              <a:off x="5295901" y="3055938"/>
              <a:ext cx="342900" cy="342900"/>
            </a:xfrm>
            <a:custGeom>
              <a:avLst/>
              <a:gdLst>
                <a:gd name="T0" fmla="*/ 80 w 196"/>
                <a:gd name="T1" fmla="*/ 10 h 196"/>
                <a:gd name="T2" fmla="*/ 10 w 196"/>
                <a:gd name="T3" fmla="*/ 116 h 196"/>
                <a:gd name="T4" fmla="*/ 115 w 196"/>
                <a:gd name="T5" fmla="*/ 186 h 196"/>
                <a:gd name="T6" fmla="*/ 186 w 196"/>
                <a:gd name="T7" fmla="*/ 81 h 196"/>
                <a:gd name="T8" fmla="*/ 80 w 196"/>
                <a:gd name="T9" fmla="*/ 10 h 196"/>
              </a:gdLst>
              <a:ahLst/>
              <a:cxnLst>
                <a:cxn ang="0">
                  <a:pos x="T0" y="T1"/>
                </a:cxn>
                <a:cxn ang="0">
                  <a:pos x="T2" y="T3"/>
                </a:cxn>
                <a:cxn ang="0">
                  <a:pos x="T4" y="T5"/>
                </a:cxn>
                <a:cxn ang="0">
                  <a:pos x="T6" y="T7"/>
                </a:cxn>
                <a:cxn ang="0">
                  <a:pos x="T8" y="T9"/>
                </a:cxn>
              </a:cxnLst>
              <a:rect l="0" t="0" r="r" b="b"/>
              <a:pathLst>
                <a:path w="196" h="196">
                  <a:moveTo>
                    <a:pt x="80" y="10"/>
                  </a:moveTo>
                  <a:cubicBezTo>
                    <a:pt x="32" y="20"/>
                    <a:pt x="0" y="67"/>
                    <a:pt x="10" y="116"/>
                  </a:cubicBezTo>
                  <a:cubicBezTo>
                    <a:pt x="19" y="164"/>
                    <a:pt x="67" y="196"/>
                    <a:pt x="115" y="186"/>
                  </a:cubicBezTo>
                  <a:cubicBezTo>
                    <a:pt x="164" y="177"/>
                    <a:pt x="196" y="129"/>
                    <a:pt x="186" y="81"/>
                  </a:cubicBezTo>
                  <a:cubicBezTo>
                    <a:pt x="176" y="32"/>
                    <a:pt x="129" y="0"/>
                    <a:pt x="80"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 name="Freeform 53"/>
            <p:cNvSpPr>
              <a:spLocks/>
            </p:cNvSpPr>
            <p:nvPr/>
          </p:nvSpPr>
          <p:spPr bwMode="auto">
            <a:xfrm>
              <a:off x="3956051" y="3136900"/>
              <a:ext cx="1336675" cy="315913"/>
            </a:xfrm>
            <a:custGeom>
              <a:avLst/>
              <a:gdLst>
                <a:gd name="T0" fmla="*/ 8 w 764"/>
                <a:gd name="T1" fmla="*/ 134 h 181"/>
                <a:gd name="T2" fmla="*/ 60 w 764"/>
                <a:gd name="T3" fmla="*/ 168 h 181"/>
                <a:gd name="T4" fmla="*/ 72 w 764"/>
                <a:gd name="T5" fmla="*/ 166 h 181"/>
                <a:gd name="T6" fmla="*/ 278 w 764"/>
                <a:gd name="T7" fmla="*/ 122 h 181"/>
                <a:gd name="T8" fmla="*/ 311 w 764"/>
                <a:gd name="T9" fmla="*/ 119 h 181"/>
                <a:gd name="T10" fmla="*/ 351 w 764"/>
                <a:gd name="T11" fmla="*/ 82 h 181"/>
                <a:gd name="T12" fmla="*/ 352 w 764"/>
                <a:gd name="T13" fmla="*/ 82 h 181"/>
                <a:gd name="T14" fmla="*/ 375 w 764"/>
                <a:gd name="T15" fmla="*/ 82 h 181"/>
                <a:gd name="T16" fmla="*/ 656 w 764"/>
                <a:gd name="T17" fmla="*/ 35 h 181"/>
                <a:gd name="T18" fmla="*/ 677 w 764"/>
                <a:gd name="T19" fmla="*/ 29 h 181"/>
                <a:gd name="T20" fmla="*/ 711 w 764"/>
                <a:gd name="T21" fmla="*/ 48 h 181"/>
                <a:gd name="T22" fmla="*/ 716 w 764"/>
                <a:gd name="T23" fmla="*/ 78 h 181"/>
                <a:gd name="T24" fmla="*/ 699 w 764"/>
                <a:gd name="T25" fmla="*/ 103 h 181"/>
                <a:gd name="T26" fmla="*/ 440 w 764"/>
                <a:gd name="T27" fmla="*/ 161 h 181"/>
                <a:gd name="T28" fmla="*/ 462 w 764"/>
                <a:gd name="T29" fmla="*/ 168 h 181"/>
                <a:gd name="T30" fmla="*/ 684 w 764"/>
                <a:gd name="T31" fmla="*/ 152 h 181"/>
                <a:gd name="T32" fmla="*/ 756 w 764"/>
                <a:gd name="T33" fmla="*/ 51 h 181"/>
                <a:gd name="T34" fmla="*/ 662 w 764"/>
                <a:gd name="T35" fmla="*/ 10 h 181"/>
                <a:gd name="T36" fmla="*/ 456 w 764"/>
                <a:gd name="T37" fmla="*/ 24 h 181"/>
                <a:gd name="T38" fmla="*/ 433 w 764"/>
                <a:gd name="T39" fmla="*/ 24 h 181"/>
                <a:gd name="T40" fmla="*/ 269 w 764"/>
                <a:gd name="T41" fmla="*/ 22 h 181"/>
                <a:gd name="T42" fmla="*/ 40 w 764"/>
                <a:gd name="T43" fmla="*/ 71 h 181"/>
                <a:gd name="T44" fmla="*/ 8 w 764"/>
                <a:gd name="T45" fmla="*/ 134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64" h="181">
                  <a:moveTo>
                    <a:pt x="8" y="134"/>
                  </a:moveTo>
                  <a:cubicBezTo>
                    <a:pt x="16" y="156"/>
                    <a:pt x="38" y="170"/>
                    <a:pt x="60" y="168"/>
                  </a:cubicBezTo>
                  <a:cubicBezTo>
                    <a:pt x="64" y="168"/>
                    <a:pt x="68" y="167"/>
                    <a:pt x="72" y="166"/>
                  </a:cubicBezTo>
                  <a:cubicBezTo>
                    <a:pt x="151" y="139"/>
                    <a:pt x="222" y="127"/>
                    <a:pt x="278" y="122"/>
                  </a:cubicBezTo>
                  <a:cubicBezTo>
                    <a:pt x="290" y="121"/>
                    <a:pt x="301" y="120"/>
                    <a:pt x="311" y="119"/>
                  </a:cubicBezTo>
                  <a:cubicBezTo>
                    <a:pt x="313" y="99"/>
                    <a:pt x="330" y="82"/>
                    <a:pt x="351" y="82"/>
                  </a:cubicBezTo>
                  <a:cubicBezTo>
                    <a:pt x="352" y="82"/>
                    <a:pt x="352" y="82"/>
                    <a:pt x="352" y="82"/>
                  </a:cubicBezTo>
                  <a:cubicBezTo>
                    <a:pt x="360" y="82"/>
                    <a:pt x="367" y="82"/>
                    <a:pt x="375" y="82"/>
                  </a:cubicBezTo>
                  <a:cubicBezTo>
                    <a:pt x="570" y="82"/>
                    <a:pt x="648" y="40"/>
                    <a:pt x="656" y="35"/>
                  </a:cubicBezTo>
                  <a:cubicBezTo>
                    <a:pt x="662" y="32"/>
                    <a:pt x="670" y="29"/>
                    <a:pt x="677" y="29"/>
                  </a:cubicBezTo>
                  <a:cubicBezTo>
                    <a:pt x="691" y="29"/>
                    <a:pt x="704" y="36"/>
                    <a:pt x="711" y="48"/>
                  </a:cubicBezTo>
                  <a:cubicBezTo>
                    <a:pt x="717" y="57"/>
                    <a:pt x="719" y="67"/>
                    <a:pt x="716" y="78"/>
                  </a:cubicBezTo>
                  <a:cubicBezTo>
                    <a:pt x="714" y="88"/>
                    <a:pt x="708" y="97"/>
                    <a:pt x="699" y="103"/>
                  </a:cubicBezTo>
                  <a:cubicBezTo>
                    <a:pt x="696" y="105"/>
                    <a:pt x="623" y="151"/>
                    <a:pt x="440" y="161"/>
                  </a:cubicBezTo>
                  <a:cubicBezTo>
                    <a:pt x="446" y="163"/>
                    <a:pt x="453" y="166"/>
                    <a:pt x="462" y="168"/>
                  </a:cubicBezTo>
                  <a:cubicBezTo>
                    <a:pt x="550" y="181"/>
                    <a:pt x="603" y="177"/>
                    <a:pt x="684" y="152"/>
                  </a:cubicBezTo>
                  <a:cubicBezTo>
                    <a:pt x="743" y="134"/>
                    <a:pt x="764" y="85"/>
                    <a:pt x="756" y="51"/>
                  </a:cubicBezTo>
                  <a:cubicBezTo>
                    <a:pt x="749" y="17"/>
                    <a:pt x="702" y="0"/>
                    <a:pt x="662" y="10"/>
                  </a:cubicBezTo>
                  <a:cubicBezTo>
                    <a:pt x="605" y="19"/>
                    <a:pt x="524" y="36"/>
                    <a:pt x="456" y="24"/>
                  </a:cubicBezTo>
                  <a:cubicBezTo>
                    <a:pt x="447" y="24"/>
                    <a:pt x="440" y="23"/>
                    <a:pt x="433" y="24"/>
                  </a:cubicBezTo>
                  <a:cubicBezTo>
                    <a:pt x="415" y="21"/>
                    <a:pt x="356" y="14"/>
                    <a:pt x="269" y="22"/>
                  </a:cubicBezTo>
                  <a:cubicBezTo>
                    <a:pt x="206" y="28"/>
                    <a:pt x="128" y="42"/>
                    <a:pt x="40" y="71"/>
                  </a:cubicBezTo>
                  <a:cubicBezTo>
                    <a:pt x="14" y="79"/>
                    <a:pt x="0" y="108"/>
                    <a:pt x="8" y="1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 name="Freeform 54"/>
            <p:cNvSpPr>
              <a:spLocks noEditPoints="1"/>
            </p:cNvSpPr>
            <p:nvPr/>
          </p:nvSpPr>
          <p:spPr bwMode="auto">
            <a:xfrm>
              <a:off x="3868738" y="3448050"/>
              <a:ext cx="1787525" cy="752475"/>
            </a:xfrm>
            <a:custGeom>
              <a:avLst/>
              <a:gdLst>
                <a:gd name="T0" fmla="*/ 1006 w 1022"/>
                <a:gd name="T1" fmla="*/ 40 h 430"/>
                <a:gd name="T2" fmla="*/ 985 w 1022"/>
                <a:gd name="T3" fmla="*/ 18 h 430"/>
                <a:gd name="T4" fmla="*/ 982 w 1022"/>
                <a:gd name="T5" fmla="*/ 0 h 430"/>
                <a:gd name="T6" fmla="*/ 60 w 1022"/>
                <a:gd name="T7" fmla="*/ 0 h 430"/>
                <a:gd name="T8" fmla="*/ 70 w 1022"/>
                <a:gd name="T9" fmla="*/ 36 h 430"/>
                <a:gd name="T10" fmla="*/ 31 w 1022"/>
                <a:gd name="T11" fmla="*/ 67 h 430"/>
                <a:gd name="T12" fmla="*/ 22 w 1022"/>
                <a:gd name="T13" fmla="*/ 66 h 430"/>
                <a:gd name="T14" fmla="*/ 0 w 1022"/>
                <a:gd name="T15" fmla="*/ 61 h 430"/>
                <a:gd name="T16" fmla="*/ 30 w 1022"/>
                <a:gd name="T17" fmla="*/ 80 h 430"/>
                <a:gd name="T18" fmla="*/ 327 w 1022"/>
                <a:gd name="T19" fmla="*/ 80 h 430"/>
                <a:gd name="T20" fmla="*/ 474 w 1022"/>
                <a:gd name="T21" fmla="*/ 165 h 430"/>
                <a:gd name="T22" fmla="*/ 326 w 1022"/>
                <a:gd name="T23" fmla="*/ 251 h 430"/>
                <a:gd name="T24" fmla="*/ 243 w 1022"/>
                <a:gd name="T25" fmla="*/ 251 h 430"/>
                <a:gd name="T26" fmla="*/ 207 w 1022"/>
                <a:gd name="T27" fmla="*/ 251 h 430"/>
                <a:gd name="T28" fmla="*/ 207 w 1022"/>
                <a:gd name="T29" fmla="*/ 287 h 430"/>
                <a:gd name="T30" fmla="*/ 207 w 1022"/>
                <a:gd name="T31" fmla="*/ 310 h 430"/>
                <a:gd name="T32" fmla="*/ 164 w 1022"/>
                <a:gd name="T33" fmla="*/ 369 h 430"/>
                <a:gd name="T34" fmla="*/ 225 w 1022"/>
                <a:gd name="T35" fmla="*/ 430 h 430"/>
                <a:gd name="T36" fmla="*/ 286 w 1022"/>
                <a:gd name="T37" fmla="*/ 369 h 430"/>
                <a:gd name="T38" fmla="*/ 243 w 1022"/>
                <a:gd name="T39" fmla="*/ 310 h 430"/>
                <a:gd name="T40" fmla="*/ 243 w 1022"/>
                <a:gd name="T41" fmla="*/ 287 h 430"/>
                <a:gd name="T42" fmla="*/ 776 w 1022"/>
                <a:gd name="T43" fmla="*/ 287 h 430"/>
                <a:gd name="T44" fmla="*/ 776 w 1022"/>
                <a:gd name="T45" fmla="*/ 310 h 430"/>
                <a:gd name="T46" fmla="*/ 733 w 1022"/>
                <a:gd name="T47" fmla="*/ 369 h 430"/>
                <a:gd name="T48" fmla="*/ 794 w 1022"/>
                <a:gd name="T49" fmla="*/ 430 h 430"/>
                <a:gd name="T50" fmla="*/ 856 w 1022"/>
                <a:gd name="T51" fmla="*/ 369 h 430"/>
                <a:gd name="T52" fmla="*/ 812 w 1022"/>
                <a:gd name="T53" fmla="*/ 310 h 430"/>
                <a:gd name="T54" fmla="*/ 812 w 1022"/>
                <a:gd name="T55" fmla="*/ 287 h 430"/>
                <a:gd name="T56" fmla="*/ 812 w 1022"/>
                <a:gd name="T57" fmla="*/ 251 h 430"/>
                <a:gd name="T58" fmla="*/ 776 w 1022"/>
                <a:gd name="T59" fmla="*/ 251 h 430"/>
                <a:gd name="T60" fmla="*/ 694 w 1022"/>
                <a:gd name="T61" fmla="*/ 251 h 430"/>
                <a:gd name="T62" fmla="*/ 546 w 1022"/>
                <a:gd name="T63" fmla="*/ 165 h 430"/>
                <a:gd name="T64" fmla="*/ 693 w 1022"/>
                <a:gd name="T65" fmla="*/ 80 h 430"/>
                <a:gd name="T66" fmla="*/ 990 w 1022"/>
                <a:gd name="T67" fmla="*/ 80 h 430"/>
                <a:gd name="T68" fmla="*/ 1022 w 1022"/>
                <a:gd name="T69" fmla="*/ 48 h 430"/>
                <a:gd name="T70" fmla="*/ 1022 w 1022"/>
                <a:gd name="T71" fmla="*/ 43 h 430"/>
                <a:gd name="T72" fmla="*/ 1022 w 1022"/>
                <a:gd name="T73" fmla="*/ 43 h 430"/>
                <a:gd name="T74" fmla="*/ 1006 w 1022"/>
                <a:gd name="T75" fmla="*/ 40 h 430"/>
                <a:gd name="T76" fmla="*/ 257 w 1022"/>
                <a:gd name="T77" fmla="*/ 369 h 430"/>
                <a:gd name="T78" fmla="*/ 225 w 1022"/>
                <a:gd name="T79" fmla="*/ 401 h 430"/>
                <a:gd name="T80" fmla="*/ 193 w 1022"/>
                <a:gd name="T81" fmla="*/ 369 h 430"/>
                <a:gd name="T82" fmla="*/ 225 w 1022"/>
                <a:gd name="T83" fmla="*/ 337 h 430"/>
                <a:gd name="T84" fmla="*/ 257 w 1022"/>
                <a:gd name="T85" fmla="*/ 369 h 430"/>
                <a:gd name="T86" fmla="*/ 826 w 1022"/>
                <a:gd name="T87" fmla="*/ 369 h 430"/>
                <a:gd name="T88" fmla="*/ 794 w 1022"/>
                <a:gd name="T89" fmla="*/ 401 h 430"/>
                <a:gd name="T90" fmla="*/ 762 w 1022"/>
                <a:gd name="T91" fmla="*/ 369 h 430"/>
                <a:gd name="T92" fmla="*/ 794 w 1022"/>
                <a:gd name="T93" fmla="*/ 337 h 430"/>
                <a:gd name="T94" fmla="*/ 826 w 1022"/>
                <a:gd name="T95" fmla="*/ 369 h 430"/>
                <a:gd name="T96" fmla="*/ 622 w 1022"/>
                <a:gd name="T97" fmla="*/ 251 h 430"/>
                <a:gd name="T98" fmla="*/ 397 w 1022"/>
                <a:gd name="T99" fmla="*/ 251 h 430"/>
                <a:gd name="T100" fmla="*/ 510 w 1022"/>
                <a:gd name="T101" fmla="*/ 186 h 430"/>
                <a:gd name="T102" fmla="*/ 622 w 1022"/>
                <a:gd name="T103" fmla="*/ 251 h 430"/>
                <a:gd name="T104" fmla="*/ 510 w 1022"/>
                <a:gd name="T105" fmla="*/ 145 h 430"/>
                <a:gd name="T106" fmla="*/ 399 w 1022"/>
                <a:gd name="T107" fmla="*/ 80 h 430"/>
                <a:gd name="T108" fmla="*/ 621 w 1022"/>
                <a:gd name="T109" fmla="*/ 80 h 430"/>
                <a:gd name="T110" fmla="*/ 510 w 1022"/>
                <a:gd name="T111" fmla="*/ 145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22" h="430">
                  <a:moveTo>
                    <a:pt x="1006" y="40"/>
                  </a:moveTo>
                  <a:cubicBezTo>
                    <a:pt x="996" y="36"/>
                    <a:pt x="989" y="28"/>
                    <a:pt x="985" y="18"/>
                  </a:cubicBezTo>
                  <a:cubicBezTo>
                    <a:pt x="982" y="12"/>
                    <a:pt x="981" y="6"/>
                    <a:pt x="982" y="0"/>
                  </a:cubicBezTo>
                  <a:cubicBezTo>
                    <a:pt x="60" y="0"/>
                    <a:pt x="60" y="0"/>
                    <a:pt x="60" y="0"/>
                  </a:cubicBezTo>
                  <a:cubicBezTo>
                    <a:pt x="69" y="9"/>
                    <a:pt x="73" y="23"/>
                    <a:pt x="70" y="36"/>
                  </a:cubicBezTo>
                  <a:cubicBezTo>
                    <a:pt x="66" y="55"/>
                    <a:pt x="50" y="67"/>
                    <a:pt x="31" y="67"/>
                  </a:cubicBezTo>
                  <a:cubicBezTo>
                    <a:pt x="28" y="67"/>
                    <a:pt x="25" y="67"/>
                    <a:pt x="22" y="66"/>
                  </a:cubicBezTo>
                  <a:cubicBezTo>
                    <a:pt x="15" y="65"/>
                    <a:pt x="7" y="63"/>
                    <a:pt x="0" y="61"/>
                  </a:cubicBezTo>
                  <a:cubicBezTo>
                    <a:pt x="5" y="72"/>
                    <a:pt x="17" y="80"/>
                    <a:pt x="30" y="80"/>
                  </a:cubicBezTo>
                  <a:cubicBezTo>
                    <a:pt x="327" y="80"/>
                    <a:pt x="327" y="80"/>
                    <a:pt x="327" y="80"/>
                  </a:cubicBezTo>
                  <a:cubicBezTo>
                    <a:pt x="474" y="165"/>
                    <a:pt x="474" y="165"/>
                    <a:pt x="474" y="165"/>
                  </a:cubicBezTo>
                  <a:cubicBezTo>
                    <a:pt x="326" y="251"/>
                    <a:pt x="326" y="251"/>
                    <a:pt x="326" y="251"/>
                  </a:cubicBezTo>
                  <a:cubicBezTo>
                    <a:pt x="243" y="251"/>
                    <a:pt x="243" y="251"/>
                    <a:pt x="243" y="251"/>
                  </a:cubicBezTo>
                  <a:cubicBezTo>
                    <a:pt x="207" y="251"/>
                    <a:pt x="207" y="251"/>
                    <a:pt x="207" y="251"/>
                  </a:cubicBezTo>
                  <a:cubicBezTo>
                    <a:pt x="207" y="287"/>
                    <a:pt x="207" y="287"/>
                    <a:pt x="207" y="287"/>
                  </a:cubicBezTo>
                  <a:cubicBezTo>
                    <a:pt x="207" y="310"/>
                    <a:pt x="207" y="310"/>
                    <a:pt x="207" y="310"/>
                  </a:cubicBezTo>
                  <a:cubicBezTo>
                    <a:pt x="182" y="318"/>
                    <a:pt x="164" y="341"/>
                    <a:pt x="164" y="369"/>
                  </a:cubicBezTo>
                  <a:cubicBezTo>
                    <a:pt x="164" y="403"/>
                    <a:pt x="191" y="430"/>
                    <a:pt x="225" y="430"/>
                  </a:cubicBezTo>
                  <a:cubicBezTo>
                    <a:pt x="259" y="430"/>
                    <a:pt x="286" y="403"/>
                    <a:pt x="286" y="369"/>
                  </a:cubicBezTo>
                  <a:cubicBezTo>
                    <a:pt x="286" y="341"/>
                    <a:pt x="268" y="318"/>
                    <a:pt x="243" y="310"/>
                  </a:cubicBezTo>
                  <a:cubicBezTo>
                    <a:pt x="243" y="287"/>
                    <a:pt x="243" y="287"/>
                    <a:pt x="243" y="287"/>
                  </a:cubicBezTo>
                  <a:cubicBezTo>
                    <a:pt x="776" y="287"/>
                    <a:pt x="776" y="287"/>
                    <a:pt x="776" y="287"/>
                  </a:cubicBezTo>
                  <a:cubicBezTo>
                    <a:pt x="776" y="310"/>
                    <a:pt x="776" y="310"/>
                    <a:pt x="776" y="310"/>
                  </a:cubicBezTo>
                  <a:cubicBezTo>
                    <a:pt x="751" y="318"/>
                    <a:pt x="733" y="341"/>
                    <a:pt x="733" y="369"/>
                  </a:cubicBezTo>
                  <a:cubicBezTo>
                    <a:pt x="733" y="403"/>
                    <a:pt x="761" y="430"/>
                    <a:pt x="794" y="430"/>
                  </a:cubicBezTo>
                  <a:cubicBezTo>
                    <a:pt x="828" y="430"/>
                    <a:pt x="856" y="403"/>
                    <a:pt x="856" y="369"/>
                  </a:cubicBezTo>
                  <a:cubicBezTo>
                    <a:pt x="856" y="341"/>
                    <a:pt x="838" y="318"/>
                    <a:pt x="812" y="310"/>
                  </a:cubicBezTo>
                  <a:cubicBezTo>
                    <a:pt x="812" y="287"/>
                    <a:pt x="812" y="287"/>
                    <a:pt x="812" y="287"/>
                  </a:cubicBezTo>
                  <a:cubicBezTo>
                    <a:pt x="812" y="251"/>
                    <a:pt x="812" y="251"/>
                    <a:pt x="812" y="251"/>
                  </a:cubicBezTo>
                  <a:cubicBezTo>
                    <a:pt x="776" y="251"/>
                    <a:pt x="776" y="251"/>
                    <a:pt x="776" y="251"/>
                  </a:cubicBezTo>
                  <a:cubicBezTo>
                    <a:pt x="694" y="251"/>
                    <a:pt x="694" y="251"/>
                    <a:pt x="694" y="251"/>
                  </a:cubicBezTo>
                  <a:cubicBezTo>
                    <a:pt x="546" y="165"/>
                    <a:pt x="546" y="165"/>
                    <a:pt x="546" y="165"/>
                  </a:cubicBezTo>
                  <a:cubicBezTo>
                    <a:pt x="693" y="80"/>
                    <a:pt x="693" y="80"/>
                    <a:pt x="693" y="80"/>
                  </a:cubicBezTo>
                  <a:cubicBezTo>
                    <a:pt x="990" y="80"/>
                    <a:pt x="990" y="80"/>
                    <a:pt x="990" y="80"/>
                  </a:cubicBezTo>
                  <a:cubicBezTo>
                    <a:pt x="1007" y="80"/>
                    <a:pt x="1022" y="66"/>
                    <a:pt x="1022" y="48"/>
                  </a:cubicBezTo>
                  <a:cubicBezTo>
                    <a:pt x="1022" y="43"/>
                    <a:pt x="1022" y="43"/>
                    <a:pt x="1022" y="43"/>
                  </a:cubicBezTo>
                  <a:cubicBezTo>
                    <a:pt x="1022" y="43"/>
                    <a:pt x="1022" y="43"/>
                    <a:pt x="1022" y="43"/>
                  </a:cubicBezTo>
                  <a:cubicBezTo>
                    <a:pt x="1016" y="43"/>
                    <a:pt x="1011" y="42"/>
                    <a:pt x="1006" y="40"/>
                  </a:cubicBezTo>
                  <a:close/>
                  <a:moveTo>
                    <a:pt x="257" y="369"/>
                  </a:moveTo>
                  <a:cubicBezTo>
                    <a:pt x="257" y="386"/>
                    <a:pt x="243" y="401"/>
                    <a:pt x="225" y="401"/>
                  </a:cubicBezTo>
                  <a:cubicBezTo>
                    <a:pt x="207" y="401"/>
                    <a:pt x="193" y="386"/>
                    <a:pt x="193" y="369"/>
                  </a:cubicBezTo>
                  <a:cubicBezTo>
                    <a:pt x="193" y="351"/>
                    <a:pt x="207" y="337"/>
                    <a:pt x="225" y="337"/>
                  </a:cubicBezTo>
                  <a:cubicBezTo>
                    <a:pt x="243" y="337"/>
                    <a:pt x="257" y="351"/>
                    <a:pt x="257" y="369"/>
                  </a:cubicBezTo>
                  <a:close/>
                  <a:moveTo>
                    <a:pt x="826" y="369"/>
                  </a:moveTo>
                  <a:cubicBezTo>
                    <a:pt x="826" y="386"/>
                    <a:pt x="812" y="401"/>
                    <a:pt x="794" y="401"/>
                  </a:cubicBezTo>
                  <a:cubicBezTo>
                    <a:pt x="777" y="401"/>
                    <a:pt x="762" y="386"/>
                    <a:pt x="762" y="369"/>
                  </a:cubicBezTo>
                  <a:cubicBezTo>
                    <a:pt x="762" y="351"/>
                    <a:pt x="777" y="337"/>
                    <a:pt x="794" y="337"/>
                  </a:cubicBezTo>
                  <a:cubicBezTo>
                    <a:pt x="812" y="337"/>
                    <a:pt x="826" y="351"/>
                    <a:pt x="826" y="369"/>
                  </a:cubicBezTo>
                  <a:close/>
                  <a:moveTo>
                    <a:pt x="622" y="251"/>
                  </a:moveTo>
                  <a:cubicBezTo>
                    <a:pt x="397" y="251"/>
                    <a:pt x="397" y="251"/>
                    <a:pt x="397" y="251"/>
                  </a:cubicBezTo>
                  <a:cubicBezTo>
                    <a:pt x="510" y="186"/>
                    <a:pt x="510" y="186"/>
                    <a:pt x="510" y="186"/>
                  </a:cubicBezTo>
                  <a:lnTo>
                    <a:pt x="622" y="251"/>
                  </a:lnTo>
                  <a:close/>
                  <a:moveTo>
                    <a:pt x="510" y="145"/>
                  </a:moveTo>
                  <a:cubicBezTo>
                    <a:pt x="399" y="80"/>
                    <a:pt x="399" y="80"/>
                    <a:pt x="399" y="80"/>
                  </a:cubicBezTo>
                  <a:cubicBezTo>
                    <a:pt x="621" y="80"/>
                    <a:pt x="621" y="80"/>
                    <a:pt x="621" y="80"/>
                  </a:cubicBezTo>
                  <a:lnTo>
                    <a:pt x="510" y="1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 name="Freeform 55"/>
            <p:cNvSpPr>
              <a:spLocks noEditPoints="1"/>
            </p:cNvSpPr>
            <p:nvPr/>
          </p:nvSpPr>
          <p:spPr bwMode="auto">
            <a:xfrm>
              <a:off x="4513263" y="3194050"/>
              <a:ext cx="692150" cy="211138"/>
            </a:xfrm>
            <a:custGeom>
              <a:avLst/>
              <a:gdLst>
                <a:gd name="T0" fmla="*/ 385 w 395"/>
                <a:gd name="T1" fmla="*/ 19 h 121"/>
                <a:gd name="T2" fmla="*/ 341 w 395"/>
                <a:gd name="T3" fmla="*/ 9 h 121"/>
                <a:gd name="T4" fmla="*/ 341 w 395"/>
                <a:gd name="T5" fmla="*/ 9 h 121"/>
                <a:gd name="T6" fmla="*/ 56 w 395"/>
                <a:gd name="T7" fmla="*/ 57 h 121"/>
                <a:gd name="T8" fmla="*/ 33 w 395"/>
                <a:gd name="T9" fmla="*/ 57 h 121"/>
                <a:gd name="T10" fmla="*/ 0 w 395"/>
                <a:gd name="T11" fmla="*/ 88 h 121"/>
                <a:gd name="T12" fmla="*/ 31 w 395"/>
                <a:gd name="T13" fmla="*/ 121 h 121"/>
                <a:gd name="T14" fmla="*/ 56 w 395"/>
                <a:gd name="T15" fmla="*/ 121 h 121"/>
                <a:gd name="T16" fmla="*/ 56 w 395"/>
                <a:gd name="T17" fmla="*/ 121 h 121"/>
                <a:gd name="T18" fmla="*/ 376 w 395"/>
                <a:gd name="T19" fmla="*/ 63 h 121"/>
                <a:gd name="T20" fmla="*/ 385 w 395"/>
                <a:gd name="T21" fmla="*/ 19 h 121"/>
                <a:gd name="T22" fmla="*/ 341 w 395"/>
                <a:gd name="T23" fmla="*/ 9 h 121"/>
                <a:gd name="T24" fmla="*/ 341 w 395"/>
                <a:gd name="T25" fmla="*/ 9 h 121"/>
                <a:gd name="T26" fmla="*/ 341 w 395"/>
                <a:gd name="T27" fmla="*/ 9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5" h="121">
                  <a:moveTo>
                    <a:pt x="385" y="19"/>
                  </a:moveTo>
                  <a:cubicBezTo>
                    <a:pt x="376" y="4"/>
                    <a:pt x="356" y="0"/>
                    <a:pt x="341" y="9"/>
                  </a:cubicBezTo>
                  <a:cubicBezTo>
                    <a:pt x="341" y="9"/>
                    <a:pt x="341" y="9"/>
                    <a:pt x="341" y="9"/>
                  </a:cubicBezTo>
                  <a:cubicBezTo>
                    <a:pt x="337" y="12"/>
                    <a:pt x="257" y="57"/>
                    <a:pt x="56" y="57"/>
                  </a:cubicBezTo>
                  <a:cubicBezTo>
                    <a:pt x="48" y="57"/>
                    <a:pt x="40" y="57"/>
                    <a:pt x="33" y="57"/>
                  </a:cubicBezTo>
                  <a:cubicBezTo>
                    <a:pt x="15" y="57"/>
                    <a:pt x="0" y="71"/>
                    <a:pt x="0" y="88"/>
                  </a:cubicBezTo>
                  <a:cubicBezTo>
                    <a:pt x="0" y="106"/>
                    <a:pt x="14" y="121"/>
                    <a:pt x="31" y="121"/>
                  </a:cubicBezTo>
                  <a:cubicBezTo>
                    <a:pt x="40" y="121"/>
                    <a:pt x="48" y="121"/>
                    <a:pt x="56" y="121"/>
                  </a:cubicBezTo>
                  <a:cubicBezTo>
                    <a:pt x="56" y="121"/>
                    <a:pt x="56" y="121"/>
                    <a:pt x="56" y="121"/>
                  </a:cubicBezTo>
                  <a:cubicBezTo>
                    <a:pt x="281" y="121"/>
                    <a:pt x="370" y="67"/>
                    <a:pt x="376" y="63"/>
                  </a:cubicBezTo>
                  <a:cubicBezTo>
                    <a:pt x="391" y="54"/>
                    <a:pt x="395" y="34"/>
                    <a:pt x="385" y="19"/>
                  </a:cubicBezTo>
                  <a:close/>
                  <a:moveTo>
                    <a:pt x="341" y="9"/>
                  </a:moveTo>
                  <a:cubicBezTo>
                    <a:pt x="341" y="9"/>
                    <a:pt x="341" y="9"/>
                    <a:pt x="341" y="9"/>
                  </a:cubicBezTo>
                  <a:cubicBezTo>
                    <a:pt x="341" y="9"/>
                    <a:pt x="341" y="9"/>
                    <a:pt x="341"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 name="Freeform 56"/>
            <p:cNvSpPr>
              <a:spLocks/>
            </p:cNvSpPr>
            <p:nvPr/>
          </p:nvSpPr>
          <p:spPr bwMode="auto">
            <a:xfrm>
              <a:off x="3533776" y="3067050"/>
              <a:ext cx="449263" cy="484188"/>
            </a:xfrm>
            <a:custGeom>
              <a:avLst/>
              <a:gdLst>
                <a:gd name="T0" fmla="*/ 222 w 257"/>
                <a:gd name="T1" fmla="*/ 277 h 277"/>
                <a:gd name="T2" fmla="*/ 253 w 257"/>
                <a:gd name="T3" fmla="*/ 252 h 277"/>
                <a:gd name="T4" fmla="*/ 229 w 257"/>
                <a:gd name="T5" fmla="*/ 214 h 277"/>
                <a:gd name="T6" fmla="*/ 134 w 257"/>
                <a:gd name="T7" fmla="*/ 169 h 277"/>
                <a:gd name="T8" fmla="*/ 74 w 257"/>
                <a:gd name="T9" fmla="*/ 78 h 277"/>
                <a:gd name="T10" fmla="*/ 66 w 257"/>
                <a:gd name="T11" fmla="*/ 44 h 277"/>
                <a:gd name="T12" fmla="*/ 65 w 257"/>
                <a:gd name="T13" fmla="*/ 34 h 277"/>
                <a:gd name="T14" fmla="*/ 65 w 257"/>
                <a:gd name="T15" fmla="*/ 32 h 277"/>
                <a:gd name="T16" fmla="*/ 65 w 257"/>
                <a:gd name="T17" fmla="*/ 31 h 277"/>
                <a:gd name="T18" fmla="*/ 65 w 257"/>
                <a:gd name="T19" fmla="*/ 31 h 277"/>
                <a:gd name="T20" fmla="*/ 65 w 257"/>
                <a:gd name="T21" fmla="*/ 31 h 277"/>
                <a:gd name="T22" fmla="*/ 32 w 257"/>
                <a:gd name="T23" fmla="*/ 0 h 277"/>
                <a:gd name="T24" fmla="*/ 1 w 257"/>
                <a:gd name="T25" fmla="*/ 32 h 277"/>
                <a:gd name="T26" fmla="*/ 29 w 257"/>
                <a:gd name="T27" fmla="*/ 137 h 277"/>
                <a:gd name="T28" fmla="*/ 93 w 257"/>
                <a:gd name="T29" fmla="*/ 219 h 277"/>
                <a:gd name="T30" fmla="*/ 215 w 257"/>
                <a:gd name="T31" fmla="*/ 277 h 277"/>
                <a:gd name="T32" fmla="*/ 222 w 257"/>
                <a:gd name="T33" fmla="*/ 277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7" h="277">
                  <a:moveTo>
                    <a:pt x="222" y="277"/>
                  </a:moveTo>
                  <a:cubicBezTo>
                    <a:pt x="237" y="277"/>
                    <a:pt x="250" y="267"/>
                    <a:pt x="253" y="252"/>
                  </a:cubicBezTo>
                  <a:cubicBezTo>
                    <a:pt x="257" y="235"/>
                    <a:pt x="246" y="218"/>
                    <a:pt x="229" y="214"/>
                  </a:cubicBezTo>
                  <a:cubicBezTo>
                    <a:pt x="187" y="204"/>
                    <a:pt x="157" y="188"/>
                    <a:pt x="134" y="169"/>
                  </a:cubicBezTo>
                  <a:cubicBezTo>
                    <a:pt x="100" y="141"/>
                    <a:pt x="83" y="107"/>
                    <a:pt x="74" y="78"/>
                  </a:cubicBezTo>
                  <a:cubicBezTo>
                    <a:pt x="69" y="64"/>
                    <a:pt x="67" y="52"/>
                    <a:pt x="66" y="44"/>
                  </a:cubicBezTo>
                  <a:cubicBezTo>
                    <a:pt x="65" y="39"/>
                    <a:pt x="65" y="36"/>
                    <a:pt x="65" y="34"/>
                  </a:cubicBezTo>
                  <a:cubicBezTo>
                    <a:pt x="65" y="33"/>
                    <a:pt x="65" y="32"/>
                    <a:pt x="65" y="32"/>
                  </a:cubicBezTo>
                  <a:cubicBezTo>
                    <a:pt x="65" y="32"/>
                    <a:pt x="65" y="31"/>
                    <a:pt x="65" y="31"/>
                  </a:cubicBezTo>
                  <a:cubicBezTo>
                    <a:pt x="65" y="31"/>
                    <a:pt x="65" y="31"/>
                    <a:pt x="65" y="31"/>
                  </a:cubicBezTo>
                  <a:cubicBezTo>
                    <a:pt x="65" y="31"/>
                    <a:pt x="65" y="31"/>
                    <a:pt x="65" y="31"/>
                  </a:cubicBezTo>
                  <a:cubicBezTo>
                    <a:pt x="64" y="14"/>
                    <a:pt x="50" y="0"/>
                    <a:pt x="32" y="0"/>
                  </a:cubicBezTo>
                  <a:cubicBezTo>
                    <a:pt x="15" y="0"/>
                    <a:pt x="0" y="15"/>
                    <a:pt x="1" y="32"/>
                  </a:cubicBezTo>
                  <a:cubicBezTo>
                    <a:pt x="1" y="35"/>
                    <a:pt x="2" y="82"/>
                    <a:pt x="29" y="137"/>
                  </a:cubicBezTo>
                  <a:cubicBezTo>
                    <a:pt x="42" y="164"/>
                    <a:pt x="63" y="193"/>
                    <a:pt x="93" y="219"/>
                  </a:cubicBezTo>
                  <a:cubicBezTo>
                    <a:pt x="124" y="244"/>
                    <a:pt x="164" y="265"/>
                    <a:pt x="215" y="277"/>
                  </a:cubicBezTo>
                  <a:cubicBezTo>
                    <a:pt x="217" y="277"/>
                    <a:pt x="220" y="277"/>
                    <a:pt x="222" y="2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 name="Freeform 57"/>
            <p:cNvSpPr>
              <a:spLocks/>
            </p:cNvSpPr>
            <p:nvPr/>
          </p:nvSpPr>
          <p:spPr bwMode="auto">
            <a:xfrm>
              <a:off x="6076951" y="2678113"/>
              <a:ext cx="357188" cy="357188"/>
            </a:xfrm>
            <a:custGeom>
              <a:avLst/>
              <a:gdLst>
                <a:gd name="T0" fmla="*/ 67 w 204"/>
                <a:gd name="T1" fmla="*/ 185 h 204"/>
                <a:gd name="T2" fmla="*/ 185 w 204"/>
                <a:gd name="T3" fmla="*/ 138 h 204"/>
                <a:gd name="T4" fmla="*/ 138 w 204"/>
                <a:gd name="T5" fmla="*/ 19 h 204"/>
                <a:gd name="T6" fmla="*/ 19 w 204"/>
                <a:gd name="T7" fmla="*/ 66 h 204"/>
                <a:gd name="T8" fmla="*/ 67 w 204"/>
                <a:gd name="T9" fmla="*/ 185 h 204"/>
              </a:gdLst>
              <a:ahLst/>
              <a:cxnLst>
                <a:cxn ang="0">
                  <a:pos x="T0" y="T1"/>
                </a:cxn>
                <a:cxn ang="0">
                  <a:pos x="T2" y="T3"/>
                </a:cxn>
                <a:cxn ang="0">
                  <a:pos x="T4" y="T5"/>
                </a:cxn>
                <a:cxn ang="0">
                  <a:pos x="T6" y="T7"/>
                </a:cxn>
                <a:cxn ang="0">
                  <a:pos x="T8" y="T9"/>
                </a:cxn>
              </a:cxnLst>
              <a:rect l="0" t="0" r="r" b="b"/>
              <a:pathLst>
                <a:path w="204" h="204">
                  <a:moveTo>
                    <a:pt x="67" y="185"/>
                  </a:moveTo>
                  <a:cubicBezTo>
                    <a:pt x="112" y="204"/>
                    <a:pt x="165" y="183"/>
                    <a:pt x="185" y="138"/>
                  </a:cubicBezTo>
                  <a:cubicBezTo>
                    <a:pt x="204" y="92"/>
                    <a:pt x="183" y="39"/>
                    <a:pt x="138" y="19"/>
                  </a:cubicBezTo>
                  <a:cubicBezTo>
                    <a:pt x="92" y="0"/>
                    <a:pt x="39" y="21"/>
                    <a:pt x="19" y="66"/>
                  </a:cubicBezTo>
                  <a:cubicBezTo>
                    <a:pt x="0" y="112"/>
                    <a:pt x="21" y="165"/>
                    <a:pt x="67" y="1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 name="Freeform 58"/>
            <p:cNvSpPr>
              <a:spLocks/>
            </p:cNvSpPr>
            <p:nvPr/>
          </p:nvSpPr>
          <p:spPr bwMode="auto">
            <a:xfrm>
              <a:off x="5591176" y="3025775"/>
              <a:ext cx="506413" cy="482600"/>
            </a:xfrm>
            <a:custGeom>
              <a:avLst/>
              <a:gdLst>
                <a:gd name="T0" fmla="*/ 242 w 289"/>
                <a:gd name="T1" fmla="*/ 72 h 276"/>
                <a:gd name="T2" fmla="*/ 257 w 289"/>
                <a:gd name="T3" fmla="*/ 67 h 276"/>
                <a:gd name="T4" fmla="*/ 260 w 289"/>
                <a:gd name="T5" fmla="*/ 66 h 276"/>
                <a:gd name="T6" fmla="*/ 260 w 289"/>
                <a:gd name="T7" fmla="*/ 66 h 276"/>
                <a:gd name="T8" fmla="*/ 285 w 289"/>
                <a:gd name="T9" fmla="*/ 29 h 276"/>
                <a:gd name="T10" fmla="*/ 248 w 289"/>
                <a:gd name="T11" fmla="*/ 4 h 276"/>
                <a:gd name="T12" fmla="*/ 248 w 289"/>
                <a:gd name="T13" fmla="*/ 4 h 276"/>
                <a:gd name="T14" fmla="*/ 157 w 289"/>
                <a:gd name="T15" fmla="*/ 45 h 276"/>
                <a:gd name="T16" fmla="*/ 7 w 289"/>
                <a:gd name="T17" fmla="*/ 232 h 276"/>
                <a:gd name="T18" fmla="*/ 24 w 289"/>
                <a:gd name="T19" fmla="*/ 274 h 276"/>
                <a:gd name="T20" fmla="*/ 37 w 289"/>
                <a:gd name="T21" fmla="*/ 276 h 276"/>
                <a:gd name="T22" fmla="*/ 66 w 289"/>
                <a:gd name="T23" fmla="*/ 257 h 276"/>
                <a:gd name="T24" fmla="*/ 192 w 289"/>
                <a:gd name="T25" fmla="*/ 98 h 276"/>
                <a:gd name="T26" fmla="*/ 242 w 289"/>
                <a:gd name="T27" fmla="*/ 72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9" h="276">
                  <a:moveTo>
                    <a:pt x="242" y="72"/>
                  </a:moveTo>
                  <a:cubicBezTo>
                    <a:pt x="249" y="70"/>
                    <a:pt x="253" y="68"/>
                    <a:pt x="257" y="67"/>
                  </a:cubicBezTo>
                  <a:cubicBezTo>
                    <a:pt x="258" y="67"/>
                    <a:pt x="259" y="67"/>
                    <a:pt x="260" y="66"/>
                  </a:cubicBezTo>
                  <a:cubicBezTo>
                    <a:pt x="260" y="66"/>
                    <a:pt x="260" y="66"/>
                    <a:pt x="260" y="66"/>
                  </a:cubicBezTo>
                  <a:cubicBezTo>
                    <a:pt x="278" y="63"/>
                    <a:pt x="289" y="46"/>
                    <a:pt x="285" y="29"/>
                  </a:cubicBezTo>
                  <a:cubicBezTo>
                    <a:pt x="282" y="11"/>
                    <a:pt x="265" y="0"/>
                    <a:pt x="248" y="4"/>
                  </a:cubicBezTo>
                  <a:cubicBezTo>
                    <a:pt x="248" y="4"/>
                    <a:pt x="248" y="4"/>
                    <a:pt x="248" y="4"/>
                  </a:cubicBezTo>
                  <a:cubicBezTo>
                    <a:pt x="245" y="4"/>
                    <a:pt x="206" y="12"/>
                    <a:pt x="157" y="45"/>
                  </a:cubicBezTo>
                  <a:cubicBezTo>
                    <a:pt x="107" y="78"/>
                    <a:pt x="48" y="135"/>
                    <a:pt x="7" y="232"/>
                  </a:cubicBezTo>
                  <a:cubicBezTo>
                    <a:pt x="0" y="248"/>
                    <a:pt x="8" y="267"/>
                    <a:pt x="24" y="274"/>
                  </a:cubicBezTo>
                  <a:cubicBezTo>
                    <a:pt x="28" y="276"/>
                    <a:pt x="32" y="276"/>
                    <a:pt x="37" y="276"/>
                  </a:cubicBezTo>
                  <a:cubicBezTo>
                    <a:pt x="49" y="276"/>
                    <a:pt x="61" y="269"/>
                    <a:pt x="66" y="257"/>
                  </a:cubicBezTo>
                  <a:cubicBezTo>
                    <a:pt x="102" y="172"/>
                    <a:pt x="152" y="125"/>
                    <a:pt x="192" y="98"/>
                  </a:cubicBezTo>
                  <a:cubicBezTo>
                    <a:pt x="212" y="85"/>
                    <a:pt x="230" y="77"/>
                    <a:pt x="242" y="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09" name="组合 308"/>
          <p:cNvGrpSpPr/>
          <p:nvPr/>
        </p:nvGrpSpPr>
        <p:grpSpPr>
          <a:xfrm>
            <a:off x="4376140" y="4651210"/>
            <a:ext cx="1285265" cy="1483755"/>
            <a:chOff x="4773613" y="4732338"/>
            <a:chExt cx="1449388" cy="1673225"/>
          </a:xfrm>
          <a:solidFill>
            <a:schemeClr val="tx1">
              <a:lumMod val="65000"/>
              <a:lumOff val="35000"/>
            </a:schemeClr>
          </a:solidFill>
        </p:grpSpPr>
        <p:sp>
          <p:nvSpPr>
            <p:cNvPr id="310" name="Freeform 59"/>
            <p:cNvSpPr>
              <a:spLocks/>
            </p:cNvSpPr>
            <p:nvPr/>
          </p:nvSpPr>
          <p:spPr bwMode="auto">
            <a:xfrm>
              <a:off x="5637213" y="4732338"/>
              <a:ext cx="334963" cy="333375"/>
            </a:xfrm>
            <a:custGeom>
              <a:avLst/>
              <a:gdLst>
                <a:gd name="T0" fmla="*/ 84 w 192"/>
                <a:gd name="T1" fmla="*/ 185 h 191"/>
                <a:gd name="T2" fmla="*/ 185 w 192"/>
                <a:gd name="T3" fmla="*/ 107 h 191"/>
                <a:gd name="T4" fmla="*/ 108 w 192"/>
                <a:gd name="T5" fmla="*/ 6 h 191"/>
                <a:gd name="T6" fmla="*/ 7 w 192"/>
                <a:gd name="T7" fmla="*/ 84 h 191"/>
                <a:gd name="T8" fmla="*/ 84 w 192"/>
                <a:gd name="T9" fmla="*/ 185 h 191"/>
              </a:gdLst>
              <a:ahLst/>
              <a:cxnLst>
                <a:cxn ang="0">
                  <a:pos x="T0" y="T1"/>
                </a:cxn>
                <a:cxn ang="0">
                  <a:pos x="T2" y="T3"/>
                </a:cxn>
                <a:cxn ang="0">
                  <a:pos x="T4" y="T5"/>
                </a:cxn>
                <a:cxn ang="0">
                  <a:pos x="T6" y="T7"/>
                </a:cxn>
                <a:cxn ang="0">
                  <a:pos x="T8" y="T9"/>
                </a:cxn>
              </a:cxnLst>
              <a:rect l="0" t="0" r="r" b="b"/>
              <a:pathLst>
                <a:path w="192" h="191">
                  <a:moveTo>
                    <a:pt x="84" y="185"/>
                  </a:moveTo>
                  <a:cubicBezTo>
                    <a:pt x="134" y="191"/>
                    <a:pt x="179" y="156"/>
                    <a:pt x="185" y="107"/>
                  </a:cubicBezTo>
                  <a:cubicBezTo>
                    <a:pt x="192" y="58"/>
                    <a:pt x="157" y="13"/>
                    <a:pt x="108" y="6"/>
                  </a:cubicBezTo>
                  <a:cubicBezTo>
                    <a:pt x="59" y="0"/>
                    <a:pt x="13" y="34"/>
                    <a:pt x="7" y="84"/>
                  </a:cubicBezTo>
                  <a:cubicBezTo>
                    <a:pt x="0" y="133"/>
                    <a:pt x="35" y="178"/>
                    <a:pt x="84" y="1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 name="Freeform 60"/>
            <p:cNvSpPr>
              <a:spLocks/>
            </p:cNvSpPr>
            <p:nvPr/>
          </p:nvSpPr>
          <p:spPr bwMode="auto">
            <a:xfrm>
              <a:off x="5540376" y="4999038"/>
              <a:ext cx="682625" cy="1406525"/>
            </a:xfrm>
            <a:custGeom>
              <a:avLst/>
              <a:gdLst>
                <a:gd name="T0" fmla="*/ 346 w 390"/>
                <a:gd name="T1" fmla="*/ 197 h 804"/>
                <a:gd name="T2" fmla="*/ 348 w 390"/>
                <a:gd name="T3" fmla="*/ 198 h 804"/>
                <a:gd name="T4" fmla="*/ 349 w 390"/>
                <a:gd name="T5" fmla="*/ 198 h 804"/>
                <a:gd name="T6" fmla="*/ 350 w 390"/>
                <a:gd name="T7" fmla="*/ 198 h 804"/>
                <a:gd name="T8" fmla="*/ 350 w 390"/>
                <a:gd name="T9" fmla="*/ 198 h 804"/>
                <a:gd name="T10" fmla="*/ 350 w 390"/>
                <a:gd name="T11" fmla="*/ 198 h 804"/>
                <a:gd name="T12" fmla="*/ 350 w 390"/>
                <a:gd name="T13" fmla="*/ 198 h 804"/>
                <a:gd name="T14" fmla="*/ 350 w 390"/>
                <a:gd name="T15" fmla="*/ 198 h 804"/>
                <a:gd name="T16" fmla="*/ 350 w 390"/>
                <a:gd name="T17" fmla="*/ 198 h 804"/>
                <a:gd name="T18" fmla="*/ 350 w 390"/>
                <a:gd name="T19" fmla="*/ 198 h 804"/>
                <a:gd name="T20" fmla="*/ 350 w 390"/>
                <a:gd name="T21" fmla="*/ 198 h 804"/>
                <a:gd name="T22" fmla="*/ 350 w 390"/>
                <a:gd name="T23" fmla="*/ 198 h 804"/>
                <a:gd name="T24" fmla="*/ 366 w 390"/>
                <a:gd name="T25" fmla="*/ 194 h 804"/>
                <a:gd name="T26" fmla="*/ 386 w 390"/>
                <a:gd name="T27" fmla="*/ 174 h 804"/>
                <a:gd name="T28" fmla="*/ 390 w 390"/>
                <a:gd name="T29" fmla="*/ 154 h 804"/>
                <a:gd name="T30" fmla="*/ 378 w 390"/>
                <a:gd name="T31" fmla="*/ 103 h 804"/>
                <a:gd name="T32" fmla="*/ 342 w 390"/>
                <a:gd name="T33" fmla="*/ 23 h 804"/>
                <a:gd name="T34" fmla="*/ 299 w 390"/>
                <a:gd name="T35" fmla="*/ 8 h 804"/>
                <a:gd name="T36" fmla="*/ 284 w 390"/>
                <a:gd name="T37" fmla="*/ 51 h 804"/>
                <a:gd name="T38" fmla="*/ 305 w 390"/>
                <a:gd name="T39" fmla="*/ 94 h 804"/>
                <a:gd name="T40" fmla="*/ 289 w 390"/>
                <a:gd name="T41" fmla="*/ 78 h 804"/>
                <a:gd name="T42" fmla="*/ 288 w 390"/>
                <a:gd name="T43" fmla="*/ 78 h 804"/>
                <a:gd name="T44" fmla="*/ 279 w 390"/>
                <a:gd name="T45" fmla="*/ 68 h 804"/>
                <a:gd name="T46" fmla="*/ 275 w 390"/>
                <a:gd name="T47" fmla="*/ 63 h 804"/>
                <a:gd name="T48" fmla="*/ 269 w 390"/>
                <a:gd name="T49" fmla="*/ 57 h 804"/>
                <a:gd name="T50" fmla="*/ 252 w 390"/>
                <a:gd name="T51" fmla="*/ 48 h 804"/>
                <a:gd name="T52" fmla="*/ 238 w 390"/>
                <a:gd name="T53" fmla="*/ 46 h 804"/>
                <a:gd name="T54" fmla="*/ 84 w 390"/>
                <a:gd name="T55" fmla="*/ 61 h 804"/>
                <a:gd name="T56" fmla="*/ 78 w 390"/>
                <a:gd name="T57" fmla="*/ 62 h 804"/>
                <a:gd name="T58" fmla="*/ 50 w 390"/>
                <a:gd name="T59" fmla="*/ 86 h 804"/>
                <a:gd name="T60" fmla="*/ 50 w 390"/>
                <a:gd name="T61" fmla="*/ 86 h 804"/>
                <a:gd name="T62" fmla="*/ 50 w 390"/>
                <a:gd name="T63" fmla="*/ 86 h 804"/>
                <a:gd name="T64" fmla="*/ 26 w 390"/>
                <a:gd name="T65" fmla="*/ 144 h 804"/>
                <a:gd name="T66" fmla="*/ 26 w 390"/>
                <a:gd name="T67" fmla="*/ 144 h 804"/>
                <a:gd name="T68" fmla="*/ 15 w 390"/>
                <a:gd name="T69" fmla="*/ 163 h 804"/>
                <a:gd name="T70" fmla="*/ 2 w 390"/>
                <a:gd name="T71" fmla="*/ 182 h 804"/>
                <a:gd name="T72" fmla="*/ 0 w 390"/>
                <a:gd name="T73" fmla="*/ 184 h 804"/>
                <a:gd name="T74" fmla="*/ 12 w 390"/>
                <a:gd name="T75" fmla="*/ 266 h 804"/>
                <a:gd name="T76" fmla="*/ 53 w 390"/>
                <a:gd name="T77" fmla="*/ 220 h 804"/>
                <a:gd name="T78" fmla="*/ 60 w 390"/>
                <a:gd name="T79" fmla="*/ 210 h 804"/>
                <a:gd name="T80" fmla="*/ 67 w 390"/>
                <a:gd name="T81" fmla="*/ 200 h 804"/>
                <a:gd name="T82" fmla="*/ 77 w 390"/>
                <a:gd name="T83" fmla="*/ 306 h 804"/>
                <a:gd name="T84" fmla="*/ 77 w 390"/>
                <a:gd name="T85" fmla="*/ 377 h 804"/>
                <a:gd name="T86" fmla="*/ 77 w 390"/>
                <a:gd name="T87" fmla="*/ 753 h 804"/>
                <a:gd name="T88" fmla="*/ 127 w 390"/>
                <a:gd name="T89" fmla="*/ 803 h 804"/>
                <a:gd name="T90" fmla="*/ 176 w 390"/>
                <a:gd name="T91" fmla="*/ 753 h 804"/>
                <a:gd name="T92" fmla="*/ 176 w 390"/>
                <a:gd name="T93" fmla="*/ 397 h 804"/>
                <a:gd name="T94" fmla="*/ 176 w 390"/>
                <a:gd name="T95" fmla="*/ 389 h 804"/>
                <a:gd name="T96" fmla="*/ 206 w 390"/>
                <a:gd name="T97" fmla="*/ 386 h 804"/>
                <a:gd name="T98" fmla="*/ 207 w 390"/>
                <a:gd name="T99" fmla="*/ 394 h 804"/>
                <a:gd name="T100" fmla="*/ 252 w 390"/>
                <a:gd name="T101" fmla="*/ 758 h 804"/>
                <a:gd name="T102" fmla="*/ 307 w 390"/>
                <a:gd name="T103" fmla="*/ 801 h 804"/>
                <a:gd name="T104" fmla="*/ 350 w 390"/>
                <a:gd name="T105" fmla="*/ 746 h 804"/>
                <a:gd name="T106" fmla="*/ 303 w 390"/>
                <a:gd name="T107" fmla="*/ 366 h 804"/>
                <a:gd name="T108" fmla="*/ 293 w 390"/>
                <a:gd name="T109" fmla="*/ 281 h 804"/>
                <a:gd name="T110" fmla="*/ 292 w 390"/>
                <a:gd name="T111" fmla="*/ 279 h 804"/>
                <a:gd name="T112" fmla="*/ 280 w 390"/>
                <a:gd name="T113" fmla="*/ 159 h 804"/>
                <a:gd name="T114" fmla="*/ 289 w 390"/>
                <a:gd name="T115" fmla="*/ 166 h 804"/>
                <a:gd name="T116" fmla="*/ 303 w 390"/>
                <a:gd name="T117" fmla="*/ 178 h 804"/>
                <a:gd name="T118" fmla="*/ 315 w 390"/>
                <a:gd name="T119" fmla="*/ 186 h 804"/>
                <a:gd name="T120" fmla="*/ 323 w 390"/>
                <a:gd name="T121" fmla="*/ 190 h 804"/>
                <a:gd name="T122" fmla="*/ 346 w 390"/>
                <a:gd name="T123" fmla="*/ 197 h 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90" h="804">
                  <a:moveTo>
                    <a:pt x="346" y="197"/>
                  </a:moveTo>
                  <a:cubicBezTo>
                    <a:pt x="347" y="197"/>
                    <a:pt x="347" y="197"/>
                    <a:pt x="348" y="198"/>
                  </a:cubicBezTo>
                  <a:cubicBezTo>
                    <a:pt x="348" y="198"/>
                    <a:pt x="349" y="198"/>
                    <a:pt x="349" y="198"/>
                  </a:cubicBezTo>
                  <a:cubicBezTo>
                    <a:pt x="349" y="198"/>
                    <a:pt x="349" y="198"/>
                    <a:pt x="350" y="198"/>
                  </a:cubicBezTo>
                  <a:cubicBezTo>
                    <a:pt x="350" y="198"/>
                    <a:pt x="350" y="198"/>
                    <a:pt x="350" y="198"/>
                  </a:cubicBezTo>
                  <a:cubicBezTo>
                    <a:pt x="350" y="198"/>
                    <a:pt x="350" y="198"/>
                    <a:pt x="350" y="198"/>
                  </a:cubicBezTo>
                  <a:cubicBezTo>
                    <a:pt x="350" y="198"/>
                    <a:pt x="350" y="198"/>
                    <a:pt x="350" y="198"/>
                  </a:cubicBezTo>
                  <a:cubicBezTo>
                    <a:pt x="350" y="198"/>
                    <a:pt x="350" y="198"/>
                    <a:pt x="350" y="198"/>
                  </a:cubicBezTo>
                  <a:cubicBezTo>
                    <a:pt x="350" y="198"/>
                    <a:pt x="350" y="198"/>
                    <a:pt x="350" y="198"/>
                  </a:cubicBezTo>
                  <a:cubicBezTo>
                    <a:pt x="350" y="198"/>
                    <a:pt x="350" y="198"/>
                    <a:pt x="350" y="198"/>
                  </a:cubicBezTo>
                  <a:cubicBezTo>
                    <a:pt x="350" y="198"/>
                    <a:pt x="350" y="198"/>
                    <a:pt x="350" y="198"/>
                  </a:cubicBezTo>
                  <a:cubicBezTo>
                    <a:pt x="350" y="198"/>
                    <a:pt x="350" y="198"/>
                    <a:pt x="350" y="198"/>
                  </a:cubicBezTo>
                  <a:cubicBezTo>
                    <a:pt x="355" y="198"/>
                    <a:pt x="360" y="197"/>
                    <a:pt x="366" y="194"/>
                  </a:cubicBezTo>
                  <a:cubicBezTo>
                    <a:pt x="375" y="190"/>
                    <a:pt x="383" y="182"/>
                    <a:pt x="386" y="174"/>
                  </a:cubicBezTo>
                  <a:cubicBezTo>
                    <a:pt x="389" y="167"/>
                    <a:pt x="390" y="160"/>
                    <a:pt x="390" y="154"/>
                  </a:cubicBezTo>
                  <a:cubicBezTo>
                    <a:pt x="390" y="138"/>
                    <a:pt x="385" y="123"/>
                    <a:pt x="378" y="103"/>
                  </a:cubicBezTo>
                  <a:cubicBezTo>
                    <a:pt x="370" y="82"/>
                    <a:pt x="358" y="56"/>
                    <a:pt x="342" y="23"/>
                  </a:cubicBezTo>
                  <a:cubicBezTo>
                    <a:pt x="334" y="7"/>
                    <a:pt x="314" y="0"/>
                    <a:pt x="299" y="8"/>
                  </a:cubicBezTo>
                  <a:cubicBezTo>
                    <a:pt x="283" y="16"/>
                    <a:pt x="276" y="35"/>
                    <a:pt x="284" y="51"/>
                  </a:cubicBezTo>
                  <a:cubicBezTo>
                    <a:pt x="292" y="67"/>
                    <a:pt x="299" y="82"/>
                    <a:pt x="305" y="94"/>
                  </a:cubicBezTo>
                  <a:cubicBezTo>
                    <a:pt x="299" y="89"/>
                    <a:pt x="294" y="83"/>
                    <a:pt x="289" y="78"/>
                  </a:cubicBezTo>
                  <a:cubicBezTo>
                    <a:pt x="289" y="78"/>
                    <a:pt x="289" y="78"/>
                    <a:pt x="288" y="78"/>
                  </a:cubicBezTo>
                  <a:cubicBezTo>
                    <a:pt x="285" y="74"/>
                    <a:pt x="282" y="71"/>
                    <a:pt x="279" y="68"/>
                  </a:cubicBezTo>
                  <a:cubicBezTo>
                    <a:pt x="277" y="66"/>
                    <a:pt x="276" y="65"/>
                    <a:pt x="275" y="63"/>
                  </a:cubicBezTo>
                  <a:cubicBezTo>
                    <a:pt x="271" y="60"/>
                    <a:pt x="269" y="57"/>
                    <a:pt x="269" y="57"/>
                  </a:cubicBezTo>
                  <a:cubicBezTo>
                    <a:pt x="265" y="52"/>
                    <a:pt x="258" y="49"/>
                    <a:pt x="252" y="48"/>
                  </a:cubicBezTo>
                  <a:cubicBezTo>
                    <a:pt x="248" y="46"/>
                    <a:pt x="243" y="45"/>
                    <a:pt x="238" y="46"/>
                  </a:cubicBezTo>
                  <a:cubicBezTo>
                    <a:pt x="84" y="61"/>
                    <a:pt x="84" y="61"/>
                    <a:pt x="84" y="61"/>
                  </a:cubicBezTo>
                  <a:cubicBezTo>
                    <a:pt x="82" y="61"/>
                    <a:pt x="80" y="61"/>
                    <a:pt x="78" y="62"/>
                  </a:cubicBezTo>
                  <a:cubicBezTo>
                    <a:pt x="65" y="63"/>
                    <a:pt x="54" y="73"/>
                    <a:pt x="50" y="86"/>
                  </a:cubicBezTo>
                  <a:cubicBezTo>
                    <a:pt x="50" y="86"/>
                    <a:pt x="50" y="86"/>
                    <a:pt x="50" y="86"/>
                  </a:cubicBezTo>
                  <a:cubicBezTo>
                    <a:pt x="50" y="86"/>
                    <a:pt x="50" y="86"/>
                    <a:pt x="50" y="86"/>
                  </a:cubicBezTo>
                  <a:cubicBezTo>
                    <a:pt x="50" y="88"/>
                    <a:pt x="43" y="112"/>
                    <a:pt x="26" y="144"/>
                  </a:cubicBezTo>
                  <a:cubicBezTo>
                    <a:pt x="26" y="144"/>
                    <a:pt x="26" y="144"/>
                    <a:pt x="26" y="144"/>
                  </a:cubicBezTo>
                  <a:cubicBezTo>
                    <a:pt x="23" y="150"/>
                    <a:pt x="19" y="157"/>
                    <a:pt x="15" y="163"/>
                  </a:cubicBezTo>
                  <a:cubicBezTo>
                    <a:pt x="11" y="169"/>
                    <a:pt x="6" y="176"/>
                    <a:pt x="2" y="182"/>
                  </a:cubicBezTo>
                  <a:cubicBezTo>
                    <a:pt x="1" y="183"/>
                    <a:pt x="1" y="183"/>
                    <a:pt x="0" y="184"/>
                  </a:cubicBezTo>
                  <a:cubicBezTo>
                    <a:pt x="12" y="266"/>
                    <a:pt x="12" y="266"/>
                    <a:pt x="12" y="266"/>
                  </a:cubicBezTo>
                  <a:cubicBezTo>
                    <a:pt x="28" y="251"/>
                    <a:pt x="42" y="235"/>
                    <a:pt x="53" y="220"/>
                  </a:cubicBezTo>
                  <a:cubicBezTo>
                    <a:pt x="55" y="217"/>
                    <a:pt x="58" y="214"/>
                    <a:pt x="60" y="210"/>
                  </a:cubicBezTo>
                  <a:cubicBezTo>
                    <a:pt x="62" y="207"/>
                    <a:pt x="65" y="204"/>
                    <a:pt x="67" y="200"/>
                  </a:cubicBezTo>
                  <a:cubicBezTo>
                    <a:pt x="77" y="306"/>
                    <a:pt x="77" y="306"/>
                    <a:pt x="77" y="306"/>
                  </a:cubicBezTo>
                  <a:cubicBezTo>
                    <a:pt x="77" y="377"/>
                    <a:pt x="77" y="377"/>
                    <a:pt x="77" y="377"/>
                  </a:cubicBezTo>
                  <a:cubicBezTo>
                    <a:pt x="77" y="753"/>
                    <a:pt x="77" y="753"/>
                    <a:pt x="77" y="753"/>
                  </a:cubicBezTo>
                  <a:cubicBezTo>
                    <a:pt x="77" y="781"/>
                    <a:pt x="99" y="803"/>
                    <a:pt x="127" y="803"/>
                  </a:cubicBezTo>
                  <a:cubicBezTo>
                    <a:pt x="154" y="803"/>
                    <a:pt x="176" y="781"/>
                    <a:pt x="176" y="753"/>
                  </a:cubicBezTo>
                  <a:cubicBezTo>
                    <a:pt x="176" y="397"/>
                    <a:pt x="176" y="397"/>
                    <a:pt x="176" y="397"/>
                  </a:cubicBezTo>
                  <a:cubicBezTo>
                    <a:pt x="176" y="389"/>
                    <a:pt x="176" y="389"/>
                    <a:pt x="176" y="389"/>
                  </a:cubicBezTo>
                  <a:cubicBezTo>
                    <a:pt x="206" y="386"/>
                    <a:pt x="206" y="386"/>
                    <a:pt x="206" y="386"/>
                  </a:cubicBezTo>
                  <a:cubicBezTo>
                    <a:pt x="207" y="394"/>
                    <a:pt x="207" y="394"/>
                    <a:pt x="207" y="394"/>
                  </a:cubicBezTo>
                  <a:cubicBezTo>
                    <a:pt x="252" y="758"/>
                    <a:pt x="252" y="758"/>
                    <a:pt x="252" y="758"/>
                  </a:cubicBezTo>
                  <a:cubicBezTo>
                    <a:pt x="255" y="785"/>
                    <a:pt x="280" y="804"/>
                    <a:pt x="307" y="801"/>
                  </a:cubicBezTo>
                  <a:cubicBezTo>
                    <a:pt x="334" y="797"/>
                    <a:pt x="353" y="773"/>
                    <a:pt x="350" y="746"/>
                  </a:cubicBezTo>
                  <a:cubicBezTo>
                    <a:pt x="303" y="366"/>
                    <a:pt x="303" y="366"/>
                    <a:pt x="303" y="366"/>
                  </a:cubicBezTo>
                  <a:cubicBezTo>
                    <a:pt x="293" y="281"/>
                    <a:pt x="293" y="281"/>
                    <a:pt x="293" y="281"/>
                  </a:cubicBezTo>
                  <a:cubicBezTo>
                    <a:pt x="292" y="280"/>
                    <a:pt x="292" y="280"/>
                    <a:pt x="292" y="279"/>
                  </a:cubicBezTo>
                  <a:cubicBezTo>
                    <a:pt x="280" y="159"/>
                    <a:pt x="280" y="159"/>
                    <a:pt x="280" y="159"/>
                  </a:cubicBezTo>
                  <a:cubicBezTo>
                    <a:pt x="283" y="161"/>
                    <a:pt x="286" y="164"/>
                    <a:pt x="289" y="166"/>
                  </a:cubicBezTo>
                  <a:cubicBezTo>
                    <a:pt x="294" y="170"/>
                    <a:pt x="298" y="174"/>
                    <a:pt x="303" y="178"/>
                  </a:cubicBezTo>
                  <a:cubicBezTo>
                    <a:pt x="307" y="180"/>
                    <a:pt x="311" y="183"/>
                    <a:pt x="315" y="186"/>
                  </a:cubicBezTo>
                  <a:cubicBezTo>
                    <a:pt x="318" y="187"/>
                    <a:pt x="320" y="189"/>
                    <a:pt x="323" y="190"/>
                  </a:cubicBezTo>
                  <a:cubicBezTo>
                    <a:pt x="329" y="193"/>
                    <a:pt x="336" y="196"/>
                    <a:pt x="346" y="19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 name="Freeform 61"/>
            <p:cNvSpPr>
              <a:spLocks/>
            </p:cNvSpPr>
            <p:nvPr/>
          </p:nvSpPr>
          <p:spPr bwMode="auto">
            <a:xfrm>
              <a:off x="4976813" y="4984750"/>
              <a:ext cx="1087438" cy="1419225"/>
            </a:xfrm>
            <a:custGeom>
              <a:avLst/>
              <a:gdLst>
                <a:gd name="T0" fmla="*/ 114 w 621"/>
                <a:gd name="T1" fmla="*/ 559 h 811"/>
                <a:gd name="T2" fmla="*/ 156 w 621"/>
                <a:gd name="T3" fmla="*/ 580 h 811"/>
                <a:gd name="T4" fmla="*/ 110 w 621"/>
                <a:gd name="T5" fmla="*/ 596 h 811"/>
                <a:gd name="T6" fmla="*/ 103 w 621"/>
                <a:gd name="T7" fmla="*/ 721 h 811"/>
                <a:gd name="T8" fmla="*/ 104 w 621"/>
                <a:gd name="T9" fmla="*/ 763 h 811"/>
                <a:gd name="T10" fmla="*/ 154 w 621"/>
                <a:gd name="T11" fmla="*/ 811 h 811"/>
                <a:gd name="T12" fmla="*/ 156 w 621"/>
                <a:gd name="T13" fmla="*/ 811 h 811"/>
                <a:gd name="T14" fmla="*/ 204 w 621"/>
                <a:gd name="T15" fmla="*/ 759 h 811"/>
                <a:gd name="T16" fmla="*/ 203 w 621"/>
                <a:gd name="T17" fmla="*/ 721 h 811"/>
                <a:gd name="T18" fmla="*/ 226 w 621"/>
                <a:gd name="T19" fmla="*/ 500 h 811"/>
                <a:gd name="T20" fmla="*/ 242 w 621"/>
                <a:gd name="T21" fmla="*/ 435 h 811"/>
                <a:gd name="T22" fmla="*/ 244 w 621"/>
                <a:gd name="T23" fmla="*/ 428 h 811"/>
                <a:gd name="T24" fmla="*/ 254 w 621"/>
                <a:gd name="T25" fmla="*/ 426 h 811"/>
                <a:gd name="T26" fmla="*/ 277 w 621"/>
                <a:gd name="T27" fmla="*/ 656 h 811"/>
                <a:gd name="T28" fmla="*/ 274 w 621"/>
                <a:gd name="T29" fmla="*/ 755 h 811"/>
                <a:gd name="T30" fmla="*/ 321 w 621"/>
                <a:gd name="T31" fmla="*/ 808 h 811"/>
                <a:gd name="T32" fmla="*/ 324 w 621"/>
                <a:gd name="T33" fmla="*/ 808 h 811"/>
                <a:gd name="T34" fmla="*/ 373 w 621"/>
                <a:gd name="T35" fmla="*/ 761 h 811"/>
                <a:gd name="T36" fmla="*/ 377 w 621"/>
                <a:gd name="T37" fmla="*/ 656 h 811"/>
                <a:gd name="T38" fmla="*/ 339 w 621"/>
                <a:gd name="T39" fmla="*/ 361 h 811"/>
                <a:gd name="T40" fmla="*/ 309 w 621"/>
                <a:gd name="T41" fmla="*/ 155 h 811"/>
                <a:gd name="T42" fmla="*/ 306 w 621"/>
                <a:gd name="T43" fmla="*/ 132 h 811"/>
                <a:gd name="T44" fmla="*/ 353 w 621"/>
                <a:gd name="T45" fmla="*/ 101 h 811"/>
                <a:gd name="T46" fmla="*/ 363 w 621"/>
                <a:gd name="T47" fmla="*/ 96 h 811"/>
                <a:gd name="T48" fmla="*/ 364 w 621"/>
                <a:gd name="T49" fmla="*/ 92 h 811"/>
                <a:gd name="T50" fmla="*/ 399 w 621"/>
                <a:gd name="T51" fmla="*/ 62 h 811"/>
                <a:gd name="T52" fmla="*/ 405 w 621"/>
                <a:gd name="T53" fmla="*/ 61 h 811"/>
                <a:gd name="T54" fmla="*/ 559 w 621"/>
                <a:gd name="T55" fmla="*/ 46 h 811"/>
                <a:gd name="T56" fmla="*/ 563 w 621"/>
                <a:gd name="T57" fmla="*/ 46 h 811"/>
                <a:gd name="T58" fmla="*/ 598 w 621"/>
                <a:gd name="T59" fmla="*/ 68 h 811"/>
                <a:gd name="T60" fmla="*/ 602 w 621"/>
                <a:gd name="T61" fmla="*/ 68 h 811"/>
                <a:gd name="T62" fmla="*/ 599 w 621"/>
                <a:gd name="T63" fmla="*/ 63 h 811"/>
                <a:gd name="T64" fmla="*/ 597 w 621"/>
                <a:gd name="T65" fmla="*/ 32 h 811"/>
                <a:gd name="T66" fmla="*/ 617 w 621"/>
                <a:gd name="T67" fmla="*/ 9 h 811"/>
                <a:gd name="T68" fmla="*/ 621 w 621"/>
                <a:gd name="T69" fmla="*/ 7 h 811"/>
                <a:gd name="T70" fmla="*/ 612 w 621"/>
                <a:gd name="T71" fmla="*/ 5 h 811"/>
                <a:gd name="T72" fmla="*/ 557 w 621"/>
                <a:gd name="T73" fmla="*/ 0 h 811"/>
                <a:gd name="T74" fmla="*/ 473 w 621"/>
                <a:gd name="T75" fmla="*/ 48 h 811"/>
                <a:gd name="T76" fmla="*/ 460 w 621"/>
                <a:gd name="T77" fmla="*/ 48 h 811"/>
                <a:gd name="T78" fmla="*/ 400 w 621"/>
                <a:gd name="T79" fmla="*/ 15 h 811"/>
                <a:gd name="T80" fmla="*/ 319 w 621"/>
                <a:gd name="T81" fmla="*/ 47 h 811"/>
                <a:gd name="T82" fmla="*/ 280 w 621"/>
                <a:gd name="T83" fmla="*/ 71 h 811"/>
                <a:gd name="T84" fmla="*/ 199 w 621"/>
                <a:gd name="T85" fmla="*/ 148 h 811"/>
                <a:gd name="T86" fmla="*/ 176 w 621"/>
                <a:gd name="T87" fmla="*/ 148 h 811"/>
                <a:gd name="T88" fmla="*/ 109 w 621"/>
                <a:gd name="T89" fmla="*/ 114 h 811"/>
                <a:gd name="T90" fmla="*/ 107 w 621"/>
                <a:gd name="T91" fmla="*/ 111 h 811"/>
                <a:gd name="T92" fmla="*/ 103 w 621"/>
                <a:gd name="T93" fmla="*/ 113 h 811"/>
                <a:gd name="T94" fmla="*/ 52 w 621"/>
                <a:gd name="T95" fmla="*/ 151 h 811"/>
                <a:gd name="T96" fmla="*/ 0 w 621"/>
                <a:gd name="T97" fmla="*/ 281 h 811"/>
                <a:gd name="T98" fmla="*/ 50 w 621"/>
                <a:gd name="T99" fmla="*/ 437 h 811"/>
                <a:gd name="T100" fmla="*/ 78 w 621"/>
                <a:gd name="T101" fmla="*/ 452 h 811"/>
                <a:gd name="T102" fmla="*/ 94 w 621"/>
                <a:gd name="T103" fmla="*/ 448 h 811"/>
                <a:gd name="T104" fmla="*/ 105 w 621"/>
                <a:gd name="T105" fmla="*/ 404 h 811"/>
                <a:gd name="T106" fmla="*/ 64 w 621"/>
                <a:gd name="T107" fmla="*/ 281 h 811"/>
                <a:gd name="T108" fmla="*/ 98 w 621"/>
                <a:gd name="T109" fmla="*/ 196 h 811"/>
                <a:gd name="T110" fmla="*/ 100 w 621"/>
                <a:gd name="T111" fmla="*/ 194 h 811"/>
                <a:gd name="T112" fmla="*/ 106 w 621"/>
                <a:gd name="T113" fmla="*/ 216 h 811"/>
                <a:gd name="T114" fmla="*/ 149 w 621"/>
                <a:gd name="T115" fmla="*/ 398 h 811"/>
                <a:gd name="T116" fmla="*/ 114 w 621"/>
                <a:gd name="T117" fmla="*/ 559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21" h="811">
                  <a:moveTo>
                    <a:pt x="114" y="559"/>
                  </a:moveTo>
                  <a:cubicBezTo>
                    <a:pt x="156" y="580"/>
                    <a:pt x="156" y="580"/>
                    <a:pt x="156" y="580"/>
                  </a:cubicBezTo>
                  <a:cubicBezTo>
                    <a:pt x="110" y="596"/>
                    <a:pt x="110" y="596"/>
                    <a:pt x="110" y="596"/>
                  </a:cubicBezTo>
                  <a:cubicBezTo>
                    <a:pt x="106" y="634"/>
                    <a:pt x="103" y="676"/>
                    <a:pt x="103" y="721"/>
                  </a:cubicBezTo>
                  <a:cubicBezTo>
                    <a:pt x="103" y="735"/>
                    <a:pt x="103" y="749"/>
                    <a:pt x="104" y="763"/>
                  </a:cubicBezTo>
                  <a:cubicBezTo>
                    <a:pt x="105" y="790"/>
                    <a:pt x="127" y="811"/>
                    <a:pt x="154" y="811"/>
                  </a:cubicBezTo>
                  <a:cubicBezTo>
                    <a:pt x="154" y="811"/>
                    <a:pt x="155" y="811"/>
                    <a:pt x="156" y="811"/>
                  </a:cubicBezTo>
                  <a:cubicBezTo>
                    <a:pt x="183" y="810"/>
                    <a:pt x="205" y="786"/>
                    <a:pt x="204" y="759"/>
                  </a:cubicBezTo>
                  <a:cubicBezTo>
                    <a:pt x="203" y="746"/>
                    <a:pt x="203" y="733"/>
                    <a:pt x="203" y="721"/>
                  </a:cubicBezTo>
                  <a:cubicBezTo>
                    <a:pt x="203" y="634"/>
                    <a:pt x="214" y="556"/>
                    <a:pt x="226" y="500"/>
                  </a:cubicBezTo>
                  <a:cubicBezTo>
                    <a:pt x="232" y="473"/>
                    <a:pt x="238" y="450"/>
                    <a:pt x="242" y="435"/>
                  </a:cubicBezTo>
                  <a:cubicBezTo>
                    <a:pt x="243" y="433"/>
                    <a:pt x="244" y="430"/>
                    <a:pt x="244" y="428"/>
                  </a:cubicBezTo>
                  <a:cubicBezTo>
                    <a:pt x="254" y="426"/>
                    <a:pt x="254" y="426"/>
                    <a:pt x="254" y="426"/>
                  </a:cubicBezTo>
                  <a:cubicBezTo>
                    <a:pt x="264" y="468"/>
                    <a:pt x="277" y="542"/>
                    <a:pt x="277" y="656"/>
                  </a:cubicBezTo>
                  <a:cubicBezTo>
                    <a:pt x="277" y="686"/>
                    <a:pt x="276" y="719"/>
                    <a:pt x="274" y="755"/>
                  </a:cubicBezTo>
                  <a:cubicBezTo>
                    <a:pt x="272" y="783"/>
                    <a:pt x="293" y="807"/>
                    <a:pt x="321" y="808"/>
                  </a:cubicBezTo>
                  <a:cubicBezTo>
                    <a:pt x="322" y="808"/>
                    <a:pt x="323" y="808"/>
                    <a:pt x="324" y="808"/>
                  </a:cubicBezTo>
                  <a:cubicBezTo>
                    <a:pt x="350" y="808"/>
                    <a:pt x="372" y="788"/>
                    <a:pt x="373" y="761"/>
                  </a:cubicBezTo>
                  <a:cubicBezTo>
                    <a:pt x="376" y="723"/>
                    <a:pt x="377" y="688"/>
                    <a:pt x="377" y="656"/>
                  </a:cubicBezTo>
                  <a:cubicBezTo>
                    <a:pt x="377" y="488"/>
                    <a:pt x="351" y="394"/>
                    <a:pt x="339" y="361"/>
                  </a:cubicBezTo>
                  <a:cubicBezTo>
                    <a:pt x="309" y="155"/>
                    <a:pt x="309" y="155"/>
                    <a:pt x="309" y="155"/>
                  </a:cubicBezTo>
                  <a:cubicBezTo>
                    <a:pt x="306" y="132"/>
                    <a:pt x="306" y="132"/>
                    <a:pt x="306" y="132"/>
                  </a:cubicBezTo>
                  <a:cubicBezTo>
                    <a:pt x="314" y="125"/>
                    <a:pt x="330" y="113"/>
                    <a:pt x="353" y="101"/>
                  </a:cubicBezTo>
                  <a:cubicBezTo>
                    <a:pt x="356" y="100"/>
                    <a:pt x="360" y="98"/>
                    <a:pt x="363" y="96"/>
                  </a:cubicBezTo>
                  <a:cubicBezTo>
                    <a:pt x="364" y="94"/>
                    <a:pt x="364" y="92"/>
                    <a:pt x="364" y="92"/>
                  </a:cubicBezTo>
                  <a:cubicBezTo>
                    <a:pt x="368" y="76"/>
                    <a:pt x="382" y="64"/>
                    <a:pt x="399" y="62"/>
                  </a:cubicBezTo>
                  <a:cubicBezTo>
                    <a:pt x="401" y="62"/>
                    <a:pt x="403" y="61"/>
                    <a:pt x="405" y="61"/>
                  </a:cubicBezTo>
                  <a:cubicBezTo>
                    <a:pt x="559" y="46"/>
                    <a:pt x="559" y="46"/>
                    <a:pt x="559" y="46"/>
                  </a:cubicBezTo>
                  <a:cubicBezTo>
                    <a:pt x="561" y="46"/>
                    <a:pt x="562" y="46"/>
                    <a:pt x="563" y="46"/>
                  </a:cubicBezTo>
                  <a:cubicBezTo>
                    <a:pt x="579" y="46"/>
                    <a:pt x="592" y="55"/>
                    <a:pt x="598" y="68"/>
                  </a:cubicBezTo>
                  <a:cubicBezTo>
                    <a:pt x="600" y="68"/>
                    <a:pt x="601" y="68"/>
                    <a:pt x="602" y="68"/>
                  </a:cubicBezTo>
                  <a:cubicBezTo>
                    <a:pt x="601" y="67"/>
                    <a:pt x="600" y="65"/>
                    <a:pt x="599" y="63"/>
                  </a:cubicBezTo>
                  <a:cubicBezTo>
                    <a:pt x="594" y="53"/>
                    <a:pt x="594" y="42"/>
                    <a:pt x="597" y="32"/>
                  </a:cubicBezTo>
                  <a:cubicBezTo>
                    <a:pt x="600" y="22"/>
                    <a:pt x="607" y="14"/>
                    <a:pt x="617" y="9"/>
                  </a:cubicBezTo>
                  <a:cubicBezTo>
                    <a:pt x="618" y="9"/>
                    <a:pt x="619" y="8"/>
                    <a:pt x="621" y="7"/>
                  </a:cubicBezTo>
                  <a:cubicBezTo>
                    <a:pt x="618" y="6"/>
                    <a:pt x="615" y="6"/>
                    <a:pt x="612" y="5"/>
                  </a:cubicBezTo>
                  <a:cubicBezTo>
                    <a:pt x="593" y="3"/>
                    <a:pt x="575" y="1"/>
                    <a:pt x="557" y="0"/>
                  </a:cubicBezTo>
                  <a:cubicBezTo>
                    <a:pt x="540" y="29"/>
                    <a:pt x="509" y="48"/>
                    <a:pt x="473" y="48"/>
                  </a:cubicBezTo>
                  <a:cubicBezTo>
                    <a:pt x="469" y="48"/>
                    <a:pt x="465" y="48"/>
                    <a:pt x="460" y="48"/>
                  </a:cubicBezTo>
                  <a:cubicBezTo>
                    <a:pt x="437" y="44"/>
                    <a:pt x="416" y="33"/>
                    <a:pt x="400" y="15"/>
                  </a:cubicBezTo>
                  <a:cubicBezTo>
                    <a:pt x="368" y="24"/>
                    <a:pt x="341" y="35"/>
                    <a:pt x="319" y="47"/>
                  </a:cubicBezTo>
                  <a:cubicBezTo>
                    <a:pt x="303" y="55"/>
                    <a:pt x="290" y="63"/>
                    <a:pt x="280" y="71"/>
                  </a:cubicBezTo>
                  <a:cubicBezTo>
                    <a:pt x="272" y="111"/>
                    <a:pt x="240" y="142"/>
                    <a:pt x="199" y="148"/>
                  </a:cubicBezTo>
                  <a:cubicBezTo>
                    <a:pt x="191" y="149"/>
                    <a:pt x="184" y="149"/>
                    <a:pt x="176" y="148"/>
                  </a:cubicBezTo>
                  <a:cubicBezTo>
                    <a:pt x="150" y="146"/>
                    <a:pt x="126" y="134"/>
                    <a:pt x="109" y="114"/>
                  </a:cubicBezTo>
                  <a:cubicBezTo>
                    <a:pt x="109" y="113"/>
                    <a:pt x="108" y="112"/>
                    <a:pt x="107" y="111"/>
                  </a:cubicBezTo>
                  <a:cubicBezTo>
                    <a:pt x="106" y="112"/>
                    <a:pt x="104" y="112"/>
                    <a:pt x="103" y="113"/>
                  </a:cubicBezTo>
                  <a:cubicBezTo>
                    <a:pt x="96" y="117"/>
                    <a:pt x="74" y="129"/>
                    <a:pt x="52" y="151"/>
                  </a:cubicBezTo>
                  <a:cubicBezTo>
                    <a:pt x="27" y="178"/>
                    <a:pt x="0" y="221"/>
                    <a:pt x="0" y="281"/>
                  </a:cubicBezTo>
                  <a:cubicBezTo>
                    <a:pt x="0" y="326"/>
                    <a:pt x="15" y="377"/>
                    <a:pt x="50" y="437"/>
                  </a:cubicBezTo>
                  <a:cubicBezTo>
                    <a:pt x="56" y="447"/>
                    <a:pt x="67" y="452"/>
                    <a:pt x="78" y="452"/>
                  </a:cubicBezTo>
                  <a:cubicBezTo>
                    <a:pt x="83" y="452"/>
                    <a:pt x="89" y="451"/>
                    <a:pt x="94" y="448"/>
                  </a:cubicBezTo>
                  <a:cubicBezTo>
                    <a:pt x="109" y="439"/>
                    <a:pt x="114" y="419"/>
                    <a:pt x="105" y="404"/>
                  </a:cubicBezTo>
                  <a:cubicBezTo>
                    <a:pt x="74" y="352"/>
                    <a:pt x="64" y="312"/>
                    <a:pt x="64" y="281"/>
                  </a:cubicBezTo>
                  <a:cubicBezTo>
                    <a:pt x="64" y="241"/>
                    <a:pt x="81" y="214"/>
                    <a:pt x="98" y="196"/>
                  </a:cubicBezTo>
                  <a:cubicBezTo>
                    <a:pt x="99" y="195"/>
                    <a:pt x="100" y="194"/>
                    <a:pt x="100" y="194"/>
                  </a:cubicBezTo>
                  <a:cubicBezTo>
                    <a:pt x="106" y="216"/>
                    <a:pt x="106" y="216"/>
                    <a:pt x="106" y="216"/>
                  </a:cubicBezTo>
                  <a:cubicBezTo>
                    <a:pt x="149" y="398"/>
                    <a:pt x="149" y="398"/>
                    <a:pt x="149" y="398"/>
                  </a:cubicBezTo>
                  <a:cubicBezTo>
                    <a:pt x="141" y="426"/>
                    <a:pt x="125" y="483"/>
                    <a:pt x="114" y="5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 name="Freeform 62"/>
            <p:cNvSpPr>
              <a:spLocks/>
            </p:cNvSpPr>
            <p:nvPr/>
          </p:nvSpPr>
          <p:spPr bwMode="auto">
            <a:xfrm>
              <a:off x="5133976" y="4910138"/>
              <a:ext cx="330200" cy="327025"/>
            </a:xfrm>
            <a:custGeom>
              <a:avLst/>
              <a:gdLst>
                <a:gd name="T0" fmla="*/ 87 w 188"/>
                <a:gd name="T1" fmla="*/ 183 h 187"/>
                <a:gd name="T2" fmla="*/ 184 w 188"/>
                <a:gd name="T3" fmla="*/ 101 h 187"/>
                <a:gd name="T4" fmla="*/ 102 w 188"/>
                <a:gd name="T5" fmla="*/ 4 h 187"/>
                <a:gd name="T6" fmla="*/ 5 w 188"/>
                <a:gd name="T7" fmla="*/ 86 h 187"/>
                <a:gd name="T8" fmla="*/ 87 w 188"/>
                <a:gd name="T9" fmla="*/ 183 h 187"/>
              </a:gdLst>
              <a:ahLst/>
              <a:cxnLst>
                <a:cxn ang="0">
                  <a:pos x="T0" y="T1"/>
                </a:cxn>
                <a:cxn ang="0">
                  <a:pos x="T2" y="T3"/>
                </a:cxn>
                <a:cxn ang="0">
                  <a:pos x="T4" y="T5"/>
                </a:cxn>
                <a:cxn ang="0">
                  <a:pos x="T6" y="T7"/>
                </a:cxn>
                <a:cxn ang="0">
                  <a:pos x="T8" y="T9"/>
                </a:cxn>
              </a:cxnLst>
              <a:rect l="0" t="0" r="r" b="b"/>
              <a:pathLst>
                <a:path w="188" h="187">
                  <a:moveTo>
                    <a:pt x="87" y="183"/>
                  </a:moveTo>
                  <a:cubicBezTo>
                    <a:pt x="136" y="187"/>
                    <a:pt x="180" y="151"/>
                    <a:pt x="184" y="101"/>
                  </a:cubicBezTo>
                  <a:cubicBezTo>
                    <a:pt x="188" y="52"/>
                    <a:pt x="151" y="8"/>
                    <a:pt x="102" y="4"/>
                  </a:cubicBezTo>
                  <a:cubicBezTo>
                    <a:pt x="52" y="0"/>
                    <a:pt x="9" y="37"/>
                    <a:pt x="5" y="86"/>
                  </a:cubicBezTo>
                  <a:cubicBezTo>
                    <a:pt x="0" y="136"/>
                    <a:pt x="37" y="179"/>
                    <a:pt x="87" y="1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 name="Freeform 63"/>
            <p:cNvSpPr>
              <a:spLocks/>
            </p:cNvSpPr>
            <p:nvPr/>
          </p:nvSpPr>
          <p:spPr bwMode="auto">
            <a:xfrm>
              <a:off x="4773613" y="5907088"/>
              <a:ext cx="296863" cy="92075"/>
            </a:xfrm>
            <a:custGeom>
              <a:avLst/>
              <a:gdLst>
                <a:gd name="T0" fmla="*/ 0 w 187"/>
                <a:gd name="T1" fmla="*/ 43 h 58"/>
                <a:gd name="T2" fmla="*/ 102 w 187"/>
                <a:gd name="T3" fmla="*/ 58 h 58"/>
                <a:gd name="T4" fmla="*/ 93 w 187"/>
                <a:gd name="T5" fmla="*/ 21 h 58"/>
                <a:gd name="T6" fmla="*/ 186 w 187"/>
                <a:gd name="T7" fmla="*/ 42 h 58"/>
                <a:gd name="T8" fmla="*/ 187 w 187"/>
                <a:gd name="T9" fmla="*/ 39 h 58"/>
                <a:gd name="T10" fmla="*/ 80 w 187"/>
                <a:gd name="T11" fmla="*/ 0 h 58"/>
                <a:gd name="T12" fmla="*/ 86 w 187"/>
                <a:gd name="T13" fmla="*/ 43 h 58"/>
                <a:gd name="T14" fmla="*/ 4 w 187"/>
                <a:gd name="T15" fmla="*/ 24 h 58"/>
                <a:gd name="T16" fmla="*/ 0 w 187"/>
                <a:gd name="T17" fmla="*/ 4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7" h="58">
                  <a:moveTo>
                    <a:pt x="0" y="43"/>
                  </a:moveTo>
                  <a:lnTo>
                    <a:pt x="102" y="58"/>
                  </a:lnTo>
                  <a:lnTo>
                    <a:pt x="93" y="21"/>
                  </a:lnTo>
                  <a:lnTo>
                    <a:pt x="186" y="42"/>
                  </a:lnTo>
                  <a:lnTo>
                    <a:pt x="187" y="39"/>
                  </a:lnTo>
                  <a:lnTo>
                    <a:pt x="80" y="0"/>
                  </a:lnTo>
                  <a:lnTo>
                    <a:pt x="86" y="43"/>
                  </a:lnTo>
                  <a:lnTo>
                    <a:pt x="4" y="24"/>
                  </a:lnTo>
                  <a:lnTo>
                    <a:pt x="0"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 name="Freeform 64"/>
            <p:cNvSpPr>
              <a:spLocks/>
            </p:cNvSpPr>
            <p:nvPr/>
          </p:nvSpPr>
          <p:spPr bwMode="auto">
            <a:xfrm>
              <a:off x="4876801" y="5784850"/>
              <a:ext cx="220663" cy="141288"/>
            </a:xfrm>
            <a:custGeom>
              <a:avLst/>
              <a:gdLst>
                <a:gd name="T0" fmla="*/ 79 w 139"/>
                <a:gd name="T1" fmla="*/ 34 h 89"/>
                <a:gd name="T2" fmla="*/ 137 w 139"/>
                <a:gd name="T3" fmla="*/ 89 h 89"/>
                <a:gd name="T4" fmla="*/ 139 w 139"/>
                <a:gd name="T5" fmla="*/ 86 h 89"/>
                <a:gd name="T6" fmla="*/ 76 w 139"/>
                <a:gd name="T7" fmla="*/ 13 h 89"/>
                <a:gd name="T8" fmla="*/ 63 w 139"/>
                <a:gd name="T9" fmla="*/ 47 h 89"/>
                <a:gd name="T10" fmla="*/ 10 w 139"/>
                <a:gd name="T11" fmla="*/ 0 h 89"/>
                <a:gd name="T12" fmla="*/ 0 w 139"/>
                <a:gd name="T13" fmla="*/ 12 h 89"/>
                <a:gd name="T14" fmla="*/ 69 w 139"/>
                <a:gd name="T15" fmla="*/ 66 h 89"/>
                <a:gd name="T16" fmla="*/ 79 w 139"/>
                <a:gd name="T17" fmla="*/ 34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9" h="89">
                  <a:moveTo>
                    <a:pt x="79" y="34"/>
                  </a:moveTo>
                  <a:lnTo>
                    <a:pt x="137" y="89"/>
                  </a:lnTo>
                  <a:lnTo>
                    <a:pt x="139" y="86"/>
                  </a:lnTo>
                  <a:lnTo>
                    <a:pt x="76" y="13"/>
                  </a:lnTo>
                  <a:lnTo>
                    <a:pt x="63" y="47"/>
                  </a:lnTo>
                  <a:lnTo>
                    <a:pt x="10" y="0"/>
                  </a:lnTo>
                  <a:lnTo>
                    <a:pt x="0" y="12"/>
                  </a:lnTo>
                  <a:lnTo>
                    <a:pt x="69" y="66"/>
                  </a:lnTo>
                  <a:lnTo>
                    <a:pt x="79"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 name="Freeform 65"/>
            <p:cNvSpPr>
              <a:spLocks/>
            </p:cNvSpPr>
            <p:nvPr/>
          </p:nvSpPr>
          <p:spPr bwMode="auto">
            <a:xfrm>
              <a:off x="4859338" y="6030913"/>
              <a:ext cx="227013" cy="112713"/>
            </a:xfrm>
            <a:custGeom>
              <a:avLst/>
              <a:gdLst>
                <a:gd name="T0" fmla="*/ 143 w 143"/>
                <a:gd name="T1" fmla="*/ 4 h 71"/>
                <a:gd name="T2" fmla="*/ 143 w 143"/>
                <a:gd name="T3" fmla="*/ 0 h 71"/>
                <a:gd name="T4" fmla="*/ 48 w 143"/>
                <a:gd name="T5" fmla="*/ 10 h 71"/>
                <a:gd name="T6" fmla="*/ 69 w 143"/>
                <a:gd name="T7" fmla="*/ 40 h 71"/>
                <a:gd name="T8" fmla="*/ 0 w 143"/>
                <a:gd name="T9" fmla="*/ 55 h 71"/>
                <a:gd name="T10" fmla="*/ 5 w 143"/>
                <a:gd name="T11" fmla="*/ 71 h 71"/>
                <a:gd name="T12" fmla="*/ 86 w 143"/>
                <a:gd name="T13" fmla="*/ 45 h 71"/>
                <a:gd name="T14" fmla="*/ 67 w 143"/>
                <a:gd name="T15" fmla="*/ 20 h 71"/>
                <a:gd name="T16" fmla="*/ 143 w 143"/>
                <a:gd name="T17" fmla="*/ 4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 h="71">
                  <a:moveTo>
                    <a:pt x="143" y="4"/>
                  </a:moveTo>
                  <a:lnTo>
                    <a:pt x="143" y="0"/>
                  </a:lnTo>
                  <a:lnTo>
                    <a:pt x="48" y="10"/>
                  </a:lnTo>
                  <a:lnTo>
                    <a:pt x="69" y="40"/>
                  </a:lnTo>
                  <a:lnTo>
                    <a:pt x="0" y="55"/>
                  </a:lnTo>
                  <a:lnTo>
                    <a:pt x="5" y="71"/>
                  </a:lnTo>
                  <a:lnTo>
                    <a:pt x="86" y="45"/>
                  </a:lnTo>
                  <a:lnTo>
                    <a:pt x="67" y="20"/>
                  </a:lnTo>
                  <a:lnTo>
                    <a:pt x="143"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17" name="组合 316"/>
          <p:cNvGrpSpPr/>
          <p:nvPr/>
        </p:nvGrpSpPr>
        <p:grpSpPr>
          <a:xfrm>
            <a:off x="413360" y="2724017"/>
            <a:ext cx="1144490" cy="1455600"/>
            <a:chOff x="304801" y="2559050"/>
            <a:chExt cx="1290637" cy="1641475"/>
          </a:xfrm>
          <a:solidFill>
            <a:schemeClr val="tx1">
              <a:lumMod val="65000"/>
              <a:lumOff val="35000"/>
            </a:schemeClr>
          </a:solidFill>
        </p:grpSpPr>
        <p:sp>
          <p:nvSpPr>
            <p:cNvPr id="318" name="Freeform 66"/>
            <p:cNvSpPr>
              <a:spLocks/>
            </p:cNvSpPr>
            <p:nvPr/>
          </p:nvSpPr>
          <p:spPr bwMode="auto">
            <a:xfrm>
              <a:off x="1136651" y="3087688"/>
              <a:ext cx="55563" cy="190500"/>
            </a:xfrm>
            <a:custGeom>
              <a:avLst/>
              <a:gdLst>
                <a:gd name="T0" fmla="*/ 12 w 31"/>
                <a:gd name="T1" fmla="*/ 1 h 109"/>
                <a:gd name="T2" fmla="*/ 1 w 31"/>
                <a:gd name="T3" fmla="*/ 0 h 109"/>
                <a:gd name="T4" fmla="*/ 5 w 31"/>
                <a:gd name="T5" fmla="*/ 63 h 109"/>
                <a:gd name="T6" fmla="*/ 2 w 31"/>
                <a:gd name="T7" fmla="*/ 104 h 109"/>
                <a:gd name="T8" fmla="*/ 0 w 31"/>
                <a:gd name="T9" fmla="*/ 109 h 109"/>
                <a:gd name="T10" fmla="*/ 11 w 31"/>
                <a:gd name="T11" fmla="*/ 104 h 109"/>
                <a:gd name="T12" fmla="*/ 28 w 31"/>
                <a:gd name="T13" fmla="*/ 81 h 109"/>
                <a:gd name="T14" fmla="*/ 31 w 31"/>
                <a:gd name="T15" fmla="*/ 59 h 109"/>
                <a:gd name="T16" fmla="*/ 22 w 31"/>
                <a:gd name="T17" fmla="*/ 0 h 109"/>
                <a:gd name="T18" fmla="*/ 12 w 31"/>
                <a:gd name="T19" fmla="*/ 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109">
                  <a:moveTo>
                    <a:pt x="12" y="1"/>
                  </a:moveTo>
                  <a:cubicBezTo>
                    <a:pt x="9" y="1"/>
                    <a:pt x="5" y="0"/>
                    <a:pt x="1" y="0"/>
                  </a:cubicBezTo>
                  <a:cubicBezTo>
                    <a:pt x="4" y="25"/>
                    <a:pt x="5" y="46"/>
                    <a:pt x="5" y="63"/>
                  </a:cubicBezTo>
                  <a:cubicBezTo>
                    <a:pt x="5" y="80"/>
                    <a:pt x="4" y="92"/>
                    <a:pt x="2" y="104"/>
                  </a:cubicBezTo>
                  <a:cubicBezTo>
                    <a:pt x="1" y="105"/>
                    <a:pt x="1" y="107"/>
                    <a:pt x="0" y="109"/>
                  </a:cubicBezTo>
                  <a:cubicBezTo>
                    <a:pt x="4" y="108"/>
                    <a:pt x="7" y="107"/>
                    <a:pt x="11" y="104"/>
                  </a:cubicBezTo>
                  <a:cubicBezTo>
                    <a:pt x="21" y="98"/>
                    <a:pt x="26" y="88"/>
                    <a:pt x="28" y="81"/>
                  </a:cubicBezTo>
                  <a:cubicBezTo>
                    <a:pt x="30" y="73"/>
                    <a:pt x="31" y="66"/>
                    <a:pt x="31" y="59"/>
                  </a:cubicBezTo>
                  <a:cubicBezTo>
                    <a:pt x="31" y="43"/>
                    <a:pt x="28" y="25"/>
                    <a:pt x="22" y="0"/>
                  </a:cubicBezTo>
                  <a:cubicBezTo>
                    <a:pt x="19" y="0"/>
                    <a:pt x="16" y="1"/>
                    <a:pt x="1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 name="Freeform 67"/>
            <p:cNvSpPr>
              <a:spLocks/>
            </p:cNvSpPr>
            <p:nvPr/>
          </p:nvSpPr>
          <p:spPr bwMode="auto">
            <a:xfrm>
              <a:off x="558801" y="2559050"/>
              <a:ext cx="355600" cy="357188"/>
            </a:xfrm>
            <a:custGeom>
              <a:avLst/>
              <a:gdLst>
                <a:gd name="T0" fmla="*/ 136 w 204"/>
                <a:gd name="T1" fmla="*/ 19 h 204"/>
                <a:gd name="T2" fmla="*/ 19 w 204"/>
                <a:gd name="T3" fmla="*/ 69 h 204"/>
                <a:gd name="T4" fmla="*/ 69 w 204"/>
                <a:gd name="T5" fmla="*/ 186 h 204"/>
                <a:gd name="T6" fmla="*/ 186 w 204"/>
                <a:gd name="T7" fmla="*/ 136 h 204"/>
                <a:gd name="T8" fmla="*/ 136 w 204"/>
                <a:gd name="T9" fmla="*/ 19 h 204"/>
              </a:gdLst>
              <a:ahLst/>
              <a:cxnLst>
                <a:cxn ang="0">
                  <a:pos x="T0" y="T1"/>
                </a:cxn>
                <a:cxn ang="0">
                  <a:pos x="T2" y="T3"/>
                </a:cxn>
                <a:cxn ang="0">
                  <a:pos x="T4" y="T5"/>
                </a:cxn>
                <a:cxn ang="0">
                  <a:pos x="T6" y="T7"/>
                </a:cxn>
                <a:cxn ang="0">
                  <a:pos x="T8" y="T9"/>
                </a:cxn>
              </a:cxnLst>
              <a:rect l="0" t="0" r="r" b="b"/>
              <a:pathLst>
                <a:path w="204" h="204">
                  <a:moveTo>
                    <a:pt x="136" y="19"/>
                  </a:moveTo>
                  <a:cubicBezTo>
                    <a:pt x="90" y="0"/>
                    <a:pt x="37" y="23"/>
                    <a:pt x="19" y="69"/>
                  </a:cubicBezTo>
                  <a:cubicBezTo>
                    <a:pt x="0" y="115"/>
                    <a:pt x="23" y="167"/>
                    <a:pt x="69" y="186"/>
                  </a:cubicBezTo>
                  <a:cubicBezTo>
                    <a:pt x="115" y="204"/>
                    <a:pt x="167" y="182"/>
                    <a:pt x="186" y="136"/>
                  </a:cubicBezTo>
                  <a:cubicBezTo>
                    <a:pt x="204" y="90"/>
                    <a:pt x="182" y="37"/>
                    <a:pt x="136"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 name="Freeform 68"/>
            <p:cNvSpPr>
              <a:spLocks/>
            </p:cNvSpPr>
            <p:nvPr/>
          </p:nvSpPr>
          <p:spPr bwMode="auto">
            <a:xfrm>
              <a:off x="304801" y="2863850"/>
              <a:ext cx="539750" cy="1336675"/>
            </a:xfrm>
            <a:custGeom>
              <a:avLst/>
              <a:gdLst>
                <a:gd name="T0" fmla="*/ 307 w 309"/>
                <a:gd name="T1" fmla="*/ 282 h 764"/>
                <a:gd name="T2" fmla="*/ 209 w 309"/>
                <a:gd name="T3" fmla="*/ 261 h 764"/>
                <a:gd name="T4" fmla="*/ 164 w 309"/>
                <a:gd name="T5" fmla="*/ 238 h 764"/>
                <a:gd name="T6" fmla="*/ 157 w 309"/>
                <a:gd name="T7" fmla="*/ 254 h 764"/>
                <a:gd name="T8" fmla="*/ 147 w 309"/>
                <a:gd name="T9" fmla="*/ 278 h 764"/>
                <a:gd name="T10" fmla="*/ 142 w 309"/>
                <a:gd name="T11" fmla="*/ 309 h 764"/>
                <a:gd name="T12" fmla="*/ 140 w 309"/>
                <a:gd name="T13" fmla="*/ 303 h 764"/>
                <a:gd name="T14" fmla="*/ 153 w 309"/>
                <a:gd name="T15" fmla="*/ 230 h 764"/>
                <a:gd name="T16" fmla="*/ 132 w 309"/>
                <a:gd name="T17" fmla="*/ 210 h 764"/>
                <a:gd name="T18" fmla="*/ 89 w 309"/>
                <a:gd name="T19" fmla="*/ 96 h 764"/>
                <a:gd name="T20" fmla="*/ 91 w 309"/>
                <a:gd name="T21" fmla="*/ 73 h 764"/>
                <a:gd name="T22" fmla="*/ 130 w 309"/>
                <a:gd name="T23" fmla="*/ 40 h 764"/>
                <a:gd name="T24" fmla="*/ 137 w 309"/>
                <a:gd name="T25" fmla="*/ 41 h 764"/>
                <a:gd name="T26" fmla="*/ 169 w 309"/>
                <a:gd name="T27" fmla="*/ 87 h 764"/>
                <a:gd name="T28" fmla="*/ 169 w 309"/>
                <a:gd name="T29" fmla="*/ 89 h 764"/>
                <a:gd name="T30" fmla="*/ 169 w 309"/>
                <a:gd name="T31" fmla="*/ 96 h 764"/>
                <a:gd name="T32" fmla="*/ 180 w 309"/>
                <a:gd name="T33" fmla="*/ 140 h 764"/>
                <a:gd name="T34" fmla="*/ 198 w 309"/>
                <a:gd name="T35" fmla="*/ 163 h 764"/>
                <a:gd name="T36" fmla="*/ 233 w 309"/>
                <a:gd name="T37" fmla="*/ 120 h 764"/>
                <a:gd name="T38" fmla="*/ 229 w 309"/>
                <a:gd name="T39" fmla="*/ 114 h 764"/>
                <a:gd name="T40" fmla="*/ 204 w 309"/>
                <a:gd name="T41" fmla="*/ 68 h 764"/>
                <a:gd name="T42" fmla="*/ 199 w 309"/>
                <a:gd name="T43" fmla="*/ 53 h 764"/>
                <a:gd name="T44" fmla="*/ 198 w 309"/>
                <a:gd name="T45" fmla="*/ 52 h 764"/>
                <a:gd name="T46" fmla="*/ 169 w 309"/>
                <a:gd name="T47" fmla="*/ 14 h 764"/>
                <a:gd name="T48" fmla="*/ 56 w 309"/>
                <a:gd name="T49" fmla="*/ 66 h 764"/>
                <a:gd name="T50" fmla="*/ 0 w 309"/>
                <a:gd name="T51" fmla="*/ 282 h 764"/>
                <a:gd name="T52" fmla="*/ 51 w 309"/>
                <a:gd name="T53" fmla="*/ 359 h 764"/>
                <a:gd name="T54" fmla="*/ 68 w 309"/>
                <a:gd name="T55" fmla="*/ 504 h 764"/>
                <a:gd name="T56" fmla="*/ 35 w 309"/>
                <a:gd name="T57" fmla="*/ 697 h 764"/>
                <a:gd name="T58" fmla="*/ 64 w 309"/>
                <a:gd name="T59" fmla="*/ 761 h 764"/>
                <a:gd name="T60" fmla="*/ 82 w 309"/>
                <a:gd name="T61" fmla="*/ 764 h 764"/>
                <a:gd name="T62" fmla="*/ 129 w 309"/>
                <a:gd name="T63" fmla="*/ 731 h 764"/>
                <a:gd name="T64" fmla="*/ 168 w 309"/>
                <a:gd name="T65" fmla="*/ 504 h 764"/>
                <a:gd name="T66" fmla="*/ 151 w 309"/>
                <a:gd name="T67" fmla="*/ 346 h 764"/>
                <a:gd name="T68" fmla="*/ 172 w 309"/>
                <a:gd name="T69" fmla="*/ 369 h 764"/>
                <a:gd name="T70" fmla="*/ 186 w 309"/>
                <a:gd name="T71" fmla="*/ 379 h 764"/>
                <a:gd name="T72" fmla="*/ 190 w 309"/>
                <a:gd name="T73" fmla="*/ 390 h 764"/>
                <a:gd name="T74" fmla="*/ 209 w 309"/>
                <a:gd name="T75" fmla="*/ 523 h 764"/>
                <a:gd name="T76" fmla="*/ 177 w 309"/>
                <a:gd name="T77" fmla="*/ 697 h 764"/>
                <a:gd name="T78" fmla="*/ 207 w 309"/>
                <a:gd name="T79" fmla="*/ 761 h 764"/>
                <a:gd name="T80" fmla="*/ 224 w 309"/>
                <a:gd name="T81" fmla="*/ 764 h 764"/>
                <a:gd name="T82" fmla="*/ 271 w 309"/>
                <a:gd name="T83" fmla="*/ 731 h 764"/>
                <a:gd name="T84" fmla="*/ 309 w 309"/>
                <a:gd name="T85" fmla="*/ 523 h 764"/>
                <a:gd name="T86" fmla="*/ 281 w 309"/>
                <a:gd name="T87" fmla="*/ 345 h 764"/>
                <a:gd name="T88" fmla="*/ 277 w 309"/>
                <a:gd name="T89" fmla="*/ 335 h 764"/>
                <a:gd name="T90" fmla="*/ 307 w 309"/>
                <a:gd name="T91" fmla="*/ 282 h 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9" h="764">
                  <a:moveTo>
                    <a:pt x="307" y="282"/>
                  </a:moveTo>
                  <a:cubicBezTo>
                    <a:pt x="270" y="279"/>
                    <a:pt x="237" y="272"/>
                    <a:pt x="209" y="261"/>
                  </a:cubicBezTo>
                  <a:cubicBezTo>
                    <a:pt x="193" y="255"/>
                    <a:pt x="178" y="247"/>
                    <a:pt x="164" y="238"/>
                  </a:cubicBezTo>
                  <a:cubicBezTo>
                    <a:pt x="162" y="243"/>
                    <a:pt x="159" y="249"/>
                    <a:pt x="157" y="254"/>
                  </a:cubicBezTo>
                  <a:cubicBezTo>
                    <a:pt x="154" y="262"/>
                    <a:pt x="150" y="270"/>
                    <a:pt x="147" y="278"/>
                  </a:cubicBezTo>
                  <a:cubicBezTo>
                    <a:pt x="143" y="290"/>
                    <a:pt x="142" y="300"/>
                    <a:pt x="142" y="309"/>
                  </a:cubicBezTo>
                  <a:cubicBezTo>
                    <a:pt x="141" y="307"/>
                    <a:pt x="140" y="305"/>
                    <a:pt x="140" y="303"/>
                  </a:cubicBezTo>
                  <a:cubicBezTo>
                    <a:pt x="141" y="279"/>
                    <a:pt x="146" y="254"/>
                    <a:pt x="153" y="230"/>
                  </a:cubicBezTo>
                  <a:cubicBezTo>
                    <a:pt x="145" y="224"/>
                    <a:pt x="138" y="217"/>
                    <a:pt x="132" y="210"/>
                  </a:cubicBezTo>
                  <a:cubicBezTo>
                    <a:pt x="94" y="168"/>
                    <a:pt x="89" y="121"/>
                    <a:pt x="89" y="96"/>
                  </a:cubicBezTo>
                  <a:cubicBezTo>
                    <a:pt x="89" y="84"/>
                    <a:pt x="90" y="76"/>
                    <a:pt x="91" y="73"/>
                  </a:cubicBezTo>
                  <a:cubicBezTo>
                    <a:pt x="94" y="54"/>
                    <a:pt x="111" y="40"/>
                    <a:pt x="130" y="40"/>
                  </a:cubicBezTo>
                  <a:cubicBezTo>
                    <a:pt x="132" y="40"/>
                    <a:pt x="135" y="40"/>
                    <a:pt x="137" y="41"/>
                  </a:cubicBezTo>
                  <a:cubicBezTo>
                    <a:pt x="159" y="45"/>
                    <a:pt x="173" y="66"/>
                    <a:pt x="169" y="87"/>
                  </a:cubicBezTo>
                  <a:cubicBezTo>
                    <a:pt x="169" y="87"/>
                    <a:pt x="169" y="88"/>
                    <a:pt x="169" y="89"/>
                  </a:cubicBezTo>
                  <a:cubicBezTo>
                    <a:pt x="169" y="90"/>
                    <a:pt x="169" y="93"/>
                    <a:pt x="169" y="96"/>
                  </a:cubicBezTo>
                  <a:cubicBezTo>
                    <a:pt x="169" y="105"/>
                    <a:pt x="170" y="123"/>
                    <a:pt x="180" y="140"/>
                  </a:cubicBezTo>
                  <a:cubicBezTo>
                    <a:pt x="183" y="147"/>
                    <a:pt x="189" y="155"/>
                    <a:pt x="198" y="163"/>
                  </a:cubicBezTo>
                  <a:cubicBezTo>
                    <a:pt x="208" y="149"/>
                    <a:pt x="220" y="135"/>
                    <a:pt x="233" y="120"/>
                  </a:cubicBezTo>
                  <a:cubicBezTo>
                    <a:pt x="232" y="118"/>
                    <a:pt x="230" y="116"/>
                    <a:pt x="229" y="114"/>
                  </a:cubicBezTo>
                  <a:cubicBezTo>
                    <a:pt x="217" y="96"/>
                    <a:pt x="209" y="80"/>
                    <a:pt x="204" y="68"/>
                  </a:cubicBezTo>
                  <a:cubicBezTo>
                    <a:pt x="202" y="62"/>
                    <a:pt x="200" y="57"/>
                    <a:pt x="199" y="53"/>
                  </a:cubicBezTo>
                  <a:cubicBezTo>
                    <a:pt x="199" y="53"/>
                    <a:pt x="198" y="52"/>
                    <a:pt x="198" y="52"/>
                  </a:cubicBezTo>
                  <a:cubicBezTo>
                    <a:pt x="194" y="35"/>
                    <a:pt x="184" y="20"/>
                    <a:pt x="169" y="14"/>
                  </a:cubicBezTo>
                  <a:cubicBezTo>
                    <a:pt x="137" y="0"/>
                    <a:pt x="85" y="11"/>
                    <a:pt x="56" y="66"/>
                  </a:cubicBezTo>
                  <a:cubicBezTo>
                    <a:pt x="17" y="141"/>
                    <a:pt x="3" y="192"/>
                    <a:pt x="0" y="282"/>
                  </a:cubicBezTo>
                  <a:cubicBezTo>
                    <a:pt x="1" y="330"/>
                    <a:pt x="25" y="350"/>
                    <a:pt x="51" y="359"/>
                  </a:cubicBezTo>
                  <a:cubicBezTo>
                    <a:pt x="59" y="393"/>
                    <a:pt x="68" y="444"/>
                    <a:pt x="68" y="504"/>
                  </a:cubicBezTo>
                  <a:cubicBezTo>
                    <a:pt x="68" y="563"/>
                    <a:pt x="60" y="629"/>
                    <a:pt x="35" y="697"/>
                  </a:cubicBezTo>
                  <a:cubicBezTo>
                    <a:pt x="25" y="723"/>
                    <a:pt x="39" y="751"/>
                    <a:pt x="64" y="761"/>
                  </a:cubicBezTo>
                  <a:cubicBezTo>
                    <a:pt x="70" y="763"/>
                    <a:pt x="76" y="764"/>
                    <a:pt x="82" y="764"/>
                  </a:cubicBezTo>
                  <a:cubicBezTo>
                    <a:pt x="102" y="764"/>
                    <a:pt x="121" y="752"/>
                    <a:pt x="129" y="731"/>
                  </a:cubicBezTo>
                  <a:cubicBezTo>
                    <a:pt x="159" y="650"/>
                    <a:pt x="168" y="572"/>
                    <a:pt x="168" y="504"/>
                  </a:cubicBezTo>
                  <a:cubicBezTo>
                    <a:pt x="168" y="440"/>
                    <a:pt x="160" y="386"/>
                    <a:pt x="151" y="346"/>
                  </a:cubicBezTo>
                  <a:cubicBezTo>
                    <a:pt x="156" y="356"/>
                    <a:pt x="164" y="363"/>
                    <a:pt x="172" y="369"/>
                  </a:cubicBezTo>
                  <a:cubicBezTo>
                    <a:pt x="177" y="373"/>
                    <a:pt x="181" y="376"/>
                    <a:pt x="186" y="379"/>
                  </a:cubicBezTo>
                  <a:cubicBezTo>
                    <a:pt x="187" y="382"/>
                    <a:pt x="189" y="386"/>
                    <a:pt x="190" y="390"/>
                  </a:cubicBezTo>
                  <a:cubicBezTo>
                    <a:pt x="199" y="419"/>
                    <a:pt x="209" y="465"/>
                    <a:pt x="209" y="523"/>
                  </a:cubicBezTo>
                  <a:cubicBezTo>
                    <a:pt x="209" y="573"/>
                    <a:pt x="201" y="632"/>
                    <a:pt x="177" y="697"/>
                  </a:cubicBezTo>
                  <a:cubicBezTo>
                    <a:pt x="168" y="723"/>
                    <a:pt x="181" y="751"/>
                    <a:pt x="207" y="761"/>
                  </a:cubicBezTo>
                  <a:cubicBezTo>
                    <a:pt x="213" y="763"/>
                    <a:pt x="219" y="764"/>
                    <a:pt x="224" y="764"/>
                  </a:cubicBezTo>
                  <a:cubicBezTo>
                    <a:pt x="245" y="764"/>
                    <a:pt x="264" y="752"/>
                    <a:pt x="271" y="731"/>
                  </a:cubicBezTo>
                  <a:cubicBezTo>
                    <a:pt x="300" y="655"/>
                    <a:pt x="309" y="584"/>
                    <a:pt x="309" y="523"/>
                  </a:cubicBezTo>
                  <a:cubicBezTo>
                    <a:pt x="309" y="443"/>
                    <a:pt x="293" y="381"/>
                    <a:pt x="281" y="345"/>
                  </a:cubicBezTo>
                  <a:cubicBezTo>
                    <a:pt x="279" y="342"/>
                    <a:pt x="278" y="338"/>
                    <a:pt x="277" y="335"/>
                  </a:cubicBezTo>
                  <a:cubicBezTo>
                    <a:pt x="285" y="317"/>
                    <a:pt x="296" y="299"/>
                    <a:pt x="307" y="2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 name="Freeform 69"/>
            <p:cNvSpPr>
              <a:spLocks/>
            </p:cNvSpPr>
            <p:nvPr/>
          </p:nvSpPr>
          <p:spPr bwMode="auto">
            <a:xfrm>
              <a:off x="661988" y="2952750"/>
              <a:ext cx="350838" cy="268288"/>
            </a:xfrm>
            <a:custGeom>
              <a:avLst/>
              <a:gdLst>
                <a:gd name="T0" fmla="*/ 132 w 201"/>
                <a:gd name="T1" fmla="*/ 152 h 153"/>
                <a:gd name="T2" fmla="*/ 134 w 201"/>
                <a:gd name="T3" fmla="*/ 153 h 153"/>
                <a:gd name="T4" fmla="*/ 104 w 201"/>
                <a:gd name="T5" fmla="*/ 98 h 153"/>
                <a:gd name="T6" fmla="*/ 104 w 201"/>
                <a:gd name="T7" fmla="*/ 98 h 153"/>
                <a:gd name="T8" fmla="*/ 104 w 201"/>
                <a:gd name="T9" fmla="*/ 97 h 153"/>
                <a:gd name="T10" fmla="*/ 102 w 201"/>
                <a:gd name="T11" fmla="*/ 67 h 153"/>
                <a:gd name="T12" fmla="*/ 123 w 201"/>
                <a:gd name="T13" fmla="*/ 44 h 153"/>
                <a:gd name="T14" fmla="*/ 140 w 201"/>
                <a:gd name="T15" fmla="*/ 40 h 153"/>
                <a:gd name="T16" fmla="*/ 176 w 201"/>
                <a:gd name="T17" fmla="*/ 62 h 153"/>
                <a:gd name="T18" fmla="*/ 177 w 201"/>
                <a:gd name="T19" fmla="*/ 64 h 153"/>
                <a:gd name="T20" fmla="*/ 180 w 201"/>
                <a:gd name="T21" fmla="*/ 70 h 153"/>
                <a:gd name="T22" fmla="*/ 190 w 201"/>
                <a:gd name="T23" fmla="*/ 89 h 153"/>
                <a:gd name="T24" fmla="*/ 195 w 201"/>
                <a:gd name="T25" fmla="*/ 98 h 153"/>
                <a:gd name="T26" fmla="*/ 192 w 201"/>
                <a:gd name="T27" fmla="*/ 72 h 153"/>
                <a:gd name="T28" fmla="*/ 201 w 201"/>
                <a:gd name="T29" fmla="*/ 42 h 153"/>
                <a:gd name="T30" fmla="*/ 192 w 201"/>
                <a:gd name="T31" fmla="*/ 30 h 153"/>
                <a:gd name="T32" fmla="*/ 68 w 201"/>
                <a:gd name="T33" fmla="*/ 42 h 153"/>
                <a:gd name="T34" fmla="*/ 0 w 201"/>
                <a:gd name="T35" fmla="*/ 117 h 153"/>
                <a:gd name="T36" fmla="*/ 34 w 201"/>
                <a:gd name="T37" fmla="*/ 136 h 153"/>
                <a:gd name="T38" fmla="*/ 132 w 201"/>
                <a:gd name="T39" fmla="*/ 152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1" h="153">
                  <a:moveTo>
                    <a:pt x="132" y="152"/>
                  </a:moveTo>
                  <a:cubicBezTo>
                    <a:pt x="133" y="152"/>
                    <a:pt x="133" y="152"/>
                    <a:pt x="134" y="153"/>
                  </a:cubicBezTo>
                  <a:cubicBezTo>
                    <a:pt x="119" y="128"/>
                    <a:pt x="108" y="104"/>
                    <a:pt x="104" y="98"/>
                  </a:cubicBezTo>
                  <a:cubicBezTo>
                    <a:pt x="104" y="98"/>
                    <a:pt x="104" y="98"/>
                    <a:pt x="104" y="98"/>
                  </a:cubicBezTo>
                  <a:cubicBezTo>
                    <a:pt x="104" y="97"/>
                    <a:pt x="104" y="97"/>
                    <a:pt x="104" y="97"/>
                  </a:cubicBezTo>
                  <a:cubicBezTo>
                    <a:pt x="100" y="88"/>
                    <a:pt x="99" y="77"/>
                    <a:pt x="102" y="67"/>
                  </a:cubicBezTo>
                  <a:cubicBezTo>
                    <a:pt x="106" y="56"/>
                    <a:pt x="113" y="48"/>
                    <a:pt x="123" y="44"/>
                  </a:cubicBezTo>
                  <a:cubicBezTo>
                    <a:pt x="128" y="41"/>
                    <a:pt x="134" y="40"/>
                    <a:pt x="140" y="40"/>
                  </a:cubicBezTo>
                  <a:cubicBezTo>
                    <a:pt x="155" y="40"/>
                    <a:pt x="170" y="49"/>
                    <a:pt x="176" y="62"/>
                  </a:cubicBezTo>
                  <a:cubicBezTo>
                    <a:pt x="177" y="64"/>
                    <a:pt x="177" y="64"/>
                    <a:pt x="177" y="64"/>
                  </a:cubicBezTo>
                  <a:cubicBezTo>
                    <a:pt x="178" y="66"/>
                    <a:pt x="179" y="67"/>
                    <a:pt x="180" y="70"/>
                  </a:cubicBezTo>
                  <a:cubicBezTo>
                    <a:pt x="182" y="74"/>
                    <a:pt x="186" y="81"/>
                    <a:pt x="190" y="89"/>
                  </a:cubicBezTo>
                  <a:cubicBezTo>
                    <a:pt x="191" y="92"/>
                    <a:pt x="193" y="95"/>
                    <a:pt x="195" y="98"/>
                  </a:cubicBezTo>
                  <a:cubicBezTo>
                    <a:pt x="194" y="90"/>
                    <a:pt x="193" y="81"/>
                    <a:pt x="192" y="72"/>
                  </a:cubicBezTo>
                  <a:cubicBezTo>
                    <a:pt x="191" y="61"/>
                    <a:pt x="194" y="50"/>
                    <a:pt x="201" y="42"/>
                  </a:cubicBezTo>
                  <a:cubicBezTo>
                    <a:pt x="199" y="38"/>
                    <a:pt x="196" y="34"/>
                    <a:pt x="192" y="30"/>
                  </a:cubicBezTo>
                  <a:cubicBezTo>
                    <a:pt x="166" y="7"/>
                    <a:pt x="114" y="0"/>
                    <a:pt x="68" y="42"/>
                  </a:cubicBezTo>
                  <a:cubicBezTo>
                    <a:pt x="40" y="68"/>
                    <a:pt x="18" y="92"/>
                    <a:pt x="0" y="117"/>
                  </a:cubicBezTo>
                  <a:cubicBezTo>
                    <a:pt x="9" y="124"/>
                    <a:pt x="19" y="130"/>
                    <a:pt x="34" y="136"/>
                  </a:cubicBezTo>
                  <a:cubicBezTo>
                    <a:pt x="60" y="146"/>
                    <a:pt x="93" y="151"/>
                    <a:pt x="132"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 name="Freeform 70"/>
            <p:cNvSpPr>
              <a:spLocks/>
            </p:cNvSpPr>
            <p:nvPr/>
          </p:nvSpPr>
          <p:spPr bwMode="auto">
            <a:xfrm>
              <a:off x="474663" y="2941638"/>
              <a:ext cx="471488" cy="403225"/>
            </a:xfrm>
            <a:custGeom>
              <a:avLst/>
              <a:gdLst>
                <a:gd name="T0" fmla="*/ 270 w 270"/>
                <a:gd name="T1" fmla="*/ 200 h 230"/>
                <a:gd name="T2" fmla="*/ 247 w 270"/>
                <a:gd name="T3" fmla="*/ 168 h 230"/>
                <a:gd name="T4" fmla="*/ 238 w 270"/>
                <a:gd name="T5" fmla="*/ 166 h 230"/>
                <a:gd name="T6" fmla="*/ 138 w 270"/>
                <a:gd name="T7" fmla="*/ 149 h 230"/>
                <a:gd name="T8" fmla="*/ 76 w 270"/>
                <a:gd name="T9" fmla="*/ 99 h 230"/>
                <a:gd name="T10" fmla="*/ 64 w 270"/>
                <a:gd name="T11" fmla="*/ 51 h 230"/>
                <a:gd name="T12" fmla="*/ 64 w 270"/>
                <a:gd name="T13" fmla="*/ 43 h 230"/>
                <a:gd name="T14" fmla="*/ 64 w 270"/>
                <a:gd name="T15" fmla="*/ 41 h 230"/>
                <a:gd name="T16" fmla="*/ 64 w 270"/>
                <a:gd name="T17" fmla="*/ 41 h 230"/>
                <a:gd name="T18" fmla="*/ 39 w 270"/>
                <a:gd name="T19" fmla="*/ 4 h 230"/>
                <a:gd name="T20" fmla="*/ 2 w 270"/>
                <a:gd name="T21" fmla="*/ 29 h 230"/>
                <a:gd name="T22" fmla="*/ 0 w 270"/>
                <a:gd name="T23" fmla="*/ 51 h 230"/>
                <a:gd name="T24" fmla="*/ 41 w 270"/>
                <a:gd name="T25" fmla="*/ 160 h 230"/>
                <a:gd name="T26" fmla="*/ 115 w 270"/>
                <a:gd name="T27" fmla="*/ 209 h 230"/>
                <a:gd name="T28" fmla="*/ 237 w 270"/>
                <a:gd name="T29" fmla="*/ 230 h 230"/>
                <a:gd name="T30" fmla="*/ 238 w 270"/>
                <a:gd name="T31" fmla="*/ 230 h 230"/>
                <a:gd name="T32" fmla="*/ 270 w 270"/>
                <a:gd name="T33" fmla="*/ 20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0" h="230">
                  <a:moveTo>
                    <a:pt x="270" y="200"/>
                  </a:moveTo>
                  <a:cubicBezTo>
                    <a:pt x="262" y="191"/>
                    <a:pt x="255" y="181"/>
                    <a:pt x="247" y="168"/>
                  </a:cubicBezTo>
                  <a:cubicBezTo>
                    <a:pt x="244" y="167"/>
                    <a:pt x="241" y="166"/>
                    <a:pt x="238" y="166"/>
                  </a:cubicBezTo>
                  <a:cubicBezTo>
                    <a:pt x="195" y="165"/>
                    <a:pt x="162" y="158"/>
                    <a:pt x="138" y="149"/>
                  </a:cubicBezTo>
                  <a:cubicBezTo>
                    <a:pt x="102" y="135"/>
                    <a:pt x="86" y="117"/>
                    <a:pt x="76" y="99"/>
                  </a:cubicBezTo>
                  <a:cubicBezTo>
                    <a:pt x="66" y="81"/>
                    <a:pt x="64" y="63"/>
                    <a:pt x="64" y="51"/>
                  </a:cubicBezTo>
                  <a:cubicBezTo>
                    <a:pt x="64" y="48"/>
                    <a:pt x="64" y="45"/>
                    <a:pt x="64" y="43"/>
                  </a:cubicBezTo>
                  <a:cubicBezTo>
                    <a:pt x="64" y="42"/>
                    <a:pt x="64" y="41"/>
                    <a:pt x="64" y="41"/>
                  </a:cubicBezTo>
                  <a:cubicBezTo>
                    <a:pt x="64" y="41"/>
                    <a:pt x="64" y="41"/>
                    <a:pt x="64" y="41"/>
                  </a:cubicBezTo>
                  <a:cubicBezTo>
                    <a:pt x="68" y="23"/>
                    <a:pt x="56" y="7"/>
                    <a:pt x="39" y="4"/>
                  </a:cubicBezTo>
                  <a:cubicBezTo>
                    <a:pt x="22" y="0"/>
                    <a:pt x="5" y="12"/>
                    <a:pt x="2" y="29"/>
                  </a:cubicBezTo>
                  <a:cubicBezTo>
                    <a:pt x="1" y="31"/>
                    <a:pt x="0" y="39"/>
                    <a:pt x="0" y="51"/>
                  </a:cubicBezTo>
                  <a:cubicBezTo>
                    <a:pt x="0" y="76"/>
                    <a:pt x="6" y="121"/>
                    <a:pt x="41" y="160"/>
                  </a:cubicBezTo>
                  <a:cubicBezTo>
                    <a:pt x="58" y="179"/>
                    <a:pt x="83" y="197"/>
                    <a:pt x="115" y="209"/>
                  </a:cubicBezTo>
                  <a:cubicBezTo>
                    <a:pt x="147" y="221"/>
                    <a:pt x="187" y="229"/>
                    <a:pt x="237" y="230"/>
                  </a:cubicBezTo>
                  <a:cubicBezTo>
                    <a:pt x="237" y="230"/>
                    <a:pt x="237" y="230"/>
                    <a:pt x="238" y="230"/>
                  </a:cubicBezTo>
                  <a:cubicBezTo>
                    <a:pt x="255" y="230"/>
                    <a:pt x="268" y="217"/>
                    <a:pt x="270"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 name="Freeform 71"/>
            <p:cNvSpPr>
              <a:spLocks/>
            </p:cNvSpPr>
            <p:nvPr/>
          </p:nvSpPr>
          <p:spPr bwMode="auto">
            <a:xfrm>
              <a:off x="1263651" y="3113088"/>
              <a:ext cx="250825" cy="417513"/>
            </a:xfrm>
            <a:custGeom>
              <a:avLst/>
              <a:gdLst>
                <a:gd name="T0" fmla="*/ 8 w 144"/>
                <a:gd name="T1" fmla="*/ 4 h 238"/>
                <a:gd name="T2" fmla="*/ 54 w 144"/>
                <a:gd name="T3" fmla="*/ 126 h 238"/>
                <a:gd name="T4" fmla="*/ 31 w 144"/>
                <a:gd name="T5" fmla="*/ 124 h 238"/>
                <a:gd name="T6" fmla="*/ 82 w 144"/>
                <a:gd name="T7" fmla="*/ 194 h 238"/>
                <a:gd name="T8" fmla="*/ 80 w 144"/>
                <a:gd name="T9" fmla="*/ 165 h 238"/>
                <a:gd name="T10" fmla="*/ 131 w 144"/>
                <a:gd name="T11" fmla="*/ 229 h 238"/>
                <a:gd name="T12" fmla="*/ 8 w 144"/>
                <a:gd name="T13" fmla="*/ 4 h 238"/>
              </a:gdLst>
              <a:ahLst/>
              <a:cxnLst>
                <a:cxn ang="0">
                  <a:pos x="T0" y="T1"/>
                </a:cxn>
                <a:cxn ang="0">
                  <a:pos x="T2" y="T3"/>
                </a:cxn>
                <a:cxn ang="0">
                  <a:pos x="T4" y="T5"/>
                </a:cxn>
                <a:cxn ang="0">
                  <a:pos x="T6" y="T7"/>
                </a:cxn>
                <a:cxn ang="0">
                  <a:pos x="T8" y="T9"/>
                </a:cxn>
                <a:cxn ang="0">
                  <a:pos x="T10" y="T11"/>
                </a:cxn>
                <a:cxn ang="0">
                  <a:pos x="T12" y="T13"/>
                </a:cxn>
              </a:cxnLst>
              <a:rect l="0" t="0" r="r" b="b"/>
              <a:pathLst>
                <a:path w="144" h="238">
                  <a:moveTo>
                    <a:pt x="8" y="4"/>
                  </a:moveTo>
                  <a:cubicBezTo>
                    <a:pt x="0" y="7"/>
                    <a:pt x="61" y="122"/>
                    <a:pt x="54" y="126"/>
                  </a:cubicBezTo>
                  <a:cubicBezTo>
                    <a:pt x="46" y="130"/>
                    <a:pt x="35" y="117"/>
                    <a:pt x="31" y="124"/>
                  </a:cubicBezTo>
                  <a:cubicBezTo>
                    <a:pt x="27" y="131"/>
                    <a:pt x="75" y="197"/>
                    <a:pt x="82" y="194"/>
                  </a:cubicBezTo>
                  <a:cubicBezTo>
                    <a:pt x="89" y="191"/>
                    <a:pt x="73" y="168"/>
                    <a:pt x="80" y="165"/>
                  </a:cubicBezTo>
                  <a:cubicBezTo>
                    <a:pt x="87" y="162"/>
                    <a:pt x="118" y="238"/>
                    <a:pt x="131" y="229"/>
                  </a:cubicBezTo>
                  <a:cubicBezTo>
                    <a:pt x="144" y="220"/>
                    <a:pt x="17" y="0"/>
                    <a:pt x="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 name="Freeform 72"/>
            <p:cNvSpPr>
              <a:spLocks/>
            </p:cNvSpPr>
            <p:nvPr/>
          </p:nvSpPr>
          <p:spPr bwMode="auto">
            <a:xfrm>
              <a:off x="1436688" y="3325813"/>
              <a:ext cx="158750" cy="320675"/>
            </a:xfrm>
            <a:custGeom>
              <a:avLst/>
              <a:gdLst>
                <a:gd name="T0" fmla="*/ 8 w 91"/>
                <a:gd name="T1" fmla="*/ 3 h 184"/>
                <a:gd name="T2" fmla="*/ 78 w 91"/>
                <a:gd name="T3" fmla="*/ 129 h 184"/>
                <a:gd name="T4" fmla="*/ 8 w 91"/>
                <a:gd name="T5" fmla="*/ 3 h 184"/>
              </a:gdLst>
              <a:ahLst/>
              <a:cxnLst>
                <a:cxn ang="0">
                  <a:pos x="T0" y="T1"/>
                </a:cxn>
                <a:cxn ang="0">
                  <a:pos x="T2" y="T3"/>
                </a:cxn>
                <a:cxn ang="0">
                  <a:pos x="T4" y="T5"/>
                </a:cxn>
              </a:cxnLst>
              <a:rect l="0" t="0" r="r" b="b"/>
              <a:pathLst>
                <a:path w="91" h="184">
                  <a:moveTo>
                    <a:pt x="8" y="3"/>
                  </a:moveTo>
                  <a:cubicBezTo>
                    <a:pt x="0" y="6"/>
                    <a:pt x="91" y="184"/>
                    <a:pt x="78" y="129"/>
                  </a:cubicBezTo>
                  <a:cubicBezTo>
                    <a:pt x="64" y="74"/>
                    <a:pt x="15" y="0"/>
                    <a:pt x="8"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 name="Freeform 73"/>
            <p:cNvSpPr>
              <a:spLocks/>
            </p:cNvSpPr>
            <p:nvPr/>
          </p:nvSpPr>
          <p:spPr bwMode="auto">
            <a:xfrm>
              <a:off x="842963" y="3027363"/>
              <a:ext cx="288925" cy="314325"/>
            </a:xfrm>
            <a:custGeom>
              <a:avLst/>
              <a:gdLst>
                <a:gd name="T0" fmla="*/ 165 w 165"/>
                <a:gd name="T1" fmla="*/ 97 h 179"/>
                <a:gd name="T2" fmla="*/ 161 w 165"/>
                <a:gd name="T3" fmla="*/ 33 h 179"/>
                <a:gd name="T4" fmla="*/ 116 w 165"/>
                <a:gd name="T5" fmla="*/ 10 h 179"/>
                <a:gd name="T6" fmla="*/ 106 w 165"/>
                <a:gd name="T7" fmla="*/ 1 h 179"/>
                <a:gd name="T8" fmla="*/ 96 w 165"/>
                <a:gd name="T9" fmla="*/ 28 h 179"/>
                <a:gd name="T10" fmla="*/ 101 w 165"/>
                <a:gd name="T11" fmla="*/ 87 h 179"/>
                <a:gd name="T12" fmla="*/ 79 w 165"/>
                <a:gd name="T13" fmla="*/ 50 h 179"/>
                <a:gd name="T14" fmla="*/ 69 w 165"/>
                <a:gd name="T15" fmla="*/ 30 h 179"/>
                <a:gd name="T16" fmla="*/ 66 w 165"/>
                <a:gd name="T17" fmla="*/ 25 h 179"/>
                <a:gd name="T18" fmla="*/ 65 w 165"/>
                <a:gd name="T19" fmla="*/ 23 h 179"/>
                <a:gd name="T20" fmla="*/ 22 w 165"/>
                <a:gd name="T21" fmla="*/ 8 h 179"/>
                <a:gd name="T22" fmla="*/ 7 w 165"/>
                <a:gd name="T23" fmla="*/ 51 h 179"/>
                <a:gd name="T24" fmla="*/ 7 w 165"/>
                <a:gd name="T25" fmla="*/ 51 h 179"/>
                <a:gd name="T26" fmla="*/ 39 w 165"/>
                <a:gd name="T27" fmla="*/ 109 h 179"/>
                <a:gd name="T28" fmla="*/ 68 w 165"/>
                <a:gd name="T29" fmla="*/ 151 h 179"/>
                <a:gd name="T30" fmla="*/ 87 w 165"/>
                <a:gd name="T31" fmla="*/ 168 h 179"/>
                <a:gd name="T32" fmla="*/ 117 w 165"/>
                <a:gd name="T33" fmla="*/ 179 h 179"/>
                <a:gd name="T34" fmla="*/ 118 w 165"/>
                <a:gd name="T35" fmla="*/ 179 h 179"/>
                <a:gd name="T36" fmla="*/ 146 w 165"/>
                <a:gd name="T37" fmla="*/ 168 h 179"/>
                <a:gd name="T38" fmla="*/ 162 w 165"/>
                <a:gd name="T39" fmla="*/ 136 h 179"/>
                <a:gd name="T40" fmla="*/ 165 w 165"/>
                <a:gd name="T41" fmla="*/ 97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5" h="179">
                  <a:moveTo>
                    <a:pt x="165" y="97"/>
                  </a:moveTo>
                  <a:cubicBezTo>
                    <a:pt x="165" y="80"/>
                    <a:pt x="164" y="59"/>
                    <a:pt x="161" y="33"/>
                  </a:cubicBezTo>
                  <a:cubicBezTo>
                    <a:pt x="144" y="29"/>
                    <a:pt x="129" y="22"/>
                    <a:pt x="116" y="10"/>
                  </a:cubicBezTo>
                  <a:cubicBezTo>
                    <a:pt x="112" y="7"/>
                    <a:pt x="109" y="4"/>
                    <a:pt x="106" y="1"/>
                  </a:cubicBezTo>
                  <a:cubicBezTo>
                    <a:pt x="99" y="7"/>
                    <a:pt x="95" y="17"/>
                    <a:pt x="96" y="28"/>
                  </a:cubicBezTo>
                  <a:cubicBezTo>
                    <a:pt x="99" y="52"/>
                    <a:pt x="101" y="72"/>
                    <a:pt x="101" y="87"/>
                  </a:cubicBezTo>
                  <a:cubicBezTo>
                    <a:pt x="93" y="75"/>
                    <a:pt x="85" y="61"/>
                    <a:pt x="79" y="50"/>
                  </a:cubicBezTo>
                  <a:cubicBezTo>
                    <a:pt x="75" y="42"/>
                    <a:pt x="71" y="35"/>
                    <a:pt x="69" y="30"/>
                  </a:cubicBezTo>
                  <a:cubicBezTo>
                    <a:pt x="68" y="28"/>
                    <a:pt x="67" y="26"/>
                    <a:pt x="66" y="25"/>
                  </a:cubicBezTo>
                  <a:cubicBezTo>
                    <a:pt x="65" y="23"/>
                    <a:pt x="65" y="23"/>
                    <a:pt x="65" y="23"/>
                  </a:cubicBezTo>
                  <a:cubicBezTo>
                    <a:pt x="57" y="7"/>
                    <a:pt x="38" y="0"/>
                    <a:pt x="22" y="8"/>
                  </a:cubicBezTo>
                  <a:cubicBezTo>
                    <a:pt x="6" y="16"/>
                    <a:pt x="0" y="35"/>
                    <a:pt x="7" y="51"/>
                  </a:cubicBezTo>
                  <a:cubicBezTo>
                    <a:pt x="7" y="51"/>
                    <a:pt x="7" y="51"/>
                    <a:pt x="7" y="51"/>
                  </a:cubicBezTo>
                  <a:cubicBezTo>
                    <a:pt x="8" y="51"/>
                    <a:pt x="21" y="79"/>
                    <a:pt x="39" y="109"/>
                  </a:cubicBezTo>
                  <a:cubicBezTo>
                    <a:pt x="48" y="123"/>
                    <a:pt x="58" y="138"/>
                    <a:pt x="68" y="151"/>
                  </a:cubicBezTo>
                  <a:cubicBezTo>
                    <a:pt x="74" y="157"/>
                    <a:pt x="80" y="163"/>
                    <a:pt x="87" y="168"/>
                  </a:cubicBezTo>
                  <a:cubicBezTo>
                    <a:pt x="94" y="173"/>
                    <a:pt x="103" y="179"/>
                    <a:pt x="117" y="179"/>
                  </a:cubicBezTo>
                  <a:cubicBezTo>
                    <a:pt x="117" y="179"/>
                    <a:pt x="118" y="179"/>
                    <a:pt x="118" y="179"/>
                  </a:cubicBezTo>
                  <a:cubicBezTo>
                    <a:pt x="128" y="179"/>
                    <a:pt x="139" y="175"/>
                    <a:pt x="146" y="168"/>
                  </a:cubicBezTo>
                  <a:cubicBezTo>
                    <a:pt x="156" y="158"/>
                    <a:pt x="159" y="147"/>
                    <a:pt x="162" y="136"/>
                  </a:cubicBezTo>
                  <a:cubicBezTo>
                    <a:pt x="164" y="125"/>
                    <a:pt x="165" y="112"/>
                    <a:pt x="165" y="9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 name="Freeform 74"/>
            <p:cNvSpPr>
              <a:spLocks/>
            </p:cNvSpPr>
            <p:nvPr/>
          </p:nvSpPr>
          <p:spPr bwMode="auto">
            <a:xfrm>
              <a:off x="982663" y="2741613"/>
              <a:ext cx="352425" cy="350838"/>
            </a:xfrm>
            <a:custGeom>
              <a:avLst/>
              <a:gdLst>
                <a:gd name="T0" fmla="*/ 41 w 201"/>
                <a:gd name="T1" fmla="*/ 168 h 201"/>
                <a:gd name="T2" fmla="*/ 168 w 201"/>
                <a:gd name="T3" fmla="*/ 160 h 201"/>
                <a:gd name="T4" fmla="*/ 160 w 201"/>
                <a:gd name="T5" fmla="*/ 33 h 201"/>
                <a:gd name="T6" fmla="*/ 33 w 201"/>
                <a:gd name="T7" fmla="*/ 41 h 201"/>
                <a:gd name="T8" fmla="*/ 41 w 201"/>
                <a:gd name="T9" fmla="*/ 168 h 201"/>
              </a:gdLst>
              <a:ahLst/>
              <a:cxnLst>
                <a:cxn ang="0">
                  <a:pos x="T0" y="T1"/>
                </a:cxn>
                <a:cxn ang="0">
                  <a:pos x="T2" y="T3"/>
                </a:cxn>
                <a:cxn ang="0">
                  <a:pos x="T4" y="T5"/>
                </a:cxn>
                <a:cxn ang="0">
                  <a:pos x="T6" y="T7"/>
                </a:cxn>
                <a:cxn ang="0">
                  <a:pos x="T8" y="T9"/>
                </a:cxn>
              </a:cxnLst>
              <a:rect l="0" t="0" r="r" b="b"/>
              <a:pathLst>
                <a:path w="201" h="201">
                  <a:moveTo>
                    <a:pt x="41" y="168"/>
                  </a:moveTo>
                  <a:cubicBezTo>
                    <a:pt x="78" y="201"/>
                    <a:pt x="135" y="197"/>
                    <a:pt x="168" y="160"/>
                  </a:cubicBezTo>
                  <a:cubicBezTo>
                    <a:pt x="201" y="123"/>
                    <a:pt x="197" y="66"/>
                    <a:pt x="160" y="33"/>
                  </a:cubicBezTo>
                  <a:cubicBezTo>
                    <a:pt x="122" y="0"/>
                    <a:pt x="66" y="4"/>
                    <a:pt x="33" y="41"/>
                  </a:cubicBezTo>
                  <a:cubicBezTo>
                    <a:pt x="0" y="78"/>
                    <a:pt x="4" y="135"/>
                    <a:pt x="41" y="1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4053114338"/>
      </p:ext>
    </p:extLst>
  </p:cSld>
  <p:clrMapOvr>
    <a:masterClrMapping/>
  </p:clrMapOvr>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390458" y="755960"/>
            <a:ext cx="5306849" cy="5295178"/>
            <a:chOff x="185738" y="728663"/>
            <a:chExt cx="5775326" cy="5762625"/>
          </a:xfrm>
        </p:grpSpPr>
        <p:grpSp>
          <p:nvGrpSpPr>
            <p:cNvPr id="3" name="组合 2"/>
            <p:cNvGrpSpPr/>
            <p:nvPr/>
          </p:nvGrpSpPr>
          <p:grpSpPr>
            <a:xfrm>
              <a:off x="325438" y="873126"/>
              <a:ext cx="1058863" cy="1687513"/>
              <a:chOff x="325438" y="873126"/>
              <a:chExt cx="1058863" cy="1687513"/>
            </a:xfrm>
            <a:solidFill>
              <a:schemeClr val="tx1">
                <a:lumMod val="65000"/>
                <a:lumOff val="35000"/>
              </a:schemeClr>
            </a:solidFill>
          </p:grpSpPr>
          <p:sp>
            <p:nvSpPr>
              <p:cNvPr id="354" name="Freeform 244"/>
              <p:cNvSpPr>
                <a:spLocks/>
              </p:cNvSpPr>
              <p:nvPr/>
            </p:nvSpPr>
            <p:spPr bwMode="auto">
              <a:xfrm>
                <a:off x="393701" y="2222501"/>
                <a:ext cx="28575" cy="111125"/>
              </a:xfrm>
              <a:custGeom>
                <a:avLst/>
                <a:gdLst>
                  <a:gd name="T0" fmla="*/ 16 w 23"/>
                  <a:gd name="T1" fmla="*/ 0 h 86"/>
                  <a:gd name="T2" fmla="*/ 13 w 23"/>
                  <a:gd name="T3" fmla="*/ 1 h 86"/>
                  <a:gd name="T4" fmla="*/ 9 w 23"/>
                  <a:gd name="T5" fmla="*/ 4 h 86"/>
                  <a:gd name="T6" fmla="*/ 7 w 23"/>
                  <a:gd name="T7" fmla="*/ 12 h 86"/>
                  <a:gd name="T8" fmla="*/ 6 w 23"/>
                  <a:gd name="T9" fmla="*/ 21 h 86"/>
                  <a:gd name="T10" fmla="*/ 3 w 23"/>
                  <a:gd name="T11" fmla="*/ 44 h 86"/>
                  <a:gd name="T12" fmla="*/ 0 w 23"/>
                  <a:gd name="T13" fmla="*/ 70 h 86"/>
                  <a:gd name="T14" fmla="*/ 2 w 23"/>
                  <a:gd name="T15" fmla="*/ 82 h 86"/>
                  <a:gd name="T16" fmla="*/ 7 w 23"/>
                  <a:gd name="T17" fmla="*/ 86 h 86"/>
                  <a:gd name="T18" fmla="*/ 13 w 23"/>
                  <a:gd name="T19" fmla="*/ 84 h 86"/>
                  <a:gd name="T20" fmla="*/ 15 w 23"/>
                  <a:gd name="T21" fmla="*/ 76 h 86"/>
                  <a:gd name="T22" fmla="*/ 14 w 23"/>
                  <a:gd name="T23" fmla="*/ 61 h 86"/>
                  <a:gd name="T24" fmla="*/ 16 w 23"/>
                  <a:gd name="T25" fmla="*/ 44 h 86"/>
                  <a:gd name="T26" fmla="*/ 18 w 23"/>
                  <a:gd name="T27" fmla="*/ 35 h 86"/>
                  <a:gd name="T28" fmla="*/ 19 w 23"/>
                  <a:gd name="T29" fmla="*/ 27 h 86"/>
                  <a:gd name="T30" fmla="*/ 23 w 23"/>
                  <a:gd name="T31" fmla="*/ 9 h 86"/>
                  <a:gd name="T32" fmla="*/ 22 w 23"/>
                  <a:gd name="T33" fmla="*/ 2 h 86"/>
                  <a:gd name="T34" fmla="*/ 16 w 23"/>
                  <a:gd name="T35"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86">
                    <a:moveTo>
                      <a:pt x="16" y="0"/>
                    </a:moveTo>
                    <a:cubicBezTo>
                      <a:pt x="16" y="0"/>
                      <a:pt x="14" y="0"/>
                      <a:pt x="13" y="1"/>
                    </a:cubicBezTo>
                    <a:cubicBezTo>
                      <a:pt x="11" y="2"/>
                      <a:pt x="10" y="3"/>
                      <a:pt x="9" y="4"/>
                    </a:cubicBezTo>
                    <a:cubicBezTo>
                      <a:pt x="8" y="5"/>
                      <a:pt x="8" y="8"/>
                      <a:pt x="7" y="12"/>
                    </a:cubicBezTo>
                    <a:cubicBezTo>
                      <a:pt x="7" y="15"/>
                      <a:pt x="6" y="18"/>
                      <a:pt x="6" y="21"/>
                    </a:cubicBezTo>
                    <a:cubicBezTo>
                      <a:pt x="3" y="44"/>
                      <a:pt x="3" y="44"/>
                      <a:pt x="3" y="44"/>
                    </a:cubicBezTo>
                    <a:cubicBezTo>
                      <a:pt x="1" y="58"/>
                      <a:pt x="0" y="66"/>
                      <a:pt x="0" y="70"/>
                    </a:cubicBezTo>
                    <a:cubicBezTo>
                      <a:pt x="0" y="76"/>
                      <a:pt x="0" y="80"/>
                      <a:pt x="2" y="82"/>
                    </a:cubicBezTo>
                    <a:cubicBezTo>
                      <a:pt x="3" y="85"/>
                      <a:pt x="5" y="86"/>
                      <a:pt x="7" y="86"/>
                    </a:cubicBezTo>
                    <a:cubicBezTo>
                      <a:pt x="9" y="86"/>
                      <a:pt x="11" y="85"/>
                      <a:pt x="13" y="84"/>
                    </a:cubicBezTo>
                    <a:cubicBezTo>
                      <a:pt x="15" y="82"/>
                      <a:pt x="16" y="79"/>
                      <a:pt x="15" y="76"/>
                    </a:cubicBezTo>
                    <a:cubicBezTo>
                      <a:pt x="15" y="71"/>
                      <a:pt x="14" y="66"/>
                      <a:pt x="14" y="61"/>
                    </a:cubicBezTo>
                    <a:cubicBezTo>
                      <a:pt x="14" y="58"/>
                      <a:pt x="15" y="52"/>
                      <a:pt x="16" y="44"/>
                    </a:cubicBezTo>
                    <a:cubicBezTo>
                      <a:pt x="17" y="39"/>
                      <a:pt x="18" y="36"/>
                      <a:pt x="18" y="35"/>
                    </a:cubicBezTo>
                    <a:cubicBezTo>
                      <a:pt x="18" y="33"/>
                      <a:pt x="18" y="30"/>
                      <a:pt x="19" y="27"/>
                    </a:cubicBezTo>
                    <a:cubicBezTo>
                      <a:pt x="23" y="9"/>
                      <a:pt x="23" y="9"/>
                      <a:pt x="23" y="9"/>
                    </a:cubicBezTo>
                    <a:cubicBezTo>
                      <a:pt x="23" y="6"/>
                      <a:pt x="23" y="4"/>
                      <a:pt x="22" y="2"/>
                    </a:cubicBezTo>
                    <a:cubicBezTo>
                      <a:pt x="20" y="1"/>
                      <a:pt x="19"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 name="Freeform 245"/>
              <p:cNvSpPr>
                <a:spLocks noEditPoints="1"/>
              </p:cNvSpPr>
              <p:nvPr/>
            </p:nvSpPr>
            <p:spPr bwMode="auto">
              <a:xfrm>
                <a:off x="420688" y="2251076"/>
                <a:ext cx="93663" cy="128588"/>
              </a:xfrm>
              <a:custGeom>
                <a:avLst/>
                <a:gdLst>
                  <a:gd name="T0" fmla="*/ 33 w 73"/>
                  <a:gd name="T1" fmla="*/ 86 h 99"/>
                  <a:gd name="T2" fmla="*/ 11 w 73"/>
                  <a:gd name="T3" fmla="*/ 78 h 99"/>
                  <a:gd name="T4" fmla="*/ 4 w 73"/>
                  <a:gd name="T5" fmla="*/ 74 h 99"/>
                  <a:gd name="T6" fmla="*/ 0 w 73"/>
                  <a:gd name="T7" fmla="*/ 79 h 99"/>
                  <a:gd name="T8" fmla="*/ 10 w 73"/>
                  <a:gd name="T9" fmla="*/ 91 h 99"/>
                  <a:gd name="T10" fmla="*/ 32 w 73"/>
                  <a:gd name="T11" fmla="*/ 99 h 99"/>
                  <a:gd name="T12" fmla="*/ 52 w 73"/>
                  <a:gd name="T13" fmla="*/ 90 h 99"/>
                  <a:gd name="T14" fmla="*/ 64 w 73"/>
                  <a:gd name="T15" fmla="*/ 60 h 99"/>
                  <a:gd name="T16" fmla="*/ 67 w 73"/>
                  <a:gd name="T17" fmla="*/ 31 h 99"/>
                  <a:gd name="T18" fmla="*/ 70 w 73"/>
                  <a:gd name="T19" fmla="*/ 19 h 99"/>
                  <a:gd name="T20" fmla="*/ 73 w 73"/>
                  <a:gd name="T21" fmla="*/ 12 h 99"/>
                  <a:gd name="T22" fmla="*/ 71 w 73"/>
                  <a:gd name="T23" fmla="*/ 8 h 99"/>
                  <a:gd name="T24" fmla="*/ 69 w 73"/>
                  <a:gd name="T25" fmla="*/ 4 h 99"/>
                  <a:gd name="T26" fmla="*/ 67 w 73"/>
                  <a:gd name="T27" fmla="*/ 3 h 99"/>
                  <a:gd name="T28" fmla="*/ 58 w 73"/>
                  <a:gd name="T29" fmla="*/ 0 h 99"/>
                  <a:gd name="T30" fmla="*/ 36 w 73"/>
                  <a:gd name="T31" fmla="*/ 8 h 99"/>
                  <a:gd name="T32" fmla="*/ 17 w 73"/>
                  <a:gd name="T33" fmla="*/ 27 h 99"/>
                  <a:gd name="T34" fmla="*/ 10 w 73"/>
                  <a:gd name="T35" fmla="*/ 47 h 99"/>
                  <a:gd name="T36" fmla="*/ 14 w 73"/>
                  <a:gd name="T37" fmla="*/ 57 h 99"/>
                  <a:gd name="T38" fmla="*/ 23 w 73"/>
                  <a:gd name="T39" fmla="*/ 61 h 99"/>
                  <a:gd name="T40" fmla="*/ 38 w 73"/>
                  <a:gd name="T41" fmla="*/ 56 h 99"/>
                  <a:gd name="T42" fmla="*/ 53 w 73"/>
                  <a:gd name="T43" fmla="*/ 44 h 99"/>
                  <a:gd name="T44" fmla="*/ 45 w 73"/>
                  <a:gd name="T45" fmla="*/ 77 h 99"/>
                  <a:gd name="T46" fmla="*/ 33 w 73"/>
                  <a:gd name="T47" fmla="*/ 86 h 99"/>
                  <a:gd name="T48" fmla="*/ 42 w 73"/>
                  <a:gd name="T49" fmla="*/ 43 h 99"/>
                  <a:gd name="T50" fmla="*/ 27 w 73"/>
                  <a:gd name="T51" fmla="*/ 49 h 99"/>
                  <a:gd name="T52" fmla="*/ 24 w 73"/>
                  <a:gd name="T53" fmla="*/ 46 h 99"/>
                  <a:gd name="T54" fmla="*/ 30 w 73"/>
                  <a:gd name="T55" fmla="*/ 31 h 99"/>
                  <a:gd name="T56" fmla="*/ 43 w 73"/>
                  <a:gd name="T57" fmla="*/ 17 h 99"/>
                  <a:gd name="T58" fmla="*/ 54 w 73"/>
                  <a:gd name="T59" fmla="*/ 12 h 99"/>
                  <a:gd name="T60" fmla="*/ 57 w 73"/>
                  <a:gd name="T61" fmla="*/ 13 h 99"/>
                  <a:gd name="T62" fmla="*/ 58 w 73"/>
                  <a:gd name="T63" fmla="*/ 17 h 99"/>
                  <a:gd name="T64" fmla="*/ 53 w 73"/>
                  <a:gd name="T65" fmla="*/ 29 h 99"/>
                  <a:gd name="T66" fmla="*/ 42 w 73"/>
                  <a:gd name="T67" fmla="*/ 43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3" h="99">
                    <a:moveTo>
                      <a:pt x="33" y="86"/>
                    </a:moveTo>
                    <a:cubicBezTo>
                      <a:pt x="27" y="86"/>
                      <a:pt x="19" y="84"/>
                      <a:pt x="11" y="78"/>
                    </a:cubicBezTo>
                    <a:cubicBezTo>
                      <a:pt x="7" y="75"/>
                      <a:pt x="5" y="74"/>
                      <a:pt x="4" y="74"/>
                    </a:cubicBezTo>
                    <a:cubicBezTo>
                      <a:pt x="1" y="74"/>
                      <a:pt x="0" y="76"/>
                      <a:pt x="0" y="79"/>
                    </a:cubicBezTo>
                    <a:cubicBezTo>
                      <a:pt x="0" y="82"/>
                      <a:pt x="3" y="86"/>
                      <a:pt x="10" y="91"/>
                    </a:cubicBezTo>
                    <a:cubicBezTo>
                      <a:pt x="17" y="97"/>
                      <a:pt x="25" y="99"/>
                      <a:pt x="32" y="99"/>
                    </a:cubicBezTo>
                    <a:cubicBezTo>
                      <a:pt x="40" y="99"/>
                      <a:pt x="46" y="96"/>
                      <a:pt x="52" y="90"/>
                    </a:cubicBezTo>
                    <a:cubicBezTo>
                      <a:pt x="58" y="84"/>
                      <a:pt x="62" y="74"/>
                      <a:pt x="64" y="60"/>
                    </a:cubicBezTo>
                    <a:cubicBezTo>
                      <a:pt x="65" y="45"/>
                      <a:pt x="67" y="35"/>
                      <a:pt x="67" y="31"/>
                    </a:cubicBezTo>
                    <a:cubicBezTo>
                      <a:pt x="68" y="27"/>
                      <a:pt x="69" y="23"/>
                      <a:pt x="70" y="19"/>
                    </a:cubicBezTo>
                    <a:cubicBezTo>
                      <a:pt x="72" y="15"/>
                      <a:pt x="73" y="13"/>
                      <a:pt x="73" y="12"/>
                    </a:cubicBezTo>
                    <a:cubicBezTo>
                      <a:pt x="73" y="11"/>
                      <a:pt x="72" y="10"/>
                      <a:pt x="71" y="8"/>
                    </a:cubicBezTo>
                    <a:cubicBezTo>
                      <a:pt x="71" y="6"/>
                      <a:pt x="70" y="5"/>
                      <a:pt x="69" y="4"/>
                    </a:cubicBezTo>
                    <a:cubicBezTo>
                      <a:pt x="68" y="4"/>
                      <a:pt x="68" y="4"/>
                      <a:pt x="67" y="3"/>
                    </a:cubicBezTo>
                    <a:cubicBezTo>
                      <a:pt x="65" y="1"/>
                      <a:pt x="61" y="0"/>
                      <a:pt x="58" y="0"/>
                    </a:cubicBezTo>
                    <a:cubicBezTo>
                      <a:pt x="51" y="0"/>
                      <a:pt x="44" y="3"/>
                      <a:pt x="36" y="8"/>
                    </a:cubicBezTo>
                    <a:cubicBezTo>
                      <a:pt x="28" y="14"/>
                      <a:pt x="22" y="20"/>
                      <a:pt x="17" y="27"/>
                    </a:cubicBezTo>
                    <a:cubicBezTo>
                      <a:pt x="13" y="35"/>
                      <a:pt x="10" y="41"/>
                      <a:pt x="10" y="47"/>
                    </a:cubicBezTo>
                    <a:cubicBezTo>
                      <a:pt x="10" y="52"/>
                      <a:pt x="12" y="55"/>
                      <a:pt x="14" y="57"/>
                    </a:cubicBezTo>
                    <a:cubicBezTo>
                      <a:pt x="16" y="60"/>
                      <a:pt x="19" y="61"/>
                      <a:pt x="23" y="61"/>
                    </a:cubicBezTo>
                    <a:cubicBezTo>
                      <a:pt x="28" y="61"/>
                      <a:pt x="32" y="59"/>
                      <a:pt x="38" y="56"/>
                    </a:cubicBezTo>
                    <a:cubicBezTo>
                      <a:pt x="44" y="53"/>
                      <a:pt x="49" y="49"/>
                      <a:pt x="53" y="44"/>
                    </a:cubicBezTo>
                    <a:cubicBezTo>
                      <a:pt x="51" y="60"/>
                      <a:pt x="49" y="71"/>
                      <a:pt x="45" y="77"/>
                    </a:cubicBezTo>
                    <a:cubicBezTo>
                      <a:pt x="42" y="83"/>
                      <a:pt x="38" y="86"/>
                      <a:pt x="33" y="86"/>
                    </a:cubicBezTo>
                    <a:close/>
                    <a:moveTo>
                      <a:pt x="42" y="43"/>
                    </a:moveTo>
                    <a:cubicBezTo>
                      <a:pt x="37" y="47"/>
                      <a:pt x="32" y="49"/>
                      <a:pt x="27" y="49"/>
                    </a:cubicBezTo>
                    <a:cubicBezTo>
                      <a:pt x="25" y="49"/>
                      <a:pt x="24" y="48"/>
                      <a:pt x="24" y="46"/>
                    </a:cubicBezTo>
                    <a:cubicBezTo>
                      <a:pt x="24" y="42"/>
                      <a:pt x="26" y="37"/>
                      <a:pt x="30" y="31"/>
                    </a:cubicBezTo>
                    <a:cubicBezTo>
                      <a:pt x="34" y="25"/>
                      <a:pt x="39" y="21"/>
                      <a:pt x="43" y="17"/>
                    </a:cubicBezTo>
                    <a:cubicBezTo>
                      <a:pt x="48" y="14"/>
                      <a:pt x="52" y="12"/>
                      <a:pt x="54" y="12"/>
                    </a:cubicBezTo>
                    <a:cubicBezTo>
                      <a:pt x="55" y="12"/>
                      <a:pt x="56" y="13"/>
                      <a:pt x="57" y="13"/>
                    </a:cubicBezTo>
                    <a:cubicBezTo>
                      <a:pt x="58" y="14"/>
                      <a:pt x="58" y="15"/>
                      <a:pt x="58" y="17"/>
                    </a:cubicBezTo>
                    <a:cubicBezTo>
                      <a:pt x="58" y="19"/>
                      <a:pt x="56" y="23"/>
                      <a:pt x="53" y="29"/>
                    </a:cubicBezTo>
                    <a:cubicBezTo>
                      <a:pt x="50" y="34"/>
                      <a:pt x="46" y="38"/>
                      <a:pt x="42"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 name="Freeform 246"/>
              <p:cNvSpPr>
                <a:spLocks/>
              </p:cNvSpPr>
              <p:nvPr/>
            </p:nvSpPr>
            <p:spPr bwMode="auto">
              <a:xfrm>
                <a:off x="523876" y="2254251"/>
                <a:ext cx="93663" cy="77788"/>
              </a:xfrm>
              <a:custGeom>
                <a:avLst/>
                <a:gdLst>
                  <a:gd name="T0" fmla="*/ 46 w 73"/>
                  <a:gd name="T1" fmla="*/ 31 h 60"/>
                  <a:gd name="T2" fmla="*/ 50 w 73"/>
                  <a:gd name="T3" fmla="*/ 51 h 60"/>
                  <a:gd name="T4" fmla="*/ 50 w 73"/>
                  <a:gd name="T5" fmla="*/ 51 h 60"/>
                  <a:gd name="T6" fmla="*/ 60 w 73"/>
                  <a:gd name="T7" fmla="*/ 57 h 60"/>
                  <a:gd name="T8" fmla="*/ 69 w 73"/>
                  <a:gd name="T9" fmla="*/ 53 h 60"/>
                  <a:gd name="T10" fmla="*/ 73 w 73"/>
                  <a:gd name="T11" fmla="*/ 47 h 60"/>
                  <a:gd name="T12" fmla="*/ 70 w 73"/>
                  <a:gd name="T13" fmla="*/ 44 h 60"/>
                  <a:gd name="T14" fmla="*/ 67 w 73"/>
                  <a:gd name="T15" fmla="*/ 44 h 60"/>
                  <a:gd name="T16" fmla="*/ 64 w 73"/>
                  <a:gd name="T17" fmla="*/ 45 h 60"/>
                  <a:gd name="T18" fmla="*/ 59 w 73"/>
                  <a:gd name="T19" fmla="*/ 23 h 60"/>
                  <a:gd name="T20" fmla="*/ 43 w 73"/>
                  <a:gd name="T21" fmla="*/ 2 h 60"/>
                  <a:gd name="T22" fmla="*/ 15 w 73"/>
                  <a:gd name="T23" fmla="*/ 32 h 60"/>
                  <a:gd name="T24" fmla="*/ 18 w 73"/>
                  <a:gd name="T25" fmla="*/ 10 h 60"/>
                  <a:gd name="T26" fmla="*/ 16 w 73"/>
                  <a:gd name="T27" fmla="*/ 1 h 60"/>
                  <a:gd name="T28" fmla="*/ 11 w 73"/>
                  <a:gd name="T29" fmla="*/ 0 h 60"/>
                  <a:gd name="T30" fmla="*/ 6 w 73"/>
                  <a:gd name="T31" fmla="*/ 3 h 60"/>
                  <a:gd name="T32" fmla="*/ 4 w 73"/>
                  <a:gd name="T33" fmla="*/ 9 h 60"/>
                  <a:gd name="T34" fmla="*/ 1 w 73"/>
                  <a:gd name="T35" fmla="*/ 39 h 60"/>
                  <a:gd name="T36" fmla="*/ 0 w 73"/>
                  <a:gd name="T37" fmla="*/ 52 h 60"/>
                  <a:gd name="T38" fmla="*/ 8 w 73"/>
                  <a:gd name="T39" fmla="*/ 60 h 60"/>
                  <a:gd name="T40" fmla="*/ 11 w 73"/>
                  <a:gd name="T41" fmla="*/ 58 h 60"/>
                  <a:gd name="T42" fmla="*/ 13 w 73"/>
                  <a:gd name="T43" fmla="*/ 55 h 60"/>
                  <a:gd name="T44" fmla="*/ 26 w 73"/>
                  <a:gd name="T45" fmla="*/ 32 h 60"/>
                  <a:gd name="T46" fmla="*/ 40 w 73"/>
                  <a:gd name="T47" fmla="*/ 16 h 60"/>
                  <a:gd name="T48" fmla="*/ 46 w 73"/>
                  <a:gd name="T49" fmla="*/ 31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3" h="60">
                    <a:moveTo>
                      <a:pt x="46" y="31"/>
                    </a:moveTo>
                    <a:cubicBezTo>
                      <a:pt x="47" y="41"/>
                      <a:pt x="48" y="47"/>
                      <a:pt x="50" y="51"/>
                    </a:cubicBezTo>
                    <a:cubicBezTo>
                      <a:pt x="50" y="51"/>
                      <a:pt x="50" y="51"/>
                      <a:pt x="50" y="51"/>
                    </a:cubicBezTo>
                    <a:cubicBezTo>
                      <a:pt x="52" y="55"/>
                      <a:pt x="55" y="57"/>
                      <a:pt x="60" y="57"/>
                    </a:cubicBezTo>
                    <a:cubicBezTo>
                      <a:pt x="63" y="57"/>
                      <a:pt x="67" y="55"/>
                      <a:pt x="69" y="53"/>
                    </a:cubicBezTo>
                    <a:cubicBezTo>
                      <a:pt x="72" y="51"/>
                      <a:pt x="73" y="49"/>
                      <a:pt x="73" y="47"/>
                    </a:cubicBezTo>
                    <a:cubicBezTo>
                      <a:pt x="73" y="45"/>
                      <a:pt x="72" y="44"/>
                      <a:pt x="70" y="44"/>
                    </a:cubicBezTo>
                    <a:cubicBezTo>
                      <a:pt x="69" y="44"/>
                      <a:pt x="68" y="44"/>
                      <a:pt x="67" y="44"/>
                    </a:cubicBezTo>
                    <a:cubicBezTo>
                      <a:pt x="66" y="45"/>
                      <a:pt x="65" y="45"/>
                      <a:pt x="64" y="45"/>
                    </a:cubicBezTo>
                    <a:cubicBezTo>
                      <a:pt x="62" y="45"/>
                      <a:pt x="60" y="38"/>
                      <a:pt x="59" y="23"/>
                    </a:cubicBezTo>
                    <a:cubicBezTo>
                      <a:pt x="57" y="9"/>
                      <a:pt x="52" y="2"/>
                      <a:pt x="43" y="2"/>
                    </a:cubicBezTo>
                    <a:cubicBezTo>
                      <a:pt x="32" y="2"/>
                      <a:pt x="23" y="12"/>
                      <a:pt x="15" y="32"/>
                    </a:cubicBezTo>
                    <a:cubicBezTo>
                      <a:pt x="17" y="21"/>
                      <a:pt x="18" y="14"/>
                      <a:pt x="18" y="10"/>
                    </a:cubicBezTo>
                    <a:cubicBezTo>
                      <a:pt x="18" y="6"/>
                      <a:pt x="17" y="3"/>
                      <a:pt x="16" y="1"/>
                    </a:cubicBezTo>
                    <a:cubicBezTo>
                      <a:pt x="15" y="0"/>
                      <a:pt x="13" y="0"/>
                      <a:pt x="11" y="0"/>
                    </a:cubicBezTo>
                    <a:cubicBezTo>
                      <a:pt x="9" y="0"/>
                      <a:pt x="8" y="1"/>
                      <a:pt x="6" y="3"/>
                    </a:cubicBezTo>
                    <a:cubicBezTo>
                      <a:pt x="4" y="5"/>
                      <a:pt x="4" y="7"/>
                      <a:pt x="4" y="9"/>
                    </a:cubicBezTo>
                    <a:cubicBezTo>
                      <a:pt x="4" y="21"/>
                      <a:pt x="3" y="31"/>
                      <a:pt x="1" y="39"/>
                    </a:cubicBezTo>
                    <a:cubicBezTo>
                      <a:pt x="0" y="46"/>
                      <a:pt x="0" y="50"/>
                      <a:pt x="0" y="52"/>
                    </a:cubicBezTo>
                    <a:cubicBezTo>
                      <a:pt x="0" y="57"/>
                      <a:pt x="3" y="60"/>
                      <a:pt x="8" y="60"/>
                    </a:cubicBezTo>
                    <a:cubicBezTo>
                      <a:pt x="9" y="60"/>
                      <a:pt x="10" y="59"/>
                      <a:pt x="11" y="58"/>
                    </a:cubicBezTo>
                    <a:cubicBezTo>
                      <a:pt x="12" y="57"/>
                      <a:pt x="13" y="56"/>
                      <a:pt x="13" y="55"/>
                    </a:cubicBezTo>
                    <a:cubicBezTo>
                      <a:pt x="15" y="50"/>
                      <a:pt x="19" y="42"/>
                      <a:pt x="26" y="32"/>
                    </a:cubicBezTo>
                    <a:cubicBezTo>
                      <a:pt x="33" y="22"/>
                      <a:pt x="37" y="16"/>
                      <a:pt x="40" y="16"/>
                    </a:cubicBezTo>
                    <a:cubicBezTo>
                      <a:pt x="43" y="16"/>
                      <a:pt x="45" y="21"/>
                      <a:pt x="46"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 name="Freeform 247"/>
              <p:cNvSpPr>
                <a:spLocks noEditPoints="1"/>
              </p:cNvSpPr>
              <p:nvPr/>
            </p:nvSpPr>
            <p:spPr bwMode="auto">
              <a:xfrm>
                <a:off x="623888" y="2249488"/>
                <a:ext cx="74613" cy="85725"/>
              </a:xfrm>
              <a:custGeom>
                <a:avLst/>
                <a:gdLst>
                  <a:gd name="T0" fmla="*/ 35 w 57"/>
                  <a:gd name="T1" fmla="*/ 0 h 66"/>
                  <a:gd name="T2" fmla="*/ 11 w 57"/>
                  <a:gd name="T3" fmla="*/ 15 h 66"/>
                  <a:gd name="T4" fmla="*/ 0 w 57"/>
                  <a:gd name="T5" fmla="*/ 44 h 66"/>
                  <a:gd name="T6" fmla="*/ 6 w 57"/>
                  <a:gd name="T7" fmla="*/ 60 h 66"/>
                  <a:gd name="T8" fmla="*/ 20 w 57"/>
                  <a:gd name="T9" fmla="*/ 66 h 66"/>
                  <a:gd name="T10" fmla="*/ 42 w 57"/>
                  <a:gd name="T11" fmla="*/ 57 h 66"/>
                  <a:gd name="T12" fmla="*/ 57 w 57"/>
                  <a:gd name="T13" fmla="*/ 34 h 66"/>
                  <a:gd name="T14" fmla="*/ 57 w 57"/>
                  <a:gd name="T15" fmla="*/ 34 h 66"/>
                  <a:gd name="T16" fmla="*/ 57 w 57"/>
                  <a:gd name="T17" fmla="*/ 25 h 66"/>
                  <a:gd name="T18" fmla="*/ 51 w 57"/>
                  <a:gd name="T19" fmla="*/ 8 h 66"/>
                  <a:gd name="T20" fmla="*/ 35 w 57"/>
                  <a:gd name="T21" fmla="*/ 0 h 66"/>
                  <a:gd name="T22" fmla="*/ 36 w 57"/>
                  <a:gd name="T23" fmla="*/ 45 h 66"/>
                  <a:gd name="T24" fmla="*/ 21 w 57"/>
                  <a:gd name="T25" fmla="*/ 54 h 66"/>
                  <a:gd name="T26" fmla="*/ 16 w 57"/>
                  <a:gd name="T27" fmla="*/ 51 h 66"/>
                  <a:gd name="T28" fmla="*/ 15 w 57"/>
                  <a:gd name="T29" fmla="*/ 43 h 66"/>
                  <a:gd name="T30" fmla="*/ 18 w 57"/>
                  <a:gd name="T31" fmla="*/ 27 h 66"/>
                  <a:gd name="T32" fmla="*/ 26 w 57"/>
                  <a:gd name="T33" fmla="*/ 15 h 66"/>
                  <a:gd name="T34" fmla="*/ 26 w 57"/>
                  <a:gd name="T35" fmla="*/ 15 h 66"/>
                  <a:gd name="T36" fmla="*/ 34 w 57"/>
                  <a:gd name="T37" fmla="*/ 13 h 66"/>
                  <a:gd name="T38" fmla="*/ 41 w 57"/>
                  <a:gd name="T39" fmla="*/ 16 h 66"/>
                  <a:gd name="T40" fmla="*/ 44 w 57"/>
                  <a:gd name="T41" fmla="*/ 26 h 66"/>
                  <a:gd name="T42" fmla="*/ 36 w 57"/>
                  <a:gd name="T43" fmla="*/ 4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 h="66">
                    <a:moveTo>
                      <a:pt x="35" y="0"/>
                    </a:moveTo>
                    <a:cubicBezTo>
                      <a:pt x="26" y="0"/>
                      <a:pt x="17" y="5"/>
                      <a:pt x="11" y="15"/>
                    </a:cubicBezTo>
                    <a:cubicBezTo>
                      <a:pt x="4" y="24"/>
                      <a:pt x="0" y="34"/>
                      <a:pt x="0" y="44"/>
                    </a:cubicBezTo>
                    <a:cubicBezTo>
                      <a:pt x="0" y="50"/>
                      <a:pt x="2" y="55"/>
                      <a:pt x="6" y="60"/>
                    </a:cubicBezTo>
                    <a:cubicBezTo>
                      <a:pt x="10" y="64"/>
                      <a:pt x="14" y="66"/>
                      <a:pt x="20" y="66"/>
                    </a:cubicBezTo>
                    <a:cubicBezTo>
                      <a:pt x="27" y="66"/>
                      <a:pt x="35" y="63"/>
                      <a:pt x="42" y="57"/>
                    </a:cubicBezTo>
                    <a:cubicBezTo>
                      <a:pt x="49" y="50"/>
                      <a:pt x="54" y="43"/>
                      <a:pt x="57" y="34"/>
                    </a:cubicBezTo>
                    <a:cubicBezTo>
                      <a:pt x="57" y="34"/>
                      <a:pt x="57" y="34"/>
                      <a:pt x="57" y="34"/>
                    </a:cubicBezTo>
                    <a:cubicBezTo>
                      <a:pt x="57" y="31"/>
                      <a:pt x="57" y="28"/>
                      <a:pt x="57" y="25"/>
                    </a:cubicBezTo>
                    <a:cubicBezTo>
                      <a:pt x="57" y="18"/>
                      <a:pt x="55" y="12"/>
                      <a:pt x="51" y="8"/>
                    </a:cubicBezTo>
                    <a:cubicBezTo>
                      <a:pt x="47" y="3"/>
                      <a:pt x="42" y="0"/>
                      <a:pt x="35" y="0"/>
                    </a:cubicBezTo>
                    <a:close/>
                    <a:moveTo>
                      <a:pt x="36" y="45"/>
                    </a:moveTo>
                    <a:cubicBezTo>
                      <a:pt x="31" y="51"/>
                      <a:pt x="26" y="54"/>
                      <a:pt x="21" y="54"/>
                    </a:cubicBezTo>
                    <a:cubicBezTo>
                      <a:pt x="19" y="54"/>
                      <a:pt x="18" y="53"/>
                      <a:pt x="16" y="51"/>
                    </a:cubicBezTo>
                    <a:cubicBezTo>
                      <a:pt x="15" y="49"/>
                      <a:pt x="15" y="46"/>
                      <a:pt x="15" y="43"/>
                    </a:cubicBezTo>
                    <a:cubicBezTo>
                      <a:pt x="15" y="37"/>
                      <a:pt x="16" y="32"/>
                      <a:pt x="18" y="27"/>
                    </a:cubicBezTo>
                    <a:cubicBezTo>
                      <a:pt x="21" y="22"/>
                      <a:pt x="24" y="18"/>
                      <a:pt x="26" y="15"/>
                    </a:cubicBezTo>
                    <a:cubicBezTo>
                      <a:pt x="26" y="15"/>
                      <a:pt x="26" y="15"/>
                      <a:pt x="26" y="15"/>
                    </a:cubicBezTo>
                    <a:cubicBezTo>
                      <a:pt x="29" y="13"/>
                      <a:pt x="31" y="13"/>
                      <a:pt x="34" y="13"/>
                    </a:cubicBezTo>
                    <a:cubicBezTo>
                      <a:pt x="37" y="13"/>
                      <a:pt x="40" y="14"/>
                      <a:pt x="41" y="16"/>
                    </a:cubicBezTo>
                    <a:cubicBezTo>
                      <a:pt x="43" y="19"/>
                      <a:pt x="44" y="22"/>
                      <a:pt x="44" y="26"/>
                    </a:cubicBezTo>
                    <a:cubicBezTo>
                      <a:pt x="44" y="33"/>
                      <a:pt x="41" y="40"/>
                      <a:pt x="3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 name="Freeform 248"/>
              <p:cNvSpPr>
                <a:spLocks/>
              </p:cNvSpPr>
              <p:nvPr/>
            </p:nvSpPr>
            <p:spPr bwMode="auto">
              <a:xfrm>
                <a:off x="715963" y="2251076"/>
                <a:ext cx="73025" cy="84138"/>
              </a:xfrm>
              <a:custGeom>
                <a:avLst/>
                <a:gdLst>
                  <a:gd name="T0" fmla="*/ 28 w 57"/>
                  <a:gd name="T1" fmla="*/ 9 h 65"/>
                  <a:gd name="T2" fmla="*/ 13 w 57"/>
                  <a:gd name="T3" fmla="*/ 32 h 65"/>
                  <a:gd name="T4" fmla="*/ 12 w 57"/>
                  <a:gd name="T5" fmla="*/ 33 h 65"/>
                  <a:gd name="T6" fmla="*/ 14 w 57"/>
                  <a:gd name="T7" fmla="*/ 24 h 65"/>
                  <a:gd name="T8" fmla="*/ 15 w 57"/>
                  <a:gd name="T9" fmla="*/ 17 h 65"/>
                  <a:gd name="T10" fmla="*/ 18 w 57"/>
                  <a:gd name="T11" fmla="*/ 6 h 65"/>
                  <a:gd name="T12" fmla="*/ 16 w 57"/>
                  <a:gd name="T13" fmla="*/ 2 h 65"/>
                  <a:gd name="T14" fmla="*/ 11 w 57"/>
                  <a:gd name="T15" fmla="*/ 0 h 65"/>
                  <a:gd name="T16" fmla="*/ 6 w 57"/>
                  <a:gd name="T17" fmla="*/ 2 h 65"/>
                  <a:gd name="T18" fmla="*/ 3 w 57"/>
                  <a:gd name="T19" fmla="*/ 6 h 65"/>
                  <a:gd name="T20" fmla="*/ 2 w 57"/>
                  <a:gd name="T21" fmla="*/ 14 h 65"/>
                  <a:gd name="T22" fmla="*/ 1 w 57"/>
                  <a:gd name="T23" fmla="*/ 18 h 65"/>
                  <a:gd name="T24" fmla="*/ 0 w 57"/>
                  <a:gd name="T25" fmla="*/ 35 h 65"/>
                  <a:gd name="T26" fmla="*/ 0 w 57"/>
                  <a:gd name="T27" fmla="*/ 46 h 65"/>
                  <a:gd name="T28" fmla="*/ 1 w 57"/>
                  <a:gd name="T29" fmla="*/ 61 h 65"/>
                  <a:gd name="T30" fmla="*/ 7 w 57"/>
                  <a:gd name="T31" fmla="*/ 65 h 65"/>
                  <a:gd name="T32" fmla="*/ 13 w 57"/>
                  <a:gd name="T33" fmla="*/ 63 h 65"/>
                  <a:gd name="T34" fmla="*/ 16 w 57"/>
                  <a:gd name="T35" fmla="*/ 57 h 65"/>
                  <a:gd name="T36" fmla="*/ 28 w 57"/>
                  <a:gd name="T37" fmla="*/ 26 h 65"/>
                  <a:gd name="T38" fmla="*/ 43 w 57"/>
                  <a:gd name="T39" fmla="*/ 13 h 65"/>
                  <a:gd name="T40" fmla="*/ 46 w 57"/>
                  <a:gd name="T41" fmla="*/ 15 h 65"/>
                  <a:gd name="T42" fmla="*/ 53 w 57"/>
                  <a:gd name="T43" fmla="*/ 18 h 65"/>
                  <a:gd name="T44" fmla="*/ 56 w 57"/>
                  <a:gd name="T45" fmla="*/ 16 h 65"/>
                  <a:gd name="T46" fmla="*/ 57 w 57"/>
                  <a:gd name="T47" fmla="*/ 11 h 65"/>
                  <a:gd name="T48" fmla="*/ 54 w 57"/>
                  <a:gd name="T49" fmla="*/ 3 h 65"/>
                  <a:gd name="T50" fmla="*/ 44 w 57"/>
                  <a:gd name="T51" fmla="*/ 0 h 65"/>
                  <a:gd name="T52" fmla="*/ 28 w 57"/>
                  <a:gd name="T53" fmla="*/ 9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7" h="65">
                    <a:moveTo>
                      <a:pt x="28" y="9"/>
                    </a:moveTo>
                    <a:cubicBezTo>
                      <a:pt x="23" y="15"/>
                      <a:pt x="18" y="22"/>
                      <a:pt x="13" y="32"/>
                    </a:cubicBezTo>
                    <a:cubicBezTo>
                      <a:pt x="12" y="33"/>
                      <a:pt x="12" y="33"/>
                      <a:pt x="12" y="33"/>
                    </a:cubicBezTo>
                    <a:cubicBezTo>
                      <a:pt x="14" y="24"/>
                      <a:pt x="14" y="24"/>
                      <a:pt x="14" y="24"/>
                    </a:cubicBezTo>
                    <a:cubicBezTo>
                      <a:pt x="14" y="22"/>
                      <a:pt x="15" y="19"/>
                      <a:pt x="15" y="17"/>
                    </a:cubicBezTo>
                    <a:cubicBezTo>
                      <a:pt x="17" y="12"/>
                      <a:pt x="18" y="8"/>
                      <a:pt x="18" y="6"/>
                    </a:cubicBezTo>
                    <a:cubicBezTo>
                      <a:pt x="18" y="5"/>
                      <a:pt x="17" y="3"/>
                      <a:pt x="16" y="2"/>
                    </a:cubicBezTo>
                    <a:cubicBezTo>
                      <a:pt x="15" y="1"/>
                      <a:pt x="13" y="0"/>
                      <a:pt x="11" y="0"/>
                    </a:cubicBezTo>
                    <a:cubicBezTo>
                      <a:pt x="9" y="0"/>
                      <a:pt x="8" y="1"/>
                      <a:pt x="6" y="2"/>
                    </a:cubicBezTo>
                    <a:cubicBezTo>
                      <a:pt x="4" y="3"/>
                      <a:pt x="3" y="5"/>
                      <a:pt x="3" y="6"/>
                    </a:cubicBezTo>
                    <a:cubicBezTo>
                      <a:pt x="2" y="8"/>
                      <a:pt x="2" y="10"/>
                      <a:pt x="2" y="14"/>
                    </a:cubicBezTo>
                    <a:cubicBezTo>
                      <a:pt x="2" y="15"/>
                      <a:pt x="1" y="16"/>
                      <a:pt x="1" y="18"/>
                    </a:cubicBezTo>
                    <a:cubicBezTo>
                      <a:pt x="1" y="25"/>
                      <a:pt x="0" y="30"/>
                      <a:pt x="0" y="35"/>
                    </a:cubicBezTo>
                    <a:cubicBezTo>
                      <a:pt x="0" y="39"/>
                      <a:pt x="0" y="43"/>
                      <a:pt x="0" y="46"/>
                    </a:cubicBezTo>
                    <a:cubicBezTo>
                      <a:pt x="0" y="53"/>
                      <a:pt x="0" y="58"/>
                      <a:pt x="1" y="61"/>
                    </a:cubicBezTo>
                    <a:cubicBezTo>
                      <a:pt x="3" y="64"/>
                      <a:pt x="4" y="65"/>
                      <a:pt x="7" y="65"/>
                    </a:cubicBezTo>
                    <a:cubicBezTo>
                      <a:pt x="10" y="65"/>
                      <a:pt x="12" y="65"/>
                      <a:pt x="13" y="63"/>
                    </a:cubicBezTo>
                    <a:cubicBezTo>
                      <a:pt x="15" y="62"/>
                      <a:pt x="15" y="60"/>
                      <a:pt x="16" y="57"/>
                    </a:cubicBezTo>
                    <a:cubicBezTo>
                      <a:pt x="17" y="45"/>
                      <a:pt x="21" y="35"/>
                      <a:pt x="28" y="26"/>
                    </a:cubicBezTo>
                    <a:cubicBezTo>
                      <a:pt x="35" y="17"/>
                      <a:pt x="40" y="13"/>
                      <a:pt x="43" y="13"/>
                    </a:cubicBezTo>
                    <a:cubicBezTo>
                      <a:pt x="44" y="13"/>
                      <a:pt x="45" y="13"/>
                      <a:pt x="46" y="15"/>
                    </a:cubicBezTo>
                    <a:cubicBezTo>
                      <a:pt x="48" y="17"/>
                      <a:pt x="50" y="18"/>
                      <a:pt x="53" y="18"/>
                    </a:cubicBezTo>
                    <a:cubicBezTo>
                      <a:pt x="54" y="18"/>
                      <a:pt x="55" y="17"/>
                      <a:pt x="56" y="16"/>
                    </a:cubicBezTo>
                    <a:cubicBezTo>
                      <a:pt x="57" y="14"/>
                      <a:pt x="57" y="13"/>
                      <a:pt x="57" y="11"/>
                    </a:cubicBezTo>
                    <a:cubicBezTo>
                      <a:pt x="57" y="8"/>
                      <a:pt x="56" y="5"/>
                      <a:pt x="54" y="3"/>
                    </a:cubicBezTo>
                    <a:cubicBezTo>
                      <a:pt x="51" y="1"/>
                      <a:pt x="48" y="0"/>
                      <a:pt x="44" y="0"/>
                    </a:cubicBezTo>
                    <a:cubicBezTo>
                      <a:pt x="39" y="0"/>
                      <a:pt x="34" y="3"/>
                      <a:pt x="28"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 name="Freeform 249"/>
              <p:cNvSpPr>
                <a:spLocks noEditPoints="1"/>
              </p:cNvSpPr>
              <p:nvPr/>
            </p:nvSpPr>
            <p:spPr bwMode="auto">
              <a:xfrm>
                <a:off x="788988" y="2247901"/>
                <a:ext cx="69850" cy="87313"/>
              </a:xfrm>
              <a:custGeom>
                <a:avLst/>
                <a:gdLst>
                  <a:gd name="T0" fmla="*/ 6 w 54"/>
                  <a:gd name="T1" fmla="*/ 62 h 68"/>
                  <a:gd name="T2" fmla="*/ 21 w 54"/>
                  <a:gd name="T3" fmla="*/ 68 h 68"/>
                  <a:gd name="T4" fmla="*/ 44 w 54"/>
                  <a:gd name="T5" fmla="*/ 60 h 68"/>
                  <a:gd name="T6" fmla="*/ 54 w 54"/>
                  <a:gd name="T7" fmla="*/ 45 h 68"/>
                  <a:gd name="T8" fmla="*/ 51 w 54"/>
                  <a:gd name="T9" fmla="*/ 41 h 68"/>
                  <a:gd name="T10" fmla="*/ 46 w 54"/>
                  <a:gd name="T11" fmla="*/ 44 h 68"/>
                  <a:gd name="T12" fmla="*/ 23 w 54"/>
                  <a:gd name="T13" fmla="*/ 56 h 68"/>
                  <a:gd name="T14" fmla="*/ 17 w 54"/>
                  <a:gd name="T15" fmla="*/ 53 h 68"/>
                  <a:gd name="T16" fmla="*/ 14 w 54"/>
                  <a:gd name="T17" fmla="*/ 48 h 68"/>
                  <a:gd name="T18" fmla="*/ 16 w 54"/>
                  <a:gd name="T19" fmla="*/ 46 h 68"/>
                  <a:gd name="T20" fmla="*/ 41 w 54"/>
                  <a:gd name="T21" fmla="*/ 33 h 68"/>
                  <a:gd name="T22" fmla="*/ 51 w 54"/>
                  <a:gd name="T23" fmla="*/ 14 h 68"/>
                  <a:gd name="T24" fmla="*/ 47 w 54"/>
                  <a:gd name="T25" fmla="*/ 4 h 68"/>
                  <a:gd name="T26" fmla="*/ 36 w 54"/>
                  <a:gd name="T27" fmla="*/ 0 h 68"/>
                  <a:gd name="T28" fmla="*/ 12 w 54"/>
                  <a:gd name="T29" fmla="*/ 14 h 68"/>
                  <a:gd name="T30" fmla="*/ 0 w 54"/>
                  <a:gd name="T31" fmla="*/ 45 h 68"/>
                  <a:gd name="T32" fmla="*/ 6 w 54"/>
                  <a:gd name="T33" fmla="*/ 62 h 68"/>
                  <a:gd name="T34" fmla="*/ 23 w 54"/>
                  <a:gd name="T35" fmla="*/ 19 h 68"/>
                  <a:gd name="T36" fmla="*/ 35 w 54"/>
                  <a:gd name="T37" fmla="*/ 12 h 68"/>
                  <a:gd name="T38" fmla="*/ 37 w 54"/>
                  <a:gd name="T39" fmla="*/ 13 h 68"/>
                  <a:gd name="T40" fmla="*/ 38 w 54"/>
                  <a:gd name="T41" fmla="*/ 16 h 68"/>
                  <a:gd name="T42" fmla="*/ 32 w 54"/>
                  <a:gd name="T43" fmla="*/ 27 h 68"/>
                  <a:gd name="T44" fmla="*/ 15 w 54"/>
                  <a:gd name="T45" fmla="*/ 35 h 68"/>
                  <a:gd name="T46" fmla="*/ 23 w 54"/>
                  <a:gd name="T47" fmla="*/ 1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 h="68">
                    <a:moveTo>
                      <a:pt x="6" y="62"/>
                    </a:moveTo>
                    <a:cubicBezTo>
                      <a:pt x="10" y="66"/>
                      <a:pt x="15" y="68"/>
                      <a:pt x="21" y="68"/>
                    </a:cubicBezTo>
                    <a:cubicBezTo>
                      <a:pt x="30" y="68"/>
                      <a:pt x="37" y="65"/>
                      <a:pt x="44" y="60"/>
                    </a:cubicBezTo>
                    <a:cubicBezTo>
                      <a:pt x="51" y="54"/>
                      <a:pt x="54" y="49"/>
                      <a:pt x="54" y="45"/>
                    </a:cubicBezTo>
                    <a:cubicBezTo>
                      <a:pt x="54" y="43"/>
                      <a:pt x="53" y="41"/>
                      <a:pt x="51" y="41"/>
                    </a:cubicBezTo>
                    <a:cubicBezTo>
                      <a:pt x="49" y="41"/>
                      <a:pt x="48" y="42"/>
                      <a:pt x="46" y="44"/>
                    </a:cubicBezTo>
                    <a:cubicBezTo>
                      <a:pt x="39" y="52"/>
                      <a:pt x="31" y="56"/>
                      <a:pt x="23" y="56"/>
                    </a:cubicBezTo>
                    <a:cubicBezTo>
                      <a:pt x="21" y="56"/>
                      <a:pt x="18" y="55"/>
                      <a:pt x="17" y="53"/>
                    </a:cubicBezTo>
                    <a:cubicBezTo>
                      <a:pt x="15" y="51"/>
                      <a:pt x="14" y="50"/>
                      <a:pt x="14" y="48"/>
                    </a:cubicBezTo>
                    <a:cubicBezTo>
                      <a:pt x="14" y="47"/>
                      <a:pt x="15" y="46"/>
                      <a:pt x="16" y="46"/>
                    </a:cubicBezTo>
                    <a:cubicBezTo>
                      <a:pt x="26" y="43"/>
                      <a:pt x="34" y="39"/>
                      <a:pt x="41" y="33"/>
                    </a:cubicBezTo>
                    <a:cubicBezTo>
                      <a:pt x="47" y="27"/>
                      <a:pt x="51" y="21"/>
                      <a:pt x="51" y="14"/>
                    </a:cubicBezTo>
                    <a:cubicBezTo>
                      <a:pt x="51" y="10"/>
                      <a:pt x="49" y="7"/>
                      <a:pt x="47" y="4"/>
                    </a:cubicBezTo>
                    <a:cubicBezTo>
                      <a:pt x="44" y="1"/>
                      <a:pt x="40" y="0"/>
                      <a:pt x="36" y="0"/>
                    </a:cubicBezTo>
                    <a:cubicBezTo>
                      <a:pt x="27" y="0"/>
                      <a:pt x="19" y="5"/>
                      <a:pt x="12" y="14"/>
                    </a:cubicBezTo>
                    <a:cubicBezTo>
                      <a:pt x="4" y="24"/>
                      <a:pt x="0" y="34"/>
                      <a:pt x="0" y="45"/>
                    </a:cubicBezTo>
                    <a:cubicBezTo>
                      <a:pt x="0" y="52"/>
                      <a:pt x="2" y="58"/>
                      <a:pt x="6" y="62"/>
                    </a:cubicBezTo>
                    <a:close/>
                    <a:moveTo>
                      <a:pt x="23" y="19"/>
                    </a:moveTo>
                    <a:cubicBezTo>
                      <a:pt x="28" y="14"/>
                      <a:pt x="31" y="12"/>
                      <a:pt x="35" y="12"/>
                    </a:cubicBezTo>
                    <a:cubicBezTo>
                      <a:pt x="36" y="12"/>
                      <a:pt x="37" y="12"/>
                      <a:pt x="37" y="13"/>
                    </a:cubicBezTo>
                    <a:cubicBezTo>
                      <a:pt x="38" y="14"/>
                      <a:pt x="38" y="15"/>
                      <a:pt x="38" y="16"/>
                    </a:cubicBezTo>
                    <a:cubicBezTo>
                      <a:pt x="38" y="20"/>
                      <a:pt x="36" y="23"/>
                      <a:pt x="32" y="27"/>
                    </a:cubicBezTo>
                    <a:cubicBezTo>
                      <a:pt x="27" y="31"/>
                      <a:pt x="21" y="34"/>
                      <a:pt x="15" y="35"/>
                    </a:cubicBezTo>
                    <a:cubicBezTo>
                      <a:pt x="17" y="29"/>
                      <a:pt x="19" y="24"/>
                      <a:pt x="23"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 name="Freeform 250"/>
              <p:cNvSpPr>
                <a:spLocks noEditPoints="1"/>
              </p:cNvSpPr>
              <p:nvPr/>
            </p:nvSpPr>
            <p:spPr bwMode="auto">
              <a:xfrm>
                <a:off x="928688" y="2247901"/>
                <a:ext cx="79375" cy="87313"/>
              </a:xfrm>
              <a:custGeom>
                <a:avLst/>
                <a:gdLst>
                  <a:gd name="T0" fmla="*/ 57 w 61"/>
                  <a:gd name="T1" fmla="*/ 12 h 67"/>
                  <a:gd name="T2" fmla="*/ 50 w 61"/>
                  <a:gd name="T3" fmla="*/ 7 h 67"/>
                  <a:gd name="T4" fmla="*/ 41 w 61"/>
                  <a:gd name="T5" fmla="*/ 0 h 67"/>
                  <a:gd name="T6" fmla="*/ 13 w 61"/>
                  <a:gd name="T7" fmla="*/ 18 h 67"/>
                  <a:gd name="T8" fmla="*/ 0 w 61"/>
                  <a:gd name="T9" fmla="*/ 50 h 67"/>
                  <a:gd name="T10" fmla="*/ 4 w 61"/>
                  <a:gd name="T11" fmla="*/ 61 h 67"/>
                  <a:gd name="T12" fmla="*/ 13 w 61"/>
                  <a:gd name="T13" fmla="*/ 65 h 67"/>
                  <a:gd name="T14" fmla="*/ 42 w 61"/>
                  <a:gd name="T15" fmla="*/ 45 h 67"/>
                  <a:gd name="T16" fmla="*/ 52 w 61"/>
                  <a:gd name="T17" fmla="*/ 67 h 67"/>
                  <a:gd name="T18" fmla="*/ 58 w 61"/>
                  <a:gd name="T19" fmla="*/ 65 h 67"/>
                  <a:gd name="T20" fmla="*/ 61 w 61"/>
                  <a:gd name="T21" fmla="*/ 60 h 67"/>
                  <a:gd name="T22" fmla="*/ 59 w 61"/>
                  <a:gd name="T23" fmla="*/ 57 h 67"/>
                  <a:gd name="T24" fmla="*/ 56 w 61"/>
                  <a:gd name="T25" fmla="*/ 55 h 67"/>
                  <a:gd name="T26" fmla="*/ 54 w 61"/>
                  <a:gd name="T27" fmla="*/ 51 h 67"/>
                  <a:gd name="T28" fmla="*/ 53 w 61"/>
                  <a:gd name="T29" fmla="*/ 40 h 67"/>
                  <a:gd name="T30" fmla="*/ 56 w 61"/>
                  <a:gd name="T31" fmla="*/ 21 h 67"/>
                  <a:gd name="T32" fmla="*/ 57 w 61"/>
                  <a:gd name="T33" fmla="*/ 12 h 67"/>
                  <a:gd name="T34" fmla="*/ 33 w 61"/>
                  <a:gd name="T35" fmla="*/ 40 h 67"/>
                  <a:gd name="T36" fmla="*/ 16 w 61"/>
                  <a:gd name="T37" fmla="*/ 52 h 67"/>
                  <a:gd name="T38" fmla="*/ 14 w 61"/>
                  <a:gd name="T39" fmla="*/ 48 h 67"/>
                  <a:gd name="T40" fmla="*/ 23 w 61"/>
                  <a:gd name="T41" fmla="*/ 26 h 67"/>
                  <a:gd name="T42" fmla="*/ 39 w 61"/>
                  <a:gd name="T43" fmla="*/ 13 h 67"/>
                  <a:gd name="T44" fmla="*/ 41 w 61"/>
                  <a:gd name="T45" fmla="*/ 14 h 67"/>
                  <a:gd name="T46" fmla="*/ 43 w 61"/>
                  <a:gd name="T47" fmla="*/ 19 h 67"/>
                  <a:gd name="T48" fmla="*/ 33 w 61"/>
                  <a:gd name="T49" fmla="*/ 4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1" h="67">
                    <a:moveTo>
                      <a:pt x="57" y="12"/>
                    </a:moveTo>
                    <a:cubicBezTo>
                      <a:pt x="57" y="9"/>
                      <a:pt x="55" y="7"/>
                      <a:pt x="50" y="7"/>
                    </a:cubicBezTo>
                    <a:cubicBezTo>
                      <a:pt x="49" y="3"/>
                      <a:pt x="46" y="0"/>
                      <a:pt x="41" y="0"/>
                    </a:cubicBezTo>
                    <a:cubicBezTo>
                      <a:pt x="32" y="0"/>
                      <a:pt x="23" y="6"/>
                      <a:pt x="13" y="18"/>
                    </a:cubicBezTo>
                    <a:cubicBezTo>
                      <a:pt x="4" y="29"/>
                      <a:pt x="0" y="40"/>
                      <a:pt x="0" y="50"/>
                    </a:cubicBezTo>
                    <a:cubicBezTo>
                      <a:pt x="0" y="54"/>
                      <a:pt x="1" y="58"/>
                      <a:pt x="4" y="61"/>
                    </a:cubicBezTo>
                    <a:cubicBezTo>
                      <a:pt x="6" y="63"/>
                      <a:pt x="9" y="65"/>
                      <a:pt x="13" y="65"/>
                    </a:cubicBezTo>
                    <a:cubicBezTo>
                      <a:pt x="22" y="65"/>
                      <a:pt x="32" y="58"/>
                      <a:pt x="42" y="45"/>
                    </a:cubicBezTo>
                    <a:cubicBezTo>
                      <a:pt x="41" y="59"/>
                      <a:pt x="45" y="67"/>
                      <a:pt x="52" y="67"/>
                    </a:cubicBezTo>
                    <a:cubicBezTo>
                      <a:pt x="54" y="67"/>
                      <a:pt x="56" y="66"/>
                      <a:pt x="58" y="65"/>
                    </a:cubicBezTo>
                    <a:cubicBezTo>
                      <a:pt x="60" y="63"/>
                      <a:pt x="61" y="62"/>
                      <a:pt x="61" y="60"/>
                    </a:cubicBezTo>
                    <a:cubicBezTo>
                      <a:pt x="61" y="58"/>
                      <a:pt x="60" y="57"/>
                      <a:pt x="59" y="57"/>
                    </a:cubicBezTo>
                    <a:cubicBezTo>
                      <a:pt x="57" y="56"/>
                      <a:pt x="56" y="55"/>
                      <a:pt x="56" y="55"/>
                    </a:cubicBezTo>
                    <a:cubicBezTo>
                      <a:pt x="56" y="54"/>
                      <a:pt x="55" y="53"/>
                      <a:pt x="54" y="51"/>
                    </a:cubicBezTo>
                    <a:cubicBezTo>
                      <a:pt x="54" y="49"/>
                      <a:pt x="53" y="45"/>
                      <a:pt x="53" y="40"/>
                    </a:cubicBezTo>
                    <a:cubicBezTo>
                      <a:pt x="53" y="36"/>
                      <a:pt x="54" y="29"/>
                      <a:pt x="56" y="21"/>
                    </a:cubicBezTo>
                    <a:cubicBezTo>
                      <a:pt x="57" y="17"/>
                      <a:pt x="57" y="14"/>
                      <a:pt x="57" y="12"/>
                    </a:cubicBezTo>
                    <a:close/>
                    <a:moveTo>
                      <a:pt x="33" y="40"/>
                    </a:moveTo>
                    <a:cubicBezTo>
                      <a:pt x="26" y="48"/>
                      <a:pt x="20" y="52"/>
                      <a:pt x="16" y="52"/>
                    </a:cubicBezTo>
                    <a:cubicBezTo>
                      <a:pt x="15" y="52"/>
                      <a:pt x="14" y="51"/>
                      <a:pt x="14" y="48"/>
                    </a:cubicBezTo>
                    <a:cubicBezTo>
                      <a:pt x="14" y="41"/>
                      <a:pt x="17" y="34"/>
                      <a:pt x="23" y="26"/>
                    </a:cubicBezTo>
                    <a:cubicBezTo>
                      <a:pt x="30" y="17"/>
                      <a:pt x="35" y="13"/>
                      <a:pt x="39" y="13"/>
                    </a:cubicBezTo>
                    <a:cubicBezTo>
                      <a:pt x="40" y="13"/>
                      <a:pt x="41" y="13"/>
                      <a:pt x="41" y="14"/>
                    </a:cubicBezTo>
                    <a:cubicBezTo>
                      <a:pt x="42" y="15"/>
                      <a:pt x="43" y="17"/>
                      <a:pt x="43" y="19"/>
                    </a:cubicBezTo>
                    <a:cubicBezTo>
                      <a:pt x="43" y="25"/>
                      <a:pt x="39" y="32"/>
                      <a:pt x="33"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 name="Freeform 251"/>
              <p:cNvSpPr>
                <a:spLocks/>
              </p:cNvSpPr>
              <p:nvPr/>
            </p:nvSpPr>
            <p:spPr bwMode="auto">
              <a:xfrm>
                <a:off x="1019176" y="2254251"/>
                <a:ext cx="95250" cy="77788"/>
              </a:xfrm>
              <a:custGeom>
                <a:avLst/>
                <a:gdLst>
                  <a:gd name="T0" fmla="*/ 17 w 73"/>
                  <a:gd name="T1" fmla="*/ 1 h 60"/>
                  <a:gd name="T2" fmla="*/ 11 w 73"/>
                  <a:gd name="T3" fmla="*/ 0 h 60"/>
                  <a:gd name="T4" fmla="*/ 6 w 73"/>
                  <a:gd name="T5" fmla="*/ 3 h 60"/>
                  <a:gd name="T6" fmla="*/ 4 w 73"/>
                  <a:gd name="T7" fmla="*/ 9 h 60"/>
                  <a:gd name="T8" fmla="*/ 2 w 73"/>
                  <a:gd name="T9" fmla="*/ 39 h 60"/>
                  <a:gd name="T10" fmla="*/ 0 w 73"/>
                  <a:gd name="T11" fmla="*/ 52 h 60"/>
                  <a:gd name="T12" fmla="*/ 9 w 73"/>
                  <a:gd name="T13" fmla="*/ 60 h 60"/>
                  <a:gd name="T14" fmla="*/ 12 w 73"/>
                  <a:gd name="T15" fmla="*/ 58 h 60"/>
                  <a:gd name="T16" fmla="*/ 14 w 73"/>
                  <a:gd name="T17" fmla="*/ 55 h 60"/>
                  <a:gd name="T18" fmla="*/ 26 w 73"/>
                  <a:gd name="T19" fmla="*/ 32 h 60"/>
                  <a:gd name="T20" fmla="*/ 41 w 73"/>
                  <a:gd name="T21" fmla="*/ 16 h 60"/>
                  <a:gd name="T22" fmla="*/ 46 w 73"/>
                  <a:gd name="T23" fmla="*/ 31 h 60"/>
                  <a:gd name="T24" fmla="*/ 50 w 73"/>
                  <a:gd name="T25" fmla="*/ 51 h 60"/>
                  <a:gd name="T26" fmla="*/ 50 w 73"/>
                  <a:gd name="T27" fmla="*/ 51 h 60"/>
                  <a:gd name="T28" fmla="*/ 60 w 73"/>
                  <a:gd name="T29" fmla="*/ 57 h 60"/>
                  <a:gd name="T30" fmla="*/ 70 w 73"/>
                  <a:gd name="T31" fmla="*/ 53 h 60"/>
                  <a:gd name="T32" fmla="*/ 73 w 73"/>
                  <a:gd name="T33" fmla="*/ 47 h 60"/>
                  <a:gd name="T34" fmla="*/ 71 w 73"/>
                  <a:gd name="T35" fmla="*/ 44 h 60"/>
                  <a:gd name="T36" fmla="*/ 67 w 73"/>
                  <a:gd name="T37" fmla="*/ 44 h 60"/>
                  <a:gd name="T38" fmla="*/ 64 w 73"/>
                  <a:gd name="T39" fmla="*/ 45 h 60"/>
                  <a:gd name="T40" fmla="*/ 59 w 73"/>
                  <a:gd name="T41" fmla="*/ 23 h 60"/>
                  <a:gd name="T42" fmla="*/ 43 w 73"/>
                  <a:gd name="T43" fmla="*/ 2 h 60"/>
                  <a:gd name="T44" fmla="*/ 15 w 73"/>
                  <a:gd name="T45" fmla="*/ 32 h 60"/>
                  <a:gd name="T46" fmla="*/ 18 w 73"/>
                  <a:gd name="T47" fmla="*/ 10 h 60"/>
                  <a:gd name="T48" fmla="*/ 17 w 73"/>
                  <a:gd name="T49" fmla="*/ 1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3" h="60">
                    <a:moveTo>
                      <a:pt x="17" y="1"/>
                    </a:moveTo>
                    <a:cubicBezTo>
                      <a:pt x="15" y="0"/>
                      <a:pt x="14" y="0"/>
                      <a:pt x="11" y="0"/>
                    </a:cubicBezTo>
                    <a:cubicBezTo>
                      <a:pt x="10" y="0"/>
                      <a:pt x="8" y="1"/>
                      <a:pt x="6" y="3"/>
                    </a:cubicBezTo>
                    <a:cubicBezTo>
                      <a:pt x="5" y="5"/>
                      <a:pt x="4" y="7"/>
                      <a:pt x="4" y="9"/>
                    </a:cubicBezTo>
                    <a:cubicBezTo>
                      <a:pt x="4" y="21"/>
                      <a:pt x="3" y="31"/>
                      <a:pt x="2" y="39"/>
                    </a:cubicBezTo>
                    <a:cubicBezTo>
                      <a:pt x="1" y="46"/>
                      <a:pt x="0" y="50"/>
                      <a:pt x="0" y="52"/>
                    </a:cubicBezTo>
                    <a:cubicBezTo>
                      <a:pt x="0" y="57"/>
                      <a:pt x="3" y="60"/>
                      <a:pt x="9" y="60"/>
                    </a:cubicBezTo>
                    <a:cubicBezTo>
                      <a:pt x="10" y="60"/>
                      <a:pt x="11" y="59"/>
                      <a:pt x="12" y="58"/>
                    </a:cubicBezTo>
                    <a:cubicBezTo>
                      <a:pt x="13" y="57"/>
                      <a:pt x="13" y="56"/>
                      <a:pt x="14" y="55"/>
                    </a:cubicBezTo>
                    <a:cubicBezTo>
                      <a:pt x="15" y="50"/>
                      <a:pt x="19" y="42"/>
                      <a:pt x="26" y="32"/>
                    </a:cubicBezTo>
                    <a:cubicBezTo>
                      <a:pt x="33" y="22"/>
                      <a:pt x="38" y="16"/>
                      <a:pt x="41" y="16"/>
                    </a:cubicBezTo>
                    <a:cubicBezTo>
                      <a:pt x="44" y="16"/>
                      <a:pt x="45" y="21"/>
                      <a:pt x="46" y="31"/>
                    </a:cubicBezTo>
                    <a:cubicBezTo>
                      <a:pt x="47" y="41"/>
                      <a:pt x="49" y="47"/>
                      <a:pt x="50" y="51"/>
                    </a:cubicBezTo>
                    <a:cubicBezTo>
                      <a:pt x="50" y="51"/>
                      <a:pt x="50" y="51"/>
                      <a:pt x="50" y="51"/>
                    </a:cubicBezTo>
                    <a:cubicBezTo>
                      <a:pt x="52" y="55"/>
                      <a:pt x="55" y="57"/>
                      <a:pt x="60" y="57"/>
                    </a:cubicBezTo>
                    <a:cubicBezTo>
                      <a:pt x="64" y="57"/>
                      <a:pt x="67" y="55"/>
                      <a:pt x="70" y="53"/>
                    </a:cubicBezTo>
                    <a:cubicBezTo>
                      <a:pt x="72" y="51"/>
                      <a:pt x="73" y="49"/>
                      <a:pt x="73" y="47"/>
                    </a:cubicBezTo>
                    <a:cubicBezTo>
                      <a:pt x="73" y="45"/>
                      <a:pt x="72" y="44"/>
                      <a:pt x="71" y="44"/>
                    </a:cubicBezTo>
                    <a:cubicBezTo>
                      <a:pt x="70" y="44"/>
                      <a:pt x="69" y="44"/>
                      <a:pt x="67" y="44"/>
                    </a:cubicBezTo>
                    <a:cubicBezTo>
                      <a:pt x="66" y="45"/>
                      <a:pt x="65" y="45"/>
                      <a:pt x="64" y="45"/>
                    </a:cubicBezTo>
                    <a:cubicBezTo>
                      <a:pt x="62" y="45"/>
                      <a:pt x="60" y="38"/>
                      <a:pt x="59" y="23"/>
                    </a:cubicBezTo>
                    <a:cubicBezTo>
                      <a:pt x="57" y="9"/>
                      <a:pt x="52" y="2"/>
                      <a:pt x="43" y="2"/>
                    </a:cubicBezTo>
                    <a:cubicBezTo>
                      <a:pt x="33" y="2"/>
                      <a:pt x="23" y="12"/>
                      <a:pt x="15" y="32"/>
                    </a:cubicBezTo>
                    <a:cubicBezTo>
                      <a:pt x="17" y="21"/>
                      <a:pt x="18" y="14"/>
                      <a:pt x="18" y="10"/>
                    </a:cubicBezTo>
                    <a:cubicBezTo>
                      <a:pt x="18" y="6"/>
                      <a:pt x="18" y="3"/>
                      <a:pt x="1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 name="Freeform 252"/>
              <p:cNvSpPr>
                <a:spLocks noEditPoints="1"/>
              </p:cNvSpPr>
              <p:nvPr/>
            </p:nvSpPr>
            <p:spPr bwMode="auto">
              <a:xfrm>
                <a:off x="1119188" y="2205038"/>
                <a:ext cx="92075" cy="128588"/>
              </a:xfrm>
              <a:custGeom>
                <a:avLst/>
                <a:gdLst>
                  <a:gd name="T0" fmla="*/ 67 w 72"/>
                  <a:gd name="T1" fmla="*/ 18 h 100"/>
                  <a:gd name="T2" fmla="*/ 70 w 72"/>
                  <a:gd name="T3" fmla="*/ 9 h 100"/>
                  <a:gd name="T4" fmla="*/ 68 w 72"/>
                  <a:gd name="T5" fmla="*/ 3 h 100"/>
                  <a:gd name="T6" fmla="*/ 64 w 72"/>
                  <a:gd name="T7" fmla="*/ 0 h 100"/>
                  <a:gd name="T8" fmla="*/ 60 w 72"/>
                  <a:gd name="T9" fmla="*/ 2 h 100"/>
                  <a:gd name="T10" fmla="*/ 56 w 72"/>
                  <a:gd name="T11" fmla="*/ 6 h 100"/>
                  <a:gd name="T12" fmla="*/ 53 w 72"/>
                  <a:gd name="T13" fmla="*/ 18 h 100"/>
                  <a:gd name="T14" fmla="*/ 48 w 72"/>
                  <a:gd name="T15" fmla="*/ 42 h 100"/>
                  <a:gd name="T16" fmla="*/ 38 w 72"/>
                  <a:gd name="T17" fmla="*/ 38 h 100"/>
                  <a:gd name="T18" fmla="*/ 13 w 72"/>
                  <a:gd name="T19" fmla="*/ 53 h 100"/>
                  <a:gd name="T20" fmla="*/ 0 w 72"/>
                  <a:gd name="T21" fmla="*/ 83 h 100"/>
                  <a:gd name="T22" fmla="*/ 4 w 72"/>
                  <a:gd name="T23" fmla="*/ 95 h 100"/>
                  <a:gd name="T24" fmla="*/ 14 w 72"/>
                  <a:gd name="T25" fmla="*/ 100 h 100"/>
                  <a:gd name="T26" fmla="*/ 44 w 72"/>
                  <a:gd name="T27" fmla="*/ 79 h 100"/>
                  <a:gd name="T28" fmla="*/ 46 w 72"/>
                  <a:gd name="T29" fmla="*/ 93 h 100"/>
                  <a:gd name="T30" fmla="*/ 55 w 72"/>
                  <a:gd name="T31" fmla="*/ 99 h 100"/>
                  <a:gd name="T32" fmla="*/ 66 w 72"/>
                  <a:gd name="T33" fmla="*/ 95 h 100"/>
                  <a:gd name="T34" fmla="*/ 72 w 72"/>
                  <a:gd name="T35" fmla="*/ 87 h 100"/>
                  <a:gd name="T36" fmla="*/ 69 w 72"/>
                  <a:gd name="T37" fmla="*/ 84 h 100"/>
                  <a:gd name="T38" fmla="*/ 65 w 72"/>
                  <a:gd name="T39" fmla="*/ 85 h 100"/>
                  <a:gd name="T40" fmla="*/ 60 w 72"/>
                  <a:gd name="T41" fmla="*/ 87 h 100"/>
                  <a:gd name="T42" fmla="*/ 56 w 72"/>
                  <a:gd name="T43" fmla="*/ 77 h 100"/>
                  <a:gd name="T44" fmla="*/ 60 w 72"/>
                  <a:gd name="T45" fmla="*/ 48 h 100"/>
                  <a:gd name="T46" fmla="*/ 67 w 72"/>
                  <a:gd name="T47" fmla="*/ 18 h 100"/>
                  <a:gd name="T48" fmla="*/ 35 w 72"/>
                  <a:gd name="T49" fmla="*/ 75 h 100"/>
                  <a:gd name="T50" fmla="*/ 18 w 72"/>
                  <a:gd name="T51" fmla="*/ 87 h 100"/>
                  <a:gd name="T52" fmla="*/ 14 w 72"/>
                  <a:gd name="T53" fmla="*/ 82 h 100"/>
                  <a:gd name="T54" fmla="*/ 22 w 72"/>
                  <a:gd name="T55" fmla="*/ 61 h 100"/>
                  <a:gd name="T56" fmla="*/ 38 w 72"/>
                  <a:gd name="T57" fmla="*/ 49 h 100"/>
                  <a:gd name="T58" fmla="*/ 43 w 72"/>
                  <a:gd name="T59" fmla="*/ 51 h 100"/>
                  <a:gd name="T60" fmla="*/ 44 w 72"/>
                  <a:gd name="T61" fmla="*/ 55 h 100"/>
                  <a:gd name="T62" fmla="*/ 35 w 72"/>
                  <a:gd name="T63" fmla="*/ 75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2" h="100">
                    <a:moveTo>
                      <a:pt x="67" y="18"/>
                    </a:moveTo>
                    <a:cubicBezTo>
                      <a:pt x="69" y="13"/>
                      <a:pt x="70" y="10"/>
                      <a:pt x="70" y="9"/>
                    </a:cubicBezTo>
                    <a:cubicBezTo>
                      <a:pt x="70" y="6"/>
                      <a:pt x="69" y="4"/>
                      <a:pt x="68" y="3"/>
                    </a:cubicBezTo>
                    <a:cubicBezTo>
                      <a:pt x="67" y="1"/>
                      <a:pt x="66" y="0"/>
                      <a:pt x="64" y="0"/>
                    </a:cubicBezTo>
                    <a:cubicBezTo>
                      <a:pt x="63" y="0"/>
                      <a:pt x="61" y="1"/>
                      <a:pt x="60" y="2"/>
                    </a:cubicBezTo>
                    <a:cubicBezTo>
                      <a:pt x="58" y="3"/>
                      <a:pt x="57" y="4"/>
                      <a:pt x="56" y="6"/>
                    </a:cubicBezTo>
                    <a:cubicBezTo>
                      <a:pt x="55" y="8"/>
                      <a:pt x="54" y="12"/>
                      <a:pt x="53" y="18"/>
                    </a:cubicBezTo>
                    <a:cubicBezTo>
                      <a:pt x="53" y="21"/>
                      <a:pt x="51" y="29"/>
                      <a:pt x="48" y="42"/>
                    </a:cubicBezTo>
                    <a:cubicBezTo>
                      <a:pt x="46" y="39"/>
                      <a:pt x="43" y="38"/>
                      <a:pt x="38" y="38"/>
                    </a:cubicBezTo>
                    <a:cubicBezTo>
                      <a:pt x="29" y="38"/>
                      <a:pt x="21" y="43"/>
                      <a:pt x="13" y="53"/>
                    </a:cubicBezTo>
                    <a:cubicBezTo>
                      <a:pt x="4" y="63"/>
                      <a:pt x="0" y="73"/>
                      <a:pt x="0" y="83"/>
                    </a:cubicBezTo>
                    <a:cubicBezTo>
                      <a:pt x="0" y="88"/>
                      <a:pt x="2" y="92"/>
                      <a:pt x="4" y="95"/>
                    </a:cubicBezTo>
                    <a:cubicBezTo>
                      <a:pt x="7" y="98"/>
                      <a:pt x="10" y="100"/>
                      <a:pt x="14" y="100"/>
                    </a:cubicBezTo>
                    <a:cubicBezTo>
                      <a:pt x="24" y="100"/>
                      <a:pt x="34" y="93"/>
                      <a:pt x="44" y="79"/>
                    </a:cubicBezTo>
                    <a:cubicBezTo>
                      <a:pt x="44" y="85"/>
                      <a:pt x="44" y="89"/>
                      <a:pt x="46" y="93"/>
                    </a:cubicBezTo>
                    <a:cubicBezTo>
                      <a:pt x="48" y="97"/>
                      <a:pt x="51" y="99"/>
                      <a:pt x="55" y="99"/>
                    </a:cubicBezTo>
                    <a:cubicBezTo>
                      <a:pt x="58" y="99"/>
                      <a:pt x="62" y="98"/>
                      <a:pt x="66" y="95"/>
                    </a:cubicBezTo>
                    <a:cubicBezTo>
                      <a:pt x="70" y="93"/>
                      <a:pt x="72" y="90"/>
                      <a:pt x="72" y="87"/>
                    </a:cubicBezTo>
                    <a:cubicBezTo>
                      <a:pt x="72" y="85"/>
                      <a:pt x="71" y="84"/>
                      <a:pt x="69" y="84"/>
                    </a:cubicBezTo>
                    <a:cubicBezTo>
                      <a:pt x="68" y="84"/>
                      <a:pt x="67" y="85"/>
                      <a:pt x="65" y="85"/>
                    </a:cubicBezTo>
                    <a:cubicBezTo>
                      <a:pt x="64" y="86"/>
                      <a:pt x="62" y="87"/>
                      <a:pt x="60" y="87"/>
                    </a:cubicBezTo>
                    <a:cubicBezTo>
                      <a:pt x="57" y="87"/>
                      <a:pt x="56" y="83"/>
                      <a:pt x="56" y="77"/>
                    </a:cubicBezTo>
                    <a:cubicBezTo>
                      <a:pt x="56" y="70"/>
                      <a:pt x="57" y="60"/>
                      <a:pt x="60" y="48"/>
                    </a:cubicBezTo>
                    <a:cubicBezTo>
                      <a:pt x="62" y="36"/>
                      <a:pt x="65" y="26"/>
                      <a:pt x="67" y="18"/>
                    </a:cubicBezTo>
                    <a:close/>
                    <a:moveTo>
                      <a:pt x="35" y="75"/>
                    </a:moveTo>
                    <a:cubicBezTo>
                      <a:pt x="28" y="83"/>
                      <a:pt x="22" y="87"/>
                      <a:pt x="18" y="87"/>
                    </a:cubicBezTo>
                    <a:cubicBezTo>
                      <a:pt x="15" y="87"/>
                      <a:pt x="14" y="86"/>
                      <a:pt x="14" y="82"/>
                    </a:cubicBezTo>
                    <a:cubicBezTo>
                      <a:pt x="14" y="75"/>
                      <a:pt x="16" y="68"/>
                      <a:pt x="22" y="61"/>
                    </a:cubicBezTo>
                    <a:cubicBezTo>
                      <a:pt x="27" y="53"/>
                      <a:pt x="33" y="49"/>
                      <a:pt x="38" y="49"/>
                    </a:cubicBezTo>
                    <a:cubicBezTo>
                      <a:pt x="40" y="49"/>
                      <a:pt x="41" y="50"/>
                      <a:pt x="43" y="51"/>
                    </a:cubicBezTo>
                    <a:cubicBezTo>
                      <a:pt x="44" y="52"/>
                      <a:pt x="44" y="54"/>
                      <a:pt x="44" y="55"/>
                    </a:cubicBezTo>
                    <a:cubicBezTo>
                      <a:pt x="44" y="60"/>
                      <a:pt x="41" y="67"/>
                      <a:pt x="35"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 name="Freeform 253"/>
              <p:cNvSpPr>
                <a:spLocks/>
              </p:cNvSpPr>
              <p:nvPr/>
            </p:nvSpPr>
            <p:spPr bwMode="auto">
              <a:xfrm>
                <a:off x="427038" y="2428876"/>
                <a:ext cx="63500" cy="90488"/>
              </a:xfrm>
              <a:custGeom>
                <a:avLst/>
                <a:gdLst>
                  <a:gd name="T0" fmla="*/ 27 w 49"/>
                  <a:gd name="T1" fmla="*/ 16 h 70"/>
                  <a:gd name="T2" fmla="*/ 38 w 49"/>
                  <a:gd name="T3" fmla="*/ 12 h 70"/>
                  <a:gd name="T4" fmla="*/ 41 w 49"/>
                  <a:gd name="T5" fmla="*/ 13 h 70"/>
                  <a:gd name="T6" fmla="*/ 43 w 49"/>
                  <a:gd name="T7" fmla="*/ 14 h 70"/>
                  <a:gd name="T8" fmla="*/ 47 w 49"/>
                  <a:gd name="T9" fmla="*/ 12 h 70"/>
                  <a:gd name="T10" fmla="*/ 49 w 49"/>
                  <a:gd name="T11" fmla="*/ 8 h 70"/>
                  <a:gd name="T12" fmla="*/ 39 w 49"/>
                  <a:gd name="T13" fmla="*/ 0 h 70"/>
                  <a:gd name="T14" fmla="*/ 18 w 49"/>
                  <a:gd name="T15" fmla="*/ 7 h 70"/>
                  <a:gd name="T16" fmla="*/ 6 w 49"/>
                  <a:gd name="T17" fmla="*/ 25 h 70"/>
                  <a:gd name="T18" fmla="*/ 9 w 49"/>
                  <a:gd name="T19" fmla="*/ 34 h 70"/>
                  <a:gd name="T20" fmla="*/ 25 w 49"/>
                  <a:gd name="T21" fmla="*/ 44 h 70"/>
                  <a:gd name="T22" fmla="*/ 35 w 49"/>
                  <a:gd name="T23" fmla="*/ 52 h 70"/>
                  <a:gd name="T24" fmla="*/ 27 w 49"/>
                  <a:gd name="T25" fmla="*/ 56 h 70"/>
                  <a:gd name="T26" fmla="*/ 15 w 49"/>
                  <a:gd name="T27" fmla="*/ 58 h 70"/>
                  <a:gd name="T28" fmla="*/ 11 w 49"/>
                  <a:gd name="T29" fmla="*/ 57 h 70"/>
                  <a:gd name="T30" fmla="*/ 8 w 49"/>
                  <a:gd name="T31" fmla="*/ 56 h 70"/>
                  <a:gd name="T32" fmla="*/ 3 w 49"/>
                  <a:gd name="T33" fmla="*/ 58 h 70"/>
                  <a:gd name="T34" fmla="*/ 0 w 49"/>
                  <a:gd name="T35" fmla="*/ 63 h 70"/>
                  <a:gd name="T36" fmla="*/ 11 w 49"/>
                  <a:gd name="T37" fmla="*/ 70 h 70"/>
                  <a:gd name="T38" fmla="*/ 37 w 49"/>
                  <a:gd name="T39" fmla="*/ 65 h 70"/>
                  <a:gd name="T40" fmla="*/ 48 w 49"/>
                  <a:gd name="T41" fmla="*/ 51 h 70"/>
                  <a:gd name="T42" fmla="*/ 45 w 49"/>
                  <a:gd name="T43" fmla="*/ 42 h 70"/>
                  <a:gd name="T44" fmla="*/ 32 w 49"/>
                  <a:gd name="T45" fmla="*/ 34 h 70"/>
                  <a:gd name="T46" fmla="*/ 23 w 49"/>
                  <a:gd name="T47" fmla="*/ 28 h 70"/>
                  <a:gd name="T48" fmla="*/ 20 w 49"/>
                  <a:gd name="T49" fmla="*/ 24 h 70"/>
                  <a:gd name="T50" fmla="*/ 27 w 49"/>
                  <a:gd name="T51" fmla="*/ 1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9" h="70">
                    <a:moveTo>
                      <a:pt x="27" y="16"/>
                    </a:moveTo>
                    <a:cubicBezTo>
                      <a:pt x="31" y="14"/>
                      <a:pt x="35" y="12"/>
                      <a:pt x="38" y="12"/>
                    </a:cubicBezTo>
                    <a:cubicBezTo>
                      <a:pt x="39" y="12"/>
                      <a:pt x="39" y="13"/>
                      <a:pt x="41" y="13"/>
                    </a:cubicBezTo>
                    <a:cubicBezTo>
                      <a:pt x="42" y="14"/>
                      <a:pt x="42" y="14"/>
                      <a:pt x="43" y="14"/>
                    </a:cubicBezTo>
                    <a:cubicBezTo>
                      <a:pt x="44" y="14"/>
                      <a:pt x="45" y="13"/>
                      <a:pt x="47" y="12"/>
                    </a:cubicBezTo>
                    <a:cubicBezTo>
                      <a:pt x="48" y="11"/>
                      <a:pt x="49" y="10"/>
                      <a:pt x="49" y="8"/>
                    </a:cubicBezTo>
                    <a:cubicBezTo>
                      <a:pt x="49" y="3"/>
                      <a:pt x="46" y="0"/>
                      <a:pt x="39" y="0"/>
                    </a:cubicBezTo>
                    <a:cubicBezTo>
                      <a:pt x="32" y="0"/>
                      <a:pt x="25" y="2"/>
                      <a:pt x="18" y="7"/>
                    </a:cubicBezTo>
                    <a:cubicBezTo>
                      <a:pt x="10" y="12"/>
                      <a:pt x="6" y="18"/>
                      <a:pt x="6" y="25"/>
                    </a:cubicBezTo>
                    <a:cubicBezTo>
                      <a:pt x="6" y="29"/>
                      <a:pt x="7" y="32"/>
                      <a:pt x="9" y="34"/>
                    </a:cubicBezTo>
                    <a:cubicBezTo>
                      <a:pt x="12" y="37"/>
                      <a:pt x="17" y="40"/>
                      <a:pt x="25" y="44"/>
                    </a:cubicBezTo>
                    <a:cubicBezTo>
                      <a:pt x="31" y="47"/>
                      <a:pt x="34" y="50"/>
                      <a:pt x="35" y="52"/>
                    </a:cubicBezTo>
                    <a:cubicBezTo>
                      <a:pt x="33" y="54"/>
                      <a:pt x="31" y="55"/>
                      <a:pt x="27" y="56"/>
                    </a:cubicBezTo>
                    <a:cubicBezTo>
                      <a:pt x="23" y="57"/>
                      <a:pt x="19" y="58"/>
                      <a:pt x="15" y="58"/>
                    </a:cubicBezTo>
                    <a:cubicBezTo>
                      <a:pt x="14" y="58"/>
                      <a:pt x="13" y="58"/>
                      <a:pt x="11" y="57"/>
                    </a:cubicBezTo>
                    <a:cubicBezTo>
                      <a:pt x="9" y="56"/>
                      <a:pt x="8" y="56"/>
                      <a:pt x="8" y="56"/>
                    </a:cubicBezTo>
                    <a:cubicBezTo>
                      <a:pt x="6" y="56"/>
                      <a:pt x="4" y="57"/>
                      <a:pt x="3" y="58"/>
                    </a:cubicBezTo>
                    <a:cubicBezTo>
                      <a:pt x="1" y="59"/>
                      <a:pt x="0" y="61"/>
                      <a:pt x="0" y="63"/>
                    </a:cubicBezTo>
                    <a:cubicBezTo>
                      <a:pt x="0" y="68"/>
                      <a:pt x="4" y="70"/>
                      <a:pt x="11" y="70"/>
                    </a:cubicBezTo>
                    <a:cubicBezTo>
                      <a:pt x="20" y="70"/>
                      <a:pt x="29" y="69"/>
                      <a:pt x="37" y="65"/>
                    </a:cubicBezTo>
                    <a:cubicBezTo>
                      <a:pt x="44" y="61"/>
                      <a:pt x="48" y="56"/>
                      <a:pt x="48" y="51"/>
                    </a:cubicBezTo>
                    <a:cubicBezTo>
                      <a:pt x="48" y="48"/>
                      <a:pt x="47" y="45"/>
                      <a:pt x="45" y="42"/>
                    </a:cubicBezTo>
                    <a:cubicBezTo>
                      <a:pt x="43" y="40"/>
                      <a:pt x="38" y="37"/>
                      <a:pt x="32" y="34"/>
                    </a:cubicBezTo>
                    <a:cubicBezTo>
                      <a:pt x="27" y="32"/>
                      <a:pt x="24" y="30"/>
                      <a:pt x="23" y="28"/>
                    </a:cubicBezTo>
                    <a:cubicBezTo>
                      <a:pt x="21" y="27"/>
                      <a:pt x="20" y="26"/>
                      <a:pt x="20" y="24"/>
                    </a:cubicBezTo>
                    <a:cubicBezTo>
                      <a:pt x="20" y="21"/>
                      <a:pt x="23" y="18"/>
                      <a:pt x="27"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 name="Freeform 254"/>
              <p:cNvSpPr>
                <a:spLocks/>
              </p:cNvSpPr>
              <p:nvPr/>
            </p:nvSpPr>
            <p:spPr bwMode="auto">
              <a:xfrm>
                <a:off x="493713" y="2406651"/>
                <a:ext cx="74613" cy="111125"/>
              </a:xfrm>
              <a:custGeom>
                <a:avLst/>
                <a:gdLst>
                  <a:gd name="T0" fmla="*/ 58 w 58"/>
                  <a:gd name="T1" fmla="*/ 27 h 86"/>
                  <a:gd name="T2" fmla="*/ 57 w 58"/>
                  <a:gd name="T3" fmla="*/ 23 h 86"/>
                  <a:gd name="T4" fmla="*/ 53 w 58"/>
                  <a:gd name="T5" fmla="*/ 22 h 86"/>
                  <a:gd name="T6" fmla="*/ 32 w 58"/>
                  <a:gd name="T7" fmla="*/ 24 h 86"/>
                  <a:gd name="T8" fmla="*/ 37 w 58"/>
                  <a:gd name="T9" fmla="*/ 6 h 86"/>
                  <a:gd name="T10" fmla="*/ 36 w 58"/>
                  <a:gd name="T11" fmla="*/ 2 h 86"/>
                  <a:gd name="T12" fmla="*/ 31 w 58"/>
                  <a:gd name="T13" fmla="*/ 0 h 86"/>
                  <a:gd name="T14" fmla="*/ 23 w 58"/>
                  <a:gd name="T15" fmla="*/ 7 h 86"/>
                  <a:gd name="T16" fmla="*/ 18 w 58"/>
                  <a:gd name="T17" fmla="*/ 25 h 86"/>
                  <a:gd name="T18" fmla="*/ 6 w 58"/>
                  <a:gd name="T19" fmla="*/ 26 h 86"/>
                  <a:gd name="T20" fmla="*/ 0 w 58"/>
                  <a:gd name="T21" fmla="*/ 30 h 86"/>
                  <a:gd name="T22" fmla="*/ 3 w 58"/>
                  <a:gd name="T23" fmla="*/ 36 h 86"/>
                  <a:gd name="T24" fmla="*/ 8 w 58"/>
                  <a:gd name="T25" fmla="*/ 38 h 86"/>
                  <a:gd name="T26" fmla="*/ 10 w 58"/>
                  <a:gd name="T27" fmla="*/ 38 h 86"/>
                  <a:gd name="T28" fmla="*/ 15 w 58"/>
                  <a:gd name="T29" fmla="*/ 37 h 86"/>
                  <a:gd name="T30" fmla="*/ 9 w 58"/>
                  <a:gd name="T31" fmla="*/ 69 h 86"/>
                  <a:gd name="T32" fmla="*/ 13 w 58"/>
                  <a:gd name="T33" fmla="*/ 82 h 86"/>
                  <a:gd name="T34" fmla="*/ 25 w 58"/>
                  <a:gd name="T35" fmla="*/ 86 h 86"/>
                  <a:gd name="T36" fmla="*/ 42 w 58"/>
                  <a:gd name="T37" fmla="*/ 80 h 86"/>
                  <a:gd name="T38" fmla="*/ 50 w 58"/>
                  <a:gd name="T39" fmla="*/ 68 h 86"/>
                  <a:gd name="T40" fmla="*/ 49 w 58"/>
                  <a:gd name="T41" fmla="*/ 66 h 86"/>
                  <a:gd name="T42" fmla="*/ 47 w 58"/>
                  <a:gd name="T43" fmla="*/ 65 h 86"/>
                  <a:gd name="T44" fmla="*/ 41 w 58"/>
                  <a:gd name="T45" fmla="*/ 67 h 86"/>
                  <a:gd name="T46" fmla="*/ 34 w 58"/>
                  <a:gd name="T47" fmla="*/ 72 h 86"/>
                  <a:gd name="T48" fmla="*/ 27 w 58"/>
                  <a:gd name="T49" fmla="*/ 74 h 86"/>
                  <a:gd name="T50" fmla="*/ 24 w 58"/>
                  <a:gd name="T51" fmla="*/ 72 h 86"/>
                  <a:gd name="T52" fmla="*/ 23 w 58"/>
                  <a:gd name="T53" fmla="*/ 65 h 86"/>
                  <a:gd name="T54" fmla="*/ 26 w 58"/>
                  <a:gd name="T55" fmla="*/ 49 h 86"/>
                  <a:gd name="T56" fmla="*/ 29 w 58"/>
                  <a:gd name="T57" fmla="*/ 36 h 86"/>
                  <a:gd name="T58" fmla="*/ 49 w 58"/>
                  <a:gd name="T59" fmla="*/ 33 h 86"/>
                  <a:gd name="T60" fmla="*/ 58 w 58"/>
                  <a:gd name="T61" fmla="*/ 2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8" h="86">
                    <a:moveTo>
                      <a:pt x="58" y="27"/>
                    </a:moveTo>
                    <a:cubicBezTo>
                      <a:pt x="58" y="25"/>
                      <a:pt x="57" y="24"/>
                      <a:pt x="57" y="23"/>
                    </a:cubicBezTo>
                    <a:cubicBezTo>
                      <a:pt x="56" y="23"/>
                      <a:pt x="55" y="22"/>
                      <a:pt x="53" y="22"/>
                    </a:cubicBezTo>
                    <a:cubicBezTo>
                      <a:pt x="52" y="22"/>
                      <a:pt x="45" y="23"/>
                      <a:pt x="32" y="24"/>
                    </a:cubicBezTo>
                    <a:cubicBezTo>
                      <a:pt x="36" y="13"/>
                      <a:pt x="37" y="7"/>
                      <a:pt x="37" y="6"/>
                    </a:cubicBezTo>
                    <a:cubicBezTo>
                      <a:pt x="37" y="4"/>
                      <a:pt x="37" y="3"/>
                      <a:pt x="36" y="2"/>
                    </a:cubicBezTo>
                    <a:cubicBezTo>
                      <a:pt x="34" y="0"/>
                      <a:pt x="33" y="0"/>
                      <a:pt x="31" y="0"/>
                    </a:cubicBezTo>
                    <a:cubicBezTo>
                      <a:pt x="27" y="0"/>
                      <a:pt x="24" y="2"/>
                      <a:pt x="23" y="7"/>
                    </a:cubicBezTo>
                    <a:cubicBezTo>
                      <a:pt x="21" y="14"/>
                      <a:pt x="20" y="20"/>
                      <a:pt x="18" y="25"/>
                    </a:cubicBezTo>
                    <a:cubicBezTo>
                      <a:pt x="6" y="26"/>
                      <a:pt x="6" y="26"/>
                      <a:pt x="6" y="26"/>
                    </a:cubicBezTo>
                    <a:cubicBezTo>
                      <a:pt x="2" y="26"/>
                      <a:pt x="0" y="27"/>
                      <a:pt x="0" y="30"/>
                    </a:cubicBezTo>
                    <a:cubicBezTo>
                      <a:pt x="0" y="33"/>
                      <a:pt x="1" y="35"/>
                      <a:pt x="3" y="36"/>
                    </a:cubicBezTo>
                    <a:cubicBezTo>
                      <a:pt x="5" y="37"/>
                      <a:pt x="7" y="38"/>
                      <a:pt x="8" y="38"/>
                    </a:cubicBezTo>
                    <a:cubicBezTo>
                      <a:pt x="10" y="38"/>
                      <a:pt x="10" y="38"/>
                      <a:pt x="10" y="38"/>
                    </a:cubicBezTo>
                    <a:cubicBezTo>
                      <a:pt x="11" y="38"/>
                      <a:pt x="12" y="38"/>
                      <a:pt x="15" y="37"/>
                    </a:cubicBezTo>
                    <a:cubicBezTo>
                      <a:pt x="11" y="53"/>
                      <a:pt x="9" y="63"/>
                      <a:pt x="9" y="69"/>
                    </a:cubicBezTo>
                    <a:cubicBezTo>
                      <a:pt x="9" y="74"/>
                      <a:pt x="10" y="79"/>
                      <a:pt x="13" y="82"/>
                    </a:cubicBezTo>
                    <a:cubicBezTo>
                      <a:pt x="16" y="85"/>
                      <a:pt x="20" y="86"/>
                      <a:pt x="25" y="86"/>
                    </a:cubicBezTo>
                    <a:cubicBezTo>
                      <a:pt x="31" y="86"/>
                      <a:pt x="37" y="84"/>
                      <a:pt x="42" y="80"/>
                    </a:cubicBezTo>
                    <a:cubicBezTo>
                      <a:pt x="47" y="75"/>
                      <a:pt x="50" y="71"/>
                      <a:pt x="50" y="68"/>
                    </a:cubicBezTo>
                    <a:cubicBezTo>
                      <a:pt x="50" y="67"/>
                      <a:pt x="50" y="66"/>
                      <a:pt x="49" y="66"/>
                    </a:cubicBezTo>
                    <a:cubicBezTo>
                      <a:pt x="49" y="65"/>
                      <a:pt x="48" y="65"/>
                      <a:pt x="47" y="65"/>
                    </a:cubicBezTo>
                    <a:cubicBezTo>
                      <a:pt x="45" y="65"/>
                      <a:pt x="43" y="66"/>
                      <a:pt x="41" y="67"/>
                    </a:cubicBezTo>
                    <a:cubicBezTo>
                      <a:pt x="38" y="70"/>
                      <a:pt x="36" y="72"/>
                      <a:pt x="34" y="72"/>
                    </a:cubicBezTo>
                    <a:cubicBezTo>
                      <a:pt x="32" y="73"/>
                      <a:pt x="29" y="74"/>
                      <a:pt x="27" y="74"/>
                    </a:cubicBezTo>
                    <a:cubicBezTo>
                      <a:pt x="26" y="74"/>
                      <a:pt x="25" y="73"/>
                      <a:pt x="24" y="72"/>
                    </a:cubicBezTo>
                    <a:cubicBezTo>
                      <a:pt x="23" y="70"/>
                      <a:pt x="23" y="68"/>
                      <a:pt x="23" y="65"/>
                    </a:cubicBezTo>
                    <a:cubicBezTo>
                      <a:pt x="23" y="63"/>
                      <a:pt x="24" y="58"/>
                      <a:pt x="26" y="49"/>
                    </a:cubicBezTo>
                    <a:cubicBezTo>
                      <a:pt x="28" y="41"/>
                      <a:pt x="29" y="36"/>
                      <a:pt x="29" y="36"/>
                    </a:cubicBezTo>
                    <a:cubicBezTo>
                      <a:pt x="49" y="33"/>
                      <a:pt x="49" y="33"/>
                      <a:pt x="49" y="33"/>
                    </a:cubicBezTo>
                    <a:cubicBezTo>
                      <a:pt x="55" y="32"/>
                      <a:pt x="58" y="30"/>
                      <a:pt x="58"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 name="Freeform 255"/>
              <p:cNvSpPr>
                <a:spLocks noEditPoints="1"/>
              </p:cNvSpPr>
              <p:nvPr/>
            </p:nvSpPr>
            <p:spPr bwMode="auto">
              <a:xfrm>
                <a:off x="568326" y="2433638"/>
                <a:ext cx="79375" cy="84138"/>
              </a:xfrm>
              <a:custGeom>
                <a:avLst/>
                <a:gdLst>
                  <a:gd name="T0" fmla="*/ 13 w 61"/>
                  <a:gd name="T1" fmla="*/ 64 h 66"/>
                  <a:gd name="T2" fmla="*/ 42 w 61"/>
                  <a:gd name="T3" fmla="*/ 44 h 66"/>
                  <a:gd name="T4" fmla="*/ 52 w 61"/>
                  <a:gd name="T5" fmla="*/ 66 h 66"/>
                  <a:gd name="T6" fmla="*/ 58 w 61"/>
                  <a:gd name="T7" fmla="*/ 64 h 66"/>
                  <a:gd name="T8" fmla="*/ 61 w 61"/>
                  <a:gd name="T9" fmla="*/ 59 h 66"/>
                  <a:gd name="T10" fmla="*/ 59 w 61"/>
                  <a:gd name="T11" fmla="*/ 56 h 66"/>
                  <a:gd name="T12" fmla="*/ 56 w 61"/>
                  <a:gd name="T13" fmla="*/ 54 h 66"/>
                  <a:gd name="T14" fmla="*/ 55 w 61"/>
                  <a:gd name="T15" fmla="*/ 50 h 66"/>
                  <a:gd name="T16" fmla="*/ 54 w 61"/>
                  <a:gd name="T17" fmla="*/ 40 h 66"/>
                  <a:gd name="T18" fmla="*/ 56 w 61"/>
                  <a:gd name="T19" fmla="*/ 21 h 66"/>
                  <a:gd name="T20" fmla="*/ 57 w 61"/>
                  <a:gd name="T21" fmla="*/ 12 h 66"/>
                  <a:gd name="T22" fmla="*/ 51 w 61"/>
                  <a:gd name="T23" fmla="*/ 7 h 66"/>
                  <a:gd name="T24" fmla="*/ 42 w 61"/>
                  <a:gd name="T25" fmla="*/ 0 h 66"/>
                  <a:gd name="T26" fmla="*/ 14 w 61"/>
                  <a:gd name="T27" fmla="*/ 17 h 66"/>
                  <a:gd name="T28" fmla="*/ 0 w 61"/>
                  <a:gd name="T29" fmla="*/ 50 h 66"/>
                  <a:gd name="T30" fmla="*/ 4 w 61"/>
                  <a:gd name="T31" fmla="*/ 60 h 66"/>
                  <a:gd name="T32" fmla="*/ 13 w 61"/>
                  <a:gd name="T33" fmla="*/ 64 h 66"/>
                  <a:gd name="T34" fmla="*/ 24 w 61"/>
                  <a:gd name="T35" fmla="*/ 25 h 66"/>
                  <a:gd name="T36" fmla="*/ 39 w 61"/>
                  <a:gd name="T37" fmla="*/ 12 h 66"/>
                  <a:gd name="T38" fmla="*/ 42 w 61"/>
                  <a:gd name="T39" fmla="*/ 14 h 66"/>
                  <a:gd name="T40" fmla="*/ 43 w 61"/>
                  <a:gd name="T41" fmla="*/ 18 h 66"/>
                  <a:gd name="T42" fmla="*/ 33 w 61"/>
                  <a:gd name="T43" fmla="*/ 40 h 66"/>
                  <a:gd name="T44" fmla="*/ 16 w 61"/>
                  <a:gd name="T45" fmla="*/ 52 h 66"/>
                  <a:gd name="T46" fmla="*/ 14 w 61"/>
                  <a:gd name="T47" fmla="*/ 47 h 66"/>
                  <a:gd name="T48" fmla="*/ 24 w 61"/>
                  <a:gd name="T49" fmla="*/ 2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1" h="66">
                    <a:moveTo>
                      <a:pt x="13" y="64"/>
                    </a:moveTo>
                    <a:cubicBezTo>
                      <a:pt x="22" y="64"/>
                      <a:pt x="32" y="58"/>
                      <a:pt x="42" y="44"/>
                    </a:cubicBezTo>
                    <a:cubicBezTo>
                      <a:pt x="42" y="59"/>
                      <a:pt x="45" y="66"/>
                      <a:pt x="52" y="66"/>
                    </a:cubicBezTo>
                    <a:cubicBezTo>
                      <a:pt x="54" y="66"/>
                      <a:pt x="56" y="65"/>
                      <a:pt x="58" y="64"/>
                    </a:cubicBezTo>
                    <a:cubicBezTo>
                      <a:pt x="60" y="63"/>
                      <a:pt x="61" y="61"/>
                      <a:pt x="61" y="59"/>
                    </a:cubicBezTo>
                    <a:cubicBezTo>
                      <a:pt x="61" y="58"/>
                      <a:pt x="61" y="57"/>
                      <a:pt x="59" y="56"/>
                    </a:cubicBezTo>
                    <a:cubicBezTo>
                      <a:pt x="58" y="55"/>
                      <a:pt x="57" y="55"/>
                      <a:pt x="56" y="54"/>
                    </a:cubicBezTo>
                    <a:cubicBezTo>
                      <a:pt x="56" y="53"/>
                      <a:pt x="56" y="52"/>
                      <a:pt x="55" y="50"/>
                    </a:cubicBezTo>
                    <a:cubicBezTo>
                      <a:pt x="54" y="48"/>
                      <a:pt x="54" y="45"/>
                      <a:pt x="54" y="40"/>
                    </a:cubicBezTo>
                    <a:cubicBezTo>
                      <a:pt x="54" y="35"/>
                      <a:pt x="55" y="29"/>
                      <a:pt x="56" y="21"/>
                    </a:cubicBezTo>
                    <a:cubicBezTo>
                      <a:pt x="57" y="16"/>
                      <a:pt x="57" y="13"/>
                      <a:pt x="57" y="12"/>
                    </a:cubicBezTo>
                    <a:cubicBezTo>
                      <a:pt x="57" y="8"/>
                      <a:pt x="55" y="7"/>
                      <a:pt x="51" y="7"/>
                    </a:cubicBezTo>
                    <a:cubicBezTo>
                      <a:pt x="49" y="2"/>
                      <a:pt x="46" y="0"/>
                      <a:pt x="42" y="0"/>
                    </a:cubicBezTo>
                    <a:cubicBezTo>
                      <a:pt x="32" y="0"/>
                      <a:pt x="23" y="5"/>
                      <a:pt x="14" y="17"/>
                    </a:cubicBezTo>
                    <a:cubicBezTo>
                      <a:pt x="5" y="28"/>
                      <a:pt x="0" y="39"/>
                      <a:pt x="0" y="50"/>
                    </a:cubicBezTo>
                    <a:cubicBezTo>
                      <a:pt x="0" y="54"/>
                      <a:pt x="2" y="57"/>
                      <a:pt x="4" y="60"/>
                    </a:cubicBezTo>
                    <a:cubicBezTo>
                      <a:pt x="7" y="63"/>
                      <a:pt x="10" y="64"/>
                      <a:pt x="13" y="64"/>
                    </a:cubicBezTo>
                    <a:close/>
                    <a:moveTo>
                      <a:pt x="24" y="25"/>
                    </a:moveTo>
                    <a:cubicBezTo>
                      <a:pt x="30" y="16"/>
                      <a:pt x="35" y="12"/>
                      <a:pt x="39" y="12"/>
                    </a:cubicBezTo>
                    <a:cubicBezTo>
                      <a:pt x="40" y="12"/>
                      <a:pt x="41" y="13"/>
                      <a:pt x="42" y="14"/>
                    </a:cubicBezTo>
                    <a:cubicBezTo>
                      <a:pt x="43" y="15"/>
                      <a:pt x="43" y="16"/>
                      <a:pt x="43" y="18"/>
                    </a:cubicBezTo>
                    <a:cubicBezTo>
                      <a:pt x="43" y="24"/>
                      <a:pt x="40" y="31"/>
                      <a:pt x="33" y="40"/>
                    </a:cubicBezTo>
                    <a:cubicBezTo>
                      <a:pt x="27" y="48"/>
                      <a:pt x="21" y="52"/>
                      <a:pt x="16" y="52"/>
                    </a:cubicBezTo>
                    <a:cubicBezTo>
                      <a:pt x="15" y="52"/>
                      <a:pt x="14" y="50"/>
                      <a:pt x="14" y="47"/>
                    </a:cubicBezTo>
                    <a:cubicBezTo>
                      <a:pt x="14" y="41"/>
                      <a:pt x="18" y="34"/>
                      <a:pt x="24"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 name="Freeform 256"/>
              <p:cNvSpPr>
                <a:spLocks/>
              </p:cNvSpPr>
              <p:nvPr/>
            </p:nvSpPr>
            <p:spPr bwMode="auto">
              <a:xfrm>
                <a:off x="654051" y="2435226"/>
                <a:ext cx="80963" cy="125413"/>
              </a:xfrm>
              <a:custGeom>
                <a:avLst/>
                <a:gdLst>
                  <a:gd name="T0" fmla="*/ 30 w 63"/>
                  <a:gd name="T1" fmla="*/ 98 h 98"/>
                  <a:gd name="T2" fmla="*/ 42 w 63"/>
                  <a:gd name="T3" fmla="*/ 94 h 98"/>
                  <a:gd name="T4" fmla="*/ 52 w 63"/>
                  <a:gd name="T5" fmla="*/ 80 h 98"/>
                  <a:gd name="T6" fmla="*/ 59 w 63"/>
                  <a:gd name="T7" fmla="*/ 56 h 98"/>
                  <a:gd name="T8" fmla="*/ 62 w 63"/>
                  <a:gd name="T9" fmla="*/ 28 h 98"/>
                  <a:gd name="T10" fmla="*/ 63 w 63"/>
                  <a:gd name="T11" fmla="*/ 9 h 98"/>
                  <a:gd name="T12" fmla="*/ 62 w 63"/>
                  <a:gd name="T13" fmla="*/ 2 h 98"/>
                  <a:gd name="T14" fmla="*/ 56 w 63"/>
                  <a:gd name="T15" fmla="*/ 0 h 98"/>
                  <a:gd name="T16" fmla="*/ 52 w 63"/>
                  <a:gd name="T17" fmla="*/ 1 h 98"/>
                  <a:gd name="T18" fmla="*/ 50 w 63"/>
                  <a:gd name="T19" fmla="*/ 5 h 98"/>
                  <a:gd name="T20" fmla="*/ 49 w 63"/>
                  <a:gd name="T21" fmla="*/ 13 h 98"/>
                  <a:gd name="T22" fmla="*/ 48 w 63"/>
                  <a:gd name="T23" fmla="*/ 28 h 98"/>
                  <a:gd name="T24" fmla="*/ 45 w 63"/>
                  <a:gd name="T25" fmla="*/ 33 h 98"/>
                  <a:gd name="T26" fmla="*/ 38 w 63"/>
                  <a:gd name="T27" fmla="*/ 40 h 98"/>
                  <a:gd name="T28" fmla="*/ 29 w 63"/>
                  <a:gd name="T29" fmla="*/ 46 h 98"/>
                  <a:gd name="T30" fmla="*/ 22 w 63"/>
                  <a:gd name="T31" fmla="*/ 47 h 98"/>
                  <a:gd name="T32" fmla="*/ 20 w 63"/>
                  <a:gd name="T33" fmla="*/ 45 h 98"/>
                  <a:gd name="T34" fmla="*/ 19 w 63"/>
                  <a:gd name="T35" fmla="*/ 39 h 98"/>
                  <a:gd name="T36" fmla="*/ 24 w 63"/>
                  <a:gd name="T37" fmla="*/ 20 h 98"/>
                  <a:gd name="T38" fmla="*/ 28 w 63"/>
                  <a:gd name="T39" fmla="*/ 10 h 98"/>
                  <a:gd name="T40" fmla="*/ 26 w 63"/>
                  <a:gd name="T41" fmla="*/ 5 h 98"/>
                  <a:gd name="T42" fmla="*/ 22 w 63"/>
                  <a:gd name="T43" fmla="*/ 3 h 98"/>
                  <a:gd name="T44" fmla="*/ 15 w 63"/>
                  <a:gd name="T45" fmla="*/ 6 h 98"/>
                  <a:gd name="T46" fmla="*/ 9 w 63"/>
                  <a:gd name="T47" fmla="*/ 23 h 98"/>
                  <a:gd name="T48" fmla="*/ 6 w 63"/>
                  <a:gd name="T49" fmla="*/ 43 h 98"/>
                  <a:gd name="T50" fmla="*/ 10 w 63"/>
                  <a:gd name="T51" fmla="*/ 55 h 98"/>
                  <a:gd name="T52" fmla="*/ 19 w 63"/>
                  <a:gd name="T53" fmla="*/ 60 h 98"/>
                  <a:gd name="T54" fmla="*/ 47 w 63"/>
                  <a:gd name="T55" fmla="*/ 46 h 98"/>
                  <a:gd name="T56" fmla="*/ 40 w 63"/>
                  <a:gd name="T57" fmla="*/ 75 h 98"/>
                  <a:gd name="T58" fmla="*/ 29 w 63"/>
                  <a:gd name="T59" fmla="*/ 87 h 98"/>
                  <a:gd name="T60" fmla="*/ 8 w 63"/>
                  <a:gd name="T61" fmla="*/ 77 h 98"/>
                  <a:gd name="T62" fmla="*/ 4 w 63"/>
                  <a:gd name="T63" fmla="*/ 75 h 98"/>
                  <a:gd name="T64" fmla="*/ 1 w 63"/>
                  <a:gd name="T65" fmla="*/ 77 h 98"/>
                  <a:gd name="T66" fmla="*/ 0 w 63"/>
                  <a:gd name="T67" fmla="*/ 81 h 98"/>
                  <a:gd name="T68" fmla="*/ 4 w 63"/>
                  <a:gd name="T69" fmla="*/ 89 h 98"/>
                  <a:gd name="T70" fmla="*/ 15 w 63"/>
                  <a:gd name="T71" fmla="*/ 95 h 98"/>
                  <a:gd name="T72" fmla="*/ 15 w 63"/>
                  <a:gd name="T73" fmla="*/ 95 h 98"/>
                  <a:gd name="T74" fmla="*/ 30 w 63"/>
                  <a:gd name="T75"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3" h="98">
                    <a:moveTo>
                      <a:pt x="30" y="98"/>
                    </a:moveTo>
                    <a:cubicBezTo>
                      <a:pt x="34" y="98"/>
                      <a:pt x="39" y="97"/>
                      <a:pt x="42" y="94"/>
                    </a:cubicBezTo>
                    <a:cubicBezTo>
                      <a:pt x="46" y="92"/>
                      <a:pt x="49" y="87"/>
                      <a:pt x="52" y="80"/>
                    </a:cubicBezTo>
                    <a:cubicBezTo>
                      <a:pt x="55" y="73"/>
                      <a:pt x="57" y="65"/>
                      <a:pt x="59" y="56"/>
                    </a:cubicBezTo>
                    <a:cubicBezTo>
                      <a:pt x="60" y="47"/>
                      <a:pt x="61" y="38"/>
                      <a:pt x="62" y="28"/>
                    </a:cubicBezTo>
                    <a:cubicBezTo>
                      <a:pt x="63" y="9"/>
                      <a:pt x="63" y="9"/>
                      <a:pt x="63" y="9"/>
                    </a:cubicBezTo>
                    <a:cubicBezTo>
                      <a:pt x="63" y="5"/>
                      <a:pt x="63" y="3"/>
                      <a:pt x="62" y="2"/>
                    </a:cubicBezTo>
                    <a:cubicBezTo>
                      <a:pt x="61" y="0"/>
                      <a:pt x="59" y="0"/>
                      <a:pt x="56" y="0"/>
                    </a:cubicBezTo>
                    <a:cubicBezTo>
                      <a:pt x="54" y="0"/>
                      <a:pt x="53" y="0"/>
                      <a:pt x="52" y="1"/>
                    </a:cubicBezTo>
                    <a:cubicBezTo>
                      <a:pt x="51" y="2"/>
                      <a:pt x="50" y="3"/>
                      <a:pt x="50" y="5"/>
                    </a:cubicBezTo>
                    <a:cubicBezTo>
                      <a:pt x="50" y="6"/>
                      <a:pt x="49" y="9"/>
                      <a:pt x="49" y="13"/>
                    </a:cubicBezTo>
                    <a:cubicBezTo>
                      <a:pt x="49" y="21"/>
                      <a:pt x="48" y="26"/>
                      <a:pt x="48" y="28"/>
                    </a:cubicBezTo>
                    <a:cubicBezTo>
                      <a:pt x="47" y="30"/>
                      <a:pt x="46" y="32"/>
                      <a:pt x="45" y="33"/>
                    </a:cubicBezTo>
                    <a:cubicBezTo>
                      <a:pt x="44" y="35"/>
                      <a:pt x="42" y="37"/>
                      <a:pt x="38" y="40"/>
                    </a:cubicBezTo>
                    <a:cubicBezTo>
                      <a:pt x="35" y="43"/>
                      <a:pt x="32" y="44"/>
                      <a:pt x="29" y="46"/>
                    </a:cubicBezTo>
                    <a:cubicBezTo>
                      <a:pt x="26" y="47"/>
                      <a:pt x="24" y="47"/>
                      <a:pt x="22" y="47"/>
                    </a:cubicBezTo>
                    <a:cubicBezTo>
                      <a:pt x="21" y="47"/>
                      <a:pt x="21" y="47"/>
                      <a:pt x="20" y="45"/>
                    </a:cubicBezTo>
                    <a:cubicBezTo>
                      <a:pt x="19" y="44"/>
                      <a:pt x="19" y="42"/>
                      <a:pt x="19" y="39"/>
                    </a:cubicBezTo>
                    <a:cubicBezTo>
                      <a:pt x="19" y="34"/>
                      <a:pt x="20" y="27"/>
                      <a:pt x="24" y="20"/>
                    </a:cubicBezTo>
                    <a:cubicBezTo>
                      <a:pt x="27" y="14"/>
                      <a:pt x="28" y="11"/>
                      <a:pt x="28" y="10"/>
                    </a:cubicBezTo>
                    <a:cubicBezTo>
                      <a:pt x="28" y="9"/>
                      <a:pt x="27" y="7"/>
                      <a:pt x="26" y="5"/>
                    </a:cubicBezTo>
                    <a:cubicBezTo>
                      <a:pt x="25" y="4"/>
                      <a:pt x="24" y="3"/>
                      <a:pt x="22" y="3"/>
                    </a:cubicBezTo>
                    <a:cubicBezTo>
                      <a:pt x="19" y="3"/>
                      <a:pt x="16" y="4"/>
                      <a:pt x="15" y="6"/>
                    </a:cubicBezTo>
                    <a:cubicBezTo>
                      <a:pt x="13" y="8"/>
                      <a:pt x="11" y="14"/>
                      <a:pt x="9" y="23"/>
                    </a:cubicBezTo>
                    <a:cubicBezTo>
                      <a:pt x="7" y="31"/>
                      <a:pt x="6" y="38"/>
                      <a:pt x="6" y="43"/>
                    </a:cubicBezTo>
                    <a:cubicBezTo>
                      <a:pt x="6" y="48"/>
                      <a:pt x="7" y="52"/>
                      <a:pt x="10" y="55"/>
                    </a:cubicBezTo>
                    <a:cubicBezTo>
                      <a:pt x="12" y="58"/>
                      <a:pt x="15" y="60"/>
                      <a:pt x="19" y="60"/>
                    </a:cubicBezTo>
                    <a:cubicBezTo>
                      <a:pt x="26" y="60"/>
                      <a:pt x="35" y="55"/>
                      <a:pt x="47" y="46"/>
                    </a:cubicBezTo>
                    <a:cubicBezTo>
                      <a:pt x="46" y="57"/>
                      <a:pt x="44" y="67"/>
                      <a:pt x="40" y="75"/>
                    </a:cubicBezTo>
                    <a:cubicBezTo>
                      <a:pt x="37" y="83"/>
                      <a:pt x="33" y="87"/>
                      <a:pt x="29" y="87"/>
                    </a:cubicBezTo>
                    <a:cubicBezTo>
                      <a:pt x="20" y="87"/>
                      <a:pt x="13" y="83"/>
                      <a:pt x="8" y="77"/>
                    </a:cubicBezTo>
                    <a:cubicBezTo>
                      <a:pt x="7" y="76"/>
                      <a:pt x="6" y="75"/>
                      <a:pt x="4" y="75"/>
                    </a:cubicBezTo>
                    <a:cubicBezTo>
                      <a:pt x="3" y="75"/>
                      <a:pt x="2" y="76"/>
                      <a:pt x="1" y="77"/>
                    </a:cubicBezTo>
                    <a:cubicBezTo>
                      <a:pt x="0" y="78"/>
                      <a:pt x="0" y="79"/>
                      <a:pt x="0" y="81"/>
                    </a:cubicBezTo>
                    <a:cubicBezTo>
                      <a:pt x="0" y="83"/>
                      <a:pt x="1" y="86"/>
                      <a:pt x="4" y="89"/>
                    </a:cubicBezTo>
                    <a:cubicBezTo>
                      <a:pt x="7" y="91"/>
                      <a:pt x="11" y="94"/>
                      <a:pt x="15" y="95"/>
                    </a:cubicBezTo>
                    <a:cubicBezTo>
                      <a:pt x="15" y="95"/>
                      <a:pt x="15" y="95"/>
                      <a:pt x="15" y="95"/>
                    </a:cubicBezTo>
                    <a:cubicBezTo>
                      <a:pt x="19" y="97"/>
                      <a:pt x="24" y="98"/>
                      <a:pt x="30" y="9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 name="Freeform 257"/>
              <p:cNvSpPr>
                <a:spLocks/>
              </p:cNvSpPr>
              <p:nvPr/>
            </p:nvSpPr>
            <p:spPr bwMode="auto">
              <a:xfrm>
                <a:off x="809626" y="2430463"/>
                <a:ext cx="66675" cy="88900"/>
              </a:xfrm>
              <a:custGeom>
                <a:avLst/>
                <a:gdLst>
                  <a:gd name="T0" fmla="*/ 12 w 51"/>
                  <a:gd name="T1" fmla="*/ 17 h 69"/>
                  <a:gd name="T2" fmla="*/ 0 w 51"/>
                  <a:gd name="T3" fmla="*/ 49 h 69"/>
                  <a:gd name="T4" fmla="*/ 5 w 51"/>
                  <a:gd name="T5" fmla="*/ 63 h 69"/>
                  <a:gd name="T6" fmla="*/ 20 w 51"/>
                  <a:gd name="T7" fmla="*/ 69 h 69"/>
                  <a:gd name="T8" fmla="*/ 41 w 51"/>
                  <a:gd name="T9" fmla="*/ 62 h 69"/>
                  <a:gd name="T10" fmla="*/ 51 w 51"/>
                  <a:gd name="T11" fmla="*/ 50 h 69"/>
                  <a:gd name="T12" fmla="*/ 48 w 51"/>
                  <a:gd name="T13" fmla="*/ 47 h 69"/>
                  <a:gd name="T14" fmla="*/ 41 w 51"/>
                  <a:gd name="T15" fmla="*/ 50 h 69"/>
                  <a:gd name="T16" fmla="*/ 22 w 51"/>
                  <a:gd name="T17" fmla="*/ 57 h 69"/>
                  <a:gd name="T18" fmla="*/ 14 w 51"/>
                  <a:gd name="T19" fmla="*/ 49 h 69"/>
                  <a:gd name="T20" fmla="*/ 21 w 51"/>
                  <a:gd name="T21" fmla="*/ 26 h 69"/>
                  <a:gd name="T22" fmla="*/ 33 w 51"/>
                  <a:gd name="T23" fmla="*/ 13 h 69"/>
                  <a:gd name="T24" fmla="*/ 36 w 51"/>
                  <a:gd name="T25" fmla="*/ 19 h 69"/>
                  <a:gd name="T26" fmla="*/ 42 w 51"/>
                  <a:gd name="T27" fmla="*/ 27 h 69"/>
                  <a:gd name="T28" fmla="*/ 46 w 51"/>
                  <a:gd name="T29" fmla="*/ 25 h 69"/>
                  <a:gd name="T30" fmla="*/ 48 w 51"/>
                  <a:gd name="T31" fmla="*/ 17 h 69"/>
                  <a:gd name="T32" fmla="*/ 45 w 51"/>
                  <a:gd name="T33" fmla="*/ 6 h 69"/>
                  <a:gd name="T34" fmla="*/ 35 w 51"/>
                  <a:gd name="T35" fmla="*/ 0 h 69"/>
                  <a:gd name="T36" fmla="*/ 12 w 51"/>
                  <a:gd name="T37" fmla="*/ 1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1" h="69">
                    <a:moveTo>
                      <a:pt x="12" y="17"/>
                    </a:moveTo>
                    <a:cubicBezTo>
                      <a:pt x="4" y="29"/>
                      <a:pt x="0" y="39"/>
                      <a:pt x="0" y="49"/>
                    </a:cubicBezTo>
                    <a:cubicBezTo>
                      <a:pt x="0" y="55"/>
                      <a:pt x="2" y="60"/>
                      <a:pt x="5" y="63"/>
                    </a:cubicBezTo>
                    <a:cubicBezTo>
                      <a:pt x="8" y="67"/>
                      <a:pt x="13" y="69"/>
                      <a:pt x="20" y="69"/>
                    </a:cubicBezTo>
                    <a:cubicBezTo>
                      <a:pt x="27" y="69"/>
                      <a:pt x="34" y="66"/>
                      <a:pt x="41" y="62"/>
                    </a:cubicBezTo>
                    <a:cubicBezTo>
                      <a:pt x="48" y="57"/>
                      <a:pt x="51" y="53"/>
                      <a:pt x="51" y="50"/>
                    </a:cubicBezTo>
                    <a:cubicBezTo>
                      <a:pt x="51" y="48"/>
                      <a:pt x="50" y="47"/>
                      <a:pt x="48" y="47"/>
                    </a:cubicBezTo>
                    <a:cubicBezTo>
                      <a:pt x="46" y="47"/>
                      <a:pt x="44" y="48"/>
                      <a:pt x="41" y="50"/>
                    </a:cubicBezTo>
                    <a:cubicBezTo>
                      <a:pt x="35" y="54"/>
                      <a:pt x="28" y="57"/>
                      <a:pt x="22" y="57"/>
                    </a:cubicBezTo>
                    <a:cubicBezTo>
                      <a:pt x="17" y="57"/>
                      <a:pt x="14" y="54"/>
                      <a:pt x="14" y="49"/>
                    </a:cubicBezTo>
                    <a:cubicBezTo>
                      <a:pt x="14" y="42"/>
                      <a:pt x="16" y="35"/>
                      <a:pt x="21" y="26"/>
                    </a:cubicBezTo>
                    <a:cubicBezTo>
                      <a:pt x="26" y="18"/>
                      <a:pt x="30" y="13"/>
                      <a:pt x="33" y="13"/>
                    </a:cubicBezTo>
                    <a:cubicBezTo>
                      <a:pt x="35" y="13"/>
                      <a:pt x="35" y="15"/>
                      <a:pt x="36" y="19"/>
                    </a:cubicBezTo>
                    <a:cubicBezTo>
                      <a:pt x="37" y="24"/>
                      <a:pt x="39" y="27"/>
                      <a:pt x="42" y="27"/>
                    </a:cubicBezTo>
                    <a:cubicBezTo>
                      <a:pt x="44" y="27"/>
                      <a:pt x="45" y="26"/>
                      <a:pt x="46" y="25"/>
                    </a:cubicBezTo>
                    <a:cubicBezTo>
                      <a:pt x="48" y="24"/>
                      <a:pt x="48" y="21"/>
                      <a:pt x="48" y="17"/>
                    </a:cubicBezTo>
                    <a:cubicBezTo>
                      <a:pt x="48" y="13"/>
                      <a:pt x="47" y="10"/>
                      <a:pt x="45" y="6"/>
                    </a:cubicBezTo>
                    <a:cubicBezTo>
                      <a:pt x="42" y="2"/>
                      <a:pt x="39" y="0"/>
                      <a:pt x="35" y="0"/>
                    </a:cubicBezTo>
                    <a:cubicBezTo>
                      <a:pt x="28" y="0"/>
                      <a:pt x="20" y="6"/>
                      <a:pt x="12"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 name="Freeform 258"/>
              <p:cNvSpPr>
                <a:spLocks noEditPoints="1"/>
              </p:cNvSpPr>
              <p:nvPr/>
            </p:nvSpPr>
            <p:spPr bwMode="auto">
              <a:xfrm>
                <a:off x="887413" y="2433638"/>
                <a:ext cx="79375" cy="84138"/>
              </a:xfrm>
              <a:custGeom>
                <a:avLst/>
                <a:gdLst>
                  <a:gd name="T0" fmla="*/ 14 w 61"/>
                  <a:gd name="T1" fmla="*/ 17 h 66"/>
                  <a:gd name="T2" fmla="*/ 0 w 61"/>
                  <a:gd name="T3" fmla="*/ 50 h 66"/>
                  <a:gd name="T4" fmla="*/ 4 w 61"/>
                  <a:gd name="T5" fmla="*/ 60 h 66"/>
                  <a:gd name="T6" fmla="*/ 13 w 61"/>
                  <a:gd name="T7" fmla="*/ 64 h 66"/>
                  <a:gd name="T8" fmla="*/ 42 w 61"/>
                  <a:gd name="T9" fmla="*/ 44 h 66"/>
                  <a:gd name="T10" fmla="*/ 52 w 61"/>
                  <a:gd name="T11" fmla="*/ 66 h 66"/>
                  <a:gd name="T12" fmla="*/ 58 w 61"/>
                  <a:gd name="T13" fmla="*/ 64 h 66"/>
                  <a:gd name="T14" fmla="*/ 61 w 61"/>
                  <a:gd name="T15" fmla="*/ 59 h 66"/>
                  <a:gd name="T16" fmla="*/ 59 w 61"/>
                  <a:gd name="T17" fmla="*/ 56 h 66"/>
                  <a:gd name="T18" fmla="*/ 56 w 61"/>
                  <a:gd name="T19" fmla="*/ 54 h 66"/>
                  <a:gd name="T20" fmla="*/ 55 w 61"/>
                  <a:gd name="T21" fmla="*/ 50 h 66"/>
                  <a:gd name="T22" fmla="*/ 53 w 61"/>
                  <a:gd name="T23" fmla="*/ 40 h 66"/>
                  <a:gd name="T24" fmla="*/ 56 w 61"/>
                  <a:gd name="T25" fmla="*/ 21 h 66"/>
                  <a:gd name="T26" fmla="*/ 57 w 61"/>
                  <a:gd name="T27" fmla="*/ 12 h 66"/>
                  <a:gd name="T28" fmla="*/ 50 w 61"/>
                  <a:gd name="T29" fmla="*/ 7 h 66"/>
                  <a:gd name="T30" fmla="*/ 41 w 61"/>
                  <a:gd name="T31" fmla="*/ 0 h 66"/>
                  <a:gd name="T32" fmla="*/ 14 w 61"/>
                  <a:gd name="T33" fmla="*/ 17 h 66"/>
                  <a:gd name="T34" fmla="*/ 39 w 61"/>
                  <a:gd name="T35" fmla="*/ 12 h 66"/>
                  <a:gd name="T36" fmla="*/ 42 w 61"/>
                  <a:gd name="T37" fmla="*/ 14 h 66"/>
                  <a:gd name="T38" fmla="*/ 43 w 61"/>
                  <a:gd name="T39" fmla="*/ 18 h 66"/>
                  <a:gd name="T40" fmla="*/ 33 w 61"/>
                  <a:gd name="T41" fmla="*/ 40 h 66"/>
                  <a:gd name="T42" fmla="*/ 16 w 61"/>
                  <a:gd name="T43" fmla="*/ 52 h 66"/>
                  <a:gd name="T44" fmla="*/ 14 w 61"/>
                  <a:gd name="T45" fmla="*/ 47 h 66"/>
                  <a:gd name="T46" fmla="*/ 23 w 61"/>
                  <a:gd name="T47" fmla="*/ 25 h 66"/>
                  <a:gd name="T48" fmla="*/ 39 w 61"/>
                  <a:gd name="T49" fmla="*/ 1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1" h="66">
                    <a:moveTo>
                      <a:pt x="14" y="17"/>
                    </a:moveTo>
                    <a:cubicBezTo>
                      <a:pt x="4" y="28"/>
                      <a:pt x="0" y="39"/>
                      <a:pt x="0" y="50"/>
                    </a:cubicBezTo>
                    <a:cubicBezTo>
                      <a:pt x="0" y="54"/>
                      <a:pt x="1" y="57"/>
                      <a:pt x="4" y="60"/>
                    </a:cubicBezTo>
                    <a:cubicBezTo>
                      <a:pt x="6" y="63"/>
                      <a:pt x="9" y="64"/>
                      <a:pt x="13" y="64"/>
                    </a:cubicBezTo>
                    <a:cubicBezTo>
                      <a:pt x="22" y="64"/>
                      <a:pt x="32" y="58"/>
                      <a:pt x="42" y="44"/>
                    </a:cubicBezTo>
                    <a:cubicBezTo>
                      <a:pt x="41" y="59"/>
                      <a:pt x="45" y="66"/>
                      <a:pt x="52" y="66"/>
                    </a:cubicBezTo>
                    <a:cubicBezTo>
                      <a:pt x="54" y="66"/>
                      <a:pt x="56" y="65"/>
                      <a:pt x="58" y="64"/>
                    </a:cubicBezTo>
                    <a:cubicBezTo>
                      <a:pt x="60" y="63"/>
                      <a:pt x="61" y="61"/>
                      <a:pt x="61" y="59"/>
                    </a:cubicBezTo>
                    <a:cubicBezTo>
                      <a:pt x="61" y="58"/>
                      <a:pt x="60" y="57"/>
                      <a:pt x="59" y="56"/>
                    </a:cubicBezTo>
                    <a:cubicBezTo>
                      <a:pt x="57" y="55"/>
                      <a:pt x="56" y="55"/>
                      <a:pt x="56" y="54"/>
                    </a:cubicBezTo>
                    <a:cubicBezTo>
                      <a:pt x="56" y="53"/>
                      <a:pt x="55" y="52"/>
                      <a:pt x="55" y="50"/>
                    </a:cubicBezTo>
                    <a:cubicBezTo>
                      <a:pt x="54" y="48"/>
                      <a:pt x="53" y="45"/>
                      <a:pt x="53" y="40"/>
                    </a:cubicBezTo>
                    <a:cubicBezTo>
                      <a:pt x="53" y="35"/>
                      <a:pt x="54" y="29"/>
                      <a:pt x="56" y="21"/>
                    </a:cubicBezTo>
                    <a:cubicBezTo>
                      <a:pt x="57" y="16"/>
                      <a:pt x="57" y="13"/>
                      <a:pt x="57" y="12"/>
                    </a:cubicBezTo>
                    <a:cubicBezTo>
                      <a:pt x="57" y="8"/>
                      <a:pt x="55" y="7"/>
                      <a:pt x="50" y="7"/>
                    </a:cubicBezTo>
                    <a:cubicBezTo>
                      <a:pt x="49" y="2"/>
                      <a:pt x="46" y="0"/>
                      <a:pt x="41" y="0"/>
                    </a:cubicBezTo>
                    <a:cubicBezTo>
                      <a:pt x="32" y="0"/>
                      <a:pt x="23" y="5"/>
                      <a:pt x="14" y="17"/>
                    </a:cubicBezTo>
                    <a:close/>
                    <a:moveTo>
                      <a:pt x="39" y="12"/>
                    </a:moveTo>
                    <a:cubicBezTo>
                      <a:pt x="40" y="12"/>
                      <a:pt x="41" y="13"/>
                      <a:pt x="42" y="14"/>
                    </a:cubicBezTo>
                    <a:cubicBezTo>
                      <a:pt x="42" y="15"/>
                      <a:pt x="43" y="16"/>
                      <a:pt x="43" y="18"/>
                    </a:cubicBezTo>
                    <a:cubicBezTo>
                      <a:pt x="43" y="24"/>
                      <a:pt x="40" y="31"/>
                      <a:pt x="33" y="40"/>
                    </a:cubicBezTo>
                    <a:cubicBezTo>
                      <a:pt x="26" y="48"/>
                      <a:pt x="21" y="52"/>
                      <a:pt x="16" y="52"/>
                    </a:cubicBezTo>
                    <a:cubicBezTo>
                      <a:pt x="15" y="52"/>
                      <a:pt x="14" y="50"/>
                      <a:pt x="14" y="47"/>
                    </a:cubicBezTo>
                    <a:cubicBezTo>
                      <a:pt x="14" y="41"/>
                      <a:pt x="17" y="34"/>
                      <a:pt x="23" y="25"/>
                    </a:cubicBezTo>
                    <a:cubicBezTo>
                      <a:pt x="30" y="16"/>
                      <a:pt x="35" y="12"/>
                      <a:pt x="39"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 name="Freeform 259"/>
              <p:cNvSpPr>
                <a:spLocks/>
              </p:cNvSpPr>
              <p:nvPr/>
            </p:nvSpPr>
            <p:spPr bwMode="auto">
              <a:xfrm>
                <a:off x="982663" y="2387601"/>
                <a:ext cx="33338" cy="133350"/>
              </a:xfrm>
              <a:custGeom>
                <a:avLst/>
                <a:gdLst>
                  <a:gd name="T0" fmla="*/ 19 w 25"/>
                  <a:gd name="T1" fmla="*/ 0 h 103"/>
                  <a:gd name="T2" fmla="*/ 12 w 25"/>
                  <a:gd name="T3" fmla="*/ 5 h 103"/>
                  <a:gd name="T4" fmla="*/ 4 w 25"/>
                  <a:gd name="T5" fmla="*/ 38 h 103"/>
                  <a:gd name="T6" fmla="*/ 0 w 25"/>
                  <a:gd name="T7" fmla="*/ 86 h 103"/>
                  <a:gd name="T8" fmla="*/ 1 w 25"/>
                  <a:gd name="T9" fmla="*/ 99 h 103"/>
                  <a:gd name="T10" fmla="*/ 7 w 25"/>
                  <a:gd name="T11" fmla="*/ 103 h 103"/>
                  <a:gd name="T12" fmla="*/ 13 w 25"/>
                  <a:gd name="T13" fmla="*/ 101 h 103"/>
                  <a:gd name="T14" fmla="*/ 15 w 25"/>
                  <a:gd name="T15" fmla="*/ 95 h 103"/>
                  <a:gd name="T16" fmla="*/ 15 w 25"/>
                  <a:gd name="T17" fmla="*/ 91 h 103"/>
                  <a:gd name="T18" fmla="*/ 14 w 25"/>
                  <a:gd name="T19" fmla="*/ 74 h 103"/>
                  <a:gd name="T20" fmla="*/ 15 w 25"/>
                  <a:gd name="T21" fmla="*/ 55 h 103"/>
                  <a:gd name="T22" fmla="*/ 20 w 25"/>
                  <a:gd name="T23" fmla="*/ 32 h 103"/>
                  <a:gd name="T24" fmla="*/ 24 w 25"/>
                  <a:gd name="T25" fmla="*/ 14 h 103"/>
                  <a:gd name="T26" fmla="*/ 25 w 25"/>
                  <a:gd name="T27" fmla="*/ 7 h 103"/>
                  <a:gd name="T28" fmla="*/ 19 w 25"/>
                  <a:gd name="T2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03">
                    <a:moveTo>
                      <a:pt x="19" y="0"/>
                    </a:moveTo>
                    <a:cubicBezTo>
                      <a:pt x="17" y="0"/>
                      <a:pt x="14" y="2"/>
                      <a:pt x="12" y="5"/>
                    </a:cubicBezTo>
                    <a:cubicBezTo>
                      <a:pt x="10" y="9"/>
                      <a:pt x="8" y="20"/>
                      <a:pt x="4" y="38"/>
                    </a:cubicBezTo>
                    <a:cubicBezTo>
                      <a:pt x="1" y="56"/>
                      <a:pt x="0" y="72"/>
                      <a:pt x="0" y="86"/>
                    </a:cubicBezTo>
                    <a:cubicBezTo>
                      <a:pt x="0" y="92"/>
                      <a:pt x="0" y="97"/>
                      <a:pt x="1" y="99"/>
                    </a:cubicBezTo>
                    <a:cubicBezTo>
                      <a:pt x="2" y="102"/>
                      <a:pt x="4" y="103"/>
                      <a:pt x="7" y="103"/>
                    </a:cubicBezTo>
                    <a:cubicBezTo>
                      <a:pt x="9" y="103"/>
                      <a:pt x="11" y="102"/>
                      <a:pt x="13" y="101"/>
                    </a:cubicBezTo>
                    <a:cubicBezTo>
                      <a:pt x="14" y="99"/>
                      <a:pt x="15" y="97"/>
                      <a:pt x="15" y="95"/>
                    </a:cubicBezTo>
                    <a:cubicBezTo>
                      <a:pt x="15" y="94"/>
                      <a:pt x="15" y="93"/>
                      <a:pt x="15" y="91"/>
                    </a:cubicBezTo>
                    <a:cubicBezTo>
                      <a:pt x="14" y="84"/>
                      <a:pt x="14" y="79"/>
                      <a:pt x="14" y="74"/>
                    </a:cubicBezTo>
                    <a:cubicBezTo>
                      <a:pt x="14" y="69"/>
                      <a:pt x="14" y="63"/>
                      <a:pt x="15" y="55"/>
                    </a:cubicBezTo>
                    <a:cubicBezTo>
                      <a:pt x="16" y="46"/>
                      <a:pt x="18" y="39"/>
                      <a:pt x="20" y="32"/>
                    </a:cubicBezTo>
                    <a:cubicBezTo>
                      <a:pt x="22" y="22"/>
                      <a:pt x="24" y="16"/>
                      <a:pt x="24" y="14"/>
                    </a:cubicBezTo>
                    <a:cubicBezTo>
                      <a:pt x="25" y="12"/>
                      <a:pt x="25" y="9"/>
                      <a:pt x="25" y="7"/>
                    </a:cubicBezTo>
                    <a:cubicBezTo>
                      <a:pt x="25" y="3"/>
                      <a:pt x="23" y="0"/>
                      <a:pt x="1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 name="Freeform 260"/>
              <p:cNvSpPr>
                <a:spLocks/>
              </p:cNvSpPr>
              <p:nvPr/>
            </p:nvSpPr>
            <p:spPr bwMode="auto">
              <a:xfrm>
                <a:off x="1025526" y="2433638"/>
                <a:ext cx="141288" cy="84138"/>
              </a:xfrm>
              <a:custGeom>
                <a:avLst/>
                <a:gdLst>
                  <a:gd name="T0" fmla="*/ 56 w 109"/>
                  <a:gd name="T1" fmla="*/ 41 h 66"/>
                  <a:gd name="T2" fmla="*/ 54 w 109"/>
                  <a:gd name="T3" fmla="*/ 27 h 66"/>
                  <a:gd name="T4" fmla="*/ 51 w 109"/>
                  <a:gd name="T5" fmla="*/ 8 h 66"/>
                  <a:gd name="T6" fmla="*/ 42 w 109"/>
                  <a:gd name="T7" fmla="*/ 4 h 66"/>
                  <a:gd name="T8" fmla="*/ 12 w 109"/>
                  <a:gd name="T9" fmla="*/ 40 h 66"/>
                  <a:gd name="T10" fmla="*/ 14 w 109"/>
                  <a:gd name="T11" fmla="*/ 28 h 66"/>
                  <a:gd name="T12" fmla="*/ 17 w 109"/>
                  <a:gd name="T13" fmla="*/ 11 h 66"/>
                  <a:gd name="T14" fmla="*/ 8 w 109"/>
                  <a:gd name="T15" fmla="*/ 0 h 66"/>
                  <a:gd name="T16" fmla="*/ 4 w 109"/>
                  <a:gd name="T17" fmla="*/ 2 h 66"/>
                  <a:gd name="T18" fmla="*/ 3 w 109"/>
                  <a:gd name="T19" fmla="*/ 6 h 66"/>
                  <a:gd name="T20" fmla="*/ 1 w 109"/>
                  <a:gd name="T21" fmla="*/ 25 h 66"/>
                  <a:gd name="T22" fmla="*/ 0 w 109"/>
                  <a:gd name="T23" fmla="*/ 55 h 66"/>
                  <a:gd name="T24" fmla="*/ 7 w 109"/>
                  <a:gd name="T25" fmla="*/ 66 h 66"/>
                  <a:gd name="T26" fmla="*/ 14 w 109"/>
                  <a:gd name="T27" fmla="*/ 60 h 66"/>
                  <a:gd name="T28" fmla="*/ 28 w 109"/>
                  <a:gd name="T29" fmla="*/ 34 h 66"/>
                  <a:gd name="T30" fmla="*/ 39 w 109"/>
                  <a:gd name="T31" fmla="*/ 20 h 66"/>
                  <a:gd name="T32" fmla="*/ 42 w 109"/>
                  <a:gd name="T33" fmla="*/ 36 h 66"/>
                  <a:gd name="T34" fmla="*/ 45 w 109"/>
                  <a:gd name="T35" fmla="*/ 57 h 66"/>
                  <a:gd name="T36" fmla="*/ 52 w 109"/>
                  <a:gd name="T37" fmla="*/ 60 h 66"/>
                  <a:gd name="T38" fmla="*/ 60 w 109"/>
                  <a:gd name="T39" fmla="*/ 56 h 66"/>
                  <a:gd name="T40" fmla="*/ 69 w 109"/>
                  <a:gd name="T41" fmla="*/ 40 h 66"/>
                  <a:gd name="T42" fmla="*/ 78 w 109"/>
                  <a:gd name="T43" fmla="*/ 24 h 66"/>
                  <a:gd name="T44" fmla="*/ 81 w 109"/>
                  <a:gd name="T45" fmla="*/ 20 h 66"/>
                  <a:gd name="T46" fmla="*/ 83 w 109"/>
                  <a:gd name="T47" fmla="*/ 22 h 66"/>
                  <a:gd name="T48" fmla="*/ 85 w 109"/>
                  <a:gd name="T49" fmla="*/ 34 h 66"/>
                  <a:gd name="T50" fmla="*/ 89 w 109"/>
                  <a:gd name="T51" fmla="*/ 57 h 66"/>
                  <a:gd name="T52" fmla="*/ 99 w 109"/>
                  <a:gd name="T53" fmla="*/ 63 h 66"/>
                  <a:gd name="T54" fmla="*/ 105 w 109"/>
                  <a:gd name="T55" fmla="*/ 60 h 66"/>
                  <a:gd name="T56" fmla="*/ 109 w 109"/>
                  <a:gd name="T57" fmla="*/ 55 h 66"/>
                  <a:gd name="T58" fmla="*/ 106 w 109"/>
                  <a:gd name="T59" fmla="*/ 51 h 66"/>
                  <a:gd name="T60" fmla="*/ 101 w 109"/>
                  <a:gd name="T61" fmla="*/ 44 h 66"/>
                  <a:gd name="T62" fmla="*/ 98 w 109"/>
                  <a:gd name="T63" fmla="*/ 28 h 66"/>
                  <a:gd name="T64" fmla="*/ 94 w 109"/>
                  <a:gd name="T65" fmla="*/ 9 h 66"/>
                  <a:gd name="T66" fmla="*/ 85 w 109"/>
                  <a:gd name="T67" fmla="*/ 4 h 66"/>
                  <a:gd name="T68" fmla="*/ 75 w 109"/>
                  <a:gd name="T69" fmla="*/ 9 h 66"/>
                  <a:gd name="T70" fmla="*/ 63 w 109"/>
                  <a:gd name="T71" fmla="*/ 28 h 66"/>
                  <a:gd name="T72" fmla="*/ 56 w 109"/>
                  <a:gd name="T73" fmla="*/ 41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9" h="66">
                    <a:moveTo>
                      <a:pt x="56" y="41"/>
                    </a:moveTo>
                    <a:cubicBezTo>
                      <a:pt x="55" y="41"/>
                      <a:pt x="54" y="36"/>
                      <a:pt x="54" y="27"/>
                    </a:cubicBezTo>
                    <a:cubicBezTo>
                      <a:pt x="54" y="17"/>
                      <a:pt x="53" y="11"/>
                      <a:pt x="51" y="8"/>
                    </a:cubicBezTo>
                    <a:cubicBezTo>
                      <a:pt x="49" y="5"/>
                      <a:pt x="46" y="4"/>
                      <a:pt x="42" y="4"/>
                    </a:cubicBezTo>
                    <a:cubicBezTo>
                      <a:pt x="33" y="4"/>
                      <a:pt x="23" y="16"/>
                      <a:pt x="12" y="40"/>
                    </a:cubicBezTo>
                    <a:cubicBezTo>
                      <a:pt x="12" y="38"/>
                      <a:pt x="13" y="34"/>
                      <a:pt x="14" y="28"/>
                    </a:cubicBezTo>
                    <a:cubicBezTo>
                      <a:pt x="16" y="19"/>
                      <a:pt x="17" y="13"/>
                      <a:pt x="17" y="11"/>
                    </a:cubicBezTo>
                    <a:cubicBezTo>
                      <a:pt x="17" y="4"/>
                      <a:pt x="14" y="0"/>
                      <a:pt x="8" y="0"/>
                    </a:cubicBezTo>
                    <a:cubicBezTo>
                      <a:pt x="7" y="0"/>
                      <a:pt x="5" y="1"/>
                      <a:pt x="4" y="2"/>
                    </a:cubicBezTo>
                    <a:cubicBezTo>
                      <a:pt x="3" y="3"/>
                      <a:pt x="3" y="4"/>
                      <a:pt x="3" y="6"/>
                    </a:cubicBezTo>
                    <a:cubicBezTo>
                      <a:pt x="3" y="12"/>
                      <a:pt x="2" y="18"/>
                      <a:pt x="1" y="25"/>
                    </a:cubicBezTo>
                    <a:cubicBezTo>
                      <a:pt x="0" y="33"/>
                      <a:pt x="0" y="43"/>
                      <a:pt x="0" y="55"/>
                    </a:cubicBezTo>
                    <a:cubicBezTo>
                      <a:pt x="0" y="62"/>
                      <a:pt x="2" y="66"/>
                      <a:pt x="7" y="66"/>
                    </a:cubicBezTo>
                    <a:cubicBezTo>
                      <a:pt x="11" y="66"/>
                      <a:pt x="13" y="64"/>
                      <a:pt x="14" y="60"/>
                    </a:cubicBezTo>
                    <a:cubicBezTo>
                      <a:pt x="17" y="53"/>
                      <a:pt x="22" y="44"/>
                      <a:pt x="28" y="34"/>
                    </a:cubicBezTo>
                    <a:cubicBezTo>
                      <a:pt x="34" y="25"/>
                      <a:pt x="38" y="20"/>
                      <a:pt x="39" y="20"/>
                    </a:cubicBezTo>
                    <a:cubicBezTo>
                      <a:pt x="41" y="20"/>
                      <a:pt x="41" y="25"/>
                      <a:pt x="42" y="36"/>
                    </a:cubicBezTo>
                    <a:cubicBezTo>
                      <a:pt x="42" y="48"/>
                      <a:pt x="43" y="55"/>
                      <a:pt x="45" y="57"/>
                    </a:cubicBezTo>
                    <a:cubicBezTo>
                      <a:pt x="48" y="59"/>
                      <a:pt x="50" y="60"/>
                      <a:pt x="52" y="60"/>
                    </a:cubicBezTo>
                    <a:cubicBezTo>
                      <a:pt x="55" y="60"/>
                      <a:pt x="58" y="59"/>
                      <a:pt x="60" y="56"/>
                    </a:cubicBezTo>
                    <a:cubicBezTo>
                      <a:pt x="63" y="53"/>
                      <a:pt x="66" y="48"/>
                      <a:pt x="69" y="40"/>
                    </a:cubicBezTo>
                    <a:cubicBezTo>
                      <a:pt x="73" y="32"/>
                      <a:pt x="76" y="26"/>
                      <a:pt x="78" y="24"/>
                    </a:cubicBezTo>
                    <a:cubicBezTo>
                      <a:pt x="79" y="21"/>
                      <a:pt x="80" y="20"/>
                      <a:pt x="81" y="20"/>
                    </a:cubicBezTo>
                    <a:cubicBezTo>
                      <a:pt x="82" y="20"/>
                      <a:pt x="83" y="20"/>
                      <a:pt x="83" y="22"/>
                    </a:cubicBezTo>
                    <a:cubicBezTo>
                      <a:pt x="84" y="24"/>
                      <a:pt x="84" y="28"/>
                      <a:pt x="85" y="34"/>
                    </a:cubicBezTo>
                    <a:cubicBezTo>
                      <a:pt x="86" y="45"/>
                      <a:pt x="87" y="53"/>
                      <a:pt x="89" y="57"/>
                    </a:cubicBezTo>
                    <a:cubicBezTo>
                      <a:pt x="92" y="61"/>
                      <a:pt x="95" y="63"/>
                      <a:pt x="99" y="63"/>
                    </a:cubicBezTo>
                    <a:cubicBezTo>
                      <a:pt x="101" y="63"/>
                      <a:pt x="103" y="62"/>
                      <a:pt x="105" y="60"/>
                    </a:cubicBezTo>
                    <a:cubicBezTo>
                      <a:pt x="107" y="59"/>
                      <a:pt x="109" y="57"/>
                      <a:pt x="109" y="55"/>
                    </a:cubicBezTo>
                    <a:cubicBezTo>
                      <a:pt x="109" y="53"/>
                      <a:pt x="108" y="52"/>
                      <a:pt x="106" y="51"/>
                    </a:cubicBezTo>
                    <a:cubicBezTo>
                      <a:pt x="103" y="50"/>
                      <a:pt x="102" y="47"/>
                      <a:pt x="101" y="44"/>
                    </a:cubicBezTo>
                    <a:cubicBezTo>
                      <a:pt x="100" y="40"/>
                      <a:pt x="99" y="35"/>
                      <a:pt x="98" y="28"/>
                    </a:cubicBezTo>
                    <a:cubicBezTo>
                      <a:pt x="98" y="19"/>
                      <a:pt x="96" y="13"/>
                      <a:pt x="94" y="9"/>
                    </a:cubicBezTo>
                    <a:cubicBezTo>
                      <a:pt x="92" y="6"/>
                      <a:pt x="89" y="4"/>
                      <a:pt x="85" y="4"/>
                    </a:cubicBezTo>
                    <a:cubicBezTo>
                      <a:pt x="81" y="4"/>
                      <a:pt x="78" y="6"/>
                      <a:pt x="75" y="9"/>
                    </a:cubicBezTo>
                    <a:cubicBezTo>
                      <a:pt x="71" y="12"/>
                      <a:pt x="67" y="18"/>
                      <a:pt x="63" y="28"/>
                    </a:cubicBezTo>
                    <a:cubicBezTo>
                      <a:pt x="59" y="36"/>
                      <a:pt x="56" y="41"/>
                      <a:pt x="56"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 name="Freeform 261"/>
              <p:cNvSpPr>
                <a:spLocks/>
              </p:cNvSpPr>
              <p:nvPr/>
            </p:nvSpPr>
            <p:spPr bwMode="auto">
              <a:xfrm>
                <a:off x="360363" y="1328738"/>
                <a:ext cx="373063" cy="771525"/>
              </a:xfrm>
              <a:custGeom>
                <a:avLst/>
                <a:gdLst>
                  <a:gd name="T0" fmla="*/ 253 w 289"/>
                  <a:gd name="T1" fmla="*/ 40 h 597"/>
                  <a:gd name="T2" fmla="*/ 252 w 289"/>
                  <a:gd name="T3" fmla="*/ 40 h 597"/>
                  <a:gd name="T4" fmla="*/ 225 w 289"/>
                  <a:gd name="T5" fmla="*/ 34 h 597"/>
                  <a:gd name="T6" fmla="*/ 207 w 289"/>
                  <a:gd name="T7" fmla="*/ 25 h 597"/>
                  <a:gd name="T8" fmla="*/ 205 w 289"/>
                  <a:gd name="T9" fmla="*/ 24 h 597"/>
                  <a:gd name="T10" fmla="*/ 174 w 289"/>
                  <a:gd name="T11" fmla="*/ 8 h 597"/>
                  <a:gd name="T12" fmla="*/ 161 w 289"/>
                  <a:gd name="T13" fmla="*/ 0 h 597"/>
                  <a:gd name="T14" fmla="*/ 156 w 289"/>
                  <a:gd name="T15" fmla="*/ 0 h 597"/>
                  <a:gd name="T16" fmla="*/ 85 w 289"/>
                  <a:gd name="T17" fmla="*/ 23 h 597"/>
                  <a:gd name="T18" fmla="*/ 74 w 289"/>
                  <a:gd name="T19" fmla="*/ 29 h 597"/>
                  <a:gd name="T20" fmla="*/ 71 w 289"/>
                  <a:gd name="T21" fmla="*/ 31 h 597"/>
                  <a:gd name="T22" fmla="*/ 37 w 289"/>
                  <a:gd name="T23" fmla="*/ 40 h 597"/>
                  <a:gd name="T24" fmla="*/ 37 w 289"/>
                  <a:gd name="T25" fmla="*/ 40 h 597"/>
                  <a:gd name="T26" fmla="*/ 36 w 289"/>
                  <a:gd name="T27" fmla="*/ 40 h 597"/>
                  <a:gd name="T28" fmla="*/ 36 w 289"/>
                  <a:gd name="T29" fmla="*/ 40 h 597"/>
                  <a:gd name="T30" fmla="*/ 36 w 289"/>
                  <a:gd name="T31" fmla="*/ 123 h 597"/>
                  <a:gd name="T32" fmla="*/ 2 w 289"/>
                  <a:gd name="T33" fmla="*/ 542 h 597"/>
                  <a:gd name="T34" fmla="*/ 48 w 289"/>
                  <a:gd name="T35" fmla="*/ 595 h 597"/>
                  <a:gd name="T36" fmla="*/ 101 w 289"/>
                  <a:gd name="T37" fmla="*/ 550 h 597"/>
                  <a:gd name="T38" fmla="*/ 131 w 289"/>
                  <a:gd name="T39" fmla="*/ 185 h 597"/>
                  <a:gd name="T40" fmla="*/ 159 w 289"/>
                  <a:gd name="T41" fmla="*/ 185 h 597"/>
                  <a:gd name="T42" fmla="*/ 188 w 289"/>
                  <a:gd name="T43" fmla="*/ 550 h 597"/>
                  <a:gd name="T44" fmla="*/ 242 w 289"/>
                  <a:gd name="T45" fmla="*/ 595 h 597"/>
                  <a:gd name="T46" fmla="*/ 287 w 289"/>
                  <a:gd name="T47" fmla="*/ 542 h 597"/>
                  <a:gd name="T48" fmla="*/ 253 w 289"/>
                  <a:gd name="T49" fmla="*/ 123 h 597"/>
                  <a:gd name="T50" fmla="*/ 253 w 289"/>
                  <a:gd name="T51" fmla="*/ 40 h 597"/>
                  <a:gd name="T52" fmla="*/ 253 w 289"/>
                  <a:gd name="T53" fmla="*/ 40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89" h="597">
                    <a:moveTo>
                      <a:pt x="253" y="40"/>
                    </a:moveTo>
                    <a:cubicBezTo>
                      <a:pt x="252" y="40"/>
                      <a:pt x="252" y="40"/>
                      <a:pt x="252" y="40"/>
                    </a:cubicBezTo>
                    <a:cubicBezTo>
                      <a:pt x="240" y="40"/>
                      <a:pt x="232" y="37"/>
                      <a:pt x="225" y="34"/>
                    </a:cubicBezTo>
                    <a:cubicBezTo>
                      <a:pt x="218" y="31"/>
                      <a:pt x="212" y="28"/>
                      <a:pt x="207" y="25"/>
                    </a:cubicBezTo>
                    <a:cubicBezTo>
                      <a:pt x="205" y="24"/>
                      <a:pt x="205" y="24"/>
                      <a:pt x="205" y="24"/>
                    </a:cubicBezTo>
                    <a:cubicBezTo>
                      <a:pt x="195" y="18"/>
                      <a:pt x="185" y="12"/>
                      <a:pt x="174" y="8"/>
                    </a:cubicBezTo>
                    <a:cubicBezTo>
                      <a:pt x="169" y="6"/>
                      <a:pt x="165" y="3"/>
                      <a:pt x="161" y="0"/>
                    </a:cubicBezTo>
                    <a:cubicBezTo>
                      <a:pt x="160" y="0"/>
                      <a:pt x="158" y="0"/>
                      <a:pt x="156" y="0"/>
                    </a:cubicBezTo>
                    <a:cubicBezTo>
                      <a:pt x="126" y="0"/>
                      <a:pt x="106" y="11"/>
                      <a:pt x="85" y="23"/>
                    </a:cubicBezTo>
                    <a:cubicBezTo>
                      <a:pt x="81" y="25"/>
                      <a:pt x="78" y="27"/>
                      <a:pt x="74" y="29"/>
                    </a:cubicBezTo>
                    <a:cubicBezTo>
                      <a:pt x="71" y="31"/>
                      <a:pt x="71" y="31"/>
                      <a:pt x="71" y="31"/>
                    </a:cubicBezTo>
                    <a:cubicBezTo>
                      <a:pt x="63" y="35"/>
                      <a:pt x="53" y="40"/>
                      <a:pt x="37" y="40"/>
                    </a:cubicBezTo>
                    <a:cubicBezTo>
                      <a:pt x="37" y="40"/>
                      <a:pt x="37" y="40"/>
                      <a:pt x="37" y="40"/>
                    </a:cubicBezTo>
                    <a:cubicBezTo>
                      <a:pt x="36" y="40"/>
                      <a:pt x="36" y="40"/>
                      <a:pt x="36" y="40"/>
                    </a:cubicBezTo>
                    <a:cubicBezTo>
                      <a:pt x="36" y="40"/>
                      <a:pt x="36" y="40"/>
                      <a:pt x="36" y="40"/>
                    </a:cubicBezTo>
                    <a:cubicBezTo>
                      <a:pt x="36" y="123"/>
                      <a:pt x="36" y="123"/>
                      <a:pt x="36" y="123"/>
                    </a:cubicBezTo>
                    <a:cubicBezTo>
                      <a:pt x="2" y="542"/>
                      <a:pt x="2" y="542"/>
                      <a:pt x="2" y="542"/>
                    </a:cubicBezTo>
                    <a:cubicBezTo>
                      <a:pt x="0" y="569"/>
                      <a:pt x="20" y="593"/>
                      <a:pt x="48" y="595"/>
                    </a:cubicBezTo>
                    <a:cubicBezTo>
                      <a:pt x="75" y="597"/>
                      <a:pt x="99" y="577"/>
                      <a:pt x="101" y="550"/>
                    </a:cubicBezTo>
                    <a:cubicBezTo>
                      <a:pt x="131" y="185"/>
                      <a:pt x="131" y="185"/>
                      <a:pt x="131" y="185"/>
                    </a:cubicBezTo>
                    <a:cubicBezTo>
                      <a:pt x="159" y="185"/>
                      <a:pt x="159" y="185"/>
                      <a:pt x="159" y="185"/>
                    </a:cubicBezTo>
                    <a:cubicBezTo>
                      <a:pt x="188" y="550"/>
                      <a:pt x="188" y="550"/>
                      <a:pt x="188" y="550"/>
                    </a:cubicBezTo>
                    <a:cubicBezTo>
                      <a:pt x="190" y="577"/>
                      <a:pt x="214" y="597"/>
                      <a:pt x="242" y="595"/>
                    </a:cubicBezTo>
                    <a:cubicBezTo>
                      <a:pt x="269" y="593"/>
                      <a:pt x="289" y="569"/>
                      <a:pt x="287" y="542"/>
                    </a:cubicBezTo>
                    <a:cubicBezTo>
                      <a:pt x="253" y="123"/>
                      <a:pt x="253" y="123"/>
                      <a:pt x="253" y="123"/>
                    </a:cubicBezTo>
                    <a:cubicBezTo>
                      <a:pt x="253" y="40"/>
                      <a:pt x="253" y="40"/>
                      <a:pt x="253" y="40"/>
                    </a:cubicBezTo>
                    <a:cubicBezTo>
                      <a:pt x="253" y="40"/>
                      <a:pt x="253" y="40"/>
                      <a:pt x="253"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 name="Oval 262"/>
              <p:cNvSpPr>
                <a:spLocks noChangeArrowheads="1"/>
              </p:cNvSpPr>
              <p:nvPr/>
            </p:nvSpPr>
            <p:spPr bwMode="auto">
              <a:xfrm>
                <a:off x="431801" y="873126"/>
                <a:ext cx="233363" cy="2333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 name="Freeform 263"/>
              <p:cNvSpPr>
                <a:spLocks/>
              </p:cNvSpPr>
              <p:nvPr/>
            </p:nvSpPr>
            <p:spPr bwMode="auto">
              <a:xfrm>
                <a:off x="325438" y="1135063"/>
                <a:ext cx="442913" cy="234950"/>
              </a:xfrm>
              <a:custGeom>
                <a:avLst/>
                <a:gdLst>
                  <a:gd name="T0" fmla="*/ 10 w 343"/>
                  <a:gd name="T1" fmla="*/ 142 h 182"/>
                  <a:gd name="T2" fmla="*/ 44 w 343"/>
                  <a:gd name="T3" fmla="*/ 177 h 182"/>
                  <a:gd name="T4" fmla="*/ 63 w 343"/>
                  <a:gd name="T5" fmla="*/ 182 h 182"/>
                  <a:gd name="T6" fmla="*/ 64 w 343"/>
                  <a:gd name="T7" fmla="*/ 182 h 182"/>
                  <a:gd name="T8" fmla="*/ 97 w 343"/>
                  <a:gd name="T9" fmla="*/ 172 h 182"/>
                  <a:gd name="T10" fmla="*/ 183 w 343"/>
                  <a:gd name="T11" fmla="*/ 141 h 182"/>
                  <a:gd name="T12" fmla="*/ 202 w 343"/>
                  <a:gd name="T13" fmla="*/ 143 h 182"/>
                  <a:gd name="T14" fmla="*/ 239 w 343"/>
                  <a:gd name="T15" fmla="*/ 116 h 182"/>
                  <a:gd name="T16" fmla="*/ 212 w 343"/>
                  <a:gd name="T17" fmla="*/ 79 h 182"/>
                  <a:gd name="T18" fmla="*/ 183 w 343"/>
                  <a:gd name="T19" fmla="*/ 77 h 182"/>
                  <a:gd name="T20" fmla="*/ 92 w 343"/>
                  <a:gd name="T21" fmla="*/ 101 h 182"/>
                  <a:gd name="T22" fmla="*/ 68 w 343"/>
                  <a:gd name="T23" fmla="*/ 115 h 182"/>
                  <a:gd name="T24" fmla="*/ 67 w 343"/>
                  <a:gd name="T25" fmla="*/ 114 h 182"/>
                  <a:gd name="T26" fmla="*/ 65 w 343"/>
                  <a:gd name="T27" fmla="*/ 107 h 182"/>
                  <a:gd name="T28" fmla="*/ 73 w 343"/>
                  <a:gd name="T29" fmla="*/ 102 h 182"/>
                  <a:gd name="T30" fmla="*/ 88 w 343"/>
                  <a:gd name="T31" fmla="*/ 93 h 182"/>
                  <a:gd name="T32" fmla="*/ 183 w 343"/>
                  <a:gd name="T33" fmla="*/ 68 h 182"/>
                  <a:gd name="T34" fmla="*/ 213 w 343"/>
                  <a:gd name="T35" fmla="*/ 71 h 182"/>
                  <a:gd name="T36" fmla="*/ 239 w 343"/>
                  <a:gd name="T37" fmla="*/ 85 h 182"/>
                  <a:gd name="T38" fmla="*/ 266 w 343"/>
                  <a:gd name="T39" fmla="*/ 99 h 182"/>
                  <a:gd name="T40" fmla="*/ 270 w 343"/>
                  <a:gd name="T41" fmla="*/ 102 h 182"/>
                  <a:gd name="T42" fmla="*/ 278 w 343"/>
                  <a:gd name="T43" fmla="*/ 107 h 182"/>
                  <a:gd name="T44" fmla="*/ 276 w 343"/>
                  <a:gd name="T45" fmla="*/ 114 h 182"/>
                  <a:gd name="T46" fmla="*/ 275 w 343"/>
                  <a:gd name="T47" fmla="*/ 115 h 182"/>
                  <a:gd name="T48" fmla="*/ 262 w 343"/>
                  <a:gd name="T49" fmla="*/ 107 h 182"/>
                  <a:gd name="T50" fmla="*/ 246 w 343"/>
                  <a:gd name="T51" fmla="*/ 98 h 182"/>
                  <a:gd name="T52" fmla="*/ 247 w 343"/>
                  <a:gd name="T53" fmla="*/ 117 h 182"/>
                  <a:gd name="T54" fmla="*/ 209 w 343"/>
                  <a:gd name="T55" fmla="*/ 152 h 182"/>
                  <a:gd name="T56" fmla="*/ 238 w 343"/>
                  <a:gd name="T57" fmla="*/ 167 h 182"/>
                  <a:gd name="T58" fmla="*/ 255 w 343"/>
                  <a:gd name="T59" fmla="*/ 176 h 182"/>
                  <a:gd name="T60" fmla="*/ 279 w 343"/>
                  <a:gd name="T61" fmla="*/ 182 h 182"/>
                  <a:gd name="T62" fmla="*/ 280 w 343"/>
                  <a:gd name="T63" fmla="*/ 182 h 182"/>
                  <a:gd name="T64" fmla="*/ 299 w 343"/>
                  <a:gd name="T65" fmla="*/ 177 h 182"/>
                  <a:gd name="T66" fmla="*/ 333 w 343"/>
                  <a:gd name="T67" fmla="*/ 142 h 182"/>
                  <a:gd name="T68" fmla="*/ 343 w 343"/>
                  <a:gd name="T69" fmla="*/ 98 h 182"/>
                  <a:gd name="T70" fmla="*/ 320 w 343"/>
                  <a:gd name="T71" fmla="*/ 32 h 182"/>
                  <a:gd name="T72" fmla="*/ 252 w 343"/>
                  <a:gd name="T73" fmla="*/ 0 h 182"/>
                  <a:gd name="T74" fmla="*/ 249 w 343"/>
                  <a:gd name="T75" fmla="*/ 0 h 182"/>
                  <a:gd name="T76" fmla="*/ 249 w 343"/>
                  <a:gd name="T77" fmla="*/ 0 h 182"/>
                  <a:gd name="T78" fmla="*/ 94 w 343"/>
                  <a:gd name="T79" fmla="*/ 0 h 182"/>
                  <a:gd name="T80" fmla="*/ 91 w 343"/>
                  <a:gd name="T81" fmla="*/ 0 h 182"/>
                  <a:gd name="T82" fmla="*/ 23 w 343"/>
                  <a:gd name="T83" fmla="*/ 32 h 182"/>
                  <a:gd name="T84" fmla="*/ 0 w 343"/>
                  <a:gd name="T85" fmla="*/ 98 h 182"/>
                  <a:gd name="T86" fmla="*/ 10 w 343"/>
                  <a:gd name="T87" fmla="*/ 141 h 182"/>
                  <a:gd name="T88" fmla="*/ 10 w 343"/>
                  <a:gd name="T89" fmla="*/ 14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43" h="182">
                    <a:moveTo>
                      <a:pt x="10" y="142"/>
                    </a:moveTo>
                    <a:cubicBezTo>
                      <a:pt x="17" y="156"/>
                      <a:pt x="28" y="169"/>
                      <a:pt x="44" y="177"/>
                    </a:cubicBezTo>
                    <a:cubicBezTo>
                      <a:pt x="50" y="180"/>
                      <a:pt x="57" y="182"/>
                      <a:pt x="63" y="182"/>
                    </a:cubicBezTo>
                    <a:cubicBezTo>
                      <a:pt x="64" y="182"/>
                      <a:pt x="64" y="182"/>
                      <a:pt x="64" y="182"/>
                    </a:cubicBezTo>
                    <a:cubicBezTo>
                      <a:pt x="80" y="181"/>
                      <a:pt x="88" y="176"/>
                      <a:pt x="97" y="172"/>
                    </a:cubicBezTo>
                    <a:cubicBezTo>
                      <a:pt x="122" y="158"/>
                      <a:pt x="145" y="141"/>
                      <a:pt x="183" y="141"/>
                    </a:cubicBezTo>
                    <a:cubicBezTo>
                      <a:pt x="189" y="141"/>
                      <a:pt x="195" y="142"/>
                      <a:pt x="202" y="143"/>
                    </a:cubicBezTo>
                    <a:cubicBezTo>
                      <a:pt x="220" y="145"/>
                      <a:pt x="236" y="133"/>
                      <a:pt x="239" y="116"/>
                    </a:cubicBezTo>
                    <a:cubicBezTo>
                      <a:pt x="241" y="98"/>
                      <a:pt x="229" y="82"/>
                      <a:pt x="212" y="79"/>
                    </a:cubicBezTo>
                    <a:cubicBezTo>
                      <a:pt x="202" y="78"/>
                      <a:pt x="192" y="77"/>
                      <a:pt x="183" y="77"/>
                    </a:cubicBezTo>
                    <a:cubicBezTo>
                      <a:pt x="144" y="77"/>
                      <a:pt x="113" y="90"/>
                      <a:pt x="92" y="101"/>
                    </a:cubicBezTo>
                    <a:cubicBezTo>
                      <a:pt x="82" y="106"/>
                      <a:pt x="74" y="112"/>
                      <a:pt x="68" y="115"/>
                    </a:cubicBezTo>
                    <a:cubicBezTo>
                      <a:pt x="68" y="114"/>
                      <a:pt x="68" y="114"/>
                      <a:pt x="67" y="114"/>
                    </a:cubicBezTo>
                    <a:cubicBezTo>
                      <a:pt x="66" y="112"/>
                      <a:pt x="66" y="109"/>
                      <a:pt x="65" y="107"/>
                    </a:cubicBezTo>
                    <a:cubicBezTo>
                      <a:pt x="73" y="102"/>
                      <a:pt x="73" y="102"/>
                      <a:pt x="73" y="102"/>
                    </a:cubicBezTo>
                    <a:cubicBezTo>
                      <a:pt x="77" y="99"/>
                      <a:pt x="82" y="96"/>
                      <a:pt x="88" y="93"/>
                    </a:cubicBezTo>
                    <a:cubicBezTo>
                      <a:pt x="120" y="77"/>
                      <a:pt x="151" y="68"/>
                      <a:pt x="183" y="68"/>
                    </a:cubicBezTo>
                    <a:cubicBezTo>
                      <a:pt x="193" y="68"/>
                      <a:pt x="203" y="69"/>
                      <a:pt x="213" y="71"/>
                    </a:cubicBezTo>
                    <a:cubicBezTo>
                      <a:pt x="224" y="72"/>
                      <a:pt x="233" y="78"/>
                      <a:pt x="239" y="85"/>
                    </a:cubicBezTo>
                    <a:cubicBezTo>
                      <a:pt x="249" y="90"/>
                      <a:pt x="258" y="95"/>
                      <a:pt x="266" y="99"/>
                    </a:cubicBezTo>
                    <a:cubicBezTo>
                      <a:pt x="268" y="100"/>
                      <a:pt x="269" y="101"/>
                      <a:pt x="270" y="102"/>
                    </a:cubicBezTo>
                    <a:cubicBezTo>
                      <a:pt x="278" y="107"/>
                      <a:pt x="278" y="107"/>
                      <a:pt x="278" y="107"/>
                    </a:cubicBezTo>
                    <a:cubicBezTo>
                      <a:pt x="277" y="109"/>
                      <a:pt x="277" y="112"/>
                      <a:pt x="276" y="114"/>
                    </a:cubicBezTo>
                    <a:cubicBezTo>
                      <a:pt x="276" y="114"/>
                      <a:pt x="275" y="114"/>
                      <a:pt x="275" y="115"/>
                    </a:cubicBezTo>
                    <a:cubicBezTo>
                      <a:pt x="272" y="113"/>
                      <a:pt x="267" y="110"/>
                      <a:pt x="262" y="107"/>
                    </a:cubicBezTo>
                    <a:cubicBezTo>
                      <a:pt x="257" y="104"/>
                      <a:pt x="252" y="101"/>
                      <a:pt x="246" y="98"/>
                    </a:cubicBezTo>
                    <a:cubicBezTo>
                      <a:pt x="248" y="104"/>
                      <a:pt x="248" y="111"/>
                      <a:pt x="247" y="117"/>
                    </a:cubicBezTo>
                    <a:cubicBezTo>
                      <a:pt x="244" y="136"/>
                      <a:pt x="228" y="151"/>
                      <a:pt x="209" y="152"/>
                    </a:cubicBezTo>
                    <a:cubicBezTo>
                      <a:pt x="219" y="156"/>
                      <a:pt x="229" y="162"/>
                      <a:pt x="238" y="167"/>
                    </a:cubicBezTo>
                    <a:cubicBezTo>
                      <a:pt x="243" y="170"/>
                      <a:pt x="249" y="173"/>
                      <a:pt x="255" y="176"/>
                    </a:cubicBezTo>
                    <a:cubicBezTo>
                      <a:pt x="261" y="179"/>
                      <a:pt x="269" y="182"/>
                      <a:pt x="279" y="182"/>
                    </a:cubicBezTo>
                    <a:cubicBezTo>
                      <a:pt x="279" y="182"/>
                      <a:pt x="279" y="182"/>
                      <a:pt x="280" y="182"/>
                    </a:cubicBezTo>
                    <a:cubicBezTo>
                      <a:pt x="286" y="182"/>
                      <a:pt x="293" y="180"/>
                      <a:pt x="299" y="177"/>
                    </a:cubicBezTo>
                    <a:cubicBezTo>
                      <a:pt x="315" y="169"/>
                      <a:pt x="326" y="156"/>
                      <a:pt x="333" y="142"/>
                    </a:cubicBezTo>
                    <a:cubicBezTo>
                      <a:pt x="340" y="128"/>
                      <a:pt x="343" y="113"/>
                      <a:pt x="343" y="98"/>
                    </a:cubicBezTo>
                    <a:cubicBezTo>
                      <a:pt x="343" y="75"/>
                      <a:pt x="336" y="52"/>
                      <a:pt x="320" y="32"/>
                    </a:cubicBezTo>
                    <a:cubicBezTo>
                      <a:pt x="305" y="14"/>
                      <a:pt x="280" y="1"/>
                      <a:pt x="252" y="0"/>
                    </a:cubicBezTo>
                    <a:cubicBezTo>
                      <a:pt x="251" y="0"/>
                      <a:pt x="250" y="0"/>
                      <a:pt x="249" y="0"/>
                    </a:cubicBezTo>
                    <a:cubicBezTo>
                      <a:pt x="249" y="0"/>
                      <a:pt x="249" y="0"/>
                      <a:pt x="249" y="0"/>
                    </a:cubicBezTo>
                    <a:cubicBezTo>
                      <a:pt x="94" y="0"/>
                      <a:pt x="94" y="0"/>
                      <a:pt x="94" y="0"/>
                    </a:cubicBezTo>
                    <a:cubicBezTo>
                      <a:pt x="93" y="0"/>
                      <a:pt x="92" y="0"/>
                      <a:pt x="91" y="0"/>
                    </a:cubicBezTo>
                    <a:cubicBezTo>
                      <a:pt x="63" y="1"/>
                      <a:pt x="38" y="14"/>
                      <a:pt x="23" y="32"/>
                    </a:cubicBezTo>
                    <a:cubicBezTo>
                      <a:pt x="7" y="52"/>
                      <a:pt x="0" y="75"/>
                      <a:pt x="0" y="98"/>
                    </a:cubicBezTo>
                    <a:cubicBezTo>
                      <a:pt x="0" y="113"/>
                      <a:pt x="3" y="128"/>
                      <a:pt x="10" y="141"/>
                    </a:cubicBezTo>
                    <a:cubicBezTo>
                      <a:pt x="10" y="142"/>
                      <a:pt x="10" y="142"/>
                      <a:pt x="10" y="1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 name="Freeform 264"/>
              <p:cNvSpPr>
                <a:spLocks/>
              </p:cNvSpPr>
              <p:nvPr/>
            </p:nvSpPr>
            <p:spPr bwMode="auto">
              <a:xfrm>
                <a:off x="884238" y="1579563"/>
                <a:ext cx="395288" cy="517525"/>
              </a:xfrm>
              <a:custGeom>
                <a:avLst/>
                <a:gdLst>
                  <a:gd name="T0" fmla="*/ 11 w 306"/>
                  <a:gd name="T1" fmla="*/ 41 h 401"/>
                  <a:gd name="T2" fmla="*/ 117 w 306"/>
                  <a:gd name="T3" fmla="*/ 115 h 401"/>
                  <a:gd name="T4" fmla="*/ 117 w 306"/>
                  <a:gd name="T5" fmla="*/ 259 h 401"/>
                  <a:gd name="T6" fmla="*/ 117 w 306"/>
                  <a:gd name="T7" fmla="*/ 259 h 401"/>
                  <a:gd name="T8" fmla="*/ 117 w 306"/>
                  <a:gd name="T9" fmla="*/ 371 h 401"/>
                  <a:gd name="T10" fmla="*/ 147 w 306"/>
                  <a:gd name="T11" fmla="*/ 401 h 401"/>
                  <a:gd name="T12" fmla="*/ 177 w 306"/>
                  <a:gd name="T13" fmla="*/ 371 h 401"/>
                  <a:gd name="T14" fmla="*/ 177 w 306"/>
                  <a:gd name="T15" fmla="*/ 275 h 401"/>
                  <a:gd name="T16" fmla="*/ 189 w 306"/>
                  <a:gd name="T17" fmla="*/ 275 h 401"/>
                  <a:gd name="T18" fmla="*/ 189 w 306"/>
                  <a:gd name="T19" fmla="*/ 371 h 401"/>
                  <a:gd name="T20" fmla="*/ 219 w 306"/>
                  <a:gd name="T21" fmla="*/ 401 h 401"/>
                  <a:gd name="T22" fmla="*/ 249 w 306"/>
                  <a:gd name="T23" fmla="*/ 371 h 401"/>
                  <a:gd name="T24" fmla="*/ 249 w 306"/>
                  <a:gd name="T25" fmla="*/ 225 h 401"/>
                  <a:gd name="T26" fmla="*/ 249 w 306"/>
                  <a:gd name="T27" fmla="*/ 225 h 401"/>
                  <a:gd name="T28" fmla="*/ 249 w 306"/>
                  <a:gd name="T29" fmla="*/ 159 h 401"/>
                  <a:gd name="T30" fmla="*/ 263 w 306"/>
                  <a:gd name="T31" fmla="*/ 242 h 401"/>
                  <a:gd name="T32" fmla="*/ 284 w 306"/>
                  <a:gd name="T33" fmla="*/ 263 h 401"/>
                  <a:gd name="T34" fmla="*/ 285 w 306"/>
                  <a:gd name="T35" fmla="*/ 263 h 401"/>
                  <a:gd name="T36" fmla="*/ 305 w 306"/>
                  <a:gd name="T37" fmla="*/ 241 h 401"/>
                  <a:gd name="T38" fmla="*/ 243 w 306"/>
                  <a:gd name="T39" fmla="*/ 85 h 401"/>
                  <a:gd name="T40" fmla="*/ 243 w 306"/>
                  <a:gd name="T41" fmla="*/ 85 h 401"/>
                  <a:gd name="T42" fmla="*/ 242 w 306"/>
                  <a:gd name="T43" fmla="*/ 84 h 401"/>
                  <a:gd name="T44" fmla="*/ 183 w 306"/>
                  <a:gd name="T45" fmla="*/ 108 h 401"/>
                  <a:gd name="T46" fmla="*/ 106 w 306"/>
                  <a:gd name="T47" fmla="*/ 55 h 401"/>
                  <a:gd name="T48" fmla="*/ 35 w 306"/>
                  <a:gd name="T49" fmla="*/ 6 h 401"/>
                  <a:gd name="T50" fmla="*/ 6 w 306"/>
                  <a:gd name="T51" fmla="*/ 11 h 401"/>
                  <a:gd name="T52" fmla="*/ 11 w 306"/>
                  <a:gd name="T53" fmla="*/ 4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6" h="401">
                    <a:moveTo>
                      <a:pt x="11" y="41"/>
                    </a:moveTo>
                    <a:cubicBezTo>
                      <a:pt x="117" y="115"/>
                      <a:pt x="117" y="115"/>
                      <a:pt x="117" y="115"/>
                    </a:cubicBezTo>
                    <a:cubicBezTo>
                      <a:pt x="117" y="259"/>
                      <a:pt x="117" y="259"/>
                      <a:pt x="117" y="259"/>
                    </a:cubicBezTo>
                    <a:cubicBezTo>
                      <a:pt x="117" y="259"/>
                      <a:pt x="117" y="259"/>
                      <a:pt x="117" y="259"/>
                    </a:cubicBezTo>
                    <a:cubicBezTo>
                      <a:pt x="117" y="371"/>
                      <a:pt x="117" y="371"/>
                      <a:pt x="117" y="371"/>
                    </a:cubicBezTo>
                    <a:cubicBezTo>
                      <a:pt x="117" y="388"/>
                      <a:pt x="131" y="401"/>
                      <a:pt x="147" y="401"/>
                    </a:cubicBezTo>
                    <a:cubicBezTo>
                      <a:pt x="164" y="401"/>
                      <a:pt x="177" y="388"/>
                      <a:pt x="177" y="371"/>
                    </a:cubicBezTo>
                    <a:cubicBezTo>
                      <a:pt x="177" y="275"/>
                      <a:pt x="177" y="275"/>
                      <a:pt x="177" y="275"/>
                    </a:cubicBezTo>
                    <a:cubicBezTo>
                      <a:pt x="189" y="275"/>
                      <a:pt x="189" y="275"/>
                      <a:pt x="189" y="275"/>
                    </a:cubicBezTo>
                    <a:cubicBezTo>
                      <a:pt x="189" y="371"/>
                      <a:pt x="189" y="371"/>
                      <a:pt x="189" y="371"/>
                    </a:cubicBezTo>
                    <a:cubicBezTo>
                      <a:pt x="189" y="388"/>
                      <a:pt x="203" y="401"/>
                      <a:pt x="219" y="401"/>
                    </a:cubicBezTo>
                    <a:cubicBezTo>
                      <a:pt x="236" y="401"/>
                      <a:pt x="249" y="388"/>
                      <a:pt x="249" y="371"/>
                    </a:cubicBezTo>
                    <a:cubicBezTo>
                      <a:pt x="249" y="225"/>
                      <a:pt x="249" y="225"/>
                      <a:pt x="249" y="225"/>
                    </a:cubicBezTo>
                    <a:cubicBezTo>
                      <a:pt x="249" y="225"/>
                      <a:pt x="249" y="225"/>
                      <a:pt x="249" y="225"/>
                    </a:cubicBezTo>
                    <a:cubicBezTo>
                      <a:pt x="249" y="159"/>
                      <a:pt x="249" y="159"/>
                      <a:pt x="249" y="159"/>
                    </a:cubicBezTo>
                    <a:cubicBezTo>
                      <a:pt x="256" y="177"/>
                      <a:pt x="262" y="204"/>
                      <a:pt x="263" y="242"/>
                    </a:cubicBezTo>
                    <a:cubicBezTo>
                      <a:pt x="264" y="254"/>
                      <a:pt x="273" y="263"/>
                      <a:pt x="284" y="263"/>
                    </a:cubicBezTo>
                    <a:cubicBezTo>
                      <a:pt x="284" y="263"/>
                      <a:pt x="285" y="263"/>
                      <a:pt x="285" y="263"/>
                    </a:cubicBezTo>
                    <a:cubicBezTo>
                      <a:pt x="297" y="262"/>
                      <a:pt x="306" y="253"/>
                      <a:pt x="305" y="241"/>
                    </a:cubicBezTo>
                    <a:cubicBezTo>
                      <a:pt x="301" y="113"/>
                      <a:pt x="249" y="88"/>
                      <a:pt x="243" y="85"/>
                    </a:cubicBezTo>
                    <a:cubicBezTo>
                      <a:pt x="243" y="85"/>
                      <a:pt x="243" y="85"/>
                      <a:pt x="243" y="85"/>
                    </a:cubicBezTo>
                    <a:cubicBezTo>
                      <a:pt x="243" y="85"/>
                      <a:pt x="242" y="85"/>
                      <a:pt x="242" y="84"/>
                    </a:cubicBezTo>
                    <a:cubicBezTo>
                      <a:pt x="227" y="99"/>
                      <a:pt x="206" y="108"/>
                      <a:pt x="183" y="108"/>
                    </a:cubicBezTo>
                    <a:cubicBezTo>
                      <a:pt x="148" y="108"/>
                      <a:pt x="118" y="86"/>
                      <a:pt x="106" y="55"/>
                    </a:cubicBezTo>
                    <a:cubicBezTo>
                      <a:pt x="35" y="6"/>
                      <a:pt x="35" y="6"/>
                      <a:pt x="35" y="6"/>
                    </a:cubicBezTo>
                    <a:cubicBezTo>
                      <a:pt x="26" y="0"/>
                      <a:pt x="13" y="2"/>
                      <a:pt x="6" y="11"/>
                    </a:cubicBezTo>
                    <a:cubicBezTo>
                      <a:pt x="0" y="21"/>
                      <a:pt x="2" y="34"/>
                      <a:pt x="11"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 name="Freeform 265"/>
              <p:cNvSpPr>
                <a:spLocks noEditPoints="1"/>
              </p:cNvSpPr>
              <p:nvPr/>
            </p:nvSpPr>
            <p:spPr bwMode="auto">
              <a:xfrm>
                <a:off x="1035051" y="1524001"/>
                <a:ext cx="171450" cy="173038"/>
              </a:xfrm>
              <a:custGeom>
                <a:avLst/>
                <a:gdLst>
                  <a:gd name="T0" fmla="*/ 66 w 133"/>
                  <a:gd name="T1" fmla="*/ 134 h 134"/>
                  <a:gd name="T2" fmla="*/ 133 w 133"/>
                  <a:gd name="T3" fmla="*/ 67 h 134"/>
                  <a:gd name="T4" fmla="*/ 66 w 133"/>
                  <a:gd name="T5" fmla="*/ 0 h 134"/>
                  <a:gd name="T6" fmla="*/ 0 w 133"/>
                  <a:gd name="T7" fmla="*/ 67 h 134"/>
                  <a:gd name="T8" fmla="*/ 66 w 133"/>
                  <a:gd name="T9" fmla="*/ 134 h 134"/>
                  <a:gd name="T10" fmla="*/ 24 w 133"/>
                  <a:gd name="T11" fmla="*/ 92 h 134"/>
                  <a:gd name="T12" fmla="*/ 68 w 133"/>
                  <a:gd name="T13" fmla="*/ 76 h 134"/>
                  <a:gd name="T14" fmla="*/ 104 w 133"/>
                  <a:gd name="T15" fmla="*/ 106 h 134"/>
                  <a:gd name="T16" fmla="*/ 64 w 133"/>
                  <a:gd name="T17" fmla="*/ 99 h 134"/>
                  <a:gd name="T18" fmla="*/ 24 w 133"/>
                  <a:gd name="T19" fmla="*/ 9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34">
                    <a:moveTo>
                      <a:pt x="66" y="134"/>
                    </a:moveTo>
                    <a:cubicBezTo>
                      <a:pt x="103" y="134"/>
                      <a:pt x="133" y="104"/>
                      <a:pt x="133" y="67"/>
                    </a:cubicBezTo>
                    <a:cubicBezTo>
                      <a:pt x="133" y="30"/>
                      <a:pt x="103" y="0"/>
                      <a:pt x="66" y="0"/>
                    </a:cubicBezTo>
                    <a:cubicBezTo>
                      <a:pt x="30" y="0"/>
                      <a:pt x="0" y="30"/>
                      <a:pt x="0" y="67"/>
                    </a:cubicBezTo>
                    <a:cubicBezTo>
                      <a:pt x="0" y="104"/>
                      <a:pt x="30" y="134"/>
                      <a:pt x="66" y="134"/>
                    </a:cubicBezTo>
                    <a:close/>
                    <a:moveTo>
                      <a:pt x="24" y="92"/>
                    </a:moveTo>
                    <a:cubicBezTo>
                      <a:pt x="26" y="79"/>
                      <a:pt x="46" y="72"/>
                      <a:pt x="68" y="76"/>
                    </a:cubicBezTo>
                    <a:cubicBezTo>
                      <a:pt x="90" y="80"/>
                      <a:pt x="106" y="93"/>
                      <a:pt x="104" y="106"/>
                    </a:cubicBezTo>
                    <a:cubicBezTo>
                      <a:pt x="101" y="119"/>
                      <a:pt x="86" y="103"/>
                      <a:pt x="64" y="99"/>
                    </a:cubicBezTo>
                    <a:cubicBezTo>
                      <a:pt x="42" y="95"/>
                      <a:pt x="22" y="104"/>
                      <a:pt x="24" y="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 name="Freeform 266"/>
              <p:cNvSpPr>
                <a:spLocks/>
              </p:cNvSpPr>
              <p:nvPr/>
            </p:nvSpPr>
            <p:spPr bwMode="auto">
              <a:xfrm>
                <a:off x="938213" y="1382713"/>
                <a:ext cx="257175" cy="180975"/>
              </a:xfrm>
              <a:custGeom>
                <a:avLst/>
                <a:gdLst>
                  <a:gd name="T0" fmla="*/ 4 w 199"/>
                  <a:gd name="T1" fmla="*/ 130 h 141"/>
                  <a:gd name="T2" fmla="*/ 48 w 199"/>
                  <a:gd name="T3" fmla="*/ 141 h 141"/>
                  <a:gd name="T4" fmla="*/ 48 w 199"/>
                  <a:gd name="T5" fmla="*/ 141 h 141"/>
                  <a:gd name="T6" fmla="*/ 54 w 199"/>
                  <a:gd name="T7" fmla="*/ 137 h 141"/>
                  <a:gd name="T8" fmla="*/ 50 w 199"/>
                  <a:gd name="T9" fmla="*/ 131 h 141"/>
                  <a:gd name="T10" fmla="*/ 21 w 199"/>
                  <a:gd name="T11" fmla="*/ 124 h 141"/>
                  <a:gd name="T12" fmla="*/ 53 w 199"/>
                  <a:gd name="T13" fmla="*/ 111 h 141"/>
                  <a:gd name="T14" fmla="*/ 56 w 199"/>
                  <a:gd name="T15" fmla="*/ 107 h 141"/>
                  <a:gd name="T16" fmla="*/ 55 w 199"/>
                  <a:gd name="T17" fmla="*/ 103 h 141"/>
                  <a:gd name="T18" fmla="*/ 34 w 199"/>
                  <a:gd name="T19" fmla="*/ 85 h 141"/>
                  <a:gd name="T20" fmla="*/ 66 w 199"/>
                  <a:gd name="T21" fmla="*/ 85 h 141"/>
                  <a:gd name="T22" fmla="*/ 70 w 199"/>
                  <a:gd name="T23" fmla="*/ 83 h 141"/>
                  <a:gd name="T24" fmla="*/ 70 w 199"/>
                  <a:gd name="T25" fmla="*/ 78 h 141"/>
                  <a:gd name="T26" fmla="*/ 53 w 199"/>
                  <a:gd name="T27" fmla="*/ 40 h 141"/>
                  <a:gd name="T28" fmla="*/ 88 w 199"/>
                  <a:gd name="T29" fmla="*/ 59 h 141"/>
                  <a:gd name="T30" fmla="*/ 93 w 199"/>
                  <a:gd name="T31" fmla="*/ 60 h 141"/>
                  <a:gd name="T32" fmla="*/ 95 w 199"/>
                  <a:gd name="T33" fmla="*/ 56 h 141"/>
                  <a:gd name="T34" fmla="*/ 101 w 199"/>
                  <a:gd name="T35" fmla="*/ 19 h 141"/>
                  <a:gd name="T36" fmla="*/ 122 w 199"/>
                  <a:gd name="T37" fmla="*/ 54 h 141"/>
                  <a:gd name="T38" fmla="*/ 126 w 199"/>
                  <a:gd name="T39" fmla="*/ 56 h 141"/>
                  <a:gd name="T40" fmla="*/ 130 w 199"/>
                  <a:gd name="T41" fmla="*/ 54 h 141"/>
                  <a:gd name="T42" fmla="*/ 150 w 199"/>
                  <a:gd name="T43" fmla="*/ 25 h 141"/>
                  <a:gd name="T44" fmla="*/ 153 w 199"/>
                  <a:gd name="T45" fmla="*/ 70 h 141"/>
                  <a:gd name="T46" fmla="*/ 155 w 199"/>
                  <a:gd name="T47" fmla="*/ 74 h 141"/>
                  <a:gd name="T48" fmla="*/ 159 w 199"/>
                  <a:gd name="T49" fmla="*/ 75 h 141"/>
                  <a:gd name="T50" fmla="*/ 184 w 199"/>
                  <a:gd name="T51" fmla="*/ 67 h 141"/>
                  <a:gd name="T52" fmla="*/ 172 w 199"/>
                  <a:gd name="T53" fmla="*/ 89 h 141"/>
                  <a:gd name="T54" fmla="*/ 174 w 199"/>
                  <a:gd name="T55" fmla="*/ 96 h 141"/>
                  <a:gd name="T56" fmla="*/ 180 w 199"/>
                  <a:gd name="T57" fmla="*/ 94 h 141"/>
                  <a:gd name="T58" fmla="*/ 198 w 199"/>
                  <a:gd name="T59" fmla="*/ 61 h 141"/>
                  <a:gd name="T60" fmla="*/ 197 w 199"/>
                  <a:gd name="T61" fmla="*/ 55 h 141"/>
                  <a:gd name="T62" fmla="*/ 192 w 199"/>
                  <a:gd name="T63" fmla="*/ 54 h 141"/>
                  <a:gd name="T64" fmla="*/ 162 w 199"/>
                  <a:gd name="T65" fmla="*/ 63 h 141"/>
                  <a:gd name="T66" fmla="*/ 159 w 199"/>
                  <a:gd name="T67" fmla="*/ 10 h 141"/>
                  <a:gd name="T68" fmla="*/ 155 w 199"/>
                  <a:gd name="T69" fmla="*/ 6 h 141"/>
                  <a:gd name="T70" fmla="*/ 150 w 199"/>
                  <a:gd name="T71" fmla="*/ 8 h 141"/>
                  <a:gd name="T72" fmla="*/ 127 w 199"/>
                  <a:gd name="T73" fmla="*/ 42 h 141"/>
                  <a:gd name="T74" fmla="*/ 102 w 199"/>
                  <a:gd name="T75" fmla="*/ 3 h 141"/>
                  <a:gd name="T76" fmla="*/ 97 w 199"/>
                  <a:gd name="T77" fmla="*/ 0 h 141"/>
                  <a:gd name="T78" fmla="*/ 93 w 199"/>
                  <a:gd name="T79" fmla="*/ 4 h 141"/>
                  <a:gd name="T80" fmla="*/ 87 w 199"/>
                  <a:gd name="T81" fmla="*/ 48 h 141"/>
                  <a:gd name="T82" fmla="*/ 44 w 199"/>
                  <a:gd name="T83" fmla="*/ 24 h 141"/>
                  <a:gd name="T84" fmla="*/ 39 w 199"/>
                  <a:gd name="T85" fmla="*/ 25 h 141"/>
                  <a:gd name="T86" fmla="*/ 37 w 199"/>
                  <a:gd name="T87" fmla="*/ 30 h 141"/>
                  <a:gd name="T88" fmla="*/ 58 w 199"/>
                  <a:gd name="T89" fmla="*/ 75 h 141"/>
                  <a:gd name="T90" fmla="*/ 21 w 199"/>
                  <a:gd name="T91" fmla="*/ 76 h 141"/>
                  <a:gd name="T92" fmla="*/ 17 w 199"/>
                  <a:gd name="T93" fmla="*/ 79 h 141"/>
                  <a:gd name="T94" fmla="*/ 18 w 199"/>
                  <a:gd name="T95" fmla="*/ 84 h 141"/>
                  <a:gd name="T96" fmla="*/ 42 w 199"/>
                  <a:gd name="T97" fmla="*/ 105 h 141"/>
                  <a:gd name="T98" fmla="*/ 3 w 199"/>
                  <a:gd name="T99" fmla="*/ 121 h 141"/>
                  <a:gd name="T100" fmla="*/ 0 w 199"/>
                  <a:gd name="T101" fmla="*/ 126 h 141"/>
                  <a:gd name="T102" fmla="*/ 4 w 199"/>
                  <a:gd name="T103" fmla="*/ 13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9" h="141">
                    <a:moveTo>
                      <a:pt x="4" y="130"/>
                    </a:moveTo>
                    <a:cubicBezTo>
                      <a:pt x="48" y="141"/>
                      <a:pt x="48" y="141"/>
                      <a:pt x="48" y="141"/>
                    </a:cubicBezTo>
                    <a:cubicBezTo>
                      <a:pt x="48" y="141"/>
                      <a:pt x="48" y="141"/>
                      <a:pt x="48" y="141"/>
                    </a:cubicBezTo>
                    <a:cubicBezTo>
                      <a:pt x="50" y="141"/>
                      <a:pt x="53" y="140"/>
                      <a:pt x="54" y="137"/>
                    </a:cubicBezTo>
                    <a:cubicBezTo>
                      <a:pt x="54" y="135"/>
                      <a:pt x="53" y="132"/>
                      <a:pt x="50" y="131"/>
                    </a:cubicBezTo>
                    <a:cubicBezTo>
                      <a:pt x="21" y="124"/>
                      <a:pt x="21" y="124"/>
                      <a:pt x="21" y="124"/>
                    </a:cubicBezTo>
                    <a:cubicBezTo>
                      <a:pt x="53" y="111"/>
                      <a:pt x="53" y="111"/>
                      <a:pt x="53" y="111"/>
                    </a:cubicBezTo>
                    <a:cubicBezTo>
                      <a:pt x="55" y="110"/>
                      <a:pt x="56" y="109"/>
                      <a:pt x="56" y="107"/>
                    </a:cubicBezTo>
                    <a:cubicBezTo>
                      <a:pt x="57" y="106"/>
                      <a:pt x="56" y="104"/>
                      <a:pt x="55" y="103"/>
                    </a:cubicBezTo>
                    <a:cubicBezTo>
                      <a:pt x="34" y="85"/>
                      <a:pt x="34" y="85"/>
                      <a:pt x="34" y="85"/>
                    </a:cubicBezTo>
                    <a:cubicBezTo>
                      <a:pt x="66" y="85"/>
                      <a:pt x="66" y="85"/>
                      <a:pt x="66" y="85"/>
                    </a:cubicBezTo>
                    <a:cubicBezTo>
                      <a:pt x="68" y="85"/>
                      <a:pt x="69" y="84"/>
                      <a:pt x="70" y="83"/>
                    </a:cubicBezTo>
                    <a:cubicBezTo>
                      <a:pt x="71" y="81"/>
                      <a:pt x="71" y="80"/>
                      <a:pt x="70" y="78"/>
                    </a:cubicBezTo>
                    <a:cubicBezTo>
                      <a:pt x="53" y="40"/>
                      <a:pt x="53" y="40"/>
                      <a:pt x="53" y="40"/>
                    </a:cubicBezTo>
                    <a:cubicBezTo>
                      <a:pt x="88" y="59"/>
                      <a:pt x="88" y="59"/>
                      <a:pt x="88" y="59"/>
                    </a:cubicBezTo>
                    <a:cubicBezTo>
                      <a:pt x="90" y="60"/>
                      <a:pt x="91" y="60"/>
                      <a:pt x="93" y="60"/>
                    </a:cubicBezTo>
                    <a:cubicBezTo>
                      <a:pt x="94" y="59"/>
                      <a:pt x="95" y="57"/>
                      <a:pt x="95" y="56"/>
                    </a:cubicBezTo>
                    <a:cubicBezTo>
                      <a:pt x="101" y="19"/>
                      <a:pt x="101" y="19"/>
                      <a:pt x="101" y="19"/>
                    </a:cubicBezTo>
                    <a:cubicBezTo>
                      <a:pt x="122" y="54"/>
                      <a:pt x="122" y="54"/>
                      <a:pt x="122" y="54"/>
                    </a:cubicBezTo>
                    <a:cubicBezTo>
                      <a:pt x="123" y="55"/>
                      <a:pt x="125" y="56"/>
                      <a:pt x="126" y="56"/>
                    </a:cubicBezTo>
                    <a:cubicBezTo>
                      <a:pt x="128" y="56"/>
                      <a:pt x="129" y="55"/>
                      <a:pt x="130" y="54"/>
                    </a:cubicBezTo>
                    <a:cubicBezTo>
                      <a:pt x="150" y="25"/>
                      <a:pt x="150" y="25"/>
                      <a:pt x="150" y="25"/>
                    </a:cubicBezTo>
                    <a:cubicBezTo>
                      <a:pt x="153" y="70"/>
                      <a:pt x="153" y="70"/>
                      <a:pt x="153" y="70"/>
                    </a:cubicBezTo>
                    <a:cubicBezTo>
                      <a:pt x="153" y="72"/>
                      <a:pt x="154" y="73"/>
                      <a:pt x="155" y="74"/>
                    </a:cubicBezTo>
                    <a:cubicBezTo>
                      <a:pt x="156" y="75"/>
                      <a:pt x="158" y="75"/>
                      <a:pt x="159" y="75"/>
                    </a:cubicBezTo>
                    <a:cubicBezTo>
                      <a:pt x="184" y="67"/>
                      <a:pt x="184" y="67"/>
                      <a:pt x="184" y="67"/>
                    </a:cubicBezTo>
                    <a:cubicBezTo>
                      <a:pt x="172" y="89"/>
                      <a:pt x="172" y="89"/>
                      <a:pt x="172" y="89"/>
                    </a:cubicBezTo>
                    <a:cubicBezTo>
                      <a:pt x="171" y="92"/>
                      <a:pt x="171" y="95"/>
                      <a:pt x="174" y="96"/>
                    </a:cubicBezTo>
                    <a:cubicBezTo>
                      <a:pt x="176" y="97"/>
                      <a:pt x="179" y="96"/>
                      <a:pt x="180" y="94"/>
                    </a:cubicBezTo>
                    <a:cubicBezTo>
                      <a:pt x="198" y="61"/>
                      <a:pt x="198" y="61"/>
                      <a:pt x="198" y="61"/>
                    </a:cubicBezTo>
                    <a:cubicBezTo>
                      <a:pt x="199" y="59"/>
                      <a:pt x="199" y="57"/>
                      <a:pt x="197" y="55"/>
                    </a:cubicBezTo>
                    <a:cubicBezTo>
                      <a:pt x="196" y="54"/>
                      <a:pt x="194" y="53"/>
                      <a:pt x="192" y="54"/>
                    </a:cubicBezTo>
                    <a:cubicBezTo>
                      <a:pt x="162" y="63"/>
                      <a:pt x="162" y="63"/>
                      <a:pt x="162" y="63"/>
                    </a:cubicBezTo>
                    <a:cubicBezTo>
                      <a:pt x="159" y="10"/>
                      <a:pt x="159" y="10"/>
                      <a:pt x="159" y="10"/>
                    </a:cubicBezTo>
                    <a:cubicBezTo>
                      <a:pt x="159" y="8"/>
                      <a:pt x="157" y="7"/>
                      <a:pt x="155" y="6"/>
                    </a:cubicBezTo>
                    <a:cubicBezTo>
                      <a:pt x="153" y="5"/>
                      <a:pt x="151" y="6"/>
                      <a:pt x="150" y="8"/>
                    </a:cubicBezTo>
                    <a:cubicBezTo>
                      <a:pt x="127" y="42"/>
                      <a:pt x="127" y="42"/>
                      <a:pt x="127" y="42"/>
                    </a:cubicBezTo>
                    <a:cubicBezTo>
                      <a:pt x="102" y="3"/>
                      <a:pt x="102" y="3"/>
                      <a:pt x="102" y="3"/>
                    </a:cubicBezTo>
                    <a:cubicBezTo>
                      <a:pt x="101" y="1"/>
                      <a:pt x="99" y="0"/>
                      <a:pt x="97" y="0"/>
                    </a:cubicBezTo>
                    <a:cubicBezTo>
                      <a:pt x="95" y="1"/>
                      <a:pt x="94" y="2"/>
                      <a:pt x="93" y="4"/>
                    </a:cubicBezTo>
                    <a:cubicBezTo>
                      <a:pt x="87" y="48"/>
                      <a:pt x="87" y="48"/>
                      <a:pt x="87" y="48"/>
                    </a:cubicBezTo>
                    <a:cubicBezTo>
                      <a:pt x="44" y="24"/>
                      <a:pt x="44" y="24"/>
                      <a:pt x="44" y="24"/>
                    </a:cubicBezTo>
                    <a:cubicBezTo>
                      <a:pt x="42" y="23"/>
                      <a:pt x="40" y="23"/>
                      <a:pt x="39" y="25"/>
                    </a:cubicBezTo>
                    <a:cubicBezTo>
                      <a:pt x="37" y="26"/>
                      <a:pt x="37" y="28"/>
                      <a:pt x="37" y="30"/>
                    </a:cubicBezTo>
                    <a:cubicBezTo>
                      <a:pt x="58" y="75"/>
                      <a:pt x="58" y="75"/>
                      <a:pt x="58" y="75"/>
                    </a:cubicBezTo>
                    <a:cubicBezTo>
                      <a:pt x="21" y="76"/>
                      <a:pt x="21" y="76"/>
                      <a:pt x="21" y="76"/>
                    </a:cubicBezTo>
                    <a:cubicBezTo>
                      <a:pt x="19" y="76"/>
                      <a:pt x="17" y="77"/>
                      <a:pt x="17" y="79"/>
                    </a:cubicBezTo>
                    <a:cubicBezTo>
                      <a:pt x="16" y="81"/>
                      <a:pt x="17" y="83"/>
                      <a:pt x="18" y="84"/>
                    </a:cubicBezTo>
                    <a:cubicBezTo>
                      <a:pt x="42" y="105"/>
                      <a:pt x="42" y="105"/>
                      <a:pt x="42" y="105"/>
                    </a:cubicBezTo>
                    <a:cubicBezTo>
                      <a:pt x="3" y="121"/>
                      <a:pt x="3" y="121"/>
                      <a:pt x="3" y="121"/>
                    </a:cubicBezTo>
                    <a:cubicBezTo>
                      <a:pt x="1" y="122"/>
                      <a:pt x="0" y="124"/>
                      <a:pt x="0" y="126"/>
                    </a:cubicBezTo>
                    <a:cubicBezTo>
                      <a:pt x="0" y="128"/>
                      <a:pt x="2" y="130"/>
                      <a:pt x="4" y="1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 name="Freeform 267"/>
              <p:cNvSpPr>
                <a:spLocks/>
              </p:cNvSpPr>
              <p:nvPr/>
            </p:nvSpPr>
            <p:spPr bwMode="auto">
              <a:xfrm>
                <a:off x="1189038" y="1300163"/>
                <a:ext cx="68263" cy="53975"/>
              </a:xfrm>
              <a:custGeom>
                <a:avLst/>
                <a:gdLst>
                  <a:gd name="T0" fmla="*/ 38 w 53"/>
                  <a:gd name="T1" fmla="*/ 35 h 42"/>
                  <a:gd name="T2" fmla="*/ 52 w 53"/>
                  <a:gd name="T3" fmla="*/ 0 h 42"/>
                  <a:gd name="T4" fmla="*/ 47 w 53"/>
                  <a:gd name="T5" fmla="*/ 0 h 42"/>
                  <a:gd name="T6" fmla="*/ 35 w 53"/>
                  <a:gd name="T7" fmla="*/ 31 h 42"/>
                  <a:gd name="T8" fmla="*/ 2 w 53"/>
                  <a:gd name="T9" fmla="*/ 31 h 42"/>
                  <a:gd name="T10" fmla="*/ 0 w 53"/>
                  <a:gd name="T11" fmla="*/ 36 h 42"/>
                  <a:gd name="T12" fmla="*/ 38 w 53"/>
                  <a:gd name="T13" fmla="*/ 35 h 42"/>
                </a:gdLst>
                <a:ahLst/>
                <a:cxnLst>
                  <a:cxn ang="0">
                    <a:pos x="T0" y="T1"/>
                  </a:cxn>
                  <a:cxn ang="0">
                    <a:pos x="T2" y="T3"/>
                  </a:cxn>
                  <a:cxn ang="0">
                    <a:pos x="T4" y="T5"/>
                  </a:cxn>
                  <a:cxn ang="0">
                    <a:pos x="T6" y="T7"/>
                  </a:cxn>
                  <a:cxn ang="0">
                    <a:pos x="T8" y="T9"/>
                  </a:cxn>
                  <a:cxn ang="0">
                    <a:pos x="T10" y="T11"/>
                  </a:cxn>
                  <a:cxn ang="0">
                    <a:pos x="T12" y="T13"/>
                  </a:cxn>
                </a:cxnLst>
                <a:rect l="0" t="0" r="r" b="b"/>
                <a:pathLst>
                  <a:path w="53" h="42">
                    <a:moveTo>
                      <a:pt x="38" y="35"/>
                    </a:moveTo>
                    <a:cubicBezTo>
                      <a:pt x="53" y="24"/>
                      <a:pt x="52" y="1"/>
                      <a:pt x="52" y="0"/>
                    </a:cubicBezTo>
                    <a:cubicBezTo>
                      <a:pt x="47" y="0"/>
                      <a:pt x="47" y="0"/>
                      <a:pt x="47" y="0"/>
                    </a:cubicBezTo>
                    <a:cubicBezTo>
                      <a:pt x="47" y="0"/>
                      <a:pt x="47" y="22"/>
                      <a:pt x="35" y="31"/>
                    </a:cubicBezTo>
                    <a:cubicBezTo>
                      <a:pt x="27" y="36"/>
                      <a:pt x="16" y="36"/>
                      <a:pt x="2" y="31"/>
                    </a:cubicBezTo>
                    <a:cubicBezTo>
                      <a:pt x="0" y="36"/>
                      <a:pt x="0" y="36"/>
                      <a:pt x="0" y="36"/>
                    </a:cubicBezTo>
                    <a:cubicBezTo>
                      <a:pt x="16" y="42"/>
                      <a:pt x="29" y="42"/>
                      <a:pt x="38"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 name="Freeform 268"/>
              <p:cNvSpPr>
                <a:spLocks/>
              </p:cNvSpPr>
              <p:nvPr/>
            </p:nvSpPr>
            <p:spPr bwMode="auto">
              <a:xfrm>
                <a:off x="1254126" y="1304926"/>
                <a:ext cx="53975" cy="74613"/>
              </a:xfrm>
              <a:custGeom>
                <a:avLst/>
                <a:gdLst>
                  <a:gd name="T0" fmla="*/ 17 w 42"/>
                  <a:gd name="T1" fmla="*/ 50 h 58"/>
                  <a:gd name="T2" fmla="*/ 41 w 42"/>
                  <a:gd name="T3" fmla="*/ 58 h 58"/>
                  <a:gd name="T4" fmla="*/ 42 w 42"/>
                  <a:gd name="T5" fmla="*/ 52 h 58"/>
                  <a:gd name="T6" fmla="*/ 13 w 42"/>
                  <a:gd name="T7" fmla="*/ 36 h 58"/>
                  <a:gd name="T8" fmla="*/ 18 w 42"/>
                  <a:gd name="T9" fmla="*/ 3 h 58"/>
                  <a:gd name="T10" fmla="*/ 13 w 42"/>
                  <a:gd name="T11" fmla="*/ 0 h 58"/>
                  <a:gd name="T12" fmla="*/ 8 w 42"/>
                  <a:gd name="T13" fmla="*/ 39 h 58"/>
                  <a:gd name="T14" fmla="*/ 17 w 42"/>
                  <a:gd name="T15" fmla="*/ 50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58">
                    <a:moveTo>
                      <a:pt x="17" y="50"/>
                    </a:moveTo>
                    <a:cubicBezTo>
                      <a:pt x="23" y="54"/>
                      <a:pt x="31" y="57"/>
                      <a:pt x="41" y="58"/>
                    </a:cubicBezTo>
                    <a:cubicBezTo>
                      <a:pt x="42" y="52"/>
                      <a:pt x="42" y="52"/>
                      <a:pt x="42" y="52"/>
                    </a:cubicBezTo>
                    <a:cubicBezTo>
                      <a:pt x="27" y="50"/>
                      <a:pt x="17" y="45"/>
                      <a:pt x="13" y="36"/>
                    </a:cubicBezTo>
                    <a:cubicBezTo>
                      <a:pt x="6" y="22"/>
                      <a:pt x="18" y="3"/>
                      <a:pt x="18" y="3"/>
                    </a:cubicBezTo>
                    <a:cubicBezTo>
                      <a:pt x="13" y="0"/>
                      <a:pt x="13" y="0"/>
                      <a:pt x="13" y="0"/>
                    </a:cubicBezTo>
                    <a:cubicBezTo>
                      <a:pt x="12" y="1"/>
                      <a:pt x="0" y="22"/>
                      <a:pt x="8" y="39"/>
                    </a:cubicBezTo>
                    <a:cubicBezTo>
                      <a:pt x="10" y="43"/>
                      <a:pt x="13" y="47"/>
                      <a:pt x="17"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 name="Freeform 269"/>
              <p:cNvSpPr>
                <a:spLocks/>
              </p:cNvSpPr>
              <p:nvPr/>
            </p:nvSpPr>
            <p:spPr bwMode="auto">
              <a:xfrm>
                <a:off x="1231901" y="1384301"/>
                <a:ext cx="68263" cy="55563"/>
              </a:xfrm>
              <a:custGeom>
                <a:avLst/>
                <a:gdLst>
                  <a:gd name="T0" fmla="*/ 19 w 53"/>
                  <a:gd name="T1" fmla="*/ 11 h 44"/>
                  <a:gd name="T2" fmla="*/ 51 w 53"/>
                  <a:gd name="T3" fmla="*/ 13 h 44"/>
                  <a:gd name="T4" fmla="*/ 53 w 53"/>
                  <a:gd name="T5" fmla="*/ 8 h 44"/>
                  <a:gd name="T6" fmla="*/ 16 w 53"/>
                  <a:gd name="T7" fmla="*/ 6 h 44"/>
                  <a:gd name="T8" fmla="*/ 0 w 53"/>
                  <a:gd name="T9" fmla="*/ 44 h 44"/>
                  <a:gd name="T10" fmla="*/ 6 w 53"/>
                  <a:gd name="T11" fmla="*/ 43 h 44"/>
                  <a:gd name="T12" fmla="*/ 19 w 53"/>
                  <a:gd name="T13" fmla="*/ 11 h 44"/>
                </a:gdLst>
                <a:ahLst/>
                <a:cxnLst>
                  <a:cxn ang="0">
                    <a:pos x="T0" y="T1"/>
                  </a:cxn>
                  <a:cxn ang="0">
                    <a:pos x="T2" y="T3"/>
                  </a:cxn>
                  <a:cxn ang="0">
                    <a:pos x="T4" y="T5"/>
                  </a:cxn>
                  <a:cxn ang="0">
                    <a:pos x="T6" y="T7"/>
                  </a:cxn>
                  <a:cxn ang="0">
                    <a:pos x="T8" y="T9"/>
                  </a:cxn>
                  <a:cxn ang="0">
                    <a:pos x="T10" y="T11"/>
                  </a:cxn>
                  <a:cxn ang="0">
                    <a:pos x="T12" y="T13"/>
                  </a:cxn>
                </a:cxnLst>
                <a:rect l="0" t="0" r="r" b="b"/>
                <a:pathLst>
                  <a:path w="53" h="44">
                    <a:moveTo>
                      <a:pt x="19" y="11"/>
                    </a:moveTo>
                    <a:cubicBezTo>
                      <a:pt x="26" y="6"/>
                      <a:pt x="37" y="7"/>
                      <a:pt x="51" y="13"/>
                    </a:cubicBezTo>
                    <a:cubicBezTo>
                      <a:pt x="53" y="8"/>
                      <a:pt x="53" y="8"/>
                      <a:pt x="53" y="8"/>
                    </a:cubicBezTo>
                    <a:cubicBezTo>
                      <a:pt x="37" y="1"/>
                      <a:pt x="25" y="0"/>
                      <a:pt x="16" y="6"/>
                    </a:cubicBezTo>
                    <a:cubicBezTo>
                      <a:pt x="0" y="16"/>
                      <a:pt x="0" y="42"/>
                      <a:pt x="0" y="44"/>
                    </a:cubicBezTo>
                    <a:cubicBezTo>
                      <a:pt x="6" y="43"/>
                      <a:pt x="6" y="43"/>
                      <a:pt x="6" y="43"/>
                    </a:cubicBezTo>
                    <a:cubicBezTo>
                      <a:pt x="6" y="43"/>
                      <a:pt x="6" y="19"/>
                      <a:pt x="19"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 name="Freeform 270"/>
              <p:cNvSpPr>
                <a:spLocks/>
              </p:cNvSpPr>
              <p:nvPr/>
            </p:nvSpPr>
            <p:spPr bwMode="auto">
              <a:xfrm>
                <a:off x="1181101" y="1360488"/>
                <a:ext cx="57150" cy="73025"/>
              </a:xfrm>
              <a:custGeom>
                <a:avLst/>
                <a:gdLst>
                  <a:gd name="T0" fmla="*/ 30 w 44"/>
                  <a:gd name="T1" fmla="*/ 20 h 57"/>
                  <a:gd name="T2" fmla="*/ 24 w 44"/>
                  <a:gd name="T3" fmla="*/ 54 h 57"/>
                  <a:gd name="T4" fmla="*/ 29 w 44"/>
                  <a:gd name="T5" fmla="*/ 57 h 57"/>
                  <a:gd name="T6" fmla="*/ 35 w 44"/>
                  <a:gd name="T7" fmla="*/ 17 h 57"/>
                  <a:gd name="T8" fmla="*/ 1 w 44"/>
                  <a:gd name="T9" fmla="*/ 0 h 57"/>
                  <a:gd name="T10" fmla="*/ 0 w 44"/>
                  <a:gd name="T11" fmla="*/ 6 h 57"/>
                  <a:gd name="T12" fmla="*/ 30 w 44"/>
                  <a:gd name="T13" fmla="*/ 20 h 57"/>
                </a:gdLst>
                <a:ahLst/>
                <a:cxnLst>
                  <a:cxn ang="0">
                    <a:pos x="T0" y="T1"/>
                  </a:cxn>
                  <a:cxn ang="0">
                    <a:pos x="T2" y="T3"/>
                  </a:cxn>
                  <a:cxn ang="0">
                    <a:pos x="T4" y="T5"/>
                  </a:cxn>
                  <a:cxn ang="0">
                    <a:pos x="T6" y="T7"/>
                  </a:cxn>
                  <a:cxn ang="0">
                    <a:pos x="T8" y="T9"/>
                  </a:cxn>
                  <a:cxn ang="0">
                    <a:pos x="T10" y="T11"/>
                  </a:cxn>
                  <a:cxn ang="0">
                    <a:pos x="T12" y="T13"/>
                  </a:cxn>
                </a:cxnLst>
                <a:rect l="0" t="0" r="r" b="b"/>
                <a:pathLst>
                  <a:path w="44" h="57">
                    <a:moveTo>
                      <a:pt x="30" y="20"/>
                    </a:moveTo>
                    <a:cubicBezTo>
                      <a:pt x="37" y="34"/>
                      <a:pt x="24" y="54"/>
                      <a:pt x="24" y="54"/>
                    </a:cubicBezTo>
                    <a:cubicBezTo>
                      <a:pt x="29" y="57"/>
                      <a:pt x="29" y="57"/>
                      <a:pt x="29" y="57"/>
                    </a:cubicBezTo>
                    <a:cubicBezTo>
                      <a:pt x="30" y="56"/>
                      <a:pt x="44" y="34"/>
                      <a:pt x="35" y="17"/>
                    </a:cubicBezTo>
                    <a:cubicBezTo>
                      <a:pt x="30" y="7"/>
                      <a:pt x="19" y="2"/>
                      <a:pt x="1" y="0"/>
                    </a:cubicBezTo>
                    <a:cubicBezTo>
                      <a:pt x="0" y="6"/>
                      <a:pt x="0" y="6"/>
                      <a:pt x="0" y="6"/>
                    </a:cubicBezTo>
                    <a:cubicBezTo>
                      <a:pt x="16" y="7"/>
                      <a:pt x="26" y="12"/>
                      <a:pt x="30"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 name="Freeform 271"/>
              <p:cNvSpPr>
                <a:spLocks/>
              </p:cNvSpPr>
              <p:nvPr/>
            </p:nvSpPr>
            <p:spPr bwMode="auto">
              <a:xfrm>
                <a:off x="838201" y="1725613"/>
                <a:ext cx="49213" cy="77788"/>
              </a:xfrm>
              <a:custGeom>
                <a:avLst/>
                <a:gdLst>
                  <a:gd name="T0" fmla="*/ 0 w 38"/>
                  <a:gd name="T1" fmla="*/ 54 h 60"/>
                  <a:gd name="T2" fmla="*/ 2 w 38"/>
                  <a:gd name="T3" fmla="*/ 60 h 60"/>
                  <a:gd name="T4" fmla="*/ 32 w 38"/>
                  <a:gd name="T5" fmla="*/ 37 h 60"/>
                  <a:gd name="T6" fmla="*/ 23 w 38"/>
                  <a:gd name="T7" fmla="*/ 0 h 60"/>
                  <a:gd name="T8" fmla="*/ 19 w 38"/>
                  <a:gd name="T9" fmla="*/ 4 h 60"/>
                  <a:gd name="T10" fmla="*/ 26 w 38"/>
                  <a:gd name="T11" fmla="*/ 35 h 60"/>
                  <a:gd name="T12" fmla="*/ 0 w 38"/>
                  <a:gd name="T13" fmla="*/ 54 h 60"/>
                </a:gdLst>
                <a:ahLst/>
                <a:cxnLst>
                  <a:cxn ang="0">
                    <a:pos x="T0" y="T1"/>
                  </a:cxn>
                  <a:cxn ang="0">
                    <a:pos x="T2" y="T3"/>
                  </a:cxn>
                  <a:cxn ang="0">
                    <a:pos x="T4" y="T5"/>
                  </a:cxn>
                  <a:cxn ang="0">
                    <a:pos x="T6" y="T7"/>
                  </a:cxn>
                  <a:cxn ang="0">
                    <a:pos x="T8" y="T9"/>
                  </a:cxn>
                  <a:cxn ang="0">
                    <a:pos x="T10" y="T11"/>
                  </a:cxn>
                  <a:cxn ang="0">
                    <a:pos x="T12" y="T13"/>
                  </a:cxn>
                </a:cxnLst>
                <a:rect l="0" t="0" r="r" b="b"/>
                <a:pathLst>
                  <a:path w="38" h="60">
                    <a:moveTo>
                      <a:pt x="0" y="54"/>
                    </a:moveTo>
                    <a:cubicBezTo>
                      <a:pt x="2" y="60"/>
                      <a:pt x="2" y="60"/>
                      <a:pt x="2" y="60"/>
                    </a:cubicBezTo>
                    <a:cubicBezTo>
                      <a:pt x="18" y="56"/>
                      <a:pt x="28" y="48"/>
                      <a:pt x="32" y="37"/>
                    </a:cubicBezTo>
                    <a:cubicBezTo>
                      <a:pt x="38" y="20"/>
                      <a:pt x="24" y="1"/>
                      <a:pt x="23" y="0"/>
                    </a:cubicBezTo>
                    <a:cubicBezTo>
                      <a:pt x="19" y="4"/>
                      <a:pt x="19" y="4"/>
                      <a:pt x="19" y="4"/>
                    </a:cubicBezTo>
                    <a:cubicBezTo>
                      <a:pt x="19" y="4"/>
                      <a:pt x="31" y="21"/>
                      <a:pt x="26" y="35"/>
                    </a:cubicBezTo>
                    <a:cubicBezTo>
                      <a:pt x="23" y="44"/>
                      <a:pt x="15" y="51"/>
                      <a:pt x="0"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 name="Freeform 272"/>
              <p:cNvSpPr>
                <a:spLocks/>
              </p:cNvSpPr>
              <p:nvPr/>
            </p:nvSpPr>
            <p:spPr bwMode="auto">
              <a:xfrm>
                <a:off x="884238" y="1722438"/>
                <a:ext cx="71438" cy="47625"/>
              </a:xfrm>
              <a:custGeom>
                <a:avLst/>
                <a:gdLst>
                  <a:gd name="T0" fmla="*/ 18 w 56"/>
                  <a:gd name="T1" fmla="*/ 34 h 38"/>
                  <a:gd name="T2" fmla="*/ 32 w 56"/>
                  <a:gd name="T3" fmla="*/ 38 h 38"/>
                  <a:gd name="T4" fmla="*/ 56 w 56"/>
                  <a:gd name="T5" fmla="*/ 31 h 38"/>
                  <a:gd name="T6" fmla="*/ 54 w 56"/>
                  <a:gd name="T7" fmla="*/ 26 h 38"/>
                  <a:gd name="T8" fmla="*/ 21 w 56"/>
                  <a:gd name="T9" fmla="*/ 29 h 38"/>
                  <a:gd name="T10" fmla="*/ 6 w 56"/>
                  <a:gd name="T11" fmla="*/ 0 h 38"/>
                  <a:gd name="T12" fmla="*/ 0 w 56"/>
                  <a:gd name="T13" fmla="*/ 0 h 38"/>
                  <a:gd name="T14" fmla="*/ 18 w 56"/>
                  <a:gd name="T15" fmla="*/ 34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38">
                    <a:moveTo>
                      <a:pt x="18" y="34"/>
                    </a:moveTo>
                    <a:cubicBezTo>
                      <a:pt x="23" y="37"/>
                      <a:pt x="27" y="38"/>
                      <a:pt x="32" y="38"/>
                    </a:cubicBezTo>
                    <a:cubicBezTo>
                      <a:pt x="39" y="38"/>
                      <a:pt x="47" y="36"/>
                      <a:pt x="56" y="31"/>
                    </a:cubicBezTo>
                    <a:cubicBezTo>
                      <a:pt x="54" y="26"/>
                      <a:pt x="54" y="26"/>
                      <a:pt x="54" y="26"/>
                    </a:cubicBezTo>
                    <a:cubicBezTo>
                      <a:pt x="40" y="33"/>
                      <a:pt x="29" y="34"/>
                      <a:pt x="21" y="29"/>
                    </a:cubicBezTo>
                    <a:cubicBezTo>
                      <a:pt x="7" y="22"/>
                      <a:pt x="6" y="0"/>
                      <a:pt x="6" y="0"/>
                    </a:cubicBezTo>
                    <a:cubicBezTo>
                      <a:pt x="0" y="0"/>
                      <a:pt x="0" y="0"/>
                      <a:pt x="0" y="0"/>
                    </a:cubicBezTo>
                    <a:cubicBezTo>
                      <a:pt x="0" y="1"/>
                      <a:pt x="2" y="25"/>
                      <a:pt x="18"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 name="Freeform 273"/>
              <p:cNvSpPr>
                <a:spLocks/>
              </p:cNvSpPr>
              <p:nvPr/>
            </p:nvSpPr>
            <p:spPr bwMode="auto">
              <a:xfrm>
                <a:off x="909638" y="1778001"/>
                <a:ext cx="52388" cy="76200"/>
              </a:xfrm>
              <a:custGeom>
                <a:avLst/>
                <a:gdLst>
                  <a:gd name="T0" fmla="*/ 7 w 40"/>
                  <a:gd name="T1" fmla="*/ 20 h 59"/>
                  <a:gd name="T2" fmla="*/ 16 w 40"/>
                  <a:gd name="T3" fmla="*/ 59 h 59"/>
                  <a:gd name="T4" fmla="*/ 21 w 40"/>
                  <a:gd name="T5" fmla="*/ 56 h 59"/>
                  <a:gd name="T6" fmla="*/ 12 w 40"/>
                  <a:gd name="T7" fmla="*/ 22 h 59"/>
                  <a:gd name="T8" fmla="*/ 40 w 40"/>
                  <a:gd name="T9" fmla="*/ 6 h 59"/>
                  <a:gd name="T10" fmla="*/ 39 w 40"/>
                  <a:gd name="T11" fmla="*/ 0 h 59"/>
                  <a:gd name="T12" fmla="*/ 7 w 40"/>
                  <a:gd name="T13" fmla="*/ 20 h 59"/>
                </a:gdLst>
                <a:ahLst/>
                <a:cxnLst>
                  <a:cxn ang="0">
                    <a:pos x="T0" y="T1"/>
                  </a:cxn>
                  <a:cxn ang="0">
                    <a:pos x="T2" y="T3"/>
                  </a:cxn>
                  <a:cxn ang="0">
                    <a:pos x="T4" y="T5"/>
                  </a:cxn>
                  <a:cxn ang="0">
                    <a:pos x="T6" y="T7"/>
                  </a:cxn>
                  <a:cxn ang="0">
                    <a:pos x="T8" y="T9"/>
                  </a:cxn>
                  <a:cxn ang="0">
                    <a:pos x="T10" y="T11"/>
                  </a:cxn>
                  <a:cxn ang="0">
                    <a:pos x="T12" y="T13"/>
                  </a:cxn>
                </a:cxnLst>
                <a:rect l="0" t="0" r="r" b="b"/>
                <a:pathLst>
                  <a:path w="40" h="59">
                    <a:moveTo>
                      <a:pt x="7" y="20"/>
                    </a:moveTo>
                    <a:cubicBezTo>
                      <a:pt x="0" y="38"/>
                      <a:pt x="15" y="58"/>
                      <a:pt x="16" y="59"/>
                    </a:cubicBezTo>
                    <a:cubicBezTo>
                      <a:pt x="21" y="56"/>
                      <a:pt x="21" y="56"/>
                      <a:pt x="21" y="56"/>
                    </a:cubicBezTo>
                    <a:cubicBezTo>
                      <a:pt x="20" y="56"/>
                      <a:pt x="6" y="37"/>
                      <a:pt x="12" y="22"/>
                    </a:cubicBezTo>
                    <a:cubicBezTo>
                      <a:pt x="15" y="14"/>
                      <a:pt x="25" y="8"/>
                      <a:pt x="40" y="6"/>
                    </a:cubicBezTo>
                    <a:cubicBezTo>
                      <a:pt x="39" y="0"/>
                      <a:pt x="39" y="0"/>
                      <a:pt x="39" y="0"/>
                    </a:cubicBezTo>
                    <a:cubicBezTo>
                      <a:pt x="22" y="3"/>
                      <a:pt x="11" y="10"/>
                      <a:pt x="7"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 name="Freeform 274"/>
              <p:cNvSpPr>
                <a:spLocks/>
              </p:cNvSpPr>
              <p:nvPr/>
            </p:nvSpPr>
            <p:spPr bwMode="auto">
              <a:xfrm>
                <a:off x="842963" y="1804988"/>
                <a:ext cx="71438" cy="53975"/>
              </a:xfrm>
              <a:custGeom>
                <a:avLst/>
                <a:gdLst>
                  <a:gd name="T0" fmla="*/ 38 w 56"/>
                  <a:gd name="T1" fmla="*/ 5 h 42"/>
                  <a:gd name="T2" fmla="*/ 0 w 56"/>
                  <a:gd name="T3" fmla="*/ 11 h 42"/>
                  <a:gd name="T4" fmla="*/ 3 w 56"/>
                  <a:gd name="T5" fmla="*/ 16 h 42"/>
                  <a:gd name="T6" fmla="*/ 36 w 56"/>
                  <a:gd name="T7" fmla="*/ 10 h 42"/>
                  <a:gd name="T8" fmla="*/ 51 w 56"/>
                  <a:gd name="T9" fmla="*/ 42 h 42"/>
                  <a:gd name="T10" fmla="*/ 56 w 56"/>
                  <a:gd name="T11" fmla="*/ 41 h 42"/>
                  <a:gd name="T12" fmla="*/ 38 w 56"/>
                  <a:gd name="T13" fmla="*/ 5 h 42"/>
                </a:gdLst>
                <a:ahLst/>
                <a:cxnLst>
                  <a:cxn ang="0">
                    <a:pos x="T0" y="T1"/>
                  </a:cxn>
                  <a:cxn ang="0">
                    <a:pos x="T2" y="T3"/>
                  </a:cxn>
                  <a:cxn ang="0">
                    <a:pos x="T4" y="T5"/>
                  </a:cxn>
                  <a:cxn ang="0">
                    <a:pos x="T6" y="T7"/>
                  </a:cxn>
                  <a:cxn ang="0">
                    <a:pos x="T8" y="T9"/>
                  </a:cxn>
                  <a:cxn ang="0">
                    <a:pos x="T10" y="T11"/>
                  </a:cxn>
                  <a:cxn ang="0">
                    <a:pos x="T12" y="T13"/>
                  </a:cxn>
                </a:cxnLst>
                <a:rect l="0" t="0" r="r" b="b"/>
                <a:pathLst>
                  <a:path w="56" h="42">
                    <a:moveTo>
                      <a:pt x="38" y="5"/>
                    </a:moveTo>
                    <a:cubicBezTo>
                      <a:pt x="28" y="0"/>
                      <a:pt x="16" y="2"/>
                      <a:pt x="0" y="11"/>
                    </a:cubicBezTo>
                    <a:cubicBezTo>
                      <a:pt x="3" y="16"/>
                      <a:pt x="3" y="16"/>
                      <a:pt x="3" y="16"/>
                    </a:cubicBezTo>
                    <a:cubicBezTo>
                      <a:pt x="17" y="8"/>
                      <a:pt x="28" y="6"/>
                      <a:pt x="36" y="10"/>
                    </a:cubicBezTo>
                    <a:cubicBezTo>
                      <a:pt x="49" y="18"/>
                      <a:pt x="51" y="41"/>
                      <a:pt x="51" y="42"/>
                    </a:cubicBezTo>
                    <a:cubicBezTo>
                      <a:pt x="56" y="41"/>
                      <a:pt x="56" y="41"/>
                      <a:pt x="56" y="41"/>
                    </a:cubicBezTo>
                    <a:cubicBezTo>
                      <a:pt x="56" y="40"/>
                      <a:pt x="55" y="14"/>
                      <a:pt x="38"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 name="Freeform 275"/>
              <p:cNvSpPr>
                <a:spLocks/>
              </p:cNvSpPr>
              <p:nvPr/>
            </p:nvSpPr>
            <p:spPr bwMode="auto">
              <a:xfrm>
                <a:off x="1279526" y="1501776"/>
                <a:ext cx="104775" cy="77788"/>
              </a:xfrm>
              <a:custGeom>
                <a:avLst/>
                <a:gdLst>
                  <a:gd name="T0" fmla="*/ 0 w 80"/>
                  <a:gd name="T1" fmla="*/ 37 h 61"/>
                  <a:gd name="T2" fmla="*/ 79 w 80"/>
                  <a:gd name="T3" fmla="*/ 31 h 61"/>
                  <a:gd name="T4" fmla="*/ 0 w 80"/>
                  <a:gd name="T5" fmla="*/ 37 h 61"/>
                </a:gdLst>
                <a:ahLst/>
                <a:cxnLst>
                  <a:cxn ang="0">
                    <a:pos x="T0" y="T1"/>
                  </a:cxn>
                  <a:cxn ang="0">
                    <a:pos x="T2" y="T3"/>
                  </a:cxn>
                  <a:cxn ang="0">
                    <a:pos x="T4" y="T5"/>
                  </a:cxn>
                </a:cxnLst>
                <a:rect l="0" t="0" r="r" b="b"/>
                <a:pathLst>
                  <a:path w="80" h="61">
                    <a:moveTo>
                      <a:pt x="0" y="37"/>
                    </a:moveTo>
                    <a:cubicBezTo>
                      <a:pt x="50" y="36"/>
                      <a:pt x="80" y="61"/>
                      <a:pt x="79" y="31"/>
                    </a:cubicBezTo>
                    <a:cubicBezTo>
                      <a:pt x="77" y="0"/>
                      <a:pt x="18" y="7"/>
                      <a:pt x="0"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 name="Freeform 276"/>
              <p:cNvSpPr>
                <a:spLocks/>
              </p:cNvSpPr>
              <p:nvPr/>
            </p:nvSpPr>
            <p:spPr bwMode="auto">
              <a:xfrm>
                <a:off x="1220788" y="1446213"/>
                <a:ext cx="82550" cy="82550"/>
              </a:xfrm>
              <a:custGeom>
                <a:avLst/>
                <a:gdLst>
                  <a:gd name="T0" fmla="*/ 7 w 64"/>
                  <a:gd name="T1" fmla="*/ 65 h 65"/>
                  <a:gd name="T2" fmla="*/ 47 w 64"/>
                  <a:gd name="T3" fmla="*/ 17 h 65"/>
                  <a:gd name="T4" fmla="*/ 7 w 64"/>
                  <a:gd name="T5" fmla="*/ 65 h 65"/>
                </a:gdLst>
                <a:ahLst/>
                <a:cxnLst>
                  <a:cxn ang="0">
                    <a:pos x="T0" y="T1"/>
                  </a:cxn>
                  <a:cxn ang="0">
                    <a:pos x="T2" y="T3"/>
                  </a:cxn>
                  <a:cxn ang="0">
                    <a:pos x="T4" y="T5"/>
                  </a:cxn>
                </a:cxnLst>
                <a:rect l="0" t="0" r="r" b="b"/>
                <a:pathLst>
                  <a:path w="64" h="65">
                    <a:moveTo>
                      <a:pt x="7" y="65"/>
                    </a:moveTo>
                    <a:cubicBezTo>
                      <a:pt x="34" y="36"/>
                      <a:pt x="64" y="32"/>
                      <a:pt x="47" y="17"/>
                    </a:cubicBezTo>
                    <a:cubicBezTo>
                      <a:pt x="28" y="0"/>
                      <a:pt x="0" y="38"/>
                      <a:pt x="7"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 name="Freeform 277"/>
              <p:cNvSpPr>
                <a:spLocks/>
              </p:cNvSpPr>
              <p:nvPr/>
            </p:nvSpPr>
            <p:spPr bwMode="auto">
              <a:xfrm>
                <a:off x="1265238" y="1590676"/>
                <a:ext cx="74613" cy="57150"/>
              </a:xfrm>
              <a:custGeom>
                <a:avLst/>
                <a:gdLst>
                  <a:gd name="T0" fmla="*/ 54 w 58"/>
                  <a:gd name="T1" fmla="*/ 24 h 44"/>
                  <a:gd name="T2" fmla="*/ 0 w 58"/>
                  <a:gd name="T3" fmla="*/ 18 h 44"/>
                  <a:gd name="T4" fmla="*/ 54 w 58"/>
                  <a:gd name="T5" fmla="*/ 24 h 44"/>
                </a:gdLst>
                <a:ahLst/>
                <a:cxnLst>
                  <a:cxn ang="0">
                    <a:pos x="T0" y="T1"/>
                  </a:cxn>
                  <a:cxn ang="0">
                    <a:pos x="T2" y="T3"/>
                  </a:cxn>
                  <a:cxn ang="0">
                    <a:pos x="T4" y="T5"/>
                  </a:cxn>
                </a:cxnLst>
                <a:rect l="0" t="0" r="r" b="b"/>
                <a:pathLst>
                  <a:path w="58" h="44">
                    <a:moveTo>
                      <a:pt x="54" y="24"/>
                    </a:moveTo>
                    <a:cubicBezTo>
                      <a:pt x="58" y="3"/>
                      <a:pt x="16" y="0"/>
                      <a:pt x="0" y="18"/>
                    </a:cubicBezTo>
                    <a:cubicBezTo>
                      <a:pt x="34" y="24"/>
                      <a:pt x="52" y="44"/>
                      <a:pt x="54"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 name="组合 3"/>
            <p:cNvGrpSpPr/>
            <p:nvPr/>
          </p:nvGrpSpPr>
          <p:grpSpPr>
            <a:xfrm>
              <a:off x="1754188" y="728663"/>
              <a:ext cx="1481138" cy="1833563"/>
              <a:chOff x="1754188" y="728663"/>
              <a:chExt cx="1481138" cy="1833563"/>
            </a:xfrm>
            <a:solidFill>
              <a:schemeClr val="tx1">
                <a:lumMod val="65000"/>
                <a:lumOff val="35000"/>
              </a:schemeClr>
            </a:solidFill>
          </p:grpSpPr>
          <p:sp>
            <p:nvSpPr>
              <p:cNvPr id="320" name="Freeform 278"/>
              <p:cNvSpPr>
                <a:spLocks/>
              </p:cNvSpPr>
              <p:nvPr/>
            </p:nvSpPr>
            <p:spPr bwMode="auto">
              <a:xfrm>
                <a:off x="1808163" y="2400301"/>
                <a:ext cx="98425" cy="120650"/>
              </a:xfrm>
              <a:custGeom>
                <a:avLst/>
                <a:gdLst>
                  <a:gd name="T0" fmla="*/ 9 w 76"/>
                  <a:gd name="T1" fmla="*/ 87 h 94"/>
                  <a:gd name="T2" fmla="*/ 28 w 76"/>
                  <a:gd name="T3" fmla="*/ 94 h 94"/>
                  <a:gd name="T4" fmla="*/ 53 w 76"/>
                  <a:gd name="T5" fmla="*/ 87 h 94"/>
                  <a:gd name="T6" fmla="*/ 66 w 76"/>
                  <a:gd name="T7" fmla="*/ 73 h 94"/>
                  <a:gd name="T8" fmla="*/ 62 w 76"/>
                  <a:gd name="T9" fmla="*/ 69 h 94"/>
                  <a:gd name="T10" fmla="*/ 54 w 76"/>
                  <a:gd name="T11" fmla="*/ 73 h 94"/>
                  <a:gd name="T12" fmla="*/ 41 w 76"/>
                  <a:gd name="T13" fmla="*/ 80 h 94"/>
                  <a:gd name="T14" fmla="*/ 30 w 76"/>
                  <a:gd name="T15" fmla="*/ 82 h 94"/>
                  <a:gd name="T16" fmla="*/ 19 w 76"/>
                  <a:gd name="T17" fmla="*/ 77 h 94"/>
                  <a:gd name="T18" fmla="*/ 15 w 76"/>
                  <a:gd name="T19" fmla="*/ 66 h 94"/>
                  <a:gd name="T20" fmla="*/ 22 w 76"/>
                  <a:gd name="T21" fmla="*/ 43 h 94"/>
                  <a:gd name="T22" fmla="*/ 40 w 76"/>
                  <a:gd name="T23" fmla="*/ 21 h 94"/>
                  <a:gd name="T24" fmla="*/ 59 w 76"/>
                  <a:gd name="T25" fmla="*/ 12 h 94"/>
                  <a:gd name="T26" fmla="*/ 62 w 76"/>
                  <a:gd name="T27" fmla="*/ 16 h 94"/>
                  <a:gd name="T28" fmla="*/ 61 w 76"/>
                  <a:gd name="T29" fmla="*/ 22 h 94"/>
                  <a:gd name="T30" fmla="*/ 60 w 76"/>
                  <a:gd name="T31" fmla="*/ 27 h 94"/>
                  <a:gd name="T32" fmla="*/ 61 w 76"/>
                  <a:gd name="T33" fmla="*/ 31 h 94"/>
                  <a:gd name="T34" fmla="*/ 65 w 76"/>
                  <a:gd name="T35" fmla="*/ 33 h 94"/>
                  <a:gd name="T36" fmla="*/ 71 w 76"/>
                  <a:gd name="T37" fmla="*/ 31 h 94"/>
                  <a:gd name="T38" fmla="*/ 75 w 76"/>
                  <a:gd name="T39" fmla="*/ 26 h 94"/>
                  <a:gd name="T40" fmla="*/ 76 w 76"/>
                  <a:gd name="T41" fmla="*/ 16 h 94"/>
                  <a:gd name="T42" fmla="*/ 72 w 76"/>
                  <a:gd name="T43" fmla="*/ 5 h 94"/>
                  <a:gd name="T44" fmla="*/ 59 w 76"/>
                  <a:gd name="T45" fmla="*/ 0 h 94"/>
                  <a:gd name="T46" fmla="*/ 32 w 76"/>
                  <a:gd name="T47" fmla="*/ 11 h 94"/>
                  <a:gd name="T48" fmla="*/ 9 w 76"/>
                  <a:gd name="T49" fmla="*/ 38 h 94"/>
                  <a:gd name="T50" fmla="*/ 0 w 76"/>
                  <a:gd name="T51" fmla="*/ 67 h 94"/>
                  <a:gd name="T52" fmla="*/ 9 w 76"/>
                  <a:gd name="T53" fmla="*/ 8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6" h="94">
                    <a:moveTo>
                      <a:pt x="9" y="87"/>
                    </a:moveTo>
                    <a:cubicBezTo>
                      <a:pt x="15" y="92"/>
                      <a:pt x="21" y="94"/>
                      <a:pt x="28" y="94"/>
                    </a:cubicBezTo>
                    <a:cubicBezTo>
                      <a:pt x="36" y="94"/>
                      <a:pt x="45" y="92"/>
                      <a:pt x="53" y="87"/>
                    </a:cubicBezTo>
                    <a:cubicBezTo>
                      <a:pt x="62" y="81"/>
                      <a:pt x="66" y="77"/>
                      <a:pt x="66" y="73"/>
                    </a:cubicBezTo>
                    <a:cubicBezTo>
                      <a:pt x="66" y="71"/>
                      <a:pt x="64" y="69"/>
                      <a:pt x="62" y="69"/>
                    </a:cubicBezTo>
                    <a:cubicBezTo>
                      <a:pt x="60" y="69"/>
                      <a:pt x="58" y="71"/>
                      <a:pt x="54" y="73"/>
                    </a:cubicBezTo>
                    <a:cubicBezTo>
                      <a:pt x="50" y="76"/>
                      <a:pt x="46" y="78"/>
                      <a:pt x="41" y="80"/>
                    </a:cubicBezTo>
                    <a:cubicBezTo>
                      <a:pt x="37" y="81"/>
                      <a:pt x="33" y="82"/>
                      <a:pt x="30" y="82"/>
                    </a:cubicBezTo>
                    <a:cubicBezTo>
                      <a:pt x="25" y="82"/>
                      <a:pt x="21" y="81"/>
                      <a:pt x="19" y="77"/>
                    </a:cubicBezTo>
                    <a:cubicBezTo>
                      <a:pt x="16" y="74"/>
                      <a:pt x="15" y="71"/>
                      <a:pt x="15" y="66"/>
                    </a:cubicBezTo>
                    <a:cubicBezTo>
                      <a:pt x="15" y="59"/>
                      <a:pt x="17" y="52"/>
                      <a:pt x="22" y="43"/>
                    </a:cubicBezTo>
                    <a:cubicBezTo>
                      <a:pt x="27" y="34"/>
                      <a:pt x="33" y="26"/>
                      <a:pt x="40" y="21"/>
                    </a:cubicBezTo>
                    <a:cubicBezTo>
                      <a:pt x="47" y="15"/>
                      <a:pt x="53" y="12"/>
                      <a:pt x="59" y="12"/>
                    </a:cubicBezTo>
                    <a:cubicBezTo>
                      <a:pt x="61" y="12"/>
                      <a:pt x="62" y="13"/>
                      <a:pt x="62" y="16"/>
                    </a:cubicBezTo>
                    <a:cubicBezTo>
                      <a:pt x="62" y="17"/>
                      <a:pt x="61" y="19"/>
                      <a:pt x="61" y="22"/>
                    </a:cubicBezTo>
                    <a:cubicBezTo>
                      <a:pt x="60" y="24"/>
                      <a:pt x="60" y="26"/>
                      <a:pt x="60" y="27"/>
                    </a:cubicBezTo>
                    <a:cubicBezTo>
                      <a:pt x="60" y="29"/>
                      <a:pt x="60" y="30"/>
                      <a:pt x="61" y="31"/>
                    </a:cubicBezTo>
                    <a:cubicBezTo>
                      <a:pt x="62" y="32"/>
                      <a:pt x="64" y="33"/>
                      <a:pt x="65" y="33"/>
                    </a:cubicBezTo>
                    <a:cubicBezTo>
                      <a:pt x="67" y="33"/>
                      <a:pt x="68" y="32"/>
                      <a:pt x="71" y="31"/>
                    </a:cubicBezTo>
                    <a:cubicBezTo>
                      <a:pt x="73" y="29"/>
                      <a:pt x="74" y="28"/>
                      <a:pt x="75" y="26"/>
                    </a:cubicBezTo>
                    <a:cubicBezTo>
                      <a:pt x="76" y="24"/>
                      <a:pt x="76" y="20"/>
                      <a:pt x="76" y="16"/>
                    </a:cubicBezTo>
                    <a:cubicBezTo>
                      <a:pt x="76" y="12"/>
                      <a:pt x="75" y="8"/>
                      <a:pt x="72" y="5"/>
                    </a:cubicBezTo>
                    <a:cubicBezTo>
                      <a:pt x="68" y="2"/>
                      <a:pt x="64" y="0"/>
                      <a:pt x="59" y="0"/>
                    </a:cubicBezTo>
                    <a:cubicBezTo>
                      <a:pt x="50" y="0"/>
                      <a:pt x="42" y="4"/>
                      <a:pt x="32" y="11"/>
                    </a:cubicBezTo>
                    <a:cubicBezTo>
                      <a:pt x="23" y="18"/>
                      <a:pt x="16" y="27"/>
                      <a:pt x="9" y="38"/>
                    </a:cubicBezTo>
                    <a:cubicBezTo>
                      <a:pt x="3" y="48"/>
                      <a:pt x="0" y="58"/>
                      <a:pt x="0" y="67"/>
                    </a:cubicBezTo>
                    <a:cubicBezTo>
                      <a:pt x="0" y="76"/>
                      <a:pt x="3" y="83"/>
                      <a:pt x="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 name="Freeform 279"/>
              <p:cNvSpPr>
                <a:spLocks/>
              </p:cNvSpPr>
              <p:nvPr/>
            </p:nvSpPr>
            <p:spPr bwMode="auto">
              <a:xfrm>
                <a:off x="1912938" y="2392363"/>
                <a:ext cx="88900" cy="125413"/>
              </a:xfrm>
              <a:custGeom>
                <a:avLst/>
                <a:gdLst>
                  <a:gd name="T0" fmla="*/ 25 w 69"/>
                  <a:gd name="T1" fmla="*/ 24 h 97"/>
                  <a:gd name="T2" fmla="*/ 27 w 69"/>
                  <a:gd name="T3" fmla="*/ 9 h 97"/>
                  <a:gd name="T4" fmla="*/ 25 w 69"/>
                  <a:gd name="T5" fmla="*/ 2 h 97"/>
                  <a:gd name="T6" fmla="*/ 19 w 69"/>
                  <a:gd name="T7" fmla="*/ 0 h 97"/>
                  <a:gd name="T8" fmla="*/ 15 w 69"/>
                  <a:gd name="T9" fmla="*/ 3 h 97"/>
                  <a:gd name="T10" fmla="*/ 11 w 69"/>
                  <a:gd name="T11" fmla="*/ 15 h 97"/>
                  <a:gd name="T12" fmla="*/ 1 w 69"/>
                  <a:gd name="T13" fmla="*/ 81 h 97"/>
                  <a:gd name="T14" fmla="*/ 0 w 69"/>
                  <a:gd name="T15" fmla="*/ 91 h 97"/>
                  <a:gd name="T16" fmla="*/ 2 w 69"/>
                  <a:gd name="T17" fmla="*/ 96 h 97"/>
                  <a:gd name="T18" fmla="*/ 8 w 69"/>
                  <a:gd name="T19" fmla="*/ 97 h 97"/>
                  <a:gd name="T20" fmla="*/ 11 w 69"/>
                  <a:gd name="T21" fmla="*/ 96 h 97"/>
                  <a:gd name="T22" fmla="*/ 15 w 69"/>
                  <a:gd name="T23" fmla="*/ 88 h 97"/>
                  <a:gd name="T24" fmla="*/ 29 w 69"/>
                  <a:gd name="T25" fmla="*/ 66 h 97"/>
                  <a:gd name="T26" fmla="*/ 42 w 69"/>
                  <a:gd name="T27" fmla="*/ 53 h 97"/>
                  <a:gd name="T28" fmla="*/ 46 w 69"/>
                  <a:gd name="T29" fmla="*/ 56 h 97"/>
                  <a:gd name="T30" fmla="*/ 48 w 69"/>
                  <a:gd name="T31" fmla="*/ 72 h 97"/>
                  <a:gd name="T32" fmla="*/ 53 w 69"/>
                  <a:gd name="T33" fmla="*/ 87 h 97"/>
                  <a:gd name="T34" fmla="*/ 62 w 69"/>
                  <a:gd name="T35" fmla="*/ 93 h 97"/>
                  <a:gd name="T36" fmla="*/ 67 w 69"/>
                  <a:gd name="T37" fmla="*/ 91 h 97"/>
                  <a:gd name="T38" fmla="*/ 69 w 69"/>
                  <a:gd name="T39" fmla="*/ 87 h 97"/>
                  <a:gd name="T40" fmla="*/ 67 w 69"/>
                  <a:gd name="T41" fmla="*/ 83 h 97"/>
                  <a:gd name="T42" fmla="*/ 63 w 69"/>
                  <a:gd name="T43" fmla="*/ 77 h 97"/>
                  <a:gd name="T44" fmla="*/ 61 w 69"/>
                  <a:gd name="T45" fmla="*/ 69 h 97"/>
                  <a:gd name="T46" fmla="*/ 59 w 69"/>
                  <a:gd name="T47" fmla="*/ 59 h 97"/>
                  <a:gd name="T48" fmla="*/ 55 w 69"/>
                  <a:gd name="T49" fmla="*/ 41 h 97"/>
                  <a:gd name="T50" fmla="*/ 47 w 69"/>
                  <a:gd name="T51" fmla="*/ 37 h 97"/>
                  <a:gd name="T52" fmla="*/ 32 w 69"/>
                  <a:gd name="T53" fmla="*/ 44 h 97"/>
                  <a:gd name="T54" fmla="*/ 16 w 69"/>
                  <a:gd name="T55" fmla="*/ 69 h 97"/>
                  <a:gd name="T56" fmla="*/ 20 w 69"/>
                  <a:gd name="T57" fmla="*/ 51 h 97"/>
                  <a:gd name="T58" fmla="*/ 25 w 69"/>
                  <a:gd name="T59" fmla="*/ 2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9" h="97">
                    <a:moveTo>
                      <a:pt x="25" y="24"/>
                    </a:moveTo>
                    <a:cubicBezTo>
                      <a:pt x="26" y="18"/>
                      <a:pt x="27" y="13"/>
                      <a:pt x="27" y="9"/>
                    </a:cubicBezTo>
                    <a:cubicBezTo>
                      <a:pt x="27" y="6"/>
                      <a:pt x="26" y="4"/>
                      <a:pt x="25" y="2"/>
                    </a:cubicBezTo>
                    <a:cubicBezTo>
                      <a:pt x="23" y="1"/>
                      <a:pt x="21" y="0"/>
                      <a:pt x="19" y="0"/>
                    </a:cubicBezTo>
                    <a:cubicBezTo>
                      <a:pt x="18" y="0"/>
                      <a:pt x="16" y="1"/>
                      <a:pt x="15" y="3"/>
                    </a:cubicBezTo>
                    <a:cubicBezTo>
                      <a:pt x="13" y="5"/>
                      <a:pt x="12" y="9"/>
                      <a:pt x="11" y="15"/>
                    </a:cubicBezTo>
                    <a:cubicBezTo>
                      <a:pt x="8" y="38"/>
                      <a:pt x="5" y="60"/>
                      <a:pt x="1" y="81"/>
                    </a:cubicBezTo>
                    <a:cubicBezTo>
                      <a:pt x="0" y="86"/>
                      <a:pt x="0" y="90"/>
                      <a:pt x="0" y="91"/>
                    </a:cubicBezTo>
                    <a:cubicBezTo>
                      <a:pt x="0" y="93"/>
                      <a:pt x="0" y="94"/>
                      <a:pt x="2" y="96"/>
                    </a:cubicBezTo>
                    <a:cubicBezTo>
                      <a:pt x="3" y="97"/>
                      <a:pt x="5" y="97"/>
                      <a:pt x="8" y="97"/>
                    </a:cubicBezTo>
                    <a:cubicBezTo>
                      <a:pt x="9" y="97"/>
                      <a:pt x="10" y="97"/>
                      <a:pt x="11" y="96"/>
                    </a:cubicBezTo>
                    <a:cubicBezTo>
                      <a:pt x="12" y="94"/>
                      <a:pt x="14" y="92"/>
                      <a:pt x="15" y="88"/>
                    </a:cubicBezTo>
                    <a:cubicBezTo>
                      <a:pt x="18" y="82"/>
                      <a:pt x="23" y="75"/>
                      <a:pt x="29" y="66"/>
                    </a:cubicBezTo>
                    <a:cubicBezTo>
                      <a:pt x="36" y="57"/>
                      <a:pt x="40" y="53"/>
                      <a:pt x="42" y="53"/>
                    </a:cubicBezTo>
                    <a:cubicBezTo>
                      <a:pt x="44" y="53"/>
                      <a:pt x="45" y="54"/>
                      <a:pt x="46" y="56"/>
                    </a:cubicBezTo>
                    <a:cubicBezTo>
                      <a:pt x="47" y="58"/>
                      <a:pt x="47" y="64"/>
                      <a:pt x="48" y="72"/>
                    </a:cubicBezTo>
                    <a:cubicBezTo>
                      <a:pt x="49" y="78"/>
                      <a:pt x="50" y="83"/>
                      <a:pt x="53" y="87"/>
                    </a:cubicBezTo>
                    <a:cubicBezTo>
                      <a:pt x="55" y="91"/>
                      <a:pt x="58" y="93"/>
                      <a:pt x="62" y="93"/>
                    </a:cubicBezTo>
                    <a:cubicBezTo>
                      <a:pt x="64" y="93"/>
                      <a:pt x="65" y="92"/>
                      <a:pt x="67" y="91"/>
                    </a:cubicBezTo>
                    <a:cubicBezTo>
                      <a:pt x="68" y="90"/>
                      <a:pt x="69" y="89"/>
                      <a:pt x="69" y="87"/>
                    </a:cubicBezTo>
                    <a:cubicBezTo>
                      <a:pt x="69" y="86"/>
                      <a:pt x="68" y="84"/>
                      <a:pt x="67" y="83"/>
                    </a:cubicBezTo>
                    <a:cubicBezTo>
                      <a:pt x="65" y="81"/>
                      <a:pt x="64" y="79"/>
                      <a:pt x="63" y="77"/>
                    </a:cubicBezTo>
                    <a:cubicBezTo>
                      <a:pt x="62" y="75"/>
                      <a:pt x="62" y="72"/>
                      <a:pt x="61" y="69"/>
                    </a:cubicBezTo>
                    <a:cubicBezTo>
                      <a:pt x="60" y="67"/>
                      <a:pt x="60" y="63"/>
                      <a:pt x="59" y="59"/>
                    </a:cubicBezTo>
                    <a:cubicBezTo>
                      <a:pt x="58" y="49"/>
                      <a:pt x="57" y="43"/>
                      <a:pt x="55" y="41"/>
                    </a:cubicBezTo>
                    <a:cubicBezTo>
                      <a:pt x="53" y="39"/>
                      <a:pt x="50" y="37"/>
                      <a:pt x="47" y="37"/>
                    </a:cubicBezTo>
                    <a:cubicBezTo>
                      <a:pt x="42" y="37"/>
                      <a:pt x="37" y="40"/>
                      <a:pt x="32" y="44"/>
                    </a:cubicBezTo>
                    <a:cubicBezTo>
                      <a:pt x="28" y="48"/>
                      <a:pt x="22" y="57"/>
                      <a:pt x="16" y="69"/>
                    </a:cubicBezTo>
                    <a:cubicBezTo>
                      <a:pt x="17" y="64"/>
                      <a:pt x="18" y="58"/>
                      <a:pt x="20" y="51"/>
                    </a:cubicBezTo>
                    <a:cubicBezTo>
                      <a:pt x="22" y="38"/>
                      <a:pt x="24" y="29"/>
                      <a:pt x="25"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 name="Freeform 280"/>
              <p:cNvSpPr>
                <a:spLocks noEditPoints="1"/>
              </p:cNvSpPr>
              <p:nvPr/>
            </p:nvSpPr>
            <p:spPr bwMode="auto">
              <a:xfrm>
                <a:off x="2008188" y="2432051"/>
                <a:ext cx="79375" cy="85725"/>
              </a:xfrm>
              <a:custGeom>
                <a:avLst/>
                <a:gdLst>
                  <a:gd name="T0" fmla="*/ 57 w 61"/>
                  <a:gd name="T1" fmla="*/ 13 h 67"/>
                  <a:gd name="T2" fmla="*/ 51 w 61"/>
                  <a:gd name="T3" fmla="*/ 7 h 67"/>
                  <a:gd name="T4" fmla="*/ 41 w 61"/>
                  <a:gd name="T5" fmla="*/ 0 h 67"/>
                  <a:gd name="T6" fmla="*/ 14 w 61"/>
                  <a:gd name="T7" fmla="*/ 18 h 67"/>
                  <a:gd name="T8" fmla="*/ 0 w 61"/>
                  <a:gd name="T9" fmla="*/ 50 h 67"/>
                  <a:gd name="T10" fmla="*/ 4 w 61"/>
                  <a:gd name="T11" fmla="*/ 61 h 67"/>
                  <a:gd name="T12" fmla="*/ 13 w 61"/>
                  <a:gd name="T13" fmla="*/ 65 h 67"/>
                  <a:gd name="T14" fmla="*/ 42 w 61"/>
                  <a:gd name="T15" fmla="*/ 45 h 67"/>
                  <a:gd name="T16" fmla="*/ 52 w 61"/>
                  <a:gd name="T17" fmla="*/ 67 h 67"/>
                  <a:gd name="T18" fmla="*/ 58 w 61"/>
                  <a:gd name="T19" fmla="*/ 65 h 67"/>
                  <a:gd name="T20" fmla="*/ 61 w 61"/>
                  <a:gd name="T21" fmla="*/ 60 h 67"/>
                  <a:gd name="T22" fmla="*/ 59 w 61"/>
                  <a:gd name="T23" fmla="*/ 57 h 67"/>
                  <a:gd name="T24" fmla="*/ 56 w 61"/>
                  <a:gd name="T25" fmla="*/ 55 h 67"/>
                  <a:gd name="T26" fmla="*/ 55 w 61"/>
                  <a:gd name="T27" fmla="*/ 51 h 67"/>
                  <a:gd name="T28" fmla="*/ 54 w 61"/>
                  <a:gd name="T29" fmla="*/ 40 h 67"/>
                  <a:gd name="T30" fmla="*/ 56 w 61"/>
                  <a:gd name="T31" fmla="*/ 21 h 67"/>
                  <a:gd name="T32" fmla="*/ 57 w 61"/>
                  <a:gd name="T33" fmla="*/ 13 h 67"/>
                  <a:gd name="T34" fmla="*/ 33 w 61"/>
                  <a:gd name="T35" fmla="*/ 40 h 67"/>
                  <a:gd name="T36" fmla="*/ 16 w 61"/>
                  <a:gd name="T37" fmla="*/ 52 h 67"/>
                  <a:gd name="T38" fmla="*/ 14 w 61"/>
                  <a:gd name="T39" fmla="*/ 48 h 67"/>
                  <a:gd name="T40" fmla="*/ 24 w 61"/>
                  <a:gd name="T41" fmla="*/ 26 h 67"/>
                  <a:gd name="T42" fmla="*/ 39 w 61"/>
                  <a:gd name="T43" fmla="*/ 13 h 67"/>
                  <a:gd name="T44" fmla="*/ 42 w 61"/>
                  <a:gd name="T45" fmla="*/ 14 h 67"/>
                  <a:gd name="T46" fmla="*/ 43 w 61"/>
                  <a:gd name="T47" fmla="*/ 19 h 67"/>
                  <a:gd name="T48" fmla="*/ 33 w 61"/>
                  <a:gd name="T49" fmla="*/ 4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1" h="67">
                    <a:moveTo>
                      <a:pt x="57" y="13"/>
                    </a:moveTo>
                    <a:cubicBezTo>
                      <a:pt x="57" y="9"/>
                      <a:pt x="55" y="7"/>
                      <a:pt x="51" y="7"/>
                    </a:cubicBezTo>
                    <a:cubicBezTo>
                      <a:pt x="49" y="3"/>
                      <a:pt x="46" y="0"/>
                      <a:pt x="41" y="0"/>
                    </a:cubicBezTo>
                    <a:cubicBezTo>
                      <a:pt x="32" y="0"/>
                      <a:pt x="23" y="6"/>
                      <a:pt x="14" y="18"/>
                    </a:cubicBezTo>
                    <a:cubicBezTo>
                      <a:pt x="5" y="29"/>
                      <a:pt x="0" y="40"/>
                      <a:pt x="0" y="50"/>
                    </a:cubicBezTo>
                    <a:cubicBezTo>
                      <a:pt x="0" y="55"/>
                      <a:pt x="1" y="58"/>
                      <a:pt x="4" y="61"/>
                    </a:cubicBezTo>
                    <a:cubicBezTo>
                      <a:pt x="6" y="64"/>
                      <a:pt x="9" y="65"/>
                      <a:pt x="13" y="65"/>
                    </a:cubicBezTo>
                    <a:cubicBezTo>
                      <a:pt x="22" y="65"/>
                      <a:pt x="32" y="58"/>
                      <a:pt x="42" y="45"/>
                    </a:cubicBezTo>
                    <a:cubicBezTo>
                      <a:pt x="42" y="59"/>
                      <a:pt x="45" y="67"/>
                      <a:pt x="52" y="67"/>
                    </a:cubicBezTo>
                    <a:cubicBezTo>
                      <a:pt x="54" y="67"/>
                      <a:pt x="56" y="66"/>
                      <a:pt x="58" y="65"/>
                    </a:cubicBezTo>
                    <a:cubicBezTo>
                      <a:pt x="60" y="63"/>
                      <a:pt x="61" y="62"/>
                      <a:pt x="61" y="60"/>
                    </a:cubicBezTo>
                    <a:cubicBezTo>
                      <a:pt x="61" y="58"/>
                      <a:pt x="61" y="57"/>
                      <a:pt x="59" y="57"/>
                    </a:cubicBezTo>
                    <a:cubicBezTo>
                      <a:pt x="58" y="56"/>
                      <a:pt x="57" y="55"/>
                      <a:pt x="56" y="55"/>
                    </a:cubicBezTo>
                    <a:cubicBezTo>
                      <a:pt x="56" y="54"/>
                      <a:pt x="55" y="53"/>
                      <a:pt x="55" y="51"/>
                    </a:cubicBezTo>
                    <a:cubicBezTo>
                      <a:pt x="54" y="49"/>
                      <a:pt x="54" y="45"/>
                      <a:pt x="54" y="40"/>
                    </a:cubicBezTo>
                    <a:cubicBezTo>
                      <a:pt x="54" y="36"/>
                      <a:pt x="55" y="29"/>
                      <a:pt x="56" y="21"/>
                    </a:cubicBezTo>
                    <a:cubicBezTo>
                      <a:pt x="57" y="17"/>
                      <a:pt x="57" y="14"/>
                      <a:pt x="57" y="13"/>
                    </a:cubicBezTo>
                    <a:close/>
                    <a:moveTo>
                      <a:pt x="33" y="40"/>
                    </a:moveTo>
                    <a:cubicBezTo>
                      <a:pt x="26" y="48"/>
                      <a:pt x="21" y="52"/>
                      <a:pt x="16" y="52"/>
                    </a:cubicBezTo>
                    <a:cubicBezTo>
                      <a:pt x="15" y="52"/>
                      <a:pt x="14" y="51"/>
                      <a:pt x="14" y="48"/>
                    </a:cubicBezTo>
                    <a:cubicBezTo>
                      <a:pt x="14" y="42"/>
                      <a:pt x="17" y="34"/>
                      <a:pt x="24" y="26"/>
                    </a:cubicBezTo>
                    <a:cubicBezTo>
                      <a:pt x="30" y="17"/>
                      <a:pt x="35" y="13"/>
                      <a:pt x="39" y="13"/>
                    </a:cubicBezTo>
                    <a:cubicBezTo>
                      <a:pt x="40" y="13"/>
                      <a:pt x="41" y="13"/>
                      <a:pt x="42" y="14"/>
                    </a:cubicBezTo>
                    <a:cubicBezTo>
                      <a:pt x="43" y="16"/>
                      <a:pt x="43" y="17"/>
                      <a:pt x="43" y="19"/>
                    </a:cubicBezTo>
                    <a:cubicBezTo>
                      <a:pt x="43" y="25"/>
                      <a:pt x="40" y="32"/>
                      <a:pt x="33"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 name="Freeform 281"/>
              <p:cNvSpPr>
                <a:spLocks/>
              </p:cNvSpPr>
              <p:nvPr/>
            </p:nvSpPr>
            <p:spPr bwMode="auto">
              <a:xfrm>
                <a:off x="2098676" y="2438401"/>
                <a:ext cx="95250" cy="77788"/>
              </a:xfrm>
              <a:custGeom>
                <a:avLst/>
                <a:gdLst>
                  <a:gd name="T0" fmla="*/ 17 w 74"/>
                  <a:gd name="T1" fmla="*/ 2 h 60"/>
                  <a:gd name="T2" fmla="*/ 12 w 74"/>
                  <a:gd name="T3" fmla="*/ 0 h 60"/>
                  <a:gd name="T4" fmla="*/ 7 w 74"/>
                  <a:gd name="T5" fmla="*/ 3 h 60"/>
                  <a:gd name="T6" fmla="*/ 4 w 74"/>
                  <a:gd name="T7" fmla="*/ 9 h 60"/>
                  <a:gd name="T8" fmla="*/ 2 w 74"/>
                  <a:gd name="T9" fmla="*/ 39 h 60"/>
                  <a:gd name="T10" fmla="*/ 0 w 74"/>
                  <a:gd name="T11" fmla="*/ 52 h 60"/>
                  <a:gd name="T12" fmla="*/ 9 w 74"/>
                  <a:gd name="T13" fmla="*/ 60 h 60"/>
                  <a:gd name="T14" fmla="*/ 12 w 74"/>
                  <a:gd name="T15" fmla="*/ 58 h 60"/>
                  <a:gd name="T16" fmla="*/ 14 w 74"/>
                  <a:gd name="T17" fmla="*/ 55 h 60"/>
                  <a:gd name="T18" fmla="*/ 27 w 74"/>
                  <a:gd name="T19" fmla="*/ 32 h 60"/>
                  <a:gd name="T20" fmla="*/ 41 w 74"/>
                  <a:gd name="T21" fmla="*/ 16 h 60"/>
                  <a:gd name="T22" fmla="*/ 47 w 74"/>
                  <a:gd name="T23" fmla="*/ 31 h 60"/>
                  <a:gd name="T24" fmla="*/ 51 w 74"/>
                  <a:gd name="T25" fmla="*/ 51 h 60"/>
                  <a:gd name="T26" fmla="*/ 51 w 74"/>
                  <a:gd name="T27" fmla="*/ 51 h 60"/>
                  <a:gd name="T28" fmla="*/ 60 w 74"/>
                  <a:gd name="T29" fmla="*/ 57 h 60"/>
                  <a:gd name="T30" fmla="*/ 70 w 74"/>
                  <a:gd name="T31" fmla="*/ 53 h 60"/>
                  <a:gd name="T32" fmla="*/ 74 w 74"/>
                  <a:gd name="T33" fmla="*/ 47 h 60"/>
                  <a:gd name="T34" fmla="*/ 71 w 74"/>
                  <a:gd name="T35" fmla="*/ 44 h 60"/>
                  <a:gd name="T36" fmla="*/ 68 w 74"/>
                  <a:gd name="T37" fmla="*/ 44 h 60"/>
                  <a:gd name="T38" fmla="*/ 65 w 74"/>
                  <a:gd name="T39" fmla="*/ 45 h 60"/>
                  <a:gd name="T40" fmla="*/ 59 w 74"/>
                  <a:gd name="T41" fmla="*/ 24 h 60"/>
                  <a:gd name="T42" fmla="*/ 44 w 74"/>
                  <a:gd name="T43" fmla="*/ 2 h 60"/>
                  <a:gd name="T44" fmla="*/ 15 w 74"/>
                  <a:gd name="T45" fmla="*/ 32 h 60"/>
                  <a:gd name="T46" fmla="*/ 19 w 74"/>
                  <a:gd name="T47" fmla="*/ 10 h 60"/>
                  <a:gd name="T48" fmla="*/ 17 w 74"/>
                  <a:gd name="T49" fmla="*/ 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4" h="60">
                    <a:moveTo>
                      <a:pt x="17" y="2"/>
                    </a:moveTo>
                    <a:cubicBezTo>
                      <a:pt x="16" y="0"/>
                      <a:pt x="14" y="0"/>
                      <a:pt x="12" y="0"/>
                    </a:cubicBezTo>
                    <a:cubicBezTo>
                      <a:pt x="10" y="0"/>
                      <a:pt x="8" y="1"/>
                      <a:pt x="7" y="3"/>
                    </a:cubicBezTo>
                    <a:cubicBezTo>
                      <a:pt x="5" y="5"/>
                      <a:pt x="4" y="7"/>
                      <a:pt x="4" y="9"/>
                    </a:cubicBezTo>
                    <a:cubicBezTo>
                      <a:pt x="4" y="21"/>
                      <a:pt x="4" y="31"/>
                      <a:pt x="2" y="39"/>
                    </a:cubicBezTo>
                    <a:cubicBezTo>
                      <a:pt x="1" y="46"/>
                      <a:pt x="0" y="50"/>
                      <a:pt x="0" y="52"/>
                    </a:cubicBezTo>
                    <a:cubicBezTo>
                      <a:pt x="0" y="57"/>
                      <a:pt x="3" y="60"/>
                      <a:pt x="9" y="60"/>
                    </a:cubicBezTo>
                    <a:cubicBezTo>
                      <a:pt x="10" y="60"/>
                      <a:pt x="11" y="59"/>
                      <a:pt x="12" y="58"/>
                    </a:cubicBezTo>
                    <a:cubicBezTo>
                      <a:pt x="13" y="57"/>
                      <a:pt x="14" y="56"/>
                      <a:pt x="14" y="55"/>
                    </a:cubicBezTo>
                    <a:cubicBezTo>
                      <a:pt x="16" y="50"/>
                      <a:pt x="20" y="42"/>
                      <a:pt x="27" y="32"/>
                    </a:cubicBezTo>
                    <a:cubicBezTo>
                      <a:pt x="33" y="22"/>
                      <a:pt x="38" y="16"/>
                      <a:pt x="41" y="16"/>
                    </a:cubicBezTo>
                    <a:cubicBezTo>
                      <a:pt x="44" y="16"/>
                      <a:pt x="46" y="21"/>
                      <a:pt x="47" y="31"/>
                    </a:cubicBezTo>
                    <a:cubicBezTo>
                      <a:pt x="48" y="41"/>
                      <a:pt x="49" y="47"/>
                      <a:pt x="51" y="51"/>
                    </a:cubicBezTo>
                    <a:cubicBezTo>
                      <a:pt x="51" y="51"/>
                      <a:pt x="51" y="51"/>
                      <a:pt x="51" y="51"/>
                    </a:cubicBezTo>
                    <a:cubicBezTo>
                      <a:pt x="53" y="55"/>
                      <a:pt x="56" y="57"/>
                      <a:pt x="60" y="57"/>
                    </a:cubicBezTo>
                    <a:cubicBezTo>
                      <a:pt x="64" y="57"/>
                      <a:pt x="67" y="56"/>
                      <a:pt x="70" y="53"/>
                    </a:cubicBezTo>
                    <a:cubicBezTo>
                      <a:pt x="72" y="51"/>
                      <a:pt x="74" y="49"/>
                      <a:pt x="74" y="47"/>
                    </a:cubicBezTo>
                    <a:cubicBezTo>
                      <a:pt x="74" y="45"/>
                      <a:pt x="73" y="44"/>
                      <a:pt x="71" y="44"/>
                    </a:cubicBezTo>
                    <a:cubicBezTo>
                      <a:pt x="70" y="44"/>
                      <a:pt x="69" y="44"/>
                      <a:pt x="68" y="44"/>
                    </a:cubicBezTo>
                    <a:cubicBezTo>
                      <a:pt x="67" y="45"/>
                      <a:pt x="65" y="45"/>
                      <a:pt x="65" y="45"/>
                    </a:cubicBezTo>
                    <a:cubicBezTo>
                      <a:pt x="63" y="45"/>
                      <a:pt x="61" y="38"/>
                      <a:pt x="59" y="24"/>
                    </a:cubicBezTo>
                    <a:cubicBezTo>
                      <a:pt x="58" y="9"/>
                      <a:pt x="52" y="2"/>
                      <a:pt x="44" y="2"/>
                    </a:cubicBezTo>
                    <a:cubicBezTo>
                      <a:pt x="33" y="2"/>
                      <a:pt x="24" y="12"/>
                      <a:pt x="15" y="32"/>
                    </a:cubicBezTo>
                    <a:cubicBezTo>
                      <a:pt x="18" y="21"/>
                      <a:pt x="19" y="14"/>
                      <a:pt x="19" y="10"/>
                    </a:cubicBezTo>
                    <a:cubicBezTo>
                      <a:pt x="19" y="6"/>
                      <a:pt x="18" y="3"/>
                      <a:pt x="1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 name="Freeform 282"/>
              <p:cNvSpPr>
                <a:spLocks noEditPoints="1"/>
              </p:cNvSpPr>
              <p:nvPr/>
            </p:nvSpPr>
            <p:spPr bwMode="auto">
              <a:xfrm>
                <a:off x="2185988" y="2435226"/>
                <a:ext cx="93663" cy="127000"/>
              </a:xfrm>
              <a:custGeom>
                <a:avLst/>
                <a:gdLst>
                  <a:gd name="T0" fmla="*/ 33 w 73"/>
                  <a:gd name="T1" fmla="*/ 87 h 99"/>
                  <a:gd name="T2" fmla="*/ 11 w 73"/>
                  <a:gd name="T3" fmla="*/ 78 h 99"/>
                  <a:gd name="T4" fmla="*/ 4 w 73"/>
                  <a:gd name="T5" fmla="*/ 74 h 99"/>
                  <a:gd name="T6" fmla="*/ 0 w 73"/>
                  <a:gd name="T7" fmla="*/ 79 h 99"/>
                  <a:gd name="T8" fmla="*/ 10 w 73"/>
                  <a:gd name="T9" fmla="*/ 92 h 99"/>
                  <a:gd name="T10" fmla="*/ 33 w 73"/>
                  <a:gd name="T11" fmla="*/ 99 h 99"/>
                  <a:gd name="T12" fmla="*/ 52 w 73"/>
                  <a:gd name="T13" fmla="*/ 90 h 99"/>
                  <a:gd name="T14" fmla="*/ 64 w 73"/>
                  <a:gd name="T15" fmla="*/ 60 h 99"/>
                  <a:gd name="T16" fmla="*/ 67 w 73"/>
                  <a:gd name="T17" fmla="*/ 31 h 99"/>
                  <a:gd name="T18" fmla="*/ 70 w 73"/>
                  <a:gd name="T19" fmla="*/ 19 h 99"/>
                  <a:gd name="T20" fmla="*/ 73 w 73"/>
                  <a:gd name="T21" fmla="*/ 12 h 99"/>
                  <a:gd name="T22" fmla="*/ 71 w 73"/>
                  <a:gd name="T23" fmla="*/ 8 h 99"/>
                  <a:gd name="T24" fmla="*/ 69 w 73"/>
                  <a:gd name="T25" fmla="*/ 4 h 99"/>
                  <a:gd name="T26" fmla="*/ 67 w 73"/>
                  <a:gd name="T27" fmla="*/ 3 h 99"/>
                  <a:gd name="T28" fmla="*/ 58 w 73"/>
                  <a:gd name="T29" fmla="*/ 0 h 99"/>
                  <a:gd name="T30" fmla="*/ 36 w 73"/>
                  <a:gd name="T31" fmla="*/ 8 h 99"/>
                  <a:gd name="T32" fmla="*/ 17 w 73"/>
                  <a:gd name="T33" fmla="*/ 28 h 99"/>
                  <a:gd name="T34" fmla="*/ 11 w 73"/>
                  <a:gd name="T35" fmla="*/ 48 h 99"/>
                  <a:gd name="T36" fmla="*/ 14 w 73"/>
                  <a:gd name="T37" fmla="*/ 58 h 99"/>
                  <a:gd name="T38" fmla="*/ 24 w 73"/>
                  <a:gd name="T39" fmla="*/ 61 h 99"/>
                  <a:gd name="T40" fmla="*/ 38 w 73"/>
                  <a:gd name="T41" fmla="*/ 56 h 99"/>
                  <a:gd name="T42" fmla="*/ 53 w 73"/>
                  <a:gd name="T43" fmla="*/ 45 h 99"/>
                  <a:gd name="T44" fmla="*/ 46 w 73"/>
                  <a:gd name="T45" fmla="*/ 78 h 99"/>
                  <a:gd name="T46" fmla="*/ 33 w 73"/>
                  <a:gd name="T47" fmla="*/ 87 h 99"/>
                  <a:gd name="T48" fmla="*/ 42 w 73"/>
                  <a:gd name="T49" fmla="*/ 43 h 99"/>
                  <a:gd name="T50" fmla="*/ 27 w 73"/>
                  <a:gd name="T51" fmla="*/ 49 h 99"/>
                  <a:gd name="T52" fmla="*/ 25 w 73"/>
                  <a:gd name="T53" fmla="*/ 46 h 99"/>
                  <a:gd name="T54" fmla="*/ 31 w 73"/>
                  <a:gd name="T55" fmla="*/ 31 h 99"/>
                  <a:gd name="T56" fmla="*/ 43 w 73"/>
                  <a:gd name="T57" fmla="*/ 17 h 99"/>
                  <a:gd name="T58" fmla="*/ 55 w 73"/>
                  <a:gd name="T59" fmla="*/ 12 h 99"/>
                  <a:gd name="T60" fmla="*/ 57 w 73"/>
                  <a:gd name="T61" fmla="*/ 14 h 99"/>
                  <a:gd name="T62" fmla="*/ 58 w 73"/>
                  <a:gd name="T63" fmla="*/ 17 h 99"/>
                  <a:gd name="T64" fmla="*/ 54 w 73"/>
                  <a:gd name="T65" fmla="*/ 29 h 99"/>
                  <a:gd name="T66" fmla="*/ 42 w 73"/>
                  <a:gd name="T67" fmla="*/ 43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3" h="99">
                    <a:moveTo>
                      <a:pt x="33" y="87"/>
                    </a:moveTo>
                    <a:cubicBezTo>
                      <a:pt x="27" y="87"/>
                      <a:pt x="20" y="84"/>
                      <a:pt x="11" y="78"/>
                    </a:cubicBezTo>
                    <a:cubicBezTo>
                      <a:pt x="7" y="76"/>
                      <a:pt x="5" y="74"/>
                      <a:pt x="4" y="74"/>
                    </a:cubicBezTo>
                    <a:cubicBezTo>
                      <a:pt x="1" y="74"/>
                      <a:pt x="0" y="76"/>
                      <a:pt x="0" y="79"/>
                    </a:cubicBezTo>
                    <a:cubicBezTo>
                      <a:pt x="0" y="82"/>
                      <a:pt x="3" y="86"/>
                      <a:pt x="10" y="92"/>
                    </a:cubicBezTo>
                    <a:cubicBezTo>
                      <a:pt x="18" y="97"/>
                      <a:pt x="25" y="99"/>
                      <a:pt x="33" y="99"/>
                    </a:cubicBezTo>
                    <a:cubicBezTo>
                      <a:pt x="40" y="99"/>
                      <a:pt x="46" y="96"/>
                      <a:pt x="52" y="90"/>
                    </a:cubicBezTo>
                    <a:cubicBezTo>
                      <a:pt x="58" y="84"/>
                      <a:pt x="62" y="74"/>
                      <a:pt x="64" y="60"/>
                    </a:cubicBezTo>
                    <a:cubicBezTo>
                      <a:pt x="65" y="45"/>
                      <a:pt x="67" y="35"/>
                      <a:pt x="67" y="31"/>
                    </a:cubicBezTo>
                    <a:cubicBezTo>
                      <a:pt x="68" y="27"/>
                      <a:pt x="69" y="23"/>
                      <a:pt x="70" y="19"/>
                    </a:cubicBezTo>
                    <a:cubicBezTo>
                      <a:pt x="72" y="15"/>
                      <a:pt x="73" y="13"/>
                      <a:pt x="73" y="12"/>
                    </a:cubicBezTo>
                    <a:cubicBezTo>
                      <a:pt x="73" y="11"/>
                      <a:pt x="72" y="10"/>
                      <a:pt x="71" y="8"/>
                    </a:cubicBezTo>
                    <a:cubicBezTo>
                      <a:pt x="71" y="6"/>
                      <a:pt x="70" y="5"/>
                      <a:pt x="69" y="4"/>
                    </a:cubicBezTo>
                    <a:cubicBezTo>
                      <a:pt x="68" y="4"/>
                      <a:pt x="68" y="4"/>
                      <a:pt x="67" y="3"/>
                    </a:cubicBezTo>
                    <a:cubicBezTo>
                      <a:pt x="65" y="1"/>
                      <a:pt x="62" y="0"/>
                      <a:pt x="58" y="0"/>
                    </a:cubicBezTo>
                    <a:cubicBezTo>
                      <a:pt x="52" y="0"/>
                      <a:pt x="44" y="3"/>
                      <a:pt x="36" y="8"/>
                    </a:cubicBezTo>
                    <a:cubicBezTo>
                      <a:pt x="28" y="14"/>
                      <a:pt x="22" y="20"/>
                      <a:pt x="17" y="28"/>
                    </a:cubicBezTo>
                    <a:cubicBezTo>
                      <a:pt x="13" y="35"/>
                      <a:pt x="11" y="42"/>
                      <a:pt x="11" y="48"/>
                    </a:cubicBezTo>
                    <a:cubicBezTo>
                      <a:pt x="11" y="52"/>
                      <a:pt x="12" y="55"/>
                      <a:pt x="14" y="58"/>
                    </a:cubicBezTo>
                    <a:cubicBezTo>
                      <a:pt x="16" y="60"/>
                      <a:pt x="19" y="61"/>
                      <a:pt x="24" y="61"/>
                    </a:cubicBezTo>
                    <a:cubicBezTo>
                      <a:pt x="28" y="61"/>
                      <a:pt x="33" y="60"/>
                      <a:pt x="38" y="56"/>
                    </a:cubicBezTo>
                    <a:cubicBezTo>
                      <a:pt x="44" y="53"/>
                      <a:pt x="49" y="49"/>
                      <a:pt x="53" y="45"/>
                    </a:cubicBezTo>
                    <a:cubicBezTo>
                      <a:pt x="51" y="61"/>
                      <a:pt x="49" y="72"/>
                      <a:pt x="46" y="78"/>
                    </a:cubicBezTo>
                    <a:cubicBezTo>
                      <a:pt x="42" y="84"/>
                      <a:pt x="38" y="87"/>
                      <a:pt x="33" y="87"/>
                    </a:cubicBezTo>
                    <a:close/>
                    <a:moveTo>
                      <a:pt x="42" y="43"/>
                    </a:moveTo>
                    <a:cubicBezTo>
                      <a:pt x="37" y="47"/>
                      <a:pt x="32" y="49"/>
                      <a:pt x="27" y="49"/>
                    </a:cubicBezTo>
                    <a:cubicBezTo>
                      <a:pt x="25" y="49"/>
                      <a:pt x="25" y="48"/>
                      <a:pt x="25" y="46"/>
                    </a:cubicBezTo>
                    <a:cubicBezTo>
                      <a:pt x="25" y="42"/>
                      <a:pt x="27" y="37"/>
                      <a:pt x="31" y="31"/>
                    </a:cubicBezTo>
                    <a:cubicBezTo>
                      <a:pt x="34" y="25"/>
                      <a:pt x="39" y="21"/>
                      <a:pt x="43" y="17"/>
                    </a:cubicBezTo>
                    <a:cubicBezTo>
                      <a:pt x="48" y="14"/>
                      <a:pt x="52" y="12"/>
                      <a:pt x="55" y="12"/>
                    </a:cubicBezTo>
                    <a:cubicBezTo>
                      <a:pt x="56" y="12"/>
                      <a:pt x="56" y="13"/>
                      <a:pt x="57" y="14"/>
                    </a:cubicBezTo>
                    <a:cubicBezTo>
                      <a:pt x="58" y="14"/>
                      <a:pt x="58" y="15"/>
                      <a:pt x="58" y="17"/>
                    </a:cubicBezTo>
                    <a:cubicBezTo>
                      <a:pt x="58" y="19"/>
                      <a:pt x="57" y="23"/>
                      <a:pt x="54" y="29"/>
                    </a:cubicBezTo>
                    <a:cubicBezTo>
                      <a:pt x="51" y="34"/>
                      <a:pt x="47" y="39"/>
                      <a:pt x="42"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 name="Freeform 283"/>
              <p:cNvSpPr>
                <a:spLocks noEditPoints="1"/>
              </p:cNvSpPr>
              <p:nvPr/>
            </p:nvSpPr>
            <p:spPr bwMode="auto">
              <a:xfrm>
                <a:off x="2287588" y="2430463"/>
                <a:ext cx="69850" cy="87313"/>
              </a:xfrm>
              <a:custGeom>
                <a:avLst/>
                <a:gdLst>
                  <a:gd name="T0" fmla="*/ 16 w 54"/>
                  <a:gd name="T1" fmla="*/ 46 h 68"/>
                  <a:gd name="T2" fmla="*/ 41 w 54"/>
                  <a:gd name="T3" fmla="*/ 33 h 68"/>
                  <a:gd name="T4" fmla="*/ 51 w 54"/>
                  <a:gd name="T5" fmla="*/ 14 h 68"/>
                  <a:gd name="T6" fmla="*/ 47 w 54"/>
                  <a:gd name="T7" fmla="*/ 4 h 68"/>
                  <a:gd name="T8" fmla="*/ 36 w 54"/>
                  <a:gd name="T9" fmla="*/ 0 h 68"/>
                  <a:gd name="T10" fmla="*/ 12 w 54"/>
                  <a:gd name="T11" fmla="*/ 14 h 68"/>
                  <a:gd name="T12" fmla="*/ 0 w 54"/>
                  <a:gd name="T13" fmla="*/ 45 h 68"/>
                  <a:gd name="T14" fmla="*/ 6 w 54"/>
                  <a:gd name="T15" fmla="*/ 62 h 68"/>
                  <a:gd name="T16" fmla="*/ 21 w 54"/>
                  <a:gd name="T17" fmla="*/ 68 h 68"/>
                  <a:gd name="T18" fmla="*/ 44 w 54"/>
                  <a:gd name="T19" fmla="*/ 60 h 68"/>
                  <a:gd name="T20" fmla="*/ 54 w 54"/>
                  <a:gd name="T21" fmla="*/ 45 h 68"/>
                  <a:gd name="T22" fmla="*/ 51 w 54"/>
                  <a:gd name="T23" fmla="*/ 41 h 68"/>
                  <a:gd name="T24" fmla="*/ 47 w 54"/>
                  <a:gd name="T25" fmla="*/ 44 h 68"/>
                  <a:gd name="T26" fmla="*/ 23 w 54"/>
                  <a:gd name="T27" fmla="*/ 56 h 68"/>
                  <a:gd name="T28" fmla="*/ 17 w 54"/>
                  <a:gd name="T29" fmla="*/ 53 h 68"/>
                  <a:gd name="T30" fmla="*/ 14 w 54"/>
                  <a:gd name="T31" fmla="*/ 48 h 68"/>
                  <a:gd name="T32" fmla="*/ 16 w 54"/>
                  <a:gd name="T33" fmla="*/ 46 h 68"/>
                  <a:gd name="T34" fmla="*/ 24 w 54"/>
                  <a:gd name="T35" fmla="*/ 19 h 68"/>
                  <a:gd name="T36" fmla="*/ 35 w 54"/>
                  <a:gd name="T37" fmla="*/ 12 h 68"/>
                  <a:gd name="T38" fmla="*/ 37 w 54"/>
                  <a:gd name="T39" fmla="*/ 13 h 68"/>
                  <a:gd name="T40" fmla="*/ 39 w 54"/>
                  <a:gd name="T41" fmla="*/ 16 h 68"/>
                  <a:gd name="T42" fmla="*/ 32 w 54"/>
                  <a:gd name="T43" fmla="*/ 27 h 68"/>
                  <a:gd name="T44" fmla="*/ 15 w 54"/>
                  <a:gd name="T45" fmla="*/ 35 h 68"/>
                  <a:gd name="T46" fmla="*/ 24 w 54"/>
                  <a:gd name="T47" fmla="*/ 1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 h="68">
                    <a:moveTo>
                      <a:pt x="16" y="46"/>
                    </a:moveTo>
                    <a:cubicBezTo>
                      <a:pt x="26" y="44"/>
                      <a:pt x="34" y="39"/>
                      <a:pt x="41" y="33"/>
                    </a:cubicBezTo>
                    <a:cubicBezTo>
                      <a:pt x="47" y="27"/>
                      <a:pt x="51" y="21"/>
                      <a:pt x="51" y="14"/>
                    </a:cubicBezTo>
                    <a:cubicBezTo>
                      <a:pt x="51" y="10"/>
                      <a:pt x="49" y="7"/>
                      <a:pt x="47" y="4"/>
                    </a:cubicBezTo>
                    <a:cubicBezTo>
                      <a:pt x="44" y="2"/>
                      <a:pt x="41" y="0"/>
                      <a:pt x="36" y="0"/>
                    </a:cubicBezTo>
                    <a:cubicBezTo>
                      <a:pt x="28" y="0"/>
                      <a:pt x="19" y="5"/>
                      <a:pt x="12" y="14"/>
                    </a:cubicBezTo>
                    <a:cubicBezTo>
                      <a:pt x="4" y="24"/>
                      <a:pt x="0" y="34"/>
                      <a:pt x="0" y="45"/>
                    </a:cubicBezTo>
                    <a:cubicBezTo>
                      <a:pt x="0" y="52"/>
                      <a:pt x="2" y="58"/>
                      <a:pt x="6" y="62"/>
                    </a:cubicBezTo>
                    <a:cubicBezTo>
                      <a:pt x="10" y="66"/>
                      <a:pt x="15" y="68"/>
                      <a:pt x="21" y="68"/>
                    </a:cubicBezTo>
                    <a:cubicBezTo>
                      <a:pt x="30" y="68"/>
                      <a:pt x="37" y="65"/>
                      <a:pt x="44" y="60"/>
                    </a:cubicBezTo>
                    <a:cubicBezTo>
                      <a:pt x="51" y="54"/>
                      <a:pt x="54" y="49"/>
                      <a:pt x="54" y="45"/>
                    </a:cubicBezTo>
                    <a:cubicBezTo>
                      <a:pt x="54" y="43"/>
                      <a:pt x="53" y="41"/>
                      <a:pt x="51" y="41"/>
                    </a:cubicBezTo>
                    <a:cubicBezTo>
                      <a:pt x="49" y="41"/>
                      <a:pt x="48" y="42"/>
                      <a:pt x="47" y="44"/>
                    </a:cubicBezTo>
                    <a:cubicBezTo>
                      <a:pt x="39" y="52"/>
                      <a:pt x="31" y="56"/>
                      <a:pt x="23" y="56"/>
                    </a:cubicBezTo>
                    <a:cubicBezTo>
                      <a:pt x="21" y="56"/>
                      <a:pt x="18" y="55"/>
                      <a:pt x="17" y="53"/>
                    </a:cubicBezTo>
                    <a:cubicBezTo>
                      <a:pt x="15" y="52"/>
                      <a:pt x="14" y="50"/>
                      <a:pt x="14" y="48"/>
                    </a:cubicBezTo>
                    <a:cubicBezTo>
                      <a:pt x="14" y="47"/>
                      <a:pt x="15" y="46"/>
                      <a:pt x="16" y="46"/>
                    </a:cubicBezTo>
                    <a:close/>
                    <a:moveTo>
                      <a:pt x="24" y="19"/>
                    </a:moveTo>
                    <a:cubicBezTo>
                      <a:pt x="28" y="14"/>
                      <a:pt x="31" y="12"/>
                      <a:pt x="35" y="12"/>
                    </a:cubicBezTo>
                    <a:cubicBezTo>
                      <a:pt x="36" y="12"/>
                      <a:pt x="37" y="12"/>
                      <a:pt x="37" y="13"/>
                    </a:cubicBezTo>
                    <a:cubicBezTo>
                      <a:pt x="38" y="14"/>
                      <a:pt x="39" y="15"/>
                      <a:pt x="39" y="16"/>
                    </a:cubicBezTo>
                    <a:cubicBezTo>
                      <a:pt x="39" y="20"/>
                      <a:pt x="36" y="23"/>
                      <a:pt x="32" y="27"/>
                    </a:cubicBezTo>
                    <a:cubicBezTo>
                      <a:pt x="27" y="31"/>
                      <a:pt x="22" y="34"/>
                      <a:pt x="15" y="35"/>
                    </a:cubicBezTo>
                    <a:cubicBezTo>
                      <a:pt x="17" y="30"/>
                      <a:pt x="19" y="24"/>
                      <a:pt x="24"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 name="Freeform 284"/>
              <p:cNvSpPr>
                <a:spLocks noEditPoints="1"/>
              </p:cNvSpPr>
              <p:nvPr/>
            </p:nvSpPr>
            <p:spPr bwMode="auto">
              <a:xfrm>
                <a:off x="2428876" y="2433638"/>
                <a:ext cx="74613" cy="84138"/>
              </a:xfrm>
              <a:custGeom>
                <a:avLst/>
                <a:gdLst>
                  <a:gd name="T0" fmla="*/ 41 w 57"/>
                  <a:gd name="T1" fmla="*/ 57 h 66"/>
                  <a:gd name="T2" fmla="*/ 56 w 57"/>
                  <a:gd name="T3" fmla="*/ 34 h 66"/>
                  <a:gd name="T4" fmla="*/ 56 w 57"/>
                  <a:gd name="T5" fmla="*/ 34 h 66"/>
                  <a:gd name="T6" fmla="*/ 57 w 57"/>
                  <a:gd name="T7" fmla="*/ 25 h 66"/>
                  <a:gd name="T8" fmla="*/ 51 w 57"/>
                  <a:gd name="T9" fmla="*/ 8 h 66"/>
                  <a:gd name="T10" fmla="*/ 35 w 57"/>
                  <a:gd name="T11" fmla="*/ 0 h 66"/>
                  <a:gd name="T12" fmla="*/ 10 w 57"/>
                  <a:gd name="T13" fmla="*/ 15 h 66"/>
                  <a:gd name="T14" fmla="*/ 0 w 57"/>
                  <a:gd name="T15" fmla="*/ 44 h 66"/>
                  <a:gd name="T16" fmla="*/ 6 w 57"/>
                  <a:gd name="T17" fmla="*/ 60 h 66"/>
                  <a:gd name="T18" fmla="*/ 20 w 57"/>
                  <a:gd name="T19" fmla="*/ 66 h 66"/>
                  <a:gd name="T20" fmla="*/ 41 w 57"/>
                  <a:gd name="T21" fmla="*/ 57 h 66"/>
                  <a:gd name="T22" fmla="*/ 16 w 57"/>
                  <a:gd name="T23" fmla="*/ 51 h 66"/>
                  <a:gd name="T24" fmla="*/ 14 w 57"/>
                  <a:gd name="T25" fmla="*/ 43 h 66"/>
                  <a:gd name="T26" fmla="*/ 18 w 57"/>
                  <a:gd name="T27" fmla="*/ 27 h 66"/>
                  <a:gd name="T28" fmla="*/ 26 w 57"/>
                  <a:gd name="T29" fmla="*/ 16 h 66"/>
                  <a:gd name="T30" fmla="*/ 26 w 57"/>
                  <a:gd name="T31" fmla="*/ 16 h 66"/>
                  <a:gd name="T32" fmla="*/ 34 w 57"/>
                  <a:gd name="T33" fmla="*/ 13 h 66"/>
                  <a:gd name="T34" fmla="*/ 41 w 57"/>
                  <a:gd name="T35" fmla="*/ 16 h 66"/>
                  <a:gd name="T36" fmla="*/ 43 w 57"/>
                  <a:gd name="T37" fmla="*/ 26 h 66"/>
                  <a:gd name="T38" fmla="*/ 36 w 57"/>
                  <a:gd name="T39" fmla="*/ 45 h 66"/>
                  <a:gd name="T40" fmla="*/ 21 w 57"/>
                  <a:gd name="T41" fmla="*/ 54 h 66"/>
                  <a:gd name="T42" fmla="*/ 16 w 57"/>
                  <a:gd name="T43" fmla="*/ 51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 h="66">
                    <a:moveTo>
                      <a:pt x="41" y="57"/>
                    </a:moveTo>
                    <a:cubicBezTo>
                      <a:pt x="49" y="51"/>
                      <a:pt x="54" y="43"/>
                      <a:pt x="56" y="34"/>
                    </a:cubicBezTo>
                    <a:cubicBezTo>
                      <a:pt x="56" y="34"/>
                      <a:pt x="56" y="34"/>
                      <a:pt x="56" y="34"/>
                    </a:cubicBezTo>
                    <a:cubicBezTo>
                      <a:pt x="57" y="31"/>
                      <a:pt x="57" y="28"/>
                      <a:pt x="57" y="25"/>
                    </a:cubicBezTo>
                    <a:cubicBezTo>
                      <a:pt x="57" y="18"/>
                      <a:pt x="55" y="13"/>
                      <a:pt x="51" y="8"/>
                    </a:cubicBezTo>
                    <a:cubicBezTo>
                      <a:pt x="47" y="3"/>
                      <a:pt x="42" y="0"/>
                      <a:pt x="35" y="0"/>
                    </a:cubicBezTo>
                    <a:cubicBezTo>
                      <a:pt x="25" y="0"/>
                      <a:pt x="17" y="5"/>
                      <a:pt x="10" y="15"/>
                    </a:cubicBezTo>
                    <a:cubicBezTo>
                      <a:pt x="3" y="25"/>
                      <a:pt x="0" y="34"/>
                      <a:pt x="0" y="44"/>
                    </a:cubicBezTo>
                    <a:cubicBezTo>
                      <a:pt x="0" y="50"/>
                      <a:pt x="2" y="56"/>
                      <a:pt x="6" y="60"/>
                    </a:cubicBezTo>
                    <a:cubicBezTo>
                      <a:pt x="9" y="64"/>
                      <a:pt x="14" y="66"/>
                      <a:pt x="20" y="66"/>
                    </a:cubicBezTo>
                    <a:cubicBezTo>
                      <a:pt x="27" y="66"/>
                      <a:pt x="34" y="63"/>
                      <a:pt x="41" y="57"/>
                    </a:cubicBezTo>
                    <a:close/>
                    <a:moveTo>
                      <a:pt x="16" y="51"/>
                    </a:moveTo>
                    <a:cubicBezTo>
                      <a:pt x="15" y="49"/>
                      <a:pt x="14" y="46"/>
                      <a:pt x="14" y="43"/>
                    </a:cubicBezTo>
                    <a:cubicBezTo>
                      <a:pt x="14" y="38"/>
                      <a:pt x="15" y="32"/>
                      <a:pt x="18" y="27"/>
                    </a:cubicBezTo>
                    <a:cubicBezTo>
                      <a:pt x="21" y="22"/>
                      <a:pt x="23" y="18"/>
                      <a:pt x="26" y="16"/>
                    </a:cubicBezTo>
                    <a:cubicBezTo>
                      <a:pt x="26" y="16"/>
                      <a:pt x="26" y="16"/>
                      <a:pt x="26" y="16"/>
                    </a:cubicBezTo>
                    <a:cubicBezTo>
                      <a:pt x="28" y="14"/>
                      <a:pt x="31" y="13"/>
                      <a:pt x="34" y="13"/>
                    </a:cubicBezTo>
                    <a:cubicBezTo>
                      <a:pt x="37" y="13"/>
                      <a:pt x="39" y="14"/>
                      <a:pt x="41" y="16"/>
                    </a:cubicBezTo>
                    <a:cubicBezTo>
                      <a:pt x="42" y="19"/>
                      <a:pt x="43" y="22"/>
                      <a:pt x="43" y="26"/>
                    </a:cubicBezTo>
                    <a:cubicBezTo>
                      <a:pt x="43" y="33"/>
                      <a:pt x="41" y="40"/>
                      <a:pt x="36" y="45"/>
                    </a:cubicBezTo>
                    <a:cubicBezTo>
                      <a:pt x="30" y="51"/>
                      <a:pt x="25" y="54"/>
                      <a:pt x="21" y="54"/>
                    </a:cubicBezTo>
                    <a:cubicBezTo>
                      <a:pt x="19" y="54"/>
                      <a:pt x="17" y="53"/>
                      <a:pt x="1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 name="Freeform 285"/>
              <p:cNvSpPr>
                <a:spLocks/>
              </p:cNvSpPr>
              <p:nvPr/>
            </p:nvSpPr>
            <p:spPr bwMode="auto">
              <a:xfrm>
                <a:off x="2516188" y="2384426"/>
                <a:ext cx="63500" cy="138113"/>
              </a:xfrm>
              <a:custGeom>
                <a:avLst/>
                <a:gdLst>
                  <a:gd name="T0" fmla="*/ 38 w 49"/>
                  <a:gd name="T1" fmla="*/ 29 h 107"/>
                  <a:gd name="T2" fmla="*/ 41 w 49"/>
                  <a:gd name="T3" fmla="*/ 30 h 107"/>
                  <a:gd name="T4" fmla="*/ 47 w 49"/>
                  <a:gd name="T5" fmla="*/ 24 h 107"/>
                  <a:gd name="T6" fmla="*/ 49 w 49"/>
                  <a:gd name="T7" fmla="*/ 14 h 107"/>
                  <a:gd name="T8" fmla="*/ 45 w 49"/>
                  <a:gd name="T9" fmla="*/ 4 h 107"/>
                  <a:gd name="T10" fmla="*/ 35 w 49"/>
                  <a:gd name="T11" fmla="*/ 0 h 107"/>
                  <a:gd name="T12" fmla="*/ 19 w 49"/>
                  <a:gd name="T13" fmla="*/ 8 h 107"/>
                  <a:gd name="T14" fmla="*/ 9 w 49"/>
                  <a:gd name="T15" fmla="*/ 35 h 107"/>
                  <a:gd name="T16" fmla="*/ 7 w 49"/>
                  <a:gd name="T17" fmla="*/ 42 h 107"/>
                  <a:gd name="T18" fmla="*/ 5 w 49"/>
                  <a:gd name="T19" fmla="*/ 45 h 107"/>
                  <a:gd name="T20" fmla="*/ 0 w 49"/>
                  <a:gd name="T21" fmla="*/ 52 h 107"/>
                  <a:gd name="T22" fmla="*/ 4 w 49"/>
                  <a:gd name="T23" fmla="*/ 57 h 107"/>
                  <a:gd name="T24" fmla="*/ 5 w 49"/>
                  <a:gd name="T25" fmla="*/ 58 h 107"/>
                  <a:gd name="T26" fmla="*/ 3 w 49"/>
                  <a:gd name="T27" fmla="*/ 76 h 107"/>
                  <a:gd name="T28" fmla="*/ 1 w 49"/>
                  <a:gd name="T29" fmla="*/ 97 h 107"/>
                  <a:gd name="T30" fmla="*/ 9 w 49"/>
                  <a:gd name="T31" fmla="*/ 107 h 107"/>
                  <a:gd name="T32" fmla="*/ 14 w 49"/>
                  <a:gd name="T33" fmla="*/ 106 h 107"/>
                  <a:gd name="T34" fmla="*/ 16 w 49"/>
                  <a:gd name="T35" fmla="*/ 102 h 107"/>
                  <a:gd name="T36" fmla="*/ 16 w 49"/>
                  <a:gd name="T37" fmla="*/ 92 h 107"/>
                  <a:gd name="T38" fmla="*/ 16 w 49"/>
                  <a:gd name="T39" fmla="*/ 82 h 107"/>
                  <a:gd name="T40" fmla="*/ 17 w 49"/>
                  <a:gd name="T41" fmla="*/ 72 h 107"/>
                  <a:gd name="T42" fmla="*/ 17 w 49"/>
                  <a:gd name="T43" fmla="*/ 72 h 107"/>
                  <a:gd name="T44" fmla="*/ 19 w 49"/>
                  <a:gd name="T45" fmla="*/ 57 h 107"/>
                  <a:gd name="T46" fmla="*/ 25 w 49"/>
                  <a:gd name="T47" fmla="*/ 56 h 107"/>
                  <a:gd name="T48" fmla="*/ 38 w 49"/>
                  <a:gd name="T49" fmla="*/ 54 h 107"/>
                  <a:gd name="T50" fmla="*/ 44 w 49"/>
                  <a:gd name="T51" fmla="*/ 48 h 107"/>
                  <a:gd name="T52" fmla="*/ 39 w 49"/>
                  <a:gd name="T53" fmla="*/ 45 h 107"/>
                  <a:gd name="T54" fmla="*/ 22 w 49"/>
                  <a:gd name="T55" fmla="*/ 45 h 107"/>
                  <a:gd name="T56" fmla="*/ 21 w 49"/>
                  <a:gd name="T57" fmla="*/ 44 h 107"/>
                  <a:gd name="T58" fmla="*/ 25 w 49"/>
                  <a:gd name="T59" fmla="*/ 24 h 107"/>
                  <a:gd name="T60" fmla="*/ 33 w 49"/>
                  <a:gd name="T61" fmla="*/ 12 h 107"/>
                  <a:gd name="T62" fmla="*/ 37 w 49"/>
                  <a:gd name="T63" fmla="*/ 21 h 107"/>
                  <a:gd name="T64" fmla="*/ 37 w 49"/>
                  <a:gd name="T65" fmla="*/ 26 h 107"/>
                  <a:gd name="T66" fmla="*/ 38 w 49"/>
                  <a:gd name="T67" fmla="*/ 29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9" h="107">
                    <a:moveTo>
                      <a:pt x="38" y="29"/>
                    </a:moveTo>
                    <a:cubicBezTo>
                      <a:pt x="39" y="30"/>
                      <a:pt x="40" y="30"/>
                      <a:pt x="41" y="30"/>
                    </a:cubicBezTo>
                    <a:cubicBezTo>
                      <a:pt x="43" y="30"/>
                      <a:pt x="45" y="28"/>
                      <a:pt x="47" y="24"/>
                    </a:cubicBezTo>
                    <a:cubicBezTo>
                      <a:pt x="49" y="21"/>
                      <a:pt x="49" y="17"/>
                      <a:pt x="49" y="14"/>
                    </a:cubicBezTo>
                    <a:cubicBezTo>
                      <a:pt x="49" y="10"/>
                      <a:pt x="48" y="7"/>
                      <a:pt x="45" y="4"/>
                    </a:cubicBezTo>
                    <a:cubicBezTo>
                      <a:pt x="43" y="2"/>
                      <a:pt x="39" y="0"/>
                      <a:pt x="35" y="0"/>
                    </a:cubicBezTo>
                    <a:cubicBezTo>
                      <a:pt x="28" y="0"/>
                      <a:pt x="23" y="3"/>
                      <a:pt x="19" y="8"/>
                    </a:cubicBezTo>
                    <a:cubicBezTo>
                      <a:pt x="14" y="13"/>
                      <a:pt x="11" y="22"/>
                      <a:pt x="9" y="35"/>
                    </a:cubicBezTo>
                    <a:cubicBezTo>
                      <a:pt x="8" y="38"/>
                      <a:pt x="8" y="40"/>
                      <a:pt x="7" y="42"/>
                    </a:cubicBezTo>
                    <a:cubicBezTo>
                      <a:pt x="7" y="43"/>
                      <a:pt x="6" y="44"/>
                      <a:pt x="5" y="45"/>
                    </a:cubicBezTo>
                    <a:cubicBezTo>
                      <a:pt x="2" y="48"/>
                      <a:pt x="0" y="50"/>
                      <a:pt x="0" y="52"/>
                    </a:cubicBezTo>
                    <a:cubicBezTo>
                      <a:pt x="0" y="54"/>
                      <a:pt x="2" y="55"/>
                      <a:pt x="4" y="57"/>
                    </a:cubicBezTo>
                    <a:cubicBezTo>
                      <a:pt x="5" y="57"/>
                      <a:pt x="5" y="57"/>
                      <a:pt x="5" y="58"/>
                    </a:cubicBezTo>
                    <a:cubicBezTo>
                      <a:pt x="5" y="62"/>
                      <a:pt x="4" y="68"/>
                      <a:pt x="3" y="76"/>
                    </a:cubicBezTo>
                    <a:cubicBezTo>
                      <a:pt x="2" y="87"/>
                      <a:pt x="1" y="94"/>
                      <a:pt x="1" y="97"/>
                    </a:cubicBezTo>
                    <a:cubicBezTo>
                      <a:pt x="1" y="104"/>
                      <a:pt x="3" y="107"/>
                      <a:pt x="9" y="107"/>
                    </a:cubicBezTo>
                    <a:cubicBezTo>
                      <a:pt x="10" y="107"/>
                      <a:pt x="12" y="107"/>
                      <a:pt x="14" y="106"/>
                    </a:cubicBezTo>
                    <a:cubicBezTo>
                      <a:pt x="15" y="105"/>
                      <a:pt x="16" y="104"/>
                      <a:pt x="16" y="102"/>
                    </a:cubicBezTo>
                    <a:cubicBezTo>
                      <a:pt x="16" y="98"/>
                      <a:pt x="16" y="95"/>
                      <a:pt x="16" y="92"/>
                    </a:cubicBezTo>
                    <a:cubicBezTo>
                      <a:pt x="16" y="89"/>
                      <a:pt x="16" y="85"/>
                      <a:pt x="16" y="82"/>
                    </a:cubicBezTo>
                    <a:cubicBezTo>
                      <a:pt x="17" y="72"/>
                      <a:pt x="17" y="72"/>
                      <a:pt x="17" y="72"/>
                    </a:cubicBezTo>
                    <a:cubicBezTo>
                      <a:pt x="17" y="72"/>
                      <a:pt x="17" y="72"/>
                      <a:pt x="17" y="72"/>
                    </a:cubicBezTo>
                    <a:cubicBezTo>
                      <a:pt x="18" y="67"/>
                      <a:pt x="18" y="62"/>
                      <a:pt x="19" y="57"/>
                    </a:cubicBezTo>
                    <a:cubicBezTo>
                      <a:pt x="20" y="56"/>
                      <a:pt x="22" y="56"/>
                      <a:pt x="25" y="56"/>
                    </a:cubicBezTo>
                    <a:cubicBezTo>
                      <a:pt x="29" y="56"/>
                      <a:pt x="34" y="55"/>
                      <a:pt x="38" y="54"/>
                    </a:cubicBezTo>
                    <a:cubicBezTo>
                      <a:pt x="42" y="53"/>
                      <a:pt x="44" y="51"/>
                      <a:pt x="44" y="48"/>
                    </a:cubicBezTo>
                    <a:cubicBezTo>
                      <a:pt x="44" y="46"/>
                      <a:pt x="42" y="44"/>
                      <a:pt x="39" y="45"/>
                    </a:cubicBezTo>
                    <a:cubicBezTo>
                      <a:pt x="35" y="45"/>
                      <a:pt x="30" y="45"/>
                      <a:pt x="22" y="45"/>
                    </a:cubicBezTo>
                    <a:cubicBezTo>
                      <a:pt x="21" y="45"/>
                      <a:pt x="21" y="44"/>
                      <a:pt x="21" y="44"/>
                    </a:cubicBezTo>
                    <a:cubicBezTo>
                      <a:pt x="21" y="38"/>
                      <a:pt x="22" y="32"/>
                      <a:pt x="25" y="24"/>
                    </a:cubicBezTo>
                    <a:cubicBezTo>
                      <a:pt x="27" y="16"/>
                      <a:pt x="30" y="12"/>
                      <a:pt x="33" y="12"/>
                    </a:cubicBezTo>
                    <a:cubicBezTo>
                      <a:pt x="36" y="12"/>
                      <a:pt x="37" y="15"/>
                      <a:pt x="37" y="21"/>
                    </a:cubicBezTo>
                    <a:cubicBezTo>
                      <a:pt x="37" y="26"/>
                      <a:pt x="37" y="26"/>
                      <a:pt x="37" y="26"/>
                    </a:cubicBezTo>
                    <a:cubicBezTo>
                      <a:pt x="37" y="27"/>
                      <a:pt x="37" y="28"/>
                      <a:pt x="38"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 name="Freeform 286"/>
              <p:cNvSpPr>
                <a:spLocks/>
              </p:cNvSpPr>
              <p:nvPr/>
            </p:nvSpPr>
            <p:spPr bwMode="auto">
              <a:xfrm>
                <a:off x="2627313" y="2427288"/>
                <a:ext cx="61913" cy="92075"/>
              </a:xfrm>
              <a:custGeom>
                <a:avLst/>
                <a:gdLst>
                  <a:gd name="T0" fmla="*/ 26 w 48"/>
                  <a:gd name="T1" fmla="*/ 57 h 71"/>
                  <a:gd name="T2" fmla="*/ 15 w 48"/>
                  <a:gd name="T3" fmla="*/ 59 h 71"/>
                  <a:gd name="T4" fmla="*/ 10 w 48"/>
                  <a:gd name="T5" fmla="*/ 58 h 71"/>
                  <a:gd name="T6" fmla="*/ 7 w 48"/>
                  <a:gd name="T7" fmla="*/ 57 h 71"/>
                  <a:gd name="T8" fmla="*/ 2 w 48"/>
                  <a:gd name="T9" fmla="*/ 59 h 71"/>
                  <a:gd name="T10" fmla="*/ 0 w 48"/>
                  <a:gd name="T11" fmla="*/ 64 h 71"/>
                  <a:gd name="T12" fmla="*/ 10 w 48"/>
                  <a:gd name="T13" fmla="*/ 71 h 71"/>
                  <a:gd name="T14" fmla="*/ 36 w 48"/>
                  <a:gd name="T15" fmla="*/ 66 h 71"/>
                  <a:gd name="T16" fmla="*/ 47 w 48"/>
                  <a:gd name="T17" fmla="*/ 51 h 71"/>
                  <a:gd name="T18" fmla="*/ 44 w 48"/>
                  <a:gd name="T19" fmla="*/ 43 h 71"/>
                  <a:gd name="T20" fmla="*/ 31 w 48"/>
                  <a:gd name="T21" fmla="*/ 34 h 71"/>
                  <a:gd name="T22" fmla="*/ 22 w 48"/>
                  <a:gd name="T23" fmla="*/ 29 h 71"/>
                  <a:gd name="T24" fmla="*/ 20 w 48"/>
                  <a:gd name="T25" fmla="*/ 25 h 71"/>
                  <a:gd name="T26" fmla="*/ 26 w 48"/>
                  <a:gd name="T27" fmla="*/ 17 h 71"/>
                  <a:gd name="T28" fmla="*/ 37 w 48"/>
                  <a:gd name="T29" fmla="*/ 13 h 71"/>
                  <a:gd name="T30" fmla="*/ 40 w 48"/>
                  <a:gd name="T31" fmla="*/ 14 h 71"/>
                  <a:gd name="T32" fmla="*/ 42 w 48"/>
                  <a:gd name="T33" fmla="*/ 15 h 71"/>
                  <a:gd name="T34" fmla="*/ 46 w 48"/>
                  <a:gd name="T35" fmla="*/ 13 h 71"/>
                  <a:gd name="T36" fmla="*/ 48 w 48"/>
                  <a:gd name="T37" fmla="*/ 9 h 71"/>
                  <a:gd name="T38" fmla="*/ 38 w 48"/>
                  <a:gd name="T39" fmla="*/ 0 h 71"/>
                  <a:gd name="T40" fmla="*/ 17 w 48"/>
                  <a:gd name="T41" fmla="*/ 8 h 71"/>
                  <a:gd name="T42" fmla="*/ 5 w 48"/>
                  <a:gd name="T43" fmla="*/ 26 h 71"/>
                  <a:gd name="T44" fmla="*/ 9 w 48"/>
                  <a:gd name="T45" fmla="*/ 35 h 71"/>
                  <a:gd name="T46" fmla="*/ 24 w 48"/>
                  <a:gd name="T47" fmla="*/ 45 h 71"/>
                  <a:gd name="T48" fmla="*/ 34 w 48"/>
                  <a:gd name="T49" fmla="*/ 53 h 71"/>
                  <a:gd name="T50" fmla="*/ 26 w 48"/>
                  <a:gd name="T51" fmla="*/ 5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71">
                    <a:moveTo>
                      <a:pt x="26" y="57"/>
                    </a:moveTo>
                    <a:cubicBezTo>
                      <a:pt x="22" y="58"/>
                      <a:pt x="18" y="59"/>
                      <a:pt x="15" y="59"/>
                    </a:cubicBezTo>
                    <a:cubicBezTo>
                      <a:pt x="13" y="59"/>
                      <a:pt x="12" y="58"/>
                      <a:pt x="10" y="58"/>
                    </a:cubicBezTo>
                    <a:cubicBezTo>
                      <a:pt x="9" y="57"/>
                      <a:pt x="8" y="57"/>
                      <a:pt x="7" y="57"/>
                    </a:cubicBezTo>
                    <a:cubicBezTo>
                      <a:pt x="5" y="57"/>
                      <a:pt x="3" y="58"/>
                      <a:pt x="2" y="59"/>
                    </a:cubicBezTo>
                    <a:cubicBezTo>
                      <a:pt x="1" y="60"/>
                      <a:pt x="0" y="62"/>
                      <a:pt x="0" y="64"/>
                    </a:cubicBezTo>
                    <a:cubicBezTo>
                      <a:pt x="0" y="69"/>
                      <a:pt x="3" y="71"/>
                      <a:pt x="10" y="71"/>
                    </a:cubicBezTo>
                    <a:cubicBezTo>
                      <a:pt x="20" y="71"/>
                      <a:pt x="28" y="69"/>
                      <a:pt x="36" y="66"/>
                    </a:cubicBezTo>
                    <a:cubicBezTo>
                      <a:pt x="44" y="62"/>
                      <a:pt x="47" y="57"/>
                      <a:pt x="47" y="51"/>
                    </a:cubicBezTo>
                    <a:cubicBezTo>
                      <a:pt x="47" y="48"/>
                      <a:pt x="46" y="46"/>
                      <a:pt x="44" y="43"/>
                    </a:cubicBezTo>
                    <a:cubicBezTo>
                      <a:pt x="42" y="40"/>
                      <a:pt x="38" y="38"/>
                      <a:pt x="31" y="34"/>
                    </a:cubicBezTo>
                    <a:cubicBezTo>
                      <a:pt x="27" y="32"/>
                      <a:pt x="24" y="31"/>
                      <a:pt x="22" y="29"/>
                    </a:cubicBezTo>
                    <a:cubicBezTo>
                      <a:pt x="21" y="28"/>
                      <a:pt x="20" y="26"/>
                      <a:pt x="20" y="25"/>
                    </a:cubicBezTo>
                    <a:cubicBezTo>
                      <a:pt x="20" y="22"/>
                      <a:pt x="22" y="19"/>
                      <a:pt x="26" y="17"/>
                    </a:cubicBezTo>
                    <a:cubicBezTo>
                      <a:pt x="30" y="14"/>
                      <a:pt x="34" y="13"/>
                      <a:pt x="37" y="13"/>
                    </a:cubicBezTo>
                    <a:cubicBezTo>
                      <a:pt x="38" y="13"/>
                      <a:pt x="39" y="13"/>
                      <a:pt x="40" y="14"/>
                    </a:cubicBezTo>
                    <a:cubicBezTo>
                      <a:pt x="41" y="14"/>
                      <a:pt x="42" y="15"/>
                      <a:pt x="42" y="15"/>
                    </a:cubicBezTo>
                    <a:cubicBezTo>
                      <a:pt x="43" y="15"/>
                      <a:pt x="44" y="14"/>
                      <a:pt x="46" y="13"/>
                    </a:cubicBezTo>
                    <a:cubicBezTo>
                      <a:pt x="47" y="12"/>
                      <a:pt x="48" y="10"/>
                      <a:pt x="48" y="9"/>
                    </a:cubicBezTo>
                    <a:cubicBezTo>
                      <a:pt x="48" y="3"/>
                      <a:pt x="45" y="0"/>
                      <a:pt x="38" y="0"/>
                    </a:cubicBezTo>
                    <a:cubicBezTo>
                      <a:pt x="32" y="0"/>
                      <a:pt x="25" y="3"/>
                      <a:pt x="17" y="8"/>
                    </a:cubicBezTo>
                    <a:cubicBezTo>
                      <a:pt x="9" y="13"/>
                      <a:pt x="5" y="19"/>
                      <a:pt x="5" y="26"/>
                    </a:cubicBezTo>
                    <a:cubicBezTo>
                      <a:pt x="5" y="29"/>
                      <a:pt x="7" y="32"/>
                      <a:pt x="9" y="35"/>
                    </a:cubicBezTo>
                    <a:cubicBezTo>
                      <a:pt x="11" y="38"/>
                      <a:pt x="16" y="41"/>
                      <a:pt x="24" y="45"/>
                    </a:cubicBezTo>
                    <a:cubicBezTo>
                      <a:pt x="30" y="48"/>
                      <a:pt x="34" y="50"/>
                      <a:pt x="34" y="53"/>
                    </a:cubicBezTo>
                    <a:cubicBezTo>
                      <a:pt x="33" y="54"/>
                      <a:pt x="30" y="56"/>
                      <a:pt x="2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 name="Freeform 287"/>
              <p:cNvSpPr>
                <a:spLocks/>
              </p:cNvSpPr>
              <p:nvPr/>
            </p:nvSpPr>
            <p:spPr bwMode="auto">
              <a:xfrm>
                <a:off x="2697163" y="2430463"/>
                <a:ext cx="66675" cy="87313"/>
              </a:xfrm>
              <a:custGeom>
                <a:avLst/>
                <a:gdLst>
                  <a:gd name="T0" fmla="*/ 33 w 52"/>
                  <a:gd name="T1" fmla="*/ 13 h 68"/>
                  <a:gd name="T2" fmla="*/ 36 w 52"/>
                  <a:gd name="T3" fmla="*/ 19 h 68"/>
                  <a:gd name="T4" fmla="*/ 43 w 52"/>
                  <a:gd name="T5" fmla="*/ 26 h 68"/>
                  <a:gd name="T6" fmla="*/ 47 w 52"/>
                  <a:gd name="T7" fmla="*/ 25 h 68"/>
                  <a:gd name="T8" fmla="*/ 49 w 52"/>
                  <a:gd name="T9" fmla="*/ 17 h 68"/>
                  <a:gd name="T10" fmla="*/ 45 w 52"/>
                  <a:gd name="T11" fmla="*/ 6 h 68"/>
                  <a:gd name="T12" fmla="*/ 35 w 52"/>
                  <a:gd name="T13" fmla="*/ 0 h 68"/>
                  <a:gd name="T14" fmla="*/ 12 w 52"/>
                  <a:gd name="T15" fmla="*/ 17 h 68"/>
                  <a:gd name="T16" fmla="*/ 0 w 52"/>
                  <a:gd name="T17" fmla="*/ 49 h 68"/>
                  <a:gd name="T18" fmla="*/ 5 w 52"/>
                  <a:gd name="T19" fmla="*/ 63 h 68"/>
                  <a:gd name="T20" fmla="*/ 20 w 52"/>
                  <a:gd name="T21" fmla="*/ 68 h 68"/>
                  <a:gd name="T22" fmla="*/ 41 w 52"/>
                  <a:gd name="T23" fmla="*/ 61 h 68"/>
                  <a:gd name="T24" fmla="*/ 52 w 52"/>
                  <a:gd name="T25" fmla="*/ 50 h 68"/>
                  <a:gd name="T26" fmla="*/ 48 w 52"/>
                  <a:gd name="T27" fmla="*/ 46 h 68"/>
                  <a:gd name="T28" fmla="*/ 41 w 52"/>
                  <a:gd name="T29" fmla="*/ 50 h 68"/>
                  <a:gd name="T30" fmla="*/ 22 w 52"/>
                  <a:gd name="T31" fmla="*/ 56 h 68"/>
                  <a:gd name="T32" fmla="*/ 14 w 52"/>
                  <a:gd name="T33" fmla="*/ 48 h 68"/>
                  <a:gd name="T34" fmla="*/ 21 w 52"/>
                  <a:gd name="T35" fmla="*/ 26 h 68"/>
                  <a:gd name="T36" fmla="*/ 33 w 52"/>
                  <a:gd name="T37" fmla="*/ 1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68">
                    <a:moveTo>
                      <a:pt x="33" y="13"/>
                    </a:moveTo>
                    <a:cubicBezTo>
                      <a:pt x="35" y="13"/>
                      <a:pt x="36" y="15"/>
                      <a:pt x="36" y="19"/>
                    </a:cubicBezTo>
                    <a:cubicBezTo>
                      <a:pt x="37" y="24"/>
                      <a:pt x="39" y="26"/>
                      <a:pt x="43" y="26"/>
                    </a:cubicBezTo>
                    <a:cubicBezTo>
                      <a:pt x="44" y="26"/>
                      <a:pt x="45" y="26"/>
                      <a:pt x="47" y="25"/>
                    </a:cubicBezTo>
                    <a:cubicBezTo>
                      <a:pt x="48" y="23"/>
                      <a:pt x="49" y="21"/>
                      <a:pt x="49" y="17"/>
                    </a:cubicBezTo>
                    <a:cubicBezTo>
                      <a:pt x="49" y="13"/>
                      <a:pt x="47" y="9"/>
                      <a:pt x="45" y="6"/>
                    </a:cubicBezTo>
                    <a:cubicBezTo>
                      <a:pt x="42" y="2"/>
                      <a:pt x="39" y="0"/>
                      <a:pt x="35" y="0"/>
                    </a:cubicBezTo>
                    <a:cubicBezTo>
                      <a:pt x="28" y="0"/>
                      <a:pt x="20" y="6"/>
                      <a:pt x="12" y="17"/>
                    </a:cubicBezTo>
                    <a:cubicBezTo>
                      <a:pt x="4" y="28"/>
                      <a:pt x="0" y="39"/>
                      <a:pt x="0" y="49"/>
                    </a:cubicBezTo>
                    <a:cubicBezTo>
                      <a:pt x="0" y="55"/>
                      <a:pt x="2" y="60"/>
                      <a:pt x="5" y="63"/>
                    </a:cubicBezTo>
                    <a:cubicBezTo>
                      <a:pt x="9" y="67"/>
                      <a:pt x="13" y="68"/>
                      <a:pt x="20" y="68"/>
                    </a:cubicBezTo>
                    <a:cubicBezTo>
                      <a:pt x="27" y="68"/>
                      <a:pt x="34" y="66"/>
                      <a:pt x="41" y="61"/>
                    </a:cubicBezTo>
                    <a:cubicBezTo>
                      <a:pt x="48" y="57"/>
                      <a:pt x="52" y="53"/>
                      <a:pt x="52" y="50"/>
                    </a:cubicBezTo>
                    <a:cubicBezTo>
                      <a:pt x="52" y="48"/>
                      <a:pt x="50" y="46"/>
                      <a:pt x="48" y="46"/>
                    </a:cubicBezTo>
                    <a:cubicBezTo>
                      <a:pt x="47" y="46"/>
                      <a:pt x="44" y="48"/>
                      <a:pt x="41" y="50"/>
                    </a:cubicBezTo>
                    <a:cubicBezTo>
                      <a:pt x="35" y="54"/>
                      <a:pt x="29" y="56"/>
                      <a:pt x="22" y="56"/>
                    </a:cubicBezTo>
                    <a:cubicBezTo>
                      <a:pt x="17" y="56"/>
                      <a:pt x="14" y="54"/>
                      <a:pt x="14" y="48"/>
                    </a:cubicBezTo>
                    <a:cubicBezTo>
                      <a:pt x="14" y="42"/>
                      <a:pt x="16" y="34"/>
                      <a:pt x="21" y="26"/>
                    </a:cubicBezTo>
                    <a:cubicBezTo>
                      <a:pt x="26" y="17"/>
                      <a:pt x="30" y="13"/>
                      <a:pt x="33"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 name="Freeform 288"/>
              <p:cNvSpPr>
                <a:spLocks noEditPoints="1"/>
              </p:cNvSpPr>
              <p:nvPr/>
            </p:nvSpPr>
            <p:spPr bwMode="auto">
              <a:xfrm>
                <a:off x="2773363" y="2430463"/>
                <a:ext cx="71438" cy="87313"/>
              </a:xfrm>
              <a:custGeom>
                <a:avLst/>
                <a:gdLst>
                  <a:gd name="T0" fmla="*/ 16 w 55"/>
                  <a:gd name="T1" fmla="*/ 46 h 68"/>
                  <a:gd name="T2" fmla="*/ 41 w 55"/>
                  <a:gd name="T3" fmla="*/ 33 h 68"/>
                  <a:gd name="T4" fmla="*/ 51 w 55"/>
                  <a:gd name="T5" fmla="*/ 14 h 68"/>
                  <a:gd name="T6" fmla="*/ 47 w 55"/>
                  <a:gd name="T7" fmla="*/ 4 h 68"/>
                  <a:gd name="T8" fmla="*/ 36 w 55"/>
                  <a:gd name="T9" fmla="*/ 0 h 68"/>
                  <a:gd name="T10" fmla="*/ 12 w 55"/>
                  <a:gd name="T11" fmla="*/ 14 h 68"/>
                  <a:gd name="T12" fmla="*/ 0 w 55"/>
                  <a:gd name="T13" fmla="*/ 45 h 68"/>
                  <a:gd name="T14" fmla="*/ 6 w 55"/>
                  <a:gd name="T15" fmla="*/ 62 h 68"/>
                  <a:gd name="T16" fmla="*/ 21 w 55"/>
                  <a:gd name="T17" fmla="*/ 68 h 68"/>
                  <a:gd name="T18" fmla="*/ 44 w 55"/>
                  <a:gd name="T19" fmla="*/ 60 h 68"/>
                  <a:gd name="T20" fmla="*/ 55 w 55"/>
                  <a:gd name="T21" fmla="*/ 45 h 68"/>
                  <a:gd name="T22" fmla="*/ 51 w 55"/>
                  <a:gd name="T23" fmla="*/ 41 h 68"/>
                  <a:gd name="T24" fmla="*/ 47 w 55"/>
                  <a:gd name="T25" fmla="*/ 44 h 68"/>
                  <a:gd name="T26" fmla="*/ 24 w 55"/>
                  <a:gd name="T27" fmla="*/ 56 h 68"/>
                  <a:gd name="T28" fmla="*/ 17 w 55"/>
                  <a:gd name="T29" fmla="*/ 53 h 68"/>
                  <a:gd name="T30" fmla="*/ 15 w 55"/>
                  <a:gd name="T31" fmla="*/ 48 h 68"/>
                  <a:gd name="T32" fmla="*/ 16 w 55"/>
                  <a:gd name="T33" fmla="*/ 46 h 68"/>
                  <a:gd name="T34" fmla="*/ 24 w 55"/>
                  <a:gd name="T35" fmla="*/ 19 h 68"/>
                  <a:gd name="T36" fmla="*/ 35 w 55"/>
                  <a:gd name="T37" fmla="*/ 12 h 68"/>
                  <a:gd name="T38" fmla="*/ 38 w 55"/>
                  <a:gd name="T39" fmla="*/ 13 h 68"/>
                  <a:gd name="T40" fmla="*/ 39 w 55"/>
                  <a:gd name="T41" fmla="*/ 16 h 68"/>
                  <a:gd name="T42" fmla="*/ 32 w 55"/>
                  <a:gd name="T43" fmla="*/ 27 h 68"/>
                  <a:gd name="T44" fmla="*/ 16 w 55"/>
                  <a:gd name="T45" fmla="*/ 35 h 68"/>
                  <a:gd name="T46" fmla="*/ 24 w 55"/>
                  <a:gd name="T47" fmla="*/ 1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5" h="68">
                    <a:moveTo>
                      <a:pt x="16" y="46"/>
                    </a:moveTo>
                    <a:cubicBezTo>
                      <a:pt x="26" y="44"/>
                      <a:pt x="35" y="39"/>
                      <a:pt x="41" y="33"/>
                    </a:cubicBezTo>
                    <a:cubicBezTo>
                      <a:pt x="48" y="27"/>
                      <a:pt x="51" y="21"/>
                      <a:pt x="51" y="14"/>
                    </a:cubicBezTo>
                    <a:cubicBezTo>
                      <a:pt x="51" y="10"/>
                      <a:pt x="49" y="7"/>
                      <a:pt x="47" y="4"/>
                    </a:cubicBezTo>
                    <a:cubicBezTo>
                      <a:pt x="44" y="2"/>
                      <a:pt x="41" y="0"/>
                      <a:pt x="36" y="0"/>
                    </a:cubicBezTo>
                    <a:cubicBezTo>
                      <a:pt x="28" y="0"/>
                      <a:pt x="20" y="5"/>
                      <a:pt x="12" y="14"/>
                    </a:cubicBezTo>
                    <a:cubicBezTo>
                      <a:pt x="4" y="24"/>
                      <a:pt x="0" y="34"/>
                      <a:pt x="0" y="45"/>
                    </a:cubicBezTo>
                    <a:cubicBezTo>
                      <a:pt x="0" y="52"/>
                      <a:pt x="2" y="58"/>
                      <a:pt x="6" y="62"/>
                    </a:cubicBezTo>
                    <a:cubicBezTo>
                      <a:pt x="10" y="66"/>
                      <a:pt x="15" y="68"/>
                      <a:pt x="21" y="68"/>
                    </a:cubicBezTo>
                    <a:cubicBezTo>
                      <a:pt x="30" y="68"/>
                      <a:pt x="38" y="65"/>
                      <a:pt x="44" y="60"/>
                    </a:cubicBezTo>
                    <a:cubicBezTo>
                      <a:pt x="51" y="54"/>
                      <a:pt x="55" y="49"/>
                      <a:pt x="55" y="45"/>
                    </a:cubicBezTo>
                    <a:cubicBezTo>
                      <a:pt x="55" y="43"/>
                      <a:pt x="53" y="41"/>
                      <a:pt x="51" y="41"/>
                    </a:cubicBezTo>
                    <a:cubicBezTo>
                      <a:pt x="50" y="41"/>
                      <a:pt x="48" y="42"/>
                      <a:pt x="47" y="44"/>
                    </a:cubicBezTo>
                    <a:cubicBezTo>
                      <a:pt x="39" y="52"/>
                      <a:pt x="31" y="56"/>
                      <a:pt x="24" y="56"/>
                    </a:cubicBezTo>
                    <a:cubicBezTo>
                      <a:pt x="21" y="56"/>
                      <a:pt x="19" y="55"/>
                      <a:pt x="17" y="53"/>
                    </a:cubicBezTo>
                    <a:cubicBezTo>
                      <a:pt x="15" y="52"/>
                      <a:pt x="15" y="50"/>
                      <a:pt x="15" y="48"/>
                    </a:cubicBezTo>
                    <a:cubicBezTo>
                      <a:pt x="15" y="47"/>
                      <a:pt x="15" y="46"/>
                      <a:pt x="16" y="46"/>
                    </a:cubicBezTo>
                    <a:close/>
                    <a:moveTo>
                      <a:pt x="24" y="19"/>
                    </a:moveTo>
                    <a:cubicBezTo>
                      <a:pt x="28" y="14"/>
                      <a:pt x="32" y="12"/>
                      <a:pt x="35" y="12"/>
                    </a:cubicBezTo>
                    <a:cubicBezTo>
                      <a:pt x="36" y="12"/>
                      <a:pt x="37" y="12"/>
                      <a:pt x="38" y="13"/>
                    </a:cubicBezTo>
                    <a:cubicBezTo>
                      <a:pt x="38" y="14"/>
                      <a:pt x="39" y="15"/>
                      <a:pt x="39" y="16"/>
                    </a:cubicBezTo>
                    <a:cubicBezTo>
                      <a:pt x="39" y="20"/>
                      <a:pt x="36" y="23"/>
                      <a:pt x="32" y="27"/>
                    </a:cubicBezTo>
                    <a:cubicBezTo>
                      <a:pt x="27" y="31"/>
                      <a:pt x="22" y="34"/>
                      <a:pt x="16" y="35"/>
                    </a:cubicBezTo>
                    <a:cubicBezTo>
                      <a:pt x="17" y="30"/>
                      <a:pt x="20" y="24"/>
                      <a:pt x="24"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 name="Freeform 289"/>
              <p:cNvSpPr>
                <a:spLocks/>
              </p:cNvSpPr>
              <p:nvPr/>
            </p:nvSpPr>
            <p:spPr bwMode="auto">
              <a:xfrm>
                <a:off x="2854326" y="2438401"/>
                <a:ext cx="95250" cy="77788"/>
              </a:xfrm>
              <a:custGeom>
                <a:avLst/>
                <a:gdLst>
                  <a:gd name="T0" fmla="*/ 17 w 74"/>
                  <a:gd name="T1" fmla="*/ 2 h 60"/>
                  <a:gd name="T2" fmla="*/ 12 w 74"/>
                  <a:gd name="T3" fmla="*/ 0 h 60"/>
                  <a:gd name="T4" fmla="*/ 7 w 74"/>
                  <a:gd name="T5" fmla="*/ 3 h 60"/>
                  <a:gd name="T6" fmla="*/ 4 w 74"/>
                  <a:gd name="T7" fmla="*/ 9 h 60"/>
                  <a:gd name="T8" fmla="*/ 2 w 74"/>
                  <a:gd name="T9" fmla="*/ 39 h 60"/>
                  <a:gd name="T10" fmla="*/ 0 w 74"/>
                  <a:gd name="T11" fmla="*/ 52 h 60"/>
                  <a:gd name="T12" fmla="*/ 9 w 74"/>
                  <a:gd name="T13" fmla="*/ 60 h 60"/>
                  <a:gd name="T14" fmla="*/ 12 w 74"/>
                  <a:gd name="T15" fmla="*/ 58 h 60"/>
                  <a:gd name="T16" fmla="*/ 14 w 74"/>
                  <a:gd name="T17" fmla="*/ 55 h 60"/>
                  <a:gd name="T18" fmla="*/ 27 w 74"/>
                  <a:gd name="T19" fmla="*/ 32 h 60"/>
                  <a:gd name="T20" fmla="*/ 41 w 74"/>
                  <a:gd name="T21" fmla="*/ 16 h 60"/>
                  <a:gd name="T22" fmla="*/ 47 w 74"/>
                  <a:gd name="T23" fmla="*/ 31 h 60"/>
                  <a:gd name="T24" fmla="*/ 51 w 74"/>
                  <a:gd name="T25" fmla="*/ 51 h 60"/>
                  <a:gd name="T26" fmla="*/ 51 w 74"/>
                  <a:gd name="T27" fmla="*/ 51 h 60"/>
                  <a:gd name="T28" fmla="*/ 60 w 74"/>
                  <a:gd name="T29" fmla="*/ 57 h 60"/>
                  <a:gd name="T30" fmla="*/ 70 w 74"/>
                  <a:gd name="T31" fmla="*/ 53 h 60"/>
                  <a:gd name="T32" fmla="*/ 74 w 74"/>
                  <a:gd name="T33" fmla="*/ 47 h 60"/>
                  <a:gd name="T34" fmla="*/ 71 w 74"/>
                  <a:gd name="T35" fmla="*/ 44 h 60"/>
                  <a:gd name="T36" fmla="*/ 68 w 74"/>
                  <a:gd name="T37" fmla="*/ 44 h 60"/>
                  <a:gd name="T38" fmla="*/ 65 w 74"/>
                  <a:gd name="T39" fmla="*/ 45 h 60"/>
                  <a:gd name="T40" fmla="*/ 59 w 74"/>
                  <a:gd name="T41" fmla="*/ 24 h 60"/>
                  <a:gd name="T42" fmla="*/ 44 w 74"/>
                  <a:gd name="T43" fmla="*/ 2 h 60"/>
                  <a:gd name="T44" fmla="*/ 16 w 74"/>
                  <a:gd name="T45" fmla="*/ 32 h 60"/>
                  <a:gd name="T46" fmla="*/ 19 w 74"/>
                  <a:gd name="T47" fmla="*/ 10 h 60"/>
                  <a:gd name="T48" fmla="*/ 17 w 74"/>
                  <a:gd name="T49" fmla="*/ 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4" h="60">
                    <a:moveTo>
                      <a:pt x="17" y="2"/>
                    </a:moveTo>
                    <a:cubicBezTo>
                      <a:pt x="16" y="0"/>
                      <a:pt x="14" y="0"/>
                      <a:pt x="12" y="0"/>
                    </a:cubicBezTo>
                    <a:cubicBezTo>
                      <a:pt x="10" y="0"/>
                      <a:pt x="8" y="1"/>
                      <a:pt x="7" y="3"/>
                    </a:cubicBezTo>
                    <a:cubicBezTo>
                      <a:pt x="5" y="5"/>
                      <a:pt x="4" y="7"/>
                      <a:pt x="4" y="9"/>
                    </a:cubicBezTo>
                    <a:cubicBezTo>
                      <a:pt x="4" y="21"/>
                      <a:pt x="4" y="31"/>
                      <a:pt x="2" y="39"/>
                    </a:cubicBezTo>
                    <a:cubicBezTo>
                      <a:pt x="1" y="46"/>
                      <a:pt x="0" y="50"/>
                      <a:pt x="0" y="52"/>
                    </a:cubicBezTo>
                    <a:cubicBezTo>
                      <a:pt x="0" y="57"/>
                      <a:pt x="3" y="60"/>
                      <a:pt x="9" y="60"/>
                    </a:cubicBezTo>
                    <a:cubicBezTo>
                      <a:pt x="10" y="60"/>
                      <a:pt x="11" y="59"/>
                      <a:pt x="12" y="58"/>
                    </a:cubicBezTo>
                    <a:cubicBezTo>
                      <a:pt x="13" y="57"/>
                      <a:pt x="14" y="56"/>
                      <a:pt x="14" y="55"/>
                    </a:cubicBezTo>
                    <a:cubicBezTo>
                      <a:pt x="16" y="50"/>
                      <a:pt x="20" y="42"/>
                      <a:pt x="27" y="32"/>
                    </a:cubicBezTo>
                    <a:cubicBezTo>
                      <a:pt x="33" y="22"/>
                      <a:pt x="38" y="16"/>
                      <a:pt x="41" y="16"/>
                    </a:cubicBezTo>
                    <a:cubicBezTo>
                      <a:pt x="44" y="16"/>
                      <a:pt x="46" y="21"/>
                      <a:pt x="47" y="31"/>
                    </a:cubicBezTo>
                    <a:cubicBezTo>
                      <a:pt x="48" y="41"/>
                      <a:pt x="49" y="47"/>
                      <a:pt x="51" y="51"/>
                    </a:cubicBezTo>
                    <a:cubicBezTo>
                      <a:pt x="51" y="51"/>
                      <a:pt x="51" y="51"/>
                      <a:pt x="51" y="51"/>
                    </a:cubicBezTo>
                    <a:cubicBezTo>
                      <a:pt x="53" y="55"/>
                      <a:pt x="56" y="57"/>
                      <a:pt x="60" y="57"/>
                    </a:cubicBezTo>
                    <a:cubicBezTo>
                      <a:pt x="64" y="57"/>
                      <a:pt x="67" y="56"/>
                      <a:pt x="70" y="53"/>
                    </a:cubicBezTo>
                    <a:cubicBezTo>
                      <a:pt x="73" y="51"/>
                      <a:pt x="74" y="49"/>
                      <a:pt x="74" y="47"/>
                    </a:cubicBezTo>
                    <a:cubicBezTo>
                      <a:pt x="74" y="45"/>
                      <a:pt x="73" y="44"/>
                      <a:pt x="71" y="44"/>
                    </a:cubicBezTo>
                    <a:cubicBezTo>
                      <a:pt x="70" y="44"/>
                      <a:pt x="69" y="44"/>
                      <a:pt x="68" y="44"/>
                    </a:cubicBezTo>
                    <a:cubicBezTo>
                      <a:pt x="67" y="45"/>
                      <a:pt x="66" y="45"/>
                      <a:pt x="65" y="45"/>
                    </a:cubicBezTo>
                    <a:cubicBezTo>
                      <a:pt x="63" y="45"/>
                      <a:pt x="61" y="38"/>
                      <a:pt x="59" y="24"/>
                    </a:cubicBezTo>
                    <a:cubicBezTo>
                      <a:pt x="58" y="9"/>
                      <a:pt x="53" y="2"/>
                      <a:pt x="44" y="2"/>
                    </a:cubicBezTo>
                    <a:cubicBezTo>
                      <a:pt x="33" y="2"/>
                      <a:pt x="24" y="12"/>
                      <a:pt x="16" y="32"/>
                    </a:cubicBezTo>
                    <a:cubicBezTo>
                      <a:pt x="18" y="21"/>
                      <a:pt x="19" y="14"/>
                      <a:pt x="19" y="10"/>
                    </a:cubicBezTo>
                    <a:cubicBezTo>
                      <a:pt x="19" y="6"/>
                      <a:pt x="18" y="3"/>
                      <a:pt x="1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 name="Freeform 290"/>
              <p:cNvSpPr>
                <a:spLocks noEditPoints="1"/>
              </p:cNvSpPr>
              <p:nvPr/>
            </p:nvSpPr>
            <p:spPr bwMode="auto">
              <a:xfrm>
                <a:off x="2954338" y="2430463"/>
                <a:ext cx="69850" cy="87313"/>
              </a:xfrm>
              <a:custGeom>
                <a:avLst/>
                <a:gdLst>
                  <a:gd name="T0" fmla="*/ 16 w 54"/>
                  <a:gd name="T1" fmla="*/ 46 h 68"/>
                  <a:gd name="T2" fmla="*/ 41 w 54"/>
                  <a:gd name="T3" fmla="*/ 33 h 68"/>
                  <a:gd name="T4" fmla="*/ 51 w 54"/>
                  <a:gd name="T5" fmla="*/ 14 h 68"/>
                  <a:gd name="T6" fmla="*/ 47 w 54"/>
                  <a:gd name="T7" fmla="*/ 4 h 68"/>
                  <a:gd name="T8" fmla="*/ 36 w 54"/>
                  <a:gd name="T9" fmla="*/ 0 h 68"/>
                  <a:gd name="T10" fmla="*/ 12 w 54"/>
                  <a:gd name="T11" fmla="*/ 14 h 68"/>
                  <a:gd name="T12" fmla="*/ 0 w 54"/>
                  <a:gd name="T13" fmla="*/ 45 h 68"/>
                  <a:gd name="T14" fmla="*/ 6 w 54"/>
                  <a:gd name="T15" fmla="*/ 62 h 68"/>
                  <a:gd name="T16" fmla="*/ 21 w 54"/>
                  <a:gd name="T17" fmla="*/ 68 h 68"/>
                  <a:gd name="T18" fmla="*/ 44 w 54"/>
                  <a:gd name="T19" fmla="*/ 60 h 68"/>
                  <a:gd name="T20" fmla="*/ 54 w 54"/>
                  <a:gd name="T21" fmla="*/ 45 h 68"/>
                  <a:gd name="T22" fmla="*/ 51 w 54"/>
                  <a:gd name="T23" fmla="*/ 41 h 68"/>
                  <a:gd name="T24" fmla="*/ 47 w 54"/>
                  <a:gd name="T25" fmla="*/ 44 h 68"/>
                  <a:gd name="T26" fmla="*/ 24 w 54"/>
                  <a:gd name="T27" fmla="*/ 56 h 68"/>
                  <a:gd name="T28" fmla="*/ 17 w 54"/>
                  <a:gd name="T29" fmla="*/ 53 h 68"/>
                  <a:gd name="T30" fmla="*/ 15 w 54"/>
                  <a:gd name="T31" fmla="*/ 48 h 68"/>
                  <a:gd name="T32" fmla="*/ 16 w 54"/>
                  <a:gd name="T33" fmla="*/ 46 h 68"/>
                  <a:gd name="T34" fmla="*/ 24 w 54"/>
                  <a:gd name="T35" fmla="*/ 19 h 68"/>
                  <a:gd name="T36" fmla="*/ 35 w 54"/>
                  <a:gd name="T37" fmla="*/ 12 h 68"/>
                  <a:gd name="T38" fmla="*/ 38 w 54"/>
                  <a:gd name="T39" fmla="*/ 13 h 68"/>
                  <a:gd name="T40" fmla="*/ 39 w 54"/>
                  <a:gd name="T41" fmla="*/ 16 h 68"/>
                  <a:gd name="T42" fmla="*/ 32 w 54"/>
                  <a:gd name="T43" fmla="*/ 27 h 68"/>
                  <a:gd name="T44" fmla="*/ 16 w 54"/>
                  <a:gd name="T45" fmla="*/ 35 h 68"/>
                  <a:gd name="T46" fmla="*/ 24 w 54"/>
                  <a:gd name="T47" fmla="*/ 1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 h="68">
                    <a:moveTo>
                      <a:pt x="16" y="46"/>
                    </a:moveTo>
                    <a:cubicBezTo>
                      <a:pt x="26" y="44"/>
                      <a:pt x="35" y="39"/>
                      <a:pt x="41" y="33"/>
                    </a:cubicBezTo>
                    <a:cubicBezTo>
                      <a:pt x="47" y="27"/>
                      <a:pt x="51" y="21"/>
                      <a:pt x="51" y="14"/>
                    </a:cubicBezTo>
                    <a:cubicBezTo>
                      <a:pt x="51" y="10"/>
                      <a:pt x="49" y="7"/>
                      <a:pt x="47" y="4"/>
                    </a:cubicBezTo>
                    <a:cubicBezTo>
                      <a:pt x="44" y="2"/>
                      <a:pt x="41" y="0"/>
                      <a:pt x="36" y="0"/>
                    </a:cubicBezTo>
                    <a:cubicBezTo>
                      <a:pt x="28" y="0"/>
                      <a:pt x="19" y="5"/>
                      <a:pt x="12" y="14"/>
                    </a:cubicBezTo>
                    <a:cubicBezTo>
                      <a:pt x="4" y="24"/>
                      <a:pt x="0" y="34"/>
                      <a:pt x="0" y="45"/>
                    </a:cubicBezTo>
                    <a:cubicBezTo>
                      <a:pt x="0" y="52"/>
                      <a:pt x="2" y="58"/>
                      <a:pt x="6" y="62"/>
                    </a:cubicBezTo>
                    <a:cubicBezTo>
                      <a:pt x="10" y="66"/>
                      <a:pt x="15" y="68"/>
                      <a:pt x="21" y="68"/>
                    </a:cubicBezTo>
                    <a:cubicBezTo>
                      <a:pt x="30" y="68"/>
                      <a:pt x="38" y="65"/>
                      <a:pt x="44" y="60"/>
                    </a:cubicBezTo>
                    <a:cubicBezTo>
                      <a:pt x="51" y="54"/>
                      <a:pt x="54" y="49"/>
                      <a:pt x="54" y="45"/>
                    </a:cubicBezTo>
                    <a:cubicBezTo>
                      <a:pt x="54" y="43"/>
                      <a:pt x="53" y="41"/>
                      <a:pt x="51" y="41"/>
                    </a:cubicBezTo>
                    <a:cubicBezTo>
                      <a:pt x="50" y="41"/>
                      <a:pt x="48" y="42"/>
                      <a:pt x="47" y="44"/>
                    </a:cubicBezTo>
                    <a:cubicBezTo>
                      <a:pt x="39" y="52"/>
                      <a:pt x="31" y="56"/>
                      <a:pt x="24" y="56"/>
                    </a:cubicBezTo>
                    <a:cubicBezTo>
                      <a:pt x="21" y="56"/>
                      <a:pt x="19" y="55"/>
                      <a:pt x="17" y="53"/>
                    </a:cubicBezTo>
                    <a:cubicBezTo>
                      <a:pt x="15" y="52"/>
                      <a:pt x="15" y="50"/>
                      <a:pt x="15" y="48"/>
                    </a:cubicBezTo>
                    <a:cubicBezTo>
                      <a:pt x="15" y="47"/>
                      <a:pt x="15" y="46"/>
                      <a:pt x="16" y="46"/>
                    </a:cubicBezTo>
                    <a:close/>
                    <a:moveTo>
                      <a:pt x="24" y="19"/>
                    </a:moveTo>
                    <a:cubicBezTo>
                      <a:pt x="28" y="14"/>
                      <a:pt x="31" y="12"/>
                      <a:pt x="35" y="12"/>
                    </a:cubicBezTo>
                    <a:cubicBezTo>
                      <a:pt x="36" y="12"/>
                      <a:pt x="37" y="12"/>
                      <a:pt x="38" y="13"/>
                    </a:cubicBezTo>
                    <a:cubicBezTo>
                      <a:pt x="38" y="14"/>
                      <a:pt x="39" y="15"/>
                      <a:pt x="39" y="16"/>
                    </a:cubicBezTo>
                    <a:cubicBezTo>
                      <a:pt x="39" y="20"/>
                      <a:pt x="36" y="23"/>
                      <a:pt x="32" y="27"/>
                    </a:cubicBezTo>
                    <a:cubicBezTo>
                      <a:pt x="27" y="31"/>
                      <a:pt x="22" y="34"/>
                      <a:pt x="16" y="35"/>
                    </a:cubicBezTo>
                    <a:cubicBezTo>
                      <a:pt x="17" y="30"/>
                      <a:pt x="20" y="24"/>
                      <a:pt x="24"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291"/>
              <p:cNvSpPr>
                <a:spLocks/>
              </p:cNvSpPr>
              <p:nvPr/>
            </p:nvSpPr>
            <p:spPr bwMode="auto">
              <a:xfrm>
                <a:off x="3040063" y="2435226"/>
                <a:ext cx="74613" cy="82550"/>
              </a:xfrm>
              <a:custGeom>
                <a:avLst/>
                <a:gdLst>
                  <a:gd name="T0" fmla="*/ 16 w 58"/>
                  <a:gd name="T1" fmla="*/ 18 h 65"/>
                  <a:gd name="T2" fmla="*/ 18 w 58"/>
                  <a:gd name="T3" fmla="*/ 6 h 65"/>
                  <a:gd name="T4" fmla="*/ 17 w 58"/>
                  <a:gd name="T5" fmla="*/ 2 h 65"/>
                  <a:gd name="T6" fmla="*/ 12 w 58"/>
                  <a:gd name="T7" fmla="*/ 0 h 65"/>
                  <a:gd name="T8" fmla="*/ 6 w 58"/>
                  <a:gd name="T9" fmla="*/ 2 h 65"/>
                  <a:gd name="T10" fmla="*/ 3 w 58"/>
                  <a:gd name="T11" fmla="*/ 6 h 65"/>
                  <a:gd name="T12" fmla="*/ 2 w 58"/>
                  <a:gd name="T13" fmla="*/ 14 h 65"/>
                  <a:gd name="T14" fmla="*/ 2 w 58"/>
                  <a:gd name="T15" fmla="*/ 18 h 65"/>
                  <a:gd name="T16" fmla="*/ 0 w 58"/>
                  <a:gd name="T17" fmla="*/ 35 h 65"/>
                  <a:gd name="T18" fmla="*/ 0 w 58"/>
                  <a:gd name="T19" fmla="*/ 46 h 65"/>
                  <a:gd name="T20" fmla="*/ 2 w 58"/>
                  <a:gd name="T21" fmla="*/ 61 h 65"/>
                  <a:gd name="T22" fmla="*/ 7 w 58"/>
                  <a:gd name="T23" fmla="*/ 65 h 65"/>
                  <a:gd name="T24" fmla="*/ 13 w 58"/>
                  <a:gd name="T25" fmla="*/ 64 h 65"/>
                  <a:gd name="T26" fmla="*/ 16 w 58"/>
                  <a:gd name="T27" fmla="*/ 57 h 65"/>
                  <a:gd name="T28" fmla="*/ 29 w 58"/>
                  <a:gd name="T29" fmla="*/ 26 h 65"/>
                  <a:gd name="T30" fmla="*/ 43 w 58"/>
                  <a:gd name="T31" fmla="*/ 13 h 65"/>
                  <a:gd name="T32" fmla="*/ 46 w 58"/>
                  <a:gd name="T33" fmla="*/ 15 h 65"/>
                  <a:gd name="T34" fmla="*/ 53 w 58"/>
                  <a:gd name="T35" fmla="*/ 18 h 65"/>
                  <a:gd name="T36" fmla="*/ 57 w 58"/>
                  <a:gd name="T37" fmla="*/ 16 h 65"/>
                  <a:gd name="T38" fmla="*/ 58 w 58"/>
                  <a:gd name="T39" fmla="*/ 11 h 65"/>
                  <a:gd name="T40" fmla="*/ 54 w 58"/>
                  <a:gd name="T41" fmla="*/ 3 h 65"/>
                  <a:gd name="T42" fmla="*/ 44 w 58"/>
                  <a:gd name="T43" fmla="*/ 0 h 65"/>
                  <a:gd name="T44" fmla="*/ 29 w 58"/>
                  <a:gd name="T45" fmla="*/ 9 h 65"/>
                  <a:gd name="T46" fmla="*/ 14 w 58"/>
                  <a:gd name="T47" fmla="*/ 32 h 65"/>
                  <a:gd name="T48" fmla="*/ 13 w 58"/>
                  <a:gd name="T49" fmla="*/ 34 h 65"/>
                  <a:gd name="T50" fmla="*/ 14 w 58"/>
                  <a:gd name="T51" fmla="*/ 25 h 65"/>
                  <a:gd name="T52" fmla="*/ 16 w 58"/>
                  <a:gd name="T53" fmla="*/ 18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65">
                    <a:moveTo>
                      <a:pt x="16" y="18"/>
                    </a:moveTo>
                    <a:cubicBezTo>
                      <a:pt x="17" y="12"/>
                      <a:pt x="18" y="8"/>
                      <a:pt x="18" y="6"/>
                    </a:cubicBezTo>
                    <a:cubicBezTo>
                      <a:pt x="18" y="5"/>
                      <a:pt x="18" y="3"/>
                      <a:pt x="17" y="2"/>
                    </a:cubicBezTo>
                    <a:cubicBezTo>
                      <a:pt x="15" y="1"/>
                      <a:pt x="14" y="0"/>
                      <a:pt x="12" y="0"/>
                    </a:cubicBezTo>
                    <a:cubicBezTo>
                      <a:pt x="10" y="0"/>
                      <a:pt x="8" y="1"/>
                      <a:pt x="6" y="2"/>
                    </a:cubicBezTo>
                    <a:cubicBezTo>
                      <a:pt x="5" y="4"/>
                      <a:pt x="4" y="5"/>
                      <a:pt x="3" y="6"/>
                    </a:cubicBezTo>
                    <a:cubicBezTo>
                      <a:pt x="3" y="8"/>
                      <a:pt x="2" y="10"/>
                      <a:pt x="2" y="14"/>
                    </a:cubicBezTo>
                    <a:cubicBezTo>
                      <a:pt x="2" y="15"/>
                      <a:pt x="2" y="16"/>
                      <a:pt x="2" y="18"/>
                    </a:cubicBezTo>
                    <a:cubicBezTo>
                      <a:pt x="1" y="25"/>
                      <a:pt x="1" y="30"/>
                      <a:pt x="0" y="35"/>
                    </a:cubicBezTo>
                    <a:cubicBezTo>
                      <a:pt x="0" y="39"/>
                      <a:pt x="0" y="43"/>
                      <a:pt x="0" y="46"/>
                    </a:cubicBezTo>
                    <a:cubicBezTo>
                      <a:pt x="0" y="53"/>
                      <a:pt x="1" y="58"/>
                      <a:pt x="2" y="61"/>
                    </a:cubicBezTo>
                    <a:cubicBezTo>
                      <a:pt x="3" y="64"/>
                      <a:pt x="5" y="65"/>
                      <a:pt x="7" y="65"/>
                    </a:cubicBezTo>
                    <a:cubicBezTo>
                      <a:pt x="10" y="65"/>
                      <a:pt x="12" y="65"/>
                      <a:pt x="13" y="64"/>
                    </a:cubicBezTo>
                    <a:cubicBezTo>
                      <a:pt x="15" y="62"/>
                      <a:pt x="16" y="60"/>
                      <a:pt x="16" y="57"/>
                    </a:cubicBezTo>
                    <a:cubicBezTo>
                      <a:pt x="18" y="46"/>
                      <a:pt x="22" y="35"/>
                      <a:pt x="29" y="26"/>
                    </a:cubicBezTo>
                    <a:cubicBezTo>
                      <a:pt x="35" y="17"/>
                      <a:pt x="40" y="13"/>
                      <a:pt x="43" y="13"/>
                    </a:cubicBezTo>
                    <a:cubicBezTo>
                      <a:pt x="44" y="13"/>
                      <a:pt x="45" y="14"/>
                      <a:pt x="46" y="15"/>
                    </a:cubicBezTo>
                    <a:cubicBezTo>
                      <a:pt x="48" y="17"/>
                      <a:pt x="51" y="18"/>
                      <a:pt x="53" y="18"/>
                    </a:cubicBezTo>
                    <a:cubicBezTo>
                      <a:pt x="54" y="18"/>
                      <a:pt x="56" y="17"/>
                      <a:pt x="57" y="16"/>
                    </a:cubicBezTo>
                    <a:cubicBezTo>
                      <a:pt x="57" y="14"/>
                      <a:pt x="58" y="13"/>
                      <a:pt x="58" y="11"/>
                    </a:cubicBezTo>
                    <a:cubicBezTo>
                      <a:pt x="58" y="8"/>
                      <a:pt x="57" y="5"/>
                      <a:pt x="54" y="3"/>
                    </a:cubicBezTo>
                    <a:cubicBezTo>
                      <a:pt x="52" y="1"/>
                      <a:pt x="48" y="0"/>
                      <a:pt x="44" y="0"/>
                    </a:cubicBezTo>
                    <a:cubicBezTo>
                      <a:pt x="39" y="0"/>
                      <a:pt x="34" y="3"/>
                      <a:pt x="29" y="9"/>
                    </a:cubicBezTo>
                    <a:cubicBezTo>
                      <a:pt x="23" y="15"/>
                      <a:pt x="18" y="22"/>
                      <a:pt x="14" y="32"/>
                    </a:cubicBezTo>
                    <a:cubicBezTo>
                      <a:pt x="13" y="34"/>
                      <a:pt x="13" y="34"/>
                      <a:pt x="13" y="34"/>
                    </a:cubicBezTo>
                    <a:cubicBezTo>
                      <a:pt x="14" y="25"/>
                      <a:pt x="14" y="25"/>
                      <a:pt x="14" y="25"/>
                    </a:cubicBezTo>
                    <a:cubicBezTo>
                      <a:pt x="14" y="22"/>
                      <a:pt x="15" y="19"/>
                      <a:pt x="16"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292"/>
              <p:cNvSpPr>
                <a:spLocks/>
              </p:cNvSpPr>
              <p:nvPr/>
            </p:nvSpPr>
            <p:spPr bwMode="auto">
              <a:xfrm>
                <a:off x="3106738" y="2435226"/>
                <a:ext cx="80963" cy="125413"/>
              </a:xfrm>
              <a:custGeom>
                <a:avLst/>
                <a:gdLst>
                  <a:gd name="T0" fmla="*/ 29 w 63"/>
                  <a:gd name="T1" fmla="*/ 86 h 98"/>
                  <a:gd name="T2" fmla="*/ 8 w 63"/>
                  <a:gd name="T3" fmla="*/ 77 h 98"/>
                  <a:gd name="T4" fmla="*/ 5 w 63"/>
                  <a:gd name="T5" fmla="*/ 75 h 98"/>
                  <a:gd name="T6" fmla="*/ 1 w 63"/>
                  <a:gd name="T7" fmla="*/ 77 h 98"/>
                  <a:gd name="T8" fmla="*/ 0 w 63"/>
                  <a:gd name="T9" fmla="*/ 81 h 98"/>
                  <a:gd name="T10" fmla="*/ 4 w 63"/>
                  <a:gd name="T11" fmla="*/ 88 h 98"/>
                  <a:gd name="T12" fmla="*/ 15 w 63"/>
                  <a:gd name="T13" fmla="*/ 95 h 98"/>
                  <a:gd name="T14" fmla="*/ 15 w 63"/>
                  <a:gd name="T15" fmla="*/ 95 h 98"/>
                  <a:gd name="T16" fmla="*/ 30 w 63"/>
                  <a:gd name="T17" fmla="*/ 98 h 98"/>
                  <a:gd name="T18" fmla="*/ 42 w 63"/>
                  <a:gd name="T19" fmla="*/ 94 h 98"/>
                  <a:gd name="T20" fmla="*/ 52 w 63"/>
                  <a:gd name="T21" fmla="*/ 79 h 98"/>
                  <a:gd name="T22" fmla="*/ 59 w 63"/>
                  <a:gd name="T23" fmla="*/ 55 h 98"/>
                  <a:gd name="T24" fmla="*/ 62 w 63"/>
                  <a:gd name="T25" fmla="*/ 28 h 98"/>
                  <a:gd name="T26" fmla="*/ 63 w 63"/>
                  <a:gd name="T27" fmla="*/ 9 h 98"/>
                  <a:gd name="T28" fmla="*/ 62 w 63"/>
                  <a:gd name="T29" fmla="*/ 1 h 98"/>
                  <a:gd name="T30" fmla="*/ 56 w 63"/>
                  <a:gd name="T31" fmla="*/ 0 h 98"/>
                  <a:gd name="T32" fmla="*/ 52 w 63"/>
                  <a:gd name="T33" fmla="*/ 1 h 98"/>
                  <a:gd name="T34" fmla="*/ 50 w 63"/>
                  <a:gd name="T35" fmla="*/ 4 h 98"/>
                  <a:gd name="T36" fmla="*/ 49 w 63"/>
                  <a:gd name="T37" fmla="*/ 13 h 98"/>
                  <a:gd name="T38" fmla="*/ 48 w 63"/>
                  <a:gd name="T39" fmla="*/ 28 h 98"/>
                  <a:gd name="T40" fmla="*/ 45 w 63"/>
                  <a:gd name="T41" fmla="*/ 33 h 98"/>
                  <a:gd name="T42" fmla="*/ 38 w 63"/>
                  <a:gd name="T43" fmla="*/ 40 h 98"/>
                  <a:gd name="T44" fmla="*/ 29 w 63"/>
                  <a:gd name="T45" fmla="*/ 45 h 98"/>
                  <a:gd name="T46" fmla="*/ 22 w 63"/>
                  <a:gd name="T47" fmla="*/ 47 h 98"/>
                  <a:gd name="T48" fmla="*/ 20 w 63"/>
                  <a:gd name="T49" fmla="*/ 45 h 98"/>
                  <a:gd name="T50" fmla="*/ 19 w 63"/>
                  <a:gd name="T51" fmla="*/ 39 h 98"/>
                  <a:gd name="T52" fmla="*/ 24 w 63"/>
                  <a:gd name="T53" fmla="*/ 20 h 98"/>
                  <a:gd name="T54" fmla="*/ 28 w 63"/>
                  <a:gd name="T55" fmla="*/ 10 h 98"/>
                  <a:gd name="T56" fmla="*/ 27 w 63"/>
                  <a:gd name="T57" fmla="*/ 5 h 98"/>
                  <a:gd name="T58" fmla="*/ 22 w 63"/>
                  <a:gd name="T59" fmla="*/ 2 h 98"/>
                  <a:gd name="T60" fmla="*/ 15 w 63"/>
                  <a:gd name="T61" fmla="*/ 6 h 98"/>
                  <a:gd name="T62" fmla="*/ 9 w 63"/>
                  <a:gd name="T63" fmla="*/ 22 h 98"/>
                  <a:gd name="T64" fmla="*/ 6 w 63"/>
                  <a:gd name="T65" fmla="*/ 43 h 98"/>
                  <a:gd name="T66" fmla="*/ 10 w 63"/>
                  <a:gd name="T67" fmla="*/ 55 h 98"/>
                  <a:gd name="T68" fmla="*/ 20 w 63"/>
                  <a:gd name="T69" fmla="*/ 60 h 98"/>
                  <a:gd name="T70" fmla="*/ 47 w 63"/>
                  <a:gd name="T71" fmla="*/ 45 h 98"/>
                  <a:gd name="T72" fmla="*/ 40 w 63"/>
                  <a:gd name="T73" fmla="*/ 74 h 98"/>
                  <a:gd name="T74" fmla="*/ 29 w 63"/>
                  <a:gd name="T75" fmla="*/ 8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3" h="98">
                    <a:moveTo>
                      <a:pt x="29" y="86"/>
                    </a:moveTo>
                    <a:cubicBezTo>
                      <a:pt x="20" y="86"/>
                      <a:pt x="13" y="83"/>
                      <a:pt x="8" y="77"/>
                    </a:cubicBezTo>
                    <a:cubicBezTo>
                      <a:pt x="7" y="76"/>
                      <a:pt x="6" y="75"/>
                      <a:pt x="5" y="75"/>
                    </a:cubicBezTo>
                    <a:cubicBezTo>
                      <a:pt x="3" y="75"/>
                      <a:pt x="2" y="76"/>
                      <a:pt x="1" y="77"/>
                    </a:cubicBezTo>
                    <a:cubicBezTo>
                      <a:pt x="0" y="78"/>
                      <a:pt x="0" y="79"/>
                      <a:pt x="0" y="81"/>
                    </a:cubicBezTo>
                    <a:cubicBezTo>
                      <a:pt x="0" y="83"/>
                      <a:pt x="1" y="85"/>
                      <a:pt x="4" y="88"/>
                    </a:cubicBezTo>
                    <a:cubicBezTo>
                      <a:pt x="7" y="91"/>
                      <a:pt x="11" y="93"/>
                      <a:pt x="15" y="95"/>
                    </a:cubicBezTo>
                    <a:cubicBezTo>
                      <a:pt x="15" y="95"/>
                      <a:pt x="15" y="95"/>
                      <a:pt x="15" y="95"/>
                    </a:cubicBezTo>
                    <a:cubicBezTo>
                      <a:pt x="20" y="97"/>
                      <a:pt x="25" y="98"/>
                      <a:pt x="30" y="98"/>
                    </a:cubicBezTo>
                    <a:cubicBezTo>
                      <a:pt x="35" y="98"/>
                      <a:pt x="39" y="97"/>
                      <a:pt x="42" y="94"/>
                    </a:cubicBezTo>
                    <a:cubicBezTo>
                      <a:pt x="46" y="92"/>
                      <a:pt x="49" y="87"/>
                      <a:pt x="52" y="79"/>
                    </a:cubicBezTo>
                    <a:cubicBezTo>
                      <a:pt x="55" y="72"/>
                      <a:pt x="57" y="64"/>
                      <a:pt x="59" y="55"/>
                    </a:cubicBezTo>
                    <a:cubicBezTo>
                      <a:pt x="60" y="47"/>
                      <a:pt x="62" y="38"/>
                      <a:pt x="62" y="28"/>
                    </a:cubicBezTo>
                    <a:cubicBezTo>
                      <a:pt x="63" y="9"/>
                      <a:pt x="63" y="9"/>
                      <a:pt x="63" y="9"/>
                    </a:cubicBezTo>
                    <a:cubicBezTo>
                      <a:pt x="63" y="5"/>
                      <a:pt x="63" y="2"/>
                      <a:pt x="62" y="1"/>
                    </a:cubicBezTo>
                    <a:cubicBezTo>
                      <a:pt x="61" y="0"/>
                      <a:pt x="59" y="0"/>
                      <a:pt x="56" y="0"/>
                    </a:cubicBezTo>
                    <a:cubicBezTo>
                      <a:pt x="55" y="0"/>
                      <a:pt x="53" y="0"/>
                      <a:pt x="52" y="1"/>
                    </a:cubicBezTo>
                    <a:cubicBezTo>
                      <a:pt x="51" y="2"/>
                      <a:pt x="50" y="3"/>
                      <a:pt x="50" y="4"/>
                    </a:cubicBezTo>
                    <a:cubicBezTo>
                      <a:pt x="50" y="5"/>
                      <a:pt x="49" y="8"/>
                      <a:pt x="49" y="13"/>
                    </a:cubicBezTo>
                    <a:cubicBezTo>
                      <a:pt x="49" y="20"/>
                      <a:pt x="48" y="25"/>
                      <a:pt x="48" y="28"/>
                    </a:cubicBezTo>
                    <a:cubicBezTo>
                      <a:pt x="47" y="30"/>
                      <a:pt x="46" y="32"/>
                      <a:pt x="45" y="33"/>
                    </a:cubicBezTo>
                    <a:cubicBezTo>
                      <a:pt x="44" y="35"/>
                      <a:pt x="42" y="37"/>
                      <a:pt x="38" y="40"/>
                    </a:cubicBezTo>
                    <a:cubicBezTo>
                      <a:pt x="35" y="42"/>
                      <a:pt x="32" y="44"/>
                      <a:pt x="29" y="45"/>
                    </a:cubicBezTo>
                    <a:cubicBezTo>
                      <a:pt x="26" y="46"/>
                      <a:pt x="24" y="47"/>
                      <a:pt x="22" y="47"/>
                    </a:cubicBezTo>
                    <a:cubicBezTo>
                      <a:pt x="21" y="47"/>
                      <a:pt x="21" y="46"/>
                      <a:pt x="20" y="45"/>
                    </a:cubicBezTo>
                    <a:cubicBezTo>
                      <a:pt x="19" y="43"/>
                      <a:pt x="19" y="41"/>
                      <a:pt x="19" y="39"/>
                    </a:cubicBezTo>
                    <a:cubicBezTo>
                      <a:pt x="19" y="33"/>
                      <a:pt x="20" y="27"/>
                      <a:pt x="24" y="20"/>
                    </a:cubicBezTo>
                    <a:cubicBezTo>
                      <a:pt x="27" y="14"/>
                      <a:pt x="28" y="11"/>
                      <a:pt x="28" y="10"/>
                    </a:cubicBezTo>
                    <a:cubicBezTo>
                      <a:pt x="28" y="8"/>
                      <a:pt x="28" y="6"/>
                      <a:pt x="27" y="5"/>
                    </a:cubicBezTo>
                    <a:cubicBezTo>
                      <a:pt x="26" y="3"/>
                      <a:pt x="24" y="2"/>
                      <a:pt x="22" y="2"/>
                    </a:cubicBezTo>
                    <a:cubicBezTo>
                      <a:pt x="19" y="2"/>
                      <a:pt x="16" y="4"/>
                      <a:pt x="15" y="6"/>
                    </a:cubicBezTo>
                    <a:cubicBezTo>
                      <a:pt x="13" y="8"/>
                      <a:pt x="11" y="13"/>
                      <a:pt x="9" y="22"/>
                    </a:cubicBezTo>
                    <a:cubicBezTo>
                      <a:pt x="7" y="31"/>
                      <a:pt x="6" y="38"/>
                      <a:pt x="6" y="43"/>
                    </a:cubicBezTo>
                    <a:cubicBezTo>
                      <a:pt x="6" y="47"/>
                      <a:pt x="7" y="51"/>
                      <a:pt x="10" y="55"/>
                    </a:cubicBezTo>
                    <a:cubicBezTo>
                      <a:pt x="12" y="58"/>
                      <a:pt x="15" y="60"/>
                      <a:pt x="20" y="60"/>
                    </a:cubicBezTo>
                    <a:cubicBezTo>
                      <a:pt x="26" y="60"/>
                      <a:pt x="35" y="55"/>
                      <a:pt x="47" y="45"/>
                    </a:cubicBezTo>
                    <a:cubicBezTo>
                      <a:pt x="46" y="57"/>
                      <a:pt x="44" y="66"/>
                      <a:pt x="40" y="74"/>
                    </a:cubicBezTo>
                    <a:cubicBezTo>
                      <a:pt x="37" y="82"/>
                      <a:pt x="33" y="86"/>
                      <a:pt x="29" y="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 name="Rectangle 293"/>
              <p:cNvSpPr>
                <a:spLocks noChangeArrowheads="1"/>
              </p:cNvSpPr>
              <p:nvPr/>
            </p:nvSpPr>
            <p:spPr bwMode="auto">
              <a:xfrm>
                <a:off x="1765301" y="2076451"/>
                <a:ext cx="260350" cy="317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 name="Freeform 294"/>
              <p:cNvSpPr>
                <a:spLocks/>
              </p:cNvSpPr>
              <p:nvPr/>
            </p:nvSpPr>
            <p:spPr bwMode="auto">
              <a:xfrm>
                <a:off x="2436813" y="728663"/>
                <a:ext cx="798513" cy="1501775"/>
              </a:xfrm>
              <a:custGeom>
                <a:avLst/>
                <a:gdLst>
                  <a:gd name="T0" fmla="*/ 22 w 618"/>
                  <a:gd name="T1" fmla="*/ 21 h 1163"/>
                  <a:gd name="T2" fmla="*/ 457 w 618"/>
                  <a:gd name="T3" fmla="*/ 21 h 1163"/>
                  <a:gd name="T4" fmla="*/ 98 w 618"/>
                  <a:gd name="T5" fmla="*/ 113 h 1163"/>
                  <a:gd name="T6" fmla="*/ 98 w 618"/>
                  <a:gd name="T7" fmla="*/ 633 h 1163"/>
                  <a:gd name="T8" fmla="*/ 136 w 618"/>
                  <a:gd name="T9" fmla="*/ 667 h 1163"/>
                  <a:gd name="T10" fmla="*/ 138 w 618"/>
                  <a:gd name="T11" fmla="*/ 668 h 1163"/>
                  <a:gd name="T12" fmla="*/ 138 w 618"/>
                  <a:gd name="T13" fmla="*/ 610 h 1163"/>
                  <a:gd name="T14" fmla="*/ 170 w 618"/>
                  <a:gd name="T15" fmla="*/ 600 h 1163"/>
                  <a:gd name="T16" fmla="*/ 170 w 618"/>
                  <a:gd name="T17" fmla="*/ 803 h 1163"/>
                  <a:gd name="T18" fmla="*/ 138 w 618"/>
                  <a:gd name="T19" fmla="*/ 814 h 1163"/>
                  <a:gd name="T20" fmla="*/ 138 w 618"/>
                  <a:gd name="T21" fmla="*/ 727 h 1163"/>
                  <a:gd name="T22" fmla="*/ 108 w 618"/>
                  <a:gd name="T23" fmla="*/ 739 h 1163"/>
                  <a:gd name="T24" fmla="*/ 98 w 618"/>
                  <a:gd name="T25" fmla="*/ 738 h 1163"/>
                  <a:gd name="T26" fmla="*/ 98 w 618"/>
                  <a:gd name="T27" fmla="*/ 1163 h 1163"/>
                  <a:gd name="T28" fmla="*/ 100 w 618"/>
                  <a:gd name="T29" fmla="*/ 1162 h 1163"/>
                  <a:gd name="T30" fmla="*/ 471 w 618"/>
                  <a:gd name="T31" fmla="*/ 1068 h 1163"/>
                  <a:gd name="T32" fmla="*/ 618 w 618"/>
                  <a:gd name="T33" fmla="*/ 1068 h 1163"/>
                  <a:gd name="T34" fmla="*/ 618 w 618"/>
                  <a:gd name="T35" fmla="*/ 1044 h 1163"/>
                  <a:gd name="T36" fmla="*/ 544 w 618"/>
                  <a:gd name="T37" fmla="*/ 1044 h 1163"/>
                  <a:gd name="T38" fmla="*/ 544 w 618"/>
                  <a:gd name="T39" fmla="*/ 0 h 1163"/>
                  <a:gd name="T40" fmla="*/ 0 w 618"/>
                  <a:gd name="T41" fmla="*/ 0 h 1163"/>
                  <a:gd name="T42" fmla="*/ 0 w 618"/>
                  <a:gd name="T43" fmla="*/ 545 h 1163"/>
                  <a:gd name="T44" fmla="*/ 22 w 618"/>
                  <a:gd name="T45" fmla="*/ 564 h 1163"/>
                  <a:gd name="T46" fmla="*/ 22 w 618"/>
                  <a:gd name="T47" fmla="*/ 21 h 1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18" h="1163">
                    <a:moveTo>
                      <a:pt x="22" y="21"/>
                    </a:moveTo>
                    <a:cubicBezTo>
                      <a:pt x="457" y="21"/>
                      <a:pt x="457" y="21"/>
                      <a:pt x="457" y="21"/>
                    </a:cubicBezTo>
                    <a:cubicBezTo>
                      <a:pt x="98" y="113"/>
                      <a:pt x="98" y="113"/>
                      <a:pt x="98" y="113"/>
                    </a:cubicBezTo>
                    <a:cubicBezTo>
                      <a:pt x="98" y="633"/>
                      <a:pt x="98" y="633"/>
                      <a:pt x="98" y="633"/>
                    </a:cubicBezTo>
                    <a:cubicBezTo>
                      <a:pt x="136" y="667"/>
                      <a:pt x="136" y="667"/>
                      <a:pt x="136" y="667"/>
                    </a:cubicBezTo>
                    <a:cubicBezTo>
                      <a:pt x="137" y="667"/>
                      <a:pt x="137" y="668"/>
                      <a:pt x="138" y="668"/>
                    </a:cubicBezTo>
                    <a:cubicBezTo>
                      <a:pt x="138" y="610"/>
                      <a:pt x="138" y="610"/>
                      <a:pt x="138" y="610"/>
                    </a:cubicBezTo>
                    <a:cubicBezTo>
                      <a:pt x="170" y="600"/>
                      <a:pt x="170" y="600"/>
                      <a:pt x="170" y="600"/>
                    </a:cubicBezTo>
                    <a:cubicBezTo>
                      <a:pt x="170" y="803"/>
                      <a:pt x="170" y="803"/>
                      <a:pt x="170" y="803"/>
                    </a:cubicBezTo>
                    <a:cubicBezTo>
                      <a:pt x="138" y="814"/>
                      <a:pt x="138" y="814"/>
                      <a:pt x="138" y="814"/>
                    </a:cubicBezTo>
                    <a:cubicBezTo>
                      <a:pt x="138" y="727"/>
                      <a:pt x="138" y="727"/>
                      <a:pt x="138" y="727"/>
                    </a:cubicBezTo>
                    <a:cubicBezTo>
                      <a:pt x="130" y="734"/>
                      <a:pt x="119" y="739"/>
                      <a:pt x="108" y="739"/>
                    </a:cubicBezTo>
                    <a:cubicBezTo>
                      <a:pt x="105" y="739"/>
                      <a:pt x="101" y="739"/>
                      <a:pt x="98" y="738"/>
                    </a:cubicBezTo>
                    <a:cubicBezTo>
                      <a:pt x="98" y="1163"/>
                      <a:pt x="98" y="1163"/>
                      <a:pt x="98" y="1163"/>
                    </a:cubicBezTo>
                    <a:cubicBezTo>
                      <a:pt x="100" y="1162"/>
                      <a:pt x="100" y="1162"/>
                      <a:pt x="100" y="1162"/>
                    </a:cubicBezTo>
                    <a:cubicBezTo>
                      <a:pt x="471" y="1068"/>
                      <a:pt x="471" y="1068"/>
                      <a:pt x="471" y="1068"/>
                    </a:cubicBezTo>
                    <a:cubicBezTo>
                      <a:pt x="618" y="1068"/>
                      <a:pt x="618" y="1068"/>
                      <a:pt x="618" y="1068"/>
                    </a:cubicBezTo>
                    <a:cubicBezTo>
                      <a:pt x="618" y="1044"/>
                      <a:pt x="618" y="1044"/>
                      <a:pt x="618" y="1044"/>
                    </a:cubicBezTo>
                    <a:cubicBezTo>
                      <a:pt x="544" y="1044"/>
                      <a:pt x="544" y="1044"/>
                      <a:pt x="544" y="1044"/>
                    </a:cubicBezTo>
                    <a:cubicBezTo>
                      <a:pt x="544" y="0"/>
                      <a:pt x="544" y="0"/>
                      <a:pt x="544" y="0"/>
                    </a:cubicBezTo>
                    <a:cubicBezTo>
                      <a:pt x="0" y="0"/>
                      <a:pt x="0" y="0"/>
                      <a:pt x="0" y="0"/>
                    </a:cubicBezTo>
                    <a:cubicBezTo>
                      <a:pt x="0" y="545"/>
                      <a:pt x="0" y="545"/>
                      <a:pt x="0" y="545"/>
                    </a:cubicBezTo>
                    <a:cubicBezTo>
                      <a:pt x="22" y="564"/>
                      <a:pt x="22" y="564"/>
                      <a:pt x="22" y="564"/>
                    </a:cubicBezTo>
                    <a:lnTo>
                      <a:pt x="22"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 name="Freeform 295"/>
              <p:cNvSpPr>
                <a:spLocks/>
              </p:cNvSpPr>
              <p:nvPr/>
            </p:nvSpPr>
            <p:spPr bwMode="auto">
              <a:xfrm>
                <a:off x="2382838" y="1576388"/>
                <a:ext cx="146050" cy="531813"/>
              </a:xfrm>
              <a:custGeom>
                <a:avLst/>
                <a:gdLst>
                  <a:gd name="T0" fmla="*/ 92 w 92"/>
                  <a:gd name="T1" fmla="*/ 302 h 335"/>
                  <a:gd name="T2" fmla="*/ 52 w 92"/>
                  <a:gd name="T3" fmla="*/ 302 h 335"/>
                  <a:gd name="T4" fmla="*/ 52 w 92"/>
                  <a:gd name="T5" fmla="*/ 16 h 335"/>
                  <a:gd name="T6" fmla="*/ 34 w 92"/>
                  <a:gd name="T7" fmla="*/ 0 h 335"/>
                  <a:gd name="T8" fmla="*/ 34 w 92"/>
                  <a:gd name="T9" fmla="*/ 315 h 335"/>
                  <a:gd name="T10" fmla="*/ 0 w 92"/>
                  <a:gd name="T11" fmla="*/ 315 h 335"/>
                  <a:gd name="T12" fmla="*/ 0 w 92"/>
                  <a:gd name="T13" fmla="*/ 335 h 335"/>
                  <a:gd name="T14" fmla="*/ 92 w 92"/>
                  <a:gd name="T15" fmla="*/ 335 h 335"/>
                  <a:gd name="T16" fmla="*/ 92 w 92"/>
                  <a:gd name="T17" fmla="*/ 302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335">
                    <a:moveTo>
                      <a:pt x="92" y="302"/>
                    </a:moveTo>
                    <a:lnTo>
                      <a:pt x="52" y="302"/>
                    </a:lnTo>
                    <a:lnTo>
                      <a:pt x="52" y="16"/>
                    </a:lnTo>
                    <a:lnTo>
                      <a:pt x="34" y="0"/>
                    </a:lnTo>
                    <a:lnTo>
                      <a:pt x="34" y="315"/>
                    </a:lnTo>
                    <a:lnTo>
                      <a:pt x="0" y="315"/>
                    </a:lnTo>
                    <a:lnTo>
                      <a:pt x="0" y="335"/>
                    </a:lnTo>
                    <a:lnTo>
                      <a:pt x="92" y="335"/>
                    </a:lnTo>
                    <a:lnTo>
                      <a:pt x="92" y="3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 name="Freeform 296"/>
              <p:cNvSpPr>
                <a:spLocks/>
              </p:cNvSpPr>
              <p:nvPr/>
            </p:nvSpPr>
            <p:spPr bwMode="auto">
              <a:xfrm>
                <a:off x="1754188" y="1255713"/>
                <a:ext cx="355600" cy="187325"/>
              </a:xfrm>
              <a:custGeom>
                <a:avLst/>
                <a:gdLst>
                  <a:gd name="T0" fmla="*/ 19 w 276"/>
                  <a:gd name="T1" fmla="*/ 58 h 145"/>
                  <a:gd name="T2" fmla="*/ 147 w 276"/>
                  <a:gd name="T3" fmla="*/ 81 h 145"/>
                  <a:gd name="T4" fmla="*/ 177 w 276"/>
                  <a:gd name="T5" fmla="*/ 145 h 145"/>
                  <a:gd name="T6" fmla="*/ 223 w 276"/>
                  <a:gd name="T7" fmla="*/ 68 h 145"/>
                  <a:gd name="T8" fmla="*/ 266 w 276"/>
                  <a:gd name="T9" fmla="*/ 53 h 145"/>
                  <a:gd name="T10" fmla="*/ 268 w 276"/>
                  <a:gd name="T11" fmla="*/ 53 h 145"/>
                  <a:gd name="T12" fmla="*/ 276 w 276"/>
                  <a:gd name="T13" fmla="*/ 53 h 145"/>
                  <a:gd name="T14" fmla="*/ 269 w 276"/>
                  <a:gd name="T15" fmla="*/ 15 h 145"/>
                  <a:gd name="T16" fmla="*/ 269 w 276"/>
                  <a:gd name="T17" fmla="*/ 5 h 145"/>
                  <a:gd name="T18" fmla="*/ 248 w 276"/>
                  <a:gd name="T19" fmla="*/ 1 h 145"/>
                  <a:gd name="T20" fmla="*/ 248 w 276"/>
                  <a:gd name="T21" fmla="*/ 1 h 145"/>
                  <a:gd name="T22" fmla="*/ 247 w 276"/>
                  <a:gd name="T23" fmla="*/ 0 h 145"/>
                  <a:gd name="T24" fmla="*/ 204 w 276"/>
                  <a:gd name="T25" fmla="*/ 47 h 145"/>
                  <a:gd name="T26" fmla="*/ 111 w 276"/>
                  <a:gd name="T27" fmla="*/ 32 h 145"/>
                  <a:gd name="T28" fmla="*/ 27 w 276"/>
                  <a:gd name="T29" fmla="*/ 17 h 145"/>
                  <a:gd name="T30" fmla="*/ 2 w 276"/>
                  <a:gd name="T31" fmla="*/ 34 h 145"/>
                  <a:gd name="T32" fmla="*/ 19 w 276"/>
                  <a:gd name="T33" fmla="*/ 58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6" h="145">
                    <a:moveTo>
                      <a:pt x="19" y="58"/>
                    </a:moveTo>
                    <a:cubicBezTo>
                      <a:pt x="147" y="81"/>
                      <a:pt x="147" y="81"/>
                      <a:pt x="147" y="81"/>
                    </a:cubicBezTo>
                    <a:cubicBezTo>
                      <a:pt x="177" y="145"/>
                      <a:pt x="177" y="145"/>
                      <a:pt x="177" y="145"/>
                    </a:cubicBezTo>
                    <a:cubicBezTo>
                      <a:pt x="187" y="109"/>
                      <a:pt x="203" y="84"/>
                      <a:pt x="223" y="68"/>
                    </a:cubicBezTo>
                    <a:cubicBezTo>
                      <a:pt x="240" y="56"/>
                      <a:pt x="255" y="53"/>
                      <a:pt x="266" y="53"/>
                    </a:cubicBezTo>
                    <a:cubicBezTo>
                      <a:pt x="267" y="53"/>
                      <a:pt x="267" y="53"/>
                      <a:pt x="268" y="53"/>
                    </a:cubicBezTo>
                    <a:cubicBezTo>
                      <a:pt x="276" y="53"/>
                      <a:pt x="276" y="53"/>
                      <a:pt x="276" y="53"/>
                    </a:cubicBezTo>
                    <a:cubicBezTo>
                      <a:pt x="271" y="41"/>
                      <a:pt x="269" y="29"/>
                      <a:pt x="269" y="15"/>
                    </a:cubicBezTo>
                    <a:cubicBezTo>
                      <a:pt x="269" y="12"/>
                      <a:pt x="269" y="8"/>
                      <a:pt x="269" y="5"/>
                    </a:cubicBezTo>
                    <a:cubicBezTo>
                      <a:pt x="258" y="1"/>
                      <a:pt x="250" y="1"/>
                      <a:pt x="248" y="1"/>
                    </a:cubicBezTo>
                    <a:cubicBezTo>
                      <a:pt x="248" y="1"/>
                      <a:pt x="248" y="1"/>
                      <a:pt x="248" y="1"/>
                    </a:cubicBezTo>
                    <a:cubicBezTo>
                      <a:pt x="248" y="1"/>
                      <a:pt x="247" y="1"/>
                      <a:pt x="247" y="0"/>
                    </a:cubicBezTo>
                    <a:cubicBezTo>
                      <a:pt x="239" y="20"/>
                      <a:pt x="224" y="37"/>
                      <a:pt x="204" y="47"/>
                    </a:cubicBezTo>
                    <a:cubicBezTo>
                      <a:pt x="172" y="62"/>
                      <a:pt x="135" y="55"/>
                      <a:pt x="111" y="32"/>
                    </a:cubicBezTo>
                    <a:cubicBezTo>
                      <a:pt x="27" y="17"/>
                      <a:pt x="27" y="17"/>
                      <a:pt x="27" y="17"/>
                    </a:cubicBezTo>
                    <a:cubicBezTo>
                      <a:pt x="15" y="15"/>
                      <a:pt x="4" y="23"/>
                      <a:pt x="2" y="34"/>
                    </a:cubicBezTo>
                    <a:cubicBezTo>
                      <a:pt x="0" y="45"/>
                      <a:pt x="8" y="56"/>
                      <a:pt x="19"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 name="Freeform 297"/>
              <p:cNvSpPr>
                <a:spLocks noEditPoints="1"/>
              </p:cNvSpPr>
              <p:nvPr/>
            </p:nvSpPr>
            <p:spPr bwMode="auto">
              <a:xfrm>
                <a:off x="1873251" y="1120776"/>
                <a:ext cx="195263" cy="195263"/>
              </a:xfrm>
              <a:custGeom>
                <a:avLst/>
                <a:gdLst>
                  <a:gd name="T0" fmla="*/ 104 w 152"/>
                  <a:gd name="T1" fmla="*/ 136 h 152"/>
                  <a:gd name="T2" fmla="*/ 137 w 152"/>
                  <a:gd name="T3" fmla="*/ 48 h 152"/>
                  <a:gd name="T4" fmla="*/ 48 w 152"/>
                  <a:gd name="T5" fmla="*/ 15 h 152"/>
                  <a:gd name="T6" fmla="*/ 16 w 152"/>
                  <a:gd name="T7" fmla="*/ 104 h 152"/>
                  <a:gd name="T8" fmla="*/ 104 w 152"/>
                  <a:gd name="T9" fmla="*/ 136 h 152"/>
                  <a:gd name="T10" fmla="*/ 81 w 152"/>
                  <a:gd name="T11" fmla="*/ 83 h 152"/>
                  <a:gd name="T12" fmla="*/ 126 w 152"/>
                  <a:gd name="T13" fmla="*/ 95 h 152"/>
                  <a:gd name="T14" fmla="*/ 87 w 152"/>
                  <a:gd name="T15" fmla="*/ 106 h 152"/>
                  <a:gd name="T16" fmla="*/ 48 w 152"/>
                  <a:gd name="T17" fmla="*/ 116 h 152"/>
                  <a:gd name="T18" fmla="*/ 81 w 152"/>
                  <a:gd name="T19" fmla="*/ 83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2" h="152">
                    <a:moveTo>
                      <a:pt x="104" y="136"/>
                    </a:moveTo>
                    <a:cubicBezTo>
                      <a:pt x="138" y="120"/>
                      <a:pt x="152" y="81"/>
                      <a:pt x="137" y="48"/>
                    </a:cubicBezTo>
                    <a:cubicBezTo>
                      <a:pt x="121" y="14"/>
                      <a:pt x="81" y="0"/>
                      <a:pt x="48" y="15"/>
                    </a:cubicBezTo>
                    <a:cubicBezTo>
                      <a:pt x="15" y="31"/>
                      <a:pt x="0" y="70"/>
                      <a:pt x="16" y="104"/>
                    </a:cubicBezTo>
                    <a:cubicBezTo>
                      <a:pt x="31" y="137"/>
                      <a:pt x="71" y="152"/>
                      <a:pt x="104" y="136"/>
                    </a:cubicBezTo>
                    <a:close/>
                    <a:moveTo>
                      <a:pt x="81" y="83"/>
                    </a:moveTo>
                    <a:cubicBezTo>
                      <a:pt x="103" y="77"/>
                      <a:pt x="123" y="83"/>
                      <a:pt x="126" y="95"/>
                    </a:cubicBezTo>
                    <a:cubicBezTo>
                      <a:pt x="130" y="108"/>
                      <a:pt x="109" y="100"/>
                      <a:pt x="87" y="106"/>
                    </a:cubicBezTo>
                    <a:cubicBezTo>
                      <a:pt x="66" y="111"/>
                      <a:pt x="51" y="128"/>
                      <a:pt x="48" y="116"/>
                    </a:cubicBezTo>
                    <a:cubicBezTo>
                      <a:pt x="45" y="103"/>
                      <a:pt x="60" y="89"/>
                      <a:pt x="81"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 name="Freeform 298"/>
              <p:cNvSpPr>
                <a:spLocks/>
              </p:cNvSpPr>
              <p:nvPr/>
            </p:nvSpPr>
            <p:spPr bwMode="auto">
              <a:xfrm>
                <a:off x="1766888" y="1009651"/>
                <a:ext cx="206375" cy="228600"/>
              </a:xfrm>
              <a:custGeom>
                <a:avLst/>
                <a:gdLst>
                  <a:gd name="T0" fmla="*/ 40 w 160"/>
                  <a:gd name="T1" fmla="*/ 105 h 178"/>
                  <a:gd name="T2" fmla="*/ 6 w 160"/>
                  <a:gd name="T3" fmla="*/ 121 h 178"/>
                  <a:gd name="T4" fmla="*/ 4 w 160"/>
                  <a:gd name="T5" fmla="*/ 126 h 178"/>
                  <a:gd name="T6" fmla="*/ 7 w 160"/>
                  <a:gd name="T7" fmla="*/ 130 h 178"/>
                  <a:gd name="T8" fmla="*/ 38 w 160"/>
                  <a:gd name="T9" fmla="*/ 138 h 178"/>
                  <a:gd name="T10" fmla="*/ 9 w 160"/>
                  <a:gd name="T11" fmla="*/ 169 h 178"/>
                  <a:gd name="T12" fmla="*/ 8 w 160"/>
                  <a:gd name="T13" fmla="*/ 175 h 178"/>
                  <a:gd name="T14" fmla="*/ 14 w 160"/>
                  <a:gd name="T15" fmla="*/ 178 h 178"/>
                  <a:gd name="T16" fmla="*/ 58 w 160"/>
                  <a:gd name="T17" fmla="*/ 168 h 178"/>
                  <a:gd name="T18" fmla="*/ 58 w 160"/>
                  <a:gd name="T19" fmla="*/ 168 h 178"/>
                  <a:gd name="T20" fmla="*/ 62 w 160"/>
                  <a:gd name="T21" fmla="*/ 163 h 178"/>
                  <a:gd name="T22" fmla="*/ 56 w 160"/>
                  <a:gd name="T23" fmla="*/ 159 h 178"/>
                  <a:gd name="T24" fmla="*/ 27 w 160"/>
                  <a:gd name="T25" fmla="*/ 165 h 178"/>
                  <a:gd name="T26" fmla="*/ 51 w 160"/>
                  <a:gd name="T27" fmla="*/ 139 h 178"/>
                  <a:gd name="T28" fmla="*/ 52 w 160"/>
                  <a:gd name="T29" fmla="*/ 134 h 178"/>
                  <a:gd name="T30" fmla="*/ 48 w 160"/>
                  <a:gd name="T31" fmla="*/ 131 h 178"/>
                  <a:gd name="T32" fmla="*/ 22 w 160"/>
                  <a:gd name="T33" fmla="*/ 124 h 178"/>
                  <a:gd name="T34" fmla="*/ 51 w 160"/>
                  <a:gd name="T35" fmla="*/ 110 h 178"/>
                  <a:gd name="T36" fmla="*/ 54 w 160"/>
                  <a:gd name="T37" fmla="*/ 106 h 178"/>
                  <a:gd name="T38" fmla="*/ 52 w 160"/>
                  <a:gd name="T39" fmla="*/ 102 h 178"/>
                  <a:gd name="T40" fmla="*/ 20 w 160"/>
                  <a:gd name="T41" fmla="*/ 75 h 178"/>
                  <a:gd name="T42" fmla="*/ 60 w 160"/>
                  <a:gd name="T43" fmla="*/ 78 h 178"/>
                  <a:gd name="T44" fmla="*/ 64 w 160"/>
                  <a:gd name="T45" fmla="*/ 76 h 178"/>
                  <a:gd name="T46" fmla="*/ 65 w 160"/>
                  <a:gd name="T47" fmla="*/ 71 h 178"/>
                  <a:gd name="T48" fmla="*/ 55 w 160"/>
                  <a:gd name="T49" fmla="*/ 36 h 178"/>
                  <a:gd name="T50" fmla="*/ 89 w 160"/>
                  <a:gd name="T51" fmla="*/ 58 h 178"/>
                  <a:gd name="T52" fmla="*/ 93 w 160"/>
                  <a:gd name="T53" fmla="*/ 59 h 178"/>
                  <a:gd name="T54" fmla="*/ 96 w 160"/>
                  <a:gd name="T55" fmla="*/ 55 h 178"/>
                  <a:gd name="T56" fmla="*/ 102 w 160"/>
                  <a:gd name="T57" fmla="*/ 21 h 178"/>
                  <a:gd name="T58" fmla="*/ 123 w 160"/>
                  <a:gd name="T59" fmla="*/ 60 h 178"/>
                  <a:gd name="T60" fmla="*/ 127 w 160"/>
                  <a:gd name="T61" fmla="*/ 63 h 178"/>
                  <a:gd name="T62" fmla="*/ 131 w 160"/>
                  <a:gd name="T63" fmla="*/ 61 h 178"/>
                  <a:gd name="T64" fmla="*/ 150 w 160"/>
                  <a:gd name="T65" fmla="*/ 44 h 178"/>
                  <a:gd name="T66" fmla="*/ 149 w 160"/>
                  <a:gd name="T67" fmla="*/ 69 h 178"/>
                  <a:gd name="T68" fmla="*/ 153 w 160"/>
                  <a:gd name="T69" fmla="*/ 74 h 178"/>
                  <a:gd name="T70" fmla="*/ 158 w 160"/>
                  <a:gd name="T71" fmla="*/ 70 h 178"/>
                  <a:gd name="T72" fmla="*/ 160 w 160"/>
                  <a:gd name="T73" fmla="*/ 32 h 178"/>
                  <a:gd name="T74" fmla="*/ 157 w 160"/>
                  <a:gd name="T75" fmla="*/ 28 h 178"/>
                  <a:gd name="T76" fmla="*/ 152 w 160"/>
                  <a:gd name="T77" fmla="*/ 29 h 178"/>
                  <a:gd name="T78" fmla="*/ 129 w 160"/>
                  <a:gd name="T79" fmla="*/ 50 h 178"/>
                  <a:gd name="T80" fmla="*/ 103 w 160"/>
                  <a:gd name="T81" fmla="*/ 3 h 178"/>
                  <a:gd name="T82" fmla="*/ 98 w 160"/>
                  <a:gd name="T83" fmla="*/ 1 h 178"/>
                  <a:gd name="T84" fmla="*/ 94 w 160"/>
                  <a:gd name="T85" fmla="*/ 5 h 178"/>
                  <a:gd name="T86" fmla="*/ 88 w 160"/>
                  <a:gd name="T87" fmla="*/ 46 h 178"/>
                  <a:gd name="T88" fmla="*/ 49 w 160"/>
                  <a:gd name="T89" fmla="*/ 20 h 178"/>
                  <a:gd name="T90" fmla="*/ 43 w 160"/>
                  <a:gd name="T91" fmla="*/ 20 h 178"/>
                  <a:gd name="T92" fmla="*/ 42 w 160"/>
                  <a:gd name="T93" fmla="*/ 26 h 178"/>
                  <a:gd name="T94" fmla="*/ 54 w 160"/>
                  <a:gd name="T95" fmla="*/ 67 h 178"/>
                  <a:gd name="T96" fmla="*/ 5 w 160"/>
                  <a:gd name="T97" fmla="*/ 64 h 178"/>
                  <a:gd name="T98" fmla="*/ 1 w 160"/>
                  <a:gd name="T99" fmla="*/ 67 h 178"/>
                  <a:gd name="T100" fmla="*/ 2 w 160"/>
                  <a:gd name="T101" fmla="*/ 73 h 178"/>
                  <a:gd name="T102" fmla="*/ 40 w 160"/>
                  <a:gd name="T103" fmla="*/ 105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60" h="178">
                    <a:moveTo>
                      <a:pt x="40" y="105"/>
                    </a:moveTo>
                    <a:cubicBezTo>
                      <a:pt x="6" y="121"/>
                      <a:pt x="6" y="121"/>
                      <a:pt x="6" y="121"/>
                    </a:cubicBezTo>
                    <a:cubicBezTo>
                      <a:pt x="5" y="122"/>
                      <a:pt x="4" y="124"/>
                      <a:pt x="4" y="126"/>
                    </a:cubicBezTo>
                    <a:cubicBezTo>
                      <a:pt x="4" y="128"/>
                      <a:pt x="5" y="129"/>
                      <a:pt x="7" y="130"/>
                    </a:cubicBezTo>
                    <a:cubicBezTo>
                      <a:pt x="38" y="138"/>
                      <a:pt x="38" y="138"/>
                      <a:pt x="38" y="138"/>
                    </a:cubicBezTo>
                    <a:cubicBezTo>
                      <a:pt x="9" y="169"/>
                      <a:pt x="9" y="169"/>
                      <a:pt x="9" y="169"/>
                    </a:cubicBezTo>
                    <a:cubicBezTo>
                      <a:pt x="8" y="171"/>
                      <a:pt x="7" y="173"/>
                      <a:pt x="8" y="175"/>
                    </a:cubicBezTo>
                    <a:cubicBezTo>
                      <a:pt x="9" y="177"/>
                      <a:pt x="11" y="178"/>
                      <a:pt x="14" y="178"/>
                    </a:cubicBezTo>
                    <a:cubicBezTo>
                      <a:pt x="58" y="168"/>
                      <a:pt x="58" y="168"/>
                      <a:pt x="58" y="168"/>
                    </a:cubicBezTo>
                    <a:cubicBezTo>
                      <a:pt x="58" y="168"/>
                      <a:pt x="58" y="168"/>
                      <a:pt x="58" y="168"/>
                    </a:cubicBezTo>
                    <a:cubicBezTo>
                      <a:pt x="61" y="168"/>
                      <a:pt x="62" y="165"/>
                      <a:pt x="62" y="163"/>
                    </a:cubicBezTo>
                    <a:cubicBezTo>
                      <a:pt x="61" y="160"/>
                      <a:pt x="59" y="158"/>
                      <a:pt x="56" y="159"/>
                    </a:cubicBezTo>
                    <a:cubicBezTo>
                      <a:pt x="27" y="165"/>
                      <a:pt x="27" y="165"/>
                      <a:pt x="27" y="165"/>
                    </a:cubicBezTo>
                    <a:cubicBezTo>
                      <a:pt x="51" y="139"/>
                      <a:pt x="51" y="139"/>
                      <a:pt x="51" y="139"/>
                    </a:cubicBezTo>
                    <a:cubicBezTo>
                      <a:pt x="52" y="138"/>
                      <a:pt x="52" y="136"/>
                      <a:pt x="52" y="134"/>
                    </a:cubicBezTo>
                    <a:cubicBezTo>
                      <a:pt x="51" y="133"/>
                      <a:pt x="50" y="131"/>
                      <a:pt x="48" y="131"/>
                    </a:cubicBezTo>
                    <a:cubicBezTo>
                      <a:pt x="22" y="124"/>
                      <a:pt x="22" y="124"/>
                      <a:pt x="22" y="124"/>
                    </a:cubicBezTo>
                    <a:cubicBezTo>
                      <a:pt x="51" y="110"/>
                      <a:pt x="51" y="110"/>
                      <a:pt x="51" y="110"/>
                    </a:cubicBezTo>
                    <a:cubicBezTo>
                      <a:pt x="52" y="109"/>
                      <a:pt x="53" y="108"/>
                      <a:pt x="54" y="106"/>
                    </a:cubicBezTo>
                    <a:cubicBezTo>
                      <a:pt x="54" y="105"/>
                      <a:pt x="53" y="103"/>
                      <a:pt x="52" y="102"/>
                    </a:cubicBezTo>
                    <a:cubicBezTo>
                      <a:pt x="20" y="75"/>
                      <a:pt x="20" y="75"/>
                      <a:pt x="20" y="75"/>
                    </a:cubicBezTo>
                    <a:cubicBezTo>
                      <a:pt x="60" y="78"/>
                      <a:pt x="60" y="78"/>
                      <a:pt x="60" y="78"/>
                    </a:cubicBezTo>
                    <a:cubicBezTo>
                      <a:pt x="62" y="78"/>
                      <a:pt x="63" y="77"/>
                      <a:pt x="64" y="76"/>
                    </a:cubicBezTo>
                    <a:cubicBezTo>
                      <a:pt x="65" y="74"/>
                      <a:pt x="66" y="73"/>
                      <a:pt x="65" y="71"/>
                    </a:cubicBezTo>
                    <a:cubicBezTo>
                      <a:pt x="55" y="36"/>
                      <a:pt x="55" y="36"/>
                      <a:pt x="55" y="36"/>
                    </a:cubicBezTo>
                    <a:cubicBezTo>
                      <a:pt x="89" y="58"/>
                      <a:pt x="89" y="58"/>
                      <a:pt x="89" y="58"/>
                    </a:cubicBezTo>
                    <a:cubicBezTo>
                      <a:pt x="90" y="59"/>
                      <a:pt x="92" y="59"/>
                      <a:pt x="93" y="59"/>
                    </a:cubicBezTo>
                    <a:cubicBezTo>
                      <a:pt x="95" y="58"/>
                      <a:pt x="96" y="57"/>
                      <a:pt x="96" y="55"/>
                    </a:cubicBezTo>
                    <a:cubicBezTo>
                      <a:pt x="102" y="21"/>
                      <a:pt x="102" y="21"/>
                      <a:pt x="102" y="21"/>
                    </a:cubicBezTo>
                    <a:cubicBezTo>
                      <a:pt x="123" y="60"/>
                      <a:pt x="123" y="60"/>
                      <a:pt x="123" y="60"/>
                    </a:cubicBezTo>
                    <a:cubicBezTo>
                      <a:pt x="124" y="61"/>
                      <a:pt x="125" y="62"/>
                      <a:pt x="127" y="63"/>
                    </a:cubicBezTo>
                    <a:cubicBezTo>
                      <a:pt x="128" y="63"/>
                      <a:pt x="130" y="62"/>
                      <a:pt x="131" y="61"/>
                    </a:cubicBezTo>
                    <a:cubicBezTo>
                      <a:pt x="150" y="44"/>
                      <a:pt x="150" y="44"/>
                      <a:pt x="150" y="44"/>
                    </a:cubicBezTo>
                    <a:cubicBezTo>
                      <a:pt x="149" y="69"/>
                      <a:pt x="149" y="69"/>
                      <a:pt x="149" y="69"/>
                    </a:cubicBezTo>
                    <a:cubicBezTo>
                      <a:pt x="148" y="72"/>
                      <a:pt x="151" y="74"/>
                      <a:pt x="153" y="74"/>
                    </a:cubicBezTo>
                    <a:cubicBezTo>
                      <a:pt x="156" y="74"/>
                      <a:pt x="158" y="72"/>
                      <a:pt x="158" y="70"/>
                    </a:cubicBezTo>
                    <a:cubicBezTo>
                      <a:pt x="160" y="32"/>
                      <a:pt x="160" y="32"/>
                      <a:pt x="160" y="32"/>
                    </a:cubicBezTo>
                    <a:cubicBezTo>
                      <a:pt x="160" y="30"/>
                      <a:pt x="159" y="29"/>
                      <a:pt x="157" y="28"/>
                    </a:cubicBezTo>
                    <a:cubicBezTo>
                      <a:pt x="156" y="27"/>
                      <a:pt x="154" y="27"/>
                      <a:pt x="152" y="29"/>
                    </a:cubicBezTo>
                    <a:cubicBezTo>
                      <a:pt x="129" y="50"/>
                      <a:pt x="129" y="50"/>
                      <a:pt x="129" y="50"/>
                    </a:cubicBezTo>
                    <a:cubicBezTo>
                      <a:pt x="103" y="3"/>
                      <a:pt x="103" y="3"/>
                      <a:pt x="103" y="3"/>
                    </a:cubicBezTo>
                    <a:cubicBezTo>
                      <a:pt x="102" y="1"/>
                      <a:pt x="100" y="0"/>
                      <a:pt x="98" y="1"/>
                    </a:cubicBezTo>
                    <a:cubicBezTo>
                      <a:pt x="96" y="1"/>
                      <a:pt x="95" y="3"/>
                      <a:pt x="94" y="5"/>
                    </a:cubicBezTo>
                    <a:cubicBezTo>
                      <a:pt x="88" y="46"/>
                      <a:pt x="88" y="46"/>
                      <a:pt x="88" y="46"/>
                    </a:cubicBezTo>
                    <a:cubicBezTo>
                      <a:pt x="49" y="20"/>
                      <a:pt x="49" y="20"/>
                      <a:pt x="49" y="20"/>
                    </a:cubicBezTo>
                    <a:cubicBezTo>
                      <a:pt x="47" y="19"/>
                      <a:pt x="45" y="19"/>
                      <a:pt x="43" y="20"/>
                    </a:cubicBezTo>
                    <a:cubicBezTo>
                      <a:pt x="42" y="22"/>
                      <a:pt x="41" y="24"/>
                      <a:pt x="42" y="26"/>
                    </a:cubicBezTo>
                    <a:cubicBezTo>
                      <a:pt x="54" y="67"/>
                      <a:pt x="54" y="67"/>
                      <a:pt x="54" y="67"/>
                    </a:cubicBezTo>
                    <a:cubicBezTo>
                      <a:pt x="5" y="64"/>
                      <a:pt x="5" y="64"/>
                      <a:pt x="5" y="64"/>
                    </a:cubicBezTo>
                    <a:cubicBezTo>
                      <a:pt x="3" y="64"/>
                      <a:pt x="1" y="65"/>
                      <a:pt x="1" y="67"/>
                    </a:cubicBezTo>
                    <a:cubicBezTo>
                      <a:pt x="0" y="69"/>
                      <a:pt x="0" y="71"/>
                      <a:pt x="2" y="73"/>
                    </a:cubicBezTo>
                    <a:lnTo>
                      <a:pt x="40" y="1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 name="Freeform 299"/>
              <p:cNvSpPr>
                <a:spLocks/>
              </p:cNvSpPr>
              <p:nvPr/>
            </p:nvSpPr>
            <p:spPr bwMode="auto">
              <a:xfrm>
                <a:off x="1920876" y="879476"/>
                <a:ext cx="55563" cy="69850"/>
              </a:xfrm>
              <a:custGeom>
                <a:avLst/>
                <a:gdLst>
                  <a:gd name="T0" fmla="*/ 34 w 43"/>
                  <a:gd name="T1" fmla="*/ 38 h 55"/>
                  <a:gd name="T2" fmla="*/ 32 w 43"/>
                  <a:gd name="T3" fmla="*/ 0 h 55"/>
                  <a:gd name="T4" fmla="*/ 27 w 43"/>
                  <a:gd name="T5" fmla="*/ 2 h 55"/>
                  <a:gd name="T6" fmla="*/ 29 w 43"/>
                  <a:gd name="T7" fmla="*/ 35 h 55"/>
                  <a:gd name="T8" fmla="*/ 0 w 43"/>
                  <a:gd name="T9" fmla="*/ 49 h 55"/>
                  <a:gd name="T10" fmla="*/ 1 w 43"/>
                  <a:gd name="T11" fmla="*/ 55 h 55"/>
                  <a:gd name="T12" fmla="*/ 34 w 43"/>
                  <a:gd name="T13" fmla="*/ 38 h 55"/>
                </a:gdLst>
                <a:ahLst/>
                <a:cxnLst>
                  <a:cxn ang="0">
                    <a:pos x="T0" y="T1"/>
                  </a:cxn>
                  <a:cxn ang="0">
                    <a:pos x="T2" y="T3"/>
                  </a:cxn>
                  <a:cxn ang="0">
                    <a:pos x="T4" y="T5"/>
                  </a:cxn>
                  <a:cxn ang="0">
                    <a:pos x="T6" y="T7"/>
                  </a:cxn>
                  <a:cxn ang="0">
                    <a:pos x="T8" y="T9"/>
                  </a:cxn>
                  <a:cxn ang="0">
                    <a:pos x="T10" y="T11"/>
                  </a:cxn>
                  <a:cxn ang="0">
                    <a:pos x="T12" y="T13"/>
                  </a:cxn>
                </a:cxnLst>
                <a:rect l="0" t="0" r="r" b="b"/>
                <a:pathLst>
                  <a:path w="43" h="55">
                    <a:moveTo>
                      <a:pt x="34" y="38"/>
                    </a:moveTo>
                    <a:cubicBezTo>
                      <a:pt x="43" y="22"/>
                      <a:pt x="33" y="1"/>
                      <a:pt x="32" y="0"/>
                    </a:cubicBezTo>
                    <a:cubicBezTo>
                      <a:pt x="27" y="2"/>
                      <a:pt x="27" y="2"/>
                      <a:pt x="27" y="2"/>
                    </a:cubicBezTo>
                    <a:cubicBezTo>
                      <a:pt x="27" y="3"/>
                      <a:pt x="37" y="22"/>
                      <a:pt x="29" y="35"/>
                    </a:cubicBezTo>
                    <a:cubicBezTo>
                      <a:pt x="25" y="43"/>
                      <a:pt x="15" y="48"/>
                      <a:pt x="0" y="49"/>
                    </a:cubicBezTo>
                    <a:cubicBezTo>
                      <a:pt x="1" y="55"/>
                      <a:pt x="1" y="55"/>
                      <a:pt x="1" y="55"/>
                    </a:cubicBezTo>
                    <a:cubicBezTo>
                      <a:pt x="18" y="53"/>
                      <a:pt x="29" y="48"/>
                      <a:pt x="34"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 name="Freeform 300"/>
              <p:cNvSpPr>
                <a:spLocks/>
              </p:cNvSpPr>
              <p:nvPr/>
            </p:nvSpPr>
            <p:spPr bwMode="auto">
              <a:xfrm>
                <a:off x="1974851" y="877888"/>
                <a:ext cx="68263" cy="55563"/>
              </a:xfrm>
              <a:custGeom>
                <a:avLst/>
                <a:gdLst>
                  <a:gd name="T0" fmla="*/ 15 w 53"/>
                  <a:gd name="T1" fmla="*/ 37 h 44"/>
                  <a:gd name="T2" fmla="*/ 28 w 53"/>
                  <a:gd name="T3" fmla="*/ 43 h 44"/>
                  <a:gd name="T4" fmla="*/ 53 w 53"/>
                  <a:gd name="T5" fmla="*/ 40 h 44"/>
                  <a:gd name="T6" fmla="*/ 51 w 53"/>
                  <a:gd name="T7" fmla="*/ 35 h 44"/>
                  <a:gd name="T8" fmla="*/ 18 w 53"/>
                  <a:gd name="T9" fmla="*/ 32 h 44"/>
                  <a:gd name="T10" fmla="*/ 8 w 53"/>
                  <a:gd name="T11" fmla="*/ 0 h 44"/>
                  <a:gd name="T12" fmla="*/ 2 w 53"/>
                  <a:gd name="T13" fmla="*/ 0 h 44"/>
                  <a:gd name="T14" fmla="*/ 15 w 53"/>
                  <a:gd name="T15" fmla="*/ 37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 h="44">
                    <a:moveTo>
                      <a:pt x="15" y="37"/>
                    </a:moveTo>
                    <a:cubicBezTo>
                      <a:pt x="18" y="40"/>
                      <a:pt x="23" y="42"/>
                      <a:pt x="28" y="43"/>
                    </a:cubicBezTo>
                    <a:cubicBezTo>
                      <a:pt x="35" y="44"/>
                      <a:pt x="43" y="43"/>
                      <a:pt x="53" y="40"/>
                    </a:cubicBezTo>
                    <a:cubicBezTo>
                      <a:pt x="51" y="35"/>
                      <a:pt x="51" y="35"/>
                      <a:pt x="51" y="35"/>
                    </a:cubicBezTo>
                    <a:cubicBezTo>
                      <a:pt x="37" y="39"/>
                      <a:pt x="26" y="38"/>
                      <a:pt x="18" y="32"/>
                    </a:cubicBezTo>
                    <a:cubicBezTo>
                      <a:pt x="6" y="22"/>
                      <a:pt x="8" y="1"/>
                      <a:pt x="8" y="0"/>
                    </a:cubicBezTo>
                    <a:cubicBezTo>
                      <a:pt x="2" y="0"/>
                      <a:pt x="2" y="0"/>
                      <a:pt x="2" y="0"/>
                    </a:cubicBezTo>
                    <a:cubicBezTo>
                      <a:pt x="2" y="1"/>
                      <a:pt x="0" y="25"/>
                      <a:pt x="15"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 name="Freeform 301"/>
              <p:cNvSpPr>
                <a:spLocks/>
              </p:cNvSpPr>
              <p:nvPr/>
            </p:nvSpPr>
            <p:spPr bwMode="auto">
              <a:xfrm>
                <a:off x="1984376" y="944563"/>
                <a:ext cx="58738" cy="71438"/>
              </a:xfrm>
              <a:custGeom>
                <a:avLst/>
                <a:gdLst>
                  <a:gd name="T0" fmla="*/ 45 w 45"/>
                  <a:gd name="T1" fmla="*/ 6 h 55"/>
                  <a:gd name="T2" fmla="*/ 45 w 45"/>
                  <a:gd name="T3" fmla="*/ 0 h 55"/>
                  <a:gd name="T4" fmla="*/ 10 w 45"/>
                  <a:gd name="T5" fmla="*/ 14 h 55"/>
                  <a:gd name="T6" fmla="*/ 12 w 45"/>
                  <a:gd name="T7" fmla="*/ 55 h 55"/>
                  <a:gd name="T8" fmla="*/ 17 w 45"/>
                  <a:gd name="T9" fmla="*/ 52 h 55"/>
                  <a:gd name="T10" fmla="*/ 15 w 45"/>
                  <a:gd name="T11" fmla="*/ 17 h 55"/>
                  <a:gd name="T12" fmla="*/ 45 w 45"/>
                  <a:gd name="T13" fmla="*/ 6 h 55"/>
                </a:gdLst>
                <a:ahLst/>
                <a:cxnLst>
                  <a:cxn ang="0">
                    <a:pos x="T0" y="T1"/>
                  </a:cxn>
                  <a:cxn ang="0">
                    <a:pos x="T2" y="T3"/>
                  </a:cxn>
                  <a:cxn ang="0">
                    <a:pos x="T4" y="T5"/>
                  </a:cxn>
                  <a:cxn ang="0">
                    <a:pos x="T6" y="T7"/>
                  </a:cxn>
                  <a:cxn ang="0">
                    <a:pos x="T8" y="T9"/>
                  </a:cxn>
                  <a:cxn ang="0">
                    <a:pos x="T10" y="T11"/>
                  </a:cxn>
                  <a:cxn ang="0">
                    <a:pos x="T12" y="T13"/>
                  </a:cxn>
                </a:cxnLst>
                <a:rect l="0" t="0" r="r" b="b"/>
                <a:pathLst>
                  <a:path w="45" h="55">
                    <a:moveTo>
                      <a:pt x="45" y="6"/>
                    </a:moveTo>
                    <a:cubicBezTo>
                      <a:pt x="45" y="0"/>
                      <a:pt x="45" y="0"/>
                      <a:pt x="45" y="0"/>
                    </a:cubicBezTo>
                    <a:cubicBezTo>
                      <a:pt x="27" y="0"/>
                      <a:pt x="16" y="5"/>
                      <a:pt x="10" y="14"/>
                    </a:cubicBezTo>
                    <a:cubicBezTo>
                      <a:pt x="0" y="31"/>
                      <a:pt x="12" y="54"/>
                      <a:pt x="12" y="55"/>
                    </a:cubicBezTo>
                    <a:cubicBezTo>
                      <a:pt x="17" y="52"/>
                      <a:pt x="17" y="52"/>
                      <a:pt x="17" y="52"/>
                    </a:cubicBezTo>
                    <a:cubicBezTo>
                      <a:pt x="17" y="52"/>
                      <a:pt x="7" y="31"/>
                      <a:pt x="15" y="17"/>
                    </a:cubicBezTo>
                    <a:cubicBezTo>
                      <a:pt x="19" y="10"/>
                      <a:pt x="30" y="6"/>
                      <a:pt x="4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Freeform 302"/>
              <p:cNvSpPr>
                <a:spLocks/>
              </p:cNvSpPr>
              <p:nvPr/>
            </p:nvSpPr>
            <p:spPr bwMode="auto">
              <a:xfrm>
                <a:off x="1920876" y="957263"/>
                <a:ext cx="68263" cy="60325"/>
              </a:xfrm>
              <a:custGeom>
                <a:avLst/>
                <a:gdLst>
                  <a:gd name="T0" fmla="*/ 0 w 53"/>
                  <a:gd name="T1" fmla="*/ 6 h 46"/>
                  <a:gd name="T2" fmla="*/ 2 w 53"/>
                  <a:gd name="T3" fmla="*/ 11 h 46"/>
                  <a:gd name="T4" fmla="*/ 35 w 53"/>
                  <a:gd name="T5" fmla="*/ 11 h 46"/>
                  <a:gd name="T6" fmla="*/ 44 w 53"/>
                  <a:gd name="T7" fmla="*/ 45 h 46"/>
                  <a:gd name="T8" fmla="*/ 50 w 53"/>
                  <a:gd name="T9" fmla="*/ 46 h 46"/>
                  <a:gd name="T10" fmla="*/ 39 w 53"/>
                  <a:gd name="T11" fmla="*/ 7 h 46"/>
                  <a:gd name="T12" fmla="*/ 0 w 53"/>
                  <a:gd name="T13" fmla="*/ 6 h 46"/>
                </a:gdLst>
                <a:ahLst/>
                <a:cxnLst>
                  <a:cxn ang="0">
                    <a:pos x="T0" y="T1"/>
                  </a:cxn>
                  <a:cxn ang="0">
                    <a:pos x="T2" y="T3"/>
                  </a:cxn>
                  <a:cxn ang="0">
                    <a:pos x="T4" y="T5"/>
                  </a:cxn>
                  <a:cxn ang="0">
                    <a:pos x="T6" y="T7"/>
                  </a:cxn>
                  <a:cxn ang="0">
                    <a:pos x="T8" y="T9"/>
                  </a:cxn>
                  <a:cxn ang="0">
                    <a:pos x="T10" y="T11"/>
                  </a:cxn>
                  <a:cxn ang="0">
                    <a:pos x="T12" y="T13"/>
                  </a:cxn>
                </a:cxnLst>
                <a:rect l="0" t="0" r="r" b="b"/>
                <a:pathLst>
                  <a:path w="53" h="46">
                    <a:moveTo>
                      <a:pt x="0" y="6"/>
                    </a:moveTo>
                    <a:cubicBezTo>
                      <a:pt x="2" y="11"/>
                      <a:pt x="2" y="11"/>
                      <a:pt x="2" y="11"/>
                    </a:cubicBezTo>
                    <a:cubicBezTo>
                      <a:pt x="17" y="6"/>
                      <a:pt x="28" y="6"/>
                      <a:pt x="35" y="11"/>
                    </a:cubicBezTo>
                    <a:cubicBezTo>
                      <a:pt x="47" y="21"/>
                      <a:pt x="44" y="45"/>
                      <a:pt x="44" y="45"/>
                    </a:cubicBezTo>
                    <a:cubicBezTo>
                      <a:pt x="50" y="46"/>
                      <a:pt x="50" y="46"/>
                      <a:pt x="50" y="46"/>
                    </a:cubicBezTo>
                    <a:cubicBezTo>
                      <a:pt x="50" y="45"/>
                      <a:pt x="53" y="19"/>
                      <a:pt x="39" y="7"/>
                    </a:cubicBezTo>
                    <a:cubicBezTo>
                      <a:pt x="30" y="0"/>
                      <a:pt x="17" y="0"/>
                      <a:pt x="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Freeform 303"/>
              <p:cNvSpPr>
                <a:spLocks/>
              </p:cNvSpPr>
              <p:nvPr/>
            </p:nvSpPr>
            <p:spPr bwMode="auto">
              <a:xfrm>
                <a:off x="1787526" y="1428751"/>
                <a:ext cx="36513" cy="80963"/>
              </a:xfrm>
              <a:custGeom>
                <a:avLst/>
                <a:gdLst>
                  <a:gd name="T0" fmla="*/ 0 w 28"/>
                  <a:gd name="T1" fmla="*/ 5 h 63"/>
                  <a:gd name="T2" fmla="*/ 21 w 28"/>
                  <a:gd name="T3" fmla="*/ 31 h 63"/>
                  <a:gd name="T4" fmla="*/ 5 w 28"/>
                  <a:gd name="T5" fmla="*/ 59 h 63"/>
                  <a:gd name="T6" fmla="*/ 9 w 28"/>
                  <a:gd name="T7" fmla="*/ 63 h 63"/>
                  <a:gd name="T8" fmla="*/ 26 w 28"/>
                  <a:gd name="T9" fmla="*/ 30 h 63"/>
                  <a:gd name="T10" fmla="*/ 3 w 28"/>
                  <a:gd name="T11" fmla="*/ 0 h 63"/>
                  <a:gd name="T12" fmla="*/ 0 w 28"/>
                  <a:gd name="T13" fmla="*/ 5 h 63"/>
                </a:gdLst>
                <a:ahLst/>
                <a:cxnLst>
                  <a:cxn ang="0">
                    <a:pos x="T0" y="T1"/>
                  </a:cxn>
                  <a:cxn ang="0">
                    <a:pos x="T2" y="T3"/>
                  </a:cxn>
                  <a:cxn ang="0">
                    <a:pos x="T4" y="T5"/>
                  </a:cxn>
                  <a:cxn ang="0">
                    <a:pos x="T6" y="T7"/>
                  </a:cxn>
                  <a:cxn ang="0">
                    <a:pos x="T8" y="T9"/>
                  </a:cxn>
                  <a:cxn ang="0">
                    <a:pos x="T10" y="T11"/>
                  </a:cxn>
                  <a:cxn ang="0">
                    <a:pos x="T12" y="T13"/>
                  </a:cxn>
                </a:cxnLst>
                <a:rect l="0" t="0" r="r" b="b"/>
                <a:pathLst>
                  <a:path w="28" h="63">
                    <a:moveTo>
                      <a:pt x="0" y="5"/>
                    </a:moveTo>
                    <a:cubicBezTo>
                      <a:pt x="0" y="5"/>
                      <a:pt x="19" y="15"/>
                      <a:pt x="21" y="31"/>
                    </a:cubicBezTo>
                    <a:cubicBezTo>
                      <a:pt x="22" y="40"/>
                      <a:pt x="16" y="49"/>
                      <a:pt x="5" y="59"/>
                    </a:cubicBezTo>
                    <a:cubicBezTo>
                      <a:pt x="9" y="63"/>
                      <a:pt x="9" y="63"/>
                      <a:pt x="9" y="63"/>
                    </a:cubicBezTo>
                    <a:cubicBezTo>
                      <a:pt x="22" y="52"/>
                      <a:pt x="28" y="41"/>
                      <a:pt x="26" y="30"/>
                    </a:cubicBezTo>
                    <a:cubicBezTo>
                      <a:pt x="25" y="12"/>
                      <a:pt x="4" y="0"/>
                      <a:pt x="3" y="0"/>
                    </a:cubicBez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 name="Freeform 304"/>
              <p:cNvSpPr>
                <a:spLocks/>
              </p:cNvSpPr>
              <p:nvPr/>
            </p:nvSpPr>
            <p:spPr bwMode="auto">
              <a:xfrm>
                <a:off x="1803401" y="1414463"/>
                <a:ext cx="84138" cy="34925"/>
              </a:xfrm>
              <a:custGeom>
                <a:avLst/>
                <a:gdLst>
                  <a:gd name="T0" fmla="*/ 32 w 65"/>
                  <a:gd name="T1" fmla="*/ 21 h 27"/>
                  <a:gd name="T2" fmla="*/ 5 w 65"/>
                  <a:gd name="T3" fmla="*/ 0 h 27"/>
                  <a:gd name="T4" fmla="*/ 0 w 65"/>
                  <a:gd name="T5" fmla="*/ 3 h 27"/>
                  <a:gd name="T6" fmla="*/ 32 w 65"/>
                  <a:gd name="T7" fmla="*/ 26 h 27"/>
                  <a:gd name="T8" fmla="*/ 45 w 65"/>
                  <a:gd name="T9" fmla="*/ 24 h 27"/>
                  <a:gd name="T10" fmla="*/ 65 w 65"/>
                  <a:gd name="T11" fmla="*/ 7 h 27"/>
                  <a:gd name="T12" fmla="*/ 60 w 65"/>
                  <a:gd name="T13" fmla="*/ 4 h 27"/>
                  <a:gd name="T14" fmla="*/ 32 w 65"/>
                  <a:gd name="T15" fmla="*/ 21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27">
                    <a:moveTo>
                      <a:pt x="32" y="21"/>
                    </a:moveTo>
                    <a:cubicBezTo>
                      <a:pt x="16" y="20"/>
                      <a:pt x="5" y="1"/>
                      <a:pt x="5" y="0"/>
                    </a:cubicBezTo>
                    <a:cubicBezTo>
                      <a:pt x="0" y="3"/>
                      <a:pt x="0" y="3"/>
                      <a:pt x="0" y="3"/>
                    </a:cubicBezTo>
                    <a:cubicBezTo>
                      <a:pt x="1" y="4"/>
                      <a:pt x="13" y="25"/>
                      <a:pt x="32" y="26"/>
                    </a:cubicBezTo>
                    <a:cubicBezTo>
                      <a:pt x="36" y="27"/>
                      <a:pt x="41" y="26"/>
                      <a:pt x="45" y="24"/>
                    </a:cubicBezTo>
                    <a:cubicBezTo>
                      <a:pt x="52" y="21"/>
                      <a:pt x="58" y="15"/>
                      <a:pt x="65" y="7"/>
                    </a:cubicBezTo>
                    <a:cubicBezTo>
                      <a:pt x="60" y="4"/>
                      <a:pt x="60" y="4"/>
                      <a:pt x="60" y="4"/>
                    </a:cubicBezTo>
                    <a:cubicBezTo>
                      <a:pt x="51" y="16"/>
                      <a:pt x="41" y="21"/>
                      <a:pt x="32"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 name="Freeform 305"/>
              <p:cNvSpPr>
                <a:spLocks/>
              </p:cNvSpPr>
              <p:nvPr/>
            </p:nvSpPr>
            <p:spPr bwMode="auto">
              <a:xfrm>
                <a:off x="1868488" y="1436688"/>
                <a:ext cx="36513" cy="82550"/>
              </a:xfrm>
              <a:custGeom>
                <a:avLst/>
                <a:gdLst>
                  <a:gd name="T0" fmla="*/ 24 w 28"/>
                  <a:gd name="T1" fmla="*/ 5 h 64"/>
                  <a:gd name="T2" fmla="*/ 21 w 28"/>
                  <a:gd name="T3" fmla="*/ 0 h 64"/>
                  <a:gd name="T4" fmla="*/ 0 w 28"/>
                  <a:gd name="T5" fmla="*/ 32 h 64"/>
                  <a:gd name="T6" fmla="*/ 25 w 28"/>
                  <a:gd name="T7" fmla="*/ 64 h 64"/>
                  <a:gd name="T8" fmla="*/ 28 w 28"/>
                  <a:gd name="T9" fmla="*/ 59 h 64"/>
                  <a:gd name="T10" fmla="*/ 6 w 28"/>
                  <a:gd name="T11" fmla="*/ 31 h 64"/>
                  <a:gd name="T12" fmla="*/ 24 w 28"/>
                  <a:gd name="T13" fmla="*/ 5 h 64"/>
                </a:gdLst>
                <a:ahLst/>
                <a:cxnLst>
                  <a:cxn ang="0">
                    <a:pos x="T0" y="T1"/>
                  </a:cxn>
                  <a:cxn ang="0">
                    <a:pos x="T2" y="T3"/>
                  </a:cxn>
                  <a:cxn ang="0">
                    <a:pos x="T4" y="T5"/>
                  </a:cxn>
                  <a:cxn ang="0">
                    <a:pos x="T6" y="T7"/>
                  </a:cxn>
                  <a:cxn ang="0">
                    <a:pos x="T8" y="T9"/>
                  </a:cxn>
                  <a:cxn ang="0">
                    <a:pos x="T10" y="T11"/>
                  </a:cxn>
                  <a:cxn ang="0">
                    <a:pos x="T12" y="T13"/>
                  </a:cxn>
                </a:cxnLst>
                <a:rect l="0" t="0" r="r" b="b"/>
                <a:pathLst>
                  <a:path w="28" h="64">
                    <a:moveTo>
                      <a:pt x="24" y="5"/>
                    </a:moveTo>
                    <a:cubicBezTo>
                      <a:pt x="21" y="0"/>
                      <a:pt x="21" y="0"/>
                      <a:pt x="21" y="0"/>
                    </a:cubicBezTo>
                    <a:cubicBezTo>
                      <a:pt x="6" y="10"/>
                      <a:pt x="0" y="21"/>
                      <a:pt x="0" y="32"/>
                    </a:cubicBezTo>
                    <a:cubicBezTo>
                      <a:pt x="1" y="51"/>
                      <a:pt x="24" y="63"/>
                      <a:pt x="25" y="64"/>
                    </a:cubicBezTo>
                    <a:cubicBezTo>
                      <a:pt x="28" y="59"/>
                      <a:pt x="28" y="59"/>
                      <a:pt x="28" y="59"/>
                    </a:cubicBezTo>
                    <a:cubicBezTo>
                      <a:pt x="28" y="58"/>
                      <a:pt x="7" y="47"/>
                      <a:pt x="6" y="31"/>
                    </a:cubicBezTo>
                    <a:cubicBezTo>
                      <a:pt x="5" y="23"/>
                      <a:pt x="11" y="14"/>
                      <a:pt x="2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Freeform 306"/>
              <p:cNvSpPr>
                <a:spLocks/>
              </p:cNvSpPr>
              <p:nvPr/>
            </p:nvSpPr>
            <p:spPr bwMode="auto">
              <a:xfrm>
                <a:off x="1806576" y="1495426"/>
                <a:ext cx="82550" cy="36513"/>
              </a:xfrm>
              <a:custGeom>
                <a:avLst/>
                <a:gdLst>
                  <a:gd name="T0" fmla="*/ 32 w 64"/>
                  <a:gd name="T1" fmla="*/ 0 h 28"/>
                  <a:gd name="T2" fmla="*/ 0 w 64"/>
                  <a:gd name="T3" fmla="*/ 21 h 28"/>
                  <a:gd name="T4" fmla="*/ 5 w 64"/>
                  <a:gd name="T5" fmla="*/ 25 h 28"/>
                  <a:gd name="T6" fmla="*/ 32 w 64"/>
                  <a:gd name="T7" fmla="*/ 6 h 28"/>
                  <a:gd name="T8" fmla="*/ 59 w 64"/>
                  <a:gd name="T9" fmla="*/ 28 h 28"/>
                  <a:gd name="T10" fmla="*/ 64 w 64"/>
                  <a:gd name="T11" fmla="*/ 25 h 28"/>
                  <a:gd name="T12" fmla="*/ 32 w 64"/>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64" h="28">
                    <a:moveTo>
                      <a:pt x="32" y="0"/>
                    </a:moveTo>
                    <a:cubicBezTo>
                      <a:pt x="21" y="0"/>
                      <a:pt x="10" y="7"/>
                      <a:pt x="0" y="21"/>
                    </a:cubicBezTo>
                    <a:cubicBezTo>
                      <a:pt x="5" y="25"/>
                      <a:pt x="5" y="25"/>
                      <a:pt x="5" y="25"/>
                    </a:cubicBezTo>
                    <a:cubicBezTo>
                      <a:pt x="14" y="12"/>
                      <a:pt x="23" y="5"/>
                      <a:pt x="32" y="6"/>
                    </a:cubicBezTo>
                    <a:cubicBezTo>
                      <a:pt x="48" y="7"/>
                      <a:pt x="59" y="28"/>
                      <a:pt x="59" y="28"/>
                    </a:cubicBezTo>
                    <a:cubicBezTo>
                      <a:pt x="64" y="25"/>
                      <a:pt x="64" y="25"/>
                      <a:pt x="64" y="25"/>
                    </a:cubicBezTo>
                    <a:cubicBezTo>
                      <a:pt x="63" y="24"/>
                      <a:pt x="51" y="1"/>
                      <a:pt x="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Freeform 307"/>
              <p:cNvSpPr>
                <a:spLocks/>
              </p:cNvSpPr>
              <p:nvPr/>
            </p:nvSpPr>
            <p:spPr bwMode="auto">
              <a:xfrm>
                <a:off x="2089151" y="1009651"/>
                <a:ext cx="106363" cy="84138"/>
              </a:xfrm>
              <a:custGeom>
                <a:avLst/>
                <a:gdLst>
                  <a:gd name="T0" fmla="*/ 69 w 82"/>
                  <a:gd name="T1" fmla="*/ 27 h 66"/>
                  <a:gd name="T2" fmla="*/ 0 w 82"/>
                  <a:gd name="T3" fmla="*/ 66 h 66"/>
                  <a:gd name="T4" fmla="*/ 69 w 82"/>
                  <a:gd name="T5" fmla="*/ 27 h 66"/>
                </a:gdLst>
                <a:ahLst/>
                <a:cxnLst>
                  <a:cxn ang="0">
                    <a:pos x="T0" y="T1"/>
                  </a:cxn>
                  <a:cxn ang="0">
                    <a:pos x="T2" y="T3"/>
                  </a:cxn>
                  <a:cxn ang="0">
                    <a:pos x="T4" y="T5"/>
                  </a:cxn>
                </a:cxnLst>
                <a:rect l="0" t="0" r="r" b="b"/>
                <a:pathLst>
                  <a:path w="82" h="66">
                    <a:moveTo>
                      <a:pt x="69" y="27"/>
                    </a:moveTo>
                    <a:cubicBezTo>
                      <a:pt x="54" y="0"/>
                      <a:pt x="3" y="31"/>
                      <a:pt x="0" y="66"/>
                    </a:cubicBezTo>
                    <a:cubicBezTo>
                      <a:pt x="45" y="44"/>
                      <a:pt x="82" y="53"/>
                      <a:pt x="69"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 name="Freeform 308"/>
              <p:cNvSpPr>
                <a:spLocks/>
              </p:cNvSpPr>
              <p:nvPr/>
            </p:nvSpPr>
            <p:spPr bwMode="auto">
              <a:xfrm>
                <a:off x="2012951" y="1009651"/>
                <a:ext cx="71438" cy="88900"/>
              </a:xfrm>
              <a:custGeom>
                <a:avLst/>
                <a:gdLst>
                  <a:gd name="T0" fmla="*/ 18 w 56"/>
                  <a:gd name="T1" fmla="*/ 68 h 68"/>
                  <a:gd name="T2" fmla="*/ 34 w 56"/>
                  <a:gd name="T3" fmla="*/ 7 h 68"/>
                  <a:gd name="T4" fmla="*/ 18 w 56"/>
                  <a:gd name="T5" fmla="*/ 68 h 68"/>
                </a:gdLst>
                <a:ahLst/>
                <a:cxnLst>
                  <a:cxn ang="0">
                    <a:pos x="T0" y="T1"/>
                  </a:cxn>
                  <a:cxn ang="0">
                    <a:pos x="T2" y="T3"/>
                  </a:cxn>
                  <a:cxn ang="0">
                    <a:pos x="T4" y="T5"/>
                  </a:cxn>
                </a:cxnLst>
                <a:rect l="0" t="0" r="r" b="b"/>
                <a:pathLst>
                  <a:path w="56" h="68">
                    <a:moveTo>
                      <a:pt x="18" y="68"/>
                    </a:moveTo>
                    <a:cubicBezTo>
                      <a:pt x="30" y="30"/>
                      <a:pt x="56" y="13"/>
                      <a:pt x="34" y="7"/>
                    </a:cubicBezTo>
                    <a:cubicBezTo>
                      <a:pt x="10" y="0"/>
                      <a:pt x="0" y="46"/>
                      <a:pt x="18"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Freeform 309"/>
              <p:cNvSpPr>
                <a:spLocks/>
              </p:cNvSpPr>
              <p:nvPr/>
            </p:nvSpPr>
            <p:spPr bwMode="auto">
              <a:xfrm>
                <a:off x="2079626" y="1103313"/>
                <a:ext cx="74613" cy="52388"/>
              </a:xfrm>
              <a:custGeom>
                <a:avLst/>
                <a:gdLst>
                  <a:gd name="T0" fmla="*/ 52 w 58"/>
                  <a:gd name="T1" fmla="*/ 21 h 40"/>
                  <a:gd name="T2" fmla="*/ 0 w 58"/>
                  <a:gd name="T3" fmla="*/ 39 h 40"/>
                  <a:gd name="T4" fmla="*/ 52 w 58"/>
                  <a:gd name="T5" fmla="*/ 21 h 40"/>
                </a:gdLst>
                <a:ahLst/>
                <a:cxnLst>
                  <a:cxn ang="0">
                    <a:pos x="T0" y="T1"/>
                  </a:cxn>
                  <a:cxn ang="0">
                    <a:pos x="T2" y="T3"/>
                  </a:cxn>
                  <a:cxn ang="0">
                    <a:pos x="T4" y="T5"/>
                  </a:cxn>
                </a:cxnLst>
                <a:rect l="0" t="0" r="r" b="b"/>
                <a:pathLst>
                  <a:path w="58" h="40">
                    <a:moveTo>
                      <a:pt x="52" y="21"/>
                    </a:moveTo>
                    <a:cubicBezTo>
                      <a:pt x="46" y="0"/>
                      <a:pt x="7" y="15"/>
                      <a:pt x="0" y="39"/>
                    </a:cubicBezTo>
                    <a:cubicBezTo>
                      <a:pt x="33" y="29"/>
                      <a:pt x="58" y="40"/>
                      <a:pt x="52"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 name="Freeform 310"/>
              <p:cNvSpPr>
                <a:spLocks/>
              </p:cNvSpPr>
              <p:nvPr/>
            </p:nvSpPr>
            <p:spPr bwMode="auto">
              <a:xfrm>
                <a:off x="2112963" y="1158876"/>
                <a:ext cx="231775" cy="176213"/>
              </a:xfrm>
              <a:custGeom>
                <a:avLst/>
                <a:gdLst>
                  <a:gd name="T0" fmla="*/ 0 w 180"/>
                  <a:gd name="T1" fmla="*/ 90 h 136"/>
                  <a:gd name="T2" fmla="*/ 9 w 180"/>
                  <a:gd name="T3" fmla="*/ 128 h 136"/>
                  <a:gd name="T4" fmla="*/ 144 w 180"/>
                  <a:gd name="T5" fmla="*/ 128 h 136"/>
                  <a:gd name="T6" fmla="*/ 168 w 180"/>
                  <a:gd name="T7" fmla="*/ 136 h 136"/>
                  <a:gd name="T8" fmla="*/ 180 w 180"/>
                  <a:gd name="T9" fmla="*/ 90 h 136"/>
                  <a:gd name="T10" fmla="*/ 90 w 180"/>
                  <a:gd name="T11" fmla="*/ 0 h 136"/>
                  <a:gd name="T12" fmla="*/ 0 w 180"/>
                  <a:gd name="T13" fmla="*/ 90 h 136"/>
                </a:gdLst>
                <a:ahLst/>
                <a:cxnLst>
                  <a:cxn ang="0">
                    <a:pos x="T0" y="T1"/>
                  </a:cxn>
                  <a:cxn ang="0">
                    <a:pos x="T2" y="T3"/>
                  </a:cxn>
                  <a:cxn ang="0">
                    <a:pos x="T4" y="T5"/>
                  </a:cxn>
                  <a:cxn ang="0">
                    <a:pos x="T6" y="T7"/>
                  </a:cxn>
                  <a:cxn ang="0">
                    <a:pos x="T8" y="T9"/>
                  </a:cxn>
                  <a:cxn ang="0">
                    <a:pos x="T10" y="T11"/>
                  </a:cxn>
                  <a:cxn ang="0">
                    <a:pos x="T12" y="T13"/>
                  </a:cxn>
                </a:cxnLst>
                <a:rect l="0" t="0" r="r" b="b"/>
                <a:pathLst>
                  <a:path w="180" h="136">
                    <a:moveTo>
                      <a:pt x="0" y="90"/>
                    </a:moveTo>
                    <a:cubicBezTo>
                      <a:pt x="0" y="104"/>
                      <a:pt x="3" y="117"/>
                      <a:pt x="9" y="128"/>
                    </a:cubicBezTo>
                    <a:cubicBezTo>
                      <a:pt x="144" y="128"/>
                      <a:pt x="144" y="128"/>
                      <a:pt x="144" y="128"/>
                    </a:cubicBezTo>
                    <a:cubicBezTo>
                      <a:pt x="153" y="128"/>
                      <a:pt x="161" y="131"/>
                      <a:pt x="168" y="136"/>
                    </a:cubicBezTo>
                    <a:cubicBezTo>
                      <a:pt x="176" y="123"/>
                      <a:pt x="180" y="107"/>
                      <a:pt x="180" y="90"/>
                    </a:cubicBezTo>
                    <a:cubicBezTo>
                      <a:pt x="180" y="41"/>
                      <a:pt x="140" y="0"/>
                      <a:pt x="90" y="0"/>
                    </a:cubicBezTo>
                    <a:cubicBezTo>
                      <a:pt x="41" y="0"/>
                      <a:pt x="0" y="41"/>
                      <a:pt x="0"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 name="Freeform 311"/>
              <p:cNvSpPr>
                <a:spLocks/>
              </p:cNvSpPr>
              <p:nvPr/>
            </p:nvSpPr>
            <p:spPr bwMode="auto">
              <a:xfrm>
                <a:off x="1971676" y="1335088"/>
                <a:ext cx="650875" cy="965200"/>
              </a:xfrm>
              <a:custGeom>
                <a:avLst/>
                <a:gdLst>
                  <a:gd name="T0" fmla="*/ 284 w 504"/>
                  <a:gd name="T1" fmla="*/ 105 h 747"/>
                  <a:gd name="T2" fmla="*/ 447 w 504"/>
                  <a:gd name="T3" fmla="*/ 251 h 747"/>
                  <a:gd name="T4" fmla="*/ 468 w 504"/>
                  <a:gd name="T5" fmla="*/ 259 h 747"/>
                  <a:gd name="T6" fmla="*/ 492 w 504"/>
                  <a:gd name="T7" fmla="*/ 249 h 747"/>
                  <a:gd name="T8" fmla="*/ 489 w 504"/>
                  <a:gd name="T9" fmla="*/ 204 h 747"/>
                  <a:gd name="T10" fmla="*/ 277 w 504"/>
                  <a:gd name="T11" fmla="*/ 13 h 747"/>
                  <a:gd name="T12" fmla="*/ 253 w 504"/>
                  <a:gd name="T13" fmla="*/ 1 h 747"/>
                  <a:gd name="T14" fmla="*/ 99 w 504"/>
                  <a:gd name="T15" fmla="*/ 1 h 747"/>
                  <a:gd name="T16" fmla="*/ 60 w 504"/>
                  <a:gd name="T17" fmla="*/ 14 h 747"/>
                  <a:gd name="T18" fmla="*/ 0 w 504"/>
                  <a:gd name="T19" fmla="*/ 192 h 747"/>
                  <a:gd name="T20" fmla="*/ 16 w 504"/>
                  <a:gd name="T21" fmla="*/ 232 h 747"/>
                  <a:gd name="T22" fmla="*/ 67 w 504"/>
                  <a:gd name="T23" fmla="*/ 253 h 747"/>
                  <a:gd name="T24" fmla="*/ 67 w 504"/>
                  <a:gd name="T25" fmla="*/ 697 h 747"/>
                  <a:gd name="T26" fmla="*/ 117 w 504"/>
                  <a:gd name="T27" fmla="*/ 747 h 747"/>
                  <a:gd name="T28" fmla="*/ 166 w 504"/>
                  <a:gd name="T29" fmla="*/ 697 h 747"/>
                  <a:gd name="T30" fmla="*/ 166 w 504"/>
                  <a:gd name="T31" fmla="*/ 346 h 747"/>
                  <a:gd name="T32" fmla="*/ 166 w 504"/>
                  <a:gd name="T33" fmla="*/ 336 h 747"/>
                  <a:gd name="T34" fmla="*/ 185 w 504"/>
                  <a:gd name="T35" fmla="*/ 336 h 747"/>
                  <a:gd name="T36" fmla="*/ 185 w 504"/>
                  <a:gd name="T37" fmla="*/ 346 h 747"/>
                  <a:gd name="T38" fmla="*/ 185 w 504"/>
                  <a:gd name="T39" fmla="*/ 697 h 747"/>
                  <a:gd name="T40" fmla="*/ 234 w 504"/>
                  <a:gd name="T41" fmla="*/ 747 h 747"/>
                  <a:gd name="T42" fmla="*/ 284 w 504"/>
                  <a:gd name="T43" fmla="*/ 697 h 747"/>
                  <a:gd name="T44" fmla="*/ 284 w 504"/>
                  <a:gd name="T45" fmla="*/ 105 h 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04" h="747">
                    <a:moveTo>
                      <a:pt x="284" y="105"/>
                    </a:moveTo>
                    <a:cubicBezTo>
                      <a:pt x="447" y="251"/>
                      <a:pt x="447" y="251"/>
                      <a:pt x="447" y="251"/>
                    </a:cubicBezTo>
                    <a:cubicBezTo>
                      <a:pt x="453" y="257"/>
                      <a:pt x="460" y="259"/>
                      <a:pt x="468" y="259"/>
                    </a:cubicBezTo>
                    <a:cubicBezTo>
                      <a:pt x="477" y="259"/>
                      <a:pt x="486" y="256"/>
                      <a:pt x="492" y="249"/>
                    </a:cubicBezTo>
                    <a:cubicBezTo>
                      <a:pt x="504" y="236"/>
                      <a:pt x="503" y="215"/>
                      <a:pt x="489" y="204"/>
                    </a:cubicBezTo>
                    <a:cubicBezTo>
                      <a:pt x="277" y="13"/>
                      <a:pt x="277" y="13"/>
                      <a:pt x="277" y="13"/>
                    </a:cubicBezTo>
                    <a:cubicBezTo>
                      <a:pt x="272" y="6"/>
                      <a:pt x="263" y="1"/>
                      <a:pt x="253" y="1"/>
                    </a:cubicBezTo>
                    <a:cubicBezTo>
                      <a:pt x="99" y="1"/>
                      <a:pt x="99" y="1"/>
                      <a:pt x="99" y="1"/>
                    </a:cubicBezTo>
                    <a:cubicBezTo>
                      <a:pt x="90" y="0"/>
                      <a:pt x="75" y="2"/>
                      <a:pt x="60" y="14"/>
                    </a:cubicBezTo>
                    <a:cubicBezTo>
                      <a:pt x="26" y="40"/>
                      <a:pt x="6" y="98"/>
                      <a:pt x="0" y="192"/>
                    </a:cubicBezTo>
                    <a:cubicBezTo>
                      <a:pt x="0" y="207"/>
                      <a:pt x="5" y="221"/>
                      <a:pt x="16" y="232"/>
                    </a:cubicBezTo>
                    <a:cubicBezTo>
                      <a:pt x="28" y="243"/>
                      <a:pt x="47" y="250"/>
                      <a:pt x="67" y="253"/>
                    </a:cubicBezTo>
                    <a:cubicBezTo>
                      <a:pt x="67" y="697"/>
                      <a:pt x="67" y="697"/>
                      <a:pt x="67" y="697"/>
                    </a:cubicBezTo>
                    <a:cubicBezTo>
                      <a:pt x="67" y="725"/>
                      <a:pt x="89" y="747"/>
                      <a:pt x="117" y="747"/>
                    </a:cubicBezTo>
                    <a:cubicBezTo>
                      <a:pt x="144" y="747"/>
                      <a:pt x="166" y="725"/>
                      <a:pt x="166" y="697"/>
                    </a:cubicBezTo>
                    <a:cubicBezTo>
                      <a:pt x="166" y="346"/>
                      <a:pt x="166" y="346"/>
                      <a:pt x="166" y="346"/>
                    </a:cubicBezTo>
                    <a:cubicBezTo>
                      <a:pt x="166" y="336"/>
                      <a:pt x="166" y="336"/>
                      <a:pt x="166" y="336"/>
                    </a:cubicBezTo>
                    <a:cubicBezTo>
                      <a:pt x="185" y="336"/>
                      <a:pt x="185" y="336"/>
                      <a:pt x="185" y="336"/>
                    </a:cubicBezTo>
                    <a:cubicBezTo>
                      <a:pt x="185" y="346"/>
                      <a:pt x="185" y="346"/>
                      <a:pt x="185" y="346"/>
                    </a:cubicBezTo>
                    <a:cubicBezTo>
                      <a:pt x="185" y="697"/>
                      <a:pt x="185" y="697"/>
                      <a:pt x="185" y="697"/>
                    </a:cubicBezTo>
                    <a:cubicBezTo>
                      <a:pt x="185" y="725"/>
                      <a:pt x="207" y="747"/>
                      <a:pt x="234" y="747"/>
                    </a:cubicBezTo>
                    <a:cubicBezTo>
                      <a:pt x="261" y="747"/>
                      <a:pt x="284" y="725"/>
                      <a:pt x="284" y="697"/>
                    </a:cubicBezTo>
                    <a:lnTo>
                      <a:pt x="284" y="1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 name="组合 4"/>
            <p:cNvGrpSpPr/>
            <p:nvPr/>
          </p:nvGrpSpPr>
          <p:grpSpPr>
            <a:xfrm>
              <a:off x="3406776" y="1055688"/>
              <a:ext cx="679450" cy="1506538"/>
              <a:chOff x="3406776" y="1055688"/>
              <a:chExt cx="679450" cy="1506538"/>
            </a:xfrm>
            <a:solidFill>
              <a:schemeClr val="tx1">
                <a:lumMod val="65000"/>
                <a:lumOff val="35000"/>
              </a:schemeClr>
            </a:solidFill>
          </p:grpSpPr>
          <p:sp>
            <p:nvSpPr>
              <p:cNvPr id="304" name="Freeform 312"/>
              <p:cNvSpPr>
                <a:spLocks/>
              </p:cNvSpPr>
              <p:nvPr/>
            </p:nvSpPr>
            <p:spPr bwMode="auto">
              <a:xfrm>
                <a:off x="3562351" y="1308101"/>
                <a:ext cx="115888" cy="220663"/>
              </a:xfrm>
              <a:custGeom>
                <a:avLst/>
                <a:gdLst>
                  <a:gd name="T0" fmla="*/ 58 w 90"/>
                  <a:gd name="T1" fmla="*/ 65 h 171"/>
                  <a:gd name="T2" fmla="*/ 59 w 90"/>
                  <a:gd name="T3" fmla="*/ 70 h 171"/>
                  <a:gd name="T4" fmla="*/ 90 w 90"/>
                  <a:gd name="T5" fmla="*/ 9 h 171"/>
                  <a:gd name="T6" fmla="*/ 31 w 90"/>
                  <a:gd name="T7" fmla="*/ 0 h 171"/>
                  <a:gd name="T8" fmla="*/ 35 w 90"/>
                  <a:gd name="T9" fmla="*/ 162 h 171"/>
                  <a:gd name="T10" fmla="*/ 43 w 90"/>
                  <a:gd name="T11" fmla="*/ 171 h 171"/>
                  <a:gd name="T12" fmla="*/ 58 w 90"/>
                  <a:gd name="T13" fmla="*/ 74 h 171"/>
                  <a:gd name="T14" fmla="*/ 58 w 90"/>
                  <a:gd name="T15" fmla="*/ 65 h 1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0" h="171">
                    <a:moveTo>
                      <a:pt x="58" y="65"/>
                    </a:moveTo>
                    <a:cubicBezTo>
                      <a:pt x="59" y="70"/>
                      <a:pt x="59" y="70"/>
                      <a:pt x="59" y="70"/>
                    </a:cubicBezTo>
                    <a:cubicBezTo>
                      <a:pt x="67" y="44"/>
                      <a:pt x="77" y="24"/>
                      <a:pt x="90" y="9"/>
                    </a:cubicBezTo>
                    <a:cubicBezTo>
                      <a:pt x="69" y="13"/>
                      <a:pt x="49" y="10"/>
                      <a:pt x="31" y="0"/>
                    </a:cubicBezTo>
                    <a:cubicBezTo>
                      <a:pt x="21" y="15"/>
                      <a:pt x="0" y="62"/>
                      <a:pt x="35" y="162"/>
                    </a:cubicBezTo>
                    <a:cubicBezTo>
                      <a:pt x="37" y="166"/>
                      <a:pt x="39" y="169"/>
                      <a:pt x="43" y="171"/>
                    </a:cubicBezTo>
                    <a:cubicBezTo>
                      <a:pt x="45" y="133"/>
                      <a:pt x="50" y="101"/>
                      <a:pt x="58" y="74"/>
                    </a:cubicBezTo>
                    <a:cubicBezTo>
                      <a:pt x="58" y="71"/>
                      <a:pt x="58" y="68"/>
                      <a:pt x="58"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 name="Freeform 313"/>
              <p:cNvSpPr>
                <a:spLocks/>
              </p:cNvSpPr>
              <p:nvPr/>
            </p:nvSpPr>
            <p:spPr bwMode="auto">
              <a:xfrm>
                <a:off x="3741738" y="1244601"/>
                <a:ext cx="33338" cy="38100"/>
              </a:xfrm>
              <a:custGeom>
                <a:avLst/>
                <a:gdLst>
                  <a:gd name="T0" fmla="*/ 0 w 25"/>
                  <a:gd name="T1" fmla="*/ 29 h 29"/>
                  <a:gd name="T2" fmla="*/ 9 w 25"/>
                  <a:gd name="T3" fmla="*/ 28 h 29"/>
                  <a:gd name="T4" fmla="*/ 11 w 25"/>
                  <a:gd name="T5" fmla="*/ 28 h 29"/>
                  <a:gd name="T6" fmla="*/ 25 w 25"/>
                  <a:gd name="T7" fmla="*/ 28 h 29"/>
                  <a:gd name="T8" fmla="*/ 18 w 25"/>
                  <a:gd name="T9" fmla="*/ 1 h 29"/>
                  <a:gd name="T10" fmla="*/ 15 w 25"/>
                  <a:gd name="T11" fmla="*/ 0 h 29"/>
                  <a:gd name="T12" fmla="*/ 0 w 25"/>
                  <a:gd name="T13" fmla="*/ 29 h 29"/>
                </a:gdLst>
                <a:ahLst/>
                <a:cxnLst>
                  <a:cxn ang="0">
                    <a:pos x="T0" y="T1"/>
                  </a:cxn>
                  <a:cxn ang="0">
                    <a:pos x="T2" y="T3"/>
                  </a:cxn>
                  <a:cxn ang="0">
                    <a:pos x="T4" y="T5"/>
                  </a:cxn>
                  <a:cxn ang="0">
                    <a:pos x="T6" y="T7"/>
                  </a:cxn>
                  <a:cxn ang="0">
                    <a:pos x="T8" y="T9"/>
                  </a:cxn>
                  <a:cxn ang="0">
                    <a:pos x="T10" y="T11"/>
                  </a:cxn>
                  <a:cxn ang="0">
                    <a:pos x="T12" y="T13"/>
                  </a:cxn>
                </a:cxnLst>
                <a:rect l="0" t="0" r="r" b="b"/>
                <a:pathLst>
                  <a:path w="25" h="29">
                    <a:moveTo>
                      <a:pt x="0" y="29"/>
                    </a:moveTo>
                    <a:cubicBezTo>
                      <a:pt x="3" y="28"/>
                      <a:pt x="6" y="28"/>
                      <a:pt x="9" y="28"/>
                    </a:cubicBezTo>
                    <a:cubicBezTo>
                      <a:pt x="10" y="28"/>
                      <a:pt x="10" y="28"/>
                      <a:pt x="11" y="28"/>
                    </a:cubicBezTo>
                    <a:cubicBezTo>
                      <a:pt x="25" y="28"/>
                      <a:pt x="25" y="28"/>
                      <a:pt x="25" y="28"/>
                    </a:cubicBezTo>
                    <a:cubicBezTo>
                      <a:pt x="21" y="20"/>
                      <a:pt x="19" y="10"/>
                      <a:pt x="18" y="1"/>
                    </a:cubicBezTo>
                    <a:cubicBezTo>
                      <a:pt x="17" y="0"/>
                      <a:pt x="16" y="0"/>
                      <a:pt x="15" y="0"/>
                    </a:cubicBezTo>
                    <a:cubicBezTo>
                      <a:pt x="12" y="10"/>
                      <a:pt x="7" y="20"/>
                      <a:pt x="0"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 name="Freeform 314"/>
              <p:cNvSpPr>
                <a:spLocks noEditPoints="1"/>
              </p:cNvSpPr>
              <p:nvPr/>
            </p:nvSpPr>
            <p:spPr bwMode="auto">
              <a:xfrm>
                <a:off x="3560763" y="1117601"/>
                <a:ext cx="193675" cy="195263"/>
              </a:xfrm>
              <a:custGeom>
                <a:avLst/>
                <a:gdLst>
                  <a:gd name="T0" fmla="*/ 100 w 151"/>
                  <a:gd name="T1" fmla="*/ 137 h 151"/>
                  <a:gd name="T2" fmla="*/ 137 w 151"/>
                  <a:gd name="T3" fmla="*/ 51 h 151"/>
                  <a:gd name="T4" fmla="*/ 51 w 151"/>
                  <a:gd name="T5" fmla="*/ 13 h 151"/>
                  <a:gd name="T6" fmla="*/ 13 w 151"/>
                  <a:gd name="T7" fmla="*/ 100 h 151"/>
                  <a:gd name="T8" fmla="*/ 100 w 151"/>
                  <a:gd name="T9" fmla="*/ 137 h 151"/>
                  <a:gd name="T10" fmla="*/ 80 w 151"/>
                  <a:gd name="T11" fmla="*/ 83 h 151"/>
                  <a:gd name="T12" fmla="*/ 124 w 151"/>
                  <a:gd name="T13" fmla="*/ 98 h 151"/>
                  <a:gd name="T14" fmla="*/ 85 w 151"/>
                  <a:gd name="T15" fmla="*/ 106 h 151"/>
                  <a:gd name="T16" fmla="*/ 45 w 151"/>
                  <a:gd name="T17" fmla="*/ 113 h 151"/>
                  <a:gd name="T18" fmla="*/ 80 w 151"/>
                  <a:gd name="T19" fmla="*/ 83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 h="151">
                    <a:moveTo>
                      <a:pt x="100" y="137"/>
                    </a:moveTo>
                    <a:cubicBezTo>
                      <a:pt x="134" y="124"/>
                      <a:pt x="151" y="85"/>
                      <a:pt x="137" y="51"/>
                    </a:cubicBezTo>
                    <a:cubicBezTo>
                      <a:pt x="124" y="16"/>
                      <a:pt x="85" y="0"/>
                      <a:pt x="51" y="13"/>
                    </a:cubicBezTo>
                    <a:cubicBezTo>
                      <a:pt x="17" y="27"/>
                      <a:pt x="0" y="65"/>
                      <a:pt x="13" y="100"/>
                    </a:cubicBezTo>
                    <a:cubicBezTo>
                      <a:pt x="27" y="134"/>
                      <a:pt x="66" y="151"/>
                      <a:pt x="100" y="137"/>
                    </a:cubicBezTo>
                    <a:close/>
                    <a:moveTo>
                      <a:pt x="80" y="83"/>
                    </a:moveTo>
                    <a:cubicBezTo>
                      <a:pt x="102" y="78"/>
                      <a:pt x="122" y="85"/>
                      <a:pt x="124" y="98"/>
                    </a:cubicBezTo>
                    <a:cubicBezTo>
                      <a:pt x="127" y="110"/>
                      <a:pt x="106" y="101"/>
                      <a:pt x="85" y="106"/>
                    </a:cubicBezTo>
                    <a:cubicBezTo>
                      <a:pt x="63" y="110"/>
                      <a:pt x="47" y="126"/>
                      <a:pt x="45" y="113"/>
                    </a:cubicBezTo>
                    <a:cubicBezTo>
                      <a:pt x="42" y="101"/>
                      <a:pt x="58" y="87"/>
                      <a:pt x="80"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 name="Freeform 315"/>
              <p:cNvSpPr>
                <a:spLocks/>
              </p:cNvSpPr>
              <p:nvPr/>
            </p:nvSpPr>
            <p:spPr bwMode="auto">
              <a:xfrm>
                <a:off x="3778251" y="1119188"/>
                <a:ext cx="231775" cy="177800"/>
              </a:xfrm>
              <a:custGeom>
                <a:avLst/>
                <a:gdLst>
                  <a:gd name="T0" fmla="*/ 137 w 180"/>
                  <a:gd name="T1" fmla="*/ 126 h 138"/>
                  <a:gd name="T2" fmla="*/ 166 w 180"/>
                  <a:gd name="T3" fmla="*/ 138 h 138"/>
                  <a:gd name="T4" fmla="*/ 180 w 180"/>
                  <a:gd name="T5" fmla="*/ 90 h 138"/>
                  <a:gd name="T6" fmla="*/ 90 w 180"/>
                  <a:gd name="T7" fmla="*/ 0 h 138"/>
                  <a:gd name="T8" fmla="*/ 0 w 180"/>
                  <a:gd name="T9" fmla="*/ 90 h 138"/>
                  <a:gd name="T10" fmla="*/ 7 w 180"/>
                  <a:gd name="T11" fmla="*/ 126 h 138"/>
                  <a:gd name="T12" fmla="*/ 137 w 180"/>
                  <a:gd name="T13" fmla="*/ 126 h 138"/>
                </a:gdLst>
                <a:ahLst/>
                <a:cxnLst>
                  <a:cxn ang="0">
                    <a:pos x="T0" y="T1"/>
                  </a:cxn>
                  <a:cxn ang="0">
                    <a:pos x="T2" y="T3"/>
                  </a:cxn>
                  <a:cxn ang="0">
                    <a:pos x="T4" y="T5"/>
                  </a:cxn>
                  <a:cxn ang="0">
                    <a:pos x="T6" y="T7"/>
                  </a:cxn>
                  <a:cxn ang="0">
                    <a:pos x="T8" y="T9"/>
                  </a:cxn>
                  <a:cxn ang="0">
                    <a:pos x="T10" y="T11"/>
                  </a:cxn>
                  <a:cxn ang="0">
                    <a:pos x="T12" y="T13"/>
                  </a:cxn>
                </a:cxnLst>
                <a:rect l="0" t="0" r="r" b="b"/>
                <a:pathLst>
                  <a:path w="180" h="138">
                    <a:moveTo>
                      <a:pt x="137" y="126"/>
                    </a:moveTo>
                    <a:cubicBezTo>
                      <a:pt x="148" y="126"/>
                      <a:pt x="158" y="131"/>
                      <a:pt x="166" y="138"/>
                    </a:cubicBezTo>
                    <a:cubicBezTo>
                      <a:pt x="174" y="124"/>
                      <a:pt x="180" y="108"/>
                      <a:pt x="180" y="90"/>
                    </a:cubicBezTo>
                    <a:cubicBezTo>
                      <a:pt x="180" y="41"/>
                      <a:pt x="139" y="0"/>
                      <a:pt x="90" y="0"/>
                    </a:cubicBezTo>
                    <a:cubicBezTo>
                      <a:pt x="40" y="0"/>
                      <a:pt x="0" y="41"/>
                      <a:pt x="0" y="90"/>
                    </a:cubicBezTo>
                    <a:cubicBezTo>
                      <a:pt x="0" y="103"/>
                      <a:pt x="2" y="115"/>
                      <a:pt x="7" y="126"/>
                    </a:cubicBezTo>
                    <a:lnTo>
                      <a:pt x="137" y="1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 name="Freeform 316"/>
              <p:cNvSpPr>
                <a:spLocks/>
              </p:cNvSpPr>
              <p:nvPr/>
            </p:nvSpPr>
            <p:spPr bwMode="auto">
              <a:xfrm>
                <a:off x="3629026" y="1293813"/>
                <a:ext cx="457200" cy="963613"/>
              </a:xfrm>
              <a:custGeom>
                <a:avLst/>
                <a:gdLst>
                  <a:gd name="T0" fmla="*/ 60 w 355"/>
                  <a:gd name="T1" fmla="*/ 14 h 747"/>
                  <a:gd name="T2" fmla="*/ 1 w 355"/>
                  <a:gd name="T3" fmla="*/ 193 h 747"/>
                  <a:gd name="T4" fmla="*/ 16 w 355"/>
                  <a:gd name="T5" fmla="*/ 232 h 747"/>
                  <a:gd name="T6" fmla="*/ 58 w 355"/>
                  <a:gd name="T7" fmla="*/ 251 h 747"/>
                  <a:gd name="T8" fmla="*/ 58 w 355"/>
                  <a:gd name="T9" fmla="*/ 154 h 747"/>
                  <a:gd name="T10" fmla="*/ 67 w 355"/>
                  <a:gd name="T11" fmla="*/ 154 h 747"/>
                  <a:gd name="T12" fmla="*/ 67 w 355"/>
                  <a:gd name="T13" fmla="*/ 697 h 747"/>
                  <a:gd name="T14" fmla="*/ 117 w 355"/>
                  <a:gd name="T15" fmla="*/ 747 h 747"/>
                  <a:gd name="T16" fmla="*/ 166 w 355"/>
                  <a:gd name="T17" fmla="*/ 697 h 747"/>
                  <a:gd name="T18" fmla="*/ 166 w 355"/>
                  <a:gd name="T19" fmla="*/ 336 h 747"/>
                  <a:gd name="T20" fmla="*/ 185 w 355"/>
                  <a:gd name="T21" fmla="*/ 336 h 747"/>
                  <a:gd name="T22" fmla="*/ 185 w 355"/>
                  <a:gd name="T23" fmla="*/ 697 h 747"/>
                  <a:gd name="T24" fmla="*/ 234 w 355"/>
                  <a:gd name="T25" fmla="*/ 747 h 747"/>
                  <a:gd name="T26" fmla="*/ 284 w 355"/>
                  <a:gd name="T27" fmla="*/ 697 h 747"/>
                  <a:gd name="T28" fmla="*/ 284 w 355"/>
                  <a:gd name="T29" fmla="*/ 176 h 747"/>
                  <a:gd name="T30" fmla="*/ 293 w 355"/>
                  <a:gd name="T31" fmla="*/ 176 h 747"/>
                  <a:gd name="T32" fmla="*/ 293 w 355"/>
                  <a:gd name="T33" fmla="*/ 210 h 747"/>
                  <a:gd name="T34" fmla="*/ 335 w 355"/>
                  <a:gd name="T35" fmla="*/ 204 h 747"/>
                  <a:gd name="T36" fmla="*/ 351 w 355"/>
                  <a:gd name="T37" fmla="*/ 173 h 747"/>
                  <a:gd name="T38" fmla="*/ 280 w 355"/>
                  <a:gd name="T39" fmla="*/ 17 h 747"/>
                  <a:gd name="T40" fmla="*/ 253 w 355"/>
                  <a:gd name="T41" fmla="*/ 1 h 747"/>
                  <a:gd name="T42" fmla="*/ 99 w 355"/>
                  <a:gd name="T43" fmla="*/ 1 h 747"/>
                  <a:gd name="T44" fmla="*/ 60 w 355"/>
                  <a:gd name="T45" fmla="*/ 14 h 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55" h="747">
                    <a:moveTo>
                      <a:pt x="60" y="14"/>
                    </a:moveTo>
                    <a:cubicBezTo>
                      <a:pt x="26" y="40"/>
                      <a:pt x="6" y="98"/>
                      <a:pt x="1" y="193"/>
                    </a:cubicBezTo>
                    <a:cubicBezTo>
                      <a:pt x="0" y="207"/>
                      <a:pt x="5" y="221"/>
                      <a:pt x="16" y="232"/>
                    </a:cubicBezTo>
                    <a:cubicBezTo>
                      <a:pt x="27" y="242"/>
                      <a:pt x="42" y="248"/>
                      <a:pt x="58" y="251"/>
                    </a:cubicBezTo>
                    <a:cubicBezTo>
                      <a:pt x="58" y="154"/>
                      <a:pt x="58" y="154"/>
                      <a:pt x="58" y="154"/>
                    </a:cubicBezTo>
                    <a:cubicBezTo>
                      <a:pt x="67" y="154"/>
                      <a:pt x="67" y="154"/>
                      <a:pt x="67" y="154"/>
                    </a:cubicBezTo>
                    <a:cubicBezTo>
                      <a:pt x="67" y="697"/>
                      <a:pt x="67" y="697"/>
                      <a:pt x="67" y="697"/>
                    </a:cubicBezTo>
                    <a:cubicBezTo>
                      <a:pt x="67" y="725"/>
                      <a:pt x="89" y="747"/>
                      <a:pt x="117" y="747"/>
                    </a:cubicBezTo>
                    <a:cubicBezTo>
                      <a:pt x="144" y="747"/>
                      <a:pt x="166" y="725"/>
                      <a:pt x="166" y="697"/>
                    </a:cubicBezTo>
                    <a:cubicBezTo>
                      <a:pt x="166" y="336"/>
                      <a:pt x="166" y="336"/>
                      <a:pt x="166" y="336"/>
                    </a:cubicBezTo>
                    <a:cubicBezTo>
                      <a:pt x="185" y="336"/>
                      <a:pt x="185" y="336"/>
                      <a:pt x="185" y="336"/>
                    </a:cubicBezTo>
                    <a:cubicBezTo>
                      <a:pt x="185" y="697"/>
                      <a:pt x="185" y="697"/>
                      <a:pt x="185" y="697"/>
                    </a:cubicBezTo>
                    <a:cubicBezTo>
                      <a:pt x="185" y="725"/>
                      <a:pt x="207" y="747"/>
                      <a:pt x="234" y="747"/>
                    </a:cubicBezTo>
                    <a:cubicBezTo>
                      <a:pt x="262" y="747"/>
                      <a:pt x="284" y="725"/>
                      <a:pt x="284" y="697"/>
                    </a:cubicBezTo>
                    <a:cubicBezTo>
                      <a:pt x="284" y="176"/>
                      <a:pt x="284" y="176"/>
                      <a:pt x="284" y="176"/>
                    </a:cubicBezTo>
                    <a:cubicBezTo>
                      <a:pt x="293" y="176"/>
                      <a:pt x="293" y="176"/>
                      <a:pt x="293" y="176"/>
                    </a:cubicBezTo>
                    <a:cubicBezTo>
                      <a:pt x="293" y="210"/>
                      <a:pt x="293" y="210"/>
                      <a:pt x="293" y="210"/>
                    </a:cubicBezTo>
                    <a:cubicBezTo>
                      <a:pt x="307" y="213"/>
                      <a:pt x="321" y="213"/>
                      <a:pt x="335" y="204"/>
                    </a:cubicBezTo>
                    <a:cubicBezTo>
                      <a:pt x="340" y="200"/>
                      <a:pt x="349" y="190"/>
                      <a:pt x="351" y="173"/>
                    </a:cubicBezTo>
                    <a:cubicBezTo>
                      <a:pt x="355" y="116"/>
                      <a:pt x="299" y="40"/>
                      <a:pt x="280" y="17"/>
                    </a:cubicBezTo>
                    <a:cubicBezTo>
                      <a:pt x="275" y="7"/>
                      <a:pt x="265" y="1"/>
                      <a:pt x="253" y="1"/>
                    </a:cubicBezTo>
                    <a:cubicBezTo>
                      <a:pt x="99" y="1"/>
                      <a:pt x="99" y="1"/>
                      <a:pt x="99" y="1"/>
                    </a:cubicBezTo>
                    <a:cubicBezTo>
                      <a:pt x="90" y="0"/>
                      <a:pt x="75" y="2"/>
                      <a:pt x="60"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 name="Freeform 317"/>
              <p:cNvSpPr>
                <a:spLocks/>
              </p:cNvSpPr>
              <p:nvPr/>
            </p:nvSpPr>
            <p:spPr bwMode="auto">
              <a:xfrm>
                <a:off x="3406776" y="1120776"/>
                <a:ext cx="104775" cy="76200"/>
              </a:xfrm>
              <a:custGeom>
                <a:avLst/>
                <a:gdLst>
                  <a:gd name="T0" fmla="*/ 81 w 81"/>
                  <a:gd name="T1" fmla="*/ 31 h 60"/>
                  <a:gd name="T2" fmla="*/ 1 w 81"/>
                  <a:gd name="T3" fmla="*/ 31 h 60"/>
                  <a:gd name="T4" fmla="*/ 81 w 81"/>
                  <a:gd name="T5" fmla="*/ 31 h 60"/>
                </a:gdLst>
                <a:ahLst/>
                <a:cxnLst>
                  <a:cxn ang="0">
                    <a:pos x="T0" y="T1"/>
                  </a:cxn>
                  <a:cxn ang="0">
                    <a:pos x="T2" y="T3"/>
                  </a:cxn>
                  <a:cxn ang="0">
                    <a:pos x="T4" y="T5"/>
                  </a:cxn>
                </a:cxnLst>
                <a:rect l="0" t="0" r="r" b="b"/>
                <a:pathLst>
                  <a:path w="81" h="60">
                    <a:moveTo>
                      <a:pt x="81" y="31"/>
                    </a:moveTo>
                    <a:cubicBezTo>
                      <a:pt x="60" y="1"/>
                      <a:pt x="0" y="0"/>
                      <a:pt x="1" y="31"/>
                    </a:cubicBezTo>
                    <a:cubicBezTo>
                      <a:pt x="2" y="60"/>
                      <a:pt x="31" y="34"/>
                      <a:pt x="81"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 name="Freeform 318"/>
              <p:cNvSpPr>
                <a:spLocks/>
              </p:cNvSpPr>
              <p:nvPr/>
            </p:nvSpPr>
            <p:spPr bwMode="auto">
              <a:xfrm>
                <a:off x="3481388" y="1055688"/>
                <a:ext cx="84138" cy="79375"/>
              </a:xfrm>
              <a:custGeom>
                <a:avLst/>
                <a:gdLst>
                  <a:gd name="T0" fmla="*/ 60 w 65"/>
                  <a:gd name="T1" fmla="*/ 62 h 62"/>
                  <a:gd name="T2" fmla="*/ 16 w 65"/>
                  <a:gd name="T3" fmla="*/ 17 h 62"/>
                  <a:gd name="T4" fmla="*/ 60 w 65"/>
                  <a:gd name="T5" fmla="*/ 62 h 62"/>
                </a:gdLst>
                <a:ahLst/>
                <a:cxnLst>
                  <a:cxn ang="0">
                    <a:pos x="T0" y="T1"/>
                  </a:cxn>
                  <a:cxn ang="0">
                    <a:pos x="T2" y="T3"/>
                  </a:cxn>
                  <a:cxn ang="0">
                    <a:pos x="T4" y="T5"/>
                  </a:cxn>
                </a:cxnLst>
                <a:rect l="0" t="0" r="r" b="b"/>
                <a:pathLst>
                  <a:path w="65" h="62">
                    <a:moveTo>
                      <a:pt x="60" y="62"/>
                    </a:moveTo>
                    <a:cubicBezTo>
                      <a:pt x="65" y="35"/>
                      <a:pt x="33" y="0"/>
                      <a:pt x="16" y="17"/>
                    </a:cubicBezTo>
                    <a:cubicBezTo>
                      <a:pt x="0" y="34"/>
                      <a:pt x="31" y="36"/>
                      <a:pt x="60"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 name="Freeform 319"/>
              <p:cNvSpPr>
                <a:spLocks/>
              </p:cNvSpPr>
              <p:nvPr/>
            </p:nvSpPr>
            <p:spPr bwMode="auto">
              <a:xfrm>
                <a:off x="3471863" y="1182688"/>
                <a:ext cx="76200" cy="61913"/>
              </a:xfrm>
              <a:custGeom>
                <a:avLst/>
                <a:gdLst>
                  <a:gd name="T0" fmla="*/ 5 w 59"/>
                  <a:gd name="T1" fmla="*/ 28 h 47"/>
                  <a:gd name="T2" fmla="*/ 59 w 59"/>
                  <a:gd name="T3" fmla="*/ 17 h 47"/>
                  <a:gd name="T4" fmla="*/ 5 w 59"/>
                  <a:gd name="T5" fmla="*/ 28 h 47"/>
                </a:gdLst>
                <a:ahLst/>
                <a:cxnLst>
                  <a:cxn ang="0">
                    <a:pos x="T0" y="T1"/>
                  </a:cxn>
                  <a:cxn ang="0">
                    <a:pos x="T2" y="T3"/>
                  </a:cxn>
                  <a:cxn ang="0">
                    <a:pos x="T4" y="T5"/>
                  </a:cxn>
                </a:cxnLst>
                <a:rect l="0" t="0" r="r" b="b"/>
                <a:pathLst>
                  <a:path w="59" h="47">
                    <a:moveTo>
                      <a:pt x="5" y="28"/>
                    </a:moveTo>
                    <a:cubicBezTo>
                      <a:pt x="9" y="47"/>
                      <a:pt x="25" y="26"/>
                      <a:pt x="59" y="17"/>
                    </a:cubicBezTo>
                    <a:cubicBezTo>
                      <a:pt x="41" y="0"/>
                      <a:pt x="0" y="7"/>
                      <a:pt x="5"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 name="Freeform 320"/>
              <p:cNvSpPr>
                <a:spLocks/>
              </p:cNvSpPr>
              <p:nvPr/>
            </p:nvSpPr>
            <p:spPr bwMode="auto">
              <a:xfrm>
                <a:off x="3532188" y="1365251"/>
                <a:ext cx="26988" cy="57150"/>
              </a:xfrm>
              <a:custGeom>
                <a:avLst/>
                <a:gdLst>
                  <a:gd name="T0" fmla="*/ 13 w 21"/>
                  <a:gd name="T1" fmla="*/ 1 h 44"/>
                  <a:gd name="T2" fmla="*/ 7 w 21"/>
                  <a:gd name="T3" fmla="*/ 2 h 44"/>
                  <a:gd name="T4" fmla="*/ 2 w 21"/>
                  <a:gd name="T5" fmla="*/ 25 h 44"/>
                  <a:gd name="T6" fmla="*/ 15 w 21"/>
                  <a:gd name="T7" fmla="*/ 43 h 44"/>
                  <a:gd name="T8" fmla="*/ 17 w 21"/>
                  <a:gd name="T9" fmla="*/ 44 h 44"/>
                  <a:gd name="T10" fmla="*/ 20 w 21"/>
                  <a:gd name="T11" fmla="*/ 42 h 44"/>
                  <a:gd name="T12" fmla="*/ 19 w 21"/>
                  <a:gd name="T13" fmla="*/ 37 h 44"/>
                  <a:gd name="T14" fmla="*/ 10 w 21"/>
                  <a:gd name="T15" fmla="*/ 24 h 44"/>
                  <a:gd name="T16" fmla="*/ 14 w 21"/>
                  <a:gd name="T17" fmla="*/ 7 h 44"/>
                  <a:gd name="T18" fmla="*/ 13 w 21"/>
                  <a:gd name="T19" fmla="*/ 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44">
                    <a:moveTo>
                      <a:pt x="13" y="1"/>
                    </a:moveTo>
                    <a:cubicBezTo>
                      <a:pt x="11" y="0"/>
                      <a:pt x="9" y="0"/>
                      <a:pt x="7" y="2"/>
                    </a:cubicBezTo>
                    <a:cubicBezTo>
                      <a:pt x="2" y="10"/>
                      <a:pt x="0" y="18"/>
                      <a:pt x="2" y="25"/>
                    </a:cubicBezTo>
                    <a:cubicBezTo>
                      <a:pt x="4" y="37"/>
                      <a:pt x="14" y="43"/>
                      <a:pt x="15" y="43"/>
                    </a:cubicBezTo>
                    <a:cubicBezTo>
                      <a:pt x="15" y="44"/>
                      <a:pt x="16" y="44"/>
                      <a:pt x="17" y="44"/>
                    </a:cubicBezTo>
                    <a:cubicBezTo>
                      <a:pt x="18" y="44"/>
                      <a:pt x="19" y="43"/>
                      <a:pt x="20" y="42"/>
                    </a:cubicBezTo>
                    <a:cubicBezTo>
                      <a:pt x="21" y="40"/>
                      <a:pt x="21" y="38"/>
                      <a:pt x="19" y="37"/>
                    </a:cubicBezTo>
                    <a:cubicBezTo>
                      <a:pt x="19" y="37"/>
                      <a:pt x="11" y="32"/>
                      <a:pt x="10" y="24"/>
                    </a:cubicBezTo>
                    <a:cubicBezTo>
                      <a:pt x="8" y="18"/>
                      <a:pt x="10" y="13"/>
                      <a:pt x="14" y="7"/>
                    </a:cubicBezTo>
                    <a:cubicBezTo>
                      <a:pt x="15" y="5"/>
                      <a:pt x="15" y="2"/>
                      <a:pt x="1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 name="Freeform 321"/>
              <p:cNvSpPr>
                <a:spLocks/>
              </p:cNvSpPr>
              <p:nvPr/>
            </p:nvSpPr>
            <p:spPr bwMode="auto">
              <a:xfrm>
                <a:off x="3505201" y="1355726"/>
                <a:ext cx="34925" cy="80963"/>
              </a:xfrm>
              <a:custGeom>
                <a:avLst/>
                <a:gdLst>
                  <a:gd name="T0" fmla="*/ 19 w 26"/>
                  <a:gd name="T1" fmla="*/ 63 h 63"/>
                  <a:gd name="T2" fmla="*/ 21 w 26"/>
                  <a:gd name="T3" fmla="*/ 63 h 63"/>
                  <a:gd name="T4" fmla="*/ 24 w 26"/>
                  <a:gd name="T5" fmla="*/ 62 h 63"/>
                  <a:gd name="T6" fmla="*/ 24 w 26"/>
                  <a:gd name="T7" fmla="*/ 56 h 63"/>
                  <a:gd name="T8" fmla="*/ 10 w 26"/>
                  <a:gd name="T9" fmla="*/ 34 h 63"/>
                  <a:gd name="T10" fmla="*/ 18 w 26"/>
                  <a:gd name="T11" fmla="*/ 6 h 63"/>
                  <a:gd name="T12" fmla="*/ 17 w 26"/>
                  <a:gd name="T13" fmla="*/ 1 h 63"/>
                  <a:gd name="T14" fmla="*/ 12 w 26"/>
                  <a:gd name="T15" fmla="*/ 2 h 63"/>
                  <a:gd name="T16" fmla="*/ 2 w 26"/>
                  <a:gd name="T17" fmla="*/ 36 h 63"/>
                  <a:gd name="T18" fmla="*/ 19 w 26"/>
                  <a:gd name="T19"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63">
                    <a:moveTo>
                      <a:pt x="19" y="63"/>
                    </a:moveTo>
                    <a:cubicBezTo>
                      <a:pt x="20" y="63"/>
                      <a:pt x="20" y="63"/>
                      <a:pt x="21" y="63"/>
                    </a:cubicBezTo>
                    <a:cubicBezTo>
                      <a:pt x="22" y="63"/>
                      <a:pt x="24" y="63"/>
                      <a:pt x="24" y="62"/>
                    </a:cubicBezTo>
                    <a:cubicBezTo>
                      <a:pt x="26" y="60"/>
                      <a:pt x="25" y="57"/>
                      <a:pt x="24" y="56"/>
                    </a:cubicBezTo>
                    <a:cubicBezTo>
                      <a:pt x="23" y="56"/>
                      <a:pt x="12" y="48"/>
                      <a:pt x="10" y="34"/>
                    </a:cubicBezTo>
                    <a:cubicBezTo>
                      <a:pt x="8" y="25"/>
                      <a:pt x="11" y="16"/>
                      <a:pt x="18" y="6"/>
                    </a:cubicBezTo>
                    <a:cubicBezTo>
                      <a:pt x="20" y="5"/>
                      <a:pt x="19" y="2"/>
                      <a:pt x="17" y="1"/>
                    </a:cubicBezTo>
                    <a:cubicBezTo>
                      <a:pt x="16" y="0"/>
                      <a:pt x="13" y="0"/>
                      <a:pt x="12" y="2"/>
                    </a:cubicBezTo>
                    <a:cubicBezTo>
                      <a:pt x="3" y="13"/>
                      <a:pt x="0" y="24"/>
                      <a:pt x="2" y="36"/>
                    </a:cubicBezTo>
                    <a:cubicBezTo>
                      <a:pt x="5" y="52"/>
                      <a:pt x="18" y="62"/>
                      <a:pt x="19"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 name="Freeform 322"/>
              <p:cNvSpPr>
                <a:spLocks/>
              </p:cNvSpPr>
              <p:nvPr/>
            </p:nvSpPr>
            <p:spPr bwMode="auto">
              <a:xfrm>
                <a:off x="3665538" y="1090613"/>
                <a:ext cx="57150" cy="30163"/>
              </a:xfrm>
              <a:custGeom>
                <a:avLst/>
                <a:gdLst>
                  <a:gd name="T0" fmla="*/ 7 w 44"/>
                  <a:gd name="T1" fmla="*/ 14 h 24"/>
                  <a:gd name="T2" fmla="*/ 7 w 44"/>
                  <a:gd name="T3" fmla="*/ 13 h 24"/>
                  <a:gd name="T4" fmla="*/ 23 w 44"/>
                  <a:gd name="T5" fmla="*/ 11 h 24"/>
                  <a:gd name="T6" fmla="*/ 36 w 44"/>
                  <a:gd name="T7" fmla="*/ 22 h 24"/>
                  <a:gd name="T8" fmla="*/ 39 w 44"/>
                  <a:gd name="T9" fmla="*/ 24 h 24"/>
                  <a:gd name="T10" fmla="*/ 42 w 44"/>
                  <a:gd name="T11" fmla="*/ 23 h 24"/>
                  <a:gd name="T12" fmla="*/ 43 w 44"/>
                  <a:gd name="T13" fmla="*/ 18 h 24"/>
                  <a:gd name="T14" fmla="*/ 24 w 44"/>
                  <a:gd name="T15" fmla="*/ 3 h 24"/>
                  <a:gd name="T16" fmla="*/ 2 w 44"/>
                  <a:gd name="T17" fmla="*/ 7 h 24"/>
                  <a:gd name="T18" fmla="*/ 1 w 44"/>
                  <a:gd name="T19" fmla="*/ 13 h 24"/>
                  <a:gd name="T20" fmla="*/ 1 w 44"/>
                  <a:gd name="T21" fmla="*/ 13 h 24"/>
                  <a:gd name="T22" fmla="*/ 7 w 44"/>
                  <a:gd name="T23" fmla="*/ 1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 h="24">
                    <a:moveTo>
                      <a:pt x="7" y="14"/>
                    </a:moveTo>
                    <a:cubicBezTo>
                      <a:pt x="7" y="14"/>
                      <a:pt x="7" y="14"/>
                      <a:pt x="7" y="13"/>
                    </a:cubicBezTo>
                    <a:cubicBezTo>
                      <a:pt x="9" y="12"/>
                      <a:pt x="16" y="9"/>
                      <a:pt x="23" y="11"/>
                    </a:cubicBezTo>
                    <a:cubicBezTo>
                      <a:pt x="28" y="12"/>
                      <a:pt x="32" y="16"/>
                      <a:pt x="36" y="22"/>
                    </a:cubicBezTo>
                    <a:cubicBezTo>
                      <a:pt x="37" y="23"/>
                      <a:pt x="38" y="24"/>
                      <a:pt x="39" y="24"/>
                    </a:cubicBezTo>
                    <a:cubicBezTo>
                      <a:pt x="40" y="24"/>
                      <a:pt x="41" y="23"/>
                      <a:pt x="42" y="23"/>
                    </a:cubicBezTo>
                    <a:cubicBezTo>
                      <a:pt x="43" y="22"/>
                      <a:pt x="44" y="19"/>
                      <a:pt x="43" y="18"/>
                    </a:cubicBezTo>
                    <a:cubicBezTo>
                      <a:pt x="38" y="9"/>
                      <a:pt x="32" y="5"/>
                      <a:pt x="24" y="3"/>
                    </a:cubicBezTo>
                    <a:cubicBezTo>
                      <a:pt x="13" y="0"/>
                      <a:pt x="3" y="7"/>
                      <a:pt x="2" y="7"/>
                    </a:cubicBezTo>
                    <a:cubicBezTo>
                      <a:pt x="1" y="8"/>
                      <a:pt x="0" y="11"/>
                      <a:pt x="1" y="13"/>
                    </a:cubicBezTo>
                    <a:cubicBezTo>
                      <a:pt x="1" y="13"/>
                      <a:pt x="1" y="13"/>
                      <a:pt x="1" y="13"/>
                    </a:cubicBezTo>
                    <a:cubicBezTo>
                      <a:pt x="3" y="14"/>
                      <a:pt x="5" y="15"/>
                      <a:pt x="7"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 name="Freeform 323"/>
              <p:cNvSpPr>
                <a:spLocks/>
              </p:cNvSpPr>
              <p:nvPr/>
            </p:nvSpPr>
            <p:spPr bwMode="auto">
              <a:xfrm>
                <a:off x="3660776" y="1063626"/>
                <a:ext cx="79375" cy="42863"/>
              </a:xfrm>
              <a:custGeom>
                <a:avLst/>
                <a:gdLst>
                  <a:gd name="T0" fmla="*/ 7 w 62"/>
                  <a:gd name="T1" fmla="*/ 16 h 34"/>
                  <a:gd name="T2" fmla="*/ 32 w 62"/>
                  <a:gd name="T3" fmla="*/ 13 h 34"/>
                  <a:gd name="T4" fmla="*/ 54 w 62"/>
                  <a:gd name="T5" fmla="*/ 32 h 34"/>
                  <a:gd name="T6" fmla="*/ 58 w 62"/>
                  <a:gd name="T7" fmla="*/ 34 h 34"/>
                  <a:gd name="T8" fmla="*/ 60 w 62"/>
                  <a:gd name="T9" fmla="*/ 33 h 34"/>
                  <a:gd name="T10" fmla="*/ 61 w 62"/>
                  <a:gd name="T11" fmla="*/ 28 h 34"/>
                  <a:gd name="T12" fmla="*/ 34 w 62"/>
                  <a:gd name="T13" fmla="*/ 5 h 34"/>
                  <a:gd name="T14" fmla="*/ 3 w 62"/>
                  <a:gd name="T15" fmla="*/ 9 h 34"/>
                  <a:gd name="T16" fmla="*/ 1 w 62"/>
                  <a:gd name="T17" fmla="*/ 15 h 34"/>
                  <a:gd name="T18" fmla="*/ 7 w 62"/>
                  <a:gd name="T19" fmla="*/ 1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34">
                    <a:moveTo>
                      <a:pt x="7" y="16"/>
                    </a:moveTo>
                    <a:cubicBezTo>
                      <a:pt x="7" y="16"/>
                      <a:pt x="19" y="9"/>
                      <a:pt x="32" y="13"/>
                    </a:cubicBezTo>
                    <a:cubicBezTo>
                      <a:pt x="41" y="15"/>
                      <a:pt x="48" y="21"/>
                      <a:pt x="54" y="32"/>
                    </a:cubicBezTo>
                    <a:cubicBezTo>
                      <a:pt x="55" y="33"/>
                      <a:pt x="56" y="34"/>
                      <a:pt x="58" y="34"/>
                    </a:cubicBezTo>
                    <a:cubicBezTo>
                      <a:pt x="58" y="34"/>
                      <a:pt x="59" y="34"/>
                      <a:pt x="60" y="33"/>
                    </a:cubicBezTo>
                    <a:cubicBezTo>
                      <a:pt x="62" y="32"/>
                      <a:pt x="62" y="30"/>
                      <a:pt x="61" y="28"/>
                    </a:cubicBezTo>
                    <a:cubicBezTo>
                      <a:pt x="54" y="15"/>
                      <a:pt x="45" y="8"/>
                      <a:pt x="34" y="5"/>
                    </a:cubicBezTo>
                    <a:cubicBezTo>
                      <a:pt x="18" y="0"/>
                      <a:pt x="3" y="9"/>
                      <a:pt x="3" y="9"/>
                    </a:cubicBezTo>
                    <a:cubicBezTo>
                      <a:pt x="1" y="10"/>
                      <a:pt x="0" y="13"/>
                      <a:pt x="1" y="15"/>
                    </a:cubicBezTo>
                    <a:cubicBezTo>
                      <a:pt x="2" y="17"/>
                      <a:pt x="5" y="17"/>
                      <a:pt x="7"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 name="Freeform 324"/>
              <p:cNvSpPr>
                <a:spLocks/>
              </p:cNvSpPr>
              <p:nvPr/>
            </p:nvSpPr>
            <p:spPr bwMode="auto">
              <a:xfrm>
                <a:off x="3678238" y="2400301"/>
                <a:ext cx="106363" cy="119063"/>
              </a:xfrm>
              <a:custGeom>
                <a:avLst/>
                <a:gdLst>
                  <a:gd name="T0" fmla="*/ 25 w 83"/>
                  <a:gd name="T1" fmla="*/ 14 h 93"/>
                  <a:gd name="T2" fmla="*/ 17 w 83"/>
                  <a:gd name="T3" fmla="*/ 4 h 93"/>
                  <a:gd name="T4" fmla="*/ 13 w 83"/>
                  <a:gd name="T5" fmla="*/ 6 h 93"/>
                  <a:gd name="T6" fmla="*/ 11 w 83"/>
                  <a:gd name="T7" fmla="*/ 10 h 93"/>
                  <a:gd name="T8" fmla="*/ 2 w 83"/>
                  <a:gd name="T9" fmla="*/ 73 h 93"/>
                  <a:gd name="T10" fmla="*/ 0 w 83"/>
                  <a:gd name="T11" fmla="*/ 84 h 93"/>
                  <a:gd name="T12" fmla="*/ 3 w 83"/>
                  <a:gd name="T13" fmla="*/ 91 h 93"/>
                  <a:gd name="T14" fmla="*/ 9 w 83"/>
                  <a:gd name="T15" fmla="*/ 93 h 93"/>
                  <a:gd name="T16" fmla="*/ 14 w 83"/>
                  <a:gd name="T17" fmla="*/ 87 h 93"/>
                  <a:gd name="T18" fmla="*/ 17 w 83"/>
                  <a:gd name="T19" fmla="*/ 73 h 93"/>
                  <a:gd name="T20" fmla="*/ 19 w 83"/>
                  <a:gd name="T21" fmla="*/ 56 h 93"/>
                  <a:gd name="T22" fmla="*/ 28 w 83"/>
                  <a:gd name="T23" fmla="*/ 55 h 93"/>
                  <a:gd name="T24" fmla="*/ 40 w 83"/>
                  <a:gd name="T25" fmla="*/ 54 h 93"/>
                  <a:gd name="T26" fmla="*/ 51 w 83"/>
                  <a:gd name="T27" fmla="*/ 54 h 93"/>
                  <a:gd name="T28" fmla="*/ 61 w 83"/>
                  <a:gd name="T29" fmla="*/ 53 h 93"/>
                  <a:gd name="T30" fmla="*/ 62 w 83"/>
                  <a:gd name="T31" fmla="*/ 56 h 93"/>
                  <a:gd name="T32" fmla="*/ 61 w 83"/>
                  <a:gd name="T33" fmla="*/ 72 h 93"/>
                  <a:gd name="T34" fmla="*/ 59 w 83"/>
                  <a:gd name="T35" fmla="*/ 85 h 93"/>
                  <a:gd name="T36" fmla="*/ 62 w 83"/>
                  <a:gd name="T37" fmla="*/ 90 h 93"/>
                  <a:gd name="T38" fmla="*/ 67 w 83"/>
                  <a:gd name="T39" fmla="*/ 92 h 93"/>
                  <a:gd name="T40" fmla="*/ 72 w 83"/>
                  <a:gd name="T41" fmla="*/ 89 h 93"/>
                  <a:gd name="T42" fmla="*/ 75 w 83"/>
                  <a:gd name="T43" fmla="*/ 83 h 93"/>
                  <a:gd name="T44" fmla="*/ 77 w 83"/>
                  <a:gd name="T45" fmla="*/ 56 h 93"/>
                  <a:gd name="T46" fmla="*/ 81 w 83"/>
                  <a:gd name="T47" fmla="*/ 23 h 93"/>
                  <a:gd name="T48" fmla="*/ 83 w 83"/>
                  <a:gd name="T49" fmla="*/ 7 h 93"/>
                  <a:gd name="T50" fmla="*/ 81 w 83"/>
                  <a:gd name="T51" fmla="*/ 2 h 93"/>
                  <a:gd name="T52" fmla="*/ 76 w 83"/>
                  <a:gd name="T53" fmla="*/ 0 h 93"/>
                  <a:gd name="T54" fmla="*/ 70 w 83"/>
                  <a:gd name="T55" fmla="*/ 3 h 93"/>
                  <a:gd name="T56" fmla="*/ 68 w 83"/>
                  <a:gd name="T57" fmla="*/ 7 h 93"/>
                  <a:gd name="T58" fmla="*/ 67 w 83"/>
                  <a:gd name="T59" fmla="*/ 27 h 93"/>
                  <a:gd name="T60" fmla="*/ 64 w 83"/>
                  <a:gd name="T61" fmla="*/ 39 h 93"/>
                  <a:gd name="T62" fmla="*/ 48 w 83"/>
                  <a:gd name="T63" fmla="*/ 42 h 93"/>
                  <a:gd name="T64" fmla="*/ 25 w 83"/>
                  <a:gd name="T65" fmla="*/ 44 h 93"/>
                  <a:gd name="T66" fmla="*/ 21 w 83"/>
                  <a:gd name="T67" fmla="*/ 43 h 93"/>
                  <a:gd name="T68" fmla="*/ 23 w 83"/>
                  <a:gd name="T69" fmla="*/ 27 h 93"/>
                  <a:gd name="T70" fmla="*/ 25 w 83"/>
                  <a:gd name="T71" fmla="*/ 1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3" h="93">
                    <a:moveTo>
                      <a:pt x="25" y="14"/>
                    </a:moveTo>
                    <a:cubicBezTo>
                      <a:pt x="25" y="7"/>
                      <a:pt x="22" y="4"/>
                      <a:pt x="17" y="4"/>
                    </a:cubicBezTo>
                    <a:cubicBezTo>
                      <a:pt x="16" y="4"/>
                      <a:pt x="14" y="5"/>
                      <a:pt x="13" y="6"/>
                    </a:cubicBezTo>
                    <a:cubicBezTo>
                      <a:pt x="11" y="7"/>
                      <a:pt x="11" y="8"/>
                      <a:pt x="11" y="10"/>
                    </a:cubicBezTo>
                    <a:cubicBezTo>
                      <a:pt x="7" y="42"/>
                      <a:pt x="5" y="63"/>
                      <a:pt x="2" y="73"/>
                    </a:cubicBezTo>
                    <a:cubicBezTo>
                      <a:pt x="1" y="78"/>
                      <a:pt x="0" y="81"/>
                      <a:pt x="0" y="84"/>
                    </a:cubicBezTo>
                    <a:cubicBezTo>
                      <a:pt x="0" y="87"/>
                      <a:pt x="1" y="89"/>
                      <a:pt x="3" y="91"/>
                    </a:cubicBezTo>
                    <a:cubicBezTo>
                      <a:pt x="5" y="92"/>
                      <a:pt x="7" y="93"/>
                      <a:pt x="9" y="93"/>
                    </a:cubicBezTo>
                    <a:cubicBezTo>
                      <a:pt x="11" y="93"/>
                      <a:pt x="13" y="91"/>
                      <a:pt x="14" y="87"/>
                    </a:cubicBezTo>
                    <a:cubicBezTo>
                      <a:pt x="16" y="84"/>
                      <a:pt x="16" y="79"/>
                      <a:pt x="17" y="73"/>
                    </a:cubicBezTo>
                    <a:cubicBezTo>
                      <a:pt x="17" y="64"/>
                      <a:pt x="18" y="58"/>
                      <a:pt x="19" y="56"/>
                    </a:cubicBezTo>
                    <a:cubicBezTo>
                      <a:pt x="19" y="56"/>
                      <a:pt x="22" y="55"/>
                      <a:pt x="28" y="55"/>
                    </a:cubicBezTo>
                    <a:cubicBezTo>
                      <a:pt x="34" y="55"/>
                      <a:pt x="38" y="54"/>
                      <a:pt x="40" y="54"/>
                    </a:cubicBezTo>
                    <a:cubicBezTo>
                      <a:pt x="42" y="54"/>
                      <a:pt x="45" y="54"/>
                      <a:pt x="51" y="54"/>
                    </a:cubicBezTo>
                    <a:cubicBezTo>
                      <a:pt x="56" y="53"/>
                      <a:pt x="60" y="53"/>
                      <a:pt x="61" y="53"/>
                    </a:cubicBezTo>
                    <a:cubicBezTo>
                      <a:pt x="62" y="53"/>
                      <a:pt x="62" y="54"/>
                      <a:pt x="62" y="56"/>
                    </a:cubicBezTo>
                    <a:cubicBezTo>
                      <a:pt x="62" y="59"/>
                      <a:pt x="62" y="64"/>
                      <a:pt x="61" y="72"/>
                    </a:cubicBezTo>
                    <a:cubicBezTo>
                      <a:pt x="60" y="79"/>
                      <a:pt x="59" y="84"/>
                      <a:pt x="59" y="85"/>
                    </a:cubicBezTo>
                    <a:cubicBezTo>
                      <a:pt x="59" y="87"/>
                      <a:pt x="60" y="89"/>
                      <a:pt x="62" y="90"/>
                    </a:cubicBezTo>
                    <a:cubicBezTo>
                      <a:pt x="63" y="91"/>
                      <a:pt x="65" y="92"/>
                      <a:pt x="67" y="92"/>
                    </a:cubicBezTo>
                    <a:cubicBezTo>
                      <a:pt x="68" y="92"/>
                      <a:pt x="70" y="91"/>
                      <a:pt x="72" y="89"/>
                    </a:cubicBezTo>
                    <a:cubicBezTo>
                      <a:pt x="74" y="87"/>
                      <a:pt x="75" y="85"/>
                      <a:pt x="75" y="83"/>
                    </a:cubicBezTo>
                    <a:cubicBezTo>
                      <a:pt x="75" y="78"/>
                      <a:pt x="76" y="69"/>
                      <a:pt x="77" y="56"/>
                    </a:cubicBezTo>
                    <a:cubicBezTo>
                      <a:pt x="78" y="43"/>
                      <a:pt x="79" y="32"/>
                      <a:pt x="81" y="23"/>
                    </a:cubicBezTo>
                    <a:cubicBezTo>
                      <a:pt x="82" y="16"/>
                      <a:pt x="83" y="10"/>
                      <a:pt x="83" y="7"/>
                    </a:cubicBezTo>
                    <a:cubicBezTo>
                      <a:pt x="83" y="5"/>
                      <a:pt x="82" y="4"/>
                      <a:pt x="81" y="2"/>
                    </a:cubicBezTo>
                    <a:cubicBezTo>
                      <a:pt x="79" y="1"/>
                      <a:pt x="78" y="0"/>
                      <a:pt x="76" y="0"/>
                    </a:cubicBezTo>
                    <a:cubicBezTo>
                      <a:pt x="74" y="0"/>
                      <a:pt x="72" y="1"/>
                      <a:pt x="70" y="3"/>
                    </a:cubicBezTo>
                    <a:cubicBezTo>
                      <a:pt x="69" y="4"/>
                      <a:pt x="68" y="5"/>
                      <a:pt x="68" y="7"/>
                    </a:cubicBezTo>
                    <a:cubicBezTo>
                      <a:pt x="68" y="14"/>
                      <a:pt x="67" y="21"/>
                      <a:pt x="67" y="27"/>
                    </a:cubicBezTo>
                    <a:cubicBezTo>
                      <a:pt x="66" y="34"/>
                      <a:pt x="65" y="38"/>
                      <a:pt x="64" y="39"/>
                    </a:cubicBezTo>
                    <a:cubicBezTo>
                      <a:pt x="63" y="40"/>
                      <a:pt x="58" y="41"/>
                      <a:pt x="48" y="42"/>
                    </a:cubicBezTo>
                    <a:cubicBezTo>
                      <a:pt x="38" y="43"/>
                      <a:pt x="31" y="44"/>
                      <a:pt x="25" y="44"/>
                    </a:cubicBezTo>
                    <a:cubicBezTo>
                      <a:pt x="23" y="44"/>
                      <a:pt x="21" y="43"/>
                      <a:pt x="21" y="43"/>
                    </a:cubicBezTo>
                    <a:cubicBezTo>
                      <a:pt x="21" y="40"/>
                      <a:pt x="22" y="34"/>
                      <a:pt x="23" y="27"/>
                    </a:cubicBezTo>
                    <a:cubicBezTo>
                      <a:pt x="24" y="21"/>
                      <a:pt x="25" y="17"/>
                      <a:pt x="25"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 name="Freeform 325"/>
              <p:cNvSpPr>
                <a:spLocks/>
              </p:cNvSpPr>
              <p:nvPr/>
            </p:nvSpPr>
            <p:spPr bwMode="auto">
              <a:xfrm>
                <a:off x="3798888" y="2435226"/>
                <a:ext cx="76200" cy="82550"/>
              </a:xfrm>
              <a:custGeom>
                <a:avLst/>
                <a:gdLst>
                  <a:gd name="T0" fmla="*/ 18 w 59"/>
                  <a:gd name="T1" fmla="*/ 19 h 64"/>
                  <a:gd name="T2" fmla="*/ 21 w 59"/>
                  <a:gd name="T3" fmla="*/ 7 h 64"/>
                  <a:gd name="T4" fmla="*/ 19 w 59"/>
                  <a:gd name="T5" fmla="*/ 3 h 64"/>
                  <a:gd name="T6" fmla="*/ 13 w 59"/>
                  <a:gd name="T7" fmla="*/ 0 h 64"/>
                  <a:gd name="T8" fmla="*/ 6 w 59"/>
                  <a:gd name="T9" fmla="*/ 5 h 64"/>
                  <a:gd name="T10" fmla="*/ 3 w 59"/>
                  <a:gd name="T11" fmla="*/ 23 h 64"/>
                  <a:gd name="T12" fmla="*/ 0 w 59"/>
                  <a:gd name="T13" fmla="*/ 43 h 64"/>
                  <a:gd name="T14" fmla="*/ 4 w 59"/>
                  <a:gd name="T15" fmla="*/ 58 h 64"/>
                  <a:gd name="T16" fmla="*/ 13 w 59"/>
                  <a:gd name="T17" fmla="*/ 63 h 64"/>
                  <a:gd name="T18" fmla="*/ 28 w 59"/>
                  <a:gd name="T19" fmla="*/ 57 h 64"/>
                  <a:gd name="T20" fmla="*/ 41 w 59"/>
                  <a:gd name="T21" fmla="*/ 40 h 64"/>
                  <a:gd name="T22" fmla="*/ 43 w 59"/>
                  <a:gd name="T23" fmla="*/ 58 h 64"/>
                  <a:gd name="T24" fmla="*/ 50 w 59"/>
                  <a:gd name="T25" fmla="*/ 64 h 64"/>
                  <a:gd name="T26" fmla="*/ 56 w 59"/>
                  <a:gd name="T27" fmla="*/ 62 h 64"/>
                  <a:gd name="T28" fmla="*/ 59 w 59"/>
                  <a:gd name="T29" fmla="*/ 59 h 64"/>
                  <a:gd name="T30" fmla="*/ 57 w 59"/>
                  <a:gd name="T31" fmla="*/ 56 h 64"/>
                  <a:gd name="T32" fmla="*/ 52 w 59"/>
                  <a:gd name="T33" fmla="*/ 38 h 64"/>
                  <a:gd name="T34" fmla="*/ 56 w 59"/>
                  <a:gd name="T35" fmla="*/ 15 h 64"/>
                  <a:gd name="T36" fmla="*/ 57 w 59"/>
                  <a:gd name="T37" fmla="*/ 11 h 64"/>
                  <a:gd name="T38" fmla="*/ 51 w 59"/>
                  <a:gd name="T39" fmla="*/ 4 h 64"/>
                  <a:gd name="T40" fmla="*/ 45 w 59"/>
                  <a:gd name="T41" fmla="*/ 7 h 64"/>
                  <a:gd name="T42" fmla="*/ 40 w 59"/>
                  <a:gd name="T43" fmla="*/ 20 h 64"/>
                  <a:gd name="T44" fmla="*/ 29 w 59"/>
                  <a:gd name="T45" fmla="*/ 40 h 64"/>
                  <a:gd name="T46" fmla="*/ 15 w 59"/>
                  <a:gd name="T47" fmla="*/ 50 h 64"/>
                  <a:gd name="T48" fmla="*/ 12 w 59"/>
                  <a:gd name="T49" fmla="*/ 42 h 64"/>
                  <a:gd name="T50" fmla="*/ 14 w 59"/>
                  <a:gd name="T51" fmla="*/ 32 h 64"/>
                  <a:gd name="T52" fmla="*/ 18 w 59"/>
                  <a:gd name="T53" fmla="*/ 19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9" h="64">
                    <a:moveTo>
                      <a:pt x="18" y="19"/>
                    </a:moveTo>
                    <a:cubicBezTo>
                      <a:pt x="20" y="14"/>
                      <a:pt x="21" y="10"/>
                      <a:pt x="21" y="7"/>
                    </a:cubicBezTo>
                    <a:cubicBezTo>
                      <a:pt x="21" y="6"/>
                      <a:pt x="20" y="4"/>
                      <a:pt x="19" y="3"/>
                    </a:cubicBezTo>
                    <a:cubicBezTo>
                      <a:pt x="17" y="1"/>
                      <a:pt x="16" y="0"/>
                      <a:pt x="13" y="0"/>
                    </a:cubicBezTo>
                    <a:cubicBezTo>
                      <a:pt x="10" y="0"/>
                      <a:pt x="8" y="2"/>
                      <a:pt x="6" y="5"/>
                    </a:cubicBezTo>
                    <a:cubicBezTo>
                      <a:pt x="6" y="9"/>
                      <a:pt x="5" y="15"/>
                      <a:pt x="3" y="23"/>
                    </a:cubicBezTo>
                    <a:cubicBezTo>
                      <a:pt x="1" y="32"/>
                      <a:pt x="0" y="39"/>
                      <a:pt x="0" y="43"/>
                    </a:cubicBezTo>
                    <a:cubicBezTo>
                      <a:pt x="0" y="50"/>
                      <a:pt x="1" y="55"/>
                      <a:pt x="4" y="58"/>
                    </a:cubicBezTo>
                    <a:cubicBezTo>
                      <a:pt x="7" y="61"/>
                      <a:pt x="10" y="63"/>
                      <a:pt x="13" y="63"/>
                    </a:cubicBezTo>
                    <a:cubicBezTo>
                      <a:pt x="18" y="63"/>
                      <a:pt x="23" y="61"/>
                      <a:pt x="28" y="57"/>
                    </a:cubicBezTo>
                    <a:cubicBezTo>
                      <a:pt x="33" y="53"/>
                      <a:pt x="37" y="47"/>
                      <a:pt x="41" y="40"/>
                    </a:cubicBezTo>
                    <a:cubicBezTo>
                      <a:pt x="41" y="48"/>
                      <a:pt x="42" y="54"/>
                      <a:pt x="43" y="58"/>
                    </a:cubicBezTo>
                    <a:cubicBezTo>
                      <a:pt x="45" y="62"/>
                      <a:pt x="47" y="64"/>
                      <a:pt x="50" y="64"/>
                    </a:cubicBezTo>
                    <a:cubicBezTo>
                      <a:pt x="52" y="64"/>
                      <a:pt x="54" y="64"/>
                      <a:pt x="56" y="62"/>
                    </a:cubicBezTo>
                    <a:cubicBezTo>
                      <a:pt x="58" y="61"/>
                      <a:pt x="59" y="60"/>
                      <a:pt x="59" y="59"/>
                    </a:cubicBezTo>
                    <a:cubicBezTo>
                      <a:pt x="59" y="58"/>
                      <a:pt x="58" y="57"/>
                      <a:pt x="57" y="56"/>
                    </a:cubicBezTo>
                    <a:cubicBezTo>
                      <a:pt x="54" y="54"/>
                      <a:pt x="52" y="48"/>
                      <a:pt x="52" y="38"/>
                    </a:cubicBezTo>
                    <a:cubicBezTo>
                      <a:pt x="52" y="29"/>
                      <a:pt x="53" y="22"/>
                      <a:pt x="56" y="15"/>
                    </a:cubicBezTo>
                    <a:cubicBezTo>
                      <a:pt x="56" y="13"/>
                      <a:pt x="57" y="12"/>
                      <a:pt x="57" y="11"/>
                    </a:cubicBezTo>
                    <a:cubicBezTo>
                      <a:pt x="57" y="7"/>
                      <a:pt x="55" y="4"/>
                      <a:pt x="51" y="4"/>
                    </a:cubicBezTo>
                    <a:cubicBezTo>
                      <a:pt x="48" y="4"/>
                      <a:pt x="46" y="5"/>
                      <a:pt x="45" y="7"/>
                    </a:cubicBezTo>
                    <a:cubicBezTo>
                      <a:pt x="43" y="9"/>
                      <a:pt x="42" y="14"/>
                      <a:pt x="40" y="20"/>
                    </a:cubicBezTo>
                    <a:cubicBezTo>
                      <a:pt x="38" y="27"/>
                      <a:pt x="35" y="34"/>
                      <a:pt x="29" y="40"/>
                    </a:cubicBezTo>
                    <a:cubicBezTo>
                      <a:pt x="23" y="47"/>
                      <a:pt x="19" y="50"/>
                      <a:pt x="15" y="50"/>
                    </a:cubicBezTo>
                    <a:cubicBezTo>
                      <a:pt x="13" y="50"/>
                      <a:pt x="12" y="47"/>
                      <a:pt x="12" y="42"/>
                    </a:cubicBezTo>
                    <a:cubicBezTo>
                      <a:pt x="12" y="41"/>
                      <a:pt x="13" y="37"/>
                      <a:pt x="14" y="32"/>
                    </a:cubicBezTo>
                    <a:cubicBezTo>
                      <a:pt x="15" y="26"/>
                      <a:pt x="17" y="22"/>
                      <a:pt x="18"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 name="Freeform 326"/>
              <p:cNvSpPr>
                <a:spLocks noEditPoints="1"/>
              </p:cNvSpPr>
              <p:nvPr/>
            </p:nvSpPr>
            <p:spPr bwMode="auto">
              <a:xfrm>
                <a:off x="3873501" y="2435226"/>
                <a:ext cx="95250" cy="127000"/>
              </a:xfrm>
              <a:custGeom>
                <a:avLst/>
                <a:gdLst>
                  <a:gd name="T0" fmla="*/ 34 w 73"/>
                  <a:gd name="T1" fmla="*/ 86 h 99"/>
                  <a:gd name="T2" fmla="*/ 12 w 73"/>
                  <a:gd name="T3" fmla="*/ 77 h 99"/>
                  <a:gd name="T4" fmla="*/ 5 w 73"/>
                  <a:gd name="T5" fmla="*/ 74 h 99"/>
                  <a:gd name="T6" fmla="*/ 0 w 73"/>
                  <a:gd name="T7" fmla="*/ 78 h 99"/>
                  <a:gd name="T8" fmla="*/ 11 w 73"/>
                  <a:gd name="T9" fmla="*/ 91 h 99"/>
                  <a:gd name="T10" fmla="*/ 33 w 73"/>
                  <a:gd name="T11" fmla="*/ 99 h 99"/>
                  <a:gd name="T12" fmla="*/ 53 w 73"/>
                  <a:gd name="T13" fmla="*/ 89 h 99"/>
                  <a:gd name="T14" fmla="*/ 64 w 73"/>
                  <a:gd name="T15" fmla="*/ 60 h 99"/>
                  <a:gd name="T16" fmla="*/ 68 w 73"/>
                  <a:gd name="T17" fmla="*/ 31 h 99"/>
                  <a:gd name="T18" fmla="*/ 71 w 73"/>
                  <a:gd name="T19" fmla="*/ 19 h 99"/>
                  <a:gd name="T20" fmla="*/ 73 w 73"/>
                  <a:gd name="T21" fmla="*/ 12 h 99"/>
                  <a:gd name="T22" fmla="*/ 72 w 73"/>
                  <a:gd name="T23" fmla="*/ 7 h 99"/>
                  <a:gd name="T24" fmla="*/ 70 w 73"/>
                  <a:gd name="T25" fmla="*/ 4 h 99"/>
                  <a:gd name="T26" fmla="*/ 68 w 73"/>
                  <a:gd name="T27" fmla="*/ 3 h 99"/>
                  <a:gd name="T28" fmla="*/ 59 w 73"/>
                  <a:gd name="T29" fmla="*/ 0 h 99"/>
                  <a:gd name="T30" fmla="*/ 37 w 73"/>
                  <a:gd name="T31" fmla="*/ 8 h 99"/>
                  <a:gd name="T32" fmla="*/ 18 w 73"/>
                  <a:gd name="T33" fmla="*/ 27 h 99"/>
                  <a:gd name="T34" fmla="*/ 11 w 73"/>
                  <a:gd name="T35" fmla="*/ 47 h 99"/>
                  <a:gd name="T36" fmla="*/ 15 w 73"/>
                  <a:gd name="T37" fmla="*/ 57 h 99"/>
                  <a:gd name="T38" fmla="*/ 24 w 73"/>
                  <a:gd name="T39" fmla="*/ 61 h 99"/>
                  <a:gd name="T40" fmla="*/ 39 w 73"/>
                  <a:gd name="T41" fmla="*/ 56 h 99"/>
                  <a:gd name="T42" fmla="*/ 54 w 73"/>
                  <a:gd name="T43" fmla="*/ 44 h 99"/>
                  <a:gd name="T44" fmla="*/ 46 w 73"/>
                  <a:gd name="T45" fmla="*/ 77 h 99"/>
                  <a:gd name="T46" fmla="*/ 34 w 73"/>
                  <a:gd name="T47" fmla="*/ 86 h 99"/>
                  <a:gd name="T48" fmla="*/ 42 w 73"/>
                  <a:gd name="T49" fmla="*/ 42 h 99"/>
                  <a:gd name="T50" fmla="*/ 28 w 73"/>
                  <a:gd name="T51" fmla="*/ 48 h 99"/>
                  <a:gd name="T52" fmla="*/ 25 w 73"/>
                  <a:gd name="T53" fmla="*/ 45 h 99"/>
                  <a:gd name="T54" fmla="*/ 31 w 73"/>
                  <a:gd name="T55" fmla="*/ 31 h 99"/>
                  <a:gd name="T56" fmla="*/ 44 w 73"/>
                  <a:gd name="T57" fmla="*/ 17 h 99"/>
                  <a:gd name="T58" fmla="*/ 55 w 73"/>
                  <a:gd name="T59" fmla="*/ 12 h 99"/>
                  <a:gd name="T60" fmla="*/ 58 w 73"/>
                  <a:gd name="T61" fmla="*/ 13 h 99"/>
                  <a:gd name="T62" fmla="*/ 59 w 73"/>
                  <a:gd name="T63" fmla="*/ 16 h 99"/>
                  <a:gd name="T64" fmla="*/ 54 w 73"/>
                  <a:gd name="T65" fmla="*/ 28 h 99"/>
                  <a:gd name="T66" fmla="*/ 42 w 73"/>
                  <a:gd name="T67" fmla="*/ 4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3" h="99">
                    <a:moveTo>
                      <a:pt x="34" y="86"/>
                    </a:moveTo>
                    <a:cubicBezTo>
                      <a:pt x="28" y="86"/>
                      <a:pt x="20" y="83"/>
                      <a:pt x="12" y="77"/>
                    </a:cubicBezTo>
                    <a:cubicBezTo>
                      <a:pt x="8" y="75"/>
                      <a:pt x="6" y="74"/>
                      <a:pt x="5" y="74"/>
                    </a:cubicBezTo>
                    <a:cubicBezTo>
                      <a:pt x="2" y="74"/>
                      <a:pt x="0" y="75"/>
                      <a:pt x="0" y="78"/>
                    </a:cubicBezTo>
                    <a:cubicBezTo>
                      <a:pt x="0" y="82"/>
                      <a:pt x="4" y="86"/>
                      <a:pt x="11" y="91"/>
                    </a:cubicBezTo>
                    <a:cubicBezTo>
                      <a:pt x="18" y="96"/>
                      <a:pt x="26" y="99"/>
                      <a:pt x="33" y="99"/>
                    </a:cubicBezTo>
                    <a:cubicBezTo>
                      <a:pt x="41" y="99"/>
                      <a:pt x="47" y="96"/>
                      <a:pt x="53" y="89"/>
                    </a:cubicBezTo>
                    <a:cubicBezTo>
                      <a:pt x="59" y="83"/>
                      <a:pt x="63" y="73"/>
                      <a:pt x="64" y="60"/>
                    </a:cubicBezTo>
                    <a:cubicBezTo>
                      <a:pt x="66" y="44"/>
                      <a:pt x="67" y="35"/>
                      <a:pt x="68" y="31"/>
                    </a:cubicBezTo>
                    <a:cubicBezTo>
                      <a:pt x="69" y="27"/>
                      <a:pt x="70" y="23"/>
                      <a:pt x="71" y="19"/>
                    </a:cubicBezTo>
                    <a:cubicBezTo>
                      <a:pt x="73" y="15"/>
                      <a:pt x="73" y="12"/>
                      <a:pt x="73" y="12"/>
                    </a:cubicBezTo>
                    <a:cubicBezTo>
                      <a:pt x="73" y="11"/>
                      <a:pt x="73" y="9"/>
                      <a:pt x="72" y="7"/>
                    </a:cubicBezTo>
                    <a:cubicBezTo>
                      <a:pt x="71" y="6"/>
                      <a:pt x="71" y="4"/>
                      <a:pt x="70" y="4"/>
                    </a:cubicBezTo>
                    <a:cubicBezTo>
                      <a:pt x="69" y="4"/>
                      <a:pt x="69" y="3"/>
                      <a:pt x="68" y="3"/>
                    </a:cubicBezTo>
                    <a:cubicBezTo>
                      <a:pt x="65" y="1"/>
                      <a:pt x="62" y="0"/>
                      <a:pt x="59" y="0"/>
                    </a:cubicBezTo>
                    <a:cubicBezTo>
                      <a:pt x="52" y="0"/>
                      <a:pt x="45" y="2"/>
                      <a:pt x="37" y="8"/>
                    </a:cubicBezTo>
                    <a:cubicBezTo>
                      <a:pt x="29" y="13"/>
                      <a:pt x="23" y="20"/>
                      <a:pt x="18" y="27"/>
                    </a:cubicBezTo>
                    <a:cubicBezTo>
                      <a:pt x="14" y="34"/>
                      <a:pt x="11" y="41"/>
                      <a:pt x="11" y="47"/>
                    </a:cubicBezTo>
                    <a:cubicBezTo>
                      <a:pt x="11" y="51"/>
                      <a:pt x="12" y="55"/>
                      <a:pt x="15" y="57"/>
                    </a:cubicBezTo>
                    <a:cubicBezTo>
                      <a:pt x="17" y="59"/>
                      <a:pt x="20" y="61"/>
                      <a:pt x="24" y="61"/>
                    </a:cubicBezTo>
                    <a:cubicBezTo>
                      <a:pt x="28" y="61"/>
                      <a:pt x="33" y="59"/>
                      <a:pt x="39" y="56"/>
                    </a:cubicBezTo>
                    <a:cubicBezTo>
                      <a:pt x="45" y="53"/>
                      <a:pt x="50" y="49"/>
                      <a:pt x="54" y="44"/>
                    </a:cubicBezTo>
                    <a:cubicBezTo>
                      <a:pt x="52" y="60"/>
                      <a:pt x="49" y="71"/>
                      <a:pt x="46" y="77"/>
                    </a:cubicBezTo>
                    <a:cubicBezTo>
                      <a:pt x="43" y="83"/>
                      <a:pt x="39" y="86"/>
                      <a:pt x="34" y="86"/>
                    </a:cubicBezTo>
                    <a:close/>
                    <a:moveTo>
                      <a:pt x="42" y="42"/>
                    </a:moveTo>
                    <a:cubicBezTo>
                      <a:pt x="37" y="46"/>
                      <a:pt x="32" y="48"/>
                      <a:pt x="28" y="48"/>
                    </a:cubicBezTo>
                    <a:cubicBezTo>
                      <a:pt x="26" y="48"/>
                      <a:pt x="25" y="47"/>
                      <a:pt x="25" y="45"/>
                    </a:cubicBezTo>
                    <a:cubicBezTo>
                      <a:pt x="25" y="41"/>
                      <a:pt x="27" y="36"/>
                      <a:pt x="31" y="31"/>
                    </a:cubicBezTo>
                    <a:cubicBezTo>
                      <a:pt x="35" y="25"/>
                      <a:pt x="39" y="20"/>
                      <a:pt x="44" y="17"/>
                    </a:cubicBezTo>
                    <a:cubicBezTo>
                      <a:pt x="49" y="13"/>
                      <a:pt x="52" y="12"/>
                      <a:pt x="55" y="12"/>
                    </a:cubicBezTo>
                    <a:cubicBezTo>
                      <a:pt x="56" y="12"/>
                      <a:pt x="57" y="12"/>
                      <a:pt x="58" y="13"/>
                    </a:cubicBezTo>
                    <a:cubicBezTo>
                      <a:pt x="58" y="14"/>
                      <a:pt x="59" y="15"/>
                      <a:pt x="59" y="16"/>
                    </a:cubicBezTo>
                    <a:cubicBezTo>
                      <a:pt x="59" y="19"/>
                      <a:pt x="57" y="23"/>
                      <a:pt x="54" y="28"/>
                    </a:cubicBezTo>
                    <a:cubicBezTo>
                      <a:pt x="51" y="33"/>
                      <a:pt x="47" y="38"/>
                      <a:pt x="42"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 name="Freeform 327"/>
              <p:cNvSpPr>
                <a:spLocks/>
              </p:cNvSpPr>
              <p:nvPr/>
            </p:nvSpPr>
            <p:spPr bwMode="auto">
              <a:xfrm>
                <a:off x="3970338" y="2427288"/>
                <a:ext cx="63500" cy="92075"/>
              </a:xfrm>
              <a:custGeom>
                <a:avLst/>
                <a:gdLst>
                  <a:gd name="T0" fmla="*/ 27 w 49"/>
                  <a:gd name="T1" fmla="*/ 56 h 71"/>
                  <a:gd name="T2" fmla="*/ 15 w 49"/>
                  <a:gd name="T3" fmla="*/ 58 h 71"/>
                  <a:gd name="T4" fmla="*/ 11 w 49"/>
                  <a:gd name="T5" fmla="*/ 57 h 71"/>
                  <a:gd name="T6" fmla="*/ 7 w 49"/>
                  <a:gd name="T7" fmla="*/ 56 h 71"/>
                  <a:gd name="T8" fmla="*/ 3 w 49"/>
                  <a:gd name="T9" fmla="*/ 58 h 71"/>
                  <a:gd name="T10" fmla="*/ 0 w 49"/>
                  <a:gd name="T11" fmla="*/ 63 h 71"/>
                  <a:gd name="T12" fmla="*/ 11 w 49"/>
                  <a:gd name="T13" fmla="*/ 71 h 71"/>
                  <a:gd name="T14" fmla="*/ 36 w 49"/>
                  <a:gd name="T15" fmla="*/ 65 h 71"/>
                  <a:gd name="T16" fmla="*/ 48 w 49"/>
                  <a:gd name="T17" fmla="*/ 51 h 71"/>
                  <a:gd name="T18" fmla="*/ 45 w 49"/>
                  <a:gd name="T19" fmla="*/ 42 h 71"/>
                  <a:gd name="T20" fmla="*/ 32 w 49"/>
                  <a:gd name="T21" fmla="*/ 34 h 71"/>
                  <a:gd name="T22" fmla="*/ 23 w 49"/>
                  <a:gd name="T23" fmla="*/ 29 h 71"/>
                  <a:gd name="T24" fmla="*/ 20 w 49"/>
                  <a:gd name="T25" fmla="*/ 24 h 71"/>
                  <a:gd name="T26" fmla="*/ 27 w 49"/>
                  <a:gd name="T27" fmla="*/ 16 h 71"/>
                  <a:gd name="T28" fmla="*/ 38 w 49"/>
                  <a:gd name="T29" fmla="*/ 13 h 71"/>
                  <a:gd name="T30" fmla="*/ 40 w 49"/>
                  <a:gd name="T31" fmla="*/ 13 h 71"/>
                  <a:gd name="T32" fmla="*/ 43 w 49"/>
                  <a:gd name="T33" fmla="*/ 14 h 71"/>
                  <a:gd name="T34" fmla="*/ 46 w 49"/>
                  <a:gd name="T35" fmla="*/ 12 h 71"/>
                  <a:gd name="T36" fmla="*/ 49 w 49"/>
                  <a:gd name="T37" fmla="*/ 8 h 71"/>
                  <a:gd name="T38" fmla="*/ 39 w 49"/>
                  <a:gd name="T39" fmla="*/ 0 h 71"/>
                  <a:gd name="T40" fmla="*/ 17 w 49"/>
                  <a:gd name="T41" fmla="*/ 8 h 71"/>
                  <a:gd name="T42" fmla="*/ 6 w 49"/>
                  <a:gd name="T43" fmla="*/ 25 h 71"/>
                  <a:gd name="T44" fmla="*/ 9 w 49"/>
                  <a:gd name="T45" fmla="*/ 34 h 71"/>
                  <a:gd name="T46" fmla="*/ 24 w 49"/>
                  <a:gd name="T47" fmla="*/ 44 h 71"/>
                  <a:gd name="T48" fmla="*/ 34 w 49"/>
                  <a:gd name="T49" fmla="*/ 52 h 71"/>
                  <a:gd name="T50" fmla="*/ 27 w 49"/>
                  <a:gd name="T51" fmla="*/ 5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9" h="71">
                    <a:moveTo>
                      <a:pt x="27" y="56"/>
                    </a:moveTo>
                    <a:cubicBezTo>
                      <a:pt x="23" y="57"/>
                      <a:pt x="19" y="58"/>
                      <a:pt x="15" y="58"/>
                    </a:cubicBezTo>
                    <a:cubicBezTo>
                      <a:pt x="14" y="58"/>
                      <a:pt x="12" y="58"/>
                      <a:pt x="11" y="57"/>
                    </a:cubicBezTo>
                    <a:cubicBezTo>
                      <a:pt x="9" y="57"/>
                      <a:pt x="8" y="56"/>
                      <a:pt x="7" y="56"/>
                    </a:cubicBezTo>
                    <a:cubicBezTo>
                      <a:pt x="6" y="56"/>
                      <a:pt x="4" y="57"/>
                      <a:pt x="3" y="58"/>
                    </a:cubicBezTo>
                    <a:cubicBezTo>
                      <a:pt x="1" y="60"/>
                      <a:pt x="0" y="61"/>
                      <a:pt x="0" y="63"/>
                    </a:cubicBezTo>
                    <a:cubicBezTo>
                      <a:pt x="0" y="68"/>
                      <a:pt x="4" y="71"/>
                      <a:pt x="11" y="71"/>
                    </a:cubicBezTo>
                    <a:cubicBezTo>
                      <a:pt x="20" y="71"/>
                      <a:pt x="29" y="69"/>
                      <a:pt x="36" y="65"/>
                    </a:cubicBezTo>
                    <a:cubicBezTo>
                      <a:pt x="44" y="61"/>
                      <a:pt x="48" y="57"/>
                      <a:pt x="48" y="51"/>
                    </a:cubicBezTo>
                    <a:cubicBezTo>
                      <a:pt x="48" y="48"/>
                      <a:pt x="47" y="45"/>
                      <a:pt x="45" y="42"/>
                    </a:cubicBezTo>
                    <a:cubicBezTo>
                      <a:pt x="43" y="40"/>
                      <a:pt x="38" y="37"/>
                      <a:pt x="32" y="34"/>
                    </a:cubicBezTo>
                    <a:cubicBezTo>
                      <a:pt x="27" y="32"/>
                      <a:pt x="24" y="30"/>
                      <a:pt x="23" y="29"/>
                    </a:cubicBezTo>
                    <a:cubicBezTo>
                      <a:pt x="21" y="27"/>
                      <a:pt x="20" y="26"/>
                      <a:pt x="20" y="24"/>
                    </a:cubicBezTo>
                    <a:cubicBezTo>
                      <a:pt x="20" y="21"/>
                      <a:pt x="22" y="18"/>
                      <a:pt x="27" y="16"/>
                    </a:cubicBezTo>
                    <a:cubicBezTo>
                      <a:pt x="31" y="14"/>
                      <a:pt x="34" y="13"/>
                      <a:pt x="38" y="13"/>
                    </a:cubicBezTo>
                    <a:cubicBezTo>
                      <a:pt x="38" y="13"/>
                      <a:pt x="39" y="13"/>
                      <a:pt x="40" y="13"/>
                    </a:cubicBezTo>
                    <a:cubicBezTo>
                      <a:pt x="41" y="14"/>
                      <a:pt x="42" y="14"/>
                      <a:pt x="43" y="14"/>
                    </a:cubicBezTo>
                    <a:cubicBezTo>
                      <a:pt x="44" y="14"/>
                      <a:pt x="45" y="14"/>
                      <a:pt x="46" y="12"/>
                    </a:cubicBezTo>
                    <a:cubicBezTo>
                      <a:pt x="48" y="11"/>
                      <a:pt x="49" y="10"/>
                      <a:pt x="49" y="8"/>
                    </a:cubicBezTo>
                    <a:cubicBezTo>
                      <a:pt x="49" y="3"/>
                      <a:pt x="45" y="0"/>
                      <a:pt x="39" y="0"/>
                    </a:cubicBezTo>
                    <a:cubicBezTo>
                      <a:pt x="32" y="0"/>
                      <a:pt x="25" y="2"/>
                      <a:pt x="17" y="8"/>
                    </a:cubicBezTo>
                    <a:cubicBezTo>
                      <a:pt x="10" y="13"/>
                      <a:pt x="6" y="19"/>
                      <a:pt x="6" y="25"/>
                    </a:cubicBezTo>
                    <a:cubicBezTo>
                      <a:pt x="6" y="29"/>
                      <a:pt x="7" y="32"/>
                      <a:pt x="9" y="34"/>
                    </a:cubicBezTo>
                    <a:cubicBezTo>
                      <a:pt x="11" y="37"/>
                      <a:pt x="17" y="41"/>
                      <a:pt x="24" y="44"/>
                    </a:cubicBezTo>
                    <a:cubicBezTo>
                      <a:pt x="31" y="47"/>
                      <a:pt x="34" y="50"/>
                      <a:pt x="34" y="52"/>
                    </a:cubicBezTo>
                    <a:cubicBezTo>
                      <a:pt x="33" y="54"/>
                      <a:pt x="31" y="55"/>
                      <a:pt x="27" y="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 name="组合 5"/>
            <p:cNvGrpSpPr/>
            <p:nvPr/>
          </p:nvGrpSpPr>
          <p:grpSpPr>
            <a:xfrm>
              <a:off x="4310063" y="823913"/>
              <a:ext cx="1498600" cy="1695450"/>
              <a:chOff x="4310063" y="823913"/>
              <a:chExt cx="1498600" cy="1695450"/>
            </a:xfrm>
            <a:solidFill>
              <a:schemeClr val="tx1">
                <a:lumMod val="65000"/>
                <a:lumOff val="35000"/>
              </a:schemeClr>
            </a:solidFill>
          </p:grpSpPr>
          <p:sp>
            <p:nvSpPr>
              <p:cNvPr id="277" name="Freeform 328"/>
              <p:cNvSpPr>
                <a:spLocks/>
              </p:cNvSpPr>
              <p:nvPr/>
            </p:nvSpPr>
            <p:spPr bwMode="auto">
              <a:xfrm>
                <a:off x="4610101" y="1095376"/>
                <a:ext cx="695325" cy="1176338"/>
              </a:xfrm>
              <a:custGeom>
                <a:avLst/>
                <a:gdLst>
                  <a:gd name="T0" fmla="*/ 105 w 539"/>
                  <a:gd name="T1" fmla="*/ 192 h 911"/>
                  <a:gd name="T2" fmla="*/ 109 w 539"/>
                  <a:gd name="T3" fmla="*/ 219 h 911"/>
                  <a:gd name="T4" fmla="*/ 75 w 539"/>
                  <a:gd name="T5" fmla="*/ 246 h 911"/>
                  <a:gd name="T6" fmla="*/ 66 w 539"/>
                  <a:gd name="T7" fmla="*/ 245 h 911"/>
                  <a:gd name="T8" fmla="*/ 12 w 539"/>
                  <a:gd name="T9" fmla="*/ 231 h 911"/>
                  <a:gd name="T10" fmla="*/ 9 w 539"/>
                  <a:gd name="T11" fmla="*/ 239 h 911"/>
                  <a:gd name="T12" fmla="*/ 0 w 539"/>
                  <a:gd name="T13" fmla="*/ 260 h 911"/>
                  <a:gd name="T14" fmla="*/ 0 w 539"/>
                  <a:gd name="T15" fmla="*/ 302 h 911"/>
                  <a:gd name="T16" fmla="*/ 15 w 539"/>
                  <a:gd name="T17" fmla="*/ 308 h 911"/>
                  <a:gd name="T18" fmla="*/ 39 w 539"/>
                  <a:gd name="T19" fmla="*/ 353 h 911"/>
                  <a:gd name="T20" fmla="*/ 34 w 539"/>
                  <a:gd name="T21" fmla="*/ 376 h 911"/>
                  <a:gd name="T22" fmla="*/ 34 w 539"/>
                  <a:gd name="T23" fmla="*/ 376 h 911"/>
                  <a:gd name="T24" fmla="*/ 60 w 539"/>
                  <a:gd name="T25" fmla="*/ 394 h 911"/>
                  <a:gd name="T26" fmla="*/ 66 w 539"/>
                  <a:gd name="T27" fmla="*/ 424 h 911"/>
                  <a:gd name="T28" fmla="*/ 26 w 539"/>
                  <a:gd name="T29" fmla="*/ 457 h 911"/>
                  <a:gd name="T30" fmla="*/ 18 w 539"/>
                  <a:gd name="T31" fmla="*/ 456 h 911"/>
                  <a:gd name="T32" fmla="*/ 17 w 539"/>
                  <a:gd name="T33" fmla="*/ 456 h 911"/>
                  <a:gd name="T34" fmla="*/ 0 w 539"/>
                  <a:gd name="T35" fmla="*/ 474 h 911"/>
                  <a:gd name="T36" fmla="*/ 0 w 539"/>
                  <a:gd name="T37" fmla="*/ 862 h 911"/>
                  <a:gd name="T38" fmla="*/ 49 w 539"/>
                  <a:gd name="T39" fmla="*/ 911 h 911"/>
                  <a:gd name="T40" fmla="*/ 99 w 539"/>
                  <a:gd name="T41" fmla="*/ 862 h 911"/>
                  <a:gd name="T42" fmla="*/ 99 w 539"/>
                  <a:gd name="T43" fmla="*/ 501 h 911"/>
                  <a:gd name="T44" fmla="*/ 117 w 539"/>
                  <a:gd name="T45" fmla="*/ 501 h 911"/>
                  <a:gd name="T46" fmla="*/ 117 w 539"/>
                  <a:gd name="T47" fmla="*/ 862 h 911"/>
                  <a:gd name="T48" fmla="*/ 167 w 539"/>
                  <a:gd name="T49" fmla="*/ 911 h 911"/>
                  <a:gd name="T50" fmla="*/ 216 w 539"/>
                  <a:gd name="T51" fmla="*/ 862 h 911"/>
                  <a:gd name="T52" fmla="*/ 216 w 539"/>
                  <a:gd name="T53" fmla="*/ 218 h 911"/>
                  <a:gd name="T54" fmla="*/ 489 w 539"/>
                  <a:gd name="T55" fmla="*/ 89 h 911"/>
                  <a:gd name="T56" fmla="*/ 481 w 539"/>
                  <a:gd name="T57" fmla="*/ 43 h 911"/>
                  <a:gd name="T58" fmla="*/ 532 w 539"/>
                  <a:gd name="T59" fmla="*/ 19 h 911"/>
                  <a:gd name="T60" fmla="*/ 537 w 539"/>
                  <a:gd name="T61" fmla="*/ 7 h 911"/>
                  <a:gd name="T62" fmla="*/ 524 w 539"/>
                  <a:gd name="T63" fmla="*/ 2 h 911"/>
                  <a:gd name="T64" fmla="*/ 464 w 539"/>
                  <a:gd name="T65" fmla="*/ 31 h 911"/>
                  <a:gd name="T66" fmla="*/ 462 w 539"/>
                  <a:gd name="T67" fmla="*/ 31 h 911"/>
                  <a:gd name="T68" fmla="*/ 177 w 539"/>
                  <a:gd name="T69" fmla="*/ 165 h 911"/>
                  <a:gd name="T70" fmla="*/ 44 w 539"/>
                  <a:gd name="T71" fmla="*/ 165 h 911"/>
                  <a:gd name="T72" fmla="*/ 83 w 539"/>
                  <a:gd name="T73" fmla="*/ 175 h 911"/>
                  <a:gd name="T74" fmla="*/ 105 w 539"/>
                  <a:gd name="T75" fmla="*/ 192 h 9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39" h="911">
                    <a:moveTo>
                      <a:pt x="105" y="192"/>
                    </a:moveTo>
                    <a:cubicBezTo>
                      <a:pt x="110" y="200"/>
                      <a:pt x="112" y="209"/>
                      <a:pt x="109" y="219"/>
                    </a:cubicBezTo>
                    <a:cubicBezTo>
                      <a:pt x="105" y="235"/>
                      <a:pt x="91" y="246"/>
                      <a:pt x="75" y="246"/>
                    </a:cubicBezTo>
                    <a:cubicBezTo>
                      <a:pt x="72" y="246"/>
                      <a:pt x="69" y="246"/>
                      <a:pt x="66" y="245"/>
                    </a:cubicBezTo>
                    <a:cubicBezTo>
                      <a:pt x="12" y="231"/>
                      <a:pt x="12" y="231"/>
                      <a:pt x="12" y="231"/>
                    </a:cubicBezTo>
                    <a:cubicBezTo>
                      <a:pt x="11" y="234"/>
                      <a:pt x="10" y="236"/>
                      <a:pt x="9" y="239"/>
                    </a:cubicBezTo>
                    <a:cubicBezTo>
                      <a:pt x="0" y="260"/>
                      <a:pt x="0" y="260"/>
                      <a:pt x="0" y="260"/>
                    </a:cubicBezTo>
                    <a:cubicBezTo>
                      <a:pt x="0" y="302"/>
                      <a:pt x="0" y="302"/>
                      <a:pt x="0" y="302"/>
                    </a:cubicBezTo>
                    <a:cubicBezTo>
                      <a:pt x="15" y="308"/>
                      <a:pt x="15" y="308"/>
                      <a:pt x="15" y="308"/>
                    </a:cubicBezTo>
                    <a:cubicBezTo>
                      <a:pt x="33" y="316"/>
                      <a:pt x="43" y="335"/>
                      <a:pt x="39" y="353"/>
                    </a:cubicBezTo>
                    <a:cubicBezTo>
                      <a:pt x="34" y="376"/>
                      <a:pt x="34" y="376"/>
                      <a:pt x="34" y="376"/>
                    </a:cubicBezTo>
                    <a:cubicBezTo>
                      <a:pt x="34" y="376"/>
                      <a:pt x="34" y="376"/>
                      <a:pt x="34" y="376"/>
                    </a:cubicBezTo>
                    <a:cubicBezTo>
                      <a:pt x="45" y="378"/>
                      <a:pt x="54" y="385"/>
                      <a:pt x="60" y="394"/>
                    </a:cubicBezTo>
                    <a:cubicBezTo>
                      <a:pt x="66" y="403"/>
                      <a:pt x="68" y="414"/>
                      <a:pt x="66" y="424"/>
                    </a:cubicBezTo>
                    <a:cubicBezTo>
                      <a:pt x="62" y="443"/>
                      <a:pt x="45" y="457"/>
                      <a:pt x="26" y="457"/>
                    </a:cubicBezTo>
                    <a:cubicBezTo>
                      <a:pt x="23" y="457"/>
                      <a:pt x="20" y="457"/>
                      <a:pt x="18" y="456"/>
                    </a:cubicBezTo>
                    <a:cubicBezTo>
                      <a:pt x="17" y="456"/>
                      <a:pt x="17" y="456"/>
                      <a:pt x="17" y="456"/>
                    </a:cubicBezTo>
                    <a:cubicBezTo>
                      <a:pt x="13" y="464"/>
                      <a:pt x="7" y="470"/>
                      <a:pt x="0" y="474"/>
                    </a:cubicBezTo>
                    <a:cubicBezTo>
                      <a:pt x="0" y="862"/>
                      <a:pt x="0" y="862"/>
                      <a:pt x="0" y="862"/>
                    </a:cubicBezTo>
                    <a:cubicBezTo>
                      <a:pt x="0" y="889"/>
                      <a:pt x="22" y="911"/>
                      <a:pt x="49" y="911"/>
                    </a:cubicBezTo>
                    <a:cubicBezTo>
                      <a:pt x="77" y="911"/>
                      <a:pt x="99" y="889"/>
                      <a:pt x="99" y="862"/>
                    </a:cubicBezTo>
                    <a:cubicBezTo>
                      <a:pt x="99" y="501"/>
                      <a:pt x="99" y="501"/>
                      <a:pt x="99" y="501"/>
                    </a:cubicBezTo>
                    <a:cubicBezTo>
                      <a:pt x="117" y="501"/>
                      <a:pt x="117" y="501"/>
                      <a:pt x="117" y="501"/>
                    </a:cubicBezTo>
                    <a:cubicBezTo>
                      <a:pt x="117" y="862"/>
                      <a:pt x="117" y="862"/>
                      <a:pt x="117" y="862"/>
                    </a:cubicBezTo>
                    <a:cubicBezTo>
                      <a:pt x="117" y="889"/>
                      <a:pt x="140" y="911"/>
                      <a:pt x="167" y="911"/>
                    </a:cubicBezTo>
                    <a:cubicBezTo>
                      <a:pt x="194" y="911"/>
                      <a:pt x="216" y="889"/>
                      <a:pt x="216" y="862"/>
                    </a:cubicBezTo>
                    <a:cubicBezTo>
                      <a:pt x="216" y="218"/>
                      <a:pt x="216" y="218"/>
                      <a:pt x="216" y="218"/>
                    </a:cubicBezTo>
                    <a:cubicBezTo>
                      <a:pt x="489" y="89"/>
                      <a:pt x="489" y="89"/>
                      <a:pt x="489" y="89"/>
                    </a:cubicBezTo>
                    <a:cubicBezTo>
                      <a:pt x="499" y="84"/>
                      <a:pt x="492" y="59"/>
                      <a:pt x="481" y="43"/>
                    </a:cubicBezTo>
                    <a:cubicBezTo>
                      <a:pt x="532" y="19"/>
                      <a:pt x="532" y="19"/>
                      <a:pt x="532" y="19"/>
                    </a:cubicBezTo>
                    <a:cubicBezTo>
                      <a:pt x="537" y="17"/>
                      <a:pt x="539" y="11"/>
                      <a:pt x="537" y="7"/>
                    </a:cubicBezTo>
                    <a:cubicBezTo>
                      <a:pt x="534" y="2"/>
                      <a:pt x="529" y="0"/>
                      <a:pt x="524" y="2"/>
                    </a:cubicBezTo>
                    <a:cubicBezTo>
                      <a:pt x="464" y="31"/>
                      <a:pt x="464" y="31"/>
                      <a:pt x="464" y="31"/>
                    </a:cubicBezTo>
                    <a:cubicBezTo>
                      <a:pt x="463" y="31"/>
                      <a:pt x="462" y="31"/>
                      <a:pt x="462" y="31"/>
                    </a:cubicBezTo>
                    <a:cubicBezTo>
                      <a:pt x="177" y="165"/>
                      <a:pt x="177" y="165"/>
                      <a:pt x="177" y="165"/>
                    </a:cubicBezTo>
                    <a:cubicBezTo>
                      <a:pt x="44" y="165"/>
                      <a:pt x="44" y="165"/>
                      <a:pt x="44" y="165"/>
                    </a:cubicBezTo>
                    <a:cubicBezTo>
                      <a:pt x="83" y="175"/>
                      <a:pt x="83" y="175"/>
                      <a:pt x="83" y="175"/>
                    </a:cubicBezTo>
                    <a:cubicBezTo>
                      <a:pt x="93" y="177"/>
                      <a:pt x="100" y="183"/>
                      <a:pt x="105" y="1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 name="Freeform 329"/>
              <p:cNvSpPr>
                <a:spLocks noEditPoints="1"/>
              </p:cNvSpPr>
              <p:nvPr/>
            </p:nvSpPr>
            <p:spPr bwMode="auto">
              <a:xfrm>
                <a:off x="4635501" y="1046163"/>
                <a:ext cx="230188" cy="246063"/>
              </a:xfrm>
              <a:custGeom>
                <a:avLst/>
                <a:gdLst>
                  <a:gd name="T0" fmla="*/ 16 w 178"/>
                  <a:gd name="T1" fmla="*/ 145 h 190"/>
                  <a:gd name="T2" fmla="*/ 88 w 178"/>
                  <a:gd name="T3" fmla="*/ 180 h 190"/>
                  <a:gd name="T4" fmla="*/ 178 w 178"/>
                  <a:gd name="T5" fmla="*/ 90 h 190"/>
                  <a:gd name="T6" fmla="*/ 88 w 178"/>
                  <a:gd name="T7" fmla="*/ 0 h 190"/>
                  <a:gd name="T8" fmla="*/ 0 w 178"/>
                  <a:gd name="T9" fmla="*/ 72 h 190"/>
                  <a:gd name="T10" fmla="*/ 14 w 178"/>
                  <a:gd name="T11" fmla="*/ 96 h 190"/>
                  <a:gd name="T12" fmla="*/ 16 w 178"/>
                  <a:gd name="T13" fmla="*/ 145 h 190"/>
                  <a:gd name="T14" fmla="*/ 155 w 178"/>
                  <a:gd name="T15" fmla="*/ 112 h 190"/>
                  <a:gd name="T16" fmla="*/ 67 w 178"/>
                  <a:gd name="T17" fmla="*/ 136 h 190"/>
                  <a:gd name="T18" fmla="*/ 155 w 178"/>
                  <a:gd name="T19" fmla="*/ 112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8" h="190">
                    <a:moveTo>
                      <a:pt x="16" y="145"/>
                    </a:moveTo>
                    <a:cubicBezTo>
                      <a:pt x="33" y="166"/>
                      <a:pt x="59" y="180"/>
                      <a:pt x="88" y="180"/>
                    </a:cubicBezTo>
                    <a:cubicBezTo>
                      <a:pt x="138" y="180"/>
                      <a:pt x="178" y="140"/>
                      <a:pt x="178" y="90"/>
                    </a:cubicBezTo>
                    <a:cubicBezTo>
                      <a:pt x="178" y="41"/>
                      <a:pt x="138" y="0"/>
                      <a:pt x="88" y="0"/>
                    </a:cubicBezTo>
                    <a:cubicBezTo>
                      <a:pt x="45" y="0"/>
                      <a:pt x="8" y="31"/>
                      <a:pt x="0" y="72"/>
                    </a:cubicBezTo>
                    <a:cubicBezTo>
                      <a:pt x="6" y="79"/>
                      <a:pt x="11" y="87"/>
                      <a:pt x="14" y="96"/>
                    </a:cubicBezTo>
                    <a:cubicBezTo>
                      <a:pt x="21" y="112"/>
                      <a:pt x="21" y="129"/>
                      <a:pt x="16" y="145"/>
                    </a:cubicBezTo>
                    <a:close/>
                    <a:moveTo>
                      <a:pt x="155" y="112"/>
                    </a:moveTo>
                    <a:cubicBezTo>
                      <a:pt x="155" y="112"/>
                      <a:pt x="130" y="190"/>
                      <a:pt x="67" y="136"/>
                    </a:cubicBezTo>
                    <a:cubicBezTo>
                      <a:pt x="67" y="136"/>
                      <a:pt x="124" y="138"/>
                      <a:pt x="155" y="1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 name="Freeform 330"/>
              <p:cNvSpPr>
                <a:spLocks/>
              </p:cNvSpPr>
              <p:nvPr/>
            </p:nvSpPr>
            <p:spPr bwMode="auto">
              <a:xfrm>
                <a:off x="4545013" y="1666876"/>
                <a:ext cx="73025" cy="34925"/>
              </a:xfrm>
              <a:custGeom>
                <a:avLst/>
                <a:gdLst>
                  <a:gd name="T0" fmla="*/ 0 w 56"/>
                  <a:gd name="T1" fmla="*/ 0 h 28"/>
                  <a:gd name="T2" fmla="*/ 24 w 56"/>
                  <a:gd name="T3" fmla="*/ 27 h 28"/>
                  <a:gd name="T4" fmla="*/ 30 w 56"/>
                  <a:gd name="T5" fmla="*/ 28 h 28"/>
                  <a:gd name="T6" fmla="*/ 56 w 56"/>
                  <a:gd name="T7" fmla="*/ 12 h 28"/>
                  <a:gd name="T8" fmla="*/ 0 w 56"/>
                  <a:gd name="T9" fmla="*/ 0 h 28"/>
                </a:gdLst>
                <a:ahLst/>
                <a:cxnLst>
                  <a:cxn ang="0">
                    <a:pos x="T0" y="T1"/>
                  </a:cxn>
                  <a:cxn ang="0">
                    <a:pos x="T2" y="T3"/>
                  </a:cxn>
                  <a:cxn ang="0">
                    <a:pos x="T4" y="T5"/>
                  </a:cxn>
                  <a:cxn ang="0">
                    <a:pos x="T6" y="T7"/>
                  </a:cxn>
                  <a:cxn ang="0">
                    <a:pos x="T8" y="T9"/>
                  </a:cxn>
                </a:cxnLst>
                <a:rect l="0" t="0" r="r" b="b"/>
                <a:pathLst>
                  <a:path w="56" h="28">
                    <a:moveTo>
                      <a:pt x="0" y="0"/>
                    </a:moveTo>
                    <a:cubicBezTo>
                      <a:pt x="1" y="13"/>
                      <a:pt x="11" y="24"/>
                      <a:pt x="24" y="27"/>
                    </a:cubicBezTo>
                    <a:cubicBezTo>
                      <a:pt x="26" y="27"/>
                      <a:pt x="28" y="28"/>
                      <a:pt x="30" y="28"/>
                    </a:cubicBezTo>
                    <a:cubicBezTo>
                      <a:pt x="41" y="28"/>
                      <a:pt x="51" y="21"/>
                      <a:pt x="56" y="12"/>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 name="Freeform 331"/>
              <p:cNvSpPr>
                <a:spLocks/>
              </p:cNvSpPr>
              <p:nvPr/>
            </p:nvSpPr>
            <p:spPr bwMode="auto">
              <a:xfrm>
                <a:off x="4416426" y="1295401"/>
                <a:ext cx="327025" cy="282575"/>
              </a:xfrm>
              <a:custGeom>
                <a:avLst/>
                <a:gdLst>
                  <a:gd name="T0" fmla="*/ 131 w 253"/>
                  <a:gd name="T1" fmla="*/ 5 h 219"/>
                  <a:gd name="T2" fmla="*/ 113 w 253"/>
                  <a:gd name="T3" fmla="*/ 7 h 219"/>
                  <a:gd name="T4" fmla="*/ 83 w 253"/>
                  <a:gd name="T5" fmla="*/ 0 h 219"/>
                  <a:gd name="T6" fmla="*/ 45 w 253"/>
                  <a:gd name="T7" fmla="*/ 32 h 219"/>
                  <a:gd name="T8" fmla="*/ 13 w 253"/>
                  <a:gd name="T9" fmla="*/ 103 h 219"/>
                  <a:gd name="T10" fmla="*/ 42 w 253"/>
                  <a:gd name="T11" fmla="*/ 179 h 219"/>
                  <a:gd name="T12" fmla="*/ 54 w 253"/>
                  <a:gd name="T13" fmla="*/ 183 h 219"/>
                  <a:gd name="T14" fmla="*/ 106 w 253"/>
                  <a:gd name="T15" fmla="*/ 205 h 219"/>
                  <a:gd name="T16" fmla="*/ 174 w 253"/>
                  <a:gd name="T17" fmla="*/ 219 h 219"/>
                  <a:gd name="T18" fmla="*/ 179 w 253"/>
                  <a:gd name="T19" fmla="*/ 196 h 219"/>
                  <a:gd name="T20" fmla="*/ 161 w 253"/>
                  <a:gd name="T21" fmla="*/ 163 h 219"/>
                  <a:gd name="T22" fmla="*/ 120 w 253"/>
                  <a:gd name="T23" fmla="*/ 146 h 219"/>
                  <a:gd name="T24" fmla="*/ 150 w 253"/>
                  <a:gd name="T25" fmla="*/ 80 h 219"/>
                  <a:gd name="T26" fmla="*/ 155 w 253"/>
                  <a:gd name="T27" fmla="*/ 64 h 219"/>
                  <a:gd name="T28" fmla="*/ 218 w 253"/>
                  <a:gd name="T29" fmla="*/ 80 h 219"/>
                  <a:gd name="T30" fmla="*/ 225 w 253"/>
                  <a:gd name="T31" fmla="*/ 81 h 219"/>
                  <a:gd name="T32" fmla="*/ 250 w 253"/>
                  <a:gd name="T33" fmla="*/ 61 h 219"/>
                  <a:gd name="T34" fmla="*/ 231 w 253"/>
                  <a:gd name="T35" fmla="*/ 30 h 219"/>
                  <a:gd name="T36" fmla="*/ 131 w 253"/>
                  <a:gd name="T37" fmla="*/ 5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3" h="219">
                    <a:moveTo>
                      <a:pt x="131" y="5"/>
                    </a:moveTo>
                    <a:cubicBezTo>
                      <a:pt x="125" y="6"/>
                      <a:pt x="119" y="7"/>
                      <a:pt x="113" y="7"/>
                    </a:cubicBezTo>
                    <a:cubicBezTo>
                      <a:pt x="103" y="7"/>
                      <a:pt x="92" y="4"/>
                      <a:pt x="83" y="0"/>
                    </a:cubicBezTo>
                    <a:cubicBezTo>
                      <a:pt x="67" y="5"/>
                      <a:pt x="53" y="16"/>
                      <a:pt x="45" y="32"/>
                    </a:cubicBezTo>
                    <a:cubicBezTo>
                      <a:pt x="13" y="103"/>
                      <a:pt x="13" y="103"/>
                      <a:pt x="13" y="103"/>
                    </a:cubicBezTo>
                    <a:cubicBezTo>
                      <a:pt x="0" y="132"/>
                      <a:pt x="13" y="166"/>
                      <a:pt x="42" y="179"/>
                    </a:cubicBezTo>
                    <a:cubicBezTo>
                      <a:pt x="46" y="181"/>
                      <a:pt x="50" y="182"/>
                      <a:pt x="54" y="183"/>
                    </a:cubicBezTo>
                    <a:cubicBezTo>
                      <a:pt x="106" y="205"/>
                      <a:pt x="106" y="205"/>
                      <a:pt x="106" y="205"/>
                    </a:cubicBezTo>
                    <a:cubicBezTo>
                      <a:pt x="174" y="219"/>
                      <a:pt x="174" y="219"/>
                      <a:pt x="174" y="219"/>
                    </a:cubicBezTo>
                    <a:cubicBezTo>
                      <a:pt x="179" y="196"/>
                      <a:pt x="179" y="196"/>
                      <a:pt x="179" y="196"/>
                    </a:cubicBezTo>
                    <a:cubicBezTo>
                      <a:pt x="182" y="182"/>
                      <a:pt x="174" y="168"/>
                      <a:pt x="161" y="163"/>
                    </a:cubicBezTo>
                    <a:cubicBezTo>
                      <a:pt x="120" y="146"/>
                      <a:pt x="120" y="146"/>
                      <a:pt x="120" y="146"/>
                    </a:cubicBezTo>
                    <a:cubicBezTo>
                      <a:pt x="150" y="80"/>
                      <a:pt x="150" y="80"/>
                      <a:pt x="150" y="80"/>
                    </a:cubicBezTo>
                    <a:cubicBezTo>
                      <a:pt x="153" y="75"/>
                      <a:pt x="154" y="69"/>
                      <a:pt x="155" y="64"/>
                    </a:cubicBezTo>
                    <a:cubicBezTo>
                      <a:pt x="218" y="80"/>
                      <a:pt x="218" y="80"/>
                      <a:pt x="218" y="80"/>
                    </a:cubicBezTo>
                    <a:cubicBezTo>
                      <a:pt x="220" y="81"/>
                      <a:pt x="222" y="81"/>
                      <a:pt x="225" y="81"/>
                    </a:cubicBezTo>
                    <a:cubicBezTo>
                      <a:pt x="236" y="81"/>
                      <a:pt x="247" y="73"/>
                      <a:pt x="250" y="61"/>
                    </a:cubicBezTo>
                    <a:cubicBezTo>
                      <a:pt x="253" y="47"/>
                      <a:pt x="245" y="33"/>
                      <a:pt x="231" y="30"/>
                    </a:cubicBezTo>
                    <a:lnTo>
                      <a:pt x="13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 name="Freeform 332"/>
              <p:cNvSpPr>
                <a:spLocks/>
              </p:cNvSpPr>
              <p:nvPr/>
            </p:nvSpPr>
            <p:spPr bwMode="auto">
              <a:xfrm>
                <a:off x="4433888" y="1530351"/>
                <a:ext cx="254000" cy="142875"/>
              </a:xfrm>
              <a:custGeom>
                <a:avLst/>
                <a:gdLst>
                  <a:gd name="T0" fmla="*/ 155 w 197"/>
                  <a:gd name="T1" fmla="*/ 110 h 111"/>
                  <a:gd name="T2" fmla="*/ 162 w 197"/>
                  <a:gd name="T3" fmla="*/ 111 h 111"/>
                  <a:gd name="T4" fmla="*/ 193 w 197"/>
                  <a:gd name="T5" fmla="*/ 86 h 111"/>
                  <a:gd name="T6" fmla="*/ 168 w 197"/>
                  <a:gd name="T7" fmla="*/ 48 h 111"/>
                  <a:gd name="T8" fmla="*/ 79 w 197"/>
                  <a:gd name="T9" fmla="*/ 29 h 111"/>
                  <a:gd name="T10" fmla="*/ 72 w 197"/>
                  <a:gd name="T11" fmla="*/ 28 h 111"/>
                  <a:gd name="T12" fmla="*/ 72 w 197"/>
                  <a:gd name="T13" fmla="*/ 25 h 111"/>
                  <a:gd name="T14" fmla="*/ 37 w 197"/>
                  <a:gd name="T15" fmla="*/ 11 h 111"/>
                  <a:gd name="T16" fmla="*/ 24 w 197"/>
                  <a:gd name="T17" fmla="*/ 7 h 111"/>
                  <a:gd name="T18" fmla="*/ 13 w 197"/>
                  <a:gd name="T19" fmla="*/ 0 h 111"/>
                  <a:gd name="T20" fmla="*/ 1 w 197"/>
                  <a:gd name="T21" fmla="*/ 44 h 111"/>
                  <a:gd name="T22" fmla="*/ 1 w 197"/>
                  <a:gd name="T23" fmla="*/ 45 h 111"/>
                  <a:gd name="T24" fmla="*/ 1 w 197"/>
                  <a:gd name="T25" fmla="*/ 45 h 111"/>
                  <a:gd name="T26" fmla="*/ 0 w 197"/>
                  <a:gd name="T27" fmla="*/ 47 h 111"/>
                  <a:gd name="T28" fmla="*/ 0 w 197"/>
                  <a:gd name="T29" fmla="*/ 48 h 111"/>
                  <a:gd name="T30" fmla="*/ 0 w 197"/>
                  <a:gd name="T31" fmla="*/ 50 h 111"/>
                  <a:gd name="T32" fmla="*/ 0 w 197"/>
                  <a:gd name="T33" fmla="*/ 51 h 111"/>
                  <a:gd name="T34" fmla="*/ 0 w 197"/>
                  <a:gd name="T35" fmla="*/ 53 h 111"/>
                  <a:gd name="T36" fmla="*/ 0 w 197"/>
                  <a:gd name="T37" fmla="*/ 55 h 111"/>
                  <a:gd name="T38" fmla="*/ 0 w 197"/>
                  <a:gd name="T39" fmla="*/ 56 h 111"/>
                  <a:gd name="T40" fmla="*/ 0 w 197"/>
                  <a:gd name="T41" fmla="*/ 58 h 111"/>
                  <a:gd name="T42" fmla="*/ 1 w 197"/>
                  <a:gd name="T43" fmla="*/ 59 h 111"/>
                  <a:gd name="T44" fmla="*/ 1 w 197"/>
                  <a:gd name="T45" fmla="*/ 61 h 111"/>
                  <a:gd name="T46" fmla="*/ 2 w 197"/>
                  <a:gd name="T47" fmla="*/ 62 h 111"/>
                  <a:gd name="T48" fmla="*/ 2 w 197"/>
                  <a:gd name="T49" fmla="*/ 64 h 111"/>
                  <a:gd name="T50" fmla="*/ 3 w 197"/>
                  <a:gd name="T51" fmla="*/ 65 h 111"/>
                  <a:gd name="T52" fmla="*/ 3 w 197"/>
                  <a:gd name="T53" fmla="*/ 66 h 111"/>
                  <a:gd name="T54" fmla="*/ 4 w 197"/>
                  <a:gd name="T55" fmla="*/ 68 h 111"/>
                  <a:gd name="T56" fmla="*/ 5 w 197"/>
                  <a:gd name="T57" fmla="*/ 69 h 111"/>
                  <a:gd name="T58" fmla="*/ 6 w 197"/>
                  <a:gd name="T59" fmla="*/ 70 h 111"/>
                  <a:gd name="T60" fmla="*/ 7 w 197"/>
                  <a:gd name="T61" fmla="*/ 72 h 111"/>
                  <a:gd name="T62" fmla="*/ 8 w 197"/>
                  <a:gd name="T63" fmla="*/ 73 h 111"/>
                  <a:gd name="T64" fmla="*/ 9 w 197"/>
                  <a:gd name="T65" fmla="*/ 74 h 111"/>
                  <a:gd name="T66" fmla="*/ 10 w 197"/>
                  <a:gd name="T67" fmla="*/ 75 h 111"/>
                  <a:gd name="T68" fmla="*/ 11 w 197"/>
                  <a:gd name="T69" fmla="*/ 76 h 111"/>
                  <a:gd name="T70" fmla="*/ 12 w 197"/>
                  <a:gd name="T71" fmla="*/ 77 h 111"/>
                  <a:gd name="T72" fmla="*/ 13 w 197"/>
                  <a:gd name="T73" fmla="*/ 78 h 111"/>
                  <a:gd name="T74" fmla="*/ 15 w 197"/>
                  <a:gd name="T75" fmla="*/ 79 h 111"/>
                  <a:gd name="T76" fmla="*/ 16 w 197"/>
                  <a:gd name="T77" fmla="*/ 80 h 111"/>
                  <a:gd name="T78" fmla="*/ 17 w 197"/>
                  <a:gd name="T79" fmla="*/ 80 h 111"/>
                  <a:gd name="T80" fmla="*/ 19 w 197"/>
                  <a:gd name="T81" fmla="*/ 81 h 111"/>
                  <a:gd name="T82" fmla="*/ 20 w 197"/>
                  <a:gd name="T83" fmla="*/ 82 h 111"/>
                  <a:gd name="T84" fmla="*/ 22 w 197"/>
                  <a:gd name="T85" fmla="*/ 82 h 111"/>
                  <a:gd name="T86" fmla="*/ 23 w 197"/>
                  <a:gd name="T87" fmla="*/ 83 h 111"/>
                  <a:gd name="T88" fmla="*/ 24 w 197"/>
                  <a:gd name="T89" fmla="*/ 83 h 111"/>
                  <a:gd name="T90" fmla="*/ 25 w 197"/>
                  <a:gd name="T91" fmla="*/ 83 h 111"/>
                  <a:gd name="T92" fmla="*/ 25 w 197"/>
                  <a:gd name="T93" fmla="*/ 83 h 111"/>
                  <a:gd name="T94" fmla="*/ 66 w 197"/>
                  <a:gd name="T95" fmla="*/ 92 h 111"/>
                  <a:gd name="T96" fmla="*/ 155 w 197"/>
                  <a:gd name="T97" fmla="*/ 11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 h="111">
                    <a:moveTo>
                      <a:pt x="155" y="110"/>
                    </a:moveTo>
                    <a:cubicBezTo>
                      <a:pt x="158" y="111"/>
                      <a:pt x="160" y="111"/>
                      <a:pt x="162" y="111"/>
                    </a:cubicBezTo>
                    <a:cubicBezTo>
                      <a:pt x="177" y="111"/>
                      <a:pt x="190" y="101"/>
                      <a:pt x="193" y="86"/>
                    </a:cubicBezTo>
                    <a:cubicBezTo>
                      <a:pt x="197" y="68"/>
                      <a:pt x="186" y="51"/>
                      <a:pt x="168" y="48"/>
                    </a:cubicBezTo>
                    <a:cubicBezTo>
                      <a:pt x="79" y="29"/>
                      <a:pt x="79" y="29"/>
                      <a:pt x="79" y="29"/>
                    </a:cubicBezTo>
                    <a:cubicBezTo>
                      <a:pt x="72" y="28"/>
                      <a:pt x="72" y="28"/>
                      <a:pt x="72" y="28"/>
                    </a:cubicBezTo>
                    <a:cubicBezTo>
                      <a:pt x="72" y="27"/>
                      <a:pt x="72" y="26"/>
                      <a:pt x="72" y="25"/>
                    </a:cubicBezTo>
                    <a:cubicBezTo>
                      <a:pt x="37" y="11"/>
                      <a:pt x="37" y="11"/>
                      <a:pt x="37" y="11"/>
                    </a:cubicBezTo>
                    <a:cubicBezTo>
                      <a:pt x="33" y="10"/>
                      <a:pt x="28" y="8"/>
                      <a:pt x="24" y="7"/>
                    </a:cubicBezTo>
                    <a:cubicBezTo>
                      <a:pt x="20" y="5"/>
                      <a:pt x="16" y="3"/>
                      <a:pt x="13" y="0"/>
                    </a:cubicBezTo>
                    <a:cubicBezTo>
                      <a:pt x="9" y="14"/>
                      <a:pt x="5" y="29"/>
                      <a:pt x="1" y="44"/>
                    </a:cubicBezTo>
                    <a:cubicBezTo>
                      <a:pt x="1" y="45"/>
                      <a:pt x="1" y="45"/>
                      <a:pt x="1" y="45"/>
                    </a:cubicBezTo>
                    <a:cubicBezTo>
                      <a:pt x="1" y="45"/>
                      <a:pt x="1" y="45"/>
                      <a:pt x="1" y="45"/>
                    </a:cubicBezTo>
                    <a:cubicBezTo>
                      <a:pt x="0" y="46"/>
                      <a:pt x="0" y="46"/>
                      <a:pt x="0" y="47"/>
                    </a:cubicBezTo>
                    <a:cubicBezTo>
                      <a:pt x="0" y="47"/>
                      <a:pt x="0" y="48"/>
                      <a:pt x="0" y="48"/>
                    </a:cubicBezTo>
                    <a:cubicBezTo>
                      <a:pt x="0" y="49"/>
                      <a:pt x="0" y="49"/>
                      <a:pt x="0" y="50"/>
                    </a:cubicBezTo>
                    <a:cubicBezTo>
                      <a:pt x="0" y="50"/>
                      <a:pt x="0" y="51"/>
                      <a:pt x="0" y="51"/>
                    </a:cubicBezTo>
                    <a:cubicBezTo>
                      <a:pt x="0" y="52"/>
                      <a:pt x="0" y="53"/>
                      <a:pt x="0" y="53"/>
                    </a:cubicBezTo>
                    <a:cubicBezTo>
                      <a:pt x="0" y="54"/>
                      <a:pt x="0" y="54"/>
                      <a:pt x="0" y="55"/>
                    </a:cubicBezTo>
                    <a:cubicBezTo>
                      <a:pt x="0" y="55"/>
                      <a:pt x="0" y="56"/>
                      <a:pt x="0" y="56"/>
                    </a:cubicBezTo>
                    <a:cubicBezTo>
                      <a:pt x="0" y="57"/>
                      <a:pt x="0" y="57"/>
                      <a:pt x="0" y="58"/>
                    </a:cubicBezTo>
                    <a:cubicBezTo>
                      <a:pt x="0" y="58"/>
                      <a:pt x="1" y="59"/>
                      <a:pt x="1" y="59"/>
                    </a:cubicBezTo>
                    <a:cubicBezTo>
                      <a:pt x="1" y="60"/>
                      <a:pt x="1" y="60"/>
                      <a:pt x="1" y="61"/>
                    </a:cubicBezTo>
                    <a:cubicBezTo>
                      <a:pt x="1" y="61"/>
                      <a:pt x="1" y="62"/>
                      <a:pt x="2" y="62"/>
                    </a:cubicBezTo>
                    <a:cubicBezTo>
                      <a:pt x="2" y="63"/>
                      <a:pt x="2" y="63"/>
                      <a:pt x="2" y="64"/>
                    </a:cubicBezTo>
                    <a:cubicBezTo>
                      <a:pt x="2" y="64"/>
                      <a:pt x="2" y="65"/>
                      <a:pt x="3" y="65"/>
                    </a:cubicBezTo>
                    <a:cubicBezTo>
                      <a:pt x="3" y="66"/>
                      <a:pt x="3" y="66"/>
                      <a:pt x="3" y="66"/>
                    </a:cubicBezTo>
                    <a:cubicBezTo>
                      <a:pt x="4" y="67"/>
                      <a:pt x="4" y="67"/>
                      <a:pt x="4" y="68"/>
                    </a:cubicBezTo>
                    <a:cubicBezTo>
                      <a:pt x="4" y="68"/>
                      <a:pt x="5" y="69"/>
                      <a:pt x="5" y="69"/>
                    </a:cubicBezTo>
                    <a:cubicBezTo>
                      <a:pt x="5" y="70"/>
                      <a:pt x="5" y="70"/>
                      <a:pt x="6" y="70"/>
                    </a:cubicBezTo>
                    <a:cubicBezTo>
                      <a:pt x="6" y="71"/>
                      <a:pt x="6" y="71"/>
                      <a:pt x="7" y="72"/>
                    </a:cubicBezTo>
                    <a:cubicBezTo>
                      <a:pt x="7" y="72"/>
                      <a:pt x="7" y="72"/>
                      <a:pt x="8" y="73"/>
                    </a:cubicBezTo>
                    <a:cubicBezTo>
                      <a:pt x="8" y="73"/>
                      <a:pt x="8" y="74"/>
                      <a:pt x="9" y="74"/>
                    </a:cubicBezTo>
                    <a:cubicBezTo>
                      <a:pt x="9" y="74"/>
                      <a:pt x="9" y="75"/>
                      <a:pt x="10" y="75"/>
                    </a:cubicBezTo>
                    <a:cubicBezTo>
                      <a:pt x="10" y="75"/>
                      <a:pt x="10" y="76"/>
                      <a:pt x="11" y="76"/>
                    </a:cubicBezTo>
                    <a:cubicBezTo>
                      <a:pt x="11" y="76"/>
                      <a:pt x="12" y="77"/>
                      <a:pt x="12" y="77"/>
                    </a:cubicBezTo>
                    <a:cubicBezTo>
                      <a:pt x="12" y="77"/>
                      <a:pt x="13" y="78"/>
                      <a:pt x="13" y="78"/>
                    </a:cubicBezTo>
                    <a:cubicBezTo>
                      <a:pt x="14" y="78"/>
                      <a:pt x="14" y="79"/>
                      <a:pt x="15" y="79"/>
                    </a:cubicBezTo>
                    <a:cubicBezTo>
                      <a:pt x="15" y="79"/>
                      <a:pt x="15" y="79"/>
                      <a:pt x="16" y="80"/>
                    </a:cubicBezTo>
                    <a:cubicBezTo>
                      <a:pt x="16" y="80"/>
                      <a:pt x="17" y="80"/>
                      <a:pt x="17" y="80"/>
                    </a:cubicBezTo>
                    <a:cubicBezTo>
                      <a:pt x="18" y="81"/>
                      <a:pt x="18" y="81"/>
                      <a:pt x="19" y="81"/>
                    </a:cubicBezTo>
                    <a:cubicBezTo>
                      <a:pt x="19" y="81"/>
                      <a:pt x="20" y="82"/>
                      <a:pt x="20" y="82"/>
                    </a:cubicBezTo>
                    <a:cubicBezTo>
                      <a:pt x="21" y="82"/>
                      <a:pt x="21" y="82"/>
                      <a:pt x="22" y="82"/>
                    </a:cubicBezTo>
                    <a:cubicBezTo>
                      <a:pt x="22" y="82"/>
                      <a:pt x="23" y="83"/>
                      <a:pt x="23" y="83"/>
                    </a:cubicBezTo>
                    <a:cubicBezTo>
                      <a:pt x="24" y="83"/>
                      <a:pt x="24" y="83"/>
                      <a:pt x="24" y="83"/>
                    </a:cubicBezTo>
                    <a:cubicBezTo>
                      <a:pt x="24" y="83"/>
                      <a:pt x="25" y="83"/>
                      <a:pt x="25" y="83"/>
                    </a:cubicBezTo>
                    <a:cubicBezTo>
                      <a:pt x="25" y="83"/>
                      <a:pt x="25" y="83"/>
                      <a:pt x="25" y="83"/>
                    </a:cubicBezTo>
                    <a:cubicBezTo>
                      <a:pt x="66" y="92"/>
                      <a:pt x="66" y="92"/>
                      <a:pt x="66" y="92"/>
                    </a:cubicBezTo>
                    <a:lnTo>
                      <a:pt x="155"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 name="Freeform 333"/>
              <p:cNvSpPr>
                <a:spLocks/>
              </p:cNvSpPr>
              <p:nvPr/>
            </p:nvSpPr>
            <p:spPr bwMode="auto">
              <a:xfrm>
                <a:off x="4465638" y="1108076"/>
                <a:ext cx="193675" cy="195263"/>
              </a:xfrm>
              <a:custGeom>
                <a:avLst/>
                <a:gdLst>
                  <a:gd name="T0" fmla="*/ 100 w 151"/>
                  <a:gd name="T1" fmla="*/ 137 h 151"/>
                  <a:gd name="T2" fmla="*/ 137 w 151"/>
                  <a:gd name="T3" fmla="*/ 51 h 151"/>
                  <a:gd name="T4" fmla="*/ 51 w 151"/>
                  <a:gd name="T5" fmla="*/ 13 h 151"/>
                  <a:gd name="T6" fmla="*/ 13 w 151"/>
                  <a:gd name="T7" fmla="*/ 100 h 151"/>
                  <a:gd name="T8" fmla="*/ 100 w 151"/>
                  <a:gd name="T9" fmla="*/ 137 h 151"/>
                </a:gdLst>
                <a:ahLst/>
                <a:cxnLst>
                  <a:cxn ang="0">
                    <a:pos x="T0" y="T1"/>
                  </a:cxn>
                  <a:cxn ang="0">
                    <a:pos x="T2" y="T3"/>
                  </a:cxn>
                  <a:cxn ang="0">
                    <a:pos x="T4" y="T5"/>
                  </a:cxn>
                  <a:cxn ang="0">
                    <a:pos x="T6" y="T7"/>
                  </a:cxn>
                  <a:cxn ang="0">
                    <a:pos x="T8" y="T9"/>
                  </a:cxn>
                </a:cxnLst>
                <a:rect l="0" t="0" r="r" b="b"/>
                <a:pathLst>
                  <a:path w="151" h="151">
                    <a:moveTo>
                      <a:pt x="100" y="137"/>
                    </a:moveTo>
                    <a:cubicBezTo>
                      <a:pt x="134" y="124"/>
                      <a:pt x="151" y="85"/>
                      <a:pt x="137" y="51"/>
                    </a:cubicBezTo>
                    <a:cubicBezTo>
                      <a:pt x="124" y="17"/>
                      <a:pt x="85" y="0"/>
                      <a:pt x="51" y="13"/>
                    </a:cubicBezTo>
                    <a:cubicBezTo>
                      <a:pt x="17" y="27"/>
                      <a:pt x="0" y="66"/>
                      <a:pt x="13" y="100"/>
                    </a:cubicBezTo>
                    <a:cubicBezTo>
                      <a:pt x="27" y="134"/>
                      <a:pt x="66" y="151"/>
                      <a:pt x="100" y="1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 name="Freeform 334"/>
              <p:cNvSpPr>
                <a:spLocks/>
              </p:cNvSpPr>
              <p:nvPr/>
            </p:nvSpPr>
            <p:spPr bwMode="auto">
              <a:xfrm>
                <a:off x="4310063" y="1057276"/>
                <a:ext cx="107950" cy="77788"/>
              </a:xfrm>
              <a:custGeom>
                <a:avLst/>
                <a:gdLst>
                  <a:gd name="T0" fmla="*/ 83 w 83"/>
                  <a:gd name="T1" fmla="*/ 46 h 60"/>
                  <a:gd name="T2" fmla="*/ 5 w 83"/>
                  <a:gd name="T3" fmla="*/ 31 h 60"/>
                  <a:gd name="T4" fmla="*/ 83 w 83"/>
                  <a:gd name="T5" fmla="*/ 46 h 60"/>
                </a:gdLst>
                <a:ahLst/>
                <a:cxnLst>
                  <a:cxn ang="0">
                    <a:pos x="T0" y="T1"/>
                  </a:cxn>
                  <a:cxn ang="0">
                    <a:pos x="T2" y="T3"/>
                  </a:cxn>
                  <a:cxn ang="0">
                    <a:pos x="T4" y="T5"/>
                  </a:cxn>
                </a:cxnLst>
                <a:rect l="0" t="0" r="r" b="b"/>
                <a:pathLst>
                  <a:path w="83" h="60">
                    <a:moveTo>
                      <a:pt x="83" y="46"/>
                    </a:moveTo>
                    <a:cubicBezTo>
                      <a:pt x="68" y="14"/>
                      <a:pt x="10" y="0"/>
                      <a:pt x="5" y="31"/>
                    </a:cubicBezTo>
                    <a:cubicBezTo>
                      <a:pt x="0" y="60"/>
                      <a:pt x="33" y="39"/>
                      <a:pt x="83"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 name="Freeform 335"/>
              <p:cNvSpPr>
                <a:spLocks/>
              </p:cNvSpPr>
              <p:nvPr/>
            </p:nvSpPr>
            <p:spPr bwMode="auto">
              <a:xfrm>
                <a:off x="4400551" y="1017588"/>
                <a:ext cx="80963" cy="85725"/>
              </a:xfrm>
              <a:custGeom>
                <a:avLst/>
                <a:gdLst>
                  <a:gd name="T0" fmla="*/ 53 w 63"/>
                  <a:gd name="T1" fmla="*/ 67 h 67"/>
                  <a:gd name="T2" fmla="*/ 19 w 63"/>
                  <a:gd name="T3" fmla="*/ 14 h 67"/>
                  <a:gd name="T4" fmla="*/ 53 w 63"/>
                  <a:gd name="T5" fmla="*/ 67 h 67"/>
                </a:gdLst>
                <a:ahLst/>
                <a:cxnLst>
                  <a:cxn ang="0">
                    <a:pos x="T0" y="T1"/>
                  </a:cxn>
                  <a:cxn ang="0">
                    <a:pos x="T2" y="T3"/>
                  </a:cxn>
                  <a:cxn ang="0">
                    <a:pos x="T4" y="T5"/>
                  </a:cxn>
                </a:cxnLst>
                <a:rect l="0" t="0" r="r" b="b"/>
                <a:pathLst>
                  <a:path w="63" h="67">
                    <a:moveTo>
                      <a:pt x="53" y="67"/>
                    </a:moveTo>
                    <a:cubicBezTo>
                      <a:pt x="63" y="41"/>
                      <a:pt x="39" y="0"/>
                      <a:pt x="19" y="14"/>
                    </a:cubicBezTo>
                    <a:cubicBezTo>
                      <a:pt x="0" y="27"/>
                      <a:pt x="30" y="35"/>
                      <a:pt x="53"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 name="Freeform 336"/>
              <p:cNvSpPr>
                <a:spLocks/>
              </p:cNvSpPr>
              <p:nvPr/>
            </p:nvSpPr>
            <p:spPr bwMode="auto">
              <a:xfrm>
                <a:off x="4371976" y="1141413"/>
                <a:ext cx="73025" cy="53975"/>
              </a:xfrm>
              <a:custGeom>
                <a:avLst/>
                <a:gdLst>
                  <a:gd name="T0" fmla="*/ 1 w 56"/>
                  <a:gd name="T1" fmla="*/ 21 h 42"/>
                  <a:gd name="T2" fmla="*/ 56 w 56"/>
                  <a:gd name="T3" fmla="*/ 22 h 42"/>
                  <a:gd name="T4" fmla="*/ 1 w 56"/>
                  <a:gd name="T5" fmla="*/ 21 h 42"/>
                </a:gdLst>
                <a:ahLst/>
                <a:cxnLst>
                  <a:cxn ang="0">
                    <a:pos x="T0" y="T1"/>
                  </a:cxn>
                  <a:cxn ang="0">
                    <a:pos x="T2" y="T3"/>
                  </a:cxn>
                  <a:cxn ang="0">
                    <a:pos x="T4" y="T5"/>
                  </a:cxn>
                </a:cxnLst>
                <a:rect l="0" t="0" r="r" b="b"/>
                <a:pathLst>
                  <a:path w="56" h="42">
                    <a:moveTo>
                      <a:pt x="1" y="21"/>
                    </a:moveTo>
                    <a:cubicBezTo>
                      <a:pt x="1" y="42"/>
                      <a:pt x="21" y="24"/>
                      <a:pt x="56" y="22"/>
                    </a:cubicBezTo>
                    <a:cubicBezTo>
                      <a:pt x="42" y="1"/>
                      <a:pt x="0" y="0"/>
                      <a:pt x="1"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 name="Freeform 337"/>
              <p:cNvSpPr>
                <a:spLocks/>
              </p:cNvSpPr>
              <p:nvPr/>
            </p:nvSpPr>
            <p:spPr bwMode="auto">
              <a:xfrm>
                <a:off x="5505451" y="955676"/>
                <a:ext cx="122238" cy="79375"/>
              </a:xfrm>
              <a:custGeom>
                <a:avLst/>
                <a:gdLst>
                  <a:gd name="T0" fmla="*/ 0 w 94"/>
                  <a:gd name="T1" fmla="*/ 0 h 62"/>
                  <a:gd name="T2" fmla="*/ 94 w 94"/>
                  <a:gd name="T3" fmla="*/ 58 h 62"/>
                  <a:gd name="T4" fmla="*/ 69 w 94"/>
                  <a:gd name="T5" fmla="*/ 5 h 62"/>
                  <a:gd name="T6" fmla="*/ 69 w 94"/>
                  <a:gd name="T7" fmla="*/ 0 h 62"/>
                  <a:gd name="T8" fmla="*/ 0 w 94"/>
                  <a:gd name="T9" fmla="*/ 0 h 62"/>
                </a:gdLst>
                <a:ahLst/>
                <a:cxnLst>
                  <a:cxn ang="0">
                    <a:pos x="T0" y="T1"/>
                  </a:cxn>
                  <a:cxn ang="0">
                    <a:pos x="T2" y="T3"/>
                  </a:cxn>
                  <a:cxn ang="0">
                    <a:pos x="T4" y="T5"/>
                  </a:cxn>
                  <a:cxn ang="0">
                    <a:pos x="T6" y="T7"/>
                  </a:cxn>
                  <a:cxn ang="0">
                    <a:pos x="T8" y="T9"/>
                  </a:cxn>
                </a:cxnLst>
                <a:rect l="0" t="0" r="r" b="b"/>
                <a:pathLst>
                  <a:path w="94" h="62">
                    <a:moveTo>
                      <a:pt x="0" y="0"/>
                    </a:moveTo>
                    <a:cubicBezTo>
                      <a:pt x="25" y="58"/>
                      <a:pt x="67" y="62"/>
                      <a:pt x="94" y="58"/>
                    </a:cubicBezTo>
                    <a:cubicBezTo>
                      <a:pt x="83" y="47"/>
                      <a:pt x="73" y="31"/>
                      <a:pt x="69" y="5"/>
                    </a:cubicBezTo>
                    <a:cubicBezTo>
                      <a:pt x="69" y="3"/>
                      <a:pt x="69" y="2"/>
                      <a:pt x="69" y="0"/>
                    </a:cubicBezTo>
                    <a:cubicBezTo>
                      <a:pt x="52" y="4"/>
                      <a:pt x="29" y="7"/>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 name="Freeform 338"/>
              <p:cNvSpPr>
                <a:spLocks noEditPoints="1"/>
              </p:cNvSpPr>
              <p:nvPr/>
            </p:nvSpPr>
            <p:spPr bwMode="auto">
              <a:xfrm>
                <a:off x="5548313" y="823913"/>
                <a:ext cx="260350" cy="249238"/>
              </a:xfrm>
              <a:custGeom>
                <a:avLst/>
                <a:gdLst>
                  <a:gd name="T0" fmla="*/ 122 w 202"/>
                  <a:gd name="T1" fmla="*/ 172 h 194"/>
                  <a:gd name="T2" fmla="*/ 140 w 202"/>
                  <a:gd name="T3" fmla="*/ 192 h 194"/>
                  <a:gd name="T4" fmla="*/ 182 w 202"/>
                  <a:gd name="T5" fmla="*/ 138 h 194"/>
                  <a:gd name="T6" fmla="*/ 139 w 202"/>
                  <a:gd name="T7" fmla="*/ 131 h 194"/>
                  <a:gd name="T8" fmla="*/ 138 w 202"/>
                  <a:gd name="T9" fmla="*/ 0 h 194"/>
                  <a:gd name="T10" fmla="*/ 83 w 202"/>
                  <a:gd name="T11" fmla="*/ 78 h 194"/>
                  <a:gd name="T12" fmla="*/ 72 w 202"/>
                  <a:gd name="T13" fmla="*/ 78 h 194"/>
                  <a:gd name="T14" fmla="*/ 54 w 202"/>
                  <a:gd name="T15" fmla="*/ 35 h 194"/>
                  <a:gd name="T16" fmla="*/ 10 w 202"/>
                  <a:gd name="T17" fmla="*/ 87 h 194"/>
                  <a:gd name="T18" fmla="*/ 42 w 202"/>
                  <a:gd name="T19" fmla="*/ 106 h 194"/>
                  <a:gd name="T20" fmla="*/ 122 w 202"/>
                  <a:gd name="T21" fmla="*/ 172 h 194"/>
                  <a:gd name="T22" fmla="*/ 35 w 202"/>
                  <a:gd name="T23" fmla="*/ 58 h 194"/>
                  <a:gd name="T24" fmla="*/ 43 w 202"/>
                  <a:gd name="T25" fmla="*/ 50 h 194"/>
                  <a:gd name="T26" fmla="*/ 51 w 202"/>
                  <a:gd name="T27" fmla="*/ 58 h 194"/>
                  <a:gd name="T28" fmla="*/ 43 w 202"/>
                  <a:gd name="T29" fmla="*/ 66 h 194"/>
                  <a:gd name="T30" fmla="*/ 35 w 202"/>
                  <a:gd name="T31" fmla="*/ 58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2" h="194">
                    <a:moveTo>
                      <a:pt x="122" y="172"/>
                    </a:moveTo>
                    <a:cubicBezTo>
                      <a:pt x="124" y="173"/>
                      <a:pt x="124" y="189"/>
                      <a:pt x="140" y="192"/>
                    </a:cubicBezTo>
                    <a:cubicBezTo>
                      <a:pt x="155" y="194"/>
                      <a:pt x="186" y="151"/>
                      <a:pt x="182" y="138"/>
                    </a:cubicBezTo>
                    <a:cubicBezTo>
                      <a:pt x="177" y="126"/>
                      <a:pt x="155" y="134"/>
                      <a:pt x="139" y="131"/>
                    </a:cubicBezTo>
                    <a:cubicBezTo>
                      <a:pt x="123" y="128"/>
                      <a:pt x="202" y="83"/>
                      <a:pt x="138" y="0"/>
                    </a:cubicBezTo>
                    <a:cubicBezTo>
                      <a:pt x="120" y="55"/>
                      <a:pt x="83" y="78"/>
                      <a:pt x="83" y="78"/>
                    </a:cubicBezTo>
                    <a:cubicBezTo>
                      <a:pt x="83" y="78"/>
                      <a:pt x="80" y="80"/>
                      <a:pt x="72" y="78"/>
                    </a:cubicBezTo>
                    <a:cubicBezTo>
                      <a:pt x="63" y="76"/>
                      <a:pt x="77" y="47"/>
                      <a:pt x="54" y="35"/>
                    </a:cubicBezTo>
                    <a:cubicBezTo>
                      <a:pt x="43" y="30"/>
                      <a:pt x="0" y="38"/>
                      <a:pt x="10" y="87"/>
                    </a:cubicBezTo>
                    <a:cubicBezTo>
                      <a:pt x="23" y="76"/>
                      <a:pt x="35" y="62"/>
                      <a:pt x="42" y="106"/>
                    </a:cubicBezTo>
                    <a:cubicBezTo>
                      <a:pt x="53" y="184"/>
                      <a:pt x="119" y="172"/>
                      <a:pt x="122" y="172"/>
                    </a:cubicBezTo>
                    <a:close/>
                    <a:moveTo>
                      <a:pt x="35" y="58"/>
                    </a:moveTo>
                    <a:cubicBezTo>
                      <a:pt x="35" y="54"/>
                      <a:pt x="39" y="50"/>
                      <a:pt x="43" y="50"/>
                    </a:cubicBezTo>
                    <a:cubicBezTo>
                      <a:pt x="47" y="50"/>
                      <a:pt x="51" y="54"/>
                      <a:pt x="51" y="58"/>
                    </a:cubicBezTo>
                    <a:cubicBezTo>
                      <a:pt x="51" y="62"/>
                      <a:pt x="47" y="66"/>
                      <a:pt x="43" y="66"/>
                    </a:cubicBezTo>
                    <a:cubicBezTo>
                      <a:pt x="39" y="66"/>
                      <a:pt x="35" y="62"/>
                      <a:pt x="35"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 name="Freeform 339"/>
              <p:cNvSpPr>
                <a:spLocks/>
              </p:cNvSpPr>
              <p:nvPr/>
            </p:nvSpPr>
            <p:spPr bwMode="auto">
              <a:xfrm>
                <a:off x="4471988" y="2403476"/>
                <a:ext cx="125413" cy="114300"/>
              </a:xfrm>
              <a:custGeom>
                <a:avLst/>
                <a:gdLst>
                  <a:gd name="T0" fmla="*/ 83 w 98"/>
                  <a:gd name="T1" fmla="*/ 26 h 89"/>
                  <a:gd name="T2" fmla="*/ 80 w 98"/>
                  <a:gd name="T3" fmla="*/ 50 h 89"/>
                  <a:gd name="T4" fmla="*/ 78 w 98"/>
                  <a:gd name="T5" fmla="*/ 76 h 89"/>
                  <a:gd name="T6" fmla="*/ 85 w 98"/>
                  <a:gd name="T7" fmla="*/ 88 h 89"/>
                  <a:gd name="T8" fmla="*/ 91 w 98"/>
                  <a:gd name="T9" fmla="*/ 86 h 89"/>
                  <a:gd name="T10" fmla="*/ 93 w 98"/>
                  <a:gd name="T11" fmla="*/ 78 h 89"/>
                  <a:gd name="T12" fmla="*/ 93 w 98"/>
                  <a:gd name="T13" fmla="*/ 73 h 89"/>
                  <a:gd name="T14" fmla="*/ 92 w 98"/>
                  <a:gd name="T15" fmla="*/ 67 h 89"/>
                  <a:gd name="T16" fmla="*/ 93 w 98"/>
                  <a:gd name="T17" fmla="*/ 50 h 89"/>
                  <a:gd name="T18" fmla="*/ 96 w 98"/>
                  <a:gd name="T19" fmla="*/ 24 h 89"/>
                  <a:gd name="T20" fmla="*/ 98 w 98"/>
                  <a:gd name="T21" fmla="*/ 7 h 89"/>
                  <a:gd name="T22" fmla="*/ 95 w 98"/>
                  <a:gd name="T23" fmla="*/ 3 h 89"/>
                  <a:gd name="T24" fmla="*/ 89 w 98"/>
                  <a:gd name="T25" fmla="*/ 0 h 89"/>
                  <a:gd name="T26" fmla="*/ 82 w 98"/>
                  <a:gd name="T27" fmla="*/ 5 h 89"/>
                  <a:gd name="T28" fmla="*/ 65 w 98"/>
                  <a:gd name="T29" fmla="*/ 27 h 89"/>
                  <a:gd name="T30" fmla="*/ 47 w 98"/>
                  <a:gd name="T31" fmla="*/ 50 h 89"/>
                  <a:gd name="T32" fmla="*/ 40 w 98"/>
                  <a:gd name="T33" fmla="*/ 33 h 89"/>
                  <a:gd name="T34" fmla="*/ 32 w 98"/>
                  <a:gd name="T35" fmla="*/ 11 h 89"/>
                  <a:gd name="T36" fmla="*/ 32 w 98"/>
                  <a:gd name="T37" fmla="*/ 11 h 89"/>
                  <a:gd name="T38" fmla="*/ 29 w 98"/>
                  <a:gd name="T39" fmla="*/ 5 h 89"/>
                  <a:gd name="T40" fmla="*/ 25 w 98"/>
                  <a:gd name="T41" fmla="*/ 2 h 89"/>
                  <a:gd name="T42" fmla="*/ 17 w 98"/>
                  <a:gd name="T43" fmla="*/ 4 h 89"/>
                  <a:gd name="T44" fmla="*/ 15 w 98"/>
                  <a:gd name="T45" fmla="*/ 8 h 89"/>
                  <a:gd name="T46" fmla="*/ 13 w 98"/>
                  <a:gd name="T47" fmla="*/ 24 h 89"/>
                  <a:gd name="T48" fmla="*/ 2 w 98"/>
                  <a:gd name="T49" fmla="*/ 68 h 89"/>
                  <a:gd name="T50" fmla="*/ 0 w 98"/>
                  <a:gd name="T51" fmla="*/ 82 h 89"/>
                  <a:gd name="T52" fmla="*/ 2 w 98"/>
                  <a:gd name="T53" fmla="*/ 87 h 89"/>
                  <a:gd name="T54" fmla="*/ 8 w 98"/>
                  <a:gd name="T55" fmla="*/ 89 h 89"/>
                  <a:gd name="T56" fmla="*/ 12 w 98"/>
                  <a:gd name="T57" fmla="*/ 88 h 89"/>
                  <a:gd name="T58" fmla="*/ 14 w 98"/>
                  <a:gd name="T59" fmla="*/ 85 h 89"/>
                  <a:gd name="T60" fmla="*/ 17 w 98"/>
                  <a:gd name="T61" fmla="*/ 72 h 89"/>
                  <a:gd name="T62" fmla="*/ 20 w 98"/>
                  <a:gd name="T63" fmla="*/ 57 h 89"/>
                  <a:gd name="T64" fmla="*/ 23 w 98"/>
                  <a:gd name="T65" fmla="*/ 44 h 89"/>
                  <a:gd name="T66" fmla="*/ 25 w 98"/>
                  <a:gd name="T67" fmla="*/ 29 h 89"/>
                  <a:gd name="T68" fmla="*/ 29 w 98"/>
                  <a:gd name="T69" fmla="*/ 39 h 89"/>
                  <a:gd name="T70" fmla="*/ 33 w 98"/>
                  <a:gd name="T71" fmla="*/ 51 h 89"/>
                  <a:gd name="T72" fmla="*/ 38 w 98"/>
                  <a:gd name="T73" fmla="*/ 63 h 89"/>
                  <a:gd name="T74" fmla="*/ 44 w 98"/>
                  <a:gd name="T75" fmla="*/ 67 h 89"/>
                  <a:gd name="T76" fmla="*/ 65 w 98"/>
                  <a:gd name="T77" fmla="*/ 48 h 89"/>
                  <a:gd name="T78" fmla="*/ 84 w 98"/>
                  <a:gd name="T79" fmla="*/ 22 h 89"/>
                  <a:gd name="T80" fmla="*/ 83 w 98"/>
                  <a:gd name="T81" fmla="*/ 2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8" h="89">
                    <a:moveTo>
                      <a:pt x="83" y="26"/>
                    </a:moveTo>
                    <a:cubicBezTo>
                      <a:pt x="82" y="32"/>
                      <a:pt x="81" y="40"/>
                      <a:pt x="80" y="50"/>
                    </a:cubicBezTo>
                    <a:cubicBezTo>
                      <a:pt x="78" y="60"/>
                      <a:pt x="78" y="69"/>
                      <a:pt x="78" y="76"/>
                    </a:cubicBezTo>
                    <a:cubicBezTo>
                      <a:pt x="78" y="84"/>
                      <a:pt x="80" y="88"/>
                      <a:pt x="85" y="88"/>
                    </a:cubicBezTo>
                    <a:cubicBezTo>
                      <a:pt x="88" y="88"/>
                      <a:pt x="90" y="87"/>
                      <a:pt x="91" y="86"/>
                    </a:cubicBezTo>
                    <a:cubicBezTo>
                      <a:pt x="93" y="84"/>
                      <a:pt x="93" y="82"/>
                      <a:pt x="93" y="78"/>
                    </a:cubicBezTo>
                    <a:cubicBezTo>
                      <a:pt x="93" y="76"/>
                      <a:pt x="93" y="75"/>
                      <a:pt x="93" y="73"/>
                    </a:cubicBezTo>
                    <a:cubicBezTo>
                      <a:pt x="92" y="71"/>
                      <a:pt x="92" y="69"/>
                      <a:pt x="92" y="67"/>
                    </a:cubicBezTo>
                    <a:cubicBezTo>
                      <a:pt x="92" y="65"/>
                      <a:pt x="92" y="59"/>
                      <a:pt x="93" y="50"/>
                    </a:cubicBezTo>
                    <a:cubicBezTo>
                      <a:pt x="94" y="40"/>
                      <a:pt x="95" y="32"/>
                      <a:pt x="96" y="24"/>
                    </a:cubicBezTo>
                    <a:cubicBezTo>
                      <a:pt x="98" y="14"/>
                      <a:pt x="98" y="8"/>
                      <a:pt x="98" y="7"/>
                    </a:cubicBezTo>
                    <a:cubicBezTo>
                      <a:pt x="98" y="6"/>
                      <a:pt x="97" y="4"/>
                      <a:pt x="95" y="3"/>
                    </a:cubicBezTo>
                    <a:cubicBezTo>
                      <a:pt x="93" y="1"/>
                      <a:pt x="90" y="0"/>
                      <a:pt x="89" y="0"/>
                    </a:cubicBezTo>
                    <a:cubicBezTo>
                      <a:pt x="87" y="0"/>
                      <a:pt x="85" y="2"/>
                      <a:pt x="82" y="5"/>
                    </a:cubicBezTo>
                    <a:cubicBezTo>
                      <a:pt x="79" y="8"/>
                      <a:pt x="74" y="16"/>
                      <a:pt x="65" y="27"/>
                    </a:cubicBezTo>
                    <a:cubicBezTo>
                      <a:pt x="57" y="38"/>
                      <a:pt x="51" y="46"/>
                      <a:pt x="47" y="50"/>
                    </a:cubicBezTo>
                    <a:cubicBezTo>
                      <a:pt x="46" y="48"/>
                      <a:pt x="44" y="42"/>
                      <a:pt x="40" y="33"/>
                    </a:cubicBezTo>
                    <a:cubicBezTo>
                      <a:pt x="32" y="11"/>
                      <a:pt x="32" y="11"/>
                      <a:pt x="32" y="11"/>
                    </a:cubicBezTo>
                    <a:cubicBezTo>
                      <a:pt x="32" y="11"/>
                      <a:pt x="32" y="11"/>
                      <a:pt x="32" y="11"/>
                    </a:cubicBezTo>
                    <a:cubicBezTo>
                      <a:pt x="32" y="9"/>
                      <a:pt x="31" y="7"/>
                      <a:pt x="29" y="5"/>
                    </a:cubicBezTo>
                    <a:cubicBezTo>
                      <a:pt x="28" y="3"/>
                      <a:pt x="26" y="2"/>
                      <a:pt x="25" y="2"/>
                    </a:cubicBezTo>
                    <a:cubicBezTo>
                      <a:pt x="22" y="2"/>
                      <a:pt x="19" y="2"/>
                      <a:pt x="17" y="4"/>
                    </a:cubicBezTo>
                    <a:cubicBezTo>
                      <a:pt x="16" y="5"/>
                      <a:pt x="15" y="6"/>
                      <a:pt x="15" y="8"/>
                    </a:cubicBezTo>
                    <a:cubicBezTo>
                      <a:pt x="15" y="12"/>
                      <a:pt x="14" y="17"/>
                      <a:pt x="13" y="24"/>
                    </a:cubicBezTo>
                    <a:cubicBezTo>
                      <a:pt x="12" y="30"/>
                      <a:pt x="9" y="44"/>
                      <a:pt x="2" y="68"/>
                    </a:cubicBezTo>
                    <a:cubicBezTo>
                      <a:pt x="1" y="73"/>
                      <a:pt x="0" y="78"/>
                      <a:pt x="0" y="82"/>
                    </a:cubicBezTo>
                    <a:cubicBezTo>
                      <a:pt x="0" y="83"/>
                      <a:pt x="1" y="85"/>
                      <a:pt x="2" y="87"/>
                    </a:cubicBezTo>
                    <a:cubicBezTo>
                      <a:pt x="4" y="89"/>
                      <a:pt x="6" y="89"/>
                      <a:pt x="8" y="89"/>
                    </a:cubicBezTo>
                    <a:cubicBezTo>
                      <a:pt x="9" y="89"/>
                      <a:pt x="10" y="89"/>
                      <a:pt x="12" y="88"/>
                    </a:cubicBezTo>
                    <a:cubicBezTo>
                      <a:pt x="13" y="87"/>
                      <a:pt x="14" y="86"/>
                      <a:pt x="14" y="85"/>
                    </a:cubicBezTo>
                    <a:cubicBezTo>
                      <a:pt x="15" y="82"/>
                      <a:pt x="15" y="77"/>
                      <a:pt x="17" y="72"/>
                    </a:cubicBezTo>
                    <a:cubicBezTo>
                      <a:pt x="18" y="66"/>
                      <a:pt x="19" y="61"/>
                      <a:pt x="20" y="57"/>
                    </a:cubicBezTo>
                    <a:cubicBezTo>
                      <a:pt x="21" y="53"/>
                      <a:pt x="22" y="48"/>
                      <a:pt x="23" y="44"/>
                    </a:cubicBezTo>
                    <a:cubicBezTo>
                      <a:pt x="25" y="29"/>
                      <a:pt x="25" y="29"/>
                      <a:pt x="25" y="29"/>
                    </a:cubicBezTo>
                    <a:cubicBezTo>
                      <a:pt x="26" y="29"/>
                      <a:pt x="27" y="33"/>
                      <a:pt x="29" y="39"/>
                    </a:cubicBezTo>
                    <a:cubicBezTo>
                      <a:pt x="30" y="42"/>
                      <a:pt x="31" y="46"/>
                      <a:pt x="33" y="51"/>
                    </a:cubicBezTo>
                    <a:cubicBezTo>
                      <a:pt x="34" y="56"/>
                      <a:pt x="36" y="60"/>
                      <a:pt x="38" y="63"/>
                    </a:cubicBezTo>
                    <a:cubicBezTo>
                      <a:pt x="40" y="65"/>
                      <a:pt x="42" y="67"/>
                      <a:pt x="44" y="67"/>
                    </a:cubicBezTo>
                    <a:cubicBezTo>
                      <a:pt x="49" y="67"/>
                      <a:pt x="56" y="60"/>
                      <a:pt x="65" y="48"/>
                    </a:cubicBezTo>
                    <a:cubicBezTo>
                      <a:pt x="84" y="22"/>
                      <a:pt x="84" y="22"/>
                      <a:pt x="84" y="22"/>
                    </a:cubicBezTo>
                    <a:cubicBezTo>
                      <a:pt x="84" y="23"/>
                      <a:pt x="84" y="24"/>
                      <a:pt x="83"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 name="Freeform 340"/>
              <p:cNvSpPr>
                <a:spLocks noEditPoints="1"/>
              </p:cNvSpPr>
              <p:nvPr/>
            </p:nvSpPr>
            <p:spPr bwMode="auto">
              <a:xfrm>
                <a:off x="4613276" y="2432051"/>
                <a:ext cx="79375" cy="85725"/>
              </a:xfrm>
              <a:custGeom>
                <a:avLst/>
                <a:gdLst>
                  <a:gd name="T0" fmla="*/ 52 w 61"/>
                  <a:gd name="T1" fmla="*/ 66 h 66"/>
                  <a:gd name="T2" fmla="*/ 58 w 61"/>
                  <a:gd name="T3" fmla="*/ 64 h 66"/>
                  <a:gd name="T4" fmla="*/ 61 w 61"/>
                  <a:gd name="T5" fmla="*/ 59 h 66"/>
                  <a:gd name="T6" fmla="*/ 59 w 61"/>
                  <a:gd name="T7" fmla="*/ 56 h 66"/>
                  <a:gd name="T8" fmla="*/ 56 w 61"/>
                  <a:gd name="T9" fmla="*/ 54 h 66"/>
                  <a:gd name="T10" fmla="*/ 55 w 61"/>
                  <a:gd name="T11" fmla="*/ 50 h 66"/>
                  <a:gd name="T12" fmla="*/ 54 w 61"/>
                  <a:gd name="T13" fmla="*/ 40 h 66"/>
                  <a:gd name="T14" fmla="*/ 56 w 61"/>
                  <a:gd name="T15" fmla="*/ 21 h 66"/>
                  <a:gd name="T16" fmla="*/ 57 w 61"/>
                  <a:gd name="T17" fmla="*/ 12 h 66"/>
                  <a:gd name="T18" fmla="*/ 51 w 61"/>
                  <a:gd name="T19" fmla="*/ 7 h 66"/>
                  <a:gd name="T20" fmla="*/ 41 w 61"/>
                  <a:gd name="T21" fmla="*/ 0 h 66"/>
                  <a:gd name="T22" fmla="*/ 14 w 61"/>
                  <a:gd name="T23" fmla="*/ 17 h 66"/>
                  <a:gd name="T24" fmla="*/ 0 w 61"/>
                  <a:gd name="T25" fmla="*/ 50 h 66"/>
                  <a:gd name="T26" fmla="*/ 4 w 61"/>
                  <a:gd name="T27" fmla="*/ 60 h 66"/>
                  <a:gd name="T28" fmla="*/ 13 w 61"/>
                  <a:gd name="T29" fmla="*/ 64 h 66"/>
                  <a:gd name="T30" fmla="*/ 42 w 61"/>
                  <a:gd name="T31" fmla="*/ 44 h 66"/>
                  <a:gd name="T32" fmla="*/ 52 w 61"/>
                  <a:gd name="T33" fmla="*/ 66 h 66"/>
                  <a:gd name="T34" fmla="*/ 33 w 61"/>
                  <a:gd name="T35" fmla="*/ 40 h 66"/>
                  <a:gd name="T36" fmla="*/ 16 w 61"/>
                  <a:gd name="T37" fmla="*/ 52 h 66"/>
                  <a:gd name="T38" fmla="*/ 14 w 61"/>
                  <a:gd name="T39" fmla="*/ 47 h 66"/>
                  <a:gd name="T40" fmla="*/ 24 w 61"/>
                  <a:gd name="T41" fmla="*/ 25 h 66"/>
                  <a:gd name="T42" fmla="*/ 39 w 61"/>
                  <a:gd name="T43" fmla="*/ 12 h 66"/>
                  <a:gd name="T44" fmla="*/ 42 w 61"/>
                  <a:gd name="T45" fmla="*/ 14 h 66"/>
                  <a:gd name="T46" fmla="*/ 43 w 61"/>
                  <a:gd name="T47" fmla="*/ 18 h 66"/>
                  <a:gd name="T48" fmla="*/ 33 w 61"/>
                  <a:gd name="T49" fmla="*/ 4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1" h="66">
                    <a:moveTo>
                      <a:pt x="52" y="66"/>
                    </a:moveTo>
                    <a:cubicBezTo>
                      <a:pt x="54" y="66"/>
                      <a:pt x="56" y="65"/>
                      <a:pt x="58" y="64"/>
                    </a:cubicBezTo>
                    <a:cubicBezTo>
                      <a:pt x="60" y="63"/>
                      <a:pt x="61" y="61"/>
                      <a:pt x="61" y="59"/>
                    </a:cubicBezTo>
                    <a:cubicBezTo>
                      <a:pt x="61" y="58"/>
                      <a:pt x="61" y="57"/>
                      <a:pt x="59" y="56"/>
                    </a:cubicBezTo>
                    <a:cubicBezTo>
                      <a:pt x="57" y="55"/>
                      <a:pt x="57" y="55"/>
                      <a:pt x="56" y="54"/>
                    </a:cubicBezTo>
                    <a:cubicBezTo>
                      <a:pt x="56" y="54"/>
                      <a:pt x="55" y="52"/>
                      <a:pt x="55" y="50"/>
                    </a:cubicBezTo>
                    <a:cubicBezTo>
                      <a:pt x="54" y="48"/>
                      <a:pt x="54" y="45"/>
                      <a:pt x="54" y="40"/>
                    </a:cubicBezTo>
                    <a:cubicBezTo>
                      <a:pt x="54" y="35"/>
                      <a:pt x="54" y="29"/>
                      <a:pt x="56" y="21"/>
                    </a:cubicBezTo>
                    <a:cubicBezTo>
                      <a:pt x="57" y="17"/>
                      <a:pt x="57" y="14"/>
                      <a:pt x="57" y="12"/>
                    </a:cubicBezTo>
                    <a:cubicBezTo>
                      <a:pt x="57" y="9"/>
                      <a:pt x="55" y="7"/>
                      <a:pt x="51" y="7"/>
                    </a:cubicBezTo>
                    <a:cubicBezTo>
                      <a:pt x="49" y="2"/>
                      <a:pt x="46" y="0"/>
                      <a:pt x="41" y="0"/>
                    </a:cubicBezTo>
                    <a:cubicBezTo>
                      <a:pt x="32" y="0"/>
                      <a:pt x="23" y="6"/>
                      <a:pt x="14" y="17"/>
                    </a:cubicBezTo>
                    <a:cubicBezTo>
                      <a:pt x="5" y="29"/>
                      <a:pt x="0" y="40"/>
                      <a:pt x="0" y="50"/>
                    </a:cubicBezTo>
                    <a:cubicBezTo>
                      <a:pt x="0" y="54"/>
                      <a:pt x="1" y="58"/>
                      <a:pt x="4" y="60"/>
                    </a:cubicBezTo>
                    <a:cubicBezTo>
                      <a:pt x="6" y="63"/>
                      <a:pt x="9" y="64"/>
                      <a:pt x="13" y="64"/>
                    </a:cubicBezTo>
                    <a:cubicBezTo>
                      <a:pt x="22" y="64"/>
                      <a:pt x="32" y="58"/>
                      <a:pt x="42" y="44"/>
                    </a:cubicBezTo>
                    <a:cubicBezTo>
                      <a:pt x="42" y="59"/>
                      <a:pt x="45" y="66"/>
                      <a:pt x="52" y="66"/>
                    </a:cubicBezTo>
                    <a:close/>
                    <a:moveTo>
                      <a:pt x="33" y="40"/>
                    </a:moveTo>
                    <a:cubicBezTo>
                      <a:pt x="26" y="48"/>
                      <a:pt x="21" y="52"/>
                      <a:pt x="16" y="52"/>
                    </a:cubicBezTo>
                    <a:cubicBezTo>
                      <a:pt x="15" y="52"/>
                      <a:pt x="14" y="50"/>
                      <a:pt x="14" y="47"/>
                    </a:cubicBezTo>
                    <a:cubicBezTo>
                      <a:pt x="14" y="41"/>
                      <a:pt x="17" y="34"/>
                      <a:pt x="24" y="25"/>
                    </a:cubicBezTo>
                    <a:cubicBezTo>
                      <a:pt x="30" y="16"/>
                      <a:pt x="35" y="12"/>
                      <a:pt x="39" y="12"/>
                    </a:cubicBezTo>
                    <a:cubicBezTo>
                      <a:pt x="40" y="12"/>
                      <a:pt x="41" y="13"/>
                      <a:pt x="42" y="14"/>
                    </a:cubicBezTo>
                    <a:cubicBezTo>
                      <a:pt x="43" y="15"/>
                      <a:pt x="43" y="17"/>
                      <a:pt x="43" y="18"/>
                    </a:cubicBezTo>
                    <a:cubicBezTo>
                      <a:pt x="43" y="25"/>
                      <a:pt x="40" y="32"/>
                      <a:pt x="33"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 name="Freeform 341"/>
              <p:cNvSpPr>
                <a:spLocks/>
              </p:cNvSpPr>
              <p:nvPr/>
            </p:nvSpPr>
            <p:spPr bwMode="auto">
              <a:xfrm>
                <a:off x="4705351" y="2389188"/>
                <a:ext cx="82550" cy="128588"/>
              </a:xfrm>
              <a:custGeom>
                <a:avLst/>
                <a:gdLst>
                  <a:gd name="T0" fmla="*/ 26 w 64"/>
                  <a:gd name="T1" fmla="*/ 7 h 100"/>
                  <a:gd name="T2" fmla="*/ 24 w 64"/>
                  <a:gd name="T3" fmla="*/ 2 h 100"/>
                  <a:gd name="T4" fmla="*/ 20 w 64"/>
                  <a:gd name="T5" fmla="*/ 0 h 100"/>
                  <a:gd name="T6" fmla="*/ 15 w 64"/>
                  <a:gd name="T7" fmla="*/ 2 h 100"/>
                  <a:gd name="T8" fmla="*/ 12 w 64"/>
                  <a:gd name="T9" fmla="*/ 7 h 100"/>
                  <a:gd name="T10" fmla="*/ 9 w 64"/>
                  <a:gd name="T11" fmla="*/ 20 h 100"/>
                  <a:gd name="T12" fmla="*/ 6 w 64"/>
                  <a:gd name="T13" fmla="*/ 49 h 100"/>
                  <a:gd name="T14" fmla="*/ 1 w 64"/>
                  <a:gd name="T15" fmla="*/ 85 h 100"/>
                  <a:gd name="T16" fmla="*/ 0 w 64"/>
                  <a:gd name="T17" fmla="*/ 94 h 100"/>
                  <a:gd name="T18" fmla="*/ 2 w 64"/>
                  <a:gd name="T19" fmla="*/ 98 h 100"/>
                  <a:gd name="T20" fmla="*/ 7 w 64"/>
                  <a:gd name="T21" fmla="*/ 100 h 100"/>
                  <a:gd name="T22" fmla="*/ 13 w 64"/>
                  <a:gd name="T23" fmla="*/ 98 h 100"/>
                  <a:gd name="T24" fmla="*/ 15 w 64"/>
                  <a:gd name="T25" fmla="*/ 91 h 100"/>
                  <a:gd name="T26" fmla="*/ 16 w 64"/>
                  <a:gd name="T27" fmla="*/ 79 h 100"/>
                  <a:gd name="T28" fmla="*/ 16 w 64"/>
                  <a:gd name="T29" fmla="*/ 79 h 100"/>
                  <a:gd name="T30" fmla="*/ 19 w 64"/>
                  <a:gd name="T31" fmla="*/ 76 h 100"/>
                  <a:gd name="T32" fmla="*/ 21 w 64"/>
                  <a:gd name="T33" fmla="*/ 74 h 100"/>
                  <a:gd name="T34" fmla="*/ 29 w 64"/>
                  <a:gd name="T35" fmla="*/ 82 h 100"/>
                  <a:gd name="T36" fmla="*/ 42 w 64"/>
                  <a:gd name="T37" fmla="*/ 96 h 100"/>
                  <a:gd name="T38" fmla="*/ 51 w 64"/>
                  <a:gd name="T39" fmla="*/ 99 h 100"/>
                  <a:gd name="T40" fmla="*/ 61 w 64"/>
                  <a:gd name="T41" fmla="*/ 96 h 100"/>
                  <a:gd name="T42" fmla="*/ 64 w 64"/>
                  <a:gd name="T43" fmla="*/ 91 h 100"/>
                  <a:gd name="T44" fmla="*/ 63 w 64"/>
                  <a:gd name="T45" fmla="*/ 88 h 100"/>
                  <a:gd name="T46" fmla="*/ 61 w 64"/>
                  <a:gd name="T47" fmla="*/ 87 h 100"/>
                  <a:gd name="T48" fmla="*/ 58 w 64"/>
                  <a:gd name="T49" fmla="*/ 87 h 100"/>
                  <a:gd name="T50" fmla="*/ 50 w 64"/>
                  <a:gd name="T51" fmla="*/ 84 h 100"/>
                  <a:gd name="T52" fmla="*/ 40 w 64"/>
                  <a:gd name="T53" fmla="*/ 74 h 100"/>
                  <a:gd name="T54" fmla="*/ 33 w 64"/>
                  <a:gd name="T55" fmla="*/ 66 h 100"/>
                  <a:gd name="T56" fmla="*/ 35 w 64"/>
                  <a:gd name="T57" fmla="*/ 63 h 100"/>
                  <a:gd name="T58" fmla="*/ 41 w 64"/>
                  <a:gd name="T59" fmla="*/ 57 h 100"/>
                  <a:gd name="T60" fmla="*/ 49 w 64"/>
                  <a:gd name="T61" fmla="*/ 52 h 100"/>
                  <a:gd name="T62" fmla="*/ 55 w 64"/>
                  <a:gd name="T63" fmla="*/ 48 h 100"/>
                  <a:gd name="T64" fmla="*/ 55 w 64"/>
                  <a:gd name="T65" fmla="*/ 48 h 100"/>
                  <a:gd name="T66" fmla="*/ 55 w 64"/>
                  <a:gd name="T67" fmla="*/ 48 h 100"/>
                  <a:gd name="T68" fmla="*/ 61 w 64"/>
                  <a:gd name="T69" fmla="*/ 39 h 100"/>
                  <a:gd name="T70" fmla="*/ 55 w 64"/>
                  <a:gd name="T71" fmla="*/ 35 h 100"/>
                  <a:gd name="T72" fmla="*/ 35 w 64"/>
                  <a:gd name="T73" fmla="*/ 48 h 100"/>
                  <a:gd name="T74" fmla="*/ 17 w 64"/>
                  <a:gd name="T75" fmla="*/ 64 h 100"/>
                  <a:gd name="T76" fmla="*/ 19 w 64"/>
                  <a:gd name="T77" fmla="*/ 44 h 100"/>
                  <a:gd name="T78" fmla="*/ 19 w 64"/>
                  <a:gd name="T79" fmla="*/ 44 h 100"/>
                  <a:gd name="T80" fmla="*/ 21 w 64"/>
                  <a:gd name="T81" fmla="*/ 37 h 100"/>
                  <a:gd name="T82" fmla="*/ 26 w 64"/>
                  <a:gd name="T83" fmla="*/ 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4" h="100">
                    <a:moveTo>
                      <a:pt x="26" y="7"/>
                    </a:moveTo>
                    <a:cubicBezTo>
                      <a:pt x="26" y="5"/>
                      <a:pt x="25" y="4"/>
                      <a:pt x="24" y="2"/>
                    </a:cubicBezTo>
                    <a:cubicBezTo>
                      <a:pt x="23" y="1"/>
                      <a:pt x="22" y="0"/>
                      <a:pt x="20" y="0"/>
                    </a:cubicBezTo>
                    <a:cubicBezTo>
                      <a:pt x="18" y="0"/>
                      <a:pt x="17" y="1"/>
                      <a:pt x="15" y="2"/>
                    </a:cubicBezTo>
                    <a:cubicBezTo>
                      <a:pt x="14" y="3"/>
                      <a:pt x="12" y="5"/>
                      <a:pt x="12" y="7"/>
                    </a:cubicBezTo>
                    <a:cubicBezTo>
                      <a:pt x="11" y="9"/>
                      <a:pt x="10" y="14"/>
                      <a:pt x="9" y="20"/>
                    </a:cubicBezTo>
                    <a:cubicBezTo>
                      <a:pt x="8" y="27"/>
                      <a:pt x="7" y="37"/>
                      <a:pt x="6" y="49"/>
                    </a:cubicBezTo>
                    <a:cubicBezTo>
                      <a:pt x="5" y="64"/>
                      <a:pt x="3" y="76"/>
                      <a:pt x="1" y="85"/>
                    </a:cubicBezTo>
                    <a:cubicBezTo>
                      <a:pt x="0" y="90"/>
                      <a:pt x="0" y="93"/>
                      <a:pt x="0" y="94"/>
                    </a:cubicBezTo>
                    <a:cubicBezTo>
                      <a:pt x="0" y="96"/>
                      <a:pt x="0" y="97"/>
                      <a:pt x="2" y="98"/>
                    </a:cubicBezTo>
                    <a:cubicBezTo>
                      <a:pt x="3" y="100"/>
                      <a:pt x="5" y="100"/>
                      <a:pt x="7" y="100"/>
                    </a:cubicBezTo>
                    <a:cubicBezTo>
                      <a:pt x="9" y="100"/>
                      <a:pt x="11" y="99"/>
                      <a:pt x="13" y="98"/>
                    </a:cubicBezTo>
                    <a:cubicBezTo>
                      <a:pt x="14" y="96"/>
                      <a:pt x="15" y="94"/>
                      <a:pt x="15" y="91"/>
                    </a:cubicBezTo>
                    <a:cubicBezTo>
                      <a:pt x="15" y="86"/>
                      <a:pt x="15" y="82"/>
                      <a:pt x="16" y="79"/>
                    </a:cubicBezTo>
                    <a:cubicBezTo>
                      <a:pt x="16" y="79"/>
                      <a:pt x="16" y="79"/>
                      <a:pt x="16" y="79"/>
                    </a:cubicBezTo>
                    <a:cubicBezTo>
                      <a:pt x="16" y="78"/>
                      <a:pt x="17" y="77"/>
                      <a:pt x="19" y="76"/>
                    </a:cubicBezTo>
                    <a:cubicBezTo>
                      <a:pt x="20" y="74"/>
                      <a:pt x="21" y="74"/>
                      <a:pt x="21" y="74"/>
                    </a:cubicBezTo>
                    <a:cubicBezTo>
                      <a:pt x="21" y="74"/>
                      <a:pt x="24" y="76"/>
                      <a:pt x="29" y="82"/>
                    </a:cubicBezTo>
                    <a:cubicBezTo>
                      <a:pt x="35" y="90"/>
                      <a:pt x="39" y="94"/>
                      <a:pt x="42" y="96"/>
                    </a:cubicBezTo>
                    <a:cubicBezTo>
                      <a:pt x="45" y="98"/>
                      <a:pt x="48" y="99"/>
                      <a:pt x="51" y="99"/>
                    </a:cubicBezTo>
                    <a:cubicBezTo>
                      <a:pt x="55" y="99"/>
                      <a:pt x="59" y="98"/>
                      <a:pt x="61" y="96"/>
                    </a:cubicBezTo>
                    <a:cubicBezTo>
                      <a:pt x="63" y="94"/>
                      <a:pt x="64" y="92"/>
                      <a:pt x="64" y="91"/>
                    </a:cubicBezTo>
                    <a:cubicBezTo>
                      <a:pt x="64" y="90"/>
                      <a:pt x="63" y="89"/>
                      <a:pt x="63" y="88"/>
                    </a:cubicBezTo>
                    <a:cubicBezTo>
                      <a:pt x="62" y="88"/>
                      <a:pt x="62" y="87"/>
                      <a:pt x="61" y="87"/>
                    </a:cubicBezTo>
                    <a:cubicBezTo>
                      <a:pt x="58" y="87"/>
                      <a:pt x="58" y="87"/>
                      <a:pt x="58" y="87"/>
                    </a:cubicBezTo>
                    <a:cubicBezTo>
                      <a:pt x="56" y="87"/>
                      <a:pt x="53" y="86"/>
                      <a:pt x="50" y="84"/>
                    </a:cubicBezTo>
                    <a:cubicBezTo>
                      <a:pt x="48" y="82"/>
                      <a:pt x="44" y="79"/>
                      <a:pt x="40" y="74"/>
                    </a:cubicBezTo>
                    <a:cubicBezTo>
                      <a:pt x="35" y="69"/>
                      <a:pt x="33" y="67"/>
                      <a:pt x="33" y="66"/>
                    </a:cubicBezTo>
                    <a:cubicBezTo>
                      <a:pt x="33" y="65"/>
                      <a:pt x="33" y="64"/>
                      <a:pt x="35" y="63"/>
                    </a:cubicBezTo>
                    <a:cubicBezTo>
                      <a:pt x="36" y="62"/>
                      <a:pt x="38" y="60"/>
                      <a:pt x="41" y="57"/>
                    </a:cubicBezTo>
                    <a:cubicBezTo>
                      <a:pt x="44" y="55"/>
                      <a:pt x="47" y="53"/>
                      <a:pt x="49" y="52"/>
                    </a:cubicBezTo>
                    <a:cubicBezTo>
                      <a:pt x="51" y="51"/>
                      <a:pt x="52" y="50"/>
                      <a:pt x="55" y="48"/>
                    </a:cubicBezTo>
                    <a:cubicBezTo>
                      <a:pt x="55" y="48"/>
                      <a:pt x="55" y="48"/>
                      <a:pt x="55" y="48"/>
                    </a:cubicBezTo>
                    <a:cubicBezTo>
                      <a:pt x="55" y="48"/>
                      <a:pt x="55" y="48"/>
                      <a:pt x="55" y="48"/>
                    </a:cubicBezTo>
                    <a:cubicBezTo>
                      <a:pt x="59" y="47"/>
                      <a:pt x="61" y="44"/>
                      <a:pt x="61" y="39"/>
                    </a:cubicBezTo>
                    <a:cubicBezTo>
                      <a:pt x="61" y="36"/>
                      <a:pt x="59" y="35"/>
                      <a:pt x="55" y="35"/>
                    </a:cubicBezTo>
                    <a:cubicBezTo>
                      <a:pt x="50" y="35"/>
                      <a:pt x="44" y="39"/>
                      <a:pt x="35" y="48"/>
                    </a:cubicBezTo>
                    <a:cubicBezTo>
                      <a:pt x="17" y="64"/>
                      <a:pt x="17" y="64"/>
                      <a:pt x="17" y="64"/>
                    </a:cubicBezTo>
                    <a:cubicBezTo>
                      <a:pt x="17" y="62"/>
                      <a:pt x="18" y="56"/>
                      <a:pt x="19" y="44"/>
                    </a:cubicBezTo>
                    <a:cubicBezTo>
                      <a:pt x="19" y="44"/>
                      <a:pt x="19" y="44"/>
                      <a:pt x="19" y="44"/>
                    </a:cubicBezTo>
                    <a:cubicBezTo>
                      <a:pt x="21" y="37"/>
                      <a:pt x="21" y="37"/>
                      <a:pt x="21" y="37"/>
                    </a:cubicBezTo>
                    <a:cubicBezTo>
                      <a:pt x="24" y="20"/>
                      <a:pt x="26" y="10"/>
                      <a:pt x="26"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 name="Freeform 342"/>
              <p:cNvSpPr>
                <a:spLocks noEditPoints="1"/>
              </p:cNvSpPr>
              <p:nvPr/>
            </p:nvSpPr>
            <p:spPr bwMode="auto">
              <a:xfrm>
                <a:off x="4794251" y="2430463"/>
                <a:ext cx="69850" cy="87313"/>
              </a:xfrm>
              <a:custGeom>
                <a:avLst/>
                <a:gdLst>
                  <a:gd name="T0" fmla="*/ 16 w 54"/>
                  <a:gd name="T1" fmla="*/ 45 h 68"/>
                  <a:gd name="T2" fmla="*/ 40 w 54"/>
                  <a:gd name="T3" fmla="*/ 33 h 68"/>
                  <a:gd name="T4" fmla="*/ 50 w 54"/>
                  <a:gd name="T5" fmla="*/ 13 h 68"/>
                  <a:gd name="T6" fmla="*/ 46 w 54"/>
                  <a:gd name="T7" fmla="*/ 4 h 68"/>
                  <a:gd name="T8" fmla="*/ 36 w 54"/>
                  <a:gd name="T9" fmla="*/ 0 h 68"/>
                  <a:gd name="T10" fmla="*/ 11 w 54"/>
                  <a:gd name="T11" fmla="*/ 14 h 68"/>
                  <a:gd name="T12" fmla="*/ 0 w 54"/>
                  <a:gd name="T13" fmla="*/ 44 h 68"/>
                  <a:gd name="T14" fmla="*/ 5 w 54"/>
                  <a:gd name="T15" fmla="*/ 61 h 68"/>
                  <a:gd name="T16" fmla="*/ 21 w 54"/>
                  <a:gd name="T17" fmla="*/ 68 h 68"/>
                  <a:gd name="T18" fmla="*/ 44 w 54"/>
                  <a:gd name="T19" fmla="*/ 59 h 68"/>
                  <a:gd name="T20" fmla="*/ 54 w 54"/>
                  <a:gd name="T21" fmla="*/ 45 h 68"/>
                  <a:gd name="T22" fmla="*/ 50 w 54"/>
                  <a:gd name="T23" fmla="*/ 41 h 68"/>
                  <a:gd name="T24" fmla="*/ 46 w 54"/>
                  <a:gd name="T25" fmla="*/ 43 h 68"/>
                  <a:gd name="T26" fmla="*/ 23 w 54"/>
                  <a:gd name="T27" fmla="*/ 55 h 68"/>
                  <a:gd name="T28" fmla="*/ 16 w 54"/>
                  <a:gd name="T29" fmla="*/ 53 h 68"/>
                  <a:gd name="T30" fmla="*/ 14 w 54"/>
                  <a:gd name="T31" fmla="*/ 47 h 68"/>
                  <a:gd name="T32" fmla="*/ 16 w 54"/>
                  <a:gd name="T33" fmla="*/ 45 h 68"/>
                  <a:gd name="T34" fmla="*/ 23 w 54"/>
                  <a:gd name="T35" fmla="*/ 19 h 68"/>
                  <a:gd name="T36" fmla="*/ 34 w 54"/>
                  <a:gd name="T37" fmla="*/ 11 h 68"/>
                  <a:gd name="T38" fmla="*/ 37 w 54"/>
                  <a:gd name="T39" fmla="*/ 13 h 68"/>
                  <a:gd name="T40" fmla="*/ 38 w 54"/>
                  <a:gd name="T41" fmla="*/ 16 h 68"/>
                  <a:gd name="T42" fmla="*/ 31 w 54"/>
                  <a:gd name="T43" fmla="*/ 27 h 68"/>
                  <a:gd name="T44" fmla="*/ 15 w 54"/>
                  <a:gd name="T45" fmla="*/ 35 h 68"/>
                  <a:gd name="T46" fmla="*/ 23 w 54"/>
                  <a:gd name="T47" fmla="*/ 1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 h="68">
                    <a:moveTo>
                      <a:pt x="16" y="45"/>
                    </a:moveTo>
                    <a:cubicBezTo>
                      <a:pt x="26" y="43"/>
                      <a:pt x="34" y="39"/>
                      <a:pt x="40" y="33"/>
                    </a:cubicBezTo>
                    <a:cubicBezTo>
                      <a:pt x="47" y="27"/>
                      <a:pt x="50" y="20"/>
                      <a:pt x="50" y="13"/>
                    </a:cubicBezTo>
                    <a:cubicBezTo>
                      <a:pt x="50" y="10"/>
                      <a:pt x="49" y="6"/>
                      <a:pt x="46" y="4"/>
                    </a:cubicBezTo>
                    <a:cubicBezTo>
                      <a:pt x="44" y="1"/>
                      <a:pt x="40" y="0"/>
                      <a:pt x="36" y="0"/>
                    </a:cubicBezTo>
                    <a:cubicBezTo>
                      <a:pt x="27" y="0"/>
                      <a:pt x="19" y="4"/>
                      <a:pt x="11" y="14"/>
                    </a:cubicBezTo>
                    <a:cubicBezTo>
                      <a:pt x="4" y="23"/>
                      <a:pt x="0" y="33"/>
                      <a:pt x="0" y="44"/>
                    </a:cubicBezTo>
                    <a:cubicBezTo>
                      <a:pt x="0" y="52"/>
                      <a:pt x="2" y="57"/>
                      <a:pt x="5" y="61"/>
                    </a:cubicBezTo>
                    <a:cubicBezTo>
                      <a:pt x="9" y="65"/>
                      <a:pt x="14" y="68"/>
                      <a:pt x="21" y="68"/>
                    </a:cubicBezTo>
                    <a:cubicBezTo>
                      <a:pt x="29" y="68"/>
                      <a:pt x="37" y="65"/>
                      <a:pt x="44" y="59"/>
                    </a:cubicBezTo>
                    <a:cubicBezTo>
                      <a:pt x="50" y="54"/>
                      <a:pt x="54" y="49"/>
                      <a:pt x="54" y="45"/>
                    </a:cubicBezTo>
                    <a:cubicBezTo>
                      <a:pt x="54" y="42"/>
                      <a:pt x="53" y="41"/>
                      <a:pt x="50" y="41"/>
                    </a:cubicBezTo>
                    <a:cubicBezTo>
                      <a:pt x="49" y="41"/>
                      <a:pt x="48" y="42"/>
                      <a:pt x="46" y="43"/>
                    </a:cubicBezTo>
                    <a:cubicBezTo>
                      <a:pt x="38" y="51"/>
                      <a:pt x="31" y="55"/>
                      <a:pt x="23" y="55"/>
                    </a:cubicBezTo>
                    <a:cubicBezTo>
                      <a:pt x="20" y="55"/>
                      <a:pt x="18" y="54"/>
                      <a:pt x="16" y="53"/>
                    </a:cubicBezTo>
                    <a:cubicBezTo>
                      <a:pt x="15" y="51"/>
                      <a:pt x="14" y="49"/>
                      <a:pt x="14" y="47"/>
                    </a:cubicBezTo>
                    <a:cubicBezTo>
                      <a:pt x="14" y="46"/>
                      <a:pt x="14" y="46"/>
                      <a:pt x="16" y="45"/>
                    </a:cubicBezTo>
                    <a:close/>
                    <a:moveTo>
                      <a:pt x="23" y="19"/>
                    </a:moveTo>
                    <a:cubicBezTo>
                      <a:pt x="27" y="14"/>
                      <a:pt x="31" y="11"/>
                      <a:pt x="34" y="11"/>
                    </a:cubicBezTo>
                    <a:cubicBezTo>
                      <a:pt x="35" y="11"/>
                      <a:pt x="36" y="12"/>
                      <a:pt x="37" y="13"/>
                    </a:cubicBezTo>
                    <a:cubicBezTo>
                      <a:pt x="38" y="14"/>
                      <a:pt x="38" y="15"/>
                      <a:pt x="38" y="16"/>
                    </a:cubicBezTo>
                    <a:cubicBezTo>
                      <a:pt x="38" y="19"/>
                      <a:pt x="36" y="23"/>
                      <a:pt x="31" y="27"/>
                    </a:cubicBezTo>
                    <a:cubicBezTo>
                      <a:pt x="26" y="31"/>
                      <a:pt x="21" y="33"/>
                      <a:pt x="15" y="35"/>
                    </a:cubicBezTo>
                    <a:cubicBezTo>
                      <a:pt x="16" y="29"/>
                      <a:pt x="19" y="24"/>
                      <a:pt x="23"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 name="Freeform 343"/>
              <p:cNvSpPr>
                <a:spLocks noEditPoints="1"/>
              </p:cNvSpPr>
              <p:nvPr/>
            </p:nvSpPr>
            <p:spPr bwMode="auto">
              <a:xfrm>
                <a:off x="4933951" y="2432051"/>
                <a:ext cx="79375" cy="85725"/>
              </a:xfrm>
              <a:custGeom>
                <a:avLst/>
                <a:gdLst>
                  <a:gd name="T0" fmla="*/ 58 w 62"/>
                  <a:gd name="T1" fmla="*/ 12 h 66"/>
                  <a:gd name="T2" fmla="*/ 51 w 62"/>
                  <a:gd name="T3" fmla="*/ 7 h 66"/>
                  <a:gd name="T4" fmla="*/ 42 w 62"/>
                  <a:gd name="T5" fmla="*/ 0 h 66"/>
                  <a:gd name="T6" fmla="*/ 14 w 62"/>
                  <a:gd name="T7" fmla="*/ 17 h 66"/>
                  <a:gd name="T8" fmla="*/ 0 w 62"/>
                  <a:gd name="T9" fmla="*/ 50 h 66"/>
                  <a:gd name="T10" fmla="*/ 4 w 62"/>
                  <a:gd name="T11" fmla="*/ 60 h 66"/>
                  <a:gd name="T12" fmla="*/ 13 w 62"/>
                  <a:gd name="T13" fmla="*/ 64 h 66"/>
                  <a:gd name="T14" fmla="*/ 43 w 62"/>
                  <a:gd name="T15" fmla="*/ 44 h 66"/>
                  <a:gd name="T16" fmla="*/ 52 w 62"/>
                  <a:gd name="T17" fmla="*/ 66 h 66"/>
                  <a:gd name="T18" fmla="*/ 59 w 62"/>
                  <a:gd name="T19" fmla="*/ 64 h 66"/>
                  <a:gd name="T20" fmla="*/ 62 w 62"/>
                  <a:gd name="T21" fmla="*/ 59 h 66"/>
                  <a:gd name="T22" fmla="*/ 59 w 62"/>
                  <a:gd name="T23" fmla="*/ 56 h 66"/>
                  <a:gd name="T24" fmla="*/ 56 w 62"/>
                  <a:gd name="T25" fmla="*/ 54 h 66"/>
                  <a:gd name="T26" fmla="*/ 55 w 62"/>
                  <a:gd name="T27" fmla="*/ 50 h 66"/>
                  <a:gd name="T28" fmla="*/ 54 w 62"/>
                  <a:gd name="T29" fmla="*/ 40 h 66"/>
                  <a:gd name="T30" fmla="*/ 56 w 62"/>
                  <a:gd name="T31" fmla="*/ 21 h 66"/>
                  <a:gd name="T32" fmla="*/ 58 w 62"/>
                  <a:gd name="T33" fmla="*/ 12 h 66"/>
                  <a:gd name="T34" fmla="*/ 33 w 62"/>
                  <a:gd name="T35" fmla="*/ 40 h 66"/>
                  <a:gd name="T36" fmla="*/ 16 w 62"/>
                  <a:gd name="T37" fmla="*/ 52 h 66"/>
                  <a:gd name="T38" fmla="*/ 15 w 62"/>
                  <a:gd name="T39" fmla="*/ 47 h 66"/>
                  <a:gd name="T40" fmla="*/ 24 w 62"/>
                  <a:gd name="T41" fmla="*/ 25 h 66"/>
                  <a:gd name="T42" fmla="*/ 39 w 62"/>
                  <a:gd name="T43" fmla="*/ 12 h 66"/>
                  <a:gd name="T44" fmla="*/ 42 w 62"/>
                  <a:gd name="T45" fmla="*/ 14 h 66"/>
                  <a:gd name="T46" fmla="*/ 43 w 62"/>
                  <a:gd name="T47" fmla="*/ 18 h 66"/>
                  <a:gd name="T48" fmla="*/ 33 w 62"/>
                  <a:gd name="T49" fmla="*/ 4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2" h="66">
                    <a:moveTo>
                      <a:pt x="58" y="12"/>
                    </a:moveTo>
                    <a:cubicBezTo>
                      <a:pt x="58" y="9"/>
                      <a:pt x="55" y="7"/>
                      <a:pt x="51" y="7"/>
                    </a:cubicBezTo>
                    <a:cubicBezTo>
                      <a:pt x="49" y="2"/>
                      <a:pt x="46" y="0"/>
                      <a:pt x="42" y="0"/>
                    </a:cubicBezTo>
                    <a:cubicBezTo>
                      <a:pt x="32" y="0"/>
                      <a:pt x="23" y="6"/>
                      <a:pt x="14" y="17"/>
                    </a:cubicBezTo>
                    <a:cubicBezTo>
                      <a:pt x="5" y="29"/>
                      <a:pt x="0" y="40"/>
                      <a:pt x="0" y="50"/>
                    </a:cubicBezTo>
                    <a:cubicBezTo>
                      <a:pt x="0" y="54"/>
                      <a:pt x="2" y="58"/>
                      <a:pt x="4" y="60"/>
                    </a:cubicBezTo>
                    <a:cubicBezTo>
                      <a:pt x="7" y="63"/>
                      <a:pt x="10" y="64"/>
                      <a:pt x="13" y="64"/>
                    </a:cubicBezTo>
                    <a:cubicBezTo>
                      <a:pt x="23" y="64"/>
                      <a:pt x="32" y="58"/>
                      <a:pt x="43" y="44"/>
                    </a:cubicBezTo>
                    <a:cubicBezTo>
                      <a:pt x="42" y="59"/>
                      <a:pt x="45" y="66"/>
                      <a:pt x="52" y="66"/>
                    </a:cubicBezTo>
                    <a:cubicBezTo>
                      <a:pt x="55" y="66"/>
                      <a:pt x="57" y="65"/>
                      <a:pt x="59" y="64"/>
                    </a:cubicBezTo>
                    <a:cubicBezTo>
                      <a:pt x="61" y="63"/>
                      <a:pt x="62" y="61"/>
                      <a:pt x="62" y="59"/>
                    </a:cubicBezTo>
                    <a:cubicBezTo>
                      <a:pt x="62" y="58"/>
                      <a:pt x="61" y="57"/>
                      <a:pt x="59" y="56"/>
                    </a:cubicBezTo>
                    <a:cubicBezTo>
                      <a:pt x="58" y="55"/>
                      <a:pt x="57" y="55"/>
                      <a:pt x="56" y="54"/>
                    </a:cubicBezTo>
                    <a:cubicBezTo>
                      <a:pt x="56" y="54"/>
                      <a:pt x="56" y="52"/>
                      <a:pt x="55" y="50"/>
                    </a:cubicBezTo>
                    <a:cubicBezTo>
                      <a:pt x="54" y="48"/>
                      <a:pt x="54" y="45"/>
                      <a:pt x="54" y="40"/>
                    </a:cubicBezTo>
                    <a:cubicBezTo>
                      <a:pt x="54" y="35"/>
                      <a:pt x="55" y="29"/>
                      <a:pt x="56" y="21"/>
                    </a:cubicBezTo>
                    <a:cubicBezTo>
                      <a:pt x="57" y="17"/>
                      <a:pt x="58" y="14"/>
                      <a:pt x="58" y="12"/>
                    </a:cubicBezTo>
                    <a:close/>
                    <a:moveTo>
                      <a:pt x="33" y="40"/>
                    </a:moveTo>
                    <a:cubicBezTo>
                      <a:pt x="27" y="48"/>
                      <a:pt x="21" y="52"/>
                      <a:pt x="16" y="52"/>
                    </a:cubicBezTo>
                    <a:cubicBezTo>
                      <a:pt x="15" y="52"/>
                      <a:pt x="15" y="50"/>
                      <a:pt x="15" y="47"/>
                    </a:cubicBezTo>
                    <a:cubicBezTo>
                      <a:pt x="15" y="41"/>
                      <a:pt x="18" y="34"/>
                      <a:pt x="24" y="25"/>
                    </a:cubicBezTo>
                    <a:cubicBezTo>
                      <a:pt x="30" y="16"/>
                      <a:pt x="35" y="12"/>
                      <a:pt x="39" y="12"/>
                    </a:cubicBezTo>
                    <a:cubicBezTo>
                      <a:pt x="40" y="12"/>
                      <a:pt x="41" y="13"/>
                      <a:pt x="42" y="14"/>
                    </a:cubicBezTo>
                    <a:cubicBezTo>
                      <a:pt x="43" y="15"/>
                      <a:pt x="43" y="17"/>
                      <a:pt x="43" y="18"/>
                    </a:cubicBezTo>
                    <a:cubicBezTo>
                      <a:pt x="43" y="25"/>
                      <a:pt x="40" y="32"/>
                      <a:pt x="33"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 name="Freeform 344"/>
              <p:cNvSpPr>
                <a:spLocks noEditPoints="1"/>
              </p:cNvSpPr>
              <p:nvPr/>
            </p:nvSpPr>
            <p:spPr bwMode="auto">
              <a:xfrm>
                <a:off x="5084763" y="2387601"/>
                <a:ext cx="92075" cy="130175"/>
              </a:xfrm>
              <a:custGeom>
                <a:avLst/>
                <a:gdLst>
                  <a:gd name="T0" fmla="*/ 67 w 71"/>
                  <a:gd name="T1" fmla="*/ 18 h 100"/>
                  <a:gd name="T2" fmla="*/ 69 w 71"/>
                  <a:gd name="T3" fmla="*/ 8 h 100"/>
                  <a:gd name="T4" fmla="*/ 68 w 71"/>
                  <a:gd name="T5" fmla="*/ 2 h 100"/>
                  <a:gd name="T6" fmla="*/ 63 w 71"/>
                  <a:gd name="T7" fmla="*/ 0 h 100"/>
                  <a:gd name="T8" fmla="*/ 59 w 71"/>
                  <a:gd name="T9" fmla="*/ 1 h 100"/>
                  <a:gd name="T10" fmla="*/ 56 w 71"/>
                  <a:gd name="T11" fmla="*/ 6 h 100"/>
                  <a:gd name="T12" fmla="*/ 53 w 71"/>
                  <a:gd name="T13" fmla="*/ 18 h 100"/>
                  <a:gd name="T14" fmla="*/ 48 w 71"/>
                  <a:gd name="T15" fmla="*/ 41 h 100"/>
                  <a:gd name="T16" fmla="*/ 37 w 71"/>
                  <a:gd name="T17" fmla="*/ 37 h 100"/>
                  <a:gd name="T18" fmla="*/ 12 w 71"/>
                  <a:gd name="T19" fmla="*/ 52 h 100"/>
                  <a:gd name="T20" fmla="*/ 0 w 71"/>
                  <a:gd name="T21" fmla="*/ 82 h 100"/>
                  <a:gd name="T22" fmla="*/ 4 w 71"/>
                  <a:gd name="T23" fmla="*/ 95 h 100"/>
                  <a:gd name="T24" fmla="*/ 14 w 71"/>
                  <a:gd name="T25" fmla="*/ 100 h 100"/>
                  <a:gd name="T26" fmla="*/ 44 w 71"/>
                  <a:gd name="T27" fmla="*/ 78 h 100"/>
                  <a:gd name="T28" fmla="*/ 46 w 71"/>
                  <a:gd name="T29" fmla="*/ 93 h 100"/>
                  <a:gd name="T30" fmla="*/ 55 w 71"/>
                  <a:gd name="T31" fmla="*/ 99 h 100"/>
                  <a:gd name="T32" fmla="*/ 65 w 71"/>
                  <a:gd name="T33" fmla="*/ 95 h 100"/>
                  <a:gd name="T34" fmla="*/ 71 w 71"/>
                  <a:gd name="T35" fmla="*/ 87 h 100"/>
                  <a:gd name="T36" fmla="*/ 68 w 71"/>
                  <a:gd name="T37" fmla="*/ 84 h 100"/>
                  <a:gd name="T38" fmla="*/ 65 w 71"/>
                  <a:gd name="T39" fmla="*/ 85 h 100"/>
                  <a:gd name="T40" fmla="*/ 60 w 71"/>
                  <a:gd name="T41" fmla="*/ 86 h 100"/>
                  <a:gd name="T42" fmla="*/ 56 w 71"/>
                  <a:gd name="T43" fmla="*/ 76 h 100"/>
                  <a:gd name="T44" fmla="*/ 59 w 71"/>
                  <a:gd name="T45" fmla="*/ 48 h 100"/>
                  <a:gd name="T46" fmla="*/ 67 w 71"/>
                  <a:gd name="T47" fmla="*/ 18 h 100"/>
                  <a:gd name="T48" fmla="*/ 34 w 71"/>
                  <a:gd name="T49" fmla="*/ 74 h 100"/>
                  <a:gd name="T50" fmla="*/ 17 w 71"/>
                  <a:gd name="T51" fmla="*/ 87 h 100"/>
                  <a:gd name="T52" fmla="*/ 13 w 71"/>
                  <a:gd name="T53" fmla="*/ 81 h 100"/>
                  <a:gd name="T54" fmla="*/ 21 w 71"/>
                  <a:gd name="T55" fmla="*/ 60 h 100"/>
                  <a:gd name="T56" fmla="*/ 37 w 71"/>
                  <a:gd name="T57" fmla="*/ 49 h 100"/>
                  <a:gd name="T58" fmla="*/ 42 w 71"/>
                  <a:gd name="T59" fmla="*/ 51 h 100"/>
                  <a:gd name="T60" fmla="*/ 44 w 71"/>
                  <a:gd name="T61" fmla="*/ 55 h 100"/>
                  <a:gd name="T62" fmla="*/ 34 w 71"/>
                  <a:gd name="T63" fmla="*/ 74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1" h="100">
                    <a:moveTo>
                      <a:pt x="67" y="18"/>
                    </a:moveTo>
                    <a:cubicBezTo>
                      <a:pt x="69" y="12"/>
                      <a:pt x="69" y="9"/>
                      <a:pt x="69" y="8"/>
                    </a:cubicBezTo>
                    <a:cubicBezTo>
                      <a:pt x="69" y="6"/>
                      <a:pt x="69" y="4"/>
                      <a:pt x="68" y="2"/>
                    </a:cubicBezTo>
                    <a:cubicBezTo>
                      <a:pt x="67" y="1"/>
                      <a:pt x="65" y="0"/>
                      <a:pt x="63" y="0"/>
                    </a:cubicBezTo>
                    <a:cubicBezTo>
                      <a:pt x="62" y="0"/>
                      <a:pt x="61" y="0"/>
                      <a:pt x="59" y="1"/>
                    </a:cubicBezTo>
                    <a:cubicBezTo>
                      <a:pt x="58" y="2"/>
                      <a:pt x="56" y="4"/>
                      <a:pt x="56" y="6"/>
                    </a:cubicBezTo>
                    <a:cubicBezTo>
                      <a:pt x="55" y="8"/>
                      <a:pt x="54" y="12"/>
                      <a:pt x="53" y="18"/>
                    </a:cubicBezTo>
                    <a:cubicBezTo>
                      <a:pt x="52" y="21"/>
                      <a:pt x="51" y="29"/>
                      <a:pt x="48" y="41"/>
                    </a:cubicBezTo>
                    <a:cubicBezTo>
                      <a:pt x="46" y="39"/>
                      <a:pt x="42" y="37"/>
                      <a:pt x="37" y="37"/>
                    </a:cubicBezTo>
                    <a:cubicBezTo>
                      <a:pt x="29" y="37"/>
                      <a:pt x="20" y="42"/>
                      <a:pt x="12" y="52"/>
                    </a:cubicBezTo>
                    <a:cubicBezTo>
                      <a:pt x="4" y="62"/>
                      <a:pt x="0" y="72"/>
                      <a:pt x="0" y="82"/>
                    </a:cubicBezTo>
                    <a:cubicBezTo>
                      <a:pt x="0" y="87"/>
                      <a:pt x="1" y="92"/>
                      <a:pt x="4" y="95"/>
                    </a:cubicBezTo>
                    <a:cubicBezTo>
                      <a:pt x="6" y="98"/>
                      <a:pt x="9" y="100"/>
                      <a:pt x="14" y="100"/>
                    </a:cubicBezTo>
                    <a:cubicBezTo>
                      <a:pt x="24" y="100"/>
                      <a:pt x="34" y="93"/>
                      <a:pt x="44" y="78"/>
                    </a:cubicBezTo>
                    <a:cubicBezTo>
                      <a:pt x="43" y="84"/>
                      <a:pt x="44" y="89"/>
                      <a:pt x="46" y="93"/>
                    </a:cubicBezTo>
                    <a:cubicBezTo>
                      <a:pt x="48" y="97"/>
                      <a:pt x="51" y="99"/>
                      <a:pt x="55" y="99"/>
                    </a:cubicBezTo>
                    <a:cubicBezTo>
                      <a:pt x="58" y="99"/>
                      <a:pt x="62" y="98"/>
                      <a:pt x="65" y="95"/>
                    </a:cubicBezTo>
                    <a:cubicBezTo>
                      <a:pt x="69" y="92"/>
                      <a:pt x="71" y="90"/>
                      <a:pt x="71" y="87"/>
                    </a:cubicBezTo>
                    <a:cubicBezTo>
                      <a:pt x="71" y="85"/>
                      <a:pt x="70" y="84"/>
                      <a:pt x="68" y="84"/>
                    </a:cubicBezTo>
                    <a:cubicBezTo>
                      <a:pt x="68" y="84"/>
                      <a:pt x="66" y="84"/>
                      <a:pt x="65" y="85"/>
                    </a:cubicBezTo>
                    <a:cubicBezTo>
                      <a:pt x="63" y="86"/>
                      <a:pt x="61" y="86"/>
                      <a:pt x="60" y="86"/>
                    </a:cubicBezTo>
                    <a:cubicBezTo>
                      <a:pt x="57" y="86"/>
                      <a:pt x="56" y="83"/>
                      <a:pt x="56" y="76"/>
                    </a:cubicBezTo>
                    <a:cubicBezTo>
                      <a:pt x="56" y="69"/>
                      <a:pt x="57" y="60"/>
                      <a:pt x="59" y="48"/>
                    </a:cubicBezTo>
                    <a:cubicBezTo>
                      <a:pt x="62" y="36"/>
                      <a:pt x="64" y="26"/>
                      <a:pt x="67" y="18"/>
                    </a:cubicBezTo>
                    <a:close/>
                    <a:moveTo>
                      <a:pt x="34" y="74"/>
                    </a:moveTo>
                    <a:cubicBezTo>
                      <a:pt x="28" y="83"/>
                      <a:pt x="22" y="87"/>
                      <a:pt x="17" y="87"/>
                    </a:cubicBezTo>
                    <a:cubicBezTo>
                      <a:pt x="15" y="87"/>
                      <a:pt x="13" y="85"/>
                      <a:pt x="13" y="81"/>
                    </a:cubicBezTo>
                    <a:cubicBezTo>
                      <a:pt x="13" y="75"/>
                      <a:pt x="16" y="68"/>
                      <a:pt x="21" y="60"/>
                    </a:cubicBezTo>
                    <a:cubicBezTo>
                      <a:pt x="27" y="52"/>
                      <a:pt x="32" y="49"/>
                      <a:pt x="37" y="49"/>
                    </a:cubicBezTo>
                    <a:cubicBezTo>
                      <a:pt x="39" y="49"/>
                      <a:pt x="41" y="49"/>
                      <a:pt x="42" y="51"/>
                    </a:cubicBezTo>
                    <a:cubicBezTo>
                      <a:pt x="43" y="52"/>
                      <a:pt x="44" y="53"/>
                      <a:pt x="44" y="55"/>
                    </a:cubicBezTo>
                    <a:cubicBezTo>
                      <a:pt x="44" y="59"/>
                      <a:pt x="41" y="66"/>
                      <a:pt x="34"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 name="Freeform 345"/>
              <p:cNvSpPr>
                <a:spLocks/>
              </p:cNvSpPr>
              <p:nvPr/>
            </p:nvSpPr>
            <p:spPr bwMode="auto">
              <a:xfrm>
                <a:off x="5189538" y="2435226"/>
                <a:ext cx="26988" cy="82550"/>
              </a:xfrm>
              <a:custGeom>
                <a:avLst/>
                <a:gdLst>
                  <a:gd name="T0" fmla="*/ 3 w 21"/>
                  <a:gd name="T1" fmla="*/ 28 h 64"/>
                  <a:gd name="T2" fmla="*/ 0 w 21"/>
                  <a:gd name="T3" fmla="*/ 52 h 64"/>
                  <a:gd name="T4" fmla="*/ 8 w 21"/>
                  <a:gd name="T5" fmla="*/ 64 h 64"/>
                  <a:gd name="T6" fmla="*/ 13 w 21"/>
                  <a:gd name="T7" fmla="*/ 61 h 64"/>
                  <a:gd name="T8" fmla="*/ 16 w 21"/>
                  <a:gd name="T9" fmla="*/ 58 h 64"/>
                  <a:gd name="T10" fmla="*/ 16 w 21"/>
                  <a:gd name="T11" fmla="*/ 56 h 64"/>
                  <a:gd name="T12" fmla="*/ 14 w 21"/>
                  <a:gd name="T13" fmla="*/ 47 h 64"/>
                  <a:gd name="T14" fmla="*/ 15 w 21"/>
                  <a:gd name="T15" fmla="*/ 35 h 64"/>
                  <a:gd name="T16" fmla="*/ 19 w 21"/>
                  <a:gd name="T17" fmla="*/ 17 h 64"/>
                  <a:gd name="T18" fmla="*/ 19 w 21"/>
                  <a:gd name="T19" fmla="*/ 16 h 64"/>
                  <a:gd name="T20" fmla="*/ 21 w 21"/>
                  <a:gd name="T21" fmla="*/ 6 h 64"/>
                  <a:gd name="T22" fmla="*/ 19 w 21"/>
                  <a:gd name="T23" fmla="*/ 2 h 64"/>
                  <a:gd name="T24" fmla="*/ 13 w 21"/>
                  <a:gd name="T25" fmla="*/ 0 h 64"/>
                  <a:gd name="T26" fmla="*/ 8 w 21"/>
                  <a:gd name="T27" fmla="*/ 3 h 64"/>
                  <a:gd name="T28" fmla="*/ 6 w 21"/>
                  <a:gd name="T29" fmla="*/ 10 h 64"/>
                  <a:gd name="T30" fmla="*/ 4 w 21"/>
                  <a:gd name="T31" fmla="*/ 22 h 64"/>
                  <a:gd name="T32" fmla="*/ 4 w 21"/>
                  <a:gd name="T33" fmla="*/ 22 h 64"/>
                  <a:gd name="T34" fmla="*/ 3 w 21"/>
                  <a:gd name="T35" fmla="*/ 28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64">
                    <a:moveTo>
                      <a:pt x="3" y="28"/>
                    </a:moveTo>
                    <a:cubicBezTo>
                      <a:pt x="1" y="38"/>
                      <a:pt x="0" y="46"/>
                      <a:pt x="0" y="52"/>
                    </a:cubicBezTo>
                    <a:cubicBezTo>
                      <a:pt x="0" y="60"/>
                      <a:pt x="3" y="64"/>
                      <a:pt x="8" y="64"/>
                    </a:cubicBezTo>
                    <a:cubicBezTo>
                      <a:pt x="10" y="64"/>
                      <a:pt x="12" y="63"/>
                      <a:pt x="13" y="61"/>
                    </a:cubicBezTo>
                    <a:cubicBezTo>
                      <a:pt x="15" y="60"/>
                      <a:pt x="16" y="59"/>
                      <a:pt x="16" y="58"/>
                    </a:cubicBezTo>
                    <a:cubicBezTo>
                      <a:pt x="16" y="57"/>
                      <a:pt x="16" y="57"/>
                      <a:pt x="16" y="56"/>
                    </a:cubicBezTo>
                    <a:cubicBezTo>
                      <a:pt x="15" y="52"/>
                      <a:pt x="14" y="49"/>
                      <a:pt x="14" y="47"/>
                    </a:cubicBezTo>
                    <a:cubicBezTo>
                      <a:pt x="14" y="44"/>
                      <a:pt x="15" y="40"/>
                      <a:pt x="15" y="35"/>
                    </a:cubicBezTo>
                    <a:cubicBezTo>
                      <a:pt x="15" y="31"/>
                      <a:pt x="17" y="24"/>
                      <a:pt x="19" y="17"/>
                    </a:cubicBezTo>
                    <a:cubicBezTo>
                      <a:pt x="19" y="16"/>
                      <a:pt x="19" y="16"/>
                      <a:pt x="19" y="16"/>
                    </a:cubicBezTo>
                    <a:cubicBezTo>
                      <a:pt x="21" y="11"/>
                      <a:pt x="21" y="8"/>
                      <a:pt x="21" y="6"/>
                    </a:cubicBezTo>
                    <a:cubicBezTo>
                      <a:pt x="21" y="5"/>
                      <a:pt x="21" y="3"/>
                      <a:pt x="19" y="2"/>
                    </a:cubicBezTo>
                    <a:cubicBezTo>
                      <a:pt x="18" y="1"/>
                      <a:pt x="16" y="0"/>
                      <a:pt x="13" y="0"/>
                    </a:cubicBezTo>
                    <a:cubicBezTo>
                      <a:pt x="11" y="0"/>
                      <a:pt x="9" y="1"/>
                      <a:pt x="8" y="3"/>
                    </a:cubicBezTo>
                    <a:cubicBezTo>
                      <a:pt x="7" y="5"/>
                      <a:pt x="6" y="7"/>
                      <a:pt x="6" y="10"/>
                    </a:cubicBezTo>
                    <a:cubicBezTo>
                      <a:pt x="6" y="11"/>
                      <a:pt x="5" y="15"/>
                      <a:pt x="4" y="22"/>
                    </a:cubicBezTo>
                    <a:cubicBezTo>
                      <a:pt x="4" y="22"/>
                      <a:pt x="4" y="22"/>
                      <a:pt x="4" y="22"/>
                    </a:cubicBezTo>
                    <a:cubicBezTo>
                      <a:pt x="4" y="24"/>
                      <a:pt x="3" y="26"/>
                      <a:pt x="3"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 name="Freeform 346"/>
              <p:cNvSpPr>
                <a:spLocks/>
              </p:cNvSpPr>
              <p:nvPr/>
            </p:nvSpPr>
            <p:spPr bwMode="auto">
              <a:xfrm>
                <a:off x="5205413" y="2392363"/>
                <a:ext cx="25400" cy="23813"/>
              </a:xfrm>
              <a:custGeom>
                <a:avLst/>
                <a:gdLst>
                  <a:gd name="T0" fmla="*/ 15 w 19"/>
                  <a:gd name="T1" fmla="*/ 15 h 18"/>
                  <a:gd name="T2" fmla="*/ 19 w 19"/>
                  <a:gd name="T3" fmla="*/ 8 h 18"/>
                  <a:gd name="T4" fmla="*/ 17 w 19"/>
                  <a:gd name="T5" fmla="*/ 2 h 18"/>
                  <a:gd name="T6" fmla="*/ 10 w 19"/>
                  <a:gd name="T7" fmla="*/ 0 h 18"/>
                  <a:gd name="T8" fmla="*/ 3 w 19"/>
                  <a:gd name="T9" fmla="*/ 2 h 18"/>
                  <a:gd name="T10" fmla="*/ 0 w 19"/>
                  <a:gd name="T11" fmla="*/ 9 h 18"/>
                  <a:gd name="T12" fmla="*/ 3 w 19"/>
                  <a:gd name="T13" fmla="*/ 15 h 18"/>
                  <a:gd name="T14" fmla="*/ 9 w 19"/>
                  <a:gd name="T15" fmla="*/ 18 h 18"/>
                  <a:gd name="T16" fmla="*/ 15 w 19"/>
                  <a:gd name="T17" fmla="*/ 1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8">
                    <a:moveTo>
                      <a:pt x="15" y="15"/>
                    </a:moveTo>
                    <a:cubicBezTo>
                      <a:pt x="18" y="13"/>
                      <a:pt x="19" y="10"/>
                      <a:pt x="19" y="8"/>
                    </a:cubicBezTo>
                    <a:cubicBezTo>
                      <a:pt x="19" y="6"/>
                      <a:pt x="18" y="4"/>
                      <a:pt x="17" y="2"/>
                    </a:cubicBezTo>
                    <a:cubicBezTo>
                      <a:pt x="15" y="1"/>
                      <a:pt x="13" y="0"/>
                      <a:pt x="10" y="0"/>
                    </a:cubicBezTo>
                    <a:cubicBezTo>
                      <a:pt x="7" y="0"/>
                      <a:pt x="4" y="1"/>
                      <a:pt x="3" y="2"/>
                    </a:cubicBezTo>
                    <a:cubicBezTo>
                      <a:pt x="1" y="4"/>
                      <a:pt x="0" y="6"/>
                      <a:pt x="0" y="9"/>
                    </a:cubicBezTo>
                    <a:cubicBezTo>
                      <a:pt x="0" y="11"/>
                      <a:pt x="1" y="13"/>
                      <a:pt x="3" y="15"/>
                    </a:cubicBezTo>
                    <a:cubicBezTo>
                      <a:pt x="5" y="17"/>
                      <a:pt x="7" y="18"/>
                      <a:pt x="9" y="18"/>
                    </a:cubicBezTo>
                    <a:cubicBezTo>
                      <a:pt x="11" y="18"/>
                      <a:pt x="13" y="17"/>
                      <a:pt x="15"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 name="Freeform 347"/>
              <p:cNvSpPr>
                <a:spLocks/>
              </p:cNvSpPr>
              <p:nvPr/>
            </p:nvSpPr>
            <p:spPr bwMode="auto">
              <a:xfrm>
                <a:off x="5229226" y="2433638"/>
                <a:ext cx="85725" cy="85725"/>
              </a:xfrm>
              <a:custGeom>
                <a:avLst/>
                <a:gdLst>
                  <a:gd name="T0" fmla="*/ 46 w 66"/>
                  <a:gd name="T1" fmla="*/ 9 h 67"/>
                  <a:gd name="T2" fmla="*/ 34 w 66"/>
                  <a:gd name="T3" fmla="*/ 28 h 67"/>
                  <a:gd name="T4" fmla="*/ 25 w 66"/>
                  <a:gd name="T5" fmla="*/ 41 h 67"/>
                  <a:gd name="T6" fmla="*/ 23 w 66"/>
                  <a:gd name="T7" fmla="*/ 46 h 67"/>
                  <a:gd name="T8" fmla="*/ 22 w 66"/>
                  <a:gd name="T9" fmla="*/ 42 h 67"/>
                  <a:gd name="T10" fmla="*/ 20 w 66"/>
                  <a:gd name="T11" fmla="*/ 36 h 67"/>
                  <a:gd name="T12" fmla="*/ 17 w 66"/>
                  <a:gd name="T13" fmla="*/ 26 h 67"/>
                  <a:gd name="T14" fmla="*/ 15 w 66"/>
                  <a:gd name="T15" fmla="*/ 17 h 67"/>
                  <a:gd name="T16" fmla="*/ 15 w 66"/>
                  <a:gd name="T17" fmla="*/ 9 h 67"/>
                  <a:gd name="T18" fmla="*/ 7 w 66"/>
                  <a:gd name="T19" fmla="*/ 1 h 67"/>
                  <a:gd name="T20" fmla="*/ 0 w 66"/>
                  <a:gd name="T21" fmla="*/ 10 h 67"/>
                  <a:gd name="T22" fmla="*/ 9 w 66"/>
                  <a:gd name="T23" fmla="*/ 46 h 67"/>
                  <a:gd name="T24" fmla="*/ 14 w 66"/>
                  <a:gd name="T25" fmla="*/ 62 h 67"/>
                  <a:gd name="T26" fmla="*/ 21 w 66"/>
                  <a:gd name="T27" fmla="*/ 67 h 67"/>
                  <a:gd name="T28" fmla="*/ 31 w 66"/>
                  <a:gd name="T29" fmla="*/ 57 h 67"/>
                  <a:gd name="T30" fmla="*/ 48 w 66"/>
                  <a:gd name="T31" fmla="*/ 28 h 67"/>
                  <a:gd name="T32" fmla="*/ 61 w 66"/>
                  <a:gd name="T33" fmla="*/ 13 h 67"/>
                  <a:gd name="T34" fmla="*/ 66 w 66"/>
                  <a:gd name="T35" fmla="*/ 6 h 67"/>
                  <a:gd name="T36" fmla="*/ 64 w 66"/>
                  <a:gd name="T37" fmla="*/ 2 h 67"/>
                  <a:gd name="T38" fmla="*/ 59 w 66"/>
                  <a:gd name="T39" fmla="*/ 0 h 67"/>
                  <a:gd name="T40" fmla="*/ 54 w 66"/>
                  <a:gd name="T41" fmla="*/ 1 h 67"/>
                  <a:gd name="T42" fmla="*/ 46 w 66"/>
                  <a:gd name="T43" fmla="*/ 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6" h="67">
                    <a:moveTo>
                      <a:pt x="46" y="9"/>
                    </a:moveTo>
                    <a:cubicBezTo>
                      <a:pt x="42" y="14"/>
                      <a:pt x="38" y="20"/>
                      <a:pt x="34" y="28"/>
                    </a:cubicBezTo>
                    <a:cubicBezTo>
                      <a:pt x="29" y="35"/>
                      <a:pt x="26" y="40"/>
                      <a:pt x="25" y="41"/>
                    </a:cubicBezTo>
                    <a:cubicBezTo>
                      <a:pt x="24" y="44"/>
                      <a:pt x="23" y="46"/>
                      <a:pt x="23" y="46"/>
                    </a:cubicBezTo>
                    <a:cubicBezTo>
                      <a:pt x="23" y="45"/>
                      <a:pt x="22" y="44"/>
                      <a:pt x="22" y="42"/>
                    </a:cubicBezTo>
                    <a:cubicBezTo>
                      <a:pt x="21" y="40"/>
                      <a:pt x="20" y="38"/>
                      <a:pt x="20" y="36"/>
                    </a:cubicBezTo>
                    <a:cubicBezTo>
                      <a:pt x="19" y="33"/>
                      <a:pt x="18" y="30"/>
                      <a:pt x="17" y="26"/>
                    </a:cubicBezTo>
                    <a:cubicBezTo>
                      <a:pt x="16" y="22"/>
                      <a:pt x="15" y="19"/>
                      <a:pt x="15" y="17"/>
                    </a:cubicBezTo>
                    <a:cubicBezTo>
                      <a:pt x="15" y="16"/>
                      <a:pt x="15" y="13"/>
                      <a:pt x="15" y="9"/>
                    </a:cubicBezTo>
                    <a:cubicBezTo>
                      <a:pt x="15" y="3"/>
                      <a:pt x="12" y="1"/>
                      <a:pt x="7" y="1"/>
                    </a:cubicBezTo>
                    <a:cubicBezTo>
                      <a:pt x="2" y="1"/>
                      <a:pt x="0" y="4"/>
                      <a:pt x="0" y="10"/>
                    </a:cubicBezTo>
                    <a:cubicBezTo>
                      <a:pt x="0" y="17"/>
                      <a:pt x="3" y="29"/>
                      <a:pt x="9" y="46"/>
                    </a:cubicBezTo>
                    <a:cubicBezTo>
                      <a:pt x="12" y="54"/>
                      <a:pt x="14" y="60"/>
                      <a:pt x="14" y="62"/>
                    </a:cubicBezTo>
                    <a:cubicBezTo>
                      <a:pt x="16" y="65"/>
                      <a:pt x="19" y="67"/>
                      <a:pt x="21" y="67"/>
                    </a:cubicBezTo>
                    <a:cubicBezTo>
                      <a:pt x="24" y="67"/>
                      <a:pt x="27" y="64"/>
                      <a:pt x="31" y="57"/>
                    </a:cubicBezTo>
                    <a:cubicBezTo>
                      <a:pt x="37" y="45"/>
                      <a:pt x="43" y="36"/>
                      <a:pt x="48" y="28"/>
                    </a:cubicBezTo>
                    <a:cubicBezTo>
                      <a:pt x="54" y="20"/>
                      <a:pt x="58" y="15"/>
                      <a:pt x="61" y="13"/>
                    </a:cubicBezTo>
                    <a:cubicBezTo>
                      <a:pt x="65" y="11"/>
                      <a:pt x="66" y="9"/>
                      <a:pt x="66" y="6"/>
                    </a:cubicBezTo>
                    <a:cubicBezTo>
                      <a:pt x="66" y="5"/>
                      <a:pt x="66" y="3"/>
                      <a:pt x="64" y="2"/>
                    </a:cubicBezTo>
                    <a:cubicBezTo>
                      <a:pt x="63" y="0"/>
                      <a:pt x="61" y="0"/>
                      <a:pt x="59" y="0"/>
                    </a:cubicBezTo>
                    <a:cubicBezTo>
                      <a:pt x="57" y="0"/>
                      <a:pt x="56" y="0"/>
                      <a:pt x="54" y="1"/>
                    </a:cubicBezTo>
                    <a:cubicBezTo>
                      <a:pt x="52" y="2"/>
                      <a:pt x="49" y="5"/>
                      <a:pt x="46"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 name="Freeform 348"/>
              <p:cNvSpPr>
                <a:spLocks noEditPoints="1"/>
              </p:cNvSpPr>
              <p:nvPr/>
            </p:nvSpPr>
            <p:spPr bwMode="auto">
              <a:xfrm>
                <a:off x="5313363" y="2430463"/>
                <a:ext cx="69850" cy="87313"/>
              </a:xfrm>
              <a:custGeom>
                <a:avLst/>
                <a:gdLst>
                  <a:gd name="T0" fmla="*/ 6 w 54"/>
                  <a:gd name="T1" fmla="*/ 61 h 68"/>
                  <a:gd name="T2" fmla="*/ 21 w 54"/>
                  <a:gd name="T3" fmla="*/ 68 h 68"/>
                  <a:gd name="T4" fmla="*/ 44 w 54"/>
                  <a:gd name="T5" fmla="*/ 59 h 68"/>
                  <a:gd name="T6" fmla="*/ 54 w 54"/>
                  <a:gd name="T7" fmla="*/ 45 h 68"/>
                  <a:gd name="T8" fmla="*/ 51 w 54"/>
                  <a:gd name="T9" fmla="*/ 41 h 68"/>
                  <a:gd name="T10" fmla="*/ 47 w 54"/>
                  <a:gd name="T11" fmla="*/ 43 h 68"/>
                  <a:gd name="T12" fmla="*/ 24 w 54"/>
                  <a:gd name="T13" fmla="*/ 55 h 68"/>
                  <a:gd name="T14" fmla="*/ 17 w 54"/>
                  <a:gd name="T15" fmla="*/ 53 h 68"/>
                  <a:gd name="T16" fmla="*/ 14 w 54"/>
                  <a:gd name="T17" fmla="*/ 47 h 68"/>
                  <a:gd name="T18" fmla="*/ 16 w 54"/>
                  <a:gd name="T19" fmla="*/ 45 h 68"/>
                  <a:gd name="T20" fmla="*/ 41 w 54"/>
                  <a:gd name="T21" fmla="*/ 33 h 68"/>
                  <a:gd name="T22" fmla="*/ 51 w 54"/>
                  <a:gd name="T23" fmla="*/ 13 h 68"/>
                  <a:gd name="T24" fmla="*/ 47 w 54"/>
                  <a:gd name="T25" fmla="*/ 4 h 68"/>
                  <a:gd name="T26" fmla="*/ 36 w 54"/>
                  <a:gd name="T27" fmla="*/ 0 h 68"/>
                  <a:gd name="T28" fmla="*/ 12 w 54"/>
                  <a:gd name="T29" fmla="*/ 14 h 68"/>
                  <a:gd name="T30" fmla="*/ 0 w 54"/>
                  <a:gd name="T31" fmla="*/ 44 h 68"/>
                  <a:gd name="T32" fmla="*/ 6 w 54"/>
                  <a:gd name="T33" fmla="*/ 61 h 68"/>
                  <a:gd name="T34" fmla="*/ 24 w 54"/>
                  <a:gd name="T35" fmla="*/ 19 h 68"/>
                  <a:gd name="T36" fmla="*/ 35 w 54"/>
                  <a:gd name="T37" fmla="*/ 11 h 68"/>
                  <a:gd name="T38" fmla="*/ 38 w 54"/>
                  <a:gd name="T39" fmla="*/ 13 h 68"/>
                  <a:gd name="T40" fmla="*/ 39 w 54"/>
                  <a:gd name="T41" fmla="*/ 16 h 68"/>
                  <a:gd name="T42" fmla="*/ 32 w 54"/>
                  <a:gd name="T43" fmla="*/ 27 h 68"/>
                  <a:gd name="T44" fmla="*/ 16 w 54"/>
                  <a:gd name="T45" fmla="*/ 35 h 68"/>
                  <a:gd name="T46" fmla="*/ 24 w 54"/>
                  <a:gd name="T47" fmla="*/ 1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 h="68">
                    <a:moveTo>
                      <a:pt x="6" y="61"/>
                    </a:moveTo>
                    <a:cubicBezTo>
                      <a:pt x="10" y="65"/>
                      <a:pt x="15" y="68"/>
                      <a:pt x="21" y="68"/>
                    </a:cubicBezTo>
                    <a:cubicBezTo>
                      <a:pt x="30" y="68"/>
                      <a:pt x="38" y="65"/>
                      <a:pt x="44" y="59"/>
                    </a:cubicBezTo>
                    <a:cubicBezTo>
                      <a:pt x="51" y="54"/>
                      <a:pt x="54" y="49"/>
                      <a:pt x="54" y="45"/>
                    </a:cubicBezTo>
                    <a:cubicBezTo>
                      <a:pt x="54" y="42"/>
                      <a:pt x="53" y="41"/>
                      <a:pt x="51" y="41"/>
                    </a:cubicBezTo>
                    <a:cubicBezTo>
                      <a:pt x="50" y="41"/>
                      <a:pt x="48" y="42"/>
                      <a:pt x="47" y="43"/>
                    </a:cubicBezTo>
                    <a:cubicBezTo>
                      <a:pt x="39" y="51"/>
                      <a:pt x="31" y="55"/>
                      <a:pt x="24" y="55"/>
                    </a:cubicBezTo>
                    <a:cubicBezTo>
                      <a:pt x="21" y="55"/>
                      <a:pt x="19" y="54"/>
                      <a:pt x="17" y="53"/>
                    </a:cubicBezTo>
                    <a:cubicBezTo>
                      <a:pt x="15" y="51"/>
                      <a:pt x="14" y="49"/>
                      <a:pt x="14" y="47"/>
                    </a:cubicBezTo>
                    <a:cubicBezTo>
                      <a:pt x="14" y="46"/>
                      <a:pt x="15" y="46"/>
                      <a:pt x="16" y="45"/>
                    </a:cubicBezTo>
                    <a:cubicBezTo>
                      <a:pt x="26" y="43"/>
                      <a:pt x="35" y="39"/>
                      <a:pt x="41" y="33"/>
                    </a:cubicBezTo>
                    <a:cubicBezTo>
                      <a:pt x="47" y="27"/>
                      <a:pt x="51" y="20"/>
                      <a:pt x="51" y="13"/>
                    </a:cubicBezTo>
                    <a:cubicBezTo>
                      <a:pt x="51" y="10"/>
                      <a:pt x="49" y="6"/>
                      <a:pt x="47" y="4"/>
                    </a:cubicBezTo>
                    <a:cubicBezTo>
                      <a:pt x="44" y="1"/>
                      <a:pt x="41" y="0"/>
                      <a:pt x="36" y="0"/>
                    </a:cubicBezTo>
                    <a:cubicBezTo>
                      <a:pt x="28" y="0"/>
                      <a:pt x="19" y="4"/>
                      <a:pt x="12" y="14"/>
                    </a:cubicBezTo>
                    <a:cubicBezTo>
                      <a:pt x="4" y="23"/>
                      <a:pt x="0" y="33"/>
                      <a:pt x="0" y="44"/>
                    </a:cubicBezTo>
                    <a:cubicBezTo>
                      <a:pt x="0" y="52"/>
                      <a:pt x="2" y="57"/>
                      <a:pt x="6" y="61"/>
                    </a:cubicBezTo>
                    <a:close/>
                    <a:moveTo>
                      <a:pt x="24" y="19"/>
                    </a:moveTo>
                    <a:cubicBezTo>
                      <a:pt x="28" y="14"/>
                      <a:pt x="31" y="11"/>
                      <a:pt x="35" y="11"/>
                    </a:cubicBezTo>
                    <a:cubicBezTo>
                      <a:pt x="36" y="11"/>
                      <a:pt x="37" y="12"/>
                      <a:pt x="38" y="13"/>
                    </a:cubicBezTo>
                    <a:cubicBezTo>
                      <a:pt x="38" y="14"/>
                      <a:pt x="39" y="15"/>
                      <a:pt x="39" y="16"/>
                    </a:cubicBezTo>
                    <a:cubicBezTo>
                      <a:pt x="39" y="19"/>
                      <a:pt x="36" y="23"/>
                      <a:pt x="32" y="27"/>
                    </a:cubicBezTo>
                    <a:cubicBezTo>
                      <a:pt x="27" y="31"/>
                      <a:pt x="22" y="33"/>
                      <a:pt x="16" y="35"/>
                    </a:cubicBezTo>
                    <a:cubicBezTo>
                      <a:pt x="17" y="29"/>
                      <a:pt x="20" y="24"/>
                      <a:pt x="24"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 name="Freeform 349"/>
              <p:cNvSpPr>
                <a:spLocks/>
              </p:cNvSpPr>
              <p:nvPr/>
            </p:nvSpPr>
            <p:spPr bwMode="auto">
              <a:xfrm>
                <a:off x="5399088" y="2433638"/>
                <a:ext cx="74613" cy="84138"/>
              </a:xfrm>
              <a:custGeom>
                <a:avLst/>
                <a:gdLst>
                  <a:gd name="T0" fmla="*/ 7 w 58"/>
                  <a:gd name="T1" fmla="*/ 66 h 66"/>
                  <a:gd name="T2" fmla="*/ 13 w 58"/>
                  <a:gd name="T3" fmla="*/ 64 h 66"/>
                  <a:gd name="T4" fmla="*/ 16 w 58"/>
                  <a:gd name="T5" fmla="*/ 57 h 66"/>
                  <a:gd name="T6" fmla="*/ 29 w 58"/>
                  <a:gd name="T7" fmla="*/ 27 h 66"/>
                  <a:gd name="T8" fmla="*/ 43 w 58"/>
                  <a:gd name="T9" fmla="*/ 13 h 66"/>
                  <a:gd name="T10" fmla="*/ 46 w 58"/>
                  <a:gd name="T11" fmla="*/ 15 h 66"/>
                  <a:gd name="T12" fmla="*/ 53 w 58"/>
                  <a:gd name="T13" fmla="*/ 18 h 66"/>
                  <a:gd name="T14" fmla="*/ 56 w 58"/>
                  <a:gd name="T15" fmla="*/ 16 h 66"/>
                  <a:gd name="T16" fmla="*/ 58 w 58"/>
                  <a:gd name="T17" fmla="*/ 11 h 66"/>
                  <a:gd name="T18" fmla="*/ 54 w 58"/>
                  <a:gd name="T19" fmla="*/ 4 h 66"/>
                  <a:gd name="T20" fmla="*/ 44 w 58"/>
                  <a:gd name="T21" fmla="*/ 0 h 66"/>
                  <a:gd name="T22" fmla="*/ 29 w 58"/>
                  <a:gd name="T23" fmla="*/ 9 h 66"/>
                  <a:gd name="T24" fmla="*/ 13 w 58"/>
                  <a:gd name="T25" fmla="*/ 32 h 66"/>
                  <a:gd name="T26" fmla="*/ 13 w 58"/>
                  <a:gd name="T27" fmla="*/ 34 h 66"/>
                  <a:gd name="T28" fmla="*/ 14 w 58"/>
                  <a:gd name="T29" fmla="*/ 25 h 66"/>
                  <a:gd name="T30" fmla="*/ 16 w 58"/>
                  <a:gd name="T31" fmla="*/ 18 h 66"/>
                  <a:gd name="T32" fmla="*/ 18 w 58"/>
                  <a:gd name="T33" fmla="*/ 7 h 66"/>
                  <a:gd name="T34" fmla="*/ 17 w 58"/>
                  <a:gd name="T35" fmla="*/ 3 h 66"/>
                  <a:gd name="T36" fmla="*/ 12 w 58"/>
                  <a:gd name="T37" fmla="*/ 1 h 66"/>
                  <a:gd name="T38" fmla="*/ 6 w 58"/>
                  <a:gd name="T39" fmla="*/ 3 h 66"/>
                  <a:gd name="T40" fmla="*/ 3 w 58"/>
                  <a:gd name="T41" fmla="*/ 7 h 66"/>
                  <a:gd name="T42" fmla="*/ 2 w 58"/>
                  <a:gd name="T43" fmla="*/ 15 h 66"/>
                  <a:gd name="T44" fmla="*/ 2 w 58"/>
                  <a:gd name="T45" fmla="*/ 19 h 66"/>
                  <a:gd name="T46" fmla="*/ 0 w 58"/>
                  <a:gd name="T47" fmla="*/ 35 h 66"/>
                  <a:gd name="T48" fmla="*/ 0 w 58"/>
                  <a:gd name="T49" fmla="*/ 47 h 66"/>
                  <a:gd name="T50" fmla="*/ 2 w 58"/>
                  <a:gd name="T51" fmla="*/ 61 h 66"/>
                  <a:gd name="T52" fmla="*/ 7 w 58"/>
                  <a:gd name="T53"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66">
                    <a:moveTo>
                      <a:pt x="7" y="66"/>
                    </a:moveTo>
                    <a:cubicBezTo>
                      <a:pt x="10" y="66"/>
                      <a:pt x="12" y="65"/>
                      <a:pt x="13" y="64"/>
                    </a:cubicBezTo>
                    <a:cubicBezTo>
                      <a:pt x="15" y="63"/>
                      <a:pt x="16" y="60"/>
                      <a:pt x="16" y="57"/>
                    </a:cubicBezTo>
                    <a:cubicBezTo>
                      <a:pt x="18" y="46"/>
                      <a:pt x="22" y="36"/>
                      <a:pt x="29" y="27"/>
                    </a:cubicBezTo>
                    <a:cubicBezTo>
                      <a:pt x="35" y="18"/>
                      <a:pt x="40" y="13"/>
                      <a:pt x="43" y="13"/>
                    </a:cubicBezTo>
                    <a:cubicBezTo>
                      <a:pt x="44" y="13"/>
                      <a:pt x="45" y="14"/>
                      <a:pt x="46" y="15"/>
                    </a:cubicBezTo>
                    <a:cubicBezTo>
                      <a:pt x="48" y="17"/>
                      <a:pt x="51" y="18"/>
                      <a:pt x="53" y="18"/>
                    </a:cubicBezTo>
                    <a:cubicBezTo>
                      <a:pt x="54" y="18"/>
                      <a:pt x="56" y="18"/>
                      <a:pt x="56" y="16"/>
                    </a:cubicBezTo>
                    <a:cubicBezTo>
                      <a:pt x="57" y="15"/>
                      <a:pt x="58" y="13"/>
                      <a:pt x="58" y="11"/>
                    </a:cubicBezTo>
                    <a:cubicBezTo>
                      <a:pt x="58" y="8"/>
                      <a:pt x="57" y="6"/>
                      <a:pt x="54" y="4"/>
                    </a:cubicBezTo>
                    <a:cubicBezTo>
                      <a:pt x="52" y="2"/>
                      <a:pt x="48" y="0"/>
                      <a:pt x="44" y="0"/>
                    </a:cubicBezTo>
                    <a:cubicBezTo>
                      <a:pt x="39" y="0"/>
                      <a:pt x="34" y="3"/>
                      <a:pt x="29" y="9"/>
                    </a:cubicBezTo>
                    <a:cubicBezTo>
                      <a:pt x="23" y="15"/>
                      <a:pt x="18" y="23"/>
                      <a:pt x="13" y="32"/>
                    </a:cubicBezTo>
                    <a:cubicBezTo>
                      <a:pt x="13" y="34"/>
                      <a:pt x="13" y="34"/>
                      <a:pt x="13" y="34"/>
                    </a:cubicBezTo>
                    <a:cubicBezTo>
                      <a:pt x="14" y="25"/>
                      <a:pt x="14" y="25"/>
                      <a:pt x="14" y="25"/>
                    </a:cubicBezTo>
                    <a:cubicBezTo>
                      <a:pt x="14" y="22"/>
                      <a:pt x="15" y="20"/>
                      <a:pt x="16" y="18"/>
                    </a:cubicBezTo>
                    <a:cubicBezTo>
                      <a:pt x="17" y="12"/>
                      <a:pt x="18" y="8"/>
                      <a:pt x="18" y="7"/>
                    </a:cubicBezTo>
                    <a:cubicBezTo>
                      <a:pt x="18" y="5"/>
                      <a:pt x="18" y="4"/>
                      <a:pt x="17" y="3"/>
                    </a:cubicBezTo>
                    <a:cubicBezTo>
                      <a:pt x="15" y="2"/>
                      <a:pt x="14" y="1"/>
                      <a:pt x="12" y="1"/>
                    </a:cubicBezTo>
                    <a:cubicBezTo>
                      <a:pt x="10" y="1"/>
                      <a:pt x="8" y="2"/>
                      <a:pt x="6" y="3"/>
                    </a:cubicBezTo>
                    <a:cubicBezTo>
                      <a:pt x="5" y="4"/>
                      <a:pt x="4" y="5"/>
                      <a:pt x="3" y="7"/>
                    </a:cubicBezTo>
                    <a:cubicBezTo>
                      <a:pt x="3" y="8"/>
                      <a:pt x="2" y="11"/>
                      <a:pt x="2" y="15"/>
                    </a:cubicBezTo>
                    <a:cubicBezTo>
                      <a:pt x="2" y="16"/>
                      <a:pt x="2" y="17"/>
                      <a:pt x="2" y="19"/>
                    </a:cubicBezTo>
                    <a:cubicBezTo>
                      <a:pt x="1" y="25"/>
                      <a:pt x="1" y="31"/>
                      <a:pt x="0" y="35"/>
                    </a:cubicBezTo>
                    <a:cubicBezTo>
                      <a:pt x="0" y="40"/>
                      <a:pt x="0" y="44"/>
                      <a:pt x="0" y="47"/>
                    </a:cubicBezTo>
                    <a:cubicBezTo>
                      <a:pt x="0" y="53"/>
                      <a:pt x="1" y="58"/>
                      <a:pt x="2" y="61"/>
                    </a:cubicBezTo>
                    <a:cubicBezTo>
                      <a:pt x="3" y="64"/>
                      <a:pt x="5" y="66"/>
                      <a:pt x="7" y="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 name="Freeform 350"/>
              <p:cNvSpPr>
                <a:spLocks/>
              </p:cNvSpPr>
              <p:nvPr/>
            </p:nvSpPr>
            <p:spPr bwMode="auto">
              <a:xfrm>
                <a:off x="5468938" y="2427288"/>
                <a:ext cx="61913" cy="92075"/>
              </a:xfrm>
              <a:custGeom>
                <a:avLst/>
                <a:gdLst>
                  <a:gd name="T0" fmla="*/ 24 w 48"/>
                  <a:gd name="T1" fmla="*/ 44 h 71"/>
                  <a:gd name="T2" fmla="*/ 34 w 48"/>
                  <a:gd name="T3" fmla="*/ 52 h 71"/>
                  <a:gd name="T4" fmla="*/ 26 w 48"/>
                  <a:gd name="T5" fmla="*/ 56 h 71"/>
                  <a:gd name="T6" fmla="*/ 15 w 48"/>
                  <a:gd name="T7" fmla="*/ 58 h 71"/>
                  <a:gd name="T8" fmla="*/ 10 w 48"/>
                  <a:gd name="T9" fmla="*/ 57 h 71"/>
                  <a:gd name="T10" fmla="*/ 7 w 48"/>
                  <a:gd name="T11" fmla="*/ 56 h 71"/>
                  <a:gd name="T12" fmla="*/ 2 w 48"/>
                  <a:gd name="T13" fmla="*/ 58 h 71"/>
                  <a:gd name="T14" fmla="*/ 0 w 48"/>
                  <a:gd name="T15" fmla="*/ 63 h 71"/>
                  <a:gd name="T16" fmla="*/ 10 w 48"/>
                  <a:gd name="T17" fmla="*/ 71 h 71"/>
                  <a:gd name="T18" fmla="*/ 36 w 48"/>
                  <a:gd name="T19" fmla="*/ 65 h 71"/>
                  <a:gd name="T20" fmla="*/ 47 w 48"/>
                  <a:gd name="T21" fmla="*/ 51 h 71"/>
                  <a:gd name="T22" fmla="*/ 44 w 48"/>
                  <a:gd name="T23" fmla="*/ 42 h 71"/>
                  <a:gd name="T24" fmla="*/ 31 w 48"/>
                  <a:gd name="T25" fmla="*/ 34 h 71"/>
                  <a:gd name="T26" fmla="*/ 22 w 48"/>
                  <a:gd name="T27" fmla="*/ 29 h 71"/>
                  <a:gd name="T28" fmla="*/ 20 w 48"/>
                  <a:gd name="T29" fmla="*/ 24 h 71"/>
                  <a:gd name="T30" fmla="*/ 26 w 48"/>
                  <a:gd name="T31" fmla="*/ 16 h 71"/>
                  <a:gd name="T32" fmla="*/ 37 w 48"/>
                  <a:gd name="T33" fmla="*/ 13 h 71"/>
                  <a:gd name="T34" fmla="*/ 40 w 48"/>
                  <a:gd name="T35" fmla="*/ 13 h 71"/>
                  <a:gd name="T36" fmla="*/ 42 w 48"/>
                  <a:gd name="T37" fmla="*/ 14 h 71"/>
                  <a:gd name="T38" fmla="*/ 46 w 48"/>
                  <a:gd name="T39" fmla="*/ 12 h 71"/>
                  <a:gd name="T40" fmla="*/ 48 w 48"/>
                  <a:gd name="T41" fmla="*/ 8 h 71"/>
                  <a:gd name="T42" fmla="*/ 38 w 48"/>
                  <a:gd name="T43" fmla="*/ 0 h 71"/>
                  <a:gd name="T44" fmla="*/ 17 w 48"/>
                  <a:gd name="T45" fmla="*/ 8 h 71"/>
                  <a:gd name="T46" fmla="*/ 5 w 48"/>
                  <a:gd name="T47" fmla="*/ 25 h 71"/>
                  <a:gd name="T48" fmla="*/ 9 w 48"/>
                  <a:gd name="T49" fmla="*/ 34 h 71"/>
                  <a:gd name="T50" fmla="*/ 24 w 48"/>
                  <a:gd name="T51" fmla="*/ 44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71">
                    <a:moveTo>
                      <a:pt x="24" y="44"/>
                    </a:moveTo>
                    <a:cubicBezTo>
                      <a:pt x="30" y="47"/>
                      <a:pt x="34" y="50"/>
                      <a:pt x="34" y="52"/>
                    </a:cubicBezTo>
                    <a:cubicBezTo>
                      <a:pt x="33" y="54"/>
                      <a:pt x="30" y="55"/>
                      <a:pt x="26" y="56"/>
                    </a:cubicBezTo>
                    <a:cubicBezTo>
                      <a:pt x="22" y="57"/>
                      <a:pt x="18" y="58"/>
                      <a:pt x="15" y="58"/>
                    </a:cubicBezTo>
                    <a:cubicBezTo>
                      <a:pt x="13" y="58"/>
                      <a:pt x="12" y="58"/>
                      <a:pt x="10" y="57"/>
                    </a:cubicBezTo>
                    <a:cubicBezTo>
                      <a:pt x="9" y="57"/>
                      <a:pt x="8" y="56"/>
                      <a:pt x="7" y="56"/>
                    </a:cubicBezTo>
                    <a:cubicBezTo>
                      <a:pt x="5" y="56"/>
                      <a:pt x="3" y="57"/>
                      <a:pt x="2" y="58"/>
                    </a:cubicBezTo>
                    <a:cubicBezTo>
                      <a:pt x="0" y="60"/>
                      <a:pt x="0" y="61"/>
                      <a:pt x="0" y="63"/>
                    </a:cubicBezTo>
                    <a:cubicBezTo>
                      <a:pt x="0" y="68"/>
                      <a:pt x="3" y="71"/>
                      <a:pt x="10" y="71"/>
                    </a:cubicBezTo>
                    <a:cubicBezTo>
                      <a:pt x="20" y="71"/>
                      <a:pt x="28" y="69"/>
                      <a:pt x="36" y="65"/>
                    </a:cubicBezTo>
                    <a:cubicBezTo>
                      <a:pt x="44" y="61"/>
                      <a:pt x="47" y="57"/>
                      <a:pt x="47" y="51"/>
                    </a:cubicBezTo>
                    <a:cubicBezTo>
                      <a:pt x="47" y="48"/>
                      <a:pt x="46" y="45"/>
                      <a:pt x="44" y="42"/>
                    </a:cubicBezTo>
                    <a:cubicBezTo>
                      <a:pt x="42" y="40"/>
                      <a:pt x="38" y="37"/>
                      <a:pt x="31" y="34"/>
                    </a:cubicBezTo>
                    <a:cubicBezTo>
                      <a:pt x="26" y="32"/>
                      <a:pt x="23" y="30"/>
                      <a:pt x="22" y="29"/>
                    </a:cubicBezTo>
                    <a:cubicBezTo>
                      <a:pt x="20" y="27"/>
                      <a:pt x="20" y="26"/>
                      <a:pt x="20" y="24"/>
                    </a:cubicBezTo>
                    <a:cubicBezTo>
                      <a:pt x="20" y="21"/>
                      <a:pt x="22" y="18"/>
                      <a:pt x="26" y="16"/>
                    </a:cubicBezTo>
                    <a:cubicBezTo>
                      <a:pt x="30" y="14"/>
                      <a:pt x="34" y="13"/>
                      <a:pt x="37" y="13"/>
                    </a:cubicBezTo>
                    <a:cubicBezTo>
                      <a:pt x="38" y="13"/>
                      <a:pt x="39" y="13"/>
                      <a:pt x="40" y="13"/>
                    </a:cubicBezTo>
                    <a:cubicBezTo>
                      <a:pt x="41" y="14"/>
                      <a:pt x="42" y="14"/>
                      <a:pt x="42" y="14"/>
                    </a:cubicBezTo>
                    <a:cubicBezTo>
                      <a:pt x="43" y="14"/>
                      <a:pt x="44" y="14"/>
                      <a:pt x="46" y="12"/>
                    </a:cubicBezTo>
                    <a:cubicBezTo>
                      <a:pt x="47" y="11"/>
                      <a:pt x="48" y="10"/>
                      <a:pt x="48" y="8"/>
                    </a:cubicBezTo>
                    <a:cubicBezTo>
                      <a:pt x="48" y="3"/>
                      <a:pt x="45" y="0"/>
                      <a:pt x="38" y="0"/>
                    </a:cubicBezTo>
                    <a:cubicBezTo>
                      <a:pt x="32" y="0"/>
                      <a:pt x="24" y="2"/>
                      <a:pt x="17" y="8"/>
                    </a:cubicBezTo>
                    <a:cubicBezTo>
                      <a:pt x="9" y="13"/>
                      <a:pt x="5" y="19"/>
                      <a:pt x="5" y="25"/>
                    </a:cubicBezTo>
                    <a:cubicBezTo>
                      <a:pt x="5" y="29"/>
                      <a:pt x="6" y="32"/>
                      <a:pt x="9" y="34"/>
                    </a:cubicBezTo>
                    <a:cubicBezTo>
                      <a:pt x="11" y="37"/>
                      <a:pt x="16" y="41"/>
                      <a:pt x="24"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 name="Freeform 351"/>
              <p:cNvSpPr>
                <a:spLocks/>
              </p:cNvSpPr>
              <p:nvPr/>
            </p:nvSpPr>
            <p:spPr bwMode="auto">
              <a:xfrm>
                <a:off x="5541963" y="2435226"/>
                <a:ext cx="26988" cy="82550"/>
              </a:xfrm>
              <a:custGeom>
                <a:avLst/>
                <a:gdLst>
                  <a:gd name="T0" fmla="*/ 3 w 21"/>
                  <a:gd name="T1" fmla="*/ 28 h 64"/>
                  <a:gd name="T2" fmla="*/ 0 w 21"/>
                  <a:gd name="T3" fmla="*/ 52 h 64"/>
                  <a:gd name="T4" fmla="*/ 8 w 21"/>
                  <a:gd name="T5" fmla="*/ 64 h 64"/>
                  <a:gd name="T6" fmla="*/ 13 w 21"/>
                  <a:gd name="T7" fmla="*/ 61 h 64"/>
                  <a:gd name="T8" fmla="*/ 16 w 21"/>
                  <a:gd name="T9" fmla="*/ 58 h 64"/>
                  <a:gd name="T10" fmla="*/ 15 w 21"/>
                  <a:gd name="T11" fmla="*/ 56 h 64"/>
                  <a:gd name="T12" fmla="*/ 14 w 21"/>
                  <a:gd name="T13" fmla="*/ 47 h 64"/>
                  <a:gd name="T14" fmla="*/ 15 w 21"/>
                  <a:gd name="T15" fmla="*/ 35 h 64"/>
                  <a:gd name="T16" fmla="*/ 19 w 21"/>
                  <a:gd name="T17" fmla="*/ 17 h 64"/>
                  <a:gd name="T18" fmla="*/ 19 w 21"/>
                  <a:gd name="T19" fmla="*/ 16 h 64"/>
                  <a:gd name="T20" fmla="*/ 21 w 21"/>
                  <a:gd name="T21" fmla="*/ 6 h 64"/>
                  <a:gd name="T22" fmla="*/ 19 w 21"/>
                  <a:gd name="T23" fmla="*/ 2 h 64"/>
                  <a:gd name="T24" fmla="*/ 13 w 21"/>
                  <a:gd name="T25" fmla="*/ 0 h 64"/>
                  <a:gd name="T26" fmla="*/ 8 w 21"/>
                  <a:gd name="T27" fmla="*/ 3 h 64"/>
                  <a:gd name="T28" fmla="*/ 6 w 21"/>
                  <a:gd name="T29" fmla="*/ 10 h 64"/>
                  <a:gd name="T30" fmla="*/ 4 w 21"/>
                  <a:gd name="T31" fmla="*/ 22 h 64"/>
                  <a:gd name="T32" fmla="*/ 4 w 21"/>
                  <a:gd name="T33" fmla="*/ 22 h 64"/>
                  <a:gd name="T34" fmla="*/ 3 w 21"/>
                  <a:gd name="T35" fmla="*/ 28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64">
                    <a:moveTo>
                      <a:pt x="3" y="28"/>
                    </a:moveTo>
                    <a:cubicBezTo>
                      <a:pt x="1" y="38"/>
                      <a:pt x="0" y="46"/>
                      <a:pt x="0" y="52"/>
                    </a:cubicBezTo>
                    <a:cubicBezTo>
                      <a:pt x="0" y="60"/>
                      <a:pt x="2" y="64"/>
                      <a:pt x="8" y="64"/>
                    </a:cubicBezTo>
                    <a:cubicBezTo>
                      <a:pt x="10" y="64"/>
                      <a:pt x="11" y="63"/>
                      <a:pt x="13" y="61"/>
                    </a:cubicBezTo>
                    <a:cubicBezTo>
                      <a:pt x="15" y="60"/>
                      <a:pt x="16" y="59"/>
                      <a:pt x="16" y="58"/>
                    </a:cubicBezTo>
                    <a:cubicBezTo>
                      <a:pt x="16" y="57"/>
                      <a:pt x="15" y="57"/>
                      <a:pt x="15" y="56"/>
                    </a:cubicBezTo>
                    <a:cubicBezTo>
                      <a:pt x="15" y="52"/>
                      <a:pt x="14" y="49"/>
                      <a:pt x="14" y="47"/>
                    </a:cubicBezTo>
                    <a:cubicBezTo>
                      <a:pt x="14" y="44"/>
                      <a:pt x="14" y="40"/>
                      <a:pt x="15" y="35"/>
                    </a:cubicBezTo>
                    <a:cubicBezTo>
                      <a:pt x="15" y="31"/>
                      <a:pt x="16" y="24"/>
                      <a:pt x="19" y="17"/>
                    </a:cubicBezTo>
                    <a:cubicBezTo>
                      <a:pt x="19" y="16"/>
                      <a:pt x="19" y="16"/>
                      <a:pt x="19" y="16"/>
                    </a:cubicBezTo>
                    <a:cubicBezTo>
                      <a:pt x="20" y="11"/>
                      <a:pt x="21" y="8"/>
                      <a:pt x="21" y="6"/>
                    </a:cubicBezTo>
                    <a:cubicBezTo>
                      <a:pt x="21" y="5"/>
                      <a:pt x="20" y="3"/>
                      <a:pt x="19" y="2"/>
                    </a:cubicBezTo>
                    <a:cubicBezTo>
                      <a:pt x="17" y="1"/>
                      <a:pt x="15" y="0"/>
                      <a:pt x="13" y="0"/>
                    </a:cubicBezTo>
                    <a:cubicBezTo>
                      <a:pt x="11" y="0"/>
                      <a:pt x="9" y="1"/>
                      <a:pt x="8" y="3"/>
                    </a:cubicBezTo>
                    <a:cubicBezTo>
                      <a:pt x="6" y="5"/>
                      <a:pt x="6" y="7"/>
                      <a:pt x="6" y="10"/>
                    </a:cubicBezTo>
                    <a:cubicBezTo>
                      <a:pt x="6" y="11"/>
                      <a:pt x="5" y="15"/>
                      <a:pt x="4" y="22"/>
                    </a:cubicBezTo>
                    <a:cubicBezTo>
                      <a:pt x="4" y="22"/>
                      <a:pt x="4" y="22"/>
                      <a:pt x="4" y="22"/>
                    </a:cubicBezTo>
                    <a:cubicBezTo>
                      <a:pt x="3" y="24"/>
                      <a:pt x="3" y="26"/>
                      <a:pt x="3"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 name="Freeform 352"/>
              <p:cNvSpPr>
                <a:spLocks/>
              </p:cNvSpPr>
              <p:nvPr/>
            </p:nvSpPr>
            <p:spPr bwMode="auto">
              <a:xfrm>
                <a:off x="5557838" y="2392363"/>
                <a:ext cx="25400" cy="23813"/>
              </a:xfrm>
              <a:custGeom>
                <a:avLst/>
                <a:gdLst>
                  <a:gd name="T0" fmla="*/ 15 w 19"/>
                  <a:gd name="T1" fmla="*/ 15 h 18"/>
                  <a:gd name="T2" fmla="*/ 19 w 19"/>
                  <a:gd name="T3" fmla="*/ 8 h 18"/>
                  <a:gd name="T4" fmla="*/ 16 w 19"/>
                  <a:gd name="T5" fmla="*/ 2 h 18"/>
                  <a:gd name="T6" fmla="*/ 10 w 19"/>
                  <a:gd name="T7" fmla="*/ 0 h 18"/>
                  <a:gd name="T8" fmla="*/ 2 w 19"/>
                  <a:gd name="T9" fmla="*/ 2 h 18"/>
                  <a:gd name="T10" fmla="*/ 0 w 19"/>
                  <a:gd name="T11" fmla="*/ 9 h 18"/>
                  <a:gd name="T12" fmla="*/ 2 w 19"/>
                  <a:gd name="T13" fmla="*/ 15 h 18"/>
                  <a:gd name="T14" fmla="*/ 9 w 19"/>
                  <a:gd name="T15" fmla="*/ 18 h 18"/>
                  <a:gd name="T16" fmla="*/ 15 w 19"/>
                  <a:gd name="T17" fmla="*/ 1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8">
                    <a:moveTo>
                      <a:pt x="15" y="15"/>
                    </a:moveTo>
                    <a:cubicBezTo>
                      <a:pt x="18" y="13"/>
                      <a:pt x="19" y="10"/>
                      <a:pt x="19" y="8"/>
                    </a:cubicBezTo>
                    <a:cubicBezTo>
                      <a:pt x="19" y="6"/>
                      <a:pt x="18" y="4"/>
                      <a:pt x="16" y="2"/>
                    </a:cubicBezTo>
                    <a:cubicBezTo>
                      <a:pt x="15" y="1"/>
                      <a:pt x="13" y="0"/>
                      <a:pt x="10" y="0"/>
                    </a:cubicBezTo>
                    <a:cubicBezTo>
                      <a:pt x="7" y="0"/>
                      <a:pt x="4" y="1"/>
                      <a:pt x="2" y="2"/>
                    </a:cubicBezTo>
                    <a:cubicBezTo>
                      <a:pt x="1" y="4"/>
                      <a:pt x="0" y="6"/>
                      <a:pt x="0" y="9"/>
                    </a:cubicBezTo>
                    <a:cubicBezTo>
                      <a:pt x="0" y="11"/>
                      <a:pt x="1" y="13"/>
                      <a:pt x="2" y="15"/>
                    </a:cubicBezTo>
                    <a:cubicBezTo>
                      <a:pt x="4" y="17"/>
                      <a:pt x="6" y="18"/>
                      <a:pt x="9" y="18"/>
                    </a:cubicBezTo>
                    <a:cubicBezTo>
                      <a:pt x="10" y="18"/>
                      <a:pt x="13" y="17"/>
                      <a:pt x="15"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 name="Freeform 353"/>
              <p:cNvSpPr>
                <a:spLocks noEditPoints="1"/>
              </p:cNvSpPr>
              <p:nvPr/>
            </p:nvSpPr>
            <p:spPr bwMode="auto">
              <a:xfrm>
                <a:off x="5583238" y="2433638"/>
                <a:ext cx="73025" cy="84138"/>
              </a:xfrm>
              <a:custGeom>
                <a:avLst/>
                <a:gdLst>
                  <a:gd name="T0" fmla="*/ 42 w 57"/>
                  <a:gd name="T1" fmla="*/ 56 h 65"/>
                  <a:gd name="T2" fmla="*/ 56 w 57"/>
                  <a:gd name="T3" fmla="*/ 33 h 65"/>
                  <a:gd name="T4" fmla="*/ 56 w 57"/>
                  <a:gd name="T5" fmla="*/ 33 h 65"/>
                  <a:gd name="T6" fmla="*/ 57 w 57"/>
                  <a:gd name="T7" fmla="*/ 25 h 65"/>
                  <a:gd name="T8" fmla="*/ 51 w 57"/>
                  <a:gd name="T9" fmla="*/ 7 h 65"/>
                  <a:gd name="T10" fmla="*/ 35 w 57"/>
                  <a:gd name="T11" fmla="*/ 0 h 65"/>
                  <a:gd name="T12" fmla="*/ 11 w 57"/>
                  <a:gd name="T13" fmla="*/ 14 h 65"/>
                  <a:gd name="T14" fmla="*/ 0 w 57"/>
                  <a:gd name="T15" fmla="*/ 44 h 65"/>
                  <a:gd name="T16" fmla="*/ 6 w 57"/>
                  <a:gd name="T17" fmla="*/ 59 h 65"/>
                  <a:gd name="T18" fmla="*/ 20 w 57"/>
                  <a:gd name="T19" fmla="*/ 65 h 65"/>
                  <a:gd name="T20" fmla="*/ 42 w 57"/>
                  <a:gd name="T21" fmla="*/ 56 h 65"/>
                  <a:gd name="T22" fmla="*/ 16 w 57"/>
                  <a:gd name="T23" fmla="*/ 50 h 65"/>
                  <a:gd name="T24" fmla="*/ 15 w 57"/>
                  <a:gd name="T25" fmla="*/ 42 h 65"/>
                  <a:gd name="T26" fmla="*/ 18 w 57"/>
                  <a:gd name="T27" fmla="*/ 26 h 65"/>
                  <a:gd name="T28" fmla="*/ 26 w 57"/>
                  <a:gd name="T29" fmla="*/ 15 h 65"/>
                  <a:gd name="T30" fmla="*/ 26 w 57"/>
                  <a:gd name="T31" fmla="*/ 15 h 65"/>
                  <a:gd name="T32" fmla="*/ 34 w 57"/>
                  <a:gd name="T33" fmla="*/ 12 h 65"/>
                  <a:gd name="T34" fmla="*/ 41 w 57"/>
                  <a:gd name="T35" fmla="*/ 16 h 65"/>
                  <a:gd name="T36" fmla="*/ 44 w 57"/>
                  <a:gd name="T37" fmla="*/ 26 h 65"/>
                  <a:gd name="T38" fmla="*/ 36 w 57"/>
                  <a:gd name="T39" fmla="*/ 45 h 65"/>
                  <a:gd name="T40" fmla="*/ 21 w 57"/>
                  <a:gd name="T41" fmla="*/ 53 h 65"/>
                  <a:gd name="T42" fmla="*/ 16 w 57"/>
                  <a:gd name="T43" fmla="*/ 5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 h="65">
                    <a:moveTo>
                      <a:pt x="42" y="56"/>
                    </a:moveTo>
                    <a:cubicBezTo>
                      <a:pt x="49" y="50"/>
                      <a:pt x="54" y="42"/>
                      <a:pt x="56" y="33"/>
                    </a:cubicBezTo>
                    <a:cubicBezTo>
                      <a:pt x="56" y="33"/>
                      <a:pt x="56" y="33"/>
                      <a:pt x="56" y="33"/>
                    </a:cubicBezTo>
                    <a:cubicBezTo>
                      <a:pt x="57" y="30"/>
                      <a:pt x="57" y="28"/>
                      <a:pt x="57" y="25"/>
                    </a:cubicBezTo>
                    <a:cubicBezTo>
                      <a:pt x="57" y="18"/>
                      <a:pt x="55" y="12"/>
                      <a:pt x="51" y="7"/>
                    </a:cubicBezTo>
                    <a:cubicBezTo>
                      <a:pt x="47" y="2"/>
                      <a:pt x="42" y="0"/>
                      <a:pt x="35" y="0"/>
                    </a:cubicBezTo>
                    <a:cubicBezTo>
                      <a:pt x="26" y="0"/>
                      <a:pt x="17" y="5"/>
                      <a:pt x="11" y="14"/>
                    </a:cubicBezTo>
                    <a:cubicBezTo>
                      <a:pt x="4" y="24"/>
                      <a:pt x="0" y="34"/>
                      <a:pt x="0" y="44"/>
                    </a:cubicBezTo>
                    <a:cubicBezTo>
                      <a:pt x="0" y="50"/>
                      <a:pt x="2" y="55"/>
                      <a:pt x="6" y="59"/>
                    </a:cubicBezTo>
                    <a:cubicBezTo>
                      <a:pt x="10" y="63"/>
                      <a:pt x="14" y="65"/>
                      <a:pt x="20" y="65"/>
                    </a:cubicBezTo>
                    <a:cubicBezTo>
                      <a:pt x="27" y="65"/>
                      <a:pt x="34" y="62"/>
                      <a:pt x="42" y="56"/>
                    </a:cubicBezTo>
                    <a:close/>
                    <a:moveTo>
                      <a:pt x="16" y="50"/>
                    </a:moveTo>
                    <a:cubicBezTo>
                      <a:pt x="15" y="48"/>
                      <a:pt x="15" y="46"/>
                      <a:pt x="15" y="42"/>
                    </a:cubicBezTo>
                    <a:cubicBezTo>
                      <a:pt x="15" y="37"/>
                      <a:pt x="16" y="32"/>
                      <a:pt x="18" y="26"/>
                    </a:cubicBezTo>
                    <a:cubicBezTo>
                      <a:pt x="21" y="21"/>
                      <a:pt x="24" y="17"/>
                      <a:pt x="26" y="15"/>
                    </a:cubicBezTo>
                    <a:cubicBezTo>
                      <a:pt x="26" y="15"/>
                      <a:pt x="26" y="15"/>
                      <a:pt x="26" y="15"/>
                    </a:cubicBezTo>
                    <a:cubicBezTo>
                      <a:pt x="29" y="13"/>
                      <a:pt x="31" y="12"/>
                      <a:pt x="34" y="12"/>
                    </a:cubicBezTo>
                    <a:cubicBezTo>
                      <a:pt x="37" y="12"/>
                      <a:pt x="39" y="13"/>
                      <a:pt x="41" y="16"/>
                    </a:cubicBezTo>
                    <a:cubicBezTo>
                      <a:pt x="43" y="18"/>
                      <a:pt x="44" y="22"/>
                      <a:pt x="44" y="26"/>
                    </a:cubicBezTo>
                    <a:cubicBezTo>
                      <a:pt x="44" y="33"/>
                      <a:pt x="41" y="39"/>
                      <a:pt x="36" y="45"/>
                    </a:cubicBezTo>
                    <a:cubicBezTo>
                      <a:pt x="31" y="51"/>
                      <a:pt x="26" y="53"/>
                      <a:pt x="21" y="53"/>
                    </a:cubicBezTo>
                    <a:cubicBezTo>
                      <a:pt x="19" y="53"/>
                      <a:pt x="17" y="52"/>
                      <a:pt x="16"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 name="Freeform 354"/>
              <p:cNvSpPr>
                <a:spLocks/>
              </p:cNvSpPr>
              <p:nvPr/>
            </p:nvSpPr>
            <p:spPr bwMode="auto">
              <a:xfrm>
                <a:off x="5668963" y="2436813"/>
                <a:ext cx="95250" cy="77788"/>
              </a:xfrm>
              <a:custGeom>
                <a:avLst/>
                <a:gdLst>
                  <a:gd name="T0" fmla="*/ 16 w 73"/>
                  <a:gd name="T1" fmla="*/ 2 h 60"/>
                  <a:gd name="T2" fmla="*/ 11 w 73"/>
                  <a:gd name="T3" fmla="*/ 0 h 60"/>
                  <a:gd name="T4" fmla="*/ 6 w 73"/>
                  <a:gd name="T5" fmla="*/ 3 h 60"/>
                  <a:gd name="T6" fmla="*/ 4 w 73"/>
                  <a:gd name="T7" fmla="*/ 9 h 60"/>
                  <a:gd name="T8" fmla="*/ 2 w 73"/>
                  <a:gd name="T9" fmla="*/ 40 h 60"/>
                  <a:gd name="T10" fmla="*/ 0 w 73"/>
                  <a:gd name="T11" fmla="*/ 52 h 60"/>
                  <a:gd name="T12" fmla="*/ 9 w 73"/>
                  <a:gd name="T13" fmla="*/ 60 h 60"/>
                  <a:gd name="T14" fmla="*/ 12 w 73"/>
                  <a:gd name="T15" fmla="*/ 59 h 60"/>
                  <a:gd name="T16" fmla="*/ 13 w 73"/>
                  <a:gd name="T17" fmla="*/ 55 h 60"/>
                  <a:gd name="T18" fmla="*/ 26 w 73"/>
                  <a:gd name="T19" fmla="*/ 32 h 60"/>
                  <a:gd name="T20" fmla="*/ 41 w 73"/>
                  <a:gd name="T21" fmla="*/ 17 h 60"/>
                  <a:gd name="T22" fmla="*/ 46 w 73"/>
                  <a:gd name="T23" fmla="*/ 32 h 60"/>
                  <a:gd name="T24" fmla="*/ 50 w 73"/>
                  <a:gd name="T25" fmla="*/ 51 h 60"/>
                  <a:gd name="T26" fmla="*/ 50 w 73"/>
                  <a:gd name="T27" fmla="*/ 51 h 60"/>
                  <a:gd name="T28" fmla="*/ 60 w 73"/>
                  <a:gd name="T29" fmla="*/ 57 h 60"/>
                  <a:gd name="T30" fmla="*/ 69 w 73"/>
                  <a:gd name="T31" fmla="*/ 54 h 60"/>
                  <a:gd name="T32" fmla="*/ 73 w 73"/>
                  <a:gd name="T33" fmla="*/ 47 h 60"/>
                  <a:gd name="T34" fmla="*/ 70 w 73"/>
                  <a:gd name="T35" fmla="*/ 44 h 60"/>
                  <a:gd name="T36" fmla="*/ 67 w 73"/>
                  <a:gd name="T37" fmla="*/ 45 h 60"/>
                  <a:gd name="T38" fmla="*/ 64 w 73"/>
                  <a:gd name="T39" fmla="*/ 46 h 60"/>
                  <a:gd name="T40" fmla="*/ 59 w 73"/>
                  <a:gd name="T41" fmla="*/ 24 h 60"/>
                  <a:gd name="T42" fmla="*/ 43 w 73"/>
                  <a:gd name="T43" fmla="*/ 3 h 60"/>
                  <a:gd name="T44" fmla="*/ 15 w 73"/>
                  <a:gd name="T45" fmla="*/ 32 h 60"/>
                  <a:gd name="T46" fmla="*/ 18 w 73"/>
                  <a:gd name="T47" fmla="*/ 11 h 60"/>
                  <a:gd name="T48" fmla="*/ 16 w 73"/>
                  <a:gd name="T49" fmla="*/ 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3" h="60">
                    <a:moveTo>
                      <a:pt x="16" y="2"/>
                    </a:moveTo>
                    <a:cubicBezTo>
                      <a:pt x="15" y="1"/>
                      <a:pt x="14" y="0"/>
                      <a:pt x="11" y="0"/>
                    </a:cubicBezTo>
                    <a:cubicBezTo>
                      <a:pt x="10" y="0"/>
                      <a:pt x="8" y="1"/>
                      <a:pt x="6" y="3"/>
                    </a:cubicBezTo>
                    <a:cubicBezTo>
                      <a:pt x="5" y="5"/>
                      <a:pt x="4" y="7"/>
                      <a:pt x="4" y="9"/>
                    </a:cubicBezTo>
                    <a:cubicBezTo>
                      <a:pt x="4" y="21"/>
                      <a:pt x="3" y="31"/>
                      <a:pt x="2" y="40"/>
                    </a:cubicBezTo>
                    <a:cubicBezTo>
                      <a:pt x="0" y="46"/>
                      <a:pt x="0" y="50"/>
                      <a:pt x="0" y="52"/>
                    </a:cubicBezTo>
                    <a:cubicBezTo>
                      <a:pt x="0" y="58"/>
                      <a:pt x="3" y="60"/>
                      <a:pt x="9" y="60"/>
                    </a:cubicBezTo>
                    <a:cubicBezTo>
                      <a:pt x="10" y="60"/>
                      <a:pt x="11" y="60"/>
                      <a:pt x="12" y="59"/>
                    </a:cubicBezTo>
                    <a:cubicBezTo>
                      <a:pt x="12" y="58"/>
                      <a:pt x="13" y="57"/>
                      <a:pt x="13" y="55"/>
                    </a:cubicBezTo>
                    <a:cubicBezTo>
                      <a:pt x="15" y="50"/>
                      <a:pt x="19" y="43"/>
                      <a:pt x="26" y="32"/>
                    </a:cubicBezTo>
                    <a:cubicBezTo>
                      <a:pt x="33" y="22"/>
                      <a:pt x="38" y="17"/>
                      <a:pt x="41" y="17"/>
                    </a:cubicBezTo>
                    <a:cubicBezTo>
                      <a:pt x="43" y="17"/>
                      <a:pt x="45" y="22"/>
                      <a:pt x="46" y="32"/>
                    </a:cubicBezTo>
                    <a:cubicBezTo>
                      <a:pt x="47" y="41"/>
                      <a:pt x="48" y="48"/>
                      <a:pt x="50" y="51"/>
                    </a:cubicBezTo>
                    <a:cubicBezTo>
                      <a:pt x="50" y="51"/>
                      <a:pt x="50" y="51"/>
                      <a:pt x="50" y="51"/>
                    </a:cubicBezTo>
                    <a:cubicBezTo>
                      <a:pt x="52" y="55"/>
                      <a:pt x="55" y="57"/>
                      <a:pt x="60" y="57"/>
                    </a:cubicBezTo>
                    <a:cubicBezTo>
                      <a:pt x="64" y="57"/>
                      <a:pt x="67" y="56"/>
                      <a:pt x="69" y="54"/>
                    </a:cubicBezTo>
                    <a:cubicBezTo>
                      <a:pt x="72" y="52"/>
                      <a:pt x="73" y="49"/>
                      <a:pt x="73" y="47"/>
                    </a:cubicBezTo>
                    <a:cubicBezTo>
                      <a:pt x="73" y="45"/>
                      <a:pt x="72" y="44"/>
                      <a:pt x="70" y="44"/>
                    </a:cubicBezTo>
                    <a:cubicBezTo>
                      <a:pt x="70" y="44"/>
                      <a:pt x="69" y="44"/>
                      <a:pt x="67" y="45"/>
                    </a:cubicBezTo>
                    <a:cubicBezTo>
                      <a:pt x="66" y="45"/>
                      <a:pt x="65" y="46"/>
                      <a:pt x="64" y="46"/>
                    </a:cubicBezTo>
                    <a:cubicBezTo>
                      <a:pt x="62" y="46"/>
                      <a:pt x="60" y="38"/>
                      <a:pt x="59" y="24"/>
                    </a:cubicBezTo>
                    <a:cubicBezTo>
                      <a:pt x="57" y="10"/>
                      <a:pt x="52" y="3"/>
                      <a:pt x="43" y="3"/>
                    </a:cubicBezTo>
                    <a:cubicBezTo>
                      <a:pt x="33" y="3"/>
                      <a:pt x="23" y="13"/>
                      <a:pt x="15" y="32"/>
                    </a:cubicBezTo>
                    <a:cubicBezTo>
                      <a:pt x="17" y="22"/>
                      <a:pt x="18" y="15"/>
                      <a:pt x="18" y="11"/>
                    </a:cubicBezTo>
                    <a:cubicBezTo>
                      <a:pt x="18" y="6"/>
                      <a:pt x="18" y="3"/>
                      <a:pt x="16"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 name="组合 6"/>
            <p:cNvGrpSpPr/>
            <p:nvPr/>
          </p:nvGrpSpPr>
          <p:grpSpPr>
            <a:xfrm>
              <a:off x="4749801" y="2781301"/>
              <a:ext cx="1211263" cy="1768475"/>
              <a:chOff x="4749801" y="2781301"/>
              <a:chExt cx="1211263" cy="1768475"/>
            </a:xfrm>
            <a:solidFill>
              <a:schemeClr val="tx1">
                <a:lumMod val="65000"/>
                <a:lumOff val="35000"/>
              </a:schemeClr>
            </a:solidFill>
          </p:grpSpPr>
          <p:sp>
            <p:nvSpPr>
              <p:cNvPr id="257" name="Freeform 355"/>
              <p:cNvSpPr>
                <a:spLocks/>
              </p:cNvSpPr>
              <p:nvPr/>
            </p:nvSpPr>
            <p:spPr bwMode="auto">
              <a:xfrm>
                <a:off x="4810126" y="4386263"/>
                <a:ext cx="92075" cy="115888"/>
              </a:xfrm>
              <a:custGeom>
                <a:avLst/>
                <a:gdLst>
                  <a:gd name="T0" fmla="*/ 24 w 72"/>
                  <a:gd name="T1" fmla="*/ 21 h 89"/>
                  <a:gd name="T2" fmla="*/ 25 w 72"/>
                  <a:gd name="T3" fmla="*/ 17 h 89"/>
                  <a:gd name="T4" fmla="*/ 32 w 72"/>
                  <a:gd name="T5" fmla="*/ 16 h 89"/>
                  <a:gd name="T6" fmla="*/ 48 w 72"/>
                  <a:gd name="T7" fmla="*/ 14 h 89"/>
                  <a:gd name="T8" fmla="*/ 66 w 72"/>
                  <a:gd name="T9" fmla="*/ 13 h 89"/>
                  <a:gd name="T10" fmla="*/ 70 w 72"/>
                  <a:gd name="T11" fmla="*/ 11 h 89"/>
                  <a:gd name="T12" fmla="*/ 72 w 72"/>
                  <a:gd name="T13" fmla="*/ 7 h 89"/>
                  <a:gd name="T14" fmla="*/ 61 w 72"/>
                  <a:gd name="T15" fmla="*/ 0 h 89"/>
                  <a:gd name="T16" fmla="*/ 60 w 72"/>
                  <a:gd name="T17" fmla="*/ 0 h 89"/>
                  <a:gd name="T18" fmla="*/ 51 w 72"/>
                  <a:gd name="T19" fmla="*/ 2 h 89"/>
                  <a:gd name="T20" fmla="*/ 20 w 72"/>
                  <a:gd name="T21" fmla="*/ 5 h 89"/>
                  <a:gd name="T22" fmla="*/ 14 w 72"/>
                  <a:gd name="T23" fmla="*/ 5 h 89"/>
                  <a:gd name="T24" fmla="*/ 10 w 72"/>
                  <a:gd name="T25" fmla="*/ 6 h 89"/>
                  <a:gd name="T26" fmla="*/ 8 w 72"/>
                  <a:gd name="T27" fmla="*/ 8 h 89"/>
                  <a:gd name="T28" fmla="*/ 7 w 72"/>
                  <a:gd name="T29" fmla="*/ 10 h 89"/>
                  <a:gd name="T30" fmla="*/ 8 w 72"/>
                  <a:gd name="T31" fmla="*/ 14 h 89"/>
                  <a:gd name="T32" fmla="*/ 10 w 72"/>
                  <a:gd name="T33" fmla="*/ 16 h 89"/>
                  <a:gd name="T34" fmla="*/ 10 w 72"/>
                  <a:gd name="T35" fmla="*/ 17 h 89"/>
                  <a:gd name="T36" fmla="*/ 7 w 72"/>
                  <a:gd name="T37" fmla="*/ 44 h 89"/>
                  <a:gd name="T38" fmla="*/ 1 w 72"/>
                  <a:gd name="T39" fmla="*/ 76 h 89"/>
                  <a:gd name="T40" fmla="*/ 0 w 72"/>
                  <a:gd name="T41" fmla="*/ 79 h 89"/>
                  <a:gd name="T42" fmla="*/ 0 w 72"/>
                  <a:gd name="T43" fmla="*/ 81 h 89"/>
                  <a:gd name="T44" fmla="*/ 3 w 72"/>
                  <a:gd name="T45" fmla="*/ 87 h 89"/>
                  <a:gd name="T46" fmla="*/ 9 w 72"/>
                  <a:gd name="T47" fmla="*/ 89 h 89"/>
                  <a:gd name="T48" fmla="*/ 28 w 72"/>
                  <a:gd name="T49" fmla="*/ 87 h 89"/>
                  <a:gd name="T50" fmla="*/ 48 w 72"/>
                  <a:gd name="T51" fmla="*/ 85 h 89"/>
                  <a:gd name="T52" fmla="*/ 64 w 72"/>
                  <a:gd name="T53" fmla="*/ 82 h 89"/>
                  <a:gd name="T54" fmla="*/ 66 w 72"/>
                  <a:gd name="T55" fmla="*/ 78 h 89"/>
                  <a:gd name="T56" fmla="*/ 58 w 72"/>
                  <a:gd name="T57" fmla="*/ 71 h 89"/>
                  <a:gd name="T58" fmla="*/ 48 w 72"/>
                  <a:gd name="T59" fmla="*/ 73 h 89"/>
                  <a:gd name="T60" fmla="*/ 33 w 72"/>
                  <a:gd name="T61" fmla="*/ 75 h 89"/>
                  <a:gd name="T62" fmla="*/ 18 w 72"/>
                  <a:gd name="T63" fmla="*/ 76 h 89"/>
                  <a:gd name="T64" fmla="*/ 16 w 72"/>
                  <a:gd name="T65" fmla="*/ 74 h 89"/>
                  <a:gd name="T66" fmla="*/ 17 w 72"/>
                  <a:gd name="T67" fmla="*/ 64 h 89"/>
                  <a:gd name="T68" fmla="*/ 19 w 72"/>
                  <a:gd name="T69" fmla="*/ 55 h 89"/>
                  <a:gd name="T70" fmla="*/ 20 w 72"/>
                  <a:gd name="T71" fmla="*/ 54 h 89"/>
                  <a:gd name="T72" fmla="*/ 20 w 72"/>
                  <a:gd name="T73" fmla="*/ 54 h 89"/>
                  <a:gd name="T74" fmla="*/ 39 w 72"/>
                  <a:gd name="T75" fmla="*/ 51 h 89"/>
                  <a:gd name="T76" fmla="*/ 45 w 72"/>
                  <a:gd name="T77" fmla="*/ 50 h 89"/>
                  <a:gd name="T78" fmla="*/ 52 w 72"/>
                  <a:gd name="T79" fmla="*/ 49 h 89"/>
                  <a:gd name="T80" fmla="*/ 60 w 72"/>
                  <a:gd name="T81" fmla="*/ 47 h 89"/>
                  <a:gd name="T82" fmla="*/ 63 w 72"/>
                  <a:gd name="T83" fmla="*/ 41 h 89"/>
                  <a:gd name="T84" fmla="*/ 54 w 72"/>
                  <a:gd name="T85" fmla="*/ 36 h 89"/>
                  <a:gd name="T86" fmla="*/ 41 w 72"/>
                  <a:gd name="T87" fmla="*/ 38 h 89"/>
                  <a:gd name="T88" fmla="*/ 31 w 72"/>
                  <a:gd name="T89" fmla="*/ 39 h 89"/>
                  <a:gd name="T90" fmla="*/ 20 w 72"/>
                  <a:gd name="T91" fmla="*/ 40 h 89"/>
                  <a:gd name="T92" fmla="*/ 22 w 72"/>
                  <a:gd name="T93" fmla="*/ 31 h 89"/>
                  <a:gd name="T94" fmla="*/ 24 w 72"/>
                  <a:gd name="T95" fmla="*/ 21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2" h="89">
                    <a:moveTo>
                      <a:pt x="24" y="21"/>
                    </a:moveTo>
                    <a:cubicBezTo>
                      <a:pt x="24" y="19"/>
                      <a:pt x="25" y="18"/>
                      <a:pt x="25" y="17"/>
                    </a:cubicBezTo>
                    <a:cubicBezTo>
                      <a:pt x="25" y="17"/>
                      <a:pt x="28" y="16"/>
                      <a:pt x="32" y="16"/>
                    </a:cubicBezTo>
                    <a:cubicBezTo>
                      <a:pt x="37" y="15"/>
                      <a:pt x="42" y="14"/>
                      <a:pt x="48" y="14"/>
                    </a:cubicBezTo>
                    <a:cubicBezTo>
                      <a:pt x="66" y="13"/>
                      <a:pt x="66" y="13"/>
                      <a:pt x="66" y="13"/>
                    </a:cubicBezTo>
                    <a:cubicBezTo>
                      <a:pt x="67" y="13"/>
                      <a:pt x="68" y="12"/>
                      <a:pt x="70" y="11"/>
                    </a:cubicBezTo>
                    <a:cubicBezTo>
                      <a:pt x="71" y="9"/>
                      <a:pt x="72" y="8"/>
                      <a:pt x="72" y="7"/>
                    </a:cubicBezTo>
                    <a:cubicBezTo>
                      <a:pt x="72" y="2"/>
                      <a:pt x="68" y="0"/>
                      <a:pt x="61" y="0"/>
                    </a:cubicBezTo>
                    <a:cubicBezTo>
                      <a:pt x="60" y="0"/>
                      <a:pt x="60" y="0"/>
                      <a:pt x="60" y="0"/>
                    </a:cubicBezTo>
                    <a:cubicBezTo>
                      <a:pt x="60" y="0"/>
                      <a:pt x="57" y="1"/>
                      <a:pt x="51" y="2"/>
                    </a:cubicBezTo>
                    <a:cubicBezTo>
                      <a:pt x="33" y="4"/>
                      <a:pt x="23" y="5"/>
                      <a:pt x="20" y="5"/>
                    </a:cubicBezTo>
                    <a:cubicBezTo>
                      <a:pt x="18" y="5"/>
                      <a:pt x="16" y="5"/>
                      <a:pt x="14" y="5"/>
                    </a:cubicBezTo>
                    <a:cubicBezTo>
                      <a:pt x="13" y="5"/>
                      <a:pt x="12" y="5"/>
                      <a:pt x="10" y="6"/>
                    </a:cubicBezTo>
                    <a:cubicBezTo>
                      <a:pt x="9" y="7"/>
                      <a:pt x="8" y="8"/>
                      <a:pt x="8" y="8"/>
                    </a:cubicBezTo>
                    <a:cubicBezTo>
                      <a:pt x="7" y="9"/>
                      <a:pt x="7" y="9"/>
                      <a:pt x="7" y="10"/>
                    </a:cubicBezTo>
                    <a:cubicBezTo>
                      <a:pt x="7" y="11"/>
                      <a:pt x="8" y="13"/>
                      <a:pt x="8" y="14"/>
                    </a:cubicBezTo>
                    <a:cubicBezTo>
                      <a:pt x="9" y="15"/>
                      <a:pt x="9" y="16"/>
                      <a:pt x="10" y="16"/>
                    </a:cubicBezTo>
                    <a:cubicBezTo>
                      <a:pt x="10" y="16"/>
                      <a:pt x="10" y="17"/>
                      <a:pt x="10" y="17"/>
                    </a:cubicBezTo>
                    <a:cubicBezTo>
                      <a:pt x="10" y="18"/>
                      <a:pt x="9" y="28"/>
                      <a:pt x="7" y="44"/>
                    </a:cubicBezTo>
                    <a:cubicBezTo>
                      <a:pt x="4" y="60"/>
                      <a:pt x="3" y="71"/>
                      <a:pt x="1" y="76"/>
                    </a:cubicBezTo>
                    <a:cubicBezTo>
                      <a:pt x="0" y="78"/>
                      <a:pt x="0" y="79"/>
                      <a:pt x="0" y="79"/>
                    </a:cubicBezTo>
                    <a:cubicBezTo>
                      <a:pt x="0" y="81"/>
                      <a:pt x="0" y="81"/>
                      <a:pt x="0" y="81"/>
                    </a:cubicBezTo>
                    <a:cubicBezTo>
                      <a:pt x="0" y="84"/>
                      <a:pt x="1" y="86"/>
                      <a:pt x="3" y="87"/>
                    </a:cubicBezTo>
                    <a:cubicBezTo>
                      <a:pt x="4" y="89"/>
                      <a:pt x="6" y="89"/>
                      <a:pt x="9" y="89"/>
                    </a:cubicBezTo>
                    <a:cubicBezTo>
                      <a:pt x="15" y="89"/>
                      <a:pt x="22" y="89"/>
                      <a:pt x="28" y="87"/>
                    </a:cubicBezTo>
                    <a:cubicBezTo>
                      <a:pt x="36" y="86"/>
                      <a:pt x="42" y="85"/>
                      <a:pt x="48" y="85"/>
                    </a:cubicBezTo>
                    <a:cubicBezTo>
                      <a:pt x="55" y="85"/>
                      <a:pt x="60" y="84"/>
                      <a:pt x="64" y="82"/>
                    </a:cubicBezTo>
                    <a:cubicBezTo>
                      <a:pt x="65" y="81"/>
                      <a:pt x="66" y="80"/>
                      <a:pt x="66" y="78"/>
                    </a:cubicBezTo>
                    <a:cubicBezTo>
                      <a:pt x="66" y="74"/>
                      <a:pt x="63" y="72"/>
                      <a:pt x="58" y="71"/>
                    </a:cubicBezTo>
                    <a:cubicBezTo>
                      <a:pt x="57" y="71"/>
                      <a:pt x="53" y="72"/>
                      <a:pt x="48" y="73"/>
                    </a:cubicBezTo>
                    <a:cubicBezTo>
                      <a:pt x="46" y="73"/>
                      <a:pt x="41" y="74"/>
                      <a:pt x="33" y="75"/>
                    </a:cubicBezTo>
                    <a:cubicBezTo>
                      <a:pt x="25" y="76"/>
                      <a:pt x="20" y="76"/>
                      <a:pt x="18" y="76"/>
                    </a:cubicBezTo>
                    <a:cubicBezTo>
                      <a:pt x="17" y="76"/>
                      <a:pt x="16" y="76"/>
                      <a:pt x="16" y="74"/>
                    </a:cubicBezTo>
                    <a:cubicBezTo>
                      <a:pt x="16" y="72"/>
                      <a:pt x="16" y="69"/>
                      <a:pt x="17" y="64"/>
                    </a:cubicBezTo>
                    <a:cubicBezTo>
                      <a:pt x="18" y="59"/>
                      <a:pt x="19" y="56"/>
                      <a:pt x="19" y="55"/>
                    </a:cubicBezTo>
                    <a:cubicBezTo>
                      <a:pt x="19" y="54"/>
                      <a:pt x="20" y="54"/>
                      <a:pt x="20" y="54"/>
                    </a:cubicBezTo>
                    <a:cubicBezTo>
                      <a:pt x="20" y="54"/>
                      <a:pt x="20" y="54"/>
                      <a:pt x="20" y="54"/>
                    </a:cubicBezTo>
                    <a:cubicBezTo>
                      <a:pt x="22" y="53"/>
                      <a:pt x="29" y="52"/>
                      <a:pt x="39" y="51"/>
                    </a:cubicBezTo>
                    <a:cubicBezTo>
                      <a:pt x="42" y="51"/>
                      <a:pt x="43" y="50"/>
                      <a:pt x="45" y="50"/>
                    </a:cubicBezTo>
                    <a:cubicBezTo>
                      <a:pt x="48" y="50"/>
                      <a:pt x="50" y="49"/>
                      <a:pt x="52" y="49"/>
                    </a:cubicBezTo>
                    <a:cubicBezTo>
                      <a:pt x="56" y="49"/>
                      <a:pt x="59" y="48"/>
                      <a:pt x="60" y="47"/>
                    </a:cubicBezTo>
                    <a:cubicBezTo>
                      <a:pt x="62" y="46"/>
                      <a:pt x="63" y="44"/>
                      <a:pt x="63" y="41"/>
                    </a:cubicBezTo>
                    <a:cubicBezTo>
                      <a:pt x="63" y="38"/>
                      <a:pt x="60" y="36"/>
                      <a:pt x="54" y="36"/>
                    </a:cubicBezTo>
                    <a:cubicBezTo>
                      <a:pt x="51" y="36"/>
                      <a:pt x="46" y="37"/>
                      <a:pt x="41" y="38"/>
                    </a:cubicBezTo>
                    <a:cubicBezTo>
                      <a:pt x="39" y="38"/>
                      <a:pt x="36" y="39"/>
                      <a:pt x="31" y="39"/>
                    </a:cubicBezTo>
                    <a:cubicBezTo>
                      <a:pt x="26" y="40"/>
                      <a:pt x="23" y="40"/>
                      <a:pt x="20" y="40"/>
                    </a:cubicBezTo>
                    <a:cubicBezTo>
                      <a:pt x="21" y="38"/>
                      <a:pt x="21" y="35"/>
                      <a:pt x="22" y="31"/>
                    </a:cubicBezTo>
                    <a:cubicBezTo>
                      <a:pt x="23" y="26"/>
                      <a:pt x="24" y="23"/>
                      <a:pt x="24"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Freeform 356"/>
              <p:cNvSpPr>
                <a:spLocks/>
              </p:cNvSpPr>
              <p:nvPr/>
            </p:nvSpPr>
            <p:spPr bwMode="auto">
              <a:xfrm>
                <a:off x="4902201" y="4411663"/>
                <a:ext cx="84138" cy="93663"/>
              </a:xfrm>
              <a:custGeom>
                <a:avLst/>
                <a:gdLst>
                  <a:gd name="T0" fmla="*/ 3 w 65"/>
                  <a:gd name="T1" fmla="*/ 56 h 73"/>
                  <a:gd name="T2" fmla="*/ 0 w 65"/>
                  <a:gd name="T3" fmla="*/ 65 h 73"/>
                  <a:gd name="T4" fmla="*/ 2 w 65"/>
                  <a:gd name="T5" fmla="*/ 71 h 73"/>
                  <a:gd name="T6" fmla="*/ 10 w 65"/>
                  <a:gd name="T7" fmla="*/ 73 h 73"/>
                  <a:gd name="T8" fmla="*/ 14 w 65"/>
                  <a:gd name="T9" fmla="*/ 66 h 73"/>
                  <a:gd name="T10" fmla="*/ 28 w 65"/>
                  <a:gd name="T11" fmla="*/ 46 h 73"/>
                  <a:gd name="T12" fmla="*/ 52 w 65"/>
                  <a:gd name="T13" fmla="*/ 67 h 73"/>
                  <a:gd name="T14" fmla="*/ 58 w 65"/>
                  <a:gd name="T15" fmla="*/ 64 h 73"/>
                  <a:gd name="T16" fmla="*/ 61 w 65"/>
                  <a:gd name="T17" fmla="*/ 59 h 73"/>
                  <a:gd name="T18" fmla="*/ 60 w 65"/>
                  <a:gd name="T19" fmla="*/ 57 h 73"/>
                  <a:gd name="T20" fmla="*/ 58 w 65"/>
                  <a:gd name="T21" fmla="*/ 55 h 73"/>
                  <a:gd name="T22" fmla="*/ 38 w 65"/>
                  <a:gd name="T23" fmla="*/ 38 h 73"/>
                  <a:gd name="T24" fmla="*/ 65 w 65"/>
                  <a:gd name="T25" fmla="*/ 7 h 73"/>
                  <a:gd name="T26" fmla="*/ 63 w 65"/>
                  <a:gd name="T27" fmla="*/ 2 h 73"/>
                  <a:gd name="T28" fmla="*/ 58 w 65"/>
                  <a:gd name="T29" fmla="*/ 0 h 73"/>
                  <a:gd name="T30" fmla="*/ 54 w 65"/>
                  <a:gd name="T31" fmla="*/ 1 h 73"/>
                  <a:gd name="T32" fmla="*/ 50 w 65"/>
                  <a:gd name="T33" fmla="*/ 6 h 73"/>
                  <a:gd name="T34" fmla="*/ 40 w 65"/>
                  <a:gd name="T35" fmla="*/ 20 h 73"/>
                  <a:gd name="T36" fmla="*/ 38 w 65"/>
                  <a:gd name="T37" fmla="*/ 22 h 73"/>
                  <a:gd name="T38" fmla="*/ 32 w 65"/>
                  <a:gd name="T39" fmla="*/ 28 h 73"/>
                  <a:gd name="T40" fmla="*/ 25 w 65"/>
                  <a:gd name="T41" fmla="*/ 10 h 73"/>
                  <a:gd name="T42" fmla="*/ 19 w 65"/>
                  <a:gd name="T43" fmla="*/ 1 h 73"/>
                  <a:gd name="T44" fmla="*/ 10 w 65"/>
                  <a:gd name="T45" fmla="*/ 11 h 73"/>
                  <a:gd name="T46" fmla="*/ 22 w 65"/>
                  <a:gd name="T47" fmla="*/ 36 h 73"/>
                  <a:gd name="T48" fmla="*/ 18 w 65"/>
                  <a:gd name="T49" fmla="*/ 39 h 73"/>
                  <a:gd name="T50" fmla="*/ 3 w 65"/>
                  <a:gd name="T51" fmla="*/ 56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5" h="73">
                    <a:moveTo>
                      <a:pt x="3" y="56"/>
                    </a:moveTo>
                    <a:cubicBezTo>
                      <a:pt x="1" y="59"/>
                      <a:pt x="0" y="62"/>
                      <a:pt x="0" y="65"/>
                    </a:cubicBezTo>
                    <a:cubicBezTo>
                      <a:pt x="0" y="68"/>
                      <a:pt x="1" y="69"/>
                      <a:pt x="2" y="71"/>
                    </a:cubicBezTo>
                    <a:cubicBezTo>
                      <a:pt x="4" y="72"/>
                      <a:pt x="6" y="73"/>
                      <a:pt x="10" y="73"/>
                    </a:cubicBezTo>
                    <a:cubicBezTo>
                      <a:pt x="11" y="71"/>
                      <a:pt x="12" y="69"/>
                      <a:pt x="14" y="66"/>
                    </a:cubicBezTo>
                    <a:cubicBezTo>
                      <a:pt x="17" y="59"/>
                      <a:pt x="21" y="52"/>
                      <a:pt x="28" y="46"/>
                    </a:cubicBezTo>
                    <a:cubicBezTo>
                      <a:pt x="39" y="60"/>
                      <a:pt x="47" y="67"/>
                      <a:pt x="52" y="67"/>
                    </a:cubicBezTo>
                    <a:cubicBezTo>
                      <a:pt x="55" y="67"/>
                      <a:pt x="57" y="66"/>
                      <a:pt x="58" y="64"/>
                    </a:cubicBezTo>
                    <a:cubicBezTo>
                      <a:pt x="60" y="63"/>
                      <a:pt x="61" y="61"/>
                      <a:pt x="61" y="59"/>
                    </a:cubicBezTo>
                    <a:cubicBezTo>
                      <a:pt x="61" y="58"/>
                      <a:pt x="60" y="58"/>
                      <a:pt x="60" y="57"/>
                    </a:cubicBezTo>
                    <a:cubicBezTo>
                      <a:pt x="59" y="56"/>
                      <a:pt x="59" y="56"/>
                      <a:pt x="58" y="55"/>
                    </a:cubicBezTo>
                    <a:cubicBezTo>
                      <a:pt x="51" y="51"/>
                      <a:pt x="44" y="46"/>
                      <a:pt x="38" y="38"/>
                    </a:cubicBezTo>
                    <a:cubicBezTo>
                      <a:pt x="56" y="22"/>
                      <a:pt x="65" y="12"/>
                      <a:pt x="65" y="7"/>
                    </a:cubicBezTo>
                    <a:cubicBezTo>
                      <a:pt x="65" y="5"/>
                      <a:pt x="64" y="4"/>
                      <a:pt x="63" y="2"/>
                    </a:cubicBezTo>
                    <a:cubicBezTo>
                      <a:pt x="61" y="1"/>
                      <a:pt x="60" y="0"/>
                      <a:pt x="58" y="0"/>
                    </a:cubicBezTo>
                    <a:cubicBezTo>
                      <a:pt x="56" y="0"/>
                      <a:pt x="55" y="1"/>
                      <a:pt x="54" y="1"/>
                    </a:cubicBezTo>
                    <a:cubicBezTo>
                      <a:pt x="53" y="2"/>
                      <a:pt x="52" y="4"/>
                      <a:pt x="50" y="6"/>
                    </a:cubicBezTo>
                    <a:cubicBezTo>
                      <a:pt x="48" y="10"/>
                      <a:pt x="45" y="15"/>
                      <a:pt x="40" y="20"/>
                    </a:cubicBezTo>
                    <a:cubicBezTo>
                      <a:pt x="39" y="21"/>
                      <a:pt x="39" y="21"/>
                      <a:pt x="38" y="22"/>
                    </a:cubicBezTo>
                    <a:cubicBezTo>
                      <a:pt x="36" y="24"/>
                      <a:pt x="34" y="26"/>
                      <a:pt x="32" y="28"/>
                    </a:cubicBezTo>
                    <a:cubicBezTo>
                      <a:pt x="27" y="22"/>
                      <a:pt x="25" y="16"/>
                      <a:pt x="25" y="10"/>
                    </a:cubicBezTo>
                    <a:cubicBezTo>
                      <a:pt x="25" y="4"/>
                      <a:pt x="23" y="1"/>
                      <a:pt x="19" y="1"/>
                    </a:cubicBezTo>
                    <a:cubicBezTo>
                      <a:pt x="13" y="1"/>
                      <a:pt x="10" y="5"/>
                      <a:pt x="10" y="11"/>
                    </a:cubicBezTo>
                    <a:cubicBezTo>
                      <a:pt x="10" y="17"/>
                      <a:pt x="14" y="26"/>
                      <a:pt x="22" y="36"/>
                    </a:cubicBezTo>
                    <a:cubicBezTo>
                      <a:pt x="21" y="37"/>
                      <a:pt x="20" y="38"/>
                      <a:pt x="18" y="39"/>
                    </a:cubicBezTo>
                    <a:cubicBezTo>
                      <a:pt x="10" y="47"/>
                      <a:pt x="5" y="52"/>
                      <a:pt x="3" y="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 name="Freeform 357"/>
              <p:cNvSpPr>
                <a:spLocks noEditPoints="1"/>
              </p:cNvSpPr>
              <p:nvPr/>
            </p:nvSpPr>
            <p:spPr bwMode="auto">
              <a:xfrm>
                <a:off x="4986338" y="4411663"/>
                <a:ext cx="92075" cy="138113"/>
              </a:xfrm>
              <a:custGeom>
                <a:avLst/>
                <a:gdLst>
                  <a:gd name="T0" fmla="*/ 26 w 71"/>
                  <a:gd name="T1" fmla="*/ 10 h 107"/>
                  <a:gd name="T2" fmla="*/ 20 w 71"/>
                  <a:gd name="T3" fmla="*/ 0 h 107"/>
                  <a:gd name="T4" fmla="*/ 14 w 71"/>
                  <a:gd name="T5" fmla="*/ 2 h 107"/>
                  <a:gd name="T6" fmla="*/ 11 w 71"/>
                  <a:gd name="T7" fmla="*/ 7 h 107"/>
                  <a:gd name="T8" fmla="*/ 11 w 71"/>
                  <a:gd name="T9" fmla="*/ 17 h 107"/>
                  <a:gd name="T10" fmla="*/ 11 w 71"/>
                  <a:gd name="T11" fmla="*/ 18 h 107"/>
                  <a:gd name="T12" fmla="*/ 1 w 71"/>
                  <a:gd name="T13" fmla="*/ 90 h 107"/>
                  <a:gd name="T14" fmla="*/ 0 w 71"/>
                  <a:gd name="T15" fmla="*/ 100 h 107"/>
                  <a:gd name="T16" fmla="*/ 2 w 71"/>
                  <a:gd name="T17" fmla="*/ 105 h 107"/>
                  <a:gd name="T18" fmla="*/ 7 w 71"/>
                  <a:gd name="T19" fmla="*/ 107 h 107"/>
                  <a:gd name="T20" fmla="*/ 12 w 71"/>
                  <a:gd name="T21" fmla="*/ 105 h 107"/>
                  <a:gd name="T22" fmla="*/ 15 w 71"/>
                  <a:gd name="T23" fmla="*/ 97 h 107"/>
                  <a:gd name="T24" fmla="*/ 18 w 71"/>
                  <a:gd name="T25" fmla="*/ 74 h 107"/>
                  <a:gd name="T26" fmla="*/ 20 w 71"/>
                  <a:gd name="T27" fmla="*/ 62 h 107"/>
                  <a:gd name="T28" fmla="*/ 28 w 71"/>
                  <a:gd name="T29" fmla="*/ 67 h 107"/>
                  <a:gd name="T30" fmla="*/ 57 w 71"/>
                  <a:gd name="T31" fmla="*/ 52 h 107"/>
                  <a:gd name="T32" fmla="*/ 71 w 71"/>
                  <a:gd name="T33" fmla="*/ 18 h 107"/>
                  <a:gd name="T34" fmla="*/ 67 w 71"/>
                  <a:gd name="T35" fmla="*/ 6 h 107"/>
                  <a:gd name="T36" fmla="*/ 56 w 71"/>
                  <a:gd name="T37" fmla="*/ 1 h 107"/>
                  <a:gd name="T38" fmla="*/ 40 w 71"/>
                  <a:gd name="T39" fmla="*/ 9 h 107"/>
                  <a:gd name="T40" fmla="*/ 24 w 71"/>
                  <a:gd name="T41" fmla="*/ 27 h 107"/>
                  <a:gd name="T42" fmla="*/ 24 w 71"/>
                  <a:gd name="T43" fmla="*/ 23 h 107"/>
                  <a:gd name="T44" fmla="*/ 26 w 71"/>
                  <a:gd name="T45" fmla="*/ 10 h 107"/>
                  <a:gd name="T46" fmla="*/ 35 w 71"/>
                  <a:gd name="T47" fmla="*/ 28 h 107"/>
                  <a:gd name="T48" fmla="*/ 54 w 71"/>
                  <a:gd name="T49" fmla="*/ 15 h 107"/>
                  <a:gd name="T50" fmla="*/ 56 w 71"/>
                  <a:gd name="T51" fmla="*/ 16 h 107"/>
                  <a:gd name="T52" fmla="*/ 57 w 71"/>
                  <a:gd name="T53" fmla="*/ 21 h 107"/>
                  <a:gd name="T54" fmla="*/ 48 w 71"/>
                  <a:gd name="T55" fmla="*/ 44 h 107"/>
                  <a:gd name="T56" fmla="*/ 31 w 71"/>
                  <a:gd name="T57" fmla="*/ 55 h 107"/>
                  <a:gd name="T58" fmla="*/ 26 w 71"/>
                  <a:gd name="T59" fmla="*/ 54 h 107"/>
                  <a:gd name="T60" fmla="*/ 24 w 71"/>
                  <a:gd name="T61" fmla="*/ 50 h 107"/>
                  <a:gd name="T62" fmla="*/ 35 w 71"/>
                  <a:gd name="T63" fmla="*/ 28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1" h="107">
                    <a:moveTo>
                      <a:pt x="26" y="10"/>
                    </a:moveTo>
                    <a:cubicBezTo>
                      <a:pt x="26" y="3"/>
                      <a:pt x="24" y="0"/>
                      <a:pt x="20" y="0"/>
                    </a:cubicBezTo>
                    <a:cubicBezTo>
                      <a:pt x="17" y="0"/>
                      <a:pt x="15" y="1"/>
                      <a:pt x="14" y="2"/>
                    </a:cubicBezTo>
                    <a:cubicBezTo>
                      <a:pt x="12" y="3"/>
                      <a:pt x="12" y="5"/>
                      <a:pt x="11" y="7"/>
                    </a:cubicBezTo>
                    <a:cubicBezTo>
                      <a:pt x="11" y="8"/>
                      <a:pt x="11" y="12"/>
                      <a:pt x="11" y="17"/>
                    </a:cubicBezTo>
                    <a:cubicBezTo>
                      <a:pt x="11" y="18"/>
                      <a:pt x="11" y="18"/>
                      <a:pt x="11" y="18"/>
                    </a:cubicBezTo>
                    <a:cubicBezTo>
                      <a:pt x="10" y="43"/>
                      <a:pt x="7" y="67"/>
                      <a:pt x="1" y="90"/>
                    </a:cubicBezTo>
                    <a:cubicBezTo>
                      <a:pt x="0" y="94"/>
                      <a:pt x="0" y="97"/>
                      <a:pt x="0" y="100"/>
                    </a:cubicBezTo>
                    <a:cubicBezTo>
                      <a:pt x="0" y="102"/>
                      <a:pt x="1" y="103"/>
                      <a:pt x="2" y="105"/>
                    </a:cubicBezTo>
                    <a:cubicBezTo>
                      <a:pt x="4" y="106"/>
                      <a:pt x="6" y="107"/>
                      <a:pt x="7" y="107"/>
                    </a:cubicBezTo>
                    <a:cubicBezTo>
                      <a:pt x="9" y="107"/>
                      <a:pt x="11" y="106"/>
                      <a:pt x="12" y="105"/>
                    </a:cubicBezTo>
                    <a:cubicBezTo>
                      <a:pt x="13" y="103"/>
                      <a:pt x="14" y="101"/>
                      <a:pt x="15" y="97"/>
                    </a:cubicBezTo>
                    <a:cubicBezTo>
                      <a:pt x="18" y="74"/>
                      <a:pt x="18" y="74"/>
                      <a:pt x="18" y="74"/>
                    </a:cubicBezTo>
                    <a:cubicBezTo>
                      <a:pt x="18" y="69"/>
                      <a:pt x="19" y="64"/>
                      <a:pt x="20" y="62"/>
                    </a:cubicBezTo>
                    <a:cubicBezTo>
                      <a:pt x="21" y="65"/>
                      <a:pt x="24" y="67"/>
                      <a:pt x="28" y="67"/>
                    </a:cubicBezTo>
                    <a:cubicBezTo>
                      <a:pt x="38" y="67"/>
                      <a:pt x="47" y="62"/>
                      <a:pt x="57" y="52"/>
                    </a:cubicBezTo>
                    <a:cubicBezTo>
                      <a:pt x="67" y="42"/>
                      <a:pt x="71" y="30"/>
                      <a:pt x="71" y="18"/>
                    </a:cubicBezTo>
                    <a:cubicBezTo>
                      <a:pt x="71" y="13"/>
                      <a:pt x="70" y="9"/>
                      <a:pt x="67" y="6"/>
                    </a:cubicBezTo>
                    <a:cubicBezTo>
                      <a:pt x="64" y="3"/>
                      <a:pt x="60" y="1"/>
                      <a:pt x="56" y="1"/>
                    </a:cubicBezTo>
                    <a:cubicBezTo>
                      <a:pt x="51" y="1"/>
                      <a:pt x="46" y="4"/>
                      <a:pt x="40" y="9"/>
                    </a:cubicBezTo>
                    <a:cubicBezTo>
                      <a:pt x="34" y="14"/>
                      <a:pt x="28" y="20"/>
                      <a:pt x="24" y="27"/>
                    </a:cubicBezTo>
                    <a:cubicBezTo>
                      <a:pt x="24" y="23"/>
                      <a:pt x="24" y="23"/>
                      <a:pt x="24" y="23"/>
                    </a:cubicBezTo>
                    <a:cubicBezTo>
                      <a:pt x="25" y="17"/>
                      <a:pt x="26" y="12"/>
                      <a:pt x="26" y="10"/>
                    </a:cubicBezTo>
                    <a:close/>
                    <a:moveTo>
                      <a:pt x="35" y="28"/>
                    </a:moveTo>
                    <a:cubicBezTo>
                      <a:pt x="43" y="19"/>
                      <a:pt x="49" y="15"/>
                      <a:pt x="54" y="15"/>
                    </a:cubicBezTo>
                    <a:cubicBezTo>
                      <a:pt x="54" y="15"/>
                      <a:pt x="55" y="15"/>
                      <a:pt x="56" y="16"/>
                    </a:cubicBezTo>
                    <a:cubicBezTo>
                      <a:pt x="57" y="17"/>
                      <a:pt x="57" y="19"/>
                      <a:pt x="57" y="21"/>
                    </a:cubicBezTo>
                    <a:cubicBezTo>
                      <a:pt x="57" y="29"/>
                      <a:pt x="54" y="36"/>
                      <a:pt x="48" y="44"/>
                    </a:cubicBezTo>
                    <a:cubicBezTo>
                      <a:pt x="41" y="51"/>
                      <a:pt x="36" y="55"/>
                      <a:pt x="31" y="55"/>
                    </a:cubicBezTo>
                    <a:cubicBezTo>
                      <a:pt x="29" y="55"/>
                      <a:pt x="27" y="55"/>
                      <a:pt x="26" y="54"/>
                    </a:cubicBezTo>
                    <a:cubicBezTo>
                      <a:pt x="25" y="53"/>
                      <a:pt x="24" y="51"/>
                      <a:pt x="24" y="50"/>
                    </a:cubicBezTo>
                    <a:cubicBezTo>
                      <a:pt x="24" y="45"/>
                      <a:pt x="28" y="38"/>
                      <a:pt x="35"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 name="Freeform 358"/>
              <p:cNvSpPr>
                <a:spLocks/>
              </p:cNvSpPr>
              <p:nvPr/>
            </p:nvSpPr>
            <p:spPr bwMode="auto">
              <a:xfrm>
                <a:off x="5095876" y="4370388"/>
                <a:ext cx="33338" cy="131763"/>
              </a:xfrm>
              <a:custGeom>
                <a:avLst/>
                <a:gdLst>
                  <a:gd name="T0" fmla="*/ 20 w 26"/>
                  <a:gd name="T1" fmla="*/ 31 h 102"/>
                  <a:gd name="T2" fmla="*/ 25 w 26"/>
                  <a:gd name="T3" fmla="*/ 13 h 102"/>
                  <a:gd name="T4" fmla="*/ 26 w 26"/>
                  <a:gd name="T5" fmla="*/ 7 h 102"/>
                  <a:gd name="T6" fmla="*/ 20 w 26"/>
                  <a:gd name="T7" fmla="*/ 0 h 102"/>
                  <a:gd name="T8" fmla="*/ 13 w 26"/>
                  <a:gd name="T9" fmla="*/ 5 h 102"/>
                  <a:gd name="T10" fmla="*/ 5 w 26"/>
                  <a:gd name="T11" fmla="*/ 37 h 102"/>
                  <a:gd name="T12" fmla="*/ 0 w 26"/>
                  <a:gd name="T13" fmla="*/ 85 h 102"/>
                  <a:gd name="T14" fmla="*/ 2 w 26"/>
                  <a:gd name="T15" fmla="*/ 99 h 102"/>
                  <a:gd name="T16" fmla="*/ 8 w 26"/>
                  <a:gd name="T17" fmla="*/ 102 h 102"/>
                  <a:gd name="T18" fmla="*/ 14 w 26"/>
                  <a:gd name="T19" fmla="*/ 100 h 102"/>
                  <a:gd name="T20" fmla="*/ 16 w 26"/>
                  <a:gd name="T21" fmla="*/ 94 h 102"/>
                  <a:gd name="T22" fmla="*/ 16 w 26"/>
                  <a:gd name="T23" fmla="*/ 91 h 102"/>
                  <a:gd name="T24" fmla="*/ 15 w 26"/>
                  <a:gd name="T25" fmla="*/ 73 h 102"/>
                  <a:gd name="T26" fmla="*/ 16 w 26"/>
                  <a:gd name="T27" fmla="*/ 54 h 102"/>
                  <a:gd name="T28" fmla="*/ 20 w 26"/>
                  <a:gd name="T29" fmla="*/ 3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 h="102">
                    <a:moveTo>
                      <a:pt x="20" y="31"/>
                    </a:moveTo>
                    <a:cubicBezTo>
                      <a:pt x="23" y="22"/>
                      <a:pt x="25" y="16"/>
                      <a:pt x="25" y="13"/>
                    </a:cubicBezTo>
                    <a:cubicBezTo>
                      <a:pt x="26" y="11"/>
                      <a:pt x="26" y="9"/>
                      <a:pt x="26" y="7"/>
                    </a:cubicBezTo>
                    <a:cubicBezTo>
                      <a:pt x="26" y="2"/>
                      <a:pt x="24" y="0"/>
                      <a:pt x="20" y="0"/>
                    </a:cubicBezTo>
                    <a:cubicBezTo>
                      <a:pt x="17" y="0"/>
                      <a:pt x="15" y="1"/>
                      <a:pt x="13" y="5"/>
                    </a:cubicBezTo>
                    <a:cubicBezTo>
                      <a:pt x="11" y="8"/>
                      <a:pt x="8" y="19"/>
                      <a:pt x="5" y="37"/>
                    </a:cubicBezTo>
                    <a:cubicBezTo>
                      <a:pt x="2" y="56"/>
                      <a:pt x="0" y="72"/>
                      <a:pt x="0" y="85"/>
                    </a:cubicBezTo>
                    <a:cubicBezTo>
                      <a:pt x="0" y="92"/>
                      <a:pt x="1" y="96"/>
                      <a:pt x="2" y="99"/>
                    </a:cubicBezTo>
                    <a:cubicBezTo>
                      <a:pt x="3" y="101"/>
                      <a:pt x="5" y="102"/>
                      <a:pt x="8" y="102"/>
                    </a:cubicBezTo>
                    <a:cubicBezTo>
                      <a:pt x="10" y="102"/>
                      <a:pt x="12" y="102"/>
                      <a:pt x="14" y="100"/>
                    </a:cubicBezTo>
                    <a:cubicBezTo>
                      <a:pt x="15" y="98"/>
                      <a:pt x="16" y="96"/>
                      <a:pt x="16" y="94"/>
                    </a:cubicBezTo>
                    <a:cubicBezTo>
                      <a:pt x="16" y="94"/>
                      <a:pt x="16" y="92"/>
                      <a:pt x="16" y="91"/>
                    </a:cubicBezTo>
                    <a:cubicBezTo>
                      <a:pt x="15" y="84"/>
                      <a:pt x="15" y="78"/>
                      <a:pt x="15" y="73"/>
                    </a:cubicBezTo>
                    <a:cubicBezTo>
                      <a:pt x="15" y="68"/>
                      <a:pt x="15" y="62"/>
                      <a:pt x="16" y="54"/>
                    </a:cubicBezTo>
                    <a:cubicBezTo>
                      <a:pt x="17" y="46"/>
                      <a:pt x="19" y="38"/>
                      <a:pt x="20"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 name="Freeform 359"/>
              <p:cNvSpPr>
                <a:spLocks noEditPoints="1"/>
              </p:cNvSpPr>
              <p:nvPr/>
            </p:nvSpPr>
            <p:spPr bwMode="auto">
              <a:xfrm>
                <a:off x="5133976" y="4413251"/>
                <a:ext cx="79375" cy="85725"/>
              </a:xfrm>
              <a:custGeom>
                <a:avLst/>
                <a:gdLst>
                  <a:gd name="T0" fmla="*/ 57 w 61"/>
                  <a:gd name="T1" fmla="*/ 12 h 66"/>
                  <a:gd name="T2" fmla="*/ 50 w 61"/>
                  <a:gd name="T3" fmla="*/ 7 h 66"/>
                  <a:gd name="T4" fmla="*/ 41 w 61"/>
                  <a:gd name="T5" fmla="*/ 0 h 66"/>
                  <a:gd name="T6" fmla="*/ 14 w 61"/>
                  <a:gd name="T7" fmla="*/ 17 h 66"/>
                  <a:gd name="T8" fmla="*/ 0 w 61"/>
                  <a:gd name="T9" fmla="*/ 50 h 66"/>
                  <a:gd name="T10" fmla="*/ 4 w 61"/>
                  <a:gd name="T11" fmla="*/ 60 h 66"/>
                  <a:gd name="T12" fmla="*/ 13 w 61"/>
                  <a:gd name="T13" fmla="*/ 65 h 66"/>
                  <a:gd name="T14" fmla="*/ 42 w 61"/>
                  <a:gd name="T15" fmla="*/ 44 h 66"/>
                  <a:gd name="T16" fmla="*/ 52 w 61"/>
                  <a:gd name="T17" fmla="*/ 66 h 66"/>
                  <a:gd name="T18" fmla="*/ 58 w 61"/>
                  <a:gd name="T19" fmla="*/ 64 h 66"/>
                  <a:gd name="T20" fmla="*/ 61 w 61"/>
                  <a:gd name="T21" fmla="*/ 59 h 66"/>
                  <a:gd name="T22" fmla="*/ 59 w 61"/>
                  <a:gd name="T23" fmla="*/ 56 h 66"/>
                  <a:gd name="T24" fmla="*/ 56 w 61"/>
                  <a:gd name="T25" fmla="*/ 54 h 66"/>
                  <a:gd name="T26" fmla="*/ 54 w 61"/>
                  <a:gd name="T27" fmla="*/ 50 h 66"/>
                  <a:gd name="T28" fmla="*/ 53 w 61"/>
                  <a:gd name="T29" fmla="*/ 40 h 66"/>
                  <a:gd name="T30" fmla="*/ 56 w 61"/>
                  <a:gd name="T31" fmla="*/ 21 h 66"/>
                  <a:gd name="T32" fmla="*/ 57 w 61"/>
                  <a:gd name="T33" fmla="*/ 12 h 66"/>
                  <a:gd name="T34" fmla="*/ 33 w 61"/>
                  <a:gd name="T35" fmla="*/ 40 h 66"/>
                  <a:gd name="T36" fmla="*/ 16 w 61"/>
                  <a:gd name="T37" fmla="*/ 52 h 66"/>
                  <a:gd name="T38" fmla="*/ 14 w 61"/>
                  <a:gd name="T39" fmla="*/ 47 h 66"/>
                  <a:gd name="T40" fmla="*/ 23 w 61"/>
                  <a:gd name="T41" fmla="*/ 25 h 66"/>
                  <a:gd name="T42" fmla="*/ 39 w 61"/>
                  <a:gd name="T43" fmla="*/ 12 h 66"/>
                  <a:gd name="T44" fmla="*/ 41 w 61"/>
                  <a:gd name="T45" fmla="*/ 14 h 66"/>
                  <a:gd name="T46" fmla="*/ 43 w 61"/>
                  <a:gd name="T47" fmla="*/ 19 h 66"/>
                  <a:gd name="T48" fmla="*/ 33 w 61"/>
                  <a:gd name="T49" fmla="*/ 4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1" h="66">
                    <a:moveTo>
                      <a:pt x="57" y="12"/>
                    </a:moveTo>
                    <a:cubicBezTo>
                      <a:pt x="57" y="9"/>
                      <a:pt x="55" y="7"/>
                      <a:pt x="50" y="7"/>
                    </a:cubicBezTo>
                    <a:cubicBezTo>
                      <a:pt x="49" y="2"/>
                      <a:pt x="46" y="0"/>
                      <a:pt x="41" y="0"/>
                    </a:cubicBezTo>
                    <a:cubicBezTo>
                      <a:pt x="32" y="0"/>
                      <a:pt x="23" y="6"/>
                      <a:pt x="14" y="17"/>
                    </a:cubicBezTo>
                    <a:cubicBezTo>
                      <a:pt x="4" y="29"/>
                      <a:pt x="0" y="40"/>
                      <a:pt x="0" y="50"/>
                    </a:cubicBezTo>
                    <a:cubicBezTo>
                      <a:pt x="0" y="54"/>
                      <a:pt x="1" y="58"/>
                      <a:pt x="4" y="60"/>
                    </a:cubicBezTo>
                    <a:cubicBezTo>
                      <a:pt x="6" y="63"/>
                      <a:pt x="9" y="65"/>
                      <a:pt x="13" y="65"/>
                    </a:cubicBezTo>
                    <a:cubicBezTo>
                      <a:pt x="22" y="65"/>
                      <a:pt x="32" y="58"/>
                      <a:pt x="42" y="44"/>
                    </a:cubicBezTo>
                    <a:cubicBezTo>
                      <a:pt x="41" y="59"/>
                      <a:pt x="45" y="66"/>
                      <a:pt x="52" y="66"/>
                    </a:cubicBezTo>
                    <a:cubicBezTo>
                      <a:pt x="54" y="66"/>
                      <a:pt x="56" y="66"/>
                      <a:pt x="58" y="64"/>
                    </a:cubicBezTo>
                    <a:cubicBezTo>
                      <a:pt x="60" y="63"/>
                      <a:pt x="61" y="61"/>
                      <a:pt x="61" y="59"/>
                    </a:cubicBezTo>
                    <a:cubicBezTo>
                      <a:pt x="61" y="58"/>
                      <a:pt x="60" y="57"/>
                      <a:pt x="59" y="56"/>
                    </a:cubicBezTo>
                    <a:cubicBezTo>
                      <a:pt x="57" y="56"/>
                      <a:pt x="56" y="55"/>
                      <a:pt x="56" y="54"/>
                    </a:cubicBezTo>
                    <a:cubicBezTo>
                      <a:pt x="56" y="54"/>
                      <a:pt x="55" y="52"/>
                      <a:pt x="54" y="50"/>
                    </a:cubicBezTo>
                    <a:cubicBezTo>
                      <a:pt x="54" y="48"/>
                      <a:pt x="53" y="45"/>
                      <a:pt x="53" y="40"/>
                    </a:cubicBezTo>
                    <a:cubicBezTo>
                      <a:pt x="53" y="35"/>
                      <a:pt x="54" y="29"/>
                      <a:pt x="56" y="21"/>
                    </a:cubicBezTo>
                    <a:cubicBezTo>
                      <a:pt x="57" y="17"/>
                      <a:pt x="57" y="14"/>
                      <a:pt x="57" y="12"/>
                    </a:cubicBezTo>
                    <a:close/>
                    <a:moveTo>
                      <a:pt x="33" y="40"/>
                    </a:moveTo>
                    <a:cubicBezTo>
                      <a:pt x="26" y="48"/>
                      <a:pt x="21" y="52"/>
                      <a:pt x="16" y="52"/>
                    </a:cubicBezTo>
                    <a:cubicBezTo>
                      <a:pt x="15" y="52"/>
                      <a:pt x="14" y="50"/>
                      <a:pt x="14" y="47"/>
                    </a:cubicBezTo>
                    <a:cubicBezTo>
                      <a:pt x="14" y="41"/>
                      <a:pt x="17" y="34"/>
                      <a:pt x="23" y="25"/>
                    </a:cubicBezTo>
                    <a:cubicBezTo>
                      <a:pt x="30" y="17"/>
                      <a:pt x="35" y="12"/>
                      <a:pt x="39" y="12"/>
                    </a:cubicBezTo>
                    <a:cubicBezTo>
                      <a:pt x="40" y="12"/>
                      <a:pt x="41" y="13"/>
                      <a:pt x="41" y="14"/>
                    </a:cubicBezTo>
                    <a:cubicBezTo>
                      <a:pt x="42" y="15"/>
                      <a:pt x="43" y="17"/>
                      <a:pt x="43" y="19"/>
                    </a:cubicBezTo>
                    <a:cubicBezTo>
                      <a:pt x="43" y="25"/>
                      <a:pt x="39" y="32"/>
                      <a:pt x="33"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 name="Freeform 360"/>
              <p:cNvSpPr>
                <a:spLocks/>
              </p:cNvSpPr>
              <p:nvPr/>
            </p:nvSpPr>
            <p:spPr bwMode="auto">
              <a:xfrm>
                <a:off x="5243513" y="4375151"/>
                <a:ext cx="25400" cy="22225"/>
              </a:xfrm>
              <a:custGeom>
                <a:avLst/>
                <a:gdLst>
                  <a:gd name="T0" fmla="*/ 15 w 19"/>
                  <a:gd name="T1" fmla="*/ 15 h 18"/>
                  <a:gd name="T2" fmla="*/ 19 w 19"/>
                  <a:gd name="T3" fmla="*/ 8 h 18"/>
                  <a:gd name="T4" fmla="*/ 16 w 19"/>
                  <a:gd name="T5" fmla="*/ 2 h 18"/>
                  <a:gd name="T6" fmla="*/ 10 w 19"/>
                  <a:gd name="T7" fmla="*/ 0 h 18"/>
                  <a:gd name="T8" fmla="*/ 3 w 19"/>
                  <a:gd name="T9" fmla="*/ 3 h 18"/>
                  <a:gd name="T10" fmla="*/ 0 w 19"/>
                  <a:gd name="T11" fmla="*/ 9 h 18"/>
                  <a:gd name="T12" fmla="*/ 3 w 19"/>
                  <a:gd name="T13" fmla="*/ 15 h 18"/>
                  <a:gd name="T14" fmla="*/ 9 w 19"/>
                  <a:gd name="T15" fmla="*/ 18 h 18"/>
                  <a:gd name="T16" fmla="*/ 15 w 19"/>
                  <a:gd name="T17" fmla="*/ 1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8">
                    <a:moveTo>
                      <a:pt x="15" y="15"/>
                    </a:moveTo>
                    <a:cubicBezTo>
                      <a:pt x="18" y="13"/>
                      <a:pt x="19" y="11"/>
                      <a:pt x="19" y="8"/>
                    </a:cubicBezTo>
                    <a:cubicBezTo>
                      <a:pt x="19" y="6"/>
                      <a:pt x="18" y="4"/>
                      <a:pt x="16" y="2"/>
                    </a:cubicBezTo>
                    <a:cubicBezTo>
                      <a:pt x="15" y="1"/>
                      <a:pt x="13" y="0"/>
                      <a:pt x="10" y="0"/>
                    </a:cubicBezTo>
                    <a:cubicBezTo>
                      <a:pt x="7" y="0"/>
                      <a:pt x="4" y="1"/>
                      <a:pt x="3" y="3"/>
                    </a:cubicBezTo>
                    <a:cubicBezTo>
                      <a:pt x="1" y="4"/>
                      <a:pt x="0" y="7"/>
                      <a:pt x="0" y="9"/>
                    </a:cubicBezTo>
                    <a:cubicBezTo>
                      <a:pt x="0" y="11"/>
                      <a:pt x="1" y="13"/>
                      <a:pt x="3" y="15"/>
                    </a:cubicBezTo>
                    <a:cubicBezTo>
                      <a:pt x="4" y="17"/>
                      <a:pt x="6" y="18"/>
                      <a:pt x="9" y="18"/>
                    </a:cubicBezTo>
                    <a:cubicBezTo>
                      <a:pt x="11" y="18"/>
                      <a:pt x="13" y="17"/>
                      <a:pt x="15"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 name="Freeform 361"/>
              <p:cNvSpPr>
                <a:spLocks/>
              </p:cNvSpPr>
              <p:nvPr/>
            </p:nvSpPr>
            <p:spPr bwMode="auto">
              <a:xfrm>
                <a:off x="5226051" y="4418013"/>
                <a:ext cx="28575" cy="82550"/>
              </a:xfrm>
              <a:custGeom>
                <a:avLst/>
                <a:gdLst>
                  <a:gd name="T0" fmla="*/ 19 w 21"/>
                  <a:gd name="T1" fmla="*/ 17 h 64"/>
                  <a:gd name="T2" fmla="*/ 19 w 21"/>
                  <a:gd name="T3" fmla="*/ 16 h 64"/>
                  <a:gd name="T4" fmla="*/ 21 w 21"/>
                  <a:gd name="T5" fmla="*/ 6 h 64"/>
                  <a:gd name="T6" fmla="*/ 19 w 21"/>
                  <a:gd name="T7" fmla="*/ 2 h 64"/>
                  <a:gd name="T8" fmla="*/ 13 w 21"/>
                  <a:gd name="T9" fmla="*/ 0 h 64"/>
                  <a:gd name="T10" fmla="*/ 8 w 21"/>
                  <a:gd name="T11" fmla="*/ 3 h 64"/>
                  <a:gd name="T12" fmla="*/ 6 w 21"/>
                  <a:gd name="T13" fmla="*/ 10 h 64"/>
                  <a:gd name="T14" fmla="*/ 4 w 21"/>
                  <a:gd name="T15" fmla="*/ 22 h 64"/>
                  <a:gd name="T16" fmla="*/ 4 w 21"/>
                  <a:gd name="T17" fmla="*/ 22 h 64"/>
                  <a:gd name="T18" fmla="*/ 3 w 21"/>
                  <a:gd name="T19" fmla="*/ 28 h 64"/>
                  <a:gd name="T20" fmla="*/ 0 w 21"/>
                  <a:gd name="T21" fmla="*/ 52 h 64"/>
                  <a:gd name="T22" fmla="*/ 8 w 21"/>
                  <a:gd name="T23" fmla="*/ 64 h 64"/>
                  <a:gd name="T24" fmla="*/ 13 w 21"/>
                  <a:gd name="T25" fmla="*/ 62 h 64"/>
                  <a:gd name="T26" fmla="*/ 16 w 21"/>
                  <a:gd name="T27" fmla="*/ 58 h 64"/>
                  <a:gd name="T28" fmla="*/ 15 w 21"/>
                  <a:gd name="T29" fmla="*/ 56 h 64"/>
                  <a:gd name="T30" fmla="*/ 14 w 21"/>
                  <a:gd name="T31" fmla="*/ 47 h 64"/>
                  <a:gd name="T32" fmla="*/ 15 w 21"/>
                  <a:gd name="T33" fmla="*/ 35 h 64"/>
                  <a:gd name="T34" fmla="*/ 19 w 21"/>
                  <a:gd name="T35" fmla="*/ 17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64">
                    <a:moveTo>
                      <a:pt x="19" y="17"/>
                    </a:moveTo>
                    <a:cubicBezTo>
                      <a:pt x="19" y="16"/>
                      <a:pt x="19" y="16"/>
                      <a:pt x="19" y="16"/>
                    </a:cubicBezTo>
                    <a:cubicBezTo>
                      <a:pt x="20" y="11"/>
                      <a:pt x="21" y="8"/>
                      <a:pt x="21" y="6"/>
                    </a:cubicBezTo>
                    <a:cubicBezTo>
                      <a:pt x="21" y="5"/>
                      <a:pt x="20" y="3"/>
                      <a:pt x="19" y="2"/>
                    </a:cubicBezTo>
                    <a:cubicBezTo>
                      <a:pt x="18" y="1"/>
                      <a:pt x="15" y="0"/>
                      <a:pt x="13" y="0"/>
                    </a:cubicBezTo>
                    <a:cubicBezTo>
                      <a:pt x="11" y="0"/>
                      <a:pt x="9" y="1"/>
                      <a:pt x="8" y="3"/>
                    </a:cubicBezTo>
                    <a:cubicBezTo>
                      <a:pt x="6" y="5"/>
                      <a:pt x="6" y="8"/>
                      <a:pt x="6" y="10"/>
                    </a:cubicBezTo>
                    <a:cubicBezTo>
                      <a:pt x="6" y="11"/>
                      <a:pt x="5" y="15"/>
                      <a:pt x="4" y="22"/>
                    </a:cubicBezTo>
                    <a:cubicBezTo>
                      <a:pt x="4" y="22"/>
                      <a:pt x="4" y="22"/>
                      <a:pt x="4" y="22"/>
                    </a:cubicBezTo>
                    <a:cubicBezTo>
                      <a:pt x="4" y="24"/>
                      <a:pt x="3" y="26"/>
                      <a:pt x="3" y="28"/>
                    </a:cubicBezTo>
                    <a:cubicBezTo>
                      <a:pt x="1" y="38"/>
                      <a:pt x="0" y="46"/>
                      <a:pt x="0" y="52"/>
                    </a:cubicBezTo>
                    <a:cubicBezTo>
                      <a:pt x="0" y="60"/>
                      <a:pt x="3" y="64"/>
                      <a:pt x="8" y="64"/>
                    </a:cubicBezTo>
                    <a:cubicBezTo>
                      <a:pt x="10" y="64"/>
                      <a:pt x="11" y="63"/>
                      <a:pt x="13" y="62"/>
                    </a:cubicBezTo>
                    <a:cubicBezTo>
                      <a:pt x="15" y="60"/>
                      <a:pt x="16" y="59"/>
                      <a:pt x="16" y="58"/>
                    </a:cubicBezTo>
                    <a:cubicBezTo>
                      <a:pt x="16" y="58"/>
                      <a:pt x="16" y="57"/>
                      <a:pt x="15" y="56"/>
                    </a:cubicBezTo>
                    <a:cubicBezTo>
                      <a:pt x="15" y="52"/>
                      <a:pt x="14" y="49"/>
                      <a:pt x="14" y="47"/>
                    </a:cubicBezTo>
                    <a:cubicBezTo>
                      <a:pt x="14" y="44"/>
                      <a:pt x="14" y="40"/>
                      <a:pt x="15" y="35"/>
                    </a:cubicBezTo>
                    <a:cubicBezTo>
                      <a:pt x="15" y="31"/>
                      <a:pt x="17" y="25"/>
                      <a:pt x="19"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 name="Freeform 362"/>
              <p:cNvSpPr>
                <a:spLocks/>
              </p:cNvSpPr>
              <p:nvPr/>
            </p:nvSpPr>
            <p:spPr bwMode="auto">
              <a:xfrm>
                <a:off x="5268913" y="4419601"/>
                <a:ext cx="93663" cy="76200"/>
              </a:xfrm>
              <a:custGeom>
                <a:avLst/>
                <a:gdLst>
                  <a:gd name="T0" fmla="*/ 60 w 73"/>
                  <a:gd name="T1" fmla="*/ 57 h 60"/>
                  <a:gd name="T2" fmla="*/ 70 w 73"/>
                  <a:gd name="T3" fmla="*/ 54 h 60"/>
                  <a:gd name="T4" fmla="*/ 73 w 73"/>
                  <a:gd name="T5" fmla="*/ 48 h 60"/>
                  <a:gd name="T6" fmla="*/ 71 w 73"/>
                  <a:gd name="T7" fmla="*/ 44 h 60"/>
                  <a:gd name="T8" fmla="*/ 67 w 73"/>
                  <a:gd name="T9" fmla="*/ 45 h 60"/>
                  <a:gd name="T10" fmla="*/ 64 w 73"/>
                  <a:gd name="T11" fmla="*/ 46 h 60"/>
                  <a:gd name="T12" fmla="*/ 59 w 73"/>
                  <a:gd name="T13" fmla="*/ 24 h 60"/>
                  <a:gd name="T14" fmla="*/ 43 w 73"/>
                  <a:gd name="T15" fmla="*/ 3 h 60"/>
                  <a:gd name="T16" fmla="*/ 15 w 73"/>
                  <a:gd name="T17" fmla="*/ 32 h 60"/>
                  <a:gd name="T18" fmla="*/ 19 w 73"/>
                  <a:gd name="T19" fmla="*/ 11 h 60"/>
                  <a:gd name="T20" fmla="*/ 17 w 73"/>
                  <a:gd name="T21" fmla="*/ 2 h 60"/>
                  <a:gd name="T22" fmla="*/ 12 w 73"/>
                  <a:gd name="T23" fmla="*/ 0 h 60"/>
                  <a:gd name="T24" fmla="*/ 7 w 73"/>
                  <a:gd name="T25" fmla="*/ 4 h 60"/>
                  <a:gd name="T26" fmla="*/ 4 w 73"/>
                  <a:gd name="T27" fmla="*/ 9 h 60"/>
                  <a:gd name="T28" fmla="*/ 2 w 73"/>
                  <a:gd name="T29" fmla="*/ 40 h 60"/>
                  <a:gd name="T30" fmla="*/ 0 w 73"/>
                  <a:gd name="T31" fmla="*/ 52 h 60"/>
                  <a:gd name="T32" fmla="*/ 9 w 73"/>
                  <a:gd name="T33" fmla="*/ 60 h 60"/>
                  <a:gd name="T34" fmla="*/ 12 w 73"/>
                  <a:gd name="T35" fmla="*/ 59 h 60"/>
                  <a:gd name="T36" fmla="*/ 14 w 73"/>
                  <a:gd name="T37" fmla="*/ 55 h 60"/>
                  <a:gd name="T38" fmla="*/ 26 w 73"/>
                  <a:gd name="T39" fmla="*/ 33 h 60"/>
                  <a:gd name="T40" fmla="*/ 41 w 73"/>
                  <a:gd name="T41" fmla="*/ 17 h 60"/>
                  <a:gd name="T42" fmla="*/ 46 w 73"/>
                  <a:gd name="T43" fmla="*/ 32 h 60"/>
                  <a:gd name="T44" fmla="*/ 50 w 73"/>
                  <a:gd name="T45" fmla="*/ 51 h 60"/>
                  <a:gd name="T46" fmla="*/ 50 w 73"/>
                  <a:gd name="T47" fmla="*/ 51 h 60"/>
                  <a:gd name="T48" fmla="*/ 60 w 73"/>
                  <a:gd name="T49" fmla="*/ 57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3" h="60">
                    <a:moveTo>
                      <a:pt x="60" y="57"/>
                    </a:moveTo>
                    <a:cubicBezTo>
                      <a:pt x="64" y="57"/>
                      <a:pt x="67" y="56"/>
                      <a:pt x="70" y="54"/>
                    </a:cubicBezTo>
                    <a:cubicBezTo>
                      <a:pt x="72" y="52"/>
                      <a:pt x="73" y="50"/>
                      <a:pt x="73" y="48"/>
                    </a:cubicBezTo>
                    <a:cubicBezTo>
                      <a:pt x="73" y="45"/>
                      <a:pt x="73" y="44"/>
                      <a:pt x="71" y="44"/>
                    </a:cubicBezTo>
                    <a:cubicBezTo>
                      <a:pt x="70" y="44"/>
                      <a:pt x="69" y="45"/>
                      <a:pt x="67" y="45"/>
                    </a:cubicBezTo>
                    <a:cubicBezTo>
                      <a:pt x="66" y="45"/>
                      <a:pt x="65" y="46"/>
                      <a:pt x="64" y="46"/>
                    </a:cubicBezTo>
                    <a:cubicBezTo>
                      <a:pt x="62" y="46"/>
                      <a:pt x="61" y="38"/>
                      <a:pt x="59" y="24"/>
                    </a:cubicBezTo>
                    <a:cubicBezTo>
                      <a:pt x="57" y="10"/>
                      <a:pt x="52" y="3"/>
                      <a:pt x="43" y="3"/>
                    </a:cubicBezTo>
                    <a:cubicBezTo>
                      <a:pt x="33" y="3"/>
                      <a:pt x="24" y="13"/>
                      <a:pt x="15" y="32"/>
                    </a:cubicBezTo>
                    <a:cubicBezTo>
                      <a:pt x="17" y="22"/>
                      <a:pt x="19" y="15"/>
                      <a:pt x="19" y="11"/>
                    </a:cubicBezTo>
                    <a:cubicBezTo>
                      <a:pt x="19" y="6"/>
                      <a:pt x="18" y="3"/>
                      <a:pt x="17" y="2"/>
                    </a:cubicBezTo>
                    <a:cubicBezTo>
                      <a:pt x="16" y="1"/>
                      <a:pt x="14" y="0"/>
                      <a:pt x="12" y="0"/>
                    </a:cubicBezTo>
                    <a:cubicBezTo>
                      <a:pt x="10" y="0"/>
                      <a:pt x="8" y="2"/>
                      <a:pt x="7" y="4"/>
                    </a:cubicBezTo>
                    <a:cubicBezTo>
                      <a:pt x="5" y="6"/>
                      <a:pt x="4" y="8"/>
                      <a:pt x="4" y="9"/>
                    </a:cubicBezTo>
                    <a:cubicBezTo>
                      <a:pt x="4" y="21"/>
                      <a:pt x="3" y="32"/>
                      <a:pt x="2" y="40"/>
                    </a:cubicBezTo>
                    <a:cubicBezTo>
                      <a:pt x="1" y="46"/>
                      <a:pt x="0" y="51"/>
                      <a:pt x="0" y="52"/>
                    </a:cubicBezTo>
                    <a:cubicBezTo>
                      <a:pt x="0" y="58"/>
                      <a:pt x="3" y="60"/>
                      <a:pt x="9" y="60"/>
                    </a:cubicBezTo>
                    <a:cubicBezTo>
                      <a:pt x="10" y="60"/>
                      <a:pt x="11" y="60"/>
                      <a:pt x="12" y="59"/>
                    </a:cubicBezTo>
                    <a:cubicBezTo>
                      <a:pt x="13" y="58"/>
                      <a:pt x="13" y="57"/>
                      <a:pt x="14" y="55"/>
                    </a:cubicBezTo>
                    <a:cubicBezTo>
                      <a:pt x="15" y="50"/>
                      <a:pt x="19" y="43"/>
                      <a:pt x="26" y="33"/>
                    </a:cubicBezTo>
                    <a:cubicBezTo>
                      <a:pt x="33" y="22"/>
                      <a:pt x="38" y="17"/>
                      <a:pt x="41" y="17"/>
                    </a:cubicBezTo>
                    <a:cubicBezTo>
                      <a:pt x="44" y="17"/>
                      <a:pt x="46" y="22"/>
                      <a:pt x="46" y="32"/>
                    </a:cubicBezTo>
                    <a:cubicBezTo>
                      <a:pt x="47" y="41"/>
                      <a:pt x="49" y="48"/>
                      <a:pt x="50" y="51"/>
                    </a:cubicBezTo>
                    <a:cubicBezTo>
                      <a:pt x="50" y="51"/>
                      <a:pt x="50" y="51"/>
                      <a:pt x="50" y="51"/>
                    </a:cubicBezTo>
                    <a:cubicBezTo>
                      <a:pt x="52" y="55"/>
                      <a:pt x="56" y="57"/>
                      <a:pt x="60"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 name="Freeform 363"/>
              <p:cNvSpPr>
                <a:spLocks/>
              </p:cNvSpPr>
              <p:nvPr/>
            </p:nvSpPr>
            <p:spPr bwMode="auto">
              <a:xfrm>
                <a:off x="5429251" y="4411663"/>
                <a:ext cx="66675" cy="88900"/>
              </a:xfrm>
              <a:custGeom>
                <a:avLst/>
                <a:gdLst>
                  <a:gd name="T0" fmla="*/ 51 w 51"/>
                  <a:gd name="T1" fmla="*/ 49 h 68"/>
                  <a:gd name="T2" fmla="*/ 48 w 51"/>
                  <a:gd name="T3" fmla="*/ 46 h 68"/>
                  <a:gd name="T4" fmla="*/ 41 w 51"/>
                  <a:gd name="T5" fmla="*/ 49 h 68"/>
                  <a:gd name="T6" fmla="*/ 22 w 51"/>
                  <a:gd name="T7" fmla="*/ 56 h 68"/>
                  <a:gd name="T8" fmla="*/ 14 w 51"/>
                  <a:gd name="T9" fmla="*/ 48 h 68"/>
                  <a:gd name="T10" fmla="*/ 21 w 51"/>
                  <a:gd name="T11" fmla="*/ 26 h 68"/>
                  <a:gd name="T12" fmla="*/ 33 w 51"/>
                  <a:gd name="T13" fmla="*/ 13 h 68"/>
                  <a:gd name="T14" fmla="*/ 36 w 51"/>
                  <a:gd name="T15" fmla="*/ 18 h 68"/>
                  <a:gd name="T16" fmla="*/ 43 w 51"/>
                  <a:gd name="T17" fmla="*/ 26 h 68"/>
                  <a:gd name="T18" fmla="*/ 47 w 51"/>
                  <a:gd name="T19" fmla="*/ 24 h 68"/>
                  <a:gd name="T20" fmla="*/ 49 w 51"/>
                  <a:gd name="T21" fmla="*/ 17 h 68"/>
                  <a:gd name="T22" fmla="*/ 45 w 51"/>
                  <a:gd name="T23" fmla="*/ 5 h 68"/>
                  <a:gd name="T24" fmla="*/ 35 w 51"/>
                  <a:gd name="T25" fmla="*/ 0 h 68"/>
                  <a:gd name="T26" fmla="*/ 12 w 51"/>
                  <a:gd name="T27" fmla="*/ 17 h 68"/>
                  <a:gd name="T28" fmla="*/ 0 w 51"/>
                  <a:gd name="T29" fmla="*/ 48 h 68"/>
                  <a:gd name="T30" fmla="*/ 5 w 51"/>
                  <a:gd name="T31" fmla="*/ 63 h 68"/>
                  <a:gd name="T32" fmla="*/ 20 w 51"/>
                  <a:gd name="T33" fmla="*/ 68 h 68"/>
                  <a:gd name="T34" fmla="*/ 41 w 51"/>
                  <a:gd name="T35" fmla="*/ 61 h 68"/>
                  <a:gd name="T36" fmla="*/ 51 w 51"/>
                  <a:gd name="T37" fmla="*/ 4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1" h="68">
                    <a:moveTo>
                      <a:pt x="51" y="49"/>
                    </a:moveTo>
                    <a:cubicBezTo>
                      <a:pt x="51" y="47"/>
                      <a:pt x="50" y="46"/>
                      <a:pt x="48" y="46"/>
                    </a:cubicBezTo>
                    <a:cubicBezTo>
                      <a:pt x="47" y="46"/>
                      <a:pt x="44" y="47"/>
                      <a:pt x="41" y="49"/>
                    </a:cubicBezTo>
                    <a:cubicBezTo>
                      <a:pt x="35" y="54"/>
                      <a:pt x="29" y="56"/>
                      <a:pt x="22" y="56"/>
                    </a:cubicBezTo>
                    <a:cubicBezTo>
                      <a:pt x="17" y="56"/>
                      <a:pt x="14" y="53"/>
                      <a:pt x="14" y="48"/>
                    </a:cubicBezTo>
                    <a:cubicBezTo>
                      <a:pt x="14" y="42"/>
                      <a:pt x="16" y="34"/>
                      <a:pt x="21" y="26"/>
                    </a:cubicBezTo>
                    <a:cubicBezTo>
                      <a:pt x="26" y="17"/>
                      <a:pt x="30" y="13"/>
                      <a:pt x="33" y="13"/>
                    </a:cubicBezTo>
                    <a:cubicBezTo>
                      <a:pt x="35" y="13"/>
                      <a:pt x="36" y="15"/>
                      <a:pt x="36" y="18"/>
                    </a:cubicBezTo>
                    <a:cubicBezTo>
                      <a:pt x="37" y="24"/>
                      <a:pt x="39" y="26"/>
                      <a:pt x="43" y="26"/>
                    </a:cubicBezTo>
                    <a:cubicBezTo>
                      <a:pt x="44" y="26"/>
                      <a:pt x="45" y="25"/>
                      <a:pt x="47" y="24"/>
                    </a:cubicBezTo>
                    <a:cubicBezTo>
                      <a:pt x="48" y="23"/>
                      <a:pt x="49" y="20"/>
                      <a:pt x="49" y="17"/>
                    </a:cubicBezTo>
                    <a:cubicBezTo>
                      <a:pt x="49" y="13"/>
                      <a:pt x="47" y="9"/>
                      <a:pt x="45" y="5"/>
                    </a:cubicBezTo>
                    <a:cubicBezTo>
                      <a:pt x="42" y="2"/>
                      <a:pt x="39" y="0"/>
                      <a:pt x="35" y="0"/>
                    </a:cubicBezTo>
                    <a:cubicBezTo>
                      <a:pt x="28" y="0"/>
                      <a:pt x="20" y="5"/>
                      <a:pt x="12" y="17"/>
                    </a:cubicBezTo>
                    <a:cubicBezTo>
                      <a:pt x="4" y="28"/>
                      <a:pt x="0" y="39"/>
                      <a:pt x="0" y="48"/>
                    </a:cubicBezTo>
                    <a:cubicBezTo>
                      <a:pt x="0" y="55"/>
                      <a:pt x="2" y="59"/>
                      <a:pt x="5" y="63"/>
                    </a:cubicBezTo>
                    <a:cubicBezTo>
                      <a:pt x="9" y="66"/>
                      <a:pt x="13" y="68"/>
                      <a:pt x="20" y="68"/>
                    </a:cubicBezTo>
                    <a:cubicBezTo>
                      <a:pt x="27" y="68"/>
                      <a:pt x="34" y="66"/>
                      <a:pt x="41" y="61"/>
                    </a:cubicBezTo>
                    <a:cubicBezTo>
                      <a:pt x="48" y="56"/>
                      <a:pt x="51" y="52"/>
                      <a:pt x="51"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 name="Freeform 364"/>
              <p:cNvSpPr>
                <a:spLocks noEditPoints="1"/>
              </p:cNvSpPr>
              <p:nvPr/>
            </p:nvSpPr>
            <p:spPr bwMode="auto">
              <a:xfrm>
                <a:off x="5507038" y="4413251"/>
                <a:ext cx="79375" cy="85725"/>
              </a:xfrm>
              <a:custGeom>
                <a:avLst/>
                <a:gdLst>
                  <a:gd name="T0" fmla="*/ 57 w 61"/>
                  <a:gd name="T1" fmla="*/ 12 h 66"/>
                  <a:gd name="T2" fmla="*/ 51 w 61"/>
                  <a:gd name="T3" fmla="*/ 7 h 66"/>
                  <a:gd name="T4" fmla="*/ 41 w 61"/>
                  <a:gd name="T5" fmla="*/ 0 h 66"/>
                  <a:gd name="T6" fmla="*/ 14 w 61"/>
                  <a:gd name="T7" fmla="*/ 17 h 66"/>
                  <a:gd name="T8" fmla="*/ 0 w 61"/>
                  <a:gd name="T9" fmla="*/ 50 h 66"/>
                  <a:gd name="T10" fmla="*/ 4 w 61"/>
                  <a:gd name="T11" fmla="*/ 60 h 66"/>
                  <a:gd name="T12" fmla="*/ 13 w 61"/>
                  <a:gd name="T13" fmla="*/ 65 h 66"/>
                  <a:gd name="T14" fmla="*/ 42 w 61"/>
                  <a:gd name="T15" fmla="*/ 44 h 66"/>
                  <a:gd name="T16" fmla="*/ 52 w 61"/>
                  <a:gd name="T17" fmla="*/ 66 h 66"/>
                  <a:gd name="T18" fmla="*/ 58 w 61"/>
                  <a:gd name="T19" fmla="*/ 64 h 66"/>
                  <a:gd name="T20" fmla="*/ 61 w 61"/>
                  <a:gd name="T21" fmla="*/ 59 h 66"/>
                  <a:gd name="T22" fmla="*/ 59 w 61"/>
                  <a:gd name="T23" fmla="*/ 56 h 66"/>
                  <a:gd name="T24" fmla="*/ 56 w 61"/>
                  <a:gd name="T25" fmla="*/ 54 h 66"/>
                  <a:gd name="T26" fmla="*/ 55 w 61"/>
                  <a:gd name="T27" fmla="*/ 50 h 66"/>
                  <a:gd name="T28" fmla="*/ 54 w 61"/>
                  <a:gd name="T29" fmla="*/ 40 h 66"/>
                  <a:gd name="T30" fmla="*/ 56 w 61"/>
                  <a:gd name="T31" fmla="*/ 21 h 66"/>
                  <a:gd name="T32" fmla="*/ 57 w 61"/>
                  <a:gd name="T33" fmla="*/ 12 h 66"/>
                  <a:gd name="T34" fmla="*/ 33 w 61"/>
                  <a:gd name="T35" fmla="*/ 40 h 66"/>
                  <a:gd name="T36" fmla="*/ 16 w 61"/>
                  <a:gd name="T37" fmla="*/ 52 h 66"/>
                  <a:gd name="T38" fmla="*/ 14 w 61"/>
                  <a:gd name="T39" fmla="*/ 47 h 66"/>
                  <a:gd name="T40" fmla="*/ 24 w 61"/>
                  <a:gd name="T41" fmla="*/ 25 h 66"/>
                  <a:gd name="T42" fmla="*/ 39 w 61"/>
                  <a:gd name="T43" fmla="*/ 12 h 66"/>
                  <a:gd name="T44" fmla="*/ 42 w 61"/>
                  <a:gd name="T45" fmla="*/ 14 h 66"/>
                  <a:gd name="T46" fmla="*/ 43 w 61"/>
                  <a:gd name="T47" fmla="*/ 19 h 66"/>
                  <a:gd name="T48" fmla="*/ 33 w 61"/>
                  <a:gd name="T49" fmla="*/ 4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1" h="66">
                    <a:moveTo>
                      <a:pt x="57" y="12"/>
                    </a:moveTo>
                    <a:cubicBezTo>
                      <a:pt x="57" y="9"/>
                      <a:pt x="55" y="7"/>
                      <a:pt x="51" y="7"/>
                    </a:cubicBezTo>
                    <a:cubicBezTo>
                      <a:pt x="49" y="2"/>
                      <a:pt x="46" y="0"/>
                      <a:pt x="41" y="0"/>
                    </a:cubicBezTo>
                    <a:cubicBezTo>
                      <a:pt x="32" y="0"/>
                      <a:pt x="23" y="6"/>
                      <a:pt x="14" y="17"/>
                    </a:cubicBezTo>
                    <a:cubicBezTo>
                      <a:pt x="5" y="29"/>
                      <a:pt x="0" y="40"/>
                      <a:pt x="0" y="50"/>
                    </a:cubicBezTo>
                    <a:cubicBezTo>
                      <a:pt x="0" y="54"/>
                      <a:pt x="1" y="58"/>
                      <a:pt x="4" y="60"/>
                    </a:cubicBezTo>
                    <a:cubicBezTo>
                      <a:pt x="6" y="63"/>
                      <a:pt x="9" y="65"/>
                      <a:pt x="13" y="65"/>
                    </a:cubicBezTo>
                    <a:cubicBezTo>
                      <a:pt x="22" y="65"/>
                      <a:pt x="32" y="58"/>
                      <a:pt x="42" y="44"/>
                    </a:cubicBezTo>
                    <a:cubicBezTo>
                      <a:pt x="42" y="59"/>
                      <a:pt x="45" y="66"/>
                      <a:pt x="52" y="66"/>
                    </a:cubicBezTo>
                    <a:cubicBezTo>
                      <a:pt x="54" y="66"/>
                      <a:pt x="56" y="66"/>
                      <a:pt x="58" y="64"/>
                    </a:cubicBezTo>
                    <a:cubicBezTo>
                      <a:pt x="60" y="63"/>
                      <a:pt x="61" y="61"/>
                      <a:pt x="61" y="59"/>
                    </a:cubicBezTo>
                    <a:cubicBezTo>
                      <a:pt x="61" y="58"/>
                      <a:pt x="61" y="57"/>
                      <a:pt x="59" y="56"/>
                    </a:cubicBezTo>
                    <a:cubicBezTo>
                      <a:pt x="57" y="56"/>
                      <a:pt x="57" y="55"/>
                      <a:pt x="56" y="54"/>
                    </a:cubicBezTo>
                    <a:cubicBezTo>
                      <a:pt x="56" y="54"/>
                      <a:pt x="55" y="52"/>
                      <a:pt x="55" y="50"/>
                    </a:cubicBezTo>
                    <a:cubicBezTo>
                      <a:pt x="54" y="48"/>
                      <a:pt x="54" y="45"/>
                      <a:pt x="54" y="40"/>
                    </a:cubicBezTo>
                    <a:cubicBezTo>
                      <a:pt x="54" y="35"/>
                      <a:pt x="54" y="29"/>
                      <a:pt x="56" y="21"/>
                    </a:cubicBezTo>
                    <a:cubicBezTo>
                      <a:pt x="57" y="17"/>
                      <a:pt x="57" y="14"/>
                      <a:pt x="57" y="12"/>
                    </a:cubicBezTo>
                    <a:close/>
                    <a:moveTo>
                      <a:pt x="33" y="40"/>
                    </a:moveTo>
                    <a:cubicBezTo>
                      <a:pt x="26" y="48"/>
                      <a:pt x="21" y="52"/>
                      <a:pt x="16" y="52"/>
                    </a:cubicBezTo>
                    <a:cubicBezTo>
                      <a:pt x="15" y="52"/>
                      <a:pt x="14" y="50"/>
                      <a:pt x="14" y="47"/>
                    </a:cubicBezTo>
                    <a:cubicBezTo>
                      <a:pt x="14" y="41"/>
                      <a:pt x="17" y="34"/>
                      <a:pt x="24" y="25"/>
                    </a:cubicBezTo>
                    <a:cubicBezTo>
                      <a:pt x="30" y="17"/>
                      <a:pt x="35" y="12"/>
                      <a:pt x="39" y="12"/>
                    </a:cubicBezTo>
                    <a:cubicBezTo>
                      <a:pt x="40" y="12"/>
                      <a:pt x="41" y="13"/>
                      <a:pt x="42" y="14"/>
                    </a:cubicBezTo>
                    <a:cubicBezTo>
                      <a:pt x="43" y="15"/>
                      <a:pt x="43" y="17"/>
                      <a:pt x="43" y="19"/>
                    </a:cubicBezTo>
                    <a:cubicBezTo>
                      <a:pt x="43" y="25"/>
                      <a:pt x="40" y="32"/>
                      <a:pt x="33"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 name="Freeform 365"/>
              <p:cNvSpPr>
                <a:spLocks/>
              </p:cNvSpPr>
              <p:nvPr/>
            </p:nvSpPr>
            <p:spPr bwMode="auto">
              <a:xfrm>
                <a:off x="5602288" y="4370388"/>
                <a:ext cx="31750" cy="131763"/>
              </a:xfrm>
              <a:custGeom>
                <a:avLst/>
                <a:gdLst>
                  <a:gd name="T0" fmla="*/ 20 w 25"/>
                  <a:gd name="T1" fmla="*/ 31 h 102"/>
                  <a:gd name="T2" fmla="*/ 25 w 25"/>
                  <a:gd name="T3" fmla="*/ 13 h 102"/>
                  <a:gd name="T4" fmla="*/ 25 w 25"/>
                  <a:gd name="T5" fmla="*/ 7 h 102"/>
                  <a:gd name="T6" fmla="*/ 19 w 25"/>
                  <a:gd name="T7" fmla="*/ 0 h 102"/>
                  <a:gd name="T8" fmla="*/ 12 w 25"/>
                  <a:gd name="T9" fmla="*/ 5 h 102"/>
                  <a:gd name="T10" fmla="*/ 5 w 25"/>
                  <a:gd name="T11" fmla="*/ 37 h 102"/>
                  <a:gd name="T12" fmla="*/ 0 w 25"/>
                  <a:gd name="T13" fmla="*/ 85 h 102"/>
                  <a:gd name="T14" fmla="*/ 2 w 25"/>
                  <a:gd name="T15" fmla="*/ 99 h 102"/>
                  <a:gd name="T16" fmla="*/ 7 w 25"/>
                  <a:gd name="T17" fmla="*/ 102 h 102"/>
                  <a:gd name="T18" fmla="*/ 13 w 25"/>
                  <a:gd name="T19" fmla="*/ 100 h 102"/>
                  <a:gd name="T20" fmla="*/ 15 w 25"/>
                  <a:gd name="T21" fmla="*/ 94 h 102"/>
                  <a:gd name="T22" fmla="*/ 15 w 25"/>
                  <a:gd name="T23" fmla="*/ 91 h 102"/>
                  <a:gd name="T24" fmla="*/ 14 w 25"/>
                  <a:gd name="T25" fmla="*/ 73 h 102"/>
                  <a:gd name="T26" fmla="*/ 16 w 25"/>
                  <a:gd name="T27" fmla="*/ 54 h 102"/>
                  <a:gd name="T28" fmla="*/ 20 w 25"/>
                  <a:gd name="T29" fmla="*/ 3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02">
                    <a:moveTo>
                      <a:pt x="20" y="31"/>
                    </a:moveTo>
                    <a:cubicBezTo>
                      <a:pt x="22" y="22"/>
                      <a:pt x="24" y="16"/>
                      <a:pt x="25" y="13"/>
                    </a:cubicBezTo>
                    <a:cubicBezTo>
                      <a:pt x="25" y="11"/>
                      <a:pt x="25" y="9"/>
                      <a:pt x="25" y="7"/>
                    </a:cubicBezTo>
                    <a:cubicBezTo>
                      <a:pt x="25" y="2"/>
                      <a:pt x="23" y="0"/>
                      <a:pt x="19" y="0"/>
                    </a:cubicBezTo>
                    <a:cubicBezTo>
                      <a:pt x="17" y="0"/>
                      <a:pt x="15" y="1"/>
                      <a:pt x="12" y="5"/>
                    </a:cubicBezTo>
                    <a:cubicBezTo>
                      <a:pt x="10" y="8"/>
                      <a:pt x="8" y="19"/>
                      <a:pt x="5" y="37"/>
                    </a:cubicBezTo>
                    <a:cubicBezTo>
                      <a:pt x="1" y="56"/>
                      <a:pt x="0" y="72"/>
                      <a:pt x="0" y="85"/>
                    </a:cubicBezTo>
                    <a:cubicBezTo>
                      <a:pt x="0" y="92"/>
                      <a:pt x="0" y="96"/>
                      <a:pt x="2" y="99"/>
                    </a:cubicBezTo>
                    <a:cubicBezTo>
                      <a:pt x="3" y="101"/>
                      <a:pt x="5" y="102"/>
                      <a:pt x="7" y="102"/>
                    </a:cubicBezTo>
                    <a:cubicBezTo>
                      <a:pt x="9" y="102"/>
                      <a:pt x="11" y="102"/>
                      <a:pt x="13" y="100"/>
                    </a:cubicBezTo>
                    <a:cubicBezTo>
                      <a:pt x="15" y="98"/>
                      <a:pt x="15" y="96"/>
                      <a:pt x="15" y="94"/>
                    </a:cubicBezTo>
                    <a:cubicBezTo>
                      <a:pt x="15" y="94"/>
                      <a:pt x="15" y="92"/>
                      <a:pt x="15" y="91"/>
                    </a:cubicBezTo>
                    <a:cubicBezTo>
                      <a:pt x="14" y="84"/>
                      <a:pt x="14" y="78"/>
                      <a:pt x="14" y="73"/>
                    </a:cubicBezTo>
                    <a:cubicBezTo>
                      <a:pt x="14" y="68"/>
                      <a:pt x="15" y="62"/>
                      <a:pt x="16" y="54"/>
                    </a:cubicBezTo>
                    <a:cubicBezTo>
                      <a:pt x="17" y="46"/>
                      <a:pt x="18" y="38"/>
                      <a:pt x="20"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 name="Freeform 366"/>
              <p:cNvSpPr>
                <a:spLocks/>
              </p:cNvSpPr>
              <p:nvPr/>
            </p:nvSpPr>
            <p:spPr bwMode="auto">
              <a:xfrm>
                <a:off x="5645151" y="4414838"/>
                <a:ext cx="141288" cy="84138"/>
              </a:xfrm>
              <a:custGeom>
                <a:avLst/>
                <a:gdLst>
                  <a:gd name="T0" fmla="*/ 17 w 109"/>
                  <a:gd name="T1" fmla="*/ 10 h 65"/>
                  <a:gd name="T2" fmla="*/ 9 w 109"/>
                  <a:gd name="T3" fmla="*/ 0 h 65"/>
                  <a:gd name="T4" fmla="*/ 5 w 109"/>
                  <a:gd name="T5" fmla="*/ 1 h 65"/>
                  <a:gd name="T6" fmla="*/ 3 w 109"/>
                  <a:gd name="T7" fmla="*/ 5 h 65"/>
                  <a:gd name="T8" fmla="*/ 2 w 109"/>
                  <a:gd name="T9" fmla="*/ 24 h 65"/>
                  <a:gd name="T10" fmla="*/ 0 w 109"/>
                  <a:gd name="T11" fmla="*/ 54 h 65"/>
                  <a:gd name="T12" fmla="*/ 7 w 109"/>
                  <a:gd name="T13" fmla="*/ 65 h 65"/>
                  <a:gd name="T14" fmla="*/ 14 w 109"/>
                  <a:gd name="T15" fmla="*/ 59 h 65"/>
                  <a:gd name="T16" fmla="*/ 28 w 109"/>
                  <a:gd name="T17" fmla="*/ 34 h 65"/>
                  <a:gd name="T18" fmla="*/ 40 w 109"/>
                  <a:gd name="T19" fmla="*/ 19 h 65"/>
                  <a:gd name="T20" fmla="*/ 42 w 109"/>
                  <a:gd name="T21" fmla="*/ 36 h 65"/>
                  <a:gd name="T22" fmla="*/ 45 w 109"/>
                  <a:gd name="T23" fmla="*/ 57 h 65"/>
                  <a:gd name="T24" fmla="*/ 52 w 109"/>
                  <a:gd name="T25" fmla="*/ 59 h 65"/>
                  <a:gd name="T26" fmla="*/ 60 w 109"/>
                  <a:gd name="T27" fmla="*/ 55 h 65"/>
                  <a:gd name="T28" fmla="*/ 69 w 109"/>
                  <a:gd name="T29" fmla="*/ 40 h 65"/>
                  <a:gd name="T30" fmla="*/ 78 w 109"/>
                  <a:gd name="T31" fmla="*/ 23 h 65"/>
                  <a:gd name="T32" fmla="*/ 82 w 109"/>
                  <a:gd name="T33" fmla="*/ 19 h 65"/>
                  <a:gd name="T34" fmla="*/ 84 w 109"/>
                  <a:gd name="T35" fmla="*/ 22 h 65"/>
                  <a:gd name="T36" fmla="*/ 85 w 109"/>
                  <a:gd name="T37" fmla="*/ 33 h 65"/>
                  <a:gd name="T38" fmla="*/ 90 w 109"/>
                  <a:gd name="T39" fmla="*/ 56 h 65"/>
                  <a:gd name="T40" fmla="*/ 99 w 109"/>
                  <a:gd name="T41" fmla="*/ 62 h 65"/>
                  <a:gd name="T42" fmla="*/ 106 w 109"/>
                  <a:gd name="T43" fmla="*/ 60 h 65"/>
                  <a:gd name="T44" fmla="*/ 109 w 109"/>
                  <a:gd name="T45" fmla="*/ 55 h 65"/>
                  <a:gd name="T46" fmla="*/ 106 w 109"/>
                  <a:gd name="T47" fmla="*/ 50 h 65"/>
                  <a:gd name="T48" fmla="*/ 101 w 109"/>
                  <a:gd name="T49" fmla="*/ 43 h 65"/>
                  <a:gd name="T50" fmla="*/ 99 w 109"/>
                  <a:gd name="T51" fmla="*/ 28 h 65"/>
                  <a:gd name="T52" fmla="*/ 94 w 109"/>
                  <a:gd name="T53" fmla="*/ 9 h 65"/>
                  <a:gd name="T54" fmla="*/ 85 w 109"/>
                  <a:gd name="T55" fmla="*/ 3 h 65"/>
                  <a:gd name="T56" fmla="*/ 75 w 109"/>
                  <a:gd name="T57" fmla="*/ 8 h 65"/>
                  <a:gd name="T58" fmla="*/ 63 w 109"/>
                  <a:gd name="T59" fmla="*/ 27 h 65"/>
                  <a:gd name="T60" fmla="*/ 56 w 109"/>
                  <a:gd name="T61" fmla="*/ 40 h 65"/>
                  <a:gd name="T62" fmla="*/ 54 w 109"/>
                  <a:gd name="T63" fmla="*/ 27 h 65"/>
                  <a:gd name="T64" fmla="*/ 51 w 109"/>
                  <a:gd name="T65" fmla="*/ 8 h 65"/>
                  <a:gd name="T66" fmla="*/ 42 w 109"/>
                  <a:gd name="T67" fmla="*/ 3 h 65"/>
                  <a:gd name="T68" fmla="*/ 12 w 109"/>
                  <a:gd name="T69" fmla="*/ 40 h 65"/>
                  <a:gd name="T70" fmla="*/ 14 w 109"/>
                  <a:gd name="T71" fmla="*/ 28 h 65"/>
                  <a:gd name="T72" fmla="*/ 17 w 109"/>
                  <a:gd name="T73" fmla="*/ 1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9" h="65">
                    <a:moveTo>
                      <a:pt x="17" y="10"/>
                    </a:moveTo>
                    <a:cubicBezTo>
                      <a:pt x="17" y="3"/>
                      <a:pt x="15" y="0"/>
                      <a:pt x="9" y="0"/>
                    </a:cubicBezTo>
                    <a:cubicBezTo>
                      <a:pt x="7" y="0"/>
                      <a:pt x="6" y="0"/>
                      <a:pt x="5" y="1"/>
                    </a:cubicBezTo>
                    <a:cubicBezTo>
                      <a:pt x="4" y="2"/>
                      <a:pt x="3" y="3"/>
                      <a:pt x="3" y="5"/>
                    </a:cubicBezTo>
                    <a:cubicBezTo>
                      <a:pt x="3" y="11"/>
                      <a:pt x="3" y="18"/>
                      <a:pt x="2" y="24"/>
                    </a:cubicBezTo>
                    <a:cubicBezTo>
                      <a:pt x="0" y="33"/>
                      <a:pt x="0" y="43"/>
                      <a:pt x="0" y="54"/>
                    </a:cubicBezTo>
                    <a:cubicBezTo>
                      <a:pt x="0" y="62"/>
                      <a:pt x="2" y="65"/>
                      <a:pt x="7" y="65"/>
                    </a:cubicBezTo>
                    <a:cubicBezTo>
                      <a:pt x="11" y="65"/>
                      <a:pt x="14" y="63"/>
                      <a:pt x="14" y="59"/>
                    </a:cubicBezTo>
                    <a:cubicBezTo>
                      <a:pt x="17" y="52"/>
                      <a:pt x="22" y="43"/>
                      <a:pt x="28" y="34"/>
                    </a:cubicBezTo>
                    <a:cubicBezTo>
                      <a:pt x="34" y="24"/>
                      <a:pt x="38" y="19"/>
                      <a:pt x="40" y="19"/>
                    </a:cubicBezTo>
                    <a:cubicBezTo>
                      <a:pt x="41" y="19"/>
                      <a:pt x="42" y="25"/>
                      <a:pt x="42" y="36"/>
                    </a:cubicBezTo>
                    <a:cubicBezTo>
                      <a:pt x="42" y="48"/>
                      <a:pt x="43" y="55"/>
                      <a:pt x="45" y="57"/>
                    </a:cubicBezTo>
                    <a:cubicBezTo>
                      <a:pt x="48" y="58"/>
                      <a:pt x="50" y="59"/>
                      <a:pt x="52" y="59"/>
                    </a:cubicBezTo>
                    <a:cubicBezTo>
                      <a:pt x="55" y="59"/>
                      <a:pt x="58" y="58"/>
                      <a:pt x="60" y="55"/>
                    </a:cubicBezTo>
                    <a:cubicBezTo>
                      <a:pt x="63" y="52"/>
                      <a:pt x="66" y="47"/>
                      <a:pt x="69" y="40"/>
                    </a:cubicBezTo>
                    <a:cubicBezTo>
                      <a:pt x="73" y="31"/>
                      <a:pt x="76" y="26"/>
                      <a:pt x="78" y="23"/>
                    </a:cubicBezTo>
                    <a:cubicBezTo>
                      <a:pt x="79" y="20"/>
                      <a:pt x="81" y="19"/>
                      <a:pt x="82" y="19"/>
                    </a:cubicBezTo>
                    <a:cubicBezTo>
                      <a:pt x="83" y="19"/>
                      <a:pt x="83" y="20"/>
                      <a:pt x="84" y="22"/>
                    </a:cubicBezTo>
                    <a:cubicBezTo>
                      <a:pt x="84" y="23"/>
                      <a:pt x="85" y="27"/>
                      <a:pt x="85" y="33"/>
                    </a:cubicBezTo>
                    <a:cubicBezTo>
                      <a:pt x="86" y="45"/>
                      <a:pt x="87" y="52"/>
                      <a:pt x="90" y="56"/>
                    </a:cubicBezTo>
                    <a:cubicBezTo>
                      <a:pt x="92" y="60"/>
                      <a:pt x="95" y="62"/>
                      <a:pt x="99" y="62"/>
                    </a:cubicBezTo>
                    <a:cubicBezTo>
                      <a:pt x="101" y="62"/>
                      <a:pt x="103" y="61"/>
                      <a:pt x="106" y="60"/>
                    </a:cubicBezTo>
                    <a:cubicBezTo>
                      <a:pt x="108" y="58"/>
                      <a:pt x="109" y="56"/>
                      <a:pt x="109" y="55"/>
                    </a:cubicBezTo>
                    <a:cubicBezTo>
                      <a:pt x="109" y="53"/>
                      <a:pt x="108" y="51"/>
                      <a:pt x="106" y="50"/>
                    </a:cubicBezTo>
                    <a:cubicBezTo>
                      <a:pt x="104" y="49"/>
                      <a:pt x="102" y="47"/>
                      <a:pt x="101" y="43"/>
                    </a:cubicBezTo>
                    <a:cubicBezTo>
                      <a:pt x="100" y="40"/>
                      <a:pt x="99" y="34"/>
                      <a:pt x="99" y="28"/>
                    </a:cubicBezTo>
                    <a:cubicBezTo>
                      <a:pt x="98" y="19"/>
                      <a:pt x="96" y="13"/>
                      <a:pt x="94" y="9"/>
                    </a:cubicBezTo>
                    <a:cubicBezTo>
                      <a:pt x="93" y="5"/>
                      <a:pt x="89" y="3"/>
                      <a:pt x="85" y="3"/>
                    </a:cubicBezTo>
                    <a:cubicBezTo>
                      <a:pt x="82" y="3"/>
                      <a:pt x="78" y="5"/>
                      <a:pt x="75" y="8"/>
                    </a:cubicBezTo>
                    <a:cubicBezTo>
                      <a:pt x="72" y="11"/>
                      <a:pt x="68" y="17"/>
                      <a:pt x="63" y="27"/>
                    </a:cubicBezTo>
                    <a:cubicBezTo>
                      <a:pt x="59" y="36"/>
                      <a:pt x="57" y="40"/>
                      <a:pt x="56" y="40"/>
                    </a:cubicBezTo>
                    <a:cubicBezTo>
                      <a:pt x="55" y="40"/>
                      <a:pt x="54" y="36"/>
                      <a:pt x="54" y="27"/>
                    </a:cubicBezTo>
                    <a:cubicBezTo>
                      <a:pt x="54" y="17"/>
                      <a:pt x="53" y="10"/>
                      <a:pt x="51" y="8"/>
                    </a:cubicBezTo>
                    <a:cubicBezTo>
                      <a:pt x="49" y="5"/>
                      <a:pt x="46" y="3"/>
                      <a:pt x="42" y="3"/>
                    </a:cubicBezTo>
                    <a:cubicBezTo>
                      <a:pt x="33" y="3"/>
                      <a:pt x="24" y="15"/>
                      <a:pt x="12" y="40"/>
                    </a:cubicBezTo>
                    <a:cubicBezTo>
                      <a:pt x="12" y="37"/>
                      <a:pt x="13" y="33"/>
                      <a:pt x="14" y="28"/>
                    </a:cubicBezTo>
                    <a:cubicBezTo>
                      <a:pt x="16" y="18"/>
                      <a:pt x="17" y="12"/>
                      <a:pt x="17"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 name="Freeform 367"/>
              <p:cNvSpPr>
                <a:spLocks/>
              </p:cNvSpPr>
              <p:nvPr/>
            </p:nvSpPr>
            <p:spPr bwMode="auto">
              <a:xfrm>
                <a:off x="5799138" y="4370388"/>
                <a:ext cx="33338" cy="131763"/>
              </a:xfrm>
              <a:custGeom>
                <a:avLst/>
                <a:gdLst>
                  <a:gd name="T0" fmla="*/ 20 w 26"/>
                  <a:gd name="T1" fmla="*/ 31 h 102"/>
                  <a:gd name="T2" fmla="*/ 25 w 26"/>
                  <a:gd name="T3" fmla="*/ 13 h 102"/>
                  <a:gd name="T4" fmla="*/ 26 w 26"/>
                  <a:gd name="T5" fmla="*/ 7 h 102"/>
                  <a:gd name="T6" fmla="*/ 20 w 26"/>
                  <a:gd name="T7" fmla="*/ 0 h 102"/>
                  <a:gd name="T8" fmla="*/ 13 w 26"/>
                  <a:gd name="T9" fmla="*/ 5 h 102"/>
                  <a:gd name="T10" fmla="*/ 5 w 26"/>
                  <a:gd name="T11" fmla="*/ 37 h 102"/>
                  <a:gd name="T12" fmla="*/ 0 w 26"/>
                  <a:gd name="T13" fmla="*/ 85 h 102"/>
                  <a:gd name="T14" fmla="*/ 2 w 26"/>
                  <a:gd name="T15" fmla="*/ 99 h 102"/>
                  <a:gd name="T16" fmla="*/ 8 w 26"/>
                  <a:gd name="T17" fmla="*/ 102 h 102"/>
                  <a:gd name="T18" fmla="*/ 13 w 26"/>
                  <a:gd name="T19" fmla="*/ 100 h 102"/>
                  <a:gd name="T20" fmla="*/ 16 w 26"/>
                  <a:gd name="T21" fmla="*/ 94 h 102"/>
                  <a:gd name="T22" fmla="*/ 16 w 26"/>
                  <a:gd name="T23" fmla="*/ 91 h 102"/>
                  <a:gd name="T24" fmla="*/ 14 w 26"/>
                  <a:gd name="T25" fmla="*/ 73 h 102"/>
                  <a:gd name="T26" fmla="*/ 16 w 26"/>
                  <a:gd name="T27" fmla="*/ 54 h 102"/>
                  <a:gd name="T28" fmla="*/ 20 w 26"/>
                  <a:gd name="T29" fmla="*/ 3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 h="102">
                    <a:moveTo>
                      <a:pt x="20" y="31"/>
                    </a:moveTo>
                    <a:cubicBezTo>
                      <a:pt x="23" y="22"/>
                      <a:pt x="24" y="16"/>
                      <a:pt x="25" y="13"/>
                    </a:cubicBezTo>
                    <a:cubicBezTo>
                      <a:pt x="26" y="11"/>
                      <a:pt x="26" y="9"/>
                      <a:pt x="26" y="7"/>
                    </a:cubicBezTo>
                    <a:cubicBezTo>
                      <a:pt x="26" y="2"/>
                      <a:pt x="24" y="0"/>
                      <a:pt x="20" y="0"/>
                    </a:cubicBezTo>
                    <a:cubicBezTo>
                      <a:pt x="17" y="0"/>
                      <a:pt x="15" y="1"/>
                      <a:pt x="13" y="5"/>
                    </a:cubicBezTo>
                    <a:cubicBezTo>
                      <a:pt x="11" y="8"/>
                      <a:pt x="8" y="19"/>
                      <a:pt x="5" y="37"/>
                    </a:cubicBezTo>
                    <a:cubicBezTo>
                      <a:pt x="2" y="56"/>
                      <a:pt x="0" y="72"/>
                      <a:pt x="0" y="85"/>
                    </a:cubicBezTo>
                    <a:cubicBezTo>
                      <a:pt x="0" y="92"/>
                      <a:pt x="1" y="96"/>
                      <a:pt x="2" y="99"/>
                    </a:cubicBezTo>
                    <a:cubicBezTo>
                      <a:pt x="3" y="101"/>
                      <a:pt x="5" y="102"/>
                      <a:pt x="8" y="102"/>
                    </a:cubicBezTo>
                    <a:cubicBezTo>
                      <a:pt x="10" y="102"/>
                      <a:pt x="12" y="102"/>
                      <a:pt x="13" y="100"/>
                    </a:cubicBezTo>
                    <a:cubicBezTo>
                      <a:pt x="15" y="98"/>
                      <a:pt x="16" y="96"/>
                      <a:pt x="16" y="94"/>
                    </a:cubicBezTo>
                    <a:cubicBezTo>
                      <a:pt x="16" y="94"/>
                      <a:pt x="16" y="92"/>
                      <a:pt x="16" y="91"/>
                    </a:cubicBezTo>
                    <a:cubicBezTo>
                      <a:pt x="15" y="84"/>
                      <a:pt x="14" y="78"/>
                      <a:pt x="14" y="73"/>
                    </a:cubicBezTo>
                    <a:cubicBezTo>
                      <a:pt x="14" y="68"/>
                      <a:pt x="15" y="62"/>
                      <a:pt x="16" y="54"/>
                    </a:cubicBezTo>
                    <a:cubicBezTo>
                      <a:pt x="17" y="46"/>
                      <a:pt x="18" y="38"/>
                      <a:pt x="20"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 name="Freeform 368"/>
              <p:cNvSpPr>
                <a:spLocks/>
              </p:cNvSpPr>
              <p:nvPr/>
            </p:nvSpPr>
            <p:spPr bwMode="auto">
              <a:xfrm>
                <a:off x="5832476" y="4414838"/>
                <a:ext cx="80963" cy="128588"/>
              </a:xfrm>
              <a:custGeom>
                <a:avLst/>
                <a:gdLst>
                  <a:gd name="T0" fmla="*/ 52 w 63"/>
                  <a:gd name="T1" fmla="*/ 80 h 99"/>
                  <a:gd name="T2" fmla="*/ 59 w 63"/>
                  <a:gd name="T3" fmla="*/ 56 h 99"/>
                  <a:gd name="T4" fmla="*/ 62 w 63"/>
                  <a:gd name="T5" fmla="*/ 29 h 99"/>
                  <a:gd name="T6" fmla="*/ 63 w 63"/>
                  <a:gd name="T7" fmla="*/ 10 h 99"/>
                  <a:gd name="T8" fmla="*/ 62 w 63"/>
                  <a:gd name="T9" fmla="*/ 2 h 99"/>
                  <a:gd name="T10" fmla="*/ 56 w 63"/>
                  <a:gd name="T11" fmla="*/ 0 h 99"/>
                  <a:gd name="T12" fmla="*/ 52 w 63"/>
                  <a:gd name="T13" fmla="*/ 2 h 99"/>
                  <a:gd name="T14" fmla="*/ 50 w 63"/>
                  <a:gd name="T15" fmla="*/ 5 h 99"/>
                  <a:gd name="T16" fmla="*/ 49 w 63"/>
                  <a:gd name="T17" fmla="*/ 13 h 99"/>
                  <a:gd name="T18" fmla="*/ 48 w 63"/>
                  <a:gd name="T19" fmla="*/ 28 h 99"/>
                  <a:gd name="T20" fmla="*/ 45 w 63"/>
                  <a:gd name="T21" fmla="*/ 34 h 99"/>
                  <a:gd name="T22" fmla="*/ 38 w 63"/>
                  <a:gd name="T23" fmla="*/ 40 h 99"/>
                  <a:gd name="T24" fmla="*/ 29 w 63"/>
                  <a:gd name="T25" fmla="*/ 46 h 99"/>
                  <a:gd name="T26" fmla="*/ 22 w 63"/>
                  <a:gd name="T27" fmla="*/ 48 h 99"/>
                  <a:gd name="T28" fmla="*/ 20 w 63"/>
                  <a:gd name="T29" fmla="*/ 46 h 99"/>
                  <a:gd name="T30" fmla="*/ 19 w 63"/>
                  <a:gd name="T31" fmla="*/ 39 h 99"/>
                  <a:gd name="T32" fmla="*/ 24 w 63"/>
                  <a:gd name="T33" fmla="*/ 21 h 99"/>
                  <a:gd name="T34" fmla="*/ 28 w 63"/>
                  <a:gd name="T35" fmla="*/ 11 h 99"/>
                  <a:gd name="T36" fmla="*/ 26 w 63"/>
                  <a:gd name="T37" fmla="*/ 5 h 99"/>
                  <a:gd name="T38" fmla="*/ 22 w 63"/>
                  <a:gd name="T39" fmla="*/ 3 h 99"/>
                  <a:gd name="T40" fmla="*/ 15 w 63"/>
                  <a:gd name="T41" fmla="*/ 6 h 99"/>
                  <a:gd name="T42" fmla="*/ 9 w 63"/>
                  <a:gd name="T43" fmla="*/ 23 h 99"/>
                  <a:gd name="T44" fmla="*/ 6 w 63"/>
                  <a:gd name="T45" fmla="*/ 43 h 99"/>
                  <a:gd name="T46" fmla="*/ 9 w 63"/>
                  <a:gd name="T47" fmla="*/ 55 h 99"/>
                  <a:gd name="T48" fmla="*/ 19 w 63"/>
                  <a:gd name="T49" fmla="*/ 60 h 99"/>
                  <a:gd name="T50" fmla="*/ 47 w 63"/>
                  <a:gd name="T51" fmla="*/ 46 h 99"/>
                  <a:gd name="T52" fmla="*/ 40 w 63"/>
                  <a:gd name="T53" fmla="*/ 75 h 99"/>
                  <a:gd name="T54" fmla="*/ 29 w 63"/>
                  <a:gd name="T55" fmla="*/ 87 h 99"/>
                  <a:gd name="T56" fmla="*/ 8 w 63"/>
                  <a:gd name="T57" fmla="*/ 77 h 99"/>
                  <a:gd name="T58" fmla="*/ 4 w 63"/>
                  <a:gd name="T59" fmla="*/ 76 h 99"/>
                  <a:gd name="T60" fmla="*/ 1 w 63"/>
                  <a:gd name="T61" fmla="*/ 77 h 99"/>
                  <a:gd name="T62" fmla="*/ 0 w 63"/>
                  <a:gd name="T63" fmla="*/ 82 h 99"/>
                  <a:gd name="T64" fmla="*/ 4 w 63"/>
                  <a:gd name="T65" fmla="*/ 89 h 99"/>
                  <a:gd name="T66" fmla="*/ 15 w 63"/>
                  <a:gd name="T67" fmla="*/ 96 h 99"/>
                  <a:gd name="T68" fmla="*/ 15 w 63"/>
                  <a:gd name="T69" fmla="*/ 96 h 99"/>
                  <a:gd name="T70" fmla="*/ 30 w 63"/>
                  <a:gd name="T71" fmla="*/ 99 h 99"/>
                  <a:gd name="T72" fmla="*/ 42 w 63"/>
                  <a:gd name="T73" fmla="*/ 95 h 99"/>
                  <a:gd name="T74" fmla="*/ 52 w 63"/>
                  <a:gd name="T75" fmla="*/ 8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3" h="99">
                    <a:moveTo>
                      <a:pt x="52" y="80"/>
                    </a:moveTo>
                    <a:cubicBezTo>
                      <a:pt x="55" y="73"/>
                      <a:pt x="57" y="65"/>
                      <a:pt x="59" y="56"/>
                    </a:cubicBezTo>
                    <a:cubicBezTo>
                      <a:pt x="60" y="47"/>
                      <a:pt x="61" y="38"/>
                      <a:pt x="62" y="29"/>
                    </a:cubicBezTo>
                    <a:cubicBezTo>
                      <a:pt x="63" y="10"/>
                      <a:pt x="63" y="10"/>
                      <a:pt x="63" y="10"/>
                    </a:cubicBezTo>
                    <a:cubicBezTo>
                      <a:pt x="63" y="6"/>
                      <a:pt x="63" y="3"/>
                      <a:pt x="62" y="2"/>
                    </a:cubicBezTo>
                    <a:cubicBezTo>
                      <a:pt x="61" y="1"/>
                      <a:pt x="59" y="0"/>
                      <a:pt x="56" y="0"/>
                    </a:cubicBezTo>
                    <a:cubicBezTo>
                      <a:pt x="54" y="0"/>
                      <a:pt x="53" y="1"/>
                      <a:pt x="52" y="2"/>
                    </a:cubicBezTo>
                    <a:cubicBezTo>
                      <a:pt x="51" y="3"/>
                      <a:pt x="50" y="4"/>
                      <a:pt x="50" y="5"/>
                    </a:cubicBezTo>
                    <a:cubicBezTo>
                      <a:pt x="49" y="6"/>
                      <a:pt x="49" y="9"/>
                      <a:pt x="49" y="13"/>
                    </a:cubicBezTo>
                    <a:cubicBezTo>
                      <a:pt x="49" y="21"/>
                      <a:pt x="48" y="26"/>
                      <a:pt x="48" y="28"/>
                    </a:cubicBezTo>
                    <a:cubicBezTo>
                      <a:pt x="47" y="31"/>
                      <a:pt x="46" y="32"/>
                      <a:pt x="45" y="34"/>
                    </a:cubicBezTo>
                    <a:cubicBezTo>
                      <a:pt x="44" y="35"/>
                      <a:pt x="42" y="37"/>
                      <a:pt x="38" y="40"/>
                    </a:cubicBezTo>
                    <a:cubicBezTo>
                      <a:pt x="35" y="43"/>
                      <a:pt x="32" y="45"/>
                      <a:pt x="29" y="46"/>
                    </a:cubicBezTo>
                    <a:cubicBezTo>
                      <a:pt x="26" y="47"/>
                      <a:pt x="24" y="48"/>
                      <a:pt x="22" y="48"/>
                    </a:cubicBezTo>
                    <a:cubicBezTo>
                      <a:pt x="21" y="48"/>
                      <a:pt x="21" y="47"/>
                      <a:pt x="20" y="46"/>
                    </a:cubicBezTo>
                    <a:cubicBezTo>
                      <a:pt x="19" y="44"/>
                      <a:pt x="19" y="42"/>
                      <a:pt x="19" y="39"/>
                    </a:cubicBezTo>
                    <a:cubicBezTo>
                      <a:pt x="19" y="34"/>
                      <a:pt x="20" y="28"/>
                      <a:pt x="24" y="21"/>
                    </a:cubicBezTo>
                    <a:cubicBezTo>
                      <a:pt x="27" y="15"/>
                      <a:pt x="28" y="11"/>
                      <a:pt x="28" y="11"/>
                    </a:cubicBezTo>
                    <a:cubicBezTo>
                      <a:pt x="28" y="9"/>
                      <a:pt x="27" y="7"/>
                      <a:pt x="26" y="5"/>
                    </a:cubicBezTo>
                    <a:cubicBezTo>
                      <a:pt x="25" y="4"/>
                      <a:pt x="24" y="3"/>
                      <a:pt x="22" y="3"/>
                    </a:cubicBezTo>
                    <a:cubicBezTo>
                      <a:pt x="19" y="3"/>
                      <a:pt x="16" y="4"/>
                      <a:pt x="15" y="6"/>
                    </a:cubicBezTo>
                    <a:cubicBezTo>
                      <a:pt x="13" y="8"/>
                      <a:pt x="11" y="14"/>
                      <a:pt x="9" y="23"/>
                    </a:cubicBezTo>
                    <a:cubicBezTo>
                      <a:pt x="7" y="32"/>
                      <a:pt x="6" y="39"/>
                      <a:pt x="6" y="43"/>
                    </a:cubicBezTo>
                    <a:cubicBezTo>
                      <a:pt x="6" y="48"/>
                      <a:pt x="7" y="52"/>
                      <a:pt x="9" y="55"/>
                    </a:cubicBezTo>
                    <a:cubicBezTo>
                      <a:pt x="12" y="59"/>
                      <a:pt x="15" y="60"/>
                      <a:pt x="19" y="60"/>
                    </a:cubicBezTo>
                    <a:cubicBezTo>
                      <a:pt x="26" y="60"/>
                      <a:pt x="35" y="55"/>
                      <a:pt x="47" y="46"/>
                    </a:cubicBezTo>
                    <a:cubicBezTo>
                      <a:pt x="46" y="57"/>
                      <a:pt x="44" y="67"/>
                      <a:pt x="40" y="75"/>
                    </a:cubicBezTo>
                    <a:cubicBezTo>
                      <a:pt x="37" y="83"/>
                      <a:pt x="33" y="87"/>
                      <a:pt x="29" y="87"/>
                    </a:cubicBezTo>
                    <a:cubicBezTo>
                      <a:pt x="20" y="87"/>
                      <a:pt x="13" y="84"/>
                      <a:pt x="8" y="77"/>
                    </a:cubicBezTo>
                    <a:cubicBezTo>
                      <a:pt x="7" y="76"/>
                      <a:pt x="6" y="76"/>
                      <a:pt x="4" y="76"/>
                    </a:cubicBezTo>
                    <a:cubicBezTo>
                      <a:pt x="3" y="76"/>
                      <a:pt x="2" y="76"/>
                      <a:pt x="1" y="77"/>
                    </a:cubicBezTo>
                    <a:cubicBezTo>
                      <a:pt x="0" y="78"/>
                      <a:pt x="0" y="80"/>
                      <a:pt x="0" y="82"/>
                    </a:cubicBezTo>
                    <a:cubicBezTo>
                      <a:pt x="0" y="84"/>
                      <a:pt x="1" y="86"/>
                      <a:pt x="4" y="89"/>
                    </a:cubicBezTo>
                    <a:cubicBezTo>
                      <a:pt x="7" y="92"/>
                      <a:pt x="11" y="94"/>
                      <a:pt x="15" y="96"/>
                    </a:cubicBezTo>
                    <a:cubicBezTo>
                      <a:pt x="15" y="96"/>
                      <a:pt x="15" y="96"/>
                      <a:pt x="15" y="96"/>
                    </a:cubicBezTo>
                    <a:cubicBezTo>
                      <a:pt x="19" y="98"/>
                      <a:pt x="24" y="99"/>
                      <a:pt x="30" y="99"/>
                    </a:cubicBezTo>
                    <a:cubicBezTo>
                      <a:pt x="34" y="99"/>
                      <a:pt x="39" y="97"/>
                      <a:pt x="42" y="95"/>
                    </a:cubicBezTo>
                    <a:cubicBezTo>
                      <a:pt x="46" y="92"/>
                      <a:pt x="49" y="87"/>
                      <a:pt x="52"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 name="Oval 369"/>
              <p:cNvSpPr>
                <a:spLocks noChangeArrowheads="1"/>
              </p:cNvSpPr>
              <p:nvPr/>
            </p:nvSpPr>
            <p:spPr bwMode="auto">
              <a:xfrm>
                <a:off x="4922838" y="3382963"/>
                <a:ext cx="231775" cy="2333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 name="Freeform 370"/>
              <p:cNvSpPr>
                <a:spLocks/>
              </p:cNvSpPr>
              <p:nvPr/>
            </p:nvSpPr>
            <p:spPr bwMode="auto">
              <a:xfrm>
                <a:off x="4749801" y="3587751"/>
                <a:ext cx="449263" cy="623888"/>
              </a:xfrm>
              <a:custGeom>
                <a:avLst/>
                <a:gdLst>
                  <a:gd name="T0" fmla="*/ 151 w 349"/>
                  <a:gd name="T1" fmla="*/ 266 h 484"/>
                  <a:gd name="T2" fmla="*/ 157 w 349"/>
                  <a:gd name="T3" fmla="*/ 198 h 484"/>
                  <a:gd name="T4" fmla="*/ 77 w 349"/>
                  <a:gd name="T5" fmla="*/ 98 h 484"/>
                  <a:gd name="T6" fmla="*/ 76 w 349"/>
                  <a:gd name="T7" fmla="*/ 67 h 484"/>
                  <a:gd name="T8" fmla="*/ 98 w 349"/>
                  <a:gd name="T9" fmla="*/ 44 h 484"/>
                  <a:gd name="T10" fmla="*/ 114 w 349"/>
                  <a:gd name="T11" fmla="*/ 41 h 484"/>
                  <a:gd name="T12" fmla="*/ 152 w 349"/>
                  <a:gd name="T13" fmla="*/ 65 h 484"/>
                  <a:gd name="T14" fmla="*/ 175 w 349"/>
                  <a:gd name="T15" fmla="*/ 101 h 484"/>
                  <a:gd name="T16" fmla="*/ 137 w 349"/>
                  <a:gd name="T17" fmla="*/ 8 h 484"/>
                  <a:gd name="T18" fmla="*/ 33 w 349"/>
                  <a:gd name="T19" fmla="*/ 77 h 484"/>
                  <a:gd name="T20" fmla="*/ 10 w 349"/>
                  <a:gd name="T21" fmla="*/ 299 h 484"/>
                  <a:gd name="T22" fmla="*/ 94 w 349"/>
                  <a:gd name="T23" fmla="*/ 370 h 484"/>
                  <a:gd name="T24" fmla="*/ 96 w 349"/>
                  <a:gd name="T25" fmla="*/ 370 h 484"/>
                  <a:gd name="T26" fmla="*/ 60 w 349"/>
                  <a:gd name="T27" fmla="*/ 392 h 484"/>
                  <a:gd name="T28" fmla="*/ 44 w 349"/>
                  <a:gd name="T29" fmla="*/ 461 h 484"/>
                  <a:gd name="T30" fmla="*/ 86 w 349"/>
                  <a:gd name="T31" fmla="*/ 484 h 484"/>
                  <a:gd name="T32" fmla="*/ 112 w 349"/>
                  <a:gd name="T33" fmla="*/ 477 h 484"/>
                  <a:gd name="T34" fmla="*/ 320 w 349"/>
                  <a:gd name="T35" fmla="*/ 349 h 484"/>
                  <a:gd name="T36" fmla="*/ 342 w 349"/>
                  <a:gd name="T37" fmla="*/ 291 h 484"/>
                  <a:gd name="T38" fmla="*/ 336 w 349"/>
                  <a:gd name="T39" fmla="*/ 280 h 484"/>
                  <a:gd name="T40" fmla="*/ 260 w 349"/>
                  <a:gd name="T41" fmla="*/ 259 h 484"/>
                  <a:gd name="T42" fmla="*/ 151 w 349"/>
                  <a:gd name="T43" fmla="*/ 266 h 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9" h="484">
                    <a:moveTo>
                      <a:pt x="151" y="266"/>
                    </a:moveTo>
                    <a:cubicBezTo>
                      <a:pt x="151" y="244"/>
                      <a:pt x="153" y="220"/>
                      <a:pt x="157" y="198"/>
                    </a:cubicBezTo>
                    <a:cubicBezTo>
                      <a:pt x="101" y="151"/>
                      <a:pt x="79" y="102"/>
                      <a:pt x="77" y="98"/>
                    </a:cubicBezTo>
                    <a:cubicBezTo>
                      <a:pt x="73" y="88"/>
                      <a:pt x="72" y="77"/>
                      <a:pt x="76" y="67"/>
                    </a:cubicBezTo>
                    <a:cubicBezTo>
                      <a:pt x="80" y="57"/>
                      <a:pt x="88" y="49"/>
                      <a:pt x="98" y="44"/>
                    </a:cubicBezTo>
                    <a:cubicBezTo>
                      <a:pt x="103" y="42"/>
                      <a:pt x="109" y="41"/>
                      <a:pt x="114" y="41"/>
                    </a:cubicBezTo>
                    <a:cubicBezTo>
                      <a:pt x="131" y="41"/>
                      <a:pt x="145" y="50"/>
                      <a:pt x="152" y="65"/>
                    </a:cubicBezTo>
                    <a:cubicBezTo>
                      <a:pt x="152" y="67"/>
                      <a:pt x="159" y="82"/>
                      <a:pt x="175" y="101"/>
                    </a:cubicBezTo>
                    <a:cubicBezTo>
                      <a:pt x="185" y="62"/>
                      <a:pt x="170" y="17"/>
                      <a:pt x="137" y="8"/>
                    </a:cubicBezTo>
                    <a:cubicBezTo>
                      <a:pt x="102" y="0"/>
                      <a:pt x="53" y="19"/>
                      <a:pt x="33" y="77"/>
                    </a:cubicBezTo>
                    <a:cubicBezTo>
                      <a:pt x="6" y="158"/>
                      <a:pt x="0" y="210"/>
                      <a:pt x="10" y="299"/>
                    </a:cubicBezTo>
                    <a:cubicBezTo>
                      <a:pt x="21" y="358"/>
                      <a:pt x="59" y="369"/>
                      <a:pt x="94" y="370"/>
                    </a:cubicBezTo>
                    <a:cubicBezTo>
                      <a:pt x="94" y="370"/>
                      <a:pt x="95" y="370"/>
                      <a:pt x="96" y="370"/>
                    </a:cubicBezTo>
                    <a:cubicBezTo>
                      <a:pt x="60" y="392"/>
                      <a:pt x="60" y="392"/>
                      <a:pt x="60" y="392"/>
                    </a:cubicBezTo>
                    <a:cubicBezTo>
                      <a:pt x="37" y="406"/>
                      <a:pt x="29" y="437"/>
                      <a:pt x="44" y="461"/>
                    </a:cubicBezTo>
                    <a:cubicBezTo>
                      <a:pt x="53" y="476"/>
                      <a:pt x="70" y="484"/>
                      <a:pt x="86" y="484"/>
                    </a:cubicBezTo>
                    <a:cubicBezTo>
                      <a:pt x="95" y="484"/>
                      <a:pt x="104" y="482"/>
                      <a:pt x="112" y="477"/>
                    </a:cubicBezTo>
                    <a:cubicBezTo>
                      <a:pt x="320" y="349"/>
                      <a:pt x="320" y="349"/>
                      <a:pt x="320" y="349"/>
                    </a:cubicBezTo>
                    <a:cubicBezTo>
                      <a:pt x="340" y="337"/>
                      <a:pt x="349" y="313"/>
                      <a:pt x="342" y="291"/>
                    </a:cubicBezTo>
                    <a:cubicBezTo>
                      <a:pt x="341" y="287"/>
                      <a:pt x="339" y="283"/>
                      <a:pt x="336" y="280"/>
                    </a:cubicBezTo>
                    <a:cubicBezTo>
                      <a:pt x="308" y="275"/>
                      <a:pt x="283" y="267"/>
                      <a:pt x="260" y="259"/>
                    </a:cubicBezTo>
                    <a:lnTo>
                      <a:pt x="151" y="2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 name="Freeform 371"/>
              <p:cNvSpPr>
                <a:spLocks/>
              </p:cNvSpPr>
              <p:nvPr/>
            </p:nvSpPr>
            <p:spPr bwMode="auto">
              <a:xfrm>
                <a:off x="5167313" y="3810001"/>
                <a:ext cx="247650" cy="415925"/>
              </a:xfrm>
              <a:custGeom>
                <a:avLst/>
                <a:gdLst>
                  <a:gd name="T0" fmla="*/ 58 w 192"/>
                  <a:gd name="T1" fmla="*/ 44 h 321"/>
                  <a:gd name="T2" fmla="*/ 65 w 192"/>
                  <a:gd name="T3" fmla="*/ 74 h 321"/>
                  <a:gd name="T4" fmla="*/ 49 w 192"/>
                  <a:gd name="T5" fmla="*/ 100 h 321"/>
                  <a:gd name="T6" fmla="*/ 73 w 192"/>
                  <a:gd name="T7" fmla="*/ 154 h 321"/>
                  <a:gd name="T8" fmla="*/ 76 w 192"/>
                  <a:gd name="T9" fmla="*/ 159 h 321"/>
                  <a:gd name="T10" fmla="*/ 76 w 192"/>
                  <a:gd name="T11" fmla="*/ 291 h 321"/>
                  <a:gd name="T12" fmla="*/ 106 w 192"/>
                  <a:gd name="T13" fmla="*/ 321 h 321"/>
                  <a:gd name="T14" fmla="*/ 136 w 192"/>
                  <a:gd name="T15" fmla="*/ 291 h 321"/>
                  <a:gd name="T16" fmla="*/ 136 w 192"/>
                  <a:gd name="T17" fmla="*/ 187 h 321"/>
                  <a:gd name="T18" fmla="*/ 150 w 192"/>
                  <a:gd name="T19" fmla="*/ 183 h 321"/>
                  <a:gd name="T20" fmla="*/ 179 w 192"/>
                  <a:gd name="T21" fmla="*/ 107 h 321"/>
                  <a:gd name="T22" fmla="*/ 147 w 192"/>
                  <a:gd name="T23" fmla="*/ 36 h 321"/>
                  <a:gd name="T24" fmla="*/ 103 w 192"/>
                  <a:gd name="T25" fmla="*/ 2 h 321"/>
                  <a:gd name="T26" fmla="*/ 88 w 192"/>
                  <a:gd name="T27" fmla="*/ 1 h 321"/>
                  <a:gd name="T28" fmla="*/ 0 w 192"/>
                  <a:gd name="T29" fmla="*/ 21 h 321"/>
                  <a:gd name="T30" fmla="*/ 31 w 192"/>
                  <a:gd name="T31" fmla="*/ 27 h 321"/>
                  <a:gd name="T32" fmla="*/ 58 w 192"/>
                  <a:gd name="T33" fmla="*/ 44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2" h="321">
                    <a:moveTo>
                      <a:pt x="58" y="44"/>
                    </a:moveTo>
                    <a:cubicBezTo>
                      <a:pt x="64" y="52"/>
                      <a:pt x="67" y="63"/>
                      <a:pt x="65" y="74"/>
                    </a:cubicBezTo>
                    <a:cubicBezTo>
                      <a:pt x="63" y="85"/>
                      <a:pt x="58" y="94"/>
                      <a:pt x="49" y="100"/>
                    </a:cubicBezTo>
                    <a:cubicBezTo>
                      <a:pt x="73" y="154"/>
                      <a:pt x="73" y="154"/>
                      <a:pt x="73" y="154"/>
                    </a:cubicBezTo>
                    <a:cubicBezTo>
                      <a:pt x="74" y="156"/>
                      <a:pt x="75" y="157"/>
                      <a:pt x="76" y="159"/>
                    </a:cubicBezTo>
                    <a:cubicBezTo>
                      <a:pt x="76" y="291"/>
                      <a:pt x="76" y="291"/>
                      <a:pt x="76" y="291"/>
                    </a:cubicBezTo>
                    <a:cubicBezTo>
                      <a:pt x="76" y="308"/>
                      <a:pt x="89" y="321"/>
                      <a:pt x="106" y="321"/>
                    </a:cubicBezTo>
                    <a:cubicBezTo>
                      <a:pt x="122" y="321"/>
                      <a:pt x="136" y="308"/>
                      <a:pt x="136" y="291"/>
                    </a:cubicBezTo>
                    <a:cubicBezTo>
                      <a:pt x="136" y="187"/>
                      <a:pt x="136" y="187"/>
                      <a:pt x="136" y="187"/>
                    </a:cubicBezTo>
                    <a:cubicBezTo>
                      <a:pt x="140" y="186"/>
                      <a:pt x="145" y="185"/>
                      <a:pt x="150" y="183"/>
                    </a:cubicBezTo>
                    <a:cubicBezTo>
                      <a:pt x="179" y="170"/>
                      <a:pt x="192" y="136"/>
                      <a:pt x="179" y="107"/>
                    </a:cubicBezTo>
                    <a:cubicBezTo>
                      <a:pt x="147" y="36"/>
                      <a:pt x="147" y="36"/>
                      <a:pt x="147" y="36"/>
                    </a:cubicBezTo>
                    <a:cubicBezTo>
                      <a:pt x="138" y="17"/>
                      <a:pt x="121" y="5"/>
                      <a:pt x="103" y="2"/>
                    </a:cubicBezTo>
                    <a:cubicBezTo>
                      <a:pt x="98" y="1"/>
                      <a:pt x="93" y="0"/>
                      <a:pt x="88" y="1"/>
                    </a:cubicBezTo>
                    <a:cubicBezTo>
                      <a:pt x="0" y="21"/>
                      <a:pt x="0" y="21"/>
                      <a:pt x="0" y="21"/>
                    </a:cubicBezTo>
                    <a:cubicBezTo>
                      <a:pt x="10" y="23"/>
                      <a:pt x="21" y="25"/>
                      <a:pt x="31" y="27"/>
                    </a:cubicBezTo>
                    <a:cubicBezTo>
                      <a:pt x="42" y="29"/>
                      <a:pt x="52" y="35"/>
                      <a:pt x="58"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 name="Freeform 372"/>
              <p:cNvSpPr>
                <a:spLocks/>
              </p:cNvSpPr>
              <p:nvPr/>
            </p:nvSpPr>
            <p:spPr bwMode="auto">
              <a:xfrm>
                <a:off x="4849813" y="3644901"/>
                <a:ext cx="393700" cy="293688"/>
              </a:xfrm>
              <a:custGeom>
                <a:avLst/>
                <a:gdLst>
                  <a:gd name="T0" fmla="*/ 303 w 305"/>
                  <a:gd name="T1" fmla="*/ 201 h 227"/>
                  <a:gd name="T2" fmla="*/ 276 w 305"/>
                  <a:gd name="T3" fmla="*/ 164 h 227"/>
                  <a:gd name="T4" fmla="*/ 66 w 305"/>
                  <a:gd name="T5" fmla="*/ 24 h 227"/>
                  <a:gd name="T6" fmla="*/ 24 w 305"/>
                  <a:gd name="T7" fmla="*/ 7 h 227"/>
                  <a:gd name="T8" fmla="*/ 7 w 305"/>
                  <a:gd name="T9" fmla="*/ 50 h 227"/>
                  <a:gd name="T10" fmla="*/ 266 w 305"/>
                  <a:gd name="T11" fmla="*/ 227 h 227"/>
                  <a:gd name="T12" fmla="*/ 271 w 305"/>
                  <a:gd name="T13" fmla="*/ 227 h 227"/>
                  <a:gd name="T14" fmla="*/ 303 w 305"/>
                  <a:gd name="T15" fmla="*/ 201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5" h="227">
                    <a:moveTo>
                      <a:pt x="303" y="201"/>
                    </a:moveTo>
                    <a:cubicBezTo>
                      <a:pt x="305" y="183"/>
                      <a:pt x="293" y="167"/>
                      <a:pt x="276" y="164"/>
                    </a:cubicBezTo>
                    <a:cubicBezTo>
                      <a:pt x="120" y="139"/>
                      <a:pt x="68" y="29"/>
                      <a:pt x="66" y="24"/>
                    </a:cubicBezTo>
                    <a:cubicBezTo>
                      <a:pt x="59" y="8"/>
                      <a:pt x="40" y="0"/>
                      <a:pt x="24" y="7"/>
                    </a:cubicBezTo>
                    <a:cubicBezTo>
                      <a:pt x="7" y="14"/>
                      <a:pt x="0" y="33"/>
                      <a:pt x="7" y="50"/>
                    </a:cubicBezTo>
                    <a:cubicBezTo>
                      <a:pt x="10" y="55"/>
                      <a:pt x="74" y="196"/>
                      <a:pt x="266" y="227"/>
                    </a:cubicBezTo>
                    <a:cubicBezTo>
                      <a:pt x="268" y="227"/>
                      <a:pt x="269" y="227"/>
                      <a:pt x="271" y="227"/>
                    </a:cubicBezTo>
                    <a:cubicBezTo>
                      <a:pt x="286" y="227"/>
                      <a:pt x="300" y="216"/>
                      <a:pt x="303" y="20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 name="Freeform 373"/>
              <p:cNvSpPr>
                <a:spLocks/>
              </p:cNvSpPr>
              <p:nvPr/>
            </p:nvSpPr>
            <p:spPr bwMode="auto">
              <a:xfrm>
                <a:off x="5183188" y="3606801"/>
                <a:ext cx="195263" cy="195263"/>
              </a:xfrm>
              <a:custGeom>
                <a:avLst/>
                <a:gdLst>
                  <a:gd name="T0" fmla="*/ 100 w 151"/>
                  <a:gd name="T1" fmla="*/ 137 h 151"/>
                  <a:gd name="T2" fmla="*/ 137 w 151"/>
                  <a:gd name="T3" fmla="*/ 51 h 151"/>
                  <a:gd name="T4" fmla="*/ 51 w 151"/>
                  <a:gd name="T5" fmla="*/ 13 h 151"/>
                  <a:gd name="T6" fmla="*/ 13 w 151"/>
                  <a:gd name="T7" fmla="*/ 100 h 151"/>
                  <a:gd name="T8" fmla="*/ 100 w 151"/>
                  <a:gd name="T9" fmla="*/ 137 h 151"/>
                </a:gdLst>
                <a:ahLst/>
                <a:cxnLst>
                  <a:cxn ang="0">
                    <a:pos x="T0" y="T1"/>
                  </a:cxn>
                  <a:cxn ang="0">
                    <a:pos x="T2" y="T3"/>
                  </a:cxn>
                  <a:cxn ang="0">
                    <a:pos x="T4" y="T5"/>
                  </a:cxn>
                  <a:cxn ang="0">
                    <a:pos x="T6" y="T7"/>
                  </a:cxn>
                  <a:cxn ang="0">
                    <a:pos x="T8" y="T9"/>
                  </a:cxn>
                </a:cxnLst>
                <a:rect l="0" t="0" r="r" b="b"/>
                <a:pathLst>
                  <a:path w="151" h="151">
                    <a:moveTo>
                      <a:pt x="100" y="137"/>
                    </a:moveTo>
                    <a:cubicBezTo>
                      <a:pt x="134" y="124"/>
                      <a:pt x="151" y="85"/>
                      <a:pt x="137" y="51"/>
                    </a:cubicBezTo>
                    <a:cubicBezTo>
                      <a:pt x="124" y="17"/>
                      <a:pt x="85" y="0"/>
                      <a:pt x="51" y="13"/>
                    </a:cubicBezTo>
                    <a:cubicBezTo>
                      <a:pt x="17" y="27"/>
                      <a:pt x="0" y="66"/>
                      <a:pt x="13" y="100"/>
                    </a:cubicBezTo>
                    <a:cubicBezTo>
                      <a:pt x="27" y="134"/>
                      <a:pt x="65" y="151"/>
                      <a:pt x="100" y="1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 name="Freeform 374"/>
              <p:cNvSpPr>
                <a:spLocks noEditPoints="1"/>
              </p:cNvSpPr>
              <p:nvPr/>
            </p:nvSpPr>
            <p:spPr bwMode="auto">
              <a:xfrm>
                <a:off x="5194301" y="2781301"/>
                <a:ext cx="766763" cy="703263"/>
              </a:xfrm>
              <a:custGeom>
                <a:avLst/>
                <a:gdLst>
                  <a:gd name="T0" fmla="*/ 0 w 594"/>
                  <a:gd name="T1" fmla="*/ 231 h 544"/>
                  <a:gd name="T2" fmla="*/ 107 w 594"/>
                  <a:gd name="T3" fmla="*/ 408 h 544"/>
                  <a:gd name="T4" fmla="*/ 44 w 594"/>
                  <a:gd name="T5" fmla="*/ 534 h 544"/>
                  <a:gd name="T6" fmla="*/ 297 w 594"/>
                  <a:gd name="T7" fmla="*/ 462 h 544"/>
                  <a:gd name="T8" fmla="*/ 594 w 594"/>
                  <a:gd name="T9" fmla="*/ 231 h 544"/>
                  <a:gd name="T10" fmla="*/ 297 w 594"/>
                  <a:gd name="T11" fmla="*/ 0 h 544"/>
                  <a:gd name="T12" fmla="*/ 0 w 594"/>
                  <a:gd name="T13" fmla="*/ 231 h 544"/>
                  <a:gd name="T14" fmla="*/ 555 w 594"/>
                  <a:gd name="T15" fmla="*/ 234 h 544"/>
                  <a:gd name="T16" fmla="*/ 294 w 594"/>
                  <a:gd name="T17" fmla="*/ 435 h 544"/>
                  <a:gd name="T18" fmla="*/ 33 w 594"/>
                  <a:gd name="T19" fmla="*/ 234 h 544"/>
                  <a:gd name="T20" fmla="*/ 294 w 594"/>
                  <a:gd name="T21" fmla="*/ 34 h 544"/>
                  <a:gd name="T22" fmla="*/ 555 w 594"/>
                  <a:gd name="T23" fmla="*/ 234 h 5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94" h="544">
                    <a:moveTo>
                      <a:pt x="0" y="231"/>
                    </a:moveTo>
                    <a:cubicBezTo>
                      <a:pt x="0" y="302"/>
                      <a:pt x="42" y="365"/>
                      <a:pt x="107" y="408"/>
                    </a:cubicBezTo>
                    <a:cubicBezTo>
                      <a:pt x="133" y="425"/>
                      <a:pt x="154" y="484"/>
                      <a:pt x="44" y="534"/>
                    </a:cubicBezTo>
                    <a:cubicBezTo>
                      <a:pt x="76" y="544"/>
                      <a:pt x="261" y="462"/>
                      <a:pt x="297" y="462"/>
                    </a:cubicBezTo>
                    <a:cubicBezTo>
                      <a:pt x="461" y="462"/>
                      <a:pt x="594" y="358"/>
                      <a:pt x="594" y="231"/>
                    </a:cubicBezTo>
                    <a:cubicBezTo>
                      <a:pt x="594" y="103"/>
                      <a:pt x="461" y="0"/>
                      <a:pt x="297" y="0"/>
                    </a:cubicBezTo>
                    <a:cubicBezTo>
                      <a:pt x="133" y="0"/>
                      <a:pt x="0" y="103"/>
                      <a:pt x="0" y="231"/>
                    </a:cubicBezTo>
                    <a:close/>
                    <a:moveTo>
                      <a:pt x="555" y="234"/>
                    </a:moveTo>
                    <a:cubicBezTo>
                      <a:pt x="555" y="345"/>
                      <a:pt x="438" y="435"/>
                      <a:pt x="294" y="435"/>
                    </a:cubicBezTo>
                    <a:cubicBezTo>
                      <a:pt x="150" y="435"/>
                      <a:pt x="33" y="345"/>
                      <a:pt x="33" y="234"/>
                    </a:cubicBezTo>
                    <a:cubicBezTo>
                      <a:pt x="33" y="124"/>
                      <a:pt x="150" y="34"/>
                      <a:pt x="294" y="34"/>
                    </a:cubicBezTo>
                    <a:cubicBezTo>
                      <a:pt x="438" y="34"/>
                      <a:pt x="555" y="124"/>
                      <a:pt x="555" y="2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 name="组合 7"/>
            <p:cNvGrpSpPr/>
            <p:nvPr/>
          </p:nvGrpSpPr>
          <p:grpSpPr>
            <a:xfrm>
              <a:off x="3524251" y="2703513"/>
              <a:ext cx="1025525" cy="1798638"/>
              <a:chOff x="3524251" y="2703513"/>
              <a:chExt cx="1025525" cy="1798638"/>
            </a:xfrm>
            <a:solidFill>
              <a:schemeClr val="tx1">
                <a:lumMod val="65000"/>
                <a:lumOff val="35000"/>
              </a:schemeClr>
            </a:solidFill>
          </p:grpSpPr>
          <p:sp>
            <p:nvSpPr>
              <p:cNvPr id="225" name="Oval 375"/>
              <p:cNvSpPr>
                <a:spLocks noChangeArrowheads="1"/>
              </p:cNvSpPr>
              <p:nvPr/>
            </p:nvSpPr>
            <p:spPr bwMode="auto">
              <a:xfrm>
                <a:off x="3703638" y="3414713"/>
                <a:ext cx="231775" cy="2317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376"/>
              <p:cNvSpPr>
                <a:spLocks/>
              </p:cNvSpPr>
              <p:nvPr/>
            </p:nvSpPr>
            <p:spPr bwMode="auto">
              <a:xfrm>
                <a:off x="3906838" y="4057651"/>
                <a:ext cx="73025" cy="57150"/>
              </a:xfrm>
              <a:custGeom>
                <a:avLst/>
                <a:gdLst>
                  <a:gd name="T0" fmla="*/ 51 w 56"/>
                  <a:gd name="T1" fmla="*/ 0 h 45"/>
                  <a:gd name="T2" fmla="*/ 33 w 56"/>
                  <a:gd name="T3" fmla="*/ 17 h 45"/>
                  <a:gd name="T4" fmla="*/ 0 w 56"/>
                  <a:gd name="T5" fmla="*/ 37 h 45"/>
                  <a:gd name="T6" fmla="*/ 6 w 56"/>
                  <a:gd name="T7" fmla="*/ 40 h 45"/>
                  <a:gd name="T8" fmla="*/ 22 w 56"/>
                  <a:gd name="T9" fmla="*/ 45 h 45"/>
                  <a:gd name="T10" fmla="*/ 50 w 56"/>
                  <a:gd name="T11" fmla="*/ 30 h 45"/>
                  <a:gd name="T12" fmla="*/ 51 w 56"/>
                  <a:gd name="T13" fmla="*/ 0 h 45"/>
                </a:gdLst>
                <a:ahLst/>
                <a:cxnLst>
                  <a:cxn ang="0">
                    <a:pos x="T0" y="T1"/>
                  </a:cxn>
                  <a:cxn ang="0">
                    <a:pos x="T2" y="T3"/>
                  </a:cxn>
                  <a:cxn ang="0">
                    <a:pos x="T4" y="T5"/>
                  </a:cxn>
                  <a:cxn ang="0">
                    <a:pos x="T6" y="T7"/>
                  </a:cxn>
                  <a:cxn ang="0">
                    <a:pos x="T8" y="T9"/>
                  </a:cxn>
                  <a:cxn ang="0">
                    <a:pos x="T10" y="T11"/>
                  </a:cxn>
                  <a:cxn ang="0">
                    <a:pos x="T12" y="T13"/>
                  </a:cxn>
                </a:cxnLst>
                <a:rect l="0" t="0" r="r" b="b"/>
                <a:pathLst>
                  <a:path w="56" h="45">
                    <a:moveTo>
                      <a:pt x="51" y="0"/>
                    </a:moveTo>
                    <a:cubicBezTo>
                      <a:pt x="47" y="6"/>
                      <a:pt x="41" y="12"/>
                      <a:pt x="33" y="17"/>
                    </a:cubicBezTo>
                    <a:cubicBezTo>
                      <a:pt x="0" y="37"/>
                      <a:pt x="0" y="37"/>
                      <a:pt x="0" y="37"/>
                    </a:cubicBezTo>
                    <a:cubicBezTo>
                      <a:pt x="2" y="38"/>
                      <a:pt x="4" y="39"/>
                      <a:pt x="6" y="40"/>
                    </a:cubicBezTo>
                    <a:cubicBezTo>
                      <a:pt x="11" y="44"/>
                      <a:pt x="17" y="45"/>
                      <a:pt x="22" y="45"/>
                    </a:cubicBezTo>
                    <a:cubicBezTo>
                      <a:pt x="33" y="45"/>
                      <a:pt x="44" y="40"/>
                      <a:pt x="50" y="30"/>
                    </a:cubicBezTo>
                    <a:cubicBezTo>
                      <a:pt x="55" y="20"/>
                      <a:pt x="56" y="9"/>
                      <a:pt x="5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377"/>
              <p:cNvSpPr>
                <a:spLocks/>
              </p:cNvSpPr>
              <p:nvPr/>
            </p:nvSpPr>
            <p:spPr bwMode="auto">
              <a:xfrm>
                <a:off x="3638551" y="3686176"/>
                <a:ext cx="209550" cy="261938"/>
              </a:xfrm>
              <a:custGeom>
                <a:avLst/>
                <a:gdLst>
                  <a:gd name="T0" fmla="*/ 66 w 162"/>
                  <a:gd name="T1" fmla="*/ 26 h 203"/>
                  <a:gd name="T2" fmla="*/ 26 w 162"/>
                  <a:gd name="T3" fmla="*/ 6 h 203"/>
                  <a:gd name="T4" fmla="*/ 5 w 162"/>
                  <a:gd name="T5" fmla="*/ 46 h 203"/>
                  <a:gd name="T6" fmla="*/ 86 w 162"/>
                  <a:gd name="T7" fmla="*/ 203 h 203"/>
                  <a:gd name="T8" fmla="*/ 162 w 162"/>
                  <a:gd name="T9" fmla="*/ 197 h 203"/>
                  <a:gd name="T10" fmla="*/ 66 w 162"/>
                  <a:gd name="T11" fmla="*/ 26 h 203"/>
                </a:gdLst>
                <a:ahLst/>
                <a:cxnLst>
                  <a:cxn ang="0">
                    <a:pos x="T0" y="T1"/>
                  </a:cxn>
                  <a:cxn ang="0">
                    <a:pos x="T2" y="T3"/>
                  </a:cxn>
                  <a:cxn ang="0">
                    <a:pos x="T4" y="T5"/>
                  </a:cxn>
                  <a:cxn ang="0">
                    <a:pos x="T6" y="T7"/>
                  </a:cxn>
                  <a:cxn ang="0">
                    <a:pos x="T8" y="T9"/>
                  </a:cxn>
                  <a:cxn ang="0">
                    <a:pos x="T10" y="T11"/>
                  </a:cxn>
                </a:cxnLst>
                <a:rect l="0" t="0" r="r" b="b"/>
                <a:pathLst>
                  <a:path w="162" h="203">
                    <a:moveTo>
                      <a:pt x="66" y="26"/>
                    </a:moveTo>
                    <a:cubicBezTo>
                      <a:pt x="61" y="9"/>
                      <a:pt x="43" y="0"/>
                      <a:pt x="26" y="6"/>
                    </a:cubicBezTo>
                    <a:cubicBezTo>
                      <a:pt x="9" y="11"/>
                      <a:pt x="0" y="29"/>
                      <a:pt x="5" y="46"/>
                    </a:cubicBezTo>
                    <a:cubicBezTo>
                      <a:pt x="7" y="51"/>
                      <a:pt x="32" y="126"/>
                      <a:pt x="86" y="203"/>
                    </a:cubicBezTo>
                    <a:cubicBezTo>
                      <a:pt x="162" y="197"/>
                      <a:pt x="162" y="197"/>
                      <a:pt x="162" y="197"/>
                    </a:cubicBezTo>
                    <a:cubicBezTo>
                      <a:pt x="97" y="119"/>
                      <a:pt x="67" y="28"/>
                      <a:pt x="66"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378"/>
              <p:cNvSpPr>
                <a:spLocks/>
              </p:cNvSpPr>
              <p:nvPr/>
            </p:nvSpPr>
            <p:spPr bwMode="auto">
              <a:xfrm>
                <a:off x="3530601" y="3617913"/>
                <a:ext cx="450850" cy="625475"/>
              </a:xfrm>
              <a:custGeom>
                <a:avLst/>
                <a:gdLst>
                  <a:gd name="T0" fmla="*/ 320 w 349"/>
                  <a:gd name="T1" fmla="*/ 349 h 484"/>
                  <a:gd name="T2" fmla="*/ 342 w 349"/>
                  <a:gd name="T3" fmla="*/ 291 h 484"/>
                  <a:gd name="T4" fmla="*/ 291 w 349"/>
                  <a:gd name="T5" fmla="*/ 257 h 484"/>
                  <a:gd name="T6" fmla="*/ 163 w 349"/>
                  <a:gd name="T7" fmla="*/ 265 h 484"/>
                  <a:gd name="T8" fmla="*/ 151 w 349"/>
                  <a:gd name="T9" fmla="*/ 266 h 484"/>
                  <a:gd name="T10" fmla="*/ 152 w 349"/>
                  <a:gd name="T11" fmla="*/ 245 h 484"/>
                  <a:gd name="T12" fmla="*/ 81 w 349"/>
                  <a:gd name="T13" fmla="*/ 102 h 484"/>
                  <a:gd name="T14" fmla="*/ 83 w 349"/>
                  <a:gd name="T15" fmla="*/ 71 h 484"/>
                  <a:gd name="T16" fmla="*/ 107 w 349"/>
                  <a:gd name="T17" fmla="*/ 50 h 484"/>
                  <a:gd name="T18" fmla="*/ 120 w 349"/>
                  <a:gd name="T19" fmla="*/ 48 h 484"/>
                  <a:gd name="T20" fmla="*/ 158 w 349"/>
                  <a:gd name="T21" fmla="*/ 76 h 484"/>
                  <a:gd name="T22" fmla="*/ 173 w 349"/>
                  <a:gd name="T23" fmla="*/ 112 h 484"/>
                  <a:gd name="T24" fmla="*/ 174 w 349"/>
                  <a:gd name="T25" fmla="*/ 104 h 484"/>
                  <a:gd name="T26" fmla="*/ 137 w 349"/>
                  <a:gd name="T27" fmla="*/ 8 h 484"/>
                  <a:gd name="T28" fmla="*/ 33 w 349"/>
                  <a:gd name="T29" fmla="*/ 77 h 484"/>
                  <a:gd name="T30" fmla="*/ 10 w 349"/>
                  <a:gd name="T31" fmla="*/ 299 h 484"/>
                  <a:gd name="T32" fmla="*/ 94 w 349"/>
                  <a:gd name="T33" fmla="*/ 370 h 484"/>
                  <a:gd name="T34" fmla="*/ 96 w 349"/>
                  <a:gd name="T35" fmla="*/ 370 h 484"/>
                  <a:gd name="T36" fmla="*/ 60 w 349"/>
                  <a:gd name="T37" fmla="*/ 392 h 484"/>
                  <a:gd name="T38" fmla="*/ 44 w 349"/>
                  <a:gd name="T39" fmla="*/ 461 h 484"/>
                  <a:gd name="T40" fmla="*/ 86 w 349"/>
                  <a:gd name="T41" fmla="*/ 484 h 484"/>
                  <a:gd name="T42" fmla="*/ 112 w 349"/>
                  <a:gd name="T43" fmla="*/ 477 h 484"/>
                  <a:gd name="T44" fmla="*/ 202 w 349"/>
                  <a:gd name="T45" fmla="*/ 422 h 484"/>
                  <a:gd name="T46" fmla="*/ 320 w 349"/>
                  <a:gd name="T47" fmla="*/ 349 h 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49" h="484">
                    <a:moveTo>
                      <a:pt x="320" y="349"/>
                    </a:moveTo>
                    <a:cubicBezTo>
                      <a:pt x="340" y="337"/>
                      <a:pt x="349" y="313"/>
                      <a:pt x="342" y="291"/>
                    </a:cubicBezTo>
                    <a:cubicBezTo>
                      <a:pt x="335" y="269"/>
                      <a:pt x="314" y="255"/>
                      <a:pt x="291" y="257"/>
                    </a:cubicBezTo>
                    <a:cubicBezTo>
                      <a:pt x="163" y="265"/>
                      <a:pt x="163" y="265"/>
                      <a:pt x="163" y="265"/>
                    </a:cubicBezTo>
                    <a:cubicBezTo>
                      <a:pt x="151" y="266"/>
                      <a:pt x="151" y="266"/>
                      <a:pt x="151" y="266"/>
                    </a:cubicBezTo>
                    <a:cubicBezTo>
                      <a:pt x="151" y="259"/>
                      <a:pt x="151" y="252"/>
                      <a:pt x="152" y="245"/>
                    </a:cubicBezTo>
                    <a:cubicBezTo>
                      <a:pt x="104" y="173"/>
                      <a:pt x="82" y="106"/>
                      <a:pt x="81" y="102"/>
                    </a:cubicBezTo>
                    <a:cubicBezTo>
                      <a:pt x="77" y="91"/>
                      <a:pt x="78" y="80"/>
                      <a:pt x="83" y="71"/>
                    </a:cubicBezTo>
                    <a:cubicBezTo>
                      <a:pt x="88" y="61"/>
                      <a:pt x="97" y="54"/>
                      <a:pt x="107" y="50"/>
                    </a:cubicBezTo>
                    <a:cubicBezTo>
                      <a:pt x="111" y="49"/>
                      <a:pt x="115" y="48"/>
                      <a:pt x="120" y="48"/>
                    </a:cubicBezTo>
                    <a:cubicBezTo>
                      <a:pt x="137" y="48"/>
                      <a:pt x="153" y="60"/>
                      <a:pt x="158" y="76"/>
                    </a:cubicBezTo>
                    <a:cubicBezTo>
                      <a:pt x="159" y="77"/>
                      <a:pt x="163" y="91"/>
                      <a:pt x="173" y="112"/>
                    </a:cubicBezTo>
                    <a:cubicBezTo>
                      <a:pt x="173" y="110"/>
                      <a:pt x="174" y="107"/>
                      <a:pt x="174" y="104"/>
                    </a:cubicBezTo>
                    <a:cubicBezTo>
                      <a:pt x="186" y="65"/>
                      <a:pt x="171" y="17"/>
                      <a:pt x="137" y="8"/>
                    </a:cubicBezTo>
                    <a:cubicBezTo>
                      <a:pt x="102" y="0"/>
                      <a:pt x="53" y="19"/>
                      <a:pt x="33" y="77"/>
                    </a:cubicBezTo>
                    <a:cubicBezTo>
                      <a:pt x="6" y="158"/>
                      <a:pt x="0" y="210"/>
                      <a:pt x="10" y="299"/>
                    </a:cubicBezTo>
                    <a:cubicBezTo>
                      <a:pt x="21" y="358"/>
                      <a:pt x="59" y="369"/>
                      <a:pt x="94" y="370"/>
                    </a:cubicBezTo>
                    <a:cubicBezTo>
                      <a:pt x="94" y="370"/>
                      <a:pt x="95" y="370"/>
                      <a:pt x="96" y="370"/>
                    </a:cubicBezTo>
                    <a:cubicBezTo>
                      <a:pt x="60" y="392"/>
                      <a:pt x="60" y="392"/>
                      <a:pt x="60" y="392"/>
                    </a:cubicBezTo>
                    <a:cubicBezTo>
                      <a:pt x="37" y="406"/>
                      <a:pt x="29" y="437"/>
                      <a:pt x="44" y="461"/>
                    </a:cubicBezTo>
                    <a:cubicBezTo>
                      <a:pt x="53" y="476"/>
                      <a:pt x="70" y="484"/>
                      <a:pt x="86" y="484"/>
                    </a:cubicBezTo>
                    <a:cubicBezTo>
                      <a:pt x="95" y="484"/>
                      <a:pt x="104" y="482"/>
                      <a:pt x="112" y="477"/>
                    </a:cubicBezTo>
                    <a:cubicBezTo>
                      <a:pt x="202" y="422"/>
                      <a:pt x="202" y="422"/>
                      <a:pt x="202" y="422"/>
                    </a:cubicBezTo>
                    <a:lnTo>
                      <a:pt x="320" y="3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Freeform 379"/>
              <p:cNvSpPr>
                <a:spLocks/>
              </p:cNvSpPr>
              <p:nvPr/>
            </p:nvSpPr>
            <p:spPr bwMode="auto">
              <a:xfrm>
                <a:off x="4102101" y="3792538"/>
                <a:ext cx="447675" cy="484188"/>
              </a:xfrm>
              <a:custGeom>
                <a:avLst/>
                <a:gdLst>
                  <a:gd name="T0" fmla="*/ 336 w 347"/>
                  <a:gd name="T1" fmla="*/ 1 h 375"/>
                  <a:gd name="T2" fmla="*/ 300 w 347"/>
                  <a:gd name="T3" fmla="*/ 13 h 375"/>
                  <a:gd name="T4" fmla="*/ 299 w 347"/>
                  <a:gd name="T5" fmla="*/ 14 h 375"/>
                  <a:gd name="T6" fmla="*/ 188 w 347"/>
                  <a:gd name="T7" fmla="*/ 52 h 375"/>
                  <a:gd name="T8" fmla="*/ 124 w 347"/>
                  <a:gd name="T9" fmla="*/ 82 h 375"/>
                  <a:gd name="T10" fmla="*/ 65 w 347"/>
                  <a:gd name="T11" fmla="*/ 58 h 375"/>
                  <a:gd name="T12" fmla="*/ 63 w 347"/>
                  <a:gd name="T13" fmla="*/ 59 h 375"/>
                  <a:gd name="T14" fmla="*/ 63 w 347"/>
                  <a:gd name="T15" fmla="*/ 59 h 375"/>
                  <a:gd name="T16" fmla="*/ 1 w 347"/>
                  <a:gd name="T17" fmla="*/ 215 h 375"/>
                  <a:gd name="T18" fmla="*/ 21 w 347"/>
                  <a:gd name="T19" fmla="*/ 236 h 375"/>
                  <a:gd name="T20" fmla="*/ 22 w 347"/>
                  <a:gd name="T21" fmla="*/ 237 h 375"/>
                  <a:gd name="T22" fmla="*/ 43 w 347"/>
                  <a:gd name="T23" fmla="*/ 216 h 375"/>
                  <a:gd name="T24" fmla="*/ 58 w 347"/>
                  <a:gd name="T25" fmla="*/ 131 h 375"/>
                  <a:gd name="T26" fmla="*/ 58 w 347"/>
                  <a:gd name="T27" fmla="*/ 233 h 375"/>
                  <a:gd name="T28" fmla="*/ 58 w 347"/>
                  <a:gd name="T29" fmla="*/ 233 h 375"/>
                  <a:gd name="T30" fmla="*/ 58 w 347"/>
                  <a:gd name="T31" fmla="*/ 345 h 375"/>
                  <a:gd name="T32" fmla="*/ 88 w 347"/>
                  <a:gd name="T33" fmla="*/ 375 h 375"/>
                  <a:gd name="T34" fmla="*/ 118 w 347"/>
                  <a:gd name="T35" fmla="*/ 345 h 375"/>
                  <a:gd name="T36" fmla="*/ 118 w 347"/>
                  <a:gd name="T37" fmla="*/ 249 h 375"/>
                  <a:gd name="T38" fmla="*/ 130 w 347"/>
                  <a:gd name="T39" fmla="*/ 249 h 375"/>
                  <a:gd name="T40" fmla="*/ 130 w 347"/>
                  <a:gd name="T41" fmla="*/ 345 h 375"/>
                  <a:gd name="T42" fmla="*/ 160 w 347"/>
                  <a:gd name="T43" fmla="*/ 375 h 375"/>
                  <a:gd name="T44" fmla="*/ 190 w 347"/>
                  <a:gd name="T45" fmla="*/ 345 h 375"/>
                  <a:gd name="T46" fmla="*/ 190 w 347"/>
                  <a:gd name="T47" fmla="*/ 198 h 375"/>
                  <a:gd name="T48" fmla="*/ 190 w 347"/>
                  <a:gd name="T49" fmla="*/ 198 h 375"/>
                  <a:gd name="T50" fmla="*/ 190 w 347"/>
                  <a:gd name="T51" fmla="*/ 95 h 375"/>
                  <a:gd name="T52" fmla="*/ 313 w 347"/>
                  <a:gd name="T53" fmla="*/ 53 h 375"/>
                  <a:gd name="T54" fmla="*/ 312 w 347"/>
                  <a:gd name="T55" fmla="*/ 26 h 375"/>
                  <a:gd name="T56" fmla="*/ 341 w 347"/>
                  <a:gd name="T57" fmla="*/ 16 h 375"/>
                  <a:gd name="T58" fmla="*/ 346 w 347"/>
                  <a:gd name="T59" fmla="*/ 6 h 375"/>
                  <a:gd name="T60" fmla="*/ 336 w 347"/>
                  <a:gd name="T61" fmla="*/ 1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47" h="375">
                    <a:moveTo>
                      <a:pt x="336" y="1"/>
                    </a:moveTo>
                    <a:cubicBezTo>
                      <a:pt x="300" y="13"/>
                      <a:pt x="300" y="13"/>
                      <a:pt x="300" y="13"/>
                    </a:cubicBezTo>
                    <a:cubicBezTo>
                      <a:pt x="299" y="13"/>
                      <a:pt x="299" y="13"/>
                      <a:pt x="299" y="14"/>
                    </a:cubicBezTo>
                    <a:cubicBezTo>
                      <a:pt x="188" y="52"/>
                      <a:pt x="188" y="52"/>
                      <a:pt x="188" y="52"/>
                    </a:cubicBezTo>
                    <a:cubicBezTo>
                      <a:pt x="173" y="70"/>
                      <a:pt x="150" y="82"/>
                      <a:pt x="124" y="82"/>
                    </a:cubicBezTo>
                    <a:cubicBezTo>
                      <a:pt x="101" y="82"/>
                      <a:pt x="80" y="73"/>
                      <a:pt x="65" y="58"/>
                    </a:cubicBezTo>
                    <a:cubicBezTo>
                      <a:pt x="64" y="58"/>
                      <a:pt x="64" y="59"/>
                      <a:pt x="63" y="59"/>
                    </a:cubicBezTo>
                    <a:cubicBezTo>
                      <a:pt x="63" y="59"/>
                      <a:pt x="63" y="59"/>
                      <a:pt x="63" y="59"/>
                    </a:cubicBezTo>
                    <a:cubicBezTo>
                      <a:pt x="57" y="61"/>
                      <a:pt x="5" y="87"/>
                      <a:pt x="1" y="215"/>
                    </a:cubicBezTo>
                    <a:cubicBezTo>
                      <a:pt x="0" y="226"/>
                      <a:pt x="10" y="236"/>
                      <a:pt x="21" y="236"/>
                    </a:cubicBezTo>
                    <a:cubicBezTo>
                      <a:pt x="21" y="237"/>
                      <a:pt x="22" y="237"/>
                      <a:pt x="22" y="237"/>
                    </a:cubicBezTo>
                    <a:cubicBezTo>
                      <a:pt x="33" y="237"/>
                      <a:pt x="42" y="228"/>
                      <a:pt x="43" y="216"/>
                    </a:cubicBezTo>
                    <a:cubicBezTo>
                      <a:pt x="44" y="176"/>
                      <a:pt x="51" y="149"/>
                      <a:pt x="58" y="131"/>
                    </a:cubicBezTo>
                    <a:cubicBezTo>
                      <a:pt x="58" y="233"/>
                      <a:pt x="58" y="233"/>
                      <a:pt x="58" y="233"/>
                    </a:cubicBezTo>
                    <a:cubicBezTo>
                      <a:pt x="58" y="233"/>
                      <a:pt x="58" y="233"/>
                      <a:pt x="58" y="233"/>
                    </a:cubicBezTo>
                    <a:cubicBezTo>
                      <a:pt x="58" y="345"/>
                      <a:pt x="58" y="345"/>
                      <a:pt x="58" y="345"/>
                    </a:cubicBezTo>
                    <a:cubicBezTo>
                      <a:pt x="58" y="362"/>
                      <a:pt x="71" y="375"/>
                      <a:pt x="88" y="375"/>
                    </a:cubicBezTo>
                    <a:cubicBezTo>
                      <a:pt x="104" y="375"/>
                      <a:pt x="118" y="362"/>
                      <a:pt x="118" y="345"/>
                    </a:cubicBezTo>
                    <a:cubicBezTo>
                      <a:pt x="118" y="249"/>
                      <a:pt x="118" y="249"/>
                      <a:pt x="118" y="249"/>
                    </a:cubicBezTo>
                    <a:cubicBezTo>
                      <a:pt x="130" y="249"/>
                      <a:pt x="130" y="249"/>
                      <a:pt x="130" y="249"/>
                    </a:cubicBezTo>
                    <a:cubicBezTo>
                      <a:pt x="130" y="345"/>
                      <a:pt x="130" y="345"/>
                      <a:pt x="130" y="345"/>
                    </a:cubicBezTo>
                    <a:cubicBezTo>
                      <a:pt x="130" y="362"/>
                      <a:pt x="143" y="375"/>
                      <a:pt x="160" y="375"/>
                    </a:cubicBezTo>
                    <a:cubicBezTo>
                      <a:pt x="176" y="375"/>
                      <a:pt x="190" y="362"/>
                      <a:pt x="190" y="345"/>
                    </a:cubicBezTo>
                    <a:cubicBezTo>
                      <a:pt x="190" y="198"/>
                      <a:pt x="190" y="198"/>
                      <a:pt x="190" y="198"/>
                    </a:cubicBezTo>
                    <a:cubicBezTo>
                      <a:pt x="190" y="198"/>
                      <a:pt x="190" y="198"/>
                      <a:pt x="190" y="198"/>
                    </a:cubicBezTo>
                    <a:cubicBezTo>
                      <a:pt x="190" y="95"/>
                      <a:pt x="190" y="95"/>
                      <a:pt x="190" y="95"/>
                    </a:cubicBezTo>
                    <a:cubicBezTo>
                      <a:pt x="313" y="53"/>
                      <a:pt x="313" y="53"/>
                      <a:pt x="313" y="53"/>
                    </a:cubicBezTo>
                    <a:cubicBezTo>
                      <a:pt x="319" y="51"/>
                      <a:pt x="317" y="37"/>
                      <a:pt x="312" y="26"/>
                    </a:cubicBezTo>
                    <a:cubicBezTo>
                      <a:pt x="341" y="16"/>
                      <a:pt x="341" y="16"/>
                      <a:pt x="341" y="16"/>
                    </a:cubicBezTo>
                    <a:cubicBezTo>
                      <a:pt x="345" y="15"/>
                      <a:pt x="347" y="10"/>
                      <a:pt x="346" y="6"/>
                    </a:cubicBezTo>
                    <a:cubicBezTo>
                      <a:pt x="345" y="2"/>
                      <a:pt x="340" y="0"/>
                      <a:pt x="336"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380"/>
              <p:cNvSpPr>
                <a:spLocks noEditPoints="1"/>
              </p:cNvSpPr>
              <p:nvPr/>
            </p:nvSpPr>
            <p:spPr bwMode="auto">
              <a:xfrm>
                <a:off x="4176713" y="3703638"/>
                <a:ext cx="171450" cy="171450"/>
              </a:xfrm>
              <a:custGeom>
                <a:avLst/>
                <a:gdLst>
                  <a:gd name="T0" fmla="*/ 67 w 133"/>
                  <a:gd name="T1" fmla="*/ 133 h 133"/>
                  <a:gd name="T2" fmla="*/ 133 w 133"/>
                  <a:gd name="T3" fmla="*/ 67 h 133"/>
                  <a:gd name="T4" fmla="*/ 67 w 133"/>
                  <a:gd name="T5" fmla="*/ 0 h 133"/>
                  <a:gd name="T6" fmla="*/ 0 w 133"/>
                  <a:gd name="T7" fmla="*/ 67 h 133"/>
                  <a:gd name="T8" fmla="*/ 67 w 133"/>
                  <a:gd name="T9" fmla="*/ 133 h 133"/>
                  <a:gd name="T10" fmla="*/ 24 w 133"/>
                  <a:gd name="T11" fmla="*/ 91 h 133"/>
                  <a:gd name="T12" fmla="*/ 68 w 133"/>
                  <a:gd name="T13" fmla="*/ 75 h 133"/>
                  <a:gd name="T14" fmla="*/ 104 w 133"/>
                  <a:gd name="T15" fmla="*/ 106 h 133"/>
                  <a:gd name="T16" fmla="*/ 64 w 133"/>
                  <a:gd name="T17" fmla="*/ 99 h 133"/>
                  <a:gd name="T18" fmla="*/ 24 w 133"/>
                  <a:gd name="T19" fmla="*/ 91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33">
                    <a:moveTo>
                      <a:pt x="67" y="133"/>
                    </a:moveTo>
                    <a:cubicBezTo>
                      <a:pt x="103" y="133"/>
                      <a:pt x="133" y="104"/>
                      <a:pt x="133" y="67"/>
                    </a:cubicBezTo>
                    <a:cubicBezTo>
                      <a:pt x="133" y="30"/>
                      <a:pt x="103" y="0"/>
                      <a:pt x="67" y="0"/>
                    </a:cubicBezTo>
                    <a:cubicBezTo>
                      <a:pt x="30" y="0"/>
                      <a:pt x="0" y="30"/>
                      <a:pt x="0" y="67"/>
                    </a:cubicBezTo>
                    <a:cubicBezTo>
                      <a:pt x="0" y="104"/>
                      <a:pt x="30" y="133"/>
                      <a:pt x="67" y="133"/>
                    </a:cubicBezTo>
                    <a:close/>
                    <a:moveTo>
                      <a:pt x="24" y="91"/>
                    </a:moveTo>
                    <a:cubicBezTo>
                      <a:pt x="27" y="79"/>
                      <a:pt x="46" y="72"/>
                      <a:pt x="68" y="75"/>
                    </a:cubicBezTo>
                    <a:cubicBezTo>
                      <a:pt x="90" y="79"/>
                      <a:pt x="106" y="93"/>
                      <a:pt x="104" y="106"/>
                    </a:cubicBezTo>
                    <a:cubicBezTo>
                      <a:pt x="102" y="118"/>
                      <a:pt x="86" y="102"/>
                      <a:pt x="64" y="99"/>
                    </a:cubicBezTo>
                    <a:cubicBezTo>
                      <a:pt x="42" y="95"/>
                      <a:pt x="22" y="104"/>
                      <a:pt x="24" y="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381"/>
              <p:cNvSpPr>
                <a:spLocks/>
              </p:cNvSpPr>
              <p:nvPr/>
            </p:nvSpPr>
            <p:spPr bwMode="auto">
              <a:xfrm>
                <a:off x="4079876" y="3560763"/>
                <a:ext cx="255588" cy="182563"/>
              </a:xfrm>
              <a:custGeom>
                <a:avLst/>
                <a:gdLst>
                  <a:gd name="T0" fmla="*/ 39 w 199"/>
                  <a:gd name="T1" fmla="*/ 25 h 141"/>
                  <a:gd name="T2" fmla="*/ 38 w 199"/>
                  <a:gd name="T3" fmla="*/ 30 h 141"/>
                  <a:gd name="T4" fmla="*/ 59 w 199"/>
                  <a:gd name="T5" fmla="*/ 75 h 141"/>
                  <a:gd name="T6" fmla="*/ 21 w 199"/>
                  <a:gd name="T7" fmla="*/ 76 h 141"/>
                  <a:gd name="T8" fmla="*/ 17 w 199"/>
                  <a:gd name="T9" fmla="*/ 79 h 141"/>
                  <a:gd name="T10" fmla="*/ 18 w 199"/>
                  <a:gd name="T11" fmla="*/ 84 h 141"/>
                  <a:gd name="T12" fmla="*/ 42 w 199"/>
                  <a:gd name="T13" fmla="*/ 105 h 141"/>
                  <a:gd name="T14" fmla="*/ 3 w 199"/>
                  <a:gd name="T15" fmla="*/ 121 h 141"/>
                  <a:gd name="T16" fmla="*/ 0 w 199"/>
                  <a:gd name="T17" fmla="*/ 126 h 141"/>
                  <a:gd name="T18" fmla="*/ 4 w 199"/>
                  <a:gd name="T19" fmla="*/ 130 h 141"/>
                  <a:gd name="T20" fmla="*/ 48 w 199"/>
                  <a:gd name="T21" fmla="*/ 141 h 141"/>
                  <a:gd name="T22" fmla="*/ 48 w 199"/>
                  <a:gd name="T23" fmla="*/ 141 h 141"/>
                  <a:gd name="T24" fmla="*/ 54 w 199"/>
                  <a:gd name="T25" fmla="*/ 137 h 141"/>
                  <a:gd name="T26" fmla="*/ 50 w 199"/>
                  <a:gd name="T27" fmla="*/ 131 h 141"/>
                  <a:gd name="T28" fmla="*/ 21 w 199"/>
                  <a:gd name="T29" fmla="*/ 124 h 141"/>
                  <a:gd name="T30" fmla="*/ 54 w 199"/>
                  <a:gd name="T31" fmla="*/ 111 h 141"/>
                  <a:gd name="T32" fmla="*/ 57 w 199"/>
                  <a:gd name="T33" fmla="*/ 107 h 141"/>
                  <a:gd name="T34" fmla="*/ 55 w 199"/>
                  <a:gd name="T35" fmla="*/ 102 h 141"/>
                  <a:gd name="T36" fmla="*/ 35 w 199"/>
                  <a:gd name="T37" fmla="*/ 85 h 141"/>
                  <a:gd name="T38" fmla="*/ 66 w 199"/>
                  <a:gd name="T39" fmla="*/ 85 h 141"/>
                  <a:gd name="T40" fmla="*/ 70 w 199"/>
                  <a:gd name="T41" fmla="*/ 82 h 141"/>
                  <a:gd name="T42" fmla="*/ 71 w 199"/>
                  <a:gd name="T43" fmla="*/ 78 h 141"/>
                  <a:gd name="T44" fmla="*/ 53 w 199"/>
                  <a:gd name="T45" fmla="*/ 40 h 141"/>
                  <a:gd name="T46" fmla="*/ 89 w 199"/>
                  <a:gd name="T47" fmla="*/ 59 h 141"/>
                  <a:gd name="T48" fmla="*/ 93 w 199"/>
                  <a:gd name="T49" fmla="*/ 59 h 141"/>
                  <a:gd name="T50" fmla="*/ 96 w 199"/>
                  <a:gd name="T51" fmla="*/ 56 h 141"/>
                  <a:gd name="T52" fmla="*/ 101 w 199"/>
                  <a:gd name="T53" fmla="*/ 19 h 141"/>
                  <a:gd name="T54" fmla="*/ 122 w 199"/>
                  <a:gd name="T55" fmla="*/ 54 h 141"/>
                  <a:gd name="T56" fmla="*/ 126 w 199"/>
                  <a:gd name="T57" fmla="*/ 56 h 141"/>
                  <a:gd name="T58" fmla="*/ 131 w 199"/>
                  <a:gd name="T59" fmla="*/ 54 h 141"/>
                  <a:gd name="T60" fmla="*/ 150 w 199"/>
                  <a:gd name="T61" fmla="*/ 25 h 141"/>
                  <a:gd name="T62" fmla="*/ 153 w 199"/>
                  <a:gd name="T63" fmla="*/ 70 h 141"/>
                  <a:gd name="T64" fmla="*/ 155 w 199"/>
                  <a:gd name="T65" fmla="*/ 74 h 141"/>
                  <a:gd name="T66" fmla="*/ 159 w 199"/>
                  <a:gd name="T67" fmla="*/ 74 h 141"/>
                  <a:gd name="T68" fmla="*/ 184 w 199"/>
                  <a:gd name="T69" fmla="*/ 67 h 141"/>
                  <a:gd name="T70" fmla="*/ 172 w 199"/>
                  <a:gd name="T71" fmla="*/ 89 h 141"/>
                  <a:gd name="T72" fmla="*/ 174 w 199"/>
                  <a:gd name="T73" fmla="*/ 96 h 141"/>
                  <a:gd name="T74" fmla="*/ 181 w 199"/>
                  <a:gd name="T75" fmla="*/ 93 h 141"/>
                  <a:gd name="T76" fmla="*/ 198 w 199"/>
                  <a:gd name="T77" fmla="*/ 61 h 141"/>
                  <a:gd name="T78" fmla="*/ 198 w 199"/>
                  <a:gd name="T79" fmla="*/ 55 h 141"/>
                  <a:gd name="T80" fmla="*/ 192 w 199"/>
                  <a:gd name="T81" fmla="*/ 54 h 141"/>
                  <a:gd name="T82" fmla="*/ 162 w 199"/>
                  <a:gd name="T83" fmla="*/ 63 h 141"/>
                  <a:gd name="T84" fmla="*/ 159 w 199"/>
                  <a:gd name="T85" fmla="*/ 10 h 141"/>
                  <a:gd name="T86" fmla="*/ 155 w 199"/>
                  <a:gd name="T87" fmla="*/ 6 h 141"/>
                  <a:gd name="T88" fmla="*/ 150 w 199"/>
                  <a:gd name="T89" fmla="*/ 8 h 141"/>
                  <a:gd name="T90" fmla="*/ 127 w 199"/>
                  <a:gd name="T91" fmla="*/ 42 h 141"/>
                  <a:gd name="T92" fmla="*/ 103 w 199"/>
                  <a:gd name="T93" fmla="*/ 2 h 141"/>
                  <a:gd name="T94" fmla="*/ 97 w 199"/>
                  <a:gd name="T95" fmla="*/ 0 h 141"/>
                  <a:gd name="T96" fmla="*/ 94 w 199"/>
                  <a:gd name="T97" fmla="*/ 4 h 141"/>
                  <a:gd name="T98" fmla="*/ 87 w 199"/>
                  <a:gd name="T99" fmla="*/ 47 h 141"/>
                  <a:gd name="T100" fmla="*/ 44 w 199"/>
                  <a:gd name="T101" fmla="*/ 24 h 141"/>
                  <a:gd name="T102" fmla="*/ 39 w 199"/>
                  <a:gd name="T103" fmla="*/ 25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9" h="141">
                    <a:moveTo>
                      <a:pt x="39" y="25"/>
                    </a:moveTo>
                    <a:cubicBezTo>
                      <a:pt x="37" y="26"/>
                      <a:pt x="37" y="28"/>
                      <a:pt x="38" y="30"/>
                    </a:cubicBezTo>
                    <a:cubicBezTo>
                      <a:pt x="59" y="75"/>
                      <a:pt x="59" y="75"/>
                      <a:pt x="59" y="75"/>
                    </a:cubicBezTo>
                    <a:cubicBezTo>
                      <a:pt x="21" y="76"/>
                      <a:pt x="21" y="76"/>
                      <a:pt x="21" y="76"/>
                    </a:cubicBezTo>
                    <a:cubicBezTo>
                      <a:pt x="19" y="76"/>
                      <a:pt x="18" y="77"/>
                      <a:pt x="17" y="79"/>
                    </a:cubicBezTo>
                    <a:cubicBezTo>
                      <a:pt x="16" y="81"/>
                      <a:pt x="17" y="83"/>
                      <a:pt x="18" y="84"/>
                    </a:cubicBezTo>
                    <a:cubicBezTo>
                      <a:pt x="42" y="105"/>
                      <a:pt x="42" y="105"/>
                      <a:pt x="42" y="105"/>
                    </a:cubicBezTo>
                    <a:cubicBezTo>
                      <a:pt x="3" y="121"/>
                      <a:pt x="3" y="121"/>
                      <a:pt x="3" y="121"/>
                    </a:cubicBezTo>
                    <a:cubicBezTo>
                      <a:pt x="1" y="122"/>
                      <a:pt x="0" y="124"/>
                      <a:pt x="0" y="126"/>
                    </a:cubicBezTo>
                    <a:cubicBezTo>
                      <a:pt x="0" y="128"/>
                      <a:pt x="2" y="130"/>
                      <a:pt x="4" y="130"/>
                    </a:cubicBezTo>
                    <a:cubicBezTo>
                      <a:pt x="48" y="141"/>
                      <a:pt x="48" y="141"/>
                      <a:pt x="48" y="141"/>
                    </a:cubicBezTo>
                    <a:cubicBezTo>
                      <a:pt x="48" y="141"/>
                      <a:pt x="48" y="141"/>
                      <a:pt x="48" y="141"/>
                    </a:cubicBezTo>
                    <a:cubicBezTo>
                      <a:pt x="51" y="141"/>
                      <a:pt x="53" y="140"/>
                      <a:pt x="54" y="137"/>
                    </a:cubicBezTo>
                    <a:cubicBezTo>
                      <a:pt x="54" y="134"/>
                      <a:pt x="53" y="132"/>
                      <a:pt x="50" y="131"/>
                    </a:cubicBezTo>
                    <a:cubicBezTo>
                      <a:pt x="21" y="124"/>
                      <a:pt x="21" y="124"/>
                      <a:pt x="21" y="124"/>
                    </a:cubicBezTo>
                    <a:cubicBezTo>
                      <a:pt x="54" y="111"/>
                      <a:pt x="54" y="111"/>
                      <a:pt x="54" y="111"/>
                    </a:cubicBezTo>
                    <a:cubicBezTo>
                      <a:pt x="55" y="110"/>
                      <a:pt x="56" y="109"/>
                      <a:pt x="57" y="107"/>
                    </a:cubicBezTo>
                    <a:cubicBezTo>
                      <a:pt x="57" y="105"/>
                      <a:pt x="56" y="104"/>
                      <a:pt x="55" y="102"/>
                    </a:cubicBezTo>
                    <a:cubicBezTo>
                      <a:pt x="35" y="85"/>
                      <a:pt x="35" y="85"/>
                      <a:pt x="35" y="85"/>
                    </a:cubicBezTo>
                    <a:cubicBezTo>
                      <a:pt x="66" y="85"/>
                      <a:pt x="66" y="85"/>
                      <a:pt x="66" y="85"/>
                    </a:cubicBezTo>
                    <a:cubicBezTo>
                      <a:pt x="68" y="85"/>
                      <a:pt x="69" y="84"/>
                      <a:pt x="70" y="82"/>
                    </a:cubicBezTo>
                    <a:cubicBezTo>
                      <a:pt x="71" y="81"/>
                      <a:pt x="71" y="79"/>
                      <a:pt x="71" y="78"/>
                    </a:cubicBezTo>
                    <a:cubicBezTo>
                      <a:pt x="53" y="40"/>
                      <a:pt x="53" y="40"/>
                      <a:pt x="53" y="40"/>
                    </a:cubicBezTo>
                    <a:cubicBezTo>
                      <a:pt x="89" y="59"/>
                      <a:pt x="89" y="59"/>
                      <a:pt x="89" y="59"/>
                    </a:cubicBezTo>
                    <a:cubicBezTo>
                      <a:pt x="90" y="60"/>
                      <a:pt x="92" y="60"/>
                      <a:pt x="93" y="59"/>
                    </a:cubicBezTo>
                    <a:cubicBezTo>
                      <a:pt x="94" y="59"/>
                      <a:pt x="95" y="57"/>
                      <a:pt x="96" y="56"/>
                    </a:cubicBezTo>
                    <a:cubicBezTo>
                      <a:pt x="101" y="19"/>
                      <a:pt x="101" y="19"/>
                      <a:pt x="101" y="19"/>
                    </a:cubicBezTo>
                    <a:cubicBezTo>
                      <a:pt x="122" y="54"/>
                      <a:pt x="122" y="54"/>
                      <a:pt x="122" y="54"/>
                    </a:cubicBezTo>
                    <a:cubicBezTo>
                      <a:pt x="123" y="55"/>
                      <a:pt x="125" y="56"/>
                      <a:pt x="126" y="56"/>
                    </a:cubicBezTo>
                    <a:cubicBezTo>
                      <a:pt x="128" y="56"/>
                      <a:pt x="130" y="55"/>
                      <a:pt x="131" y="54"/>
                    </a:cubicBezTo>
                    <a:cubicBezTo>
                      <a:pt x="150" y="25"/>
                      <a:pt x="150" y="25"/>
                      <a:pt x="150" y="25"/>
                    </a:cubicBezTo>
                    <a:cubicBezTo>
                      <a:pt x="153" y="70"/>
                      <a:pt x="153" y="70"/>
                      <a:pt x="153" y="70"/>
                    </a:cubicBezTo>
                    <a:cubicBezTo>
                      <a:pt x="153" y="72"/>
                      <a:pt x="154" y="73"/>
                      <a:pt x="155" y="74"/>
                    </a:cubicBezTo>
                    <a:cubicBezTo>
                      <a:pt x="156" y="75"/>
                      <a:pt x="158" y="75"/>
                      <a:pt x="159" y="74"/>
                    </a:cubicBezTo>
                    <a:cubicBezTo>
                      <a:pt x="184" y="67"/>
                      <a:pt x="184" y="67"/>
                      <a:pt x="184" y="67"/>
                    </a:cubicBezTo>
                    <a:cubicBezTo>
                      <a:pt x="172" y="89"/>
                      <a:pt x="172" y="89"/>
                      <a:pt x="172" y="89"/>
                    </a:cubicBezTo>
                    <a:cubicBezTo>
                      <a:pt x="171" y="91"/>
                      <a:pt x="172" y="94"/>
                      <a:pt x="174" y="96"/>
                    </a:cubicBezTo>
                    <a:cubicBezTo>
                      <a:pt x="176" y="97"/>
                      <a:pt x="179" y="96"/>
                      <a:pt x="181" y="93"/>
                    </a:cubicBezTo>
                    <a:cubicBezTo>
                      <a:pt x="198" y="61"/>
                      <a:pt x="198" y="61"/>
                      <a:pt x="198" y="61"/>
                    </a:cubicBezTo>
                    <a:cubicBezTo>
                      <a:pt x="199" y="59"/>
                      <a:pt x="199" y="57"/>
                      <a:pt x="198" y="55"/>
                    </a:cubicBezTo>
                    <a:cubicBezTo>
                      <a:pt x="196" y="54"/>
                      <a:pt x="194" y="53"/>
                      <a:pt x="192" y="54"/>
                    </a:cubicBezTo>
                    <a:cubicBezTo>
                      <a:pt x="162" y="63"/>
                      <a:pt x="162" y="63"/>
                      <a:pt x="162" y="63"/>
                    </a:cubicBezTo>
                    <a:cubicBezTo>
                      <a:pt x="159" y="10"/>
                      <a:pt x="159" y="10"/>
                      <a:pt x="159" y="10"/>
                    </a:cubicBezTo>
                    <a:cubicBezTo>
                      <a:pt x="159" y="8"/>
                      <a:pt x="157" y="6"/>
                      <a:pt x="155" y="6"/>
                    </a:cubicBezTo>
                    <a:cubicBezTo>
                      <a:pt x="153" y="5"/>
                      <a:pt x="151" y="6"/>
                      <a:pt x="150" y="8"/>
                    </a:cubicBezTo>
                    <a:cubicBezTo>
                      <a:pt x="127" y="42"/>
                      <a:pt x="127" y="42"/>
                      <a:pt x="127" y="42"/>
                    </a:cubicBezTo>
                    <a:cubicBezTo>
                      <a:pt x="103" y="2"/>
                      <a:pt x="103" y="2"/>
                      <a:pt x="103" y="2"/>
                    </a:cubicBezTo>
                    <a:cubicBezTo>
                      <a:pt x="101" y="1"/>
                      <a:pt x="99" y="0"/>
                      <a:pt x="97" y="0"/>
                    </a:cubicBezTo>
                    <a:cubicBezTo>
                      <a:pt x="95" y="1"/>
                      <a:pt x="94" y="2"/>
                      <a:pt x="94" y="4"/>
                    </a:cubicBezTo>
                    <a:cubicBezTo>
                      <a:pt x="87" y="47"/>
                      <a:pt x="87" y="47"/>
                      <a:pt x="87" y="47"/>
                    </a:cubicBezTo>
                    <a:cubicBezTo>
                      <a:pt x="44" y="24"/>
                      <a:pt x="44" y="24"/>
                      <a:pt x="44" y="24"/>
                    </a:cubicBezTo>
                    <a:cubicBezTo>
                      <a:pt x="43" y="23"/>
                      <a:pt x="40" y="23"/>
                      <a:pt x="39"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382"/>
              <p:cNvSpPr>
                <a:spLocks/>
              </p:cNvSpPr>
              <p:nvPr/>
            </p:nvSpPr>
            <p:spPr bwMode="auto">
              <a:xfrm>
                <a:off x="4330701" y="3478213"/>
                <a:ext cx="66675" cy="55563"/>
              </a:xfrm>
              <a:custGeom>
                <a:avLst/>
                <a:gdLst>
                  <a:gd name="T0" fmla="*/ 2 w 52"/>
                  <a:gd name="T1" fmla="*/ 31 h 42"/>
                  <a:gd name="T2" fmla="*/ 0 w 52"/>
                  <a:gd name="T3" fmla="*/ 36 h 42"/>
                  <a:gd name="T4" fmla="*/ 37 w 52"/>
                  <a:gd name="T5" fmla="*/ 35 h 42"/>
                  <a:gd name="T6" fmla="*/ 52 w 52"/>
                  <a:gd name="T7" fmla="*/ 0 h 42"/>
                  <a:gd name="T8" fmla="*/ 46 w 52"/>
                  <a:gd name="T9" fmla="*/ 0 h 42"/>
                  <a:gd name="T10" fmla="*/ 34 w 52"/>
                  <a:gd name="T11" fmla="*/ 30 h 42"/>
                  <a:gd name="T12" fmla="*/ 2 w 52"/>
                  <a:gd name="T13" fmla="*/ 31 h 42"/>
                </a:gdLst>
                <a:ahLst/>
                <a:cxnLst>
                  <a:cxn ang="0">
                    <a:pos x="T0" y="T1"/>
                  </a:cxn>
                  <a:cxn ang="0">
                    <a:pos x="T2" y="T3"/>
                  </a:cxn>
                  <a:cxn ang="0">
                    <a:pos x="T4" y="T5"/>
                  </a:cxn>
                  <a:cxn ang="0">
                    <a:pos x="T6" y="T7"/>
                  </a:cxn>
                  <a:cxn ang="0">
                    <a:pos x="T8" y="T9"/>
                  </a:cxn>
                  <a:cxn ang="0">
                    <a:pos x="T10" y="T11"/>
                  </a:cxn>
                  <a:cxn ang="0">
                    <a:pos x="T12" y="T13"/>
                  </a:cxn>
                </a:cxnLst>
                <a:rect l="0" t="0" r="r" b="b"/>
                <a:pathLst>
                  <a:path w="52" h="42">
                    <a:moveTo>
                      <a:pt x="2" y="31"/>
                    </a:moveTo>
                    <a:cubicBezTo>
                      <a:pt x="0" y="36"/>
                      <a:pt x="0" y="36"/>
                      <a:pt x="0" y="36"/>
                    </a:cubicBezTo>
                    <a:cubicBezTo>
                      <a:pt x="15" y="42"/>
                      <a:pt x="28" y="42"/>
                      <a:pt x="37" y="35"/>
                    </a:cubicBezTo>
                    <a:cubicBezTo>
                      <a:pt x="52" y="24"/>
                      <a:pt x="52" y="1"/>
                      <a:pt x="52" y="0"/>
                    </a:cubicBezTo>
                    <a:cubicBezTo>
                      <a:pt x="46" y="0"/>
                      <a:pt x="46" y="0"/>
                      <a:pt x="46" y="0"/>
                    </a:cubicBezTo>
                    <a:cubicBezTo>
                      <a:pt x="46" y="0"/>
                      <a:pt x="47" y="21"/>
                      <a:pt x="34" y="30"/>
                    </a:cubicBezTo>
                    <a:cubicBezTo>
                      <a:pt x="26" y="36"/>
                      <a:pt x="16" y="36"/>
                      <a:pt x="2"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383"/>
              <p:cNvSpPr>
                <a:spLocks/>
              </p:cNvSpPr>
              <p:nvPr/>
            </p:nvSpPr>
            <p:spPr bwMode="auto">
              <a:xfrm>
                <a:off x="4395788" y="3484563"/>
                <a:ext cx="53975" cy="74613"/>
              </a:xfrm>
              <a:custGeom>
                <a:avLst/>
                <a:gdLst>
                  <a:gd name="T0" fmla="*/ 13 w 42"/>
                  <a:gd name="T1" fmla="*/ 0 h 58"/>
                  <a:gd name="T2" fmla="*/ 8 w 42"/>
                  <a:gd name="T3" fmla="*/ 39 h 58"/>
                  <a:gd name="T4" fmla="*/ 18 w 42"/>
                  <a:gd name="T5" fmla="*/ 49 h 58"/>
                  <a:gd name="T6" fmla="*/ 41 w 42"/>
                  <a:gd name="T7" fmla="*/ 58 h 58"/>
                  <a:gd name="T8" fmla="*/ 42 w 42"/>
                  <a:gd name="T9" fmla="*/ 52 h 58"/>
                  <a:gd name="T10" fmla="*/ 13 w 42"/>
                  <a:gd name="T11" fmla="*/ 36 h 58"/>
                  <a:gd name="T12" fmla="*/ 18 w 42"/>
                  <a:gd name="T13" fmla="*/ 3 h 58"/>
                  <a:gd name="T14" fmla="*/ 13 w 42"/>
                  <a:gd name="T15" fmla="*/ 0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58">
                    <a:moveTo>
                      <a:pt x="13" y="0"/>
                    </a:moveTo>
                    <a:cubicBezTo>
                      <a:pt x="12" y="1"/>
                      <a:pt x="0" y="22"/>
                      <a:pt x="8" y="39"/>
                    </a:cubicBezTo>
                    <a:cubicBezTo>
                      <a:pt x="10" y="43"/>
                      <a:pt x="13" y="46"/>
                      <a:pt x="18" y="49"/>
                    </a:cubicBezTo>
                    <a:cubicBezTo>
                      <a:pt x="23" y="54"/>
                      <a:pt x="31" y="56"/>
                      <a:pt x="41" y="58"/>
                    </a:cubicBezTo>
                    <a:cubicBezTo>
                      <a:pt x="42" y="52"/>
                      <a:pt x="42" y="52"/>
                      <a:pt x="42" y="52"/>
                    </a:cubicBezTo>
                    <a:cubicBezTo>
                      <a:pt x="27" y="50"/>
                      <a:pt x="18" y="45"/>
                      <a:pt x="13" y="36"/>
                    </a:cubicBezTo>
                    <a:cubicBezTo>
                      <a:pt x="7" y="22"/>
                      <a:pt x="18" y="3"/>
                      <a:pt x="18" y="3"/>
                    </a:cubicBezTo>
                    <a:lnTo>
                      <a:pt x="1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384"/>
              <p:cNvSpPr>
                <a:spLocks/>
              </p:cNvSpPr>
              <p:nvPr/>
            </p:nvSpPr>
            <p:spPr bwMode="auto">
              <a:xfrm>
                <a:off x="4373563" y="3562351"/>
                <a:ext cx="68263" cy="55563"/>
              </a:xfrm>
              <a:custGeom>
                <a:avLst/>
                <a:gdLst>
                  <a:gd name="T0" fmla="*/ 19 w 53"/>
                  <a:gd name="T1" fmla="*/ 11 h 43"/>
                  <a:gd name="T2" fmla="*/ 51 w 53"/>
                  <a:gd name="T3" fmla="*/ 13 h 43"/>
                  <a:gd name="T4" fmla="*/ 53 w 53"/>
                  <a:gd name="T5" fmla="*/ 8 h 43"/>
                  <a:gd name="T6" fmla="*/ 16 w 53"/>
                  <a:gd name="T7" fmla="*/ 6 h 43"/>
                  <a:gd name="T8" fmla="*/ 1 w 53"/>
                  <a:gd name="T9" fmla="*/ 43 h 43"/>
                  <a:gd name="T10" fmla="*/ 6 w 53"/>
                  <a:gd name="T11" fmla="*/ 43 h 43"/>
                  <a:gd name="T12" fmla="*/ 19 w 53"/>
                  <a:gd name="T13" fmla="*/ 11 h 43"/>
                </a:gdLst>
                <a:ahLst/>
                <a:cxnLst>
                  <a:cxn ang="0">
                    <a:pos x="T0" y="T1"/>
                  </a:cxn>
                  <a:cxn ang="0">
                    <a:pos x="T2" y="T3"/>
                  </a:cxn>
                  <a:cxn ang="0">
                    <a:pos x="T4" y="T5"/>
                  </a:cxn>
                  <a:cxn ang="0">
                    <a:pos x="T6" y="T7"/>
                  </a:cxn>
                  <a:cxn ang="0">
                    <a:pos x="T8" y="T9"/>
                  </a:cxn>
                  <a:cxn ang="0">
                    <a:pos x="T10" y="T11"/>
                  </a:cxn>
                  <a:cxn ang="0">
                    <a:pos x="T12" y="T13"/>
                  </a:cxn>
                </a:cxnLst>
                <a:rect l="0" t="0" r="r" b="b"/>
                <a:pathLst>
                  <a:path w="53" h="43">
                    <a:moveTo>
                      <a:pt x="19" y="11"/>
                    </a:moveTo>
                    <a:cubicBezTo>
                      <a:pt x="26" y="6"/>
                      <a:pt x="37" y="6"/>
                      <a:pt x="51" y="13"/>
                    </a:cubicBezTo>
                    <a:cubicBezTo>
                      <a:pt x="53" y="8"/>
                      <a:pt x="53" y="8"/>
                      <a:pt x="53" y="8"/>
                    </a:cubicBezTo>
                    <a:cubicBezTo>
                      <a:pt x="38" y="0"/>
                      <a:pt x="25" y="0"/>
                      <a:pt x="16" y="6"/>
                    </a:cubicBezTo>
                    <a:cubicBezTo>
                      <a:pt x="0" y="16"/>
                      <a:pt x="1" y="42"/>
                      <a:pt x="1" y="43"/>
                    </a:cubicBezTo>
                    <a:cubicBezTo>
                      <a:pt x="6" y="43"/>
                      <a:pt x="6" y="43"/>
                      <a:pt x="6" y="43"/>
                    </a:cubicBezTo>
                    <a:cubicBezTo>
                      <a:pt x="6" y="43"/>
                      <a:pt x="6" y="19"/>
                      <a:pt x="19"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Freeform 385"/>
              <p:cNvSpPr>
                <a:spLocks/>
              </p:cNvSpPr>
              <p:nvPr/>
            </p:nvSpPr>
            <p:spPr bwMode="auto">
              <a:xfrm>
                <a:off x="4322763" y="3540126"/>
                <a:ext cx="55563" cy="73025"/>
              </a:xfrm>
              <a:custGeom>
                <a:avLst/>
                <a:gdLst>
                  <a:gd name="T0" fmla="*/ 28 w 43"/>
                  <a:gd name="T1" fmla="*/ 57 h 57"/>
                  <a:gd name="T2" fmla="*/ 34 w 43"/>
                  <a:gd name="T3" fmla="*/ 17 h 57"/>
                  <a:gd name="T4" fmla="*/ 0 w 43"/>
                  <a:gd name="T5" fmla="*/ 0 h 57"/>
                  <a:gd name="T6" fmla="*/ 0 w 43"/>
                  <a:gd name="T7" fmla="*/ 6 h 57"/>
                  <a:gd name="T8" fmla="*/ 29 w 43"/>
                  <a:gd name="T9" fmla="*/ 20 h 57"/>
                  <a:gd name="T10" fmla="*/ 23 w 43"/>
                  <a:gd name="T11" fmla="*/ 54 h 57"/>
                  <a:gd name="T12" fmla="*/ 28 w 43"/>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43" h="57">
                    <a:moveTo>
                      <a:pt x="28" y="57"/>
                    </a:moveTo>
                    <a:cubicBezTo>
                      <a:pt x="29" y="56"/>
                      <a:pt x="43" y="34"/>
                      <a:pt x="34" y="17"/>
                    </a:cubicBezTo>
                    <a:cubicBezTo>
                      <a:pt x="29" y="7"/>
                      <a:pt x="18" y="1"/>
                      <a:pt x="0" y="0"/>
                    </a:cubicBezTo>
                    <a:cubicBezTo>
                      <a:pt x="0" y="6"/>
                      <a:pt x="0" y="6"/>
                      <a:pt x="0" y="6"/>
                    </a:cubicBezTo>
                    <a:cubicBezTo>
                      <a:pt x="15" y="7"/>
                      <a:pt x="25" y="12"/>
                      <a:pt x="29" y="20"/>
                    </a:cubicBezTo>
                    <a:cubicBezTo>
                      <a:pt x="36" y="34"/>
                      <a:pt x="24" y="54"/>
                      <a:pt x="23" y="54"/>
                    </a:cubicBezTo>
                    <a:lnTo>
                      <a:pt x="28"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386"/>
              <p:cNvSpPr>
                <a:spLocks/>
              </p:cNvSpPr>
              <p:nvPr/>
            </p:nvSpPr>
            <p:spPr bwMode="auto">
              <a:xfrm>
                <a:off x="4000501" y="3786188"/>
                <a:ext cx="49213" cy="76200"/>
              </a:xfrm>
              <a:custGeom>
                <a:avLst/>
                <a:gdLst>
                  <a:gd name="T0" fmla="*/ 32 w 38"/>
                  <a:gd name="T1" fmla="*/ 37 h 59"/>
                  <a:gd name="T2" fmla="*/ 23 w 38"/>
                  <a:gd name="T3" fmla="*/ 0 h 59"/>
                  <a:gd name="T4" fmla="*/ 18 w 38"/>
                  <a:gd name="T5" fmla="*/ 3 h 59"/>
                  <a:gd name="T6" fmla="*/ 26 w 38"/>
                  <a:gd name="T7" fmla="*/ 35 h 59"/>
                  <a:gd name="T8" fmla="*/ 0 w 38"/>
                  <a:gd name="T9" fmla="*/ 54 h 59"/>
                  <a:gd name="T10" fmla="*/ 1 w 38"/>
                  <a:gd name="T11" fmla="*/ 59 h 59"/>
                  <a:gd name="T12" fmla="*/ 32 w 38"/>
                  <a:gd name="T13" fmla="*/ 37 h 59"/>
                </a:gdLst>
                <a:ahLst/>
                <a:cxnLst>
                  <a:cxn ang="0">
                    <a:pos x="T0" y="T1"/>
                  </a:cxn>
                  <a:cxn ang="0">
                    <a:pos x="T2" y="T3"/>
                  </a:cxn>
                  <a:cxn ang="0">
                    <a:pos x="T4" y="T5"/>
                  </a:cxn>
                  <a:cxn ang="0">
                    <a:pos x="T6" y="T7"/>
                  </a:cxn>
                  <a:cxn ang="0">
                    <a:pos x="T8" y="T9"/>
                  </a:cxn>
                  <a:cxn ang="0">
                    <a:pos x="T10" y="T11"/>
                  </a:cxn>
                  <a:cxn ang="0">
                    <a:pos x="T12" y="T13"/>
                  </a:cxn>
                </a:cxnLst>
                <a:rect l="0" t="0" r="r" b="b"/>
                <a:pathLst>
                  <a:path w="38" h="59">
                    <a:moveTo>
                      <a:pt x="32" y="37"/>
                    </a:moveTo>
                    <a:cubicBezTo>
                      <a:pt x="38" y="19"/>
                      <a:pt x="24" y="1"/>
                      <a:pt x="23" y="0"/>
                    </a:cubicBezTo>
                    <a:cubicBezTo>
                      <a:pt x="18" y="3"/>
                      <a:pt x="18" y="3"/>
                      <a:pt x="18" y="3"/>
                    </a:cubicBezTo>
                    <a:cubicBezTo>
                      <a:pt x="19" y="3"/>
                      <a:pt x="31" y="20"/>
                      <a:pt x="26" y="35"/>
                    </a:cubicBezTo>
                    <a:cubicBezTo>
                      <a:pt x="23" y="44"/>
                      <a:pt x="14" y="50"/>
                      <a:pt x="0" y="54"/>
                    </a:cubicBezTo>
                    <a:cubicBezTo>
                      <a:pt x="1" y="59"/>
                      <a:pt x="1" y="59"/>
                      <a:pt x="1" y="59"/>
                    </a:cubicBezTo>
                    <a:cubicBezTo>
                      <a:pt x="18" y="55"/>
                      <a:pt x="28" y="48"/>
                      <a:pt x="32"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Freeform 387"/>
              <p:cNvSpPr>
                <a:spLocks/>
              </p:cNvSpPr>
              <p:nvPr/>
            </p:nvSpPr>
            <p:spPr bwMode="auto">
              <a:xfrm>
                <a:off x="4044951" y="3781426"/>
                <a:ext cx="73025" cy="49213"/>
              </a:xfrm>
              <a:custGeom>
                <a:avLst/>
                <a:gdLst>
                  <a:gd name="T0" fmla="*/ 56 w 56"/>
                  <a:gd name="T1" fmla="*/ 31 h 38"/>
                  <a:gd name="T2" fmla="*/ 54 w 56"/>
                  <a:gd name="T3" fmla="*/ 26 h 38"/>
                  <a:gd name="T4" fmla="*/ 21 w 56"/>
                  <a:gd name="T5" fmla="*/ 30 h 38"/>
                  <a:gd name="T6" fmla="*/ 5 w 56"/>
                  <a:gd name="T7" fmla="*/ 0 h 38"/>
                  <a:gd name="T8" fmla="*/ 0 w 56"/>
                  <a:gd name="T9" fmla="*/ 1 h 38"/>
                  <a:gd name="T10" fmla="*/ 18 w 56"/>
                  <a:gd name="T11" fmla="*/ 35 h 38"/>
                  <a:gd name="T12" fmla="*/ 32 w 56"/>
                  <a:gd name="T13" fmla="*/ 38 h 38"/>
                  <a:gd name="T14" fmla="*/ 56 w 56"/>
                  <a:gd name="T15" fmla="*/ 31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38">
                    <a:moveTo>
                      <a:pt x="56" y="31"/>
                    </a:moveTo>
                    <a:cubicBezTo>
                      <a:pt x="54" y="26"/>
                      <a:pt x="54" y="26"/>
                      <a:pt x="54" y="26"/>
                    </a:cubicBezTo>
                    <a:cubicBezTo>
                      <a:pt x="40" y="33"/>
                      <a:pt x="29" y="35"/>
                      <a:pt x="21" y="30"/>
                    </a:cubicBezTo>
                    <a:cubicBezTo>
                      <a:pt x="7" y="22"/>
                      <a:pt x="5" y="0"/>
                      <a:pt x="5" y="0"/>
                    </a:cubicBezTo>
                    <a:cubicBezTo>
                      <a:pt x="0" y="1"/>
                      <a:pt x="0" y="1"/>
                      <a:pt x="0" y="1"/>
                    </a:cubicBezTo>
                    <a:cubicBezTo>
                      <a:pt x="0" y="2"/>
                      <a:pt x="2" y="26"/>
                      <a:pt x="18" y="35"/>
                    </a:cubicBezTo>
                    <a:cubicBezTo>
                      <a:pt x="22" y="37"/>
                      <a:pt x="27" y="38"/>
                      <a:pt x="32" y="38"/>
                    </a:cubicBezTo>
                    <a:cubicBezTo>
                      <a:pt x="39" y="38"/>
                      <a:pt x="47" y="36"/>
                      <a:pt x="56"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388"/>
              <p:cNvSpPr>
                <a:spLocks/>
              </p:cNvSpPr>
              <p:nvPr/>
            </p:nvSpPr>
            <p:spPr bwMode="auto">
              <a:xfrm>
                <a:off x="4071938" y="3838576"/>
                <a:ext cx="49213" cy="76200"/>
              </a:xfrm>
              <a:custGeom>
                <a:avLst/>
                <a:gdLst>
                  <a:gd name="T0" fmla="*/ 39 w 39"/>
                  <a:gd name="T1" fmla="*/ 5 h 59"/>
                  <a:gd name="T2" fmla="*/ 38 w 39"/>
                  <a:gd name="T3" fmla="*/ 0 h 59"/>
                  <a:gd name="T4" fmla="*/ 7 w 39"/>
                  <a:gd name="T5" fmla="*/ 20 h 59"/>
                  <a:gd name="T6" fmla="*/ 16 w 39"/>
                  <a:gd name="T7" fmla="*/ 59 h 59"/>
                  <a:gd name="T8" fmla="*/ 20 w 39"/>
                  <a:gd name="T9" fmla="*/ 55 h 59"/>
                  <a:gd name="T10" fmla="*/ 12 w 39"/>
                  <a:gd name="T11" fmla="*/ 22 h 59"/>
                  <a:gd name="T12" fmla="*/ 39 w 39"/>
                  <a:gd name="T13" fmla="*/ 5 h 59"/>
                </a:gdLst>
                <a:ahLst/>
                <a:cxnLst>
                  <a:cxn ang="0">
                    <a:pos x="T0" y="T1"/>
                  </a:cxn>
                  <a:cxn ang="0">
                    <a:pos x="T2" y="T3"/>
                  </a:cxn>
                  <a:cxn ang="0">
                    <a:pos x="T4" y="T5"/>
                  </a:cxn>
                  <a:cxn ang="0">
                    <a:pos x="T6" y="T7"/>
                  </a:cxn>
                  <a:cxn ang="0">
                    <a:pos x="T8" y="T9"/>
                  </a:cxn>
                  <a:cxn ang="0">
                    <a:pos x="T10" y="T11"/>
                  </a:cxn>
                  <a:cxn ang="0">
                    <a:pos x="T12" y="T13"/>
                  </a:cxn>
                </a:cxnLst>
                <a:rect l="0" t="0" r="r" b="b"/>
                <a:pathLst>
                  <a:path w="39" h="59">
                    <a:moveTo>
                      <a:pt x="39" y="5"/>
                    </a:moveTo>
                    <a:cubicBezTo>
                      <a:pt x="38" y="0"/>
                      <a:pt x="38" y="0"/>
                      <a:pt x="38" y="0"/>
                    </a:cubicBezTo>
                    <a:cubicBezTo>
                      <a:pt x="21" y="3"/>
                      <a:pt x="11" y="9"/>
                      <a:pt x="7" y="20"/>
                    </a:cubicBezTo>
                    <a:cubicBezTo>
                      <a:pt x="0" y="37"/>
                      <a:pt x="15" y="58"/>
                      <a:pt x="16" y="59"/>
                    </a:cubicBezTo>
                    <a:cubicBezTo>
                      <a:pt x="20" y="55"/>
                      <a:pt x="20" y="55"/>
                      <a:pt x="20" y="55"/>
                    </a:cubicBezTo>
                    <a:cubicBezTo>
                      <a:pt x="20" y="55"/>
                      <a:pt x="6" y="36"/>
                      <a:pt x="12" y="22"/>
                    </a:cubicBezTo>
                    <a:cubicBezTo>
                      <a:pt x="15" y="13"/>
                      <a:pt x="24" y="8"/>
                      <a:pt x="39"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389"/>
              <p:cNvSpPr>
                <a:spLocks/>
              </p:cNvSpPr>
              <p:nvPr/>
            </p:nvSpPr>
            <p:spPr bwMode="auto">
              <a:xfrm>
                <a:off x="4003676" y="3865563"/>
                <a:ext cx="73025" cy="52388"/>
              </a:xfrm>
              <a:custGeom>
                <a:avLst/>
                <a:gdLst>
                  <a:gd name="T0" fmla="*/ 35 w 56"/>
                  <a:gd name="T1" fmla="*/ 10 h 41"/>
                  <a:gd name="T2" fmla="*/ 50 w 56"/>
                  <a:gd name="T3" fmla="*/ 41 h 41"/>
                  <a:gd name="T4" fmla="*/ 56 w 56"/>
                  <a:gd name="T5" fmla="*/ 41 h 41"/>
                  <a:gd name="T6" fmla="*/ 38 w 56"/>
                  <a:gd name="T7" fmla="*/ 5 h 41"/>
                  <a:gd name="T8" fmla="*/ 0 w 56"/>
                  <a:gd name="T9" fmla="*/ 11 h 41"/>
                  <a:gd name="T10" fmla="*/ 3 w 56"/>
                  <a:gd name="T11" fmla="*/ 15 h 41"/>
                  <a:gd name="T12" fmla="*/ 35 w 56"/>
                  <a:gd name="T13" fmla="*/ 10 h 41"/>
                </a:gdLst>
                <a:ahLst/>
                <a:cxnLst>
                  <a:cxn ang="0">
                    <a:pos x="T0" y="T1"/>
                  </a:cxn>
                  <a:cxn ang="0">
                    <a:pos x="T2" y="T3"/>
                  </a:cxn>
                  <a:cxn ang="0">
                    <a:pos x="T4" y="T5"/>
                  </a:cxn>
                  <a:cxn ang="0">
                    <a:pos x="T6" y="T7"/>
                  </a:cxn>
                  <a:cxn ang="0">
                    <a:pos x="T8" y="T9"/>
                  </a:cxn>
                  <a:cxn ang="0">
                    <a:pos x="T10" y="T11"/>
                  </a:cxn>
                  <a:cxn ang="0">
                    <a:pos x="T12" y="T13"/>
                  </a:cxn>
                </a:cxnLst>
                <a:rect l="0" t="0" r="r" b="b"/>
                <a:pathLst>
                  <a:path w="56" h="41">
                    <a:moveTo>
                      <a:pt x="35" y="10"/>
                    </a:moveTo>
                    <a:cubicBezTo>
                      <a:pt x="49" y="17"/>
                      <a:pt x="50" y="41"/>
                      <a:pt x="50" y="41"/>
                    </a:cubicBezTo>
                    <a:cubicBezTo>
                      <a:pt x="56" y="41"/>
                      <a:pt x="56" y="41"/>
                      <a:pt x="56" y="41"/>
                    </a:cubicBezTo>
                    <a:cubicBezTo>
                      <a:pt x="56" y="40"/>
                      <a:pt x="55" y="14"/>
                      <a:pt x="38" y="5"/>
                    </a:cubicBezTo>
                    <a:cubicBezTo>
                      <a:pt x="28" y="0"/>
                      <a:pt x="15" y="1"/>
                      <a:pt x="0" y="11"/>
                    </a:cubicBezTo>
                    <a:cubicBezTo>
                      <a:pt x="3" y="15"/>
                      <a:pt x="3" y="15"/>
                      <a:pt x="3" y="15"/>
                    </a:cubicBezTo>
                    <a:cubicBezTo>
                      <a:pt x="16" y="7"/>
                      <a:pt x="27" y="6"/>
                      <a:pt x="35"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390"/>
              <p:cNvSpPr>
                <a:spLocks/>
              </p:cNvSpPr>
              <p:nvPr/>
            </p:nvSpPr>
            <p:spPr bwMode="auto">
              <a:xfrm>
                <a:off x="4421188" y="3679826"/>
                <a:ext cx="103188" cy="77788"/>
              </a:xfrm>
              <a:custGeom>
                <a:avLst/>
                <a:gdLst>
                  <a:gd name="T0" fmla="*/ 79 w 80"/>
                  <a:gd name="T1" fmla="*/ 31 h 60"/>
                  <a:gd name="T2" fmla="*/ 0 w 80"/>
                  <a:gd name="T3" fmla="*/ 37 h 60"/>
                  <a:gd name="T4" fmla="*/ 79 w 80"/>
                  <a:gd name="T5" fmla="*/ 31 h 60"/>
                </a:gdLst>
                <a:ahLst/>
                <a:cxnLst>
                  <a:cxn ang="0">
                    <a:pos x="T0" y="T1"/>
                  </a:cxn>
                  <a:cxn ang="0">
                    <a:pos x="T2" y="T3"/>
                  </a:cxn>
                  <a:cxn ang="0">
                    <a:pos x="T4" y="T5"/>
                  </a:cxn>
                </a:cxnLst>
                <a:rect l="0" t="0" r="r" b="b"/>
                <a:pathLst>
                  <a:path w="80" h="60">
                    <a:moveTo>
                      <a:pt x="79" y="31"/>
                    </a:moveTo>
                    <a:cubicBezTo>
                      <a:pt x="78" y="0"/>
                      <a:pt x="18" y="6"/>
                      <a:pt x="0" y="37"/>
                    </a:cubicBezTo>
                    <a:cubicBezTo>
                      <a:pt x="50" y="36"/>
                      <a:pt x="80" y="60"/>
                      <a:pt x="79"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391"/>
              <p:cNvSpPr>
                <a:spLocks/>
              </p:cNvSpPr>
              <p:nvPr/>
            </p:nvSpPr>
            <p:spPr bwMode="auto">
              <a:xfrm>
                <a:off x="4362451" y="3624263"/>
                <a:ext cx="82550" cy="84138"/>
              </a:xfrm>
              <a:custGeom>
                <a:avLst/>
                <a:gdLst>
                  <a:gd name="T0" fmla="*/ 47 w 64"/>
                  <a:gd name="T1" fmla="*/ 16 h 65"/>
                  <a:gd name="T2" fmla="*/ 7 w 64"/>
                  <a:gd name="T3" fmla="*/ 65 h 65"/>
                  <a:gd name="T4" fmla="*/ 47 w 64"/>
                  <a:gd name="T5" fmla="*/ 16 h 65"/>
                </a:gdLst>
                <a:ahLst/>
                <a:cxnLst>
                  <a:cxn ang="0">
                    <a:pos x="T0" y="T1"/>
                  </a:cxn>
                  <a:cxn ang="0">
                    <a:pos x="T2" y="T3"/>
                  </a:cxn>
                  <a:cxn ang="0">
                    <a:pos x="T4" y="T5"/>
                  </a:cxn>
                </a:cxnLst>
                <a:rect l="0" t="0" r="r" b="b"/>
                <a:pathLst>
                  <a:path w="64" h="65">
                    <a:moveTo>
                      <a:pt x="47" y="16"/>
                    </a:moveTo>
                    <a:cubicBezTo>
                      <a:pt x="28" y="0"/>
                      <a:pt x="0" y="38"/>
                      <a:pt x="7" y="65"/>
                    </a:cubicBezTo>
                    <a:cubicBezTo>
                      <a:pt x="34" y="36"/>
                      <a:pt x="64" y="32"/>
                      <a:pt x="47"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392"/>
              <p:cNvSpPr>
                <a:spLocks/>
              </p:cNvSpPr>
              <p:nvPr/>
            </p:nvSpPr>
            <p:spPr bwMode="auto">
              <a:xfrm>
                <a:off x="4387851" y="3749676"/>
                <a:ext cx="74613" cy="58738"/>
              </a:xfrm>
              <a:custGeom>
                <a:avLst/>
                <a:gdLst>
                  <a:gd name="T0" fmla="*/ 55 w 58"/>
                  <a:gd name="T1" fmla="*/ 25 h 45"/>
                  <a:gd name="T2" fmla="*/ 0 w 58"/>
                  <a:gd name="T3" fmla="*/ 19 h 45"/>
                  <a:gd name="T4" fmla="*/ 55 w 58"/>
                  <a:gd name="T5" fmla="*/ 25 h 45"/>
                </a:gdLst>
                <a:ahLst/>
                <a:cxnLst>
                  <a:cxn ang="0">
                    <a:pos x="T0" y="T1"/>
                  </a:cxn>
                  <a:cxn ang="0">
                    <a:pos x="T2" y="T3"/>
                  </a:cxn>
                  <a:cxn ang="0">
                    <a:pos x="T4" y="T5"/>
                  </a:cxn>
                </a:cxnLst>
                <a:rect l="0" t="0" r="r" b="b"/>
                <a:pathLst>
                  <a:path w="58" h="45">
                    <a:moveTo>
                      <a:pt x="55" y="25"/>
                    </a:moveTo>
                    <a:cubicBezTo>
                      <a:pt x="58" y="3"/>
                      <a:pt x="17" y="0"/>
                      <a:pt x="0" y="19"/>
                    </a:cubicBezTo>
                    <a:cubicBezTo>
                      <a:pt x="34" y="24"/>
                      <a:pt x="52" y="45"/>
                      <a:pt x="55"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393"/>
              <p:cNvSpPr>
                <a:spLocks/>
              </p:cNvSpPr>
              <p:nvPr/>
            </p:nvSpPr>
            <p:spPr bwMode="auto">
              <a:xfrm>
                <a:off x="3568701" y="4387851"/>
                <a:ext cx="103188" cy="114300"/>
              </a:xfrm>
              <a:custGeom>
                <a:avLst/>
                <a:gdLst>
                  <a:gd name="T0" fmla="*/ 19 w 79"/>
                  <a:gd name="T1" fmla="*/ 21 h 88"/>
                  <a:gd name="T2" fmla="*/ 22 w 79"/>
                  <a:gd name="T3" fmla="*/ 8 h 88"/>
                  <a:gd name="T4" fmla="*/ 19 w 79"/>
                  <a:gd name="T5" fmla="*/ 3 h 88"/>
                  <a:gd name="T6" fmla="*/ 15 w 79"/>
                  <a:gd name="T7" fmla="*/ 0 h 88"/>
                  <a:gd name="T8" fmla="*/ 9 w 79"/>
                  <a:gd name="T9" fmla="*/ 3 h 88"/>
                  <a:gd name="T10" fmla="*/ 6 w 79"/>
                  <a:gd name="T11" fmla="*/ 12 h 88"/>
                  <a:gd name="T12" fmla="*/ 5 w 79"/>
                  <a:gd name="T13" fmla="*/ 20 h 88"/>
                  <a:gd name="T14" fmla="*/ 4 w 79"/>
                  <a:gd name="T15" fmla="*/ 25 h 88"/>
                  <a:gd name="T16" fmla="*/ 2 w 79"/>
                  <a:gd name="T17" fmla="*/ 36 h 88"/>
                  <a:gd name="T18" fmla="*/ 0 w 79"/>
                  <a:gd name="T19" fmla="*/ 51 h 88"/>
                  <a:gd name="T20" fmla="*/ 5 w 79"/>
                  <a:gd name="T21" fmla="*/ 71 h 88"/>
                  <a:gd name="T22" fmla="*/ 18 w 79"/>
                  <a:gd name="T23" fmla="*/ 84 h 88"/>
                  <a:gd name="T24" fmla="*/ 32 w 79"/>
                  <a:gd name="T25" fmla="*/ 88 h 88"/>
                  <a:gd name="T26" fmla="*/ 56 w 79"/>
                  <a:gd name="T27" fmla="*/ 81 h 88"/>
                  <a:gd name="T28" fmla="*/ 70 w 79"/>
                  <a:gd name="T29" fmla="*/ 67 h 88"/>
                  <a:gd name="T30" fmla="*/ 75 w 79"/>
                  <a:gd name="T31" fmla="*/ 41 h 88"/>
                  <a:gd name="T32" fmla="*/ 77 w 79"/>
                  <a:gd name="T33" fmla="*/ 26 h 88"/>
                  <a:gd name="T34" fmla="*/ 79 w 79"/>
                  <a:gd name="T35" fmla="*/ 9 h 88"/>
                  <a:gd name="T36" fmla="*/ 73 w 79"/>
                  <a:gd name="T37" fmla="*/ 1 h 88"/>
                  <a:gd name="T38" fmla="*/ 65 w 79"/>
                  <a:gd name="T39" fmla="*/ 6 h 88"/>
                  <a:gd name="T40" fmla="*/ 61 w 79"/>
                  <a:gd name="T41" fmla="*/ 32 h 88"/>
                  <a:gd name="T42" fmla="*/ 60 w 79"/>
                  <a:gd name="T43" fmla="*/ 43 h 88"/>
                  <a:gd name="T44" fmla="*/ 60 w 79"/>
                  <a:gd name="T45" fmla="*/ 48 h 88"/>
                  <a:gd name="T46" fmla="*/ 52 w 79"/>
                  <a:gd name="T47" fmla="*/ 69 h 88"/>
                  <a:gd name="T48" fmla="*/ 32 w 79"/>
                  <a:gd name="T49" fmla="*/ 75 h 88"/>
                  <a:gd name="T50" fmla="*/ 21 w 79"/>
                  <a:gd name="T51" fmla="*/ 70 h 88"/>
                  <a:gd name="T52" fmla="*/ 15 w 79"/>
                  <a:gd name="T53" fmla="*/ 50 h 88"/>
                  <a:gd name="T54" fmla="*/ 16 w 79"/>
                  <a:gd name="T55" fmla="*/ 35 h 88"/>
                  <a:gd name="T56" fmla="*/ 19 w 79"/>
                  <a:gd name="T57" fmla="*/ 2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9" h="88">
                    <a:moveTo>
                      <a:pt x="19" y="21"/>
                    </a:moveTo>
                    <a:cubicBezTo>
                      <a:pt x="21" y="13"/>
                      <a:pt x="22" y="9"/>
                      <a:pt x="22" y="8"/>
                    </a:cubicBezTo>
                    <a:cubicBezTo>
                      <a:pt x="22" y="7"/>
                      <a:pt x="21" y="5"/>
                      <a:pt x="19" y="3"/>
                    </a:cubicBezTo>
                    <a:cubicBezTo>
                      <a:pt x="18" y="1"/>
                      <a:pt x="16" y="0"/>
                      <a:pt x="15" y="0"/>
                    </a:cubicBezTo>
                    <a:cubicBezTo>
                      <a:pt x="12" y="0"/>
                      <a:pt x="10" y="1"/>
                      <a:pt x="9" y="3"/>
                    </a:cubicBezTo>
                    <a:cubicBezTo>
                      <a:pt x="7" y="5"/>
                      <a:pt x="7" y="8"/>
                      <a:pt x="6" y="12"/>
                    </a:cubicBezTo>
                    <a:cubicBezTo>
                      <a:pt x="6" y="15"/>
                      <a:pt x="5" y="17"/>
                      <a:pt x="5" y="20"/>
                    </a:cubicBezTo>
                    <a:cubicBezTo>
                      <a:pt x="4" y="22"/>
                      <a:pt x="4" y="24"/>
                      <a:pt x="4" y="25"/>
                    </a:cubicBezTo>
                    <a:cubicBezTo>
                      <a:pt x="2" y="36"/>
                      <a:pt x="2" y="36"/>
                      <a:pt x="2" y="36"/>
                    </a:cubicBezTo>
                    <a:cubicBezTo>
                      <a:pt x="1" y="42"/>
                      <a:pt x="0" y="47"/>
                      <a:pt x="0" y="51"/>
                    </a:cubicBezTo>
                    <a:cubicBezTo>
                      <a:pt x="0" y="58"/>
                      <a:pt x="2" y="64"/>
                      <a:pt x="5" y="71"/>
                    </a:cubicBezTo>
                    <a:cubicBezTo>
                      <a:pt x="8" y="77"/>
                      <a:pt x="12" y="81"/>
                      <a:pt x="18" y="84"/>
                    </a:cubicBezTo>
                    <a:cubicBezTo>
                      <a:pt x="24" y="86"/>
                      <a:pt x="28" y="88"/>
                      <a:pt x="32" y="88"/>
                    </a:cubicBezTo>
                    <a:cubicBezTo>
                      <a:pt x="42" y="88"/>
                      <a:pt x="50" y="86"/>
                      <a:pt x="56" y="81"/>
                    </a:cubicBezTo>
                    <a:cubicBezTo>
                      <a:pt x="63" y="77"/>
                      <a:pt x="67" y="72"/>
                      <a:pt x="70" y="67"/>
                    </a:cubicBezTo>
                    <a:cubicBezTo>
                      <a:pt x="72" y="62"/>
                      <a:pt x="74" y="53"/>
                      <a:pt x="75" y="41"/>
                    </a:cubicBezTo>
                    <a:cubicBezTo>
                      <a:pt x="75" y="36"/>
                      <a:pt x="76" y="31"/>
                      <a:pt x="77" y="26"/>
                    </a:cubicBezTo>
                    <a:cubicBezTo>
                      <a:pt x="78" y="18"/>
                      <a:pt x="79" y="12"/>
                      <a:pt x="79" y="9"/>
                    </a:cubicBezTo>
                    <a:cubicBezTo>
                      <a:pt x="79" y="4"/>
                      <a:pt x="77" y="1"/>
                      <a:pt x="73" y="1"/>
                    </a:cubicBezTo>
                    <a:cubicBezTo>
                      <a:pt x="70" y="1"/>
                      <a:pt x="67" y="3"/>
                      <a:pt x="65" y="6"/>
                    </a:cubicBezTo>
                    <a:cubicBezTo>
                      <a:pt x="63" y="10"/>
                      <a:pt x="62" y="18"/>
                      <a:pt x="61" y="32"/>
                    </a:cubicBezTo>
                    <a:cubicBezTo>
                      <a:pt x="61" y="36"/>
                      <a:pt x="61" y="39"/>
                      <a:pt x="60" y="43"/>
                    </a:cubicBezTo>
                    <a:cubicBezTo>
                      <a:pt x="60" y="45"/>
                      <a:pt x="60" y="46"/>
                      <a:pt x="60" y="48"/>
                    </a:cubicBezTo>
                    <a:cubicBezTo>
                      <a:pt x="58" y="58"/>
                      <a:pt x="56" y="65"/>
                      <a:pt x="52" y="69"/>
                    </a:cubicBezTo>
                    <a:cubicBezTo>
                      <a:pt x="49" y="73"/>
                      <a:pt x="42" y="75"/>
                      <a:pt x="32" y="75"/>
                    </a:cubicBezTo>
                    <a:cubicBezTo>
                      <a:pt x="29" y="75"/>
                      <a:pt x="25" y="73"/>
                      <a:pt x="21" y="70"/>
                    </a:cubicBezTo>
                    <a:cubicBezTo>
                      <a:pt x="17" y="66"/>
                      <a:pt x="15" y="60"/>
                      <a:pt x="15" y="50"/>
                    </a:cubicBezTo>
                    <a:cubicBezTo>
                      <a:pt x="15" y="47"/>
                      <a:pt x="15" y="42"/>
                      <a:pt x="16" y="35"/>
                    </a:cubicBezTo>
                    <a:cubicBezTo>
                      <a:pt x="17" y="27"/>
                      <a:pt x="18" y="22"/>
                      <a:pt x="19"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394"/>
              <p:cNvSpPr>
                <a:spLocks/>
              </p:cNvSpPr>
              <p:nvPr/>
            </p:nvSpPr>
            <p:spPr bwMode="auto">
              <a:xfrm>
                <a:off x="3681413" y="4419601"/>
                <a:ext cx="95250" cy="76200"/>
              </a:xfrm>
              <a:custGeom>
                <a:avLst/>
                <a:gdLst>
                  <a:gd name="T0" fmla="*/ 17 w 74"/>
                  <a:gd name="T1" fmla="*/ 2 h 60"/>
                  <a:gd name="T2" fmla="*/ 12 w 74"/>
                  <a:gd name="T3" fmla="*/ 0 h 60"/>
                  <a:gd name="T4" fmla="*/ 7 w 74"/>
                  <a:gd name="T5" fmla="*/ 4 h 60"/>
                  <a:gd name="T6" fmla="*/ 4 w 74"/>
                  <a:gd name="T7" fmla="*/ 9 h 60"/>
                  <a:gd name="T8" fmla="*/ 2 w 74"/>
                  <a:gd name="T9" fmla="*/ 40 h 60"/>
                  <a:gd name="T10" fmla="*/ 0 w 74"/>
                  <a:gd name="T11" fmla="*/ 52 h 60"/>
                  <a:gd name="T12" fmla="*/ 9 w 74"/>
                  <a:gd name="T13" fmla="*/ 60 h 60"/>
                  <a:gd name="T14" fmla="*/ 12 w 74"/>
                  <a:gd name="T15" fmla="*/ 59 h 60"/>
                  <a:gd name="T16" fmla="*/ 14 w 74"/>
                  <a:gd name="T17" fmla="*/ 55 h 60"/>
                  <a:gd name="T18" fmla="*/ 27 w 74"/>
                  <a:gd name="T19" fmla="*/ 33 h 60"/>
                  <a:gd name="T20" fmla="*/ 41 w 74"/>
                  <a:gd name="T21" fmla="*/ 17 h 60"/>
                  <a:gd name="T22" fmla="*/ 47 w 74"/>
                  <a:gd name="T23" fmla="*/ 32 h 60"/>
                  <a:gd name="T24" fmla="*/ 51 w 74"/>
                  <a:gd name="T25" fmla="*/ 51 h 60"/>
                  <a:gd name="T26" fmla="*/ 51 w 74"/>
                  <a:gd name="T27" fmla="*/ 51 h 60"/>
                  <a:gd name="T28" fmla="*/ 60 w 74"/>
                  <a:gd name="T29" fmla="*/ 57 h 60"/>
                  <a:gd name="T30" fmla="*/ 70 w 74"/>
                  <a:gd name="T31" fmla="*/ 54 h 60"/>
                  <a:gd name="T32" fmla="*/ 74 w 74"/>
                  <a:gd name="T33" fmla="*/ 48 h 60"/>
                  <a:gd name="T34" fmla="*/ 71 w 74"/>
                  <a:gd name="T35" fmla="*/ 44 h 60"/>
                  <a:gd name="T36" fmla="*/ 68 w 74"/>
                  <a:gd name="T37" fmla="*/ 45 h 60"/>
                  <a:gd name="T38" fmla="*/ 65 w 74"/>
                  <a:gd name="T39" fmla="*/ 46 h 60"/>
                  <a:gd name="T40" fmla="*/ 59 w 74"/>
                  <a:gd name="T41" fmla="*/ 24 h 60"/>
                  <a:gd name="T42" fmla="*/ 44 w 74"/>
                  <a:gd name="T43" fmla="*/ 3 h 60"/>
                  <a:gd name="T44" fmla="*/ 16 w 74"/>
                  <a:gd name="T45" fmla="*/ 32 h 60"/>
                  <a:gd name="T46" fmla="*/ 19 w 74"/>
                  <a:gd name="T47" fmla="*/ 11 h 60"/>
                  <a:gd name="T48" fmla="*/ 17 w 74"/>
                  <a:gd name="T49" fmla="*/ 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4" h="60">
                    <a:moveTo>
                      <a:pt x="17" y="2"/>
                    </a:moveTo>
                    <a:cubicBezTo>
                      <a:pt x="16" y="1"/>
                      <a:pt x="14" y="0"/>
                      <a:pt x="12" y="0"/>
                    </a:cubicBezTo>
                    <a:cubicBezTo>
                      <a:pt x="10" y="0"/>
                      <a:pt x="8" y="2"/>
                      <a:pt x="7" y="4"/>
                    </a:cubicBezTo>
                    <a:cubicBezTo>
                      <a:pt x="5" y="6"/>
                      <a:pt x="4" y="8"/>
                      <a:pt x="4" y="9"/>
                    </a:cubicBezTo>
                    <a:cubicBezTo>
                      <a:pt x="4" y="21"/>
                      <a:pt x="4" y="32"/>
                      <a:pt x="2" y="40"/>
                    </a:cubicBezTo>
                    <a:cubicBezTo>
                      <a:pt x="1" y="46"/>
                      <a:pt x="0" y="51"/>
                      <a:pt x="0" y="52"/>
                    </a:cubicBezTo>
                    <a:cubicBezTo>
                      <a:pt x="0" y="58"/>
                      <a:pt x="3" y="60"/>
                      <a:pt x="9" y="60"/>
                    </a:cubicBezTo>
                    <a:cubicBezTo>
                      <a:pt x="10" y="60"/>
                      <a:pt x="11" y="60"/>
                      <a:pt x="12" y="59"/>
                    </a:cubicBezTo>
                    <a:cubicBezTo>
                      <a:pt x="13" y="58"/>
                      <a:pt x="14" y="57"/>
                      <a:pt x="14" y="55"/>
                    </a:cubicBezTo>
                    <a:cubicBezTo>
                      <a:pt x="16" y="50"/>
                      <a:pt x="20" y="43"/>
                      <a:pt x="27" y="33"/>
                    </a:cubicBezTo>
                    <a:cubicBezTo>
                      <a:pt x="33" y="22"/>
                      <a:pt x="38" y="17"/>
                      <a:pt x="41" y="17"/>
                    </a:cubicBezTo>
                    <a:cubicBezTo>
                      <a:pt x="44" y="17"/>
                      <a:pt x="46" y="22"/>
                      <a:pt x="47" y="32"/>
                    </a:cubicBezTo>
                    <a:cubicBezTo>
                      <a:pt x="48" y="41"/>
                      <a:pt x="49" y="48"/>
                      <a:pt x="51" y="51"/>
                    </a:cubicBezTo>
                    <a:cubicBezTo>
                      <a:pt x="51" y="51"/>
                      <a:pt x="51" y="51"/>
                      <a:pt x="51" y="51"/>
                    </a:cubicBezTo>
                    <a:cubicBezTo>
                      <a:pt x="53" y="55"/>
                      <a:pt x="56" y="57"/>
                      <a:pt x="60" y="57"/>
                    </a:cubicBezTo>
                    <a:cubicBezTo>
                      <a:pt x="64" y="57"/>
                      <a:pt x="67" y="56"/>
                      <a:pt x="70" y="54"/>
                    </a:cubicBezTo>
                    <a:cubicBezTo>
                      <a:pt x="73" y="52"/>
                      <a:pt x="74" y="50"/>
                      <a:pt x="74" y="48"/>
                    </a:cubicBezTo>
                    <a:cubicBezTo>
                      <a:pt x="74" y="45"/>
                      <a:pt x="73" y="44"/>
                      <a:pt x="71" y="44"/>
                    </a:cubicBezTo>
                    <a:cubicBezTo>
                      <a:pt x="70" y="44"/>
                      <a:pt x="69" y="45"/>
                      <a:pt x="68" y="45"/>
                    </a:cubicBezTo>
                    <a:cubicBezTo>
                      <a:pt x="67" y="45"/>
                      <a:pt x="66" y="46"/>
                      <a:pt x="65" y="46"/>
                    </a:cubicBezTo>
                    <a:cubicBezTo>
                      <a:pt x="63" y="46"/>
                      <a:pt x="61" y="38"/>
                      <a:pt x="59" y="24"/>
                    </a:cubicBezTo>
                    <a:cubicBezTo>
                      <a:pt x="58" y="10"/>
                      <a:pt x="53" y="3"/>
                      <a:pt x="44" y="3"/>
                    </a:cubicBezTo>
                    <a:cubicBezTo>
                      <a:pt x="33" y="3"/>
                      <a:pt x="24" y="13"/>
                      <a:pt x="16" y="32"/>
                    </a:cubicBezTo>
                    <a:cubicBezTo>
                      <a:pt x="18" y="22"/>
                      <a:pt x="19" y="15"/>
                      <a:pt x="19" y="11"/>
                    </a:cubicBezTo>
                    <a:cubicBezTo>
                      <a:pt x="19" y="6"/>
                      <a:pt x="18" y="3"/>
                      <a:pt x="1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395"/>
              <p:cNvSpPr>
                <a:spLocks noEditPoints="1"/>
              </p:cNvSpPr>
              <p:nvPr/>
            </p:nvSpPr>
            <p:spPr bwMode="auto">
              <a:xfrm>
                <a:off x="3781426" y="4370388"/>
                <a:ext cx="92075" cy="128588"/>
              </a:xfrm>
              <a:custGeom>
                <a:avLst/>
                <a:gdLst>
                  <a:gd name="T0" fmla="*/ 67 w 71"/>
                  <a:gd name="T1" fmla="*/ 18 h 100"/>
                  <a:gd name="T2" fmla="*/ 69 w 71"/>
                  <a:gd name="T3" fmla="*/ 8 h 100"/>
                  <a:gd name="T4" fmla="*/ 68 w 71"/>
                  <a:gd name="T5" fmla="*/ 2 h 100"/>
                  <a:gd name="T6" fmla="*/ 63 w 71"/>
                  <a:gd name="T7" fmla="*/ 0 h 100"/>
                  <a:gd name="T8" fmla="*/ 59 w 71"/>
                  <a:gd name="T9" fmla="*/ 1 h 100"/>
                  <a:gd name="T10" fmla="*/ 56 w 71"/>
                  <a:gd name="T11" fmla="*/ 6 h 100"/>
                  <a:gd name="T12" fmla="*/ 53 w 71"/>
                  <a:gd name="T13" fmla="*/ 18 h 100"/>
                  <a:gd name="T14" fmla="*/ 47 w 71"/>
                  <a:gd name="T15" fmla="*/ 41 h 100"/>
                  <a:gd name="T16" fmla="*/ 37 w 71"/>
                  <a:gd name="T17" fmla="*/ 38 h 100"/>
                  <a:gd name="T18" fmla="*/ 12 w 71"/>
                  <a:gd name="T19" fmla="*/ 53 h 100"/>
                  <a:gd name="T20" fmla="*/ 0 w 71"/>
                  <a:gd name="T21" fmla="*/ 83 h 100"/>
                  <a:gd name="T22" fmla="*/ 3 w 71"/>
                  <a:gd name="T23" fmla="*/ 95 h 100"/>
                  <a:gd name="T24" fmla="*/ 13 w 71"/>
                  <a:gd name="T25" fmla="*/ 100 h 100"/>
                  <a:gd name="T26" fmla="*/ 44 w 71"/>
                  <a:gd name="T27" fmla="*/ 79 h 100"/>
                  <a:gd name="T28" fmla="*/ 46 w 71"/>
                  <a:gd name="T29" fmla="*/ 93 h 100"/>
                  <a:gd name="T30" fmla="*/ 54 w 71"/>
                  <a:gd name="T31" fmla="*/ 99 h 100"/>
                  <a:gd name="T32" fmla="*/ 65 w 71"/>
                  <a:gd name="T33" fmla="*/ 95 h 100"/>
                  <a:gd name="T34" fmla="*/ 71 w 71"/>
                  <a:gd name="T35" fmla="*/ 87 h 100"/>
                  <a:gd name="T36" fmla="*/ 68 w 71"/>
                  <a:gd name="T37" fmla="*/ 84 h 100"/>
                  <a:gd name="T38" fmla="*/ 65 w 71"/>
                  <a:gd name="T39" fmla="*/ 85 h 100"/>
                  <a:gd name="T40" fmla="*/ 60 w 71"/>
                  <a:gd name="T41" fmla="*/ 86 h 100"/>
                  <a:gd name="T42" fmla="*/ 55 w 71"/>
                  <a:gd name="T43" fmla="*/ 76 h 100"/>
                  <a:gd name="T44" fmla="*/ 59 w 71"/>
                  <a:gd name="T45" fmla="*/ 48 h 100"/>
                  <a:gd name="T46" fmla="*/ 67 w 71"/>
                  <a:gd name="T47" fmla="*/ 18 h 100"/>
                  <a:gd name="T48" fmla="*/ 34 w 71"/>
                  <a:gd name="T49" fmla="*/ 75 h 100"/>
                  <a:gd name="T50" fmla="*/ 17 w 71"/>
                  <a:gd name="T51" fmla="*/ 87 h 100"/>
                  <a:gd name="T52" fmla="*/ 13 w 71"/>
                  <a:gd name="T53" fmla="*/ 82 h 100"/>
                  <a:gd name="T54" fmla="*/ 21 w 71"/>
                  <a:gd name="T55" fmla="*/ 60 h 100"/>
                  <a:gd name="T56" fmla="*/ 37 w 71"/>
                  <a:gd name="T57" fmla="*/ 49 h 100"/>
                  <a:gd name="T58" fmla="*/ 42 w 71"/>
                  <a:gd name="T59" fmla="*/ 51 h 100"/>
                  <a:gd name="T60" fmla="*/ 44 w 71"/>
                  <a:gd name="T61" fmla="*/ 55 h 100"/>
                  <a:gd name="T62" fmla="*/ 34 w 71"/>
                  <a:gd name="T63" fmla="*/ 75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1" h="100">
                    <a:moveTo>
                      <a:pt x="67" y="18"/>
                    </a:moveTo>
                    <a:cubicBezTo>
                      <a:pt x="68" y="13"/>
                      <a:pt x="69" y="10"/>
                      <a:pt x="69" y="8"/>
                    </a:cubicBezTo>
                    <a:cubicBezTo>
                      <a:pt x="69" y="6"/>
                      <a:pt x="69" y="4"/>
                      <a:pt x="68" y="2"/>
                    </a:cubicBezTo>
                    <a:cubicBezTo>
                      <a:pt x="67" y="1"/>
                      <a:pt x="65" y="0"/>
                      <a:pt x="63" y="0"/>
                    </a:cubicBezTo>
                    <a:cubicBezTo>
                      <a:pt x="62" y="0"/>
                      <a:pt x="61" y="0"/>
                      <a:pt x="59" y="1"/>
                    </a:cubicBezTo>
                    <a:cubicBezTo>
                      <a:pt x="57" y="3"/>
                      <a:pt x="56" y="4"/>
                      <a:pt x="56" y="6"/>
                    </a:cubicBezTo>
                    <a:cubicBezTo>
                      <a:pt x="55" y="8"/>
                      <a:pt x="54" y="12"/>
                      <a:pt x="53" y="18"/>
                    </a:cubicBezTo>
                    <a:cubicBezTo>
                      <a:pt x="52" y="21"/>
                      <a:pt x="50" y="29"/>
                      <a:pt x="47" y="41"/>
                    </a:cubicBezTo>
                    <a:cubicBezTo>
                      <a:pt x="45" y="39"/>
                      <a:pt x="42" y="38"/>
                      <a:pt x="37" y="38"/>
                    </a:cubicBezTo>
                    <a:cubicBezTo>
                      <a:pt x="29" y="38"/>
                      <a:pt x="20" y="43"/>
                      <a:pt x="12" y="53"/>
                    </a:cubicBezTo>
                    <a:cubicBezTo>
                      <a:pt x="4" y="63"/>
                      <a:pt x="0" y="73"/>
                      <a:pt x="0" y="83"/>
                    </a:cubicBezTo>
                    <a:cubicBezTo>
                      <a:pt x="0" y="88"/>
                      <a:pt x="1" y="92"/>
                      <a:pt x="3" y="95"/>
                    </a:cubicBezTo>
                    <a:cubicBezTo>
                      <a:pt x="6" y="98"/>
                      <a:pt x="9" y="100"/>
                      <a:pt x="13" y="100"/>
                    </a:cubicBezTo>
                    <a:cubicBezTo>
                      <a:pt x="23" y="100"/>
                      <a:pt x="34" y="93"/>
                      <a:pt x="44" y="79"/>
                    </a:cubicBezTo>
                    <a:cubicBezTo>
                      <a:pt x="43" y="84"/>
                      <a:pt x="44" y="89"/>
                      <a:pt x="46" y="93"/>
                    </a:cubicBezTo>
                    <a:cubicBezTo>
                      <a:pt x="48" y="97"/>
                      <a:pt x="51" y="99"/>
                      <a:pt x="54" y="99"/>
                    </a:cubicBezTo>
                    <a:cubicBezTo>
                      <a:pt x="58" y="99"/>
                      <a:pt x="61" y="98"/>
                      <a:pt x="65" y="95"/>
                    </a:cubicBezTo>
                    <a:cubicBezTo>
                      <a:pt x="69" y="93"/>
                      <a:pt x="71" y="90"/>
                      <a:pt x="71" y="87"/>
                    </a:cubicBezTo>
                    <a:cubicBezTo>
                      <a:pt x="71" y="85"/>
                      <a:pt x="70" y="84"/>
                      <a:pt x="68" y="84"/>
                    </a:cubicBezTo>
                    <a:cubicBezTo>
                      <a:pt x="68" y="84"/>
                      <a:pt x="66" y="84"/>
                      <a:pt x="65" y="85"/>
                    </a:cubicBezTo>
                    <a:cubicBezTo>
                      <a:pt x="63" y="86"/>
                      <a:pt x="61" y="86"/>
                      <a:pt x="60" y="86"/>
                    </a:cubicBezTo>
                    <a:cubicBezTo>
                      <a:pt x="57" y="86"/>
                      <a:pt x="55" y="83"/>
                      <a:pt x="55" y="76"/>
                    </a:cubicBezTo>
                    <a:cubicBezTo>
                      <a:pt x="55" y="69"/>
                      <a:pt x="57" y="60"/>
                      <a:pt x="59" y="48"/>
                    </a:cubicBezTo>
                    <a:cubicBezTo>
                      <a:pt x="61" y="36"/>
                      <a:pt x="64" y="26"/>
                      <a:pt x="67" y="18"/>
                    </a:cubicBezTo>
                    <a:close/>
                    <a:moveTo>
                      <a:pt x="34" y="75"/>
                    </a:moveTo>
                    <a:cubicBezTo>
                      <a:pt x="28" y="83"/>
                      <a:pt x="22" y="87"/>
                      <a:pt x="17" y="87"/>
                    </a:cubicBezTo>
                    <a:cubicBezTo>
                      <a:pt x="14" y="87"/>
                      <a:pt x="13" y="85"/>
                      <a:pt x="13" y="82"/>
                    </a:cubicBezTo>
                    <a:cubicBezTo>
                      <a:pt x="13" y="75"/>
                      <a:pt x="16" y="68"/>
                      <a:pt x="21" y="60"/>
                    </a:cubicBezTo>
                    <a:cubicBezTo>
                      <a:pt x="27" y="53"/>
                      <a:pt x="32" y="49"/>
                      <a:pt x="37" y="49"/>
                    </a:cubicBezTo>
                    <a:cubicBezTo>
                      <a:pt x="39" y="49"/>
                      <a:pt x="41" y="49"/>
                      <a:pt x="42" y="51"/>
                    </a:cubicBezTo>
                    <a:cubicBezTo>
                      <a:pt x="43" y="52"/>
                      <a:pt x="44" y="53"/>
                      <a:pt x="44" y="55"/>
                    </a:cubicBezTo>
                    <a:cubicBezTo>
                      <a:pt x="44" y="60"/>
                      <a:pt x="41" y="66"/>
                      <a:pt x="34"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Freeform 396"/>
              <p:cNvSpPr>
                <a:spLocks noEditPoints="1"/>
              </p:cNvSpPr>
              <p:nvPr/>
            </p:nvSpPr>
            <p:spPr bwMode="auto">
              <a:xfrm>
                <a:off x="3884613" y="4411663"/>
                <a:ext cx="69850" cy="88900"/>
              </a:xfrm>
              <a:custGeom>
                <a:avLst/>
                <a:gdLst>
                  <a:gd name="T0" fmla="*/ 44 w 54"/>
                  <a:gd name="T1" fmla="*/ 59 h 68"/>
                  <a:gd name="T2" fmla="*/ 54 w 54"/>
                  <a:gd name="T3" fmla="*/ 45 h 68"/>
                  <a:gd name="T4" fmla="*/ 50 w 54"/>
                  <a:gd name="T5" fmla="*/ 41 h 68"/>
                  <a:gd name="T6" fmla="*/ 46 w 54"/>
                  <a:gd name="T7" fmla="*/ 43 h 68"/>
                  <a:gd name="T8" fmla="*/ 23 w 54"/>
                  <a:gd name="T9" fmla="*/ 55 h 68"/>
                  <a:gd name="T10" fmla="*/ 16 w 54"/>
                  <a:gd name="T11" fmla="*/ 53 h 68"/>
                  <a:gd name="T12" fmla="*/ 14 w 54"/>
                  <a:gd name="T13" fmla="*/ 48 h 68"/>
                  <a:gd name="T14" fmla="*/ 15 w 54"/>
                  <a:gd name="T15" fmla="*/ 45 h 68"/>
                  <a:gd name="T16" fmla="*/ 40 w 54"/>
                  <a:gd name="T17" fmla="*/ 33 h 68"/>
                  <a:gd name="T18" fmla="*/ 50 w 54"/>
                  <a:gd name="T19" fmla="*/ 14 h 68"/>
                  <a:gd name="T20" fmla="*/ 46 w 54"/>
                  <a:gd name="T21" fmla="*/ 4 h 68"/>
                  <a:gd name="T22" fmla="*/ 36 w 54"/>
                  <a:gd name="T23" fmla="*/ 0 h 68"/>
                  <a:gd name="T24" fmla="*/ 11 w 54"/>
                  <a:gd name="T25" fmla="*/ 14 h 68"/>
                  <a:gd name="T26" fmla="*/ 0 w 54"/>
                  <a:gd name="T27" fmla="*/ 44 h 68"/>
                  <a:gd name="T28" fmla="*/ 5 w 54"/>
                  <a:gd name="T29" fmla="*/ 62 h 68"/>
                  <a:gd name="T30" fmla="*/ 21 w 54"/>
                  <a:gd name="T31" fmla="*/ 68 h 68"/>
                  <a:gd name="T32" fmla="*/ 44 w 54"/>
                  <a:gd name="T33" fmla="*/ 59 h 68"/>
                  <a:gd name="T34" fmla="*/ 23 w 54"/>
                  <a:gd name="T35" fmla="*/ 19 h 68"/>
                  <a:gd name="T36" fmla="*/ 34 w 54"/>
                  <a:gd name="T37" fmla="*/ 12 h 68"/>
                  <a:gd name="T38" fmla="*/ 37 w 54"/>
                  <a:gd name="T39" fmla="*/ 13 h 68"/>
                  <a:gd name="T40" fmla="*/ 38 w 54"/>
                  <a:gd name="T41" fmla="*/ 16 h 68"/>
                  <a:gd name="T42" fmla="*/ 31 w 54"/>
                  <a:gd name="T43" fmla="*/ 27 h 68"/>
                  <a:gd name="T44" fmla="*/ 15 w 54"/>
                  <a:gd name="T45" fmla="*/ 35 h 68"/>
                  <a:gd name="T46" fmla="*/ 23 w 54"/>
                  <a:gd name="T47" fmla="*/ 1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 h="68">
                    <a:moveTo>
                      <a:pt x="44" y="59"/>
                    </a:moveTo>
                    <a:cubicBezTo>
                      <a:pt x="50" y="54"/>
                      <a:pt x="54" y="49"/>
                      <a:pt x="54" y="45"/>
                    </a:cubicBezTo>
                    <a:cubicBezTo>
                      <a:pt x="54" y="42"/>
                      <a:pt x="52" y="41"/>
                      <a:pt x="50" y="41"/>
                    </a:cubicBezTo>
                    <a:cubicBezTo>
                      <a:pt x="49" y="41"/>
                      <a:pt x="47" y="42"/>
                      <a:pt x="46" y="43"/>
                    </a:cubicBezTo>
                    <a:cubicBezTo>
                      <a:pt x="38" y="51"/>
                      <a:pt x="31" y="55"/>
                      <a:pt x="23" y="55"/>
                    </a:cubicBezTo>
                    <a:cubicBezTo>
                      <a:pt x="20" y="55"/>
                      <a:pt x="18" y="55"/>
                      <a:pt x="16" y="53"/>
                    </a:cubicBezTo>
                    <a:cubicBezTo>
                      <a:pt x="15" y="51"/>
                      <a:pt x="14" y="49"/>
                      <a:pt x="14" y="48"/>
                    </a:cubicBezTo>
                    <a:cubicBezTo>
                      <a:pt x="14" y="46"/>
                      <a:pt x="14" y="46"/>
                      <a:pt x="15" y="45"/>
                    </a:cubicBezTo>
                    <a:cubicBezTo>
                      <a:pt x="26" y="43"/>
                      <a:pt x="34" y="39"/>
                      <a:pt x="40" y="33"/>
                    </a:cubicBezTo>
                    <a:cubicBezTo>
                      <a:pt x="47" y="27"/>
                      <a:pt x="50" y="20"/>
                      <a:pt x="50" y="14"/>
                    </a:cubicBezTo>
                    <a:cubicBezTo>
                      <a:pt x="50" y="10"/>
                      <a:pt x="49" y="7"/>
                      <a:pt x="46" y="4"/>
                    </a:cubicBezTo>
                    <a:cubicBezTo>
                      <a:pt x="43" y="1"/>
                      <a:pt x="40" y="0"/>
                      <a:pt x="36" y="0"/>
                    </a:cubicBezTo>
                    <a:cubicBezTo>
                      <a:pt x="27" y="0"/>
                      <a:pt x="19" y="4"/>
                      <a:pt x="11" y="14"/>
                    </a:cubicBezTo>
                    <a:cubicBezTo>
                      <a:pt x="3" y="23"/>
                      <a:pt x="0" y="34"/>
                      <a:pt x="0" y="44"/>
                    </a:cubicBezTo>
                    <a:cubicBezTo>
                      <a:pt x="0" y="52"/>
                      <a:pt x="1" y="57"/>
                      <a:pt x="5" y="62"/>
                    </a:cubicBezTo>
                    <a:cubicBezTo>
                      <a:pt x="9" y="66"/>
                      <a:pt x="14" y="68"/>
                      <a:pt x="21" y="68"/>
                    </a:cubicBezTo>
                    <a:cubicBezTo>
                      <a:pt x="29" y="68"/>
                      <a:pt x="37" y="65"/>
                      <a:pt x="44" y="59"/>
                    </a:cubicBezTo>
                    <a:close/>
                    <a:moveTo>
                      <a:pt x="23" y="19"/>
                    </a:moveTo>
                    <a:cubicBezTo>
                      <a:pt x="27" y="14"/>
                      <a:pt x="31" y="12"/>
                      <a:pt x="34" y="12"/>
                    </a:cubicBezTo>
                    <a:cubicBezTo>
                      <a:pt x="35" y="12"/>
                      <a:pt x="36" y="12"/>
                      <a:pt x="37" y="13"/>
                    </a:cubicBezTo>
                    <a:cubicBezTo>
                      <a:pt x="38" y="14"/>
                      <a:pt x="38" y="15"/>
                      <a:pt x="38" y="16"/>
                    </a:cubicBezTo>
                    <a:cubicBezTo>
                      <a:pt x="38" y="19"/>
                      <a:pt x="36" y="23"/>
                      <a:pt x="31" y="27"/>
                    </a:cubicBezTo>
                    <a:cubicBezTo>
                      <a:pt x="26" y="31"/>
                      <a:pt x="21" y="33"/>
                      <a:pt x="15" y="35"/>
                    </a:cubicBezTo>
                    <a:cubicBezTo>
                      <a:pt x="16" y="29"/>
                      <a:pt x="19" y="24"/>
                      <a:pt x="23"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Freeform 397"/>
              <p:cNvSpPr>
                <a:spLocks/>
              </p:cNvSpPr>
              <p:nvPr/>
            </p:nvSpPr>
            <p:spPr bwMode="auto">
              <a:xfrm>
                <a:off x="3968751" y="4416426"/>
                <a:ext cx="74613" cy="84138"/>
              </a:xfrm>
              <a:custGeom>
                <a:avLst/>
                <a:gdLst>
                  <a:gd name="T0" fmla="*/ 8 w 58"/>
                  <a:gd name="T1" fmla="*/ 65 h 65"/>
                  <a:gd name="T2" fmla="*/ 14 w 58"/>
                  <a:gd name="T3" fmla="*/ 63 h 65"/>
                  <a:gd name="T4" fmla="*/ 17 w 58"/>
                  <a:gd name="T5" fmla="*/ 56 h 65"/>
                  <a:gd name="T6" fmla="*/ 29 w 58"/>
                  <a:gd name="T7" fmla="*/ 26 h 65"/>
                  <a:gd name="T8" fmla="*/ 43 w 58"/>
                  <a:gd name="T9" fmla="*/ 13 h 65"/>
                  <a:gd name="T10" fmla="*/ 47 w 58"/>
                  <a:gd name="T11" fmla="*/ 14 h 65"/>
                  <a:gd name="T12" fmla="*/ 53 w 58"/>
                  <a:gd name="T13" fmla="*/ 17 h 65"/>
                  <a:gd name="T14" fmla="*/ 57 w 58"/>
                  <a:gd name="T15" fmla="*/ 15 h 65"/>
                  <a:gd name="T16" fmla="*/ 58 w 58"/>
                  <a:gd name="T17" fmla="*/ 11 h 65"/>
                  <a:gd name="T18" fmla="*/ 54 w 58"/>
                  <a:gd name="T19" fmla="*/ 3 h 65"/>
                  <a:gd name="T20" fmla="*/ 45 w 58"/>
                  <a:gd name="T21" fmla="*/ 0 h 65"/>
                  <a:gd name="T22" fmla="*/ 29 w 58"/>
                  <a:gd name="T23" fmla="*/ 8 h 65"/>
                  <a:gd name="T24" fmla="*/ 14 w 58"/>
                  <a:gd name="T25" fmla="*/ 31 h 65"/>
                  <a:gd name="T26" fmla="*/ 13 w 58"/>
                  <a:gd name="T27" fmla="*/ 33 h 65"/>
                  <a:gd name="T28" fmla="*/ 14 w 58"/>
                  <a:gd name="T29" fmla="*/ 24 h 65"/>
                  <a:gd name="T30" fmla="*/ 16 w 58"/>
                  <a:gd name="T31" fmla="*/ 17 h 65"/>
                  <a:gd name="T32" fmla="*/ 18 w 58"/>
                  <a:gd name="T33" fmla="*/ 6 h 65"/>
                  <a:gd name="T34" fmla="*/ 17 w 58"/>
                  <a:gd name="T35" fmla="*/ 2 h 65"/>
                  <a:gd name="T36" fmla="*/ 12 w 58"/>
                  <a:gd name="T37" fmla="*/ 0 h 65"/>
                  <a:gd name="T38" fmla="*/ 7 w 58"/>
                  <a:gd name="T39" fmla="*/ 2 h 65"/>
                  <a:gd name="T40" fmla="*/ 4 w 58"/>
                  <a:gd name="T41" fmla="*/ 6 h 65"/>
                  <a:gd name="T42" fmla="*/ 2 w 58"/>
                  <a:gd name="T43" fmla="*/ 14 h 65"/>
                  <a:gd name="T44" fmla="*/ 2 w 58"/>
                  <a:gd name="T45" fmla="*/ 18 h 65"/>
                  <a:gd name="T46" fmla="*/ 1 w 58"/>
                  <a:gd name="T47" fmla="*/ 34 h 65"/>
                  <a:gd name="T48" fmla="*/ 0 w 58"/>
                  <a:gd name="T49" fmla="*/ 46 h 65"/>
                  <a:gd name="T50" fmla="*/ 2 w 58"/>
                  <a:gd name="T51" fmla="*/ 61 h 65"/>
                  <a:gd name="T52" fmla="*/ 8 w 58"/>
                  <a:gd name="T53"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65">
                    <a:moveTo>
                      <a:pt x="8" y="65"/>
                    </a:moveTo>
                    <a:cubicBezTo>
                      <a:pt x="10" y="65"/>
                      <a:pt x="12" y="64"/>
                      <a:pt x="14" y="63"/>
                    </a:cubicBezTo>
                    <a:cubicBezTo>
                      <a:pt x="15" y="62"/>
                      <a:pt x="16" y="60"/>
                      <a:pt x="17" y="56"/>
                    </a:cubicBezTo>
                    <a:cubicBezTo>
                      <a:pt x="18" y="45"/>
                      <a:pt x="22" y="35"/>
                      <a:pt x="29" y="26"/>
                    </a:cubicBezTo>
                    <a:cubicBezTo>
                      <a:pt x="36" y="17"/>
                      <a:pt x="40" y="13"/>
                      <a:pt x="43" y="13"/>
                    </a:cubicBezTo>
                    <a:cubicBezTo>
                      <a:pt x="44" y="13"/>
                      <a:pt x="45" y="13"/>
                      <a:pt x="47" y="14"/>
                    </a:cubicBezTo>
                    <a:cubicBezTo>
                      <a:pt x="49" y="16"/>
                      <a:pt x="51" y="17"/>
                      <a:pt x="53" y="17"/>
                    </a:cubicBezTo>
                    <a:cubicBezTo>
                      <a:pt x="55" y="17"/>
                      <a:pt x="56" y="17"/>
                      <a:pt x="57" y="15"/>
                    </a:cubicBezTo>
                    <a:cubicBezTo>
                      <a:pt x="58" y="14"/>
                      <a:pt x="58" y="12"/>
                      <a:pt x="58" y="11"/>
                    </a:cubicBezTo>
                    <a:cubicBezTo>
                      <a:pt x="58" y="8"/>
                      <a:pt x="57" y="5"/>
                      <a:pt x="54" y="3"/>
                    </a:cubicBezTo>
                    <a:cubicBezTo>
                      <a:pt x="52" y="1"/>
                      <a:pt x="49" y="0"/>
                      <a:pt x="45" y="0"/>
                    </a:cubicBezTo>
                    <a:cubicBezTo>
                      <a:pt x="39" y="0"/>
                      <a:pt x="34" y="3"/>
                      <a:pt x="29" y="8"/>
                    </a:cubicBezTo>
                    <a:cubicBezTo>
                      <a:pt x="23" y="14"/>
                      <a:pt x="18" y="22"/>
                      <a:pt x="14" y="31"/>
                    </a:cubicBezTo>
                    <a:cubicBezTo>
                      <a:pt x="13" y="33"/>
                      <a:pt x="13" y="33"/>
                      <a:pt x="13" y="33"/>
                    </a:cubicBezTo>
                    <a:cubicBezTo>
                      <a:pt x="14" y="24"/>
                      <a:pt x="14" y="24"/>
                      <a:pt x="14" y="24"/>
                    </a:cubicBezTo>
                    <a:cubicBezTo>
                      <a:pt x="15" y="21"/>
                      <a:pt x="15" y="19"/>
                      <a:pt x="16" y="17"/>
                    </a:cubicBezTo>
                    <a:cubicBezTo>
                      <a:pt x="18" y="11"/>
                      <a:pt x="18" y="8"/>
                      <a:pt x="18" y="6"/>
                    </a:cubicBezTo>
                    <a:cubicBezTo>
                      <a:pt x="18" y="4"/>
                      <a:pt x="18" y="3"/>
                      <a:pt x="17" y="2"/>
                    </a:cubicBezTo>
                    <a:cubicBezTo>
                      <a:pt x="16" y="1"/>
                      <a:pt x="14" y="0"/>
                      <a:pt x="12" y="0"/>
                    </a:cubicBezTo>
                    <a:cubicBezTo>
                      <a:pt x="10" y="0"/>
                      <a:pt x="8" y="1"/>
                      <a:pt x="7" y="2"/>
                    </a:cubicBezTo>
                    <a:cubicBezTo>
                      <a:pt x="5" y="3"/>
                      <a:pt x="4" y="5"/>
                      <a:pt x="4" y="6"/>
                    </a:cubicBezTo>
                    <a:cubicBezTo>
                      <a:pt x="3" y="7"/>
                      <a:pt x="3" y="10"/>
                      <a:pt x="2" y="14"/>
                    </a:cubicBezTo>
                    <a:cubicBezTo>
                      <a:pt x="2" y="15"/>
                      <a:pt x="2" y="16"/>
                      <a:pt x="2" y="18"/>
                    </a:cubicBezTo>
                    <a:cubicBezTo>
                      <a:pt x="1" y="24"/>
                      <a:pt x="1" y="30"/>
                      <a:pt x="1" y="34"/>
                    </a:cubicBezTo>
                    <a:cubicBezTo>
                      <a:pt x="0" y="39"/>
                      <a:pt x="0" y="43"/>
                      <a:pt x="0" y="46"/>
                    </a:cubicBezTo>
                    <a:cubicBezTo>
                      <a:pt x="0" y="53"/>
                      <a:pt x="1" y="58"/>
                      <a:pt x="2" y="61"/>
                    </a:cubicBezTo>
                    <a:cubicBezTo>
                      <a:pt x="3" y="64"/>
                      <a:pt x="5" y="65"/>
                      <a:pt x="8"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398"/>
              <p:cNvSpPr>
                <a:spLocks/>
              </p:cNvSpPr>
              <p:nvPr/>
            </p:nvSpPr>
            <p:spPr bwMode="auto">
              <a:xfrm>
                <a:off x="4037013" y="4410076"/>
                <a:ext cx="63500" cy="92075"/>
              </a:xfrm>
              <a:custGeom>
                <a:avLst/>
                <a:gdLst>
                  <a:gd name="T0" fmla="*/ 26 w 48"/>
                  <a:gd name="T1" fmla="*/ 16 h 71"/>
                  <a:gd name="T2" fmla="*/ 38 w 48"/>
                  <a:gd name="T3" fmla="*/ 13 h 71"/>
                  <a:gd name="T4" fmla="*/ 40 w 48"/>
                  <a:gd name="T5" fmla="*/ 14 h 71"/>
                  <a:gd name="T6" fmla="*/ 42 w 48"/>
                  <a:gd name="T7" fmla="*/ 14 h 71"/>
                  <a:gd name="T8" fmla="*/ 46 w 48"/>
                  <a:gd name="T9" fmla="*/ 13 h 71"/>
                  <a:gd name="T10" fmla="*/ 48 w 48"/>
                  <a:gd name="T11" fmla="*/ 9 h 71"/>
                  <a:gd name="T12" fmla="*/ 39 w 48"/>
                  <a:gd name="T13" fmla="*/ 0 h 71"/>
                  <a:gd name="T14" fmla="*/ 17 w 48"/>
                  <a:gd name="T15" fmla="*/ 8 h 71"/>
                  <a:gd name="T16" fmla="*/ 6 w 48"/>
                  <a:gd name="T17" fmla="*/ 26 h 71"/>
                  <a:gd name="T18" fmla="*/ 9 w 48"/>
                  <a:gd name="T19" fmla="*/ 35 h 71"/>
                  <a:gd name="T20" fmla="*/ 24 w 48"/>
                  <a:gd name="T21" fmla="*/ 45 h 71"/>
                  <a:gd name="T22" fmla="*/ 34 w 48"/>
                  <a:gd name="T23" fmla="*/ 52 h 71"/>
                  <a:gd name="T24" fmla="*/ 26 w 48"/>
                  <a:gd name="T25" fmla="*/ 56 h 71"/>
                  <a:gd name="T26" fmla="*/ 15 w 48"/>
                  <a:gd name="T27" fmla="*/ 58 h 71"/>
                  <a:gd name="T28" fmla="*/ 10 w 48"/>
                  <a:gd name="T29" fmla="*/ 57 h 71"/>
                  <a:gd name="T30" fmla="*/ 7 w 48"/>
                  <a:gd name="T31" fmla="*/ 56 h 71"/>
                  <a:gd name="T32" fmla="*/ 2 w 48"/>
                  <a:gd name="T33" fmla="*/ 58 h 71"/>
                  <a:gd name="T34" fmla="*/ 0 w 48"/>
                  <a:gd name="T35" fmla="*/ 63 h 71"/>
                  <a:gd name="T36" fmla="*/ 10 w 48"/>
                  <a:gd name="T37" fmla="*/ 71 h 71"/>
                  <a:gd name="T38" fmla="*/ 36 w 48"/>
                  <a:gd name="T39" fmla="*/ 65 h 71"/>
                  <a:gd name="T40" fmla="*/ 48 w 48"/>
                  <a:gd name="T41" fmla="*/ 51 h 71"/>
                  <a:gd name="T42" fmla="*/ 44 w 48"/>
                  <a:gd name="T43" fmla="*/ 43 h 71"/>
                  <a:gd name="T44" fmla="*/ 31 w 48"/>
                  <a:gd name="T45" fmla="*/ 34 h 71"/>
                  <a:gd name="T46" fmla="*/ 22 w 48"/>
                  <a:gd name="T47" fmla="*/ 29 h 71"/>
                  <a:gd name="T48" fmla="*/ 20 w 48"/>
                  <a:gd name="T49" fmla="*/ 24 h 71"/>
                  <a:gd name="T50" fmla="*/ 26 w 48"/>
                  <a:gd name="T51" fmla="*/ 1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71">
                    <a:moveTo>
                      <a:pt x="26" y="16"/>
                    </a:moveTo>
                    <a:cubicBezTo>
                      <a:pt x="30" y="14"/>
                      <a:pt x="34" y="13"/>
                      <a:pt x="38" y="13"/>
                    </a:cubicBezTo>
                    <a:cubicBezTo>
                      <a:pt x="38" y="13"/>
                      <a:pt x="39" y="13"/>
                      <a:pt x="40" y="14"/>
                    </a:cubicBezTo>
                    <a:cubicBezTo>
                      <a:pt x="41" y="14"/>
                      <a:pt x="42" y="14"/>
                      <a:pt x="42" y="14"/>
                    </a:cubicBezTo>
                    <a:cubicBezTo>
                      <a:pt x="43" y="14"/>
                      <a:pt x="45" y="14"/>
                      <a:pt x="46" y="13"/>
                    </a:cubicBezTo>
                    <a:cubicBezTo>
                      <a:pt x="48" y="11"/>
                      <a:pt x="48" y="10"/>
                      <a:pt x="48" y="9"/>
                    </a:cubicBezTo>
                    <a:cubicBezTo>
                      <a:pt x="48" y="3"/>
                      <a:pt x="45" y="0"/>
                      <a:pt x="39" y="0"/>
                    </a:cubicBezTo>
                    <a:cubicBezTo>
                      <a:pt x="32" y="0"/>
                      <a:pt x="25" y="3"/>
                      <a:pt x="17" y="8"/>
                    </a:cubicBezTo>
                    <a:cubicBezTo>
                      <a:pt x="9" y="13"/>
                      <a:pt x="6" y="19"/>
                      <a:pt x="6" y="26"/>
                    </a:cubicBezTo>
                    <a:cubicBezTo>
                      <a:pt x="6" y="29"/>
                      <a:pt x="7" y="32"/>
                      <a:pt x="9" y="35"/>
                    </a:cubicBezTo>
                    <a:cubicBezTo>
                      <a:pt x="11" y="37"/>
                      <a:pt x="16" y="41"/>
                      <a:pt x="24" y="45"/>
                    </a:cubicBezTo>
                    <a:cubicBezTo>
                      <a:pt x="31" y="48"/>
                      <a:pt x="34" y="50"/>
                      <a:pt x="34" y="52"/>
                    </a:cubicBezTo>
                    <a:cubicBezTo>
                      <a:pt x="33" y="54"/>
                      <a:pt x="30" y="55"/>
                      <a:pt x="26" y="56"/>
                    </a:cubicBezTo>
                    <a:cubicBezTo>
                      <a:pt x="22" y="58"/>
                      <a:pt x="18" y="58"/>
                      <a:pt x="15" y="58"/>
                    </a:cubicBezTo>
                    <a:cubicBezTo>
                      <a:pt x="13" y="58"/>
                      <a:pt x="12" y="58"/>
                      <a:pt x="10" y="57"/>
                    </a:cubicBezTo>
                    <a:cubicBezTo>
                      <a:pt x="9" y="57"/>
                      <a:pt x="8" y="56"/>
                      <a:pt x="7" y="56"/>
                    </a:cubicBezTo>
                    <a:cubicBezTo>
                      <a:pt x="5" y="56"/>
                      <a:pt x="4" y="57"/>
                      <a:pt x="2" y="58"/>
                    </a:cubicBezTo>
                    <a:cubicBezTo>
                      <a:pt x="1" y="60"/>
                      <a:pt x="0" y="61"/>
                      <a:pt x="0" y="63"/>
                    </a:cubicBezTo>
                    <a:cubicBezTo>
                      <a:pt x="0" y="68"/>
                      <a:pt x="3" y="71"/>
                      <a:pt x="10" y="71"/>
                    </a:cubicBezTo>
                    <a:cubicBezTo>
                      <a:pt x="20" y="71"/>
                      <a:pt x="28" y="69"/>
                      <a:pt x="36" y="65"/>
                    </a:cubicBezTo>
                    <a:cubicBezTo>
                      <a:pt x="44" y="61"/>
                      <a:pt x="48" y="57"/>
                      <a:pt x="48" y="51"/>
                    </a:cubicBezTo>
                    <a:cubicBezTo>
                      <a:pt x="48" y="48"/>
                      <a:pt x="47" y="45"/>
                      <a:pt x="44" y="43"/>
                    </a:cubicBezTo>
                    <a:cubicBezTo>
                      <a:pt x="42" y="40"/>
                      <a:pt x="38" y="37"/>
                      <a:pt x="31" y="34"/>
                    </a:cubicBezTo>
                    <a:cubicBezTo>
                      <a:pt x="27" y="32"/>
                      <a:pt x="24" y="30"/>
                      <a:pt x="22" y="29"/>
                    </a:cubicBezTo>
                    <a:cubicBezTo>
                      <a:pt x="21" y="27"/>
                      <a:pt x="20" y="26"/>
                      <a:pt x="20" y="24"/>
                    </a:cubicBezTo>
                    <a:cubicBezTo>
                      <a:pt x="20" y="21"/>
                      <a:pt x="22" y="19"/>
                      <a:pt x="26"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399"/>
              <p:cNvSpPr>
                <a:spLocks/>
              </p:cNvSpPr>
              <p:nvPr/>
            </p:nvSpPr>
            <p:spPr bwMode="auto">
              <a:xfrm>
                <a:off x="4105276" y="4387851"/>
                <a:ext cx="73025" cy="111125"/>
              </a:xfrm>
              <a:custGeom>
                <a:avLst/>
                <a:gdLst>
                  <a:gd name="T0" fmla="*/ 35 w 57"/>
                  <a:gd name="T1" fmla="*/ 2 h 86"/>
                  <a:gd name="T2" fmla="*/ 30 w 57"/>
                  <a:gd name="T3" fmla="*/ 0 h 86"/>
                  <a:gd name="T4" fmla="*/ 23 w 57"/>
                  <a:gd name="T5" fmla="*/ 7 h 86"/>
                  <a:gd name="T6" fmla="*/ 18 w 57"/>
                  <a:gd name="T7" fmla="*/ 25 h 86"/>
                  <a:gd name="T8" fmla="*/ 5 w 57"/>
                  <a:gd name="T9" fmla="*/ 26 h 86"/>
                  <a:gd name="T10" fmla="*/ 0 w 57"/>
                  <a:gd name="T11" fmla="*/ 31 h 86"/>
                  <a:gd name="T12" fmla="*/ 2 w 57"/>
                  <a:gd name="T13" fmla="*/ 36 h 86"/>
                  <a:gd name="T14" fmla="*/ 8 w 57"/>
                  <a:gd name="T15" fmla="*/ 38 h 86"/>
                  <a:gd name="T16" fmla="*/ 9 w 57"/>
                  <a:gd name="T17" fmla="*/ 38 h 86"/>
                  <a:gd name="T18" fmla="*/ 14 w 57"/>
                  <a:gd name="T19" fmla="*/ 38 h 86"/>
                  <a:gd name="T20" fmla="*/ 8 w 57"/>
                  <a:gd name="T21" fmla="*/ 69 h 86"/>
                  <a:gd name="T22" fmla="*/ 12 w 57"/>
                  <a:gd name="T23" fmla="*/ 82 h 86"/>
                  <a:gd name="T24" fmla="*/ 24 w 57"/>
                  <a:gd name="T25" fmla="*/ 86 h 86"/>
                  <a:gd name="T26" fmla="*/ 42 w 57"/>
                  <a:gd name="T27" fmla="*/ 80 h 86"/>
                  <a:gd name="T28" fmla="*/ 50 w 57"/>
                  <a:gd name="T29" fmla="*/ 68 h 86"/>
                  <a:gd name="T30" fmla="*/ 49 w 57"/>
                  <a:gd name="T31" fmla="*/ 66 h 86"/>
                  <a:gd name="T32" fmla="*/ 46 w 57"/>
                  <a:gd name="T33" fmla="*/ 65 h 86"/>
                  <a:gd name="T34" fmla="*/ 41 w 57"/>
                  <a:gd name="T35" fmla="*/ 68 h 86"/>
                  <a:gd name="T36" fmla="*/ 33 w 57"/>
                  <a:gd name="T37" fmla="*/ 73 h 86"/>
                  <a:gd name="T38" fmla="*/ 27 w 57"/>
                  <a:gd name="T39" fmla="*/ 74 h 86"/>
                  <a:gd name="T40" fmla="*/ 24 w 57"/>
                  <a:gd name="T41" fmla="*/ 72 h 86"/>
                  <a:gd name="T42" fmla="*/ 23 w 57"/>
                  <a:gd name="T43" fmla="*/ 65 h 86"/>
                  <a:gd name="T44" fmla="*/ 25 w 57"/>
                  <a:gd name="T45" fmla="*/ 50 h 86"/>
                  <a:gd name="T46" fmla="*/ 29 w 57"/>
                  <a:gd name="T47" fmla="*/ 37 h 86"/>
                  <a:gd name="T48" fmla="*/ 49 w 57"/>
                  <a:gd name="T49" fmla="*/ 33 h 86"/>
                  <a:gd name="T50" fmla="*/ 57 w 57"/>
                  <a:gd name="T51" fmla="*/ 27 h 86"/>
                  <a:gd name="T52" fmla="*/ 56 w 57"/>
                  <a:gd name="T53" fmla="*/ 23 h 86"/>
                  <a:gd name="T54" fmla="*/ 52 w 57"/>
                  <a:gd name="T55" fmla="*/ 23 h 86"/>
                  <a:gd name="T56" fmla="*/ 32 w 57"/>
                  <a:gd name="T57" fmla="*/ 24 h 86"/>
                  <a:gd name="T58" fmla="*/ 37 w 57"/>
                  <a:gd name="T59" fmla="*/ 6 h 86"/>
                  <a:gd name="T60" fmla="*/ 35 w 57"/>
                  <a:gd name="T61" fmla="*/ 2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7" h="86">
                    <a:moveTo>
                      <a:pt x="35" y="2"/>
                    </a:moveTo>
                    <a:cubicBezTo>
                      <a:pt x="34" y="1"/>
                      <a:pt x="32" y="0"/>
                      <a:pt x="30" y="0"/>
                    </a:cubicBezTo>
                    <a:cubicBezTo>
                      <a:pt x="26" y="0"/>
                      <a:pt x="24" y="2"/>
                      <a:pt x="23" y="7"/>
                    </a:cubicBezTo>
                    <a:cubicBezTo>
                      <a:pt x="21" y="15"/>
                      <a:pt x="19" y="21"/>
                      <a:pt x="18" y="25"/>
                    </a:cubicBezTo>
                    <a:cubicBezTo>
                      <a:pt x="5" y="26"/>
                      <a:pt x="5" y="26"/>
                      <a:pt x="5" y="26"/>
                    </a:cubicBezTo>
                    <a:cubicBezTo>
                      <a:pt x="2" y="26"/>
                      <a:pt x="0" y="28"/>
                      <a:pt x="0" y="31"/>
                    </a:cubicBezTo>
                    <a:cubicBezTo>
                      <a:pt x="0" y="33"/>
                      <a:pt x="1" y="35"/>
                      <a:pt x="2" y="36"/>
                    </a:cubicBezTo>
                    <a:cubicBezTo>
                      <a:pt x="4" y="38"/>
                      <a:pt x="6" y="38"/>
                      <a:pt x="8" y="38"/>
                    </a:cubicBezTo>
                    <a:cubicBezTo>
                      <a:pt x="9" y="38"/>
                      <a:pt x="9" y="38"/>
                      <a:pt x="9" y="38"/>
                    </a:cubicBezTo>
                    <a:cubicBezTo>
                      <a:pt x="10" y="38"/>
                      <a:pt x="12" y="38"/>
                      <a:pt x="14" y="38"/>
                    </a:cubicBezTo>
                    <a:cubicBezTo>
                      <a:pt x="10" y="53"/>
                      <a:pt x="8" y="64"/>
                      <a:pt x="8" y="69"/>
                    </a:cubicBezTo>
                    <a:cubicBezTo>
                      <a:pt x="8" y="75"/>
                      <a:pt x="10" y="79"/>
                      <a:pt x="12" y="82"/>
                    </a:cubicBezTo>
                    <a:cubicBezTo>
                      <a:pt x="15" y="85"/>
                      <a:pt x="19" y="86"/>
                      <a:pt x="24" y="86"/>
                    </a:cubicBezTo>
                    <a:cubicBezTo>
                      <a:pt x="30" y="86"/>
                      <a:pt x="36" y="84"/>
                      <a:pt x="42" y="80"/>
                    </a:cubicBezTo>
                    <a:cubicBezTo>
                      <a:pt x="47" y="76"/>
                      <a:pt x="50" y="72"/>
                      <a:pt x="50" y="68"/>
                    </a:cubicBezTo>
                    <a:cubicBezTo>
                      <a:pt x="50" y="68"/>
                      <a:pt x="49" y="67"/>
                      <a:pt x="49" y="66"/>
                    </a:cubicBezTo>
                    <a:cubicBezTo>
                      <a:pt x="48" y="66"/>
                      <a:pt x="47" y="65"/>
                      <a:pt x="46" y="65"/>
                    </a:cubicBezTo>
                    <a:cubicBezTo>
                      <a:pt x="45" y="65"/>
                      <a:pt x="43" y="66"/>
                      <a:pt x="41" y="68"/>
                    </a:cubicBezTo>
                    <a:cubicBezTo>
                      <a:pt x="38" y="70"/>
                      <a:pt x="35" y="72"/>
                      <a:pt x="33" y="73"/>
                    </a:cubicBezTo>
                    <a:cubicBezTo>
                      <a:pt x="31" y="74"/>
                      <a:pt x="29" y="74"/>
                      <a:pt x="27" y="74"/>
                    </a:cubicBezTo>
                    <a:cubicBezTo>
                      <a:pt x="25" y="74"/>
                      <a:pt x="24" y="73"/>
                      <a:pt x="24" y="72"/>
                    </a:cubicBezTo>
                    <a:cubicBezTo>
                      <a:pt x="23" y="71"/>
                      <a:pt x="23" y="69"/>
                      <a:pt x="23" y="65"/>
                    </a:cubicBezTo>
                    <a:cubicBezTo>
                      <a:pt x="23" y="64"/>
                      <a:pt x="23" y="58"/>
                      <a:pt x="25" y="50"/>
                    </a:cubicBezTo>
                    <a:cubicBezTo>
                      <a:pt x="27" y="41"/>
                      <a:pt x="28" y="37"/>
                      <a:pt x="29" y="37"/>
                    </a:cubicBezTo>
                    <a:cubicBezTo>
                      <a:pt x="49" y="33"/>
                      <a:pt x="49" y="33"/>
                      <a:pt x="49" y="33"/>
                    </a:cubicBezTo>
                    <a:cubicBezTo>
                      <a:pt x="54" y="33"/>
                      <a:pt x="57" y="30"/>
                      <a:pt x="57" y="27"/>
                    </a:cubicBezTo>
                    <a:cubicBezTo>
                      <a:pt x="57" y="25"/>
                      <a:pt x="57" y="24"/>
                      <a:pt x="56" y="23"/>
                    </a:cubicBezTo>
                    <a:cubicBezTo>
                      <a:pt x="56" y="23"/>
                      <a:pt x="54" y="23"/>
                      <a:pt x="52" y="23"/>
                    </a:cubicBezTo>
                    <a:cubicBezTo>
                      <a:pt x="51" y="23"/>
                      <a:pt x="44" y="23"/>
                      <a:pt x="32" y="24"/>
                    </a:cubicBezTo>
                    <a:cubicBezTo>
                      <a:pt x="35" y="13"/>
                      <a:pt x="37" y="7"/>
                      <a:pt x="37" y="6"/>
                    </a:cubicBezTo>
                    <a:cubicBezTo>
                      <a:pt x="37" y="5"/>
                      <a:pt x="36" y="3"/>
                      <a:pt x="3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Freeform 400"/>
              <p:cNvSpPr>
                <a:spLocks noEditPoints="1"/>
              </p:cNvSpPr>
              <p:nvPr/>
            </p:nvSpPr>
            <p:spPr bwMode="auto">
              <a:xfrm>
                <a:off x="4179888" y="4413251"/>
                <a:ext cx="79375" cy="85725"/>
              </a:xfrm>
              <a:custGeom>
                <a:avLst/>
                <a:gdLst>
                  <a:gd name="T0" fmla="*/ 57 w 61"/>
                  <a:gd name="T1" fmla="*/ 12 h 66"/>
                  <a:gd name="T2" fmla="*/ 50 w 61"/>
                  <a:gd name="T3" fmla="*/ 7 h 66"/>
                  <a:gd name="T4" fmla="*/ 41 w 61"/>
                  <a:gd name="T5" fmla="*/ 0 h 66"/>
                  <a:gd name="T6" fmla="*/ 13 w 61"/>
                  <a:gd name="T7" fmla="*/ 17 h 66"/>
                  <a:gd name="T8" fmla="*/ 0 w 61"/>
                  <a:gd name="T9" fmla="*/ 50 h 66"/>
                  <a:gd name="T10" fmla="*/ 4 w 61"/>
                  <a:gd name="T11" fmla="*/ 60 h 66"/>
                  <a:gd name="T12" fmla="*/ 13 w 61"/>
                  <a:gd name="T13" fmla="*/ 65 h 66"/>
                  <a:gd name="T14" fmla="*/ 42 w 61"/>
                  <a:gd name="T15" fmla="*/ 44 h 66"/>
                  <a:gd name="T16" fmla="*/ 52 w 61"/>
                  <a:gd name="T17" fmla="*/ 66 h 66"/>
                  <a:gd name="T18" fmla="*/ 58 w 61"/>
                  <a:gd name="T19" fmla="*/ 64 h 66"/>
                  <a:gd name="T20" fmla="*/ 61 w 61"/>
                  <a:gd name="T21" fmla="*/ 59 h 66"/>
                  <a:gd name="T22" fmla="*/ 59 w 61"/>
                  <a:gd name="T23" fmla="*/ 56 h 66"/>
                  <a:gd name="T24" fmla="*/ 56 w 61"/>
                  <a:gd name="T25" fmla="*/ 54 h 66"/>
                  <a:gd name="T26" fmla="*/ 54 w 61"/>
                  <a:gd name="T27" fmla="*/ 50 h 66"/>
                  <a:gd name="T28" fmla="*/ 53 w 61"/>
                  <a:gd name="T29" fmla="*/ 40 h 66"/>
                  <a:gd name="T30" fmla="*/ 56 w 61"/>
                  <a:gd name="T31" fmla="*/ 21 h 66"/>
                  <a:gd name="T32" fmla="*/ 57 w 61"/>
                  <a:gd name="T33" fmla="*/ 12 h 66"/>
                  <a:gd name="T34" fmla="*/ 33 w 61"/>
                  <a:gd name="T35" fmla="*/ 40 h 66"/>
                  <a:gd name="T36" fmla="*/ 16 w 61"/>
                  <a:gd name="T37" fmla="*/ 52 h 66"/>
                  <a:gd name="T38" fmla="*/ 14 w 61"/>
                  <a:gd name="T39" fmla="*/ 47 h 66"/>
                  <a:gd name="T40" fmla="*/ 23 w 61"/>
                  <a:gd name="T41" fmla="*/ 25 h 66"/>
                  <a:gd name="T42" fmla="*/ 38 w 61"/>
                  <a:gd name="T43" fmla="*/ 12 h 66"/>
                  <a:gd name="T44" fmla="*/ 41 w 61"/>
                  <a:gd name="T45" fmla="*/ 14 h 66"/>
                  <a:gd name="T46" fmla="*/ 43 w 61"/>
                  <a:gd name="T47" fmla="*/ 19 h 66"/>
                  <a:gd name="T48" fmla="*/ 33 w 61"/>
                  <a:gd name="T49" fmla="*/ 4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1" h="66">
                    <a:moveTo>
                      <a:pt x="57" y="12"/>
                    </a:moveTo>
                    <a:cubicBezTo>
                      <a:pt x="57" y="9"/>
                      <a:pt x="55" y="7"/>
                      <a:pt x="50" y="7"/>
                    </a:cubicBezTo>
                    <a:cubicBezTo>
                      <a:pt x="49" y="2"/>
                      <a:pt x="46" y="0"/>
                      <a:pt x="41" y="0"/>
                    </a:cubicBezTo>
                    <a:cubicBezTo>
                      <a:pt x="32" y="0"/>
                      <a:pt x="23" y="6"/>
                      <a:pt x="13" y="17"/>
                    </a:cubicBezTo>
                    <a:cubicBezTo>
                      <a:pt x="4" y="29"/>
                      <a:pt x="0" y="40"/>
                      <a:pt x="0" y="50"/>
                    </a:cubicBezTo>
                    <a:cubicBezTo>
                      <a:pt x="0" y="54"/>
                      <a:pt x="1" y="58"/>
                      <a:pt x="4" y="60"/>
                    </a:cubicBezTo>
                    <a:cubicBezTo>
                      <a:pt x="6" y="63"/>
                      <a:pt x="9" y="65"/>
                      <a:pt x="13" y="65"/>
                    </a:cubicBezTo>
                    <a:cubicBezTo>
                      <a:pt x="22" y="65"/>
                      <a:pt x="32" y="58"/>
                      <a:pt x="42" y="44"/>
                    </a:cubicBezTo>
                    <a:cubicBezTo>
                      <a:pt x="41" y="59"/>
                      <a:pt x="44" y="66"/>
                      <a:pt x="52" y="66"/>
                    </a:cubicBezTo>
                    <a:cubicBezTo>
                      <a:pt x="54" y="66"/>
                      <a:pt x="56" y="66"/>
                      <a:pt x="58" y="64"/>
                    </a:cubicBezTo>
                    <a:cubicBezTo>
                      <a:pt x="60" y="63"/>
                      <a:pt x="61" y="61"/>
                      <a:pt x="61" y="59"/>
                    </a:cubicBezTo>
                    <a:cubicBezTo>
                      <a:pt x="61" y="58"/>
                      <a:pt x="60" y="57"/>
                      <a:pt x="59" y="56"/>
                    </a:cubicBezTo>
                    <a:cubicBezTo>
                      <a:pt x="57" y="56"/>
                      <a:pt x="56" y="55"/>
                      <a:pt x="56" y="54"/>
                    </a:cubicBezTo>
                    <a:cubicBezTo>
                      <a:pt x="56" y="54"/>
                      <a:pt x="55" y="52"/>
                      <a:pt x="54" y="50"/>
                    </a:cubicBezTo>
                    <a:cubicBezTo>
                      <a:pt x="54" y="48"/>
                      <a:pt x="53" y="45"/>
                      <a:pt x="53" y="40"/>
                    </a:cubicBezTo>
                    <a:cubicBezTo>
                      <a:pt x="53" y="35"/>
                      <a:pt x="54" y="29"/>
                      <a:pt x="56" y="21"/>
                    </a:cubicBezTo>
                    <a:cubicBezTo>
                      <a:pt x="57" y="17"/>
                      <a:pt x="57" y="14"/>
                      <a:pt x="57" y="12"/>
                    </a:cubicBezTo>
                    <a:close/>
                    <a:moveTo>
                      <a:pt x="33" y="40"/>
                    </a:moveTo>
                    <a:cubicBezTo>
                      <a:pt x="26" y="48"/>
                      <a:pt x="20" y="52"/>
                      <a:pt x="16" y="52"/>
                    </a:cubicBezTo>
                    <a:cubicBezTo>
                      <a:pt x="15" y="52"/>
                      <a:pt x="14" y="50"/>
                      <a:pt x="14" y="47"/>
                    </a:cubicBezTo>
                    <a:cubicBezTo>
                      <a:pt x="14" y="41"/>
                      <a:pt x="17" y="34"/>
                      <a:pt x="23" y="25"/>
                    </a:cubicBezTo>
                    <a:cubicBezTo>
                      <a:pt x="30" y="17"/>
                      <a:pt x="35" y="12"/>
                      <a:pt x="38" y="12"/>
                    </a:cubicBezTo>
                    <a:cubicBezTo>
                      <a:pt x="40" y="12"/>
                      <a:pt x="41" y="13"/>
                      <a:pt x="41" y="14"/>
                    </a:cubicBezTo>
                    <a:cubicBezTo>
                      <a:pt x="42" y="15"/>
                      <a:pt x="43" y="17"/>
                      <a:pt x="43" y="19"/>
                    </a:cubicBezTo>
                    <a:cubicBezTo>
                      <a:pt x="43" y="25"/>
                      <a:pt x="39" y="32"/>
                      <a:pt x="33"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Freeform 401"/>
              <p:cNvSpPr>
                <a:spLocks/>
              </p:cNvSpPr>
              <p:nvPr/>
            </p:nvSpPr>
            <p:spPr bwMode="auto">
              <a:xfrm>
                <a:off x="4270376" y="4419601"/>
                <a:ext cx="93663" cy="76200"/>
              </a:xfrm>
              <a:custGeom>
                <a:avLst/>
                <a:gdLst>
                  <a:gd name="T0" fmla="*/ 17 w 73"/>
                  <a:gd name="T1" fmla="*/ 2 h 60"/>
                  <a:gd name="T2" fmla="*/ 11 w 73"/>
                  <a:gd name="T3" fmla="*/ 0 h 60"/>
                  <a:gd name="T4" fmla="*/ 6 w 73"/>
                  <a:gd name="T5" fmla="*/ 4 h 60"/>
                  <a:gd name="T6" fmla="*/ 4 w 73"/>
                  <a:gd name="T7" fmla="*/ 9 h 60"/>
                  <a:gd name="T8" fmla="*/ 2 w 73"/>
                  <a:gd name="T9" fmla="*/ 40 h 60"/>
                  <a:gd name="T10" fmla="*/ 0 w 73"/>
                  <a:gd name="T11" fmla="*/ 52 h 60"/>
                  <a:gd name="T12" fmla="*/ 9 w 73"/>
                  <a:gd name="T13" fmla="*/ 60 h 60"/>
                  <a:gd name="T14" fmla="*/ 12 w 73"/>
                  <a:gd name="T15" fmla="*/ 59 h 60"/>
                  <a:gd name="T16" fmla="*/ 14 w 73"/>
                  <a:gd name="T17" fmla="*/ 55 h 60"/>
                  <a:gd name="T18" fmla="*/ 26 w 73"/>
                  <a:gd name="T19" fmla="*/ 33 h 60"/>
                  <a:gd name="T20" fmla="*/ 41 w 73"/>
                  <a:gd name="T21" fmla="*/ 17 h 60"/>
                  <a:gd name="T22" fmla="*/ 46 w 73"/>
                  <a:gd name="T23" fmla="*/ 32 h 60"/>
                  <a:gd name="T24" fmla="*/ 50 w 73"/>
                  <a:gd name="T25" fmla="*/ 51 h 60"/>
                  <a:gd name="T26" fmla="*/ 50 w 73"/>
                  <a:gd name="T27" fmla="*/ 51 h 60"/>
                  <a:gd name="T28" fmla="*/ 60 w 73"/>
                  <a:gd name="T29" fmla="*/ 57 h 60"/>
                  <a:gd name="T30" fmla="*/ 70 w 73"/>
                  <a:gd name="T31" fmla="*/ 54 h 60"/>
                  <a:gd name="T32" fmla="*/ 73 w 73"/>
                  <a:gd name="T33" fmla="*/ 48 h 60"/>
                  <a:gd name="T34" fmla="*/ 71 w 73"/>
                  <a:gd name="T35" fmla="*/ 44 h 60"/>
                  <a:gd name="T36" fmla="*/ 67 w 73"/>
                  <a:gd name="T37" fmla="*/ 45 h 60"/>
                  <a:gd name="T38" fmla="*/ 64 w 73"/>
                  <a:gd name="T39" fmla="*/ 46 h 60"/>
                  <a:gd name="T40" fmla="*/ 59 w 73"/>
                  <a:gd name="T41" fmla="*/ 24 h 60"/>
                  <a:gd name="T42" fmla="*/ 43 w 73"/>
                  <a:gd name="T43" fmla="*/ 3 h 60"/>
                  <a:gd name="T44" fmla="*/ 15 w 73"/>
                  <a:gd name="T45" fmla="*/ 32 h 60"/>
                  <a:gd name="T46" fmla="*/ 18 w 73"/>
                  <a:gd name="T47" fmla="*/ 11 h 60"/>
                  <a:gd name="T48" fmla="*/ 17 w 73"/>
                  <a:gd name="T49" fmla="*/ 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3" h="60">
                    <a:moveTo>
                      <a:pt x="17" y="2"/>
                    </a:moveTo>
                    <a:cubicBezTo>
                      <a:pt x="15" y="1"/>
                      <a:pt x="14" y="0"/>
                      <a:pt x="11" y="0"/>
                    </a:cubicBezTo>
                    <a:cubicBezTo>
                      <a:pt x="10" y="0"/>
                      <a:pt x="8" y="2"/>
                      <a:pt x="6" y="4"/>
                    </a:cubicBezTo>
                    <a:cubicBezTo>
                      <a:pt x="5" y="6"/>
                      <a:pt x="4" y="8"/>
                      <a:pt x="4" y="9"/>
                    </a:cubicBezTo>
                    <a:cubicBezTo>
                      <a:pt x="4" y="21"/>
                      <a:pt x="3" y="32"/>
                      <a:pt x="2" y="40"/>
                    </a:cubicBezTo>
                    <a:cubicBezTo>
                      <a:pt x="1" y="46"/>
                      <a:pt x="0" y="51"/>
                      <a:pt x="0" y="52"/>
                    </a:cubicBezTo>
                    <a:cubicBezTo>
                      <a:pt x="0" y="58"/>
                      <a:pt x="3" y="60"/>
                      <a:pt x="9" y="60"/>
                    </a:cubicBezTo>
                    <a:cubicBezTo>
                      <a:pt x="10" y="60"/>
                      <a:pt x="11" y="60"/>
                      <a:pt x="12" y="59"/>
                    </a:cubicBezTo>
                    <a:cubicBezTo>
                      <a:pt x="13" y="58"/>
                      <a:pt x="13" y="57"/>
                      <a:pt x="14" y="55"/>
                    </a:cubicBezTo>
                    <a:cubicBezTo>
                      <a:pt x="15" y="50"/>
                      <a:pt x="19" y="43"/>
                      <a:pt x="26" y="33"/>
                    </a:cubicBezTo>
                    <a:cubicBezTo>
                      <a:pt x="33" y="22"/>
                      <a:pt x="38" y="17"/>
                      <a:pt x="41" y="17"/>
                    </a:cubicBezTo>
                    <a:cubicBezTo>
                      <a:pt x="44" y="17"/>
                      <a:pt x="45" y="22"/>
                      <a:pt x="46" y="32"/>
                    </a:cubicBezTo>
                    <a:cubicBezTo>
                      <a:pt x="47" y="41"/>
                      <a:pt x="49" y="48"/>
                      <a:pt x="50" y="51"/>
                    </a:cubicBezTo>
                    <a:cubicBezTo>
                      <a:pt x="50" y="51"/>
                      <a:pt x="50" y="51"/>
                      <a:pt x="50" y="51"/>
                    </a:cubicBezTo>
                    <a:cubicBezTo>
                      <a:pt x="52" y="55"/>
                      <a:pt x="55" y="57"/>
                      <a:pt x="60" y="57"/>
                    </a:cubicBezTo>
                    <a:cubicBezTo>
                      <a:pt x="64" y="57"/>
                      <a:pt x="67" y="56"/>
                      <a:pt x="70" y="54"/>
                    </a:cubicBezTo>
                    <a:cubicBezTo>
                      <a:pt x="72" y="52"/>
                      <a:pt x="73" y="50"/>
                      <a:pt x="73" y="48"/>
                    </a:cubicBezTo>
                    <a:cubicBezTo>
                      <a:pt x="73" y="45"/>
                      <a:pt x="72" y="44"/>
                      <a:pt x="71" y="44"/>
                    </a:cubicBezTo>
                    <a:cubicBezTo>
                      <a:pt x="70" y="44"/>
                      <a:pt x="69" y="45"/>
                      <a:pt x="67" y="45"/>
                    </a:cubicBezTo>
                    <a:cubicBezTo>
                      <a:pt x="66" y="45"/>
                      <a:pt x="65" y="46"/>
                      <a:pt x="64" y="46"/>
                    </a:cubicBezTo>
                    <a:cubicBezTo>
                      <a:pt x="62" y="46"/>
                      <a:pt x="60" y="38"/>
                      <a:pt x="59" y="24"/>
                    </a:cubicBezTo>
                    <a:cubicBezTo>
                      <a:pt x="57" y="10"/>
                      <a:pt x="52" y="3"/>
                      <a:pt x="43" y="3"/>
                    </a:cubicBezTo>
                    <a:cubicBezTo>
                      <a:pt x="33" y="3"/>
                      <a:pt x="23" y="13"/>
                      <a:pt x="15" y="32"/>
                    </a:cubicBezTo>
                    <a:cubicBezTo>
                      <a:pt x="17" y="22"/>
                      <a:pt x="18" y="15"/>
                      <a:pt x="18" y="11"/>
                    </a:cubicBezTo>
                    <a:cubicBezTo>
                      <a:pt x="18" y="6"/>
                      <a:pt x="18" y="3"/>
                      <a:pt x="1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402"/>
              <p:cNvSpPr>
                <a:spLocks noEditPoints="1"/>
              </p:cNvSpPr>
              <p:nvPr/>
            </p:nvSpPr>
            <p:spPr bwMode="auto">
              <a:xfrm>
                <a:off x="4368801" y="4370388"/>
                <a:ext cx="93663" cy="128588"/>
              </a:xfrm>
              <a:custGeom>
                <a:avLst/>
                <a:gdLst>
                  <a:gd name="T0" fmla="*/ 69 w 72"/>
                  <a:gd name="T1" fmla="*/ 84 h 100"/>
                  <a:gd name="T2" fmla="*/ 65 w 72"/>
                  <a:gd name="T3" fmla="*/ 85 h 100"/>
                  <a:gd name="T4" fmla="*/ 60 w 72"/>
                  <a:gd name="T5" fmla="*/ 86 h 100"/>
                  <a:gd name="T6" fmla="*/ 56 w 72"/>
                  <a:gd name="T7" fmla="*/ 76 h 100"/>
                  <a:gd name="T8" fmla="*/ 60 w 72"/>
                  <a:gd name="T9" fmla="*/ 48 h 100"/>
                  <a:gd name="T10" fmla="*/ 67 w 72"/>
                  <a:gd name="T11" fmla="*/ 18 h 100"/>
                  <a:gd name="T12" fmla="*/ 70 w 72"/>
                  <a:gd name="T13" fmla="*/ 8 h 100"/>
                  <a:gd name="T14" fmla="*/ 68 w 72"/>
                  <a:gd name="T15" fmla="*/ 2 h 100"/>
                  <a:gd name="T16" fmla="*/ 64 w 72"/>
                  <a:gd name="T17" fmla="*/ 0 h 100"/>
                  <a:gd name="T18" fmla="*/ 60 w 72"/>
                  <a:gd name="T19" fmla="*/ 1 h 100"/>
                  <a:gd name="T20" fmla="*/ 56 w 72"/>
                  <a:gd name="T21" fmla="*/ 6 h 100"/>
                  <a:gd name="T22" fmla="*/ 53 w 72"/>
                  <a:gd name="T23" fmla="*/ 18 h 100"/>
                  <a:gd name="T24" fmla="*/ 48 w 72"/>
                  <a:gd name="T25" fmla="*/ 41 h 100"/>
                  <a:gd name="T26" fmla="*/ 38 w 72"/>
                  <a:gd name="T27" fmla="*/ 38 h 100"/>
                  <a:gd name="T28" fmla="*/ 13 w 72"/>
                  <a:gd name="T29" fmla="*/ 53 h 100"/>
                  <a:gd name="T30" fmla="*/ 0 w 72"/>
                  <a:gd name="T31" fmla="*/ 83 h 100"/>
                  <a:gd name="T32" fmla="*/ 4 w 72"/>
                  <a:gd name="T33" fmla="*/ 95 h 100"/>
                  <a:gd name="T34" fmla="*/ 14 w 72"/>
                  <a:gd name="T35" fmla="*/ 100 h 100"/>
                  <a:gd name="T36" fmla="*/ 44 w 72"/>
                  <a:gd name="T37" fmla="*/ 79 h 100"/>
                  <a:gd name="T38" fmla="*/ 46 w 72"/>
                  <a:gd name="T39" fmla="*/ 93 h 100"/>
                  <a:gd name="T40" fmla="*/ 55 w 72"/>
                  <a:gd name="T41" fmla="*/ 99 h 100"/>
                  <a:gd name="T42" fmla="*/ 66 w 72"/>
                  <a:gd name="T43" fmla="*/ 95 h 100"/>
                  <a:gd name="T44" fmla="*/ 72 w 72"/>
                  <a:gd name="T45" fmla="*/ 87 h 100"/>
                  <a:gd name="T46" fmla="*/ 69 w 72"/>
                  <a:gd name="T47" fmla="*/ 84 h 100"/>
                  <a:gd name="T48" fmla="*/ 35 w 72"/>
                  <a:gd name="T49" fmla="*/ 75 h 100"/>
                  <a:gd name="T50" fmla="*/ 18 w 72"/>
                  <a:gd name="T51" fmla="*/ 87 h 100"/>
                  <a:gd name="T52" fmla="*/ 14 w 72"/>
                  <a:gd name="T53" fmla="*/ 82 h 100"/>
                  <a:gd name="T54" fmla="*/ 22 w 72"/>
                  <a:gd name="T55" fmla="*/ 60 h 100"/>
                  <a:gd name="T56" fmla="*/ 38 w 72"/>
                  <a:gd name="T57" fmla="*/ 49 h 100"/>
                  <a:gd name="T58" fmla="*/ 43 w 72"/>
                  <a:gd name="T59" fmla="*/ 51 h 100"/>
                  <a:gd name="T60" fmla="*/ 44 w 72"/>
                  <a:gd name="T61" fmla="*/ 55 h 100"/>
                  <a:gd name="T62" fmla="*/ 35 w 72"/>
                  <a:gd name="T63" fmla="*/ 75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2" h="100">
                    <a:moveTo>
                      <a:pt x="69" y="84"/>
                    </a:moveTo>
                    <a:cubicBezTo>
                      <a:pt x="68" y="84"/>
                      <a:pt x="67" y="84"/>
                      <a:pt x="65" y="85"/>
                    </a:cubicBezTo>
                    <a:cubicBezTo>
                      <a:pt x="63" y="86"/>
                      <a:pt x="62" y="86"/>
                      <a:pt x="60" y="86"/>
                    </a:cubicBezTo>
                    <a:cubicBezTo>
                      <a:pt x="57" y="86"/>
                      <a:pt x="56" y="83"/>
                      <a:pt x="56" y="76"/>
                    </a:cubicBezTo>
                    <a:cubicBezTo>
                      <a:pt x="56" y="69"/>
                      <a:pt x="57" y="60"/>
                      <a:pt x="60" y="48"/>
                    </a:cubicBezTo>
                    <a:cubicBezTo>
                      <a:pt x="62" y="36"/>
                      <a:pt x="64" y="26"/>
                      <a:pt x="67" y="18"/>
                    </a:cubicBezTo>
                    <a:cubicBezTo>
                      <a:pt x="69" y="13"/>
                      <a:pt x="70" y="10"/>
                      <a:pt x="70" y="8"/>
                    </a:cubicBezTo>
                    <a:cubicBezTo>
                      <a:pt x="70" y="6"/>
                      <a:pt x="69" y="4"/>
                      <a:pt x="68" y="2"/>
                    </a:cubicBezTo>
                    <a:cubicBezTo>
                      <a:pt x="67" y="1"/>
                      <a:pt x="66" y="0"/>
                      <a:pt x="64" y="0"/>
                    </a:cubicBezTo>
                    <a:cubicBezTo>
                      <a:pt x="63" y="0"/>
                      <a:pt x="61" y="0"/>
                      <a:pt x="60" y="1"/>
                    </a:cubicBezTo>
                    <a:cubicBezTo>
                      <a:pt x="58" y="3"/>
                      <a:pt x="57" y="4"/>
                      <a:pt x="56" y="6"/>
                    </a:cubicBezTo>
                    <a:cubicBezTo>
                      <a:pt x="55" y="8"/>
                      <a:pt x="54" y="12"/>
                      <a:pt x="53" y="18"/>
                    </a:cubicBezTo>
                    <a:cubicBezTo>
                      <a:pt x="53" y="21"/>
                      <a:pt x="51" y="29"/>
                      <a:pt x="48" y="41"/>
                    </a:cubicBezTo>
                    <a:cubicBezTo>
                      <a:pt x="46" y="39"/>
                      <a:pt x="43" y="38"/>
                      <a:pt x="38" y="38"/>
                    </a:cubicBezTo>
                    <a:cubicBezTo>
                      <a:pt x="29" y="38"/>
                      <a:pt x="21" y="43"/>
                      <a:pt x="13" y="53"/>
                    </a:cubicBezTo>
                    <a:cubicBezTo>
                      <a:pt x="4" y="63"/>
                      <a:pt x="0" y="73"/>
                      <a:pt x="0" y="83"/>
                    </a:cubicBezTo>
                    <a:cubicBezTo>
                      <a:pt x="0" y="88"/>
                      <a:pt x="1" y="92"/>
                      <a:pt x="4" y="95"/>
                    </a:cubicBezTo>
                    <a:cubicBezTo>
                      <a:pt x="7" y="98"/>
                      <a:pt x="10" y="100"/>
                      <a:pt x="14" y="100"/>
                    </a:cubicBezTo>
                    <a:cubicBezTo>
                      <a:pt x="24" y="100"/>
                      <a:pt x="34" y="93"/>
                      <a:pt x="44" y="79"/>
                    </a:cubicBezTo>
                    <a:cubicBezTo>
                      <a:pt x="44" y="84"/>
                      <a:pt x="44" y="89"/>
                      <a:pt x="46" y="93"/>
                    </a:cubicBezTo>
                    <a:cubicBezTo>
                      <a:pt x="48" y="97"/>
                      <a:pt x="51" y="99"/>
                      <a:pt x="55" y="99"/>
                    </a:cubicBezTo>
                    <a:cubicBezTo>
                      <a:pt x="58" y="99"/>
                      <a:pt x="62" y="98"/>
                      <a:pt x="66" y="95"/>
                    </a:cubicBezTo>
                    <a:cubicBezTo>
                      <a:pt x="70" y="93"/>
                      <a:pt x="72" y="90"/>
                      <a:pt x="72" y="87"/>
                    </a:cubicBezTo>
                    <a:cubicBezTo>
                      <a:pt x="72" y="85"/>
                      <a:pt x="71" y="84"/>
                      <a:pt x="69" y="84"/>
                    </a:cubicBezTo>
                    <a:close/>
                    <a:moveTo>
                      <a:pt x="35" y="75"/>
                    </a:moveTo>
                    <a:cubicBezTo>
                      <a:pt x="28" y="83"/>
                      <a:pt x="22" y="87"/>
                      <a:pt x="18" y="87"/>
                    </a:cubicBezTo>
                    <a:cubicBezTo>
                      <a:pt x="15" y="87"/>
                      <a:pt x="14" y="85"/>
                      <a:pt x="14" y="82"/>
                    </a:cubicBezTo>
                    <a:cubicBezTo>
                      <a:pt x="14" y="75"/>
                      <a:pt x="16" y="68"/>
                      <a:pt x="22" y="60"/>
                    </a:cubicBezTo>
                    <a:cubicBezTo>
                      <a:pt x="27" y="53"/>
                      <a:pt x="33" y="49"/>
                      <a:pt x="38" y="49"/>
                    </a:cubicBezTo>
                    <a:cubicBezTo>
                      <a:pt x="40" y="49"/>
                      <a:pt x="41" y="49"/>
                      <a:pt x="43" y="51"/>
                    </a:cubicBezTo>
                    <a:cubicBezTo>
                      <a:pt x="44" y="52"/>
                      <a:pt x="44" y="53"/>
                      <a:pt x="44" y="55"/>
                    </a:cubicBezTo>
                    <a:cubicBezTo>
                      <a:pt x="44" y="60"/>
                      <a:pt x="41" y="66"/>
                      <a:pt x="35"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403"/>
              <p:cNvSpPr>
                <a:spLocks noEditPoints="1"/>
              </p:cNvSpPr>
              <p:nvPr/>
            </p:nvSpPr>
            <p:spPr bwMode="auto">
              <a:xfrm>
                <a:off x="3960813" y="3411538"/>
                <a:ext cx="63500" cy="65088"/>
              </a:xfrm>
              <a:custGeom>
                <a:avLst/>
                <a:gdLst>
                  <a:gd name="T0" fmla="*/ 25 w 50"/>
                  <a:gd name="T1" fmla="*/ 0 h 50"/>
                  <a:gd name="T2" fmla="*/ 0 w 50"/>
                  <a:gd name="T3" fmla="*/ 25 h 50"/>
                  <a:gd name="T4" fmla="*/ 25 w 50"/>
                  <a:gd name="T5" fmla="*/ 50 h 50"/>
                  <a:gd name="T6" fmla="*/ 50 w 50"/>
                  <a:gd name="T7" fmla="*/ 25 h 50"/>
                  <a:gd name="T8" fmla="*/ 25 w 50"/>
                  <a:gd name="T9" fmla="*/ 0 h 50"/>
                  <a:gd name="T10" fmla="*/ 23 w 50"/>
                  <a:gd name="T11" fmla="*/ 42 h 50"/>
                  <a:gd name="T12" fmla="*/ 8 w 50"/>
                  <a:gd name="T13" fmla="*/ 26 h 50"/>
                  <a:gd name="T14" fmla="*/ 23 w 50"/>
                  <a:gd name="T15" fmla="*/ 11 h 50"/>
                  <a:gd name="T16" fmla="*/ 39 w 50"/>
                  <a:gd name="T17" fmla="*/ 26 h 50"/>
                  <a:gd name="T18" fmla="*/ 23 w 50"/>
                  <a:gd name="T19" fmla="*/ 4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50">
                    <a:moveTo>
                      <a:pt x="25" y="0"/>
                    </a:moveTo>
                    <a:cubicBezTo>
                      <a:pt x="11" y="0"/>
                      <a:pt x="0" y="11"/>
                      <a:pt x="0" y="25"/>
                    </a:cubicBezTo>
                    <a:cubicBezTo>
                      <a:pt x="0" y="39"/>
                      <a:pt x="11" y="50"/>
                      <a:pt x="25" y="50"/>
                    </a:cubicBezTo>
                    <a:cubicBezTo>
                      <a:pt x="39" y="50"/>
                      <a:pt x="50" y="39"/>
                      <a:pt x="50" y="25"/>
                    </a:cubicBezTo>
                    <a:cubicBezTo>
                      <a:pt x="50" y="11"/>
                      <a:pt x="39" y="0"/>
                      <a:pt x="25" y="0"/>
                    </a:cubicBezTo>
                    <a:close/>
                    <a:moveTo>
                      <a:pt x="23" y="42"/>
                    </a:moveTo>
                    <a:cubicBezTo>
                      <a:pt x="15" y="42"/>
                      <a:pt x="8" y="35"/>
                      <a:pt x="8" y="26"/>
                    </a:cubicBezTo>
                    <a:cubicBezTo>
                      <a:pt x="8" y="18"/>
                      <a:pt x="15" y="11"/>
                      <a:pt x="23" y="11"/>
                    </a:cubicBezTo>
                    <a:cubicBezTo>
                      <a:pt x="32" y="11"/>
                      <a:pt x="39" y="18"/>
                      <a:pt x="39" y="26"/>
                    </a:cubicBezTo>
                    <a:cubicBezTo>
                      <a:pt x="39" y="35"/>
                      <a:pt x="32" y="42"/>
                      <a:pt x="23"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Freeform 404"/>
              <p:cNvSpPr>
                <a:spLocks noEditPoints="1"/>
              </p:cNvSpPr>
              <p:nvPr/>
            </p:nvSpPr>
            <p:spPr bwMode="auto">
              <a:xfrm>
                <a:off x="3997326" y="3317876"/>
                <a:ext cx="84138" cy="84138"/>
              </a:xfrm>
              <a:custGeom>
                <a:avLst/>
                <a:gdLst>
                  <a:gd name="T0" fmla="*/ 33 w 65"/>
                  <a:gd name="T1" fmla="*/ 0 h 65"/>
                  <a:gd name="T2" fmla="*/ 0 w 65"/>
                  <a:gd name="T3" fmla="*/ 33 h 65"/>
                  <a:gd name="T4" fmla="*/ 33 w 65"/>
                  <a:gd name="T5" fmla="*/ 65 h 65"/>
                  <a:gd name="T6" fmla="*/ 65 w 65"/>
                  <a:gd name="T7" fmla="*/ 33 h 65"/>
                  <a:gd name="T8" fmla="*/ 33 w 65"/>
                  <a:gd name="T9" fmla="*/ 0 h 65"/>
                  <a:gd name="T10" fmla="*/ 33 w 65"/>
                  <a:gd name="T11" fmla="*/ 56 h 65"/>
                  <a:gd name="T12" fmla="*/ 13 w 65"/>
                  <a:gd name="T13" fmla="*/ 36 h 65"/>
                  <a:gd name="T14" fmla="*/ 33 w 65"/>
                  <a:gd name="T15" fmla="*/ 16 h 65"/>
                  <a:gd name="T16" fmla="*/ 53 w 65"/>
                  <a:gd name="T17" fmla="*/ 36 h 65"/>
                  <a:gd name="T18" fmla="*/ 33 w 65"/>
                  <a:gd name="T19" fmla="*/ 56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0"/>
                    </a:moveTo>
                    <a:cubicBezTo>
                      <a:pt x="15" y="0"/>
                      <a:pt x="0" y="15"/>
                      <a:pt x="0" y="33"/>
                    </a:cubicBezTo>
                    <a:cubicBezTo>
                      <a:pt x="0" y="50"/>
                      <a:pt x="15" y="65"/>
                      <a:pt x="33" y="65"/>
                    </a:cubicBezTo>
                    <a:cubicBezTo>
                      <a:pt x="51" y="65"/>
                      <a:pt x="65" y="50"/>
                      <a:pt x="65" y="33"/>
                    </a:cubicBezTo>
                    <a:cubicBezTo>
                      <a:pt x="65" y="15"/>
                      <a:pt x="51" y="0"/>
                      <a:pt x="33" y="0"/>
                    </a:cubicBezTo>
                    <a:close/>
                    <a:moveTo>
                      <a:pt x="33" y="56"/>
                    </a:moveTo>
                    <a:cubicBezTo>
                      <a:pt x="22" y="56"/>
                      <a:pt x="13" y="48"/>
                      <a:pt x="13" y="36"/>
                    </a:cubicBezTo>
                    <a:cubicBezTo>
                      <a:pt x="13" y="25"/>
                      <a:pt x="22" y="16"/>
                      <a:pt x="33" y="16"/>
                    </a:cubicBezTo>
                    <a:cubicBezTo>
                      <a:pt x="44" y="16"/>
                      <a:pt x="53" y="25"/>
                      <a:pt x="53" y="36"/>
                    </a:cubicBezTo>
                    <a:cubicBezTo>
                      <a:pt x="53" y="48"/>
                      <a:pt x="44" y="56"/>
                      <a:pt x="33" y="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 name="Freeform 405"/>
              <p:cNvSpPr>
                <a:spLocks noEditPoints="1"/>
              </p:cNvSpPr>
              <p:nvPr/>
            </p:nvSpPr>
            <p:spPr bwMode="auto">
              <a:xfrm>
                <a:off x="3944938" y="3225801"/>
                <a:ext cx="84138" cy="82550"/>
              </a:xfrm>
              <a:custGeom>
                <a:avLst/>
                <a:gdLst>
                  <a:gd name="T0" fmla="*/ 33 w 65"/>
                  <a:gd name="T1" fmla="*/ 0 h 64"/>
                  <a:gd name="T2" fmla="*/ 0 w 65"/>
                  <a:gd name="T3" fmla="*/ 32 h 64"/>
                  <a:gd name="T4" fmla="*/ 33 w 65"/>
                  <a:gd name="T5" fmla="*/ 64 h 64"/>
                  <a:gd name="T6" fmla="*/ 65 w 65"/>
                  <a:gd name="T7" fmla="*/ 32 h 64"/>
                  <a:gd name="T8" fmla="*/ 33 w 65"/>
                  <a:gd name="T9" fmla="*/ 0 h 64"/>
                  <a:gd name="T10" fmla="*/ 35 w 65"/>
                  <a:gd name="T11" fmla="*/ 57 h 64"/>
                  <a:gd name="T12" fmla="*/ 15 w 65"/>
                  <a:gd name="T13" fmla="*/ 37 h 64"/>
                  <a:gd name="T14" fmla="*/ 35 w 65"/>
                  <a:gd name="T15" fmla="*/ 17 h 64"/>
                  <a:gd name="T16" fmla="*/ 55 w 65"/>
                  <a:gd name="T17" fmla="*/ 37 h 64"/>
                  <a:gd name="T18" fmla="*/ 35 w 65"/>
                  <a:gd name="T19" fmla="*/ 57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4">
                    <a:moveTo>
                      <a:pt x="33" y="0"/>
                    </a:moveTo>
                    <a:cubicBezTo>
                      <a:pt x="15" y="0"/>
                      <a:pt x="0" y="14"/>
                      <a:pt x="0" y="32"/>
                    </a:cubicBezTo>
                    <a:cubicBezTo>
                      <a:pt x="0" y="50"/>
                      <a:pt x="15" y="64"/>
                      <a:pt x="33" y="64"/>
                    </a:cubicBezTo>
                    <a:cubicBezTo>
                      <a:pt x="51" y="64"/>
                      <a:pt x="65" y="50"/>
                      <a:pt x="65" y="32"/>
                    </a:cubicBezTo>
                    <a:cubicBezTo>
                      <a:pt x="65" y="14"/>
                      <a:pt x="51" y="0"/>
                      <a:pt x="33" y="0"/>
                    </a:cubicBezTo>
                    <a:close/>
                    <a:moveTo>
                      <a:pt x="35" y="57"/>
                    </a:moveTo>
                    <a:cubicBezTo>
                      <a:pt x="24" y="57"/>
                      <a:pt x="15" y="48"/>
                      <a:pt x="15" y="37"/>
                    </a:cubicBezTo>
                    <a:cubicBezTo>
                      <a:pt x="15" y="26"/>
                      <a:pt x="24" y="17"/>
                      <a:pt x="35" y="17"/>
                    </a:cubicBezTo>
                    <a:cubicBezTo>
                      <a:pt x="46" y="17"/>
                      <a:pt x="55" y="26"/>
                      <a:pt x="55" y="37"/>
                    </a:cubicBezTo>
                    <a:cubicBezTo>
                      <a:pt x="55" y="48"/>
                      <a:pt x="46" y="57"/>
                      <a:pt x="35"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Freeform 406"/>
              <p:cNvSpPr>
                <a:spLocks noEditPoints="1"/>
              </p:cNvSpPr>
              <p:nvPr/>
            </p:nvSpPr>
            <p:spPr bwMode="auto">
              <a:xfrm>
                <a:off x="3524251" y="2703513"/>
                <a:ext cx="658813" cy="544513"/>
              </a:xfrm>
              <a:custGeom>
                <a:avLst/>
                <a:gdLst>
                  <a:gd name="T0" fmla="*/ 365 w 510"/>
                  <a:gd name="T1" fmla="*/ 49 h 422"/>
                  <a:gd name="T2" fmla="*/ 255 w 510"/>
                  <a:gd name="T3" fmla="*/ 0 h 422"/>
                  <a:gd name="T4" fmla="*/ 155 w 510"/>
                  <a:gd name="T5" fmla="*/ 37 h 422"/>
                  <a:gd name="T6" fmla="*/ 142 w 510"/>
                  <a:gd name="T7" fmla="*/ 36 h 422"/>
                  <a:gd name="T8" fmla="*/ 71 w 510"/>
                  <a:gd name="T9" fmla="*/ 97 h 422"/>
                  <a:gd name="T10" fmla="*/ 72 w 510"/>
                  <a:gd name="T11" fmla="*/ 101 h 422"/>
                  <a:gd name="T12" fmla="*/ 0 w 510"/>
                  <a:gd name="T13" fmla="*/ 199 h 422"/>
                  <a:gd name="T14" fmla="*/ 42 w 510"/>
                  <a:gd name="T15" fmla="*/ 279 h 422"/>
                  <a:gd name="T16" fmla="*/ 38 w 510"/>
                  <a:gd name="T17" fmla="*/ 300 h 422"/>
                  <a:gd name="T18" fmla="*/ 88 w 510"/>
                  <a:gd name="T19" fmla="*/ 358 h 422"/>
                  <a:gd name="T20" fmla="*/ 209 w 510"/>
                  <a:gd name="T21" fmla="*/ 422 h 422"/>
                  <a:gd name="T22" fmla="*/ 326 w 510"/>
                  <a:gd name="T23" fmla="*/ 364 h 422"/>
                  <a:gd name="T24" fmla="*/ 360 w 510"/>
                  <a:gd name="T25" fmla="*/ 368 h 422"/>
                  <a:gd name="T26" fmla="*/ 492 w 510"/>
                  <a:gd name="T27" fmla="*/ 258 h 422"/>
                  <a:gd name="T28" fmla="*/ 486 w 510"/>
                  <a:gd name="T29" fmla="*/ 223 h 422"/>
                  <a:gd name="T30" fmla="*/ 510 w 510"/>
                  <a:gd name="T31" fmla="*/ 159 h 422"/>
                  <a:gd name="T32" fmla="*/ 377 w 510"/>
                  <a:gd name="T33" fmla="*/ 49 h 422"/>
                  <a:gd name="T34" fmla="*/ 365 w 510"/>
                  <a:gd name="T35" fmla="*/ 49 h 422"/>
                  <a:gd name="T36" fmla="*/ 486 w 510"/>
                  <a:gd name="T37" fmla="*/ 169 h 422"/>
                  <a:gd name="T38" fmla="*/ 478 w 510"/>
                  <a:gd name="T39" fmla="*/ 207 h 422"/>
                  <a:gd name="T40" fmla="*/ 450 w 510"/>
                  <a:gd name="T41" fmla="*/ 177 h 422"/>
                  <a:gd name="T42" fmla="*/ 476 w 510"/>
                  <a:gd name="T43" fmla="*/ 242 h 422"/>
                  <a:gd name="T44" fmla="*/ 343 w 510"/>
                  <a:gd name="T45" fmla="*/ 353 h 422"/>
                  <a:gd name="T46" fmla="*/ 322 w 510"/>
                  <a:gd name="T47" fmla="*/ 351 h 422"/>
                  <a:gd name="T48" fmla="*/ 209 w 510"/>
                  <a:gd name="T49" fmla="*/ 403 h 422"/>
                  <a:gd name="T50" fmla="*/ 102 w 510"/>
                  <a:gd name="T51" fmla="*/ 358 h 422"/>
                  <a:gd name="T52" fmla="*/ 151 w 510"/>
                  <a:gd name="T53" fmla="*/ 327 h 422"/>
                  <a:gd name="T54" fmla="*/ 110 w 510"/>
                  <a:gd name="T55" fmla="*/ 341 h 422"/>
                  <a:gd name="T56" fmla="*/ 51 w 510"/>
                  <a:gd name="T57" fmla="*/ 288 h 422"/>
                  <a:gd name="T58" fmla="*/ 53 w 510"/>
                  <a:gd name="T59" fmla="*/ 272 h 422"/>
                  <a:gd name="T60" fmla="*/ 20 w 510"/>
                  <a:gd name="T61" fmla="*/ 199 h 422"/>
                  <a:gd name="T62" fmla="*/ 90 w 510"/>
                  <a:gd name="T63" fmla="*/ 101 h 422"/>
                  <a:gd name="T64" fmla="*/ 160 w 510"/>
                  <a:gd name="T65" fmla="*/ 52 h 422"/>
                  <a:gd name="T66" fmla="*/ 201 w 510"/>
                  <a:gd name="T67" fmla="*/ 63 h 422"/>
                  <a:gd name="T68" fmla="*/ 176 w 510"/>
                  <a:gd name="T69" fmla="*/ 44 h 422"/>
                  <a:gd name="T70" fmla="*/ 255 w 510"/>
                  <a:gd name="T71" fmla="*/ 22 h 422"/>
                  <a:gd name="T72" fmla="*/ 346 w 510"/>
                  <a:gd name="T73" fmla="*/ 52 h 422"/>
                  <a:gd name="T74" fmla="*/ 307 w 510"/>
                  <a:gd name="T75" fmla="*/ 65 h 422"/>
                  <a:gd name="T76" fmla="*/ 353 w 510"/>
                  <a:gd name="T77" fmla="*/ 59 h 422"/>
                  <a:gd name="T78" fmla="*/ 486 w 510"/>
                  <a:gd name="T79" fmla="*/ 169 h 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10" h="422">
                    <a:moveTo>
                      <a:pt x="365" y="49"/>
                    </a:moveTo>
                    <a:cubicBezTo>
                      <a:pt x="341" y="19"/>
                      <a:pt x="301" y="0"/>
                      <a:pt x="255" y="0"/>
                    </a:cubicBezTo>
                    <a:cubicBezTo>
                      <a:pt x="215" y="0"/>
                      <a:pt x="180" y="14"/>
                      <a:pt x="155" y="37"/>
                    </a:cubicBezTo>
                    <a:cubicBezTo>
                      <a:pt x="151" y="37"/>
                      <a:pt x="147" y="36"/>
                      <a:pt x="142" y="36"/>
                    </a:cubicBezTo>
                    <a:cubicBezTo>
                      <a:pt x="103" y="36"/>
                      <a:pt x="71" y="63"/>
                      <a:pt x="71" y="97"/>
                    </a:cubicBezTo>
                    <a:cubicBezTo>
                      <a:pt x="71" y="98"/>
                      <a:pt x="71" y="99"/>
                      <a:pt x="72" y="101"/>
                    </a:cubicBezTo>
                    <a:cubicBezTo>
                      <a:pt x="29" y="119"/>
                      <a:pt x="0" y="156"/>
                      <a:pt x="0" y="199"/>
                    </a:cubicBezTo>
                    <a:cubicBezTo>
                      <a:pt x="0" y="231"/>
                      <a:pt x="16" y="259"/>
                      <a:pt x="42" y="279"/>
                    </a:cubicBezTo>
                    <a:cubicBezTo>
                      <a:pt x="40" y="286"/>
                      <a:pt x="38" y="293"/>
                      <a:pt x="38" y="300"/>
                    </a:cubicBezTo>
                    <a:cubicBezTo>
                      <a:pt x="38" y="329"/>
                      <a:pt x="60" y="353"/>
                      <a:pt x="88" y="358"/>
                    </a:cubicBezTo>
                    <a:cubicBezTo>
                      <a:pt x="109" y="396"/>
                      <a:pt x="155" y="422"/>
                      <a:pt x="209" y="422"/>
                    </a:cubicBezTo>
                    <a:cubicBezTo>
                      <a:pt x="260" y="422"/>
                      <a:pt x="303" y="399"/>
                      <a:pt x="326" y="364"/>
                    </a:cubicBezTo>
                    <a:cubicBezTo>
                      <a:pt x="337" y="367"/>
                      <a:pt x="348" y="368"/>
                      <a:pt x="360" y="368"/>
                    </a:cubicBezTo>
                    <a:cubicBezTo>
                      <a:pt x="433" y="368"/>
                      <a:pt x="492" y="319"/>
                      <a:pt x="492" y="258"/>
                    </a:cubicBezTo>
                    <a:cubicBezTo>
                      <a:pt x="492" y="245"/>
                      <a:pt x="490" y="234"/>
                      <a:pt x="486" y="223"/>
                    </a:cubicBezTo>
                    <a:cubicBezTo>
                      <a:pt x="501" y="205"/>
                      <a:pt x="510" y="183"/>
                      <a:pt x="510" y="159"/>
                    </a:cubicBezTo>
                    <a:cubicBezTo>
                      <a:pt x="510" y="98"/>
                      <a:pt x="451" y="49"/>
                      <a:pt x="377" y="49"/>
                    </a:cubicBezTo>
                    <a:cubicBezTo>
                      <a:pt x="373" y="49"/>
                      <a:pt x="369" y="49"/>
                      <a:pt x="365" y="49"/>
                    </a:cubicBezTo>
                    <a:close/>
                    <a:moveTo>
                      <a:pt x="486" y="169"/>
                    </a:moveTo>
                    <a:cubicBezTo>
                      <a:pt x="486" y="182"/>
                      <a:pt x="483" y="195"/>
                      <a:pt x="478" y="207"/>
                    </a:cubicBezTo>
                    <a:cubicBezTo>
                      <a:pt x="471" y="196"/>
                      <a:pt x="461" y="185"/>
                      <a:pt x="450" y="177"/>
                    </a:cubicBezTo>
                    <a:cubicBezTo>
                      <a:pt x="466" y="195"/>
                      <a:pt x="476" y="218"/>
                      <a:pt x="476" y="242"/>
                    </a:cubicBezTo>
                    <a:cubicBezTo>
                      <a:pt x="476" y="303"/>
                      <a:pt x="416" y="353"/>
                      <a:pt x="343" y="353"/>
                    </a:cubicBezTo>
                    <a:cubicBezTo>
                      <a:pt x="336" y="353"/>
                      <a:pt x="329" y="352"/>
                      <a:pt x="322" y="351"/>
                    </a:cubicBezTo>
                    <a:cubicBezTo>
                      <a:pt x="298" y="382"/>
                      <a:pt x="257" y="403"/>
                      <a:pt x="209" y="403"/>
                    </a:cubicBezTo>
                    <a:cubicBezTo>
                      <a:pt x="165" y="403"/>
                      <a:pt x="126" y="386"/>
                      <a:pt x="102" y="358"/>
                    </a:cubicBezTo>
                    <a:cubicBezTo>
                      <a:pt x="124" y="357"/>
                      <a:pt x="142" y="344"/>
                      <a:pt x="151" y="327"/>
                    </a:cubicBezTo>
                    <a:cubicBezTo>
                      <a:pt x="140" y="336"/>
                      <a:pt x="126" y="341"/>
                      <a:pt x="110" y="341"/>
                    </a:cubicBezTo>
                    <a:cubicBezTo>
                      <a:pt x="77" y="341"/>
                      <a:pt x="51" y="317"/>
                      <a:pt x="51" y="288"/>
                    </a:cubicBezTo>
                    <a:cubicBezTo>
                      <a:pt x="51" y="282"/>
                      <a:pt x="52" y="277"/>
                      <a:pt x="53" y="272"/>
                    </a:cubicBezTo>
                    <a:cubicBezTo>
                      <a:pt x="33" y="252"/>
                      <a:pt x="20" y="227"/>
                      <a:pt x="20" y="199"/>
                    </a:cubicBezTo>
                    <a:cubicBezTo>
                      <a:pt x="20" y="156"/>
                      <a:pt x="48" y="120"/>
                      <a:pt x="90" y="101"/>
                    </a:cubicBezTo>
                    <a:cubicBezTo>
                      <a:pt x="96" y="73"/>
                      <a:pt x="125" y="52"/>
                      <a:pt x="160" y="52"/>
                    </a:cubicBezTo>
                    <a:cubicBezTo>
                      <a:pt x="175" y="52"/>
                      <a:pt x="189" y="56"/>
                      <a:pt x="201" y="63"/>
                    </a:cubicBezTo>
                    <a:cubicBezTo>
                      <a:pt x="194" y="55"/>
                      <a:pt x="186" y="48"/>
                      <a:pt x="176" y="44"/>
                    </a:cubicBezTo>
                    <a:cubicBezTo>
                      <a:pt x="198" y="30"/>
                      <a:pt x="225" y="22"/>
                      <a:pt x="255" y="22"/>
                    </a:cubicBezTo>
                    <a:cubicBezTo>
                      <a:pt x="290" y="22"/>
                      <a:pt x="322" y="33"/>
                      <a:pt x="346" y="52"/>
                    </a:cubicBezTo>
                    <a:cubicBezTo>
                      <a:pt x="332" y="55"/>
                      <a:pt x="319" y="59"/>
                      <a:pt x="307" y="65"/>
                    </a:cubicBezTo>
                    <a:cubicBezTo>
                      <a:pt x="322" y="61"/>
                      <a:pt x="337" y="59"/>
                      <a:pt x="353" y="59"/>
                    </a:cubicBezTo>
                    <a:cubicBezTo>
                      <a:pt x="426" y="59"/>
                      <a:pt x="486" y="108"/>
                      <a:pt x="486" y="1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 name="组合 8"/>
            <p:cNvGrpSpPr/>
            <p:nvPr/>
          </p:nvGrpSpPr>
          <p:grpSpPr>
            <a:xfrm>
              <a:off x="4554538" y="4845051"/>
              <a:ext cx="1401763" cy="1646237"/>
              <a:chOff x="4554538" y="4845051"/>
              <a:chExt cx="1401763" cy="1646237"/>
            </a:xfrm>
            <a:solidFill>
              <a:schemeClr val="tx1">
                <a:lumMod val="65000"/>
                <a:lumOff val="35000"/>
              </a:schemeClr>
            </a:solidFill>
          </p:grpSpPr>
          <p:sp>
            <p:nvSpPr>
              <p:cNvPr id="189" name="Freeform 407"/>
              <p:cNvSpPr>
                <a:spLocks noEditPoints="1"/>
              </p:cNvSpPr>
              <p:nvPr/>
            </p:nvSpPr>
            <p:spPr bwMode="auto">
              <a:xfrm>
                <a:off x="4897438" y="6335713"/>
                <a:ext cx="106363" cy="115888"/>
              </a:xfrm>
              <a:custGeom>
                <a:avLst/>
                <a:gdLst>
                  <a:gd name="T0" fmla="*/ 46 w 82"/>
                  <a:gd name="T1" fmla="*/ 0 h 89"/>
                  <a:gd name="T2" fmla="*/ 33 w 82"/>
                  <a:gd name="T3" fmla="*/ 0 h 89"/>
                  <a:gd name="T4" fmla="*/ 19 w 82"/>
                  <a:gd name="T5" fmla="*/ 1 h 89"/>
                  <a:gd name="T6" fmla="*/ 11 w 82"/>
                  <a:gd name="T7" fmla="*/ 1 h 89"/>
                  <a:gd name="T8" fmla="*/ 5 w 82"/>
                  <a:gd name="T9" fmla="*/ 3 h 89"/>
                  <a:gd name="T10" fmla="*/ 3 w 82"/>
                  <a:gd name="T11" fmla="*/ 9 h 89"/>
                  <a:gd name="T12" fmla="*/ 9 w 82"/>
                  <a:gd name="T13" fmla="*/ 14 h 89"/>
                  <a:gd name="T14" fmla="*/ 10 w 82"/>
                  <a:gd name="T15" fmla="*/ 15 h 89"/>
                  <a:gd name="T16" fmla="*/ 9 w 82"/>
                  <a:gd name="T17" fmla="*/ 22 h 89"/>
                  <a:gd name="T18" fmla="*/ 4 w 82"/>
                  <a:gd name="T19" fmla="*/ 65 h 89"/>
                  <a:gd name="T20" fmla="*/ 3 w 82"/>
                  <a:gd name="T21" fmla="*/ 75 h 89"/>
                  <a:gd name="T22" fmla="*/ 2 w 82"/>
                  <a:gd name="T23" fmla="*/ 78 h 89"/>
                  <a:gd name="T24" fmla="*/ 0 w 82"/>
                  <a:gd name="T25" fmla="*/ 82 h 89"/>
                  <a:gd name="T26" fmla="*/ 3 w 82"/>
                  <a:gd name="T27" fmla="*/ 86 h 89"/>
                  <a:gd name="T28" fmla="*/ 8 w 82"/>
                  <a:gd name="T29" fmla="*/ 89 h 89"/>
                  <a:gd name="T30" fmla="*/ 16 w 82"/>
                  <a:gd name="T31" fmla="*/ 87 h 89"/>
                  <a:gd name="T32" fmla="*/ 21 w 82"/>
                  <a:gd name="T33" fmla="*/ 84 h 89"/>
                  <a:gd name="T34" fmla="*/ 30 w 82"/>
                  <a:gd name="T35" fmla="*/ 81 h 89"/>
                  <a:gd name="T36" fmla="*/ 67 w 82"/>
                  <a:gd name="T37" fmla="*/ 63 h 89"/>
                  <a:gd name="T38" fmla="*/ 82 w 82"/>
                  <a:gd name="T39" fmla="*/ 33 h 89"/>
                  <a:gd name="T40" fmla="*/ 72 w 82"/>
                  <a:gd name="T41" fmla="*/ 9 h 89"/>
                  <a:gd name="T42" fmla="*/ 46 w 82"/>
                  <a:gd name="T43" fmla="*/ 0 h 89"/>
                  <a:gd name="T44" fmla="*/ 59 w 82"/>
                  <a:gd name="T45" fmla="*/ 54 h 89"/>
                  <a:gd name="T46" fmla="*/ 36 w 82"/>
                  <a:gd name="T47" fmla="*/ 67 h 89"/>
                  <a:gd name="T48" fmla="*/ 18 w 82"/>
                  <a:gd name="T49" fmla="*/ 72 h 89"/>
                  <a:gd name="T50" fmla="*/ 18 w 82"/>
                  <a:gd name="T51" fmla="*/ 68 h 89"/>
                  <a:gd name="T52" fmla="*/ 24 w 82"/>
                  <a:gd name="T53" fmla="*/ 13 h 89"/>
                  <a:gd name="T54" fmla="*/ 26 w 82"/>
                  <a:gd name="T55" fmla="*/ 13 h 89"/>
                  <a:gd name="T56" fmla="*/ 44 w 82"/>
                  <a:gd name="T57" fmla="*/ 11 h 89"/>
                  <a:gd name="T58" fmla="*/ 62 w 82"/>
                  <a:gd name="T59" fmla="*/ 17 h 89"/>
                  <a:gd name="T60" fmla="*/ 68 w 82"/>
                  <a:gd name="T61" fmla="*/ 32 h 89"/>
                  <a:gd name="T62" fmla="*/ 59 w 82"/>
                  <a:gd name="T63" fmla="*/ 54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2" h="89">
                    <a:moveTo>
                      <a:pt x="46" y="0"/>
                    </a:moveTo>
                    <a:cubicBezTo>
                      <a:pt x="43" y="0"/>
                      <a:pt x="38" y="0"/>
                      <a:pt x="33" y="0"/>
                    </a:cubicBezTo>
                    <a:cubicBezTo>
                      <a:pt x="27" y="1"/>
                      <a:pt x="22" y="1"/>
                      <a:pt x="19" y="1"/>
                    </a:cubicBezTo>
                    <a:cubicBezTo>
                      <a:pt x="11" y="1"/>
                      <a:pt x="11" y="1"/>
                      <a:pt x="11" y="1"/>
                    </a:cubicBezTo>
                    <a:cubicBezTo>
                      <a:pt x="9" y="1"/>
                      <a:pt x="7" y="2"/>
                      <a:pt x="5" y="3"/>
                    </a:cubicBezTo>
                    <a:cubicBezTo>
                      <a:pt x="4" y="5"/>
                      <a:pt x="3" y="7"/>
                      <a:pt x="3" y="9"/>
                    </a:cubicBezTo>
                    <a:cubicBezTo>
                      <a:pt x="3" y="11"/>
                      <a:pt x="5" y="13"/>
                      <a:pt x="9" y="14"/>
                    </a:cubicBezTo>
                    <a:cubicBezTo>
                      <a:pt x="10" y="14"/>
                      <a:pt x="10" y="15"/>
                      <a:pt x="10" y="15"/>
                    </a:cubicBezTo>
                    <a:cubicBezTo>
                      <a:pt x="10" y="17"/>
                      <a:pt x="10" y="19"/>
                      <a:pt x="9" y="22"/>
                    </a:cubicBezTo>
                    <a:cubicBezTo>
                      <a:pt x="7" y="37"/>
                      <a:pt x="5" y="51"/>
                      <a:pt x="4" y="65"/>
                    </a:cubicBezTo>
                    <a:cubicBezTo>
                      <a:pt x="4" y="70"/>
                      <a:pt x="3" y="73"/>
                      <a:pt x="3" y="75"/>
                    </a:cubicBezTo>
                    <a:cubicBezTo>
                      <a:pt x="2" y="78"/>
                      <a:pt x="2" y="78"/>
                      <a:pt x="2" y="78"/>
                    </a:cubicBezTo>
                    <a:cubicBezTo>
                      <a:pt x="1" y="80"/>
                      <a:pt x="0" y="81"/>
                      <a:pt x="0" y="82"/>
                    </a:cubicBezTo>
                    <a:cubicBezTo>
                      <a:pt x="0" y="83"/>
                      <a:pt x="1" y="85"/>
                      <a:pt x="3" y="86"/>
                    </a:cubicBezTo>
                    <a:cubicBezTo>
                      <a:pt x="4" y="88"/>
                      <a:pt x="6" y="89"/>
                      <a:pt x="8" y="89"/>
                    </a:cubicBezTo>
                    <a:cubicBezTo>
                      <a:pt x="11" y="89"/>
                      <a:pt x="13" y="88"/>
                      <a:pt x="16" y="87"/>
                    </a:cubicBezTo>
                    <a:cubicBezTo>
                      <a:pt x="18" y="85"/>
                      <a:pt x="20" y="84"/>
                      <a:pt x="21" y="84"/>
                    </a:cubicBezTo>
                    <a:cubicBezTo>
                      <a:pt x="23" y="83"/>
                      <a:pt x="26" y="82"/>
                      <a:pt x="30" y="81"/>
                    </a:cubicBezTo>
                    <a:cubicBezTo>
                      <a:pt x="44" y="78"/>
                      <a:pt x="57" y="72"/>
                      <a:pt x="67" y="63"/>
                    </a:cubicBezTo>
                    <a:cubicBezTo>
                      <a:pt x="77" y="54"/>
                      <a:pt x="82" y="44"/>
                      <a:pt x="82" y="33"/>
                    </a:cubicBezTo>
                    <a:cubicBezTo>
                      <a:pt x="82" y="23"/>
                      <a:pt x="79" y="15"/>
                      <a:pt x="72" y="9"/>
                    </a:cubicBezTo>
                    <a:cubicBezTo>
                      <a:pt x="66" y="3"/>
                      <a:pt x="57" y="0"/>
                      <a:pt x="46" y="0"/>
                    </a:cubicBezTo>
                    <a:close/>
                    <a:moveTo>
                      <a:pt x="59" y="54"/>
                    </a:moveTo>
                    <a:cubicBezTo>
                      <a:pt x="53" y="60"/>
                      <a:pt x="45" y="64"/>
                      <a:pt x="36" y="67"/>
                    </a:cubicBezTo>
                    <a:cubicBezTo>
                      <a:pt x="26" y="70"/>
                      <a:pt x="20" y="72"/>
                      <a:pt x="18" y="72"/>
                    </a:cubicBezTo>
                    <a:cubicBezTo>
                      <a:pt x="18" y="71"/>
                      <a:pt x="18" y="70"/>
                      <a:pt x="18" y="68"/>
                    </a:cubicBezTo>
                    <a:cubicBezTo>
                      <a:pt x="18" y="57"/>
                      <a:pt x="20" y="39"/>
                      <a:pt x="24" y="13"/>
                    </a:cubicBezTo>
                    <a:cubicBezTo>
                      <a:pt x="25" y="13"/>
                      <a:pt x="25" y="13"/>
                      <a:pt x="26" y="13"/>
                    </a:cubicBezTo>
                    <a:cubicBezTo>
                      <a:pt x="33" y="12"/>
                      <a:pt x="39" y="11"/>
                      <a:pt x="44" y="11"/>
                    </a:cubicBezTo>
                    <a:cubicBezTo>
                      <a:pt x="51" y="11"/>
                      <a:pt x="57" y="13"/>
                      <a:pt x="62" y="17"/>
                    </a:cubicBezTo>
                    <a:cubicBezTo>
                      <a:pt x="66" y="21"/>
                      <a:pt x="68" y="26"/>
                      <a:pt x="68" y="32"/>
                    </a:cubicBezTo>
                    <a:cubicBezTo>
                      <a:pt x="68" y="40"/>
                      <a:pt x="65" y="47"/>
                      <a:pt x="59"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408"/>
              <p:cNvSpPr>
                <a:spLocks noEditPoints="1"/>
              </p:cNvSpPr>
              <p:nvPr/>
            </p:nvSpPr>
            <p:spPr bwMode="auto">
              <a:xfrm>
                <a:off x="5014913" y="6362701"/>
                <a:ext cx="73025" cy="85725"/>
              </a:xfrm>
              <a:custGeom>
                <a:avLst/>
                <a:gdLst>
                  <a:gd name="T0" fmla="*/ 35 w 57"/>
                  <a:gd name="T1" fmla="*/ 0 h 66"/>
                  <a:gd name="T2" fmla="*/ 10 w 57"/>
                  <a:gd name="T3" fmla="*/ 15 h 66"/>
                  <a:gd name="T4" fmla="*/ 0 w 57"/>
                  <a:gd name="T5" fmla="*/ 44 h 66"/>
                  <a:gd name="T6" fmla="*/ 6 w 57"/>
                  <a:gd name="T7" fmla="*/ 60 h 66"/>
                  <a:gd name="T8" fmla="*/ 20 w 57"/>
                  <a:gd name="T9" fmla="*/ 66 h 66"/>
                  <a:gd name="T10" fmla="*/ 41 w 57"/>
                  <a:gd name="T11" fmla="*/ 57 h 66"/>
                  <a:gd name="T12" fmla="*/ 56 w 57"/>
                  <a:gd name="T13" fmla="*/ 34 h 66"/>
                  <a:gd name="T14" fmla="*/ 56 w 57"/>
                  <a:gd name="T15" fmla="*/ 34 h 66"/>
                  <a:gd name="T16" fmla="*/ 57 w 57"/>
                  <a:gd name="T17" fmla="*/ 25 h 66"/>
                  <a:gd name="T18" fmla="*/ 51 w 57"/>
                  <a:gd name="T19" fmla="*/ 8 h 66"/>
                  <a:gd name="T20" fmla="*/ 35 w 57"/>
                  <a:gd name="T21" fmla="*/ 0 h 66"/>
                  <a:gd name="T22" fmla="*/ 36 w 57"/>
                  <a:gd name="T23" fmla="*/ 45 h 66"/>
                  <a:gd name="T24" fmla="*/ 21 w 57"/>
                  <a:gd name="T25" fmla="*/ 54 h 66"/>
                  <a:gd name="T26" fmla="*/ 16 w 57"/>
                  <a:gd name="T27" fmla="*/ 51 h 66"/>
                  <a:gd name="T28" fmla="*/ 14 w 57"/>
                  <a:gd name="T29" fmla="*/ 43 h 66"/>
                  <a:gd name="T30" fmla="*/ 18 w 57"/>
                  <a:gd name="T31" fmla="*/ 27 h 66"/>
                  <a:gd name="T32" fmla="*/ 26 w 57"/>
                  <a:gd name="T33" fmla="*/ 15 h 66"/>
                  <a:gd name="T34" fmla="*/ 26 w 57"/>
                  <a:gd name="T35" fmla="*/ 15 h 66"/>
                  <a:gd name="T36" fmla="*/ 34 w 57"/>
                  <a:gd name="T37" fmla="*/ 13 h 66"/>
                  <a:gd name="T38" fmla="*/ 41 w 57"/>
                  <a:gd name="T39" fmla="*/ 16 h 66"/>
                  <a:gd name="T40" fmla="*/ 43 w 57"/>
                  <a:gd name="T41" fmla="*/ 26 h 66"/>
                  <a:gd name="T42" fmla="*/ 36 w 57"/>
                  <a:gd name="T43" fmla="*/ 4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 h="66">
                    <a:moveTo>
                      <a:pt x="35" y="0"/>
                    </a:moveTo>
                    <a:cubicBezTo>
                      <a:pt x="25" y="0"/>
                      <a:pt x="17" y="5"/>
                      <a:pt x="10" y="15"/>
                    </a:cubicBezTo>
                    <a:cubicBezTo>
                      <a:pt x="3" y="24"/>
                      <a:pt x="0" y="34"/>
                      <a:pt x="0" y="44"/>
                    </a:cubicBezTo>
                    <a:cubicBezTo>
                      <a:pt x="0" y="50"/>
                      <a:pt x="2" y="55"/>
                      <a:pt x="6" y="60"/>
                    </a:cubicBezTo>
                    <a:cubicBezTo>
                      <a:pt x="9" y="64"/>
                      <a:pt x="14" y="66"/>
                      <a:pt x="20" y="66"/>
                    </a:cubicBezTo>
                    <a:cubicBezTo>
                      <a:pt x="27" y="66"/>
                      <a:pt x="34" y="63"/>
                      <a:pt x="41" y="57"/>
                    </a:cubicBezTo>
                    <a:cubicBezTo>
                      <a:pt x="49" y="50"/>
                      <a:pt x="54" y="43"/>
                      <a:pt x="56" y="34"/>
                    </a:cubicBezTo>
                    <a:cubicBezTo>
                      <a:pt x="56" y="34"/>
                      <a:pt x="56" y="34"/>
                      <a:pt x="56" y="34"/>
                    </a:cubicBezTo>
                    <a:cubicBezTo>
                      <a:pt x="57" y="31"/>
                      <a:pt x="57" y="28"/>
                      <a:pt x="57" y="25"/>
                    </a:cubicBezTo>
                    <a:cubicBezTo>
                      <a:pt x="57" y="18"/>
                      <a:pt x="55" y="12"/>
                      <a:pt x="51" y="8"/>
                    </a:cubicBezTo>
                    <a:cubicBezTo>
                      <a:pt x="47" y="3"/>
                      <a:pt x="42" y="0"/>
                      <a:pt x="35" y="0"/>
                    </a:cubicBezTo>
                    <a:close/>
                    <a:moveTo>
                      <a:pt x="36" y="45"/>
                    </a:moveTo>
                    <a:cubicBezTo>
                      <a:pt x="30" y="51"/>
                      <a:pt x="25" y="54"/>
                      <a:pt x="21" y="54"/>
                    </a:cubicBezTo>
                    <a:cubicBezTo>
                      <a:pt x="19" y="54"/>
                      <a:pt x="17" y="53"/>
                      <a:pt x="16" y="51"/>
                    </a:cubicBezTo>
                    <a:cubicBezTo>
                      <a:pt x="15" y="49"/>
                      <a:pt x="14" y="46"/>
                      <a:pt x="14" y="43"/>
                    </a:cubicBezTo>
                    <a:cubicBezTo>
                      <a:pt x="14" y="37"/>
                      <a:pt x="16" y="32"/>
                      <a:pt x="18" y="27"/>
                    </a:cubicBezTo>
                    <a:cubicBezTo>
                      <a:pt x="21" y="22"/>
                      <a:pt x="23" y="18"/>
                      <a:pt x="26" y="15"/>
                    </a:cubicBezTo>
                    <a:cubicBezTo>
                      <a:pt x="26" y="15"/>
                      <a:pt x="26" y="15"/>
                      <a:pt x="26" y="15"/>
                    </a:cubicBezTo>
                    <a:cubicBezTo>
                      <a:pt x="28" y="13"/>
                      <a:pt x="31" y="13"/>
                      <a:pt x="34" y="13"/>
                    </a:cubicBezTo>
                    <a:cubicBezTo>
                      <a:pt x="37" y="13"/>
                      <a:pt x="39" y="14"/>
                      <a:pt x="41" y="16"/>
                    </a:cubicBezTo>
                    <a:cubicBezTo>
                      <a:pt x="43" y="19"/>
                      <a:pt x="43" y="22"/>
                      <a:pt x="43" y="26"/>
                    </a:cubicBezTo>
                    <a:cubicBezTo>
                      <a:pt x="43" y="33"/>
                      <a:pt x="41" y="40"/>
                      <a:pt x="3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409"/>
              <p:cNvSpPr>
                <a:spLocks/>
              </p:cNvSpPr>
              <p:nvPr/>
            </p:nvSpPr>
            <p:spPr bwMode="auto">
              <a:xfrm>
                <a:off x="5102226" y="6369051"/>
                <a:ext cx="93663" cy="76200"/>
              </a:xfrm>
              <a:custGeom>
                <a:avLst/>
                <a:gdLst>
                  <a:gd name="T0" fmla="*/ 70 w 73"/>
                  <a:gd name="T1" fmla="*/ 44 h 60"/>
                  <a:gd name="T2" fmla="*/ 67 w 73"/>
                  <a:gd name="T3" fmla="*/ 44 h 60"/>
                  <a:gd name="T4" fmla="*/ 64 w 73"/>
                  <a:gd name="T5" fmla="*/ 45 h 60"/>
                  <a:gd name="T6" fmla="*/ 58 w 73"/>
                  <a:gd name="T7" fmla="*/ 23 h 60"/>
                  <a:gd name="T8" fmla="*/ 43 w 73"/>
                  <a:gd name="T9" fmla="*/ 2 h 60"/>
                  <a:gd name="T10" fmla="*/ 15 w 73"/>
                  <a:gd name="T11" fmla="*/ 32 h 60"/>
                  <a:gd name="T12" fmla="*/ 18 w 73"/>
                  <a:gd name="T13" fmla="*/ 10 h 60"/>
                  <a:gd name="T14" fmla="*/ 16 w 73"/>
                  <a:gd name="T15" fmla="*/ 1 h 60"/>
                  <a:gd name="T16" fmla="*/ 11 w 73"/>
                  <a:gd name="T17" fmla="*/ 0 h 60"/>
                  <a:gd name="T18" fmla="*/ 6 w 73"/>
                  <a:gd name="T19" fmla="*/ 3 h 60"/>
                  <a:gd name="T20" fmla="*/ 4 w 73"/>
                  <a:gd name="T21" fmla="*/ 9 h 60"/>
                  <a:gd name="T22" fmla="*/ 1 w 73"/>
                  <a:gd name="T23" fmla="*/ 39 h 60"/>
                  <a:gd name="T24" fmla="*/ 0 w 73"/>
                  <a:gd name="T25" fmla="*/ 52 h 60"/>
                  <a:gd name="T26" fmla="*/ 8 w 73"/>
                  <a:gd name="T27" fmla="*/ 60 h 60"/>
                  <a:gd name="T28" fmla="*/ 11 w 73"/>
                  <a:gd name="T29" fmla="*/ 58 h 60"/>
                  <a:gd name="T30" fmla="*/ 13 w 73"/>
                  <a:gd name="T31" fmla="*/ 55 h 60"/>
                  <a:gd name="T32" fmla="*/ 26 w 73"/>
                  <a:gd name="T33" fmla="*/ 32 h 60"/>
                  <a:gd name="T34" fmla="*/ 40 w 73"/>
                  <a:gd name="T35" fmla="*/ 16 h 60"/>
                  <a:gd name="T36" fmla="*/ 46 w 73"/>
                  <a:gd name="T37" fmla="*/ 31 h 60"/>
                  <a:gd name="T38" fmla="*/ 50 w 73"/>
                  <a:gd name="T39" fmla="*/ 51 h 60"/>
                  <a:gd name="T40" fmla="*/ 50 w 73"/>
                  <a:gd name="T41" fmla="*/ 51 h 60"/>
                  <a:gd name="T42" fmla="*/ 60 w 73"/>
                  <a:gd name="T43" fmla="*/ 57 h 60"/>
                  <a:gd name="T44" fmla="*/ 69 w 73"/>
                  <a:gd name="T45" fmla="*/ 53 h 60"/>
                  <a:gd name="T46" fmla="*/ 73 w 73"/>
                  <a:gd name="T47" fmla="*/ 47 h 60"/>
                  <a:gd name="T48" fmla="*/ 70 w 73"/>
                  <a:gd name="T49" fmla="*/ 4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3" h="60">
                    <a:moveTo>
                      <a:pt x="70" y="44"/>
                    </a:moveTo>
                    <a:cubicBezTo>
                      <a:pt x="69" y="44"/>
                      <a:pt x="68" y="44"/>
                      <a:pt x="67" y="44"/>
                    </a:cubicBezTo>
                    <a:cubicBezTo>
                      <a:pt x="66" y="45"/>
                      <a:pt x="65" y="45"/>
                      <a:pt x="64" y="45"/>
                    </a:cubicBezTo>
                    <a:cubicBezTo>
                      <a:pt x="62" y="45"/>
                      <a:pt x="60" y="38"/>
                      <a:pt x="58" y="23"/>
                    </a:cubicBezTo>
                    <a:cubicBezTo>
                      <a:pt x="57" y="9"/>
                      <a:pt x="52" y="2"/>
                      <a:pt x="43" y="2"/>
                    </a:cubicBezTo>
                    <a:cubicBezTo>
                      <a:pt x="32" y="2"/>
                      <a:pt x="23" y="12"/>
                      <a:pt x="15" y="32"/>
                    </a:cubicBezTo>
                    <a:cubicBezTo>
                      <a:pt x="17" y="21"/>
                      <a:pt x="18" y="14"/>
                      <a:pt x="18" y="10"/>
                    </a:cubicBezTo>
                    <a:cubicBezTo>
                      <a:pt x="18" y="6"/>
                      <a:pt x="17" y="3"/>
                      <a:pt x="16" y="1"/>
                    </a:cubicBezTo>
                    <a:cubicBezTo>
                      <a:pt x="15" y="0"/>
                      <a:pt x="13" y="0"/>
                      <a:pt x="11" y="0"/>
                    </a:cubicBezTo>
                    <a:cubicBezTo>
                      <a:pt x="9" y="0"/>
                      <a:pt x="8" y="1"/>
                      <a:pt x="6" y="3"/>
                    </a:cubicBezTo>
                    <a:cubicBezTo>
                      <a:pt x="4" y="5"/>
                      <a:pt x="4" y="7"/>
                      <a:pt x="4" y="9"/>
                    </a:cubicBezTo>
                    <a:cubicBezTo>
                      <a:pt x="4" y="21"/>
                      <a:pt x="3" y="31"/>
                      <a:pt x="1" y="39"/>
                    </a:cubicBezTo>
                    <a:cubicBezTo>
                      <a:pt x="0" y="46"/>
                      <a:pt x="0" y="50"/>
                      <a:pt x="0" y="52"/>
                    </a:cubicBezTo>
                    <a:cubicBezTo>
                      <a:pt x="0" y="57"/>
                      <a:pt x="3" y="60"/>
                      <a:pt x="8" y="60"/>
                    </a:cubicBezTo>
                    <a:cubicBezTo>
                      <a:pt x="9" y="60"/>
                      <a:pt x="10" y="59"/>
                      <a:pt x="11" y="58"/>
                    </a:cubicBezTo>
                    <a:cubicBezTo>
                      <a:pt x="12" y="57"/>
                      <a:pt x="13" y="56"/>
                      <a:pt x="13" y="55"/>
                    </a:cubicBezTo>
                    <a:cubicBezTo>
                      <a:pt x="15" y="50"/>
                      <a:pt x="19" y="42"/>
                      <a:pt x="26" y="32"/>
                    </a:cubicBezTo>
                    <a:cubicBezTo>
                      <a:pt x="33" y="22"/>
                      <a:pt x="37" y="16"/>
                      <a:pt x="40" y="16"/>
                    </a:cubicBezTo>
                    <a:cubicBezTo>
                      <a:pt x="43" y="16"/>
                      <a:pt x="45" y="21"/>
                      <a:pt x="46" y="31"/>
                    </a:cubicBezTo>
                    <a:cubicBezTo>
                      <a:pt x="47" y="41"/>
                      <a:pt x="48" y="47"/>
                      <a:pt x="50" y="51"/>
                    </a:cubicBezTo>
                    <a:cubicBezTo>
                      <a:pt x="50" y="51"/>
                      <a:pt x="50" y="51"/>
                      <a:pt x="50" y="51"/>
                    </a:cubicBezTo>
                    <a:cubicBezTo>
                      <a:pt x="52" y="55"/>
                      <a:pt x="55" y="57"/>
                      <a:pt x="60" y="57"/>
                    </a:cubicBezTo>
                    <a:cubicBezTo>
                      <a:pt x="63" y="57"/>
                      <a:pt x="67" y="55"/>
                      <a:pt x="69" y="53"/>
                    </a:cubicBezTo>
                    <a:cubicBezTo>
                      <a:pt x="72" y="51"/>
                      <a:pt x="73" y="49"/>
                      <a:pt x="73" y="47"/>
                    </a:cubicBezTo>
                    <a:cubicBezTo>
                      <a:pt x="73" y="45"/>
                      <a:pt x="72" y="44"/>
                      <a:pt x="70"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410"/>
              <p:cNvSpPr>
                <a:spLocks/>
              </p:cNvSpPr>
              <p:nvPr/>
            </p:nvSpPr>
            <p:spPr bwMode="auto">
              <a:xfrm>
                <a:off x="5203826" y="6324601"/>
                <a:ext cx="25400" cy="50800"/>
              </a:xfrm>
              <a:custGeom>
                <a:avLst/>
                <a:gdLst>
                  <a:gd name="T0" fmla="*/ 17 w 20"/>
                  <a:gd name="T1" fmla="*/ 7 h 40"/>
                  <a:gd name="T2" fmla="*/ 17 w 20"/>
                  <a:gd name="T3" fmla="*/ 6 h 40"/>
                  <a:gd name="T4" fmla="*/ 9 w 20"/>
                  <a:gd name="T5" fmla="*/ 0 h 40"/>
                  <a:gd name="T6" fmla="*/ 4 w 20"/>
                  <a:gd name="T7" fmla="*/ 1 h 40"/>
                  <a:gd name="T8" fmla="*/ 1 w 20"/>
                  <a:gd name="T9" fmla="*/ 3 h 40"/>
                  <a:gd name="T10" fmla="*/ 1 w 20"/>
                  <a:gd name="T11" fmla="*/ 6 h 40"/>
                  <a:gd name="T12" fmla="*/ 1 w 20"/>
                  <a:gd name="T13" fmla="*/ 9 h 40"/>
                  <a:gd name="T14" fmla="*/ 4 w 20"/>
                  <a:gd name="T15" fmla="*/ 13 h 40"/>
                  <a:gd name="T16" fmla="*/ 8 w 20"/>
                  <a:gd name="T17" fmla="*/ 18 h 40"/>
                  <a:gd name="T18" fmla="*/ 3 w 20"/>
                  <a:gd name="T19" fmla="*/ 29 h 40"/>
                  <a:gd name="T20" fmla="*/ 1 w 20"/>
                  <a:gd name="T21" fmla="*/ 32 h 40"/>
                  <a:gd name="T22" fmla="*/ 0 w 20"/>
                  <a:gd name="T23" fmla="*/ 35 h 40"/>
                  <a:gd name="T24" fmla="*/ 2 w 20"/>
                  <a:gd name="T25" fmla="*/ 39 h 40"/>
                  <a:gd name="T26" fmla="*/ 7 w 20"/>
                  <a:gd name="T27" fmla="*/ 40 h 40"/>
                  <a:gd name="T28" fmla="*/ 14 w 20"/>
                  <a:gd name="T29" fmla="*/ 35 h 40"/>
                  <a:gd name="T30" fmla="*/ 14 w 20"/>
                  <a:gd name="T31" fmla="*/ 35 h 40"/>
                  <a:gd name="T32" fmla="*/ 19 w 20"/>
                  <a:gd name="T33" fmla="*/ 24 h 40"/>
                  <a:gd name="T34" fmla="*/ 19 w 20"/>
                  <a:gd name="T35" fmla="*/ 24 h 40"/>
                  <a:gd name="T36" fmla="*/ 20 w 20"/>
                  <a:gd name="T37" fmla="*/ 15 h 40"/>
                  <a:gd name="T38" fmla="*/ 20 w 20"/>
                  <a:gd name="T39" fmla="*/ 15 h 40"/>
                  <a:gd name="T40" fmla="*/ 20 w 20"/>
                  <a:gd name="T41" fmla="*/ 11 h 40"/>
                  <a:gd name="T42" fmla="*/ 17 w 20"/>
                  <a:gd name="T43" fmla="*/ 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40">
                    <a:moveTo>
                      <a:pt x="17" y="7"/>
                    </a:moveTo>
                    <a:cubicBezTo>
                      <a:pt x="17" y="6"/>
                      <a:pt x="17" y="6"/>
                      <a:pt x="17" y="6"/>
                    </a:cubicBezTo>
                    <a:cubicBezTo>
                      <a:pt x="13" y="2"/>
                      <a:pt x="10" y="0"/>
                      <a:pt x="9" y="0"/>
                    </a:cubicBezTo>
                    <a:cubicBezTo>
                      <a:pt x="7" y="0"/>
                      <a:pt x="6" y="0"/>
                      <a:pt x="4" y="1"/>
                    </a:cubicBezTo>
                    <a:cubicBezTo>
                      <a:pt x="2" y="2"/>
                      <a:pt x="1" y="3"/>
                      <a:pt x="1" y="3"/>
                    </a:cubicBezTo>
                    <a:cubicBezTo>
                      <a:pt x="1" y="4"/>
                      <a:pt x="1" y="5"/>
                      <a:pt x="1" y="6"/>
                    </a:cubicBezTo>
                    <a:cubicBezTo>
                      <a:pt x="1" y="9"/>
                      <a:pt x="1" y="9"/>
                      <a:pt x="1" y="9"/>
                    </a:cubicBezTo>
                    <a:cubicBezTo>
                      <a:pt x="1" y="10"/>
                      <a:pt x="2" y="11"/>
                      <a:pt x="4" y="13"/>
                    </a:cubicBezTo>
                    <a:cubicBezTo>
                      <a:pt x="7" y="15"/>
                      <a:pt x="8" y="17"/>
                      <a:pt x="8" y="18"/>
                    </a:cubicBezTo>
                    <a:cubicBezTo>
                      <a:pt x="8" y="23"/>
                      <a:pt x="7" y="26"/>
                      <a:pt x="3" y="29"/>
                    </a:cubicBezTo>
                    <a:cubicBezTo>
                      <a:pt x="3" y="30"/>
                      <a:pt x="2" y="31"/>
                      <a:pt x="1" y="32"/>
                    </a:cubicBezTo>
                    <a:cubicBezTo>
                      <a:pt x="1" y="33"/>
                      <a:pt x="0" y="34"/>
                      <a:pt x="0" y="35"/>
                    </a:cubicBezTo>
                    <a:cubicBezTo>
                      <a:pt x="0" y="36"/>
                      <a:pt x="1" y="38"/>
                      <a:pt x="2" y="39"/>
                    </a:cubicBezTo>
                    <a:cubicBezTo>
                      <a:pt x="4" y="40"/>
                      <a:pt x="5" y="40"/>
                      <a:pt x="7" y="40"/>
                    </a:cubicBezTo>
                    <a:cubicBezTo>
                      <a:pt x="10" y="40"/>
                      <a:pt x="12" y="38"/>
                      <a:pt x="14" y="35"/>
                    </a:cubicBezTo>
                    <a:cubicBezTo>
                      <a:pt x="14" y="35"/>
                      <a:pt x="14" y="35"/>
                      <a:pt x="14" y="35"/>
                    </a:cubicBezTo>
                    <a:cubicBezTo>
                      <a:pt x="16" y="32"/>
                      <a:pt x="18" y="28"/>
                      <a:pt x="19" y="24"/>
                    </a:cubicBezTo>
                    <a:cubicBezTo>
                      <a:pt x="19" y="24"/>
                      <a:pt x="19" y="24"/>
                      <a:pt x="19" y="24"/>
                    </a:cubicBezTo>
                    <a:cubicBezTo>
                      <a:pt x="20" y="20"/>
                      <a:pt x="20" y="17"/>
                      <a:pt x="20" y="15"/>
                    </a:cubicBezTo>
                    <a:cubicBezTo>
                      <a:pt x="20" y="15"/>
                      <a:pt x="20" y="15"/>
                      <a:pt x="20" y="15"/>
                    </a:cubicBezTo>
                    <a:cubicBezTo>
                      <a:pt x="20" y="13"/>
                      <a:pt x="20" y="12"/>
                      <a:pt x="20" y="11"/>
                    </a:cubicBezTo>
                    <a:cubicBezTo>
                      <a:pt x="19" y="10"/>
                      <a:pt x="19" y="8"/>
                      <a:pt x="17"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411"/>
              <p:cNvSpPr>
                <a:spLocks/>
              </p:cNvSpPr>
              <p:nvPr/>
            </p:nvSpPr>
            <p:spPr bwMode="auto">
              <a:xfrm>
                <a:off x="5233988" y="6335713"/>
                <a:ext cx="74613" cy="112713"/>
              </a:xfrm>
              <a:custGeom>
                <a:avLst/>
                <a:gdLst>
                  <a:gd name="T0" fmla="*/ 53 w 58"/>
                  <a:gd name="T1" fmla="*/ 23 h 87"/>
                  <a:gd name="T2" fmla="*/ 33 w 58"/>
                  <a:gd name="T3" fmla="*/ 24 h 87"/>
                  <a:gd name="T4" fmla="*/ 38 w 58"/>
                  <a:gd name="T5" fmla="*/ 7 h 87"/>
                  <a:gd name="T6" fmla="*/ 36 w 58"/>
                  <a:gd name="T7" fmla="*/ 2 h 87"/>
                  <a:gd name="T8" fmla="*/ 31 w 58"/>
                  <a:gd name="T9" fmla="*/ 0 h 87"/>
                  <a:gd name="T10" fmla="*/ 24 w 58"/>
                  <a:gd name="T11" fmla="*/ 7 h 87"/>
                  <a:gd name="T12" fmla="*/ 18 w 58"/>
                  <a:gd name="T13" fmla="*/ 26 h 87"/>
                  <a:gd name="T14" fmla="*/ 6 w 58"/>
                  <a:gd name="T15" fmla="*/ 26 h 87"/>
                  <a:gd name="T16" fmla="*/ 0 w 58"/>
                  <a:gd name="T17" fmla="*/ 31 h 87"/>
                  <a:gd name="T18" fmla="*/ 3 w 58"/>
                  <a:gd name="T19" fmla="*/ 37 h 87"/>
                  <a:gd name="T20" fmla="*/ 9 w 58"/>
                  <a:gd name="T21" fmla="*/ 38 h 87"/>
                  <a:gd name="T22" fmla="*/ 10 w 58"/>
                  <a:gd name="T23" fmla="*/ 38 h 87"/>
                  <a:gd name="T24" fmla="*/ 15 w 58"/>
                  <a:gd name="T25" fmla="*/ 38 h 87"/>
                  <a:gd name="T26" fmla="*/ 9 w 58"/>
                  <a:gd name="T27" fmla="*/ 69 h 87"/>
                  <a:gd name="T28" fmla="*/ 13 w 58"/>
                  <a:gd name="T29" fmla="*/ 82 h 87"/>
                  <a:gd name="T30" fmla="*/ 25 w 58"/>
                  <a:gd name="T31" fmla="*/ 87 h 87"/>
                  <a:gd name="T32" fmla="*/ 42 w 58"/>
                  <a:gd name="T33" fmla="*/ 80 h 87"/>
                  <a:gd name="T34" fmla="*/ 50 w 58"/>
                  <a:gd name="T35" fmla="*/ 69 h 87"/>
                  <a:gd name="T36" fmla="*/ 49 w 58"/>
                  <a:gd name="T37" fmla="*/ 66 h 87"/>
                  <a:gd name="T38" fmla="*/ 47 w 58"/>
                  <a:gd name="T39" fmla="*/ 65 h 87"/>
                  <a:gd name="T40" fmla="*/ 42 w 58"/>
                  <a:gd name="T41" fmla="*/ 68 h 87"/>
                  <a:gd name="T42" fmla="*/ 34 w 58"/>
                  <a:gd name="T43" fmla="*/ 73 h 87"/>
                  <a:gd name="T44" fmla="*/ 28 w 58"/>
                  <a:gd name="T45" fmla="*/ 74 h 87"/>
                  <a:gd name="T46" fmla="*/ 24 w 58"/>
                  <a:gd name="T47" fmla="*/ 72 h 87"/>
                  <a:gd name="T48" fmla="*/ 23 w 58"/>
                  <a:gd name="T49" fmla="*/ 66 h 87"/>
                  <a:gd name="T50" fmla="*/ 26 w 58"/>
                  <a:gd name="T51" fmla="*/ 50 h 87"/>
                  <a:gd name="T52" fmla="*/ 29 w 58"/>
                  <a:gd name="T53" fmla="*/ 37 h 87"/>
                  <a:gd name="T54" fmla="*/ 49 w 58"/>
                  <a:gd name="T55" fmla="*/ 34 h 87"/>
                  <a:gd name="T56" fmla="*/ 58 w 58"/>
                  <a:gd name="T57" fmla="*/ 27 h 87"/>
                  <a:gd name="T58" fmla="*/ 57 w 58"/>
                  <a:gd name="T59" fmla="*/ 24 h 87"/>
                  <a:gd name="T60" fmla="*/ 53 w 58"/>
                  <a:gd name="T61" fmla="*/ 2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8" h="87">
                    <a:moveTo>
                      <a:pt x="53" y="23"/>
                    </a:moveTo>
                    <a:cubicBezTo>
                      <a:pt x="52" y="23"/>
                      <a:pt x="45" y="23"/>
                      <a:pt x="33" y="24"/>
                    </a:cubicBezTo>
                    <a:cubicBezTo>
                      <a:pt x="36" y="13"/>
                      <a:pt x="38" y="7"/>
                      <a:pt x="38" y="7"/>
                    </a:cubicBezTo>
                    <a:cubicBezTo>
                      <a:pt x="38" y="5"/>
                      <a:pt x="37" y="4"/>
                      <a:pt x="36" y="2"/>
                    </a:cubicBezTo>
                    <a:cubicBezTo>
                      <a:pt x="35" y="1"/>
                      <a:pt x="33" y="0"/>
                      <a:pt x="31" y="0"/>
                    </a:cubicBezTo>
                    <a:cubicBezTo>
                      <a:pt x="27" y="0"/>
                      <a:pt x="25" y="3"/>
                      <a:pt x="24" y="7"/>
                    </a:cubicBezTo>
                    <a:cubicBezTo>
                      <a:pt x="22" y="15"/>
                      <a:pt x="20" y="21"/>
                      <a:pt x="18" y="26"/>
                    </a:cubicBezTo>
                    <a:cubicBezTo>
                      <a:pt x="6" y="26"/>
                      <a:pt x="6" y="26"/>
                      <a:pt x="6" y="26"/>
                    </a:cubicBezTo>
                    <a:cubicBezTo>
                      <a:pt x="2" y="26"/>
                      <a:pt x="0" y="28"/>
                      <a:pt x="0" y="31"/>
                    </a:cubicBezTo>
                    <a:cubicBezTo>
                      <a:pt x="0" y="34"/>
                      <a:pt x="1" y="35"/>
                      <a:pt x="3" y="37"/>
                    </a:cubicBezTo>
                    <a:cubicBezTo>
                      <a:pt x="5" y="38"/>
                      <a:pt x="7" y="38"/>
                      <a:pt x="9" y="38"/>
                    </a:cubicBezTo>
                    <a:cubicBezTo>
                      <a:pt x="10" y="38"/>
                      <a:pt x="10" y="38"/>
                      <a:pt x="10" y="38"/>
                    </a:cubicBezTo>
                    <a:cubicBezTo>
                      <a:pt x="11" y="38"/>
                      <a:pt x="13" y="38"/>
                      <a:pt x="15" y="38"/>
                    </a:cubicBezTo>
                    <a:cubicBezTo>
                      <a:pt x="11" y="54"/>
                      <a:pt x="9" y="64"/>
                      <a:pt x="9" y="69"/>
                    </a:cubicBezTo>
                    <a:cubicBezTo>
                      <a:pt x="9" y="75"/>
                      <a:pt x="10" y="79"/>
                      <a:pt x="13" y="82"/>
                    </a:cubicBezTo>
                    <a:cubicBezTo>
                      <a:pt x="16" y="85"/>
                      <a:pt x="20" y="87"/>
                      <a:pt x="25" y="87"/>
                    </a:cubicBezTo>
                    <a:cubicBezTo>
                      <a:pt x="31" y="87"/>
                      <a:pt x="37" y="85"/>
                      <a:pt x="42" y="80"/>
                    </a:cubicBezTo>
                    <a:cubicBezTo>
                      <a:pt x="48" y="76"/>
                      <a:pt x="50" y="72"/>
                      <a:pt x="50" y="69"/>
                    </a:cubicBezTo>
                    <a:cubicBezTo>
                      <a:pt x="50" y="68"/>
                      <a:pt x="50" y="67"/>
                      <a:pt x="49" y="66"/>
                    </a:cubicBezTo>
                    <a:cubicBezTo>
                      <a:pt x="49" y="66"/>
                      <a:pt x="48" y="65"/>
                      <a:pt x="47" y="65"/>
                    </a:cubicBezTo>
                    <a:cubicBezTo>
                      <a:pt x="45" y="65"/>
                      <a:pt x="44" y="66"/>
                      <a:pt x="42" y="68"/>
                    </a:cubicBezTo>
                    <a:cubicBezTo>
                      <a:pt x="38" y="71"/>
                      <a:pt x="36" y="72"/>
                      <a:pt x="34" y="73"/>
                    </a:cubicBezTo>
                    <a:cubicBezTo>
                      <a:pt x="32" y="74"/>
                      <a:pt x="30" y="74"/>
                      <a:pt x="28" y="74"/>
                    </a:cubicBezTo>
                    <a:cubicBezTo>
                      <a:pt x="26" y="74"/>
                      <a:pt x="25" y="74"/>
                      <a:pt x="24" y="72"/>
                    </a:cubicBezTo>
                    <a:cubicBezTo>
                      <a:pt x="24" y="71"/>
                      <a:pt x="23" y="69"/>
                      <a:pt x="23" y="66"/>
                    </a:cubicBezTo>
                    <a:cubicBezTo>
                      <a:pt x="23" y="64"/>
                      <a:pt x="24" y="59"/>
                      <a:pt x="26" y="50"/>
                    </a:cubicBezTo>
                    <a:cubicBezTo>
                      <a:pt x="28" y="41"/>
                      <a:pt x="29" y="37"/>
                      <a:pt x="29" y="37"/>
                    </a:cubicBezTo>
                    <a:cubicBezTo>
                      <a:pt x="49" y="34"/>
                      <a:pt x="49" y="34"/>
                      <a:pt x="49" y="34"/>
                    </a:cubicBezTo>
                    <a:cubicBezTo>
                      <a:pt x="55" y="33"/>
                      <a:pt x="58" y="31"/>
                      <a:pt x="58" y="27"/>
                    </a:cubicBezTo>
                    <a:cubicBezTo>
                      <a:pt x="58" y="25"/>
                      <a:pt x="58" y="24"/>
                      <a:pt x="57" y="24"/>
                    </a:cubicBezTo>
                    <a:cubicBezTo>
                      <a:pt x="56" y="23"/>
                      <a:pt x="55" y="23"/>
                      <a:pt x="53"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412"/>
              <p:cNvSpPr>
                <a:spLocks/>
              </p:cNvSpPr>
              <p:nvPr/>
            </p:nvSpPr>
            <p:spPr bwMode="auto">
              <a:xfrm>
                <a:off x="5364163" y="6364288"/>
                <a:ext cx="84138" cy="127000"/>
              </a:xfrm>
              <a:custGeom>
                <a:avLst/>
                <a:gdLst>
                  <a:gd name="T0" fmla="*/ 57 w 64"/>
                  <a:gd name="T1" fmla="*/ 0 h 98"/>
                  <a:gd name="T2" fmla="*/ 52 w 64"/>
                  <a:gd name="T3" fmla="*/ 1 h 98"/>
                  <a:gd name="T4" fmla="*/ 50 w 64"/>
                  <a:gd name="T5" fmla="*/ 4 h 98"/>
                  <a:gd name="T6" fmla="*/ 49 w 64"/>
                  <a:gd name="T7" fmla="*/ 13 h 98"/>
                  <a:gd name="T8" fmla="*/ 48 w 64"/>
                  <a:gd name="T9" fmla="*/ 28 h 98"/>
                  <a:gd name="T10" fmla="*/ 45 w 64"/>
                  <a:gd name="T11" fmla="*/ 33 h 98"/>
                  <a:gd name="T12" fmla="*/ 39 w 64"/>
                  <a:gd name="T13" fmla="*/ 39 h 98"/>
                  <a:gd name="T14" fmla="*/ 29 w 64"/>
                  <a:gd name="T15" fmla="*/ 45 h 98"/>
                  <a:gd name="T16" fmla="*/ 22 w 64"/>
                  <a:gd name="T17" fmla="*/ 47 h 98"/>
                  <a:gd name="T18" fmla="*/ 20 w 64"/>
                  <a:gd name="T19" fmla="*/ 45 h 98"/>
                  <a:gd name="T20" fmla="*/ 19 w 64"/>
                  <a:gd name="T21" fmla="*/ 39 h 98"/>
                  <a:gd name="T22" fmla="*/ 24 w 64"/>
                  <a:gd name="T23" fmla="*/ 20 h 98"/>
                  <a:gd name="T24" fmla="*/ 28 w 64"/>
                  <a:gd name="T25" fmla="*/ 10 h 98"/>
                  <a:gd name="T26" fmla="*/ 27 w 64"/>
                  <a:gd name="T27" fmla="*/ 5 h 98"/>
                  <a:gd name="T28" fmla="*/ 22 w 64"/>
                  <a:gd name="T29" fmla="*/ 2 h 98"/>
                  <a:gd name="T30" fmla="*/ 15 w 64"/>
                  <a:gd name="T31" fmla="*/ 6 h 98"/>
                  <a:gd name="T32" fmla="*/ 9 w 64"/>
                  <a:gd name="T33" fmla="*/ 22 h 98"/>
                  <a:gd name="T34" fmla="*/ 6 w 64"/>
                  <a:gd name="T35" fmla="*/ 43 h 98"/>
                  <a:gd name="T36" fmla="*/ 10 w 64"/>
                  <a:gd name="T37" fmla="*/ 54 h 98"/>
                  <a:gd name="T38" fmla="*/ 20 w 64"/>
                  <a:gd name="T39" fmla="*/ 59 h 98"/>
                  <a:gd name="T40" fmla="*/ 47 w 64"/>
                  <a:gd name="T41" fmla="*/ 45 h 98"/>
                  <a:gd name="T42" fmla="*/ 41 w 64"/>
                  <a:gd name="T43" fmla="*/ 74 h 98"/>
                  <a:gd name="T44" fmla="*/ 29 w 64"/>
                  <a:gd name="T45" fmla="*/ 86 h 98"/>
                  <a:gd name="T46" fmla="*/ 8 w 64"/>
                  <a:gd name="T47" fmla="*/ 77 h 98"/>
                  <a:gd name="T48" fmla="*/ 5 w 64"/>
                  <a:gd name="T49" fmla="*/ 75 h 98"/>
                  <a:gd name="T50" fmla="*/ 1 w 64"/>
                  <a:gd name="T51" fmla="*/ 77 h 98"/>
                  <a:gd name="T52" fmla="*/ 0 w 64"/>
                  <a:gd name="T53" fmla="*/ 81 h 98"/>
                  <a:gd name="T54" fmla="*/ 4 w 64"/>
                  <a:gd name="T55" fmla="*/ 88 h 98"/>
                  <a:gd name="T56" fmla="*/ 15 w 64"/>
                  <a:gd name="T57" fmla="*/ 95 h 98"/>
                  <a:gd name="T58" fmla="*/ 15 w 64"/>
                  <a:gd name="T59" fmla="*/ 95 h 98"/>
                  <a:gd name="T60" fmla="*/ 30 w 64"/>
                  <a:gd name="T61" fmla="*/ 98 h 98"/>
                  <a:gd name="T62" fmla="*/ 42 w 64"/>
                  <a:gd name="T63" fmla="*/ 94 h 98"/>
                  <a:gd name="T64" fmla="*/ 52 w 64"/>
                  <a:gd name="T65" fmla="*/ 79 h 98"/>
                  <a:gd name="T66" fmla="*/ 59 w 64"/>
                  <a:gd name="T67" fmla="*/ 55 h 98"/>
                  <a:gd name="T68" fmla="*/ 62 w 64"/>
                  <a:gd name="T69" fmla="*/ 28 h 98"/>
                  <a:gd name="T70" fmla="*/ 64 w 64"/>
                  <a:gd name="T71" fmla="*/ 9 h 98"/>
                  <a:gd name="T72" fmla="*/ 62 w 64"/>
                  <a:gd name="T73" fmla="*/ 1 h 98"/>
                  <a:gd name="T74" fmla="*/ 57 w 64"/>
                  <a:gd name="T75"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4" h="98">
                    <a:moveTo>
                      <a:pt x="57" y="0"/>
                    </a:moveTo>
                    <a:cubicBezTo>
                      <a:pt x="55" y="0"/>
                      <a:pt x="53" y="0"/>
                      <a:pt x="52" y="1"/>
                    </a:cubicBezTo>
                    <a:cubicBezTo>
                      <a:pt x="51" y="2"/>
                      <a:pt x="50" y="3"/>
                      <a:pt x="50" y="4"/>
                    </a:cubicBezTo>
                    <a:cubicBezTo>
                      <a:pt x="50" y="5"/>
                      <a:pt x="50" y="8"/>
                      <a:pt x="49" y="13"/>
                    </a:cubicBezTo>
                    <a:cubicBezTo>
                      <a:pt x="49" y="20"/>
                      <a:pt x="49" y="25"/>
                      <a:pt x="48" y="28"/>
                    </a:cubicBezTo>
                    <a:cubicBezTo>
                      <a:pt x="47" y="30"/>
                      <a:pt x="46" y="32"/>
                      <a:pt x="45" y="33"/>
                    </a:cubicBezTo>
                    <a:cubicBezTo>
                      <a:pt x="44" y="35"/>
                      <a:pt x="42" y="37"/>
                      <a:pt x="39" y="39"/>
                    </a:cubicBezTo>
                    <a:cubicBezTo>
                      <a:pt x="35" y="42"/>
                      <a:pt x="32" y="44"/>
                      <a:pt x="29" y="45"/>
                    </a:cubicBezTo>
                    <a:cubicBezTo>
                      <a:pt x="27" y="46"/>
                      <a:pt x="24" y="47"/>
                      <a:pt x="22" y="47"/>
                    </a:cubicBezTo>
                    <a:cubicBezTo>
                      <a:pt x="22" y="47"/>
                      <a:pt x="21" y="46"/>
                      <a:pt x="20" y="45"/>
                    </a:cubicBezTo>
                    <a:cubicBezTo>
                      <a:pt x="19" y="43"/>
                      <a:pt x="19" y="41"/>
                      <a:pt x="19" y="39"/>
                    </a:cubicBezTo>
                    <a:cubicBezTo>
                      <a:pt x="19" y="33"/>
                      <a:pt x="21" y="27"/>
                      <a:pt x="24" y="20"/>
                    </a:cubicBezTo>
                    <a:cubicBezTo>
                      <a:pt x="27" y="14"/>
                      <a:pt x="28" y="11"/>
                      <a:pt x="28" y="10"/>
                    </a:cubicBezTo>
                    <a:cubicBezTo>
                      <a:pt x="28" y="8"/>
                      <a:pt x="28" y="6"/>
                      <a:pt x="27" y="5"/>
                    </a:cubicBezTo>
                    <a:cubicBezTo>
                      <a:pt x="26" y="3"/>
                      <a:pt x="24" y="2"/>
                      <a:pt x="22" y="2"/>
                    </a:cubicBezTo>
                    <a:cubicBezTo>
                      <a:pt x="19" y="2"/>
                      <a:pt x="17" y="3"/>
                      <a:pt x="15" y="6"/>
                    </a:cubicBezTo>
                    <a:cubicBezTo>
                      <a:pt x="13" y="8"/>
                      <a:pt x="12" y="13"/>
                      <a:pt x="9" y="22"/>
                    </a:cubicBezTo>
                    <a:cubicBezTo>
                      <a:pt x="7" y="31"/>
                      <a:pt x="6" y="38"/>
                      <a:pt x="6" y="43"/>
                    </a:cubicBezTo>
                    <a:cubicBezTo>
                      <a:pt x="6" y="47"/>
                      <a:pt x="7" y="51"/>
                      <a:pt x="10" y="54"/>
                    </a:cubicBezTo>
                    <a:cubicBezTo>
                      <a:pt x="12" y="58"/>
                      <a:pt x="16" y="59"/>
                      <a:pt x="20" y="59"/>
                    </a:cubicBezTo>
                    <a:cubicBezTo>
                      <a:pt x="26" y="59"/>
                      <a:pt x="35" y="55"/>
                      <a:pt x="47" y="45"/>
                    </a:cubicBezTo>
                    <a:cubicBezTo>
                      <a:pt x="46" y="57"/>
                      <a:pt x="44" y="66"/>
                      <a:pt x="41" y="74"/>
                    </a:cubicBezTo>
                    <a:cubicBezTo>
                      <a:pt x="37" y="82"/>
                      <a:pt x="33" y="86"/>
                      <a:pt x="29" y="86"/>
                    </a:cubicBezTo>
                    <a:cubicBezTo>
                      <a:pt x="20" y="86"/>
                      <a:pt x="13" y="83"/>
                      <a:pt x="8" y="77"/>
                    </a:cubicBezTo>
                    <a:cubicBezTo>
                      <a:pt x="7" y="75"/>
                      <a:pt x="6" y="75"/>
                      <a:pt x="5" y="75"/>
                    </a:cubicBezTo>
                    <a:cubicBezTo>
                      <a:pt x="3" y="75"/>
                      <a:pt x="2" y="75"/>
                      <a:pt x="1" y="77"/>
                    </a:cubicBezTo>
                    <a:cubicBezTo>
                      <a:pt x="0" y="78"/>
                      <a:pt x="0" y="79"/>
                      <a:pt x="0" y="81"/>
                    </a:cubicBezTo>
                    <a:cubicBezTo>
                      <a:pt x="0" y="83"/>
                      <a:pt x="1" y="85"/>
                      <a:pt x="4" y="88"/>
                    </a:cubicBezTo>
                    <a:cubicBezTo>
                      <a:pt x="7" y="91"/>
                      <a:pt x="11" y="93"/>
                      <a:pt x="15" y="95"/>
                    </a:cubicBezTo>
                    <a:cubicBezTo>
                      <a:pt x="15" y="95"/>
                      <a:pt x="15" y="95"/>
                      <a:pt x="15" y="95"/>
                    </a:cubicBezTo>
                    <a:cubicBezTo>
                      <a:pt x="20" y="97"/>
                      <a:pt x="25" y="98"/>
                      <a:pt x="30" y="98"/>
                    </a:cubicBezTo>
                    <a:cubicBezTo>
                      <a:pt x="35" y="98"/>
                      <a:pt x="39" y="97"/>
                      <a:pt x="42" y="94"/>
                    </a:cubicBezTo>
                    <a:cubicBezTo>
                      <a:pt x="46" y="91"/>
                      <a:pt x="49" y="87"/>
                      <a:pt x="52" y="79"/>
                    </a:cubicBezTo>
                    <a:cubicBezTo>
                      <a:pt x="55" y="72"/>
                      <a:pt x="58" y="64"/>
                      <a:pt x="59" y="55"/>
                    </a:cubicBezTo>
                    <a:cubicBezTo>
                      <a:pt x="61" y="47"/>
                      <a:pt x="62" y="37"/>
                      <a:pt x="62" y="28"/>
                    </a:cubicBezTo>
                    <a:cubicBezTo>
                      <a:pt x="64" y="9"/>
                      <a:pt x="64" y="9"/>
                      <a:pt x="64" y="9"/>
                    </a:cubicBezTo>
                    <a:cubicBezTo>
                      <a:pt x="64" y="5"/>
                      <a:pt x="63" y="2"/>
                      <a:pt x="62" y="1"/>
                    </a:cubicBezTo>
                    <a:cubicBezTo>
                      <a:pt x="61" y="0"/>
                      <a:pt x="59" y="0"/>
                      <a:pt x="5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413"/>
              <p:cNvSpPr>
                <a:spLocks noEditPoints="1"/>
              </p:cNvSpPr>
              <p:nvPr/>
            </p:nvSpPr>
            <p:spPr bwMode="auto">
              <a:xfrm>
                <a:off x="5461001" y="6361113"/>
                <a:ext cx="69850" cy="87313"/>
              </a:xfrm>
              <a:custGeom>
                <a:avLst/>
                <a:gdLst>
                  <a:gd name="T0" fmla="*/ 51 w 54"/>
                  <a:gd name="T1" fmla="*/ 41 h 68"/>
                  <a:gd name="T2" fmla="*/ 46 w 54"/>
                  <a:gd name="T3" fmla="*/ 44 h 68"/>
                  <a:gd name="T4" fmla="*/ 23 w 54"/>
                  <a:gd name="T5" fmla="*/ 56 h 68"/>
                  <a:gd name="T6" fmla="*/ 17 w 54"/>
                  <a:gd name="T7" fmla="*/ 53 h 68"/>
                  <a:gd name="T8" fmla="*/ 14 w 54"/>
                  <a:gd name="T9" fmla="*/ 48 h 68"/>
                  <a:gd name="T10" fmla="*/ 16 w 54"/>
                  <a:gd name="T11" fmla="*/ 46 h 68"/>
                  <a:gd name="T12" fmla="*/ 41 w 54"/>
                  <a:gd name="T13" fmla="*/ 33 h 68"/>
                  <a:gd name="T14" fmla="*/ 50 w 54"/>
                  <a:gd name="T15" fmla="*/ 14 h 68"/>
                  <a:gd name="T16" fmla="*/ 47 w 54"/>
                  <a:gd name="T17" fmla="*/ 4 h 68"/>
                  <a:gd name="T18" fmla="*/ 36 w 54"/>
                  <a:gd name="T19" fmla="*/ 0 h 68"/>
                  <a:gd name="T20" fmla="*/ 12 w 54"/>
                  <a:gd name="T21" fmla="*/ 14 h 68"/>
                  <a:gd name="T22" fmla="*/ 0 w 54"/>
                  <a:gd name="T23" fmla="*/ 45 h 68"/>
                  <a:gd name="T24" fmla="*/ 6 w 54"/>
                  <a:gd name="T25" fmla="*/ 62 h 68"/>
                  <a:gd name="T26" fmla="*/ 21 w 54"/>
                  <a:gd name="T27" fmla="*/ 68 h 68"/>
                  <a:gd name="T28" fmla="*/ 44 w 54"/>
                  <a:gd name="T29" fmla="*/ 60 h 68"/>
                  <a:gd name="T30" fmla="*/ 54 w 54"/>
                  <a:gd name="T31" fmla="*/ 45 h 68"/>
                  <a:gd name="T32" fmla="*/ 51 w 54"/>
                  <a:gd name="T33" fmla="*/ 41 h 68"/>
                  <a:gd name="T34" fmla="*/ 23 w 54"/>
                  <a:gd name="T35" fmla="*/ 19 h 68"/>
                  <a:gd name="T36" fmla="*/ 35 w 54"/>
                  <a:gd name="T37" fmla="*/ 12 h 68"/>
                  <a:gd name="T38" fmla="*/ 37 w 54"/>
                  <a:gd name="T39" fmla="*/ 13 h 68"/>
                  <a:gd name="T40" fmla="*/ 38 w 54"/>
                  <a:gd name="T41" fmla="*/ 16 h 68"/>
                  <a:gd name="T42" fmla="*/ 31 w 54"/>
                  <a:gd name="T43" fmla="*/ 27 h 68"/>
                  <a:gd name="T44" fmla="*/ 15 w 54"/>
                  <a:gd name="T45" fmla="*/ 35 h 68"/>
                  <a:gd name="T46" fmla="*/ 23 w 54"/>
                  <a:gd name="T47" fmla="*/ 1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 h="68">
                    <a:moveTo>
                      <a:pt x="51" y="41"/>
                    </a:moveTo>
                    <a:cubicBezTo>
                      <a:pt x="49" y="41"/>
                      <a:pt x="48" y="42"/>
                      <a:pt x="46" y="44"/>
                    </a:cubicBezTo>
                    <a:cubicBezTo>
                      <a:pt x="39" y="52"/>
                      <a:pt x="31" y="56"/>
                      <a:pt x="23" y="56"/>
                    </a:cubicBezTo>
                    <a:cubicBezTo>
                      <a:pt x="21" y="56"/>
                      <a:pt x="18" y="55"/>
                      <a:pt x="17" y="53"/>
                    </a:cubicBezTo>
                    <a:cubicBezTo>
                      <a:pt x="15" y="51"/>
                      <a:pt x="14" y="50"/>
                      <a:pt x="14" y="48"/>
                    </a:cubicBezTo>
                    <a:cubicBezTo>
                      <a:pt x="14" y="47"/>
                      <a:pt x="15" y="46"/>
                      <a:pt x="16" y="46"/>
                    </a:cubicBezTo>
                    <a:cubicBezTo>
                      <a:pt x="26" y="43"/>
                      <a:pt x="34" y="39"/>
                      <a:pt x="41" y="33"/>
                    </a:cubicBezTo>
                    <a:cubicBezTo>
                      <a:pt x="47" y="27"/>
                      <a:pt x="50" y="21"/>
                      <a:pt x="50" y="14"/>
                    </a:cubicBezTo>
                    <a:cubicBezTo>
                      <a:pt x="50" y="10"/>
                      <a:pt x="49" y="7"/>
                      <a:pt x="47" y="4"/>
                    </a:cubicBezTo>
                    <a:cubicBezTo>
                      <a:pt x="44" y="1"/>
                      <a:pt x="40" y="0"/>
                      <a:pt x="36" y="0"/>
                    </a:cubicBezTo>
                    <a:cubicBezTo>
                      <a:pt x="27" y="0"/>
                      <a:pt x="19" y="5"/>
                      <a:pt x="12" y="14"/>
                    </a:cubicBezTo>
                    <a:cubicBezTo>
                      <a:pt x="4" y="24"/>
                      <a:pt x="0" y="34"/>
                      <a:pt x="0" y="45"/>
                    </a:cubicBezTo>
                    <a:cubicBezTo>
                      <a:pt x="0" y="52"/>
                      <a:pt x="2" y="58"/>
                      <a:pt x="6" y="62"/>
                    </a:cubicBezTo>
                    <a:cubicBezTo>
                      <a:pt x="9" y="66"/>
                      <a:pt x="15" y="68"/>
                      <a:pt x="21" y="68"/>
                    </a:cubicBezTo>
                    <a:cubicBezTo>
                      <a:pt x="30" y="68"/>
                      <a:pt x="37" y="65"/>
                      <a:pt x="44" y="60"/>
                    </a:cubicBezTo>
                    <a:cubicBezTo>
                      <a:pt x="51" y="54"/>
                      <a:pt x="54" y="49"/>
                      <a:pt x="54" y="45"/>
                    </a:cubicBezTo>
                    <a:cubicBezTo>
                      <a:pt x="54" y="43"/>
                      <a:pt x="53" y="41"/>
                      <a:pt x="51" y="41"/>
                    </a:cubicBezTo>
                    <a:close/>
                    <a:moveTo>
                      <a:pt x="23" y="19"/>
                    </a:moveTo>
                    <a:cubicBezTo>
                      <a:pt x="27" y="14"/>
                      <a:pt x="31" y="12"/>
                      <a:pt x="35" y="12"/>
                    </a:cubicBezTo>
                    <a:cubicBezTo>
                      <a:pt x="36" y="12"/>
                      <a:pt x="37" y="12"/>
                      <a:pt x="37" y="13"/>
                    </a:cubicBezTo>
                    <a:cubicBezTo>
                      <a:pt x="38" y="14"/>
                      <a:pt x="38" y="15"/>
                      <a:pt x="38" y="16"/>
                    </a:cubicBezTo>
                    <a:cubicBezTo>
                      <a:pt x="38" y="20"/>
                      <a:pt x="36" y="23"/>
                      <a:pt x="31" y="27"/>
                    </a:cubicBezTo>
                    <a:cubicBezTo>
                      <a:pt x="27" y="31"/>
                      <a:pt x="21" y="34"/>
                      <a:pt x="15" y="35"/>
                    </a:cubicBezTo>
                    <a:cubicBezTo>
                      <a:pt x="17" y="29"/>
                      <a:pt x="19" y="24"/>
                      <a:pt x="23"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414"/>
              <p:cNvSpPr>
                <a:spLocks/>
              </p:cNvSpPr>
              <p:nvPr/>
            </p:nvSpPr>
            <p:spPr bwMode="auto">
              <a:xfrm>
                <a:off x="5545138" y="6318251"/>
                <a:ext cx="33338" cy="133350"/>
              </a:xfrm>
              <a:custGeom>
                <a:avLst/>
                <a:gdLst>
                  <a:gd name="T0" fmla="*/ 19 w 25"/>
                  <a:gd name="T1" fmla="*/ 0 h 103"/>
                  <a:gd name="T2" fmla="*/ 12 w 25"/>
                  <a:gd name="T3" fmla="*/ 5 h 103"/>
                  <a:gd name="T4" fmla="*/ 4 w 25"/>
                  <a:gd name="T5" fmla="*/ 38 h 103"/>
                  <a:gd name="T6" fmla="*/ 0 w 25"/>
                  <a:gd name="T7" fmla="*/ 86 h 103"/>
                  <a:gd name="T8" fmla="*/ 1 w 25"/>
                  <a:gd name="T9" fmla="*/ 99 h 103"/>
                  <a:gd name="T10" fmla="*/ 7 w 25"/>
                  <a:gd name="T11" fmla="*/ 103 h 103"/>
                  <a:gd name="T12" fmla="*/ 13 w 25"/>
                  <a:gd name="T13" fmla="*/ 100 h 103"/>
                  <a:gd name="T14" fmla="*/ 15 w 25"/>
                  <a:gd name="T15" fmla="*/ 94 h 103"/>
                  <a:gd name="T16" fmla="*/ 15 w 25"/>
                  <a:gd name="T17" fmla="*/ 91 h 103"/>
                  <a:gd name="T18" fmla="*/ 14 w 25"/>
                  <a:gd name="T19" fmla="*/ 73 h 103"/>
                  <a:gd name="T20" fmla="*/ 15 w 25"/>
                  <a:gd name="T21" fmla="*/ 54 h 103"/>
                  <a:gd name="T22" fmla="*/ 20 w 25"/>
                  <a:gd name="T23" fmla="*/ 32 h 103"/>
                  <a:gd name="T24" fmla="*/ 24 w 25"/>
                  <a:gd name="T25" fmla="*/ 14 h 103"/>
                  <a:gd name="T26" fmla="*/ 25 w 25"/>
                  <a:gd name="T27" fmla="*/ 7 h 103"/>
                  <a:gd name="T28" fmla="*/ 19 w 25"/>
                  <a:gd name="T2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03">
                    <a:moveTo>
                      <a:pt x="19" y="0"/>
                    </a:moveTo>
                    <a:cubicBezTo>
                      <a:pt x="17" y="0"/>
                      <a:pt x="14" y="2"/>
                      <a:pt x="12" y="5"/>
                    </a:cubicBezTo>
                    <a:cubicBezTo>
                      <a:pt x="10" y="8"/>
                      <a:pt x="8" y="19"/>
                      <a:pt x="4" y="38"/>
                    </a:cubicBezTo>
                    <a:cubicBezTo>
                      <a:pt x="1" y="56"/>
                      <a:pt x="0" y="72"/>
                      <a:pt x="0" y="86"/>
                    </a:cubicBezTo>
                    <a:cubicBezTo>
                      <a:pt x="0" y="92"/>
                      <a:pt x="0" y="96"/>
                      <a:pt x="1" y="99"/>
                    </a:cubicBezTo>
                    <a:cubicBezTo>
                      <a:pt x="2" y="101"/>
                      <a:pt x="4" y="103"/>
                      <a:pt x="7" y="103"/>
                    </a:cubicBezTo>
                    <a:cubicBezTo>
                      <a:pt x="9" y="103"/>
                      <a:pt x="11" y="102"/>
                      <a:pt x="13" y="100"/>
                    </a:cubicBezTo>
                    <a:cubicBezTo>
                      <a:pt x="14" y="99"/>
                      <a:pt x="15" y="97"/>
                      <a:pt x="15" y="94"/>
                    </a:cubicBezTo>
                    <a:cubicBezTo>
                      <a:pt x="15" y="94"/>
                      <a:pt x="15" y="93"/>
                      <a:pt x="15" y="91"/>
                    </a:cubicBezTo>
                    <a:cubicBezTo>
                      <a:pt x="14" y="84"/>
                      <a:pt x="14" y="78"/>
                      <a:pt x="14" y="73"/>
                    </a:cubicBezTo>
                    <a:cubicBezTo>
                      <a:pt x="14" y="69"/>
                      <a:pt x="14" y="62"/>
                      <a:pt x="15" y="54"/>
                    </a:cubicBezTo>
                    <a:cubicBezTo>
                      <a:pt x="16" y="46"/>
                      <a:pt x="18" y="38"/>
                      <a:pt x="20" y="32"/>
                    </a:cubicBezTo>
                    <a:cubicBezTo>
                      <a:pt x="22" y="22"/>
                      <a:pt x="24" y="16"/>
                      <a:pt x="24" y="14"/>
                    </a:cubicBezTo>
                    <a:cubicBezTo>
                      <a:pt x="25" y="11"/>
                      <a:pt x="25" y="9"/>
                      <a:pt x="25" y="7"/>
                    </a:cubicBezTo>
                    <a:cubicBezTo>
                      <a:pt x="25" y="2"/>
                      <a:pt x="23" y="0"/>
                      <a:pt x="1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415"/>
              <p:cNvSpPr>
                <a:spLocks/>
              </p:cNvSpPr>
              <p:nvPr/>
            </p:nvSpPr>
            <p:spPr bwMode="auto">
              <a:xfrm>
                <a:off x="5588001" y="6318251"/>
                <a:ext cx="33338" cy="133350"/>
              </a:xfrm>
              <a:custGeom>
                <a:avLst/>
                <a:gdLst>
                  <a:gd name="T0" fmla="*/ 20 w 26"/>
                  <a:gd name="T1" fmla="*/ 0 h 103"/>
                  <a:gd name="T2" fmla="*/ 13 w 26"/>
                  <a:gd name="T3" fmla="*/ 5 h 103"/>
                  <a:gd name="T4" fmla="*/ 5 w 26"/>
                  <a:gd name="T5" fmla="*/ 38 h 103"/>
                  <a:gd name="T6" fmla="*/ 0 w 26"/>
                  <a:gd name="T7" fmla="*/ 86 h 103"/>
                  <a:gd name="T8" fmla="*/ 2 w 26"/>
                  <a:gd name="T9" fmla="*/ 99 h 103"/>
                  <a:gd name="T10" fmla="*/ 8 w 26"/>
                  <a:gd name="T11" fmla="*/ 103 h 103"/>
                  <a:gd name="T12" fmla="*/ 13 w 26"/>
                  <a:gd name="T13" fmla="*/ 100 h 103"/>
                  <a:gd name="T14" fmla="*/ 16 w 26"/>
                  <a:gd name="T15" fmla="*/ 94 h 103"/>
                  <a:gd name="T16" fmla="*/ 16 w 26"/>
                  <a:gd name="T17" fmla="*/ 91 h 103"/>
                  <a:gd name="T18" fmla="*/ 15 w 26"/>
                  <a:gd name="T19" fmla="*/ 73 h 103"/>
                  <a:gd name="T20" fmla="*/ 16 w 26"/>
                  <a:gd name="T21" fmla="*/ 54 h 103"/>
                  <a:gd name="T22" fmla="*/ 20 w 26"/>
                  <a:gd name="T23" fmla="*/ 32 h 103"/>
                  <a:gd name="T24" fmla="*/ 25 w 26"/>
                  <a:gd name="T25" fmla="*/ 14 h 103"/>
                  <a:gd name="T26" fmla="*/ 26 w 26"/>
                  <a:gd name="T27" fmla="*/ 7 h 103"/>
                  <a:gd name="T28" fmla="*/ 20 w 26"/>
                  <a:gd name="T2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 h="103">
                    <a:moveTo>
                      <a:pt x="20" y="0"/>
                    </a:moveTo>
                    <a:cubicBezTo>
                      <a:pt x="17" y="0"/>
                      <a:pt x="15" y="2"/>
                      <a:pt x="13" y="5"/>
                    </a:cubicBezTo>
                    <a:cubicBezTo>
                      <a:pt x="11" y="8"/>
                      <a:pt x="8" y="19"/>
                      <a:pt x="5" y="38"/>
                    </a:cubicBezTo>
                    <a:cubicBezTo>
                      <a:pt x="2" y="56"/>
                      <a:pt x="0" y="72"/>
                      <a:pt x="0" y="86"/>
                    </a:cubicBezTo>
                    <a:cubicBezTo>
                      <a:pt x="0" y="92"/>
                      <a:pt x="1" y="96"/>
                      <a:pt x="2" y="99"/>
                    </a:cubicBezTo>
                    <a:cubicBezTo>
                      <a:pt x="3" y="101"/>
                      <a:pt x="5" y="103"/>
                      <a:pt x="8" y="103"/>
                    </a:cubicBezTo>
                    <a:cubicBezTo>
                      <a:pt x="10" y="103"/>
                      <a:pt x="12" y="102"/>
                      <a:pt x="13" y="100"/>
                    </a:cubicBezTo>
                    <a:cubicBezTo>
                      <a:pt x="15" y="99"/>
                      <a:pt x="16" y="97"/>
                      <a:pt x="16" y="94"/>
                    </a:cubicBezTo>
                    <a:cubicBezTo>
                      <a:pt x="16" y="94"/>
                      <a:pt x="16" y="93"/>
                      <a:pt x="16" y="91"/>
                    </a:cubicBezTo>
                    <a:cubicBezTo>
                      <a:pt x="15" y="84"/>
                      <a:pt x="15" y="78"/>
                      <a:pt x="15" y="73"/>
                    </a:cubicBezTo>
                    <a:cubicBezTo>
                      <a:pt x="15" y="69"/>
                      <a:pt x="15" y="62"/>
                      <a:pt x="16" y="54"/>
                    </a:cubicBezTo>
                    <a:cubicBezTo>
                      <a:pt x="17" y="46"/>
                      <a:pt x="18" y="38"/>
                      <a:pt x="20" y="32"/>
                    </a:cubicBezTo>
                    <a:cubicBezTo>
                      <a:pt x="23" y="22"/>
                      <a:pt x="25" y="16"/>
                      <a:pt x="25" y="14"/>
                    </a:cubicBezTo>
                    <a:cubicBezTo>
                      <a:pt x="26" y="11"/>
                      <a:pt x="26" y="9"/>
                      <a:pt x="26" y="7"/>
                    </a:cubicBezTo>
                    <a:cubicBezTo>
                      <a:pt x="26" y="2"/>
                      <a:pt x="24" y="0"/>
                      <a:pt x="2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416"/>
              <p:cNvSpPr>
                <a:spLocks/>
              </p:cNvSpPr>
              <p:nvPr/>
            </p:nvSpPr>
            <p:spPr bwMode="auto">
              <a:xfrm>
                <a:off x="4687888" y="4891088"/>
                <a:ext cx="725488" cy="1306513"/>
              </a:xfrm>
              <a:custGeom>
                <a:avLst/>
                <a:gdLst>
                  <a:gd name="T0" fmla="*/ 229 w 561"/>
                  <a:gd name="T1" fmla="*/ 758 h 1012"/>
                  <a:gd name="T2" fmla="*/ 187 w 561"/>
                  <a:gd name="T3" fmla="*/ 653 h 1012"/>
                  <a:gd name="T4" fmla="*/ 304 w 561"/>
                  <a:gd name="T5" fmla="*/ 705 h 1012"/>
                  <a:gd name="T6" fmla="*/ 279 w 561"/>
                  <a:gd name="T7" fmla="*/ 850 h 1012"/>
                  <a:gd name="T8" fmla="*/ 320 w 561"/>
                  <a:gd name="T9" fmla="*/ 907 h 1012"/>
                  <a:gd name="T10" fmla="*/ 328 w 561"/>
                  <a:gd name="T11" fmla="*/ 908 h 1012"/>
                  <a:gd name="T12" fmla="*/ 378 w 561"/>
                  <a:gd name="T13" fmla="*/ 867 h 1012"/>
                  <a:gd name="T14" fmla="*/ 409 w 561"/>
                  <a:gd name="T15" fmla="*/ 684 h 1012"/>
                  <a:gd name="T16" fmla="*/ 380 w 561"/>
                  <a:gd name="T17" fmla="*/ 630 h 1012"/>
                  <a:gd name="T18" fmla="*/ 272 w 561"/>
                  <a:gd name="T19" fmla="*/ 581 h 1012"/>
                  <a:gd name="T20" fmla="*/ 326 w 561"/>
                  <a:gd name="T21" fmla="*/ 377 h 1012"/>
                  <a:gd name="T22" fmla="*/ 477 w 561"/>
                  <a:gd name="T23" fmla="*/ 352 h 1012"/>
                  <a:gd name="T24" fmla="*/ 502 w 561"/>
                  <a:gd name="T25" fmla="*/ 331 h 1012"/>
                  <a:gd name="T26" fmla="*/ 555 w 561"/>
                  <a:gd name="T27" fmla="*/ 184 h 1012"/>
                  <a:gd name="T28" fmla="*/ 536 w 561"/>
                  <a:gd name="T29" fmla="*/ 143 h 1012"/>
                  <a:gd name="T30" fmla="*/ 495 w 561"/>
                  <a:gd name="T31" fmla="*/ 162 h 1012"/>
                  <a:gd name="T32" fmla="*/ 448 w 561"/>
                  <a:gd name="T33" fmla="*/ 292 h 1012"/>
                  <a:gd name="T34" fmla="*/ 378 w 561"/>
                  <a:gd name="T35" fmla="*/ 303 h 1012"/>
                  <a:gd name="T36" fmla="*/ 287 w 561"/>
                  <a:gd name="T37" fmla="*/ 364 h 1012"/>
                  <a:gd name="T38" fmla="*/ 275 w 561"/>
                  <a:gd name="T39" fmla="*/ 363 h 1012"/>
                  <a:gd name="T40" fmla="*/ 189 w 561"/>
                  <a:gd name="T41" fmla="*/ 286 h 1012"/>
                  <a:gd name="T42" fmla="*/ 170 w 561"/>
                  <a:gd name="T43" fmla="*/ 281 h 1012"/>
                  <a:gd name="T44" fmla="*/ 78 w 561"/>
                  <a:gd name="T45" fmla="*/ 176 h 1012"/>
                  <a:gd name="T46" fmla="*/ 134 w 561"/>
                  <a:gd name="T47" fmla="*/ 49 h 1012"/>
                  <a:gd name="T48" fmla="*/ 117 w 561"/>
                  <a:gd name="T49" fmla="*/ 7 h 1012"/>
                  <a:gd name="T50" fmla="*/ 75 w 561"/>
                  <a:gd name="T51" fmla="*/ 23 h 1012"/>
                  <a:gd name="T52" fmla="*/ 12 w 561"/>
                  <a:gd name="T53" fmla="*/ 169 h 1012"/>
                  <a:gd name="T54" fmla="*/ 17 w 561"/>
                  <a:gd name="T55" fmla="*/ 203 h 1012"/>
                  <a:gd name="T56" fmla="*/ 118 w 561"/>
                  <a:gd name="T57" fmla="*/ 318 h 1012"/>
                  <a:gd name="T58" fmla="*/ 56 w 561"/>
                  <a:gd name="T59" fmla="*/ 552 h 1012"/>
                  <a:gd name="T60" fmla="*/ 55 w 561"/>
                  <a:gd name="T61" fmla="*/ 591 h 1012"/>
                  <a:gd name="T62" fmla="*/ 126 w 561"/>
                  <a:gd name="T63" fmla="*/ 770 h 1012"/>
                  <a:gd name="T64" fmla="*/ 15 w 561"/>
                  <a:gd name="T65" fmla="*/ 934 h 1012"/>
                  <a:gd name="T66" fmla="*/ 28 w 561"/>
                  <a:gd name="T67" fmla="*/ 1003 h 1012"/>
                  <a:gd name="T68" fmla="*/ 56 w 561"/>
                  <a:gd name="T69" fmla="*/ 1012 h 1012"/>
                  <a:gd name="T70" fmla="*/ 98 w 561"/>
                  <a:gd name="T71" fmla="*/ 990 h 1012"/>
                  <a:gd name="T72" fmla="*/ 224 w 561"/>
                  <a:gd name="T73" fmla="*/ 804 h 1012"/>
                  <a:gd name="T74" fmla="*/ 229 w 561"/>
                  <a:gd name="T75" fmla="*/ 758 h 10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61" h="1012">
                    <a:moveTo>
                      <a:pt x="229" y="758"/>
                    </a:moveTo>
                    <a:cubicBezTo>
                      <a:pt x="187" y="653"/>
                      <a:pt x="187" y="653"/>
                      <a:pt x="187" y="653"/>
                    </a:cubicBezTo>
                    <a:cubicBezTo>
                      <a:pt x="304" y="705"/>
                      <a:pt x="304" y="705"/>
                      <a:pt x="304" y="705"/>
                    </a:cubicBezTo>
                    <a:cubicBezTo>
                      <a:pt x="279" y="850"/>
                      <a:pt x="279" y="850"/>
                      <a:pt x="279" y="850"/>
                    </a:cubicBezTo>
                    <a:cubicBezTo>
                      <a:pt x="274" y="877"/>
                      <a:pt x="293" y="903"/>
                      <a:pt x="320" y="907"/>
                    </a:cubicBezTo>
                    <a:cubicBezTo>
                      <a:pt x="323" y="908"/>
                      <a:pt x="326" y="908"/>
                      <a:pt x="328" y="908"/>
                    </a:cubicBezTo>
                    <a:cubicBezTo>
                      <a:pt x="352" y="908"/>
                      <a:pt x="373" y="891"/>
                      <a:pt x="378" y="867"/>
                    </a:cubicBezTo>
                    <a:cubicBezTo>
                      <a:pt x="409" y="684"/>
                      <a:pt x="409" y="684"/>
                      <a:pt x="409" y="684"/>
                    </a:cubicBezTo>
                    <a:cubicBezTo>
                      <a:pt x="413" y="661"/>
                      <a:pt x="401" y="639"/>
                      <a:pt x="380" y="630"/>
                    </a:cubicBezTo>
                    <a:cubicBezTo>
                      <a:pt x="272" y="581"/>
                      <a:pt x="272" y="581"/>
                      <a:pt x="272" y="581"/>
                    </a:cubicBezTo>
                    <a:cubicBezTo>
                      <a:pt x="326" y="377"/>
                      <a:pt x="326" y="377"/>
                      <a:pt x="326" y="377"/>
                    </a:cubicBezTo>
                    <a:cubicBezTo>
                      <a:pt x="477" y="352"/>
                      <a:pt x="477" y="352"/>
                      <a:pt x="477" y="352"/>
                    </a:cubicBezTo>
                    <a:cubicBezTo>
                      <a:pt x="488" y="350"/>
                      <a:pt x="498" y="342"/>
                      <a:pt x="502" y="331"/>
                    </a:cubicBezTo>
                    <a:cubicBezTo>
                      <a:pt x="555" y="184"/>
                      <a:pt x="555" y="184"/>
                      <a:pt x="555" y="184"/>
                    </a:cubicBezTo>
                    <a:cubicBezTo>
                      <a:pt x="561" y="167"/>
                      <a:pt x="553" y="149"/>
                      <a:pt x="536" y="143"/>
                    </a:cubicBezTo>
                    <a:cubicBezTo>
                      <a:pt x="519" y="137"/>
                      <a:pt x="501" y="145"/>
                      <a:pt x="495" y="162"/>
                    </a:cubicBezTo>
                    <a:cubicBezTo>
                      <a:pt x="448" y="292"/>
                      <a:pt x="448" y="292"/>
                      <a:pt x="448" y="292"/>
                    </a:cubicBezTo>
                    <a:cubicBezTo>
                      <a:pt x="378" y="303"/>
                      <a:pt x="378" y="303"/>
                      <a:pt x="378" y="303"/>
                    </a:cubicBezTo>
                    <a:cubicBezTo>
                      <a:pt x="363" y="339"/>
                      <a:pt x="328" y="364"/>
                      <a:pt x="287" y="364"/>
                    </a:cubicBezTo>
                    <a:cubicBezTo>
                      <a:pt x="283" y="364"/>
                      <a:pt x="279" y="364"/>
                      <a:pt x="275" y="363"/>
                    </a:cubicBezTo>
                    <a:cubicBezTo>
                      <a:pt x="232" y="358"/>
                      <a:pt x="198" y="326"/>
                      <a:pt x="189" y="286"/>
                    </a:cubicBezTo>
                    <a:cubicBezTo>
                      <a:pt x="170" y="281"/>
                      <a:pt x="170" y="281"/>
                      <a:pt x="170" y="281"/>
                    </a:cubicBezTo>
                    <a:cubicBezTo>
                      <a:pt x="78" y="176"/>
                      <a:pt x="78" y="176"/>
                      <a:pt x="78" y="176"/>
                    </a:cubicBezTo>
                    <a:cubicBezTo>
                      <a:pt x="134" y="49"/>
                      <a:pt x="134" y="49"/>
                      <a:pt x="134" y="49"/>
                    </a:cubicBezTo>
                    <a:cubicBezTo>
                      <a:pt x="141" y="33"/>
                      <a:pt x="133" y="14"/>
                      <a:pt x="117" y="7"/>
                    </a:cubicBezTo>
                    <a:cubicBezTo>
                      <a:pt x="101" y="0"/>
                      <a:pt x="82" y="7"/>
                      <a:pt x="75" y="23"/>
                    </a:cubicBezTo>
                    <a:cubicBezTo>
                      <a:pt x="12" y="169"/>
                      <a:pt x="12" y="169"/>
                      <a:pt x="12" y="169"/>
                    </a:cubicBezTo>
                    <a:cubicBezTo>
                      <a:pt x="7" y="181"/>
                      <a:pt x="9" y="194"/>
                      <a:pt x="17" y="203"/>
                    </a:cubicBezTo>
                    <a:cubicBezTo>
                      <a:pt x="118" y="318"/>
                      <a:pt x="118" y="318"/>
                      <a:pt x="118" y="318"/>
                    </a:cubicBezTo>
                    <a:cubicBezTo>
                      <a:pt x="56" y="552"/>
                      <a:pt x="56" y="552"/>
                      <a:pt x="56" y="552"/>
                    </a:cubicBezTo>
                    <a:cubicBezTo>
                      <a:pt x="50" y="564"/>
                      <a:pt x="50" y="578"/>
                      <a:pt x="55" y="591"/>
                    </a:cubicBezTo>
                    <a:cubicBezTo>
                      <a:pt x="126" y="770"/>
                      <a:pt x="126" y="770"/>
                      <a:pt x="126" y="770"/>
                    </a:cubicBezTo>
                    <a:cubicBezTo>
                      <a:pt x="15" y="934"/>
                      <a:pt x="15" y="934"/>
                      <a:pt x="15" y="934"/>
                    </a:cubicBezTo>
                    <a:cubicBezTo>
                      <a:pt x="0" y="957"/>
                      <a:pt x="6" y="988"/>
                      <a:pt x="28" y="1003"/>
                    </a:cubicBezTo>
                    <a:cubicBezTo>
                      <a:pt x="37" y="1009"/>
                      <a:pt x="47" y="1012"/>
                      <a:pt x="56" y="1012"/>
                    </a:cubicBezTo>
                    <a:cubicBezTo>
                      <a:pt x="72" y="1012"/>
                      <a:pt x="88" y="1004"/>
                      <a:pt x="98" y="990"/>
                    </a:cubicBezTo>
                    <a:cubicBezTo>
                      <a:pt x="224" y="804"/>
                      <a:pt x="224" y="804"/>
                      <a:pt x="224" y="804"/>
                    </a:cubicBezTo>
                    <a:cubicBezTo>
                      <a:pt x="233" y="790"/>
                      <a:pt x="235" y="773"/>
                      <a:pt x="229" y="7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417"/>
              <p:cNvSpPr>
                <a:spLocks noEditPoints="1"/>
              </p:cNvSpPr>
              <p:nvPr/>
            </p:nvSpPr>
            <p:spPr bwMode="auto">
              <a:xfrm>
                <a:off x="4937126" y="5110163"/>
                <a:ext cx="244475" cy="244475"/>
              </a:xfrm>
              <a:custGeom>
                <a:avLst/>
                <a:gdLst>
                  <a:gd name="T0" fmla="*/ 84 w 190"/>
                  <a:gd name="T1" fmla="*/ 185 h 190"/>
                  <a:gd name="T2" fmla="*/ 184 w 190"/>
                  <a:gd name="T3" fmla="*/ 105 h 190"/>
                  <a:gd name="T4" fmla="*/ 105 w 190"/>
                  <a:gd name="T5" fmla="*/ 6 h 190"/>
                  <a:gd name="T6" fmla="*/ 5 w 190"/>
                  <a:gd name="T7" fmla="*/ 85 h 190"/>
                  <a:gd name="T8" fmla="*/ 84 w 190"/>
                  <a:gd name="T9" fmla="*/ 185 h 190"/>
                  <a:gd name="T10" fmla="*/ 85 w 190"/>
                  <a:gd name="T11" fmla="*/ 127 h 190"/>
                  <a:gd name="T12" fmla="*/ 126 w 190"/>
                  <a:gd name="T13" fmla="*/ 113 h 190"/>
                  <a:gd name="T14" fmla="*/ 128 w 190"/>
                  <a:gd name="T15" fmla="*/ 157 h 190"/>
                  <a:gd name="T16" fmla="*/ 87 w 190"/>
                  <a:gd name="T17" fmla="*/ 171 h 190"/>
                  <a:gd name="T18" fmla="*/ 85 w 190"/>
                  <a:gd name="T19" fmla="*/ 127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0" h="190">
                    <a:moveTo>
                      <a:pt x="84" y="185"/>
                    </a:moveTo>
                    <a:cubicBezTo>
                      <a:pt x="134" y="190"/>
                      <a:pt x="178" y="155"/>
                      <a:pt x="184" y="105"/>
                    </a:cubicBezTo>
                    <a:cubicBezTo>
                      <a:pt x="190" y="56"/>
                      <a:pt x="154" y="12"/>
                      <a:pt x="105" y="6"/>
                    </a:cubicBezTo>
                    <a:cubicBezTo>
                      <a:pt x="55" y="0"/>
                      <a:pt x="11" y="36"/>
                      <a:pt x="5" y="85"/>
                    </a:cubicBezTo>
                    <a:cubicBezTo>
                      <a:pt x="0" y="135"/>
                      <a:pt x="35" y="179"/>
                      <a:pt x="84" y="185"/>
                    </a:cubicBezTo>
                    <a:close/>
                    <a:moveTo>
                      <a:pt x="85" y="127"/>
                    </a:moveTo>
                    <a:cubicBezTo>
                      <a:pt x="96" y="111"/>
                      <a:pt x="114" y="105"/>
                      <a:pt x="126" y="113"/>
                    </a:cubicBezTo>
                    <a:cubicBezTo>
                      <a:pt x="138" y="121"/>
                      <a:pt x="139" y="141"/>
                      <a:pt x="128" y="157"/>
                    </a:cubicBezTo>
                    <a:cubicBezTo>
                      <a:pt x="117" y="173"/>
                      <a:pt x="99" y="179"/>
                      <a:pt x="87" y="171"/>
                    </a:cubicBezTo>
                    <a:cubicBezTo>
                      <a:pt x="75" y="163"/>
                      <a:pt x="74" y="143"/>
                      <a:pt x="85" y="1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418"/>
              <p:cNvSpPr>
                <a:spLocks/>
              </p:cNvSpPr>
              <p:nvPr/>
            </p:nvSpPr>
            <p:spPr bwMode="auto">
              <a:xfrm>
                <a:off x="4894263" y="4921251"/>
                <a:ext cx="331788" cy="203200"/>
              </a:xfrm>
              <a:custGeom>
                <a:avLst/>
                <a:gdLst>
                  <a:gd name="T0" fmla="*/ 207 w 257"/>
                  <a:gd name="T1" fmla="*/ 155 h 158"/>
                  <a:gd name="T2" fmla="*/ 212 w 257"/>
                  <a:gd name="T3" fmla="*/ 158 h 158"/>
                  <a:gd name="T4" fmla="*/ 216 w 257"/>
                  <a:gd name="T5" fmla="*/ 157 h 158"/>
                  <a:gd name="T6" fmla="*/ 254 w 257"/>
                  <a:gd name="T7" fmla="*/ 131 h 158"/>
                  <a:gd name="T8" fmla="*/ 256 w 257"/>
                  <a:gd name="T9" fmla="*/ 125 h 158"/>
                  <a:gd name="T10" fmla="*/ 251 w 257"/>
                  <a:gd name="T11" fmla="*/ 120 h 158"/>
                  <a:gd name="T12" fmla="*/ 213 w 257"/>
                  <a:gd name="T13" fmla="*/ 114 h 158"/>
                  <a:gd name="T14" fmla="*/ 240 w 257"/>
                  <a:gd name="T15" fmla="*/ 54 h 158"/>
                  <a:gd name="T16" fmla="*/ 239 w 257"/>
                  <a:gd name="T17" fmla="*/ 47 h 158"/>
                  <a:gd name="T18" fmla="*/ 232 w 257"/>
                  <a:gd name="T19" fmla="*/ 46 h 158"/>
                  <a:gd name="T20" fmla="*/ 187 w 257"/>
                  <a:gd name="T21" fmla="*/ 70 h 158"/>
                  <a:gd name="T22" fmla="*/ 183 w 257"/>
                  <a:gd name="T23" fmla="*/ 13 h 158"/>
                  <a:gd name="T24" fmla="*/ 179 w 257"/>
                  <a:gd name="T25" fmla="*/ 8 h 158"/>
                  <a:gd name="T26" fmla="*/ 172 w 257"/>
                  <a:gd name="T27" fmla="*/ 10 h 158"/>
                  <a:gd name="T28" fmla="*/ 141 w 257"/>
                  <a:gd name="T29" fmla="*/ 53 h 158"/>
                  <a:gd name="T30" fmla="*/ 108 w 257"/>
                  <a:gd name="T31" fmla="*/ 3 h 158"/>
                  <a:gd name="T32" fmla="*/ 101 w 257"/>
                  <a:gd name="T33" fmla="*/ 0 h 158"/>
                  <a:gd name="T34" fmla="*/ 97 w 257"/>
                  <a:gd name="T35" fmla="*/ 6 h 158"/>
                  <a:gd name="T36" fmla="*/ 94 w 257"/>
                  <a:gd name="T37" fmla="*/ 67 h 158"/>
                  <a:gd name="T38" fmla="*/ 53 w 257"/>
                  <a:gd name="T39" fmla="*/ 46 h 158"/>
                  <a:gd name="T40" fmla="*/ 46 w 257"/>
                  <a:gd name="T41" fmla="*/ 47 h 158"/>
                  <a:gd name="T42" fmla="*/ 45 w 257"/>
                  <a:gd name="T43" fmla="*/ 54 h 158"/>
                  <a:gd name="T44" fmla="*/ 59 w 257"/>
                  <a:gd name="T45" fmla="*/ 90 h 158"/>
                  <a:gd name="T46" fmla="*/ 7 w 257"/>
                  <a:gd name="T47" fmla="*/ 84 h 158"/>
                  <a:gd name="T48" fmla="*/ 1 w 257"/>
                  <a:gd name="T49" fmla="*/ 88 h 158"/>
                  <a:gd name="T50" fmla="*/ 3 w 257"/>
                  <a:gd name="T51" fmla="*/ 95 h 158"/>
                  <a:gd name="T52" fmla="*/ 44 w 257"/>
                  <a:gd name="T53" fmla="*/ 132 h 158"/>
                  <a:gd name="T54" fmla="*/ 53 w 257"/>
                  <a:gd name="T55" fmla="*/ 131 h 158"/>
                  <a:gd name="T56" fmla="*/ 52 w 257"/>
                  <a:gd name="T57" fmla="*/ 123 h 158"/>
                  <a:gd name="T58" fmla="*/ 25 w 257"/>
                  <a:gd name="T59" fmla="*/ 98 h 158"/>
                  <a:gd name="T60" fmla="*/ 68 w 257"/>
                  <a:gd name="T61" fmla="*/ 103 h 158"/>
                  <a:gd name="T62" fmla="*/ 73 w 257"/>
                  <a:gd name="T63" fmla="*/ 100 h 158"/>
                  <a:gd name="T64" fmla="*/ 74 w 257"/>
                  <a:gd name="T65" fmla="*/ 94 h 158"/>
                  <a:gd name="T66" fmla="*/ 62 w 257"/>
                  <a:gd name="T67" fmla="*/ 64 h 158"/>
                  <a:gd name="T68" fmla="*/ 96 w 257"/>
                  <a:gd name="T69" fmla="*/ 82 h 158"/>
                  <a:gd name="T70" fmla="*/ 102 w 257"/>
                  <a:gd name="T71" fmla="*/ 81 h 158"/>
                  <a:gd name="T72" fmla="*/ 105 w 257"/>
                  <a:gd name="T73" fmla="*/ 77 h 158"/>
                  <a:gd name="T74" fmla="*/ 108 w 257"/>
                  <a:gd name="T75" fmla="*/ 25 h 158"/>
                  <a:gd name="T76" fmla="*/ 135 w 257"/>
                  <a:gd name="T77" fmla="*/ 67 h 158"/>
                  <a:gd name="T78" fmla="*/ 140 w 257"/>
                  <a:gd name="T79" fmla="*/ 69 h 158"/>
                  <a:gd name="T80" fmla="*/ 145 w 257"/>
                  <a:gd name="T81" fmla="*/ 67 h 158"/>
                  <a:gd name="T82" fmla="*/ 172 w 257"/>
                  <a:gd name="T83" fmla="*/ 30 h 158"/>
                  <a:gd name="T84" fmla="*/ 175 w 257"/>
                  <a:gd name="T85" fmla="*/ 80 h 158"/>
                  <a:gd name="T86" fmla="*/ 178 w 257"/>
                  <a:gd name="T87" fmla="*/ 85 h 158"/>
                  <a:gd name="T88" fmla="*/ 184 w 257"/>
                  <a:gd name="T89" fmla="*/ 85 h 158"/>
                  <a:gd name="T90" fmla="*/ 222 w 257"/>
                  <a:gd name="T91" fmla="*/ 65 h 158"/>
                  <a:gd name="T92" fmla="*/ 199 w 257"/>
                  <a:gd name="T93" fmla="*/ 116 h 158"/>
                  <a:gd name="T94" fmla="*/ 199 w 257"/>
                  <a:gd name="T95" fmla="*/ 121 h 158"/>
                  <a:gd name="T96" fmla="*/ 203 w 257"/>
                  <a:gd name="T97" fmla="*/ 124 h 158"/>
                  <a:gd name="T98" fmla="*/ 235 w 257"/>
                  <a:gd name="T99" fmla="*/ 130 h 158"/>
                  <a:gd name="T100" fmla="*/ 209 w 257"/>
                  <a:gd name="T101" fmla="*/ 147 h 158"/>
                  <a:gd name="T102" fmla="*/ 207 w 257"/>
                  <a:gd name="T103" fmla="*/ 155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7" h="158">
                    <a:moveTo>
                      <a:pt x="207" y="155"/>
                    </a:moveTo>
                    <a:cubicBezTo>
                      <a:pt x="208" y="157"/>
                      <a:pt x="210" y="158"/>
                      <a:pt x="212" y="158"/>
                    </a:cubicBezTo>
                    <a:cubicBezTo>
                      <a:pt x="213" y="158"/>
                      <a:pt x="215" y="158"/>
                      <a:pt x="216" y="157"/>
                    </a:cubicBezTo>
                    <a:cubicBezTo>
                      <a:pt x="254" y="131"/>
                      <a:pt x="254" y="131"/>
                      <a:pt x="254" y="131"/>
                    </a:cubicBezTo>
                    <a:cubicBezTo>
                      <a:pt x="256" y="130"/>
                      <a:pt x="257" y="127"/>
                      <a:pt x="256" y="125"/>
                    </a:cubicBezTo>
                    <a:cubicBezTo>
                      <a:pt x="256" y="123"/>
                      <a:pt x="254" y="121"/>
                      <a:pt x="251" y="120"/>
                    </a:cubicBezTo>
                    <a:cubicBezTo>
                      <a:pt x="213" y="114"/>
                      <a:pt x="213" y="114"/>
                      <a:pt x="213" y="114"/>
                    </a:cubicBezTo>
                    <a:cubicBezTo>
                      <a:pt x="240" y="54"/>
                      <a:pt x="240" y="54"/>
                      <a:pt x="240" y="54"/>
                    </a:cubicBezTo>
                    <a:cubicBezTo>
                      <a:pt x="241" y="52"/>
                      <a:pt x="240" y="49"/>
                      <a:pt x="239" y="47"/>
                    </a:cubicBezTo>
                    <a:cubicBezTo>
                      <a:pt x="237" y="45"/>
                      <a:pt x="234" y="45"/>
                      <a:pt x="232" y="46"/>
                    </a:cubicBezTo>
                    <a:cubicBezTo>
                      <a:pt x="187" y="70"/>
                      <a:pt x="187" y="70"/>
                      <a:pt x="187" y="70"/>
                    </a:cubicBezTo>
                    <a:cubicBezTo>
                      <a:pt x="183" y="13"/>
                      <a:pt x="183" y="13"/>
                      <a:pt x="183" y="13"/>
                    </a:cubicBezTo>
                    <a:cubicBezTo>
                      <a:pt x="183" y="11"/>
                      <a:pt x="181" y="8"/>
                      <a:pt x="179" y="8"/>
                    </a:cubicBezTo>
                    <a:cubicBezTo>
                      <a:pt x="176" y="7"/>
                      <a:pt x="174" y="8"/>
                      <a:pt x="172" y="10"/>
                    </a:cubicBezTo>
                    <a:cubicBezTo>
                      <a:pt x="141" y="53"/>
                      <a:pt x="141" y="53"/>
                      <a:pt x="141" y="53"/>
                    </a:cubicBezTo>
                    <a:cubicBezTo>
                      <a:pt x="108" y="3"/>
                      <a:pt x="108" y="3"/>
                      <a:pt x="108" y="3"/>
                    </a:cubicBezTo>
                    <a:cubicBezTo>
                      <a:pt x="106" y="1"/>
                      <a:pt x="104" y="0"/>
                      <a:pt x="101" y="0"/>
                    </a:cubicBezTo>
                    <a:cubicBezTo>
                      <a:pt x="99" y="1"/>
                      <a:pt x="97" y="3"/>
                      <a:pt x="97" y="6"/>
                    </a:cubicBezTo>
                    <a:cubicBezTo>
                      <a:pt x="94" y="67"/>
                      <a:pt x="94" y="67"/>
                      <a:pt x="94" y="67"/>
                    </a:cubicBezTo>
                    <a:cubicBezTo>
                      <a:pt x="53" y="46"/>
                      <a:pt x="53" y="46"/>
                      <a:pt x="53" y="46"/>
                    </a:cubicBezTo>
                    <a:cubicBezTo>
                      <a:pt x="51" y="45"/>
                      <a:pt x="48" y="45"/>
                      <a:pt x="46" y="47"/>
                    </a:cubicBezTo>
                    <a:cubicBezTo>
                      <a:pt x="44" y="49"/>
                      <a:pt x="44" y="51"/>
                      <a:pt x="45" y="54"/>
                    </a:cubicBezTo>
                    <a:cubicBezTo>
                      <a:pt x="59" y="90"/>
                      <a:pt x="59" y="90"/>
                      <a:pt x="59" y="90"/>
                    </a:cubicBezTo>
                    <a:cubicBezTo>
                      <a:pt x="7" y="84"/>
                      <a:pt x="7" y="84"/>
                      <a:pt x="7" y="84"/>
                    </a:cubicBezTo>
                    <a:cubicBezTo>
                      <a:pt x="5" y="84"/>
                      <a:pt x="2" y="86"/>
                      <a:pt x="1" y="88"/>
                    </a:cubicBezTo>
                    <a:cubicBezTo>
                      <a:pt x="0" y="90"/>
                      <a:pt x="1" y="93"/>
                      <a:pt x="3" y="95"/>
                    </a:cubicBezTo>
                    <a:cubicBezTo>
                      <a:pt x="44" y="132"/>
                      <a:pt x="44" y="132"/>
                      <a:pt x="44" y="132"/>
                    </a:cubicBezTo>
                    <a:cubicBezTo>
                      <a:pt x="47" y="134"/>
                      <a:pt x="51" y="134"/>
                      <a:pt x="53" y="131"/>
                    </a:cubicBezTo>
                    <a:cubicBezTo>
                      <a:pt x="55" y="129"/>
                      <a:pt x="55" y="125"/>
                      <a:pt x="52" y="123"/>
                    </a:cubicBezTo>
                    <a:cubicBezTo>
                      <a:pt x="25" y="98"/>
                      <a:pt x="25" y="98"/>
                      <a:pt x="25" y="98"/>
                    </a:cubicBezTo>
                    <a:cubicBezTo>
                      <a:pt x="68" y="103"/>
                      <a:pt x="68" y="103"/>
                      <a:pt x="68" y="103"/>
                    </a:cubicBezTo>
                    <a:cubicBezTo>
                      <a:pt x="70" y="103"/>
                      <a:pt x="72" y="102"/>
                      <a:pt x="73" y="100"/>
                    </a:cubicBezTo>
                    <a:cubicBezTo>
                      <a:pt x="74" y="99"/>
                      <a:pt x="75" y="96"/>
                      <a:pt x="74" y="94"/>
                    </a:cubicBezTo>
                    <a:cubicBezTo>
                      <a:pt x="62" y="64"/>
                      <a:pt x="62" y="64"/>
                      <a:pt x="62" y="64"/>
                    </a:cubicBezTo>
                    <a:cubicBezTo>
                      <a:pt x="96" y="82"/>
                      <a:pt x="96" y="82"/>
                      <a:pt x="96" y="82"/>
                    </a:cubicBezTo>
                    <a:cubicBezTo>
                      <a:pt x="98" y="83"/>
                      <a:pt x="100" y="83"/>
                      <a:pt x="102" y="81"/>
                    </a:cubicBezTo>
                    <a:cubicBezTo>
                      <a:pt x="104" y="80"/>
                      <a:pt x="105" y="79"/>
                      <a:pt x="105" y="77"/>
                    </a:cubicBezTo>
                    <a:cubicBezTo>
                      <a:pt x="108" y="25"/>
                      <a:pt x="108" y="25"/>
                      <a:pt x="108" y="25"/>
                    </a:cubicBezTo>
                    <a:cubicBezTo>
                      <a:pt x="135" y="67"/>
                      <a:pt x="135" y="67"/>
                      <a:pt x="135" y="67"/>
                    </a:cubicBezTo>
                    <a:cubicBezTo>
                      <a:pt x="136" y="68"/>
                      <a:pt x="138" y="69"/>
                      <a:pt x="140" y="69"/>
                    </a:cubicBezTo>
                    <a:cubicBezTo>
                      <a:pt x="142" y="70"/>
                      <a:pt x="144" y="69"/>
                      <a:pt x="145" y="67"/>
                    </a:cubicBezTo>
                    <a:cubicBezTo>
                      <a:pt x="172" y="30"/>
                      <a:pt x="172" y="30"/>
                      <a:pt x="172" y="30"/>
                    </a:cubicBezTo>
                    <a:cubicBezTo>
                      <a:pt x="175" y="80"/>
                      <a:pt x="175" y="80"/>
                      <a:pt x="175" y="80"/>
                    </a:cubicBezTo>
                    <a:cubicBezTo>
                      <a:pt x="175" y="82"/>
                      <a:pt x="177" y="84"/>
                      <a:pt x="178" y="85"/>
                    </a:cubicBezTo>
                    <a:cubicBezTo>
                      <a:pt x="180" y="86"/>
                      <a:pt x="182" y="86"/>
                      <a:pt x="184" y="85"/>
                    </a:cubicBezTo>
                    <a:cubicBezTo>
                      <a:pt x="222" y="65"/>
                      <a:pt x="222" y="65"/>
                      <a:pt x="222" y="65"/>
                    </a:cubicBezTo>
                    <a:cubicBezTo>
                      <a:pt x="199" y="116"/>
                      <a:pt x="199" y="116"/>
                      <a:pt x="199" y="116"/>
                    </a:cubicBezTo>
                    <a:cubicBezTo>
                      <a:pt x="198" y="117"/>
                      <a:pt x="198" y="119"/>
                      <a:pt x="199" y="121"/>
                    </a:cubicBezTo>
                    <a:cubicBezTo>
                      <a:pt x="200" y="123"/>
                      <a:pt x="202" y="124"/>
                      <a:pt x="203" y="124"/>
                    </a:cubicBezTo>
                    <a:cubicBezTo>
                      <a:pt x="235" y="130"/>
                      <a:pt x="235" y="130"/>
                      <a:pt x="235" y="130"/>
                    </a:cubicBezTo>
                    <a:cubicBezTo>
                      <a:pt x="209" y="147"/>
                      <a:pt x="209" y="147"/>
                      <a:pt x="209" y="147"/>
                    </a:cubicBezTo>
                    <a:cubicBezTo>
                      <a:pt x="206" y="149"/>
                      <a:pt x="205" y="153"/>
                      <a:pt x="207" y="1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419"/>
              <p:cNvSpPr>
                <a:spLocks/>
              </p:cNvSpPr>
              <p:nvPr/>
            </p:nvSpPr>
            <p:spPr bwMode="auto">
              <a:xfrm>
                <a:off x="5254626" y="4845051"/>
                <a:ext cx="185738" cy="203200"/>
              </a:xfrm>
              <a:custGeom>
                <a:avLst/>
                <a:gdLst>
                  <a:gd name="T0" fmla="*/ 55 w 144"/>
                  <a:gd name="T1" fmla="*/ 82 h 157"/>
                  <a:gd name="T2" fmla="*/ 46 w 144"/>
                  <a:gd name="T3" fmla="*/ 77 h 157"/>
                  <a:gd name="T4" fmla="*/ 37 w 144"/>
                  <a:gd name="T5" fmla="*/ 93 h 157"/>
                  <a:gd name="T6" fmla="*/ 19 w 144"/>
                  <a:gd name="T7" fmla="*/ 52 h 157"/>
                  <a:gd name="T8" fmla="*/ 60 w 144"/>
                  <a:gd name="T9" fmla="*/ 31 h 157"/>
                  <a:gd name="T10" fmla="*/ 59 w 144"/>
                  <a:gd name="T11" fmla="*/ 32 h 157"/>
                  <a:gd name="T12" fmla="*/ 58 w 144"/>
                  <a:gd name="T13" fmla="*/ 56 h 157"/>
                  <a:gd name="T14" fmla="*/ 60 w 144"/>
                  <a:gd name="T15" fmla="*/ 44 h 157"/>
                  <a:gd name="T16" fmla="*/ 104 w 144"/>
                  <a:gd name="T17" fmla="*/ 22 h 157"/>
                  <a:gd name="T18" fmla="*/ 125 w 144"/>
                  <a:gd name="T19" fmla="*/ 66 h 157"/>
                  <a:gd name="T20" fmla="*/ 109 w 144"/>
                  <a:gd name="T21" fmla="*/ 85 h 157"/>
                  <a:gd name="T22" fmla="*/ 121 w 144"/>
                  <a:gd name="T23" fmla="*/ 79 h 157"/>
                  <a:gd name="T24" fmla="*/ 124 w 144"/>
                  <a:gd name="T25" fmla="*/ 106 h 157"/>
                  <a:gd name="T26" fmla="*/ 82 w 144"/>
                  <a:gd name="T27" fmla="*/ 127 h 157"/>
                  <a:gd name="T28" fmla="*/ 67 w 144"/>
                  <a:gd name="T29" fmla="*/ 117 h 157"/>
                  <a:gd name="T30" fmla="*/ 81 w 144"/>
                  <a:gd name="T31" fmla="*/ 104 h 157"/>
                  <a:gd name="T32" fmla="*/ 74 w 144"/>
                  <a:gd name="T33" fmla="*/ 96 h 157"/>
                  <a:gd name="T34" fmla="*/ 50 w 144"/>
                  <a:gd name="T35" fmla="*/ 121 h 157"/>
                  <a:gd name="T36" fmla="*/ 19 w 144"/>
                  <a:gd name="T37" fmla="*/ 153 h 157"/>
                  <a:gd name="T38" fmla="*/ 23 w 144"/>
                  <a:gd name="T39" fmla="*/ 157 h 157"/>
                  <a:gd name="T40" fmla="*/ 60 w 144"/>
                  <a:gd name="T41" fmla="*/ 124 h 157"/>
                  <a:gd name="T42" fmla="*/ 80 w 144"/>
                  <a:gd name="T43" fmla="*/ 139 h 157"/>
                  <a:gd name="T44" fmla="*/ 133 w 144"/>
                  <a:gd name="T45" fmla="*/ 113 h 157"/>
                  <a:gd name="T46" fmla="*/ 127 w 144"/>
                  <a:gd name="T47" fmla="*/ 74 h 157"/>
                  <a:gd name="T48" fmla="*/ 137 w 144"/>
                  <a:gd name="T49" fmla="*/ 59 h 157"/>
                  <a:gd name="T50" fmla="*/ 111 w 144"/>
                  <a:gd name="T51" fmla="*/ 7 h 157"/>
                  <a:gd name="T52" fmla="*/ 62 w 144"/>
                  <a:gd name="T53" fmla="*/ 25 h 157"/>
                  <a:gd name="T54" fmla="*/ 58 w 144"/>
                  <a:gd name="T55" fmla="*/ 24 h 157"/>
                  <a:gd name="T56" fmla="*/ 7 w 144"/>
                  <a:gd name="T57" fmla="*/ 49 h 157"/>
                  <a:gd name="T58" fmla="*/ 32 w 144"/>
                  <a:gd name="T59" fmla="*/ 99 h 157"/>
                  <a:gd name="T60" fmla="*/ 34 w 144"/>
                  <a:gd name="T61" fmla="*/ 100 h 157"/>
                  <a:gd name="T62" fmla="*/ 9 w 144"/>
                  <a:gd name="T63" fmla="*/ 146 h 157"/>
                  <a:gd name="T64" fmla="*/ 14 w 144"/>
                  <a:gd name="T65" fmla="*/ 149 h 157"/>
                  <a:gd name="T66" fmla="*/ 36 w 144"/>
                  <a:gd name="T67" fmla="*/ 112 h 157"/>
                  <a:gd name="T68" fmla="*/ 55 w 144"/>
                  <a:gd name="T69" fmla="*/ 82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4" h="157">
                    <a:moveTo>
                      <a:pt x="55" y="82"/>
                    </a:moveTo>
                    <a:cubicBezTo>
                      <a:pt x="46" y="77"/>
                      <a:pt x="46" y="77"/>
                      <a:pt x="46" y="77"/>
                    </a:cubicBezTo>
                    <a:cubicBezTo>
                      <a:pt x="37" y="93"/>
                      <a:pt x="37" y="93"/>
                      <a:pt x="37" y="93"/>
                    </a:cubicBezTo>
                    <a:cubicBezTo>
                      <a:pt x="22" y="86"/>
                      <a:pt x="14" y="69"/>
                      <a:pt x="19" y="52"/>
                    </a:cubicBezTo>
                    <a:cubicBezTo>
                      <a:pt x="25" y="36"/>
                      <a:pt x="43" y="27"/>
                      <a:pt x="60" y="31"/>
                    </a:cubicBezTo>
                    <a:cubicBezTo>
                      <a:pt x="59" y="31"/>
                      <a:pt x="59" y="32"/>
                      <a:pt x="59" y="32"/>
                    </a:cubicBezTo>
                    <a:cubicBezTo>
                      <a:pt x="56" y="40"/>
                      <a:pt x="56" y="49"/>
                      <a:pt x="58" y="56"/>
                    </a:cubicBezTo>
                    <a:cubicBezTo>
                      <a:pt x="58" y="52"/>
                      <a:pt x="59" y="48"/>
                      <a:pt x="60" y="44"/>
                    </a:cubicBezTo>
                    <a:cubicBezTo>
                      <a:pt x="66" y="26"/>
                      <a:pt x="86" y="16"/>
                      <a:pt x="104" y="22"/>
                    </a:cubicBezTo>
                    <a:cubicBezTo>
                      <a:pt x="121" y="28"/>
                      <a:pt x="131" y="48"/>
                      <a:pt x="125" y="66"/>
                    </a:cubicBezTo>
                    <a:cubicBezTo>
                      <a:pt x="122" y="74"/>
                      <a:pt x="116" y="81"/>
                      <a:pt x="109" y="85"/>
                    </a:cubicBezTo>
                    <a:cubicBezTo>
                      <a:pt x="113" y="84"/>
                      <a:pt x="117" y="82"/>
                      <a:pt x="121" y="79"/>
                    </a:cubicBezTo>
                    <a:cubicBezTo>
                      <a:pt x="126" y="87"/>
                      <a:pt x="127" y="97"/>
                      <a:pt x="124" y="106"/>
                    </a:cubicBezTo>
                    <a:cubicBezTo>
                      <a:pt x="118" y="123"/>
                      <a:pt x="99" y="133"/>
                      <a:pt x="82" y="127"/>
                    </a:cubicBezTo>
                    <a:cubicBezTo>
                      <a:pt x="76" y="125"/>
                      <a:pt x="71" y="121"/>
                      <a:pt x="67" y="117"/>
                    </a:cubicBezTo>
                    <a:cubicBezTo>
                      <a:pt x="81" y="104"/>
                      <a:pt x="81" y="104"/>
                      <a:pt x="81" y="104"/>
                    </a:cubicBezTo>
                    <a:cubicBezTo>
                      <a:pt x="74" y="96"/>
                      <a:pt x="74" y="96"/>
                      <a:pt x="74" y="96"/>
                    </a:cubicBezTo>
                    <a:cubicBezTo>
                      <a:pt x="50" y="121"/>
                      <a:pt x="50" y="121"/>
                      <a:pt x="50" y="121"/>
                    </a:cubicBezTo>
                    <a:cubicBezTo>
                      <a:pt x="19" y="153"/>
                      <a:pt x="19" y="153"/>
                      <a:pt x="19" y="153"/>
                    </a:cubicBezTo>
                    <a:cubicBezTo>
                      <a:pt x="23" y="157"/>
                      <a:pt x="23" y="157"/>
                      <a:pt x="23" y="157"/>
                    </a:cubicBezTo>
                    <a:cubicBezTo>
                      <a:pt x="60" y="124"/>
                      <a:pt x="60" y="124"/>
                      <a:pt x="60" y="124"/>
                    </a:cubicBezTo>
                    <a:cubicBezTo>
                      <a:pt x="64" y="130"/>
                      <a:pt x="72" y="136"/>
                      <a:pt x="80" y="139"/>
                    </a:cubicBezTo>
                    <a:cubicBezTo>
                      <a:pt x="102" y="146"/>
                      <a:pt x="126" y="135"/>
                      <a:pt x="133" y="113"/>
                    </a:cubicBezTo>
                    <a:cubicBezTo>
                      <a:pt x="138" y="99"/>
                      <a:pt x="135" y="85"/>
                      <a:pt x="127" y="74"/>
                    </a:cubicBezTo>
                    <a:cubicBezTo>
                      <a:pt x="131" y="70"/>
                      <a:pt x="135" y="65"/>
                      <a:pt x="137" y="59"/>
                    </a:cubicBezTo>
                    <a:cubicBezTo>
                      <a:pt x="144" y="37"/>
                      <a:pt x="132" y="14"/>
                      <a:pt x="111" y="7"/>
                    </a:cubicBezTo>
                    <a:cubicBezTo>
                      <a:pt x="92" y="0"/>
                      <a:pt x="72" y="8"/>
                      <a:pt x="62" y="25"/>
                    </a:cubicBezTo>
                    <a:cubicBezTo>
                      <a:pt x="61" y="25"/>
                      <a:pt x="60" y="24"/>
                      <a:pt x="58" y="24"/>
                    </a:cubicBezTo>
                    <a:cubicBezTo>
                      <a:pt x="37" y="17"/>
                      <a:pt x="15" y="28"/>
                      <a:pt x="7" y="49"/>
                    </a:cubicBezTo>
                    <a:cubicBezTo>
                      <a:pt x="0" y="70"/>
                      <a:pt x="12" y="92"/>
                      <a:pt x="32" y="99"/>
                    </a:cubicBezTo>
                    <a:cubicBezTo>
                      <a:pt x="33" y="100"/>
                      <a:pt x="33" y="100"/>
                      <a:pt x="34" y="100"/>
                    </a:cubicBezTo>
                    <a:cubicBezTo>
                      <a:pt x="9" y="146"/>
                      <a:pt x="9" y="146"/>
                      <a:pt x="9" y="146"/>
                    </a:cubicBezTo>
                    <a:cubicBezTo>
                      <a:pt x="14" y="149"/>
                      <a:pt x="14" y="149"/>
                      <a:pt x="14" y="149"/>
                    </a:cubicBezTo>
                    <a:cubicBezTo>
                      <a:pt x="36" y="112"/>
                      <a:pt x="36" y="112"/>
                      <a:pt x="36" y="112"/>
                    </a:cubicBezTo>
                    <a:lnTo>
                      <a:pt x="55" y="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420"/>
              <p:cNvSpPr>
                <a:spLocks/>
              </p:cNvSpPr>
              <p:nvPr/>
            </p:nvSpPr>
            <p:spPr bwMode="auto">
              <a:xfrm>
                <a:off x="5172076" y="5389563"/>
                <a:ext cx="311150" cy="184150"/>
              </a:xfrm>
              <a:custGeom>
                <a:avLst/>
                <a:gdLst>
                  <a:gd name="T0" fmla="*/ 196 w 196"/>
                  <a:gd name="T1" fmla="*/ 104 h 116"/>
                  <a:gd name="T2" fmla="*/ 4 w 196"/>
                  <a:gd name="T3" fmla="*/ 0 h 116"/>
                  <a:gd name="T4" fmla="*/ 0 w 196"/>
                  <a:gd name="T5" fmla="*/ 6 h 116"/>
                  <a:gd name="T6" fmla="*/ 187 w 196"/>
                  <a:gd name="T7" fmla="*/ 116 h 116"/>
                  <a:gd name="T8" fmla="*/ 196 w 196"/>
                  <a:gd name="T9" fmla="*/ 104 h 116"/>
                </a:gdLst>
                <a:ahLst/>
                <a:cxnLst>
                  <a:cxn ang="0">
                    <a:pos x="T0" y="T1"/>
                  </a:cxn>
                  <a:cxn ang="0">
                    <a:pos x="T2" y="T3"/>
                  </a:cxn>
                  <a:cxn ang="0">
                    <a:pos x="T4" y="T5"/>
                  </a:cxn>
                  <a:cxn ang="0">
                    <a:pos x="T6" y="T7"/>
                  </a:cxn>
                  <a:cxn ang="0">
                    <a:pos x="T8" y="T9"/>
                  </a:cxn>
                </a:cxnLst>
                <a:rect l="0" t="0" r="r" b="b"/>
                <a:pathLst>
                  <a:path w="196" h="116">
                    <a:moveTo>
                      <a:pt x="196" y="104"/>
                    </a:moveTo>
                    <a:lnTo>
                      <a:pt x="4" y="0"/>
                    </a:lnTo>
                    <a:lnTo>
                      <a:pt x="0" y="6"/>
                    </a:lnTo>
                    <a:lnTo>
                      <a:pt x="187" y="116"/>
                    </a:lnTo>
                    <a:lnTo>
                      <a:pt x="196" y="1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421"/>
              <p:cNvSpPr>
                <a:spLocks/>
              </p:cNvSpPr>
              <p:nvPr/>
            </p:nvSpPr>
            <p:spPr bwMode="auto">
              <a:xfrm>
                <a:off x="5105401" y="5518151"/>
                <a:ext cx="236538" cy="238125"/>
              </a:xfrm>
              <a:custGeom>
                <a:avLst/>
                <a:gdLst>
                  <a:gd name="T0" fmla="*/ 0 w 149"/>
                  <a:gd name="T1" fmla="*/ 4 h 150"/>
                  <a:gd name="T2" fmla="*/ 136 w 149"/>
                  <a:gd name="T3" fmla="*/ 150 h 150"/>
                  <a:gd name="T4" fmla="*/ 149 w 149"/>
                  <a:gd name="T5" fmla="*/ 143 h 150"/>
                  <a:gd name="T6" fmla="*/ 7 w 149"/>
                  <a:gd name="T7" fmla="*/ 0 h 150"/>
                  <a:gd name="T8" fmla="*/ 0 w 149"/>
                  <a:gd name="T9" fmla="*/ 4 h 150"/>
                </a:gdLst>
                <a:ahLst/>
                <a:cxnLst>
                  <a:cxn ang="0">
                    <a:pos x="T0" y="T1"/>
                  </a:cxn>
                  <a:cxn ang="0">
                    <a:pos x="T2" y="T3"/>
                  </a:cxn>
                  <a:cxn ang="0">
                    <a:pos x="T4" y="T5"/>
                  </a:cxn>
                  <a:cxn ang="0">
                    <a:pos x="T6" y="T7"/>
                  </a:cxn>
                  <a:cxn ang="0">
                    <a:pos x="T8" y="T9"/>
                  </a:cxn>
                </a:cxnLst>
                <a:rect l="0" t="0" r="r" b="b"/>
                <a:pathLst>
                  <a:path w="149" h="150">
                    <a:moveTo>
                      <a:pt x="0" y="4"/>
                    </a:moveTo>
                    <a:lnTo>
                      <a:pt x="136" y="150"/>
                    </a:lnTo>
                    <a:lnTo>
                      <a:pt x="149" y="143"/>
                    </a:lnTo>
                    <a:lnTo>
                      <a:pt x="7" y="0"/>
                    </a:lnTo>
                    <a:lnTo>
                      <a:pt x="0"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422"/>
              <p:cNvSpPr>
                <a:spLocks noEditPoints="1"/>
              </p:cNvSpPr>
              <p:nvPr/>
            </p:nvSpPr>
            <p:spPr bwMode="auto">
              <a:xfrm>
                <a:off x="5130801" y="5448301"/>
                <a:ext cx="93663" cy="84138"/>
              </a:xfrm>
              <a:custGeom>
                <a:avLst/>
                <a:gdLst>
                  <a:gd name="T0" fmla="*/ 53 w 72"/>
                  <a:gd name="T1" fmla="*/ 24 h 65"/>
                  <a:gd name="T2" fmla="*/ 48 w 72"/>
                  <a:gd name="T3" fmla="*/ 18 h 65"/>
                  <a:gd name="T4" fmla="*/ 34 w 72"/>
                  <a:gd name="T5" fmla="*/ 17 h 65"/>
                  <a:gd name="T6" fmla="*/ 20 w 72"/>
                  <a:gd name="T7" fmla="*/ 24 h 65"/>
                  <a:gd name="T8" fmla="*/ 19 w 72"/>
                  <a:gd name="T9" fmla="*/ 30 h 65"/>
                  <a:gd name="T10" fmla="*/ 22 w 72"/>
                  <a:gd name="T11" fmla="*/ 37 h 65"/>
                  <a:gd name="T12" fmla="*/ 28 w 72"/>
                  <a:gd name="T13" fmla="*/ 40 h 65"/>
                  <a:gd name="T14" fmla="*/ 36 w 72"/>
                  <a:gd name="T15" fmla="*/ 41 h 65"/>
                  <a:gd name="T16" fmla="*/ 40 w 72"/>
                  <a:gd name="T17" fmla="*/ 48 h 65"/>
                  <a:gd name="T18" fmla="*/ 45 w 72"/>
                  <a:gd name="T19" fmla="*/ 51 h 65"/>
                  <a:gd name="T20" fmla="*/ 56 w 72"/>
                  <a:gd name="T21" fmla="*/ 50 h 65"/>
                  <a:gd name="T22" fmla="*/ 66 w 72"/>
                  <a:gd name="T23" fmla="*/ 44 h 65"/>
                  <a:gd name="T24" fmla="*/ 71 w 72"/>
                  <a:gd name="T25" fmla="*/ 33 h 65"/>
                  <a:gd name="T26" fmla="*/ 71 w 72"/>
                  <a:gd name="T27" fmla="*/ 19 h 65"/>
                  <a:gd name="T28" fmla="*/ 63 w 72"/>
                  <a:gd name="T29" fmla="*/ 7 h 65"/>
                  <a:gd name="T30" fmla="*/ 42 w 72"/>
                  <a:gd name="T31" fmla="*/ 0 h 65"/>
                  <a:gd name="T32" fmla="*/ 19 w 72"/>
                  <a:gd name="T33" fmla="*/ 6 h 65"/>
                  <a:gd name="T34" fmla="*/ 5 w 72"/>
                  <a:gd name="T35" fmla="*/ 17 h 65"/>
                  <a:gd name="T36" fmla="*/ 2 w 72"/>
                  <a:gd name="T37" fmla="*/ 35 h 65"/>
                  <a:gd name="T38" fmla="*/ 13 w 72"/>
                  <a:gd name="T39" fmla="*/ 52 h 65"/>
                  <a:gd name="T40" fmla="*/ 30 w 72"/>
                  <a:gd name="T41" fmla="*/ 61 h 65"/>
                  <a:gd name="T42" fmla="*/ 46 w 72"/>
                  <a:gd name="T43" fmla="*/ 65 h 65"/>
                  <a:gd name="T44" fmla="*/ 49 w 72"/>
                  <a:gd name="T45" fmla="*/ 62 h 65"/>
                  <a:gd name="T46" fmla="*/ 50 w 72"/>
                  <a:gd name="T47" fmla="*/ 60 h 65"/>
                  <a:gd name="T48" fmla="*/ 48 w 72"/>
                  <a:gd name="T49" fmla="*/ 57 h 65"/>
                  <a:gd name="T50" fmla="*/ 43 w 72"/>
                  <a:gd name="T51" fmla="*/ 57 h 65"/>
                  <a:gd name="T52" fmla="*/ 30 w 72"/>
                  <a:gd name="T53" fmla="*/ 53 h 65"/>
                  <a:gd name="T54" fmla="*/ 20 w 72"/>
                  <a:gd name="T55" fmla="*/ 47 h 65"/>
                  <a:gd name="T56" fmla="*/ 11 w 72"/>
                  <a:gd name="T57" fmla="*/ 34 h 65"/>
                  <a:gd name="T58" fmla="*/ 12 w 72"/>
                  <a:gd name="T59" fmla="*/ 22 h 65"/>
                  <a:gd name="T60" fmla="*/ 24 w 72"/>
                  <a:gd name="T61" fmla="*/ 13 h 65"/>
                  <a:gd name="T62" fmla="*/ 43 w 72"/>
                  <a:gd name="T63" fmla="*/ 8 h 65"/>
                  <a:gd name="T64" fmla="*/ 59 w 72"/>
                  <a:gd name="T65" fmla="*/ 13 h 65"/>
                  <a:gd name="T66" fmla="*/ 62 w 72"/>
                  <a:gd name="T67" fmla="*/ 18 h 65"/>
                  <a:gd name="T68" fmla="*/ 63 w 72"/>
                  <a:gd name="T69" fmla="*/ 26 h 65"/>
                  <a:gd name="T70" fmla="*/ 63 w 72"/>
                  <a:gd name="T71" fmla="*/ 29 h 65"/>
                  <a:gd name="T72" fmla="*/ 59 w 72"/>
                  <a:gd name="T73" fmla="*/ 39 h 65"/>
                  <a:gd name="T74" fmla="*/ 52 w 72"/>
                  <a:gd name="T75" fmla="*/ 42 h 65"/>
                  <a:gd name="T76" fmla="*/ 46 w 72"/>
                  <a:gd name="T77" fmla="*/ 42 h 65"/>
                  <a:gd name="T78" fmla="*/ 45 w 72"/>
                  <a:gd name="T79" fmla="*/ 40 h 65"/>
                  <a:gd name="T80" fmla="*/ 50 w 72"/>
                  <a:gd name="T81" fmla="*/ 37 h 65"/>
                  <a:gd name="T82" fmla="*/ 55 w 72"/>
                  <a:gd name="T83" fmla="*/ 34 h 65"/>
                  <a:gd name="T84" fmla="*/ 54 w 72"/>
                  <a:gd name="T85" fmla="*/ 29 h 65"/>
                  <a:gd name="T86" fmla="*/ 53 w 72"/>
                  <a:gd name="T87" fmla="*/ 28 h 65"/>
                  <a:gd name="T88" fmla="*/ 53 w 72"/>
                  <a:gd name="T89" fmla="*/ 28 h 65"/>
                  <a:gd name="T90" fmla="*/ 53 w 72"/>
                  <a:gd name="T91" fmla="*/ 24 h 65"/>
                  <a:gd name="T92" fmla="*/ 44 w 72"/>
                  <a:gd name="T93" fmla="*/ 28 h 65"/>
                  <a:gd name="T94" fmla="*/ 41 w 72"/>
                  <a:gd name="T95" fmla="*/ 30 h 65"/>
                  <a:gd name="T96" fmla="*/ 39 w 72"/>
                  <a:gd name="T97" fmla="*/ 33 h 65"/>
                  <a:gd name="T98" fmla="*/ 34 w 72"/>
                  <a:gd name="T99" fmla="*/ 34 h 65"/>
                  <a:gd name="T100" fmla="*/ 30 w 72"/>
                  <a:gd name="T101" fmla="*/ 32 h 65"/>
                  <a:gd name="T102" fmla="*/ 28 w 72"/>
                  <a:gd name="T103" fmla="*/ 31 h 65"/>
                  <a:gd name="T104" fmla="*/ 28 w 72"/>
                  <a:gd name="T105" fmla="*/ 29 h 65"/>
                  <a:gd name="T106" fmla="*/ 36 w 72"/>
                  <a:gd name="T107" fmla="*/ 26 h 65"/>
                  <a:gd name="T108" fmla="*/ 45 w 72"/>
                  <a:gd name="T109" fmla="*/ 26 h 65"/>
                  <a:gd name="T110" fmla="*/ 45 w 72"/>
                  <a:gd name="T111" fmla="*/ 26 h 65"/>
                  <a:gd name="T112" fmla="*/ 46 w 72"/>
                  <a:gd name="T113" fmla="*/ 27 h 65"/>
                  <a:gd name="T114" fmla="*/ 44 w 72"/>
                  <a:gd name="T115" fmla="*/ 28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2" h="65">
                    <a:moveTo>
                      <a:pt x="53" y="24"/>
                    </a:moveTo>
                    <a:cubicBezTo>
                      <a:pt x="53" y="22"/>
                      <a:pt x="51" y="20"/>
                      <a:pt x="48" y="18"/>
                    </a:cubicBezTo>
                    <a:cubicBezTo>
                      <a:pt x="46" y="16"/>
                      <a:pt x="41" y="15"/>
                      <a:pt x="34" y="17"/>
                    </a:cubicBezTo>
                    <a:cubicBezTo>
                      <a:pt x="28" y="18"/>
                      <a:pt x="23" y="21"/>
                      <a:pt x="20" y="24"/>
                    </a:cubicBezTo>
                    <a:cubicBezTo>
                      <a:pt x="19" y="26"/>
                      <a:pt x="18" y="28"/>
                      <a:pt x="19" y="30"/>
                    </a:cubicBezTo>
                    <a:cubicBezTo>
                      <a:pt x="19" y="33"/>
                      <a:pt x="20" y="35"/>
                      <a:pt x="22" y="37"/>
                    </a:cubicBezTo>
                    <a:cubicBezTo>
                      <a:pt x="23" y="38"/>
                      <a:pt x="26" y="39"/>
                      <a:pt x="28" y="40"/>
                    </a:cubicBezTo>
                    <a:cubicBezTo>
                      <a:pt x="31" y="41"/>
                      <a:pt x="34" y="41"/>
                      <a:pt x="36" y="41"/>
                    </a:cubicBezTo>
                    <a:cubicBezTo>
                      <a:pt x="37" y="44"/>
                      <a:pt x="38" y="47"/>
                      <a:pt x="40" y="48"/>
                    </a:cubicBezTo>
                    <a:cubicBezTo>
                      <a:pt x="40" y="49"/>
                      <a:pt x="42" y="50"/>
                      <a:pt x="45" y="51"/>
                    </a:cubicBezTo>
                    <a:cubicBezTo>
                      <a:pt x="49" y="52"/>
                      <a:pt x="52" y="52"/>
                      <a:pt x="56" y="50"/>
                    </a:cubicBezTo>
                    <a:cubicBezTo>
                      <a:pt x="60" y="49"/>
                      <a:pt x="63" y="47"/>
                      <a:pt x="66" y="44"/>
                    </a:cubicBezTo>
                    <a:cubicBezTo>
                      <a:pt x="68" y="41"/>
                      <a:pt x="69" y="37"/>
                      <a:pt x="71" y="33"/>
                    </a:cubicBezTo>
                    <a:cubicBezTo>
                      <a:pt x="72" y="28"/>
                      <a:pt x="72" y="24"/>
                      <a:pt x="71" y="19"/>
                    </a:cubicBezTo>
                    <a:cubicBezTo>
                      <a:pt x="69" y="14"/>
                      <a:pt x="67" y="10"/>
                      <a:pt x="63" y="7"/>
                    </a:cubicBezTo>
                    <a:cubicBezTo>
                      <a:pt x="57" y="2"/>
                      <a:pt x="51" y="0"/>
                      <a:pt x="42" y="0"/>
                    </a:cubicBezTo>
                    <a:cubicBezTo>
                      <a:pt x="34" y="0"/>
                      <a:pt x="26" y="2"/>
                      <a:pt x="19" y="6"/>
                    </a:cubicBezTo>
                    <a:cubicBezTo>
                      <a:pt x="12" y="10"/>
                      <a:pt x="7" y="14"/>
                      <a:pt x="5" y="17"/>
                    </a:cubicBezTo>
                    <a:cubicBezTo>
                      <a:pt x="1" y="22"/>
                      <a:pt x="0" y="28"/>
                      <a:pt x="2" y="35"/>
                    </a:cubicBezTo>
                    <a:cubicBezTo>
                      <a:pt x="4" y="41"/>
                      <a:pt x="8" y="47"/>
                      <a:pt x="13" y="52"/>
                    </a:cubicBezTo>
                    <a:cubicBezTo>
                      <a:pt x="18" y="55"/>
                      <a:pt x="24" y="59"/>
                      <a:pt x="30" y="61"/>
                    </a:cubicBezTo>
                    <a:cubicBezTo>
                      <a:pt x="36" y="64"/>
                      <a:pt x="42" y="65"/>
                      <a:pt x="46" y="65"/>
                    </a:cubicBezTo>
                    <a:cubicBezTo>
                      <a:pt x="47" y="64"/>
                      <a:pt x="48" y="63"/>
                      <a:pt x="49" y="62"/>
                    </a:cubicBezTo>
                    <a:cubicBezTo>
                      <a:pt x="50" y="62"/>
                      <a:pt x="50" y="61"/>
                      <a:pt x="50" y="60"/>
                    </a:cubicBezTo>
                    <a:cubicBezTo>
                      <a:pt x="49" y="59"/>
                      <a:pt x="49" y="58"/>
                      <a:pt x="48" y="57"/>
                    </a:cubicBezTo>
                    <a:cubicBezTo>
                      <a:pt x="47" y="57"/>
                      <a:pt x="45" y="56"/>
                      <a:pt x="43" y="57"/>
                    </a:cubicBezTo>
                    <a:cubicBezTo>
                      <a:pt x="39" y="56"/>
                      <a:pt x="35" y="55"/>
                      <a:pt x="30" y="53"/>
                    </a:cubicBezTo>
                    <a:cubicBezTo>
                      <a:pt x="26" y="51"/>
                      <a:pt x="23" y="49"/>
                      <a:pt x="20" y="47"/>
                    </a:cubicBezTo>
                    <a:cubicBezTo>
                      <a:pt x="16" y="44"/>
                      <a:pt x="12" y="39"/>
                      <a:pt x="11" y="34"/>
                    </a:cubicBezTo>
                    <a:cubicBezTo>
                      <a:pt x="9" y="29"/>
                      <a:pt x="10" y="25"/>
                      <a:pt x="12" y="22"/>
                    </a:cubicBezTo>
                    <a:cubicBezTo>
                      <a:pt x="14" y="19"/>
                      <a:pt x="18" y="16"/>
                      <a:pt x="24" y="13"/>
                    </a:cubicBezTo>
                    <a:cubicBezTo>
                      <a:pt x="30" y="9"/>
                      <a:pt x="37" y="8"/>
                      <a:pt x="43" y="8"/>
                    </a:cubicBezTo>
                    <a:cubicBezTo>
                      <a:pt x="50" y="9"/>
                      <a:pt x="56" y="10"/>
                      <a:pt x="59" y="13"/>
                    </a:cubicBezTo>
                    <a:cubicBezTo>
                      <a:pt x="60" y="14"/>
                      <a:pt x="61" y="15"/>
                      <a:pt x="62" y="18"/>
                    </a:cubicBezTo>
                    <a:cubicBezTo>
                      <a:pt x="63" y="21"/>
                      <a:pt x="64" y="24"/>
                      <a:pt x="63" y="26"/>
                    </a:cubicBezTo>
                    <a:cubicBezTo>
                      <a:pt x="63" y="27"/>
                      <a:pt x="63" y="28"/>
                      <a:pt x="63" y="29"/>
                    </a:cubicBezTo>
                    <a:cubicBezTo>
                      <a:pt x="62" y="33"/>
                      <a:pt x="61" y="36"/>
                      <a:pt x="59" y="39"/>
                    </a:cubicBezTo>
                    <a:cubicBezTo>
                      <a:pt x="58" y="41"/>
                      <a:pt x="55" y="42"/>
                      <a:pt x="52" y="42"/>
                    </a:cubicBezTo>
                    <a:cubicBezTo>
                      <a:pt x="49" y="43"/>
                      <a:pt x="47" y="43"/>
                      <a:pt x="46" y="42"/>
                    </a:cubicBezTo>
                    <a:cubicBezTo>
                      <a:pt x="45" y="41"/>
                      <a:pt x="45" y="41"/>
                      <a:pt x="45" y="40"/>
                    </a:cubicBezTo>
                    <a:cubicBezTo>
                      <a:pt x="46" y="39"/>
                      <a:pt x="48" y="38"/>
                      <a:pt x="50" y="37"/>
                    </a:cubicBezTo>
                    <a:cubicBezTo>
                      <a:pt x="53" y="36"/>
                      <a:pt x="54" y="34"/>
                      <a:pt x="55" y="34"/>
                    </a:cubicBezTo>
                    <a:cubicBezTo>
                      <a:pt x="56" y="32"/>
                      <a:pt x="56" y="30"/>
                      <a:pt x="54" y="29"/>
                    </a:cubicBezTo>
                    <a:cubicBezTo>
                      <a:pt x="53" y="28"/>
                      <a:pt x="53" y="28"/>
                      <a:pt x="53" y="28"/>
                    </a:cubicBezTo>
                    <a:cubicBezTo>
                      <a:pt x="53" y="28"/>
                      <a:pt x="53" y="28"/>
                      <a:pt x="53" y="28"/>
                    </a:cubicBezTo>
                    <a:cubicBezTo>
                      <a:pt x="54" y="27"/>
                      <a:pt x="54" y="26"/>
                      <a:pt x="53" y="24"/>
                    </a:cubicBezTo>
                    <a:close/>
                    <a:moveTo>
                      <a:pt x="44" y="28"/>
                    </a:moveTo>
                    <a:cubicBezTo>
                      <a:pt x="42" y="29"/>
                      <a:pt x="42" y="29"/>
                      <a:pt x="41" y="30"/>
                    </a:cubicBezTo>
                    <a:cubicBezTo>
                      <a:pt x="39" y="33"/>
                      <a:pt x="39" y="33"/>
                      <a:pt x="39" y="33"/>
                    </a:cubicBezTo>
                    <a:cubicBezTo>
                      <a:pt x="38" y="34"/>
                      <a:pt x="37" y="34"/>
                      <a:pt x="34" y="34"/>
                    </a:cubicBezTo>
                    <a:cubicBezTo>
                      <a:pt x="32" y="33"/>
                      <a:pt x="30" y="33"/>
                      <a:pt x="30" y="32"/>
                    </a:cubicBezTo>
                    <a:cubicBezTo>
                      <a:pt x="29" y="32"/>
                      <a:pt x="28" y="31"/>
                      <a:pt x="28" y="31"/>
                    </a:cubicBezTo>
                    <a:cubicBezTo>
                      <a:pt x="28" y="30"/>
                      <a:pt x="28" y="30"/>
                      <a:pt x="28" y="29"/>
                    </a:cubicBezTo>
                    <a:cubicBezTo>
                      <a:pt x="29" y="28"/>
                      <a:pt x="32" y="27"/>
                      <a:pt x="36" y="26"/>
                    </a:cubicBezTo>
                    <a:cubicBezTo>
                      <a:pt x="40" y="24"/>
                      <a:pt x="43" y="24"/>
                      <a:pt x="45" y="26"/>
                    </a:cubicBezTo>
                    <a:cubicBezTo>
                      <a:pt x="45" y="26"/>
                      <a:pt x="45" y="26"/>
                      <a:pt x="45" y="26"/>
                    </a:cubicBezTo>
                    <a:cubicBezTo>
                      <a:pt x="45" y="27"/>
                      <a:pt x="45" y="27"/>
                      <a:pt x="46" y="27"/>
                    </a:cubicBezTo>
                    <a:cubicBezTo>
                      <a:pt x="46" y="27"/>
                      <a:pt x="45" y="28"/>
                      <a:pt x="44"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Freeform 423"/>
              <p:cNvSpPr>
                <a:spLocks noEditPoints="1"/>
              </p:cNvSpPr>
              <p:nvPr/>
            </p:nvSpPr>
            <p:spPr bwMode="auto">
              <a:xfrm>
                <a:off x="5205413" y="5511801"/>
                <a:ext cx="90488" cy="63500"/>
              </a:xfrm>
              <a:custGeom>
                <a:avLst/>
                <a:gdLst>
                  <a:gd name="T0" fmla="*/ 61 w 69"/>
                  <a:gd name="T1" fmla="*/ 19 h 50"/>
                  <a:gd name="T2" fmla="*/ 69 w 69"/>
                  <a:gd name="T3" fmla="*/ 12 h 50"/>
                  <a:gd name="T4" fmla="*/ 63 w 69"/>
                  <a:gd name="T5" fmla="*/ 9 h 50"/>
                  <a:gd name="T6" fmla="*/ 48 w 69"/>
                  <a:gd name="T7" fmla="*/ 20 h 50"/>
                  <a:gd name="T8" fmla="*/ 41 w 69"/>
                  <a:gd name="T9" fmla="*/ 14 h 50"/>
                  <a:gd name="T10" fmla="*/ 48 w 69"/>
                  <a:gd name="T11" fmla="*/ 5 h 50"/>
                  <a:gd name="T12" fmla="*/ 39 w 69"/>
                  <a:gd name="T13" fmla="*/ 6 h 50"/>
                  <a:gd name="T14" fmla="*/ 24 w 69"/>
                  <a:gd name="T15" fmla="*/ 5 h 50"/>
                  <a:gd name="T16" fmla="*/ 12 w 69"/>
                  <a:gd name="T17" fmla="*/ 2 h 50"/>
                  <a:gd name="T18" fmla="*/ 20 w 69"/>
                  <a:gd name="T19" fmla="*/ 12 h 50"/>
                  <a:gd name="T20" fmla="*/ 21 w 69"/>
                  <a:gd name="T21" fmla="*/ 18 h 50"/>
                  <a:gd name="T22" fmla="*/ 14 w 69"/>
                  <a:gd name="T23" fmla="*/ 17 h 50"/>
                  <a:gd name="T24" fmla="*/ 5 w 69"/>
                  <a:gd name="T25" fmla="*/ 12 h 50"/>
                  <a:gd name="T26" fmla="*/ 5 w 69"/>
                  <a:gd name="T27" fmla="*/ 20 h 50"/>
                  <a:gd name="T28" fmla="*/ 10 w 69"/>
                  <a:gd name="T29" fmla="*/ 25 h 50"/>
                  <a:gd name="T30" fmla="*/ 2 w 69"/>
                  <a:gd name="T31" fmla="*/ 33 h 50"/>
                  <a:gd name="T32" fmla="*/ 17 w 69"/>
                  <a:gd name="T33" fmla="*/ 30 h 50"/>
                  <a:gd name="T34" fmla="*/ 25 w 69"/>
                  <a:gd name="T35" fmla="*/ 35 h 50"/>
                  <a:gd name="T36" fmla="*/ 18 w 69"/>
                  <a:gd name="T37" fmla="*/ 43 h 50"/>
                  <a:gd name="T38" fmla="*/ 23 w 69"/>
                  <a:gd name="T39" fmla="*/ 47 h 50"/>
                  <a:gd name="T40" fmla="*/ 27 w 69"/>
                  <a:gd name="T41" fmla="*/ 43 h 50"/>
                  <a:gd name="T42" fmla="*/ 33 w 69"/>
                  <a:gd name="T43" fmla="*/ 39 h 50"/>
                  <a:gd name="T44" fmla="*/ 43 w 69"/>
                  <a:gd name="T45" fmla="*/ 45 h 50"/>
                  <a:gd name="T46" fmla="*/ 46 w 69"/>
                  <a:gd name="T47" fmla="*/ 49 h 50"/>
                  <a:gd name="T48" fmla="*/ 52 w 69"/>
                  <a:gd name="T49" fmla="*/ 49 h 50"/>
                  <a:gd name="T50" fmla="*/ 50 w 69"/>
                  <a:gd name="T51" fmla="*/ 40 h 50"/>
                  <a:gd name="T52" fmla="*/ 41 w 69"/>
                  <a:gd name="T53" fmla="*/ 34 h 50"/>
                  <a:gd name="T54" fmla="*/ 62 w 69"/>
                  <a:gd name="T55" fmla="*/ 38 h 50"/>
                  <a:gd name="T56" fmla="*/ 66 w 69"/>
                  <a:gd name="T57" fmla="*/ 37 h 50"/>
                  <a:gd name="T58" fmla="*/ 64 w 69"/>
                  <a:gd name="T59" fmla="*/ 31 h 50"/>
                  <a:gd name="T60" fmla="*/ 56 w 69"/>
                  <a:gd name="T61" fmla="*/ 23 h 50"/>
                  <a:gd name="T62" fmla="*/ 38 w 69"/>
                  <a:gd name="T63" fmla="*/ 26 h 50"/>
                  <a:gd name="T64" fmla="*/ 26 w 69"/>
                  <a:gd name="T65" fmla="*/ 26 h 50"/>
                  <a:gd name="T66" fmla="*/ 32 w 69"/>
                  <a:gd name="T67" fmla="*/ 19 h 50"/>
                  <a:gd name="T68" fmla="*/ 38 w 69"/>
                  <a:gd name="T69" fmla="*/ 2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9" h="50">
                    <a:moveTo>
                      <a:pt x="58" y="21"/>
                    </a:moveTo>
                    <a:cubicBezTo>
                      <a:pt x="59" y="21"/>
                      <a:pt x="60" y="20"/>
                      <a:pt x="61" y="19"/>
                    </a:cubicBezTo>
                    <a:cubicBezTo>
                      <a:pt x="65" y="17"/>
                      <a:pt x="67" y="16"/>
                      <a:pt x="68" y="15"/>
                    </a:cubicBezTo>
                    <a:cubicBezTo>
                      <a:pt x="68" y="14"/>
                      <a:pt x="69" y="13"/>
                      <a:pt x="69" y="12"/>
                    </a:cubicBezTo>
                    <a:cubicBezTo>
                      <a:pt x="68" y="11"/>
                      <a:pt x="68" y="10"/>
                      <a:pt x="67" y="9"/>
                    </a:cubicBezTo>
                    <a:cubicBezTo>
                      <a:pt x="66" y="8"/>
                      <a:pt x="64" y="8"/>
                      <a:pt x="63" y="9"/>
                    </a:cubicBezTo>
                    <a:cubicBezTo>
                      <a:pt x="62" y="9"/>
                      <a:pt x="59" y="11"/>
                      <a:pt x="53" y="16"/>
                    </a:cubicBezTo>
                    <a:cubicBezTo>
                      <a:pt x="50" y="18"/>
                      <a:pt x="49" y="19"/>
                      <a:pt x="48" y="20"/>
                    </a:cubicBezTo>
                    <a:cubicBezTo>
                      <a:pt x="43" y="17"/>
                      <a:pt x="40" y="15"/>
                      <a:pt x="39" y="15"/>
                    </a:cubicBezTo>
                    <a:cubicBezTo>
                      <a:pt x="39" y="14"/>
                      <a:pt x="40" y="14"/>
                      <a:pt x="41" y="14"/>
                    </a:cubicBezTo>
                    <a:cubicBezTo>
                      <a:pt x="45" y="12"/>
                      <a:pt x="48" y="10"/>
                      <a:pt x="49" y="9"/>
                    </a:cubicBezTo>
                    <a:cubicBezTo>
                      <a:pt x="50" y="7"/>
                      <a:pt x="50" y="6"/>
                      <a:pt x="48" y="5"/>
                    </a:cubicBezTo>
                    <a:cubicBezTo>
                      <a:pt x="47" y="4"/>
                      <a:pt x="46" y="3"/>
                      <a:pt x="45" y="3"/>
                    </a:cubicBezTo>
                    <a:cubicBezTo>
                      <a:pt x="43" y="3"/>
                      <a:pt x="41" y="4"/>
                      <a:pt x="39" y="6"/>
                    </a:cubicBezTo>
                    <a:cubicBezTo>
                      <a:pt x="35" y="8"/>
                      <a:pt x="33" y="9"/>
                      <a:pt x="31" y="9"/>
                    </a:cubicBezTo>
                    <a:cubicBezTo>
                      <a:pt x="30" y="8"/>
                      <a:pt x="27" y="7"/>
                      <a:pt x="24" y="5"/>
                    </a:cubicBezTo>
                    <a:cubicBezTo>
                      <a:pt x="23" y="5"/>
                      <a:pt x="22" y="4"/>
                      <a:pt x="21" y="3"/>
                    </a:cubicBezTo>
                    <a:cubicBezTo>
                      <a:pt x="16" y="0"/>
                      <a:pt x="13" y="0"/>
                      <a:pt x="12" y="2"/>
                    </a:cubicBezTo>
                    <a:cubicBezTo>
                      <a:pt x="10" y="3"/>
                      <a:pt x="11" y="6"/>
                      <a:pt x="15" y="8"/>
                    </a:cubicBezTo>
                    <a:cubicBezTo>
                      <a:pt x="16" y="9"/>
                      <a:pt x="18" y="10"/>
                      <a:pt x="20" y="12"/>
                    </a:cubicBezTo>
                    <a:cubicBezTo>
                      <a:pt x="22" y="13"/>
                      <a:pt x="24" y="14"/>
                      <a:pt x="25" y="15"/>
                    </a:cubicBezTo>
                    <a:cubicBezTo>
                      <a:pt x="24" y="15"/>
                      <a:pt x="23" y="16"/>
                      <a:pt x="21" y="18"/>
                    </a:cubicBezTo>
                    <a:cubicBezTo>
                      <a:pt x="20" y="19"/>
                      <a:pt x="18" y="20"/>
                      <a:pt x="17" y="20"/>
                    </a:cubicBezTo>
                    <a:cubicBezTo>
                      <a:pt x="17" y="20"/>
                      <a:pt x="16" y="19"/>
                      <a:pt x="14" y="17"/>
                    </a:cubicBezTo>
                    <a:cubicBezTo>
                      <a:pt x="12" y="16"/>
                      <a:pt x="11" y="14"/>
                      <a:pt x="10" y="14"/>
                    </a:cubicBezTo>
                    <a:cubicBezTo>
                      <a:pt x="9" y="13"/>
                      <a:pt x="7" y="12"/>
                      <a:pt x="5" y="12"/>
                    </a:cubicBezTo>
                    <a:cubicBezTo>
                      <a:pt x="3" y="12"/>
                      <a:pt x="2" y="12"/>
                      <a:pt x="1" y="13"/>
                    </a:cubicBezTo>
                    <a:cubicBezTo>
                      <a:pt x="0" y="15"/>
                      <a:pt x="1" y="17"/>
                      <a:pt x="5" y="20"/>
                    </a:cubicBezTo>
                    <a:cubicBezTo>
                      <a:pt x="9" y="24"/>
                      <a:pt x="9" y="24"/>
                      <a:pt x="9" y="24"/>
                    </a:cubicBezTo>
                    <a:cubicBezTo>
                      <a:pt x="10" y="25"/>
                      <a:pt x="10" y="25"/>
                      <a:pt x="10" y="25"/>
                    </a:cubicBezTo>
                    <a:cubicBezTo>
                      <a:pt x="7" y="26"/>
                      <a:pt x="5" y="28"/>
                      <a:pt x="3" y="31"/>
                    </a:cubicBezTo>
                    <a:cubicBezTo>
                      <a:pt x="2" y="31"/>
                      <a:pt x="2" y="32"/>
                      <a:pt x="2" y="33"/>
                    </a:cubicBezTo>
                    <a:cubicBezTo>
                      <a:pt x="2" y="34"/>
                      <a:pt x="3" y="35"/>
                      <a:pt x="4" y="35"/>
                    </a:cubicBezTo>
                    <a:cubicBezTo>
                      <a:pt x="5" y="37"/>
                      <a:pt x="10" y="35"/>
                      <a:pt x="17" y="30"/>
                    </a:cubicBezTo>
                    <a:cubicBezTo>
                      <a:pt x="25" y="35"/>
                      <a:pt x="25" y="35"/>
                      <a:pt x="25" y="35"/>
                    </a:cubicBezTo>
                    <a:cubicBezTo>
                      <a:pt x="25" y="35"/>
                      <a:pt x="25" y="35"/>
                      <a:pt x="25" y="35"/>
                    </a:cubicBezTo>
                    <a:cubicBezTo>
                      <a:pt x="23" y="36"/>
                      <a:pt x="21" y="38"/>
                      <a:pt x="19" y="40"/>
                    </a:cubicBezTo>
                    <a:cubicBezTo>
                      <a:pt x="19" y="41"/>
                      <a:pt x="18" y="42"/>
                      <a:pt x="18" y="43"/>
                    </a:cubicBezTo>
                    <a:cubicBezTo>
                      <a:pt x="18" y="45"/>
                      <a:pt x="18" y="46"/>
                      <a:pt x="19" y="47"/>
                    </a:cubicBezTo>
                    <a:cubicBezTo>
                      <a:pt x="20" y="47"/>
                      <a:pt x="21" y="48"/>
                      <a:pt x="23" y="47"/>
                    </a:cubicBezTo>
                    <a:cubicBezTo>
                      <a:pt x="24" y="47"/>
                      <a:pt x="25" y="46"/>
                      <a:pt x="26" y="45"/>
                    </a:cubicBezTo>
                    <a:cubicBezTo>
                      <a:pt x="27" y="43"/>
                      <a:pt x="27" y="43"/>
                      <a:pt x="27" y="43"/>
                    </a:cubicBezTo>
                    <a:cubicBezTo>
                      <a:pt x="28" y="43"/>
                      <a:pt x="29" y="42"/>
                      <a:pt x="30" y="42"/>
                    </a:cubicBezTo>
                    <a:cubicBezTo>
                      <a:pt x="31" y="41"/>
                      <a:pt x="32" y="40"/>
                      <a:pt x="33" y="39"/>
                    </a:cubicBezTo>
                    <a:cubicBezTo>
                      <a:pt x="35" y="40"/>
                      <a:pt x="37" y="41"/>
                      <a:pt x="39" y="42"/>
                    </a:cubicBezTo>
                    <a:cubicBezTo>
                      <a:pt x="41" y="44"/>
                      <a:pt x="42" y="44"/>
                      <a:pt x="43" y="45"/>
                    </a:cubicBezTo>
                    <a:cubicBezTo>
                      <a:pt x="44" y="46"/>
                      <a:pt x="44" y="46"/>
                      <a:pt x="44" y="47"/>
                    </a:cubicBezTo>
                    <a:cubicBezTo>
                      <a:pt x="45" y="48"/>
                      <a:pt x="45" y="49"/>
                      <a:pt x="46" y="49"/>
                    </a:cubicBezTo>
                    <a:cubicBezTo>
                      <a:pt x="47" y="50"/>
                      <a:pt x="48" y="50"/>
                      <a:pt x="49" y="50"/>
                    </a:cubicBezTo>
                    <a:cubicBezTo>
                      <a:pt x="50" y="50"/>
                      <a:pt x="51" y="50"/>
                      <a:pt x="52" y="49"/>
                    </a:cubicBezTo>
                    <a:cubicBezTo>
                      <a:pt x="52" y="48"/>
                      <a:pt x="53" y="47"/>
                      <a:pt x="53" y="46"/>
                    </a:cubicBezTo>
                    <a:cubicBezTo>
                      <a:pt x="54" y="44"/>
                      <a:pt x="52" y="42"/>
                      <a:pt x="50" y="40"/>
                    </a:cubicBezTo>
                    <a:cubicBezTo>
                      <a:pt x="49" y="40"/>
                      <a:pt x="46" y="38"/>
                      <a:pt x="40" y="35"/>
                    </a:cubicBezTo>
                    <a:cubicBezTo>
                      <a:pt x="40" y="35"/>
                      <a:pt x="41" y="34"/>
                      <a:pt x="41" y="34"/>
                    </a:cubicBezTo>
                    <a:cubicBezTo>
                      <a:pt x="44" y="31"/>
                      <a:pt x="47" y="30"/>
                      <a:pt x="48" y="29"/>
                    </a:cubicBezTo>
                    <a:cubicBezTo>
                      <a:pt x="51" y="30"/>
                      <a:pt x="56" y="33"/>
                      <a:pt x="62" y="38"/>
                    </a:cubicBezTo>
                    <a:cubicBezTo>
                      <a:pt x="63" y="39"/>
                      <a:pt x="63" y="39"/>
                      <a:pt x="64" y="39"/>
                    </a:cubicBezTo>
                    <a:cubicBezTo>
                      <a:pt x="65" y="38"/>
                      <a:pt x="66" y="38"/>
                      <a:pt x="66" y="37"/>
                    </a:cubicBezTo>
                    <a:cubicBezTo>
                      <a:pt x="67" y="36"/>
                      <a:pt x="68" y="35"/>
                      <a:pt x="68" y="34"/>
                    </a:cubicBezTo>
                    <a:cubicBezTo>
                      <a:pt x="67" y="33"/>
                      <a:pt x="66" y="32"/>
                      <a:pt x="64" y="31"/>
                    </a:cubicBezTo>
                    <a:cubicBezTo>
                      <a:pt x="62" y="29"/>
                      <a:pt x="59" y="27"/>
                      <a:pt x="54" y="24"/>
                    </a:cubicBezTo>
                    <a:cubicBezTo>
                      <a:pt x="55" y="24"/>
                      <a:pt x="56" y="23"/>
                      <a:pt x="56" y="23"/>
                    </a:cubicBezTo>
                    <a:cubicBezTo>
                      <a:pt x="57" y="22"/>
                      <a:pt x="58" y="22"/>
                      <a:pt x="58" y="21"/>
                    </a:cubicBezTo>
                    <a:close/>
                    <a:moveTo>
                      <a:pt x="38" y="26"/>
                    </a:moveTo>
                    <a:cubicBezTo>
                      <a:pt x="33" y="30"/>
                      <a:pt x="33" y="30"/>
                      <a:pt x="33" y="30"/>
                    </a:cubicBezTo>
                    <a:cubicBezTo>
                      <a:pt x="31" y="30"/>
                      <a:pt x="29" y="29"/>
                      <a:pt x="26" y="26"/>
                    </a:cubicBezTo>
                    <a:cubicBezTo>
                      <a:pt x="25" y="26"/>
                      <a:pt x="25" y="25"/>
                      <a:pt x="24" y="25"/>
                    </a:cubicBezTo>
                    <a:cubicBezTo>
                      <a:pt x="27" y="22"/>
                      <a:pt x="29" y="21"/>
                      <a:pt x="32" y="19"/>
                    </a:cubicBezTo>
                    <a:cubicBezTo>
                      <a:pt x="34" y="20"/>
                      <a:pt x="37" y="22"/>
                      <a:pt x="41" y="24"/>
                    </a:cubicBezTo>
                    <a:cubicBezTo>
                      <a:pt x="40" y="25"/>
                      <a:pt x="39" y="26"/>
                      <a:pt x="38"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424"/>
              <p:cNvSpPr>
                <a:spLocks noEditPoints="1"/>
              </p:cNvSpPr>
              <p:nvPr/>
            </p:nvSpPr>
            <p:spPr bwMode="auto">
              <a:xfrm>
                <a:off x="5300663" y="5610226"/>
                <a:ext cx="36513" cy="31750"/>
              </a:xfrm>
              <a:custGeom>
                <a:avLst/>
                <a:gdLst>
                  <a:gd name="T0" fmla="*/ 9 w 29"/>
                  <a:gd name="T1" fmla="*/ 22 h 24"/>
                  <a:gd name="T2" fmla="*/ 14 w 29"/>
                  <a:gd name="T3" fmla="*/ 23 h 24"/>
                  <a:gd name="T4" fmla="*/ 19 w 29"/>
                  <a:gd name="T5" fmla="*/ 24 h 24"/>
                  <a:gd name="T6" fmla="*/ 24 w 29"/>
                  <a:gd name="T7" fmla="*/ 22 h 24"/>
                  <a:gd name="T8" fmla="*/ 27 w 29"/>
                  <a:gd name="T9" fmla="*/ 19 h 24"/>
                  <a:gd name="T10" fmla="*/ 28 w 29"/>
                  <a:gd name="T11" fmla="*/ 10 h 24"/>
                  <a:gd name="T12" fmla="*/ 22 w 29"/>
                  <a:gd name="T13" fmla="*/ 2 h 24"/>
                  <a:gd name="T14" fmla="*/ 12 w 29"/>
                  <a:gd name="T15" fmla="*/ 1 h 24"/>
                  <a:gd name="T16" fmla="*/ 3 w 29"/>
                  <a:gd name="T17" fmla="*/ 6 h 24"/>
                  <a:gd name="T18" fmla="*/ 1 w 29"/>
                  <a:gd name="T19" fmla="*/ 12 h 24"/>
                  <a:gd name="T20" fmla="*/ 4 w 29"/>
                  <a:gd name="T21" fmla="*/ 19 h 24"/>
                  <a:gd name="T22" fmla="*/ 9 w 29"/>
                  <a:gd name="T23" fmla="*/ 22 h 24"/>
                  <a:gd name="T24" fmla="*/ 14 w 29"/>
                  <a:gd name="T25" fmla="*/ 9 h 24"/>
                  <a:gd name="T26" fmla="*/ 18 w 29"/>
                  <a:gd name="T27" fmla="*/ 8 h 24"/>
                  <a:gd name="T28" fmla="*/ 19 w 29"/>
                  <a:gd name="T29" fmla="*/ 10 h 24"/>
                  <a:gd name="T30" fmla="*/ 20 w 29"/>
                  <a:gd name="T31" fmla="*/ 14 h 24"/>
                  <a:gd name="T32" fmla="*/ 17 w 29"/>
                  <a:gd name="T33" fmla="*/ 16 h 24"/>
                  <a:gd name="T34" fmla="*/ 12 w 29"/>
                  <a:gd name="T35" fmla="*/ 15 h 24"/>
                  <a:gd name="T36" fmla="*/ 10 w 29"/>
                  <a:gd name="T37" fmla="*/ 14 h 24"/>
                  <a:gd name="T38" fmla="*/ 10 w 29"/>
                  <a:gd name="T39" fmla="*/ 13 h 24"/>
                  <a:gd name="T40" fmla="*/ 14 w 29"/>
                  <a:gd name="T41"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 h="24">
                    <a:moveTo>
                      <a:pt x="9" y="22"/>
                    </a:moveTo>
                    <a:cubicBezTo>
                      <a:pt x="10" y="23"/>
                      <a:pt x="12" y="23"/>
                      <a:pt x="14" y="23"/>
                    </a:cubicBezTo>
                    <a:cubicBezTo>
                      <a:pt x="16" y="23"/>
                      <a:pt x="17" y="24"/>
                      <a:pt x="19" y="24"/>
                    </a:cubicBezTo>
                    <a:cubicBezTo>
                      <a:pt x="21" y="24"/>
                      <a:pt x="22" y="23"/>
                      <a:pt x="24" y="22"/>
                    </a:cubicBezTo>
                    <a:cubicBezTo>
                      <a:pt x="25" y="21"/>
                      <a:pt x="26" y="20"/>
                      <a:pt x="27" y="19"/>
                    </a:cubicBezTo>
                    <a:cubicBezTo>
                      <a:pt x="29" y="17"/>
                      <a:pt x="29" y="14"/>
                      <a:pt x="28" y="10"/>
                    </a:cubicBezTo>
                    <a:cubicBezTo>
                      <a:pt x="27" y="7"/>
                      <a:pt x="25" y="4"/>
                      <a:pt x="22" y="2"/>
                    </a:cubicBezTo>
                    <a:cubicBezTo>
                      <a:pt x="20" y="0"/>
                      <a:pt x="17" y="0"/>
                      <a:pt x="12" y="1"/>
                    </a:cubicBezTo>
                    <a:cubicBezTo>
                      <a:pt x="8" y="2"/>
                      <a:pt x="5" y="4"/>
                      <a:pt x="3" y="6"/>
                    </a:cubicBezTo>
                    <a:cubicBezTo>
                      <a:pt x="2" y="8"/>
                      <a:pt x="1" y="10"/>
                      <a:pt x="1" y="12"/>
                    </a:cubicBezTo>
                    <a:cubicBezTo>
                      <a:pt x="0" y="15"/>
                      <a:pt x="2" y="17"/>
                      <a:pt x="4" y="19"/>
                    </a:cubicBezTo>
                    <a:cubicBezTo>
                      <a:pt x="6" y="20"/>
                      <a:pt x="7" y="21"/>
                      <a:pt x="9" y="22"/>
                    </a:cubicBezTo>
                    <a:close/>
                    <a:moveTo>
                      <a:pt x="14" y="9"/>
                    </a:moveTo>
                    <a:cubicBezTo>
                      <a:pt x="16" y="8"/>
                      <a:pt x="18" y="8"/>
                      <a:pt x="18" y="8"/>
                    </a:cubicBezTo>
                    <a:cubicBezTo>
                      <a:pt x="19" y="9"/>
                      <a:pt x="19" y="9"/>
                      <a:pt x="19" y="10"/>
                    </a:cubicBezTo>
                    <a:cubicBezTo>
                      <a:pt x="20" y="12"/>
                      <a:pt x="21" y="13"/>
                      <a:pt x="20" y="14"/>
                    </a:cubicBezTo>
                    <a:cubicBezTo>
                      <a:pt x="19" y="15"/>
                      <a:pt x="18" y="16"/>
                      <a:pt x="17" y="16"/>
                    </a:cubicBezTo>
                    <a:cubicBezTo>
                      <a:pt x="14" y="16"/>
                      <a:pt x="12" y="16"/>
                      <a:pt x="12" y="15"/>
                    </a:cubicBezTo>
                    <a:cubicBezTo>
                      <a:pt x="10" y="14"/>
                      <a:pt x="10" y="14"/>
                      <a:pt x="10" y="14"/>
                    </a:cubicBezTo>
                    <a:cubicBezTo>
                      <a:pt x="10" y="13"/>
                      <a:pt x="10" y="13"/>
                      <a:pt x="10" y="13"/>
                    </a:cubicBezTo>
                    <a:cubicBezTo>
                      <a:pt x="11" y="11"/>
                      <a:pt x="12" y="10"/>
                      <a:pt x="1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425"/>
              <p:cNvSpPr>
                <a:spLocks noEditPoints="1"/>
              </p:cNvSpPr>
              <p:nvPr/>
            </p:nvSpPr>
            <p:spPr bwMode="auto">
              <a:xfrm>
                <a:off x="5278438" y="5556251"/>
                <a:ext cx="77788" cy="60325"/>
              </a:xfrm>
              <a:custGeom>
                <a:avLst/>
                <a:gdLst>
                  <a:gd name="T0" fmla="*/ 60 w 60"/>
                  <a:gd name="T1" fmla="*/ 23 h 47"/>
                  <a:gd name="T2" fmla="*/ 45 w 60"/>
                  <a:gd name="T3" fmla="*/ 8 h 47"/>
                  <a:gd name="T4" fmla="*/ 42 w 60"/>
                  <a:gd name="T5" fmla="*/ 4 h 47"/>
                  <a:gd name="T6" fmla="*/ 33 w 60"/>
                  <a:gd name="T7" fmla="*/ 0 h 47"/>
                  <a:gd name="T8" fmla="*/ 22 w 60"/>
                  <a:gd name="T9" fmla="*/ 3 h 47"/>
                  <a:gd name="T10" fmla="*/ 16 w 60"/>
                  <a:gd name="T11" fmla="*/ 7 h 47"/>
                  <a:gd name="T12" fmla="*/ 13 w 60"/>
                  <a:gd name="T13" fmla="*/ 14 h 47"/>
                  <a:gd name="T14" fmla="*/ 16 w 60"/>
                  <a:gd name="T15" fmla="*/ 20 h 47"/>
                  <a:gd name="T16" fmla="*/ 23 w 60"/>
                  <a:gd name="T17" fmla="*/ 23 h 47"/>
                  <a:gd name="T18" fmla="*/ 33 w 60"/>
                  <a:gd name="T19" fmla="*/ 22 h 47"/>
                  <a:gd name="T20" fmla="*/ 40 w 60"/>
                  <a:gd name="T21" fmla="*/ 18 h 47"/>
                  <a:gd name="T22" fmla="*/ 41 w 60"/>
                  <a:gd name="T23" fmla="*/ 15 h 47"/>
                  <a:gd name="T24" fmla="*/ 44 w 60"/>
                  <a:gd name="T25" fmla="*/ 18 h 47"/>
                  <a:gd name="T26" fmla="*/ 47 w 60"/>
                  <a:gd name="T27" fmla="*/ 21 h 47"/>
                  <a:gd name="T28" fmla="*/ 27 w 60"/>
                  <a:gd name="T29" fmla="*/ 28 h 47"/>
                  <a:gd name="T30" fmla="*/ 10 w 60"/>
                  <a:gd name="T31" fmla="*/ 35 h 47"/>
                  <a:gd name="T32" fmla="*/ 1 w 60"/>
                  <a:gd name="T33" fmla="*/ 41 h 47"/>
                  <a:gd name="T34" fmla="*/ 2 w 60"/>
                  <a:gd name="T35" fmla="*/ 47 h 47"/>
                  <a:gd name="T36" fmla="*/ 7 w 60"/>
                  <a:gd name="T37" fmla="*/ 47 h 47"/>
                  <a:gd name="T38" fmla="*/ 15 w 60"/>
                  <a:gd name="T39" fmla="*/ 43 h 47"/>
                  <a:gd name="T40" fmla="*/ 34 w 60"/>
                  <a:gd name="T41" fmla="*/ 35 h 47"/>
                  <a:gd name="T42" fmla="*/ 41 w 60"/>
                  <a:gd name="T43" fmla="*/ 32 h 47"/>
                  <a:gd name="T44" fmla="*/ 41 w 60"/>
                  <a:gd name="T45" fmla="*/ 32 h 47"/>
                  <a:gd name="T46" fmla="*/ 55 w 60"/>
                  <a:gd name="T47" fmla="*/ 27 h 47"/>
                  <a:gd name="T48" fmla="*/ 60 w 60"/>
                  <a:gd name="T49" fmla="*/ 26 h 47"/>
                  <a:gd name="T50" fmla="*/ 60 w 60"/>
                  <a:gd name="T51" fmla="*/ 23 h 47"/>
                  <a:gd name="T52" fmla="*/ 32 w 60"/>
                  <a:gd name="T53" fmla="*/ 14 h 47"/>
                  <a:gd name="T54" fmla="*/ 28 w 60"/>
                  <a:gd name="T55" fmla="*/ 17 h 47"/>
                  <a:gd name="T56" fmla="*/ 23 w 60"/>
                  <a:gd name="T57" fmla="*/ 17 h 47"/>
                  <a:gd name="T58" fmla="*/ 22 w 60"/>
                  <a:gd name="T59" fmla="*/ 14 h 47"/>
                  <a:gd name="T60" fmla="*/ 22 w 60"/>
                  <a:gd name="T61" fmla="*/ 12 h 47"/>
                  <a:gd name="T62" fmla="*/ 28 w 60"/>
                  <a:gd name="T63" fmla="*/ 8 h 47"/>
                  <a:gd name="T64" fmla="*/ 34 w 60"/>
                  <a:gd name="T65" fmla="*/ 8 h 47"/>
                  <a:gd name="T66" fmla="*/ 35 w 60"/>
                  <a:gd name="T67" fmla="*/ 9 h 47"/>
                  <a:gd name="T68" fmla="*/ 32 w 60"/>
                  <a:gd name="T69" fmla="*/ 1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0" h="47">
                    <a:moveTo>
                      <a:pt x="60" y="23"/>
                    </a:moveTo>
                    <a:cubicBezTo>
                      <a:pt x="52" y="16"/>
                      <a:pt x="47" y="11"/>
                      <a:pt x="45" y="8"/>
                    </a:cubicBezTo>
                    <a:cubicBezTo>
                      <a:pt x="44" y="6"/>
                      <a:pt x="44" y="5"/>
                      <a:pt x="42" y="4"/>
                    </a:cubicBezTo>
                    <a:cubicBezTo>
                      <a:pt x="40" y="1"/>
                      <a:pt x="36" y="0"/>
                      <a:pt x="33" y="0"/>
                    </a:cubicBezTo>
                    <a:cubicBezTo>
                      <a:pt x="29" y="0"/>
                      <a:pt x="25" y="1"/>
                      <a:pt x="22" y="3"/>
                    </a:cubicBezTo>
                    <a:cubicBezTo>
                      <a:pt x="19" y="5"/>
                      <a:pt x="17" y="6"/>
                      <a:pt x="16" y="7"/>
                    </a:cubicBezTo>
                    <a:cubicBezTo>
                      <a:pt x="14" y="10"/>
                      <a:pt x="13" y="12"/>
                      <a:pt x="13" y="14"/>
                    </a:cubicBezTo>
                    <a:cubicBezTo>
                      <a:pt x="13" y="17"/>
                      <a:pt x="14" y="19"/>
                      <a:pt x="16" y="20"/>
                    </a:cubicBezTo>
                    <a:cubicBezTo>
                      <a:pt x="18" y="22"/>
                      <a:pt x="20" y="23"/>
                      <a:pt x="23" y="23"/>
                    </a:cubicBezTo>
                    <a:cubicBezTo>
                      <a:pt x="26" y="24"/>
                      <a:pt x="30" y="23"/>
                      <a:pt x="33" y="22"/>
                    </a:cubicBezTo>
                    <a:cubicBezTo>
                      <a:pt x="36" y="21"/>
                      <a:pt x="38" y="20"/>
                      <a:pt x="40" y="18"/>
                    </a:cubicBezTo>
                    <a:cubicBezTo>
                      <a:pt x="40" y="17"/>
                      <a:pt x="41" y="16"/>
                      <a:pt x="41" y="15"/>
                    </a:cubicBezTo>
                    <a:cubicBezTo>
                      <a:pt x="43" y="17"/>
                      <a:pt x="44" y="17"/>
                      <a:pt x="44" y="18"/>
                    </a:cubicBezTo>
                    <a:cubicBezTo>
                      <a:pt x="44" y="18"/>
                      <a:pt x="46" y="19"/>
                      <a:pt x="47" y="21"/>
                    </a:cubicBezTo>
                    <a:cubicBezTo>
                      <a:pt x="35" y="26"/>
                      <a:pt x="28" y="28"/>
                      <a:pt x="27" y="28"/>
                    </a:cubicBezTo>
                    <a:cubicBezTo>
                      <a:pt x="21" y="30"/>
                      <a:pt x="16" y="32"/>
                      <a:pt x="10" y="35"/>
                    </a:cubicBezTo>
                    <a:cubicBezTo>
                      <a:pt x="5" y="38"/>
                      <a:pt x="2" y="40"/>
                      <a:pt x="1" y="41"/>
                    </a:cubicBezTo>
                    <a:cubicBezTo>
                      <a:pt x="0" y="43"/>
                      <a:pt x="0" y="45"/>
                      <a:pt x="2" y="47"/>
                    </a:cubicBezTo>
                    <a:cubicBezTo>
                      <a:pt x="3" y="47"/>
                      <a:pt x="4" y="47"/>
                      <a:pt x="7" y="47"/>
                    </a:cubicBezTo>
                    <a:cubicBezTo>
                      <a:pt x="9" y="46"/>
                      <a:pt x="12" y="44"/>
                      <a:pt x="15" y="43"/>
                    </a:cubicBezTo>
                    <a:cubicBezTo>
                      <a:pt x="21" y="39"/>
                      <a:pt x="28" y="37"/>
                      <a:pt x="34" y="35"/>
                    </a:cubicBezTo>
                    <a:cubicBezTo>
                      <a:pt x="38" y="33"/>
                      <a:pt x="40" y="33"/>
                      <a:pt x="41" y="32"/>
                    </a:cubicBezTo>
                    <a:cubicBezTo>
                      <a:pt x="41" y="32"/>
                      <a:pt x="41" y="32"/>
                      <a:pt x="41" y="32"/>
                    </a:cubicBezTo>
                    <a:cubicBezTo>
                      <a:pt x="47" y="31"/>
                      <a:pt x="51" y="29"/>
                      <a:pt x="55" y="27"/>
                    </a:cubicBezTo>
                    <a:cubicBezTo>
                      <a:pt x="57" y="28"/>
                      <a:pt x="59" y="27"/>
                      <a:pt x="60" y="26"/>
                    </a:cubicBezTo>
                    <a:cubicBezTo>
                      <a:pt x="60" y="26"/>
                      <a:pt x="60" y="25"/>
                      <a:pt x="60" y="23"/>
                    </a:cubicBezTo>
                    <a:close/>
                    <a:moveTo>
                      <a:pt x="32" y="14"/>
                    </a:moveTo>
                    <a:cubicBezTo>
                      <a:pt x="31" y="15"/>
                      <a:pt x="30" y="16"/>
                      <a:pt x="28" y="17"/>
                    </a:cubicBezTo>
                    <a:cubicBezTo>
                      <a:pt x="26" y="17"/>
                      <a:pt x="24" y="17"/>
                      <a:pt x="23" y="17"/>
                    </a:cubicBezTo>
                    <a:cubicBezTo>
                      <a:pt x="23" y="16"/>
                      <a:pt x="22" y="15"/>
                      <a:pt x="22" y="14"/>
                    </a:cubicBezTo>
                    <a:cubicBezTo>
                      <a:pt x="22" y="13"/>
                      <a:pt x="22" y="13"/>
                      <a:pt x="22" y="12"/>
                    </a:cubicBezTo>
                    <a:cubicBezTo>
                      <a:pt x="23" y="10"/>
                      <a:pt x="25" y="9"/>
                      <a:pt x="28" y="8"/>
                    </a:cubicBezTo>
                    <a:cubicBezTo>
                      <a:pt x="31" y="7"/>
                      <a:pt x="33" y="7"/>
                      <a:pt x="34" y="8"/>
                    </a:cubicBezTo>
                    <a:cubicBezTo>
                      <a:pt x="35" y="9"/>
                      <a:pt x="35" y="9"/>
                      <a:pt x="35" y="9"/>
                    </a:cubicBezTo>
                    <a:cubicBezTo>
                      <a:pt x="34" y="11"/>
                      <a:pt x="33" y="13"/>
                      <a:pt x="32"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426"/>
              <p:cNvSpPr>
                <a:spLocks/>
              </p:cNvSpPr>
              <p:nvPr/>
            </p:nvSpPr>
            <p:spPr bwMode="auto">
              <a:xfrm>
                <a:off x="5332413" y="5649913"/>
                <a:ext cx="19050" cy="12700"/>
              </a:xfrm>
              <a:custGeom>
                <a:avLst/>
                <a:gdLst>
                  <a:gd name="T0" fmla="*/ 11 w 14"/>
                  <a:gd name="T1" fmla="*/ 1 h 11"/>
                  <a:gd name="T2" fmla="*/ 6 w 14"/>
                  <a:gd name="T3" fmla="*/ 0 h 11"/>
                  <a:gd name="T4" fmla="*/ 2 w 14"/>
                  <a:gd name="T5" fmla="*/ 3 h 11"/>
                  <a:gd name="T6" fmla="*/ 2 w 14"/>
                  <a:gd name="T7" fmla="*/ 10 h 11"/>
                  <a:gd name="T8" fmla="*/ 7 w 14"/>
                  <a:gd name="T9" fmla="*/ 11 h 11"/>
                  <a:gd name="T10" fmla="*/ 11 w 14"/>
                  <a:gd name="T11" fmla="*/ 9 h 11"/>
                  <a:gd name="T12" fmla="*/ 13 w 14"/>
                  <a:gd name="T13" fmla="*/ 8 h 11"/>
                  <a:gd name="T14" fmla="*/ 13 w 14"/>
                  <a:gd name="T15" fmla="*/ 4 h 11"/>
                  <a:gd name="T16" fmla="*/ 11 w 14"/>
                  <a:gd name="T17"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1">
                    <a:moveTo>
                      <a:pt x="11" y="1"/>
                    </a:moveTo>
                    <a:cubicBezTo>
                      <a:pt x="10" y="0"/>
                      <a:pt x="8" y="0"/>
                      <a:pt x="6" y="0"/>
                    </a:cubicBezTo>
                    <a:cubicBezTo>
                      <a:pt x="4" y="1"/>
                      <a:pt x="3" y="2"/>
                      <a:pt x="2" y="3"/>
                    </a:cubicBezTo>
                    <a:cubicBezTo>
                      <a:pt x="0" y="5"/>
                      <a:pt x="0" y="8"/>
                      <a:pt x="2" y="10"/>
                    </a:cubicBezTo>
                    <a:cubicBezTo>
                      <a:pt x="3" y="10"/>
                      <a:pt x="5" y="11"/>
                      <a:pt x="7" y="11"/>
                    </a:cubicBezTo>
                    <a:cubicBezTo>
                      <a:pt x="8" y="11"/>
                      <a:pt x="10" y="11"/>
                      <a:pt x="11" y="9"/>
                    </a:cubicBezTo>
                    <a:cubicBezTo>
                      <a:pt x="13" y="8"/>
                      <a:pt x="13" y="8"/>
                      <a:pt x="13" y="8"/>
                    </a:cubicBezTo>
                    <a:cubicBezTo>
                      <a:pt x="14" y="7"/>
                      <a:pt x="14" y="6"/>
                      <a:pt x="13" y="4"/>
                    </a:cubicBezTo>
                    <a:cubicBezTo>
                      <a:pt x="13" y="3"/>
                      <a:pt x="12" y="2"/>
                      <a:pt x="1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427"/>
              <p:cNvSpPr>
                <a:spLocks/>
              </p:cNvSpPr>
              <p:nvPr/>
            </p:nvSpPr>
            <p:spPr bwMode="auto">
              <a:xfrm>
                <a:off x="5351463" y="5603876"/>
                <a:ext cx="47625" cy="42863"/>
              </a:xfrm>
              <a:custGeom>
                <a:avLst/>
                <a:gdLst>
                  <a:gd name="T0" fmla="*/ 17 w 37"/>
                  <a:gd name="T1" fmla="*/ 23 h 33"/>
                  <a:gd name="T2" fmla="*/ 29 w 37"/>
                  <a:gd name="T3" fmla="*/ 14 h 33"/>
                  <a:gd name="T4" fmla="*/ 36 w 37"/>
                  <a:gd name="T5" fmla="*/ 8 h 33"/>
                  <a:gd name="T6" fmla="*/ 36 w 37"/>
                  <a:gd name="T7" fmla="*/ 5 h 33"/>
                  <a:gd name="T8" fmla="*/ 35 w 37"/>
                  <a:gd name="T9" fmla="*/ 2 h 33"/>
                  <a:gd name="T10" fmla="*/ 31 w 37"/>
                  <a:gd name="T11" fmla="*/ 0 h 33"/>
                  <a:gd name="T12" fmla="*/ 25 w 37"/>
                  <a:gd name="T13" fmla="*/ 2 h 33"/>
                  <a:gd name="T14" fmla="*/ 23 w 37"/>
                  <a:gd name="T15" fmla="*/ 5 h 33"/>
                  <a:gd name="T16" fmla="*/ 12 w 37"/>
                  <a:gd name="T17" fmla="*/ 15 h 33"/>
                  <a:gd name="T18" fmla="*/ 0 w 37"/>
                  <a:gd name="T19" fmla="*/ 28 h 33"/>
                  <a:gd name="T20" fmla="*/ 5 w 37"/>
                  <a:gd name="T21" fmla="*/ 33 h 33"/>
                  <a:gd name="T22" fmla="*/ 9 w 37"/>
                  <a:gd name="T23" fmla="*/ 30 h 33"/>
                  <a:gd name="T24" fmla="*/ 17 w 37"/>
                  <a:gd name="T25" fmla="*/ 2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 h="33">
                    <a:moveTo>
                      <a:pt x="17" y="23"/>
                    </a:moveTo>
                    <a:cubicBezTo>
                      <a:pt x="21" y="20"/>
                      <a:pt x="25" y="17"/>
                      <a:pt x="29" y="14"/>
                    </a:cubicBezTo>
                    <a:cubicBezTo>
                      <a:pt x="33" y="10"/>
                      <a:pt x="35" y="8"/>
                      <a:pt x="36" y="8"/>
                    </a:cubicBezTo>
                    <a:cubicBezTo>
                      <a:pt x="37" y="7"/>
                      <a:pt x="37" y="6"/>
                      <a:pt x="36" y="5"/>
                    </a:cubicBezTo>
                    <a:cubicBezTo>
                      <a:pt x="36" y="3"/>
                      <a:pt x="36" y="2"/>
                      <a:pt x="35" y="2"/>
                    </a:cubicBezTo>
                    <a:cubicBezTo>
                      <a:pt x="34" y="1"/>
                      <a:pt x="32" y="1"/>
                      <a:pt x="31" y="0"/>
                    </a:cubicBezTo>
                    <a:cubicBezTo>
                      <a:pt x="29" y="0"/>
                      <a:pt x="27" y="1"/>
                      <a:pt x="25" y="2"/>
                    </a:cubicBezTo>
                    <a:cubicBezTo>
                      <a:pt x="24" y="4"/>
                      <a:pt x="23" y="5"/>
                      <a:pt x="23" y="5"/>
                    </a:cubicBezTo>
                    <a:cubicBezTo>
                      <a:pt x="21" y="7"/>
                      <a:pt x="17" y="11"/>
                      <a:pt x="12" y="15"/>
                    </a:cubicBezTo>
                    <a:cubicBezTo>
                      <a:pt x="8" y="19"/>
                      <a:pt x="4" y="23"/>
                      <a:pt x="0" y="28"/>
                    </a:cubicBezTo>
                    <a:cubicBezTo>
                      <a:pt x="1" y="29"/>
                      <a:pt x="2" y="31"/>
                      <a:pt x="5" y="33"/>
                    </a:cubicBezTo>
                    <a:cubicBezTo>
                      <a:pt x="6" y="32"/>
                      <a:pt x="8" y="31"/>
                      <a:pt x="9" y="30"/>
                    </a:cubicBezTo>
                    <a:cubicBezTo>
                      <a:pt x="11" y="28"/>
                      <a:pt x="14" y="25"/>
                      <a:pt x="17"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428"/>
              <p:cNvSpPr>
                <a:spLocks/>
              </p:cNvSpPr>
              <p:nvPr/>
            </p:nvSpPr>
            <p:spPr bwMode="auto">
              <a:xfrm>
                <a:off x="4554538" y="5254626"/>
                <a:ext cx="230188" cy="196850"/>
              </a:xfrm>
              <a:custGeom>
                <a:avLst/>
                <a:gdLst>
                  <a:gd name="T0" fmla="*/ 131 w 178"/>
                  <a:gd name="T1" fmla="*/ 84 h 152"/>
                  <a:gd name="T2" fmla="*/ 130 w 178"/>
                  <a:gd name="T3" fmla="*/ 83 h 152"/>
                  <a:gd name="T4" fmla="*/ 178 w 178"/>
                  <a:gd name="T5" fmla="*/ 60 h 152"/>
                  <a:gd name="T6" fmla="*/ 176 w 178"/>
                  <a:gd name="T7" fmla="*/ 55 h 152"/>
                  <a:gd name="T8" fmla="*/ 135 w 178"/>
                  <a:gd name="T9" fmla="*/ 71 h 152"/>
                  <a:gd name="T10" fmla="*/ 102 w 178"/>
                  <a:gd name="T11" fmla="*/ 84 h 152"/>
                  <a:gd name="T12" fmla="*/ 107 w 178"/>
                  <a:gd name="T13" fmla="*/ 94 h 152"/>
                  <a:gd name="T14" fmla="*/ 124 w 178"/>
                  <a:gd name="T15" fmla="*/ 86 h 152"/>
                  <a:gd name="T16" fmla="*/ 114 w 178"/>
                  <a:gd name="T17" fmla="*/ 129 h 152"/>
                  <a:gd name="T18" fmla="*/ 69 w 178"/>
                  <a:gd name="T19" fmla="*/ 123 h 152"/>
                  <a:gd name="T20" fmla="*/ 70 w 178"/>
                  <a:gd name="T21" fmla="*/ 122 h 152"/>
                  <a:gd name="T22" fmla="*/ 85 w 178"/>
                  <a:gd name="T23" fmla="*/ 103 h 152"/>
                  <a:gd name="T24" fmla="*/ 76 w 178"/>
                  <a:gd name="T25" fmla="*/ 112 h 152"/>
                  <a:gd name="T26" fmla="*/ 28 w 178"/>
                  <a:gd name="T27" fmla="*/ 103 h 152"/>
                  <a:gd name="T28" fmla="*/ 37 w 178"/>
                  <a:gd name="T29" fmla="*/ 56 h 152"/>
                  <a:gd name="T30" fmla="*/ 61 w 178"/>
                  <a:gd name="T31" fmla="*/ 50 h 152"/>
                  <a:gd name="T32" fmla="*/ 47 w 178"/>
                  <a:gd name="T33" fmla="*/ 47 h 152"/>
                  <a:gd name="T34" fmla="*/ 61 w 178"/>
                  <a:gd name="T35" fmla="*/ 24 h 152"/>
                  <a:gd name="T36" fmla="*/ 108 w 178"/>
                  <a:gd name="T37" fmla="*/ 32 h 152"/>
                  <a:gd name="T38" fmla="*/ 114 w 178"/>
                  <a:gd name="T39" fmla="*/ 49 h 152"/>
                  <a:gd name="T40" fmla="*/ 95 w 178"/>
                  <a:gd name="T41" fmla="*/ 52 h 152"/>
                  <a:gd name="T42" fmla="*/ 96 w 178"/>
                  <a:gd name="T43" fmla="*/ 62 h 152"/>
                  <a:gd name="T44" fmla="*/ 130 w 178"/>
                  <a:gd name="T45" fmla="*/ 56 h 152"/>
                  <a:gd name="T46" fmla="*/ 174 w 178"/>
                  <a:gd name="T47" fmla="*/ 48 h 152"/>
                  <a:gd name="T48" fmla="*/ 173 w 178"/>
                  <a:gd name="T49" fmla="*/ 42 h 152"/>
                  <a:gd name="T50" fmla="*/ 124 w 178"/>
                  <a:gd name="T51" fmla="*/ 48 h 152"/>
                  <a:gd name="T52" fmla="*/ 116 w 178"/>
                  <a:gd name="T53" fmla="*/ 24 h 152"/>
                  <a:gd name="T54" fmla="*/ 58 w 178"/>
                  <a:gd name="T55" fmla="*/ 13 h 152"/>
                  <a:gd name="T56" fmla="*/ 40 w 178"/>
                  <a:gd name="T57" fmla="*/ 48 h 152"/>
                  <a:gd name="T58" fmla="*/ 23 w 178"/>
                  <a:gd name="T59" fmla="*/ 54 h 152"/>
                  <a:gd name="T60" fmla="*/ 13 w 178"/>
                  <a:gd name="T61" fmla="*/ 112 h 152"/>
                  <a:gd name="T62" fmla="*/ 63 w 178"/>
                  <a:gd name="T63" fmla="*/ 126 h 152"/>
                  <a:gd name="T64" fmla="*/ 65 w 178"/>
                  <a:gd name="T65" fmla="*/ 129 h 152"/>
                  <a:gd name="T66" fmla="*/ 121 w 178"/>
                  <a:gd name="T67" fmla="*/ 139 h 152"/>
                  <a:gd name="T68" fmla="*/ 131 w 178"/>
                  <a:gd name="T69" fmla="*/ 8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8" h="152">
                    <a:moveTo>
                      <a:pt x="131" y="84"/>
                    </a:moveTo>
                    <a:cubicBezTo>
                      <a:pt x="131" y="83"/>
                      <a:pt x="130" y="83"/>
                      <a:pt x="130" y="83"/>
                    </a:cubicBezTo>
                    <a:cubicBezTo>
                      <a:pt x="178" y="60"/>
                      <a:pt x="178" y="60"/>
                      <a:pt x="178" y="60"/>
                    </a:cubicBezTo>
                    <a:cubicBezTo>
                      <a:pt x="176" y="55"/>
                      <a:pt x="176" y="55"/>
                      <a:pt x="176" y="55"/>
                    </a:cubicBezTo>
                    <a:cubicBezTo>
                      <a:pt x="135" y="71"/>
                      <a:pt x="135" y="71"/>
                      <a:pt x="135" y="71"/>
                    </a:cubicBezTo>
                    <a:cubicBezTo>
                      <a:pt x="102" y="84"/>
                      <a:pt x="102" y="84"/>
                      <a:pt x="102" y="84"/>
                    </a:cubicBezTo>
                    <a:cubicBezTo>
                      <a:pt x="107" y="94"/>
                      <a:pt x="107" y="94"/>
                      <a:pt x="107" y="94"/>
                    </a:cubicBezTo>
                    <a:cubicBezTo>
                      <a:pt x="124" y="86"/>
                      <a:pt x="124" y="86"/>
                      <a:pt x="124" y="86"/>
                    </a:cubicBezTo>
                    <a:cubicBezTo>
                      <a:pt x="132" y="100"/>
                      <a:pt x="128" y="119"/>
                      <a:pt x="114" y="129"/>
                    </a:cubicBezTo>
                    <a:cubicBezTo>
                      <a:pt x="99" y="139"/>
                      <a:pt x="79" y="136"/>
                      <a:pt x="69" y="123"/>
                    </a:cubicBezTo>
                    <a:cubicBezTo>
                      <a:pt x="69" y="122"/>
                      <a:pt x="69" y="122"/>
                      <a:pt x="70" y="122"/>
                    </a:cubicBezTo>
                    <a:cubicBezTo>
                      <a:pt x="77" y="117"/>
                      <a:pt x="82" y="110"/>
                      <a:pt x="85" y="103"/>
                    </a:cubicBezTo>
                    <a:cubicBezTo>
                      <a:pt x="82" y="106"/>
                      <a:pt x="79" y="109"/>
                      <a:pt x="76" y="112"/>
                    </a:cubicBezTo>
                    <a:cubicBezTo>
                      <a:pt x="60" y="123"/>
                      <a:pt x="39" y="119"/>
                      <a:pt x="28" y="103"/>
                    </a:cubicBezTo>
                    <a:cubicBezTo>
                      <a:pt x="17" y="88"/>
                      <a:pt x="21" y="66"/>
                      <a:pt x="37" y="56"/>
                    </a:cubicBezTo>
                    <a:cubicBezTo>
                      <a:pt x="44" y="51"/>
                      <a:pt x="53" y="49"/>
                      <a:pt x="61" y="50"/>
                    </a:cubicBezTo>
                    <a:cubicBezTo>
                      <a:pt x="57" y="48"/>
                      <a:pt x="52" y="47"/>
                      <a:pt x="47" y="47"/>
                    </a:cubicBezTo>
                    <a:cubicBezTo>
                      <a:pt x="49" y="38"/>
                      <a:pt x="53" y="30"/>
                      <a:pt x="61" y="24"/>
                    </a:cubicBezTo>
                    <a:cubicBezTo>
                      <a:pt x="77" y="13"/>
                      <a:pt x="97" y="17"/>
                      <a:pt x="108" y="32"/>
                    </a:cubicBezTo>
                    <a:cubicBezTo>
                      <a:pt x="111" y="38"/>
                      <a:pt x="113" y="43"/>
                      <a:pt x="114" y="49"/>
                    </a:cubicBezTo>
                    <a:cubicBezTo>
                      <a:pt x="95" y="52"/>
                      <a:pt x="95" y="52"/>
                      <a:pt x="95" y="52"/>
                    </a:cubicBezTo>
                    <a:cubicBezTo>
                      <a:pt x="96" y="62"/>
                      <a:pt x="96" y="62"/>
                      <a:pt x="96" y="62"/>
                    </a:cubicBezTo>
                    <a:cubicBezTo>
                      <a:pt x="130" y="56"/>
                      <a:pt x="130" y="56"/>
                      <a:pt x="130" y="56"/>
                    </a:cubicBezTo>
                    <a:cubicBezTo>
                      <a:pt x="174" y="48"/>
                      <a:pt x="174" y="48"/>
                      <a:pt x="174" y="48"/>
                    </a:cubicBezTo>
                    <a:cubicBezTo>
                      <a:pt x="173" y="42"/>
                      <a:pt x="173" y="42"/>
                      <a:pt x="173" y="42"/>
                    </a:cubicBezTo>
                    <a:cubicBezTo>
                      <a:pt x="124" y="48"/>
                      <a:pt x="124" y="48"/>
                      <a:pt x="124" y="48"/>
                    </a:cubicBezTo>
                    <a:cubicBezTo>
                      <a:pt x="124" y="40"/>
                      <a:pt x="121" y="31"/>
                      <a:pt x="116" y="24"/>
                    </a:cubicBezTo>
                    <a:cubicBezTo>
                      <a:pt x="103" y="4"/>
                      <a:pt x="77" y="0"/>
                      <a:pt x="58" y="13"/>
                    </a:cubicBezTo>
                    <a:cubicBezTo>
                      <a:pt x="46" y="21"/>
                      <a:pt x="40" y="34"/>
                      <a:pt x="40" y="48"/>
                    </a:cubicBezTo>
                    <a:cubicBezTo>
                      <a:pt x="34" y="49"/>
                      <a:pt x="28" y="51"/>
                      <a:pt x="23" y="54"/>
                    </a:cubicBezTo>
                    <a:cubicBezTo>
                      <a:pt x="4" y="67"/>
                      <a:pt x="0" y="93"/>
                      <a:pt x="13" y="112"/>
                    </a:cubicBezTo>
                    <a:cubicBezTo>
                      <a:pt x="24" y="128"/>
                      <a:pt x="45" y="133"/>
                      <a:pt x="63" y="126"/>
                    </a:cubicBezTo>
                    <a:cubicBezTo>
                      <a:pt x="64" y="127"/>
                      <a:pt x="64" y="128"/>
                      <a:pt x="65" y="129"/>
                    </a:cubicBezTo>
                    <a:cubicBezTo>
                      <a:pt x="78" y="147"/>
                      <a:pt x="103" y="152"/>
                      <a:pt x="121" y="139"/>
                    </a:cubicBezTo>
                    <a:cubicBezTo>
                      <a:pt x="139" y="127"/>
                      <a:pt x="143" y="102"/>
                      <a:pt x="131"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429"/>
              <p:cNvSpPr>
                <a:spLocks/>
              </p:cNvSpPr>
              <p:nvPr/>
            </p:nvSpPr>
            <p:spPr bwMode="auto">
              <a:xfrm>
                <a:off x="5535613" y="5788026"/>
                <a:ext cx="317500" cy="409575"/>
              </a:xfrm>
              <a:custGeom>
                <a:avLst/>
                <a:gdLst>
                  <a:gd name="T0" fmla="*/ 183 w 246"/>
                  <a:gd name="T1" fmla="*/ 1 h 317"/>
                  <a:gd name="T2" fmla="*/ 183 w 246"/>
                  <a:gd name="T3" fmla="*/ 1 h 317"/>
                  <a:gd name="T4" fmla="*/ 181 w 246"/>
                  <a:gd name="T5" fmla="*/ 0 h 317"/>
                  <a:gd name="T6" fmla="*/ 123 w 246"/>
                  <a:gd name="T7" fmla="*/ 24 h 317"/>
                  <a:gd name="T8" fmla="*/ 64 w 246"/>
                  <a:gd name="T9" fmla="*/ 0 h 317"/>
                  <a:gd name="T10" fmla="*/ 63 w 246"/>
                  <a:gd name="T11" fmla="*/ 1 h 317"/>
                  <a:gd name="T12" fmla="*/ 63 w 246"/>
                  <a:gd name="T13" fmla="*/ 1 h 317"/>
                  <a:gd name="T14" fmla="*/ 1 w 246"/>
                  <a:gd name="T15" fmla="*/ 157 h 317"/>
                  <a:gd name="T16" fmla="*/ 21 w 246"/>
                  <a:gd name="T17" fmla="*/ 179 h 317"/>
                  <a:gd name="T18" fmla="*/ 22 w 246"/>
                  <a:gd name="T19" fmla="*/ 179 h 317"/>
                  <a:gd name="T20" fmla="*/ 43 w 246"/>
                  <a:gd name="T21" fmla="*/ 158 h 317"/>
                  <a:gd name="T22" fmla="*/ 57 w 246"/>
                  <a:gd name="T23" fmla="*/ 74 h 317"/>
                  <a:gd name="T24" fmla="*/ 57 w 246"/>
                  <a:gd name="T25" fmla="*/ 175 h 317"/>
                  <a:gd name="T26" fmla="*/ 57 w 246"/>
                  <a:gd name="T27" fmla="*/ 175 h 317"/>
                  <a:gd name="T28" fmla="*/ 57 w 246"/>
                  <a:gd name="T29" fmla="*/ 287 h 317"/>
                  <a:gd name="T30" fmla="*/ 87 w 246"/>
                  <a:gd name="T31" fmla="*/ 317 h 317"/>
                  <a:gd name="T32" fmla="*/ 117 w 246"/>
                  <a:gd name="T33" fmla="*/ 287 h 317"/>
                  <a:gd name="T34" fmla="*/ 117 w 246"/>
                  <a:gd name="T35" fmla="*/ 191 h 317"/>
                  <a:gd name="T36" fmla="*/ 129 w 246"/>
                  <a:gd name="T37" fmla="*/ 191 h 317"/>
                  <a:gd name="T38" fmla="*/ 129 w 246"/>
                  <a:gd name="T39" fmla="*/ 287 h 317"/>
                  <a:gd name="T40" fmla="*/ 159 w 246"/>
                  <a:gd name="T41" fmla="*/ 317 h 317"/>
                  <a:gd name="T42" fmla="*/ 189 w 246"/>
                  <a:gd name="T43" fmla="*/ 287 h 317"/>
                  <a:gd name="T44" fmla="*/ 189 w 246"/>
                  <a:gd name="T45" fmla="*/ 141 h 317"/>
                  <a:gd name="T46" fmla="*/ 189 w 246"/>
                  <a:gd name="T47" fmla="*/ 141 h 317"/>
                  <a:gd name="T48" fmla="*/ 189 w 246"/>
                  <a:gd name="T49" fmla="*/ 74 h 317"/>
                  <a:gd name="T50" fmla="*/ 203 w 246"/>
                  <a:gd name="T51" fmla="*/ 158 h 317"/>
                  <a:gd name="T52" fmla="*/ 224 w 246"/>
                  <a:gd name="T53" fmla="*/ 179 h 317"/>
                  <a:gd name="T54" fmla="*/ 225 w 246"/>
                  <a:gd name="T55" fmla="*/ 179 h 317"/>
                  <a:gd name="T56" fmla="*/ 245 w 246"/>
                  <a:gd name="T57" fmla="*/ 157 h 317"/>
                  <a:gd name="T58" fmla="*/ 183 w 246"/>
                  <a:gd name="T59" fmla="*/ 1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46" h="317">
                    <a:moveTo>
                      <a:pt x="183" y="1"/>
                    </a:moveTo>
                    <a:cubicBezTo>
                      <a:pt x="183" y="1"/>
                      <a:pt x="183" y="1"/>
                      <a:pt x="183" y="1"/>
                    </a:cubicBezTo>
                    <a:cubicBezTo>
                      <a:pt x="182" y="1"/>
                      <a:pt x="182" y="1"/>
                      <a:pt x="181" y="0"/>
                    </a:cubicBezTo>
                    <a:cubicBezTo>
                      <a:pt x="166" y="15"/>
                      <a:pt x="146" y="24"/>
                      <a:pt x="123" y="24"/>
                    </a:cubicBezTo>
                    <a:cubicBezTo>
                      <a:pt x="100" y="24"/>
                      <a:pt x="80" y="15"/>
                      <a:pt x="64" y="0"/>
                    </a:cubicBezTo>
                    <a:cubicBezTo>
                      <a:pt x="64" y="1"/>
                      <a:pt x="63" y="1"/>
                      <a:pt x="63" y="1"/>
                    </a:cubicBezTo>
                    <a:cubicBezTo>
                      <a:pt x="63" y="1"/>
                      <a:pt x="63" y="1"/>
                      <a:pt x="63" y="1"/>
                    </a:cubicBezTo>
                    <a:cubicBezTo>
                      <a:pt x="57" y="4"/>
                      <a:pt x="5" y="29"/>
                      <a:pt x="1" y="157"/>
                    </a:cubicBezTo>
                    <a:cubicBezTo>
                      <a:pt x="0" y="169"/>
                      <a:pt x="9" y="178"/>
                      <a:pt x="21" y="179"/>
                    </a:cubicBezTo>
                    <a:cubicBezTo>
                      <a:pt x="21" y="179"/>
                      <a:pt x="21" y="179"/>
                      <a:pt x="22" y="179"/>
                    </a:cubicBezTo>
                    <a:cubicBezTo>
                      <a:pt x="33" y="179"/>
                      <a:pt x="42" y="170"/>
                      <a:pt x="43" y="158"/>
                    </a:cubicBezTo>
                    <a:cubicBezTo>
                      <a:pt x="44" y="119"/>
                      <a:pt x="50" y="92"/>
                      <a:pt x="57" y="74"/>
                    </a:cubicBezTo>
                    <a:cubicBezTo>
                      <a:pt x="57" y="175"/>
                      <a:pt x="57" y="175"/>
                      <a:pt x="57" y="175"/>
                    </a:cubicBezTo>
                    <a:cubicBezTo>
                      <a:pt x="57" y="175"/>
                      <a:pt x="57" y="175"/>
                      <a:pt x="57" y="175"/>
                    </a:cubicBezTo>
                    <a:cubicBezTo>
                      <a:pt x="57" y="287"/>
                      <a:pt x="57" y="287"/>
                      <a:pt x="57" y="287"/>
                    </a:cubicBezTo>
                    <a:cubicBezTo>
                      <a:pt x="57" y="304"/>
                      <a:pt x="70" y="317"/>
                      <a:pt x="87" y="317"/>
                    </a:cubicBezTo>
                    <a:cubicBezTo>
                      <a:pt x="103" y="317"/>
                      <a:pt x="117" y="304"/>
                      <a:pt x="117" y="287"/>
                    </a:cubicBezTo>
                    <a:cubicBezTo>
                      <a:pt x="117" y="191"/>
                      <a:pt x="117" y="191"/>
                      <a:pt x="117" y="191"/>
                    </a:cubicBezTo>
                    <a:cubicBezTo>
                      <a:pt x="129" y="191"/>
                      <a:pt x="129" y="191"/>
                      <a:pt x="129" y="191"/>
                    </a:cubicBezTo>
                    <a:cubicBezTo>
                      <a:pt x="129" y="287"/>
                      <a:pt x="129" y="287"/>
                      <a:pt x="129" y="287"/>
                    </a:cubicBezTo>
                    <a:cubicBezTo>
                      <a:pt x="129" y="304"/>
                      <a:pt x="142" y="317"/>
                      <a:pt x="159" y="317"/>
                    </a:cubicBezTo>
                    <a:cubicBezTo>
                      <a:pt x="175" y="317"/>
                      <a:pt x="189" y="304"/>
                      <a:pt x="189" y="287"/>
                    </a:cubicBezTo>
                    <a:cubicBezTo>
                      <a:pt x="189" y="141"/>
                      <a:pt x="189" y="141"/>
                      <a:pt x="189" y="141"/>
                    </a:cubicBezTo>
                    <a:cubicBezTo>
                      <a:pt x="189" y="141"/>
                      <a:pt x="189" y="141"/>
                      <a:pt x="189" y="141"/>
                    </a:cubicBezTo>
                    <a:cubicBezTo>
                      <a:pt x="189" y="74"/>
                      <a:pt x="189" y="74"/>
                      <a:pt x="189" y="74"/>
                    </a:cubicBezTo>
                    <a:cubicBezTo>
                      <a:pt x="196" y="92"/>
                      <a:pt x="202" y="119"/>
                      <a:pt x="203" y="158"/>
                    </a:cubicBezTo>
                    <a:cubicBezTo>
                      <a:pt x="204" y="170"/>
                      <a:pt x="213" y="179"/>
                      <a:pt x="224" y="179"/>
                    </a:cubicBezTo>
                    <a:cubicBezTo>
                      <a:pt x="224" y="179"/>
                      <a:pt x="225" y="179"/>
                      <a:pt x="225" y="179"/>
                    </a:cubicBezTo>
                    <a:cubicBezTo>
                      <a:pt x="237" y="178"/>
                      <a:pt x="246" y="169"/>
                      <a:pt x="245" y="157"/>
                    </a:cubicBezTo>
                    <a:cubicBezTo>
                      <a:pt x="241" y="29"/>
                      <a:pt x="189" y="4"/>
                      <a:pt x="18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430"/>
              <p:cNvSpPr>
                <a:spLocks noEditPoints="1"/>
              </p:cNvSpPr>
              <p:nvPr/>
            </p:nvSpPr>
            <p:spPr bwMode="auto">
              <a:xfrm>
                <a:off x="5607051" y="5624513"/>
                <a:ext cx="173038" cy="173038"/>
              </a:xfrm>
              <a:custGeom>
                <a:avLst/>
                <a:gdLst>
                  <a:gd name="T0" fmla="*/ 67 w 134"/>
                  <a:gd name="T1" fmla="*/ 134 h 134"/>
                  <a:gd name="T2" fmla="*/ 134 w 134"/>
                  <a:gd name="T3" fmla="*/ 67 h 134"/>
                  <a:gd name="T4" fmla="*/ 67 w 134"/>
                  <a:gd name="T5" fmla="*/ 0 h 134"/>
                  <a:gd name="T6" fmla="*/ 0 w 134"/>
                  <a:gd name="T7" fmla="*/ 67 h 134"/>
                  <a:gd name="T8" fmla="*/ 67 w 134"/>
                  <a:gd name="T9" fmla="*/ 134 h 134"/>
                  <a:gd name="T10" fmla="*/ 24 w 134"/>
                  <a:gd name="T11" fmla="*/ 92 h 134"/>
                  <a:gd name="T12" fmla="*/ 68 w 134"/>
                  <a:gd name="T13" fmla="*/ 76 h 134"/>
                  <a:gd name="T14" fmla="*/ 104 w 134"/>
                  <a:gd name="T15" fmla="*/ 106 h 134"/>
                  <a:gd name="T16" fmla="*/ 64 w 134"/>
                  <a:gd name="T17" fmla="*/ 99 h 134"/>
                  <a:gd name="T18" fmla="*/ 24 w 134"/>
                  <a:gd name="T19" fmla="*/ 9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134">
                    <a:moveTo>
                      <a:pt x="67" y="134"/>
                    </a:moveTo>
                    <a:cubicBezTo>
                      <a:pt x="104" y="134"/>
                      <a:pt x="134" y="104"/>
                      <a:pt x="134" y="67"/>
                    </a:cubicBezTo>
                    <a:cubicBezTo>
                      <a:pt x="134" y="30"/>
                      <a:pt x="104" y="0"/>
                      <a:pt x="67" y="0"/>
                    </a:cubicBezTo>
                    <a:cubicBezTo>
                      <a:pt x="30" y="0"/>
                      <a:pt x="0" y="30"/>
                      <a:pt x="0" y="67"/>
                    </a:cubicBezTo>
                    <a:cubicBezTo>
                      <a:pt x="0" y="104"/>
                      <a:pt x="30" y="134"/>
                      <a:pt x="67" y="134"/>
                    </a:cubicBezTo>
                    <a:close/>
                    <a:moveTo>
                      <a:pt x="24" y="92"/>
                    </a:moveTo>
                    <a:cubicBezTo>
                      <a:pt x="27" y="79"/>
                      <a:pt x="46" y="72"/>
                      <a:pt x="68" y="76"/>
                    </a:cubicBezTo>
                    <a:cubicBezTo>
                      <a:pt x="90" y="80"/>
                      <a:pt x="106" y="93"/>
                      <a:pt x="104" y="106"/>
                    </a:cubicBezTo>
                    <a:cubicBezTo>
                      <a:pt x="102" y="119"/>
                      <a:pt x="86" y="103"/>
                      <a:pt x="64" y="99"/>
                    </a:cubicBezTo>
                    <a:cubicBezTo>
                      <a:pt x="42" y="95"/>
                      <a:pt x="22" y="104"/>
                      <a:pt x="24" y="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431"/>
              <p:cNvSpPr>
                <a:spLocks/>
              </p:cNvSpPr>
              <p:nvPr/>
            </p:nvSpPr>
            <p:spPr bwMode="auto">
              <a:xfrm>
                <a:off x="5510213" y="5483226"/>
                <a:ext cx="257175" cy="180975"/>
              </a:xfrm>
              <a:custGeom>
                <a:avLst/>
                <a:gdLst>
                  <a:gd name="T0" fmla="*/ 174 w 199"/>
                  <a:gd name="T1" fmla="*/ 96 h 141"/>
                  <a:gd name="T2" fmla="*/ 181 w 199"/>
                  <a:gd name="T3" fmla="*/ 94 h 141"/>
                  <a:gd name="T4" fmla="*/ 198 w 199"/>
                  <a:gd name="T5" fmla="*/ 61 h 141"/>
                  <a:gd name="T6" fmla="*/ 198 w 199"/>
                  <a:gd name="T7" fmla="*/ 55 h 141"/>
                  <a:gd name="T8" fmla="*/ 193 w 199"/>
                  <a:gd name="T9" fmla="*/ 54 h 141"/>
                  <a:gd name="T10" fmla="*/ 163 w 199"/>
                  <a:gd name="T11" fmla="*/ 63 h 141"/>
                  <a:gd name="T12" fmla="*/ 159 w 199"/>
                  <a:gd name="T13" fmla="*/ 10 h 141"/>
                  <a:gd name="T14" fmla="*/ 156 w 199"/>
                  <a:gd name="T15" fmla="*/ 6 h 141"/>
                  <a:gd name="T16" fmla="*/ 150 w 199"/>
                  <a:gd name="T17" fmla="*/ 8 h 141"/>
                  <a:gd name="T18" fmla="*/ 127 w 199"/>
                  <a:gd name="T19" fmla="*/ 42 h 141"/>
                  <a:gd name="T20" fmla="*/ 103 w 199"/>
                  <a:gd name="T21" fmla="*/ 3 h 141"/>
                  <a:gd name="T22" fmla="*/ 98 w 199"/>
                  <a:gd name="T23" fmla="*/ 0 h 141"/>
                  <a:gd name="T24" fmla="*/ 94 w 199"/>
                  <a:gd name="T25" fmla="*/ 4 h 141"/>
                  <a:gd name="T26" fmla="*/ 87 w 199"/>
                  <a:gd name="T27" fmla="*/ 48 h 141"/>
                  <a:gd name="T28" fmla="*/ 45 w 199"/>
                  <a:gd name="T29" fmla="*/ 24 h 141"/>
                  <a:gd name="T30" fmla="*/ 39 w 199"/>
                  <a:gd name="T31" fmla="*/ 25 h 141"/>
                  <a:gd name="T32" fmla="*/ 38 w 199"/>
                  <a:gd name="T33" fmla="*/ 30 h 141"/>
                  <a:gd name="T34" fmla="*/ 59 w 199"/>
                  <a:gd name="T35" fmla="*/ 75 h 141"/>
                  <a:gd name="T36" fmla="*/ 22 w 199"/>
                  <a:gd name="T37" fmla="*/ 76 h 141"/>
                  <a:gd name="T38" fmla="*/ 17 w 199"/>
                  <a:gd name="T39" fmla="*/ 79 h 141"/>
                  <a:gd name="T40" fmla="*/ 19 w 199"/>
                  <a:gd name="T41" fmla="*/ 84 h 141"/>
                  <a:gd name="T42" fmla="*/ 43 w 199"/>
                  <a:gd name="T43" fmla="*/ 105 h 141"/>
                  <a:gd name="T44" fmla="*/ 3 w 199"/>
                  <a:gd name="T45" fmla="*/ 121 h 141"/>
                  <a:gd name="T46" fmla="*/ 0 w 199"/>
                  <a:gd name="T47" fmla="*/ 126 h 141"/>
                  <a:gd name="T48" fmla="*/ 4 w 199"/>
                  <a:gd name="T49" fmla="*/ 130 h 141"/>
                  <a:gd name="T50" fmla="*/ 48 w 199"/>
                  <a:gd name="T51" fmla="*/ 141 h 141"/>
                  <a:gd name="T52" fmla="*/ 48 w 199"/>
                  <a:gd name="T53" fmla="*/ 141 h 141"/>
                  <a:gd name="T54" fmla="*/ 54 w 199"/>
                  <a:gd name="T55" fmla="*/ 137 h 141"/>
                  <a:gd name="T56" fmla="*/ 51 w 199"/>
                  <a:gd name="T57" fmla="*/ 131 h 141"/>
                  <a:gd name="T58" fmla="*/ 21 w 199"/>
                  <a:gd name="T59" fmla="*/ 124 h 141"/>
                  <a:gd name="T60" fmla="*/ 54 w 199"/>
                  <a:gd name="T61" fmla="*/ 111 h 141"/>
                  <a:gd name="T62" fmla="*/ 57 w 199"/>
                  <a:gd name="T63" fmla="*/ 107 h 141"/>
                  <a:gd name="T64" fmla="*/ 55 w 199"/>
                  <a:gd name="T65" fmla="*/ 103 h 141"/>
                  <a:gd name="T66" fmla="*/ 35 w 199"/>
                  <a:gd name="T67" fmla="*/ 85 h 141"/>
                  <a:gd name="T68" fmla="*/ 67 w 199"/>
                  <a:gd name="T69" fmla="*/ 85 h 141"/>
                  <a:gd name="T70" fmla="*/ 71 w 199"/>
                  <a:gd name="T71" fmla="*/ 83 h 141"/>
                  <a:gd name="T72" fmla="*/ 71 w 199"/>
                  <a:gd name="T73" fmla="*/ 78 h 141"/>
                  <a:gd name="T74" fmla="*/ 53 w 199"/>
                  <a:gd name="T75" fmla="*/ 40 h 141"/>
                  <a:gd name="T76" fmla="*/ 89 w 199"/>
                  <a:gd name="T77" fmla="*/ 59 h 141"/>
                  <a:gd name="T78" fmla="*/ 93 w 199"/>
                  <a:gd name="T79" fmla="*/ 60 h 141"/>
                  <a:gd name="T80" fmla="*/ 96 w 199"/>
                  <a:gd name="T81" fmla="*/ 56 h 141"/>
                  <a:gd name="T82" fmla="*/ 101 w 199"/>
                  <a:gd name="T83" fmla="*/ 19 h 141"/>
                  <a:gd name="T84" fmla="*/ 123 w 199"/>
                  <a:gd name="T85" fmla="*/ 54 h 141"/>
                  <a:gd name="T86" fmla="*/ 127 w 199"/>
                  <a:gd name="T87" fmla="*/ 56 h 141"/>
                  <a:gd name="T88" fmla="*/ 131 w 199"/>
                  <a:gd name="T89" fmla="*/ 54 h 141"/>
                  <a:gd name="T90" fmla="*/ 150 w 199"/>
                  <a:gd name="T91" fmla="*/ 25 h 141"/>
                  <a:gd name="T92" fmla="*/ 153 w 199"/>
                  <a:gd name="T93" fmla="*/ 70 h 141"/>
                  <a:gd name="T94" fmla="*/ 155 w 199"/>
                  <a:gd name="T95" fmla="*/ 74 h 141"/>
                  <a:gd name="T96" fmla="*/ 160 w 199"/>
                  <a:gd name="T97" fmla="*/ 75 h 141"/>
                  <a:gd name="T98" fmla="*/ 184 w 199"/>
                  <a:gd name="T99" fmla="*/ 67 h 141"/>
                  <a:gd name="T100" fmla="*/ 172 w 199"/>
                  <a:gd name="T101" fmla="*/ 89 h 141"/>
                  <a:gd name="T102" fmla="*/ 174 w 199"/>
                  <a:gd name="T103" fmla="*/ 96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9" h="141">
                    <a:moveTo>
                      <a:pt x="174" y="96"/>
                    </a:moveTo>
                    <a:cubicBezTo>
                      <a:pt x="177" y="97"/>
                      <a:pt x="180" y="96"/>
                      <a:pt x="181" y="94"/>
                    </a:cubicBezTo>
                    <a:cubicBezTo>
                      <a:pt x="198" y="61"/>
                      <a:pt x="198" y="61"/>
                      <a:pt x="198" y="61"/>
                    </a:cubicBezTo>
                    <a:cubicBezTo>
                      <a:pt x="199" y="59"/>
                      <a:pt x="199" y="57"/>
                      <a:pt x="198" y="55"/>
                    </a:cubicBezTo>
                    <a:cubicBezTo>
                      <a:pt x="197" y="54"/>
                      <a:pt x="194" y="53"/>
                      <a:pt x="193" y="54"/>
                    </a:cubicBezTo>
                    <a:cubicBezTo>
                      <a:pt x="163" y="63"/>
                      <a:pt x="163" y="63"/>
                      <a:pt x="163" y="63"/>
                    </a:cubicBezTo>
                    <a:cubicBezTo>
                      <a:pt x="159" y="10"/>
                      <a:pt x="159" y="10"/>
                      <a:pt x="159" y="10"/>
                    </a:cubicBezTo>
                    <a:cubicBezTo>
                      <a:pt x="159" y="8"/>
                      <a:pt x="158" y="7"/>
                      <a:pt x="156" y="6"/>
                    </a:cubicBezTo>
                    <a:cubicBezTo>
                      <a:pt x="154" y="5"/>
                      <a:pt x="151" y="6"/>
                      <a:pt x="150" y="8"/>
                    </a:cubicBezTo>
                    <a:cubicBezTo>
                      <a:pt x="127" y="42"/>
                      <a:pt x="127" y="42"/>
                      <a:pt x="127" y="42"/>
                    </a:cubicBezTo>
                    <a:cubicBezTo>
                      <a:pt x="103" y="3"/>
                      <a:pt x="103" y="3"/>
                      <a:pt x="103" y="3"/>
                    </a:cubicBezTo>
                    <a:cubicBezTo>
                      <a:pt x="102" y="1"/>
                      <a:pt x="100" y="0"/>
                      <a:pt x="98" y="0"/>
                    </a:cubicBezTo>
                    <a:cubicBezTo>
                      <a:pt x="96" y="1"/>
                      <a:pt x="94" y="2"/>
                      <a:pt x="94" y="4"/>
                    </a:cubicBezTo>
                    <a:cubicBezTo>
                      <a:pt x="87" y="48"/>
                      <a:pt x="87" y="48"/>
                      <a:pt x="87" y="48"/>
                    </a:cubicBezTo>
                    <a:cubicBezTo>
                      <a:pt x="45" y="24"/>
                      <a:pt x="45" y="24"/>
                      <a:pt x="45" y="24"/>
                    </a:cubicBezTo>
                    <a:cubicBezTo>
                      <a:pt x="43" y="23"/>
                      <a:pt x="41" y="23"/>
                      <a:pt x="39" y="25"/>
                    </a:cubicBezTo>
                    <a:cubicBezTo>
                      <a:pt x="38" y="26"/>
                      <a:pt x="37" y="28"/>
                      <a:pt x="38" y="30"/>
                    </a:cubicBezTo>
                    <a:cubicBezTo>
                      <a:pt x="59" y="75"/>
                      <a:pt x="59" y="75"/>
                      <a:pt x="59" y="75"/>
                    </a:cubicBezTo>
                    <a:cubicBezTo>
                      <a:pt x="22" y="76"/>
                      <a:pt x="22" y="76"/>
                      <a:pt x="22" y="76"/>
                    </a:cubicBezTo>
                    <a:cubicBezTo>
                      <a:pt x="20" y="76"/>
                      <a:pt x="18" y="77"/>
                      <a:pt x="17" y="79"/>
                    </a:cubicBezTo>
                    <a:cubicBezTo>
                      <a:pt x="16" y="81"/>
                      <a:pt x="17" y="83"/>
                      <a:pt x="19" y="84"/>
                    </a:cubicBezTo>
                    <a:cubicBezTo>
                      <a:pt x="43" y="105"/>
                      <a:pt x="43" y="105"/>
                      <a:pt x="43" y="105"/>
                    </a:cubicBezTo>
                    <a:cubicBezTo>
                      <a:pt x="3" y="121"/>
                      <a:pt x="3" y="121"/>
                      <a:pt x="3" y="121"/>
                    </a:cubicBezTo>
                    <a:cubicBezTo>
                      <a:pt x="1" y="122"/>
                      <a:pt x="0" y="124"/>
                      <a:pt x="0" y="126"/>
                    </a:cubicBezTo>
                    <a:cubicBezTo>
                      <a:pt x="1" y="128"/>
                      <a:pt x="2" y="130"/>
                      <a:pt x="4" y="130"/>
                    </a:cubicBezTo>
                    <a:cubicBezTo>
                      <a:pt x="48" y="141"/>
                      <a:pt x="48" y="141"/>
                      <a:pt x="48" y="141"/>
                    </a:cubicBezTo>
                    <a:cubicBezTo>
                      <a:pt x="48" y="141"/>
                      <a:pt x="48" y="141"/>
                      <a:pt x="48" y="141"/>
                    </a:cubicBezTo>
                    <a:cubicBezTo>
                      <a:pt x="51" y="141"/>
                      <a:pt x="53" y="140"/>
                      <a:pt x="54" y="137"/>
                    </a:cubicBezTo>
                    <a:cubicBezTo>
                      <a:pt x="55" y="135"/>
                      <a:pt x="53" y="132"/>
                      <a:pt x="51" y="131"/>
                    </a:cubicBezTo>
                    <a:cubicBezTo>
                      <a:pt x="21" y="124"/>
                      <a:pt x="21" y="124"/>
                      <a:pt x="21" y="124"/>
                    </a:cubicBezTo>
                    <a:cubicBezTo>
                      <a:pt x="54" y="111"/>
                      <a:pt x="54" y="111"/>
                      <a:pt x="54" y="111"/>
                    </a:cubicBezTo>
                    <a:cubicBezTo>
                      <a:pt x="55" y="110"/>
                      <a:pt x="57" y="109"/>
                      <a:pt x="57" y="107"/>
                    </a:cubicBezTo>
                    <a:cubicBezTo>
                      <a:pt x="57" y="106"/>
                      <a:pt x="56" y="104"/>
                      <a:pt x="55" y="103"/>
                    </a:cubicBezTo>
                    <a:cubicBezTo>
                      <a:pt x="35" y="85"/>
                      <a:pt x="35" y="85"/>
                      <a:pt x="35" y="85"/>
                    </a:cubicBezTo>
                    <a:cubicBezTo>
                      <a:pt x="67" y="85"/>
                      <a:pt x="67" y="85"/>
                      <a:pt x="67" y="85"/>
                    </a:cubicBezTo>
                    <a:cubicBezTo>
                      <a:pt x="68" y="85"/>
                      <a:pt x="70" y="84"/>
                      <a:pt x="71" y="83"/>
                    </a:cubicBezTo>
                    <a:cubicBezTo>
                      <a:pt x="71" y="81"/>
                      <a:pt x="72" y="80"/>
                      <a:pt x="71" y="78"/>
                    </a:cubicBezTo>
                    <a:cubicBezTo>
                      <a:pt x="53" y="40"/>
                      <a:pt x="53" y="40"/>
                      <a:pt x="53" y="40"/>
                    </a:cubicBezTo>
                    <a:cubicBezTo>
                      <a:pt x="89" y="59"/>
                      <a:pt x="89" y="59"/>
                      <a:pt x="89" y="59"/>
                    </a:cubicBezTo>
                    <a:cubicBezTo>
                      <a:pt x="90" y="60"/>
                      <a:pt x="92" y="60"/>
                      <a:pt x="93" y="60"/>
                    </a:cubicBezTo>
                    <a:cubicBezTo>
                      <a:pt x="95" y="59"/>
                      <a:pt x="96" y="57"/>
                      <a:pt x="96" y="56"/>
                    </a:cubicBezTo>
                    <a:cubicBezTo>
                      <a:pt x="101" y="19"/>
                      <a:pt x="101" y="19"/>
                      <a:pt x="101" y="19"/>
                    </a:cubicBezTo>
                    <a:cubicBezTo>
                      <a:pt x="123" y="54"/>
                      <a:pt x="123" y="54"/>
                      <a:pt x="123" y="54"/>
                    </a:cubicBezTo>
                    <a:cubicBezTo>
                      <a:pt x="124" y="55"/>
                      <a:pt x="125" y="56"/>
                      <a:pt x="127" y="56"/>
                    </a:cubicBezTo>
                    <a:cubicBezTo>
                      <a:pt x="128" y="56"/>
                      <a:pt x="130" y="55"/>
                      <a:pt x="131" y="54"/>
                    </a:cubicBezTo>
                    <a:cubicBezTo>
                      <a:pt x="150" y="25"/>
                      <a:pt x="150" y="25"/>
                      <a:pt x="150" y="25"/>
                    </a:cubicBezTo>
                    <a:cubicBezTo>
                      <a:pt x="153" y="70"/>
                      <a:pt x="153" y="70"/>
                      <a:pt x="153" y="70"/>
                    </a:cubicBezTo>
                    <a:cubicBezTo>
                      <a:pt x="153" y="72"/>
                      <a:pt x="154" y="73"/>
                      <a:pt x="155" y="74"/>
                    </a:cubicBezTo>
                    <a:cubicBezTo>
                      <a:pt x="157" y="75"/>
                      <a:pt x="158" y="75"/>
                      <a:pt x="160" y="75"/>
                    </a:cubicBezTo>
                    <a:cubicBezTo>
                      <a:pt x="184" y="67"/>
                      <a:pt x="184" y="67"/>
                      <a:pt x="184" y="67"/>
                    </a:cubicBezTo>
                    <a:cubicBezTo>
                      <a:pt x="172" y="89"/>
                      <a:pt x="172" y="89"/>
                      <a:pt x="172" y="89"/>
                    </a:cubicBezTo>
                    <a:cubicBezTo>
                      <a:pt x="171" y="92"/>
                      <a:pt x="172" y="95"/>
                      <a:pt x="174"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432"/>
              <p:cNvSpPr>
                <a:spLocks/>
              </p:cNvSpPr>
              <p:nvPr/>
            </p:nvSpPr>
            <p:spPr bwMode="auto">
              <a:xfrm>
                <a:off x="5762626" y="5400676"/>
                <a:ext cx="68263" cy="53975"/>
              </a:xfrm>
              <a:custGeom>
                <a:avLst/>
                <a:gdLst>
                  <a:gd name="T0" fmla="*/ 2 w 53"/>
                  <a:gd name="T1" fmla="*/ 31 h 42"/>
                  <a:gd name="T2" fmla="*/ 0 w 53"/>
                  <a:gd name="T3" fmla="*/ 36 h 42"/>
                  <a:gd name="T4" fmla="*/ 38 w 53"/>
                  <a:gd name="T5" fmla="*/ 35 h 42"/>
                  <a:gd name="T6" fmla="*/ 52 w 53"/>
                  <a:gd name="T7" fmla="*/ 0 h 42"/>
                  <a:gd name="T8" fmla="*/ 46 w 53"/>
                  <a:gd name="T9" fmla="*/ 0 h 42"/>
                  <a:gd name="T10" fmla="*/ 34 w 53"/>
                  <a:gd name="T11" fmla="*/ 31 h 42"/>
                  <a:gd name="T12" fmla="*/ 2 w 53"/>
                  <a:gd name="T13" fmla="*/ 31 h 42"/>
                </a:gdLst>
                <a:ahLst/>
                <a:cxnLst>
                  <a:cxn ang="0">
                    <a:pos x="T0" y="T1"/>
                  </a:cxn>
                  <a:cxn ang="0">
                    <a:pos x="T2" y="T3"/>
                  </a:cxn>
                  <a:cxn ang="0">
                    <a:pos x="T4" y="T5"/>
                  </a:cxn>
                  <a:cxn ang="0">
                    <a:pos x="T6" y="T7"/>
                  </a:cxn>
                  <a:cxn ang="0">
                    <a:pos x="T8" y="T9"/>
                  </a:cxn>
                  <a:cxn ang="0">
                    <a:pos x="T10" y="T11"/>
                  </a:cxn>
                  <a:cxn ang="0">
                    <a:pos x="T12" y="T13"/>
                  </a:cxn>
                </a:cxnLst>
                <a:rect l="0" t="0" r="r" b="b"/>
                <a:pathLst>
                  <a:path w="53" h="42">
                    <a:moveTo>
                      <a:pt x="2" y="31"/>
                    </a:moveTo>
                    <a:cubicBezTo>
                      <a:pt x="0" y="36"/>
                      <a:pt x="0" y="36"/>
                      <a:pt x="0" y="36"/>
                    </a:cubicBezTo>
                    <a:cubicBezTo>
                      <a:pt x="16" y="42"/>
                      <a:pt x="28" y="42"/>
                      <a:pt x="38" y="35"/>
                    </a:cubicBezTo>
                    <a:cubicBezTo>
                      <a:pt x="53" y="24"/>
                      <a:pt x="52" y="1"/>
                      <a:pt x="52" y="0"/>
                    </a:cubicBezTo>
                    <a:cubicBezTo>
                      <a:pt x="46" y="0"/>
                      <a:pt x="46" y="0"/>
                      <a:pt x="46" y="0"/>
                    </a:cubicBezTo>
                    <a:cubicBezTo>
                      <a:pt x="46" y="0"/>
                      <a:pt x="47" y="22"/>
                      <a:pt x="34" y="31"/>
                    </a:cubicBezTo>
                    <a:cubicBezTo>
                      <a:pt x="27" y="36"/>
                      <a:pt x="16" y="36"/>
                      <a:pt x="2"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433"/>
              <p:cNvSpPr>
                <a:spLocks/>
              </p:cNvSpPr>
              <p:nvPr/>
            </p:nvSpPr>
            <p:spPr bwMode="auto">
              <a:xfrm>
                <a:off x="5827713" y="5405438"/>
                <a:ext cx="55563" cy="74613"/>
              </a:xfrm>
              <a:custGeom>
                <a:avLst/>
                <a:gdLst>
                  <a:gd name="T0" fmla="*/ 43 w 43"/>
                  <a:gd name="T1" fmla="*/ 52 h 58"/>
                  <a:gd name="T2" fmla="*/ 14 w 43"/>
                  <a:gd name="T3" fmla="*/ 36 h 58"/>
                  <a:gd name="T4" fmla="*/ 18 w 43"/>
                  <a:gd name="T5" fmla="*/ 3 h 58"/>
                  <a:gd name="T6" fmla="*/ 13 w 43"/>
                  <a:gd name="T7" fmla="*/ 0 h 58"/>
                  <a:gd name="T8" fmla="*/ 9 w 43"/>
                  <a:gd name="T9" fmla="*/ 39 h 58"/>
                  <a:gd name="T10" fmla="*/ 18 w 43"/>
                  <a:gd name="T11" fmla="*/ 50 h 58"/>
                  <a:gd name="T12" fmla="*/ 42 w 43"/>
                  <a:gd name="T13" fmla="*/ 58 h 58"/>
                  <a:gd name="T14" fmla="*/ 43 w 43"/>
                  <a:gd name="T15" fmla="*/ 52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 h="58">
                    <a:moveTo>
                      <a:pt x="43" y="52"/>
                    </a:moveTo>
                    <a:cubicBezTo>
                      <a:pt x="27" y="50"/>
                      <a:pt x="18" y="45"/>
                      <a:pt x="14" y="36"/>
                    </a:cubicBezTo>
                    <a:cubicBezTo>
                      <a:pt x="7" y="22"/>
                      <a:pt x="18" y="3"/>
                      <a:pt x="18" y="3"/>
                    </a:cubicBezTo>
                    <a:cubicBezTo>
                      <a:pt x="13" y="0"/>
                      <a:pt x="13" y="0"/>
                      <a:pt x="13" y="0"/>
                    </a:cubicBezTo>
                    <a:cubicBezTo>
                      <a:pt x="13" y="1"/>
                      <a:pt x="0" y="22"/>
                      <a:pt x="9" y="39"/>
                    </a:cubicBezTo>
                    <a:cubicBezTo>
                      <a:pt x="11" y="43"/>
                      <a:pt x="14" y="47"/>
                      <a:pt x="18" y="50"/>
                    </a:cubicBezTo>
                    <a:cubicBezTo>
                      <a:pt x="24" y="54"/>
                      <a:pt x="32" y="57"/>
                      <a:pt x="42" y="58"/>
                    </a:cubicBezTo>
                    <a:lnTo>
                      <a:pt x="43" y="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434"/>
              <p:cNvSpPr>
                <a:spLocks/>
              </p:cNvSpPr>
              <p:nvPr/>
            </p:nvSpPr>
            <p:spPr bwMode="auto">
              <a:xfrm>
                <a:off x="5805488" y="5483226"/>
                <a:ext cx="69850" cy="57150"/>
              </a:xfrm>
              <a:custGeom>
                <a:avLst/>
                <a:gdLst>
                  <a:gd name="T0" fmla="*/ 54 w 54"/>
                  <a:gd name="T1" fmla="*/ 8 h 44"/>
                  <a:gd name="T2" fmla="*/ 16 w 54"/>
                  <a:gd name="T3" fmla="*/ 6 h 44"/>
                  <a:gd name="T4" fmla="*/ 1 w 54"/>
                  <a:gd name="T5" fmla="*/ 44 h 44"/>
                  <a:gd name="T6" fmla="*/ 7 w 54"/>
                  <a:gd name="T7" fmla="*/ 43 h 44"/>
                  <a:gd name="T8" fmla="*/ 19 w 54"/>
                  <a:gd name="T9" fmla="*/ 11 h 44"/>
                  <a:gd name="T10" fmla="*/ 51 w 54"/>
                  <a:gd name="T11" fmla="*/ 13 h 44"/>
                  <a:gd name="T12" fmla="*/ 54 w 54"/>
                  <a:gd name="T13" fmla="*/ 8 h 44"/>
                </a:gdLst>
                <a:ahLst/>
                <a:cxnLst>
                  <a:cxn ang="0">
                    <a:pos x="T0" y="T1"/>
                  </a:cxn>
                  <a:cxn ang="0">
                    <a:pos x="T2" y="T3"/>
                  </a:cxn>
                  <a:cxn ang="0">
                    <a:pos x="T4" y="T5"/>
                  </a:cxn>
                  <a:cxn ang="0">
                    <a:pos x="T6" y="T7"/>
                  </a:cxn>
                  <a:cxn ang="0">
                    <a:pos x="T8" y="T9"/>
                  </a:cxn>
                  <a:cxn ang="0">
                    <a:pos x="T10" y="T11"/>
                  </a:cxn>
                  <a:cxn ang="0">
                    <a:pos x="T12" y="T13"/>
                  </a:cxn>
                </a:cxnLst>
                <a:rect l="0" t="0" r="r" b="b"/>
                <a:pathLst>
                  <a:path w="54" h="44">
                    <a:moveTo>
                      <a:pt x="54" y="8"/>
                    </a:moveTo>
                    <a:cubicBezTo>
                      <a:pt x="38" y="1"/>
                      <a:pt x="25" y="0"/>
                      <a:pt x="16" y="6"/>
                    </a:cubicBezTo>
                    <a:cubicBezTo>
                      <a:pt x="0" y="16"/>
                      <a:pt x="1" y="42"/>
                      <a:pt x="1" y="44"/>
                    </a:cubicBezTo>
                    <a:cubicBezTo>
                      <a:pt x="7" y="43"/>
                      <a:pt x="7" y="43"/>
                      <a:pt x="7" y="43"/>
                    </a:cubicBezTo>
                    <a:cubicBezTo>
                      <a:pt x="7" y="43"/>
                      <a:pt x="6" y="19"/>
                      <a:pt x="19" y="11"/>
                    </a:cubicBezTo>
                    <a:cubicBezTo>
                      <a:pt x="27" y="6"/>
                      <a:pt x="37" y="7"/>
                      <a:pt x="51" y="13"/>
                    </a:cubicBezTo>
                    <a:lnTo>
                      <a:pt x="54"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435"/>
              <p:cNvSpPr>
                <a:spLocks/>
              </p:cNvSpPr>
              <p:nvPr/>
            </p:nvSpPr>
            <p:spPr bwMode="auto">
              <a:xfrm>
                <a:off x="5754688" y="5461001"/>
                <a:ext cx="55563" cy="73025"/>
              </a:xfrm>
              <a:custGeom>
                <a:avLst/>
                <a:gdLst>
                  <a:gd name="T0" fmla="*/ 29 w 43"/>
                  <a:gd name="T1" fmla="*/ 57 h 57"/>
                  <a:gd name="T2" fmla="*/ 35 w 43"/>
                  <a:gd name="T3" fmla="*/ 17 h 57"/>
                  <a:gd name="T4" fmla="*/ 0 w 43"/>
                  <a:gd name="T5" fmla="*/ 0 h 57"/>
                  <a:gd name="T6" fmla="*/ 0 w 43"/>
                  <a:gd name="T7" fmla="*/ 6 h 57"/>
                  <a:gd name="T8" fmla="*/ 30 w 43"/>
                  <a:gd name="T9" fmla="*/ 20 h 57"/>
                  <a:gd name="T10" fmla="*/ 24 w 43"/>
                  <a:gd name="T11" fmla="*/ 54 h 57"/>
                  <a:gd name="T12" fmla="*/ 29 w 43"/>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43" h="57">
                    <a:moveTo>
                      <a:pt x="29" y="57"/>
                    </a:moveTo>
                    <a:cubicBezTo>
                      <a:pt x="29" y="56"/>
                      <a:pt x="43" y="34"/>
                      <a:pt x="35" y="17"/>
                    </a:cubicBezTo>
                    <a:cubicBezTo>
                      <a:pt x="30" y="7"/>
                      <a:pt x="18" y="2"/>
                      <a:pt x="0" y="0"/>
                    </a:cubicBezTo>
                    <a:cubicBezTo>
                      <a:pt x="0" y="6"/>
                      <a:pt x="0" y="6"/>
                      <a:pt x="0" y="6"/>
                    </a:cubicBezTo>
                    <a:cubicBezTo>
                      <a:pt x="15" y="7"/>
                      <a:pt x="25" y="12"/>
                      <a:pt x="30" y="20"/>
                    </a:cubicBezTo>
                    <a:cubicBezTo>
                      <a:pt x="37" y="34"/>
                      <a:pt x="24" y="54"/>
                      <a:pt x="24" y="54"/>
                    </a:cubicBezTo>
                    <a:lnTo>
                      <a:pt x="29"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436"/>
              <p:cNvSpPr>
                <a:spLocks/>
              </p:cNvSpPr>
              <p:nvPr/>
            </p:nvSpPr>
            <p:spPr bwMode="auto">
              <a:xfrm>
                <a:off x="5443538" y="5705476"/>
                <a:ext cx="47625" cy="77788"/>
              </a:xfrm>
              <a:custGeom>
                <a:avLst/>
                <a:gdLst>
                  <a:gd name="T0" fmla="*/ 0 w 37"/>
                  <a:gd name="T1" fmla="*/ 54 h 60"/>
                  <a:gd name="T2" fmla="*/ 1 w 37"/>
                  <a:gd name="T3" fmla="*/ 60 h 60"/>
                  <a:gd name="T4" fmla="*/ 31 w 37"/>
                  <a:gd name="T5" fmla="*/ 37 h 60"/>
                  <a:gd name="T6" fmla="*/ 23 w 37"/>
                  <a:gd name="T7" fmla="*/ 0 h 60"/>
                  <a:gd name="T8" fmla="*/ 18 w 37"/>
                  <a:gd name="T9" fmla="*/ 4 h 60"/>
                  <a:gd name="T10" fmla="*/ 26 w 37"/>
                  <a:gd name="T11" fmla="*/ 35 h 60"/>
                  <a:gd name="T12" fmla="*/ 0 w 37"/>
                  <a:gd name="T13" fmla="*/ 54 h 60"/>
                </a:gdLst>
                <a:ahLst/>
                <a:cxnLst>
                  <a:cxn ang="0">
                    <a:pos x="T0" y="T1"/>
                  </a:cxn>
                  <a:cxn ang="0">
                    <a:pos x="T2" y="T3"/>
                  </a:cxn>
                  <a:cxn ang="0">
                    <a:pos x="T4" y="T5"/>
                  </a:cxn>
                  <a:cxn ang="0">
                    <a:pos x="T6" y="T7"/>
                  </a:cxn>
                  <a:cxn ang="0">
                    <a:pos x="T8" y="T9"/>
                  </a:cxn>
                  <a:cxn ang="0">
                    <a:pos x="T10" y="T11"/>
                  </a:cxn>
                  <a:cxn ang="0">
                    <a:pos x="T12" y="T13"/>
                  </a:cxn>
                </a:cxnLst>
                <a:rect l="0" t="0" r="r" b="b"/>
                <a:pathLst>
                  <a:path w="37" h="60">
                    <a:moveTo>
                      <a:pt x="0" y="54"/>
                    </a:moveTo>
                    <a:cubicBezTo>
                      <a:pt x="1" y="60"/>
                      <a:pt x="1" y="60"/>
                      <a:pt x="1" y="60"/>
                    </a:cubicBezTo>
                    <a:cubicBezTo>
                      <a:pt x="17" y="56"/>
                      <a:pt x="28" y="48"/>
                      <a:pt x="31" y="37"/>
                    </a:cubicBezTo>
                    <a:cubicBezTo>
                      <a:pt x="37" y="20"/>
                      <a:pt x="23" y="1"/>
                      <a:pt x="23" y="0"/>
                    </a:cubicBezTo>
                    <a:cubicBezTo>
                      <a:pt x="18" y="4"/>
                      <a:pt x="18" y="4"/>
                      <a:pt x="18" y="4"/>
                    </a:cubicBezTo>
                    <a:cubicBezTo>
                      <a:pt x="18" y="4"/>
                      <a:pt x="31" y="21"/>
                      <a:pt x="26" y="35"/>
                    </a:cubicBezTo>
                    <a:cubicBezTo>
                      <a:pt x="23" y="44"/>
                      <a:pt x="14" y="51"/>
                      <a:pt x="0"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437"/>
              <p:cNvSpPr>
                <a:spLocks/>
              </p:cNvSpPr>
              <p:nvPr/>
            </p:nvSpPr>
            <p:spPr bwMode="auto">
              <a:xfrm>
                <a:off x="5487988" y="5702301"/>
                <a:ext cx="73025" cy="49213"/>
              </a:xfrm>
              <a:custGeom>
                <a:avLst/>
                <a:gdLst>
                  <a:gd name="T0" fmla="*/ 19 w 57"/>
                  <a:gd name="T1" fmla="*/ 34 h 38"/>
                  <a:gd name="T2" fmla="*/ 33 w 57"/>
                  <a:gd name="T3" fmla="*/ 38 h 38"/>
                  <a:gd name="T4" fmla="*/ 57 w 57"/>
                  <a:gd name="T5" fmla="*/ 31 h 38"/>
                  <a:gd name="T6" fmla="*/ 54 w 57"/>
                  <a:gd name="T7" fmla="*/ 26 h 38"/>
                  <a:gd name="T8" fmla="*/ 22 w 57"/>
                  <a:gd name="T9" fmla="*/ 29 h 38"/>
                  <a:gd name="T10" fmla="*/ 6 w 57"/>
                  <a:gd name="T11" fmla="*/ 0 h 38"/>
                  <a:gd name="T12" fmla="*/ 0 w 57"/>
                  <a:gd name="T13" fmla="*/ 0 h 38"/>
                  <a:gd name="T14" fmla="*/ 19 w 57"/>
                  <a:gd name="T15" fmla="*/ 34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38">
                    <a:moveTo>
                      <a:pt x="19" y="34"/>
                    </a:moveTo>
                    <a:cubicBezTo>
                      <a:pt x="23" y="37"/>
                      <a:pt x="28" y="38"/>
                      <a:pt x="33" y="38"/>
                    </a:cubicBezTo>
                    <a:cubicBezTo>
                      <a:pt x="40" y="38"/>
                      <a:pt x="48" y="36"/>
                      <a:pt x="57" y="31"/>
                    </a:cubicBezTo>
                    <a:cubicBezTo>
                      <a:pt x="54" y="26"/>
                      <a:pt x="54" y="26"/>
                      <a:pt x="54" y="26"/>
                    </a:cubicBezTo>
                    <a:cubicBezTo>
                      <a:pt x="41" y="33"/>
                      <a:pt x="30" y="34"/>
                      <a:pt x="22" y="29"/>
                    </a:cubicBezTo>
                    <a:cubicBezTo>
                      <a:pt x="8" y="22"/>
                      <a:pt x="6" y="0"/>
                      <a:pt x="6" y="0"/>
                    </a:cubicBezTo>
                    <a:cubicBezTo>
                      <a:pt x="0" y="0"/>
                      <a:pt x="0" y="0"/>
                      <a:pt x="0" y="0"/>
                    </a:cubicBezTo>
                    <a:cubicBezTo>
                      <a:pt x="0" y="1"/>
                      <a:pt x="2" y="25"/>
                      <a:pt x="19"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438"/>
              <p:cNvSpPr>
                <a:spLocks/>
              </p:cNvSpPr>
              <p:nvPr/>
            </p:nvSpPr>
            <p:spPr bwMode="auto">
              <a:xfrm>
                <a:off x="5513388" y="5757863"/>
                <a:ext cx="52388" cy="76200"/>
              </a:xfrm>
              <a:custGeom>
                <a:avLst/>
                <a:gdLst>
                  <a:gd name="T0" fmla="*/ 13 w 40"/>
                  <a:gd name="T1" fmla="*/ 22 h 59"/>
                  <a:gd name="T2" fmla="*/ 40 w 40"/>
                  <a:gd name="T3" fmla="*/ 6 h 59"/>
                  <a:gd name="T4" fmla="*/ 39 w 40"/>
                  <a:gd name="T5" fmla="*/ 0 h 59"/>
                  <a:gd name="T6" fmla="*/ 7 w 40"/>
                  <a:gd name="T7" fmla="*/ 20 h 59"/>
                  <a:gd name="T8" fmla="*/ 17 w 40"/>
                  <a:gd name="T9" fmla="*/ 59 h 59"/>
                  <a:gd name="T10" fmla="*/ 21 w 40"/>
                  <a:gd name="T11" fmla="*/ 56 h 59"/>
                  <a:gd name="T12" fmla="*/ 13 w 40"/>
                  <a:gd name="T13" fmla="*/ 22 h 59"/>
                </a:gdLst>
                <a:ahLst/>
                <a:cxnLst>
                  <a:cxn ang="0">
                    <a:pos x="T0" y="T1"/>
                  </a:cxn>
                  <a:cxn ang="0">
                    <a:pos x="T2" y="T3"/>
                  </a:cxn>
                  <a:cxn ang="0">
                    <a:pos x="T4" y="T5"/>
                  </a:cxn>
                  <a:cxn ang="0">
                    <a:pos x="T6" y="T7"/>
                  </a:cxn>
                  <a:cxn ang="0">
                    <a:pos x="T8" y="T9"/>
                  </a:cxn>
                  <a:cxn ang="0">
                    <a:pos x="T10" y="T11"/>
                  </a:cxn>
                  <a:cxn ang="0">
                    <a:pos x="T12" y="T13"/>
                  </a:cxn>
                </a:cxnLst>
                <a:rect l="0" t="0" r="r" b="b"/>
                <a:pathLst>
                  <a:path w="40" h="59">
                    <a:moveTo>
                      <a:pt x="13" y="22"/>
                    </a:moveTo>
                    <a:cubicBezTo>
                      <a:pt x="16" y="14"/>
                      <a:pt x="25" y="8"/>
                      <a:pt x="40" y="6"/>
                    </a:cubicBezTo>
                    <a:cubicBezTo>
                      <a:pt x="39" y="0"/>
                      <a:pt x="39" y="0"/>
                      <a:pt x="39" y="0"/>
                    </a:cubicBezTo>
                    <a:cubicBezTo>
                      <a:pt x="22" y="3"/>
                      <a:pt x="11" y="10"/>
                      <a:pt x="7" y="20"/>
                    </a:cubicBezTo>
                    <a:cubicBezTo>
                      <a:pt x="0" y="38"/>
                      <a:pt x="16" y="58"/>
                      <a:pt x="17" y="59"/>
                    </a:cubicBezTo>
                    <a:cubicBezTo>
                      <a:pt x="21" y="56"/>
                      <a:pt x="21" y="56"/>
                      <a:pt x="21" y="56"/>
                    </a:cubicBezTo>
                    <a:cubicBezTo>
                      <a:pt x="21" y="56"/>
                      <a:pt x="7" y="37"/>
                      <a:pt x="13"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439"/>
              <p:cNvSpPr>
                <a:spLocks/>
              </p:cNvSpPr>
              <p:nvPr/>
            </p:nvSpPr>
            <p:spPr bwMode="auto">
              <a:xfrm>
                <a:off x="5448301" y="5784851"/>
                <a:ext cx="71438" cy="53975"/>
              </a:xfrm>
              <a:custGeom>
                <a:avLst/>
                <a:gdLst>
                  <a:gd name="T0" fmla="*/ 35 w 56"/>
                  <a:gd name="T1" fmla="*/ 10 h 42"/>
                  <a:gd name="T2" fmla="*/ 50 w 56"/>
                  <a:gd name="T3" fmla="*/ 42 h 42"/>
                  <a:gd name="T4" fmla="*/ 56 w 56"/>
                  <a:gd name="T5" fmla="*/ 41 h 42"/>
                  <a:gd name="T6" fmla="*/ 38 w 56"/>
                  <a:gd name="T7" fmla="*/ 5 h 42"/>
                  <a:gd name="T8" fmla="*/ 0 w 56"/>
                  <a:gd name="T9" fmla="*/ 11 h 42"/>
                  <a:gd name="T10" fmla="*/ 3 w 56"/>
                  <a:gd name="T11" fmla="*/ 16 h 42"/>
                  <a:gd name="T12" fmla="*/ 35 w 56"/>
                  <a:gd name="T13" fmla="*/ 10 h 42"/>
                </a:gdLst>
                <a:ahLst/>
                <a:cxnLst>
                  <a:cxn ang="0">
                    <a:pos x="T0" y="T1"/>
                  </a:cxn>
                  <a:cxn ang="0">
                    <a:pos x="T2" y="T3"/>
                  </a:cxn>
                  <a:cxn ang="0">
                    <a:pos x="T4" y="T5"/>
                  </a:cxn>
                  <a:cxn ang="0">
                    <a:pos x="T6" y="T7"/>
                  </a:cxn>
                  <a:cxn ang="0">
                    <a:pos x="T8" y="T9"/>
                  </a:cxn>
                  <a:cxn ang="0">
                    <a:pos x="T10" y="T11"/>
                  </a:cxn>
                  <a:cxn ang="0">
                    <a:pos x="T12" y="T13"/>
                  </a:cxn>
                </a:cxnLst>
                <a:rect l="0" t="0" r="r" b="b"/>
                <a:pathLst>
                  <a:path w="56" h="42">
                    <a:moveTo>
                      <a:pt x="35" y="10"/>
                    </a:moveTo>
                    <a:cubicBezTo>
                      <a:pt x="49" y="18"/>
                      <a:pt x="50" y="41"/>
                      <a:pt x="50" y="42"/>
                    </a:cubicBezTo>
                    <a:cubicBezTo>
                      <a:pt x="56" y="41"/>
                      <a:pt x="56" y="41"/>
                      <a:pt x="56" y="41"/>
                    </a:cubicBezTo>
                    <a:cubicBezTo>
                      <a:pt x="56" y="40"/>
                      <a:pt x="54" y="14"/>
                      <a:pt x="38" y="5"/>
                    </a:cubicBezTo>
                    <a:cubicBezTo>
                      <a:pt x="28" y="0"/>
                      <a:pt x="15" y="2"/>
                      <a:pt x="0" y="11"/>
                    </a:cubicBezTo>
                    <a:cubicBezTo>
                      <a:pt x="3" y="16"/>
                      <a:pt x="3" y="16"/>
                      <a:pt x="3" y="16"/>
                    </a:cubicBezTo>
                    <a:cubicBezTo>
                      <a:pt x="16" y="8"/>
                      <a:pt x="27" y="6"/>
                      <a:pt x="35"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440"/>
              <p:cNvSpPr>
                <a:spLocks/>
              </p:cNvSpPr>
              <p:nvPr/>
            </p:nvSpPr>
            <p:spPr bwMode="auto">
              <a:xfrm>
                <a:off x="5853113" y="5600701"/>
                <a:ext cx="103188" cy="79375"/>
              </a:xfrm>
              <a:custGeom>
                <a:avLst/>
                <a:gdLst>
                  <a:gd name="T0" fmla="*/ 0 w 80"/>
                  <a:gd name="T1" fmla="*/ 37 h 61"/>
                  <a:gd name="T2" fmla="*/ 79 w 80"/>
                  <a:gd name="T3" fmla="*/ 31 h 61"/>
                  <a:gd name="T4" fmla="*/ 0 w 80"/>
                  <a:gd name="T5" fmla="*/ 37 h 61"/>
                </a:gdLst>
                <a:ahLst/>
                <a:cxnLst>
                  <a:cxn ang="0">
                    <a:pos x="T0" y="T1"/>
                  </a:cxn>
                  <a:cxn ang="0">
                    <a:pos x="T2" y="T3"/>
                  </a:cxn>
                  <a:cxn ang="0">
                    <a:pos x="T4" y="T5"/>
                  </a:cxn>
                </a:cxnLst>
                <a:rect l="0" t="0" r="r" b="b"/>
                <a:pathLst>
                  <a:path w="80" h="61">
                    <a:moveTo>
                      <a:pt x="0" y="37"/>
                    </a:moveTo>
                    <a:cubicBezTo>
                      <a:pt x="50" y="36"/>
                      <a:pt x="80" y="61"/>
                      <a:pt x="79" y="31"/>
                    </a:cubicBezTo>
                    <a:cubicBezTo>
                      <a:pt x="78" y="0"/>
                      <a:pt x="19" y="7"/>
                      <a:pt x="0"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441"/>
              <p:cNvSpPr>
                <a:spLocks/>
              </p:cNvSpPr>
              <p:nvPr/>
            </p:nvSpPr>
            <p:spPr bwMode="auto">
              <a:xfrm>
                <a:off x="5792788" y="5545138"/>
                <a:ext cx="84138" cy="84138"/>
              </a:xfrm>
              <a:custGeom>
                <a:avLst/>
                <a:gdLst>
                  <a:gd name="T0" fmla="*/ 47 w 65"/>
                  <a:gd name="T1" fmla="*/ 17 h 65"/>
                  <a:gd name="T2" fmla="*/ 8 w 65"/>
                  <a:gd name="T3" fmla="*/ 65 h 65"/>
                  <a:gd name="T4" fmla="*/ 47 w 65"/>
                  <a:gd name="T5" fmla="*/ 17 h 65"/>
                </a:gdLst>
                <a:ahLst/>
                <a:cxnLst>
                  <a:cxn ang="0">
                    <a:pos x="T0" y="T1"/>
                  </a:cxn>
                  <a:cxn ang="0">
                    <a:pos x="T2" y="T3"/>
                  </a:cxn>
                  <a:cxn ang="0">
                    <a:pos x="T4" y="T5"/>
                  </a:cxn>
                </a:cxnLst>
                <a:rect l="0" t="0" r="r" b="b"/>
                <a:pathLst>
                  <a:path w="65" h="65">
                    <a:moveTo>
                      <a:pt x="47" y="17"/>
                    </a:moveTo>
                    <a:cubicBezTo>
                      <a:pt x="29" y="0"/>
                      <a:pt x="0" y="38"/>
                      <a:pt x="8" y="65"/>
                    </a:cubicBezTo>
                    <a:cubicBezTo>
                      <a:pt x="34" y="36"/>
                      <a:pt x="65" y="32"/>
                      <a:pt x="47"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442"/>
              <p:cNvSpPr>
                <a:spLocks/>
              </p:cNvSpPr>
              <p:nvPr/>
            </p:nvSpPr>
            <p:spPr bwMode="auto">
              <a:xfrm>
                <a:off x="5837238" y="5691188"/>
                <a:ext cx="74613" cy="57150"/>
              </a:xfrm>
              <a:custGeom>
                <a:avLst/>
                <a:gdLst>
                  <a:gd name="T0" fmla="*/ 0 w 58"/>
                  <a:gd name="T1" fmla="*/ 18 h 44"/>
                  <a:gd name="T2" fmla="*/ 55 w 58"/>
                  <a:gd name="T3" fmla="*/ 24 h 44"/>
                  <a:gd name="T4" fmla="*/ 0 w 58"/>
                  <a:gd name="T5" fmla="*/ 18 h 44"/>
                </a:gdLst>
                <a:ahLst/>
                <a:cxnLst>
                  <a:cxn ang="0">
                    <a:pos x="T0" y="T1"/>
                  </a:cxn>
                  <a:cxn ang="0">
                    <a:pos x="T2" y="T3"/>
                  </a:cxn>
                  <a:cxn ang="0">
                    <a:pos x="T4" y="T5"/>
                  </a:cxn>
                </a:cxnLst>
                <a:rect l="0" t="0" r="r" b="b"/>
                <a:pathLst>
                  <a:path w="58" h="44">
                    <a:moveTo>
                      <a:pt x="0" y="18"/>
                    </a:moveTo>
                    <a:cubicBezTo>
                      <a:pt x="34" y="24"/>
                      <a:pt x="52" y="44"/>
                      <a:pt x="55" y="24"/>
                    </a:cubicBezTo>
                    <a:cubicBezTo>
                      <a:pt x="58" y="3"/>
                      <a:pt x="17" y="0"/>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 name="组合 9"/>
            <p:cNvGrpSpPr/>
            <p:nvPr/>
          </p:nvGrpSpPr>
          <p:grpSpPr>
            <a:xfrm>
              <a:off x="3349625" y="4754563"/>
              <a:ext cx="1047751" cy="1697038"/>
              <a:chOff x="3349625" y="4754563"/>
              <a:chExt cx="1047751" cy="1697038"/>
            </a:xfrm>
            <a:solidFill>
              <a:schemeClr val="tx1">
                <a:lumMod val="65000"/>
                <a:lumOff val="35000"/>
              </a:schemeClr>
            </a:solidFill>
          </p:grpSpPr>
          <p:sp>
            <p:nvSpPr>
              <p:cNvPr id="157" name="Freeform 443"/>
              <p:cNvSpPr>
                <a:spLocks noEditPoints="1"/>
              </p:cNvSpPr>
              <p:nvPr/>
            </p:nvSpPr>
            <p:spPr bwMode="auto">
              <a:xfrm>
                <a:off x="3459163" y="6335713"/>
                <a:ext cx="106363" cy="115888"/>
              </a:xfrm>
              <a:custGeom>
                <a:avLst/>
                <a:gdLst>
                  <a:gd name="T0" fmla="*/ 45 w 82"/>
                  <a:gd name="T1" fmla="*/ 0 h 89"/>
                  <a:gd name="T2" fmla="*/ 33 w 82"/>
                  <a:gd name="T3" fmla="*/ 0 h 89"/>
                  <a:gd name="T4" fmla="*/ 18 w 82"/>
                  <a:gd name="T5" fmla="*/ 1 h 89"/>
                  <a:gd name="T6" fmla="*/ 10 w 82"/>
                  <a:gd name="T7" fmla="*/ 1 h 89"/>
                  <a:gd name="T8" fmla="*/ 5 w 82"/>
                  <a:gd name="T9" fmla="*/ 3 h 89"/>
                  <a:gd name="T10" fmla="*/ 2 w 82"/>
                  <a:gd name="T11" fmla="*/ 9 h 89"/>
                  <a:gd name="T12" fmla="*/ 8 w 82"/>
                  <a:gd name="T13" fmla="*/ 14 h 89"/>
                  <a:gd name="T14" fmla="*/ 9 w 82"/>
                  <a:gd name="T15" fmla="*/ 15 h 89"/>
                  <a:gd name="T16" fmla="*/ 8 w 82"/>
                  <a:gd name="T17" fmla="*/ 22 h 89"/>
                  <a:gd name="T18" fmla="*/ 3 w 82"/>
                  <a:gd name="T19" fmla="*/ 65 h 89"/>
                  <a:gd name="T20" fmla="*/ 2 w 82"/>
                  <a:gd name="T21" fmla="*/ 75 h 89"/>
                  <a:gd name="T22" fmla="*/ 1 w 82"/>
                  <a:gd name="T23" fmla="*/ 78 h 89"/>
                  <a:gd name="T24" fmla="*/ 0 w 82"/>
                  <a:gd name="T25" fmla="*/ 82 h 89"/>
                  <a:gd name="T26" fmla="*/ 2 w 82"/>
                  <a:gd name="T27" fmla="*/ 86 h 89"/>
                  <a:gd name="T28" fmla="*/ 7 w 82"/>
                  <a:gd name="T29" fmla="*/ 89 h 89"/>
                  <a:gd name="T30" fmla="*/ 15 w 82"/>
                  <a:gd name="T31" fmla="*/ 87 h 89"/>
                  <a:gd name="T32" fmla="*/ 21 w 82"/>
                  <a:gd name="T33" fmla="*/ 84 h 89"/>
                  <a:gd name="T34" fmla="*/ 29 w 82"/>
                  <a:gd name="T35" fmla="*/ 81 h 89"/>
                  <a:gd name="T36" fmla="*/ 66 w 82"/>
                  <a:gd name="T37" fmla="*/ 63 h 89"/>
                  <a:gd name="T38" fmla="*/ 82 w 82"/>
                  <a:gd name="T39" fmla="*/ 33 h 89"/>
                  <a:gd name="T40" fmla="*/ 72 w 82"/>
                  <a:gd name="T41" fmla="*/ 9 h 89"/>
                  <a:gd name="T42" fmla="*/ 45 w 82"/>
                  <a:gd name="T43" fmla="*/ 0 h 89"/>
                  <a:gd name="T44" fmla="*/ 59 w 82"/>
                  <a:gd name="T45" fmla="*/ 54 h 89"/>
                  <a:gd name="T46" fmla="*/ 35 w 82"/>
                  <a:gd name="T47" fmla="*/ 67 h 89"/>
                  <a:gd name="T48" fmla="*/ 17 w 82"/>
                  <a:gd name="T49" fmla="*/ 72 h 89"/>
                  <a:gd name="T50" fmla="*/ 17 w 82"/>
                  <a:gd name="T51" fmla="*/ 68 h 89"/>
                  <a:gd name="T52" fmla="*/ 23 w 82"/>
                  <a:gd name="T53" fmla="*/ 13 h 89"/>
                  <a:gd name="T54" fmla="*/ 26 w 82"/>
                  <a:gd name="T55" fmla="*/ 13 h 89"/>
                  <a:gd name="T56" fmla="*/ 43 w 82"/>
                  <a:gd name="T57" fmla="*/ 11 h 89"/>
                  <a:gd name="T58" fmla="*/ 61 w 82"/>
                  <a:gd name="T59" fmla="*/ 17 h 89"/>
                  <a:gd name="T60" fmla="*/ 68 w 82"/>
                  <a:gd name="T61" fmla="*/ 32 h 89"/>
                  <a:gd name="T62" fmla="*/ 59 w 82"/>
                  <a:gd name="T63" fmla="*/ 54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2" h="89">
                    <a:moveTo>
                      <a:pt x="45" y="0"/>
                    </a:moveTo>
                    <a:cubicBezTo>
                      <a:pt x="42" y="0"/>
                      <a:pt x="38" y="0"/>
                      <a:pt x="33" y="0"/>
                    </a:cubicBezTo>
                    <a:cubicBezTo>
                      <a:pt x="26" y="1"/>
                      <a:pt x="21" y="1"/>
                      <a:pt x="18" y="1"/>
                    </a:cubicBezTo>
                    <a:cubicBezTo>
                      <a:pt x="10" y="1"/>
                      <a:pt x="10" y="1"/>
                      <a:pt x="10" y="1"/>
                    </a:cubicBezTo>
                    <a:cubicBezTo>
                      <a:pt x="8" y="1"/>
                      <a:pt x="6" y="2"/>
                      <a:pt x="5" y="3"/>
                    </a:cubicBezTo>
                    <a:cubicBezTo>
                      <a:pt x="3" y="5"/>
                      <a:pt x="2" y="7"/>
                      <a:pt x="2" y="9"/>
                    </a:cubicBezTo>
                    <a:cubicBezTo>
                      <a:pt x="2" y="11"/>
                      <a:pt x="4" y="13"/>
                      <a:pt x="8" y="14"/>
                    </a:cubicBezTo>
                    <a:cubicBezTo>
                      <a:pt x="9" y="14"/>
                      <a:pt x="9" y="15"/>
                      <a:pt x="9" y="15"/>
                    </a:cubicBezTo>
                    <a:cubicBezTo>
                      <a:pt x="9" y="17"/>
                      <a:pt x="9" y="19"/>
                      <a:pt x="8" y="22"/>
                    </a:cubicBezTo>
                    <a:cubicBezTo>
                      <a:pt x="6" y="37"/>
                      <a:pt x="4" y="51"/>
                      <a:pt x="3" y="65"/>
                    </a:cubicBezTo>
                    <a:cubicBezTo>
                      <a:pt x="3" y="70"/>
                      <a:pt x="3" y="73"/>
                      <a:pt x="2" y="75"/>
                    </a:cubicBezTo>
                    <a:cubicBezTo>
                      <a:pt x="1" y="78"/>
                      <a:pt x="1" y="78"/>
                      <a:pt x="1" y="78"/>
                    </a:cubicBezTo>
                    <a:cubicBezTo>
                      <a:pt x="0" y="80"/>
                      <a:pt x="0" y="81"/>
                      <a:pt x="0" y="82"/>
                    </a:cubicBezTo>
                    <a:cubicBezTo>
                      <a:pt x="0" y="83"/>
                      <a:pt x="1" y="85"/>
                      <a:pt x="2" y="86"/>
                    </a:cubicBezTo>
                    <a:cubicBezTo>
                      <a:pt x="4" y="88"/>
                      <a:pt x="5" y="89"/>
                      <a:pt x="7" y="89"/>
                    </a:cubicBezTo>
                    <a:cubicBezTo>
                      <a:pt x="10" y="89"/>
                      <a:pt x="13" y="88"/>
                      <a:pt x="15" y="87"/>
                    </a:cubicBezTo>
                    <a:cubicBezTo>
                      <a:pt x="17" y="85"/>
                      <a:pt x="19" y="84"/>
                      <a:pt x="21" y="84"/>
                    </a:cubicBezTo>
                    <a:cubicBezTo>
                      <a:pt x="22" y="83"/>
                      <a:pt x="25" y="82"/>
                      <a:pt x="29" y="81"/>
                    </a:cubicBezTo>
                    <a:cubicBezTo>
                      <a:pt x="43" y="78"/>
                      <a:pt x="56" y="72"/>
                      <a:pt x="66" y="63"/>
                    </a:cubicBezTo>
                    <a:cubicBezTo>
                      <a:pt x="76" y="54"/>
                      <a:pt x="82" y="44"/>
                      <a:pt x="82" y="33"/>
                    </a:cubicBezTo>
                    <a:cubicBezTo>
                      <a:pt x="82" y="23"/>
                      <a:pt x="78" y="15"/>
                      <a:pt x="72" y="9"/>
                    </a:cubicBezTo>
                    <a:cubicBezTo>
                      <a:pt x="65" y="3"/>
                      <a:pt x="56" y="0"/>
                      <a:pt x="45" y="0"/>
                    </a:cubicBezTo>
                    <a:close/>
                    <a:moveTo>
                      <a:pt x="59" y="54"/>
                    </a:moveTo>
                    <a:cubicBezTo>
                      <a:pt x="53" y="60"/>
                      <a:pt x="45" y="64"/>
                      <a:pt x="35" y="67"/>
                    </a:cubicBezTo>
                    <a:cubicBezTo>
                      <a:pt x="25" y="70"/>
                      <a:pt x="19" y="72"/>
                      <a:pt x="17" y="72"/>
                    </a:cubicBezTo>
                    <a:cubicBezTo>
                      <a:pt x="17" y="71"/>
                      <a:pt x="17" y="70"/>
                      <a:pt x="17" y="68"/>
                    </a:cubicBezTo>
                    <a:cubicBezTo>
                      <a:pt x="17" y="57"/>
                      <a:pt x="19" y="39"/>
                      <a:pt x="23" y="13"/>
                    </a:cubicBezTo>
                    <a:cubicBezTo>
                      <a:pt x="24" y="13"/>
                      <a:pt x="25" y="13"/>
                      <a:pt x="26" y="13"/>
                    </a:cubicBezTo>
                    <a:cubicBezTo>
                      <a:pt x="33" y="12"/>
                      <a:pt x="38" y="11"/>
                      <a:pt x="43" y="11"/>
                    </a:cubicBezTo>
                    <a:cubicBezTo>
                      <a:pt x="51" y="11"/>
                      <a:pt x="56" y="13"/>
                      <a:pt x="61" y="17"/>
                    </a:cubicBezTo>
                    <a:cubicBezTo>
                      <a:pt x="65" y="21"/>
                      <a:pt x="68" y="26"/>
                      <a:pt x="68" y="32"/>
                    </a:cubicBezTo>
                    <a:cubicBezTo>
                      <a:pt x="68" y="40"/>
                      <a:pt x="65" y="47"/>
                      <a:pt x="59"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445"/>
              <p:cNvSpPr>
                <a:spLocks noEditPoints="1"/>
              </p:cNvSpPr>
              <p:nvPr/>
            </p:nvSpPr>
            <p:spPr bwMode="auto">
              <a:xfrm>
                <a:off x="3575050" y="6362700"/>
                <a:ext cx="76200" cy="85725"/>
              </a:xfrm>
              <a:custGeom>
                <a:avLst/>
                <a:gdLst>
                  <a:gd name="T0" fmla="*/ 35 w 58"/>
                  <a:gd name="T1" fmla="*/ 0 h 66"/>
                  <a:gd name="T2" fmla="*/ 11 w 58"/>
                  <a:gd name="T3" fmla="*/ 15 h 66"/>
                  <a:gd name="T4" fmla="*/ 0 w 58"/>
                  <a:gd name="T5" fmla="*/ 44 h 66"/>
                  <a:gd name="T6" fmla="*/ 6 w 58"/>
                  <a:gd name="T7" fmla="*/ 60 h 66"/>
                  <a:gd name="T8" fmla="*/ 20 w 58"/>
                  <a:gd name="T9" fmla="*/ 66 h 66"/>
                  <a:gd name="T10" fmla="*/ 42 w 58"/>
                  <a:gd name="T11" fmla="*/ 57 h 66"/>
                  <a:gd name="T12" fmla="*/ 57 w 58"/>
                  <a:gd name="T13" fmla="*/ 34 h 66"/>
                  <a:gd name="T14" fmla="*/ 57 w 58"/>
                  <a:gd name="T15" fmla="*/ 34 h 66"/>
                  <a:gd name="T16" fmla="*/ 58 w 58"/>
                  <a:gd name="T17" fmla="*/ 25 h 66"/>
                  <a:gd name="T18" fmla="*/ 51 w 58"/>
                  <a:gd name="T19" fmla="*/ 8 h 66"/>
                  <a:gd name="T20" fmla="*/ 35 w 58"/>
                  <a:gd name="T21" fmla="*/ 0 h 66"/>
                  <a:gd name="T22" fmla="*/ 36 w 58"/>
                  <a:gd name="T23" fmla="*/ 45 h 66"/>
                  <a:gd name="T24" fmla="*/ 21 w 58"/>
                  <a:gd name="T25" fmla="*/ 54 h 66"/>
                  <a:gd name="T26" fmla="*/ 16 w 58"/>
                  <a:gd name="T27" fmla="*/ 51 h 66"/>
                  <a:gd name="T28" fmla="*/ 15 w 58"/>
                  <a:gd name="T29" fmla="*/ 43 h 66"/>
                  <a:gd name="T30" fmla="*/ 18 w 58"/>
                  <a:gd name="T31" fmla="*/ 27 h 66"/>
                  <a:gd name="T32" fmla="*/ 26 w 58"/>
                  <a:gd name="T33" fmla="*/ 15 h 66"/>
                  <a:gd name="T34" fmla="*/ 26 w 58"/>
                  <a:gd name="T35" fmla="*/ 15 h 66"/>
                  <a:gd name="T36" fmla="*/ 34 w 58"/>
                  <a:gd name="T37" fmla="*/ 13 h 66"/>
                  <a:gd name="T38" fmla="*/ 41 w 58"/>
                  <a:gd name="T39" fmla="*/ 16 h 66"/>
                  <a:gd name="T40" fmla="*/ 44 w 58"/>
                  <a:gd name="T41" fmla="*/ 26 h 66"/>
                  <a:gd name="T42" fmla="*/ 36 w 58"/>
                  <a:gd name="T43" fmla="*/ 4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 h="66">
                    <a:moveTo>
                      <a:pt x="35" y="0"/>
                    </a:moveTo>
                    <a:cubicBezTo>
                      <a:pt x="26" y="0"/>
                      <a:pt x="17" y="5"/>
                      <a:pt x="11" y="15"/>
                    </a:cubicBezTo>
                    <a:cubicBezTo>
                      <a:pt x="4" y="24"/>
                      <a:pt x="0" y="34"/>
                      <a:pt x="0" y="44"/>
                    </a:cubicBezTo>
                    <a:cubicBezTo>
                      <a:pt x="0" y="50"/>
                      <a:pt x="2" y="55"/>
                      <a:pt x="6" y="60"/>
                    </a:cubicBezTo>
                    <a:cubicBezTo>
                      <a:pt x="10" y="64"/>
                      <a:pt x="14" y="66"/>
                      <a:pt x="20" y="66"/>
                    </a:cubicBezTo>
                    <a:cubicBezTo>
                      <a:pt x="27" y="66"/>
                      <a:pt x="35" y="63"/>
                      <a:pt x="42" y="57"/>
                    </a:cubicBezTo>
                    <a:cubicBezTo>
                      <a:pt x="49" y="50"/>
                      <a:pt x="54" y="43"/>
                      <a:pt x="57" y="34"/>
                    </a:cubicBezTo>
                    <a:cubicBezTo>
                      <a:pt x="57" y="34"/>
                      <a:pt x="57" y="34"/>
                      <a:pt x="57" y="34"/>
                    </a:cubicBezTo>
                    <a:cubicBezTo>
                      <a:pt x="57" y="31"/>
                      <a:pt x="58" y="28"/>
                      <a:pt x="58" y="25"/>
                    </a:cubicBezTo>
                    <a:cubicBezTo>
                      <a:pt x="58" y="18"/>
                      <a:pt x="55" y="12"/>
                      <a:pt x="51" y="8"/>
                    </a:cubicBezTo>
                    <a:cubicBezTo>
                      <a:pt x="47" y="3"/>
                      <a:pt x="42" y="0"/>
                      <a:pt x="35" y="0"/>
                    </a:cubicBezTo>
                    <a:close/>
                    <a:moveTo>
                      <a:pt x="36" y="45"/>
                    </a:moveTo>
                    <a:cubicBezTo>
                      <a:pt x="31" y="51"/>
                      <a:pt x="26" y="54"/>
                      <a:pt x="21" y="54"/>
                    </a:cubicBezTo>
                    <a:cubicBezTo>
                      <a:pt x="19" y="54"/>
                      <a:pt x="18" y="53"/>
                      <a:pt x="16" y="51"/>
                    </a:cubicBezTo>
                    <a:cubicBezTo>
                      <a:pt x="15" y="49"/>
                      <a:pt x="15" y="46"/>
                      <a:pt x="15" y="43"/>
                    </a:cubicBezTo>
                    <a:cubicBezTo>
                      <a:pt x="15" y="37"/>
                      <a:pt x="16" y="32"/>
                      <a:pt x="18" y="27"/>
                    </a:cubicBezTo>
                    <a:cubicBezTo>
                      <a:pt x="21" y="22"/>
                      <a:pt x="24" y="18"/>
                      <a:pt x="26" y="15"/>
                    </a:cubicBezTo>
                    <a:cubicBezTo>
                      <a:pt x="26" y="15"/>
                      <a:pt x="26" y="15"/>
                      <a:pt x="26" y="15"/>
                    </a:cubicBezTo>
                    <a:cubicBezTo>
                      <a:pt x="29" y="13"/>
                      <a:pt x="31" y="13"/>
                      <a:pt x="34" y="13"/>
                    </a:cubicBezTo>
                    <a:cubicBezTo>
                      <a:pt x="37" y="13"/>
                      <a:pt x="40" y="14"/>
                      <a:pt x="41" y="16"/>
                    </a:cubicBezTo>
                    <a:cubicBezTo>
                      <a:pt x="43" y="19"/>
                      <a:pt x="44" y="22"/>
                      <a:pt x="44" y="26"/>
                    </a:cubicBezTo>
                    <a:cubicBezTo>
                      <a:pt x="44" y="33"/>
                      <a:pt x="41" y="40"/>
                      <a:pt x="3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446"/>
              <p:cNvSpPr>
                <a:spLocks/>
              </p:cNvSpPr>
              <p:nvPr/>
            </p:nvSpPr>
            <p:spPr bwMode="auto">
              <a:xfrm>
                <a:off x="3662363" y="6369050"/>
                <a:ext cx="93663" cy="76200"/>
              </a:xfrm>
              <a:custGeom>
                <a:avLst/>
                <a:gdLst>
                  <a:gd name="T0" fmla="*/ 71 w 73"/>
                  <a:gd name="T1" fmla="*/ 44 h 60"/>
                  <a:gd name="T2" fmla="*/ 67 w 73"/>
                  <a:gd name="T3" fmla="*/ 44 h 60"/>
                  <a:gd name="T4" fmla="*/ 64 w 73"/>
                  <a:gd name="T5" fmla="*/ 45 h 60"/>
                  <a:gd name="T6" fmla="*/ 59 w 73"/>
                  <a:gd name="T7" fmla="*/ 23 h 60"/>
                  <a:gd name="T8" fmla="*/ 43 w 73"/>
                  <a:gd name="T9" fmla="*/ 2 h 60"/>
                  <a:gd name="T10" fmla="*/ 15 w 73"/>
                  <a:gd name="T11" fmla="*/ 32 h 60"/>
                  <a:gd name="T12" fmla="*/ 18 w 73"/>
                  <a:gd name="T13" fmla="*/ 10 h 60"/>
                  <a:gd name="T14" fmla="*/ 17 w 73"/>
                  <a:gd name="T15" fmla="*/ 1 h 60"/>
                  <a:gd name="T16" fmla="*/ 11 w 73"/>
                  <a:gd name="T17" fmla="*/ 0 h 60"/>
                  <a:gd name="T18" fmla="*/ 6 w 73"/>
                  <a:gd name="T19" fmla="*/ 3 h 60"/>
                  <a:gd name="T20" fmla="*/ 4 w 73"/>
                  <a:gd name="T21" fmla="*/ 9 h 60"/>
                  <a:gd name="T22" fmla="*/ 2 w 73"/>
                  <a:gd name="T23" fmla="*/ 39 h 60"/>
                  <a:gd name="T24" fmla="*/ 0 w 73"/>
                  <a:gd name="T25" fmla="*/ 52 h 60"/>
                  <a:gd name="T26" fmla="*/ 9 w 73"/>
                  <a:gd name="T27" fmla="*/ 60 h 60"/>
                  <a:gd name="T28" fmla="*/ 12 w 73"/>
                  <a:gd name="T29" fmla="*/ 58 h 60"/>
                  <a:gd name="T30" fmla="*/ 14 w 73"/>
                  <a:gd name="T31" fmla="*/ 55 h 60"/>
                  <a:gd name="T32" fmla="*/ 26 w 73"/>
                  <a:gd name="T33" fmla="*/ 32 h 60"/>
                  <a:gd name="T34" fmla="*/ 41 w 73"/>
                  <a:gd name="T35" fmla="*/ 16 h 60"/>
                  <a:gd name="T36" fmla="*/ 46 w 73"/>
                  <a:gd name="T37" fmla="*/ 31 h 60"/>
                  <a:gd name="T38" fmla="*/ 50 w 73"/>
                  <a:gd name="T39" fmla="*/ 51 h 60"/>
                  <a:gd name="T40" fmla="*/ 50 w 73"/>
                  <a:gd name="T41" fmla="*/ 51 h 60"/>
                  <a:gd name="T42" fmla="*/ 60 w 73"/>
                  <a:gd name="T43" fmla="*/ 57 h 60"/>
                  <a:gd name="T44" fmla="*/ 69 w 73"/>
                  <a:gd name="T45" fmla="*/ 53 h 60"/>
                  <a:gd name="T46" fmla="*/ 73 w 73"/>
                  <a:gd name="T47" fmla="*/ 47 h 60"/>
                  <a:gd name="T48" fmla="*/ 71 w 73"/>
                  <a:gd name="T49" fmla="*/ 4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3" h="60">
                    <a:moveTo>
                      <a:pt x="71" y="44"/>
                    </a:moveTo>
                    <a:cubicBezTo>
                      <a:pt x="70" y="44"/>
                      <a:pt x="69" y="44"/>
                      <a:pt x="67" y="44"/>
                    </a:cubicBezTo>
                    <a:cubicBezTo>
                      <a:pt x="66" y="45"/>
                      <a:pt x="65" y="45"/>
                      <a:pt x="64" y="45"/>
                    </a:cubicBezTo>
                    <a:cubicBezTo>
                      <a:pt x="62" y="45"/>
                      <a:pt x="60" y="38"/>
                      <a:pt x="59" y="23"/>
                    </a:cubicBezTo>
                    <a:cubicBezTo>
                      <a:pt x="57" y="9"/>
                      <a:pt x="52" y="2"/>
                      <a:pt x="43" y="2"/>
                    </a:cubicBezTo>
                    <a:cubicBezTo>
                      <a:pt x="33" y="2"/>
                      <a:pt x="23" y="12"/>
                      <a:pt x="15" y="32"/>
                    </a:cubicBezTo>
                    <a:cubicBezTo>
                      <a:pt x="17" y="21"/>
                      <a:pt x="18" y="14"/>
                      <a:pt x="18" y="10"/>
                    </a:cubicBezTo>
                    <a:cubicBezTo>
                      <a:pt x="18" y="6"/>
                      <a:pt x="18" y="3"/>
                      <a:pt x="17" y="1"/>
                    </a:cubicBezTo>
                    <a:cubicBezTo>
                      <a:pt x="15" y="0"/>
                      <a:pt x="14" y="0"/>
                      <a:pt x="11" y="0"/>
                    </a:cubicBezTo>
                    <a:cubicBezTo>
                      <a:pt x="10" y="0"/>
                      <a:pt x="8" y="1"/>
                      <a:pt x="6" y="3"/>
                    </a:cubicBezTo>
                    <a:cubicBezTo>
                      <a:pt x="5" y="5"/>
                      <a:pt x="4" y="7"/>
                      <a:pt x="4" y="9"/>
                    </a:cubicBezTo>
                    <a:cubicBezTo>
                      <a:pt x="4" y="21"/>
                      <a:pt x="3" y="31"/>
                      <a:pt x="2" y="39"/>
                    </a:cubicBezTo>
                    <a:cubicBezTo>
                      <a:pt x="1" y="46"/>
                      <a:pt x="0" y="50"/>
                      <a:pt x="0" y="52"/>
                    </a:cubicBezTo>
                    <a:cubicBezTo>
                      <a:pt x="0" y="57"/>
                      <a:pt x="3" y="60"/>
                      <a:pt x="9" y="60"/>
                    </a:cubicBezTo>
                    <a:cubicBezTo>
                      <a:pt x="10" y="60"/>
                      <a:pt x="11" y="59"/>
                      <a:pt x="12" y="58"/>
                    </a:cubicBezTo>
                    <a:cubicBezTo>
                      <a:pt x="13" y="57"/>
                      <a:pt x="13" y="56"/>
                      <a:pt x="14" y="55"/>
                    </a:cubicBezTo>
                    <a:cubicBezTo>
                      <a:pt x="15" y="50"/>
                      <a:pt x="19" y="42"/>
                      <a:pt x="26" y="32"/>
                    </a:cubicBezTo>
                    <a:cubicBezTo>
                      <a:pt x="33" y="22"/>
                      <a:pt x="38" y="16"/>
                      <a:pt x="41" y="16"/>
                    </a:cubicBezTo>
                    <a:cubicBezTo>
                      <a:pt x="44" y="16"/>
                      <a:pt x="45" y="21"/>
                      <a:pt x="46" y="31"/>
                    </a:cubicBezTo>
                    <a:cubicBezTo>
                      <a:pt x="47" y="41"/>
                      <a:pt x="48" y="47"/>
                      <a:pt x="50" y="51"/>
                    </a:cubicBezTo>
                    <a:cubicBezTo>
                      <a:pt x="50" y="51"/>
                      <a:pt x="50" y="51"/>
                      <a:pt x="50" y="51"/>
                    </a:cubicBezTo>
                    <a:cubicBezTo>
                      <a:pt x="52" y="55"/>
                      <a:pt x="55" y="57"/>
                      <a:pt x="60" y="57"/>
                    </a:cubicBezTo>
                    <a:cubicBezTo>
                      <a:pt x="64" y="57"/>
                      <a:pt x="67" y="55"/>
                      <a:pt x="69" y="53"/>
                    </a:cubicBezTo>
                    <a:cubicBezTo>
                      <a:pt x="72" y="51"/>
                      <a:pt x="73" y="49"/>
                      <a:pt x="73" y="47"/>
                    </a:cubicBezTo>
                    <a:cubicBezTo>
                      <a:pt x="73" y="45"/>
                      <a:pt x="72" y="44"/>
                      <a:pt x="71"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447"/>
              <p:cNvSpPr>
                <a:spLocks/>
              </p:cNvSpPr>
              <p:nvPr/>
            </p:nvSpPr>
            <p:spPr bwMode="auto">
              <a:xfrm>
                <a:off x="3765550" y="6324600"/>
                <a:ext cx="25400" cy="50800"/>
              </a:xfrm>
              <a:custGeom>
                <a:avLst/>
                <a:gdLst>
                  <a:gd name="T0" fmla="*/ 17 w 20"/>
                  <a:gd name="T1" fmla="*/ 7 h 40"/>
                  <a:gd name="T2" fmla="*/ 16 w 20"/>
                  <a:gd name="T3" fmla="*/ 6 h 40"/>
                  <a:gd name="T4" fmla="*/ 8 w 20"/>
                  <a:gd name="T5" fmla="*/ 0 h 40"/>
                  <a:gd name="T6" fmla="*/ 4 w 20"/>
                  <a:gd name="T7" fmla="*/ 1 h 40"/>
                  <a:gd name="T8" fmla="*/ 1 w 20"/>
                  <a:gd name="T9" fmla="*/ 3 h 40"/>
                  <a:gd name="T10" fmla="*/ 0 w 20"/>
                  <a:gd name="T11" fmla="*/ 6 h 40"/>
                  <a:gd name="T12" fmla="*/ 1 w 20"/>
                  <a:gd name="T13" fmla="*/ 9 h 40"/>
                  <a:gd name="T14" fmla="*/ 3 w 20"/>
                  <a:gd name="T15" fmla="*/ 13 h 40"/>
                  <a:gd name="T16" fmla="*/ 7 w 20"/>
                  <a:gd name="T17" fmla="*/ 18 h 40"/>
                  <a:gd name="T18" fmla="*/ 3 w 20"/>
                  <a:gd name="T19" fmla="*/ 29 h 40"/>
                  <a:gd name="T20" fmla="*/ 1 w 20"/>
                  <a:gd name="T21" fmla="*/ 32 h 40"/>
                  <a:gd name="T22" fmla="*/ 0 w 20"/>
                  <a:gd name="T23" fmla="*/ 35 h 40"/>
                  <a:gd name="T24" fmla="*/ 2 w 20"/>
                  <a:gd name="T25" fmla="*/ 39 h 40"/>
                  <a:gd name="T26" fmla="*/ 6 w 20"/>
                  <a:gd name="T27" fmla="*/ 40 h 40"/>
                  <a:gd name="T28" fmla="*/ 14 w 20"/>
                  <a:gd name="T29" fmla="*/ 35 h 40"/>
                  <a:gd name="T30" fmla="*/ 14 w 20"/>
                  <a:gd name="T31" fmla="*/ 35 h 40"/>
                  <a:gd name="T32" fmla="*/ 18 w 20"/>
                  <a:gd name="T33" fmla="*/ 24 h 40"/>
                  <a:gd name="T34" fmla="*/ 18 w 20"/>
                  <a:gd name="T35" fmla="*/ 24 h 40"/>
                  <a:gd name="T36" fmla="*/ 20 w 20"/>
                  <a:gd name="T37" fmla="*/ 15 h 40"/>
                  <a:gd name="T38" fmla="*/ 20 w 20"/>
                  <a:gd name="T39" fmla="*/ 15 h 40"/>
                  <a:gd name="T40" fmla="*/ 19 w 20"/>
                  <a:gd name="T41" fmla="*/ 11 h 40"/>
                  <a:gd name="T42" fmla="*/ 17 w 20"/>
                  <a:gd name="T43" fmla="*/ 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40">
                    <a:moveTo>
                      <a:pt x="17" y="7"/>
                    </a:moveTo>
                    <a:cubicBezTo>
                      <a:pt x="16" y="6"/>
                      <a:pt x="16" y="6"/>
                      <a:pt x="16" y="6"/>
                    </a:cubicBezTo>
                    <a:cubicBezTo>
                      <a:pt x="12" y="2"/>
                      <a:pt x="10" y="0"/>
                      <a:pt x="8" y="0"/>
                    </a:cubicBezTo>
                    <a:cubicBezTo>
                      <a:pt x="7" y="0"/>
                      <a:pt x="5" y="0"/>
                      <a:pt x="4" y="1"/>
                    </a:cubicBezTo>
                    <a:cubicBezTo>
                      <a:pt x="2" y="2"/>
                      <a:pt x="1" y="3"/>
                      <a:pt x="1" y="3"/>
                    </a:cubicBezTo>
                    <a:cubicBezTo>
                      <a:pt x="0" y="4"/>
                      <a:pt x="0" y="5"/>
                      <a:pt x="0" y="6"/>
                    </a:cubicBezTo>
                    <a:cubicBezTo>
                      <a:pt x="1" y="9"/>
                      <a:pt x="1" y="9"/>
                      <a:pt x="1" y="9"/>
                    </a:cubicBezTo>
                    <a:cubicBezTo>
                      <a:pt x="1" y="10"/>
                      <a:pt x="2" y="11"/>
                      <a:pt x="3" y="13"/>
                    </a:cubicBezTo>
                    <a:cubicBezTo>
                      <a:pt x="6" y="15"/>
                      <a:pt x="7" y="17"/>
                      <a:pt x="7" y="18"/>
                    </a:cubicBezTo>
                    <a:cubicBezTo>
                      <a:pt x="7" y="23"/>
                      <a:pt x="6" y="26"/>
                      <a:pt x="3" y="29"/>
                    </a:cubicBezTo>
                    <a:cubicBezTo>
                      <a:pt x="2" y="30"/>
                      <a:pt x="1" y="31"/>
                      <a:pt x="1" y="32"/>
                    </a:cubicBezTo>
                    <a:cubicBezTo>
                      <a:pt x="0" y="33"/>
                      <a:pt x="0" y="34"/>
                      <a:pt x="0" y="35"/>
                    </a:cubicBezTo>
                    <a:cubicBezTo>
                      <a:pt x="0" y="36"/>
                      <a:pt x="0" y="38"/>
                      <a:pt x="2" y="39"/>
                    </a:cubicBezTo>
                    <a:cubicBezTo>
                      <a:pt x="3" y="40"/>
                      <a:pt x="4" y="40"/>
                      <a:pt x="6" y="40"/>
                    </a:cubicBezTo>
                    <a:cubicBezTo>
                      <a:pt x="9" y="40"/>
                      <a:pt x="12" y="38"/>
                      <a:pt x="14" y="35"/>
                    </a:cubicBezTo>
                    <a:cubicBezTo>
                      <a:pt x="14" y="35"/>
                      <a:pt x="14" y="35"/>
                      <a:pt x="14" y="35"/>
                    </a:cubicBezTo>
                    <a:cubicBezTo>
                      <a:pt x="15" y="32"/>
                      <a:pt x="17" y="28"/>
                      <a:pt x="18" y="24"/>
                    </a:cubicBezTo>
                    <a:cubicBezTo>
                      <a:pt x="18" y="24"/>
                      <a:pt x="18" y="24"/>
                      <a:pt x="18" y="24"/>
                    </a:cubicBezTo>
                    <a:cubicBezTo>
                      <a:pt x="19" y="20"/>
                      <a:pt x="20" y="17"/>
                      <a:pt x="20" y="15"/>
                    </a:cubicBezTo>
                    <a:cubicBezTo>
                      <a:pt x="20" y="15"/>
                      <a:pt x="20" y="15"/>
                      <a:pt x="20" y="15"/>
                    </a:cubicBezTo>
                    <a:cubicBezTo>
                      <a:pt x="20" y="13"/>
                      <a:pt x="19" y="12"/>
                      <a:pt x="19" y="11"/>
                    </a:cubicBezTo>
                    <a:cubicBezTo>
                      <a:pt x="19" y="10"/>
                      <a:pt x="18" y="8"/>
                      <a:pt x="17"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448"/>
              <p:cNvSpPr>
                <a:spLocks/>
              </p:cNvSpPr>
              <p:nvPr/>
            </p:nvSpPr>
            <p:spPr bwMode="auto">
              <a:xfrm>
                <a:off x="3795713" y="6335713"/>
                <a:ext cx="73025" cy="112713"/>
              </a:xfrm>
              <a:custGeom>
                <a:avLst/>
                <a:gdLst>
                  <a:gd name="T0" fmla="*/ 52 w 57"/>
                  <a:gd name="T1" fmla="*/ 23 h 87"/>
                  <a:gd name="T2" fmla="*/ 32 w 57"/>
                  <a:gd name="T3" fmla="*/ 24 h 87"/>
                  <a:gd name="T4" fmla="*/ 37 w 57"/>
                  <a:gd name="T5" fmla="*/ 7 h 87"/>
                  <a:gd name="T6" fmla="*/ 35 w 57"/>
                  <a:gd name="T7" fmla="*/ 2 h 87"/>
                  <a:gd name="T8" fmla="*/ 30 w 57"/>
                  <a:gd name="T9" fmla="*/ 0 h 87"/>
                  <a:gd name="T10" fmla="*/ 23 w 57"/>
                  <a:gd name="T11" fmla="*/ 7 h 87"/>
                  <a:gd name="T12" fmla="*/ 18 w 57"/>
                  <a:gd name="T13" fmla="*/ 26 h 87"/>
                  <a:gd name="T14" fmla="*/ 5 w 57"/>
                  <a:gd name="T15" fmla="*/ 26 h 87"/>
                  <a:gd name="T16" fmla="*/ 0 w 57"/>
                  <a:gd name="T17" fmla="*/ 31 h 87"/>
                  <a:gd name="T18" fmla="*/ 3 w 57"/>
                  <a:gd name="T19" fmla="*/ 37 h 87"/>
                  <a:gd name="T20" fmla="*/ 8 w 57"/>
                  <a:gd name="T21" fmla="*/ 38 h 87"/>
                  <a:gd name="T22" fmla="*/ 9 w 57"/>
                  <a:gd name="T23" fmla="*/ 38 h 87"/>
                  <a:gd name="T24" fmla="*/ 14 w 57"/>
                  <a:gd name="T25" fmla="*/ 38 h 87"/>
                  <a:gd name="T26" fmla="*/ 8 w 57"/>
                  <a:gd name="T27" fmla="*/ 69 h 87"/>
                  <a:gd name="T28" fmla="*/ 13 w 57"/>
                  <a:gd name="T29" fmla="*/ 82 h 87"/>
                  <a:gd name="T30" fmla="*/ 24 w 57"/>
                  <a:gd name="T31" fmla="*/ 87 h 87"/>
                  <a:gd name="T32" fmla="*/ 42 w 57"/>
                  <a:gd name="T33" fmla="*/ 80 h 87"/>
                  <a:gd name="T34" fmla="*/ 50 w 57"/>
                  <a:gd name="T35" fmla="*/ 69 h 87"/>
                  <a:gd name="T36" fmla="*/ 49 w 57"/>
                  <a:gd name="T37" fmla="*/ 66 h 87"/>
                  <a:gd name="T38" fmla="*/ 46 w 57"/>
                  <a:gd name="T39" fmla="*/ 65 h 87"/>
                  <a:gd name="T40" fmla="*/ 41 w 57"/>
                  <a:gd name="T41" fmla="*/ 68 h 87"/>
                  <a:gd name="T42" fmla="*/ 33 w 57"/>
                  <a:gd name="T43" fmla="*/ 73 h 87"/>
                  <a:gd name="T44" fmla="*/ 27 w 57"/>
                  <a:gd name="T45" fmla="*/ 74 h 87"/>
                  <a:gd name="T46" fmla="*/ 24 w 57"/>
                  <a:gd name="T47" fmla="*/ 72 h 87"/>
                  <a:gd name="T48" fmla="*/ 23 w 57"/>
                  <a:gd name="T49" fmla="*/ 66 h 87"/>
                  <a:gd name="T50" fmla="*/ 25 w 57"/>
                  <a:gd name="T51" fmla="*/ 50 h 87"/>
                  <a:gd name="T52" fmla="*/ 29 w 57"/>
                  <a:gd name="T53" fmla="*/ 37 h 87"/>
                  <a:gd name="T54" fmla="*/ 49 w 57"/>
                  <a:gd name="T55" fmla="*/ 34 h 87"/>
                  <a:gd name="T56" fmla="*/ 57 w 57"/>
                  <a:gd name="T57" fmla="*/ 27 h 87"/>
                  <a:gd name="T58" fmla="*/ 56 w 57"/>
                  <a:gd name="T59" fmla="*/ 24 h 87"/>
                  <a:gd name="T60" fmla="*/ 52 w 57"/>
                  <a:gd name="T61" fmla="*/ 2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7" h="87">
                    <a:moveTo>
                      <a:pt x="52" y="23"/>
                    </a:moveTo>
                    <a:cubicBezTo>
                      <a:pt x="51" y="23"/>
                      <a:pt x="44" y="23"/>
                      <a:pt x="32" y="24"/>
                    </a:cubicBezTo>
                    <a:cubicBezTo>
                      <a:pt x="35" y="13"/>
                      <a:pt x="37" y="7"/>
                      <a:pt x="37" y="7"/>
                    </a:cubicBezTo>
                    <a:cubicBezTo>
                      <a:pt x="37" y="5"/>
                      <a:pt x="36" y="4"/>
                      <a:pt x="35" y="2"/>
                    </a:cubicBezTo>
                    <a:cubicBezTo>
                      <a:pt x="34" y="1"/>
                      <a:pt x="32" y="0"/>
                      <a:pt x="30" y="0"/>
                    </a:cubicBezTo>
                    <a:cubicBezTo>
                      <a:pt x="26" y="0"/>
                      <a:pt x="24" y="3"/>
                      <a:pt x="23" y="7"/>
                    </a:cubicBezTo>
                    <a:cubicBezTo>
                      <a:pt x="21" y="15"/>
                      <a:pt x="19" y="21"/>
                      <a:pt x="18" y="26"/>
                    </a:cubicBezTo>
                    <a:cubicBezTo>
                      <a:pt x="5" y="26"/>
                      <a:pt x="5" y="26"/>
                      <a:pt x="5" y="26"/>
                    </a:cubicBezTo>
                    <a:cubicBezTo>
                      <a:pt x="2" y="26"/>
                      <a:pt x="0" y="28"/>
                      <a:pt x="0" y="31"/>
                    </a:cubicBezTo>
                    <a:cubicBezTo>
                      <a:pt x="0" y="34"/>
                      <a:pt x="1" y="35"/>
                      <a:pt x="3" y="37"/>
                    </a:cubicBezTo>
                    <a:cubicBezTo>
                      <a:pt x="4" y="38"/>
                      <a:pt x="6" y="38"/>
                      <a:pt x="8" y="38"/>
                    </a:cubicBezTo>
                    <a:cubicBezTo>
                      <a:pt x="9" y="38"/>
                      <a:pt x="9" y="38"/>
                      <a:pt x="9" y="38"/>
                    </a:cubicBezTo>
                    <a:cubicBezTo>
                      <a:pt x="10" y="38"/>
                      <a:pt x="12" y="38"/>
                      <a:pt x="14" y="38"/>
                    </a:cubicBezTo>
                    <a:cubicBezTo>
                      <a:pt x="10" y="54"/>
                      <a:pt x="8" y="64"/>
                      <a:pt x="8" y="69"/>
                    </a:cubicBezTo>
                    <a:cubicBezTo>
                      <a:pt x="8" y="75"/>
                      <a:pt x="10" y="79"/>
                      <a:pt x="13" y="82"/>
                    </a:cubicBezTo>
                    <a:cubicBezTo>
                      <a:pt x="15" y="85"/>
                      <a:pt x="19" y="87"/>
                      <a:pt x="24" y="87"/>
                    </a:cubicBezTo>
                    <a:cubicBezTo>
                      <a:pt x="30" y="87"/>
                      <a:pt x="36" y="85"/>
                      <a:pt x="42" y="80"/>
                    </a:cubicBezTo>
                    <a:cubicBezTo>
                      <a:pt x="47" y="76"/>
                      <a:pt x="50" y="72"/>
                      <a:pt x="50" y="69"/>
                    </a:cubicBezTo>
                    <a:cubicBezTo>
                      <a:pt x="50" y="68"/>
                      <a:pt x="49" y="67"/>
                      <a:pt x="49" y="66"/>
                    </a:cubicBezTo>
                    <a:cubicBezTo>
                      <a:pt x="48" y="66"/>
                      <a:pt x="47" y="65"/>
                      <a:pt x="46" y="65"/>
                    </a:cubicBezTo>
                    <a:cubicBezTo>
                      <a:pt x="45" y="65"/>
                      <a:pt x="43" y="66"/>
                      <a:pt x="41" y="68"/>
                    </a:cubicBezTo>
                    <a:cubicBezTo>
                      <a:pt x="38" y="71"/>
                      <a:pt x="35" y="72"/>
                      <a:pt x="33" y="73"/>
                    </a:cubicBezTo>
                    <a:cubicBezTo>
                      <a:pt x="31" y="74"/>
                      <a:pt x="29" y="74"/>
                      <a:pt x="27" y="74"/>
                    </a:cubicBezTo>
                    <a:cubicBezTo>
                      <a:pt x="25" y="74"/>
                      <a:pt x="24" y="74"/>
                      <a:pt x="24" y="72"/>
                    </a:cubicBezTo>
                    <a:cubicBezTo>
                      <a:pt x="23" y="71"/>
                      <a:pt x="23" y="69"/>
                      <a:pt x="23" y="66"/>
                    </a:cubicBezTo>
                    <a:cubicBezTo>
                      <a:pt x="23" y="64"/>
                      <a:pt x="23" y="59"/>
                      <a:pt x="25" y="50"/>
                    </a:cubicBezTo>
                    <a:cubicBezTo>
                      <a:pt x="27" y="41"/>
                      <a:pt x="28" y="37"/>
                      <a:pt x="29" y="37"/>
                    </a:cubicBezTo>
                    <a:cubicBezTo>
                      <a:pt x="49" y="34"/>
                      <a:pt x="49" y="34"/>
                      <a:pt x="49" y="34"/>
                    </a:cubicBezTo>
                    <a:cubicBezTo>
                      <a:pt x="54" y="33"/>
                      <a:pt x="57" y="31"/>
                      <a:pt x="57" y="27"/>
                    </a:cubicBezTo>
                    <a:cubicBezTo>
                      <a:pt x="57" y="25"/>
                      <a:pt x="57" y="24"/>
                      <a:pt x="56" y="24"/>
                    </a:cubicBezTo>
                    <a:cubicBezTo>
                      <a:pt x="56" y="23"/>
                      <a:pt x="54" y="23"/>
                      <a:pt x="52"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449"/>
              <p:cNvSpPr>
                <a:spLocks/>
              </p:cNvSpPr>
              <p:nvPr/>
            </p:nvSpPr>
            <p:spPr bwMode="auto">
              <a:xfrm>
                <a:off x="3925888" y="6357938"/>
                <a:ext cx="61913" cy="92075"/>
              </a:xfrm>
              <a:custGeom>
                <a:avLst/>
                <a:gdLst>
                  <a:gd name="T0" fmla="*/ 26 w 48"/>
                  <a:gd name="T1" fmla="*/ 17 h 71"/>
                  <a:gd name="T2" fmla="*/ 38 w 48"/>
                  <a:gd name="T3" fmla="*/ 13 h 71"/>
                  <a:gd name="T4" fmla="*/ 40 w 48"/>
                  <a:gd name="T5" fmla="*/ 14 h 71"/>
                  <a:gd name="T6" fmla="*/ 42 w 48"/>
                  <a:gd name="T7" fmla="*/ 15 h 71"/>
                  <a:gd name="T8" fmla="*/ 46 w 48"/>
                  <a:gd name="T9" fmla="*/ 13 h 71"/>
                  <a:gd name="T10" fmla="*/ 48 w 48"/>
                  <a:gd name="T11" fmla="*/ 9 h 71"/>
                  <a:gd name="T12" fmla="*/ 39 w 48"/>
                  <a:gd name="T13" fmla="*/ 0 h 71"/>
                  <a:gd name="T14" fmla="*/ 17 w 48"/>
                  <a:gd name="T15" fmla="*/ 8 h 71"/>
                  <a:gd name="T16" fmla="*/ 6 w 48"/>
                  <a:gd name="T17" fmla="*/ 26 h 71"/>
                  <a:gd name="T18" fmla="*/ 9 w 48"/>
                  <a:gd name="T19" fmla="*/ 35 h 71"/>
                  <a:gd name="T20" fmla="*/ 24 w 48"/>
                  <a:gd name="T21" fmla="*/ 45 h 71"/>
                  <a:gd name="T22" fmla="*/ 34 w 48"/>
                  <a:gd name="T23" fmla="*/ 52 h 71"/>
                  <a:gd name="T24" fmla="*/ 26 w 48"/>
                  <a:gd name="T25" fmla="*/ 57 h 71"/>
                  <a:gd name="T26" fmla="*/ 15 w 48"/>
                  <a:gd name="T27" fmla="*/ 58 h 71"/>
                  <a:gd name="T28" fmla="*/ 10 w 48"/>
                  <a:gd name="T29" fmla="*/ 58 h 71"/>
                  <a:gd name="T30" fmla="*/ 7 w 48"/>
                  <a:gd name="T31" fmla="*/ 57 h 71"/>
                  <a:gd name="T32" fmla="*/ 2 w 48"/>
                  <a:gd name="T33" fmla="*/ 59 h 71"/>
                  <a:gd name="T34" fmla="*/ 0 w 48"/>
                  <a:gd name="T35" fmla="*/ 63 h 71"/>
                  <a:gd name="T36" fmla="*/ 10 w 48"/>
                  <a:gd name="T37" fmla="*/ 71 h 71"/>
                  <a:gd name="T38" fmla="*/ 36 w 48"/>
                  <a:gd name="T39" fmla="*/ 65 h 71"/>
                  <a:gd name="T40" fmla="*/ 48 w 48"/>
                  <a:gd name="T41" fmla="*/ 51 h 71"/>
                  <a:gd name="T42" fmla="*/ 44 w 48"/>
                  <a:gd name="T43" fmla="*/ 43 h 71"/>
                  <a:gd name="T44" fmla="*/ 31 w 48"/>
                  <a:gd name="T45" fmla="*/ 34 h 71"/>
                  <a:gd name="T46" fmla="*/ 22 w 48"/>
                  <a:gd name="T47" fmla="*/ 29 h 71"/>
                  <a:gd name="T48" fmla="*/ 20 w 48"/>
                  <a:gd name="T49" fmla="*/ 25 h 71"/>
                  <a:gd name="T50" fmla="*/ 26 w 48"/>
                  <a:gd name="T51" fmla="*/ 1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71">
                    <a:moveTo>
                      <a:pt x="26" y="17"/>
                    </a:moveTo>
                    <a:cubicBezTo>
                      <a:pt x="30" y="14"/>
                      <a:pt x="34" y="13"/>
                      <a:pt x="38" y="13"/>
                    </a:cubicBezTo>
                    <a:cubicBezTo>
                      <a:pt x="38" y="13"/>
                      <a:pt x="39" y="13"/>
                      <a:pt x="40" y="14"/>
                    </a:cubicBezTo>
                    <a:cubicBezTo>
                      <a:pt x="41" y="14"/>
                      <a:pt x="42" y="15"/>
                      <a:pt x="42" y="15"/>
                    </a:cubicBezTo>
                    <a:cubicBezTo>
                      <a:pt x="43" y="15"/>
                      <a:pt x="45" y="14"/>
                      <a:pt x="46" y="13"/>
                    </a:cubicBezTo>
                    <a:cubicBezTo>
                      <a:pt x="48" y="12"/>
                      <a:pt x="48" y="10"/>
                      <a:pt x="48" y="9"/>
                    </a:cubicBezTo>
                    <a:cubicBezTo>
                      <a:pt x="48" y="3"/>
                      <a:pt x="45" y="0"/>
                      <a:pt x="39" y="0"/>
                    </a:cubicBezTo>
                    <a:cubicBezTo>
                      <a:pt x="32" y="0"/>
                      <a:pt x="25" y="3"/>
                      <a:pt x="17" y="8"/>
                    </a:cubicBezTo>
                    <a:cubicBezTo>
                      <a:pt x="9" y="13"/>
                      <a:pt x="6" y="19"/>
                      <a:pt x="6" y="26"/>
                    </a:cubicBezTo>
                    <a:cubicBezTo>
                      <a:pt x="6" y="29"/>
                      <a:pt x="7" y="32"/>
                      <a:pt x="9" y="35"/>
                    </a:cubicBezTo>
                    <a:cubicBezTo>
                      <a:pt x="11" y="38"/>
                      <a:pt x="16" y="41"/>
                      <a:pt x="24" y="45"/>
                    </a:cubicBezTo>
                    <a:cubicBezTo>
                      <a:pt x="31" y="48"/>
                      <a:pt x="34" y="50"/>
                      <a:pt x="34" y="52"/>
                    </a:cubicBezTo>
                    <a:cubicBezTo>
                      <a:pt x="33" y="54"/>
                      <a:pt x="30" y="56"/>
                      <a:pt x="26" y="57"/>
                    </a:cubicBezTo>
                    <a:cubicBezTo>
                      <a:pt x="22" y="58"/>
                      <a:pt x="18" y="58"/>
                      <a:pt x="15" y="58"/>
                    </a:cubicBezTo>
                    <a:cubicBezTo>
                      <a:pt x="13" y="58"/>
                      <a:pt x="12" y="58"/>
                      <a:pt x="10" y="58"/>
                    </a:cubicBezTo>
                    <a:cubicBezTo>
                      <a:pt x="9" y="57"/>
                      <a:pt x="8" y="57"/>
                      <a:pt x="7" y="57"/>
                    </a:cubicBezTo>
                    <a:cubicBezTo>
                      <a:pt x="5" y="57"/>
                      <a:pt x="4" y="57"/>
                      <a:pt x="2" y="59"/>
                    </a:cubicBezTo>
                    <a:cubicBezTo>
                      <a:pt x="1" y="60"/>
                      <a:pt x="0" y="62"/>
                      <a:pt x="0" y="63"/>
                    </a:cubicBezTo>
                    <a:cubicBezTo>
                      <a:pt x="0" y="69"/>
                      <a:pt x="3" y="71"/>
                      <a:pt x="10" y="71"/>
                    </a:cubicBezTo>
                    <a:cubicBezTo>
                      <a:pt x="20" y="71"/>
                      <a:pt x="29" y="69"/>
                      <a:pt x="36" y="65"/>
                    </a:cubicBezTo>
                    <a:cubicBezTo>
                      <a:pt x="44" y="62"/>
                      <a:pt x="48" y="57"/>
                      <a:pt x="48" y="51"/>
                    </a:cubicBezTo>
                    <a:cubicBezTo>
                      <a:pt x="48" y="48"/>
                      <a:pt x="47" y="45"/>
                      <a:pt x="44" y="43"/>
                    </a:cubicBezTo>
                    <a:cubicBezTo>
                      <a:pt x="42" y="40"/>
                      <a:pt x="38" y="37"/>
                      <a:pt x="31" y="34"/>
                    </a:cubicBezTo>
                    <a:cubicBezTo>
                      <a:pt x="27" y="32"/>
                      <a:pt x="24" y="30"/>
                      <a:pt x="22" y="29"/>
                    </a:cubicBezTo>
                    <a:cubicBezTo>
                      <a:pt x="21" y="28"/>
                      <a:pt x="20" y="26"/>
                      <a:pt x="20" y="25"/>
                    </a:cubicBezTo>
                    <a:cubicBezTo>
                      <a:pt x="20" y="22"/>
                      <a:pt x="22" y="19"/>
                      <a:pt x="26"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450"/>
              <p:cNvSpPr>
                <a:spLocks/>
              </p:cNvSpPr>
              <p:nvPr/>
            </p:nvSpPr>
            <p:spPr bwMode="auto">
              <a:xfrm>
                <a:off x="3995738" y="6321425"/>
                <a:ext cx="88900" cy="125413"/>
              </a:xfrm>
              <a:custGeom>
                <a:avLst/>
                <a:gdLst>
                  <a:gd name="T0" fmla="*/ 64 w 69"/>
                  <a:gd name="T1" fmla="*/ 77 h 97"/>
                  <a:gd name="T2" fmla="*/ 61 w 69"/>
                  <a:gd name="T3" fmla="*/ 69 h 97"/>
                  <a:gd name="T4" fmla="*/ 60 w 69"/>
                  <a:gd name="T5" fmla="*/ 58 h 97"/>
                  <a:gd name="T6" fmla="*/ 55 w 69"/>
                  <a:gd name="T7" fmla="*/ 41 h 97"/>
                  <a:gd name="T8" fmla="*/ 47 w 69"/>
                  <a:gd name="T9" fmla="*/ 37 h 97"/>
                  <a:gd name="T10" fmla="*/ 33 w 69"/>
                  <a:gd name="T11" fmla="*/ 44 h 97"/>
                  <a:gd name="T12" fmla="*/ 16 w 69"/>
                  <a:gd name="T13" fmla="*/ 68 h 97"/>
                  <a:gd name="T14" fmla="*/ 20 w 69"/>
                  <a:gd name="T15" fmla="*/ 51 h 97"/>
                  <a:gd name="T16" fmla="*/ 26 w 69"/>
                  <a:gd name="T17" fmla="*/ 24 h 97"/>
                  <a:gd name="T18" fmla="*/ 27 w 69"/>
                  <a:gd name="T19" fmla="*/ 9 h 97"/>
                  <a:gd name="T20" fmla="*/ 25 w 69"/>
                  <a:gd name="T21" fmla="*/ 2 h 97"/>
                  <a:gd name="T22" fmla="*/ 20 w 69"/>
                  <a:gd name="T23" fmla="*/ 0 h 97"/>
                  <a:gd name="T24" fmla="*/ 15 w 69"/>
                  <a:gd name="T25" fmla="*/ 3 h 97"/>
                  <a:gd name="T26" fmla="*/ 11 w 69"/>
                  <a:gd name="T27" fmla="*/ 15 h 97"/>
                  <a:gd name="T28" fmla="*/ 2 w 69"/>
                  <a:gd name="T29" fmla="*/ 81 h 97"/>
                  <a:gd name="T30" fmla="*/ 0 w 69"/>
                  <a:gd name="T31" fmla="*/ 91 h 97"/>
                  <a:gd name="T32" fmla="*/ 2 w 69"/>
                  <a:gd name="T33" fmla="*/ 96 h 97"/>
                  <a:gd name="T34" fmla="*/ 8 w 69"/>
                  <a:gd name="T35" fmla="*/ 97 h 97"/>
                  <a:gd name="T36" fmla="*/ 12 w 69"/>
                  <a:gd name="T37" fmla="*/ 95 h 97"/>
                  <a:gd name="T38" fmla="*/ 16 w 69"/>
                  <a:gd name="T39" fmla="*/ 88 h 97"/>
                  <a:gd name="T40" fmla="*/ 30 w 69"/>
                  <a:gd name="T41" fmla="*/ 66 h 97"/>
                  <a:gd name="T42" fmla="*/ 43 w 69"/>
                  <a:gd name="T43" fmla="*/ 53 h 97"/>
                  <a:gd name="T44" fmla="*/ 46 w 69"/>
                  <a:gd name="T45" fmla="*/ 56 h 97"/>
                  <a:gd name="T46" fmla="*/ 48 w 69"/>
                  <a:gd name="T47" fmla="*/ 72 h 97"/>
                  <a:gd name="T48" fmla="*/ 53 w 69"/>
                  <a:gd name="T49" fmla="*/ 87 h 97"/>
                  <a:gd name="T50" fmla="*/ 62 w 69"/>
                  <a:gd name="T51" fmla="*/ 93 h 97"/>
                  <a:gd name="T52" fmla="*/ 67 w 69"/>
                  <a:gd name="T53" fmla="*/ 91 h 97"/>
                  <a:gd name="T54" fmla="*/ 69 w 69"/>
                  <a:gd name="T55" fmla="*/ 87 h 97"/>
                  <a:gd name="T56" fmla="*/ 67 w 69"/>
                  <a:gd name="T57" fmla="*/ 83 h 97"/>
                  <a:gd name="T58" fmla="*/ 64 w 69"/>
                  <a:gd name="T59" fmla="*/ 7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9" h="97">
                    <a:moveTo>
                      <a:pt x="64" y="77"/>
                    </a:moveTo>
                    <a:cubicBezTo>
                      <a:pt x="63" y="75"/>
                      <a:pt x="62" y="72"/>
                      <a:pt x="61" y="69"/>
                    </a:cubicBezTo>
                    <a:cubicBezTo>
                      <a:pt x="61" y="67"/>
                      <a:pt x="60" y="63"/>
                      <a:pt x="60" y="58"/>
                    </a:cubicBezTo>
                    <a:cubicBezTo>
                      <a:pt x="59" y="49"/>
                      <a:pt x="57" y="43"/>
                      <a:pt x="55" y="41"/>
                    </a:cubicBezTo>
                    <a:cubicBezTo>
                      <a:pt x="53" y="39"/>
                      <a:pt x="50" y="37"/>
                      <a:pt x="47" y="37"/>
                    </a:cubicBezTo>
                    <a:cubicBezTo>
                      <a:pt x="42" y="37"/>
                      <a:pt x="37" y="40"/>
                      <a:pt x="33" y="44"/>
                    </a:cubicBezTo>
                    <a:cubicBezTo>
                      <a:pt x="28" y="48"/>
                      <a:pt x="22" y="56"/>
                      <a:pt x="16" y="68"/>
                    </a:cubicBezTo>
                    <a:cubicBezTo>
                      <a:pt x="17" y="64"/>
                      <a:pt x="18" y="58"/>
                      <a:pt x="20" y="51"/>
                    </a:cubicBezTo>
                    <a:cubicBezTo>
                      <a:pt x="23" y="38"/>
                      <a:pt x="25" y="29"/>
                      <a:pt x="26" y="24"/>
                    </a:cubicBezTo>
                    <a:cubicBezTo>
                      <a:pt x="27" y="18"/>
                      <a:pt x="27" y="13"/>
                      <a:pt x="27" y="9"/>
                    </a:cubicBezTo>
                    <a:cubicBezTo>
                      <a:pt x="27" y="6"/>
                      <a:pt x="26" y="4"/>
                      <a:pt x="25" y="2"/>
                    </a:cubicBezTo>
                    <a:cubicBezTo>
                      <a:pt x="23" y="1"/>
                      <a:pt x="22" y="0"/>
                      <a:pt x="20" y="0"/>
                    </a:cubicBezTo>
                    <a:cubicBezTo>
                      <a:pt x="18" y="0"/>
                      <a:pt x="17" y="1"/>
                      <a:pt x="15" y="3"/>
                    </a:cubicBezTo>
                    <a:cubicBezTo>
                      <a:pt x="13" y="5"/>
                      <a:pt x="12" y="9"/>
                      <a:pt x="11" y="15"/>
                    </a:cubicBezTo>
                    <a:cubicBezTo>
                      <a:pt x="9" y="38"/>
                      <a:pt x="6" y="60"/>
                      <a:pt x="2" y="81"/>
                    </a:cubicBezTo>
                    <a:cubicBezTo>
                      <a:pt x="1" y="86"/>
                      <a:pt x="0" y="90"/>
                      <a:pt x="0" y="91"/>
                    </a:cubicBezTo>
                    <a:cubicBezTo>
                      <a:pt x="0" y="93"/>
                      <a:pt x="1" y="94"/>
                      <a:pt x="2" y="96"/>
                    </a:cubicBezTo>
                    <a:cubicBezTo>
                      <a:pt x="4" y="97"/>
                      <a:pt x="6" y="97"/>
                      <a:pt x="8" y="97"/>
                    </a:cubicBezTo>
                    <a:cubicBezTo>
                      <a:pt x="9" y="97"/>
                      <a:pt x="11" y="97"/>
                      <a:pt x="12" y="95"/>
                    </a:cubicBezTo>
                    <a:cubicBezTo>
                      <a:pt x="13" y="94"/>
                      <a:pt x="14" y="92"/>
                      <a:pt x="16" y="88"/>
                    </a:cubicBezTo>
                    <a:cubicBezTo>
                      <a:pt x="19" y="82"/>
                      <a:pt x="23" y="75"/>
                      <a:pt x="30" y="66"/>
                    </a:cubicBezTo>
                    <a:cubicBezTo>
                      <a:pt x="36" y="57"/>
                      <a:pt x="40" y="53"/>
                      <a:pt x="43" y="53"/>
                    </a:cubicBezTo>
                    <a:cubicBezTo>
                      <a:pt x="44" y="53"/>
                      <a:pt x="46" y="54"/>
                      <a:pt x="46" y="56"/>
                    </a:cubicBezTo>
                    <a:cubicBezTo>
                      <a:pt x="47" y="58"/>
                      <a:pt x="48" y="63"/>
                      <a:pt x="48" y="72"/>
                    </a:cubicBezTo>
                    <a:cubicBezTo>
                      <a:pt x="49" y="78"/>
                      <a:pt x="50" y="83"/>
                      <a:pt x="53" y="87"/>
                    </a:cubicBezTo>
                    <a:cubicBezTo>
                      <a:pt x="56" y="91"/>
                      <a:pt x="59" y="93"/>
                      <a:pt x="62" y="93"/>
                    </a:cubicBezTo>
                    <a:cubicBezTo>
                      <a:pt x="64" y="93"/>
                      <a:pt x="65" y="92"/>
                      <a:pt x="67" y="91"/>
                    </a:cubicBezTo>
                    <a:cubicBezTo>
                      <a:pt x="68" y="90"/>
                      <a:pt x="69" y="89"/>
                      <a:pt x="69" y="87"/>
                    </a:cubicBezTo>
                    <a:cubicBezTo>
                      <a:pt x="69" y="86"/>
                      <a:pt x="68" y="84"/>
                      <a:pt x="67" y="83"/>
                    </a:cubicBezTo>
                    <a:cubicBezTo>
                      <a:pt x="66" y="81"/>
                      <a:pt x="64" y="79"/>
                      <a:pt x="64"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451"/>
              <p:cNvSpPr>
                <a:spLocks noEditPoints="1"/>
              </p:cNvSpPr>
              <p:nvPr/>
            </p:nvSpPr>
            <p:spPr bwMode="auto">
              <a:xfrm>
                <a:off x="4090988" y="6361113"/>
                <a:ext cx="79375" cy="87313"/>
              </a:xfrm>
              <a:custGeom>
                <a:avLst/>
                <a:gdLst>
                  <a:gd name="T0" fmla="*/ 59 w 62"/>
                  <a:gd name="T1" fmla="*/ 57 h 67"/>
                  <a:gd name="T2" fmla="*/ 57 w 62"/>
                  <a:gd name="T3" fmla="*/ 55 h 67"/>
                  <a:gd name="T4" fmla="*/ 55 w 62"/>
                  <a:gd name="T5" fmla="*/ 51 h 67"/>
                  <a:gd name="T6" fmla="*/ 54 w 62"/>
                  <a:gd name="T7" fmla="*/ 40 h 67"/>
                  <a:gd name="T8" fmla="*/ 56 w 62"/>
                  <a:gd name="T9" fmla="*/ 21 h 67"/>
                  <a:gd name="T10" fmla="*/ 58 w 62"/>
                  <a:gd name="T11" fmla="*/ 12 h 67"/>
                  <a:gd name="T12" fmla="*/ 51 w 62"/>
                  <a:gd name="T13" fmla="*/ 7 h 67"/>
                  <a:gd name="T14" fmla="*/ 42 w 62"/>
                  <a:gd name="T15" fmla="*/ 0 h 67"/>
                  <a:gd name="T16" fmla="*/ 14 w 62"/>
                  <a:gd name="T17" fmla="*/ 18 h 67"/>
                  <a:gd name="T18" fmla="*/ 0 w 62"/>
                  <a:gd name="T19" fmla="*/ 50 h 67"/>
                  <a:gd name="T20" fmla="*/ 4 w 62"/>
                  <a:gd name="T21" fmla="*/ 61 h 67"/>
                  <a:gd name="T22" fmla="*/ 13 w 62"/>
                  <a:gd name="T23" fmla="*/ 65 h 67"/>
                  <a:gd name="T24" fmla="*/ 43 w 62"/>
                  <a:gd name="T25" fmla="*/ 45 h 67"/>
                  <a:gd name="T26" fmla="*/ 52 w 62"/>
                  <a:gd name="T27" fmla="*/ 67 h 67"/>
                  <a:gd name="T28" fmla="*/ 59 w 62"/>
                  <a:gd name="T29" fmla="*/ 65 h 67"/>
                  <a:gd name="T30" fmla="*/ 62 w 62"/>
                  <a:gd name="T31" fmla="*/ 60 h 67"/>
                  <a:gd name="T32" fmla="*/ 59 w 62"/>
                  <a:gd name="T33" fmla="*/ 57 h 67"/>
                  <a:gd name="T34" fmla="*/ 33 w 62"/>
                  <a:gd name="T35" fmla="*/ 40 h 67"/>
                  <a:gd name="T36" fmla="*/ 17 w 62"/>
                  <a:gd name="T37" fmla="*/ 52 h 67"/>
                  <a:gd name="T38" fmla="*/ 15 w 62"/>
                  <a:gd name="T39" fmla="*/ 48 h 67"/>
                  <a:gd name="T40" fmla="*/ 24 w 62"/>
                  <a:gd name="T41" fmla="*/ 26 h 67"/>
                  <a:gd name="T42" fmla="*/ 39 w 62"/>
                  <a:gd name="T43" fmla="*/ 13 h 67"/>
                  <a:gd name="T44" fmla="*/ 42 w 62"/>
                  <a:gd name="T45" fmla="*/ 14 h 67"/>
                  <a:gd name="T46" fmla="*/ 43 w 62"/>
                  <a:gd name="T47" fmla="*/ 19 h 67"/>
                  <a:gd name="T48" fmla="*/ 33 w 62"/>
                  <a:gd name="T49" fmla="*/ 4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2" h="67">
                    <a:moveTo>
                      <a:pt x="59" y="57"/>
                    </a:moveTo>
                    <a:cubicBezTo>
                      <a:pt x="58" y="56"/>
                      <a:pt x="57" y="55"/>
                      <a:pt x="57" y="55"/>
                    </a:cubicBezTo>
                    <a:cubicBezTo>
                      <a:pt x="56" y="54"/>
                      <a:pt x="56" y="53"/>
                      <a:pt x="55" y="51"/>
                    </a:cubicBezTo>
                    <a:cubicBezTo>
                      <a:pt x="54" y="49"/>
                      <a:pt x="54" y="45"/>
                      <a:pt x="54" y="40"/>
                    </a:cubicBezTo>
                    <a:cubicBezTo>
                      <a:pt x="54" y="36"/>
                      <a:pt x="55" y="29"/>
                      <a:pt x="56" y="21"/>
                    </a:cubicBezTo>
                    <a:cubicBezTo>
                      <a:pt x="57" y="17"/>
                      <a:pt x="58" y="14"/>
                      <a:pt x="58" y="12"/>
                    </a:cubicBezTo>
                    <a:cubicBezTo>
                      <a:pt x="58" y="9"/>
                      <a:pt x="55" y="7"/>
                      <a:pt x="51" y="7"/>
                    </a:cubicBezTo>
                    <a:cubicBezTo>
                      <a:pt x="50" y="3"/>
                      <a:pt x="46" y="0"/>
                      <a:pt x="42" y="0"/>
                    </a:cubicBezTo>
                    <a:cubicBezTo>
                      <a:pt x="32" y="0"/>
                      <a:pt x="23" y="6"/>
                      <a:pt x="14" y="18"/>
                    </a:cubicBezTo>
                    <a:cubicBezTo>
                      <a:pt x="5" y="29"/>
                      <a:pt x="0" y="40"/>
                      <a:pt x="0" y="50"/>
                    </a:cubicBezTo>
                    <a:cubicBezTo>
                      <a:pt x="0" y="54"/>
                      <a:pt x="2" y="58"/>
                      <a:pt x="4" y="61"/>
                    </a:cubicBezTo>
                    <a:cubicBezTo>
                      <a:pt x="7" y="63"/>
                      <a:pt x="10" y="65"/>
                      <a:pt x="13" y="65"/>
                    </a:cubicBezTo>
                    <a:cubicBezTo>
                      <a:pt x="23" y="65"/>
                      <a:pt x="32" y="58"/>
                      <a:pt x="43" y="45"/>
                    </a:cubicBezTo>
                    <a:cubicBezTo>
                      <a:pt x="42" y="59"/>
                      <a:pt x="45" y="67"/>
                      <a:pt x="52" y="67"/>
                    </a:cubicBezTo>
                    <a:cubicBezTo>
                      <a:pt x="55" y="67"/>
                      <a:pt x="57" y="66"/>
                      <a:pt x="59" y="65"/>
                    </a:cubicBezTo>
                    <a:cubicBezTo>
                      <a:pt x="61" y="63"/>
                      <a:pt x="62" y="62"/>
                      <a:pt x="62" y="60"/>
                    </a:cubicBezTo>
                    <a:cubicBezTo>
                      <a:pt x="62" y="58"/>
                      <a:pt x="61" y="57"/>
                      <a:pt x="59" y="57"/>
                    </a:cubicBezTo>
                    <a:close/>
                    <a:moveTo>
                      <a:pt x="33" y="40"/>
                    </a:moveTo>
                    <a:cubicBezTo>
                      <a:pt x="27" y="48"/>
                      <a:pt x="21" y="52"/>
                      <a:pt x="17" y="52"/>
                    </a:cubicBezTo>
                    <a:cubicBezTo>
                      <a:pt x="15" y="52"/>
                      <a:pt x="15" y="51"/>
                      <a:pt x="15" y="48"/>
                    </a:cubicBezTo>
                    <a:cubicBezTo>
                      <a:pt x="15" y="41"/>
                      <a:pt x="18" y="34"/>
                      <a:pt x="24" y="26"/>
                    </a:cubicBezTo>
                    <a:cubicBezTo>
                      <a:pt x="30" y="17"/>
                      <a:pt x="35" y="13"/>
                      <a:pt x="39" y="13"/>
                    </a:cubicBezTo>
                    <a:cubicBezTo>
                      <a:pt x="40" y="13"/>
                      <a:pt x="41" y="13"/>
                      <a:pt x="42" y="14"/>
                    </a:cubicBezTo>
                    <a:cubicBezTo>
                      <a:pt x="43" y="15"/>
                      <a:pt x="43" y="17"/>
                      <a:pt x="43" y="19"/>
                    </a:cubicBezTo>
                    <a:cubicBezTo>
                      <a:pt x="43" y="25"/>
                      <a:pt x="40" y="32"/>
                      <a:pt x="33"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452"/>
              <p:cNvSpPr>
                <a:spLocks/>
              </p:cNvSpPr>
              <p:nvPr/>
            </p:nvSpPr>
            <p:spPr bwMode="auto">
              <a:xfrm>
                <a:off x="4183063" y="6319838"/>
                <a:ext cx="82550" cy="130175"/>
              </a:xfrm>
              <a:custGeom>
                <a:avLst/>
                <a:gdLst>
                  <a:gd name="T0" fmla="*/ 61 w 64"/>
                  <a:gd name="T1" fmla="*/ 87 h 100"/>
                  <a:gd name="T2" fmla="*/ 58 w 64"/>
                  <a:gd name="T3" fmla="*/ 87 h 100"/>
                  <a:gd name="T4" fmla="*/ 51 w 64"/>
                  <a:gd name="T5" fmla="*/ 84 h 100"/>
                  <a:gd name="T6" fmla="*/ 40 w 64"/>
                  <a:gd name="T7" fmla="*/ 74 h 100"/>
                  <a:gd name="T8" fmla="*/ 33 w 64"/>
                  <a:gd name="T9" fmla="*/ 65 h 100"/>
                  <a:gd name="T10" fmla="*/ 35 w 64"/>
                  <a:gd name="T11" fmla="*/ 63 h 100"/>
                  <a:gd name="T12" fmla="*/ 42 w 64"/>
                  <a:gd name="T13" fmla="*/ 57 h 100"/>
                  <a:gd name="T14" fmla="*/ 50 w 64"/>
                  <a:gd name="T15" fmla="*/ 51 h 100"/>
                  <a:gd name="T16" fmla="*/ 55 w 64"/>
                  <a:gd name="T17" fmla="*/ 48 h 100"/>
                  <a:gd name="T18" fmla="*/ 55 w 64"/>
                  <a:gd name="T19" fmla="*/ 48 h 100"/>
                  <a:gd name="T20" fmla="*/ 55 w 64"/>
                  <a:gd name="T21" fmla="*/ 48 h 100"/>
                  <a:gd name="T22" fmla="*/ 61 w 64"/>
                  <a:gd name="T23" fmla="*/ 39 h 100"/>
                  <a:gd name="T24" fmla="*/ 55 w 64"/>
                  <a:gd name="T25" fmla="*/ 34 h 100"/>
                  <a:gd name="T26" fmla="*/ 35 w 64"/>
                  <a:gd name="T27" fmla="*/ 47 h 100"/>
                  <a:gd name="T28" fmla="*/ 17 w 64"/>
                  <a:gd name="T29" fmla="*/ 63 h 100"/>
                  <a:gd name="T30" fmla="*/ 20 w 64"/>
                  <a:gd name="T31" fmla="*/ 44 h 100"/>
                  <a:gd name="T32" fmla="*/ 20 w 64"/>
                  <a:gd name="T33" fmla="*/ 44 h 100"/>
                  <a:gd name="T34" fmla="*/ 21 w 64"/>
                  <a:gd name="T35" fmla="*/ 36 h 100"/>
                  <a:gd name="T36" fmla="*/ 26 w 64"/>
                  <a:gd name="T37" fmla="*/ 7 h 100"/>
                  <a:gd name="T38" fmla="*/ 24 w 64"/>
                  <a:gd name="T39" fmla="*/ 2 h 100"/>
                  <a:gd name="T40" fmla="*/ 20 w 64"/>
                  <a:gd name="T41" fmla="*/ 0 h 100"/>
                  <a:gd name="T42" fmla="*/ 15 w 64"/>
                  <a:gd name="T43" fmla="*/ 2 h 100"/>
                  <a:gd name="T44" fmla="*/ 12 w 64"/>
                  <a:gd name="T45" fmla="*/ 7 h 100"/>
                  <a:gd name="T46" fmla="*/ 9 w 64"/>
                  <a:gd name="T47" fmla="*/ 20 h 100"/>
                  <a:gd name="T48" fmla="*/ 6 w 64"/>
                  <a:gd name="T49" fmla="*/ 48 h 100"/>
                  <a:gd name="T50" fmla="*/ 2 w 64"/>
                  <a:gd name="T51" fmla="*/ 85 h 100"/>
                  <a:gd name="T52" fmla="*/ 0 w 64"/>
                  <a:gd name="T53" fmla="*/ 94 h 100"/>
                  <a:gd name="T54" fmla="*/ 2 w 64"/>
                  <a:gd name="T55" fmla="*/ 98 h 100"/>
                  <a:gd name="T56" fmla="*/ 7 w 64"/>
                  <a:gd name="T57" fmla="*/ 100 h 100"/>
                  <a:gd name="T58" fmla="*/ 13 w 64"/>
                  <a:gd name="T59" fmla="*/ 97 h 100"/>
                  <a:gd name="T60" fmla="*/ 15 w 64"/>
                  <a:gd name="T61" fmla="*/ 91 h 100"/>
                  <a:gd name="T62" fmla="*/ 16 w 64"/>
                  <a:gd name="T63" fmla="*/ 78 h 100"/>
                  <a:gd name="T64" fmla="*/ 16 w 64"/>
                  <a:gd name="T65" fmla="*/ 78 h 100"/>
                  <a:gd name="T66" fmla="*/ 19 w 64"/>
                  <a:gd name="T67" fmla="*/ 75 h 100"/>
                  <a:gd name="T68" fmla="*/ 21 w 64"/>
                  <a:gd name="T69" fmla="*/ 73 h 100"/>
                  <a:gd name="T70" fmla="*/ 29 w 64"/>
                  <a:gd name="T71" fmla="*/ 82 h 100"/>
                  <a:gd name="T72" fmla="*/ 42 w 64"/>
                  <a:gd name="T73" fmla="*/ 96 h 100"/>
                  <a:gd name="T74" fmla="*/ 51 w 64"/>
                  <a:gd name="T75" fmla="*/ 99 h 100"/>
                  <a:gd name="T76" fmla="*/ 61 w 64"/>
                  <a:gd name="T77" fmla="*/ 96 h 100"/>
                  <a:gd name="T78" fmla="*/ 64 w 64"/>
                  <a:gd name="T79" fmla="*/ 90 h 100"/>
                  <a:gd name="T80" fmla="*/ 63 w 64"/>
                  <a:gd name="T81" fmla="*/ 88 h 100"/>
                  <a:gd name="T82" fmla="*/ 61 w 64"/>
                  <a:gd name="T83" fmla="*/ 8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4" h="100">
                    <a:moveTo>
                      <a:pt x="61" y="87"/>
                    </a:moveTo>
                    <a:cubicBezTo>
                      <a:pt x="58" y="87"/>
                      <a:pt x="58" y="87"/>
                      <a:pt x="58" y="87"/>
                    </a:cubicBezTo>
                    <a:cubicBezTo>
                      <a:pt x="56" y="87"/>
                      <a:pt x="53" y="86"/>
                      <a:pt x="51" y="84"/>
                    </a:cubicBezTo>
                    <a:cubicBezTo>
                      <a:pt x="48" y="82"/>
                      <a:pt x="44" y="78"/>
                      <a:pt x="40" y="74"/>
                    </a:cubicBezTo>
                    <a:cubicBezTo>
                      <a:pt x="35" y="69"/>
                      <a:pt x="33" y="66"/>
                      <a:pt x="33" y="65"/>
                    </a:cubicBezTo>
                    <a:cubicBezTo>
                      <a:pt x="33" y="65"/>
                      <a:pt x="34" y="64"/>
                      <a:pt x="35" y="63"/>
                    </a:cubicBezTo>
                    <a:cubicBezTo>
                      <a:pt x="37" y="61"/>
                      <a:pt x="39" y="59"/>
                      <a:pt x="42" y="57"/>
                    </a:cubicBezTo>
                    <a:cubicBezTo>
                      <a:pt x="44" y="55"/>
                      <a:pt x="47" y="53"/>
                      <a:pt x="50" y="51"/>
                    </a:cubicBezTo>
                    <a:cubicBezTo>
                      <a:pt x="51" y="50"/>
                      <a:pt x="53" y="49"/>
                      <a:pt x="55" y="48"/>
                    </a:cubicBezTo>
                    <a:cubicBezTo>
                      <a:pt x="55" y="48"/>
                      <a:pt x="55" y="48"/>
                      <a:pt x="55" y="48"/>
                    </a:cubicBezTo>
                    <a:cubicBezTo>
                      <a:pt x="55" y="48"/>
                      <a:pt x="55" y="48"/>
                      <a:pt x="55" y="48"/>
                    </a:cubicBezTo>
                    <a:cubicBezTo>
                      <a:pt x="59" y="46"/>
                      <a:pt x="61" y="43"/>
                      <a:pt x="61" y="39"/>
                    </a:cubicBezTo>
                    <a:cubicBezTo>
                      <a:pt x="61" y="36"/>
                      <a:pt x="59" y="34"/>
                      <a:pt x="55" y="34"/>
                    </a:cubicBezTo>
                    <a:cubicBezTo>
                      <a:pt x="51" y="34"/>
                      <a:pt x="44" y="38"/>
                      <a:pt x="35" y="47"/>
                    </a:cubicBezTo>
                    <a:cubicBezTo>
                      <a:pt x="17" y="63"/>
                      <a:pt x="17" y="63"/>
                      <a:pt x="17" y="63"/>
                    </a:cubicBezTo>
                    <a:cubicBezTo>
                      <a:pt x="17" y="61"/>
                      <a:pt x="18" y="55"/>
                      <a:pt x="20" y="44"/>
                    </a:cubicBezTo>
                    <a:cubicBezTo>
                      <a:pt x="20" y="44"/>
                      <a:pt x="20" y="44"/>
                      <a:pt x="20" y="44"/>
                    </a:cubicBezTo>
                    <a:cubicBezTo>
                      <a:pt x="21" y="36"/>
                      <a:pt x="21" y="36"/>
                      <a:pt x="21" y="36"/>
                    </a:cubicBezTo>
                    <a:cubicBezTo>
                      <a:pt x="24" y="19"/>
                      <a:pt x="26" y="9"/>
                      <a:pt x="26" y="7"/>
                    </a:cubicBezTo>
                    <a:cubicBezTo>
                      <a:pt x="26" y="5"/>
                      <a:pt x="25" y="3"/>
                      <a:pt x="24" y="2"/>
                    </a:cubicBezTo>
                    <a:cubicBezTo>
                      <a:pt x="23" y="0"/>
                      <a:pt x="22" y="0"/>
                      <a:pt x="20" y="0"/>
                    </a:cubicBezTo>
                    <a:cubicBezTo>
                      <a:pt x="19" y="0"/>
                      <a:pt x="17" y="0"/>
                      <a:pt x="15" y="2"/>
                    </a:cubicBezTo>
                    <a:cubicBezTo>
                      <a:pt x="14" y="3"/>
                      <a:pt x="13" y="4"/>
                      <a:pt x="12" y="7"/>
                    </a:cubicBezTo>
                    <a:cubicBezTo>
                      <a:pt x="11" y="9"/>
                      <a:pt x="10" y="13"/>
                      <a:pt x="9" y="20"/>
                    </a:cubicBezTo>
                    <a:cubicBezTo>
                      <a:pt x="9" y="27"/>
                      <a:pt x="7" y="36"/>
                      <a:pt x="6" y="48"/>
                    </a:cubicBezTo>
                    <a:cubicBezTo>
                      <a:pt x="5" y="63"/>
                      <a:pt x="3" y="75"/>
                      <a:pt x="2" y="85"/>
                    </a:cubicBezTo>
                    <a:cubicBezTo>
                      <a:pt x="1" y="89"/>
                      <a:pt x="0" y="92"/>
                      <a:pt x="0" y="94"/>
                    </a:cubicBezTo>
                    <a:cubicBezTo>
                      <a:pt x="0" y="95"/>
                      <a:pt x="1" y="96"/>
                      <a:pt x="2" y="98"/>
                    </a:cubicBezTo>
                    <a:cubicBezTo>
                      <a:pt x="3" y="99"/>
                      <a:pt x="5" y="100"/>
                      <a:pt x="7" y="100"/>
                    </a:cubicBezTo>
                    <a:cubicBezTo>
                      <a:pt x="10" y="100"/>
                      <a:pt x="11" y="99"/>
                      <a:pt x="13" y="97"/>
                    </a:cubicBezTo>
                    <a:cubicBezTo>
                      <a:pt x="14" y="96"/>
                      <a:pt x="15" y="93"/>
                      <a:pt x="15" y="91"/>
                    </a:cubicBezTo>
                    <a:cubicBezTo>
                      <a:pt x="15" y="86"/>
                      <a:pt x="16" y="82"/>
                      <a:pt x="16" y="78"/>
                    </a:cubicBezTo>
                    <a:cubicBezTo>
                      <a:pt x="16" y="78"/>
                      <a:pt x="16" y="78"/>
                      <a:pt x="16" y="78"/>
                    </a:cubicBezTo>
                    <a:cubicBezTo>
                      <a:pt x="17" y="78"/>
                      <a:pt x="17" y="76"/>
                      <a:pt x="19" y="75"/>
                    </a:cubicBezTo>
                    <a:cubicBezTo>
                      <a:pt x="20" y="74"/>
                      <a:pt x="21" y="73"/>
                      <a:pt x="21" y="73"/>
                    </a:cubicBezTo>
                    <a:cubicBezTo>
                      <a:pt x="22" y="73"/>
                      <a:pt x="24" y="76"/>
                      <a:pt x="29" y="82"/>
                    </a:cubicBezTo>
                    <a:cubicBezTo>
                      <a:pt x="35" y="89"/>
                      <a:pt x="40" y="94"/>
                      <a:pt x="42" y="96"/>
                    </a:cubicBezTo>
                    <a:cubicBezTo>
                      <a:pt x="45" y="98"/>
                      <a:pt x="48" y="99"/>
                      <a:pt x="51" y="99"/>
                    </a:cubicBezTo>
                    <a:cubicBezTo>
                      <a:pt x="56" y="99"/>
                      <a:pt x="59" y="98"/>
                      <a:pt x="61" y="96"/>
                    </a:cubicBezTo>
                    <a:cubicBezTo>
                      <a:pt x="63" y="94"/>
                      <a:pt x="64" y="92"/>
                      <a:pt x="64" y="90"/>
                    </a:cubicBezTo>
                    <a:cubicBezTo>
                      <a:pt x="64" y="89"/>
                      <a:pt x="64" y="88"/>
                      <a:pt x="63" y="88"/>
                    </a:cubicBezTo>
                    <a:cubicBezTo>
                      <a:pt x="63" y="87"/>
                      <a:pt x="62" y="87"/>
                      <a:pt x="61"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453"/>
              <p:cNvSpPr>
                <a:spLocks noEditPoints="1"/>
              </p:cNvSpPr>
              <p:nvPr/>
            </p:nvSpPr>
            <p:spPr bwMode="auto">
              <a:xfrm>
                <a:off x="4271963" y="6361113"/>
                <a:ext cx="69850" cy="87313"/>
              </a:xfrm>
              <a:custGeom>
                <a:avLst/>
                <a:gdLst>
                  <a:gd name="T0" fmla="*/ 51 w 54"/>
                  <a:gd name="T1" fmla="*/ 41 h 68"/>
                  <a:gd name="T2" fmla="*/ 46 w 54"/>
                  <a:gd name="T3" fmla="*/ 44 h 68"/>
                  <a:gd name="T4" fmla="*/ 23 w 54"/>
                  <a:gd name="T5" fmla="*/ 56 h 68"/>
                  <a:gd name="T6" fmla="*/ 17 w 54"/>
                  <a:gd name="T7" fmla="*/ 53 h 68"/>
                  <a:gd name="T8" fmla="*/ 14 w 54"/>
                  <a:gd name="T9" fmla="*/ 48 h 68"/>
                  <a:gd name="T10" fmla="*/ 16 w 54"/>
                  <a:gd name="T11" fmla="*/ 46 h 68"/>
                  <a:gd name="T12" fmla="*/ 41 w 54"/>
                  <a:gd name="T13" fmla="*/ 33 h 68"/>
                  <a:gd name="T14" fmla="*/ 50 w 54"/>
                  <a:gd name="T15" fmla="*/ 14 h 68"/>
                  <a:gd name="T16" fmla="*/ 46 w 54"/>
                  <a:gd name="T17" fmla="*/ 4 h 68"/>
                  <a:gd name="T18" fmla="*/ 36 w 54"/>
                  <a:gd name="T19" fmla="*/ 0 h 68"/>
                  <a:gd name="T20" fmla="*/ 12 w 54"/>
                  <a:gd name="T21" fmla="*/ 14 h 68"/>
                  <a:gd name="T22" fmla="*/ 0 w 54"/>
                  <a:gd name="T23" fmla="*/ 45 h 68"/>
                  <a:gd name="T24" fmla="*/ 6 w 54"/>
                  <a:gd name="T25" fmla="*/ 62 h 68"/>
                  <a:gd name="T26" fmla="*/ 21 w 54"/>
                  <a:gd name="T27" fmla="*/ 68 h 68"/>
                  <a:gd name="T28" fmla="*/ 44 w 54"/>
                  <a:gd name="T29" fmla="*/ 60 h 68"/>
                  <a:gd name="T30" fmla="*/ 54 w 54"/>
                  <a:gd name="T31" fmla="*/ 45 h 68"/>
                  <a:gd name="T32" fmla="*/ 51 w 54"/>
                  <a:gd name="T33" fmla="*/ 41 h 68"/>
                  <a:gd name="T34" fmla="*/ 23 w 54"/>
                  <a:gd name="T35" fmla="*/ 19 h 68"/>
                  <a:gd name="T36" fmla="*/ 35 w 54"/>
                  <a:gd name="T37" fmla="*/ 12 h 68"/>
                  <a:gd name="T38" fmla="*/ 37 w 54"/>
                  <a:gd name="T39" fmla="*/ 13 h 68"/>
                  <a:gd name="T40" fmla="*/ 38 w 54"/>
                  <a:gd name="T41" fmla="*/ 16 h 68"/>
                  <a:gd name="T42" fmla="*/ 31 w 54"/>
                  <a:gd name="T43" fmla="*/ 27 h 68"/>
                  <a:gd name="T44" fmla="*/ 15 w 54"/>
                  <a:gd name="T45" fmla="*/ 35 h 68"/>
                  <a:gd name="T46" fmla="*/ 23 w 54"/>
                  <a:gd name="T47" fmla="*/ 1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 h="68">
                    <a:moveTo>
                      <a:pt x="51" y="41"/>
                    </a:moveTo>
                    <a:cubicBezTo>
                      <a:pt x="49" y="41"/>
                      <a:pt x="48" y="42"/>
                      <a:pt x="46" y="44"/>
                    </a:cubicBezTo>
                    <a:cubicBezTo>
                      <a:pt x="39" y="52"/>
                      <a:pt x="31" y="56"/>
                      <a:pt x="23" y="56"/>
                    </a:cubicBezTo>
                    <a:cubicBezTo>
                      <a:pt x="21" y="56"/>
                      <a:pt x="18" y="55"/>
                      <a:pt x="17" y="53"/>
                    </a:cubicBezTo>
                    <a:cubicBezTo>
                      <a:pt x="15" y="51"/>
                      <a:pt x="14" y="50"/>
                      <a:pt x="14" y="48"/>
                    </a:cubicBezTo>
                    <a:cubicBezTo>
                      <a:pt x="14" y="47"/>
                      <a:pt x="15" y="46"/>
                      <a:pt x="16" y="46"/>
                    </a:cubicBezTo>
                    <a:cubicBezTo>
                      <a:pt x="26" y="43"/>
                      <a:pt x="34" y="39"/>
                      <a:pt x="41" y="33"/>
                    </a:cubicBezTo>
                    <a:cubicBezTo>
                      <a:pt x="47" y="27"/>
                      <a:pt x="50" y="21"/>
                      <a:pt x="50" y="14"/>
                    </a:cubicBezTo>
                    <a:cubicBezTo>
                      <a:pt x="50" y="10"/>
                      <a:pt x="49" y="7"/>
                      <a:pt x="46" y="4"/>
                    </a:cubicBezTo>
                    <a:cubicBezTo>
                      <a:pt x="44" y="1"/>
                      <a:pt x="40" y="0"/>
                      <a:pt x="36" y="0"/>
                    </a:cubicBezTo>
                    <a:cubicBezTo>
                      <a:pt x="27" y="0"/>
                      <a:pt x="19" y="5"/>
                      <a:pt x="12" y="14"/>
                    </a:cubicBezTo>
                    <a:cubicBezTo>
                      <a:pt x="4" y="24"/>
                      <a:pt x="0" y="34"/>
                      <a:pt x="0" y="45"/>
                    </a:cubicBezTo>
                    <a:cubicBezTo>
                      <a:pt x="0" y="52"/>
                      <a:pt x="2" y="58"/>
                      <a:pt x="6" y="62"/>
                    </a:cubicBezTo>
                    <a:cubicBezTo>
                      <a:pt x="9" y="66"/>
                      <a:pt x="15" y="68"/>
                      <a:pt x="21" y="68"/>
                    </a:cubicBezTo>
                    <a:cubicBezTo>
                      <a:pt x="30" y="68"/>
                      <a:pt x="37" y="65"/>
                      <a:pt x="44" y="60"/>
                    </a:cubicBezTo>
                    <a:cubicBezTo>
                      <a:pt x="51" y="54"/>
                      <a:pt x="54" y="49"/>
                      <a:pt x="54" y="45"/>
                    </a:cubicBezTo>
                    <a:cubicBezTo>
                      <a:pt x="54" y="43"/>
                      <a:pt x="53" y="41"/>
                      <a:pt x="51" y="41"/>
                    </a:cubicBezTo>
                    <a:close/>
                    <a:moveTo>
                      <a:pt x="23" y="19"/>
                    </a:moveTo>
                    <a:cubicBezTo>
                      <a:pt x="27" y="14"/>
                      <a:pt x="31" y="12"/>
                      <a:pt x="35" y="12"/>
                    </a:cubicBezTo>
                    <a:cubicBezTo>
                      <a:pt x="36" y="12"/>
                      <a:pt x="37" y="12"/>
                      <a:pt x="37" y="13"/>
                    </a:cubicBezTo>
                    <a:cubicBezTo>
                      <a:pt x="38" y="14"/>
                      <a:pt x="38" y="15"/>
                      <a:pt x="38" y="16"/>
                    </a:cubicBezTo>
                    <a:cubicBezTo>
                      <a:pt x="38" y="20"/>
                      <a:pt x="36" y="23"/>
                      <a:pt x="31" y="27"/>
                    </a:cubicBezTo>
                    <a:cubicBezTo>
                      <a:pt x="27" y="31"/>
                      <a:pt x="21" y="34"/>
                      <a:pt x="15" y="35"/>
                    </a:cubicBezTo>
                    <a:cubicBezTo>
                      <a:pt x="17" y="29"/>
                      <a:pt x="19" y="24"/>
                      <a:pt x="23"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Oval 454"/>
              <p:cNvSpPr>
                <a:spLocks noChangeArrowheads="1"/>
              </p:cNvSpPr>
              <p:nvPr/>
            </p:nvSpPr>
            <p:spPr bwMode="auto">
              <a:xfrm>
                <a:off x="3554413" y="4964113"/>
                <a:ext cx="233363" cy="2317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455"/>
              <p:cNvSpPr>
                <a:spLocks/>
              </p:cNvSpPr>
              <p:nvPr/>
            </p:nvSpPr>
            <p:spPr bwMode="auto">
              <a:xfrm>
                <a:off x="3567113" y="5211763"/>
                <a:ext cx="288925" cy="985838"/>
              </a:xfrm>
              <a:custGeom>
                <a:avLst/>
                <a:gdLst>
                  <a:gd name="T0" fmla="*/ 154 w 224"/>
                  <a:gd name="T1" fmla="*/ 310 h 764"/>
                  <a:gd name="T2" fmla="*/ 174 w 224"/>
                  <a:gd name="T3" fmla="*/ 110 h 764"/>
                  <a:gd name="T4" fmla="*/ 124 w 224"/>
                  <a:gd name="T5" fmla="*/ 122 h 764"/>
                  <a:gd name="T6" fmla="*/ 115 w 224"/>
                  <a:gd name="T7" fmla="*/ 123 h 764"/>
                  <a:gd name="T8" fmla="*/ 75 w 224"/>
                  <a:gd name="T9" fmla="*/ 91 h 764"/>
                  <a:gd name="T10" fmla="*/ 106 w 224"/>
                  <a:gd name="T11" fmla="*/ 42 h 764"/>
                  <a:gd name="T12" fmla="*/ 164 w 224"/>
                  <a:gd name="T13" fmla="*/ 28 h 764"/>
                  <a:gd name="T14" fmla="*/ 137 w 224"/>
                  <a:gd name="T15" fmla="*/ 9 h 764"/>
                  <a:gd name="T16" fmla="*/ 33 w 224"/>
                  <a:gd name="T17" fmla="*/ 77 h 764"/>
                  <a:gd name="T18" fmla="*/ 11 w 224"/>
                  <a:gd name="T19" fmla="*/ 299 h 764"/>
                  <a:gd name="T20" fmla="*/ 67 w 224"/>
                  <a:gd name="T21" fmla="*/ 366 h 764"/>
                  <a:gd name="T22" fmla="*/ 59 w 224"/>
                  <a:gd name="T23" fmla="*/ 697 h 764"/>
                  <a:gd name="T24" fmla="*/ 88 w 224"/>
                  <a:gd name="T25" fmla="*/ 761 h 764"/>
                  <a:gd name="T26" fmla="*/ 106 w 224"/>
                  <a:gd name="T27" fmla="*/ 764 h 764"/>
                  <a:gd name="T28" fmla="*/ 153 w 224"/>
                  <a:gd name="T29" fmla="*/ 731 h 764"/>
                  <a:gd name="T30" fmla="*/ 154 w 224"/>
                  <a:gd name="T31" fmla="*/ 310 h 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4" h="764">
                    <a:moveTo>
                      <a:pt x="154" y="310"/>
                    </a:moveTo>
                    <a:cubicBezTo>
                      <a:pt x="145" y="243"/>
                      <a:pt x="163" y="166"/>
                      <a:pt x="174" y="110"/>
                    </a:cubicBezTo>
                    <a:cubicBezTo>
                      <a:pt x="124" y="122"/>
                      <a:pt x="124" y="122"/>
                      <a:pt x="124" y="122"/>
                    </a:cubicBezTo>
                    <a:cubicBezTo>
                      <a:pt x="121" y="122"/>
                      <a:pt x="118" y="123"/>
                      <a:pt x="115" y="123"/>
                    </a:cubicBezTo>
                    <a:cubicBezTo>
                      <a:pt x="96" y="123"/>
                      <a:pt x="80" y="110"/>
                      <a:pt x="75" y="91"/>
                    </a:cubicBezTo>
                    <a:cubicBezTo>
                      <a:pt x="70" y="69"/>
                      <a:pt x="84" y="47"/>
                      <a:pt x="106" y="42"/>
                    </a:cubicBezTo>
                    <a:cubicBezTo>
                      <a:pt x="164" y="28"/>
                      <a:pt x="164" y="28"/>
                      <a:pt x="164" y="28"/>
                    </a:cubicBezTo>
                    <a:cubicBezTo>
                      <a:pt x="157" y="19"/>
                      <a:pt x="148" y="12"/>
                      <a:pt x="137" y="9"/>
                    </a:cubicBezTo>
                    <a:cubicBezTo>
                      <a:pt x="103" y="0"/>
                      <a:pt x="53" y="19"/>
                      <a:pt x="33" y="77"/>
                    </a:cubicBezTo>
                    <a:cubicBezTo>
                      <a:pt x="6" y="158"/>
                      <a:pt x="0" y="211"/>
                      <a:pt x="11" y="299"/>
                    </a:cubicBezTo>
                    <a:cubicBezTo>
                      <a:pt x="19" y="343"/>
                      <a:pt x="42" y="360"/>
                      <a:pt x="67" y="366"/>
                    </a:cubicBezTo>
                    <a:cubicBezTo>
                      <a:pt x="85" y="426"/>
                      <a:pt x="111" y="556"/>
                      <a:pt x="59" y="697"/>
                    </a:cubicBezTo>
                    <a:cubicBezTo>
                      <a:pt x="49" y="723"/>
                      <a:pt x="62" y="751"/>
                      <a:pt x="88" y="761"/>
                    </a:cubicBezTo>
                    <a:cubicBezTo>
                      <a:pt x="94" y="763"/>
                      <a:pt x="100" y="764"/>
                      <a:pt x="106" y="764"/>
                    </a:cubicBezTo>
                    <a:cubicBezTo>
                      <a:pt x="126" y="764"/>
                      <a:pt x="145" y="752"/>
                      <a:pt x="153" y="731"/>
                    </a:cubicBezTo>
                    <a:cubicBezTo>
                      <a:pt x="224" y="538"/>
                      <a:pt x="174" y="366"/>
                      <a:pt x="154" y="3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456"/>
              <p:cNvSpPr>
                <a:spLocks/>
              </p:cNvSpPr>
              <p:nvPr/>
            </p:nvSpPr>
            <p:spPr bwMode="auto">
              <a:xfrm>
                <a:off x="4078288" y="4841875"/>
                <a:ext cx="179388" cy="179388"/>
              </a:xfrm>
              <a:custGeom>
                <a:avLst/>
                <a:gdLst>
                  <a:gd name="T0" fmla="*/ 46 w 139"/>
                  <a:gd name="T1" fmla="*/ 13 h 139"/>
                  <a:gd name="T2" fmla="*/ 14 w 139"/>
                  <a:gd name="T3" fmla="*/ 94 h 139"/>
                  <a:gd name="T4" fmla="*/ 94 w 139"/>
                  <a:gd name="T5" fmla="*/ 126 h 139"/>
                  <a:gd name="T6" fmla="*/ 126 w 139"/>
                  <a:gd name="T7" fmla="*/ 45 h 139"/>
                  <a:gd name="T8" fmla="*/ 46 w 139"/>
                  <a:gd name="T9" fmla="*/ 13 h 139"/>
                </a:gdLst>
                <a:ahLst/>
                <a:cxnLst>
                  <a:cxn ang="0">
                    <a:pos x="T0" y="T1"/>
                  </a:cxn>
                  <a:cxn ang="0">
                    <a:pos x="T2" y="T3"/>
                  </a:cxn>
                  <a:cxn ang="0">
                    <a:pos x="T4" y="T5"/>
                  </a:cxn>
                  <a:cxn ang="0">
                    <a:pos x="T6" y="T7"/>
                  </a:cxn>
                  <a:cxn ang="0">
                    <a:pos x="T8" y="T9"/>
                  </a:cxn>
                </a:cxnLst>
                <a:rect l="0" t="0" r="r" b="b"/>
                <a:pathLst>
                  <a:path w="139" h="139">
                    <a:moveTo>
                      <a:pt x="46" y="13"/>
                    </a:moveTo>
                    <a:cubicBezTo>
                      <a:pt x="15" y="27"/>
                      <a:pt x="0" y="63"/>
                      <a:pt x="14" y="94"/>
                    </a:cubicBezTo>
                    <a:cubicBezTo>
                      <a:pt x="27" y="125"/>
                      <a:pt x="63" y="139"/>
                      <a:pt x="94" y="126"/>
                    </a:cubicBezTo>
                    <a:cubicBezTo>
                      <a:pt x="125" y="112"/>
                      <a:pt x="139" y="76"/>
                      <a:pt x="126" y="45"/>
                    </a:cubicBezTo>
                    <a:cubicBezTo>
                      <a:pt x="113" y="14"/>
                      <a:pt x="77" y="0"/>
                      <a:pt x="4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457"/>
              <p:cNvSpPr>
                <a:spLocks/>
              </p:cNvSpPr>
              <p:nvPr/>
            </p:nvSpPr>
            <p:spPr bwMode="auto">
              <a:xfrm>
                <a:off x="3894138" y="5005388"/>
                <a:ext cx="323850" cy="414338"/>
              </a:xfrm>
              <a:custGeom>
                <a:avLst/>
                <a:gdLst>
                  <a:gd name="T0" fmla="*/ 155 w 250"/>
                  <a:gd name="T1" fmla="*/ 59 h 321"/>
                  <a:gd name="T2" fmla="*/ 187 w 250"/>
                  <a:gd name="T3" fmla="*/ 74 h 321"/>
                  <a:gd name="T4" fmla="*/ 196 w 250"/>
                  <a:gd name="T5" fmla="*/ 104 h 321"/>
                  <a:gd name="T6" fmla="*/ 181 w 250"/>
                  <a:gd name="T7" fmla="*/ 131 h 321"/>
                  <a:gd name="T8" fmla="*/ 135 w 250"/>
                  <a:gd name="T9" fmla="*/ 169 h 321"/>
                  <a:gd name="T10" fmla="*/ 135 w 250"/>
                  <a:gd name="T11" fmla="*/ 291 h 321"/>
                  <a:gd name="T12" fmla="*/ 165 w 250"/>
                  <a:gd name="T13" fmla="*/ 321 h 321"/>
                  <a:gd name="T14" fmla="*/ 195 w 250"/>
                  <a:gd name="T15" fmla="*/ 291 h 321"/>
                  <a:gd name="T16" fmla="*/ 195 w 250"/>
                  <a:gd name="T17" fmla="*/ 187 h 321"/>
                  <a:gd name="T18" fmla="*/ 208 w 250"/>
                  <a:gd name="T19" fmla="*/ 183 h 321"/>
                  <a:gd name="T20" fmla="*/ 237 w 250"/>
                  <a:gd name="T21" fmla="*/ 106 h 321"/>
                  <a:gd name="T22" fmla="*/ 205 w 250"/>
                  <a:gd name="T23" fmla="*/ 36 h 321"/>
                  <a:gd name="T24" fmla="*/ 161 w 250"/>
                  <a:gd name="T25" fmla="*/ 2 h 321"/>
                  <a:gd name="T26" fmla="*/ 147 w 250"/>
                  <a:gd name="T27" fmla="*/ 1 h 321"/>
                  <a:gd name="T28" fmla="*/ 23 w 250"/>
                  <a:gd name="T29" fmla="*/ 28 h 321"/>
                  <a:gd name="T30" fmla="*/ 3 w 250"/>
                  <a:gd name="T31" fmla="*/ 59 h 321"/>
                  <a:gd name="T32" fmla="*/ 28 w 250"/>
                  <a:gd name="T33" fmla="*/ 80 h 321"/>
                  <a:gd name="T34" fmla="*/ 34 w 250"/>
                  <a:gd name="T35" fmla="*/ 79 h 321"/>
                  <a:gd name="T36" fmla="*/ 96 w 250"/>
                  <a:gd name="T37" fmla="*/ 66 h 321"/>
                  <a:gd name="T38" fmla="*/ 100 w 250"/>
                  <a:gd name="T39" fmla="*/ 83 h 321"/>
                  <a:gd name="T40" fmla="*/ 103 w 250"/>
                  <a:gd name="T41" fmla="*/ 89 h 321"/>
                  <a:gd name="T42" fmla="*/ 129 w 250"/>
                  <a:gd name="T43" fmla="*/ 68 h 321"/>
                  <a:gd name="T44" fmla="*/ 155 w 250"/>
                  <a:gd name="T45" fmla="*/ 59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50" h="321">
                    <a:moveTo>
                      <a:pt x="155" y="59"/>
                    </a:moveTo>
                    <a:cubicBezTo>
                      <a:pt x="167" y="59"/>
                      <a:pt x="179" y="64"/>
                      <a:pt x="187" y="74"/>
                    </a:cubicBezTo>
                    <a:cubicBezTo>
                      <a:pt x="194" y="82"/>
                      <a:pt x="197" y="93"/>
                      <a:pt x="196" y="104"/>
                    </a:cubicBezTo>
                    <a:cubicBezTo>
                      <a:pt x="195" y="114"/>
                      <a:pt x="189" y="124"/>
                      <a:pt x="181" y="131"/>
                    </a:cubicBezTo>
                    <a:cubicBezTo>
                      <a:pt x="135" y="169"/>
                      <a:pt x="135" y="169"/>
                      <a:pt x="135" y="169"/>
                    </a:cubicBezTo>
                    <a:cubicBezTo>
                      <a:pt x="135" y="291"/>
                      <a:pt x="135" y="291"/>
                      <a:pt x="135" y="291"/>
                    </a:cubicBezTo>
                    <a:cubicBezTo>
                      <a:pt x="135" y="308"/>
                      <a:pt x="148" y="321"/>
                      <a:pt x="165" y="321"/>
                    </a:cubicBezTo>
                    <a:cubicBezTo>
                      <a:pt x="181" y="321"/>
                      <a:pt x="195" y="308"/>
                      <a:pt x="195" y="291"/>
                    </a:cubicBezTo>
                    <a:cubicBezTo>
                      <a:pt x="195" y="187"/>
                      <a:pt x="195" y="187"/>
                      <a:pt x="195" y="187"/>
                    </a:cubicBezTo>
                    <a:cubicBezTo>
                      <a:pt x="199" y="186"/>
                      <a:pt x="204" y="185"/>
                      <a:pt x="208" y="183"/>
                    </a:cubicBezTo>
                    <a:cubicBezTo>
                      <a:pt x="237" y="170"/>
                      <a:pt x="250" y="135"/>
                      <a:pt x="237" y="106"/>
                    </a:cubicBezTo>
                    <a:cubicBezTo>
                      <a:pt x="205" y="36"/>
                      <a:pt x="205" y="36"/>
                      <a:pt x="205" y="36"/>
                    </a:cubicBezTo>
                    <a:cubicBezTo>
                      <a:pt x="197" y="17"/>
                      <a:pt x="180" y="5"/>
                      <a:pt x="161" y="2"/>
                    </a:cubicBezTo>
                    <a:cubicBezTo>
                      <a:pt x="157" y="1"/>
                      <a:pt x="152" y="0"/>
                      <a:pt x="147" y="1"/>
                    </a:cubicBezTo>
                    <a:cubicBezTo>
                      <a:pt x="23" y="28"/>
                      <a:pt x="23" y="28"/>
                      <a:pt x="23" y="28"/>
                    </a:cubicBezTo>
                    <a:cubicBezTo>
                      <a:pt x="9" y="32"/>
                      <a:pt x="0" y="45"/>
                      <a:pt x="3" y="59"/>
                    </a:cubicBezTo>
                    <a:cubicBezTo>
                      <a:pt x="6" y="72"/>
                      <a:pt x="16" y="80"/>
                      <a:pt x="28" y="80"/>
                    </a:cubicBezTo>
                    <a:cubicBezTo>
                      <a:pt x="30" y="80"/>
                      <a:pt x="32" y="80"/>
                      <a:pt x="34" y="79"/>
                    </a:cubicBezTo>
                    <a:cubicBezTo>
                      <a:pt x="96" y="66"/>
                      <a:pt x="96" y="66"/>
                      <a:pt x="96" y="66"/>
                    </a:cubicBezTo>
                    <a:cubicBezTo>
                      <a:pt x="96" y="71"/>
                      <a:pt x="98" y="77"/>
                      <a:pt x="100" y="83"/>
                    </a:cubicBezTo>
                    <a:cubicBezTo>
                      <a:pt x="103" y="89"/>
                      <a:pt x="103" y="89"/>
                      <a:pt x="103" y="89"/>
                    </a:cubicBezTo>
                    <a:cubicBezTo>
                      <a:pt x="129" y="68"/>
                      <a:pt x="129" y="68"/>
                      <a:pt x="129" y="68"/>
                    </a:cubicBezTo>
                    <a:cubicBezTo>
                      <a:pt x="137" y="62"/>
                      <a:pt x="146" y="59"/>
                      <a:pt x="155"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458"/>
              <p:cNvSpPr>
                <a:spLocks/>
              </p:cNvSpPr>
              <p:nvPr/>
            </p:nvSpPr>
            <p:spPr bwMode="auto">
              <a:xfrm>
                <a:off x="3590925" y="4773613"/>
                <a:ext cx="311150" cy="241300"/>
              </a:xfrm>
              <a:custGeom>
                <a:avLst/>
                <a:gdLst>
                  <a:gd name="T0" fmla="*/ 240 w 241"/>
                  <a:gd name="T1" fmla="*/ 91 h 187"/>
                  <a:gd name="T2" fmla="*/ 233 w 241"/>
                  <a:gd name="T3" fmla="*/ 88 h 187"/>
                  <a:gd name="T4" fmla="*/ 183 w 241"/>
                  <a:gd name="T5" fmla="*/ 95 h 187"/>
                  <a:gd name="T6" fmla="*/ 199 w 241"/>
                  <a:gd name="T7" fmla="*/ 40 h 187"/>
                  <a:gd name="T8" fmla="*/ 197 w 241"/>
                  <a:gd name="T9" fmla="*/ 34 h 187"/>
                  <a:gd name="T10" fmla="*/ 190 w 241"/>
                  <a:gd name="T11" fmla="*/ 34 h 187"/>
                  <a:gd name="T12" fmla="*/ 146 w 241"/>
                  <a:gd name="T13" fmla="*/ 63 h 187"/>
                  <a:gd name="T14" fmla="*/ 132 w 241"/>
                  <a:gd name="T15" fmla="*/ 5 h 187"/>
                  <a:gd name="T16" fmla="*/ 127 w 241"/>
                  <a:gd name="T17" fmla="*/ 0 h 187"/>
                  <a:gd name="T18" fmla="*/ 121 w 241"/>
                  <a:gd name="T19" fmla="*/ 4 h 187"/>
                  <a:gd name="T20" fmla="*/ 97 w 241"/>
                  <a:gd name="T21" fmla="*/ 60 h 187"/>
                  <a:gd name="T22" fmla="*/ 66 w 241"/>
                  <a:gd name="T23" fmla="*/ 26 h 187"/>
                  <a:gd name="T24" fmla="*/ 59 w 241"/>
                  <a:gd name="T25" fmla="*/ 25 h 187"/>
                  <a:gd name="T26" fmla="*/ 55 w 241"/>
                  <a:gd name="T27" fmla="*/ 30 h 187"/>
                  <a:gd name="T28" fmla="*/ 56 w 241"/>
                  <a:gd name="T29" fmla="*/ 69 h 187"/>
                  <a:gd name="T30" fmla="*/ 10 w 241"/>
                  <a:gd name="T31" fmla="*/ 46 h 187"/>
                  <a:gd name="T32" fmla="*/ 3 w 241"/>
                  <a:gd name="T33" fmla="*/ 48 h 187"/>
                  <a:gd name="T34" fmla="*/ 2 w 241"/>
                  <a:gd name="T35" fmla="*/ 55 h 187"/>
                  <a:gd name="T36" fmla="*/ 28 w 241"/>
                  <a:gd name="T37" fmla="*/ 104 h 187"/>
                  <a:gd name="T38" fmla="*/ 36 w 241"/>
                  <a:gd name="T39" fmla="*/ 106 h 187"/>
                  <a:gd name="T40" fmla="*/ 39 w 241"/>
                  <a:gd name="T41" fmla="*/ 98 h 187"/>
                  <a:gd name="T42" fmla="*/ 21 w 241"/>
                  <a:gd name="T43" fmla="*/ 65 h 187"/>
                  <a:gd name="T44" fmla="*/ 60 w 241"/>
                  <a:gd name="T45" fmla="*/ 84 h 187"/>
                  <a:gd name="T46" fmla="*/ 66 w 241"/>
                  <a:gd name="T47" fmla="*/ 84 h 187"/>
                  <a:gd name="T48" fmla="*/ 69 w 241"/>
                  <a:gd name="T49" fmla="*/ 79 h 187"/>
                  <a:gd name="T50" fmla="*/ 68 w 241"/>
                  <a:gd name="T51" fmla="*/ 46 h 187"/>
                  <a:gd name="T52" fmla="*/ 94 w 241"/>
                  <a:gd name="T53" fmla="*/ 75 h 187"/>
                  <a:gd name="T54" fmla="*/ 100 w 241"/>
                  <a:gd name="T55" fmla="*/ 76 h 187"/>
                  <a:gd name="T56" fmla="*/ 104 w 241"/>
                  <a:gd name="T57" fmla="*/ 73 h 187"/>
                  <a:gd name="T58" fmla="*/ 125 w 241"/>
                  <a:gd name="T59" fmla="*/ 25 h 187"/>
                  <a:gd name="T60" fmla="*/ 136 w 241"/>
                  <a:gd name="T61" fmla="*/ 74 h 187"/>
                  <a:gd name="T62" fmla="*/ 139 w 241"/>
                  <a:gd name="T63" fmla="*/ 78 h 187"/>
                  <a:gd name="T64" fmla="*/ 145 w 241"/>
                  <a:gd name="T65" fmla="*/ 78 h 187"/>
                  <a:gd name="T66" fmla="*/ 183 w 241"/>
                  <a:gd name="T67" fmla="*/ 53 h 187"/>
                  <a:gd name="T68" fmla="*/ 169 w 241"/>
                  <a:gd name="T69" fmla="*/ 101 h 187"/>
                  <a:gd name="T70" fmla="*/ 170 w 241"/>
                  <a:gd name="T71" fmla="*/ 106 h 187"/>
                  <a:gd name="T72" fmla="*/ 175 w 241"/>
                  <a:gd name="T73" fmla="*/ 108 h 187"/>
                  <a:gd name="T74" fmla="*/ 218 w 241"/>
                  <a:gd name="T75" fmla="*/ 102 h 187"/>
                  <a:gd name="T76" fmla="*/ 179 w 241"/>
                  <a:gd name="T77" fmla="*/ 142 h 187"/>
                  <a:gd name="T78" fmla="*/ 177 w 241"/>
                  <a:gd name="T79" fmla="*/ 147 h 187"/>
                  <a:gd name="T80" fmla="*/ 180 w 241"/>
                  <a:gd name="T81" fmla="*/ 151 h 187"/>
                  <a:gd name="T82" fmla="*/ 207 w 241"/>
                  <a:gd name="T83" fmla="*/ 167 h 187"/>
                  <a:gd name="T84" fmla="*/ 177 w 241"/>
                  <a:gd name="T85" fmla="*/ 175 h 187"/>
                  <a:gd name="T86" fmla="*/ 173 w 241"/>
                  <a:gd name="T87" fmla="*/ 182 h 187"/>
                  <a:gd name="T88" fmla="*/ 179 w 241"/>
                  <a:gd name="T89" fmla="*/ 187 h 187"/>
                  <a:gd name="T90" fmla="*/ 180 w 241"/>
                  <a:gd name="T91" fmla="*/ 186 h 187"/>
                  <a:gd name="T92" fmla="*/ 224 w 241"/>
                  <a:gd name="T93" fmla="*/ 176 h 187"/>
                  <a:gd name="T94" fmla="*/ 229 w 241"/>
                  <a:gd name="T95" fmla="*/ 171 h 187"/>
                  <a:gd name="T96" fmla="*/ 226 w 241"/>
                  <a:gd name="T97" fmla="*/ 165 h 187"/>
                  <a:gd name="T98" fmla="*/ 193 w 241"/>
                  <a:gd name="T99" fmla="*/ 145 h 187"/>
                  <a:gd name="T100" fmla="*/ 238 w 241"/>
                  <a:gd name="T101" fmla="*/ 98 h 187"/>
                  <a:gd name="T102" fmla="*/ 240 w 241"/>
                  <a:gd name="T103" fmla="*/ 91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1" h="187">
                    <a:moveTo>
                      <a:pt x="240" y="91"/>
                    </a:moveTo>
                    <a:cubicBezTo>
                      <a:pt x="238" y="89"/>
                      <a:pt x="236" y="88"/>
                      <a:pt x="233" y="88"/>
                    </a:cubicBezTo>
                    <a:cubicBezTo>
                      <a:pt x="183" y="95"/>
                      <a:pt x="183" y="95"/>
                      <a:pt x="183" y="95"/>
                    </a:cubicBezTo>
                    <a:cubicBezTo>
                      <a:pt x="199" y="40"/>
                      <a:pt x="199" y="40"/>
                      <a:pt x="199" y="40"/>
                    </a:cubicBezTo>
                    <a:cubicBezTo>
                      <a:pt x="200" y="38"/>
                      <a:pt x="199" y="35"/>
                      <a:pt x="197" y="34"/>
                    </a:cubicBezTo>
                    <a:cubicBezTo>
                      <a:pt x="195" y="32"/>
                      <a:pt x="192" y="32"/>
                      <a:pt x="190" y="34"/>
                    </a:cubicBezTo>
                    <a:cubicBezTo>
                      <a:pt x="146" y="63"/>
                      <a:pt x="146" y="63"/>
                      <a:pt x="146" y="63"/>
                    </a:cubicBezTo>
                    <a:cubicBezTo>
                      <a:pt x="132" y="5"/>
                      <a:pt x="132" y="5"/>
                      <a:pt x="132" y="5"/>
                    </a:cubicBezTo>
                    <a:cubicBezTo>
                      <a:pt x="132" y="2"/>
                      <a:pt x="129" y="0"/>
                      <a:pt x="127" y="0"/>
                    </a:cubicBezTo>
                    <a:cubicBezTo>
                      <a:pt x="124" y="0"/>
                      <a:pt x="122" y="1"/>
                      <a:pt x="121" y="4"/>
                    </a:cubicBezTo>
                    <a:cubicBezTo>
                      <a:pt x="97" y="60"/>
                      <a:pt x="97" y="60"/>
                      <a:pt x="97" y="60"/>
                    </a:cubicBezTo>
                    <a:cubicBezTo>
                      <a:pt x="66" y="26"/>
                      <a:pt x="66" y="26"/>
                      <a:pt x="66" y="26"/>
                    </a:cubicBezTo>
                    <a:cubicBezTo>
                      <a:pt x="64" y="24"/>
                      <a:pt x="62" y="24"/>
                      <a:pt x="59" y="25"/>
                    </a:cubicBezTo>
                    <a:cubicBezTo>
                      <a:pt x="57" y="25"/>
                      <a:pt x="55" y="28"/>
                      <a:pt x="55" y="30"/>
                    </a:cubicBezTo>
                    <a:cubicBezTo>
                      <a:pt x="56" y="69"/>
                      <a:pt x="56" y="69"/>
                      <a:pt x="56" y="69"/>
                    </a:cubicBezTo>
                    <a:cubicBezTo>
                      <a:pt x="10" y="46"/>
                      <a:pt x="10" y="46"/>
                      <a:pt x="10" y="46"/>
                    </a:cubicBezTo>
                    <a:cubicBezTo>
                      <a:pt x="7" y="45"/>
                      <a:pt x="4" y="46"/>
                      <a:pt x="3" y="48"/>
                    </a:cubicBezTo>
                    <a:cubicBezTo>
                      <a:pt x="1" y="49"/>
                      <a:pt x="0" y="52"/>
                      <a:pt x="2" y="55"/>
                    </a:cubicBezTo>
                    <a:cubicBezTo>
                      <a:pt x="28" y="104"/>
                      <a:pt x="28" y="104"/>
                      <a:pt x="28" y="104"/>
                    </a:cubicBezTo>
                    <a:cubicBezTo>
                      <a:pt x="30" y="106"/>
                      <a:pt x="33" y="108"/>
                      <a:pt x="36" y="106"/>
                    </a:cubicBezTo>
                    <a:cubicBezTo>
                      <a:pt x="39" y="104"/>
                      <a:pt x="40" y="101"/>
                      <a:pt x="39" y="98"/>
                    </a:cubicBezTo>
                    <a:cubicBezTo>
                      <a:pt x="21" y="65"/>
                      <a:pt x="21" y="65"/>
                      <a:pt x="21" y="65"/>
                    </a:cubicBezTo>
                    <a:cubicBezTo>
                      <a:pt x="60" y="84"/>
                      <a:pt x="60" y="84"/>
                      <a:pt x="60" y="84"/>
                    </a:cubicBezTo>
                    <a:cubicBezTo>
                      <a:pt x="62" y="85"/>
                      <a:pt x="64" y="85"/>
                      <a:pt x="66" y="84"/>
                    </a:cubicBezTo>
                    <a:cubicBezTo>
                      <a:pt x="68" y="83"/>
                      <a:pt x="69" y="81"/>
                      <a:pt x="69" y="79"/>
                    </a:cubicBezTo>
                    <a:cubicBezTo>
                      <a:pt x="68" y="46"/>
                      <a:pt x="68" y="46"/>
                      <a:pt x="68" y="46"/>
                    </a:cubicBezTo>
                    <a:cubicBezTo>
                      <a:pt x="94" y="75"/>
                      <a:pt x="94" y="75"/>
                      <a:pt x="94" y="75"/>
                    </a:cubicBezTo>
                    <a:cubicBezTo>
                      <a:pt x="96" y="76"/>
                      <a:pt x="98" y="77"/>
                      <a:pt x="100" y="76"/>
                    </a:cubicBezTo>
                    <a:cubicBezTo>
                      <a:pt x="102" y="76"/>
                      <a:pt x="103" y="75"/>
                      <a:pt x="104" y="73"/>
                    </a:cubicBezTo>
                    <a:cubicBezTo>
                      <a:pt x="125" y="25"/>
                      <a:pt x="125" y="25"/>
                      <a:pt x="125" y="25"/>
                    </a:cubicBezTo>
                    <a:cubicBezTo>
                      <a:pt x="136" y="74"/>
                      <a:pt x="136" y="74"/>
                      <a:pt x="136" y="74"/>
                    </a:cubicBezTo>
                    <a:cubicBezTo>
                      <a:pt x="136" y="76"/>
                      <a:pt x="138" y="78"/>
                      <a:pt x="139" y="78"/>
                    </a:cubicBezTo>
                    <a:cubicBezTo>
                      <a:pt x="141" y="79"/>
                      <a:pt x="143" y="79"/>
                      <a:pt x="145" y="78"/>
                    </a:cubicBezTo>
                    <a:cubicBezTo>
                      <a:pt x="183" y="53"/>
                      <a:pt x="183" y="53"/>
                      <a:pt x="183" y="53"/>
                    </a:cubicBezTo>
                    <a:cubicBezTo>
                      <a:pt x="169" y="101"/>
                      <a:pt x="169" y="101"/>
                      <a:pt x="169" y="101"/>
                    </a:cubicBezTo>
                    <a:cubicBezTo>
                      <a:pt x="168" y="102"/>
                      <a:pt x="169" y="105"/>
                      <a:pt x="170" y="106"/>
                    </a:cubicBezTo>
                    <a:cubicBezTo>
                      <a:pt x="171" y="108"/>
                      <a:pt x="173" y="108"/>
                      <a:pt x="175" y="108"/>
                    </a:cubicBezTo>
                    <a:cubicBezTo>
                      <a:pt x="218" y="102"/>
                      <a:pt x="218" y="102"/>
                      <a:pt x="218" y="102"/>
                    </a:cubicBezTo>
                    <a:cubicBezTo>
                      <a:pt x="179" y="142"/>
                      <a:pt x="179" y="142"/>
                      <a:pt x="179" y="142"/>
                    </a:cubicBezTo>
                    <a:cubicBezTo>
                      <a:pt x="177" y="143"/>
                      <a:pt x="177" y="145"/>
                      <a:pt x="177" y="147"/>
                    </a:cubicBezTo>
                    <a:cubicBezTo>
                      <a:pt x="177" y="149"/>
                      <a:pt x="178" y="150"/>
                      <a:pt x="180" y="151"/>
                    </a:cubicBezTo>
                    <a:cubicBezTo>
                      <a:pt x="207" y="167"/>
                      <a:pt x="207" y="167"/>
                      <a:pt x="207" y="167"/>
                    </a:cubicBezTo>
                    <a:cubicBezTo>
                      <a:pt x="177" y="175"/>
                      <a:pt x="177" y="175"/>
                      <a:pt x="177" y="175"/>
                    </a:cubicBezTo>
                    <a:cubicBezTo>
                      <a:pt x="174" y="176"/>
                      <a:pt x="172" y="179"/>
                      <a:pt x="173" y="182"/>
                    </a:cubicBezTo>
                    <a:cubicBezTo>
                      <a:pt x="173" y="185"/>
                      <a:pt x="176" y="187"/>
                      <a:pt x="179" y="187"/>
                    </a:cubicBezTo>
                    <a:cubicBezTo>
                      <a:pt x="179" y="187"/>
                      <a:pt x="180" y="187"/>
                      <a:pt x="180" y="186"/>
                    </a:cubicBezTo>
                    <a:cubicBezTo>
                      <a:pt x="224" y="176"/>
                      <a:pt x="224" y="176"/>
                      <a:pt x="224" y="176"/>
                    </a:cubicBezTo>
                    <a:cubicBezTo>
                      <a:pt x="227" y="175"/>
                      <a:pt x="229" y="173"/>
                      <a:pt x="229" y="171"/>
                    </a:cubicBezTo>
                    <a:cubicBezTo>
                      <a:pt x="229" y="168"/>
                      <a:pt x="228" y="166"/>
                      <a:pt x="226" y="165"/>
                    </a:cubicBezTo>
                    <a:cubicBezTo>
                      <a:pt x="193" y="145"/>
                      <a:pt x="193" y="145"/>
                      <a:pt x="193" y="145"/>
                    </a:cubicBezTo>
                    <a:cubicBezTo>
                      <a:pt x="238" y="98"/>
                      <a:pt x="238" y="98"/>
                      <a:pt x="238" y="98"/>
                    </a:cubicBezTo>
                    <a:cubicBezTo>
                      <a:pt x="240" y="97"/>
                      <a:pt x="241" y="94"/>
                      <a:pt x="240" y="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459"/>
              <p:cNvSpPr>
                <a:spLocks/>
              </p:cNvSpPr>
              <p:nvPr/>
            </p:nvSpPr>
            <p:spPr bwMode="auto">
              <a:xfrm>
                <a:off x="3349625" y="4837113"/>
                <a:ext cx="201613" cy="185738"/>
              </a:xfrm>
              <a:custGeom>
                <a:avLst/>
                <a:gdLst>
                  <a:gd name="T0" fmla="*/ 47 w 156"/>
                  <a:gd name="T1" fmla="*/ 136 h 144"/>
                  <a:gd name="T2" fmla="*/ 98 w 156"/>
                  <a:gd name="T3" fmla="*/ 112 h 144"/>
                  <a:gd name="T4" fmla="*/ 98 w 156"/>
                  <a:gd name="T5" fmla="*/ 111 h 144"/>
                  <a:gd name="T6" fmla="*/ 144 w 156"/>
                  <a:gd name="T7" fmla="*/ 137 h 144"/>
                  <a:gd name="T8" fmla="*/ 147 w 156"/>
                  <a:gd name="T9" fmla="*/ 132 h 144"/>
                  <a:gd name="T10" fmla="*/ 111 w 156"/>
                  <a:gd name="T11" fmla="*/ 108 h 144"/>
                  <a:gd name="T12" fmla="*/ 81 w 156"/>
                  <a:gd name="T13" fmla="*/ 89 h 144"/>
                  <a:gd name="T14" fmla="*/ 76 w 156"/>
                  <a:gd name="T15" fmla="*/ 98 h 144"/>
                  <a:gd name="T16" fmla="*/ 92 w 156"/>
                  <a:gd name="T17" fmla="*/ 107 h 144"/>
                  <a:gd name="T18" fmla="*/ 51 w 156"/>
                  <a:gd name="T19" fmla="*/ 124 h 144"/>
                  <a:gd name="T20" fmla="*/ 30 w 156"/>
                  <a:gd name="T21" fmla="*/ 84 h 144"/>
                  <a:gd name="T22" fmla="*/ 31 w 156"/>
                  <a:gd name="T23" fmla="*/ 84 h 144"/>
                  <a:gd name="T24" fmla="*/ 55 w 156"/>
                  <a:gd name="T25" fmla="*/ 85 h 144"/>
                  <a:gd name="T26" fmla="*/ 43 w 156"/>
                  <a:gd name="T27" fmla="*/ 84 h 144"/>
                  <a:gd name="T28" fmla="*/ 22 w 156"/>
                  <a:gd name="T29" fmla="*/ 40 h 144"/>
                  <a:gd name="T30" fmla="*/ 66 w 156"/>
                  <a:gd name="T31" fmla="*/ 19 h 144"/>
                  <a:gd name="T32" fmla="*/ 85 w 156"/>
                  <a:gd name="T33" fmla="*/ 35 h 144"/>
                  <a:gd name="T34" fmla="*/ 79 w 156"/>
                  <a:gd name="T35" fmla="*/ 23 h 144"/>
                  <a:gd name="T36" fmla="*/ 106 w 156"/>
                  <a:gd name="T37" fmla="*/ 21 h 144"/>
                  <a:gd name="T38" fmla="*/ 126 w 156"/>
                  <a:gd name="T39" fmla="*/ 63 h 144"/>
                  <a:gd name="T40" fmla="*/ 116 w 156"/>
                  <a:gd name="T41" fmla="*/ 78 h 144"/>
                  <a:gd name="T42" fmla="*/ 103 w 156"/>
                  <a:gd name="T43" fmla="*/ 64 h 144"/>
                  <a:gd name="T44" fmla="*/ 96 w 156"/>
                  <a:gd name="T45" fmla="*/ 71 h 144"/>
                  <a:gd name="T46" fmla="*/ 120 w 156"/>
                  <a:gd name="T47" fmla="*/ 95 h 144"/>
                  <a:gd name="T48" fmla="*/ 152 w 156"/>
                  <a:gd name="T49" fmla="*/ 126 h 144"/>
                  <a:gd name="T50" fmla="*/ 156 w 156"/>
                  <a:gd name="T51" fmla="*/ 122 h 144"/>
                  <a:gd name="T52" fmla="*/ 123 w 156"/>
                  <a:gd name="T53" fmla="*/ 85 h 144"/>
                  <a:gd name="T54" fmla="*/ 138 w 156"/>
                  <a:gd name="T55" fmla="*/ 65 h 144"/>
                  <a:gd name="T56" fmla="*/ 113 w 156"/>
                  <a:gd name="T57" fmla="*/ 11 h 144"/>
                  <a:gd name="T58" fmla="*/ 74 w 156"/>
                  <a:gd name="T59" fmla="*/ 17 h 144"/>
                  <a:gd name="T60" fmla="*/ 59 w 156"/>
                  <a:gd name="T61" fmla="*/ 7 h 144"/>
                  <a:gd name="T62" fmla="*/ 6 w 156"/>
                  <a:gd name="T63" fmla="*/ 32 h 144"/>
                  <a:gd name="T64" fmla="*/ 24 w 156"/>
                  <a:gd name="T65" fmla="*/ 81 h 144"/>
                  <a:gd name="T66" fmla="*/ 23 w 156"/>
                  <a:gd name="T67" fmla="*/ 85 h 144"/>
                  <a:gd name="T68" fmla="*/ 47 w 156"/>
                  <a:gd name="T69" fmla="*/ 13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6" h="144">
                    <a:moveTo>
                      <a:pt x="47" y="136"/>
                    </a:moveTo>
                    <a:cubicBezTo>
                      <a:pt x="68" y="144"/>
                      <a:pt x="91" y="133"/>
                      <a:pt x="98" y="112"/>
                    </a:cubicBezTo>
                    <a:cubicBezTo>
                      <a:pt x="98" y="112"/>
                      <a:pt x="98" y="111"/>
                      <a:pt x="98" y="111"/>
                    </a:cubicBezTo>
                    <a:cubicBezTo>
                      <a:pt x="144" y="137"/>
                      <a:pt x="144" y="137"/>
                      <a:pt x="144" y="137"/>
                    </a:cubicBezTo>
                    <a:cubicBezTo>
                      <a:pt x="147" y="132"/>
                      <a:pt x="147" y="132"/>
                      <a:pt x="147" y="132"/>
                    </a:cubicBezTo>
                    <a:cubicBezTo>
                      <a:pt x="111" y="108"/>
                      <a:pt x="111" y="108"/>
                      <a:pt x="111" y="108"/>
                    </a:cubicBezTo>
                    <a:cubicBezTo>
                      <a:pt x="81" y="89"/>
                      <a:pt x="81" y="89"/>
                      <a:pt x="81" y="89"/>
                    </a:cubicBezTo>
                    <a:cubicBezTo>
                      <a:pt x="76" y="98"/>
                      <a:pt x="76" y="98"/>
                      <a:pt x="76" y="98"/>
                    </a:cubicBezTo>
                    <a:cubicBezTo>
                      <a:pt x="92" y="107"/>
                      <a:pt x="92" y="107"/>
                      <a:pt x="92" y="107"/>
                    </a:cubicBezTo>
                    <a:cubicBezTo>
                      <a:pt x="85" y="123"/>
                      <a:pt x="67" y="130"/>
                      <a:pt x="51" y="124"/>
                    </a:cubicBezTo>
                    <a:cubicBezTo>
                      <a:pt x="34" y="118"/>
                      <a:pt x="25" y="101"/>
                      <a:pt x="30" y="84"/>
                    </a:cubicBezTo>
                    <a:cubicBezTo>
                      <a:pt x="31" y="84"/>
                      <a:pt x="31" y="84"/>
                      <a:pt x="31" y="84"/>
                    </a:cubicBezTo>
                    <a:cubicBezTo>
                      <a:pt x="39" y="87"/>
                      <a:pt x="48" y="88"/>
                      <a:pt x="55" y="85"/>
                    </a:cubicBezTo>
                    <a:cubicBezTo>
                      <a:pt x="51" y="86"/>
                      <a:pt x="47" y="85"/>
                      <a:pt x="43" y="84"/>
                    </a:cubicBezTo>
                    <a:cubicBezTo>
                      <a:pt x="25" y="77"/>
                      <a:pt x="16" y="58"/>
                      <a:pt x="22" y="40"/>
                    </a:cubicBezTo>
                    <a:cubicBezTo>
                      <a:pt x="29" y="22"/>
                      <a:pt x="48" y="13"/>
                      <a:pt x="66" y="19"/>
                    </a:cubicBezTo>
                    <a:cubicBezTo>
                      <a:pt x="74" y="22"/>
                      <a:pt x="81" y="28"/>
                      <a:pt x="85" y="35"/>
                    </a:cubicBezTo>
                    <a:cubicBezTo>
                      <a:pt x="84" y="31"/>
                      <a:pt x="82" y="27"/>
                      <a:pt x="79" y="23"/>
                    </a:cubicBezTo>
                    <a:cubicBezTo>
                      <a:pt x="87" y="19"/>
                      <a:pt x="97" y="17"/>
                      <a:pt x="106" y="21"/>
                    </a:cubicBezTo>
                    <a:cubicBezTo>
                      <a:pt x="123" y="27"/>
                      <a:pt x="132" y="46"/>
                      <a:pt x="126" y="63"/>
                    </a:cubicBezTo>
                    <a:cubicBezTo>
                      <a:pt x="124" y="69"/>
                      <a:pt x="120" y="74"/>
                      <a:pt x="116" y="78"/>
                    </a:cubicBezTo>
                    <a:cubicBezTo>
                      <a:pt x="103" y="64"/>
                      <a:pt x="103" y="64"/>
                      <a:pt x="103" y="64"/>
                    </a:cubicBezTo>
                    <a:cubicBezTo>
                      <a:pt x="96" y="71"/>
                      <a:pt x="96" y="71"/>
                      <a:pt x="96" y="71"/>
                    </a:cubicBezTo>
                    <a:cubicBezTo>
                      <a:pt x="120" y="95"/>
                      <a:pt x="120" y="95"/>
                      <a:pt x="120" y="95"/>
                    </a:cubicBezTo>
                    <a:cubicBezTo>
                      <a:pt x="152" y="126"/>
                      <a:pt x="152" y="126"/>
                      <a:pt x="152" y="126"/>
                    </a:cubicBezTo>
                    <a:cubicBezTo>
                      <a:pt x="156" y="122"/>
                      <a:pt x="156" y="122"/>
                      <a:pt x="156" y="122"/>
                    </a:cubicBezTo>
                    <a:cubicBezTo>
                      <a:pt x="123" y="85"/>
                      <a:pt x="123" y="85"/>
                      <a:pt x="123" y="85"/>
                    </a:cubicBezTo>
                    <a:cubicBezTo>
                      <a:pt x="130" y="81"/>
                      <a:pt x="135" y="74"/>
                      <a:pt x="138" y="65"/>
                    </a:cubicBezTo>
                    <a:cubicBezTo>
                      <a:pt x="146" y="43"/>
                      <a:pt x="135" y="19"/>
                      <a:pt x="113" y="11"/>
                    </a:cubicBezTo>
                    <a:cubicBezTo>
                      <a:pt x="99" y="7"/>
                      <a:pt x="85" y="9"/>
                      <a:pt x="74" y="17"/>
                    </a:cubicBezTo>
                    <a:cubicBezTo>
                      <a:pt x="70" y="13"/>
                      <a:pt x="65" y="9"/>
                      <a:pt x="59" y="7"/>
                    </a:cubicBezTo>
                    <a:cubicBezTo>
                      <a:pt x="38" y="0"/>
                      <a:pt x="14" y="11"/>
                      <a:pt x="6" y="32"/>
                    </a:cubicBezTo>
                    <a:cubicBezTo>
                      <a:pt x="0" y="51"/>
                      <a:pt x="8" y="71"/>
                      <a:pt x="24" y="81"/>
                    </a:cubicBezTo>
                    <a:cubicBezTo>
                      <a:pt x="24" y="82"/>
                      <a:pt x="23" y="84"/>
                      <a:pt x="23" y="85"/>
                    </a:cubicBezTo>
                    <a:cubicBezTo>
                      <a:pt x="15" y="106"/>
                      <a:pt x="26" y="129"/>
                      <a:pt x="47" y="1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460"/>
              <p:cNvSpPr>
                <a:spLocks/>
              </p:cNvSpPr>
              <p:nvPr/>
            </p:nvSpPr>
            <p:spPr bwMode="auto">
              <a:xfrm>
                <a:off x="3382963" y="5106988"/>
                <a:ext cx="61913" cy="96838"/>
              </a:xfrm>
              <a:custGeom>
                <a:avLst/>
                <a:gdLst>
                  <a:gd name="T0" fmla="*/ 40 w 48"/>
                  <a:gd name="T1" fmla="*/ 47 h 75"/>
                  <a:gd name="T2" fmla="*/ 29 w 48"/>
                  <a:gd name="T3" fmla="*/ 0 h 75"/>
                  <a:gd name="T4" fmla="*/ 24 w 48"/>
                  <a:gd name="T5" fmla="*/ 4 h 75"/>
                  <a:gd name="T6" fmla="*/ 33 w 48"/>
                  <a:gd name="T7" fmla="*/ 44 h 75"/>
                  <a:gd name="T8" fmla="*/ 0 w 48"/>
                  <a:gd name="T9" fmla="*/ 68 h 75"/>
                  <a:gd name="T10" fmla="*/ 2 w 48"/>
                  <a:gd name="T11" fmla="*/ 75 h 75"/>
                  <a:gd name="T12" fmla="*/ 40 w 48"/>
                  <a:gd name="T13" fmla="*/ 47 h 75"/>
                </a:gdLst>
                <a:ahLst/>
                <a:cxnLst>
                  <a:cxn ang="0">
                    <a:pos x="T0" y="T1"/>
                  </a:cxn>
                  <a:cxn ang="0">
                    <a:pos x="T2" y="T3"/>
                  </a:cxn>
                  <a:cxn ang="0">
                    <a:pos x="T4" y="T5"/>
                  </a:cxn>
                  <a:cxn ang="0">
                    <a:pos x="T6" y="T7"/>
                  </a:cxn>
                  <a:cxn ang="0">
                    <a:pos x="T8" y="T9"/>
                  </a:cxn>
                  <a:cxn ang="0">
                    <a:pos x="T10" y="T11"/>
                  </a:cxn>
                  <a:cxn ang="0">
                    <a:pos x="T12" y="T13"/>
                  </a:cxn>
                </a:cxnLst>
                <a:rect l="0" t="0" r="r" b="b"/>
                <a:pathLst>
                  <a:path w="48" h="75">
                    <a:moveTo>
                      <a:pt x="40" y="47"/>
                    </a:moveTo>
                    <a:cubicBezTo>
                      <a:pt x="48" y="25"/>
                      <a:pt x="30" y="1"/>
                      <a:pt x="29" y="0"/>
                    </a:cubicBezTo>
                    <a:cubicBezTo>
                      <a:pt x="24" y="4"/>
                      <a:pt x="24" y="4"/>
                      <a:pt x="24" y="4"/>
                    </a:cubicBezTo>
                    <a:cubicBezTo>
                      <a:pt x="24" y="5"/>
                      <a:pt x="40" y="26"/>
                      <a:pt x="33" y="44"/>
                    </a:cubicBezTo>
                    <a:cubicBezTo>
                      <a:pt x="29" y="55"/>
                      <a:pt x="18" y="63"/>
                      <a:pt x="0" y="68"/>
                    </a:cubicBezTo>
                    <a:cubicBezTo>
                      <a:pt x="2" y="75"/>
                      <a:pt x="2" y="75"/>
                      <a:pt x="2" y="75"/>
                    </a:cubicBezTo>
                    <a:cubicBezTo>
                      <a:pt x="23" y="69"/>
                      <a:pt x="35" y="60"/>
                      <a:pt x="40"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461"/>
              <p:cNvSpPr>
                <a:spLocks/>
              </p:cNvSpPr>
              <p:nvPr/>
            </p:nvSpPr>
            <p:spPr bwMode="auto">
              <a:xfrm>
                <a:off x="3440113" y="5102225"/>
                <a:ext cx="92075" cy="61913"/>
              </a:xfrm>
              <a:custGeom>
                <a:avLst/>
                <a:gdLst>
                  <a:gd name="T0" fmla="*/ 71 w 71"/>
                  <a:gd name="T1" fmla="*/ 39 h 48"/>
                  <a:gd name="T2" fmla="*/ 68 w 71"/>
                  <a:gd name="T3" fmla="*/ 32 h 48"/>
                  <a:gd name="T4" fmla="*/ 27 w 71"/>
                  <a:gd name="T5" fmla="*/ 37 h 48"/>
                  <a:gd name="T6" fmla="*/ 7 w 71"/>
                  <a:gd name="T7" fmla="*/ 0 h 48"/>
                  <a:gd name="T8" fmla="*/ 0 w 71"/>
                  <a:gd name="T9" fmla="*/ 0 h 48"/>
                  <a:gd name="T10" fmla="*/ 23 w 71"/>
                  <a:gd name="T11" fmla="*/ 43 h 48"/>
                  <a:gd name="T12" fmla="*/ 40 w 71"/>
                  <a:gd name="T13" fmla="*/ 48 h 48"/>
                  <a:gd name="T14" fmla="*/ 71 w 71"/>
                  <a:gd name="T15" fmla="*/ 39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48">
                    <a:moveTo>
                      <a:pt x="71" y="39"/>
                    </a:moveTo>
                    <a:cubicBezTo>
                      <a:pt x="68" y="32"/>
                      <a:pt x="68" y="32"/>
                      <a:pt x="68" y="32"/>
                    </a:cubicBezTo>
                    <a:cubicBezTo>
                      <a:pt x="51" y="41"/>
                      <a:pt x="37" y="43"/>
                      <a:pt x="27" y="37"/>
                    </a:cubicBezTo>
                    <a:cubicBezTo>
                      <a:pt x="9" y="27"/>
                      <a:pt x="7" y="0"/>
                      <a:pt x="7" y="0"/>
                    </a:cubicBezTo>
                    <a:cubicBezTo>
                      <a:pt x="0" y="0"/>
                      <a:pt x="0" y="0"/>
                      <a:pt x="0" y="0"/>
                    </a:cubicBezTo>
                    <a:cubicBezTo>
                      <a:pt x="0" y="1"/>
                      <a:pt x="3" y="32"/>
                      <a:pt x="23" y="43"/>
                    </a:cubicBezTo>
                    <a:cubicBezTo>
                      <a:pt x="28" y="46"/>
                      <a:pt x="34" y="48"/>
                      <a:pt x="40" y="48"/>
                    </a:cubicBezTo>
                    <a:cubicBezTo>
                      <a:pt x="49" y="48"/>
                      <a:pt x="60" y="45"/>
                      <a:pt x="71"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462"/>
              <p:cNvSpPr>
                <a:spLocks/>
              </p:cNvSpPr>
              <p:nvPr/>
            </p:nvSpPr>
            <p:spPr bwMode="auto">
              <a:xfrm>
                <a:off x="3471863" y="5172075"/>
                <a:ext cx="65088" cy="95250"/>
              </a:xfrm>
              <a:custGeom>
                <a:avLst/>
                <a:gdLst>
                  <a:gd name="T0" fmla="*/ 50 w 50"/>
                  <a:gd name="T1" fmla="*/ 7 h 74"/>
                  <a:gd name="T2" fmla="*/ 49 w 50"/>
                  <a:gd name="T3" fmla="*/ 0 h 74"/>
                  <a:gd name="T4" fmla="*/ 9 w 50"/>
                  <a:gd name="T5" fmla="*/ 25 h 74"/>
                  <a:gd name="T6" fmla="*/ 20 w 50"/>
                  <a:gd name="T7" fmla="*/ 74 h 74"/>
                  <a:gd name="T8" fmla="*/ 26 w 50"/>
                  <a:gd name="T9" fmla="*/ 70 h 74"/>
                  <a:gd name="T10" fmla="*/ 15 w 50"/>
                  <a:gd name="T11" fmla="*/ 28 h 74"/>
                  <a:gd name="T12" fmla="*/ 50 w 50"/>
                  <a:gd name="T13" fmla="*/ 7 h 74"/>
                </a:gdLst>
                <a:ahLst/>
                <a:cxnLst>
                  <a:cxn ang="0">
                    <a:pos x="T0" y="T1"/>
                  </a:cxn>
                  <a:cxn ang="0">
                    <a:pos x="T2" y="T3"/>
                  </a:cxn>
                  <a:cxn ang="0">
                    <a:pos x="T4" y="T5"/>
                  </a:cxn>
                  <a:cxn ang="0">
                    <a:pos x="T6" y="T7"/>
                  </a:cxn>
                  <a:cxn ang="0">
                    <a:pos x="T8" y="T9"/>
                  </a:cxn>
                  <a:cxn ang="0">
                    <a:pos x="T10" y="T11"/>
                  </a:cxn>
                  <a:cxn ang="0">
                    <a:pos x="T12" y="T13"/>
                  </a:cxn>
                </a:cxnLst>
                <a:rect l="0" t="0" r="r" b="b"/>
                <a:pathLst>
                  <a:path w="50" h="74">
                    <a:moveTo>
                      <a:pt x="50" y="7"/>
                    </a:moveTo>
                    <a:cubicBezTo>
                      <a:pt x="49" y="0"/>
                      <a:pt x="49" y="0"/>
                      <a:pt x="49" y="0"/>
                    </a:cubicBezTo>
                    <a:cubicBezTo>
                      <a:pt x="27" y="4"/>
                      <a:pt x="14" y="12"/>
                      <a:pt x="9" y="25"/>
                    </a:cubicBezTo>
                    <a:cubicBezTo>
                      <a:pt x="0" y="47"/>
                      <a:pt x="19" y="73"/>
                      <a:pt x="20" y="74"/>
                    </a:cubicBezTo>
                    <a:cubicBezTo>
                      <a:pt x="26" y="70"/>
                      <a:pt x="26" y="70"/>
                      <a:pt x="26" y="70"/>
                    </a:cubicBezTo>
                    <a:cubicBezTo>
                      <a:pt x="26" y="70"/>
                      <a:pt x="8" y="46"/>
                      <a:pt x="15" y="28"/>
                    </a:cubicBezTo>
                    <a:cubicBezTo>
                      <a:pt x="19" y="17"/>
                      <a:pt x="31" y="10"/>
                      <a:pt x="5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463"/>
              <p:cNvSpPr>
                <a:spLocks/>
              </p:cNvSpPr>
              <p:nvPr/>
            </p:nvSpPr>
            <p:spPr bwMode="auto">
              <a:xfrm>
                <a:off x="3387725" y="5205413"/>
                <a:ext cx="92075" cy="68263"/>
              </a:xfrm>
              <a:custGeom>
                <a:avLst/>
                <a:gdLst>
                  <a:gd name="T0" fmla="*/ 71 w 71"/>
                  <a:gd name="T1" fmla="*/ 52 h 53"/>
                  <a:gd name="T2" fmla="*/ 48 w 71"/>
                  <a:gd name="T3" fmla="*/ 7 h 53"/>
                  <a:gd name="T4" fmla="*/ 0 w 71"/>
                  <a:gd name="T5" fmla="*/ 14 h 53"/>
                  <a:gd name="T6" fmla="*/ 4 w 71"/>
                  <a:gd name="T7" fmla="*/ 20 h 53"/>
                  <a:gd name="T8" fmla="*/ 45 w 71"/>
                  <a:gd name="T9" fmla="*/ 13 h 53"/>
                  <a:gd name="T10" fmla="*/ 63 w 71"/>
                  <a:gd name="T11" fmla="*/ 53 h 53"/>
                  <a:gd name="T12" fmla="*/ 71 w 71"/>
                  <a:gd name="T13" fmla="*/ 52 h 53"/>
                </a:gdLst>
                <a:ahLst/>
                <a:cxnLst>
                  <a:cxn ang="0">
                    <a:pos x="T0" y="T1"/>
                  </a:cxn>
                  <a:cxn ang="0">
                    <a:pos x="T2" y="T3"/>
                  </a:cxn>
                  <a:cxn ang="0">
                    <a:pos x="T4" y="T5"/>
                  </a:cxn>
                  <a:cxn ang="0">
                    <a:pos x="T6" y="T7"/>
                  </a:cxn>
                  <a:cxn ang="0">
                    <a:pos x="T8" y="T9"/>
                  </a:cxn>
                  <a:cxn ang="0">
                    <a:pos x="T10" y="T11"/>
                  </a:cxn>
                  <a:cxn ang="0">
                    <a:pos x="T12" y="T13"/>
                  </a:cxn>
                </a:cxnLst>
                <a:rect l="0" t="0" r="r" b="b"/>
                <a:pathLst>
                  <a:path w="71" h="53">
                    <a:moveTo>
                      <a:pt x="71" y="52"/>
                    </a:moveTo>
                    <a:cubicBezTo>
                      <a:pt x="71" y="51"/>
                      <a:pt x="69" y="18"/>
                      <a:pt x="48" y="7"/>
                    </a:cubicBezTo>
                    <a:cubicBezTo>
                      <a:pt x="36" y="0"/>
                      <a:pt x="20" y="3"/>
                      <a:pt x="0" y="14"/>
                    </a:cubicBezTo>
                    <a:cubicBezTo>
                      <a:pt x="4" y="20"/>
                      <a:pt x="4" y="20"/>
                      <a:pt x="4" y="20"/>
                    </a:cubicBezTo>
                    <a:cubicBezTo>
                      <a:pt x="21" y="10"/>
                      <a:pt x="35" y="8"/>
                      <a:pt x="45" y="13"/>
                    </a:cubicBezTo>
                    <a:cubicBezTo>
                      <a:pt x="62" y="23"/>
                      <a:pt x="63" y="52"/>
                      <a:pt x="63" y="53"/>
                    </a:cubicBezTo>
                    <a:lnTo>
                      <a:pt x="71" y="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464"/>
              <p:cNvSpPr>
                <a:spLocks/>
              </p:cNvSpPr>
              <p:nvPr/>
            </p:nvSpPr>
            <p:spPr bwMode="auto">
              <a:xfrm>
                <a:off x="4291013" y="4792663"/>
                <a:ext cx="106363" cy="77788"/>
              </a:xfrm>
              <a:custGeom>
                <a:avLst/>
                <a:gdLst>
                  <a:gd name="T0" fmla="*/ 0 w 82"/>
                  <a:gd name="T1" fmla="*/ 47 h 60"/>
                  <a:gd name="T2" fmla="*/ 78 w 82"/>
                  <a:gd name="T3" fmla="*/ 31 h 60"/>
                  <a:gd name="T4" fmla="*/ 0 w 82"/>
                  <a:gd name="T5" fmla="*/ 47 h 60"/>
                </a:gdLst>
                <a:ahLst/>
                <a:cxnLst>
                  <a:cxn ang="0">
                    <a:pos x="T0" y="T1"/>
                  </a:cxn>
                  <a:cxn ang="0">
                    <a:pos x="T2" y="T3"/>
                  </a:cxn>
                  <a:cxn ang="0">
                    <a:pos x="T4" y="T5"/>
                  </a:cxn>
                </a:cxnLst>
                <a:rect l="0" t="0" r="r" b="b"/>
                <a:pathLst>
                  <a:path w="82" h="60">
                    <a:moveTo>
                      <a:pt x="0" y="47"/>
                    </a:moveTo>
                    <a:cubicBezTo>
                      <a:pt x="49" y="40"/>
                      <a:pt x="82" y="60"/>
                      <a:pt x="78" y="31"/>
                    </a:cubicBezTo>
                    <a:cubicBezTo>
                      <a:pt x="72" y="0"/>
                      <a:pt x="14" y="14"/>
                      <a:pt x="0"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465"/>
              <p:cNvSpPr>
                <a:spLocks/>
              </p:cNvSpPr>
              <p:nvPr/>
            </p:nvSpPr>
            <p:spPr bwMode="auto">
              <a:xfrm>
                <a:off x="4224338" y="4754563"/>
                <a:ext cx="82550" cy="85725"/>
              </a:xfrm>
              <a:custGeom>
                <a:avLst/>
                <a:gdLst>
                  <a:gd name="T0" fmla="*/ 11 w 63"/>
                  <a:gd name="T1" fmla="*/ 67 h 67"/>
                  <a:gd name="T2" fmla="*/ 44 w 63"/>
                  <a:gd name="T3" fmla="*/ 14 h 67"/>
                  <a:gd name="T4" fmla="*/ 11 w 63"/>
                  <a:gd name="T5" fmla="*/ 67 h 67"/>
                </a:gdLst>
                <a:ahLst/>
                <a:cxnLst>
                  <a:cxn ang="0">
                    <a:pos x="T0" y="T1"/>
                  </a:cxn>
                  <a:cxn ang="0">
                    <a:pos x="T2" y="T3"/>
                  </a:cxn>
                  <a:cxn ang="0">
                    <a:pos x="T4" y="T5"/>
                  </a:cxn>
                </a:cxnLst>
                <a:rect l="0" t="0" r="r" b="b"/>
                <a:pathLst>
                  <a:path w="63" h="67">
                    <a:moveTo>
                      <a:pt x="11" y="67"/>
                    </a:moveTo>
                    <a:cubicBezTo>
                      <a:pt x="33" y="35"/>
                      <a:pt x="63" y="27"/>
                      <a:pt x="44" y="14"/>
                    </a:cubicBezTo>
                    <a:cubicBezTo>
                      <a:pt x="23" y="0"/>
                      <a:pt x="0" y="41"/>
                      <a:pt x="11"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466"/>
              <p:cNvSpPr>
                <a:spLocks/>
              </p:cNvSpPr>
              <p:nvPr/>
            </p:nvSpPr>
            <p:spPr bwMode="auto">
              <a:xfrm>
                <a:off x="4284663" y="4892675"/>
                <a:ext cx="71438" cy="52388"/>
              </a:xfrm>
              <a:custGeom>
                <a:avLst/>
                <a:gdLst>
                  <a:gd name="T0" fmla="*/ 0 w 55"/>
                  <a:gd name="T1" fmla="*/ 22 h 41"/>
                  <a:gd name="T2" fmla="*/ 55 w 55"/>
                  <a:gd name="T3" fmla="*/ 21 h 41"/>
                  <a:gd name="T4" fmla="*/ 0 w 55"/>
                  <a:gd name="T5" fmla="*/ 22 h 41"/>
                </a:gdLst>
                <a:ahLst/>
                <a:cxnLst>
                  <a:cxn ang="0">
                    <a:pos x="T0" y="T1"/>
                  </a:cxn>
                  <a:cxn ang="0">
                    <a:pos x="T2" y="T3"/>
                  </a:cxn>
                  <a:cxn ang="0">
                    <a:pos x="T4" y="T5"/>
                  </a:cxn>
                </a:cxnLst>
                <a:rect l="0" t="0" r="r" b="b"/>
                <a:pathLst>
                  <a:path w="55" h="41">
                    <a:moveTo>
                      <a:pt x="0" y="22"/>
                    </a:moveTo>
                    <a:cubicBezTo>
                      <a:pt x="34" y="24"/>
                      <a:pt x="54" y="41"/>
                      <a:pt x="55" y="21"/>
                    </a:cubicBezTo>
                    <a:cubicBezTo>
                      <a:pt x="55" y="0"/>
                      <a:pt x="14" y="2"/>
                      <a:pt x="0"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467"/>
              <p:cNvSpPr>
                <a:spLocks/>
              </p:cNvSpPr>
              <p:nvPr/>
            </p:nvSpPr>
            <p:spPr bwMode="auto">
              <a:xfrm>
                <a:off x="3670300" y="5087938"/>
                <a:ext cx="471488" cy="271463"/>
              </a:xfrm>
              <a:custGeom>
                <a:avLst/>
                <a:gdLst>
                  <a:gd name="T0" fmla="*/ 4 w 365"/>
                  <a:gd name="T1" fmla="*/ 185 h 210"/>
                  <a:gd name="T2" fmla="*/ 35 w 365"/>
                  <a:gd name="T3" fmla="*/ 210 h 210"/>
                  <a:gd name="T4" fmla="*/ 42 w 365"/>
                  <a:gd name="T5" fmla="*/ 209 h 210"/>
                  <a:gd name="T6" fmla="*/ 213 w 365"/>
                  <a:gd name="T7" fmla="*/ 169 h 210"/>
                  <a:gd name="T8" fmla="*/ 225 w 365"/>
                  <a:gd name="T9" fmla="*/ 162 h 210"/>
                  <a:gd name="T10" fmla="*/ 349 w 365"/>
                  <a:gd name="T11" fmla="*/ 60 h 210"/>
                  <a:gd name="T12" fmla="*/ 354 w 365"/>
                  <a:gd name="T13" fmla="*/ 15 h 210"/>
                  <a:gd name="T14" fmla="*/ 309 w 365"/>
                  <a:gd name="T15" fmla="*/ 11 h 210"/>
                  <a:gd name="T16" fmla="*/ 191 w 365"/>
                  <a:gd name="T17" fmla="*/ 108 h 210"/>
                  <a:gd name="T18" fmla="*/ 28 w 365"/>
                  <a:gd name="T19" fmla="*/ 147 h 210"/>
                  <a:gd name="T20" fmla="*/ 4 w 365"/>
                  <a:gd name="T21" fmla="*/ 185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5" h="210">
                    <a:moveTo>
                      <a:pt x="4" y="185"/>
                    </a:moveTo>
                    <a:cubicBezTo>
                      <a:pt x="7" y="200"/>
                      <a:pt x="20" y="210"/>
                      <a:pt x="35" y="210"/>
                    </a:cubicBezTo>
                    <a:cubicBezTo>
                      <a:pt x="37" y="210"/>
                      <a:pt x="40" y="210"/>
                      <a:pt x="42" y="209"/>
                    </a:cubicBezTo>
                    <a:cubicBezTo>
                      <a:pt x="213" y="169"/>
                      <a:pt x="213" y="169"/>
                      <a:pt x="213" y="169"/>
                    </a:cubicBezTo>
                    <a:cubicBezTo>
                      <a:pt x="217" y="168"/>
                      <a:pt x="222" y="165"/>
                      <a:pt x="225" y="162"/>
                    </a:cubicBezTo>
                    <a:cubicBezTo>
                      <a:pt x="349" y="60"/>
                      <a:pt x="349" y="60"/>
                      <a:pt x="349" y="60"/>
                    </a:cubicBezTo>
                    <a:cubicBezTo>
                      <a:pt x="363" y="49"/>
                      <a:pt x="365" y="29"/>
                      <a:pt x="354" y="15"/>
                    </a:cubicBezTo>
                    <a:cubicBezTo>
                      <a:pt x="343" y="2"/>
                      <a:pt x="322" y="0"/>
                      <a:pt x="309" y="11"/>
                    </a:cubicBezTo>
                    <a:cubicBezTo>
                      <a:pt x="191" y="108"/>
                      <a:pt x="191" y="108"/>
                      <a:pt x="191" y="108"/>
                    </a:cubicBezTo>
                    <a:cubicBezTo>
                      <a:pt x="28" y="147"/>
                      <a:pt x="28" y="147"/>
                      <a:pt x="28" y="147"/>
                    </a:cubicBezTo>
                    <a:cubicBezTo>
                      <a:pt x="10" y="151"/>
                      <a:pt x="0" y="168"/>
                      <a:pt x="4" y="1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468"/>
              <p:cNvSpPr>
                <a:spLocks/>
              </p:cNvSpPr>
              <p:nvPr/>
            </p:nvSpPr>
            <p:spPr bwMode="auto">
              <a:xfrm>
                <a:off x="4071938" y="4832350"/>
                <a:ext cx="49213" cy="39688"/>
              </a:xfrm>
              <a:custGeom>
                <a:avLst/>
                <a:gdLst>
                  <a:gd name="T0" fmla="*/ 33 w 38"/>
                  <a:gd name="T1" fmla="*/ 10 h 31"/>
                  <a:gd name="T2" fmla="*/ 38 w 38"/>
                  <a:gd name="T3" fmla="*/ 6 h 31"/>
                  <a:gd name="T4" fmla="*/ 34 w 38"/>
                  <a:gd name="T5" fmla="*/ 2 h 31"/>
                  <a:gd name="T6" fmla="*/ 11 w 38"/>
                  <a:gd name="T7" fmla="*/ 7 h 31"/>
                  <a:gd name="T8" fmla="*/ 0 w 38"/>
                  <a:gd name="T9" fmla="*/ 26 h 31"/>
                  <a:gd name="T10" fmla="*/ 4 w 38"/>
                  <a:gd name="T11" fmla="*/ 31 h 31"/>
                  <a:gd name="T12" fmla="*/ 4 w 38"/>
                  <a:gd name="T13" fmla="*/ 31 h 31"/>
                  <a:gd name="T14" fmla="*/ 8 w 38"/>
                  <a:gd name="T15" fmla="*/ 27 h 31"/>
                  <a:gd name="T16" fmla="*/ 16 w 38"/>
                  <a:gd name="T17" fmla="*/ 13 h 31"/>
                  <a:gd name="T18" fmla="*/ 33 w 38"/>
                  <a:gd name="T19" fmla="*/ 1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31">
                    <a:moveTo>
                      <a:pt x="33" y="10"/>
                    </a:moveTo>
                    <a:cubicBezTo>
                      <a:pt x="35" y="10"/>
                      <a:pt x="37" y="9"/>
                      <a:pt x="38" y="6"/>
                    </a:cubicBezTo>
                    <a:cubicBezTo>
                      <a:pt x="38" y="4"/>
                      <a:pt x="37" y="2"/>
                      <a:pt x="34" y="2"/>
                    </a:cubicBezTo>
                    <a:cubicBezTo>
                      <a:pt x="25" y="0"/>
                      <a:pt x="17" y="2"/>
                      <a:pt x="11" y="7"/>
                    </a:cubicBezTo>
                    <a:cubicBezTo>
                      <a:pt x="2" y="14"/>
                      <a:pt x="0" y="26"/>
                      <a:pt x="0" y="26"/>
                    </a:cubicBezTo>
                    <a:cubicBezTo>
                      <a:pt x="0" y="28"/>
                      <a:pt x="2" y="30"/>
                      <a:pt x="4" y="31"/>
                    </a:cubicBezTo>
                    <a:cubicBezTo>
                      <a:pt x="4" y="31"/>
                      <a:pt x="4" y="31"/>
                      <a:pt x="4" y="31"/>
                    </a:cubicBezTo>
                    <a:cubicBezTo>
                      <a:pt x="6" y="31"/>
                      <a:pt x="8" y="29"/>
                      <a:pt x="8" y="27"/>
                    </a:cubicBezTo>
                    <a:cubicBezTo>
                      <a:pt x="8" y="27"/>
                      <a:pt x="9" y="18"/>
                      <a:pt x="16" y="13"/>
                    </a:cubicBezTo>
                    <a:cubicBezTo>
                      <a:pt x="20" y="10"/>
                      <a:pt x="26" y="9"/>
                      <a:pt x="3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469"/>
              <p:cNvSpPr>
                <a:spLocks/>
              </p:cNvSpPr>
              <p:nvPr/>
            </p:nvSpPr>
            <p:spPr bwMode="auto">
              <a:xfrm>
                <a:off x="4049713" y="4806950"/>
                <a:ext cx="71438" cy="53975"/>
              </a:xfrm>
              <a:custGeom>
                <a:avLst/>
                <a:gdLst>
                  <a:gd name="T0" fmla="*/ 17 w 56"/>
                  <a:gd name="T1" fmla="*/ 9 h 41"/>
                  <a:gd name="T2" fmla="*/ 0 w 56"/>
                  <a:gd name="T3" fmla="*/ 36 h 41"/>
                  <a:gd name="T4" fmla="*/ 4 w 56"/>
                  <a:gd name="T5" fmla="*/ 41 h 41"/>
                  <a:gd name="T6" fmla="*/ 4 w 56"/>
                  <a:gd name="T7" fmla="*/ 41 h 41"/>
                  <a:gd name="T8" fmla="*/ 8 w 56"/>
                  <a:gd name="T9" fmla="*/ 37 h 41"/>
                  <a:gd name="T10" fmla="*/ 22 w 56"/>
                  <a:gd name="T11" fmla="*/ 15 h 41"/>
                  <a:gd name="T12" fmla="*/ 51 w 56"/>
                  <a:gd name="T13" fmla="*/ 11 h 41"/>
                  <a:gd name="T14" fmla="*/ 55 w 56"/>
                  <a:gd name="T15" fmla="*/ 8 h 41"/>
                  <a:gd name="T16" fmla="*/ 52 w 56"/>
                  <a:gd name="T17" fmla="*/ 3 h 41"/>
                  <a:gd name="T18" fmla="*/ 17 w 56"/>
                  <a:gd name="T19" fmla="*/ 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41">
                    <a:moveTo>
                      <a:pt x="17" y="9"/>
                    </a:moveTo>
                    <a:cubicBezTo>
                      <a:pt x="3" y="19"/>
                      <a:pt x="1" y="35"/>
                      <a:pt x="0" y="36"/>
                    </a:cubicBezTo>
                    <a:cubicBezTo>
                      <a:pt x="0" y="38"/>
                      <a:pt x="2" y="40"/>
                      <a:pt x="4" y="41"/>
                    </a:cubicBezTo>
                    <a:cubicBezTo>
                      <a:pt x="4" y="41"/>
                      <a:pt x="4" y="41"/>
                      <a:pt x="4" y="41"/>
                    </a:cubicBezTo>
                    <a:cubicBezTo>
                      <a:pt x="6" y="41"/>
                      <a:pt x="8" y="39"/>
                      <a:pt x="8" y="37"/>
                    </a:cubicBezTo>
                    <a:cubicBezTo>
                      <a:pt x="8" y="37"/>
                      <a:pt x="11" y="23"/>
                      <a:pt x="22" y="15"/>
                    </a:cubicBezTo>
                    <a:cubicBezTo>
                      <a:pt x="29" y="10"/>
                      <a:pt x="39" y="9"/>
                      <a:pt x="51" y="11"/>
                    </a:cubicBezTo>
                    <a:cubicBezTo>
                      <a:pt x="53" y="11"/>
                      <a:pt x="55" y="10"/>
                      <a:pt x="55" y="8"/>
                    </a:cubicBezTo>
                    <a:cubicBezTo>
                      <a:pt x="56" y="6"/>
                      <a:pt x="54" y="3"/>
                      <a:pt x="52" y="3"/>
                    </a:cubicBezTo>
                    <a:cubicBezTo>
                      <a:pt x="38" y="0"/>
                      <a:pt x="27" y="2"/>
                      <a:pt x="17"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470"/>
              <p:cNvSpPr>
                <a:spLocks/>
              </p:cNvSpPr>
              <p:nvPr/>
            </p:nvSpPr>
            <p:spPr bwMode="auto">
              <a:xfrm>
                <a:off x="4221163" y="4986338"/>
                <a:ext cx="44450" cy="41275"/>
              </a:xfrm>
              <a:custGeom>
                <a:avLst/>
                <a:gdLst>
                  <a:gd name="T0" fmla="*/ 4 w 35"/>
                  <a:gd name="T1" fmla="*/ 25 h 33"/>
                  <a:gd name="T2" fmla="*/ 0 w 35"/>
                  <a:gd name="T3" fmla="*/ 29 h 33"/>
                  <a:gd name="T4" fmla="*/ 4 w 35"/>
                  <a:gd name="T5" fmla="*/ 33 h 33"/>
                  <a:gd name="T6" fmla="*/ 4 w 35"/>
                  <a:gd name="T7" fmla="*/ 33 h 33"/>
                  <a:gd name="T8" fmla="*/ 26 w 35"/>
                  <a:gd name="T9" fmla="*/ 25 h 33"/>
                  <a:gd name="T10" fmla="*/ 34 w 35"/>
                  <a:gd name="T11" fmla="*/ 4 h 33"/>
                  <a:gd name="T12" fmla="*/ 30 w 35"/>
                  <a:gd name="T13" fmla="*/ 0 h 33"/>
                  <a:gd name="T14" fmla="*/ 26 w 35"/>
                  <a:gd name="T15" fmla="*/ 4 h 33"/>
                  <a:gd name="T16" fmla="*/ 21 w 35"/>
                  <a:gd name="T17" fmla="*/ 19 h 33"/>
                  <a:gd name="T18" fmla="*/ 4 w 35"/>
                  <a:gd name="T19"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3">
                    <a:moveTo>
                      <a:pt x="4" y="25"/>
                    </a:moveTo>
                    <a:cubicBezTo>
                      <a:pt x="2" y="25"/>
                      <a:pt x="0" y="27"/>
                      <a:pt x="0" y="29"/>
                    </a:cubicBezTo>
                    <a:cubicBezTo>
                      <a:pt x="0" y="31"/>
                      <a:pt x="2" y="33"/>
                      <a:pt x="4" y="33"/>
                    </a:cubicBezTo>
                    <a:cubicBezTo>
                      <a:pt x="4" y="33"/>
                      <a:pt x="4" y="33"/>
                      <a:pt x="4" y="33"/>
                    </a:cubicBezTo>
                    <a:cubicBezTo>
                      <a:pt x="14" y="33"/>
                      <a:pt x="21" y="30"/>
                      <a:pt x="26" y="25"/>
                    </a:cubicBezTo>
                    <a:cubicBezTo>
                      <a:pt x="35" y="16"/>
                      <a:pt x="34" y="4"/>
                      <a:pt x="34" y="4"/>
                    </a:cubicBezTo>
                    <a:cubicBezTo>
                      <a:pt x="34" y="2"/>
                      <a:pt x="32" y="0"/>
                      <a:pt x="30" y="0"/>
                    </a:cubicBezTo>
                    <a:cubicBezTo>
                      <a:pt x="28" y="0"/>
                      <a:pt x="26" y="2"/>
                      <a:pt x="26" y="4"/>
                    </a:cubicBezTo>
                    <a:cubicBezTo>
                      <a:pt x="26" y="4"/>
                      <a:pt x="26" y="13"/>
                      <a:pt x="21" y="19"/>
                    </a:cubicBezTo>
                    <a:cubicBezTo>
                      <a:pt x="17" y="23"/>
                      <a:pt x="11" y="25"/>
                      <a:pt x="4"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471"/>
              <p:cNvSpPr>
                <a:spLocks/>
              </p:cNvSpPr>
              <p:nvPr/>
            </p:nvSpPr>
            <p:spPr bwMode="auto">
              <a:xfrm>
                <a:off x="4224338" y="4992688"/>
                <a:ext cx="63500" cy="58738"/>
              </a:xfrm>
              <a:custGeom>
                <a:avLst/>
                <a:gdLst>
                  <a:gd name="T0" fmla="*/ 4 w 50"/>
                  <a:gd name="T1" fmla="*/ 45 h 45"/>
                  <a:gd name="T2" fmla="*/ 7 w 50"/>
                  <a:gd name="T3" fmla="*/ 45 h 45"/>
                  <a:gd name="T4" fmla="*/ 38 w 50"/>
                  <a:gd name="T5" fmla="*/ 34 h 45"/>
                  <a:gd name="T6" fmla="*/ 50 w 50"/>
                  <a:gd name="T7" fmla="*/ 4 h 45"/>
                  <a:gd name="T8" fmla="*/ 46 w 50"/>
                  <a:gd name="T9" fmla="*/ 0 h 45"/>
                  <a:gd name="T10" fmla="*/ 46 w 50"/>
                  <a:gd name="T11" fmla="*/ 0 h 45"/>
                  <a:gd name="T12" fmla="*/ 42 w 50"/>
                  <a:gd name="T13" fmla="*/ 4 h 45"/>
                  <a:gd name="T14" fmla="*/ 32 w 50"/>
                  <a:gd name="T15" fmla="*/ 28 h 45"/>
                  <a:gd name="T16" fmla="*/ 4 w 50"/>
                  <a:gd name="T17" fmla="*/ 37 h 45"/>
                  <a:gd name="T18" fmla="*/ 0 w 50"/>
                  <a:gd name="T19" fmla="*/ 41 h 45"/>
                  <a:gd name="T20" fmla="*/ 4 w 50"/>
                  <a:gd name="T21"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5">
                    <a:moveTo>
                      <a:pt x="4" y="45"/>
                    </a:moveTo>
                    <a:cubicBezTo>
                      <a:pt x="5" y="45"/>
                      <a:pt x="6" y="45"/>
                      <a:pt x="7" y="45"/>
                    </a:cubicBezTo>
                    <a:cubicBezTo>
                      <a:pt x="20" y="45"/>
                      <a:pt x="30" y="41"/>
                      <a:pt x="38" y="34"/>
                    </a:cubicBezTo>
                    <a:cubicBezTo>
                      <a:pt x="50" y="22"/>
                      <a:pt x="50" y="5"/>
                      <a:pt x="50" y="4"/>
                    </a:cubicBezTo>
                    <a:cubicBezTo>
                      <a:pt x="50" y="2"/>
                      <a:pt x="48" y="0"/>
                      <a:pt x="46" y="0"/>
                    </a:cubicBezTo>
                    <a:cubicBezTo>
                      <a:pt x="46" y="0"/>
                      <a:pt x="46" y="0"/>
                      <a:pt x="46" y="0"/>
                    </a:cubicBezTo>
                    <a:cubicBezTo>
                      <a:pt x="44" y="0"/>
                      <a:pt x="42" y="2"/>
                      <a:pt x="42" y="4"/>
                    </a:cubicBezTo>
                    <a:cubicBezTo>
                      <a:pt x="42" y="4"/>
                      <a:pt x="42" y="19"/>
                      <a:pt x="32" y="28"/>
                    </a:cubicBezTo>
                    <a:cubicBezTo>
                      <a:pt x="25" y="34"/>
                      <a:pt x="16" y="37"/>
                      <a:pt x="4" y="37"/>
                    </a:cubicBezTo>
                    <a:cubicBezTo>
                      <a:pt x="2" y="37"/>
                      <a:pt x="0" y="38"/>
                      <a:pt x="0" y="41"/>
                    </a:cubicBezTo>
                    <a:cubicBezTo>
                      <a:pt x="0" y="43"/>
                      <a:pt x="2" y="45"/>
                      <a:pt x="4"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472"/>
              <p:cNvSpPr>
                <a:spLocks/>
              </p:cNvSpPr>
              <p:nvPr/>
            </p:nvSpPr>
            <p:spPr bwMode="auto">
              <a:xfrm>
                <a:off x="4141788" y="5391150"/>
                <a:ext cx="42863" cy="44450"/>
              </a:xfrm>
              <a:custGeom>
                <a:avLst/>
                <a:gdLst>
                  <a:gd name="T0" fmla="*/ 4 w 34"/>
                  <a:gd name="T1" fmla="*/ 26 h 34"/>
                  <a:gd name="T2" fmla="*/ 0 w 34"/>
                  <a:gd name="T3" fmla="*/ 30 h 34"/>
                  <a:gd name="T4" fmla="*/ 4 w 34"/>
                  <a:gd name="T5" fmla="*/ 34 h 34"/>
                  <a:gd name="T6" fmla="*/ 4 w 34"/>
                  <a:gd name="T7" fmla="*/ 34 h 34"/>
                  <a:gd name="T8" fmla="*/ 26 w 34"/>
                  <a:gd name="T9" fmla="*/ 25 h 34"/>
                  <a:gd name="T10" fmla="*/ 33 w 34"/>
                  <a:gd name="T11" fmla="*/ 4 h 34"/>
                  <a:gd name="T12" fmla="*/ 29 w 34"/>
                  <a:gd name="T13" fmla="*/ 1 h 34"/>
                  <a:gd name="T14" fmla="*/ 25 w 34"/>
                  <a:gd name="T15" fmla="*/ 5 h 34"/>
                  <a:gd name="T16" fmla="*/ 20 w 34"/>
                  <a:gd name="T17" fmla="*/ 20 h 34"/>
                  <a:gd name="T18" fmla="*/ 4 w 34"/>
                  <a:gd name="T19" fmla="*/ 2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4" y="26"/>
                    </a:moveTo>
                    <a:cubicBezTo>
                      <a:pt x="1" y="26"/>
                      <a:pt x="0" y="27"/>
                      <a:pt x="0" y="30"/>
                    </a:cubicBezTo>
                    <a:cubicBezTo>
                      <a:pt x="0" y="32"/>
                      <a:pt x="1" y="34"/>
                      <a:pt x="4" y="34"/>
                    </a:cubicBezTo>
                    <a:cubicBezTo>
                      <a:pt x="4" y="34"/>
                      <a:pt x="4" y="34"/>
                      <a:pt x="4" y="34"/>
                    </a:cubicBezTo>
                    <a:cubicBezTo>
                      <a:pt x="13" y="34"/>
                      <a:pt x="21" y="31"/>
                      <a:pt x="26" y="25"/>
                    </a:cubicBezTo>
                    <a:cubicBezTo>
                      <a:pt x="34" y="17"/>
                      <a:pt x="33" y="5"/>
                      <a:pt x="33" y="4"/>
                    </a:cubicBezTo>
                    <a:cubicBezTo>
                      <a:pt x="33" y="2"/>
                      <a:pt x="31" y="0"/>
                      <a:pt x="29" y="1"/>
                    </a:cubicBezTo>
                    <a:cubicBezTo>
                      <a:pt x="27" y="1"/>
                      <a:pt x="25" y="3"/>
                      <a:pt x="25" y="5"/>
                    </a:cubicBezTo>
                    <a:cubicBezTo>
                      <a:pt x="25" y="5"/>
                      <a:pt x="26" y="14"/>
                      <a:pt x="20" y="20"/>
                    </a:cubicBezTo>
                    <a:cubicBezTo>
                      <a:pt x="16" y="24"/>
                      <a:pt x="11" y="26"/>
                      <a:pt x="4"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473"/>
              <p:cNvSpPr>
                <a:spLocks/>
              </p:cNvSpPr>
              <p:nvPr/>
            </p:nvSpPr>
            <p:spPr bwMode="auto">
              <a:xfrm>
                <a:off x="4141788" y="5400675"/>
                <a:ext cx="66675" cy="55563"/>
              </a:xfrm>
              <a:custGeom>
                <a:avLst/>
                <a:gdLst>
                  <a:gd name="T0" fmla="*/ 4 w 51"/>
                  <a:gd name="T1" fmla="*/ 44 h 44"/>
                  <a:gd name="T2" fmla="*/ 7 w 51"/>
                  <a:gd name="T3" fmla="*/ 44 h 44"/>
                  <a:gd name="T4" fmla="*/ 38 w 51"/>
                  <a:gd name="T5" fmla="*/ 33 h 44"/>
                  <a:gd name="T6" fmla="*/ 51 w 51"/>
                  <a:gd name="T7" fmla="*/ 4 h 44"/>
                  <a:gd name="T8" fmla="*/ 47 w 51"/>
                  <a:gd name="T9" fmla="*/ 0 h 44"/>
                  <a:gd name="T10" fmla="*/ 47 w 51"/>
                  <a:gd name="T11" fmla="*/ 0 h 44"/>
                  <a:gd name="T12" fmla="*/ 43 w 51"/>
                  <a:gd name="T13" fmla="*/ 4 h 44"/>
                  <a:gd name="T14" fmla="*/ 32 w 51"/>
                  <a:gd name="T15" fmla="*/ 28 h 44"/>
                  <a:gd name="T16" fmla="*/ 5 w 51"/>
                  <a:gd name="T17" fmla="*/ 36 h 44"/>
                  <a:gd name="T18" fmla="*/ 1 w 51"/>
                  <a:gd name="T19" fmla="*/ 40 h 44"/>
                  <a:gd name="T20" fmla="*/ 4 w 51"/>
                  <a:gd name="T21"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1" h="44">
                    <a:moveTo>
                      <a:pt x="4" y="44"/>
                    </a:moveTo>
                    <a:cubicBezTo>
                      <a:pt x="5" y="44"/>
                      <a:pt x="6" y="44"/>
                      <a:pt x="7" y="44"/>
                    </a:cubicBezTo>
                    <a:cubicBezTo>
                      <a:pt x="20" y="44"/>
                      <a:pt x="30" y="41"/>
                      <a:pt x="38" y="33"/>
                    </a:cubicBezTo>
                    <a:cubicBezTo>
                      <a:pt x="50" y="22"/>
                      <a:pt x="51" y="5"/>
                      <a:pt x="51" y="4"/>
                    </a:cubicBezTo>
                    <a:cubicBezTo>
                      <a:pt x="51" y="2"/>
                      <a:pt x="49" y="0"/>
                      <a:pt x="47" y="0"/>
                    </a:cubicBezTo>
                    <a:cubicBezTo>
                      <a:pt x="47" y="0"/>
                      <a:pt x="47" y="0"/>
                      <a:pt x="47" y="0"/>
                    </a:cubicBezTo>
                    <a:cubicBezTo>
                      <a:pt x="44" y="0"/>
                      <a:pt x="43" y="2"/>
                      <a:pt x="43" y="4"/>
                    </a:cubicBezTo>
                    <a:cubicBezTo>
                      <a:pt x="43" y="4"/>
                      <a:pt x="42" y="18"/>
                      <a:pt x="32" y="28"/>
                    </a:cubicBezTo>
                    <a:cubicBezTo>
                      <a:pt x="26" y="34"/>
                      <a:pt x="17" y="37"/>
                      <a:pt x="5" y="36"/>
                    </a:cubicBezTo>
                    <a:cubicBezTo>
                      <a:pt x="3" y="36"/>
                      <a:pt x="1" y="38"/>
                      <a:pt x="1" y="40"/>
                    </a:cubicBezTo>
                    <a:cubicBezTo>
                      <a:pt x="0" y="42"/>
                      <a:pt x="2" y="44"/>
                      <a:pt x="4"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474"/>
              <p:cNvSpPr>
                <a:spLocks/>
              </p:cNvSpPr>
              <p:nvPr/>
            </p:nvSpPr>
            <p:spPr bwMode="auto">
              <a:xfrm>
                <a:off x="3943350" y="5310188"/>
                <a:ext cx="50800" cy="36513"/>
              </a:xfrm>
              <a:custGeom>
                <a:avLst/>
                <a:gdLst>
                  <a:gd name="T0" fmla="*/ 31 w 39"/>
                  <a:gd name="T1" fmla="*/ 4 h 29"/>
                  <a:gd name="T2" fmla="*/ 22 w 39"/>
                  <a:gd name="T3" fmla="*/ 18 h 29"/>
                  <a:gd name="T4" fmla="*/ 5 w 39"/>
                  <a:gd name="T5" fmla="*/ 20 h 29"/>
                  <a:gd name="T6" fmla="*/ 0 w 39"/>
                  <a:gd name="T7" fmla="*/ 23 h 29"/>
                  <a:gd name="T8" fmla="*/ 3 w 39"/>
                  <a:gd name="T9" fmla="*/ 28 h 29"/>
                  <a:gd name="T10" fmla="*/ 12 w 39"/>
                  <a:gd name="T11" fmla="*/ 29 h 29"/>
                  <a:gd name="T12" fmla="*/ 27 w 39"/>
                  <a:gd name="T13" fmla="*/ 24 h 29"/>
                  <a:gd name="T14" fmla="*/ 39 w 39"/>
                  <a:gd name="T15" fmla="*/ 5 h 29"/>
                  <a:gd name="T16" fmla="*/ 36 w 39"/>
                  <a:gd name="T17" fmla="*/ 1 h 29"/>
                  <a:gd name="T18" fmla="*/ 31 w 39"/>
                  <a:gd name="T19" fmla="*/ 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29">
                    <a:moveTo>
                      <a:pt x="31" y="4"/>
                    </a:moveTo>
                    <a:cubicBezTo>
                      <a:pt x="31" y="4"/>
                      <a:pt x="29" y="13"/>
                      <a:pt x="22" y="18"/>
                    </a:cubicBezTo>
                    <a:cubicBezTo>
                      <a:pt x="18" y="21"/>
                      <a:pt x="12" y="21"/>
                      <a:pt x="5" y="20"/>
                    </a:cubicBezTo>
                    <a:cubicBezTo>
                      <a:pt x="3" y="19"/>
                      <a:pt x="1" y="21"/>
                      <a:pt x="0" y="23"/>
                    </a:cubicBezTo>
                    <a:cubicBezTo>
                      <a:pt x="0" y="25"/>
                      <a:pt x="1" y="27"/>
                      <a:pt x="3" y="28"/>
                    </a:cubicBezTo>
                    <a:cubicBezTo>
                      <a:pt x="6" y="28"/>
                      <a:pt x="9" y="29"/>
                      <a:pt x="12" y="29"/>
                    </a:cubicBezTo>
                    <a:cubicBezTo>
                      <a:pt x="17" y="29"/>
                      <a:pt x="22" y="27"/>
                      <a:pt x="27" y="24"/>
                    </a:cubicBezTo>
                    <a:cubicBezTo>
                      <a:pt x="37" y="18"/>
                      <a:pt x="39" y="6"/>
                      <a:pt x="39" y="5"/>
                    </a:cubicBezTo>
                    <a:cubicBezTo>
                      <a:pt x="39" y="3"/>
                      <a:pt x="38" y="1"/>
                      <a:pt x="36" y="1"/>
                    </a:cubicBezTo>
                    <a:cubicBezTo>
                      <a:pt x="33" y="0"/>
                      <a:pt x="31" y="2"/>
                      <a:pt x="3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475"/>
              <p:cNvSpPr>
                <a:spLocks/>
              </p:cNvSpPr>
              <p:nvPr/>
            </p:nvSpPr>
            <p:spPr bwMode="auto">
              <a:xfrm>
                <a:off x="3941763" y="5322888"/>
                <a:ext cx="74613" cy="47625"/>
              </a:xfrm>
              <a:custGeom>
                <a:avLst/>
                <a:gdLst>
                  <a:gd name="T0" fmla="*/ 57 w 58"/>
                  <a:gd name="T1" fmla="*/ 6 h 37"/>
                  <a:gd name="T2" fmla="*/ 54 w 58"/>
                  <a:gd name="T3" fmla="*/ 1 h 37"/>
                  <a:gd name="T4" fmla="*/ 49 w 58"/>
                  <a:gd name="T5" fmla="*/ 4 h 37"/>
                  <a:gd name="T6" fmla="*/ 34 w 58"/>
                  <a:gd name="T7" fmla="*/ 25 h 37"/>
                  <a:gd name="T8" fmla="*/ 5 w 58"/>
                  <a:gd name="T9" fmla="*/ 27 h 37"/>
                  <a:gd name="T10" fmla="*/ 0 w 58"/>
                  <a:gd name="T11" fmla="*/ 30 h 37"/>
                  <a:gd name="T12" fmla="*/ 3 w 58"/>
                  <a:gd name="T13" fmla="*/ 35 h 37"/>
                  <a:gd name="T14" fmla="*/ 18 w 58"/>
                  <a:gd name="T15" fmla="*/ 37 h 37"/>
                  <a:gd name="T16" fmla="*/ 38 w 58"/>
                  <a:gd name="T17" fmla="*/ 32 h 37"/>
                  <a:gd name="T18" fmla="*/ 57 w 58"/>
                  <a:gd name="T19" fmla="*/ 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37">
                    <a:moveTo>
                      <a:pt x="57" y="6"/>
                    </a:moveTo>
                    <a:cubicBezTo>
                      <a:pt x="58" y="4"/>
                      <a:pt x="56" y="1"/>
                      <a:pt x="54" y="1"/>
                    </a:cubicBezTo>
                    <a:cubicBezTo>
                      <a:pt x="52" y="0"/>
                      <a:pt x="50" y="2"/>
                      <a:pt x="49" y="4"/>
                    </a:cubicBezTo>
                    <a:cubicBezTo>
                      <a:pt x="49" y="4"/>
                      <a:pt x="46" y="18"/>
                      <a:pt x="34" y="25"/>
                    </a:cubicBezTo>
                    <a:cubicBezTo>
                      <a:pt x="27" y="30"/>
                      <a:pt x="17" y="30"/>
                      <a:pt x="5" y="27"/>
                    </a:cubicBezTo>
                    <a:cubicBezTo>
                      <a:pt x="3" y="27"/>
                      <a:pt x="1" y="28"/>
                      <a:pt x="0" y="30"/>
                    </a:cubicBezTo>
                    <a:cubicBezTo>
                      <a:pt x="0" y="33"/>
                      <a:pt x="1" y="35"/>
                      <a:pt x="3" y="35"/>
                    </a:cubicBezTo>
                    <a:cubicBezTo>
                      <a:pt x="8" y="37"/>
                      <a:pt x="13" y="37"/>
                      <a:pt x="18" y="37"/>
                    </a:cubicBezTo>
                    <a:cubicBezTo>
                      <a:pt x="26" y="37"/>
                      <a:pt x="32" y="35"/>
                      <a:pt x="38" y="32"/>
                    </a:cubicBezTo>
                    <a:cubicBezTo>
                      <a:pt x="53" y="23"/>
                      <a:pt x="57" y="6"/>
                      <a:pt x="57"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1" name="组合 10"/>
            <p:cNvGrpSpPr/>
            <p:nvPr/>
          </p:nvGrpSpPr>
          <p:grpSpPr>
            <a:xfrm>
              <a:off x="185738" y="2717800"/>
              <a:ext cx="1677988" cy="1784351"/>
              <a:chOff x="185738" y="2717800"/>
              <a:chExt cx="1677988" cy="1784351"/>
            </a:xfrm>
            <a:solidFill>
              <a:schemeClr val="tx1">
                <a:lumMod val="65000"/>
                <a:lumOff val="35000"/>
              </a:schemeClr>
            </a:solidFill>
          </p:grpSpPr>
          <p:sp>
            <p:nvSpPr>
              <p:cNvPr id="120" name="Freeform 476"/>
              <p:cNvSpPr>
                <a:spLocks/>
              </p:cNvSpPr>
              <p:nvPr/>
            </p:nvSpPr>
            <p:spPr bwMode="auto">
              <a:xfrm>
                <a:off x="381000" y="4386263"/>
                <a:ext cx="85725" cy="114300"/>
              </a:xfrm>
              <a:custGeom>
                <a:avLst/>
                <a:gdLst>
                  <a:gd name="T0" fmla="*/ 23 w 67"/>
                  <a:gd name="T1" fmla="*/ 15 h 88"/>
                  <a:gd name="T2" fmla="*/ 24 w 67"/>
                  <a:gd name="T3" fmla="*/ 7 h 88"/>
                  <a:gd name="T4" fmla="*/ 22 w 67"/>
                  <a:gd name="T5" fmla="*/ 2 h 88"/>
                  <a:gd name="T6" fmla="*/ 17 w 67"/>
                  <a:gd name="T7" fmla="*/ 0 h 88"/>
                  <a:gd name="T8" fmla="*/ 12 w 67"/>
                  <a:gd name="T9" fmla="*/ 2 h 88"/>
                  <a:gd name="T10" fmla="*/ 9 w 67"/>
                  <a:gd name="T11" fmla="*/ 6 h 88"/>
                  <a:gd name="T12" fmla="*/ 8 w 67"/>
                  <a:gd name="T13" fmla="*/ 14 h 88"/>
                  <a:gd name="T14" fmla="*/ 3 w 67"/>
                  <a:gd name="T15" fmla="*/ 63 h 88"/>
                  <a:gd name="T16" fmla="*/ 1 w 67"/>
                  <a:gd name="T17" fmla="*/ 75 h 88"/>
                  <a:gd name="T18" fmla="*/ 0 w 67"/>
                  <a:gd name="T19" fmla="*/ 80 h 88"/>
                  <a:gd name="T20" fmla="*/ 2 w 67"/>
                  <a:gd name="T21" fmla="*/ 85 h 88"/>
                  <a:gd name="T22" fmla="*/ 7 w 67"/>
                  <a:gd name="T23" fmla="*/ 88 h 88"/>
                  <a:gd name="T24" fmla="*/ 16 w 67"/>
                  <a:gd name="T25" fmla="*/ 86 h 88"/>
                  <a:gd name="T26" fmla="*/ 47 w 67"/>
                  <a:gd name="T27" fmla="*/ 81 h 88"/>
                  <a:gd name="T28" fmla="*/ 52 w 67"/>
                  <a:gd name="T29" fmla="*/ 82 h 88"/>
                  <a:gd name="T30" fmla="*/ 56 w 67"/>
                  <a:gd name="T31" fmla="*/ 82 h 88"/>
                  <a:gd name="T32" fmla="*/ 63 w 67"/>
                  <a:gd name="T33" fmla="*/ 80 h 88"/>
                  <a:gd name="T34" fmla="*/ 67 w 67"/>
                  <a:gd name="T35" fmla="*/ 74 h 88"/>
                  <a:gd name="T36" fmla="*/ 65 w 67"/>
                  <a:gd name="T37" fmla="*/ 69 h 88"/>
                  <a:gd name="T38" fmla="*/ 60 w 67"/>
                  <a:gd name="T39" fmla="*/ 67 h 88"/>
                  <a:gd name="T40" fmla="*/ 57 w 67"/>
                  <a:gd name="T41" fmla="*/ 68 h 88"/>
                  <a:gd name="T42" fmla="*/ 38 w 67"/>
                  <a:gd name="T43" fmla="*/ 70 h 88"/>
                  <a:gd name="T44" fmla="*/ 29 w 67"/>
                  <a:gd name="T45" fmla="*/ 70 h 88"/>
                  <a:gd name="T46" fmla="*/ 17 w 67"/>
                  <a:gd name="T47" fmla="*/ 72 h 88"/>
                  <a:gd name="T48" fmla="*/ 16 w 67"/>
                  <a:gd name="T49" fmla="*/ 70 h 88"/>
                  <a:gd name="T50" fmla="*/ 19 w 67"/>
                  <a:gd name="T51" fmla="*/ 46 h 88"/>
                  <a:gd name="T52" fmla="*/ 23 w 67"/>
                  <a:gd name="T53" fmla="*/ 1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7" h="88">
                    <a:moveTo>
                      <a:pt x="23" y="15"/>
                    </a:moveTo>
                    <a:cubicBezTo>
                      <a:pt x="24" y="11"/>
                      <a:pt x="24" y="8"/>
                      <a:pt x="24" y="7"/>
                    </a:cubicBezTo>
                    <a:cubicBezTo>
                      <a:pt x="24" y="5"/>
                      <a:pt x="23" y="4"/>
                      <a:pt x="22" y="2"/>
                    </a:cubicBezTo>
                    <a:cubicBezTo>
                      <a:pt x="21" y="1"/>
                      <a:pt x="19" y="0"/>
                      <a:pt x="17" y="0"/>
                    </a:cubicBezTo>
                    <a:cubicBezTo>
                      <a:pt x="15" y="0"/>
                      <a:pt x="13" y="1"/>
                      <a:pt x="12" y="2"/>
                    </a:cubicBezTo>
                    <a:cubicBezTo>
                      <a:pt x="10" y="3"/>
                      <a:pt x="10" y="4"/>
                      <a:pt x="9" y="6"/>
                    </a:cubicBezTo>
                    <a:cubicBezTo>
                      <a:pt x="9" y="7"/>
                      <a:pt x="8" y="10"/>
                      <a:pt x="8" y="14"/>
                    </a:cubicBezTo>
                    <a:cubicBezTo>
                      <a:pt x="3" y="63"/>
                      <a:pt x="3" y="63"/>
                      <a:pt x="3" y="63"/>
                    </a:cubicBezTo>
                    <a:cubicBezTo>
                      <a:pt x="2" y="67"/>
                      <a:pt x="2" y="71"/>
                      <a:pt x="1" y="75"/>
                    </a:cubicBezTo>
                    <a:cubicBezTo>
                      <a:pt x="0" y="78"/>
                      <a:pt x="0" y="79"/>
                      <a:pt x="0" y="80"/>
                    </a:cubicBezTo>
                    <a:cubicBezTo>
                      <a:pt x="0" y="82"/>
                      <a:pt x="0" y="83"/>
                      <a:pt x="2" y="85"/>
                    </a:cubicBezTo>
                    <a:cubicBezTo>
                      <a:pt x="3" y="87"/>
                      <a:pt x="5" y="88"/>
                      <a:pt x="7" y="88"/>
                    </a:cubicBezTo>
                    <a:cubicBezTo>
                      <a:pt x="9" y="88"/>
                      <a:pt x="12" y="87"/>
                      <a:pt x="16" y="86"/>
                    </a:cubicBezTo>
                    <a:cubicBezTo>
                      <a:pt x="26" y="83"/>
                      <a:pt x="36" y="81"/>
                      <a:pt x="47" y="81"/>
                    </a:cubicBezTo>
                    <a:cubicBezTo>
                      <a:pt x="48" y="81"/>
                      <a:pt x="49" y="82"/>
                      <a:pt x="52" y="82"/>
                    </a:cubicBezTo>
                    <a:cubicBezTo>
                      <a:pt x="54" y="82"/>
                      <a:pt x="56" y="82"/>
                      <a:pt x="56" y="82"/>
                    </a:cubicBezTo>
                    <a:cubicBezTo>
                      <a:pt x="59" y="82"/>
                      <a:pt x="61" y="81"/>
                      <a:pt x="63" y="80"/>
                    </a:cubicBezTo>
                    <a:cubicBezTo>
                      <a:pt x="66" y="78"/>
                      <a:pt x="67" y="76"/>
                      <a:pt x="67" y="74"/>
                    </a:cubicBezTo>
                    <a:cubicBezTo>
                      <a:pt x="67" y="72"/>
                      <a:pt x="66" y="70"/>
                      <a:pt x="65" y="69"/>
                    </a:cubicBezTo>
                    <a:cubicBezTo>
                      <a:pt x="64" y="68"/>
                      <a:pt x="62" y="67"/>
                      <a:pt x="60" y="67"/>
                    </a:cubicBezTo>
                    <a:cubicBezTo>
                      <a:pt x="59" y="67"/>
                      <a:pt x="58" y="67"/>
                      <a:pt x="57" y="68"/>
                    </a:cubicBezTo>
                    <a:cubicBezTo>
                      <a:pt x="54" y="68"/>
                      <a:pt x="47" y="69"/>
                      <a:pt x="38" y="70"/>
                    </a:cubicBezTo>
                    <a:cubicBezTo>
                      <a:pt x="35" y="70"/>
                      <a:pt x="32" y="70"/>
                      <a:pt x="29" y="70"/>
                    </a:cubicBezTo>
                    <a:cubicBezTo>
                      <a:pt x="22" y="72"/>
                      <a:pt x="18" y="72"/>
                      <a:pt x="17" y="72"/>
                    </a:cubicBezTo>
                    <a:cubicBezTo>
                      <a:pt x="16" y="72"/>
                      <a:pt x="16" y="72"/>
                      <a:pt x="16" y="70"/>
                    </a:cubicBezTo>
                    <a:cubicBezTo>
                      <a:pt x="16" y="69"/>
                      <a:pt x="17" y="61"/>
                      <a:pt x="19" y="46"/>
                    </a:cubicBezTo>
                    <a:cubicBezTo>
                      <a:pt x="21" y="31"/>
                      <a:pt x="22" y="20"/>
                      <a:pt x="23"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477"/>
              <p:cNvSpPr>
                <a:spLocks noEditPoints="1"/>
              </p:cNvSpPr>
              <p:nvPr/>
            </p:nvSpPr>
            <p:spPr bwMode="auto">
              <a:xfrm>
                <a:off x="474663" y="4411663"/>
                <a:ext cx="69850" cy="88900"/>
              </a:xfrm>
              <a:custGeom>
                <a:avLst/>
                <a:gdLst>
                  <a:gd name="T0" fmla="*/ 16 w 54"/>
                  <a:gd name="T1" fmla="*/ 45 h 68"/>
                  <a:gd name="T2" fmla="*/ 41 w 54"/>
                  <a:gd name="T3" fmla="*/ 33 h 68"/>
                  <a:gd name="T4" fmla="*/ 51 w 54"/>
                  <a:gd name="T5" fmla="*/ 14 h 68"/>
                  <a:gd name="T6" fmla="*/ 47 w 54"/>
                  <a:gd name="T7" fmla="*/ 4 h 68"/>
                  <a:gd name="T8" fmla="*/ 36 w 54"/>
                  <a:gd name="T9" fmla="*/ 0 h 68"/>
                  <a:gd name="T10" fmla="*/ 12 w 54"/>
                  <a:gd name="T11" fmla="*/ 14 h 68"/>
                  <a:gd name="T12" fmla="*/ 0 w 54"/>
                  <a:gd name="T13" fmla="*/ 44 h 68"/>
                  <a:gd name="T14" fmla="*/ 6 w 54"/>
                  <a:gd name="T15" fmla="*/ 62 h 68"/>
                  <a:gd name="T16" fmla="*/ 21 w 54"/>
                  <a:gd name="T17" fmla="*/ 68 h 68"/>
                  <a:gd name="T18" fmla="*/ 44 w 54"/>
                  <a:gd name="T19" fmla="*/ 59 h 68"/>
                  <a:gd name="T20" fmla="*/ 54 w 54"/>
                  <a:gd name="T21" fmla="*/ 45 h 68"/>
                  <a:gd name="T22" fmla="*/ 51 w 54"/>
                  <a:gd name="T23" fmla="*/ 41 h 68"/>
                  <a:gd name="T24" fmla="*/ 47 w 54"/>
                  <a:gd name="T25" fmla="*/ 43 h 68"/>
                  <a:gd name="T26" fmla="*/ 24 w 54"/>
                  <a:gd name="T27" fmla="*/ 55 h 68"/>
                  <a:gd name="T28" fmla="*/ 17 w 54"/>
                  <a:gd name="T29" fmla="*/ 53 h 68"/>
                  <a:gd name="T30" fmla="*/ 15 w 54"/>
                  <a:gd name="T31" fmla="*/ 48 h 68"/>
                  <a:gd name="T32" fmla="*/ 16 w 54"/>
                  <a:gd name="T33" fmla="*/ 45 h 68"/>
                  <a:gd name="T34" fmla="*/ 24 w 54"/>
                  <a:gd name="T35" fmla="*/ 19 h 68"/>
                  <a:gd name="T36" fmla="*/ 35 w 54"/>
                  <a:gd name="T37" fmla="*/ 12 h 68"/>
                  <a:gd name="T38" fmla="*/ 38 w 54"/>
                  <a:gd name="T39" fmla="*/ 13 h 68"/>
                  <a:gd name="T40" fmla="*/ 39 w 54"/>
                  <a:gd name="T41" fmla="*/ 16 h 68"/>
                  <a:gd name="T42" fmla="*/ 32 w 54"/>
                  <a:gd name="T43" fmla="*/ 27 h 68"/>
                  <a:gd name="T44" fmla="*/ 16 w 54"/>
                  <a:gd name="T45" fmla="*/ 35 h 68"/>
                  <a:gd name="T46" fmla="*/ 24 w 54"/>
                  <a:gd name="T47" fmla="*/ 1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 h="68">
                    <a:moveTo>
                      <a:pt x="16" y="45"/>
                    </a:moveTo>
                    <a:cubicBezTo>
                      <a:pt x="26" y="43"/>
                      <a:pt x="35" y="39"/>
                      <a:pt x="41" y="33"/>
                    </a:cubicBezTo>
                    <a:cubicBezTo>
                      <a:pt x="48" y="27"/>
                      <a:pt x="51" y="20"/>
                      <a:pt x="51" y="14"/>
                    </a:cubicBezTo>
                    <a:cubicBezTo>
                      <a:pt x="51" y="10"/>
                      <a:pt x="49" y="7"/>
                      <a:pt x="47" y="4"/>
                    </a:cubicBezTo>
                    <a:cubicBezTo>
                      <a:pt x="44" y="1"/>
                      <a:pt x="41" y="0"/>
                      <a:pt x="36" y="0"/>
                    </a:cubicBezTo>
                    <a:cubicBezTo>
                      <a:pt x="28" y="0"/>
                      <a:pt x="20" y="4"/>
                      <a:pt x="12" y="14"/>
                    </a:cubicBezTo>
                    <a:cubicBezTo>
                      <a:pt x="4" y="23"/>
                      <a:pt x="0" y="34"/>
                      <a:pt x="0" y="44"/>
                    </a:cubicBezTo>
                    <a:cubicBezTo>
                      <a:pt x="0" y="52"/>
                      <a:pt x="2" y="57"/>
                      <a:pt x="6" y="62"/>
                    </a:cubicBezTo>
                    <a:cubicBezTo>
                      <a:pt x="10" y="66"/>
                      <a:pt x="15" y="68"/>
                      <a:pt x="21" y="68"/>
                    </a:cubicBezTo>
                    <a:cubicBezTo>
                      <a:pt x="30" y="68"/>
                      <a:pt x="38" y="65"/>
                      <a:pt x="44" y="59"/>
                    </a:cubicBezTo>
                    <a:cubicBezTo>
                      <a:pt x="51" y="54"/>
                      <a:pt x="54" y="49"/>
                      <a:pt x="54" y="45"/>
                    </a:cubicBezTo>
                    <a:cubicBezTo>
                      <a:pt x="54" y="42"/>
                      <a:pt x="53" y="41"/>
                      <a:pt x="51" y="41"/>
                    </a:cubicBezTo>
                    <a:cubicBezTo>
                      <a:pt x="50" y="41"/>
                      <a:pt x="48" y="42"/>
                      <a:pt x="47" y="43"/>
                    </a:cubicBezTo>
                    <a:cubicBezTo>
                      <a:pt x="39" y="51"/>
                      <a:pt x="31" y="55"/>
                      <a:pt x="24" y="55"/>
                    </a:cubicBezTo>
                    <a:cubicBezTo>
                      <a:pt x="21" y="55"/>
                      <a:pt x="19" y="55"/>
                      <a:pt x="17" y="53"/>
                    </a:cubicBezTo>
                    <a:cubicBezTo>
                      <a:pt x="15" y="51"/>
                      <a:pt x="15" y="49"/>
                      <a:pt x="15" y="48"/>
                    </a:cubicBezTo>
                    <a:cubicBezTo>
                      <a:pt x="15" y="46"/>
                      <a:pt x="15" y="46"/>
                      <a:pt x="16" y="45"/>
                    </a:cubicBezTo>
                    <a:close/>
                    <a:moveTo>
                      <a:pt x="24" y="19"/>
                    </a:moveTo>
                    <a:cubicBezTo>
                      <a:pt x="28" y="14"/>
                      <a:pt x="32" y="12"/>
                      <a:pt x="35" y="12"/>
                    </a:cubicBezTo>
                    <a:cubicBezTo>
                      <a:pt x="36" y="12"/>
                      <a:pt x="37" y="12"/>
                      <a:pt x="38" y="13"/>
                    </a:cubicBezTo>
                    <a:cubicBezTo>
                      <a:pt x="38" y="14"/>
                      <a:pt x="39" y="15"/>
                      <a:pt x="39" y="16"/>
                    </a:cubicBezTo>
                    <a:cubicBezTo>
                      <a:pt x="39" y="19"/>
                      <a:pt x="36" y="23"/>
                      <a:pt x="32" y="27"/>
                    </a:cubicBezTo>
                    <a:cubicBezTo>
                      <a:pt x="27" y="31"/>
                      <a:pt x="22" y="33"/>
                      <a:pt x="16" y="35"/>
                    </a:cubicBezTo>
                    <a:cubicBezTo>
                      <a:pt x="17" y="29"/>
                      <a:pt x="20" y="24"/>
                      <a:pt x="24"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478"/>
              <p:cNvSpPr>
                <a:spLocks noEditPoints="1"/>
              </p:cNvSpPr>
              <p:nvPr/>
            </p:nvSpPr>
            <p:spPr bwMode="auto">
              <a:xfrm>
                <a:off x="554038" y="4413250"/>
                <a:ext cx="79375" cy="85725"/>
              </a:xfrm>
              <a:custGeom>
                <a:avLst/>
                <a:gdLst>
                  <a:gd name="T0" fmla="*/ 52 w 61"/>
                  <a:gd name="T1" fmla="*/ 66 h 66"/>
                  <a:gd name="T2" fmla="*/ 58 w 61"/>
                  <a:gd name="T3" fmla="*/ 64 h 66"/>
                  <a:gd name="T4" fmla="*/ 61 w 61"/>
                  <a:gd name="T5" fmla="*/ 59 h 66"/>
                  <a:gd name="T6" fmla="*/ 58 w 61"/>
                  <a:gd name="T7" fmla="*/ 56 h 66"/>
                  <a:gd name="T8" fmla="*/ 56 w 61"/>
                  <a:gd name="T9" fmla="*/ 54 h 66"/>
                  <a:gd name="T10" fmla="*/ 54 w 61"/>
                  <a:gd name="T11" fmla="*/ 50 h 66"/>
                  <a:gd name="T12" fmla="*/ 53 w 61"/>
                  <a:gd name="T13" fmla="*/ 40 h 66"/>
                  <a:gd name="T14" fmla="*/ 56 w 61"/>
                  <a:gd name="T15" fmla="*/ 21 h 66"/>
                  <a:gd name="T16" fmla="*/ 57 w 61"/>
                  <a:gd name="T17" fmla="*/ 12 h 66"/>
                  <a:gd name="T18" fmla="*/ 50 w 61"/>
                  <a:gd name="T19" fmla="*/ 7 h 66"/>
                  <a:gd name="T20" fmla="*/ 41 w 61"/>
                  <a:gd name="T21" fmla="*/ 0 h 66"/>
                  <a:gd name="T22" fmla="*/ 13 w 61"/>
                  <a:gd name="T23" fmla="*/ 17 h 66"/>
                  <a:gd name="T24" fmla="*/ 0 w 61"/>
                  <a:gd name="T25" fmla="*/ 50 h 66"/>
                  <a:gd name="T26" fmla="*/ 3 w 61"/>
                  <a:gd name="T27" fmla="*/ 60 h 66"/>
                  <a:gd name="T28" fmla="*/ 12 w 61"/>
                  <a:gd name="T29" fmla="*/ 65 h 66"/>
                  <a:gd name="T30" fmla="*/ 42 w 61"/>
                  <a:gd name="T31" fmla="*/ 44 h 66"/>
                  <a:gd name="T32" fmla="*/ 52 w 61"/>
                  <a:gd name="T33" fmla="*/ 66 h 66"/>
                  <a:gd name="T34" fmla="*/ 33 w 61"/>
                  <a:gd name="T35" fmla="*/ 40 h 66"/>
                  <a:gd name="T36" fmla="*/ 16 w 61"/>
                  <a:gd name="T37" fmla="*/ 52 h 66"/>
                  <a:gd name="T38" fmla="*/ 14 w 61"/>
                  <a:gd name="T39" fmla="*/ 47 h 66"/>
                  <a:gd name="T40" fmla="*/ 23 w 61"/>
                  <a:gd name="T41" fmla="*/ 25 h 66"/>
                  <a:gd name="T42" fmla="*/ 38 w 61"/>
                  <a:gd name="T43" fmla="*/ 12 h 66"/>
                  <a:gd name="T44" fmla="*/ 41 w 61"/>
                  <a:gd name="T45" fmla="*/ 14 h 66"/>
                  <a:gd name="T46" fmla="*/ 43 w 61"/>
                  <a:gd name="T47" fmla="*/ 19 h 66"/>
                  <a:gd name="T48" fmla="*/ 33 w 61"/>
                  <a:gd name="T49" fmla="*/ 4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1" h="66">
                    <a:moveTo>
                      <a:pt x="52" y="66"/>
                    </a:moveTo>
                    <a:cubicBezTo>
                      <a:pt x="54" y="66"/>
                      <a:pt x="56" y="66"/>
                      <a:pt x="58" y="64"/>
                    </a:cubicBezTo>
                    <a:cubicBezTo>
                      <a:pt x="60" y="63"/>
                      <a:pt x="61" y="61"/>
                      <a:pt x="61" y="59"/>
                    </a:cubicBezTo>
                    <a:cubicBezTo>
                      <a:pt x="61" y="58"/>
                      <a:pt x="60" y="57"/>
                      <a:pt x="58" y="56"/>
                    </a:cubicBezTo>
                    <a:cubicBezTo>
                      <a:pt x="57" y="56"/>
                      <a:pt x="56" y="55"/>
                      <a:pt x="56" y="54"/>
                    </a:cubicBezTo>
                    <a:cubicBezTo>
                      <a:pt x="55" y="54"/>
                      <a:pt x="55" y="52"/>
                      <a:pt x="54" y="50"/>
                    </a:cubicBezTo>
                    <a:cubicBezTo>
                      <a:pt x="54" y="48"/>
                      <a:pt x="53" y="45"/>
                      <a:pt x="53" y="40"/>
                    </a:cubicBezTo>
                    <a:cubicBezTo>
                      <a:pt x="53" y="35"/>
                      <a:pt x="54" y="29"/>
                      <a:pt x="56" y="21"/>
                    </a:cubicBezTo>
                    <a:cubicBezTo>
                      <a:pt x="56" y="17"/>
                      <a:pt x="57" y="14"/>
                      <a:pt x="57" y="12"/>
                    </a:cubicBezTo>
                    <a:cubicBezTo>
                      <a:pt x="57" y="9"/>
                      <a:pt x="55" y="7"/>
                      <a:pt x="50" y="7"/>
                    </a:cubicBezTo>
                    <a:cubicBezTo>
                      <a:pt x="49" y="2"/>
                      <a:pt x="46" y="0"/>
                      <a:pt x="41" y="0"/>
                    </a:cubicBezTo>
                    <a:cubicBezTo>
                      <a:pt x="32" y="0"/>
                      <a:pt x="22" y="6"/>
                      <a:pt x="13" y="17"/>
                    </a:cubicBezTo>
                    <a:cubicBezTo>
                      <a:pt x="4" y="29"/>
                      <a:pt x="0" y="40"/>
                      <a:pt x="0" y="50"/>
                    </a:cubicBezTo>
                    <a:cubicBezTo>
                      <a:pt x="0" y="54"/>
                      <a:pt x="1" y="58"/>
                      <a:pt x="3" y="60"/>
                    </a:cubicBezTo>
                    <a:cubicBezTo>
                      <a:pt x="6" y="63"/>
                      <a:pt x="9" y="65"/>
                      <a:pt x="12" y="65"/>
                    </a:cubicBezTo>
                    <a:cubicBezTo>
                      <a:pt x="22" y="65"/>
                      <a:pt x="32" y="58"/>
                      <a:pt x="42" y="44"/>
                    </a:cubicBezTo>
                    <a:cubicBezTo>
                      <a:pt x="41" y="59"/>
                      <a:pt x="44" y="66"/>
                      <a:pt x="52" y="66"/>
                    </a:cubicBezTo>
                    <a:close/>
                    <a:moveTo>
                      <a:pt x="33" y="40"/>
                    </a:moveTo>
                    <a:cubicBezTo>
                      <a:pt x="26" y="48"/>
                      <a:pt x="20" y="52"/>
                      <a:pt x="16" y="52"/>
                    </a:cubicBezTo>
                    <a:cubicBezTo>
                      <a:pt x="14" y="52"/>
                      <a:pt x="14" y="50"/>
                      <a:pt x="14" y="47"/>
                    </a:cubicBezTo>
                    <a:cubicBezTo>
                      <a:pt x="14" y="41"/>
                      <a:pt x="17" y="34"/>
                      <a:pt x="23" y="25"/>
                    </a:cubicBezTo>
                    <a:cubicBezTo>
                      <a:pt x="29" y="17"/>
                      <a:pt x="34" y="12"/>
                      <a:pt x="38" y="12"/>
                    </a:cubicBezTo>
                    <a:cubicBezTo>
                      <a:pt x="39" y="12"/>
                      <a:pt x="40" y="13"/>
                      <a:pt x="41" y="14"/>
                    </a:cubicBezTo>
                    <a:cubicBezTo>
                      <a:pt x="42" y="15"/>
                      <a:pt x="43" y="17"/>
                      <a:pt x="43" y="19"/>
                    </a:cubicBezTo>
                    <a:cubicBezTo>
                      <a:pt x="43" y="25"/>
                      <a:pt x="39" y="32"/>
                      <a:pt x="33"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479"/>
              <p:cNvSpPr>
                <a:spLocks/>
              </p:cNvSpPr>
              <p:nvPr/>
            </p:nvSpPr>
            <p:spPr bwMode="auto">
              <a:xfrm>
                <a:off x="642938" y="4414838"/>
                <a:ext cx="85725" cy="87313"/>
              </a:xfrm>
              <a:custGeom>
                <a:avLst/>
                <a:gdLst>
                  <a:gd name="T0" fmla="*/ 60 w 67"/>
                  <a:gd name="T1" fmla="*/ 0 h 67"/>
                  <a:gd name="T2" fmla="*/ 54 w 67"/>
                  <a:gd name="T3" fmla="*/ 1 h 67"/>
                  <a:gd name="T4" fmla="*/ 46 w 67"/>
                  <a:gd name="T5" fmla="*/ 10 h 67"/>
                  <a:gd name="T6" fmla="*/ 34 w 67"/>
                  <a:gd name="T7" fmla="*/ 28 h 67"/>
                  <a:gd name="T8" fmla="*/ 26 w 67"/>
                  <a:gd name="T9" fmla="*/ 42 h 67"/>
                  <a:gd name="T10" fmla="*/ 23 w 67"/>
                  <a:gd name="T11" fmla="*/ 46 h 67"/>
                  <a:gd name="T12" fmla="*/ 22 w 67"/>
                  <a:gd name="T13" fmla="*/ 43 h 67"/>
                  <a:gd name="T14" fmla="*/ 20 w 67"/>
                  <a:gd name="T15" fmla="*/ 36 h 67"/>
                  <a:gd name="T16" fmla="*/ 17 w 67"/>
                  <a:gd name="T17" fmla="*/ 26 h 67"/>
                  <a:gd name="T18" fmla="*/ 15 w 67"/>
                  <a:gd name="T19" fmla="*/ 17 h 67"/>
                  <a:gd name="T20" fmla="*/ 15 w 67"/>
                  <a:gd name="T21" fmla="*/ 9 h 67"/>
                  <a:gd name="T22" fmla="*/ 8 w 67"/>
                  <a:gd name="T23" fmla="*/ 1 h 67"/>
                  <a:gd name="T24" fmla="*/ 0 w 67"/>
                  <a:gd name="T25" fmla="*/ 10 h 67"/>
                  <a:gd name="T26" fmla="*/ 10 w 67"/>
                  <a:gd name="T27" fmla="*/ 46 h 67"/>
                  <a:gd name="T28" fmla="*/ 14 w 67"/>
                  <a:gd name="T29" fmla="*/ 62 h 67"/>
                  <a:gd name="T30" fmla="*/ 22 w 67"/>
                  <a:gd name="T31" fmla="*/ 67 h 67"/>
                  <a:gd name="T32" fmla="*/ 31 w 67"/>
                  <a:gd name="T33" fmla="*/ 57 h 67"/>
                  <a:gd name="T34" fmla="*/ 49 w 67"/>
                  <a:gd name="T35" fmla="*/ 28 h 67"/>
                  <a:gd name="T36" fmla="*/ 62 w 67"/>
                  <a:gd name="T37" fmla="*/ 13 h 67"/>
                  <a:gd name="T38" fmla="*/ 67 w 67"/>
                  <a:gd name="T39" fmla="*/ 7 h 67"/>
                  <a:gd name="T40" fmla="*/ 65 w 67"/>
                  <a:gd name="T41" fmla="*/ 2 h 67"/>
                  <a:gd name="T42" fmla="*/ 60 w 67"/>
                  <a:gd name="T43"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7" h="67">
                    <a:moveTo>
                      <a:pt x="60" y="0"/>
                    </a:moveTo>
                    <a:cubicBezTo>
                      <a:pt x="58" y="0"/>
                      <a:pt x="56" y="0"/>
                      <a:pt x="54" y="1"/>
                    </a:cubicBezTo>
                    <a:cubicBezTo>
                      <a:pt x="53" y="2"/>
                      <a:pt x="50" y="5"/>
                      <a:pt x="46" y="10"/>
                    </a:cubicBezTo>
                    <a:cubicBezTo>
                      <a:pt x="43" y="14"/>
                      <a:pt x="39" y="20"/>
                      <a:pt x="34" y="28"/>
                    </a:cubicBezTo>
                    <a:cubicBezTo>
                      <a:pt x="29" y="35"/>
                      <a:pt x="27" y="40"/>
                      <a:pt x="26" y="42"/>
                    </a:cubicBezTo>
                    <a:cubicBezTo>
                      <a:pt x="24" y="44"/>
                      <a:pt x="24" y="46"/>
                      <a:pt x="23" y="46"/>
                    </a:cubicBezTo>
                    <a:cubicBezTo>
                      <a:pt x="23" y="45"/>
                      <a:pt x="23" y="44"/>
                      <a:pt x="22" y="43"/>
                    </a:cubicBezTo>
                    <a:cubicBezTo>
                      <a:pt x="21" y="40"/>
                      <a:pt x="21" y="38"/>
                      <a:pt x="20" y="36"/>
                    </a:cubicBezTo>
                    <a:cubicBezTo>
                      <a:pt x="19" y="33"/>
                      <a:pt x="18" y="30"/>
                      <a:pt x="17" y="26"/>
                    </a:cubicBezTo>
                    <a:cubicBezTo>
                      <a:pt x="16" y="22"/>
                      <a:pt x="15" y="19"/>
                      <a:pt x="15" y="17"/>
                    </a:cubicBezTo>
                    <a:cubicBezTo>
                      <a:pt x="15" y="16"/>
                      <a:pt x="15" y="13"/>
                      <a:pt x="15" y="9"/>
                    </a:cubicBezTo>
                    <a:cubicBezTo>
                      <a:pt x="15" y="4"/>
                      <a:pt x="13" y="1"/>
                      <a:pt x="8" y="1"/>
                    </a:cubicBezTo>
                    <a:cubicBezTo>
                      <a:pt x="3" y="1"/>
                      <a:pt x="0" y="4"/>
                      <a:pt x="0" y="10"/>
                    </a:cubicBezTo>
                    <a:cubicBezTo>
                      <a:pt x="0" y="17"/>
                      <a:pt x="3" y="29"/>
                      <a:pt x="10" y="46"/>
                    </a:cubicBezTo>
                    <a:cubicBezTo>
                      <a:pt x="13" y="54"/>
                      <a:pt x="14" y="60"/>
                      <a:pt x="14" y="62"/>
                    </a:cubicBezTo>
                    <a:cubicBezTo>
                      <a:pt x="17" y="66"/>
                      <a:pt x="19" y="67"/>
                      <a:pt x="22" y="67"/>
                    </a:cubicBezTo>
                    <a:cubicBezTo>
                      <a:pt x="25" y="67"/>
                      <a:pt x="28" y="64"/>
                      <a:pt x="31" y="57"/>
                    </a:cubicBezTo>
                    <a:cubicBezTo>
                      <a:pt x="38" y="45"/>
                      <a:pt x="43" y="36"/>
                      <a:pt x="49" y="28"/>
                    </a:cubicBezTo>
                    <a:cubicBezTo>
                      <a:pt x="54" y="20"/>
                      <a:pt x="59" y="15"/>
                      <a:pt x="62" y="13"/>
                    </a:cubicBezTo>
                    <a:cubicBezTo>
                      <a:pt x="65" y="11"/>
                      <a:pt x="67" y="9"/>
                      <a:pt x="67" y="7"/>
                    </a:cubicBezTo>
                    <a:cubicBezTo>
                      <a:pt x="67" y="5"/>
                      <a:pt x="66" y="3"/>
                      <a:pt x="65" y="2"/>
                    </a:cubicBezTo>
                    <a:cubicBezTo>
                      <a:pt x="63" y="0"/>
                      <a:pt x="62" y="0"/>
                      <a:pt x="6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480"/>
              <p:cNvSpPr>
                <a:spLocks noEditPoints="1"/>
              </p:cNvSpPr>
              <p:nvPr/>
            </p:nvSpPr>
            <p:spPr bwMode="auto">
              <a:xfrm>
                <a:off x="727075" y="4411663"/>
                <a:ext cx="69850" cy="88900"/>
              </a:xfrm>
              <a:custGeom>
                <a:avLst/>
                <a:gdLst>
                  <a:gd name="T0" fmla="*/ 21 w 54"/>
                  <a:gd name="T1" fmla="*/ 68 h 68"/>
                  <a:gd name="T2" fmla="*/ 44 w 54"/>
                  <a:gd name="T3" fmla="*/ 59 h 68"/>
                  <a:gd name="T4" fmla="*/ 54 w 54"/>
                  <a:gd name="T5" fmla="*/ 45 h 68"/>
                  <a:gd name="T6" fmla="*/ 50 w 54"/>
                  <a:gd name="T7" fmla="*/ 41 h 68"/>
                  <a:gd name="T8" fmla="*/ 46 w 54"/>
                  <a:gd name="T9" fmla="*/ 43 h 68"/>
                  <a:gd name="T10" fmla="*/ 23 w 54"/>
                  <a:gd name="T11" fmla="*/ 55 h 68"/>
                  <a:gd name="T12" fmla="*/ 16 w 54"/>
                  <a:gd name="T13" fmla="*/ 53 h 68"/>
                  <a:gd name="T14" fmla="*/ 14 w 54"/>
                  <a:gd name="T15" fmla="*/ 48 h 68"/>
                  <a:gd name="T16" fmla="*/ 16 w 54"/>
                  <a:gd name="T17" fmla="*/ 45 h 68"/>
                  <a:gd name="T18" fmla="*/ 41 w 54"/>
                  <a:gd name="T19" fmla="*/ 33 h 68"/>
                  <a:gd name="T20" fmla="*/ 50 w 54"/>
                  <a:gd name="T21" fmla="*/ 14 h 68"/>
                  <a:gd name="T22" fmla="*/ 46 w 54"/>
                  <a:gd name="T23" fmla="*/ 4 h 68"/>
                  <a:gd name="T24" fmla="*/ 36 w 54"/>
                  <a:gd name="T25" fmla="*/ 0 h 68"/>
                  <a:gd name="T26" fmla="*/ 11 w 54"/>
                  <a:gd name="T27" fmla="*/ 14 h 68"/>
                  <a:gd name="T28" fmla="*/ 0 w 54"/>
                  <a:gd name="T29" fmla="*/ 44 h 68"/>
                  <a:gd name="T30" fmla="*/ 5 w 54"/>
                  <a:gd name="T31" fmla="*/ 62 h 68"/>
                  <a:gd name="T32" fmla="*/ 21 w 54"/>
                  <a:gd name="T33" fmla="*/ 68 h 68"/>
                  <a:gd name="T34" fmla="*/ 23 w 54"/>
                  <a:gd name="T35" fmla="*/ 19 h 68"/>
                  <a:gd name="T36" fmla="*/ 34 w 54"/>
                  <a:gd name="T37" fmla="*/ 12 h 68"/>
                  <a:gd name="T38" fmla="*/ 37 w 54"/>
                  <a:gd name="T39" fmla="*/ 13 h 68"/>
                  <a:gd name="T40" fmla="*/ 38 w 54"/>
                  <a:gd name="T41" fmla="*/ 16 h 68"/>
                  <a:gd name="T42" fmla="*/ 31 w 54"/>
                  <a:gd name="T43" fmla="*/ 27 h 68"/>
                  <a:gd name="T44" fmla="*/ 15 w 54"/>
                  <a:gd name="T45" fmla="*/ 35 h 68"/>
                  <a:gd name="T46" fmla="*/ 23 w 54"/>
                  <a:gd name="T47" fmla="*/ 1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 h="68">
                    <a:moveTo>
                      <a:pt x="21" y="68"/>
                    </a:moveTo>
                    <a:cubicBezTo>
                      <a:pt x="29" y="68"/>
                      <a:pt x="37" y="65"/>
                      <a:pt x="44" y="59"/>
                    </a:cubicBezTo>
                    <a:cubicBezTo>
                      <a:pt x="51" y="54"/>
                      <a:pt x="54" y="49"/>
                      <a:pt x="54" y="45"/>
                    </a:cubicBezTo>
                    <a:cubicBezTo>
                      <a:pt x="54" y="42"/>
                      <a:pt x="53" y="41"/>
                      <a:pt x="50" y="41"/>
                    </a:cubicBezTo>
                    <a:cubicBezTo>
                      <a:pt x="49" y="41"/>
                      <a:pt x="48" y="42"/>
                      <a:pt x="46" y="43"/>
                    </a:cubicBezTo>
                    <a:cubicBezTo>
                      <a:pt x="38" y="51"/>
                      <a:pt x="31" y="55"/>
                      <a:pt x="23" y="55"/>
                    </a:cubicBezTo>
                    <a:cubicBezTo>
                      <a:pt x="20" y="55"/>
                      <a:pt x="18" y="55"/>
                      <a:pt x="16" y="53"/>
                    </a:cubicBezTo>
                    <a:cubicBezTo>
                      <a:pt x="15" y="51"/>
                      <a:pt x="14" y="49"/>
                      <a:pt x="14" y="48"/>
                    </a:cubicBezTo>
                    <a:cubicBezTo>
                      <a:pt x="14" y="46"/>
                      <a:pt x="15" y="46"/>
                      <a:pt x="16" y="45"/>
                    </a:cubicBezTo>
                    <a:cubicBezTo>
                      <a:pt x="26" y="43"/>
                      <a:pt x="34" y="39"/>
                      <a:pt x="41" y="33"/>
                    </a:cubicBezTo>
                    <a:cubicBezTo>
                      <a:pt x="47" y="27"/>
                      <a:pt x="50" y="20"/>
                      <a:pt x="50" y="14"/>
                    </a:cubicBezTo>
                    <a:cubicBezTo>
                      <a:pt x="50" y="10"/>
                      <a:pt x="49" y="7"/>
                      <a:pt x="46" y="4"/>
                    </a:cubicBezTo>
                    <a:cubicBezTo>
                      <a:pt x="44" y="1"/>
                      <a:pt x="40" y="0"/>
                      <a:pt x="36" y="0"/>
                    </a:cubicBezTo>
                    <a:cubicBezTo>
                      <a:pt x="27" y="0"/>
                      <a:pt x="19" y="4"/>
                      <a:pt x="11" y="14"/>
                    </a:cubicBezTo>
                    <a:cubicBezTo>
                      <a:pt x="4" y="23"/>
                      <a:pt x="0" y="34"/>
                      <a:pt x="0" y="44"/>
                    </a:cubicBezTo>
                    <a:cubicBezTo>
                      <a:pt x="0" y="52"/>
                      <a:pt x="2" y="57"/>
                      <a:pt x="5" y="62"/>
                    </a:cubicBezTo>
                    <a:cubicBezTo>
                      <a:pt x="9" y="66"/>
                      <a:pt x="14" y="68"/>
                      <a:pt x="21" y="68"/>
                    </a:cubicBezTo>
                    <a:close/>
                    <a:moveTo>
                      <a:pt x="23" y="19"/>
                    </a:moveTo>
                    <a:cubicBezTo>
                      <a:pt x="27" y="14"/>
                      <a:pt x="31" y="12"/>
                      <a:pt x="34" y="12"/>
                    </a:cubicBezTo>
                    <a:cubicBezTo>
                      <a:pt x="35" y="12"/>
                      <a:pt x="36" y="12"/>
                      <a:pt x="37" y="13"/>
                    </a:cubicBezTo>
                    <a:cubicBezTo>
                      <a:pt x="38" y="14"/>
                      <a:pt x="38" y="15"/>
                      <a:pt x="38" y="16"/>
                    </a:cubicBezTo>
                    <a:cubicBezTo>
                      <a:pt x="38" y="19"/>
                      <a:pt x="36" y="23"/>
                      <a:pt x="31" y="27"/>
                    </a:cubicBezTo>
                    <a:cubicBezTo>
                      <a:pt x="27" y="31"/>
                      <a:pt x="21" y="33"/>
                      <a:pt x="15" y="35"/>
                    </a:cubicBezTo>
                    <a:cubicBezTo>
                      <a:pt x="16" y="29"/>
                      <a:pt x="19" y="24"/>
                      <a:pt x="23"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481"/>
              <p:cNvSpPr>
                <a:spLocks/>
              </p:cNvSpPr>
              <p:nvPr/>
            </p:nvSpPr>
            <p:spPr bwMode="auto">
              <a:xfrm>
                <a:off x="887413" y="4375150"/>
                <a:ext cx="25400" cy="22225"/>
              </a:xfrm>
              <a:custGeom>
                <a:avLst/>
                <a:gdLst>
                  <a:gd name="T0" fmla="*/ 15 w 19"/>
                  <a:gd name="T1" fmla="*/ 15 h 18"/>
                  <a:gd name="T2" fmla="*/ 19 w 19"/>
                  <a:gd name="T3" fmla="*/ 8 h 18"/>
                  <a:gd name="T4" fmla="*/ 17 w 19"/>
                  <a:gd name="T5" fmla="*/ 2 h 18"/>
                  <a:gd name="T6" fmla="*/ 10 w 19"/>
                  <a:gd name="T7" fmla="*/ 0 h 18"/>
                  <a:gd name="T8" fmla="*/ 3 w 19"/>
                  <a:gd name="T9" fmla="*/ 3 h 18"/>
                  <a:gd name="T10" fmla="*/ 0 w 19"/>
                  <a:gd name="T11" fmla="*/ 9 h 18"/>
                  <a:gd name="T12" fmla="*/ 3 w 19"/>
                  <a:gd name="T13" fmla="*/ 15 h 18"/>
                  <a:gd name="T14" fmla="*/ 9 w 19"/>
                  <a:gd name="T15" fmla="*/ 18 h 18"/>
                  <a:gd name="T16" fmla="*/ 15 w 19"/>
                  <a:gd name="T17" fmla="*/ 1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8">
                    <a:moveTo>
                      <a:pt x="15" y="15"/>
                    </a:moveTo>
                    <a:cubicBezTo>
                      <a:pt x="18" y="13"/>
                      <a:pt x="19" y="11"/>
                      <a:pt x="19" y="8"/>
                    </a:cubicBezTo>
                    <a:cubicBezTo>
                      <a:pt x="19" y="6"/>
                      <a:pt x="18" y="4"/>
                      <a:pt x="17" y="2"/>
                    </a:cubicBezTo>
                    <a:cubicBezTo>
                      <a:pt x="15" y="1"/>
                      <a:pt x="13" y="0"/>
                      <a:pt x="10" y="0"/>
                    </a:cubicBezTo>
                    <a:cubicBezTo>
                      <a:pt x="7" y="0"/>
                      <a:pt x="5" y="1"/>
                      <a:pt x="3" y="3"/>
                    </a:cubicBezTo>
                    <a:cubicBezTo>
                      <a:pt x="1" y="4"/>
                      <a:pt x="0" y="7"/>
                      <a:pt x="0" y="9"/>
                    </a:cubicBezTo>
                    <a:cubicBezTo>
                      <a:pt x="0" y="11"/>
                      <a:pt x="1" y="13"/>
                      <a:pt x="3" y="15"/>
                    </a:cubicBezTo>
                    <a:cubicBezTo>
                      <a:pt x="5" y="17"/>
                      <a:pt x="7" y="18"/>
                      <a:pt x="9" y="18"/>
                    </a:cubicBezTo>
                    <a:cubicBezTo>
                      <a:pt x="11" y="18"/>
                      <a:pt x="13" y="17"/>
                      <a:pt x="15"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482"/>
              <p:cNvSpPr>
                <a:spLocks/>
              </p:cNvSpPr>
              <p:nvPr/>
            </p:nvSpPr>
            <p:spPr bwMode="auto">
              <a:xfrm>
                <a:off x="871538" y="4418013"/>
                <a:ext cx="26988" cy="82550"/>
              </a:xfrm>
              <a:custGeom>
                <a:avLst/>
                <a:gdLst>
                  <a:gd name="T0" fmla="*/ 19 w 21"/>
                  <a:gd name="T1" fmla="*/ 17 h 64"/>
                  <a:gd name="T2" fmla="*/ 19 w 21"/>
                  <a:gd name="T3" fmla="*/ 16 h 64"/>
                  <a:gd name="T4" fmla="*/ 21 w 21"/>
                  <a:gd name="T5" fmla="*/ 6 h 64"/>
                  <a:gd name="T6" fmla="*/ 19 w 21"/>
                  <a:gd name="T7" fmla="*/ 2 h 64"/>
                  <a:gd name="T8" fmla="*/ 13 w 21"/>
                  <a:gd name="T9" fmla="*/ 0 h 64"/>
                  <a:gd name="T10" fmla="*/ 8 w 21"/>
                  <a:gd name="T11" fmla="*/ 3 h 64"/>
                  <a:gd name="T12" fmla="*/ 6 w 21"/>
                  <a:gd name="T13" fmla="*/ 10 h 64"/>
                  <a:gd name="T14" fmla="*/ 4 w 21"/>
                  <a:gd name="T15" fmla="*/ 22 h 64"/>
                  <a:gd name="T16" fmla="*/ 4 w 21"/>
                  <a:gd name="T17" fmla="*/ 22 h 64"/>
                  <a:gd name="T18" fmla="*/ 3 w 21"/>
                  <a:gd name="T19" fmla="*/ 28 h 64"/>
                  <a:gd name="T20" fmla="*/ 0 w 21"/>
                  <a:gd name="T21" fmla="*/ 52 h 64"/>
                  <a:gd name="T22" fmla="*/ 8 w 21"/>
                  <a:gd name="T23" fmla="*/ 64 h 64"/>
                  <a:gd name="T24" fmla="*/ 13 w 21"/>
                  <a:gd name="T25" fmla="*/ 62 h 64"/>
                  <a:gd name="T26" fmla="*/ 16 w 21"/>
                  <a:gd name="T27" fmla="*/ 58 h 64"/>
                  <a:gd name="T28" fmla="*/ 16 w 21"/>
                  <a:gd name="T29" fmla="*/ 56 h 64"/>
                  <a:gd name="T30" fmla="*/ 14 w 21"/>
                  <a:gd name="T31" fmla="*/ 47 h 64"/>
                  <a:gd name="T32" fmla="*/ 15 w 21"/>
                  <a:gd name="T33" fmla="*/ 35 h 64"/>
                  <a:gd name="T34" fmla="*/ 19 w 21"/>
                  <a:gd name="T35" fmla="*/ 17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64">
                    <a:moveTo>
                      <a:pt x="19" y="17"/>
                    </a:moveTo>
                    <a:cubicBezTo>
                      <a:pt x="19" y="16"/>
                      <a:pt x="19" y="16"/>
                      <a:pt x="19" y="16"/>
                    </a:cubicBezTo>
                    <a:cubicBezTo>
                      <a:pt x="21" y="11"/>
                      <a:pt x="21" y="8"/>
                      <a:pt x="21" y="6"/>
                    </a:cubicBezTo>
                    <a:cubicBezTo>
                      <a:pt x="21" y="5"/>
                      <a:pt x="21" y="3"/>
                      <a:pt x="19" y="2"/>
                    </a:cubicBezTo>
                    <a:cubicBezTo>
                      <a:pt x="18" y="1"/>
                      <a:pt x="16" y="0"/>
                      <a:pt x="13" y="0"/>
                    </a:cubicBezTo>
                    <a:cubicBezTo>
                      <a:pt x="11" y="0"/>
                      <a:pt x="9" y="1"/>
                      <a:pt x="8" y="3"/>
                    </a:cubicBezTo>
                    <a:cubicBezTo>
                      <a:pt x="7" y="5"/>
                      <a:pt x="6" y="8"/>
                      <a:pt x="6" y="10"/>
                    </a:cubicBezTo>
                    <a:cubicBezTo>
                      <a:pt x="6" y="11"/>
                      <a:pt x="5" y="15"/>
                      <a:pt x="4" y="22"/>
                    </a:cubicBezTo>
                    <a:cubicBezTo>
                      <a:pt x="4" y="22"/>
                      <a:pt x="4" y="22"/>
                      <a:pt x="4" y="22"/>
                    </a:cubicBezTo>
                    <a:cubicBezTo>
                      <a:pt x="4" y="24"/>
                      <a:pt x="3" y="26"/>
                      <a:pt x="3" y="28"/>
                    </a:cubicBezTo>
                    <a:cubicBezTo>
                      <a:pt x="1" y="38"/>
                      <a:pt x="0" y="46"/>
                      <a:pt x="0" y="52"/>
                    </a:cubicBezTo>
                    <a:cubicBezTo>
                      <a:pt x="0" y="60"/>
                      <a:pt x="3" y="64"/>
                      <a:pt x="8" y="64"/>
                    </a:cubicBezTo>
                    <a:cubicBezTo>
                      <a:pt x="10" y="64"/>
                      <a:pt x="12" y="63"/>
                      <a:pt x="13" y="62"/>
                    </a:cubicBezTo>
                    <a:cubicBezTo>
                      <a:pt x="15" y="60"/>
                      <a:pt x="16" y="59"/>
                      <a:pt x="16" y="58"/>
                    </a:cubicBezTo>
                    <a:cubicBezTo>
                      <a:pt x="16" y="58"/>
                      <a:pt x="16" y="57"/>
                      <a:pt x="16" y="56"/>
                    </a:cubicBezTo>
                    <a:cubicBezTo>
                      <a:pt x="15" y="52"/>
                      <a:pt x="14" y="49"/>
                      <a:pt x="14" y="47"/>
                    </a:cubicBezTo>
                    <a:cubicBezTo>
                      <a:pt x="14" y="44"/>
                      <a:pt x="15" y="40"/>
                      <a:pt x="15" y="35"/>
                    </a:cubicBezTo>
                    <a:cubicBezTo>
                      <a:pt x="16" y="31"/>
                      <a:pt x="17" y="25"/>
                      <a:pt x="19"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483"/>
              <p:cNvSpPr>
                <a:spLocks/>
              </p:cNvSpPr>
              <p:nvPr/>
            </p:nvSpPr>
            <p:spPr bwMode="auto">
              <a:xfrm>
                <a:off x="908050" y="4387850"/>
                <a:ext cx="74613" cy="111125"/>
              </a:xfrm>
              <a:custGeom>
                <a:avLst/>
                <a:gdLst>
                  <a:gd name="T0" fmla="*/ 29 w 57"/>
                  <a:gd name="T1" fmla="*/ 37 h 86"/>
                  <a:gd name="T2" fmla="*/ 49 w 57"/>
                  <a:gd name="T3" fmla="*/ 33 h 86"/>
                  <a:gd name="T4" fmla="*/ 57 w 57"/>
                  <a:gd name="T5" fmla="*/ 27 h 86"/>
                  <a:gd name="T6" fmla="*/ 56 w 57"/>
                  <a:gd name="T7" fmla="*/ 23 h 86"/>
                  <a:gd name="T8" fmla="*/ 52 w 57"/>
                  <a:gd name="T9" fmla="*/ 23 h 86"/>
                  <a:gd name="T10" fmla="*/ 32 w 57"/>
                  <a:gd name="T11" fmla="*/ 24 h 86"/>
                  <a:gd name="T12" fmla="*/ 37 w 57"/>
                  <a:gd name="T13" fmla="*/ 6 h 86"/>
                  <a:gd name="T14" fmla="*/ 35 w 57"/>
                  <a:gd name="T15" fmla="*/ 2 h 86"/>
                  <a:gd name="T16" fmla="*/ 30 w 57"/>
                  <a:gd name="T17" fmla="*/ 0 h 86"/>
                  <a:gd name="T18" fmla="*/ 23 w 57"/>
                  <a:gd name="T19" fmla="*/ 7 h 86"/>
                  <a:gd name="T20" fmla="*/ 18 w 57"/>
                  <a:gd name="T21" fmla="*/ 25 h 86"/>
                  <a:gd name="T22" fmla="*/ 5 w 57"/>
                  <a:gd name="T23" fmla="*/ 26 h 86"/>
                  <a:gd name="T24" fmla="*/ 0 w 57"/>
                  <a:gd name="T25" fmla="*/ 31 h 86"/>
                  <a:gd name="T26" fmla="*/ 3 w 57"/>
                  <a:gd name="T27" fmla="*/ 36 h 86"/>
                  <a:gd name="T28" fmla="*/ 8 w 57"/>
                  <a:gd name="T29" fmla="*/ 38 h 86"/>
                  <a:gd name="T30" fmla="*/ 9 w 57"/>
                  <a:gd name="T31" fmla="*/ 38 h 86"/>
                  <a:gd name="T32" fmla="*/ 14 w 57"/>
                  <a:gd name="T33" fmla="*/ 38 h 86"/>
                  <a:gd name="T34" fmla="*/ 9 w 57"/>
                  <a:gd name="T35" fmla="*/ 69 h 86"/>
                  <a:gd name="T36" fmla="*/ 13 w 57"/>
                  <a:gd name="T37" fmla="*/ 82 h 86"/>
                  <a:gd name="T38" fmla="*/ 24 w 57"/>
                  <a:gd name="T39" fmla="*/ 86 h 86"/>
                  <a:gd name="T40" fmla="*/ 42 w 57"/>
                  <a:gd name="T41" fmla="*/ 80 h 86"/>
                  <a:gd name="T42" fmla="*/ 50 w 57"/>
                  <a:gd name="T43" fmla="*/ 68 h 86"/>
                  <a:gd name="T44" fmla="*/ 49 w 57"/>
                  <a:gd name="T45" fmla="*/ 66 h 86"/>
                  <a:gd name="T46" fmla="*/ 46 w 57"/>
                  <a:gd name="T47" fmla="*/ 65 h 86"/>
                  <a:gd name="T48" fmla="*/ 41 w 57"/>
                  <a:gd name="T49" fmla="*/ 68 h 86"/>
                  <a:gd name="T50" fmla="*/ 33 w 57"/>
                  <a:gd name="T51" fmla="*/ 73 h 86"/>
                  <a:gd name="T52" fmla="*/ 27 w 57"/>
                  <a:gd name="T53" fmla="*/ 74 h 86"/>
                  <a:gd name="T54" fmla="*/ 24 w 57"/>
                  <a:gd name="T55" fmla="*/ 72 h 86"/>
                  <a:gd name="T56" fmla="*/ 23 w 57"/>
                  <a:gd name="T57" fmla="*/ 65 h 86"/>
                  <a:gd name="T58" fmla="*/ 25 w 57"/>
                  <a:gd name="T59" fmla="*/ 50 h 86"/>
                  <a:gd name="T60" fmla="*/ 29 w 57"/>
                  <a:gd name="T61" fmla="*/ 3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7" h="86">
                    <a:moveTo>
                      <a:pt x="29" y="37"/>
                    </a:moveTo>
                    <a:cubicBezTo>
                      <a:pt x="49" y="33"/>
                      <a:pt x="49" y="33"/>
                      <a:pt x="49" y="33"/>
                    </a:cubicBezTo>
                    <a:cubicBezTo>
                      <a:pt x="54" y="33"/>
                      <a:pt x="57" y="30"/>
                      <a:pt x="57" y="27"/>
                    </a:cubicBezTo>
                    <a:cubicBezTo>
                      <a:pt x="57" y="25"/>
                      <a:pt x="57" y="24"/>
                      <a:pt x="56" y="23"/>
                    </a:cubicBezTo>
                    <a:cubicBezTo>
                      <a:pt x="56" y="23"/>
                      <a:pt x="54" y="23"/>
                      <a:pt x="52" y="23"/>
                    </a:cubicBezTo>
                    <a:cubicBezTo>
                      <a:pt x="51" y="23"/>
                      <a:pt x="44" y="23"/>
                      <a:pt x="32" y="24"/>
                    </a:cubicBezTo>
                    <a:cubicBezTo>
                      <a:pt x="35" y="13"/>
                      <a:pt x="37" y="7"/>
                      <a:pt x="37" y="6"/>
                    </a:cubicBezTo>
                    <a:cubicBezTo>
                      <a:pt x="37" y="5"/>
                      <a:pt x="36" y="3"/>
                      <a:pt x="35" y="2"/>
                    </a:cubicBezTo>
                    <a:cubicBezTo>
                      <a:pt x="34" y="1"/>
                      <a:pt x="32" y="0"/>
                      <a:pt x="30" y="0"/>
                    </a:cubicBezTo>
                    <a:cubicBezTo>
                      <a:pt x="26" y="0"/>
                      <a:pt x="24" y="2"/>
                      <a:pt x="23" y="7"/>
                    </a:cubicBezTo>
                    <a:cubicBezTo>
                      <a:pt x="21" y="15"/>
                      <a:pt x="19" y="21"/>
                      <a:pt x="18" y="25"/>
                    </a:cubicBezTo>
                    <a:cubicBezTo>
                      <a:pt x="5" y="26"/>
                      <a:pt x="5" y="26"/>
                      <a:pt x="5" y="26"/>
                    </a:cubicBezTo>
                    <a:cubicBezTo>
                      <a:pt x="2" y="26"/>
                      <a:pt x="0" y="28"/>
                      <a:pt x="0" y="31"/>
                    </a:cubicBezTo>
                    <a:cubicBezTo>
                      <a:pt x="0" y="33"/>
                      <a:pt x="1" y="35"/>
                      <a:pt x="3" y="36"/>
                    </a:cubicBezTo>
                    <a:cubicBezTo>
                      <a:pt x="4" y="38"/>
                      <a:pt x="6" y="38"/>
                      <a:pt x="8" y="38"/>
                    </a:cubicBezTo>
                    <a:cubicBezTo>
                      <a:pt x="9" y="38"/>
                      <a:pt x="9" y="38"/>
                      <a:pt x="9" y="38"/>
                    </a:cubicBezTo>
                    <a:cubicBezTo>
                      <a:pt x="10" y="38"/>
                      <a:pt x="12" y="38"/>
                      <a:pt x="14" y="38"/>
                    </a:cubicBezTo>
                    <a:cubicBezTo>
                      <a:pt x="11" y="53"/>
                      <a:pt x="9" y="64"/>
                      <a:pt x="9" y="69"/>
                    </a:cubicBezTo>
                    <a:cubicBezTo>
                      <a:pt x="9" y="75"/>
                      <a:pt x="10" y="79"/>
                      <a:pt x="13" y="82"/>
                    </a:cubicBezTo>
                    <a:cubicBezTo>
                      <a:pt x="15" y="85"/>
                      <a:pt x="19" y="86"/>
                      <a:pt x="24" y="86"/>
                    </a:cubicBezTo>
                    <a:cubicBezTo>
                      <a:pt x="30" y="86"/>
                      <a:pt x="36" y="84"/>
                      <a:pt x="42" y="80"/>
                    </a:cubicBezTo>
                    <a:cubicBezTo>
                      <a:pt x="47" y="76"/>
                      <a:pt x="50" y="72"/>
                      <a:pt x="50" y="68"/>
                    </a:cubicBezTo>
                    <a:cubicBezTo>
                      <a:pt x="50" y="68"/>
                      <a:pt x="50" y="67"/>
                      <a:pt x="49" y="66"/>
                    </a:cubicBezTo>
                    <a:cubicBezTo>
                      <a:pt x="48" y="66"/>
                      <a:pt x="47" y="65"/>
                      <a:pt x="46" y="65"/>
                    </a:cubicBezTo>
                    <a:cubicBezTo>
                      <a:pt x="45" y="65"/>
                      <a:pt x="43" y="66"/>
                      <a:pt x="41" y="68"/>
                    </a:cubicBezTo>
                    <a:cubicBezTo>
                      <a:pt x="38" y="70"/>
                      <a:pt x="35" y="72"/>
                      <a:pt x="33" y="73"/>
                    </a:cubicBezTo>
                    <a:cubicBezTo>
                      <a:pt x="31" y="74"/>
                      <a:pt x="29" y="74"/>
                      <a:pt x="27" y="74"/>
                    </a:cubicBezTo>
                    <a:cubicBezTo>
                      <a:pt x="25" y="74"/>
                      <a:pt x="24" y="73"/>
                      <a:pt x="24" y="72"/>
                    </a:cubicBezTo>
                    <a:cubicBezTo>
                      <a:pt x="23" y="71"/>
                      <a:pt x="23" y="69"/>
                      <a:pt x="23" y="65"/>
                    </a:cubicBezTo>
                    <a:cubicBezTo>
                      <a:pt x="23" y="64"/>
                      <a:pt x="24" y="58"/>
                      <a:pt x="25" y="50"/>
                    </a:cubicBezTo>
                    <a:cubicBezTo>
                      <a:pt x="27" y="41"/>
                      <a:pt x="28" y="37"/>
                      <a:pt x="29"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484"/>
              <p:cNvSpPr>
                <a:spLocks/>
              </p:cNvSpPr>
              <p:nvPr/>
            </p:nvSpPr>
            <p:spPr bwMode="auto">
              <a:xfrm>
                <a:off x="1041400" y="4387850"/>
                <a:ext cx="73025" cy="111125"/>
              </a:xfrm>
              <a:custGeom>
                <a:avLst/>
                <a:gdLst>
                  <a:gd name="T0" fmla="*/ 12 w 57"/>
                  <a:gd name="T1" fmla="*/ 82 h 86"/>
                  <a:gd name="T2" fmla="*/ 24 w 57"/>
                  <a:gd name="T3" fmla="*/ 86 h 86"/>
                  <a:gd name="T4" fmla="*/ 41 w 57"/>
                  <a:gd name="T5" fmla="*/ 80 h 86"/>
                  <a:gd name="T6" fmla="*/ 50 w 57"/>
                  <a:gd name="T7" fmla="*/ 68 h 86"/>
                  <a:gd name="T8" fmla="*/ 49 w 57"/>
                  <a:gd name="T9" fmla="*/ 66 h 86"/>
                  <a:gd name="T10" fmla="*/ 46 w 57"/>
                  <a:gd name="T11" fmla="*/ 65 h 86"/>
                  <a:gd name="T12" fmla="*/ 41 w 57"/>
                  <a:gd name="T13" fmla="*/ 68 h 86"/>
                  <a:gd name="T14" fmla="*/ 33 w 57"/>
                  <a:gd name="T15" fmla="*/ 73 h 86"/>
                  <a:gd name="T16" fmla="*/ 27 w 57"/>
                  <a:gd name="T17" fmla="*/ 74 h 86"/>
                  <a:gd name="T18" fmla="*/ 23 w 57"/>
                  <a:gd name="T19" fmla="*/ 72 h 86"/>
                  <a:gd name="T20" fmla="*/ 22 w 57"/>
                  <a:gd name="T21" fmla="*/ 65 h 86"/>
                  <a:gd name="T22" fmla="*/ 25 w 57"/>
                  <a:gd name="T23" fmla="*/ 50 h 86"/>
                  <a:gd name="T24" fmla="*/ 29 w 57"/>
                  <a:gd name="T25" fmla="*/ 37 h 86"/>
                  <a:gd name="T26" fmla="*/ 48 w 57"/>
                  <a:gd name="T27" fmla="*/ 33 h 86"/>
                  <a:gd name="T28" fmla="*/ 57 w 57"/>
                  <a:gd name="T29" fmla="*/ 27 h 86"/>
                  <a:gd name="T30" fmla="*/ 56 w 57"/>
                  <a:gd name="T31" fmla="*/ 23 h 86"/>
                  <a:gd name="T32" fmla="*/ 52 w 57"/>
                  <a:gd name="T33" fmla="*/ 23 h 86"/>
                  <a:gd name="T34" fmla="*/ 32 w 57"/>
                  <a:gd name="T35" fmla="*/ 24 h 86"/>
                  <a:gd name="T36" fmla="*/ 37 w 57"/>
                  <a:gd name="T37" fmla="*/ 6 h 86"/>
                  <a:gd name="T38" fmla="*/ 35 w 57"/>
                  <a:gd name="T39" fmla="*/ 2 h 86"/>
                  <a:gd name="T40" fmla="*/ 30 w 57"/>
                  <a:gd name="T41" fmla="*/ 0 h 86"/>
                  <a:gd name="T42" fmla="*/ 23 w 57"/>
                  <a:gd name="T43" fmla="*/ 7 h 86"/>
                  <a:gd name="T44" fmla="*/ 18 w 57"/>
                  <a:gd name="T45" fmla="*/ 25 h 86"/>
                  <a:gd name="T46" fmla="*/ 5 w 57"/>
                  <a:gd name="T47" fmla="*/ 26 h 86"/>
                  <a:gd name="T48" fmla="*/ 0 w 57"/>
                  <a:gd name="T49" fmla="*/ 31 h 86"/>
                  <a:gd name="T50" fmla="*/ 2 w 57"/>
                  <a:gd name="T51" fmla="*/ 36 h 86"/>
                  <a:gd name="T52" fmla="*/ 8 w 57"/>
                  <a:gd name="T53" fmla="*/ 38 h 86"/>
                  <a:gd name="T54" fmla="*/ 9 w 57"/>
                  <a:gd name="T55" fmla="*/ 38 h 86"/>
                  <a:gd name="T56" fmla="*/ 14 w 57"/>
                  <a:gd name="T57" fmla="*/ 38 h 86"/>
                  <a:gd name="T58" fmla="*/ 8 w 57"/>
                  <a:gd name="T59" fmla="*/ 69 h 86"/>
                  <a:gd name="T60" fmla="*/ 12 w 57"/>
                  <a:gd name="T61" fmla="*/ 82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7" h="86">
                    <a:moveTo>
                      <a:pt x="12" y="82"/>
                    </a:moveTo>
                    <a:cubicBezTo>
                      <a:pt x="15" y="85"/>
                      <a:pt x="19" y="86"/>
                      <a:pt x="24" y="86"/>
                    </a:cubicBezTo>
                    <a:cubicBezTo>
                      <a:pt x="30" y="86"/>
                      <a:pt x="36" y="84"/>
                      <a:pt x="41" y="80"/>
                    </a:cubicBezTo>
                    <a:cubicBezTo>
                      <a:pt x="47" y="76"/>
                      <a:pt x="50" y="72"/>
                      <a:pt x="50" y="68"/>
                    </a:cubicBezTo>
                    <a:cubicBezTo>
                      <a:pt x="50" y="68"/>
                      <a:pt x="49" y="67"/>
                      <a:pt x="49" y="66"/>
                    </a:cubicBezTo>
                    <a:cubicBezTo>
                      <a:pt x="48" y="66"/>
                      <a:pt x="47" y="65"/>
                      <a:pt x="46" y="65"/>
                    </a:cubicBezTo>
                    <a:cubicBezTo>
                      <a:pt x="45" y="65"/>
                      <a:pt x="43" y="66"/>
                      <a:pt x="41" y="68"/>
                    </a:cubicBezTo>
                    <a:cubicBezTo>
                      <a:pt x="38" y="70"/>
                      <a:pt x="35" y="72"/>
                      <a:pt x="33" y="73"/>
                    </a:cubicBezTo>
                    <a:cubicBezTo>
                      <a:pt x="31" y="74"/>
                      <a:pt x="29" y="74"/>
                      <a:pt x="27" y="74"/>
                    </a:cubicBezTo>
                    <a:cubicBezTo>
                      <a:pt x="25" y="74"/>
                      <a:pt x="24" y="73"/>
                      <a:pt x="23" y="72"/>
                    </a:cubicBezTo>
                    <a:cubicBezTo>
                      <a:pt x="23" y="71"/>
                      <a:pt x="22" y="69"/>
                      <a:pt x="22" y="65"/>
                    </a:cubicBezTo>
                    <a:cubicBezTo>
                      <a:pt x="22" y="64"/>
                      <a:pt x="23" y="58"/>
                      <a:pt x="25" y="50"/>
                    </a:cubicBezTo>
                    <a:cubicBezTo>
                      <a:pt x="27" y="41"/>
                      <a:pt x="28" y="37"/>
                      <a:pt x="29" y="37"/>
                    </a:cubicBezTo>
                    <a:cubicBezTo>
                      <a:pt x="48" y="33"/>
                      <a:pt x="48" y="33"/>
                      <a:pt x="48" y="33"/>
                    </a:cubicBezTo>
                    <a:cubicBezTo>
                      <a:pt x="54" y="33"/>
                      <a:pt x="57" y="30"/>
                      <a:pt x="57" y="27"/>
                    </a:cubicBezTo>
                    <a:cubicBezTo>
                      <a:pt x="57" y="25"/>
                      <a:pt x="57" y="24"/>
                      <a:pt x="56" y="23"/>
                    </a:cubicBezTo>
                    <a:cubicBezTo>
                      <a:pt x="56" y="23"/>
                      <a:pt x="54" y="23"/>
                      <a:pt x="52" y="23"/>
                    </a:cubicBezTo>
                    <a:cubicBezTo>
                      <a:pt x="51" y="23"/>
                      <a:pt x="44" y="23"/>
                      <a:pt x="32" y="24"/>
                    </a:cubicBezTo>
                    <a:cubicBezTo>
                      <a:pt x="35" y="13"/>
                      <a:pt x="37" y="7"/>
                      <a:pt x="37" y="6"/>
                    </a:cubicBezTo>
                    <a:cubicBezTo>
                      <a:pt x="37" y="5"/>
                      <a:pt x="36" y="3"/>
                      <a:pt x="35" y="2"/>
                    </a:cubicBezTo>
                    <a:cubicBezTo>
                      <a:pt x="34" y="1"/>
                      <a:pt x="32" y="0"/>
                      <a:pt x="30" y="0"/>
                    </a:cubicBezTo>
                    <a:cubicBezTo>
                      <a:pt x="26" y="0"/>
                      <a:pt x="24" y="2"/>
                      <a:pt x="23" y="7"/>
                    </a:cubicBezTo>
                    <a:cubicBezTo>
                      <a:pt x="21" y="15"/>
                      <a:pt x="19" y="21"/>
                      <a:pt x="18" y="25"/>
                    </a:cubicBezTo>
                    <a:cubicBezTo>
                      <a:pt x="5" y="26"/>
                      <a:pt x="5" y="26"/>
                      <a:pt x="5" y="26"/>
                    </a:cubicBezTo>
                    <a:cubicBezTo>
                      <a:pt x="2" y="26"/>
                      <a:pt x="0" y="28"/>
                      <a:pt x="0" y="31"/>
                    </a:cubicBezTo>
                    <a:cubicBezTo>
                      <a:pt x="0" y="33"/>
                      <a:pt x="1" y="35"/>
                      <a:pt x="2" y="36"/>
                    </a:cubicBezTo>
                    <a:cubicBezTo>
                      <a:pt x="4" y="38"/>
                      <a:pt x="6" y="38"/>
                      <a:pt x="8" y="38"/>
                    </a:cubicBezTo>
                    <a:cubicBezTo>
                      <a:pt x="9" y="38"/>
                      <a:pt x="9" y="38"/>
                      <a:pt x="9" y="38"/>
                    </a:cubicBezTo>
                    <a:cubicBezTo>
                      <a:pt x="10" y="38"/>
                      <a:pt x="12" y="38"/>
                      <a:pt x="14" y="38"/>
                    </a:cubicBezTo>
                    <a:cubicBezTo>
                      <a:pt x="10" y="53"/>
                      <a:pt x="8" y="64"/>
                      <a:pt x="8" y="69"/>
                    </a:cubicBezTo>
                    <a:cubicBezTo>
                      <a:pt x="8" y="75"/>
                      <a:pt x="10" y="79"/>
                      <a:pt x="12"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485"/>
              <p:cNvSpPr>
                <a:spLocks noEditPoints="1"/>
              </p:cNvSpPr>
              <p:nvPr/>
            </p:nvSpPr>
            <p:spPr bwMode="auto">
              <a:xfrm>
                <a:off x="1117600" y="4414838"/>
                <a:ext cx="73025" cy="85725"/>
              </a:xfrm>
              <a:custGeom>
                <a:avLst/>
                <a:gdLst>
                  <a:gd name="T0" fmla="*/ 41 w 57"/>
                  <a:gd name="T1" fmla="*/ 56 h 66"/>
                  <a:gd name="T2" fmla="*/ 56 w 57"/>
                  <a:gd name="T3" fmla="*/ 33 h 66"/>
                  <a:gd name="T4" fmla="*/ 56 w 57"/>
                  <a:gd name="T5" fmla="*/ 33 h 66"/>
                  <a:gd name="T6" fmla="*/ 57 w 57"/>
                  <a:gd name="T7" fmla="*/ 25 h 66"/>
                  <a:gd name="T8" fmla="*/ 51 w 57"/>
                  <a:gd name="T9" fmla="*/ 7 h 66"/>
                  <a:gd name="T10" fmla="*/ 35 w 57"/>
                  <a:gd name="T11" fmla="*/ 0 h 66"/>
                  <a:gd name="T12" fmla="*/ 10 w 57"/>
                  <a:gd name="T13" fmla="*/ 14 h 66"/>
                  <a:gd name="T14" fmla="*/ 0 w 57"/>
                  <a:gd name="T15" fmla="*/ 44 h 66"/>
                  <a:gd name="T16" fmla="*/ 5 w 57"/>
                  <a:gd name="T17" fmla="*/ 59 h 66"/>
                  <a:gd name="T18" fmla="*/ 20 w 57"/>
                  <a:gd name="T19" fmla="*/ 66 h 66"/>
                  <a:gd name="T20" fmla="*/ 41 w 57"/>
                  <a:gd name="T21" fmla="*/ 56 h 66"/>
                  <a:gd name="T22" fmla="*/ 16 w 57"/>
                  <a:gd name="T23" fmla="*/ 50 h 66"/>
                  <a:gd name="T24" fmla="*/ 14 w 57"/>
                  <a:gd name="T25" fmla="*/ 42 h 66"/>
                  <a:gd name="T26" fmla="*/ 18 w 57"/>
                  <a:gd name="T27" fmla="*/ 27 h 66"/>
                  <a:gd name="T28" fmla="*/ 26 w 57"/>
                  <a:gd name="T29" fmla="*/ 15 h 66"/>
                  <a:gd name="T30" fmla="*/ 26 w 57"/>
                  <a:gd name="T31" fmla="*/ 15 h 66"/>
                  <a:gd name="T32" fmla="*/ 34 w 57"/>
                  <a:gd name="T33" fmla="*/ 12 h 66"/>
                  <a:gd name="T34" fmla="*/ 41 w 57"/>
                  <a:gd name="T35" fmla="*/ 16 h 66"/>
                  <a:gd name="T36" fmla="*/ 43 w 57"/>
                  <a:gd name="T37" fmla="*/ 26 h 66"/>
                  <a:gd name="T38" fmla="*/ 35 w 57"/>
                  <a:gd name="T39" fmla="*/ 45 h 66"/>
                  <a:gd name="T40" fmla="*/ 20 w 57"/>
                  <a:gd name="T41" fmla="*/ 54 h 66"/>
                  <a:gd name="T42" fmla="*/ 16 w 57"/>
                  <a:gd name="T43" fmla="*/ 5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 h="66">
                    <a:moveTo>
                      <a:pt x="41" y="56"/>
                    </a:moveTo>
                    <a:cubicBezTo>
                      <a:pt x="49" y="50"/>
                      <a:pt x="53" y="43"/>
                      <a:pt x="56" y="33"/>
                    </a:cubicBezTo>
                    <a:cubicBezTo>
                      <a:pt x="56" y="33"/>
                      <a:pt x="56" y="33"/>
                      <a:pt x="56" y="33"/>
                    </a:cubicBezTo>
                    <a:cubicBezTo>
                      <a:pt x="57" y="31"/>
                      <a:pt x="57" y="28"/>
                      <a:pt x="57" y="25"/>
                    </a:cubicBezTo>
                    <a:cubicBezTo>
                      <a:pt x="57" y="18"/>
                      <a:pt x="55" y="12"/>
                      <a:pt x="51" y="7"/>
                    </a:cubicBezTo>
                    <a:cubicBezTo>
                      <a:pt x="47" y="2"/>
                      <a:pt x="41" y="0"/>
                      <a:pt x="35" y="0"/>
                    </a:cubicBezTo>
                    <a:cubicBezTo>
                      <a:pt x="25" y="0"/>
                      <a:pt x="17" y="5"/>
                      <a:pt x="10" y="14"/>
                    </a:cubicBezTo>
                    <a:cubicBezTo>
                      <a:pt x="3" y="24"/>
                      <a:pt x="0" y="34"/>
                      <a:pt x="0" y="44"/>
                    </a:cubicBezTo>
                    <a:cubicBezTo>
                      <a:pt x="0" y="50"/>
                      <a:pt x="2" y="55"/>
                      <a:pt x="5" y="59"/>
                    </a:cubicBezTo>
                    <a:cubicBezTo>
                      <a:pt x="9" y="64"/>
                      <a:pt x="14" y="66"/>
                      <a:pt x="20" y="66"/>
                    </a:cubicBezTo>
                    <a:cubicBezTo>
                      <a:pt x="27" y="66"/>
                      <a:pt x="34" y="63"/>
                      <a:pt x="41" y="56"/>
                    </a:cubicBezTo>
                    <a:close/>
                    <a:moveTo>
                      <a:pt x="16" y="50"/>
                    </a:moveTo>
                    <a:cubicBezTo>
                      <a:pt x="15" y="48"/>
                      <a:pt x="14" y="46"/>
                      <a:pt x="14" y="42"/>
                    </a:cubicBezTo>
                    <a:cubicBezTo>
                      <a:pt x="14" y="37"/>
                      <a:pt x="15" y="32"/>
                      <a:pt x="18" y="27"/>
                    </a:cubicBezTo>
                    <a:cubicBezTo>
                      <a:pt x="21" y="21"/>
                      <a:pt x="23" y="18"/>
                      <a:pt x="26" y="15"/>
                    </a:cubicBezTo>
                    <a:cubicBezTo>
                      <a:pt x="26" y="15"/>
                      <a:pt x="26" y="15"/>
                      <a:pt x="26" y="15"/>
                    </a:cubicBezTo>
                    <a:cubicBezTo>
                      <a:pt x="28" y="13"/>
                      <a:pt x="31" y="12"/>
                      <a:pt x="34" y="12"/>
                    </a:cubicBezTo>
                    <a:cubicBezTo>
                      <a:pt x="37" y="12"/>
                      <a:pt x="39" y="14"/>
                      <a:pt x="41" y="16"/>
                    </a:cubicBezTo>
                    <a:cubicBezTo>
                      <a:pt x="42" y="19"/>
                      <a:pt x="43" y="22"/>
                      <a:pt x="43" y="26"/>
                    </a:cubicBezTo>
                    <a:cubicBezTo>
                      <a:pt x="43" y="33"/>
                      <a:pt x="41" y="39"/>
                      <a:pt x="35" y="45"/>
                    </a:cubicBezTo>
                    <a:cubicBezTo>
                      <a:pt x="30" y="51"/>
                      <a:pt x="25" y="54"/>
                      <a:pt x="20" y="54"/>
                    </a:cubicBezTo>
                    <a:cubicBezTo>
                      <a:pt x="19" y="54"/>
                      <a:pt x="17" y="52"/>
                      <a:pt x="16"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486"/>
              <p:cNvSpPr>
                <a:spLocks noEditPoints="1"/>
              </p:cNvSpPr>
              <p:nvPr/>
            </p:nvSpPr>
            <p:spPr bwMode="auto">
              <a:xfrm>
                <a:off x="1265238" y="4414838"/>
                <a:ext cx="73025" cy="85725"/>
              </a:xfrm>
              <a:custGeom>
                <a:avLst/>
                <a:gdLst>
                  <a:gd name="T0" fmla="*/ 35 w 57"/>
                  <a:gd name="T1" fmla="*/ 0 h 66"/>
                  <a:gd name="T2" fmla="*/ 10 w 57"/>
                  <a:gd name="T3" fmla="*/ 14 h 66"/>
                  <a:gd name="T4" fmla="*/ 0 w 57"/>
                  <a:gd name="T5" fmla="*/ 44 h 66"/>
                  <a:gd name="T6" fmla="*/ 6 w 57"/>
                  <a:gd name="T7" fmla="*/ 59 h 66"/>
                  <a:gd name="T8" fmla="*/ 20 w 57"/>
                  <a:gd name="T9" fmla="*/ 66 h 66"/>
                  <a:gd name="T10" fmla="*/ 42 w 57"/>
                  <a:gd name="T11" fmla="*/ 56 h 66"/>
                  <a:gd name="T12" fmla="*/ 56 w 57"/>
                  <a:gd name="T13" fmla="*/ 33 h 66"/>
                  <a:gd name="T14" fmla="*/ 56 w 57"/>
                  <a:gd name="T15" fmla="*/ 33 h 66"/>
                  <a:gd name="T16" fmla="*/ 57 w 57"/>
                  <a:gd name="T17" fmla="*/ 25 h 66"/>
                  <a:gd name="T18" fmla="*/ 51 w 57"/>
                  <a:gd name="T19" fmla="*/ 7 h 66"/>
                  <a:gd name="T20" fmla="*/ 35 w 57"/>
                  <a:gd name="T21" fmla="*/ 0 h 66"/>
                  <a:gd name="T22" fmla="*/ 36 w 57"/>
                  <a:gd name="T23" fmla="*/ 45 h 66"/>
                  <a:gd name="T24" fmla="*/ 21 w 57"/>
                  <a:gd name="T25" fmla="*/ 54 h 66"/>
                  <a:gd name="T26" fmla="*/ 16 w 57"/>
                  <a:gd name="T27" fmla="*/ 50 h 66"/>
                  <a:gd name="T28" fmla="*/ 14 w 57"/>
                  <a:gd name="T29" fmla="*/ 42 h 66"/>
                  <a:gd name="T30" fmla="*/ 18 w 57"/>
                  <a:gd name="T31" fmla="*/ 27 h 66"/>
                  <a:gd name="T32" fmla="*/ 26 w 57"/>
                  <a:gd name="T33" fmla="*/ 15 h 66"/>
                  <a:gd name="T34" fmla="*/ 26 w 57"/>
                  <a:gd name="T35" fmla="*/ 15 h 66"/>
                  <a:gd name="T36" fmla="*/ 34 w 57"/>
                  <a:gd name="T37" fmla="*/ 12 h 66"/>
                  <a:gd name="T38" fmla="*/ 41 w 57"/>
                  <a:gd name="T39" fmla="*/ 16 h 66"/>
                  <a:gd name="T40" fmla="*/ 44 w 57"/>
                  <a:gd name="T41" fmla="*/ 26 h 66"/>
                  <a:gd name="T42" fmla="*/ 36 w 57"/>
                  <a:gd name="T43" fmla="*/ 4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 h="66">
                    <a:moveTo>
                      <a:pt x="35" y="0"/>
                    </a:moveTo>
                    <a:cubicBezTo>
                      <a:pt x="25" y="0"/>
                      <a:pt x="17" y="5"/>
                      <a:pt x="10" y="14"/>
                    </a:cubicBezTo>
                    <a:cubicBezTo>
                      <a:pt x="4" y="24"/>
                      <a:pt x="0" y="34"/>
                      <a:pt x="0" y="44"/>
                    </a:cubicBezTo>
                    <a:cubicBezTo>
                      <a:pt x="0" y="50"/>
                      <a:pt x="2" y="55"/>
                      <a:pt x="6" y="59"/>
                    </a:cubicBezTo>
                    <a:cubicBezTo>
                      <a:pt x="9" y="64"/>
                      <a:pt x="14" y="66"/>
                      <a:pt x="20" y="66"/>
                    </a:cubicBezTo>
                    <a:cubicBezTo>
                      <a:pt x="27" y="66"/>
                      <a:pt x="34" y="63"/>
                      <a:pt x="42" y="56"/>
                    </a:cubicBezTo>
                    <a:cubicBezTo>
                      <a:pt x="49" y="50"/>
                      <a:pt x="54" y="43"/>
                      <a:pt x="56" y="33"/>
                    </a:cubicBezTo>
                    <a:cubicBezTo>
                      <a:pt x="56" y="33"/>
                      <a:pt x="56" y="33"/>
                      <a:pt x="56" y="33"/>
                    </a:cubicBezTo>
                    <a:cubicBezTo>
                      <a:pt x="57" y="31"/>
                      <a:pt x="57" y="28"/>
                      <a:pt x="57" y="25"/>
                    </a:cubicBezTo>
                    <a:cubicBezTo>
                      <a:pt x="57" y="18"/>
                      <a:pt x="55" y="12"/>
                      <a:pt x="51" y="7"/>
                    </a:cubicBezTo>
                    <a:cubicBezTo>
                      <a:pt x="47" y="2"/>
                      <a:pt x="42" y="0"/>
                      <a:pt x="35" y="0"/>
                    </a:cubicBezTo>
                    <a:close/>
                    <a:moveTo>
                      <a:pt x="36" y="45"/>
                    </a:moveTo>
                    <a:cubicBezTo>
                      <a:pt x="31" y="51"/>
                      <a:pt x="26" y="54"/>
                      <a:pt x="21" y="54"/>
                    </a:cubicBezTo>
                    <a:cubicBezTo>
                      <a:pt x="19" y="54"/>
                      <a:pt x="17" y="52"/>
                      <a:pt x="16" y="50"/>
                    </a:cubicBezTo>
                    <a:cubicBezTo>
                      <a:pt x="15" y="48"/>
                      <a:pt x="14" y="46"/>
                      <a:pt x="14" y="42"/>
                    </a:cubicBezTo>
                    <a:cubicBezTo>
                      <a:pt x="14" y="37"/>
                      <a:pt x="16" y="32"/>
                      <a:pt x="18" y="27"/>
                    </a:cubicBezTo>
                    <a:cubicBezTo>
                      <a:pt x="21" y="21"/>
                      <a:pt x="23" y="18"/>
                      <a:pt x="26" y="15"/>
                    </a:cubicBezTo>
                    <a:cubicBezTo>
                      <a:pt x="26" y="15"/>
                      <a:pt x="26" y="15"/>
                      <a:pt x="26" y="15"/>
                    </a:cubicBezTo>
                    <a:cubicBezTo>
                      <a:pt x="29" y="13"/>
                      <a:pt x="31" y="12"/>
                      <a:pt x="34" y="12"/>
                    </a:cubicBezTo>
                    <a:cubicBezTo>
                      <a:pt x="37" y="12"/>
                      <a:pt x="39" y="14"/>
                      <a:pt x="41" y="16"/>
                    </a:cubicBezTo>
                    <a:cubicBezTo>
                      <a:pt x="43" y="19"/>
                      <a:pt x="44" y="22"/>
                      <a:pt x="44" y="26"/>
                    </a:cubicBezTo>
                    <a:cubicBezTo>
                      <a:pt x="44" y="33"/>
                      <a:pt x="41" y="39"/>
                      <a:pt x="3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487"/>
              <p:cNvSpPr>
                <a:spLocks/>
              </p:cNvSpPr>
              <p:nvPr/>
            </p:nvSpPr>
            <p:spPr bwMode="auto">
              <a:xfrm>
                <a:off x="1346200" y="4387850"/>
                <a:ext cx="74613" cy="111125"/>
              </a:xfrm>
              <a:custGeom>
                <a:avLst/>
                <a:gdLst>
                  <a:gd name="T0" fmla="*/ 53 w 58"/>
                  <a:gd name="T1" fmla="*/ 23 h 86"/>
                  <a:gd name="T2" fmla="*/ 33 w 58"/>
                  <a:gd name="T3" fmla="*/ 24 h 86"/>
                  <a:gd name="T4" fmla="*/ 37 w 58"/>
                  <a:gd name="T5" fmla="*/ 6 h 86"/>
                  <a:gd name="T6" fmla="*/ 36 w 58"/>
                  <a:gd name="T7" fmla="*/ 2 h 86"/>
                  <a:gd name="T8" fmla="*/ 31 w 58"/>
                  <a:gd name="T9" fmla="*/ 0 h 86"/>
                  <a:gd name="T10" fmla="*/ 23 w 58"/>
                  <a:gd name="T11" fmla="*/ 7 h 86"/>
                  <a:gd name="T12" fmla="*/ 18 w 58"/>
                  <a:gd name="T13" fmla="*/ 25 h 86"/>
                  <a:gd name="T14" fmla="*/ 6 w 58"/>
                  <a:gd name="T15" fmla="*/ 26 h 86"/>
                  <a:gd name="T16" fmla="*/ 0 w 58"/>
                  <a:gd name="T17" fmla="*/ 31 h 86"/>
                  <a:gd name="T18" fmla="*/ 3 w 58"/>
                  <a:gd name="T19" fmla="*/ 36 h 86"/>
                  <a:gd name="T20" fmla="*/ 8 w 58"/>
                  <a:gd name="T21" fmla="*/ 38 h 86"/>
                  <a:gd name="T22" fmla="*/ 10 w 58"/>
                  <a:gd name="T23" fmla="*/ 38 h 86"/>
                  <a:gd name="T24" fmla="*/ 15 w 58"/>
                  <a:gd name="T25" fmla="*/ 38 h 86"/>
                  <a:gd name="T26" fmla="*/ 9 w 58"/>
                  <a:gd name="T27" fmla="*/ 69 h 86"/>
                  <a:gd name="T28" fmla="*/ 13 w 58"/>
                  <a:gd name="T29" fmla="*/ 82 h 86"/>
                  <a:gd name="T30" fmla="*/ 25 w 58"/>
                  <a:gd name="T31" fmla="*/ 86 h 86"/>
                  <a:gd name="T32" fmla="*/ 42 w 58"/>
                  <a:gd name="T33" fmla="*/ 80 h 86"/>
                  <a:gd name="T34" fmla="*/ 50 w 58"/>
                  <a:gd name="T35" fmla="*/ 68 h 86"/>
                  <a:gd name="T36" fmla="*/ 49 w 58"/>
                  <a:gd name="T37" fmla="*/ 66 h 86"/>
                  <a:gd name="T38" fmla="*/ 47 w 58"/>
                  <a:gd name="T39" fmla="*/ 65 h 86"/>
                  <a:gd name="T40" fmla="*/ 41 w 58"/>
                  <a:gd name="T41" fmla="*/ 68 h 86"/>
                  <a:gd name="T42" fmla="*/ 34 w 58"/>
                  <a:gd name="T43" fmla="*/ 73 h 86"/>
                  <a:gd name="T44" fmla="*/ 27 w 58"/>
                  <a:gd name="T45" fmla="*/ 74 h 86"/>
                  <a:gd name="T46" fmla="*/ 24 w 58"/>
                  <a:gd name="T47" fmla="*/ 72 h 86"/>
                  <a:gd name="T48" fmla="*/ 23 w 58"/>
                  <a:gd name="T49" fmla="*/ 65 h 86"/>
                  <a:gd name="T50" fmla="*/ 26 w 58"/>
                  <a:gd name="T51" fmla="*/ 50 h 86"/>
                  <a:gd name="T52" fmla="*/ 29 w 58"/>
                  <a:gd name="T53" fmla="*/ 37 h 86"/>
                  <a:gd name="T54" fmla="*/ 49 w 58"/>
                  <a:gd name="T55" fmla="*/ 33 h 86"/>
                  <a:gd name="T56" fmla="*/ 58 w 58"/>
                  <a:gd name="T57" fmla="*/ 27 h 86"/>
                  <a:gd name="T58" fmla="*/ 57 w 58"/>
                  <a:gd name="T59" fmla="*/ 23 h 86"/>
                  <a:gd name="T60" fmla="*/ 53 w 58"/>
                  <a:gd name="T61" fmla="*/ 2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8" h="86">
                    <a:moveTo>
                      <a:pt x="53" y="23"/>
                    </a:moveTo>
                    <a:cubicBezTo>
                      <a:pt x="52" y="23"/>
                      <a:pt x="45" y="23"/>
                      <a:pt x="33" y="24"/>
                    </a:cubicBezTo>
                    <a:cubicBezTo>
                      <a:pt x="36" y="13"/>
                      <a:pt x="37" y="7"/>
                      <a:pt x="37" y="6"/>
                    </a:cubicBezTo>
                    <a:cubicBezTo>
                      <a:pt x="37" y="5"/>
                      <a:pt x="37" y="3"/>
                      <a:pt x="36" y="2"/>
                    </a:cubicBezTo>
                    <a:cubicBezTo>
                      <a:pt x="34" y="1"/>
                      <a:pt x="33" y="0"/>
                      <a:pt x="31" y="0"/>
                    </a:cubicBezTo>
                    <a:cubicBezTo>
                      <a:pt x="27" y="0"/>
                      <a:pt x="24" y="2"/>
                      <a:pt x="23" y="7"/>
                    </a:cubicBezTo>
                    <a:cubicBezTo>
                      <a:pt x="22" y="15"/>
                      <a:pt x="20" y="21"/>
                      <a:pt x="18" y="25"/>
                    </a:cubicBezTo>
                    <a:cubicBezTo>
                      <a:pt x="6" y="26"/>
                      <a:pt x="6" y="26"/>
                      <a:pt x="6" y="26"/>
                    </a:cubicBezTo>
                    <a:cubicBezTo>
                      <a:pt x="2" y="26"/>
                      <a:pt x="0" y="28"/>
                      <a:pt x="0" y="31"/>
                    </a:cubicBezTo>
                    <a:cubicBezTo>
                      <a:pt x="0" y="33"/>
                      <a:pt x="1" y="35"/>
                      <a:pt x="3" y="36"/>
                    </a:cubicBezTo>
                    <a:cubicBezTo>
                      <a:pt x="5" y="38"/>
                      <a:pt x="7" y="38"/>
                      <a:pt x="8" y="38"/>
                    </a:cubicBezTo>
                    <a:cubicBezTo>
                      <a:pt x="10" y="38"/>
                      <a:pt x="10" y="38"/>
                      <a:pt x="10" y="38"/>
                    </a:cubicBezTo>
                    <a:cubicBezTo>
                      <a:pt x="11" y="38"/>
                      <a:pt x="12" y="38"/>
                      <a:pt x="15" y="38"/>
                    </a:cubicBezTo>
                    <a:cubicBezTo>
                      <a:pt x="11" y="53"/>
                      <a:pt x="9" y="64"/>
                      <a:pt x="9" y="69"/>
                    </a:cubicBezTo>
                    <a:cubicBezTo>
                      <a:pt x="9" y="75"/>
                      <a:pt x="10" y="79"/>
                      <a:pt x="13" y="82"/>
                    </a:cubicBezTo>
                    <a:cubicBezTo>
                      <a:pt x="16" y="85"/>
                      <a:pt x="20" y="86"/>
                      <a:pt x="25" y="86"/>
                    </a:cubicBezTo>
                    <a:cubicBezTo>
                      <a:pt x="31" y="86"/>
                      <a:pt x="37" y="84"/>
                      <a:pt x="42" y="80"/>
                    </a:cubicBezTo>
                    <a:cubicBezTo>
                      <a:pt x="48" y="76"/>
                      <a:pt x="50" y="72"/>
                      <a:pt x="50" y="68"/>
                    </a:cubicBezTo>
                    <a:cubicBezTo>
                      <a:pt x="50" y="68"/>
                      <a:pt x="50" y="67"/>
                      <a:pt x="49" y="66"/>
                    </a:cubicBezTo>
                    <a:cubicBezTo>
                      <a:pt x="49" y="66"/>
                      <a:pt x="48" y="65"/>
                      <a:pt x="47" y="65"/>
                    </a:cubicBezTo>
                    <a:cubicBezTo>
                      <a:pt x="45" y="65"/>
                      <a:pt x="43" y="66"/>
                      <a:pt x="41" y="68"/>
                    </a:cubicBezTo>
                    <a:cubicBezTo>
                      <a:pt x="38" y="70"/>
                      <a:pt x="36" y="72"/>
                      <a:pt x="34" y="73"/>
                    </a:cubicBezTo>
                    <a:cubicBezTo>
                      <a:pt x="32" y="74"/>
                      <a:pt x="30" y="74"/>
                      <a:pt x="27" y="74"/>
                    </a:cubicBezTo>
                    <a:cubicBezTo>
                      <a:pt x="26" y="74"/>
                      <a:pt x="25" y="73"/>
                      <a:pt x="24" y="72"/>
                    </a:cubicBezTo>
                    <a:cubicBezTo>
                      <a:pt x="23" y="71"/>
                      <a:pt x="23" y="69"/>
                      <a:pt x="23" y="65"/>
                    </a:cubicBezTo>
                    <a:cubicBezTo>
                      <a:pt x="23" y="64"/>
                      <a:pt x="24" y="58"/>
                      <a:pt x="26" y="50"/>
                    </a:cubicBezTo>
                    <a:cubicBezTo>
                      <a:pt x="28" y="41"/>
                      <a:pt x="29" y="37"/>
                      <a:pt x="29" y="37"/>
                    </a:cubicBezTo>
                    <a:cubicBezTo>
                      <a:pt x="49" y="33"/>
                      <a:pt x="49" y="33"/>
                      <a:pt x="49" y="33"/>
                    </a:cubicBezTo>
                    <a:cubicBezTo>
                      <a:pt x="55" y="33"/>
                      <a:pt x="58" y="30"/>
                      <a:pt x="58" y="27"/>
                    </a:cubicBezTo>
                    <a:cubicBezTo>
                      <a:pt x="58" y="25"/>
                      <a:pt x="57" y="24"/>
                      <a:pt x="57" y="23"/>
                    </a:cubicBezTo>
                    <a:cubicBezTo>
                      <a:pt x="56" y="23"/>
                      <a:pt x="55" y="23"/>
                      <a:pt x="53"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488"/>
              <p:cNvSpPr>
                <a:spLocks/>
              </p:cNvSpPr>
              <p:nvPr/>
            </p:nvSpPr>
            <p:spPr bwMode="auto">
              <a:xfrm>
                <a:off x="1420813" y="4371975"/>
                <a:ext cx="88900" cy="127000"/>
              </a:xfrm>
              <a:custGeom>
                <a:avLst/>
                <a:gdLst>
                  <a:gd name="T0" fmla="*/ 63 w 69"/>
                  <a:gd name="T1" fmla="*/ 77 h 98"/>
                  <a:gd name="T2" fmla="*/ 61 w 69"/>
                  <a:gd name="T3" fmla="*/ 70 h 98"/>
                  <a:gd name="T4" fmla="*/ 60 w 69"/>
                  <a:gd name="T5" fmla="*/ 59 h 98"/>
                  <a:gd name="T6" fmla="*/ 55 w 69"/>
                  <a:gd name="T7" fmla="*/ 41 h 98"/>
                  <a:gd name="T8" fmla="*/ 47 w 69"/>
                  <a:gd name="T9" fmla="*/ 38 h 98"/>
                  <a:gd name="T10" fmla="*/ 33 w 69"/>
                  <a:gd name="T11" fmla="*/ 45 h 98"/>
                  <a:gd name="T12" fmla="*/ 16 w 69"/>
                  <a:gd name="T13" fmla="*/ 69 h 98"/>
                  <a:gd name="T14" fmla="*/ 20 w 69"/>
                  <a:gd name="T15" fmla="*/ 51 h 98"/>
                  <a:gd name="T16" fmla="*/ 26 w 69"/>
                  <a:gd name="T17" fmla="*/ 24 h 98"/>
                  <a:gd name="T18" fmla="*/ 27 w 69"/>
                  <a:gd name="T19" fmla="*/ 9 h 98"/>
                  <a:gd name="T20" fmla="*/ 25 w 69"/>
                  <a:gd name="T21" fmla="*/ 3 h 98"/>
                  <a:gd name="T22" fmla="*/ 20 w 69"/>
                  <a:gd name="T23" fmla="*/ 0 h 98"/>
                  <a:gd name="T24" fmla="*/ 15 w 69"/>
                  <a:gd name="T25" fmla="*/ 4 h 98"/>
                  <a:gd name="T26" fmla="*/ 11 w 69"/>
                  <a:gd name="T27" fmla="*/ 15 h 98"/>
                  <a:gd name="T28" fmla="*/ 1 w 69"/>
                  <a:gd name="T29" fmla="*/ 82 h 98"/>
                  <a:gd name="T30" fmla="*/ 0 w 69"/>
                  <a:gd name="T31" fmla="*/ 91 h 98"/>
                  <a:gd name="T32" fmla="*/ 2 w 69"/>
                  <a:gd name="T33" fmla="*/ 96 h 98"/>
                  <a:gd name="T34" fmla="*/ 8 w 69"/>
                  <a:gd name="T35" fmla="*/ 98 h 98"/>
                  <a:gd name="T36" fmla="*/ 11 w 69"/>
                  <a:gd name="T37" fmla="*/ 96 h 98"/>
                  <a:gd name="T38" fmla="*/ 16 w 69"/>
                  <a:gd name="T39" fmla="*/ 88 h 98"/>
                  <a:gd name="T40" fmla="*/ 30 w 69"/>
                  <a:gd name="T41" fmla="*/ 67 h 98"/>
                  <a:gd name="T42" fmla="*/ 43 w 69"/>
                  <a:gd name="T43" fmla="*/ 53 h 98"/>
                  <a:gd name="T44" fmla="*/ 46 w 69"/>
                  <a:gd name="T45" fmla="*/ 57 h 98"/>
                  <a:gd name="T46" fmla="*/ 48 w 69"/>
                  <a:gd name="T47" fmla="*/ 72 h 98"/>
                  <a:gd name="T48" fmla="*/ 53 w 69"/>
                  <a:gd name="T49" fmla="*/ 88 h 98"/>
                  <a:gd name="T50" fmla="*/ 62 w 69"/>
                  <a:gd name="T51" fmla="*/ 93 h 98"/>
                  <a:gd name="T52" fmla="*/ 67 w 69"/>
                  <a:gd name="T53" fmla="*/ 92 h 98"/>
                  <a:gd name="T54" fmla="*/ 69 w 69"/>
                  <a:gd name="T55" fmla="*/ 88 h 98"/>
                  <a:gd name="T56" fmla="*/ 67 w 69"/>
                  <a:gd name="T57" fmla="*/ 84 h 98"/>
                  <a:gd name="T58" fmla="*/ 63 w 69"/>
                  <a:gd name="T59" fmla="*/ 77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9" h="98">
                    <a:moveTo>
                      <a:pt x="63" y="77"/>
                    </a:moveTo>
                    <a:cubicBezTo>
                      <a:pt x="63" y="75"/>
                      <a:pt x="62" y="73"/>
                      <a:pt x="61" y="70"/>
                    </a:cubicBezTo>
                    <a:cubicBezTo>
                      <a:pt x="61" y="67"/>
                      <a:pt x="60" y="64"/>
                      <a:pt x="60" y="59"/>
                    </a:cubicBezTo>
                    <a:cubicBezTo>
                      <a:pt x="59" y="50"/>
                      <a:pt x="57" y="44"/>
                      <a:pt x="55" y="41"/>
                    </a:cubicBezTo>
                    <a:cubicBezTo>
                      <a:pt x="53" y="39"/>
                      <a:pt x="50" y="38"/>
                      <a:pt x="47" y="38"/>
                    </a:cubicBezTo>
                    <a:cubicBezTo>
                      <a:pt x="42" y="38"/>
                      <a:pt x="37" y="40"/>
                      <a:pt x="33" y="45"/>
                    </a:cubicBezTo>
                    <a:cubicBezTo>
                      <a:pt x="28" y="49"/>
                      <a:pt x="22" y="57"/>
                      <a:pt x="16" y="69"/>
                    </a:cubicBezTo>
                    <a:cubicBezTo>
                      <a:pt x="17" y="65"/>
                      <a:pt x="18" y="59"/>
                      <a:pt x="20" y="51"/>
                    </a:cubicBezTo>
                    <a:cubicBezTo>
                      <a:pt x="23" y="39"/>
                      <a:pt x="25" y="30"/>
                      <a:pt x="26" y="24"/>
                    </a:cubicBezTo>
                    <a:cubicBezTo>
                      <a:pt x="27" y="19"/>
                      <a:pt x="27" y="14"/>
                      <a:pt x="27" y="9"/>
                    </a:cubicBezTo>
                    <a:cubicBezTo>
                      <a:pt x="27" y="7"/>
                      <a:pt x="26" y="4"/>
                      <a:pt x="25" y="3"/>
                    </a:cubicBezTo>
                    <a:cubicBezTo>
                      <a:pt x="23" y="1"/>
                      <a:pt x="22" y="0"/>
                      <a:pt x="20" y="0"/>
                    </a:cubicBezTo>
                    <a:cubicBezTo>
                      <a:pt x="18" y="0"/>
                      <a:pt x="16" y="2"/>
                      <a:pt x="15" y="4"/>
                    </a:cubicBezTo>
                    <a:cubicBezTo>
                      <a:pt x="13" y="6"/>
                      <a:pt x="12" y="10"/>
                      <a:pt x="11" y="15"/>
                    </a:cubicBezTo>
                    <a:cubicBezTo>
                      <a:pt x="9" y="39"/>
                      <a:pt x="5" y="61"/>
                      <a:pt x="1" y="82"/>
                    </a:cubicBezTo>
                    <a:cubicBezTo>
                      <a:pt x="0" y="87"/>
                      <a:pt x="0" y="90"/>
                      <a:pt x="0" y="91"/>
                    </a:cubicBezTo>
                    <a:cubicBezTo>
                      <a:pt x="0" y="93"/>
                      <a:pt x="1" y="95"/>
                      <a:pt x="2" y="96"/>
                    </a:cubicBezTo>
                    <a:cubicBezTo>
                      <a:pt x="4" y="97"/>
                      <a:pt x="5" y="98"/>
                      <a:pt x="8" y="98"/>
                    </a:cubicBezTo>
                    <a:cubicBezTo>
                      <a:pt x="9" y="98"/>
                      <a:pt x="10" y="97"/>
                      <a:pt x="11" y="96"/>
                    </a:cubicBezTo>
                    <a:cubicBezTo>
                      <a:pt x="12" y="95"/>
                      <a:pt x="14" y="92"/>
                      <a:pt x="16" y="88"/>
                    </a:cubicBezTo>
                    <a:cubicBezTo>
                      <a:pt x="18" y="83"/>
                      <a:pt x="23" y="76"/>
                      <a:pt x="30" y="67"/>
                    </a:cubicBezTo>
                    <a:cubicBezTo>
                      <a:pt x="36" y="58"/>
                      <a:pt x="40" y="53"/>
                      <a:pt x="43" y="53"/>
                    </a:cubicBezTo>
                    <a:cubicBezTo>
                      <a:pt x="44" y="53"/>
                      <a:pt x="45" y="55"/>
                      <a:pt x="46" y="57"/>
                    </a:cubicBezTo>
                    <a:cubicBezTo>
                      <a:pt x="47" y="59"/>
                      <a:pt x="48" y="64"/>
                      <a:pt x="48" y="72"/>
                    </a:cubicBezTo>
                    <a:cubicBezTo>
                      <a:pt x="49" y="79"/>
                      <a:pt x="50" y="84"/>
                      <a:pt x="53" y="88"/>
                    </a:cubicBezTo>
                    <a:cubicBezTo>
                      <a:pt x="56" y="92"/>
                      <a:pt x="59" y="93"/>
                      <a:pt x="62" y="93"/>
                    </a:cubicBezTo>
                    <a:cubicBezTo>
                      <a:pt x="64" y="93"/>
                      <a:pt x="65" y="93"/>
                      <a:pt x="67" y="92"/>
                    </a:cubicBezTo>
                    <a:cubicBezTo>
                      <a:pt x="68" y="91"/>
                      <a:pt x="69" y="89"/>
                      <a:pt x="69" y="88"/>
                    </a:cubicBezTo>
                    <a:cubicBezTo>
                      <a:pt x="69" y="86"/>
                      <a:pt x="68" y="85"/>
                      <a:pt x="67" y="84"/>
                    </a:cubicBezTo>
                    <a:cubicBezTo>
                      <a:pt x="65" y="82"/>
                      <a:pt x="64" y="80"/>
                      <a:pt x="63"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489"/>
              <p:cNvSpPr>
                <a:spLocks noEditPoints="1"/>
              </p:cNvSpPr>
              <p:nvPr/>
            </p:nvSpPr>
            <p:spPr bwMode="auto">
              <a:xfrm>
                <a:off x="1517650" y="4411663"/>
                <a:ext cx="69850" cy="88900"/>
              </a:xfrm>
              <a:custGeom>
                <a:avLst/>
                <a:gdLst>
                  <a:gd name="T0" fmla="*/ 50 w 54"/>
                  <a:gd name="T1" fmla="*/ 41 h 68"/>
                  <a:gd name="T2" fmla="*/ 46 w 54"/>
                  <a:gd name="T3" fmla="*/ 43 h 68"/>
                  <a:gd name="T4" fmla="*/ 23 w 54"/>
                  <a:gd name="T5" fmla="*/ 55 h 68"/>
                  <a:gd name="T6" fmla="*/ 16 w 54"/>
                  <a:gd name="T7" fmla="*/ 53 h 68"/>
                  <a:gd name="T8" fmla="*/ 14 w 54"/>
                  <a:gd name="T9" fmla="*/ 48 h 68"/>
                  <a:gd name="T10" fmla="*/ 16 w 54"/>
                  <a:gd name="T11" fmla="*/ 45 h 68"/>
                  <a:gd name="T12" fmla="*/ 40 w 54"/>
                  <a:gd name="T13" fmla="*/ 33 h 68"/>
                  <a:gd name="T14" fmla="*/ 50 w 54"/>
                  <a:gd name="T15" fmla="*/ 14 h 68"/>
                  <a:gd name="T16" fmla="*/ 46 w 54"/>
                  <a:gd name="T17" fmla="*/ 4 h 68"/>
                  <a:gd name="T18" fmla="*/ 36 w 54"/>
                  <a:gd name="T19" fmla="*/ 0 h 68"/>
                  <a:gd name="T20" fmla="*/ 11 w 54"/>
                  <a:gd name="T21" fmla="*/ 14 h 68"/>
                  <a:gd name="T22" fmla="*/ 0 w 54"/>
                  <a:gd name="T23" fmla="*/ 44 h 68"/>
                  <a:gd name="T24" fmla="*/ 5 w 54"/>
                  <a:gd name="T25" fmla="*/ 62 h 68"/>
                  <a:gd name="T26" fmla="*/ 21 w 54"/>
                  <a:gd name="T27" fmla="*/ 68 h 68"/>
                  <a:gd name="T28" fmla="*/ 44 w 54"/>
                  <a:gd name="T29" fmla="*/ 59 h 68"/>
                  <a:gd name="T30" fmla="*/ 54 w 54"/>
                  <a:gd name="T31" fmla="*/ 45 h 68"/>
                  <a:gd name="T32" fmla="*/ 50 w 54"/>
                  <a:gd name="T33" fmla="*/ 41 h 68"/>
                  <a:gd name="T34" fmla="*/ 23 w 54"/>
                  <a:gd name="T35" fmla="*/ 19 h 68"/>
                  <a:gd name="T36" fmla="*/ 34 w 54"/>
                  <a:gd name="T37" fmla="*/ 12 h 68"/>
                  <a:gd name="T38" fmla="*/ 37 w 54"/>
                  <a:gd name="T39" fmla="*/ 13 h 68"/>
                  <a:gd name="T40" fmla="*/ 38 w 54"/>
                  <a:gd name="T41" fmla="*/ 16 h 68"/>
                  <a:gd name="T42" fmla="*/ 31 w 54"/>
                  <a:gd name="T43" fmla="*/ 27 h 68"/>
                  <a:gd name="T44" fmla="*/ 15 w 54"/>
                  <a:gd name="T45" fmla="*/ 35 h 68"/>
                  <a:gd name="T46" fmla="*/ 23 w 54"/>
                  <a:gd name="T47" fmla="*/ 1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 h="68">
                    <a:moveTo>
                      <a:pt x="50" y="41"/>
                    </a:moveTo>
                    <a:cubicBezTo>
                      <a:pt x="49" y="41"/>
                      <a:pt x="47" y="42"/>
                      <a:pt x="46" y="43"/>
                    </a:cubicBezTo>
                    <a:cubicBezTo>
                      <a:pt x="38" y="51"/>
                      <a:pt x="31" y="55"/>
                      <a:pt x="23" y="55"/>
                    </a:cubicBezTo>
                    <a:cubicBezTo>
                      <a:pt x="20" y="55"/>
                      <a:pt x="18" y="55"/>
                      <a:pt x="16" y="53"/>
                    </a:cubicBezTo>
                    <a:cubicBezTo>
                      <a:pt x="15" y="51"/>
                      <a:pt x="14" y="49"/>
                      <a:pt x="14" y="48"/>
                    </a:cubicBezTo>
                    <a:cubicBezTo>
                      <a:pt x="14" y="46"/>
                      <a:pt x="14" y="46"/>
                      <a:pt x="16" y="45"/>
                    </a:cubicBezTo>
                    <a:cubicBezTo>
                      <a:pt x="26" y="43"/>
                      <a:pt x="34" y="39"/>
                      <a:pt x="40" y="33"/>
                    </a:cubicBezTo>
                    <a:cubicBezTo>
                      <a:pt x="47" y="27"/>
                      <a:pt x="50" y="20"/>
                      <a:pt x="50" y="14"/>
                    </a:cubicBezTo>
                    <a:cubicBezTo>
                      <a:pt x="50" y="10"/>
                      <a:pt x="49" y="7"/>
                      <a:pt x="46" y="4"/>
                    </a:cubicBezTo>
                    <a:cubicBezTo>
                      <a:pt x="43" y="1"/>
                      <a:pt x="40" y="0"/>
                      <a:pt x="36" y="0"/>
                    </a:cubicBezTo>
                    <a:cubicBezTo>
                      <a:pt x="27" y="0"/>
                      <a:pt x="19" y="4"/>
                      <a:pt x="11" y="14"/>
                    </a:cubicBezTo>
                    <a:cubicBezTo>
                      <a:pt x="3" y="23"/>
                      <a:pt x="0" y="34"/>
                      <a:pt x="0" y="44"/>
                    </a:cubicBezTo>
                    <a:cubicBezTo>
                      <a:pt x="0" y="52"/>
                      <a:pt x="2" y="57"/>
                      <a:pt x="5" y="62"/>
                    </a:cubicBezTo>
                    <a:cubicBezTo>
                      <a:pt x="9" y="66"/>
                      <a:pt x="14" y="68"/>
                      <a:pt x="21" y="68"/>
                    </a:cubicBezTo>
                    <a:cubicBezTo>
                      <a:pt x="29" y="68"/>
                      <a:pt x="37" y="65"/>
                      <a:pt x="44" y="59"/>
                    </a:cubicBezTo>
                    <a:cubicBezTo>
                      <a:pt x="50" y="54"/>
                      <a:pt x="54" y="49"/>
                      <a:pt x="54" y="45"/>
                    </a:cubicBezTo>
                    <a:cubicBezTo>
                      <a:pt x="54" y="42"/>
                      <a:pt x="53" y="41"/>
                      <a:pt x="50" y="41"/>
                    </a:cubicBezTo>
                    <a:close/>
                    <a:moveTo>
                      <a:pt x="23" y="19"/>
                    </a:moveTo>
                    <a:cubicBezTo>
                      <a:pt x="27" y="14"/>
                      <a:pt x="31" y="12"/>
                      <a:pt x="34" y="12"/>
                    </a:cubicBezTo>
                    <a:cubicBezTo>
                      <a:pt x="35" y="12"/>
                      <a:pt x="36" y="12"/>
                      <a:pt x="37" y="13"/>
                    </a:cubicBezTo>
                    <a:cubicBezTo>
                      <a:pt x="38" y="14"/>
                      <a:pt x="38" y="15"/>
                      <a:pt x="38" y="16"/>
                    </a:cubicBezTo>
                    <a:cubicBezTo>
                      <a:pt x="38" y="19"/>
                      <a:pt x="36" y="23"/>
                      <a:pt x="31" y="27"/>
                    </a:cubicBezTo>
                    <a:cubicBezTo>
                      <a:pt x="26" y="31"/>
                      <a:pt x="21" y="33"/>
                      <a:pt x="15" y="35"/>
                    </a:cubicBezTo>
                    <a:cubicBezTo>
                      <a:pt x="16" y="29"/>
                      <a:pt x="19" y="24"/>
                      <a:pt x="23"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490"/>
              <p:cNvSpPr>
                <a:spLocks/>
              </p:cNvSpPr>
              <p:nvPr/>
            </p:nvSpPr>
            <p:spPr bwMode="auto">
              <a:xfrm>
                <a:off x="1601788" y="4416425"/>
                <a:ext cx="74613" cy="84138"/>
              </a:xfrm>
              <a:custGeom>
                <a:avLst/>
                <a:gdLst>
                  <a:gd name="T0" fmla="*/ 57 w 58"/>
                  <a:gd name="T1" fmla="*/ 15 h 65"/>
                  <a:gd name="T2" fmla="*/ 58 w 58"/>
                  <a:gd name="T3" fmla="*/ 11 h 65"/>
                  <a:gd name="T4" fmla="*/ 54 w 58"/>
                  <a:gd name="T5" fmla="*/ 3 h 65"/>
                  <a:gd name="T6" fmla="*/ 45 w 58"/>
                  <a:gd name="T7" fmla="*/ 0 h 65"/>
                  <a:gd name="T8" fmla="*/ 29 w 58"/>
                  <a:gd name="T9" fmla="*/ 8 h 65"/>
                  <a:gd name="T10" fmla="*/ 14 w 58"/>
                  <a:gd name="T11" fmla="*/ 31 h 65"/>
                  <a:gd name="T12" fmla="*/ 13 w 58"/>
                  <a:gd name="T13" fmla="*/ 33 h 65"/>
                  <a:gd name="T14" fmla="*/ 14 w 58"/>
                  <a:gd name="T15" fmla="*/ 24 h 65"/>
                  <a:gd name="T16" fmla="*/ 16 w 58"/>
                  <a:gd name="T17" fmla="*/ 17 h 65"/>
                  <a:gd name="T18" fmla="*/ 18 w 58"/>
                  <a:gd name="T19" fmla="*/ 6 h 65"/>
                  <a:gd name="T20" fmla="*/ 17 w 58"/>
                  <a:gd name="T21" fmla="*/ 2 h 65"/>
                  <a:gd name="T22" fmla="*/ 12 w 58"/>
                  <a:gd name="T23" fmla="*/ 0 h 65"/>
                  <a:gd name="T24" fmla="*/ 7 w 58"/>
                  <a:gd name="T25" fmla="*/ 2 h 65"/>
                  <a:gd name="T26" fmla="*/ 4 w 58"/>
                  <a:gd name="T27" fmla="*/ 6 h 65"/>
                  <a:gd name="T28" fmla="*/ 2 w 58"/>
                  <a:gd name="T29" fmla="*/ 14 h 65"/>
                  <a:gd name="T30" fmla="*/ 2 w 58"/>
                  <a:gd name="T31" fmla="*/ 18 h 65"/>
                  <a:gd name="T32" fmla="*/ 1 w 58"/>
                  <a:gd name="T33" fmla="*/ 34 h 65"/>
                  <a:gd name="T34" fmla="*/ 0 w 58"/>
                  <a:gd name="T35" fmla="*/ 46 h 65"/>
                  <a:gd name="T36" fmla="*/ 2 w 58"/>
                  <a:gd name="T37" fmla="*/ 61 h 65"/>
                  <a:gd name="T38" fmla="*/ 8 w 58"/>
                  <a:gd name="T39" fmla="*/ 65 h 65"/>
                  <a:gd name="T40" fmla="*/ 14 w 58"/>
                  <a:gd name="T41" fmla="*/ 63 h 65"/>
                  <a:gd name="T42" fmla="*/ 17 w 58"/>
                  <a:gd name="T43" fmla="*/ 56 h 65"/>
                  <a:gd name="T44" fmla="*/ 29 w 58"/>
                  <a:gd name="T45" fmla="*/ 26 h 65"/>
                  <a:gd name="T46" fmla="*/ 43 w 58"/>
                  <a:gd name="T47" fmla="*/ 13 h 65"/>
                  <a:gd name="T48" fmla="*/ 47 w 58"/>
                  <a:gd name="T49" fmla="*/ 14 h 65"/>
                  <a:gd name="T50" fmla="*/ 53 w 58"/>
                  <a:gd name="T51" fmla="*/ 17 h 65"/>
                  <a:gd name="T52" fmla="*/ 57 w 58"/>
                  <a:gd name="T53" fmla="*/ 1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65">
                    <a:moveTo>
                      <a:pt x="57" y="15"/>
                    </a:moveTo>
                    <a:cubicBezTo>
                      <a:pt x="58" y="14"/>
                      <a:pt x="58" y="12"/>
                      <a:pt x="58" y="11"/>
                    </a:cubicBezTo>
                    <a:cubicBezTo>
                      <a:pt x="58" y="8"/>
                      <a:pt x="57" y="5"/>
                      <a:pt x="54" y="3"/>
                    </a:cubicBezTo>
                    <a:cubicBezTo>
                      <a:pt x="52" y="1"/>
                      <a:pt x="49" y="0"/>
                      <a:pt x="45" y="0"/>
                    </a:cubicBezTo>
                    <a:cubicBezTo>
                      <a:pt x="40" y="0"/>
                      <a:pt x="34" y="3"/>
                      <a:pt x="29" y="8"/>
                    </a:cubicBezTo>
                    <a:cubicBezTo>
                      <a:pt x="23" y="14"/>
                      <a:pt x="18" y="22"/>
                      <a:pt x="14" y="31"/>
                    </a:cubicBezTo>
                    <a:cubicBezTo>
                      <a:pt x="13" y="33"/>
                      <a:pt x="13" y="33"/>
                      <a:pt x="13" y="33"/>
                    </a:cubicBezTo>
                    <a:cubicBezTo>
                      <a:pt x="14" y="24"/>
                      <a:pt x="14" y="24"/>
                      <a:pt x="14" y="24"/>
                    </a:cubicBezTo>
                    <a:cubicBezTo>
                      <a:pt x="15" y="21"/>
                      <a:pt x="15" y="19"/>
                      <a:pt x="16" y="17"/>
                    </a:cubicBezTo>
                    <a:cubicBezTo>
                      <a:pt x="18" y="11"/>
                      <a:pt x="18" y="8"/>
                      <a:pt x="18" y="6"/>
                    </a:cubicBezTo>
                    <a:cubicBezTo>
                      <a:pt x="18" y="4"/>
                      <a:pt x="18" y="3"/>
                      <a:pt x="17" y="2"/>
                    </a:cubicBezTo>
                    <a:cubicBezTo>
                      <a:pt x="16" y="1"/>
                      <a:pt x="14" y="0"/>
                      <a:pt x="12" y="0"/>
                    </a:cubicBezTo>
                    <a:cubicBezTo>
                      <a:pt x="10" y="0"/>
                      <a:pt x="8" y="1"/>
                      <a:pt x="7" y="2"/>
                    </a:cubicBezTo>
                    <a:cubicBezTo>
                      <a:pt x="5" y="3"/>
                      <a:pt x="4" y="5"/>
                      <a:pt x="4" y="6"/>
                    </a:cubicBezTo>
                    <a:cubicBezTo>
                      <a:pt x="3" y="7"/>
                      <a:pt x="3" y="10"/>
                      <a:pt x="2" y="14"/>
                    </a:cubicBezTo>
                    <a:cubicBezTo>
                      <a:pt x="2" y="15"/>
                      <a:pt x="2" y="16"/>
                      <a:pt x="2" y="18"/>
                    </a:cubicBezTo>
                    <a:cubicBezTo>
                      <a:pt x="1" y="24"/>
                      <a:pt x="1" y="30"/>
                      <a:pt x="1" y="34"/>
                    </a:cubicBezTo>
                    <a:cubicBezTo>
                      <a:pt x="0" y="39"/>
                      <a:pt x="0" y="43"/>
                      <a:pt x="0" y="46"/>
                    </a:cubicBezTo>
                    <a:cubicBezTo>
                      <a:pt x="0" y="53"/>
                      <a:pt x="1" y="58"/>
                      <a:pt x="2" y="61"/>
                    </a:cubicBezTo>
                    <a:cubicBezTo>
                      <a:pt x="3" y="64"/>
                      <a:pt x="5" y="65"/>
                      <a:pt x="8" y="65"/>
                    </a:cubicBezTo>
                    <a:cubicBezTo>
                      <a:pt x="10" y="65"/>
                      <a:pt x="12" y="64"/>
                      <a:pt x="14" y="63"/>
                    </a:cubicBezTo>
                    <a:cubicBezTo>
                      <a:pt x="15" y="62"/>
                      <a:pt x="16" y="60"/>
                      <a:pt x="17" y="56"/>
                    </a:cubicBezTo>
                    <a:cubicBezTo>
                      <a:pt x="18" y="45"/>
                      <a:pt x="22" y="35"/>
                      <a:pt x="29" y="26"/>
                    </a:cubicBezTo>
                    <a:cubicBezTo>
                      <a:pt x="36" y="17"/>
                      <a:pt x="40" y="13"/>
                      <a:pt x="43" y="13"/>
                    </a:cubicBezTo>
                    <a:cubicBezTo>
                      <a:pt x="44" y="13"/>
                      <a:pt x="45" y="13"/>
                      <a:pt x="47" y="14"/>
                    </a:cubicBezTo>
                    <a:cubicBezTo>
                      <a:pt x="49" y="16"/>
                      <a:pt x="51" y="17"/>
                      <a:pt x="53" y="17"/>
                    </a:cubicBezTo>
                    <a:cubicBezTo>
                      <a:pt x="55" y="17"/>
                      <a:pt x="56" y="17"/>
                      <a:pt x="57"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491"/>
              <p:cNvSpPr>
                <a:spLocks/>
              </p:cNvSpPr>
              <p:nvPr/>
            </p:nvSpPr>
            <p:spPr bwMode="auto">
              <a:xfrm>
                <a:off x="1671638" y="4410075"/>
                <a:ext cx="61913" cy="92075"/>
              </a:xfrm>
              <a:custGeom>
                <a:avLst/>
                <a:gdLst>
                  <a:gd name="T0" fmla="*/ 26 w 48"/>
                  <a:gd name="T1" fmla="*/ 16 h 71"/>
                  <a:gd name="T2" fmla="*/ 38 w 48"/>
                  <a:gd name="T3" fmla="*/ 13 h 71"/>
                  <a:gd name="T4" fmla="*/ 40 w 48"/>
                  <a:gd name="T5" fmla="*/ 14 h 71"/>
                  <a:gd name="T6" fmla="*/ 42 w 48"/>
                  <a:gd name="T7" fmla="*/ 14 h 71"/>
                  <a:gd name="T8" fmla="*/ 46 w 48"/>
                  <a:gd name="T9" fmla="*/ 13 h 71"/>
                  <a:gd name="T10" fmla="*/ 48 w 48"/>
                  <a:gd name="T11" fmla="*/ 9 h 71"/>
                  <a:gd name="T12" fmla="*/ 39 w 48"/>
                  <a:gd name="T13" fmla="*/ 0 h 71"/>
                  <a:gd name="T14" fmla="*/ 17 w 48"/>
                  <a:gd name="T15" fmla="*/ 8 h 71"/>
                  <a:gd name="T16" fmla="*/ 6 w 48"/>
                  <a:gd name="T17" fmla="*/ 26 h 71"/>
                  <a:gd name="T18" fmla="*/ 9 w 48"/>
                  <a:gd name="T19" fmla="*/ 35 h 71"/>
                  <a:gd name="T20" fmla="*/ 24 w 48"/>
                  <a:gd name="T21" fmla="*/ 45 h 71"/>
                  <a:gd name="T22" fmla="*/ 34 w 48"/>
                  <a:gd name="T23" fmla="*/ 52 h 71"/>
                  <a:gd name="T24" fmla="*/ 26 w 48"/>
                  <a:gd name="T25" fmla="*/ 56 h 71"/>
                  <a:gd name="T26" fmla="*/ 15 w 48"/>
                  <a:gd name="T27" fmla="*/ 58 h 71"/>
                  <a:gd name="T28" fmla="*/ 11 w 48"/>
                  <a:gd name="T29" fmla="*/ 57 h 71"/>
                  <a:gd name="T30" fmla="*/ 7 w 48"/>
                  <a:gd name="T31" fmla="*/ 56 h 71"/>
                  <a:gd name="T32" fmla="*/ 2 w 48"/>
                  <a:gd name="T33" fmla="*/ 58 h 71"/>
                  <a:gd name="T34" fmla="*/ 0 w 48"/>
                  <a:gd name="T35" fmla="*/ 63 h 71"/>
                  <a:gd name="T36" fmla="*/ 10 w 48"/>
                  <a:gd name="T37" fmla="*/ 71 h 71"/>
                  <a:gd name="T38" fmla="*/ 36 w 48"/>
                  <a:gd name="T39" fmla="*/ 65 h 71"/>
                  <a:gd name="T40" fmla="*/ 48 w 48"/>
                  <a:gd name="T41" fmla="*/ 51 h 71"/>
                  <a:gd name="T42" fmla="*/ 44 w 48"/>
                  <a:gd name="T43" fmla="*/ 43 h 71"/>
                  <a:gd name="T44" fmla="*/ 31 w 48"/>
                  <a:gd name="T45" fmla="*/ 34 h 71"/>
                  <a:gd name="T46" fmla="*/ 22 w 48"/>
                  <a:gd name="T47" fmla="*/ 29 h 71"/>
                  <a:gd name="T48" fmla="*/ 20 w 48"/>
                  <a:gd name="T49" fmla="*/ 24 h 71"/>
                  <a:gd name="T50" fmla="*/ 26 w 48"/>
                  <a:gd name="T51" fmla="*/ 1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71">
                    <a:moveTo>
                      <a:pt x="26" y="16"/>
                    </a:moveTo>
                    <a:cubicBezTo>
                      <a:pt x="30" y="14"/>
                      <a:pt x="34" y="13"/>
                      <a:pt x="38" y="13"/>
                    </a:cubicBezTo>
                    <a:cubicBezTo>
                      <a:pt x="38" y="13"/>
                      <a:pt x="39" y="13"/>
                      <a:pt x="40" y="14"/>
                    </a:cubicBezTo>
                    <a:cubicBezTo>
                      <a:pt x="41" y="14"/>
                      <a:pt x="42" y="14"/>
                      <a:pt x="42" y="14"/>
                    </a:cubicBezTo>
                    <a:cubicBezTo>
                      <a:pt x="43" y="14"/>
                      <a:pt x="45" y="14"/>
                      <a:pt x="46" y="13"/>
                    </a:cubicBezTo>
                    <a:cubicBezTo>
                      <a:pt x="48" y="11"/>
                      <a:pt x="48" y="10"/>
                      <a:pt x="48" y="9"/>
                    </a:cubicBezTo>
                    <a:cubicBezTo>
                      <a:pt x="48" y="3"/>
                      <a:pt x="45" y="0"/>
                      <a:pt x="39" y="0"/>
                    </a:cubicBezTo>
                    <a:cubicBezTo>
                      <a:pt x="32" y="0"/>
                      <a:pt x="25" y="3"/>
                      <a:pt x="17" y="8"/>
                    </a:cubicBezTo>
                    <a:cubicBezTo>
                      <a:pt x="9" y="13"/>
                      <a:pt x="6" y="19"/>
                      <a:pt x="6" y="26"/>
                    </a:cubicBezTo>
                    <a:cubicBezTo>
                      <a:pt x="6" y="29"/>
                      <a:pt x="7" y="32"/>
                      <a:pt x="9" y="35"/>
                    </a:cubicBezTo>
                    <a:cubicBezTo>
                      <a:pt x="11" y="37"/>
                      <a:pt x="16" y="41"/>
                      <a:pt x="24" y="45"/>
                    </a:cubicBezTo>
                    <a:cubicBezTo>
                      <a:pt x="31" y="48"/>
                      <a:pt x="34" y="50"/>
                      <a:pt x="34" y="52"/>
                    </a:cubicBezTo>
                    <a:cubicBezTo>
                      <a:pt x="33" y="54"/>
                      <a:pt x="30" y="55"/>
                      <a:pt x="26" y="56"/>
                    </a:cubicBezTo>
                    <a:cubicBezTo>
                      <a:pt x="22" y="58"/>
                      <a:pt x="18" y="58"/>
                      <a:pt x="15" y="58"/>
                    </a:cubicBezTo>
                    <a:cubicBezTo>
                      <a:pt x="14" y="58"/>
                      <a:pt x="12" y="58"/>
                      <a:pt x="11" y="57"/>
                    </a:cubicBezTo>
                    <a:cubicBezTo>
                      <a:pt x="9" y="57"/>
                      <a:pt x="8" y="56"/>
                      <a:pt x="7" y="56"/>
                    </a:cubicBezTo>
                    <a:cubicBezTo>
                      <a:pt x="5" y="56"/>
                      <a:pt x="4" y="57"/>
                      <a:pt x="2" y="58"/>
                    </a:cubicBezTo>
                    <a:cubicBezTo>
                      <a:pt x="1" y="60"/>
                      <a:pt x="0" y="61"/>
                      <a:pt x="0" y="63"/>
                    </a:cubicBezTo>
                    <a:cubicBezTo>
                      <a:pt x="0" y="68"/>
                      <a:pt x="3" y="71"/>
                      <a:pt x="10" y="71"/>
                    </a:cubicBezTo>
                    <a:cubicBezTo>
                      <a:pt x="20" y="71"/>
                      <a:pt x="29" y="69"/>
                      <a:pt x="36" y="65"/>
                    </a:cubicBezTo>
                    <a:cubicBezTo>
                      <a:pt x="44" y="61"/>
                      <a:pt x="48" y="57"/>
                      <a:pt x="48" y="51"/>
                    </a:cubicBezTo>
                    <a:cubicBezTo>
                      <a:pt x="48" y="48"/>
                      <a:pt x="47" y="45"/>
                      <a:pt x="44" y="43"/>
                    </a:cubicBezTo>
                    <a:cubicBezTo>
                      <a:pt x="42" y="40"/>
                      <a:pt x="38" y="37"/>
                      <a:pt x="31" y="34"/>
                    </a:cubicBezTo>
                    <a:cubicBezTo>
                      <a:pt x="27" y="32"/>
                      <a:pt x="24" y="30"/>
                      <a:pt x="22" y="29"/>
                    </a:cubicBezTo>
                    <a:cubicBezTo>
                      <a:pt x="21" y="27"/>
                      <a:pt x="20" y="26"/>
                      <a:pt x="20" y="24"/>
                    </a:cubicBezTo>
                    <a:cubicBezTo>
                      <a:pt x="20" y="21"/>
                      <a:pt x="22" y="19"/>
                      <a:pt x="26"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492"/>
              <p:cNvSpPr>
                <a:spLocks/>
              </p:cNvSpPr>
              <p:nvPr/>
            </p:nvSpPr>
            <p:spPr bwMode="auto">
              <a:xfrm>
                <a:off x="576263" y="3273425"/>
                <a:ext cx="903288" cy="969963"/>
              </a:xfrm>
              <a:custGeom>
                <a:avLst/>
                <a:gdLst>
                  <a:gd name="T0" fmla="*/ 410 w 700"/>
                  <a:gd name="T1" fmla="*/ 0 h 751"/>
                  <a:gd name="T2" fmla="*/ 406 w 700"/>
                  <a:gd name="T3" fmla="*/ 0 h 751"/>
                  <a:gd name="T4" fmla="*/ 342 w 700"/>
                  <a:gd name="T5" fmla="*/ 0 h 751"/>
                  <a:gd name="T6" fmla="*/ 278 w 700"/>
                  <a:gd name="T7" fmla="*/ 24 h 751"/>
                  <a:gd name="T8" fmla="*/ 229 w 700"/>
                  <a:gd name="T9" fmla="*/ 10 h 751"/>
                  <a:gd name="T10" fmla="*/ 224 w 700"/>
                  <a:gd name="T11" fmla="*/ 18 h 751"/>
                  <a:gd name="T12" fmla="*/ 21 w 700"/>
                  <a:gd name="T13" fmla="*/ 188 h 751"/>
                  <a:gd name="T14" fmla="*/ 9 w 700"/>
                  <a:gd name="T15" fmla="*/ 232 h 751"/>
                  <a:gd name="T16" fmla="*/ 37 w 700"/>
                  <a:gd name="T17" fmla="*/ 248 h 751"/>
                  <a:gd name="T18" fmla="*/ 53 w 700"/>
                  <a:gd name="T19" fmla="*/ 244 h 751"/>
                  <a:gd name="T20" fmla="*/ 221 w 700"/>
                  <a:gd name="T21" fmla="*/ 119 h 751"/>
                  <a:gd name="T22" fmla="*/ 221 w 700"/>
                  <a:gd name="T23" fmla="*/ 280 h 751"/>
                  <a:gd name="T24" fmla="*/ 174 w 700"/>
                  <a:gd name="T25" fmla="*/ 694 h 751"/>
                  <a:gd name="T26" fmla="*/ 218 w 700"/>
                  <a:gd name="T27" fmla="*/ 748 h 751"/>
                  <a:gd name="T28" fmla="*/ 273 w 700"/>
                  <a:gd name="T29" fmla="*/ 705 h 751"/>
                  <a:gd name="T30" fmla="*/ 314 w 700"/>
                  <a:gd name="T31" fmla="*/ 336 h 751"/>
                  <a:gd name="T32" fmla="*/ 344 w 700"/>
                  <a:gd name="T33" fmla="*/ 336 h 751"/>
                  <a:gd name="T34" fmla="*/ 385 w 700"/>
                  <a:gd name="T35" fmla="*/ 705 h 751"/>
                  <a:gd name="T36" fmla="*/ 440 w 700"/>
                  <a:gd name="T37" fmla="*/ 748 h 751"/>
                  <a:gd name="T38" fmla="*/ 483 w 700"/>
                  <a:gd name="T39" fmla="*/ 694 h 751"/>
                  <a:gd name="T40" fmla="*/ 437 w 700"/>
                  <a:gd name="T41" fmla="*/ 280 h 751"/>
                  <a:gd name="T42" fmla="*/ 437 w 700"/>
                  <a:gd name="T43" fmla="*/ 84 h 751"/>
                  <a:gd name="T44" fmla="*/ 648 w 700"/>
                  <a:gd name="T45" fmla="*/ 203 h 751"/>
                  <a:gd name="T46" fmla="*/ 664 w 700"/>
                  <a:gd name="T47" fmla="*/ 208 h 751"/>
                  <a:gd name="T48" fmla="*/ 691 w 700"/>
                  <a:gd name="T49" fmla="*/ 191 h 751"/>
                  <a:gd name="T50" fmla="*/ 679 w 700"/>
                  <a:gd name="T51" fmla="*/ 148 h 751"/>
                  <a:gd name="T52" fmla="*/ 427 w 700"/>
                  <a:gd name="T53" fmla="*/ 5 h 751"/>
                  <a:gd name="T54" fmla="*/ 410 w 700"/>
                  <a:gd name="T55" fmla="*/ 0 h 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00" h="751">
                    <a:moveTo>
                      <a:pt x="410" y="0"/>
                    </a:moveTo>
                    <a:cubicBezTo>
                      <a:pt x="409" y="0"/>
                      <a:pt x="407" y="0"/>
                      <a:pt x="406" y="0"/>
                    </a:cubicBezTo>
                    <a:cubicBezTo>
                      <a:pt x="342" y="0"/>
                      <a:pt x="342" y="0"/>
                      <a:pt x="342" y="0"/>
                    </a:cubicBezTo>
                    <a:cubicBezTo>
                      <a:pt x="325" y="15"/>
                      <a:pt x="303" y="24"/>
                      <a:pt x="278" y="24"/>
                    </a:cubicBezTo>
                    <a:cubicBezTo>
                      <a:pt x="260" y="24"/>
                      <a:pt x="243" y="19"/>
                      <a:pt x="229" y="10"/>
                    </a:cubicBezTo>
                    <a:cubicBezTo>
                      <a:pt x="227" y="13"/>
                      <a:pt x="225" y="15"/>
                      <a:pt x="224" y="18"/>
                    </a:cubicBezTo>
                    <a:cubicBezTo>
                      <a:pt x="211" y="36"/>
                      <a:pt x="147" y="118"/>
                      <a:pt x="21" y="188"/>
                    </a:cubicBezTo>
                    <a:cubicBezTo>
                      <a:pt x="6" y="197"/>
                      <a:pt x="0" y="217"/>
                      <a:pt x="9" y="232"/>
                    </a:cubicBezTo>
                    <a:cubicBezTo>
                      <a:pt x="15" y="242"/>
                      <a:pt x="26" y="248"/>
                      <a:pt x="37" y="248"/>
                    </a:cubicBezTo>
                    <a:cubicBezTo>
                      <a:pt x="42" y="248"/>
                      <a:pt x="48" y="247"/>
                      <a:pt x="53" y="244"/>
                    </a:cubicBezTo>
                    <a:cubicBezTo>
                      <a:pt x="129" y="202"/>
                      <a:pt x="184" y="155"/>
                      <a:pt x="221" y="119"/>
                    </a:cubicBezTo>
                    <a:cubicBezTo>
                      <a:pt x="221" y="280"/>
                      <a:pt x="221" y="280"/>
                      <a:pt x="221" y="280"/>
                    </a:cubicBezTo>
                    <a:cubicBezTo>
                      <a:pt x="174" y="694"/>
                      <a:pt x="174" y="694"/>
                      <a:pt x="174" y="694"/>
                    </a:cubicBezTo>
                    <a:cubicBezTo>
                      <a:pt x="171" y="721"/>
                      <a:pt x="191" y="745"/>
                      <a:pt x="218" y="748"/>
                    </a:cubicBezTo>
                    <a:cubicBezTo>
                      <a:pt x="245" y="751"/>
                      <a:pt x="270" y="732"/>
                      <a:pt x="273" y="705"/>
                    </a:cubicBezTo>
                    <a:cubicBezTo>
                      <a:pt x="314" y="336"/>
                      <a:pt x="314" y="336"/>
                      <a:pt x="314" y="336"/>
                    </a:cubicBezTo>
                    <a:cubicBezTo>
                      <a:pt x="344" y="336"/>
                      <a:pt x="344" y="336"/>
                      <a:pt x="344" y="336"/>
                    </a:cubicBezTo>
                    <a:cubicBezTo>
                      <a:pt x="385" y="705"/>
                      <a:pt x="385" y="705"/>
                      <a:pt x="385" y="705"/>
                    </a:cubicBezTo>
                    <a:cubicBezTo>
                      <a:pt x="388" y="732"/>
                      <a:pt x="413" y="751"/>
                      <a:pt x="440" y="748"/>
                    </a:cubicBezTo>
                    <a:cubicBezTo>
                      <a:pt x="467" y="745"/>
                      <a:pt x="486" y="721"/>
                      <a:pt x="483" y="694"/>
                    </a:cubicBezTo>
                    <a:cubicBezTo>
                      <a:pt x="437" y="280"/>
                      <a:pt x="437" y="280"/>
                      <a:pt x="437" y="280"/>
                    </a:cubicBezTo>
                    <a:cubicBezTo>
                      <a:pt x="437" y="84"/>
                      <a:pt x="437" y="84"/>
                      <a:pt x="437" y="84"/>
                    </a:cubicBezTo>
                    <a:cubicBezTo>
                      <a:pt x="648" y="203"/>
                      <a:pt x="648" y="203"/>
                      <a:pt x="648" y="203"/>
                    </a:cubicBezTo>
                    <a:cubicBezTo>
                      <a:pt x="653" y="206"/>
                      <a:pt x="658" y="208"/>
                      <a:pt x="664" y="208"/>
                    </a:cubicBezTo>
                    <a:cubicBezTo>
                      <a:pt x="675" y="208"/>
                      <a:pt x="686" y="202"/>
                      <a:pt x="691" y="191"/>
                    </a:cubicBezTo>
                    <a:cubicBezTo>
                      <a:pt x="700" y="176"/>
                      <a:pt x="695" y="157"/>
                      <a:pt x="679" y="148"/>
                    </a:cubicBezTo>
                    <a:cubicBezTo>
                      <a:pt x="427" y="5"/>
                      <a:pt x="427" y="5"/>
                      <a:pt x="427" y="5"/>
                    </a:cubicBezTo>
                    <a:cubicBezTo>
                      <a:pt x="422" y="1"/>
                      <a:pt x="416" y="0"/>
                      <a:pt x="4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493"/>
              <p:cNvSpPr>
                <a:spLocks noEditPoints="1"/>
              </p:cNvSpPr>
              <p:nvPr/>
            </p:nvSpPr>
            <p:spPr bwMode="auto">
              <a:xfrm>
                <a:off x="819150" y="3060700"/>
                <a:ext cx="233363" cy="231775"/>
              </a:xfrm>
              <a:custGeom>
                <a:avLst/>
                <a:gdLst>
                  <a:gd name="T0" fmla="*/ 90 w 180"/>
                  <a:gd name="T1" fmla="*/ 180 h 180"/>
                  <a:gd name="T2" fmla="*/ 180 w 180"/>
                  <a:gd name="T3" fmla="*/ 90 h 180"/>
                  <a:gd name="T4" fmla="*/ 90 w 180"/>
                  <a:gd name="T5" fmla="*/ 0 h 180"/>
                  <a:gd name="T6" fmla="*/ 0 w 180"/>
                  <a:gd name="T7" fmla="*/ 90 h 180"/>
                  <a:gd name="T8" fmla="*/ 90 w 180"/>
                  <a:gd name="T9" fmla="*/ 180 h 180"/>
                  <a:gd name="T10" fmla="*/ 91 w 180"/>
                  <a:gd name="T11" fmla="*/ 118 h 180"/>
                  <a:gd name="T12" fmla="*/ 136 w 180"/>
                  <a:gd name="T13" fmla="*/ 130 h 180"/>
                  <a:gd name="T14" fmla="*/ 97 w 180"/>
                  <a:gd name="T15" fmla="*/ 140 h 180"/>
                  <a:gd name="T16" fmla="*/ 58 w 180"/>
                  <a:gd name="T17" fmla="*/ 151 h 180"/>
                  <a:gd name="T18" fmla="*/ 91 w 180"/>
                  <a:gd name="T19" fmla="*/ 118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0" h="180">
                    <a:moveTo>
                      <a:pt x="90" y="180"/>
                    </a:moveTo>
                    <a:cubicBezTo>
                      <a:pt x="140" y="180"/>
                      <a:pt x="180" y="140"/>
                      <a:pt x="180" y="90"/>
                    </a:cubicBezTo>
                    <a:cubicBezTo>
                      <a:pt x="180" y="40"/>
                      <a:pt x="140" y="0"/>
                      <a:pt x="90" y="0"/>
                    </a:cubicBezTo>
                    <a:cubicBezTo>
                      <a:pt x="41" y="0"/>
                      <a:pt x="0" y="40"/>
                      <a:pt x="0" y="90"/>
                    </a:cubicBezTo>
                    <a:cubicBezTo>
                      <a:pt x="0" y="140"/>
                      <a:pt x="41" y="180"/>
                      <a:pt x="90" y="180"/>
                    </a:cubicBezTo>
                    <a:close/>
                    <a:moveTo>
                      <a:pt x="91" y="118"/>
                    </a:moveTo>
                    <a:cubicBezTo>
                      <a:pt x="113" y="112"/>
                      <a:pt x="133" y="118"/>
                      <a:pt x="136" y="130"/>
                    </a:cubicBezTo>
                    <a:cubicBezTo>
                      <a:pt x="139" y="143"/>
                      <a:pt x="119" y="135"/>
                      <a:pt x="97" y="140"/>
                    </a:cubicBezTo>
                    <a:cubicBezTo>
                      <a:pt x="75" y="146"/>
                      <a:pt x="61" y="163"/>
                      <a:pt x="58" y="151"/>
                    </a:cubicBezTo>
                    <a:cubicBezTo>
                      <a:pt x="55" y="138"/>
                      <a:pt x="69" y="123"/>
                      <a:pt x="9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494"/>
              <p:cNvSpPr>
                <a:spLocks/>
              </p:cNvSpPr>
              <p:nvPr/>
            </p:nvSpPr>
            <p:spPr bwMode="auto">
              <a:xfrm>
                <a:off x="360363" y="3890963"/>
                <a:ext cx="146050" cy="349250"/>
              </a:xfrm>
              <a:custGeom>
                <a:avLst/>
                <a:gdLst>
                  <a:gd name="T0" fmla="*/ 31 w 113"/>
                  <a:gd name="T1" fmla="*/ 237 h 271"/>
                  <a:gd name="T2" fmla="*/ 70 w 113"/>
                  <a:gd name="T3" fmla="*/ 271 h 271"/>
                  <a:gd name="T4" fmla="*/ 76 w 113"/>
                  <a:gd name="T5" fmla="*/ 271 h 271"/>
                  <a:gd name="T6" fmla="*/ 110 w 113"/>
                  <a:gd name="T7" fmla="*/ 226 h 271"/>
                  <a:gd name="T8" fmla="*/ 79 w 113"/>
                  <a:gd name="T9" fmla="*/ 0 h 271"/>
                  <a:gd name="T10" fmla="*/ 0 w 113"/>
                  <a:gd name="T11" fmla="*/ 14 h 271"/>
                  <a:gd name="T12" fmla="*/ 31 w 113"/>
                  <a:gd name="T13" fmla="*/ 237 h 271"/>
                </a:gdLst>
                <a:ahLst/>
                <a:cxnLst>
                  <a:cxn ang="0">
                    <a:pos x="T0" y="T1"/>
                  </a:cxn>
                  <a:cxn ang="0">
                    <a:pos x="T2" y="T3"/>
                  </a:cxn>
                  <a:cxn ang="0">
                    <a:pos x="T4" y="T5"/>
                  </a:cxn>
                  <a:cxn ang="0">
                    <a:pos x="T6" y="T7"/>
                  </a:cxn>
                  <a:cxn ang="0">
                    <a:pos x="T8" y="T9"/>
                  </a:cxn>
                  <a:cxn ang="0">
                    <a:pos x="T10" y="T11"/>
                  </a:cxn>
                  <a:cxn ang="0">
                    <a:pos x="T12" y="T13"/>
                  </a:cxn>
                </a:cxnLst>
                <a:rect l="0" t="0" r="r" b="b"/>
                <a:pathLst>
                  <a:path w="113" h="271">
                    <a:moveTo>
                      <a:pt x="31" y="237"/>
                    </a:moveTo>
                    <a:cubicBezTo>
                      <a:pt x="33" y="257"/>
                      <a:pt x="51" y="271"/>
                      <a:pt x="70" y="271"/>
                    </a:cubicBezTo>
                    <a:cubicBezTo>
                      <a:pt x="72" y="271"/>
                      <a:pt x="74" y="271"/>
                      <a:pt x="76" y="271"/>
                    </a:cubicBezTo>
                    <a:cubicBezTo>
                      <a:pt x="98" y="268"/>
                      <a:pt x="113" y="247"/>
                      <a:pt x="110" y="226"/>
                    </a:cubicBezTo>
                    <a:cubicBezTo>
                      <a:pt x="79" y="0"/>
                      <a:pt x="79" y="0"/>
                      <a:pt x="79" y="0"/>
                    </a:cubicBezTo>
                    <a:cubicBezTo>
                      <a:pt x="52" y="7"/>
                      <a:pt x="25" y="12"/>
                      <a:pt x="0" y="14"/>
                    </a:cubicBezTo>
                    <a:lnTo>
                      <a:pt x="31" y="2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495"/>
              <p:cNvSpPr>
                <a:spLocks/>
              </p:cNvSpPr>
              <p:nvPr/>
            </p:nvSpPr>
            <p:spPr bwMode="auto">
              <a:xfrm>
                <a:off x="185738" y="3276600"/>
                <a:ext cx="444500" cy="679450"/>
              </a:xfrm>
              <a:custGeom>
                <a:avLst/>
                <a:gdLst>
                  <a:gd name="T0" fmla="*/ 344 w 344"/>
                  <a:gd name="T1" fmla="*/ 410 h 527"/>
                  <a:gd name="T2" fmla="*/ 316 w 344"/>
                  <a:gd name="T3" fmla="*/ 366 h 527"/>
                  <a:gd name="T4" fmla="*/ 157 w 344"/>
                  <a:gd name="T5" fmla="*/ 200 h 527"/>
                  <a:gd name="T6" fmla="*/ 135 w 344"/>
                  <a:gd name="T7" fmla="*/ 87 h 527"/>
                  <a:gd name="T8" fmla="*/ 172 w 344"/>
                  <a:gd name="T9" fmla="*/ 51 h 527"/>
                  <a:gd name="T10" fmla="*/ 209 w 344"/>
                  <a:gd name="T11" fmla="*/ 89 h 527"/>
                  <a:gd name="T12" fmla="*/ 275 w 344"/>
                  <a:gd name="T13" fmla="*/ 252 h 527"/>
                  <a:gd name="T14" fmla="*/ 169 w 344"/>
                  <a:gd name="T15" fmla="*/ 20 h 527"/>
                  <a:gd name="T16" fmla="*/ 0 w 344"/>
                  <a:gd name="T17" fmla="*/ 460 h 527"/>
                  <a:gd name="T18" fmla="*/ 344 w 344"/>
                  <a:gd name="T19" fmla="*/ 410 h 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4" h="527">
                    <a:moveTo>
                      <a:pt x="344" y="410"/>
                    </a:moveTo>
                    <a:cubicBezTo>
                      <a:pt x="333" y="395"/>
                      <a:pt x="324" y="380"/>
                      <a:pt x="316" y="366"/>
                    </a:cubicBezTo>
                    <a:cubicBezTo>
                      <a:pt x="241" y="335"/>
                      <a:pt x="186" y="278"/>
                      <a:pt x="157" y="200"/>
                    </a:cubicBezTo>
                    <a:cubicBezTo>
                      <a:pt x="134" y="141"/>
                      <a:pt x="135" y="90"/>
                      <a:pt x="135" y="87"/>
                    </a:cubicBezTo>
                    <a:cubicBezTo>
                      <a:pt x="135" y="67"/>
                      <a:pt x="152" y="51"/>
                      <a:pt x="172" y="51"/>
                    </a:cubicBezTo>
                    <a:cubicBezTo>
                      <a:pt x="193" y="52"/>
                      <a:pt x="209" y="68"/>
                      <a:pt x="209" y="89"/>
                    </a:cubicBezTo>
                    <a:cubicBezTo>
                      <a:pt x="209" y="93"/>
                      <a:pt x="209" y="186"/>
                      <a:pt x="275" y="252"/>
                    </a:cubicBezTo>
                    <a:cubicBezTo>
                      <a:pt x="248" y="127"/>
                      <a:pt x="275" y="34"/>
                      <a:pt x="169" y="20"/>
                    </a:cubicBezTo>
                    <a:cubicBezTo>
                      <a:pt x="8" y="0"/>
                      <a:pt x="0" y="460"/>
                      <a:pt x="0" y="460"/>
                    </a:cubicBezTo>
                    <a:cubicBezTo>
                      <a:pt x="0" y="460"/>
                      <a:pt x="132" y="527"/>
                      <a:pt x="344"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496"/>
              <p:cNvSpPr>
                <a:spLocks/>
              </p:cNvSpPr>
              <p:nvPr/>
            </p:nvSpPr>
            <p:spPr bwMode="auto">
              <a:xfrm>
                <a:off x="320675" y="3036888"/>
                <a:ext cx="252413" cy="252413"/>
              </a:xfrm>
              <a:custGeom>
                <a:avLst/>
                <a:gdLst>
                  <a:gd name="T0" fmla="*/ 9 w 195"/>
                  <a:gd name="T1" fmla="*/ 114 h 195"/>
                  <a:gd name="T2" fmla="*/ 114 w 195"/>
                  <a:gd name="T3" fmla="*/ 186 h 195"/>
                  <a:gd name="T4" fmla="*/ 186 w 195"/>
                  <a:gd name="T5" fmla="*/ 81 h 195"/>
                  <a:gd name="T6" fmla="*/ 82 w 195"/>
                  <a:gd name="T7" fmla="*/ 9 h 195"/>
                  <a:gd name="T8" fmla="*/ 9 w 195"/>
                  <a:gd name="T9" fmla="*/ 114 h 195"/>
                </a:gdLst>
                <a:ahLst/>
                <a:cxnLst>
                  <a:cxn ang="0">
                    <a:pos x="T0" y="T1"/>
                  </a:cxn>
                  <a:cxn ang="0">
                    <a:pos x="T2" y="T3"/>
                  </a:cxn>
                  <a:cxn ang="0">
                    <a:pos x="T4" y="T5"/>
                  </a:cxn>
                  <a:cxn ang="0">
                    <a:pos x="T6" y="T7"/>
                  </a:cxn>
                  <a:cxn ang="0">
                    <a:pos x="T8" y="T9"/>
                  </a:cxn>
                </a:cxnLst>
                <a:rect l="0" t="0" r="r" b="b"/>
                <a:pathLst>
                  <a:path w="195" h="195">
                    <a:moveTo>
                      <a:pt x="9" y="114"/>
                    </a:moveTo>
                    <a:cubicBezTo>
                      <a:pt x="18" y="163"/>
                      <a:pt x="65" y="195"/>
                      <a:pt x="114" y="186"/>
                    </a:cubicBezTo>
                    <a:cubicBezTo>
                      <a:pt x="163" y="177"/>
                      <a:pt x="195" y="130"/>
                      <a:pt x="186" y="81"/>
                    </a:cubicBezTo>
                    <a:cubicBezTo>
                      <a:pt x="177" y="33"/>
                      <a:pt x="131" y="0"/>
                      <a:pt x="82" y="9"/>
                    </a:cubicBezTo>
                    <a:cubicBezTo>
                      <a:pt x="33" y="18"/>
                      <a:pt x="0" y="65"/>
                      <a:pt x="9" y="1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497"/>
              <p:cNvSpPr>
                <a:spLocks/>
              </p:cNvSpPr>
              <p:nvPr/>
            </p:nvSpPr>
            <p:spPr bwMode="auto">
              <a:xfrm>
                <a:off x="369888" y="3354388"/>
                <a:ext cx="292100" cy="388938"/>
              </a:xfrm>
              <a:custGeom>
                <a:avLst/>
                <a:gdLst>
                  <a:gd name="T0" fmla="*/ 57 w 226"/>
                  <a:gd name="T1" fmla="*/ 28 h 302"/>
                  <a:gd name="T2" fmla="*/ 29 w 226"/>
                  <a:gd name="T3" fmla="*/ 0 h 302"/>
                  <a:gd name="T4" fmla="*/ 1 w 226"/>
                  <a:gd name="T5" fmla="*/ 28 h 302"/>
                  <a:gd name="T6" fmla="*/ 22 w 226"/>
                  <a:gd name="T7" fmla="*/ 137 h 302"/>
                  <a:gd name="T8" fmla="*/ 184 w 226"/>
                  <a:gd name="T9" fmla="*/ 300 h 302"/>
                  <a:gd name="T10" fmla="*/ 194 w 226"/>
                  <a:gd name="T11" fmla="*/ 302 h 302"/>
                  <a:gd name="T12" fmla="*/ 220 w 226"/>
                  <a:gd name="T13" fmla="*/ 284 h 302"/>
                  <a:gd name="T14" fmla="*/ 204 w 226"/>
                  <a:gd name="T15" fmla="*/ 248 h 302"/>
                  <a:gd name="T16" fmla="*/ 57 w 226"/>
                  <a:gd name="T17" fmla="*/ 28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6" h="302">
                    <a:moveTo>
                      <a:pt x="57" y="28"/>
                    </a:moveTo>
                    <a:cubicBezTo>
                      <a:pt x="57" y="13"/>
                      <a:pt x="45" y="0"/>
                      <a:pt x="29" y="0"/>
                    </a:cubicBezTo>
                    <a:cubicBezTo>
                      <a:pt x="14" y="0"/>
                      <a:pt x="1" y="12"/>
                      <a:pt x="1" y="28"/>
                    </a:cubicBezTo>
                    <a:cubicBezTo>
                      <a:pt x="1" y="30"/>
                      <a:pt x="0" y="79"/>
                      <a:pt x="22" y="137"/>
                    </a:cubicBezTo>
                    <a:cubicBezTo>
                      <a:pt x="52" y="215"/>
                      <a:pt x="108" y="271"/>
                      <a:pt x="184" y="300"/>
                    </a:cubicBezTo>
                    <a:cubicBezTo>
                      <a:pt x="187" y="302"/>
                      <a:pt x="191" y="302"/>
                      <a:pt x="194" y="302"/>
                    </a:cubicBezTo>
                    <a:cubicBezTo>
                      <a:pt x="205" y="302"/>
                      <a:pt x="216" y="295"/>
                      <a:pt x="220" y="284"/>
                    </a:cubicBezTo>
                    <a:cubicBezTo>
                      <a:pt x="226" y="270"/>
                      <a:pt x="218" y="254"/>
                      <a:pt x="204" y="248"/>
                    </a:cubicBezTo>
                    <a:cubicBezTo>
                      <a:pt x="57" y="192"/>
                      <a:pt x="57" y="35"/>
                      <a:pt x="57"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498"/>
              <p:cNvSpPr>
                <a:spLocks noEditPoints="1"/>
              </p:cNvSpPr>
              <p:nvPr/>
            </p:nvSpPr>
            <p:spPr bwMode="auto">
              <a:xfrm>
                <a:off x="1370013" y="3949700"/>
                <a:ext cx="479425" cy="311150"/>
              </a:xfrm>
              <a:custGeom>
                <a:avLst/>
                <a:gdLst>
                  <a:gd name="T0" fmla="*/ 138 w 371"/>
                  <a:gd name="T1" fmla="*/ 191 h 241"/>
                  <a:gd name="T2" fmla="*/ 219 w 371"/>
                  <a:gd name="T3" fmla="*/ 191 h 241"/>
                  <a:gd name="T4" fmla="*/ 325 w 371"/>
                  <a:gd name="T5" fmla="*/ 238 h 241"/>
                  <a:gd name="T6" fmla="*/ 337 w 371"/>
                  <a:gd name="T7" fmla="*/ 241 h 241"/>
                  <a:gd name="T8" fmla="*/ 365 w 371"/>
                  <a:gd name="T9" fmla="*/ 223 h 241"/>
                  <a:gd name="T10" fmla="*/ 349 w 371"/>
                  <a:gd name="T11" fmla="*/ 184 h 241"/>
                  <a:gd name="T12" fmla="*/ 301 w 371"/>
                  <a:gd name="T13" fmla="*/ 162 h 241"/>
                  <a:gd name="T14" fmla="*/ 301 w 371"/>
                  <a:gd name="T15" fmla="*/ 157 h 241"/>
                  <a:gd name="T16" fmla="*/ 239 w 371"/>
                  <a:gd name="T17" fmla="*/ 1 h 241"/>
                  <a:gd name="T18" fmla="*/ 238 w 371"/>
                  <a:gd name="T19" fmla="*/ 1 h 241"/>
                  <a:gd name="T20" fmla="*/ 237 w 371"/>
                  <a:gd name="T21" fmla="*/ 0 h 241"/>
                  <a:gd name="T22" fmla="*/ 179 w 371"/>
                  <a:gd name="T23" fmla="*/ 24 h 241"/>
                  <a:gd name="T24" fmla="*/ 120 w 371"/>
                  <a:gd name="T25" fmla="*/ 0 h 241"/>
                  <a:gd name="T26" fmla="*/ 119 w 371"/>
                  <a:gd name="T27" fmla="*/ 1 h 241"/>
                  <a:gd name="T28" fmla="*/ 119 w 371"/>
                  <a:gd name="T29" fmla="*/ 1 h 241"/>
                  <a:gd name="T30" fmla="*/ 57 w 371"/>
                  <a:gd name="T31" fmla="*/ 157 h 241"/>
                  <a:gd name="T32" fmla="*/ 57 w 371"/>
                  <a:gd name="T33" fmla="*/ 160 h 241"/>
                  <a:gd name="T34" fmla="*/ 23 w 371"/>
                  <a:gd name="T35" fmla="*/ 173 h 241"/>
                  <a:gd name="T36" fmla="*/ 6 w 371"/>
                  <a:gd name="T37" fmla="*/ 212 h 241"/>
                  <a:gd name="T38" fmla="*/ 34 w 371"/>
                  <a:gd name="T39" fmla="*/ 231 h 241"/>
                  <a:gd name="T40" fmla="*/ 45 w 371"/>
                  <a:gd name="T41" fmla="*/ 229 h 241"/>
                  <a:gd name="T42" fmla="*/ 138 w 371"/>
                  <a:gd name="T43" fmla="*/ 191 h 241"/>
                  <a:gd name="T44" fmla="*/ 258 w 371"/>
                  <a:gd name="T45" fmla="*/ 143 h 241"/>
                  <a:gd name="T46" fmla="*/ 245 w 371"/>
                  <a:gd name="T47" fmla="*/ 137 h 241"/>
                  <a:gd name="T48" fmla="*/ 245 w 371"/>
                  <a:gd name="T49" fmla="*/ 74 h 241"/>
                  <a:gd name="T50" fmla="*/ 258 w 371"/>
                  <a:gd name="T51" fmla="*/ 143 h 241"/>
                  <a:gd name="T52" fmla="*/ 113 w 371"/>
                  <a:gd name="T53" fmla="*/ 74 h 241"/>
                  <a:gd name="T54" fmla="*/ 113 w 371"/>
                  <a:gd name="T55" fmla="*/ 137 h 241"/>
                  <a:gd name="T56" fmla="*/ 99 w 371"/>
                  <a:gd name="T57" fmla="*/ 142 h 241"/>
                  <a:gd name="T58" fmla="*/ 113 w 371"/>
                  <a:gd name="T59" fmla="*/ 74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71" h="241">
                    <a:moveTo>
                      <a:pt x="138" y="191"/>
                    </a:moveTo>
                    <a:cubicBezTo>
                      <a:pt x="219" y="191"/>
                      <a:pt x="219" y="191"/>
                      <a:pt x="219" y="191"/>
                    </a:cubicBezTo>
                    <a:cubicBezTo>
                      <a:pt x="325" y="238"/>
                      <a:pt x="325" y="238"/>
                      <a:pt x="325" y="238"/>
                    </a:cubicBezTo>
                    <a:cubicBezTo>
                      <a:pt x="329" y="240"/>
                      <a:pt x="333" y="241"/>
                      <a:pt x="337" y="241"/>
                    </a:cubicBezTo>
                    <a:cubicBezTo>
                      <a:pt x="349" y="241"/>
                      <a:pt x="360" y="234"/>
                      <a:pt x="365" y="223"/>
                    </a:cubicBezTo>
                    <a:cubicBezTo>
                      <a:pt x="371" y="208"/>
                      <a:pt x="365" y="190"/>
                      <a:pt x="349" y="184"/>
                    </a:cubicBezTo>
                    <a:cubicBezTo>
                      <a:pt x="301" y="162"/>
                      <a:pt x="301" y="162"/>
                      <a:pt x="301" y="162"/>
                    </a:cubicBezTo>
                    <a:cubicBezTo>
                      <a:pt x="301" y="160"/>
                      <a:pt x="301" y="159"/>
                      <a:pt x="301" y="157"/>
                    </a:cubicBezTo>
                    <a:cubicBezTo>
                      <a:pt x="297" y="29"/>
                      <a:pt x="245" y="4"/>
                      <a:pt x="239" y="1"/>
                    </a:cubicBezTo>
                    <a:cubicBezTo>
                      <a:pt x="239" y="1"/>
                      <a:pt x="238" y="1"/>
                      <a:pt x="238" y="1"/>
                    </a:cubicBezTo>
                    <a:cubicBezTo>
                      <a:pt x="238" y="1"/>
                      <a:pt x="238" y="0"/>
                      <a:pt x="237" y="0"/>
                    </a:cubicBezTo>
                    <a:cubicBezTo>
                      <a:pt x="222" y="15"/>
                      <a:pt x="202" y="24"/>
                      <a:pt x="179" y="24"/>
                    </a:cubicBezTo>
                    <a:cubicBezTo>
                      <a:pt x="156" y="24"/>
                      <a:pt x="135" y="15"/>
                      <a:pt x="120" y="0"/>
                    </a:cubicBezTo>
                    <a:cubicBezTo>
                      <a:pt x="120" y="1"/>
                      <a:pt x="119" y="1"/>
                      <a:pt x="119" y="1"/>
                    </a:cubicBezTo>
                    <a:cubicBezTo>
                      <a:pt x="119" y="1"/>
                      <a:pt x="119" y="1"/>
                      <a:pt x="119" y="1"/>
                    </a:cubicBezTo>
                    <a:cubicBezTo>
                      <a:pt x="113" y="4"/>
                      <a:pt x="61" y="29"/>
                      <a:pt x="57" y="157"/>
                    </a:cubicBezTo>
                    <a:cubicBezTo>
                      <a:pt x="56" y="158"/>
                      <a:pt x="57" y="159"/>
                      <a:pt x="57" y="160"/>
                    </a:cubicBezTo>
                    <a:cubicBezTo>
                      <a:pt x="23" y="173"/>
                      <a:pt x="23" y="173"/>
                      <a:pt x="23" y="173"/>
                    </a:cubicBezTo>
                    <a:cubicBezTo>
                      <a:pt x="7" y="179"/>
                      <a:pt x="0" y="197"/>
                      <a:pt x="6" y="212"/>
                    </a:cubicBezTo>
                    <a:cubicBezTo>
                      <a:pt x="11" y="224"/>
                      <a:pt x="22" y="231"/>
                      <a:pt x="34" y="231"/>
                    </a:cubicBezTo>
                    <a:cubicBezTo>
                      <a:pt x="38" y="231"/>
                      <a:pt x="41" y="230"/>
                      <a:pt x="45" y="229"/>
                    </a:cubicBezTo>
                    <a:lnTo>
                      <a:pt x="138" y="191"/>
                    </a:lnTo>
                    <a:close/>
                    <a:moveTo>
                      <a:pt x="258" y="143"/>
                    </a:moveTo>
                    <a:cubicBezTo>
                      <a:pt x="245" y="137"/>
                      <a:pt x="245" y="137"/>
                      <a:pt x="245" y="137"/>
                    </a:cubicBezTo>
                    <a:cubicBezTo>
                      <a:pt x="245" y="74"/>
                      <a:pt x="245" y="74"/>
                      <a:pt x="245" y="74"/>
                    </a:cubicBezTo>
                    <a:cubicBezTo>
                      <a:pt x="251" y="89"/>
                      <a:pt x="256" y="112"/>
                      <a:pt x="258" y="143"/>
                    </a:cubicBezTo>
                    <a:close/>
                    <a:moveTo>
                      <a:pt x="113" y="74"/>
                    </a:moveTo>
                    <a:cubicBezTo>
                      <a:pt x="113" y="137"/>
                      <a:pt x="113" y="137"/>
                      <a:pt x="113" y="137"/>
                    </a:cubicBezTo>
                    <a:cubicBezTo>
                      <a:pt x="99" y="142"/>
                      <a:pt x="99" y="142"/>
                      <a:pt x="99" y="142"/>
                    </a:cubicBezTo>
                    <a:cubicBezTo>
                      <a:pt x="102" y="112"/>
                      <a:pt x="107" y="90"/>
                      <a:pt x="113"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499"/>
              <p:cNvSpPr>
                <a:spLocks noEditPoints="1"/>
              </p:cNvSpPr>
              <p:nvPr/>
            </p:nvSpPr>
            <p:spPr bwMode="auto">
              <a:xfrm>
                <a:off x="1514475" y="3786188"/>
                <a:ext cx="173038" cy="173038"/>
              </a:xfrm>
              <a:custGeom>
                <a:avLst/>
                <a:gdLst>
                  <a:gd name="T0" fmla="*/ 67 w 133"/>
                  <a:gd name="T1" fmla="*/ 134 h 134"/>
                  <a:gd name="T2" fmla="*/ 133 w 133"/>
                  <a:gd name="T3" fmla="*/ 67 h 134"/>
                  <a:gd name="T4" fmla="*/ 67 w 133"/>
                  <a:gd name="T5" fmla="*/ 0 h 134"/>
                  <a:gd name="T6" fmla="*/ 0 w 133"/>
                  <a:gd name="T7" fmla="*/ 67 h 134"/>
                  <a:gd name="T8" fmla="*/ 67 w 133"/>
                  <a:gd name="T9" fmla="*/ 134 h 134"/>
                  <a:gd name="T10" fmla="*/ 24 w 133"/>
                  <a:gd name="T11" fmla="*/ 92 h 134"/>
                  <a:gd name="T12" fmla="*/ 68 w 133"/>
                  <a:gd name="T13" fmla="*/ 76 h 134"/>
                  <a:gd name="T14" fmla="*/ 104 w 133"/>
                  <a:gd name="T15" fmla="*/ 106 h 134"/>
                  <a:gd name="T16" fmla="*/ 64 w 133"/>
                  <a:gd name="T17" fmla="*/ 99 h 134"/>
                  <a:gd name="T18" fmla="*/ 24 w 133"/>
                  <a:gd name="T19" fmla="*/ 9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34">
                    <a:moveTo>
                      <a:pt x="67" y="134"/>
                    </a:moveTo>
                    <a:cubicBezTo>
                      <a:pt x="104" y="134"/>
                      <a:pt x="133" y="104"/>
                      <a:pt x="133" y="67"/>
                    </a:cubicBezTo>
                    <a:cubicBezTo>
                      <a:pt x="133" y="30"/>
                      <a:pt x="104" y="0"/>
                      <a:pt x="67" y="0"/>
                    </a:cubicBezTo>
                    <a:cubicBezTo>
                      <a:pt x="30" y="0"/>
                      <a:pt x="0" y="30"/>
                      <a:pt x="0" y="67"/>
                    </a:cubicBezTo>
                    <a:cubicBezTo>
                      <a:pt x="0" y="104"/>
                      <a:pt x="30" y="134"/>
                      <a:pt x="67" y="134"/>
                    </a:cubicBezTo>
                    <a:close/>
                    <a:moveTo>
                      <a:pt x="24" y="92"/>
                    </a:moveTo>
                    <a:cubicBezTo>
                      <a:pt x="27" y="79"/>
                      <a:pt x="46" y="72"/>
                      <a:pt x="68" y="76"/>
                    </a:cubicBezTo>
                    <a:cubicBezTo>
                      <a:pt x="90" y="80"/>
                      <a:pt x="106" y="93"/>
                      <a:pt x="104" y="106"/>
                    </a:cubicBezTo>
                    <a:cubicBezTo>
                      <a:pt x="102" y="119"/>
                      <a:pt x="86" y="103"/>
                      <a:pt x="64" y="99"/>
                    </a:cubicBezTo>
                    <a:cubicBezTo>
                      <a:pt x="42" y="95"/>
                      <a:pt x="22" y="104"/>
                      <a:pt x="24" y="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500"/>
              <p:cNvSpPr>
                <a:spLocks/>
              </p:cNvSpPr>
              <p:nvPr/>
            </p:nvSpPr>
            <p:spPr bwMode="auto">
              <a:xfrm>
                <a:off x="1417638" y="3644900"/>
                <a:ext cx="257175" cy="180975"/>
              </a:xfrm>
              <a:custGeom>
                <a:avLst/>
                <a:gdLst>
                  <a:gd name="T0" fmla="*/ 39 w 199"/>
                  <a:gd name="T1" fmla="*/ 25 h 141"/>
                  <a:gd name="T2" fmla="*/ 38 w 199"/>
                  <a:gd name="T3" fmla="*/ 30 h 141"/>
                  <a:gd name="T4" fmla="*/ 59 w 199"/>
                  <a:gd name="T5" fmla="*/ 75 h 141"/>
                  <a:gd name="T6" fmla="*/ 22 w 199"/>
                  <a:gd name="T7" fmla="*/ 76 h 141"/>
                  <a:gd name="T8" fmla="*/ 17 w 199"/>
                  <a:gd name="T9" fmla="*/ 79 h 141"/>
                  <a:gd name="T10" fmla="*/ 19 w 199"/>
                  <a:gd name="T11" fmla="*/ 84 h 141"/>
                  <a:gd name="T12" fmla="*/ 43 w 199"/>
                  <a:gd name="T13" fmla="*/ 105 h 141"/>
                  <a:gd name="T14" fmla="*/ 3 w 199"/>
                  <a:gd name="T15" fmla="*/ 121 h 141"/>
                  <a:gd name="T16" fmla="*/ 0 w 199"/>
                  <a:gd name="T17" fmla="*/ 126 h 141"/>
                  <a:gd name="T18" fmla="*/ 4 w 199"/>
                  <a:gd name="T19" fmla="*/ 130 h 141"/>
                  <a:gd name="T20" fmla="*/ 48 w 199"/>
                  <a:gd name="T21" fmla="*/ 141 h 141"/>
                  <a:gd name="T22" fmla="*/ 48 w 199"/>
                  <a:gd name="T23" fmla="*/ 141 h 141"/>
                  <a:gd name="T24" fmla="*/ 54 w 199"/>
                  <a:gd name="T25" fmla="*/ 137 h 141"/>
                  <a:gd name="T26" fmla="*/ 50 w 199"/>
                  <a:gd name="T27" fmla="*/ 131 h 141"/>
                  <a:gd name="T28" fmla="*/ 21 w 199"/>
                  <a:gd name="T29" fmla="*/ 124 h 141"/>
                  <a:gd name="T30" fmla="*/ 54 w 199"/>
                  <a:gd name="T31" fmla="*/ 111 h 141"/>
                  <a:gd name="T32" fmla="*/ 57 w 199"/>
                  <a:gd name="T33" fmla="*/ 107 h 141"/>
                  <a:gd name="T34" fmla="*/ 55 w 199"/>
                  <a:gd name="T35" fmla="*/ 103 h 141"/>
                  <a:gd name="T36" fmla="*/ 35 w 199"/>
                  <a:gd name="T37" fmla="*/ 85 h 141"/>
                  <a:gd name="T38" fmla="*/ 66 w 199"/>
                  <a:gd name="T39" fmla="*/ 85 h 141"/>
                  <a:gd name="T40" fmla="*/ 71 w 199"/>
                  <a:gd name="T41" fmla="*/ 83 h 141"/>
                  <a:gd name="T42" fmla="*/ 71 w 199"/>
                  <a:gd name="T43" fmla="*/ 78 h 141"/>
                  <a:gd name="T44" fmla="*/ 53 w 199"/>
                  <a:gd name="T45" fmla="*/ 40 h 141"/>
                  <a:gd name="T46" fmla="*/ 89 w 199"/>
                  <a:gd name="T47" fmla="*/ 59 h 141"/>
                  <a:gd name="T48" fmla="*/ 93 w 199"/>
                  <a:gd name="T49" fmla="*/ 60 h 141"/>
                  <a:gd name="T50" fmla="*/ 96 w 199"/>
                  <a:gd name="T51" fmla="*/ 56 h 141"/>
                  <a:gd name="T52" fmla="*/ 101 w 199"/>
                  <a:gd name="T53" fmla="*/ 19 h 141"/>
                  <a:gd name="T54" fmla="*/ 123 w 199"/>
                  <a:gd name="T55" fmla="*/ 54 h 141"/>
                  <a:gd name="T56" fmla="*/ 127 w 199"/>
                  <a:gd name="T57" fmla="*/ 56 h 141"/>
                  <a:gd name="T58" fmla="*/ 131 w 199"/>
                  <a:gd name="T59" fmla="*/ 54 h 141"/>
                  <a:gd name="T60" fmla="*/ 150 w 199"/>
                  <a:gd name="T61" fmla="*/ 25 h 141"/>
                  <a:gd name="T62" fmla="*/ 153 w 199"/>
                  <a:gd name="T63" fmla="*/ 70 h 141"/>
                  <a:gd name="T64" fmla="*/ 155 w 199"/>
                  <a:gd name="T65" fmla="*/ 74 h 141"/>
                  <a:gd name="T66" fmla="*/ 160 w 199"/>
                  <a:gd name="T67" fmla="*/ 75 h 141"/>
                  <a:gd name="T68" fmla="*/ 184 w 199"/>
                  <a:gd name="T69" fmla="*/ 67 h 141"/>
                  <a:gd name="T70" fmla="*/ 172 w 199"/>
                  <a:gd name="T71" fmla="*/ 89 h 141"/>
                  <a:gd name="T72" fmla="*/ 174 w 199"/>
                  <a:gd name="T73" fmla="*/ 96 h 141"/>
                  <a:gd name="T74" fmla="*/ 181 w 199"/>
                  <a:gd name="T75" fmla="*/ 94 h 141"/>
                  <a:gd name="T76" fmla="*/ 198 w 199"/>
                  <a:gd name="T77" fmla="*/ 61 h 141"/>
                  <a:gd name="T78" fmla="*/ 198 w 199"/>
                  <a:gd name="T79" fmla="*/ 55 h 141"/>
                  <a:gd name="T80" fmla="*/ 193 w 199"/>
                  <a:gd name="T81" fmla="*/ 54 h 141"/>
                  <a:gd name="T82" fmla="*/ 163 w 199"/>
                  <a:gd name="T83" fmla="*/ 63 h 141"/>
                  <a:gd name="T84" fmla="*/ 159 w 199"/>
                  <a:gd name="T85" fmla="*/ 10 h 141"/>
                  <a:gd name="T86" fmla="*/ 156 w 199"/>
                  <a:gd name="T87" fmla="*/ 6 h 141"/>
                  <a:gd name="T88" fmla="*/ 150 w 199"/>
                  <a:gd name="T89" fmla="*/ 8 h 141"/>
                  <a:gd name="T90" fmla="*/ 127 w 199"/>
                  <a:gd name="T91" fmla="*/ 42 h 141"/>
                  <a:gd name="T92" fmla="*/ 103 w 199"/>
                  <a:gd name="T93" fmla="*/ 3 h 141"/>
                  <a:gd name="T94" fmla="*/ 98 w 199"/>
                  <a:gd name="T95" fmla="*/ 0 h 141"/>
                  <a:gd name="T96" fmla="*/ 94 w 199"/>
                  <a:gd name="T97" fmla="*/ 4 h 141"/>
                  <a:gd name="T98" fmla="*/ 87 w 199"/>
                  <a:gd name="T99" fmla="*/ 48 h 141"/>
                  <a:gd name="T100" fmla="*/ 45 w 199"/>
                  <a:gd name="T101" fmla="*/ 24 h 141"/>
                  <a:gd name="T102" fmla="*/ 39 w 199"/>
                  <a:gd name="T103" fmla="*/ 25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9" h="141">
                    <a:moveTo>
                      <a:pt x="39" y="25"/>
                    </a:moveTo>
                    <a:cubicBezTo>
                      <a:pt x="37" y="26"/>
                      <a:pt x="37" y="28"/>
                      <a:pt x="38" y="30"/>
                    </a:cubicBezTo>
                    <a:cubicBezTo>
                      <a:pt x="59" y="75"/>
                      <a:pt x="59" y="75"/>
                      <a:pt x="59" y="75"/>
                    </a:cubicBezTo>
                    <a:cubicBezTo>
                      <a:pt x="22" y="76"/>
                      <a:pt x="22" y="76"/>
                      <a:pt x="22" y="76"/>
                    </a:cubicBezTo>
                    <a:cubicBezTo>
                      <a:pt x="20" y="76"/>
                      <a:pt x="18" y="77"/>
                      <a:pt x="17" y="79"/>
                    </a:cubicBezTo>
                    <a:cubicBezTo>
                      <a:pt x="16" y="81"/>
                      <a:pt x="17" y="83"/>
                      <a:pt x="19" y="84"/>
                    </a:cubicBezTo>
                    <a:cubicBezTo>
                      <a:pt x="43" y="105"/>
                      <a:pt x="43" y="105"/>
                      <a:pt x="43" y="105"/>
                    </a:cubicBezTo>
                    <a:cubicBezTo>
                      <a:pt x="3" y="121"/>
                      <a:pt x="3" y="121"/>
                      <a:pt x="3" y="121"/>
                    </a:cubicBezTo>
                    <a:cubicBezTo>
                      <a:pt x="1" y="122"/>
                      <a:pt x="0" y="124"/>
                      <a:pt x="0" y="126"/>
                    </a:cubicBezTo>
                    <a:cubicBezTo>
                      <a:pt x="0" y="128"/>
                      <a:pt x="2" y="130"/>
                      <a:pt x="4" y="130"/>
                    </a:cubicBezTo>
                    <a:cubicBezTo>
                      <a:pt x="48" y="141"/>
                      <a:pt x="48" y="141"/>
                      <a:pt x="48" y="141"/>
                    </a:cubicBezTo>
                    <a:cubicBezTo>
                      <a:pt x="48" y="141"/>
                      <a:pt x="48" y="141"/>
                      <a:pt x="48" y="141"/>
                    </a:cubicBezTo>
                    <a:cubicBezTo>
                      <a:pt x="51" y="141"/>
                      <a:pt x="53" y="140"/>
                      <a:pt x="54" y="137"/>
                    </a:cubicBezTo>
                    <a:cubicBezTo>
                      <a:pt x="55" y="135"/>
                      <a:pt x="53" y="132"/>
                      <a:pt x="50" y="131"/>
                    </a:cubicBezTo>
                    <a:cubicBezTo>
                      <a:pt x="21" y="124"/>
                      <a:pt x="21" y="124"/>
                      <a:pt x="21" y="124"/>
                    </a:cubicBezTo>
                    <a:cubicBezTo>
                      <a:pt x="54" y="111"/>
                      <a:pt x="54" y="111"/>
                      <a:pt x="54" y="111"/>
                    </a:cubicBezTo>
                    <a:cubicBezTo>
                      <a:pt x="55" y="110"/>
                      <a:pt x="56" y="109"/>
                      <a:pt x="57" y="107"/>
                    </a:cubicBezTo>
                    <a:cubicBezTo>
                      <a:pt x="57" y="106"/>
                      <a:pt x="56" y="104"/>
                      <a:pt x="55" y="103"/>
                    </a:cubicBezTo>
                    <a:cubicBezTo>
                      <a:pt x="35" y="85"/>
                      <a:pt x="35" y="85"/>
                      <a:pt x="35" y="85"/>
                    </a:cubicBezTo>
                    <a:cubicBezTo>
                      <a:pt x="66" y="85"/>
                      <a:pt x="66" y="85"/>
                      <a:pt x="66" y="85"/>
                    </a:cubicBezTo>
                    <a:cubicBezTo>
                      <a:pt x="68" y="85"/>
                      <a:pt x="70" y="84"/>
                      <a:pt x="71" y="83"/>
                    </a:cubicBezTo>
                    <a:cubicBezTo>
                      <a:pt x="71" y="81"/>
                      <a:pt x="72" y="80"/>
                      <a:pt x="71" y="78"/>
                    </a:cubicBezTo>
                    <a:cubicBezTo>
                      <a:pt x="53" y="40"/>
                      <a:pt x="53" y="40"/>
                      <a:pt x="53" y="40"/>
                    </a:cubicBezTo>
                    <a:cubicBezTo>
                      <a:pt x="89" y="59"/>
                      <a:pt x="89" y="59"/>
                      <a:pt x="89" y="59"/>
                    </a:cubicBezTo>
                    <a:cubicBezTo>
                      <a:pt x="90" y="60"/>
                      <a:pt x="92" y="60"/>
                      <a:pt x="93" y="60"/>
                    </a:cubicBezTo>
                    <a:cubicBezTo>
                      <a:pt x="95" y="59"/>
                      <a:pt x="96" y="57"/>
                      <a:pt x="96" y="56"/>
                    </a:cubicBezTo>
                    <a:cubicBezTo>
                      <a:pt x="101" y="19"/>
                      <a:pt x="101" y="19"/>
                      <a:pt x="101" y="19"/>
                    </a:cubicBezTo>
                    <a:cubicBezTo>
                      <a:pt x="123" y="54"/>
                      <a:pt x="123" y="54"/>
                      <a:pt x="123" y="54"/>
                    </a:cubicBezTo>
                    <a:cubicBezTo>
                      <a:pt x="123" y="55"/>
                      <a:pt x="125" y="56"/>
                      <a:pt x="127" y="56"/>
                    </a:cubicBezTo>
                    <a:cubicBezTo>
                      <a:pt x="128" y="56"/>
                      <a:pt x="130" y="55"/>
                      <a:pt x="131" y="54"/>
                    </a:cubicBezTo>
                    <a:cubicBezTo>
                      <a:pt x="150" y="25"/>
                      <a:pt x="150" y="25"/>
                      <a:pt x="150" y="25"/>
                    </a:cubicBezTo>
                    <a:cubicBezTo>
                      <a:pt x="153" y="70"/>
                      <a:pt x="153" y="70"/>
                      <a:pt x="153" y="70"/>
                    </a:cubicBezTo>
                    <a:cubicBezTo>
                      <a:pt x="153" y="72"/>
                      <a:pt x="154" y="73"/>
                      <a:pt x="155" y="74"/>
                    </a:cubicBezTo>
                    <a:cubicBezTo>
                      <a:pt x="157" y="75"/>
                      <a:pt x="158" y="75"/>
                      <a:pt x="160" y="75"/>
                    </a:cubicBezTo>
                    <a:cubicBezTo>
                      <a:pt x="184" y="67"/>
                      <a:pt x="184" y="67"/>
                      <a:pt x="184" y="67"/>
                    </a:cubicBezTo>
                    <a:cubicBezTo>
                      <a:pt x="172" y="89"/>
                      <a:pt x="172" y="89"/>
                      <a:pt x="172" y="89"/>
                    </a:cubicBezTo>
                    <a:cubicBezTo>
                      <a:pt x="171" y="92"/>
                      <a:pt x="172" y="95"/>
                      <a:pt x="174" y="96"/>
                    </a:cubicBezTo>
                    <a:cubicBezTo>
                      <a:pt x="177" y="97"/>
                      <a:pt x="180" y="96"/>
                      <a:pt x="181" y="94"/>
                    </a:cubicBezTo>
                    <a:cubicBezTo>
                      <a:pt x="198" y="61"/>
                      <a:pt x="198" y="61"/>
                      <a:pt x="198" y="61"/>
                    </a:cubicBezTo>
                    <a:cubicBezTo>
                      <a:pt x="199" y="59"/>
                      <a:pt x="199" y="57"/>
                      <a:pt x="198" y="55"/>
                    </a:cubicBezTo>
                    <a:cubicBezTo>
                      <a:pt x="196" y="54"/>
                      <a:pt x="194" y="53"/>
                      <a:pt x="193" y="54"/>
                    </a:cubicBezTo>
                    <a:cubicBezTo>
                      <a:pt x="163" y="63"/>
                      <a:pt x="163" y="63"/>
                      <a:pt x="163" y="63"/>
                    </a:cubicBezTo>
                    <a:cubicBezTo>
                      <a:pt x="159" y="10"/>
                      <a:pt x="159" y="10"/>
                      <a:pt x="159" y="10"/>
                    </a:cubicBezTo>
                    <a:cubicBezTo>
                      <a:pt x="159" y="8"/>
                      <a:pt x="158" y="7"/>
                      <a:pt x="156" y="6"/>
                    </a:cubicBezTo>
                    <a:cubicBezTo>
                      <a:pt x="154" y="5"/>
                      <a:pt x="151" y="6"/>
                      <a:pt x="150" y="8"/>
                    </a:cubicBezTo>
                    <a:cubicBezTo>
                      <a:pt x="127" y="42"/>
                      <a:pt x="127" y="42"/>
                      <a:pt x="127" y="42"/>
                    </a:cubicBezTo>
                    <a:cubicBezTo>
                      <a:pt x="103" y="3"/>
                      <a:pt x="103" y="3"/>
                      <a:pt x="103" y="3"/>
                    </a:cubicBezTo>
                    <a:cubicBezTo>
                      <a:pt x="102" y="1"/>
                      <a:pt x="100" y="0"/>
                      <a:pt x="98" y="0"/>
                    </a:cubicBezTo>
                    <a:cubicBezTo>
                      <a:pt x="96" y="1"/>
                      <a:pt x="94" y="2"/>
                      <a:pt x="94" y="4"/>
                    </a:cubicBezTo>
                    <a:cubicBezTo>
                      <a:pt x="87" y="48"/>
                      <a:pt x="87" y="48"/>
                      <a:pt x="87" y="48"/>
                    </a:cubicBezTo>
                    <a:cubicBezTo>
                      <a:pt x="45" y="24"/>
                      <a:pt x="45" y="24"/>
                      <a:pt x="45" y="24"/>
                    </a:cubicBezTo>
                    <a:cubicBezTo>
                      <a:pt x="43" y="23"/>
                      <a:pt x="41" y="23"/>
                      <a:pt x="39"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501"/>
              <p:cNvSpPr>
                <a:spLocks/>
              </p:cNvSpPr>
              <p:nvPr/>
            </p:nvSpPr>
            <p:spPr bwMode="auto">
              <a:xfrm>
                <a:off x="1670050" y="3560763"/>
                <a:ext cx="66675" cy="55563"/>
              </a:xfrm>
              <a:custGeom>
                <a:avLst/>
                <a:gdLst>
                  <a:gd name="T0" fmla="*/ 37 w 52"/>
                  <a:gd name="T1" fmla="*/ 35 h 42"/>
                  <a:gd name="T2" fmla="*/ 52 w 52"/>
                  <a:gd name="T3" fmla="*/ 0 h 42"/>
                  <a:gd name="T4" fmla="*/ 46 w 52"/>
                  <a:gd name="T5" fmla="*/ 0 h 42"/>
                  <a:gd name="T6" fmla="*/ 34 w 52"/>
                  <a:gd name="T7" fmla="*/ 31 h 42"/>
                  <a:gd name="T8" fmla="*/ 2 w 52"/>
                  <a:gd name="T9" fmla="*/ 31 h 42"/>
                  <a:gd name="T10" fmla="*/ 0 w 52"/>
                  <a:gd name="T11" fmla="*/ 36 h 42"/>
                  <a:gd name="T12" fmla="*/ 37 w 52"/>
                  <a:gd name="T13" fmla="*/ 35 h 42"/>
                </a:gdLst>
                <a:ahLst/>
                <a:cxnLst>
                  <a:cxn ang="0">
                    <a:pos x="T0" y="T1"/>
                  </a:cxn>
                  <a:cxn ang="0">
                    <a:pos x="T2" y="T3"/>
                  </a:cxn>
                  <a:cxn ang="0">
                    <a:pos x="T4" y="T5"/>
                  </a:cxn>
                  <a:cxn ang="0">
                    <a:pos x="T6" y="T7"/>
                  </a:cxn>
                  <a:cxn ang="0">
                    <a:pos x="T8" y="T9"/>
                  </a:cxn>
                  <a:cxn ang="0">
                    <a:pos x="T10" y="T11"/>
                  </a:cxn>
                  <a:cxn ang="0">
                    <a:pos x="T12" y="T13"/>
                  </a:cxn>
                </a:cxnLst>
                <a:rect l="0" t="0" r="r" b="b"/>
                <a:pathLst>
                  <a:path w="52" h="42">
                    <a:moveTo>
                      <a:pt x="37" y="35"/>
                    </a:moveTo>
                    <a:cubicBezTo>
                      <a:pt x="52" y="24"/>
                      <a:pt x="52" y="1"/>
                      <a:pt x="52" y="0"/>
                    </a:cubicBezTo>
                    <a:cubicBezTo>
                      <a:pt x="46" y="0"/>
                      <a:pt x="46" y="0"/>
                      <a:pt x="46" y="0"/>
                    </a:cubicBezTo>
                    <a:cubicBezTo>
                      <a:pt x="46" y="0"/>
                      <a:pt x="47" y="22"/>
                      <a:pt x="34" y="31"/>
                    </a:cubicBezTo>
                    <a:cubicBezTo>
                      <a:pt x="27" y="36"/>
                      <a:pt x="16" y="36"/>
                      <a:pt x="2" y="31"/>
                    </a:cubicBezTo>
                    <a:cubicBezTo>
                      <a:pt x="0" y="36"/>
                      <a:pt x="0" y="36"/>
                      <a:pt x="0" y="36"/>
                    </a:cubicBezTo>
                    <a:cubicBezTo>
                      <a:pt x="16" y="42"/>
                      <a:pt x="28" y="42"/>
                      <a:pt x="37"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502"/>
              <p:cNvSpPr>
                <a:spLocks/>
              </p:cNvSpPr>
              <p:nvPr/>
            </p:nvSpPr>
            <p:spPr bwMode="auto">
              <a:xfrm>
                <a:off x="1735138" y="3567113"/>
                <a:ext cx="53975" cy="74613"/>
              </a:xfrm>
              <a:custGeom>
                <a:avLst/>
                <a:gdLst>
                  <a:gd name="T0" fmla="*/ 18 w 42"/>
                  <a:gd name="T1" fmla="*/ 50 h 58"/>
                  <a:gd name="T2" fmla="*/ 42 w 42"/>
                  <a:gd name="T3" fmla="*/ 58 h 58"/>
                  <a:gd name="T4" fmla="*/ 42 w 42"/>
                  <a:gd name="T5" fmla="*/ 52 h 58"/>
                  <a:gd name="T6" fmla="*/ 14 w 42"/>
                  <a:gd name="T7" fmla="*/ 36 h 58"/>
                  <a:gd name="T8" fmla="*/ 18 w 42"/>
                  <a:gd name="T9" fmla="*/ 3 h 58"/>
                  <a:gd name="T10" fmla="*/ 13 w 42"/>
                  <a:gd name="T11" fmla="*/ 0 h 58"/>
                  <a:gd name="T12" fmla="*/ 9 w 42"/>
                  <a:gd name="T13" fmla="*/ 39 h 58"/>
                  <a:gd name="T14" fmla="*/ 18 w 42"/>
                  <a:gd name="T15" fmla="*/ 50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58">
                    <a:moveTo>
                      <a:pt x="18" y="50"/>
                    </a:moveTo>
                    <a:cubicBezTo>
                      <a:pt x="24" y="54"/>
                      <a:pt x="32" y="57"/>
                      <a:pt x="42" y="58"/>
                    </a:cubicBezTo>
                    <a:cubicBezTo>
                      <a:pt x="42" y="52"/>
                      <a:pt x="42" y="52"/>
                      <a:pt x="42" y="52"/>
                    </a:cubicBezTo>
                    <a:cubicBezTo>
                      <a:pt x="27" y="50"/>
                      <a:pt x="18" y="45"/>
                      <a:pt x="14" y="36"/>
                    </a:cubicBezTo>
                    <a:cubicBezTo>
                      <a:pt x="7" y="22"/>
                      <a:pt x="18" y="3"/>
                      <a:pt x="18" y="3"/>
                    </a:cubicBezTo>
                    <a:cubicBezTo>
                      <a:pt x="13" y="0"/>
                      <a:pt x="13" y="0"/>
                      <a:pt x="13" y="0"/>
                    </a:cubicBezTo>
                    <a:cubicBezTo>
                      <a:pt x="13" y="1"/>
                      <a:pt x="0" y="22"/>
                      <a:pt x="9" y="39"/>
                    </a:cubicBezTo>
                    <a:cubicBezTo>
                      <a:pt x="11" y="43"/>
                      <a:pt x="14" y="47"/>
                      <a:pt x="18"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503"/>
              <p:cNvSpPr>
                <a:spLocks/>
              </p:cNvSpPr>
              <p:nvPr/>
            </p:nvSpPr>
            <p:spPr bwMode="auto">
              <a:xfrm>
                <a:off x="1712913" y="3644900"/>
                <a:ext cx="68263" cy="57150"/>
              </a:xfrm>
              <a:custGeom>
                <a:avLst/>
                <a:gdLst>
                  <a:gd name="T0" fmla="*/ 19 w 53"/>
                  <a:gd name="T1" fmla="*/ 11 h 44"/>
                  <a:gd name="T2" fmla="*/ 51 w 53"/>
                  <a:gd name="T3" fmla="*/ 13 h 44"/>
                  <a:gd name="T4" fmla="*/ 53 w 53"/>
                  <a:gd name="T5" fmla="*/ 8 h 44"/>
                  <a:gd name="T6" fmla="*/ 16 w 53"/>
                  <a:gd name="T7" fmla="*/ 6 h 44"/>
                  <a:gd name="T8" fmla="*/ 1 w 53"/>
                  <a:gd name="T9" fmla="*/ 44 h 44"/>
                  <a:gd name="T10" fmla="*/ 7 w 53"/>
                  <a:gd name="T11" fmla="*/ 43 h 44"/>
                  <a:gd name="T12" fmla="*/ 19 w 53"/>
                  <a:gd name="T13" fmla="*/ 11 h 44"/>
                </a:gdLst>
                <a:ahLst/>
                <a:cxnLst>
                  <a:cxn ang="0">
                    <a:pos x="T0" y="T1"/>
                  </a:cxn>
                  <a:cxn ang="0">
                    <a:pos x="T2" y="T3"/>
                  </a:cxn>
                  <a:cxn ang="0">
                    <a:pos x="T4" y="T5"/>
                  </a:cxn>
                  <a:cxn ang="0">
                    <a:pos x="T6" y="T7"/>
                  </a:cxn>
                  <a:cxn ang="0">
                    <a:pos x="T8" y="T9"/>
                  </a:cxn>
                  <a:cxn ang="0">
                    <a:pos x="T10" y="T11"/>
                  </a:cxn>
                  <a:cxn ang="0">
                    <a:pos x="T12" y="T13"/>
                  </a:cxn>
                </a:cxnLst>
                <a:rect l="0" t="0" r="r" b="b"/>
                <a:pathLst>
                  <a:path w="53" h="44">
                    <a:moveTo>
                      <a:pt x="19" y="11"/>
                    </a:moveTo>
                    <a:cubicBezTo>
                      <a:pt x="27" y="6"/>
                      <a:pt x="37" y="7"/>
                      <a:pt x="51" y="13"/>
                    </a:cubicBezTo>
                    <a:cubicBezTo>
                      <a:pt x="53" y="8"/>
                      <a:pt x="53" y="8"/>
                      <a:pt x="53" y="8"/>
                    </a:cubicBezTo>
                    <a:cubicBezTo>
                      <a:pt x="38" y="1"/>
                      <a:pt x="25" y="0"/>
                      <a:pt x="16" y="6"/>
                    </a:cubicBezTo>
                    <a:cubicBezTo>
                      <a:pt x="0" y="16"/>
                      <a:pt x="1" y="42"/>
                      <a:pt x="1" y="44"/>
                    </a:cubicBezTo>
                    <a:cubicBezTo>
                      <a:pt x="7" y="43"/>
                      <a:pt x="7" y="43"/>
                      <a:pt x="7" y="43"/>
                    </a:cubicBezTo>
                    <a:cubicBezTo>
                      <a:pt x="7" y="43"/>
                      <a:pt x="6" y="19"/>
                      <a:pt x="19"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504"/>
              <p:cNvSpPr>
                <a:spLocks/>
              </p:cNvSpPr>
              <p:nvPr/>
            </p:nvSpPr>
            <p:spPr bwMode="auto">
              <a:xfrm>
                <a:off x="1662113" y="3622675"/>
                <a:ext cx="55563" cy="73025"/>
              </a:xfrm>
              <a:custGeom>
                <a:avLst/>
                <a:gdLst>
                  <a:gd name="T0" fmla="*/ 29 w 43"/>
                  <a:gd name="T1" fmla="*/ 20 h 57"/>
                  <a:gd name="T2" fmla="*/ 24 w 43"/>
                  <a:gd name="T3" fmla="*/ 54 h 57"/>
                  <a:gd name="T4" fmla="*/ 28 w 43"/>
                  <a:gd name="T5" fmla="*/ 57 h 57"/>
                  <a:gd name="T6" fmla="*/ 35 w 43"/>
                  <a:gd name="T7" fmla="*/ 17 h 57"/>
                  <a:gd name="T8" fmla="*/ 0 w 43"/>
                  <a:gd name="T9" fmla="*/ 0 h 57"/>
                  <a:gd name="T10" fmla="*/ 0 w 43"/>
                  <a:gd name="T11" fmla="*/ 6 h 57"/>
                  <a:gd name="T12" fmla="*/ 29 w 43"/>
                  <a:gd name="T13" fmla="*/ 20 h 57"/>
                </a:gdLst>
                <a:ahLst/>
                <a:cxnLst>
                  <a:cxn ang="0">
                    <a:pos x="T0" y="T1"/>
                  </a:cxn>
                  <a:cxn ang="0">
                    <a:pos x="T2" y="T3"/>
                  </a:cxn>
                  <a:cxn ang="0">
                    <a:pos x="T4" y="T5"/>
                  </a:cxn>
                  <a:cxn ang="0">
                    <a:pos x="T6" y="T7"/>
                  </a:cxn>
                  <a:cxn ang="0">
                    <a:pos x="T8" y="T9"/>
                  </a:cxn>
                  <a:cxn ang="0">
                    <a:pos x="T10" y="T11"/>
                  </a:cxn>
                  <a:cxn ang="0">
                    <a:pos x="T12" y="T13"/>
                  </a:cxn>
                </a:cxnLst>
                <a:rect l="0" t="0" r="r" b="b"/>
                <a:pathLst>
                  <a:path w="43" h="57">
                    <a:moveTo>
                      <a:pt x="29" y="20"/>
                    </a:moveTo>
                    <a:cubicBezTo>
                      <a:pt x="36" y="34"/>
                      <a:pt x="24" y="54"/>
                      <a:pt x="24" y="54"/>
                    </a:cubicBezTo>
                    <a:cubicBezTo>
                      <a:pt x="28" y="57"/>
                      <a:pt x="28" y="57"/>
                      <a:pt x="28" y="57"/>
                    </a:cubicBezTo>
                    <a:cubicBezTo>
                      <a:pt x="29" y="56"/>
                      <a:pt x="43" y="34"/>
                      <a:pt x="35" y="17"/>
                    </a:cubicBezTo>
                    <a:cubicBezTo>
                      <a:pt x="30" y="7"/>
                      <a:pt x="18" y="2"/>
                      <a:pt x="0" y="0"/>
                    </a:cubicBezTo>
                    <a:cubicBezTo>
                      <a:pt x="0" y="6"/>
                      <a:pt x="0" y="6"/>
                      <a:pt x="0" y="6"/>
                    </a:cubicBezTo>
                    <a:cubicBezTo>
                      <a:pt x="15" y="7"/>
                      <a:pt x="25" y="12"/>
                      <a:pt x="29"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505"/>
              <p:cNvSpPr>
                <a:spLocks/>
              </p:cNvSpPr>
              <p:nvPr/>
            </p:nvSpPr>
            <p:spPr bwMode="auto">
              <a:xfrm>
                <a:off x="1350963" y="3867150"/>
                <a:ext cx="47625" cy="77788"/>
              </a:xfrm>
              <a:custGeom>
                <a:avLst/>
                <a:gdLst>
                  <a:gd name="T0" fmla="*/ 0 w 37"/>
                  <a:gd name="T1" fmla="*/ 54 h 60"/>
                  <a:gd name="T2" fmla="*/ 1 w 37"/>
                  <a:gd name="T3" fmla="*/ 60 h 60"/>
                  <a:gd name="T4" fmla="*/ 31 w 37"/>
                  <a:gd name="T5" fmla="*/ 37 h 60"/>
                  <a:gd name="T6" fmla="*/ 23 w 37"/>
                  <a:gd name="T7" fmla="*/ 0 h 60"/>
                  <a:gd name="T8" fmla="*/ 18 w 37"/>
                  <a:gd name="T9" fmla="*/ 4 h 60"/>
                  <a:gd name="T10" fmla="*/ 26 w 37"/>
                  <a:gd name="T11" fmla="*/ 35 h 60"/>
                  <a:gd name="T12" fmla="*/ 0 w 37"/>
                  <a:gd name="T13" fmla="*/ 54 h 60"/>
                </a:gdLst>
                <a:ahLst/>
                <a:cxnLst>
                  <a:cxn ang="0">
                    <a:pos x="T0" y="T1"/>
                  </a:cxn>
                  <a:cxn ang="0">
                    <a:pos x="T2" y="T3"/>
                  </a:cxn>
                  <a:cxn ang="0">
                    <a:pos x="T4" y="T5"/>
                  </a:cxn>
                  <a:cxn ang="0">
                    <a:pos x="T6" y="T7"/>
                  </a:cxn>
                  <a:cxn ang="0">
                    <a:pos x="T8" y="T9"/>
                  </a:cxn>
                  <a:cxn ang="0">
                    <a:pos x="T10" y="T11"/>
                  </a:cxn>
                  <a:cxn ang="0">
                    <a:pos x="T12" y="T13"/>
                  </a:cxn>
                </a:cxnLst>
                <a:rect l="0" t="0" r="r" b="b"/>
                <a:pathLst>
                  <a:path w="37" h="60">
                    <a:moveTo>
                      <a:pt x="0" y="54"/>
                    </a:moveTo>
                    <a:cubicBezTo>
                      <a:pt x="1" y="60"/>
                      <a:pt x="1" y="60"/>
                      <a:pt x="1" y="60"/>
                    </a:cubicBezTo>
                    <a:cubicBezTo>
                      <a:pt x="17" y="56"/>
                      <a:pt x="28" y="48"/>
                      <a:pt x="31" y="37"/>
                    </a:cubicBezTo>
                    <a:cubicBezTo>
                      <a:pt x="37" y="20"/>
                      <a:pt x="23" y="1"/>
                      <a:pt x="23" y="0"/>
                    </a:cubicBezTo>
                    <a:cubicBezTo>
                      <a:pt x="18" y="4"/>
                      <a:pt x="18" y="4"/>
                      <a:pt x="18" y="4"/>
                    </a:cubicBezTo>
                    <a:cubicBezTo>
                      <a:pt x="18" y="4"/>
                      <a:pt x="31" y="21"/>
                      <a:pt x="26" y="35"/>
                    </a:cubicBezTo>
                    <a:cubicBezTo>
                      <a:pt x="23" y="44"/>
                      <a:pt x="14" y="51"/>
                      <a:pt x="0"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506"/>
              <p:cNvSpPr>
                <a:spLocks/>
              </p:cNvSpPr>
              <p:nvPr/>
            </p:nvSpPr>
            <p:spPr bwMode="auto">
              <a:xfrm>
                <a:off x="1395413" y="3863975"/>
                <a:ext cx="73025" cy="49213"/>
              </a:xfrm>
              <a:custGeom>
                <a:avLst/>
                <a:gdLst>
                  <a:gd name="T0" fmla="*/ 22 w 57"/>
                  <a:gd name="T1" fmla="*/ 29 h 38"/>
                  <a:gd name="T2" fmla="*/ 6 w 57"/>
                  <a:gd name="T3" fmla="*/ 0 h 38"/>
                  <a:gd name="T4" fmla="*/ 0 w 57"/>
                  <a:gd name="T5" fmla="*/ 0 h 38"/>
                  <a:gd name="T6" fmla="*/ 19 w 57"/>
                  <a:gd name="T7" fmla="*/ 34 h 38"/>
                  <a:gd name="T8" fmla="*/ 33 w 57"/>
                  <a:gd name="T9" fmla="*/ 38 h 38"/>
                  <a:gd name="T10" fmla="*/ 57 w 57"/>
                  <a:gd name="T11" fmla="*/ 31 h 38"/>
                  <a:gd name="T12" fmla="*/ 54 w 57"/>
                  <a:gd name="T13" fmla="*/ 26 h 38"/>
                  <a:gd name="T14" fmla="*/ 22 w 57"/>
                  <a:gd name="T15" fmla="*/ 29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38">
                    <a:moveTo>
                      <a:pt x="22" y="29"/>
                    </a:moveTo>
                    <a:cubicBezTo>
                      <a:pt x="8" y="22"/>
                      <a:pt x="6" y="0"/>
                      <a:pt x="6" y="0"/>
                    </a:cubicBezTo>
                    <a:cubicBezTo>
                      <a:pt x="0" y="0"/>
                      <a:pt x="0" y="0"/>
                      <a:pt x="0" y="0"/>
                    </a:cubicBezTo>
                    <a:cubicBezTo>
                      <a:pt x="0" y="1"/>
                      <a:pt x="2" y="25"/>
                      <a:pt x="19" y="34"/>
                    </a:cubicBezTo>
                    <a:cubicBezTo>
                      <a:pt x="23" y="37"/>
                      <a:pt x="28" y="38"/>
                      <a:pt x="33" y="38"/>
                    </a:cubicBezTo>
                    <a:cubicBezTo>
                      <a:pt x="40" y="38"/>
                      <a:pt x="48" y="36"/>
                      <a:pt x="57" y="31"/>
                    </a:cubicBezTo>
                    <a:cubicBezTo>
                      <a:pt x="54" y="26"/>
                      <a:pt x="54" y="26"/>
                      <a:pt x="54" y="26"/>
                    </a:cubicBezTo>
                    <a:cubicBezTo>
                      <a:pt x="41" y="33"/>
                      <a:pt x="30" y="34"/>
                      <a:pt x="22"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507"/>
              <p:cNvSpPr>
                <a:spLocks/>
              </p:cNvSpPr>
              <p:nvPr/>
            </p:nvSpPr>
            <p:spPr bwMode="auto">
              <a:xfrm>
                <a:off x="1420813" y="3919538"/>
                <a:ext cx="52388" cy="76200"/>
              </a:xfrm>
              <a:custGeom>
                <a:avLst/>
                <a:gdLst>
                  <a:gd name="T0" fmla="*/ 40 w 40"/>
                  <a:gd name="T1" fmla="*/ 6 h 59"/>
                  <a:gd name="T2" fmla="*/ 39 w 40"/>
                  <a:gd name="T3" fmla="*/ 0 h 59"/>
                  <a:gd name="T4" fmla="*/ 7 w 40"/>
                  <a:gd name="T5" fmla="*/ 20 h 59"/>
                  <a:gd name="T6" fmla="*/ 16 w 40"/>
                  <a:gd name="T7" fmla="*/ 59 h 59"/>
                  <a:gd name="T8" fmla="*/ 21 w 40"/>
                  <a:gd name="T9" fmla="*/ 56 h 59"/>
                  <a:gd name="T10" fmla="*/ 13 w 40"/>
                  <a:gd name="T11" fmla="*/ 22 h 59"/>
                  <a:gd name="T12" fmla="*/ 40 w 40"/>
                  <a:gd name="T13" fmla="*/ 6 h 59"/>
                </a:gdLst>
                <a:ahLst/>
                <a:cxnLst>
                  <a:cxn ang="0">
                    <a:pos x="T0" y="T1"/>
                  </a:cxn>
                  <a:cxn ang="0">
                    <a:pos x="T2" y="T3"/>
                  </a:cxn>
                  <a:cxn ang="0">
                    <a:pos x="T4" y="T5"/>
                  </a:cxn>
                  <a:cxn ang="0">
                    <a:pos x="T6" y="T7"/>
                  </a:cxn>
                  <a:cxn ang="0">
                    <a:pos x="T8" y="T9"/>
                  </a:cxn>
                  <a:cxn ang="0">
                    <a:pos x="T10" y="T11"/>
                  </a:cxn>
                  <a:cxn ang="0">
                    <a:pos x="T12" y="T13"/>
                  </a:cxn>
                </a:cxnLst>
                <a:rect l="0" t="0" r="r" b="b"/>
                <a:pathLst>
                  <a:path w="40" h="59">
                    <a:moveTo>
                      <a:pt x="40" y="6"/>
                    </a:moveTo>
                    <a:cubicBezTo>
                      <a:pt x="39" y="0"/>
                      <a:pt x="39" y="0"/>
                      <a:pt x="39" y="0"/>
                    </a:cubicBezTo>
                    <a:cubicBezTo>
                      <a:pt x="22" y="3"/>
                      <a:pt x="11" y="10"/>
                      <a:pt x="7" y="20"/>
                    </a:cubicBezTo>
                    <a:cubicBezTo>
                      <a:pt x="0" y="38"/>
                      <a:pt x="16" y="58"/>
                      <a:pt x="16" y="59"/>
                    </a:cubicBezTo>
                    <a:cubicBezTo>
                      <a:pt x="21" y="56"/>
                      <a:pt x="21" y="56"/>
                      <a:pt x="21" y="56"/>
                    </a:cubicBezTo>
                    <a:cubicBezTo>
                      <a:pt x="21" y="56"/>
                      <a:pt x="7" y="37"/>
                      <a:pt x="13" y="22"/>
                    </a:cubicBezTo>
                    <a:cubicBezTo>
                      <a:pt x="16" y="14"/>
                      <a:pt x="25" y="8"/>
                      <a:pt x="4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508"/>
              <p:cNvSpPr>
                <a:spLocks/>
              </p:cNvSpPr>
              <p:nvPr/>
            </p:nvSpPr>
            <p:spPr bwMode="auto">
              <a:xfrm>
                <a:off x="1355725" y="3946525"/>
                <a:ext cx="71438" cy="53975"/>
              </a:xfrm>
              <a:custGeom>
                <a:avLst/>
                <a:gdLst>
                  <a:gd name="T0" fmla="*/ 0 w 56"/>
                  <a:gd name="T1" fmla="*/ 11 h 42"/>
                  <a:gd name="T2" fmla="*/ 3 w 56"/>
                  <a:gd name="T3" fmla="*/ 16 h 42"/>
                  <a:gd name="T4" fmla="*/ 35 w 56"/>
                  <a:gd name="T5" fmla="*/ 10 h 42"/>
                  <a:gd name="T6" fmla="*/ 50 w 56"/>
                  <a:gd name="T7" fmla="*/ 42 h 42"/>
                  <a:gd name="T8" fmla="*/ 56 w 56"/>
                  <a:gd name="T9" fmla="*/ 41 h 42"/>
                  <a:gd name="T10" fmla="*/ 38 w 56"/>
                  <a:gd name="T11" fmla="*/ 5 h 42"/>
                  <a:gd name="T12" fmla="*/ 0 w 56"/>
                  <a:gd name="T13" fmla="*/ 11 h 42"/>
                </a:gdLst>
                <a:ahLst/>
                <a:cxnLst>
                  <a:cxn ang="0">
                    <a:pos x="T0" y="T1"/>
                  </a:cxn>
                  <a:cxn ang="0">
                    <a:pos x="T2" y="T3"/>
                  </a:cxn>
                  <a:cxn ang="0">
                    <a:pos x="T4" y="T5"/>
                  </a:cxn>
                  <a:cxn ang="0">
                    <a:pos x="T6" y="T7"/>
                  </a:cxn>
                  <a:cxn ang="0">
                    <a:pos x="T8" y="T9"/>
                  </a:cxn>
                  <a:cxn ang="0">
                    <a:pos x="T10" y="T11"/>
                  </a:cxn>
                  <a:cxn ang="0">
                    <a:pos x="T12" y="T13"/>
                  </a:cxn>
                </a:cxnLst>
                <a:rect l="0" t="0" r="r" b="b"/>
                <a:pathLst>
                  <a:path w="56" h="42">
                    <a:moveTo>
                      <a:pt x="0" y="11"/>
                    </a:moveTo>
                    <a:cubicBezTo>
                      <a:pt x="3" y="16"/>
                      <a:pt x="3" y="16"/>
                      <a:pt x="3" y="16"/>
                    </a:cubicBezTo>
                    <a:cubicBezTo>
                      <a:pt x="16" y="8"/>
                      <a:pt x="27" y="6"/>
                      <a:pt x="35" y="10"/>
                    </a:cubicBezTo>
                    <a:cubicBezTo>
                      <a:pt x="49" y="18"/>
                      <a:pt x="50" y="41"/>
                      <a:pt x="50" y="42"/>
                    </a:cubicBezTo>
                    <a:cubicBezTo>
                      <a:pt x="56" y="41"/>
                      <a:pt x="56" y="41"/>
                      <a:pt x="56" y="41"/>
                    </a:cubicBezTo>
                    <a:cubicBezTo>
                      <a:pt x="56" y="40"/>
                      <a:pt x="54" y="14"/>
                      <a:pt x="38" y="5"/>
                    </a:cubicBezTo>
                    <a:cubicBezTo>
                      <a:pt x="28" y="0"/>
                      <a:pt x="15" y="2"/>
                      <a:pt x="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509"/>
              <p:cNvSpPr>
                <a:spLocks/>
              </p:cNvSpPr>
              <p:nvPr/>
            </p:nvSpPr>
            <p:spPr bwMode="auto">
              <a:xfrm>
                <a:off x="1760538" y="3762375"/>
                <a:ext cx="103188" cy="79375"/>
              </a:xfrm>
              <a:custGeom>
                <a:avLst/>
                <a:gdLst>
                  <a:gd name="T0" fmla="*/ 79 w 80"/>
                  <a:gd name="T1" fmla="*/ 31 h 61"/>
                  <a:gd name="T2" fmla="*/ 0 w 80"/>
                  <a:gd name="T3" fmla="*/ 37 h 61"/>
                  <a:gd name="T4" fmla="*/ 79 w 80"/>
                  <a:gd name="T5" fmla="*/ 31 h 61"/>
                </a:gdLst>
                <a:ahLst/>
                <a:cxnLst>
                  <a:cxn ang="0">
                    <a:pos x="T0" y="T1"/>
                  </a:cxn>
                  <a:cxn ang="0">
                    <a:pos x="T2" y="T3"/>
                  </a:cxn>
                  <a:cxn ang="0">
                    <a:pos x="T4" y="T5"/>
                  </a:cxn>
                </a:cxnLst>
                <a:rect l="0" t="0" r="r" b="b"/>
                <a:pathLst>
                  <a:path w="80" h="61">
                    <a:moveTo>
                      <a:pt x="79" y="31"/>
                    </a:moveTo>
                    <a:cubicBezTo>
                      <a:pt x="78" y="0"/>
                      <a:pt x="19" y="7"/>
                      <a:pt x="0" y="37"/>
                    </a:cubicBezTo>
                    <a:cubicBezTo>
                      <a:pt x="50" y="36"/>
                      <a:pt x="80" y="61"/>
                      <a:pt x="79"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510"/>
              <p:cNvSpPr>
                <a:spLocks/>
              </p:cNvSpPr>
              <p:nvPr/>
            </p:nvSpPr>
            <p:spPr bwMode="auto">
              <a:xfrm>
                <a:off x="1701800" y="3706813"/>
                <a:ext cx="82550" cy="84138"/>
              </a:xfrm>
              <a:custGeom>
                <a:avLst/>
                <a:gdLst>
                  <a:gd name="T0" fmla="*/ 7 w 65"/>
                  <a:gd name="T1" fmla="*/ 65 h 65"/>
                  <a:gd name="T2" fmla="*/ 47 w 65"/>
                  <a:gd name="T3" fmla="*/ 17 h 65"/>
                  <a:gd name="T4" fmla="*/ 7 w 65"/>
                  <a:gd name="T5" fmla="*/ 65 h 65"/>
                </a:gdLst>
                <a:ahLst/>
                <a:cxnLst>
                  <a:cxn ang="0">
                    <a:pos x="T0" y="T1"/>
                  </a:cxn>
                  <a:cxn ang="0">
                    <a:pos x="T2" y="T3"/>
                  </a:cxn>
                  <a:cxn ang="0">
                    <a:pos x="T4" y="T5"/>
                  </a:cxn>
                </a:cxnLst>
                <a:rect l="0" t="0" r="r" b="b"/>
                <a:pathLst>
                  <a:path w="65" h="65">
                    <a:moveTo>
                      <a:pt x="7" y="65"/>
                    </a:moveTo>
                    <a:cubicBezTo>
                      <a:pt x="34" y="36"/>
                      <a:pt x="65" y="32"/>
                      <a:pt x="47" y="17"/>
                    </a:cubicBezTo>
                    <a:cubicBezTo>
                      <a:pt x="29" y="0"/>
                      <a:pt x="0" y="38"/>
                      <a:pt x="7"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511"/>
              <p:cNvSpPr>
                <a:spLocks/>
              </p:cNvSpPr>
              <p:nvPr/>
            </p:nvSpPr>
            <p:spPr bwMode="auto">
              <a:xfrm>
                <a:off x="1744663" y="3852863"/>
                <a:ext cx="74613" cy="57150"/>
              </a:xfrm>
              <a:custGeom>
                <a:avLst/>
                <a:gdLst>
                  <a:gd name="T0" fmla="*/ 55 w 58"/>
                  <a:gd name="T1" fmla="*/ 24 h 44"/>
                  <a:gd name="T2" fmla="*/ 0 w 58"/>
                  <a:gd name="T3" fmla="*/ 18 h 44"/>
                  <a:gd name="T4" fmla="*/ 55 w 58"/>
                  <a:gd name="T5" fmla="*/ 24 h 44"/>
                </a:gdLst>
                <a:ahLst/>
                <a:cxnLst>
                  <a:cxn ang="0">
                    <a:pos x="T0" y="T1"/>
                  </a:cxn>
                  <a:cxn ang="0">
                    <a:pos x="T2" y="T3"/>
                  </a:cxn>
                  <a:cxn ang="0">
                    <a:pos x="T4" y="T5"/>
                  </a:cxn>
                </a:cxnLst>
                <a:rect l="0" t="0" r="r" b="b"/>
                <a:pathLst>
                  <a:path w="58" h="44">
                    <a:moveTo>
                      <a:pt x="55" y="24"/>
                    </a:moveTo>
                    <a:cubicBezTo>
                      <a:pt x="58" y="3"/>
                      <a:pt x="17" y="0"/>
                      <a:pt x="0" y="18"/>
                    </a:cubicBezTo>
                    <a:cubicBezTo>
                      <a:pt x="34" y="24"/>
                      <a:pt x="52" y="44"/>
                      <a:pt x="55"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512"/>
              <p:cNvSpPr>
                <a:spLocks noEditPoints="1"/>
              </p:cNvSpPr>
              <p:nvPr/>
            </p:nvSpPr>
            <p:spPr bwMode="auto">
              <a:xfrm>
                <a:off x="903288" y="2717800"/>
                <a:ext cx="411163" cy="352425"/>
              </a:xfrm>
              <a:custGeom>
                <a:avLst/>
                <a:gdLst>
                  <a:gd name="T0" fmla="*/ 51 w 319"/>
                  <a:gd name="T1" fmla="*/ 143 h 273"/>
                  <a:gd name="T2" fmla="*/ 74 w 319"/>
                  <a:gd name="T3" fmla="*/ 176 h 273"/>
                  <a:gd name="T4" fmla="*/ 184 w 319"/>
                  <a:gd name="T5" fmla="*/ 223 h 273"/>
                  <a:gd name="T6" fmla="*/ 135 w 319"/>
                  <a:gd name="T7" fmla="*/ 239 h 273"/>
                  <a:gd name="T8" fmla="*/ 118 w 319"/>
                  <a:gd name="T9" fmla="*/ 249 h 273"/>
                  <a:gd name="T10" fmla="*/ 146 w 319"/>
                  <a:gd name="T11" fmla="*/ 241 h 273"/>
                  <a:gd name="T12" fmla="*/ 201 w 319"/>
                  <a:gd name="T13" fmla="*/ 183 h 273"/>
                  <a:gd name="T14" fmla="*/ 284 w 319"/>
                  <a:gd name="T15" fmla="*/ 142 h 273"/>
                  <a:gd name="T16" fmla="*/ 70 w 319"/>
                  <a:gd name="T17" fmla="*/ 29 h 273"/>
                  <a:gd name="T18" fmla="*/ 20 w 319"/>
                  <a:gd name="T19" fmla="*/ 85 h 273"/>
                  <a:gd name="T20" fmla="*/ 34 w 319"/>
                  <a:gd name="T21" fmla="*/ 99 h 273"/>
                  <a:gd name="T22" fmla="*/ 218 w 319"/>
                  <a:gd name="T23" fmla="*/ 90 h 273"/>
                  <a:gd name="T24" fmla="*/ 95 w 319"/>
                  <a:gd name="T25" fmla="*/ 81 h 273"/>
                  <a:gd name="T26" fmla="*/ 242 w 319"/>
                  <a:gd name="T27" fmla="*/ 145 h 273"/>
                  <a:gd name="T28" fmla="*/ 195 w 319"/>
                  <a:gd name="T29" fmla="*/ 177 h 273"/>
                  <a:gd name="T30" fmla="*/ 73 w 319"/>
                  <a:gd name="T31" fmla="*/ 120 h 273"/>
                  <a:gd name="T32" fmla="*/ 73 w 319"/>
                  <a:gd name="T33" fmla="*/ 120 h 273"/>
                  <a:gd name="T34" fmla="*/ 85 w 319"/>
                  <a:gd name="T35" fmla="*/ 99 h 273"/>
                  <a:gd name="T36" fmla="*/ 186 w 319"/>
                  <a:gd name="T37" fmla="*/ 136 h 273"/>
                  <a:gd name="T38" fmla="*/ 200 w 319"/>
                  <a:gd name="T39" fmla="*/ 101 h 273"/>
                  <a:gd name="T40" fmla="*/ 104 w 319"/>
                  <a:gd name="T41" fmla="*/ 152 h 273"/>
                  <a:gd name="T42" fmla="*/ 98 w 319"/>
                  <a:gd name="T43" fmla="*/ 121 h 273"/>
                  <a:gd name="T44" fmla="*/ 134 w 319"/>
                  <a:gd name="T45" fmla="*/ 154 h 273"/>
                  <a:gd name="T46" fmla="*/ 166 w 319"/>
                  <a:gd name="T47" fmla="*/ 183 h 273"/>
                  <a:gd name="T48" fmla="*/ 171 w 319"/>
                  <a:gd name="T49" fmla="*/ 173 h 273"/>
                  <a:gd name="T50" fmla="*/ 107 w 319"/>
                  <a:gd name="T51" fmla="*/ 167 h 273"/>
                  <a:gd name="T52" fmla="*/ 125 w 319"/>
                  <a:gd name="T53" fmla="*/ 160 h 273"/>
                  <a:gd name="T54" fmla="*/ 181 w 319"/>
                  <a:gd name="T55" fmla="*/ 100 h 273"/>
                  <a:gd name="T56" fmla="*/ 131 w 319"/>
                  <a:gd name="T57" fmla="*/ 106 h 273"/>
                  <a:gd name="T58" fmla="*/ 171 w 319"/>
                  <a:gd name="T59" fmla="*/ 136 h 273"/>
                  <a:gd name="T60" fmla="*/ 141 w 319"/>
                  <a:gd name="T61" fmla="*/ 118 h 273"/>
                  <a:gd name="T62" fmla="*/ 112 w 319"/>
                  <a:gd name="T63" fmla="*/ 116 h 273"/>
                  <a:gd name="T64" fmla="*/ 125 w 319"/>
                  <a:gd name="T65" fmla="*/ 114 h 273"/>
                  <a:gd name="T66" fmla="*/ 112 w 319"/>
                  <a:gd name="T67" fmla="*/ 107 h 273"/>
                  <a:gd name="T68" fmla="*/ 112 w 319"/>
                  <a:gd name="T69" fmla="*/ 106 h 273"/>
                  <a:gd name="T70" fmla="*/ 181 w 319"/>
                  <a:gd name="T71" fmla="*/ 145 h 273"/>
                  <a:gd name="T72" fmla="*/ 197 w 319"/>
                  <a:gd name="T73" fmla="*/ 94 h 273"/>
                  <a:gd name="T74" fmla="*/ 141 w 319"/>
                  <a:gd name="T75" fmla="*/ 94 h 273"/>
                  <a:gd name="T76" fmla="*/ 108 w 319"/>
                  <a:gd name="T77" fmla="*/ 98 h 273"/>
                  <a:gd name="T78" fmla="*/ 88 w 319"/>
                  <a:gd name="T79" fmla="*/ 106 h 273"/>
                  <a:gd name="T80" fmla="*/ 88 w 319"/>
                  <a:gd name="T81" fmla="*/ 106 h 273"/>
                  <a:gd name="T82" fmla="*/ 177 w 319"/>
                  <a:gd name="T83" fmla="*/ 191 h 273"/>
                  <a:gd name="T84" fmla="*/ 91 w 319"/>
                  <a:gd name="T85" fmla="*/ 175 h 273"/>
                  <a:gd name="T86" fmla="*/ 195 w 319"/>
                  <a:gd name="T87" fmla="*/ 164 h 273"/>
                  <a:gd name="T88" fmla="*/ 258 w 319"/>
                  <a:gd name="T89" fmla="*/ 124 h 273"/>
                  <a:gd name="T90" fmla="*/ 233 w 319"/>
                  <a:gd name="T91" fmla="*/ 105 h 273"/>
                  <a:gd name="T92" fmla="*/ 63 w 319"/>
                  <a:gd name="T93" fmla="*/ 118 h 273"/>
                  <a:gd name="T94" fmla="*/ 83 w 319"/>
                  <a:gd name="T95" fmla="*/ 168 h 273"/>
                  <a:gd name="T96" fmla="*/ 85 w 319"/>
                  <a:gd name="T97" fmla="*/ 172 h 273"/>
                  <a:gd name="T98" fmla="*/ 78 w 319"/>
                  <a:gd name="T99" fmla="*/ 181 h 273"/>
                  <a:gd name="T100" fmla="*/ 131 w 319"/>
                  <a:gd name="T101" fmla="*/ 205 h 273"/>
                  <a:gd name="T102" fmla="*/ 226 w 319"/>
                  <a:gd name="T103" fmla="*/ 159 h 273"/>
                  <a:gd name="T104" fmla="*/ 252 w 319"/>
                  <a:gd name="T105" fmla="*/ 150 h 273"/>
                  <a:gd name="T106" fmla="*/ 284 w 319"/>
                  <a:gd name="T107" fmla="*/ 132 h 273"/>
                  <a:gd name="T108" fmla="*/ 277 w 319"/>
                  <a:gd name="T109" fmla="*/ 114 h 273"/>
                  <a:gd name="T110" fmla="*/ 117 w 319"/>
                  <a:gd name="T111" fmla="*/ 3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9" h="273">
                    <a:moveTo>
                      <a:pt x="70" y="29"/>
                    </a:moveTo>
                    <a:cubicBezTo>
                      <a:pt x="48" y="31"/>
                      <a:pt x="19" y="39"/>
                      <a:pt x="10" y="62"/>
                    </a:cubicBezTo>
                    <a:cubicBezTo>
                      <a:pt x="0" y="87"/>
                      <a:pt x="11" y="102"/>
                      <a:pt x="30" y="110"/>
                    </a:cubicBezTo>
                    <a:cubicBezTo>
                      <a:pt x="31" y="123"/>
                      <a:pt x="43" y="137"/>
                      <a:pt x="51" y="143"/>
                    </a:cubicBezTo>
                    <a:cubicBezTo>
                      <a:pt x="54" y="145"/>
                      <a:pt x="57" y="147"/>
                      <a:pt x="60" y="148"/>
                    </a:cubicBezTo>
                    <a:cubicBezTo>
                      <a:pt x="62" y="154"/>
                      <a:pt x="67" y="159"/>
                      <a:pt x="72" y="163"/>
                    </a:cubicBezTo>
                    <a:cubicBezTo>
                      <a:pt x="71" y="165"/>
                      <a:pt x="71" y="168"/>
                      <a:pt x="72" y="171"/>
                    </a:cubicBezTo>
                    <a:cubicBezTo>
                      <a:pt x="72" y="173"/>
                      <a:pt x="73" y="175"/>
                      <a:pt x="74" y="176"/>
                    </a:cubicBezTo>
                    <a:cubicBezTo>
                      <a:pt x="65" y="181"/>
                      <a:pt x="59" y="188"/>
                      <a:pt x="70" y="196"/>
                    </a:cubicBezTo>
                    <a:cubicBezTo>
                      <a:pt x="88" y="208"/>
                      <a:pt x="117" y="211"/>
                      <a:pt x="138" y="212"/>
                    </a:cubicBezTo>
                    <a:cubicBezTo>
                      <a:pt x="151" y="213"/>
                      <a:pt x="171" y="213"/>
                      <a:pt x="187" y="208"/>
                    </a:cubicBezTo>
                    <a:cubicBezTo>
                      <a:pt x="187" y="213"/>
                      <a:pt x="186" y="217"/>
                      <a:pt x="184" y="223"/>
                    </a:cubicBezTo>
                    <a:cubicBezTo>
                      <a:pt x="178" y="234"/>
                      <a:pt x="163" y="237"/>
                      <a:pt x="147" y="235"/>
                    </a:cubicBezTo>
                    <a:cubicBezTo>
                      <a:pt x="145" y="220"/>
                      <a:pt x="119" y="216"/>
                      <a:pt x="104" y="217"/>
                    </a:cubicBezTo>
                    <a:cubicBezTo>
                      <a:pt x="102" y="217"/>
                      <a:pt x="93" y="219"/>
                      <a:pt x="96" y="222"/>
                    </a:cubicBezTo>
                    <a:cubicBezTo>
                      <a:pt x="103" y="230"/>
                      <a:pt x="119" y="237"/>
                      <a:pt x="135" y="239"/>
                    </a:cubicBezTo>
                    <a:cubicBezTo>
                      <a:pt x="135" y="241"/>
                      <a:pt x="135" y="242"/>
                      <a:pt x="135" y="243"/>
                    </a:cubicBezTo>
                    <a:cubicBezTo>
                      <a:pt x="132" y="255"/>
                      <a:pt x="119" y="263"/>
                      <a:pt x="110" y="255"/>
                    </a:cubicBezTo>
                    <a:cubicBezTo>
                      <a:pt x="112" y="255"/>
                      <a:pt x="115" y="255"/>
                      <a:pt x="116" y="255"/>
                    </a:cubicBezTo>
                    <a:cubicBezTo>
                      <a:pt x="122" y="254"/>
                      <a:pt x="126" y="248"/>
                      <a:pt x="118" y="249"/>
                    </a:cubicBezTo>
                    <a:cubicBezTo>
                      <a:pt x="109" y="250"/>
                      <a:pt x="108" y="249"/>
                      <a:pt x="99" y="253"/>
                    </a:cubicBezTo>
                    <a:cubicBezTo>
                      <a:pt x="98" y="253"/>
                      <a:pt x="94" y="255"/>
                      <a:pt x="96" y="257"/>
                    </a:cubicBezTo>
                    <a:cubicBezTo>
                      <a:pt x="108" y="273"/>
                      <a:pt x="132" y="265"/>
                      <a:pt x="142" y="250"/>
                    </a:cubicBezTo>
                    <a:cubicBezTo>
                      <a:pt x="144" y="247"/>
                      <a:pt x="146" y="244"/>
                      <a:pt x="146" y="241"/>
                    </a:cubicBezTo>
                    <a:cubicBezTo>
                      <a:pt x="173" y="243"/>
                      <a:pt x="200" y="234"/>
                      <a:pt x="198" y="206"/>
                    </a:cubicBezTo>
                    <a:cubicBezTo>
                      <a:pt x="198" y="205"/>
                      <a:pt x="198" y="204"/>
                      <a:pt x="197" y="203"/>
                    </a:cubicBezTo>
                    <a:cubicBezTo>
                      <a:pt x="199" y="202"/>
                      <a:pt x="200" y="201"/>
                      <a:pt x="201" y="200"/>
                    </a:cubicBezTo>
                    <a:cubicBezTo>
                      <a:pt x="207" y="194"/>
                      <a:pt x="205" y="188"/>
                      <a:pt x="201" y="183"/>
                    </a:cubicBezTo>
                    <a:cubicBezTo>
                      <a:pt x="201" y="183"/>
                      <a:pt x="202" y="183"/>
                      <a:pt x="202" y="183"/>
                    </a:cubicBezTo>
                    <a:cubicBezTo>
                      <a:pt x="218" y="179"/>
                      <a:pt x="234" y="172"/>
                      <a:pt x="247" y="163"/>
                    </a:cubicBezTo>
                    <a:cubicBezTo>
                      <a:pt x="253" y="160"/>
                      <a:pt x="259" y="154"/>
                      <a:pt x="263" y="149"/>
                    </a:cubicBezTo>
                    <a:cubicBezTo>
                      <a:pt x="270" y="147"/>
                      <a:pt x="277" y="145"/>
                      <a:pt x="284" y="142"/>
                    </a:cubicBezTo>
                    <a:cubicBezTo>
                      <a:pt x="319" y="123"/>
                      <a:pt x="273" y="71"/>
                      <a:pt x="256" y="54"/>
                    </a:cubicBezTo>
                    <a:cubicBezTo>
                      <a:pt x="226" y="25"/>
                      <a:pt x="181" y="0"/>
                      <a:pt x="137" y="12"/>
                    </a:cubicBezTo>
                    <a:cubicBezTo>
                      <a:pt x="126" y="15"/>
                      <a:pt x="116" y="21"/>
                      <a:pt x="107" y="29"/>
                    </a:cubicBezTo>
                    <a:cubicBezTo>
                      <a:pt x="95" y="28"/>
                      <a:pt x="83" y="28"/>
                      <a:pt x="70" y="29"/>
                    </a:cubicBezTo>
                    <a:close/>
                    <a:moveTo>
                      <a:pt x="114" y="223"/>
                    </a:moveTo>
                    <a:cubicBezTo>
                      <a:pt x="122" y="224"/>
                      <a:pt x="130" y="226"/>
                      <a:pt x="133" y="232"/>
                    </a:cubicBezTo>
                    <a:cubicBezTo>
                      <a:pt x="126" y="230"/>
                      <a:pt x="119" y="227"/>
                      <a:pt x="114" y="223"/>
                    </a:cubicBezTo>
                    <a:close/>
                    <a:moveTo>
                      <a:pt x="20" y="85"/>
                    </a:moveTo>
                    <a:cubicBezTo>
                      <a:pt x="14" y="69"/>
                      <a:pt x="24" y="50"/>
                      <a:pt x="38" y="42"/>
                    </a:cubicBezTo>
                    <a:cubicBezTo>
                      <a:pt x="56" y="32"/>
                      <a:pt x="79" y="31"/>
                      <a:pt x="102" y="34"/>
                    </a:cubicBezTo>
                    <a:cubicBezTo>
                      <a:pt x="88" y="50"/>
                      <a:pt x="80" y="71"/>
                      <a:pt x="84" y="91"/>
                    </a:cubicBezTo>
                    <a:cubicBezTo>
                      <a:pt x="63" y="87"/>
                      <a:pt x="43" y="87"/>
                      <a:pt x="34" y="99"/>
                    </a:cubicBezTo>
                    <a:cubicBezTo>
                      <a:pt x="33" y="100"/>
                      <a:pt x="33" y="100"/>
                      <a:pt x="33" y="100"/>
                    </a:cubicBezTo>
                    <a:cubicBezTo>
                      <a:pt x="27" y="97"/>
                      <a:pt x="23" y="92"/>
                      <a:pt x="20" y="85"/>
                    </a:cubicBezTo>
                    <a:close/>
                    <a:moveTo>
                      <a:pt x="162" y="50"/>
                    </a:moveTo>
                    <a:cubicBezTo>
                      <a:pt x="177" y="56"/>
                      <a:pt x="207" y="71"/>
                      <a:pt x="218" y="90"/>
                    </a:cubicBezTo>
                    <a:cubicBezTo>
                      <a:pt x="206" y="88"/>
                      <a:pt x="194" y="87"/>
                      <a:pt x="184" y="86"/>
                    </a:cubicBezTo>
                    <a:cubicBezTo>
                      <a:pt x="173" y="86"/>
                      <a:pt x="155" y="85"/>
                      <a:pt x="140" y="88"/>
                    </a:cubicBezTo>
                    <a:cubicBezTo>
                      <a:pt x="125" y="88"/>
                      <a:pt x="110" y="90"/>
                      <a:pt x="97" y="94"/>
                    </a:cubicBezTo>
                    <a:cubicBezTo>
                      <a:pt x="96" y="90"/>
                      <a:pt x="95" y="86"/>
                      <a:pt x="95" y="81"/>
                    </a:cubicBezTo>
                    <a:cubicBezTo>
                      <a:pt x="94" y="63"/>
                      <a:pt x="100" y="47"/>
                      <a:pt x="111" y="36"/>
                    </a:cubicBezTo>
                    <a:cubicBezTo>
                      <a:pt x="130" y="39"/>
                      <a:pt x="147" y="45"/>
                      <a:pt x="162" y="50"/>
                    </a:cubicBezTo>
                    <a:close/>
                    <a:moveTo>
                      <a:pt x="257" y="144"/>
                    </a:moveTo>
                    <a:cubicBezTo>
                      <a:pt x="251" y="145"/>
                      <a:pt x="246" y="145"/>
                      <a:pt x="242" y="145"/>
                    </a:cubicBezTo>
                    <a:cubicBezTo>
                      <a:pt x="235" y="146"/>
                      <a:pt x="229" y="146"/>
                      <a:pt x="222" y="147"/>
                    </a:cubicBezTo>
                    <a:cubicBezTo>
                      <a:pt x="235" y="143"/>
                      <a:pt x="249" y="138"/>
                      <a:pt x="261" y="130"/>
                    </a:cubicBezTo>
                    <a:cubicBezTo>
                      <a:pt x="261" y="135"/>
                      <a:pt x="260" y="140"/>
                      <a:pt x="257" y="144"/>
                    </a:cubicBezTo>
                    <a:close/>
                    <a:moveTo>
                      <a:pt x="195" y="177"/>
                    </a:moveTo>
                    <a:cubicBezTo>
                      <a:pt x="192" y="175"/>
                      <a:pt x="188" y="173"/>
                      <a:pt x="185" y="171"/>
                    </a:cubicBezTo>
                    <a:cubicBezTo>
                      <a:pt x="189" y="171"/>
                      <a:pt x="192" y="170"/>
                      <a:pt x="196" y="170"/>
                    </a:cubicBezTo>
                    <a:cubicBezTo>
                      <a:pt x="196" y="172"/>
                      <a:pt x="196" y="175"/>
                      <a:pt x="195" y="177"/>
                    </a:cubicBezTo>
                    <a:close/>
                    <a:moveTo>
                      <a:pt x="73" y="120"/>
                    </a:moveTo>
                    <a:cubicBezTo>
                      <a:pt x="78" y="120"/>
                      <a:pt x="83" y="120"/>
                      <a:pt x="88" y="120"/>
                    </a:cubicBezTo>
                    <a:cubicBezTo>
                      <a:pt x="81" y="127"/>
                      <a:pt x="76" y="136"/>
                      <a:pt x="76" y="146"/>
                    </a:cubicBezTo>
                    <a:cubicBezTo>
                      <a:pt x="74" y="145"/>
                      <a:pt x="72" y="144"/>
                      <a:pt x="71" y="144"/>
                    </a:cubicBezTo>
                    <a:cubicBezTo>
                      <a:pt x="67" y="135"/>
                      <a:pt x="69" y="126"/>
                      <a:pt x="73" y="120"/>
                    </a:cubicBezTo>
                    <a:close/>
                    <a:moveTo>
                      <a:pt x="66" y="112"/>
                    </a:moveTo>
                    <a:cubicBezTo>
                      <a:pt x="59" y="111"/>
                      <a:pt x="50" y="109"/>
                      <a:pt x="43" y="106"/>
                    </a:cubicBezTo>
                    <a:cubicBezTo>
                      <a:pt x="43" y="101"/>
                      <a:pt x="47" y="97"/>
                      <a:pt x="55" y="96"/>
                    </a:cubicBezTo>
                    <a:cubicBezTo>
                      <a:pt x="64" y="96"/>
                      <a:pt x="74" y="97"/>
                      <a:pt x="85" y="99"/>
                    </a:cubicBezTo>
                    <a:cubicBezTo>
                      <a:pt x="78" y="102"/>
                      <a:pt x="71" y="107"/>
                      <a:pt x="67" y="112"/>
                    </a:cubicBezTo>
                    <a:cubicBezTo>
                      <a:pt x="67" y="112"/>
                      <a:pt x="67" y="112"/>
                      <a:pt x="66" y="112"/>
                    </a:cubicBezTo>
                    <a:close/>
                    <a:moveTo>
                      <a:pt x="216" y="121"/>
                    </a:moveTo>
                    <a:cubicBezTo>
                      <a:pt x="209" y="130"/>
                      <a:pt x="198" y="134"/>
                      <a:pt x="186" y="136"/>
                    </a:cubicBezTo>
                    <a:cubicBezTo>
                      <a:pt x="176" y="128"/>
                      <a:pt x="165" y="122"/>
                      <a:pt x="155" y="116"/>
                    </a:cubicBezTo>
                    <a:cubicBezTo>
                      <a:pt x="156" y="116"/>
                      <a:pt x="157" y="116"/>
                      <a:pt x="158" y="116"/>
                    </a:cubicBezTo>
                    <a:cubicBezTo>
                      <a:pt x="171" y="113"/>
                      <a:pt x="185" y="110"/>
                      <a:pt x="197" y="105"/>
                    </a:cubicBezTo>
                    <a:cubicBezTo>
                      <a:pt x="198" y="104"/>
                      <a:pt x="202" y="102"/>
                      <a:pt x="200" y="101"/>
                    </a:cubicBezTo>
                    <a:cubicBezTo>
                      <a:pt x="208" y="101"/>
                      <a:pt x="215" y="102"/>
                      <a:pt x="222" y="103"/>
                    </a:cubicBezTo>
                    <a:cubicBezTo>
                      <a:pt x="222" y="109"/>
                      <a:pt x="220" y="115"/>
                      <a:pt x="216" y="121"/>
                    </a:cubicBezTo>
                    <a:close/>
                    <a:moveTo>
                      <a:pt x="134" y="154"/>
                    </a:moveTo>
                    <a:cubicBezTo>
                      <a:pt x="124" y="152"/>
                      <a:pt x="114" y="152"/>
                      <a:pt x="104" y="152"/>
                    </a:cubicBezTo>
                    <a:cubicBezTo>
                      <a:pt x="99" y="152"/>
                      <a:pt x="94" y="151"/>
                      <a:pt x="88" y="149"/>
                    </a:cubicBezTo>
                    <a:cubicBezTo>
                      <a:pt x="88" y="149"/>
                      <a:pt x="88" y="149"/>
                      <a:pt x="88" y="149"/>
                    </a:cubicBezTo>
                    <a:cubicBezTo>
                      <a:pt x="85" y="137"/>
                      <a:pt x="89" y="127"/>
                      <a:pt x="98" y="121"/>
                    </a:cubicBezTo>
                    <a:cubicBezTo>
                      <a:pt x="98" y="121"/>
                      <a:pt x="98" y="121"/>
                      <a:pt x="98" y="121"/>
                    </a:cubicBezTo>
                    <a:cubicBezTo>
                      <a:pt x="109" y="131"/>
                      <a:pt x="123" y="137"/>
                      <a:pt x="138" y="140"/>
                    </a:cubicBezTo>
                    <a:cubicBezTo>
                      <a:pt x="147" y="144"/>
                      <a:pt x="155" y="147"/>
                      <a:pt x="160" y="149"/>
                    </a:cubicBezTo>
                    <a:cubicBezTo>
                      <a:pt x="167" y="150"/>
                      <a:pt x="174" y="151"/>
                      <a:pt x="181" y="152"/>
                    </a:cubicBezTo>
                    <a:cubicBezTo>
                      <a:pt x="165" y="154"/>
                      <a:pt x="149" y="154"/>
                      <a:pt x="134" y="154"/>
                    </a:cubicBezTo>
                    <a:close/>
                    <a:moveTo>
                      <a:pt x="122" y="174"/>
                    </a:moveTo>
                    <a:cubicBezTo>
                      <a:pt x="129" y="175"/>
                      <a:pt x="136" y="175"/>
                      <a:pt x="143" y="175"/>
                    </a:cubicBezTo>
                    <a:cubicBezTo>
                      <a:pt x="144" y="175"/>
                      <a:pt x="144" y="175"/>
                      <a:pt x="145" y="175"/>
                    </a:cubicBezTo>
                    <a:cubicBezTo>
                      <a:pt x="151" y="177"/>
                      <a:pt x="159" y="179"/>
                      <a:pt x="166" y="183"/>
                    </a:cubicBezTo>
                    <a:cubicBezTo>
                      <a:pt x="145" y="185"/>
                      <a:pt x="120" y="184"/>
                      <a:pt x="104" y="173"/>
                    </a:cubicBezTo>
                    <a:cubicBezTo>
                      <a:pt x="111" y="174"/>
                      <a:pt x="117" y="174"/>
                      <a:pt x="122" y="174"/>
                    </a:cubicBezTo>
                    <a:close/>
                    <a:moveTo>
                      <a:pt x="170" y="173"/>
                    </a:moveTo>
                    <a:cubicBezTo>
                      <a:pt x="170" y="173"/>
                      <a:pt x="170" y="173"/>
                      <a:pt x="171" y="173"/>
                    </a:cubicBezTo>
                    <a:cubicBezTo>
                      <a:pt x="172" y="174"/>
                      <a:pt x="174" y="175"/>
                      <a:pt x="176" y="176"/>
                    </a:cubicBezTo>
                    <a:cubicBezTo>
                      <a:pt x="174" y="175"/>
                      <a:pt x="172" y="174"/>
                      <a:pt x="170" y="173"/>
                    </a:cubicBezTo>
                    <a:close/>
                    <a:moveTo>
                      <a:pt x="153" y="168"/>
                    </a:moveTo>
                    <a:cubicBezTo>
                      <a:pt x="138" y="165"/>
                      <a:pt x="121" y="165"/>
                      <a:pt x="107" y="167"/>
                    </a:cubicBezTo>
                    <a:cubicBezTo>
                      <a:pt x="103" y="166"/>
                      <a:pt x="99" y="165"/>
                      <a:pt x="95" y="164"/>
                    </a:cubicBezTo>
                    <a:cubicBezTo>
                      <a:pt x="94" y="163"/>
                      <a:pt x="92" y="161"/>
                      <a:pt x="91" y="159"/>
                    </a:cubicBezTo>
                    <a:cubicBezTo>
                      <a:pt x="93" y="158"/>
                      <a:pt x="94" y="158"/>
                      <a:pt x="95" y="158"/>
                    </a:cubicBezTo>
                    <a:cubicBezTo>
                      <a:pt x="106" y="159"/>
                      <a:pt x="116" y="160"/>
                      <a:pt x="125" y="160"/>
                    </a:cubicBezTo>
                    <a:cubicBezTo>
                      <a:pt x="125" y="160"/>
                      <a:pt x="126" y="160"/>
                      <a:pt x="126" y="160"/>
                    </a:cubicBezTo>
                    <a:cubicBezTo>
                      <a:pt x="136" y="161"/>
                      <a:pt x="148" y="164"/>
                      <a:pt x="159" y="168"/>
                    </a:cubicBezTo>
                    <a:cubicBezTo>
                      <a:pt x="157" y="168"/>
                      <a:pt x="155" y="168"/>
                      <a:pt x="153" y="168"/>
                    </a:cubicBezTo>
                    <a:close/>
                    <a:moveTo>
                      <a:pt x="181" y="100"/>
                    </a:moveTo>
                    <a:cubicBezTo>
                      <a:pt x="183" y="101"/>
                      <a:pt x="185" y="102"/>
                      <a:pt x="186" y="103"/>
                    </a:cubicBezTo>
                    <a:cubicBezTo>
                      <a:pt x="175" y="108"/>
                      <a:pt x="162" y="111"/>
                      <a:pt x="149" y="113"/>
                    </a:cubicBezTo>
                    <a:cubicBezTo>
                      <a:pt x="144" y="111"/>
                      <a:pt x="139" y="109"/>
                      <a:pt x="135" y="107"/>
                    </a:cubicBezTo>
                    <a:cubicBezTo>
                      <a:pt x="134" y="107"/>
                      <a:pt x="133" y="107"/>
                      <a:pt x="131" y="106"/>
                    </a:cubicBezTo>
                    <a:cubicBezTo>
                      <a:pt x="147" y="103"/>
                      <a:pt x="163" y="101"/>
                      <a:pt x="172" y="101"/>
                    </a:cubicBezTo>
                    <a:cubicBezTo>
                      <a:pt x="175" y="101"/>
                      <a:pt x="178" y="101"/>
                      <a:pt x="181" y="100"/>
                    </a:cubicBezTo>
                    <a:close/>
                    <a:moveTo>
                      <a:pt x="152" y="123"/>
                    </a:moveTo>
                    <a:cubicBezTo>
                      <a:pt x="156" y="126"/>
                      <a:pt x="164" y="131"/>
                      <a:pt x="171" y="136"/>
                    </a:cubicBezTo>
                    <a:cubicBezTo>
                      <a:pt x="160" y="136"/>
                      <a:pt x="150" y="134"/>
                      <a:pt x="141" y="132"/>
                    </a:cubicBezTo>
                    <a:cubicBezTo>
                      <a:pt x="141" y="132"/>
                      <a:pt x="141" y="132"/>
                      <a:pt x="141" y="132"/>
                    </a:cubicBezTo>
                    <a:cubicBezTo>
                      <a:pt x="136" y="129"/>
                      <a:pt x="131" y="125"/>
                      <a:pt x="128" y="119"/>
                    </a:cubicBezTo>
                    <a:cubicBezTo>
                      <a:pt x="133" y="119"/>
                      <a:pt x="137" y="119"/>
                      <a:pt x="141" y="118"/>
                    </a:cubicBezTo>
                    <a:cubicBezTo>
                      <a:pt x="145" y="120"/>
                      <a:pt x="148" y="122"/>
                      <a:pt x="152" y="123"/>
                    </a:cubicBezTo>
                    <a:close/>
                    <a:moveTo>
                      <a:pt x="108" y="114"/>
                    </a:moveTo>
                    <a:cubicBezTo>
                      <a:pt x="109" y="114"/>
                      <a:pt x="110" y="113"/>
                      <a:pt x="111" y="112"/>
                    </a:cubicBezTo>
                    <a:cubicBezTo>
                      <a:pt x="112" y="114"/>
                      <a:pt x="112" y="115"/>
                      <a:pt x="112" y="116"/>
                    </a:cubicBezTo>
                    <a:cubicBezTo>
                      <a:pt x="111" y="116"/>
                      <a:pt x="110" y="116"/>
                      <a:pt x="110" y="116"/>
                    </a:cubicBezTo>
                    <a:cubicBezTo>
                      <a:pt x="109" y="115"/>
                      <a:pt x="108" y="115"/>
                      <a:pt x="108" y="114"/>
                    </a:cubicBezTo>
                    <a:close/>
                    <a:moveTo>
                      <a:pt x="126" y="116"/>
                    </a:moveTo>
                    <a:cubicBezTo>
                      <a:pt x="126" y="115"/>
                      <a:pt x="125" y="114"/>
                      <a:pt x="125" y="114"/>
                    </a:cubicBezTo>
                    <a:cubicBezTo>
                      <a:pt x="125" y="113"/>
                      <a:pt x="124" y="112"/>
                      <a:pt x="124" y="111"/>
                    </a:cubicBezTo>
                    <a:cubicBezTo>
                      <a:pt x="128" y="112"/>
                      <a:pt x="131" y="113"/>
                      <a:pt x="134" y="115"/>
                    </a:cubicBezTo>
                    <a:cubicBezTo>
                      <a:pt x="132" y="115"/>
                      <a:pt x="129" y="115"/>
                      <a:pt x="126" y="116"/>
                    </a:cubicBezTo>
                    <a:close/>
                    <a:moveTo>
                      <a:pt x="112" y="107"/>
                    </a:moveTo>
                    <a:cubicBezTo>
                      <a:pt x="109" y="108"/>
                      <a:pt x="107" y="109"/>
                      <a:pt x="104" y="110"/>
                    </a:cubicBezTo>
                    <a:cubicBezTo>
                      <a:pt x="104" y="110"/>
                      <a:pt x="104" y="110"/>
                      <a:pt x="104" y="110"/>
                    </a:cubicBezTo>
                    <a:cubicBezTo>
                      <a:pt x="103" y="108"/>
                      <a:pt x="101" y="105"/>
                      <a:pt x="100" y="102"/>
                    </a:cubicBezTo>
                    <a:cubicBezTo>
                      <a:pt x="104" y="103"/>
                      <a:pt x="108" y="105"/>
                      <a:pt x="112" y="106"/>
                    </a:cubicBezTo>
                    <a:cubicBezTo>
                      <a:pt x="112" y="106"/>
                      <a:pt x="112" y="107"/>
                      <a:pt x="112" y="107"/>
                    </a:cubicBezTo>
                    <a:close/>
                    <a:moveTo>
                      <a:pt x="165" y="142"/>
                    </a:moveTo>
                    <a:cubicBezTo>
                      <a:pt x="169" y="142"/>
                      <a:pt x="173" y="142"/>
                      <a:pt x="177" y="142"/>
                    </a:cubicBezTo>
                    <a:cubicBezTo>
                      <a:pt x="179" y="143"/>
                      <a:pt x="180" y="144"/>
                      <a:pt x="181" y="145"/>
                    </a:cubicBezTo>
                    <a:cubicBezTo>
                      <a:pt x="176" y="144"/>
                      <a:pt x="170" y="143"/>
                      <a:pt x="165" y="142"/>
                    </a:cubicBezTo>
                    <a:close/>
                    <a:moveTo>
                      <a:pt x="187" y="94"/>
                    </a:moveTo>
                    <a:cubicBezTo>
                      <a:pt x="185" y="94"/>
                      <a:pt x="183" y="93"/>
                      <a:pt x="181" y="92"/>
                    </a:cubicBezTo>
                    <a:cubicBezTo>
                      <a:pt x="186" y="93"/>
                      <a:pt x="192" y="94"/>
                      <a:pt x="197" y="94"/>
                    </a:cubicBezTo>
                    <a:cubicBezTo>
                      <a:pt x="194" y="94"/>
                      <a:pt x="190" y="94"/>
                      <a:pt x="187" y="94"/>
                    </a:cubicBezTo>
                    <a:close/>
                    <a:moveTo>
                      <a:pt x="163" y="95"/>
                    </a:moveTo>
                    <a:cubicBezTo>
                      <a:pt x="150" y="97"/>
                      <a:pt x="137" y="99"/>
                      <a:pt x="125" y="102"/>
                    </a:cubicBezTo>
                    <a:cubicBezTo>
                      <a:pt x="128" y="98"/>
                      <a:pt x="134" y="95"/>
                      <a:pt x="141" y="94"/>
                    </a:cubicBezTo>
                    <a:cubicBezTo>
                      <a:pt x="148" y="94"/>
                      <a:pt x="155" y="94"/>
                      <a:pt x="163" y="95"/>
                    </a:cubicBezTo>
                    <a:close/>
                    <a:moveTo>
                      <a:pt x="116" y="100"/>
                    </a:moveTo>
                    <a:cubicBezTo>
                      <a:pt x="116" y="100"/>
                      <a:pt x="116" y="100"/>
                      <a:pt x="115" y="100"/>
                    </a:cubicBezTo>
                    <a:cubicBezTo>
                      <a:pt x="113" y="99"/>
                      <a:pt x="111" y="99"/>
                      <a:pt x="108" y="98"/>
                    </a:cubicBezTo>
                    <a:cubicBezTo>
                      <a:pt x="111" y="97"/>
                      <a:pt x="113" y="97"/>
                      <a:pt x="115" y="97"/>
                    </a:cubicBezTo>
                    <a:cubicBezTo>
                      <a:pt x="116" y="96"/>
                      <a:pt x="118" y="96"/>
                      <a:pt x="120" y="96"/>
                    </a:cubicBezTo>
                    <a:cubicBezTo>
                      <a:pt x="119" y="97"/>
                      <a:pt x="117" y="98"/>
                      <a:pt x="116" y="100"/>
                    </a:cubicBezTo>
                    <a:close/>
                    <a:moveTo>
                      <a:pt x="88" y="106"/>
                    </a:moveTo>
                    <a:cubicBezTo>
                      <a:pt x="89" y="108"/>
                      <a:pt x="90" y="109"/>
                      <a:pt x="91" y="111"/>
                    </a:cubicBezTo>
                    <a:cubicBezTo>
                      <a:pt x="92" y="113"/>
                      <a:pt x="93" y="114"/>
                      <a:pt x="94" y="115"/>
                    </a:cubicBezTo>
                    <a:cubicBezTo>
                      <a:pt x="89" y="115"/>
                      <a:pt x="83" y="115"/>
                      <a:pt x="78" y="114"/>
                    </a:cubicBezTo>
                    <a:cubicBezTo>
                      <a:pt x="81" y="111"/>
                      <a:pt x="85" y="108"/>
                      <a:pt x="88" y="106"/>
                    </a:cubicBezTo>
                    <a:close/>
                    <a:moveTo>
                      <a:pt x="91" y="175"/>
                    </a:moveTo>
                    <a:cubicBezTo>
                      <a:pt x="107" y="188"/>
                      <a:pt x="132" y="190"/>
                      <a:pt x="153" y="189"/>
                    </a:cubicBezTo>
                    <a:cubicBezTo>
                      <a:pt x="159" y="189"/>
                      <a:pt x="166" y="189"/>
                      <a:pt x="173" y="188"/>
                    </a:cubicBezTo>
                    <a:cubicBezTo>
                      <a:pt x="174" y="189"/>
                      <a:pt x="176" y="190"/>
                      <a:pt x="177" y="191"/>
                    </a:cubicBezTo>
                    <a:cubicBezTo>
                      <a:pt x="164" y="194"/>
                      <a:pt x="148" y="193"/>
                      <a:pt x="138" y="193"/>
                    </a:cubicBezTo>
                    <a:cubicBezTo>
                      <a:pt x="125" y="192"/>
                      <a:pt x="113" y="189"/>
                      <a:pt x="101" y="183"/>
                    </a:cubicBezTo>
                    <a:cubicBezTo>
                      <a:pt x="98" y="181"/>
                      <a:pt x="93" y="179"/>
                      <a:pt x="89" y="175"/>
                    </a:cubicBezTo>
                    <a:cubicBezTo>
                      <a:pt x="89" y="175"/>
                      <a:pt x="90" y="175"/>
                      <a:pt x="91" y="175"/>
                    </a:cubicBezTo>
                    <a:close/>
                    <a:moveTo>
                      <a:pt x="175" y="167"/>
                    </a:moveTo>
                    <a:cubicBezTo>
                      <a:pt x="169" y="164"/>
                      <a:pt x="162" y="161"/>
                      <a:pt x="155" y="159"/>
                    </a:cubicBezTo>
                    <a:cubicBezTo>
                      <a:pt x="166" y="158"/>
                      <a:pt x="178" y="156"/>
                      <a:pt x="189" y="154"/>
                    </a:cubicBezTo>
                    <a:cubicBezTo>
                      <a:pt x="192" y="158"/>
                      <a:pt x="194" y="161"/>
                      <a:pt x="195" y="164"/>
                    </a:cubicBezTo>
                    <a:cubicBezTo>
                      <a:pt x="188" y="165"/>
                      <a:pt x="182" y="166"/>
                      <a:pt x="175" y="167"/>
                    </a:cubicBezTo>
                    <a:close/>
                    <a:moveTo>
                      <a:pt x="252" y="114"/>
                    </a:moveTo>
                    <a:cubicBezTo>
                      <a:pt x="256" y="117"/>
                      <a:pt x="258" y="120"/>
                      <a:pt x="259" y="123"/>
                    </a:cubicBezTo>
                    <a:cubicBezTo>
                      <a:pt x="259" y="124"/>
                      <a:pt x="259" y="124"/>
                      <a:pt x="258" y="124"/>
                    </a:cubicBezTo>
                    <a:cubicBezTo>
                      <a:pt x="245" y="135"/>
                      <a:pt x="227" y="142"/>
                      <a:pt x="208" y="147"/>
                    </a:cubicBezTo>
                    <a:cubicBezTo>
                      <a:pt x="204" y="147"/>
                      <a:pt x="201" y="147"/>
                      <a:pt x="197" y="146"/>
                    </a:cubicBezTo>
                    <a:cubicBezTo>
                      <a:pt x="195" y="144"/>
                      <a:pt x="193" y="142"/>
                      <a:pt x="190" y="140"/>
                    </a:cubicBezTo>
                    <a:cubicBezTo>
                      <a:pt x="210" y="136"/>
                      <a:pt x="231" y="125"/>
                      <a:pt x="233" y="105"/>
                    </a:cubicBezTo>
                    <a:cubicBezTo>
                      <a:pt x="237" y="105"/>
                      <a:pt x="240" y="106"/>
                      <a:pt x="243" y="107"/>
                    </a:cubicBezTo>
                    <a:cubicBezTo>
                      <a:pt x="247" y="109"/>
                      <a:pt x="250" y="111"/>
                      <a:pt x="252" y="114"/>
                    </a:cubicBezTo>
                    <a:close/>
                    <a:moveTo>
                      <a:pt x="44" y="115"/>
                    </a:moveTo>
                    <a:cubicBezTo>
                      <a:pt x="50" y="116"/>
                      <a:pt x="56" y="118"/>
                      <a:pt x="63" y="118"/>
                    </a:cubicBezTo>
                    <a:cubicBezTo>
                      <a:pt x="60" y="123"/>
                      <a:pt x="58" y="129"/>
                      <a:pt x="58" y="136"/>
                    </a:cubicBezTo>
                    <a:cubicBezTo>
                      <a:pt x="57" y="135"/>
                      <a:pt x="56" y="134"/>
                      <a:pt x="56" y="133"/>
                    </a:cubicBezTo>
                    <a:cubicBezTo>
                      <a:pt x="51" y="129"/>
                      <a:pt x="46" y="122"/>
                      <a:pt x="44" y="115"/>
                    </a:cubicBezTo>
                    <a:close/>
                    <a:moveTo>
                      <a:pt x="83" y="168"/>
                    </a:moveTo>
                    <a:cubicBezTo>
                      <a:pt x="84" y="168"/>
                      <a:pt x="84" y="168"/>
                      <a:pt x="84" y="168"/>
                    </a:cubicBezTo>
                    <a:cubicBezTo>
                      <a:pt x="85" y="169"/>
                      <a:pt x="86" y="170"/>
                      <a:pt x="87" y="171"/>
                    </a:cubicBezTo>
                    <a:cubicBezTo>
                      <a:pt x="86" y="171"/>
                      <a:pt x="86" y="171"/>
                      <a:pt x="85" y="171"/>
                    </a:cubicBezTo>
                    <a:cubicBezTo>
                      <a:pt x="85" y="171"/>
                      <a:pt x="85" y="171"/>
                      <a:pt x="85" y="172"/>
                    </a:cubicBezTo>
                    <a:cubicBezTo>
                      <a:pt x="84" y="170"/>
                      <a:pt x="84" y="169"/>
                      <a:pt x="83" y="168"/>
                    </a:cubicBezTo>
                    <a:close/>
                    <a:moveTo>
                      <a:pt x="131" y="205"/>
                    </a:moveTo>
                    <a:cubicBezTo>
                      <a:pt x="121" y="203"/>
                      <a:pt x="79" y="200"/>
                      <a:pt x="76" y="186"/>
                    </a:cubicBezTo>
                    <a:cubicBezTo>
                      <a:pt x="75" y="184"/>
                      <a:pt x="76" y="182"/>
                      <a:pt x="78" y="181"/>
                    </a:cubicBezTo>
                    <a:cubicBezTo>
                      <a:pt x="89" y="190"/>
                      <a:pt x="109" y="196"/>
                      <a:pt x="120" y="198"/>
                    </a:cubicBezTo>
                    <a:cubicBezTo>
                      <a:pt x="138" y="201"/>
                      <a:pt x="161" y="201"/>
                      <a:pt x="181" y="195"/>
                    </a:cubicBezTo>
                    <a:cubicBezTo>
                      <a:pt x="182" y="197"/>
                      <a:pt x="184" y="199"/>
                      <a:pt x="185" y="201"/>
                    </a:cubicBezTo>
                    <a:cubicBezTo>
                      <a:pt x="170" y="207"/>
                      <a:pt x="140" y="206"/>
                      <a:pt x="131" y="205"/>
                    </a:cubicBezTo>
                    <a:close/>
                    <a:moveTo>
                      <a:pt x="207" y="175"/>
                    </a:moveTo>
                    <a:cubicBezTo>
                      <a:pt x="208" y="172"/>
                      <a:pt x="208" y="170"/>
                      <a:pt x="208" y="168"/>
                    </a:cubicBezTo>
                    <a:cubicBezTo>
                      <a:pt x="215" y="166"/>
                      <a:pt x="221" y="165"/>
                      <a:pt x="227" y="164"/>
                    </a:cubicBezTo>
                    <a:cubicBezTo>
                      <a:pt x="234" y="162"/>
                      <a:pt x="233" y="157"/>
                      <a:pt x="226" y="159"/>
                    </a:cubicBezTo>
                    <a:cubicBezTo>
                      <a:pt x="220" y="160"/>
                      <a:pt x="214" y="161"/>
                      <a:pt x="207" y="162"/>
                    </a:cubicBezTo>
                    <a:cubicBezTo>
                      <a:pt x="206" y="159"/>
                      <a:pt x="205" y="156"/>
                      <a:pt x="202" y="153"/>
                    </a:cubicBezTo>
                    <a:cubicBezTo>
                      <a:pt x="212" y="153"/>
                      <a:pt x="221" y="153"/>
                      <a:pt x="231" y="152"/>
                    </a:cubicBezTo>
                    <a:cubicBezTo>
                      <a:pt x="237" y="152"/>
                      <a:pt x="245" y="151"/>
                      <a:pt x="252" y="150"/>
                    </a:cubicBezTo>
                    <a:cubicBezTo>
                      <a:pt x="241" y="161"/>
                      <a:pt x="222" y="170"/>
                      <a:pt x="207" y="175"/>
                    </a:cubicBezTo>
                    <a:close/>
                    <a:moveTo>
                      <a:pt x="172" y="17"/>
                    </a:moveTo>
                    <a:cubicBezTo>
                      <a:pt x="202" y="22"/>
                      <a:pt x="230" y="42"/>
                      <a:pt x="251" y="64"/>
                    </a:cubicBezTo>
                    <a:cubicBezTo>
                      <a:pt x="263" y="77"/>
                      <a:pt x="293" y="111"/>
                      <a:pt x="284" y="132"/>
                    </a:cubicBezTo>
                    <a:cubicBezTo>
                      <a:pt x="281" y="137"/>
                      <a:pt x="275" y="141"/>
                      <a:pt x="267" y="142"/>
                    </a:cubicBezTo>
                    <a:cubicBezTo>
                      <a:pt x="270" y="136"/>
                      <a:pt x="272" y="130"/>
                      <a:pt x="271" y="123"/>
                    </a:cubicBezTo>
                    <a:cubicBezTo>
                      <a:pt x="273" y="121"/>
                      <a:pt x="275" y="118"/>
                      <a:pt x="277" y="116"/>
                    </a:cubicBezTo>
                    <a:cubicBezTo>
                      <a:pt x="278" y="115"/>
                      <a:pt x="278" y="114"/>
                      <a:pt x="277" y="114"/>
                    </a:cubicBezTo>
                    <a:cubicBezTo>
                      <a:pt x="270" y="107"/>
                      <a:pt x="261" y="103"/>
                      <a:pt x="251" y="100"/>
                    </a:cubicBezTo>
                    <a:cubicBezTo>
                      <a:pt x="245" y="97"/>
                      <a:pt x="238" y="95"/>
                      <a:pt x="232" y="93"/>
                    </a:cubicBezTo>
                    <a:cubicBezTo>
                      <a:pt x="225" y="68"/>
                      <a:pt x="192" y="53"/>
                      <a:pt x="171" y="45"/>
                    </a:cubicBezTo>
                    <a:cubicBezTo>
                      <a:pt x="154" y="38"/>
                      <a:pt x="136" y="33"/>
                      <a:pt x="117" y="30"/>
                    </a:cubicBezTo>
                    <a:cubicBezTo>
                      <a:pt x="131" y="18"/>
                      <a:pt x="151" y="12"/>
                      <a:pt x="172"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2" name="组合 11"/>
            <p:cNvGrpSpPr/>
            <p:nvPr/>
          </p:nvGrpSpPr>
          <p:grpSpPr>
            <a:xfrm>
              <a:off x="1746250" y="4826000"/>
              <a:ext cx="1317625" cy="1665288"/>
              <a:chOff x="1746250" y="4826000"/>
              <a:chExt cx="1317625" cy="1665288"/>
            </a:xfrm>
            <a:solidFill>
              <a:schemeClr val="tx1">
                <a:lumMod val="65000"/>
                <a:lumOff val="35000"/>
              </a:schemeClr>
            </a:solidFill>
          </p:grpSpPr>
          <p:sp>
            <p:nvSpPr>
              <p:cNvPr id="86" name="Freeform 513"/>
              <p:cNvSpPr>
                <a:spLocks noEditPoints="1"/>
              </p:cNvSpPr>
              <p:nvPr/>
            </p:nvSpPr>
            <p:spPr bwMode="auto">
              <a:xfrm>
                <a:off x="1852613" y="6335713"/>
                <a:ext cx="104775" cy="115888"/>
              </a:xfrm>
              <a:custGeom>
                <a:avLst/>
                <a:gdLst>
                  <a:gd name="T0" fmla="*/ 46 w 82"/>
                  <a:gd name="T1" fmla="*/ 0 h 89"/>
                  <a:gd name="T2" fmla="*/ 33 w 82"/>
                  <a:gd name="T3" fmla="*/ 0 h 89"/>
                  <a:gd name="T4" fmla="*/ 18 w 82"/>
                  <a:gd name="T5" fmla="*/ 1 h 89"/>
                  <a:gd name="T6" fmla="*/ 11 w 82"/>
                  <a:gd name="T7" fmla="*/ 1 h 89"/>
                  <a:gd name="T8" fmla="*/ 5 w 82"/>
                  <a:gd name="T9" fmla="*/ 3 h 89"/>
                  <a:gd name="T10" fmla="*/ 3 w 82"/>
                  <a:gd name="T11" fmla="*/ 9 h 89"/>
                  <a:gd name="T12" fmla="*/ 9 w 82"/>
                  <a:gd name="T13" fmla="*/ 14 h 89"/>
                  <a:gd name="T14" fmla="*/ 10 w 82"/>
                  <a:gd name="T15" fmla="*/ 15 h 89"/>
                  <a:gd name="T16" fmla="*/ 9 w 82"/>
                  <a:gd name="T17" fmla="*/ 22 h 89"/>
                  <a:gd name="T18" fmla="*/ 4 w 82"/>
                  <a:gd name="T19" fmla="*/ 65 h 89"/>
                  <a:gd name="T20" fmla="*/ 3 w 82"/>
                  <a:gd name="T21" fmla="*/ 75 h 89"/>
                  <a:gd name="T22" fmla="*/ 2 w 82"/>
                  <a:gd name="T23" fmla="*/ 78 h 89"/>
                  <a:gd name="T24" fmla="*/ 0 w 82"/>
                  <a:gd name="T25" fmla="*/ 82 h 89"/>
                  <a:gd name="T26" fmla="*/ 3 w 82"/>
                  <a:gd name="T27" fmla="*/ 86 h 89"/>
                  <a:gd name="T28" fmla="*/ 8 w 82"/>
                  <a:gd name="T29" fmla="*/ 89 h 89"/>
                  <a:gd name="T30" fmla="*/ 16 w 82"/>
                  <a:gd name="T31" fmla="*/ 87 h 89"/>
                  <a:gd name="T32" fmla="*/ 21 w 82"/>
                  <a:gd name="T33" fmla="*/ 84 h 89"/>
                  <a:gd name="T34" fmla="*/ 29 w 82"/>
                  <a:gd name="T35" fmla="*/ 81 h 89"/>
                  <a:gd name="T36" fmla="*/ 67 w 82"/>
                  <a:gd name="T37" fmla="*/ 63 h 89"/>
                  <a:gd name="T38" fmla="*/ 82 w 82"/>
                  <a:gd name="T39" fmla="*/ 33 h 89"/>
                  <a:gd name="T40" fmla="*/ 72 w 82"/>
                  <a:gd name="T41" fmla="*/ 9 h 89"/>
                  <a:gd name="T42" fmla="*/ 46 w 82"/>
                  <a:gd name="T43" fmla="*/ 0 h 89"/>
                  <a:gd name="T44" fmla="*/ 59 w 82"/>
                  <a:gd name="T45" fmla="*/ 54 h 89"/>
                  <a:gd name="T46" fmla="*/ 36 w 82"/>
                  <a:gd name="T47" fmla="*/ 67 h 89"/>
                  <a:gd name="T48" fmla="*/ 18 w 82"/>
                  <a:gd name="T49" fmla="*/ 72 h 89"/>
                  <a:gd name="T50" fmla="*/ 18 w 82"/>
                  <a:gd name="T51" fmla="*/ 68 h 89"/>
                  <a:gd name="T52" fmla="*/ 24 w 82"/>
                  <a:gd name="T53" fmla="*/ 13 h 89"/>
                  <a:gd name="T54" fmla="*/ 26 w 82"/>
                  <a:gd name="T55" fmla="*/ 13 h 89"/>
                  <a:gd name="T56" fmla="*/ 44 w 82"/>
                  <a:gd name="T57" fmla="*/ 11 h 89"/>
                  <a:gd name="T58" fmla="*/ 62 w 82"/>
                  <a:gd name="T59" fmla="*/ 17 h 89"/>
                  <a:gd name="T60" fmla="*/ 68 w 82"/>
                  <a:gd name="T61" fmla="*/ 32 h 89"/>
                  <a:gd name="T62" fmla="*/ 59 w 82"/>
                  <a:gd name="T63" fmla="*/ 54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2" h="89">
                    <a:moveTo>
                      <a:pt x="46" y="0"/>
                    </a:moveTo>
                    <a:cubicBezTo>
                      <a:pt x="43" y="0"/>
                      <a:pt x="38" y="0"/>
                      <a:pt x="33" y="0"/>
                    </a:cubicBezTo>
                    <a:cubicBezTo>
                      <a:pt x="27" y="1"/>
                      <a:pt x="22" y="1"/>
                      <a:pt x="18" y="1"/>
                    </a:cubicBezTo>
                    <a:cubicBezTo>
                      <a:pt x="11" y="1"/>
                      <a:pt x="11" y="1"/>
                      <a:pt x="11" y="1"/>
                    </a:cubicBezTo>
                    <a:cubicBezTo>
                      <a:pt x="9" y="1"/>
                      <a:pt x="7" y="2"/>
                      <a:pt x="5" y="3"/>
                    </a:cubicBezTo>
                    <a:cubicBezTo>
                      <a:pt x="4" y="5"/>
                      <a:pt x="3" y="7"/>
                      <a:pt x="3" y="9"/>
                    </a:cubicBezTo>
                    <a:cubicBezTo>
                      <a:pt x="3" y="11"/>
                      <a:pt x="5" y="13"/>
                      <a:pt x="9" y="14"/>
                    </a:cubicBezTo>
                    <a:cubicBezTo>
                      <a:pt x="10" y="14"/>
                      <a:pt x="10" y="15"/>
                      <a:pt x="10" y="15"/>
                    </a:cubicBezTo>
                    <a:cubicBezTo>
                      <a:pt x="10" y="17"/>
                      <a:pt x="10" y="19"/>
                      <a:pt x="9" y="22"/>
                    </a:cubicBezTo>
                    <a:cubicBezTo>
                      <a:pt x="6" y="37"/>
                      <a:pt x="5" y="51"/>
                      <a:pt x="4" y="65"/>
                    </a:cubicBezTo>
                    <a:cubicBezTo>
                      <a:pt x="4" y="70"/>
                      <a:pt x="3" y="73"/>
                      <a:pt x="3" y="75"/>
                    </a:cubicBezTo>
                    <a:cubicBezTo>
                      <a:pt x="2" y="78"/>
                      <a:pt x="2" y="78"/>
                      <a:pt x="2" y="78"/>
                    </a:cubicBezTo>
                    <a:cubicBezTo>
                      <a:pt x="1" y="80"/>
                      <a:pt x="0" y="81"/>
                      <a:pt x="0" y="82"/>
                    </a:cubicBezTo>
                    <a:cubicBezTo>
                      <a:pt x="0" y="83"/>
                      <a:pt x="1" y="85"/>
                      <a:pt x="3" y="86"/>
                    </a:cubicBezTo>
                    <a:cubicBezTo>
                      <a:pt x="4" y="88"/>
                      <a:pt x="6" y="89"/>
                      <a:pt x="8" y="89"/>
                    </a:cubicBezTo>
                    <a:cubicBezTo>
                      <a:pt x="11" y="89"/>
                      <a:pt x="13" y="88"/>
                      <a:pt x="16" y="87"/>
                    </a:cubicBezTo>
                    <a:cubicBezTo>
                      <a:pt x="18" y="85"/>
                      <a:pt x="20" y="84"/>
                      <a:pt x="21" y="84"/>
                    </a:cubicBezTo>
                    <a:cubicBezTo>
                      <a:pt x="23" y="83"/>
                      <a:pt x="26" y="82"/>
                      <a:pt x="29" y="81"/>
                    </a:cubicBezTo>
                    <a:cubicBezTo>
                      <a:pt x="44" y="78"/>
                      <a:pt x="57" y="72"/>
                      <a:pt x="67" y="63"/>
                    </a:cubicBezTo>
                    <a:cubicBezTo>
                      <a:pt x="77" y="54"/>
                      <a:pt x="82" y="44"/>
                      <a:pt x="82" y="33"/>
                    </a:cubicBezTo>
                    <a:cubicBezTo>
                      <a:pt x="82" y="23"/>
                      <a:pt x="79" y="15"/>
                      <a:pt x="72" y="9"/>
                    </a:cubicBezTo>
                    <a:cubicBezTo>
                      <a:pt x="66" y="3"/>
                      <a:pt x="57" y="0"/>
                      <a:pt x="46" y="0"/>
                    </a:cubicBezTo>
                    <a:close/>
                    <a:moveTo>
                      <a:pt x="59" y="54"/>
                    </a:moveTo>
                    <a:cubicBezTo>
                      <a:pt x="53" y="60"/>
                      <a:pt x="45" y="64"/>
                      <a:pt x="36" y="67"/>
                    </a:cubicBezTo>
                    <a:cubicBezTo>
                      <a:pt x="26" y="70"/>
                      <a:pt x="20" y="72"/>
                      <a:pt x="18" y="72"/>
                    </a:cubicBezTo>
                    <a:cubicBezTo>
                      <a:pt x="18" y="71"/>
                      <a:pt x="18" y="70"/>
                      <a:pt x="18" y="68"/>
                    </a:cubicBezTo>
                    <a:cubicBezTo>
                      <a:pt x="18" y="57"/>
                      <a:pt x="20" y="39"/>
                      <a:pt x="24" y="13"/>
                    </a:cubicBezTo>
                    <a:cubicBezTo>
                      <a:pt x="25" y="13"/>
                      <a:pt x="25" y="13"/>
                      <a:pt x="26" y="13"/>
                    </a:cubicBezTo>
                    <a:cubicBezTo>
                      <a:pt x="33" y="12"/>
                      <a:pt x="39" y="11"/>
                      <a:pt x="44" y="11"/>
                    </a:cubicBezTo>
                    <a:cubicBezTo>
                      <a:pt x="51" y="11"/>
                      <a:pt x="57" y="13"/>
                      <a:pt x="62" y="17"/>
                    </a:cubicBezTo>
                    <a:cubicBezTo>
                      <a:pt x="66" y="21"/>
                      <a:pt x="68" y="26"/>
                      <a:pt x="68" y="32"/>
                    </a:cubicBezTo>
                    <a:cubicBezTo>
                      <a:pt x="68" y="40"/>
                      <a:pt x="65" y="47"/>
                      <a:pt x="59"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514"/>
              <p:cNvSpPr>
                <a:spLocks noEditPoints="1"/>
              </p:cNvSpPr>
              <p:nvPr/>
            </p:nvSpPr>
            <p:spPr bwMode="auto">
              <a:xfrm>
                <a:off x="1970088" y="6362700"/>
                <a:ext cx="73025" cy="85725"/>
              </a:xfrm>
              <a:custGeom>
                <a:avLst/>
                <a:gdLst>
                  <a:gd name="T0" fmla="*/ 35 w 57"/>
                  <a:gd name="T1" fmla="*/ 0 h 66"/>
                  <a:gd name="T2" fmla="*/ 10 w 57"/>
                  <a:gd name="T3" fmla="*/ 15 h 66"/>
                  <a:gd name="T4" fmla="*/ 0 w 57"/>
                  <a:gd name="T5" fmla="*/ 44 h 66"/>
                  <a:gd name="T6" fmla="*/ 6 w 57"/>
                  <a:gd name="T7" fmla="*/ 60 h 66"/>
                  <a:gd name="T8" fmla="*/ 20 w 57"/>
                  <a:gd name="T9" fmla="*/ 66 h 66"/>
                  <a:gd name="T10" fmla="*/ 41 w 57"/>
                  <a:gd name="T11" fmla="*/ 57 h 66"/>
                  <a:gd name="T12" fmla="*/ 56 w 57"/>
                  <a:gd name="T13" fmla="*/ 34 h 66"/>
                  <a:gd name="T14" fmla="*/ 56 w 57"/>
                  <a:gd name="T15" fmla="*/ 34 h 66"/>
                  <a:gd name="T16" fmla="*/ 57 w 57"/>
                  <a:gd name="T17" fmla="*/ 25 h 66"/>
                  <a:gd name="T18" fmla="*/ 51 w 57"/>
                  <a:gd name="T19" fmla="*/ 8 h 66"/>
                  <a:gd name="T20" fmla="*/ 35 w 57"/>
                  <a:gd name="T21" fmla="*/ 0 h 66"/>
                  <a:gd name="T22" fmla="*/ 36 w 57"/>
                  <a:gd name="T23" fmla="*/ 45 h 66"/>
                  <a:gd name="T24" fmla="*/ 21 w 57"/>
                  <a:gd name="T25" fmla="*/ 54 h 66"/>
                  <a:gd name="T26" fmla="*/ 16 w 57"/>
                  <a:gd name="T27" fmla="*/ 51 h 66"/>
                  <a:gd name="T28" fmla="*/ 14 w 57"/>
                  <a:gd name="T29" fmla="*/ 43 h 66"/>
                  <a:gd name="T30" fmla="*/ 18 w 57"/>
                  <a:gd name="T31" fmla="*/ 27 h 66"/>
                  <a:gd name="T32" fmla="*/ 26 w 57"/>
                  <a:gd name="T33" fmla="*/ 15 h 66"/>
                  <a:gd name="T34" fmla="*/ 26 w 57"/>
                  <a:gd name="T35" fmla="*/ 15 h 66"/>
                  <a:gd name="T36" fmla="*/ 34 w 57"/>
                  <a:gd name="T37" fmla="*/ 13 h 66"/>
                  <a:gd name="T38" fmla="*/ 41 w 57"/>
                  <a:gd name="T39" fmla="*/ 16 h 66"/>
                  <a:gd name="T40" fmla="*/ 43 w 57"/>
                  <a:gd name="T41" fmla="*/ 26 h 66"/>
                  <a:gd name="T42" fmla="*/ 36 w 57"/>
                  <a:gd name="T43" fmla="*/ 4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 h="66">
                    <a:moveTo>
                      <a:pt x="35" y="0"/>
                    </a:moveTo>
                    <a:cubicBezTo>
                      <a:pt x="25" y="0"/>
                      <a:pt x="17" y="5"/>
                      <a:pt x="10" y="15"/>
                    </a:cubicBezTo>
                    <a:cubicBezTo>
                      <a:pt x="3" y="24"/>
                      <a:pt x="0" y="34"/>
                      <a:pt x="0" y="44"/>
                    </a:cubicBezTo>
                    <a:cubicBezTo>
                      <a:pt x="0" y="50"/>
                      <a:pt x="2" y="55"/>
                      <a:pt x="6" y="60"/>
                    </a:cubicBezTo>
                    <a:cubicBezTo>
                      <a:pt x="9" y="64"/>
                      <a:pt x="14" y="66"/>
                      <a:pt x="20" y="66"/>
                    </a:cubicBezTo>
                    <a:cubicBezTo>
                      <a:pt x="27" y="66"/>
                      <a:pt x="34" y="63"/>
                      <a:pt x="41" y="57"/>
                    </a:cubicBezTo>
                    <a:cubicBezTo>
                      <a:pt x="49" y="50"/>
                      <a:pt x="54" y="43"/>
                      <a:pt x="56" y="34"/>
                    </a:cubicBezTo>
                    <a:cubicBezTo>
                      <a:pt x="56" y="34"/>
                      <a:pt x="56" y="34"/>
                      <a:pt x="56" y="34"/>
                    </a:cubicBezTo>
                    <a:cubicBezTo>
                      <a:pt x="57" y="31"/>
                      <a:pt x="57" y="28"/>
                      <a:pt x="57" y="25"/>
                    </a:cubicBezTo>
                    <a:cubicBezTo>
                      <a:pt x="57" y="18"/>
                      <a:pt x="55" y="12"/>
                      <a:pt x="51" y="8"/>
                    </a:cubicBezTo>
                    <a:cubicBezTo>
                      <a:pt x="47" y="3"/>
                      <a:pt x="42" y="0"/>
                      <a:pt x="35" y="0"/>
                    </a:cubicBezTo>
                    <a:close/>
                    <a:moveTo>
                      <a:pt x="36" y="45"/>
                    </a:moveTo>
                    <a:cubicBezTo>
                      <a:pt x="30" y="51"/>
                      <a:pt x="25" y="54"/>
                      <a:pt x="21" y="54"/>
                    </a:cubicBezTo>
                    <a:cubicBezTo>
                      <a:pt x="19" y="54"/>
                      <a:pt x="17" y="53"/>
                      <a:pt x="16" y="51"/>
                    </a:cubicBezTo>
                    <a:cubicBezTo>
                      <a:pt x="15" y="49"/>
                      <a:pt x="14" y="46"/>
                      <a:pt x="14" y="43"/>
                    </a:cubicBezTo>
                    <a:cubicBezTo>
                      <a:pt x="14" y="37"/>
                      <a:pt x="15" y="32"/>
                      <a:pt x="18" y="27"/>
                    </a:cubicBezTo>
                    <a:cubicBezTo>
                      <a:pt x="21" y="22"/>
                      <a:pt x="23" y="18"/>
                      <a:pt x="26" y="15"/>
                    </a:cubicBezTo>
                    <a:cubicBezTo>
                      <a:pt x="26" y="15"/>
                      <a:pt x="26" y="15"/>
                      <a:pt x="26" y="15"/>
                    </a:cubicBezTo>
                    <a:cubicBezTo>
                      <a:pt x="28" y="13"/>
                      <a:pt x="31" y="13"/>
                      <a:pt x="34" y="13"/>
                    </a:cubicBezTo>
                    <a:cubicBezTo>
                      <a:pt x="37" y="13"/>
                      <a:pt x="39" y="14"/>
                      <a:pt x="41" y="16"/>
                    </a:cubicBezTo>
                    <a:cubicBezTo>
                      <a:pt x="43" y="19"/>
                      <a:pt x="43" y="22"/>
                      <a:pt x="43" y="26"/>
                    </a:cubicBezTo>
                    <a:cubicBezTo>
                      <a:pt x="43" y="33"/>
                      <a:pt x="41" y="40"/>
                      <a:pt x="3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515"/>
              <p:cNvSpPr>
                <a:spLocks/>
              </p:cNvSpPr>
              <p:nvPr/>
            </p:nvSpPr>
            <p:spPr bwMode="auto">
              <a:xfrm>
                <a:off x="2055813" y="6369050"/>
                <a:ext cx="95250" cy="76200"/>
              </a:xfrm>
              <a:custGeom>
                <a:avLst/>
                <a:gdLst>
                  <a:gd name="T0" fmla="*/ 70 w 73"/>
                  <a:gd name="T1" fmla="*/ 44 h 60"/>
                  <a:gd name="T2" fmla="*/ 67 w 73"/>
                  <a:gd name="T3" fmla="*/ 44 h 60"/>
                  <a:gd name="T4" fmla="*/ 64 w 73"/>
                  <a:gd name="T5" fmla="*/ 45 h 60"/>
                  <a:gd name="T6" fmla="*/ 58 w 73"/>
                  <a:gd name="T7" fmla="*/ 23 h 60"/>
                  <a:gd name="T8" fmla="*/ 43 w 73"/>
                  <a:gd name="T9" fmla="*/ 2 h 60"/>
                  <a:gd name="T10" fmla="*/ 15 w 73"/>
                  <a:gd name="T11" fmla="*/ 32 h 60"/>
                  <a:gd name="T12" fmla="*/ 18 w 73"/>
                  <a:gd name="T13" fmla="*/ 10 h 60"/>
                  <a:gd name="T14" fmla="*/ 16 w 73"/>
                  <a:gd name="T15" fmla="*/ 1 h 60"/>
                  <a:gd name="T16" fmla="*/ 11 w 73"/>
                  <a:gd name="T17" fmla="*/ 0 h 60"/>
                  <a:gd name="T18" fmla="*/ 6 w 73"/>
                  <a:gd name="T19" fmla="*/ 3 h 60"/>
                  <a:gd name="T20" fmla="*/ 4 w 73"/>
                  <a:gd name="T21" fmla="*/ 9 h 60"/>
                  <a:gd name="T22" fmla="*/ 1 w 73"/>
                  <a:gd name="T23" fmla="*/ 39 h 60"/>
                  <a:gd name="T24" fmla="*/ 0 w 73"/>
                  <a:gd name="T25" fmla="*/ 52 h 60"/>
                  <a:gd name="T26" fmla="*/ 8 w 73"/>
                  <a:gd name="T27" fmla="*/ 60 h 60"/>
                  <a:gd name="T28" fmla="*/ 11 w 73"/>
                  <a:gd name="T29" fmla="*/ 58 h 60"/>
                  <a:gd name="T30" fmla="*/ 13 w 73"/>
                  <a:gd name="T31" fmla="*/ 55 h 60"/>
                  <a:gd name="T32" fmla="*/ 26 w 73"/>
                  <a:gd name="T33" fmla="*/ 32 h 60"/>
                  <a:gd name="T34" fmla="*/ 40 w 73"/>
                  <a:gd name="T35" fmla="*/ 16 h 60"/>
                  <a:gd name="T36" fmla="*/ 46 w 73"/>
                  <a:gd name="T37" fmla="*/ 31 h 60"/>
                  <a:gd name="T38" fmla="*/ 50 w 73"/>
                  <a:gd name="T39" fmla="*/ 51 h 60"/>
                  <a:gd name="T40" fmla="*/ 50 w 73"/>
                  <a:gd name="T41" fmla="*/ 51 h 60"/>
                  <a:gd name="T42" fmla="*/ 59 w 73"/>
                  <a:gd name="T43" fmla="*/ 57 h 60"/>
                  <a:gd name="T44" fmla="*/ 69 w 73"/>
                  <a:gd name="T45" fmla="*/ 53 h 60"/>
                  <a:gd name="T46" fmla="*/ 73 w 73"/>
                  <a:gd name="T47" fmla="*/ 47 h 60"/>
                  <a:gd name="T48" fmla="*/ 70 w 73"/>
                  <a:gd name="T49" fmla="*/ 4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3" h="60">
                    <a:moveTo>
                      <a:pt x="70" y="44"/>
                    </a:moveTo>
                    <a:cubicBezTo>
                      <a:pt x="69" y="44"/>
                      <a:pt x="68" y="44"/>
                      <a:pt x="67" y="44"/>
                    </a:cubicBezTo>
                    <a:cubicBezTo>
                      <a:pt x="66" y="45"/>
                      <a:pt x="65" y="45"/>
                      <a:pt x="64" y="45"/>
                    </a:cubicBezTo>
                    <a:cubicBezTo>
                      <a:pt x="62" y="45"/>
                      <a:pt x="60" y="38"/>
                      <a:pt x="58" y="23"/>
                    </a:cubicBezTo>
                    <a:cubicBezTo>
                      <a:pt x="57" y="9"/>
                      <a:pt x="52" y="2"/>
                      <a:pt x="43" y="2"/>
                    </a:cubicBezTo>
                    <a:cubicBezTo>
                      <a:pt x="32" y="2"/>
                      <a:pt x="23" y="12"/>
                      <a:pt x="15" y="32"/>
                    </a:cubicBezTo>
                    <a:cubicBezTo>
                      <a:pt x="17" y="21"/>
                      <a:pt x="18" y="14"/>
                      <a:pt x="18" y="10"/>
                    </a:cubicBezTo>
                    <a:cubicBezTo>
                      <a:pt x="18" y="6"/>
                      <a:pt x="17" y="3"/>
                      <a:pt x="16" y="1"/>
                    </a:cubicBezTo>
                    <a:cubicBezTo>
                      <a:pt x="15" y="0"/>
                      <a:pt x="13" y="0"/>
                      <a:pt x="11" y="0"/>
                    </a:cubicBezTo>
                    <a:cubicBezTo>
                      <a:pt x="9" y="0"/>
                      <a:pt x="8" y="1"/>
                      <a:pt x="6" y="3"/>
                    </a:cubicBezTo>
                    <a:cubicBezTo>
                      <a:pt x="4" y="5"/>
                      <a:pt x="4" y="7"/>
                      <a:pt x="4" y="9"/>
                    </a:cubicBezTo>
                    <a:cubicBezTo>
                      <a:pt x="4" y="21"/>
                      <a:pt x="3" y="31"/>
                      <a:pt x="1" y="39"/>
                    </a:cubicBezTo>
                    <a:cubicBezTo>
                      <a:pt x="0" y="46"/>
                      <a:pt x="0" y="50"/>
                      <a:pt x="0" y="52"/>
                    </a:cubicBezTo>
                    <a:cubicBezTo>
                      <a:pt x="0" y="57"/>
                      <a:pt x="3" y="60"/>
                      <a:pt x="8" y="60"/>
                    </a:cubicBezTo>
                    <a:cubicBezTo>
                      <a:pt x="9" y="60"/>
                      <a:pt x="10" y="59"/>
                      <a:pt x="11" y="58"/>
                    </a:cubicBezTo>
                    <a:cubicBezTo>
                      <a:pt x="12" y="57"/>
                      <a:pt x="13" y="56"/>
                      <a:pt x="13" y="55"/>
                    </a:cubicBezTo>
                    <a:cubicBezTo>
                      <a:pt x="15" y="50"/>
                      <a:pt x="19" y="42"/>
                      <a:pt x="26" y="32"/>
                    </a:cubicBezTo>
                    <a:cubicBezTo>
                      <a:pt x="33" y="22"/>
                      <a:pt x="37" y="16"/>
                      <a:pt x="40" y="16"/>
                    </a:cubicBezTo>
                    <a:cubicBezTo>
                      <a:pt x="43" y="16"/>
                      <a:pt x="45" y="21"/>
                      <a:pt x="46" y="31"/>
                    </a:cubicBezTo>
                    <a:cubicBezTo>
                      <a:pt x="47" y="41"/>
                      <a:pt x="48" y="47"/>
                      <a:pt x="50" y="51"/>
                    </a:cubicBezTo>
                    <a:cubicBezTo>
                      <a:pt x="50" y="51"/>
                      <a:pt x="50" y="51"/>
                      <a:pt x="50" y="51"/>
                    </a:cubicBezTo>
                    <a:cubicBezTo>
                      <a:pt x="52" y="55"/>
                      <a:pt x="55" y="57"/>
                      <a:pt x="59" y="57"/>
                    </a:cubicBezTo>
                    <a:cubicBezTo>
                      <a:pt x="63" y="57"/>
                      <a:pt x="67" y="55"/>
                      <a:pt x="69" y="53"/>
                    </a:cubicBezTo>
                    <a:cubicBezTo>
                      <a:pt x="72" y="51"/>
                      <a:pt x="73" y="49"/>
                      <a:pt x="73" y="47"/>
                    </a:cubicBezTo>
                    <a:cubicBezTo>
                      <a:pt x="73" y="45"/>
                      <a:pt x="72" y="44"/>
                      <a:pt x="70"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516"/>
              <p:cNvSpPr>
                <a:spLocks/>
              </p:cNvSpPr>
              <p:nvPr/>
            </p:nvSpPr>
            <p:spPr bwMode="auto">
              <a:xfrm>
                <a:off x="2157413" y="6324600"/>
                <a:ext cx="26988" cy="50800"/>
              </a:xfrm>
              <a:custGeom>
                <a:avLst/>
                <a:gdLst>
                  <a:gd name="T0" fmla="*/ 17 w 20"/>
                  <a:gd name="T1" fmla="*/ 7 h 40"/>
                  <a:gd name="T2" fmla="*/ 17 w 20"/>
                  <a:gd name="T3" fmla="*/ 6 h 40"/>
                  <a:gd name="T4" fmla="*/ 9 w 20"/>
                  <a:gd name="T5" fmla="*/ 0 h 40"/>
                  <a:gd name="T6" fmla="*/ 4 w 20"/>
                  <a:gd name="T7" fmla="*/ 1 h 40"/>
                  <a:gd name="T8" fmla="*/ 1 w 20"/>
                  <a:gd name="T9" fmla="*/ 3 h 40"/>
                  <a:gd name="T10" fmla="*/ 1 w 20"/>
                  <a:gd name="T11" fmla="*/ 6 h 40"/>
                  <a:gd name="T12" fmla="*/ 1 w 20"/>
                  <a:gd name="T13" fmla="*/ 9 h 40"/>
                  <a:gd name="T14" fmla="*/ 4 w 20"/>
                  <a:gd name="T15" fmla="*/ 13 h 40"/>
                  <a:gd name="T16" fmla="*/ 8 w 20"/>
                  <a:gd name="T17" fmla="*/ 18 h 40"/>
                  <a:gd name="T18" fmla="*/ 3 w 20"/>
                  <a:gd name="T19" fmla="*/ 29 h 40"/>
                  <a:gd name="T20" fmla="*/ 1 w 20"/>
                  <a:gd name="T21" fmla="*/ 32 h 40"/>
                  <a:gd name="T22" fmla="*/ 0 w 20"/>
                  <a:gd name="T23" fmla="*/ 35 h 40"/>
                  <a:gd name="T24" fmla="*/ 2 w 20"/>
                  <a:gd name="T25" fmla="*/ 39 h 40"/>
                  <a:gd name="T26" fmla="*/ 7 w 20"/>
                  <a:gd name="T27" fmla="*/ 40 h 40"/>
                  <a:gd name="T28" fmla="*/ 14 w 20"/>
                  <a:gd name="T29" fmla="*/ 35 h 40"/>
                  <a:gd name="T30" fmla="*/ 14 w 20"/>
                  <a:gd name="T31" fmla="*/ 35 h 40"/>
                  <a:gd name="T32" fmla="*/ 18 w 20"/>
                  <a:gd name="T33" fmla="*/ 24 h 40"/>
                  <a:gd name="T34" fmla="*/ 18 w 20"/>
                  <a:gd name="T35" fmla="*/ 24 h 40"/>
                  <a:gd name="T36" fmla="*/ 20 w 20"/>
                  <a:gd name="T37" fmla="*/ 15 h 40"/>
                  <a:gd name="T38" fmla="*/ 20 w 20"/>
                  <a:gd name="T39" fmla="*/ 15 h 40"/>
                  <a:gd name="T40" fmla="*/ 19 w 20"/>
                  <a:gd name="T41" fmla="*/ 11 h 40"/>
                  <a:gd name="T42" fmla="*/ 17 w 20"/>
                  <a:gd name="T43" fmla="*/ 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40">
                    <a:moveTo>
                      <a:pt x="17" y="7"/>
                    </a:moveTo>
                    <a:cubicBezTo>
                      <a:pt x="17" y="6"/>
                      <a:pt x="17" y="6"/>
                      <a:pt x="17" y="6"/>
                    </a:cubicBezTo>
                    <a:cubicBezTo>
                      <a:pt x="13" y="2"/>
                      <a:pt x="10" y="0"/>
                      <a:pt x="9" y="0"/>
                    </a:cubicBezTo>
                    <a:cubicBezTo>
                      <a:pt x="7" y="0"/>
                      <a:pt x="6" y="0"/>
                      <a:pt x="4" y="1"/>
                    </a:cubicBezTo>
                    <a:cubicBezTo>
                      <a:pt x="2" y="2"/>
                      <a:pt x="1" y="3"/>
                      <a:pt x="1" y="3"/>
                    </a:cubicBezTo>
                    <a:cubicBezTo>
                      <a:pt x="1" y="4"/>
                      <a:pt x="1" y="5"/>
                      <a:pt x="1" y="6"/>
                    </a:cubicBezTo>
                    <a:cubicBezTo>
                      <a:pt x="1" y="9"/>
                      <a:pt x="1" y="9"/>
                      <a:pt x="1" y="9"/>
                    </a:cubicBezTo>
                    <a:cubicBezTo>
                      <a:pt x="1" y="10"/>
                      <a:pt x="2" y="11"/>
                      <a:pt x="4" y="13"/>
                    </a:cubicBezTo>
                    <a:cubicBezTo>
                      <a:pt x="7" y="15"/>
                      <a:pt x="8" y="17"/>
                      <a:pt x="8" y="18"/>
                    </a:cubicBezTo>
                    <a:cubicBezTo>
                      <a:pt x="8" y="23"/>
                      <a:pt x="6" y="26"/>
                      <a:pt x="3" y="29"/>
                    </a:cubicBezTo>
                    <a:cubicBezTo>
                      <a:pt x="3" y="30"/>
                      <a:pt x="2" y="31"/>
                      <a:pt x="1" y="32"/>
                    </a:cubicBezTo>
                    <a:cubicBezTo>
                      <a:pt x="1" y="33"/>
                      <a:pt x="0" y="34"/>
                      <a:pt x="0" y="35"/>
                    </a:cubicBezTo>
                    <a:cubicBezTo>
                      <a:pt x="0" y="36"/>
                      <a:pt x="1" y="38"/>
                      <a:pt x="2" y="39"/>
                    </a:cubicBezTo>
                    <a:cubicBezTo>
                      <a:pt x="4" y="40"/>
                      <a:pt x="5" y="40"/>
                      <a:pt x="7" y="40"/>
                    </a:cubicBezTo>
                    <a:cubicBezTo>
                      <a:pt x="10" y="40"/>
                      <a:pt x="12" y="38"/>
                      <a:pt x="14" y="35"/>
                    </a:cubicBezTo>
                    <a:cubicBezTo>
                      <a:pt x="14" y="35"/>
                      <a:pt x="14" y="35"/>
                      <a:pt x="14" y="35"/>
                    </a:cubicBezTo>
                    <a:cubicBezTo>
                      <a:pt x="16" y="32"/>
                      <a:pt x="17" y="28"/>
                      <a:pt x="18" y="24"/>
                    </a:cubicBezTo>
                    <a:cubicBezTo>
                      <a:pt x="18" y="24"/>
                      <a:pt x="18" y="24"/>
                      <a:pt x="18" y="24"/>
                    </a:cubicBezTo>
                    <a:cubicBezTo>
                      <a:pt x="20" y="20"/>
                      <a:pt x="20" y="17"/>
                      <a:pt x="20" y="15"/>
                    </a:cubicBezTo>
                    <a:cubicBezTo>
                      <a:pt x="20" y="15"/>
                      <a:pt x="20" y="15"/>
                      <a:pt x="20" y="15"/>
                    </a:cubicBezTo>
                    <a:cubicBezTo>
                      <a:pt x="20" y="13"/>
                      <a:pt x="20" y="12"/>
                      <a:pt x="19" y="11"/>
                    </a:cubicBezTo>
                    <a:cubicBezTo>
                      <a:pt x="19" y="10"/>
                      <a:pt x="19" y="8"/>
                      <a:pt x="17"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517"/>
              <p:cNvSpPr>
                <a:spLocks/>
              </p:cNvSpPr>
              <p:nvPr/>
            </p:nvSpPr>
            <p:spPr bwMode="auto">
              <a:xfrm>
                <a:off x="2187575" y="6335713"/>
                <a:ext cx="74613" cy="112713"/>
              </a:xfrm>
              <a:custGeom>
                <a:avLst/>
                <a:gdLst>
                  <a:gd name="T0" fmla="*/ 53 w 58"/>
                  <a:gd name="T1" fmla="*/ 23 h 87"/>
                  <a:gd name="T2" fmla="*/ 33 w 58"/>
                  <a:gd name="T3" fmla="*/ 24 h 87"/>
                  <a:gd name="T4" fmla="*/ 38 w 58"/>
                  <a:gd name="T5" fmla="*/ 7 h 87"/>
                  <a:gd name="T6" fmla="*/ 36 w 58"/>
                  <a:gd name="T7" fmla="*/ 2 h 87"/>
                  <a:gd name="T8" fmla="*/ 31 w 58"/>
                  <a:gd name="T9" fmla="*/ 0 h 87"/>
                  <a:gd name="T10" fmla="*/ 23 w 58"/>
                  <a:gd name="T11" fmla="*/ 7 h 87"/>
                  <a:gd name="T12" fmla="*/ 18 w 58"/>
                  <a:gd name="T13" fmla="*/ 26 h 87"/>
                  <a:gd name="T14" fmla="*/ 6 w 58"/>
                  <a:gd name="T15" fmla="*/ 26 h 87"/>
                  <a:gd name="T16" fmla="*/ 0 w 58"/>
                  <a:gd name="T17" fmla="*/ 31 h 87"/>
                  <a:gd name="T18" fmla="*/ 3 w 58"/>
                  <a:gd name="T19" fmla="*/ 37 h 87"/>
                  <a:gd name="T20" fmla="*/ 9 w 58"/>
                  <a:gd name="T21" fmla="*/ 38 h 87"/>
                  <a:gd name="T22" fmla="*/ 10 w 58"/>
                  <a:gd name="T23" fmla="*/ 38 h 87"/>
                  <a:gd name="T24" fmla="*/ 15 w 58"/>
                  <a:gd name="T25" fmla="*/ 38 h 87"/>
                  <a:gd name="T26" fmla="*/ 9 w 58"/>
                  <a:gd name="T27" fmla="*/ 69 h 87"/>
                  <a:gd name="T28" fmla="*/ 13 w 58"/>
                  <a:gd name="T29" fmla="*/ 82 h 87"/>
                  <a:gd name="T30" fmla="*/ 25 w 58"/>
                  <a:gd name="T31" fmla="*/ 87 h 87"/>
                  <a:gd name="T32" fmla="*/ 42 w 58"/>
                  <a:gd name="T33" fmla="*/ 80 h 87"/>
                  <a:gd name="T34" fmla="*/ 50 w 58"/>
                  <a:gd name="T35" fmla="*/ 69 h 87"/>
                  <a:gd name="T36" fmla="*/ 49 w 58"/>
                  <a:gd name="T37" fmla="*/ 66 h 87"/>
                  <a:gd name="T38" fmla="*/ 47 w 58"/>
                  <a:gd name="T39" fmla="*/ 65 h 87"/>
                  <a:gd name="T40" fmla="*/ 42 w 58"/>
                  <a:gd name="T41" fmla="*/ 68 h 87"/>
                  <a:gd name="T42" fmla="*/ 34 w 58"/>
                  <a:gd name="T43" fmla="*/ 73 h 87"/>
                  <a:gd name="T44" fmla="*/ 28 w 58"/>
                  <a:gd name="T45" fmla="*/ 74 h 87"/>
                  <a:gd name="T46" fmla="*/ 24 w 58"/>
                  <a:gd name="T47" fmla="*/ 72 h 87"/>
                  <a:gd name="T48" fmla="*/ 23 w 58"/>
                  <a:gd name="T49" fmla="*/ 66 h 87"/>
                  <a:gd name="T50" fmla="*/ 26 w 58"/>
                  <a:gd name="T51" fmla="*/ 50 h 87"/>
                  <a:gd name="T52" fmla="*/ 29 w 58"/>
                  <a:gd name="T53" fmla="*/ 37 h 87"/>
                  <a:gd name="T54" fmla="*/ 49 w 58"/>
                  <a:gd name="T55" fmla="*/ 34 h 87"/>
                  <a:gd name="T56" fmla="*/ 58 w 58"/>
                  <a:gd name="T57" fmla="*/ 27 h 87"/>
                  <a:gd name="T58" fmla="*/ 57 w 58"/>
                  <a:gd name="T59" fmla="*/ 24 h 87"/>
                  <a:gd name="T60" fmla="*/ 53 w 58"/>
                  <a:gd name="T61" fmla="*/ 2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8" h="87">
                    <a:moveTo>
                      <a:pt x="53" y="23"/>
                    </a:moveTo>
                    <a:cubicBezTo>
                      <a:pt x="52" y="23"/>
                      <a:pt x="45" y="23"/>
                      <a:pt x="33" y="24"/>
                    </a:cubicBezTo>
                    <a:cubicBezTo>
                      <a:pt x="36" y="13"/>
                      <a:pt x="38" y="7"/>
                      <a:pt x="38" y="7"/>
                    </a:cubicBezTo>
                    <a:cubicBezTo>
                      <a:pt x="38" y="5"/>
                      <a:pt x="37" y="4"/>
                      <a:pt x="36" y="2"/>
                    </a:cubicBezTo>
                    <a:cubicBezTo>
                      <a:pt x="35" y="1"/>
                      <a:pt x="33" y="0"/>
                      <a:pt x="31" y="0"/>
                    </a:cubicBezTo>
                    <a:cubicBezTo>
                      <a:pt x="27" y="0"/>
                      <a:pt x="25" y="3"/>
                      <a:pt x="23" y="7"/>
                    </a:cubicBezTo>
                    <a:cubicBezTo>
                      <a:pt x="22" y="15"/>
                      <a:pt x="20" y="21"/>
                      <a:pt x="18" y="26"/>
                    </a:cubicBezTo>
                    <a:cubicBezTo>
                      <a:pt x="6" y="26"/>
                      <a:pt x="6" y="26"/>
                      <a:pt x="6" y="26"/>
                    </a:cubicBezTo>
                    <a:cubicBezTo>
                      <a:pt x="2" y="26"/>
                      <a:pt x="0" y="28"/>
                      <a:pt x="0" y="31"/>
                    </a:cubicBezTo>
                    <a:cubicBezTo>
                      <a:pt x="0" y="34"/>
                      <a:pt x="1" y="35"/>
                      <a:pt x="3" y="37"/>
                    </a:cubicBezTo>
                    <a:cubicBezTo>
                      <a:pt x="5" y="38"/>
                      <a:pt x="7" y="38"/>
                      <a:pt x="9" y="38"/>
                    </a:cubicBezTo>
                    <a:cubicBezTo>
                      <a:pt x="10" y="38"/>
                      <a:pt x="10" y="38"/>
                      <a:pt x="10" y="38"/>
                    </a:cubicBezTo>
                    <a:cubicBezTo>
                      <a:pt x="11" y="38"/>
                      <a:pt x="12" y="38"/>
                      <a:pt x="15" y="38"/>
                    </a:cubicBezTo>
                    <a:cubicBezTo>
                      <a:pt x="11" y="54"/>
                      <a:pt x="9" y="64"/>
                      <a:pt x="9" y="69"/>
                    </a:cubicBezTo>
                    <a:cubicBezTo>
                      <a:pt x="9" y="75"/>
                      <a:pt x="10" y="79"/>
                      <a:pt x="13" y="82"/>
                    </a:cubicBezTo>
                    <a:cubicBezTo>
                      <a:pt x="16" y="85"/>
                      <a:pt x="20" y="87"/>
                      <a:pt x="25" y="87"/>
                    </a:cubicBezTo>
                    <a:cubicBezTo>
                      <a:pt x="31" y="87"/>
                      <a:pt x="37" y="85"/>
                      <a:pt x="42" y="80"/>
                    </a:cubicBezTo>
                    <a:cubicBezTo>
                      <a:pt x="48" y="76"/>
                      <a:pt x="50" y="72"/>
                      <a:pt x="50" y="69"/>
                    </a:cubicBezTo>
                    <a:cubicBezTo>
                      <a:pt x="50" y="68"/>
                      <a:pt x="50" y="67"/>
                      <a:pt x="49" y="66"/>
                    </a:cubicBezTo>
                    <a:cubicBezTo>
                      <a:pt x="49" y="66"/>
                      <a:pt x="48" y="65"/>
                      <a:pt x="47" y="65"/>
                    </a:cubicBezTo>
                    <a:cubicBezTo>
                      <a:pt x="45" y="65"/>
                      <a:pt x="44" y="66"/>
                      <a:pt x="42" y="68"/>
                    </a:cubicBezTo>
                    <a:cubicBezTo>
                      <a:pt x="38" y="71"/>
                      <a:pt x="36" y="72"/>
                      <a:pt x="34" y="73"/>
                    </a:cubicBezTo>
                    <a:cubicBezTo>
                      <a:pt x="32" y="74"/>
                      <a:pt x="30" y="74"/>
                      <a:pt x="28" y="74"/>
                    </a:cubicBezTo>
                    <a:cubicBezTo>
                      <a:pt x="26" y="74"/>
                      <a:pt x="25" y="74"/>
                      <a:pt x="24" y="72"/>
                    </a:cubicBezTo>
                    <a:cubicBezTo>
                      <a:pt x="24" y="71"/>
                      <a:pt x="23" y="69"/>
                      <a:pt x="23" y="66"/>
                    </a:cubicBezTo>
                    <a:cubicBezTo>
                      <a:pt x="23" y="64"/>
                      <a:pt x="24" y="59"/>
                      <a:pt x="26" y="50"/>
                    </a:cubicBezTo>
                    <a:cubicBezTo>
                      <a:pt x="28" y="41"/>
                      <a:pt x="29" y="37"/>
                      <a:pt x="29" y="37"/>
                    </a:cubicBezTo>
                    <a:cubicBezTo>
                      <a:pt x="49" y="34"/>
                      <a:pt x="49" y="34"/>
                      <a:pt x="49" y="34"/>
                    </a:cubicBezTo>
                    <a:cubicBezTo>
                      <a:pt x="55" y="33"/>
                      <a:pt x="58" y="31"/>
                      <a:pt x="58" y="27"/>
                    </a:cubicBezTo>
                    <a:cubicBezTo>
                      <a:pt x="58" y="25"/>
                      <a:pt x="58" y="24"/>
                      <a:pt x="57" y="24"/>
                    </a:cubicBezTo>
                    <a:cubicBezTo>
                      <a:pt x="56" y="23"/>
                      <a:pt x="55" y="23"/>
                      <a:pt x="53"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518"/>
              <p:cNvSpPr>
                <a:spLocks/>
              </p:cNvSpPr>
              <p:nvPr/>
            </p:nvSpPr>
            <p:spPr bwMode="auto">
              <a:xfrm>
                <a:off x="2330450" y="6364288"/>
                <a:ext cx="74613" cy="84138"/>
              </a:xfrm>
              <a:custGeom>
                <a:avLst/>
                <a:gdLst>
                  <a:gd name="T0" fmla="*/ 45 w 58"/>
                  <a:gd name="T1" fmla="*/ 0 h 65"/>
                  <a:gd name="T2" fmla="*/ 29 w 58"/>
                  <a:gd name="T3" fmla="*/ 9 h 65"/>
                  <a:gd name="T4" fmla="*/ 14 w 58"/>
                  <a:gd name="T5" fmla="*/ 32 h 65"/>
                  <a:gd name="T6" fmla="*/ 13 w 58"/>
                  <a:gd name="T7" fmla="*/ 33 h 65"/>
                  <a:gd name="T8" fmla="*/ 14 w 58"/>
                  <a:gd name="T9" fmla="*/ 24 h 65"/>
                  <a:gd name="T10" fmla="*/ 16 w 58"/>
                  <a:gd name="T11" fmla="*/ 17 h 65"/>
                  <a:gd name="T12" fmla="*/ 19 w 58"/>
                  <a:gd name="T13" fmla="*/ 6 h 65"/>
                  <a:gd name="T14" fmla="*/ 17 w 58"/>
                  <a:gd name="T15" fmla="*/ 2 h 65"/>
                  <a:gd name="T16" fmla="*/ 12 w 58"/>
                  <a:gd name="T17" fmla="*/ 0 h 65"/>
                  <a:gd name="T18" fmla="*/ 7 w 58"/>
                  <a:gd name="T19" fmla="*/ 2 h 65"/>
                  <a:gd name="T20" fmla="*/ 4 w 58"/>
                  <a:gd name="T21" fmla="*/ 6 h 65"/>
                  <a:gd name="T22" fmla="*/ 2 w 58"/>
                  <a:gd name="T23" fmla="*/ 14 h 65"/>
                  <a:gd name="T24" fmla="*/ 2 w 58"/>
                  <a:gd name="T25" fmla="*/ 18 h 65"/>
                  <a:gd name="T26" fmla="*/ 1 w 58"/>
                  <a:gd name="T27" fmla="*/ 35 h 65"/>
                  <a:gd name="T28" fmla="*/ 0 w 58"/>
                  <a:gd name="T29" fmla="*/ 46 h 65"/>
                  <a:gd name="T30" fmla="*/ 2 w 58"/>
                  <a:gd name="T31" fmla="*/ 61 h 65"/>
                  <a:gd name="T32" fmla="*/ 8 w 58"/>
                  <a:gd name="T33" fmla="*/ 65 h 65"/>
                  <a:gd name="T34" fmla="*/ 14 w 58"/>
                  <a:gd name="T35" fmla="*/ 63 h 65"/>
                  <a:gd name="T36" fmla="*/ 17 w 58"/>
                  <a:gd name="T37" fmla="*/ 57 h 65"/>
                  <a:gd name="T38" fmla="*/ 29 w 58"/>
                  <a:gd name="T39" fmla="*/ 26 h 65"/>
                  <a:gd name="T40" fmla="*/ 43 w 58"/>
                  <a:gd name="T41" fmla="*/ 13 h 65"/>
                  <a:gd name="T42" fmla="*/ 47 w 58"/>
                  <a:gd name="T43" fmla="*/ 15 h 65"/>
                  <a:gd name="T44" fmla="*/ 53 w 58"/>
                  <a:gd name="T45" fmla="*/ 18 h 65"/>
                  <a:gd name="T46" fmla="*/ 57 w 58"/>
                  <a:gd name="T47" fmla="*/ 16 h 65"/>
                  <a:gd name="T48" fmla="*/ 58 w 58"/>
                  <a:gd name="T49" fmla="*/ 11 h 65"/>
                  <a:gd name="T50" fmla="*/ 54 w 58"/>
                  <a:gd name="T51" fmla="*/ 3 h 65"/>
                  <a:gd name="T52" fmla="*/ 45 w 58"/>
                  <a:gd name="T53"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65">
                    <a:moveTo>
                      <a:pt x="45" y="0"/>
                    </a:moveTo>
                    <a:cubicBezTo>
                      <a:pt x="40" y="0"/>
                      <a:pt x="34" y="3"/>
                      <a:pt x="29" y="9"/>
                    </a:cubicBezTo>
                    <a:cubicBezTo>
                      <a:pt x="24" y="15"/>
                      <a:pt x="19" y="22"/>
                      <a:pt x="14" y="32"/>
                    </a:cubicBezTo>
                    <a:cubicBezTo>
                      <a:pt x="13" y="33"/>
                      <a:pt x="13" y="33"/>
                      <a:pt x="13" y="33"/>
                    </a:cubicBezTo>
                    <a:cubicBezTo>
                      <a:pt x="14" y="24"/>
                      <a:pt x="14" y="24"/>
                      <a:pt x="14" y="24"/>
                    </a:cubicBezTo>
                    <a:cubicBezTo>
                      <a:pt x="15" y="22"/>
                      <a:pt x="15" y="19"/>
                      <a:pt x="16" y="17"/>
                    </a:cubicBezTo>
                    <a:cubicBezTo>
                      <a:pt x="18" y="12"/>
                      <a:pt x="19" y="8"/>
                      <a:pt x="19" y="6"/>
                    </a:cubicBezTo>
                    <a:cubicBezTo>
                      <a:pt x="19" y="5"/>
                      <a:pt x="18" y="3"/>
                      <a:pt x="17" y="2"/>
                    </a:cubicBezTo>
                    <a:cubicBezTo>
                      <a:pt x="16" y="1"/>
                      <a:pt x="14" y="0"/>
                      <a:pt x="12" y="0"/>
                    </a:cubicBezTo>
                    <a:cubicBezTo>
                      <a:pt x="10" y="0"/>
                      <a:pt x="8" y="1"/>
                      <a:pt x="7" y="2"/>
                    </a:cubicBezTo>
                    <a:cubicBezTo>
                      <a:pt x="5" y="3"/>
                      <a:pt x="4" y="5"/>
                      <a:pt x="4" y="6"/>
                    </a:cubicBezTo>
                    <a:cubicBezTo>
                      <a:pt x="3" y="8"/>
                      <a:pt x="3" y="10"/>
                      <a:pt x="2" y="14"/>
                    </a:cubicBezTo>
                    <a:cubicBezTo>
                      <a:pt x="2" y="15"/>
                      <a:pt x="2" y="16"/>
                      <a:pt x="2" y="18"/>
                    </a:cubicBezTo>
                    <a:cubicBezTo>
                      <a:pt x="1" y="25"/>
                      <a:pt x="1" y="30"/>
                      <a:pt x="1" y="35"/>
                    </a:cubicBezTo>
                    <a:cubicBezTo>
                      <a:pt x="1" y="39"/>
                      <a:pt x="0" y="43"/>
                      <a:pt x="0" y="46"/>
                    </a:cubicBezTo>
                    <a:cubicBezTo>
                      <a:pt x="0" y="53"/>
                      <a:pt x="1" y="58"/>
                      <a:pt x="2" y="61"/>
                    </a:cubicBezTo>
                    <a:cubicBezTo>
                      <a:pt x="3" y="64"/>
                      <a:pt x="5" y="65"/>
                      <a:pt x="8" y="65"/>
                    </a:cubicBezTo>
                    <a:cubicBezTo>
                      <a:pt x="10" y="65"/>
                      <a:pt x="12" y="65"/>
                      <a:pt x="14" y="63"/>
                    </a:cubicBezTo>
                    <a:cubicBezTo>
                      <a:pt x="15" y="62"/>
                      <a:pt x="16" y="60"/>
                      <a:pt x="17" y="57"/>
                    </a:cubicBezTo>
                    <a:cubicBezTo>
                      <a:pt x="18" y="45"/>
                      <a:pt x="22" y="35"/>
                      <a:pt x="29" y="26"/>
                    </a:cubicBezTo>
                    <a:cubicBezTo>
                      <a:pt x="36" y="17"/>
                      <a:pt x="41" y="13"/>
                      <a:pt x="43" y="13"/>
                    </a:cubicBezTo>
                    <a:cubicBezTo>
                      <a:pt x="44" y="13"/>
                      <a:pt x="45" y="13"/>
                      <a:pt x="47" y="15"/>
                    </a:cubicBezTo>
                    <a:cubicBezTo>
                      <a:pt x="49" y="17"/>
                      <a:pt x="51" y="18"/>
                      <a:pt x="53" y="18"/>
                    </a:cubicBezTo>
                    <a:cubicBezTo>
                      <a:pt x="55" y="18"/>
                      <a:pt x="56" y="17"/>
                      <a:pt x="57" y="16"/>
                    </a:cubicBezTo>
                    <a:cubicBezTo>
                      <a:pt x="58" y="14"/>
                      <a:pt x="58" y="13"/>
                      <a:pt x="58" y="11"/>
                    </a:cubicBezTo>
                    <a:cubicBezTo>
                      <a:pt x="58" y="8"/>
                      <a:pt x="57" y="5"/>
                      <a:pt x="54" y="3"/>
                    </a:cubicBezTo>
                    <a:cubicBezTo>
                      <a:pt x="52" y="1"/>
                      <a:pt x="49" y="0"/>
                      <a:pt x="4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519"/>
              <p:cNvSpPr>
                <a:spLocks/>
              </p:cNvSpPr>
              <p:nvPr/>
            </p:nvSpPr>
            <p:spPr bwMode="auto">
              <a:xfrm>
                <a:off x="2406650" y="6365875"/>
                <a:ext cx="76200" cy="82550"/>
              </a:xfrm>
              <a:custGeom>
                <a:avLst/>
                <a:gdLst>
                  <a:gd name="T0" fmla="*/ 58 w 60"/>
                  <a:gd name="T1" fmla="*/ 56 h 64"/>
                  <a:gd name="T2" fmla="*/ 53 w 60"/>
                  <a:gd name="T3" fmla="*/ 38 h 64"/>
                  <a:gd name="T4" fmla="*/ 56 w 60"/>
                  <a:gd name="T5" fmla="*/ 14 h 64"/>
                  <a:gd name="T6" fmla="*/ 57 w 60"/>
                  <a:gd name="T7" fmla="*/ 10 h 64"/>
                  <a:gd name="T8" fmla="*/ 51 w 60"/>
                  <a:gd name="T9" fmla="*/ 4 h 64"/>
                  <a:gd name="T10" fmla="*/ 45 w 60"/>
                  <a:gd name="T11" fmla="*/ 7 h 64"/>
                  <a:gd name="T12" fmla="*/ 41 w 60"/>
                  <a:gd name="T13" fmla="*/ 20 h 64"/>
                  <a:gd name="T14" fmla="*/ 30 w 60"/>
                  <a:gd name="T15" fmla="*/ 40 h 64"/>
                  <a:gd name="T16" fmla="*/ 16 w 60"/>
                  <a:gd name="T17" fmla="*/ 49 h 64"/>
                  <a:gd name="T18" fmla="*/ 13 w 60"/>
                  <a:gd name="T19" fmla="*/ 42 h 64"/>
                  <a:gd name="T20" fmla="*/ 15 w 60"/>
                  <a:gd name="T21" fmla="*/ 31 h 64"/>
                  <a:gd name="T22" fmla="*/ 18 w 60"/>
                  <a:gd name="T23" fmla="*/ 18 h 64"/>
                  <a:gd name="T24" fmla="*/ 21 w 60"/>
                  <a:gd name="T25" fmla="*/ 7 h 64"/>
                  <a:gd name="T26" fmla="*/ 19 w 60"/>
                  <a:gd name="T27" fmla="*/ 2 h 64"/>
                  <a:gd name="T28" fmla="*/ 14 w 60"/>
                  <a:gd name="T29" fmla="*/ 0 h 64"/>
                  <a:gd name="T30" fmla="*/ 7 w 60"/>
                  <a:gd name="T31" fmla="*/ 5 h 64"/>
                  <a:gd name="T32" fmla="*/ 4 w 60"/>
                  <a:gd name="T33" fmla="*/ 22 h 64"/>
                  <a:gd name="T34" fmla="*/ 0 w 60"/>
                  <a:gd name="T35" fmla="*/ 43 h 64"/>
                  <a:gd name="T36" fmla="*/ 5 w 60"/>
                  <a:gd name="T37" fmla="*/ 57 h 64"/>
                  <a:gd name="T38" fmla="*/ 14 w 60"/>
                  <a:gd name="T39" fmla="*/ 62 h 64"/>
                  <a:gd name="T40" fmla="*/ 29 w 60"/>
                  <a:gd name="T41" fmla="*/ 56 h 64"/>
                  <a:gd name="T42" fmla="*/ 42 w 60"/>
                  <a:gd name="T43" fmla="*/ 40 h 64"/>
                  <a:gd name="T44" fmla="*/ 44 w 60"/>
                  <a:gd name="T45" fmla="*/ 57 h 64"/>
                  <a:gd name="T46" fmla="*/ 51 w 60"/>
                  <a:gd name="T47" fmla="*/ 64 h 64"/>
                  <a:gd name="T48" fmla="*/ 57 w 60"/>
                  <a:gd name="T49" fmla="*/ 62 h 64"/>
                  <a:gd name="T50" fmla="*/ 60 w 60"/>
                  <a:gd name="T51" fmla="*/ 58 h 64"/>
                  <a:gd name="T52" fmla="*/ 58 w 60"/>
                  <a:gd name="T53" fmla="*/ 56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0" h="64">
                    <a:moveTo>
                      <a:pt x="58" y="56"/>
                    </a:moveTo>
                    <a:cubicBezTo>
                      <a:pt x="55" y="54"/>
                      <a:pt x="53" y="48"/>
                      <a:pt x="53" y="38"/>
                    </a:cubicBezTo>
                    <a:cubicBezTo>
                      <a:pt x="53" y="29"/>
                      <a:pt x="54" y="21"/>
                      <a:pt x="56" y="14"/>
                    </a:cubicBezTo>
                    <a:cubicBezTo>
                      <a:pt x="57" y="12"/>
                      <a:pt x="57" y="11"/>
                      <a:pt x="57" y="10"/>
                    </a:cubicBezTo>
                    <a:cubicBezTo>
                      <a:pt x="57" y="6"/>
                      <a:pt x="55" y="4"/>
                      <a:pt x="51" y="4"/>
                    </a:cubicBezTo>
                    <a:cubicBezTo>
                      <a:pt x="49" y="4"/>
                      <a:pt x="47" y="5"/>
                      <a:pt x="45" y="7"/>
                    </a:cubicBezTo>
                    <a:cubicBezTo>
                      <a:pt x="44" y="9"/>
                      <a:pt x="43" y="13"/>
                      <a:pt x="41" y="20"/>
                    </a:cubicBezTo>
                    <a:cubicBezTo>
                      <a:pt x="39" y="27"/>
                      <a:pt x="35" y="33"/>
                      <a:pt x="30" y="40"/>
                    </a:cubicBezTo>
                    <a:cubicBezTo>
                      <a:pt x="24" y="46"/>
                      <a:pt x="19" y="49"/>
                      <a:pt x="16" y="49"/>
                    </a:cubicBezTo>
                    <a:cubicBezTo>
                      <a:pt x="14" y="49"/>
                      <a:pt x="13" y="47"/>
                      <a:pt x="13" y="42"/>
                    </a:cubicBezTo>
                    <a:cubicBezTo>
                      <a:pt x="13" y="40"/>
                      <a:pt x="14" y="36"/>
                      <a:pt x="15" y="31"/>
                    </a:cubicBezTo>
                    <a:cubicBezTo>
                      <a:pt x="16" y="25"/>
                      <a:pt x="17" y="21"/>
                      <a:pt x="18" y="18"/>
                    </a:cubicBezTo>
                    <a:cubicBezTo>
                      <a:pt x="20" y="13"/>
                      <a:pt x="21" y="9"/>
                      <a:pt x="21" y="7"/>
                    </a:cubicBezTo>
                    <a:cubicBezTo>
                      <a:pt x="21" y="5"/>
                      <a:pt x="21" y="4"/>
                      <a:pt x="19" y="2"/>
                    </a:cubicBezTo>
                    <a:cubicBezTo>
                      <a:pt x="18" y="1"/>
                      <a:pt x="16" y="0"/>
                      <a:pt x="14" y="0"/>
                    </a:cubicBezTo>
                    <a:cubicBezTo>
                      <a:pt x="11" y="0"/>
                      <a:pt x="8" y="1"/>
                      <a:pt x="7" y="5"/>
                    </a:cubicBezTo>
                    <a:cubicBezTo>
                      <a:pt x="7" y="9"/>
                      <a:pt x="6" y="14"/>
                      <a:pt x="4" y="22"/>
                    </a:cubicBezTo>
                    <a:cubicBezTo>
                      <a:pt x="1" y="31"/>
                      <a:pt x="0" y="38"/>
                      <a:pt x="0" y="43"/>
                    </a:cubicBezTo>
                    <a:cubicBezTo>
                      <a:pt x="0" y="49"/>
                      <a:pt x="2" y="54"/>
                      <a:pt x="5" y="57"/>
                    </a:cubicBezTo>
                    <a:cubicBezTo>
                      <a:pt x="8" y="60"/>
                      <a:pt x="11" y="62"/>
                      <a:pt x="14" y="62"/>
                    </a:cubicBezTo>
                    <a:cubicBezTo>
                      <a:pt x="19" y="62"/>
                      <a:pt x="24" y="60"/>
                      <a:pt x="29" y="56"/>
                    </a:cubicBezTo>
                    <a:cubicBezTo>
                      <a:pt x="34" y="52"/>
                      <a:pt x="38" y="47"/>
                      <a:pt x="42" y="40"/>
                    </a:cubicBezTo>
                    <a:cubicBezTo>
                      <a:pt x="42" y="47"/>
                      <a:pt x="42" y="53"/>
                      <a:pt x="44" y="57"/>
                    </a:cubicBezTo>
                    <a:cubicBezTo>
                      <a:pt x="46" y="62"/>
                      <a:pt x="48" y="64"/>
                      <a:pt x="51" y="64"/>
                    </a:cubicBezTo>
                    <a:cubicBezTo>
                      <a:pt x="53" y="64"/>
                      <a:pt x="55" y="63"/>
                      <a:pt x="57" y="62"/>
                    </a:cubicBezTo>
                    <a:cubicBezTo>
                      <a:pt x="59" y="61"/>
                      <a:pt x="60" y="59"/>
                      <a:pt x="60" y="58"/>
                    </a:cubicBezTo>
                    <a:cubicBezTo>
                      <a:pt x="60" y="57"/>
                      <a:pt x="59" y="56"/>
                      <a:pt x="58" y="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520"/>
              <p:cNvSpPr>
                <a:spLocks/>
              </p:cNvSpPr>
              <p:nvPr/>
            </p:nvSpPr>
            <p:spPr bwMode="auto">
              <a:xfrm>
                <a:off x="2497138" y="6369050"/>
                <a:ext cx="95250" cy="76200"/>
              </a:xfrm>
              <a:custGeom>
                <a:avLst/>
                <a:gdLst>
                  <a:gd name="T0" fmla="*/ 71 w 74"/>
                  <a:gd name="T1" fmla="*/ 44 h 60"/>
                  <a:gd name="T2" fmla="*/ 67 w 74"/>
                  <a:gd name="T3" fmla="*/ 44 h 60"/>
                  <a:gd name="T4" fmla="*/ 64 w 74"/>
                  <a:gd name="T5" fmla="*/ 45 h 60"/>
                  <a:gd name="T6" fmla="*/ 59 w 74"/>
                  <a:gd name="T7" fmla="*/ 23 h 60"/>
                  <a:gd name="T8" fmla="*/ 43 w 74"/>
                  <a:gd name="T9" fmla="*/ 2 h 60"/>
                  <a:gd name="T10" fmla="*/ 15 w 74"/>
                  <a:gd name="T11" fmla="*/ 32 h 60"/>
                  <a:gd name="T12" fmla="*/ 19 w 74"/>
                  <a:gd name="T13" fmla="*/ 10 h 60"/>
                  <a:gd name="T14" fmla="*/ 17 w 74"/>
                  <a:gd name="T15" fmla="*/ 1 h 60"/>
                  <a:gd name="T16" fmla="*/ 12 w 74"/>
                  <a:gd name="T17" fmla="*/ 0 h 60"/>
                  <a:gd name="T18" fmla="*/ 7 w 74"/>
                  <a:gd name="T19" fmla="*/ 3 h 60"/>
                  <a:gd name="T20" fmla="*/ 4 w 74"/>
                  <a:gd name="T21" fmla="*/ 9 h 60"/>
                  <a:gd name="T22" fmla="*/ 2 w 74"/>
                  <a:gd name="T23" fmla="*/ 39 h 60"/>
                  <a:gd name="T24" fmla="*/ 0 w 74"/>
                  <a:gd name="T25" fmla="*/ 52 h 60"/>
                  <a:gd name="T26" fmla="*/ 9 w 74"/>
                  <a:gd name="T27" fmla="*/ 60 h 60"/>
                  <a:gd name="T28" fmla="*/ 12 w 74"/>
                  <a:gd name="T29" fmla="*/ 58 h 60"/>
                  <a:gd name="T30" fmla="*/ 14 w 74"/>
                  <a:gd name="T31" fmla="*/ 55 h 60"/>
                  <a:gd name="T32" fmla="*/ 26 w 74"/>
                  <a:gd name="T33" fmla="*/ 32 h 60"/>
                  <a:gd name="T34" fmla="*/ 41 w 74"/>
                  <a:gd name="T35" fmla="*/ 16 h 60"/>
                  <a:gd name="T36" fmla="*/ 46 w 74"/>
                  <a:gd name="T37" fmla="*/ 31 h 60"/>
                  <a:gd name="T38" fmla="*/ 51 w 74"/>
                  <a:gd name="T39" fmla="*/ 51 h 60"/>
                  <a:gd name="T40" fmla="*/ 50 w 74"/>
                  <a:gd name="T41" fmla="*/ 51 h 60"/>
                  <a:gd name="T42" fmla="*/ 60 w 74"/>
                  <a:gd name="T43" fmla="*/ 57 h 60"/>
                  <a:gd name="T44" fmla="*/ 70 w 74"/>
                  <a:gd name="T45" fmla="*/ 53 h 60"/>
                  <a:gd name="T46" fmla="*/ 74 w 74"/>
                  <a:gd name="T47" fmla="*/ 47 h 60"/>
                  <a:gd name="T48" fmla="*/ 71 w 74"/>
                  <a:gd name="T49" fmla="*/ 4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4" h="60">
                    <a:moveTo>
                      <a:pt x="71" y="44"/>
                    </a:moveTo>
                    <a:cubicBezTo>
                      <a:pt x="70" y="44"/>
                      <a:pt x="69" y="44"/>
                      <a:pt x="67" y="44"/>
                    </a:cubicBezTo>
                    <a:cubicBezTo>
                      <a:pt x="66" y="45"/>
                      <a:pt x="65" y="45"/>
                      <a:pt x="64" y="45"/>
                    </a:cubicBezTo>
                    <a:cubicBezTo>
                      <a:pt x="62" y="45"/>
                      <a:pt x="61" y="38"/>
                      <a:pt x="59" y="23"/>
                    </a:cubicBezTo>
                    <a:cubicBezTo>
                      <a:pt x="58" y="9"/>
                      <a:pt x="52" y="2"/>
                      <a:pt x="43" y="2"/>
                    </a:cubicBezTo>
                    <a:cubicBezTo>
                      <a:pt x="33" y="2"/>
                      <a:pt x="24" y="12"/>
                      <a:pt x="15" y="32"/>
                    </a:cubicBezTo>
                    <a:cubicBezTo>
                      <a:pt x="17" y="21"/>
                      <a:pt x="19" y="14"/>
                      <a:pt x="19" y="10"/>
                    </a:cubicBezTo>
                    <a:cubicBezTo>
                      <a:pt x="19" y="6"/>
                      <a:pt x="18" y="3"/>
                      <a:pt x="17" y="1"/>
                    </a:cubicBezTo>
                    <a:cubicBezTo>
                      <a:pt x="16" y="0"/>
                      <a:pt x="14" y="0"/>
                      <a:pt x="12" y="0"/>
                    </a:cubicBezTo>
                    <a:cubicBezTo>
                      <a:pt x="10" y="0"/>
                      <a:pt x="8" y="1"/>
                      <a:pt x="7" y="3"/>
                    </a:cubicBezTo>
                    <a:cubicBezTo>
                      <a:pt x="5" y="5"/>
                      <a:pt x="4" y="7"/>
                      <a:pt x="4" y="9"/>
                    </a:cubicBezTo>
                    <a:cubicBezTo>
                      <a:pt x="4" y="21"/>
                      <a:pt x="3" y="31"/>
                      <a:pt x="2" y="39"/>
                    </a:cubicBezTo>
                    <a:cubicBezTo>
                      <a:pt x="1" y="46"/>
                      <a:pt x="0" y="50"/>
                      <a:pt x="0" y="52"/>
                    </a:cubicBezTo>
                    <a:cubicBezTo>
                      <a:pt x="0" y="57"/>
                      <a:pt x="3" y="60"/>
                      <a:pt x="9" y="60"/>
                    </a:cubicBezTo>
                    <a:cubicBezTo>
                      <a:pt x="10" y="60"/>
                      <a:pt x="11" y="59"/>
                      <a:pt x="12" y="58"/>
                    </a:cubicBezTo>
                    <a:cubicBezTo>
                      <a:pt x="13" y="57"/>
                      <a:pt x="13" y="56"/>
                      <a:pt x="14" y="55"/>
                    </a:cubicBezTo>
                    <a:cubicBezTo>
                      <a:pt x="15" y="50"/>
                      <a:pt x="20" y="42"/>
                      <a:pt x="26" y="32"/>
                    </a:cubicBezTo>
                    <a:cubicBezTo>
                      <a:pt x="33" y="22"/>
                      <a:pt x="38" y="16"/>
                      <a:pt x="41" y="16"/>
                    </a:cubicBezTo>
                    <a:cubicBezTo>
                      <a:pt x="44" y="16"/>
                      <a:pt x="46" y="21"/>
                      <a:pt x="46" y="31"/>
                    </a:cubicBezTo>
                    <a:cubicBezTo>
                      <a:pt x="47" y="41"/>
                      <a:pt x="49" y="47"/>
                      <a:pt x="51" y="51"/>
                    </a:cubicBezTo>
                    <a:cubicBezTo>
                      <a:pt x="50" y="51"/>
                      <a:pt x="50" y="51"/>
                      <a:pt x="50" y="51"/>
                    </a:cubicBezTo>
                    <a:cubicBezTo>
                      <a:pt x="52" y="55"/>
                      <a:pt x="56" y="57"/>
                      <a:pt x="60" y="57"/>
                    </a:cubicBezTo>
                    <a:cubicBezTo>
                      <a:pt x="64" y="57"/>
                      <a:pt x="67" y="55"/>
                      <a:pt x="70" y="53"/>
                    </a:cubicBezTo>
                    <a:cubicBezTo>
                      <a:pt x="72" y="51"/>
                      <a:pt x="74" y="49"/>
                      <a:pt x="74" y="47"/>
                    </a:cubicBezTo>
                    <a:cubicBezTo>
                      <a:pt x="74" y="45"/>
                      <a:pt x="73" y="44"/>
                      <a:pt x="71"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521"/>
              <p:cNvSpPr>
                <a:spLocks noEditPoints="1"/>
              </p:cNvSpPr>
              <p:nvPr/>
            </p:nvSpPr>
            <p:spPr bwMode="auto">
              <a:xfrm>
                <a:off x="2598738" y="6361113"/>
                <a:ext cx="77788" cy="87313"/>
              </a:xfrm>
              <a:custGeom>
                <a:avLst/>
                <a:gdLst>
                  <a:gd name="T0" fmla="*/ 59 w 61"/>
                  <a:gd name="T1" fmla="*/ 57 h 67"/>
                  <a:gd name="T2" fmla="*/ 56 w 61"/>
                  <a:gd name="T3" fmla="*/ 55 h 67"/>
                  <a:gd name="T4" fmla="*/ 54 w 61"/>
                  <a:gd name="T5" fmla="*/ 51 h 67"/>
                  <a:gd name="T6" fmla="*/ 53 w 61"/>
                  <a:gd name="T7" fmla="*/ 40 h 67"/>
                  <a:gd name="T8" fmla="*/ 56 w 61"/>
                  <a:gd name="T9" fmla="*/ 21 h 67"/>
                  <a:gd name="T10" fmla="*/ 57 w 61"/>
                  <a:gd name="T11" fmla="*/ 12 h 67"/>
                  <a:gd name="T12" fmla="*/ 50 w 61"/>
                  <a:gd name="T13" fmla="*/ 7 h 67"/>
                  <a:gd name="T14" fmla="*/ 41 w 61"/>
                  <a:gd name="T15" fmla="*/ 0 h 67"/>
                  <a:gd name="T16" fmla="*/ 14 w 61"/>
                  <a:gd name="T17" fmla="*/ 18 h 67"/>
                  <a:gd name="T18" fmla="*/ 0 w 61"/>
                  <a:gd name="T19" fmla="*/ 50 h 67"/>
                  <a:gd name="T20" fmla="*/ 4 w 61"/>
                  <a:gd name="T21" fmla="*/ 61 h 67"/>
                  <a:gd name="T22" fmla="*/ 13 w 61"/>
                  <a:gd name="T23" fmla="*/ 65 h 67"/>
                  <a:gd name="T24" fmla="*/ 42 w 61"/>
                  <a:gd name="T25" fmla="*/ 45 h 67"/>
                  <a:gd name="T26" fmla="*/ 52 w 61"/>
                  <a:gd name="T27" fmla="*/ 67 h 67"/>
                  <a:gd name="T28" fmla="*/ 58 w 61"/>
                  <a:gd name="T29" fmla="*/ 65 h 67"/>
                  <a:gd name="T30" fmla="*/ 61 w 61"/>
                  <a:gd name="T31" fmla="*/ 60 h 67"/>
                  <a:gd name="T32" fmla="*/ 59 w 61"/>
                  <a:gd name="T33" fmla="*/ 57 h 67"/>
                  <a:gd name="T34" fmla="*/ 33 w 61"/>
                  <a:gd name="T35" fmla="*/ 40 h 67"/>
                  <a:gd name="T36" fmla="*/ 16 w 61"/>
                  <a:gd name="T37" fmla="*/ 52 h 67"/>
                  <a:gd name="T38" fmla="*/ 14 w 61"/>
                  <a:gd name="T39" fmla="*/ 48 h 67"/>
                  <a:gd name="T40" fmla="*/ 23 w 61"/>
                  <a:gd name="T41" fmla="*/ 26 h 67"/>
                  <a:gd name="T42" fmla="*/ 39 w 61"/>
                  <a:gd name="T43" fmla="*/ 13 h 67"/>
                  <a:gd name="T44" fmla="*/ 41 w 61"/>
                  <a:gd name="T45" fmla="*/ 14 h 67"/>
                  <a:gd name="T46" fmla="*/ 43 w 61"/>
                  <a:gd name="T47" fmla="*/ 19 h 67"/>
                  <a:gd name="T48" fmla="*/ 33 w 61"/>
                  <a:gd name="T49" fmla="*/ 4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1" h="67">
                    <a:moveTo>
                      <a:pt x="59" y="57"/>
                    </a:moveTo>
                    <a:cubicBezTo>
                      <a:pt x="57" y="56"/>
                      <a:pt x="56" y="55"/>
                      <a:pt x="56" y="55"/>
                    </a:cubicBezTo>
                    <a:cubicBezTo>
                      <a:pt x="56" y="54"/>
                      <a:pt x="55" y="53"/>
                      <a:pt x="54" y="51"/>
                    </a:cubicBezTo>
                    <a:cubicBezTo>
                      <a:pt x="54" y="49"/>
                      <a:pt x="53" y="45"/>
                      <a:pt x="53" y="40"/>
                    </a:cubicBezTo>
                    <a:cubicBezTo>
                      <a:pt x="53" y="36"/>
                      <a:pt x="54" y="29"/>
                      <a:pt x="56" y="21"/>
                    </a:cubicBezTo>
                    <a:cubicBezTo>
                      <a:pt x="57" y="17"/>
                      <a:pt x="57" y="14"/>
                      <a:pt x="57" y="12"/>
                    </a:cubicBezTo>
                    <a:cubicBezTo>
                      <a:pt x="57" y="9"/>
                      <a:pt x="55" y="7"/>
                      <a:pt x="50" y="7"/>
                    </a:cubicBezTo>
                    <a:cubicBezTo>
                      <a:pt x="49" y="3"/>
                      <a:pt x="46" y="0"/>
                      <a:pt x="41" y="0"/>
                    </a:cubicBezTo>
                    <a:cubicBezTo>
                      <a:pt x="32" y="0"/>
                      <a:pt x="23" y="6"/>
                      <a:pt x="14" y="18"/>
                    </a:cubicBezTo>
                    <a:cubicBezTo>
                      <a:pt x="4" y="29"/>
                      <a:pt x="0" y="40"/>
                      <a:pt x="0" y="50"/>
                    </a:cubicBezTo>
                    <a:cubicBezTo>
                      <a:pt x="0" y="54"/>
                      <a:pt x="1" y="58"/>
                      <a:pt x="4" y="61"/>
                    </a:cubicBezTo>
                    <a:cubicBezTo>
                      <a:pt x="6" y="63"/>
                      <a:pt x="9" y="65"/>
                      <a:pt x="13" y="65"/>
                    </a:cubicBezTo>
                    <a:cubicBezTo>
                      <a:pt x="22" y="65"/>
                      <a:pt x="32" y="58"/>
                      <a:pt x="42" y="45"/>
                    </a:cubicBezTo>
                    <a:cubicBezTo>
                      <a:pt x="41" y="59"/>
                      <a:pt x="45" y="67"/>
                      <a:pt x="52" y="67"/>
                    </a:cubicBezTo>
                    <a:cubicBezTo>
                      <a:pt x="54" y="67"/>
                      <a:pt x="56" y="66"/>
                      <a:pt x="58" y="65"/>
                    </a:cubicBezTo>
                    <a:cubicBezTo>
                      <a:pt x="60" y="63"/>
                      <a:pt x="61" y="62"/>
                      <a:pt x="61" y="60"/>
                    </a:cubicBezTo>
                    <a:cubicBezTo>
                      <a:pt x="61" y="58"/>
                      <a:pt x="60" y="57"/>
                      <a:pt x="59" y="57"/>
                    </a:cubicBezTo>
                    <a:close/>
                    <a:moveTo>
                      <a:pt x="33" y="40"/>
                    </a:moveTo>
                    <a:cubicBezTo>
                      <a:pt x="26" y="48"/>
                      <a:pt x="21" y="52"/>
                      <a:pt x="16" y="52"/>
                    </a:cubicBezTo>
                    <a:cubicBezTo>
                      <a:pt x="15" y="52"/>
                      <a:pt x="14" y="51"/>
                      <a:pt x="14" y="48"/>
                    </a:cubicBezTo>
                    <a:cubicBezTo>
                      <a:pt x="14" y="41"/>
                      <a:pt x="17" y="34"/>
                      <a:pt x="23" y="26"/>
                    </a:cubicBezTo>
                    <a:cubicBezTo>
                      <a:pt x="30" y="17"/>
                      <a:pt x="35" y="13"/>
                      <a:pt x="39" y="13"/>
                    </a:cubicBezTo>
                    <a:cubicBezTo>
                      <a:pt x="40" y="13"/>
                      <a:pt x="41" y="13"/>
                      <a:pt x="41" y="14"/>
                    </a:cubicBezTo>
                    <a:cubicBezTo>
                      <a:pt x="42" y="15"/>
                      <a:pt x="43" y="17"/>
                      <a:pt x="43" y="19"/>
                    </a:cubicBezTo>
                    <a:cubicBezTo>
                      <a:pt x="43" y="25"/>
                      <a:pt x="39" y="32"/>
                      <a:pt x="33"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522"/>
              <p:cNvSpPr>
                <a:spLocks/>
              </p:cNvSpPr>
              <p:nvPr/>
            </p:nvSpPr>
            <p:spPr bwMode="auto">
              <a:xfrm>
                <a:off x="2692400" y="6361113"/>
                <a:ext cx="125413" cy="88900"/>
              </a:xfrm>
              <a:custGeom>
                <a:avLst/>
                <a:gdLst>
                  <a:gd name="T0" fmla="*/ 91 w 97"/>
                  <a:gd name="T1" fmla="*/ 0 h 68"/>
                  <a:gd name="T2" fmla="*/ 85 w 97"/>
                  <a:gd name="T3" fmla="*/ 2 h 68"/>
                  <a:gd name="T4" fmla="*/ 77 w 97"/>
                  <a:gd name="T5" fmla="*/ 14 h 68"/>
                  <a:gd name="T6" fmla="*/ 69 w 97"/>
                  <a:gd name="T7" fmla="*/ 37 h 68"/>
                  <a:gd name="T8" fmla="*/ 67 w 97"/>
                  <a:gd name="T9" fmla="*/ 46 h 68"/>
                  <a:gd name="T10" fmla="*/ 66 w 97"/>
                  <a:gd name="T11" fmla="*/ 47 h 68"/>
                  <a:gd name="T12" fmla="*/ 56 w 97"/>
                  <a:gd name="T13" fmla="*/ 15 h 68"/>
                  <a:gd name="T14" fmla="*/ 56 w 97"/>
                  <a:gd name="T15" fmla="*/ 14 h 68"/>
                  <a:gd name="T16" fmla="*/ 56 w 97"/>
                  <a:gd name="T17" fmla="*/ 11 h 68"/>
                  <a:gd name="T18" fmla="*/ 54 w 97"/>
                  <a:gd name="T19" fmla="*/ 6 h 68"/>
                  <a:gd name="T20" fmla="*/ 48 w 97"/>
                  <a:gd name="T21" fmla="*/ 4 h 68"/>
                  <a:gd name="T22" fmla="*/ 38 w 97"/>
                  <a:gd name="T23" fmla="*/ 18 h 68"/>
                  <a:gd name="T24" fmla="*/ 38 w 97"/>
                  <a:gd name="T25" fmla="*/ 18 h 68"/>
                  <a:gd name="T26" fmla="*/ 27 w 97"/>
                  <a:gd name="T27" fmla="*/ 39 h 68"/>
                  <a:gd name="T28" fmla="*/ 21 w 97"/>
                  <a:gd name="T29" fmla="*/ 49 h 68"/>
                  <a:gd name="T30" fmla="*/ 18 w 97"/>
                  <a:gd name="T31" fmla="*/ 39 h 68"/>
                  <a:gd name="T32" fmla="*/ 15 w 97"/>
                  <a:gd name="T33" fmla="*/ 23 h 68"/>
                  <a:gd name="T34" fmla="*/ 15 w 97"/>
                  <a:gd name="T35" fmla="*/ 16 h 68"/>
                  <a:gd name="T36" fmla="*/ 16 w 97"/>
                  <a:gd name="T37" fmla="*/ 8 h 68"/>
                  <a:gd name="T38" fmla="*/ 14 w 97"/>
                  <a:gd name="T39" fmla="*/ 4 h 68"/>
                  <a:gd name="T40" fmla="*/ 9 w 97"/>
                  <a:gd name="T41" fmla="*/ 1 h 68"/>
                  <a:gd name="T42" fmla="*/ 2 w 97"/>
                  <a:gd name="T43" fmla="*/ 4 h 68"/>
                  <a:gd name="T44" fmla="*/ 0 w 97"/>
                  <a:gd name="T45" fmla="*/ 12 h 68"/>
                  <a:gd name="T46" fmla="*/ 6 w 97"/>
                  <a:gd name="T47" fmla="*/ 47 h 68"/>
                  <a:gd name="T48" fmla="*/ 21 w 97"/>
                  <a:gd name="T49" fmla="*/ 68 h 68"/>
                  <a:gd name="T50" fmla="*/ 36 w 97"/>
                  <a:gd name="T51" fmla="*/ 48 h 68"/>
                  <a:gd name="T52" fmla="*/ 37 w 97"/>
                  <a:gd name="T53" fmla="*/ 46 h 68"/>
                  <a:gd name="T54" fmla="*/ 46 w 97"/>
                  <a:gd name="T55" fmla="*/ 28 h 68"/>
                  <a:gd name="T56" fmla="*/ 49 w 97"/>
                  <a:gd name="T57" fmla="*/ 40 h 68"/>
                  <a:gd name="T58" fmla="*/ 55 w 97"/>
                  <a:gd name="T59" fmla="*/ 53 h 68"/>
                  <a:gd name="T60" fmla="*/ 61 w 97"/>
                  <a:gd name="T61" fmla="*/ 61 h 68"/>
                  <a:gd name="T62" fmla="*/ 70 w 97"/>
                  <a:gd name="T63" fmla="*/ 63 h 68"/>
                  <a:gd name="T64" fmla="*/ 74 w 97"/>
                  <a:gd name="T65" fmla="*/ 59 h 68"/>
                  <a:gd name="T66" fmla="*/ 82 w 97"/>
                  <a:gd name="T67" fmla="*/ 36 h 68"/>
                  <a:gd name="T68" fmla="*/ 95 w 97"/>
                  <a:gd name="T69" fmla="*/ 9 h 68"/>
                  <a:gd name="T70" fmla="*/ 97 w 97"/>
                  <a:gd name="T71" fmla="*/ 5 h 68"/>
                  <a:gd name="T72" fmla="*/ 95 w 97"/>
                  <a:gd name="T73" fmla="*/ 1 h 68"/>
                  <a:gd name="T74" fmla="*/ 91 w 97"/>
                  <a:gd name="T75"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7" h="68">
                    <a:moveTo>
                      <a:pt x="91" y="0"/>
                    </a:moveTo>
                    <a:cubicBezTo>
                      <a:pt x="89" y="0"/>
                      <a:pt x="86" y="0"/>
                      <a:pt x="85" y="2"/>
                    </a:cubicBezTo>
                    <a:cubicBezTo>
                      <a:pt x="83" y="4"/>
                      <a:pt x="80" y="8"/>
                      <a:pt x="77" y="14"/>
                    </a:cubicBezTo>
                    <a:cubicBezTo>
                      <a:pt x="74" y="21"/>
                      <a:pt x="72" y="29"/>
                      <a:pt x="69" y="37"/>
                    </a:cubicBezTo>
                    <a:cubicBezTo>
                      <a:pt x="68" y="42"/>
                      <a:pt x="67" y="45"/>
                      <a:pt x="67" y="46"/>
                    </a:cubicBezTo>
                    <a:cubicBezTo>
                      <a:pt x="67" y="47"/>
                      <a:pt x="66" y="47"/>
                      <a:pt x="66" y="47"/>
                    </a:cubicBezTo>
                    <a:cubicBezTo>
                      <a:pt x="59" y="37"/>
                      <a:pt x="56" y="27"/>
                      <a:pt x="56" y="15"/>
                    </a:cubicBezTo>
                    <a:cubicBezTo>
                      <a:pt x="56" y="15"/>
                      <a:pt x="56" y="14"/>
                      <a:pt x="56" y="14"/>
                    </a:cubicBezTo>
                    <a:cubicBezTo>
                      <a:pt x="56" y="13"/>
                      <a:pt x="56" y="12"/>
                      <a:pt x="56" y="11"/>
                    </a:cubicBezTo>
                    <a:cubicBezTo>
                      <a:pt x="56" y="9"/>
                      <a:pt x="56" y="8"/>
                      <a:pt x="54" y="6"/>
                    </a:cubicBezTo>
                    <a:cubicBezTo>
                      <a:pt x="53" y="5"/>
                      <a:pt x="51" y="4"/>
                      <a:pt x="48" y="4"/>
                    </a:cubicBezTo>
                    <a:cubicBezTo>
                      <a:pt x="45" y="6"/>
                      <a:pt x="42" y="11"/>
                      <a:pt x="38" y="18"/>
                    </a:cubicBezTo>
                    <a:cubicBezTo>
                      <a:pt x="38" y="18"/>
                      <a:pt x="38" y="18"/>
                      <a:pt x="38" y="18"/>
                    </a:cubicBezTo>
                    <a:cubicBezTo>
                      <a:pt x="35" y="23"/>
                      <a:pt x="32" y="30"/>
                      <a:pt x="27" y="39"/>
                    </a:cubicBezTo>
                    <a:cubicBezTo>
                      <a:pt x="24" y="46"/>
                      <a:pt x="22" y="49"/>
                      <a:pt x="21" y="49"/>
                    </a:cubicBezTo>
                    <a:cubicBezTo>
                      <a:pt x="21" y="49"/>
                      <a:pt x="19" y="46"/>
                      <a:pt x="18" y="39"/>
                    </a:cubicBezTo>
                    <a:cubicBezTo>
                      <a:pt x="16" y="32"/>
                      <a:pt x="15" y="27"/>
                      <a:pt x="15" y="23"/>
                    </a:cubicBezTo>
                    <a:cubicBezTo>
                      <a:pt x="15" y="20"/>
                      <a:pt x="15" y="18"/>
                      <a:pt x="15" y="16"/>
                    </a:cubicBezTo>
                    <a:cubicBezTo>
                      <a:pt x="16" y="8"/>
                      <a:pt x="16" y="8"/>
                      <a:pt x="16" y="8"/>
                    </a:cubicBezTo>
                    <a:cubicBezTo>
                      <a:pt x="16" y="7"/>
                      <a:pt x="15" y="5"/>
                      <a:pt x="14" y="4"/>
                    </a:cubicBezTo>
                    <a:cubicBezTo>
                      <a:pt x="12" y="2"/>
                      <a:pt x="11" y="1"/>
                      <a:pt x="9" y="1"/>
                    </a:cubicBezTo>
                    <a:cubicBezTo>
                      <a:pt x="6" y="1"/>
                      <a:pt x="4" y="2"/>
                      <a:pt x="2" y="4"/>
                    </a:cubicBezTo>
                    <a:cubicBezTo>
                      <a:pt x="1" y="6"/>
                      <a:pt x="0" y="9"/>
                      <a:pt x="0" y="12"/>
                    </a:cubicBezTo>
                    <a:cubicBezTo>
                      <a:pt x="0" y="22"/>
                      <a:pt x="2" y="33"/>
                      <a:pt x="6" y="47"/>
                    </a:cubicBezTo>
                    <a:cubicBezTo>
                      <a:pt x="10" y="61"/>
                      <a:pt x="15" y="68"/>
                      <a:pt x="21" y="68"/>
                    </a:cubicBezTo>
                    <a:cubicBezTo>
                      <a:pt x="24" y="68"/>
                      <a:pt x="29" y="61"/>
                      <a:pt x="36" y="48"/>
                    </a:cubicBezTo>
                    <a:cubicBezTo>
                      <a:pt x="36" y="48"/>
                      <a:pt x="36" y="47"/>
                      <a:pt x="37" y="46"/>
                    </a:cubicBezTo>
                    <a:cubicBezTo>
                      <a:pt x="42" y="34"/>
                      <a:pt x="45" y="28"/>
                      <a:pt x="46" y="28"/>
                    </a:cubicBezTo>
                    <a:cubicBezTo>
                      <a:pt x="46" y="30"/>
                      <a:pt x="47" y="34"/>
                      <a:pt x="49" y="40"/>
                    </a:cubicBezTo>
                    <a:cubicBezTo>
                      <a:pt x="50" y="45"/>
                      <a:pt x="52" y="50"/>
                      <a:pt x="55" y="53"/>
                    </a:cubicBezTo>
                    <a:cubicBezTo>
                      <a:pt x="57" y="57"/>
                      <a:pt x="59" y="59"/>
                      <a:pt x="61" y="61"/>
                    </a:cubicBezTo>
                    <a:cubicBezTo>
                      <a:pt x="63" y="62"/>
                      <a:pt x="66" y="63"/>
                      <a:pt x="70" y="63"/>
                    </a:cubicBezTo>
                    <a:cubicBezTo>
                      <a:pt x="71" y="63"/>
                      <a:pt x="72" y="61"/>
                      <a:pt x="74" y="59"/>
                    </a:cubicBezTo>
                    <a:cubicBezTo>
                      <a:pt x="75" y="56"/>
                      <a:pt x="78" y="49"/>
                      <a:pt x="82" y="36"/>
                    </a:cubicBezTo>
                    <a:cubicBezTo>
                      <a:pt x="86" y="25"/>
                      <a:pt x="91" y="16"/>
                      <a:pt x="95" y="9"/>
                    </a:cubicBezTo>
                    <a:cubicBezTo>
                      <a:pt x="96" y="8"/>
                      <a:pt x="97" y="7"/>
                      <a:pt x="97" y="5"/>
                    </a:cubicBezTo>
                    <a:cubicBezTo>
                      <a:pt x="97" y="4"/>
                      <a:pt x="96" y="2"/>
                      <a:pt x="95" y="1"/>
                    </a:cubicBezTo>
                    <a:cubicBezTo>
                      <a:pt x="94" y="0"/>
                      <a:pt x="92" y="0"/>
                      <a:pt x="9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523"/>
              <p:cNvSpPr>
                <a:spLocks noEditPoints="1"/>
              </p:cNvSpPr>
              <p:nvPr/>
            </p:nvSpPr>
            <p:spPr bwMode="auto">
              <a:xfrm>
                <a:off x="2822575" y="6361113"/>
                <a:ext cx="79375" cy="87313"/>
              </a:xfrm>
              <a:custGeom>
                <a:avLst/>
                <a:gdLst>
                  <a:gd name="T0" fmla="*/ 58 w 61"/>
                  <a:gd name="T1" fmla="*/ 57 h 67"/>
                  <a:gd name="T2" fmla="*/ 56 w 61"/>
                  <a:gd name="T3" fmla="*/ 55 h 67"/>
                  <a:gd name="T4" fmla="*/ 54 w 61"/>
                  <a:gd name="T5" fmla="*/ 51 h 67"/>
                  <a:gd name="T6" fmla="*/ 53 w 61"/>
                  <a:gd name="T7" fmla="*/ 40 h 67"/>
                  <a:gd name="T8" fmla="*/ 56 w 61"/>
                  <a:gd name="T9" fmla="*/ 21 h 67"/>
                  <a:gd name="T10" fmla="*/ 57 w 61"/>
                  <a:gd name="T11" fmla="*/ 12 h 67"/>
                  <a:gd name="T12" fmla="*/ 50 w 61"/>
                  <a:gd name="T13" fmla="*/ 7 h 67"/>
                  <a:gd name="T14" fmla="*/ 41 w 61"/>
                  <a:gd name="T15" fmla="*/ 0 h 67"/>
                  <a:gd name="T16" fmla="*/ 13 w 61"/>
                  <a:gd name="T17" fmla="*/ 18 h 67"/>
                  <a:gd name="T18" fmla="*/ 0 w 61"/>
                  <a:gd name="T19" fmla="*/ 50 h 67"/>
                  <a:gd name="T20" fmla="*/ 3 w 61"/>
                  <a:gd name="T21" fmla="*/ 61 h 67"/>
                  <a:gd name="T22" fmla="*/ 12 w 61"/>
                  <a:gd name="T23" fmla="*/ 65 h 67"/>
                  <a:gd name="T24" fmla="*/ 42 w 61"/>
                  <a:gd name="T25" fmla="*/ 45 h 67"/>
                  <a:gd name="T26" fmla="*/ 52 w 61"/>
                  <a:gd name="T27" fmla="*/ 67 h 67"/>
                  <a:gd name="T28" fmla="*/ 58 w 61"/>
                  <a:gd name="T29" fmla="*/ 65 h 67"/>
                  <a:gd name="T30" fmla="*/ 61 w 61"/>
                  <a:gd name="T31" fmla="*/ 60 h 67"/>
                  <a:gd name="T32" fmla="*/ 58 w 61"/>
                  <a:gd name="T33" fmla="*/ 57 h 67"/>
                  <a:gd name="T34" fmla="*/ 33 w 61"/>
                  <a:gd name="T35" fmla="*/ 40 h 67"/>
                  <a:gd name="T36" fmla="*/ 16 w 61"/>
                  <a:gd name="T37" fmla="*/ 52 h 67"/>
                  <a:gd name="T38" fmla="*/ 14 w 61"/>
                  <a:gd name="T39" fmla="*/ 48 h 67"/>
                  <a:gd name="T40" fmla="*/ 23 w 61"/>
                  <a:gd name="T41" fmla="*/ 26 h 67"/>
                  <a:gd name="T42" fmla="*/ 38 w 61"/>
                  <a:gd name="T43" fmla="*/ 13 h 67"/>
                  <a:gd name="T44" fmla="*/ 41 w 61"/>
                  <a:gd name="T45" fmla="*/ 14 h 67"/>
                  <a:gd name="T46" fmla="*/ 43 w 61"/>
                  <a:gd name="T47" fmla="*/ 19 h 67"/>
                  <a:gd name="T48" fmla="*/ 33 w 61"/>
                  <a:gd name="T49" fmla="*/ 4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1" h="67">
                    <a:moveTo>
                      <a:pt x="58" y="57"/>
                    </a:moveTo>
                    <a:cubicBezTo>
                      <a:pt x="57" y="56"/>
                      <a:pt x="56" y="55"/>
                      <a:pt x="56" y="55"/>
                    </a:cubicBezTo>
                    <a:cubicBezTo>
                      <a:pt x="55" y="54"/>
                      <a:pt x="55" y="53"/>
                      <a:pt x="54" y="51"/>
                    </a:cubicBezTo>
                    <a:cubicBezTo>
                      <a:pt x="54" y="49"/>
                      <a:pt x="53" y="45"/>
                      <a:pt x="53" y="40"/>
                    </a:cubicBezTo>
                    <a:cubicBezTo>
                      <a:pt x="53" y="36"/>
                      <a:pt x="54" y="29"/>
                      <a:pt x="56" y="21"/>
                    </a:cubicBezTo>
                    <a:cubicBezTo>
                      <a:pt x="56" y="17"/>
                      <a:pt x="57" y="14"/>
                      <a:pt x="57" y="12"/>
                    </a:cubicBezTo>
                    <a:cubicBezTo>
                      <a:pt x="57" y="9"/>
                      <a:pt x="55" y="7"/>
                      <a:pt x="50" y="7"/>
                    </a:cubicBezTo>
                    <a:cubicBezTo>
                      <a:pt x="49" y="3"/>
                      <a:pt x="46" y="0"/>
                      <a:pt x="41" y="0"/>
                    </a:cubicBezTo>
                    <a:cubicBezTo>
                      <a:pt x="32" y="0"/>
                      <a:pt x="22" y="6"/>
                      <a:pt x="13" y="18"/>
                    </a:cubicBezTo>
                    <a:cubicBezTo>
                      <a:pt x="4" y="29"/>
                      <a:pt x="0" y="40"/>
                      <a:pt x="0" y="50"/>
                    </a:cubicBezTo>
                    <a:cubicBezTo>
                      <a:pt x="0" y="54"/>
                      <a:pt x="1" y="58"/>
                      <a:pt x="3" y="61"/>
                    </a:cubicBezTo>
                    <a:cubicBezTo>
                      <a:pt x="6" y="63"/>
                      <a:pt x="9" y="65"/>
                      <a:pt x="12" y="65"/>
                    </a:cubicBezTo>
                    <a:cubicBezTo>
                      <a:pt x="22" y="65"/>
                      <a:pt x="32" y="58"/>
                      <a:pt x="42" y="45"/>
                    </a:cubicBezTo>
                    <a:cubicBezTo>
                      <a:pt x="41" y="59"/>
                      <a:pt x="44" y="67"/>
                      <a:pt x="52" y="67"/>
                    </a:cubicBezTo>
                    <a:cubicBezTo>
                      <a:pt x="54" y="67"/>
                      <a:pt x="56" y="66"/>
                      <a:pt x="58" y="65"/>
                    </a:cubicBezTo>
                    <a:cubicBezTo>
                      <a:pt x="60" y="63"/>
                      <a:pt x="61" y="62"/>
                      <a:pt x="61" y="60"/>
                    </a:cubicBezTo>
                    <a:cubicBezTo>
                      <a:pt x="61" y="58"/>
                      <a:pt x="60" y="57"/>
                      <a:pt x="58" y="57"/>
                    </a:cubicBezTo>
                    <a:close/>
                    <a:moveTo>
                      <a:pt x="33" y="40"/>
                    </a:moveTo>
                    <a:cubicBezTo>
                      <a:pt x="26" y="48"/>
                      <a:pt x="20" y="52"/>
                      <a:pt x="16" y="52"/>
                    </a:cubicBezTo>
                    <a:cubicBezTo>
                      <a:pt x="14" y="52"/>
                      <a:pt x="14" y="51"/>
                      <a:pt x="14" y="48"/>
                    </a:cubicBezTo>
                    <a:cubicBezTo>
                      <a:pt x="14" y="41"/>
                      <a:pt x="17" y="34"/>
                      <a:pt x="23" y="26"/>
                    </a:cubicBezTo>
                    <a:cubicBezTo>
                      <a:pt x="29" y="17"/>
                      <a:pt x="34" y="13"/>
                      <a:pt x="38" y="13"/>
                    </a:cubicBezTo>
                    <a:cubicBezTo>
                      <a:pt x="39" y="13"/>
                      <a:pt x="40" y="13"/>
                      <a:pt x="41" y="14"/>
                    </a:cubicBezTo>
                    <a:cubicBezTo>
                      <a:pt x="42" y="15"/>
                      <a:pt x="43" y="17"/>
                      <a:pt x="43" y="19"/>
                    </a:cubicBezTo>
                    <a:cubicBezTo>
                      <a:pt x="43" y="25"/>
                      <a:pt x="39" y="32"/>
                      <a:pt x="33"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524"/>
              <p:cNvSpPr>
                <a:spLocks/>
              </p:cNvSpPr>
              <p:nvPr/>
            </p:nvSpPr>
            <p:spPr bwMode="auto">
              <a:xfrm>
                <a:off x="2906713" y="6364288"/>
                <a:ext cx="82550" cy="127000"/>
              </a:xfrm>
              <a:custGeom>
                <a:avLst/>
                <a:gdLst>
                  <a:gd name="T0" fmla="*/ 57 w 64"/>
                  <a:gd name="T1" fmla="*/ 0 h 98"/>
                  <a:gd name="T2" fmla="*/ 52 w 64"/>
                  <a:gd name="T3" fmla="*/ 1 h 98"/>
                  <a:gd name="T4" fmla="*/ 50 w 64"/>
                  <a:gd name="T5" fmla="*/ 4 h 98"/>
                  <a:gd name="T6" fmla="*/ 49 w 64"/>
                  <a:gd name="T7" fmla="*/ 13 h 98"/>
                  <a:gd name="T8" fmla="*/ 48 w 64"/>
                  <a:gd name="T9" fmla="*/ 28 h 98"/>
                  <a:gd name="T10" fmla="*/ 45 w 64"/>
                  <a:gd name="T11" fmla="*/ 33 h 98"/>
                  <a:gd name="T12" fmla="*/ 39 w 64"/>
                  <a:gd name="T13" fmla="*/ 39 h 98"/>
                  <a:gd name="T14" fmla="*/ 29 w 64"/>
                  <a:gd name="T15" fmla="*/ 45 h 98"/>
                  <a:gd name="T16" fmla="*/ 22 w 64"/>
                  <a:gd name="T17" fmla="*/ 47 h 98"/>
                  <a:gd name="T18" fmla="*/ 20 w 64"/>
                  <a:gd name="T19" fmla="*/ 45 h 98"/>
                  <a:gd name="T20" fmla="*/ 19 w 64"/>
                  <a:gd name="T21" fmla="*/ 39 h 98"/>
                  <a:gd name="T22" fmla="*/ 24 w 64"/>
                  <a:gd name="T23" fmla="*/ 20 h 98"/>
                  <a:gd name="T24" fmla="*/ 28 w 64"/>
                  <a:gd name="T25" fmla="*/ 10 h 98"/>
                  <a:gd name="T26" fmla="*/ 27 w 64"/>
                  <a:gd name="T27" fmla="*/ 5 h 98"/>
                  <a:gd name="T28" fmla="*/ 22 w 64"/>
                  <a:gd name="T29" fmla="*/ 2 h 98"/>
                  <a:gd name="T30" fmla="*/ 15 w 64"/>
                  <a:gd name="T31" fmla="*/ 6 h 98"/>
                  <a:gd name="T32" fmla="*/ 9 w 64"/>
                  <a:gd name="T33" fmla="*/ 22 h 98"/>
                  <a:gd name="T34" fmla="*/ 6 w 64"/>
                  <a:gd name="T35" fmla="*/ 43 h 98"/>
                  <a:gd name="T36" fmla="*/ 10 w 64"/>
                  <a:gd name="T37" fmla="*/ 54 h 98"/>
                  <a:gd name="T38" fmla="*/ 20 w 64"/>
                  <a:gd name="T39" fmla="*/ 59 h 98"/>
                  <a:gd name="T40" fmla="*/ 47 w 64"/>
                  <a:gd name="T41" fmla="*/ 45 h 98"/>
                  <a:gd name="T42" fmla="*/ 41 w 64"/>
                  <a:gd name="T43" fmla="*/ 74 h 98"/>
                  <a:gd name="T44" fmla="*/ 30 w 64"/>
                  <a:gd name="T45" fmla="*/ 86 h 98"/>
                  <a:gd name="T46" fmla="*/ 8 w 64"/>
                  <a:gd name="T47" fmla="*/ 77 h 98"/>
                  <a:gd name="T48" fmla="*/ 5 w 64"/>
                  <a:gd name="T49" fmla="*/ 75 h 98"/>
                  <a:gd name="T50" fmla="*/ 1 w 64"/>
                  <a:gd name="T51" fmla="*/ 77 h 98"/>
                  <a:gd name="T52" fmla="*/ 0 w 64"/>
                  <a:gd name="T53" fmla="*/ 81 h 98"/>
                  <a:gd name="T54" fmla="*/ 4 w 64"/>
                  <a:gd name="T55" fmla="*/ 88 h 98"/>
                  <a:gd name="T56" fmla="*/ 15 w 64"/>
                  <a:gd name="T57" fmla="*/ 95 h 98"/>
                  <a:gd name="T58" fmla="*/ 15 w 64"/>
                  <a:gd name="T59" fmla="*/ 95 h 98"/>
                  <a:gd name="T60" fmla="*/ 30 w 64"/>
                  <a:gd name="T61" fmla="*/ 98 h 98"/>
                  <a:gd name="T62" fmla="*/ 42 w 64"/>
                  <a:gd name="T63" fmla="*/ 94 h 98"/>
                  <a:gd name="T64" fmla="*/ 52 w 64"/>
                  <a:gd name="T65" fmla="*/ 79 h 98"/>
                  <a:gd name="T66" fmla="*/ 59 w 64"/>
                  <a:gd name="T67" fmla="*/ 55 h 98"/>
                  <a:gd name="T68" fmla="*/ 62 w 64"/>
                  <a:gd name="T69" fmla="*/ 28 h 98"/>
                  <a:gd name="T70" fmla="*/ 64 w 64"/>
                  <a:gd name="T71" fmla="*/ 9 h 98"/>
                  <a:gd name="T72" fmla="*/ 62 w 64"/>
                  <a:gd name="T73" fmla="*/ 1 h 98"/>
                  <a:gd name="T74" fmla="*/ 57 w 64"/>
                  <a:gd name="T75"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4" h="98">
                    <a:moveTo>
                      <a:pt x="57" y="0"/>
                    </a:moveTo>
                    <a:cubicBezTo>
                      <a:pt x="55" y="0"/>
                      <a:pt x="53" y="0"/>
                      <a:pt x="52" y="1"/>
                    </a:cubicBezTo>
                    <a:cubicBezTo>
                      <a:pt x="51" y="2"/>
                      <a:pt x="50" y="3"/>
                      <a:pt x="50" y="4"/>
                    </a:cubicBezTo>
                    <a:cubicBezTo>
                      <a:pt x="50" y="5"/>
                      <a:pt x="50" y="8"/>
                      <a:pt x="49" y="13"/>
                    </a:cubicBezTo>
                    <a:cubicBezTo>
                      <a:pt x="49" y="20"/>
                      <a:pt x="49" y="25"/>
                      <a:pt x="48" y="28"/>
                    </a:cubicBezTo>
                    <a:cubicBezTo>
                      <a:pt x="47" y="30"/>
                      <a:pt x="47" y="32"/>
                      <a:pt x="45" y="33"/>
                    </a:cubicBezTo>
                    <a:cubicBezTo>
                      <a:pt x="44" y="35"/>
                      <a:pt x="42" y="37"/>
                      <a:pt x="39" y="39"/>
                    </a:cubicBezTo>
                    <a:cubicBezTo>
                      <a:pt x="35" y="42"/>
                      <a:pt x="32" y="44"/>
                      <a:pt x="29" y="45"/>
                    </a:cubicBezTo>
                    <a:cubicBezTo>
                      <a:pt x="27" y="46"/>
                      <a:pt x="24" y="47"/>
                      <a:pt x="22" y="47"/>
                    </a:cubicBezTo>
                    <a:cubicBezTo>
                      <a:pt x="22" y="47"/>
                      <a:pt x="21" y="46"/>
                      <a:pt x="20" y="45"/>
                    </a:cubicBezTo>
                    <a:cubicBezTo>
                      <a:pt x="19" y="43"/>
                      <a:pt x="19" y="41"/>
                      <a:pt x="19" y="39"/>
                    </a:cubicBezTo>
                    <a:cubicBezTo>
                      <a:pt x="19" y="33"/>
                      <a:pt x="21" y="27"/>
                      <a:pt x="24" y="20"/>
                    </a:cubicBezTo>
                    <a:cubicBezTo>
                      <a:pt x="27" y="14"/>
                      <a:pt x="28" y="11"/>
                      <a:pt x="28" y="10"/>
                    </a:cubicBezTo>
                    <a:cubicBezTo>
                      <a:pt x="28" y="8"/>
                      <a:pt x="28" y="6"/>
                      <a:pt x="27" y="5"/>
                    </a:cubicBezTo>
                    <a:cubicBezTo>
                      <a:pt x="26" y="3"/>
                      <a:pt x="24" y="2"/>
                      <a:pt x="22" y="2"/>
                    </a:cubicBezTo>
                    <a:cubicBezTo>
                      <a:pt x="19" y="2"/>
                      <a:pt x="17" y="3"/>
                      <a:pt x="15" y="6"/>
                    </a:cubicBezTo>
                    <a:cubicBezTo>
                      <a:pt x="14" y="8"/>
                      <a:pt x="12" y="13"/>
                      <a:pt x="9" y="22"/>
                    </a:cubicBezTo>
                    <a:cubicBezTo>
                      <a:pt x="7" y="31"/>
                      <a:pt x="6" y="38"/>
                      <a:pt x="6" y="43"/>
                    </a:cubicBezTo>
                    <a:cubicBezTo>
                      <a:pt x="6" y="47"/>
                      <a:pt x="7" y="51"/>
                      <a:pt x="10" y="54"/>
                    </a:cubicBezTo>
                    <a:cubicBezTo>
                      <a:pt x="12" y="58"/>
                      <a:pt x="16" y="59"/>
                      <a:pt x="20" y="59"/>
                    </a:cubicBezTo>
                    <a:cubicBezTo>
                      <a:pt x="26" y="59"/>
                      <a:pt x="35" y="55"/>
                      <a:pt x="47" y="45"/>
                    </a:cubicBezTo>
                    <a:cubicBezTo>
                      <a:pt x="46" y="57"/>
                      <a:pt x="44" y="66"/>
                      <a:pt x="41" y="74"/>
                    </a:cubicBezTo>
                    <a:cubicBezTo>
                      <a:pt x="37" y="82"/>
                      <a:pt x="33" y="86"/>
                      <a:pt x="30" y="86"/>
                    </a:cubicBezTo>
                    <a:cubicBezTo>
                      <a:pt x="20" y="86"/>
                      <a:pt x="13" y="83"/>
                      <a:pt x="8" y="77"/>
                    </a:cubicBezTo>
                    <a:cubicBezTo>
                      <a:pt x="7" y="75"/>
                      <a:pt x="6" y="75"/>
                      <a:pt x="5" y="75"/>
                    </a:cubicBezTo>
                    <a:cubicBezTo>
                      <a:pt x="3" y="75"/>
                      <a:pt x="2" y="75"/>
                      <a:pt x="1" y="77"/>
                    </a:cubicBezTo>
                    <a:cubicBezTo>
                      <a:pt x="0" y="78"/>
                      <a:pt x="0" y="79"/>
                      <a:pt x="0" y="81"/>
                    </a:cubicBezTo>
                    <a:cubicBezTo>
                      <a:pt x="0" y="83"/>
                      <a:pt x="1" y="85"/>
                      <a:pt x="4" y="88"/>
                    </a:cubicBezTo>
                    <a:cubicBezTo>
                      <a:pt x="7" y="91"/>
                      <a:pt x="11" y="93"/>
                      <a:pt x="15" y="95"/>
                    </a:cubicBezTo>
                    <a:cubicBezTo>
                      <a:pt x="15" y="95"/>
                      <a:pt x="15" y="95"/>
                      <a:pt x="15" y="95"/>
                    </a:cubicBezTo>
                    <a:cubicBezTo>
                      <a:pt x="20" y="97"/>
                      <a:pt x="25" y="98"/>
                      <a:pt x="30" y="98"/>
                    </a:cubicBezTo>
                    <a:cubicBezTo>
                      <a:pt x="35" y="98"/>
                      <a:pt x="39" y="97"/>
                      <a:pt x="42" y="94"/>
                    </a:cubicBezTo>
                    <a:cubicBezTo>
                      <a:pt x="46" y="91"/>
                      <a:pt x="49" y="87"/>
                      <a:pt x="52" y="79"/>
                    </a:cubicBezTo>
                    <a:cubicBezTo>
                      <a:pt x="55" y="72"/>
                      <a:pt x="58" y="64"/>
                      <a:pt x="59" y="55"/>
                    </a:cubicBezTo>
                    <a:cubicBezTo>
                      <a:pt x="61" y="47"/>
                      <a:pt x="62" y="37"/>
                      <a:pt x="62" y="28"/>
                    </a:cubicBezTo>
                    <a:cubicBezTo>
                      <a:pt x="64" y="9"/>
                      <a:pt x="64" y="9"/>
                      <a:pt x="64" y="9"/>
                    </a:cubicBezTo>
                    <a:cubicBezTo>
                      <a:pt x="64" y="5"/>
                      <a:pt x="63" y="2"/>
                      <a:pt x="62" y="1"/>
                    </a:cubicBezTo>
                    <a:cubicBezTo>
                      <a:pt x="61" y="0"/>
                      <a:pt x="59" y="0"/>
                      <a:pt x="5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525"/>
              <p:cNvSpPr>
                <a:spLocks/>
              </p:cNvSpPr>
              <p:nvPr/>
            </p:nvSpPr>
            <p:spPr bwMode="auto">
              <a:xfrm>
                <a:off x="1879600" y="5259388"/>
                <a:ext cx="493713" cy="952500"/>
              </a:xfrm>
              <a:custGeom>
                <a:avLst/>
                <a:gdLst>
                  <a:gd name="T0" fmla="*/ 332 w 383"/>
                  <a:gd name="T1" fmla="*/ 644 h 738"/>
                  <a:gd name="T2" fmla="*/ 229 w 383"/>
                  <a:gd name="T3" fmla="*/ 352 h 738"/>
                  <a:gd name="T4" fmla="*/ 266 w 383"/>
                  <a:gd name="T5" fmla="*/ 293 h 738"/>
                  <a:gd name="T6" fmla="*/ 262 w 383"/>
                  <a:gd name="T7" fmla="*/ 139 h 738"/>
                  <a:gd name="T8" fmla="*/ 317 w 383"/>
                  <a:gd name="T9" fmla="*/ 278 h 738"/>
                  <a:gd name="T10" fmla="*/ 348 w 383"/>
                  <a:gd name="T11" fmla="*/ 304 h 738"/>
                  <a:gd name="T12" fmla="*/ 354 w 383"/>
                  <a:gd name="T13" fmla="*/ 304 h 738"/>
                  <a:gd name="T14" fmla="*/ 380 w 383"/>
                  <a:gd name="T15" fmla="*/ 267 h 738"/>
                  <a:gd name="T16" fmla="*/ 173 w 383"/>
                  <a:gd name="T17" fmla="*/ 2 h 738"/>
                  <a:gd name="T18" fmla="*/ 168 w 383"/>
                  <a:gd name="T19" fmla="*/ 2 h 738"/>
                  <a:gd name="T20" fmla="*/ 139 w 383"/>
                  <a:gd name="T21" fmla="*/ 3 h 738"/>
                  <a:gd name="T22" fmla="*/ 102 w 383"/>
                  <a:gd name="T23" fmla="*/ 98 h 738"/>
                  <a:gd name="T24" fmla="*/ 110 w 383"/>
                  <a:gd name="T25" fmla="*/ 142 h 738"/>
                  <a:gd name="T26" fmla="*/ 128 w 383"/>
                  <a:gd name="T27" fmla="*/ 77 h 738"/>
                  <a:gd name="T28" fmla="*/ 168 w 383"/>
                  <a:gd name="T29" fmla="*/ 35 h 738"/>
                  <a:gd name="T30" fmla="*/ 169 w 383"/>
                  <a:gd name="T31" fmla="*/ 35 h 738"/>
                  <a:gd name="T32" fmla="*/ 209 w 383"/>
                  <a:gd name="T33" fmla="*/ 75 h 738"/>
                  <a:gd name="T34" fmla="*/ 125 w 383"/>
                  <a:gd name="T35" fmla="*/ 251 h 738"/>
                  <a:gd name="T36" fmla="*/ 123 w 383"/>
                  <a:gd name="T37" fmla="*/ 301 h 738"/>
                  <a:gd name="T38" fmla="*/ 3 w 383"/>
                  <a:gd name="T39" fmla="*/ 678 h 738"/>
                  <a:gd name="T40" fmla="*/ 49 w 383"/>
                  <a:gd name="T41" fmla="*/ 732 h 738"/>
                  <a:gd name="T42" fmla="*/ 52 w 383"/>
                  <a:gd name="T43" fmla="*/ 732 h 738"/>
                  <a:gd name="T44" fmla="*/ 102 w 383"/>
                  <a:gd name="T45" fmla="*/ 686 h 738"/>
                  <a:gd name="T46" fmla="*/ 135 w 383"/>
                  <a:gd name="T47" fmla="*/ 511 h 738"/>
                  <a:gd name="T48" fmla="*/ 269 w 383"/>
                  <a:gd name="T49" fmla="*/ 721 h 738"/>
                  <a:gd name="T50" fmla="*/ 339 w 383"/>
                  <a:gd name="T51" fmla="*/ 714 h 738"/>
                  <a:gd name="T52" fmla="*/ 332 w 383"/>
                  <a:gd name="T53" fmla="*/ 644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3" h="738">
                    <a:moveTo>
                      <a:pt x="332" y="644"/>
                    </a:moveTo>
                    <a:cubicBezTo>
                      <a:pt x="215" y="547"/>
                      <a:pt x="218" y="419"/>
                      <a:pt x="229" y="352"/>
                    </a:cubicBezTo>
                    <a:cubicBezTo>
                      <a:pt x="246" y="343"/>
                      <a:pt x="260" y="325"/>
                      <a:pt x="266" y="293"/>
                    </a:cubicBezTo>
                    <a:cubicBezTo>
                      <a:pt x="273" y="231"/>
                      <a:pt x="272" y="187"/>
                      <a:pt x="262" y="139"/>
                    </a:cubicBezTo>
                    <a:cubicBezTo>
                      <a:pt x="285" y="170"/>
                      <a:pt x="306" y="215"/>
                      <a:pt x="317" y="278"/>
                    </a:cubicBezTo>
                    <a:cubicBezTo>
                      <a:pt x="319" y="293"/>
                      <a:pt x="333" y="304"/>
                      <a:pt x="348" y="304"/>
                    </a:cubicBezTo>
                    <a:cubicBezTo>
                      <a:pt x="350" y="304"/>
                      <a:pt x="352" y="304"/>
                      <a:pt x="354" y="304"/>
                    </a:cubicBezTo>
                    <a:cubicBezTo>
                      <a:pt x="371" y="301"/>
                      <a:pt x="383" y="284"/>
                      <a:pt x="380" y="267"/>
                    </a:cubicBezTo>
                    <a:cubicBezTo>
                      <a:pt x="341" y="36"/>
                      <a:pt x="180" y="3"/>
                      <a:pt x="173" y="2"/>
                    </a:cubicBezTo>
                    <a:cubicBezTo>
                      <a:pt x="171" y="2"/>
                      <a:pt x="170" y="2"/>
                      <a:pt x="168" y="2"/>
                    </a:cubicBezTo>
                    <a:cubicBezTo>
                      <a:pt x="158" y="0"/>
                      <a:pt x="148" y="0"/>
                      <a:pt x="139" y="3"/>
                    </a:cubicBezTo>
                    <a:cubicBezTo>
                      <a:pt x="105" y="11"/>
                      <a:pt x="90" y="59"/>
                      <a:pt x="102" y="98"/>
                    </a:cubicBezTo>
                    <a:cubicBezTo>
                      <a:pt x="104" y="112"/>
                      <a:pt x="107" y="127"/>
                      <a:pt x="110" y="142"/>
                    </a:cubicBezTo>
                    <a:cubicBezTo>
                      <a:pt x="127" y="109"/>
                      <a:pt x="128" y="79"/>
                      <a:pt x="128" y="77"/>
                    </a:cubicBezTo>
                    <a:cubicBezTo>
                      <a:pt x="128" y="54"/>
                      <a:pt x="146" y="36"/>
                      <a:pt x="168" y="35"/>
                    </a:cubicBezTo>
                    <a:cubicBezTo>
                      <a:pt x="169" y="35"/>
                      <a:pt x="169" y="35"/>
                      <a:pt x="169" y="35"/>
                    </a:cubicBezTo>
                    <a:cubicBezTo>
                      <a:pt x="191" y="35"/>
                      <a:pt x="209" y="53"/>
                      <a:pt x="209" y="75"/>
                    </a:cubicBezTo>
                    <a:cubicBezTo>
                      <a:pt x="210" y="120"/>
                      <a:pt x="191" y="198"/>
                      <a:pt x="125" y="251"/>
                    </a:cubicBezTo>
                    <a:cubicBezTo>
                      <a:pt x="126" y="268"/>
                      <a:pt x="125" y="285"/>
                      <a:pt x="123" y="301"/>
                    </a:cubicBezTo>
                    <a:cubicBezTo>
                      <a:pt x="83" y="362"/>
                      <a:pt x="17" y="488"/>
                      <a:pt x="3" y="678"/>
                    </a:cubicBezTo>
                    <a:cubicBezTo>
                      <a:pt x="0" y="706"/>
                      <a:pt x="21" y="730"/>
                      <a:pt x="49" y="732"/>
                    </a:cubicBezTo>
                    <a:cubicBezTo>
                      <a:pt x="50" y="732"/>
                      <a:pt x="51" y="732"/>
                      <a:pt x="52" y="732"/>
                    </a:cubicBezTo>
                    <a:cubicBezTo>
                      <a:pt x="78" y="732"/>
                      <a:pt x="100" y="712"/>
                      <a:pt x="102" y="686"/>
                    </a:cubicBezTo>
                    <a:cubicBezTo>
                      <a:pt x="107" y="618"/>
                      <a:pt x="120" y="559"/>
                      <a:pt x="135" y="511"/>
                    </a:cubicBezTo>
                    <a:cubicBezTo>
                      <a:pt x="155" y="593"/>
                      <a:pt x="200" y="665"/>
                      <a:pt x="269" y="721"/>
                    </a:cubicBezTo>
                    <a:cubicBezTo>
                      <a:pt x="290" y="738"/>
                      <a:pt x="321" y="735"/>
                      <a:pt x="339" y="714"/>
                    </a:cubicBezTo>
                    <a:cubicBezTo>
                      <a:pt x="357" y="693"/>
                      <a:pt x="353" y="661"/>
                      <a:pt x="332" y="6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526"/>
              <p:cNvSpPr>
                <a:spLocks/>
              </p:cNvSpPr>
              <p:nvPr/>
            </p:nvSpPr>
            <p:spPr bwMode="auto">
              <a:xfrm>
                <a:off x="1847850" y="5316538"/>
                <a:ext cx="292100" cy="322263"/>
              </a:xfrm>
              <a:custGeom>
                <a:avLst/>
                <a:gdLst>
                  <a:gd name="T0" fmla="*/ 224 w 226"/>
                  <a:gd name="T1" fmla="*/ 32 h 250"/>
                  <a:gd name="T2" fmla="*/ 192 w 226"/>
                  <a:gd name="T3" fmla="*/ 0 h 250"/>
                  <a:gd name="T4" fmla="*/ 161 w 226"/>
                  <a:gd name="T5" fmla="*/ 33 h 250"/>
                  <a:gd name="T6" fmla="*/ 28 w 226"/>
                  <a:gd name="T7" fmla="*/ 186 h 250"/>
                  <a:gd name="T8" fmla="*/ 4 w 226"/>
                  <a:gd name="T9" fmla="*/ 225 h 250"/>
                  <a:gd name="T10" fmla="*/ 35 w 226"/>
                  <a:gd name="T11" fmla="*/ 250 h 250"/>
                  <a:gd name="T12" fmla="*/ 42 w 226"/>
                  <a:gd name="T13" fmla="*/ 249 h 250"/>
                  <a:gd name="T14" fmla="*/ 224 w 226"/>
                  <a:gd name="T15" fmla="*/ 32 h 2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 h="250">
                    <a:moveTo>
                      <a:pt x="224" y="32"/>
                    </a:moveTo>
                    <a:cubicBezTo>
                      <a:pt x="224" y="14"/>
                      <a:pt x="210" y="0"/>
                      <a:pt x="192" y="0"/>
                    </a:cubicBezTo>
                    <a:cubicBezTo>
                      <a:pt x="175" y="1"/>
                      <a:pt x="160" y="15"/>
                      <a:pt x="161" y="33"/>
                    </a:cubicBezTo>
                    <a:cubicBezTo>
                      <a:pt x="161" y="38"/>
                      <a:pt x="160" y="156"/>
                      <a:pt x="28" y="186"/>
                    </a:cubicBezTo>
                    <a:cubicBezTo>
                      <a:pt x="11" y="190"/>
                      <a:pt x="0" y="208"/>
                      <a:pt x="4" y="225"/>
                    </a:cubicBezTo>
                    <a:cubicBezTo>
                      <a:pt x="7" y="240"/>
                      <a:pt x="21" y="250"/>
                      <a:pt x="35" y="250"/>
                    </a:cubicBezTo>
                    <a:cubicBezTo>
                      <a:pt x="38" y="250"/>
                      <a:pt x="40" y="249"/>
                      <a:pt x="42" y="249"/>
                    </a:cubicBezTo>
                    <a:cubicBezTo>
                      <a:pt x="189" y="215"/>
                      <a:pt x="226" y="92"/>
                      <a:pt x="224"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Oval 527"/>
              <p:cNvSpPr>
                <a:spLocks noChangeArrowheads="1"/>
              </p:cNvSpPr>
              <p:nvPr/>
            </p:nvSpPr>
            <p:spPr bwMode="auto">
              <a:xfrm>
                <a:off x="1855788" y="5022850"/>
                <a:ext cx="233363" cy="2317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528"/>
              <p:cNvSpPr>
                <a:spLocks/>
              </p:cNvSpPr>
              <p:nvPr/>
            </p:nvSpPr>
            <p:spPr bwMode="auto">
              <a:xfrm>
                <a:off x="2568575" y="5821363"/>
                <a:ext cx="481013" cy="400050"/>
              </a:xfrm>
              <a:custGeom>
                <a:avLst/>
                <a:gdLst>
                  <a:gd name="T0" fmla="*/ 353 w 372"/>
                  <a:gd name="T1" fmla="*/ 77 h 310"/>
                  <a:gd name="T2" fmla="*/ 367 w 372"/>
                  <a:gd name="T3" fmla="*/ 51 h 310"/>
                  <a:gd name="T4" fmla="*/ 341 w 372"/>
                  <a:gd name="T5" fmla="*/ 36 h 310"/>
                  <a:gd name="T6" fmla="*/ 242 w 372"/>
                  <a:gd name="T7" fmla="*/ 64 h 310"/>
                  <a:gd name="T8" fmla="*/ 179 w 372"/>
                  <a:gd name="T9" fmla="*/ 93 h 310"/>
                  <a:gd name="T10" fmla="*/ 105 w 372"/>
                  <a:gd name="T11" fmla="*/ 48 h 310"/>
                  <a:gd name="T12" fmla="*/ 47 w 372"/>
                  <a:gd name="T13" fmla="*/ 7 h 310"/>
                  <a:gd name="T14" fmla="*/ 18 w 372"/>
                  <a:gd name="T15" fmla="*/ 12 h 310"/>
                  <a:gd name="T16" fmla="*/ 23 w 372"/>
                  <a:gd name="T17" fmla="*/ 41 h 310"/>
                  <a:gd name="T18" fmla="*/ 113 w 372"/>
                  <a:gd name="T19" fmla="*/ 105 h 310"/>
                  <a:gd name="T20" fmla="*/ 113 w 372"/>
                  <a:gd name="T21" fmla="*/ 206 h 310"/>
                  <a:gd name="T22" fmla="*/ 23 w 372"/>
                  <a:gd name="T23" fmla="*/ 242 h 310"/>
                  <a:gd name="T24" fmla="*/ 6 w 372"/>
                  <a:gd name="T25" fmla="*/ 281 h 310"/>
                  <a:gd name="T26" fmla="*/ 34 w 372"/>
                  <a:gd name="T27" fmla="*/ 300 h 310"/>
                  <a:gd name="T28" fmla="*/ 45 w 372"/>
                  <a:gd name="T29" fmla="*/ 298 h 310"/>
                  <a:gd name="T30" fmla="*/ 139 w 372"/>
                  <a:gd name="T31" fmla="*/ 260 h 310"/>
                  <a:gd name="T32" fmla="*/ 220 w 372"/>
                  <a:gd name="T33" fmla="*/ 260 h 310"/>
                  <a:gd name="T34" fmla="*/ 325 w 372"/>
                  <a:gd name="T35" fmla="*/ 307 h 310"/>
                  <a:gd name="T36" fmla="*/ 337 w 372"/>
                  <a:gd name="T37" fmla="*/ 310 h 310"/>
                  <a:gd name="T38" fmla="*/ 365 w 372"/>
                  <a:gd name="T39" fmla="*/ 292 h 310"/>
                  <a:gd name="T40" fmla="*/ 350 w 372"/>
                  <a:gd name="T41" fmla="*/ 252 h 310"/>
                  <a:gd name="T42" fmla="*/ 245 w 372"/>
                  <a:gd name="T43" fmla="*/ 206 h 310"/>
                  <a:gd name="T44" fmla="*/ 245 w 372"/>
                  <a:gd name="T45" fmla="*/ 107 h 310"/>
                  <a:gd name="T46" fmla="*/ 353 w 372"/>
                  <a:gd name="T47" fmla="*/ 77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2" h="310">
                    <a:moveTo>
                      <a:pt x="353" y="77"/>
                    </a:moveTo>
                    <a:cubicBezTo>
                      <a:pt x="364" y="73"/>
                      <a:pt x="370" y="62"/>
                      <a:pt x="367" y="51"/>
                    </a:cubicBezTo>
                    <a:cubicBezTo>
                      <a:pt x="364" y="39"/>
                      <a:pt x="352" y="33"/>
                      <a:pt x="341" y="36"/>
                    </a:cubicBezTo>
                    <a:cubicBezTo>
                      <a:pt x="242" y="64"/>
                      <a:pt x="242" y="64"/>
                      <a:pt x="242" y="64"/>
                    </a:cubicBezTo>
                    <a:cubicBezTo>
                      <a:pt x="227" y="82"/>
                      <a:pt x="204" y="93"/>
                      <a:pt x="179" y="93"/>
                    </a:cubicBezTo>
                    <a:cubicBezTo>
                      <a:pt x="147" y="93"/>
                      <a:pt x="119" y="74"/>
                      <a:pt x="105" y="48"/>
                    </a:cubicBezTo>
                    <a:cubicBezTo>
                      <a:pt x="47" y="7"/>
                      <a:pt x="47" y="7"/>
                      <a:pt x="47" y="7"/>
                    </a:cubicBezTo>
                    <a:cubicBezTo>
                      <a:pt x="37" y="0"/>
                      <a:pt x="24" y="2"/>
                      <a:pt x="18" y="12"/>
                    </a:cubicBezTo>
                    <a:cubicBezTo>
                      <a:pt x="11" y="21"/>
                      <a:pt x="13" y="34"/>
                      <a:pt x="23" y="41"/>
                    </a:cubicBezTo>
                    <a:cubicBezTo>
                      <a:pt x="113" y="105"/>
                      <a:pt x="113" y="105"/>
                      <a:pt x="113" y="105"/>
                    </a:cubicBezTo>
                    <a:cubicBezTo>
                      <a:pt x="113" y="206"/>
                      <a:pt x="113" y="206"/>
                      <a:pt x="113" y="206"/>
                    </a:cubicBezTo>
                    <a:cubicBezTo>
                      <a:pt x="23" y="242"/>
                      <a:pt x="23" y="242"/>
                      <a:pt x="23" y="242"/>
                    </a:cubicBezTo>
                    <a:cubicBezTo>
                      <a:pt x="8" y="248"/>
                      <a:pt x="0" y="265"/>
                      <a:pt x="6" y="281"/>
                    </a:cubicBezTo>
                    <a:cubicBezTo>
                      <a:pt x="11" y="293"/>
                      <a:pt x="22" y="300"/>
                      <a:pt x="34" y="300"/>
                    </a:cubicBezTo>
                    <a:cubicBezTo>
                      <a:pt x="38" y="300"/>
                      <a:pt x="42" y="299"/>
                      <a:pt x="45" y="298"/>
                    </a:cubicBezTo>
                    <a:cubicBezTo>
                      <a:pt x="139" y="260"/>
                      <a:pt x="139" y="260"/>
                      <a:pt x="139" y="260"/>
                    </a:cubicBezTo>
                    <a:cubicBezTo>
                      <a:pt x="220" y="260"/>
                      <a:pt x="220" y="260"/>
                      <a:pt x="220" y="260"/>
                    </a:cubicBezTo>
                    <a:cubicBezTo>
                      <a:pt x="325" y="307"/>
                      <a:pt x="325" y="307"/>
                      <a:pt x="325" y="307"/>
                    </a:cubicBezTo>
                    <a:cubicBezTo>
                      <a:pt x="329" y="309"/>
                      <a:pt x="333" y="310"/>
                      <a:pt x="337" y="310"/>
                    </a:cubicBezTo>
                    <a:cubicBezTo>
                      <a:pt x="349" y="310"/>
                      <a:pt x="360" y="303"/>
                      <a:pt x="365" y="292"/>
                    </a:cubicBezTo>
                    <a:cubicBezTo>
                      <a:pt x="372" y="277"/>
                      <a:pt x="365" y="259"/>
                      <a:pt x="350" y="252"/>
                    </a:cubicBezTo>
                    <a:cubicBezTo>
                      <a:pt x="245" y="206"/>
                      <a:pt x="245" y="206"/>
                      <a:pt x="245" y="206"/>
                    </a:cubicBezTo>
                    <a:cubicBezTo>
                      <a:pt x="245" y="107"/>
                      <a:pt x="245" y="107"/>
                      <a:pt x="245" y="107"/>
                    </a:cubicBezTo>
                    <a:lnTo>
                      <a:pt x="353" y="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529"/>
              <p:cNvSpPr>
                <a:spLocks noEditPoints="1"/>
              </p:cNvSpPr>
              <p:nvPr/>
            </p:nvSpPr>
            <p:spPr bwMode="auto">
              <a:xfrm>
                <a:off x="2713038" y="5746750"/>
                <a:ext cx="173038" cy="171450"/>
              </a:xfrm>
              <a:custGeom>
                <a:avLst/>
                <a:gdLst>
                  <a:gd name="T0" fmla="*/ 67 w 134"/>
                  <a:gd name="T1" fmla="*/ 133 h 133"/>
                  <a:gd name="T2" fmla="*/ 134 w 134"/>
                  <a:gd name="T3" fmla="*/ 67 h 133"/>
                  <a:gd name="T4" fmla="*/ 67 w 134"/>
                  <a:gd name="T5" fmla="*/ 0 h 133"/>
                  <a:gd name="T6" fmla="*/ 0 w 134"/>
                  <a:gd name="T7" fmla="*/ 67 h 133"/>
                  <a:gd name="T8" fmla="*/ 67 w 134"/>
                  <a:gd name="T9" fmla="*/ 133 h 133"/>
                  <a:gd name="T10" fmla="*/ 25 w 134"/>
                  <a:gd name="T11" fmla="*/ 91 h 133"/>
                  <a:gd name="T12" fmla="*/ 69 w 134"/>
                  <a:gd name="T13" fmla="*/ 75 h 133"/>
                  <a:gd name="T14" fmla="*/ 104 w 134"/>
                  <a:gd name="T15" fmla="*/ 106 h 133"/>
                  <a:gd name="T16" fmla="*/ 64 w 134"/>
                  <a:gd name="T17" fmla="*/ 98 h 133"/>
                  <a:gd name="T18" fmla="*/ 25 w 134"/>
                  <a:gd name="T19" fmla="*/ 91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133">
                    <a:moveTo>
                      <a:pt x="67" y="133"/>
                    </a:moveTo>
                    <a:cubicBezTo>
                      <a:pt x="104" y="133"/>
                      <a:pt x="134" y="104"/>
                      <a:pt x="134" y="67"/>
                    </a:cubicBezTo>
                    <a:cubicBezTo>
                      <a:pt x="134" y="30"/>
                      <a:pt x="104" y="0"/>
                      <a:pt x="67" y="0"/>
                    </a:cubicBezTo>
                    <a:cubicBezTo>
                      <a:pt x="30" y="0"/>
                      <a:pt x="0" y="30"/>
                      <a:pt x="0" y="67"/>
                    </a:cubicBezTo>
                    <a:cubicBezTo>
                      <a:pt x="0" y="104"/>
                      <a:pt x="30" y="133"/>
                      <a:pt x="67" y="133"/>
                    </a:cubicBezTo>
                    <a:close/>
                    <a:moveTo>
                      <a:pt x="25" y="91"/>
                    </a:moveTo>
                    <a:cubicBezTo>
                      <a:pt x="27" y="79"/>
                      <a:pt x="47" y="71"/>
                      <a:pt x="69" y="75"/>
                    </a:cubicBezTo>
                    <a:cubicBezTo>
                      <a:pt x="91" y="79"/>
                      <a:pt x="107" y="93"/>
                      <a:pt x="104" y="106"/>
                    </a:cubicBezTo>
                    <a:cubicBezTo>
                      <a:pt x="102" y="118"/>
                      <a:pt x="86" y="102"/>
                      <a:pt x="64" y="98"/>
                    </a:cubicBezTo>
                    <a:cubicBezTo>
                      <a:pt x="42" y="95"/>
                      <a:pt x="22" y="104"/>
                      <a:pt x="25" y="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530"/>
              <p:cNvSpPr>
                <a:spLocks/>
              </p:cNvSpPr>
              <p:nvPr/>
            </p:nvSpPr>
            <p:spPr bwMode="auto">
              <a:xfrm>
                <a:off x="2616200" y="5603875"/>
                <a:ext cx="257175" cy="182563"/>
              </a:xfrm>
              <a:custGeom>
                <a:avLst/>
                <a:gdLst>
                  <a:gd name="T0" fmla="*/ 174 w 199"/>
                  <a:gd name="T1" fmla="*/ 95 h 141"/>
                  <a:gd name="T2" fmla="*/ 181 w 199"/>
                  <a:gd name="T3" fmla="*/ 93 h 141"/>
                  <a:gd name="T4" fmla="*/ 199 w 199"/>
                  <a:gd name="T5" fmla="*/ 61 h 141"/>
                  <a:gd name="T6" fmla="*/ 198 w 199"/>
                  <a:gd name="T7" fmla="*/ 55 h 141"/>
                  <a:gd name="T8" fmla="*/ 193 w 199"/>
                  <a:gd name="T9" fmla="*/ 54 h 141"/>
                  <a:gd name="T10" fmla="*/ 163 w 199"/>
                  <a:gd name="T11" fmla="*/ 63 h 141"/>
                  <a:gd name="T12" fmla="*/ 159 w 199"/>
                  <a:gd name="T13" fmla="*/ 10 h 141"/>
                  <a:gd name="T14" fmla="*/ 156 w 199"/>
                  <a:gd name="T15" fmla="*/ 6 h 141"/>
                  <a:gd name="T16" fmla="*/ 150 w 199"/>
                  <a:gd name="T17" fmla="*/ 8 h 141"/>
                  <a:gd name="T18" fmla="*/ 127 w 199"/>
                  <a:gd name="T19" fmla="*/ 42 h 141"/>
                  <a:gd name="T20" fmla="*/ 103 w 199"/>
                  <a:gd name="T21" fmla="*/ 2 h 141"/>
                  <a:gd name="T22" fmla="*/ 98 w 199"/>
                  <a:gd name="T23" fmla="*/ 0 h 141"/>
                  <a:gd name="T24" fmla="*/ 94 w 199"/>
                  <a:gd name="T25" fmla="*/ 4 h 141"/>
                  <a:gd name="T26" fmla="*/ 87 w 199"/>
                  <a:gd name="T27" fmla="*/ 47 h 141"/>
                  <a:gd name="T28" fmla="*/ 45 w 199"/>
                  <a:gd name="T29" fmla="*/ 24 h 141"/>
                  <a:gd name="T30" fmla="*/ 39 w 199"/>
                  <a:gd name="T31" fmla="*/ 24 h 141"/>
                  <a:gd name="T32" fmla="*/ 38 w 199"/>
                  <a:gd name="T33" fmla="*/ 30 h 141"/>
                  <a:gd name="T34" fmla="*/ 59 w 199"/>
                  <a:gd name="T35" fmla="*/ 75 h 141"/>
                  <a:gd name="T36" fmla="*/ 22 w 199"/>
                  <a:gd name="T37" fmla="*/ 76 h 141"/>
                  <a:gd name="T38" fmla="*/ 17 w 199"/>
                  <a:gd name="T39" fmla="*/ 79 h 141"/>
                  <a:gd name="T40" fmla="*/ 19 w 199"/>
                  <a:gd name="T41" fmla="*/ 84 h 141"/>
                  <a:gd name="T42" fmla="*/ 43 w 199"/>
                  <a:gd name="T43" fmla="*/ 105 h 141"/>
                  <a:gd name="T44" fmla="*/ 4 w 199"/>
                  <a:gd name="T45" fmla="*/ 121 h 141"/>
                  <a:gd name="T46" fmla="*/ 0 w 199"/>
                  <a:gd name="T47" fmla="*/ 126 h 141"/>
                  <a:gd name="T48" fmla="*/ 4 w 199"/>
                  <a:gd name="T49" fmla="*/ 130 h 141"/>
                  <a:gd name="T50" fmla="*/ 48 w 199"/>
                  <a:gd name="T51" fmla="*/ 141 h 141"/>
                  <a:gd name="T52" fmla="*/ 48 w 199"/>
                  <a:gd name="T53" fmla="*/ 141 h 141"/>
                  <a:gd name="T54" fmla="*/ 54 w 199"/>
                  <a:gd name="T55" fmla="*/ 137 h 141"/>
                  <a:gd name="T56" fmla="*/ 51 w 199"/>
                  <a:gd name="T57" fmla="*/ 131 h 141"/>
                  <a:gd name="T58" fmla="*/ 21 w 199"/>
                  <a:gd name="T59" fmla="*/ 124 h 141"/>
                  <a:gd name="T60" fmla="*/ 54 w 199"/>
                  <a:gd name="T61" fmla="*/ 111 h 141"/>
                  <a:gd name="T62" fmla="*/ 57 w 199"/>
                  <a:gd name="T63" fmla="*/ 107 h 141"/>
                  <a:gd name="T64" fmla="*/ 55 w 199"/>
                  <a:gd name="T65" fmla="*/ 102 h 141"/>
                  <a:gd name="T66" fmla="*/ 35 w 199"/>
                  <a:gd name="T67" fmla="*/ 85 h 141"/>
                  <a:gd name="T68" fmla="*/ 67 w 199"/>
                  <a:gd name="T69" fmla="*/ 85 h 141"/>
                  <a:gd name="T70" fmla="*/ 71 w 199"/>
                  <a:gd name="T71" fmla="*/ 82 h 141"/>
                  <a:gd name="T72" fmla="*/ 71 w 199"/>
                  <a:gd name="T73" fmla="*/ 78 h 141"/>
                  <a:gd name="T74" fmla="*/ 53 w 199"/>
                  <a:gd name="T75" fmla="*/ 40 h 141"/>
                  <a:gd name="T76" fmla="*/ 89 w 199"/>
                  <a:gd name="T77" fmla="*/ 59 h 141"/>
                  <a:gd name="T78" fmla="*/ 93 w 199"/>
                  <a:gd name="T79" fmla="*/ 59 h 141"/>
                  <a:gd name="T80" fmla="*/ 96 w 199"/>
                  <a:gd name="T81" fmla="*/ 56 h 141"/>
                  <a:gd name="T82" fmla="*/ 102 w 199"/>
                  <a:gd name="T83" fmla="*/ 19 h 141"/>
                  <a:gd name="T84" fmla="*/ 123 w 199"/>
                  <a:gd name="T85" fmla="*/ 54 h 141"/>
                  <a:gd name="T86" fmla="*/ 127 w 199"/>
                  <a:gd name="T87" fmla="*/ 56 h 141"/>
                  <a:gd name="T88" fmla="*/ 131 w 199"/>
                  <a:gd name="T89" fmla="*/ 54 h 141"/>
                  <a:gd name="T90" fmla="*/ 151 w 199"/>
                  <a:gd name="T91" fmla="*/ 25 h 141"/>
                  <a:gd name="T92" fmla="*/ 153 w 199"/>
                  <a:gd name="T93" fmla="*/ 70 h 141"/>
                  <a:gd name="T94" fmla="*/ 155 w 199"/>
                  <a:gd name="T95" fmla="*/ 74 h 141"/>
                  <a:gd name="T96" fmla="*/ 160 w 199"/>
                  <a:gd name="T97" fmla="*/ 74 h 141"/>
                  <a:gd name="T98" fmla="*/ 184 w 199"/>
                  <a:gd name="T99" fmla="*/ 67 h 141"/>
                  <a:gd name="T100" fmla="*/ 172 w 199"/>
                  <a:gd name="T101" fmla="*/ 89 h 141"/>
                  <a:gd name="T102" fmla="*/ 174 w 199"/>
                  <a:gd name="T103" fmla="*/ 95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9" h="141">
                    <a:moveTo>
                      <a:pt x="174" y="95"/>
                    </a:moveTo>
                    <a:cubicBezTo>
                      <a:pt x="177" y="97"/>
                      <a:pt x="180" y="96"/>
                      <a:pt x="181" y="93"/>
                    </a:cubicBezTo>
                    <a:cubicBezTo>
                      <a:pt x="199" y="61"/>
                      <a:pt x="199" y="61"/>
                      <a:pt x="199" y="61"/>
                    </a:cubicBezTo>
                    <a:cubicBezTo>
                      <a:pt x="199" y="59"/>
                      <a:pt x="199" y="57"/>
                      <a:pt x="198" y="55"/>
                    </a:cubicBezTo>
                    <a:cubicBezTo>
                      <a:pt x="197" y="54"/>
                      <a:pt x="195" y="53"/>
                      <a:pt x="193" y="54"/>
                    </a:cubicBezTo>
                    <a:cubicBezTo>
                      <a:pt x="163" y="63"/>
                      <a:pt x="163" y="63"/>
                      <a:pt x="163" y="63"/>
                    </a:cubicBezTo>
                    <a:cubicBezTo>
                      <a:pt x="159" y="10"/>
                      <a:pt x="159" y="10"/>
                      <a:pt x="159" y="10"/>
                    </a:cubicBezTo>
                    <a:cubicBezTo>
                      <a:pt x="159" y="8"/>
                      <a:pt x="158" y="6"/>
                      <a:pt x="156" y="6"/>
                    </a:cubicBezTo>
                    <a:cubicBezTo>
                      <a:pt x="154" y="5"/>
                      <a:pt x="152" y="6"/>
                      <a:pt x="150" y="8"/>
                    </a:cubicBezTo>
                    <a:cubicBezTo>
                      <a:pt x="127" y="42"/>
                      <a:pt x="127" y="42"/>
                      <a:pt x="127" y="42"/>
                    </a:cubicBezTo>
                    <a:cubicBezTo>
                      <a:pt x="103" y="2"/>
                      <a:pt x="103" y="2"/>
                      <a:pt x="103" y="2"/>
                    </a:cubicBezTo>
                    <a:cubicBezTo>
                      <a:pt x="102" y="1"/>
                      <a:pt x="100" y="0"/>
                      <a:pt x="98" y="0"/>
                    </a:cubicBezTo>
                    <a:cubicBezTo>
                      <a:pt x="96" y="1"/>
                      <a:pt x="94" y="2"/>
                      <a:pt x="94" y="4"/>
                    </a:cubicBezTo>
                    <a:cubicBezTo>
                      <a:pt x="87" y="47"/>
                      <a:pt x="87" y="47"/>
                      <a:pt x="87" y="47"/>
                    </a:cubicBezTo>
                    <a:cubicBezTo>
                      <a:pt x="45" y="24"/>
                      <a:pt x="45" y="24"/>
                      <a:pt x="45" y="24"/>
                    </a:cubicBezTo>
                    <a:cubicBezTo>
                      <a:pt x="43" y="23"/>
                      <a:pt x="41" y="23"/>
                      <a:pt x="39" y="24"/>
                    </a:cubicBezTo>
                    <a:cubicBezTo>
                      <a:pt x="38" y="26"/>
                      <a:pt x="37" y="28"/>
                      <a:pt x="38" y="30"/>
                    </a:cubicBezTo>
                    <a:cubicBezTo>
                      <a:pt x="59" y="75"/>
                      <a:pt x="59" y="75"/>
                      <a:pt x="59" y="75"/>
                    </a:cubicBezTo>
                    <a:cubicBezTo>
                      <a:pt x="22" y="76"/>
                      <a:pt x="22" y="76"/>
                      <a:pt x="22" y="76"/>
                    </a:cubicBezTo>
                    <a:cubicBezTo>
                      <a:pt x="20" y="76"/>
                      <a:pt x="18" y="77"/>
                      <a:pt x="17" y="79"/>
                    </a:cubicBezTo>
                    <a:cubicBezTo>
                      <a:pt x="17" y="81"/>
                      <a:pt x="17" y="83"/>
                      <a:pt x="19" y="84"/>
                    </a:cubicBezTo>
                    <a:cubicBezTo>
                      <a:pt x="43" y="105"/>
                      <a:pt x="43" y="105"/>
                      <a:pt x="43" y="105"/>
                    </a:cubicBezTo>
                    <a:cubicBezTo>
                      <a:pt x="4" y="121"/>
                      <a:pt x="4" y="121"/>
                      <a:pt x="4" y="121"/>
                    </a:cubicBezTo>
                    <a:cubicBezTo>
                      <a:pt x="2" y="122"/>
                      <a:pt x="0" y="123"/>
                      <a:pt x="0" y="126"/>
                    </a:cubicBezTo>
                    <a:cubicBezTo>
                      <a:pt x="1" y="128"/>
                      <a:pt x="2" y="129"/>
                      <a:pt x="4" y="130"/>
                    </a:cubicBezTo>
                    <a:cubicBezTo>
                      <a:pt x="48" y="141"/>
                      <a:pt x="48" y="141"/>
                      <a:pt x="48" y="141"/>
                    </a:cubicBezTo>
                    <a:cubicBezTo>
                      <a:pt x="48" y="141"/>
                      <a:pt x="48" y="141"/>
                      <a:pt x="48" y="141"/>
                    </a:cubicBezTo>
                    <a:cubicBezTo>
                      <a:pt x="51" y="141"/>
                      <a:pt x="54" y="140"/>
                      <a:pt x="54" y="137"/>
                    </a:cubicBezTo>
                    <a:cubicBezTo>
                      <a:pt x="55" y="134"/>
                      <a:pt x="53" y="132"/>
                      <a:pt x="51" y="131"/>
                    </a:cubicBezTo>
                    <a:cubicBezTo>
                      <a:pt x="21" y="124"/>
                      <a:pt x="21" y="124"/>
                      <a:pt x="21" y="124"/>
                    </a:cubicBezTo>
                    <a:cubicBezTo>
                      <a:pt x="54" y="111"/>
                      <a:pt x="54" y="111"/>
                      <a:pt x="54" y="111"/>
                    </a:cubicBezTo>
                    <a:cubicBezTo>
                      <a:pt x="56" y="110"/>
                      <a:pt x="57" y="109"/>
                      <a:pt x="57" y="107"/>
                    </a:cubicBezTo>
                    <a:cubicBezTo>
                      <a:pt x="57" y="105"/>
                      <a:pt x="57" y="104"/>
                      <a:pt x="55" y="102"/>
                    </a:cubicBezTo>
                    <a:cubicBezTo>
                      <a:pt x="35" y="85"/>
                      <a:pt x="35" y="85"/>
                      <a:pt x="35" y="85"/>
                    </a:cubicBezTo>
                    <a:cubicBezTo>
                      <a:pt x="67" y="85"/>
                      <a:pt x="67" y="85"/>
                      <a:pt x="67" y="85"/>
                    </a:cubicBezTo>
                    <a:cubicBezTo>
                      <a:pt x="68" y="85"/>
                      <a:pt x="70" y="84"/>
                      <a:pt x="71" y="82"/>
                    </a:cubicBezTo>
                    <a:cubicBezTo>
                      <a:pt x="72" y="81"/>
                      <a:pt x="72" y="79"/>
                      <a:pt x="71" y="78"/>
                    </a:cubicBezTo>
                    <a:cubicBezTo>
                      <a:pt x="53" y="40"/>
                      <a:pt x="53" y="40"/>
                      <a:pt x="53" y="40"/>
                    </a:cubicBezTo>
                    <a:cubicBezTo>
                      <a:pt x="89" y="59"/>
                      <a:pt x="89" y="59"/>
                      <a:pt x="89" y="59"/>
                    </a:cubicBezTo>
                    <a:cubicBezTo>
                      <a:pt x="90" y="60"/>
                      <a:pt x="92" y="60"/>
                      <a:pt x="93" y="59"/>
                    </a:cubicBezTo>
                    <a:cubicBezTo>
                      <a:pt x="95" y="59"/>
                      <a:pt x="96" y="57"/>
                      <a:pt x="96" y="56"/>
                    </a:cubicBezTo>
                    <a:cubicBezTo>
                      <a:pt x="102" y="19"/>
                      <a:pt x="102" y="19"/>
                      <a:pt x="102" y="19"/>
                    </a:cubicBezTo>
                    <a:cubicBezTo>
                      <a:pt x="123" y="54"/>
                      <a:pt x="123" y="54"/>
                      <a:pt x="123" y="54"/>
                    </a:cubicBezTo>
                    <a:cubicBezTo>
                      <a:pt x="124" y="55"/>
                      <a:pt x="125" y="56"/>
                      <a:pt x="127" y="56"/>
                    </a:cubicBezTo>
                    <a:cubicBezTo>
                      <a:pt x="129" y="56"/>
                      <a:pt x="130" y="55"/>
                      <a:pt x="131" y="54"/>
                    </a:cubicBezTo>
                    <a:cubicBezTo>
                      <a:pt x="151" y="25"/>
                      <a:pt x="151" y="25"/>
                      <a:pt x="151" y="25"/>
                    </a:cubicBezTo>
                    <a:cubicBezTo>
                      <a:pt x="153" y="70"/>
                      <a:pt x="153" y="70"/>
                      <a:pt x="153" y="70"/>
                    </a:cubicBezTo>
                    <a:cubicBezTo>
                      <a:pt x="153" y="72"/>
                      <a:pt x="154" y="73"/>
                      <a:pt x="155" y="74"/>
                    </a:cubicBezTo>
                    <a:cubicBezTo>
                      <a:pt x="157" y="75"/>
                      <a:pt x="158" y="75"/>
                      <a:pt x="160" y="74"/>
                    </a:cubicBezTo>
                    <a:cubicBezTo>
                      <a:pt x="184" y="67"/>
                      <a:pt x="184" y="67"/>
                      <a:pt x="184" y="67"/>
                    </a:cubicBezTo>
                    <a:cubicBezTo>
                      <a:pt x="172" y="89"/>
                      <a:pt x="172" y="89"/>
                      <a:pt x="172" y="89"/>
                    </a:cubicBezTo>
                    <a:cubicBezTo>
                      <a:pt x="171" y="91"/>
                      <a:pt x="172" y="94"/>
                      <a:pt x="174" y="9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531"/>
              <p:cNvSpPr>
                <a:spLocks/>
              </p:cNvSpPr>
              <p:nvPr/>
            </p:nvSpPr>
            <p:spPr bwMode="auto">
              <a:xfrm>
                <a:off x="2868613" y="5521325"/>
                <a:ext cx="68263" cy="53975"/>
              </a:xfrm>
              <a:custGeom>
                <a:avLst/>
                <a:gdLst>
                  <a:gd name="T0" fmla="*/ 2 w 53"/>
                  <a:gd name="T1" fmla="*/ 31 h 42"/>
                  <a:gd name="T2" fmla="*/ 0 w 53"/>
                  <a:gd name="T3" fmla="*/ 36 h 42"/>
                  <a:gd name="T4" fmla="*/ 38 w 53"/>
                  <a:gd name="T5" fmla="*/ 35 h 42"/>
                  <a:gd name="T6" fmla="*/ 52 w 53"/>
                  <a:gd name="T7" fmla="*/ 0 h 42"/>
                  <a:gd name="T8" fmla="*/ 46 w 53"/>
                  <a:gd name="T9" fmla="*/ 0 h 42"/>
                  <a:gd name="T10" fmla="*/ 34 w 53"/>
                  <a:gd name="T11" fmla="*/ 30 h 42"/>
                  <a:gd name="T12" fmla="*/ 2 w 53"/>
                  <a:gd name="T13" fmla="*/ 31 h 42"/>
                </a:gdLst>
                <a:ahLst/>
                <a:cxnLst>
                  <a:cxn ang="0">
                    <a:pos x="T0" y="T1"/>
                  </a:cxn>
                  <a:cxn ang="0">
                    <a:pos x="T2" y="T3"/>
                  </a:cxn>
                  <a:cxn ang="0">
                    <a:pos x="T4" y="T5"/>
                  </a:cxn>
                  <a:cxn ang="0">
                    <a:pos x="T6" y="T7"/>
                  </a:cxn>
                  <a:cxn ang="0">
                    <a:pos x="T8" y="T9"/>
                  </a:cxn>
                  <a:cxn ang="0">
                    <a:pos x="T10" y="T11"/>
                  </a:cxn>
                  <a:cxn ang="0">
                    <a:pos x="T12" y="T13"/>
                  </a:cxn>
                </a:cxnLst>
                <a:rect l="0" t="0" r="r" b="b"/>
                <a:pathLst>
                  <a:path w="53" h="42">
                    <a:moveTo>
                      <a:pt x="2" y="31"/>
                    </a:moveTo>
                    <a:cubicBezTo>
                      <a:pt x="0" y="36"/>
                      <a:pt x="0" y="36"/>
                      <a:pt x="0" y="36"/>
                    </a:cubicBezTo>
                    <a:cubicBezTo>
                      <a:pt x="16" y="42"/>
                      <a:pt x="28" y="42"/>
                      <a:pt x="38" y="35"/>
                    </a:cubicBezTo>
                    <a:cubicBezTo>
                      <a:pt x="53" y="24"/>
                      <a:pt x="52" y="1"/>
                      <a:pt x="52" y="0"/>
                    </a:cubicBezTo>
                    <a:cubicBezTo>
                      <a:pt x="46" y="0"/>
                      <a:pt x="46" y="0"/>
                      <a:pt x="46" y="0"/>
                    </a:cubicBezTo>
                    <a:cubicBezTo>
                      <a:pt x="46" y="0"/>
                      <a:pt x="47" y="21"/>
                      <a:pt x="34" y="30"/>
                    </a:cubicBezTo>
                    <a:cubicBezTo>
                      <a:pt x="27" y="36"/>
                      <a:pt x="16" y="36"/>
                      <a:pt x="2"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532"/>
              <p:cNvSpPr>
                <a:spLocks/>
              </p:cNvSpPr>
              <p:nvPr/>
            </p:nvSpPr>
            <p:spPr bwMode="auto">
              <a:xfrm>
                <a:off x="2933700" y="5526088"/>
                <a:ext cx="53975" cy="74613"/>
              </a:xfrm>
              <a:custGeom>
                <a:avLst/>
                <a:gdLst>
                  <a:gd name="T0" fmla="*/ 42 w 42"/>
                  <a:gd name="T1" fmla="*/ 52 h 58"/>
                  <a:gd name="T2" fmla="*/ 13 w 42"/>
                  <a:gd name="T3" fmla="*/ 36 h 58"/>
                  <a:gd name="T4" fmla="*/ 17 w 42"/>
                  <a:gd name="T5" fmla="*/ 3 h 58"/>
                  <a:gd name="T6" fmla="*/ 12 w 42"/>
                  <a:gd name="T7" fmla="*/ 0 h 58"/>
                  <a:gd name="T8" fmla="*/ 8 w 42"/>
                  <a:gd name="T9" fmla="*/ 39 h 58"/>
                  <a:gd name="T10" fmla="*/ 17 w 42"/>
                  <a:gd name="T11" fmla="*/ 49 h 58"/>
                  <a:gd name="T12" fmla="*/ 41 w 42"/>
                  <a:gd name="T13" fmla="*/ 58 h 58"/>
                  <a:gd name="T14" fmla="*/ 42 w 42"/>
                  <a:gd name="T15" fmla="*/ 52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58">
                    <a:moveTo>
                      <a:pt x="42" y="52"/>
                    </a:moveTo>
                    <a:cubicBezTo>
                      <a:pt x="27" y="50"/>
                      <a:pt x="17" y="45"/>
                      <a:pt x="13" y="36"/>
                    </a:cubicBezTo>
                    <a:cubicBezTo>
                      <a:pt x="6" y="22"/>
                      <a:pt x="17" y="3"/>
                      <a:pt x="17" y="3"/>
                    </a:cubicBezTo>
                    <a:cubicBezTo>
                      <a:pt x="12" y="0"/>
                      <a:pt x="12" y="0"/>
                      <a:pt x="12" y="0"/>
                    </a:cubicBezTo>
                    <a:cubicBezTo>
                      <a:pt x="12" y="1"/>
                      <a:pt x="0" y="22"/>
                      <a:pt x="8" y="39"/>
                    </a:cubicBezTo>
                    <a:cubicBezTo>
                      <a:pt x="10" y="43"/>
                      <a:pt x="13" y="46"/>
                      <a:pt x="17" y="49"/>
                    </a:cubicBezTo>
                    <a:cubicBezTo>
                      <a:pt x="23" y="53"/>
                      <a:pt x="31" y="56"/>
                      <a:pt x="41" y="58"/>
                    </a:cubicBezTo>
                    <a:lnTo>
                      <a:pt x="42" y="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533"/>
              <p:cNvSpPr>
                <a:spLocks/>
              </p:cNvSpPr>
              <p:nvPr/>
            </p:nvSpPr>
            <p:spPr bwMode="auto">
              <a:xfrm>
                <a:off x="2911475" y="5605463"/>
                <a:ext cx="68263" cy="55563"/>
              </a:xfrm>
              <a:custGeom>
                <a:avLst/>
                <a:gdLst>
                  <a:gd name="T0" fmla="*/ 54 w 54"/>
                  <a:gd name="T1" fmla="*/ 8 h 43"/>
                  <a:gd name="T2" fmla="*/ 16 w 54"/>
                  <a:gd name="T3" fmla="*/ 6 h 43"/>
                  <a:gd name="T4" fmla="*/ 1 w 54"/>
                  <a:gd name="T5" fmla="*/ 43 h 43"/>
                  <a:gd name="T6" fmla="*/ 7 w 54"/>
                  <a:gd name="T7" fmla="*/ 43 h 43"/>
                  <a:gd name="T8" fmla="*/ 19 w 54"/>
                  <a:gd name="T9" fmla="*/ 11 h 43"/>
                  <a:gd name="T10" fmla="*/ 51 w 54"/>
                  <a:gd name="T11" fmla="*/ 13 h 43"/>
                  <a:gd name="T12" fmla="*/ 54 w 54"/>
                  <a:gd name="T13" fmla="*/ 8 h 43"/>
                </a:gdLst>
                <a:ahLst/>
                <a:cxnLst>
                  <a:cxn ang="0">
                    <a:pos x="T0" y="T1"/>
                  </a:cxn>
                  <a:cxn ang="0">
                    <a:pos x="T2" y="T3"/>
                  </a:cxn>
                  <a:cxn ang="0">
                    <a:pos x="T4" y="T5"/>
                  </a:cxn>
                  <a:cxn ang="0">
                    <a:pos x="T6" y="T7"/>
                  </a:cxn>
                  <a:cxn ang="0">
                    <a:pos x="T8" y="T9"/>
                  </a:cxn>
                  <a:cxn ang="0">
                    <a:pos x="T10" y="T11"/>
                  </a:cxn>
                  <a:cxn ang="0">
                    <a:pos x="T12" y="T13"/>
                  </a:cxn>
                </a:cxnLst>
                <a:rect l="0" t="0" r="r" b="b"/>
                <a:pathLst>
                  <a:path w="54" h="43">
                    <a:moveTo>
                      <a:pt x="54" y="8"/>
                    </a:moveTo>
                    <a:cubicBezTo>
                      <a:pt x="38" y="0"/>
                      <a:pt x="25" y="0"/>
                      <a:pt x="16" y="6"/>
                    </a:cubicBezTo>
                    <a:cubicBezTo>
                      <a:pt x="0" y="16"/>
                      <a:pt x="1" y="42"/>
                      <a:pt x="1" y="43"/>
                    </a:cubicBezTo>
                    <a:cubicBezTo>
                      <a:pt x="7" y="43"/>
                      <a:pt x="7" y="43"/>
                      <a:pt x="7" y="43"/>
                    </a:cubicBezTo>
                    <a:cubicBezTo>
                      <a:pt x="7" y="43"/>
                      <a:pt x="6" y="19"/>
                      <a:pt x="19" y="11"/>
                    </a:cubicBezTo>
                    <a:cubicBezTo>
                      <a:pt x="27" y="6"/>
                      <a:pt x="37" y="6"/>
                      <a:pt x="51" y="13"/>
                    </a:cubicBezTo>
                    <a:lnTo>
                      <a:pt x="54"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534"/>
              <p:cNvSpPr>
                <a:spLocks/>
              </p:cNvSpPr>
              <p:nvPr/>
            </p:nvSpPr>
            <p:spPr bwMode="auto">
              <a:xfrm>
                <a:off x="2860675" y="5581650"/>
                <a:ext cx="55563" cy="74613"/>
              </a:xfrm>
              <a:custGeom>
                <a:avLst/>
                <a:gdLst>
                  <a:gd name="T0" fmla="*/ 29 w 43"/>
                  <a:gd name="T1" fmla="*/ 57 h 57"/>
                  <a:gd name="T2" fmla="*/ 35 w 43"/>
                  <a:gd name="T3" fmla="*/ 17 h 57"/>
                  <a:gd name="T4" fmla="*/ 0 w 43"/>
                  <a:gd name="T5" fmla="*/ 0 h 57"/>
                  <a:gd name="T6" fmla="*/ 0 w 43"/>
                  <a:gd name="T7" fmla="*/ 6 h 57"/>
                  <a:gd name="T8" fmla="*/ 30 w 43"/>
                  <a:gd name="T9" fmla="*/ 20 h 57"/>
                  <a:gd name="T10" fmla="*/ 24 w 43"/>
                  <a:gd name="T11" fmla="*/ 54 h 57"/>
                  <a:gd name="T12" fmla="*/ 29 w 43"/>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43" h="57">
                    <a:moveTo>
                      <a:pt x="29" y="57"/>
                    </a:moveTo>
                    <a:cubicBezTo>
                      <a:pt x="29" y="56"/>
                      <a:pt x="43" y="34"/>
                      <a:pt x="35" y="17"/>
                    </a:cubicBezTo>
                    <a:cubicBezTo>
                      <a:pt x="30" y="7"/>
                      <a:pt x="18" y="1"/>
                      <a:pt x="0" y="0"/>
                    </a:cubicBezTo>
                    <a:cubicBezTo>
                      <a:pt x="0" y="6"/>
                      <a:pt x="0" y="6"/>
                      <a:pt x="0" y="6"/>
                    </a:cubicBezTo>
                    <a:cubicBezTo>
                      <a:pt x="16" y="7"/>
                      <a:pt x="26" y="12"/>
                      <a:pt x="30" y="20"/>
                    </a:cubicBezTo>
                    <a:cubicBezTo>
                      <a:pt x="37" y="34"/>
                      <a:pt x="24" y="54"/>
                      <a:pt x="24" y="54"/>
                    </a:cubicBezTo>
                    <a:lnTo>
                      <a:pt x="29"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535"/>
              <p:cNvSpPr>
                <a:spLocks/>
              </p:cNvSpPr>
              <p:nvPr/>
            </p:nvSpPr>
            <p:spPr bwMode="auto">
              <a:xfrm>
                <a:off x="2538413" y="5926138"/>
                <a:ext cx="47625" cy="76200"/>
              </a:xfrm>
              <a:custGeom>
                <a:avLst/>
                <a:gdLst>
                  <a:gd name="T0" fmla="*/ 0 w 37"/>
                  <a:gd name="T1" fmla="*/ 54 h 59"/>
                  <a:gd name="T2" fmla="*/ 1 w 37"/>
                  <a:gd name="T3" fmla="*/ 59 h 59"/>
                  <a:gd name="T4" fmla="*/ 31 w 37"/>
                  <a:gd name="T5" fmla="*/ 37 h 59"/>
                  <a:gd name="T6" fmla="*/ 23 w 37"/>
                  <a:gd name="T7" fmla="*/ 0 h 59"/>
                  <a:gd name="T8" fmla="*/ 18 w 37"/>
                  <a:gd name="T9" fmla="*/ 3 h 59"/>
                  <a:gd name="T10" fmla="*/ 26 w 37"/>
                  <a:gd name="T11" fmla="*/ 35 h 59"/>
                  <a:gd name="T12" fmla="*/ 0 w 37"/>
                  <a:gd name="T13" fmla="*/ 54 h 59"/>
                </a:gdLst>
                <a:ahLst/>
                <a:cxnLst>
                  <a:cxn ang="0">
                    <a:pos x="T0" y="T1"/>
                  </a:cxn>
                  <a:cxn ang="0">
                    <a:pos x="T2" y="T3"/>
                  </a:cxn>
                  <a:cxn ang="0">
                    <a:pos x="T4" y="T5"/>
                  </a:cxn>
                  <a:cxn ang="0">
                    <a:pos x="T6" y="T7"/>
                  </a:cxn>
                  <a:cxn ang="0">
                    <a:pos x="T8" y="T9"/>
                  </a:cxn>
                  <a:cxn ang="0">
                    <a:pos x="T10" y="T11"/>
                  </a:cxn>
                  <a:cxn ang="0">
                    <a:pos x="T12" y="T13"/>
                  </a:cxn>
                </a:cxnLst>
                <a:rect l="0" t="0" r="r" b="b"/>
                <a:pathLst>
                  <a:path w="37" h="59">
                    <a:moveTo>
                      <a:pt x="0" y="54"/>
                    </a:moveTo>
                    <a:cubicBezTo>
                      <a:pt x="1" y="59"/>
                      <a:pt x="1" y="59"/>
                      <a:pt x="1" y="59"/>
                    </a:cubicBezTo>
                    <a:cubicBezTo>
                      <a:pt x="18" y="55"/>
                      <a:pt x="28" y="47"/>
                      <a:pt x="31" y="37"/>
                    </a:cubicBezTo>
                    <a:cubicBezTo>
                      <a:pt x="37" y="19"/>
                      <a:pt x="23" y="0"/>
                      <a:pt x="23" y="0"/>
                    </a:cubicBezTo>
                    <a:cubicBezTo>
                      <a:pt x="18" y="3"/>
                      <a:pt x="18" y="3"/>
                      <a:pt x="18" y="3"/>
                    </a:cubicBezTo>
                    <a:cubicBezTo>
                      <a:pt x="18" y="3"/>
                      <a:pt x="31" y="20"/>
                      <a:pt x="26" y="35"/>
                    </a:cubicBezTo>
                    <a:cubicBezTo>
                      <a:pt x="23" y="44"/>
                      <a:pt x="14" y="50"/>
                      <a:pt x="0"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536"/>
              <p:cNvSpPr>
                <a:spLocks/>
              </p:cNvSpPr>
              <p:nvPr/>
            </p:nvSpPr>
            <p:spPr bwMode="auto">
              <a:xfrm>
                <a:off x="2581275" y="5921375"/>
                <a:ext cx="74613" cy="49213"/>
              </a:xfrm>
              <a:custGeom>
                <a:avLst/>
                <a:gdLst>
                  <a:gd name="T0" fmla="*/ 22 w 57"/>
                  <a:gd name="T1" fmla="*/ 30 h 38"/>
                  <a:gd name="T2" fmla="*/ 6 w 57"/>
                  <a:gd name="T3" fmla="*/ 0 h 38"/>
                  <a:gd name="T4" fmla="*/ 0 w 57"/>
                  <a:gd name="T5" fmla="*/ 0 h 38"/>
                  <a:gd name="T6" fmla="*/ 19 w 57"/>
                  <a:gd name="T7" fmla="*/ 35 h 38"/>
                  <a:gd name="T8" fmla="*/ 33 w 57"/>
                  <a:gd name="T9" fmla="*/ 38 h 38"/>
                  <a:gd name="T10" fmla="*/ 57 w 57"/>
                  <a:gd name="T11" fmla="*/ 31 h 38"/>
                  <a:gd name="T12" fmla="*/ 54 w 57"/>
                  <a:gd name="T13" fmla="*/ 26 h 38"/>
                  <a:gd name="T14" fmla="*/ 22 w 57"/>
                  <a:gd name="T15" fmla="*/ 30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38">
                    <a:moveTo>
                      <a:pt x="22" y="30"/>
                    </a:moveTo>
                    <a:cubicBezTo>
                      <a:pt x="8" y="22"/>
                      <a:pt x="6" y="0"/>
                      <a:pt x="6" y="0"/>
                    </a:cubicBezTo>
                    <a:cubicBezTo>
                      <a:pt x="0" y="0"/>
                      <a:pt x="0" y="0"/>
                      <a:pt x="0" y="0"/>
                    </a:cubicBezTo>
                    <a:cubicBezTo>
                      <a:pt x="1" y="1"/>
                      <a:pt x="3" y="26"/>
                      <a:pt x="19" y="35"/>
                    </a:cubicBezTo>
                    <a:cubicBezTo>
                      <a:pt x="23" y="37"/>
                      <a:pt x="28" y="38"/>
                      <a:pt x="33" y="38"/>
                    </a:cubicBezTo>
                    <a:cubicBezTo>
                      <a:pt x="40" y="38"/>
                      <a:pt x="48" y="36"/>
                      <a:pt x="57" y="31"/>
                    </a:cubicBezTo>
                    <a:cubicBezTo>
                      <a:pt x="54" y="26"/>
                      <a:pt x="54" y="26"/>
                      <a:pt x="54" y="26"/>
                    </a:cubicBezTo>
                    <a:cubicBezTo>
                      <a:pt x="41" y="33"/>
                      <a:pt x="30" y="34"/>
                      <a:pt x="22"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537"/>
              <p:cNvSpPr>
                <a:spLocks/>
              </p:cNvSpPr>
              <p:nvPr/>
            </p:nvSpPr>
            <p:spPr bwMode="auto">
              <a:xfrm>
                <a:off x="2606675" y="5976938"/>
                <a:ext cx="52388" cy="77788"/>
              </a:xfrm>
              <a:custGeom>
                <a:avLst/>
                <a:gdLst>
                  <a:gd name="T0" fmla="*/ 40 w 40"/>
                  <a:gd name="T1" fmla="*/ 6 h 60"/>
                  <a:gd name="T2" fmla="*/ 39 w 40"/>
                  <a:gd name="T3" fmla="*/ 0 h 60"/>
                  <a:gd name="T4" fmla="*/ 7 w 40"/>
                  <a:gd name="T5" fmla="*/ 20 h 60"/>
                  <a:gd name="T6" fmla="*/ 17 w 40"/>
                  <a:gd name="T7" fmla="*/ 60 h 60"/>
                  <a:gd name="T8" fmla="*/ 21 w 40"/>
                  <a:gd name="T9" fmla="*/ 56 h 60"/>
                  <a:gd name="T10" fmla="*/ 13 w 40"/>
                  <a:gd name="T11" fmla="*/ 22 h 60"/>
                  <a:gd name="T12" fmla="*/ 40 w 40"/>
                  <a:gd name="T13" fmla="*/ 6 h 60"/>
                </a:gdLst>
                <a:ahLst/>
                <a:cxnLst>
                  <a:cxn ang="0">
                    <a:pos x="T0" y="T1"/>
                  </a:cxn>
                  <a:cxn ang="0">
                    <a:pos x="T2" y="T3"/>
                  </a:cxn>
                  <a:cxn ang="0">
                    <a:pos x="T4" y="T5"/>
                  </a:cxn>
                  <a:cxn ang="0">
                    <a:pos x="T6" y="T7"/>
                  </a:cxn>
                  <a:cxn ang="0">
                    <a:pos x="T8" y="T9"/>
                  </a:cxn>
                  <a:cxn ang="0">
                    <a:pos x="T10" y="T11"/>
                  </a:cxn>
                  <a:cxn ang="0">
                    <a:pos x="T12" y="T13"/>
                  </a:cxn>
                </a:cxnLst>
                <a:rect l="0" t="0" r="r" b="b"/>
                <a:pathLst>
                  <a:path w="40" h="60">
                    <a:moveTo>
                      <a:pt x="40" y="6"/>
                    </a:moveTo>
                    <a:cubicBezTo>
                      <a:pt x="39" y="0"/>
                      <a:pt x="39" y="0"/>
                      <a:pt x="39" y="0"/>
                    </a:cubicBezTo>
                    <a:cubicBezTo>
                      <a:pt x="22" y="3"/>
                      <a:pt x="11" y="10"/>
                      <a:pt x="7" y="20"/>
                    </a:cubicBezTo>
                    <a:cubicBezTo>
                      <a:pt x="0" y="38"/>
                      <a:pt x="16" y="59"/>
                      <a:pt x="17" y="60"/>
                    </a:cubicBezTo>
                    <a:cubicBezTo>
                      <a:pt x="21" y="56"/>
                      <a:pt x="21" y="56"/>
                      <a:pt x="21" y="56"/>
                    </a:cubicBezTo>
                    <a:cubicBezTo>
                      <a:pt x="21" y="56"/>
                      <a:pt x="7" y="37"/>
                      <a:pt x="13" y="22"/>
                    </a:cubicBezTo>
                    <a:cubicBezTo>
                      <a:pt x="16" y="14"/>
                      <a:pt x="25" y="9"/>
                      <a:pt x="4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538"/>
              <p:cNvSpPr>
                <a:spLocks/>
              </p:cNvSpPr>
              <p:nvPr/>
            </p:nvSpPr>
            <p:spPr bwMode="auto">
              <a:xfrm>
                <a:off x="2541588" y="6003925"/>
                <a:ext cx="73025" cy="53975"/>
              </a:xfrm>
              <a:custGeom>
                <a:avLst/>
                <a:gdLst>
                  <a:gd name="T0" fmla="*/ 35 w 56"/>
                  <a:gd name="T1" fmla="*/ 11 h 42"/>
                  <a:gd name="T2" fmla="*/ 50 w 56"/>
                  <a:gd name="T3" fmla="*/ 42 h 42"/>
                  <a:gd name="T4" fmla="*/ 56 w 56"/>
                  <a:gd name="T5" fmla="*/ 42 h 42"/>
                  <a:gd name="T6" fmla="*/ 38 w 56"/>
                  <a:gd name="T7" fmla="*/ 6 h 42"/>
                  <a:gd name="T8" fmla="*/ 0 w 56"/>
                  <a:gd name="T9" fmla="*/ 11 h 42"/>
                  <a:gd name="T10" fmla="*/ 3 w 56"/>
                  <a:gd name="T11" fmla="*/ 16 h 42"/>
                  <a:gd name="T12" fmla="*/ 35 w 56"/>
                  <a:gd name="T13" fmla="*/ 11 h 42"/>
                </a:gdLst>
                <a:ahLst/>
                <a:cxnLst>
                  <a:cxn ang="0">
                    <a:pos x="T0" y="T1"/>
                  </a:cxn>
                  <a:cxn ang="0">
                    <a:pos x="T2" y="T3"/>
                  </a:cxn>
                  <a:cxn ang="0">
                    <a:pos x="T4" y="T5"/>
                  </a:cxn>
                  <a:cxn ang="0">
                    <a:pos x="T6" y="T7"/>
                  </a:cxn>
                  <a:cxn ang="0">
                    <a:pos x="T8" y="T9"/>
                  </a:cxn>
                  <a:cxn ang="0">
                    <a:pos x="T10" y="T11"/>
                  </a:cxn>
                  <a:cxn ang="0">
                    <a:pos x="T12" y="T13"/>
                  </a:cxn>
                </a:cxnLst>
                <a:rect l="0" t="0" r="r" b="b"/>
                <a:pathLst>
                  <a:path w="56" h="42">
                    <a:moveTo>
                      <a:pt x="35" y="11"/>
                    </a:moveTo>
                    <a:cubicBezTo>
                      <a:pt x="49" y="18"/>
                      <a:pt x="50" y="42"/>
                      <a:pt x="50" y="42"/>
                    </a:cubicBezTo>
                    <a:cubicBezTo>
                      <a:pt x="56" y="42"/>
                      <a:pt x="56" y="42"/>
                      <a:pt x="56" y="42"/>
                    </a:cubicBezTo>
                    <a:cubicBezTo>
                      <a:pt x="56" y="41"/>
                      <a:pt x="54" y="15"/>
                      <a:pt x="38" y="6"/>
                    </a:cubicBezTo>
                    <a:cubicBezTo>
                      <a:pt x="28" y="0"/>
                      <a:pt x="15" y="2"/>
                      <a:pt x="0" y="11"/>
                    </a:cubicBezTo>
                    <a:cubicBezTo>
                      <a:pt x="3" y="16"/>
                      <a:pt x="3" y="16"/>
                      <a:pt x="3" y="16"/>
                    </a:cubicBezTo>
                    <a:cubicBezTo>
                      <a:pt x="16" y="8"/>
                      <a:pt x="27" y="6"/>
                      <a:pt x="3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539"/>
              <p:cNvSpPr>
                <a:spLocks/>
              </p:cNvSpPr>
              <p:nvPr/>
            </p:nvSpPr>
            <p:spPr bwMode="auto">
              <a:xfrm>
                <a:off x="2959100" y="5722938"/>
                <a:ext cx="104775" cy="77788"/>
              </a:xfrm>
              <a:custGeom>
                <a:avLst/>
                <a:gdLst>
                  <a:gd name="T0" fmla="*/ 0 w 81"/>
                  <a:gd name="T1" fmla="*/ 37 h 60"/>
                  <a:gd name="T2" fmla="*/ 79 w 81"/>
                  <a:gd name="T3" fmla="*/ 31 h 60"/>
                  <a:gd name="T4" fmla="*/ 0 w 81"/>
                  <a:gd name="T5" fmla="*/ 37 h 60"/>
                </a:gdLst>
                <a:ahLst/>
                <a:cxnLst>
                  <a:cxn ang="0">
                    <a:pos x="T0" y="T1"/>
                  </a:cxn>
                  <a:cxn ang="0">
                    <a:pos x="T2" y="T3"/>
                  </a:cxn>
                  <a:cxn ang="0">
                    <a:pos x="T4" y="T5"/>
                  </a:cxn>
                </a:cxnLst>
                <a:rect l="0" t="0" r="r" b="b"/>
                <a:pathLst>
                  <a:path w="81" h="60">
                    <a:moveTo>
                      <a:pt x="0" y="37"/>
                    </a:moveTo>
                    <a:cubicBezTo>
                      <a:pt x="50" y="36"/>
                      <a:pt x="81" y="60"/>
                      <a:pt x="79" y="31"/>
                    </a:cubicBezTo>
                    <a:cubicBezTo>
                      <a:pt x="78" y="0"/>
                      <a:pt x="19" y="6"/>
                      <a:pt x="0"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540"/>
              <p:cNvSpPr>
                <a:spLocks/>
              </p:cNvSpPr>
              <p:nvPr/>
            </p:nvSpPr>
            <p:spPr bwMode="auto">
              <a:xfrm>
                <a:off x="2898775" y="5667375"/>
                <a:ext cx="84138" cy="84138"/>
              </a:xfrm>
              <a:custGeom>
                <a:avLst/>
                <a:gdLst>
                  <a:gd name="T0" fmla="*/ 47 w 65"/>
                  <a:gd name="T1" fmla="*/ 16 h 65"/>
                  <a:gd name="T2" fmla="*/ 8 w 65"/>
                  <a:gd name="T3" fmla="*/ 65 h 65"/>
                  <a:gd name="T4" fmla="*/ 47 w 65"/>
                  <a:gd name="T5" fmla="*/ 16 h 65"/>
                </a:gdLst>
                <a:ahLst/>
                <a:cxnLst>
                  <a:cxn ang="0">
                    <a:pos x="T0" y="T1"/>
                  </a:cxn>
                  <a:cxn ang="0">
                    <a:pos x="T2" y="T3"/>
                  </a:cxn>
                  <a:cxn ang="0">
                    <a:pos x="T4" y="T5"/>
                  </a:cxn>
                </a:cxnLst>
                <a:rect l="0" t="0" r="r" b="b"/>
                <a:pathLst>
                  <a:path w="65" h="65">
                    <a:moveTo>
                      <a:pt x="47" y="16"/>
                    </a:moveTo>
                    <a:cubicBezTo>
                      <a:pt x="29" y="0"/>
                      <a:pt x="0" y="38"/>
                      <a:pt x="8" y="65"/>
                    </a:cubicBezTo>
                    <a:cubicBezTo>
                      <a:pt x="34" y="36"/>
                      <a:pt x="65" y="32"/>
                      <a:pt x="47"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541"/>
              <p:cNvSpPr>
                <a:spLocks/>
              </p:cNvSpPr>
              <p:nvPr/>
            </p:nvSpPr>
            <p:spPr bwMode="auto">
              <a:xfrm>
                <a:off x="2943225" y="5811838"/>
                <a:ext cx="74613" cy="58738"/>
              </a:xfrm>
              <a:custGeom>
                <a:avLst/>
                <a:gdLst>
                  <a:gd name="T0" fmla="*/ 55 w 58"/>
                  <a:gd name="T1" fmla="*/ 25 h 45"/>
                  <a:gd name="T2" fmla="*/ 0 w 58"/>
                  <a:gd name="T3" fmla="*/ 19 h 45"/>
                  <a:gd name="T4" fmla="*/ 55 w 58"/>
                  <a:gd name="T5" fmla="*/ 25 h 45"/>
                </a:gdLst>
                <a:ahLst/>
                <a:cxnLst>
                  <a:cxn ang="0">
                    <a:pos x="T0" y="T1"/>
                  </a:cxn>
                  <a:cxn ang="0">
                    <a:pos x="T2" y="T3"/>
                  </a:cxn>
                  <a:cxn ang="0">
                    <a:pos x="T4" y="T5"/>
                  </a:cxn>
                </a:cxnLst>
                <a:rect l="0" t="0" r="r" b="b"/>
                <a:pathLst>
                  <a:path w="58" h="45">
                    <a:moveTo>
                      <a:pt x="55" y="25"/>
                    </a:moveTo>
                    <a:cubicBezTo>
                      <a:pt x="58" y="4"/>
                      <a:pt x="17" y="0"/>
                      <a:pt x="0" y="19"/>
                    </a:cubicBezTo>
                    <a:cubicBezTo>
                      <a:pt x="35" y="25"/>
                      <a:pt x="52" y="45"/>
                      <a:pt x="55"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542"/>
              <p:cNvSpPr>
                <a:spLocks/>
              </p:cNvSpPr>
              <p:nvPr/>
            </p:nvSpPr>
            <p:spPr bwMode="auto">
              <a:xfrm>
                <a:off x="2076450" y="4826000"/>
                <a:ext cx="184150" cy="204788"/>
              </a:xfrm>
              <a:custGeom>
                <a:avLst/>
                <a:gdLst>
                  <a:gd name="T0" fmla="*/ 111 w 143"/>
                  <a:gd name="T1" fmla="*/ 7 h 158"/>
                  <a:gd name="T2" fmla="*/ 62 w 143"/>
                  <a:gd name="T3" fmla="*/ 25 h 158"/>
                  <a:gd name="T4" fmla="*/ 58 w 143"/>
                  <a:gd name="T5" fmla="*/ 24 h 158"/>
                  <a:gd name="T6" fmla="*/ 7 w 143"/>
                  <a:gd name="T7" fmla="*/ 49 h 158"/>
                  <a:gd name="T8" fmla="*/ 32 w 143"/>
                  <a:gd name="T9" fmla="*/ 100 h 158"/>
                  <a:gd name="T10" fmla="*/ 33 w 143"/>
                  <a:gd name="T11" fmla="*/ 100 h 158"/>
                  <a:gd name="T12" fmla="*/ 8 w 143"/>
                  <a:gd name="T13" fmla="*/ 146 h 158"/>
                  <a:gd name="T14" fmla="*/ 13 w 143"/>
                  <a:gd name="T15" fmla="*/ 149 h 158"/>
                  <a:gd name="T16" fmla="*/ 36 w 143"/>
                  <a:gd name="T17" fmla="*/ 112 h 158"/>
                  <a:gd name="T18" fmla="*/ 54 w 143"/>
                  <a:gd name="T19" fmla="*/ 82 h 158"/>
                  <a:gd name="T20" fmla="*/ 46 w 143"/>
                  <a:gd name="T21" fmla="*/ 77 h 158"/>
                  <a:gd name="T22" fmla="*/ 37 w 143"/>
                  <a:gd name="T23" fmla="*/ 94 h 158"/>
                  <a:gd name="T24" fmla="*/ 19 w 143"/>
                  <a:gd name="T25" fmla="*/ 53 h 158"/>
                  <a:gd name="T26" fmla="*/ 59 w 143"/>
                  <a:gd name="T27" fmla="*/ 31 h 158"/>
                  <a:gd name="T28" fmla="*/ 59 w 143"/>
                  <a:gd name="T29" fmla="*/ 32 h 158"/>
                  <a:gd name="T30" fmla="*/ 58 w 143"/>
                  <a:gd name="T31" fmla="*/ 57 h 158"/>
                  <a:gd name="T32" fmla="*/ 60 w 143"/>
                  <a:gd name="T33" fmla="*/ 44 h 158"/>
                  <a:gd name="T34" fmla="*/ 103 w 143"/>
                  <a:gd name="T35" fmla="*/ 23 h 158"/>
                  <a:gd name="T36" fmla="*/ 125 w 143"/>
                  <a:gd name="T37" fmla="*/ 66 h 158"/>
                  <a:gd name="T38" fmla="*/ 108 w 143"/>
                  <a:gd name="T39" fmla="*/ 85 h 158"/>
                  <a:gd name="T40" fmla="*/ 121 w 143"/>
                  <a:gd name="T41" fmla="*/ 79 h 158"/>
                  <a:gd name="T42" fmla="*/ 123 w 143"/>
                  <a:gd name="T43" fmla="*/ 106 h 158"/>
                  <a:gd name="T44" fmla="*/ 81 w 143"/>
                  <a:gd name="T45" fmla="*/ 127 h 158"/>
                  <a:gd name="T46" fmla="*/ 66 w 143"/>
                  <a:gd name="T47" fmla="*/ 117 h 158"/>
                  <a:gd name="T48" fmla="*/ 80 w 143"/>
                  <a:gd name="T49" fmla="*/ 104 h 158"/>
                  <a:gd name="T50" fmla="*/ 73 w 143"/>
                  <a:gd name="T51" fmla="*/ 97 h 158"/>
                  <a:gd name="T52" fmla="*/ 49 w 143"/>
                  <a:gd name="T53" fmla="*/ 121 h 158"/>
                  <a:gd name="T54" fmla="*/ 19 w 143"/>
                  <a:gd name="T55" fmla="*/ 154 h 158"/>
                  <a:gd name="T56" fmla="*/ 23 w 143"/>
                  <a:gd name="T57" fmla="*/ 158 h 158"/>
                  <a:gd name="T58" fmla="*/ 59 w 143"/>
                  <a:gd name="T59" fmla="*/ 124 h 158"/>
                  <a:gd name="T60" fmla="*/ 80 w 143"/>
                  <a:gd name="T61" fmla="*/ 139 h 158"/>
                  <a:gd name="T62" fmla="*/ 133 w 143"/>
                  <a:gd name="T63" fmla="*/ 113 h 158"/>
                  <a:gd name="T64" fmla="*/ 127 w 143"/>
                  <a:gd name="T65" fmla="*/ 74 h 158"/>
                  <a:gd name="T66" fmla="*/ 136 w 143"/>
                  <a:gd name="T67" fmla="*/ 59 h 158"/>
                  <a:gd name="T68" fmla="*/ 111 w 143"/>
                  <a:gd name="T69" fmla="*/ 7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3" h="158">
                    <a:moveTo>
                      <a:pt x="111" y="7"/>
                    </a:moveTo>
                    <a:cubicBezTo>
                      <a:pt x="92" y="0"/>
                      <a:pt x="71" y="9"/>
                      <a:pt x="62" y="25"/>
                    </a:cubicBezTo>
                    <a:cubicBezTo>
                      <a:pt x="60" y="25"/>
                      <a:pt x="59" y="24"/>
                      <a:pt x="58" y="24"/>
                    </a:cubicBezTo>
                    <a:cubicBezTo>
                      <a:pt x="37" y="17"/>
                      <a:pt x="14" y="28"/>
                      <a:pt x="7" y="49"/>
                    </a:cubicBezTo>
                    <a:cubicBezTo>
                      <a:pt x="0" y="70"/>
                      <a:pt x="11" y="92"/>
                      <a:pt x="32" y="100"/>
                    </a:cubicBezTo>
                    <a:cubicBezTo>
                      <a:pt x="32" y="100"/>
                      <a:pt x="33" y="100"/>
                      <a:pt x="33" y="100"/>
                    </a:cubicBezTo>
                    <a:cubicBezTo>
                      <a:pt x="8" y="146"/>
                      <a:pt x="8" y="146"/>
                      <a:pt x="8" y="146"/>
                    </a:cubicBezTo>
                    <a:cubicBezTo>
                      <a:pt x="13" y="149"/>
                      <a:pt x="13" y="149"/>
                      <a:pt x="13" y="149"/>
                    </a:cubicBezTo>
                    <a:cubicBezTo>
                      <a:pt x="36" y="112"/>
                      <a:pt x="36" y="112"/>
                      <a:pt x="36" y="112"/>
                    </a:cubicBezTo>
                    <a:cubicBezTo>
                      <a:pt x="54" y="82"/>
                      <a:pt x="54" y="82"/>
                      <a:pt x="54" y="82"/>
                    </a:cubicBezTo>
                    <a:cubicBezTo>
                      <a:pt x="46" y="77"/>
                      <a:pt x="46" y="77"/>
                      <a:pt x="46" y="77"/>
                    </a:cubicBezTo>
                    <a:cubicBezTo>
                      <a:pt x="37" y="94"/>
                      <a:pt x="37" y="94"/>
                      <a:pt x="37" y="94"/>
                    </a:cubicBezTo>
                    <a:cubicBezTo>
                      <a:pt x="21" y="87"/>
                      <a:pt x="13" y="69"/>
                      <a:pt x="19" y="53"/>
                    </a:cubicBezTo>
                    <a:cubicBezTo>
                      <a:pt x="25" y="36"/>
                      <a:pt x="42" y="27"/>
                      <a:pt x="59" y="31"/>
                    </a:cubicBezTo>
                    <a:cubicBezTo>
                      <a:pt x="59" y="32"/>
                      <a:pt x="59" y="32"/>
                      <a:pt x="59" y="32"/>
                    </a:cubicBezTo>
                    <a:cubicBezTo>
                      <a:pt x="56" y="40"/>
                      <a:pt x="56" y="49"/>
                      <a:pt x="58" y="57"/>
                    </a:cubicBezTo>
                    <a:cubicBezTo>
                      <a:pt x="58" y="52"/>
                      <a:pt x="58" y="48"/>
                      <a:pt x="60" y="44"/>
                    </a:cubicBezTo>
                    <a:cubicBezTo>
                      <a:pt x="66" y="26"/>
                      <a:pt x="85" y="16"/>
                      <a:pt x="103" y="23"/>
                    </a:cubicBezTo>
                    <a:cubicBezTo>
                      <a:pt x="121" y="29"/>
                      <a:pt x="131" y="48"/>
                      <a:pt x="125" y="66"/>
                    </a:cubicBezTo>
                    <a:cubicBezTo>
                      <a:pt x="122" y="74"/>
                      <a:pt x="116" y="81"/>
                      <a:pt x="108" y="85"/>
                    </a:cubicBezTo>
                    <a:cubicBezTo>
                      <a:pt x="113" y="84"/>
                      <a:pt x="117" y="82"/>
                      <a:pt x="121" y="79"/>
                    </a:cubicBezTo>
                    <a:cubicBezTo>
                      <a:pt x="125" y="87"/>
                      <a:pt x="127" y="97"/>
                      <a:pt x="123" y="106"/>
                    </a:cubicBezTo>
                    <a:cubicBezTo>
                      <a:pt x="118" y="124"/>
                      <a:pt x="99" y="133"/>
                      <a:pt x="81" y="127"/>
                    </a:cubicBezTo>
                    <a:cubicBezTo>
                      <a:pt x="75" y="125"/>
                      <a:pt x="70" y="121"/>
                      <a:pt x="66" y="117"/>
                    </a:cubicBezTo>
                    <a:cubicBezTo>
                      <a:pt x="80" y="104"/>
                      <a:pt x="80" y="104"/>
                      <a:pt x="80" y="104"/>
                    </a:cubicBezTo>
                    <a:cubicBezTo>
                      <a:pt x="73" y="97"/>
                      <a:pt x="73" y="97"/>
                      <a:pt x="73" y="97"/>
                    </a:cubicBezTo>
                    <a:cubicBezTo>
                      <a:pt x="49" y="121"/>
                      <a:pt x="49" y="121"/>
                      <a:pt x="49" y="121"/>
                    </a:cubicBezTo>
                    <a:cubicBezTo>
                      <a:pt x="19" y="154"/>
                      <a:pt x="19" y="154"/>
                      <a:pt x="19" y="154"/>
                    </a:cubicBezTo>
                    <a:cubicBezTo>
                      <a:pt x="23" y="158"/>
                      <a:pt x="23" y="158"/>
                      <a:pt x="23" y="158"/>
                    </a:cubicBezTo>
                    <a:cubicBezTo>
                      <a:pt x="59" y="124"/>
                      <a:pt x="59" y="124"/>
                      <a:pt x="59" y="124"/>
                    </a:cubicBezTo>
                    <a:cubicBezTo>
                      <a:pt x="64" y="131"/>
                      <a:pt x="71" y="136"/>
                      <a:pt x="80" y="139"/>
                    </a:cubicBezTo>
                    <a:cubicBezTo>
                      <a:pt x="102" y="147"/>
                      <a:pt x="125" y="135"/>
                      <a:pt x="133" y="113"/>
                    </a:cubicBezTo>
                    <a:cubicBezTo>
                      <a:pt x="138" y="99"/>
                      <a:pt x="135" y="85"/>
                      <a:pt x="127" y="74"/>
                    </a:cubicBezTo>
                    <a:cubicBezTo>
                      <a:pt x="131" y="70"/>
                      <a:pt x="134" y="65"/>
                      <a:pt x="136" y="59"/>
                    </a:cubicBezTo>
                    <a:cubicBezTo>
                      <a:pt x="143" y="37"/>
                      <a:pt x="132" y="14"/>
                      <a:pt x="11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543"/>
              <p:cNvSpPr>
                <a:spLocks/>
              </p:cNvSpPr>
              <p:nvPr/>
            </p:nvSpPr>
            <p:spPr bwMode="auto">
              <a:xfrm>
                <a:off x="1746250" y="4979988"/>
                <a:ext cx="44450" cy="71438"/>
              </a:xfrm>
              <a:custGeom>
                <a:avLst/>
                <a:gdLst>
                  <a:gd name="T0" fmla="*/ 29 w 34"/>
                  <a:gd name="T1" fmla="*/ 34 h 55"/>
                  <a:gd name="T2" fmla="*/ 21 w 34"/>
                  <a:gd name="T3" fmla="*/ 0 h 55"/>
                  <a:gd name="T4" fmla="*/ 17 w 34"/>
                  <a:gd name="T5" fmla="*/ 3 h 55"/>
                  <a:gd name="T6" fmla="*/ 24 w 34"/>
                  <a:gd name="T7" fmla="*/ 32 h 55"/>
                  <a:gd name="T8" fmla="*/ 0 w 34"/>
                  <a:gd name="T9" fmla="*/ 50 h 55"/>
                  <a:gd name="T10" fmla="*/ 1 w 34"/>
                  <a:gd name="T11" fmla="*/ 55 h 55"/>
                  <a:gd name="T12" fmla="*/ 29 w 34"/>
                  <a:gd name="T13" fmla="*/ 34 h 55"/>
                </a:gdLst>
                <a:ahLst/>
                <a:cxnLst>
                  <a:cxn ang="0">
                    <a:pos x="T0" y="T1"/>
                  </a:cxn>
                  <a:cxn ang="0">
                    <a:pos x="T2" y="T3"/>
                  </a:cxn>
                  <a:cxn ang="0">
                    <a:pos x="T4" y="T5"/>
                  </a:cxn>
                  <a:cxn ang="0">
                    <a:pos x="T6" y="T7"/>
                  </a:cxn>
                  <a:cxn ang="0">
                    <a:pos x="T8" y="T9"/>
                  </a:cxn>
                  <a:cxn ang="0">
                    <a:pos x="T10" y="T11"/>
                  </a:cxn>
                  <a:cxn ang="0">
                    <a:pos x="T12" y="T13"/>
                  </a:cxn>
                </a:cxnLst>
                <a:rect l="0" t="0" r="r" b="b"/>
                <a:pathLst>
                  <a:path w="34" h="55">
                    <a:moveTo>
                      <a:pt x="29" y="34"/>
                    </a:moveTo>
                    <a:cubicBezTo>
                      <a:pt x="34" y="18"/>
                      <a:pt x="21" y="1"/>
                      <a:pt x="21" y="0"/>
                    </a:cubicBezTo>
                    <a:cubicBezTo>
                      <a:pt x="17" y="3"/>
                      <a:pt x="17" y="3"/>
                      <a:pt x="17" y="3"/>
                    </a:cubicBezTo>
                    <a:cubicBezTo>
                      <a:pt x="17" y="3"/>
                      <a:pt x="28" y="19"/>
                      <a:pt x="24" y="32"/>
                    </a:cubicBezTo>
                    <a:cubicBezTo>
                      <a:pt x="21" y="40"/>
                      <a:pt x="13" y="46"/>
                      <a:pt x="0" y="50"/>
                    </a:cubicBezTo>
                    <a:cubicBezTo>
                      <a:pt x="1" y="55"/>
                      <a:pt x="1" y="55"/>
                      <a:pt x="1" y="55"/>
                    </a:cubicBezTo>
                    <a:cubicBezTo>
                      <a:pt x="16" y="51"/>
                      <a:pt x="25" y="44"/>
                      <a:pt x="29"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544"/>
              <p:cNvSpPr>
                <a:spLocks/>
              </p:cNvSpPr>
              <p:nvPr/>
            </p:nvSpPr>
            <p:spPr bwMode="auto">
              <a:xfrm>
                <a:off x="1787525" y="4976813"/>
                <a:ext cx="66675" cy="44450"/>
              </a:xfrm>
              <a:custGeom>
                <a:avLst/>
                <a:gdLst>
                  <a:gd name="T0" fmla="*/ 17 w 51"/>
                  <a:gd name="T1" fmla="*/ 32 h 35"/>
                  <a:gd name="T2" fmla="*/ 29 w 51"/>
                  <a:gd name="T3" fmla="*/ 35 h 35"/>
                  <a:gd name="T4" fmla="*/ 51 w 51"/>
                  <a:gd name="T5" fmla="*/ 28 h 35"/>
                  <a:gd name="T6" fmla="*/ 49 w 51"/>
                  <a:gd name="T7" fmla="*/ 24 h 35"/>
                  <a:gd name="T8" fmla="*/ 19 w 51"/>
                  <a:gd name="T9" fmla="*/ 27 h 35"/>
                  <a:gd name="T10" fmla="*/ 5 w 51"/>
                  <a:gd name="T11" fmla="*/ 0 h 35"/>
                  <a:gd name="T12" fmla="*/ 0 w 51"/>
                  <a:gd name="T13" fmla="*/ 0 h 35"/>
                  <a:gd name="T14" fmla="*/ 17 w 51"/>
                  <a:gd name="T15" fmla="*/ 32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35">
                    <a:moveTo>
                      <a:pt x="17" y="32"/>
                    </a:moveTo>
                    <a:cubicBezTo>
                      <a:pt x="20" y="34"/>
                      <a:pt x="24" y="35"/>
                      <a:pt x="29" y="35"/>
                    </a:cubicBezTo>
                    <a:cubicBezTo>
                      <a:pt x="36" y="35"/>
                      <a:pt x="43" y="33"/>
                      <a:pt x="51" y="28"/>
                    </a:cubicBezTo>
                    <a:cubicBezTo>
                      <a:pt x="49" y="24"/>
                      <a:pt x="49" y="24"/>
                      <a:pt x="49" y="24"/>
                    </a:cubicBezTo>
                    <a:cubicBezTo>
                      <a:pt x="37" y="30"/>
                      <a:pt x="27" y="31"/>
                      <a:pt x="19" y="27"/>
                    </a:cubicBezTo>
                    <a:cubicBezTo>
                      <a:pt x="6" y="20"/>
                      <a:pt x="5" y="0"/>
                      <a:pt x="5" y="0"/>
                    </a:cubicBezTo>
                    <a:cubicBezTo>
                      <a:pt x="0" y="0"/>
                      <a:pt x="0" y="0"/>
                      <a:pt x="0" y="0"/>
                    </a:cubicBezTo>
                    <a:cubicBezTo>
                      <a:pt x="0" y="1"/>
                      <a:pt x="1" y="23"/>
                      <a:pt x="17"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545"/>
              <p:cNvSpPr>
                <a:spLocks/>
              </p:cNvSpPr>
              <p:nvPr/>
            </p:nvSpPr>
            <p:spPr bwMode="auto">
              <a:xfrm>
                <a:off x="1811338" y="5027613"/>
                <a:ext cx="46038" cy="69850"/>
              </a:xfrm>
              <a:custGeom>
                <a:avLst/>
                <a:gdLst>
                  <a:gd name="T0" fmla="*/ 11 w 36"/>
                  <a:gd name="T1" fmla="*/ 21 h 55"/>
                  <a:gd name="T2" fmla="*/ 36 w 36"/>
                  <a:gd name="T3" fmla="*/ 6 h 55"/>
                  <a:gd name="T4" fmla="*/ 35 w 36"/>
                  <a:gd name="T5" fmla="*/ 0 h 55"/>
                  <a:gd name="T6" fmla="*/ 6 w 36"/>
                  <a:gd name="T7" fmla="*/ 19 h 55"/>
                  <a:gd name="T8" fmla="*/ 15 w 36"/>
                  <a:gd name="T9" fmla="*/ 55 h 55"/>
                  <a:gd name="T10" fmla="*/ 19 w 36"/>
                  <a:gd name="T11" fmla="*/ 52 h 55"/>
                  <a:gd name="T12" fmla="*/ 11 w 36"/>
                  <a:gd name="T13" fmla="*/ 21 h 55"/>
                </a:gdLst>
                <a:ahLst/>
                <a:cxnLst>
                  <a:cxn ang="0">
                    <a:pos x="T0" y="T1"/>
                  </a:cxn>
                  <a:cxn ang="0">
                    <a:pos x="T2" y="T3"/>
                  </a:cxn>
                  <a:cxn ang="0">
                    <a:pos x="T4" y="T5"/>
                  </a:cxn>
                  <a:cxn ang="0">
                    <a:pos x="T6" y="T7"/>
                  </a:cxn>
                  <a:cxn ang="0">
                    <a:pos x="T8" y="T9"/>
                  </a:cxn>
                  <a:cxn ang="0">
                    <a:pos x="T10" y="T11"/>
                  </a:cxn>
                  <a:cxn ang="0">
                    <a:pos x="T12" y="T13"/>
                  </a:cxn>
                </a:cxnLst>
                <a:rect l="0" t="0" r="r" b="b"/>
                <a:pathLst>
                  <a:path w="36" h="55">
                    <a:moveTo>
                      <a:pt x="11" y="21"/>
                    </a:moveTo>
                    <a:cubicBezTo>
                      <a:pt x="14" y="13"/>
                      <a:pt x="23" y="8"/>
                      <a:pt x="36" y="6"/>
                    </a:cubicBezTo>
                    <a:cubicBezTo>
                      <a:pt x="35" y="0"/>
                      <a:pt x="35" y="0"/>
                      <a:pt x="35" y="0"/>
                    </a:cubicBezTo>
                    <a:cubicBezTo>
                      <a:pt x="20" y="3"/>
                      <a:pt x="10" y="9"/>
                      <a:pt x="6" y="19"/>
                    </a:cubicBezTo>
                    <a:cubicBezTo>
                      <a:pt x="0" y="35"/>
                      <a:pt x="14" y="54"/>
                      <a:pt x="15" y="55"/>
                    </a:cubicBezTo>
                    <a:cubicBezTo>
                      <a:pt x="19" y="52"/>
                      <a:pt x="19" y="52"/>
                      <a:pt x="19" y="52"/>
                    </a:cubicBezTo>
                    <a:cubicBezTo>
                      <a:pt x="19" y="51"/>
                      <a:pt x="6" y="34"/>
                      <a:pt x="11"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546"/>
              <p:cNvSpPr>
                <a:spLocks/>
              </p:cNvSpPr>
              <p:nvPr/>
            </p:nvSpPr>
            <p:spPr bwMode="auto">
              <a:xfrm>
                <a:off x="1749425" y="5053013"/>
                <a:ext cx="66675" cy="49213"/>
              </a:xfrm>
              <a:custGeom>
                <a:avLst/>
                <a:gdLst>
                  <a:gd name="T0" fmla="*/ 34 w 51"/>
                  <a:gd name="T1" fmla="*/ 4 h 38"/>
                  <a:gd name="T2" fmla="*/ 0 w 51"/>
                  <a:gd name="T3" fmla="*/ 10 h 38"/>
                  <a:gd name="T4" fmla="*/ 2 w 51"/>
                  <a:gd name="T5" fmla="*/ 14 h 38"/>
                  <a:gd name="T6" fmla="*/ 32 w 51"/>
                  <a:gd name="T7" fmla="*/ 9 h 38"/>
                  <a:gd name="T8" fmla="*/ 46 w 51"/>
                  <a:gd name="T9" fmla="*/ 38 h 38"/>
                  <a:gd name="T10" fmla="*/ 51 w 51"/>
                  <a:gd name="T11" fmla="*/ 38 h 38"/>
                  <a:gd name="T12" fmla="*/ 34 w 51"/>
                  <a:gd name="T13" fmla="*/ 4 h 38"/>
                </a:gdLst>
                <a:ahLst/>
                <a:cxnLst>
                  <a:cxn ang="0">
                    <a:pos x="T0" y="T1"/>
                  </a:cxn>
                  <a:cxn ang="0">
                    <a:pos x="T2" y="T3"/>
                  </a:cxn>
                  <a:cxn ang="0">
                    <a:pos x="T4" y="T5"/>
                  </a:cxn>
                  <a:cxn ang="0">
                    <a:pos x="T6" y="T7"/>
                  </a:cxn>
                  <a:cxn ang="0">
                    <a:pos x="T8" y="T9"/>
                  </a:cxn>
                  <a:cxn ang="0">
                    <a:pos x="T10" y="T11"/>
                  </a:cxn>
                  <a:cxn ang="0">
                    <a:pos x="T12" y="T13"/>
                  </a:cxn>
                </a:cxnLst>
                <a:rect l="0" t="0" r="r" b="b"/>
                <a:pathLst>
                  <a:path w="51" h="38">
                    <a:moveTo>
                      <a:pt x="34" y="4"/>
                    </a:moveTo>
                    <a:cubicBezTo>
                      <a:pt x="25" y="0"/>
                      <a:pt x="14" y="1"/>
                      <a:pt x="0" y="10"/>
                    </a:cubicBezTo>
                    <a:cubicBezTo>
                      <a:pt x="2" y="14"/>
                      <a:pt x="2" y="14"/>
                      <a:pt x="2" y="14"/>
                    </a:cubicBezTo>
                    <a:cubicBezTo>
                      <a:pt x="15" y="7"/>
                      <a:pt x="25" y="5"/>
                      <a:pt x="32" y="9"/>
                    </a:cubicBezTo>
                    <a:cubicBezTo>
                      <a:pt x="45" y="16"/>
                      <a:pt x="46" y="38"/>
                      <a:pt x="46" y="38"/>
                    </a:cubicBezTo>
                    <a:cubicBezTo>
                      <a:pt x="51" y="38"/>
                      <a:pt x="51" y="38"/>
                      <a:pt x="51" y="38"/>
                    </a:cubicBezTo>
                    <a:cubicBezTo>
                      <a:pt x="51" y="37"/>
                      <a:pt x="50" y="13"/>
                      <a:pt x="3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3" name="组合 12"/>
            <p:cNvGrpSpPr/>
            <p:nvPr/>
          </p:nvGrpSpPr>
          <p:grpSpPr>
            <a:xfrm>
              <a:off x="1985963" y="2892425"/>
              <a:ext cx="1358900" cy="1851026"/>
              <a:chOff x="1985963" y="2892425"/>
              <a:chExt cx="1358900" cy="1851026"/>
            </a:xfrm>
            <a:solidFill>
              <a:schemeClr val="tx1">
                <a:lumMod val="65000"/>
                <a:lumOff val="35000"/>
              </a:schemeClr>
            </a:solidFill>
          </p:grpSpPr>
          <p:sp>
            <p:nvSpPr>
              <p:cNvPr id="46" name="Freeform 547"/>
              <p:cNvSpPr>
                <a:spLocks/>
              </p:cNvSpPr>
              <p:nvPr/>
            </p:nvSpPr>
            <p:spPr bwMode="auto">
              <a:xfrm>
                <a:off x="2084388" y="4402138"/>
                <a:ext cx="101600" cy="115888"/>
              </a:xfrm>
              <a:custGeom>
                <a:avLst/>
                <a:gdLst>
                  <a:gd name="T0" fmla="*/ 17 w 78"/>
                  <a:gd name="T1" fmla="*/ 0 h 90"/>
                  <a:gd name="T2" fmla="*/ 11 w 78"/>
                  <a:gd name="T3" fmla="*/ 5 h 90"/>
                  <a:gd name="T4" fmla="*/ 6 w 78"/>
                  <a:gd name="T5" fmla="*/ 38 h 90"/>
                  <a:gd name="T6" fmla="*/ 1 w 78"/>
                  <a:gd name="T7" fmla="*/ 78 h 90"/>
                  <a:gd name="T8" fmla="*/ 0 w 78"/>
                  <a:gd name="T9" fmla="*/ 82 h 90"/>
                  <a:gd name="T10" fmla="*/ 2 w 78"/>
                  <a:gd name="T11" fmla="*/ 88 h 90"/>
                  <a:gd name="T12" fmla="*/ 7 w 78"/>
                  <a:gd name="T13" fmla="*/ 90 h 90"/>
                  <a:gd name="T14" fmla="*/ 13 w 78"/>
                  <a:gd name="T15" fmla="*/ 86 h 90"/>
                  <a:gd name="T16" fmla="*/ 16 w 78"/>
                  <a:gd name="T17" fmla="*/ 75 h 90"/>
                  <a:gd name="T18" fmla="*/ 20 w 78"/>
                  <a:gd name="T19" fmla="*/ 56 h 90"/>
                  <a:gd name="T20" fmla="*/ 31 w 78"/>
                  <a:gd name="T21" fmla="*/ 63 h 90"/>
                  <a:gd name="T22" fmla="*/ 54 w 78"/>
                  <a:gd name="T23" fmla="*/ 79 h 90"/>
                  <a:gd name="T24" fmla="*/ 69 w 78"/>
                  <a:gd name="T25" fmla="*/ 87 h 90"/>
                  <a:gd name="T26" fmla="*/ 76 w 78"/>
                  <a:gd name="T27" fmla="*/ 84 h 90"/>
                  <a:gd name="T28" fmla="*/ 78 w 78"/>
                  <a:gd name="T29" fmla="*/ 77 h 90"/>
                  <a:gd name="T30" fmla="*/ 78 w 78"/>
                  <a:gd name="T31" fmla="*/ 74 h 90"/>
                  <a:gd name="T32" fmla="*/ 65 w 78"/>
                  <a:gd name="T33" fmla="*/ 72 h 90"/>
                  <a:gd name="T34" fmla="*/ 62 w 78"/>
                  <a:gd name="T35" fmla="*/ 70 h 90"/>
                  <a:gd name="T36" fmla="*/ 56 w 78"/>
                  <a:gd name="T37" fmla="*/ 66 h 90"/>
                  <a:gd name="T38" fmla="*/ 32 w 78"/>
                  <a:gd name="T39" fmla="*/ 47 h 90"/>
                  <a:gd name="T40" fmla="*/ 54 w 78"/>
                  <a:gd name="T41" fmla="*/ 28 h 90"/>
                  <a:gd name="T42" fmla="*/ 64 w 78"/>
                  <a:gd name="T43" fmla="*/ 18 h 90"/>
                  <a:gd name="T44" fmla="*/ 67 w 78"/>
                  <a:gd name="T45" fmla="*/ 11 h 90"/>
                  <a:gd name="T46" fmla="*/ 64 w 78"/>
                  <a:gd name="T47" fmla="*/ 6 h 90"/>
                  <a:gd name="T48" fmla="*/ 59 w 78"/>
                  <a:gd name="T49" fmla="*/ 3 h 90"/>
                  <a:gd name="T50" fmla="*/ 55 w 78"/>
                  <a:gd name="T51" fmla="*/ 5 h 90"/>
                  <a:gd name="T52" fmla="*/ 50 w 78"/>
                  <a:gd name="T53" fmla="*/ 13 h 90"/>
                  <a:gd name="T54" fmla="*/ 43 w 78"/>
                  <a:gd name="T55" fmla="*/ 21 h 90"/>
                  <a:gd name="T56" fmla="*/ 35 w 78"/>
                  <a:gd name="T57" fmla="*/ 29 h 90"/>
                  <a:gd name="T58" fmla="*/ 31 w 78"/>
                  <a:gd name="T59" fmla="*/ 33 h 90"/>
                  <a:gd name="T60" fmla="*/ 19 w 78"/>
                  <a:gd name="T61" fmla="*/ 43 h 90"/>
                  <a:gd name="T62" fmla="*/ 25 w 78"/>
                  <a:gd name="T63" fmla="*/ 8 h 90"/>
                  <a:gd name="T64" fmla="*/ 17 w 78"/>
                  <a:gd name="T65"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8" h="90">
                    <a:moveTo>
                      <a:pt x="17" y="0"/>
                    </a:moveTo>
                    <a:cubicBezTo>
                      <a:pt x="14" y="0"/>
                      <a:pt x="12" y="2"/>
                      <a:pt x="11" y="5"/>
                    </a:cubicBezTo>
                    <a:cubicBezTo>
                      <a:pt x="10" y="7"/>
                      <a:pt x="8" y="19"/>
                      <a:pt x="6" y="38"/>
                    </a:cubicBezTo>
                    <a:cubicBezTo>
                      <a:pt x="4" y="61"/>
                      <a:pt x="2" y="75"/>
                      <a:pt x="1" y="78"/>
                    </a:cubicBezTo>
                    <a:cubicBezTo>
                      <a:pt x="1" y="80"/>
                      <a:pt x="0" y="81"/>
                      <a:pt x="0" y="82"/>
                    </a:cubicBezTo>
                    <a:cubicBezTo>
                      <a:pt x="0" y="84"/>
                      <a:pt x="1" y="86"/>
                      <a:pt x="2" y="88"/>
                    </a:cubicBezTo>
                    <a:cubicBezTo>
                      <a:pt x="3" y="89"/>
                      <a:pt x="5" y="90"/>
                      <a:pt x="7" y="90"/>
                    </a:cubicBezTo>
                    <a:cubicBezTo>
                      <a:pt x="10" y="90"/>
                      <a:pt x="12" y="88"/>
                      <a:pt x="13" y="86"/>
                    </a:cubicBezTo>
                    <a:cubicBezTo>
                      <a:pt x="14" y="84"/>
                      <a:pt x="15" y="80"/>
                      <a:pt x="16" y="75"/>
                    </a:cubicBezTo>
                    <a:cubicBezTo>
                      <a:pt x="17" y="63"/>
                      <a:pt x="18" y="56"/>
                      <a:pt x="20" y="56"/>
                    </a:cubicBezTo>
                    <a:cubicBezTo>
                      <a:pt x="22" y="57"/>
                      <a:pt x="26" y="59"/>
                      <a:pt x="31" y="63"/>
                    </a:cubicBezTo>
                    <a:cubicBezTo>
                      <a:pt x="54" y="79"/>
                      <a:pt x="54" y="79"/>
                      <a:pt x="54" y="79"/>
                    </a:cubicBezTo>
                    <a:cubicBezTo>
                      <a:pt x="60" y="84"/>
                      <a:pt x="65" y="87"/>
                      <a:pt x="69" y="87"/>
                    </a:cubicBezTo>
                    <a:cubicBezTo>
                      <a:pt x="72" y="87"/>
                      <a:pt x="75" y="86"/>
                      <a:pt x="76" y="84"/>
                    </a:cubicBezTo>
                    <a:cubicBezTo>
                      <a:pt x="78" y="82"/>
                      <a:pt x="78" y="80"/>
                      <a:pt x="78" y="77"/>
                    </a:cubicBezTo>
                    <a:cubicBezTo>
                      <a:pt x="78" y="77"/>
                      <a:pt x="78" y="76"/>
                      <a:pt x="78" y="74"/>
                    </a:cubicBezTo>
                    <a:cubicBezTo>
                      <a:pt x="71" y="74"/>
                      <a:pt x="67" y="73"/>
                      <a:pt x="65" y="72"/>
                    </a:cubicBezTo>
                    <a:cubicBezTo>
                      <a:pt x="62" y="70"/>
                      <a:pt x="62" y="70"/>
                      <a:pt x="62" y="70"/>
                    </a:cubicBezTo>
                    <a:cubicBezTo>
                      <a:pt x="60" y="69"/>
                      <a:pt x="58" y="67"/>
                      <a:pt x="56" y="66"/>
                    </a:cubicBezTo>
                    <a:cubicBezTo>
                      <a:pt x="32" y="47"/>
                      <a:pt x="32" y="47"/>
                      <a:pt x="32" y="47"/>
                    </a:cubicBezTo>
                    <a:cubicBezTo>
                      <a:pt x="54" y="28"/>
                      <a:pt x="54" y="28"/>
                      <a:pt x="54" y="28"/>
                    </a:cubicBezTo>
                    <a:cubicBezTo>
                      <a:pt x="59" y="24"/>
                      <a:pt x="62" y="21"/>
                      <a:pt x="64" y="18"/>
                    </a:cubicBezTo>
                    <a:cubicBezTo>
                      <a:pt x="66" y="15"/>
                      <a:pt x="67" y="13"/>
                      <a:pt x="67" y="11"/>
                    </a:cubicBezTo>
                    <a:cubicBezTo>
                      <a:pt x="67" y="9"/>
                      <a:pt x="66" y="7"/>
                      <a:pt x="64" y="6"/>
                    </a:cubicBezTo>
                    <a:cubicBezTo>
                      <a:pt x="62" y="4"/>
                      <a:pt x="60" y="3"/>
                      <a:pt x="59" y="3"/>
                    </a:cubicBezTo>
                    <a:cubicBezTo>
                      <a:pt x="57" y="3"/>
                      <a:pt x="56" y="4"/>
                      <a:pt x="55" y="5"/>
                    </a:cubicBezTo>
                    <a:cubicBezTo>
                      <a:pt x="53" y="7"/>
                      <a:pt x="52" y="9"/>
                      <a:pt x="50" y="13"/>
                    </a:cubicBezTo>
                    <a:cubicBezTo>
                      <a:pt x="48" y="15"/>
                      <a:pt x="46" y="18"/>
                      <a:pt x="43" y="21"/>
                    </a:cubicBezTo>
                    <a:cubicBezTo>
                      <a:pt x="40" y="24"/>
                      <a:pt x="37" y="27"/>
                      <a:pt x="35" y="29"/>
                    </a:cubicBezTo>
                    <a:cubicBezTo>
                      <a:pt x="33" y="31"/>
                      <a:pt x="32" y="32"/>
                      <a:pt x="31" y="33"/>
                    </a:cubicBezTo>
                    <a:cubicBezTo>
                      <a:pt x="29" y="35"/>
                      <a:pt x="25" y="39"/>
                      <a:pt x="19" y="43"/>
                    </a:cubicBezTo>
                    <a:cubicBezTo>
                      <a:pt x="20" y="30"/>
                      <a:pt x="22" y="18"/>
                      <a:pt x="25" y="8"/>
                    </a:cubicBezTo>
                    <a:cubicBezTo>
                      <a:pt x="25" y="3"/>
                      <a:pt x="22" y="0"/>
                      <a:pt x="1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548"/>
              <p:cNvSpPr>
                <a:spLocks noEditPoints="1"/>
              </p:cNvSpPr>
              <p:nvPr/>
            </p:nvSpPr>
            <p:spPr bwMode="auto">
              <a:xfrm>
                <a:off x="2193925" y="4427538"/>
                <a:ext cx="69850" cy="87313"/>
              </a:xfrm>
              <a:custGeom>
                <a:avLst/>
                <a:gdLst>
                  <a:gd name="T0" fmla="*/ 54 w 54"/>
                  <a:gd name="T1" fmla="*/ 45 h 68"/>
                  <a:gd name="T2" fmla="*/ 51 w 54"/>
                  <a:gd name="T3" fmla="*/ 41 h 68"/>
                  <a:gd name="T4" fmla="*/ 47 w 54"/>
                  <a:gd name="T5" fmla="*/ 43 h 68"/>
                  <a:gd name="T6" fmla="*/ 23 w 54"/>
                  <a:gd name="T7" fmla="*/ 55 h 68"/>
                  <a:gd name="T8" fmla="*/ 17 w 54"/>
                  <a:gd name="T9" fmla="*/ 53 h 68"/>
                  <a:gd name="T10" fmla="*/ 14 w 54"/>
                  <a:gd name="T11" fmla="*/ 48 h 68"/>
                  <a:gd name="T12" fmla="*/ 16 w 54"/>
                  <a:gd name="T13" fmla="*/ 45 h 68"/>
                  <a:gd name="T14" fmla="*/ 41 w 54"/>
                  <a:gd name="T15" fmla="*/ 33 h 68"/>
                  <a:gd name="T16" fmla="*/ 51 w 54"/>
                  <a:gd name="T17" fmla="*/ 14 h 68"/>
                  <a:gd name="T18" fmla="*/ 47 w 54"/>
                  <a:gd name="T19" fmla="*/ 4 h 68"/>
                  <a:gd name="T20" fmla="*/ 36 w 54"/>
                  <a:gd name="T21" fmla="*/ 0 h 68"/>
                  <a:gd name="T22" fmla="*/ 12 w 54"/>
                  <a:gd name="T23" fmla="*/ 14 h 68"/>
                  <a:gd name="T24" fmla="*/ 0 w 54"/>
                  <a:gd name="T25" fmla="*/ 44 h 68"/>
                  <a:gd name="T26" fmla="*/ 6 w 54"/>
                  <a:gd name="T27" fmla="*/ 62 h 68"/>
                  <a:gd name="T28" fmla="*/ 21 w 54"/>
                  <a:gd name="T29" fmla="*/ 68 h 68"/>
                  <a:gd name="T30" fmla="*/ 44 w 54"/>
                  <a:gd name="T31" fmla="*/ 59 h 68"/>
                  <a:gd name="T32" fmla="*/ 54 w 54"/>
                  <a:gd name="T33" fmla="*/ 45 h 68"/>
                  <a:gd name="T34" fmla="*/ 24 w 54"/>
                  <a:gd name="T35" fmla="*/ 19 h 68"/>
                  <a:gd name="T36" fmla="*/ 35 w 54"/>
                  <a:gd name="T37" fmla="*/ 12 h 68"/>
                  <a:gd name="T38" fmla="*/ 37 w 54"/>
                  <a:gd name="T39" fmla="*/ 13 h 68"/>
                  <a:gd name="T40" fmla="*/ 39 w 54"/>
                  <a:gd name="T41" fmla="*/ 16 h 68"/>
                  <a:gd name="T42" fmla="*/ 32 w 54"/>
                  <a:gd name="T43" fmla="*/ 27 h 68"/>
                  <a:gd name="T44" fmla="*/ 15 w 54"/>
                  <a:gd name="T45" fmla="*/ 35 h 68"/>
                  <a:gd name="T46" fmla="*/ 24 w 54"/>
                  <a:gd name="T47" fmla="*/ 1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 h="68">
                    <a:moveTo>
                      <a:pt x="54" y="45"/>
                    </a:moveTo>
                    <a:cubicBezTo>
                      <a:pt x="54" y="42"/>
                      <a:pt x="53" y="41"/>
                      <a:pt x="51" y="41"/>
                    </a:cubicBezTo>
                    <a:cubicBezTo>
                      <a:pt x="49" y="41"/>
                      <a:pt x="48" y="42"/>
                      <a:pt x="47" y="43"/>
                    </a:cubicBezTo>
                    <a:cubicBezTo>
                      <a:pt x="39" y="51"/>
                      <a:pt x="31" y="55"/>
                      <a:pt x="23" y="55"/>
                    </a:cubicBezTo>
                    <a:cubicBezTo>
                      <a:pt x="21" y="55"/>
                      <a:pt x="18" y="55"/>
                      <a:pt x="17" y="53"/>
                    </a:cubicBezTo>
                    <a:cubicBezTo>
                      <a:pt x="15" y="51"/>
                      <a:pt x="14" y="49"/>
                      <a:pt x="14" y="48"/>
                    </a:cubicBezTo>
                    <a:cubicBezTo>
                      <a:pt x="14" y="46"/>
                      <a:pt x="15" y="46"/>
                      <a:pt x="16" y="45"/>
                    </a:cubicBezTo>
                    <a:cubicBezTo>
                      <a:pt x="26" y="43"/>
                      <a:pt x="34" y="39"/>
                      <a:pt x="41" y="33"/>
                    </a:cubicBezTo>
                    <a:cubicBezTo>
                      <a:pt x="47" y="27"/>
                      <a:pt x="51" y="20"/>
                      <a:pt x="51" y="14"/>
                    </a:cubicBezTo>
                    <a:cubicBezTo>
                      <a:pt x="51" y="10"/>
                      <a:pt x="49" y="7"/>
                      <a:pt x="47" y="4"/>
                    </a:cubicBezTo>
                    <a:cubicBezTo>
                      <a:pt x="44" y="1"/>
                      <a:pt x="41" y="0"/>
                      <a:pt x="36" y="0"/>
                    </a:cubicBezTo>
                    <a:cubicBezTo>
                      <a:pt x="28" y="0"/>
                      <a:pt x="19" y="4"/>
                      <a:pt x="12" y="14"/>
                    </a:cubicBezTo>
                    <a:cubicBezTo>
                      <a:pt x="4" y="23"/>
                      <a:pt x="0" y="34"/>
                      <a:pt x="0" y="44"/>
                    </a:cubicBezTo>
                    <a:cubicBezTo>
                      <a:pt x="0" y="52"/>
                      <a:pt x="2" y="57"/>
                      <a:pt x="6" y="62"/>
                    </a:cubicBezTo>
                    <a:cubicBezTo>
                      <a:pt x="10" y="66"/>
                      <a:pt x="15" y="68"/>
                      <a:pt x="21" y="68"/>
                    </a:cubicBezTo>
                    <a:cubicBezTo>
                      <a:pt x="30" y="68"/>
                      <a:pt x="37" y="65"/>
                      <a:pt x="44" y="59"/>
                    </a:cubicBezTo>
                    <a:cubicBezTo>
                      <a:pt x="51" y="54"/>
                      <a:pt x="54" y="49"/>
                      <a:pt x="54" y="45"/>
                    </a:cubicBezTo>
                    <a:close/>
                    <a:moveTo>
                      <a:pt x="24" y="19"/>
                    </a:moveTo>
                    <a:cubicBezTo>
                      <a:pt x="28" y="14"/>
                      <a:pt x="31" y="12"/>
                      <a:pt x="35" y="12"/>
                    </a:cubicBezTo>
                    <a:cubicBezTo>
                      <a:pt x="36" y="12"/>
                      <a:pt x="37" y="12"/>
                      <a:pt x="37" y="13"/>
                    </a:cubicBezTo>
                    <a:cubicBezTo>
                      <a:pt x="38" y="14"/>
                      <a:pt x="39" y="15"/>
                      <a:pt x="39" y="16"/>
                    </a:cubicBezTo>
                    <a:cubicBezTo>
                      <a:pt x="39" y="19"/>
                      <a:pt x="36" y="23"/>
                      <a:pt x="32" y="27"/>
                    </a:cubicBezTo>
                    <a:cubicBezTo>
                      <a:pt x="27" y="31"/>
                      <a:pt x="22" y="33"/>
                      <a:pt x="15" y="35"/>
                    </a:cubicBezTo>
                    <a:cubicBezTo>
                      <a:pt x="17" y="29"/>
                      <a:pt x="19" y="24"/>
                      <a:pt x="24"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549"/>
              <p:cNvSpPr>
                <a:spLocks noEditPoints="1"/>
              </p:cNvSpPr>
              <p:nvPr/>
            </p:nvSpPr>
            <p:spPr bwMode="auto">
              <a:xfrm>
                <a:off x="2274888" y="4427538"/>
                <a:ext cx="69850" cy="87313"/>
              </a:xfrm>
              <a:custGeom>
                <a:avLst/>
                <a:gdLst>
                  <a:gd name="T0" fmla="*/ 16 w 54"/>
                  <a:gd name="T1" fmla="*/ 45 h 68"/>
                  <a:gd name="T2" fmla="*/ 40 w 54"/>
                  <a:gd name="T3" fmla="*/ 33 h 68"/>
                  <a:gd name="T4" fmla="*/ 50 w 54"/>
                  <a:gd name="T5" fmla="*/ 14 h 68"/>
                  <a:gd name="T6" fmla="*/ 46 w 54"/>
                  <a:gd name="T7" fmla="*/ 4 h 68"/>
                  <a:gd name="T8" fmla="*/ 36 w 54"/>
                  <a:gd name="T9" fmla="*/ 0 h 68"/>
                  <a:gd name="T10" fmla="*/ 11 w 54"/>
                  <a:gd name="T11" fmla="*/ 14 h 68"/>
                  <a:gd name="T12" fmla="*/ 0 w 54"/>
                  <a:gd name="T13" fmla="*/ 44 h 68"/>
                  <a:gd name="T14" fmla="*/ 5 w 54"/>
                  <a:gd name="T15" fmla="*/ 62 h 68"/>
                  <a:gd name="T16" fmla="*/ 21 w 54"/>
                  <a:gd name="T17" fmla="*/ 68 h 68"/>
                  <a:gd name="T18" fmla="*/ 44 w 54"/>
                  <a:gd name="T19" fmla="*/ 59 h 68"/>
                  <a:gd name="T20" fmla="*/ 54 w 54"/>
                  <a:gd name="T21" fmla="*/ 45 h 68"/>
                  <a:gd name="T22" fmla="*/ 50 w 54"/>
                  <a:gd name="T23" fmla="*/ 41 h 68"/>
                  <a:gd name="T24" fmla="*/ 46 w 54"/>
                  <a:gd name="T25" fmla="*/ 43 h 68"/>
                  <a:gd name="T26" fmla="*/ 23 w 54"/>
                  <a:gd name="T27" fmla="*/ 55 h 68"/>
                  <a:gd name="T28" fmla="*/ 16 w 54"/>
                  <a:gd name="T29" fmla="*/ 53 h 68"/>
                  <a:gd name="T30" fmla="*/ 14 w 54"/>
                  <a:gd name="T31" fmla="*/ 48 h 68"/>
                  <a:gd name="T32" fmla="*/ 16 w 54"/>
                  <a:gd name="T33" fmla="*/ 45 h 68"/>
                  <a:gd name="T34" fmla="*/ 23 w 54"/>
                  <a:gd name="T35" fmla="*/ 19 h 68"/>
                  <a:gd name="T36" fmla="*/ 34 w 54"/>
                  <a:gd name="T37" fmla="*/ 12 h 68"/>
                  <a:gd name="T38" fmla="*/ 37 w 54"/>
                  <a:gd name="T39" fmla="*/ 13 h 68"/>
                  <a:gd name="T40" fmla="*/ 38 w 54"/>
                  <a:gd name="T41" fmla="*/ 16 h 68"/>
                  <a:gd name="T42" fmla="*/ 31 w 54"/>
                  <a:gd name="T43" fmla="*/ 27 h 68"/>
                  <a:gd name="T44" fmla="*/ 15 w 54"/>
                  <a:gd name="T45" fmla="*/ 35 h 68"/>
                  <a:gd name="T46" fmla="*/ 23 w 54"/>
                  <a:gd name="T47" fmla="*/ 1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 h="68">
                    <a:moveTo>
                      <a:pt x="16" y="45"/>
                    </a:moveTo>
                    <a:cubicBezTo>
                      <a:pt x="26" y="43"/>
                      <a:pt x="34" y="39"/>
                      <a:pt x="40" y="33"/>
                    </a:cubicBezTo>
                    <a:cubicBezTo>
                      <a:pt x="47" y="27"/>
                      <a:pt x="50" y="20"/>
                      <a:pt x="50" y="14"/>
                    </a:cubicBezTo>
                    <a:cubicBezTo>
                      <a:pt x="50" y="10"/>
                      <a:pt x="49" y="7"/>
                      <a:pt x="46" y="4"/>
                    </a:cubicBezTo>
                    <a:cubicBezTo>
                      <a:pt x="44" y="1"/>
                      <a:pt x="40" y="0"/>
                      <a:pt x="36" y="0"/>
                    </a:cubicBezTo>
                    <a:cubicBezTo>
                      <a:pt x="27" y="0"/>
                      <a:pt x="19" y="4"/>
                      <a:pt x="11" y="14"/>
                    </a:cubicBezTo>
                    <a:cubicBezTo>
                      <a:pt x="4" y="23"/>
                      <a:pt x="0" y="34"/>
                      <a:pt x="0" y="44"/>
                    </a:cubicBezTo>
                    <a:cubicBezTo>
                      <a:pt x="0" y="52"/>
                      <a:pt x="2" y="57"/>
                      <a:pt x="5" y="62"/>
                    </a:cubicBezTo>
                    <a:cubicBezTo>
                      <a:pt x="9" y="66"/>
                      <a:pt x="14" y="68"/>
                      <a:pt x="21" y="68"/>
                    </a:cubicBezTo>
                    <a:cubicBezTo>
                      <a:pt x="29" y="68"/>
                      <a:pt x="37" y="65"/>
                      <a:pt x="44" y="59"/>
                    </a:cubicBezTo>
                    <a:cubicBezTo>
                      <a:pt x="50" y="54"/>
                      <a:pt x="54" y="49"/>
                      <a:pt x="54" y="45"/>
                    </a:cubicBezTo>
                    <a:cubicBezTo>
                      <a:pt x="54" y="42"/>
                      <a:pt x="53" y="41"/>
                      <a:pt x="50" y="41"/>
                    </a:cubicBezTo>
                    <a:cubicBezTo>
                      <a:pt x="49" y="41"/>
                      <a:pt x="47" y="42"/>
                      <a:pt x="46" y="43"/>
                    </a:cubicBezTo>
                    <a:cubicBezTo>
                      <a:pt x="38" y="51"/>
                      <a:pt x="31" y="55"/>
                      <a:pt x="23" y="55"/>
                    </a:cubicBezTo>
                    <a:cubicBezTo>
                      <a:pt x="20" y="55"/>
                      <a:pt x="18" y="55"/>
                      <a:pt x="16" y="53"/>
                    </a:cubicBezTo>
                    <a:cubicBezTo>
                      <a:pt x="15" y="51"/>
                      <a:pt x="14" y="49"/>
                      <a:pt x="14" y="48"/>
                    </a:cubicBezTo>
                    <a:cubicBezTo>
                      <a:pt x="14" y="46"/>
                      <a:pt x="14" y="46"/>
                      <a:pt x="16" y="45"/>
                    </a:cubicBezTo>
                    <a:close/>
                    <a:moveTo>
                      <a:pt x="23" y="19"/>
                    </a:moveTo>
                    <a:cubicBezTo>
                      <a:pt x="27" y="14"/>
                      <a:pt x="31" y="12"/>
                      <a:pt x="34" y="12"/>
                    </a:cubicBezTo>
                    <a:cubicBezTo>
                      <a:pt x="35" y="12"/>
                      <a:pt x="36" y="12"/>
                      <a:pt x="37" y="13"/>
                    </a:cubicBezTo>
                    <a:cubicBezTo>
                      <a:pt x="38" y="14"/>
                      <a:pt x="38" y="15"/>
                      <a:pt x="38" y="16"/>
                    </a:cubicBezTo>
                    <a:cubicBezTo>
                      <a:pt x="38" y="19"/>
                      <a:pt x="36" y="23"/>
                      <a:pt x="31" y="27"/>
                    </a:cubicBezTo>
                    <a:cubicBezTo>
                      <a:pt x="26" y="31"/>
                      <a:pt x="21" y="33"/>
                      <a:pt x="15" y="35"/>
                    </a:cubicBezTo>
                    <a:cubicBezTo>
                      <a:pt x="16" y="29"/>
                      <a:pt x="19" y="24"/>
                      <a:pt x="23"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550"/>
              <p:cNvSpPr>
                <a:spLocks noEditPoints="1"/>
              </p:cNvSpPr>
              <p:nvPr/>
            </p:nvSpPr>
            <p:spPr bwMode="auto">
              <a:xfrm>
                <a:off x="2347913" y="4425950"/>
                <a:ext cx="93663" cy="138113"/>
              </a:xfrm>
              <a:custGeom>
                <a:avLst/>
                <a:gdLst>
                  <a:gd name="T0" fmla="*/ 26 w 72"/>
                  <a:gd name="T1" fmla="*/ 10 h 107"/>
                  <a:gd name="T2" fmla="*/ 20 w 72"/>
                  <a:gd name="T3" fmla="*/ 0 h 107"/>
                  <a:gd name="T4" fmla="*/ 14 w 72"/>
                  <a:gd name="T5" fmla="*/ 2 h 107"/>
                  <a:gd name="T6" fmla="*/ 12 w 72"/>
                  <a:gd name="T7" fmla="*/ 7 h 107"/>
                  <a:gd name="T8" fmla="*/ 11 w 72"/>
                  <a:gd name="T9" fmla="*/ 17 h 107"/>
                  <a:gd name="T10" fmla="*/ 11 w 72"/>
                  <a:gd name="T11" fmla="*/ 18 h 107"/>
                  <a:gd name="T12" fmla="*/ 2 w 72"/>
                  <a:gd name="T13" fmla="*/ 90 h 107"/>
                  <a:gd name="T14" fmla="*/ 0 w 72"/>
                  <a:gd name="T15" fmla="*/ 100 h 107"/>
                  <a:gd name="T16" fmla="*/ 3 w 72"/>
                  <a:gd name="T17" fmla="*/ 105 h 107"/>
                  <a:gd name="T18" fmla="*/ 7 w 72"/>
                  <a:gd name="T19" fmla="*/ 107 h 107"/>
                  <a:gd name="T20" fmla="*/ 12 w 72"/>
                  <a:gd name="T21" fmla="*/ 105 h 107"/>
                  <a:gd name="T22" fmla="*/ 15 w 72"/>
                  <a:gd name="T23" fmla="*/ 97 h 107"/>
                  <a:gd name="T24" fmla="*/ 18 w 72"/>
                  <a:gd name="T25" fmla="*/ 74 h 107"/>
                  <a:gd name="T26" fmla="*/ 20 w 72"/>
                  <a:gd name="T27" fmla="*/ 62 h 107"/>
                  <a:gd name="T28" fmla="*/ 28 w 72"/>
                  <a:gd name="T29" fmla="*/ 67 h 107"/>
                  <a:gd name="T30" fmla="*/ 57 w 72"/>
                  <a:gd name="T31" fmla="*/ 52 h 107"/>
                  <a:gd name="T32" fmla="*/ 72 w 72"/>
                  <a:gd name="T33" fmla="*/ 18 h 107"/>
                  <a:gd name="T34" fmla="*/ 67 w 72"/>
                  <a:gd name="T35" fmla="*/ 6 h 107"/>
                  <a:gd name="T36" fmla="*/ 56 w 72"/>
                  <a:gd name="T37" fmla="*/ 1 h 107"/>
                  <a:gd name="T38" fmla="*/ 40 w 72"/>
                  <a:gd name="T39" fmla="*/ 9 h 107"/>
                  <a:gd name="T40" fmla="*/ 24 w 72"/>
                  <a:gd name="T41" fmla="*/ 27 h 107"/>
                  <a:gd name="T42" fmla="*/ 25 w 72"/>
                  <a:gd name="T43" fmla="*/ 23 h 107"/>
                  <a:gd name="T44" fmla="*/ 26 w 72"/>
                  <a:gd name="T45" fmla="*/ 10 h 107"/>
                  <a:gd name="T46" fmla="*/ 36 w 72"/>
                  <a:gd name="T47" fmla="*/ 28 h 107"/>
                  <a:gd name="T48" fmla="*/ 54 w 72"/>
                  <a:gd name="T49" fmla="*/ 15 h 107"/>
                  <a:gd name="T50" fmla="*/ 56 w 72"/>
                  <a:gd name="T51" fmla="*/ 16 h 107"/>
                  <a:gd name="T52" fmla="*/ 57 w 72"/>
                  <a:gd name="T53" fmla="*/ 21 h 107"/>
                  <a:gd name="T54" fmla="*/ 48 w 72"/>
                  <a:gd name="T55" fmla="*/ 44 h 107"/>
                  <a:gd name="T56" fmla="*/ 31 w 72"/>
                  <a:gd name="T57" fmla="*/ 55 h 107"/>
                  <a:gd name="T58" fmla="*/ 26 w 72"/>
                  <a:gd name="T59" fmla="*/ 54 h 107"/>
                  <a:gd name="T60" fmla="*/ 24 w 72"/>
                  <a:gd name="T61" fmla="*/ 50 h 107"/>
                  <a:gd name="T62" fmla="*/ 36 w 72"/>
                  <a:gd name="T63" fmla="*/ 28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2" h="107">
                    <a:moveTo>
                      <a:pt x="26" y="10"/>
                    </a:moveTo>
                    <a:cubicBezTo>
                      <a:pt x="26" y="3"/>
                      <a:pt x="24" y="0"/>
                      <a:pt x="20" y="0"/>
                    </a:cubicBezTo>
                    <a:cubicBezTo>
                      <a:pt x="17" y="0"/>
                      <a:pt x="15" y="1"/>
                      <a:pt x="14" y="2"/>
                    </a:cubicBezTo>
                    <a:cubicBezTo>
                      <a:pt x="13" y="3"/>
                      <a:pt x="12" y="5"/>
                      <a:pt x="12" y="7"/>
                    </a:cubicBezTo>
                    <a:cubicBezTo>
                      <a:pt x="11" y="8"/>
                      <a:pt x="11" y="12"/>
                      <a:pt x="11" y="17"/>
                    </a:cubicBezTo>
                    <a:cubicBezTo>
                      <a:pt x="11" y="18"/>
                      <a:pt x="11" y="18"/>
                      <a:pt x="11" y="18"/>
                    </a:cubicBezTo>
                    <a:cubicBezTo>
                      <a:pt x="11" y="43"/>
                      <a:pt x="7" y="67"/>
                      <a:pt x="2" y="90"/>
                    </a:cubicBezTo>
                    <a:cubicBezTo>
                      <a:pt x="1" y="94"/>
                      <a:pt x="0" y="97"/>
                      <a:pt x="0" y="100"/>
                    </a:cubicBezTo>
                    <a:cubicBezTo>
                      <a:pt x="0" y="102"/>
                      <a:pt x="1" y="103"/>
                      <a:pt x="3" y="105"/>
                    </a:cubicBezTo>
                    <a:cubicBezTo>
                      <a:pt x="4" y="106"/>
                      <a:pt x="6" y="107"/>
                      <a:pt x="7" y="107"/>
                    </a:cubicBezTo>
                    <a:cubicBezTo>
                      <a:pt x="9" y="107"/>
                      <a:pt x="11" y="106"/>
                      <a:pt x="12" y="105"/>
                    </a:cubicBezTo>
                    <a:cubicBezTo>
                      <a:pt x="14" y="103"/>
                      <a:pt x="15" y="101"/>
                      <a:pt x="15" y="97"/>
                    </a:cubicBezTo>
                    <a:cubicBezTo>
                      <a:pt x="18" y="74"/>
                      <a:pt x="18" y="74"/>
                      <a:pt x="18" y="74"/>
                    </a:cubicBezTo>
                    <a:cubicBezTo>
                      <a:pt x="19" y="69"/>
                      <a:pt x="19" y="64"/>
                      <a:pt x="20" y="62"/>
                    </a:cubicBezTo>
                    <a:cubicBezTo>
                      <a:pt x="21" y="65"/>
                      <a:pt x="24" y="67"/>
                      <a:pt x="28" y="67"/>
                    </a:cubicBezTo>
                    <a:cubicBezTo>
                      <a:pt x="38" y="67"/>
                      <a:pt x="48" y="62"/>
                      <a:pt x="57" y="52"/>
                    </a:cubicBezTo>
                    <a:cubicBezTo>
                      <a:pt x="67" y="42"/>
                      <a:pt x="72" y="30"/>
                      <a:pt x="72" y="18"/>
                    </a:cubicBezTo>
                    <a:cubicBezTo>
                      <a:pt x="72" y="13"/>
                      <a:pt x="70" y="9"/>
                      <a:pt x="67" y="6"/>
                    </a:cubicBezTo>
                    <a:cubicBezTo>
                      <a:pt x="64" y="3"/>
                      <a:pt x="60" y="1"/>
                      <a:pt x="56" y="1"/>
                    </a:cubicBezTo>
                    <a:cubicBezTo>
                      <a:pt x="51" y="1"/>
                      <a:pt x="46" y="4"/>
                      <a:pt x="40" y="9"/>
                    </a:cubicBezTo>
                    <a:cubicBezTo>
                      <a:pt x="34" y="14"/>
                      <a:pt x="29" y="20"/>
                      <a:pt x="24" y="27"/>
                    </a:cubicBezTo>
                    <a:cubicBezTo>
                      <a:pt x="25" y="23"/>
                      <a:pt x="25" y="23"/>
                      <a:pt x="25" y="23"/>
                    </a:cubicBezTo>
                    <a:cubicBezTo>
                      <a:pt x="26" y="17"/>
                      <a:pt x="26" y="12"/>
                      <a:pt x="26" y="10"/>
                    </a:cubicBezTo>
                    <a:close/>
                    <a:moveTo>
                      <a:pt x="36" y="28"/>
                    </a:moveTo>
                    <a:cubicBezTo>
                      <a:pt x="43" y="19"/>
                      <a:pt x="49" y="15"/>
                      <a:pt x="54" y="15"/>
                    </a:cubicBezTo>
                    <a:cubicBezTo>
                      <a:pt x="55" y="15"/>
                      <a:pt x="55" y="15"/>
                      <a:pt x="56" y="16"/>
                    </a:cubicBezTo>
                    <a:cubicBezTo>
                      <a:pt x="57" y="17"/>
                      <a:pt x="57" y="19"/>
                      <a:pt x="57" y="21"/>
                    </a:cubicBezTo>
                    <a:cubicBezTo>
                      <a:pt x="57" y="29"/>
                      <a:pt x="54" y="36"/>
                      <a:pt x="48" y="44"/>
                    </a:cubicBezTo>
                    <a:cubicBezTo>
                      <a:pt x="41" y="51"/>
                      <a:pt x="36" y="55"/>
                      <a:pt x="31" y="55"/>
                    </a:cubicBezTo>
                    <a:cubicBezTo>
                      <a:pt x="29" y="55"/>
                      <a:pt x="28" y="55"/>
                      <a:pt x="26" y="54"/>
                    </a:cubicBezTo>
                    <a:cubicBezTo>
                      <a:pt x="25" y="53"/>
                      <a:pt x="24" y="51"/>
                      <a:pt x="24" y="50"/>
                    </a:cubicBezTo>
                    <a:cubicBezTo>
                      <a:pt x="24" y="45"/>
                      <a:pt x="28" y="38"/>
                      <a:pt x="36"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551"/>
              <p:cNvSpPr>
                <a:spLocks noEditPoints="1"/>
              </p:cNvSpPr>
              <p:nvPr/>
            </p:nvSpPr>
            <p:spPr bwMode="auto">
              <a:xfrm>
                <a:off x="2513013" y="4429125"/>
                <a:ext cx="79375" cy="85725"/>
              </a:xfrm>
              <a:custGeom>
                <a:avLst/>
                <a:gdLst>
                  <a:gd name="T0" fmla="*/ 13 w 61"/>
                  <a:gd name="T1" fmla="*/ 65 h 66"/>
                  <a:gd name="T2" fmla="*/ 42 w 61"/>
                  <a:gd name="T3" fmla="*/ 44 h 66"/>
                  <a:gd name="T4" fmla="*/ 52 w 61"/>
                  <a:gd name="T5" fmla="*/ 66 h 66"/>
                  <a:gd name="T6" fmla="*/ 58 w 61"/>
                  <a:gd name="T7" fmla="*/ 64 h 66"/>
                  <a:gd name="T8" fmla="*/ 61 w 61"/>
                  <a:gd name="T9" fmla="*/ 59 h 66"/>
                  <a:gd name="T10" fmla="*/ 59 w 61"/>
                  <a:gd name="T11" fmla="*/ 56 h 66"/>
                  <a:gd name="T12" fmla="*/ 56 w 61"/>
                  <a:gd name="T13" fmla="*/ 54 h 66"/>
                  <a:gd name="T14" fmla="*/ 54 w 61"/>
                  <a:gd name="T15" fmla="*/ 50 h 66"/>
                  <a:gd name="T16" fmla="*/ 53 w 61"/>
                  <a:gd name="T17" fmla="*/ 40 h 66"/>
                  <a:gd name="T18" fmla="*/ 56 w 61"/>
                  <a:gd name="T19" fmla="*/ 21 h 66"/>
                  <a:gd name="T20" fmla="*/ 57 w 61"/>
                  <a:gd name="T21" fmla="*/ 12 h 66"/>
                  <a:gd name="T22" fmla="*/ 50 w 61"/>
                  <a:gd name="T23" fmla="*/ 7 h 66"/>
                  <a:gd name="T24" fmla="*/ 41 w 61"/>
                  <a:gd name="T25" fmla="*/ 0 h 66"/>
                  <a:gd name="T26" fmla="*/ 14 w 61"/>
                  <a:gd name="T27" fmla="*/ 17 h 66"/>
                  <a:gd name="T28" fmla="*/ 0 w 61"/>
                  <a:gd name="T29" fmla="*/ 50 h 66"/>
                  <a:gd name="T30" fmla="*/ 4 w 61"/>
                  <a:gd name="T31" fmla="*/ 60 h 66"/>
                  <a:gd name="T32" fmla="*/ 13 w 61"/>
                  <a:gd name="T33" fmla="*/ 65 h 66"/>
                  <a:gd name="T34" fmla="*/ 23 w 61"/>
                  <a:gd name="T35" fmla="*/ 25 h 66"/>
                  <a:gd name="T36" fmla="*/ 39 w 61"/>
                  <a:gd name="T37" fmla="*/ 12 h 66"/>
                  <a:gd name="T38" fmla="*/ 41 w 61"/>
                  <a:gd name="T39" fmla="*/ 14 h 66"/>
                  <a:gd name="T40" fmla="*/ 43 w 61"/>
                  <a:gd name="T41" fmla="*/ 19 h 66"/>
                  <a:gd name="T42" fmla="*/ 33 w 61"/>
                  <a:gd name="T43" fmla="*/ 40 h 66"/>
                  <a:gd name="T44" fmla="*/ 16 w 61"/>
                  <a:gd name="T45" fmla="*/ 52 h 66"/>
                  <a:gd name="T46" fmla="*/ 14 w 61"/>
                  <a:gd name="T47" fmla="*/ 47 h 66"/>
                  <a:gd name="T48" fmla="*/ 23 w 61"/>
                  <a:gd name="T49" fmla="*/ 2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1" h="66">
                    <a:moveTo>
                      <a:pt x="13" y="65"/>
                    </a:moveTo>
                    <a:cubicBezTo>
                      <a:pt x="22" y="65"/>
                      <a:pt x="32" y="58"/>
                      <a:pt x="42" y="44"/>
                    </a:cubicBezTo>
                    <a:cubicBezTo>
                      <a:pt x="41" y="59"/>
                      <a:pt x="45" y="66"/>
                      <a:pt x="52" y="66"/>
                    </a:cubicBezTo>
                    <a:cubicBezTo>
                      <a:pt x="54" y="66"/>
                      <a:pt x="56" y="66"/>
                      <a:pt x="58" y="64"/>
                    </a:cubicBezTo>
                    <a:cubicBezTo>
                      <a:pt x="60" y="63"/>
                      <a:pt x="61" y="61"/>
                      <a:pt x="61" y="59"/>
                    </a:cubicBezTo>
                    <a:cubicBezTo>
                      <a:pt x="61" y="58"/>
                      <a:pt x="60" y="57"/>
                      <a:pt x="59" y="56"/>
                    </a:cubicBezTo>
                    <a:cubicBezTo>
                      <a:pt x="57" y="56"/>
                      <a:pt x="56" y="55"/>
                      <a:pt x="56" y="54"/>
                    </a:cubicBezTo>
                    <a:cubicBezTo>
                      <a:pt x="56" y="54"/>
                      <a:pt x="55" y="52"/>
                      <a:pt x="54" y="50"/>
                    </a:cubicBezTo>
                    <a:cubicBezTo>
                      <a:pt x="54" y="48"/>
                      <a:pt x="53" y="45"/>
                      <a:pt x="53" y="40"/>
                    </a:cubicBezTo>
                    <a:cubicBezTo>
                      <a:pt x="53" y="35"/>
                      <a:pt x="54" y="29"/>
                      <a:pt x="56" y="21"/>
                    </a:cubicBezTo>
                    <a:cubicBezTo>
                      <a:pt x="57" y="17"/>
                      <a:pt x="57" y="14"/>
                      <a:pt x="57" y="12"/>
                    </a:cubicBezTo>
                    <a:cubicBezTo>
                      <a:pt x="57" y="9"/>
                      <a:pt x="55" y="7"/>
                      <a:pt x="50" y="7"/>
                    </a:cubicBezTo>
                    <a:cubicBezTo>
                      <a:pt x="49" y="2"/>
                      <a:pt x="46" y="0"/>
                      <a:pt x="41" y="0"/>
                    </a:cubicBezTo>
                    <a:cubicBezTo>
                      <a:pt x="32" y="0"/>
                      <a:pt x="23" y="6"/>
                      <a:pt x="14" y="17"/>
                    </a:cubicBezTo>
                    <a:cubicBezTo>
                      <a:pt x="4" y="29"/>
                      <a:pt x="0" y="40"/>
                      <a:pt x="0" y="50"/>
                    </a:cubicBezTo>
                    <a:cubicBezTo>
                      <a:pt x="0" y="54"/>
                      <a:pt x="1" y="58"/>
                      <a:pt x="4" y="60"/>
                    </a:cubicBezTo>
                    <a:cubicBezTo>
                      <a:pt x="6" y="63"/>
                      <a:pt x="9" y="65"/>
                      <a:pt x="13" y="65"/>
                    </a:cubicBezTo>
                    <a:close/>
                    <a:moveTo>
                      <a:pt x="23" y="25"/>
                    </a:moveTo>
                    <a:cubicBezTo>
                      <a:pt x="30" y="17"/>
                      <a:pt x="35" y="12"/>
                      <a:pt x="39" y="12"/>
                    </a:cubicBezTo>
                    <a:cubicBezTo>
                      <a:pt x="40" y="12"/>
                      <a:pt x="41" y="13"/>
                      <a:pt x="41" y="14"/>
                    </a:cubicBezTo>
                    <a:cubicBezTo>
                      <a:pt x="42" y="15"/>
                      <a:pt x="43" y="17"/>
                      <a:pt x="43" y="19"/>
                    </a:cubicBezTo>
                    <a:cubicBezTo>
                      <a:pt x="43" y="25"/>
                      <a:pt x="39" y="32"/>
                      <a:pt x="33" y="40"/>
                    </a:cubicBezTo>
                    <a:cubicBezTo>
                      <a:pt x="26" y="48"/>
                      <a:pt x="20" y="52"/>
                      <a:pt x="16" y="52"/>
                    </a:cubicBezTo>
                    <a:cubicBezTo>
                      <a:pt x="15" y="52"/>
                      <a:pt x="14" y="50"/>
                      <a:pt x="14" y="47"/>
                    </a:cubicBezTo>
                    <a:cubicBezTo>
                      <a:pt x="14" y="41"/>
                      <a:pt x="17" y="34"/>
                      <a:pt x="23"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552"/>
              <p:cNvSpPr>
                <a:spLocks/>
              </p:cNvSpPr>
              <p:nvPr/>
            </p:nvSpPr>
            <p:spPr bwMode="auto">
              <a:xfrm>
                <a:off x="2606675" y="4427538"/>
                <a:ext cx="125413" cy="87313"/>
              </a:xfrm>
              <a:custGeom>
                <a:avLst/>
                <a:gdLst>
                  <a:gd name="T0" fmla="*/ 16 w 97"/>
                  <a:gd name="T1" fmla="*/ 9 h 68"/>
                  <a:gd name="T2" fmla="*/ 14 w 97"/>
                  <a:gd name="T3" fmla="*/ 4 h 68"/>
                  <a:gd name="T4" fmla="*/ 9 w 97"/>
                  <a:gd name="T5" fmla="*/ 2 h 68"/>
                  <a:gd name="T6" fmla="*/ 2 w 97"/>
                  <a:gd name="T7" fmla="*/ 5 h 68"/>
                  <a:gd name="T8" fmla="*/ 0 w 97"/>
                  <a:gd name="T9" fmla="*/ 13 h 68"/>
                  <a:gd name="T10" fmla="*/ 6 w 97"/>
                  <a:gd name="T11" fmla="*/ 48 h 68"/>
                  <a:gd name="T12" fmla="*/ 21 w 97"/>
                  <a:gd name="T13" fmla="*/ 68 h 68"/>
                  <a:gd name="T14" fmla="*/ 36 w 97"/>
                  <a:gd name="T15" fmla="*/ 48 h 68"/>
                  <a:gd name="T16" fmla="*/ 37 w 97"/>
                  <a:gd name="T17" fmla="*/ 47 h 68"/>
                  <a:gd name="T18" fmla="*/ 46 w 97"/>
                  <a:gd name="T19" fmla="*/ 28 h 68"/>
                  <a:gd name="T20" fmla="*/ 49 w 97"/>
                  <a:gd name="T21" fmla="*/ 40 h 68"/>
                  <a:gd name="T22" fmla="*/ 54 w 97"/>
                  <a:gd name="T23" fmla="*/ 54 h 68"/>
                  <a:gd name="T24" fmla="*/ 61 w 97"/>
                  <a:gd name="T25" fmla="*/ 62 h 68"/>
                  <a:gd name="T26" fmla="*/ 70 w 97"/>
                  <a:gd name="T27" fmla="*/ 64 h 68"/>
                  <a:gd name="T28" fmla="*/ 74 w 97"/>
                  <a:gd name="T29" fmla="*/ 59 h 68"/>
                  <a:gd name="T30" fmla="*/ 82 w 97"/>
                  <a:gd name="T31" fmla="*/ 37 h 68"/>
                  <a:gd name="T32" fmla="*/ 95 w 97"/>
                  <a:gd name="T33" fmla="*/ 10 h 68"/>
                  <a:gd name="T34" fmla="*/ 97 w 97"/>
                  <a:gd name="T35" fmla="*/ 6 h 68"/>
                  <a:gd name="T36" fmla="*/ 95 w 97"/>
                  <a:gd name="T37" fmla="*/ 2 h 68"/>
                  <a:gd name="T38" fmla="*/ 91 w 97"/>
                  <a:gd name="T39" fmla="*/ 0 h 68"/>
                  <a:gd name="T40" fmla="*/ 85 w 97"/>
                  <a:gd name="T41" fmla="*/ 3 h 68"/>
                  <a:gd name="T42" fmla="*/ 77 w 97"/>
                  <a:gd name="T43" fmla="*/ 15 h 68"/>
                  <a:gd name="T44" fmla="*/ 69 w 97"/>
                  <a:gd name="T45" fmla="*/ 38 h 68"/>
                  <a:gd name="T46" fmla="*/ 67 w 97"/>
                  <a:gd name="T47" fmla="*/ 47 h 68"/>
                  <a:gd name="T48" fmla="*/ 66 w 97"/>
                  <a:gd name="T49" fmla="*/ 47 h 68"/>
                  <a:gd name="T50" fmla="*/ 56 w 97"/>
                  <a:gd name="T51" fmla="*/ 16 h 68"/>
                  <a:gd name="T52" fmla="*/ 56 w 97"/>
                  <a:gd name="T53" fmla="*/ 14 h 68"/>
                  <a:gd name="T54" fmla="*/ 56 w 97"/>
                  <a:gd name="T55" fmla="*/ 11 h 68"/>
                  <a:gd name="T56" fmla="*/ 54 w 97"/>
                  <a:gd name="T57" fmla="*/ 7 h 68"/>
                  <a:gd name="T58" fmla="*/ 48 w 97"/>
                  <a:gd name="T59" fmla="*/ 5 h 68"/>
                  <a:gd name="T60" fmla="*/ 38 w 97"/>
                  <a:gd name="T61" fmla="*/ 19 h 68"/>
                  <a:gd name="T62" fmla="*/ 38 w 97"/>
                  <a:gd name="T63" fmla="*/ 19 h 68"/>
                  <a:gd name="T64" fmla="*/ 27 w 97"/>
                  <a:gd name="T65" fmla="*/ 40 h 68"/>
                  <a:gd name="T66" fmla="*/ 21 w 97"/>
                  <a:gd name="T67" fmla="*/ 50 h 68"/>
                  <a:gd name="T68" fmla="*/ 18 w 97"/>
                  <a:gd name="T69" fmla="*/ 40 h 68"/>
                  <a:gd name="T70" fmla="*/ 15 w 97"/>
                  <a:gd name="T71" fmla="*/ 23 h 68"/>
                  <a:gd name="T72" fmla="*/ 15 w 97"/>
                  <a:gd name="T73" fmla="*/ 16 h 68"/>
                  <a:gd name="T74" fmla="*/ 16 w 97"/>
                  <a:gd name="T75" fmla="*/ 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7" h="68">
                    <a:moveTo>
                      <a:pt x="16" y="9"/>
                    </a:moveTo>
                    <a:cubicBezTo>
                      <a:pt x="16" y="7"/>
                      <a:pt x="15" y="6"/>
                      <a:pt x="14" y="4"/>
                    </a:cubicBezTo>
                    <a:cubicBezTo>
                      <a:pt x="12" y="3"/>
                      <a:pt x="11" y="2"/>
                      <a:pt x="9" y="2"/>
                    </a:cubicBezTo>
                    <a:cubicBezTo>
                      <a:pt x="6" y="2"/>
                      <a:pt x="4" y="3"/>
                      <a:pt x="2" y="5"/>
                    </a:cubicBezTo>
                    <a:cubicBezTo>
                      <a:pt x="1" y="7"/>
                      <a:pt x="0" y="10"/>
                      <a:pt x="0" y="13"/>
                    </a:cubicBezTo>
                    <a:cubicBezTo>
                      <a:pt x="0" y="22"/>
                      <a:pt x="2" y="34"/>
                      <a:pt x="6" y="48"/>
                    </a:cubicBezTo>
                    <a:cubicBezTo>
                      <a:pt x="10" y="61"/>
                      <a:pt x="15" y="68"/>
                      <a:pt x="21" y="68"/>
                    </a:cubicBezTo>
                    <a:cubicBezTo>
                      <a:pt x="24" y="68"/>
                      <a:pt x="29" y="62"/>
                      <a:pt x="36" y="48"/>
                    </a:cubicBezTo>
                    <a:cubicBezTo>
                      <a:pt x="36" y="48"/>
                      <a:pt x="36" y="48"/>
                      <a:pt x="37" y="47"/>
                    </a:cubicBezTo>
                    <a:cubicBezTo>
                      <a:pt x="42" y="35"/>
                      <a:pt x="45" y="29"/>
                      <a:pt x="46" y="28"/>
                    </a:cubicBezTo>
                    <a:cubicBezTo>
                      <a:pt x="46" y="31"/>
                      <a:pt x="47" y="35"/>
                      <a:pt x="49" y="40"/>
                    </a:cubicBezTo>
                    <a:cubicBezTo>
                      <a:pt x="50" y="46"/>
                      <a:pt x="52" y="50"/>
                      <a:pt x="54" y="54"/>
                    </a:cubicBezTo>
                    <a:cubicBezTo>
                      <a:pt x="57" y="58"/>
                      <a:pt x="59" y="60"/>
                      <a:pt x="61" y="62"/>
                    </a:cubicBezTo>
                    <a:cubicBezTo>
                      <a:pt x="63" y="63"/>
                      <a:pt x="66" y="64"/>
                      <a:pt x="70" y="64"/>
                    </a:cubicBezTo>
                    <a:cubicBezTo>
                      <a:pt x="71" y="64"/>
                      <a:pt x="72" y="62"/>
                      <a:pt x="74" y="59"/>
                    </a:cubicBezTo>
                    <a:cubicBezTo>
                      <a:pt x="75" y="57"/>
                      <a:pt x="78" y="49"/>
                      <a:pt x="82" y="37"/>
                    </a:cubicBezTo>
                    <a:cubicBezTo>
                      <a:pt x="86" y="25"/>
                      <a:pt x="90" y="16"/>
                      <a:pt x="95" y="10"/>
                    </a:cubicBezTo>
                    <a:cubicBezTo>
                      <a:pt x="96" y="9"/>
                      <a:pt x="97" y="7"/>
                      <a:pt x="97" y="6"/>
                    </a:cubicBezTo>
                    <a:cubicBezTo>
                      <a:pt x="97" y="4"/>
                      <a:pt x="96" y="3"/>
                      <a:pt x="95" y="2"/>
                    </a:cubicBezTo>
                    <a:cubicBezTo>
                      <a:pt x="94" y="1"/>
                      <a:pt x="92" y="0"/>
                      <a:pt x="91" y="0"/>
                    </a:cubicBezTo>
                    <a:cubicBezTo>
                      <a:pt x="89" y="0"/>
                      <a:pt x="86" y="1"/>
                      <a:pt x="85" y="3"/>
                    </a:cubicBezTo>
                    <a:cubicBezTo>
                      <a:pt x="83" y="4"/>
                      <a:pt x="80" y="8"/>
                      <a:pt x="77" y="15"/>
                    </a:cubicBezTo>
                    <a:cubicBezTo>
                      <a:pt x="74" y="22"/>
                      <a:pt x="72" y="29"/>
                      <a:pt x="69" y="38"/>
                    </a:cubicBezTo>
                    <a:cubicBezTo>
                      <a:pt x="68" y="43"/>
                      <a:pt x="67" y="46"/>
                      <a:pt x="67" y="47"/>
                    </a:cubicBezTo>
                    <a:cubicBezTo>
                      <a:pt x="67" y="48"/>
                      <a:pt x="66" y="48"/>
                      <a:pt x="66" y="47"/>
                    </a:cubicBezTo>
                    <a:cubicBezTo>
                      <a:pt x="59" y="38"/>
                      <a:pt x="56" y="28"/>
                      <a:pt x="56" y="16"/>
                    </a:cubicBezTo>
                    <a:cubicBezTo>
                      <a:pt x="56" y="15"/>
                      <a:pt x="56" y="15"/>
                      <a:pt x="56" y="14"/>
                    </a:cubicBezTo>
                    <a:cubicBezTo>
                      <a:pt x="56" y="14"/>
                      <a:pt x="56" y="13"/>
                      <a:pt x="56" y="11"/>
                    </a:cubicBezTo>
                    <a:cubicBezTo>
                      <a:pt x="56" y="10"/>
                      <a:pt x="56" y="8"/>
                      <a:pt x="54" y="7"/>
                    </a:cubicBezTo>
                    <a:cubicBezTo>
                      <a:pt x="53" y="6"/>
                      <a:pt x="51" y="5"/>
                      <a:pt x="48" y="5"/>
                    </a:cubicBezTo>
                    <a:cubicBezTo>
                      <a:pt x="45" y="7"/>
                      <a:pt x="42" y="12"/>
                      <a:pt x="38" y="19"/>
                    </a:cubicBezTo>
                    <a:cubicBezTo>
                      <a:pt x="38" y="19"/>
                      <a:pt x="38" y="19"/>
                      <a:pt x="38" y="19"/>
                    </a:cubicBezTo>
                    <a:cubicBezTo>
                      <a:pt x="35" y="24"/>
                      <a:pt x="32" y="31"/>
                      <a:pt x="27" y="40"/>
                    </a:cubicBezTo>
                    <a:cubicBezTo>
                      <a:pt x="24" y="46"/>
                      <a:pt x="22" y="50"/>
                      <a:pt x="21" y="50"/>
                    </a:cubicBezTo>
                    <a:cubicBezTo>
                      <a:pt x="21" y="50"/>
                      <a:pt x="19" y="46"/>
                      <a:pt x="18" y="40"/>
                    </a:cubicBezTo>
                    <a:cubicBezTo>
                      <a:pt x="16" y="33"/>
                      <a:pt x="15" y="27"/>
                      <a:pt x="15" y="23"/>
                    </a:cubicBezTo>
                    <a:cubicBezTo>
                      <a:pt x="15" y="21"/>
                      <a:pt x="15" y="19"/>
                      <a:pt x="15" y="16"/>
                    </a:cubicBezTo>
                    <a:lnTo>
                      <a:pt x="16"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553"/>
              <p:cNvSpPr>
                <a:spLocks noEditPoints="1"/>
              </p:cNvSpPr>
              <p:nvPr/>
            </p:nvSpPr>
            <p:spPr bwMode="auto">
              <a:xfrm>
                <a:off x="2738438" y="4429125"/>
                <a:ext cx="77788" cy="85725"/>
              </a:xfrm>
              <a:custGeom>
                <a:avLst/>
                <a:gdLst>
                  <a:gd name="T0" fmla="*/ 57 w 61"/>
                  <a:gd name="T1" fmla="*/ 12 h 66"/>
                  <a:gd name="T2" fmla="*/ 50 w 61"/>
                  <a:gd name="T3" fmla="*/ 7 h 66"/>
                  <a:gd name="T4" fmla="*/ 41 w 61"/>
                  <a:gd name="T5" fmla="*/ 0 h 66"/>
                  <a:gd name="T6" fmla="*/ 13 w 61"/>
                  <a:gd name="T7" fmla="*/ 17 h 66"/>
                  <a:gd name="T8" fmla="*/ 0 w 61"/>
                  <a:gd name="T9" fmla="*/ 50 h 66"/>
                  <a:gd name="T10" fmla="*/ 3 w 61"/>
                  <a:gd name="T11" fmla="*/ 60 h 66"/>
                  <a:gd name="T12" fmla="*/ 12 w 61"/>
                  <a:gd name="T13" fmla="*/ 65 h 66"/>
                  <a:gd name="T14" fmla="*/ 42 w 61"/>
                  <a:gd name="T15" fmla="*/ 44 h 66"/>
                  <a:gd name="T16" fmla="*/ 52 w 61"/>
                  <a:gd name="T17" fmla="*/ 66 h 66"/>
                  <a:gd name="T18" fmla="*/ 58 w 61"/>
                  <a:gd name="T19" fmla="*/ 64 h 66"/>
                  <a:gd name="T20" fmla="*/ 61 w 61"/>
                  <a:gd name="T21" fmla="*/ 59 h 66"/>
                  <a:gd name="T22" fmla="*/ 58 w 61"/>
                  <a:gd name="T23" fmla="*/ 56 h 66"/>
                  <a:gd name="T24" fmla="*/ 56 w 61"/>
                  <a:gd name="T25" fmla="*/ 54 h 66"/>
                  <a:gd name="T26" fmla="*/ 54 w 61"/>
                  <a:gd name="T27" fmla="*/ 50 h 66"/>
                  <a:gd name="T28" fmla="*/ 53 w 61"/>
                  <a:gd name="T29" fmla="*/ 40 h 66"/>
                  <a:gd name="T30" fmla="*/ 55 w 61"/>
                  <a:gd name="T31" fmla="*/ 21 h 66"/>
                  <a:gd name="T32" fmla="*/ 57 w 61"/>
                  <a:gd name="T33" fmla="*/ 12 h 66"/>
                  <a:gd name="T34" fmla="*/ 33 w 61"/>
                  <a:gd name="T35" fmla="*/ 40 h 66"/>
                  <a:gd name="T36" fmla="*/ 16 w 61"/>
                  <a:gd name="T37" fmla="*/ 52 h 66"/>
                  <a:gd name="T38" fmla="*/ 14 w 61"/>
                  <a:gd name="T39" fmla="*/ 47 h 66"/>
                  <a:gd name="T40" fmla="*/ 23 w 61"/>
                  <a:gd name="T41" fmla="*/ 25 h 66"/>
                  <a:gd name="T42" fmla="*/ 38 w 61"/>
                  <a:gd name="T43" fmla="*/ 12 h 66"/>
                  <a:gd name="T44" fmla="*/ 41 w 61"/>
                  <a:gd name="T45" fmla="*/ 14 h 66"/>
                  <a:gd name="T46" fmla="*/ 43 w 61"/>
                  <a:gd name="T47" fmla="*/ 19 h 66"/>
                  <a:gd name="T48" fmla="*/ 33 w 61"/>
                  <a:gd name="T49" fmla="*/ 4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1" h="66">
                    <a:moveTo>
                      <a:pt x="57" y="12"/>
                    </a:moveTo>
                    <a:cubicBezTo>
                      <a:pt x="57" y="9"/>
                      <a:pt x="55" y="7"/>
                      <a:pt x="50" y="7"/>
                    </a:cubicBezTo>
                    <a:cubicBezTo>
                      <a:pt x="49" y="2"/>
                      <a:pt x="46" y="0"/>
                      <a:pt x="41" y="0"/>
                    </a:cubicBezTo>
                    <a:cubicBezTo>
                      <a:pt x="32" y="0"/>
                      <a:pt x="22" y="6"/>
                      <a:pt x="13" y="17"/>
                    </a:cubicBezTo>
                    <a:cubicBezTo>
                      <a:pt x="4" y="29"/>
                      <a:pt x="0" y="40"/>
                      <a:pt x="0" y="50"/>
                    </a:cubicBezTo>
                    <a:cubicBezTo>
                      <a:pt x="0" y="54"/>
                      <a:pt x="1" y="58"/>
                      <a:pt x="3" y="60"/>
                    </a:cubicBezTo>
                    <a:cubicBezTo>
                      <a:pt x="6" y="63"/>
                      <a:pt x="9" y="65"/>
                      <a:pt x="12" y="65"/>
                    </a:cubicBezTo>
                    <a:cubicBezTo>
                      <a:pt x="22" y="65"/>
                      <a:pt x="32" y="58"/>
                      <a:pt x="42" y="44"/>
                    </a:cubicBezTo>
                    <a:cubicBezTo>
                      <a:pt x="41" y="59"/>
                      <a:pt x="44" y="66"/>
                      <a:pt x="52" y="66"/>
                    </a:cubicBezTo>
                    <a:cubicBezTo>
                      <a:pt x="54" y="66"/>
                      <a:pt x="56" y="66"/>
                      <a:pt x="58" y="64"/>
                    </a:cubicBezTo>
                    <a:cubicBezTo>
                      <a:pt x="60" y="63"/>
                      <a:pt x="61" y="61"/>
                      <a:pt x="61" y="59"/>
                    </a:cubicBezTo>
                    <a:cubicBezTo>
                      <a:pt x="61" y="58"/>
                      <a:pt x="60" y="57"/>
                      <a:pt x="58" y="56"/>
                    </a:cubicBezTo>
                    <a:cubicBezTo>
                      <a:pt x="57" y="56"/>
                      <a:pt x="56" y="55"/>
                      <a:pt x="56" y="54"/>
                    </a:cubicBezTo>
                    <a:cubicBezTo>
                      <a:pt x="55" y="54"/>
                      <a:pt x="55" y="52"/>
                      <a:pt x="54" y="50"/>
                    </a:cubicBezTo>
                    <a:cubicBezTo>
                      <a:pt x="54" y="48"/>
                      <a:pt x="53" y="45"/>
                      <a:pt x="53" y="40"/>
                    </a:cubicBezTo>
                    <a:cubicBezTo>
                      <a:pt x="53" y="35"/>
                      <a:pt x="54" y="29"/>
                      <a:pt x="55" y="21"/>
                    </a:cubicBezTo>
                    <a:cubicBezTo>
                      <a:pt x="56" y="17"/>
                      <a:pt x="57" y="14"/>
                      <a:pt x="57" y="12"/>
                    </a:cubicBezTo>
                    <a:close/>
                    <a:moveTo>
                      <a:pt x="33" y="40"/>
                    </a:moveTo>
                    <a:cubicBezTo>
                      <a:pt x="26" y="48"/>
                      <a:pt x="20" y="52"/>
                      <a:pt x="16" y="52"/>
                    </a:cubicBezTo>
                    <a:cubicBezTo>
                      <a:pt x="14" y="52"/>
                      <a:pt x="14" y="50"/>
                      <a:pt x="14" y="47"/>
                    </a:cubicBezTo>
                    <a:cubicBezTo>
                      <a:pt x="14" y="41"/>
                      <a:pt x="17" y="34"/>
                      <a:pt x="23" y="25"/>
                    </a:cubicBezTo>
                    <a:cubicBezTo>
                      <a:pt x="29" y="17"/>
                      <a:pt x="34" y="12"/>
                      <a:pt x="38" y="12"/>
                    </a:cubicBezTo>
                    <a:cubicBezTo>
                      <a:pt x="39" y="12"/>
                      <a:pt x="40" y="13"/>
                      <a:pt x="41" y="14"/>
                    </a:cubicBezTo>
                    <a:cubicBezTo>
                      <a:pt x="42" y="15"/>
                      <a:pt x="43" y="17"/>
                      <a:pt x="43" y="19"/>
                    </a:cubicBezTo>
                    <a:cubicBezTo>
                      <a:pt x="43" y="25"/>
                      <a:pt x="39" y="32"/>
                      <a:pt x="33"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554"/>
              <p:cNvSpPr>
                <a:spLocks/>
              </p:cNvSpPr>
              <p:nvPr/>
            </p:nvSpPr>
            <p:spPr bwMode="auto">
              <a:xfrm>
                <a:off x="2820988" y="4430713"/>
                <a:ext cx="82550" cy="127000"/>
              </a:xfrm>
              <a:custGeom>
                <a:avLst/>
                <a:gdLst>
                  <a:gd name="T0" fmla="*/ 30 w 64"/>
                  <a:gd name="T1" fmla="*/ 87 h 99"/>
                  <a:gd name="T2" fmla="*/ 8 w 64"/>
                  <a:gd name="T3" fmla="*/ 77 h 99"/>
                  <a:gd name="T4" fmla="*/ 5 w 64"/>
                  <a:gd name="T5" fmla="*/ 76 h 99"/>
                  <a:gd name="T6" fmla="*/ 1 w 64"/>
                  <a:gd name="T7" fmla="*/ 77 h 99"/>
                  <a:gd name="T8" fmla="*/ 0 w 64"/>
                  <a:gd name="T9" fmla="*/ 82 h 99"/>
                  <a:gd name="T10" fmla="*/ 4 w 64"/>
                  <a:gd name="T11" fmla="*/ 89 h 99"/>
                  <a:gd name="T12" fmla="*/ 15 w 64"/>
                  <a:gd name="T13" fmla="*/ 96 h 99"/>
                  <a:gd name="T14" fmla="*/ 15 w 64"/>
                  <a:gd name="T15" fmla="*/ 96 h 99"/>
                  <a:gd name="T16" fmla="*/ 30 w 64"/>
                  <a:gd name="T17" fmla="*/ 99 h 99"/>
                  <a:gd name="T18" fmla="*/ 42 w 64"/>
                  <a:gd name="T19" fmla="*/ 95 h 99"/>
                  <a:gd name="T20" fmla="*/ 52 w 64"/>
                  <a:gd name="T21" fmla="*/ 80 h 99"/>
                  <a:gd name="T22" fmla="*/ 59 w 64"/>
                  <a:gd name="T23" fmla="*/ 56 h 99"/>
                  <a:gd name="T24" fmla="*/ 62 w 64"/>
                  <a:gd name="T25" fmla="*/ 29 h 99"/>
                  <a:gd name="T26" fmla="*/ 64 w 64"/>
                  <a:gd name="T27" fmla="*/ 10 h 99"/>
                  <a:gd name="T28" fmla="*/ 62 w 64"/>
                  <a:gd name="T29" fmla="*/ 2 h 99"/>
                  <a:gd name="T30" fmla="*/ 57 w 64"/>
                  <a:gd name="T31" fmla="*/ 0 h 99"/>
                  <a:gd name="T32" fmla="*/ 52 w 64"/>
                  <a:gd name="T33" fmla="*/ 2 h 99"/>
                  <a:gd name="T34" fmla="*/ 50 w 64"/>
                  <a:gd name="T35" fmla="*/ 5 h 99"/>
                  <a:gd name="T36" fmla="*/ 49 w 64"/>
                  <a:gd name="T37" fmla="*/ 13 h 99"/>
                  <a:gd name="T38" fmla="*/ 48 w 64"/>
                  <a:gd name="T39" fmla="*/ 28 h 99"/>
                  <a:gd name="T40" fmla="*/ 45 w 64"/>
                  <a:gd name="T41" fmla="*/ 34 h 99"/>
                  <a:gd name="T42" fmla="*/ 39 w 64"/>
                  <a:gd name="T43" fmla="*/ 40 h 99"/>
                  <a:gd name="T44" fmla="*/ 29 w 64"/>
                  <a:gd name="T45" fmla="*/ 46 h 99"/>
                  <a:gd name="T46" fmla="*/ 22 w 64"/>
                  <a:gd name="T47" fmla="*/ 48 h 99"/>
                  <a:gd name="T48" fmla="*/ 20 w 64"/>
                  <a:gd name="T49" fmla="*/ 46 h 99"/>
                  <a:gd name="T50" fmla="*/ 19 w 64"/>
                  <a:gd name="T51" fmla="*/ 39 h 99"/>
                  <a:gd name="T52" fmla="*/ 24 w 64"/>
                  <a:gd name="T53" fmla="*/ 21 h 99"/>
                  <a:gd name="T54" fmla="*/ 28 w 64"/>
                  <a:gd name="T55" fmla="*/ 11 h 99"/>
                  <a:gd name="T56" fmla="*/ 27 w 64"/>
                  <a:gd name="T57" fmla="*/ 5 h 99"/>
                  <a:gd name="T58" fmla="*/ 22 w 64"/>
                  <a:gd name="T59" fmla="*/ 3 h 99"/>
                  <a:gd name="T60" fmla="*/ 15 w 64"/>
                  <a:gd name="T61" fmla="*/ 6 h 99"/>
                  <a:gd name="T62" fmla="*/ 9 w 64"/>
                  <a:gd name="T63" fmla="*/ 23 h 99"/>
                  <a:gd name="T64" fmla="*/ 6 w 64"/>
                  <a:gd name="T65" fmla="*/ 43 h 99"/>
                  <a:gd name="T66" fmla="*/ 10 w 64"/>
                  <a:gd name="T67" fmla="*/ 55 h 99"/>
                  <a:gd name="T68" fmla="*/ 20 w 64"/>
                  <a:gd name="T69" fmla="*/ 60 h 99"/>
                  <a:gd name="T70" fmla="*/ 47 w 64"/>
                  <a:gd name="T71" fmla="*/ 46 h 99"/>
                  <a:gd name="T72" fmla="*/ 41 w 64"/>
                  <a:gd name="T73" fmla="*/ 75 h 99"/>
                  <a:gd name="T74" fmla="*/ 30 w 64"/>
                  <a:gd name="T75" fmla="*/ 87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4" h="99">
                    <a:moveTo>
                      <a:pt x="30" y="87"/>
                    </a:moveTo>
                    <a:cubicBezTo>
                      <a:pt x="20" y="87"/>
                      <a:pt x="13" y="84"/>
                      <a:pt x="8" y="77"/>
                    </a:cubicBezTo>
                    <a:cubicBezTo>
                      <a:pt x="7" y="76"/>
                      <a:pt x="6" y="76"/>
                      <a:pt x="5" y="76"/>
                    </a:cubicBezTo>
                    <a:cubicBezTo>
                      <a:pt x="3" y="76"/>
                      <a:pt x="2" y="76"/>
                      <a:pt x="1" y="77"/>
                    </a:cubicBezTo>
                    <a:cubicBezTo>
                      <a:pt x="0" y="78"/>
                      <a:pt x="0" y="80"/>
                      <a:pt x="0" y="82"/>
                    </a:cubicBezTo>
                    <a:cubicBezTo>
                      <a:pt x="0" y="84"/>
                      <a:pt x="1" y="86"/>
                      <a:pt x="4" y="89"/>
                    </a:cubicBezTo>
                    <a:cubicBezTo>
                      <a:pt x="7" y="92"/>
                      <a:pt x="11" y="94"/>
                      <a:pt x="15" y="96"/>
                    </a:cubicBezTo>
                    <a:cubicBezTo>
                      <a:pt x="15" y="96"/>
                      <a:pt x="15" y="96"/>
                      <a:pt x="15" y="96"/>
                    </a:cubicBezTo>
                    <a:cubicBezTo>
                      <a:pt x="20" y="98"/>
                      <a:pt x="25" y="99"/>
                      <a:pt x="30" y="99"/>
                    </a:cubicBezTo>
                    <a:cubicBezTo>
                      <a:pt x="35" y="99"/>
                      <a:pt x="39" y="97"/>
                      <a:pt x="42" y="95"/>
                    </a:cubicBezTo>
                    <a:cubicBezTo>
                      <a:pt x="46" y="92"/>
                      <a:pt x="49" y="87"/>
                      <a:pt x="52" y="80"/>
                    </a:cubicBezTo>
                    <a:cubicBezTo>
                      <a:pt x="55" y="73"/>
                      <a:pt x="58" y="65"/>
                      <a:pt x="59" y="56"/>
                    </a:cubicBezTo>
                    <a:cubicBezTo>
                      <a:pt x="61" y="47"/>
                      <a:pt x="62" y="38"/>
                      <a:pt x="62" y="29"/>
                    </a:cubicBezTo>
                    <a:cubicBezTo>
                      <a:pt x="64" y="10"/>
                      <a:pt x="64" y="10"/>
                      <a:pt x="64" y="10"/>
                    </a:cubicBezTo>
                    <a:cubicBezTo>
                      <a:pt x="64" y="6"/>
                      <a:pt x="63" y="3"/>
                      <a:pt x="62" y="2"/>
                    </a:cubicBezTo>
                    <a:cubicBezTo>
                      <a:pt x="61" y="1"/>
                      <a:pt x="59" y="0"/>
                      <a:pt x="57" y="0"/>
                    </a:cubicBezTo>
                    <a:cubicBezTo>
                      <a:pt x="55" y="0"/>
                      <a:pt x="53" y="1"/>
                      <a:pt x="52" y="2"/>
                    </a:cubicBezTo>
                    <a:cubicBezTo>
                      <a:pt x="51" y="3"/>
                      <a:pt x="50" y="4"/>
                      <a:pt x="50" y="5"/>
                    </a:cubicBezTo>
                    <a:cubicBezTo>
                      <a:pt x="50" y="6"/>
                      <a:pt x="50" y="9"/>
                      <a:pt x="49" y="13"/>
                    </a:cubicBezTo>
                    <a:cubicBezTo>
                      <a:pt x="49" y="21"/>
                      <a:pt x="49" y="26"/>
                      <a:pt x="48" y="28"/>
                    </a:cubicBezTo>
                    <a:cubicBezTo>
                      <a:pt x="47" y="31"/>
                      <a:pt x="47" y="32"/>
                      <a:pt x="45" y="34"/>
                    </a:cubicBezTo>
                    <a:cubicBezTo>
                      <a:pt x="44" y="35"/>
                      <a:pt x="42" y="37"/>
                      <a:pt x="39" y="40"/>
                    </a:cubicBezTo>
                    <a:cubicBezTo>
                      <a:pt x="35" y="43"/>
                      <a:pt x="32" y="45"/>
                      <a:pt x="29" y="46"/>
                    </a:cubicBezTo>
                    <a:cubicBezTo>
                      <a:pt x="27" y="47"/>
                      <a:pt x="24" y="48"/>
                      <a:pt x="22" y="48"/>
                    </a:cubicBezTo>
                    <a:cubicBezTo>
                      <a:pt x="22" y="48"/>
                      <a:pt x="21" y="47"/>
                      <a:pt x="20" y="46"/>
                    </a:cubicBezTo>
                    <a:cubicBezTo>
                      <a:pt x="19" y="44"/>
                      <a:pt x="19" y="42"/>
                      <a:pt x="19" y="39"/>
                    </a:cubicBezTo>
                    <a:cubicBezTo>
                      <a:pt x="19" y="34"/>
                      <a:pt x="21" y="28"/>
                      <a:pt x="24" y="21"/>
                    </a:cubicBezTo>
                    <a:cubicBezTo>
                      <a:pt x="27" y="15"/>
                      <a:pt x="28" y="11"/>
                      <a:pt x="28" y="11"/>
                    </a:cubicBezTo>
                    <a:cubicBezTo>
                      <a:pt x="28" y="9"/>
                      <a:pt x="28" y="7"/>
                      <a:pt x="27" y="5"/>
                    </a:cubicBezTo>
                    <a:cubicBezTo>
                      <a:pt x="26" y="4"/>
                      <a:pt x="24" y="3"/>
                      <a:pt x="22" y="3"/>
                    </a:cubicBezTo>
                    <a:cubicBezTo>
                      <a:pt x="19" y="3"/>
                      <a:pt x="17" y="4"/>
                      <a:pt x="15" y="6"/>
                    </a:cubicBezTo>
                    <a:cubicBezTo>
                      <a:pt x="13" y="8"/>
                      <a:pt x="12" y="14"/>
                      <a:pt x="9" y="23"/>
                    </a:cubicBezTo>
                    <a:cubicBezTo>
                      <a:pt x="7" y="32"/>
                      <a:pt x="6" y="39"/>
                      <a:pt x="6" y="43"/>
                    </a:cubicBezTo>
                    <a:cubicBezTo>
                      <a:pt x="6" y="48"/>
                      <a:pt x="7" y="52"/>
                      <a:pt x="10" y="55"/>
                    </a:cubicBezTo>
                    <a:cubicBezTo>
                      <a:pt x="12" y="59"/>
                      <a:pt x="16" y="60"/>
                      <a:pt x="20" y="60"/>
                    </a:cubicBezTo>
                    <a:cubicBezTo>
                      <a:pt x="26" y="60"/>
                      <a:pt x="35" y="55"/>
                      <a:pt x="47" y="46"/>
                    </a:cubicBezTo>
                    <a:cubicBezTo>
                      <a:pt x="46" y="57"/>
                      <a:pt x="44" y="67"/>
                      <a:pt x="41" y="75"/>
                    </a:cubicBezTo>
                    <a:cubicBezTo>
                      <a:pt x="37" y="83"/>
                      <a:pt x="33" y="87"/>
                      <a:pt x="30"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555"/>
              <p:cNvSpPr>
                <a:spLocks/>
              </p:cNvSpPr>
              <p:nvPr/>
            </p:nvSpPr>
            <p:spPr bwMode="auto">
              <a:xfrm>
                <a:off x="2979738" y="4381500"/>
                <a:ext cx="63500" cy="138113"/>
              </a:xfrm>
              <a:custGeom>
                <a:avLst/>
                <a:gdLst>
                  <a:gd name="T0" fmla="*/ 38 w 49"/>
                  <a:gd name="T1" fmla="*/ 28 h 107"/>
                  <a:gd name="T2" fmla="*/ 40 w 49"/>
                  <a:gd name="T3" fmla="*/ 29 h 107"/>
                  <a:gd name="T4" fmla="*/ 47 w 49"/>
                  <a:gd name="T5" fmla="*/ 24 h 107"/>
                  <a:gd name="T6" fmla="*/ 49 w 49"/>
                  <a:gd name="T7" fmla="*/ 13 h 107"/>
                  <a:gd name="T8" fmla="*/ 45 w 49"/>
                  <a:gd name="T9" fmla="*/ 4 h 107"/>
                  <a:gd name="T10" fmla="*/ 35 w 49"/>
                  <a:gd name="T11" fmla="*/ 0 h 107"/>
                  <a:gd name="T12" fmla="*/ 18 w 49"/>
                  <a:gd name="T13" fmla="*/ 8 h 107"/>
                  <a:gd name="T14" fmla="*/ 8 w 49"/>
                  <a:gd name="T15" fmla="*/ 34 h 107"/>
                  <a:gd name="T16" fmla="*/ 7 w 49"/>
                  <a:gd name="T17" fmla="*/ 41 h 107"/>
                  <a:gd name="T18" fmla="*/ 4 w 49"/>
                  <a:gd name="T19" fmla="*/ 45 h 107"/>
                  <a:gd name="T20" fmla="*/ 0 w 49"/>
                  <a:gd name="T21" fmla="*/ 52 h 107"/>
                  <a:gd name="T22" fmla="*/ 4 w 49"/>
                  <a:gd name="T23" fmla="*/ 56 h 107"/>
                  <a:gd name="T24" fmla="*/ 5 w 49"/>
                  <a:gd name="T25" fmla="*/ 57 h 107"/>
                  <a:gd name="T26" fmla="*/ 3 w 49"/>
                  <a:gd name="T27" fmla="*/ 75 h 107"/>
                  <a:gd name="T28" fmla="*/ 0 w 49"/>
                  <a:gd name="T29" fmla="*/ 97 h 107"/>
                  <a:gd name="T30" fmla="*/ 8 w 49"/>
                  <a:gd name="T31" fmla="*/ 107 h 107"/>
                  <a:gd name="T32" fmla="*/ 13 w 49"/>
                  <a:gd name="T33" fmla="*/ 105 h 107"/>
                  <a:gd name="T34" fmla="*/ 16 w 49"/>
                  <a:gd name="T35" fmla="*/ 102 h 107"/>
                  <a:gd name="T36" fmla="*/ 15 w 49"/>
                  <a:gd name="T37" fmla="*/ 92 h 107"/>
                  <a:gd name="T38" fmla="*/ 16 w 49"/>
                  <a:gd name="T39" fmla="*/ 82 h 107"/>
                  <a:gd name="T40" fmla="*/ 17 w 49"/>
                  <a:gd name="T41" fmla="*/ 71 h 107"/>
                  <a:gd name="T42" fmla="*/ 17 w 49"/>
                  <a:gd name="T43" fmla="*/ 71 h 107"/>
                  <a:gd name="T44" fmla="*/ 19 w 49"/>
                  <a:gd name="T45" fmla="*/ 56 h 107"/>
                  <a:gd name="T46" fmla="*/ 24 w 49"/>
                  <a:gd name="T47" fmla="*/ 55 h 107"/>
                  <a:gd name="T48" fmla="*/ 37 w 49"/>
                  <a:gd name="T49" fmla="*/ 54 h 107"/>
                  <a:gd name="T50" fmla="*/ 43 w 49"/>
                  <a:gd name="T51" fmla="*/ 48 h 107"/>
                  <a:gd name="T52" fmla="*/ 38 w 49"/>
                  <a:gd name="T53" fmla="*/ 44 h 107"/>
                  <a:gd name="T54" fmla="*/ 21 w 49"/>
                  <a:gd name="T55" fmla="*/ 44 h 107"/>
                  <a:gd name="T56" fmla="*/ 20 w 49"/>
                  <a:gd name="T57" fmla="*/ 43 h 107"/>
                  <a:gd name="T58" fmla="*/ 24 w 49"/>
                  <a:gd name="T59" fmla="*/ 23 h 107"/>
                  <a:gd name="T60" fmla="*/ 33 w 49"/>
                  <a:gd name="T61" fmla="*/ 12 h 107"/>
                  <a:gd name="T62" fmla="*/ 37 w 49"/>
                  <a:gd name="T63" fmla="*/ 21 h 107"/>
                  <a:gd name="T64" fmla="*/ 36 w 49"/>
                  <a:gd name="T65" fmla="*/ 26 h 107"/>
                  <a:gd name="T66" fmla="*/ 38 w 49"/>
                  <a:gd name="T67" fmla="*/ 28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9" h="107">
                    <a:moveTo>
                      <a:pt x="38" y="28"/>
                    </a:moveTo>
                    <a:cubicBezTo>
                      <a:pt x="38" y="29"/>
                      <a:pt x="39" y="29"/>
                      <a:pt x="40" y="29"/>
                    </a:cubicBezTo>
                    <a:cubicBezTo>
                      <a:pt x="43" y="29"/>
                      <a:pt x="45" y="28"/>
                      <a:pt x="47" y="24"/>
                    </a:cubicBezTo>
                    <a:cubicBezTo>
                      <a:pt x="48" y="20"/>
                      <a:pt x="49" y="17"/>
                      <a:pt x="49" y="13"/>
                    </a:cubicBezTo>
                    <a:cubicBezTo>
                      <a:pt x="49" y="10"/>
                      <a:pt x="48" y="6"/>
                      <a:pt x="45" y="4"/>
                    </a:cubicBezTo>
                    <a:cubicBezTo>
                      <a:pt x="42" y="1"/>
                      <a:pt x="39" y="0"/>
                      <a:pt x="35" y="0"/>
                    </a:cubicBezTo>
                    <a:cubicBezTo>
                      <a:pt x="28" y="0"/>
                      <a:pt x="22" y="3"/>
                      <a:pt x="18" y="8"/>
                    </a:cubicBezTo>
                    <a:cubicBezTo>
                      <a:pt x="14" y="13"/>
                      <a:pt x="10" y="22"/>
                      <a:pt x="8" y="34"/>
                    </a:cubicBezTo>
                    <a:cubicBezTo>
                      <a:pt x="8" y="37"/>
                      <a:pt x="7" y="40"/>
                      <a:pt x="7" y="41"/>
                    </a:cubicBezTo>
                    <a:cubicBezTo>
                      <a:pt x="7" y="43"/>
                      <a:pt x="6" y="44"/>
                      <a:pt x="4" y="45"/>
                    </a:cubicBezTo>
                    <a:cubicBezTo>
                      <a:pt x="1" y="47"/>
                      <a:pt x="0" y="50"/>
                      <a:pt x="0" y="52"/>
                    </a:cubicBezTo>
                    <a:cubicBezTo>
                      <a:pt x="0" y="53"/>
                      <a:pt x="1" y="55"/>
                      <a:pt x="4" y="56"/>
                    </a:cubicBezTo>
                    <a:cubicBezTo>
                      <a:pt x="4" y="57"/>
                      <a:pt x="5" y="57"/>
                      <a:pt x="5" y="57"/>
                    </a:cubicBezTo>
                    <a:cubicBezTo>
                      <a:pt x="5" y="61"/>
                      <a:pt x="4" y="67"/>
                      <a:pt x="3" y="75"/>
                    </a:cubicBezTo>
                    <a:cubicBezTo>
                      <a:pt x="1" y="87"/>
                      <a:pt x="0" y="94"/>
                      <a:pt x="0" y="97"/>
                    </a:cubicBezTo>
                    <a:cubicBezTo>
                      <a:pt x="0" y="103"/>
                      <a:pt x="3" y="107"/>
                      <a:pt x="8" y="107"/>
                    </a:cubicBezTo>
                    <a:cubicBezTo>
                      <a:pt x="10" y="107"/>
                      <a:pt x="12" y="106"/>
                      <a:pt x="13" y="105"/>
                    </a:cubicBezTo>
                    <a:cubicBezTo>
                      <a:pt x="15" y="104"/>
                      <a:pt x="16" y="103"/>
                      <a:pt x="16" y="102"/>
                    </a:cubicBezTo>
                    <a:cubicBezTo>
                      <a:pt x="15" y="98"/>
                      <a:pt x="15" y="95"/>
                      <a:pt x="15" y="92"/>
                    </a:cubicBezTo>
                    <a:cubicBezTo>
                      <a:pt x="15" y="88"/>
                      <a:pt x="15" y="85"/>
                      <a:pt x="16" y="82"/>
                    </a:cubicBezTo>
                    <a:cubicBezTo>
                      <a:pt x="17" y="71"/>
                      <a:pt x="17" y="71"/>
                      <a:pt x="17" y="71"/>
                    </a:cubicBezTo>
                    <a:cubicBezTo>
                      <a:pt x="17" y="71"/>
                      <a:pt x="17" y="71"/>
                      <a:pt x="17" y="71"/>
                    </a:cubicBezTo>
                    <a:cubicBezTo>
                      <a:pt x="17" y="67"/>
                      <a:pt x="18" y="62"/>
                      <a:pt x="19" y="56"/>
                    </a:cubicBezTo>
                    <a:cubicBezTo>
                      <a:pt x="20" y="56"/>
                      <a:pt x="22" y="56"/>
                      <a:pt x="24" y="55"/>
                    </a:cubicBezTo>
                    <a:cubicBezTo>
                      <a:pt x="29" y="55"/>
                      <a:pt x="33" y="55"/>
                      <a:pt x="37" y="54"/>
                    </a:cubicBezTo>
                    <a:cubicBezTo>
                      <a:pt x="41" y="52"/>
                      <a:pt x="43" y="51"/>
                      <a:pt x="43" y="48"/>
                    </a:cubicBezTo>
                    <a:cubicBezTo>
                      <a:pt x="43" y="45"/>
                      <a:pt x="41" y="44"/>
                      <a:pt x="38" y="44"/>
                    </a:cubicBezTo>
                    <a:cubicBezTo>
                      <a:pt x="35" y="44"/>
                      <a:pt x="29" y="44"/>
                      <a:pt x="21" y="44"/>
                    </a:cubicBezTo>
                    <a:cubicBezTo>
                      <a:pt x="20" y="44"/>
                      <a:pt x="20" y="44"/>
                      <a:pt x="20" y="43"/>
                    </a:cubicBezTo>
                    <a:cubicBezTo>
                      <a:pt x="20" y="38"/>
                      <a:pt x="21" y="31"/>
                      <a:pt x="24" y="23"/>
                    </a:cubicBezTo>
                    <a:cubicBezTo>
                      <a:pt x="27" y="15"/>
                      <a:pt x="30" y="12"/>
                      <a:pt x="33" y="12"/>
                    </a:cubicBezTo>
                    <a:cubicBezTo>
                      <a:pt x="35" y="12"/>
                      <a:pt x="37" y="15"/>
                      <a:pt x="37" y="21"/>
                    </a:cubicBezTo>
                    <a:cubicBezTo>
                      <a:pt x="36" y="26"/>
                      <a:pt x="36" y="26"/>
                      <a:pt x="36" y="26"/>
                    </a:cubicBezTo>
                    <a:cubicBezTo>
                      <a:pt x="36" y="27"/>
                      <a:pt x="37" y="28"/>
                      <a:pt x="38"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556"/>
              <p:cNvSpPr>
                <a:spLocks/>
              </p:cNvSpPr>
              <p:nvPr/>
            </p:nvSpPr>
            <p:spPr bwMode="auto">
              <a:xfrm>
                <a:off x="3041650" y="4432300"/>
                <a:ext cx="74613" cy="82550"/>
              </a:xfrm>
              <a:custGeom>
                <a:avLst/>
                <a:gdLst>
                  <a:gd name="T0" fmla="*/ 54 w 58"/>
                  <a:gd name="T1" fmla="*/ 3 h 65"/>
                  <a:gd name="T2" fmla="*/ 44 w 58"/>
                  <a:gd name="T3" fmla="*/ 0 h 65"/>
                  <a:gd name="T4" fmla="*/ 28 w 58"/>
                  <a:gd name="T5" fmla="*/ 8 h 65"/>
                  <a:gd name="T6" fmla="*/ 13 w 58"/>
                  <a:gd name="T7" fmla="*/ 31 h 65"/>
                  <a:gd name="T8" fmla="*/ 12 w 58"/>
                  <a:gd name="T9" fmla="*/ 33 h 65"/>
                  <a:gd name="T10" fmla="*/ 14 w 58"/>
                  <a:gd name="T11" fmla="*/ 24 h 65"/>
                  <a:gd name="T12" fmla="*/ 15 w 58"/>
                  <a:gd name="T13" fmla="*/ 17 h 65"/>
                  <a:gd name="T14" fmla="*/ 18 w 58"/>
                  <a:gd name="T15" fmla="*/ 6 h 65"/>
                  <a:gd name="T16" fmla="*/ 16 w 58"/>
                  <a:gd name="T17" fmla="*/ 2 h 65"/>
                  <a:gd name="T18" fmla="*/ 12 w 58"/>
                  <a:gd name="T19" fmla="*/ 0 h 65"/>
                  <a:gd name="T20" fmla="*/ 6 w 58"/>
                  <a:gd name="T21" fmla="*/ 2 h 65"/>
                  <a:gd name="T22" fmla="*/ 3 w 58"/>
                  <a:gd name="T23" fmla="*/ 6 h 65"/>
                  <a:gd name="T24" fmla="*/ 2 w 58"/>
                  <a:gd name="T25" fmla="*/ 14 h 65"/>
                  <a:gd name="T26" fmla="*/ 1 w 58"/>
                  <a:gd name="T27" fmla="*/ 18 h 65"/>
                  <a:gd name="T28" fmla="*/ 0 w 58"/>
                  <a:gd name="T29" fmla="*/ 34 h 65"/>
                  <a:gd name="T30" fmla="*/ 0 w 58"/>
                  <a:gd name="T31" fmla="*/ 46 h 65"/>
                  <a:gd name="T32" fmla="*/ 2 w 58"/>
                  <a:gd name="T33" fmla="*/ 61 h 65"/>
                  <a:gd name="T34" fmla="*/ 7 w 58"/>
                  <a:gd name="T35" fmla="*/ 65 h 65"/>
                  <a:gd name="T36" fmla="*/ 13 w 58"/>
                  <a:gd name="T37" fmla="*/ 63 h 65"/>
                  <a:gd name="T38" fmla="*/ 16 w 58"/>
                  <a:gd name="T39" fmla="*/ 56 h 65"/>
                  <a:gd name="T40" fmla="*/ 28 w 58"/>
                  <a:gd name="T41" fmla="*/ 26 h 65"/>
                  <a:gd name="T42" fmla="*/ 43 w 58"/>
                  <a:gd name="T43" fmla="*/ 13 h 65"/>
                  <a:gd name="T44" fmla="*/ 46 w 58"/>
                  <a:gd name="T45" fmla="*/ 14 h 65"/>
                  <a:gd name="T46" fmla="*/ 53 w 58"/>
                  <a:gd name="T47" fmla="*/ 17 h 65"/>
                  <a:gd name="T48" fmla="*/ 56 w 58"/>
                  <a:gd name="T49" fmla="*/ 15 h 65"/>
                  <a:gd name="T50" fmla="*/ 58 w 58"/>
                  <a:gd name="T51" fmla="*/ 11 h 65"/>
                  <a:gd name="T52" fmla="*/ 54 w 58"/>
                  <a:gd name="T53" fmla="*/ 3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65">
                    <a:moveTo>
                      <a:pt x="54" y="3"/>
                    </a:moveTo>
                    <a:cubicBezTo>
                      <a:pt x="51" y="1"/>
                      <a:pt x="48" y="0"/>
                      <a:pt x="44" y="0"/>
                    </a:cubicBezTo>
                    <a:cubicBezTo>
                      <a:pt x="39" y="0"/>
                      <a:pt x="34" y="3"/>
                      <a:pt x="28" y="8"/>
                    </a:cubicBezTo>
                    <a:cubicBezTo>
                      <a:pt x="23" y="14"/>
                      <a:pt x="18" y="22"/>
                      <a:pt x="13" y="31"/>
                    </a:cubicBezTo>
                    <a:cubicBezTo>
                      <a:pt x="12" y="33"/>
                      <a:pt x="12" y="33"/>
                      <a:pt x="12" y="33"/>
                    </a:cubicBezTo>
                    <a:cubicBezTo>
                      <a:pt x="14" y="24"/>
                      <a:pt x="14" y="24"/>
                      <a:pt x="14" y="24"/>
                    </a:cubicBezTo>
                    <a:cubicBezTo>
                      <a:pt x="14" y="21"/>
                      <a:pt x="15" y="19"/>
                      <a:pt x="15" y="17"/>
                    </a:cubicBezTo>
                    <a:cubicBezTo>
                      <a:pt x="17" y="11"/>
                      <a:pt x="18" y="8"/>
                      <a:pt x="18" y="6"/>
                    </a:cubicBezTo>
                    <a:cubicBezTo>
                      <a:pt x="18" y="4"/>
                      <a:pt x="17" y="3"/>
                      <a:pt x="16" y="2"/>
                    </a:cubicBezTo>
                    <a:cubicBezTo>
                      <a:pt x="15" y="1"/>
                      <a:pt x="14" y="0"/>
                      <a:pt x="12" y="0"/>
                    </a:cubicBezTo>
                    <a:cubicBezTo>
                      <a:pt x="10" y="0"/>
                      <a:pt x="8" y="1"/>
                      <a:pt x="6" y="2"/>
                    </a:cubicBezTo>
                    <a:cubicBezTo>
                      <a:pt x="4" y="3"/>
                      <a:pt x="3" y="5"/>
                      <a:pt x="3" y="6"/>
                    </a:cubicBezTo>
                    <a:cubicBezTo>
                      <a:pt x="3" y="7"/>
                      <a:pt x="2" y="10"/>
                      <a:pt x="2" y="14"/>
                    </a:cubicBezTo>
                    <a:cubicBezTo>
                      <a:pt x="2" y="15"/>
                      <a:pt x="2" y="16"/>
                      <a:pt x="1" y="18"/>
                    </a:cubicBezTo>
                    <a:cubicBezTo>
                      <a:pt x="1" y="24"/>
                      <a:pt x="0" y="30"/>
                      <a:pt x="0" y="34"/>
                    </a:cubicBezTo>
                    <a:cubicBezTo>
                      <a:pt x="0" y="39"/>
                      <a:pt x="0" y="43"/>
                      <a:pt x="0" y="46"/>
                    </a:cubicBezTo>
                    <a:cubicBezTo>
                      <a:pt x="0" y="53"/>
                      <a:pt x="0" y="58"/>
                      <a:pt x="2" y="61"/>
                    </a:cubicBezTo>
                    <a:cubicBezTo>
                      <a:pt x="3" y="64"/>
                      <a:pt x="5" y="65"/>
                      <a:pt x="7" y="65"/>
                    </a:cubicBezTo>
                    <a:cubicBezTo>
                      <a:pt x="10" y="65"/>
                      <a:pt x="12" y="64"/>
                      <a:pt x="13" y="63"/>
                    </a:cubicBezTo>
                    <a:cubicBezTo>
                      <a:pt x="15" y="62"/>
                      <a:pt x="16" y="60"/>
                      <a:pt x="16" y="56"/>
                    </a:cubicBezTo>
                    <a:cubicBezTo>
                      <a:pt x="17" y="45"/>
                      <a:pt x="22" y="35"/>
                      <a:pt x="28" y="26"/>
                    </a:cubicBezTo>
                    <a:cubicBezTo>
                      <a:pt x="35" y="17"/>
                      <a:pt x="40" y="13"/>
                      <a:pt x="43" y="13"/>
                    </a:cubicBezTo>
                    <a:cubicBezTo>
                      <a:pt x="44" y="13"/>
                      <a:pt x="45" y="13"/>
                      <a:pt x="46" y="14"/>
                    </a:cubicBezTo>
                    <a:cubicBezTo>
                      <a:pt x="48" y="16"/>
                      <a:pt x="50" y="17"/>
                      <a:pt x="53" y="17"/>
                    </a:cubicBezTo>
                    <a:cubicBezTo>
                      <a:pt x="54" y="17"/>
                      <a:pt x="55" y="17"/>
                      <a:pt x="56" y="15"/>
                    </a:cubicBezTo>
                    <a:cubicBezTo>
                      <a:pt x="57" y="14"/>
                      <a:pt x="58" y="12"/>
                      <a:pt x="58" y="11"/>
                    </a:cubicBezTo>
                    <a:cubicBezTo>
                      <a:pt x="58" y="8"/>
                      <a:pt x="56" y="5"/>
                      <a:pt x="5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557"/>
              <p:cNvSpPr>
                <a:spLocks noEditPoints="1"/>
              </p:cNvSpPr>
              <p:nvPr/>
            </p:nvSpPr>
            <p:spPr bwMode="auto">
              <a:xfrm>
                <a:off x="3114675" y="4430713"/>
                <a:ext cx="73025" cy="84138"/>
              </a:xfrm>
              <a:custGeom>
                <a:avLst/>
                <a:gdLst>
                  <a:gd name="T0" fmla="*/ 35 w 57"/>
                  <a:gd name="T1" fmla="*/ 0 h 66"/>
                  <a:gd name="T2" fmla="*/ 10 w 57"/>
                  <a:gd name="T3" fmla="*/ 14 h 66"/>
                  <a:gd name="T4" fmla="*/ 0 w 57"/>
                  <a:gd name="T5" fmla="*/ 44 h 66"/>
                  <a:gd name="T6" fmla="*/ 5 w 57"/>
                  <a:gd name="T7" fmla="*/ 59 h 66"/>
                  <a:gd name="T8" fmla="*/ 19 w 57"/>
                  <a:gd name="T9" fmla="*/ 66 h 66"/>
                  <a:gd name="T10" fmla="*/ 41 w 57"/>
                  <a:gd name="T11" fmla="*/ 56 h 66"/>
                  <a:gd name="T12" fmla="*/ 56 w 57"/>
                  <a:gd name="T13" fmla="*/ 33 h 66"/>
                  <a:gd name="T14" fmla="*/ 56 w 57"/>
                  <a:gd name="T15" fmla="*/ 33 h 66"/>
                  <a:gd name="T16" fmla="*/ 57 w 57"/>
                  <a:gd name="T17" fmla="*/ 25 h 66"/>
                  <a:gd name="T18" fmla="*/ 51 w 57"/>
                  <a:gd name="T19" fmla="*/ 7 h 66"/>
                  <a:gd name="T20" fmla="*/ 35 w 57"/>
                  <a:gd name="T21" fmla="*/ 0 h 66"/>
                  <a:gd name="T22" fmla="*/ 35 w 57"/>
                  <a:gd name="T23" fmla="*/ 45 h 66"/>
                  <a:gd name="T24" fmla="*/ 20 w 57"/>
                  <a:gd name="T25" fmla="*/ 54 h 66"/>
                  <a:gd name="T26" fmla="*/ 16 w 57"/>
                  <a:gd name="T27" fmla="*/ 50 h 66"/>
                  <a:gd name="T28" fmla="*/ 14 w 57"/>
                  <a:gd name="T29" fmla="*/ 42 h 66"/>
                  <a:gd name="T30" fmla="*/ 18 w 57"/>
                  <a:gd name="T31" fmla="*/ 27 h 66"/>
                  <a:gd name="T32" fmla="*/ 26 w 57"/>
                  <a:gd name="T33" fmla="*/ 15 h 66"/>
                  <a:gd name="T34" fmla="*/ 26 w 57"/>
                  <a:gd name="T35" fmla="*/ 15 h 66"/>
                  <a:gd name="T36" fmla="*/ 33 w 57"/>
                  <a:gd name="T37" fmla="*/ 12 h 66"/>
                  <a:gd name="T38" fmla="*/ 40 w 57"/>
                  <a:gd name="T39" fmla="*/ 16 h 66"/>
                  <a:gd name="T40" fmla="*/ 43 w 57"/>
                  <a:gd name="T41" fmla="*/ 26 h 66"/>
                  <a:gd name="T42" fmla="*/ 35 w 57"/>
                  <a:gd name="T43" fmla="*/ 4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 h="66">
                    <a:moveTo>
                      <a:pt x="35" y="0"/>
                    </a:moveTo>
                    <a:cubicBezTo>
                      <a:pt x="25" y="0"/>
                      <a:pt x="17" y="5"/>
                      <a:pt x="10" y="14"/>
                    </a:cubicBezTo>
                    <a:cubicBezTo>
                      <a:pt x="3" y="24"/>
                      <a:pt x="0" y="34"/>
                      <a:pt x="0" y="44"/>
                    </a:cubicBezTo>
                    <a:cubicBezTo>
                      <a:pt x="0" y="50"/>
                      <a:pt x="1" y="55"/>
                      <a:pt x="5" y="59"/>
                    </a:cubicBezTo>
                    <a:cubicBezTo>
                      <a:pt x="9" y="64"/>
                      <a:pt x="14" y="66"/>
                      <a:pt x="19" y="66"/>
                    </a:cubicBezTo>
                    <a:cubicBezTo>
                      <a:pt x="27" y="66"/>
                      <a:pt x="34" y="63"/>
                      <a:pt x="41" y="56"/>
                    </a:cubicBezTo>
                    <a:cubicBezTo>
                      <a:pt x="48" y="50"/>
                      <a:pt x="53" y="43"/>
                      <a:pt x="56" y="33"/>
                    </a:cubicBezTo>
                    <a:cubicBezTo>
                      <a:pt x="56" y="33"/>
                      <a:pt x="56" y="33"/>
                      <a:pt x="56" y="33"/>
                    </a:cubicBezTo>
                    <a:cubicBezTo>
                      <a:pt x="56" y="31"/>
                      <a:pt x="57" y="28"/>
                      <a:pt x="57" y="25"/>
                    </a:cubicBezTo>
                    <a:cubicBezTo>
                      <a:pt x="57" y="18"/>
                      <a:pt x="55" y="12"/>
                      <a:pt x="51" y="7"/>
                    </a:cubicBezTo>
                    <a:cubicBezTo>
                      <a:pt x="46" y="2"/>
                      <a:pt x="41" y="0"/>
                      <a:pt x="35" y="0"/>
                    </a:cubicBezTo>
                    <a:close/>
                    <a:moveTo>
                      <a:pt x="35" y="45"/>
                    </a:moveTo>
                    <a:cubicBezTo>
                      <a:pt x="30" y="51"/>
                      <a:pt x="25" y="54"/>
                      <a:pt x="20" y="54"/>
                    </a:cubicBezTo>
                    <a:cubicBezTo>
                      <a:pt x="18" y="54"/>
                      <a:pt x="17" y="52"/>
                      <a:pt x="16" y="50"/>
                    </a:cubicBezTo>
                    <a:cubicBezTo>
                      <a:pt x="14" y="48"/>
                      <a:pt x="14" y="46"/>
                      <a:pt x="14" y="42"/>
                    </a:cubicBezTo>
                    <a:cubicBezTo>
                      <a:pt x="14" y="37"/>
                      <a:pt x="15" y="32"/>
                      <a:pt x="18" y="27"/>
                    </a:cubicBezTo>
                    <a:cubicBezTo>
                      <a:pt x="20" y="21"/>
                      <a:pt x="23" y="18"/>
                      <a:pt x="26" y="15"/>
                    </a:cubicBezTo>
                    <a:cubicBezTo>
                      <a:pt x="26" y="15"/>
                      <a:pt x="26" y="15"/>
                      <a:pt x="26" y="15"/>
                    </a:cubicBezTo>
                    <a:cubicBezTo>
                      <a:pt x="28" y="13"/>
                      <a:pt x="30" y="12"/>
                      <a:pt x="33" y="12"/>
                    </a:cubicBezTo>
                    <a:cubicBezTo>
                      <a:pt x="36" y="12"/>
                      <a:pt x="39" y="14"/>
                      <a:pt x="40" y="16"/>
                    </a:cubicBezTo>
                    <a:cubicBezTo>
                      <a:pt x="42" y="19"/>
                      <a:pt x="43" y="22"/>
                      <a:pt x="43" y="26"/>
                    </a:cubicBezTo>
                    <a:cubicBezTo>
                      <a:pt x="43" y="33"/>
                      <a:pt x="40" y="39"/>
                      <a:pt x="35"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558"/>
              <p:cNvSpPr>
                <a:spLocks/>
              </p:cNvSpPr>
              <p:nvPr/>
            </p:nvSpPr>
            <p:spPr bwMode="auto">
              <a:xfrm>
                <a:off x="3203575" y="4430713"/>
                <a:ext cx="141288" cy="84138"/>
              </a:xfrm>
              <a:custGeom>
                <a:avLst/>
                <a:gdLst>
                  <a:gd name="T0" fmla="*/ 106 w 109"/>
                  <a:gd name="T1" fmla="*/ 50 h 65"/>
                  <a:gd name="T2" fmla="*/ 101 w 109"/>
                  <a:gd name="T3" fmla="*/ 43 h 65"/>
                  <a:gd name="T4" fmla="*/ 99 w 109"/>
                  <a:gd name="T5" fmla="*/ 28 h 65"/>
                  <a:gd name="T6" fmla="*/ 95 w 109"/>
                  <a:gd name="T7" fmla="*/ 9 h 65"/>
                  <a:gd name="T8" fmla="*/ 85 w 109"/>
                  <a:gd name="T9" fmla="*/ 3 h 65"/>
                  <a:gd name="T10" fmla="*/ 75 w 109"/>
                  <a:gd name="T11" fmla="*/ 8 h 65"/>
                  <a:gd name="T12" fmla="*/ 63 w 109"/>
                  <a:gd name="T13" fmla="*/ 27 h 65"/>
                  <a:gd name="T14" fmla="*/ 56 w 109"/>
                  <a:gd name="T15" fmla="*/ 40 h 65"/>
                  <a:gd name="T16" fmla="*/ 55 w 109"/>
                  <a:gd name="T17" fmla="*/ 27 h 65"/>
                  <a:gd name="T18" fmla="*/ 51 w 109"/>
                  <a:gd name="T19" fmla="*/ 8 h 65"/>
                  <a:gd name="T20" fmla="*/ 42 w 109"/>
                  <a:gd name="T21" fmla="*/ 3 h 65"/>
                  <a:gd name="T22" fmla="*/ 13 w 109"/>
                  <a:gd name="T23" fmla="*/ 40 h 65"/>
                  <a:gd name="T24" fmla="*/ 14 w 109"/>
                  <a:gd name="T25" fmla="*/ 28 h 65"/>
                  <a:gd name="T26" fmla="*/ 17 w 109"/>
                  <a:gd name="T27" fmla="*/ 10 h 65"/>
                  <a:gd name="T28" fmla="*/ 9 w 109"/>
                  <a:gd name="T29" fmla="*/ 0 h 65"/>
                  <a:gd name="T30" fmla="*/ 5 w 109"/>
                  <a:gd name="T31" fmla="*/ 1 h 65"/>
                  <a:gd name="T32" fmla="*/ 3 w 109"/>
                  <a:gd name="T33" fmla="*/ 5 h 65"/>
                  <a:gd name="T34" fmla="*/ 2 w 109"/>
                  <a:gd name="T35" fmla="*/ 24 h 65"/>
                  <a:gd name="T36" fmla="*/ 0 w 109"/>
                  <a:gd name="T37" fmla="*/ 54 h 65"/>
                  <a:gd name="T38" fmla="*/ 7 w 109"/>
                  <a:gd name="T39" fmla="*/ 65 h 65"/>
                  <a:gd name="T40" fmla="*/ 14 w 109"/>
                  <a:gd name="T41" fmla="*/ 59 h 65"/>
                  <a:gd name="T42" fmla="*/ 28 w 109"/>
                  <a:gd name="T43" fmla="*/ 34 h 65"/>
                  <a:gd name="T44" fmla="*/ 40 w 109"/>
                  <a:gd name="T45" fmla="*/ 19 h 65"/>
                  <a:gd name="T46" fmla="*/ 42 w 109"/>
                  <a:gd name="T47" fmla="*/ 36 h 65"/>
                  <a:gd name="T48" fmla="*/ 46 w 109"/>
                  <a:gd name="T49" fmla="*/ 57 h 65"/>
                  <a:gd name="T50" fmla="*/ 52 w 109"/>
                  <a:gd name="T51" fmla="*/ 59 h 65"/>
                  <a:gd name="T52" fmla="*/ 60 w 109"/>
                  <a:gd name="T53" fmla="*/ 55 h 65"/>
                  <a:gd name="T54" fmla="*/ 70 w 109"/>
                  <a:gd name="T55" fmla="*/ 40 h 65"/>
                  <a:gd name="T56" fmla="*/ 78 w 109"/>
                  <a:gd name="T57" fmla="*/ 23 h 65"/>
                  <a:gd name="T58" fmla="*/ 82 w 109"/>
                  <a:gd name="T59" fmla="*/ 19 h 65"/>
                  <a:gd name="T60" fmla="*/ 84 w 109"/>
                  <a:gd name="T61" fmla="*/ 22 h 65"/>
                  <a:gd name="T62" fmla="*/ 85 w 109"/>
                  <a:gd name="T63" fmla="*/ 33 h 65"/>
                  <a:gd name="T64" fmla="*/ 90 w 109"/>
                  <a:gd name="T65" fmla="*/ 56 h 65"/>
                  <a:gd name="T66" fmla="*/ 99 w 109"/>
                  <a:gd name="T67" fmla="*/ 62 h 65"/>
                  <a:gd name="T68" fmla="*/ 106 w 109"/>
                  <a:gd name="T69" fmla="*/ 60 h 65"/>
                  <a:gd name="T70" fmla="*/ 109 w 109"/>
                  <a:gd name="T71" fmla="*/ 55 h 65"/>
                  <a:gd name="T72" fmla="*/ 106 w 109"/>
                  <a:gd name="T73" fmla="*/ 5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9" h="65">
                    <a:moveTo>
                      <a:pt x="106" y="50"/>
                    </a:moveTo>
                    <a:cubicBezTo>
                      <a:pt x="104" y="49"/>
                      <a:pt x="102" y="47"/>
                      <a:pt x="101" y="43"/>
                    </a:cubicBezTo>
                    <a:cubicBezTo>
                      <a:pt x="100" y="40"/>
                      <a:pt x="99" y="34"/>
                      <a:pt x="99" y="28"/>
                    </a:cubicBezTo>
                    <a:cubicBezTo>
                      <a:pt x="98" y="19"/>
                      <a:pt x="96" y="13"/>
                      <a:pt x="95" y="9"/>
                    </a:cubicBezTo>
                    <a:cubicBezTo>
                      <a:pt x="93" y="5"/>
                      <a:pt x="89" y="3"/>
                      <a:pt x="85" y="3"/>
                    </a:cubicBezTo>
                    <a:cubicBezTo>
                      <a:pt x="82" y="3"/>
                      <a:pt x="78" y="5"/>
                      <a:pt x="75" y="8"/>
                    </a:cubicBezTo>
                    <a:cubicBezTo>
                      <a:pt x="72" y="11"/>
                      <a:pt x="68" y="17"/>
                      <a:pt x="63" y="27"/>
                    </a:cubicBezTo>
                    <a:cubicBezTo>
                      <a:pt x="59" y="36"/>
                      <a:pt x="57" y="40"/>
                      <a:pt x="56" y="40"/>
                    </a:cubicBezTo>
                    <a:cubicBezTo>
                      <a:pt x="55" y="40"/>
                      <a:pt x="55" y="36"/>
                      <a:pt x="55" y="27"/>
                    </a:cubicBezTo>
                    <a:cubicBezTo>
                      <a:pt x="54" y="17"/>
                      <a:pt x="53" y="10"/>
                      <a:pt x="51" y="8"/>
                    </a:cubicBezTo>
                    <a:cubicBezTo>
                      <a:pt x="49" y="5"/>
                      <a:pt x="46" y="3"/>
                      <a:pt x="42" y="3"/>
                    </a:cubicBezTo>
                    <a:cubicBezTo>
                      <a:pt x="34" y="3"/>
                      <a:pt x="24" y="15"/>
                      <a:pt x="13" y="40"/>
                    </a:cubicBezTo>
                    <a:cubicBezTo>
                      <a:pt x="13" y="37"/>
                      <a:pt x="13" y="33"/>
                      <a:pt x="14" y="28"/>
                    </a:cubicBezTo>
                    <a:cubicBezTo>
                      <a:pt x="16" y="18"/>
                      <a:pt x="17" y="12"/>
                      <a:pt x="17" y="10"/>
                    </a:cubicBezTo>
                    <a:cubicBezTo>
                      <a:pt x="17" y="3"/>
                      <a:pt x="15" y="0"/>
                      <a:pt x="9" y="0"/>
                    </a:cubicBezTo>
                    <a:cubicBezTo>
                      <a:pt x="7" y="0"/>
                      <a:pt x="6" y="0"/>
                      <a:pt x="5" y="1"/>
                    </a:cubicBezTo>
                    <a:cubicBezTo>
                      <a:pt x="4" y="2"/>
                      <a:pt x="3" y="3"/>
                      <a:pt x="3" y="5"/>
                    </a:cubicBezTo>
                    <a:cubicBezTo>
                      <a:pt x="3" y="11"/>
                      <a:pt x="3" y="18"/>
                      <a:pt x="2" y="24"/>
                    </a:cubicBezTo>
                    <a:cubicBezTo>
                      <a:pt x="1" y="33"/>
                      <a:pt x="0" y="43"/>
                      <a:pt x="0" y="54"/>
                    </a:cubicBezTo>
                    <a:cubicBezTo>
                      <a:pt x="0" y="62"/>
                      <a:pt x="2" y="65"/>
                      <a:pt x="7" y="65"/>
                    </a:cubicBezTo>
                    <a:cubicBezTo>
                      <a:pt x="11" y="65"/>
                      <a:pt x="14" y="63"/>
                      <a:pt x="14" y="59"/>
                    </a:cubicBezTo>
                    <a:cubicBezTo>
                      <a:pt x="17" y="52"/>
                      <a:pt x="22" y="43"/>
                      <a:pt x="28" y="34"/>
                    </a:cubicBezTo>
                    <a:cubicBezTo>
                      <a:pt x="34" y="24"/>
                      <a:pt x="38" y="19"/>
                      <a:pt x="40" y="19"/>
                    </a:cubicBezTo>
                    <a:cubicBezTo>
                      <a:pt x="41" y="19"/>
                      <a:pt x="42" y="25"/>
                      <a:pt x="42" y="36"/>
                    </a:cubicBezTo>
                    <a:cubicBezTo>
                      <a:pt x="42" y="48"/>
                      <a:pt x="43" y="55"/>
                      <a:pt x="46" y="57"/>
                    </a:cubicBezTo>
                    <a:cubicBezTo>
                      <a:pt x="48" y="58"/>
                      <a:pt x="50" y="59"/>
                      <a:pt x="52" y="59"/>
                    </a:cubicBezTo>
                    <a:cubicBezTo>
                      <a:pt x="55" y="59"/>
                      <a:pt x="58" y="58"/>
                      <a:pt x="60" y="55"/>
                    </a:cubicBezTo>
                    <a:cubicBezTo>
                      <a:pt x="63" y="52"/>
                      <a:pt x="66" y="47"/>
                      <a:pt x="70" y="40"/>
                    </a:cubicBezTo>
                    <a:cubicBezTo>
                      <a:pt x="73" y="31"/>
                      <a:pt x="76" y="26"/>
                      <a:pt x="78" y="23"/>
                    </a:cubicBezTo>
                    <a:cubicBezTo>
                      <a:pt x="80" y="20"/>
                      <a:pt x="81" y="19"/>
                      <a:pt x="82" y="19"/>
                    </a:cubicBezTo>
                    <a:cubicBezTo>
                      <a:pt x="83" y="19"/>
                      <a:pt x="83" y="20"/>
                      <a:pt x="84" y="22"/>
                    </a:cubicBezTo>
                    <a:cubicBezTo>
                      <a:pt x="84" y="23"/>
                      <a:pt x="85" y="27"/>
                      <a:pt x="85" y="33"/>
                    </a:cubicBezTo>
                    <a:cubicBezTo>
                      <a:pt x="86" y="45"/>
                      <a:pt x="87" y="52"/>
                      <a:pt x="90" y="56"/>
                    </a:cubicBezTo>
                    <a:cubicBezTo>
                      <a:pt x="92" y="60"/>
                      <a:pt x="95" y="62"/>
                      <a:pt x="99" y="62"/>
                    </a:cubicBezTo>
                    <a:cubicBezTo>
                      <a:pt x="101" y="62"/>
                      <a:pt x="103" y="61"/>
                      <a:pt x="106" y="60"/>
                    </a:cubicBezTo>
                    <a:cubicBezTo>
                      <a:pt x="108" y="58"/>
                      <a:pt x="109" y="56"/>
                      <a:pt x="109" y="55"/>
                    </a:cubicBezTo>
                    <a:cubicBezTo>
                      <a:pt x="109" y="53"/>
                      <a:pt x="108" y="51"/>
                      <a:pt x="106"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559"/>
              <p:cNvSpPr>
                <a:spLocks noEditPoints="1"/>
              </p:cNvSpPr>
              <p:nvPr/>
            </p:nvSpPr>
            <p:spPr bwMode="auto">
              <a:xfrm>
                <a:off x="2447925" y="4568825"/>
                <a:ext cx="92075" cy="128588"/>
              </a:xfrm>
              <a:custGeom>
                <a:avLst/>
                <a:gdLst>
                  <a:gd name="T0" fmla="*/ 46 w 72"/>
                  <a:gd name="T1" fmla="*/ 94 h 100"/>
                  <a:gd name="T2" fmla="*/ 55 w 72"/>
                  <a:gd name="T3" fmla="*/ 100 h 100"/>
                  <a:gd name="T4" fmla="*/ 66 w 72"/>
                  <a:gd name="T5" fmla="*/ 96 h 100"/>
                  <a:gd name="T6" fmla="*/ 72 w 72"/>
                  <a:gd name="T7" fmla="*/ 88 h 100"/>
                  <a:gd name="T8" fmla="*/ 69 w 72"/>
                  <a:gd name="T9" fmla="*/ 84 h 100"/>
                  <a:gd name="T10" fmla="*/ 65 w 72"/>
                  <a:gd name="T11" fmla="*/ 85 h 100"/>
                  <a:gd name="T12" fmla="*/ 60 w 72"/>
                  <a:gd name="T13" fmla="*/ 87 h 100"/>
                  <a:gd name="T14" fmla="*/ 56 w 72"/>
                  <a:gd name="T15" fmla="*/ 77 h 100"/>
                  <a:gd name="T16" fmla="*/ 60 w 72"/>
                  <a:gd name="T17" fmla="*/ 48 h 100"/>
                  <a:gd name="T18" fmla="*/ 67 w 72"/>
                  <a:gd name="T19" fmla="*/ 18 h 100"/>
                  <a:gd name="T20" fmla="*/ 70 w 72"/>
                  <a:gd name="T21" fmla="*/ 9 h 100"/>
                  <a:gd name="T22" fmla="*/ 68 w 72"/>
                  <a:gd name="T23" fmla="*/ 3 h 100"/>
                  <a:gd name="T24" fmla="*/ 64 w 72"/>
                  <a:gd name="T25" fmla="*/ 0 h 100"/>
                  <a:gd name="T26" fmla="*/ 60 w 72"/>
                  <a:gd name="T27" fmla="*/ 2 h 100"/>
                  <a:gd name="T28" fmla="*/ 56 w 72"/>
                  <a:gd name="T29" fmla="*/ 6 h 100"/>
                  <a:gd name="T30" fmla="*/ 53 w 72"/>
                  <a:gd name="T31" fmla="*/ 18 h 100"/>
                  <a:gd name="T32" fmla="*/ 48 w 72"/>
                  <a:gd name="T33" fmla="*/ 42 h 100"/>
                  <a:gd name="T34" fmla="*/ 38 w 72"/>
                  <a:gd name="T35" fmla="*/ 38 h 100"/>
                  <a:gd name="T36" fmla="*/ 13 w 72"/>
                  <a:gd name="T37" fmla="*/ 53 h 100"/>
                  <a:gd name="T38" fmla="*/ 0 w 72"/>
                  <a:gd name="T39" fmla="*/ 83 h 100"/>
                  <a:gd name="T40" fmla="*/ 4 w 72"/>
                  <a:gd name="T41" fmla="*/ 95 h 100"/>
                  <a:gd name="T42" fmla="*/ 14 w 72"/>
                  <a:gd name="T43" fmla="*/ 100 h 100"/>
                  <a:gd name="T44" fmla="*/ 44 w 72"/>
                  <a:gd name="T45" fmla="*/ 79 h 100"/>
                  <a:gd name="T46" fmla="*/ 46 w 72"/>
                  <a:gd name="T47" fmla="*/ 94 h 100"/>
                  <a:gd name="T48" fmla="*/ 35 w 72"/>
                  <a:gd name="T49" fmla="*/ 75 h 100"/>
                  <a:gd name="T50" fmla="*/ 18 w 72"/>
                  <a:gd name="T51" fmla="*/ 88 h 100"/>
                  <a:gd name="T52" fmla="*/ 14 w 72"/>
                  <a:gd name="T53" fmla="*/ 82 h 100"/>
                  <a:gd name="T54" fmla="*/ 22 w 72"/>
                  <a:gd name="T55" fmla="*/ 61 h 100"/>
                  <a:gd name="T56" fmla="*/ 38 w 72"/>
                  <a:gd name="T57" fmla="*/ 49 h 100"/>
                  <a:gd name="T58" fmla="*/ 43 w 72"/>
                  <a:gd name="T59" fmla="*/ 51 h 100"/>
                  <a:gd name="T60" fmla="*/ 44 w 72"/>
                  <a:gd name="T61" fmla="*/ 55 h 100"/>
                  <a:gd name="T62" fmla="*/ 35 w 72"/>
                  <a:gd name="T63" fmla="*/ 75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2" h="100">
                    <a:moveTo>
                      <a:pt x="46" y="94"/>
                    </a:moveTo>
                    <a:cubicBezTo>
                      <a:pt x="48" y="98"/>
                      <a:pt x="51" y="100"/>
                      <a:pt x="55" y="100"/>
                    </a:cubicBezTo>
                    <a:cubicBezTo>
                      <a:pt x="58" y="100"/>
                      <a:pt x="62" y="98"/>
                      <a:pt x="66" y="96"/>
                    </a:cubicBezTo>
                    <a:cubicBezTo>
                      <a:pt x="70" y="93"/>
                      <a:pt x="72" y="90"/>
                      <a:pt x="72" y="88"/>
                    </a:cubicBezTo>
                    <a:cubicBezTo>
                      <a:pt x="72" y="85"/>
                      <a:pt x="71" y="84"/>
                      <a:pt x="69" y="84"/>
                    </a:cubicBezTo>
                    <a:cubicBezTo>
                      <a:pt x="68" y="84"/>
                      <a:pt x="67" y="85"/>
                      <a:pt x="65" y="85"/>
                    </a:cubicBezTo>
                    <a:cubicBezTo>
                      <a:pt x="63" y="86"/>
                      <a:pt x="62" y="87"/>
                      <a:pt x="60" y="87"/>
                    </a:cubicBezTo>
                    <a:cubicBezTo>
                      <a:pt x="57" y="87"/>
                      <a:pt x="56" y="83"/>
                      <a:pt x="56" y="77"/>
                    </a:cubicBezTo>
                    <a:cubicBezTo>
                      <a:pt x="56" y="70"/>
                      <a:pt x="57" y="60"/>
                      <a:pt x="60" y="48"/>
                    </a:cubicBezTo>
                    <a:cubicBezTo>
                      <a:pt x="62" y="37"/>
                      <a:pt x="64" y="27"/>
                      <a:pt x="67" y="18"/>
                    </a:cubicBezTo>
                    <a:cubicBezTo>
                      <a:pt x="69" y="13"/>
                      <a:pt x="70" y="10"/>
                      <a:pt x="70" y="9"/>
                    </a:cubicBezTo>
                    <a:cubicBezTo>
                      <a:pt x="70" y="6"/>
                      <a:pt x="69" y="4"/>
                      <a:pt x="68" y="3"/>
                    </a:cubicBezTo>
                    <a:cubicBezTo>
                      <a:pt x="67" y="1"/>
                      <a:pt x="66" y="0"/>
                      <a:pt x="64" y="0"/>
                    </a:cubicBezTo>
                    <a:cubicBezTo>
                      <a:pt x="63" y="0"/>
                      <a:pt x="61" y="1"/>
                      <a:pt x="60" y="2"/>
                    </a:cubicBezTo>
                    <a:cubicBezTo>
                      <a:pt x="58" y="3"/>
                      <a:pt x="57" y="4"/>
                      <a:pt x="56" y="6"/>
                    </a:cubicBezTo>
                    <a:cubicBezTo>
                      <a:pt x="55" y="8"/>
                      <a:pt x="54" y="12"/>
                      <a:pt x="53" y="18"/>
                    </a:cubicBezTo>
                    <a:cubicBezTo>
                      <a:pt x="53" y="21"/>
                      <a:pt x="51" y="29"/>
                      <a:pt x="48" y="42"/>
                    </a:cubicBezTo>
                    <a:cubicBezTo>
                      <a:pt x="46" y="39"/>
                      <a:pt x="43" y="38"/>
                      <a:pt x="38" y="38"/>
                    </a:cubicBezTo>
                    <a:cubicBezTo>
                      <a:pt x="29" y="38"/>
                      <a:pt x="21" y="43"/>
                      <a:pt x="13" y="53"/>
                    </a:cubicBezTo>
                    <a:cubicBezTo>
                      <a:pt x="4" y="63"/>
                      <a:pt x="0" y="73"/>
                      <a:pt x="0" y="83"/>
                    </a:cubicBezTo>
                    <a:cubicBezTo>
                      <a:pt x="0" y="88"/>
                      <a:pt x="1" y="92"/>
                      <a:pt x="4" y="95"/>
                    </a:cubicBezTo>
                    <a:cubicBezTo>
                      <a:pt x="6" y="99"/>
                      <a:pt x="10" y="100"/>
                      <a:pt x="14" y="100"/>
                    </a:cubicBezTo>
                    <a:cubicBezTo>
                      <a:pt x="24" y="100"/>
                      <a:pt x="34" y="93"/>
                      <a:pt x="44" y="79"/>
                    </a:cubicBezTo>
                    <a:cubicBezTo>
                      <a:pt x="44" y="85"/>
                      <a:pt x="44" y="90"/>
                      <a:pt x="46" y="94"/>
                    </a:cubicBezTo>
                    <a:close/>
                    <a:moveTo>
                      <a:pt x="35" y="75"/>
                    </a:moveTo>
                    <a:cubicBezTo>
                      <a:pt x="28" y="83"/>
                      <a:pt x="22" y="88"/>
                      <a:pt x="18" y="88"/>
                    </a:cubicBezTo>
                    <a:cubicBezTo>
                      <a:pt x="15" y="88"/>
                      <a:pt x="14" y="86"/>
                      <a:pt x="14" y="82"/>
                    </a:cubicBezTo>
                    <a:cubicBezTo>
                      <a:pt x="14" y="76"/>
                      <a:pt x="16" y="68"/>
                      <a:pt x="22" y="61"/>
                    </a:cubicBezTo>
                    <a:cubicBezTo>
                      <a:pt x="27" y="53"/>
                      <a:pt x="33" y="49"/>
                      <a:pt x="38" y="49"/>
                    </a:cubicBezTo>
                    <a:cubicBezTo>
                      <a:pt x="40" y="49"/>
                      <a:pt x="41" y="50"/>
                      <a:pt x="43" y="51"/>
                    </a:cubicBezTo>
                    <a:cubicBezTo>
                      <a:pt x="44" y="52"/>
                      <a:pt x="44" y="54"/>
                      <a:pt x="44" y="55"/>
                    </a:cubicBezTo>
                    <a:cubicBezTo>
                      <a:pt x="44" y="60"/>
                      <a:pt x="41" y="67"/>
                      <a:pt x="35"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560"/>
              <p:cNvSpPr>
                <a:spLocks noEditPoints="1"/>
              </p:cNvSpPr>
              <p:nvPr/>
            </p:nvSpPr>
            <p:spPr bwMode="auto">
              <a:xfrm>
                <a:off x="2549525" y="4611688"/>
                <a:ext cx="77788" cy="87313"/>
              </a:xfrm>
              <a:custGeom>
                <a:avLst/>
                <a:gdLst>
                  <a:gd name="T0" fmla="*/ 52 w 61"/>
                  <a:gd name="T1" fmla="*/ 67 h 67"/>
                  <a:gd name="T2" fmla="*/ 58 w 61"/>
                  <a:gd name="T3" fmla="*/ 65 h 67"/>
                  <a:gd name="T4" fmla="*/ 61 w 61"/>
                  <a:gd name="T5" fmla="*/ 60 h 67"/>
                  <a:gd name="T6" fmla="*/ 59 w 61"/>
                  <a:gd name="T7" fmla="*/ 57 h 67"/>
                  <a:gd name="T8" fmla="*/ 56 w 61"/>
                  <a:gd name="T9" fmla="*/ 55 h 67"/>
                  <a:gd name="T10" fmla="*/ 54 w 61"/>
                  <a:gd name="T11" fmla="*/ 51 h 67"/>
                  <a:gd name="T12" fmla="*/ 53 w 61"/>
                  <a:gd name="T13" fmla="*/ 40 h 67"/>
                  <a:gd name="T14" fmla="*/ 56 w 61"/>
                  <a:gd name="T15" fmla="*/ 21 h 67"/>
                  <a:gd name="T16" fmla="*/ 57 w 61"/>
                  <a:gd name="T17" fmla="*/ 13 h 67"/>
                  <a:gd name="T18" fmla="*/ 50 w 61"/>
                  <a:gd name="T19" fmla="*/ 7 h 67"/>
                  <a:gd name="T20" fmla="*/ 41 w 61"/>
                  <a:gd name="T21" fmla="*/ 0 h 67"/>
                  <a:gd name="T22" fmla="*/ 14 w 61"/>
                  <a:gd name="T23" fmla="*/ 18 h 67"/>
                  <a:gd name="T24" fmla="*/ 0 w 61"/>
                  <a:gd name="T25" fmla="*/ 50 h 67"/>
                  <a:gd name="T26" fmla="*/ 4 w 61"/>
                  <a:gd name="T27" fmla="*/ 61 h 67"/>
                  <a:gd name="T28" fmla="*/ 13 w 61"/>
                  <a:gd name="T29" fmla="*/ 65 h 67"/>
                  <a:gd name="T30" fmla="*/ 42 w 61"/>
                  <a:gd name="T31" fmla="*/ 45 h 67"/>
                  <a:gd name="T32" fmla="*/ 52 w 61"/>
                  <a:gd name="T33" fmla="*/ 67 h 67"/>
                  <a:gd name="T34" fmla="*/ 33 w 61"/>
                  <a:gd name="T35" fmla="*/ 40 h 67"/>
                  <a:gd name="T36" fmla="*/ 16 w 61"/>
                  <a:gd name="T37" fmla="*/ 52 h 67"/>
                  <a:gd name="T38" fmla="*/ 14 w 61"/>
                  <a:gd name="T39" fmla="*/ 48 h 67"/>
                  <a:gd name="T40" fmla="*/ 23 w 61"/>
                  <a:gd name="T41" fmla="*/ 26 h 67"/>
                  <a:gd name="T42" fmla="*/ 39 w 61"/>
                  <a:gd name="T43" fmla="*/ 13 h 67"/>
                  <a:gd name="T44" fmla="*/ 41 w 61"/>
                  <a:gd name="T45" fmla="*/ 14 h 67"/>
                  <a:gd name="T46" fmla="*/ 43 w 61"/>
                  <a:gd name="T47" fmla="*/ 19 h 67"/>
                  <a:gd name="T48" fmla="*/ 33 w 61"/>
                  <a:gd name="T49" fmla="*/ 4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1" h="67">
                    <a:moveTo>
                      <a:pt x="52" y="67"/>
                    </a:moveTo>
                    <a:cubicBezTo>
                      <a:pt x="54" y="67"/>
                      <a:pt x="56" y="66"/>
                      <a:pt x="58" y="65"/>
                    </a:cubicBezTo>
                    <a:cubicBezTo>
                      <a:pt x="60" y="63"/>
                      <a:pt x="61" y="62"/>
                      <a:pt x="61" y="60"/>
                    </a:cubicBezTo>
                    <a:cubicBezTo>
                      <a:pt x="61" y="58"/>
                      <a:pt x="60" y="57"/>
                      <a:pt x="59" y="57"/>
                    </a:cubicBezTo>
                    <a:cubicBezTo>
                      <a:pt x="57" y="56"/>
                      <a:pt x="56" y="55"/>
                      <a:pt x="56" y="55"/>
                    </a:cubicBezTo>
                    <a:cubicBezTo>
                      <a:pt x="56" y="54"/>
                      <a:pt x="55" y="53"/>
                      <a:pt x="54" y="51"/>
                    </a:cubicBezTo>
                    <a:cubicBezTo>
                      <a:pt x="54" y="49"/>
                      <a:pt x="53" y="45"/>
                      <a:pt x="53" y="40"/>
                    </a:cubicBezTo>
                    <a:cubicBezTo>
                      <a:pt x="53" y="36"/>
                      <a:pt x="54" y="29"/>
                      <a:pt x="56" y="21"/>
                    </a:cubicBezTo>
                    <a:cubicBezTo>
                      <a:pt x="57" y="17"/>
                      <a:pt x="57" y="14"/>
                      <a:pt x="57" y="13"/>
                    </a:cubicBezTo>
                    <a:cubicBezTo>
                      <a:pt x="57" y="9"/>
                      <a:pt x="55" y="7"/>
                      <a:pt x="50" y="7"/>
                    </a:cubicBezTo>
                    <a:cubicBezTo>
                      <a:pt x="49" y="3"/>
                      <a:pt x="46" y="0"/>
                      <a:pt x="41" y="0"/>
                    </a:cubicBezTo>
                    <a:cubicBezTo>
                      <a:pt x="32" y="0"/>
                      <a:pt x="23" y="6"/>
                      <a:pt x="14" y="18"/>
                    </a:cubicBezTo>
                    <a:cubicBezTo>
                      <a:pt x="4" y="29"/>
                      <a:pt x="0" y="40"/>
                      <a:pt x="0" y="50"/>
                    </a:cubicBezTo>
                    <a:cubicBezTo>
                      <a:pt x="0" y="55"/>
                      <a:pt x="1" y="58"/>
                      <a:pt x="4" y="61"/>
                    </a:cubicBezTo>
                    <a:cubicBezTo>
                      <a:pt x="6" y="64"/>
                      <a:pt x="9" y="65"/>
                      <a:pt x="13" y="65"/>
                    </a:cubicBezTo>
                    <a:cubicBezTo>
                      <a:pt x="22" y="65"/>
                      <a:pt x="32" y="58"/>
                      <a:pt x="42" y="45"/>
                    </a:cubicBezTo>
                    <a:cubicBezTo>
                      <a:pt x="41" y="59"/>
                      <a:pt x="45" y="67"/>
                      <a:pt x="52" y="67"/>
                    </a:cubicBezTo>
                    <a:close/>
                    <a:moveTo>
                      <a:pt x="33" y="40"/>
                    </a:moveTo>
                    <a:cubicBezTo>
                      <a:pt x="26" y="48"/>
                      <a:pt x="21" y="52"/>
                      <a:pt x="16" y="52"/>
                    </a:cubicBezTo>
                    <a:cubicBezTo>
                      <a:pt x="15" y="52"/>
                      <a:pt x="14" y="51"/>
                      <a:pt x="14" y="48"/>
                    </a:cubicBezTo>
                    <a:cubicBezTo>
                      <a:pt x="14" y="42"/>
                      <a:pt x="17" y="34"/>
                      <a:pt x="23" y="26"/>
                    </a:cubicBezTo>
                    <a:cubicBezTo>
                      <a:pt x="30" y="17"/>
                      <a:pt x="35" y="13"/>
                      <a:pt x="39" y="13"/>
                    </a:cubicBezTo>
                    <a:cubicBezTo>
                      <a:pt x="40" y="13"/>
                      <a:pt x="41" y="13"/>
                      <a:pt x="41" y="14"/>
                    </a:cubicBezTo>
                    <a:cubicBezTo>
                      <a:pt x="42" y="16"/>
                      <a:pt x="43" y="17"/>
                      <a:pt x="43" y="19"/>
                    </a:cubicBezTo>
                    <a:cubicBezTo>
                      <a:pt x="43" y="25"/>
                      <a:pt x="39" y="32"/>
                      <a:pt x="33"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561"/>
              <p:cNvSpPr>
                <a:spLocks/>
              </p:cNvSpPr>
              <p:nvPr/>
            </p:nvSpPr>
            <p:spPr bwMode="auto">
              <a:xfrm>
                <a:off x="2640013" y="4619625"/>
                <a:ext cx="93663" cy="76200"/>
              </a:xfrm>
              <a:custGeom>
                <a:avLst/>
                <a:gdLst>
                  <a:gd name="T0" fmla="*/ 71 w 73"/>
                  <a:gd name="T1" fmla="*/ 44 h 60"/>
                  <a:gd name="T2" fmla="*/ 67 w 73"/>
                  <a:gd name="T3" fmla="*/ 44 h 60"/>
                  <a:gd name="T4" fmla="*/ 64 w 73"/>
                  <a:gd name="T5" fmla="*/ 45 h 60"/>
                  <a:gd name="T6" fmla="*/ 59 w 73"/>
                  <a:gd name="T7" fmla="*/ 24 h 60"/>
                  <a:gd name="T8" fmla="*/ 43 w 73"/>
                  <a:gd name="T9" fmla="*/ 2 h 60"/>
                  <a:gd name="T10" fmla="*/ 15 w 73"/>
                  <a:gd name="T11" fmla="*/ 32 h 60"/>
                  <a:gd name="T12" fmla="*/ 18 w 73"/>
                  <a:gd name="T13" fmla="*/ 10 h 60"/>
                  <a:gd name="T14" fmla="*/ 17 w 73"/>
                  <a:gd name="T15" fmla="*/ 2 h 60"/>
                  <a:gd name="T16" fmla="*/ 11 w 73"/>
                  <a:gd name="T17" fmla="*/ 0 h 60"/>
                  <a:gd name="T18" fmla="*/ 6 w 73"/>
                  <a:gd name="T19" fmla="*/ 3 h 60"/>
                  <a:gd name="T20" fmla="*/ 4 w 73"/>
                  <a:gd name="T21" fmla="*/ 9 h 60"/>
                  <a:gd name="T22" fmla="*/ 2 w 73"/>
                  <a:gd name="T23" fmla="*/ 39 h 60"/>
                  <a:gd name="T24" fmla="*/ 0 w 73"/>
                  <a:gd name="T25" fmla="*/ 52 h 60"/>
                  <a:gd name="T26" fmla="*/ 9 w 73"/>
                  <a:gd name="T27" fmla="*/ 60 h 60"/>
                  <a:gd name="T28" fmla="*/ 12 w 73"/>
                  <a:gd name="T29" fmla="*/ 58 h 60"/>
                  <a:gd name="T30" fmla="*/ 14 w 73"/>
                  <a:gd name="T31" fmla="*/ 55 h 60"/>
                  <a:gd name="T32" fmla="*/ 26 w 73"/>
                  <a:gd name="T33" fmla="*/ 32 h 60"/>
                  <a:gd name="T34" fmla="*/ 41 w 73"/>
                  <a:gd name="T35" fmla="*/ 16 h 60"/>
                  <a:gd name="T36" fmla="*/ 46 w 73"/>
                  <a:gd name="T37" fmla="*/ 31 h 60"/>
                  <a:gd name="T38" fmla="*/ 50 w 73"/>
                  <a:gd name="T39" fmla="*/ 51 h 60"/>
                  <a:gd name="T40" fmla="*/ 50 w 73"/>
                  <a:gd name="T41" fmla="*/ 51 h 60"/>
                  <a:gd name="T42" fmla="*/ 60 w 73"/>
                  <a:gd name="T43" fmla="*/ 57 h 60"/>
                  <a:gd name="T44" fmla="*/ 70 w 73"/>
                  <a:gd name="T45" fmla="*/ 53 h 60"/>
                  <a:gd name="T46" fmla="*/ 73 w 73"/>
                  <a:gd name="T47" fmla="*/ 47 h 60"/>
                  <a:gd name="T48" fmla="*/ 71 w 73"/>
                  <a:gd name="T49" fmla="*/ 4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3" h="60">
                    <a:moveTo>
                      <a:pt x="71" y="44"/>
                    </a:moveTo>
                    <a:cubicBezTo>
                      <a:pt x="70" y="44"/>
                      <a:pt x="69" y="44"/>
                      <a:pt x="67" y="44"/>
                    </a:cubicBezTo>
                    <a:cubicBezTo>
                      <a:pt x="66" y="45"/>
                      <a:pt x="65" y="45"/>
                      <a:pt x="64" y="45"/>
                    </a:cubicBezTo>
                    <a:cubicBezTo>
                      <a:pt x="62" y="45"/>
                      <a:pt x="60" y="38"/>
                      <a:pt x="59" y="24"/>
                    </a:cubicBezTo>
                    <a:cubicBezTo>
                      <a:pt x="57" y="9"/>
                      <a:pt x="52" y="2"/>
                      <a:pt x="43" y="2"/>
                    </a:cubicBezTo>
                    <a:cubicBezTo>
                      <a:pt x="33" y="2"/>
                      <a:pt x="24" y="12"/>
                      <a:pt x="15" y="32"/>
                    </a:cubicBezTo>
                    <a:cubicBezTo>
                      <a:pt x="17" y="21"/>
                      <a:pt x="18" y="14"/>
                      <a:pt x="18" y="10"/>
                    </a:cubicBezTo>
                    <a:cubicBezTo>
                      <a:pt x="18" y="6"/>
                      <a:pt x="18" y="3"/>
                      <a:pt x="17" y="2"/>
                    </a:cubicBezTo>
                    <a:cubicBezTo>
                      <a:pt x="15" y="0"/>
                      <a:pt x="14" y="0"/>
                      <a:pt x="11" y="0"/>
                    </a:cubicBezTo>
                    <a:cubicBezTo>
                      <a:pt x="10" y="0"/>
                      <a:pt x="8" y="1"/>
                      <a:pt x="6" y="3"/>
                    </a:cubicBezTo>
                    <a:cubicBezTo>
                      <a:pt x="5" y="5"/>
                      <a:pt x="4" y="7"/>
                      <a:pt x="4" y="9"/>
                    </a:cubicBezTo>
                    <a:cubicBezTo>
                      <a:pt x="4" y="21"/>
                      <a:pt x="3" y="31"/>
                      <a:pt x="2" y="39"/>
                    </a:cubicBezTo>
                    <a:cubicBezTo>
                      <a:pt x="1" y="46"/>
                      <a:pt x="0" y="50"/>
                      <a:pt x="0" y="52"/>
                    </a:cubicBezTo>
                    <a:cubicBezTo>
                      <a:pt x="0" y="57"/>
                      <a:pt x="3" y="60"/>
                      <a:pt x="9" y="60"/>
                    </a:cubicBezTo>
                    <a:cubicBezTo>
                      <a:pt x="10" y="60"/>
                      <a:pt x="11" y="59"/>
                      <a:pt x="12" y="58"/>
                    </a:cubicBezTo>
                    <a:cubicBezTo>
                      <a:pt x="13" y="57"/>
                      <a:pt x="13" y="56"/>
                      <a:pt x="14" y="55"/>
                    </a:cubicBezTo>
                    <a:cubicBezTo>
                      <a:pt x="15" y="50"/>
                      <a:pt x="19" y="42"/>
                      <a:pt x="26" y="32"/>
                    </a:cubicBezTo>
                    <a:cubicBezTo>
                      <a:pt x="33" y="22"/>
                      <a:pt x="38" y="16"/>
                      <a:pt x="41" y="16"/>
                    </a:cubicBezTo>
                    <a:cubicBezTo>
                      <a:pt x="44" y="16"/>
                      <a:pt x="46" y="21"/>
                      <a:pt x="46" y="31"/>
                    </a:cubicBezTo>
                    <a:cubicBezTo>
                      <a:pt x="47" y="41"/>
                      <a:pt x="49" y="47"/>
                      <a:pt x="50" y="51"/>
                    </a:cubicBezTo>
                    <a:cubicBezTo>
                      <a:pt x="50" y="51"/>
                      <a:pt x="50" y="51"/>
                      <a:pt x="50" y="51"/>
                    </a:cubicBezTo>
                    <a:cubicBezTo>
                      <a:pt x="52" y="55"/>
                      <a:pt x="55" y="57"/>
                      <a:pt x="60" y="57"/>
                    </a:cubicBezTo>
                    <a:cubicBezTo>
                      <a:pt x="64" y="57"/>
                      <a:pt x="67" y="56"/>
                      <a:pt x="70" y="53"/>
                    </a:cubicBezTo>
                    <a:cubicBezTo>
                      <a:pt x="72" y="51"/>
                      <a:pt x="73" y="49"/>
                      <a:pt x="73" y="47"/>
                    </a:cubicBezTo>
                    <a:cubicBezTo>
                      <a:pt x="73" y="45"/>
                      <a:pt x="72" y="44"/>
                      <a:pt x="71"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562"/>
              <p:cNvSpPr>
                <a:spLocks noEditPoints="1"/>
              </p:cNvSpPr>
              <p:nvPr/>
            </p:nvSpPr>
            <p:spPr bwMode="auto">
              <a:xfrm>
                <a:off x="2724150" y="4614863"/>
                <a:ext cx="95250" cy="128588"/>
              </a:xfrm>
              <a:custGeom>
                <a:avLst/>
                <a:gdLst>
                  <a:gd name="T0" fmla="*/ 34 w 73"/>
                  <a:gd name="T1" fmla="*/ 87 h 99"/>
                  <a:gd name="T2" fmla="*/ 11 w 73"/>
                  <a:gd name="T3" fmla="*/ 78 h 99"/>
                  <a:gd name="T4" fmla="*/ 5 w 73"/>
                  <a:gd name="T5" fmla="*/ 74 h 99"/>
                  <a:gd name="T6" fmla="*/ 0 w 73"/>
                  <a:gd name="T7" fmla="*/ 79 h 99"/>
                  <a:gd name="T8" fmla="*/ 11 w 73"/>
                  <a:gd name="T9" fmla="*/ 92 h 99"/>
                  <a:gd name="T10" fmla="*/ 33 w 73"/>
                  <a:gd name="T11" fmla="*/ 99 h 99"/>
                  <a:gd name="T12" fmla="*/ 53 w 73"/>
                  <a:gd name="T13" fmla="*/ 90 h 99"/>
                  <a:gd name="T14" fmla="*/ 64 w 73"/>
                  <a:gd name="T15" fmla="*/ 60 h 99"/>
                  <a:gd name="T16" fmla="*/ 68 w 73"/>
                  <a:gd name="T17" fmla="*/ 31 h 99"/>
                  <a:gd name="T18" fmla="*/ 71 w 73"/>
                  <a:gd name="T19" fmla="*/ 19 h 99"/>
                  <a:gd name="T20" fmla="*/ 73 w 73"/>
                  <a:gd name="T21" fmla="*/ 12 h 99"/>
                  <a:gd name="T22" fmla="*/ 72 w 73"/>
                  <a:gd name="T23" fmla="*/ 8 h 99"/>
                  <a:gd name="T24" fmla="*/ 70 w 73"/>
                  <a:gd name="T25" fmla="*/ 4 h 99"/>
                  <a:gd name="T26" fmla="*/ 68 w 73"/>
                  <a:gd name="T27" fmla="*/ 3 h 99"/>
                  <a:gd name="T28" fmla="*/ 59 w 73"/>
                  <a:gd name="T29" fmla="*/ 0 h 99"/>
                  <a:gd name="T30" fmla="*/ 37 w 73"/>
                  <a:gd name="T31" fmla="*/ 8 h 99"/>
                  <a:gd name="T32" fmla="*/ 18 w 73"/>
                  <a:gd name="T33" fmla="*/ 28 h 99"/>
                  <a:gd name="T34" fmla="*/ 11 w 73"/>
                  <a:gd name="T35" fmla="*/ 48 h 99"/>
                  <a:gd name="T36" fmla="*/ 15 w 73"/>
                  <a:gd name="T37" fmla="*/ 58 h 99"/>
                  <a:gd name="T38" fmla="*/ 24 w 73"/>
                  <a:gd name="T39" fmla="*/ 61 h 99"/>
                  <a:gd name="T40" fmla="*/ 39 w 73"/>
                  <a:gd name="T41" fmla="*/ 56 h 99"/>
                  <a:gd name="T42" fmla="*/ 54 w 73"/>
                  <a:gd name="T43" fmla="*/ 45 h 99"/>
                  <a:gd name="T44" fmla="*/ 46 w 73"/>
                  <a:gd name="T45" fmla="*/ 78 h 99"/>
                  <a:gd name="T46" fmla="*/ 34 w 73"/>
                  <a:gd name="T47" fmla="*/ 87 h 99"/>
                  <a:gd name="T48" fmla="*/ 42 w 73"/>
                  <a:gd name="T49" fmla="*/ 43 h 99"/>
                  <a:gd name="T50" fmla="*/ 27 w 73"/>
                  <a:gd name="T51" fmla="*/ 49 h 99"/>
                  <a:gd name="T52" fmla="*/ 25 w 73"/>
                  <a:gd name="T53" fmla="*/ 46 h 99"/>
                  <a:gd name="T54" fmla="*/ 31 w 73"/>
                  <a:gd name="T55" fmla="*/ 31 h 99"/>
                  <a:gd name="T56" fmla="*/ 44 w 73"/>
                  <a:gd name="T57" fmla="*/ 17 h 99"/>
                  <a:gd name="T58" fmla="*/ 55 w 73"/>
                  <a:gd name="T59" fmla="*/ 12 h 99"/>
                  <a:gd name="T60" fmla="*/ 58 w 73"/>
                  <a:gd name="T61" fmla="*/ 14 h 99"/>
                  <a:gd name="T62" fmla="*/ 59 w 73"/>
                  <a:gd name="T63" fmla="*/ 17 h 99"/>
                  <a:gd name="T64" fmla="*/ 54 w 73"/>
                  <a:gd name="T65" fmla="*/ 29 h 99"/>
                  <a:gd name="T66" fmla="*/ 42 w 73"/>
                  <a:gd name="T67" fmla="*/ 43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3" h="99">
                    <a:moveTo>
                      <a:pt x="34" y="87"/>
                    </a:moveTo>
                    <a:cubicBezTo>
                      <a:pt x="28" y="87"/>
                      <a:pt x="20" y="84"/>
                      <a:pt x="11" y="78"/>
                    </a:cubicBezTo>
                    <a:cubicBezTo>
                      <a:pt x="8" y="76"/>
                      <a:pt x="6" y="74"/>
                      <a:pt x="5" y="74"/>
                    </a:cubicBezTo>
                    <a:cubicBezTo>
                      <a:pt x="2" y="74"/>
                      <a:pt x="0" y="76"/>
                      <a:pt x="0" y="79"/>
                    </a:cubicBezTo>
                    <a:cubicBezTo>
                      <a:pt x="0" y="82"/>
                      <a:pt x="4" y="86"/>
                      <a:pt x="11" y="92"/>
                    </a:cubicBezTo>
                    <a:cubicBezTo>
                      <a:pt x="18" y="97"/>
                      <a:pt x="26" y="99"/>
                      <a:pt x="33" y="99"/>
                    </a:cubicBezTo>
                    <a:cubicBezTo>
                      <a:pt x="41" y="99"/>
                      <a:pt x="47" y="96"/>
                      <a:pt x="53" y="90"/>
                    </a:cubicBezTo>
                    <a:cubicBezTo>
                      <a:pt x="59" y="84"/>
                      <a:pt x="63" y="74"/>
                      <a:pt x="64" y="60"/>
                    </a:cubicBezTo>
                    <a:cubicBezTo>
                      <a:pt x="66" y="45"/>
                      <a:pt x="67" y="35"/>
                      <a:pt x="68" y="31"/>
                    </a:cubicBezTo>
                    <a:cubicBezTo>
                      <a:pt x="69" y="27"/>
                      <a:pt x="70" y="23"/>
                      <a:pt x="71" y="19"/>
                    </a:cubicBezTo>
                    <a:cubicBezTo>
                      <a:pt x="73" y="15"/>
                      <a:pt x="73" y="13"/>
                      <a:pt x="73" y="12"/>
                    </a:cubicBezTo>
                    <a:cubicBezTo>
                      <a:pt x="73" y="11"/>
                      <a:pt x="73" y="10"/>
                      <a:pt x="72" y="8"/>
                    </a:cubicBezTo>
                    <a:cubicBezTo>
                      <a:pt x="71" y="6"/>
                      <a:pt x="70" y="5"/>
                      <a:pt x="70" y="4"/>
                    </a:cubicBezTo>
                    <a:cubicBezTo>
                      <a:pt x="69" y="4"/>
                      <a:pt x="69" y="4"/>
                      <a:pt x="68" y="3"/>
                    </a:cubicBezTo>
                    <a:cubicBezTo>
                      <a:pt x="65" y="1"/>
                      <a:pt x="62" y="0"/>
                      <a:pt x="59" y="0"/>
                    </a:cubicBezTo>
                    <a:cubicBezTo>
                      <a:pt x="52" y="0"/>
                      <a:pt x="45" y="3"/>
                      <a:pt x="37" y="8"/>
                    </a:cubicBezTo>
                    <a:cubicBezTo>
                      <a:pt x="29" y="14"/>
                      <a:pt x="23" y="20"/>
                      <a:pt x="18" y="28"/>
                    </a:cubicBezTo>
                    <a:cubicBezTo>
                      <a:pt x="13" y="35"/>
                      <a:pt x="11" y="42"/>
                      <a:pt x="11" y="48"/>
                    </a:cubicBezTo>
                    <a:cubicBezTo>
                      <a:pt x="11" y="52"/>
                      <a:pt x="12" y="55"/>
                      <a:pt x="15" y="58"/>
                    </a:cubicBezTo>
                    <a:cubicBezTo>
                      <a:pt x="17" y="60"/>
                      <a:pt x="20" y="61"/>
                      <a:pt x="24" y="61"/>
                    </a:cubicBezTo>
                    <a:cubicBezTo>
                      <a:pt x="28" y="61"/>
                      <a:pt x="33" y="60"/>
                      <a:pt x="39" y="56"/>
                    </a:cubicBezTo>
                    <a:cubicBezTo>
                      <a:pt x="45" y="53"/>
                      <a:pt x="50" y="49"/>
                      <a:pt x="54" y="45"/>
                    </a:cubicBezTo>
                    <a:cubicBezTo>
                      <a:pt x="52" y="61"/>
                      <a:pt x="49" y="72"/>
                      <a:pt x="46" y="78"/>
                    </a:cubicBezTo>
                    <a:cubicBezTo>
                      <a:pt x="43" y="84"/>
                      <a:pt x="39" y="87"/>
                      <a:pt x="34" y="87"/>
                    </a:cubicBezTo>
                    <a:close/>
                    <a:moveTo>
                      <a:pt x="42" y="43"/>
                    </a:moveTo>
                    <a:cubicBezTo>
                      <a:pt x="37" y="47"/>
                      <a:pt x="32" y="49"/>
                      <a:pt x="27" y="49"/>
                    </a:cubicBezTo>
                    <a:cubicBezTo>
                      <a:pt x="26" y="49"/>
                      <a:pt x="25" y="48"/>
                      <a:pt x="25" y="46"/>
                    </a:cubicBezTo>
                    <a:cubicBezTo>
                      <a:pt x="25" y="42"/>
                      <a:pt x="27" y="37"/>
                      <a:pt x="31" y="31"/>
                    </a:cubicBezTo>
                    <a:cubicBezTo>
                      <a:pt x="35" y="25"/>
                      <a:pt x="39" y="21"/>
                      <a:pt x="44" y="17"/>
                    </a:cubicBezTo>
                    <a:cubicBezTo>
                      <a:pt x="49" y="14"/>
                      <a:pt x="52" y="12"/>
                      <a:pt x="55" y="12"/>
                    </a:cubicBezTo>
                    <a:cubicBezTo>
                      <a:pt x="56" y="12"/>
                      <a:pt x="57" y="13"/>
                      <a:pt x="58" y="14"/>
                    </a:cubicBezTo>
                    <a:cubicBezTo>
                      <a:pt x="58" y="14"/>
                      <a:pt x="59" y="15"/>
                      <a:pt x="59" y="17"/>
                    </a:cubicBezTo>
                    <a:cubicBezTo>
                      <a:pt x="59" y="19"/>
                      <a:pt x="57" y="23"/>
                      <a:pt x="54" y="29"/>
                    </a:cubicBezTo>
                    <a:cubicBezTo>
                      <a:pt x="51" y="34"/>
                      <a:pt x="47" y="39"/>
                      <a:pt x="42"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563"/>
              <p:cNvSpPr>
                <a:spLocks noEditPoints="1"/>
              </p:cNvSpPr>
              <p:nvPr/>
            </p:nvSpPr>
            <p:spPr bwMode="auto">
              <a:xfrm>
                <a:off x="2828925" y="4611688"/>
                <a:ext cx="68263" cy="87313"/>
              </a:xfrm>
              <a:custGeom>
                <a:avLst/>
                <a:gdLst>
                  <a:gd name="T0" fmla="*/ 16 w 54"/>
                  <a:gd name="T1" fmla="*/ 46 h 68"/>
                  <a:gd name="T2" fmla="*/ 41 w 54"/>
                  <a:gd name="T3" fmla="*/ 33 h 68"/>
                  <a:gd name="T4" fmla="*/ 50 w 54"/>
                  <a:gd name="T5" fmla="*/ 14 h 68"/>
                  <a:gd name="T6" fmla="*/ 46 w 54"/>
                  <a:gd name="T7" fmla="*/ 4 h 68"/>
                  <a:gd name="T8" fmla="*/ 36 w 54"/>
                  <a:gd name="T9" fmla="*/ 0 h 68"/>
                  <a:gd name="T10" fmla="*/ 11 w 54"/>
                  <a:gd name="T11" fmla="*/ 14 h 68"/>
                  <a:gd name="T12" fmla="*/ 0 w 54"/>
                  <a:gd name="T13" fmla="*/ 45 h 68"/>
                  <a:gd name="T14" fmla="*/ 6 w 54"/>
                  <a:gd name="T15" fmla="*/ 62 h 68"/>
                  <a:gd name="T16" fmla="*/ 21 w 54"/>
                  <a:gd name="T17" fmla="*/ 68 h 68"/>
                  <a:gd name="T18" fmla="*/ 44 w 54"/>
                  <a:gd name="T19" fmla="*/ 60 h 68"/>
                  <a:gd name="T20" fmla="*/ 54 w 54"/>
                  <a:gd name="T21" fmla="*/ 45 h 68"/>
                  <a:gd name="T22" fmla="*/ 50 w 54"/>
                  <a:gd name="T23" fmla="*/ 41 h 68"/>
                  <a:gd name="T24" fmla="*/ 46 w 54"/>
                  <a:gd name="T25" fmla="*/ 44 h 68"/>
                  <a:gd name="T26" fmla="*/ 23 w 54"/>
                  <a:gd name="T27" fmla="*/ 56 h 68"/>
                  <a:gd name="T28" fmla="*/ 16 w 54"/>
                  <a:gd name="T29" fmla="*/ 53 h 68"/>
                  <a:gd name="T30" fmla="*/ 14 w 54"/>
                  <a:gd name="T31" fmla="*/ 48 h 68"/>
                  <a:gd name="T32" fmla="*/ 16 w 54"/>
                  <a:gd name="T33" fmla="*/ 46 h 68"/>
                  <a:gd name="T34" fmla="*/ 23 w 54"/>
                  <a:gd name="T35" fmla="*/ 19 h 68"/>
                  <a:gd name="T36" fmla="*/ 34 w 54"/>
                  <a:gd name="T37" fmla="*/ 12 h 68"/>
                  <a:gd name="T38" fmla="*/ 37 w 54"/>
                  <a:gd name="T39" fmla="*/ 13 h 68"/>
                  <a:gd name="T40" fmla="*/ 38 w 54"/>
                  <a:gd name="T41" fmla="*/ 16 h 68"/>
                  <a:gd name="T42" fmla="*/ 31 w 54"/>
                  <a:gd name="T43" fmla="*/ 27 h 68"/>
                  <a:gd name="T44" fmla="*/ 15 w 54"/>
                  <a:gd name="T45" fmla="*/ 35 h 68"/>
                  <a:gd name="T46" fmla="*/ 23 w 54"/>
                  <a:gd name="T47" fmla="*/ 1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 h="68">
                    <a:moveTo>
                      <a:pt x="16" y="46"/>
                    </a:moveTo>
                    <a:cubicBezTo>
                      <a:pt x="26" y="44"/>
                      <a:pt x="34" y="39"/>
                      <a:pt x="41" y="33"/>
                    </a:cubicBezTo>
                    <a:cubicBezTo>
                      <a:pt x="47" y="27"/>
                      <a:pt x="50" y="21"/>
                      <a:pt x="50" y="14"/>
                    </a:cubicBezTo>
                    <a:cubicBezTo>
                      <a:pt x="50" y="10"/>
                      <a:pt x="49" y="7"/>
                      <a:pt x="46" y="4"/>
                    </a:cubicBezTo>
                    <a:cubicBezTo>
                      <a:pt x="44" y="2"/>
                      <a:pt x="40" y="0"/>
                      <a:pt x="36" y="0"/>
                    </a:cubicBezTo>
                    <a:cubicBezTo>
                      <a:pt x="27" y="0"/>
                      <a:pt x="19" y="5"/>
                      <a:pt x="11" y="14"/>
                    </a:cubicBezTo>
                    <a:cubicBezTo>
                      <a:pt x="4" y="24"/>
                      <a:pt x="0" y="34"/>
                      <a:pt x="0" y="45"/>
                    </a:cubicBezTo>
                    <a:cubicBezTo>
                      <a:pt x="0" y="52"/>
                      <a:pt x="2" y="58"/>
                      <a:pt x="6" y="62"/>
                    </a:cubicBezTo>
                    <a:cubicBezTo>
                      <a:pt x="9" y="66"/>
                      <a:pt x="14" y="68"/>
                      <a:pt x="21" y="68"/>
                    </a:cubicBezTo>
                    <a:cubicBezTo>
                      <a:pt x="29" y="68"/>
                      <a:pt x="37" y="65"/>
                      <a:pt x="44" y="60"/>
                    </a:cubicBezTo>
                    <a:cubicBezTo>
                      <a:pt x="51" y="54"/>
                      <a:pt x="54" y="49"/>
                      <a:pt x="54" y="45"/>
                    </a:cubicBezTo>
                    <a:cubicBezTo>
                      <a:pt x="54" y="43"/>
                      <a:pt x="53" y="41"/>
                      <a:pt x="50" y="41"/>
                    </a:cubicBezTo>
                    <a:cubicBezTo>
                      <a:pt x="49" y="41"/>
                      <a:pt x="48" y="42"/>
                      <a:pt x="46" y="44"/>
                    </a:cubicBezTo>
                    <a:cubicBezTo>
                      <a:pt x="39" y="52"/>
                      <a:pt x="31" y="56"/>
                      <a:pt x="23" y="56"/>
                    </a:cubicBezTo>
                    <a:cubicBezTo>
                      <a:pt x="20" y="56"/>
                      <a:pt x="18" y="55"/>
                      <a:pt x="16" y="53"/>
                    </a:cubicBezTo>
                    <a:cubicBezTo>
                      <a:pt x="15" y="52"/>
                      <a:pt x="14" y="50"/>
                      <a:pt x="14" y="48"/>
                    </a:cubicBezTo>
                    <a:cubicBezTo>
                      <a:pt x="14" y="47"/>
                      <a:pt x="15" y="46"/>
                      <a:pt x="16" y="46"/>
                    </a:cubicBezTo>
                    <a:close/>
                    <a:moveTo>
                      <a:pt x="23" y="19"/>
                    </a:moveTo>
                    <a:cubicBezTo>
                      <a:pt x="27" y="14"/>
                      <a:pt x="31" y="12"/>
                      <a:pt x="34" y="12"/>
                    </a:cubicBezTo>
                    <a:cubicBezTo>
                      <a:pt x="35" y="12"/>
                      <a:pt x="36" y="12"/>
                      <a:pt x="37" y="13"/>
                    </a:cubicBezTo>
                    <a:cubicBezTo>
                      <a:pt x="38" y="14"/>
                      <a:pt x="38" y="15"/>
                      <a:pt x="38" y="16"/>
                    </a:cubicBezTo>
                    <a:cubicBezTo>
                      <a:pt x="38" y="20"/>
                      <a:pt x="36" y="23"/>
                      <a:pt x="31" y="27"/>
                    </a:cubicBezTo>
                    <a:cubicBezTo>
                      <a:pt x="27" y="31"/>
                      <a:pt x="21" y="34"/>
                      <a:pt x="15" y="35"/>
                    </a:cubicBezTo>
                    <a:cubicBezTo>
                      <a:pt x="16" y="30"/>
                      <a:pt x="19" y="24"/>
                      <a:pt x="23"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564"/>
              <p:cNvSpPr>
                <a:spLocks/>
              </p:cNvSpPr>
              <p:nvPr/>
            </p:nvSpPr>
            <p:spPr bwMode="auto">
              <a:xfrm>
                <a:off x="2913063" y="4614863"/>
                <a:ext cx="74613" cy="84138"/>
              </a:xfrm>
              <a:custGeom>
                <a:avLst/>
                <a:gdLst>
                  <a:gd name="T0" fmla="*/ 15 w 57"/>
                  <a:gd name="T1" fmla="*/ 18 h 65"/>
                  <a:gd name="T2" fmla="*/ 18 w 57"/>
                  <a:gd name="T3" fmla="*/ 6 h 65"/>
                  <a:gd name="T4" fmla="*/ 16 w 57"/>
                  <a:gd name="T5" fmla="*/ 2 h 65"/>
                  <a:gd name="T6" fmla="*/ 11 w 57"/>
                  <a:gd name="T7" fmla="*/ 0 h 65"/>
                  <a:gd name="T8" fmla="*/ 6 w 57"/>
                  <a:gd name="T9" fmla="*/ 2 h 65"/>
                  <a:gd name="T10" fmla="*/ 3 w 57"/>
                  <a:gd name="T11" fmla="*/ 6 h 65"/>
                  <a:gd name="T12" fmla="*/ 2 w 57"/>
                  <a:gd name="T13" fmla="*/ 14 h 65"/>
                  <a:gd name="T14" fmla="*/ 1 w 57"/>
                  <a:gd name="T15" fmla="*/ 18 h 65"/>
                  <a:gd name="T16" fmla="*/ 0 w 57"/>
                  <a:gd name="T17" fmla="*/ 35 h 65"/>
                  <a:gd name="T18" fmla="*/ 0 w 57"/>
                  <a:gd name="T19" fmla="*/ 46 h 65"/>
                  <a:gd name="T20" fmla="*/ 1 w 57"/>
                  <a:gd name="T21" fmla="*/ 61 h 65"/>
                  <a:gd name="T22" fmla="*/ 7 w 57"/>
                  <a:gd name="T23" fmla="*/ 65 h 65"/>
                  <a:gd name="T24" fmla="*/ 13 w 57"/>
                  <a:gd name="T25" fmla="*/ 64 h 65"/>
                  <a:gd name="T26" fmla="*/ 16 w 57"/>
                  <a:gd name="T27" fmla="*/ 57 h 65"/>
                  <a:gd name="T28" fmla="*/ 28 w 57"/>
                  <a:gd name="T29" fmla="*/ 26 h 65"/>
                  <a:gd name="T30" fmla="*/ 43 w 57"/>
                  <a:gd name="T31" fmla="*/ 13 h 65"/>
                  <a:gd name="T32" fmla="*/ 46 w 57"/>
                  <a:gd name="T33" fmla="*/ 15 h 65"/>
                  <a:gd name="T34" fmla="*/ 52 w 57"/>
                  <a:gd name="T35" fmla="*/ 18 h 65"/>
                  <a:gd name="T36" fmla="*/ 56 w 57"/>
                  <a:gd name="T37" fmla="*/ 16 h 65"/>
                  <a:gd name="T38" fmla="*/ 57 w 57"/>
                  <a:gd name="T39" fmla="*/ 11 h 65"/>
                  <a:gd name="T40" fmla="*/ 54 w 57"/>
                  <a:gd name="T41" fmla="*/ 3 h 65"/>
                  <a:gd name="T42" fmla="*/ 44 w 57"/>
                  <a:gd name="T43" fmla="*/ 0 h 65"/>
                  <a:gd name="T44" fmla="*/ 28 w 57"/>
                  <a:gd name="T45" fmla="*/ 9 h 65"/>
                  <a:gd name="T46" fmla="*/ 13 w 57"/>
                  <a:gd name="T47" fmla="*/ 32 h 65"/>
                  <a:gd name="T48" fmla="*/ 12 w 57"/>
                  <a:gd name="T49" fmla="*/ 34 h 65"/>
                  <a:gd name="T50" fmla="*/ 13 w 57"/>
                  <a:gd name="T51" fmla="*/ 25 h 65"/>
                  <a:gd name="T52" fmla="*/ 15 w 57"/>
                  <a:gd name="T53" fmla="*/ 18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7" h="65">
                    <a:moveTo>
                      <a:pt x="15" y="18"/>
                    </a:moveTo>
                    <a:cubicBezTo>
                      <a:pt x="17" y="12"/>
                      <a:pt x="18" y="8"/>
                      <a:pt x="18" y="6"/>
                    </a:cubicBezTo>
                    <a:cubicBezTo>
                      <a:pt x="18" y="5"/>
                      <a:pt x="17" y="3"/>
                      <a:pt x="16" y="2"/>
                    </a:cubicBezTo>
                    <a:cubicBezTo>
                      <a:pt x="15" y="1"/>
                      <a:pt x="13" y="0"/>
                      <a:pt x="11" y="0"/>
                    </a:cubicBezTo>
                    <a:cubicBezTo>
                      <a:pt x="9" y="0"/>
                      <a:pt x="8" y="1"/>
                      <a:pt x="6" y="2"/>
                    </a:cubicBezTo>
                    <a:cubicBezTo>
                      <a:pt x="4" y="4"/>
                      <a:pt x="3" y="5"/>
                      <a:pt x="3" y="6"/>
                    </a:cubicBezTo>
                    <a:cubicBezTo>
                      <a:pt x="2" y="8"/>
                      <a:pt x="2" y="10"/>
                      <a:pt x="2" y="14"/>
                    </a:cubicBezTo>
                    <a:cubicBezTo>
                      <a:pt x="2" y="15"/>
                      <a:pt x="1" y="16"/>
                      <a:pt x="1" y="18"/>
                    </a:cubicBezTo>
                    <a:cubicBezTo>
                      <a:pt x="0" y="25"/>
                      <a:pt x="0" y="30"/>
                      <a:pt x="0" y="35"/>
                    </a:cubicBezTo>
                    <a:cubicBezTo>
                      <a:pt x="0" y="39"/>
                      <a:pt x="0" y="43"/>
                      <a:pt x="0" y="46"/>
                    </a:cubicBezTo>
                    <a:cubicBezTo>
                      <a:pt x="0" y="53"/>
                      <a:pt x="0" y="58"/>
                      <a:pt x="1" y="61"/>
                    </a:cubicBezTo>
                    <a:cubicBezTo>
                      <a:pt x="2" y="64"/>
                      <a:pt x="4" y="65"/>
                      <a:pt x="7" y="65"/>
                    </a:cubicBezTo>
                    <a:cubicBezTo>
                      <a:pt x="10" y="65"/>
                      <a:pt x="11" y="65"/>
                      <a:pt x="13" y="64"/>
                    </a:cubicBezTo>
                    <a:cubicBezTo>
                      <a:pt x="14" y="62"/>
                      <a:pt x="15" y="60"/>
                      <a:pt x="16" y="57"/>
                    </a:cubicBezTo>
                    <a:cubicBezTo>
                      <a:pt x="17" y="46"/>
                      <a:pt x="21" y="35"/>
                      <a:pt x="28" y="26"/>
                    </a:cubicBezTo>
                    <a:cubicBezTo>
                      <a:pt x="35" y="17"/>
                      <a:pt x="40" y="13"/>
                      <a:pt x="43" y="13"/>
                    </a:cubicBezTo>
                    <a:cubicBezTo>
                      <a:pt x="43" y="13"/>
                      <a:pt x="45" y="14"/>
                      <a:pt x="46" y="15"/>
                    </a:cubicBezTo>
                    <a:cubicBezTo>
                      <a:pt x="48" y="17"/>
                      <a:pt x="50" y="18"/>
                      <a:pt x="52" y="18"/>
                    </a:cubicBezTo>
                    <a:cubicBezTo>
                      <a:pt x="54" y="18"/>
                      <a:pt x="55" y="17"/>
                      <a:pt x="56" y="16"/>
                    </a:cubicBezTo>
                    <a:cubicBezTo>
                      <a:pt x="57" y="14"/>
                      <a:pt x="57" y="13"/>
                      <a:pt x="57" y="11"/>
                    </a:cubicBezTo>
                    <a:cubicBezTo>
                      <a:pt x="57" y="8"/>
                      <a:pt x="56" y="5"/>
                      <a:pt x="54" y="3"/>
                    </a:cubicBezTo>
                    <a:cubicBezTo>
                      <a:pt x="51" y="1"/>
                      <a:pt x="48" y="0"/>
                      <a:pt x="44" y="0"/>
                    </a:cubicBezTo>
                    <a:cubicBezTo>
                      <a:pt x="39" y="0"/>
                      <a:pt x="34" y="3"/>
                      <a:pt x="28" y="9"/>
                    </a:cubicBezTo>
                    <a:cubicBezTo>
                      <a:pt x="23" y="15"/>
                      <a:pt x="18" y="22"/>
                      <a:pt x="13" y="32"/>
                    </a:cubicBezTo>
                    <a:cubicBezTo>
                      <a:pt x="12" y="34"/>
                      <a:pt x="12" y="34"/>
                      <a:pt x="12" y="34"/>
                    </a:cubicBezTo>
                    <a:cubicBezTo>
                      <a:pt x="13" y="25"/>
                      <a:pt x="13" y="25"/>
                      <a:pt x="13" y="25"/>
                    </a:cubicBezTo>
                    <a:cubicBezTo>
                      <a:pt x="14" y="22"/>
                      <a:pt x="14" y="19"/>
                      <a:pt x="15"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565"/>
              <p:cNvSpPr>
                <a:spLocks/>
              </p:cNvSpPr>
              <p:nvPr/>
            </p:nvSpPr>
            <p:spPr bwMode="auto">
              <a:xfrm>
                <a:off x="2736850" y="3073400"/>
                <a:ext cx="44450" cy="69850"/>
              </a:xfrm>
              <a:custGeom>
                <a:avLst/>
                <a:gdLst>
                  <a:gd name="T0" fmla="*/ 27 w 35"/>
                  <a:gd name="T1" fmla="*/ 15 h 54"/>
                  <a:gd name="T2" fmla="*/ 0 w 35"/>
                  <a:gd name="T3" fmla="*/ 0 h 54"/>
                  <a:gd name="T4" fmla="*/ 23 w 35"/>
                  <a:gd name="T5" fmla="*/ 54 h 54"/>
                  <a:gd name="T6" fmla="*/ 27 w 35"/>
                  <a:gd name="T7" fmla="*/ 15 h 54"/>
                </a:gdLst>
                <a:ahLst/>
                <a:cxnLst>
                  <a:cxn ang="0">
                    <a:pos x="T0" y="T1"/>
                  </a:cxn>
                  <a:cxn ang="0">
                    <a:pos x="T2" y="T3"/>
                  </a:cxn>
                  <a:cxn ang="0">
                    <a:pos x="T4" y="T5"/>
                  </a:cxn>
                  <a:cxn ang="0">
                    <a:pos x="T6" y="T7"/>
                  </a:cxn>
                </a:cxnLst>
                <a:rect l="0" t="0" r="r" b="b"/>
                <a:pathLst>
                  <a:path w="35" h="54">
                    <a:moveTo>
                      <a:pt x="27" y="15"/>
                    </a:moveTo>
                    <a:cubicBezTo>
                      <a:pt x="21" y="5"/>
                      <a:pt x="11" y="0"/>
                      <a:pt x="0" y="0"/>
                    </a:cubicBezTo>
                    <a:cubicBezTo>
                      <a:pt x="4" y="18"/>
                      <a:pt x="11" y="40"/>
                      <a:pt x="23" y="54"/>
                    </a:cubicBezTo>
                    <a:cubicBezTo>
                      <a:pt x="33" y="44"/>
                      <a:pt x="35" y="28"/>
                      <a:pt x="27"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566"/>
              <p:cNvSpPr>
                <a:spLocks/>
              </p:cNvSpPr>
              <p:nvPr/>
            </p:nvSpPr>
            <p:spPr bwMode="auto">
              <a:xfrm>
                <a:off x="2171700" y="3130550"/>
                <a:ext cx="515938" cy="519113"/>
              </a:xfrm>
              <a:custGeom>
                <a:avLst/>
                <a:gdLst>
                  <a:gd name="T0" fmla="*/ 210 w 400"/>
                  <a:gd name="T1" fmla="*/ 171 h 402"/>
                  <a:gd name="T2" fmla="*/ 400 w 400"/>
                  <a:gd name="T3" fmla="*/ 50 h 402"/>
                  <a:gd name="T4" fmla="*/ 360 w 400"/>
                  <a:gd name="T5" fmla="*/ 0 h 402"/>
                  <a:gd name="T6" fmla="*/ 214 w 400"/>
                  <a:gd name="T7" fmla="*/ 93 h 402"/>
                  <a:gd name="T8" fmla="*/ 123 w 400"/>
                  <a:gd name="T9" fmla="*/ 153 h 402"/>
                  <a:gd name="T10" fmla="*/ 51 w 400"/>
                  <a:gd name="T11" fmla="*/ 121 h 402"/>
                  <a:gd name="T12" fmla="*/ 25 w 400"/>
                  <a:gd name="T13" fmla="*/ 121 h 402"/>
                  <a:gd name="T14" fmla="*/ 23 w 400"/>
                  <a:gd name="T15" fmla="*/ 121 h 402"/>
                  <a:gd name="T16" fmla="*/ 0 w 400"/>
                  <a:gd name="T17" fmla="*/ 126 h 402"/>
                  <a:gd name="T18" fmla="*/ 9 w 400"/>
                  <a:gd name="T19" fmla="*/ 145 h 402"/>
                  <a:gd name="T20" fmla="*/ 18 w 400"/>
                  <a:gd name="T21" fmla="*/ 159 h 402"/>
                  <a:gd name="T22" fmla="*/ 95 w 400"/>
                  <a:gd name="T23" fmla="*/ 227 h 402"/>
                  <a:gd name="T24" fmla="*/ 97 w 400"/>
                  <a:gd name="T25" fmla="*/ 227 h 402"/>
                  <a:gd name="T26" fmla="*/ 109 w 400"/>
                  <a:gd name="T27" fmla="*/ 227 h 402"/>
                  <a:gd name="T28" fmla="*/ 114 w 400"/>
                  <a:gd name="T29" fmla="*/ 227 h 402"/>
                  <a:gd name="T30" fmla="*/ 128 w 400"/>
                  <a:gd name="T31" fmla="*/ 228 h 402"/>
                  <a:gd name="T32" fmla="*/ 185 w 400"/>
                  <a:gd name="T33" fmla="*/ 264 h 402"/>
                  <a:gd name="T34" fmla="*/ 168 w 400"/>
                  <a:gd name="T35" fmla="*/ 376 h 402"/>
                  <a:gd name="T36" fmla="*/ 185 w 400"/>
                  <a:gd name="T37" fmla="*/ 402 h 402"/>
                  <a:gd name="T38" fmla="*/ 192 w 400"/>
                  <a:gd name="T39" fmla="*/ 398 h 402"/>
                  <a:gd name="T40" fmla="*/ 203 w 400"/>
                  <a:gd name="T41" fmla="*/ 395 h 402"/>
                  <a:gd name="T42" fmla="*/ 210 w 400"/>
                  <a:gd name="T43" fmla="*/ 396 h 402"/>
                  <a:gd name="T44" fmla="*/ 210 w 400"/>
                  <a:gd name="T45" fmla="*/ 171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00" h="402">
                    <a:moveTo>
                      <a:pt x="210" y="171"/>
                    </a:moveTo>
                    <a:cubicBezTo>
                      <a:pt x="400" y="50"/>
                      <a:pt x="400" y="50"/>
                      <a:pt x="400" y="50"/>
                    </a:cubicBezTo>
                    <a:cubicBezTo>
                      <a:pt x="393" y="32"/>
                      <a:pt x="375" y="13"/>
                      <a:pt x="360" y="0"/>
                    </a:cubicBezTo>
                    <a:cubicBezTo>
                      <a:pt x="214" y="93"/>
                      <a:pt x="214" y="93"/>
                      <a:pt x="214" y="93"/>
                    </a:cubicBezTo>
                    <a:cubicBezTo>
                      <a:pt x="199" y="128"/>
                      <a:pt x="164" y="153"/>
                      <a:pt x="123" y="153"/>
                    </a:cubicBezTo>
                    <a:cubicBezTo>
                      <a:pt x="95" y="153"/>
                      <a:pt x="69" y="141"/>
                      <a:pt x="51" y="121"/>
                    </a:cubicBezTo>
                    <a:cubicBezTo>
                      <a:pt x="25" y="121"/>
                      <a:pt x="25" y="121"/>
                      <a:pt x="25" y="121"/>
                    </a:cubicBezTo>
                    <a:cubicBezTo>
                      <a:pt x="24" y="121"/>
                      <a:pt x="24" y="121"/>
                      <a:pt x="23" y="121"/>
                    </a:cubicBezTo>
                    <a:cubicBezTo>
                      <a:pt x="18" y="121"/>
                      <a:pt x="10" y="122"/>
                      <a:pt x="0" y="126"/>
                    </a:cubicBezTo>
                    <a:cubicBezTo>
                      <a:pt x="2" y="131"/>
                      <a:pt x="5" y="138"/>
                      <a:pt x="9" y="145"/>
                    </a:cubicBezTo>
                    <a:cubicBezTo>
                      <a:pt x="12" y="149"/>
                      <a:pt x="15" y="154"/>
                      <a:pt x="18" y="159"/>
                    </a:cubicBezTo>
                    <a:cubicBezTo>
                      <a:pt x="39" y="193"/>
                      <a:pt x="59" y="227"/>
                      <a:pt x="95" y="227"/>
                    </a:cubicBezTo>
                    <a:cubicBezTo>
                      <a:pt x="97" y="227"/>
                      <a:pt x="97" y="227"/>
                      <a:pt x="97" y="227"/>
                    </a:cubicBezTo>
                    <a:cubicBezTo>
                      <a:pt x="101" y="227"/>
                      <a:pt x="105" y="227"/>
                      <a:pt x="109" y="227"/>
                    </a:cubicBezTo>
                    <a:cubicBezTo>
                      <a:pt x="111" y="227"/>
                      <a:pt x="112" y="227"/>
                      <a:pt x="114" y="227"/>
                    </a:cubicBezTo>
                    <a:cubicBezTo>
                      <a:pt x="128" y="228"/>
                      <a:pt x="128" y="228"/>
                      <a:pt x="128" y="228"/>
                    </a:cubicBezTo>
                    <a:cubicBezTo>
                      <a:pt x="153" y="232"/>
                      <a:pt x="173" y="245"/>
                      <a:pt x="185" y="264"/>
                    </a:cubicBezTo>
                    <a:cubicBezTo>
                      <a:pt x="205" y="295"/>
                      <a:pt x="198" y="338"/>
                      <a:pt x="168" y="376"/>
                    </a:cubicBezTo>
                    <a:cubicBezTo>
                      <a:pt x="185" y="402"/>
                      <a:pt x="185" y="402"/>
                      <a:pt x="185" y="402"/>
                    </a:cubicBezTo>
                    <a:cubicBezTo>
                      <a:pt x="192" y="398"/>
                      <a:pt x="192" y="398"/>
                      <a:pt x="192" y="398"/>
                    </a:cubicBezTo>
                    <a:cubicBezTo>
                      <a:pt x="195" y="396"/>
                      <a:pt x="199" y="395"/>
                      <a:pt x="203" y="395"/>
                    </a:cubicBezTo>
                    <a:cubicBezTo>
                      <a:pt x="205" y="395"/>
                      <a:pt x="208" y="395"/>
                      <a:pt x="210" y="396"/>
                    </a:cubicBezTo>
                    <a:lnTo>
                      <a:pt x="210" y="1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567"/>
              <p:cNvSpPr>
                <a:spLocks/>
              </p:cNvSpPr>
              <p:nvPr/>
            </p:nvSpPr>
            <p:spPr bwMode="auto">
              <a:xfrm>
                <a:off x="2163763" y="3684588"/>
                <a:ext cx="127000" cy="565150"/>
              </a:xfrm>
              <a:custGeom>
                <a:avLst/>
                <a:gdLst>
                  <a:gd name="T0" fmla="*/ 82 w 99"/>
                  <a:gd name="T1" fmla="*/ 67 h 438"/>
                  <a:gd name="T2" fmla="*/ 80 w 99"/>
                  <a:gd name="T3" fmla="*/ 51 h 438"/>
                  <a:gd name="T4" fmla="*/ 89 w 99"/>
                  <a:gd name="T5" fmla="*/ 38 h 438"/>
                  <a:gd name="T6" fmla="*/ 96 w 99"/>
                  <a:gd name="T7" fmla="*/ 33 h 438"/>
                  <a:gd name="T8" fmla="*/ 79 w 99"/>
                  <a:gd name="T9" fmla="*/ 7 h 438"/>
                  <a:gd name="T10" fmla="*/ 47 w 99"/>
                  <a:gd name="T11" fmla="*/ 11 h 438"/>
                  <a:gd name="T12" fmla="*/ 0 w 99"/>
                  <a:gd name="T13" fmla="*/ 0 h 438"/>
                  <a:gd name="T14" fmla="*/ 0 w 99"/>
                  <a:gd name="T15" fmla="*/ 389 h 438"/>
                  <a:gd name="T16" fmla="*/ 49 w 99"/>
                  <a:gd name="T17" fmla="*/ 438 h 438"/>
                  <a:gd name="T18" fmla="*/ 99 w 99"/>
                  <a:gd name="T19" fmla="*/ 389 h 438"/>
                  <a:gd name="T20" fmla="*/ 99 w 99"/>
                  <a:gd name="T21" fmla="*/ 76 h 438"/>
                  <a:gd name="T22" fmla="*/ 82 w 99"/>
                  <a:gd name="T23" fmla="*/ 67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9" h="438">
                    <a:moveTo>
                      <a:pt x="82" y="67"/>
                    </a:moveTo>
                    <a:cubicBezTo>
                      <a:pt x="79" y="62"/>
                      <a:pt x="78" y="56"/>
                      <a:pt x="80" y="51"/>
                    </a:cubicBezTo>
                    <a:cubicBezTo>
                      <a:pt x="81" y="45"/>
                      <a:pt x="84" y="41"/>
                      <a:pt x="89" y="38"/>
                    </a:cubicBezTo>
                    <a:cubicBezTo>
                      <a:pt x="96" y="33"/>
                      <a:pt x="96" y="33"/>
                      <a:pt x="96" y="33"/>
                    </a:cubicBezTo>
                    <a:cubicBezTo>
                      <a:pt x="79" y="7"/>
                      <a:pt x="79" y="7"/>
                      <a:pt x="79" y="7"/>
                    </a:cubicBezTo>
                    <a:cubicBezTo>
                      <a:pt x="68" y="9"/>
                      <a:pt x="57" y="11"/>
                      <a:pt x="47" y="11"/>
                    </a:cubicBezTo>
                    <a:cubicBezTo>
                      <a:pt x="29" y="11"/>
                      <a:pt x="13" y="7"/>
                      <a:pt x="0" y="0"/>
                    </a:cubicBezTo>
                    <a:cubicBezTo>
                      <a:pt x="0" y="389"/>
                      <a:pt x="0" y="389"/>
                      <a:pt x="0" y="389"/>
                    </a:cubicBezTo>
                    <a:cubicBezTo>
                      <a:pt x="0" y="416"/>
                      <a:pt x="22" y="438"/>
                      <a:pt x="49" y="438"/>
                    </a:cubicBezTo>
                    <a:cubicBezTo>
                      <a:pt x="76" y="438"/>
                      <a:pt x="99" y="416"/>
                      <a:pt x="99" y="389"/>
                    </a:cubicBezTo>
                    <a:cubicBezTo>
                      <a:pt x="99" y="76"/>
                      <a:pt x="99" y="76"/>
                      <a:pt x="99" y="76"/>
                    </a:cubicBezTo>
                    <a:cubicBezTo>
                      <a:pt x="92" y="76"/>
                      <a:pt x="86" y="72"/>
                      <a:pt x="82"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568"/>
              <p:cNvSpPr>
                <a:spLocks/>
              </p:cNvSpPr>
              <p:nvPr/>
            </p:nvSpPr>
            <p:spPr bwMode="auto">
              <a:xfrm>
                <a:off x="2314575" y="3692525"/>
                <a:ext cx="127000" cy="557213"/>
              </a:xfrm>
              <a:custGeom>
                <a:avLst/>
                <a:gdLst>
                  <a:gd name="T0" fmla="*/ 0 w 99"/>
                  <a:gd name="T1" fmla="*/ 62 h 431"/>
                  <a:gd name="T2" fmla="*/ 0 w 99"/>
                  <a:gd name="T3" fmla="*/ 382 h 431"/>
                  <a:gd name="T4" fmla="*/ 50 w 99"/>
                  <a:gd name="T5" fmla="*/ 431 h 431"/>
                  <a:gd name="T6" fmla="*/ 99 w 99"/>
                  <a:gd name="T7" fmla="*/ 382 h 431"/>
                  <a:gd name="T8" fmla="*/ 99 w 99"/>
                  <a:gd name="T9" fmla="*/ 0 h 431"/>
                  <a:gd name="T10" fmla="*/ 0 w 99"/>
                  <a:gd name="T11" fmla="*/ 62 h 431"/>
                </a:gdLst>
                <a:ahLst/>
                <a:cxnLst>
                  <a:cxn ang="0">
                    <a:pos x="T0" y="T1"/>
                  </a:cxn>
                  <a:cxn ang="0">
                    <a:pos x="T2" y="T3"/>
                  </a:cxn>
                  <a:cxn ang="0">
                    <a:pos x="T4" y="T5"/>
                  </a:cxn>
                  <a:cxn ang="0">
                    <a:pos x="T6" y="T7"/>
                  </a:cxn>
                  <a:cxn ang="0">
                    <a:pos x="T8" y="T9"/>
                  </a:cxn>
                  <a:cxn ang="0">
                    <a:pos x="T10" y="T11"/>
                  </a:cxn>
                </a:cxnLst>
                <a:rect l="0" t="0" r="r" b="b"/>
                <a:pathLst>
                  <a:path w="99" h="431">
                    <a:moveTo>
                      <a:pt x="0" y="62"/>
                    </a:moveTo>
                    <a:cubicBezTo>
                      <a:pt x="0" y="382"/>
                      <a:pt x="0" y="382"/>
                      <a:pt x="0" y="382"/>
                    </a:cubicBezTo>
                    <a:cubicBezTo>
                      <a:pt x="0" y="409"/>
                      <a:pt x="22" y="431"/>
                      <a:pt x="50" y="431"/>
                    </a:cubicBezTo>
                    <a:cubicBezTo>
                      <a:pt x="77" y="431"/>
                      <a:pt x="99" y="409"/>
                      <a:pt x="99" y="382"/>
                    </a:cubicBezTo>
                    <a:cubicBezTo>
                      <a:pt x="99" y="0"/>
                      <a:pt x="99" y="0"/>
                      <a:pt x="99" y="0"/>
                    </a:cubicBezTo>
                    <a:lnTo>
                      <a:pt x="0"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Oval 569"/>
              <p:cNvSpPr>
                <a:spLocks noChangeArrowheads="1"/>
              </p:cNvSpPr>
              <p:nvPr/>
            </p:nvSpPr>
            <p:spPr bwMode="auto">
              <a:xfrm>
                <a:off x="2212975" y="3084513"/>
                <a:ext cx="233363" cy="2317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570"/>
              <p:cNvSpPr>
                <a:spLocks/>
              </p:cNvSpPr>
              <p:nvPr/>
            </p:nvSpPr>
            <p:spPr bwMode="auto">
              <a:xfrm>
                <a:off x="1985963" y="3201988"/>
                <a:ext cx="463550" cy="569913"/>
              </a:xfrm>
              <a:custGeom>
                <a:avLst/>
                <a:gdLst>
                  <a:gd name="T0" fmla="*/ 327 w 359"/>
                  <a:gd name="T1" fmla="*/ 358 h 441"/>
                  <a:gd name="T2" fmla="*/ 323 w 359"/>
                  <a:gd name="T3" fmla="*/ 355 h 441"/>
                  <a:gd name="T4" fmla="*/ 300 w 359"/>
                  <a:gd name="T5" fmla="*/ 319 h 441"/>
                  <a:gd name="T6" fmla="*/ 320 w 359"/>
                  <a:gd name="T7" fmla="*/ 213 h 441"/>
                  <a:gd name="T8" fmla="*/ 240 w 359"/>
                  <a:gd name="T9" fmla="*/ 181 h 441"/>
                  <a:gd name="T10" fmla="*/ 240 w 359"/>
                  <a:gd name="T11" fmla="*/ 181 h 441"/>
                  <a:gd name="T12" fmla="*/ 144 w 359"/>
                  <a:gd name="T13" fmla="*/ 94 h 441"/>
                  <a:gd name="T14" fmla="*/ 134 w 359"/>
                  <a:gd name="T15" fmla="*/ 31 h 441"/>
                  <a:gd name="T16" fmla="*/ 146 w 359"/>
                  <a:gd name="T17" fmla="*/ 23 h 441"/>
                  <a:gd name="T18" fmla="*/ 150 w 359"/>
                  <a:gd name="T19" fmla="*/ 7 h 441"/>
                  <a:gd name="T20" fmla="*/ 134 w 359"/>
                  <a:gd name="T21" fmla="*/ 3 h 441"/>
                  <a:gd name="T22" fmla="*/ 7 w 359"/>
                  <a:gd name="T23" fmla="*/ 84 h 441"/>
                  <a:gd name="T24" fmla="*/ 3 w 359"/>
                  <a:gd name="T25" fmla="*/ 99 h 441"/>
                  <a:gd name="T26" fmla="*/ 19 w 359"/>
                  <a:gd name="T27" fmla="*/ 103 h 441"/>
                  <a:gd name="T28" fmla="*/ 32 w 359"/>
                  <a:gd name="T29" fmla="*/ 95 h 441"/>
                  <a:gd name="T30" fmla="*/ 84 w 359"/>
                  <a:gd name="T31" fmla="*/ 132 h 441"/>
                  <a:gd name="T32" fmla="*/ 128 w 359"/>
                  <a:gd name="T33" fmla="*/ 237 h 441"/>
                  <a:gd name="T34" fmla="*/ 194 w 359"/>
                  <a:gd name="T35" fmla="*/ 213 h 441"/>
                  <a:gd name="T36" fmla="*/ 211 w 359"/>
                  <a:gd name="T37" fmla="*/ 209 h 441"/>
                  <a:gd name="T38" fmla="*/ 249 w 359"/>
                  <a:gd name="T39" fmla="*/ 234 h 441"/>
                  <a:gd name="T40" fmla="*/ 227 w 359"/>
                  <a:gd name="T41" fmla="*/ 288 h 441"/>
                  <a:gd name="T42" fmla="*/ 169 w 359"/>
                  <a:gd name="T43" fmla="*/ 311 h 441"/>
                  <a:gd name="T44" fmla="*/ 108 w 359"/>
                  <a:gd name="T45" fmla="*/ 325 h 441"/>
                  <a:gd name="T46" fmla="*/ 116 w 359"/>
                  <a:gd name="T47" fmla="*/ 342 h 441"/>
                  <a:gd name="T48" fmla="*/ 220 w 359"/>
                  <a:gd name="T49" fmla="*/ 369 h 441"/>
                  <a:gd name="T50" fmla="*/ 244 w 359"/>
                  <a:gd name="T51" fmla="*/ 406 h 441"/>
                  <a:gd name="T52" fmla="*/ 243 w 359"/>
                  <a:gd name="T53" fmla="*/ 411 h 441"/>
                  <a:gd name="T54" fmla="*/ 231 w 359"/>
                  <a:gd name="T55" fmla="*/ 419 h 441"/>
                  <a:gd name="T56" fmla="*/ 227 w 359"/>
                  <a:gd name="T57" fmla="*/ 434 h 441"/>
                  <a:gd name="T58" fmla="*/ 243 w 359"/>
                  <a:gd name="T59" fmla="*/ 438 h 441"/>
                  <a:gd name="T60" fmla="*/ 352 w 359"/>
                  <a:gd name="T61" fmla="*/ 369 h 441"/>
                  <a:gd name="T62" fmla="*/ 356 w 359"/>
                  <a:gd name="T63" fmla="*/ 354 h 441"/>
                  <a:gd name="T64" fmla="*/ 340 w 359"/>
                  <a:gd name="T65" fmla="*/ 350 h 441"/>
                  <a:gd name="T66" fmla="*/ 327 w 359"/>
                  <a:gd name="T67" fmla="*/ 358 h 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9" h="441">
                    <a:moveTo>
                      <a:pt x="327" y="358"/>
                    </a:moveTo>
                    <a:cubicBezTo>
                      <a:pt x="325" y="359"/>
                      <a:pt x="324" y="357"/>
                      <a:pt x="323" y="355"/>
                    </a:cubicBezTo>
                    <a:cubicBezTo>
                      <a:pt x="300" y="319"/>
                      <a:pt x="300" y="319"/>
                      <a:pt x="300" y="319"/>
                    </a:cubicBezTo>
                    <a:cubicBezTo>
                      <a:pt x="329" y="285"/>
                      <a:pt x="339" y="243"/>
                      <a:pt x="320" y="213"/>
                    </a:cubicBezTo>
                    <a:cubicBezTo>
                      <a:pt x="305" y="188"/>
                      <a:pt x="274" y="178"/>
                      <a:pt x="240" y="181"/>
                    </a:cubicBezTo>
                    <a:cubicBezTo>
                      <a:pt x="240" y="181"/>
                      <a:pt x="240" y="181"/>
                      <a:pt x="240" y="181"/>
                    </a:cubicBezTo>
                    <a:cubicBezTo>
                      <a:pt x="192" y="182"/>
                      <a:pt x="168" y="132"/>
                      <a:pt x="144" y="94"/>
                    </a:cubicBezTo>
                    <a:cubicBezTo>
                      <a:pt x="126" y="65"/>
                      <a:pt x="129" y="42"/>
                      <a:pt x="134" y="31"/>
                    </a:cubicBezTo>
                    <a:cubicBezTo>
                      <a:pt x="146" y="23"/>
                      <a:pt x="146" y="23"/>
                      <a:pt x="146" y="23"/>
                    </a:cubicBezTo>
                    <a:cubicBezTo>
                      <a:pt x="152" y="19"/>
                      <a:pt x="153" y="12"/>
                      <a:pt x="150" y="7"/>
                    </a:cubicBezTo>
                    <a:cubicBezTo>
                      <a:pt x="147" y="2"/>
                      <a:pt x="140" y="0"/>
                      <a:pt x="134" y="3"/>
                    </a:cubicBezTo>
                    <a:cubicBezTo>
                      <a:pt x="7" y="84"/>
                      <a:pt x="7" y="84"/>
                      <a:pt x="7" y="84"/>
                    </a:cubicBezTo>
                    <a:cubicBezTo>
                      <a:pt x="2" y="87"/>
                      <a:pt x="0" y="94"/>
                      <a:pt x="3" y="99"/>
                    </a:cubicBezTo>
                    <a:cubicBezTo>
                      <a:pt x="7" y="105"/>
                      <a:pt x="14" y="106"/>
                      <a:pt x="19" y="103"/>
                    </a:cubicBezTo>
                    <a:cubicBezTo>
                      <a:pt x="32" y="95"/>
                      <a:pt x="32" y="95"/>
                      <a:pt x="32" y="95"/>
                    </a:cubicBezTo>
                    <a:cubicBezTo>
                      <a:pt x="44" y="95"/>
                      <a:pt x="66" y="102"/>
                      <a:pt x="84" y="132"/>
                    </a:cubicBezTo>
                    <a:cubicBezTo>
                      <a:pt x="105" y="164"/>
                      <a:pt x="133" y="200"/>
                      <a:pt x="128" y="237"/>
                    </a:cubicBezTo>
                    <a:cubicBezTo>
                      <a:pt x="148" y="231"/>
                      <a:pt x="172" y="223"/>
                      <a:pt x="194" y="213"/>
                    </a:cubicBezTo>
                    <a:cubicBezTo>
                      <a:pt x="200" y="211"/>
                      <a:pt x="205" y="209"/>
                      <a:pt x="211" y="209"/>
                    </a:cubicBezTo>
                    <a:cubicBezTo>
                      <a:pt x="227" y="209"/>
                      <a:pt x="242" y="219"/>
                      <a:pt x="249" y="234"/>
                    </a:cubicBezTo>
                    <a:cubicBezTo>
                      <a:pt x="258" y="255"/>
                      <a:pt x="248" y="279"/>
                      <a:pt x="227" y="288"/>
                    </a:cubicBezTo>
                    <a:cubicBezTo>
                      <a:pt x="226" y="289"/>
                      <a:pt x="199" y="301"/>
                      <a:pt x="169" y="311"/>
                    </a:cubicBezTo>
                    <a:cubicBezTo>
                      <a:pt x="144" y="319"/>
                      <a:pt x="124" y="323"/>
                      <a:pt x="108" y="325"/>
                    </a:cubicBezTo>
                    <a:cubicBezTo>
                      <a:pt x="110" y="331"/>
                      <a:pt x="112" y="336"/>
                      <a:pt x="116" y="342"/>
                    </a:cubicBezTo>
                    <a:cubicBezTo>
                      <a:pt x="134" y="372"/>
                      <a:pt x="177" y="381"/>
                      <a:pt x="220" y="369"/>
                    </a:cubicBezTo>
                    <a:cubicBezTo>
                      <a:pt x="244" y="406"/>
                      <a:pt x="244" y="406"/>
                      <a:pt x="244" y="406"/>
                    </a:cubicBezTo>
                    <a:cubicBezTo>
                      <a:pt x="245" y="408"/>
                      <a:pt x="245" y="409"/>
                      <a:pt x="243" y="411"/>
                    </a:cubicBezTo>
                    <a:cubicBezTo>
                      <a:pt x="231" y="419"/>
                      <a:pt x="231" y="419"/>
                      <a:pt x="231" y="419"/>
                    </a:cubicBezTo>
                    <a:cubicBezTo>
                      <a:pt x="226" y="422"/>
                      <a:pt x="224" y="429"/>
                      <a:pt x="227" y="434"/>
                    </a:cubicBezTo>
                    <a:cubicBezTo>
                      <a:pt x="231" y="440"/>
                      <a:pt x="238" y="441"/>
                      <a:pt x="243" y="438"/>
                    </a:cubicBezTo>
                    <a:cubicBezTo>
                      <a:pt x="352" y="369"/>
                      <a:pt x="352" y="369"/>
                      <a:pt x="352" y="369"/>
                    </a:cubicBezTo>
                    <a:cubicBezTo>
                      <a:pt x="357" y="366"/>
                      <a:pt x="359" y="359"/>
                      <a:pt x="356" y="354"/>
                    </a:cubicBezTo>
                    <a:cubicBezTo>
                      <a:pt x="352" y="348"/>
                      <a:pt x="345" y="347"/>
                      <a:pt x="340" y="350"/>
                    </a:cubicBezTo>
                    <a:lnTo>
                      <a:pt x="327" y="3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571"/>
              <p:cNvSpPr>
                <a:spLocks/>
              </p:cNvSpPr>
              <p:nvPr/>
            </p:nvSpPr>
            <p:spPr bwMode="auto">
              <a:xfrm>
                <a:off x="2046288" y="3381375"/>
                <a:ext cx="258763" cy="228600"/>
              </a:xfrm>
              <a:custGeom>
                <a:avLst/>
                <a:gdLst>
                  <a:gd name="T0" fmla="*/ 19 w 201"/>
                  <a:gd name="T1" fmla="*/ 169 h 178"/>
                  <a:gd name="T2" fmla="*/ 53 w 201"/>
                  <a:gd name="T3" fmla="*/ 178 h 178"/>
                  <a:gd name="T4" fmla="*/ 120 w 201"/>
                  <a:gd name="T5" fmla="*/ 164 h 178"/>
                  <a:gd name="T6" fmla="*/ 178 w 201"/>
                  <a:gd name="T7" fmla="*/ 142 h 178"/>
                  <a:gd name="T8" fmla="*/ 194 w 201"/>
                  <a:gd name="T9" fmla="*/ 100 h 178"/>
                  <a:gd name="T10" fmla="*/ 152 w 201"/>
                  <a:gd name="T11" fmla="*/ 83 h 178"/>
                  <a:gd name="T12" fmla="*/ 68 w 201"/>
                  <a:gd name="T13" fmla="*/ 112 h 178"/>
                  <a:gd name="T14" fmla="*/ 69 w 201"/>
                  <a:gd name="T15" fmla="*/ 103 h 178"/>
                  <a:gd name="T16" fmla="*/ 70 w 201"/>
                  <a:gd name="T17" fmla="*/ 97 h 178"/>
                  <a:gd name="T18" fmla="*/ 70 w 201"/>
                  <a:gd name="T19" fmla="*/ 97 h 178"/>
                  <a:gd name="T20" fmla="*/ 72 w 201"/>
                  <a:gd name="T21" fmla="*/ 83 h 178"/>
                  <a:gd name="T22" fmla="*/ 39 w 201"/>
                  <a:gd name="T23" fmla="*/ 13 h 178"/>
                  <a:gd name="T24" fmla="*/ 31 w 201"/>
                  <a:gd name="T25" fmla="*/ 0 h 178"/>
                  <a:gd name="T26" fmla="*/ 7 w 201"/>
                  <a:gd name="T27" fmla="*/ 87 h 178"/>
                  <a:gd name="T28" fmla="*/ 7 w 201"/>
                  <a:gd name="T29" fmla="*/ 87 h 178"/>
                  <a:gd name="T30" fmla="*/ 2 w 201"/>
                  <a:gd name="T31" fmla="*/ 123 h 178"/>
                  <a:gd name="T32" fmla="*/ 2 w 201"/>
                  <a:gd name="T33" fmla="*/ 130 h 178"/>
                  <a:gd name="T34" fmla="*/ 19 w 201"/>
                  <a:gd name="T35" fmla="*/ 169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1" h="178">
                    <a:moveTo>
                      <a:pt x="19" y="169"/>
                    </a:moveTo>
                    <a:cubicBezTo>
                      <a:pt x="28" y="175"/>
                      <a:pt x="39" y="178"/>
                      <a:pt x="53" y="178"/>
                    </a:cubicBezTo>
                    <a:cubicBezTo>
                      <a:pt x="69" y="178"/>
                      <a:pt x="91" y="173"/>
                      <a:pt x="120" y="164"/>
                    </a:cubicBezTo>
                    <a:cubicBezTo>
                      <a:pt x="150" y="154"/>
                      <a:pt x="177" y="142"/>
                      <a:pt x="178" y="142"/>
                    </a:cubicBezTo>
                    <a:cubicBezTo>
                      <a:pt x="194" y="135"/>
                      <a:pt x="201" y="116"/>
                      <a:pt x="194" y="100"/>
                    </a:cubicBezTo>
                    <a:cubicBezTo>
                      <a:pt x="187" y="84"/>
                      <a:pt x="168" y="76"/>
                      <a:pt x="152" y="83"/>
                    </a:cubicBezTo>
                    <a:cubicBezTo>
                      <a:pt x="122" y="96"/>
                      <a:pt x="89" y="108"/>
                      <a:pt x="68" y="112"/>
                    </a:cubicBezTo>
                    <a:cubicBezTo>
                      <a:pt x="68" y="109"/>
                      <a:pt x="69" y="106"/>
                      <a:pt x="69" y="103"/>
                    </a:cubicBezTo>
                    <a:cubicBezTo>
                      <a:pt x="69" y="101"/>
                      <a:pt x="70" y="99"/>
                      <a:pt x="70" y="97"/>
                    </a:cubicBezTo>
                    <a:cubicBezTo>
                      <a:pt x="70" y="97"/>
                      <a:pt x="70" y="97"/>
                      <a:pt x="70" y="97"/>
                    </a:cubicBezTo>
                    <a:cubicBezTo>
                      <a:pt x="71" y="92"/>
                      <a:pt x="72" y="87"/>
                      <a:pt x="72" y="83"/>
                    </a:cubicBezTo>
                    <a:cubicBezTo>
                      <a:pt x="70" y="60"/>
                      <a:pt x="55" y="36"/>
                      <a:pt x="39" y="13"/>
                    </a:cubicBezTo>
                    <a:cubicBezTo>
                      <a:pt x="37" y="9"/>
                      <a:pt x="34" y="5"/>
                      <a:pt x="31" y="0"/>
                    </a:cubicBezTo>
                    <a:cubicBezTo>
                      <a:pt x="21" y="22"/>
                      <a:pt x="13" y="50"/>
                      <a:pt x="7" y="87"/>
                    </a:cubicBezTo>
                    <a:cubicBezTo>
                      <a:pt x="7" y="87"/>
                      <a:pt x="7" y="87"/>
                      <a:pt x="7" y="87"/>
                    </a:cubicBezTo>
                    <a:cubicBezTo>
                      <a:pt x="5" y="98"/>
                      <a:pt x="3" y="111"/>
                      <a:pt x="2" y="123"/>
                    </a:cubicBezTo>
                    <a:cubicBezTo>
                      <a:pt x="2" y="126"/>
                      <a:pt x="2" y="128"/>
                      <a:pt x="2" y="130"/>
                    </a:cubicBezTo>
                    <a:cubicBezTo>
                      <a:pt x="0" y="146"/>
                      <a:pt x="7" y="160"/>
                      <a:pt x="19" y="1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572"/>
              <p:cNvSpPr>
                <a:spLocks/>
              </p:cNvSpPr>
              <p:nvPr/>
            </p:nvSpPr>
            <p:spPr bwMode="auto">
              <a:xfrm>
                <a:off x="2508250" y="2892425"/>
                <a:ext cx="296863" cy="350838"/>
              </a:xfrm>
              <a:custGeom>
                <a:avLst/>
                <a:gdLst>
                  <a:gd name="T0" fmla="*/ 150 w 230"/>
                  <a:gd name="T1" fmla="*/ 247 h 272"/>
                  <a:gd name="T2" fmla="*/ 142 w 230"/>
                  <a:gd name="T3" fmla="*/ 252 h 272"/>
                  <a:gd name="T4" fmla="*/ 142 w 230"/>
                  <a:gd name="T5" fmla="*/ 264 h 272"/>
                  <a:gd name="T6" fmla="*/ 153 w 230"/>
                  <a:gd name="T7" fmla="*/ 271 h 272"/>
                  <a:gd name="T8" fmla="*/ 227 w 230"/>
                  <a:gd name="T9" fmla="*/ 227 h 272"/>
                  <a:gd name="T10" fmla="*/ 227 w 230"/>
                  <a:gd name="T11" fmla="*/ 214 h 272"/>
                  <a:gd name="T12" fmla="*/ 216 w 230"/>
                  <a:gd name="T13" fmla="*/ 208 h 272"/>
                  <a:gd name="T14" fmla="*/ 208 w 230"/>
                  <a:gd name="T15" fmla="*/ 213 h 272"/>
                  <a:gd name="T16" fmla="*/ 164 w 230"/>
                  <a:gd name="T17" fmla="*/ 117 h 272"/>
                  <a:gd name="T18" fmla="*/ 81 w 230"/>
                  <a:gd name="T19" fmla="*/ 35 h 272"/>
                  <a:gd name="T20" fmla="*/ 73 w 230"/>
                  <a:gd name="T21" fmla="*/ 23 h 272"/>
                  <a:gd name="T22" fmla="*/ 75 w 230"/>
                  <a:gd name="T23" fmla="*/ 21 h 272"/>
                  <a:gd name="T24" fmla="*/ 75 w 230"/>
                  <a:gd name="T25" fmla="*/ 9 h 272"/>
                  <a:gd name="T26" fmla="*/ 64 w 230"/>
                  <a:gd name="T27" fmla="*/ 2 h 272"/>
                  <a:gd name="T28" fmla="*/ 34 w 230"/>
                  <a:gd name="T29" fmla="*/ 20 h 272"/>
                  <a:gd name="T30" fmla="*/ 34 w 230"/>
                  <a:gd name="T31" fmla="*/ 33 h 272"/>
                  <a:gd name="T32" fmla="*/ 45 w 230"/>
                  <a:gd name="T33" fmla="*/ 39 h 272"/>
                  <a:gd name="T34" fmla="*/ 47 w 230"/>
                  <a:gd name="T35" fmla="*/ 38 h 272"/>
                  <a:gd name="T36" fmla="*/ 55 w 230"/>
                  <a:gd name="T37" fmla="*/ 51 h 272"/>
                  <a:gd name="T38" fmla="*/ 87 w 230"/>
                  <a:gd name="T39" fmla="*/ 163 h 272"/>
                  <a:gd name="T40" fmla="*/ 150 w 230"/>
                  <a:gd name="T41" fmla="*/ 247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0" h="272">
                    <a:moveTo>
                      <a:pt x="150" y="247"/>
                    </a:moveTo>
                    <a:cubicBezTo>
                      <a:pt x="142" y="252"/>
                      <a:pt x="142" y="252"/>
                      <a:pt x="142" y="252"/>
                    </a:cubicBezTo>
                    <a:cubicBezTo>
                      <a:pt x="139" y="253"/>
                      <a:pt x="139" y="259"/>
                      <a:pt x="142" y="264"/>
                    </a:cubicBezTo>
                    <a:cubicBezTo>
                      <a:pt x="145" y="270"/>
                      <a:pt x="150" y="272"/>
                      <a:pt x="153" y="271"/>
                    </a:cubicBezTo>
                    <a:cubicBezTo>
                      <a:pt x="227" y="227"/>
                      <a:pt x="227" y="227"/>
                      <a:pt x="227" y="227"/>
                    </a:cubicBezTo>
                    <a:cubicBezTo>
                      <a:pt x="230" y="225"/>
                      <a:pt x="230" y="219"/>
                      <a:pt x="227" y="214"/>
                    </a:cubicBezTo>
                    <a:cubicBezTo>
                      <a:pt x="224" y="209"/>
                      <a:pt x="219" y="206"/>
                      <a:pt x="216" y="208"/>
                    </a:cubicBezTo>
                    <a:cubicBezTo>
                      <a:pt x="208" y="213"/>
                      <a:pt x="208" y="213"/>
                      <a:pt x="208" y="213"/>
                    </a:cubicBezTo>
                    <a:cubicBezTo>
                      <a:pt x="172" y="192"/>
                      <a:pt x="164" y="117"/>
                      <a:pt x="164" y="117"/>
                    </a:cubicBezTo>
                    <a:cubicBezTo>
                      <a:pt x="152" y="11"/>
                      <a:pt x="89" y="34"/>
                      <a:pt x="81" y="35"/>
                    </a:cubicBezTo>
                    <a:cubicBezTo>
                      <a:pt x="75" y="37"/>
                      <a:pt x="74" y="28"/>
                      <a:pt x="73" y="23"/>
                    </a:cubicBezTo>
                    <a:cubicBezTo>
                      <a:pt x="75" y="21"/>
                      <a:pt x="75" y="21"/>
                      <a:pt x="75" y="21"/>
                    </a:cubicBezTo>
                    <a:cubicBezTo>
                      <a:pt x="78" y="19"/>
                      <a:pt x="78" y="14"/>
                      <a:pt x="75" y="9"/>
                    </a:cubicBezTo>
                    <a:cubicBezTo>
                      <a:pt x="72" y="3"/>
                      <a:pt x="67" y="0"/>
                      <a:pt x="64" y="2"/>
                    </a:cubicBezTo>
                    <a:cubicBezTo>
                      <a:pt x="34" y="20"/>
                      <a:pt x="34" y="20"/>
                      <a:pt x="34" y="20"/>
                    </a:cubicBezTo>
                    <a:cubicBezTo>
                      <a:pt x="31" y="22"/>
                      <a:pt x="31" y="28"/>
                      <a:pt x="34" y="33"/>
                    </a:cubicBezTo>
                    <a:cubicBezTo>
                      <a:pt x="37" y="38"/>
                      <a:pt x="42" y="41"/>
                      <a:pt x="45" y="39"/>
                    </a:cubicBezTo>
                    <a:cubicBezTo>
                      <a:pt x="47" y="38"/>
                      <a:pt x="47" y="38"/>
                      <a:pt x="47" y="38"/>
                    </a:cubicBezTo>
                    <a:cubicBezTo>
                      <a:pt x="52" y="41"/>
                      <a:pt x="59" y="47"/>
                      <a:pt x="55" y="51"/>
                    </a:cubicBezTo>
                    <a:cubicBezTo>
                      <a:pt x="50" y="57"/>
                      <a:pt x="0" y="102"/>
                      <a:pt x="87" y="163"/>
                    </a:cubicBezTo>
                    <a:cubicBezTo>
                      <a:pt x="87" y="163"/>
                      <a:pt x="149" y="205"/>
                      <a:pt x="150" y="2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573"/>
              <p:cNvSpPr>
                <a:spLocks/>
              </p:cNvSpPr>
              <p:nvPr/>
            </p:nvSpPr>
            <p:spPr bwMode="auto">
              <a:xfrm>
                <a:off x="2982913" y="4030663"/>
                <a:ext cx="177800" cy="177800"/>
              </a:xfrm>
              <a:custGeom>
                <a:avLst/>
                <a:gdLst>
                  <a:gd name="T0" fmla="*/ 137 w 138"/>
                  <a:gd name="T1" fmla="*/ 66 h 138"/>
                  <a:gd name="T2" fmla="*/ 66 w 138"/>
                  <a:gd name="T3" fmla="*/ 2 h 138"/>
                  <a:gd name="T4" fmla="*/ 2 w 138"/>
                  <a:gd name="T5" fmla="*/ 72 h 138"/>
                  <a:gd name="T6" fmla="*/ 72 w 138"/>
                  <a:gd name="T7" fmla="*/ 137 h 138"/>
                  <a:gd name="T8" fmla="*/ 137 w 138"/>
                  <a:gd name="T9" fmla="*/ 66 h 138"/>
                </a:gdLst>
                <a:ahLst/>
                <a:cxnLst>
                  <a:cxn ang="0">
                    <a:pos x="T0" y="T1"/>
                  </a:cxn>
                  <a:cxn ang="0">
                    <a:pos x="T2" y="T3"/>
                  </a:cxn>
                  <a:cxn ang="0">
                    <a:pos x="T4" y="T5"/>
                  </a:cxn>
                  <a:cxn ang="0">
                    <a:pos x="T6" y="T7"/>
                  </a:cxn>
                  <a:cxn ang="0">
                    <a:pos x="T8" y="T9"/>
                  </a:cxn>
                </a:cxnLst>
                <a:rect l="0" t="0" r="r" b="b"/>
                <a:pathLst>
                  <a:path w="138" h="138">
                    <a:moveTo>
                      <a:pt x="137" y="66"/>
                    </a:moveTo>
                    <a:cubicBezTo>
                      <a:pt x="135" y="29"/>
                      <a:pt x="103" y="0"/>
                      <a:pt x="66" y="2"/>
                    </a:cubicBezTo>
                    <a:cubicBezTo>
                      <a:pt x="29" y="4"/>
                      <a:pt x="0" y="35"/>
                      <a:pt x="2" y="72"/>
                    </a:cubicBezTo>
                    <a:cubicBezTo>
                      <a:pt x="4" y="109"/>
                      <a:pt x="35" y="138"/>
                      <a:pt x="72" y="137"/>
                    </a:cubicBezTo>
                    <a:cubicBezTo>
                      <a:pt x="109" y="135"/>
                      <a:pt x="138" y="104"/>
                      <a:pt x="137" y="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574"/>
              <p:cNvSpPr>
                <a:spLocks/>
              </p:cNvSpPr>
              <p:nvPr/>
            </p:nvSpPr>
            <p:spPr bwMode="auto">
              <a:xfrm>
                <a:off x="2544763" y="4067175"/>
                <a:ext cx="520700" cy="228600"/>
              </a:xfrm>
              <a:custGeom>
                <a:avLst/>
                <a:gdLst>
                  <a:gd name="T0" fmla="*/ 395 w 403"/>
                  <a:gd name="T1" fmla="*/ 166 h 177"/>
                  <a:gd name="T2" fmla="*/ 388 w 403"/>
                  <a:gd name="T3" fmla="*/ 130 h 177"/>
                  <a:gd name="T4" fmla="*/ 323 w 403"/>
                  <a:gd name="T5" fmla="*/ 86 h 177"/>
                  <a:gd name="T6" fmla="*/ 330 w 403"/>
                  <a:gd name="T7" fmla="*/ 57 h 177"/>
                  <a:gd name="T8" fmla="*/ 271 w 403"/>
                  <a:gd name="T9" fmla="*/ 1 h 177"/>
                  <a:gd name="T10" fmla="*/ 193 w 403"/>
                  <a:gd name="T11" fmla="*/ 3 h 177"/>
                  <a:gd name="T12" fmla="*/ 137 w 403"/>
                  <a:gd name="T13" fmla="*/ 62 h 177"/>
                  <a:gd name="T14" fmla="*/ 137 w 403"/>
                  <a:gd name="T15" fmla="*/ 66 h 177"/>
                  <a:gd name="T16" fmla="*/ 28 w 403"/>
                  <a:gd name="T17" fmla="*/ 80 h 177"/>
                  <a:gd name="T18" fmla="*/ 2 w 403"/>
                  <a:gd name="T19" fmla="*/ 114 h 177"/>
                  <a:gd name="T20" fmla="*/ 32 w 403"/>
                  <a:gd name="T21" fmla="*/ 140 h 177"/>
                  <a:gd name="T22" fmla="*/ 36 w 403"/>
                  <a:gd name="T23" fmla="*/ 140 h 177"/>
                  <a:gd name="T24" fmla="*/ 201 w 403"/>
                  <a:gd name="T25" fmla="*/ 118 h 177"/>
                  <a:gd name="T26" fmla="*/ 202 w 403"/>
                  <a:gd name="T27" fmla="*/ 118 h 177"/>
                  <a:gd name="T28" fmla="*/ 274 w 403"/>
                  <a:gd name="T29" fmla="*/ 116 h 177"/>
                  <a:gd name="T30" fmla="*/ 274 w 403"/>
                  <a:gd name="T31" fmla="*/ 116 h 177"/>
                  <a:gd name="T32" fmla="*/ 358 w 403"/>
                  <a:gd name="T33" fmla="*/ 173 h 177"/>
                  <a:gd name="T34" fmla="*/ 373 w 403"/>
                  <a:gd name="T35" fmla="*/ 177 h 177"/>
                  <a:gd name="T36" fmla="*/ 395 w 403"/>
                  <a:gd name="T37" fmla="*/ 166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03" h="177">
                    <a:moveTo>
                      <a:pt x="395" y="166"/>
                    </a:moveTo>
                    <a:cubicBezTo>
                      <a:pt x="403" y="154"/>
                      <a:pt x="400" y="138"/>
                      <a:pt x="388" y="130"/>
                    </a:cubicBezTo>
                    <a:cubicBezTo>
                      <a:pt x="323" y="86"/>
                      <a:pt x="323" y="86"/>
                      <a:pt x="323" y="86"/>
                    </a:cubicBezTo>
                    <a:cubicBezTo>
                      <a:pt x="328" y="77"/>
                      <a:pt x="330" y="67"/>
                      <a:pt x="330" y="57"/>
                    </a:cubicBezTo>
                    <a:cubicBezTo>
                      <a:pt x="329" y="25"/>
                      <a:pt x="302" y="0"/>
                      <a:pt x="271" y="1"/>
                    </a:cubicBezTo>
                    <a:cubicBezTo>
                      <a:pt x="193" y="3"/>
                      <a:pt x="193" y="3"/>
                      <a:pt x="193" y="3"/>
                    </a:cubicBezTo>
                    <a:cubicBezTo>
                      <a:pt x="161" y="4"/>
                      <a:pt x="136" y="30"/>
                      <a:pt x="137" y="62"/>
                    </a:cubicBezTo>
                    <a:cubicBezTo>
                      <a:pt x="137" y="63"/>
                      <a:pt x="137" y="65"/>
                      <a:pt x="137" y="66"/>
                    </a:cubicBezTo>
                    <a:cubicBezTo>
                      <a:pt x="28" y="80"/>
                      <a:pt x="28" y="80"/>
                      <a:pt x="28" y="80"/>
                    </a:cubicBezTo>
                    <a:cubicBezTo>
                      <a:pt x="12" y="82"/>
                      <a:pt x="0" y="97"/>
                      <a:pt x="2" y="114"/>
                    </a:cubicBezTo>
                    <a:cubicBezTo>
                      <a:pt x="4" y="129"/>
                      <a:pt x="17" y="140"/>
                      <a:pt x="32" y="140"/>
                    </a:cubicBezTo>
                    <a:cubicBezTo>
                      <a:pt x="33" y="140"/>
                      <a:pt x="35" y="140"/>
                      <a:pt x="36" y="140"/>
                    </a:cubicBezTo>
                    <a:cubicBezTo>
                      <a:pt x="201" y="118"/>
                      <a:pt x="201" y="118"/>
                      <a:pt x="201" y="118"/>
                    </a:cubicBezTo>
                    <a:cubicBezTo>
                      <a:pt x="201" y="118"/>
                      <a:pt x="202" y="118"/>
                      <a:pt x="202" y="118"/>
                    </a:cubicBezTo>
                    <a:cubicBezTo>
                      <a:pt x="274" y="116"/>
                      <a:pt x="274" y="116"/>
                      <a:pt x="274" y="116"/>
                    </a:cubicBezTo>
                    <a:cubicBezTo>
                      <a:pt x="274" y="116"/>
                      <a:pt x="274" y="116"/>
                      <a:pt x="274" y="116"/>
                    </a:cubicBezTo>
                    <a:cubicBezTo>
                      <a:pt x="358" y="173"/>
                      <a:pt x="358" y="173"/>
                      <a:pt x="358" y="173"/>
                    </a:cubicBezTo>
                    <a:cubicBezTo>
                      <a:pt x="363" y="176"/>
                      <a:pt x="368" y="177"/>
                      <a:pt x="373" y="177"/>
                    </a:cubicBezTo>
                    <a:cubicBezTo>
                      <a:pt x="381" y="177"/>
                      <a:pt x="390" y="173"/>
                      <a:pt x="395" y="1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575"/>
              <p:cNvSpPr>
                <a:spLocks/>
              </p:cNvSpPr>
              <p:nvPr/>
            </p:nvSpPr>
            <p:spPr bwMode="auto">
              <a:xfrm>
                <a:off x="2890838" y="3879850"/>
                <a:ext cx="261938" cy="174625"/>
              </a:xfrm>
              <a:custGeom>
                <a:avLst/>
                <a:gdLst>
                  <a:gd name="T0" fmla="*/ 47 w 204"/>
                  <a:gd name="T1" fmla="*/ 19 h 136"/>
                  <a:gd name="T2" fmla="*/ 46 w 204"/>
                  <a:gd name="T3" fmla="*/ 25 h 136"/>
                  <a:gd name="T4" fmla="*/ 62 w 204"/>
                  <a:gd name="T5" fmla="*/ 71 h 136"/>
                  <a:gd name="T6" fmla="*/ 25 w 204"/>
                  <a:gd name="T7" fmla="*/ 68 h 136"/>
                  <a:gd name="T8" fmla="*/ 21 w 204"/>
                  <a:gd name="T9" fmla="*/ 71 h 136"/>
                  <a:gd name="T10" fmla="*/ 22 w 204"/>
                  <a:gd name="T11" fmla="*/ 77 h 136"/>
                  <a:gd name="T12" fmla="*/ 44 w 204"/>
                  <a:gd name="T13" fmla="*/ 99 h 136"/>
                  <a:gd name="T14" fmla="*/ 3 w 204"/>
                  <a:gd name="T15" fmla="*/ 112 h 136"/>
                  <a:gd name="T16" fmla="*/ 0 w 204"/>
                  <a:gd name="T17" fmla="*/ 116 h 136"/>
                  <a:gd name="T18" fmla="*/ 3 w 204"/>
                  <a:gd name="T19" fmla="*/ 121 h 136"/>
                  <a:gd name="T20" fmla="*/ 46 w 204"/>
                  <a:gd name="T21" fmla="*/ 136 h 136"/>
                  <a:gd name="T22" fmla="*/ 46 w 204"/>
                  <a:gd name="T23" fmla="*/ 136 h 136"/>
                  <a:gd name="T24" fmla="*/ 52 w 204"/>
                  <a:gd name="T25" fmla="*/ 132 h 136"/>
                  <a:gd name="T26" fmla="*/ 49 w 204"/>
                  <a:gd name="T27" fmla="*/ 126 h 136"/>
                  <a:gd name="T28" fmla="*/ 20 w 204"/>
                  <a:gd name="T29" fmla="*/ 117 h 136"/>
                  <a:gd name="T30" fmla="*/ 54 w 204"/>
                  <a:gd name="T31" fmla="*/ 106 h 136"/>
                  <a:gd name="T32" fmla="*/ 58 w 204"/>
                  <a:gd name="T33" fmla="*/ 103 h 136"/>
                  <a:gd name="T34" fmla="*/ 56 w 204"/>
                  <a:gd name="T35" fmla="*/ 98 h 136"/>
                  <a:gd name="T36" fmla="*/ 38 w 204"/>
                  <a:gd name="T37" fmla="*/ 79 h 136"/>
                  <a:gd name="T38" fmla="*/ 69 w 204"/>
                  <a:gd name="T39" fmla="*/ 82 h 136"/>
                  <a:gd name="T40" fmla="*/ 73 w 204"/>
                  <a:gd name="T41" fmla="*/ 80 h 136"/>
                  <a:gd name="T42" fmla="*/ 74 w 204"/>
                  <a:gd name="T43" fmla="*/ 75 h 136"/>
                  <a:gd name="T44" fmla="*/ 60 w 204"/>
                  <a:gd name="T45" fmla="*/ 35 h 136"/>
                  <a:gd name="T46" fmla="*/ 94 w 204"/>
                  <a:gd name="T47" fmla="*/ 58 h 136"/>
                  <a:gd name="T48" fmla="*/ 98 w 204"/>
                  <a:gd name="T49" fmla="*/ 59 h 136"/>
                  <a:gd name="T50" fmla="*/ 101 w 204"/>
                  <a:gd name="T51" fmla="*/ 55 h 136"/>
                  <a:gd name="T52" fmla="*/ 110 w 204"/>
                  <a:gd name="T53" fmla="*/ 19 h 136"/>
                  <a:gd name="T54" fmla="*/ 128 w 204"/>
                  <a:gd name="T55" fmla="*/ 56 h 136"/>
                  <a:gd name="T56" fmla="*/ 132 w 204"/>
                  <a:gd name="T57" fmla="*/ 58 h 136"/>
                  <a:gd name="T58" fmla="*/ 136 w 204"/>
                  <a:gd name="T59" fmla="*/ 57 h 136"/>
                  <a:gd name="T60" fmla="*/ 158 w 204"/>
                  <a:gd name="T61" fmla="*/ 30 h 136"/>
                  <a:gd name="T62" fmla="*/ 157 w 204"/>
                  <a:gd name="T63" fmla="*/ 75 h 136"/>
                  <a:gd name="T64" fmla="*/ 159 w 204"/>
                  <a:gd name="T65" fmla="*/ 79 h 136"/>
                  <a:gd name="T66" fmla="*/ 163 w 204"/>
                  <a:gd name="T67" fmla="*/ 80 h 136"/>
                  <a:gd name="T68" fmla="*/ 188 w 204"/>
                  <a:gd name="T69" fmla="*/ 74 h 136"/>
                  <a:gd name="T70" fmla="*/ 174 w 204"/>
                  <a:gd name="T71" fmla="*/ 95 h 136"/>
                  <a:gd name="T72" fmla="*/ 176 w 204"/>
                  <a:gd name="T73" fmla="*/ 102 h 136"/>
                  <a:gd name="T74" fmla="*/ 182 w 204"/>
                  <a:gd name="T75" fmla="*/ 101 h 136"/>
                  <a:gd name="T76" fmla="*/ 203 w 204"/>
                  <a:gd name="T77" fmla="*/ 70 h 136"/>
                  <a:gd name="T78" fmla="*/ 203 w 204"/>
                  <a:gd name="T79" fmla="*/ 64 h 136"/>
                  <a:gd name="T80" fmla="*/ 198 w 204"/>
                  <a:gd name="T81" fmla="*/ 62 h 136"/>
                  <a:gd name="T82" fmla="*/ 167 w 204"/>
                  <a:gd name="T83" fmla="*/ 69 h 136"/>
                  <a:gd name="T84" fmla="*/ 168 w 204"/>
                  <a:gd name="T85" fmla="*/ 16 h 136"/>
                  <a:gd name="T86" fmla="*/ 165 w 204"/>
                  <a:gd name="T87" fmla="*/ 11 h 136"/>
                  <a:gd name="T88" fmla="*/ 160 w 204"/>
                  <a:gd name="T89" fmla="*/ 13 h 136"/>
                  <a:gd name="T90" fmla="*/ 133 w 204"/>
                  <a:gd name="T91" fmla="*/ 45 h 136"/>
                  <a:gd name="T92" fmla="*/ 113 w 204"/>
                  <a:gd name="T93" fmla="*/ 3 h 136"/>
                  <a:gd name="T94" fmla="*/ 108 w 204"/>
                  <a:gd name="T95" fmla="*/ 0 h 136"/>
                  <a:gd name="T96" fmla="*/ 104 w 204"/>
                  <a:gd name="T97" fmla="*/ 4 h 136"/>
                  <a:gd name="T98" fmla="*/ 93 w 204"/>
                  <a:gd name="T99" fmla="*/ 46 h 136"/>
                  <a:gd name="T100" fmla="*/ 53 w 204"/>
                  <a:gd name="T101" fmla="*/ 19 h 136"/>
                  <a:gd name="T102" fmla="*/ 47 w 204"/>
                  <a:gd name="T103" fmla="*/ 19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4" h="136">
                    <a:moveTo>
                      <a:pt x="47" y="19"/>
                    </a:moveTo>
                    <a:cubicBezTo>
                      <a:pt x="46" y="20"/>
                      <a:pt x="45" y="23"/>
                      <a:pt x="46" y="25"/>
                    </a:cubicBezTo>
                    <a:cubicBezTo>
                      <a:pt x="62" y="71"/>
                      <a:pt x="62" y="71"/>
                      <a:pt x="62" y="71"/>
                    </a:cubicBezTo>
                    <a:cubicBezTo>
                      <a:pt x="25" y="68"/>
                      <a:pt x="25" y="68"/>
                      <a:pt x="25" y="68"/>
                    </a:cubicBezTo>
                    <a:cubicBezTo>
                      <a:pt x="23" y="68"/>
                      <a:pt x="21" y="69"/>
                      <a:pt x="21" y="71"/>
                    </a:cubicBezTo>
                    <a:cubicBezTo>
                      <a:pt x="20" y="73"/>
                      <a:pt x="20" y="75"/>
                      <a:pt x="22" y="77"/>
                    </a:cubicBezTo>
                    <a:cubicBezTo>
                      <a:pt x="44" y="99"/>
                      <a:pt x="44" y="99"/>
                      <a:pt x="44" y="99"/>
                    </a:cubicBezTo>
                    <a:cubicBezTo>
                      <a:pt x="3" y="112"/>
                      <a:pt x="3" y="112"/>
                      <a:pt x="3" y="112"/>
                    </a:cubicBezTo>
                    <a:cubicBezTo>
                      <a:pt x="1" y="112"/>
                      <a:pt x="0" y="114"/>
                      <a:pt x="0" y="116"/>
                    </a:cubicBezTo>
                    <a:cubicBezTo>
                      <a:pt x="0" y="118"/>
                      <a:pt x="1" y="120"/>
                      <a:pt x="3" y="121"/>
                    </a:cubicBezTo>
                    <a:cubicBezTo>
                      <a:pt x="46" y="136"/>
                      <a:pt x="46" y="136"/>
                      <a:pt x="46" y="136"/>
                    </a:cubicBezTo>
                    <a:cubicBezTo>
                      <a:pt x="46" y="136"/>
                      <a:pt x="46" y="136"/>
                      <a:pt x="46" y="136"/>
                    </a:cubicBezTo>
                    <a:cubicBezTo>
                      <a:pt x="49" y="136"/>
                      <a:pt x="51" y="135"/>
                      <a:pt x="52" y="132"/>
                    </a:cubicBezTo>
                    <a:cubicBezTo>
                      <a:pt x="53" y="130"/>
                      <a:pt x="52" y="127"/>
                      <a:pt x="49" y="126"/>
                    </a:cubicBezTo>
                    <a:cubicBezTo>
                      <a:pt x="20" y="117"/>
                      <a:pt x="20" y="117"/>
                      <a:pt x="20" y="117"/>
                    </a:cubicBezTo>
                    <a:cubicBezTo>
                      <a:pt x="54" y="106"/>
                      <a:pt x="54" y="106"/>
                      <a:pt x="54" y="106"/>
                    </a:cubicBezTo>
                    <a:cubicBezTo>
                      <a:pt x="56" y="106"/>
                      <a:pt x="57" y="105"/>
                      <a:pt x="58" y="103"/>
                    </a:cubicBezTo>
                    <a:cubicBezTo>
                      <a:pt x="58" y="101"/>
                      <a:pt x="57" y="99"/>
                      <a:pt x="56" y="98"/>
                    </a:cubicBezTo>
                    <a:cubicBezTo>
                      <a:pt x="38" y="79"/>
                      <a:pt x="38" y="79"/>
                      <a:pt x="38" y="79"/>
                    </a:cubicBezTo>
                    <a:cubicBezTo>
                      <a:pt x="69" y="82"/>
                      <a:pt x="69" y="82"/>
                      <a:pt x="69" y="82"/>
                    </a:cubicBezTo>
                    <a:cubicBezTo>
                      <a:pt x="71" y="82"/>
                      <a:pt x="72" y="81"/>
                      <a:pt x="73" y="80"/>
                    </a:cubicBezTo>
                    <a:cubicBezTo>
                      <a:pt x="74" y="78"/>
                      <a:pt x="75" y="77"/>
                      <a:pt x="74" y="75"/>
                    </a:cubicBezTo>
                    <a:cubicBezTo>
                      <a:pt x="60" y="35"/>
                      <a:pt x="60" y="35"/>
                      <a:pt x="60" y="35"/>
                    </a:cubicBezTo>
                    <a:cubicBezTo>
                      <a:pt x="94" y="58"/>
                      <a:pt x="94" y="58"/>
                      <a:pt x="94" y="58"/>
                    </a:cubicBezTo>
                    <a:cubicBezTo>
                      <a:pt x="95" y="59"/>
                      <a:pt x="97" y="59"/>
                      <a:pt x="98" y="59"/>
                    </a:cubicBezTo>
                    <a:cubicBezTo>
                      <a:pt x="100" y="58"/>
                      <a:pt x="101" y="57"/>
                      <a:pt x="101" y="55"/>
                    </a:cubicBezTo>
                    <a:cubicBezTo>
                      <a:pt x="110" y="19"/>
                      <a:pt x="110" y="19"/>
                      <a:pt x="110" y="19"/>
                    </a:cubicBezTo>
                    <a:cubicBezTo>
                      <a:pt x="128" y="56"/>
                      <a:pt x="128" y="56"/>
                      <a:pt x="128" y="56"/>
                    </a:cubicBezTo>
                    <a:cubicBezTo>
                      <a:pt x="129" y="57"/>
                      <a:pt x="130" y="58"/>
                      <a:pt x="132" y="58"/>
                    </a:cubicBezTo>
                    <a:cubicBezTo>
                      <a:pt x="133" y="59"/>
                      <a:pt x="135" y="58"/>
                      <a:pt x="136" y="57"/>
                    </a:cubicBezTo>
                    <a:cubicBezTo>
                      <a:pt x="158" y="30"/>
                      <a:pt x="158" y="30"/>
                      <a:pt x="158" y="30"/>
                    </a:cubicBezTo>
                    <a:cubicBezTo>
                      <a:pt x="157" y="75"/>
                      <a:pt x="157" y="75"/>
                      <a:pt x="157" y="75"/>
                    </a:cubicBezTo>
                    <a:cubicBezTo>
                      <a:pt x="157" y="76"/>
                      <a:pt x="158" y="78"/>
                      <a:pt x="159" y="79"/>
                    </a:cubicBezTo>
                    <a:cubicBezTo>
                      <a:pt x="160" y="80"/>
                      <a:pt x="161" y="80"/>
                      <a:pt x="163" y="80"/>
                    </a:cubicBezTo>
                    <a:cubicBezTo>
                      <a:pt x="188" y="74"/>
                      <a:pt x="188" y="74"/>
                      <a:pt x="188" y="74"/>
                    </a:cubicBezTo>
                    <a:cubicBezTo>
                      <a:pt x="174" y="95"/>
                      <a:pt x="174" y="95"/>
                      <a:pt x="174" y="95"/>
                    </a:cubicBezTo>
                    <a:cubicBezTo>
                      <a:pt x="173" y="98"/>
                      <a:pt x="173" y="101"/>
                      <a:pt x="176" y="102"/>
                    </a:cubicBezTo>
                    <a:cubicBezTo>
                      <a:pt x="178" y="104"/>
                      <a:pt x="181" y="103"/>
                      <a:pt x="182" y="101"/>
                    </a:cubicBezTo>
                    <a:cubicBezTo>
                      <a:pt x="203" y="70"/>
                      <a:pt x="203" y="70"/>
                      <a:pt x="203" y="70"/>
                    </a:cubicBezTo>
                    <a:cubicBezTo>
                      <a:pt x="204" y="68"/>
                      <a:pt x="204" y="66"/>
                      <a:pt x="203" y="64"/>
                    </a:cubicBezTo>
                    <a:cubicBezTo>
                      <a:pt x="202" y="62"/>
                      <a:pt x="200" y="62"/>
                      <a:pt x="198" y="62"/>
                    </a:cubicBezTo>
                    <a:cubicBezTo>
                      <a:pt x="167" y="69"/>
                      <a:pt x="167" y="69"/>
                      <a:pt x="167" y="69"/>
                    </a:cubicBezTo>
                    <a:cubicBezTo>
                      <a:pt x="168" y="16"/>
                      <a:pt x="168" y="16"/>
                      <a:pt x="168" y="16"/>
                    </a:cubicBezTo>
                    <a:cubicBezTo>
                      <a:pt x="168" y="14"/>
                      <a:pt x="167" y="12"/>
                      <a:pt x="165" y="11"/>
                    </a:cubicBezTo>
                    <a:cubicBezTo>
                      <a:pt x="163" y="10"/>
                      <a:pt x="161" y="11"/>
                      <a:pt x="160" y="13"/>
                    </a:cubicBezTo>
                    <a:cubicBezTo>
                      <a:pt x="133" y="45"/>
                      <a:pt x="133" y="45"/>
                      <a:pt x="133" y="45"/>
                    </a:cubicBezTo>
                    <a:cubicBezTo>
                      <a:pt x="113" y="3"/>
                      <a:pt x="113" y="3"/>
                      <a:pt x="113" y="3"/>
                    </a:cubicBezTo>
                    <a:cubicBezTo>
                      <a:pt x="112" y="1"/>
                      <a:pt x="110" y="0"/>
                      <a:pt x="108" y="0"/>
                    </a:cubicBezTo>
                    <a:cubicBezTo>
                      <a:pt x="106" y="0"/>
                      <a:pt x="104" y="2"/>
                      <a:pt x="104" y="4"/>
                    </a:cubicBezTo>
                    <a:cubicBezTo>
                      <a:pt x="93" y="46"/>
                      <a:pt x="93" y="46"/>
                      <a:pt x="93" y="46"/>
                    </a:cubicBezTo>
                    <a:cubicBezTo>
                      <a:pt x="53" y="19"/>
                      <a:pt x="53" y="19"/>
                      <a:pt x="53" y="19"/>
                    </a:cubicBezTo>
                    <a:cubicBezTo>
                      <a:pt x="51" y="18"/>
                      <a:pt x="49" y="18"/>
                      <a:pt x="4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576"/>
              <p:cNvSpPr>
                <a:spLocks/>
              </p:cNvSpPr>
              <p:nvPr/>
            </p:nvSpPr>
            <p:spPr bwMode="auto">
              <a:xfrm>
                <a:off x="2746375" y="3890963"/>
                <a:ext cx="68263" cy="53975"/>
              </a:xfrm>
              <a:custGeom>
                <a:avLst/>
                <a:gdLst>
                  <a:gd name="T0" fmla="*/ 52 w 53"/>
                  <a:gd name="T1" fmla="*/ 0 h 42"/>
                  <a:gd name="T2" fmla="*/ 46 w 53"/>
                  <a:gd name="T3" fmla="*/ 0 h 42"/>
                  <a:gd name="T4" fmla="*/ 34 w 53"/>
                  <a:gd name="T5" fmla="*/ 30 h 42"/>
                  <a:gd name="T6" fmla="*/ 2 w 53"/>
                  <a:gd name="T7" fmla="*/ 31 h 42"/>
                  <a:gd name="T8" fmla="*/ 0 w 53"/>
                  <a:gd name="T9" fmla="*/ 36 h 42"/>
                  <a:gd name="T10" fmla="*/ 38 w 53"/>
                  <a:gd name="T11" fmla="*/ 35 h 42"/>
                  <a:gd name="T12" fmla="*/ 52 w 53"/>
                  <a:gd name="T13" fmla="*/ 0 h 42"/>
                </a:gdLst>
                <a:ahLst/>
                <a:cxnLst>
                  <a:cxn ang="0">
                    <a:pos x="T0" y="T1"/>
                  </a:cxn>
                  <a:cxn ang="0">
                    <a:pos x="T2" y="T3"/>
                  </a:cxn>
                  <a:cxn ang="0">
                    <a:pos x="T4" y="T5"/>
                  </a:cxn>
                  <a:cxn ang="0">
                    <a:pos x="T6" y="T7"/>
                  </a:cxn>
                  <a:cxn ang="0">
                    <a:pos x="T8" y="T9"/>
                  </a:cxn>
                  <a:cxn ang="0">
                    <a:pos x="T10" y="T11"/>
                  </a:cxn>
                  <a:cxn ang="0">
                    <a:pos x="T12" y="T13"/>
                  </a:cxn>
                </a:cxnLst>
                <a:rect l="0" t="0" r="r" b="b"/>
                <a:pathLst>
                  <a:path w="53" h="42">
                    <a:moveTo>
                      <a:pt x="52" y="0"/>
                    </a:moveTo>
                    <a:cubicBezTo>
                      <a:pt x="46" y="0"/>
                      <a:pt x="46" y="0"/>
                      <a:pt x="46" y="0"/>
                    </a:cubicBezTo>
                    <a:cubicBezTo>
                      <a:pt x="46" y="0"/>
                      <a:pt x="47" y="21"/>
                      <a:pt x="34" y="30"/>
                    </a:cubicBezTo>
                    <a:cubicBezTo>
                      <a:pt x="27" y="36"/>
                      <a:pt x="16" y="36"/>
                      <a:pt x="2" y="31"/>
                    </a:cubicBezTo>
                    <a:cubicBezTo>
                      <a:pt x="0" y="36"/>
                      <a:pt x="0" y="36"/>
                      <a:pt x="0" y="36"/>
                    </a:cubicBezTo>
                    <a:cubicBezTo>
                      <a:pt x="16" y="42"/>
                      <a:pt x="29" y="42"/>
                      <a:pt x="38" y="35"/>
                    </a:cubicBezTo>
                    <a:cubicBezTo>
                      <a:pt x="53" y="24"/>
                      <a:pt x="52" y="1"/>
                      <a:pt x="5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577"/>
              <p:cNvSpPr>
                <a:spLocks/>
              </p:cNvSpPr>
              <p:nvPr/>
            </p:nvSpPr>
            <p:spPr bwMode="auto">
              <a:xfrm>
                <a:off x="2813050" y="3895725"/>
                <a:ext cx="53975" cy="74613"/>
              </a:xfrm>
              <a:custGeom>
                <a:avLst/>
                <a:gdLst>
                  <a:gd name="T0" fmla="*/ 13 w 42"/>
                  <a:gd name="T1" fmla="*/ 36 h 58"/>
                  <a:gd name="T2" fmla="*/ 17 w 42"/>
                  <a:gd name="T3" fmla="*/ 3 h 58"/>
                  <a:gd name="T4" fmla="*/ 12 w 42"/>
                  <a:gd name="T5" fmla="*/ 0 h 58"/>
                  <a:gd name="T6" fmla="*/ 8 w 42"/>
                  <a:gd name="T7" fmla="*/ 39 h 58"/>
                  <a:gd name="T8" fmla="*/ 17 w 42"/>
                  <a:gd name="T9" fmla="*/ 49 h 58"/>
                  <a:gd name="T10" fmla="*/ 41 w 42"/>
                  <a:gd name="T11" fmla="*/ 58 h 58"/>
                  <a:gd name="T12" fmla="*/ 42 w 42"/>
                  <a:gd name="T13" fmla="*/ 52 h 58"/>
                  <a:gd name="T14" fmla="*/ 13 w 42"/>
                  <a:gd name="T15" fmla="*/ 36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58">
                    <a:moveTo>
                      <a:pt x="13" y="36"/>
                    </a:moveTo>
                    <a:cubicBezTo>
                      <a:pt x="6" y="22"/>
                      <a:pt x="17" y="3"/>
                      <a:pt x="17" y="3"/>
                    </a:cubicBezTo>
                    <a:cubicBezTo>
                      <a:pt x="12" y="0"/>
                      <a:pt x="12" y="0"/>
                      <a:pt x="12" y="0"/>
                    </a:cubicBezTo>
                    <a:cubicBezTo>
                      <a:pt x="12" y="1"/>
                      <a:pt x="0" y="22"/>
                      <a:pt x="8" y="39"/>
                    </a:cubicBezTo>
                    <a:cubicBezTo>
                      <a:pt x="10" y="43"/>
                      <a:pt x="13" y="46"/>
                      <a:pt x="17" y="49"/>
                    </a:cubicBezTo>
                    <a:cubicBezTo>
                      <a:pt x="23" y="53"/>
                      <a:pt x="31" y="56"/>
                      <a:pt x="41" y="58"/>
                    </a:cubicBezTo>
                    <a:cubicBezTo>
                      <a:pt x="42" y="52"/>
                      <a:pt x="42" y="52"/>
                      <a:pt x="42" y="52"/>
                    </a:cubicBezTo>
                    <a:cubicBezTo>
                      <a:pt x="27" y="50"/>
                      <a:pt x="17" y="45"/>
                      <a:pt x="13"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578"/>
              <p:cNvSpPr>
                <a:spLocks/>
              </p:cNvSpPr>
              <p:nvPr/>
            </p:nvSpPr>
            <p:spPr bwMode="auto">
              <a:xfrm>
                <a:off x="2789238" y="3975100"/>
                <a:ext cx="69850" cy="55563"/>
              </a:xfrm>
              <a:custGeom>
                <a:avLst/>
                <a:gdLst>
                  <a:gd name="T0" fmla="*/ 19 w 54"/>
                  <a:gd name="T1" fmla="*/ 10 h 43"/>
                  <a:gd name="T2" fmla="*/ 51 w 54"/>
                  <a:gd name="T3" fmla="*/ 13 h 43"/>
                  <a:gd name="T4" fmla="*/ 54 w 54"/>
                  <a:gd name="T5" fmla="*/ 8 h 43"/>
                  <a:gd name="T6" fmla="*/ 16 w 54"/>
                  <a:gd name="T7" fmla="*/ 6 h 43"/>
                  <a:gd name="T8" fmla="*/ 1 w 54"/>
                  <a:gd name="T9" fmla="*/ 43 h 43"/>
                  <a:gd name="T10" fmla="*/ 7 w 54"/>
                  <a:gd name="T11" fmla="*/ 43 h 43"/>
                  <a:gd name="T12" fmla="*/ 19 w 54"/>
                  <a:gd name="T13" fmla="*/ 10 h 43"/>
                </a:gdLst>
                <a:ahLst/>
                <a:cxnLst>
                  <a:cxn ang="0">
                    <a:pos x="T0" y="T1"/>
                  </a:cxn>
                  <a:cxn ang="0">
                    <a:pos x="T2" y="T3"/>
                  </a:cxn>
                  <a:cxn ang="0">
                    <a:pos x="T4" y="T5"/>
                  </a:cxn>
                  <a:cxn ang="0">
                    <a:pos x="T6" y="T7"/>
                  </a:cxn>
                  <a:cxn ang="0">
                    <a:pos x="T8" y="T9"/>
                  </a:cxn>
                  <a:cxn ang="0">
                    <a:pos x="T10" y="T11"/>
                  </a:cxn>
                  <a:cxn ang="0">
                    <a:pos x="T12" y="T13"/>
                  </a:cxn>
                </a:cxnLst>
                <a:rect l="0" t="0" r="r" b="b"/>
                <a:pathLst>
                  <a:path w="54" h="43">
                    <a:moveTo>
                      <a:pt x="19" y="10"/>
                    </a:moveTo>
                    <a:cubicBezTo>
                      <a:pt x="27" y="6"/>
                      <a:pt x="38" y="6"/>
                      <a:pt x="51" y="13"/>
                    </a:cubicBezTo>
                    <a:cubicBezTo>
                      <a:pt x="54" y="8"/>
                      <a:pt x="54" y="8"/>
                      <a:pt x="54" y="8"/>
                    </a:cubicBezTo>
                    <a:cubicBezTo>
                      <a:pt x="38" y="0"/>
                      <a:pt x="25" y="0"/>
                      <a:pt x="16" y="6"/>
                    </a:cubicBezTo>
                    <a:cubicBezTo>
                      <a:pt x="0" y="16"/>
                      <a:pt x="1" y="42"/>
                      <a:pt x="1" y="43"/>
                    </a:cubicBezTo>
                    <a:cubicBezTo>
                      <a:pt x="7" y="43"/>
                      <a:pt x="7" y="43"/>
                      <a:pt x="7" y="43"/>
                    </a:cubicBezTo>
                    <a:cubicBezTo>
                      <a:pt x="7" y="43"/>
                      <a:pt x="6" y="19"/>
                      <a:pt x="19"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579"/>
              <p:cNvSpPr>
                <a:spLocks/>
              </p:cNvSpPr>
              <p:nvPr/>
            </p:nvSpPr>
            <p:spPr bwMode="auto">
              <a:xfrm>
                <a:off x="2738438" y="3951288"/>
                <a:ext cx="55563" cy="73025"/>
              </a:xfrm>
              <a:custGeom>
                <a:avLst/>
                <a:gdLst>
                  <a:gd name="T0" fmla="*/ 29 w 43"/>
                  <a:gd name="T1" fmla="*/ 57 h 57"/>
                  <a:gd name="T2" fmla="*/ 35 w 43"/>
                  <a:gd name="T3" fmla="*/ 17 h 57"/>
                  <a:gd name="T4" fmla="*/ 0 w 43"/>
                  <a:gd name="T5" fmla="*/ 0 h 57"/>
                  <a:gd name="T6" fmla="*/ 0 w 43"/>
                  <a:gd name="T7" fmla="*/ 6 h 57"/>
                  <a:gd name="T8" fmla="*/ 30 w 43"/>
                  <a:gd name="T9" fmla="*/ 20 h 57"/>
                  <a:gd name="T10" fmla="*/ 24 w 43"/>
                  <a:gd name="T11" fmla="*/ 54 h 57"/>
                  <a:gd name="T12" fmla="*/ 29 w 43"/>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43" h="57">
                    <a:moveTo>
                      <a:pt x="29" y="57"/>
                    </a:moveTo>
                    <a:cubicBezTo>
                      <a:pt x="29" y="56"/>
                      <a:pt x="43" y="34"/>
                      <a:pt x="35" y="17"/>
                    </a:cubicBezTo>
                    <a:cubicBezTo>
                      <a:pt x="30" y="7"/>
                      <a:pt x="18" y="1"/>
                      <a:pt x="0" y="0"/>
                    </a:cubicBezTo>
                    <a:cubicBezTo>
                      <a:pt x="0" y="6"/>
                      <a:pt x="0" y="6"/>
                      <a:pt x="0" y="6"/>
                    </a:cubicBezTo>
                    <a:cubicBezTo>
                      <a:pt x="16" y="7"/>
                      <a:pt x="26" y="12"/>
                      <a:pt x="30" y="20"/>
                    </a:cubicBezTo>
                    <a:cubicBezTo>
                      <a:pt x="37" y="34"/>
                      <a:pt x="24" y="54"/>
                      <a:pt x="24" y="54"/>
                    </a:cubicBezTo>
                    <a:lnTo>
                      <a:pt x="29"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580"/>
              <p:cNvSpPr>
                <a:spLocks/>
              </p:cNvSpPr>
              <p:nvPr/>
            </p:nvSpPr>
            <p:spPr bwMode="auto">
              <a:xfrm>
                <a:off x="3105150" y="4211638"/>
                <a:ext cx="47625" cy="77788"/>
              </a:xfrm>
              <a:custGeom>
                <a:avLst/>
                <a:gdLst>
                  <a:gd name="T0" fmla="*/ 0 w 38"/>
                  <a:gd name="T1" fmla="*/ 54 h 60"/>
                  <a:gd name="T2" fmla="*/ 2 w 38"/>
                  <a:gd name="T3" fmla="*/ 60 h 60"/>
                  <a:gd name="T4" fmla="*/ 32 w 38"/>
                  <a:gd name="T5" fmla="*/ 37 h 60"/>
                  <a:gd name="T6" fmla="*/ 23 w 38"/>
                  <a:gd name="T7" fmla="*/ 0 h 60"/>
                  <a:gd name="T8" fmla="*/ 19 w 38"/>
                  <a:gd name="T9" fmla="*/ 4 h 60"/>
                  <a:gd name="T10" fmla="*/ 26 w 38"/>
                  <a:gd name="T11" fmla="*/ 35 h 60"/>
                  <a:gd name="T12" fmla="*/ 0 w 38"/>
                  <a:gd name="T13" fmla="*/ 54 h 60"/>
                </a:gdLst>
                <a:ahLst/>
                <a:cxnLst>
                  <a:cxn ang="0">
                    <a:pos x="T0" y="T1"/>
                  </a:cxn>
                  <a:cxn ang="0">
                    <a:pos x="T2" y="T3"/>
                  </a:cxn>
                  <a:cxn ang="0">
                    <a:pos x="T4" y="T5"/>
                  </a:cxn>
                  <a:cxn ang="0">
                    <a:pos x="T6" y="T7"/>
                  </a:cxn>
                  <a:cxn ang="0">
                    <a:pos x="T8" y="T9"/>
                  </a:cxn>
                  <a:cxn ang="0">
                    <a:pos x="T10" y="T11"/>
                  </a:cxn>
                  <a:cxn ang="0">
                    <a:pos x="T12" y="T13"/>
                  </a:cxn>
                </a:cxnLst>
                <a:rect l="0" t="0" r="r" b="b"/>
                <a:pathLst>
                  <a:path w="38" h="60">
                    <a:moveTo>
                      <a:pt x="0" y="54"/>
                    </a:moveTo>
                    <a:cubicBezTo>
                      <a:pt x="2" y="60"/>
                      <a:pt x="2" y="60"/>
                      <a:pt x="2" y="60"/>
                    </a:cubicBezTo>
                    <a:cubicBezTo>
                      <a:pt x="18" y="55"/>
                      <a:pt x="28" y="48"/>
                      <a:pt x="32" y="37"/>
                    </a:cubicBezTo>
                    <a:cubicBezTo>
                      <a:pt x="38" y="20"/>
                      <a:pt x="24" y="1"/>
                      <a:pt x="23" y="0"/>
                    </a:cubicBezTo>
                    <a:cubicBezTo>
                      <a:pt x="19" y="4"/>
                      <a:pt x="19" y="4"/>
                      <a:pt x="19" y="4"/>
                    </a:cubicBezTo>
                    <a:cubicBezTo>
                      <a:pt x="19" y="4"/>
                      <a:pt x="31" y="21"/>
                      <a:pt x="26" y="35"/>
                    </a:cubicBezTo>
                    <a:cubicBezTo>
                      <a:pt x="23" y="44"/>
                      <a:pt x="15" y="50"/>
                      <a:pt x="0"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581"/>
              <p:cNvSpPr>
                <a:spLocks/>
              </p:cNvSpPr>
              <p:nvPr/>
            </p:nvSpPr>
            <p:spPr bwMode="auto">
              <a:xfrm>
                <a:off x="3149600" y="4208463"/>
                <a:ext cx="73025" cy="49213"/>
              </a:xfrm>
              <a:custGeom>
                <a:avLst/>
                <a:gdLst>
                  <a:gd name="T0" fmla="*/ 56 w 56"/>
                  <a:gd name="T1" fmla="*/ 31 h 38"/>
                  <a:gd name="T2" fmla="*/ 54 w 56"/>
                  <a:gd name="T3" fmla="*/ 26 h 38"/>
                  <a:gd name="T4" fmla="*/ 21 w 56"/>
                  <a:gd name="T5" fmla="*/ 29 h 38"/>
                  <a:gd name="T6" fmla="*/ 6 w 56"/>
                  <a:gd name="T7" fmla="*/ 0 h 38"/>
                  <a:gd name="T8" fmla="*/ 0 w 56"/>
                  <a:gd name="T9" fmla="*/ 0 h 38"/>
                  <a:gd name="T10" fmla="*/ 18 w 56"/>
                  <a:gd name="T11" fmla="*/ 34 h 38"/>
                  <a:gd name="T12" fmla="*/ 32 w 56"/>
                  <a:gd name="T13" fmla="*/ 38 h 38"/>
                  <a:gd name="T14" fmla="*/ 56 w 56"/>
                  <a:gd name="T15" fmla="*/ 31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38">
                    <a:moveTo>
                      <a:pt x="56" y="31"/>
                    </a:moveTo>
                    <a:cubicBezTo>
                      <a:pt x="54" y="26"/>
                      <a:pt x="54" y="26"/>
                      <a:pt x="54" y="26"/>
                    </a:cubicBezTo>
                    <a:cubicBezTo>
                      <a:pt x="40" y="33"/>
                      <a:pt x="29" y="34"/>
                      <a:pt x="21" y="29"/>
                    </a:cubicBezTo>
                    <a:cubicBezTo>
                      <a:pt x="7" y="22"/>
                      <a:pt x="6" y="0"/>
                      <a:pt x="6" y="0"/>
                    </a:cubicBezTo>
                    <a:cubicBezTo>
                      <a:pt x="0" y="0"/>
                      <a:pt x="0" y="0"/>
                      <a:pt x="0" y="0"/>
                    </a:cubicBezTo>
                    <a:cubicBezTo>
                      <a:pt x="0" y="1"/>
                      <a:pt x="2" y="25"/>
                      <a:pt x="18" y="34"/>
                    </a:cubicBezTo>
                    <a:cubicBezTo>
                      <a:pt x="22" y="37"/>
                      <a:pt x="27" y="38"/>
                      <a:pt x="32" y="38"/>
                    </a:cubicBezTo>
                    <a:cubicBezTo>
                      <a:pt x="39" y="38"/>
                      <a:pt x="47" y="35"/>
                      <a:pt x="56"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582"/>
              <p:cNvSpPr>
                <a:spLocks/>
              </p:cNvSpPr>
              <p:nvPr/>
            </p:nvSpPr>
            <p:spPr bwMode="auto">
              <a:xfrm>
                <a:off x="3175000" y="4264025"/>
                <a:ext cx="52388" cy="76200"/>
              </a:xfrm>
              <a:custGeom>
                <a:avLst/>
                <a:gdLst>
                  <a:gd name="T0" fmla="*/ 12 w 40"/>
                  <a:gd name="T1" fmla="*/ 22 h 59"/>
                  <a:gd name="T2" fmla="*/ 40 w 40"/>
                  <a:gd name="T3" fmla="*/ 6 h 59"/>
                  <a:gd name="T4" fmla="*/ 39 w 40"/>
                  <a:gd name="T5" fmla="*/ 0 h 59"/>
                  <a:gd name="T6" fmla="*/ 7 w 40"/>
                  <a:gd name="T7" fmla="*/ 20 h 59"/>
                  <a:gd name="T8" fmla="*/ 16 w 40"/>
                  <a:gd name="T9" fmla="*/ 59 h 59"/>
                  <a:gd name="T10" fmla="*/ 21 w 40"/>
                  <a:gd name="T11" fmla="*/ 56 h 59"/>
                  <a:gd name="T12" fmla="*/ 12 w 40"/>
                  <a:gd name="T13" fmla="*/ 22 h 59"/>
                </a:gdLst>
                <a:ahLst/>
                <a:cxnLst>
                  <a:cxn ang="0">
                    <a:pos x="T0" y="T1"/>
                  </a:cxn>
                  <a:cxn ang="0">
                    <a:pos x="T2" y="T3"/>
                  </a:cxn>
                  <a:cxn ang="0">
                    <a:pos x="T4" y="T5"/>
                  </a:cxn>
                  <a:cxn ang="0">
                    <a:pos x="T6" y="T7"/>
                  </a:cxn>
                  <a:cxn ang="0">
                    <a:pos x="T8" y="T9"/>
                  </a:cxn>
                  <a:cxn ang="0">
                    <a:pos x="T10" y="T11"/>
                  </a:cxn>
                  <a:cxn ang="0">
                    <a:pos x="T12" y="T13"/>
                  </a:cxn>
                </a:cxnLst>
                <a:rect l="0" t="0" r="r" b="b"/>
                <a:pathLst>
                  <a:path w="40" h="59">
                    <a:moveTo>
                      <a:pt x="12" y="22"/>
                    </a:moveTo>
                    <a:cubicBezTo>
                      <a:pt x="15" y="14"/>
                      <a:pt x="25" y="8"/>
                      <a:pt x="40" y="6"/>
                    </a:cubicBezTo>
                    <a:cubicBezTo>
                      <a:pt x="39" y="0"/>
                      <a:pt x="39" y="0"/>
                      <a:pt x="39" y="0"/>
                    </a:cubicBezTo>
                    <a:cubicBezTo>
                      <a:pt x="22" y="3"/>
                      <a:pt x="11" y="10"/>
                      <a:pt x="7" y="20"/>
                    </a:cubicBezTo>
                    <a:cubicBezTo>
                      <a:pt x="0" y="37"/>
                      <a:pt x="15" y="58"/>
                      <a:pt x="16" y="59"/>
                    </a:cubicBezTo>
                    <a:cubicBezTo>
                      <a:pt x="21" y="56"/>
                      <a:pt x="21" y="56"/>
                      <a:pt x="21" y="56"/>
                    </a:cubicBezTo>
                    <a:cubicBezTo>
                      <a:pt x="20" y="56"/>
                      <a:pt x="6" y="37"/>
                      <a:pt x="12"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583"/>
              <p:cNvSpPr>
                <a:spLocks/>
              </p:cNvSpPr>
              <p:nvPr/>
            </p:nvSpPr>
            <p:spPr bwMode="auto">
              <a:xfrm>
                <a:off x="3108325" y="4291013"/>
                <a:ext cx="73025" cy="53975"/>
              </a:xfrm>
              <a:custGeom>
                <a:avLst/>
                <a:gdLst>
                  <a:gd name="T0" fmla="*/ 36 w 56"/>
                  <a:gd name="T1" fmla="*/ 10 h 42"/>
                  <a:gd name="T2" fmla="*/ 51 w 56"/>
                  <a:gd name="T3" fmla="*/ 42 h 42"/>
                  <a:gd name="T4" fmla="*/ 56 w 56"/>
                  <a:gd name="T5" fmla="*/ 41 h 42"/>
                  <a:gd name="T6" fmla="*/ 38 w 56"/>
                  <a:gd name="T7" fmla="*/ 5 h 42"/>
                  <a:gd name="T8" fmla="*/ 0 w 56"/>
                  <a:gd name="T9" fmla="*/ 11 h 42"/>
                  <a:gd name="T10" fmla="*/ 3 w 56"/>
                  <a:gd name="T11" fmla="*/ 16 h 42"/>
                  <a:gd name="T12" fmla="*/ 36 w 56"/>
                  <a:gd name="T13" fmla="*/ 10 h 42"/>
                </a:gdLst>
                <a:ahLst/>
                <a:cxnLst>
                  <a:cxn ang="0">
                    <a:pos x="T0" y="T1"/>
                  </a:cxn>
                  <a:cxn ang="0">
                    <a:pos x="T2" y="T3"/>
                  </a:cxn>
                  <a:cxn ang="0">
                    <a:pos x="T4" y="T5"/>
                  </a:cxn>
                  <a:cxn ang="0">
                    <a:pos x="T6" y="T7"/>
                  </a:cxn>
                  <a:cxn ang="0">
                    <a:pos x="T8" y="T9"/>
                  </a:cxn>
                  <a:cxn ang="0">
                    <a:pos x="T10" y="T11"/>
                  </a:cxn>
                  <a:cxn ang="0">
                    <a:pos x="T12" y="T13"/>
                  </a:cxn>
                </a:cxnLst>
                <a:rect l="0" t="0" r="r" b="b"/>
                <a:pathLst>
                  <a:path w="56" h="42">
                    <a:moveTo>
                      <a:pt x="36" y="10"/>
                    </a:moveTo>
                    <a:cubicBezTo>
                      <a:pt x="49" y="18"/>
                      <a:pt x="51" y="41"/>
                      <a:pt x="51" y="42"/>
                    </a:cubicBezTo>
                    <a:cubicBezTo>
                      <a:pt x="56" y="41"/>
                      <a:pt x="56" y="41"/>
                      <a:pt x="56" y="41"/>
                    </a:cubicBezTo>
                    <a:cubicBezTo>
                      <a:pt x="56" y="40"/>
                      <a:pt x="55" y="14"/>
                      <a:pt x="38" y="5"/>
                    </a:cubicBezTo>
                    <a:cubicBezTo>
                      <a:pt x="28" y="0"/>
                      <a:pt x="16" y="2"/>
                      <a:pt x="0" y="11"/>
                    </a:cubicBezTo>
                    <a:cubicBezTo>
                      <a:pt x="3" y="16"/>
                      <a:pt x="3" y="16"/>
                      <a:pt x="3" y="16"/>
                    </a:cubicBezTo>
                    <a:cubicBezTo>
                      <a:pt x="17" y="8"/>
                      <a:pt x="28" y="6"/>
                      <a:pt x="36"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584"/>
              <p:cNvSpPr>
                <a:spLocks/>
              </p:cNvSpPr>
              <p:nvPr/>
            </p:nvSpPr>
            <p:spPr bwMode="auto">
              <a:xfrm>
                <a:off x="3238500" y="4025900"/>
                <a:ext cx="104775" cy="79375"/>
              </a:xfrm>
              <a:custGeom>
                <a:avLst/>
                <a:gdLst>
                  <a:gd name="T0" fmla="*/ 0 w 81"/>
                  <a:gd name="T1" fmla="*/ 37 h 61"/>
                  <a:gd name="T2" fmla="*/ 80 w 81"/>
                  <a:gd name="T3" fmla="*/ 31 h 61"/>
                  <a:gd name="T4" fmla="*/ 0 w 81"/>
                  <a:gd name="T5" fmla="*/ 37 h 61"/>
                </a:gdLst>
                <a:ahLst/>
                <a:cxnLst>
                  <a:cxn ang="0">
                    <a:pos x="T0" y="T1"/>
                  </a:cxn>
                  <a:cxn ang="0">
                    <a:pos x="T2" y="T3"/>
                  </a:cxn>
                  <a:cxn ang="0">
                    <a:pos x="T4" y="T5"/>
                  </a:cxn>
                </a:cxnLst>
                <a:rect l="0" t="0" r="r" b="b"/>
                <a:pathLst>
                  <a:path w="81" h="61">
                    <a:moveTo>
                      <a:pt x="0" y="37"/>
                    </a:moveTo>
                    <a:cubicBezTo>
                      <a:pt x="50" y="36"/>
                      <a:pt x="81" y="61"/>
                      <a:pt x="80" y="31"/>
                    </a:cubicBezTo>
                    <a:cubicBezTo>
                      <a:pt x="78" y="0"/>
                      <a:pt x="19" y="7"/>
                      <a:pt x="0"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585"/>
              <p:cNvSpPr>
                <a:spLocks/>
              </p:cNvSpPr>
              <p:nvPr/>
            </p:nvSpPr>
            <p:spPr bwMode="auto">
              <a:xfrm>
                <a:off x="3179763" y="3970338"/>
                <a:ext cx="84138" cy="84138"/>
              </a:xfrm>
              <a:custGeom>
                <a:avLst/>
                <a:gdLst>
                  <a:gd name="T0" fmla="*/ 8 w 65"/>
                  <a:gd name="T1" fmla="*/ 65 h 65"/>
                  <a:gd name="T2" fmla="*/ 48 w 65"/>
                  <a:gd name="T3" fmla="*/ 17 h 65"/>
                  <a:gd name="T4" fmla="*/ 8 w 65"/>
                  <a:gd name="T5" fmla="*/ 65 h 65"/>
                </a:gdLst>
                <a:ahLst/>
                <a:cxnLst>
                  <a:cxn ang="0">
                    <a:pos x="T0" y="T1"/>
                  </a:cxn>
                  <a:cxn ang="0">
                    <a:pos x="T2" y="T3"/>
                  </a:cxn>
                  <a:cxn ang="0">
                    <a:pos x="T4" y="T5"/>
                  </a:cxn>
                </a:cxnLst>
                <a:rect l="0" t="0" r="r" b="b"/>
                <a:pathLst>
                  <a:path w="65" h="65">
                    <a:moveTo>
                      <a:pt x="8" y="65"/>
                    </a:moveTo>
                    <a:cubicBezTo>
                      <a:pt x="35" y="36"/>
                      <a:pt x="65" y="32"/>
                      <a:pt x="48" y="17"/>
                    </a:cubicBezTo>
                    <a:cubicBezTo>
                      <a:pt x="29" y="0"/>
                      <a:pt x="0" y="38"/>
                      <a:pt x="8"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586"/>
              <p:cNvSpPr>
                <a:spLocks/>
              </p:cNvSpPr>
              <p:nvPr/>
            </p:nvSpPr>
            <p:spPr bwMode="auto">
              <a:xfrm>
                <a:off x="3224213" y="4116388"/>
                <a:ext cx="74613" cy="57150"/>
              </a:xfrm>
              <a:custGeom>
                <a:avLst/>
                <a:gdLst>
                  <a:gd name="T0" fmla="*/ 0 w 57"/>
                  <a:gd name="T1" fmla="*/ 18 h 44"/>
                  <a:gd name="T2" fmla="*/ 54 w 57"/>
                  <a:gd name="T3" fmla="*/ 24 h 44"/>
                  <a:gd name="T4" fmla="*/ 0 w 57"/>
                  <a:gd name="T5" fmla="*/ 18 h 44"/>
                </a:gdLst>
                <a:ahLst/>
                <a:cxnLst>
                  <a:cxn ang="0">
                    <a:pos x="T0" y="T1"/>
                  </a:cxn>
                  <a:cxn ang="0">
                    <a:pos x="T2" y="T3"/>
                  </a:cxn>
                  <a:cxn ang="0">
                    <a:pos x="T4" y="T5"/>
                  </a:cxn>
                </a:cxnLst>
                <a:rect l="0" t="0" r="r" b="b"/>
                <a:pathLst>
                  <a:path w="57" h="44">
                    <a:moveTo>
                      <a:pt x="0" y="18"/>
                    </a:moveTo>
                    <a:cubicBezTo>
                      <a:pt x="34" y="24"/>
                      <a:pt x="51" y="44"/>
                      <a:pt x="54" y="24"/>
                    </a:cubicBezTo>
                    <a:cubicBezTo>
                      <a:pt x="57" y="3"/>
                      <a:pt x="16" y="0"/>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4" name="组合 13"/>
            <p:cNvGrpSpPr/>
            <p:nvPr/>
          </p:nvGrpSpPr>
          <p:grpSpPr>
            <a:xfrm>
              <a:off x="222250" y="4840288"/>
              <a:ext cx="1279525" cy="1611313"/>
              <a:chOff x="222250" y="4840288"/>
              <a:chExt cx="1279525" cy="1611313"/>
            </a:xfrm>
            <a:solidFill>
              <a:schemeClr val="tx1">
                <a:lumMod val="65000"/>
                <a:lumOff val="35000"/>
              </a:schemeClr>
            </a:solidFill>
          </p:grpSpPr>
          <p:sp>
            <p:nvSpPr>
              <p:cNvPr id="15" name="Freeform 587"/>
              <p:cNvSpPr>
                <a:spLocks noEditPoints="1"/>
              </p:cNvSpPr>
              <p:nvPr/>
            </p:nvSpPr>
            <p:spPr bwMode="auto">
              <a:xfrm>
                <a:off x="492125" y="6335713"/>
                <a:ext cx="106363" cy="115888"/>
              </a:xfrm>
              <a:custGeom>
                <a:avLst/>
                <a:gdLst>
                  <a:gd name="T0" fmla="*/ 46 w 82"/>
                  <a:gd name="T1" fmla="*/ 0 h 89"/>
                  <a:gd name="T2" fmla="*/ 33 w 82"/>
                  <a:gd name="T3" fmla="*/ 0 h 89"/>
                  <a:gd name="T4" fmla="*/ 18 w 82"/>
                  <a:gd name="T5" fmla="*/ 1 h 89"/>
                  <a:gd name="T6" fmla="*/ 10 w 82"/>
                  <a:gd name="T7" fmla="*/ 1 h 89"/>
                  <a:gd name="T8" fmla="*/ 5 w 82"/>
                  <a:gd name="T9" fmla="*/ 3 h 89"/>
                  <a:gd name="T10" fmla="*/ 3 w 82"/>
                  <a:gd name="T11" fmla="*/ 9 h 89"/>
                  <a:gd name="T12" fmla="*/ 9 w 82"/>
                  <a:gd name="T13" fmla="*/ 14 h 89"/>
                  <a:gd name="T14" fmla="*/ 10 w 82"/>
                  <a:gd name="T15" fmla="*/ 15 h 89"/>
                  <a:gd name="T16" fmla="*/ 9 w 82"/>
                  <a:gd name="T17" fmla="*/ 22 h 89"/>
                  <a:gd name="T18" fmla="*/ 4 w 82"/>
                  <a:gd name="T19" fmla="*/ 65 h 89"/>
                  <a:gd name="T20" fmla="*/ 3 w 82"/>
                  <a:gd name="T21" fmla="*/ 75 h 89"/>
                  <a:gd name="T22" fmla="*/ 1 w 82"/>
                  <a:gd name="T23" fmla="*/ 78 h 89"/>
                  <a:gd name="T24" fmla="*/ 0 w 82"/>
                  <a:gd name="T25" fmla="*/ 82 h 89"/>
                  <a:gd name="T26" fmla="*/ 2 w 82"/>
                  <a:gd name="T27" fmla="*/ 86 h 89"/>
                  <a:gd name="T28" fmla="*/ 8 w 82"/>
                  <a:gd name="T29" fmla="*/ 89 h 89"/>
                  <a:gd name="T30" fmla="*/ 15 w 82"/>
                  <a:gd name="T31" fmla="*/ 87 h 89"/>
                  <a:gd name="T32" fmla="*/ 21 w 82"/>
                  <a:gd name="T33" fmla="*/ 84 h 89"/>
                  <a:gd name="T34" fmla="*/ 29 w 82"/>
                  <a:gd name="T35" fmla="*/ 81 h 89"/>
                  <a:gd name="T36" fmla="*/ 67 w 82"/>
                  <a:gd name="T37" fmla="*/ 63 h 89"/>
                  <a:gd name="T38" fmla="*/ 82 w 82"/>
                  <a:gd name="T39" fmla="*/ 33 h 89"/>
                  <a:gd name="T40" fmla="*/ 72 w 82"/>
                  <a:gd name="T41" fmla="*/ 9 h 89"/>
                  <a:gd name="T42" fmla="*/ 46 w 82"/>
                  <a:gd name="T43" fmla="*/ 0 h 89"/>
                  <a:gd name="T44" fmla="*/ 59 w 82"/>
                  <a:gd name="T45" fmla="*/ 54 h 89"/>
                  <a:gd name="T46" fmla="*/ 35 w 82"/>
                  <a:gd name="T47" fmla="*/ 67 h 89"/>
                  <a:gd name="T48" fmla="*/ 18 w 82"/>
                  <a:gd name="T49" fmla="*/ 72 h 89"/>
                  <a:gd name="T50" fmla="*/ 17 w 82"/>
                  <a:gd name="T51" fmla="*/ 68 h 89"/>
                  <a:gd name="T52" fmla="*/ 24 w 82"/>
                  <a:gd name="T53" fmla="*/ 13 h 89"/>
                  <a:gd name="T54" fmla="*/ 26 w 82"/>
                  <a:gd name="T55" fmla="*/ 13 h 89"/>
                  <a:gd name="T56" fmla="*/ 44 w 82"/>
                  <a:gd name="T57" fmla="*/ 11 h 89"/>
                  <a:gd name="T58" fmla="*/ 61 w 82"/>
                  <a:gd name="T59" fmla="*/ 17 h 89"/>
                  <a:gd name="T60" fmla="*/ 68 w 82"/>
                  <a:gd name="T61" fmla="*/ 32 h 89"/>
                  <a:gd name="T62" fmla="*/ 59 w 82"/>
                  <a:gd name="T63" fmla="*/ 54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2" h="89">
                    <a:moveTo>
                      <a:pt x="46" y="0"/>
                    </a:moveTo>
                    <a:cubicBezTo>
                      <a:pt x="42" y="0"/>
                      <a:pt x="38" y="0"/>
                      <a:pt x="33" y="0"/>
                    </a:cubicBezTo>
                    <a:cubicBezTo>
                      <a:pt x="27" y="1"/>
                      <a:pt x="22" y="1"/>
                      <a:pt x="18" y="1"/>
                    </a:cubicBezTo>
                    <a:cubicBezTo>
                      <a:pt x="10" y="1"/>
                      <a:pt x="10" y="1"/>
                      <a:pt x="10" y="1"/>
                    </a:cubicBezTo>
                    <a:cubicBezTo>
                      <a:pt x="8" y="1"/>
                      <a:pt x="7" y="2"/>
                      <a:pt x="5" y="3"/>
                    </a:cubicBezTo>
                    <a:cubicBezTo>
                      <a:pt x="3" y="5"/>
                      <a:pt x="3" y="7"/>
                      <a:pt x="3" y="9"/>
                    </a:cubicBezTo>
                    <a:cubicBezTo>
                      <a:pt x="3" y="11"/>
                      <a:pt x="5" y="13"/>
                      <a:pt x="9" y="14"/>
                    </a:cubicBezTo>
                    <a:cubicBezTo>
                      <a:pt x="9" y="14"/>
                      <a:pt x="10" y="15"/>
                      <a:pt x="10" y="15"/>
                    </a:cubicBezTo>
                    <a:cubicBezTo>
                      <a:pt x="10" y="17"/>
                      <a:pt x="9" y="19"/>
                      <a:pt x="9" y="22"/>
                    </a:cubicBezTo>
                    <a:cubicBezTo>
                      <a:pt x="6" y="37"/>
                      <a:pt x="5" y="51"/>
                      <a:pt x="4" y="65"/>
                    </a:cubicBezTo>
                    <a:cubicBezTo>
                      <a:pt x="3" y="70"/>
                      <a:pt x="3" y="73"/>
                      <a:pt x="3" y="75"/>
                    </a:cubicBezTo>
                    <a:cubicBezTo>
                      <a:pt x="1" y="78"/>
                      <a:pt x="1" y="78"/>
                      <a:pt x="1" y="78"/>
                    </a:cubicBezTo>
                    <a:cubicBezTo>
                      <a:pt x="1" y="80"/>
                      <a:pt x="0" y="81"/>
                      <a:pt x="0" y="82"/>
                    </a:cubicBezTo>
                    <a:cubicBezTo>
                      <a:pt x="0" y="83"/>
                      <a:pt x="1" y="85"/>
                      <a:pt x="2" y="86"/>
                    </a:cubicBezTo>
                    <a:cubicBezTo>
                      <a:pt x="4" y="88"/>
                      <a:pt x="6" y="89"/>
                      <a:pt x="8" y="89"/>
                    </a:cubicBezTo>
                    <a:cubicBezTo>
                      <a:pt x="10" y="89"/>
                      <a:pt x="13" y="88"/>
                      <a:pt x="15" y="87"/>
                    </a:cubicBezTo>
                    <a:cubicBezTo>
                      <a:pt x="18" y="85"/>
                      <a:pt x="19" y="84"/>
                      <a:pt x="21" y="84"/>
                    </a:cubicBezTo>
                    <a:cubicBezTo>
                      <a:pt x="23" y="83"/>
                      <a:pt x="25" y="82"/>
                      <a:pt x="29" y="81"/>
                    </a:cubicBezTo>
                    <a:cubicBezTo>
                      <a:pt x="44" y="78"/>
                      <a:pt x="56" y="72"/>
                      <a:pt x="67" y="63"/>
                    </a:cubicBezTo>
                    <a:cubicBezTo>
                      <a:pt x="77" y="54"/>
                      <a:pt x="82" y="44"/>
                      <a:pt x="82" y="33"/>
                    </a:cubicBezTo>
                    <a:cubicBezTo>
                      <a:pt x="82" y="23"/>
                      <a:pt x="79" y="15"/>
                      <a:pt x="72" y="9"/>
                    </a:cubicBezTo>
                    <a:cubicBezTo>
                      <a:pt x="65" y="3"/>
                      <a:pt x="57" y="0"/>
                      <a:pt x="46" y="0"/>
                    </a:cubicBezTo>
                    <a:close/>
                    <a:moveTo>
                      <a:pt x="59" y="54"/>
                    </a:moveTo>
                    <a:cubicBezTo>
                      <a:pt x="53" y="60"/>
                      <a:pt x="45" y="64"/>
                      <a:pt x="35" y="67"/>
                    </a:cubicBezTo>
                    <a:cubicBezTo>
                      <a:pt x="26" y="70"/>
                      <a:pt x="20" y="72"/>
                      <a:pt x="18" y="72"/>
                    </a:cubicBezTo>
                    <a:cubicBezTo>
                      <a:pt x="18" y="71"/>
                      <a:pt x="17" y="70"/>
                      <a:pt x="17" y="68"/>
                    </a:cubicBezTo>
                    <a:cubicBezTo>
                      <a:pt x="17" y="57"/>
                      <a:pt x="20" y="39"/>
                      <a:pt x="24" y="13"/>
                    </a:cubicBezTo>
                    <a:cubicBezTo>
                      <a:pt x="24" y="13"/>
                      <a:pt x="25" y="13"/>
                      <a:pt x="26" y="13"/>
                    </a:cubicBezTo>
                    <a:cubicBezTo>
                      <a:pt x="33" y="12"/>
                      <a:pt x="39" y="11"/>
                      <a:pt x="44" y="11"/>
                    </a:cubicBezTo>
                    <a:cubicBezTo>
                      <a:pt x="51" y="11"/>
                      <a:pt x="57" y="13"/>
                      <a:pt x="61" y="17"/>
                    </a:cubicBezTo>
                    <a:cubicBezTo>
                      <a:pt x="66" y="21"/>
                      <a:pt x="68" y="26"/>
                      <a:pt x="68" y="32"/>
                    </a:cubicBezTo>
                    <a:cubicBezTo>
                      <a:pt x="68" y="40"/>
                      <a:pt x="65" y="47"/>
                      <a:pt x="59"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588"/>
              <p:cNvSpPr>
                <a:spLocks noEditPoints="1"/>
              </p:cNvSpPr>
              <p:nvPr/>
            </p:nvSpPr>
            <p:spPr bwMode="auto">
              <a:xfrm>
                <a:off x="609600" y="6362700"/>
                <a:ext cx="74613" cy="85725"/>
              </a:xfrm>
              <a:custGeom>
                <a:avLst/>
                <a:gdLst>
                  <a:gd name="T0" fmla="*/ 35 w 57"/>
                  <a:gd name="T1" fmla="*/ 0 h 66"/>
                  <a:gd name="T2" fmla="*/ 10 w 57"/>
                  <a:gd name="T3" fmla="*/ 15 h 66"/>
                  <a:gd name="T4" fmla="*/ 0 w 57"/>
                  <a:gd name="T5" fmla="*/ 44 h 66"/>
                  <a:gd name="T6" fmla="*/ 5 w 57"/>
                  <a:gd name="T7" fmla="*/ 60 h 66"/>
                  <a:gd name="T8" fmla="*/ 19 w 57"/>
                  <a:gd name="T9" fmla="*/ 66 h 66"/>
                  <a:gd name="T10" fmla="*/ 41 w 57"/>
                  <a:gd name="T11" fmla="*/ 57 h 66"/>
                  <a:gd name="T12" fmla="*/ 56 w 57"/>
                  <a:gd name="T13" fmla="*/ 34 h 66"/>
                  <a:gd name="T14" fmla="*/ 56 w 57"/>
                  <a:gd name="T15" fmla="*/ 34 h 66"/>
                  <a:gd name="T16" fmla="*/ 57 w 57"/>
                  <a:gd name="T17" fmla="*/ 25 h 66"/>
                  <a:gd name="T18" fmla="*/ 51 w 57"/>
                  <a:gd name="T19" fmla="*/ 8 h 66"/>
                  <a:gd name="T20" fmla="*/ 35 w 57"/>
                  <a:gd name="T21" fmla="*/ 0 h 66"/>
                  <a:gd name="T22" fmla="*/ 35 w 57"/>
                  <a:gd name="T23" fmla="*/ 45 h 66"/>
                  <a:gd name="T24" fmla="*/ 20 w 57"/>
                  <a:gd name="T25" fmla="*/ 54 h 66"/>
                  <a:gd name="T26" fmla="*/ 16 w 57"/>
                  <a:gd name="T27" fmla="*/ 51 h 66"/>
                  <a:gd name="T28" fmla="*/ 14 w 57"/>
                  <a:gd name="T29" fmla="*/ 43 h 66"/>
                  <a:gd name="T30" fmla="*/ 18 w 57"/>
                  <a:gd name="T31" fmla="*/ 27 h 66"/>
                  <a:gd name="T32" fmla="*/ 26 w 57"/>
                  <a:gd name="T33" fmla="*/ 15 h 66"/>
                  <a:gd name="T34" fmla="*/ 26 w 57"/>
                  <a:gd name="T35" fmla="*/ 15 h 66"/>
                  <a:gd name="T36" fmla="*/ 34 w 57"/>
                  <a:gd name="T37" fmla="*/ 13 h 66"/>
                  <a:gd name="T38" fmla="*/ 41 w 57"/>
                  <a:gd name="T39" fmla="*/ 16 h 66"/>
                  <a:gd name="T40" fmla="*/ 43 w 57"/>
                  <a:gd name="T41" fmla="*/ 26 h 66"/>
                  <a:gd name="T42" fmla="*/ 35 w 57"/>
                  <a:gd name="T43" fmla="*/ 4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 h="66">
                    <a:moveTo>
                      <a:pt x="35" y="0"/>
                    </a:moveTo>
                    <a:cubicBezTo>
                      <a:pt x="25" y="0"/>
                      <a:pt x="17" y="5"/>
                      <a:pt x="10" y="15"/>
                    </a:cubicBezTo>
                    <a:cubicBezTo>
                      <a:pt x="3" y="24"/>
                      <a:pt x="0" y="34"/>
                      <a:pt x="0" y="44"/>
                    </a:cubicBezTo>
                    <a:cubicBezTo>
                      <a:pt x="0" y="50"/>
                      <a:pt x="2" y="55"/>
                      <a:pt x="5" y="60"/>
                    </a:cubicBezTo>
                    <a:cubicBezTo>
                      <a:pt x="9" y="64"/>
                      <a:pt x="14" y="66"/>
                      <a:pt x="19" y="66"/>
                    </a:cubicBezTo>
                    <a:cubicBezTo>
                      <a:pt x="27" y="66"/>
                      <a:pt x="34" y="63"/>
                      <a:pt x="41" y="57"/>
                    </a:cubicBezTo>
                    <a:cubicBezTo>
                      <a:pt x="48" y="50"/>
                      <a:pt x="53" y="43"/>
                      <a:pt x="56" y="34"/>
                    </a:cubicBezTo>
                    <a:cubicBezTo>
                      <a:pt x="56" y="34"/>
                      <a:pt x="56" y="34"/>
                      <a:pt x="56" y="34"/>
                    </a:cubicBezTo>
                    <a:cubicBezTo>
                      <a:pt x="57" y="31"/>
                      <a:pt x="57" y="28"/>
                      <a:pt x="57" y="25"/>
                    </a:cubicBezTo>
                    <a:cubicBezTo>
                      <a:pt x="57" y="18"/>
                      <a:pt x="55" y="12"/>
                      <a:pt x="51" y="8"/>
                    </a:cubicBezTo>
                    <a:cubicBezTo>
                      <a:pt x="47" y="3"/>
                      <a:pt x="41" y="0"/>
                      <a:pt x="35" y="0"/>
                    </a:cubicBezTo>
                    <a:close/>
                    <a:moveTo>
                      <a:pt x="35" y="45"/>
                    </a:moveTo>
                    <a:cubicBezTo>
                      <a:pt x="30" y="51"/>
                      <a:pt x="25" y="54"/>
                      <a:pt x="20" y="54"/>
                    </a:cubicBezTo>
                    <a:cubicBezTo>
                      <a:pt x="18" y="54"/>
                      <a:pt x="17" y="53"/>
                      <a:pt x="16" y="51"/>
                    </a:cubicBezTo>
                    <a:cubicBezTo>
                      <a:pt x="15" y="49"/>
                      <a:pt x="14" y="46"/>
                      <a:pt x="14" y="43"/>
                    </a:cubicBezTo>
                    <a:cubicBezTo>
                      <a:pt x="14" y="37"/>
                      <a:pt x="15" y="32"/>
                      <a:pt x="18" y="27"/>
                    </a:cubicBezTo>
                    <a:cubicBezTo>
                      <a:pt x="20" y="22"/>
                      <a:pt x="23" y="18"/>
                      <a:pt x="26" y="15"/>
                    </a:cubicBezTo>
                    <a:cubicBezTo>
                      <a:pt x="26" y="15"/>
                      <a:pt x="26" y="15"/>
                      <a:pt x="26" y="15"/>
                    </a:cubicBezTo>
                    <a:cubicBezTo>
                      <a:pt x="28" y="13"/>
                      <a:pt x="31" y="13"/>
                      <a:pt x="34" y="13"/>
                    </a:cubicBezTo>
                    <a:cubicBezTo>
                      <a:pt x="37" y="13"/>
                      <a:pt x="39" y="14"/>
                      <a:pt x="41" y="16"/>
                    </a:cubicBezTo>
                    <a:cubicBezTo>
                      <a:pt x="42" y="19"/>
                      <a:pt x="43" y="22"/>
                      <a:pt x="43" y="26"/>
                    </a:cubicBezTo>
                    <a:cubicBezTo>
                      <a:pt x="43" y="33"/>
                      <a:pt x="40" y="40"/>
                      <a:pt x="35"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589"/>
              <p:cNvSpPr>
                <a:spLocks/>
              </p:cNvSpPr>
              <p:nvPr/>
            </p:nvSpPr>
            <p:spPr bwMode="auto">
              <a:xfrm>
                <a:off x="695325" y="6369050"/>
                <a:ext cx="95250" cy="76200"/>
              </a:xfrm>
              <a:custGeom>
                <a:avLst/>
                <a:gdLst>
                  <a:gd name="T0" fmla="*/ 71 w 74"/>
                  <a:gd name="T1" fmla="*/ 44 h 60"/>
                  <a:gd name="T2" fmla="*/ 68 w 74"/>
                  <a:gd name="T3" fmla="*/ 44 h 60"/>
                  <a:gd name="T4" fmla="*/ 65 w 74"/>
                  <a:gd name="T5" fmla="*/ 45 h 60"/>
                  <a:gd name="T6" fmla="*/ 59 w 74"/>
                  <a:gd name="T7" fmla="*/ 23 h 60"/>
                  <a:gd name="T8" fmla="*/ 43 w 74"/>
                  <a:gd name="T9" fmla="*/ 2 h 60"/>
                  <a:gd name="T10" fmla="*/ 15 w 74"/>
                  <a:gd name="T11" fmla="*/ 32 h 60"/>
                  <a:gd name="T12" fmla="*/ 19 w 74"/>
                  <a:gd name="T13" fmla="*/ 10 h 60"/>
                  <a:gd name="T14" fmla="*/ 17 w 74"/>
                  <a:gd name="T15" fmla="*/ 1 h 60"/>
                  <a:gd name="T16" fmla="*/ 12 w 74"/>
                  <a:gd name="T17" fmla="*/ 0 h 60"/>
                  <a:gd name="T18" fmla="*/ 7 w 74"/>
                  <a:gd name="T19" fmla="*/ 3 h 60"/>
                  <a:gd name="T20" fmla="*/ 4 w 74"/>
                  <a:gd name="T21" fmla="*/ 9 h 60"/>
                  <a:gd name="T22" fmla="*/ 2 w 74"/>
                  <a:gd name="T23" fmla="*/ 39 h 60"/>
                  <a:gd name="T24" fmla="*/ 0 w 74"/>
                  <a:gd name="T25" fmla="*/ 52 h 60"/>
                  <a:gd name="T26" fmla="*/ 9 w 74"/>
                  <a:gd name="T27" fmla="*/ 60 h 60"/>
                  <a:gd name="T28" fmla="*/ 12 w 74"/>
                  <a:gd name="T29" fmla="*/ 58 h 60"/>
                  <a:gd name="T30" fmla="*/ 14 w 74"/>
                  <a:gd name="T31" fmla="*/ 55 h 60"/>
                  <a:gd name="T32" fmla="*/ 27 w 74"/>
                  <a:gd name="T33" fmla="*/ 32 h 60"/>
                  <a:gd name="T34" fmla="*/ 41 w 74"/>
                  <a:gd name="T35" fmla="*/ 16 h 60"/>
                  <a:gd name="T36" fmla="*/ 47 w 74"/>
                  <a:gd name="T37" fmla="*/ 31 h 60"/>
                  <a:gd name="T38" fmla="*/ 51 w 74"/>
                  <a:gd name="T39" fmla="*/ 51 h 60"/>
                  <a:gd name="T40" fmla="*/ 51 w 74"/>
                  <a:gd name="T41" fmla="*/ 51 h 60"/>
                  <a:gd name="T42" fmla="*/ 60 w 74"/>
                  <a:gd name="T43" fmla="*/ 57 h 60"/>
                  <a:gd name="T44" fmla="*/ 70 w 74"/>
                  <a:gd name="T45" fmla="*/ 53 h 60"/>
                  <a:gd name="T46" fmla="*/ 74 w 74"/>
                  <a:gd name="T47" fmla="*/ 47 h 60"/>
                  <a:gd name="T48" fmla="*/ 71 w 74"/>
                  <a:gd name="T49" fmla="*/ 4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4" h="60">
                    <a:moveTo>
                      <a:pt x="71" y="44"/>
                    </a:moveTo>
                    <a:cubicBezTo>
                      <a:pt x="70" y="44"/>
                      <a:pt x="69" y="44"/>
                      <a:pt x="68" y="44"/>
                    </a:cubicBezTo>
                    <a:cubicBezTo>
                      <a:pt x="66" y="45"/>
                      <a:pt x="65" y="45"/>
                      <a:pt x="65" y="45"/>
                    </a:cubicBezTo>
                    <a:cubicBezTo>
                      <a:pt x="62" y="45"/>
                      <a:pt x="61" y="38"/>
                      <a:pt x="59" y="23"/>
                    </a:cubicBezTo>
                    <a:cubicBezTo>
                      <a:pt x="58" y="9"/>
                      <a:pt x="52" y="2"/>
                      <a:pt x="43" y="2"/>
                    </a:cubicBezTo>
                    <a:cubicBezTo>
                      <a:pt x="33" y="2"/>
                      <a:pt x="24" y="12"/>
                      <a:pt x="15" y="32"/>
                    </a:cubicBezTo>
                    <a:cubicBezTo>
                      <a:pt x="18" y="21"/>
                      <a:pt x="19" y="14"/>
                      <a:pt x="19" y="10"/>
                    </a:cubicBezTo>
                    <a:cubicBezTo>
                      <a:pt x="19" y="6"/>
                      <a:pt x="18" y="3"/>
                      <a:pt x="17" y="1"/>
                    </a:cubicBezTo>
                    <a:cubicBezTo>
                      <a:pt x="16" y="0"/>
                      <a:pt x="14" y="0"/>
                      <a:pt x="12" y="0"/>
                    </a:cubicBezTo>
                    <a:cubicBezTo>
                      <a:pt x="10" y="0"/>
                      <a:pt x="8" y="1"/>
                      <a:pt x="7" y="3"/>
                    </a:cubicBezTo>
                    <a:cubicBezTo>
                      <a:pt x="5" y="5"/>
                      <a:pt x="4" y="7"/>
                      <a:pt x="4" y="9"/>
                    </a:cubicBezTo>
                    <a:cubicBezTo>
                      <a:pt x="4" y="21"/>
                      <a:pt x="4" y="31"/>
                      <a:pt x="2" y="39"/>
                    </a:cubicBezTo>
                    <a:cubicBezTo>
                      <a:pt x="1" y="46"/>
                      <a:pt x="0" y="50"/>
                      <a:pt x="0" y="52"/>
                    </a:cubicBezTo>
                    <a:cubicBezTo>
                      <a:pt x="0" y="57"/>
                      <a:pt x="3" y="60"/>
                      <a:pt x="9" y="60"/>
                    </a:cubicBezTo>
                    <a:cubicBezTo>
                      <a:pt x="10" y="60"/>
                      <a:pt x="11" y="59"/>
                      <a:pt x="12" y="58"/>
                    </a:cubicBezTo>
                    <a:cubicBezTo>
                      <a:pt x="13" y="57"/>
                      <a:pt x="14" y="56"/>
                      <a:pt x="14" y="55"/>
                    </a:cubicBezTo>
                    <a:cubicBezTo>
                      <a:pt x="15" y="50"/>
                      <a:pt x="20" y="42"/>
                      <a:pt x="27" y="32"/>
                    </a:cubicBezTo>
                    <a:cubicBezTo>
                      <a:pt x="33" y="22"/>
                      <a:pt x="38" y="16"/>
                      <a:pt x="41" y="16"/>
                    </a:cubicBezTo>
                    <a:cubicBezTo>
                      <a:pt x="44" y="16"/>
                      <a:pt x="46" y="21"/>
                      <a:pt x="47" y="31"/>
                    </a:cubicBezTo>
                    <a:cubicBezTo>
                      <a:pt x="47" y="41"/>
                      <a:pt x="49" y="47"/>
                      <a:pt x="51" y="51"/>
                    </a:cubicBezTo>
                    <a:cubicBezTo>
                      <a:pt x="51" y="51"/>
                      <a:pt x="51" y="51"/>
                      <a:pt x="51" y="51"/>
                    </a:cubicBezTo>
                    <a:cubicBezTo>
                      <a:pt x="53" y="55"/>
                      <a:pt x="56" y="57"/>
                      <a:pt x="60" y="57"/>
                    </a:cubicBezTo>
                    <a:cubicBezTo>
                      <a:pt x="64" y="57"/>
                      <a:pt x="67" y="55"/>
                      <a:pt x="70" y="53"/>
                    </a:cubicBezTo>
                    <a:cubicBezTo>
                      <a:pt x="72" y="51"/>
                      <a:pt x="74" y="49"/>
                      <a:pt x="74" y="47"/>
                    </a:cubicBezTo>
                    <a:cubicBezTo>
                      <a:pt x="74" y="45"/>
                      <a:pt x="73" y="44"/>
                      <a:pt x="71"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590"/>
              <p:cNvSpPr>
                <a:spLocks/>
              </p:cNvSpPr>
              <p:nvPr/>
            </p:nvSpPr>
            <p:spPr bwMode="auto">
              <a:xfrm>
                <a:off x="798513" y="6324600"/>
                <a:ext cx="25400" cy="50800"/>
              </a:xfrm>
              <a:custGeom>
                <a:avLst/>
                <a:gdLst>
                  <a:gd name="T0" fmla="*/ 17 w 20"/>
                  <a:gd name="T1" fmla="*/ 7 h 40"/>
                  <a:gd name="T2" fmla="*/ 16 w 20"/>
                  <a:gd name="T3" fmla="*/ 6 h 40"/>
                  <a:gd name="T4" fmla="*/ 8 w 20"/>
                  <a:gd name="T5" fmla="*/ 0 h 40"/>
                  <a:gd name="T6" fmla="*/ 4 w 20"/>
                  <a:gd name="T7" fmla="*/ 1 h 40"/>
                  <a:gd name="T8" fmla="*/ 1 w 20"/>
                  <a:gd name="T9" fmla="*/ 3 h 40"/>
                  <a:gd name="T10" fmla="*/ 1 w 20"/>
                  <a:gd name="T11" fmla="*/ 6 h 40"/>
                  <a:gd name="T12" fmla="*/ 1 w 20"/>
                  <a:gd name="T13" fmla="*/ 9 h 40"/>
                  <a:gd name="T14" fmla="*/ 4 w 20"/>
                  <a:gd name="T15" fmla="*/ 13 h 40"/>
                  <a:gd name="T16" fmla="*/ 8 w 20"/>
                  <a:gd name="T17" fmla="*/ 18 h 40"/>
                  <a:gd name="T18" fmla="*/ 3 w 20"/>
                  <a:gd name="T19" fmla="*/ 29 h 40"/>
                  <a:gd name="T20" fmla="*/ 1 w 20"/>
                  <a:gd name="T21" fmla="*/ 32 h 40"/>
                  <a:gd name="T22" fmla="*/ 0 w 20"/>
                  <a:gd name="T23" fmla="*/ 35 h 40"/>
                  <a:gd name="T24" fmla="*/ 2 w 20"/>
                  <a:gd name="T25" fmla="*/ 39 h 40"/>
                  <a:gd name="T26" fmla="*/ 7 w 20"/>
                  <a:gd name="T27" fmla="*/ 40 h 40"/>
                  <a:gd name="T28" fmla="*/ 14 w 20"/>
                  <a:gd name="T29" fmla="*/ 35 h 40"/>
                  <a:gd name="T30" fmla="*/ 14 w 20"/>
                  <a:gd name="T31" fmla="*/ 35 h 40"/>
                  <a:gd name="T32" fmla="*/ 18 w 20"/>
                  <a:gd name="T33" fmla="*/ 24 h 40"/>
                  <a:gd name="T34" fmla="*/ 18 w 20"/>
                  <a:gd name="T35" fmla="*/ 24 h 40"/>
                  <a:gd name="T36" fmla="*/ 20 w 20"/>
                  <a:gd name="T37" fmla="*/ 15 h 40"/>
                  <a:gd name="T38" fmla="*/ 20 w 20"/>
                  <a:gd name="T39" fmla="*/ 15 h 40"/>
                  <a:gd name="T40" fmla="*/ 19 w 20"/>
                  <a:gd name="T41" fmla="*/ 11 h 40"/>
                  <a:gd name="T42" fmla="*/ 17 w 20"/>
                  <a:gd name="T43" fmla="*/ 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40">
                    <a:moveTo>
                      <a:pt x="17" y="7"/>
                    </a:moveTo>
                    <a:cubicBezTo>
                      <a:pt x="16" y="6"/>
                      <a:pt x="16" y="6"/>
                      <a:pt x="16" y="6"/>
                    </a:cubicBezTo>
                    <a:cubicBezTo>
                      <a:pt x="13" y="2"/>
                      <a:pt x="10" y="0"/>
                      <a:pt x="8" y="0"/>
                    </a:cubicBezTo>
                    <a:cubicBezTo>
                      <a:pt x="7" y="0"/>
                      <a:pt x="6" y="0"/>
                      <a:pt x="4" y="1"/>
                    </a:cubicBezTo>
                    <a:cubicBezTo>
                      <a:pt x="2" y="2"/>
                      <a:pt x="1" y="3"/>
                      <a:pt x="1" y="3"/>
                    </a:cubicBezTo>
                    <a:cubicBezTo>
                      <a:pt x="1" y="4"/>
                      <a:pt x="1" y="5"/>
                      <a:pt x="1" y="6"/>
                    </a:cubicBezTo>
                    <a:cubicBezTo>
                      <a:pt x="1" y="9"/>
                      <a:pt x="1" y="9"/>
                      <a:pt x="1" y="9"/>
                    </a:cubicBezTo>
                    <a:cubicBezTo>
                      <a:pt x="1" y="10"/>
                      <a:pt x="2" y="11"/>
                      <a:pt x="4" y="13"/>
                    </a:cubicBezTo>
                    <a:cubicBezTo>
                      <a:pt x="6" y="15"/>
                      <a:pt x="8" y="17"/>
                      <a:pt x="8" y="18"/>
                    </a:cubicBezTo>
                    <a:cubicBezTo>
                      <a:pt x="8" y="23"/>
                      <a:pt x="6" y="26"/>
                      <a:pt x="3" y="29"/>
                    </a:cubicBezTo>
                    <a:cubicBezTo>
                      <a:pt x="2" y="30"/>
                      <a:pt x="2" y="31"/>
                      <a:pt x="1" y="32"/>
                    </a:cubicBezTo>
                    <a:cubicBezTo>
                      <a:pt x="0" y="33"/>
                      <a:pt x="0" y="34"/>
                      <a:pt x="0" y="35"/>
                    </a:cubicBezTo>
                    <a:cubicBezTo>
                      <a:pt x="0" y="36"/>
                      <a:pt x="1" y="38"/>
                      <a:pt x="2" y="39"/>
                    </a:cubicBezTo>
                    <a:cubicBezTo>
                      <a:pt x="3" y="40"/>
                      <a:pt x="5" y="40"/>
                      <a:pt x="7" y="40"/>
                    </a:cubicBezTo>
                    <a:cubicBezTo>
                      <a:pt x="10" y="40"/>
                      <a:pt x="12" y="38"/>
                      <a:pt x="14" y="35"/>
                    </a:cubicBezTo>
                    <a:cubicBezTo>
                      <a:pt x="14" y="35"/>
                      <a:pt x="14" y="35"/>
                      <a:pt x="14" y="35"/>
                    </a:cubicBezTo>
                    <a:cubicBezTo>
                      <a:pt x="16" y="32"/>
                      <a:pt x="17" y="28"/>
                      <a:pt x="18" y="24"/>
                    </a:cubicBezTo>
                    <a:cubicBezTo>
                      <a:pt x="18" y="24"/>
                      <a:pt x="18" y="24"/>
                      <a:pt x="18" y="24"/>
                    </a:cubicBezTo>
                    <a:cubicBezTo>
                      <a:pt x="19" y="20"/>
                      <a:pt x="20" y="17"/>
                      <a:pt x="20" y="15"/>
                    </a:cubicBezTo>
                    <a:cubicBezTo>
                      <a:pt x="20" y="15"/>
                      <a:pt x="20" y="15"/>
                      <a:pt x="20" y="15"/>
                    </a:cubicBezTo>
                    <a:cubicBezTo>
                      <a:pt x="20" y="13"/>
                      <a:pt x="20" y="12"/>
                      <a:pt x="19" y="11"/>
                    </a:cubicBezTo>
                    <a:cubicBezTo>
                      <a:pt x="19" y="10"/>
                      <a:pt x="18" y="8"/>
                      <a:pt x="17"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591"/>
              <p:cNvSpPr>
                <a:spLocks/>
              </p:cNvSpPr>
              <p:nvPr/>
            </p:nvSpPr>
            <p:spPr bwMode="auto">
              <a:xfrm>
                <a:off x="828675" y="6335713"/>
                <a:ext cx="74613" cy="112713"/>
              </a:xfrm>
              <a:custGeom>
                <a:avLst/>
                <a:gdLst>
                  <a:gd name="T0" fmla="*/ 53 w 58"/>
                  <a:gd name="T1" fmla="*/ 23 h 87"/>
                  <a:gd name="T2" fmla="*/ 32 w 58"/>
                  <a:gd name="T3" fmla="*/ 24 h 87"/>
                  <a:gd name="T4" fmla="*/ 37 w 58"/>
                  <a:gd name="T5" fmla="*/ 7 h 87"/>
                  <a:gd name="T6" fmla="*/ 36 w 58"/>
                  <a:gd name="T7" fmla="*/ 2 h 87"/>
                  <a:gd name="T8" fmla="*/ 31 w 58"/>
                  <a:gd name="T9" fmla="*/ 0 h 87"/>
                  <a:gd name="T10" fmla="*/ 23 w 58"/>
                  <a:gd name="T11" fmla="*/ 7 h 87"/>
                  <a:gd name="T12" fmla="*/ 18 w 58"/>
                  <a:gd name="T13" fmla="*/ 26 h 87"/>
                  <a:gd name="T14" fmla="*/ 6 w 58"/>
                  <a:gd name="T15" fmla="*/ 26 h 87"/>
                  <a:gd name="T16" fmla="*/ 0 w 58"/>
                  <a:gd name="T17" fmla="*/ 31 h 87"/>
                  <a:gd name="T18" fmla="*/ 3 w 58"/>
                  <a:gd name="T19" fmla="*/ 37 h 87"/>
                  <a:gd name="T20" fmla="*/ 8 w 58"/>
                  <a:gd name="T21" fmla="*/ 38 h 87"/>
                  <a:gd name="T22" fmla="*/ 10 w 58"/>
                  <a:gd name="T23" fmla="*/ 38 h 87"/>
                  <a:gd name="T24" fmla="*/ 15 w 58"/>
                  <a:gd name="T25" fmla="*/ 38 h 87"/>
                  <a:gd name="T26" fmla="*/ 9 w 58"/>
                  <a:gd name="T27" fmla="*/ 69 h 87"/>
                  <a:gd name="T28" fmla="*/ 13 w 58"/>
                  <a:gd name="T29" fmla="*/ 82 h 87"/>
                  <a:gd name="T30" fmla="*/ 25 w 58"/>
                  <a:gd name="T31" fmla="*/ 87 h 87"/>
                  <a:gd name="T32" fmla="*/ 42 w 58"/>
                  <a:gd name="T33" fmla="*/ 80 h 87"/>
                  <a:gd name="T34" fmla="*/ 50 w 58"/>
                  <a:gd name="T35" fmla="*/ 69 h 87"/>
                  <a:gd name="T36" fmla="*/ 49 w 58"/>
                  <a:gd name="T37" fmla="*/ 66 h 87"/>
                  <a:gd name="T38" fmla="*/ 46 w 58"/>
                  <a:gd name="T39" fmla="*/ 65 h 87"/>
                  <a:gd name="T40" fmla="*/ 41 w 58"/>
                  <a:gd name="T41" fmla="*/ 68 h 87"/>
                  <a:gd name="T42" fmla="*/ 33 w 58"/>
                  <a:gd name="T43" fmla="*/ 73 h 87"/>
                  <a:gd name="T44" fmla="*/ 27 w 58"/>
                  <a:gd name="T45" fmla="*/ 74 h 87"/>
                  <a:gd name="T46" fmla="*/ 24 w 58"/>
                  <a:gd name="T47" fmla="*/ 72 h 87"/>
                  <a:gd name="T48" fmla="*/ 23 w 58"/>
                  <a:gd name="T49" fmla="*/ 66 h 87"/>
                  <a:gd name="T50" fmla="*/ 26 w 58"/>
                  <a:gd name="T51" fmla="*/ 50 h 87"/>
                  <a:gd name="T52" fmla="*/ 29 w 58"/>
                  <a:gd name="T53" fmla="*/ 37 h 87"/>
                  <a:gd name="T54" fmla="*/ 49 w 58"/>
                  <a:gd name="T55" fmla="*/ 34 h 87"/>
                  <a:gd name="T56" fmla="*/ 58 w 58"/>
                  <a:gd name="T57" fmla="*/ 27 h 87"/>
                  <a:gd name="T58" fmla="*/ 57 w 58"/>
                  <a:gd name="T59" fmla="*/ 24 h 87"/>
                  <a:gd name="T60" fmla="*/ 53 w 58"/>
                  <a:gd name="T61" fmla="*/ 2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8" h="87">
                    <a:moveTo>
                      <a:pt x="53" y="23"/>
                    </a:moveTo>
                    <a:cubicBezTo>
                      <a:pt x="51" y="23"/>
                      <a:pt x="45" y="23"/>
                      <a:pt x="32" y="24"/>
                    </a:cubicBezTo>
                    <a:cubicBezTo>
                      <a:pt x="36" y="13"/>
                      <a:pt x="37" y="7"/>
                      <a:pt x="37" y="7"/>
                    </a:cubicBezTo>
                    <a:cubicBezTo>
                      <a:pt x="37" y="5"/>
                      <a:pt x="37" y="4"/>
                      <a:pt x="36" y="2"/>
                    </a:cubicBezTo>
                    <a:cubicBezTo>
                      <a:pt x="34" y="1"/>
                      <a:pt x="33" y="0"/>
                      <a:pt x="31" y="0"/>
                    </a:cubicBezTo>
                    <a:cubicBezTo>
                      <a:pt x="27" y="0"/>
                      <a:pt x="24" y="3"/>
                      <a:pt x="23" y="7"/>
                    </a:cubicBezTo>
                    <a:cubicBezTo>
                      <a:pt x="21" y="15"/>
                      <a:pt x="20" y="21"/>
                      <a:pt x="18" y="26"/>
                    </a:cubicBezTo>
                    <a:cubicBezTo>
                      <a:pt x="6" y="26"/>
                      <a:pt x="6" y="26"/>
                      <a:pt x="6" y="26"/>
                    </a:cubicBezTo>
                    <a:cubicBezTo>
                      <a:pt x="2" y="26"/>
                      <a:pt x="0" y="28"/>
                      <a:pt x="0" y="31"/>
                    </a:cubicBezTo>
                    <a:cubicBezTo>
                      <a:pt x="0" y="34"/>
                      <a:pt x="1" y="35"/>
                      <a:pt x="3" y="37"/>
                    </a:cubicBezTo>
                    <a:cubicBezTo>
                      <a:pt x="5" y="38"/>
                      <a:pt x="7" y="38"/>
                      <a:pt x="8" y="38"/>
                    </a:cubicBezTo>
                    <a:cubicBezTo>
                      <a:pt x="10" y="38"/>
                      <a:pt x="10" y="38"/>
                      <a:pt x="10" y="38"/>
                    </a:cubicBezTo>
                    <a:cubicBezTo>
                      <a:pt x="11" y="38"/>
                      <a:pt x="12" y="38"/>
                      <a:pt x="15" y="38"/>
                    </a:cubicBezTo>
                    <a:cubicBezTo>
                      <a:pt x="11" y="54"/>
                      <a:pt x="9" y="64"/>
                      <a:pt x="9" y="69"/>
                    </a:cubicBezTo>
                    <a:cubicBezTo>
                      <a:pt x="9" y="75"/>
                      <a:pt x="10" y="79"/>
                      <a:pt x="13" y="82"/>
                    </a:cubicBezTo>
                    <a:cubicBezTo>
                      <a:pt x="16" y="85"/>
                      <a:pt x="19" y="87"/>
                      <a:pt x="25" y="87"/>
                    </a:cubicBezTo>
                    <a:cubicBezTo>
                      <a:pt x="31" y="87"/>
                      <a:pt x="36" y="85"/>
                      <a:pt x="42" y="80"/>
                    </a:cubicBezTo>
                    <a:cubicBezTo>
                      <a:pt x="47" y="76"/>
                      <a:pt x="50" y="72"/>
                      <a:pt x="50" y="69"/>
                    </a:cubicBezTo>
                    <a:cubicBezTo>
                      <a:pt x="50" y="68"/>
                      <a:pt x="50" y="67"/>
                      <a:pt x="49" y="66"/>
                    </a:cubicBezTo>
                    <a:cubicBezTo>
                      <a:pt x="48" y="66"/>
                      <a:pt x="48" y="65"/>
                      <a:pt x="46" y="65"/>
                    </a:cubicBezTo>
                    <a:cubicBezTo>
                      <a:pt x="45" y="65"/>
                      <a:pt x="43" y="66"/>
                      <a:pt x="41" y="68"/>
                    </a:cubicBezTo>
                    <a:cubicBezTo>
                      <a:pt x="38" y="71"/>
                      <a:pt x="35" y="72"/>
                      <a:pt x="33" y="73"/>
                    </a:cubicBezTo>
                    <a:cubicBezTo>
                      <a:pt x="32" y="74"/>
                      <a:pt x="29" y="74"/>
                      <a:pt x="27" y="74"/>
                    </a:cubicBezTo>
                    <a:cubicBezTo>
                      <a:pt x="26" y="74"/>
                      <a:pt x="25" y="74"/>
                      <a:pt x="24" y="72"/>
                    </a:cubicBezTo>
                    <a:cubicBezTo>
                      <a:pt x="23" y="71"/>
                      <a:pt x="23" y="69"/>
                      <a:pt x="23" y="66"/>
                    </a:cubicBezTo>
                    <a:cubicBezTo>
                      <a:pt x="23" y="64"/>
                      <a:pt x="24" y="59"/>
                      <a:pt x="26" y="50"/>
                    </a:cubicBezTo>
                    <a:cubicBezTo>
                      <a:pt x="28" y="41"/>
                      <a:pt x="29" y="37"/>
                      <a:pt x="29" y="37"/>
                    </a:cubicBezTo>
                    <a:cubicBezTo>
                      <a:pt x="49" y="34"/>
                      <a:pt x="49" y="34"/>
                      <a:pt x="49" y="34"/>
                    </a:cubicBezTo>
                    <a:cubicBezTo>
                      <a:pt x="55" y="33"/>
                      <a:pt x="58" y="31"/>
                      <a:pt x="58" y="27"/>
                    </a:cubicBezTo>
                    <a:cubicBezTo>
                      <a:pt x="58" y="25"/>
                      <a:pt x="57" y="24"/>
                      <a:pt x="57" y="24"/>
                    </a:cubicBezTo>
                    <a:cubicBezTo>
                      <a:pt x="56" y="23"/>
                      <a:pt x="55" y="23"/>
                      <a:pt x="53"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592"/>
              <p:cNvSpPr>
                <a:spLocks/>
              </p:cNvSpPr>
              <p:nvPr/>
            </p:nvSpPr>
            <p:spPr bwMode="auto">
              <a:xfrm>
                <a:off x="963613" y="6321425"/>
                <a:ext cx="88900" cy="125413"/>
              </a:xfrm>
              <a:custGeom>
                <a:avLst/>
                <a:gdLst>
                  <a:gd name="T0" fmla="*/ 64 w 69"/>
                  <a:gd name="T1" fmla="*/ 77 h 97"/>
                  <a:gd name="T2" fmla="*/ 62 w 69"/>
                  <a:gd name="T3" fmla="*/ 69 h 97"/>
                  <a:gd name="T4" fmla="*/ 60 w 69"/>
                  <a:gd name="T5" fmla="*/ 58 h 97"/>
                  <a:gd name="T6" fmla="*/ 55 w 69"/>
                  <a:gd name="T7" fmla="*/ 41 h 97"/>
                  <a:gd name="T8" fmla="*/ 47 w 69"/>
                  <a:gd name="T9" fmla="*/ 37 h 97"/>
                  <a:gd name="T10" fmla="*/ 33 w 69"/>
                  <a:gd name="T11" fmla="*/ 44 h 97"/>
                  <a:gd name="T12" fmla="*/ 16 w 69"/>
                  <a:gd name="T13" fmla="*/ 68 h 97"/>
                  <a:gd name="T14" fmla="*/ 20 w 69"/>
                  <a:gd name="T15" fmla="*/ 51 h 97"/>
                  <a:gd name="T16" fmla="*/ 26 w 69"/>
                  <a:gd name="T17" fmla="*/ 24 h 97"/>
                  <a:gd name="T18" fmla="*/ 27 w 69"/>
                  <a:gd name="T19" fmla="*/ 9 h 97"/>
                  <a:gd name="T20" fmla="*/ 25 w 69"/>
                  <a:gd name="T21" fmla="*/ 2 h 97"/>
                  <a:gd name="T22" fmla="*/ 20 w 69"/>
                  <a:gd name="T23" fmla="*/ 0 h 97"/>
                  <a:gd name="T24" fmla="*/ 15 w 69"/>
                  <a:gd name="T25" fmla="*/ 3 h 97"/>
                  <a:gd name="T26" fmla="*/ 11 w 69"/>
                  <a:gd name="T27" fmla="*/ 15 h 97"/>
                  <a:gd name="T28" fmla="*/ 2 w 69"/>
                  <a:gd name="T29" fmla="*/ 81 h 97"/>
                  <a:gd name="T30" fmla="*/ 0 w 69"/>
                  <a:gd name="T31" fmla="*/ 91 h 97"/>
                  <a:gd name="T32" fmla="*/ 2 w 69"/>
                  <a:gd name="T33" fmla="*/ 96 h 97"/>
                  <a:gd name="T34" fmla="*/ 8 w 69"/>
                  <a:gd name="T35" fmla="*/ 97 h 97"/>
                  <a:gd name="T36" fmla="*/ 12 w 69"/>
                  <a:gd name="T37" fmla="*/ 95 h 97"/>
                  <a:gd name="T38" fmla="*/ 16 w 69"/>
                  <a:gd name="T39" fmla="*/ 88 h 97"/>
                  <a:gd name="T40" fmla="*/ 30 w 69"/>
                  <a:gd name="T41" fmla="*/ 66 h 97"/>
                  <a:gd name="T42" fmla="*/ 43 w 69"/>
                  <a:gd name="T43" fmla="*/ 53 h 97"/>
                  <a:gd name="T44" fmla="*/ 47 w 69"/>
                  <a:gd name="T45" fmla="*/ 56 h 97"/>
                  <a:gd name="T46" fmla="*/ 49 w 69"/>
                  <a:gd name="T47" fmla="*/ 72 h 97"/>
                  <a:gd name="T48" fmla="*/ 53 w 69"/>
                  <a:gd name="T49" fmla="*/ 87 h 97"/>
                  <a:gd name="T50" fmla="*/ 62 w 69"/>
                  <a:gd name="T51" fmla="*/ 93 h 97"/>
                  <a:gd name="T52" fmla="*/ 67 w 69"/>
                  <a:gd name="T53" fmla="*/ 91 h 97"/>
                  <a:gd name="T54" fmla="*/ 69 w 69"/>
                  <a:gd name="T55" fmla="*/ 87 h 97"/>
                  <a:gd name="T56" fmla="*/ 67 w 69"/>
                  <a:gd name="T57" fmla="*/ 83 h 97"/>
                  <a:gd name="T58" fmla="*/ 64 w 69"/>
                  <a:gd name="T59" fmla="*/ 7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9" h="97">
                    <a:moveTo>
                      <a:pt x="64" y="77"/>
                    </a:moveTo>
                    <a:cubicBezTo>
                      <a:pt x="63" y="75"/>
                      <a:pt x="62" y="72"/>
                      <a:pt x="62" y="69"/>
                    </a:cubicBezTo>
                    <a:cubicBezTo>
                      <a:pt x="61" y="67"/>
                      <a:pt x="60" y="63"/>
                      <a:pt x="60" y="58"/>
                    </a:cubicBezTo>
                    <a:cubicBezTo>
                      <a:pt x="59" y="49"/>
                      <a:pt x="57" y="43"/>
                      <a:pt x="55" y="41"/>
                    </a:cubicBezTo>
                    <a:cubicBezTo>
                      <a:pt x="53" y="39"/>
                      <a:pt x="50" y="37"/>
                      <a:pt x="47" y="37"/>
                    </a:cubicBezTo>
                    <a:cubicBezTo>
                      <a:pt x="42" y="37"/>
                      <a:pt x="38" y="40"/>
                      <a:pt x="33" y="44"/>
                    </a:cubicBezTo>
                    <a:cubicBezTo>
                      <a:pt x="28" y="48"/>
                      <a:pt x="23" y="56"/>
                      <a:pt x="16" y="68"/>
                    </a:cubicBezTo>
                    <a:cubicBezTo>
                      <a:pt x="17" y="64"/>
                      <a:pt x="18" y="58"/>
                      <a:pt x="20" y="51"/>
                    </a:cubicBezTo>
                    <a:cubicBezTo>
                      <a:pt x="23" y="38"/>
                      <a:pt x="25" y="29"/>
                      <a:pt x="26" y="24"/>
                    </a:cubicBezTo>
                    <a:cubicBezTo>
                      <a:pt x="27" y="18"/>
                      <a:pt x="27" y="13"/>
                      <a:pt x="27" y="9"/>
                    </a:cubicBezTo>
                    <a:cubicBezTo>
                      <a:pt x="27" y="6"/>
                      <a:pt x="27" y="4"/>
                      <a:pt x="25" y="2"/>
                    </a:cubicBezTo>
                    <a:cubicBezTo>
                      <a:pt x="24" y="1"/>
                      <a:pt x="22" y="0"/>
                      <a:pt x="20" y="0"/>
                    </a:cubicBezTo>
                    <a:cubicBezTo>
                      <a:pt x="18" y="0"/>
                      <a:pt x="17" y="1"/>
                      <a:pt x="15" y="3"/>
                    </a:cubicBezTo>
                    <a:cubicBezTo>
                      <a:pt x="13" y="5"/>
                      <a:pt x="12" y="9"/>
                      <a:pt x="11" y="15"/>
                    </a:cubicBezTo>
                    <a:cubicBezTo>
                      <a:pt x="9" y="38"/>
                      <a:pt x="6" y="60"/>
                      <a:pt x="2" y="81"/>
                    </a:cubicBezTo>
                    <a:cubicBezTo>
                      <a:pt x="1" y="86"/>
                      <a:pt x="0" y="90"/>
                      <a:pt x="0" y="91"/>
                    </a:cubicBezTo>
                    <a:cubicBezTo>
                      <a:pt x="0" y="93"/>
                      <a:pt x="1" y="94"/>
                      <a:pt x="2" y="96"/>
                    </a:cubicBezTo>
                    <a:cubicBezTo>
                      <a:pt x="4" y="97"/>
                      <a:pt x="6" y="97"/>
                      <a:pt x="8" y="97"/>
                    </a:cubicBezTo>
                    <a:cubicBezTo>
                      <a:pt x="10" y="97"/>
                      <a:pt x="11" y="97"/>
                      <a:pt x="12" y="95"/>
                    </a:cubicBezTo>
                    <a:cubicBezTo>
                      <a:pt x="13" y="94"/>
                      <a:pt x="14" y="92"/>
                      <a:pt x="16" y="88"/>
                    </a:cubicBezTo>
                    <a:cubicBezTo>
                      <a:pt x="19" y="82"/>
                      <a:pt x="23" y="75"/>
                      <a:pt x="30" y="66"/>
                    </a:cubicBezTo>
                    <a:cubicBezTo>
                      <a:pt x="36" y="57"/>
                      <a:pt x="41" y="53"/>
                      <a:pt x="43" y="53"/>
                    </a:cubicBezTo>
                    <a:cubicBezTo>
                      <a:pt x="45" y="53"/>
                      <a:pt x="46" y="54"/>
                      <a:pt x="47" y="56"/>
                    </a:cubicBezTo>
                    <a:cubicBezTo>
                      <a:pt x="47" y="58"/>
                      <a:pt x="48" y="63"/>
                      <a:pt x="49" y="72"/>
                    </a:cubicBezTo>
                    <a:cubicBezTo>
                      <a:pt x="49" y="78"/>
                      <a:pt x="51" y="83"/>
                      <a:pt x="53" y="87"/>
                    </a:cubicBezTo>
                    <a:cubicBezTo>
                      <a:pt x="56" y="91"/>
                      <a:pt x="59" y="93"/>
                      <a:pt x="62" y="93"/>
                    </a:cubicBezTo>
                    <a:cubicBezTo>
                      <a:pt x="64" y="93"/>
                      <a:pt x="66" y="92"/>
                      <a:pt x="67" y="91"/>
                    </a:cubicBezTo>
                    <a:cubicBezTo>
                      <a:pt x="68" y="90"/>
                      <a:pt x="69" y="89"/>
                      <a:pt x="69" y="87"/>
                    </a:cubicBezTo>
                    <a:cubicBezTo>
                      <a:pt x="69" y="86"/>
                      <a:pt x="68" y="84"/>
                      <a:pt x="67" y="83"/>
                    </a:cubicBezTo>
                    <a:cubicBezTo>
                      <a:pt x="66" y="81"/>
                      <a:pt x="65" y="79"/>
                      <a:pt x="64"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593"/>
              <p:cNvSpPr>
                <a:spLocks/>
              </p:cNvSpPr>
              <p:nvPr/>
            </p:nvSpPr>
            <p:spPr bwMode="auto">
              <a:xfrm>
                <a:off x="1079500" y="6323013"/>
                <a:ext cx="25400" cy="23813"/>
              </a:xfrm>
              <a:custGeom>
                <a:avLst/>
                <a:gdLst>
                  <a:gd name="T0" fmla="*/ 19 w 19"/>
                  <a:gd name="T1" fmla="*/ 8 h 18"/>
                  <a:gd name="T2" fmla="*/ 17 w 19"/>
                  <a:gd name="T3" fmla="*/ 3 h 18"/>
                  <a:gd name="T4" fmla="*/ 11 w 19"/>
                  <a:gd name="T5" fmla="*/ 0 h 18"/>
                  <a:gd name="T6" fmla="*/ 3 w 19"/>
                  <a:gd name="T7" fmla="*/ 3 h 18"/>
                  <a:gd name="T8" fmla="*/ 0 w 19"/>
                  <a:gd name="T9" fmla="*/ 10 h 18"/>
                  <a:gd name="T10" fmla="*/ 3 w 19"/>
                  <a:gd name="T11" fmla="*/ 15 h 18"/>
                  <a:gd name="T12" fmla="*/ 9 w 19"/>
                  <a:gd name="T13" fmla="*/ 18 h 18"/>
                  <a:gd name="T14" fmla="*/ 16 w 19"/>
                  <a:gd name="T15" fmla="*/ 15 h 18"/>
                  <a:gd name="T16" fmla="*/ 19 w 19"/>
                  <a:gd name="T17" fmla="*/ 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8">
                    <a:moveTo>
                      <a:pt x="19" y="8"/>
                    </a:moveTo>
                    <a:cubicBezTo>
                      <a:pt x="19" y="6"/>
                      <a:pt x="18" y="4"/>
                      <a:pt x="17" y="3"/>
                    </a:cubicBezTo>
                    <a:cubicBezTo>
                      <a:pt x="15" y="1"/>
                      <a:pt x="13" y="0"/>
                      <a:pt x="11" y="0"/>
                    </a:cubicBezTo>
                    <a:cubicBezTo>
                      <a:pt x="7" y="0"/>
                      <a:pt x="5" y="1"/>
                      <a:pt x="3" y="3"/>
                    </a:cubicBezTo>
                    <a:cubicBezTo>
                      <a:pt x="1" y="5"/>
                      <a:pt x="0" y="7"/>
                      <a:pt x="0" y="10"/>
                    </a:cubicBezTo>
                    <a:cubicBezTo>
                      <a:pt x="0" y="12"/>
                      <a:pt x="1" y="14"/>
                      <a:pt x="3" y="15"/>
                    </a:cubicBezTo>
                    <a:cubicBezTo>
                      <a:pt x="5" y="17"/>
                      <a:pt x="7" y="18"/>
                      <a:pt x="9" y="18"/>
                    </a:cubicBezTo>
                    <a:cubicBezTo>
                      <a:pt x="11" y="18"/>
                      <a:pt x="13" y="17"/>
                      <a:pt x="16" y="15"/>
                    </a:cubicBezTo>
                    <a:cubicBezTo>
                      <a:pt x="18" y="13"/>
                      <a:pt x="19" y="11"/>
                      <a:pt x="1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594"/>
              <p:cNvSpPr>
                <a:spLocks/>
              </p:cNvSpPr>
              <p:nvPr/>
            </p:nvSpPr>
            <p:spPr bwMode="auto">
              <a:xfrm>
                <a:off x="1063625" y="6367463"/>
                <a:ext cx="28575" cy="80963"/>
              </a:xfrm>
              <a:custGeom>
                <a:avLst/>
                <a:gdLst>
                  <a:gd name="T0" fmla="*/ 19 w 22"/>
                  <a:gd name="T1" fmla="*/ 1 h 63"/>
                  <a:gd name="T2" fmla="*/ 13 w 22"/>
                  <a:gd name="T3" fmla="*/ 0 h 63"/>
                  <a:gd name="T4" fmla="*/ 8 w 22"/>
                  <a:gd name="T5" fmla="*/ 2 h 63"/>
                  <a:gd name="T6" fmla="*/ 6 w 22"/>
                  <a:gd name="T7" fmla="*/ 10 h 63"/>
                  <a:gd name="T8" fmla="*/ 4 w 22"/>
                  <a:gd name="T9" fmla="*/ 22 h 63"/>
                  <a:gd name="T10" fmla="*/ 4 w 22"/>
                  <a:gd name="T11" fmla="*/ 22 h 63"/>
                  <a:gd name="T12" fmla="*/ 3 w 22"/>
                  <a:gd name="T13" fmla="*/ 28 h 63"/>
                  <a:gd name="T14" fmla="*/ 0 w 22"/>
                  <a:gd name="T15" fmla="*/ 52 h 63"/>
                  <a:gd name="T16" fmla="*/ 8 w 22"/>
                  <a:gd name="T17" fmla="*/ 63 h 63"/>
                  <a:gd name="T18" fmla="*/ 14 w 22"/>
                  <a:gd name="T19" fmla="*/ 61 h 63"/>
                  <a:gd name="T20" fmla="*/ 16 w 22"/>
                  <a:gd name="T21" fmla="*/ 57 h 63"/>
                  <a:gd name="T22" fmla="*/ 16 w 22"/>
                  <a:gd name="T23" fmla="*/ 56 h 63"/>
                  <a:gd name="T24" fmla="*/ 15 w 22"/>
                  <a:gd name="T25" fmla="*/ 46 h 63"/>
                  <a:gd name="T26" fmla="*/ 15 w 22"/>
                  <a:gd name="T27" fmla="*/ 35 h 63"/>
                  <a:gd name="T28" fmla="*/ 19 w 22"/>
                  <a:gd name="T29" fmla="*/ 16 h 63"/>
                  <a:gd name="T30" fmla="*/ 19 w 22"/>
                  <a:gd name="T31" fmla="*/ 15 h 63"/>
                  <a:gd name="T32" fmla="*/ 22 w 22"/>
                  <a:gd name="T33" fmla="*/ 6 h 63"/>
                  <a:gd name="T34" fmla="*/ 19 w 22"/>
                  <a:gd name="T35" fmla="*/ 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63">
                    <a:moveTo>
                      <a:pt x="19" y="1"/>
                    </a:moveTo>
                    <a:cubicBezTo>
                      <a:pt x="18" y="0"/>
                      <a:pt x="16" y="0"/>
                      <a:pt x="13" y="0"/>
                    </a:cubicBezTo>
                    <a:cubicBezTo>
                      <a:pt x="11" y="0"/>
                      <a:pt x="9" y="1"/>
                      <a:pt x="8" y="2"/>
                    </a:cubicBezTo>
                    <a:cubicBezTo>
                      <a:pt x="7" y="4"/>
                      <a:pt x="6" y="7"/>
                      <a:pt x="6" y="10"/>
                    </a:cubicBezTo>
                    <a:cubicBezTo>
                      <a:pt x="6" y="11"/>
                      <a:pt x="6" y="15"/>
                      <a:pt x="4" y="22"/>
                    </a:cubicBezTo>
                    <a:cubicBezTo>
                      <a:pt x="4" y="22"/>
                      <a:pt x="4" y="22"/>
                      <a:pt x="4" y="22"/>
                    </a:cubicBezTo>
                    <a:cubicBezTo>
                      <a:pt x="4" y="24"/>
                      <a:pt x="4" y="25"/>
                      <a:pt x="3" y="28"/>
                    </a:cubicBezTo>
                    <a:cubicBezTo>
                      <a:pt x="1" y="37"/>
                      <a:pt x="0" y="45"/>
                      <a:pt x="0" y="52"/>
                    </a:cubicBezTo>
                    <a:cubicBezTo>
                      <a:pt x="0" y="59"/>
                      <a:pt x="3" y="63"/>
                      <a:pt x="8" y="63"/>
                    </a:cubicBezTo>
                    <a:cubicBezTo>
                      <a:pt x="10" y="63"/>
                      <a:pt x="12" y="62"/>
                      <a:pt x="14" y="61"/>
                    </a:cubicBezTo>
                    <a:cubicBezTo>
                      <a:pt x="15" y="59"/>
                      <a:pt x="16" y="58"/>
                      <a:pt x="16" y="57"/>
                    </a:cubicBezTo>
                    <a:cubicBezTo>
                      <a:pt x="16" y="57"/>
                      <a:pt x="16" y="56"/>
                      <a:pt x="16" y="56"/>
                    </a:cubicBezTo>
                    <a:cubicBezTo>
                      <a:pt x="15" y="52"/>
                      <a:pt x="15" y="48"/>
                      <a:pt x="15" y="46"/>
                    </a:cubicBezTo>
                    <a:cubicBezTo>
                      <a:pt x="15" y="43"/>
                      <a:pt x="15" y="39"/>
                      <a:pt x="15" y="35"/>
                    </a:cubicBezTo>
                    <a:cubicBezTo>
                      <a:pt x="16" y="30"/>
                      <a:pt x="17" y="24"/>
                      <a:pt x="19" y="16"/>
                    </a:cubicBezTo>
                    <a:cubicBezTo>
                      <a:pt x="19" y="15"/>
                      <a:pt x="19" y="15"/>
                      <a:pt x="19" y="15"/>
                    </a:cubicBezTo>
                    <a:cubicBezTo>
                      <a:pt x="21" y="10"/>
                      <a:pt x="22" y="7"/>
                      <a:pt x="22" y="6"/>
                    </a:cubicBezTo>
                    <a:cubicBezTo>
                      <a:pt x="22" y="4"/>
                      <a:pt x="21" y="3"/>
                      <a:pt x="19"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595"/>
              <p:cNvSpPr>
                <a:spLocks/>
              </p:cNvSpPr>
              <p:nvPr/>
            </p:nvSpPr>
            <p:spPr bwMode="auto">
              <a:xfrm>
                <a:off x="1100138" y="6335713"/>
                <a:ext cx="76200" cy="112713"/>
              </a:xfrm>
              <a:custGeom>
                <a:avLst/>
                <a:gdLst>
                  <a:gd name="T0" fmla="*/ 53 w 58"/>
                  <a:gd name="T1" fmla="*/ 23 h 87"/>
                  <a:gd name="T2" fmla="*/ 32 w 58"/>
                  <a:gd name="T3" fmla="*/ 24 h 87"/>
                  <a:gd name="T4" fmla="*/ 37 w 58"/>
                  <a:gd name="T5" fmla="*/ 7 h 87"/>
                  <a:gd name="T6" fmla="*/ 35 w 58"/>
                  <a:gd name="T7" fmla="*/ 2 h 87"/>
                  <a:gd name="T8" fmla="*/ 31 w 58"/>
                  <a:gd name="T9" fmla="*/ 0 h 87"/>
                  <a:gd name="T10" fmla="*/ 23 w 58"/>
                  <a:gd name="T11" fmla="*/ 7 h 87"/>
                  <a:gd name="T12" fmla="*/ 18 w 58"/>
                  <a:gd name="T13" fmla="*/ 26 h 87"/>
                  <a:gd name="T14" fmla="*/ 6 w 58"/>
                  <a:gd name="T15" fmla="*/ 26 h 87"/>
                  <a:gd name="T16" fmla="*/ 0 w 58"/>
                  <a:gd name="T17" fmla="*/ 31 h 87"/>
                  <a:gd name="T18" fmla="*/ 3 w 58"/>
                  <a:gd name="T19" fmla="*/ 37 h 87"/>
                  <a:gd name="T20" fmla="*/ 8 w 58"/>
                  <a:gd name="T21" fmla="*/ 38 h 87"/>
                  <a:gd name="T22" fmla="*/ 9 w 58"/>
                  <a:gd name="T23" fmla="*/ 38 h 87"/>
                  <a:gd name="T24" fmla="*/ 15 w 58"/>
                  <a:gd name="T25" fmla="*/ 38 h 87"/>
                  <a:gd name="T26" fmla="*/ 9 w 58"/>
                  <a:gd name="T27" fmla="*/ 69 h 87"/>
                  <a:gd name="T28" fmla="*/ 13 w 58"/>
                  <a:gd name="T29" fmla="*/ 82 h 87"/>
                  <a:gd name="T30" fmla="*/ 24 w 58"/>
                  <a:gd name="T31" fmla="*/ 87 h 87"/>
                  <a:gd name="T32" fmla="*/ 42 w 58"/>
                  <a:gd name="T33" fmla="*/ 80 h 87"/>
                  <a:gd name="T34" fmla="*/ 50 w 58"/>
                  <a:gd name="T35" fmla="*/ 69 h 87"/>
                  <a:gd name="T36" fmla="*/ 49 w 58"/>
                  <a:gd name="T37" fmla="*/ 66 h 87"/>
                  <a:gd name="T38" fmla="*/ 46 w 58"/>
                  <a:gd name="T39" fmla="*/ 65 h 87"/>
                  <a:gd name="T40" fmla="*/ 41 w 58"/>
                  <a:gd name="T41" fmla="*/ 68 h 87"/>
                  <a:gd name="T42" fmla="*/ 33 w 58"/>
                  <a:gd name="T43" fmla="*/ 73 h 87"/>
                  <a:gd name="T44" fmla="*/ 27 w 58"/>
                  <a:gd name="T45" fmla="*/ 74 h 87"/>
                  <a:gd name="T46" fmla="*/ 24 w 58"/>
                  <a:gd name="T47" fmla="*/ 72 h 87"/>
                  <a:gd name="T48" fmla="*/ 23 w 58"/>
                  <a:gd name="T49" fmla="*/ 66 h 87"/>
                  <a:gd name="T50" fmla="*/ 26 w 58"/>
                  <a:gd name="T51" fmla="*/ 50 h 87"/>
                  <a:gd name="T52" fmla="*/ 29 w 58"/>
                  <a:gd name="T53" fmla="*/ 37 h 87"/>
                  <a:gd name="T54" fmla="*/ 49 w 58"/>
                  <a:gd name="T55" fmla="*/ 34 h 87"/>
                  <a:gd name="T56" fmla="*/ 58 w 58"/>
                  <a:gd name="T57" fmla="*/ 27 h 87"/>
                  <a:gd name="T58" fmla="*/ 57 w 58"/>
                  <a:gd name="T59" fmla="*/ 24 h 87"/>
                  <a:gd name="T60" fmla="*/ 53 w 58"/>
                  <a:gd name="T61" fmla="*/ 2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8" h="87">
                    <a:moveTo>
                      <a:pt x="53" y="23"/>
                    </a:moveTo>
                    <a:cubicBezTo>
                      <a:pt x="51" y="23"/>
                      <a:pt x="45" y="23"/>
                      <a:pt x="32" y="24"/>
                    </a:cubicBezTo>
                    <a:cubicBezTo>
                      <a:pt x="36" y="13"/>
                      <a:pt x="37" y="7"/>
                      <a:pt x="37" y="7"/>
                    </a:cubicBezTo>
                    <a:cubicBezTo>
                      <a:pt x="37" y="5"/>
                      <a:pt x="37" y="4"/>
                      <a:pt x="35" y="2"/>
                    </a:cubicBezTo>
                    <a:cubicBezTo>
                      <a:pt x="34" y="1"/>
                      <a:pt x="33" y="0"/>
                      <a:pt x="31" y="0"/>
                    </a:cubicBezTo>
                    <a:cubicBezTo>
                      <a:pt x="27" y="0"/>
                      <a:pt x="24" y="3"/>
                      <a:pt x="23" y="7"/>
                    </a:cubicBezTo>
                    <a:cubicBezTo>
                      <a:pt x="21" y="15"/>
                      <a:pt x="20" y="21"/>
                      <a:pt x="18" y="26"/>
                    </a:cubicBezTo>
                    <a:cubicBezTo>
                      <a:pt x="6" y="26"/>
                      <a:pt x="6" y="26"/>
                      <a:pt x="6" y="26"/>
                    </a:cubicBezTo>
                    <a:cubicBezTo>
                      <a:pt x="2" y="26"/>
                      <a:pt x="0" y="28"/>
                      <a:pt x="0" y="31"/>
                    </a:cubicBezTo>
                    <a:cubicBezTo>
                      <a:pt x="0" y="34"/>
                      <a:pt x="1" y="35"/>
                      <a:pt x="3" y="37"/>
                    </a:cubicBezTo>
                    <a:cubicBezTo>
                      <a:pt x="5" y="38"/>
                      <a:pt x="6" y="38"/>
                      <a:pt x="8" y="38"/>
                    </a:cubicBezTo>
                    <a:cubicBezTo>
                      <a:pt x="9" y="38"/>
                      <a:pt x="9" y="38"/>
                      <a:pt x="9" y="38"/>
                    </a:cubicBezTo>
                    <a:cubicBezTo>
                      <a:pt x="10" y="38"/>
                      <a:pt x="12" y="38"/>
                      <a:pt x="15" y="38"/>
                    </a:cubicBezTo>
                    <a:cubicBezTo>
                      <a:pt x="11" y="54"/>
                      <a:pt x="9" y="64"/>
                      <a:pt x="9" y="69"/>
                    </a:cubicBezTo>
                    <a:cubicBezTo>
                      <a:pt x="9" y="75"/>
                      <a:pt x="10" y="79"/>
                      <a:pt x="13" y="82"/>
                    </a:cubicBezTo>
                    <a:cubicBezTo>
                      <a:pt x="16" y="85"/>
                      <a:pt x="19" y="87"/>
                      <a:pt x="24" y="87"/>
                    </a:cubicBezTo>
                    <a:cubicBezTo>
                      <a:pt x="31" y="87"/>
                      <a:pt x="36" y="85"/>
                      <a:pt x="42" y="80"/>
                    </a:cubicBezTo>
                    <a:cubicBezTo>
                      <a:pt x="47" y="76"/>
                      <a:pt x="50" y="72"/>
                      <a:pt x="50" y="69"/>
                    </a:cubicBezTo>
                    <a:cubicBezTo>
                      <a:pt x="50" y="68"/>
                      <a:pt x="50" y="67"/>
                      <a:pt x="49" y="66"/>
                    </a:cubicBezTo>
                    <a:cubicBezTo>
                      <a:pt x="48" y="66"/>
                      <a:pt x="48" y="65"/>
                      <a:pt x="46" y="65"/>
                    </a:cubicBezTo>
                    <a:cubicBezTo>
                      <a:pt x="45" y="65"/>
                      <a:pt x="43" y="66"/>
                      <a:pt x="41" y="68"/>
                    </a:cubicBezTo>
                    <a:cubicBezTo>
                      <a:pt x="38" y="71"/>
                      <a:pt x="35" y="72"/>
                      <a:pt x="33" y="73"/>
                    </a:cubicBezTo>
                    <a:cubicBezTo>
                      <a:pt x="31" y="74"/>
                      <a:pt x="29" y="74"/>
                      <a:pt x="27" y="74"/>
                    </a:cubicBezTo>
                    <a:cubicBezTo>
                      <a:pt x="26" y="74"/>
                      <a:pt x="25" y="74"/>
                      <a:pt x="24" y="72"/>
                    </a:cubicBezTo>
                    <a:cubicBezTo>
                      <a:pt x="23" y="71"/>
                      <a:pt x="23" y="69"/>
                      <a:pt x="23" y="66"/>
                    </a:cubicBezTo>
                    <a:cubicBezTo>
                      <a:pt x="23" y="64"/>
                      <a:pt x="24" y="59"/>
                      <a:pt x="26" y="50"/>
                    </a:cubicBezTo>
                    <a:cubicBezTo>
                      <a:pt x="27" y="41"/>
                      <a:pt x="29" y="37"/>
                      <a:pt x="29" y="37"/>
                    </a:cubicBezTo>
                    <a:cubicBezTo>
                      <a:pt x="49" y="34"/>
                      <a:pt x="49" y="34"/>
                      <a:pt x="49" y="34"/>
                    </a:cubicBezTo>
                    <a:cubicBezTo>
                      <a:pt x="55" y="33"/>
                      <a:pt x="58" y="31"/>
                      <a:pt x="58" y="27"/>
                    </a:cubicBezTo>
                    <a:cubicBezTo>
                      <a:pt x="58" y="25"/>
                      <a:pt x="57" y="24"/>
                      <a:pt x="57" y="24"/>
                    </a:cubicBezTo>
                    <a:cubicBezTo>
                      <a:pt x="56" y="23"/>
                      <a:pt x="55" y="23"/>
                      <a:pt x="53"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596"/>
              <p:cNvSpPr>
                <a:spLocks/>
              </p:cNvSpPr>
              <p:nvPr/>
            </p:nvSpPr>
            <p:spPr bwMode="auto">
              <a:xfrm>
                <a:off x="222250" y="4840288"/>
                <a:ext cx="725488" cy="1358900"/>
              </a:xfrm>
              <a:custGeom>
                <a:avLst/>
                <a:gdLst>
                  <a:gd name="T0" fmla="*/ 386 w 561"/>
                  <a:gd name="T1" fmla="*/ 386 h 1053"/>
                  <a:gd name="T2" fmla="*/ 318 w 561"/>
                  <a:gd name="T3" fmla="*/ 413 h 1053"/>
                  <a:gd name="T4" fmla="*/ 307 w 561"/>
                  <a:gd name="T5" fmla="*/ 412 h 1053"/>
                  <a:gd name="T6" fmla="*/ 221 w 561"/>
                  <a:gd name="T7" fmla="*/ 338 h 1053"/>
                  <a:gd name="T8" fmla="*/ 217 w 561"/>
                  <a:gd name="T9" fmla="*/ 336 h 1053"/>
                  <a:gd name="T10" fmla="*/ 79 w 561"/>
                  <a:gd name="T11" fmla="*/ 142 h 1053"/>
                  <a:gd name="T12" fmla="*/ 444 w 561"/>
                  <a:gd name="T13" fmla="*/ 13 h 1053"/>
                  <a:gd name="T14" fmla="*/ 439 w 561"/>
                  <a:gd name="T15" fmla="*/ 0 h 1053"/>
                  <a:gd name="T16" fmla="*/ 71 w 561"/>
                  <a:gd name="T17" fmla="*/ 130 h 1053"/>
                  <a:gd name="T18" fmla="*/ 27 w 561"/>
                  <a:gd name="T19" fmla="*/ 123 h 1053"/>
                  <a:gd name="T20" fmla="*/ 13 w 561"/>
                  <a:gd name="T21" fmla="*/ 151 h 1053"/>
                  <a:gd name="T22" fmla="*/ 0 w 561"/>
                  <a:gd name="T23" fmla="*/ 156 h 1053"/>
                  <a:gd name="T24" fmla="*/ 5 w 561"/>
                  <a:gd name="T25" fmla="*/ 169 h 1053"/>
                  <a:gd name="T26" fmla="*/ 17 w 561"/>
                  <a:gd name="T27" fmla="*/ 164 h 1053"/>
                  <a:gd name="T28" fmla="*/ 19 w 561"/>
                  <a:gd name="T29" fmla="*/ 168 h 1053"/>
                  <a:gd name="T30" fmla="*/ 163 w 561"/>
                  <a:gd name="T31" fmla="*/ 371 h 1053"/>
                  <a:gd name="T32" fmla="*/ 100 w 561"/>
                  <a:gd name="T33" fmla="*/ 608 h 1053"/>
                  <a:gd name="T34" fmla="*/ 102 w 561"/>
                  <a:gd name="T35" fmla="*/ 651 h 1053"/>
                  <a:gd name="T36" fmla="*/ 193 w 561"/>
                  <a:gd name="T37" fmla="*/ 828 h 1053"/>
                  <a:gd name="T38" fmla="*/ 76 w 561"/>
                  <a:gd name="T39" fmla="*/ 945 h 1053"/>
                  <a:gd name="T40" fmla="*/ 76 w 561"/>
                  <a:gd name="T41" fmla="*/ 1016 h 1053"/>
                  <a:gd name="T42" fmla="*/ 111 w 561"/>
                  <a:gd name="T43" fmla="*/ 1031 h 1053"/>
                  <a:gd name="T44" fmla="*/ 147 w 561"/>
                  <a:gd name="T45" fmla="*/ 1016 h 1053"/>
                  <a:gd name="T46" fmla="*/ 289 w 561"/>
                  <a:gd name="T47" fmla="*/ 873 h 1053"/>
                  <a:gd name="T48" fmla="*/ 298 w 561"/>
                  <a:gd name="T49" fmla="*/ 814 h 1053"/>
                  <a:gd name="T50" fmla="*/ 262 w 561"/>
                  <a:gd name="T51" fmla="*/ 745 h 1053"/>
                  <a:gd name="T52" fmla="*/ 347 w 561"/>
                  <a:gd name="T53" fmla="*/ 835 h 1053"/>
                  <a:gd name="T54" fmla="*/ 322 w 561"/>
                  <a:gd name="T55" fmla="*/ 995 h 1053"/>
                  <a:gd name="T56" fmla="*/ 363 w 561"/>
                  <a:gd name="T57" fmla="*/ 1052 h 1053"/>
                  <a:gd name="T58" fmla="*/ 371 w 561"/>
                  <a:gd name="T59" fmla="*/ 1053 h 1053"/>
                  <a:gd name="T60" fmla="*/ 420 w 561"/>
                  <a:gd name="T61" fmla="*/ 1011 h 1053"/>
                  <a:gd name="T62" fmla="*/ 450 w 561"/>
                  <a:gd name="T63" fmla="*/ 827 h 1053"/>
                  <a:gd name="T64" fmla="*/ 437 w 561"/>
                  <a:gd name="T65" fmla="*/ 784 h 1053"/>
                  <a:gd name="T66" fmla="*/ 312 w 561"/>
                  <a:gd name="T67" fmla="*/ 652 h 1053"/>
                  <a:gd name="T68" fmla="*/ 366 w 561"/>
                  <a:gd name="T69" fmla="*/ 448 h 1053"/>
                  <a:gd name="T70" fmla="*/ 495 w 561"/>
                  <a:gd name="T71" fmla="*/ 627 h 1053"/>
                  <a:gd name="T72" fmla="*/ 525 w 561"/>
                  <a:gd name="T73" fmla="*/ 648 h 1053"/>
                  <a:gd name="T74" fmla="*/ 536 w 561"/>
                  <a:gd name="T75" fmla="*/ 646 h 1053"/>
                  <a:gd name="T76" fmla="*/ 555 w 561"/>
                  <a:gd name="T77" fmla="*/ 605 h 1053"/>
                  <a:gd name="T78" fmla="*/ 386 w 561"/>
                  <a:gd name="T79" fmla="*/ 386 h 10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61" h="1053">
                    <a:moveTo>
                      <a:pt x="386" y="386"/>
                    </a:moveTo>
                    <a:cubicBezTo>
                      <a:pt x="368" y="402"/>
                      <a:pt x="344" y="413"/>
                      <a:pt x="318" y="413"/>
                    </a:cubicBezTo>
                    <a:cubicBezTo>
                      <a:pt x="314" y="413"/>
                      <a:pt x="310" y="412"/>
                      <a:pt x="307" y="412"/>
                    </a:cubicBezTo>
                    <a:cubicBezTo>
                      <a:pt x="265" y="407"/>
                      <a:pt x="231" y="377"/>
                      <a:pt x="221" y="338"/>
                    </a:cubicBezTo>
                    <a:cubicBezTo>
                      <a:pt x="217" y="336"/>
                      <a:pt x="217" y="336"/>
                      <a:pt x="217" y="336"/>
                    </a:cubicBezTo>
                    <a:cubicBezTo>
                      <a:pt x="79" y="142"/>
                      <a:pt x="79" y="142"/>
                      <a:pt x="79" y="142"/>
                    </a:cubicBezTo>
                    <a:cubicBezTo>
                      <a:pt x="444" y="13"/>
                      <a:pt x="444" y="13"/>
                      <a:pt x="444" y="13"/>
                    </a:cubicBezTo>
                    <a:cubicBezTo>
                      <a:pt x="439" y="0"/>
                      <a:pt x="439" y="0"/>
                      <a:pt x="439" y="0"/>
                    </a:cubicBezTo>
                    <a:cubicBezTo>
                      <a:pt x="71" y="130"/>
                      <a:pt x="71" y="130"/>
                      <a:pt x="71" y="130"/>
                    </a:cubicBezTo>
                    <a:cubicBezTo>
                      <a:pt x="61" y="116"/>
                      <a:pt x="41" y="113"/>
                      <a:pt x="27" y="123"/>
                    </a:cubicBezTo>
                    <a:cubicBezTo>
                      <a:pt x="17" y="130"/>
                      <a:pt x="13" y="140"/>
                      <a:pt x="13" y="151"/>
                    </a:cubicBezTo>
                    <a:cubicBezTo>
                      <a:pt x="0" y="156"/>
                      <a:pt x="0" y="156"/>
                      <a:pt x="0" y="156"/>
                    </a:cubicBezTo>
                    <a:cubicBezTo>
                      <a:pt x="5" y="169"/>
                      <a:pt x="5" y="169"/>
                      <a:pt x="5" y="169"/>
                    </a:cubicBezTo>
                    <a:cubicBezTo>
                      <a:pt x="17" y="164"/>
                      <a:pt x="17" y="164"/>
                      <a:pt x="17" y="164"/>
                    </a:cubicBezTo>
                    <a:cubicBezTo>
                      <a:pt x="17" y="166"/>
                      <a:pt x="18" y="167"/>
                      <a:pt x="19" y="168"/>
                    </a:cubicBezTo>
                    <a:cubicBezTo>
                      <a:pt x="163" y="371"/>
                      <a:pt x="163" y="371"/>
                      <a:pt x="163" y="371"/>
                    </a:cubicBezTo>
                    <a:cubicBezTo>
                      <a:pt x="100" y="608"/>
                      <a:pt x="100" y="608"/>
                      <a:pt x="100" y="608"/>
                    </a:cubicBezTo>
                    <a:cubicBezTo>
                      <a:pt x="94" y="621"/>
                      <a:pt x="94" y="637"/>
                      <a:pt x="102" y="651"/>
                    </a:cubicBezTo>
                    <a:cubicBezTo>
                      <a:pt x="193" y="828"/>
                      <a:pt x="193" y="828"/>
                      <a:pt x="193" y="828"/>
                    </a:cubicBezTo>
                    <a:cubicBezTo>
                      <a:pt x="76" y="945"/>
                      <a:pt x="76" y="945"/>
                      <a:pt x="76" y="945"/>
                    </a:cubicBezTo>
                    <a:cubicBezTo>
                      <a:pt x="56" y="965"/>
                      <a:pt x="56" y="997"/>
                      <a:pt x="76" y="1016"/>
                    </a:cubicBezTo>
                    <a:cubicBezTo>
                      <a:pt x="86" y="1026"/>
                      <a:pt x="99" y="1031"/>
                      <a:pt x="111" y="1031"/>
                    </a:cubicBezTo>
                    <a:cubicBezTo>
                      <a:pt x="124" y="1031"/>
                      <a:pt x="137" y="1026"/>
                      <a:pt x="147" y="1016"/>
                    </a:cubicBezTo>
                    <a:cubicBezTo>
                      <a:pt x="289" y="873"/>
                      <a:pt x="289" y="873"/>
                      <a:pt x="289" y="873"/>
                    </a:cubicBezTo>
                    <a:cubicBezTo>
                      <a:pt x="304" y="857"/>
                      <a:pt x="308" y="834"/>
                      <a:pt x="298" y="814"/>
                    </a:cubicBezTo>
                    <a:cubicBezTo>
                      <a:pt x="262" y="745"/>
                      <a:pt x="262" y="745"/>
                      <a:pt x="262" y="745"/>
                    </a:cubicBezTo>
                    <a:cubicBezTo>
                      <a:pt x="347" y="835"/>
                      <a:pt x="347" y="835"/>
                      <a:pt x="347" y="835"/>
                    </a:cubicBezTo>
                    <a:cubicBezTo>
                      <a:pt x="322" y="995"/>
                      <a:pt x="322" y="995"/>
                      <a:pt x="322" y="995"/>
                    </a:cubicBezTo>
                    <a:cubicBezTo>
                      <a:pt x="317" y="1022"/>
                      <a:pt x="336" y="1048"/>
                      <a:pt x="363" y="1052"/>
                    </a:cubicBezTo>
                    <a:cubicBezTo>
                      <a:pt x="366" y="1052"/>
                      <a:pt x="368" y="1053"/>
                      <a:pt x="371" y="1053"/>
                    </a:cubicBezTo>
                    <a:cubicBezTo>
                      <a:pt x="395" y="1053"/>
                      <a:pt x="417" y="1035"/>
                      <a:pt x="420" y="1011"/>
                    </a:cubicBezTo>
                    <a:cubicBezTo>
                      <a:pt x="450" y="827"/>
                      <a:pt x="450" y="827"/>
                      <a:pt x="450" y="827"/>
                    </a:cubicBezTo>
                    <a:cubicBezTo>
                      <a:pt x="452" y="811"/>
                      <a:pt x="447" y="796"/>
                      <a:pt x="437" y="784"/>
                    </a:cubicBezTo>
                    <a:cubicBezTo>
                      <a:pt x="312" y="652"/>
                      <a:pt x="312" y="652"/>
                      <a:pt x="312" y="652"/>
                    </a:cubicBezTo>
                    <a:cubicBezTo>
                      <a:pt x="366" y="448"/>
                      <a:pt x="366" y="448"/>
                      <a:pt x="366" y="448"/>
                    </a:cubicBezTo>
                    <a:cubicBezTo>
                      <a:pt x="432" y="490"/>
                      <a:pt x="480" y="588"/>
                      <a:pt x="495" y="627"/>
                    </a:cubicBezTo>
                    <a:cubicBezTo>
                      <a:pt x="499" y="640"/>
                      <a:pt x="512" y="648"/>
                      <a:pt x="525" y="648"/>
                    </a:cubicBezTo>
                    <a:cubicBezTo>
                      <a:pt x="528" y="648"/>
                      <a:pt x="532" y="647"/>
                      <a:pt x="536" y="646"/>
                    </a:cubicBezTo>
                    <a:cubicBezTo>
                      <a:pt x="552" y="640"/>
                      <a:pt x="561" y="621"/>
                      <a:pt x="555" y="605"/>
                    </a:cubicBezTo>
                    <a:cubicBezTo>
                      <a:pt x="552" y="598"/>
                      <a:pt x="494" y="442"/>
                      <a:pt x="386" y="3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597"/>
              <p:cNvSpPr>
                <a:spLocks noEditPoints="1"/>
              </p:cNvSpPr>
              <p:nvPr/>
            </p:nvSpPr>
            <p:spPr bwMode="auto">
              <a:xfrm>
                <a:off x="511175" y="5121275"/>
                <a:ext cx="244475" cy="244475"/>
              </a:xfrm>
              <a:custGeom>
                <a:avLst/>
                <a:gdLst>
                  <a:gd name="T0" fmla="*/ 85 w 190"/>
                  <a:gd name="T1" fmla="*/ 184 h 190"/>
                  <a:gd name="T2" fmla="*/ 184 w 190"/>
                  <a:gd name="T3" fmla="*/ 105 h 190"/>
                  <a:gd name="T4" fmla="*/ 105 w 190"/>
                  <a:gd name="T5" fmla="*/ 6 h 190"/>
                  <a:gd name="T6" fmla="*/ 5 w 190"/>
                  <a:gd name="T7" fmla="*/ 85 h 190"/>
                  <a:gd name="T8" fmla="*/ 85 w 190"/>
                  <a:gd name="T9" fmla="*/ 184 h 190"/>
                  <a:gd name="T10" fmla="*/ 43 w 190"/>
                  <a:gd name="T11" fmla="*/ 124 h 190"/>
                  <a:gd name="T12" fmla="*/ 100 w 190"/>
                  <a:gd name="T13" fmla="*/ 114 h 190"/>
                  <a:gd name="T14" fmla="*/ 138 w 190"/>
                  <a:gd name="T15" fmla="*/ 159 h 190"/>
                  <a:gd name="T16" fmla="*/ 90 w 190"/>
                  <a:gd name="T17" fmla="*/ 141 h 190"/>
                  <a:gd name="T18" fmla="*/ 43 w 190"/>
                  <a:gd name="T19" fmla="*/ 124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0" h="190">
                    <a:moveTo>
                      <a:pt x="85" y="184"/>
                    </a:moveTo>
                    <a:cubicBezTo>
                      <a:pt x="134" y="190"/>
                      <a:pt x="179" y="154"/>
                      <a:pt x="184" y="105"/>
                    </a:cubicBezTo>
                    <a:cubicBezTo>
                      <a:pt x="190" y="56"/>
                      <a:pt x="154" y="11"/>
                      <a:pt x="105" y="6"/>
                    </a:cubicBezTo>
                    <a:cubicBezTo>
                      <a:pt x="56" y="0"/>
                      <a:pt x="11" y="35"/>
                      <a:pt x="5" y="85"/>
                    </a:cubicBezTo>
                    <a:cubicBezTo>
                      <a:pt x="0" y="134"/>
                      <a:pt x="35" y="179"/>
                      <a:pt x="85" y="184"/>
                    </a:cubicBezTo>
                    <a:close/>
                    <a:moveTo>
                      <a:pt x="43" y="124"/>
                    </a:moveTo>
                    <a:cubicBezTo>
                      <a:pt x="48" y="109"/>
                      <a:pt x="74" y="104"/>
                      <a:pt x="100" y="114"/>
                    </a:cubicBezTo>
                    <a:cubicBezTo>
                      <a:pt x="127" y="124"/>
                      <a:pt x="144" y="144"/>
                      <a:pt x="138" y="159"/>
                    </a:cubicBezTo>
                    <a:cubicBezTo>
                      <a:pt x="132" y="174"/>
                      <a:pt x="117" y="151"/>
                      <a:pt x="90" y="141"/>
                    </a:cubicBezTo>
                    <a:cubicBezTo>
                      <a:pt x="64" y="132"/>
                      <a:pt x="37" y="139"/>
                      <a:pt x="43" y="1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598"/>
              <p:cNvSpPr>
                <a:spLocks/>
              </p:cNvSpPr>
              <p:nvPr/>
            </p:nvSpPr>
            <p:spPr bwMode="auto">
              <a:xfrm>
                <a:off x="609600" y="5000625"/>
                <a:ext cx="277813" cy="255588"/>
              </a:xfrm>
              <a:custGeom>
                <a:avLst/>
                <a:gdLst>
                  <a:gd name="T0" fmla="*/ 215 w 215"/>
                  <a:gd name="T1" fmla="*/ 123 h 198"/>
                  <a:gd name="T2" fmla="*/ 210 w 215"/>
                  <a:gd name="T3" fmla="*/ 118 h 198"/>
                  <a:gd name="T4" fmla="*/ 160 w 215"/>
                  <a:gd name="T5" fmla="*/ 109 h 198"/>
                  <a:gd name="T6" fmla="*/ 192 w 215"/>
                  <a:gd name="T7" fmla="*/ 62 h 198"/>
                  <a:gd name="T8" fmla="*/ 192 w 215"/>
                  <a:gd name="T9" fmla="*/ 55 h 198"/>
                  <a:gd name="T10" fmla="*/ 186 w 215"/>
                  <a:gd name="T11" fmla="*/ 53 h 198"/>
                  <a:gd name="T12" fmla="*/ 134 w 215"/>
                  <a:gd name="T13" fmla="*/ 67 h 198"/>
                  <a:gd name="T14" fmla="*/ 140 w 215"/>
                  <a:gd name="T15" fmla="*/ 7 h 198"/>
                  <a:gd name="T16" fmla="*/ 136 w 215"/>
                  <a:gd name="T17" fmla="*/ 1 h 198"/>
                  <a:gd name="T18" fmla="*/ 129 w 215"/>
                  <a:gd name="T19" fmla="*/ 3 h 198"/>
                  <a:gd name="T20" fmla="*/ 89 w 215"/>
                  <a:gd name="T21" fmla="*/ 48 h 198"/>
                  <a:gd name="T22" fmla="*/ 70 w 215"/>
                  <a:gd name="T23" fmla="*/ 7 h 198"/>
                  <a:gd name="T24" fmla="*/ 64 w 215"/>
                  <a:gd name="T25" fmla="*/ 3 h 198"/>
                  <a:gd name="T26" fmla="*/ 59 w 215"/>
                  <a:gd name="T27" fmla="*/ 8 h 198"/>
                  <a:gd name="T28" fmla="*/ 48 w 215"/>
                  <a:gd name="T29" fmla="*/ 45 h 198"/>
                  <a:gd name="T30" fmla="*/ 10 w 215"/>
                  <a:gd name="T31" fmla="*/ 9 h 198"/>
                  <a:gd name="T32" fmla="*/ 3 w 215"/>
                  <a:gd name="T33" fmla="*/ 8 h 198"/>
                  <a:gd name="T34" fmla="*/ 0 w 215"/>
                  <a:gd name="T35" fmla="*/ 14 h 198"/>
                  <a:gd name="T36" fmla="*/ 10 w 215"/>
                  <a:gd name="T37" fmla="*/ 69 h 198"/>
                  <a:gd name="T38" fmla="*/ 17 w 215"/>
                  <a:gd name="T39" fmla="*/ 74 h 198"/>
                  <a:gd name="T40" fmla="*/ 22 w 215"/>
                  <a:gd name="T41" fmla="*/ 67 h 198"/>
                  <a:gd name="T42" fmla="*/ 15 w 215"/>
                  <a:gd name="T43" fmla="*/ 30 h 198"/>
                  <a:gd name="T44" fmla="*/ 46 w 215"/>
                  <a:gd name="T45" fmla="*/ 61 h 198"/>
                  <a:gd name="T46" fmla="*/ 52 w 215"/>
                  <a:gd name="T47" fmla="*/ 62 h 198"/>
                  <a:gd name="T48" fmla="*/ 56 w 215"/>
                  <a:gd name="T49" fmla="*/ 58 h 198"/>
                  <a:gd name="T50" fmla="*/ 66 w 215"/>
                  <a:gd name="T51" fmla="*/ 26 h 198"/>
                  <a:gd name="T52" fmla="*/ 82 w 215"/>
                  <a:gd name="T53" fmla="*/ 62 h 198"/>
                  <a:gd name="T54" fmla="*/ 86 w 215"/>
                  <a:gd name="T55" fmla="*/ 65 h 198"/>
                  <a:gd name="T56" fmla="*/ 92 w 215"/>
                  <a:gd name="T57" fmla="*/ 63 h 198"/>
                  <a:gd name="T58" fmla="*/ 126 w 215"/>
                  <a:gd name="T59" fmla="*/ 24 h 198"/>
                  <a:gd name="T60" fmla="*/ 122 w 215"/>
                  <a:gd name="T61" fmla="*/ 74 h 198"/>
                  <a:gd name="T62" fmla="*/ 124 w 215"/>
                  <a:gd name="T63" fmla="*/ 79 h 198"/>
                  <a:gd name="T64" fmla="*/ 129 w 215"/>
                  <a:gd name="T65" fmla="*/ 81 h 198"/>
                  <a:gd name="T66" fmla="*/ 173 w 215"/>
                  <a:gd name="T67" fmla="*/ 68 h 198"/>
                  <a:gd name="T68" fmla="*/ 145 w 215"/>
                  <a:gd name="T69" fmla="*/ 110 h 198"/>
                  <a:gd name="T70" fmla="*/ 144 w 215"/>
                  <a:gd name="T71" fmla="*/ 115 h 198"/>
                  <a:gd name="T72" fmla="*/ 148 w 215"/>
                  <a:gd name="T73" fmla="*/ 119 h 198"/>
                  <a:gd name="T74" fmla="*/ 191 w 215"/>
                  <a:gd name="T75" fmla="*/ 127 h 198"/>
                  <a:gd name="T76" fmla="*/ 141 w 215"/>
                  <a:gd name="T77" fmla="*/ 152 h 198"/>
                  <a:gd name="T78" fmla="*/ 138 w 215"/>
                  <a:gd name="T79" fmla="*/ 156 h 198"/>
                  <a:gd name="T80" fmla="*/ 140 w 215"/>
                  <a:gd name="T81" fmla="*/ 161 h 198"/>
                  <a:gd name="T82" fmla="*/ 161 w 215"/>
                  <a:gd name="T83" fmla="*/ 185 h 198"/>
                  <a:gd name="T84" fmla="*/ 130 w 215"/>
                  <a:gd name="T85" fmla="*/ 183 h 198"/>
                  <a:gd name="T86" fmla="*/ 123 w 215"/>
                  <a:gd name="T87" fmla="*/ 188 h 198"/>
                  <a:gd name="T88" fmla="*/ 129 w 215"/>
                  <a:gd name="T89" fmla="*/ 195 h 198"/>
                  <a:gd name="T90" fmla="*/ 174 w 215"/>
                  <a:gd name="T91" fmla="*/ 198 h 198"/>
                  <a:gd name="T92" fmla="*/ 175 w 215"/>
                  <a:gd name="T93" fmla="*/ 198 h 198"/>
                  <a:gd name="T94" fmla="*/ 180 w 215"/>
                  <a:gd name="T95" fmla="*/ 195 h 198"/>
                  <a:gd name="T96" fmla="*/ 179 w 215"/>
                  <a:gd name="T97" fmla="*/ 188 h 198"/>
                  <a:gd name="T98" fmla="*/ 154 w 215"/>
                  <a:gd name="T99" fmla="*/ 159 h 198"/>
                  <a:gd name="T100" fmla="*/ 212 w 215"/>
                  <a:gd name="T101" fmla="*/ 129 h 198"/>
                  <a:gd name="T102" fmla="*/ 215 w 215"/>
                  <a:gd name="T103" fmla="*/ 123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15" h="198">
                    <a:moveTo>
                      <a:pt x="215" y="123"/>
                    </a:moveTo>
                    <a:cubicBezTo>
                      <a:pt x="214" y="120"/>
                      <a:pt x="212" y="118"/>
                      <a:pt x="210" y="118"/>
                    </a:cubicBezTo>
                    <a:cubicBezTo>
                      <a:pt x="160" y="109"/>
                      <a:pt x="160" y="109"/>
                      <a:pt x="160" y="109"/>
                    </a:cubicBezTo>
                    <a:cubicBezTo>
                      <a:pt x="192" y="62"/>
                      <a:pt x="192" y="62"/>
                      <a:pt x="192" y="62"/>
                    </a:cubicBezTo>
                    <a:cubicBezTo>
                      <a:pt x="194" y="60"/>
                      <a:pt x="194" y="57"/>
                      <a:pt x="192" y="55"/>
                    </a:cubicBezTo>
                    <a:cubicBezTo>
                      <a:pt x="191" y="53"/>
                      <a:pt x="188" y="52"/>
                      <a:pt x="186" y="53"/>
                    </a:cubicBezTo>
                    <a:cubicBezTo>
                      <a:pt x="134" y="67"/>
                      <a:pt x="134" y="67"/>
                      <a:pt x="134" y="67"/>
                    </a:cubicBezTo>
                    <a:cubicBezTo>
                      <a:pt x="140" y="7"/>
                      <a:pt x="140" y="7"/>
                      <a:pt x="140" y="7"/>
                    </a:cubicBezTo>
                    <a:cubicBezTo>
                      <a:pt x="140" y="5"/>
                      <a:pt x="138" y="2"/>
                      <a:pt x="136" y="1"/>
                    </a:cubicBezTo>
                    <a:cubicBezTo>
                      <a:pt x="134" y="0"/>
                      <a:pt x="131" y="1"/>
                      <a:pt x="129" y="3"/>
                    </a:cubicBezTo>
                    <a:cubicBezTo>
                      <a:pt x="89" y="48"/>
                      <a:pt x="89" y="48"/>
                      <a:pt x="89" y="48"/>
                    </a:cubicBezTo>
                    <a:cubicBezTo>
                      <a:pt x="70" y="7"/>
                      <a:pt x="70" y="7"/>
                      <a:pt x="70" y="7"/>
                    </a:cubicBezTo>
                    <a:cubicBezTo>
                      <a:pt x="69" y="5"/>
                      <a:pt x="66" y="3"/>
                      <a:pt x="64" y="3"/>
                    </a:cubicBezTo>
                    <a:cubicBezTo>
                      <a:pt x="61" y="4"/>
                      <a:pt x="59" y="5"/>
                      <a:pt x="59" y="8"/>
                    </a:cubicBezTo>
                    <a:cubicBezTo>
                      <a:pt x="48" y="45"/>
                      <a:pt x="48" y="45"/>
                      <a:pt x="48" y="45"/>
                    </a:cubicBezTo>
                    <a:cubicBezTo>
                      <a:pt x="10" y="9"/>
                      <a:pt x="10" y="9"/>
                      <a:pt x="10" y="9"/>
                    </a:cubicBezTo>
                    <a:cubicBezTo>
                      <a:pt x="8" y="7"/>
                      <a:pt x="5" y="7"/>
                      <a:pt x="3" y="8"/>
                    </a:cubicBezTo>
                    <a:cubicBezTo>
                      <a:pt x="1" y="9"/>
                      <a:pt x="0" y="12"/>
                      <a:pt x="0" y="14"/>
                    </a:cubicBezTo>
                    <a:cubicBezTo>
                      <a:pt x="10" y="69"/>
                      <a:pt x="10" y="69"/>
                      <a:pt x="10" y="69"/>
                    </a:cubicBezTo>
                    <a:cubicBezTo>
                      <a:pt x="11" y="72"/>
                      <a:pt x="14" y="74"/>
                      <a:pt x="17" y="74"/>
                    </a:cubicBezTo>
                    <a:cubicBezTo>
                      <a:pt x="20" y="73"/>
                      <a:pt x="22" y="70"/>
                      <a:pt x="22" y="67"/>
                    </a:cubicBezTo>
                    <a:cubicBezTo>
                      <a:pt x="15" y="30"/>
                      <a:pt x="15" y="30"/>
                      <a:pt x="15" y="30"/>
                    </a:cubicBezTo>
                    <a:cubicBezTo>
                      <a:pt x="46" y="61"/>
                      <a:pt x="46" y="61"/>
                      <a:pt x="46" y="61"/>
                    </a:cubicBezTo>
                    <a:cubicBezTo>
                      <a:pt x="48" y="62"/>
                      <a:pt x="50" y="63"/>
                      <a:pt x="52" y="62"/>
                    </a:cubicBezTo>
                    <a:cubicBezTo>
                      <a:pt x="54" y="61"/>
                      <a:pt x="56" y="60"/>
                      <a:pt x="56" y="58"/>
                    </a:cubicBezTo>
                    <a:cubicBezTo>
                      <a:pt x="66" y="26"/>
                      <a:pt x="66" y="26"/>
                      <a:pt x="66" y="26"/>
                    </a:cubicBezTo>
                    <a:cubicBezTo>
                      <a:pt x="82" y="62"/>
                      <a:pt x="82" y="62"/>
                      <a:pt x="82" y="62"/>
                    </a:cubicBezTo>
                    <a:cubicBezTo>
                      <a:pt x="83" y="64"/>
                      <a:pt x="84" y="65"/>
                      <a:pt x="86" y="65"/>
                    </a:cubicBezTo>
                    <a:cubicBezTo>
                      <a:pt x="88" y="66"/>
                      <a:pt x="90" y="65"/>
                      <a:pt x="92" y="63"/>
                    </a:cubicBezTo>
                    <a:cubicBezTo>
                      <a:pt x="126" y="24"/>
                      <a:pt x="126" y="24"/>
                      <a:pt x="126" y="24"/>
                    </a:cubicBezTo>
                    <a:cubicBezTo>
                      <a:pt x="122" y="74"/>
                      <a:pt x="122" y="74"/>
                      <a:pt x="122" y="74"/>
                    </a:cubicBezTo>
                    <a:cubicBezTo>
                      <a:pt x="121" y="76"/>
                      <a:pt x="122" y="78"/>
                      <a:pt x="124" y="79"/>
                    </a:cubicBezTo>
                    <a:cubicBezTo>
                      <a:pt x="125" y="81"/>
                      <a:pt x="127" y="81"/>
                      <a:pt x="129" y="81"/>
                    </a:cubicBezTo>
                    <a:cubicBezTo>
                      <a:pt x="173" y="68"/>
                      <a:pt x="173" y="68"/>
                      <a:pt x="173" y="68"/>
                    </a:cubicBezTo>
                    <a:cubicBezTo>
                      <a:pt x="145" y="110"/>
                      <a:pt x="145" y="110"/>
                      <a:pt x="145" y="110"/>
                    </a:cubicBezTo>
                    <a:cubicBezTo>
                      <a:pt x="143" y="111"/>
                      <a:pt x="143" y="113"/>
                      <a:pt x="144" y="115"/>
                    </a:cubicBezTo>
                    <a:cubicBezTo>
                      <a:pt x="145" y="117"/>
                      <a:pt x="146" y="119"/>
                      <a:pt x="148" y="119"/>
                    </a:cubicBezTo>
                    <a:cubicBezTo>
                      <a:pt x="191" y="127"/>
                      <a:pt x="191" y="127"/>
                      <a:pt x="191" y="127"/>
                    </a:cubicBezTo>
                    <a:cubicBezTo>
                      <a:pt x="141" y="152"/>
                      <a:pt x="141" y="152"/>
                      <a:pt x="141" y="152"/>
                    </a:cubicBezTo>
                    <a:cubicBezTo>
                      <a:pt x="140" y="153"/>
                      <a:pt x="139" y="155"/>
                      <a:pt x="138" y="156"/>
                    </a:cubicBezTo>
                    <a:cubicBezTo>
                      <a:pt x="138" y="158"/>
                      <a:pt x="138" y="160"/>
                      <a:pt x="140" y="161"/>
                    </a:cubicBezTo>
                    <a:cubicBezTo>
                      <a:pt x="161" y="185"/>
                      <a:pt x="161" y="185"/>
                      <a:pt x="161" y="185"/>
                    </a:cubicBezTo>
                    <a:cubicBezTo>
                      <a:pt x="130" y="183"/>
                      <a:pt x="130" y="183"/>
                      <a:pt x="130" y="183"/>
                    </a:cubicBezTo>
                    <a:cubicBezTo>
                      <a:pt x="126" y="183"/>
                      <a:pt x="123" y="185"/>
                      <a:pt x="123" y="188"/>
                    </a:cubicBezTo>
                    <a:cubicBezTo>
                      <a:pt x="123" y="192"/>
                      <a:pt x="125" y="195"/>
                      <a:pt x="129" y="195"/>
                    </a:cubicBezTo>
                    <a:cubicBezTo>
                      <a:pt x="174" y="198"/>
                      <a:pt x="174" y="198"/>
                      <a:pt x="174" y="198"/>
                    </a:cubicBezTo>
                    <a:cubicBezTo>
                      <a:pt x="175" y="198"/>
                      <a:pt x="175" y="198"/>
                      <a:pt x="175" y="198"/>
                    </a:cubicBezTo>
                    <a:cubicBezTo>
                      <a:pt x="177" y="198"/>
                      <a:pt x="179" y="197"/>
                      <a:pt x="180" y="195"/>
                    </a:cubicBezTo>
                    <a:cubicBezTo>
                      <a:pt x="181" y="193"/>
                      <a:pt x="181" y="190"/>
                      <a:pt x="179" y="188"/>
                    </a:cubicBezTo>
                    <a:cubicBezTo>
                      <a:pt x="154" y="159"/>
                      <a:pt x="154" y="159"/>
                      <a:pt x="154" y="159"/>
                    </a:cubicBezTo>
                    <a:cubicBezTo>
                      <a:pt x="212" y="129"/>
                      <a:pt x="212" y="129"/>
                      <a:pt x="212" y="129"/>
                    </a:cubicBezTo>
                    <a:cubicBezTo>
                      <a:pt x="214" y="128"/>
                      <a:pt x="215" y="125"/>
                      <a:pt x="215"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599"/>
              <p:cNvSpPr>
                <a:spLocks/>
              </p:cNvSpPr>
              <p:nvPr/>
            </p:nvSpPr>
            <p:spPr bwMode="auto">
              <a:xfrm>
                <a:off x="828675" y="5233988"/>
                <a:ext cx="230188" cy="193675"/>
              </a:xfrm>
              <a:custGeom>
                <a:avLst/>
                <a:gdLst>
                  <a:gd name="T0" fmla="*/ 124 w 179"/>
                  <a:gd name="T1" fmla="*/ 121 h 149"/>
                  <a:gd name="T2" fmla="*/ 142 w 179"/>
                  <a:gd name="T3" fmla="*/ 122 h 149"/>
                  <a:gd name="T4" fmla="*/ 175 w 179"/>
                  <a:gd name="T5" fmla="*/ 74 h 149"/>
                  <a:gd name="T6" fmla="*/ 135 w 179"/>
                  <a:gd name="T7" fmla="*/ 41 h 149"/>
                  <a:gd name="T8" fmla="*/ 134 w 179"/>
                  <a:gd name="T9" fmla="*/ 36 h 149"/>
                  <a:gd name="T10" fmla="*/ 88 w 179"/>
                  <a:gd name="T11" fmla="*/ 4 h 149"/>
                  <a:gd name="T12" fmla="*/ 56 w 179"/>
                  <a:gd name="T13" fmla="*/ 50 h 149"/>
                  <a:gd name="T14" fmla="*/ 56 w 179"/>
                  <a:gd name="T15" fmla="*/ 52 h 149"/>
                  <a:gd name="T16" fmla="*/ 3 w 179"/>
                  <a:gd name="T17" fmla="*/ 52 h 149"/>
                  <a:gd name="T18" fmla="*/ 3 w 179"/>
                  <a:gd name="T19" fmla="*/ 58 h 149"/>
                  <a:gd name="T20" fmla="*/ 46 w 179"/>
                  <a:gd name="T21" fmla="*/ 60 h 149"/>
                  <a:gd name="T22" fmla="*/ 82 w 179"/>
                  <a:gd name="T23" fmla="*/ 61 h 149"/>
                  <a:gd name="T24" fmla="*/ 82 w 179"/>
                  <a:gd name="T25" fmla="*/ 51 h 149"/>
                  <a:gd name="T26" fmla="*/ 63 w 179"/>
                  <a:gd name="T27" fmla="*/ 51 h 149"/>
                  <a:gd name="T28" fmla="*/ 90 w 179"/>
                  <a:gd name="T29" fmla="*/ 16 h 149"/>
                  <a:gd name="T30" fmla="*/ 128 w 179"/>
                  <a:gd name="T31" fmla="*/ 41 h 149"/>
                  <a:gd name="T32" fmla="*/ 127 w 179"/>
                  <a:gd name="T33" fmla="*/ 41 h 149"/>
                  <a:gd name="T34" fmla="*/ 106 w 179"/>
                  <a:gd name="T35" fmla="*/ 52 h 149"/>
                  <a:gd name="T36" fmla="*/ 118 w 179"/>
                  <a:gd name="T37" fmla="*/ 48 h 149"/>
                  <a:gd name="T38" fmla="*/ 157 w 179"/>
                  <a:gd name="T39" fmla="*/ 75 h 149"/>
                  <a:gd name="T40" fmla="*/ 130 w 179"/>
                  <a:gd name="T41" fmla="*/ 115 h 149"/>
                  <a:gd name="T42" fmla="*/ 105 w 179"/>
                  <a:gd name="T43" fmla="*/ 110 h 149"/>
                  <a:gd name="T44" fmla="*/ 116 w 179"/>
                  <a:gd name="T45" fmla="*/ 118 h 149"/>
                  <a:gd name="T46" fmla="*/ 94 w 179"/>
                  <a:gd name="T47" fmla="*/ 134 h 149"/>
                  <a:gd name="T48" fmla="*/ 55 w 179"/>
                  <a:gd name="T49" fmla="*/ 107 h 149"/>
                  <a:gd name="T50" fmla="*/ 57 w 179"/>
                  <a:gd name="T51" fmla="*/ 89 h 149"/>
                  <a:gd name="T52" fmla="*/ 75 w 179"/>
                  <a:gd name="T53" fmla="*/ 95 h 149"/>
                  <a:gd name="T54" fmla="*/ 78 w 179"/>
                  <a:gd name="T55" fmla="*/ 85 h 149"/>
                  <a:gd name="T56" fmla="*/ 45 w 179"/>
                  <a:gd name="T57" fmla="*/ 76 h 149"/>
                  <a:gd name="T58" fmla="*/ 2 w 179"/>
                  <a:gd name="T59" fmla="*/ 65 h 149"/>
                  <a:gd name="T60" fmla="*/ 0 w 179"/>
                  <a:gd name="T61" fmla="*/ 70 h 149"/>
                  <a:gd name="T62" fmla="*/ 47 w 179"/>
                  <a:gd name="T63" fmla="*/ 86 h 149"/>
                  <a:gd name="T64" fmla="*/ 44 w 179"/>
                  <a:gd name="T65" fmla="*/ 111 h 149"/>
                  <a:gd name="T66" fmla="*/ 93 w 179"/>
                  <a:gd name="T67" fmla="*/ 145 h 149"/>
                  <a:gd name="T68" fmla="*/ 124 w 179"/>
                  <a:gd name="T69" fmla="*/ 121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9" h="149">
                    <a:moveTo>
                      <a:pt x="124" y="121"/>
                    </a:moveTo>
                    <a:cubicBezTo>
                      <a:pt x="129" y="123"/>
                      <a:pt x="135" y="123"/>
                      <a:pt x="142" y="122"/>
                    </a:cubicBezTo>
                    <a:cubicBezTo>
                      <a:pt x="164" y="118"/>
                      <a:pt x="179" y="97"/>
                      <a:pt x="175" y="74"/>
                    </a:cubicBezTo>
                    <a:cubicBezTo>
                      <a:pt x="171" y="55"/>
                      <a:pt x="154" y="41"/>
                      <a:pt x="135" y="41"/>
                    </a:cubicBezTo>
                    <a:cubicBezTo>
                      <a:pt x="135" y="39"/>
                      <a:pt x="135" y="38"/>
                      <a:pt x="134" y="36"/>
                    </a:cubicBezTo>
                    <a:cubicBezTo>
                      <a:pt x="130" y="14"/>
                      <a:pt x="110" y="0"/>
                      <a:pt x="88" y="4"/>
                    </a:cubicBezTo>
                    <a:cubicBezTo>
                      <a:pt x="66" y="8"/>
                      <a:pt x="52" y="28"/>
                      <a:pt x="56" y="50"/>
                    </a:cubicBezTo>
                    <a:cubicBezTo>
                      <a:pt x="56" y="51"/>
                      <a:pt x="56" y="51"/>
                      <a:pt x="56" y="52"/>
                    </a:cubicBezTo>
                    <a:cubicBezTo>
                      <a:pt x="3" y="52"/>
                      <a:pt x="3" y="52"/>
                      <a:pt x="3" y="52"/>
                    </a:cubicBezTo>
                    <a:cubicBezTo>
                      <a:pt x="3" y="58"/>
                      <a:pt x="3" y="58"/>
                      <a:pt x="3" y="58"/>
                    </a:cubicBezTo>
                    <a:cubicBezTo>
                      <a:pt x="46" y="60"/>
                      <a:pt x="46" y="60"/>
                      <a:pt x="46" y="60"/>
                    </a:cubicBezTo>
                    <a:cubicBezTo>
                      <a:pt x="82" y="61"/>
                      <a:pt x="82" y="61"/>
                      <a:pt x="82" y="61"/>
                    </a:cubicBezTo>
                    <a:cubicBezTo>
                      <a:pt x="82" y="51"/>
                      <a:pt x="82" y="51"/>
                      <a:pt x="82" y="51"/>
                    </a:cubicBezTo>
                    <a:cubicBezTo>
                      <a:pt x="63" y="51"/>
                      <a:pt x="63" y="51"/>
                      <a:pt x="63" y="51"/>
                    </a:cubicBezTo>
                    <a:cubicBezTo>
                      <a:pt x="62" y="35"/>
                      <a:pt x="73" y="19"/>
                      <a:pt x="90" y="16"/>
                    </a:cubicBezTo>
                    <a:cubicBezTo>
                      <a:pt x="108" y="13"/>
                      <a:pt x="124" y="24"/>
                      <a:pt x="128" y="41"/>
                    </a:cubicBezTo>
                    <a:cubicBezTo>
                      <a:pt x="128" y="41"/>
                      <a:pt x="128" y="41"/>
                      <a:pt x="127" y="41"/>
                    </a:cubicBezTo>
                    <a:cubicBezTo>
                      <a:pt x="119" y="43"/>
                      <a:pt x="111" y="47"/>
                      <a:pt x="106" y="52"/>
                    </a:cubicBezTo>
                    <a:cubicBezTo>
                      <a:pt x="109" y="50"/>
                      <a:pt x="113" y="48"/>
                      <a:pt x="118" y="48"/>
                    </a:cubicBezTo>
                    <a:cubicBezTo>
                      <a:pt x="136" y="44"/>
                      <a:pt x="154" y="57"/>
                      <a:pt x="157" y="75"/>
                    </a:cubicBezTo>
                    <a:cubicBezTo>
                      <a:pt x="161" y="94"/>
                      <a:pt x="148" y="112"/>
                      <a:pt x="130" y="115"/>
                    </a:cubicBezTo>
                    <a:cubicBezTo>
                      <a:pt x="121" y="117"/>
                      <a:pt x="112" y="115"/>
                      <a:pt x="105" y="110"/>
                    </a:cubicBezTo>
                    <a:cubicBezTo>
                      <a:pt x="108" y="113"/>
                      <a:pt x="112" y="116"/>
                      <a:pt x="116" y="118"/>
                    </a:cubicBezTo>
                    <a:cubicBezTo>
                      <a:pt x="111" y="126"/>
                      <a:pt x="103" y="132"/>
                      <a:pt x="94" y="134"/>
                    </a:cubicBezTo>
                    <a:cubicBezTo>
                      <a:pt x="76" y="137"/>
                      <a:pt x="58" y="125"/>
                      <a:pt x="55" y="107"/>
                    </a:cubicBezTo>
                    <a:cubicBezTo>
                      <a:pt x="54" y="100"/>
                      <a:pt x="55" y="94"/>
                      <a:pt x="57" y="89"/>
                    </a:cubicBezTo>
                    <a:cubicBezTo>
                      <a:pt x="75" y="95"/>
                      <a:pt x="75" y="95"/>
                      <a:pt x="75" y="95"/>
                    </a:cubicBezTo>
                    <a:cubicBezTo>
                      <a:pt x="78" y="85"/>
                      <a:pt x="78" y="85"/>
                      <a:pt x="78" y="85"/>
                    </a:cubicBezTo>
                    <a:cubicBezTo>
                      <a:pt x="45" y="76"/>
                      <a:pt x="45" y="76"/>
                      <a:pt x="45" y="76"/>
                    </a:cubicBezTo>
                    <a:cubicBezTo>
                      <a:pt x="2" y="65"/>
                      <a:pt x="2" y="65"/>
                      <a:pt x="2" y="65"/>
                    </a:cubicBezTo>
                    <a:cubicBezTo>
                      <a:pt x="0" y="70"/>
                      <a:pt x="0" y="70"/>
                      <a:pt x="0" y="70"/>
                    </a:cubicBezTo>
                    <a:cubicBezTo>
                      <a:pt x="47" y="86"/>
                      <a:pt x="47" y="86"/>
                      <a:pt x="47" y="86"/>
                    </a:cubicBezTo>
                    <a:cubicBezTo>
                      <a:pt x="44" y="93"/>
                      <a:pt x="42" y="102"/>
                      <a:pt x="44" y="111"/>
                    </a:cubicBezTo>
                    <a:cubicBezTo>
                      <a:pt x="48" y="134"/>
                      <a:pt x="70" y="149"/>
                      <a:pt x="93" y="145"/>
                    </a:cubicBezTo>
                    <a:cubicBezTo>
                      <a:pt x="107" y="143"/>
                      <a:pt x="118" y="133"/>
                      <a:pt x="124" y="1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600"/>
              <p:cNvSpPr>
                <a:spLocks/>
              </p:cNvSpPr>
              <p:nvPr/>
            </p:nvSpPr>
            <p:spPr bwMode="auto">
              <a:xfrm>
                <a:off x="436563" y="4997450"/>
                <a:ext cx="69850" cy="53975"/>
              </a:xfrm>
              <a:custGeom>
                <a:avLst/>
                <a:gdLst>
                  <a:gd name="T0" fmla="*/ 52 w 53"/>
                  <a:gd name="T1" fmla="*/ 0 h 42"/>
                  <a:gd name="T2" fmla="*/ 46 w 53"/>
                  <a:gd name="T3" fmla="*/ 0 h 42"/>
                  <a:gd name="T4" fmla="*/ 34 w 53"/>
                  <a:gd name="T5" fmla="*/ 31 h 42"/>
                  <a:gd name="T6" fmla="*/ 2 w 53"/>
                  <a:gd name="T7" fmla="*/ 31 h 42"/>
                  <a:gd name="T8" fmla="*/ 0 w 53"/>
                  <a:gd name="T9" fmla="*/ 37 h 42"/>
                  <a:gd name="T10" fmla="*/ 38 w 53"/>
                  <a:gd name="T11" fmla="*/ 36 h 42"/>
                  <a:gd name="T12" fmla="*/ 52 w 53"/>
                  <a:gd name="T13" fmla="*/ 0 h 42"/>
                </a:gdLst>
                <a:ahLst/>
                <a:cxnLst>
                  <a:cxn ang="0">
                    <a:pos x="T0" y="T1"/>
                  </a:cxn>
                  <a:cxn ang="0">
                    <a:pos x="T2" y="T3"/>
                  </a:cxn>
                  <a:cxn ang="0">
                    <a:pos x="T4" y="T5"/>
                  </a:cxn>
                  <a:cxn ang="0">
                    <a:pos x="T6" y="T7"/>
                  </a:cxn>
                  <a:cxn ang="0">
                    <a:pos x="T8" y="T9"/>
                  </a:cxn>
                  <a:cxn ang="0">
                    <a:pos x="T10" y="T11"/>
                  </a:cxn>
                  <a:cxn ang="0">
                    <a:pos x="T12" y="T13"/>
                  </a:cxn>
                </a:cxnLst>
                <a:rect l="0" t="0" r="r" b="b"/>
                <a:pathLst>
                  <a:path w="53" h="42">
                    <a:moveTo>
                      <a:pt x="52" y="0"/>
                    </a:moveTo>
                    <a:cubicBezTo>
                      <a:pt x="46" y="0"/>
                      <a:pt x="46" y="0"/>
                      <a:pt x="46" y="0"/>
                    </a:cubicBezTo>
                    <a:cubicBezTo>
                      <a:pt x="46" y="1"/>
                      <a:pt x="47" y="22"/>
                      <a:pt x="34" y="31"/>
                    </a:cubicBezTo>
                    <a:cubicBezTo>
                      <a:pt x="27" y="36"/>
                      <a:pt x="16" y="36"/>
                      <a:pt x="2" y="31"/>
                    </a:cubicBezTo>
                    <a:cubicBezTo>
                      <a:pt x="0" y="37"/>
                      <a:pt x="0" y="37"/>
                      <a:pt x="0" y="37"/>
                    </a:cubicBezTo>
                    <a:cubicBezTo>
                      <a:pt x="16" y="42"/>
                      <a:pt x="28" y="42"/>
                      <a:pt x="38" y="36"/>
                    </a:cubicBezTo>
                    <a:cubicBezTo>
                      <a:pt x="53" y="25"/>
                      <a:pt x="52" y="1"/>
                      <a:pt x="5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601"/>
              <p:cNvSpPr>
                <a:spLocks/>
              </p:cNvSpPr>
              <p:nvPr/>
            </p:nvSpPr>
            <p:spPr bwMode="auto">
              <a:xfrm>
                <a:off x="501650" y="5002213"/>
                <a:ext cx="55563" cy="74613"/>
              </a:xfrm>
              <a:custGeom>
                <a:avLst/>
                <a:gdLst>
                  <a:gd name="T0" fmla="*/ 43 w 43"/>
                  <a:gd name="T1" fmla="*/ 53 h 58"/>
                  <a:gd name="T2" fmla="*/ 14 w 43"/>
                  <a:gd name="T3" fmla="*/ 37 h 58"/>
                  <a:gd name="T4" fmla="*/ 18 w 43"/>
                  <a:gd name="T5" fmla="*/ 3 h 58"/>
                  <a:gd name="T6" fmla="*/ 13 w 43"/>
                  <a:gd name="T7" fmla="*/ 0 h 58"/>
                  <a:gd name="T8" fmla="*/ 9 w 43"/>
                  <a:gd name="T9" fmla="*/ 39 h 58"/>
                  <a:gd name="T10" fmla="*/ 18 w 43"/>
                  <a:gd name="T11" fmla="*/ 50 h 58"/>
                  <a:gd name="T12" fmla="*/ 42 w 43"/>
                  <a:gd name="T13" fmla="*/ 58 h 58"/>
                  <a:gd name="T14" fmla="*/ 43 w 43"/>
                  <a:gd name="T15" fmla="*/ 53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 h="58">
                    <a:moveTo>
                      <a:pt x="43" y="53"/>
                    </a:moveTo>
                    <a:cubicBezTo>
                      <a:pt x="28" y="50"/>
                      <a:pt x="18" y="45"/>
                      <a:pt x="14" y="37"/>
                    </a:cubicBezTo>
                    <a:cubicBezTo>
                      <a:pt x="7" y="22"/>
                      <a:pt x="18" y="4"/>
                      <a:pt x="18" y="3"/>
                    </a:cubicBezTo>
                    <a:cubicBezTo>
                      <a:pt x="13" y="0"/>
                      <a:pt x="13" y="0"/>
                      <a:pt x="13" y="0"/>
                    </a:cubicBezTo>
                    <a:cubicBezTo>
                      <a:pt x="13" y="1"/>
                      <a:pt x="0" y="22"/>
                      <a:pt x="9" y="39"/>
                    </a:cubicBezTo>
                    <a:cubicBezTo>
                      <a:pt x="11" y="43"/>
                      <a:pt x="14" y="47"/>
                      <a:pt x="18" y="50"/>
                    </a:cubicBezTo>
                    <a:cubicBezTo>
                      <a:pt x="24" y="54"/>
                      <a:pt x="32" y="57"/>
                      <a:pt x="42" y="58"/>
                    </a:cubicBezTo>
                    <a:lnTo>
                      <a:pt x="43" y="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602"/>
              <p:cNvSpPr>
                <a:spLocks/>
              </p:cNvSpPr>
              <p:nvPr/>
            </p:nvSpPr>
            <p:spPr bwMode="auto">
              <a:xfrm>
                <a:off x="479425" y="5081588"/>
                <a:ext cx="69850" cy="55563"/>
              </a:xfrm>
              <a:custGeom>
                <a:avLst/>
                <a:gdLst>
                  <a:gd name="T0" fmla="*/ 19 w 54"/>
                  <a:gd name="T1" fmla="*/ 11 h 44"/>
                  <a:gd name="T2" fmla="*/ 51 w 54"/>
                  <a:gd name="T3" fmla="*/ 13 h 44"/>
                  <a:gd name="T4" fmla="*/ 54 w 54"/>
                  <a:gd name="T5" fmla="*/ 8 h 44"/>
                  <a:gd name="T6" fmla="*/ 16 w 54"/>
                  <a:gd name="T7" fmla="*/ 6 h 44"/>
                  <a:gd name="T8" fmla="*/ 1 w 54"/>
                  <a:gd name="T9" fmla="*/ 44 h 44"/>
                  <a:gd name="T10" fmla="*/ 7 w 54"/>
                  <a:gd name="T11" fmla="*/ 44 h 44"/>
                  <a:gd name="T12" fmla="*/ 19 w 54"/>
                  <a:gd name="T13" fmla="*/ 11 h 44"/>
                </a:gdLst>
                <a:ahLst/>
                <a:cxnLst>
                  <a:cxn ang="0">
                    <a:pos x="T0" y="T1"/>
                  </a:cxn>
                  <a:cxn ang="0">
                    <a:pos x="T2" y="T3"/>
                  </a:cxn>
                  <a:cxn ang="0">
                    <a:pos x="T4" y="T5"/>
                  </a:cxn>
                  <a:cxn ang="0">
                    <a:pos x="T6" y="T7"/>
                  </a:cxn>
                  <a:cxn ang="0">
                    <a:pos x="T8" y="T9"/>
                  </a:cxn>
                  <a:cxn ang="0">
                    <a:pos x="T10" y="T11"/>
                  </a:cxn>
                  <a:cxn ang="0">
                    <a:pos x="T12" y="T13"/>
                  </a:cxn>
                </a:cxnLst>
                <a:rect l="0" t="0" r="r" b="b"/>
                <a:pathLst>
                  <a:path w="54" h="44">
                    <a:moveTo>
                      <a:pt x="19" y="11"/>
                    </a:moveTo>
                    <a:cubicBezTo>
                      <a:pt x="27" y="6"/>
                      <a:pt x="37" y="7"/>
                      <a:pt x="51" y="13"/>
                    </a:cubicBezTo>
                    <a:cubicBezTo>
                      <a:pt x="54" y="8"/>
                      <a:pt x="54" y="8"/>
                      <a:pt x="54" y="8"/>
                    </a:cubicBezTo>
                    <a:cubicBezTo>
                      <a:pt x="38" y="1"/>
                      <a:pt x="25" y="0"/>
                      <a:pt x="16" y="6"/>
                    </a:cubicBezTo>
                    <a:cubicBezTo>
                      <a:pt x="0" y="17"/>
                      <a:pt x="1" y="43"/>
                      <a:pt x="1" y="44"/>
                    </a:cubicBezTo>
                    <a:cubicBezTo>
                      <a:pt x="7" y="44"/>
                      <a:pt x="7" y="44"/>
                      <a:pt x="7" y="44"/>
                    </a:cubicBezTo>
                    <a:cubicBezTo>
                      <a:pt x="7" y="43"/>
                      <a:pt x="6" y="20"/>
                      <a:pt x="19"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603"/>
              <p:cNvSpPr>
                <a:spLocks/>
              </p:cNvSpPr>
              <p:nvPr/>
            </p:nvSpPr>
            <p:spPr bwMode="auto">
              <a:xfrm>
                <a:off x="430213" y="5057775"/>
                <a:ext cx="53975" cy="74613"/>
              </a:xfrm>
              <a:custGeom>
                <a:avLst/>
                <a:gdLst>
                  <a:gd name="T0" fmla="*/ 29 w 43"/>
                  <a:gd name="T1" fmla="*/ 58 h 58"/>
                  <a:gd name="T2" fmla="*/ 35 w 43"/>
                  <a:gd name="T3" fmla="*/ 18 h 58"/>
                  <a:gd name="T4" fmla="*/ 0 w 43"/>
                  <a:gd name="T5" fmla="*/ 0 h 58"/>
                  <a:gd name="T6" fmla="*/ 0 w 43"/>
                  <a:gd name="T7" fmla="*/ 6 h 58"/>
                  <a:gd name="T8" fmla="*/ 30 w 43"/>
                  <a:gd name="T9" fmla="*/ 20 h 58"/>
                  <a:gd name="T10" fmla="*/ 24 w 43"/>
                  <a:gd name="T11" fmla="*/ 55 h 58"/>
                  <a:gd name="T12" fmla="*/ 29 w 43"/>
                  <a:gd name="T13" fmla="*/ 58 h 58"/>
                </a:gdLst>
                <a:ahLst/>
                <a:cxnLst>
                  <a:cxn ang="0">
                    <a:pos x="T0" y="T1"/>
                  </a:cxn>
                  <a:cxn ang="0">
                    <a:pos x="T2" y="T3"/>
                  </a:cxn>
                  <a:cxn ang="0">
                    <a:pos x="T4" y="T5"/>
                  </a:cxn>
                  <a:cxn ang="0">
                    <a:pos x="T6" y="T7"/>
                  </a:cxn>
                  <a:cxn ang="0">
                    <a:pos x="T8" y="T9"/>
                  </a:cxn>
                  <a:cxn ang="0">
                    <a:pos x="T10" y="T11"/>
                  </a:cxn>
                  <a:cxn ang="0">
                    <a:pos x="T12" y="T13"/>
                  </a:cxn>
                </a:cxnLst>
                <a:rect l="0" t="0" r="r" b="b"/>
                <a:pathLst>
                  <a:path w="43" h="58">
                    <a:moveTo>
                      <a:pt x="29" y="58"/>
                    </a:moveTo>
                    <a:cubicBezTo>
                      <a:pt x="29" y="57"/>
                      <a:pt x="43" y="35"/>
                      <a:pt x="35" y="18"/>
                    </a:cubicBezTo>
                    <a:cubicBezTo>
                      <a:pt x="30" y="8"/>
                      <a:pt x="18" y="2"/>
                      <a:pt x="0" y="0"/>
                    </a:cubicBezTo>
                    <a:cubicBezTo>
                      <a:pt x="0" y="6"/>
                      <a:pt x="0" y="6"/>
                      <a:pt x="0" y="6"/>
                    </a:cubicBezTo>
                    <a:cubicBezTo>
                      <a:pt x="16" y="7"/>
                      <a:pt x="26" y="12"/>
                      <a:pt x="30" y="20"/>
                    </a:cubicBezTo>
                    <a:cubicBezTo>
                      <a:pt x="37" y="34"/>
                      <a:pt x="24" y="54"/>
                      <a:pt x="24" y="55"/>
                    </a:cubicBezTo>
                    <a:lnTo>
                      <a:pt x="29"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604"/>
              <p:cNvSpPr>
                <a:spLocks/>
              </p:cNvSpPr>
              <p:nvPr/>
            </p:nvSpPr>
            <p:spPr bwMode="auto">
              <a:xfrm>
                <a:off x="1008063" y="5786438"/>
                <a:ext cx="382588" cy="454025"/>
              </a:xfrm>
              <a:custGeom>
                <a:avLst/>
                <a:gdLst>
                  <a:gd name="T0" fmla="*/ 286 w 296"/>
                  <a:gd name="T1" fmla="*/ 102 h 352"/>
                  <a:gd name="T2" fmla="*/ 263 w 296"/>
                  <a:gd name="T3" fmla="*/ 18 h 352"/>
                  <a:gd name="T4" fmla="*/ 260 w 296"/>
                  <a:gd name="T5" fmla="*/ 15 h 352"/>
                  <a:gd name="T6" fmla="*/ 262 w 296"/>
                  <a:gd name="T7" fmla="*/ 34 h 352"/>
                  <a:gd name="T8" fmla="*/ 248 w 296"/>
                  <a:gd name="T9" fmla="*/ 81 h 352"/>
                  <a:gd name="T10" fmla="*/ 248 w 296"/>
                  <a:gd name="T11" fmla="*/ 84 h 352"/>
                  <a:gd name="T12" fmla="*/ 241 w 296"/>
                  <a:gd name="T13" fmla="*/ 90 h 352"/>
                  <a:gd name="T14" fmla="*/ 178 w 296"/>
                  <a:gd name="T15" fmla="*/ 118 h 352"/>
                  <a:gd name="T16" fmla="*/ 132 w 296"/>
                  <a:gd name="T17" fmla="*/ 104 h 352"/>
                  <a:gd name="T18" fmla="*/ 110 w 296"/>
                  <a:gd name="T19" fmla="*/ 49 h 352"/>
                  <a:gd name="T20" fmla="*/ 142 w 296"/>
                  <a:gd name="T21" fmla="*/ 44 h 352"/>
                  <a:gd name="T22" fmla="*/ 164 w 296"/>
                  <a:gd name="T23" fmla="*/ 24 h 352"/>
                  <a:gd name="T24" fmla="*/ 144 w 296"/>
                  <a:gd name="T25" fmla="*/ 2 h 352"/>
                  <a:gd name="T26" fmla="*/ 72 w 296"/>
                  <a:gd name="T27" fmla="*/ 31 h 352"/>
                  <a:gd name="T28" fmla="*/ 97 w 296"/>
                  <a:gd name="T29" fmla="*/ 127 h 352"/>
                  <a:gd name="T30" fmla="*/ 111 w 296"/>
                  <a:gd name="T31" fmla="*/ 146 h 352"/>
                  <a:gd name="T32" fmla="*/ 112 w 296"/>
                  <a:gd name="T33" fmla="*/ 147 h 352"/>
                  <a:gd name="T34" fmla="*/ 112 w 296"/>
                  <a:gd name="T35" fmla="*/ 231 h 352"/>
                  <a:gd name="T36" fmla="*/ 22 w 296"/>
                  <a:gd name="T37" fmla="*/ 267 h 352"/>
                  <a:gd name="T38" fmla="*/ 6 w 296"/>
                  <a:gd name="T39" fmla="*/ 306 h 352"/>
                  <a:gd name="T40" fmla="*/ 34 w 296"/>
                  <a:gd name="T41" fmla="*/ 325 h 352"/>
                  <a:gd name="T42" fmla="*/ 45 w 296"/>
                  <a:gd name="T43" fmla="*/ 323 h 352"/>
                  <a:gd name="T44" fmla="*/ 138 w 296"/>
                  <a:gd name="T45" fmla="*/ 285 h 352"/>
                  <a:gd name="T46" fmla="*/ 157 w 296"/>
                  <a:gd name="T47" fmla="*/ 285 h 352"/>
                  <a:gd name="T48" fmla="*/ 138 w 296"/>
                  <a:gd name="T49" fmla="*/ 296 h 352"/>
                  <a:gd name="T50" fmla="*/ 127 w 296"/>
                  <a:gd name="T51" fmla="*/ 337 h 352"/>
                  <a:gd name="T52" fmla="*/ 153 w 296"/>
                  <a:gd name="T53" fmla="*/ 352 h 352"/>
                  <a:gd name="T54" fmla="*/ 168 w 296"/>
                  <a:gd name="T55" fmla="*/ 348 h 352"/>
                  <a:gd name="T56" fmla="*/ 275 w 296"/>
                  <a:gd name="T57" fmla="*/ 288 h 352"/>
                  <a:gd name="T58" fmla="*/ 290 w 296"/>
                  <a:gd name="T59" fmla="*/ 260 h 352"/>
                  <a:gd name="T60" fmla="*/ 270 w 296"/>
                  <a:gd name="T61" fmla="*/ 234 h 352"/>
                  <a:gd name="T62" fmla="*/ 244 w 296"/>
                  <a:gd name="T63" fmla="*/ 225 h 352"/>
                  <a:gd name="T64" fmla="*/ 244 w 296"/>
                  <a:gd name="T65" fmla="*/ 133 h 352"/>
                  <a:gd name="T66" fmla="*/ 286 w 296"/>
                  <a:gd name="T67" fmla="*/ 102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6" h="352">
                    <a:moveTo>
                      <a:pt x="286" y="102"/>
                    </a:moveTo>
                    <a:cubicBezTo>
                      <a:pt x="296" y="79"/>
                      <a:pt x="288" y="51"/>
                      <a:pt x="263" y="18"/>
                    </a:cubicBezTo>
                    <a:cubicBezTo>
                      <a:pt x="262" y="16"/>
                      <a:pt x="261" y="16"/>
                      <a:pt x="260" y="15"/>
                    </a:cubicBezTo>
                    <a:cubicBezTo>
                      <a:pt x="262" y="21"/>
                      <a:pt x="262" y="27"/>
                      <a:pt x="262" y="34"/>
                    </a:cubicBezTo>
                    <a:cubicBezTo>
                      <a:pt x="262" y="51"/>
                      <a:pt x="257" y="67"/>
                      <a:pt x="248" y="81"/>
                    </a:cubicBezTo>
                    <a:cubicBezTo>
                      <a:pt x="248" y="82"/>
                      <a:pt x="248" y="84"/>
                      <a:pt x="248" y="84"/>
                    </a:cubicBezTo>
                    <a:cubicBezTo>
                      <a:pt x="247" y="87"/>
                      <a:pt x="244" y="89"/>
                      <a:pt x="241" y="90"/>
                    </a:cubicBezTo>
                    <a:cubicBezTo>
                      <a:pt x="226" y="107"/>
                      <a:pt x="203" y="118"/>
                      <a:pt x="178" y="118"/>
                    </a:cubicBezTo>
                    <a:cubicBezTo>
                      <a:pt x="161" y="118"/>
                      <a:pt x="145" y="113"/>
                      <a:pt x="132" y="104"/>
                    </a:cubicBezTo>
                    <a:cubicBezTo>
                      <a:pt x="117" y="82"/>
                      <a:pt x="106" y="58"/>
                      <a:pt x="110" y="49"/>
                    </a:cubicBezTo>
                    <a:cubicBezTo>
                      <a:pt x="111" y="47"/>
                      <a:pt x="119" y="43"/>
                      <a:pt x="142" y="44"/>
                    </a:cubicBezTo>
                    <a:cubicBezTo>
                      <a:pt x="153" y="45"/>
                      <a:pt x="163" y="36"/>
                      <a:pt x="164" y="24"/>
                    </a:cubicBezTo>
                    <a:cubicBezTo>
                      <a:pt x="165" y="13"/>
                      <a:pt x="156" y="3"/>
                      <a:pt x="144" y="2"/>
                    </a:cubicBezTo>
                    <a:cubicBezTo>
                      <a:pt x="107" y="0"/>
                      <a:pt x="83" y="9"/>
                      <a:pt x="72" y="31"/>
                    </a:cubicBezTo>
                    <a:cubicBezTo>
                      <a:pt x="57" y="61"/>
                      <a:pt x="80" y="102"/>
                      <a:pt x="97" y="127"/>
                    </a:cubicBezTo>
                    <a:cubicBezTo>
                      <a:pt x="103" y="136"/>
                      <a:pt x="108" y="143"/>
                      <a:pt x="111" y="146"/>
                    </a:cubicBezTo>
                    <a:cubicBezTo>
                      <a:pt x="111" y="146"/>
                      <a:pt x="112" y="147"/>
                      <a:pt x="112" y="147"/>
                    </a:cubicBezTo>
                    <a:cubicBezTo>
                      <a:pt x="112" y="231"/>
                      <a:pt x="112" y="231"/>
                      <a:pt x="112" y="231"/>
                    </a:cubicBezTo>
                    <a:cubicBezTo>
                      <a:pt x="22" y="267"/>
                      <a:pt x="22" y="267"/>
                      <a:pt x="22" y="267"/>
                    </a:cubicBezTo>
                    <a:cubicBezTo>
                      <a:pt x="7" y="273"/>
                      <a:pt x="0" y="291"/>
                      <a:pt x="6" y="306"/>
                    </a:cubicBezTo>
                    <a:cubicBezTo>
                      <a:pt x="10" y="318"/>
                      <a:pt x="22" y="325"/>
                      <a:pt x="34" y="325"/>
                    </a:cubicBezTo>
                    <a:cubicBezTo>
                      <a:pt x="37" y="325"/>
                      <a:pt x="41" y="324"/>
                      <a:pt x="45" y="323"/>
                    </a:cubicBezTo>
                    <a:cubicBezTo>
                      <a:pt x="138" y="285"/>
                      <a:pt x="138" y="285"/>
                      <a:pt x="138" y="285"/>
                    </a:cubicBezTo>
                    <a:cubicBezTo>
                      <a:pt x="157" y="285"/>
                      <a:pt x="157" y="285"/>
                      <a:pt x="157" y="285"/>
                    </a:cubicBezTo>
                    <a:cubicBezTo>
                      <a:pt x="138" y="296"/>
                      <a:pt x="138" y="296"/>
                      <a:pt x="138" y="296"/>
                    </a:cubicBezTo>
                    <a:cubicBezTo>
                      <a:pt x="124" y="304"/>
                      <a:pt x="119" y="323"/>
                      <a:pt x="127" y="337"/>
                    </a:cubicBezTo>
                    <a:cubicBezTo>
                      <a:pt x="132" y="347"/>
                      <a:pt x="143" y="352"/>
                      <a:pt x="153" y="352"/>
                    </a:cubicBezTo>
                    <a:cubicBezTo>
                      <a:pt x="158" y="352"/>
                      <a:pt x="163" y="351"/>
                      <a:pt x="168" y="348"/>
                    </a:cubicBezTo>
                    <a:cubicBezTo>
                      <a:pt x="275" y="288"/>
                      <a:pt x="275" y="288"/>
                      <a:pt x="275" y="288"/>
                    </a:cubicBezTo>
                    <a:cubicBezTo>
                      <a:pt x="285" y="283"/>
                      <a:pt x="291" y="272"/>
                      <a:pt x="290" y="260"/>
                    </a:cubicBezTo>
                    <a:cubicBezTo>
                      <a:pt x="289" y="248"/>
                      <a:pt x="281" y="238"/>
                      <a:pt x="270" y="234"/>
                    </a:cubicBezTo>
                    <a:cubicBezTo>
                      <a:pt x="244" y="225"/>
                      <a:pt x="244" y="225"/>
                      <a:pt x="244" y="225"/>
                    </a:cubicBezTo>
                    <a:cubicBezTo>
                      <a:pt x="244" y="133"/>
                      <a:pt x="244" y="133"/>
                      <a:pt x="244" y="133"/>
                    </a:cubicBezTo>
                    <a:cubicBezTo>
                      <a:pt x="257" y="130"/>
                      <a:pt x="277" y="122"/>
                      <a:pt x="286"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605"/>
              <p:cNvSpPr>
                <a:spLocks/>
              </p:cNvSpPr>
              <p:nvPr/>
            </p:nvSpPr>
            <p:spPr bwMode="auto">
              <a:xfrm>
                <a:off x="1158875" y="5743575"/>
                <a:ext cx="165100" cy="173038"/>
              </a:xfrm>
              <a:custGeom>
                <a:avLst/>
                <a:gdLst>
                  <a:gd name="T0" fmla="*/ 28 w 128"/>
                  <a:gd name="T1" fmla="*/ 27 h 134"/>
                  <a:gd name="T2" fmla="*/ 48 w 128"/>
                  <a:gd name="T3" fmla="*/ 36 h 134"/>
                  <a:gd name="T4" fmla="*/ 55 w 128"/>
                  <a:gd name="T5" fmla="*/ 58 h 134"/>
                  <a:gd name="T6" fmla="*/ 49 w 128"/>
                  <a:gd name="T7" fmla="*/ 75 h 134"/>
                  <a:gd name="T8" fmla="*/ 63 w 128"/>
                  <a:gd name="T9" fmla="*/ 76 h 134"/>
                  <a:gd name="T10" fmla="*/ 99 w 128"/>
                  <a:gd name="T11" fmla="*/ 106 h 134"/>
                  <a:gd name="T12" fmla="*/ 59 w 128"/>
                  <a:gd name="T13" fmla="*/ 99 h 134"/>
                  <a:gd name="T14" fmla="*/ 19 w 128"/>
                  <a:gd name="T15" fmla="*/ 92 h 134"/>
                  <a:gd name="T16" fmla="*/ 22 w 128"/>
                  <a:gd name="T17" fmla="*/ 85 h 134"/>
                  <a:gd name="T18" fmla="*/ 17 w 128"/>
                  <a:gd name="T19" fmla="*/ 85 h 134"/>
                  <a:gd name="T20" fmla="*/ 0 w 128"/>
                  <a:gd name="T21" fmla="*/ 87 h 134"/>
                  <a:gd name="T22" fmla="*/ 4 w 128"/>
                  <a:gd name="T23" fmla="*/ 101 h 134"/>
                  <a:gd name="T24" fmla="*/ 61 w 128"/>
                  <a:gd name="T25" fmla="*/ 134 h 134"/>
                  <a:gd name="T26" fmla="*/ 128 w 128"/>
                  <a:gd name="T27" fmla="*/ 67 h 134"/>
                  <a:gd name="T28" fmla="*/ 61 w 128"/>
                  <a:gd name="T29" fmla="*/ 0 h 134"/>
                  <a:gd name="T30" fmla="*/ 9 w 128"/>
                  <a:gd name="T31" fmla="*/ 27 h 134"/>
                  <a:gd name="T32" fmla="*/ 17 w 128"/>
                  <a:gd name="T33" fmla="*/ 26 h 134"/>
                  <a:gd name="T34" fmla="*/ 28 w 128"/>
                  <a:gd name="T35" fmla="*/ 2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8" h="134">
                    <a:moveTo>
                      <a:pt x="28" y="27"/>
                    </a:moveTo>
                    <a:cubicBezTo>
                      <a:pt x="36" y="27"/>
                      <a:pt x="43" y="31"/>
                      <a:pt x="48" y="36"/>
                    </a:cubicBezTo>
                    <a:cubicBezTo>
                      <a:pt x="53" y="42"/>
                      <a:pt x="56" y="50"/>
                      <a:pt x="55" y="58"/>
                    </a:cubicBezTo>
                    <a:cubicBezTo>
                      <a:pt x="55" y="64"/>
                      <a:pt x="53" y="70"/>
                      <a:pt x="49" y="75"/>
                    </a:cubicBezTo>
                    <a:cubicBezTo>
                      <a:pt x="53" y="75"/>
                      <a:pt x="58" y="75"/>
                      <a:pt x="63" y="76"/>
                    </a:cubicBezTo>
                    <a:cubicBezTo>
                      <a:pt x="85" y="80"/>
                      <a:pt x="101" y="93"/>
                      <a:pt x="99" y="106"/>
                    </a:cubicBezTo>
                    <a:cubicBezTo>
                      <a:pt x="96" y="119"/>
                      <a:pt x="81" y="103"/>
                      <a:pt x="59" y="99"/>
                    </a:cubicBezTo>
                    <a:cubicBezTo>
                      <a:pt x="37" y="95"/>
                      <a:pt x="17" y="104"/>
                      <a:pt x="19" y="92"/>
                    </a:cubicBezTo>
                    <a:cubicBezTo>
                      <a:pt x="19" y="89"/>
                      <a:pt x="20" y="87"/>
                      <a:pt x="22" y="85"/>
                    </a:cubicBezTo>
                    <a:cubicBezTo>
                      <a:pt x="20" y="85"/>
                      <a:pt x="19" y="85"/>
                      <a:pt x="17" y="85"/>
                    </a:cubicBezTo>
                    <a:cubicBezTo>
                      <a:pt x="8" y="85"/>
                      <a:pt x="2" y="86"/>
                      <a:pt x="0" y="87"/>
                    </a:cubicBezTo>
                    <a:cubicBezTo>
                      <a:pt x="0" y="90"/>
                      <a:pt x="1" y="95"/>
                      <a:pt x="4" y="101"/>
                    </a:cubicBezTo>
                    <a:cubicBezTo>
                      <a:pt x="15" y="120"/>
                      <a:pt x="37" y="134"/>
                      <a:pt x="61" y="134"/>
                    </a:cubicBezTo>
                    <a:cubicBezTo>
                      <a:pt x="98" y="134"/>
                      <a:pt x="128" y="104"/>
                      <a:pt x="128" y="67"/>
                    </a:cubicBezTo>
                    <a:cubicBezTo>
                      <a:pt x="128" y="30"/>
                      <a:pt x="98" y="0"/>
                      <a:pt x="61" y="0"/>
                    </a:cubicBezTo>
                    <a:cubicBezTo>
                      <a:pt x="40" y="0"/>
                      <a:pt x="21" y="11"/>
                      <a:pt x="9" y="27"/>
                    </a:cubicBezTo>
                    <a:cubicBezTo>
                      <a:pt x="11" y="26"/>
                      <a:pt x="14" y="26"/>
                      <a:pt x="17" y="26"/>
                    </a:cubicBezTo>
                    <a:cubicBezTo>
                      <a:pt x="21" y="26"/>
                      <a:pt x="24" y="26"/>
                      <a:pt x="28"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606"/>
              <p:cNvSpPr>
                <a:spLocks/>
              </p:cNvSpPr>
              <p:nvPr/>
            </p:nvSpPr>
            <p:spPr bwMode="auto">
              <a:xfrm>
                <a:off x="1055688" y="5600700"/>
                <a:ext cx="257175" cy="182563"/>
              </a:xfrm>
              <a:custGeom>
                <a:avLst/>
                <a:gdLst>
                  <a:gd name="T0" fmla="*/ 174 w 199"/>
                  <a:gd name="T1" fmla="*/ 96 h 141"/>
                  <a:gd name="T2" fmla="*/ 180 w 199"/>
                  <a:gd name="T3" fmla="*/ 94 h 141"/>
                  <a:gd name="T4" fmla="*/ 198 w 199"/>
                  <a:gd name="T5" fmla="*/ 61 h 141"/>
                  <a:gd name="T6" fmla="*/ 197 w 199"/>
                  <a:gd name="T7" fmla="*/ 55 h 141"/>
                  <a:gd name="T8" fmla="*/ 192 w 199"/>
                  <a:gd name="T9" fmla="*/ 54 h 141"/>
                  <a:gd name="T10" fmla="*/ 162 w 199"/>
                  <a:gd name="T11" fmla="*/ 63 h 141"/>
                  <a:gd name="T12" fmla="*/ 159 w 199"/>
                  <a:gd name="T13" fmla="*/ 10 h 141"/>
                  <a:gd name="T14" fmla="*/ 155 w 199"/>
                  <a:gd name="T15" fmla="*/ 6 h 141"/>
                  <a:gd name="T16" fmla="*/ 150 w 199"/>
                  <a:gd name="T17" fmla="*/ 8 h 141"/>
                  <a:gd name="T18" fmla="*/ 127 w 199"/>
                  <a:gd name="T19" fmla="*/ 42 h 141"/>
                  <a:gd name="T20" fmla="*/ 102 w 199"/>
                  <a:gd name="T21" fmla="*/ 3 h 141"/>
                  <a:gd name="T22" fmla="*/ 97 w 199"/>
                  <a:gd name="T23" fmla="*/ 0 h 141"/>
                  <a:gd name="T24" fmla="*/ 93 w 199"/>
                  <a:gd name="T25" fmla="*/ 4 h 141"/>
                  <a:gd name="T26" fmla="*/ 87 w 199"/>
                  <a:gd name="T27" fmla="*/ 48 h 141"/>
                  <a:gd name="T28" fmla="*/ 44 w 199"/>
                  <a:gd name="T29" fmla="*/ 24 h 141"/>
                  <a:gd name="T30" fmla="*/ 39 w 199"/>
                  <a:gd name="T31" fmla="*/ 25 h 141"/>
                  <a:gd name="T32" fmla="*/ 37 w 199"/>
                  <a:gd name="T33" fmla="*/ 30 h 141"/>
                  <a:gd name="T34" fmla="*/ 58 w 199"/>
                  <a:gd name="T35" fmla="*/ 75 h 141"/>
                  <a:gd name="T36" fmla="*/ 21 w 199"/>
                  <a:gd name="T37" fmla="*/ 76 h 141"/>
                  <a:gd name="T38" fmla="*/ 17 w 199"/>
                  <a:gd name="T39" fmla="*/ 79 h 141"/>
                  <a:gd name="T40" fmla="*/ 18 w 199"/>
                  <a:gd name="T41" fmla="*/ 84 h 141"/>
                  <a:gd name="T42" fmla="*/ 42 w 199"/>
                  <a:gd name="T43" fmla="*/ 105 h 141"/>
                  <a:gd name="T44" fmla="*/ 3 w 199"/>
                  <a:gd name="T45" fmla="*/ 121 h 141"/>
                  <a:gd name="T46" fmla="*/ 0 w 199"/>
                  <a:gd name="T47" fmla="*/ 126 h 141"/>
                  <a:gd name="T48" fmla="*/ 4 w 199"/>
                  <a:gd name="T49" fmla="*/ 130 h 141"/>
                  <a:gd name="T50" fmla="*/ 48 w 199"/>
                  <a:gd name="T51" fmla="*/ 141 h 141"/>
                  <a:gd name="T52" fmla="*/ 48 w 199"/>
                  <a:gd name="T53" fmla="*/ 141 h 141"/>
                  <a:gd name="T54" fmla="*/ 54 w 199"/>
                  <a:gd name="T55" fmla="*/ 137 h 141"/>
                  <a:gd name="T56" fmla="*/ 50 w 199"/>
                  <a:gd name="T57" fmla="*/ 131 h 141"/>
                  <a:gd name="T58" fmla="*/ 21 w 199"/>
                  <a:gd name="T59" fmla="*/ 124 h 141"/>
                  <a:gd name="T60" fmla="*/ 53 w 199"/>
                  <a:gd name="T61" fmla="*/ 111 h 141"/>
                  <a:gd name="T62" fmla="*/ 56 w 199"/>
                  <a:gd name="T63" fmla="*/ 107 h 141"/>
                  <a:gd name="T64" fmla="*/ 55 w 199"/>
                  <a:gd name="T65" fmla="*/ 103 h 141"/>
                  <a:gd name="T66" fmla="*/ 34 w 199"/>
                  <a:gd name="T67" fmla="*/ 85 h 141"/>
                  <a:gd name="T68" fmla="*/ 66 w 199"/>
                  <a:gd name="T69" fmla="*/ 85 h 141"/>
                  <a:gd name="T70" fmla="*/ 70 w 199"/>
                  <a:gd name="T71" fmla="*/ 83 h 141"/>
                  <a:gd name="T72" fmla="*/ 70 w 199"/>
                  <a:gd name="T73" fmla="*/ 78 h 141"/>
                  <a:gd name="T74" fmla="*/ 53 w 199"/>
                  <a:gd name="T75" fmla="*/ 40 h 141"/>
                  <a:gd name="T76" fmla="*/ 88 w 199"/>
                  <a:gd name="T77" fmla="*/ 59 h 141"/>
                  <a:gd name="T78" fmla="*/ 93 w 199"/>
                  <a:gd name="T79" fmla="*/ 60 h 141"/>
                  <a:gd name="T80" fmla="*/ 95 w 199"/>
                  <a:gd name="T81" fmla="*/ 56 h 141"/>
                  <a:gd name="T82" fmla="*/ 101 w 199"/>
                  <a:gd name="T83" fmla="*/ 19 h 141"/>
                  <a:gd name="T84" fmla="*/ 122 w 199"/>
                  <a:gd name="T85" fmla="*/ 54 h 141"/>
                  <a:gd name="T86" fmla="*/ 126 w 199"/>
                  <a:gd name="T87" fmla="*/ 56 h 141"/>
                  <a:gd name="T88" fmla="*/ 130 w 199"/>
                  <a:gd name="T89" fmla="*/ 54 h 141"/>
                  <a:gd name="T90" fmla="*/ 150 w 199"/>
                  <a:gd name="T91" fmla="*/ 25 h 141"/>
                  <a:gd name="T92" fmla="*/ 153 w 199"/>
                  <a:gd name="T93" fmla="*/ 70 h 141"/>
                  <a:gd name="T94" fmla="*/ 155 w 199"/>
                  <a:gd name="T95" fmla="*/ 74 h 141"/>
                  <a:gd name="T96" fmla="*/ 159 w 199"/>
                  <a:gd name="T97" fmla="*/ 75 h 141"/>
                  <a:gd name="T98" fmla="*/ 184 w 199"/>
                  <a:gd name="T99" fmla="*/ 67 h 141"/>
                  <a:gd name="T100" fmla="*/ 172 w 199"/>
                  <a:gd name="T101" fmla="*/ 89 h 141"/>
                  <a:gd name="T102" fmla="*/ 174 w 199"/>
                  <a:gd name="T103" fmla="*/ 96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9" h="141">
                    <a:moveTo>
                      <a:pt x="174" y="96"/>
                    </a:moveTo>
                    <a:cubicBezTo>
                      <a:pt x="176" y="97"/>
                      <a:pt x="179" y="96"/>
                      <a:pt x="180" y="94"/>
                    </a:cubicBezTo>
                    <a:cubicBezTo>
                      <a:pt x="198" y="61"/>
                      <a:pt x="198" y="61"/>
                      <a:pt x="198" y="61"/>
                    </a:cubicBezTo>
                    <a:cubicBezTo>
                      <a:pt x="199" y="59"/>
                      <a:pt x="199" y="57"/>
                      <a:pt x="197" y="55"/>
                    </a:cubicBezTo>
                    <a:cubicBezTo>
                      <a:pt x="196" y="54"/>
                      <a:pt x="194" y="53"/>
                      <a:pt x="192" y="54"/>
                    </a:cubicBezTo>
                    <a:cubicBezTo>
                      <a:pt x="162" y="63"/>
                      <a:pt x="162" y="63"/>
                      <a:pt x="162" y="63"/>
                    </a:cubicBezTo>
                    <a:cubicBezTo>
                      <a:pt x="159" y="10"/>
                      <a:pt x="159" y="10"/>
                      <a:pt x="159" y="10"/>
                    </a:cubicBezTo>
                    <a:cubicBezTo>
                      <a:pt x="159" y="8"/>
                      <a:pt x="157" y="7"/>
                      <a:pt x="155" y="6"/>
                    </a:cubicBezTo>
                    <a:cubicBezTo>
                      <a:pt x="153" y="5"/>
                      <a:pt x="151" y="6"/>
                      <a:pt x="150" y="8"/>
                    </a:cubicBezTo>
                    <a:cubicBezTo>
                      <a:pt x="127" y="42"/>
                      <a:pt x="127" y="42"/>
                      <a:pt x="127" y="42"/>
                    </a:cubicBezTo>
                    <a:cubicBezTo>
                      <a:pt x="102" y="3"/>
                      <a:pt x="102" y="3"/>
                      <a:pt x="102" y="3"/>
                    </a:cubicBezTo>
                    <a:cubicBezTo>
                      <a:pt x="101" y="1"/>
                      <a:pt x="99" y="0"/>
                      <a:pt x="97" y="0"/>
                    </a:cubicBezTo>
                    <a:cubicBezTo>
                      <a:pt x="95" y="1"/>
                      <a:pt x="94" y="2"/>
                      <a:pt x="93" y="4"/>
                    </a:cubicBezTo>
                    <a:cubicBezTo>
                      <a:pt x="87" y="48"/>
                      <a:pt x="87" y="48"/>
                      <a:pt x="87" y="48"/>
                    </a:cubicBezTo>
                    <a:cubicBezTo>
                      <a:pt x="44" y="24"/>
                      <a:pt x="44" y="24"/>
                      <a:pt x="44" y="24"/>
                    </a:cubicBezTo>
                    <a:cubicBezTo>
                      <a:pt x="42" y="23"/>
                      <a:pt x="40" y="23"/>
                      <a:pt x="39" y="25"/>
                    </a:cubicBezTo>
                    <a:cubicBezTo>
                      <a:pt x="37" y="26"/>
                      <a:pt x="37" y="28"/>
                      <a:pt x="37" y="30"/>
                    </a:cubicBezTo>
                    <a:cubicBezTo>
                      <a:pt x="58" y="75"/>
                      <a:pt x="58" y="75"/>
                      <a:pt x="58" y="75"/>
                    </a:cubicBezTo>
                    <a:cubicBezTo>
                      <a:pt x="21" y="76"/>
                      <a:pt x="21" y="76"/>
                      <a:pt x="21" y="76"/>
                    </a:cubicBezTo>
                    <a:cubicBezTo>
                      <a:pt x="19" y="76"/>
                      <a:pt x="17" y="77"/>
                      <a:pt x="17" y="79"/>
                    </a:cubicBezTo>
                    <a:cubicBezTo>
                      <a:pt x="16" y="81"/>
                      <a:pt x="17" y="83"/>
                      <a:pt x="18" y="84"/>
                    </a:cubicBezTo>
                    <a:cubicBezTo>
                      <a:pt x="42" y="105"/>
                      <a:pt x="42" y="105"/>
                      <a:pt x="42" y="105"/>
                    </a:cubicBezTo>
                    <a:cubicBezTo>
                      <a:pt x="3" y="121"/>
                      <a:pt x="3" y="121"/>
                      <a:pt x="3" y="121"/>
                    </a:cubicBezTo>
                    <a:cubicBezTo>
                      <a:pt x="1" y="122"/>
                      <a:pt x="0" y="124"/>
                      <a:pt x="0" y="126"/>
                    </a:cubicBezTo>
                    <a:cubicBezTo>
                      <a:pt x="0" y="128"/>
                      <a:pt x="2" y="130"/>
                      <a:pt x="4" y="130"/>
                    </a:cubicBezTo>
                    <a:cubicBezTo>
                      <a:pt x="48" y="141"/>
                      <a:pt x="48" y="141"/>
                      <a:pt x="48" y="141"/>
                    </a:cubicBezTo>
                    <a:cubicBezTo>
                      <a:pt x="48" y="141"/>
                      <a:pt x="48" y="141"/>
                      <a:pt x="48" y="141"/>
                    </a:cubicBezTo>
                    <a:cubicBezTo>
                      <a:pt x="50" y="141"/>
                      <a:pt x="53" y="140"/>
                      <a:pt x="54" y="137"/>
                    </a:cubicBezTo>
                    <a:cubicBezTo>
                      <a:pt x="54" y="135"/>
                      <a:pt x="53" y="132"/>
                      <a:pt x="50" y="131"/>
                    </a:cubicBezTo>
                    <a:cubicBezTo>
                      <a:pt x="21" y="124"/>
                      <a:pt x="21" y="124"/>
                      <a:pt x="21" y="124"/>
                    </a:cubicBezTo>
                    <a:cubicBezTo>
                      <a:pt x="53" y="111"/>
                      <a:pt x="53" y="111"/>
                      <a:pt x="53" y="111"/>
                    </a:cubicBezTo>
                    <a:cubicBezTo>
                      <a:pt x="55" y="110"/>
                      <a:pt x="56" y="109"/>
                      <a:pt x="56" y="107"/>
                    </a:cubicBezTo>
                    <a:cubicBezTo>
                      <a:pt x="57" y="106"/>
                      <a:pt x="56" y="104"/>
                      <a:pt x="55" y="103"/>
                    </a:cubicBezTo>
                    <a:cubicBezTo>
                      <a:pt x="34" y="85"/>
                      <a:pt x="34" y="85"/>
                      <a:pt x="34" y="85"/>
                    </a:cubicBezTo>
                    <a:cubicBezTo>
                      <a:pt x="66" y="85"/>
                      <a:pt x="66" y="85"/>
                      <a:pt x="66" y="85"/>
                    </a:cubicBezTo>
                    <a:cubicBezTo>
                      <a:pt x="68" y="85"/>
                      <a:pt x="69" y="84"/>
                      <a:pt x="70" y="83"/>
                    </a:cubicBezTo>
                    <a:cubicBezTo>
                      <a:pt x="71" y="81"/>
                      <a:pt x="71" y="80"/>
                      <a:pt x="70" y="78"/>
                    </a:cubicBezTo>
                    <a:cubicBezTo>
                      <a:pt x="53" y="40"/>
                      <a:pt x="53" y="40"/>
                      <a:pt x="53" y="40"/>
                    </a:cubicBezTo>
                    <a:cubicBezTo>
                      <a:pt x="88" y="59"/>
                      <a:pt x="88" y="59"/>
                      <a:pt x="88" y="59"/>
                    </a:cubicBezTo>
                    <a:cubicBezTo>
                      <a:pt x="90" y="60"/>
                      <a:pt x="91" y="60"/>
                      <a:pt x="93" y="60"/>
                    </a:cubicBezTo>
                    <a:cubicBezTo>
                      <a:pt x="94" y="59"/>
                      <a:pt x="95" y="57"/>
                      <a:pt x="95" y="56"/>
                    </a:cubicBezTo>
                    <a:cubicBezTo>
                      <a:pt x="101" y="19"/>
                      <a:pt x="101" y="19"/>
                      <a:pt x="101" y="19"/>
                    </a:cubicBezTo>
                    <a:cubicBezTo>
                      <a:pt x="122" y="54"/>
                      <a:pt x="122" y="54"/>
                      <a:pt x="122" y="54"/>
                    </a:cubicBezTo>
                    <a:cubicBezTo>
                      <a:pt x="123" y="55"/>
                      <a:pt x="125" y="56"/>
                      <a:pt x="126" y="56"/>
                    </a:cubicBezTo>
                    <a:cubicBezTo>
                      <a:pt x="128" y="56"/>
                      <a:pt x="129" y="55"/>
                      <a:pt x="130" y="54"/>
                    </a:cubicBezTo>
                    <a:cubicBezTo>
                      <a:pt x="150" y="25"/>
                      <a:pt x="150" y="25"/>
                      <a:pt x="150" y="25"/>
                    </a:cubicBezTo>
                    <a:cubicBezTo>
                      <a:pt x="153" y="70"/>
                      <a:pt x="153" y="70"/>
                      <a:pt x="153" y="70"/>
                    </a:cubicBezTo>
                    <a:cubicBezTo>
                      <a:pt x="153" y="72"/>
                      <a:pt x="154" y="73"/>
                      <a:pt x="155" y="74"/>
                    </a:cubicBezTo>
                    <a:cubicBezTo>
                      <a:pt x="156" y="75"/>
                      <a:pt x="158" y="75"/>
                      <a:pt x="159" y="75"/>
                    </a:cubicBezTo>
                    <a:cubicBezTo>
                      <a:pt x="184" y="67"/>
                      <a:pt x="184" y="67"/>
                      <a:pt x="184" y="67"/>
                    </a:cubicBezTo>
                    <a:cubicBezTo>
                      <a:pt x="172" y="89"/>
                      <a:pt x="172" y="89"/>
                      <a:pt x="172" y="89"/>
                    </a:cubicBezTo>
                    <a:cubicBezTo>
                      <a:pt x="171" y="92"/>
                      <a:pt x="171" y="95"/>
                      <a:pt x="174"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607"/>
              <p:cNvSpPr>
                <a:spLocks/>
              </p:cNvSpPr>
              <p:nvPr/>
            </p:nvSpPr>
            <p:spPr bwMode="auto">
              <a:xfrm>
                <a:off x="1306513" y="5518150"/>
                <a:ext cx="68263" cy="55563"/>
              </a:xfrm>
              <a:custGeom>
                <a:avLst/>
                <a:gdLst>
                  <a:gd name="T0" fmla="*/ 35 w 53"/>
                  <a:gd name="T1" fmla="*/ 31 h 42"/>
                  <a:gd name="T2" fmla="*/ 2 w 53"/>
                  <a:gd name="T3" fmla="*/ 31 h 42"/>
                  <a:gd name="T4" fmla="*/ 0 w 53"/>
                  <a:gd name="T5" fmla="*/ 36 h 42"/>
                  <a:gd name="T6" fmla="*/ 38 w 53"/>
                  <a:gd name="T7" fmla="*/ 35 h 42"/>
                  <a:gd name="T8" fmla="*/ 52 w 53"/>
                  <a:gd name="T9" fmla="*/ 0 h 42"/>
                  <a:gd name="T10" fmla="*/ 47 w 53"/>
                  <a:gd name="T11" fmla="*/ 0 h 42"/>
                  <a:gd name="T12" fmla="*/ 35 w 53"/>
                  <a:gd name="T13" fmla="*/ 31 h 42"/>
                </a:gdLst>
                <a:ahLst/>
                <a:cxnLst>
                  <a:cxn ang="0">
                    <a:pos x="T0" y="T1"/>
                  </a:cxn>
                  <a:cxn ang="0">
                    <a:pos x="T2" y="T3"/>
                  </a:cxn>
                  <a:cxn ang="0">
                    <a:pos x="T4" y="T5"/>
                  </a:cxn>
                  <a:cxn ang="0">
                    <a:pos x="T6" y="T7"/>
                  </a:cxn>
                  <a:cxn ang="0">
                    <a:pos x="T8" y="T9"/>
                  </a:cxn>
                  <a:cxn ang="0">
                    <a:pos x="T10" y="T11"/>
                  </a:cxn>
                  <a:cxn ang="0">
                    <a:pos x="T12" y="T13"/>
                  </a:cxn>
                </a:cxnLst>
                <a:rect l="0" t="0" r="r" b="b"/>
                <a:pathLst>
                  <a:path w="53" h="42">
                    <a:moveTo>
                      <a:pt x="35" y="31"/>
                    </a:moveTo>
                    <a:cubicBezTo>
                      <a:pt x="27" y="36"/>
                      <a:pt x="16" y="36"/>
                      <a:pt x="2" y="31"/>
                    </a:cubicBezTo>
                    <a:cubicBezTo>
                      <a:pt x="0" y="36"/>
                      <a:pt x="0" y="36"/>
                      <a:pt x="0" y="36"/>
                    </a:cubicBezTo>
                    <a:cubicBezTo>
                      <a:pt x="16" y="42"/>
                      <a:pt x="29" y="42"/>
                      <a:pt x="38" y="35"/>
                    </a:cubicBezTo>
                    <a:cubicBezTo>
                      <a:pt x="53" y="24"/>
                      <a:pt x="52" y="1"/>
                      <a:pt x="52" y="0"/>
                    </a:cubicBezTo>
                    <a:cubicBezTo>
                      <a:pt x="47" y="0"/>
                      <a:pt x="47" y="0"/>
                      <a:pt x="47" y="0"/>
                    </a:cubicBezTo>
                    <a:cubicBezTo>
                      <a:pt x="47" y="0"/>
                      <a:pt x="47" y="22"/>
                      <a:pt x="35"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608"/>
              <p:cNvSpPr>
                <a:spLocks/>
              </p:cNvSpPr>
              <p:nvPr/>
            </p:nvSpPr>
            <p:spPr bwMode="auto">
              <a:xfrm>
                <a:off x="1371600" y="5524500"/>
                <a:ext cx="53975" cy="74613"/>
              </a:xfrm>
              <a:custGeom>
                <a:avLst/>
                <a:gdLst>
                  <a:gd name="T0" fmla="*/ 42 w 42"/>
                  <a:gd name="T1" fmla="*/ 52 h 58"/>
                  <a:gd name="T2" fmla="*/ 13 w 42"/>
                  <a:gd name="T3" fmla="*/ 36 h 58"/>
                  <a:gd name="T4" fmla="*/ 18 w 42"/>
                  <a:gd name="T5" fmla="*/ 3 h 58"/>
                  <a:gd name="T6" fmla="*/ 13 w 42"/>
                  <a:gd name="T7" fmla="*/ 0 h 58"/>
                  <a:gd name="T8" fmla="*/ 8 w 42"/>
                  <a:gd name="T9" fmla="*/ 39 h 58"/>
                  <a:gd name="T10" fmla="*/ 17 w 42"/>
                  <a:gd name="T11" fmla="*/ 50 h 58"/>
                  <a:gd name="T12" fmla="*/ 41 w 42"/>
                  <a:gd name="T13" fmla="*/ 58 h 58"/>
                  <a:gd name="T14" fmla="*/ 42 w 42"/>
                  <a:gd name="T15" fmla="*/ 52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58">
                    <a:moveTo>
                      <a:pt x="42" y="52"/>
                    </a:moveTo>
                    <a:cubicBezTo>
                      <a:pt x="27" y="50"/>
                      <a:pt x="17" y="45"/>
                      <a:pt x="13" y="36"/>
                    </a:cubicBezTo>
                    <a:cubicBezTo>
                      <a:pt x="6" y="22"/>
                      <a:pt x="18" y="3"/>
                      <a:pt x="18" y="3"/>
                    </a:cubicBezTo>
                    <a:cubicBezTo>
                      <a:pt x="13" y="0"/>
                      <a:pt x="13" y="0"/>
                      <a:pt x="13" y="0"/>
                    </a:cubicBezTo>
                    <a:cubicBezTo>
                      <a:pt x="12" y="1"/>
                      <a:pt x="0" y="22"/>
                      <a:pt x="8" y="39"/>
                    </a:cubicBezTo>
                    <a:cubicBezTo>
                      <a:pt x="10" y="43"/>
                      <a:pt x="13" y="47"/>
                      <a:pt x="17" y="50"/>
                    </a:cubicBezTo>
                    <a:cubicBezTo>
                      <a:pt x="23" y="54"/>
                      <a:pt x="31" y="57"/>
                      <a:pt x="41" y="58"/>
                    </a:cubicBezTo>
                    <a:lnTo>
                      <a:pt x="42" y="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609"/>
              <p:cNvSpPr>
                <a:spLocks/>
              </p:cNvSpPr>
              <p:nvPr/>
            </p:nvSpPr>
            <p:spPr bwMode="auto">
              <a:xfrm>
                <a:off x="1349375" y="5602288"/>
                <a:ext cx="68263" cy="57150"/>
              </a:xfrm>
              <a:custGeom>
                <a:avLst/>
                <a:gdLst>
                  <a:gd name="T0" fmla="*/ 53 w 53"/>
                  <a:gd name="T1" fmla="*/ 8 h 44"/>
                  <a:gd name="T2" fmla="*/ 16 w 53"/>
                  <a:gd name="T3" fmla="*/ 6 h 44"/>
                  <a:gd name="T4" fmla="*/ 0 w 53"/>
                  <a:gd name="T5" fmla="*/ 44 h 44"/>
                  <a:gd name="T6" fmla="*/ 6 w 53"/>
                  <a:gd name="T7" fmla="*/ 43 h 44"/>
                  <a:gd name="T8" fmla="*/ 19 w 53"/>
                  <a:gd name="T9" fmla="*/ 11 h 44"/>
                  <a:gd name="T10" fmla="*/ 51 w 53"/>
                  <a:gd name="T11" fmla="*/ 13 h 44"/>
                  <a:gd name="T12" fmla="*/ 53 w 53"/>
                  <a:gd name="T13" fmla="*/ 8 h 44"/>
                </a:gdLst>
                <a:ahLst/>
                <a:cxnLst>
                  <a:cxn ang="0">
                    <a:pos x="T0" y="T1"/>
                  </a:cxn>
                  <a:cxn ang="0">
                    <a:pos x="T2" y="T3"/>
                  </a:cxn>
                  <a:cxn ang="0">
                    <a:pos x="T4" y="T5"/>
                  </a:cxn>
                  <a:cxn ang="0">
                    <a:pos x="T6" y="T7"/>
                  </a:cxn>
                  <a:cxn ang="0">
                    <a:pos x="T8" y="T9"/>
                  </a:cxn>
                  <a:cxn ang="0">
                    <a:pos x="T10" y="T11"/>
                  </a:cxn>
                  <a:cxn ang="0">
                    <a:pos x="T12" y="T13"/>
                  </a:cxn>
                </a:cxnLst>
                <a:rect l="0" t="0" r="r" b="b"/>
                <a:pathLst>
                  <a:path w="53" h="44">
                    <a:moveTo>
                      <a:pt x="53" y="8"/>
                    </a:moveTo>
                    <a:cubicBezTo>
                      <a:pt x="37" y="1"/>
                      <a:pt x="25" y="0"/>
                      <a:pt x="16" y="6"/>
                    </a:cubicBezTo>
                    <a:cubicBezTo>
                      <a:pt x="0" y="16"/>
                      <a:pt x="0" y="42"/>
                      <a:pt x="0" y="44"/>
                    </a:cubicBezTo>
                    <a:cubicBezTo>
                      <a:pt x="6" y="43"/>
                      <a:pt x="6" y="43"/>
                      <a:pt x="6" y="43"/>
                    </a:cubicBezTo>
                    <a:cubicBezTo>
                      <a:pt x="6" y="43"/>
                      <a:pt x="6" y="19"/>
                      <a:pt x="19" y="11"/>
                    </a:cubicBezTo>
                    <a:cubicBezTo>
                      <a:pt x="26" y="6"/>
                      <a:pt x="37" y="7"/>
                      <a:pt x="51" y="13"/>
                    </a:cubicBezTo>
                    <a:lnTo>
                      <a:pt x="5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610"/>
              <p:cNvSpPr>
                <a:spLocks/>
              </p:cNvSpPr>
              <p:nvPr/>
            </p:nvSpPr>
            <p:spPr bwMode="auto">
              <a:xfrm>
                <a:off x="1298575" y="5580063"/>
                <a:ext cx="57150" cy="73025"/>
              </a:xfrm>
              <a:custGeom>
                <a:avLst/>
                <a:gdLst>
                  <a:gd name="T0" fmla="*/ 29 w 44"/>
                  <a:gd name="T1" fmla="*/ 57 h 57"/>
                  <a:gd name="T2" fmla="*/ 35 w 44"/>
                  <a:gd name="T3" fmla="*/ 17 h 57"/>
                  <a:gd name="T4" fmla="*/ 1 w 44"/>
                  <a:gd name="T5" fmla="*/ 0 h 57"/>
                  <a:gd name="T6" fmla="*/ 0 w 44"/>
                  <a:gd name="T7" fmla="*/ 6 h 57"/>
                  <a:gd name="T8" fmla="*/ 30 w 44"/>
                  <a:gd name="T9" fmla="*/ 20 h 57"/>
                  <a:gd name="T10" fmla="*/ 24 w 44"/>
                  <a:gd name="T11" fmla="*/ 54 h 57"/>
                  <a:gd name="T12" fmla="*/ 29 w 44"/>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44" h="57">
                    <a:moveTo>
                      <a:pt x="29" y="57"/>
                    </a:moveTo>
                    <a:cubicBezTo>
                      <a:pt x="30" y="56"/>
                      <a:pt x="44" y="34"/>
                      <a:pt x="35" y="17"/>
                    </a:cubicBezTo>
                    <a:cubicBezTo>
                      <a:pt x="30" y="7"/>
                      <a:pt x="19" y="2"/>
                      <a:pt x="1" y="0"/>
                    </a:cubicBezTo>
                    <a:cubicBezTo>
                      <a:pt x="0" y="6"/>
                      <a:pt x="0" y="6"/>
                      <a:pt x="0" y="6"/>
                    </a:cubicBezTo>
                    <a:cubicBezTo>
                      <a:pt x="16" y="7"/>
                      <a:pt x="26" y="12"/>
                      <a:pt x="30" y="20"/>
                    </a:cubicBezTo>
                    <a:cubicBezTo>
                      <a:pt x="37" y="34"/>
                      <a:pt x="24" y="54"/>
                      <a:pt x="24" y="54"/>
                    </a:cubicBezTo>
                    <a:lnTo>
                      <a:pt x="29"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611"/>
              <p:cNvSpPr>
                <a:spLocks/>
              </p:cNvSpPr>
              <p:nvPr/>
            </p:nvSpPr>
            <p:spPr bwMode="auto">
              <a:xfrm>
                <a:off x="982663" y="5895975"/>
                <a:ext cx="49213" cy="77788"/>
              </a:xfrm>
              <a:custGeom>
                <a:avLst/>
                <a:gdLst>
                  <a:gd name="T0" fmla="*/ 0 w 38"/>
                  <a:gd name="T1" fmla="*/ 54 h 60"/>
                  <a:gd name="T2" fmla="*/ 2 w 38"/>
                  <a:gd name="T3" fmla="*/ 60 h 60"/>
                  <a:gd name="T4" fmla="*/ 32 w 38"/>
                  <a:gd name="T5" fmla="*/ 37 h 60"/>
                  <a:gd name="T6" fmla="*/ 23 w 38"/>
                  <a:gd name="T7" fmla="*/ 0 h 60"/>
                  <a:gd name="T8" fmla="*/ 19 w 38"/>
                  <a:gd name="T9" fmla="*/ 3 h 60"/>
                  <a:gd name="T10" fmla="*/ 27 w 38"/>
                  <a:gd name="T11" fmla="*/ 35 h 60"/>
                  <a:gd name="T12" fmla="*/ 0 w 38"/>
                  <a:gd name="T13" fmla="*/ 54 h 60"/>
                </a:gdLst>
                <a:ahLst/>
                <a:cxnLst>
                  <a:cxn ang="0">
                    <a:pos x="T0" y="T1"/>
                  </a:cxn>
                  <a:cxn ang="0">
                    <a:pos x="T2" y="T3"/>
                  </a:cxn>
                  <a:cxn ang="0">
                    <a:pos x="T4" y="T5"/>
                  </a:cxn>
                  <a:cxn ang="0">
                    <a:pos x="T6" y="T7"/>
                  </a:cxn>
                  <a:cxn ang="0">
                    <a:pos x="T8" y="T9"/>
                  </a:cxn>
                  <a:cxn ang="0">
                    <a:pos x="T10" y="T11"/>
                  </a:cxn>
                  <a:cxn ang="0">
                    <a:pos x="T12" y="T13"/>
                  </a:cxn>
                </a:cxnLst>
                <a:rect l="0" t="0" r="r" b="b"/>
                <a:pathLst>
                  <a:path w="38" h="60">
                    <a:moveTo>
                      <a:pt x="0" y="54"/>
                    </a:moveTo>
                    <a:cubicBezTo>
                      <a:pt x="2" y="60"/>
                      <a:pt x="2" y="60"/>
                      <a:pt x="2" y="60"/>
                    </a:cubicBezTo>
                    <a:cubicBezTo>
                      <a:pt x="18" y="55"/>
                      <a:pt x="28" y="48"/>
                      <a:pt x="32" y="37"/>
                    </a:cubicBezTo>
                    <a:cubicBezTo>
                      <a:pt x="38" y="19"/>
                      <a:pt x="24" y="1"/>
                      <a:pt x="23" y="0"/>
                    </a:cubicBezTo>
                    <a:cubicBezTo>
                      <a:pt x="19" y="3"/>
                      <a:pt x="19" y="3"/>
                      <a:pt x="19" y="3"/>
                    </a:cubicBezTo>
                    <a:cubicBezTo>
                      <a:pt x="19" y="3"/>
                      <a:pt x="32" y="20"/>
                      <a:pt x="27" y="35"/>
                    </a:cubicBezTo>
                    <a:cubicBezTo>
                      <a:pt x="24" y="44"/>
                      <a:pt x="15" y="50"/>
                      <a:pt x="0"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612"/>
              <p:cNvSpPr>
                <a:spLocks/>
              </p:cNvSpPr>
              <p:nvPr/>
            </p:nvSpPr>
            <p:spPr bwMode="auto">
              <a:xfrm>
                <a:off x="1028700" y="5891213"/>
                <a:ext cx="73025" cy="49213"/>
              </a:xfrm>
              <a:custGeom>
                <a:avLst/>
                <a:gdLst>
                  <a:gd name="T0" fmla="*/ 22 w 57"/>
                  <a:gd name="T1" fmla="*/ 30 h 39"/>
                  <a:gd name="T2" fmla="*/ 6 w 57"/>
                  <a:gd name="T3" fmla="*/ 0 h 39"/>
                  <a:gd name="T4" fmla="*/ 0 w 57"/>
                  <a:gd name="T5" fmla="*/ 1 h 39"/>
                  <a:gd name="T6" fmla="*/ 19 w 57"/>
                  <a:gd name="T7" fmla="*/ 35 h 39"/>
                  <a:gd name="T8" fmla="*/ 33 w 57"/>
                  <a:gd name="T9" fmla="*/ 39 h 39"/>
                  <a:gd name="T10" fmla="*/ 57 w 57"/>
                  <a:gd name="T11" fmla="*/ 32 h 39"/>
                  <a:gd name="T12" fmla="*/ 54 w 57"/>
                  <a:gd name="T13" fmla="*/ 27 h 39"/>
                  <a:gd name="T14" fmla="*/ 22 w 57"/>
                  <a:gd name="T15" fmla="*/ 30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39">
                    <a:moveTo>
                      <a:pt x="22" y="30"/>
                    </a:moveTo>
                    <a:cubicBezTo>
                      <a:pt x="8" y="22"/>
                      <a:pt x="6" y="1"/>
                      <a:pt x="6" y="0"/>
                    </a:cubicBezTo>
                    <a:cubicBezTo>
                      <a:pt x="0" y="1"/>
                      <a:pt x="0" y="1"/>
                      <a:pt x="0" y="1"/>
                    </a:cubicBezTo>
                    <a:cubicBezTo>
                      <a:pt x="0" y="2"/>
                      <a:pt x="2" y="26"/>
                      <a:pt x="19" y="35"/>
                    </a:cubicBezTo>
                    <a:cubicBezTo>
                      <a:pt x="23" y="37"/>
                      <a:pt x="27" y="39"/>
                      <a:pt x="33" y="39"/>
                    </a:cubicBezTo>
                    <a:cubicBezTo>
                      <a:pt x="40" y="39"/>
                      <a:pt x="48" y="36"/>
                      <a:pt x="57" y="32"/>
                    </a:cubicBezTo>
                    <a:cubicBezTo>
                      <a:pt x="54" y="27"/>
                      <a:pt x="54" y="27"/>
                      <a:pt x="54" y="27"/>
                    </a:cubicBezTo>
                    <a:cubicBezTo>
                      <a:pt x="41" y="33"/>
                      <a:pt x="30" y="35"/>
                      <a:pt x="22"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613"/>
              <p:cNvSpPr>
                <a:spLocks/>
              </p:cNvSpPr>
              <p:nvPr/>
            </p:nvSpPr>
            <p:spPr bwMode="auto">
              <a:xfrm>
                <a:off x="1054100" y="5946775"/>
                <a:ext cx="52388" cy="76200"/>
              </a:xfrm>
              <a:custGeom>
                <a:avLst/>
                <a:gdLst>
                  <a:gd name="T0" fmla="*/ 40 w 40"/>
                  <a:gd name="T1" fmla="*/ 5 h 59"/>
                  <a:gd name="T2" fmla="*/ 39 w 40"/>
                  <a:gd name="T3" fmla="*/ 0 h 59"/>
                  <a:gd name="T4" fmla="*/ 7 w 40"/>
                  <a:gd name="T5" fmla="*/ 20 h 59"/>
                  <a:gd name="T6" fmla="*/ 16 w 40"/>
                  <a:gd name="T7" fmla="*/ 59 h 59"/>
                  <a:gd name="T8" fmla="*/ 21 w 40"/>
                  <a:gd name="T9" fmla="*/ 56 h 59"/>
                  <a:gd name="T10" fmla="*/ 12 w 40"/>
                  <a:gd name="T11" fmla="*/ 22 h 59"/>
                  <a:gd name="T12" fmla="*/ 40 w 40"/>
                  <a:gd name="T13" fmla="*/ 5 h 59"/>
                </a:gdLst>
                <a:ahLst/>
                <a:cxnLst>
                  <a:cxn ang="0">
                    <a:pos x="T0" y="T1"/>
                  </a:cxn>
                  <a:cxn ang="0">
                    <a:pos x="T2" y="T3"/>
                  </a:cxn>
                  <a:cxn ang="0">
                    <a:pos x="T4" y="T5"/>
                  </a:cxn>
                  <a:cxn ang="0">
                    <a:pos x="T6" y="T7"/>
                  </a:cxn>
                  <a:cxn ang="0">
                    <a:pos x="T8" y="T9"/>
                  </a:cxn>
                  <a:cxn ang="0">
                    <a:pos x="T10" y="T11"/>
                  </a:cxn>
                  <a:cxn ang="0">
                    <a:pos x="T12" y="T13"/>
                  </a:cxn>
                </a:cxnLst>
                <a:rect l="0" t="0" r="r" b="b"/>
                <a:pathLst>
                  <a:path w="40" h="59">
                    <a:moveTo>
                      <a:pt x="40" y="5"/>
                    </a:moveTo>
                    <a:cubicBezTo>
                      <a:pt x="39" y="0"/>
                      <a:pt x="39" y="0"/>
                      <a:pt x="39" y="0"/>
                    </a:cubicBezTo>
                    <a:cubicBezTo>
                      <a:pt x="22" y="3"/>
                      <a:pt x="11" y="9"/>
                      <a:pt x="7" y="20"/>
                    </a:cubicBezTo>
                    <a:cubicBezTo>
                      <a:pt x="0" y="37"/>
                      <a:pt x="16" y="58"/>
                      <a:pt x="16" y="59"/>
                    </a:cubicBezTo>
                    <a:cubicBezTo>
                      <a:pt x="21" y="56"/>
                      <a:pt x="21" y="56"/>
                      <a:pt x="21" y="56"/>
                    </a:cubicBezTo>
                    <a:cubicBezTo>
                      <a:pt x="21" y="55"/>
                      <a:pt x="7" y="36"/>
                      <a:pt x="12" y="22"/>
                    </a:cubicBezTo>
                    <a:cubicBezTo>
                      <a:pt x="16" y="13"/>
                      <a:pt x="25" y="8"/>
                      <a:pt x="4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614"/>
              <p:cNvSpPr>
                <a:spLocks/>
              </p:cNvSpPr>
              <p:nvPr/>
            </p:nvSpPr>
            <p:spPr bwMode="auto">
              <a:xfrm>
                <a:off x="989013" y="5973763"/>
                <a:ext cx="71438" cy="53975"/>
              </a:xfrm>
              <a:custGeom>
                <a:avLst/>
                <a:gdLst>
                  <a:gd name="T0" fmla="*/ 35 w 56"/>
                  <a:gd name="T1" fmla="*/ 10 h 41"/>
                  <a:gd name="T2" fmla="*/ 50 w 56"/>
                  <a:gd name="T3" fmla="*/ 41 h 41"/>
                  <a:gd name="T4" fmla="*/ 56 w 56"/>
                  <a:gd name="T5" fmla="*/ 41 h 41"/>
                  <a:gd name="T6" fmla="*/ 38 w 56"/>
                  <a:gd name="T7" fmla="*/ 5 h 41"/>
                  <a:gd name="T8" fmla="*/ 0 w 56"/>
                  <a:gd name="T9" fmla="*/ 11 h 41"/>
                  <a:gd name="T10" fmla="*/ 3 w 56"/>
                  <a:gd name="T11" fmla="*/ 16 h 41"/>
                  <a:gd name="T12" fmla="*/ 35 w 56"/>
                  <a:gd name="T13" fmla="*/ 10 h 41"/>
                </a:gdLst>
                <a:ahLst/>
                <a:cxnLst>
                  <a:cxn ang="0">
                    <a:pos x="T0" y="T1"/>
                  </a:cxn>
                  <a:cxn ang="0">
                    <a:pos x="T2" y="T3"/>
                  </a:cxn>
                  <a:cxn ang="0">
                    <a:pos x="T4" y="T5"/>
                  </a:cxn>
                  <a:cxn ang="0">
                    <a:pos x="T6" y="T7"/>
                  </a:cxn>
                  <a:cxn ang="0">
                    <a:pos x="T8" y="T9"/>
                  </a:cxn>
                  <a:cxn ang="0">
                    <a:pos x="T10" y="T11"/>
                  </a:cxn>
                  <a:cxn ang="0">
                    <a:pos x="T12" y="T13"/>
                  </a:cxn>
                </a:cxnLst>
                <a:rect l="0" t="0" r="r" b="b"/>
                <a:pathLst>
                  <a:path w="56" h="41">
                    <a:moveTo>
                      <a:pt x="35" y="10"/>
                    </a:moveTo>
                    <a:cubicBezTo>
                      <a:pt x="49" y="17"/>
                      <a:pt x="50" y="41"/>
                      <a:pt x="50" y="41"/>
                    </a:cubicBezTo>
                    <a:cubicBezTo>
                      <a:pt x="56" y="41"/>
                      <a:pt x="56" y="41"/>
                      <a:pt x="56" y="41"/>
                    </a:cubicBezTo>
                    <a:cubicBezTo>
                      <a:pt x="56" y="40"/>
                      <a:pt x="54" y="14"/>
                      <a:pt x="38" y="5"/>
                    </a:cubicBezTo>
                    <a:cubicBezTo>
                      <a:pt x="28" y="0"/>
                      <a:pt x="15" y="2"/>
                      <a:pt x="0" y="11"/>
                    </a:cubicBezTo>
                    <a:cubicBezTo>
                      <a:pt x="3" y="16"/>
                      <a:pt x="3" y="16"/>
                      <a:pt x="3" y="16"/>
                    </a:cubicBezTo>
                    <a:cubicBezTo>
                      <a:pt x="16" y="8"/>
                      <a:pt x="27" y="6"/>
                      <a:pt x="35"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615"/>
              <p:cNvSpPr>
                <a:spLocks/>
              </p:cNvSpPr>
              <p:nvPr/>
            </p:nvSpPr>
            <p:spPr bwMode="auto">
              <a:xfrm>
                <a:off x="1397000" y="5719763"/>
                <a:ext cx="104775" cy="79375"/>
              </a:xfrm>
              <a:custGeom>
                <a:avLst/>
                <a:gdLst>
                  <a:gd name="T0" fmla="*/ 0 w 80"/>
                  <a:gd name="T1" fmla="*/ 37 h 61"/>
                  <a:gd name="T2" fmla="*/ 79 w 80"/>
                  <a:gd name="T3" fmla="*/ 31 h 61"/>
                  <a:gd name="T4" fmla="*/ 0 w 80"/>
                  <a:gd name="T5" fmla="*/ 37 h 61"/>
                </a:gdLst>
                <a:ahLst/>
                <a:cxnLst>
                  <a:cxn ang="0">
                    <a:pos x="T0" y="T1"/>
                  </a:cxn>
                  <a:cxn ang="0">
                    <a:pos x="T2" y="T3"/>
                  </a:cxn>
                  <a:cxn ang="0">
                    <a:pos x="T4" y="T5"/>
                  </a:cxn>
                </a:cxnLst>
                <a:rect l="0" t="0" r="r" b="b"/>
                <a:pathLst>
                  <a:path w="80" h="61">
                    <a:moveTo>
                      <a:pt x="0" y="37"/>
                    </a:moveTo>
                    <a:cubicBezTo>
                      <a:pt x="50" y="36"/>
                      <a:pt x="80" y="61"/>
                      <a:pt x="79" y="31"/>
                    </a:cubicBezTo>
                    <a:cubicBezTo>
                      <a:pt x="77" y="0"/>
                      <a:pt x="18" y="7"/>
                      <a:pt x="0"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616"/>
              <p:cNvSpPr>
                <a:spLocks/>
              </p:cNvSpPr>
              <p:nvPr/>
            </p:nvSpPr>
            <p:spPr bwMode="auto">
              <a:xfrm>
                <a:off x="1338263" y="5664200"/>
                <a:ext cx="82550" cy="84138"/>
              </a:xfrm>
              <a:custGeom>
                <a:avLst/>
                <a:gdLst>
                  <a:gd name="T0" fmla="*/ 47 w 64"/>
                  <a:gd name="T1" fmla="*/ 17 h 65"/>
                  <a:gd name="T2" fmla="*/ 7 w 64"/>
                  <a:gd name="T3" fmla="*/ 65 h 65"/>
                  <a:gd name="T4" fmla="*/ 47 w 64"/>
                  <a:gd name="T5" fmla="*/ 17 h 65"/>
                </a:gdLst>
                <a:ahLst/>
                <a:cxnLst>
                  <a:cxn ang="0">
                    <a:pos x="T0" y="T1"/>
                  </a:cxn>
                  <a:cxn ang="0">
                    <a:pos x="T2" y="T3"/>
                  </a:cxn>
                  <a:cxn ang="0">
                    <a:pos x="T4" y="T5"/>
                  </a:cxn>
                </a:cxnLst>
                <a:rect l="0" t="0" r="r" b="b"/>
                <a:pathLst>
                  <a:path w="64" h="65">
                    <a:moveTo>
                      <a:pt x="47" y="17"/>
                    </a:moveTo>
                    <a:cubicBezTo>
                      <a:pt x="28" y="0"/>
                      <a:pt x="0" y="38"/>
                      <a:pt x="7" y="65"/>
                    </a:cubicBezTo>
                    <a:cubicBezTo>
                      <a:pt x="34" y="36"/>
                      <a:pt x="64" y="32"/>
                      <a:pt x="47"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617"/>
              <p:cNvSpPr>
                <a:spLocks/>
              </p:cNvSpPr>
              <p:nvPr/>
            </p:nvSpPr>
            <p:spPr bwMode="auto">
              <a:xfrm>
                <a:off x="1382713" y="5810250"/>
                <a:ext cx="74613" cy="57150"/>
              </a:xfrm>
              <a:custGeom>
                <a:avLst/>
                <a:gdLst>
                  <a:gd name="T0" fmla="*/ 0 w 58"/>
                  <a:gd name="T1" fmla="*/ 18 h 44"/>
                  <a:gd name="T2" fmla="*/ 55 w 58"/>
                  <a:gd name="T3" fmla="*/ 24 h 44"/>
                  <a:gd name="T4" fmla="*/ 0 w 58"/>
                  <a:gd name="T5" fmla="*/ 18 h 44"/>
                </a:gdLst>
                <a:ahLst/>
                <a:cxnLst>
                  <a:cxn ang="0">
                    <a:pos x="T0" y="T1"/>
                  </a:cxn>
                  <a:cxn ang="0">
                    <a:pos x="T2" y="T3"/>
                  </a:cxn>
                  <a:cxn ang="0">
                    <a:pos x="T4" y="T5"/>
                  </a:cxn>
                </a:cxnLst>
                <a:rect l="0" t="0" r="r" b="b"/>
                <a:pathLst>
                  <a:path w="58" h="44">
                    <a:moveTo>
                      <a:pt x="0" y="18"/>
                    </a:moveTo>
                    <a:cubicBezTo>
                      <a:pt x="34" y="24"/>
                      <a:pt x="52" y="44"/>
                      <a:pt x="55" y="24"/>
                    </a:cubicBezTo>
                    <a:cubicBezTo>
                      <a:pt x="58" y="3"/>
                      <a:pt x="16" y="0"/>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388" name="组合 387"/>
          <p:cNvGrpSpPr/>
          <p:nvPr/>
        </p:nvGrpSpPr>
        <p:grpSpPr>
          <a:xfrm>
            <a:off x="10006517" y="2708123"/>
            <a:ext cx="1366259" cy="1380824"/>
            <a:chOff x="4348163" y="2709863"/>
            <a:chExt cx="1489075" cy="1504950"/>
          </a:xfrm>
          <a:solidFill>
            <a:schemeClr val="tx1">
              <a:lumMod val="65000"/>
              <a:lumOff val="35000"/>
            </a:schemeClr>
          </a:solidFill>
        </p:grpSpPr>
        <p:sp>
          <p:nvSpPr>
            <p:cNvPr id="389" name="Freeform 5"/>
            <p:cNvSpPr>
              <a:spLocks/>
            </p:cNvSpPr>
            <p:nvPr/>
          </p:nvSpPr>
          <p:spPr bwMode="auto">
            <a:xfrm>
              <a:off x="5232400" y="3344863"/>
              <a:ext cx="195263" cy="188913"/>
            </a:xfrm>
            <a:custGeom>
              <a:avLst/>
              <a:gdLst>
                <a:gd name="T0" fmla="*/ 121 w 121"/>
                <a:gd name="T1" fmla="*/ 74 h 116"/>
                <a:gd name="T2" fmla="*/ 87 w 121"/>
                <a:gd name="T3" fmla="*/ 77 h 116"/>
                <a:gd name="T4" fmla="*/ 84 w 121"/>
                <a:gd name="T5" fmla="*/ 78 h 116"/>
                <a:gd name="T6" fmla="*/ 56 w 121"/>
                <a:gd name="T7" fmla="*/ 53 h 116"/>
                <a:gd name="T8" fmla="*/ 62 w 121"/>
                <a:gd name="T9" fmla="*/ 32 h 116"/>
                <a:gd name="T10" fmla="*/ 81 w 121"/>
                <a:gd name="T11" fmla="*/ 22 h 116"/>
                <a:gd name="T12" fmla="*/ 115 w 121"/>
                <a:gd name="T13" fmla="*/ 18 h 116"/>
                <a:gd name="T14" fmla="*/ 96 w 121"/>
                <a:gd name="T15" fmla="*/ 5 h 116"/>
                <a:gd name="T16" fmla="*/ 18 w 121"/>
                <a:gd name="T17" fmla="*/ 52 h 116"/>
                <a:gd name="T18" fmla="*/ 0 w 121"/>
                <a:gd name="T19" fmla="*/ 116 h 116"/>
                <a:gd name="T20" fmla="*/ 111 w 121"/>
                <a:gd name="T21" fmla="*/ 116 h 116"/>
                <a:gd name="T22" fmla="*/ 121 w 121"/>
                <a:gd name="T23" fmla="*/ 74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1" h="116">
                  <a:moveTo>
                    <a:pt x="121" y="74"/>
                  </a:moveTo>
                  <a:cubicBezTo>
                    <a:pt x="87" y="77"/>
                    <a:pt x="87" y="77"/>
                    <a:pt x="87" y="77"/>
                  </a:cubicBezTo>
                  <a:cubicBezTo>
                    <a:pt x="86" y="78"/>
                    <a:pt x="85" y="78"/>
                    <a:pt x="84" y="78"/>
                  </a:cubicBezTo>
                  <a:cubicBezTo>
                    <a:pt x="70" y="78"/>
                    <a:pt x="58" y="67"/>
                    <a:pt x="56" y="53"/>
                  </a:cubicBezTo>
                  <a:cubicBezTo>
                    <a:pt x="56" y="45"/>
                    <a:pt x="58" y="38"/>
                    <a:pt x="62" y="32"/>
                  </a:cubicBezTo>
                  <a:cubicBezTo>
                    <a:pt x="67" y="26"/>
                    <a:pt x="74" y="23"/>
                    <a:pt x="81" y="22"/>
                  </a:cubicBezTo>
                  <a:cubicBezTo>
                    <a:pt x="115" y="18"/>
                    <a:pt x="115" y="18"/>
                    <a:pt x="115" y="18"/>
                  </a:cubicBezTo>
                  <a:cubicBezTo>
                    <a:pt x="110" y="12"/>
                    <a:pt x="104" y="7"/>
                    <a:pt x="96" y="5"/>
                  </a:cubicBezTo>
                  <a:cubicBezTo>
                    <a:pt x="70" y="0"/>
                    <a:pt x="34" y="13"/>
                    <a:pt x="18" y="52"/>
                  </a:cubicBezTo>
                  <a:cubicBezTo>
                    <a:pt x="9" y="76"/>
                    <a:pt x="3" y="96"/>
                    <a:pt x="0" y="116"/>
                  </a:cubicBezTo>
                  <a:cubicBezTo>
                    <a:pt x="111" y="116"/>
                    <a:pt x="111" y="116"/>
                    <a:pt x="111" y="116"/>
                  </a:cubicBezTo>
                  <a:cubicBezTo>
                    <a:pt x="114" y="101"/>
                    <a:pt x="118" y="86"/>
                    <a:pt x="121"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 name="Freeform 6"/>
            <p:cNvSpPr>
              <a:spLocks/>
            </p:cNvSpPr>
            <p:nvPr/>
          </p:nvSpPr>
          <p:spPr bwMode="auto">
            <a:xfrm>
              <a:off x="5438775" y="3457575"/>
              <a:ext cx="149225" cy="76200"/>
            </a:xfrm>
            <a:custGeom>
              <a:avLst/>
              <a:gdLst>
                <a:gd name="T0" fmla="*/ 83 w 92"/>
                <a:gd name="T1" fmla="*/ 23 h 47"/>
                <a:gd name="T2" fmla="*/ 59 w 92"/>
                <a:gd name="T3" fmla="*/ 2 h 47"/>
                <a:gd name="T4" fmla="*/ 29 w 92"/>
                <a:gd name="T5" fmla="*/ 13 h 47"/>
                <a:gd name="T6" fmla="*/ 0 w 92"/>
                <a:gd name="T7" fmla="*/ 47 h 47"/>
                <a:gd name="T8" fmla="*/ 92 w 92"/>
                <a:gd name="T9" fmla="*/ 47 h 47"/>
                <a:gd name="T10" fmla="*/ 83 w 92"/>
                <a:gd name="T11" fmla="*/ 23 h 47"/>
              </a:gdLst>
              <a:ahLst/>
              <a:cxnLst>
                <a:cxn ang="0">
                  <a:pos x="T0" y="T1"/>
                </a:cxn>
                <a:cxn ang="0">
                  <a:pos x="T2" y="T3"/>
                </a:cxn>
                <a:cxn ang="0">
                  <a:pos x="T4" y="T5"/>
                </a:cxn>
                <a:cxn ang="0">
                  <a:pos x="T6" y="T7"/>
                </a:cxn>
                <a:cxn ang="0">
                  <a:pos x="T8" y="T9"/>
                </a:cxn>
                <a:cxn ang="0">
                  <a:pos x="T10" y="T11"/>
                </a:cxn>
              </a:cxnLst>
              <a:rect l="0" t="0" r="r" b="b"/>
              <a:pathLst>
                <a:path w="92" h="47">
                  <a:moveTo>
                    <a:pt x="83" y="23"/>
                  </a:moveTo>
                  <a:cubicBezTo>
                    <a:pt x="79" y="12"/>
                    <a:pt x="70" y="5"/>
                    <a:pt x="59" y="2"/>
                  </a:cubicBezTo>
                  <a:cubicBezTo>
                    <a:pt x="47" y="0"/>
                    <a:pt x="36" y="5"/>
                    <a:pt x="29" y="13"/>
                  </a:cubicBezTo>
                  <a:cubicBezTo>
                    <a:pt x="0" y="47"/>
                    <a:pt x="0" y="47"/>
                    <a:pt x="0" y="47"/>
                  </a:cubicBezTo>
                  <a:cubicBezTo>
                    <a:pt x="92" y="47"/>
                    <a:pt x="92" y="47"/>
                    <a:pt x="92" y="47"/>
                  </a:cubicBezTo>
                  <a:lnTo>
                    <a:pt x="8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 name="Freeform 7"/>
            <p:cNvSpPr>
              <a:spLocks/>
            </p:cNvSpPr>
            <p:nvPr/>
          </p:nvSpPr>
          <p:spPr bwMode="auto">
            <a:xfrm>
              <a:off x="5334000" y="3357563"/>
              <a:ext cx="368300" cy="101600"/>
            </a:xfrm>
            <a:custGeom>
              <a:avLst/>
              <a:gdLst>
                <a:gd name="T0" fmla="*/ 1 w 227"/>
                <a:gd name="T1" fmla="*/ 44 h 62"/>
                <a:gd name="T2" fmla="*/ 21 w 227"/>
                <a:gd name="T3" fmla="*/ 62 h 62"/>
                <a:gd name="T4" fmla="*/ 23 w 227"/>
                <a:gd name="T5" fmla="*/ 61 h 62"/>
                <a:gd name="T6" fmla="*/ 208 w 227"/>
                <a:gd name="T7" fmla="*/ 41 h 62"/>
                <a:gd name="T8" fmla="*/ 226 w 227"/>
                <a:gd name="T9" fmla="*/ 19 h 62"/>
                <a:gd name="T10" fmla="*/ 204 w 227"/>
                <a:gd name="T11" fmla="*/ 1 h 62"/>
                <a:gd name="T12" fmla="*/ 19 w 227"/>
                <a:gd name="T13" fmla="*/ 22 h 62"/>
                <a:gd name="T14" fmla="*/ 1 w 227"/>
                <a:gd name="T15" fmla="*/ 44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7" h="62">
                  <a:moveTo>
                    <a:pt x="1" y="44"/>
                  </a:moveTo>
                  <a:cubicBezTo>
                    <a:pt x="2" y="54"/>
                    <a:pt x="11" y="62"/>
                    <a:pt x="21" y="62"/>
                  </a:cubicBezTo>
                  <a:cubicBezTo>
                    <a:pt x="22" y="62"/>
                    <a:pt x="23" y="62"/>
                    <a:pt x="23" y="61"/>
                  </a:cubicBezTo>
                  <a:cubicBezTo>
                    <a:pt x="208" y="41"/>
                    <a:pt x="208" y="41"/>
                    <a:pt x="208" y="41"/>
                  </a:cubicBezTo>
                  <a:cubicBezTo>
                    <a:pt x="219" y="40"/>
                    <a:pt x="227" y="30"/>
                    <a:pt x="226" y="19"/>
                  </a:cubicBezTo>
                  <a:cubicBezTo>
                    <a:pt x="225" y="8"/>
                    <a:pt x="215" y="0"/>
                    <a:pt x="204" y="1"/>
                  </a:cubicBezTo>
                  <a:cubicBezTo>
                    <a:pt x="19" y="22"/>
                    <a:pt x="19" y="22"/>
                    <a:pt x="19" y="22"/>
                  </a:cubicBezTo>
                  <a:cubicBezTo>
                    <a:pt x="8" y="23"/>
                    <a:pt x="0" y="33"/>
                    <a:pt x="1"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 name="Oval 8"/>
            <p:cNvSpPr>
              <a:spLocks noChangeArrowheads="1"/>
            </p:cNvSpPr>
            <p:nvPr/>
          </p:nvSpPr>
          <p:spPr bwMode="auto">
            <a:xfrm>
              <a:off x="5327650" y="3090863"/>
              <a:ext cx="227013" cy="2286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 name="Freeform 9"/>
            <p:cNvSpPr>
              <a:spLocks/>
            </p:cNvSpPr>
            <p:nvPr/>
          </p:nvSpPr>
          <p:spPr bwMode="auto">
            <a:xfrm>
              <a:off x="4940300" y="3413125"/>
              <a:ext cx="896938" cy="603250"/>
            </a:xfrm>
            <a:custGeom>
              <a:avLst/>
              <a:gdLst>
                <a:gd name="T0" fmla="*/ 0 w 553"/>
                <a:gd name="T1" fmla="*/ 39 h 372"/>
                <a:gd name="T2" fmla="*/ 72 w 553"/>
                <a:gd name="T3" fmla="*/ 372 h 372"/>
                <a:gd name="T4" fmla="*/ 497 w 553"/>
                <a:gd name="T5" fmla="*/ 372 h 372"/>
                <a:gd name="T6" fmla="*/ 497 w 553"/>
                <a:gd name="T7" fmla="*/ 336 h 372"/>
                <a:gd name="T8" fmla="*/ 107 w 553"/>
                <a:gd name="T9" fmla="*/ 336 h 372"/>
                <a:gd name="T10" fmla="*/ 102 w 553"/>
                <a:gd name="T11" fmla="*/ 312 h 372"/>
                <a:gd name="T12" fmla="*/ 504 w 553"/>
                <a:gd name="T13" fmla="*/ 251 h 372"/>
                <a:gd name="T14" fmla="*/ 553 w 553"/>
                <a:gd name="T15" fmla="*/ 82 h 372"/>
                <a:gd name="T16" fmla="*/ 52 w 553"/>
                <a:gd name="T17" fmla="*/ 82 h 372"/>
                <a:gd name="T18" fmla="*/ 42 w 553"/>
                <a:gd name="T19" fmla="*/ 35 h 372"/>
                <a:gd name="T20" fmla="*/ 42 w 553"/>
                <a:gd name="T21" fmla="*/ 0 h 372"/>
                <a:gd name="T22" fmla="*/ 6 w 553"/>
                <a:gd name="T23" fmla="*/ 0 h 372"/>
                <a:gd name="T24" fmla="*/ 10 w 553"/>
                <a:gd name="T25" fmla="*/ 15 h 372"/>
                <a:gd name="T26" fmla="*/ 0 w 553"/>
                <a:gd name="T27" fmla="*/ 39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53" h="372">
                  <a:moveTo>
                    <a:pt x="0" y="39"/>
                  </a:moveTo>
                  <a:cubicBezTo>
                    <a:pt x="72" y="372"/>
                    <a:pt x="72" y="372"/>
                    <a:pt x="72" y="372"/>
                  </a:cubicBezTo>
                  <a:cubicBezTo>
                    <a:pt x="497" y="372"/>
                    <a:pt x="497" y="372"/>
                    <a:pt x="497" y="372"/>
                  </a:cubicBezTo>
                  <a:cubicBezTo>
                    <a:pt x="497" y="336"/>
                    <a:pt x="497" y="336"/>
                    <a:pt x="497" y="336"/>
                  </a:cubicBezTo>
                  <a:cubicBezTo>
                    <a:pt x="107" y="336"/>
                    <a:pt x="107" y="336"/>
                    <a:pt x="107" y="336"/>
                  </a:cubicBezTo>
                  <a:cubicBezTo>
                    <a:pt x="102" y="312"/>
                    <a:pt x="102" y="312"/>
                    <a:pt x="102" y="312"/>
                  </a:cubicBezTo>
                  <a:cubicBezTo>
                    <a:pt x="504" y="251"/>
                    <a:pt x="504" y="251"/>
                    <a:pt x="504" y="251"/>
                  </a:cubicBezTo>
                  <a:cubicBezTo>
                    <a:pt x="553" y="82"/>
                    <a:pt x="553" y="82"/>
                    <a:pt x="553" y="82"/>
                  </a:cubicBezTo>
                  <a:cubicBezTo>
                    <a:pt x="52" y="82"/>
                    <a:pt x="52" y="82"/>
                    <a:pt x="52" y="82"/>
                  </a:cubicBezTo>
                  <a:cubicBezTo>
                    <a:pt x="42" y="35"/>
                    <a:pt x="42" y="35"/>
                    <a:pt x="42" y="35"/>
                  </a:cubicBezTo>
                  <a:cubicBezTo>
                    <a:pt x="42" y="0"/>
                    <a:pt x="42" y="0"/>
                    <a:pt x="42" y="0"/>
                  </a:cubicBezTo>
                  <a:cubicBezTo>
                    <a:pt x="6" y="0"/>
                    <a:pt x="6" y="0"/>
                    <a:pt x="6" y="0"/>
                  </a:cubicBezTo>
                  <a:cubicBezTo>
                    <a:pt x="8" y="4"/>
                    <a:pt x="9" y="9"/>
                    <a:pt x="10" y="15"/>
                  </a:cubicBezTo>
                  <a:cubicBezTo>
                    <a:pt x="10" y="24"/>
                    <a:pt x="6" y="33"/>
                    <a:pt x="0"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 name="Oval 10"/>
            <p:cNvSpPr>
              <a:spLocks noChangeArrowheads="1"/>
            </p:cNvSpPr>
            <p:nvPr/>
          </p:nvSpPr>
          <p:spPr bwMode="auto">
            <a:xfrm>
              <a:off x="5067300" y="4079875"/>
              <a:ext cx="127000" cy="1270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 name="Oval 11"/>
            <p:cNvSpPr>
              <a:spLocks noChangeArrowheads="1"/>
            </p:cNvSpPr>
            <p:nvPr/>
          </p:nvSpPr>
          <p:spPr bwMode="auto">
            <a:xfrm>
              <a:off x="5618163" y="4079875"/>
              <a:ext cx="125413" cy="1270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 name="Freeform 12"/>
            <p:cNvSpPr>
              <a:spLocks/>
            </p:cNvSpPr>
            <p:nvPr/>
          </p:nvSpPr>
          <p:spPr bwMode="auto">
            <a:xfrm>
              <a:off x="4537075" y="2709863"/>
              <a:ext cx="320675" cy="322263"/>
            </a:xfrm>
            <a:custGeom>
              <a:avLst/>
              <a:gdLst>
                <a:gd name="T0" fmla="*/ 11 w 198"/>
                <a:gd name="T1" fmla="*/ 79 h 198"/>
                <a:gd name="T2" fmla="*/ 79 w 198"/>
                <a:gd name="T3" fmla="*/ 187 h 198"/>
                <a:gd name="T4" fmla="*/ 187 w 198"/>
                <a:gd name="T5" fmla="*/ 120 h 198"/>
                <a:gd name="T6" fmla="*/ 119 w 198"/>
                <a:gd name="T7" fmla="*/ 12 h 198"/>
                <a:gd name="T8" fmla="*/ 11 w 198"/>
                <a:gd name="T9" fmla="*/ 79 h 198"/>
              </a:gdLst>
              <a:ahLst/>
              <a:cxnLst>
                <a:cxn ang="0">
                  <a:pos x="T0" y="T1"/>
                </a:cxn>
                <a:cxn ang="0">
                  <a:pos x="T2" y="T3"/>
                </a:cxn>
                <a:cxn ang="0">
                  <a:pos x="T4" y="T5"/>
                </a:cxn>
                <a:cxn ang="0">
                  <a:pos x="T6" y="T7"/>
                </a:cxn>
                <a:cxn ang="0">
                  <a:pos x="T8" y="T9"/>
                </a:cxn>
              </a:cxnLst>
              <a:rect l="0" t="0" r="r" b="b"/>
              <a:pathLst>
                <a:path w="198" h="198">
                  <a:moveTo>
                    <a:pt x="11" y="79"/>
                  </a:moveTo>
                  <a:cubicBezTo>
                    <a:pt x="0" y="127"/>
                    <a:pt x="30" y="176"/>
                    <a:pt x="79" y="187"/>
                  </a:cubicBezTo>
                  <a:cubicBezTo>
                    <a:pt x="127" y="198"/>
                    <a:pt x="175" y="168"/>
                    <a:pt x="187" y="120"/>
                  </a:cubicBezTo>
                  <a:cubicBezTo>
                    <a:pt x="198" y="71"/>
                    <a:pt x="168" y="23"/>
                    <a:pt x="119" y="12"/>
                  </a:cubicBezTo>
                  <a:cubicBezTo>
                    <a:pt x="71" y="0"/>
                    <a:pt x="23" y="31"/>
                    <a:pt x="11"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 name="Freeform 13"/>
            <p:cNvSpPr>
              <a:spLocks/>
            </p:cNvSpPr>
            <p:nvPr/>
          </p:nvSpPr>
          <p:spPr bwMode="auto">
            <a:xfrm>
              <a:off x="4348163" y="3032125"/>
              <a:ext cx="415925" cy="1182688"/>
            </a:xfrm>
            <a:custGeom>
              <a:avLst/>
              <a:gdLst>
                <a:gd name="T0" fmla="*/ 100 w 256"/>
                <a:gd name="T1" fmla="*/ 689 h 729"/>
                <a:gd name="T2" fmla="*/ 140 w 256"/>
                <a:gd name="T3" fmla="*/ 729 h 729"/>
                <a:gd name="T4" fmla="*/ 180 w 256"/>
                <a:gd name="T5" fmla="*/ 689 h 729"/>
                <a:gd name="T6" fmla="*/ 180 w 256"/>
                <a:gd name="T7" fmla="*/ 448 h 729"/>
                <a:gd name="T8" fmla="*/ 253 w 256"/>
                <a:gd name="T9" fmla="*/ 448 h 729"/>
                <a:gd name="T10" fmla="*/ 249 w 256"/>
                <a:gd name="T11" fmla="*/ 273 h 729"/>
                <a:gd name="T12" fmla="*/ 207 w 256"/>
                <a:gd name="T13" fmla="*/ 254 h 729"/>
                <a:gd name="T14" fmla="*/ 137 w 256"/>
                <a:gd name="T15" fmla="*/ 182 h 729"/>
                <a:gd name="T16" fmla="*/ 106 w 256"/>
                <a:gd name="T17" fmla="*/ 80 h 729"/>
                <a:gd name="T18" fmla="*/ 106 w 256"/>
                <a:gd name="T19" fmla="*/ 80 h 729"/>
                <a:gd name="T20" fmla="*/ 106 w 256"/>
                <a:gd name="T21" fmla="*/ 80 h 729"/>
                <a:gd name="T22" fmla="*/ 106 w 256"/>
                <a:gd name="T23" fmla="*/ 79 h 729"/>
                <a:gd name="T24" fmla="*/ 115 w 256"/>
                <a:gd name="T25" fmla="*/ 54 h 729"/>
                <a:gd name="T26" fmla="*/ 140 w 256"/>
                <a:gd name="T27" fmla="*/ 42 h 729"/>
                <a:gd name="T28" fmla="*/ 142 w 256"/>
                <a:gd name="T29" fmla="*/ 42 h 729"/>
                <a:gd name="T30" fmla="*/ 178 w 256"/>
                <a:gd name="T31" fmla="*/ 77 h 729"/>
                <a:gd name="T32" fmla="*/ 178 w 256"/>
                <a:gd name="T33" fmla="*/ 77 h 729"/>
                <a:gd name="T34" fmla="*/ 178 w 256"/>
                <a:gd name="T35" fmla="*/ 79 h 729"/>
                <a:gd name="T36" fmla="*/ 179 w 256"/>
                <a:gd name="T37" fmla="*/ 88 h 729"/>
                <a:gd name="T38" fmla="*/ 187 w 256"/>
                <a:gd name="T39" fmla="*/ 120 h 729"/>
                <a:gd name="T40" fmla="*/ 240 w 256"/>
                <a:gd name="T41" fmla="*/ 190 h 729"/>
                <a:gd name="T42" fmla="*/ 135 w 256"/>
                <a:gd name="T43" fmla="*/ 0 h 729"/>
                <a:gd name="T44" fmla="*/ 17 w 256"/>
                <a:gd name="T45" fmla="*/ 448 h 729"/>
                <a:gd name="T46" fmla="*/ 100 w 256"/>
                <a:gd name="T47" fmla="*/ 448 h 729"/>
                <a:gd name="T48" fmla="*/ 100 w 256"/>
                <a:gd name="T49" fmla="*/ 689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56" h="729">
                  <a:moveTo>
                    <a:pt x="100" y="689"/>
                  </a:moveTo>
                  <a:cubicBezTo>
                    <a:pt x="100" y="711"/>
                    <a:pt x="118" y="729"/>
                    <a:pt x="140" y="729"/>
                  </a:cubicBezTo>
                  <a:cubicBezTo>
                    <a:pt x="162" y="729"/>
                    <a:pt x="180" y="711"/>
                    <a:pt x="180" y="689"/>
                  </a:cubicBezTo>
                  <a:cubicBezTo>
                    <a:pt x="180" y="448"/>
                    <a:pt x="180" y="448"/>
                    <a:pt x="180" y="448"/>
                  </a:cubicBezTo>
                  <a:cubicBezTo>
                    <a:pt x="253" y="448"/>
                    <a:pt x="253" y="448"/>
                    <a:pt x="253" y="448"/>
                  </a:cubicBezTo>
                  <a:cubicBezTo>
                    <a:pt x="253" y="448"/>
                    <a:pt x="256" y="367"/>
                    <a:pt x="249" y="273"/>
                  </a:cubicBezTo>
                  <a:cubicBezTo>
                    <a:pt x="234" y="268"/>
                    <a:pt x="220" y="262"/>
                    <a:pt x="207" y="254"/>
                  </a:cubicBezTo>
                  <a:cubicBezTo>
                    <a:pt x="178" y="236"/>
                    <a:pt x="154" y="212"/>
                    <a:pt x="137" y="182"/>
                  </a:cubicBezTo>
                  <a:cubicBezTo>
                    <a:pt x="112" y="138"/>
                    <a:pt x="107" y="96"/>
                    <a:pt x="106" y="80"/>
                  </a:cubicBezTo>
                  <a:cubicBezTo>
                    <a:pt x="106" y="80"/>
                    <a:pt x="106" y="80"/>
                    <a:pt x="106" y="80"/>
                  </a:cubicBezTo>
                  <a:cubicBezTo>
                    <a:pt x="106" y="80"/>
                    <a:pt x="106" y="80"/>
                    <a:pt x="106" y="80"/>
                  </a:cubicBezTo>
                  <a:cubicBezTo>
                    <a:pt x="106" y="79"/>
                    <a:pt x="106" y="79"/>
                    <a:pt x="106" y="79"/>
                  </a:cubicBezTo>
                  <a:cubicBezTo>
                    <a:pt x="105" y="70"/>
                    <a:pt x="109" y="61"/>
                    <a:pt x="115" y="54"/>
                  </a:cubicBezTo>
                  <a:cubicBezTo>
                    <a:pt x="122" y="46"/>
                    <a:pt x="131" y="42"/>
                    <a:pt x="140" y="42"/>
                  </a:cubicBezTo>
                  <a:cubicBezTo>
                    <a:pt x="141" y="42"/>
                    <a:pt x="141" y="42"/>
                    <a:pt x="142" y="42"/>
                  </a:cubicBezTo>
                  <a:cubicBezTo>
                    <a:pt x="161" y="42"/>
                    <a:pt x="177" y="57"/>
                    <a:pt x="178" y="77"/>
                  </a:cubicBezTo>
                  <a:cubicBezTo>
                    <a:pt x="178" y="77"/>
                    <a:pt x="178" y="77"/>
                    <a:pt x="178" y="77"/>
                  </a:cubicBezTo>
                  <a:cubicBezTo>
                    <a:pt x="178" y="79"/>
                    <a:pt x="178" y="79"/>
                    <a:pt x="178" y="79"/>
                  </a:cubicBezTo>
                  <a:cubicBezTo>
                    <a:pt x="178" y="81"/>
                    <a:pt x="178" y="84"/>
                    <a:pt x="179" y="88"/>
                  </a:cubicBezTo>
                  <a:cubicBezTo>
                    <a:pt x="180" y="96"/>
                    <a:pt x="183" y="107"/>
                    <a:pt x="187" y="120"/>
                  </a:cubicBezTo>
                  <a:cubicBezTo>
                    <a:pt x="198" y="151"/>
                    <a:pt x="216" y="174"/>
                    <a:pt x="240" y="190"/>
                  </a:cubicBezTo>
                  <a:cubicBezTo>
                    <a:pt x="225" y="90"/>
                    <a:pt x="195" y="0"/>
                    <a:pt x="135" y="0"/>
                  </a:cubicBezTo>
                  <a:cubicBezTo>
                    <a:pt x="0" y="0"/>
                    <a:pt x="17" y="448"/>
                    <a:pt x="17" y="448"/>
                  </a:cubicBezTo>
                  <a:cubicBezTo>
                    <a:pt x="100" y="448"/>
                    <a:pt x="100" y="448"/>
                    <a:pt x="100" y="448"/>
                  </a:cubicBezTo>
                  <a:lnTo>
                    <a:pt x="100" y="6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 name="Freeform 14"/>
            <p:cNvSpPr>
              <a:spLocks/>
            </p:cNvSpPr>
            <p:nvPr/>
          </p:nvSpPr>
          <p:spPr bwMode="auto">
            <a:xfrm>
              <a:off x="4532313" y="3111500"/>
              <a:ext cx="411163" cy="371475"/>
            </a:xfrm>
            <a:custGeom>
              <a:avLst/>
              <a:gdLst>
                <a:gd name="T0" fmla="*/ 67 w 253"/>
                <a:gd name="T1" fmla="*/ 74 h 229"/>
                <a:gd name="T2" fmla="*/ 58 w 253"/>
                <a:gd name="T3" fmla="*/ 40 h 229"/>
                <a:gd name="T4" fmla="*/ 57 w 253"/>
                <a:gd name="T5" fmla="*/ 31 h 229"/>
                <a:gd name="T6" fmla="*/ 57 w 253"/>
                <a:gd name="T7" fmla="*/ 28 h 229"/>
                <a:gd name="T8" fmla="*/ 57 w 253"/>
                <a:gd name="T9" fmla="*/ 28 h 229"/>
                <a:gd name="T10" fmla="*/ 57 w 253"/>
                <a:gd name="T11" fmla="*/ 28 h 229"/>
                <a:gd name="T12" fmla="*/ 27 w 253"/>
                <a:gd name="T13" fmla="*/ 1 h 229"/>
                <a:gd name="T14" fmla="*/ 1 w 253"/>
                <a:gd name="T15" fmla="*/ 30 h 229"/>
                <a:gd name="T16" fmla="*/ 1 w 253"/>
                <a:gd name="T17" fmla="*/ 30 h 229"/>
                <a:gd name="T18" fmla="*/ 31 w 253"/>
                <a:gd name="T19" fmla="*/ 129 h 229"/>
                <a:gd name="T20" fmla="*/ 98 w 253"/>
                <a:gd name="T21" fmla="*/ 198 h 229"/>
                <a:gd name="T22" fmla="*/ 220 w 253"/>
                <a:gd name="T23" fmla="*/ 229 h 229"/>
                <a:gd name="T24" fmla="*/ 220 w 253"/>
                <a:gd name="T25" fmla="*/ 229 h 229"/>
                <a:gd name="T26" fmla="*/ 225 w 253"/>
                <a:gd name="T27" fmla="*/ 229 h 229"/>
                <a:gd name="T28" fmla="*/ 253 w 253"/>
                <a:gd name="T29" fmla="*/ 201 h 229"/>
                <a:gd name="T30" fmla="*/ 224 w 253"/>
                <a:gd name="T31" fmla="*/ 173 h 229"/>
                <a:gd name="T32" fmla="*/ 220 w 253"/>
                <a:gd name="T33" fmla="*/ 173 h 229"/>
                <a:gd name="T34" fmla="*/ 127 w 253"/>
                <a:gd name="T35" fmla="*/ 150 h 229"/>
                <a:gd name="T36" fmla="*/ 67 w 253"/>
                <a:gd name="T37" fmla="*/ 74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3" h="229">
                  <a:moveTo>
                    <a:pt x="67" y="74"/>
                  </a:moveTo>
                  <a:cubicBezTo>
                    <a:pt x="62" y="61"/>
                    <a:pt x="59" y="49"/>
                    <a:pt x="58" y="40"/>
                  </a:cubicBezTo>
                  <a:cubicBezTo>
                    <a:pt x="57" y="36"/>
                    <a:pt x="57" y="33"/>
                    <a:pt x="57" y="31"/>
                  </a:cubicBezTo>
                  <a:cubicBezTo>
                    <a:pt x="57" y="30"/>
                    <a:pt x="57" y="29"/>
                    <a:pt x="57" y="28"/>
                  </a:cubicBezTo>
                  <a:cubicBezTo>
                    <a:pt x="57" y="28"/>
                    <a:pt x="57" y="28"/>
                    <a:pt x="57" y="28"/>
                  </a:cubicBezTo>
                  <a:cubicBezTo>
                    <a:pt x="57" y="28"/>
                    <a:pt x="57" y="28"/>
                    <a:pt x="57" y="28"/>
                  </a:cubicBezTo>
                  <a:cubicBezTo>
                    <a:pt x="56" y="12"/>
                    <a:pt x="43" y="0"/>
                    <a:pt x="27" y="1"/>
                  </a:cubicBezTo>
                  <a:cubicBezTo>
                    <a:pt x="12" y="2"/>
                    <a:pt x="0" y="15"/>
                    <a:pt x="1" y="30"/>
                  </a:cubicBezTo>
                  <a:cubicBezTo>
                    <a:pt x="1" y="30"/>
                    <a:pt x="1" y="30"/>
                    <a:pt x="1" y="30"/>
                  </a:cubicBezTo>
                  <a:cubicBezTo>
                    <a:pt x="1" y="33"/>
                    <a:pt x="2" y="79"/>
                    <a:pt x="31" y="129"/>
                  </a:cubicBezTo>
                  <a:cubicBezTo>
                    <a:pt x="45" y="154"/>
                    <a:pt x="66" y="179"/>
                    <a:pt x="98" y="198"/>
                  </a:cubicBezTo>
                  <a:cubicBezTo>
                    <a:pt x="129" y="217"/>
                    <a:pt x="169" y="229"/>
                    <a:pt x="220" y="229"/>
                  </a:cubicBezTo>
                  <a:cubicBezTo>
                    <a:pt x="220" y="229"/>
                    <a:pt x="220" y="229"/>
                    <a:pt x="220" y="229"/>
                  </a:cubicBezTo>
                  <a:cubicBezTo>
                    <a:pt x="222" y="229"/>
                    <a:pt x="223" y="229"/>
                    <a:pt x="225" y="229"/>
                  </a:cubicBezTo>
                  <a:cubicBezTo>
                    <a:pt x="240" y="229"/>
                    <a:pt x="253" y="216"/>
                    <a:pt x="253" y="201"/>
                  </a:cubicBezTo>
                  <a:cubicBezTo>
                    <a:pt x="252" y="185"/>
                    <a:pt x="240" y="173"/>
                    <a:pt x="224" y="173"/>
                  </a:cubicBezTo>
                  <a:cubicBezTo>
                    <a:pt x="223" y="173"/>
                    <a:pt x="221" y="173"/>
                    <a:pt x="220" y="173"/>
                  </a:cubicBezTo>
                  <a:cubicBezTo>
                    <a:pt x="178" y="173"/>
                    <a:pt x="149" y="163"/>
                    <a:pt x="127" y="150"/>
                  </a:cubicBezTo>
                  <a:cubicBezTo>
                    <a:pt x="94" y="130"/>
                    <a:pt x="76" y="100"/>
                    <a:pt x="67"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99" name="组合 398"/>
          <p:cNvGrpSpPr/>
          <p:nvPr/>
        </p:nvGrpSpPr>
        <p:grpSpPr>
          <a:xfrm>
            <a:off x="6416082" y="859741"/>
            <a:ext cx="1420152" cy="1423065"/>
            <a:chOff x="434975" y="695325"/>
            <a:chExt cx="1547813" cy="1550988"/>
          </a:xfrm>
          <a:solidFill>
            <a:schemeClr val="tx1">
              <a:lumMod val="65000"/>
              <a:lumOff val="35000"/>
            </a:schemeClr>
          </a:solidFill>
        </p:grpSpPr>
        <p:sp>
          <p:nvSpPr>
            <p:cNvPr id="400" name="Freeform 15"/>
            <p:cNvSpPr>
              <a:spLocks noEditPoints="1"/>
            </p:cNvSpPr>
            <p:nvPr/>
          </p:nvSpPr>
          <p:spPr bwMode="auto">
            <a:xfrm>
              <a:off x="434975" y="1031875"/>
              <a:ext cx="784225" cy="1211263"/>
            </a:xfrm>
            <a:custGeom>
              <a:avLst/>
              <a:gdLst>
                <a:gd name="T0" fmla="*/ 102 w 484"/>
                <a:gd name="T1" fmla="*/ 393 h 746"/>
                <a:gd name="T2" fmla="*/ 0 w 484"/>
                <a:gd name="T3" fmla="*/ 544 h 746"/>
                <a:gd name="T4" fmla="*/ 110 w 484"/>
                <a:gd name="T5" fmla="*/ 455 h 746"/>
                <a:gd name="T6" fmla="*/ 176 w 484"/>
                <a:gd name="T7" fmla="*/ 578 h 746"/>
                <a:gd name="T8" fmla="*/ 194 w 484"/>
                <a:gd name="T9" fmla="*/ 576 h 746"/>
                <a:gd name="T10" fmla="*/ 180 w 484"/>
                <a:gd name="T11" fmla="*/ 388 h 746"/>
                <a:gd name="T12" fmla="*/ 158 w 484"/>
                <a:gd name="T13" fmla="*/ 368 h 746"/>
                <a:gd name="T14" fmla="*/ 166 w 484"/>
                <a:gd name="T15" fmla="*/ 347 h 746"/>
                <a:gd name="T16" fmla="*/ 234 w 484"/>
                <a:gd name="T17" fmla="*/ 79 h 746"/>
                <a:gd name="T18" fmla="*/ 234 w 484"/>
                <a:gd name="T19" fmla="*/ 305 h 746"/>
                <a:gd name="T20" fmla="*/ 277 w 484"/>
                <a:gd name="T21" fmla="*/ 540 h 746"/>
                <a:gd name="T22" fmla="*/ 273 w 484"/>
                <a:gd name="T23" fmla="*/ 552 h 746"/>
                <a:gd name="T24" fmla="*/ 234 w 484"/>
                <a:gd name="T25" fmla="*/ 697 h 746"/>
                <a:gd name="T26" fmla="*/ 333 w 484"/>
                <a:gd name="T27" fmla="*/ 697 h 746"/>
                <a:gd name="T28" fmla="*/ 351 w 484"/>
                <a:gd name="T29" fmla="*/ 335 h 746"/>
                <a:gd name="T30" fmla="*/ 401 w 484"/>
                <a:gd name="T31" fmla="*/ 746 h 746"/>
                <a:gd name="T32" fmla="*/ 450 w 484"/>
                <a:gd name="T33" fmla="*/ 490 h 746"/>
                <a:gd name="T34" fmla="*/ 438 w 484"/>
                <a:gd name="T35" fmla="*/ 490 h 746"/>
                <a:gd name="T36" fmla="*/ 450 w 484"/>
                <a:gd name="T37" fmla="*/ 428 h 746"/>
                <a:gd name="T38" fmla="*/ 441 w 484"/>
                <a:gd name="T39" fmla="*/ 412 h 746"/>
                <a:gd name="T40" fmla="*/ 401 w 484"/>
                <a:gd name="T41" fmla="*/ 439 h 746"/>
                <a:gd name="T42" fmla="*/ 447 w 484"/>
                <a:gd name="T43" fmla="*/ 137 h 746"/>
                <a:gd name="T44" fmla="*/ 458 w 484"/>
                <a:gd name="T45" fmla="*/ 34 h 746"/>
                <a:gd name="T46" fmla="*/ 450 w 484"/>
                <a:gd name="T47" fmla="*/ 19 h 746"/>
                <a:gd name="T48" fmla="*/ 429 w 484"/>
                <a:gd name="T49" fmla="*/ 2 h 746"/>
                <a:gd name="T50" fmla="*/ 265 w 484"/>
                <a:gd name="T51" fmla="*/ 0 h 746"/>
                <a:gd name="T52" fmla="*/ 222 w 484"/>
                <a:gd name="T53" fmla="*/ 10 h 746"/>
                <a:gd name="T54" fmla="*/ 102 w 484"/>
                <a:gd name="T55" fmla="*/ 346 h 746"/>
                <a:gd name="T56" fmla="*/ 111 w 484"/>
                <a:gd name="T57" fmla="*/ 370 h 746"/>
                <a:gd name="T58" fmla="*/ 117 w 484"/>
                <a:gd name="T59" fmla="*/ 399 h 746"/>
                <a:gd name="T60" fmla="*/ 120 w 484"/>
                <a:gd name="T61" fmla="*/ 376 h 746"/>
                <a:gd name="T62" fmla="*/ 130 w 484"/>
                <a:gd name="T63" fmla="*/ 399 h 746"/>
                <a:gd name="T64" fmla="*/ 153 w 484"/>
                <a:gd name="T65" fmla="*/ 399 h 746"/>
                <a:gd name="T66" fmla="*/ 140 w 484"/>
                <a:gd name="T67" fmla="*/ 378 h 746"/>
                <a:gd name="T68" fmla="*/ 158 w 484"/>
                <a:gd name="T69" fmla="*/ 397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84" h="746">
                  <a:moveTo>
                    <a:pt x="111" y="370"/>
                  </a:moveTo>
                  <a:cubicBezTo>
                    <a:pt x="102" y="393"/>
                    <a:pt x="102" y="393"/>
                    <a:pt x="102" y="393"/>
                  </a:cubicBezTo>
                  <a:cubicBezTo>
                    <a:pt x="90" y="388"/>
                    <a:pt x="90" y="388"/>
                    <a:pt x="90" y="388"/>
                  </a:cubicBezTo>
                  <a:cubicBezTo>
                    <a:pt x="0" y="544"/>
                    <a:pt x="0" y="544"/>
                    <a:pt x="0" y="544"/>
                  </a:cubicBezTo>
                  <a:cubicBezTo>
                    <a:pt x="76" y="576"/>
                    <a:pt x="76" y="576"/>
                    <a:pt x="76" y="576"/>
                  </a:cubicBezTo>
                  <a:cubicBezTo>
                    <a:pt x="110" y="455"/>
                    <a:pt x="110" y="455"/>
                    <a:pt x="110" y="455"/>
                  </a:cubicBezTo>
                  <a:cubicBezTo>
                    <a:pt x="94" y="578"/>
                    <a:pt x="94" y="578"/>
                    <a:pt x="94" y="578"/>
                  </a:cubicBezTo>
                  <a:cubicBezTo>
                    <a:pt x="176" y="578"/>
                    <a:pt x="176" y="578"/>
                    <a:pt x="176" y="578"/>
                  </a:cubicBezTo>
                  <a:cubicBezTo>
                    <a:pt x="162" y="461"/>
                    <a:pt x="162" y="461"/>
                    <a:pt x="162" y="461"/>
                  </a:cubicBezTo>
                  <a:cubicBezTo>
                    <a:pt x="194" y="576"/>
                    <a:pt x="194" y="576"/>
                    <a:pt x="194" y="576"/>
                  </a:cubicBezTo>
                  <a:cubicBezTo>
                    <a:pt x="270" y="544"/>
                    <a:pt x="270" y="544"/>
                    <a:pt x="270" y="544"/>
                  </a:cubicBezTo>
                  <a:cubicBezTo>
                    <a:pt x="180" y="388"/>
                    <a:pt x="180" y="388"/>
                    <a:pt x="180" y="388"/>
                  </a:cubicBezTo>
                  <a:cubicBezTo>
                    <a:pt x="168" y="393"/>
                    <a:pt x="168" y="393"/>
                    <a:pt x="168" y="393"/>
                  </a:cubicBezTo>
                  <a:cubicBezTo>
                    <a:pt x="158" y="368"/>
                    <a:pt x="158" y="368"/>
                    <a:pt x="158" y="368"/>
                  </a:cubicBezTo>
                  <a:cubicBezTo>
                    <a:pt x="160" y="366"/>
                    <a:pt x="162" y="363"/>
                    <a:pt x="163" y="360"/>
                  </a:cubicBezTo>
                  <a:cubicBezTo>
                    <a:pt x="165" y="356"/>
                    <a:pt x="166" y="352"/>
                    <a:pt x="166" y="347"/>
                  </a:cubicBezTo>
                  <a:cubicBezTo>
                    <a:pt x="168" y="199"/>
                    <a:pt x="196" y="127"/>
                    <a:pt x="220" y="95"/>
                  </a:cubicBezTo>
                  <a:cubicBezTo>
                    <a:pt x="225" y="88"/>
                    <a:pt x="229" y="83"/>
                    <a:pt x="234" y="79"/>
                  </a:cubicBezTo>
                  <a:cubicBezTo>
                    <a:pt x="234" y="229"/>
                    <a:pt x="234" y="229"/>
                    <a:pt x="234" y="229"/>
                  </a:cubicBezTo>
                  <a:cubicBezTo>
                    <a:pt x="234" y="305"/>
                    <a:pt x="234" y="305"/>
                    <a:pt x="234" y="305"/>
                  </a:cubicBezTo>
                  <a:cubicBezTo>
                    <a:pt x="234" y="466"/>
                    <a:pt x="234" y="466"/>
                    <a:pt x="234" y="466"/>
                  </a:cubicBezTo>
                  <a:cubicBezTo>
                    <a:pt x="277" y="540"/>
                    <a:pt x="277" y="540"/>
                    <a:pt x="277" y="540"/>
                  </a:cubicBezTo>
                  <a:cubicBezTo>
                    <a:pt x="281" y="548"/>
                    <a:pt x="281" y="548"/>
                    <a:pt x="281" y="548"/>
                  </a:cubicBezTo>
                  <a:cubicBezTo>
                    <a:pt x="273" y="552"/>
                    <a:pt x="273" y="552"/>
                    <a:pt x="273" y="552"/>
                  </a:cubicBezTo>
                  <a:cubicBezTo>
                    <a:pt x="234" y="568"/>
                    <a:pt x="234" y="568"/>
                    <a:pt x="234" y="568"/>
                  </a:cubicBezTo>
                  <a:cubicBezTo>
                    <a:pt x="234" y="697"/>
                    <a:pt x="234" y="697"/>
                    <a:pt x="234" y="697"/>
                  </a:cubicBezTo>
                  <a:cubicBezTo>
                    <a:pt x="234" y="724"/>
                    <a:pt x="256" y="746"/>
                    <a:pt x="283" y="746"/>
                  </a:cubicBezTo>
                  <a:cubicBezTo>
                    <a:pt x="311" y="746"/>
                    <a:pt x="333" y="724"/>
                    <a:pt x="333" y="697"/>
                  </a:cubicBezTo>
                  <a:cubicBezTo>
                    <a:pt x="333" y="335"/>
                    <a:pt x="333" y="335"/>
                    <a:pt x="333" y="335"/>
                  </a:cubicBezTo>
                  <a:cubicBezTo>
                    <a:pt x="351" y="335"/>
                    <a:pt x="351" y="335"/>
                    <a:pt x="351" y="335"/>
                  </a:cubicBezTo>
                  <a:cubicBezTo>
                    <a:pt x="351" y="697"/>
                    <a:pt x="351" y="697"/>
                    <a:pt x="351" y="697"/>
                  </a:cubicBezTo>
                  <a:cubicBezTo>
                    <a:pt x="351" y="724"/>
                    <a:pt x="373" y="746"/>
                    <a:pt x="401" y="746"/>
                  </a:cubicBezTo>
                  <a:cubicBezTo>
                    <a:pt x="428" y="746"/>
                    <a:pt x="450" y="724"/>
                    <a:pt x="450" y="697"/>
                  </a:cubicBezTo>
                  <a:cubicBezTo>
                    <a:pt x="450" y="490"/>
                    <a:pt x="450" y="490"/>
                    <a:pt x="450" y="490"/>
                  </a:cubicBezTo>
                  <a:cubicBezTo>
                    <a:pt x="448" y="490"/>
                    <a:pt x="448" y="490"/>
                    <a:pt x="448" y="490"/>
                  </a:cubicBezTo>
                  <a:cubicBezTo>
                    <a:pt x="438" y="490"/>
                    <a:pt x="438" y="490"/>
                    <a:pt x="438" y="490"/>
                  </a:cubicBezTo>
                  <a:cubicBezTo>
                    <a:pt x="440" y="480"/>
                    <a:pt x="440" y="480"/>
                    <a:pt x="440" y="480"/>
                  </a:cubicBezTo>
                  <a:cubicBezTo>
                    <a:pt x="450" y="428"/>
                    <a:pt x="450" y="428"/>
                    <a:pt x="450" y="428"/>
                  </a:cubicBezTo>
                  <a:cubicBezTo>
                    <a:pt x="450" y="363"/>
                    <a:pt x="450" y="363"/>
                    <a:pt x="450" y="363"/>
                  </a:cubicBezTo>
                  <a:cubicBezTo>
                    <a:pt x="447" y="378"/>
                    <a:pt x="444" y="394"/>
                    <a:pt x="441" y="412"/>
                  </a:cubicBezTo>
                  <a:cubicBezTo>
                    <a:pt x="438" y="428"/>
                    <a:pt x="424" y="440"/>
                    <a:pt x="407" y="440"/>
                  </a:cubicBezTo>
                  <a:cubicBezTo>
                    <a:pt x="405" y="440"/>
                    <a:pt x="403" y="439"/>
                    <a:pt x="401" y="439"/>
                  </a:cubicBezTo>
                  <a:cubicBezTo>
                    <a:pt x="383" y="436"/>
                    <a:pt x="370" y="418"/>
                    <a:pt x="374" y="399"/>
                  </a:cubicBezTo>
                  <a:cubicBezTo>
                    <a:pt x="394" y="287"/>
                    <a:pt x="419" y="199"/>
                    <a:pt x="447" y="137"/>
                  </a:cubicBezTo>
                  <a:cubicBezTo>
                    <a:pt x="459" y="112"/>
                    <a:pt x="471" y="91"/>
                    <a:pt x="484" y="75"/>
                  </a:cubicBezTo>
                  <a:cubicBezTo>
                    <a:pt x="473" y="59"/>
                    <a:pt x="464" y="44"/>
                    <a:pt x="458" y="34"/>
                  </a:cubicBezTo>
                  <a:cubicBezTo>
                    <a:pt x="455" y="29"/>
                    <a:pt x="453" y="25"/>
                    <a:pt x="451" y="22"/>
                  </a:cubicBezTo>
                  <a:cubicBezTo>
                    <a:pt x="450" y="20"/>
                    <a:pt x="450" y="19"/>
                    <a:pt x="450" y="19"/>
                  </a:cubicBezTo>
                  <a:cubicBezTo>
                    <a:pt x="449" y="18"/>
                    <a:pt x="449" y="18"/>
                    <a:pt x="449" y="18"/>
                  </a:cubicBezTo>
                  <a:cubicBezTo>
                    <a:pt x="445" y="10"/>
                    <a:pt x="438" y="4"/>
                    <a:pt x="429" y="2"/>
                  </a:cubicBezTo>
                  <a:cubicBezTo>
                    <a:pt x="426" y="1"/>
                    <a:pt x="423" y="0"/>
                    <a:pt x="419" y="0"/>
                  </a:cubicBezTo>
                  <a:cubicBezTo>
                    <a:pt x="265" y="0"/>
                    <a:pt x="265" y="0"/>
                    <a:pt x="265" y="0"/>
                  </a:cubicBezTo>
                  <a:cubicBezTo>
                    <a:pt x="263" y="0"/>
                    <a:pt x="261" y="0"/>
                    <a:pt x="260" y="0"/>
                  </a:cubicBezTo>
                  <a:cubicBezTo>
                    <a:pt x="252" y="1"/>
                    <a:pt x="238" y="3"/>
                    <a:pt x="222" y="10"/>
                  </a:cubicBezTo>
                  <a:cubicBezTo>
                    <a:pt x="196" y="22"/>
                    <a:pt x="166" y="49"/>
                    <a:pt x="143" y="101"/>
                  </a:cubicBezTo>
                  <a:cubicBezTo>
                    <a:pt x="120" y="153"/>
                    <a:pt x="104" y="230"/>
                    <a:pt x="102" y="346"/>
                  </a:cubicBezTo>
                  <a:cubicBezTo>
                    <a:pt x="102" y="352"/>
                    <a:pt x="103" y="358"/>
                    <a:pt x="106" y="362"/>
                  </a:cubicBezTo>
                  <a:cubicBezTo>
                    <a:pt x="107" y="365"/>
                    <a:pt x="109" y="368"/>
                    <a:pt x="111" y="370"/>
                  </a:cubicBezTo>
                  <a:close/>
                  <a:moveTo>
                    <a:pt x="117" y="399"/>
                  </a:moveTo>
                  <a:cubicBezTo>
                    <a:pt x="117" y="399"/>
                    <a:pt x="117" y="399"/>
                    <a:pt x="117" y="399"/>
                  </a:cubicBezTo>
                  <a:cubicBezTo>
                    <a:pt x="112" y="397"/>
                    <a:pt x="112" y="397"/>
                    <a:pt x="112" y="397"/>
                  </a:cubicBezTo>
                  <a:cubicBezTo>
                    <a:pt x="120" y="376"/>
                    <a:pt x="120" y="376"/>
                    <a:pt x="120" y="376"/>
                  </a:cubicBezTo>
                  <a:cubicBezTo>
                    <a:pt x="123" y="377"/>
                    <a:pt x="126" y="378"/>
                    <a:pt x="130" y="379"/>
                  </a:cubicBezTo>
                  <a:cubicBezTo>
                    <a:pt x="130" y="399"/>
                    <a:pt x="130" y="399"/>
                    <a:pt x="130" y="399"/>
                  </a:cubicBezTo>
                  <a:lnTo>
                    <a:pt x="117" y="399"/>
                  </a:lnTo>
                  <a:close/>
                  <a:moveTo>
                    <a:pt x="153" y="399"/>
                  </a:moveTo>
                  <a:cubicBezTo>
                    <a:pt x="140" y="399"/>
                    <a:pt x="140" y="399"/>
                    <a:pt x="140" y="399"/>
                  </a:cubicBezTo>
                  <a:cubicBezTo>
                    <a:pt x="140" y="378"/>
                    <a:pt x="140" y="378"/>
                    <a:pt x="140" y="378"/>
                  </a:cubicBezTo>
                  <a:cubicBezTo>
                    <a:pt x="143" y="378"/>
                    <a:pt x="146" y="377"/>
                    <a:pt x="149" y="375"/>
                  </a:cubicBezTo>
                  <a:cubicBezTo>
                    <a:pt x="158" y="397"/>
                    <a:pt x="158" y="397"/>
                    <a:pt x="158" y="397"/>
                  </a:cubicBezTo>
                  <a:lnTo>
                    <a:pt x="153" y="39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 name="Oval 16"/>
            <p:cNvSpPr>
              <a:spLocks noChangeArrowheads="1"/>
            </p:cNvSpPr>
            <p:nvPr/>
          </p:nvSpPr>
          <p:spPr bwMode="auto">
            <a:xfrm>
              <a:off x="842963" y="695325"/>
              <a:ext cx="292100" cy="292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 name="Freeform 17"/>
            <p:cNvSpPr>
              <a:spLocks/>
            </p:cNvSpPr>
            <p:nvPr/>
          </p:nvSpPr>
          <p:spPr bwMode="auto">
            <a:xfrm>
              <a:off x="1281113" y="746125"/>
              <a:ext cx="322263" cy="320675"/>
            </a:xfrm>
            <a:custGeom>
              <a:avLst/>
              <a:gdLst>
                <a:gd name="T0" fmla="*/ 79 w 198"/>
                <a:gd name="T1" fmla="*/ 187 h 198"/>
                <a:gd name="T2" fmla="*/ 187 w 198"/>
                <a:gd name="T3" fmla="*/ 120 h 198"/>
                <a:gd name="T4" fmla="*/ 120 w 198"/>
                <a:gd name="T5" fmla="*/ 12 h 198"/>
                <a:gd name="T6" fmla="*/ 12 w 198"/>
                <a:gd name="T7" fmla="*/ 79 h 198"/>
                <a:gd name="T8" fmla="*/ 79 w 198"/>
                <a:gd name="T9" fmla="*/ 187 h 198"/>
              </a:gdLst>
              <a:ahLst/>
              <a:cxnLst>
                <a:cxn ang="0">
                  <a:pos x="T0" y="T1"/>
                </a:cxn>
                <a:cxn ang="0">
                  <a:pos x="T2" y="T3"/>
                </a:cxn>
                <a:cxn ang="0">
                  <a:pos x="T4" y="T5"/>
                </a:cxn>
                <a:cxn ang="0">
                  <a:pos x="T6" y="T7"/>
                </a:cxn>
                <a:cxn ang="0">
                  <a:pos x="T8" y="T9"/>
                </a:cxn>
              </a:cxnLst>
              <a:rect l="0" t="0" r="r" b="b"/>
              <a:pathLst>
                <a:path w="198" h="198">
                  <a:moveTo>
                    <a:pt x="79" y="187"/>
                  </a:moveTo>
                  <a:cubicBezTo>
                    <a:pt x="127" y="198"/>
                    <a:pt x="176" y="168"/>
                    <a:pt x="187" y="120"/>
                  </a:cubicBezTo>
                  <a:cubicBezTo>
                    <a:pt x="198" y="71"/>
                    <a:pt x="168" y="23"/>
                    <a:pt x="120" y="12"/>
                  </a:cubicBezTo>
                  <a:cubicBezTo>
                    <a:pt x="71" y="0"/>
                    <a:pt x="23" y="30"/>
                    <a:pt x="12" y="79"/>
                  </a:cubicBezTo>
                  <a:cubicBezTo>
                    <a:pt x="0" y="127"/>
                    <a:pt x="30" y="176"/>
                    <a:pt x="79" y="1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 name="Freeform 18"/>
            <p:cNvSpPr>
              <a:spLocks noEditPoints="1"/>
            </p:cNvSpPr>
            <p:nvPr/>
          </p:nvSpPr>
          <p:spPr bwMode="auto">
            <a:xfrm>
              <a:off x="1049338" y="1081088"/>
              <a:ext cx="933450" cy="1165225"/>
            </a:xfrm>
            <a:custGeom>
              <a:avLst/>
              <a:gdLst>
                <a:gd name="T0" fmla="*/ 3 w 575"/>
                <a:gd name="T1" fmla="*/ 370 h 717"/>
                <a:gd name="T2" fmla="*/ 24 w 575"/>
                <a:gd name="T3" fmla="*/ 400 h 717"/>
                <a:gd name="T4" fmla="*/ 28 w 575"/>
                <a:gd name="T5" fmla="*/ 401 h 717"/>
                <a:gd name="T6" fmla="*/ 54 w 575"/>
                <a:gd name="T7" fmla="*/ 379 h 717"/>
                <a:gd name="T8" fmla="*/ 136 w 575"/>
                <a:gd name="T9" fmla="*/ 106 h 717"/>
                <a:gd name="T10" fmla="*/ 69 w 575"/>
                <a:gd name="T11" fmla="*/ 451 h 717"/>
                <a:gd name="T12" fmla="*/ 156 w 575"/>
                <a:gd name="T13" fmla="*/ 451 h 717"/>
                <a:gd name="T14" fmla="*/ 156 w 575"/>
                <a:gd name="T15" fmla="*/ 677 h 717"/>
                <a:gd name="T16" fmla="*/ 196 w 575"/>
                <a:gd name="T17" fmla="*/ 717 h 717"/>
                <a:gd name="T18" fmla="*/ 236 w 575"/>
                <a:gd name="T19" fmla="*/ 677 h 717"/>
                <a:gd name="T20" fmla="*/ 236 w 575"/>
                <a:gd name="T21" fmla="*/ 451 h 717"/>
                <a:gd name="T22" fmla="*/ 249 w 575"/>
                <a:gd name="T23" fmla="*/ 451 h 717"/>
                <a:gd name="T24" fmla="*/ 249 w 575"/>
                <a:gd name="T25" fmla="*/ 677 h 717"/>
                <a:gd name="T26" fmla="*/ 289 w 575"/>
                <a:gd name="T27" fmla="*/ 717 h 717"/>
                <a:gd name="T28" fmla="*/ 329 w 575"/>
                <a:gd name="T29" fmla="*/ 677 h 717"/>
                <a:gd name="T30" fmla="*/ 329 w 575"/>
                <a:gd name="T31" fmla="*/ 451 h 717"/>
                <a:gd name="T32" fmla="*/ 358 w 575"/>
                <a:gd name="T33" fmla="*/ 451 h 717"/>
                <a:gd name="T34" fmla="*/ 367 w 575"/>
                <a:gd name="T35" fmla="*/ 406 h 717"/>
                <a:gd name="T36" fmla="*/ 368 w 575"/>
                <a:gd name="T37" fmla="*/ 399 h 717"/>
                <a:gd name="T38" fmla="*/ 375 w 575"/>
                <a:gd name="T39" fmla="*/ 399 h 717"/>
                <a:gd name="T40" fmla="*/ 383 w 575"/>
                <a:gd name="T41" fmla="*/ 399 h 717"/>
                <a:gd name="T42" fmla="*/ 383 w 575"/>
                <a:gd name="T43" fmla="*/ 374 h 717"/>
                <a:gd name="T44" fmla="*/ 395 w 575"/>
                <a:gd name="T45" fmla="*/ 347 h 717"/>
                <a:gd name="T46" fmla="*/ 349 w 575"/>
                <a:gd name="T47" fmla="*/ 106 h 717"/>
                <a:gd name="T48" fmla="*/ 360 w 575"/>
                <a:gd name="T49" fmla="*/ 129 h 717"/>
                <a:gd name="T50" fmla="*/ 404 w 575"/>
                <a:gd name="T51" fmla="*/ 258 h 717"/>
                <a:gd name="T52" fmla="*/ 424 w 575"/>
                <a:gd name="T53" fmla="*/ 346 h 717"/>
                <a:gd name="T54" fmla="*/ 419 w 575"/>
                <a:gd name="T55" fmla="*/ 346 h 717"/>
                <a:gd name="T56" fmla="*/ 391 w 575"/>
                <a:gd name="T57" fmla="*/ 374 h 717"/>
                <a:gd name="T58" fmla="*/ 391 w 575"/>
                <a:gd name="T59" fmla="*/ 407 h 717"/>
                <a:gd name="T60" fmla="*/ 375 w 575"/>
                <a:gd name="T61" fmla="*/ 407 h 717"/>
                <a:gd name="T62" fmla="*/ 343 w 575"/>
                <a:gd name="T63" fmla="*/ 573 h 717"/>
                <a:gd name="T64" fmla="*/ 575 w 575"/>
                <a:gd name="T65" fmla="*/ 573 h 717"/>
                <a:gd name="T66" fmla="*/ 544 w 575"/>
                <a:gd name="T67" fmla="*/ 407 h 717"/>
                <a:gd name="T68" fmla="*/ 527 w 575"/>
                <a:gd name="T69" fmla="*/ 407 h 717"/>
                <a:gd name="T70" fmla="*/ 527 w 575"/>
                <a:gd name="T71" fmla="*/ 374 h 717"/>
                <a:gd name="T72" fmla="*/ 499 w 575"/>
                <a:gd name="T73" fmla="*/ 346 h 717"/>
                <a:gd name="T74" fmla="*/ 477 w 575"/>
                <a:gd name="T75" fmla="*/ 346 h 717"/>
                <a:gd name="T76" fmla="*/ 456 w 575"/>
                <a:gd name="T77" fmla="*/ 249 h 717"/>
                <a:gd name="T78" fmla="*/ 385 w 575"/>
                <a:gd name="T79" fmla="*/ 66 h 717"/>
                <a:gd name="T80" fmla="*/ 344 w 575"/>
                <a:gd name="T81" fmla="*/ 22 h 717"/>
                <a:gd name="T82" fmla="*/ 331 w 575"/>
                <a:gd name="T83" fmla="*/ 15 h 717"/>
                <a:gd name="T84" fmla="*/ 331 w 575"/>
                <a:gd name="T85" fmla="*/ 15 h 717"/>
                <a:gd name="T86" fmla="*/ 242 w 575"/>
                <a:gd name="T87" fmla="*/ 0 h 717"/>
                <a:gd name="T88" fmla="*/ 154 w 575"/>
                <a:gd name="T89" fmla="*/ 15 h 717"/>
                <a:gd name="T90" fmla="*/ 154 w 575"/>
                <a:gd name="T91" fmla="*/ 15 h 717"/>
                <a:gd name="T92" fmla="*/ 141 w 575"/>
                <a:gd name="T93" fmla="*/ 22 h 717"/>
                <a:gd name="T94" fmla="*/ 76 w 575"/>
                <a:gd name="T95" fmla="*/ 110 h 717"/>
                <a:gd name="T96" fmla="*/ 3 w 575"/>
                <a:gd name="T97" fmla="*/ 370 h 717"/>
                <a:gd name="T98" fmla="*/ 499 w 575"/>
                <a:gd name="T99" fmla="*/ 362 h 717"/>
                <a:gd name="T100" fmla="*/ 511 w 575"/>
                <a:gd name="T101" fmla="*/ 374 h 717"/>
                <a:gd name="T102" fmla="*/ 511 w 575"/>
                <a:gd name="T103" fmla="*/ 407 h 717"/>
                <a:gd name="T104" fmla="*/ 407 w 575"/>
                <a:gd name="T105" fmla="*/ 407 h 717"/>
                <a:gd name="T106" fmla="*/ 407 w 575"/>
                <a:gd name="T107" fmla="*/ 374 h 717"/>
                <a:gd name="T108" fmla="*/ 419 w 575"/>
                <a:gd name="T109" fmla="*/ 362 h 717"/>
                <a:gd name="T110" fmla="*/ 427 w 575"/>
                <a:gd name="T111" fmla="*/ 362 h 717"/>
                <a:gd name="T112" fmla="*/ 431 w 575"/>
                <a:gd name="T113" fmla="*/ 379 h 717"/>
                <a:gd name="T114" fmla="*/ 456 w 575"/>
                <a:gd name="T115" fmla="*/ 401 h 717"/>
                <a:gd name="T116" fmla="*/ 461 w 575"/>
                <a:gd name="T117" fmla="*/ 400 h 717"/>
                <a:gd name="T118" fmla="*/ 482 w 575"/>
                <a:gd name="T119" fmla="*/ 370 h 717"/>
                <a:gd name="T120" fmla="*/ 480 w 575"/>
                <a:gd name="T121" fmla="*/ 362 h 717"/>
                <a:gd name="T122" fmla="*/ 499 w 575"/>
                <a:gd name="T123" fmla="*/ 362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75" h="717">
                  <a:moveTo>
                    <a:pt x="3" y="370"/>
                  </a:moveTo>
                  <a:cubicBezTo>
                    <a:pt x="0" y="384"/>
                    <a:pt x="9" y="398"/>
                    <a:pt x="24" y="400"/>
                  </a:cubicBezTo>
                  <a:cubicBezTo>
                    <a:pt x="25" y="400"/>
                    <a:pt x="27" y="401"/>
                    <a:pt x="28" y="401"/>
                  </a:cubicBezTo>
                  <a:cubicBezTo>
                    <a:pt x="41" y="401"/>
                    <a:pt x="52" y="392"/>
                    <a:pt x="54" y="379"/>
                  </a:cubicBezTo>
                  <a:cubicBezTo>
                    <a:pt x="81" y="228"/>
                    <a:pt x="112" y="147"/>
                    <a:pt x="136" y="106"/>
                  </a:cubicBezTo>
                  <a:cubicBezTo>
                    <a:pt x="69" y="451"/>
                    <a:pt x="69" y="451"/>
                    <a:pt x="69" y="451"/>
                  </a:cubicBezTo>
                  <a:cubicBezTo>
                    <a:pt x="156" y="451"/>
                    <a:pt x="156" y="451"/>
                    <a:pt x="156" y="451"/>
                  </a:cubicBezTo>
                  <a:cubicBezTo>
                    <a:pt x="156" y="677"/>
                    <a:pt x="156" y="677"/>
                    <a:pt x="156" y="677"/>
                  </a:cubicBezTo>
                  <a:cubicBezTo>
                    <a:pt x="156" y="699"/>
                    <a:pt x="173" y="717"/>
                    <a:pt x="196" y="717"/>
                  </a:cubicBezTo>
                  <a:cubicBezTo>
                    <a:pt x="218" y="717"/>
                    <a:pt x="236" y="699"/>
                    <a:pt x="236" y="677"/>
                  </a:cubicBezTo>
                  <a:cubicBezTo>
                    <a:pt x="236" y="451"/>
                    <a:pt x="236" y="451"/>
                    <a:pt x="236" y="451"/>
                  </a:cubicBezTo>
                  <a:cubicBezTo>
                    <a:pt x="249" y="451"/>
                    <a:pt x="249" y="451"/>
                    <a:pt x="249" y="451"/>
                  </a:cubicBezTo>
                  <a:cubicBezTo>
                    <a:pt x="249" y="677"/>
                    <a:pt x="249" y="677"/>
                    <a:pt x="249" y="677"/>
                  </a:cubicBezTo>
                  <a:cubicBezTo>
                    <a:pt x="249" y="699"/>
                    <a:pt x="267" y="717"/>
                    <a:pt x="289" y="717"/>
                  </a:cubicBezTo>
                  <a:cubicBezTo>
                    <a:pt x="311" y="717"/>
                    <a:pt x="329" y="699"/>
                    <a:pt x="329" y="677"/>
                  </a:cubicBezTo>
                  <a:cubicBezTo>
                    <a:pt x="329" y="451"/>
                    <a:pt x="329" y="451"/>
                    <a:pt x="329" y="451"/>
                  </a:cubicBezTo>
                  <a:cubicBezTo>
                    <a:pt x="358" y="451"/>
                    <a:pt x="358" y="451"/>
                    <a:pt x="358" y="451"/>
                  </a:cubicBezTo>
                  <a:cubicBezTo>
                    <a:pt x="367" y="406"/>
                    <a:pt x="367" y="406"/>
                    <a:pt x="367" y="406"/>
                  </a:cubicBezTo>
                  <a:cubicBezTo>
                    <a:pt x="368" y="399"/>
                    <a:pt x="368" y="399"/>
                    <a:pt x="368" y="399"/>
                  </a:cubicBezTo>
                  <a:cubicBezTo>
                    <a:pt x="375" y="399"/>
                    <a:pt x="375" y="399"/>
                    <a:pt x="375" y="399"/>
                  </a:cubicBezTo>
                  <a:cubicBezTo>
                    <a:pt x="383" y="399"/>
                    <a:pt x="383" y="399"/>
                    <a:pt x="383" y="399"/>
                  </a:cubicBezTo>
                  <a:cubicBezTo>
                    <a:pt x="383" y="374"/>
                    <a:pt x="383" y="374"/>
                    <a:pt x="383" y="374"/>
                  </a:cubicBezTo>
                  <a:cubicBezTo>
                    <a:pt x="383" y="363"/>
                    <a:pt x="388" y="354"/>
                    <a:pt x="395" y="347"/>
                  </a:cubicBezTo>
                  <a:cubicBezTo>
                    <a:pt x="349" y="106"/>
                    <a:pt x="349" y="106"/>
                    <a:pt x="349" y="106"/>
                  </a:cubicBezTo>
                  <a:cubicBezTo>
                    <a:pt x="352" y="112"/>
                    <a:pt x="356" y="120"/>
                    <a:pt x="360" y="129"/>
                  </a:cubicBezTo>
                  <a:cubicBezTo>
                    <a:pt x="374" y="158"/>
                    <a:pt x="389" y="199"/>
                    <a:pt x="404" y="258"/>
                  </a:cubicBezTo>
                  <a:cubicBezTo>
                    <a:pt x="411" y="284"/>
                    <a:pt x="418" y="313"/>
                    <a:pt x="424" y="346"/>
                  </a:cubicBezTo>
                  <a:cubicBezTo>
                    <a:pt x="419" y="346"/>
                    <a:pt x="419" y="346"/>
                    <a:pt x="419" y="346"/>
                  </a:cubicBezTo>
                  <a:cubicBezTo>
                    <a:pt x="404" y="346"/>
                    <a:pt x="391" y="359"/>
                    <a:pt x="391" y="374"/>
                  </a:cubicBezTo>
                  <a:cubicBezTo>
                    <a:pt x="391" y="407"/>
                    <a:pt x="391" y="407"/>
                    <a:pt x="391" y="407"/>
                  </a:cubicBezTo>
                  <a:cubicBezTo>
                    <a:pt x="375" y="407"/>
                    <a:pt x="375" y="407"/>
                    <a:pt x="375" y="407"/>
                  </a:cubicBezTo>
                  <a:cubicBezTo>
                    <a:pt x="343" y="573"/>
                    <a:pt x="343" y="573"/>
                    <a:pt x="343" y="573"/>
                  </a:cubicBezTo>
                  <a:cubicBezTo>
                    <a:pt x="575" y="573"/>
                    <a:pt x="575" y="573"/>
                    <a:pt x="575" y="573"/>
                  </a:cubicBezTo>
                  <a:cubicBezTo>
                    <a:pt x="544" y="407"/>
                    <a:pt x="544" y="407"/>
                    <a:pt x="544" y="407"/>
                  </a:cubicBezTo>
                  <a:cubicBezTo>
                    <a:pt x="527" y="407"/>
                    <a:pt x="527" y="407"/>
                    <a:pt x="527" y="407"/>
                  </a:cubicBezTo>
                  <a:cubicBezTo>
                    <a:pt x="527" y="374"/>
                    <a:pt x="527" y="374"/>
                    <a:pt x="527" y="374"/>
                  </a:cubicBezTo>
                  <a:cubicBezTo>
                    <a:pt x="527" y="359"/>
                    <a:pt x="515" y="346"/>
                    <a:pt x="499" y="346"/>
                  </a:cubicBezTo>
                  <a:cubicBezTo>
                    <a:pt x="477" y="346"/>
                    <a:pt x="477" y="346"/>
                    <a:pt x="477" y="346"/>
                  </a:cubicBezTo>
                  <a:cubicBezTo>
                    <a:pt x="470" y="310"/>
                    <a:pt x="463" y="277"/>
                    <a:pt x="456" y="249"/>
                  </a:cubicBezTo>
                  <a:cubicBezTo>
                    <a:pt x="432" y="156"/>
                    <a:pt x="407" y="101"/>
                    <a:pt x="385" y="66"/>
                  </a:cubicBezTo>
                  <a:cubicBezTo>
                    <a:pt x="370" y="43"/>
                    <a:pt x="356" y="29"/>
                    <a:pt x="344" y="22"/>
                  </a:cubicBezTo>
                  <a:cubicBezTo>
                    <a:pt x="339" y="19"/>
                    <a:pt x="335" y="17"/>
                    <a:pt x="331" y="15"/>
                  </a:cubicBezTo>
                  <a:cubicBezTo>
                    <a:pt x="331" y="15"/>
                    <a:pt x="331" y="15"/>
                    <a:pt x="331" y="15"/>
                  </a:cubicBezTo>
                  <a:cubicBezTo>
                    <a:pt x="331" y="15"/>
                    <a:pt x="301" y="0"/>
                    <a:pt x="242" y="0"/>
                  </a:cubicBezTo>
                  <a:cubicBezTo>
                    <a:pt x="183" y="0"/>
                    <a:pt x="154" y="15"/>
                    <a:pt x="154" y="15"/>
                  </a:cubicBezTo>
                  <a:cubicBezTo>
                    <a:pt x="154" y="15"/>
                    <a:pt x="154" y="15"/>
                    <a:pt x="154" y="15"/>
                  </a:cubicBezTo>
                  <a:cubicBezTo>
                    <a:pt x="150" y="17"/>
                    <a:pt x="145" y="19"/>
                    <a:pt x="141" y="22"/>
                  </a:cubicBezTo>
                  <a:cubicBezTo>
                    <a:pt x="122" y="33"/>
                    <a:pt x="100" y="58"/>
                    <a:pt x="76" y="110"/>
                  </a:cubicBezTo>
                  <a:cubicBezTo>
                    <a:pt x="52" y="162"/>
                    <a:pt x="26" y="243"/>
                    <a:pt x="3" y="370"/>
                  </a:cubicBezTo>
                  <a:close/>
                  <a:moveTo>
                    <a:pt x="499" y="362"/>
                  </a:moveTo>
                  <a:cubicBezTo>
                    <a:pt x="506" y="362"/>
                    <a:pt x="511" y="367"/>
                    <a:pt x="511" y="374"/>
                  </a:cubicBezTo>
                  <a:cubicBezTo>
                    <a:pt x="511" y="407"/>
                    <a:pt x="511" y="407"/>
                    <a:pt x="511" y="407"/>
                  </a:cubicBezTo>
                  <a:cubicBezTo>
                    <a:pt x="407" y="407"/>
                    <a:pt x="407" y="407"/>
                    <a:pt x="407" y="407"/>
                  </a:cubicBezTo>
                  <a:cubicBezTo>
                    <a:pt x="407" y="374"/>
                    <a:pt x="407" y="374"/>
                    <a:pt x="407" y="374"/>
                  </a:cubicBezTo>
                  <a:cubicBezTo>
                    <a:pt x="407" y="367"/>
                    <a:pt x="413" y="362"/>
                    <a:pt x="419" y="362"/>
                  </a:cubicBezTo>
                  <a:cubicBezTo>
                    <a:pt x="427" y="362"/>
                    <a:pt x="427" y="362"/>
                    <a:pt x="427" y="362"/>
                  </a:cubicBezTo>
                  <a:cubicBezTo>
                    <a:pt x="429" y="368"/>
                    <a:pt x="430" y="373"/>
                    <a:pt x="431" y="379"/>
                  </a:cubicBezTo>
                  <a:cubicBezTo>
                    <a:pt x="433" y="392"/>
                    <a:pt x="444" y="401"/>
                    <a:pt x="456" y="401"/>
                  </a:cubicBezTo>
                  <a:cubicBezTo>
                    <a:pt x="458" y="401"/>
                    <a:pt x="459" y="400"/>
                    <a:pt x="461" y="400"/>
                  </a:cubicBezTo>
                  <a:cubicBezTo>
                    <a:pt x="475" y="398"/>
                    <a:pt x="484" y="384"/>
                    <a:pt x="482" y="370"/>
                  </a:cubicBezTo>
                  <a:cubicBezTo>
                    <a:pt x="481" y="367"/>
                    <a:pt x="481" y="365"/>
                    <a:pt x="480" y="362"/>
                  </a:cubicBezTo>
                  <a:lnTo>
                    <a:pt x="499" y="3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04" name="组合 403"/>
          <p:cNvGrpSpPr/>
          <p:nvPr/>
        </p:nvGrpSpPr>
        <p:grpSpPr>
          <a:xfrm>
            <a:off x="7974608" y="1397214"/>
            <a:ext cx="1262843" cy="885592"/>
            <a:chOff x="2133600" y="1281113"/>
            <a:chExt cx="1376363" cy="965200"/>
          </a:xfrm>
          <a:solidFill>
            <a:schemeClr val="tx1">
              <a:lumMod val="65000"/>
              <a:lumOff val="35000"/>
            </a:schemeClr>
          </a:solidFill>
        </p:grpSpPr>
        <p:sp>
          <p:nvSpPr>
            <p:cNvPr id="405" name="Freeform 19"/>
            <p:cNvSpPr>
              <a:spLocks/>
            </p:cNvSpPr>
            <p:nvPr/>
          </p:nvSpPr>
          <p:spPr bwMode="auto">
            <a:xfrm>
              <a:off x="3341688" y="1430338"/>
              <a:ext cx="168275" cy="339725"/>
            </a:xfrm>
            <a:custGeom>
              <a:avLst/>
              <a:gdLst>
                <a:gd name="T0" fmla="*/ 42 w 104"/>
                <a:gd name="T1" fmla="*/ 33 h 209"/>
                <a:gd name="T2" fmla="*/ 32 w 104"/>
                <a:gd name="T3" fmla="*/ 33 h 209"/>
                <a:gd name="T4" fmla="*/ 27 w 104"/>
                <a:gd name="T5" fmla="*/ 38 h 209"/>
                <a:gd name="T6" fmla="*/ 0 w 104"/>
                <a:gd name="T7" fmla="*/ 209 h 209"/>
                <a:gd name="T8" fmla="*/ 104 w 104"/>
                <a:gd name="T9" fmla="*/ 209 h 209"/>
                <a:gd name="T10" fmla="*/ 75 w 104"/>
                <a:gd name="T11" fmla="*/ 33 h 209"/>
                <a:gd name="T12" fmla="*/ 61 w 104"/>
                <a:gd name="T13" fmla="*/ 33 h 209"/>
                <a:gd name="T14" fmla="*/ 61 w 104"/>
                <a:gd name="T15" fmla="*/ 0 h 209"/>
                <a:gd name="T16" fmla="*/ 42 w 104"/>
                <a:gd name="T17" fmla="*/ 22 h 209"/>
                <a:gd name="T18" fmla="*/ 42 w 104"/>
                <a:gd name="T19" fmla="*/ 33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4" h="209">
                  <a:moveTo>
                    <a:pt x="42" y="33"/>
                  </a:moveTo>
                  <a:cubicBezTo>
                    <a:pt x="32" y="33"/>
                    <a:pt x="32" y="33"/>
                    <a:pt x="32" y="33"/>
                  </a:cubicBezTo>
                  <a:cubicBezTo>
                    <a:pt x="31" y="35"/>
                    <a:pt x="29" y="37"/>
                    <a:pt x="27" y="38"/>
                  </a:cubicBezTo>
                  <a:cubicBezTo>
                    <a:pt x="0" y="209"/>
                    <a:pt x="0" y="209"/>
                    <a:pt x="0" y="209"/>
                  </a:cubicBezTo>
                  <a:cubicBezTo>
                    <a:pt x="104" y="209"/>
                    <a:pt x="104" y="209"/>
                    <a:pt x="104" y="209"/>
                  </a:cubicBezTo>
                  <a:cubicBezTo>
                    <a:pt x="75" y="33"/>
                    <a:pt x="75" y="33"/>
                    <a:pt x="75" y="33"/>
                  </a:cubicBezTo>
                  <a:cubicBezTo>
                    <a:pt x="61" y="33"/>
                    <a:pt x="61" y="33"/>
                    <a:pt x="61" y="33"/>
                  </a:cubicBezTo>
                  <a:cubicBezTo>
                    <a:pt x="61" y="0"/>
                    <a:pt x="61" y="0"/>
                    <a:pt x="61" y="0"/>
                  </a:cubicBezTo>
                  <a:cubicBezTo>
                    <a:pt x="55" y="8"/>
                    <a:pt x="48" y="15"/>
                    <a:pt x="42" y="22"/>
                  </a:cubicBezTo>
                  <a:lnTo>
                    <a:pt x="42"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 name="Oval 20"/>
            <p:cNvSpPr>
              <a:spLocks noChangeArrowheads="1"/>
            </p:cNvSpPr>
            <p:nvPr/>
          </p:nvSpPr>
          <p:spPr bwMode="auto">
            <a:xfrm>
              <a:off x="2978150" y="1325563"/>
              <a:ext cx="206375" cy="207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 name="Freeform 21"/>
            <p:cNvSpPr>
              <a:spLocks/>
            </p:cNvSpPr>
            <p:nvPr/>
          </p:nvSpPr>
          <p:spPr bwMode="auto">
            <a:xfrm>
              <a:off x="2849563" y="1358900"/>
              <a:ext cx="596900" cy="884238"/>
            </a:xfrm>
            <a:custGeom>
              <a:avLst/>
              <a:gdLst>
                <a:gd name="T0" fmla="*/ 19 w 368"/>
                <a:gd name="T1" fmla="*/ 326 h 544"/>
                <a:gd name="T2" fmla="*/ 21 w 368"/>
                <a:gd name="T3" fmla="*/ 326 h 544"/>
                <a:gd name="T4" fmla="*/ 41 w 368"/>
                <a:gd name="T5" fmla="*/ 308 h 544"/>
                <a:gd name="T6" fmla="*/ 70 w 368"/>
                <a:gd name="T7" fmla="*/ 203 h 544"/>
                <a:gd name="T8" fmla="*/ 50 w 368"/>
                <a:gd name="T9" fmla="*/ 373 h 544"/>
                <a:gd name="T10" fmla="*/ 82 w 368"/>
                <a:gd name="T11" fmla="*/ 393 h 544"/>
                <a:gd name="T12" fmla="*/ 82 w 368"/>
                <a:gd name="T13" fmla="*/ 518 h 544"/>
                <a:gd name="T14" fmla="*/ 108 w 368"/>
                <a:gd name="T15" fmla="*/ 544 h 544"/>
                <a:gd name="T16" fmla="*/ 134 w 368"/>
                <a:gd name="T17" fmla="*/ 518 h 544"/>
                <a:gd name="T18" fmla="*/ 134 w 368"/>
                <a:gd name="T19" fmla="*/ 402 h 544"/>
                <a:gd name="T20" fmla="*/ 143 w 368"/>
                <a:gd name="T21" fmla="*/ 402 h 544"/>
                <a:gd name="T22" fmla="*/ 152 w 368"/>
                <a:gd name="T23" fmla="*/ 402 h 544"/>
                <a:gd name="T24" fmla="*/ 152 w 368"/>
                <a:gd name="T25" fmla="*/ 518 h 544"/>
                <a:gd name="T26" fmla="*/ 178 w 368"/>
                <a:gd name="T27" fmla="*/ 544 h 544"/>
                <a:gd name="T28" fmla="*/ 204 w 368"/>
                <a:gd name="T29" fmla="*/ 518 h 544"/>
                <a:gd name="T30" fmla="*/ 204 w 368"/>
                <a:gd name="T31" fmla="*/ 393 h 544"/>
                <a:gd name="T32" fmla="*/ 236 w 368"/>
                <a:gd name="T33" fmla="*/ 373 h 544"/>
                <a:gd name="T34" fmla="*/ 208 w 368"/>
                <a:gd name="T35" fmla="*/ 156 h 544"/>
                <a:gd name="T36" fmla="*/ 361 w 368"/>
                <a:gd name="T37" fmla="*/ 35 h 544"/>
                <a:gd name="T38" fmla="*/ 358 w 368"/>
                <a:gd name="T39" fmla="*/ 7 h 544"/>
                <a:gd name="T40" fmla="*/ 330 w 368"/>
                <a:gd name="T41" fmla="*/ 10 h 544"/>
                <a:gd name="T42" fmla="*/ 225 w 368"/>
                <a:gd name="T43" fmla="*/ 104 h 544"/>
                <a:gd name="T44" fmla="*/ 191 w 368"/>
                <a:gd name="T45" fmla="*/ 120 h 544"/>
                <a:gd name="T46" fmla="*/ 184 w 368"/>
                <a:gd name="T47" fmla="*/ 122 h 544"/>
                <a:gd name="T48" fmla="*/ 143 w 368"/>
                <a:gd name="T49" fmla="*/ 118 h 544"/>
                <a:gd name="T50" fmla="*/ 97 w 368"/>
                <a:gd name="T51" fmla="*/ 124 h 544"/>
                <a:gd name="T52" fmla="*/ 53 w 368"/>
                <a:gd name="T53" fmla="*/ 156 h 544"/>
                <a:gd name="T54" fmla="*/ 1 w 368"/>
                <a:gd name="T55" fmla="*/ 304 h 544"/>
                <a:gd name="T56" fmla="*/ 19 w 368"/>
                <a:gd name="T57" fmla="*/ 326 h 5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68" h="544">
                  <a:moveTo>
                    <a:pt x="19" y="326"/>
                  </a:moveTo>
                  <a:cubicBezTo>
                    <a:pt x="20" y="326"/>
                    <a:pt x="21" y="326"/>
                    <a:pt x="21" y="326"/>
                  </a:cubicBezTo>
                  <a:cubicBezTo>
                    <a:pt x="31" y="326"/>
                    <a:pt x="40" y="319"/>
                    <a:pt x="41" y="308"/>
                  </a:cubicBezTo>
                  <a:cubicBezTo>
                    <a:pt x="47" y="258"/>
                    <a:pt x="58" y="225"/>
                    <a:pt x="70" y="203"/>
                  </a:cubicBezTo>
                  <a:cubicBezTo>
                    <a:pt x="61" y="255"/>
                    <a:pt x="50" y="325"/>
                    <a:pt x="50" y="373"/>
                  </a:cubicBezTo>
                  <a:cubicBezTo>
                    <a:pt x="50" y="381"/>
                    <a:pt x="64" y="388"/>
                    <a:pt x="82" y="393"/>
                  </a:cubicBezTo>
                  <a:cubicBezTo>
                    <a:pt x="82" y="518"/>
                    <a:pt x="82" y="518"/>
                    <a:pt x="82" y="518"/>
                  </a:cubicBezTo>
                  <a:cubicBezTo>
                    <a:pt x="82" y="532"/>
                    <a:pt x="94" y="544"/>
                    <a:pt x="108" y="544"/>
                  </a:cubicBezTo>
                  <a:cubicBezTo>
                    <a:pt x="123" y="544"/>
                    <a:pt x="134" y="532"/>
                    <a:pt x="134" y="518"/>
                  </a:cubicBezTo>
                  <a:cubicBezTo>
                    <a:pt x="134" y="402"/>
                    <a:pt x="134" y="402"/>
                    <a:pt x="134" y="402"/>
                  </a:cubicBezTo>
                  <a:cubicBezTo>
                    <a:pt x="138" y="402"/>
                    <a:pt x="141" y="402"/>
                    <a:pt x="143" y="402"/>
                  </a:cubicBezTo>
                  <a:cubicBezTo>
                    <a:pt x="146" y="402"/>
                    <a:pt x="149" y="402"/>
                    <a:pt x="152" y="402"/>
                  </a:cubicBezTo>
                  <a:cubicBezTo>
                    <a:pt x="152" y="518"/>
                    <a:pt x="152" y="518"/>
                    <a:pt x="152" y="518"/>
                  </a:cubicBezTo>
                  <a:cubicBezTo>
                    <a:pt x="152" y="532"/>
                    <a:pt x="164" y="544"/>
                    <a:pt x="178" y="544"/>
                  </a:cubicBezTo>
                  <a:cubicBezTo>
                    <a:pt x="193" y="544"/>
                    <a:pt x="204" y="532"/>
                    <a:pt x="204" y="518"/>
                  </a:cubicBezTo>
                  <a:cubicBezTo>
                    <a:pt x="204" y="393"/>
                    <a:pt x="204" y="393"/>
                    <a:pt x="204" y="393"/>
                  </a:cubicBezTo>
                  <a:cubicBezTo>
                    <a:pt x="222" y="388"/>
                    <a:pt x="236" y="381"/>
                    <a:pt x="236" y="373"/>
                  </a:cubicBezTo>
                  <a:cubicBezTo>
                    <a:pt x="236" y="308"/>
                    <a:pt x="218" y="204"/>
                    <a:pt x="208" y="156"/>
                  </a:cubicBezTo>
                  <a:cubicBezTo>
                    <a:pt x="239" y="144"/>
                    <a:pt x="301" y="112"/>
                    <a:pt x="361" y="35"/>
                  </a:cubicBezTo>
                  <a:cubicBezTo>
                    <a:pt x="368" y="26"/>
                    <a:pt x="366" y="14"/>
                    <a:pt x="358" y="7"/>
                  </a:cubicBezTo>
                  <a:cubicBezTo>
                    <a:pt x="349" y="0"/>
                    <a:pt x="336" y="2"/>
                    <a:pt x="330" y="10"/>
                  </a:cubicBezTo>
                  <a:cubicBezTo>
                    <a:pt x="291" y="59"/>
                    <a:pt x="253" y="88"/>
                    <a:pt x="225" y="104"/>
                  </a:cubicBezTo>
                  <a:cubicBezTo>
                    <a:pt x="211" y="112"/>
                    <a:pt x="199" y="117"/>
                    <a:pt x="191" y="120"/>
                  </a:cubicBezTo>
                  <a:cubicBezTo>
                    <a:pt x="188" y="121"/>
                    <a:pt x="186" y="122"/>
                    <a:pt x="184" y="122"/>
                  </a:cubicBezTo>
                  <a:cubicBezTo>
                    <a:pt x="175" y="120"/>
                    <a:pt x="162" y="118"/>
                    <a:pt x="143" y="118"/>
                  </a:cubicBezTo>
                  <a:cubicBezTo>
                    <a:pt x="121" y="118"/>
                    <a:pt x="106" y="121"/>
                    <a:pt x="97" y="124"/>
                  </a:cubicBezTo>
                  <a:cubicBezTo>
                    <a:pt x="91" y="126"/>
                    <a:pt x="72" y="133"/>
                    <a:pt x="53" y="156"/>
                  </a:cubicBezTo>
                  <a:cubicBezTo>
                    <a:pt x="32" y="182"/>
                    <a:pt x="10" y="227"/>
                    <a:pt x="1" y="304"/>
                  </a:cubicBezTo>
                  <a:cubicBezTo>
                    <a:pt x="0" y="315"/>
                    <a:pt x="8" y="325"/>
                    <a:pt x="19" y="3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 name="Freeform 22"/>
            <p:cNvSpPr>
              <a:spLocks/>
            </p:cNvSpPr>
            <p:nvPr/>
          </p:nvSpPr>
          <p:spPr bwMode="auto">
            <a:xfrm>
              <a:off x="2133600" y="1411288"/>
              <a:ext cx="168275" cy="336550"/>
            </a:xfrm>
            <a:custGeom>
              <a:avLst/>
              <a:gdLst>
                <a:gd name="T0" fmla="*/ 77 w 104"/>
                <a:gd name="T1" fmla="*/ 41 h 207"/>
                <a:gd name="T2" fmla="*/ 67 w 104"/>
                <a:gd name="T3" fmla="*/ 31 h 207"/>
                <a:gd name="T4" fmla="*/ 61 w 104"/>
                <a:gd name="T5" fmla="*/ 31 h 207"/>
                <a:gd name="T6" fmla="*/ 61 w 104"/>
                <a:gd name="T7" fmla="*/ 24 h 207"/>
                <a:gd name="T8" fmla="*/ 42 w 104"/>
                <a:gd name="T9" fmla="*/ 0 h 207"/>
                <a:gd name="T10" fmla="*/ 42 w 104"/>
                <a:gd name="T11" fmla="*/ 31 h 207"/>
                <a:gd name="T12" fmla="*/ 28 w 104"/>
                <a:gd name="T13" fmla="*/ 31 h 207"/>
                <a:gd name="T14" fmla="*/ 0 w 104"/>
                <a:gd name="T15" fmla="*/ 207 h 207"/>
                <a:gd name="T16" fmla="*/ 104 w 104"/>
                <a:gd name="T17" fmla="*/ 207 h 207"/>
                <a:gd name="T18" fmla="*/ 77 w 104"/>
                <a:gd name="T19" fmla="*/ 41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4" h="207">
                  <a:moveTo>
                    <a:pt x="77" y="41"/>
                  </a:moveTo>
                  <a:cubicBezTo>
                    <a:pt x="74" y="38"/>
                    <a:pt x="70" y="34"/>
                    <a:pt x="67" y="31"/>
                  </a:cubicBezTo>
                  <a:cubicBezTo>
                    <a:pt x="61" y="31"/>
                    <a:pt x="61" y="31"/>
                    <a:pt x="61" y="31"/>
                  </a:cubicBezTo>
                  <a:cubicBezTo>
                    <a:pt x="61" y="24"/>
                    <a:pt x="61" y="24"/>
                    <a:pt x="61" y="24"/>
                  </a:cubicBezTo>
                  <a:cubicBezTo>
                    <a:pt x="54" y="16"/>
                    <a:pt x="48" y="8"/>
                    <a:pt x="42" y="0"/>
                  </a:cubicBezTo>
                  <a:cubicBezTo>
                    <a:pt x="42" y="31"/>
                    <a:pt x="42" y="31"/>
                    <a:pt x="42" y="31"/>
                  </a:cubicBezTo>
                  <a:cubicBezTo>
                    <a:pt x="28" y="31"/>
                    <a:pt x="28" y="31"/>
                    <a:pt x="28" y="31"/>
                  </a:cubicBezTo>
                  <a:cubicBezTo>
                    <a:pt x="0" y="207"/>
                    <a:pt x="0" y="207"/>
                    <a:pt x="0" y="207"/>
                  </a:cubicBezTo>
                  <a:cubicBezTo>
                    <a:pt x="104" y="207"/>
                    <a:pt x="104" y="207"/>
                    <a:pt x="104" y="207"/>
                  </a:cubicBezTo>
                  <a:lnTo>
                    <a:pt x="77"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 name="Oval 23"/>
            <p:cNvSpPr>
              <a:spLocks noChangeArrowheads="1"/>
            </p:cNvSpPr>
            <p:nvPr/>
          </p:nvSpPr>
          <p:spPr bwMode="auto">
            <a:xfrm>
              <a:off x="2446338" y="1281113"/>
              <a:ext cx="227013" cy="2270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 name="Freeform 24"/>
            <p:cNvSpPr>
              <a:spLocks/>
            </p:cNvSpPr>
            <p:nvPr/>
          </p:nvSpPr>
          <p:spPr bwMode="auto">
            <a:xfrm>
              <a:off x="2184400" y="1314450"/>
              <a:ext cx="622300" cy="931863"/>
            </a:xfrm>
            <a:custGeom>
              <a:avLst/>
              <a:gdLst>
                <a:gd name="T0" fmla="*/ 105 w 384"/>
                <a:gd name="T1" fmla="*/ 143 h 574"/>
                <a:gd name="T2" fmla="*/ 162 w 384"/>
                <a:gd name="T3" fmla="*/ 182 h 574"/>
                <a:gd name="T4" fmla="*/ 162 w 384"/>
                <a:gd name="T5" fmla="*/ 286 h 574"/>
                <a:gd name="T6" fmla="*/ 162 w 384"/>
                <a:gd name="T7" fmla="*/ 358 h 574"/>
                <a:gd name="T8" fmla="*/ 162 w 384"/>
                <a:gd name="T9" fmla="*/ 542 h 574"/>
                <a:gd name="T10" fmla="*/ 194 w 384"/>
                <a:gd name="T11" fmla="*/ 574 h 574"/>
                <a:gd name="T12" fmla="*/ 226 w 384"/>
                <a:gd name="T13" fmla="*/ 542 h 574"/>
                <a:gd name="T14" fmla="*/ 226 w 384"/>
                <a:gd name="T15" fmla="*/ 378 h 574"/>
                <a:gd name="T16" fmla="*/ 238 w 384"/>
                <a:gd name="T17" fmla="*/ 378 h 574"/>
                <a:gd name="T18" fmla="*/ 238 w 384"/>
                <a:gd name="T19" fmla="*/ 542 h 574"/>
                <a:gd name="T20" fmla="*/ 270 w 384"/>
                <a:gd name="T21" fmla="*/ 574 h 574"/>
                <a:gd name="T22" fmla="*/ 302 w 384"/>
                <a:gd name="T23" fmla="*/ 542 h 574"/>
                <a:gd name="T24" fmla="*/ 302 w 384"/>
                <a:gd name="T25" fmla="*/ 358 h 574"/>
                <a:gd name="T26" fmla="*/ 302 w 384"/>
                <a:gd name="T27" fmla="*/ 286 h 574"/>
                <a:gd name="T28" fmla="*/ 302 w 384"/>
                <a:gd name="T29" fmla="*/ 203 h 574"/>
                <a:gd name="T30" fmla="*/ 306 w 384"/>
                <a:gd name="T31" fmla="*/ 209 h 574"/>
                <a:gd name="T32" fmla="*/ 336 w 384"/>
                <a:gd name="T33" fmla="*/ 340 h 574"/>
                <a:gd name="T34" fmla="*/ 360 w 384"/>
                <a:gd name="T35" fmla="*/ 363 h 574"/>
                <a:gd name="T36" fmla="*/ 361 w 384"/>
                <a:gd name="T37" fmla="*/ 363 h 574"/>
                <a:gd name="T38" fmla="*/ 384 w 384"/>
                <a:gd name="T39" fmla="*/ 337 h 574"/>
                <a:gd name="T40" fmla="*/ 340 w 384"/>
                <a:gd name="T41" fmla="*/ 174 h 574"/>
                <a:gd name="T42" fmla="*/ 291 w 384"/>
                <a:gd name="T43" fmla="*/ 138 h 574"/>
                <a:gd name="T44" fmla="*/ 285 w 384"/>
                <a:gd name="T45" fmla="*/ 138 h 574"/>
                <a:gd name="T46" fmla="*/ 282 w 384"/>
                <a:gd name="T47" fmla="*/ 138 h 574"/>
                <a:gd name="T48" fmla="*/ 182 w 384"/>
                <a:gd name="T49" fmla="*/ 138 h 574"/>
                <a:gd name="T50" fmla="*/ 129 w 384"/>
                <a:gd name="T51" fmla="*/ 100 h 574"/>
                <a:gd name="T52" fmla="*/ 48 w 384"/>
                <a:gd name="T53" fmla="*/ 15 h 574"/>
                <a:gd name="T54" fmla="*/ 15 w 384"/>
                <a:gd name="T55" fmla="*/ 7 h 574"/>
                <a:gd name="T56" fmla="*/ 7 w 384"/>
                <a:gd name="T57" fmla="*/ 40 h 574"/>
                <a:gd name="T58" fmla="*/ 105 w 384"/>
                <a:gd name="T59" fmla="*/ 143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84" h="574">
                  <a:moveTo>
                    <a:pt x="105" y="143"/>
                  </a:moveTo>
                  <a:cubicBezTo>
                    <a:pt x="132" y="164"/>
                    <a:pt x="155" y="178"/>
                    <a:pt x="162" y="182"/>
                  </a:cubicBezTo>
                  <a:cubicBezTo>
                    <a:pt x="162" y="286"/>
                    <a:pt x="162" y="286"/>
                    <a:pt x="162" y="286"/>
                  </a:cubicBezTo>
                  <a:cubicBezTo>
                    <a:pt x="162" y="358"/>
                    <a:pt x="162" y="358"/>
                    <a:pt x="162" y="358"/>
                  </a:cubicBezTo>
                  <a:cubicBezTo>
                    <a:pt x="162" y="542"/>
                    <a:pt x="162" y="542"/>
                    <a:pt x="162" y="542"/>
                  </a:cubicBezTo>
                  <a:cubicBezTo>
                    <a:pt x="162" y="560"/>
                    <a:pt x="176" y="574"/>
                    <a:pt x="194" y="574"/>
                  </a:cubicBezTo>
                  <a:cubicBezTo>
                    <a:pt x="211" y="574"/>
                    <a:pt x="226" y="560"/>
                    <a:pt x="226" y="542"/>
                  </a:cubicBezTo>
                  <a:cubicBezTo>
                    <a:pt x="226" y="378"/>
                    <a:pt x="226" y="378"/>
                    <a:pt x="226" y="378"/>
                  </a:cubicBezTo>
                  <a:cubicBezTo>
                    <a:pt x="238" y="378"/>
                    <a:pt x="238" y="378"/>
                    <a:pt x="238" y="378"/>
                  </a:cubicBezTo>
                  <a:cubicBezTo>
                    <a:pt x="238" y="542"/>
                    <a:pt x="238" y="542"/>
                    <a:pt x="238" y="542"/>
                  </a:cubicBezTo>
                  <a:cubicBezTo>
                    <a:pt x="238" y="560"/>
                    <a:pt x="252" y="574"/>
                    <a:pt x="270" y="574"/>
                  </a:cubicBezTo>
                  <a:cubicBezTo>
                    <a:pt x="287" y="574"/>
                    <a:pt x="302" y="560"/>
                    <a:pt x="302" y="542"/>
                  </a:cubicBezTo>
                  <a:cubicBezTo>
                    <a:pt x="302" y="358"/>
                    <a:pt x="302" y="358"/>
                    <a:pt x="302" y="358"/>
                  </a:cubicBezTo>
                  <a:cubicBezTo>
                    <a:pt x="302" y="286"/>
                    <a:pt x="302" y="286"/>
                    <a:pt x="302" y="286"/>
                  </a:cubicBezTo>
                  <a:cubicBezTo>
                    <a:pt x="302" y="203"/>
                    <a:pt x="302" y="203"/>
                    <a:pt x="302" y="203"/>
                  </a:cubicBezTo>
                  <a:cubicBezTo>
                    <a:pt x="303" y="205"/>
                    <a:pt x="304" y="207"/>
                    <a:pt x="306" y="209"/>
                  </a:cubicBezTo>
                  <a:cubicBezTo>
                    <a:pt x="318" y="230"/>
                    <a:pt x="332" y="269"/>
                    <a:pt x="336" y="340"/>
                  </a:cubicBezTo>
                  <a:cubicBezTo>
                    <a:pt x="336" y="353"/>
                    <a:pt x="347" y="363"/>
                    <a:pt x="360" y="363"/>
                  </a:cubicBezTo>
                  <a:cubicBezTo>
                    <a:pt x="360" y="363"/>
                    <a:pt x="360" y="363"/>
                    <a:pt x="361" y="363"/>
                  </a:cubicBezTo>
                  <a:cubicBezTo>
                    <a:pt x="374" y="362"/>
                    <a:pt x="384" y="351"/>
                    <a:pt x="384" y="337"/>
                  </a:cubicBezTo>
                  <a:cubicBezTo>
                    <a:pt x="379" y="251"/>
                    <a:pt x="360" y="202"/>
                    <a:pt x="340" y="174"/>
                  </a:cubicBezTo>
                  <a:cubicBezTo>
                    <a:pt x="319" y="145"/>
                    <a:pt x="296" y="139"/>
                    <a:pt x="291" y="138"/>
                  </a:cubicBezTo>
                  <a:cubicBezTo>
                    <a:pt x="289" y="138"/>
                    <a:pt x="287" y="138"/>
                    <a:pt x="285" y="138"/>
                  </a:cubicBezTo>
                  <a:cubicBezTo>
                    <a:pt x="284" y="138"/>
                    <a:pt x="283" y="138"/>
                    <a:pt x="282" y="138"/>
                  </a:cubicBezTo>
                  <a:cubicBezTo>
                    <a:pt x="182" y="138"/>
                    <a:pt x="182" y="138"/>
                    <a:pt x="182" y="138"/>
                  </a:cubicBezTo>
                  <a:cubicBezTo>
                    <a:pt x="173" y="132"/>
                    <a:pt x="152" y="119"/>
                    <a:pt x="129" y="100"/>
                  </a:cubicBezTo>
                  <a:cubicBezTo>
                    <a:pt x="100" y="78"/>
                    <a:pt x="68" y="47"/>
                    <a:pt x="48" y="15"/>
                  </a:cubicBezTo>
                  <a:cubicBezTo>
                    <a:pt x="41" y="4"/>
                    <a:pt x="26" y="0"/>
                    <a:pt x="15" y="7"/>
                  </a:cubicBezTo>
                  <a:cubicBezTo>
                    <a:pt x="4" y="14"/>
                    <a:pt x="0" y="29"/>
                    <a:pt x="7" y="40"/>
                  </a:cubicBezTo>
                  <a:cubicBezTo>
                    <a:pt x="34" y="83"/>
                    <a:pt x="73" y="118"/>
                    <a:pt x="105" y="1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11" name="组合 410"/>
          <p:cNvGrpSpPr/>
          <p:nvPr/>
        </p:nvGrpSpPr>
        <p:grpSpPr>
          <a:xfrm>
            <a:off x="6453953" y="2673166"/>
            <a:ext cx="1315279" cy="1415782"/>
            <a:chOff x="476250" y="2671763"/>
            <a:chExt cx="1433513" cy="1543050"/>
          </a:xfrm>
          <a:solidFill>
            <a:schemeClr val="tx1">
              <a:lumMod val="65000"/>
              <a:lumOff val="35000"/>
            </a:schemeClr>
          </a:solidFill>
        </p:grpSpPr>
        <p:sp>
          <p:nvSpPr>
            <p:cNvPr id="412" name="Freeform 25"/>
            <p:cNvSpPr>
              <a:spLocks/>
            </p:cNvSpPr>
            <p:nvPr/>
          </p:nvSpPr>
          <p:spPr bwMode="auto">
            <a:xfrm>
              <a:off x="1012825" y="3417888"/>
              <a:ext cx="896938" cy="604838"/>
            </a:xfrm>
            <a:custGeom>
              <a:avLst/>
              <a:gdLst>
                <a:gd name="T0" fmla="*/ 497 w 553"/>
                <a:gd name="T1" fmla="*/ 336 h 372"/>
                <a:gd name="T2" fmla="*/ 107 w 553"/>
                <a:gd name="T3" fmla="*/ 336 h 372"/>
                <a:gd name="T4" fmla="*/ 102 w 553"/>
                <a:gd name="T5" fmla="*/ 312 h 372"/>
                <a:gd name="T6" fmla="*/ 504 w 553"/>
                <a:gd name="T7" fmla="*/ 251 h 372"/>
                <a:gd name="T8" fmla="*/ 553 w 553"/>
                <a:gd name="T9" fmla="*/ 82 h 372"/>
                <a:gd name="T10" fmla="*/ 52 w 553"/>
                <a:gd name="T11" fmla="*/ 82 h 372"/>
                <a:gd name="T12" fmla="*/ 42 w 553"/>
                <a:gd name="T13" fmla="*/ 35 h 372"/>
                <a:gd name="T14" fmla="*/ 42 w 553"/>
                <a:gd name="T15" fmla="*/ 0 h 372"/>
                <a:gd name="T16" fmla="*/ 23 w 553"/>
                <a:gd name="T17" fmla="*/ 0 h 372"/>
                <a:gd name="T18" fmla="*/ 23 w 553"/>
                <a:gd name="T19" fmla="*/ 5 h 372"/>
                <a:gd name="T20" fmla="*/ 0 w 553"/>
                <a:gd name="T21" fmla="*/ 38 h 372"/>
                <a:gd name="T22" fmla="*/ 72 w 553"/>
                <a:gd name="T23" fmla="*/ 372 h 372"/>
                <a:gd name="T24" fmla="*/ 497 w 553"/>
                <a:gd name="T25" fmla="*/ 372 h 372"/>
                <a:gd name="T26" fmla="*/ 497 w 553"/>
                <a:gd name="T27" fmla="*/ 336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53" h="372">
                  <a:moveTo>
                    <a:pt x="497" y="336"/>
                  </a:moveTo>
                  <a:cubicBezTo>
                    <a:pt x="107" y="336"/>
                    <a:pt x="107" y="336"/>
                    <a:pt x="107" y="336"/>
                  </a:cubicBezTo>
                  <a:cubicBezTo>
                    <a:pt x="102" y="312"/>
                    <a:pt x="102" y="312"/>
                    <a:pt x="102" y="312"/>
                  </a:cubicBezTo>
                  <a:cubicBezTo>
                    <a:pt x="504" y="251"/>
                    <a:pt x="504" y="251"/>
                    <a:pt x="504" y="251"/>
                  </a:cubicBezTo>
                  <a:cubicBezTo>
                    <a:pt x="553" y="82"/>
                    <a:pt x="553" y="82"/>
                    <a:pt x="553" y="82"/>
                  </a:cubicBezTo>
                  <a:cubicBezTo>
                    <a:pt x="52" y="82"/>
                    <a:pt x="52" y="82"/>
                    <a:pt x="52" y="82"/>
                  </a:cubicBezTo>
                  <a:cubicBezTo>
                    <a:pt x="42" y="35"/>
                    <a:pt x="42" y="35"/>
                    <a:pt x="42" y="35"/>
                  </a:cubicBezTo>
                  <a:cubicBezTo>
                    <a:pt x="42" y="0"/>
                    <a:pt x="42" y="0"/>
                    <a:pt x="42" y="0"/>
                  </a:cubicBezTo>
                  <a:cubicBezTo>
                    <a:pt x="23" y="0"/>
                    <a:pt x="23" y="0"/>
                    <a:pt x="23" y="0"/>
                  </a:cubicBezTo>
                  <a:cubicBezTo>
                    <a:pt x="23" y="1"/>
                    <a:pt x="23" y="3"/>
                    <a:pt x="23" y="5"/>
                  </a:cubicBezTo>
                  <a:cubicBezTo>
                    <a:pt x="22" y="20"/>
                    <a:pt x="13" y="32"/>
                    <a:pt x="0" y="38"/>
                  </a:cubicBezTo>
                  <a:cubicBezTo>
                    <a:pt x="72" y="372"/>
                    <a:pt x="72" y="372"/>
                    <a:pt x="72" y="372"/>
                  </a:cubicBezTo>
                  <a:cubicBezTo>
                    <a:pt x="497" y="372"/>
                    <a:pt x="497" y="372"/>
                    <a:pt x="497" y="372"/>
                  </a:cubicBezTo>
                  <a:lnTo>
                    <a:pt x="497" y="3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 name="Freeform 26"/>
            <p:cNvSpPr>
              <a:spLocks/>
            </p:cNvSpPr>
            <p:nvPr/>
          </p:nvSpPr>
          <p:spPr bwMode="auto">
            <a:xfrm>
              <a:off x="895350" y="3473450"/>
              <a:ext cx="12700" cy="3175"/>
            </a:xfrm>
            <a:custGeom>
              <a:avLst/>
              <a:gdLst>
                <a:gd name="T0" fmla="*/ 0 w 8"/>
                <a:gd name="T1" fmla="*/ 0 h 2"/>
                <a:gd name="T2" fmla="*/ 0 w 8"/>
                <a:gd name="T3" fmla="*/ 2 h 2"/>
                <a:gd name="T4" fmla="*/ 8 w 8"/>
                <a:gd name="T5" fmla="*/ 2 h 2"/>
                <a:gd name="T6" fmla="*/ 0 w 8"/>
                <a:gd name="T7" fmla="*/ 0 h 2"/>
              </a:gdLst>
              <a:ahLst/>
              <a:cxnLst>
                <a:cxn ang="0">
                  <a:pos x="T0" y="T1"/>
                </a:cxn>
                <a:cxn ang="0">
                  <a:pos x="T2" y="T3"/>
                </a:cxn>
                <a:cxn ang="0">
                  <a:pos x="T4" y="T5"/>
                </a:cxn>
                <a:cxn ang="0">
                  <a:pos x="T6" y="T7"/>
                </a:cxn>
              </a:cxnLst>
              <a:rect l="0" t="0" r="r" b="b"/>
              <a:pathLst>
                <a:path w="8" h="2">
                  <a:moveTo>
                    <a:pt x="0" y="0"/>
                  </a:moveTo>
                  <a:cubicBezTo>
                    <a:pt x="0" y="2"/>
                    <a:pt x="0" y="2"/>
                    <a:pt x="0" y="2"/>
                  </a:cubicBezTo>
                  <a:cubicBezTo>
                    <a:pt x="8" y="2"/>
                    <a:pt x="8" y="2"/>
                    <a:pt x="8" y="2"/>
                  </a:cubicBezTo>
                  <a:cubicBezTo>
                    <a:pt x="5" y="1"/>
                    <a:pt x="3"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 name="Oval 27"/>
            <p:cNvSpPr>
              <a:spLocks noChangeArrowheads="1"/>
            </p:cNvSpPr>
            <p:nvPr/>
          </p:nvSpPr>
          <p:spPr bwMode="auto">
            <a:xfrm>
              <a:off x="1139825" y="4084638"/>
              <a:ext cx="127000" cy="1270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 name="Oval 28"/>
            <p:cNvSpPr>
              <a:spLocks noChangeArrowheads="1"/>
            </p:cNvSpPr>
            <p:nvPr/>
          </p:nvSpPr>
          <p:spPr bwMode="auto">
            <a:xfrm>
              <a:off x="1690688" y="4084638"/>
              <a:ext cx="125413" cy="1270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 name="Freeform 29"/>
            <p:cNvSpPr>
              <a:spLocks/>
            </p:cNvSpPr>
            <p:nvPr/>
          </p:nvSpPr>
          <p:spPr bwMode="auto">
            <a:xfrm>
              <a:off x="642938" y="2671763"/>
              <a:ext cx="320675" cy="320675"/>
            </a:xfrm>
            <a:custGeom>
              <a:avLst/>
              <a:gdLst>
                <a:gd name="T0" fmla="*/ 79 w 198"/>
                <a:gd name="T1" fmla="*/ 186 h 198"/>
                <a:gd name="T2" fmla="*/ 187 w 198"/>
                <a:gd name="T3" fmla="*/ 119 h 198"/>
                <a:gd name="T4" fmla="*/ 120 w 198"/>
                <a:gd name="T5" fmla="*/ 11 h 198"/>
                <a:gd name="T6" fmla="*/ 12 w 198"/>
                <a:gd name="T7" fmla="*/ 78 h 198"/>
                <a:gd name="T8" fmla="*/ 79 w 198"/>
                <a:gd name="T9" fmla="*/ 186 h 198"/>
              </a:gdLst>
              <a:ahLst/>
              <a:cxnLst>
                <a:cxn ang="0">
                  <a:pos x="T0" y="T1"/>
                </a:cxn>
                <a:cxn ang="0">
                  <a:pos x="T2" y="T3"/>
                </a:cxn>
                <a:cxn ang="0">
                  <a:pos x="T4" y="T5"/>
                </a:cxn>
                <a:cxn ang="0">
                  <a:pos x="T6" y="T7"/>
                </a:cxn>
                <a:cxn ang="0">
                  <a:pos x="T8" y="T9"/>
                </a:cxn>
              </a:cxnLst>
              <a:rect l="0" t="0" r="r" b="b"/>
              <a:pathLst>
                <a:path w="198" h="198">
                  <a:moveTo>
                    <a:pt x="79" y="186"/>
                  </a:moveTo>
                  <a:cubicBezTo>
                    <a:pt x="127" y="198"/>
                    <a:pt x="176" y="168"/>
                    <a:pt x="187" y="119"/>
                  </a:cubicBezTo>
                  <a:cubicBezTo>
                    <a:pt x="198" y="71"/>
                    <a:pt x="168" y="22"/>
                    <a:pt x="120" y="11"/>
                  </a:cubicBezTo>
                  <a:cubicBezTo>
                    <a:pt x="71" y="0"/>
                    <a:pt x="23" y="30"/>
                    <a:pt x="12" y="78"/>
                  </a:cubicBezTo>
                  <a:cubicBezTo>
                    <a:pt x="0" y="127"/>
                    <a:pt x="30" y="175"/>
                    <a:pt x="79" y="1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 name="Freeform 30"/>
            <p:cNvSpPr>
              <a:spLocks/>
            </p:cNvSpPr>
            <p:nvPr/>
          </p:nvSpPr>
          <p:spPr bwMode="auto">
            <a:xfrm>
              <a:off x="476250" y="2974975"/>
              <a:ext cx="311150" cy="1239838"/>
            </a:xfrm>
            <a:custGeom>
              <a:avLst/>
              <a:gdLst>
                <a:gd name="T0" fmla="*/ 110 w 191"/>
                <a:gd name="T1" fmla="*/ 197 h 764"/>
                <a:gd name="T2" fmla="*/ 70 w 191"/>
                <a:gd name="T3" fmla="*/ 92 h 764"/>
                <a:gd name="T4" fmla="*/ 70 w 191"/>
                <a:gd name="T5" fmla="*/ 91 h 764"/>
                <a:gd name="T6" fmla="*/ 77 w 191"/>
                <a:gd name="T7" fmla="*/ 61 h 764"/>
                <a:gd name="T8" fmla="*/ 104 w 191"/>
                <a:gd name="T9" fmla="*/ 46 h 764"/>
                <a:gd name="T10" fmla="*/ 109 w 191"/>
                <a:gd name="T11" fmla="*/ 45 h 764"/>
                <a:gd name="T12" fmla="*/ 149 w 191"/>
                <a:gd name="T13" fmla="*/ 80 h 764"/>
                <a:gd name="T14" fmla="*/ 149 w 191"/>
                <a:gd name="T15" fmla="*/ 81 h 764"/>
                <a:gd name="T16" fmla="*/ 149 w 191"/>
                <a:gd name="T17" fmla="*/ 82 h 764"/>
                <a:gd name="T18" fmla="*/ 151 w 191"/>
                <a:gd name="T19" fmla="*/ 92 h 764"/>
                <a:gd name="T20" fmla="*/ 163 w 191"/>
                <a:gd name="T21" fmla="*/ 126 h 764"/>
                <a:gd name="T22" fmla="*/ 168 w 191"/>
                <a:gd name="T23" fmla="*/ 138 h 764"/>
                <a:gd name="T24" fmla="*/ 175 w 191"/>
                <a:gd name="T25" fmla="*/ 104 h 764"/>
                <a:gd name="T26" fmla="*/ 137 w 191"/>
                <a:gd name="T27" fmla="*/ 9 h 764"/>
                <a:gd name="T28" fmla="*/ 33 w 191"/>
                <a:gd name="T29" fmla="*/ 77 h 764"/>
                <a:gd name="T30" fmla="*/ 11 w 191"/>
                <a:gd name="T31" fmla="*/ 299 h 764"/>
                <a:gd name="T32" fmla="*/ 63 w 191"/>
                <a:gd name="T33" fmla="*/ 365 h 764"/>
                <a:gd name="T34" fmla="*/ 91 w 191"/>
                <a:gd name="T35" fmla="*/ 522 h 764"/>
                <a:gd name="T36" fmla="*/ 59 w 191"/>
                <a:gd name="T37" fmla="*/ 696 h 764"/>
                <a:gd name="T38" fmla="*/ 88 w 191"/>
                <a:gd name="T39" fmla="*/ 761 h 764"/>
                <a:gd name="T40" fmla="*/ 106 w 191"/>
                <a:gd name="T41" fmla="*/ 764 h 764"/>
                <a:gd name="T42" fmla="*/ 153 w 191"/>
                <a:gd name="T43" fmla="*/ 731 h 764"/>
                <a:gd name="T44" fmla="*/ 191 w 191"/>
                <a:gd name="T45" fmla="*/ 522 h 764"/>
                <a:gd name="T46" fmla="*/ 154 w 191"/>
                <a:gd name="T47" fmla="*/ 324 h 764"/>
                <a:gd name="T48" fmla="*/ 154 w 191"/>
                <a:gd name="T49" fmla="*/ 310 h 764"/>
                <a:gd name="T50" fmla="*/ 152 w 191"/>
                <a:gd name="T51" fmla="*/ 249 h 764"/>
                <a:gd name="T52" fmla="*/ 110 w 191"/>
                <a:gd name="T53" fmla="*/ 197 h 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1" h="764">
                  <a:moveTo>
                    <a:pt x="110" y="197"/>
                  </a:moveTo>
                  <a:cubicBezTo>
                    <a:pt x="81" y="151"/>
                    <a:pt x="72" y="108"/>
                    <a:pt x="70" y="92"/>
                  </a:cubicBezTo>
                  <a:cubicBezTo>
                    <a:pt x="70" y="91"/>
                    <a:pt x="70" y="91"/>
                    <a:pt x="70" y="91"/>
                  </a:cubicBezTo>
                  <a:cubicBezTo>
                    <a:pt x="68" y="80"/>
                    <a:pt x="71" y="70"/>
                    <a:pt x="77" y="61"/>
                  </a:cubicBezTo>
                  <a:cubicBezTo>
                    <a:pt x="84" y="53"/>
                    <a:pt x="93" y="47"/>
                    <a:pt x="104" y="46"/>
                  </a:cubicBezTo>
                  <a:cubicBezTo>
                    <a:pt x="106" y="46"/>
                    <a:pt x="107" y="45"/>
                    <a:pt x="109" y="45"/>
                  </a:cubicBezTo>
                  <a:cubicBezTo>
                    <a:pt x="129" y="45"/>
                    <a:pt x="146" y="60"/>
                    <a:pt x="149" y="80"/>
                  </a:cubicBezTo>
                  <a:cubicBezTo>
                    <a:pt x="149" y="81"/>
                    <a:pt x="149" y="81"/>
                    <a:pt x="149" y="81"/>
                  </a:cubicBezTo>
                  <a:cubicBezTo>
                    <a:pt x="149" y="81"/>
                    <a:pt x="149" y="82"/>
                    <a:pt x="149" y="82"/>
                  </a:cubicBezTo>
                  <a:cubicBezTo>
                    <a:pt x="150" y="84"/>
                    <a:pt x="150" y="88"/>
                    <a:pt x="151" y="92"/>
                  </a:cubicBezTo>
                  <a:cubicBezTo>
                    <a:pt x="153" y="100"/>
                    <a:pt x="157" y="112"/>
                    <a:pt x="163" y="126"/>
                  </a:cubicBezTo>
                  <a:cubicBezTo>
                    <a:pt x="164" y="130"/>
                    <a:pt x="166" y="134"/>
                    <a:pt x="168" y="138"/>
                  </a:cubicBezTo>
                  <a:cubicBezTo>
                    <a:pt x="170" y="126"/>
                    <a:pt x="173" y="115"/>
                    <a:pt x="175" y="104"/>
                  </a:cubicBezTo>
                  <a:cubicBezTo>
                    <a:pt x="186" y="65"/>
                    <a:pt x="171" y="17"/>
                    <a:pt x="137" y="9"/>
                  </a:cubicBezTo>
                  <a:cubicBezTo>
                    <a:pt x="103" y="0"/>
                    <a:pt x="53" y="19"/>
                    <a:pt x="33" y="77"/>
                  </a:cubicBezTo>
                  <a:cubicBezTo>
                    <a:pt x="6" y="158"/>
                    <a:pt x="0" y="210"/>
                    <a:pt x="11" y="299"/>
                  </a:cubicBezTo>
                  <a:cubicBezTo>
                    <a:pt x="19" y="340"/>
                    <a:pt x="39" y="358"/>
                    <a:pt x="63" y="365"/>
                  </a:cubicBezTo>
                  <a:cubicBezTo>
                    <a:pt x="71" y="386"/>
                    <a:pt x="91" y="444"/>
                    <a:pt x="91" y="522"/>
                  </a:cubicBezTo>
                  <a:cubicBezTo>
                    <a:pt x="91" y="573"/>
                    <a:pt x="83" y="632"/>
                    <a:pt x="59" y="696"/>
                  </a:cubicBezTo>
                  <a:cubicBezTo>
                    <a:pt x="49" y="722"/>
                    <a:pt x="63" y="751"/>
                    <a:pt x="88" y="761"/>
                  </a:cubicBezTo>
                  <a:cubicBezTo>
                    <a:pt x="94" y="763"/>
                    <a:pt x="100" y="764"/>
                    <a:pt x="106" y="764"/>
                  </a:cubicBezTo>
                  <a:cubicBezTo>
                    <a:pt x="126" y="764"/>
                    <a:pt x="145" y="751"/>
                    <a:pt x="153" y="731"/>
                  </a:cubicBezTo>
                  <a:cubicBezTo>
                    <a:pt x="181" y="655"/>
                    <a:pt x="191" y="583"/>
                    <a:pt x="191" y="522"/>
                  </a:cubicBezTo>
                  <a:cubicBezTo>
                    <a:pt x="191" y="424"/>
                    <a:pt x="166" y="352"/>
                    <a:pt x="154" y="324"/>
                  </a:cubicBezTo>
                  <a:cubicBezTo>
                    <a:pt x="154" y="320"/>
                    <a:pt x="154" y="315"/>
                    <a:pt x="154" y="310"/>
                  </a:cubicBezTo>
                  <a:cubicBezTo>
                    <a:pt x="151" y="290"/>
                    <a:pt x="151" y="269"/>
                    <a:pt x="152" y="249"/>
                  </a:cubicBezTo>
                  <a:cubicBezTo>
                    <a:pt x="136" y="234"/>
                    <a:pt x="122" y="216"/>
                    <a:pt x="110" y="19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 name="Freeform 31"/>
            <p:cNvSpPr>
              <a:spLocks/>
            </p:cNvSpPr>
            <p:nvPr/>
          </p:nvSpPr>
          <p:spPr bwMode="auto">
            <a:xfrm>
              <a:off x="598488" y="3057525"/>
              <a:ext cx="439738" cy="415925"/>
            </a:xfrm>
            <a:custGeom>
              <a:avLst/>
              <a:gdLst>
                <a:gd name="T0" fmla="*/ 236 w 271"/>
                <a:gd name="T1" fmla="*/ 256 h 256"/>
                <a:gd name="T2" fmla="*/ 238 w 271"/>
                <a:gd name="T3" fmla="*/ 256 h 256"/>
                <a:gd name="T4" fmla="*/ 270 w 271"/>
                <a:gd name="T5" fmla="*/ 226 h 256"/>
                <a:gd name="T6" fmla="*/ 240 w 271"/>
                <a:gd name="T7" fmla="*/ 192 h 256"/>
                <a:gd name="T8" fmla="*/ 148 w 271"/>
                <a:gd name="T9" fmla="*/ 163 h 256"/>
                <a:gd name="T10" fmla="*/ 81 w 271"/>
                <a:gd name="T11" fmla="*/ 79 h 256"/>
                <a:gd name="T12" fmla="*/ 69 w 271"/>
                <a:gd name="T13" fmla="*/ 43 h 256"/>
                <a:gd name="T14" fmla="*/ 66 w 271"/>
                <a:gd name="T15" fmla="*/ 33 h 256"/>
                <a:gd name="T16" fmla="*/ 66 w 271"/>
                <a:gd name="T17" fmla="*/ 30 h 256"/>
                <a:gd name="T18" fmla="*/ 66 w 271"/>
                <a:gd name="T19" fmla="*/ 30 h 256"/>
                <a:gd name="T20" fmla="*/ 66 w 271"/>
                <a:gd name="T21" fmla="*/ 30 h 256"/>
                <a:gd name="T22" fmla="*/ 30 w 271"/>
                <a:gd name="T23" fmla="*/ 3 h 256"/>
                <a:gd name="T24" fmla="*/ 2 w 271"/>
                <a:gd name="T25" fmla="*/ 39 h 256"/>
                <a:gd name="T26" fmla="*/ 42 w 271"/>
                <a:gd name="T27" fmla="*/ 142 h 256"/>
                <a:gd name="T28" fmla="*/ 113 w 271"/>
                <a:gd name="T29" fmla="*/ 216 h 256"/>
                <a:gd name="T30" fmla="*/ 236 w 271"/>
                <a:gd name="T31" fmla="*/ 256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1" h="256">
                  <a:moveTo>
                    <a:pt x="236" y="256"/>
                  </a:moveTo>
                  <a:cubicBezTo>
                    <a:pt x="237" y="256"/>
                    <a:pt x="238" y="256"/>
                    <a:pt x="238" y="256"/>
                  </a:cubicBezTo>
                  <a:cubicBezTo>
                    <a:pt x="255" y="256"/>
                    <a:pt x="269" y="243"/>
                    <a:pt x="270" y="226"/>
                  </a:cubicBezTo>
                  <a:cubicBezTo>
                    <a:pt x="271" y="209"/>
                    <a:pt x="258" y="193"/>
                    <a:pt x="240" y="192"/>
                  </a:cubicBezTo>
                  <a:cubicBezTo>
                    <a:pt x="201" y="189"/>
                    <a:pt x="171" y="178"/>
                    <a:pt x="148" y="163"/>
                  </a:cubicBezTo>
                  <a:cubicBezTo>
                    <a:pt x="114" y="140"/>
                    <a:pt x="93" y="107"/>
                    <a:pt x="81" y="79"/>
                  </a:cubicBezTo>
                  <a:cubicBezTo>
                    <a:pt x="75" y="65"/>
                    <a:pt x="71" y="52"/>
                    <a:pt x="69" y="43"/>
                  </a:cubicBezTo>
                  <a:cubicBezTo>
                    <a:pt x="67" y="39"/>
                    <a:pt x="67" y="35"/>
                    <a:pt x="66" y="33"/>
                  </a:cubicBezTo>
                  <a:cubicBezTo>
                    <a:pt x="66" y="32"/>
                    <a:pt x="66" y="31"/>
                    <a:pt x="66" y="30"/>
                  </a:cubicBezTo>
                  <a:cubicBezTo>
                    <a:pt x="66" y="30"/>
                    <a:pt x="66" y="30"/>
                    <a:pt x="66" y="30"/>
                  </a:cubicBezTo>
                  <a:cubicBezTo>
                    <a:pt x="66" y="30"/>
                    <a:pt x="66" y="30"/>
                    <a:pt x="66" y="30"/>
                  </a:cubicBezTo>
                  <a:cubicBezTo>
                    <a:pt x="63" y="13"/>
                    <a:pt x="47" y="0"/>
                    <a:pt x="30" y="3"/>
                  </a:cubicBezTo>
                  <a:cubicBezTo>
                    <a:pt x="12" y="5"/>
                    <a:pt x="0" y="21"/>
                    <a:pt x="2" y="39"/>
                  </a:cubicBezTo>
                  <a:cubicBezTo>
                    <a:pt x="3" y="41"/>
                    <a:pt x="9" y="90"/>
                    <a:pt x="42" y="142"/>
                  </a:cubicBezTo>
                  <a:cubicBezTo>
                    <a:pt x="58" y="168"/>
                    <a:pt x="81" y="195"/>
                    <a:pt x="113" y="216"/>
                  </a:cubicBezTo>
                  <a:cubicBezTo>
                    <a:pt x="145" y="237"/>
                    <a:pt x="186" y="253"/>
                    <a:pt x="236" y="2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19" name="组合 418"/>
          <p:cNvGrpSpPr/>
          <p:nvPr/>
        </p:nvGrpSpPr>
        <p:grpSpPr>
          <a:xfrm>
            <a:off x="8181440" y="2673166"/>
            <a:ext cx="1519198" cy="1415782"/>
            <a:chOff x="2359025" y="2671763"/>
            <a:chExt cx="1655763" cy="1543050"/>
          </a:xfrm>
          <a:solidFill>
            <a:schemeClr val="tx1">
              <a:lumMod val="65000"/>
              <a:lumOff val="35000"/>
            </a:schemeClr>
          </a:solidFill>
        </p:grpSpPr>
        <p:sp>
          <p:nvSpPr>
            <p:cNvPr id="420" name="Freeform 32"/>
            <p:cNvSpPr>
              <a:spLocks/>
            </p:cNvSpPr>
            <p:nvPr/>
          </p:nvSpPr>
          <p:spPr bwMode="auto">
            <a:xfrm>
              <a:off x="3443288" y="3292475"/>
              <a:ext cx="571500" cy="188913"/>
            </a:xfrm>
            <a:custGeom>
              <a:avLst/>
              <a:gdLst>
                <a:gd name="T0" fmla="*/ 31 w 352"/>
                <a:gd name="T1" fmla="*/ 25 h 116"/>
                <a:gd name="T2" fmla="*/ 0 w 352"/>
                <a:gd name="T3" fmla="*/ 93 h 116"/>
                <a:gd name="T4" fmla="*/ 88 w 352"/>
                <a:gd name="T5" fmla="*/ 93 h 116"/>
                <a:gd name="T6" fmla="*/ 91 w 352"/>
                <a:gd name="T7" fmla="*/ 85 h 116"/>
                <a:gd name="T8" fmla="*/ 304 w 352"/>
                <a:gd name="T9" fmla="*/ 113 h 116"/>
                <a:gd name="T10" fmla="*/ 349 w 352"/>
                <a:gd name="T11" fmla="*/ 79 h 116"/>
                <a:gd name="T12" fmla="*/ 315 w 352"/>
                <a:gd name="T13" fmla="*/ 34 h 116"/>
                <a:gd name="T14" fmla="*/ 73 w 352"/>
                <a:gd name="T15" fmla="*/ 2 h 116"/>
                <a:gd name="T16" fmla="*/ 31 w 352"/>
                <a:gd name="T17" fmla="*/ 2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2" h="116">
                  <a:moveTo>
                    <a:pt x="31" y="25"/>
                  </a:moveTo>
                  <a:cubicBezTo>
                    <a:pt x="0" y="93"/>
                    <a:pt x="0" y="93"/>
                    <a:pt x="0" y="93"/>
                  </a:cubicBezTo>
                  <a:cubicBezTo>
                    <a:pt x="26" y="96"/>
                    <a:pt x="55" y="96"/>
                    <a:pt x="88" y="93"/>
                  </a:cubicBezTo>
                  <a:cubicBezTo>
                    <a:pt x="91" y="85"/>
                    <a:pt x="91" y="85"/>
                    <a:pt x="91" y="85"/>
                  </a:cubicBezTo>
                  <a:cubicBezTo>
                    <a:pt x="304" y="113"/>
                    <a:pt x="304" y="113"/>
                    <a:pt x="304" y="113"/>
                  </a:cubicBezTo>
                  <a:cubicBezTo>
                    <a:pt x="326" y="116"/>
                    <a:pt x="346" y="101"/>
                    <a:pt x="349" y="79"/>
                  </a:cubicBezTo>
                  <a:cubicBezTo>
                    <a:pt x="352" y="57"/>
                    <a:pt x="336" y="37"/>
                    <a:pt x="315" y="34"/>
                  </a:cubicBezTo>
                  <a:cubicBezTo>
                    <a:pt x="73" y="2"/>
                    <a:pt x="73" y="2"/>
                    <a:pt x="73" y="2"/>
                  </a:cubicBezTo>
                  <a:cubicBezTo>
                    <a:pt x="55" y="0"/>
                    <a:pt x="38" y="9"/>
                    <a:pt x="31"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 name="Freeform 33"/>
            <p:cNvSpPr>
              <a:spLocks/>
            </p:cNvSpPr>
            <p:nvPr/>
          </p:nvSpPr>
          <p:spPr bwMode="auto">
            <a:xfrm>
              <a:off x="2957513" y="3286125"/>
              <a:ext cx="646113" cy="252413"/>
            </a:xfrm>
            <a:custGeom>
              <a:avLst/>
              <a:gdLst>
                <a:gd name="T0" fmla="*/ 190 w 398"/>
                <a:gd name="T1" fmla="*/ 71 h 155"/>
                <a:gd name="T2" fmla="*/ 171 w 398"/>
                <a:gd name="T3" fmla="*/ 82 h 155"/>
                <a:gd name="T4" fmla="*/ 83 w 398"/>
                <a:gd name="T5" fmla="*/ 104 h 155"/>
                <a:gd name="T6" fmla="*/ 83 w 398"/>
                <a:gd name="T7" fmla="*/ 104 h 155"/>
                <a:gd name="T8" fmla="*/ 82 w 398"/>
                <a:gd name="T9" fmla="*/ 104 h 155"/>
                <a:gd name="T10" fmla="*/ 46 w 398"/>
                <a:gd name="T11" fmla="*/ 69 h 155"/>
                <a:gd name="T12" fmla="*/ 82 w 398"/>
                <a:gd name="T13" fmla="*/ 32 h 155"/>
                <a:gd name="T14" fmla="*/ 82 w 398"/>
                <a:gd name="T15" fmla="*/ 32 h 155"/>
                <a:gd name="T16" fmla="*/ 85 w 398"/>
                <a:gd name="T17" fmla="*/ 32 h 155"/>
                <a:gd name="T18" fmla="*/ 98 w 398"/>
                <a:gd name="T19" fmla="*/ 31 h 155"/>
                <a:gd name="T20" fmla="*/ 117 w 398"/>
                <a:gd name="T21" fmla="*/ 26 h 155"/>
                <a:gd name="T22" fmla="*/ 29 w 398"/>
                <a:gd name="T23" fmla="*/ 31 h 155"/>
                <a:gd name="T24" fmla="*/ 60 w 398"/>
                <a:gd name="T25" fmla="*/ 155 h 155"/>
                <a:gd name="T26" fmla="*/ 378 w 398"/>
                <a:gd name="T27" fmla="*/ 155 h 155"/>
                <a:gd name="T28" fmla="*/ 398 w 398"/>
                <a:gd name="T29" fmla="*/ 104 h 155"/>
                <a:gd name="T30" fmla="*/ 190 w 398"/>
                <a:gd name="T31" fmla="*/ 71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98" h="155">
                  <a:moveTo>
                    <a:pt x="190" y="71"/>
                  </a:moveTo>
                  <a:cubicBezTo>
                    <a:pt x="183" y="75"/>
                    <a:pt x="177" y="79"/>
                    <a:pt x="171" y="82"/>
                  </a:cubicBezTo>
                  <a:cubicBezTo>
                    <a:pt x="129" y="102"/>
                    <a:pt x="93" y="104"/>
                    <a:pt x="83" y="104"/>
                  </a:cubicBezTo>
                  <a:cubicBezTo>
                    <a:pt x="83" y="104"/>
                    <a:pt x="83" y="104"/>
                    <a:pt x="83" y="104"/>
                  </a:cubicBezTo>
                  <a:cubicBezTo>
                    <a:pt x="82" y="104"/>
                    <a:pt x="82" y="104"/>
                    <a:pt x="82" y="104"/>
                  </a:cubicBezTo>
                  <a:cubicBezTo>
                    <a:pt x="63" y="104"/>
                    <a:pt x="47" y="89"/>
                    <a:pt x="46" y="69"/>
                  </a:cubicBezTo>
                  <a:cubicBezTo>
                    <a:pt x="46" y="49"/>
                    <a:pt x="62" y="33"/>
                    <a:pt x="82" y="32"/>
                  </a:cubicBezTo>
                  <a:cubicBezTo>
                    <a:pt x="82" y="32"/>
                    <a:pt x="82" y="32"/>
                    <a:pt x="82" y="32"/>
                  </a:cubicBezTo>
                  <a:cubicBezTo>
                    <a:pt x="83" y="32"/>
                    <a:pt x="84" y="32"/>
                    <a:pt x="85" y="32"/>
                  </a:cubicBezTo>
                  <a:cubicBezTo>
                    <a:pt x="88" y="32"/>
                    <a:pt x="92" y="32"/>
                    <a:pt x="98" y="31"/>
                  </a:cubicBezTo>
                  <a:cubicBezTo>
                    <a:pt x="103" y="30"/>
                    <a:pt x="109" y="28"/>
                    <a:pt x="117" y="26"/>
                  </a:cubicBezTo>
                  <a:cubicBezTo>
                    <a:pt x="86" y="7"/>
                    <a:pt x="61" y="0"/>
                    <a:pt x="29" y="31"/>
                  </a:cubicBezTo>
                  <a:cubicBezTo>
                    <a:pt x="0" y="59"/>
                    <a:pt x="21" y="106"/>
                    <a:pt x="60" y="155"/>
                  </a:cubicBezTo>
                  <a:cubicBezTo>
                    <a:pt x="378" y="155"/>
                    <a:pt x="378" y="155"/>
                    <a:pt x="378" y="155"/>
                  </a:cubicBezTo>
                  <a:cubicBezTo>
                    <a:pt x="388" y="135"/>
                    <a:pt x="395" y="117"/>
                    <a:pt x="398" y="104"/>
                  </a:cubicBezTo>
                  <a:cubicBezTo>
                    <a:pt x="301" y="116"/>
                    <a:pt x="237" y="96"/>
                    <a:pt x="190"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 name="Freeform 34"/>
            <p:cNvSpPr>
              <a:spLocks/>
            </p:cNvSpPr>
            <p:nvPr/>
          </p:nvSpPr>
          <p:spPr bwMode="auto">
            <a:xfrm>
              <a:off x="2878138" y="2959100"/>
              <a:ext cx="327025" cy="325438"/>
            </a:xfrm>
            <a:custGeom>
              <a:avLst/>
              <a:gdLst>
                <a:gd name="T0" fmla="*/ 74 w 201"/>
                <a:gd name="T1" fmla="*/ 186 h 201"/>
                <a:gd name="T2" fmla="*/ 186 w 201"/>
                <a:gd name="T3" fmla="*/ 127 h 201"/>
                <a:gd name="T4" fmla="*/ 127 w 201"/>
                <a:gd name="T5" fmla="*/ 14 h 201"/>
                <a:gd name="T6" fmla="*/ 15 w 201"/>
                <a:gd name="T7" fmla="*/ 74 h 201"/>
                <a:gd name="T8" fmla="*/ 74 w 201"/>
                <a:gd name="T9" fmla="*/ 186 h 201"/>
              </a:gdLst>
              <a:ahLst/>
              <a:cxnLst>
                <a:cxn ang="0">
                  <a:pos x="T0" y="T1"/>
                </a:cxn>
                <a:cxn ang="0">
                  <a:pos x="T2" y="T3"/>
                </a:cxn>
                <a:cxn ang="0">
                  <a:pos x="T4" y="T5"/>
                </a:cxn>
                <a:cxn ang="0">
                  <a:pos x="T6" y="T7"/>
                </a:cxn>
                <a:cxn ang="0">
                  <a:pos x="T8" y="T9"/>
                </a:cxn>
              </a:cxnLst>
              <a:rect l="0" t="0" r="r" b="b"/>
              <a:pathLst>
                <a:path w="201" h="201">
                  <a:moveTo>
                    <a:pt x="74" y="186"/>
                  </a:moveTo>
                  <a:cubicBezTo>
                    <a:pt x="121" y="201"/>
                    <a:pt x="172" y="174"/>
                    <a:pt x="186" y="127"/>
                  </a:cubicBezTo>
                  <a:cubicBezTo>
                    <a:pt x="201" y="80"/>
                    <a:pt x="175" y="29"/>
                    <a:pt x="127" y="14"/>
                  </a:cubicBezTo>
                  <a:cubicBezTo>
                    <a:pt x="80" y="0"/>
                    <a:pt x="29" y="26"/>
                    <a:pt x="15" y="74"/>
                  </a:cubicBezTo>
                  <a:cubicBezTo>
                    <a:pt x="0" y="121"/>
                    <a:pt x="26" y="171"/>
                    <a:pt x="74" y="1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 name="Freeform 35"/>
            <p:cNvSpPr>
              <a:spLocks/>
            </p:cNvSpPr>
            <p:nvPr/>
          </p:nvSpPr>
          <p:spPr bwMode="auto">
            <a:xfrm>
              <a:off x="3046413" y="3103563"/>
              <a:ext cx="384175" cy="338138"/>
            </a:xfrm>
            <a:custGeom>
              <a:avLst/>
              <a:gdLst>
                <a:gd name="T0" fmla="*/ 45 w 237"/>
                <a:gd name="T1" fmla="*/ 151 h 209"/>
                <a:gd name="T2" fmla="*/ 32 w 237"/>
                <a:gd name="T3" fmla="*/ 153 h 209"/>
                <a:gd name="T4" fmla="*/ 29 w 237"/>
                <a:gd name="T5" fmla="*/ 153 h 209"/>
                <a:gd name="T6" fmla="*/ 28 w 237"/>
                <a:gd name="T7" fmla="*/ 153 h 209"/>
                <a:gd name="T8" fmla="*/ 28 w 237"/>
                <a:gd name="T9" fmla="*/ 153 h 209"/>
                <a:gd name="T10" fmla="*/ 0 w 237"/>
                <a:gd name="T11" fmla="*/ 182 h 209"/>
                <a:gd name="T12" fmla="*/ 28 w 237"/>
                <a:gd name="T13" fmla="*/ 209 h 209"/>
                <a:gd name="T14" fmla="*/ 29 w 237"/>
                <a:gd name="T15" fmla="*/ 209 h 209"/>
                <a:gd name="T16" fmla="*/ 29 w 237"/>
                <a:gd name="T17" fmla="*/ 209 h 209"/>
                <a:gd name="T18" fmla="*/ 114 w 237"/>
                <a:gd name="T19" fmla="*/ 187 h 209"/>
                <a:gd name="T20" fmla="*/ 233 w 237"/>
                <a:gd name="T21" fmla="*/ 38 h 209"/>
                <a:gd name="T22" fmla="*/ 214 w 237"/>
                <a:gd name="T23" fmla="*/ 4 h 209"/>
                <a:gd name="T24" fmla="*/ 179 w 237"/>
                <a:gd name="T25" fmla="*/ 23 h 209"/>
                <a:gd name="T26" fmla="*/ 89 w 237"/>
                <a:gd name="T27" fmla="*/ 137 h 209"/>
                <a:gd name="T28" fmla="*/ 45 w 237"/>
                <a:gd name="T29" fmla="*/ 151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7" h="209">
                  <a:moveTo>
                    <a:pt x="45" y="151"/>
                  </a:moveTo>
                  <a:cubicBezTo>
                    <a:pt x="39" y="152"/>
                    <a:pt x="35" y="153"/>
                    <a:pt x="32" y="153"/>
                  </a:cubicBezTo>
                  <a:cubicBezTo>
                    <a:pt x="30" y="153"/>
                    <a:pt x="29" y="153"/>
                    <a:pt x="29" y="153"/>
                  </a:cubicBezTo>
                  <a:cubicBezTo>
                    <a:pt x="28" y="153"/>
                    <a:pt x="28" y="153"/>
                    <a:pt x="28" y="153"/>
                  </a:cubicBezTo>
                  <a:cubicBezTo>
                    <a:pt x="28" y="153"/>
                    <a:pt x="28" y="153"/>
                    <a:pt x="28" y="153"/>
                  </a:cubicBezTo>
                  <a:cubicBezTo>
                    <a:pt x="13" y="154"/>
                    <a:pt x="0" y="166"/>
                    <a:pt x="0" y="182"/>
                  </a:cubicBezTo>
                  <a:cubicBezTo>
                    <a:pt x="1" y="197"/>
                    <a:pt x="13" y="209"/>
                    <a:pt x="28" y="209"/>
                  </a:cubicBezTo>
                  <a:cubicBezTo>
                    <a:pt x="28" y="209"/>
                    <a:pt x="29" y="209"/>
                    <a:pt x="29" y="209"/>
                  </a:cubicBezTo>
                  <a:cubicBezTo>
                    <a:pt x="29" y="209"/>
                    <a:pt x="29" y="209"/>
                    <a:pt x="29" y="209"/>
                  </a:cubicBezTo>
                  <a:cubicBezTo>
                    <a:pt x="31" y="209"/>
                    <a:pt x="69" y="209"/>
                    <a:pt x="114" y="187"/>
                  </a:cubicBezTo>
                  <a:cubicBezTo>
                    <a:pt x="158" y="166"/>
                    <a:pt x="210" y="121"/>
                    <a:pt x="233" y="38"/>
                  </a:cubicBezTo>
                  <a:cubicBezTo>
                    <a:pt x="237" y="24"/>
                    <a:pt x="229" y="8"/>
                    <a:pt x="214" y="4"/>
                  </a:cubicBezTo>
                  <a:cubicBezTo>
                    <a:pt x="199" y="0"/>
                    <a:pt x="184" y="8"/>
                    <a:pt x="179" y="23"/>
                  </a:cubicBezTo>
                  <a:cubicBezTo>
                    <a:pt x="160" y="90"/>
                    <a:pt x="123" y="120"/>
                    <a:pt x="89" y="137"/>
                  </a:cubicBezTo>
                  <a:cubicBezTo>
                    <a:pt x="72" y="145"/>
                    <a:pt x="56" y="149"/>
                    <a:pt x="45" y="1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 name="Freeform 36"/>
            <p:cNvSpPr>
              <a:spLocks/>
            </p:cNvSpPr>
            <p:nvPr/>
          </p:nvSpPr>
          <p:spPr bwMode="auto">
            <a:xfrm>
              <a:off x="2898775" y="3417888"/>
              <a:ext cx="893763" cy="604838"/>
            </a:xfrm>
            <a:custGeom>
              <a:avLst/>
              <a:gdLst>
                <a:gd name="T0" fmla="*/ 50 w 551"/>
                <a:gd name="T1" fmla="*/ 82 h 372"/>
                <a:gd name="T2" fmla="*/ 40 w 551"/>
                <a:gd name="T3" fmla="*/ 35 h 372"/>
                <a:gd name="T4" fmla="*/ 40 w 551"/>
                <a:gd name="T5" fmla="*/ 0 h 372"/>
                <a:gd name="T6" fmla="*/ 15 w 551"/>
                <a:gd name="T7" fmla="*/ 0 h 372"/>
                <a:gd name="T8" fmla="*/ 17 w 551"/>
                <a:gd name="T9" fmla="*/ 15 h 372"/>
                <a:gd name="T10" fmla="*/ 0 w 551"/>
                <a:gd name="T11" fmla="*/ 46 h 372"/>
                <a:gd name="T12" fmla="*/ 70 w 551"/>
                <a:gd name="T13" fmla="*/ 372 h 372"/>
                <a:gd name="T14" fmla="*/ 495 w 551"/>
                <a:gd name="T15" fmla="*/ 372 h 372"/>
                <a:gd name="T16" fmla="*/ 495 w 551"/>
                <a:gd name="T17" fmla="*/ 336 h 372"/>
                <a:gd name="T18" fmla="*/ 105 w 551"/>
                <a:gd name="T19" fmla="*/ 336 h 372"/>
                <a:gd name="T20" fmla="*/ 100 w 551"/>
                <a:gd name="T21" fmla="*/ 312 h 372"/>
                <a:gd name="T22" fmla="*/ 502 w 551"/>
                <a:gd name="T23" fmla="*/ 251 h 372"/>
                <a:gd name="T24" fmla="*/ 551 w 551"/>
                <a:gd name="T25" fmla="*/ 82 h 372"/>
                <a:gd name="T26" fmla="*/ 50 w 551"/>
                <a:gd name="T27" fmla="*/ 82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51" h="372">
                  <a:moveTo>
                    <a:pt x="50" y="82"/>
                  </a:moveTo>
                  <a:cubicBezTo>
                    <a:pt x="40" y="35"/>
                    <a:pt x="40" y="35"/>
                    <a:pt x="40" y="35"/>
                  </a:cubicBezTo>
                  <a:cubicBezTo>
                    <a:pt x="40" y="0"/>
                    <a:pt x="40" y="0"/>
                    <a:pt x="40" y="0"/>
                  </a:cubicBezTo>
                  <a:cubicBezTo>
                    <a:pt x="15" y="0"/>
                    <a:pt x="15" y="0"/>
                    <a:pt x="15" y="0"/>
                  </a:cubicBezTo>
                  <a:cubicBezTo>
                    <a:pt x="17" y="5"/>
                    <a:pt x="18" y="10"/>
                    <a:pt x="17" y="15"/>
                  </a:cubicBezTo>
                  <a:cubicBezTo>
                    <a:pt x="16" y="28"/>
                    <a:pt x="10" y="39"/>
                    <a:pt x="0" y="46"/>
                  </a:cubicBezTo>
                  <a:cubicBezTo>
                    <a:pt x="70" y="372"/>
                    <a:pt x="70" y="372"/>
                    <a:pt x="70" y="372"/>
                  </a:cubicBezTo>
                  <a:cubicBezTo>
                    <a:pt x="495" y="372"/>
                    <a:pt x="495" y="372"/>
                    <a:pt x="495" y="372"/>
                  </a:cubicBezTo>
                  <a:cubicBezTo>
                    <a:pt x="495" y="336"/>
                    <a:pt x="495" y="336"/>
                    <a:pt x="495" y="336"/>
                  </a:cubicBezTo>
                  <a:cubicBezTo>
                    <a:pt x="105" y="336"/>
                    <a:pt x="105" y="336"/>
                    <a:pt x="105" y="336"/>
                  </a:cubicBezTo>
                  <a:cubicBezTo>
                    <a:pt x="100" y="312"/>
                    <a:pt x="100" y="312"/>
                    <a:pt x="100" y="312"/>
                  </a:cubicBezTo>
                  <a:cubicBezTo>
                    <a:pt x="502" y="251"/>
                    <a:pt x="502" y="251"/>
                    <a:pt x="502" y="251"/>
                  </a:cubicBezTo>
                  <a:cubicBezTo>
                    <a:pt x="551" y="82"/>
                    <a:pt x="551" y="82"/>
                    <a:pt x="551" y="82"/>
                  </a:cubicBezTo>
                  <a:lnTo>
                    <a:pt x="50" y="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 name="Oval 37"/>
            <p:cNvSpPr>
              <a:spLocks noChangeArrowheads="1"/>
            </p:cNvSpPr>
            <p:nvPr/>
          </p:nvSpPr>
          <p:spPr bwMode="auto">
            <a:xfrm>
              <a:off x="3022600" y="4084638"/>
              <a:ext cx="127000" cy="1270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 name="Oval 38"/>
            <p:cNvSpPr>
              <a:spLocks noChangeArrowheads="1"/>
            </p:cNvSpPr>
            <p:nvPr/>
          </p:nvSpPr>
          <p:spPr bwMode="auto">
            <a:xfrm>
              <a:off x="3573463" y="4084638"/>
              <a:ext cx="123825" cy="1270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 name="Freeform 39"/>
            <p:cNvSpPr>
              <a:spLocks/>
            </p:cNvSpPr>
            <p:nvPr/>
          </p:nvSpPr>
          <p:spPr bwMode="auto">
            <a:xfrm>
              <a:off x="2524125" y="2671763"/>
              <a:ext cx="322263" cy="320675"/>
            </a:xfrm>
            <a:custGeom>
              <a:avLst/>
              <a:gdLst>
                <a:gd name="T0" fmla="*/ 120 w 198"/>
                <a:gd name="T1" fmla="*/ 11 h 198"/>
                <a:gd name="T2" fmla="*/ 12 w 198"/>
                <a:gd name="T3" fmla="*/ 78 h 198"/>
                <a:gd name="T4" fmla="*/ 79 w 198"/>
                <a:gd name="T5" fmla="*/ 186 h 198"/>
                <a:gd name="T6" fmla="*/ 187 w 198"/>
                <a:gd name="T7" fmla="*/ 119 h 198"/>
                <a:gd name="T8" fmla="*/ 120 w 198"/>
                <a:gd name="T9" fmla="*/ 11 h 198"/>
              </a:gdLst>
              <a:ahLst/>
              <a:cxnLst>
                <a:cxn ang="0">
                  <a:pos x="T0" y="T1"/>
                </a:cxn>
                <a:cxn ang="0">
                  <a:pos x="T2" y="T3"/>
                </a:cxn>
                <a:cxn ang="0">
                  <a:pos x="T4" y="T5"/>
                </a:cxn>
                <a:cxn ang="0">
                  <a:pos x="T6" y="T7"/>
                </a:cxn>
                <a:cxn ang="0">
                  <a:pos x="T8" y="T9"/>
                </a:cxn>
              </a:cxnLst>
              <a:rect l="0" t="0" r="r" b="b"/>
              <a:pathLst>
                <a:path w="198" h="198">
                  <a:moveTo>
                    <a:pt x="120" y="11"/>
                  </a:moveTo>
                  <a:cubicBezTo>
                    <a:pt x="71" y="0"/>
                    <a:pt x="23" y="30"/>
                    <a:pt x="12" y="78"/>
                  </a:cubicBezTo>
                  <a:cubicBezTo>
                    <a:pt x="0" y="127"/>
                    <a:pt x="30" y="175"/>
                    <a:pt x="79" y="186"/>
                  </a:cubicBezTo>
                  <a:cubicBezTo>
                    <a:pt x="127" y="198"/>
                    <a:pt x="176" y="168"/>
                    <a:pt x="187" y="119"/>
                  </a:cubicBezTo>
                  <a:cubicBezTo>
                    <a:pt x="198" y="71"/>
                    <a:pt x="168" y="22"/>
                    <a:pt x="12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 name="Freeform 40"/>
            <p:cNvSpPr>
              <a:spLocks/>
            </p:cNvSpPr>
            <p:nvPr/>
          </p:nvSpPr>
          <p:spPr bwMode="auto">
            <a:xfrm>
              <a:off x="2359025" y="2974975"/>
              <a:ext cx="309563" cy="1239838"/>
            </a:xfrm>
            <a:custGeom>
              <a:avLst/>
              <a:gdLst>
                <a:gd name="T0" fmla="*/ 106 w 191"/>
                <a:gd name="T1" fmla="*/ 208 h 764"/>
                <a:gd name="T2" fmla="*/ 66 w 191"/>
                <a:gd name="T3" fmla="*/ 102 h 764"/>
                <a:gd name="T4" fmla="*/ 66 w 191"/>
                <a:gd name="T5" fmla="*/ 102 h 764"/>
                <a:gd name="T6" fmla="*/ 100 w 191"/>
                <a:gd name="T7" fmla="*/ 56 h 764"/>
                <a:gd name="T8" fmla="*/ 105 w 191"/>
                <a:gd name="T9" fmla="*/ 56 h 764"/>
                <a:gd name="T10" fmla="*/ 145 w 191"/>
                <a:gd name="T11" fmla="*/ 91 h 764"/>
                <a:gd name="T12" fmla="*/ 145 w 191"/>
                <a:gd name="T13" fmla="*/ 93 h 764"/>
                <a:gd name="T14" fmla="*/ 147 w 191"/>
                <a:gd name="T15" fmla="*/ 103 h 764"/>
                <a:gd name="T16" fmla="*/ 159 w 191"/>
                <a:gd name="T17" fmla="*/ 137 h 764"/>
                <a:gd name="T18" fmla="*/ 165 w 191"/>
                <a:gd name="T19" fmla="*/ 151 h 764"/>
                <a:gd name="T20" fmla="*/ 175 w 191"/>
                <a:gd name="T21" fmla="*/ 104 h 764"/>
                <a:gd name="T22" fmla="*/ 137 w 191"/>
                <a:gd name="T23" fmla="*/ 9 h 764"/>
                <a:gd name="T24" fmla="*/ 33 w 191"/>
                <a:gd name="T25" fmla="*/ 77 h 764"/>
                <a:gd name="T26" fmla="*/ 11 w 191"/>
                <a:gd name="T27" fmla="*/ 299 h 764"/>
                <a:gd name="T28" fmla="*/ 63 w 191"/>
                <a:gd name="T29" fmla="*/ 365 h 764"/>
                <a:gd name="T30" fmla="*/ 91 w 191"/>
                <a:gd name="T31" fmla="*/ 522 h 764"/>
                <a:gd name="T32" fmla="*/ 59 w 191"/>
                <a:gd name="T33" fmla="*/ 696 h 764"/>
                <a:gd name="T34" fmla="*/ 88 w 191"/>
                <a:gd name="T35" fmla="*/ 761 h 764"/>
                <a:gd name="T36" fmla="*/ 106 w 191"/>
                <a:gd name="T37" fmla="*/ 764 h 764"/>
                <a:gd name="T38" fmla="*/ 153 w 191"/>
                <a:gd name="T39" fmla="*/ 731 h 764"/>
                <a:gd name="T40" fmla="*/ 191 w 191"/>
                <a:gd name="T41" fmla="*/ 522 h 764"/>
                <a:gd name="T42" fmla="*/ 154 w 191"/>
                <a:gd name="T43" fmla="*/ 324 h 764"/>
                <a:gd name="T44" fmla="*/ 154 w 191"/>
                <a:gd name="T45" fmla="*/ 310 h 764"/>
                <a:gd name="T46" fmla="*/ 151 w 191"/>
                <a:gd name="T47" fmla="*/ 263 h 764"/>
                <a:gd name="T48" fmla="*/ 106 w 191"/>
                <a:gd name="T49" fmla="*/ 208 h 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1" h="764">
                  <a:moveTo>
                    <a:pt x="106" y="208"/>
                  </a:moveTo>
                  <a:cubicBezTo>
                    <a:pt x="77" y="161"/>
                    <a:pt x="68" y="119"/>
                    <a:pt x="66" y="102"/>
                  </a:cubicBezTo>
                  <a:cubicBezTo>
                    <a:pt x="66" y="102"/>
                    <a:pt x="66" y="102"/>
                    <a:pt x="66" y="102"/>
                  </a:cubicBezTo>
                  <a:cubicBezTo>
                    <a:pt x="62" y="80"/>
                    <a:pt x="78" y="59"/>
                    <a:pt x="100" y="56"/>
                  </a:cubicBezTo>
                  <a:cubicBezTo>
                    <a:pt x="102" y="56"/>
                    <a:pt x="103" y="56"/>
                    <a:pt x="105" y="56"/>
                  </a:cubicBezTo>
                  <a:cubicBezTo>
                    <a:pt x="125" y="56"/>
                    <a:pt x="142" y="71"/>
                    <a:pt x="145" y="91"/>
                  </a:cubicBezTo>
                  <a:cubicBezTo>
                    <a:pt x="145" y="91"/>
                    <a:pt x="145" y="92"/>
                    <a:pt x="145" y="93"/>
                  </a:cubicBezTo>
                  <a:cubicBezTo>
                    <a:pt x="146" y="96"/>
                    <a:pt x="146" y="99"/>
                    <a:pt x="147" y="103"/>
                  </a:cubicBezTo>
                  <a:cubicBezTo>
                    <a:pt x="149" y="111"/>
                    <a:pt x="153" y="123"/>
                    <a:pt x="159" y="137"/>
                  </a:cubicBezTo>
                  <a:cubicBezTo>
                    <a:pt x="161" y="141"/>
                    <a:pt x="163" y="146"/>
                    <a:pt x="165" y="151"/>
                  </a:cubicBezTo>
                  <a:cubicBezTo>
                    <a:pt x="169" y="134"/>
                    <a:pt x="172" y="119"/>
                    <a:pt x="175" y="104"/>
                  </a:cubicBezTo>
                  <a:cubicBezTo>
                    <a:pt x="186" y="65"/>
                    <a:pt x="171" y="17"/>
                    <a:pt x="137" y="9"/>
                  </a:cubicBezTo>
                  <a:cubicBezTo>
                    <a:pt x="103" y="0"/>
                    <a:pt x="53" y="19"/>
                    <a:pt x="33" y="77"/>
                  </a:cubicBezTo>
                  <a:cubicBezTo>
                    <a:pt x="6" y="158"/>
                    <a:pt x="0" y="210"/>
                    <a:pt x="11" y="299"/>
                  </a:cubicBezTo>
                  <a:cubicBezTo>
                    <a:pt x="19" y="340"/>
                    <a:pt x="39" y="358"/>
                    <a:pt x="63" y="365"/>
                  </a:cubicBezTo>
                  <a:cubicBezTo>
                    <a:pt x="71" y="386"/>
                    <a:pt x="91" y="444"/>
                    <a:pt x="91" y="522"/>
                  </a:cubicBezTo>
                  <a:cubicBezTo>
                    <a:pt x="91" y="573"/>
                    <a:pt x="83" y="632"/>
                    <a:pt x="59" y="696"/>
                  </a:cubicBezTo>
                  <a:cubicBezTo>
                    <a:pt x="49" y="722"/>
                    <a:pt x="63" y="751"/>
                    <a:pt x="88" y="761"/>
                  </a:cubicBezTo>
                  <a:cubicBezTo>
                    <a:pt x="94" y="763"/>
                    <a:pt x="100" y="764"/>
                    <a:pt x="106" y="764"/>
                  </a:cubicBezTo>
                  <a:cubicBezTo>
                    <a:pt x="126" y="764"/>
                    <a:pt x="145" y="751"/>
                    <a:pt x="153" y="731"/>
                  </a:cubicBezTo>
                  <a:cubicBezTo>
                    <a:pt x="181" y="655"/>
                    <a:pt x="191" y="583"/>
                    <a:pt x="191" y="522"/>
                  </a:cubicBezTo>
                  <a:cubicBezTo>
                    <a:pt x="191" y="424"/>
                    <a:pt x="166" y="352"/>
                    <a:pt x="154" y="324"/>
                  </a:cubicBezTo>
                  <a:cubicBezTo>
                    <a:pt x="154" y="320"/>
                    <a:pt x="154" y="315"/>
                    <a:pt x="154" y="310"/>
                  </a:cubicBezTo>
                  <a:cubicBezTo>
                    <a:pt x="152" y="294"/>
                    <a:pt x="151" y="279"/>
                    <a:pt x="151" y="263"/>
                  </a:cubicBezTo>
                  <a:cubicBezTo>
                    <a:pt x="134" y="247"/>
                    <a:pt x="119" y="228"/>
                    <a:pt x="106" y="2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 name="Freeform 41"/>
            <p:cNvSpPr>
              <a:spLocks/>
            </p:cNvSpPr>
            <p:nvPr/>
          </p:nvSpPr>
          <p:spPr bwMode="auto">
            <a:xfrm>
              <a:off x="2474913" y="3074988"/>
              <a:ext cx="439738" cy="415925"/>
            </a:xfrm>
            <a:custGeom>
              <a:avLst/>
              <a:gdLst>
                <a:gd name="T0" fmla="*/ 270 w 271"/>
                <a:gd name="T1" fmla="*/ 226 h 256"/>
                <a:gd name="T2" fmla="*/ 240 w 271"/>
                <a:gd name="T3" fmla="*/ 192 h 256"/>
                <a:gd name="T4" fmla="*/ 148 w 271"/>
                <a:gd name="T5" fmla="*/ 162 h 256"/>
                <a:gd name="T6" fmla="*/ 81 w 271"/>
                <a:gd name="T7" fmla="*/ 78 h 256"/>
                <a:gd name="T8" fmla="*/ 69 w 271"/>
                <a:gd name="T9" fmla="*/ 43 h 256"/>
                <a:gd name="T10" fmla="*/ 66 w 271"/>
                <a:gd name="T11" fmla="*/ 33 h 256"/>
                <a:gd name="T12" fmla="*/ 66 w 271"/>
                <a:gd name="T13" fmla="*/ 30 h 256"/>
                <a:gd name="T14" fmla="*/ 66 w 271"/>
                <a:gd name="T15" fmla="*/ 30 h 256"/>
                <a:gd name="T16" fmla="*/ 66 w 271"/>
                <a:gd name="T17" fmla="*/ 30 h 256"/>
                <a:gd name="T18" fmla="*/ 30 w 271"/>
                <a:gd name="T19" fmla="*/ 2 h 256"/>
                <a:gd name="T20" fmla="*/ 2 w 271"/>
                <a:gd name="T21" fmla="*/ 38 h 256"/>
                <a:gd name="T22" fmla="*/ 42 w 271"/>
                <a:gd name="T23" fmla="*/ 141 h 256"/>
                <a:gd name="T24" fmla="*/ 113 w 271"/>
                <a:gd name="T25" fmla="*/ 216 h 256"/>
                <a:gd name="T26" fmla="*/ 236 w 271"/>
                <a:gd name="T27" fmla="*/ 256 h 256"/>
                <a:gd name="T28" fmla="*/ 238 w 271"/>
                <a:gd name="T29" fmla="*/ 256 h 256"/>
                <a:gd name="T30" fmla="*/ 270 w 271"/>
                <a:gd name="T31" fmla="*/ 226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1" h="256">
                  <a:moveTo>
                    <a:pt x="270" y="226"/>
                  </a:moveTo>
                  <a:cubicBezTo>
                    <a:pt x="271" y="208"/>
                    <a:pt x="258" y="193"/>
                    <a:pt x="240" y="192"/>
                  </a:cubicBezTo>
                  <a:cubicBezTo>
                    <a:pt x="201" y="189"/>
                    <a:pt x="171" y="178"/>
                    <a:pt x="148" y="162"/>
                  </a:cubicBezTo>
                  <a:cubicBezTo>
                    <a:pt x="114" y="140"/>
                    <a:pt x="93" y="106"/>
                    <a:pt x="81" y="78"/>
                  </a:cubicBezTo>
                  <a:cubicBezTo>
                    <a:pt x="75" y="64"/>
                    <a:pt x="71" y="52"/>
                    <a:pt x="69" y="43"/>
                  </a:cubicBezTo>
                  <a:cubicBezTo>
                    <a:pt x="67" y="38"/>
                    <a:pt x="67" y="35"/>
                    <a:pt x="66" y="33"/>
                  </a:cubicBezTo>
                  <a:cubicBezTo>
                    <a:pt x="66" y="31"/>
                    <a:pt x="66" y="31"/>
                    <a:pt x="66" y="30"/>
                  </a:cubicBezTo>
                  <a:cubicBezTo>
                    <a:pt x="66" y="30"/>
                    <a:pt x="66" y="30"/>
                    <a:pt x="66" y="30"/>
                  </a:cubicBezTo>
                  <a:cubicBezTo>
                    <a:pt x="66" y="30"/>
                    <a:pt x="66" y="30"/>
                    <a:pt x="66" y="30"/>
                  </a:cubicBezTo>
                  <a:cubicBezTo>
                    <a:pt x="63" y="12"/>
                    <a:pt x="47" y="0"/>
                    <a:pt x="30" y="2"/>
                  </a:cubicBezTo>
                  <a:cubicBezTo>
                    <a:pt x="12" y="5"/>
                    <a:pt x="0" y="21"/>
                    <a:pt x="2" y="38"/>
                  </a:cubicBezTo>
                  <a:cubicBezTo>
                    <a:pt x="3" y="41"/>
                    <a:pt x="9" y="89"/>
                    <a:pt x="42" y="141"/>
                  </a:cubicBezTo>
                  <a:cubicBezTo>
                    <a:pt x="58" y="167"/>
                    <a:pt x="81" y="194"/>
                    <a:pt x="113" y="216"/>
                  </a:cubicBezTo>
                  <a:cubicBezTo>
                    <a:pt x="145" y="237"/>
                    <a:pt x="186" y="252"/>
                    <a:pt x="236" y="256"/>
                  </a:cubicBezTo>
                  <a:cubicBezTo>
                    <a:pt x="237" y="256"/>
                    <a:pt x="238" y="256"/>
                    <a:pt x="238" y="256"/>
                  </a:cubicBezTo>
                  <a:cubicBezTo>
                    <a:pt x="255" y="256"/>
                    <a:pt x="269" y="243"/>
                    <a:pt x="270" y="2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30" name="组合 429"/>
          <p:cNvGrpSpPr/>
          <p:nvPr/>
        </p:nvGrpSpPr>
        <p:grpSpPr>
          <a:xfrm>
            <a:off x="9690442" y="903438"/>
            <a:ext cx="1833817" cy="1379368"/>
            <a:chOff x="4003675" y="742950"/>
            <a:chExt cx="1998663" cy="1503363"/>
          </a:xfrm>
          <a:solidFill>
            <a:schemeClr val="tx1">
              <a:lumMod val="65000"/>
              <a:lumOff val="35000"/>
            </a:schemeClr>
          </a:solidFill>
        </p:grpSpPr>
        <p:sp>
          <p:nvSpPr>
            <p:cNvPr id="431" name="Freeform 42"/>
            <p:cNvSpPr>
              <a:spLocks/>
            </p:cNvSpPr>
            <p:nvPr/>
          </p:nvSpPr>
          <p:spPr bwMode="auto">
            <a:xfrm>
              <a:off x="4191000" y="742950"/>
              <a:ext cx="322263" cy="319088"/>
            </a:xfrm>
            <a:custGeom>
              <a:avLst/>
              <a:gdLst>
                <a:gd name="T0" fmla="*/ 79 w 198"/>
                <a:gd name="T1" fmla="*/ 186 h 197"/>
                <a:gd name="T2" fmla="*/ 187 w 198"/>
                <a:gd name="T3" fmla="*/ 119 h 197"/>
                <a:gd name="T4" fmla="*/ 119 w 198"/>
                <a:gd name="T5" fmla="*/ 11 h 197"/>
                <a:gd name="T6" fmla="*/ 11 w 198"/>
                <a:gd name="T7" fmla="*/ 78 h 197"/>
                <a:gd name="T8" fmla="*/ 79 w 198"/>
                <a:gd name="T9" fmla="*/ 186 h 197"/>
              </a:gdLst>
              <a:ahLst/>
              <a:cxnLst>
                <a:cxn ang="0">
                  <a:pos x="T0" y="T1"/>
                </a:cxn>
                <a:cxn ang="0">
                  <a:pos x="T2" y="T3"/>
                </a:cxn>
                <a:cxn ang="0">
                  <a:pos x="T4" y="T5"/>
                </a:cxn>
                <a:cxn ang="0">
                  <a:pos x="T6" y="T7"/>
                </a:cxn>
                <a:cxn ang="0">
                  <a:pos x="T8" y="T9"/>
                </a:cxn>
              </a:cxnLst>
              <a:rect l="0" t="0" r="r" b="b"/>
              <a:pathLst>
                <a:path w="198" h="197">
                  <a:moveTo>
                    <a:pt x="79" y="186"/>
                  </a:moveTo>
                  <a:cubicBezTo>
                    <a:pt x="127" y="197"/>
                    <a:pt x="175" y="167"/>
                    <a:pt x="187" y="119"/>
                  </a:cubicBezTo>
                  <a:cubicBezTo>
                    <a:pt x="198" y="71"/>
                    <a:pt x="168" y="22"/>
                    <a:pt x="119" y="11"/>
                  </a:cubicBezTo>
                  <a:cubicBezTo>
                    <a:pt x="71" y="0"/>
                    <a:pt x="23" y="30"/>
                    <a:pt x="11" y="78"/>
                  </a:cubicBezTo>
                  <a:cubicBezTo>
                    <a:pt x="0" y="127"/>
                    <a:pt x="30" y="175"/>
                    <a:pt x="79" y="1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 name="Freeform 43"/>
            <p:cNvSpPr>
              <a:spLocks/>
            </p:cNvSpPr>
            <p:nvPr/>
          </p:nvSpPr>
          <p:spPr bwMode="auto">
            <a:xfrm>
              <a:off x="4003675" y="1062038"/>
              <a:ext cx="612775" cy="1184275"/>
            </a:xfrm>
            <a:custGeom>
              <a:avLst/>
              <a:gdLst>
                <a:gd name="T0" fmla="*/ 188 w 378"/>
                <a:gd name="T1" fmla="*/ 377 h 729"/>
                <a:gd name="T2" fmla="*/ 180 w 378"/>
                <a:gd name="T3" fmla="*/ 377 h 729"/>
                <a:gd name="T4" fmla="*/ 180 w 378"/>
                <a:gd name="T5" fmla="*/ 369 h 729"/>
                <a:gd name="T6" fmla="*/ 180 w 378"/>
                <a:gd name="T7" fmla="*/ 345 h 729"/>
                <a:gd name="T8" fmla="*/ 180 w 378"/>
                <a:gd name="T9" fmla="*/ 337 h 729"/>
                <a:gd name="T10" fmla="*/ 188 w 378"/>
                <a:gd name="T11" fmla="*/ 337 h 729"/>
                <a:gd name="T12" fmla="*/ 234 w 378"/>
                <a:gd name="T13" fmla="*/ 337 h 729"/>
                <a:gd name="T14" fmla="*/ 250 w 378"/>
                <a:gd name="T15" fmla="*/ 291 h 729"/>
                <a:gd name="T16" fmla="*/ 249 w 378"/>
                <a:gd name="T17" fmla="*/ 272 h 729"/>
                <a:gd name="T18" fmla="*/ 120 w 378"/>
                <a:gd name="T19" fmla="*/ 156 h 729"/>
                <a:gd name="T20" fmla="*/ 99 w 378"/>
                <a:gd name="T21" fmla="*/ 67 h 729"/>
                <a:gd name="T22" fmla="*/ 99 w 378"/>
                <a:gd name="T23" fmla="*/ 67 h 729"/>
                <a:gd name="T24" fmla="*/ 99 w 378"/>
                <a:gd name="T25" fmla="*/ 66 h 729"/>
                <a:gd name="T26" fmla="*/ 109 w 378"/>
                <a:gd name="T27" fmla="*/ 41 h 729"/>
                <a:gd name="T28" fmla="*/ 135 w 378"/>
                <a:gd name="T29" fmla="*/ 30 h 729"/>
                <a:gd name="T30" fmla="*/ 171 w 378"/>
                <a:gd name="T31" fmla="*/ 66 h 729"/>
                <a:gd name="T32" fmla="*/ 171 w 378"/>
                <a:gd name="T33" fmla="*/ 70 h 729"/>
                <a:gd name="T34" fmla="*/ 172 w 378"/>
                <a:gd name="T35" fmla="*/ 82 h 729"/>
                <a:gd name="T36" fmla="*/ 186 w 378"/>
                <a:gd name="T37" fmla="*/ 125 h 729"/>
                <a:gd name="T38" fmla="*/ 239 w 378"/>
                <a:gd name="T39" fmla="*/ 187 h 729"/>
                <a:gd name="T40" fmla="*/ 238 w 378"/>
                <a:gd name="T41" fmla="*/ 175 h 729"/>
                <a:gd name="T42" fmla="*/ 238 w 378"/>
                <a:gd name="T43" fmla="*/ 175 h 729"/>
                <a:gd name="T44" fmla="*/ 345 w 378"/>
                <a:gd name="T45" fmla="*/ 200 h 729"/>
                <a:gd name="T46" fmla="*/ 345 w 378"/>
                <a:gd name="T47" fmla="*/ 200 h 729"/>
                <a:gd name="T48" fmla="*/ 350 w 378"/>
                <a:gd name="T49" fmla="*/ 200 h 729"/>
                <a:gd name="T50" fmla="*/ 377 w 378"/>
                <a:gd name="T51" fmla="*/ 171 h 729"/>
                <a:gd name="T52" fmla="*/ 349 w 378"/>
                <a:gd name="T53" fmla="*/ 144 h 729"/>
                <a:gd name="T54" fmla="*/ 345 w 378"/>
                <a:gd name="T55" fmla="*/ 144 h 729"/>
                <a:gd name="T56" fmla="*/ 264 w 378"/>
                <a:gd name="T57" fmla="*/ 126 h 729"/>
                <a:gd name="T58" fmla="*/ 217 w 378"/>
                <a:gd name="T59" fmla="*/ 88 h 729"/>
                <a:gd name="T60" fmla="*/ 182 w 378"/>
                <a:gd name="T61" fmla="*/ 23 h 729"/>
                <a:gd name="T62" fmla="*/ 169 w 378"/>
                <a:gd name="T63" fmla="*/ 11 h 729"/>
                <a:gd name="T64" fmla="*/ 135 w 378"/>
                <a:gd name="T65" fmla="*/ 0 h 729"/>
                <a:gd name="T66" fmla="*/ 17 w 378"/>
                <a:gd name="T67" fmla="*/ 448 h 729"/>
                <a:gd name="T68" fmla="*/ 100 w 378"/>
                <a:gd name="T69" fmla="*/ 448 h 729"/>
                <a:gd name="T70" fmla="*/ 100 w 378"/>
                <a:gd name="T71" fmla="*/ 689 h 729"/>
                <a:gd name="T72" fmla="*/ 140 w 378"/>
                <a:gd name="T73" fmla="*/ 729 h 729"/>
                <a:gd name="T74" fmla="*/ 180 w 378"/>
                <a:gd name="T75" fmla="*/ 689 h 729"/>
                <a:gd name="T76" fmla="*/ 180 w 378"/>
                <a:gd name="T77" fmla="*/ 448 h 729"/>
                <a:gd name="T78" fmla="*/ 203 w 378"/>
                <a:gd name="T79" fmla="*/ 448 h 729"/>
                <a:gd name="T80" fmla="*/ 195 w 378"/>
                <a:gd name="T81" fmla="*/ 377 h 729"/>
                <a:gd name="T82" fmla="*/ 188 w 378"/>
                <a:gd name="T83" fmla="*/ 377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78" h="729">
                  <a:moveTo>
                    <a:pt x="188" y="377"/>
                  </a:moveTo>
                  <a:cubicBezTo>
                    <a:pt x="180" y="377"/>
                    <a:pt x="180" y="377"/>
                    <a:pt x="180" y="377"/>
                  </a:cubicBezTo>
                  <a:cubicBezTo>
                    <a:pt x="180" y="369"/>
                    <a:pt x="180" y="369"/>
                    <a:pt x="180" y="369"/>
                  </a:cubicBezTo>
                  <a:cubicBezTo>
                    <a:pt x="180" y="345"/>
                    <a:pt x="180" y="345"/>
                    <a:pt x="180" y="345"/>
                  </a:cubicBezTo>
                  <a:cubicBezTo>
                    <a:pt x="180" y="337"/>
                    <a:pt x="180" y="337"/>
                    <a:pt x="180" y="337"/>
                  </a:cubicBezTo>
                  <a:cubicBezTo>
                    <a:pt x="188" y="337"/>
                    <a:pt x="188" y="337"/>
                    <a:pt x="188" y="337"/>
                  </a:cubicBezTo>
                  <a:cubicBezTo>
                    <a:pt x="234" y="337"/>
                    <a:pt x="234" y="337"/>
                    <a:pt x="234" y="337"/>
                  </a:cubicBezTo>
                  <a:cubicBezTo>
                    <a:pt x="250" y="291"/>
                    <a:pt x="250" y="291"/>
                    <a:pt x="250" y="291"/>
                  </a:cubicBezTo>
                  <a:cubicBezTo>
                    <a:pt x="250" y="285"/>
                    <a:pt x="249" y="278"/>
                    <a:pt x="249" y="272"/>
                  </a:cubicBezTo>
                  <a:cubicBezTo>
                    <a:pt x="171" y="243"/>
                    <a:pt x="135" y="188"/>
                    <a:pt x="120" y="156"/>
                  </a:cubicBezTo>
                  <a:cubicBezTo>
                    <a:pt x="101" y="114"/>
                    <a:pt x="99" y="77"/>
                    <a:pt x="99" y="67"/>
                  </a:cubicBezTo>
                  <a:cubicBezTo>
                    <a:pt x="99" y="67"/>
                    <a:pt x="99" y="67"/>
                    <a:pt x="99" y="67"/>
                  </a:cubicBezTo>
                  <a:cubicBezTo>
                    <a:pt x="99" y="66"/>
                    <a:pt x="99" y="66"/>
                    <a:pt x="99" y="66"/>
                  </a:cubicBezTo>
                  <a:cubicBezTo>
                    <a:pt x="99" y="57"/>
                    <a:pt x="102" y="48"/>
                    <a:pt x="109" y="41"/>
                  </a:cubicBezTo>
                  <a:cubicBezTo>
                    <a:pt x="116" y="34"/>
                    <a:pt x="125" y="30"/>
                    <a:pt x="135" y="30"/>
                  </a:cubicBezTo>
                  <a:cubicBezTo>
                    <a:pt x="154" y="30"/>
                    <a:pt x="171" y="46"/>
                    <a:pt x="171" y="66"/>
                  </a:cubicBezTo>
                  <a:cubicBezTo>
                    <a:pt x="171" y="67"/>
                    <a:pt x="171" y="68"/>
                    <a:pt x="171" y="70"/>
                  </a:cubicBezTo>
                  <a:cubicBezTo>
                    <a:pt x="171" y="72"/>
                    <a:pt x="171" y="77"/>
                    <a:pt x="172" y="82"/>
                  </a:cubicBezTo>
                  <a:cubicBezTo>
                    <a:pt x="174" y="93"/>
                    <a:pt x="178" y="108"/>
                    <a:pt x="186" y="125"/>
                  </a:cubicBezTo>
                  <a:cubicBezTo>
                    <a:pt x="195" y="144"/>
                    <a:pt x="209" y="168"/>
                    <a:pt x="239" y="187"/>
                  </a:cubicBezTo>
                  <a:cubicBezTo>
                    <a:pt x="239" y="183"/>
                    <a:pt x="238" y="179"/>
                    <a:pt x="238" y="175"/>
                  </a:cubicBezTo>
                  <a:cubicBezTo>
                    <a:pt x="238" y="175"/>
                    <a:pt x="238" y="175"/>
                    <a:pt x="238" y="175"/>
                  </a:cubicBezTo>
                  <a:cubicBezTo>
                    <a:pt x="267" y="190"/>
                    <a:pt x="302" y="200"/>
                    <a:pt x="345" y="200"/>
                  </a:cubicBezTo>
                  <a:cubicBezTo>
                    <a:pt x="345" y="200"/>
                    <a:pt x="345" y="200"/>
                    <a:pt x="345" y="200"/>
                  </a:cubicBezTo>
                  <a:cubicBezTo>
                    <a:pt x="347" y="200"/>
                    <a:pt x="348" y="200"/>
                    <a:pt x="350" y="200"/>
                  </a:cubicBezTo>
                  <a:cubicBezTo>
                    <a:pt x="365" y="199"/>
                    <a:pt x="378" y="187"/>
                    <a:pt x="377" y="171"/>
                  </a:cubicBezTo>
                  <a:cubicBezTo>
                    <a:pt x="377" y="156"/>
                    <a:pt x="365" y="143"/>
                    <a:pt x="349" y="144"/>
                  </a:cubicBezTo>
                  <a:cubicBezTo>
                    <a:pt x="348" y="144"/>
                    <a:pt x="346" y="144"/>
                    <a:pt x="345" y="144"/>
                  </a:cubicBezTo>
                  <a:cubicBezTo>
                    <a:pt x="311" y="144"/>
                    <a:pt x="285" y="136"/>
                    <a:pt x="264" y="126"/>
                  </a:cubicBezTo>
                  <a:cubicBezTo>
                    <a:pt x="244" y="115"/>
                    <a:pt x="228" y="102"/>
                    <a:pt x="217" y="88"/>
                  </a:cubicBezTo>
                  <a:cubicBezTo>
                    <a:pt x="208" y="61"/>
                    <a:pt x="196" y="38"/>
                    <a:pt x="182" y="23"/>
                  </a:cubicBezTo>
                  <a:cubicBezTo>
                    <a:pt x="179" y="18"/>
                    <a:pt x="174" y="14"/>
                    <a:pt x="169" y="11"/>
                  </a:cubicBezTo>
                  <a:cubicBezTo>
                    <a:pt x="159" y="4"/>
                    <a:pt x="147" y="0"/>
                    <a:pt x="135" y="0"/>
                  </a:cubicBezTo>
                  <a:cubicBezTo>
                    <a:pt x="0" y="0"/>
                    <a:pt x="17" y="448"/>
                    <a:pt x="17" y="448"/>
                  </a:cubicBezTo>
                  <a:cubicBezTo>
                    <a:pt x="100" y="448"/>
                    <a:pt x="100" y="448"/>
                    <a:pt x="100" y="448"/>
                  </a:cubicBezTo>
                  <a:cubicBezTo>
                    <a:pt x="100" y="689"/>
                    <a:pt x="100" y="689"/>
                    <a:pt x="100" y="689"/>
                  </a:cubicBezTo>
                  <a:cubicBezTo>
                    <a:pt x="100" y="711"/>
                    <a:pt x="118" y="729"/>
                    <a:pt x="140" y="729"/>
                  </a:cubicBezTo>
                  <a:cubicBezTo>
                    <a:pt x="162" y="729"/>
                    <a:pt x="180" y="711"/>
                    <a:pt x="180" y="689"/>
                  </a:cubicBezTo>
                  <a:cubicBezTo>
                    <a:pt x="180" y="448"/>
                    <a:pt x="180" y="448"/>
                    <a:pt x="180" y="448"/>
                  </a:cubicBezTo>
                  <a:cubicBezTo>
                    <a:pt x="203" y="448"/>
                    <a:pt x="203" y="448"/>
                    <a:pt x="203" y="448"/>
                  </a:cubicBezTo>
                  <a:cubicBezTo>
                    <a:pt x="195" y="377"/>
                    <a:pt x="195" y="377"/>
                    <a:pt x="195" y="377"/>
                  </a:cubicBezTo>
                  <a:lnTo>
                    <a:pt x="188" y="3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 name="Freeform 44"/>
            <p:cNvSpPr>
              <a:spLocks/>
            </p:cNvSpPr>
            <p:nvPr/>
          </p:nvSpPr>
          <p:spPr bwMode="auto">
            <a:xfrm>
              <a:off x="4308475" y="1477963"/>
              <a:ext cx="342900" cy="366713"/>
            </a:xfrm>
            <a:custGeom>
              <a:avLst/>
              <a:gdLst>
                <a:gd name="T0" fmla="*/ 197 w 211"/>
                <a:gd name="T1" fmla="*/ 113 h 226"/>
                <a:gd name="T2" fmla="*/ 211 w 211"/>
                <a:gd name="T3" fmla="*/ 113 h 226"/>
                <a:gd name="T4" fmla="*/ 211 w 211"/>
                <a:gd name="T5" fmla="*/ 89 h 226"/>
                <a:gd name="T6" fmla="*/ 160 w 211"/>
                <a:gd name="T7" fmla="*/ 89 h 226"/>
                <a:gd name="T8" fmla="*/ 128 w 211"/>
                <a:gd name="T9" fmla="*/ 0 h 226"/>
                <a:gd name="T10" fmla="*/ 112 w 211"/>
                <a:gd name="T11" fmla="*/ 20 h 226"/>
                <a:gd name="T12" fmla="*/ 136 w 211"/>
                <a:gd name="T13" fmla="*/ 89 h 226"/>
                <a:gd name="T14" fmla="*/ 75 w 211"/>
                <a:gd name="T15" fmla="*/ 89 h 226"/>
                <a:gd name="T16" fmla="*/ 98 w 211"/>
                <a:gd name="T17" fmla="*/ 24 h 226"/>
                <a:gd name="T18" fmla="*/ 94 w 211"/>
                <a:gd name="T19" fmla="*/ 24 h 226"/>
                <a:gd name="T20" fmla="*/ 84 w 211"/>
                <a:gd name="T21" fmla="*/ 23 h 226"/>
                <a:gd name="T22" fmla="*/ 76 w 211"/>
                <a:gd name="T23" fmla="*/ 21 h 226"/>
                <a:gd name="T24" fmla="*/ 51 w 211"/>
                <a:gd name="T25" fmla="*/ 89 h 226"/>
                <a:gd name="T26" fmla="*/ 0 w 211"/>
                <a:gd name="T27" fmla="*/ 89 h 226"/>
                <a:gd name="T28" fmla="*/ 0 w 211"/>
                <a:gd name="T29" fmla="*/ 113 h 226"/>
                <a:gd name="T30" fmla="*/ 14 w 211"/>
                <a:gd name="T31" fmla="*/ 113 h 226"/>
                <a:gd name="T32" fmla="*/ 27 w 211"/>
                <a:gd name="T33" fmla="*/ 226 h 226"/>
                <a:gd name="T34" fmla="*/ 184 w 211"/>
                <a:gd name="T35" fmla="*/ 226 h 226"/>
                <a:gd name="T36" fmla="*/ 197 w 211"/>
                <a:gd name="T37" fmla="*/ 113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1" h="226">
                  <a:moveTo>
                    <a:pt x="197" y="113"/>
                  </a:moveTo>
                  <a:cubicBezTo>
                    <a:pt x="211" y="113"/>
                    <a:pt x="211" y="113"/>
                    <a:pt x="211" y="113"/>
                  </a:cubicBezTo>
                  <a:cubicBezTo>
                    <a:pt x="211" y="89"/>
                    <a:pt x="211" y="89"/>
                    <a:pt x="211" y="89"/>
                  </a:cubicBezTo>
                  <a:cubicBezTo>
                    <a:pt x="160" y="89"/>
                    <a:pt x="160" y="89"/>
                    <a:pt x="160" y="89"/>
                  </a:cubicBezTo>
                  <a:cubicBezTo>
                    <a:pt x="128" y="0"/>
                    <a:pt x="128" y="0"/>
                    <a:pt x="128" y="0"/>
                  </a:cubicBezTo>
                  <a:cubicBezTo>
                    <a:pt x="125" y="9"/>
                    <a:pt x="119" y="15"/>
                    <a:pt x="112" y="20"/>
                  </a:cubicBezTo>
                  <a:cubicBezTo>
                    <a:pt x="136" y="89"/>
                    <a:pt x="136" y="89"/>
                    <a:pt x="136" y="89"/>
                  </a:cubicBezTo>
                  <a:cubicBezTo>
                    <a:pt x="75" y="89"/>
                    <a:pt x="75" y="89"/>
                    <a:pt x="75" y="89"/>
                  </a:cubicBezTo>
                  <a:cubicBezTo>
                    <a:pt x="98" y="24"/>
                    <a:pt x="98" y="24"/>
                    <a:pt x="98" y="24"/>
                  </a:cubicBezTo>
                  <a:cubicBezTo>
                    <a:pt x="97" y="24"/>
                    <a:pt x="95" y="24"/>
                    <a:pt x="94" y="24"/>
                  </a:cubicBezTo>
                  <a:cubicBezTo>
                    <a:pt x="91" y="24"/>
                    <a:pt x="88" y="24"/>
                    <a:pt x="84" y="23"/>
                  </a:cubicBezTo>
                  <a:cubicBezTo>
                    <a:pt x="81" y="22"/>
                    <a:pt x="79" y="22"/>
                    <a:pt x="76" y="21"/>
                  </a:cubicBezTo>
                  <a:cubicBezTo>
                    <a:pt x="51" y="89"/>
                    <a:pt x="51" y="89"/>
                    <a:pt x="51" y="89"/>
                  </a:cubicBezTo>
                  <a:cubicBezTo>
                    <a:pt x="0" y="89"/>
                    <a:pt x="0" y="89"/>
                    <a:pt x="0" y="89"/>
                  </a:cubicBezTo>
                  <a:cubicBezTo>
                    <a:pt x="0" y="113"/>
                    <a:pt x="0" y="113"/>
                    <a:pt x="0" y="113"/>
                  </a:cubicBezTo>
                  <a:cubicBezTo>
                    <a:pt x="14" y="113"/>
                    <a:pt x="14" y="113"/>
                    <a:pt x="14" y="113"/>
                  </a:cubicBezTo>
                  <a:cubicBezTo>
                    <a:pt x="27" y="226"/>
                    <a:pt x="27" y="226"/>
                    <a:pt x="27" y="226"/>
                  </a:cubicBezTo>
                  <a:cubicBezTo>
                    <a:pt x="184" y="226"/>
                    <a:pt x="184" y="226"/>
                    <a:pt x="184" y="226"/>
                  </a:cubicBezTo>
                  <a:lnTo>
                    <a:pt x="197" y="1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 name="Freeform 45"/>
            <p:cNvSpPr>
              <a:spLocks/>
            </p:cNvSpPr>
            <p:nvPr/>
          </p:nvSpPr>
          <p:spPr bwMode="auto">
            <a:xfrm>
              <a:off x="4176713" y="1123950"/>
              <a:ext cx="334963" cy="379413"/>
            </a:xfrm>
            <a:custGeom>
              <a:avLst/>
              <a:gdLst>
                <a:gd name="T0" fmla="*/ 168 w 206"/>
                <a:gd name="T1" fmla="*/ 233 h 234"/>
                <a:gd name="T2" fmla="*/ 175 w 206"/>
                <a:gd name="T3" fmla="*/ 234 h 234"/>
                <a:gd name="T4" fmla="*/ 202 w 206"/>
                <a:gd name="T5" fmla="*/ 214 h 234"/>
                <a:gd name="T6" fmla="*/ 182 w 206"/>
                <a:gd name="T7" fmla="*/ 179 h 234"/>
                <a:gd name="T8" fmla="*/ 71 w 206"/>
                <a:gd name="T9" fmla="*/ 91 h 234"/>
                <a:gd name="T10" fmla="*/ 58 w 206"/>
                <a:gd name="T11" fmla="*/ 46 h 234"/>
                <a:gd name="T12" fmla="*/ 56 w 206"/>
                <a:gd name="T13" fmla="*/ 32 h 234"/>
                <a:gd name="T14" fmla="*/ 56 w 206"/>
                <a:gd name="T15" fmla="*/ 29 h 234"/>
                <a:gd name="T16" fmla="*/ 56 w 206"/>
                <a:gd name="T17" fmla="*/ 28 h 234"/>
                <a:gd name="T18" fmla="*/ 28 w 206"/>
                <a:gd name="T19" fmla="*/ 0 h 234"/>
                <a:gd name="T20" fmla="*/ 0 w 206"/>
                <a:gd name="T21" fmla="*/ 28 h 234"/>
                <a:gd name="T22" fmla="*/ 21 w 206"/>
                <a:gd name="T23" fmla="*/ 114 h 234"/>
                <a:gd name="T24" fmla="*/ 168 w 206"/>
                <a:gd name="T25" fmla="*/ 233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6" h="234">
                  <a:moveTo>
                    <a:pt x="168" y="233"/>
                  </a:moveTo>
                  <a:cubicBezTo>
                    <a:pt x="170" y="234"/>
                    <a:pt x="172" y="234"/>
                    <a:pt x="175" y="234"/>
                  </a:cubicBezTo>
                  <a:cubicBezTo>
                    <a:pt x="187" y="234"/>
                    <a:pt x="198" y="226"/>
                    <a:pt x="202" y="214"/>
                  </a:cubicBezTo>
                  <a:cubicBezTo>
                    <a:pt x="206" y="199"/>
                    <a:pt x="197" y="183"/>
                    <a:pt x="182" y="179"/>
                  </a:cubicBezTo>
                  <a:cubicBezTo>
                    <a:pt x="117" y="161"/>
                    <a:pt x="88" y="125"/>
                    <a:pt x="71" y="91"/>
                  </a:cubicBezTo>
                  <a:cubicBezTo>
                    <a:pt x="64" y="74"/>
                    <a:pt x="60" y="57"/>
                    <a:pt x="58" y="46"/>
                  </a:cubicBezTo>
                  <a:cubicBezTo>
                    <a:pt x="57" y="40"/>
                    <a:pt x="56" y="35"/>
                    <a:pt x="56" y="32"/>
                  </a:cubicBezTo>
                  <a:cubicBezTo>
                    <a:pt x="56" y="31"/>
                    <a:pt x="56" y="29"/>
                    <a:pt x="56" y="29"/>
                  </a:cubicBezTo>
                  <a:cubicBezTo>
                    <a:pt x="56" y="28"/>
                    <a:pt x="56" y="28"/>
                    <a:pt x="56" y="28"/>
                  </a:cubicBezTo>
                  <a:cubicBezTo>
                    <a:pt x="56" y="13"/>
                    <a:pt x="43" y="0"/>
                    <a:pt x="28" y="0"/>
                  </a:cubicBezTo>
                  <a:cubicBezTo>
                    <a:pt x="12" y="0"/>
                    <a:pt x="0" y="13"/>
                    <a:pt x="0" y="28"/>
                  </a:cubicBezTo>
                  <a:cubicBezTo>
                    <a:pt x="0" y="31"/>
                    <a:pt x="0" y="69"/>
                    <a:pt x="21" y="114"/>
                  </a:cubicBezTo>
                  <a:cubicBezTo>
                    <a:pt x="41" y="160"/>
                    <a:pt x="86" y="212"/>
                    <a:pt x="168" y="2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 name="Oval 46"/>
            <p:cNvSpPr>
              <a:spLocks noChangeArrowheads="1"/>
            </p:cNvSpPr>
            <p:nvPr/>
          </p:nvSpPr>
          <p:spPr bwMode="auto">
            <a:xfrm>
              <a:off x="4943475" y="1300163"/>
              <a:ext cx="227013" cy="2286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 name="Freeform 47"/>
            <p:cNvSpPr>
              <a:spLocks/>
            </p:cNvSpPr>
            <p:nvPr/>
          </p:nvSpPr>
          <p:spPr bwMode="auto">
            <a:xfrm>
              <a:off x="4806950" y="1370013"/>
              <a:ext cx="693738" cy="876300"/>
            </a:xfrm>
            <a:custGeom>
              <a:avLst/>
              <a:gdLst>
                <a:gd name="T0" fmla="*/ 30 w 428"/>
                <a:gd name="T1" fmla="*/ 538 h 539"/>
                <a:gd name="T2" fmla="*/ 33 w 428"/>
                <a:gd name="T3" fmla="*/ 538 h 539"/>
                <a:gd name="T4" fmla="*/ 65 w 428"/>
                <a:gd name="T5" fmla="*/ 509 h 539"/>
                <a:gd name="T6" fmla="*/ 76 w 428"/>
                <a:gd name="T7" fmla="*/ 399 h 539"/>
                <a:gd name="T8" fmla="*/ 136 w 428"/>
                <a:gd name="T9" fmla="*/ 355 h 539"/>
                <a:gd name="T10" fmla="*/ 162 w 428"/>
                <a:gd name="T11" fmla="*/ 355 h 539"/>
                <a:gd name="T12" fmla="*/ 272 w 428"/>
                <a:gd name="T13" fmla="*/ 524 h 539"/>
                <a:gd name="T14" fmla="*/ 299 w 428"/>
                <a:gd name="T15" fmla="*/ 539 h 539"/>
                <a:gd name="T16" fmla="*/ 316 w 428"/>
                <a:gd name="T17" fmla="*/ 534 h 539"/>
                <a:gd name="T18" fmla="*/ 325 w 428"/>
                <a:gd name="T19" fmla="*/ 490 h 539"/>
                <a:gd name="T20" fmla="*/ 224 w 428"/>
                <a:gd name="T21" fmla="*/ 332 h 539"/>
                <a:gd name="T22" fmla="*/ 224 w 428"/>
                <a:gd name="T23" fmla="*/ 159 h 539"/>
                <a:gd name="T24" fmla="*/ 292 w 428"/>
                <a:gd name="T25" fmla="*/ 124 h 539"/>
                <a:gd name="T26" fmla="*/ 416 w 428"/>
                <a:gd name="T27" fmla="*/ 46 h 539"/>
                <a:gd name="T28" fmla="*/ 420 w 428"/>
                <a:gd name="T29" fmla="*/ 12 h 539"/>
                <a:gd name="T30" fmla="*/ 386 w 428"/>
                <a:gd name="T31" fmla="*/ 8 h 539"/>
                <a:gd name="T32" fmla="*/ 269 w 428"/>
                <a:gd name="T33" fmla="*/ 82 h 539"/>
                <a:gd name="T34" fmla="*/ 219 w 428"/>
                <a:gd name="T35" fmla="*/ 107 h 539"/>
                <a:gd name="T36" fmla="*/ 204 w 428"/>
                <a:gd name="T37" fmla="*/ 115 h 539"/>
                <a:gd name="T38" fmla="*/ 204 w 428"/>
                <a:gd name="T39" fmla="*/ 115 h 539"/>
                <a:gd name="T40" fmla="*/ 104 w 428"/>
                <a:gd name="T41" fmla="*/ 115 h 539"/>
                <a:gd name="T42" fmla="*/ 100 w 428"/>
                <a:gd name="T43" fmla="*/ 115 h 539"/>
                <a:gd name="T44" fmla="*/ 94 w 428"/>
                <a:gd name="T45" fmla="*/ 115 h 539"/>
                <a:gd name="T46" fmla="*/ 94 w 428"/>
                <a:gd name="T47" fmla="*/ 115 h 539"/>
                <a:gd name="T48" fmla="*/ 46 w 428"/>
                <a:gd name="T49" fmla="*/ 150 h 539"/>
                <a:gd name="T50" fmla="*/ 2 w 428"/>
                <a:gd name="T51" fmla="*/ 314 h 539"/>
                <a:gd name="T52" fmla="*/ 24 w 428"/>
                <a:gd name="T53" fmla="*/ 340 h 539"/>
                <a:gd name="T54" fmla="*/ 25 w 428"/>
                <a:gd name="T55" fmla="*/ 340 h 539"/>
                <a:gd name="T56" fmla="*/ 49 w 428"/>
                <a:gd name="T57" fmla="*/ 317 h 539"/>
                <a:gd name="T58" fmla="*/ 84 w 428"/>
                <a:gd name="T59" fmla="*/ 180 h 539"/>
                <a:gd name="T60" fmla="*/ 84 w 428"/>
                <a:gd name="T61" fmla="*/ 314 h 539"/>
                <a:gd name="T62" fmla="*/ 26 w 428"/>
                <a:gd name="T63" fmla="*/ 356 h 539"/>
                <a:gd name="T64" fmla="*/ 13 w 428"/>
                <a:gd name="T65" fmla="*/ 379 h 539"/>
                <a:gd name="T66" fmla="*/ 1 w 428"/>
                <a:gd name="T67" fmla="*/ 503 h 539"/>
                <a:gd name="T68" fmla="*/ 30 w 428"/>
                <a:gd name="T69" fmla="*/ 538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28" h="539">
                  <a:moveTo>
                    <a:pt x="30" y="538"/>
                  </a:moveTo>
                  <a:cubicBezTo>
                    <a:pt x="31" y="538"/>
                    <a:pt x="32" y="538"/>
                    <a:pt x="33" y="538"/>
                  </a:cubicBezTo>
                  <a:cubicBezTo>
                    <a:pt x="50" y="538"/>
                    <a:pt x="64" y="525"/>
                    <a:pt x="65" y="509"/>
                  </a:cubicBezTo>
                  <a:cubicBezTo>
                    <a:pt x="76" y="399"/>
                    <a:pt x="76" y="399"/>
                    <a:pt x="76" y="399"/>
                  </a:cubicBezTo>
                  <a:cubicBezTo>
                    <a:pt x="136" y="355"/>
                    <a:pt x="136" y="355"/>
                    <a:pt x="136" y="355"/>
                  </a:cubicBezTo>
                  <a:cubicBezTo>
                    <a:pt x="162" y="355"/>
                    <a:pt x="162" y="355"/>
                    <a:pt x="162" y="355"/>
                  </a:cubicBezTo>
                  <a:cubicBezTo>
                    <a:pt x="272" y="524"/>
                    <a:pt x="272" y="524"/>
                    <a:pt x="272" y="524"/>
                  </a:cubicBezTo>
                  <a:cubicBezTo>
                    <a:pt x="278" y="534"/>
                    <a:pt x="288" y="539"/>
                    <a:pt x="299" y="539"/>
                  </a:cubicBezTo>
                  <a:cubicBezTo>
                    <a:pt x="305" y="539"/>
                    <a:pt x="311" y="537"/>
                    <a:pt x="316" y="534"/>
                  </a:cubicBezTo>
                  <a:cubicBezTo>
                    <a:pt x="331" y="524"/>
                    <a:pt x="335" y="504"/>
                    <a:pt x="325" y="490"/>
                  </a:cubicBezTo>
                  <a:cubicBezTo>
                    <a:pt x="224" y="332"/>
                    <a:pt x="224" y="332"/>
                    <a:pt x="224" y="332"/>
                  </a:cubicBezTo>
                  <a:cubicBezTo>
                    <a:pt x="224" y="159"/>
                    <a:pt x="224" y="159"/>
                    <a:pt x="224" y="159"/>
                  </a:cubicBezTo>
                  <a:cubicBezTo>
                    <a:pt x="233" y="154"/>
                    <a:pt x="260" y="141"/>
                    <a:pt x="292" y="124"/>
                  </a:cubicBezTo>
                  <a:cubicBezTo>
                    <a:pt x="332" y="102"/>
                    <a:pt x="381" y="74"/>
                    <a:pt x="416" y="46"/>
                  </a:cubicBezTo>
                  <a:cubicBezTo>
                    <a:pt x="427" y="37"/>
                    <a:pt x="428" y="22"/>
                    <a:pt x="420" y="12"/>
                  </a:cubicBezTo>
                  <a:cubicBezTo>
                    <a:pt x="412" y="2"/>
                    <a:pt x="397" y="0"/>
                    <a:pt x="386" y="8"/>
                  </a:cubicBezTo>
                  <a:cubicBezTo>
                    <a:pt x="355" y="33"/>
                    <a:pt x="308" y="61"/>
                    <a:pt x="269" y="82"/>
                  </a:cubicBezTo>
                  <a:cubicBezTo>
                    <a:pt x="249" y="92"/>
                    <a:pt x="232" y="101"/>
                    <a:pt x="219" y="107"/>
                  </a:cubicBezTo>
                  <a:cubicBezTo>
                    <a:pt x="213" y="111"/>
                    <a:pt x="208" y="113"/>
                    <a:pt x="204" y="115"/>
                  </a:cubicBezTo>
                  <a:cubicBezTo>
                    <a:pt x="204" y="115"/>
                    <a:pt x="204" y="115"/>
                    <a:pt x="204" y="115"/>
                  </a:cubicBezTo>
                  <a:cubicBezTo>
                    <a:pt x="104" y="115"/>
                    <a:pt x="104" y="115"/>
                    <a:pt x="104" y="115"/>
                  </a:cubicBezTo>
                  <a:cubicBezTo>
                    <a:pt x="102" y="115"/>
                    <a:pt x="101" y="115"/>
                    <a:pt x="100" y="115"/>
                  </a:cubicBezTo>
                  <a:cubicBezTo>
                    <a:pt x="98" y="115"/>
                    <a:pt x="96" y="115"/>
                    <a:pt x="94" y="115"/>
                  </a:cubicBezTo>
                  <a:cubicBezTo>
                    <a:pt x="94" y="115"/>
                    <a:pt x="94" y="115"/>
                    <a:pt x="94" y="115"/>
                  </a:cubicBezTo>
                  <a:cubicBezTo>
                    <a:pt x="89" y="116"/>
                    <a:pt x="66" y="122"/>
                    <a:pt x="46" y="150"/>
                  </a:cubicBezTo>
                  <a:cubicBezTo>
                    <a:pt x="25" y="179"/>
                    <a:pt x="6" y="228"/>
                    <a:pt x="2" y="314"/>
                  </a:cubicBezTo>
                  <a:cubicBezTo>
                    <a:pt x="1" y="328"/>
                    <a:pt x="11" y="339"/>
                    <a:pt x="24" y="340"/>
                  </a:cubicBezTo>
                  <a:cubicBezTo>
                    <a:pt x="25" y="340"/>
                    <a:pt x="25" y="340"/>
                    <a:pt x="25" y="340"/>
                  </a:cubicBezTo>
                  <a:cubicBezTo>
                    <a:pt x="38" y="340"/>
                    <a:pt x="49" y="330"/>
                    <a:pt x="49" y="317"/>
                  </a:cubicBezTo>
                  <a:cubicBezTo>
                    <a:pt x="54" y="238"/>
                    <a:pt x="70" y="198"/>
                    <a:pt x="84" y="180"/>
                  </a:cubicBezTo>
                  <a:cubicBezTo>
                    <a:pt x="84" y="314"/>
                    <a:pt x="84" y="314"/>
                    <a:pt x="84" y="314"/>
                  </a:cubicBezTo>
                  <a:cubicBezTo>
                    <a:pt x="26" y="356"/>
                    <a:pt x="26" y="356"/>
                    <a:pt x="26" y="356"/>
                  </a:cubicBezTo>
                  <a:cubicBezTo>
                    <a:pt x="19" y="361"/>
                    <a:pt x="14" y="370"/>
                    <a:pt x="13" y="379"/>
                  </a:cubicBezTo>
                  <a:cubicBezTo>
                    <a:pt x="1" y="503"/>
                    <a:pt x="1" y="503"/>
                    <a:pt x="1" y="503"/>
                  </a:cubicBezTo>
                  <a:cubicBezTo>
                    <a:pt x="0" y="520"/>
                    <a:pt x="13" y="536"/>
                    <a:pt x="30" y="5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 name="Freeform 48"/>
            <p:cNvSpPr>
              <a:spLocks/>
            </p:cNvSpPr>
            <p:nvPr/>
          </p:nvSpPr>
          <p:spPr bwMode="auto">
            <a:xfrm>
              <a:off x="4926013" y="1008063"/>
              <a:ext cx="407988" cy="344488"/>
            </a:xfrm>
            <a:custGeom>
              <a:avLst/>
              <a:gdLst>
                <a:gd name="T0" fmla="*/ 13 w 251"/>
                <a:gd name="T1" fmla="*/ 117 h 212"/>
                <a:gd name="T2" fmla="*/ 18 w 251"/>
                <a:gd name="T3" fmla="*/ 110 h 212"/>
                <a:gd name="T4" fmla="*/ 14 w 251"/>
                <a:gd name="T5" fmla="*/ 66 h 212"/>
                <a:gd name="T6" fmla="*/ 48 w 251"/>
                <a:gd name="T7" fmla="*/ 95 h 212"/>
                <a:gd name="T8" fmla="*/ 53 w 251"/>
                <a:gd name="T9" fmla="*/ 96 h 212"/>
                <a:gd name="T10" fmla="*/ 57 w 251"/>
                <a:gd name="T11" fmla="*/ 93 h 212"/>
                <a:gd name="T12" fmla="*/ 90 w 251"/>
                <a:gd name="T13" fmla="*/ 25 h 212"/>
                <a:gd name="T14" fmla="*/ 102 w 251"/>
                <a:gd name="T15" fmla="*/ 83 h 212"/>
                <a:gd name="T16" fmla="*/ 106 w 251"/>
                <a:gd name="T17" fmla="*/ 88 h 212"/>
                <a:gd name="T18" fmla="*/ 112 w 251"/>
                <a:gd name="T19" fmla="*/ 87 h 212"/>
                <a:gd name="T20" fmla="*/ 167 w 251"/>
                <a:gd name="T21" fmla="*/ 46 h 212"/>
                <a:gd name="T22" fmla="*/ 152 w 251"/>
                <a:gd name="T23" fmla="*/ 107 h 212"/>
                <a:gd name="T24" fmla="*/ 153 w 251"/>
                <a:gd name="T25" fmla="*/ 113 h 212"/>
                <a:gd name="T26" fmla="*/ 158 w 251"/>
                <a:gd name="T27" fmla="*/ 115 h 212"/>
                <a:gd name="T28" fmla="*/ 227 w 251"/>
                <a:gd name="T29" fmla="*/ 107 h 212"/>
                <a:gd name="T30" fmla="*/ 175 w 251"/>
                <a:gd name="T31" fmla="*/ 155 h 212"/>
                <a:gd name="T32" fmla="*/ 173 w 251"/>
                <a:gd name="T33" fmla="*/ 161 h 212"/>
                <a:gd name="T34" fmla="*/ 176 w 251"/>
                <a:gd name="T35" fmla="*/ 165 h 212"/>
                <a:gd name="T36" fmla="*/ 226 w 251"/>
                <a:gd name="T37" fmla="*/ 186 h 212"/>
                <a:gd name="T38" fmla="*/ 182 w 251"/>
                <a:gd name="T39" fmla="*/ 201 h 212"/>
                <a:gd name="T40" fmla="*/ 178 w 251"/>
                <a:gd name="T41" fmla="*/ 208 h 212"/>
                <a:gd name="T42" fmla="*/ 184 w 251"/>
                <a:gd name="T43" fmla="*/ 212 h 212"/>
                <a:gd name="T44" fmla="*/ 186 w 251"/>
                <a:gd name="T45" fmla="*/ 212 h 212"/>
                <a:gd name="T46" fmla="*/ 186 w 251"/>
                <a:gd name="T47" fmla="*/ 212 h 212"/>
                <a:gd name="T48" fmla="*/ 245 w 251"/>
                <a:gd name="T49" fmla="*/ 193 h 212"/>
                <a:gd name="T50" fmla="*/ 249 w 251"/>
                <a:gd name="T51" fmla="*/ 187 h 212"/>
                <a:gd name="T52" fmla="*/ 246 w 251"/>
                <a:gd name="T53" fmla="*/ 182 h 212"/>
                <a:gd name="T54" fmla="*/ 190 w 251"/>
                <a:gd name="T55" fmla="*/ 158 h 212"/>
                <a:gd name="T56" fmla="*/ 249 w 251"/>
                <a:gd name="T57" fmla="*/ 103 h 212"/>
                <a:gd name="T58" fmla="*/ 250 w 251"/>
                <a:gd name="T59" fmla="*/ 96 h 212"/>
                <a:gd name="T60" fmla="*/ 244 w 251"/>
                <a:gd name="T61" fmla="*/ 93 h 212"/>
                <a:gd name="T62" fmla="*/ 166 w 251"/>
                <a:gd name="T63" fmla="*/ 102 h 212"/>
                <a:gd name="T64" fmla="*/ 182 w 251"/>
                <a:gd name="T65" fmla="*/ 33 h 212"/>
                <a:gd name="T66" fmla="*/ 180 w 251"/>
                <a:gd name="T67" fmla="*/ 27 h 212"/>
                <a:gd name="T68" fmla="*/ 173 w 251"/>
                <a:gd name="T69" fmla="*/ 27 h 212"/>
                <a:gd name="T70" fmla="*/ 112 w 251"/>
                <a:gd name="T71" fmla="*/ 72 h 212"/>
                <a:gd name="T72" fmla="*/ 98 w 251"/>
                <a:gd name="T73" fmla="*/ 5 h 212"/>
                <a:gd name="T74" fmla="*/ 93 w 251"/>
                <a:gd name="T75" fmla="*/ 1 h 212"/>
                <a:gd name="T76" fmla="*/ 87 w 251"/>
                <a:gd name="T77" fmla="*/ 4 h 212"/>
                <a:gd name="T78" fmla="*/ 50 w 251"/>
                <a:gd name="T79" fmla="*/ 81 h 212"/>
                <a:gd name="T80" fmla="*/ 10 w 251"/>
                <a:gd name="T81" fmla="*/ 48 h 212"/>
                <a:gd name="T82" fmla="*/ 3 w 251"/>
                <a:gd name="T83" fmla="*/ 47 h 212"/>
                <a:gd name="T84" fmla="*/ 0 w 251"/>
                <a:gd name="T85" fmla="*/ 53 h 212"/>
                <a:gd name="T86" fmla="*/ 6 w 251"/>
                <a:gd name="T87" fmla="*/ 111 h 212"/>
                <a:gd name="T88" fmla="*/ 13 w 251"/>
                <a:gd name="T89" fmla="*/ 117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51" h="212">
                  <a:moveTo>
                    <a:pt x="13" y="117"/>
                  </a:moveTo>
                  <a:cubicBezTo>
                    <a:pt x="16" y="116"/>
                    <a:pt x="18" y="113"/>
                    <a:pt x="18" y="110"/>
                  </a:cubicBezTo>
                  <a:cubicBezTo>
                    <a:pt x="14" y="66"/>
                    <a:pt x="14" y="66"/>
                    <a:pt x="14" y="66"/>
                  </a:cubicBezTo>
                  <a:cubicBezTo>
                    <a:pt x="48" y="95"/>
                    <a:pt x="48" y="95"/>
                    <a:pt x="48" y="95"/>
                  </a:cubicBezTo>
                  <a:cubicBezTo>
                    <a:pt x="49" y="96"/>
                    <a:pt x="51" y="97"/>
                    <a:pt x="53" y="96"/>
                  </a:cubicBezTo>
                  <a:cubicBezTo>
                    <a:pt x="55" y="96"/>
                    <a:pt x="56" y="95"/>
                    <a:pt x="57" y="93"/>
                  </a:cubicBezTo>
                  <a:cubicBezTo>
                    <a:pt x="90" y="25"/>
                    <a:pt x="90" y="25"/>
                    <a:pt x="90" y="25"/>
                  </a:cubicBezTo>
                  <a:cubicBezTo>
                    <a:pt x="102" y="83"/>
                    <a:pt x="102" y="83"/>
                    <a:pt x="102" y="83"/>
                  </a:cubicBezTo>
                  <a:cubicBezTo>
                    <a:pt x="103" y="85"/>
                    <a:pt x="104" y="87"/>
                    <a:pt x="106" y="88"/>
                  </a:cubicBezTo>
                  <a:cubicBezTo>
                    <a:pt x="108" y="88"/>
                    <a:pt x="110" y="88"/>
                    <a:pt x="112" y="87"/>
                  </a:cubicBezTo>
                  <a:cubicBezTo>
                    <a:pt x="167" y="46"/>
                    <a:pt x="167" y="46"/>
                    <a:pt x="167" y="46"/>
                  </a:cubicBezTo>
                  <a:cubicBezTo>
                    <a:pt x="152" y="107"/>
                    <a:pt x="152" y="107"/>
                    <a:pt x="152" y="107"/>
                  </a:cubicBezTo>
                  <a:cubicBezTo>
                    <a:pt x="151" y="109"/>
                    <a:pt x="152" y="111"/>
                    <a:pt x="153" y="113"/>
                  </a:cubicBezTo>
                  <a:cubicBezTo>
                    <a:pt x="155" y="114"/>
                    <a:pt x="157" y="115"/>
                    <a:pt x="158" y="115"/>
                  </a:cubicBezTo>
                  <a:cubicBezTo>
                    <a:pt x="227" y="107"/>
                    <a:pt x="227" y="107"/>
                    <a:pt x="227" y="107"/>
                  </a:cubicBezTo>
                  <a:cubicBezTo>
                    <a:pt x="175" y="155"/>
                    <a:pt x="175" y="155"/>
                    <a:pt x="175" y="155"/>
                  </a:cubicBezTo>
                  <a:cubicBezTo>
                    <a:pt x="173" y="156"/>
                    <a:pt x="173" y="159"/>
                    <a:pt x="173" y="161"/>
                  </a:cubicBezTo>
                  <a:cubicBezTo>
                    <a:pt x="173" y="163"/>
                    <a:pt x="175" y="164"/>
                    <a:pt x="176" y="165"/>
                  </a:cubicBezTo>
                  <a:cubicBezTo>
                    <a:pt x="226" y="186"/>
                    <a:pt x="226" y="186"/>
                    <a:pt x="226" y="186"/>
                  </a:cubicBezTo>
                  <a:cubicBezTo>
                    <a:pt x="182" y="201"/>
                    <a:pt x="182" y="201"/>
                    <a:pt x="182" y="201"/>
                  </a:cubicBezTo>
                  <a:cubicBezTo>
                    <a:pt x="179" y="202"/>
                    <a:pt x="177" y="205"/>
                    <a:pt x="178" y="208"/>
                  </a:cubicBezTo>
                  <a:cubicBezTo>
                    <a:pt x="179" y="211"/>
                    <a:pt x="182" y="212"/>
                    <a:pt x="184" y="212"/>
                  </a:cubicBezTo>
                  <a:cubicBezTo>
                    <a:pt x="185" y="212"/>
                    <a:pt x="185" y="212"/>
                    <a:pt x="186" y="212"/>
                  </a:cubicBezTo>
                  <a:cubicBezTo>
                    <a:pt x="186" y="212"/>
                    <a:pt x="186" y="212"/>
                    <a:pt x="186" y="212"/>
                  </a:cubicBezTo>
                  <a:cubicBezTo>
                    <a:pt x="245" y="193"/>
                    <a:pt x="245" y="193"/>
                    <a:pt x="245" y="193"/>
                  </a:cubicBezTo>
                  <a:cubicBezTo>
                    <a:pt x="248" y="192"/>
                    <a:pt x="249" y="190"/>
                    <a:pt x="249" y="187"/>
                  </a:cubicBezTo>
                  <a:cubicBezTo>
                    <a:pt x="249" y="185"/>
                    <a:pt x="248" y="183"/>
                    <a:pt x="246" y="182"/>
                  </a:cubicBezTo>
                  <a:cubicBezTo>
                    <a:pt x="190" y="158"/>
                    <a:pt x="190" y="158"/>
                    <a:pt x="190" y="158"/>
                  </a:cubicBezTo>
                  <a:cubicBezTo>
                    <a:pt x="249" y="103"/>
                    <a:pt x="249" y="103"/>
                    <a:pt x="249" y="103"/>
                  </a:cubicBezTo>
                  <a:cubicBezTo>
                    <a:pt x="250" y="101"/>
                    <a:pt x="251" y="99"/>
                    <a:pt x="250" y="96"/>
                  </a:cubicBezTo>
                  <a:cubicBezTo>
                    <a:pt x="249" y="94"/>
                    <a:pt x="246" y="92"/>
                    <a:pt x="244" y="93"/>
                  </a:cubicBezTo>
                  <a:cubicBezTo>
                    <a:pt x="166" y="102"/>
                    <a:pt x="166" y="102"/>
                    <a:pt x="166" y="102"/>
                  </a:cubicBezTo>
                  <a:cubicBezTo>
                    <a:pt x="182" y="33"/>
                    <a:pt x="182" y="33"/>
                    <a:pt x="182" y="33"/>
                  </a:cubicBezTo>
                  <a:cubicBezTo>
                    <a:pt x="183" y="31"/>
                    <a:pt x="182" y="28"/>
                    <a:pt x="180" y="27"/>
                  </a:cubicBezTo>
                  <a:cubicBezTo>
                    <a:pt x="178" y="25"/>
                    <a:pt x="175" y="25"/>
                    <a:pt x="173" y="27"/>
                  </a:cubicBezTo>
                  <a:cubicBezTo>
                    <a:pt x="112" y="72"/>
                    <a:pt x="112" y="72"/>
                    <a:pt x="112" y="72"/>
                  </a:cubicBezTo>
                  <a:cubicBezTo>
                    <a:pt x="98" y="5"/>
                    <a:pt x="98" y="5"/>
                    <a:pt x="98" y="5"/>
                  </a:cubicBezTo>
                  <a:cubicBezTo>
                    <a:pt x="98" y="3"/>
                    <a:pt x="96" y="1"/>
                    <a:pt x="93" y="1"/>
                  </a:cubicBezTo>
                  <a:cubicBezTo>
                    <a:pt x="91" y="0"/>
                    <a:pt x="88" y="2"/>
                    <a:pt x="87" y="4"/>
                  </a:cubicBezTo>
                  <a:cubicBezTo>
                    <a:pt x="50" y="81"/>
                    <a:pt x="50" y="81"/>
                    <a:pt x="50" y="81"/>
                  </a:cubicBezTo>
                  <a:cubicBezTo>
                    <a:pt x="10" y="48"/>
                    <a:pt x="10" y="48"/>
                    <a:pt x="10" y="48"/>
                  </a:cubicBezTo>
                  <a:cubicBezTo>
                    <a:pt x="8" y="46"/>
                    <a:pt x="6" y="46"/>
                    <a:pt x="3" y="47"/>
                  </a:cubicBezTo>
                  <a:cubicBezTo>
                    <a:pt x="1" y="48"/>
                    <a:pt x="0" y="51"/>
                    <a:pt x="0" y="53"/>
                  </a:cubicBezTo>
                  <a:cubicBezTo>
                    <a:pt x="6" y="111"/>
                    <a:pt x="6" y="111"/>
                    <a:pt x="6" y="111"/>
                  </a:cubicBezTo>
                  <a:cubicBezTo>
                    <a:pt x="6" y="114"/>
                    <a:pt x="9" y="117"/>
                    <a:pt x="13" y="1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 name="Rectangle 49"/>
            <p:cNvSpPr>
              <a:spLocks noChangeArrowheads="1"/>
            </p:cNvSpPr>
            <p:nvPr/>
          </p:nvSpPr>
          <p:spPr bwMode="auto">
            <a:xfrm>
              <a:off x="5613400" y="1498600"/>
              <a:ext cx="388938" cy="7477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 name="Freeform 50"/>
            <p:cNvSpPr>
              <a:spLocks noEditPoints="1"/>
            </p:cNvSpPr>
            <p:nvPr/>
          </p:nvSpPr>
          <p:spPr bwMode="auto">
            <a:xfrm>
              <a:off x="5735638" y="1084263"/>
              <a:ext cx="104775" cy="104775"/>
            </a:xfrm>
            <a:custGeom>
              <a:avLst/>
              <a:gdLst>
                <a:gd name="T0" fmla="*/ 64 w 64"/>
                <a:gd name="T1" fmla="*/ 0 h 64"/>
                <a:gd name="T2" fmla="*/ 0 w 64"/>
                <a:gd name="T3" fmla="*/ 0 h 64"/>
                <a:gd name="T4" fmla="*/ 0 w 64"/>
                <a:gd name="T5" fmla="*/ 64 h 64"/>
                <a:gd name="T6" fmla="*/ 64 w 64"/>
                <a:gd name="T7" fmla="*/ 64 h 64"/>
                <a:gd name="T8" fmla="*/ 64 w 64"/>
                <a:gd name="T9" fmla="*/ 0 h 64"/>
                <a:gd name="T10" fmla="*/ 9 w 64"/>
                <a:gd name="T11" fmla="*/ 23 h 64"/>
                <a:gd name="T12" fmla="*/ 19 w 64"/>
                <a:gd name="T13" fmla="*/ 13 h 64"/>
                <a:gd name="T14" fmla="*/ 29 w 64"/>
                <a:gd name="T15" fmla="*/ 23 h 64"/>
                <a:gd name="T16" fmla="*/ 19 w 64"/>
                <a:gd name="T17" fmla="*/ 33 h 64"/>
                <a:gd name="T18" fmla="*/ 9 w 64"/>
                <a:gd name="T19" fmla="*/ 23 h 64"/>
                <a:gd name="T20" fmla="*/ 49 w 64"/>
                <a:gd name="T21" fmla="*/ 51 h 64"/>
                <a:gd name="T22" fmla="*/ 16 w 64"/>
                <a:gd name="T23" fmla="*/ 51 h 64"/>
                <a:gd name="T24" fmla="*/ 16 w 64"/>
                <a:gd name="T25" fmla="*/ 40 h 64"/>
                <a:gd name="T26" fmla="*/ 49 w 64"/>
                <a:gd name="T27" fmla="*/ 40 h 64"/>
                <a:gd name="T28" fmla="*/ 49 w 64"/>
                <a:gd name="T29" fmla="*/ 51 h 64"/>
                <a:gd name="T30" fmla="*/ 46 w 64"/>
                <a:gd name="T31" fmla="*/ 33 h 64"/>
                <a:gd name="T32" fmla="*/ 35 w 64"/>
                <a:gd name="T33" fmla="*/ 23 h 64"/>
                <a:gd name="T34" fmla="*/ 46 w 64"/>
                <a:gd name="T35" fmla="*/ 13 h 64"/>
                <a:gd name="T36" fmla="*/ 56 w 64"/>
                <a:gd name="T37" fmla="*/ 23 h 64"/>
                <a:gd name="T38" fmla="*/ 46 w 64"/>
                <a:gd name="T39" fmla="*/ 33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4" h="64">
                  <a:moveTo>
                    <a:pt x="64" y="0"/>
                  </a:moveTo>
                  <a:cubicBezTo>
                    <a:pt x="0" y="0"/>
                    <a:pt x="0" y="0"/>
                    <a:pt x="0" y="0"/>
                  </a:cubicBezTo>
                  <a:cubicBezTo>
                    <a:pt x="0" y="64"/>
                    <a:pt x="0" y="64"/>
                    <a:pt x="0" y="64"/>
                  </a:cubicBezTo>
                  <a:cubicBezTo>
                    <a:pt x="64" y="64"/>
                    <a:pt x="64" y="64"/>
                    <a:pt x="64" y="64"/>
                  </a:cubicBezTo>
                  <a:lnTo>
                    <a:pt x="64" y="0"/>
                  </a:lnTo>
                  <a:close/>
                  <a:moveTo>
                    <a:pt x="9" y="23"/>
                  </a:moveTo>
                  <a:cubicBezTo>
                    <a:pt x="9" y="17"/>
                    <a:pt x="13" y="13"/>
                    <a:pt x="19" y="13"/>
                  </a:cubicBezTo>
                  <a:cubicBezTo>
                    <a:pt x="25" y="13"/>
                    <a:pt x="29" y="17"/>
                    <a:pt x="29" y="23"/>
                  </a:cubicBezTo>
                  <a:cubicBezTo>
                    <a:pt x="29" y="29"/>
                    <a:pt x="25" y="33"/>
                    <a:pt x="19" y="33"/>
                  </a:cubicBezTo>
                  <a:cubicBezTo>
                    <a:pt x="13" y="33"/>
                    <a:pt x="9" y="29"/>
                    <a:pt x="9" y="23"/>
                  </a:cubicBezTo>
                  <a:close/>
                  <a:moveTo>
                    <a:pt x="49" y="51"/>
                  </a:moveTo>
                  <a:cubicBezTo>
                    <a:pt x="16" y="51"/>
                    <a:pt x="16" y="51"/>
                    <a:pt x="16" y="51"/>
                  </a:cubicBezTo>
                  <a:cubicBezTo>
                    <a:pt x="16" y="40"/>
                    <a:pt x="16" y="40"/>
                    <a:pt x="16" y="40"/>
                  </a:cubicBezTo>
                  <a:cubicBezTo>
                    <a:pt x="49" y="40"/>
                    <a:pt x="49" y="40"/>
                    <a:pt x="49" y="40"/>
                  </a:cubicBezTo>
                  <a:lnTo>
                    <a:pt x="49" y="51"/>
                  </a:lnTo>
                  <a:close/>
                  <a:moveTo>
                    <a:pt x="46" y="33"/>
                  </a:moveTo>
                  <a:cubicBezTo>
                    <a:pt x="40" y="33"/>
                    <a:pt x="35" y="29"/>
                    <a:pt x="35" y="23"/>
                  </a:cubicBezTo>
                  <a:cubicBezTo>
                    <a:pt x="35" y="17"/>
                    <a:pt x="40" y="13"/>
                    <a:pt x="46" y="13"/>
                  </a:cubicBezTo>
                  <a:cubicBezTo>
                    <a:pt x="51" y="13"/>
                    <a:pt x="56" y="17"/>
                    <a:pt x="56" y="23"/>
                  </a:cubicBezTo>
                  <a:cubicBezTo>
                    <a:pt x="56" y="29"/>
                    <a:pt x="51" y="33"/>
                    <a:pt x="46"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 name="Freeform 51"/>
            <p:cNvSpPr>
              <a:spLocks/>
            </p:cNvSpPr>
            <p:nvPr/>
          </p:nvSpPr>
          <p:spPr bwMode="auto">
            <a:xfrm>
              <a:off x="5653088" y="1214438"/>
              <a:ext cx="271463" cy="271463"/>
            </a:xfrm>
            <a:custGeom>
              <a:avLst/>
              <a:gdLst>
                <a:gd name="T0" fmla="*/ 24 w 171"/>
                <a:gd name="T1" fmla="*/ 23 h 171"/>
                <a:gd name="T2" fmla="*/ 38 w 171"/>
                <a:gd name="T3" fmla="*/ 23 h 171"/>
                <a:gd name="T4" fmla="*/ 38 w 171"/>
                <a:gd name="T5" fmla="*/ 96 h 171"/>
                <a:gd name="T6" fmla="*/ 51 w 171"/>
                <a:gd name="T7" fmla="*/ 96 h 171"/>
                <a:gd name="T8" fmla="*/ 51 w 171"/>
                <a:gd name="T9" fmla="*/ 171 h 171"/>
                <a:gd name="T10" fmla="*/ 77 w 171"/>
                <a:gd name="T11" fmla="*/ 171 h 171"/>
                <a:gd name="T12" fmla="*/ 77 w 171"/>
                <a:gd name="T13" fmla="*/ 96 h 171"/>
                <a:gd name="T14" fmla="*/ 93 w 171"/>
                <a:gd name="T15" fmla="*/ 96 h 171"/>
                <a:gd name="T16" fmla="*/ 93 w 171"/>
                <a:gd name="T17" fmla="*/ 171 h 171"/>
                <a:gd name="T18" fmla="*/ 120 w 171"/>
                <a:gd name="T19" fmla="*/ 171 h 171"/>
                <a:gd name="T20" fmla="*/ 120 w 171"/>
                <a:gd name="T21" fmla="*/ 96 h 171"/>
                <a:gd name="T22" fmla="*/ 133 w 171"/>
                <a:gd name="T23" fmla="*/ 96 h 171"/>
                <a:gd name="T24" fmla="*/ 133 w 171"/>
                <a:gd name="T25" fmla="*/ 23 h 171"/>
                <a:gd name="T26" fmla="*/ 147 w 171"/>
                <a:gd name="T27" fmla="*/ 23 h 171"/>
                <a:gd name="T28" fmla="*/ 147 w 171"/>
                <a:gd name="T29" fmla="*/ 84 h 171"/>
                <a:gd name="T30" fmla="*/ 171 w 171"/>
                <a:gd name="T31" fmla="*/ 84 h 171"/>
                <a:gd name="T32" fmla="*/ 171 w 171"/>
                <a:gd name="T33" fmla="*/ 1 h 171"/>
                <a:gd name="T34" fmla="*/ 147 w 171"/>
                <a:gd name="T35" fmla="*/ 1 h 171"/>
                <a:gd name="T36" fmla="*/ 147 w 171"/>
                <a:gd name="T37" fmla="*/ 12 h 171"/>
                <a:gd name="T38" fmla="*/ 133 w 171"/>
                <a:gd name="T39" fmla="*/ 12 h 171"/>
                <a:gd name="T40" fmla="*/ 133 w 171"/>
                <a:gd name="T41" fmla="*/ 0 h 171"/>
                <a:gd name="T42" fmla="*/ 38 w 171"/>
                <a:gd name="T43" fmla="*/ 0 h 171"/>
                <a:gd name="T44" fmla="*/ 38 w 171"/>
                <a:gd name="T45" fmla="*/ 12 h 171"/>
                <a:gd name="T46" fmla="*/ 24 w 171"/>
                <a:gd name="T47" fmla="*/ 12 h 171"/>
                <a:gd name="T48" fmla="*/ 24 w 171"/>
                <a:gd name="T49" fmla="*/ 1 h 171"/>
                <a:gd name="T50" fmla="*/ 0 w 171"/>
                <a:gd name="T51" fmla="*/ 1 h 171"/>
                <a:gd name="T52" fmla="*/ 0 w 171"/>
                <a:gd name="T53" fmla="*/ 84 h 171"/>
                <a:gd name="T54" fmla="*/ 24 w 171"/>
                <a:gd name="T55" fmla="*/ 84 h 171"/>
                <a:gd name="T56" fmla="*/ 24 w 171"/>
                <a:gd name="T57" fmla="*/ 23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71" h="171">
                  <a:moveTo>
                    <a:pt x="24" y="23"/>
                  </a:moveTo>
                  <a:lnTo>
                    <a:pt x="38" y="23"/>
                  </a:lnTo>
                  <a:lnTo>
                    <a:pt x="38" y="96"/>
                  </a:lnTo>
                  <a:lnTo>
                    <a:pt x="51" y="96"/>
                  </a:lnTo>
                  <a:lnTo>
                    <a:pt x="51" y="171"/>
                  </a:lnTo>
                  <a:lnTo>
                    <a:pt x="77" y="171"/>
                  </a:lnTo>
                  <a:lnTo>
                    <a:pt x="77" y="96"/>
                  </a:lnTo>
                  <a:lnTo>
                    <a:pt x="93" y="96"/>
                  </a:lnTo>
                  <a:lnTo>
                    <a:pt x="93" y="171"/>
                  </a:lnTo>
                  <a:lnTo>
                    <a:pt x="120" y="171"/>
                  </a:lnTo>
                  <a:lnTo>
                    <a:pt x="120" y="96"/>
                  </a:lnTo>
                  <a:lnTo>
                    <a:pt x="133" y="96"/>
                  </a:lnTo>
                  <a:lnTo>
                    <a:pt x="133" y="23"/>
                  </a:lnTo>
                  <a:lnTo>
                    <a:pt x="147" y="23"/>
                  </a:lnTo>
                  <a:lnTo>
                    <a:pt x="147" y="84"/>
                  </a:lnTo>
                  <a:lnTo>
                    <a:pt x="171" y="84"/>
                  </a:lnTo>
                  <a:lnTo>
                    <a:pt x="171" y="1"/>
                  </a:lnTo>
                  <a:lnTo>
                    <a:pt x="147" y="1"/>
                  </a:lnTo>
                  <a:lnTo>
                    <a:pt x="147" y="12"/>
                  </a:lnTo>
                  <a:lnTo>
                    <a:pt x="133" y="12"/>
                  </a:lnTo>
                  <a:lnTo>
                    <a:pt x="133" y="0"/>
                  </a:lnTo>
                  <a:lnTo>
                    <a:pt x="38" y="0"/>
                  </a:lnTo>
                  <a:lnTo>
                    <a:pt x="38" y="12"/>
                  </a:lnTo>
                  <a:lnTo>
                    <a:pt x="24" y="12"/>
                  </a:lnTo>
                  <a:lnTo>
                    <a:pt x="24" y="1"/>
                  </a:lnTo>
                  <a:lnTo>
                    <a:pt x="0" y="1"/>
                  </a:lnTo>
                  <a:lnTo>
                    <a:pt x="0" y="84"/>
                  </a:lnTo>
                  <a:lnTo>
                    <a:pt x="24" y="84"/>
                  </a:lnTo>
                  <a:lnTo>
                    <a:pt x="24"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41" name="组合 440"/>
          <p:cNvGrpSpPr/>
          <p:nvPr/>
        </p:nvGrpSpPr>
        <p:grpSpPr>
          <a:xfrm>
            <a:off x="6162640" y="4610398"/>
            <a:ext cx="1102621" cy="1299257"/>
            <a:chOff x="158750" y="4783138"/>
            <a:chExt cx="1201738" cy="1416050"/>
          </a:xfrm>
          <a:solidFill>
            <a:schemeClr val="tx1">
              <a:lumMod val="65000"/>
              <a:lumOff val="35000"/>
            </a:schemeClr>
          </a:solidFill>
        </p:grpSpPr>
        <p:sp>
          <p:nvSpPr>
            <p:cNvPr id="442" name="Freeform 52"/>
            <p:cNvSpPr>
              <a:spLocks/>
            </p:cNvSpPr>
            <p:nvPr/>
          </p:nvSpPr>
          <p:spPr bwMode="auto">
            <a:xfrm>
              <a:off x="892175" y="4783138"/>
              <a:ext cx="319088" cy="320675"/>
            </a:xfrm>
            <a:custGeom>
              <a:avLst/>
              <a:gdLst>
                <a:gd name="T0" fmla="*/ 119 w 197"/>
                <a:gd name="T1" fmla="*/ 11 h 197"/>
                <a:gd name="T2" fmla="*/ 11 w 197"/>
                <a:gd name="T3" fmla="*/ 78 h 197"/>
                <a:gd name="T4" fmla="*/ 78 w 197"/>
                <a:gd name="T5" fmla="*/ 186 h 197"/>
                <a:gd name="T6" fmla="*/ 186 w 197"/>
                <a:gd name="T7" fmla="*/ 119 h 197"/>
                <a:gd name="T8" fmla="*/ 119 w 197"/>
                <a:gd name="T9" fmla="*/ 11 h 197"/>
              </a:gdLst>
              <a:ahLst/>
              <a:cxnLst>
                <a:cxn ang="0">
                  <a:pos x="T0" y="T1"/>
                </a:cxn>
                <a:cxn ang="0">
                  <a:pos x="T2" y="T3"/>
                </a:cxn>
                <a:cxn ang="0">
                  <a:pos x="T4" y="T5"/>
                </a:cxn>
                <a:cxn ang="0">
                  <a:pos x="T6" y="T7"/>
                </a:cxn>
                <a:cxn ang="0">
                  <a:pos x="T8" y="T9"/>
                </a:cxn>
              </a:cxnLst>
              <a:rect l="0" t="0" r="r" b="b"/>
              <a:pathLst>
                <a:path w="197" h="197">
                  <a:moveTo>
                    <a:pt x="119" y="11"/>
                  </a:moveTo>
                  <a:cubicBezTo>
                    <a:pt x="70" y="0"/>
                    <a:pt x="22" y="30"/>
                    <a:pt x="11" y="78"/>
                  </a:cubicBezTo>
                  <a:cubicBezTo>
                    <a:pt x="0" y="126"/>
                    <a:pt x="30" y="175"/>
                    <a:pt x="78" y="186"/>
                  </a:cubicBezTo>
                  <a:cubicBezTo>
                    <a:pt x="126" y="197"/>
                    <a:pt x="175" y="167"/>
                    <a:pt x="186" y="119"/>
                  </a:cubicBezTo>
                  <a:cubicBezTo>
                    <a:pt x="197" y="70"/>
                    <a:pt x="167" y="22"/>
                    <a:pt x="119"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 name="Freeform 53"/>
            <p:cNvSpPr>
              <a:spLocks noEditPoints="1"/>
            </p:cNvSpPr>
            <p:nvPr/>
          </p:nvSpPr>
          <p:spPr bwMode="auto">
            <a:xfrm>
              <a:off x="158750" y="5075238"/>
              <a:ext cx="1201738" cy="1123950"/>
            </a:xfrm>
            <a:custGeom>
              <a:avLst/>
              <a:gdLst>
                <a:gd name="T0" fmla="*/ 640 w 741"/>
                <a:gd name="T1" fmla="*/ 324 h 692"/>
                <a:gd name="T2" fmla="*/ 603 w 741"/>
                <a:gd name="T3" fmla="*/ 296 h 692"/>
                <a:gd name="T4" fmla="*/ 476 w 741"/>
                <a:gd name="T5" fmla="*/ 274 h 692"/>
                <a:gd name="T6" fmla="*/ 481 w 741"/>
                <a:gd name="T7" fmla="*/ 200 h 692"/>
                <a:gd name="T8" fmla="*/ 464 w 741"/>
                <a:gd name="T9" fmla="*/ 190 h 692"/>
                <a:gd name="T10" fmla="*/ 426 w 741"/>
                <a:gd name="T11" fmla="*/ 153 h 692"/>
                <a:gd name="T12" fmla="*/ 400 w 741"/>
                <a:gd name="T13" fmla="*/ 102 h 692"/>
                <a:gd name="T14" fmla="*/ 400 w 741"/>
                <a:gd name="T15" fmla="*/ 102 h 692"/>
                <a:gd name="T16" fmla="*/ 403 w 741"/>
                <a:gd name="T17" fmla="*/ 71 h 692"/>
                <a:gd name="T18" fmla="*/ 427 w 741"/>
                <a:gd name="T19" fmla="*/ 51 h 692"/>
                <a:gd name="T20" fmla="*/ 438 w 741"/>
                <a:gd name="T21" fmla="*/ 50 h 692"/>
                <a:gd name="T22" fmla="*/ 477 w 741"/>
                <a:gd name="T23" fmla="*/ 78 h 692"/>
                <a:gd name="T24" fmla="*/ 477 w 741"/>
                <a:gd name="T25" fmla="*/ 78 h 692"/>
                <a:gd name="T26" fmla="*/ 477 w 741"/>
                <a:gd name="T27" fmla="*/ 78 h 692"/>
                <a:gd name="T28" fmla="*/ 478 w 741"/>
                <a:gd name="T29" fmla="*/ 82 h 692"/>
                <a:gd name="T30" fmla="*/ 485 w 741"/>
                <a:gd name="T31" fmla="*/ 96 h 692"/>
                <a:gd name="T32" fmla="*/ 497 w 741"/>
                <a:gd name="T33" fmla="*/ 113 h 692"/>
                <a:gd name="T34" fmla="*/ 500 w 741"/>
                <a:gd name="T35" fmla="*/ 98 h 692"/>
                <a:gd name="T36" fmla="*/ 462 w 741"/>
                <a:gd name="T37" fmla="*/ 2 h 692"/>
                <a:gd name="T38" fmla="*/ 446 w 741"/>
                <a:gd name="T39" fmla="*/ 0 h 692"/>
                <a:gd name="T40" fmla="*/ 446 w 741"/>
                <a:gd name="T41" fmla="*/ 0 h 692"/>
                <a:gd name="T42" fmla="*/ 446 w 741"/>
                <a:gd name="T43" fmla="*/ 0 h 692"/>
                <a:gd name="T44" fmla="*/ 428 w 741"/>
                <a:gd name="T45" fmla="*/ 0 h 692"/>
                <a:gd name="T46" fmla="*/ 310 w 741"/>
                <a:gd name="T47" fmla="*/ 17 h 692"/>
                <a:gd name="T48" fmla="*/ 165 w 741"/>
                <a:gd name="T49" fmla="*/ 114 h 692"/>
                <a:gd name="T50" fmla="*/ 158 w 741"/>
                <a:gd name="T51" fmla="*/ 134 h 692"/>
                <a:gd name="T52" fmla="*/ 99 w 741"/>
                <a:gd name="T53" fmla="*/ 176 h 692"/>
                <a:gd name="T54" fmla="*/ 57 w 741"/>
                <a:gd name="T55" fmla="*/ 147 h 692"/>
                <a:gd name="T56" fmla="*/ 43 w 741"/>
                <a:gd name="T57" fmla="*/ 166 h 692"/>
                <a:gd name="T58" fmla="*/ 54 w 741"/>
                <a:gd name="T59" fmla="*/ 174 h 692"/>
                <a:gd name="T60" fmla="*/ 0 w 741"/>
                <a:gd name="T61" fmla="*/ 275 h 692"/>
                <a:gd name="T62" fmla="*/ 129 w 741"/>
                <a:gd name="T63" fmla="*/ 365 h 692"/>
                <a:gd name="T64" fmla="*/ 205 w 741"/>
                <a:gd name="T65" fmla="*/ 279 h 692"/>
                <a:gd name="T66" fmla="*/ 216 w 741"/>
                <a:gd name="T67" fmla="*/ 287 h 692"/>
                <a:gd name="T68" fmla="*/ 229 w 741"/>
                <a:gd name="T69" fmla="*/ 268 h 692"/>
                <a:gd name="T70" fmla="*/ 187 w 741"/>
                <a:gd name="T71" fmla="*/ 238 h 692"/>
                <a:gd name="T72" fmla="*/ 209 w 741"/>
                <a:gd name="T73" fmla="*/ 159 h 692"/>
                <a:gd name="T74" fmla="*/ 216 w 741"/>
                <a:gd name="T75" fmla="*/ 153 h 692"/>
                <a:gd name="T76" fmla="*/ 329 w 741"/>
                <a:gd name="T77" fmla="*/ 78 h 692"/>
                <a:gd name="T78" fmla="*/ 358 w 741"/>
                <a:gd name="T79" fmla="*/ 71 h 692"/>
                <a:gd name="T80" fmla="*/ 358 w 741"/>
                <a:gd name="T81" fmla="*/ 71 h 692"/>
                <a:gd name="T82" fmla="*/ 336 w 741"/>
                <a:gd name="T83" fmla="*/ 293 h 692"/>
                <a:gd name="T84" fmla="*/ 371 w 741"/>
                <a:gd name="T85" fmla="*/ 351 h 692"/>
                <a:gd name="T86" fmla="*/ 372 w 741"/>
                <a:gd name="T87" fmla="*/ 365 h 692"/>
                <a:gd name="T88" fmla="*/ 345 w 741"/>
                <a:gd name="T89" fmla="*/ 471 h 692"/>
                <a:gd name="T90" fmla="*/ 214 w 741"/>
                <a:gd name="T91" fmla="*/ 598 h 692"/>
                <a:gd name="T92" fmla="*/ 195 w 741"/>
                <a:gd name="T93" fmla="*/ 666 h 692"/>
                <a:gd name="T94" fmla="*/ 238 w 741"/>
                <a:gd name="T95" fmla="*/ 692 h 692"/>
                <a:gd name="T96" fmla="*/ 263 w 741"/>
                <a:gd name="T97" fmla="*/ 685 h 692"/>
                <a:gd name="T98" fmla="*/ 434 w 741"/>
                <a:gd name="T99" fmla="*/ 518 h 692"/>
                <a:gd name="T100" fmla="*/ 472 w 741"/>
                <a:gd name="T101" fmla="*/ 374 h 692"/>
                <a:gd name="T102" fmla="*/ 560 w 741"/>
                <a:gd name="T103" fmla="*/ 390 h 692"/>
                <a:gd name="T104" fmla="*/ 639 w 741"/>
                <a:gd name="T105" fmla="*/ 559 h 692"/>
                <a:gd name="T106" fmla="*/ 705 w 741"/>
                <a:gd name="T107" fmla="*/ 583 h 692"/>
                <a:gd name="T108" fmla="*/ 729 w 741"/>
                <a:gd name="T109" fmla="*/ 517 h 692"/>
                <a:gd name="T110" fmla="*/ 640 w 741"/>
                <a:gd name="T111" fmla="*/ 324 h 692"/>
                <a:gd name="T112" fmla="*/ 118 w 741"/>
                <a:gd name="T113" fmla="*/ 190 h 692"/>
                <a:gd name="T114" fmla="*/ 167 w 741"/>
                <a:gd name="T115" fmla="*/ 155 h 692"/>
                <a:gd name="T116" fmla="*/ 171 w 741"/>
                <a:gd name="T117" fmla="*/ 159 h 692"/>
                <a:gd name="T118" fmla="*/ 185 w 741"/>
                <a:gd name="T119" fmla="*/ 165 h 692"/>
                <a:gd name="T120" fmla="*/ 168 w 741"/>
                <a:gd name="T121" fmla="*/ 225 h 692"/>
                <a:gd name="T122" fmla="*/ 118 w 741"/>
                <a:gd name="T123" fmla="*/ 190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41" h="692">
                  <a:moveTo>
                    <a:pt x="640" y="324"/>
                  </a:moveTo>
                  <a:cubicBezTo>
                    <a:pt x="633" y="310"/>
                    <a:pt x="619" y="299"/>
                    <a:pt x="603" y="296"/>
                  </a:cubicBezTo>
                  <a:cubicBezTo>
                    <a:pt x="476" y="274"/>
                    <a:pt x="476" y="274"/>
                    <a:pt x="476" y="274"/>
                  </a:cubicBezTo>
                  <a:cubicBezTo>
                    <a:pt x="476" y="249"/>
                    <a:pt x="478" y="224"/>
                    <a:pt x="481" y="200"/>
                  </a:cubicBezTo>
                  <a:cubicBezTo>
                    <a:pt x="474" y="197"/>
                    <a:pt x="469" y="193"/>
                    <a:pt x="464" y="190"/>
                  </a:cubicBezTo>
                  <a:cubicBezTo>
                    <a:pt x="450" y="181"/>
                    <a:pt x="437" y="168"/>
                    <a:pt x="426" y="153"/>
                  </a:cubicBezTo>
                  <a:cubicBezTo>
                    <a:pt x="411" y="132"/>
                    <a:pt x="404" y="112"/>
                    <a:pt x="400" y="102"/>
                  </a:cubicBezTo>
                  <a:cubicBezTo>
                    <a:pt x="400" y="102"/>
                    <a:pt x="400" y="102"/>
                    <a:pt x="400" y="102"/>
                  </a:cubicBezTo>
                  <a:cubicBezTo>
                    <a:pt x="397" y="91"/>
                    <a:pt x="398" y="80"/>
                    <a:pt x="403" y="71"/>
                  </a:cubicBezTo>
                  <a:cubicBezTo>
                    <a:pt x="408" y="61"/>
                    <a:pt x="416" y="54"/>
                    <a:pt x="427" y="51"/>
                  </a:cubicBezTo>
                  <a:cubicBezTo>
                    <a:pt x="430" y="50"/>
                    <a:pt x="434" y="50"/>
                    <a:pt x="438" y="50"/>
                  </a:cubicBezTo>
                  <a:cubicBezTo>
                    <a:pt x="456" y="50"/>
                    <a:pt x="471" y="61"/>
                    <a:pt x="477" y="78"/>
                  </a:cubicBezTo>
                  <a:cubicBezTo>
                    <a:pt x="477" y="78"/>
                    <a:pt x="477" y="78"/>
                    <a:pt x="477" y="78"/>
                  </a:cubicBezTo>
                  <a:cubicBezTo>
                    <a:pt x="477" y="78"/>
                    <a:pt x="477" y="78"/>
                    <a:pt x="477" y="78"/>
                  </a:cubicBezTo>
                  <a:cubicBezTo>
                    <a:pt x="477" y="79"/>
                    <a:pt x="478" y="80"/>
                    <a:pt x="478" y="82"/>
                  </a:cubicBezTo>
                  <a:cubicBezTo>
                    <a:pt x="479" y="85"/>
                    <a:pt x="481" y="90"/>
                    <a:pt x="485" y="96"/>
                  </a:cubicBezTo>
                  <a:cubicBezTo>
                    <a:pt x="488" y="102"/>
                    <a:pt x="492" y="108"/>
                    <a:pt x="497" y="113"/>
                  </a:cubicBezTo>
                  <a:cubicBezTo>
                    <a:pt x="498" y="108"/>
                    <a:pt x="499" y="103"/>
                    <a:pt x="500" y="98"/>
                  </a:cubicBezTo>
                  <a:cubicBezTo>
                    <a:pt x="511" y="58"/>
                    <a:pt x="496" y="11"/>
                    <a:pt x="462" y="2"/>
                  </a:cubicBezTo>
                  <a:cubicBezTo>
                    <a:pt x="457" y="1"/>
                    <a:pt x="452" y="0"/>
                    <a:pt x="446" y="0"/>
                  </a:cubicBezTo>
                  <a:cubicBezTo>
                    <a:pt x="446" y="0"/>
                    <a:pt x="446" y="0"/>
                    <a:pt x="446" y="0"/>
                  </a:cubicBezTo>
                  <a:cubicBezTo>
                    <a:pt x="446" y="0"/>
                    <a:pt x="446" y="0"/>
                    <a:pt x="446" y="0"/>
                  </a:cubicBezTo>
                  <a:cubicBezTo>
                    <a:pt x="446" y="0"/>
                    <a:pt x="439" y="0"/>
                    <a:pt x="428" y="0"/>
                  </a:cubicBezTo>
                  <a:cubicBezTo>
                    <a:pt x="404" y="0"/>
                    <a:pt x="359" y="2"/>
                    <a:pt x="310" y="17"/>
                  </a:cubicBezTo>
                  <a:cubicBezTo>
                    <a:pt x="261" y="32"/>
                    <a:pt x="206" y="61"/>
                    <a:pt x="165" y="114"/>
                  </a:cubicBezTo>
                  <a:cubicBezTo>
                    <a:pt x="160" y="120"/>
                    <a:pt x="158" y="127"/>
                    <a:pt x="158" y="134"/>
                  </a:cubicBezTo>
                  <a:cubicBezTo>
                    <a:pt x="99" y="176"/>
                    <a:pt x="99" y="176"/>
                    <a:pt x="99" y="176"/>
                  </a:cubicBezTo>
                  <a:cubicBezTo>
                    <a:pt x="57" y="147"/>
                    <a:pt x="57" y="147"/>
                    <a:pt x="57" y="147"/>
                  </a:cubicBezTo>
                  <a:cubicBezTo>
                    <a:pt x="43" y="166"/>
                    <a:pt x="43" y="166"/>
                    <a:pt x="43" y="166"/>
                  </a:cubicBezTo>
                  <a:cubicBezTo>
                    <a:pt x="54" y="174"/>
                    <a:pt x="54" y="174"/>
                    <a:pt x="54" y="174"/>
                  </a:cubicBezTo>
                  <a:cubicBezTo>
                    <a:pt x="0" y="275"/>
                    <a:pt x="0" y="275"/>
                    <a:pt x="0" y="275"/>
                  </a:cubicBezTo>
                  <a:cubicBezTo>
                    <a:pt x="129" y="365"/>
                    <a:pt x="129" y="365"/>
                    <a:pt x="129" y="365"/>
                  </a:cubicBezTo>
                  <a:cubicBezTo>
                    <a:pt x="205" y="279"/>
                    <a:pt x="205" y="279"/>
                    <a:pt x="205" y="279"/>
                  </a:cubicBezTo>
                  <a:cubicBezTo>
                    <a:pt x="216" y="287"/>
                    <a:pt x="216" y="287"/>
                    <a:pt x="216" y="287"/>
                  </a:cubicBezTo>
                  <a:cubicBezTo>
                    <a:pt x="229" y="268"/>
                    <a:pt x="229" y="268"/>
                    <a:pt x="229" y="268"/>
                  </a:cubicBezTo>
                  <a:cubicBezTo>
                    <a:pt x="187" y="238"/>
                    <a:pt x="187" y="238"/>
                    <a:pt x="187" y="238"/>
                  </a:cubicBezTo>
                  <a:cubicBezTo>
                    <a:pt x="209" y="159"/>
                    <a:pt x="209" y="159"/>
                    <a:pt x="209" y="159"/>
                  </a:cubicBezTo>
                  <a:cubicBezTo>
                    <a:pt x="212" y="158"/>
                    <a:pt x="214" y="155"/>
                    <a:pt x="216" y="153"/>
                  </a:cubicBezTo>
                  <a:cubicBezTo>
                    <a:pt x="246" y="113"/>
                    <a:pt x="288" y="91"/>
                    <a:pt x="329" y="78"/>
                  </a:cubicBezTo>
                  <a:cubicBezTo>
                    <a:pt x="339" y="75"/>
                    <a:pt x="349" y="73"/>
                    <a:pt x="358" y="71"/>
                  </a:cubicBezTo>
                  <a:cubicBezTo>
                    <a:pt x="358" y="71"/>
                    <a:pt x="358" y="71"/>
                    <a:pt x="358" y="71"/>
                  </a:cubicBezTo>
                  <a:cubicBezTo>
                    <a:pt x="331" y="152"/>
                    <a:pt x="325" y="204"/>
                    <a:pt x="336" y="293"/>
                  </a:cubicBezTo>
                  <a:cubicBezTo>
                    <a:pt x="342" y="324"/>
                    <a:pt x="355" y="342"/>
                    <a:pt x="371" y="351"/>
                  </a:cubicBezTo>
                  <a:cubicBezTo>
                    <a:pt x="372" y="355"/>
                    <a:pt x="372" y="360"/>
                    <a:pt x="372" y="365"/>
                  </a:cubicBezTo>
                  <a:cubicBezTo>
                    <a:pt x="372" y="392"/>
                    <a:pt x="367" y="430"/>
                    <a:pt x="345" y="471"/>
                  </a:cubicBezTo>
                  <a:cubicBezTo>
                    <a:pt x="324" y="512"/>
                    <a:pt x="285" y="557"/>
                    <a:pt x="214" y="598"/>
                  </a:cubicBezTo>
                  <a:cubicBezTo>
                    <a:pt x="190" y="612"/>
                    <a:pt x="181" y="642"/>
                    <a:pt x="195" y="666"/>
                  </a:cubicBezTo>
                  <a:cubicBezTo>
                    <a:pt x="204" y="682"/>
                    <a:pt x="221" y="692"/>
                    <a:pt x="238" y="692"/>
                  </a:cubicBezTo>
                  <a:cubicBezTo>
                    <a:pt x="247" y="692"/>
                    <a:pt x="255" y="689"/>
                    <a:pt x="263" y="685"/>
                  </a:cubicBezTo>
                  <a:cubicBezTo>
                    <a:pt x="350" y="636"/>
                    <a:pt x="403" y="576"/>
                    <a:pt x="434" y="518"/>
                  </a:cubicBezTo>
                  <a:cubicBezTo>
                    <a:pt x="462" y="464"/>
                    <a:pt x="470" y="413"/>
                    <a:pt x="472" y="374"/>
                  </a:cubicBezTo>
                  <a:cubicBezTo>
                    <a:pt x="560" y="390"/>
                    <a:pt x="560" y="390"/>
                    <a:pt x="560" y="390"/>
                  </a:cubicBezTo>
                  <a:cubicBezTo>
                    <a:pt x="639" y="559"/>
                    <a:pt x="639" y="559"/>
                    <a:pt x="639" y="559"/>
                  </a:cubicBezTo>
                  <a:cubicBezTo>
                    <a:pt x="650" y="584"/>
                    <a:pt x="680" y="595"/>
                    <a:pt x="705" y="583"/>
                  </a:cubicBezTo>
                  <a:cubicBezTo>
                    <a:pt x="730" y="572"/>
                    <a:pt x="741" y="542"/>
                    <a:pt x="729" y="517"/>
                  </a:cubicBezTo>
                  <a:lnTo>
                    <a:pt x="640" y="324"/>
                  </a:lnTo>
                  <a:close/>
                  <a:moveTo>
                    <a:pt x="118" y="190"/>
                  </a:moveTo>
                  <a:cubicBezTo>
                    <a:pt x="167" y="155"/>
                    <a:pt x="167" y="155"/>
                    <a:pt x="167" y="155"/>
                  </a:cubicBezTo>
                  <a:cubicBezTo>
                    <a:pt x="168" y="156"/>
                    <a:pt x="169" y="158"/>
                    <a:pt x="171" y="159"/>
                  </a:cubicBezTo>
                  <a:cubicBezTo>
                    <a:pt x="175" y="162"/>
                    <a:pt x="180" y="164"/>
                    <a:pt x="185" y="165"/>
                  </a:cubicBezTo>
                  <a:cubicBezTo>
                    <a:pt x="168" y="225"/>
                    <a:pt x="168" y="225"/>
                    <a:pt x="168" y="225"/>
                  </a:cubicBezTo>
                  <a:lnTo>
                    <a:pt x="118" y="1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 name="Freeform 54"/>
            <p:cNvSpPr>
              <a:spLocks/>
            </p:cNvSpPr>
            <p:nvPr/>
          </p:nvSpPr>
          <p:spPr bwMode="auto">
            <a:xfrm>
              <a:off x="812800" y="5162550"/>
              <a:ext cx="414338" cy="239713"/>
            </a:xfrm>
            <a:custGeom>
              <a:avLst/>
              <a:gdLst>
                <a:gd name="T0" fmla="*/ 68 w 255"/>
                <a:gd name="T1" fmla="*/ 31 h 147"/>
                <a:gd name="T2" fmla="*/ 66 w 255"/>
                <a:gd name="T3" fmla="*/ 27 h 147"/>
                <a:gd name="T4" fmla="*/ 66 w 255"/>
                <a:gd name="T5" fmla="*/ 26 h 147"/>
                <a:gd name="T6" fmla="*/ 26 w 255"/>
                <a:gd name="T7" fmla="*/ 5 h 147"/>
                <a:gd name="T8" fmla="*/ 5 w 255"/>
                <a:gd name="T9" fmla="*/ 45 h 147"/>
                <a:gd name="T10" fmla="*/ 5 w 255"/>
                <a:gd name="T11" fmla="*/ 45 h 147"/>
                <a:gd name="T12" fmla="*/ 29 w 255"/>
                <a:gd name="T13" fmla="*/ 94 h 147"/>
                <a:gd name="T14" fmla="*/ 65 w 255"/>
                <a:gd name="T15" fmla="*/ 130 h 147"/>
                <a:gd name="T16" fmla="*/ 123 w 255"/>
                <a:gd name="T17" fmla="*/ 147 h 147"/>
                <a:gd name="T18" fmla="*/ 124 w 255"/>
                <a:gd name="T19" fmla="*/ 147 h 147"/>
                <a:gd name="T20" fmla="*/ 241 w 255"/>
                <a:gd name="T21" fmla="*/ 91 h 147"/>
                <a:gd name="T22" fmla="*/ 243 w 255"/>
                <a:gd name="T23" fmla="*/ 46 h 147"/>
                <a:gd name="T24" fmla="*/ 198 w 255"/>
                <a:gd name="T25" fmla="*/ 44 h 147"/>
                <a:gd name="T26" fmla="*/ 124 w 255"/>
                <a:gd name="T27" fmla="*/ 83 h 147"/>
                <a:gd name="T28" fmla="*/ 101 w 255"/>
                <a:gd name="T29" fmla="*/ 76 h 147"/>
                <a:gd name="T30" fmla="*/ 75 w 255"/>
                <a:gd name="T31" fmla="*/ 45 h 147"/>
                <a:gd name="T32" fmla="*/ 68 w 255"/>
                <a:gd name="T33" fmla="*/ 31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5" h="147">
                  <a:moveTo>
                    <a:pt x="68" y="31"/>
                  </a:moveTo>
                  <a:cubicBezTo>
                    <a:pt x="67" y="29"/>
                    <a:pt x="67" y="28"/>
                    <a:pt x="66" y="27"/>
                  </a:cubicBezTo>
                  <a:cubicBezTo>
                    <a:pt x="66" y="27"/>
                    <a:pt x="66" y="26"/>
                    <a:pt x="66" y="26"/>
                  </a:cubicBezTo>
                  <a:cubicBezTo>
                    <a:pt x="61" y="9"/>
                    <a:pt x="43" y="0"/>
                    <a:pt x="26" y="5"/>
                  </a:cubicBezTo>
                  <a:cubicBezTo>
                    <a:pt x="9" y="10"/>
                    <a:pt x="0" y="28"/>
                    <a:pt x="5" y="45"/>
                  </a:cubicBezTo>
                  <a:cubicBezTo>
                    <a:pt x="5" y="45"/>
                    <a:pt x="5" y="45"/>
                    <a:pt x="5" y="45"/>
                  </a:cubicBezTo>
                  <a:cubicBezTo>
                    <a:pt x="5" y="47"/>
                    <a:pt x="12" y="69"/>
                    <a:pt x="29" y="94"/>
                  </a:cubicBezTo>
                  <a:cubicBezTo>
                    <a:pt x="38" y="106"/>
                    <a:pt x="50" y="119"/>
                    <a:pt x="65" y="130"/>
                  </a:cubicBezTo>
                  <a:cubicBezTo>
                    <a:pt x="81" y="140"/>
                    <a:pt x="101" y="147"/>
                    <a:pt x="123" y="147"/>
                  </a:cubicBezTo>
                  <a:cubicBezTo>
                    <a:pt x="124" y="147"/>
                    <a:pt x="124" y="147"/>
                    <a:pt x="124" y="147"/>
                  </a:cubicBezTo>
                  <a:cubicBezTo>
                    <a:pt x="160" y="147"/>
                    <a:pt x="199" y="129"/>
                    <a:pt x="241" y="91"/>
                  </a:cubicBezTo>
                  <a:cubicBezTo>
                    <a:pt x="254" y="79"/>
                    <a:pt x="255" y="59"/>
                    <a:pt x="243" y="46"/>
                  </a:cubicBezTo>
                  <a:cubicBezTo>
                    <a:pt x="231" y="33"/>
                    <a:pt x="211" y="32"/>
                    <a:pt x="198" y="44"/>
                  </a:cubicBezTo>
                  <a:cubicBezTo>
                    <a:pt x="162" y="76"/>
                    <a:pt x="138" y="84"/>
                    <a:pt x="124" y="83"/>
                  </a:cubicBezTo>
                  <a:cubicBezTo>
                    <a:pt x="115" y="83"/>
                    <a:pt x="108" y="81"/>
                    <a:pt x="101" y="76"/>
                  </a:cubicBezTo>
                  <a:cubicBezTo>
                    <a:pt x="90" y="70"/>
                    <a:pt x="81" y="57"/>
                    <a:pt x="75" y="45"/>
                  </a:cubicBezTo>
                  <a:cubicBezTo>
                    <a:pt x="71" y="40"/>
                    <a:pt x="69" y="35"/>
                    <a:pt x="68"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45" name="组合 444"/>
          <p:cNvGrpSpPr/>
          <p:nvPr/>
        </p:nvGrpSpPr>
        <p:grpSpPr>
          <a:xfrm>
            <a:off x="8994204" y="4438523"/>
            <a:ext cx="986095" cy="1471131"/>
            <a:chOff x="3244850" y="4595813"/>
            <a:chExt cx="1074738" cy="1603375"/>
          </a:xfrm>
          <a:solidFill>
            <a:schemeClr val="tx1">
              <a:lumMod val="65000"/>
              <a:lumOff val="35000"/>
            </a:schemeClr>
          </a:solidFill>
        </p:grpSpPr>
        <p:sp>
          <p:nvSpPr>
            <p:cNvPr id="446" name="Freeform 55"/>
            <p:cNvSpPr>
              <a:spLocks noEditPoints="1"/>
            </p:cNvSpPr>
            <p:nvPr/>
          </p:nvSpPr>
          <p:spPr bwMode="auto">
            <a:xfrm>
              <a:off x="3244850" y="4595813"/>
              <a:ext cx="1074738" cy="1603375"/>
            </a:xfrm>
            <a:custGeom>
              <a:avLst/>
              <a:gdLst>
                <a:gd name="T0" fmla="*/ 502 w 662"/>
                <a:gd name="T1" fmla="*/ 437 h 988"/>
                <a:gd name="T2" fmla="*/ 451 w 662"/>
                <a:gd name="T3" fmla="*/ 437 h 988"/>
                <a:gd name="T4" fmla="*/ 451 w 662"/>
                <a:gd name="T5" fmla="*/ 461 h 988"/>
                <a:gd name="T6" fmla="*/ 465 w 662"/>
                <a:gd name="T7" fmla="*/ 461 h 988"/>
                <a:gd name="T8" fmla="*/ 478 w 662"/>
                <a:gd name="T9" fmla="*/ 574 h 988"/>
                <a:gd name="T10" fmla="*/ 635 w 662"/>
                <a:gd name="T11" fmla="*/ 574 h 988"/>
                <a:gd name="T12" fmla="*/ 648 w 662"/>
                <a:gd name="T13" fmla="*/ 461 h 988"/>
                <a:gd name="T14" fmla="*/ 662 w 662"/>
                <a:gd name="T15" fmla="*/ 461 h 988"/>
                <a:gd name="T16" fmla="*/ 662 w 662"/>
                <a:gd name="T17" fmla="*/ 437 h 988"/>
                <a:gd name="T18" fmla="*/ 611 w 662"/>
                <a:gd name="T19" fmla="*/ 437 h 988"/>
                <a:gd name="T20" fmla="*/ 588 w 662"/>
                <a:gd name="T21" fmla="*/ 373 h 988"/>
                <a:gd name="T22" fmla="*/ 595 w 662"/>
                <a:gd name="T23" fmla="*/ 368 h 988"/>
                <a:gd name="T24" fmla="*/ 603 w 662"/>
                <a:gd name="T25" fmla="*/ 333 h 988"/>
                <a:gd name="T26" fmla="*/ 562 w 662"/>
                <a:gd name="T27" fmla="*/ 314 h 988"/>
                <a:gd name="T28" fmla="*/ 439 w 662"/>
                <a:gd name="T29" fmla="*/ 333 h 988"/>
                <a:gd name="T30" fmla="*/ 327 w 662"/>
                <a:gd name="T31" fmla="*/ 323 h 988"/>
                <a:gd name="T32" fmla="*/ 300 w 662"/>
                <a:gd name="T33" fmla="*/ 318 h 988"/>
                <a:gd name="T34" fmla="*/ 294 w 662"/>
                <a:gd name="T35" fmla="*/ 315 h 988"/>
                <a:gd name="T36" fmla="*/ 152 w 662"/>
                <a:gd name="T37" fmla="*/ 272 h 988"/>
                <a:gd name="T38" fmla="*/ 148 w 662"/>
                <a:gd name="T39" fmla="*/ 271 h 988"/>
                <a:gd name="T40" fmla="*/ 108 w 662"/>
                <a:gd name="T41" fmla="*/ 242 h 988"/>
                <a:gd name="T42" fmla="*/ 64 w 662"/>
                <a:gd name="T43" fmla="*/ 138 h 988"/>
                <a:gd name="T44" fmla="*/ 83 w 662"/>
                <a:gd name="T45" fmla="*/ 48 h 988"/>
                <a:gd name="T46" fmla="*/ 65 w 662"/>
                <a:gd name="T47" fmla="*/ 6 h 988"/>
                <a:gd name="T48" fmla="*/ 24 w 662"/>
                <a:gd name="T49" fmla="*/ 25 h 988"/>
                <a:gd name="T50" fmla="*/ 0 w 662"/>
                <a:gd name="T51" fmla="*/ 138 h 988"/>
                <a:gd name="T52" fmla="*/ 67 w 662"/>
                <a:gd name="T53" fmla="*/ 291 h 988"/>
                <a:gd name="T54" fmla="*/ 110 w 662"/>
                <a:gd name="T55" fmla="*/ 323 h 988"/>
                <a:gd name="T56" fmla="*/ 113 w 662"/>
                <a:gd name="T57" fmla="*/ 593 h 988"/>
                <a:gd name="T58" fmla="*/ 115 w 662"/>
                <a:gd name="T59" fmla="*/ 606 h 988"/>
                <a:gd name="T60" fmla="*/ 120 w 662"/>
                <a:gd name="T61" fmla="*/ 663 h 988"/>
                <a:gd name="T62" fmla="*/ 32 w 662"/>
                <a:gd name="T63" fmla="*/ 907 h 988"/>
                <a:gd name="T64" fmla="*/ 41 w 662"/>
                <a:gd name="T65" fmla="*/ 977 h 988"/>
                <a:gd name="T66" fmla="*/ 72 w 662"/>
                <a:gd name="T67" fmla="*/ 988 h 988"/>
                <a:gd name="T68" fmla="*/ 111 w 662"/>
                <a:gd name="T69" fmla="*/ 968 h 988"/>
                <a:gd name="T70" fmla="*/ 220 w 662"/>
                <a:gd name="T71" fmla="*/ 663 h 988"/>
                <a:gd name="T72" fmla="*/ 217 w 662"/>
                <a:gd name="T73" fmla="*/ 608 h 988"/>
                <a:gd name="T74" fmla="*/ 230 w 662"/>
                <a:gd name="T75" fmla="*/ 604 h 988"/>
                <a:gd name="T76" fmla="*/ 263 w 662"/>
                <a:gd name="T77" fmla="*/ 653 h 988"/>
                <a:gd name="T78" fmla="*/ 299 w 662"/>
                <a:gd name="T79" fmla="*/ 791 h 988"/>
                <a:gd name="T80" fmla="*/ 271 w 662"/>
                <a:gd name="T81" fmla="*/ 915 h 988"/>
                <a:gd name="T82" fmla="*/ 296 w 662"/>
                <a:gd name="T83" fmla="*/ 982 h 988"/>
                <a:gd name="T84" fmla="*/ 316 w 662"/>
                <a:gd name="T85" fmla="*/ 986 h 988"/>
                <a:gd name="T86" fmla="*/ 362 w 662"/>
                <a:gd name="T87" fmla="*/ 956 h 988"/>
                <a:gd name="T88" fmla="*/ 399 w 662"/>
                <a:gd name="T89" fmla="*/ 791 h 988"/>
                <a:gd name="T90" fmla="*/ 349 w 662"/>
                <a:gd name="T91" fmla="*/ 601 h 988"/>
                <a:gd name="T92" fmla="*/ 316 w 662"/>
                <a:gd name="T93" fmla="*/ 550 h 988"/>
                <a:gd name="T94" fmla="*/ 309 w 662"/>
                <a:gd name="T95" fmla="*/ 385 h 988"/>
                <a:gd name="T96" fmla="*/ 439 w 662"/>
                <a:gd name="T97" fmla="*/ 397 h 988"/>
                <a:gd name="T98" fmla="*/ 510 w 662"/>
                <a:gd name="T99" fmla="*/ 393 h 988"/>
                <a:gd name="T100" fmla="*/ 519 w 662"/>
                <a:gd name="T101" fmla="*/ 391 h 988"/>
                <a:gd name="T102" fmla="*/ 502 w 662"/>
                <a:gd name="T103" fmla="*/ 437 h 988"/>
                <a:gd name="T104" fmla="*/ 526 w 662"/>
                <a:gd name="T105" fmla="*/ 437 h 988"/>
                <a:gd name="T106" fmla="*/ 544 w 662"/>
                <a:gd name="T107" fmla="*/ 386 h 988"/>
                <a:gd name="T108" fmla="*/ 553 w 662"/>
                <a:gd name="T109" fmla="*/ 384 h 988"/>
                <a:gd name="T110" fmla="*/ 559 w 662"/>
                <a:gd name="T111" fmla="*/ 382 h 988"/>
                <a:gd name="T112" fmla="*/ 567 w 662"/>
                <a:gd name="T113" fmla="*/ 380 h 988"/>
                <a:gd name="T114" fmla="*/ 587 w 662"/>
                <a:gd name="T115" fmla="*/ 437 h 988"/>
                <a:gd name="T116" fmla="*/ 526 w 662"/>
                <a:gd name="T117" fmla="*/ 437 h 9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62" h="988">
                  <a:moveTo>
                    <a:pt x="502" y="437"/>
                  </a:moveTo>
                  <a:cubicBezTo>
                    <a:pt x="451" y="437"/>
                    <a:pt x="451" y="437"/>
                    <a:pt x="451" y="437"/>
                  </a:cubicBezTo>
                  <a:cubicBezTo>
                    <a:pt x="451" y="461"/>
                    <a:pt x="451" y="461"/>
                    <a:pt x="451" y="461"/>
                  </a:cubicBezTo>
                  <a:cubicBezTo>
                    <a:pt x="465" y="461"/>
                    <a:pt x="465" y="461"/>
                    <a:pt x="465" y="461"/>
                  </a:cubicBezTo>
                  <a:cubicBezTo>
                    <a:pt x="478" y="574"/>
                    <a:pt x="478" y="574"/>
                    <a:pt x="478" y="574"/>
                  </a:cubicBezTo>
                  <a:cubicBezTo>
                    <a:pt x="635" y="574"/>
                    <a:pt x="635" y="574"/>
                    <a:pt x="635" y="574"/>
                  </a:cubicBezTo>
                  <a:cubicBezTo>
                    <a:pt x="648" y="461"/>
                    <a:pt x="648" y="461"/>
                    <a:pt x="648" y="461"/>
                  </a:cubicBezTo>
                  <a:cubicBezTo>
                    <a:pt x="662" y="461"/>
                    <a:pt x="662" y="461"/>
                    <a:pt x="662" y="461"/>
                  </a:cubicBezTo>
                  <a:cubicBezTo>
                    <a:pt x="662" y="437"/>
                    <a:pt x="662" y="437"/>
                    <a:pt x="662" y="437"/>
                  </a:cubicBezTo>
                  <a:cubicBezTo>
                    <a:pt x="611" y="437"/>
                    <a:pt x="611" y="437"/>
                    <a:pt x="611" y="437"/>
                  </a:cubicBezTo>
                  <a:cubicBezTo>
                    <a:pt x="588" y="373"/>
                    <a:pt x="588" y="373"/>
                    <a:pt x="588" y="373"/>
                  </a:cubicBezTo>
                  <a:cubicBezTo>
                    <a:pt x="590" y="371"/>
                    <a:pt x="593" y="370"/>
                    <a:pt x="595" y="368"/>
                  </a:cubicBezTo>
                  <a:cubicBezTo>
                    <a:pt x="604" y="359"/>
                    <a:pt x="607" y="346"/>
                    <a:pt x="603" y="333"/>
                  </a:cubicBezTo>
                  <a:cubicBezTo>
                    <a:pt x="597" y="317"/>
                    <a:pt x="578" y="308"/>
                    <a:pt x="562" y="314"/>
                  </a:cubicBezTo>
                  <a:cubicBezTo>
                    <a:pt x="525" y="328"/>
                    <a:pt x="481" y="333"/>
                    <a:pt x="439" y="333"/>
                  </a:cubicBezTo>
                  <a:cubicBezTo>
                    <a:pt x="397" y="333"/>
                    <a:pt x="357" y="328"/>
                    <a:pt x="327" y="323"/>
                  </a:cubicBezTo>
                  <a:cubicBezTo>
                    <a:pt x="317" y="321"/>
                    <a:pt x="308" y="320"/>
                    <a:pt x="300" y="318"/>
                  </a:cubicBezTo>
                  <a:cubicBezTo>
                    <a:pt x="298" y="317"/>
                    <a:pt x="296" y="316"/>
                    <a:pt x="294" y="315"/>
                  </a:cubicBezTo>
                  <a:cubicBezTo>
                    <a:pt x="246" y="301"/>
                    <a:pt x="199" y="286"/>
                    <a:pt x="152" y="272"/>
                  </a:cubicBezTo>
                  <a:cubicBezTo>
                    <a:pt x="151" y="272"/>
                    <a:pt x="149" y="271"/>
                    <a:pt x="148" y="271"/>
                  </a:cubicBezTo>
                  <a:cubicBezTo>
                    <a:pt x="139" y="266"/>
                    <a:pt x="123" y="257"/>
                    <a:pt x="108" y="242"/>
                  </a:cubicBezTo>
                  <a:cubicBezTo>
                    <a:pt x="85" y="220"/>
                    <a:pt x="65" y="188"/>
                    <a:pt x="64" y="138"/>
                  </a:cubicBezTo>
                  <a:cubicBezTo>
                    <a:pt x="64" y="113"/>
                    <a:pt x="69" y="83"/>
                    <a:pt x="83" y="48"/>
                  </a:cubicBezTo>
                  <a:cubicBezTo>
                    <a:pt x="90" y="31"/>
                    <a:pt x="82" y="13"/>
                    <a:pt x="65" y="6"/>
                  </a:cubicBezTo>
                  <a:cubicBezTo>
                    <a:pt x="49" y="0"/>
                    <a:pt x="30" y="8"/>
                    <a:pt x="24" y="25"/>
                  </a:cubicBezTo>
                  <a:cubicBezTo>
                    <a:pt x="7" y="66"/>
                    <a:pt x="0" y="104"/>
                    <a:pt x="0" y="138"/>
                  </a:cubicBezTo>
                  <a:cubicBezTo>
                    <a:pt x="0" y="210"/>
                    <a:pt x="34" y="261"/>
                    <a:pt x="67" y="291"/>
                  </a:cubicBezTo>
                  <a:cubicBezTo>
                    <a:pt x="82" y="306"/>
                    <a:pt x="98" y="316"/>
                    <a:pt x="110" y="323"/>
                  </a:cubicBezTo>
                  <a:cubicBezTo>
                    <a:pt x="94" y="412"/>
                    <a:pt x="95" y="504"/>
                    <a:pt x="113" y="593"/>
                  </a:cubicBezTo>
                  <a:cubicBezTo>
                    <a:pt x="113" y="597"/>
                    <a:pt x="114" y="602"/>
                    <a:pt x="115" y="606"/>
                  </a:cubicBezTo>
                  <a:cubicBezTo>
                    <a:pt x="116" y="609"/>
                    <a:pt x="120" y="630"/>
                    <a:pt x="120" y="663"/>
                  </a:cubicBezTo>
                  <a:cubicBezTo>
                    <a:pt x="120" y="721"/>
                    <a:pt x="107" y="812"/>
                    <a:pt x="32" y="907"/>
                  </a:cubicBezTo>
                  <a:cubicBezTo>
                    <a:pt x="15" y="929"/>
                    <a:pt x="19" y="960"/>
                    <a:pt x="41" y="977"/>
                  </a:cubicBezTo>
                  <a:cubicBezTo>
                    <a:pt x="50" y="984"/>
                    <a:pt x="61" y="988"/>
                    <a:pt x="72" y="988"/>
                  </a:cubicBezTo>
                  <a:cubicBezTo>
                    <a:pt x="87" y="988"/>
                    <a:pt x="101" y="981"/>
                    <a:pt x="111" y="968"/>
                  </a:cubicBezTo>
                  <a:cubicBezTo>
                    <a:pt x="202" y="853"/>
                    <a:pt x="221" y="737"/>
                    <a:pt x="220" y="663"/>
                  </a:cubicBezTo>
                  <a:cubicBezTo>
                    <a:pt x="220" y="640"/>
                    <a:pt x="219" y="622"/>
                    <a:pt x="217" y="608"/>
                  </a:cubicBezTo>
                  <a:cubicBezTo>
                    <a:pt x="221" y="606"/>
                    <a:pt x="226" y="605"/>
                    <a:pt x="230" y="604"/>
                  </a:cubicBezTo>
                  <a:cubicBezTo>
                    <a:pt x="237" y="612"/>
                    <a:pt x="250" y="629"/>
                    <a:pt x="263" y="653"/>
                  </a:cubicBezTo>
                  <a:cubicBezTo>
                    <a:pt x="281" y="687"/>
                    <a:pt x="299" y="735"/>
                    <a:pt x="299" y="791"/>
                  </a:cubicBezTo>
                  <a:cubicBezTo>
                    <a:pt x="298" y="828"/>
                    <a:pt x="291" y="870"/>
                    <a:pt x="271" y="915"/>
                  </a:cubicBezTo>
                  <a:cubicBezTo>
                    <a:pt x="259" y="941"/>
                    <a:pt x="271" y="970"/>
                    <a:pt x="296" y="982"/>
                  </a:cubicBezTo>
                  <a:cubicBezTo>
                    <a:pt x="303" y="984"/>
                    <a:pt x="310" y="986"/>
                    <a:pt x="316" y="986"/>
                  </a:cubicBezTo>
                  <a:cubicBezTo>
                    <a:pt x="335" y="986"/>
                    <a:pt x="354" y="975"/>
                    <a:pt x="362" y="956"/>
                  </a:cubicBezTo>
                  <a:cubicBezTo>
                    <a:pt x="388" y="898"/>
                    <a:pt x="399" y="842"/>
                    <a:pt x="399" y="791"/>
                  </a:cubicBezTo>
                  <a:cubicBezTo>
                    <a:pt x="398" y="711"/>
                    <a:pt x="373" y="646"/>
                    <a:pt x="349" y="601"/>
                  </a:cubicBezTo>
                  <a:cubicBezTo>
                    <a:pt x="337" y="579"/>
                    <a:pt x="325" y="562"/>
                    <a:pt x="316" y="550"/>
                  </a:cubicBezTo>
                  <a:cubicBezTo>
                    <a:pt x="304" y="496"/>
                    <a:pt x="302" y="440"/>
                    <a:pt x="309" y="385"/>
                  </a:cubicBezTo>
                  <a:cubicBezTo>
                    <a:pt x="342" y="391"/>
                    <a:pt x="388" y="397"/>
                    <a:pt x="439" y="397"/>
                  </a:cubicBezTo>
                  <a:cubicBezTo>
                    <a:pt x="462" y="397"/>
                    <a:pt x="486" y="396"/>
                    <a:pt x="510" y="393"/>
                  </a:cubicBezTo>
                  <a:cubicBezTo>
                    <a:pt x="513" y="392"/>
                    <a:pt x="516" y="392"/>
                    <a:pt x="519" y="391"/>
                  </a:cubicBezTo>
                  <a:lnTo>
                    <a:pt x="502" y="437"/>
                  </a:lnTo>
                  <a:close/>
                  <a:moveTo>
                    <a:pt x="526" y="437"/>
                  </a:moveTo>
                  <a:cubicBezTo>
                    <a:pt x="544" y="386"/>
                    <a:pt x="544" y="386"/>
                    <a:pt x="544" y="386"/>
                  </a:cubicBezTo>
                  <a:cubicBezTo>
                    <a:pt x="547" y="386"/>
                    <a:pt x="550" y="385"/>
                    <a:pt x="553" y="384"/>
                  </a:cubicBezTo>
                  <a:cubicBezTo>
                    <a:pt x="555" y="383"/>
                    <a:pt x="557" y="383"/>
                    <a:pt x="559" y="382"/>
                  </a:cubicBezTo>
                  <a:cubicBezTo>
                    <a:pt x="562" y="382"/>
                    <a:pt x="564" y="381"/>
                    <a:pt x="567" y="380"/>
                  </a:cubicBezTo>
                  <a:cubicBezTo>
                    <a:pt x="587" y="437"/>
                    <a:pt x="587" y="437"/>
                    <a:pt x="587" y="437"/>
                  </a:cubicBezTo>
                  <a:lnTo>
                    <a:pt x="526" y="4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 name="Freeform 56"/>
            <p:cNvSpPr>
              <a:spLocks/>
            </p:cNvSpPr>
            <p:nvPr/>
          </p:nvSpPr>
          <p:spPr bwMode="auto">
            <a:xfrm>
              <a:off x="3521075" y="4708525"/>
              <a:ext cx="320675" cy="322263"/>
            </a:xfrm>
            <a:custGeom>
              <a:avLst/>
              <a:gdLst>
                <a:gd name="T0" fmla="*/ 79 w 198"/>
                <a:gd name="T1" fmla="*/ 186 h 198"/>
                <a:gd name="T2" fmla="*/ 187 w 198"/>
                <a:gd name="T3" fmla="*/ 119 h 198"/>
                <a:gd name="T4" fmla="*/ 120 w 198"/>
                <a:gd name="T5" fmla="*/ 11 h 198"/>
                <a:gd name="T6" fmla="*/ 12 w 198"/>
                <a:gd name="T7" fmla="*/ 78 h 198"/>
                <a:gd name="T8" fmla="*/ 79 w 198"/>
                <a:gd name="T9" fmla="*/ 186 h 198"/>
              </a:gdLst>
              <a:ahLst/>
              <a:cxnLst>
                <a:cxn ang="0">
                  <a:pos x="T0" y="T1"/>
                </a:cxn>
                <a:cxn ang="0">
                  <a:pos x="T2" y="T3"/>
                </a:cxn>
                <a:cxn ang="0">
                  <a:pos x="T4" y="T5"/>
                </a:cxn>
                <a:cxn ang="0">
                  <a:pos x="T6" y="T7"/>
                </a:cxn>
                <a:cxn ang="0">
                  <a:pos x="T8" y="T9"/>
                </a:cxn>
              </a:cxnLst>
              <a:rect l="0" t="0" r="r" b="b"/>
              <a:pathLst>
                <a:path w="198" h="198">
                  <a:moveTo>
                    <a:pt x="79" y="186"/>
                  </a:moveTo>
                  <a:cubicBezTo>
                    <a:pt x="127" y="198"/>
                    <a:pt x="176" y="168"/>
                    <a:pt x="187" y="119"/>
                  </a:cubicBezTo>
                  <a:cubicBezTo>
                    <a:pt x="198" y="71"/>
                    <a:pt x="168" y="22"/>
                    <a:pt x="120" y="11"/>
                  </a:cubicBezTo>
                  <a:cubicBezTo>
                    <a:pt x="71" y="0"/>
                    <a:pt x="23" y="30"/>
                    <a:pt x="12" y="78"/>
                  </a:cubicBezTo>
                  <a:cubicBezTo>
                    <a:pt x="0" y="127"/>
                    <a:pt x="30" y="175"/>
                    <a:pt x="79" y="1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48" name="组合 447"/>
          <p:cNvGrpSpPr/>
          <p:nvPr/>
        </p:nvGrpSpPr>
        <p:grpSpPr>
          <a:xfrm>
            <a:off x="8185810" y="4496786"/>
            <a:ext cx="764696" cy="1412869"/>
            <a:chOff x="2363788" y="4659313"/>
            <a:chExt cx="833437" cy="1539875"/>
          </a:xfrm>
          <a:solidFill>
            <a:schemeClr val="tx1">
              <a:lumMod val="65000"/>
              <a:lumOff val="35000"/>
            </a:schemeClr>
          </a:solidFill>
        </p:grpSpPr>
        <p:sp>
          <p:nvSpPr>
            <p:cNvPr id="449" name="Freeform 57"/>
            <p:cNvSpPr>
              <a:spLocks/>
            </p:cNvSpPr>
            <p:nvPr/>
          </p:nvSpPr>
          <p:spPr bwMode="auto">
            <a:xfrm>
              <a:off x="2622550" y="4659313"/>
              <a:ext cx="320675" cy="322263"/>
            </a:xfrm>
            <a:custGeom>
              <a:avLst/>
              <a:gdLst>
                <a:gd name="T0" fmla="*/ 11 w 198"/>
                <a:gd name="T1" fmla="*/ 79 h 198"/>
                <a:gd name="T2" fmla="*/ 79 w 198"/>
                <a:gd name="T3" fmla="*/ 187 h 198"/>
                <a:gd name="T4" fmla="*/ 187 w 198"/>
                <a:gd name="T5" fmla="*/ 119 h 198"/>
                <a:gd name="T6" fmla="*/ 119 w 198"/>
                <a:gd name="T7" fmla="*/ 11 h 198"/>
                <a:gd name="T8" fmla="*/ 11 w 198"/>
                <a:gd name="T9" fmla="*/ 79 h 198"/>
              </a:gdLst>
              <a:ahLst/>
              <a:cxnLst>
                <a:cxn ang="0">
                  <a:pos x="T0" y="T1"/>
                </a:cxn>
                <a:cxn ang="0">
                  <a:pos x="T2" y="T3"/>
                </a:cxn>
                <a:cxn ang="0">
                  <a:pos x="T4" y="T5"/>
                </a:cxn>
                <a:cxn ang="0">
                  <a:pos x="T6" y="T7"/>
                </a:cxn>
                <a:cxn ang="0">
                  <a:pos x="T8" y="T9"/>
                </a:cxn>
              </a:cxnLst>
              <a:rect l="0" t="0" r="r" b="b"/>
              <a:pathLst>
                <a:path w="198" h="198">
                  <a:moveTo>
                    <a:pt x="11" y="79"/>
                  </a:moveTo>
                  <a:cubicBezTo>
                    <a:pt x="0" y="127"/>
                    <a:pt x="30" y="175"/>
                    <a:pt x="79" y="187"/>
                  </a:cubicBezTo>
                  <a:cubicBezTo>
                    <a:pt x="127" y="198"/>
                    <a:pt x="175" y="168"/>
                    <a:pt x="187" y="119"/>
                  </a:cubicBezTo>
                  <a:cubicBezTo>
                    <a:pt x="198" y="71"/>
                    <a:pt x="168" y="23"/>
                    <a:pt x="119" y="11"/>
                  </a:cubicBezTo>
                  <a:cubicBezTo>
                    <a:pt x="71" y="0"/>
                    <a:pt x="23" y="30"/>
                    <a:pt x="11"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 name="Freeform 58"/>
            <p:cNvSpPr>
              <a:spLocks/>
            </p:cNvSpPr>
            <p:nvPr/>
          </p:nvSpPr>
          <p:spPr bwMode="auto">
            <a:xfrm>
              <a:off x="2363788" y="4991100"/>
              <a:ext cx="582613" cy="1208088"/>
            </a:xfrm>
            <a:custGeom>
              <a:avLst/>
              <a:gdLst>
                <a:gd name="T0" fmla="*/ 322 w 359"/>
                <a:gd name="T1" fmla="*/ 479 h 744"/>
                <a:gd name="T2" fmla="*/ 321 w 359"/>
                <a:gd name="T3" fmla="*/ 472 h 744"/>
                <a:gd name="T4" fmla="*/ 309 w 359"/>
                <a:gd name="T5" fmla="*/ 366 h 744"/>
                <a:gd name="T6" fmla="*/ 302 w 359"/>
                <a:gd name="T7" fmla="*/ 366 h 744"/>
                <a:gd name="T8" fmla="*/ 294 w 359"/>
                <a:gd name="T9" fmla="*/ 366 h 744"/>
                <a:gd name="T10" fmla="*/ 294 w 359"/>
                <a:gd name="T11" fmla="*/ 358 h 744"/>
                <a:gd name="T12" fmla="*/ 294 w 359"/>
                <a:gd name="T13" fmla="*/ 334 h 744"/>
                <a:gd name="T14" fmla="*/ 294 w 359"/>
                <a:gd name="T15" fmla="*/ 326 h 744"/>
                <a:gd name="T16" fmla="*/ 302 w 359"/>
                <a:gd name="T17" fmla="*/ 326 h 744"/>
                <a:gd name="T18" fmla="*/ 348 w 359"/>
                <a:gd name="T19" fmla="*/ 326 h 744"/>
                <a:gd name="T20" fmla="*/ 349 w 359"/>
                <a:gd name="T21" fmla="*/ 322 h 744"/>
                <a:gd name="T22" fmla="*/ 344 w 359"/>
                <a:gd name="T23" fmla="*/ 278 h 744"/>
                <a:gd name="T24" fmla="*/ 286 w 359"/>
                <a:gd name="T25" fmla="*/ 254 h 744"/>
                <a:gd name="T26" fmla="*/ 216 w 359"/>
                <a:gd name="T27" fmla="*/ 182 h 744"/>
                <a:gd name="T28" fmla="*/ 185 w 359"/>
                <a:gd name="T29" fmla="*/ 80 h 744"/>
                <a:gd name="T30" fmla="*/ 185 w 359"/>
                <a:gd name="T31" fmla="*/ 79 h 744"/>
                <a:gd name="T32" fmla="*/ 185 w 359"/>
                <a:gd name="T33" fmla="*/ 79 h 744"/>
                <a:gd name="T34" fmla="*/ 185 w 359"/>
                <a:gd name="T35" fmla="*/ 79 h 744"/>
                <a:gd name="T36" fmla="*/ 194 w 359"/>
                <a:gd name="T37" fmla="*/ 53 h 744"/>
                <a:gd name="T38" fmla="*/ 219 w 359"/>
                <a:gd name="T39" fmla="*/ 42 h 744"/>
                <a:gd name="T40" fmla="*/ 221 w 359"/>
                <a:gd name="T41" fmla="*/ 42 h 744"/>
                <a:gd name="T42" fmla="*/ 257 w 359"/>
                <a:gd name="T43" fmla="*/ 76 h 744"/>
                <a:gd name="T44" fmla="*/ 257 w 359"/>
                <a:gd name="T45" fmla="*/ 78 h 744"/>
                <a:gd name="T46" fmla="*/ 258 w 359"/>
                <a:gd name="T47" fmla="*/ 88 h 744"/>
                <a:gd name="T48" fmla="*/ 266 w 359"/>
                <a:gd name="T49" fmla="*/ 120 h 744"/>
                <a:gd name="T50" fmla="*/ 323 w 359"/>
                <a:gd name="T51" fmla="*/ 192 h 744"/>
                <a:gd name="T52" fmla="*/ 331 w 359"/>
                <a:gd name="T53" fmla="*/ 196 h 744"/>
                <a:gd name="T54" fmla="*/ 214 w 359"/>
                <a:gd name="T55" fmla="*/ 0 h 744"/>
                <a:gd name="T56" fmla="*/ 208 w 359"/>
                <a:gd name="T57" fmla="*/ 0 h 744"/>
                <a:gd name="T58" fmla="*/ 198 w 359"/>
                <a:gd name="T59" fmla="*/ 0 h 744"/>
                <a:gd name="T60" fmla="*/ 93 w 359"/>
                <a:gd name="T61" fmla="*/ 38 h 744"/>
                <a:gd name="T62" fmla="*/ 3 w 359"/>
                <a:gd name="T63" fmla="*/ 212 h 744"/>
                <a:gd name="T64" fmla="*/ 25 w 359"/>
                <a:gd name="T65" fmla="*/ 245 h 744"/>
                <a:gd name="T66" fmla="*/ 30 w 359"/>
                <a:gd name="T67" fmla="*/ 246 h 744"/>
                <a:gd name="T68" fmla="*/ 58 w 359"/>
                <a:gd name="T69" fmla="*/ 223 h 744"/>
                <a:gd name="T70" fmla="*/ 128 w 359"/>
                <a:gd name="T71" fmla="*/ 81 h 744"/>
                <a:gd name="T72" fmla="*/ 136 w 359"/>
                <a:gd name="T73" fmla="*/ 75 h 744"/>
                <a:gd name="T74" fmla="*/ 96 w 359"/>
                <a:gd name="T75" fmla="*/ 447 h 744"/>
                <a:gd name="T76" fmla="*/ 166 w 359"/>
                <a:gd name="T77" fmla="*/ 447 h 744"/>
                <a:gd name="T78" fmla="*/ 86 w 359"/>
                <a:gd name="T79" fmla="*/ 673 h 744"/>
                <a:gd name="T80" fmla="*/ 92 w 359"/>
                <a:gd name="T81" fmla="*/ 730 h 744"/>
                <a:gd name="T82" fmla="*/ 117 w 359"/>
                <a:gd name="T83" fmla="*/ 738 h 744"/>
                <a:gd name="T84" fmla="*/ 148 w 359"/>
                <a:gd name="T85" fmla="*/ 723 h 744"/>
                <a:gd name="T86" fmla="*/ 246 w 359"/>
                <a:gd name="T87" fmla="*/ 447 h 744"/>
                <a:gd name="T88" fmla="*/ 259 w 359"/>
                <a:gd name="T89" fmla="*/ 447 h 744"/>
                <a:gd name="T90" fmla="*/ 279 w 359"/>
                <a:gd name="T91" fmla="*/ 568 h 744"/>
                <a:gd name="T92" fmla="*/ 263 w 359"/>
                <a:gd name="T93" fmla="*/ 694 h 744"/>
                <a:gd name="T94" fmla="*/ 293 w 359"/>
                <a:gd name="T95" fmla="*/ 742 h 744"/>
                <a:gd name="T96" fmla="*/ 302 w 359"/>
                <a:gd name="T97" fmla="*/ 744 h 744"/>
                <a:gd name="T98" fmla="*/ 341 w 359"/>
                <a:gd name="T99" fmla="*/ 713 h 744"/>
                <a:gd name="T100" fmla="*/ 359 w 359"/>
                <a:gd name="T101" fmla="*/ 568 h 744"/>
                <a:gd name="T102" fmla="*/ 351 w 359"/>
                <a:gd name="T103" fmla="*/ 479 h 744"/>
                <a:gd name="T104" fmla="*/ 329 w 359"/>
                <a:gd name="T105" fmla="*/ 479 h 744"/>
                <a:gd name="T106" fmla="*/ 322 w 359"/>
                <a:gd name="T107" fmla="*/ 479 h 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9" h="744">
                  <a:moveTo>
                    <a:pt x="322" y="479"/>
                  </a:moveTo>
                  <a:cubicBezTo>
                    <a:pt x="321" y="472"/>
                    <a:pt x="321" y="472"/>
                    <a:pt x="321" y="472"/>
                  </a:cubicBezTo>
                  <a:cubicBezTo>
                    <a:pt x="309" y="366"/>
                    <a:pt x="309" y="366"/>
                    <a:pt x="309" y="366"/>
                  </a:cubicBezTo>
                  <a:cubicBezTo>
                    <a:pt x="302" y="366"/>
                    <a:pt x="302" y="366"/>
                    <a:pt x="302" y="366"/>
                  </a:cubicBezTo>
                  <a:cubicBezTo>
                    <a:pt x="294" y="366"/>
                    <a:pt x="294" y="366"/>
                    <a:pt x="294" y="366"/>
                  </a:cubicBezTo>
                  <a:cubicBezTo>
                    <a:pt x="294" y="358"/>
                    <a:pt x="294" y="358"/>
                    <a:pt x="294" y="358"/>
                  </a:cubicBezTo>
                  <a:cubicBezTo>
                    <a:pt x="294" y="334"/>
                    <a:pt x="294" y="334"/>
                    <a:pt x="294" y="334"/>
                  </a:cubicBezTo>
                  <a:cubicBezTo>
                    <a:pt x="294" y="326"/>
                    <a:pt x="294" y="326"/>
                    <a:pt x="294" y="326"/>
                  </a:cubicBezTo>
                  <a:cubicBezTo>
                    <a:pt x="302" y="326"/>
                    <a:pt x="302" y="326"/>
                    <a:pt x="302" y="326"/>
                  </a:cubicBezTo>
                  <a:cubicBezTo>
                    <a:pt x="348" y="326"/>
                    <a:pt x="348" y="326"/>
                    <a:pt x="348" y="326"/>
                  </a:cubicBezTo>
                  <a:cubicBezTo>
                    <a:pt x="349" y="322"/>
                    <a:pt x="349" y="322"/>
                    <a:pt x="349" y="322"/>
                  </a:cubicBezTo>
                  <a:cubicBezTo>
                    <a:pt x="348" y="308"/>
                    <a:pt x="346" y="293"/>
                    <a:pt x="344" y="278"/>
                  </a:cubicBezTo>
                  <a:cubicBezTo>
                    <a:pt x="323" y="272"/>
                    <a:pt x="303" y="264"/>
                    <a:pt x="286" y="254"/>
                  </a:cubicBezTo>
                  <a:cubicBezTo>
                    <a:pt x="257" y="236"/>
                    <a:pt x="233" y="212"/>
                    <a:pt x="216" y="182"/>
                  </a:cubicBezTo>
                  <a:cubicBezTo>
                    <a:pt x="191" y="138"/>
                    <a:pt x="186" y="96"/>
                    <a:pt x="185" y="80"/>
                  </a:cubicBezTo>
                  <a:cubicBezTo>
                    <a:pt x="185" y="79"/>
                    <a:pt x="185" y="79"/>
                    <a:pt x="185" y="79"/>
                  </a:cubicBezTo>
                  <a:cubicBezTo>
                    <a:pt x="185" y="79"/>
                    <a:pt x="185" y="79"/>
                    <a:pt x="185" y="79"/>
                  </a:cubicBezTo>
                  <a:cubicBezTo>
                    <a:pt x="185" y="79"/>
                    <a:pt x="185" y="79"/>
                    <a:pt x="185" y="79"/>
                  </a:cubicBezTo>
                  <a:cubicBezTo>
                    <a:pt x="184" y="69"/>
                    <a:pt x="188" y="60"/>
                    <a:pt x="194" y="53"/>
                  </a:cubicBezTo>
                  <a:cubicBezTo>
                    <a:pt x="201" y="46"/>
                    <a:pt x="210" y="42"/>
                    <a:pt x="219" y="42"/>
                  </a:cubicBezTo>
                  <a:cubicBezTo>
                    <a:pt x="220" y="42"/>
                    <a:pt x="220" y="42"/>
                    <a:pt x="221" y="42"/>
                  </a:cubicBezTo>
                  <a:cubicBezTo>
                    <a:pt x="240" y="42"/>
                    <a:pt x="256" y="57"/>
                    <a:pt x="257" y="76"/>
                  </a:cubicBezTo>
                  <a:cubicBezTo>
                    <a:pt x="257" y="77"/>
                    <a:pt x="257" y="78"/>
                    <a:pt x="257" y="78"/>
                  </a:cubicBezTo>
                  <a:cubicBezTo>
                    <a:pt x="257" y="80"/>
                    <a:pt x="257" y="84"/>
                    <a:pt x="258" y="88"/>
                  </a:cubicBezTo>
                  <a:cubicBezTo>
                    <a:pt x="259" y="95"/>
                    <a:pt x="262" y="107"/>
                    <a:pt x="266" y="120"/>
                  </a:cubicBezTo>
                  <a:cubicBezTo>
                    <a:pt x="278" y="152"/>
                    <a:pt x="297" y="176"/>
                    <a:pt x="323" y="192"/>
                  </a:cubicBezTo>
                  <a:cubicBezTo>
                    <a:pt x="326" y="194"/>
                    <a:pt x="328" y="195"/>
                    <a:pt x="331" y="196"/>
                  </a:cubicBezTo>
                  <a:cubicBezTo>
                    <a:pt x="311" y="94"/>
                    <a:pt x="276" y="0"/>
                    <a:pt x="214" y="0"/>
                  </a:cubicBezTo>
                  <a:cubicBezTo>
                    <a:pt x="212" y="0"/>
                    <a:pt x="210" y="0"/>
                    <a:pt x="208" y="0"/>
                  </a:cubicBezTo>
                  <a:cubicBezTo>
                    <a:pt x="205" y="0"/>
                    <a:pt x="202" y="0"/>
                    <a:pt x="198" y="0"/>
                  </a:cubicBezTo>
                  <a:cubicBezTo>
                    <a:pt x="172" y="0"/>
                    <a:pt x="131" y="6"/>
                    <a:pt x="93" y="38"/>
                  </a:cubicBezTo>
                  <a:cubicBezTo>
                    <a:pt x="54" y="69"/>
                    <a:pt x="20" y="124"/>
                    <a:pt x="3" y="212"/>
                  </a:cubicBezTo>
                  <a:cubicBezTo>
                    <a:pt x="0" y="227"/>
                    <a:pt x="9" y="242"/>
                    <a:pt x="25" y="245"/>
                  </a:cubicBezTo>
                  <a:cubicBezTo>
                    <a:pt x="26" y="246"/>
                    <a:pt x="28" y="246"/>
                    <a:pt x="30" y="246"/>
                  </a:cubicBezTo>
                  <a:cubicBezTo>
                    <a:pt x="43" y="246"/>
                    <a:pt x="55" y="237"/>
                    <a:pt x="58" y="223"/>
                  </a:cubicBezTo>
                  <a:cubicBezTo>
                    <a:pt x="74" y="143"/>
                    <a:pt x="102" y="103"/>
                    <a:pt x="128" y="81"/>
                  </a:cubicBezTo>
                  <a:cubicBezTo>
                    <a:pt x="131" y="79"/>
                    <a:pt x="134" y="77"/>
                    <a:pt x="136" y="75"/>
                  </a:cubicBezTo>
                  <a:cubicBezTo>
                    <a:pt x="87" y="203"/>
                    <a:pt x="96" y="447"/>
                    <a:pt x="96" y="447"/>
                  </a:cubicBezTo>
                  <a:cubicBezTo>
                    <a:pt x="166" y="447"/>
                    <a:pt x="166" y="447"/>
                    <a:pt x="166" y="447"/>
                  </a:cubicBezTo>
                  <a:cubicBezTo>
                    <a:pt x="164" y="508"/>
                    <a:pt x="147" y="596"/>
                    <a:pt x="86" y="673"/>
                  </a:cubicBezTo>
                  <a:cubicBezTo>
                    <a:pt x="72" y="691"/>
                    <a:pt x="75" y="716"/>
                    <a:pt x="92" y="730"/>
                  </a:cubicBezTo>
                  <a:cubicBezTo>
                    <a:pt x="99" y="735"/>
                    <a:pt x="108" y="738"/>
                    <a:pt x="117" y="738"/>
                  </a:cubicBezTo>
                  <a:cubicBezTo>
                    <a:pt x="129" y="738"/>
                    <a:pt x="140" y="733"/>
                    <a:pt x="148" y="723"/>
                  </a:cubicBezTo>
                  <a:cubicBezTo>
                    <a:pt x="225" y="626"/>
                    <a:pt x="244" y="519"/>
                    <a:pt x="246" y="447"/>
                  </a:cubicBezTo>
                  <a:cubicBezTo>
                    <a:pt x="259" y="447"/>
                    <a:pt x="259" y="447"/>
                    <a:pt x="259" y="447"/>
                  </a:cubicBezTo>
                  <a:cubicBezTo>
                    <a:pt x="270" y="475"/>
                    <a:pt x="279" y="515"/>
                    <a:pt x="279" y="568"/>
                  </a:cubicBezTo>
                  <a:cubicBezTo>
                    <a:pt x="279" y="603"/>
                    <a:pt x="275" y="645"/>
                    <a:pt x="263" y="694"/>
                  </a:cubicBezTo>
                  <a:cubicBezTo>
                    <a:pt x="258" y="716"/>
                    <a:pt x="272" y="737"/>
                    <a:pt x="293" y="742"/>
                  </a:cubicBezTo>
                  <a:cubicBezTo>
                    <a:pt x="296" y="743"/>
                    <a:pt x="299" y="744"/>
                    <a:pt x="302" y="744"/>
                  </a:cubicBezTo>
                  <a:cubicBezTo>
                    <a:pt x="320" y="744"/>
                    <a:pt x="337" y="731"/>
                    <a:pt x="341" y="713"/>
                  </a:cubicBezTo>
                  <a:cubicBezTo>
                    <a:pt x="354" y="658"/>
                    <a:pt x="359" y="610"/>
                    <a:pt x="359" y="568"/>
                  </a:cubicBezTo>
                  <a:cubicBezTo>
                    <a:pt x="359" y="534"/>
                    <a:pt x="356" y="505"/>
                    <a:pt x="351" y="479"/>
                  </a:cubicBezTo>
                  <a:cubicBezTo>
                    <a:pt x="329" y="479"/>
                    <a:pt x="329" y="479"/>
                    <a:pt x="329" y="479"/>
                  </a:cubicBezTo>
                  <a:lnTo>
                    <a:pt x="322" y="4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 name="Freeform 59"/>
            <p:cNvSpPr>
              <a:spLocks/>
            </p:cNvSpPr>
            <p:nvPr/>
          </p:nvSpPr>
          <p:spPr bwMode="auto">
            <a:xfrm>
              <a:off x="2854325" y="5438775"/>
              <a:ext cx="342900" cy="317500"/>
            </a:xfrm>
            <a:custGeom>
              <a:avLst/>
              <a:gdLst>
                <a:gd name="T0" fmla="*/ 139 w 211"/>
                <a:gd name="T1" fmla="*/ 0 h 195"/>
                <a:gd name="T2" fmla="*/ 119 w 211"/>
                <a:gd name="T3" fmla="*/ 9 h 195"/>
                <a:gd name="T4" fmla="*/ 136 w 211"/>
                <a:gd name="T5" fmla="*/ 58 h 195"/>
                <a:gd name="T6" fmla="*/ 75 w 211"/>
                <a:gd name="T7" fmla="*/ 58 h 195"/>
                <a:gd name="T8" fmla="*/ 92 w 211"/>
                <a:gd name="T9" fmla="*/ 9 h 195"/>
                <a:gd name="T10" fmla="*/ 69 w 211"/>
                <a:gd name="T11" fmla="*/ 7 h 195"/>
                <a:gd name="T12" fmla="*/ 51 w 211"/>
                <a:gd name="T13" fmla="*/ 58 h 195"/>
                <a:gd name="T14" fmla="*/ 0 w 211"/>
                <a:gd name="T15" fmla="*/ 58 h 195"/>
                <a:gd name="T16" fmla="*/ 0 w 211"/>
                <a:gd name="T17" fmla="*/ 82 h 195"/>
                <a:gd name="T18" fmla="*/ 14 w 211"/>
                <a:gd name="T19" fmla="*/ 82 h 195"/>
                <a:gd name="T20" fmla="*/ 27 w 211"/>
                <a:gd name="T21" fmla="*/ 195 h 195"/>
                <a:gd name="T22" fmla="*/ 184 w 211"/>
                <a:gd name="T23" fmla="*/ 195 h 195"/>
                <a:gd name="T24" fmla="*/ 197 w 211"/>
                <a:gd name="T25" fmla="*/ 82 h 195"/>
                <a:gd name="T26" fmla="*/ 211 w 211"/>
                <a:gd name="T27" fmla="*/ 82 h 195"/>
                <a:gd name="T28" fmla="*/ 211 w 211"/>
                <a:gd name="T29" fmla="*/ 58 h 195"/>
                <a:gd name="T30" fmla="*/ 160 w 211"/>
                <a:gd name="T31" fmla="*/ 58 h 195"/>
                <a:gd name="T32" fmla="*/ 139 w 211"/>
                <a:gd name="T33" fmla="*/ 0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1" h="195">
                  <a:moveTo>
                    <a:pt x="139" y="0"/>
                  </a:moveTo>
                  <a:cubicBezTo>
                    <a:pt x="134" y="5"/>
                    <a:pt x="127" y="8"/>
                    <a:pt x="119" y="9"/>
                  </a:cubicBezTo>
                  <a:cubicBezTo>
                    <a:pt x="136" y="58"/>
                    <a:pt x="136" y="58"/>
                    <a:pt x="136" y="58"/>
                  </a:cubicBezTo>
                  <a:cubicBezTo>
                    <a:pt x="75" y="58"/>
                    <a:pt x="75" y="58"/>
                    <a:pt x="75" y="58"/>
                  </a:cubicBezTo>
                  <a:cubicBezTo>
                    <a:pt x="92" y="9"/>
                    <a:pt x="92" y="9"/>
                    <a:pt x="92" y="9"/>
                  </a:cubicBezTo>
                  <a:cubicBezTo>
                    <a:pt x="84" y="9"/>
                    <a:pt x="77" y="8"/>
                    <a:pt x="69" y="7"/>
                  </a:cubicBezTo>
                  <a:cubicBezTo>
                    <a:pt x="51" y="58"/>
                    <a:pt x="51" y="58"/>
                    <a:pt x="51" y="58"/>
                  </a:cubicBezTo>
                  <a:cubicBezTo>
                    <a:pt x="0" y="58"/>
                    <a:pt x="0" y="58"/>
                    <a:pt x="0" y="58"/>
                  </a:cubicBezTo>
                  <a:cubicBezTo>
                    <a:pt x="0" y="82"/>
                    <a:pt x="0" y="82"/>
                    <a:pt x="0" y="82"/>
                  </a:cubicBezTo>
                  <a:cubicBezTo>
                    <a:pt x="14" y="82"/>
                    <a:pt x="14" y="82"/>
                    <a:pt x="14" y="82"/>
                  </a:cubicBezTo>
                  <a:cubicBezTo>
                    <a:pt x="27" y="195"/>
                    <a:pt x="27" y="195"/>
                    <a:pt x="27" y="195"/>
                  </a:cubicBezTo>
                  <a:cubicBezTo>
                    <a:pt x="184" y="195"/>
                    <a:pt x="184" y="195"/>
                    <a:pt x="184" y="195"/>
                  </a:cubicBezTo>
                  <a:cubicBezTo>
                    <a:pt x="197" y="82"/>
                    <a:pt x="197" y="82"/>
                    <a:pt x="197" y="82"/>
                  </a:cubicBezTo>
                  <a:cubicBezTo>
                    <a:pt x="211" y="82"/>
                    <a:pt x="211" y="82"/>
                    <a:pt x="211" y="82"/>
                  </a:cubicBezTo>
                  <a:cubicBezTo>
                    <a:pt x="211" y="58"/>
                    <a:pt x="211" y="58"/>
                    <a:pt x="211" y="58"/>
                  </a:cubicBezTo>
                  <a:cubicBezTo>
                    <a:pt x="160" y="58"/>
                    <a:pt x="160" y="58"/>
                    <a:pt x="160" y="58"/>
                  </a:cubicBezTo>
                  <a:lnTo>
                    <a:pt x="13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 name="Freeform 60"/>
            <p:cNvSpPr>
              <a:spLocks/>
            </p:cNvSpPr>
            <p:nvPr/>
          </p:nvSpPr>
          <p:spPr bwMode="auto">
            <a:xfrm>
              <a:off x="2676525" y="51196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 name="Freeform 61"/>
            <p:cNvSpPr>
              <a:spLocks/>
            </p:cNvSpPr>
            <p:nvPr/>
          </p:nvSpPr>
          <p:spPr bwMode="auto">
            <a:xfrm>
              <a:off x="2674938" y="5070475"/>
              <a:ext cx="411163" cy="371475"/>
            </a:xfrm>
            <a:custGeom>
              <a:avLst/>
              <a:gdLst>
                <a:gd name="T0" fmla="*/ 220 w 253"/>
                <a:gd name="T1" fmla="*/ 229 h 229"/>
                <a:gd name="T2" fmla="*/ 220 w 253"/>
                <a:gd name="T3" fmla="*/ 229 h 229"/>
                <a:gd name="T4" fmla="*/ 225 w 253"/>
                <a:gd name="T5" fmla="*/ 229 h 229"/>
                <a:gd name="T6" fmla="*/ 253 w 253"/>
                <a:gd name="T7" fmla="*/ 200 h 229"/>
                <a:gd name="T8" fmla="*/ 224 w 253"/>
                <a:gd name="T9" fmla="*/ 173 h 229"/>
                <a:gd name="T10" fmla="*/ 220 w 253"/>
                <a:gd name="T11" fmla="*/ 173 h 229"/>
                <a:gd name="T12" fmla="*/ 127 w 253"/>
                <a:gd name="T13" fmla="*/ 150 h 229"/>
                <a:gd name="T14" fmla="*/ 67 w 253"/>
                <a:gd name="T15" fmla="*/ 74 h 229"/>
                <a:gd name="T16" fmla="*/ 58 w 253"/>
                <a:gd name="T17" fmla="*/ 40 h 229"/>
                <a:gd name="T18" fmla="*/ 57 w 253"/>
                <a:gd name="T19" fmla="*/ 30 h 229"/>
                <a:gd name="T20" fmla="*/ 57 w 253"/>
                <a:gd name="T21" fmla="*/ 28 h 229"/>
                <a:gd name="T22" fmla="*/ 57 w 253"/>
                <a:gd name="T23" fmla="*/ 28 h 229"/>
                <a:gd name="T24" fmla="*/ 28 w 253"/>
                <a:gd name="T25" fmla="*/ 1 h 229"/>
                <a:gd name="T26" fmla="*/ 1 w 253"/>
                <a:gd name="T27" fmla="*/ 30 h 229"/>
                <a:gd name="T28" fmla="*/ 31 w 253"/>
                <a:gd name="T29" fmla="*/ 129 h 229"/>
                <a:gd name="T30" fmla="*/ 98 w 253"/>
                <a:gd name="T31" fmla="*/ 198 h 229"/>
                <a:gd name="T32" fmla="*/ 220 w 253"/>
                <a:gd name="T33" fmla="*/ 229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3" h="229">
                  <a:moveTo>
                    <a:pt x="220" y="229"/>
                  </a:moveTo>
                  <a:cubicBezTo>
                    <a:pt x="220" y="229"/>
                    <a:pt x="220" y="229"/>
                    <a:pt x="220" y="229"/>
                  </a:cubicBezTo>
                  <a:cubicBezTo>
                    <a:pt x="222" y="229"/>
                    <a:pt x="223" y="229"/>
                    <a:pt x="225" y="229"/>
                  </a:cubicBezTo>
                  <a:cubicBezTo>
                    <a:pt x="240" y="229"/>
                    <a:pt x="253" y="216"/>
                    <a:pt x="253" y="200"/>
                  </a:cubicBezTo>
                  <a:cubicBezTo>
                    <a:pt x="252" y="185"/>
                    <a:pt x="240" y="173"/>
                    <a:pt x="224" y="173"/>
                  </a:cubicBezTo>
                  <a:cubicBezTo>
                    <a:pt x="223" y="173"/>
                    <a:pt x="222" y="173"/>
                    <a:pt x="220" y="173"/>
                  </a:cubicBezTo>
                  <a:cubicBezTo>
                    <a:pt x="178" y="173"/>
                    <a:pt x="149" y="163"/>
                    <a:pt x="127" y="150"/>
                  </a:cubicBezTo>
                  <a:cubicBezTo>
                    <a:pt x="94" y="130"/>
                    <a:pt x="76" y="100"/>
                    <a:pt x="67" y="74"/>
                  </a:cubicBezTo>
                  <a:cubicBezTo>
                    <a:pt x="62" y="60"/>
                    <a:pt x="59" y="48"/>
                    <a:pt x="58" y="40"/>
                  </a:cubicBezTo>
                  <a:cubicBezTo>
                    <a:pt x="57" y="36"/>
                    <a:pt x="57" y="32"/>
                    <a:pt x="57" y="30"/>
                  </a:cubicBezTo>
                  <a:cubicBezTo>
                    <a:pt x="57" y="29"/>
                    <a:pt x="57" y="28"/>
                    <a:pt x="57" y="28"/>
                  </a:cubicBezTo>
                  <a:cubicBezTo>
                    <a:pt x="57" y="28"/>
                    <a:pt x="57" y="28"/>
                    <a:pt x="57" y="28"/>
                  </a:cubicBezTo>
                  <a:cubicBezTo>
                    <a:pt x="56" y="12"/>
                    <a:pt x="43" y="0"/>
                    <a:pt x="28" y="1"/>
                  </a:cubicBezTo>
                  <a:cubicBezTo>
                    <a:pt x="12" y="1"/>
                    <a:pt x="0" y="14"/>
                    <a:pt x="1" y="30"/>
                  </a:cubicBezTo>
                  <a:cubicBezTo>
                    <a:pt x="1" y="32"/>
                    <a:pt x="2" y="79"/>
                    <a:pt x="31" y="129"/>
                  </a:cubicBezTo>
                  <a:cubicBezTo>
                    <a:pt x="45" y="153"/>
                    <a:pt x="66" y="179"/>
                    <a:pt x="98" y="198"/>
                  </a:cubicBezTo>
                  <a:cubicBezTo>
                    <a:pt x="129" y="217"/>
                    <a:pt x="170" y="229"/>
                    <a:pt x="220" y="2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54" name="组合 453"/>
          <p:cNvGrpSpPr/>
          <p:nvPr/>
        </p:nvGrpSpPr>
        <p:grpSpPr>
          <a:xfrm>
            <a:off x="7400721" y="4565244"/>
            <a:ext cx="774893" cy="1353150"/>
            <a:chOff x="1508125" y="4733925"/>
            <a:chExt cx="844550" cy="1474788"/>
          </a:xfrm>
          <a:solidFill>
            <a:schemeClr val="tx1">
              <a:lumMod val="65000"/>
              <a:lumOff val="35000"/>
            </a:schemeClr>
          </a:solidFill>
        </p:grpSpPr>
        <p:sp>
          <p:nvSpPr>
            <p:cNvPr id="455" name="Freeform 62"/>
            <p:cNvSpPr>
              <a:spLocks/>
            </p:cNvSpPr>
            <p:nvPr/>
          </p:nvSpPr>
          <p:spPr bwMode="auto">
            <a:xfrm>
              <a:off x="1793875" y="4733925"/>
              <a:ext cx="333375" cy="331788"/>
            </a:xfrm>
            <a:custGeom>
              <a:avLst/>
              <a:gdLst>
                <a:gd name="T0" fmla="*/ 20 w 205"/>
                <a:gd name="T1" fmla="*/ 67 h 204"/>
                <a:gd name="T2" fmla="*/ 67 w 205"/>
                <a:gd name="T3" fmla="*/ 185 h 204"/>
                <a:gd name="T4" fmla="*/ 185 w 205"/>
                <a:gd name="T5" fmla="*/ 138 h 204"/>
                <a:gd name="T6" fmla="*/ 138 w 205"/>
                <a:gd name="T7" fmla="*/ 19 h 204"/>
                <a:gd name="T8" fmla="*/ 20 w 205"/>
                <a:gd name="T9" fmla="*/ 67 h 204"/>
              </a:gdLst>
              <a:ahLst/>
              <a:cxnLst>
                <a:cxn ang="0">
                  <a:pos x="T0" y="T1"/>
                </a:cxn>
                <a:cxn ang="0">
                  <a:pos x="T2" y="T3"/>
                </a:cxn>
                <a:cxn ang="0">
                  <a:pos x="T4" y="T5"/>
                </a:cxn>
                <a:cxn ang="0">
                  <a:pos x="T6" y="T7"/>
                </a:cxn>
                <a:cxn ang="0">
                  <a:pos x="T8" y="T9"/>
                </a:cxn>
              </a:cxnLst>
              <a:rect l="0" t="0" r="r" b="b"/>
              <a:pathLst>
                <a:path w="205" h="204">
                  <a:moveTo>
                    <a:pt x="20" y="67"/>
                  </a:moveTo>
                  <a:cubicBezTo>
                    <a:pt x="0" y="112"/>
                    <a:pt x="21" y="165"/>
                    <a:pt x="67" y="185"/>
                  </a:cubicBezTo>
                  <a:cubicBezTo>
                    <a:pt x="113" y="204"/>
                    <a:pt x="166" y="183"/>
                    <a:pt x="185" y="138"/>
                  </a:cubicBezTo>
                  <a:cubicBezTo>
                    <a:pt x="205" y="92"/>
                    <a:pt x="184" y="39"/>
                    <a:pt x="138" y="19"/>
                  </a:cubicBezTo>
                  <a:cubicBezTo>
                    <a:pt x="93" y="0"/>
                    <a:pt x="40" y="21"/>
                    <a:pt x="20"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 name="Freeform 63"/>
            <p:cNvSpPr>
              <a:spLocks/>
            </p:cNvSpPr>
            <p:nvPr/>
          </p:nvSpPr>
          <p:spPr bwMode="auto">
            <a:xfrm>
              <a:off x="1508125" y="5068888"/>
              <a:ext cx="611188" cy="1139825"/>
            </a:xfrm>
            <a:custGeom>
              <a:avLst/>
              <a:gdLst>
                <a:gd name="T0" fmla="*/ 329 w 376"/>
                <a:gd name="T1" fmla="*/ 511 h 702"/>
                <a:gd name="T2" fmla="*/ 328 w 376"/>
                <a:gd name="T3" fmla="*/ 504 h 702"/>
                <a:gd name="T4" fmla="*/ 316 w 376"/>
                <a:gd name="T5" fmla="*/ 398 h 702"/>
                <a:gd name="T6" fmla="*/ 309 w 376"/>
                <a:gd name="T7" fmla="*/ 398 h 702"/>
                <a:gd name="T8" fmla="*/ 301 w 376"/>
                <a:gd name="T9" fmla="*/ 398 h 702"/>
                <a:gd name="T10" fmla="*/ 301 w 376"/>
                <a:gd name="T11" fmla="*/ 390 h 702"/>
                <a:gd name="T12" fmla="*/ 301 w 376"/>
                <a:gd name="T13" fmla="*/ 367 h 702"/>
                <a:gd name="T14" fmla="*/ 301 w 376"/>
                <a:gd name="T15" fmla="*/ 359 h 702"/>
                <a:gd name="T16" fmla="*/ 307 w 376"/>
                <a:gd name="T17" fmla="*/ 359 h 702"/>
                <a:gd name="T18" fmla="*/ 237 w 376"/>
                <a:gd name="T19" fmla="*/ 292 h 702"/>
                <a:gd name="T20" fmla="*/ 230 w 376"/>
                <a:gd name="T21" fmla="*/ 287 h 702"/>
                <a:gd name="T22" fmla="*/ 245 w 376"/>
                <a:gd name="T23" fmla="*/ 222 h 702"/>
                <a:gd name="T24" fmla="*/ 227 w 376"/>
                <a:gd name="T25" fmla="*/ 191 h 702"/>
                <a:gd name="T26" fmla="*/ 198 w 376"/>
                <a:gd name="T27" fmla="*/ 84 h 702"/>
                <a:gd name="T28" fmla="*/ 198 w 376"/>
                <a:gd name="T29" fmla="*/ 84 h 702"/>
                <a:gd name="T30" fmla="*/ 198 w 376"/>
                <a:gd name="T31" fmla="*/ 83 h 702"/>
                <a:gd name="T32" fmla="*/ 210 w 376"/>
                <a:gd name="T33" fmla="*/ 55 h 702"/>
                <a:gd name="T34" fmla="*/ 238 w 376"/>
                <a:gd name="T35" fmla="*/ 43 h 702"/>
                <a:gd name="T36" fmla="*/ 238 w 376"/>
                <a:gd name="T37" fmla="*/ 43 h 702"/>
                <a:gd name="T38" fmla="*/ 278 w 376"/>
                <a:gd name="T39" fmla="*/ 82 h 702"/>
                <a:gd name="T40" fmla="*/ 278 w 376"/>
                <a:gd name="T41" fmla="*/ 84 h 702"/>
                <a:gd name="T42" fmla="*/ 279 w 376"/>
                <a:gd name="T43" fmla="*/ 93 h 702"/>
                <a:gd name="T44" fmla="*/ 284 w 376"/>
                <a:gd name="T45" fmla="*/ 116 h 702"/>
                <a:gd name="T46" fmla="*/ 284 w 376"/>
                <a:gd name="T47" fmla="*/ 116 h 702"/>
                <a:gd name="T48" fmla="*/ 264 w 376"/>
                <a:gd name="T49" fmla="*/ 15 h 702"/>
                <a:gd name="T50" fmla="*/ 150 w 376"/>
                <a:gd name="T51" fmla="*/ 64 h 702"/>
                <a:gd name="T52" fmla="*/ 88 w 376"/>
                <a:gd name="T53" fmla="*/ 279 h 702"/>
                <a:gd name="T54" fmla="*/ 120 w 376"/>
                <a:gd name="T55" fmla="*/ 348 h 702"/>
                <a:gd name="T56" fmla="*/ 135 w 376"/>
                <a:gd name="T57" fmla="*/ 426 h 702"/>
                <a:gd name="T58" fmla="*/ 115 w 376"/>
                <a:gd name="T59" fmla="*/ 510 h 702"/>
                <a:gd name="T60" fmla="*/ 28 w 376"/>
                <a:gd name="T61" fmla="*/ 605 h 702"/>
                <a:gd name="T62" fmla="*/ 16 w 376"/>
                <a:gd name="T63" fmla="*/ 675 h 702"/>
                <a:gd name="T64" fmla="*/ 86 w 376"/>
                <a:gd name="T65" fmla="*/ 686 h 702"/>
                <a:gd name="T66" fmla="*/ 204 w 376"/>
                <a:gd name="T67" fmla="*/ 556 h 702"/>
                <a:gd name="T68" fmla="*/ 235 w 376"/>
                <a:gd name="T69" fmla="*/ 430 h 702"/>
                <a:gd name="T70" fmla="*/ 255 w 376"/>
                <a:gd name="T71" fmla="*/ 464 h 702"/>
                <a:gd name="T72" fmla="*/ 276 w 376"/>
                <a:gd name="T73" fmla="*/ 568 h 702"/>
                <a:gd name="T74" fmla="*/ 269 w 376"/>
                <a:gd name="T75" fmla="*/ 636 h 702"/>
                <a:gd name="T76" fmla="*/ 309 w 376"/>
                <a:gd name="T77" fmla="*/ 695 h 702"/>
                <a:gd name="T78" fmla="*/ 318 w 376"/>
                <a:gd name="T79" fmla="*/ 696 h 702"/>
                <a:gd name="T80" fmla="*/ 367 w 376"/>
                <a:gd name="T81" fmla="*/ 655 h 702"/>
                <a:gd name="T82" fmla="*/ 367 w 376"/>
                <a:gd name="T83" fmla="*/ 655 h 702"/>
                <a:gd name="T84" fmla="*/ 376 w 376"/>
                <a:gd name="T85" fmla="*/ 568 h 702"/>
                <a:gd name="T86" fmla="*/ 372 w 376"/>
                <a:gd name="T87" fmla="*/ 511 h 702"/>
                <a:gd name="T88" fmla="*/ 336 w 376"/>
                <a:gd name="T89" fmla="*/ 511 h 702"/>
                <a:gd name="T90" fmla="*/ 329 w 376"/>
                <a:gd name="T91" fmla="*/ 511 h 7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76" h="702">
                  <a:moveTo>
                    <a:pt x="329" y="511"/>
                  </a:moveTo>
                  <a:cubicBezTo>
                    <a:pt x="328" y="504"/>
                    <a:pt x="328" y="504"/>
                    <a:pt x="328" y="504"/>
                  </a:cubicBezTo>
                  <a:cubicBezTo>
                    <a:pt x="316" y="398"/>
                    <a:pt x="316" y="398"/>
                    <a:pt x="316" y="398"/>
                  </a:cubicBezTo>
                  <a:cubicBezTo>
                    <a:pt x="309" y="398"/>
                    <a:pt x="309" y="398"/>
                    <a:pt x="309" y="398"/>
                  </a:cubicBezTo>
                  <a:cubicBezTo>
                    <a:pt x="301" y="398"/>
                    <a:pt x="301" y="398"/>
                    <a:pt x="301" y="398"/>
                  </a:cubicBezTo>
                  <a:cubicBezTo>
                    <a:pt x="301" y="390"/>
                    <a:pt x="301" y="390"/>
                    <a:pt x="301" y="390"/>
                  </a:cubicBezTo>
                  <a:cubicBezTo>
                    <a:pt x="301" y="367"/>
                    <a:pt x="301" y="367"/>
                    <a:pt x="301" y="367"/>
                  </a:cubicBezTo>
                  <a:cubicBezTo>
                    <a:pt x="301" y="359"/>
                    <a:pt x="301" y="359"/>
                    <a:pt x="301" y="359"/>
                  </a:cubicBezTo>
                  <a:cubicBezTo>
                    <a:pt x="307" y="359"/>
                    <a:pt x="307" y="359"/>
                    <a:pt x="307" y="359"/>
                  </a:cubicBezTo>
                  <a:cubicBezTo>
                    <a:pt x="284" y="329"/>
                    <a:pt x="259" y="308"/>
                    <a:pt x="237" y="292"/>
                  </a:cubicBezTo>
                  <a:cubicBezTo>
                    <a:pt x="235" y="290"/>
                    <a:pt x="232" y="288"/>
                    <a:pt x="230" y="287"/>
                  </a:cubicBezTo>
                  <a:cubicBezTo>
                    <a:pt x="233" y="265"/>
                    <a:pt x="238" y="243"/>
                    <a:pt x="245" y="222"/>
                  </a:cubicBezTo>
                  <a:cubicBezTo>
                    <a:pt x="238" y="212"/>
                    <a:pt x="232" y="202"/>
                    <a:pt x="227" y="191"/>
                  </a:cubicBezTo>
                  <a:cubicBezTo>
                    <a:pt x="202" y="141"/>
                    <a:pt x="199" y="97"/>
                    <a:pt x="198" y="84"/>
                  </a:cubicBezTo>
                  <a:cubicBezTo>
                    <a:pt x="198" y="84"/>
                    <a:pt x="198" y="84"/>
                    <a:pt x="198" y="84"/>
                  </a:cubicBezTo>
                  <a:cubicBezTo>
                    <a:pt x="198" y="83"/>
                    <a:pt x="198" y="83"/>
                    <a:pt x="198" y="83"/>
                  </a:cubicBezTo>
                  <a:cubicBezTo>
                    <a:pt x="198" y="73"/>
                    <a:pt x="202" y="63"/>
                    <a:pt x="210" y="55"/>
                  </a:cubicBezTo>
                  <a:cubicBezTo>
                    <a:pt x="217" y="47"/>
                    <a:pt x="227" y="43"/>
                    <a:pt x="238" y="43"/>
                  </a:cubicBezTo>
                  <a:cubicBezTo>
                    <a:pt x="238" y="43"/>
                    <a:pt x="238" y="43"/>
                    <a:pt x="238" y="43"/>
                  </a:cubicBezTo>
                  <a:cubicBezTo>
                    <a:pt x="260" y="43"/>
                    <a:pt x="278" y="60"/>
                    <a:pt x="278" y="82"/>
                  </a:cubicBezTo>
                  <a:cubicBezTo>
                    <a:pt x="278" y="83"/>
                    <a:pt x="278" y="83"/>
                    <a:pt x="278" y="84"/>
                  </a:cubicBezTo>
                  <a:cubicBezTo>
                    <a:pt x="279" y="86"/>
                    <a:pt x="279" y="89"/>
                    <a:pt x="279" y="93"/>
                  </a:cubicBezTo>
                  <a:cubicBezTo>
                    <a:pt x="280" y="99"/>
                    <a:pt x="282" y="107"/>
                    <a:pt x="284" y="116"/>
                  </a:cubicBezTo>
                  <a:cubicBezTo>
                    <a:pt x="284" y="116"/>
                    <a:pt x="284" y="116"/>
                    <a:pt x="284" y="116"/>
                  </a:cubicBezTo>
                  <a:cubicBezTo>
                    <a:pt x="302" y="79"/>
                    <a:pt x="296" y="29"/>
                    <a:pt x="264" y="15"/>
                  </a:cubicBezTo>
                  <a:cubicBezTo>
                    <a:pt x="232" y="0"/>
                    <a:pt x="180" y="10"/>
                    <a:pt x="150" y="64"/>
                  </a:cubicBezTo>
                  <a:cubicBezTo>
                    <a:pt x="109" y="139"/>
                    <a:pt x="94" y="189"/>
                    <a:pt x="88" y="279"/>
                  </a:cubicBezTo>
                  <a:cubicBezTo>
                    <a:pt x="89" y="315"/>
                    <a:pt x="102" y="336"/>
                    <a:pt x="120" y="348"/>
                  </a:cubicBezTo>
                  <a:cubicBezTo>
                    <a:pt x="127" y="366"/>
                    <a:pt x="136" y="394"/>
                    <a:pt x="135" y="426"/>
                  </a:cubicBezTo>
                  <a:cubicBezTo>
                    <a:pt x="135" y="452"/>
                    <a:pt x="130" y="480"/>
                    <a:pt x="115" y="510"/>
                  </a:cubicBezTo>
                  <a:cubicBezTo>
                    <a:pt x="99" y="540"/>
                    <a:pt x="73" y="572"/>
                    <a:pt x="28" y="605"/>
                  </a:cubicBezTo>
                  <a:cubicBezTo>
                    <a:pt x="5" y="621"/>
                    <a:pt x="0" y="652"/>
                    <a:pt x="16" y="675"/>
                  </a:cubicBezTo>
                  <a:cubicBezTo>
                    <a:pt x="32" y="697"/>
                    <a:pt x="63" y="702"/>
                    <a:pt x="86" y="686"/>
                  </a:cubicBezTo>
                  <a:cubicBezTo>
                    <a:pt x="142" y="646"/>
                    <a:pt x="181" y="601"/>
                    <a:pt x="204" y="556"/>
                  </a:cubicBezTo>
                  <a:cubicBezTo>
                    <a:pt x="227" y="512"/>
                    <a:pt x="235" y="468"/>
                    <a:pt x="235" y="430"/>
                  </a:cubicBezTo>
                  <a:cubicBezTo>
                    <a:pt x="243" y="440"/>
                    <a:pt x="249" y="451"/>
                    <a:pt x="255" y="464"/>
                  </a:cubicBezTo>
                  <a:cubicBezTo>
                    <a:pt x="267" y="491"/>
                    <a:pt x="276" y="525"/>
                    <a:pt x="276" y="568"/>
                  </a:cubicBezTo>
                  <a:cubicBezTo>
                    <a:pt x="276" y="588"/>
                    <a:pt x="274" y="611"/>
                    <a:pt x="269" y="636"/>
                  </a:cubicBezTo>
                  <a:cubicBezTo>
                    <a:pt x="264" y="663"/>
                    <a:pt x="282" y="689"/>
                    <a:pt x="309" y="695"/>
                  </a:cubicBezTo>
                  <a:cubicBezTo>
                    <a:pt x="312" y="695"/>
                    <a:pt x="315" y="696"/>
                    <a:pt x="318" y="696"/>
                  </a:cubicBezTo>
                  <a:cubicBezTo>
                    <a:pt x="342" y="696"/>
                    <a:pt x="363" y="679"/>
                    <a:pt x="367" y="655"/>
                  </a:cubicBezTo>
                  <a:cubicBezTo>
                    <a:pt x="367" y="655"/>
                    <a:pt x="367" y="655"/>
                    <a:pt x="367" y="655"/>
                  </a:cubicBezTo>
                  <a:cubicBezTo>
                    <a:pt x="373" y="624"/>
                    <a:pt x="376" y="595"/>
                    <a:pt x="376" y="568"/>
                  </a:cubicBezTo>
                  <a:cubicBezTo>
                    <a:pt x="376" y="548"/>
                    <a:pt x="375" y="529"/>
                    <a:pt x="372" y="511"/>
                  </a:cubicBezTo>
                  <a:cubicBezTo>
                    <a:pt x="336" y="511"/>
                    <a:pt x="336" y="511"/>
                    <a:pt x="336" y="511"/>
                  </a:cubicBezTo>
                  <a:lnTo>
                    <a:pt x="329" y="5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 name="Freeform 64"/>
            <p:cNvSpPr>
              <a:spLocks/>
            </p:cNvSpPr>
            <p:nvPr/>
          </p:nvSpPr>
          <p:spPr bwMode="auto">
            <a:xfrm>
              <a:off x="2009775" y="5591175"/>
              <a:ext cx="342900" cy="295275"/>
            </a:xfrm>
            <a:custGeom>
              <a:avLst/>
              <a:gdLst>
                <a:gd name="T0" fmla="*/ 145 w 211"/>
                <a:gd name="T1" fmla="*/ 4 h 181"/>
                <a:gd name="T2" fmla="*/ 125 w 211"/>
                <a:gd name="T3" fmla="*/ 14 h 181"/>
                <a:gd name="T4" fmla="*/ 136 w 211"/>
                <a:gd name="T5" fmla="*/ 45 h 181"/>
                <a:gd name="T6" fmla="*/ 75 w 211"/>
                <a:gd name="T7" fmla="*/ 45 h 181"/>
                <a:gd name="T8" fmla="*/ 88 w 211"/>
                <a:gd name="T9" fmla="*/ 7 h 181"/>
                <a:gd name="T10" fmla="*/ 67 w 211"/>
                <a:gd name="T11" fmla="*/ 0 h 181"/>
                <a:gd name="T12" fmla="*/ 51 w 211"/>
                <a:gd name="T13" fmla="*/ 45 h 181"/>
                <a:gd name="T14" fmla="*/ 0 w 211"/>
                <a:gd name="T15" fmla="*/ 45 h 181"/>
                <a:gd name="T16" fmla="*/ 0 w 211"/>
                <a:gd name="T17" fmla="*/ 68 h 181"/>
                <a:gd name="T18" fmla="*/ 14 w 211"/>
                <a:gd name="T19" fmla="*/ 68 h 181"/>
                <a:gd name="T20" fmla="*/ 27 w 211"/>
                <a:gd name="T21" fmla="*/ 181 h 181"/>
                <a:gd name="T22" fmla="*/ 184 w 211"/>
                <a:gd name="T23" fmla="*/ 181 h 181"/>
                <a:gd name="T24" fmla="*/ 197 w 211"/>
                <a:gd name="T25" fmla="*/ 68 h 181"/>
                <a:gd name="T26" fmla="*/ 211 w 211"/>
                <a:gd name="T27" fmla="*/ 68 h 181"/>
                <a:gd name="T28" fmla="*/ 211 w 211"/>
                <a:gd name="T29" fmla="*/ 45 h 181"/>
                <a:gd name="T30" fmla="*/ 160 w 211"/>
                <a:gd name="T31" fmla="*/ 45 h 181"/>
                <a:gd name="T32" fmla="*/ 145 w 211"/>
                <a:gd name="T33" fmla="*/ 4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1" h="181">
                  <a:moveTo>
                    <a:pt x="145" y="4"/>
                  </a:moveTo>
                  <a:cubicBezTo>
                    <a:pt x="140" y="9"/>
                    <a:pt x="133" y="12"/>
                    <a:pt x="125" y="14"/>
                  </a:cubicBezTo>
                  <a:cubicBezTo>
                    <a:pt x="136" y="45"/>
                    <a:pt x="136" y="45"/>
                    <a:pt x="136" y="45"/>
                  </a:cubicBezTo>
                  <a:cubicBezTo>
                    <a:pt x="75" y="45"/>
                    <a:pt x="75" y="45"/>
                    <a:pt x="75" y="45"/>
                  </a:cubicBezTo>
                  <a:cubicBezTo>
                    <a:pt x="88" y="7"/>
                    <a:pt x="88" y="7"/>
                    <a:pt x="88" y="7"/>
                  </a:cubicBezTo>
                  <a:cubicBezTo>
                    <a:pt x="81" y="5"/>
                    <a:pt x="74" y="3"/>
                    <a:pt x="67" y="0"/>
                  </a:cubicBezTo>
                  <a:cubicBezTo>
                    <a:pt x="51" y="45"/>
                    <a:pt x="51" y="45"/>
                    <a:pt x="51" y="45"/>
                  </a:cubicBezTo>
                  <a:cubicBezTo>
                    <a:pt x="0" y="45"/>
                    <a:pt x="0" y="45"/>
                    <a:pt x="0" y="45"/>
                  </a:cubicBezTo>
                  <a:cubicBezTo>
                    <a:pt x="0" y="68"/>
                    <a:pt x="0" y="68"/>
                    <a:pt x="0" y="68"/>
                  </a:cubicBezTo>
                  <a:cubicBezTo>
                    <a:pt x="14" y="68"/>
                    <a:pt x="14" y="68"/>
                    <a:pt x="14" y="68"/>
                  </a:cubicBezTo>
                  <a:cubicBezTo>
                    <a:pt x="27" y="181"/>
                    <a:pt x="27" y="181"/>
                    <a:pt x="27" y="181"/>
                  </a:cubicBezTo>
                  <a:cubicBezTo>
                    <a:pt x="184" y="181"/>
                    <a:pt x="184" y="181"/>
                    <a:pt x="184" y="181"/>
                  </a:cubicBezTo>
                  <a:cubicBezTo>
                    <a:pt x="197" y="68"/>
                    <a:pt x="197" y="68"/>
                    <a:pt x="197" y="68"/>
                  </a:cubicBezTo>
                  <a:cubicBezTo>
                    <a:pt x="211" y="68"/>
                    <a:pt x="211" y="68"/>
                    <a:pt x="211" y="68"/>
                  </a:cubicBezTo>
                  <a:cubicBezTo>
                    <a:pt x="211" y="45"/>
                    <a:pt x="211" y="45"/>
                    <a:pt x="211" y="45"/>
                  </a:cubicBezTo>
                  <a:cubicBezTo>
                    <a:pt x="160" y="45"/>
                    <a:pt x="160" y="45"/>
                    <a:pt x="160" y="45"/>
                  </a:cubicBezTo>
                  <a:lnTo>
                    <a:pt x="145"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 name="Freeform 65"/>
            <p:cNvSpPr>
              <a:spLocks/>
            </p:cNvSpPr>
            <p:nvPr/>
          </p:nvSpPr>
          <p:spPr bwMode="auto">
            <a:xfrm>
              <a:off x="1843088" y="5151438"/>
              <a:ext cx="417513" cy="450850"/>
            </a:xfrm>
            <a:custGeom>
              <a:avLst/>
              <a:gdLst>
                <a:gd name="T0" fmla="*/ 214 w 257"/>
                <a:gd name="T1" fmla="*/ 276 h 277"/>
                <a:gd name="T2" fmla="*/ 222 w 257"/>
                <a:gd name="T3" fmla="*/ 277 h 277"/>
                <a:gd name="T4" fmla="*/ 253 w 257"/>
                <a:gd name="T5" fmla="*/ 252 h 277"/>
                <a:gd name="T6" fmla="*/ 229 w 257"/>
                <a:gd name="T7" fmla="*/ 214 h 277"/>
                <a:gd name="T8" fmla="*/ 134 w 257"/>
                <a:gd name="T9" fmla="*/ 169 h 277"/>
                <a:gd name="T10" fmla="*/ 73 w 257"/>
                <a:gd name="T11" fmla="*/ 78 h 277"/>
                <a:gd name="T12" fmla="*/ 65 w 257"/>
                <a:gd name="T13" fmla="*/ 44 h 277"/>
                <a:gd name="T14" fmla="*/ 64 w 257"/>
                <a:gd name="T15" fmla="*/ 34 h 277"/>
                <a:gd name="T16" fmla="*/ 64 w 257"/>
                <a:gd name="T17" fmla="*/ 32 h 277"/>
                <a:gd name="T18" fmla="*/ 64 w 257"/>
                <a:gd name="T19" fmla="*/ 31 h 277"/>
                <a:gd name="T20" fmla="*/ 64 w 257"/>
                <a:gd name="T21" fmla="*/ 31 h 277"/>
                <a:gd name="T22" fmla="*/ 32 w 257"/>
                <a:gd name="T23" fmla="*/ 0 h 277"/>
                <a:gd name="T24" fmla="*/ 0 w 257"/>
                <a:gd name="T25" fmla="*/ 32 h 277"/>
                <a:gd name="T26" fmla="*/ 28 w 257"/>
                <a:gd name="T27" fmla="*/ 137 h 277"/>
                <a:gd name="T28" fmla="*/ 93 w 257"/>
                <a:gd name="T29" fmla="*/ 218 h 277"/>
                <a:gd name="T30" fmla="*/ 214 w 257"/>
                <a:gd name="T31" fmla="*/ 276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57" h="277">
                  <a:moveTo>
                    <a:pt x="214" y="276"/>
                  </a:moveTo>
                  <a:cubicBezTo>
                    <a:pt x="217" y="277"/>
                    <a:pt x="219" y="277"/>
                    <a:pt x="222" y="277"/>
                  </a:cubicBezTo>
                  <a:cubicBezTo>
                    <a:pt x="236" y="277"/>
                    <a:pt x="249" y="267"/>
                    <a:pt x="253" y="252"/>
                  </a:cubicBezTo>
                  <a:cubicBezTo>
                    <a:pt x="257" y="235"/>
                    <a:pt x="246" y="218"/>
                    <a:pt x="229" y="214"/>
                  </a:cubicBezTo>
                  <a:cubicBezTo>
                    <a:pt x="187" y="204"/>
                    <a:pt x="156" y="188"/>
                    <a:pt x="134" y="169"/>
                  </a:cubicBezTo>
                  <a:cubicBezTo>
                    <a:pt x="100" y="141"/>
                    <a:pt x="83" y="107"/>
                    <a:pt x="73" y="78"/>
                  </a:cubicBezTo>
                  <a:cubicBezTo>
                    <a:pt x="69" y="64"/>
                    <a:pt x="67" y="52"/>
                    <a:pt x="65" y="44"/>
                  </a:cubicBezTo>
                  <a:cubicBezTo>
                    <a:pt x="65" y="39"/>
                    <a:pt x="65" y="36"/>
                    <a:pt x="64" y="34"/>
                  </a:cubicBezTo>
                  <a:cubicBezTo>
                    <a:pt x="64" y="33"/>
                    <a:pt x="64" y="32"/>
                    <a:pt x="64" y="32"/>
                  </a:cubicBezTo>
                  <a:cubicBezTo>
                    <a:pt x="64" y="31"/>
                    <a:pt x="64" y="31"/>
                    <a:pt x="64" y="31"/>
                  </a:cubicBezTo>
                  <a:cubicBezTo>
                    <a:pt x="64" y="31"/>
                    <a:pt x="64" y="31"/>
                    <a:pt x="64" y="31"/>
                  </a:cubicBezTo>
                  <a:cubicBezTo>
                    <a:pt x="64" y="14"/>
                    <a:pt x="49" y="0"/>
                    <a:pt x="32" y="0"/>
                  </a:cubicBezTo>
                  <a:cubicBezTo>
                    <a:pt x="14" y="0"/>
                    <a:pt x="0" y="15"/>
                    <a:pt x="0" y="32"/>
                  </a:cubicBezTo>
                  <a:cubicBezTo>
                    <a:pt x="0" y="35"/>
                    <a:pt x="1" y="82"/>
                    <a:pt x="28" y="137"/>
                  </a:cubicBezTo>
                  <a:cubicBezTo>
                    <a:pt x="42" y="164"/>
                    <a:pt x="62" y="193"/>
                    <a:pt x="93" y="218"/>
                  </a:cubicBezTo>
                  <a:cubicBezTo>
                    <a:pt x="123" y="244"/>
                    <a:pt x="163" y="265"/>
                    <a:pt x="214" y="2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59" name="组合 458"/>
          <p:cNvGrpSpPr/>
          <p:nvPr/>
        </p:nvGrpSpPr>
        <p:grpSpPr>
          <a:xfrm>
            <a:off x="10139064" y="4495329"/>
            <a:ext cx="1442001" cy="1414326"/>
            <a:chOff x="4492625" y="4657725"/>
            <a:chExt cx="1571626" cy="1541463"/>
          </a:xfrm>
          <a:solidFill>
            <a:schemeClr val="tx1">
              <a:lumMod val="65000"/>
              <a:lumOff val="35000"/>
            </a:schemeClr>
          </a:solidFill>
        </p:grpSpPr>
        <p:sp>
          <p:nvSpPr>
            <p:cNvPr id="460" name="Freeform 66"/>
            <p:cNvSpPr>
              <a:spLocks/>
            </p:cNvSpPr>
            <p:nvPr/>
          </p:nvSpPr>
          <p:spPr bwMode="auto">
            <a:xfrm>
              <a:off x="5534025" y="4667250"/>
              <a:ext cx="320675" cy="320675"/>
            </a:xfrm>
            <a:custGeom>
              <a:avLst/>
              <a:gdLst>
                <a:gd name="T0" fmla="*/ 11 w 198"/>
                <a:gd name="T1" fmla="*/ 78 h 198"/>
                <a:gd name="T2" fmla="*/ 78 w 198"/>
                <a:gd name="T3" fmla="*/ 187 h 198"/>
                <a:gd name="T4" fmla="*/ 186 w 198"/>
                <a:gd name="T5" fmla="*/ 119 h 198"/>
                <a:gd name="T6" fmla="*/ 119 w 198"/>
                <a:gd name="T7" fmla="*/ 11 h 198"/>
                <a:gd name="T8" fmla="*/ 11 w 198"/>
                <a:gd name="T9" fmla="*/ 78 h 198"/>
              </a:gdLst>
              <a:ahLst/>
              <a:cxnLst>
                <a:cxn ang="0">
                  <a:pos x="T0" y="T1"/>
                </a:cxn>
                <a:cxn ang="0">
                  <a:pos x="T2" y="T3"/>
                </a:cxn>
                <a:cxn ang="0">
                  <a:pos x="T4" y="T5"/>
                </a:cxn>
                <a:cxn ang="0">
                  <a:pos x="T6" y="T7"/>
                </a:cxn>
                <a:cxn ang="0">
                  <a:pos x="T8" y="T9"/>
                </a:cxn>
              </a:cxnLst>
              <a:rect l="0" t="0" r="r" b="b"/>
              <a:pathLst>
                <a:path w="198" h="198">
                  <a:moveTo>
                    <a:pt x="11" y="78"/>
                  </a:moveTo>
                  <a:cubicBezTo>
                    <a:pt x="0" y="127"/>
                    <a:pt x="30" y="175"/>
                    <a:pt x="78" y="187"/>
                  </a:cubicBezTo>
                  <a:cubicBezTo>
                    <a:pt x="127" y="198"/>
                    <a:pt x="175" y="168"/>
                    <a:pt x="186" y="119"/>
                  </a:cubicBezTo>
                  <a:cubicBezTo>
                    <a:pt x="198" y="71"/>
                    <a:pt x="167" y="23"/>
                    <a:pt x="119" y="11"/>
                  </a:cubicBezTo>
                  <a:cubicBezTo>
                    <a:pt x="71" y="0"/>
                    <a:pt x="22" y="30"/>
                    <a:pt x="11"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 name="Freeform 67"/>
            <p:cNvSpPr>
              <a:spLocks/>
            </p:cNvSpPr>
            <p:nvPr/>
          </p:nvSpPr>
          <p:spPr bwMode="auto">
            <a:xfrm>
              <a:off x="5594350" y="5002213"/>
              <a:ext cx="198438" cy="147638"/>
            </a:xfrm>
            <a:custGeom>
              <a:avLst/>
              <a:gdLst>
                <a:gd name="T0" fmla="*/ 24 w 123"/>
                <a:gd name="T1" fmla="*/ 91 h 91"/>
                <a:gd name="T2" fmla="*/ 62 w 123"/>
                <a:gd name="T3" fmla="*/ 88 h 91"/>
                <a:gd name="T4" fmla="*/ 99 w 123"/>
                <a:gd name="T5" fmla="*/ 91 h 91"/>
                <a:gd name="T6" fmla="*/ 123 w 123"/>
                <a:gd name="T7" fmla="*/ 6 h 91"/>
                <a:gd name="T8" fmla="*/ 62 w 123"/>
                <a:gd name="T9" fmla="*/ 0 h 91"/>
                <a:gd name="T10" fmla="*/ 0 w 123"/>
                <a:gd name="T11" fmla="*/ 6 h 91"/>
                <a:gd name="T12" fmla="*/ 24 w 123"/>
                <a:gd name="T13" fmla="*/ 91 h 91"/>
              </a:gdLst>
              <a:ahLst/>
              <a:cxnLst>
                <a:cxn ang="0">
                  <a:pos x="T0" y="T1"/>
                </a:cxn>
                <a:cxn ang="0">
                  <a:pos x="T2" y="T3"/>
                </a:cxn>
                <a:cxn ang="0">
                  <a:pos x="T4" y="T5"/>
                </a:cxn>
                <a:cxn ang="0">
                  <a:pos x="T6" y="T7"/>
                </a:cxn>
                <a:cxn ang="0">
                  <a:pos x="T8" y="T9"/>
                </a:cxn>
                <a:cxn ang="0">
                  <a:pos x="T10" y="T11"/>
                </a:cxn>
                <a:cxn ang="0">
                  <a:pos x="T12" y="T13"/>
                </a:cxn>
              </a:cxnLst>
              <a:rect l="0" t="0" r="r" b="b"/>
              <a:pathLst>
                <a:path w="123" h="91">
                  <a:moveTo>
                    <a:pt x="24" y="91"/>
                  </a:moveTo>
                  <a:cubicBezTo>
                    <a:pt x="62" y="88"/>
                    <a:pt x="62" y="88"/>
                    <a:pt x="62" y="88"/>
                  </a:cubicBezTo>
                  <a:cubicBezTo>
                    <a:pt x="99" y="91"/>
                    <a:pt x="99" y="91"/>
                    <a:pt x="99" y="91"/>
                  </a:cubicBezTo>
                  <a:cubicBezTo>
                    <a:pt x="123" y="6"/>
                    <a:pt x="123" y="6"/>
                    <a:pt x="123" y="6"/>
                  </a:cubicBezTo>
                  <a:cubicBezTo>
                    <a:pt x="109" y="3"/>
                    <a:pt x="88" y="0"/>
                    <a:pt x="62" y="0"/>
                  </a:cubicBezTo>
                  <a:cubicBezTo>
                    <a:pt x="35" y="0"/>
                    <a:pt x="14" y="3"/>
                    <a:pt x="0" y="6"/>
                  </a:cubicBezTo>
                  <a:lnTo>
                    <a:pt x="24" y="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2" name="Freeform 68"/>
            <p:cNvSpPr>
              <a:spLocks noEditPoints="1"/>
            </p:cNvSpPr>
            <p:nvPr/>
          </p:nvSpPr>
          <p:spPr bwMode="auto">
            <a:xfrm>
              <a:off x="5145088" y="4832350"/>
              <a:ext cx="919163" cy="552450"/>
            </a:xfrm>
            <a:custGeom>
              <a:avLst/>
              <a:gdLst>
                <a:gd name="T0" fmla="*/ 462 w 566"/>
                <a:gd name="T1" fmla="*/ 304 h 340"/>
                <a:gd name="T2" fmla="*/ 439 w 566"/>
                <a:gd name="T3" fmla="*/ 183 h 340"/>
                <a:gd name="T4" fmla="*/ 463 w 566"/>
                <a:gd name="T5" fmla="*/ 186 h 340"/>
                <a:gd name="T6" fmla="*/ 463 w 566"/>
                <a:gd name="T7" fmla="*/ 186 h 340"/>
                <a:gd name="T8" fmla="*/ 492 w 566"/>
                <a:gd name="T9" fmla="*/ 180 h 340"/>
                <a:gd name="T10" fmla="*/ 526 w 566"/>
                <a:gd name="T11" fmla="*/ 141 h 340"/>
                <a:gd name="T12" fmla="*/ 537 w 566"/>
                <a:gd name="T13" fmla="*/ 73 h 340"/>
                <a:gd name="T14" fmla="*/ 534 w 566"/>
                <a:gd name="T15" fmla="*/ 24 h 340"/>
                <a:gd name="T16" fmla="*/ 505 w 566"/>
                <a:gd name="T17" fmla="*/ 1 h 340"/>
                <a:gd name="T18" fmla="*/ 482 w 566"/>
                <a:gd name="T19" fmla="*/ 30 h 340"/>
                <a:gd name="T20" fmla="*/ 485 w 566"/>
                <a:gd name="T21" fmla="*/ 73 h 340"/>
                <a:gd name="T22" fmla="*/ 475 w 566"/>
                <a:gd name="T23" fmla="*/ 128 h 340"/>
                <a:gd name="T24" fmla="*/ 469 w 566"/>
                <a:gd name="T25" fmla="*/ 133 h 340"/>
                <a:gd name="T26" fmla="*/ 463 w 566"/>
                <a:gd name="T27" fmla="*/ 134 h 340"/>
                <a:gd name="T28" fmla="*/ 441 w 566"/>
                <a:gd name="T29" fmla="*/ 128 h 340"/>
                <a:gd name="T30" fmla="*/ 432 w 566"/>
                <a:gd name="T31" fmla="*/ 124 h 340"/>
                <a:gd name="T32" fmla="*/ 430 w 566"/>
                <a:gd name="T33" fmla="*/ 122 h 340"/>
                <a:gd name="T34" fmla="*/ 430 w 566"/>
                <a:gd name="T35" fmla="*/ 122 h 340"/>
                <a:gd name="T36" fmla="*/ 430 w 566"/>
                <a:gd name="T37" fmla="*/ 122 h 340"/>
                <a:gd name="T38" fmla="*/ 426 w 566"/>
                <a:gd name="T39" fmla="*/ 120 h 340"/>
                <a:gd name="T40" fmla="*/ 426 w 566"/>
                <a:gd name="T41" fmla="*/ 120 h 340"/>
                <a:gd name="T42" fmla="*/ 426 w 566"/>
                <a:gd name="T43" fmla="*/ 120 h 340"/>
                <a:gd name="T44" fmla="*/ 406 w 566"/>
                <a:gd name="T45" fmla="*/ 205 h 340"/>
                <a:gd name="T46" fmla="*/ 416 w 566"/>
                <a:gd name="T47" fmla="*/ 304 h 340"/>
                <a:gd name="T48" fmla="*/ 259 w 566"/>
                <a:gd name="T49" fmla="*/ 304 h 340"/>
                <a:gd name="T50" fmla="*/ 269 w 566"/>
                <a:gd name="T51" fmla="*/ 205 h 340"/>
                <a:gd name="T52" fmla="*/ 249 w 566"/>
                <a:gd name="T53" fmla="*/ 120 h 340"/>
                <a:gd name="T54" fmla="*/ 249 w 566"/>
                <a:gd name="T55" fmla="*/ 120 h 340"/>
                <a:gd name="T56" fmla="*/ 249 w 566"/>
                <a:gd name="T57" fmla="*/ 120 h 340"/>
                <a:gd name="T58" fmla="*/ 247 w 566"/>
                <a:gd name="T59" fmla="*/ 121 h 340"/>
                <a:gd name="T60" fmla="*/ 128 w 566"/>
                <a:gd name="T61" fmla="*/ 304 h 340"/>
                <a:gd name="T62" fmla="*/ 0 w 566"/>
                <a:gd name="T63" fmla="*/ 304 h 340"/>
                <a:gd name="T64" fmla="*/ 0 w 566"/>
                <a:gd name="T65" fmla="*/ 324 h 340"/>
                <a:gd name="T66" fmla="*/ 0 w 566"/>
                <a:gd name="T67" fmla="*/ 340 h 340"/>
                <a:gd name="T68" fmla="*/ 566 w 566"/>
                <a:gd name="T69" fmla="*/ 340 h 340"/>
                <a:gd name="T70" fmla="*/ 566 w 566"/>
                <a:gd name="T71" fmla="*/ 333 h 340"/>
                <a:gd name="T72" fmla="*/ 566 w 566"/>
                <a:gd name="T73" fmla="*/ 304 h 340"/>
                <a:gd name="T74" fmla="*/ 462 w 566"/>
                <a:gd name="T75" fmla="*/ 304 h 340"/>
                <a:gd name="T76" fmla="*/ 230 w 566"/>
                <a:gd name="T77" fmla="*/ 215 h 340"/>
                <a:gd name="T78" fmla="*/ 213 w 566"/>
                <a:gd name="T79" fmla="*/ 304 h 340"/>
                <a:gd name="T80" fmla="*/ 184 w 566"/>
                <a:gd name="T81" fmla="*/ 304 h 340"/>
                <a:gd name="T82" fmla="*/ 230 w 566"/>
                <a:gd name="T83" fmla="*/ 215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66" h="340">
                  <a:moveTo>
                    <a:pt x="462" y="304"/>
                  </a:moveTo>
                  <a:cubicBezTo>
                    <a:pt x="439" y="183"/>
                    <a:pt x="439" y="183"/>
                    <a:pt x="439" y="183"/>
                  </a:cubicBezTo>
                  <a:cubicBezTo>
                    <a:pt x="446" y="185"/>
                    <a:pt x="454" y="186"/>
                    <a:pt x="463" y="186"/>
                  </a:cubicBezTo>
                  <a:cubicBezTo>
                    <a:pt x="463" y="186"/>
                    <a:pt x="463" y="186"/>
                    <a:pt x="463" y="186"/>
                  </a:cubicBezTo>
                  <a:cubicBezTo>
                    <a:pt x="472" y="186"/>
                    <a:pt x="482" y="185"/>
                    <a:pt x="492" y="180"/>
                  </a:cubicBezTo>
                  <a:cubicBezTo>
                    <a:pt x="507" y="173"/>
                    <a:pt x="519" y="159"/>
                    <a:pt x="526" y="141"/>
                  </a:cubicBezTo>
                  <a:cubicBezTo>
                    <a:pt x="533" y="123"/>
                    <a:pt x="537" y="101"/>
                    <a:pt x="537" y="73"/>
                  </a:cubicBezTo>
                  <a:cubicBezTo>
                    <a:pt x="537" y="58"/>
                    <a:pt x="536" y="42"/>
                    <a:pt x="534" y="24"/>
                  </a:cubicBezTo>
                  <a:cubicBezTo>
                    <a:pt x="533" y="10"/>
                    <a:pt x="520" y="0"/>
                    <a:pt x="505" y="1"/>
                  </a:cubicBezTo>
                  <a:cubicBezTo>
                    <a:pt x="491" y="3"/>
                    <a:pt x="481" y="16"/>
                    <a:pt x="482" y="30"/>
                  </a:cubicBezTo>
                  <a:cubicBezTo>
                    <a:pt x="484" y="46"/>
                    <a:pt x="485" y="61"/>
                    <a:pt x="485" y="73"/>
                  </a:cubicBezTo>
                  <a:cubicBezTo>
                    <a:pt x="485" y="105"/>
                    <a:pt x="479" y="122"/>
                    <a:pt x="475" y="128"/>
                  </a:cubicBezTo>
                  <a:cubicBezTo>
                    <a:pt x="472" y="131"/>
                    <a:pt x="471" y="132"/>
                    <a:pt x="469" y="133"/>
                  </a:cubicBezTo>
                  <a:cubicBezTo>
                    <a:pt x="468" y="134"/>
                    <a:pt x="466" y="134"/>
                    <a:pt x="463" y="134"/>
                  </a:cubicBezTo>
                  <a:cubicBezTo>
                    <a:pt x="457" y="135"/>
                    <a:pt x="448" y="132"/>
                    <a:pt x="441" y="128"/>
                  </a:cubicBezTo>
                  <a:cubicBezTo>
                    <a:pt x="437" y="127"/>
                    <a:pt x="434" y="125"/>
                    <a:pt x="432" y="124"/>
                  </a:cubicBezTo>
                  <a:cubicBezTo>
                    <a:pt x="431" y="123"/>
                    <a:pt x="431" y="122"/>
                    <a:pt x="430" y="122"/>
                  </a:cubicBezTo>
                  <a:cubicBezTo>
                    <a:pt x="430" y="122"/>
                    <a:pt x="430" y="122"/>
                    <a:pt x="430" y="122"/>
                  </a:cubicBezTo>
                  <a:cubicBezTo>
                    <a:pt x="430" y="122"/>
                    <a:pt x="430" y="122"/>
                    <a:pt x="430" y="122"/>
                  </a:cubicBezTo>
                  <a:cubicBezTo>
                    <a:pt x="429" y="121"/>
                    <a:pt x="427" y="120"/>
                    <a:pt x="426" y="120"/>
                  </a:cubicBezTo>
                  <a:cubicBezTo>
                    <a:pt x="426" y="120"/>
                    <a:pt x="426" y="120"/>
                    <a:pt x="426" y="120"/>
                  </a:cubicBezTo>
                  <a:cubicBezTo>
                    <a:pt x="426" y="120"/>
                    <a:pt x="426" y="120"/>
                    <a:pt x="426" y="120"/>
                  </a:cubicBezTo>
                  <a:cubicBezTo>
                    <a:pt x="406" y="205"/>
                    <a:pt x="406" y="205"/>
                    <a:pt x="406" y="205"/>
                  </a:cubicBezTo>
                  <a:cubicBezTo>
                    <a:pt x="416" y="304"/>
                    <a:pt x="416" y="304"/>
                    <a:pt x="416" y="304"/>
                  </a:cubicBezTo>
                  <a:cubicBezTo>
                    <a:pt x="259" y="304"/>
                    <a:pt x="259" y="304"/>
                    <a:pt x="259" y="304"/>
                  </a:cubicBezTo>
                  <a:cubicBezTo>
                    <a:pt x="269" y="205"/>
                    <a:pt x="269" y="205"/>
                    <a:pt x="269" y="205"/>
                  </a:cubicBezTo>
                  <a:cubicBezTo>
                    <a:pt x="249" y="120"/>
                    <a:pt x="249" y="120"/>
                    <a:pt x="249" y="120"/>
                  </a:cubicBezTo>
                  <a:cubicBezTo>
                    <a:pt x="249" y="120"/>
                    <a:pt x="249" y="120"/>
                    <a:pt x="249" y="120"/>
                  </a:cubicBezTo>
                  <a:cubicBezTo>
                    <a:pt x="249" y="120"/>
                    <a:pt x="249" y="120"/>
                    <a:pt x="249" y="120"/>
                  </a:cubicBezTo>
                  <a:cubicBezTo>
                    <a:pt x="248" y="120"/>
                    <a:pt x="247" y="121"/>
                    <a:pt x="247" y="121"/>
                  </a:cubicBezTo>
                  <a:cubicBezTo>
                    <a:pt x="242" y="124"/>
                    <a:pt x="178" y="168"/>
                    <a:pt x="128" y="304"/>
                  </a:cubicBezTo>
                  <a:cubicBezTo>
                    <a:pt x="0" y="304"/>
                    <a:pt x="0" y="304"/>
                    <a:pt x="0" y="304"/>
                  </a:cubicBezTo>
                  <a:cubicBezTo>
                    <a:pt x="0" y="324"/>
                    <a:pt x="0" y="324"/>
                    <a:pt x="0" y="324"/>
                  </a:cubicBezTo>
                  <a:cubicBezTo>
                    <a:pt x="0" y="340"/>
                    <a:pt x="0" y="340"/>
                    <a:pt x="0" y="340"/>
                  </a:cubicBezTo>
                  <a:cubicBezTo>
                    <a:pt x="566" y="340"/>
                    <a:pt x="566" y="340"/>
                    <a:pt x="566" y="340"/>
                  </a:cubicBezTo>
                  <a:cubicBezTo>
                    <a:pt x="566" y="333"/>
                    <a:pt x="566" y="333"/>
                    <a:pt x="566" y="333"/>
                  </a:cubicBezTo>
                  <a:cubicBezTo>
                    <a:pt x="566" y="304"/>
                    <a:pt x="566" y="304"/>
                    <a:pt x="566" y="304"/>
                  </a:cubicBezTo>
                  <a:lnTo>
                    <a:pt x="462" y="304"/>
                  </a:lnTo>
                  <a:close/>
                  <a:moveTo>
                    <a:pt x="230" y="215"/>
                  </a:moveTo>
                  <a:cubicBezTo>
                    <a:pt x="213" y="304"/>
                    <a:pt x="213" y="304"/>
                    <a:pt x="213" y="304"/>
                  </a:cubicBezTo>
                  <a:cubicBezTo>
                    <a:pt x="184" y="304"/>
                    <a:pt x="184" y="304"/>
                    <a:pt x="184" y="304"/>
                  </a:cubicBezTo>
                  <a:cubicBezTo>
                    <a:pt x="200" y="265"/>
                    <a:pt x="216" y="236"/>
                    <a:pt x="230" y="2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3" name="Freeform 69"/>
            <p:cNvSpPr>
              <a:spLocks/>
            </p:cNvSpPr>
            <p:nvPr/>
          </p:nvSpPr>
          <p:spPr bwMode="auto">
            <a:xfrm>
              <a:off x="4751388" y="5326063"/>
              <a:ext cx="17463" cy="58738"/>
            </a:xfrm>
            <a:custGeom>
              <a:avLst/>
              <a:gdLst>
                <a:gd name="T0" fmla="*/ 11 w 11"/>
                <a:gd name="T1" fmla="*/ 20 h 36"/>
                <a:gd name="T2" fmla="*/ 11 w 11"/>
                <a:gd name="T3" fmla="*/ 0 h 36"/>
                <a:gd name="T4" fmla="*/ 2 w 11"/>
                <a:gd name="T5" fmla="*/ 0 h 36"/>
                <a:gd name="T6" fmla="*/ 0 w 11"/>
                <a:gd name="T7" fmla="*/ 36 h 36"/>
                <a:gd name="T8" fmla="*/ 11 w 11"/>
                <a:gd name="T9" fmla="*/ 36 h 36"/>
                <a:gd name="T10" fmla="*/ 11 w 11"/>
                <a:gd name="T11" fmla="*/ 20 h 36"/>
              </a:gdLst>
              <a:ahLst/>
              <a:cxnLst>
                <a:cxn ang="0">
                  <a:pos x="T0" y="T1"/>
                </a:cxn>
                <a:cxn ang="0">
                  <a:pos x="T2" y="T3"/>
                </a:cxn>
                <a:cxn ang="0">
                  <a:pos x="T4" y="T5"/>
                </a:cxn>
                <a:cxn ang="0">
                  <a:pos x="T6" y="T7"/>
                </a:cxn>
                <a:cxn ang="0">
                  <a:pos x="T8" y="T9"/>
                </a:cxn>
                <a:cxn ang="0">
                  <a:pos x="T10" y="T11"/>
                </a:cxn>
              </a:cxnLst>
              <a:rect l="0" t="0" r="r" b="b"/>
              <a:pathLst>
                <a:path w="11" h="36">
                  <a:moveTo>
                    <a:pt x="11" y="20"/>
                  </a:moveTo>
                  <a:cubicBezTo>
                    <a:pt x="11" y="0"/>
                    <a:pt x="11" y="0"/>
                    <a:pt x="11" y="0"/>
                  </a:cubicBezTo>
                  <a:cubicBezTo>
                    <a:pt x="2" y="0"/>
                    <a:pt x="2" y="0"/>
                    <a:pt x="2" y="0"/>
                  </a:cubicBezTo>
                  <a:cubicBezTo>
                    <a:pt x="1" y="11"/>
                    <a:pt x="0" y="23"/>
                    <a:pt x="0" y="36"/>
                  </a:cubicBezTo>
                  <a:cubicBezTo>
                    <a:pt x="11" y="36"/>
                    <a:pt x="11" y="36"/>
                    <a:pt x="11" y="36"/>
                  </a:cubicBezTo>
                  <a:lnTo>
                    <a:pt x="11"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4" name="Freeform 70"/>
            <p:cNvSpPr>
              <a:spLocks/>
            </p:cNvSpPr>
            <p:nvPr/>
          </p:nvSpPr>
          <p:spPr bwMode="auto">
            <a:xfrm>
              <a:off x="4492625" y="5326063"/>
              <a:ext cx="130175" cy="58738"/>
            </a:xfrm>
            <a:custGeom>
              <a:avLst/>
              <a:gdLst>
                <a:gd name="T0" fmla="*/ 80 w 80"/>
                <a:gd name="T1" fmla="*/ 0 h 36"/>
                <a:gd name="T2" fmla="*/ 0 w 80"/>
                <a:gd name="T3" fmla="*/ 0 h 36"/>
                <a:gd name="T4" fmla="*/ 0 w 80"/>
                <a:gd name="T5" fmla="*/ 36 h 36"/>
                <a:gd name="T6" fmla="*/ 74 w 80"/>
                <a:gd name="T7" fmla="*/ 36 h 36"/>
                <a:gd name="T8" fmla="*/ 78 w 80"/>
                <a:gd name="T9" fmla="*/ 36 h 36"/>
                <a:gd name="T10" fmla="*/ 80 w 80"/>
                <a:gd name="T11" fmla="*/ 0 h 36"/>
              </a:gdLst>
              <a:ahLst/>
              <a:cxnLst>
                <a:cxn ang="0">
                  <a:pos x="T0" y="T1"/>
                </a:cxn>
                <a:cxn ang="0">
                  <a:pos x="T2" y="T3"/>
                </a:cxn>
                <a:cxn ang="0">
                  <a:pos x="T4" y="T5"/>
                </a:cxn>
                <a:cxn ang="0">
                  <a:pos x="T6" y="T7"/>
                </a:cxn>
                <a:cxn ang="0">
                  <a:pos x="T8" y="T9"/>
                </a:cxn>
                <a:cxn ang="0">
                  <a:pos x="T10" y="T11"/>
                </a:cxn>
              </a:cxnLst>
              <a:rect l="0" t="0" r="r" b="b"/>
              <a:pathLst>
                <a:path w="80" h="36">
                  <a:moveTo>
                    <a:pt x="80" y="0"/>
                  </a:moveTo>
                  <a:cubicBezTo>
                    <a:pt x="0" y="0"/>
                    <a:pt x="0" y="0"/>
                    <a:pt x="0" y="0"/>
                  </a:cubicBezTo>
                  <a:cubicBezTo>
                    <a:pt x="0" y="36"/>
                    <a:pt x="0" y="36"/>
                    <a:pt x="0" y="36"/>
                  </a:cubicBezTo>
                  <a:cubicBezTo>
                    <a:pt x="74" y="36"/>
                    <a:pt x="74" y="36"/>
                    <a:pt x="74" y="36"/>
                  </a:cubicBezTo>
                  <a:cubicBezTo>
                    <a:pt x="78" y="36"/>
                    <a:pt x="78" y="36"/>
                    <a:pt x="78" y="36"/>
                  </a:cubicBezTo>
                  <a:cubicBezTo>
                    <a:pt x="79" y="24"/>
                    <a:pt x="80" y="12"/>
                    <a:pt x="8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5" name="Freeform 71"/>
            <p:cNvSpPr>
              <a:spLocks/>
            </p:cNvSpPr>
            <p:nvPr/>
          </p:nvSpPr>
          <p:spPr bwMode="auto">
            <a:xfrm>
              <a:off x="4632325" y="4972050"/>
              <a:ext cx="784225" cy="1227138"/>
            </a:xfrm>
            <a:custGeom>
              <a:avLst/>
              <a:gdLst>
                <a:gd name="T0" fmla="*/ 2 w 483"/>
                <a:gd name="T1" fmla="*/ 363 h 756"/>
                <a:gd name="T2" fmla="*/ 34 w 483"/>
                <a:gd name="T3" fmla="*/ 393 h 756"/>
                <a:gd name="T4" fmla="*/ 36 w 483"/>
                <a:gd name="T5" fmla="*/ 393 h 756"/>
                <a:gd name="T6" fmla="*/ 66 w 483"/>
                <a:gd name="T7" fmla="*/ 359 h 756"/>
                <a:gd name="T8" fmla="*/ 64 w 483"/>
                <a:gd name="T9" fmla="*/ 287 h 756"/>
                <a:gd name="T10" fmla="*/ 92 w 483"/>
                <a:gd name="T11" fmla="*/ 107 h 756"/>
                <a:gd name="T12" fmla="*/ 92 w 483"/>
                <a:gd name="T13" fmla="*/ 238 h 756"/>
                <a:gd name="T14" fmla="*/ 92 w 483"/>
                <a:gd name="T15" fmla="*/ 314 h 756"/>
                <a:gd name="T16" fmla="*/ 92 w 483"/>
                <a:gd name="T17" fmla="*/ 706 h 756"/>
                <a:gd name="T18" fmla="*/ 141 w 483"/>
                <a:gd name="T19" fmla="*/ 756 h 756"/>
                <a:gd name="T20" fmla="*/ 191 w 483"/>
                <a:gd name="T21" fmla="*/ 706 h 756"/>
                <a:gd name="T22" fmla="*/ 191 w 483"/>
                <a:gd name="T23" fmla="*/ 345 h 756"/>
                <a:gd name="T24" fmla="*/ 209 w 483"/>
                <a:gd name="T25" fmla="*/ 345 h 756"/>
                <a:gd name="T26" fmla="*/ 209 w 483"/>
                <a:gd name="T27" fmla="*/ 706 h 756"/>
                <a:gd name="T28" fmla="*/ 259 w 483"/>
                <a:gd name="T29" fmla="*/ 756 h 756"/>
                <a:gd name="T30" fmla="*/ 308 w 483"/>
                <a:gd name="T31" fmla="*/ 706 h 756"/>
                <a:gd name="T32" fmla="*/ 308 w 483"/>
                <a:gd name="T33" fmla="*/ 314 h 756"/>
                <a:gd name="T34" fmla="*/ 308 w 483"/>
                <a:gd name="T35" fmla="*/ 238 h 756"/>
                <a:gd name="T36" fmla="*/ 308 w 483"/>
                <a:gd name="T37" fmla="*/ 109 h 756"/>
                <a:gd name="T38" fmla="*/ 321 w 483"/>
                <a:gd name="T39" fmla="*/ 115 h 756"/>
                <a:gd name="T40" fmla="*/ 368 w 483"/>
                <a:gd name="T41" fmla="*/ 127 h 756"/>
                <a:gd name="T42" fmla="*/ 369 w 483"/>
                <a:gd name="T43" fmla="*/ 127 h 756"/>
                <a:gd name="T44" fmla="*/ 425 w 483"/>
                <a:gd name="T45" fmla="*/ 109 h 756"/>
                <a:gd name="T46" fmla="*/ 474 w 483"/>
                <a:gd name="T47" fmla="*/ 53 h 756"/>
                <a:gd name="T48" fmla="*/ 462 w 483"/>
                <a:gd name="T49" fmla="*/ 9 h 756"/>
                <a:gd name="T50" fmla="*/ 419 w 483"/>
                <a:gd name="T51" fmla="*/ 21 h 756"/>
                <a:gd name="T52" fmla="*/ 389 w 483"/>
                <a:gd name="T53" fmla="*/ 56 h 756"/>
                <a:gd name="T54" fmla="*/ 368 w 483"/>
                <a:gd name="T55" fmla="*/ 63 h 756"/>
                <a:gd name="T56" fmla="*/ 348 w 483"/>
                <a:gd name="T57" fmla="*/ 58 h 756"/>
                <a:gd name="T58" fmla="*/ 318 w 483"/>
                <a:gd name="T59" fmla="*/ 36 h 756"/>
                <a:gd name="T60" fmla="*/ 309 w 483"/>
                <a:gd name="T61" fmla="*/ 26 h 756"/>
                <a:gd name="T62" fmla="*/ 306 w 483"/>
                <a:gd name="T63" fmla="*/ 23 h 756"/>
                <a:gd name="T64" fmla="*/ 306 w 483"/>
                <a:gd name="T65" fmla="*/ 23 h 756"/>
                <a:gd name="T66" fmla="*/ 306 w 483"/>
                <a:gd name="T67" fmla="*/ 23 h 756"/>
                <a:gd name="T68" fmla="*/ 283 w 483"/>
                <a:gd name="T69" fmla="*/ 10 h 756"/>
                <a:gd name="T70" fmla="*/ 277 w 483"/>
                <a:gd name="T71" fmla="*/ 10 h 756"/>
                <a:gd name="T72" fmla="*/ 123 w 483"/>
                <a:gd name="T73" fmla="*/ 10 h 756"/>
                <a:gd name="T74" fmla="*/ 113 w 483"/>
                <a:gd name="T75" fmla="*/ 11 h 756"/>
                <a:gd name="T76" fmla="*/ 88 w 483"/>
                <a:gd name="T77" fmla="*/ 19 h 756"/>
                <a:gd name="T78" fmla="*/ 27 w 483"/>
                <a:gd name="T79" fmla="*/ 94 h 756"/>
                <a:gd name="T80" fmla="*/ 0 w 483"/>
                <a:gd name="T81" fmla="*/ 287 h 756"/>
                <a:gd name="T82" fmla="*/ 2 w 483"/>
                <a:gd name="T83" fmla="*/ 363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83" h="756">
                  <a:moveTo>
                    <a:pt x="2" y="363"/>
                  </a:moveTo>
                  <a:cubicBezTo>
                    <a:pt x="3" y="380"/>
                    <a:pt x="17" y="393"/>
                    <a:pt x="34" y="393"/>
                  </a:cubicBezTo>
                  <a:cubicBezTo>
                    <a:pt x="35" y="393"/>
                    <a:pt x="36" y="393"/>
                    <a:pt x="36" y="393"/>
                  </a:cubicBezTo>
                  <a:cubicBezTo>
                    <a:pt x="54" y="392"/>
                    <a:pt x="67" y="377"/>
                    <a:pt x="66" y="359"/>
                  </a:cubicBezTo>
                  <a:cubicBezTo>
                    <a:pt x="65" y="333"/>
                    <a:pt x="64" y="309"/>
                    <a:pt x="64" y="287"/>
                  </a:cubicBezTo>
                  <a:cubicBezTo>
                    <a:pt x="64" y="190"/>
                    <a:pt x="78" y="135"/>
                    <a:pt x="92" y="107"/>
                  </a:cubicBezTo>
                  <a:cubicBezTo>
                    <a:pt x="92" y="238"/>
                    <a:pt x="92" y="238"/>
                    <a:pt x="92" y="238"/>
                  </a:cubicBezTo>
                  <a:cubicBezTo>
                    <a:pt x="92" y="314"/>
                    <a:pt x="92" y="314"/>
                    <a:pt x="92" y="314"/>
                  </a:cubicBezTo>
                  <a:cubicBezTo>
                    <a:pt x="92" y="706"/>
                    <a:pt x="92" y="706"/>
                    <a:pt x="92" y="706"/>
                  </a:cubicBezTo>
                  <a:cubicBezTo>
                    <a:pt x="92" y="733"/>
                    <a:pt x="114" y="756"/>
                    <a:pt x="141" y="756"/>
                  </a:cubicBezTo>
                  <a:cubicBezTo>
                    <a:pt x="169" y="756"/>
                    <a:pt x="191" y="733"/>
                    <a:pt x="191" y="706"/>
                  </a:cubicBezTo>
                  <a:cubicBezTo>
                    <a:pt x="191" y="345"/>
                    <a:pt x="191" y="345"/>
                    <a:pt x="191" y="345"/>
                  </a:cubicBezTo>
                  <a:cubicBezTo>
                    <a:pt x="209" y="345"/>
                    <a:pt x="209" y="345"/>
                    <a:pt x="209" y="345"/>
                  </a:cubicBezTo>
                  <a:cubicBezTo>
                    <a:pt x="209" y="706"/>
                    <a:pt x="209" y="706"/>
                    <a:pt x="209" y="706"/>
                  </a:cubicBezTo>
                  <a:cubicBezTo>
                    <a:pt x="209" y="733"/>
                    <a:pt x="231" y="756"/>
                    <a:pt x="259" y="756"/>
                  </a:cubicBezTo>
                  <a:cubicBezTo>
                    <a:pt x="286" y="756"/>
                    <a:pt x="308" y="733"/>
                    <a:pt x="308" y="706"/>
                  </a:cubicBezTo>
                  <a:cubicBezTo>
                    <a:pt x="308" y="314"/>
                    <a:pt x="308" y="314"/>
                    <a:pt x="308" y="314"/>
                  </a:cubicBezTo>
                  <a:cubicBezTo>
                    <a:pt x="308" y="238"/>
                    <a:pt x="308" y="238"/>
                    <a:pt x="308" y="238"/>
                  </a:cubicBezTo>
                  <a:cubicBezTo>
                    <a:pt x="308" y="109"/>
                    <a:pt x="308" y="109"/>
                    <a:pt x="308" y="109"/>
                  </a:cubicBezTo>
                  <a:cubicBezTo>
                    <a:pt x="312" y="111"/>
                    <a:pt x="316" y="113"/>
                    <a:pt x="321" y="115"/>
                  </a:cubicBezTo>
                  <a:cubicBezTo>
                    <a:pt x="334" y="122"/>
                    <a:pt x="350" y="127"/>
                    <a:pt x="368" y="127"/>
                  </a:cubicBezTo>
                  <a:cubicBezTo>
                    <a:pt x="369" y="127"/>
                    <a:pt x="369" y="127"/>
                    <a:pt x="369" y="127"/>
                  </a:cubicBezTo>
                  <a:cubicBezTo>
                    <a:pt x="387" y="127"/>
                    <a:pt x="407" y="121"/>
                    <a:pt x="425" y="109"/>
                  </a:cubicBezTo>
                  <a:cubicBezTo>
                    <a:pt x="443" y="96"/>
                    <a:pt x="459" y="78"/>
                    <a:pt x="474" y="53"/>
                  </a:cubicBezTo>
                  <a:cubicBezTo>
                    <a:pt x="483" y="38"/>
                    <a:pt x="478" y="18"/>
                    <a:pt x="462" y="9"/>
                  </a:cubicBezTo>
                  <a:cubicBezTo>
                    <a:pt x="447" y="0"/>
                    <a:pt x="428" y="6"/>
                    <a:pt x="419" y="21"/>
                  </a:cubicBezTo>
                  <a:cubicBezTo>
                    <a:pt x="408" y="40"/>
                    <a:pt x="397" y="50"/>
                    <a:pt x="389" y="56"/>
                  </a:cubicBezTo>
                  <a:cubicBezTo>
                    <a:pt x="381" y="61"/>
                    <a:pt x="375" y="63"/>
                    <a:pt x="368" y="63"/>
                  </a:cubicBezTo>
                  <a:cubicBezTo>
                    <a:pt x="362" y="63"/>
                    <a:pt x="355" y="61"/>
                    <a:pt x="348" y="58"/>
                  </a:cubicBezTo>
                  <a:cubicBezTo>
                    <a:pt x="337" y="52"/>
                    <a:pt x="326" y="43"/>
                    <a:pt x="318" y="36"/>
                  </a:cubicBezTo>
                  <a:cubicBezTo>
                    <a:pt x="314" y="32"/>
                    <a:pt x="311" y="28"/>
                    <a:pt x="309" y="26"/>
                  </a:cubicBezTo>
                  <a:cubicBezTo>
                    <a:pt x="307" y="25"/>
                    <a:pt x="307" y="24"/>
                    <a:pt x="306" y="23"/>
                  </a:cubicBezTo>
                  <a:cubicBezTo>
                    <a:pt x="306" y="23"/>
                    <a:pt x="306" y="23"/>
                    <a:pt x="306" y="23"/>
                  </a:cubicBezTo>
                  <a:cubicBezTo>
                    <a:pt x="306" y="23"/>
                    <a:pt x="306" y="23"/>
                    <a:pt x="306" y="23"/>
                  </a:cubicBezTo>
                  <a:cubicBezTo>
                    <a:pt x="300" y="15"/>
                    <a:pt x="292" y="11"/>
                    <a:pt x="283" y="10"/>
                  </a:cubicBezTo>
                  <a:cubicBezTo>
                    <a:pt x="281" y="10"/>
                    <a:pt x="279" y="10"/>
                    <a:pt x="277" y="10"/>
                  </a:cubicBezTo>
                  <a:cubicBezTo>
                    <a:pt x="123" y="10"/>
                    <a:pt x="123" y="10"/>
                    <a:pt x="123" y="10"/>
                  </a:cubicBezTo>
                  <a:cubicBezTo>
                    <a:pt x="119" y="10"/>
                    <a:pt x="116" y="10"/>
                    <a:pt x="113" y="11"/>
                  </a:cubicBezTo>
                  <a:cubicBezTo>
                    <a:pt x="106" y="12"/>
                    <a:pt x="98" y="14"/>
                    <a:pt x="88" y="19"/>
                  </a:cubicBezTo>
                  <a:cubicBezTo>
                    <a:pt x="67" y="30"/>
                    <a:pt x="44" y="53"/>
                    <a:pt x="27" y="94"/>
                  </a:cubicBezTo>
                  <a:cubicBezTo>
                    <a:pt x="11" y="136"/>
                    <a:pt x="0" y="196"/>
                    <a:pt x="0" y="287"/>
                  </a:cubicBezTo>
                  <a:cubicBezTo>
                    <a:pt x="0" y="310"/>
                    <a:pt x="1" y="335"/>
                    <a:pt x="2" y="3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6" name="Oval 72"/>
            <p:cNvSpPr>
              <a:spLocks noChangeArrowheads="1"/>
            </p:cNvSpPr>
            <p:nvPr/>
          </p:nvSpPr>
          <p:spPr bwMode="auto">
            <a:xfrm>
              <a:off x="4811713" y="4657725"/>
              <a:ext cx="292100" cy="2936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1981376795"/>
      </p:ext>
    </p:extLst>
  </p:cSld>
  <p:clrMapOvr>
    <a:masterClrMapping/>
  </p:clrMapOvr>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3240866" y="914953"/>
            <a:ext cx="860336" cy="2629275"/>
            <a:chOff x="3916363" y="547688"/>
            <a:chExt cx="962026" cy="2940050"/>
          </a:xfrm>
          <a:solidFill>
            <a:schemeClr val="tx1">
              <a:lumMod val="65000"/>
              <a:lumOff val="35000"/>
            </a:schemeClr>
          </a:solidFill>
        </p:grpSpPr>
        <p:sp>
          <p:nvSpPr>
            <p:cNvPr id="3" name="Freeform 5"/>
            <p:cNvSpPr>
              <a:spLocks/>
            </p:cNvSpPr>
            <p:nvPr/>
          </p:nvSpPr>
          <p:spPr bwMode="auto">
            <a:xfrm>
              <a:off x="3916363" y="862013"/>
              <a:ext cx="304800" cy="306388"/>
            </a:xfrm>
            <a:custGeom>
              <a:avLst/>
              <a:gdLst>
                <a:gd name="T0" fmla="*/ 80 w 197"/>
                <a:gd name="T1" fmla="*/ 186 h 197"/>
                <a:gd name="T2" fmla="*/ 186 w 197"/>
                <a:gd name="T3" fmla="*/ 117 h 197"/>
                <a:gd name="T4" fmla="*/ 117 w 197"/>
                <a:gd name="T5" fmla="*/ 10 h 197"/>
                <a:gd name="T6" fmla="*/ 10 w 197"/>
                <a:gd name="T7" fmla="*/ 80 h 197"/>
                <a:gd name="T8" fmla="*/ 80 w 197"/>
                <a:gd name="T9" fmla="*/ 186 h 197"/>
              </a:gdLst>
              <a:ahLst/>
              <a:cxnLst>
                <a:cxn ang="0">
                  <a:pos x="T0" y="T1"/>
                </a:cxn>
                <a:cxn ang="0">
                  <a:pos x="T2" y="T3"/>
                </a:cxn>
                <a:cxn ang="0">
                  <a:pos x="T4" y="T5"/>
                </a:cxn>
                <a:cxn ang="0">
                  <a:pos x="T6" y="T7"/>
                </a:cxn>
                <a:cxn ang="0">
                  <a:pos x="T8" y="T9"/>
                </a:cxn>
              </a:cxnLst>
              <a:rect l="0" t="0" r="r" b="b"/>
              <a:pathLst>
                <a:path w="197" h="197">
                  <a:moveTo>
                    <a:pt x="80" y="186"/>
                  </a:moveTo>
                  <a:cubicBezTo>
                    <a:pt x="129" y="197"/>
                    <a:pt x="176" y="165"/>
                    <a:pt x="186" y="117"/>
                  </a:cubicBezTo>
                  <a:cubicBezTo>
                    <a:pt x="197" y="68"/>
                    <a:pt x="165" y="20"/>
                    <a:pt x="117" y="10"/>
                  </a:cubicBezTo>
                  <a:cubicBezTo>
                    <a:pt x="68" y="0"/>
                    <a:pt x="20" y="31"/>
                    <a:pt x="10" y="80"/>
                  </a:cubicBezTo>
                  <a:cubicBezTo>
                    <a:pt x="0" y="129"/>
                    <a:pt x="31" y="176"/>
                    <a:pt x="80" y="1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Freeform 6"/>
            <p:cNvSpPr>
              <a:spLocks/>
            </p:cNvSpPr>
            <p:nvPr/>
          </p:nvSpPr>
          <p:spPr bwMode="auto">
            <a:xfrm>
              <a:off x="3949701" y="839788"/>
              <a:ext cx="514350" cy="1495425"/>
            </a:xfrm>
            <a:custGeom>
              <a:avLst/>
              <a:gdLst>
                <a:gd name="T0" fmla="*/ 156 w 331"/>
                <a:gd name="T1" fmla="*/ 554 h 965"/>
                <a:gd name="T2" fmla="*/ 155 w 331"/>
                <a:gd name="T3" fmla="*/ 536 h 965"/>
                <a:gd name="T4" fmla="*/ 172 w 331"/>
                <a:gd name="T5" fmla="*/ 331 h 965"/>
                <a:gd name="T6" fmla="*/ 175 w 331"/>
                <a:gd name="T7" fmla="*/ 305 h 965"/>
                <a:gd name="T8" fmla="*/ 122 w 331"/>
                <a:gd name="T9" fmla="*/ 334 h 965"/>
                <a:gd name="T10" fmla="*/ 106 w 331"/>
                <a:gd name="T11" fmla="*/ 338 h 965"/>
                <a:gd name="T12" fmla="*/ 69 w 331"/>
                <a:gd name="T13" fmla="*/ 315 h 965"/>
                <a:gd name="T14" fmla="*/ 89 w 331"/>
                <a:gd name="T15" fmla="*/ 262 h 965"/>
                <a:gd name="T16" fmla="*/ 90 w 331"/>
                <a:gd name="T17" fmla="*/ 261 h 965"/>
                <a:gd name="T18" fmla="*/ 96 w 331"/>
                <a:gd name="T19" fmla="*/ 258 h 965"/>
                <a:gd name="T20" fmla="*/ 116 w 331"/>
                <a:gd name="T21" fmla="*/ 247 h 965"/>
                <a:gd name="T22" fmla="*/ 185 w 331"/>
                <a:gd name="T23" fmla="*/ 200 h 965"/>
                <a:gd name="T24" fmla="*/ 326 w 331"/>
                <a:gd name="T25" fmla="*/ 10 h 965"/>
                <a:gd name="T26" fmla="*/ 331 w 331"/>
                <a:gd name="T27" fmla="*/ 0 h 965"/>
                <a:gd name="T28" fmla="*/ 330 w 331"/>
                <a:gd name="T29" fmla="*/ 2 h 965"/>
                <a:gd name="T30" fmla="*/ 175 w 331"/>
                <a:gd name="T31" fmla="*/ 170 h 965"/>
                <a:gd name="T32" fmla="*/ 113 w 331"/>
                <a:gd name="T33" fmla="*/ 223 h 965"/>
                <a:gd name="T34" fmla="*/ 94 w 331"/>
                <a:gd name="T35" fmla="*/ 237 h 965"/>
                <a:gd name="T36" fmla="*/ 93 w 331"/>
                <a:gd name="T37" fmla="*/ 238 h 965"/>
                <a:gd name="T38" fmla="*/ 30 w 331"/>
                <a:gd name="T39" fmla="*/ 307 h 965"/>
                <a:gd name="T40" fmla="*/ 12 w 331"/>
                <a:gd name="T41" fmla="*/ 529 h 965"/>
                <a:gd name="T42" fmla="*/ 64 w 331"/>
                <a:gd name="T43" fmla="*/ 593 h 965"/>
                <a:gd name="T44" fmla="*/ 106 w 331"/>
                <a:gd name="T45" fmla="*/ 803 h 965"/>
                <a:gd name="T46" fmla="*/ 92 w 331"/>
                <a:gd name="T47" fmla="*/ 926 h 965"/>
                <a:gd name="T48" fmla="*/ 100 w 331"/>
                <a:gd name="T49" fmla="*/ 965 h 965"/>
                <a:gd name="T50" fmla="*/ 166 w 331"/>
                <a:gd name="T51" fmla="*/ 577 h 965"/>
                <a:gd name="T52" fmla="*/ 156 w 331"/>
                <a:gd name="T53" fmla="*/ 554 h 9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31" h="965">
                  <a:moveTo>
                    <a:pt x="156" y="554"/>
                  </a:moveTo>
                  <a:cubicBezTo>
                    <a:pt x="156" y="548"/>
                    <a:pt x="156" y="543"/>
                    <a:pt x="155" y="536"/>
                  </a:cubicBezTo>
                  <a:cubicBezTo>
                    <a:pt x="145" y="468"/>
                    <a:pt x="162" y="387"/>
                    <a:pt x="172" y="331"/>
                  </a:cubicBezTo>
                  <a:cubicBezTo>
                    <a:pt x="174" y="322"/>
                    <a:pt x="175" y="313"/>
                    <a:pt x="175" y="305"/>
                  </a:cubicBezTo>
                  <a:cubicBezTo>
                    <a:pt x="146" y="323"/>
                    <a:pt x="126" y="333"/>
                    <a:pt x="122" y="334"/>
                  </a:cubicBezTo>
                  <a:cubicBezTo>
                    <a:pt x="117" y="337"/>
                    <a:pt x="111" y="338"/>
                    <a:pt x="106" y="338"/>
                  </a:cubicBezTo>
                  <a:cubicBezTo>
                    <a:pt x="90" y="338"/>
                    <a:pt x="76" y="329"/>
                    <a:pt x="69" y="315"/>
                  </a:cubicBezTo>
                  <a:cubicBezTo>
                    <a:pt x="60" y="295"/>
                    <a:pt x="69" y="271"/>
                    <a:pt x="89" y="262"/>
                  </a:cubicBezTo>
                  <a:cubicBezTo>
                    <a:pt x="90" y="261"/>
                    <a:pt x="90" y="261"/>
                    <a:pt x="90" y="261"/>
                  </a:cubicBezTo>
                  <a:cubicBezTo>
                    <a:pt x="92" y="260"/>
                    <a:pt x="93" y="260"/>
                    <a:pt x="96" y="258"/>
                  </a:cubicBezTo>
                  <a:cubicBezTo>
                    <a:pt x="100" y="256"/>
                    <a:pt x="107" y="252"/>
                    <a:pt x="116" y="247"/>
                  </a:cubicBezTo>
                  <a:cubicBezTo>
                    <a:pt x="133" y="237"/>
                    <a:pt x="158" y="221"/>
                    <a:pt x="185" y="200"/>
                  </a:cubicBezTo>
                  <a:cubicBezTo>
                    <a:pt x="232" y="161"/>
                    <a:pt x="295" y="98"/>
                    <a:pt x="326" y="10"/>
                  </a:cubicBezTo>
                  <a:cubicBezTo>
                    <a:pt x="327" y="6"/>
                    <a:pt x="329" y="3"/>
                    <a:pt x="331" y="0"/>
                  </a:cubicBezTo>
                  <a:cubicBezTo>
                    <a:pt x="331" y="0"/>
                    <a:pt x="330" y="1"/>
                    <a:pt x="330" y="2"/>
                  </a:cubicBezTo>
                  <a:cubicBezTo>
                    <a:pt x="285" y="66"/>
                    <a:pt x="225" y="126"/>
                    <a:pt x="175" y="170"/>
                  </a:cubicBezTo>
                  <a:cubicBezTo>
                    <a:pt x="150" y="193"/>
                    <a:pt x="128" y="211"/>
                    <a:pt x="113" y="223"/>
                  </a:cubicBezTo>
                  <a:cubicBezTo>
                    <a:pt x="105" y="229"/>
                    <a:pt x="98" y="234"/>
                    <a:pt x="94" y="237"/>
                  </a:cubicBezTo>
                  <a:cubicBezTo>
                    <a:pt x="94" y="238"/>
                    <a:pt x="94" y="238"/>
                    <a:pt x="93" y="238"/>
                  </a:cubicBezTo>
                  <a:cubicBezTo>
                    <a:pt x="68" y="246"/>
                    <a:pt x="42" y="268"/>
                    <a:pt x="30" y="307"/>
                  </a:cubicBezTo>
                  <a:cubicBezTo>
                    <a:pt x="5" y="388"/>
                    <a:pt x="0" y="441"/>
                    <a:pt x="12" y="529"/>
                  </a:cubicBezTo>
                  <a:cubicBezTo>
                    <a:pt x="21" y="569"/>
                    <a:pt x="41" y="586"/>
                    <a:pt x="64" y="593"/>
                  </a:cubicBezTo>
                  <a:cubicBezTo>
                    <a:pt x="81" y="634"/>
                    <a:pt x="106" y="708"/>
                    <a:pt x="106" y="803"/>
                  </a:cubicBezTo>
                  <a:cubicBezTo>
                    <a:pt x="106" y="841"/>
                    <a:pt x="102" y="882"/>
                    <a:pt x="92" y="926"/>
                  </a:cubicBezTo>
                  <a:cubicBezTo>
                    <a:pt x="89" y="940"/>
                    <a:pt x="93" y="954"/>
                    <a:pt x="100" y="965"/>
                  </a:cubicBezTo>
                  <a:cubicBezTo>
                    <a:pt x="166" y="577"/>
                    <a:pt x="166" y="577"/>
                    <a:pt x="166" y="577"/>
                  </a:cubicBezTo>
                  <a:cubicBezTo>
                    <a:pt x="162" y="569"/>
                    <a:pt x="159" y="561"/>
                    <a:pt x="156" y="5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 name="Freeform 7"/>
            <p:cNvSpPr>
              <a:spLocks/>
            </p:cNvSpPr>
            <p:nvPr/>
          </p:nvSpPr>
          <p:spPr bwMode="auto">
            <a:xfrm>
              <a:off x="4213226" y="2030413"/>
              <a:ext cx="57150" cy="323850"/>
            </a:xfrm>
            <a:custGeom>
              <a:avLst/>
              <a:gdLst>
                <a:gd name="T0" fmla="*/ 21 w 37"/>
                <a:gd name="T1" fmla="*/ 178 h 209"/>
                <a:gd name="T2" fmla="*/ 37 w 37"/>
                <a:gd name="T3" fmla="*/ 35 h 209"/>
                <a:gd name="T4" fmla="*/ 36 w 37"/>
                <a:gd name="T5" fmla="*/ 0 h 209"/>
                <a:gd name="T6" fmla="*/ 0 w 37"/>
                <a:gd name="T7" fmla="*/ 209 h 209"/>
                <a:gd name="T8" fmla="*/ 21 w 37"/>
                <a:gd name="T9" fmla="*/ 178 h 209"/>
              </a:gdLst>
              <a:ahLst/>
              <a:cxnLst>
                <a:cxn ang="0">
                  <a:pos x="T0" y="T1"/>
                </a:cxn>
                <a:cxn ang="0">
                  <a:pos x="T2" y="T3"/>
                </a:cxn>
                <a:cxn ang="0">
                  <a:pos x="T4" y="T5"/>
                </a:cxn>
                <a:cxn ang="0">
                  <a:pos x="T6" y="T7"/>
                </a:cxn>
                <a:cxn ang="0">
                  <a:pos x="T8" y="T9"/>
                </a:cxn>
              </a:cxnLst>
              <a:rect l="0" t="0" r="r" b="b"/>
              <a:pathLst>
                <a:path w="37" h="209">
                  <a:moveTo>
                    <a:pt x="21" y="178"/>
                  </a:moveTo>
                  <a:cubicBezTo>
                    <a:pt x="32" y="127"/>
                    <a:pt x="37" y="79"/>
                    <a:pt x="37" y="35"/>
                  </a:cubicBezTo>
                  <a:cubicBezTo>
                    <a:pt x="36" y="23"/>
                    <a:pt x="36" y="11"/>
                    <a:pt x="36" y="0"/>
                  </a:cubicBezTo>
                  <a:cubicBezTo>
                    <a:pt x="0" y="209"/>
                    <a:pt x="0" y="209"/>
                    <a:pt x="0" y="209"/>
                  </a:cubicBezTo>
                  <a:cubicBezTo>
                    <a:pt x="11" y="203"/>
                    <a:pt x="18" y="192"/>
                    <a:pt x="21" y="1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Freeform 8"/>
            <p:cNvSpPr>
              <a:spLocks/>
            </p:cNvSpPr>
            <p:nvPr/>
          </p:nvSpPr>
          <p:spPr bwMode="auto">
            <a:xfrm>
              <a:off x="4057651" y="819150"/>
              <a:ext cx="512763" cy="531813"/>
            </a:xfrm>
            <a:custGeom>
              <a:avLst/>
              <a:gdLst>
                <a:gd name="T0" fmla="*/ 265 w 331"/>
                <a:gd name="T1" fmla="*/ 26 h 343"/>
                <a:gd name="T2" fmla="*/ 121 w 331"/>
                <a:gd name="T3" fmla="*/ 219 h 343"/>
                <a:gd name="T4" fmla="*/ 51 w 331"/>
                <a:gd name="T5" fmla="*/ 267 h 343"/>
                <a:gd name="T6" fmla="*/ 30 w 331"/>
                <a:gd name="T7" fmla="*/ 278 h 343"/>
                <a:gd name="T8" fmla="*/ 25 w 331"/>
                <a:gd name="T9" fmla="*/ 281 h 343"/>
                <a:gd name="T10" fmla="*/ 24 w 331"/>
                <a:gd name="T11" fmla="*/ 282 h 343"/>
                <a:gd name="T12" fmla="*/ 23 w 331"/>
                <a:gd name="T13" fmla="*/ 282 h 343"/>
                <a:gd name="T14" fmla="*/ 8 w 331"/>
                <a:gd name="T15" fmla="*/ 324 h 343"/>
                <a:gd name="T16" fmla="*/ 37 w 331"/>
                <a:gd name="T17" fmla="*/ 343 h 343"/>
                <a:gd name="T18" fmla="*/ 50 w 331"/>
                <a:gd name="T19" fmla="*/ 340 h 343"/>
                <a:gd name="T20" fmla="*/ 50 w 331"/>
                <a:gd name="T21" fmla="*/ 340 h 343"/>
                <a:gd name="T22" fmla="*/ 161 w 331"/>
                <a:gd name="T23" fmla="*/ 269 h 343"/>
                <a:gd name="T24" fmla="*/ 325 w 331"/>
                <a:gd name="T25" fmla="*/ 47 h 343"/>
                <a:gd name="T26" fmla="*/ 305 w 331"/>
                <a:gd name="T27" fmla="*/ 6 h 343"/>
                <a:gd name="T28" fmla="*/ 265 w 331"/>
                <a:gd name="T29" fmla="*/ 26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1" h="343">
                  <a:moveTo>
                    <a:pt x="265" y="26"/>
                  </a:moveTo>
                  <a:cubicBezTo>
                    <a:pt x="234" y="111"/>
                    <a:pt x="174" y="176"/>
                    <a:pt x="121" y="219"/>
                  </a:cubicBezTo>
                  <a:cubicBezTo>
                    <a:pt x="94" y="240"/>
                    <a:pt x="69" y="256"/>
                    <a:pt x="51" y="267"/>
                  </a:cubicBezTo>
                  <a:cubicBezTo>
                    <a:pt x="43" y="272"/>
                    <a:pt x="35" y="276"/>
                    <a:pt x="30" y="278"/>
                  </a:cubicBezTo>
                  <a:cubicBezTo>
                    <a:pt x="28" y="280"/>
                    <a:pt x="26" y="281"/>
                    <a:pt x="25" y="281"/>
                  </a:cubicBezTo>
                  <a:cubicBezTo>
                    <a:pt x="24" y="281"/>
                    <a:pt x="24" y="282"/>
                    <a:pt x="24" y="282"/>
                  </a:cubicBezTo>
                  <a:cubicBezTo>
                    <a:pt x="23" y="282"/>
                    <a:pt x="23" y="282"/>
                    <a:pt x="23" y="282"/>
                  </a:cubicBezTo>
                  <a:cubicBezTo>
                    <a:pt x="7" y="289"/>
                    <a:pt x="0" y="308"/>
                    <a:pt x="8" y="324"/>
                  </a:cubicBezTo>
                  <a:cubicBezTo>
                    <a:pt x="13" y="336"/>
                    <a:pt x="25" y="343"/>
                    <a:pt x="37" y="343"/>
                  </a:cubicBezTo>
                  <a:cubicBezTo>
                    <a:pt x="41" y="343"/>
                    <a:pt x="46" y="342"/>
                    <a:pt x="50" y="340"/>
                  </a:cubicBezTo>
                  <a:cubicBezTo>
                    <a:pt x="50" y="340"/>
                    <a:pt x="50" y="340"/>
                    <a:pt x="50" y="340"/>
                  </a:cubicBezTo>
                  <a:cubicBezTo>
                    <a:pt x="52" y="339"/>
                    <a:pt x="102" y="316"/>
                    <a:pt x="161" y="269"/>
                  </a:cubicBezTo>
                  <a:cubicBezTo>
                    <a:pt x="220" y="221"/>
                    <a:pt x="289" y="148"/>
                    <a:pt x="325" y="47"/>
                  </a:cubicBezTo>
                  <a:cubicBezTo>
                    <a:pt x="331" y="30"/>
                    <a:pt x="322" y="12"/>
                    <a:pt x="305" y="6"/>
                  </a:cubicBezTo>
                  <a:cubicBezTo>
                    <a:pt x="289" y="0"/>
                    <a:pt x="270" y="9"/>
                    <a:pt x="265"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9"/>
            <p:cNvSpPr>
              <a:spLocks noEditPoints="1"/>
            </p:cNvSpPr>
            <p:nvPr/>
          </p:nvSpPr>
          <p:spPr bwMode="auto">
            <a:xfrm>
              <a:off x="4402138" y="547688"/>
              <a:ext cx="312738" cy="285750"/>
            </a:xfrm>
            <a:custGeom>
              <a:avLst/>
              <a:gdLst>
                <a:gd name="T0" fmla="*/ 72 w 202"/>
                <a:gd name="T1" fmla="*/ 70 h 184"/>
                <a:gd name="T2" fmla="*/ 80 w 202"/>
                <a:gd name="T3" fmla="*/ 90 h 184"/>
                <a:gd name="T4" fmla="*/ 73 w 202"/>
                <a:gd name="T5" fmla="*/ 94 h 184"/>
                <a:gd name="T6" fmla="*/ 66 w 202"/>
                <a:gd name="T7" fmla="*/ 105 h 184"/>
                <a:gd name="T8" fmla="*/ 73 w 202"/>
                <a:gd name="T9" fmla="*/ 124 h 184"/>
                <a:gd name="T10" fmla="*/ 68 w 202"/>
                <a:gd name="T11" fmla="*/ 128 h 184"/>
                <a:gd name="T12" fmla="*/ 87 w 202"/>
                <a:gd name="T13" fmla="*/ 157 h 184"/>
                <a:gd name="T14" fmla="*/ 102 w 202"/>
                <a:gd name="T15" fmla="*/ 147 h 184"/>
                <a:gd name="T16" fmla="*/ 83 w 202"/>
                <a:gd name="T17" fmla="*/ 118 h 184"/>
                <a:gd name="T18" fmla="*/ 76 w 202"/>
                <a:gd name="T19" fmla="*/ 122 h 184"/>
                <a:gd name="T20" fmla="*/ 70 w 202"/>
                <a:gd name="T21" fmla="*/ 105 h 184"/>
                <a:gd name="T22" fmla="*/ 75 w 202"/>
                <a:gd name="T23" fmla="*/ 98 h 184"/>
                <a:gd name="T24" fmla="*/ 83 w 202"/>
                <a:gd name="T25" fmla="*/ 93 h 184"/>
                <a:gd name="T26" fmla="*/ 86 w 202"/>
                <a:gd name="T27" fmla="*/ 95 h 184"/>
                <a:gd name="T28" fmla="*/ 118 w 202"/>
                <a:gd name="T29" fmla="*/ 147 h 184"/>
                <a:gd name="T30" fmla="*/ 113 w 202"/>
                <a:gd name="T31" fmla="*/ 146 h 184"/>
                <a:gd name="T32" fmla="*/ 106 w 202"/>
                <a:gd name="T33" fmla="*/ 180 h 184"/>
                <a:gd name="T34" fmla="*/ 124 w 202"/>
                <a:gd name="T35" fmla="*/ 184 h 184"/>
                <a:gd name="T36" fmla="*/ 131 w 202"/>
                <a:gd name="T37" fmla="*/ 150 h 184"/>
                <a:gd name="T38" fmla="*/ 122 w 202"/>
                <a:gd name="T39" fmla="*/ 148 h 184"/>
                <a:gd name="T40" fmla="*/ 88 w 202"/>
                <a:gd name="T41" fmla="*/ 93 h 184"/>
                <a:gd name="T42" fmla="*/ 86 w 202"/>
                <a:gd name="T43" fmla="*/ 91 h 184"/>
                <a:gd name="T44" fmla="*/ 111 w 202"/>
                <a:gd name="T45" fmla="*/ 54 h 184"/>
                <a:gd name="T46" fmla="*/ 111 w 202"/>
                <a:gd name="T47" fmla="*/ 52 h 184"/>
                <a:gd name="T48" fmla="*/ 127 w 202"/>
                <a:gd name="T49" fmla="*/ 52 h 184"/>
                <a:gd name="T50" fmla="*/ 123 w 202"/>
                <a:gd name="T51" fmla="*/ 69 h 184"/>
                <a:gd name="T52" fmla="*/ 134 w 202"/>
                <a:gd name="T53" fmla="*/ 92 h 184"/>
                <a:gd name="T54" fmla="*/ 131 w 202"/>
                <a:gd name="T55" fmla="*/ 99 h 184"/>
                <a:gd name="T56" fmla="*/ 161 w 202"/>
                <a:gd name="T57" fmla="*/ 115 h 184"/>
                <a:gd name="T58" fmla="*/ 170 w 202"/>
                <a:gd name="T59" fmla="*/ 99 h 184"/>
                <a:gd name="T60" fmla="*/ 140 w 202"/>
                <a:gd name="T61" fmla="*/ 82 h 184"/>
                <a:gd name="T62" fmla="*/ 136 w 202"/>
                <a:gd name="T63" fmla="*/ 88 h 184"/>
                <a:gd name="T64" fmla="*/ 127 w 202"/>
                <a:gd name="T65" fmla="*/ 69 h 184"/>
                <a:gd name="T66" fmla="*/ 131 w 202"/>
                <a:gd name="T67" fmla="*/ 52 h 184"/>
                <a:gd name="T68" fmla="*/ 202 w 202"/>
                <a:gd name="T69" fmla="*/ 52 h 184"/>
                <a:gd name="T70" fmla="*/ 202 w 202"/>
                <a:gd name="T71" fmla="*/ 0 h 184"/>
                <a:gd name="T72" fmla="*/ 0 w 202"/>
                <a:gd name="T73" fmla="*/ 0 h 184"/>
                <a:gd name="T74" fmla="*/ 0 w 202"/>
                <a:gd name="T75" fmla="*/ 52 h 184"/>
                <a:gd name="T76" fmla="*/ 79 w 202"/>
                <a:gd name="T77" fmla="*/ 52 h 184"/>
                <a:gd name="T78" fmla="*/ 72 w 202"/>
                <a:gd name="T79" fmla="*/ 70 h 184"/>
                <a:gd name="T80" fmla="*/ 107 w 202"/>
                <a:gd name="T81" fmla="*/ 54 h 184"/>
                <a:gd name="T82" fmla="*/ 84 w 202"/>
                <a:gd name="T83" fmla="*/ 88 h 184"/>
                <a:gd name="T84" fmla="*/ 76 w 202"/>
                <a:gd name="T85" fmla="*/ 70 h 184"/>
                <a:gd name="T86" fmla="*/ 85 w 202"/>
                <a:gd name="T87" fmla="*/ 52 h 184"/>
                <a:gd name="T88" fmla="*/ 107 w 202"/>
                <a:gd name="T89" fmla="*/ 52 h 184"/>
                <a:gd name="T90" fmla="*/ 107 w 202"/>
                <a:gd name="T91" fmla="*/ 54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2" h="184">
                  <a:moveTo>
                    <a:pt x="72" y="70"/>
                  </a:moveTo>
                  <a:cubicBezTo>
                    <a:pt x="72" y="76"/>
                    <a:pt x="75" y="83"/>
                    <a:pt x="80" y="90"/>
                  </a:cubicBezTo>
                  <a:cubicBezTo>
                    <a:pt x="78" y="91"/>
                    <a:pt x="76" y="93"/>
                    <a:pt x="73" y="94"/>
                  </a:cubicBezTo>
                  <a:cubicBezTo>
                    <a:pt x="68" y="97"/>
                    <a:pt x="66" y="101"/>
                    <a:pt x="66" y="105"/>
                  </a:cubicBezTo>
                  <a:cubicBezTo>
                    <a:pt x="66" y="112"/>
                    <a:pt x="70" y="119"/>
                    <a:pt x="73" y="124"/>
                  </a:cubicBezTo>
                  <a:cubicBezTo>
                    <a:pt x="68" y="128"/>
                    <a:pt x="68" y="128"/>
                    <a:pt x="68" y="128"/>
                  </a:cubicBezTo>
                  <a:cubicBezTo>
                    <a:pt x="87" y="157"/>
                    <a:pt x="87" y="157"/>
                    <a:pt x="87" y="157"/>
                  </a:cubicBezTo>
                  <a:cubicBezTo>
                    <a:pt x="102" y="147"/>
                    <a:pt x="102" y="147"/>
                    <a:pt x="102" y="147"/>
                  </a:cubicBezTo>
                  <a:cubicBezTo>
                    <a:pt x="83" y="118"/>
                    <a:pt x="83" y="118"/>
                    <a:pt x="83" y="118"/>
                  </a:cubicBezTo>
                  <a:cubicBezTo>
                    <a:pt x="76" y="122"/>
                    <a:pt x="76" y="122"/>
                    <a:pt x="76" y="122"/>
                  </a:cubicBezTo>
                  <a:cubicBezTo>
                    <a:pt x="73" y="117"/>
                    <a:pt x="70" y="110"/>
                    <a:pt x="70" y="105"/>
                  </a:cubicBezTo>
                  <a:cubicBezTo>
                    <a:pt x="70" y="102"/>
                    <a:pt x="71" y="100"/>
                    <a:pt x="75" y="98"/>
                  </a:cubicBezTo>
                  <a:cubicBezTo>
                    <a:pt x="78" y="96"/>
                    <a:pt x="80" y="94"/>
                    <a:pt x="83" y="93"/>
                  </a:cubicBezTo>
                  <a:cubicBezTo>
                    <a:pt x="84" y="94"/>
                    <a:pt x="85" y="95"/>
                    <a:pt x="86" y="95"/>
                  </a:cubicBezTo>
                  <a:cubicBezTo>
                    <a:pt x="110" y="119"/>
                    <a:pt x="117" y="137"/>
                    <a:pt x="118" y="147"/>
                  </a:cubicBezTo>
                  <a:cubicBezTo>
                    <a:pt x="113" y="146"/>
                    <a:pt x="113" y="146"/>
                    <a:pt x="113" y="146"/>
                  </a:cubicBezTo>
                  <a:cubicBezTo>
                    <a:pt x="106" y="180"/>
                    <a:pt x="106" y="180"/>
                    <a:pt x="106" y="180"/>
                  </a:cubicBezTo>
                  <a:cubicBezTo>
                    <a:pt x="124" y="184"/>
                    <a:pt x="124" y="184"/>
                    <a:pt x="124" y="184"/>
                  </a:cubicBezTo>
                  <a:cubicBezTo>
                    <a:pt x="131" y="150"/>
                    <a:pt x="131" y="150"/>
                    <a:pt x="131" y="150"/>
                  </a:cubicBezTo>
                  <a:cubicBezTo>
                    <a:pt x="122" y="148"/>
                    <a:pt x="122" y="148"/>
                    <a:pt x="122" y="148"/>
                  </a:cubicBezTo>
                  <a:cubicBezTo>
                    <a:pt x="121" y="137"/>
                    <a:pt x="115" y="118"/>
                    <a:pt x="88" y="93"/>
                  </a:cubicBezTo>
                  <a:cubicBezTo>
                    <a:pt x="88" y="92"/>
                    <a:pt x="87" y="91"/>
                    <a:pt x="86" y="91"/>
                  </a:cubicBezTo>
                  <a:cubicBezTo>
                    <a:pt x="106" y="77"/>
                    <a:pt x="111" y="64"/>
                    <a:pt x="111" y="54"/>
                  </a:cubicBezTo>
                  <a:cubicBezTo>
                    <a:pt x="111" y="53"/>
                    <a:pt x="111" y="53"/>
                    <a:pt x="111" y="52"/>
                  </a:cubicBezTo>
                  <a:cubicBezTo>
                    <a:pt x="127" y="52"/>
                    <a:pt x="127" y="52"/>
                    <a:pt x="127" y="52"/>
                  </a:cubicBezTo>
                  <a:cubicBezTo>
                    <a:pt x="125" y="56"/>
                    <a:pt x="123" y="62"/>
                    <a:pt x="123" y="69"/>
                  </a:cubicBezTo>
                  <a:cubicBezTo>
                    <a:pt x="123" y="77"/>
                    <a:pt x="126" y="85"/>
                    <a:pt x="134" y="92"/>
                  </a:cubicBezTo>
                  <a:cubicBezTo>
                    <a:pt x="131" y="99"/>
                    <a:pt x="131" y="99"/>
                    <a:pt x="131" y="99"/>
                  </a:cubicBezTo>
                  <a:cubicBezTo>
                    <a:pt x="161" y="115"/>
                    <a:pt x="161" y="115"/>
                    <a:pt x="161" y="115"/>
                  </a:cubicBezTo>
                  <a:cubicBezTo>
                    <a:pt x="170" y="99"/>
                    <a:pt x="170" y="99"/>
                    <a:pt x="170" y="99"/>
                  </a:cubicBezTo>
                  <a:cubicBezTo>
                    <a:pt x="140" y="82"/>
                    <a:pt x="140" y="82"/>
                    <a:pt x="140" y="82"/>
                  </a:cubicBezTo>
                  <a:cubicBezTo>
                    <a:pt x="136" y="88"/>
                    <a:pt x="136" y="88"/>
                    <a:pt x="136" y="88"/>
                  </a:cubicBezTo>
                  <a:cubicBezTo>
                    <a:pt x="129" y="83"/>
                    <a:pt x="127" y="76"/>
                    <a:pt x="127" y="69"/>
                  </a:cubicBezTo>
                  <a:cubicBezTo>
                    <a:pt x="127" y="62"/>
                    <a:pt x="129" y="56"/>
                    <a:pt x="131" y="52"/>
                  </a:cubicBezTo>
                  <a:cubicBezTo>
                    <a:pt x="202" y="52"/>
                    <a:pt x="202" y="52"/>
                    <a:pt x="202" y="52"/>
                  </a:cubicBezTo>
                  <a:cubicBezTo>
                    <a:pt x="202" y="0"/>
                    <a:pt x="202" y="0"/>
                    <a:pt x="202" y="0"/>
                  </a:cubicBezTo>
                  <a:cubicBezTo>
                    <a:pt x="0" y="0"/>
                    <a:pt x="0" y="0"/>
                    <a:pt x="0" y="0"/>
                  </a:cubicBezTo>
                  <a:cubicBezTo>
                    <a:pt x="0" y="52"/>
                    <a:pt x="0" y="52"/>
                    <a:pt x="0" y="52"/>
                  </a:cubicBezTo>
                  <a:cubicBezTo>
                    <a:pt x="79" y="52"/>
                    <a:pt x="79" y="52"/>
                    <a:pt x="79" y="52"/>
                  </a:cubicBezTo>
                  <a:cubicBezTo>
                    <a:pt x="75" y="57"/>
                    <a:pt x="73" y="63"/>
                    <a:pt x="72" y="70"/>
                  </a:cubicBezTo>
                  <a:close/>
                  <a:moveTo>
                    <a:pt x="107" y="54"/>
                  </a:moveTo>
                  <a:cubicBezTo>
                    <a:pt x="107" y="63"/>
                    <a:pt x="103" y="75"/>
                    <a:pt x="84" y="88"/>
                  </a:cubicBezTo>
                  <a:cubicBezTo>
                    <a:pt x="78" y="81"/>
                    <a:pt x="76" y="75"/>
                    <a:pt x="76" y="70"/>
                  </a:cubicBezTo>
                  <a:cubicBezTo>
                    <a:pt x="76" y="63"/>
                    <a:pt x="80" y="57"/>
                    <a:pt x="85" y="52"/>
                  </a:cubicBezTo>
                  <a:cubicBezTo>
                    <a:pt x="107" y="52"/>
                    <a:pt x="107" y="52"/>
                    <a:pt x="107" y="52"/>
                  </a:cubicBezTo>
                  <a:cubicBezTo>
                    <a:pt x="107" y="53"/>
                    <a:pt x="107" y="53"/>
                    <a:pt x="107"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10"/>
            <p:cNvSpPr>
              <a:spLocks noEditPoints="1"/>
            </p:cNvSpPr>
            <p:nvPr/>
          </p:nvSpPr>
          <p:spPr bwMode="auto">
            <a:xfrm>
              <a:off x="3927476" y="1506538"/>
              <a:ext cx="950913" cy="1981200"/>
            </a:xfrm>
            <a:custGeom>
              <a:avLst/>
              <a:gdLst>
                <a:gd name="T0" fmla="*/ 0 w 613"/>
                <a:gd name="T1" fmla="*/ 1269 h 1278"/>
                <a:gd name="T2" fmla="*/ 53 w 613"/>
                <a:gd name="T3" fmla="*/ 1278 h 1278"/>
                <a:gd name="T4" fmla="*/ 133 w 613"/>
                <a:gd name="T5" fmla="*/ 805 h 1278"/>
                <a:gd name="T6" fmla="*/ 141 w 613"/>
                <a:gd name="T7" fmla="*/ 805 h 1278"/>
                <a:gd name="T8" fmla="*/ 480 w 613"/>
                <a:gd name="T9" fmla="*/ 805 h 1278"/>
                <a:gd name="T10" fmla="*/ 560 w 613"/>
                <a:gd name="T11" fmla="*/ 1278 h 1278"/>
                <a:gd name="T12" fmla="*/ 613 w 613"/>
                <a:gd name="T13" fmla="*/ 1269 h 1278"/>
                <a:gd name="T14" fmla="*/ 402 w 613"/>
                <a:gd name="T15" fmla="*/ 11 h 1278"/>
                <a:gd name="T16" fmla="*/ 402 w 613"/>
                <a:gd name="T17" fmla="*/ 0 h 1278"/>
                <a:gd name="T18" fmla="*/ 212 w 613"/>
                <a:gd name="T19" fmla="*/ 0 h 1278"/>
                <a:gd name="T20" fmla="*/ 212 w 613"/>
                <a:gd name="T21" fmla="*/ 1 h 1278"/>
                <a:gd name="T22" fmla="*/ 212 w 613"/>
                <a:gd name="T23" fmla="*/ 11 h 1278"/>
                <a:gd name="T24" fmla="*/ 0 w 613"/>
                <a:gd name="T25" fmla="*/ 1269 h 1278"/>
                <a:gd name="T26" fmla="*/ 238 w 613"/>
                <a:gd name="T27" fmla="*/ 11 h 1278"/>
                <a:gd name="T28" fmla="*/ 251 w 613"/>
                <a:gd name="T29" fmla="*/ 24 h 1278"/>
                <a:gd name="T30" fmla="*/ 238 w 613"/>
                <a:gd name="T31" fmla="*/ 37 h 1278"/>
                <a:gd name="T32" fmla="*/ 225 w 613"/>
                <a:gd name="T33" fmla="*/ 24 h 1278"/>
                <a:gd name="T34" fmla="*/ 238 w 613"/>
                <a:gd name="T35" fmla="*/ 11 h 1278"/>
                <a:gd name="T36" fmla="*/ 307 w 613"/>
                <a:gd name="T37" fmla="*/ 795 h 1278"/>
                <a:gd name="T38" fmla="*/ 294 w 613"/>
                <a:gd name="T39" fmla="*/ 782 h 1278"/>
                <a:gd name="T40" fmla="*/ 307 w 613"/>
                <a:gd name="T41" fmla="*/ 769 h 1278"/>
                <a:gd name="T42" fmla="*/ 320 w 613"/>
                <a:gd name="T43" fmla="*/ 782 h 1278"/>
                <a:gd name="T44" fmla="*/ 307 w 613"/>
                <a:gd name="T45" fmla="*/ 795 h 1278"/>
                <a:gd name="T46" fmla="*/ 149 w 613"/>
                <a:gd name="T47" fmla="*/ 759 h 1278"/>
                <a:gd name="T48" fmla="*/ 141 w 613"/>
                <a:gd name="T49" fmla="*/ 759 h 1278"/>
                <a:gd name="T50" fmla="*/ 260 w 613"/>
                <a:gd name="T51" fmla="*/ 46 h 1278"/>
                <a:gd name="T52" fmla="*/ 269 w 613"/>
                <a:gd name="T53" fmla="*/ 46 h 1278"/>
                <a:gd name="T54" fmla="*/ 353 w 613"/>
                <a:gd name="T55" fmla="*/ 46 h 1278"/>
                <a:gd name="T56" fmla="*/ 473 w 613"/>
                <a:gd name="T57" fmla="*/ 759 h 1278"/>
                <a:gd name="T58" fmla="*/ 149 w 613"/>
                <a:gd name="T59" fmla="*/ 759 h 1278"/>
                <a:gd name="T60" fmla="*/ 376 w 613"/>
                <a:gd name="T61" fmla="*/ 11 h 1278"/>
                <a:gd name="T62" fmla="*/ 389 w 613"/>
                <a:gd name="T63" fmla="*/ 24 h 1278"/>
                <a:gd name="T64" fmla="*/ 376 w 613"/>
                <a:gd name="T65" fmla="*/ 37 h 1278"/>
                <a:gd name="T66" fmla="*/ 363 w 613"/>
                <a:gd name="T67" fmla="*/ 24 h 1278"/>
                <a:gd name="T68" fmla="*/ 376 w 613"/>
                <a:gd name="T69" fmla="*/ 11 h 1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3" h="1278">
                  <a:moveTo>
                    <a:pt x="0" y="1269"/>
                  </a:moveTo>
                  <a:cubicBezTo>
                    <a:pt x="53" y="1278"/>
                    <a:pt x="53" y="1278"/>
                    <a:pt x="53" y="1278"/>
                  </a:cubicBezTo>
                  <a:cubicBezTo>
                    <a:pt x="133" y="805"/>
                    <a:pt x="133" y="805"/>
                    <a:pt x="133" y="805"/>
                  </a:cubicBezTo>
                  <a:cubicBezTo>
                    <a:pt x="141" y="805"/>
                    <a:pt x="141" y="805"/>
                    <a:pt x="141" y="805"/>
                  </a:cubicBezTo>
                  <a:cubicBezTo>
                    <a:pt x="480" y="805"/>
                    <a:pt x="480" y="805"/>
                    <a:pt x="480" y="805"/>
                  </a:cubicBezTo>
                  <a:cubicBezTo>
                    <a:pt x="560" y="1278"/>
                    <a:pt x="560" y="1278"/>
                    <a:pt x="560" y="1278"/>
                  </a:cubicBezTo>
                  <a:cubicBezTo>
                    <a:pt x="613" y="1269"/>
                    <a:pt x="613" y="1269"/>
                    <a:pt x="613" y="1269"/>
                  </a:cubicBezTo>
                  <a:cubicBezTo>
                    <a:pt x="402" y="11"/>
                    <a:pt x="402" y="11"/>
                    <a:pt x="402" y="11"/>
                  </a:cubicBezTo>
                  <a:cubicBezTo>
                    <a:pt x="402" y="0"/>
                    <a:pt x="402" y="0"/>
                    <a:pt x="402" y="0"/>
                  </a:cubicBezTo>
                  <a:cubicBezTo>
                    <a:pt x="212" y="0"/>
                    <a:pt x="212" y="0"/>
                    <a:pt x="212" y="0"/>
                  </a:cubicBezTo>
                  <a:cubicBezTo>
                    <a:pt x="212" y="1"/>
                    <a:pt x="212" y="1"/>
                    <a:pt x="212" y="1"/>
                  </a:cubicBezTo>
                  <a:cubicBezTo>
                    <a:pt x="212" y="11"/>
                    <a:pt x="212" y="11"/>
                    <a:pt x="212" y="11"/>
                  </a:cubicBezTo>
                  <a:lnTo>
                    <a:pt x="0" y="1269"/>
                  </a:lnTo>
                  <a:close/>
                  <a:moveTo>
                    <a:pt x="238" y="11"/>
                  </a:moveTo>
                  <a:cubicBezTo>
                    <a:pt x="245" y="11"/>
                    <a:pt x="251" y="16"/>
                    <a:pt x="251" y="24"/>
                  </a:cubicBezTo>
                  <a:cubicBezTo>
                    <a:pt x="251" y="31"/>
                    <a:pt x="245" y="37"/>
                    <a:pt x="238" y="37"/>
                  </a:cubicBezTo>
                  <a:cubicBezTo>
                    <a:pt x="230" y="37"/>
                    <a:pt x="225" y="31"/>
                    <a:pt x="225" y="24"/>
                  </a:cubicBezTo>
                  <a:cubicBezTo>
                    <a:pt x="225" y="16"/>
                    <a:pt x="230" y="11"/>
                    <a:pt x="238" y="11"/>
                  </a:cubicBezTo>
                  <a:close/>
                  <a:moveTo>
                    <a:pt x="307" y="795"/>
                  </a:moveTo>
                  <a:cubicBezTo>
                    <a:pt x="299" y="795"/>
                    <a:pt x="294" y="789"/>
                    <a:pt x="294" y="782"/>
                  </a:cubicBezTo>
                  <a:cubicBezTo>
                    <a:pt x="294" y="775"/>
                    <a:pt x="299" y="769"/>
                    <a:pt x="307" y="769"/>
                  </a:cubicBezTo>
                  <a:cubicBezTo>
                    <a:pt x="314" y="769"/>
                    <a:pt x="320" y="775"/>
                    <a:pt x="320" y="782"/>
                  </a:cubicBezTo>
                  <a:cubicBezTo>
                    <a:pt x="320" y="789"/>
                    <a:pt x="314" y="795"/>
                    <a:pt x="307" y="795"/>
                  </a:cubicBezTo>
                  <a:close/>
                  <a:moveTo>
                    <a:pt x="149" y="759"/>
                  </a:moveTo>
                  <a:cubicBezTo>
                    <a:pt x="141" y="759"/>
                    <a:pt x="141" y="759"/>
                    <a:pt x="141" y="759"/>
                  </a:cubicBezTo>
                  <a:cubicBezTo>
                    <a:pt x="260" y="46"/>
                    <a:pt x="260" y="46"/>
                    <a:pt x="260" y="46"/>
                  </a:cubicBezTo>
                  <a:cubicBezTo>
                    <a:pt x="269" y="46"/>
                    <a:pt x="269" y="46"/>
                    <a:pt x="269" y="46"/>
                  </a:cubicBezTo>
                  <a:cubicBezTo>
                    <a:pt x="353" y="46"/>
                    <a:pt x="353" y="46"/>
                    <a:pt x="353" y="46"/>
                  </a:cubicBezTo>
                  <a:cubicBezTo>
                    <a:pt x="473" y="759"/>
                    <a:pt x="473" y="759"/>
                    <a:pt x="473" y="759"/>
                  </a:cubicBezTo>
                  <a:lnTo>
                    <a:pt x="149" y="759"/>
                  </a:lnTo>
                  <a:close/>
                  <a:moveTo>
                    <a:pt x="376" y="11"/>
                  </a:moveTo>
                  <a:cubicBezTo>
                    <a:pt x="383" y="11"/>
                    <a:pt x="389" y="16"/>
                    <a:pt x="389" y="24"/>
                  </a:cubicBezTo>
                  <a:cubicBezTo>
                    <a:pt x="389" y="31"/>
                    <a:pt x="383" y="37"/>
                    <a:pt x="376" y="37"/>
                  </a:cubicBezTo>
                  <a:cubicBezTo>
                    <a:pt x="368" y="37"/>
                    <a:pt x="363" y="31"/>
                    <a:pt x="363" y="24"/>
                  </a:cubicBezTo>
                  <a:cubicBezTo>
                    <a:pt x="363" y="16"/>
                    <a:pt x="368" y="11"/>
                    <a:pt x="376"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 name="组合 8"/>
          <p:cNvGrpSpPr/>
          <p:nvPr/>
        </p:nvGrpSpPr>
        <p:grpSpPr>
          <a:xfrm>
            <a:off x="4427732" y="1196053"/>
            <a:ext cx="918543" cy="2348175"/>
            <a:chOff x="5243513" y="862013"/>
            <a:chExt cx="1027113" cy="2625725"/>
          </a:xfrm>
          <a:solidFill>
            <a:schemeClr val="tx1">
              <a:lumMod val="65000"/>
              <a:lumOff val="35000"/>
            </a:schemeClr>
          </a:solidFill>
        </p:grpSpPr>
        <p:sp>
          <p:nvSpPr>
            <p:cNvPr id="10" name="Freeform 11"/>
            <p:cNvSpPr>
              <a:spLocks/>
            </p:cNvSpPr>
            <p:nvPr/>
          </p:nvSpPr>
          <p:spPr bwMode="auto">
            <a:xfrm>
              <a:off x="5557838" y="862013"/>
              <a:ext cx="317500" cy="320675"/>
            </a:xfrm>
            <a:custGeom>
              <a:avLst/>
              <a:gdLst>
                <a:gd name="T0" fmla="*/ 54 w 205"/>
                <a:gd name="T1" fmla="*/ 179 h 206"/>
                <a:gd name="T2" fmla="*/ 178 w 205"/>
                <a:gd name="T3" fmla="*/ 151 h 206"/>
                <a:gd name="T4" fmla="*/ 150 w 205"/>
                <a:gd name="T5" fmla="*/ 27 h 206"/>
                <a:gd name="T6" fmla="*/ 26 w 205"/>
                <a:gd name="T7" fmla="*/ 55 h 206"/>
                <a:gd name="T8" fmla="*/ 54 w 205"/>
                <a:gd name="T9" fmla="*/ 179 h 206"/>
              </a:gdLst>
              <a:ahLst/>
              <a:cxnLst>
                <a:cxn ang="0">
                  <a:pos x="T0" y="T1"/>
                </a:cxn>
                <a:cxn ang="0">
                  <a:pos x="T2" y="T3"/>
                </a:cxn>
                <a:cxn ang="0">
                  <a:pos x="T4" y="T5"/>
                </a:cxn>
                <a:cxn ang="0">
                  <a:pos x="T6" y="T7"/>
                </a:cxn>
                <a:cxn ang="0">
                  <a:pos x="T8" y="T9"/>
                </a:cxn>
              </a:cxnLst>
              <a:rect l="0" t="0" r="r" b="b"/>
              <a:pathLst>
                <a:path w="205" h="206">
                  <a:moveTo>
                    <a:pt x="54" y="179"/>
                  </a:moveTo>
                  <a:cubicBezTo>
                    <a:pt x="96" y="206"/>
                    <a:pt x="152" y="193"/>
                    <a:pt x="178" y="151"/>
                  </a:cubicBezTo>
                  <a:cubicBezTo>
                    <a:pt x="205" y="109"/>
                    <a:pt x="192" y="53"/>
                    <a:pt x="150" y="27"/>
                  </a:cubicBezTo>
                  <a:cubicBezTo>
                    <a:pt x="108" y="0"/>
                    <a:pt x="53" y="13"/>
                    <a:pt x="26" y="55"/>
                  </a:cubicBezTo>
                  <a:cubicBezTo>
                    <a:pt x="0" y="97"/>
                    <a:pt x="12" y="152"/>
                    <a:pt x="54" y="1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2"/>
            <p:cNvSpPr>
              <a:spLocks/>
            </p:cNvSpPr>
            <p:nvPr/>
          </p:nvSpPr>
          <p:spPr bwMode="auto">
            <a:xfrm>
              <a:off x="5284788" y="1173163"/>
              <a:ext cx="638175" cy="1125538"/>
            </a:xfrm>
            <a:custGeom>
              <a:avLst/>
              <a:gdLst>
                <a:gd name="T0" fmla="*/ 129 w 412"/>
                <a:gd name="T1" fmla="*/ 325 h 726"/>
                <a:gd name="T2" fmla="*/ 134 w 412"/>
                <a:gd name="T3" fmla="*/ 309 h 726"/>
                <a:gd name="T4" fmla="*/ 209 w 412"/>
                <a:gd name="T5" fmla="*/ 144 h 726"/>
                <a:gd name="T6" fmla="*/ 265 w 412"/>
                <a:gd name="T7" fmla="*/ 187 h 726"/>
                <a:gd name="T8" fmla="*/ 377 w 412"/>
                <a:gd name="T9" fmla="*/ 215 h 726"/>
                <a:gd name="T10" fmla="*/ 379 w 412"/>
                <a:gd name="T11" fmla="*/ 215 h 726"/>
                <a:gd name="T12" fmla="*/ 411 w 412"/>
                <a:gd name="T13" fmla="*/ 185 h 726"/>
                <a:gd name="T14" fmla="*/ 381 w 412"/>
                <a:gd name="T15" fmla="*/ 151 h 726"/>
                <a:gd name="T16" fmla="*/ 293 w 412"/>
                <a:gd name="T17" fmla="*/ 130 h 726"/>
                <a:gd name="T18" fmla="*/ 272 w 412"/>
                <a:gd name="T19" fmla="*/ 117 h 726"/>
                <a:gd name="T20" fmla="*/ 241 w 412"/>
                <a:gd name="T21" fmla="*/ 118 h 726"/>
                <a:gd name="T22" fmla="*/ 241 w 412"/>
                <a:gd name="T23" fmla="*/ 118 h 726"/>
                <a:gd name="T24" fmla="*/ 241 w 412"/>
                <a:gd name="T25" fmla="*/ 118 h 726"/>
                <a:gd name="T26" fmla="*/ 162 w 412"/>
                <a:gd name="T27" fmla="*/ 113 h 726"/>
                <a:gd name="T28" fmla="*/ 128 w 412"/>
                <a:gd name="T29" fmla="*/ 68 h 726"/>
                <a:gd name="T30" fmla="*/ 168 w 412"/>
                <a:gd name="T31" fmla="*/ 33 h 726"/>
                <a:gd name="T32" fmla="*/ 174 w 412"/>
                <a:gd name="T33" fmla="*/ 34 h 726"/>
                <a:gd name="T34" fmla="*/ 175 w 412"/>
                <a:gd name="T35" fmla="*/ 34 h 726"/>
                <a:gd name="T36" fmla="*/ 178 w 412"/>
                <a:gd name="T37" fmla="*/ 34 h 726"/>
                <a:gd name="T38" fmla="*/ 192 w 412"/>
                <a:gd name="T39" fmla="*/ 36 h 726"/>
                <a:gd name="T40" fmla="*/ 234 w 412"/>
                <a:gd name="T41" fmla="*/ 38 h 726"/>
                <a:gd name="T42" fmla="*/ 232 w 412"/>
                <a:gd name="T43" fmla="*/ 35 h 726"/>
                <a:gd name="T44" fmla="*/ 213 w 412"/>
                <a:gd name="T45" fmla="*/ 16 h 726"/>
                <a:gd name="T46" fmla="*/ 97 w 412"/>
                <a:gd name="T47" fmla="*/ 50 h 726"/>
                <a:gd name="T48" fmla="*/ 3 w 412"/>
                <a:gd name="T49" fmla="*/ 252 h 726"/>
                <a:gd name="T50" fmla="*/ 7 w 412"/>
                <a:gd name="T51" fmla="*/ 303 h 726"/>
                <a:gd name="T52" fmla="*/ 15 w 412"/>
                <a:gd name="T53" fmla="*/ 320 h 726"/>
                <a:gd name="T54" fmla="*/ 15 w 412"/>
                <a:gd name="T55" fmla="*/ 320 h 726"/>
                <a:gd name="T56" fmla="*/ 15 w 412"/>
                <a:gd name="T57" fmla="*/ 320 h 726"/>
                <a:gd name="T58" fmla="*/ 15 w 412"/>
                <a:gd name="T59" fmla="*/ 320 h 726"/>
                <a:gd name="T60" fmla="*/ 72 w 412"/>
                <a:gd name="T61" fmla="*/ 548 h 726"/>
                <a:gd name="T62" fmla="*/ 59 w 412"/>
                <a:gd name="T63" fmla="*/ 668 h 726"/>
                <a:gd name="T64" fmla="*/ 93 w 412"/>
                <a:gd name="T65" fmla="*/ 726 h 726"/>
                <a:gd name="T66" fmla="*/ 150 w 412"/>
                <a:gd name="T67" fmla="*/ 386 h 726"/>
                <a:gd name="T68" fmla="*/ 129 w 412"/>
                <a:gd name="T69" fmla="*/ 325 h 7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12" h="726">
                  <a:moveTo>
                    <a:pt x="129" y="325"/>
                  </a:moveTo>
                  <a:cubicBezTo>
                    <a:pt x="131" y="320"/>
                    <a:pt x="133" y="315"/>
                    <a:pt x="134" y="309"/>
                  </a:cubicBezTo>
                  <a:cubicBezTo>
                    <a:pt x="146" y="251"/>
                    <a:pt x="181" y="191"/>
                    <a:pt x="209" y="144"/>
                  </a:cubicBezTo>
                  <a:cubicBezTo>
                    <a:pt x="222" y="160"/>
                    <a:pt x="241" y="175"/>
                    <a:pt x="265" y="187"/>
                  </a:cubicBezTo>
                  <a:cubicBezTo>
                    <a:pt x="294" y="202"/>
                    <a:pt x="331" y="212"/>
                    <a:pt x="377" y="215"/>
                  </a:cubicBezTo>
                  <a:cubicBezTo>
                    <a:pt x="378" y="215"/>
                    <a:pt x="379" y="215"/>
                    <a:pt x="379" y="215"/>
                  </a:cubicBezTo>
                  <a:cubicBezTo>
                    <a:pt x="396" y="215"/>
                    <a:pt x="410" y="202"/>
                    <a:pt x="411" y="185"/>
                  </a:cubicBezTo>
                  <a:cubicBezTo>
                    <a:pt x="412" y="167"/>
                    <a:pt x="399" y="152"/>
                    <a:pt x="381" y="151"/>
                  </a:cubicBezTo>
                  <a:cubicBezTo>
                    <a:pt x="342" y="148"/>
                    <a:pt x="313" y="140"/>
                    <a:pt x="293" y="130"/>
                  </a:cubicBezTo>
                  <a:cubicBezTo>
                    <a:pt x="285" y="126"/>
                    <a:pt x="278" y="121"/>
                    <a:pt x="272" y="117"/>
                  </a:cubicBezTo>
                  <a:cubicBezTo>
                    <a:pt x="262" y="117"/>
                    <a:pt x="252" y="118"/>
                    <a:pt x="241" y="118"/>
                  </a:cubicBezTo>
                  <a:cubicBezTo>
                    <a:pt x="241" y="118"/>
                    <a:pt x="241" y="118"/>
                    <a:pt x="241" y="118"/>
                  </a:cubicBezTo>
                  <a:cubicBezTo>
                    <a:pt x="241" y="118"/>
                    <a:pt x="241" y="118"/>
                    <a:pt x="241" y="118"/>
                  </a:cubicBezTo>
                  <a:cubicBezTo>
                    <a:pt x="195" y="118"/>
                    <a:pt x="164" y="113"/>
                    <a:pt x="162" y="113"/>
                  </a:cubicBezTo>
                  <a:cubicBezTo>
                    <a:pt x="140" y="110"/>
                    <a:pt x="125" y="90"/>
                    <a:pt x="128" y="68"/>
                  </a:cubicBezTo>
                  <a:cubicBezTo>
                    <a:pt x="131" y="48"/>
                    <a:pt x="148" y="33"/>
                    <a:pt x="168" y="33"/>
                  </a:cubicBezTo>
                  <a:cubicBezTo>
                    <a:pt x="170" y="33"/>
                    <a:pt x="172" y="34"/>
                    <a:pt x="174" y="34"/>
                  </a:cubicBezTo>
                  <a:cubicBezTo>
                    <a:pt x="175" y="34"/>
                    <a:pt x="175" y="34"/>
                    <a:pt x="175" y="34"/>
                  </a:cubicBezTo>
                  <a:cubicBezTo>
                    <a:pt x="178" y="34"/>
                    <a:pt x="178" y="34"/>
                    <a:pt x="178" y="34"/>
                  </a:cubicBezTo>
                  <a:cubicBezTo>
                    <a:pt x="181" y="35"/>
                    <a:pt x="186" y="35"/>
                    <a:pt x="192" y="36"/>
                  </a:cubicBezTo>
                  <a:cubicBezTo>
                    <a:pt x="201" y="36"/>
                    <a:pt x="216" y="37"/>
                    <a:pt x="234" y="38"/>
                  </a:cubicBezTo>
                  <a:cubicBezTo>
                    <a:pt x="233" y="37"/>
                    <a:pt x="233" y="36"/>
                    <a:pt x="232" y="35"/>
                  </a:cubicBezTo>
                  <a:cubicBezTo>
                    <a:pt x="229" y="26"/>
                    <a:pt x="222" y="20"/>
                    <a:pt x="213" y="16"/>
                  </a:cubicBezTo>
                  <a:cubicBezTo>
                    <a:pt x="183" y="0"/>
                    <a:pt x="134" y="3"/>
                    <a:pt x="97" y="50"/>
                  </a:cubicBezTo>
                  <a:cubicBezTo>
                    <a:pt x="45" y="117"/>
                    <a:pt x="22" y="165"/>
                    <a:pt x="3" y="252"/>
                  </a:cubicBezTo>
                  <a:cubicBezTo>
                    <a:pt x="0" y="273"/>
                    <a:pt x="2" y="290"/>
                    <a:pt x="7" y="303"/>
                  </a:cubicBezTo>
                  <a:cubicBezTo>
                    <a:pt x="9" y="309"/>
                    <a:pt x="11" y="314"/>
                    <a:pt x="15" y="320"/>
                  </a:cubicBezTo>
                  <a:cubicBezTo>
                    <a:pt x="15" y="320"/>
                    <a:pt x="15" y="320"/>
                    <a:pt x="15" y="320"/>
                  </a:cubicBezTo>
                  <a:cubicBezTo>
                    <a:pt x="15" y="320"/>
                    <a:pt x="15" y="320"/>
                    <a:pt x="15" y="320"/>
                  </a:cubicBezTo>
                  <a:cubicBezTo>
                    <a:pt x="15" y="320"/>
                    <a:pt x="15" y="320"/>
                    <a:pt x="15" y="320"/>
                  </a:cubicBezTo>
                  <a:cubicBezTo>
                    <a:pt x="18" y="325"/>
                    <a:pt x="72" y="410"/>
                    <a:pt x="72" y="548"/>
                  </a:cubicBezTo>
                  <a:cubicBezTo>
                    <a:pt x="72" y="584"/>
                    <a:pt x="68" y="624"/>
                    <a:pt x="59" y="668"/>
                  </a:cubicBezTo>
                  <a:cubicBezTo>
                    <a:pt x="54" y="693"/>
                    <a:pt x="69" y="718"/>
                    <a:pt x="93" y="726"/>
                  </a:cubicBezTo>
                  <a:cubicBezTo>
                    <a:pt x="150" y="386"/>
                    <a:pt x="150" y="386"/>
                    <a:pt x="150" y="386"/>
                  </a:cubicBezTo>
                  <a:cubicBezTo>
                    <a:pt x="144" y="363"/>
                    <a:pt x="136" y="342"/>
                    <a:pt x="129" y="3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13"/>
            <p:cNvSpPr>
              <a:spLocks noEditPoints="1"/>
            </p:cNvSpPr>
            <p:nvPr/>
          </p:nvSpPr>
          <p:spPr bwMode="auto">
            <a:xfrm>
              <a:off x="5243513" y="1506538"/>
              <a:ext cx="950913" cy="1981200"/>
            </a:xfrm>
            <a:custGeom>
              <a:avLst/>
              <a:gdLst>
                <a:gd name="T0" fmla="*/ 0 w 613"/>
                <a:gd name="T1" fmla="*/ 1269 h 1278"/>
                <a:gd name="T2" fmla="*/ 53 w 613"/>
                <a:gd name="T3" fmla="*/ 1278 h 1278"/>
                <a:gd name="T4" fmla="*/ 132 w 613"/>
                <a:gd name="T5" fmla="*/ 805 h 1278"/>
                <a:gd name="T6" fmla="*/ 141 w 613"/>
                <a:gd name="T7" fmla="*/ 805 h 1278"/>
                <a:gd name="T8" fmla="*/ 480 w 613"/>
                <a:gd name="T9" fmla="*/ 805 h 1278"/>
                <a:gd name="T10" fmla="*/ 560 w 613"/>
                <a:gd name="T11" fmla="*/ 1278 h 1278"/>
                <a:gd name="T12" fmla="*/ 613 w 613"/>
                <a:gd name="T13" fmla="*/ 1269 h 1278"/>
                <a:gd name="T14" fmla="*/ 401 w 613"/>
                <a:gd name="T15" fmla="*/ 11 h 1278"/>
                <a:gd name="T16" fmla="*/ 401 w 613"/>
                <a:gd name="T17" fmla="*/ 0 h 1278"/>
                <a:gd name="T18" fmla="*/ 211 w 613"/>
                <a:gd name="T19" fmla="*/ 0 h 1278"/>
                <a:gd name="T20" fmla="*/ 211 w 613"/>
                <a:gd name="T21" fmla="*/ 1 h 1278"/>
                <a:gd name="T22" fmla="*/ 211 w 613"/>
                <a:gd name="T23" fmla="*/ 11 h 1278"/>
                <a:gd name="T24" fmla="*/ 0 w 613"/>
                <a:gd name="T25" fmla="*/ 1269 h 1278"/>
                <a:gd name="T26" fmla="*/ 237 w 613"/>
                <a:gd name="T27" fmla="*/ 11 h 1278"/>
                <a:gd name="T28" fmla="*/ 250 w 613"/>
                <a:gd name="T29" fmla="*/ 24 h 1278"/>
                <a:gd name="T30" fmla="*/ 237 w 613"/>
                <a:gd name="T31" fmla="*/ 37 h 1278"/>
                <a:gd name="T32" fmla="*/ 224 w 613"/>
                <a:gd name="T33" fmla="*/ 24 h 1278"/>
                <a:gd name="T34" fmla="*/ 237 w 613"/>
                <a:gd name="T35" fmla="*/ 11 h 1278"/>
                <a:gd name="T36" fmla="*/ 306 w 613"/>
                <a:gd name="T37" fmla="*/ 795 h 1278"/>
                <a:gd name="T38" fmla="*/ 293 w 613"/>
                <a:gd name="T39" fmla="*/ 782 h 1278"/>
                <a:gd name="T40" fmla="*/ 306 w 613"/>
                <a:gd name="T41" fmla="*/ 769 h 1278"/>
                <a:gd name="T42" fmla="*/ 319 w 613"/>
                <a:gd name="T43" fmla="*/ 782 h 1278"/>
                <a:gd name="T44" fmla="*/ 306 w 613"/>
                <a:gd name="T45" fmla="*/ 795 h 1278"/>
                <a:gd name="T46" fmla="*/ 148 w 613"/>
                <a:gd name="T47" fmla="*/ 759 h 1278"/>
                <a:gd name="T48" fmla="*/ 140 w 613"/>
                <a:gd name="T49" fmla="*/ 759 h 1278"/>
                <a:gd name="T50" fmla="*/ 260 w 613"/>
                <a:gd name="T51" fmla="*/ 46 h 1278"/>
                <a:gd name="T52" fmla="*/ 268 w 613"/>
                <a:gd name="T53" fmla="*/ 46 h 1278"/>
                <a:gd name="T54" fmla="*/ 352 w 613"/>
                <a:gd name="T55" fmla="*/ 46 h 1278"/>
                <a:gd name="T56" fmla="*/ 472 w 613"/>
                <a:gd name="T57" fmla="*/ 759 h 1278"/>
                <a:gd name="T58" fmla="*/ 148 w 613"/>
                <a:gd name="T59" fmla="*/ 759 h 1278"/>
                <a:gd name="T60" fmla="*/ 375 w 613"/>
                <a:gd name="T61" fmla="*/ 11 h 1278"/>
                <a:gd name="T62" fmla="*/ 388 w 613"/>
                <a:gd name="T63" fmla="*/ 24 h 1278"/>
                <a:gd name="T64" fmla="*/ 375 w 613"/>
                <a:gd name="T65" fmla="*/ 37 h 1278"/>
                <a:gd name="T66" fmla="*/ 362 w 613"/>
                <a:gd name="T67" fmla="*/ 24 h 1278"/>
                <a:gd name="T68" fmla="*/ 375 w 613"/>
                <a:gd name="T69" fmla="*/ 11 h 1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3" h="1278">
                  <a:moveTo>
                    <a:pt x="0" y="1269"/>
                  </a:moveTo>
                  <a:cubicBezTo>
                    <a:pt x="53" y="1278"/>
                    <a:pt x="53" y="1278"/>
                    <a:pt x="53" y="1278"/>
                  </a:cubicBezTo>
                  <a:cubicBezTo>
                    <a:pt x="132" y="805"/>
                    <a:pt x="132" y="805"/>
                    <a:pt x="132" y="805"/>
                  </a:cubicBezTo>
                  <a:cubicBezTo>
                    <a:pt x="141" y="805"/>
                    <a:pt x="141" y="805"/>
                    <a:pt x="141" y="805"/>
                  </a:cubicBezTo>
                  <a:cubicBezTo>
                    <a:pt x="480" y="805"/>
                    <a:pt x="480" y="805"/>
                    <a:pt x="480" y="805"/>
                  </a:cubicBezTo>
                  <a:cubicBezTo>
                    <a:pt x="560" y="1278"/>
                    <a:pt x="560" y="1278"/>
                    <a:pt x="560" y="1278"/>
                  </a:cubicBezTo>
                  <a:cubicBezTo>
                    <a:pt x="613" y="1269"/>
                    <a:pt x="613" y="1269"/>
                    <a:pt x="613" y="1269"/>
                  </a:cubicBezTo>
                  <a:cubicBezTo>
                    <a:pt x="401" y="11"/>
                    <a:pt x="401" y="11"/>
                    <a:pt x="401" y="11"/>
                  </a:cubicBezTo>
                  <a:cubicBezTo>
                    <a:pt x="401" y="0"/>
                    <a:pt x="401" y="0"/>
                    <a:pt x="401" y="0"/>
                  </a:cubicBezTo>
                  <a:cubicBezTo>
                    <a:pt x="211" y="0"/>
                    <a:pt x="211" y="0"/>
                    <a:pt x="211" y="0"/>
                  </a:cubicBezTo>
                  <a:cubicBezTo>
                    <a:pt x="211" y="1"/>
                    <a:pt x="211" y="1"/>
                    <a:pt x="211" y="1"/>
                  </a:cubicBezTo>
                  <a:cubicBezTo>
                    <a:pt x="211" y="11"/>
                    <a:pt x="211" y="11"/>
                    <a:pt x="211" y="11"/>
                  </a:cubicBezTo>
                  <a:lnTo>
                    <a:pt x="0" y="1269"/>
                  </a:lnTo>
                  <a:close/>
                  <a:moveTo>
                    <a:pt x="237" y="11"/>
                  </a:moveTo>
                  <a:cubicBezTo>
                    <a:pt x="244" y="11"/>
                    <a:pt x="250" y="16"/>
                    <a:pt x="250" y="24"/>
                  </a:cubicBezTo>
                  <a:cubicBezTo>
                    <a:pt x="250" y="31"/>
                    <a:pt x="244" y="37"/>
                    <a:pt x="237" y="37"/>
                  </a:cubicBezTo>
                  <a:cubicBezTo>
                    <a:pt x="230" y="37"/>
                    <a:pt x="224" y="31"/>
                    <a:pt x="224" y="24"/>
                  </a:cubicBezTo>
                  <a:cubicBezTo>
                    <a:pt x="224" y="16"/>
                    <a:pt x="230" y="11"/>
                    <a:pt x="237" y="11"/>
                  </a:cubicBezTo>
                  <a:close/>
                  <a:moveTo>
                    <a:pt x="306" y="795"/>
                  </a:moveTo>
                  <a:cubicBezTo>
                    <a:pt x="299" y="795"/>
                    <a:pt x="293" y="789"/>
                    <a:pt x="293" y="782"/>
                  </a:cubicBezTo>
                  <a:cubicBezTo>
                    <a:pt x="293" y="775"/>
                    <a:pt x="299" y="769"/>
                    <a:pt x="306" y="769"/>
                  </a:cubicBezTo>
                  <a:cubicBezTo>
                    <a:pt x="313" y="769"/>
                    <a:pt x="319" y="775"/>
                    <a:pt x="319" y="782"/>
                  </a:cubicBezTo>
                  <a:cubicBezTo>
                    <a:pt x="319" y="789"/>
                    <a:pt x="313" y="795"/>
                    <a:pt x="306" y="795"/>
                  </a:cubicBezTo>
                  <a:close/>
                  <a:moveTo>
                    <a:pt x="148" y="759"/>
                  </a:moveTo>
                  <a:cubicBezTo>
                    <a:pt x="140" y="759"/>
                    <a:pt x="140" y="759"/>
                    <a:pt x="140" y="759"/>
                  </a:cubicBezTo>
                  <a:cubicBezTo>
                    <a:pt x="260" y="46"/>
                    <a:pt x="260" y="46"/>
                    <a:pt x="260" y="46"/>
                  </a:cubicBezTo>
                  <a:cubicBezTo>
                    <a:pt x="268" y="46"/>
                    <a:pt x="268" y="46"/>
                    <a:pt x="268" y="46"/>
                  </a:cubicBezTo>
                  <a:cubicBezTo>
                    <a:pt x="352" y="46"/>
                    <a:pt x="352" y="46"/>
                    <a:pt x="352" y="46"/>
                  </a:cubicBezTo>
                  <a:cubicBezTo>
                    <a:pt x="472" y="759"/>
                    <a:pt x="472" y="759"/>
                    <a:pt x="472" y="759"/>
                  </a:cubicBezTo>
                  <a:lnTo>
                    <a:pt x="148" y="759"/>
                  </a:lnTo>
                  <a:close/>
                  <a:moveTo>
                    <a:pt x="375" y="11"/>
                  </a:moveTo>
                  <a:cubicBezTo>
                    <a:pt x="382" y="11"/>
                    <a:pt x="388" y="16"/>
                    <a:pt x="388" y="24"/>
                  </a:cubicBezTo>
                  <a:cubicBezTo>
                    <a:pt x="388" y="31"/>
                    <a:pt x="382" y="37"/>
                    <a:pt x="375" y="37"/>
                  </a:cubicBezTo>
                  <a:cubicBezTo>
                    <a:pt x="368" y="37"/>
                    <a:pt x="362" y="31"/>
                    <a:pt x="362" y="24"/>
                  </a:cubicBezTo>
                  <a:cubicBezTo>
                    <a:pt x="362" y="16"/>
                    <a:pt x="368" y="11"/>
                    <a:pt x="37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4"/>
            <p:cNvSpPr>
              <a:spLocks/>
            </p:cNvSpPr>
            <p:nvPr/>
          </p:nvSpPr>
          <p:spPr bwMode="auto">
            <a:xfrm>
              <a:off x="5991226" y="1254125"/>
              <a:ext cx="68263" cy="36513"/>
            </a:xfrm>
            <a:custGeom>
              <a:avLst/>
              <a:gdLst>
                <a:gd name="T0" fmla="*/ 0 w 44"/>
                <a:gd name="T1" fmla="*/ 23 h 23"/>
                <a:gd name="T2" fmla="*/ 44 w 44"/>
                <a:gd name="T3" fmla="*/ 23 h 23"/>
                <a:gd name="T4" fmla="*/ 44 w 44"/>
                <a:gd name="T5" fmla="*/ 0 h 23"/>
                <a:gd name="T6" fmla="*/ 41 w 44"/>
                <a:gd name="T7" fmla="*/ 0 h 23"/>
                <a:gd name="T8" fmla="*/ 36 w 44"/>
                <a:gd name="T9" fmla="*/ 3 h 23"/>
                <a:gd name="T10" fmla="*/ 0 w 44"/>
                <a:gd name="T11" fmla="*/ 23 h 23"/>
              </a:gdLst>
              <a:ahLst/>
              <a:cxnLst>
                <a:cxn ang="0">
                  <a:pos x="T0" y="T1"/>
                </a:cxn>
                <a:cxn ang="0">
                  <a:pos x="T2" y="T3"/>
                </a:cxn>
                <a:cxn ang="0">
                  <a:pos x="T4" y="T5"/>
                </a:cxn>
                <a:cxn ang="0">
                  <a:pos x="T6" y="T7"/>
                </a:cxn>
                <a:cxn ang="0">
                  <a:pos x="T8" y="T9"/>
                </a:cxn>
                <a:cxn ang="0">
                  <a:pos x="T10" y="T11"/>
                </a:cxn>
              </a:cxnLst>
              <a:rect l="0" t="0" r="r" b="b"/>
              <a:pathLst>
                <a:path w="44" h="23">
                  <a:moveTo>
                    <a:pt x="0" y="23"/>
                  </a:moveTo>
                  <a:cubicBezTo>
                    <a:pt x="44" y="23"/>
                    <a:pt x="44" y="23"/>
                    <a:pt x="44" y="23"/>
                  </a:cubicBezTo>
                  <a:cubicBezTo>
                    <a:pt x="44" y="0"/>
                    <a:pt x="44" y="0"/>
                    <a:pt x="44" y="0"/>
                  </a:cubicBezTo>
                  <a:cubicBezTo>
                    <a:pt x="41" y="0"/>
                    <a:pt x="41" y="0"/>
                    <a:pt x="41" y="0"/>
                  </a:cubicBezTo>
                  <a:cubicBezTo>
                    <a:pt x="39" y="1"/>
                    <a:pt x="38" y="2"/>
                    <a:pt x="36" y="3"/>
                  </a:cubicBezTo>
                  <a:cubicBezTo>
                    <a:pt x="25" y="10"/>
                    <a:pt x="13" y="17"/>
                    <a:pt x="0"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5"/>
            <p:cNvSpPr>
              <a:spLocks/>
            </p:cNvSpPr>
            <p:nvPr/>
          </p:nvSpPr>
          <p:spPr bwMode="auto">
            <a:xfrm>
              <a:off x="5943601" y="1087438"/>
              <a:ext cx="327025" cy="73025"/>
            </a:xfrm>
            <a:custGeom>
              <a:avLst/>
              <a:gdLst>
                <a:gd name="T0" fmla="*/ 46 w 211"/>
                <a:gd name="T1" fmla="*/ 37 h 47"/>
                <a:gd name="T2" fmla="*/ 63 w 211"/>
                <a:gd name="T3" fmla="*/ 41 h 47"/>
                <a:gd name="T4" fmla="*/ 63 w 211"/>
                <a:gd name="T5" fmla="*/ 37 h 47"/>
                <a:gd name="T6" fmla="*/ 121 w 211"/>
                <a:gd name="T7" fmla="*/ 37 h 47"/>
                <a:gd name="T8" fmla="*/ 121 w 211"/>
                <a:gd name="T9" fmla="*/ 30 h 47"/>
                <a:gd name="T10" fmla="*/ 134 w 211"/>
                <a:gd name="T11" fmla="*/ 30 h 47"/>
                <a:gd name="T12" fmla="*/ 134 w 211"/>
                <a:gd name="T13" fmla="*/ 22 h 47"/>
                <a:gd name="T14" fmla="*/ 211 w 211"/>
                <a:gd name="T15" fmla="*/ 22 h 47"/>
                <a:gd name="T16" fmla="*/ 211 w 211"/>
                <a:gd name="T17" fmla="*/ 15 h 47"/>
                <a:gd name="T18" fmla="*/ 134 w 211"/>
                <a:gd name="T19" fmla="*/ 15 h 47"/>
                <a:gd name="T20" fmla="*/ 134 w 211"/>
                <a:gd name="T21" fmla="*/ 8 h 47"/>
                <a:gd name="T22" fmla="*/ 121 w 211"/>
                <a:gd name="T23" fmla="*/ 8 h 47"/>
                <a:gd name="T24" fmla="*/ 121 w 211"/>
                <a:gd name="T25" fmla="*/ 0 h 47"/>
                <a:gd name="T26" fmla="*/ 0 w 211"/>
                <a:gd name="T27" fmla="*/ 0 h 47"/>
                <a:gd name="T28" fmla="*/ 0 w 211"/>
                <a:gd name="T29" fmla="*/ 37 h 47"/>
                <a:gd name="T30" fmla="*/ 19 w 211"/>
                <a:gd name="T31" fmla="*/ 37 h 47"/>
                <a:gd name="T32" fmla="*/ 19 w 211"/>
                <a:gd name="T33" fmla="*/ 47 h 47"/>
                <a:gd name="T34" fmla="*/ 24 w 211"/>
                <a:gd name="T35" fmla="*/ 44 h 47"/>
                <a:gd name="T36" fmla="*/ 46 w 211"/>
                <a:gd name="T37" fmla="*/ 3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1" h="47">
                  <a:moveTo>
                    <a:pt x="46" y="37"/>
                  </a:moveTo>
                  <a:cubicBezTo>
                    <a:pt x="52" y="37"/>
                    <a:pt x="57" y="39"/>
                    <a:pt x="63" y="41"/>
                  </a:cubicBezTo>
                  <a:cubicBezTo>
                    <a:pt x="63" y="37"/>
                    <a:pt x="63" y="37"/>
                    <a:pt x="63" y="37"/>
                  </a:cubicBezTo>
                  <a:cubicBezTo>
                    <a:pt x="121" y="37"/>
                    <a:pt x="121" y="37"/>
                    <a:pt x="121" y="37"/>
                  </a:cubicBezTo>
                  <a:cubicBezTo>
                    <a:pt x="121" y="30"/>
                    <a:pt x="121" y="30"/>
                    <a:pt x="121" y="30"/>
                  </a:cubicBezTo>
                  <a:cubicBezTo>
                    <a:pt x="134" y="30"/>
                    <a:pt x="134" y="30"/>
                    <a:pt x="134" y="30"/>
                  </a:cubicBezTo>
                  <a:cubicBezTo>
                    <a:pt x="134" y="22"/>
                    <a:pt x="134" y="22"/>
                    <a:pt x="134" y="22"/>
                  </a:cubicBezTo>
                  <a:cubicBezTo>
                    <a:pt x="211" y="22"/>
                    <a:pt x="211" y="22"/>
                    <a:pt x="211" y="22"/>
                  </a:cubicBezTo>
                  <a:cubicBezTo>
                    <a:pt x="211" y="15"/>
                    <a:pt x="211" y="15"/>
                    <a:pt x="211" y="15"/>
                  </a:cubicBezTo>
                  <a:cubicBezTo>
                    <a:pt x="134" y="15"/>
                    <a:pt x="134" y="15"/>
                    <a:pt x="134" y="15"/>
                  </a:cubicBezTo>
                  <a:cubicBezTo>
                    <a:pt x="134" y="8"/>
                    <a:pt x="134" y="8"/>
                    <a:pt x="134" y="8"/>
                  </a:cubicBezTo>
                  <a:cubicBezTo>
                    <a:pt x="121" y="8"/>
                    <a:pt x="121" y="8"/>
                    <a:pt x="121" y="8"/>
                  </a:cubicBezTo>
                  <a:cubicBezTo>
                    <a:pt x="121" y="0"/>
                    <a:pt x="121" y="0"/>
                    <a:pt x="121" y="0"/>
                  </a:cubicBezTo>
                  <a:cubicBezTo>
                    <a:pt x="0" y="0"/>
                    <a:pt x="0" y="0"/>
                    <a:pt x="0" y="0"/>
                  </a:cubicBezTo>
                  <a:cubicBezTo>
                    <a:pt x="0" y="37"/>
                    <a:pt x="0" y="37"/>
                    <a:pt x="0" y="37"/>
                  </a:cubicBezTo>
                  <a:cubicBezTo>
                    <a:pt x="19" y="37"/>
                    <a:pt x="19" y="37"/>
                    <a:pt x="19" y="37"/>
                  </a:cubicBezTo>
                  <a:cubicBezTo>
                    <a:pt x="19" y="47"/>
                    <a:pt x="19" y="47"/>
                    <a:pt x="19" y="47"/>
                  </a:cubicBezTo>
                  <a:cubicBezTo>
                    <a:pt x="21" y="46"/>
                    <a:pt x="22" y="45"/>
                    <a:pt x="24" y="44"/>
                  </a:cubicBezTo>
                  <a:cubicBezTo>
                    <a:pt x="30" y="40"/>
                    <a:pt x="38" y="37"/>
                    <a:pt x="46"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6"/>
            <p:cNvSpPr>
              <a:spLocks/>
            </p:cNvSpPr>
            <p:nvPr/>
          </p:nvSpPr>
          <p:spPr bwMode="auto">
            <a:xfrm>
              <a:off x="5492751" y="1150938"/>
              <a:ext cx="577850" cy="192088"/>
            </a:xfrm>
            <a:custGeom>
              <a:avLst/>
              <a:gdLst>
                <a:gd name="T0" fmla="*/ 57 w 373"/>
                <a:gd name="T1" fmla="*/ 58 h 124"/>
                <a:gd name="T2" fmla="*/ 43 w 373"/>
                <a:gd name="T3" fmla="*/ 56 h 124"/>
                <a:gd name="T4" fmla="*/ 40 w 373"/>
                <a:gd name="T5" fmla="*/ 56 h 124"/>
                <a:gd name="T6" fmla="*/ 39 w 373"/>
                <a:gd name="T7" fmla="*/ 56 h 124"/>
                <a:gd name="T8" fmla="*/ 2 w 373"/>
                <a:gd name="T9" fmla="*/ 83 h 124"/>
                <a:gd name="T10" fmla="*/ 29 w 373"/>
                <a:gd name="T11" fmla="*/ 119 h 124"/>
                <a:gd name="T12" fmla="*/ 29 w 373"/>
                <a:gd name="T13" fmla="*/ 119 h 124"/>
                <a:gd name="T14" fmla="*/ 107 w 373"/>
                <a:gd name="T15" fmla="*/ 124 h 124"/>
                <a:gd name="T16" fmla="*/ 354 w 373"/>
                <a:gd name="T17" fmla="*/ 63 h 124"/>
                <a:gd name="T18" fmla="*/ 364 w 373"/>
                <a:gd name="T19" fmla="*/ 19 h 124"/>
                <a:gd name="T20" fmla="*/ 319 w 373"/>
                <a:gd name="T21" fmla="*/ 9 h 124"/>
                <a:gd name="T22" fmla="*/ 107 w 373"/>
                <a:gd name="T23" fmla="*/ 60 h 124"/>
                <a:gd name="T24" fmla="*/ 57 w 373"/>
                <a:gd name="T25" fmla="*/ 58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3" h="124">
                  <a:moveTo>
                    <a:pt x="57" y="58"/>
                  </a:moveTo>
                  <a:cubicBezTo>
                    <a:pt x="51" y="57"/>
                    <a:pt x="46" y="57"/>
                    <a:pt x="43" y="56"/>
                  </a:cubicBezTo>
                  <a:cubicBezTo>
                    <a:pt x="41" y="56"/>
                    <a:pt x="40" y="56"/>
                    <a:pt x="40" y="56"/>
                  </a:cubicBezTo>
                  <a:cubicBezTo>
                    <a:pt x="39" y="56"/>
                    <a:pt x="39" y="56"/>
                    <a:pt x="39" y="56"/>
                  </a:cubicBezTo>
                  <a:cubicBezTo>
                    <a:pt x="21" y="53"/>
                    <a:pt x="5" y="65"/>
                    <a:pt x="2" y="83"/>
                  </a:cubicBezTo>
                  <a:cubicBezTo>
                    <a:pt x="0" y="100"/>
                    <a:pt x="12" y="117"/>
                    <a:pt x="29" y="119"/>
                  </a:cubicBezTo>
                  <a:cubicBezTo>
                    <a:pt x="29" y="119"/>
                    <a:pt x="29" y="119"/>
                    <a:pt x="29" y="119"/>
                  </a:cubicBezTo>
                  <a:cubicBezTo>
                    <a:pt x="31" y="119"/>
                    <a:pt x="62" y="124"/>
                    <a:pt x="107" y="124"/>
                  </a:cubicBezTo>
                  <a:cubicBezTo>
                    <a:pt x="175" y="123"/>
                    <a:pt x="273" y="115"/>
                    <a:pt x="354" y="63"/>
                  </a:cubicBezTo>
                  <a:cubicBezTo>
                    <a:pt x="369" y="54"/>
                    <a:pt x="373" y="34"/>
                    <a:pt x="364" y="19"/>
                  </a:cubicBezTo>
                  <a:cubicBezTo>
                    <a:pt x="354" y="4"/>
                    <a:pt x="334" y="0"/>
                    <a:pt x="319" y="9"/>
                  </a:cubicBezTo>
                  <a:cubicBezTo>
                    <a:pt x="257" y="50"/>
                    <a:pt x="168" y="60"/>
                    <a:pt x="107" y="60"/>
                  </a:cubicBezTo>
                  <a:cubicBezTo>
                    <a:pt x="87" y="60"/>
                    <a:pt x="69" y="59"/>
                    <a:pt x="57"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6" name="组合 15"/>
          <p:cNvGrpSpPr/>
          <p:nvPr/>
        </p:nvGrpSpPr>
        <p:grpSpPr>
          <a:xfrm>
            <a:off x="419933" y="1235804"/>
            <a:ext cx="1030699" cy="1499198"/>
            <a:chOff x="762001" y="906463"/>
            <a:chExt cx="1152525" cy="1676400"/>
          </a:xfrm>
          <a:solidFill>
            <a:schemeClr val="tx1">
              <a:lumMod val="65000"/>
              <a:lumOff val="35000"/>
            </a:schemeClr>
          </a:solidFill>
        </p:grpSpPr>
        <p:sp>
          <p:nvSpPr>
            <p:cNvPr id="17" name="Freeform 17"/>
            <p:cNvSpPr>
              <a:spLocks/>
            </p:cNvSpPr>
            <p:nvPr/>
          </p:nvSpPr>
          <p:spPr bwMode="auto">
            <a:xfrm>
              <a:off x="1438276" y="906463"/>
              <a:ext cx="476250" cy="682625"/>
            </a:xfrm>
            <a:custGeom>
              <a:avLst/>
              <a:gdLst>
                <a:gd name="T0" fmla="*/ 20 w 308"/>
                <a:gd name="T1" fmla="*/ 20 h 440"/>
                <a:gd name="T2" fmla="*/ 288 w 308"/>
                <a:gd name="T3" fmla="*/ 20 h 440"/>
                <a:gd name="T4" fmla="*/ 288 w 308"/>
                <a:gd name="T5" fmla="*/ 420 h 440"/>
                <a:gd name="T6" fmla="*/ 20 w 308"/>
                <a:gd name="T7" fmla="*/ 420 h 440"/>
                <a:gd name="T8" fmla="*/ 20 w 308"/>
                <a:gd name="T9" fmla="*/ 352 h 440"/>
                <a:gd name="T10" fmla="*/ 0 w 308"/>
                <a:gd name="T11" fmla="*/ 367 h 440"/>
                <a:gd name="T12" fmla="*/ 0 w 308"/>
                <a:gd name="T13" fmla="*/ 440 h 440"/>
                <a:gd name="T14" fmla="*/ 308 w 308"/>
                <a:gd name="T15" fmla="*/ 440 h 440"/>
                <a:gd name="T16" fmla="*/ 308 w 308"/>
                <a:gd name="T17" fmla="*/ 0 h 440"/>
                <a:gd name="T18" fmla="*/ 0 w 308"/>
                <a:gd name="T19" fmla="*/ 0 h 440"/>
                <a:gd name="T20" fmla="*/ 0 w 308"/>
                <a:gd name="T21" fmla="*/ 256 h 440"/>
                <a:gd name="T22" fmla="*/ 20 w 308"/>
                <a:gd name="T23" fmla="*/ 221 h 440"/>
                <a:gd name="T24" fmla="*/ 20 w 308"/>
                <a:gd name="T25" fmla="*/ 2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8" h="440">
                  <a:moveTo>
                    <a:pt x="20" y="20"/>
                  </a:moveTo>
                  <a:cubicBezTo>
                    <a:pt x="288" y="20"/>
                    <a:pt x="288" y="20"/>
                    <a:pt x="288" y="20"/>
                  </a:cubicBezTo>
                  <a:cubicBezTo>
                    <a:pt x="288" y="420"/>
                    <a:pt x="288" y="420"/>
                    <a:pt x="288" y="420"/>
                  </a:cubicBezTo>
                  <a:cubicBezTo>
                    <a:pt x="20" y="420"/>
                    <a:pt x="20" y="420"/>
                    <a:pt x="20" y="420"/>
                  </a:cubicBezTo>
                  <a:cubicBezTo>
                    <a:pt x="20" y="352"/>
                    <a:pt x="20" y="352"/>
                    <a:pt x="20" y="352"/>
                  </a:cubicBezTo>
                  <a:cubicBezTo>
                    <a:pt x="13" y="357"/>
                    <a:pt x="7" y="362"/>
                    <a:pt x="0" y="367"/>
                  </a:cubicBezTo>
                  <a:cubicBezTo>
                    <a:pt x="0" y="440"/>
                    <a:pt x="0" y="440"/>
                    <a:pt x="0" y="440"/>
                  </a:cubicBezTo>
                  <a:cubicBezTo>
                    <a:pt x="308" y="440"/>
                    <a:pt x="308" y="440"/>
                    <a:pt x="308" y="440"/>
                  </a:cubicBezTo>
                  <a:cubicBezTo>
                    <a:pt x="308" y="0"/>
                    <a:pt x="308" y="0"/>
                    <a:pt x="308" y="0"/>
                  </a:cubicBezTo>
                  <a:cubicBezTo>
                    <a:pt x="0" y="0"/>
                    <a:pt x="0" y="0"/>
                    <a:pt x="0" y="0"/>
                  </a:cubicBezTo>
                  <a:cubicBezTo>
                    <a:pt x="0" y="256"/>
                    <a:pt x="0" y="256"/>
                    <a:pt x="0" y="256"/>
                  </a:cubicBezTo>
                  <a:cubicBezTo>
                    <a:pt x="7" y="245"/>
                    <a:pt x="14" y="234"/>
                    <a:pt x="20" y="221"/>
                  </a:cubicBezTo>
                  <a:lnTo>
                    <a:pt x="20"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8"/>
            <p:cNvSpPr>
              <a:spLocks/>
            </p:cNvSpPr>
            <p:nvPr/>
          </p:nvSpPr>
          <p:spPr bwMode="auto">
            <a:xfrm>
              <a:off x="1500188" y="1042988"/>
              <a:ext cx="74613" cy="136525"/>
            </a:xfrm>
            <a:custGeom>
              <a:avLst/>
              <a:gdLst>
                <a:gd name="T0" fmla="*/ 0 w 48"/>
                <a:gd name="T1" fmla="*/ 0 h 88"/>
                <a:gd name="T2" fmla="*/ 0 w 48"/>
                <a:gd name="T3" fmla="*/ 88 h 88"/>
                <a:gd name="T4" fmla="*/ 12 w 48"/>
                <a:gd name="T5" fmla="*/ 78 h 88"/>
                <a:gd name="T6" fmla="*/ 12 w 48"/>
                <a:gd name="T7" fmla="*/ 68 h 88"/>
                <a:gd name="T8" fmla="*/ 36 w 48"/>
                <a:gd name="T9" fmla="*/ 68 h 88"/>
                <a:gd name="T10" fmla="*/ 36 w 48"/>
                <a:gd name="T11" fmla="*/ 74 h 88"/>
                <a:gd name="T12" fmla="*/ 43 w 48"/>
                <a:gd name="T13" fmla="*/ 76 h 88"/>
                <a:gd name="T14" fmla="*/ 48 w 48"/>
                <a:gd name="T15" fmla="*/ 78 h 88"/>
                <a:gd name="T16" fmla="*/ 48 w 48"/>
                <a:gd name="T17" fmla="*/ 0 h 88"/>
                <a:gd name="T18" fmla="*/ 0 w 48"/>
                <a:gd name="T19"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88">
                  <a:moveTo>
                    <a:pt x="0" y="0"/>
                  </a:moveTo>
                  <a:cubicBezTo>
                    <a:pt x="0" y="88"/>
                    <a:pt x="0" y="88"/>
                    <a:pt x="0" y="88"/>
                  </a:cubicBezTo>
                  <a:cubicBezTo>
                    <a:pt x="3" y="84"/>
                    <a:pt x="7" y="81"/>
                    <a:pt x="12" y="78"/>
                  </a:cubicBezTo>
                  <a:cubicBezTo>
                    <a:pt x="12" y="68"/>
                    <a:pt x="12" y="68"/>
                    <a:pt x="12" y="68"/>
                  </a:cubicBezTo>
                  <a:cubicBezTo>
                    <a:pt x="36" y="68"/>
                    <a:pt x="36" y="68"/>
                    <a:pt x="36" y="68"/>
                  </a:cubicBezTo>
                  <a:cubicBezTo>
                    <a:pt x="36" y="74"/>
                    <a:pt x="36" y="74"/>
                    <a:pt x="36" y="74"/>
                  </a:cubicBezTo>
                  <a:cubicBezTo>
                    <a:pt x="38" y="74"/>
                    <a:pt x="41" y="75"/>
                    <a:pt x="43" y="76"/>
                  </a:cubicBezTo>
                  <a:cubicBezTo>
                    <a:pt x="45" y="76"/>
                    <a:pt x="46" y="77"/>
                    <a:pt x="48" y="78"/>
                  </a:cubicBezTo>
                  <a:cubicBezTo>
                    <a:pt x="48" y="0"/>
                    <a:pt x="48" y="0"/>
                    <a:pt x="48"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Rectangle 19"/>
            <p:cNvSpPr>
              <a:spLocks noChangeArrowheads="1"/>
            </p:cNvSpPr>
            <p:nvPr/>
          </p:nvSpPr>
          <p:spPr bwMode="auto">
            <a:xfrm>
              <a:off x="1698626" y="1042988"/>
              <a:ext cx="153988" cy="3714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20"/>
            <p:cNvSpPr>
              <a:spLocks noEditPoints="1"/>
            </p:cNvSpPr>
            <p:nvPr/>
          </p:nvSpPr>
          <p:spPr bwMode="auto">
            <a:xfrm>
              <a:off x="1592263" y="1042988"/>
              <a:ext cx="74613" cy="147638"/>
            </a:xfrm>
            <a:custGeom>
              <a:avLst/>
              <a:gdLst>
                <a:gd name="T0" fmla="*/ 48 w 48"/>
                <a:gd name="T1" fmla="*/ 0 h 96"/>
                <a:gd name="T2" fmla="*/ 0 w 48"/>
                <a:gd name="T3" fmla="*/ 0 h 96"/>
                <a:gd name="T4" fmla="*/ 0 w 48"/>
                <a:gd name="T5" fmla="*/ 86 h 96"/>
                <a:gd name="T6" fmla="*/ 7 w 48"/>
                <a:gd name="T7" fmla="*/ 96 h 96"/>
                <a:gd name="T8" fmla="*/ 48 w 48"/>
                <a:gd name="T9" fmla="*/ 96 h 96"/>
                <a:gd name="T10" fmla="*/ 48 w 48"/>
                <a:gd name="T11" fmla="*/ 0 h 96"/>
                <a:gd name="T12" fmla="*/ 36 w 48"/>
                <a:gd name="T13" fmla="*/ 84 h 96"/>
                <a:gd name="T14" fmla="*/ 12 w 48"/>
                <a:gd name="T15" fmla="*/ 84 h 96"/>
                <a:gd name="T16" fmla="*/ 12 w 48"/>
                <a:gd name="T17" fmla="*/ 68 h 96"/>
                <a:gd name="T18" fmla="*/ 36 w 48"/>
                <a:gd name="T19" fmla="*/ 68 h 96"/>
                <a:gd name="T20" fmla="*/ 36 w 48"/>
                <a:gd name="T21" fmla="*/ 8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96">
                  <a:moveTo>
                    <a:pt x="48" y="0"/>
                  </a:moveTo>
                  <a:cubicBezTo>
                    <a:pt x="0" y="0"/>
                    <a:pt x="0" y="0"/>
                    <a:pt x="0" y="0"/>
                  </a:cubicBezTo>
                  <a:cubicBezTo>
                    <a:pt x="0" y="86"/>
                    <a:pt x="0" y="86"/>
                    <a:pt x="0" y="86"/>
                  </a:cubicBezTo>
                  <a:cubicBezTo>
                    <a:pt x="3" y="89"/>
                    <a:pt x="5" y="93"/>
                    <a:pt x="7" y="96"/>
                  </a:cubicBezTo>
                  <a:cubicBezTo>
                    <a:pt x="48" y="96"/>
                    <a:pt x="48" y="96"/>
                    <a:pt x="48" y="96"/>
                  </a:cubicBezTo>
                  <a:lnTo>
                    <a:pt x="48" y="0"/>
                  </a:lnTo>
                  <a:close/>
                  <a:moveTo>
                    <a:pt x="36" y="84"/>
                  </a:moveTo>
                  <a:cubicBezTo>
                    <a:pt x="12" y="84"/>
                    <a:pt x="12" y="84"/>
                    <a:pt x="12" y="84"/>
                  </a:cubicBezTo>
                  <a:cubicBezTo>
                    <a:pt x="12" y="68"/>
                    <a:pt x="12" y="68"/>
                    <a:pt x="12" y="68"/>
                  </a:cubicBezTo>
                  <a:cubicBezTo>
                    <a:pt x="36" y="68"/>
                    <a:pt x="36" y="68"/>
                    <a:pt x="36" y="68"/>
                  </a:cubicBezTo>
                  <a:lnTo>
                    <a:pt x="36" y="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21"/>
            <p:cNvSpPr>
              <a:spLocks/>
            </p:cNvSpPr>
            <p:nvPr/>
          </p:nvSpPr>
          <p:spPr bwMode="auto">
            <a:xfrm>
              <a:off x="1549401" y="1316038"/>
              <a:ext cx="25400" cy="42863"/>
            </a:xfrm>
            <a:custGeom>
              <a:avLst/>
              <a:gdLst>
                <a:gd name="T0" fmla="*/ 16 w 16"/>
                <a:gd name="T1" fmla="*/ 0 h 28"/>
                <a:gd name="T2" fmla="*/ 0 w 16"/>
                <a:gd name="T3" fmla="*/ 28 h 28"/>
                <a:gd name="T4" fmla="*/ 16 w 16"/>
                <a:gd name="T5" fmla="*/ 28 h 28"/>
                <a:gd name="T6" fmla="*/ 16 w 16"/>
                <a:gd name="T7" fmla="*/ 0 h 28"/>
              </a:gdLst>
              <a:ahLst/>
              <a:cxnLst>
                <a:cxn ang="0">
                  <a:pos x="T0" y="T1"/>
                </a:cxn>
                <a:cxn ang="0">
                  <a:pos x="T2" y="T3"/>
                </a:cxn>
                <a:cxn ang="0">
                  <a:pos x="T4" y="T5"/>
                </a:cxn>
                <a:cxn ang="0">
                  <a:pos x="T6" y="T7"/>
                </a:cxn>
              </a:cxnLst>
              <a:rect l="0" t="0" r="r" b="b"/>
              <a:pathLst>
                <a:path w="16" h="28">
                  <a:moveTo>
                    <a:pt x="16" y="0"/>
                  </a:moveTo>
                  <a:cubicBezTo>
                    <a:pt x="11" y="10"/>
                    <a:pt x="5" y="20"/>
                    <a:pt x="0" y="28"/>
                  </a:cubicBezTo>
                  <a:cubicBezTo>
                    <a:pt x="16" y="28"/>
                    <a:pt x="16" y="28"/>
                    <a:pt x="16" y="28"/>
                  </a:cubicBezTo>
                  <a:lnTo>
                    <a:pt x="1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22"/>
            <p:cNvSpPr>
              <a:spLocks noEditPoints="1"/>
            </p:cNvSpPr>
            <p:nvPr/>
          </p:nvSpPr>
          <p:spPr bwMode="auto">
            <a:xfrm>
              <a:off x="1592263" y="1209675"/>
              <a:ext cx="74613" cy="149225"/>
            </a:xfrm>
            <a:custGeom>
              <a:avLst/>
              <a:gdLst>
                <a:gd name="T0" fmla="*/ 48 w 48"/>
                <a:gd name="T1" fmla="*/ 96 h 96"/>
                <a:gd name="T2" fmla="*/ 48 w 48"/>
                <a:gd name="T3" fmla="*/ 0 h 96"/>
                <a:gd name="T4" fmla="*/ 10 w 48"/>
                <a:gd name="T5" fmla="*/ 0 h 96"/>
                <a:gd name="T6" fmla="*/ 9 w 48"/>
                <a:gd name="T7" fmla="*/ 18 h 96"/>
                <a:gd name="T8" fmla="*/ 0 w 48"/>
                <a:gd name="T9" fmla="*/ 42 h 96"/>
                <a:gd name="T10" fmla="*/ 0 w 48"/>
                <a:gd name="T11" fmla="*/ 96 h 96"/>
                <a:gd name="T12" fmla="*/ 48 w 48"/>
                <a:gd name="T13" fmla="*/ 96 h 96"/>
                <a:gd name="T14" fmla="*/ 12 w 48"/>
                <a:gd name="T15" fmla="*/ 68 h 96"/>
                <a:gd name="T16" fmla="*/ 36 w 48"/>
                <a:gd name="T17" fmla="*/ 68 h 96"/>
                <a:gd name="T18" fmla="*/ 36 w 48"/>
                <a:gd name="T19" fmla="*/ 84 h 96"/>
                <a:gd name="T20" fmla="*/ 12 w 48"/>
                <a:gd name="T21" fmla="*/ 84 h 96"/>
                <a:gd name="T22" fmla="*/ 12 w 48"/>
                <a:gd name="T23" fmla="*/ 68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8" h="96">
                  <a:moveTo>
                    <a:pt x="48" y="96"/>
                  </a:moveTo>
                  <a:cubicBezTo>
                    <a:pt x="48" y="0"/>
                    <a:pt x="48" y="0"/>
                    <a:pt x="48" y="0"/>
                  </a:cubicBezTo>
                  <a:cubicBezTo>
                    <a:pt x="10" y="0"/>
                    <a:pt x="10" y="0"/>
                    <a:pt x="10" y="0"/>
                  </a:cubicBezTo>
                  <a:cubicBezTo>
                    <a:pt x="11" y="6"/>
                    <a:pt x="11" y="12"/>
                    <a:pt x="9" y="18"/>
                  </a:cubicBezTo>
                  <a:cubicBezTo>
                    <a:pt x="6" y="26"/>
                    <a:pt x="3" y="34"/>
                    <a:pt x="0" y="42"/>
                  </a:cubicBezTo>
                  <a:cubicBezTo>
                    <a:pt x="0" y="96"/>
                    <a:pt x="0" y="96"/>
                    <a:pt x="0" y="96"/>
                  </a:cubicBezTo>
                  <a:lnTo>
                    <a:pt x="48" y="96"/>
                  </a:lnTo>
                  <a:close/>
                  <a:moveTo>
                    <a:pt x="12" y="68"/>
                  </a:moveTo>
                  <a:cubicBezTo>
                    <a:pt x="36" y="68"/>
                    <a:pt x="36" y="68"/>
                    <a:pt x="36" y="68"/>
                  </a:cubicBezTo>
                  <a:cubicBezTo>
                    <a:pt x="36" y="84"/>
                    <a:pt x="36" y="84"/>
                    <a:pt x="36" y="84"/>
                  </a:cubicBezTo>
                  <a:cubicBezTo>
                    <a:pt x="12" y="84"/>
                    <a:pt x="12" y="84"/>
                    <a:pt x="12" y="84"/>
                  </a:cubicBezTo>
                  <a:lnTo>
                    <a:pt x="12"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23"/>
            <p:cNvSpPr>
              <a:spLocks noEditPoints="1"/>
            </p:cNvSpPr>
            <p:nvPr/>
          </p:nvSpPr>
          <p:spPr bwMode="auto">
            <a:xfrm>
              <a:off x="1500188" y="1377950"/>
              <a:ext cx="74613" cy="147638"/>
            </a:xfrm>
            <a:custGeom>
              <a:avLst/>
              <a:gdLst>
                <a:gd name="T0" fmla="*/ 48 w 48"/>
                <a:gd name="T1" fmla="*/ 96 h 96"/>
                <a:gd name="T2" fmla="*/ 48 w 48"/>
                <a:gd name="T3" fmla="*/ 0 h 96"/>
                <a:gd name="T4" fmla="*/ 24 w 48"/>
                <a:gd name="T5" fmla="*/ 0 h 96"/>
                <a:gd name="T6" fmla="*/ 0 w 48"/>
                <a:gd name="T7" fmla="*/ 29 h 96"/>
                <a:gd name="T8" fmla="*/ 0 w 48"/>
                <a:gd name="T9" fmla="*/ 96 h 96"/>
                <a:gd name="T10" fmla="*/ 48 w 48"/>
                <a:gd name="T11" fmla="*/ 96 h 96"/>
                <a:gd name="T12" fmla="*/ 36 w 48"/>
                <a:gd name="T13" fmla="*/ 68 h 96"/>
                <a:gd name="T14" fmla="*/ 36 w 48"/>
                <a:gd name="T15" fmla="*/ 84 h 96"/>
                <a:gd name="T16" fmla="*/ 12 w 48"/>
                <a:gd name="T17" fmla="*/ 84 h 96"/>
                <a:gd name="T18" fmla="*/ 12 w 48"/>
                <a:gd name="T19" fmla="*/ 68 h 96"/>
                <a:gd name="T20" fmla="*/ 36 w 48"/>
                <a:gd name="T21" fmla="*/ 68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96">
                  <a:moveTo>
                    <a:pt x="48" y="96"/>
                  </a:moveTo>
                  <a:cubicBezTo>
                    <a:pt x="48" y="0"/>
                    <a:pt x="48" y="0"/>
                    <a:pt x="48" y="0"/>
                  </a:cubicBezTo>
                  <a:cubicBezTo>
                    <a:pt x="24" y="0"/>
                    <a:pt x="24" y="0"/>
                    <a:pt x="24" y="0"/>
                  </a:cubicBezTo>
                  <a:cubicBezTo>
                    <a:pt x="16" y="11"/>
                    <a:pt x="8" y="21"/>
                    <a:pt x="0" y="29"/>
                  </a:cubicBezTo>
                  <a:cubicBezTo>
                    <a:pt x="0" y="96"/>
                    <a:pt x="0" y="96"/>
                    <a:pt x="0" y="96"/>
                  </a:cubicBezTo>
                  <a:lnTo>
                    <a:pt x="48" y="96"/>
                  </a:lnTo>
                  <a:close/>
                  <a:moveTo>
                    <a:pt x="36" y="68"/>
                  </a:moveTo>
                  <a:cubicBezTo>
                    <a:pt x="36" y="84"/>
                    <a:pt x="36" y="84"/>
                    <a:pt x="36" y="84"/>
                  </a:cubicBezTo>
                  <a:cubicBezTo>
                    <a:pt x="12" y="84"/>
                    <a:pt x="12" y="84"/>
                    <a:pt x="12" y="84"/>
                  </a:cubicBezTo>
                  <a:cubicBezTo>
                    <a:pt x="12" y="68"/>
                    <a:pt x="12" y="68"/>
                    <a:pt x="12" y="68"/>
                  </a:cubicBezTo>
                  <a:lnTo>
                    <a:pt x="36"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4"/>
            <p:cNvSpPr>
              <a:spLocks noEditPoints="1"/>
            </p:cNvSpPr>
            <p:nvPr/>
          </p:nvSpPr>
          <p:spPr bwMode="auto">
            <a:xfrm>
              <a:off x="1592263" y="1377950"/>
              <a:ext cx="74613" cy="147638"/>
            </a:xfrm>
            <a:custGeom>
              <a:avLst/>
              <a:gdLst>
                <a:gd name="T0" fmla="*/ 47 w 47"/>
                <a:gd name="T1" fmla="*/ 0 h 93"/>
                <a:gd name="T2" fmla="*/ 0 w 47"/>
                <a:gd name="T3" fmla="*/ 0 h 93"/>
                <a:gd name="T4" fmla="*/ 0 w 47"/>
                <a:gd name="T5" fmla="*/ 93 h 93"/>
                <a:gd name="T6" fmla="*/ 47 w 47"/>
                <a:gd name="T7" fmla="*/ 93 h 93"/>
                <a:gd name="T8" fmla="*/ 47 w 47"/>
                <a:gd name="T9" fmla="*/ 0 h 93"/>
                <a:gd name="T10" fmla="*/ 35 w 47"/>
                <a:gd name="T11" fmla="*/ 82 h 93"/>
                <a:gd name="T12" fmla="*/ 12 w 47"/>
                <a:gd name="T13" fmla="*/ 82 h 93"/>
                <a:gd name="T14" fmla="*/ 12 w 47"/>
                <a:gd name="T15" fmla="*/ 66 h 93"/>
                <a:gd name="T16" fmla="*/ 35 w 47"/>
                <a:gd name="T17" fmla="*/ 66 h 93"/>
                <a:gd name="T18" fmla="*/ 35 w 47"/>
                <a:gd name="T19" fmla="*/ 8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93">
                  <a:moveTo>
                    <a:pt x="47" y="0"/>
                  </a:moveTo>
                  <a:lnTo>
                    <a:pt x="0" y="0"/>
                  </a:lnTo>
                  <a:lnTo>
                    <a:pt x="0" y="93"/>
                  </a:lnTo>
                  <a:lnTo>
                    <a:pt x="47" y="93"/>
                  </a:lnTo>
                  <a:lnTo>
                    <a:pt x="47" y="0"/>
                  </a:lnTo>
                  <a:close/>
                  <a:moveTo>
                    <a:pt x="35" y="82"/>
                  </a:moveTo>
                  <a:lnTo>
                    <a:pt x="12" y="82"/>
                  </a:lnTo>
                  <a:lnTo>
                    <a:pt x="12" y="66"/>
                  </a:lnTo>
                  <a:lnTo>
                    <a:pt x="35" y="66"/>
                  </a:lnTo>
                  <a:lnTo>
                    <a:pt x="35" y="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Rectangle 25"/>
            <p:cNvSpPr>
              <a:spLocks noChangeArrowheads="1"/>
            </p:cNvSpPr>
            <p:nvPr/>
          </p:nvSpPr>
          <p:spPr bwMode="auto">
            <a:xfrm>
              <a:off x="1698626" y="1433513"/>
              <a:ext cx="23813" cy="920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Rectangle 26"/>
            <p:cNvSpPr>
              <a:spLocks noChangeArrowheads="1"/>
            </p:cNvSpPr>
            <p:nvPr/>
          </p:nvSpPr>
          <p:spPr bwMode="auto">
            <a:xfrm>
              <a:off x="1741488" y="1433513"/>
              <a:ext cx="25400" cy="920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Rectangle 27"/>
            <p:cNvSpPr>
              <a:spLocks noChangeArrowheads="1"/>
            </p:cNvSpPr>
            <p:nvPr/>
          </p:nvSpPr>
          <p:spPr bwMode="auto">
            <a:xfrm>
              <a:off x="1784351" y="1433513"/>
              <a:ext cx="25400" cy="920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Rectangle 28"/>
            <p:cNvSpPr>
              <a:spLocks noChangeArrowheads="1"/>
            </p:cNvSpPr>
            <p:nvPr/>
          </p:nvSpPr>
          <p:spPr bwMode="auto">
            <a:xfrm>
              <a:off x="1828801" y="1433513"/>
              <a:ext cx="23813" cy="920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Rectangle 29"/>
            <p:cNvSpPr>
              <a:spLocks noChangeArrowheads="1"/>
            </p:cNvSpPr>
            <p:nvPr/>
          </p:nvSpPr>
          <p:spPr bwMode="auto">
            <a:xfrm>
              <a:off x="1500188" y="968375"/>
              <a:ext cx="352425" cy="49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30"/>
            <p:cNvSpPr>
              <a:spLocks/>
            </p:cNvSpPr>
            <p:nvPr/>
          </p:nvSpPr>
          <p:spPr bwMode="auto">
            <a:xfrm>
              <a:off x="762001" y="1163638"/>
              <a:ext cx="841375" cy="1419225"/>
            </a:xfrm>
            <a:custGeom>
              <a:avLst/>
              <a:gdLst>
                <a:gd name="T0" fmla="*/ 1 w 542"/>
                <a:gd name="T1" fmla="*/ 312 h 915"/>
                <a:gd name="T2" fmla="*/ 1 w 542"/>
                <a:gd name="T3" fmla="*/ 312 h 915"/>
                <a:gd name="T4" fmla="*/ 1 w 542"/>
                <a:gd name="T5" fmla="*/ 312 h 915"/>
                <a:gd name="T6" fmla="*/ 1 w 542"/>
                <a:gd name="T7" fmla="*/ 312 h 915"/>
                <a:gd name="T8" fmla="*/ 13 w 542"/>
                <a:gd name="T9" fmla="*/ 336 h 915"/>
                <a:gd name="T10" fmla="*/ 46 w 542"/>
                <a:gd name="T11" fmla="*/ 356 h 915"/>
                <a:gd name="T12" fmla="*/ 88 w 542"/>
                <a:gd name="T13" fmla="*/ 360 h 915"/>
                <a:gd name="T14" fmla="*/ 102 w 542"/>
                <a:gd name="T15" fmla="*/ 360 h 915"/>
                <a:gd name="T16" fmla="*/ 102 w 542"/>
                <a:gd name="T17" fmla="*/ 296 h 915"/>
                <a:gd name="T18" fmla="*/ 88 w 542"/>
                <a:gd name="T19" fmla="*/ 296 h 915"/>
                <a:gd name="T20" fmla="*/ 69 w 542"/>
                <a:gd name="T21" fmla="*/ 295 h 915"/>
                <a:gd name="T22" fmla="*/ 76 w 542"/>
                <a:gd name="T23" fmla="*/ 286 h 915"/>
                <a:gd name="T24" fmla="*/ 102 w 542"/>
                <a:gd name="T25" fmla="*/ 262 h 915"/>
                <a:gd name="T26" fmla="*/ 110 w 542"/>
                <a:gd name="T27" fmla="*/ 256 h 915"/>
                <a:gd name="T28" fmla="*/ 110 w 542"/>
                <a:gd name="T29" fmla="*/ 866 h 915"/>
                <a:gd name="T30" fmla="*/ 160 w 542"/>
                <a:gd name="T31" fmla="*/ 915 h 915"/>
                <a:gd name="T32" fmla="*/ 209 w 542"/>
                <a:gd name="T33" fmla="*/ 866 h 915"/>
                <a:gd name="T34" fmla="*/ 209 w 542"/>
                <a:gd name="T35" fmla="*/ 504 h 915"/>
                <a:gd name="T36" fmla="*/ 228 w 542"/>
                <a:gd name="T37" fmla="*/ 504 h 915"/>
                <a:gd name="T38" fmla="*/ 228 w 542"/>
                <a:gd name="T39" fmla="*/ 866 h 915"/>
                <a:gd name="T40" fmla="*/ 277 w 542"/>
                <a:gd name="T41" fmla="*/ 915 h 915"/>
                <a:gd name="T42" fmla="*/ 326 w 542"/>
                <a:gd name="T43" fmla="*/ 866 h 915"/>
                <a:gd name="T44" fmla="*/ 326 w 542"/>
                <a:gd name="T45" fmla="*/ 233 h 915"/>
                <a:gd name="T46" fmla="*/ 413 w 542"/>
                <a:gd name="T47" fmla="*/ 205 h 915"/>
                <a:gd name="T48" fmla="*/ 536 w 542"/>
                <a:gd name="T49" fmla="*/ 46 h 915"/>
                <a:gd name="T50" fmla="*/ 516 w 542"/>
                <a:gd name="T51" fmla="*/ 5 h 915"/>
                <a:gd name="T52" fmla="*/ 475 w 542"/>
                <a:gd name="T53" fmla="*/ 25 h 915"/>
                <a:gd name="T54" fmla="*/ 382 w 542"/>
                <a:gd name="T55" fmla="*/ 149 h 915"/>
                <a:gd name="T56" fmla="*/ 304 w 542"/>
                <a:gd name="T57" fmla="*/ 170 h 915"/>
                <a:gd name="T58" fmla="*/ 302 w 542"/>
                <a:gd name="T59" fmla="*/ 170 h 915"/>
                <a:gd name="T60" fmla="*/ 296 w 542"/>
                <a:gd name="T61" fmla="*/ 169 h 915"/>
                <a:gd name="T62" fmla="*/ 141 w 542"/>
                <a:gd name="T63" fmla="*/ 169 h 915"/>
                <a:gd name="T64" fmla="*/ 132 w 542"/>
                <a:gd name="T65" fmla="*/ 170 h 915"/>
                <a:gd name="T66" fmla="*/ 127 w 542"/>
                <a:gd name="T67" fmla="*/ 172 h 915"/>
                <a:gd name="T68" fmla="*/ 107 w 542"/>
                <a:gd name="T69" fmla="*/ 181 h 915"/>
                <a:gd name="T70" fmla="*/ 93 w 542"/>
                <a:gd name="T71" fmla="*/ 189 h 915"/>
                <a:gd name="T72" fmla="*/ 36 w 542"/>
                <a:gd name="T73" fmla="*/ 235 h 915"/>
                <a:gd name="T74" fmla="*/ 13 w 542"/>
                <a:gd name="T75" fmla="*/ 264 h 915"/>
                <a:gd name="T76" fmla="*/ 0 w 542"/>
                <a:gd name="T77" fmla="*/ 303 h 915"/>
                <a:gd name="T78" fmla="*/ 1 w 542"/>
                <a:gd name="T79" fmla="*/ 311 h 915"/>
                <a:gd name="T80" fmla="*/ 1 w 542"/>
                <a:gd name="T81" fmla="*/ 312 h 9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42" h="915">
                  <a:moveTo>
                    <a:pt x="1" y="312"/>
                  </a:moveTo>
                  <a:cubicBezTo>
                    <a:pt x="1" y="312"/>
                    <a:pt x="1" y="312"/>
                    <a:pt x="1" y="312"/>
                  </a:cubicBezTo>
                  <a:cubicBezTo>
                    <a:pt x="1" y="312"/>
                    <a:pt x="1" y="312"/>
                    <a:pt x="1" y="312"/>
                  </a:cubicBezTo>
                  <a:cubicBezTo>
                    <a:pt x="1" y="312"/>
                    <a:pt x="1" y="312"/>
                    <a:pt x="1" y="312"/>
                  </a:cubicBezTo>
                  <a:cubicBezTo>
                    <a:pt x="3" y="321"/>
                    <a:pt x="7" y="330"/>
                    <a:pt x="13" y="336"/>
                  </a:cubicBezTo>
                  <a:cubicBezTo>
                    <a:pt x="22" y="347"/>
                    <a:pt x="34" y="352"/>
                    <a:pt x="46" y="356"/>
                  </a:cubicBezTo>
                  <a:cubicBezTo>
                    <a:pt x="59" y="359"/>
                    <a:pt x="72" y="360"/>
                    <a:pt x="88" y="360"/>
                  </a:cubicBezTo>
                  <a:cubicBezTo>
                    <a:pt x="93" y="360"/>
                    <a:pt x="97" y="360"/>
                    <a:pt x="102" y="360"/>
                  </a:cubicBezTo>
                  <a:cubicBezTo>
                    <a:pt x="102" y="296"/>
                    <a:pt x="102" y="296"/>
                    <a:pt x="102" y="296"/>
                  </a:cubicBezTo>
                  <a:cubicBezTo>
                    <a:pt x="97" y="296"/>
                    <a:pt x="92" y="296"/>
                    <a:pt x="88" y="296"/>
                  </a:cubicBezTo>
                  <a:cubicBezTo>
                    <a:pt x="80" y="296"/>
                    <a:pt x="74" y="296"/>
                    <a:pt x="69" y="295"/>
                  </a:cubicBezTo>
                  <a:cubicBezTo>
                    <a:pt x="71" y="292"/>
                    <a:pt x="73" y="289"/>
                    <a:pt x="76" y="286"/>
                  </a:cubicBezTo>
                  <a:cubicBezTo>
                    <a:pt x="83" y="278"/>
                    <a:pt x="92" y="270"/>
                    <a:pt x="102" y="262"/>
                  </a:cubicBezTo>
                  <a:cubicBezTo>
                    <a:pt x="105" y="260"/>
                    <a:pt x="107" y="258"/>
                    <a:pt x="110" y="256"/>
                  </a:cubicBezTo>
                  <a:cubicBezTo>
                    <a:pt x="110" y="866"/>
                    <a:pt x="110" y="866"/>
                    <a:pt x="110" y="866"/>
                  </a:cubicBezTo>
                  <a:cubicBezTo>
                    <a:pt x="110" y="893"/>
                    <a:pt x="132" y="915"/>
                    <a:pt x="160" y="915"/>
                  </a:cubicBezTo>
                  <a:cubicBezTo>
                    <a:pt x="187" y="915"/>
                    <a:pt x="209" y="893"/>
                    <a:pt x="209" y="866"/>
                  </a:cubicBezTo>
                  <a:cubicBezTo>
                    <a:pt x="209" y="504"/>
                    <a:pt x="209" y="504"/>
                    <a:pt x="209" y="504"/>
                  </a:cubicBezTo>
                  <a:cubicBezTo>
                    <a:pt x="228" y="504"/>
                    <a:pt x="228" y="504"/>
                    <a:pt x="228" y="504"/>
                  </a:cubicBezTo>
                  <a:cubicBezTo>
                    <a:pt x="228" y="866"/>
                    <a:pt x="228" y="866"/>
                    <a:pt x="228" y="866"/>
                  </a:cubicBezTo>
                  <a:cubicBezTo>
                    <a:pt x="228" y="893"/>
                    <a:pt x="250" y="915"/>
                    <a:pt x="277" y="915"/>
                  </a:cubicBezTo>
                  <a:cubicBezTo>
                    <a:pt x="304" y="915"/>
                    <a:pt x="326" y="893"/>
                    <a:pt x="326" y="866"/>
                  </a:cubicBezTo>
                  <a:cubicBezTo>
                    <a:pt x="326" y="233"/>
                    <a:pt x="326" y="233"/>
                    <a:pt x="326" y="233"/>
                  </a:cubicBezTo>
                  <a:cubicBezTo>
                    <a:pt x="349" y="230"/>
                    <a:pt x="380" y="223"/>
                    <a:pt x="413" y="205"/>
                  </a:cubicBezTo>
                  <a:cubicBezTo>
                    <a:pt x="459" y="180"/>
                    <a:pt x="508" y="130"/>
                    <a:pt x="536" y="46"/>
                  </a:cubicBezTo>
                  <a:cubicBezTo>
                    <a:pt x="542" y="29"/>
                    <a:pt x="533" y="11"/>
                    <a:pt x="516" y="5"/>
                  </a:cubicBezTo>
                  <a:cubicBezTo>
                    <a:pt x="499" y="0"/>
                    <a:pt x="481" y="9"/>
                    <a:pt x="475" y="25"/>
                  </a:cubicBezTo>
                  <a:cubicBezTo>
                    <a:pt x="451" y="97"/>
                    <a:pt x="415" y="130"/>
                    <a:pt x="382" y="149"/>
                  </a:cubicBezTo>
                  <a:cubicBezTo>
                    <a:pt x="348" y="168"/>
                    <a:pt x="316" y="170"/>
                    <a:pt x="304" y="170"/>
                  </a:cubicBezTo>
                  <a:cubicBezTo>
                    <a:pt x="304" y="170"/>
                    <a:pt x="303" y="170"/>
                    <a:pt x="302" y="170"/>
                  </a:cubicBezTo>
                  <a:cubicBezTo>
                    <a:pt x="300" y="169"/>
                    <a:pt x="298" y="169"/>
                    <a:pt x="296" y="169"/>
                  </a:cubicBezTo>
                  <a:cubicBezTo>
                    <a:pt x="141" y="169"/>
                    <a:pt x="141" y="169"/>
                    <a:pt x="141" y="169"/>
                  </a:cubicBezTo>
                  <a:cubicBezTo>
                    <a:pt x="138" y="169"/>
                    <a:pt x="135" y="169"/>
                    <a:pt x="132" y="170"/>
                  </a:cubicBezTo>
                  <a:cubicBezTo>
                    <a:pt x="130" y="171"/>
                    <a:pt x="129" y="171"/>
                    <a:pt x="127" y="172"/>
                  </a:cubicBezTo>
                  <a:cubicBezTo>
                    <a:pt x="120" y="174"/>
                    <a:pt x="114" y="177"/>
                    <a:pt x="107" y="181"/>
                  </a:cubicBezTo>
                  <a:cubicBezTo>
                    <a:pt x="103" y="183"/>
                    <a:pt x="98" y="186"/>
                    <a:pt x="93" y="189"/>
                  </a:cubicBezTo>
                  <a:cubicBezTo>
                    <a:pt x="75" y="201"/>
                    <a:pt x="54" y="217"/>
                    <a:pt x="36" y="235"/>
                  </a:cubicBezTo>
                  <a:cubicBezTo>
                    <a:pt x="27" y="244"/>
                    <a:pt x="19" y="254"/>
                    <a:pt x="13" y="264"/>
                  </a:cubicBezTo>
                  <a:cubicBezTo>
                    <a:pt x="6" y="275"/>
                    <a:pt x="1" y="287"/>
                    <a:pt x="0" y="303"/>
                  </a:cubicBezTo>
                  <a:cubicBezTo>
                    <a:pt x="0" y="305"/>
                    <a:pt x="1" y="308"/>
                    <a:pt x="1" y="311"/>
                  </a:cubicBezTo>
                  <a:cubicBezTo>
                    <a:pt x="1" y="311"/>
                    <a:pt x="1" y="311"/>
                    <a:pt x="1" y="3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Oval 31"/>
            <p:cNvSpPr>
              <a:spLocks noChangeArrowheads="1"/>
            </p:cNvSpPr>
            <p:nvPr/>
          </p:nvSpPr>
          <p:spPr bwMode="auto">
            <a:xfrm>
              <a:off x="962026" y="1104900"/>
              <a:ext cx="277813" cy="2794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2" name="组合 31"/>
          <p:cNvGrpSpPr/>
          <p:nvPr/>
        </p:nvGrpSpPr>
        <p:grpSpPr>
          <a:xfrm>
            <a:off x="1679202" y="1322405"/>
            <a:ext cx="1064771" cy="1412597"/>
            <a:chOff x="2170113" y="1003300"/>
            <a:chExt cx="1190625" cy="1579563"/>
          </a:xfrm>
          <a:solidFill>
            <a:schemeClr val="tx1">
              <a:lumMod val="65000"/>
              <a:lumOff val="35000"/>
            </a:schemeClr>
          </a:solidFill>
        </p:grpSpPr>
        <p:sp>
          <p:nvSpPr>
            <p:cNvPr id="33" name="Oval 32"/>
            <p:cNvSpPr>
              <a:spLocks noChangeArrowheads="1"/>
            </p:cNvSpPr>
            <p:nvPr/>
          </p:nvSpPr>
          <p:spPr bwMode="auto">
            <a:xfrm>
              <a:off x="2614613" y="1104900"/>
              <a:ext cx="279400" cy="2794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33"/>
            <p:cNvSpPr>
              <a:spLocks noEditPoints="1"/>
            </p:cNvSpPr>
            <p:nvPr/>
          </p:nvSpPr>
          <p:spPr bwMode="auto">
            <a:xfrm>
              <a:off x="2170113" y="1003300"/>
              <a:ext cx="1190625" cy="1579563"/>
            </a:xfrm>
            <a:custGeom>
              <a:avLst/>
              <a:gdLst>
                <a:gd name="T0" fmla="*/ 319 w 768"/>
                <a:gd name="T1" fmla="*/ 1018 h 1018"/>
                <a:gd name="T2" fmla="*/ 387 w 768"/>
                <a:gd name="T3" fmla="*/ 969 h 1018"/>
                <a:gd name="T4" fmla="*/ 577 w 768"/>
                <a:gd name="T5" fmla="*/ 263 h 1018"/>
                <a:gd name="T6" fmla="*/ 684 w 768"/>
                <a:gd name="T7" fmla="*/ 321 h 1018"/>
                <a:gd name="T8" fmla="*/ 744 w 768"/>
                <a:gd name="T9" fmla="*/ 475 h 1018"/>
                <a:gd name="T10" fmla="*/ 732 w 768"/>
                <a:gd name="T11" fmla="*/ 443 h 1018"/>
                <a:gd name="T12" fmla="*/ 729 w 768"/>
                <a:gd name="T13" fmla="*/ 420 h 1018"/>
                <a:gd name="T14" fmla="*/ 724 w 768"/>
                <a:gd name="T15" fmla="*/ 398 h 1018"/>
                <a:gd name="T16" fmla="*/ 719 w 768"/>
                <a:gd name="T17" fmla="*/ 379 h 1018"/>
                <a:gd name="T18" fmla="*/ 712 w 768"/>
                <a:gd name="T19" fmla="*/ 356 h 1018"/>
                <a:gd name="T20" fmla="*/ 706 w 768"/>
                <a:gd name="T21" fmla="*/ 331 h 1018"/>
                <a:gd name="T22" fmla="*/ 718 w 768"/>
                <a:gd name="T23" fmla="*/ 307 h 1018"/>
                <a:gd name="T24" fmla="*/ 724 w 768"/>
                <a:gd name="T25" fmla="*/ 285 h 1018"/>
                <a:gd name="T26" fmla="*/ 742 w 768"/>
                <a:gd name="T27" fmla="*/ 250 h 1018"/>
                <a:gd name="T28" fmla="*/ 743 w 768"/>
                <a:gd name="T29" fmla="*/ 211 h 1018"/>
                <a:gd name="T30" fmla="*/ 751 w 768"/>
                <a:gd name="T31" fmla="*/ 190 h 1018"/>
                <a:gd name="T32" fmla="*/ 755 w 768"/>
                <a:gd name="T33" fmla="*/ 168 h 1018"/>
                <a:gd name="T34" fmla="*/ 768 w 768"/>
                <a:gd name="T35" fmla="*/ 149 h 1018"/>
                <a:gd name="T36" fmla="*/ 765 w 768"/>
                <a:gd name="T37" fmla="*/ 124 h 1018"/>
                <a:gd name="T38" fmla="*/ 760 w 768"/>
                <a:gd name="T39" fmla="*/ 101 h 1018"/>
                <a:gd name="T40" fmla="*/ 759 w 768"/>
                <a:gd name="T41" fmla="*/ 97 h 1018"/>
                <a:gd name="T42" fmla="*/ 751 w 768"/>
                <a:gd name="T43" fmla="*/ 74 h 1018"/>
                <a:gd name="T44" fmla="*/ 740 w 768"/>
                <a:gd name="T45" fmla="*/ 52 h 1018"/>
                <a:gd name="T46" fmla="*/ 728 w 768"/>
                <a:gd name="T47" fmla="*/ 31 h 1018"/>
                <a:gd name="T48" fmla="*/ 666 w 768"/>
                <a:gd name="T49" fmla="*/ 14 h 1018"/>
                <a:gd name="T50" fmla="*/ 0 w 768"/>
                <a:gd name="T51" fmla="*/ 14 h 1018"/>
                <a:gd name="T52" fmla="*/ 733 w 768"/>
                <a:gd name="T53" fmla="*/ 264 h 1018"/>
                <a:gd name="T54" fmla="*/ 733 w 768"/>
                <a:gd name="T55" fmla="*/ 264 h 1018"/>
                <a:gd name="T56" fmla="*/ 732 w 768"/>
                <a:gd name="T57" fmla="*/ 232 h 1018"/>
                <a:gd name="T58" fmla="*/ 450 w 768"/>
                <a:gd name="T59" fmla="*/ 272 h 1018"/>
                <a:gd name="T60" fmla="*/ 654 w 768"/>
                <a:gd name="T61" fmla="*/ 46 h 1018"/>
                <a:gd name="T62" fmla="*/ 660 w 768"/>
                <a:gd name="T63" fmla="*/ 26 h 1018"/>
                <a:gd name="T64" fmla="*/ 636 w 768"/>
                <a:gd name="T65" fmla="*/ 14 h 1018"/>
                <a:gd name="T66" fmla="*/ 636 w 768"/>
                <a:gd name="T67" fmla="*/ 14 h 1018"/>
                <a:gd name="T68" fmla="*/ 612 w 768"/>
                <a:gd name="T69" fmla="*/ 30 h 1018"/>
                <a:gd name="T70" fmla="*/ 592 w 768"/>
                <a:gd name="T71" fmla="*/ 30 h 1018"/>
                <a:gd name="T72" fmla="*/ 568 w 768"/>
                <a:gd name="T73" fmla="*/ 14 h 1018"/>
                <a:gd name="T74" fmla="*/ 540 w 768"/>
                <a:gd name="T75" fmla="*/ 14 h 1018"/>
                <a:gd name="T76" fmla="*/ 540 w 768"/>
                <a:gd name="T77" fmla="*/ 14 h 1018"/>
                <a:gd name="T78" fmla="*/ 516 w 768"/>
                <a:gd name="T79" fmla="*/ 30 h 1018"/>
                <a:gd name="T80" fmla="*/ 496 w 768"/>
                <a:gd name="T81" fmla="*/ 30 h 1018"/>
                <a:gd name="T82" fmla="*/ 472 w 768"/>
                <a:gd name="T83" fmla="*/ 14 h 1018"/>
                <a:gd name="T84" fmla="*/ 444 w 768"/>
                <a:gd name="T85" fmla="*/ 14 h 1018"/>
                <a:gd name="T86" fmla="*/ 444 w 768"/>
                <a:gd name="T87" fmla="*/ 14 h 1018"/>
                <a:gd name="T88" fmla="*/ 420 w 768"/>
                <a:gd name="T89" fmla="*/ 30 h 1018"/>
                <a:gd name="T90" fmla="*/ 400 w 768"/>
                <a:gd name="T91" fmla="*/ 30 h 1018"/>
                <a:gd name="T92" fmla="*/ 376 w 768"/>
                <a:gd name="T93" fmla="*/ 14 h 1018"/>
                <a:gd name="T94" fmla="*/ 348 w 768"/>
                <a:gd name="T95" fmla="*/ 14 h 1018"/>
                <a:gd name="T96" fmla="*/ 348 w 768"/>
                <a:gd name="T97" fmla="*/ 14 h 1018"/>
                <a:gd name="T98" fmla="*/ 324 w 768"/>
                <a:gd name="T99" fmla="*/ 30 h 1018"/>
                <a:gd name="T100" fmla="*/ 304 w 768"/>
                <a:gd name="T101" fmla="*/ 30 h 1018"/>
                <a:gd name="T102" fmla="*/ 280 w 768"/>
                <a:gd name="T103" fmla="*/ 14 h 1018"/>
                <a:gd name="T104" fmla="*/ 252 w 768"/>
                <a:gd name="T105" fmla="*/ 14 h 1018"/>
                <a:gd name="T106" fmla="*/ 252 w 768"/>
                <a:gd name="T107" fmla="*/ 14 h 1018"/>
                <a:gd name="T108" fmla="*/ 228 w 768"/>
                <a:gd name="T109" fmla="*/ 30 h 1018"/>
                <a:gd name="T110" fmla="*/ 208 w 768"/>
                <a:gd name="T111" fmla="*/ 30 h 1018"/>
                <a:gd name="T112" fmla="*/ 184 w 768"/>
                <a:gd name="T113" fmla="*/ 14 h 1018"/>
                <a:gd name="T114" fmla="*/ 156 w 768"/>
                <a:gd name="T115" fmla="*/ 14 h 1018"/>
                <a:gd name="T116" fmla="*/ 156 w 768"/>
                <a:gd name="T117" fmla="*/ 14 h 1018"/>
                <a:gd name="T118" fmla="*/ 132 w 768"/>
                <a:gd name="T119" fmla="*/ 30 h 1018"/>
                <a:gd name="T120" fmla="*/ 112 w 768"/>
                <a:gd name="T121" fmla="*/ 30 h 1018"/>
                <a:gd name="T122" fmla="*/ 36 w 768"/>
                <a:gd name="T123" fmla="*/ 18 h 1018"/>
                <a:gd name="T124" fmla="*/ 12 w 768"/>
                <a:gd name="T125" fmla="*/ 30 h 1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68" h="1018">
                  <a:moveTo>
                    <a:pt x="178" y="263"/>
                  </a:moveTo>
                  <a:cubicBezTo>
                    <a:pt x="216" y="294"/>
                    <a:pt x="250" y="315"/>
                    <a:pt x="269" y="325"/>
                  </a:cubicBezTo>
                  <a:cubicBezTo>
                    <a:pt x="269" y="969"/>
                    <a:pt x="269" y="969"/>
                    <a:pt x="269" y="969"/>
                  </a:cubicBezTo>
                  <a:cubicBezTo>
                    <a:pt x="269" y="996"/>
                    <a:pt x="291" y="1018"/>
                    <a:pt x="319" y="1018"/>
                  </a:cubicBezTo>
                  <a:cubicBezTo>
                    <a:pt x="346" y="1018"/>
                    <a:pt x="368" y="996"/>
                    <a:pt x="368" y="969"/>
                  </a:cubicBezTo>
                  <a:cubicBezTo>
                    <a:pt x="368" y="607"/>
                    <a:pt x="368" y="607"/>
                    <a:pt x="368" y="607"/>
                  </a:cubicBezTo>
                  <a:cubicBezTo>
                    <a:pt x="387" y="607"/>
                    <a:pt x="387" y="607"/>
                    <a:pt x="387" y="607"/>
                  </a:cubicBezTo>
                  <a:cubicBezTo>
                    <a:pt x="387" y="969"/>
                    <a:pt x="387" y="969"/>
                    <a:pt x="387" y="969"/>
                  </a:cubicBezTo>
                  <a:cubicBezTo>
                    <a:pt x="387" y="996"/>
                    <a:pt x="409" y="1018"/>
                    <a:pt x="436" y="1018"/>
                  </a:cubicBezTo>
                  <a:cubicBezTo>
                    <a:pt x="463" y="1018"/>
                    <a:pt x="486" y="996"/>
                    <a:pt x="486" y="969"/>
                  </a:cubicBezTo>
                  <a:cubicBezTo>
                    <a:pt x="486" y="325"/>
                    <a:pt x="486" y="325"/>
                    <a:pt x="486" y="325"/>
                  </a:cubicBezTo>
                  <a:cubicBezTo>
                    <a:pt x="505" y="315"/>
                    <a:pt x="539" y="294"/>
                    <a:pt x="577" y="263"/>
                  </a:cubicBezTo>
                  <a:cubicBezTo>
                    <a:pt x="627" y="220"/>
                    <a:pt x="684" y="157"/>
                    <a:pt x="714" y="70"/>
                  </a:cubicBezTo>
                  <a:cubicBezTo>
                    <a:pt x="725" y="92"/>
                    <a:pt x="736" y="123"/>
                    <a:pt x="736" y="157"/>
                  </a:cubicBezTo>
                  <a:cubicBezTo>
                    <a:pt x="736" y="182"/>
                    <a:pt x="730" y="208"/>
                    <a:pt x="714" y="234"/>
                  </a:cubicBezTo>
                  <a:cubicBezTo>
                    <a:pt x="693" y="269"/>
                    <a:pt x="684" y="296"/>
                    <a:pt x="684" y="321"/>
                  </a:cubicBezTo>
                  <a:cubicBezTo>
                    <a:pt x="684" y="347"/>
                    <a:pt x="692" y="367"/>
                    <a:pt x="699" y="388"/>
                  </a:cubicBezTo>
                  <a:cubicBezTo>
                    <a:pt x="706" y="409"/>
                    <a:pt x="712" y="432"/>
                    <a:pt x="712" y="464"/>
                  </a:cubicBezTo>
                  <a:cubicBezTo>
                    <a:pt x="712" y="467"/>
                    <a:pt x="712" y="470"/>
                    <a:pt x="712" y="473"/>
                  </a:cubicBezTo>
                  <a:cubicBezTo>
                    <a:pt x="744" y="475"/>
                    <a:pt x="744" y="475"/>
                    <a:pt x="744" y="475"/>
                  </a:cubicBezTo>
                  <a:cubicBezTo>
                    <a:pt x="744" y="471"/>
                    <a:pt x="744" y="468"/>
                    <a:pt x="744" y="464"/>
                  </a:cubicBezTo>
                  <a:cubicBezTo>
                    <a:pt x="744" y="458"/>
                    <a:pt x="744" y="452"/>
                    <a:pt x="744" y="447"/>
                  </a:cubicBezTo>
                  <a:cubicBezTo>
                    <a:pt x="732" y="447"/>
                    <a:pt x="732" y="447"/>
                    <a:pt x="732" y="447"/>
                  </a:cubicBezTo>
                  <a:cubicBezTo>
                    <a:pt x="732" y="446"/>
                    <a:pt x="732" y="445"/>
                    <a:pt x="732" y="443"/>
                  </a:cubicBezTo>
                  <a:cubicBezTo>
                    <a:pt x="743" y="443"/>
                    <a:pt x="743" y="443"/>
                    <a:pt x="743" y="443"/>
                  </a:cubicBezTo>
                  <a:cubicBezTo>
                    <a:pt x="743" y="436"/>
                    <a:pt x="742" y="429"/>
                    <a:pt x="741" y="423"/>
                  </a:cubicBezTo>
                  <a:cubicBezTo>
                    <a:pt x="730" y="424"/>
                    <a:pt x="730" y="424"/>
                    <a:pt x="730" y="424"/>
                  </a:cubicBezTo>
                  <a:cubicBezTo>
                    <a:pt x="730" y="423"/>
                    <a:pt x="729" y="422"/>
                    <a:pt x="729" y="420"/>
                  </a:cubicBezTo>
                  <a:cubicBezTo>
                    <a:pt x="740" y="419"/>
                    <a:pt x="740" y="419"/>
                    <a:pt x="740" y="419"/>
                  </a:cubicBezTo>
                  <a:cubicBezTo>
                    <a:pt x="739" y="412"/>
                    <a:pt x="737" y="405"/>
                    <a:pt x="736" y="399"/>
                  </a:cubicBezTo>
                  <a:cubicBezTo>
                    <a:pt x="725" y="401"/>
                    <a:pt x="725" y="401"/>
                    <a:pt x="725" y="401"/>
                  </a:cubicBezTo>
                  <a:cubicBezTo>
                    <a:pt x="725" y="400"/>
                    <a:pt x="725" y="399"/>
                    <a:pt x="724" y="398"/>
                  </a:cubicBezTo>
                  <a:cubicBezTo>
                    <a:pt x="735" y="395"/>
                    <a:pt x="735" y="395"/>
                    <a:pt x="735" y="395"/>
                  </a:cubicBezTo>
                  <a:cubicBezTo>
                    <a:pt x="733" y="389"/>
                    <a:pt x="731" y="384"/>
                    <a:pt x="730" y="378"/>
                  </a:cubicBezTo>
                  <a:cubicBezTo>
                    <a:pt x="729" y="377"/>
                    <a:pt x="729" y="377"/>
                    <a:pt x="729" y="376"/>
                  </a:cubicBezTo>
                  <a:cubicBezTo>
                    <a:pt x="719" y="379"/>
                    <a:pt x="719" y="379"/>
                    <a:pt x="719" y="379"/>
                  </a:cubicBezTo>
                  <a:cubicBezTo>
                    <a:pt x="719" y="378"/>
                    <a:pt x="718" y="376"/>
                    <a:pt x="718" y="375"/>
                  </a:cubicBezTo>
                  <a:cubicBezTo>
                    <a:pt x="727" y="372"/>
                    <a:pt x="727" y="372"/>
                    <a:pt x="727" y="372"/>
                  </a:cubicBezTo>
                  <a:cubicBezTo>
                    <a:pt x="725" y="365"/>
                    <a:pt x="723" y="359"/>
                    <a:pt x="722" y="353"/>
                  </a:cubicBezTo>
                  <a:cubicBezTo>
                    <a:pt x="712" y="356"/>
                    <a:pt x="712" y="356"/>
                    <a:pt x="712" y="356"/>
                  </a:cubicBezTo>
                  <a:cubicBezTo>
                    <a:pt x="711" y="355"/>
                    <a:pt x="711" y="353"/>
                    <a:pt x="711" y="352"/>
                  </a:cubicBezTo>
                  <a:cubicBezTo>
                    <a:pt x="720" y="349"/>
                    <a:pt x="720" y="349"/>
                    <a:pt x="720" y="349"/>
                  </a:cubicBezTo>
                  <a:cubicBezTo>
                    <a:pt x="719" y="342"/>
                    <a:pt x="717" y="336"/>
                    <a:pt x="717" y="330"/>
                  </a:cubicBezTo>
                  <a:cubicBezTo>
                    <a:pt x="706" y="331"/>
                    <a:pt x="706" y="331"/>
                    <a:pt x="706" y="331"/>
                  </a:cubicBezTo>
                  <a:cubicBezTo>
                    <a:pt x="706" y="330"/>
                    <a:pt x="705" y="329"/>
                    <a:pt x="705" y="327"/>
                  </a:cubicBezTo>
                  <a:cubicBezTo>
                    <a:pt x="717" y="326"/>
                    <a:pt x="717" y="326"/>
                    <a:pt x="717" y="326"/>
                  </a:cubicBezTo>
                  <a:cubicBezTo>
                    <a:pt x="717" y="324"/>
                    <a:pt x="716" y="323"/>
                    <a:pt x="716" y="321"/>
                  </a:cubicBezTo>
                  <a:cubicBezTo>
                    <a:pt x="716" y="317"/>
                    <a:pt x="717" y="312"/>
                    <a:pt x="718" y="307"/>
                  </a:cubicBezTo>
                  <a:cubicBezTo>
                    <a:pt x="705" y="306"/>
                    <a:pt x="705" y="306"/>
                    <a:pt x="705" y="306"/>
                  </a:cubicBezTo>
                  <a:cubicBezTo>
                    <a:pt x="705" y="304"/>
                    <a:pt x="705" y="303"/>
                    <a:pt x="705" y="301"/>
                  </a:cubicBezTo>
                  <a:cubicBezTo>
                    <a:pt x="718" y="303"/>
                    <a:pt x="718" y="303"/>
                    <a:pt x="718" y="303"/>
                  </a:cubicBezTo>
                  <a:cubicBezTo>
                    <a:pt x="720" y="297"/>
                    <a:pt x="721" y="291"/>
                    <a:pt x="724" y="285"/>
                  </a:cubicBezTo>
                  <a:cubicBezTo>
                    <a:pt x="709" y="281"/>
                    <a:pt x="709" y="281"/>
                    <a:pt x="709" y="281"/>
                  </a:cubicBezTo>
                  <a:cubicBezTo>
                    <a:pt x="710" y="279"/>
                    <a:pt x="710" y="278"/>
                    <a:pt x="711" y="276"/>
                  </a:cubicBezTo>
                  <a:cubicBezTo>
                    <a:pt x="725" y="281"/>
                    <a:pt x="725" y="281"/>
                    <a:pt x="725" y="281"/>
                  </a:cubicBezTo>
                  <a:cubicBezTo>
                    <a:pt x="729" y="272"/>
                    <a:pt x="734" y="262"/>
                    <a:pt x="742" y="250"/>
                  </a:cubicBezTo>
                  <a:cubicBezTo>
                    <a:pt x="748" y="240"/>
                    <a:pt x="753" y="229"/>
                    <a:pt x="757" y="219"/>
                  </a:cubicBezTo>
                  <a:cubicBezTo>
                    <a:pt x="757" y="220"/>
                    <a:pt x="756" y="221"/>
                    <a:pt x="756" y="222"/>
                  </a:cubicBezTo>
                  <a:cubicBezTo>
                    <a:pt x="741" y="215"/>
                    <a:pt x="741" y="215"/>
                    <a:pt x="741" y="215"/>
                  </a:cubicBezTo>
                  <a:cubicBezTo>
                    <a:pt x="742" y="214"/>
                    <a:pt x="742" y="213"/>
                    <a:pt x="743" y="211"/>
                  </a:cubicBezTo>
                  <a:cubicBezTo>
                    <a:pt x="757" y="218"/>
                    <a:pt x="757" y="218"/>
                    <a:pt x="757" y="218"/>
                  </a:cubicBezTo>
                  <a:cubicBezTo>
                    <a:pt x="760" y="211"/>
                    <a:pt x="762" y="204"/>
                    <a:pt x="763" y="198"/>
                  </a:cubicBezTo>
                  <a:cubicBezTo>
                    <a:pt x="750" y="194"/>
                    <a:pt x="750" y="194"/>
                    <a:pt x="750" y="194"/>
                  </a:cubicBezTo>
                  <a:cubicBezTo>
                    <a:pt x="750" y="192"/>
                    <a:pt x="750" y="191"/>
                    <a:pt x="751" y="190"/>
                  </a:cubicBezTo>
                  <a:cubicBezTo>
                    <a:pt x="764" y="194"/>
                    <a:pt x="764" y="194"/>
                    <a:pt x="764" y="194"/>
                  </a:cubicBezTo>
                  <a:cubicBezTo>
                    <a:pt x="766" y="187"/>
                    <a:pt x="767" y="180"/>
                    <a:pt x="767" y="173"/>
                  </a:cubicBezTo>
                  <a:cubicBezTo>
                    <a:pt x="754" y="171"/>
                    <a:pt x="754" y="171"/>
                    <a:pt x="754" y="171"/>
                  </a:cubicBezTo>
                  <a:cubicBezTo>
                    <a:pt x="755" y="170"/>
                    <a:pt x="755" y="169"/>
                    <a:pt x="755" y="168"/>
                  </a:cubicBezTo>
                  <a:cubicBezTo>
                    <a:pt x="755" y="168"/>
                    <a:pt x="755" y="168"/>
                    <a:pt x="755" y="168"/>
                  </a:cubicBezTo>
                  <a:cubicBezTo>
                    <a:pt x="768" y="169"/>
                    <a:pt x="768" y="169"/>
                    <a:pt x="768" y="169"/>
                  </a:cubicBezTo>
                  <a:cubicBezTo>
                    <a:pt x="768" y="165"/>
                    <a:pt x="768" y="161"/>
                    <a:pt x="768" y="157"/>
                  </a:cubicBezTo>
                  <a:cubicBezTo>
                    <a:pt x="768" y="154"/>
                    <a:pt x="768" y="151"/>
                    <a:pt x="768" y="149"/>
                  </a:cubicBezTo>
                  <a:cubicBezTo>
                    <a:pt x="756" y="149"/>
                    <a:pt x="756" y="149"/>
                    <a:pt x="756" y="149"/>
                  </a:cubicBezTo>
                  <a:cubicBezTo>
                    <a:pt x="756" y="147"/>
                    <a:pt x="756" y="146"/>
                    <a:pt x="756" y="145"/>
                  </a:cubicBezTo>
                  <a:cubicBezTo>
                    <a:pt x="768" y="144"/>
                    <a:pt x="768" y="144"/>
                    <a:pt x="768" y="144"/>
                  </a:cubicBezTo>
                  <a:cubicBezTo>
                    <a:pt x="767" y="138"/>
                    <a:pt x="766" y="131"/>
                    <a:pt x="765" y="124"/>
                  </a:cubicBezTo>
                  <a:cubicBezTo>
                    <a:pt x="754" y="126"/>
                    <a:pt x="754" y="126"/>
                    <a:pt x="754" y="126"/>
                  </a:cubicBezTo>
                  <a:cubicBezTo>
                    <a:pt x="754" y="124"/>
                    <a:pt x="754" y="123"/>
                    <a:pt x="754" y="122"/>
                  </a:cubicBezTo>
                  <a:cubicBezTo>
                    <a:pt x="764" y="120"/>
                    <a:pt x="764" y="120"/>
                    <a:pt x="764" y="120"/>
                  </a:cubicBezTo>
                  <a:cubicBezTo>
                    <a:pt x="763" y="113"/>
                    <a:pt x="762" y="107"/>
                    <a:pt x="760" y="101"/>
                  </a:cubicBezTo>
                  <a:cubicBezTo>
                    <a:pt x="750" y="103"/>
                    <a:pt x="750" y="103"/>
                    <a:pt x="750" y="103"/>
                  </a:cubicBezTo>
                  <a:cubicBezTo>
                    <a:pt x="749" y="102"/>
                    <a:pt x="749" y="101"/>
                    <a:pt x="749" y="99"/>
                  </a:cubicBezTo>
                  <a:cubicBezTo>
                    <a:pt x="749" y="99"/>
                    <a:pt x="749" y="99"/>
                    <a:pt x="749" y="99"/>
                  </a:cubicBezTo>
                  <a:cubicBezTo>
                    <a:pt x="759" y="97"/>
                    <a:pt x="759" y="97"/>
                    <a:pt x="759" y="97"/>
                  </a:cubicBezTo>
                  <a:cubicBezTo>
                    <a:pt x="757" y="90"/>
                    <a:pt x="754" y="84"/>
                    <a:pt x="752" y="78"/>
                  </a:cubicBezTo>
                  <a:cubicBezTo>
                    <a:pt x="743" y="81"/>
                    <a:pt x="743" y="81"/>
                    <a:pt x="743" y="81"/>
                  </a:cubicBezTo>
                  <a:cubicBezTo>
                    <a:pt x="742" y="80"/>
                    <a:pt x="742" y="79"/>
                    <a:pt x="741" y="78"/>
                  </a:cubicBezTo>
                  <a:cubicBezTo>
                    <a:pt x="751" y="74"/>
                    <a:pt x="751" y="74"/>
                    <a:pt x="751" y="74"/>
                  </a:cubicBezTo>
                  <a:cubicBezTo>
                    <a:pt x="748" y="67"/>
                    <a:pt x="745" y="61"/>
                    <a:pt x="742" y="56"/>
                  </a:cubicBezTo>
                  <a:cubicBezTo>
                    <a:pt x="733" y="60"/>
                    <a:pt x="733" y="60"/>
                    <a:pt x="733" y="60"/>
                  </a:cubicBezTo>
                  <a:cubicBezTo>
                    <a:pt x="733" y="59"/>
                    <a:pt x="732" y="57"/>
                    <a:pt x="732" y="56"/>
                  </a:cubicBezTo>
                  <a:cubicBezTo>
                    <a:pt x="740" y="52"/>
                    <a:pt x="740" y="52"/>
                    <a:pt x="740" y="52"/>
                  </a:cubicBezTo>
                  <a:cubicBezTo>
                    <a:pt x="737" y="45"/>
                    <a:pt x="733" y="39"/>
                    <a:pt x="730" y="34"/>
                  </a:cubicBezTo>
                  <a:cubicBezTo>
                    <a:pt x="723" y="39"/>
                    <a:pt x="723" y="39"/>
                    <a:pt x="723" y="39"/>
                  </a:cubicBezTo>
                  <a:cubicBezTo>
                    <a:pt x="723" y="37"/>
                    <a:pt x="723" y="36"/>
                    <a:pt x="723" y="34"/>
                  </a:cubicBezTo>
                  <a:cubicBezTo>
                    <a:pt x="728" y="31"/>
                    <a:pt x="728" y="31"/>
                    <a:pt x="728" y="31"/>
                  </a:cubicBezTo>
                  <a:cubicBezTo>
                    <a:pt x="724" y="24"/>
                    <a:pt x="721" y="21"/>
                    <a:pt x="721" y="20"/>
                  </a:cubicBezTo>
                  <a:cubicBezTo>
                    <a:pt x="719" y="19"/>
                    <a:pt x="719" y="19"/>
                    <a:pt x="719" y="19"/>
                  </a:cubicBezTo>
                  <a:cubicBezTo>
                    <a:pt x="715" y="11"/>
                    <a:pt x="708" y="5"/>
                    <a:pt x="699" y="3"/>
                  </a:cubicBezTo>
                  <a:cubicBezTo>
                    <a:pt x="687" y="0"/>
                    <a:pt x="674" y="4"/>
                    <a:pt x="666" y="14"/>
                  </a:cubicBezTo>
                  <a:cubicBezTo>
                    <a:pt x="88" y="14"/>
                    <a:pt x="88" y="14"/>
                    <a:pt x="88" y="14"/>
                  </a:cubicBezTo>
                  <a:cubicBezTo>
                    <a:pt x="81" y="4"/>
                    <a:pt x="68" y="0"/>
                    <a:pt x="55" y="3"/>
                  </a:cubicBezTo>
                  <a:cubicBezTo>
                    <a:pt x="48" y="5"/>
                    <a:pt x="43" y="9"/>
                    <a:pt x="38" y="14"/>
                  </a:cubicBezTo>
                  <a:cubicBezTo>
                    <a:pt x="0" y="14"/>
                    <a:pt x="0" y="14"/>
                    <a:pt x="0" y="14"/>
                  </a:cubicBezTo>
                  <a:cubicBezTo>
                    <a:pt x="0" y="46"/>
                    <a:pt x="0" y="46"/>
                    <a:pt x="0" y="46"/>
                  </a:cubicBezTo>
                  <a:cubicBezTo>
                    <a:pt x="34" y="46"/>
                    <a:pt x="34" y="46"/>
                    <a:pt x="34" y="46"/>
                  </a:cubicBezTo>
                  <a:cubicBezTo>
                    <a:pt x="61" y="145"/>
                    <a:pt x="123" y="216"/>
                    <a:pt x="178" y="263"/>
                  </a:cubicBezTo>
                  <a:close/>
                  <a:moveTo>
                    <a:pt x="733" y="264"/>
                  </a:moveTo>
                  <a:cubicBezTo>
                    <a:pt x="718" y="257"/>
                    <a:pt x="718" y="257"/>
                    <a:pt x="718" y="257"/>
                  </a:cubicBezTo>
                  <a:cubicBezTo>
                    <a:pt x="719" y="256"/>
                    <a:pt x="719" y="255"/>
                    <a:pt x="720" y="253"/>
                  </a:cubicBezTo>
                  <a:cubicBezTo>
                    <a:pt x="734" y="260"/>
                    <a:pt x="734" y="260"/>
                    <a:pt x="734" y="260"/>
                  </a:cubicBezTo>
                  <a:cubicBezTo>
                    <a:pt x="734" y="261"/>
                    <a:pt x="733" y="263"/>
                    <a:pt x="733" y="264"/>
                  </a:cubicBezTo>
                  <a:close/>
                  <a:moveTo>
                    <a:pt x="746" y="240"/>
                  </a:moveTo>
                  <a:cubicBezTo>
                    <a:pt x="745" y="241"/>
                    <a:pt x="744" y="242"/>
                    <a:pt x="744" y="243"/>
                  </a:cubicBezTo>
                  <a:cubicBezTo>
                    <a:pt x="730" y="235"/>
                    <a:pt x="730" y="235"/>
                    <a:pt x="730" y="235"/>
                  </a:cubicBezTo>
                  <a:cubicBezTo>
                    <a:pt x="731" y="234"/>
                    <a:pt x="731" y="233"/>
                    <a:pt x="732" y="232"/>
                  </a:cubicBezTo>
                  <a:lnTo>
                    <a:pt x="746" y="240"/>
                  </a:lnTo>
                  <a:close/>
                  <a:moveTo>
                    <a:pt x="535" y="214"/>
                  </a:moveTo>
                  <a:cubicBezTo>
                    <a:pt x="510" y="235"/>
                    <a:pt x="487" y="250"/>
                    <a:pt x="470" y="261"/>
                  </a:cubicBezTo>
                  <a:cubicBezTo>
                    <a:pt x="461" y="266"/>
                    <a:pt x="454" y="270"/>
                    <a:pt x="450" y="272"/>
                  </a:cubicBezTo>
                  <a:cubicBezTo>
                    <a:pt x="305" y="272"/>
                    <a:pt x="305" y="272"/>
                    <a:pt x="305" y="272"/>
                  </a:cubicBezTo>
                  <a:cubicBezTo>
                    <a:pt x="290" y="264"/>
                    <a:pt x="254" y="244"/>
                    <a:pt x="215" y="210"/>
                  </a:cubicBezTo>
                  <a:cubicBezTo>
                    <a:pt x="171" y="171"/>
                    <a:pt x="124" y="117"/>
                    <a:pt x="100" y="46"/>
                  </a:cubicBezTo>
                  <a:cubicBezTo>
                    <a:pt x="654" y="46"/>
                    <a:pt x="654" y="46"/>
                    <a:pt x="654" y="46"/>
                  </a:cubicBezTo>
                  <a:cubicBezTo>
                    <a:pt x="630" y="119"/>
                    <a:pt x="581" y="175"/>
                    <a:pt x="535" y="214"/>
                  </a:cubicBezTo>
                  <a:close/>
                  <a:moveTo>
                    <a:pt x="664" y="14"/>
                  </a:moveTo>
                  <a:cubicBezTo>
                    <a:pt x="664" y="18"/>
                    <a:pt x="664" y="18"/>
                    <a:pt x="664" y="18"/>
                  </a:cubicBezTo>
                  <a:cubicBezTo>
                    <a:pt x="662" y="20"/>
                    <a:pt x="661" y="23"/>
                    <a:pt x="660" y="26"/>
                  </a:cubicBezTo>
                  <a:cubicBezTo>
                    <a:pt x="660" y="27"/>
                    <a:pt x="660" y="27"/>
                    <a:pt x="660" y="28"/>
                  </a:cubicBezTo>
                  <a:cubicBezTo>
                    <a:pt x="660" y="14"/>
                    <a:pt x="660" y="14"/>
                    <a:pt x="660" y="14"/>
                  </a:cubicBezTo>
                  <a:lnTo>
                    <a:pt x="664" y="14"/>
                  </a:lnTo>
                  <a:close/>
                  <a:moveTo>
                    <a:pt x="636" y="14"/>
                  </a:moveTo>
                  <a:cubicBezTo>
                    <a:pt x="640" y="14"/>
                    <a:pt x="640" y="14"/>
                    <a:pt x="640" y="14"/>
                  </a:cubicBezTo>
                  <a:cubicBezTo>
                    <a:pt x="640" y="30"/>
                    <a:pt x="640" y="30"/>
                    <a:pt x="640" y="30"/>
                  </a:cubicBezTo>
                  <a:cubicBezTo>
                    <a:pt x="636" y="30"/>
                    <a:pt x="636" y="30"/>
                    <a:pt x="636" y="30"/>
                  </a:cubicBezTo>
                  <a:lnTo>
                    <a:pt x="636" y="14"/>
                  </a:lnTo>
                  <a:close/>
                  <a:moveTo>
                    <a:pt x="612" y="14"/>
                  </a:moveTo>
                  <a:cubicBezTo>
                    <a:pt x="616" y="14"/>
                    <a:pt x="616" y="14"/>
                    <a:pt x="616" y="14"/>
                  </a:cubicBezTo>
                  <a:cubicBezTo>
                    <a:pt x="616" y="30"/>
                    <a:pt x="616" y="30"/>
                    <a:pt x="616" y="30"/>
                  </a:cubicBezTo>
                  <a:cubicBezTo>
                    <a:pt x="612" y="30"/>
                    <a:pt x="612" y="30"/>
                    <a:pt x="612" y="30"/>
                  </a:cubicBezTo>
                  <a:lnTo>
                    <a:pt x="612" y="14"/>
                  </a:lnTo>
                  <a:close/>
                  <a:moveTo>
                    <a:pt x="588" y="14"/>
                  </a:moveTo>
                  <a:cubicBezTo>
                    <a:pt x="592" y="14"/>
                    <a:pt x="592" y="14"/>
                    <a:pt x="592" y="14"/>
                  </a:cubicBezTo>
                  <a:cubicBezTo>
                    <a:pt x="592" y="30"/>
                    <a:pt x="592" y="30"/>
                    <a:pt x="592" y="30"/>
                  </a:cubicBezTo>
                  <a:cubicBezTo>
                    <a:pt x="588" y="30"/>
                    <a:pt x="588" y="30"/>
                    <a:pt x="588" y="30"/>
                  </a:cubicBezTo>
                  <a:lnTo>
                    <a:pt x="588" y="14"/>
                  </a:lnTo>
                  <a:close/>
                  <a:moveTo>
                    <a:pt x="564" y="14"/>
                  </a:moveTo>
                  <a:cubicBezTo>
                    <a:pt x="568" y="14"/>
                    <a:pt x="568" y="14"/>
                    <a:pt x="568" y="14"/>
                  </a:cubicBezTo>
                  <a:cubicBezTo>
                    <a:pt x="568" y="30"/>
                    <a:pt x="568" y="30"/>
                    <a:pt x="568" y="30"/>
                  </a:cubicBezTo>
                  <a:cubicBezTo>
                    <a:pt x="564" y="30"/>
                    <a:pt x="564" y="30"/>
                    <a:pt x="564" y="30"/>
                  </a:cubicBezTo>
                  <a:lnTo>
                    <a:pt x="564" y="14"/>
                  </a:lnTo>
                  <a:close/>
                  <a:moveTo>
                    <a:pt x="540" y="14"/>
                  </a:moveTo>
                  <a:cubicBezTo>
                    <a:pt x="544" y="14"/>
                    <a:pt x="544" y="14"/>
                    <a:pt x="544" y="14"/>
                  </a:cubicBezTo>
                  <a:cubicBezTo>
                    <a:pt x="544" y="30"/>
                    <a:pt x="544" y="30"/>
                    <a:pt x="544" y="30"/>
                  </a:cubicBezTo>
                  <a:cubicBezTo>
                    <a:pt x="540" y="30"/>
                    <a:pt x="540" y="30"/>
                    <a:pt x="540" y="30"/>
                  </a:cubicBezTo>
                  <a:lnTo>
                    <a:pt x="540" y="14"/>
                  </a:lnTo>
                  <a:close/>
                  <a:moveTo>
                    <a:pt x="516" y="14"/>
                  </a:moveTo>
                  <a:cubicBezTo>
                    <a:pt x="520" y="14"/>
                    <a:pt x="520" y="14"/>
                    <a:pt x="520" y="14"/>
                  </a:cubicBezTo>
                  <a:cubicBezTo>
                    <a:pt x="520" y="30"/>
                    <a:pt x="520" y="30"/>
                    <a:pt x="520" y="30"/>
                  </a:cubicBezTo>
                  <a:cubicBezTo>
                    <a:pt x="516" y="30"/>
                    <a:pt x="516" y="30"/>
                    <a:pt x="516" y="30"/>
                  </a:cubicBezTo>
                  <a:lnTo>
                    <a:pt x="516" y="14"/>
                  </a:lnTo>
                  <a:close/>
                  <a:moveTo>
                    <a:pt x="492" y="14"/>
                  </a:moveTo>
                  <a:cubicBezTo>
                    <a:pt x="496" y="14"/>
                    <a:pt x="496" y="14"/>
                    <a:pt x="496" y="14"/>
                  </a:cubicBezTo>
                  <a:cubicBezTo>
                    <a:pt x="496" y="30"/>
                    <a:pt x="496" y="30"/>
                    <a:pt x="496" y="30"/>
                  </a:cubicBezTo>
                  <a:cubicBezTo>
                    <a:pt x="492" y="30"/>
                    <a:pt x="492" y="30"/>
                    <a:pt x="492" y="30"/>
                  </a:cubicBezTo>
                  <a:lnTo>
                    <a:pt x="492" y="14"/>
                  </a:lnTo>
                  <a:close/>
                  <a:moveTo>
                    <a:pt x="468" y="14"/>
                  </a:moveTo>
                  <a:cubicBezTo>
                    <a:pt x="472" y="14"/>
                    <a:pt x="472" y="14"/>
                    <a:pt x="472" y="14"/>
                  </a:cubicBezTo>
                  <a:cubicBezTo>
                    <a:pt x="472" y="30"/>
                    <a:pt x="472" y="30"/>
                    <a:pt x="472" y="30"/>
                  </a:cubicBezTo>
                  <a:cubicBezTo>
                    <a:pt x="468" y="30"/>
                    <a:pt x="468" y="30"/>
                    <a:pt x="468" y="30"/>
                  </a:cubicBezTo>
                  <a:lnTo>
                    <a:pt x="468" y="14"/>
                  </a:lnTo>
                  <a:close/>
                  <a:moveTo>
                    <a:pt x="444" y="14"/>
                  </a:moveTo>
                  <a:cubicBezTo>
                    <a:pt x="448" y="14"/>
                    <a:pt x="448" y="14"/>
                    <a:pt x="448" y="14"/>
                  </a:cubicBezTo>
                  <a:cubicBezTo>
                    <a:pt x="448" y="30"/>
                    <a:pt x="448" y="30"/>
                    <a:pt x="448" y="30"/>
                  </a:cubicBezTo>
                  <a:cubicBezTo>
                    <a:pt x="444" y="30"/>
                    <a:pt x="444" y="30"/>
                    <a:pt x="444" y="30"/>
                  </a:cubicBezTo>
                  <a:lnTo>
                    <a:pt x="444" y="14"/>
                  </a:lnTo>
                  <a:close/>
                  <a:moveTo>
                    <a:pt x="420" y="14"/>
                  </a:moveTo>
                  <a:cubicBezTo>
                    <a:pt x="424" y="14"/>
                    <a:pt x="424" y="14"/>
                    <a:pt x="424" y="14"/>
                  </a:cubicBezTo>
                  <a:cubicBezTo>
                    <a:pt x="424" y="30"/>
                    <a:pt x="424" y="30"/>
                    <a:pt x="424" y="30"/>
                  </a:cubicBezTo>
                  <a:cubicBezTo>
                    <a:pt x="420" y="30"/>
                    <a:pt x="420" y="30"/>
                    <a:pt x="420" y="30"/>
                  </a:cubicBezTo>
                  <a:lnTo>
                    <a:pt x="420" y="14"/>
                  </a:lnTo>
                  <a:close/>
                  <a:moveTo>
                    <a:pt x="396" y="14"/>
                  </a:moveTo>
                  <a:cubicBezTo>
                    <a:pt x="400" y="14"/>
                    <a:pt x="400" y="14"/>
                    <a:pt x="400" y="14"/>
                  </a:cubicBezTo>
                  <a:cubicBezTo>
                    <a:pt x="400" y="30"/>
                    <a:pt x="400" y="30"/>
                    <a:pt x="400" y="30"/>
                  </a:cubicBezTo>
                  <a:cubicBezTo>
                    <a:pt x="396" y="30"/>
                    <a:pt x="396" y="30"/>
                    <a:pt x="396" y="30"/>
                  </a:cubicBezTo>
                  <a:lnTo>
                    <a:pt x="396" y="14"/>
                  </a:lnTo>
                  <a:close/>
                  <a:moveTo>
                    <a:pt x="372" y="14"/>
                  </a:moveTo>
                  <a:cubicBezTo>
                    <a:pt x="376" y="14"/>
                    <a:pt x="376" y="14"/>
                    <a:pt x="376" y="14"/>
                  </a:cubicBezTo>
                  <a:cubicBezTo>
                    <a:pt x="376" y="30"/>
                    <a:pt x="376" y="30"/>
                    <a:pt x="376" y="30"/>
                  </a:cubicBezTo>
                  <a:cubicBezTo>
                    <a:pt x="372" y="30"/>
                    <a:pt x="372" y="30"/>
                    <a:pt x="372" y="30"/>
                  </a:cubicBezTo>
                  <a:lnTo>
                    <a:pt x="372" y="14"/>
                  </a:lnTo>
                  <a:close/>
                  <a:moveTo>
                    <a:pt x="348" y="14"/>
                  </a:moveTo>
                  <a:cubicBezTo>
                    <a:pt x="352" y="14"/>
                    <a:pt x="352" y="14"/>
                    <a:pt x="352" y="14"/>
                  </a:cubicBezTo>
                  <a:cubicBezTo>
                    <a:pt x="352" y="30"/>
                    <a:pt x="352" y="30"/>
                    <a:pt x="352" y="30"/>
                  </a:cubicBezTo>
                  <a:cubicBezTo>
                    <a:pt x="348" y="30"/>
                    <a:pt x="348" y="30"/>
                    <a:pt x="348" y="30"/>
                  </a:cubicBezTo>
                  <a:lnTo>
                    <a:pt x="348" y="14"/>
                  </a:lnTo>
                  <a:close/>
                  <a:moveTo>
                    <a:pt x="324" y="14"/>
                  </a:moveTo>
                  <a:cubicBezTo>
                    <a:pt x="328" y="14"/>
                    <a:pt x="328" y="14"/>
                    <a:pt x="328" y="14"/>
                  </a:cubicBezTo>
                  <a:cubicBezTo>
                    <a:pt x="328" y="30"/>
                    <a:pt x="328" y="30"/>
                    <a:pt x="328" y="30"/>
                  </a:cubicBezTo>
                  <a:cubicBezTo>
                    <a:pt x="324" y="30"/>
                    <a:pt x="324" y="30"/>
                    <a:pt x="324" y="30"/>
                  </a:cubicBezTo>
                  <a:lnTo>
                    <a:pt x="324" y="14"/>
                  </a:lnTo>
                  <a:close/>
                  <a:moveTo>
                    <a:pt x="300" y="14"/>
                  </a:moveTo>
                  <a:cubicBezTo>
                    <a:pt x="304" y="14"/>
                    <a:pt x="304" y="14"/>
                    <a:pt x="304" y="14"/>
                  </a:cubicBezTo>
                  <a:cubicBezTo>
                    <a:pt x="304" y="30"/>
                    <a:pt x="304" y="30"/>
                    <a:pt x="304" y="30"/>
                  </a:cubicBezTo>
                  <a:cubicBezTo>
                    <a:pt x="300" y="30"/>
                    <a:pt x="300" y="30"/>
                    <a:pt x="300" y="30"/>
                  </a:cubicBezTo>
                  <a:lnTo>
                    <a:pt x="300" y="14"/>
                  </a:lnTo>
                  <a:close/>
                  <a:moveTo>
                    <a:pt x="276" y="14"/>
                  </a:moveTo>
                  <a:cubicBezTo>
                    <a:pt x="280" y="14"/>
                    <a:pt x="280" y="14"/>
                    <a:pt x="280" y="14"/>
                  </a:cubicBezTo>
                  <a:cubicBezTo>
                    <a:pt x="280" y="30"/>
                    <a:pt x="280" y="30"/>
                    <a:pt x="280" y="30"/>
                  </a:cubicBezTo>
                  <a:cubicBezTo>
                    <a:pt x="276" y="30"/>
                    <a:pt x="276" y="30"/>
                    <a:pt x="276" y="30"/>
                  </a:cubicBezTo>
                  <a:lnTo>
                    <a:pt x="276" y="14"/>
                  </a:lnTo>
                  <a:close/>
                  <a:moveTo>
                    <a:pt x="252" y="14"/>
                  </a:moveTo>
                  <a:cubicBezTo>
                    <a:pt x="256" y="14"/>
                    <a:pt x="256" y="14"/>
                    <a:pt x="256" y="14"/>
                  </a:cubicBezTo>
                  <a:cubicBezTo>
                    <a:pt x="256" y="30"/>
                    <a:pt x="256" y="30"/>
                    <a:pt x="256" y="30"/>
                  </a:cubicBezTo>
                  <a:cubicBezTo>
                    <a:pt x="252" y="30"/>
                    <a:pt x="252" y="30"/>
                    <a:pt x="252" y="30"/>
                  </a:cubicBezTo>
                  <a:lnTo>
                    <a:pt x="252" y="14"/>
                  </a:lnTo>
                  <a:close/>
                  <a:moveTo>
                    <a:pt x="228" y="14"/>
                  </a:moveTo>
                  <a:cubicBezTo>
                    <a:pt x="232" y="14"/>
                    <a:pt x="232" y="14"/>
                    <a:pt x="232" y="14"/>
                  </a:cubicBezTo>
                  <a:cubicBezTo>
                    <a:pt x="232" y="30"/>
                    <a:pt x="232" y="30"/>
                    <a:pt x="232" y="30"/>
                  </a:cubicBezTo>
                  <a:cubicBezTo>
                    <a:pt x="228" y="30"/>
                    <a:pt x="228" y="30"/>
                    <a:pt x="228" y="30"/>
                  </a:cubicBezTo>
                  <a:lnTo>
                    <a:pt x="228" y="14"/>
                  </a:lnTo>
                  <a:close/>
                  <a:moveTo>
                    <a:pt x="204" y="14"/>
                  </a:moveTo>
                  <a:cubicBezTo>
                    <a:pt x="208" y="14"/>
                    <a:pt x="208" y="14"/>
                    <a:pt x="208" y="14"/>
                  </a:cubicBezTo>
                  <a:cubicBezTo>
                    <a:pt x="208" y="30"/>
                    <a:pt x="208" y="30"/>
                    <a:pt x="208" y="30"/>
                  </a:cubicBezTo>
                  <a:cubicBezTo>
                    <a:pt x="204" y="30"/>
                    <a:pt x="204" y="30"/>
                    <a:pt x="204" y="30"/>
                  </a:cubicBezTo>
                  <a:lnTo>
                    <a:pt x="204" y="14"/>
                  </a:lnTo>
                  <a:close/>
                  <a:moveTo>
                    <a:pt x="180" y="14"/>
                  </a:moveTo>
                  <a:cubicBezTo>
                    <a:pt x="184" y="14"/>
                    <a:pt x="184" y="14"/>
                    <a:pt x="184" y="14"/>
                  </a:cubicBezTo>
                  <a:cubicBezTo>
                    <a:pt x="184" y="30"/>
                    <a:pt x="184" y="30"/>
                    <a:pt x="184" y="30"/>
                  </a:cubicBezTo>
                  <a:cubicBezTo>
                    <a:pt x="180" y="30"/>
                    <a:pt x="180" y="30"/>
                    <a:pt x="180" y="30"/>
                  </a:cubicBezTo>
                  <a:lnTo>
                    <a:pt x="180" y="14"/>
                  </a:lnTo>
                  <a:close/>
                  <a:moveTo>
                    <a:pt x="156" y="14"/>
                  </a:moveTo>
                  <a:cubicBezTo>
                    <a:pt x="160" y="14"/>
                    <a:pt x="160" y="14"/>
                    <a:pt x="160" y="14"/>
                  </a:cubicBezTo>
                  <a:cubicBezTo>
                    <a:pt x="160" y="30"/>
                    <a:pt x="160" y="30"/>
                    <a:pt x="160" y="30"/>
                  </a:cubicBezTo>
                  <a:cubicBezTo>
                    <a:pt x="156" y="30"/>
                    <a:pt x="156" y="30"/>
                    <a:pt x="156" y="30"/>
                  </a:cubicBezTo>
                  <a:lnTo>
                    <a:pt x="156" y="14"/>
                  </a:lnTo>
                  <a:close/>
                  <a:moveTo>
                    <a:pt x="132" y="14"/>
                  </a:moveTo>
                  <a:cubicBezTo>
                    <a:pt x="136" y="14"/>
                    <a:pt x="136" y="14"/>
                    <a:pt x="136" y="14"/>
                  </a:cubicBezTo>
                  <a:cubicBezTo>
                    <a:pt x="136" y="30"/>
                    <a:pt x="136" y="30"/>
                    <a:pt x="136" y="30"/>
                  </a:cubicBezTo>
                  <a:cubicBezTo>
                    <a:pt x="132" y="30"/>
                    <a:pt x="132" y="30"/>
                    <a:pt x="132" y="30"/>
                  </a:cubicBezTo>
                  <a:lnTo>
                    <a:pt x="132" y="14"/>
                  </a:lnTo>
                  <a:close/>
                  <a:moveTo>
                    <a:pt x="108" y="14"/>
                  </a:moveTo>
                  <a:cubicBezTo>
                    <a:pt x="112" y="14"/>
                    <a:pt x="112" y="14"/>
                    <a:pt x="112" y="14"/>
                  </a:cubicBezTo>
                  <a:cubicBezTo>
                    <a:pt x="112" y="30"/>
                    <a:pt x="112" y="30"/>
                    <a:pt x="112" y="30"/>
                  </a:cubicBezTo>
                  <a:cubicBezTo>
                    <a:pt x="108" y="30"/>
                    <a:pt x="108" y="30"/>
                    <a:pt x="108" y="30"/>
                  </a:cubicBezTo>
                  <a:lnTo>
                    <a:pt x="108" y="14"/>
                  </a:lnTo>
                  <a:close/>
                  <a:moveTo>
                    <a:pt x="38" y="14"/>
                  </a:moveTo>
                  <a:cubicBezTo>
                    <a:pt x="38" y="15"/>
                    <a:pt x="37" y="16"/>
                    <a:pt x="36" y="18"/>
                  </a:cubicBezTo>
                  <a:cubicBezTo>
                    <a:pt x="36" y="14"/>
                    <a:pt x="36" y="14"/>
                    <a:pt x="36" y="14"/>
                  </a:cubicBezTo>
                  <a:lnTo>
                    <a:pt x="38" y="14"/>
                  </a:lnTo>
                  <a:close/>
                  <a:moveTo>
                    <a:pt x="16" y="30"/>
                  </a:moveTo>
                  <a:cubicBezTo>
                    <a:pt x="12" y="30"/>
                    <a:pt x="12" y="30"/>
                    <a:pt x="12" y="30"/>
                  </a:cubicBezTo>
                  <a:cubicBezTo>
                    <a:pt x="12" y="14"/>
                    <a:pt x="12" y="14"/>
                    <a:pt x="12" y="14"/>
                  </a:cubicBezTo>
                  <a:cubicBezTo>
                    <a:pt x="16" y="14"/>
                    <a:pt x="16" y="14"/>
                    <a:pt x="16" y="14"/>
                  </a:cubicBezTo>
                  <a:lnTo>
                    <a:pt x="16"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5" name="组合 34"/>
          <p:cNvGrpSpPr/>
          <p:nvPr/>
        </p:nvGrpSpPr>
        <p:grpSpPr>
          <a:xfrm>
            <a:off x="2009991" y="3433491"/>
            <a:ext cx="1256431" cy="1331674"/>
            <a:chOff x="2540001" y="3363913"/>
            <a:chExt cx="1404938" cy="1489075"/>
          </a:xfrm>
          <a:solidFill>
            <a:schemeClr val="tx1">
              <a:lumMod val="65000"/>
              <a:lumOff val="35000"/>
            </a:schemeClr>
          </a:solidFill>
        </p:grpSpPr>
        <p:sp>
          <p:nvSpPr>
            <p:cNvPr id="36" name="Freeform 34"/>
            <p:cNvSpPr>
              <a:spLocks/>
            </p:cNvSpPr>
            <p:nvPr/>
          </p:nvSpPr>
          <p:spPr bwMode="auto">
            <a:xfrm>
              <a:off x="2617788" y="3440113"/>
              <a:ext cx="882650" cy="1071563"/>
            </a:xfrm>
            <a:custGeom>
              <a:avLst/>
              <a:gdLst>
                <a:gd name="T0" fmla="*/ 248 w 569"/>
                <a:gd name="T1" fmla="*/ 691 h 691"/>
                <a:gd name="T2" fmla="*/ 248 w 569"/>
                <a:gd name="T3" fmla="*/ 493 h 691"/>
                <a:gd name="T4" fmla="*/ 267 w 569"/>
                <a:gd name="T5" fmla="*/ 493 h 691"/>
                <a:gd name="T6" fmla="*/ 267 w 569"/>
                <a:gd name="T7" fmla="*/ 615 h 691"/>
                <a:gd name="T8" fmla="*/ 319 w 569"/>
                <a:gd name="T9" fmla="*/ 615 h 691"/>
                <a:gd name="T10" fmla="*/ 319 w 569"/>
                <a:gd name="T11" fmla="*/ 607 h 691"/>
                <a:gd name="T12" fmla="*/ 319 w 569"/>
                <a:gd name="T13" fmla="*/ 547 h 691"/>
                <a:gd name="T14" fmla="*/ 319 w 569"/>
                <a:gd name="T15" fmla="*/ 539 h 691"/>
                <a:gd name="T16" fmla="*/ 327 w 569"/>
                <a:gd name="T17" fmla="*/ 539 h 691"/>
                <a:gd name="T18" fmla="*/ 366 w 569"/>
                <a:gd name="T19" fmla="*/ 539 h 691"/>
                <a:gd name="T20" fmla="*/ 366 w 569"/>
                <a:gd name="T21" fmla="*/ 462 h 691"/>
                <a:gd name="T22" fmla="*/ 366 w 569"/>
                <a:gd name="T23" fmla="*/ 387 h 691"/>
                <a:gd name="T24" fmla="*/ 366 w 569"/>
                <a:gd name="T25" fmla="*/ 268 h 691"/>
                <a:gd name="T26" fmla="*/ 398 w 569"/>
                <a:gd name="T27" fmla="*/ 291 h 691"/>
                <a:gd name="T28" fmla="*/ 448 w 569"/>
                <a:gd name="T29" fmla="*/ 304 h 691"/>
                <a:gd name="T30" fmla="*/ 449 w 569"/>
                <a:gd name="T31" fmla="*/ 304 h 691"/>
                <a:gd name="T32" fmla="*/ 511 w 569"/>
                <a:gd name="T33" fmla="*/ 275 h 691"/>
                <a:gd name="T34" fmla="*/ 550 w 569"/>
                <a:gd name="T35" fmla="*/ 196 h 691"/>
                <a:gd name="T36" fmla="*/ 528 w 569"/>
                <a:gd name="T37" fmla="*/ 156 h 691"/>
                <a:gd name="T38" fmla="*/ 523 w 569"/>
                <a:gd name="T39" fmla="*/ 155 h 691"/>
                <a:gd name="T40" fmla="*/ 523 w 569"/>
                <a:gd name="T41" fmla="*/ 143 h 691"/>
                <a:gd name="T42" fmla="*/ 535 w 569"/>
                <a:gd name="T43" fmla="*/ 143 h 691"/>
                <a:gd name="T44" fmla="*/ 561 w 569"/>
                <a:gd name="T45" fmla="*/ 106 h 691"/>
                <a:gd name="T46" fmla="*/ 529 w 569"/>
                <a:gd name="T47" fmla="*/ 20 h 691"/>
                <a:gd name="T48" fmla="*/ 501 w 569"/>
                <a:gd name="T49" fmla="*/ 20 h 691"/>
                <a:gd name="T50" fmla="*/ 469 w 569"/>
                <a:gd name="T51" fmla="*/ 106 h 691"/>
                <a:gd name="T52" fmla="*/ 495 w 569"/>
                <a:gd name="T53" fmla="*/ 143 h 691"/>
                <a:gd name="T54" fmla="*/ 507 w 569"/>
                <a:gd name="T55" fmla="*/ 143 h 691"/>
                <a:gd name="T56" fmla="*/ 507 w 569"/>
                <a:gd name="T57" fmla="*/ 157 h 691"/>
                <a:gd name="T58" fmla="*/ 488 w 569"/>
                <a:gd name="T59" fmla="*/ 178 h 691"/>
                <a:gd name="T60" fmla="*/ 463 w 569"/>
                <a:gd name="T61" fmla="*/ 232 h 691"/>
                <a:gd name="T62" fmla="*/ 448 w 569"/>
                <a:gd name="T63" fmla="*/ 240 h 691"/>
                <a:gd name="T64" fmla="*/ 429 w 569"/>
                <a:gd name="T65" fmla="*/ 234 h 691"/>
                <a:gd name="T66" fmla="*/ 390 w 569"/>
                <a:gd name="T67" fmla="*/ 203 h 691"/>
                <a:gd name="T68" fmla="*/ 361 w 569"/>
                <a:gd name="T69" fmla="*/ 170 h 691"/>
                <a:gd name="T70" fmla="*/ 344 w 569"/>
                <a:gd name="T71" fmla="*/ 159 h 691"/>
                <a:gd name="T72" fmla="*/ 335 w 569"/>
                <a:gd name="T73" fmla="*/ 158 h 691"/>
                <a:gd name="T74" fmla="*/ 180 w 569"/>
                <a:gd name="T75" fmla="*/ 158 h 691"/>
                <a:gd name="T76" fmla="*/ 167 w 569"/>
                <a:gd name="T77" fmla="*/ 161 h 691"/>
                <a:gd name="T78" fmla="*/ 150 w 569"/>
                <a:gd name="T79" fmla="*/ 177 h 691"/>
                <a:gd name="T80" fmla="*/ 150 w 569"/>
                <a:gd name="T81" fmla="*/ 178 h 691"/>
                <a:gd name="T82" fmla="*/ 117 w 569"/>
                <a:gd name="T83" fmla="*/ 235 h 691"/>
                <a:gd name="T84" fmla="*/ 91 w 569"/>
                <a:gd name="T85" fmla="*/ 265 h 691"/>
                <a:gd name="T86" fmla="*/ 81 w 569"/>
                <a:gd name="T87" fmla="*/ 272 h 691"/>
                <a:gd name="T88" fmla="*/ 79 w 569"/>
                <a:gd name="T89" fmla="*/ 273 h 691"/>
                <a:gd name="T90" fmla="*/ 72 w 569"/>
                <a:gd name="T91" fmla="*/ 264 h 691"/>
                <a:gd name="T92" fmla="*/ 58 w 569"/>
                <a:gd name="T93" fmla="*/ 227 h 691"/>
                <a:gd name="T94" fmla="*/ 57 w 569"/>
                <a:gd name="T95" fmla="*/ 223 h 691"/>
                <a:gd name="T96" fmla="*/ 0 w 569"/>
                <a:gd name="T97" fmla="*/ 258 h 691"/>
                <a:gd name="T98" fmla="*/ 25 w 569"/>
                <a:gd name="T99" fmla="*/ 309 h 691"/>
                <a:gd name="T100" fmla="*/ 49 w 569"/>
                <a:gd name="T101" fmla="*/ 329 h 691"/>
                <a:gd name="T102" fmla="*/ 78 w 569"/>
                <a:gd name="T103" fmla="*/ 337 h 691"/>
                <a:gd name="T104" fmla="*/ 78 w 569"/>
                <a:gd name="T105" fmla="*/ 337 h 691"/>
                <a:gd name="T106" fmla="*/ 111 w 569"/>
                <a:gd name="T107" fmla="*/ 328 h 691"/>
                <a:gd name="T108" fmla="*/ 149 w 569"/>
                <a:gd name="T109" fmla="*/ 297 h 691"/>
                <a:gd name="T110" fmla="*/ 149 w 569"/>
                <a:gd name="T111" fmla="*/ 387 h 691"/>
                <a:gd name="T112" fmla="*/ 149 w 569"/>
                <a:gd name="T113" fmla="*/ 462 h 691"/>
                <a:gd name="T114" fmla="*/ 149 w 569"/>
                <a:gd name="T115" fmla="*/ 691 h 691"/>
                <a:gd name="T116" fmla="*/ 248 w 569"/>
                <a:gd name="T117" fmla="*/ 691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69" h="691">
                  <a:moveTo>
                    <a:pt x="248" y="691"/>
                  </a:moveTo>
                  <a:cubicBezTo>
                    <a:pt x="248" y="493"/>
                    <a:pt x="248" y="493"/>
                    <a:pt x="248" y="493"/>
                  </a:cubicBezTo>
                  <a:cubicBezTo>
                    <a:pt x="267" y="493"/>
                    <a:pt x="267" y="493"/>
                    <a:pt x="267" y="493"/>
                  </a:cubicBezTo>
                  <a:cubicBezTo>
                    <a:pt x="267" y="615"/>
                    <a:pt x="267" y="615"/>
                    <a:pt x="267" y="615"/>
                  </a:cubicBezTo>
                  <a:cubicBezTo>
                    <a:pt x="319" y="615"/>
                    <a:pt x="319" y="615"/>
                    <a:pt x="319" y="615"/>
                  </a:cubicBezTo>
                  <a:cubicBezTo>
                    <a:pt x="319" y="607"/>
                    <a:pt x="319" y="607"/>
                    <a:pt x="319" y="607"/>
                  </a:cubicBezTo>
                  <a:cubicBezTo>
                    <a:pt x="319" y="547"/>
                    <a:pt x="319" y="547"/>
                    <a:pt x="319" y="547"/>
                  </a:cubicBezTo>
                  <a:cubicBezTo>
                    <a:pt x="319" y="539"/>
                    <a:pt x="319" y="539"/>
                    <a:pt x="319" y="539"/>
                  </a:cubicBezTo>
                  <a:cubicBezTo>
                    <a:pt x="327" y="539"/>
                    <a:pt x="327" y="539"/>
                    <a:pt x="327" y="539"/>
                  </a:cubicBezTo>
                  <a:cubicBezTo>
                    <a:pt x="366" y="539"/>
                    <a:pt x="366" y="539"/>
                    <a:pt x="366" y="539"/>
                  </a:cubicBezTo>
                  <a:cubicBezTo>
                    <a:pt x="366" y="462"/>
                    <a:pt x="366" y="462"/>
                    <a:pt x="366" y="462"/>
                  </a:cubicBezTo>
                  <a:cubicBezTo>
                    <a:pt x="366" y="387"/>
                    <a:pt x="366" y="387"/>
                    <a:pt x="366" y="387"/>
                  </a:cubicBezTo>
                  <a:cubicBezTo>
                    <a:pt x="366" y="268"/>
                    <a:pt x="366" y="268"/>
                    <a:pt x="366" y="268"/>
                  </a:cubicBezTo>
                  <a:cubicBezTo>
                    <a:pt x="375" y="276"/>
                    <a:pt x="386" y="284"/>
                    <a:pt x="398" y="291"/>
                  </a:cubicBezTo>
                  <a:cubicBezTo>
                    <a:pt x="413" y="298"/>
                    <a:pt x="429" y="304"/>
                    <a:pt x="448" y="304"/>
                  </a:cubicBezTo>
                  <a:cubicBezTo>
                    <a:pt x="448" y="304"/>
                    <a:pt x="449" y="304"/>
                    <a:pt x="449" y="304"/>
                  </a:cubicBezTo>
                  <a:cubicBezTo>
                    <a:pt x="471" y="304"/>
                    <a:pt x="494" y="294"/>
                    <a:pt x="511" y="275"/>
                  </a:cubicBezTo>
                  <a:cubicBezTo>
                    <a:pt x="528" y="256"/>
                    <a:pt x="540" y="230"/>
                    <a:pt x="550" y="196"/>
                  </a:cubicBezTo>
                  <a:cubicBezTo>
                    <a:pt x="555" y="179"/>
                    <a:pt x="545" y="161"/>
                    <a:pt x="528" y="156"/>
                  </a:cubicBezTo>
                  <a:cubicBezTo>
                    <a:pt x="526" y="156"/>
                    <a:pt x="525" y="155"/>
                    <a:pt x="523" y="155"/>
                  </a:cubicBezTo>
                  <a:cubicBezTo>
                    <a:pt x="523" y="143"/>
                    <a:pt x="523" y="143"/>
                    <a:pt x="523" y="143"/>
                  </a:cubicBezTo>
                  <a:cubicBezTo>
                    <a:pt x="535" y="143"/>
                    <a:pt x="535" y="143"/>
                    <a:pt x="535" y="143"/>
                  </a:cubicBezTo>
                  <a:cubicBezTo>
                    <a:pt x="557" y="143"/>
                    <a:pt x="569" y="126"/>
                    <a:pt x="561" y="106"/>
                  </a:cubicBezTo>
                  <a:cubicBezTo>
                    <a:pt x="529" y="20"/>
                    <a:pt x="529" y="20"/>
                    <a:pt x="529" y="20"/>
                  </a:cubicBezTo>
                  <a:cubicBezTo>
                    <a:pt x="521" y="0"/>
                    <a:pt x="509" y="0"/>
                    <a:pt x="501" y="20"/>
                  </a:cubicBezTo>
                  <a:cubicBezTo>
                    <a:pt x="469" y="106"/>
                    <a:pt x="469" y="106"/>
                    <a:pt x="469" y="106"/>
                  </a:cubicBezTo>
                  <a:cubicBezTo>
                    <a:pt x="461" y="126"/>
                    <a:pt x="473" y="143"/>
                    <a:pt x="495" y="143"/>
                  </a:cubicBezTo>
                  <a:cubicBezTo>
                    <a:pt x="507" y="143"/>
                    <a:pt x="507" y="143"/>
                    <a:pt x="507" y="143"/>
                  </a:cubicBezTo>
                  <a:cubicBezTo>
                    <a:pt x="507" y="157"/>
                    <a:pt x="507" y="157"/>
                    <a:pt x="507" y="157"/>
                  </a:cubicBezTo>
                  <a:cubicBezTo>
                    <a:pt x="498" y="161"/>
                    <a:pt x="491" y="168"/>
                    <a:pt x="488" y="178"/>
                  </a:cubicBezTo>
                  <a:cubicBezTo>
                    <a:pt x="480" y="207"/>
                    <a:pt x="471" y="224"/>
                    <a:pt x="463" y="232"/>
                  </a:cubicBezTo>
                  <a:cubicBezTo>
                    <a:pt x="456" y="240"/>
                    <a:pt x="453" y="240"/>
                    <a:pt x="448" y="240"/>
                  </a:cubicBezTo>
                  <a:cubicBezTo>
                    <a:pt x="444" y="240"/>
                    <a:pt x="437" y="239"/>
                    <a:pt x="429" y="234"/>
                  </a:cubicBezTo>
                  <a:cubicBezTo>
                    <a:pt x="416" y="228"/>
                    <a:pt x="402" y="215"/>
                    <a:pt x="390" y="203"/>
                  </a:cubicBezTo>
                  <a:cubicBezTo>
                    <a:pt x="377" y="190"/>
                    <a:pt x="367" y="178"/>
                    <a:pt x="361" y="170"/>
                  </a:cubicBezTo>
                  <a:cubicBezTo>
                    <a:pt x="356" y="165"/>
                    <a:pt x="351" y="161"/>
                    <a:pt x="344" y="159"/>
                  </a:cubicBezTo>
                  <a:cubicBezTo>
                    <a:pt x="341" y="158"/>
                    <a:pt x="338" y="158"/>
                    <a:pt x="335" y="158"/>
                  </a:cubicBezTo>
                  <a:cubicBezTo>
                    <a:pt x="180" y="158"/>
                    <a:pt x="180" y="158"/>
                    <a:pt x="180" y="158"/>
                  </a:cubicBezTo>
                  <a:cubicBezTo>
                    <a:pt x="175" y="158"/>
                    <a:pt x="171" y="159"/>
                    <a:pt x="167" y="161"/>
                  </a:cubicBezTo>
                  <a:cubicBezTo>
                    <a:pt x="160" y="164"/>
                    <a:pt x="154" y="169"/>
                    <a:pt x="150" y="177"/>
                  </a:cubicBezTo>
                  <a:cubicBezTo>
                    <a:pt x="150" y="177"/>
                    <a:pt x="150" y="177"/>
                    <a:pt x="150" y="178"/>
                  </a:cubicBezTo>
                  <a:cubicBezTo>
                    <a:pt x="147" y="183"/>
                    <a:pt x="134" y="210"/>
                    <a:pt x="117" y="235"/>
                  </a:cubicBezTo>
                  <a:cubicBezTo>
                    <a:pt x="108" y="247"/>
                    <a:pt x="99" y="258"/>
                    <a:pt x="91" y="265"/>
                  </a:cubicBezTo>
                  <a:cubicBezTo>
                    <a:pt x="87" y="268"/>
                    <a:pt x="83" y="271"/>
                    <a:pt x="81" y="272"/>
                  </a:cubicBezTo>
                  <a:cubicBezTo>
                    <a:pt x="80" y="272"/>
                    <a:pt x="79" y="273"/>
                    <a:pt x="79" y="273"/>
                  </a:cubicBezTo>
                  <a:cubicBezTo>
                    <a:pt x="78" y="272"/>
                    <a:pt x="75" y="269"/>
                    <a:pt x="72" y="264"/>
                  </a:cubicBezTo>
                  <a:cubicBezTo>
                    <a:pt x="68" y="256"/>
                    <a:pt x="63" y="244"/>
                    <a:pt x="58" y="227"/>
                  </a:cubicBezTo>
                  <a:cubicBezTo>
                    <a:pt x="58" y="225"/>
                    <a:pt x="57" y="224"/>
                    <a:pt x="57" y="223"/>
                  </a:cubicBezTo>
                  <a:cubicBezTo>
                    <a:pt x="0" y="258"/>
                    <a:pt x="0" y="258"/>
                    <a:pt x="0" y="258"/>
                  </a:cubicBezTo>
                  <a:cubicBezTo>
                    <a:pt x="7" y="279"/>
                    <a:pt x="15" y="296"/>
                    <a:pt x="25" y="309"/>
                  </a:cubicBezTo>
                  <a:cubicBezTo>
                    <a:pt x="32" y="317"/>
                    <a:pt x="40" y="324"/>
                    <a:pt x="49" y="329"/>
                  </a:cubicBezTo>
                  <a:cubicBezTo>
                    <a:pt x="58" y="334"/>
                    <a:pt x="68" y="337"/>
                    <a:pt x="78" y="337"/>
                  </a:cubicBezTo>
                  <a:cubicBezTo>
                    <a:pt x="78" y="337"/>
                    <a:pt x="78" y="337"/>
                    <a:pt x="78" y="337"/>
                  </a:cubicBezTo>
                  <a:cubicBezTo>
                    <a:pt x="91" y="337"/>
                    <a:pt x="102" y="333"/>
                    <a:pt x="111" y="328"/>
                  </a:cubicBezTo>
                  <a:cubicBezTo>
                    <a:pt x="126" y="320"/>
                    <a:pt x="138" y="309"/>
                    <a:pt x="149" y="297"/>
                  </a:cubicBezTo>
                  <a:cubicBezTo>
                    <a:pt x="149" y="387"/>
                    <a:pt x="149" y="387"/>
                    <a:pt x="149" y="387"/>
                  </a:cubicBezTo>
                  <a:cubicBezTo>
                    <a:pt x="149" y="462"/>
                    <a:pt x="149" y="462"/>
                    <a:pt x="149" y="462"/>
                  </a:cubicBezTo>
                  <a:cubicBezTo>
                    <a:pt x="149" y="691"/>
                    <a:pt x="149" y="691"/>
                    <a:pt x="149" y="691"/>
                  </a:cubicBezTo>
                  <a:lnTo>
                    <a:pt x="248" y="6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Oval 35"/>
            <p:cNvSpPr>
              <a:spLocks noChangeArrowheads="1"/>
            </p:cNvSpPr>
            <p:nvPr/>
          </p:nvSpPr>
          <p:spPr bwMode="auto">
            <a:xfrm>
              <a:off x="2876551" y="3363913"/>
              <a:ext cx="279400" cy="2794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Rectangle 36"/>
            <p:cNvSpPr>
              <a:spLocks noChangeArrowheads="1"/>
            </p:cNvSpPr>
            <p:nvPr/>
          </p:nvSpPr>
          <p:spPr bwMode="auto">
            <a:xfrm>
              <a:off x="2703513" y="4759325"/>
              <a:ext cx="185738" cy="936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Rectangle 37"/>
            <p:cNvSpPr>
              <a:spLocks noChangeArrowheads="1"/>
            </p:cNvSpPr>
            <p:nvPr/>
          </p:nvSpPr>
          <p:spPr bwMode="auto">
            <a:xfrm>
              <a:off x="2808288" y="4641850"/>
              <a:ext cx="187325" cy="936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Rectangle 38"/>
            <p:cNvSpPr>
              <a:spLocks noChangeArrowheads="1"/>
            </p:cNvSpPr>
            <p:nvPr/>
          </p:nvSpPr>
          <p:spPr bwMode="auto">
            <a:xfrm>
              <a:off x="2914651" y="4759325"/>
              <a:ext cx="185738" cy="936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Rectangle 39"/>
            <p:cNvSpPr>
              <a:spLocks noChangeArrowheads="1"/>
            </p:cNvSpPr>
            <p:nvPr/>
          </p:nvSpPr>
          <p:spPr bwMode="auto">
            <a:xfrm>
              <a:off x="3125788" y="4759325"/>
              <a:ext cx="185738" cy="936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Rectangle 40"/>
            <p:cNvSpPr>
              <a:spLocks noChangeArrowheads="1"/>
            </p:cNvSpPr>
            <p:nvPr/>
          </p:nvSpPr>
          <p:spPr bwMode="auto">
            <a:xfrm>
              <a:off x="3336926" y="4759325"/>
              <a:ext cx="185738" cy="936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Rectangle 41"/>
            <p:cNvSpPr>
              <a:spLocks noChangeArrowheads="1"/>
            </p:cNvSpPr>
            <p:nvPr/>
          </p:nvSpPr>
          <p:spPr bwMode="auto">
            <a:xfrm>
              <a:off x="3546476" y="4759325"/>
              <a:ext cx="187325" cy="936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Rectangle 42"/>
            <p:cNvSpPr>
              <a:spLocks noChangeArrowheads="1"/>
            </p:cNvSpPr>
            <p:nvPr/>
          </p:nvSpPr>
          <p:spPr bwMode="auto">
            <a:xfrm>
              <a:off x="3757613" y="4759325"/>
              <a:ext cx="187325" cy="936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Rectangle 43"/>
            <p:cNvSpPr>
              <a:spLocks noChangeArrowheads="1"/>
            </p:cNvSpPr>
            <p:nvPr/>
          </p:nvSpPr>
          <p:spPr bwMode="auto">
            <a:xfrm>
              <a:off x="2703513" y="4524375"/>
              <a:ext cx="185738" cy="920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Rectangle 44"/>
            <p:cNvSpPr>
              <a:spLocks noChangeArrowheads="1"/>
            </p:cNvSpPr>
            <p:nvPr/>
          </p:nvSpPr>
          <p:spPr bwMode="auto">
            <a:xfrm>
              <a:off x="2914651" y="4524375"/>
              <a:ext cx="185738" cy="920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Rectangle 45"/>
            <p:cNvSpPr>
              <a:spLocks noChangeArrowheads="1"/>
            </p:cNvSpPr>
            <p:nvPr/>
          </p:nvSpPr>
          <p:spPr bwMode="auto">
            <a:xfrm>
              <a:off x="3125788" y="4524375"/>
              <a:ext cx="185738" cy="920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Rectangle 46"/>
            <p:cNvSpPr>
              <a:spLocks noChangeArrowheads="1"/>
            </p:cNvSpPr>
            <p:nvPr/>
          </p:nvSpPr>
          <p:spPr bwMode="auto">
            <a:xfrm>
              <a:off x="3336926" y="4524375"/>
              <a:ext cx="185738" cy="920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Rectangle 47"/>
            <p:cNvSpPr>
              <a:spLocks noChangeArrowheads="1"/>
            </p:cNvSpPr>
            <p:nvPr/>
          </p:nvSpPr>
          <p:spPr bwMode="auto">
            <a:xfrm>
              <a:off x="3546476" y="4524375"/>
              <a:ext cx="187325" cy="920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Rectangle 48"/>
            <p:cNvSpPr>
              <a:spLocks noChangeArrowheads="1"/>
            </p:cNvSpPr>
            <p:nvPr/>
          </p:nvSpPr>
          <p:spPr bwMode="auto">
            <a:xfrm>
              <a:off x="3757613" y="4524375"/>
              <a:ext cx="187325" cy="920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Rectangle 49"/>
            <p:cNvSpPr>
              <a:spLocks noChangeArrowheads="1"/>
            </p:cNvSpPr>
            <p:nvPr/>
          </p:nvSpPr>
          <p:spPr bwMode="auto">
            <a:xfrm>
              <a:off x="3125788" y="4287838"/>
              <a:ext cx="185738" cy="936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Rectangle 50"/>
            <p:cNvSpPr>
              <a:spLocks noChangeArrowheads="1"/>
            </p:cNvSpPr>
            <p:nvPr/>
          </p:nvSpPr>
          <p:spPr bwMode="auto">
            <a:xfrm>
              <a:off x="3336926" y="4287838"/>
              <a:ext cx="185738" cy="936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Rectangle 51"/>
            <p:cNvSpPr>
              <a:spLocks noChangeArrowheads="1"/>
            </p:cNvSpPr>
            <p:nvPr/>
          </p:nvSpPr>
          <p:spPr bwMode="auto">
            <a:xfrm>
              <a:off x="3546476" y="4287838"/>
              <a:ext cx="187325" cy="936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Rectangle 52"/>
            <p:cNvSpPr>
              <a:spLocks noChangeArrowheads="1"/>
            </p:cNvSpPr>
            <p:nvPr/>
          </p:nvSpPr>
          <p:spPr bwMode="auto">
            <a:xfrm>
              <a:off x="3757613" y="4287838"/>
              <a:ext cx="187325" cy="936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Rectangle 53"/>
            <p:cNvSpPr>
              <a:spLocks noChangeArrowheads="1"/>
            </p:cNvSpPr>
            <p:nvPr/>
          </p:nvSpPr>
          <p:spPr bwMode="auto">
            <a:xfrm>
              <a:off x="3019426" y="4641850"/>
              <a:ext cx="185738" cy="936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Rectangle 54"/>
            <p:cNvSpPr>
              <a:spLocks noChangeArrowheads="1"/>
            </p:cNvSpPr>
            <p:nvPr/>
          </p:nvSpPr>
          <p:spPr bwMode="auto">
            <a:xfrm>
              <a:off x="3230563" y="4641850"/>
              <a:ext cx="185738" cy="936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Rectangle 55"/>
            <p:cNvSpPr>
              <a:spLocks noChangeArrowheads="1"/>
            </p:cNvSpPr>
            <p:nvPr/>
          </p:nvSpPr>
          <p:spPr bwMode="auto">
            <a:xfrm>
              <a:off x="3441701" y="4641850"/>
              <a:ext cx="185738" cy="936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Rectangle 56"/>
            <p:cNvSpPr>
              <a:spLocks noChangeArrowheads="1"/>
            </p:cNvSpPr>
            <p:nvPr/>
          </p:nvSpPr>
          <p:spPr bwMode="auto">
            <a:xfrm>
              <a:off x="3652838" y="4641850"/>
              <a:ext cx="185738" cy="936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Rectangle 57"/>
            <p:cNvSpPr>
              <a:spLocks noChangeArrowheads="1"/>
            </p:cNvSpPr>
            <p:nvPr/>
          </p:nvSpPr>
          <p:spPr bwMode="auto">
            <a:xfrm>
              <a:off x="3863976" y="4641850"/>
              <a:ext cx="80963" cy="936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Rectangle 58"/>
            <p:cNvSpPr>
              <a:spLocks noChangeArrowheads="1"/>
            </p:cNvSpPr>
            <p:nvPr/>
          </p:nvSpPr>
          <p:spPr bwMode="auto">
            <a:xfrm>
              <a:off x="3019426" y="4406900"/>
              <a:ext cx="185738" cy="920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Rectangle 59"/>
            <p:cNvSpPr>
              <a:spLocks noChangeArrowheads="1"/>
            </p:cNvSpPr>
            <p:nvPr/>
          </p:nvSpPr>
          <p:spPr bwMode="auto">
            <a:xfrm>
              <a:off x="3230563" y="4406900"/>
              <a:ext cx="185738" cy="920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Rectangle 60"/>
            <p:cNvSpPr>
              <a:spLocks noChangeArrowheads="1"/>
            </p:cNvSpPr>
            <p:nvPr/>
          </p:nvSpPr>
          <p:spPr bwMode="auto">
            <a:xfrm>
              <a:off x="3441701" y="4406900"/>
              <a:ext cx="185738" cy="920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Rectangle 61"/>
            <p:cNvSpPr>
              <a:spLocks noChangeArrowheads="1"/>
            </p:cNvSpPr>
            <p:nvPr/>
          </p:nvSpPr>
          <p:spPr bwMode="auto">
            <a:xfrm>
              <a:off x="3652838" y="4406900"/>
              <a:ext cx="185738" cy="920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Rectangle 62"/>
            <p:cNvSpPr>
              <a:spLocks noChangeArrowheads="1"/>
            </p:cNvSpPr>
            <p:nvPr/>
          </p:nvSpPr>
          <p:spPr bwMode="auto">
            <a:xfrm>
              <a:off x="3863976" y="4406900"/>
              <a:ext cx="80963" cy="920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Rectangle 63"/>
            <p:cNvSpPr>
              <a:spLocks noChangeArrowheads="1"/>
            </p:cNvSpPr>
            <p:nvPr/>
          </p:nvSpPr>
          <p:spPr bwMode="auto">
            <a:xfrm>
              <a:off x="3230563" y="4170363"/>
              <a:ext cx="185738" cy="936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Rectangle 64"/>
            <p:cNvSpPr>
              <a:spLocks noChangeArrowheads="1"/>
            </p:cNvSpPr>
            <p:nvPr/>
          </p:nvSpPr>
          <p:spPr bwMode="auto">
            <a:xfrm>
              <a:off x="3441701" y="4170363"/>
              <a:ext cx="185738" cy="936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Rectangle 65"/>
            <p:cNvSpPr>
              <a:spLocks noChangeArrowheads="1"/>
            </p:cNvSpPr>
            <p:nvPr/>
          </p:nvSpPr>
          <p:spPr bwMode="auto">
            <a:xfrm>
              <a:off x="3652838" y="4170363"/>
              <a:ext cx="185738" cy="936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Rectangle 66"/>
            <p:cNvSpPr>
              <a:spLocks noChangeArrowheads="1"/>
            </p:cNvSpPr>
            <p:nvPr/>
          </p:nvSpPr>
          <p:spPr bwMode="auto">
            <a:xfrm>
              <a:off x="3863976" y="4170363"/>
              <a:ext cx="80963" cy="936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Rectangle 67"/>
            <p:cNvSpPr>
              <a:spLocks noChangeArrowheads="1"/>
            </p:cNvSpPr>
            <p:nvPr/>
          </p:nvSpPr>
          <p:spPr bwMode="auto">
            <a:xfrm>
              <a:off x="2703513" y="4641850"/>
              <a:ext cx="80963" cy="936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68"/>
            <p:cNvSpPr>
              <a:spLocks/>
            </p:cNvSpPr>
            <p:nvPr/>
          </p:nvSpPr>
          <p:spPr bwMode="auto">
            <a:xfrm>
              <a:off x="2540001" y="3667125"/>
              <a:ext cx="207963" cy="176213"/>
            </a:xfrm>
            <a:custGeom>
              <a:avLst/>
              <a:gdLst>
                <a:gd name="T0" fmla="*/ 131 w 131"/>
                <a:gd name="T1" fmla="*/ 49 h 111"/>
                <a:gd name="T2" fmla="*/ 100 w 131"/>
                <a:gd name="T3" fmla="*/ 0 h 111"/>
                <a:gd name="T4" fmla="*/ 0 w 131"/>
                <a:gd name="T5" fmla="*/ 61 h 111"/>
                <a:gd name="T6" fmla="*/ 31 w 131"/>
                <a:gd name="T7" fmla="*/ 111 h 111"/>
                <a:gd name="T8" fmla="*/ 131 w 131"/>
                <a:gd name="T9" fmla="*/ 49 h 111"/>
              </a:gdLst>
              <a:ahLst/>
              <a:cxnLst>
                <a:cxn ang="0">
                  <a:pos x="T0" y="T1"/>
                </a:cxn>
                <a:cxn ang="0">
                  <a:pos x="T2" y="T3"/>
                </a:cxn>
                <a:cxn ang="0">
                  <a:pos x="T4" y="T5"/>
                </a:cxn>
                <a:cxn ang="0">
                  <a:pos x="T6" y="T7"/>
                </a:cxn>
                <a:cxn ang="0">
                  <a:pos x="T8" y="T9"/>
                </a:cxn>
              </a:cxnLst>
              <a:rect l="0" t="0" r="r" b="b"/>
              <a:pathLst>
                <a:path w="131" h="111">
                  <a:moveTo>
                    <a:pt x="131" y="49"/>
                  </a:moveTo>
                  <a:lnTo>
                    <a:pt x="100" y="0"/>
                  </a:lnTo>
                  <a:lnTo>
                    <a:pt x="0" y="61"/>
                  </a:lnTo>
                  <a:lnTo>
                    <a:pt x="31" y="111"/>
                  </a:lnTo>
                  <a:lnTo>
                    <a:pt x="131"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1" name="组合 70"/>
          <p:cNvGrpSpPr/>
          <p:nvPr/>
        </p:nvGrpSpPr>
        <p:grpSpPr>
          <a:xfrm>
            <a:off x="2888782" y="4858865"/>
            <a:ext cx="2474529" cy="1226616"/>
            <a:chOff x="3522663" y="4957763"/>
            <a:chExt cx="2767013" cy="1371600"/>
          </a:xfrm>
          <a:solidFill>
            <a:schemeClr val="tx1">
              <a:lumMod val="65000"/>
              <a:lumOff val="35000"/>
            </a:schemeClr>
          </a:solidFill>
        </p:grpSpPr>
        <p:sp>
          <p:nvSpPr>
            <p:cNvPr id="72" name="Freeform 69"/>
            <p:cNvSpPr>
              <a:spLocks/>
            </p:cNvSpPr>
            <p:nvPr/>
          </p:nvSpPr>
          <p:spPr bwMode="auto">
            <a:xfrm>
              <a:off x="3522663" y="5106988"/>
              <a:ext cx="2767013" cy="1222375"/>
            </a:xfrm>
            <a:custGeom>
              <a:avLst/>
              <a:gdLst>
                <a:gd name="T0" fmla="*/ 1516 w 1743"/>
                <a:gd name="T1" fmla="*/ 299 h 770"/>
                <a:gd name="T2" fmla="*/ 1516 w 1743"/>
                <a:gd name="T3" fmla="*/ 98 h 770"/>
                <a:gd name="T4" fmla="*/ 1555 w 1743"/>
                <a:gd name="T5" fmla="*/ 98 h 770"/>
                <a:gd name="T6" fmla="*/ 1555 w 1743"/>
                <a:gd name="T7" fmla="*/ 0 h 770"/>
                <a:gd name="T8" fmla="*/ 1223 w 1743"/>
                <a:gd name="T9" fmla="*/ 0 h 770"/>
                <a:gd name="T10" fmla="*/ 1223 w 1743"/>
                <a:gd name="T11" fmla="*/ 98 h 770"/>
                <a:gd name="T12" fmla="*/ 1262 w 1743"/>
                <a:gd name="T13" fmla="*/ 98 h 770"/>
                <a:gd name="T14" fmla="*/ 1262 w 1743"/>
                <a:gd name="T15" fmla="*/ 364 h 770"/>
                <a:gd name="T16" fmla="*/ 0 w 1743"/>
                <a:gd name="T17" fmla="*/ 680 h 770"/>
                <a:gd name="T18" fmla="*/ 0 w 1743"/>
                <a:gd name="T19" fmla="*/ 770 h 770"/>
                <a:gd name="T20" fmla="*/ 1743 w 1743"/>
                <a:gd name="T21" fmla="*/ 770 h 770"/>
                <a:gd name="T22" fmla="*/ 1743 w 1743"/>
                <a:gd name="T23" fmla="*/ 242 h 770"/>
                <a:gd name="T24" fmla="*/ 1516 w 1743"/>
                <a:gd name="T25" fmla="*/ 299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43" h="770">
                  <a:moveTo>
                    <a:pt x="1516" y="299"/>
                  </a:moveTo>
                  <a:lnTo>
                    <a:pt x="1516" y="98"/>
                  </a:lnTo>
                  <a:lnTo>
                    <a:pt x="1555" y="98"/>
                  </a:lnTo>
                  <a:lnTo>
                    <a:pt x="1555" y="0"/>
                  </a:lnTo>
                  <a:lnTo>
                    <a:pt x="1223" y="0"/>
                  </a:lnTo>
                  <a:lnTo>
                    <a:pt x="1223" y="98"/>
                  </a:lnTo>
                  <a:lnTo>
                    <a:pt x="1262" y="98"/>
                  </a:lnTo>
                  <a:lnTo>
                    <a:pt x="1262" y="364"/>
                  </a:lnTo>
                  <a:lnTo>
                    <a:pt x="0" y="680"/>
                  </a:lnTo>
                  <a:lnTo>
                    <a:pt x="0" y="770"/>
                  </a:lnTo>
                  <a:lnTo>
                    <a:pt x="1743" y="770"/>
                  </a:lnTo>
                  <a:lnTo>
                    <a:pt x="1743" y="242"/>
                  </a:lnTo>
                  <a:lnTo>
                    <a:pt x="1516" y="29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70"/>
            <p:cNvSpPr>
              <a:spLocks/>
            </p:cNvSpPr>
            <p:nvPr/>
          </p:nvSpPr>
          <p:spPr bwMode="auto">
            <a:xfrm>
              <a:off x="4668838" y="4957763"/>
              <a:ext cx="306388" cy="306388"/>
            </a:xfrm>
            <a:custGeom>
              <a:avLst/>
              <a:gdLst>
                <a:gd name="T0" fmla="*/ 162 w 198"/>
                <a:gd name="T1" fmla="*/ 162 h 197"/>
                <a:gd name="T2" fmla="*/ 163 w 198"/>
                <a:gd name="T3" fmla="*/ 35 h 197"/>
                <a:gd name="T4" fmla="*/ 36 w 198"/>
                <a:gd name="T5" fmla="*/ 35 h 197"/>
                <a:gd name="T6" fmla="*/ 35 w 198"/>
                <a:gd name="T7" fmla="*/ 162 h 197"/>
                <a:gd name="T8" fmla="*/ 162 w 198"/>
                <a:gd name="T9" fmla="*/ 162 h 197"/>
              </a:gdLst>
              <a:ahLst/>
              <a:cxnLst>
                <a:cxn ang="0">
                  <a:pos x="T0" y="T1"/>
                </a:cxn>
                <a:cxn ang="0">
                  <a:pos x="T2" y="T3"/>
                </a:cxn>
                <a:cxn ang="0">
                  <a:pos x="T4" y="T5"/>
                </a:cxn>
                <a:cxn ang="0">
                  <a:pos x="T6" y="T7"/>
                </a:cxn>
                <a:cxn ang="0">
                  <a:pos x="T8" y="T9"/>
                </a:cxn>
              </a:cxnLst>
              <a:rect l="0" t="0" r="r" b="b"/>
              <a:pathLst>
                <a:path w="198" h="197">
                  <a:moveTo>
                    <a:pt x="162" y="162"/>
                  </a:moveTo>
                  <a:cubicBezTo>
                    <a:pt x="198" y="127"/>
                    <a:pt x="198" y="70"/>
                    <a:pt x="163" y="35"/>
                  </a:cubicBezTo>
                  <a:cubicBezTo>
                    <a:pt x="128" y="0"/>
                    <a:pt x="71" y="0"/>
                    <a:pt x="36" y="35"/>
                  </a:cubicBezTo>
                  <a:cubicBezTo>
                    <a:pt x="0" y="70"/>
                    <a:pt x="0" y="127"/>
                    <a:pt x="35" y="162"/>
                  </a:cubicBezTo>
                  <a:cubicBezTo>
                    <a:pt x="70" y="197"/>
                    <a:pt x="127" y="197"/>
                    <a:pt x="162" y="1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71"/>
            <p:cNvSpPr>
              <a:spLocks/>
            </p:cNvSpPr>
            <p:nvPr/>
          </p:nvSpPr>
          <p:spPr bwMode="auto">
            <a:xfrm>
              <a:off x="4806951" y="5691188"/>
              <a:ext cx="71438" cy="53975"/>
            </a:xfrm>
            <a:custGeom>
              <a:avLst/>
              <a:gdLst>
                <a:gd name="T0" fmla="*/ 0 w 46"/>
                <a:gd name="T1" fmla="*/ 16 h 34"/>
                <a:gd name="T2" fmla="*/ 24 w 46"/>
                <a:gd name="T3" fmla="*/ 34 h 34"/>
                <a:gd name="T4" fmla="*/ 46 w 46"/>
                <a:gd name="T5" fmla="*/ 6 h 34"/>
                <a:gd name="T6" fmla="*/ 12 w 46"/>
                <a:gd name="T7" fmla="*/ 0 h 34"/>
                <a:gd name="T8" fmla="*/ 0 w 46"/>
                <a:gd name="T9" fmla="*/ 16 h 34"/>
              </a:gdLst>
              <a:ahLst/>
              <a:cxnLst>
                <a:cxn ang="0">
                  <a:pos x="T0" y="T1"/>
                </a:cxn>
                <a:cxn ang="0">
                  <a:pos x="T2" y="T3"/>
                </a:cxn>
                <a:cxn ang="0">
                  <a:pos x="T4" y="T5"/>
                </a:cxn>
                <a:cxn ang="0">
                  <a:pos x="T6" y="T7"/>
                </a:cxn>
                <a:cxn ang="0">
                  <a:pos x="T8" y="T9"/>
                </a:cxn>
              </a:cxnLst>
              <a:rect l="0" t="0" r="r" b="b"/>
              <a:pathLst>
                <a:path w="46" h="34">
                  <a:moveTo>
                    <a:pt x="0" y="16"/>
                  </a:moveTo>
                  <a:cubicBezTo>
                    <a:pt x="24" y="34"/>
                    <a:pt x="24" y="34"/>
                    <a:pt x="24" y="34"/>
                  </a:cubicBezTo>
                  <a:cubicBezTo>
                    <a:pt x="46" y="6"/>
                    <a:pt x="46" y="6"/>
                    <a:pt x="46" y="6"/>
                  </a:cubicBezTo>
                  <a:cubicBezTo>
                    <a:pt x="34" y="4"/>
                    <a:pt x="23" y="2"/>
                    <a:pt x="12" y="0"/>
                  </a:cubicBezTo>
                  <a:lnTo>
                    <a:pt x="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72"/>
            <p:cNvSpPr>
              <a:spLocks noEditPoints="1"/>
            </p:cNvSpPr>
            <p:nvPr/>
          </p:nvSpPr>
          <p:spPr bwMode="auto">
            <a:xfrm>
              <a:off x="4130676" y="5137150"/>
              <a:ext cx="969963" cy="835025"/>
            </a:xfrm>
            <a:custGeom>
              <a:avLst/>
              <a:gdLst>
                <a:gd name="T0" fmla="*/ 598 w 625"/>
                <a:gd name="T1" fmla="*/ 282 h 539"/>
                <a:gd name="T2" fmla="*/ 625 w 625"/>
                <a:gd name="T3" fmla="*/ 246 h 539"/>
                <a:gd name="T4" fmla="*/ 589 w 625"/>
                <a:gd name="T5" fmla="*/ 219 h 539"/>
                <a:gd name="T6" fmla="*/ 598 w 625"/>
                <a:gd name="T7" fmla="*/ 207 h 539"/>
                <a:gd name="T8" fmla="*/ 574 w 625"/>
                <a:gd name="T9" fmla="*/ 189 h 539"/>
                <a:gd name="T10" fmla="*/ 565 w 625"/>
                <a:gd name="T11" fmla="*/ 201 h 539"/>
                <a:gd name="T12" fmla="*/ 553 w 625"/>
                <a:gd name="T13" fmla="*/ 192 h 539"/>
                <a:gd name="T14" fmla="*/ 517 w 625"/>
                <a:gd name="T15" fmla="*/ 190 h 539"/>
                <a:gd name="T16" fmla="*/ 502 w 625"/>
                <a:gd name="T17" fmla="*/ 210 h 539"/>
                <a:gd name="T18" fmla="*/ 538 w 625"/>
                <a:gd name="T19" fmla="*/ 237 h 539"/>
                <a:gd name="T20" fmla="*/ 520 w 625"/>
                <a:gd name="T21" fmla="*/ 262 h 539"/>
                <a:gd name="T22" fmla="*/ 502 w 625"/>
                <a:gd name="T23" fmla="*/ 228 h 539"/>
                <a:gd name="T24" fmla="*/ 389 w 625"/>
                <a:gd name="T25" fmla="*/ 124 h 539"/>
                <a:gd name="T26" fmla="*/ 365 w 625"/>
                <a:gd name="T27" fmla="*/ 78 h 539"/>
                <a:gd name="T28" fmla="*/ 360 w 625"/>
                <a:gd name="T29" fmla="*/ 64 h 539"/>
                <a:gd name="T30" fmla="*/ 359 w 625"/>
                <a:gd name="T31" fmla="*/ 61 h 539"/>
                <a:gd name="T32" fmla="*/ 359 w 625"/>
                <a:gd name="T33" fmla="*/ 60 h 539"/>
                <a:gd name="T34" fmla="*/ 359 w 625"/>
                <a:gd name="T35" fmla="*/ 60 h 539"/>
                <a:gd name="T36" fmla="*/ 355 w 625"/>
                <a:gd name="T37" fmla="*/ 52 h 539"/>
                <a:gd name="T38" fmla="*/ 346 w 625"/>
                <a:gd name="T39" fmla="*/ 36 h 539"/>
                <a:gd name="T40" fmla="*/ 221 w 625"/>
                <a:gd name="T41" fmla="*/ 39 h 539"/>
                <a:gd name="T42" fmla="*/ 84 w 625"/>
                <a:gd name="T43" fmla="*/ 215 h 539"/>
                <a:gd name="T44" fmla="*/ 117 w 625"/>
                <a:gd name="T45" fmla="*/ 317 h 539"/>
                <a:gd name="T46" fmla="*/ 120 w 625"/>
                <a:gd name="T47" fmla="*/ 319 h 539"/>
                <a:gd name="T48" fmla="*/ 184 w 625"/>
                <a:gd name="T49" fmla="*/ 386 h 539"/>
                <a:gd name="T50" fmla="*/ 177 w 625"/>
                <a:gd name="T51" fmla="*/ 394 h 539"/>
                <a:gd name="T52" fmla="*/ 171 w 625"/>
                <a:gd name="T53" fmla="*/ 406 h 539"/>
                <a:gd name="T54" fmla="*/ 43 w 625"/>
                <a:gd name="T55" fmla="*/ 441 h 539"/>
                <a:gd name="T56" fmla="*/ 8 w 625"/>
                <a:gd name="T57" fmla="*/ 502 h 539"/>
                <a:gd name="T58" fmla="*/ 56 w 625"/>
                <a:gd name="T59" fmla="*/ 539 h 539"/>
                <a:gd name="T60" fmla="*/ 69 w 625"/>
                <a:gd name="T61" fmla="*/ 537 h 539"/>
                <a:gd name="T62" fmla="*/ 302 w 625"/>
                <a:gd name="T63" fmla="*/ 473 h 539"/>
                <a:gd name="T64" fmla="*/ 337 w 625"/>
                <a:gd name="T65" fmla="*/ 438 h 539"/>
                <a:gd name="T66" fmla="*/ 325 w 625"/>
                <a:gd name="T67" fmla="*/ 391 h 539"/>
                <a:gd name="T68" fmla="*/ 315 w 625"/>
                <a:gd name="T69" fmla="*/ 380 h 539"/>
                <a:gd name="T70" fmla="*/ 363 w 625"/>
                <a:gd name="T71" fmla="*/ 319 h 539"/>
                <a:gd name="T72" fmla="*/ 357 w 625"/>
                <a:gd name="T73" fmla="*/ 314 h 539"/>
                <a:gd name="T74" fmla="*/ 285 w 625"/>
                <a:gd name="T75" fmla="*/ 219 h 539"/>
                <a:gd name="T76" fmla="*/ 284 w 625"/>
                <a:gd name="T77" fmla="*/ 217 h 539"/>
                <a:gd name="T78" fmla="*/ 239 w 625"/>
                <a:gd name="T79" fmla="*/ 222 h 539"/>
                <a:gd name="T80" fmla="*/ 273 w 625"/>
                <a:gd name="T81" fmla="*/ 188 h 539"/>
                <a:gd name="T82" fmla="*/ 256 w 625"/>
                <a:gd name="T83" fmla="*/ 90 h 539"/>
                <a:gd name="T84" fmla="*/ 256 w 625"/>
                <a:gd name="T85" fmla="*/ 89 h 539"/>
                <a:gd name="T86" fmla="*/ 296 w 625"/>
                <a:gd name="T87" fmla="*/ 49 h 539"/>
                <a:gd name="T88" fmla="*/ 336 w 625"/>
                <a:gd name="T89" fmla="*/ 89 h 539"/>
                <a:gd name="T90" fmla="*/ 336 w 625"/>
                <a:gd name="T91" fmla="*/ 90 h 539"/>
                <a:gd name="T92" fmla="*/ 336 w 625"/>
                <a:gd name="T93" fmla="*/ 93 h 539"/>
                <a:gd name="T94" fmla="*/ 337 w 625"/>
                <a:gd name="T95" fmla="*/ 106 h 539"/>
                <a:gd name="T96" fmla="*/ 345 w 625"/>
                <a:gd name="T97" fmla="*/ 150 h 539"/>
                <a:gd name="T98" fmla="*/ 364 w 625"/>
                <a:gd name="T99" fmla="*/ 199 h 539"/>
                <a:gd name="T100" fmla="*/ 459 w 625"/>
                <a:gd name="T101" fmla="*/ 278 h 539"/>
                <a:gd name="T102" fmla="*/ 502 w 625"/>
                <a:gd name="T103" fmla="*/ 285 h 539"/>
                <a:gd name="T104" fmla="*/ 530 w 625"/>
                <a:gd name="T105" fmla="*/ 298 h 539"/>
                <a:gd name="T106" fmla="*/ 530 w 625"/>
                <a:gd name="T107" fmla="*/ 299 h 539"/>
                <a:gd name="T108" fmla="*/ 562 w 625"/>
                <a:gd name="T109" fmla="*/ 255 h 539"/>
                <a:gd name="T110" fmla="*/ 598 w 625"/>
                <a:gd name="T111" fmla="*/ 282 h 539"/>
                <a:gd name="T112" fmla="*/ 559 w 625"/>
                <a:gd name="T113" fmla="*/ 234 h 539"/>
                <a:gd name="T114" fmla="*/ 558 w 625"/>
                <a:gd name="T115" fmla="*/ 224 h 539"/>
                <a:gd name="T116" fmla="*/ 568 w 625"/>
                <a:gd name="T117" fmla="*/ 222 h 539"/>
                <a:gd name="T118" fmla="*/ 570 w 625"/>
                <a:gd name="T119" fmla="*/ 233 h 539"/>
                <a:gd name="T120" fmla="*/ 559 w 625"/>
                <a:gd name="T121" fmla="*/ 234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25" h="539">
                  <a:moveTo>
                    <a:pt x="598" y="282"/>
                  </a:moveTo>
                  <a:cubicBezTo>
                    <a:pt x="625" y="246"/>
                    <a:pt x="625" y="246"/>
                    <a:pt x="625" y="246"/>
                  </a:cubicBezTo>
                  <a:cubicBezTo>
                    <a:pt x="589" y="219"/>
                    <a:pt x="589" y="219"/>
                    <a:pt x="589" y="219"/>
                  </a:cubicBezTo>
                  <a:cubicBezTo>
                    <a:pt x="598" y="207"/>
                    <a:pt x="598" y="207"/>
                    <a:pt x="598" y="207"/>
                  </a:cubicBezTo>
                  <a:cubicBezTo>
                    <a:pt x="574" y="189"/>
                    <a:pt x="574" y="189"/>
                    <a:pt x="574" y="189"/>
                  </a:cubicBezTo>
                  <a:cubicBezTo>
                    <a:pt x="565" y="201"/>
                    <a:pt x="565" y="201"/>
                    <a:pt x="565" y="201"/>
                  </a:cubicBezTo>
                  <a:cubicBezTo>
                    <a:pt x="553" y="192"/>
                    <a:pt x="553" y="192"/>
                    <a:pt x="553" y="192"/>
                  </a:cubicBezTo>
                  <a:cubicBezTo>
                    <a:pt x="517" y="190"/>
                    <a:pt x="517" y="190"/>
                    <a:pt x="517" y="190"/>
                  </a:cubicBezTo>
                  <a:cubicBezTo>
                    <a:pt x="502" y="210"/>
                    <a:pt x="502" y="210"/>
                    <a:pt x="502" y="210"/>
                  </a:cubicBezTo>
                  <a:cubicBezTo>
                    <a:pt x="538" y="237"/>
                    <a:pt x="538" y="237"/>
                    <a:pt x="538" y="237"/>
                  </a:cubicBezTo>
                  <a:cubicBezTo>
                    <a:pt x="520" y="262"/>
                    <a:pt x="520" y="262"/>
                    <a:pt x="520" y="262"/>
                  </a:cubicBezTo>
                  <a:cubicBezTo>
                    <a:pt x="522" y="248"/>
                    <a:pt x="515" y="234"/>
                    <a:pt x="502" y="228"/>
                  </a:cubicBezTo>
                  <a:cubicBezTo>
                    <a:pt x="447" y="202"/>
                    <a:pt x="411" y="160"/>
                    <a:pt x="389" y="124"/>
                  </a:cubicBezTo>
                  <a:cubicBezTo>
                    <a:pt x="378" y="106"/>
                    <a:pt x="370" y="89"/>
                    <a:pt x="365" y="78"/>
                  </a:cubicBezTo>
                  <a:cubicBezTo>
                    <a:pt x="363" y="72"/>
                    <a:pt x="361" y="67"/>
                    <a:pt x="360" y="64"/>
                  </a:cubicBezTo>
                  <a:cubicBezTo>
                    <a:pt x="360" y="63"/>
                    <a:pt x="359" y="62"/>
                    <a:pt x="359" y="61"/>
                  </a:cubicBezTo>
                  <a:cubicBezTo>
                    <a:pt x="359" y="61"/>
                    <a:pt x="359" y="60"/>
                    <a:pt x="359" y="60"/>
                  </a:cubicBezTo>
                  <a:cubicBezTo>
                    <a:pt x="359" y="60"/>
                    <a:pt x="359" y="60"/>
                    <a:pt x="359" y="60"/>
                  </a:cubicBezTo>
                  <a:cubicBezTo>
                    <a:pt x="358" y="57"/>
                    <a:pt x="357" y="55"/>
                    <a:pt x="355" y="52"/>
                  </a:cubicBezTo>
                  <a:cubicBezTo>
                    <a:pt x="353" y="46"/>
                    <a:pt x="350" y="41"/>
                    <a:pt x="346" y="36"/>
                  </a:cubicBezTo>
                  <a:cubicBezTo>
                    <a:pt x="321" y="11"/>
                    <a:pt x="269" y="0"/>
                    <a:pt x="221" y="39"/>
                  </a:cubicBezTo>
                  <a:cubicBezTo>
                    <a:pt x="155" y="93"/>
                    <a:pt x="122" y="134"/>
                    <a:pt x="84" y="215"/>
                  </a:cubicBezTo>
                  <a:cubicBezTo>
                    <a:pt x="60" y="276"/>
                    <a:pt x="85" y="298"/>
                    <a:pt x="117" y="317"/>
                  </a:cubicBezTo>
                  <a:cubicBezTo>
                    <a:pt x="118" y="317"/>
                    <a:pt x="119" y="318"/>
                    <a:pt x="120" y="319"/>
                  </a:cubicBezTo>
                  <a:cubicBezTo>
                    <a:pt x="184" y="386"/>
                    <a:pt x="184" y="386"/>
                    <a:pt x="184" y="386"/>
                  </a:cubicBezTo>
                  <a:cubicBezTo>
                    <a:pt x="177" y="394"/>
                    <a:pt x="177" y="394"/>
                    <a:pt x="177" y="394"/>
                  </a:cubicBezTo>
                  <a:cubicBezTo>
                    <a:pt x="175" y="398"/>
                    <a:pt x="172" y="402"/>
                    <a:pt x="171" y="406"/>
                  </a:cubicBezTo>
                  <a:cubicBezTo>
                    <a:pt x="43" y="441"/>
                    <a:pt x="43" y="441"/>
                    <a:pt x="43" y="441"/>
                  </a:cubicBezTo>
                  <a:cubicBezTo>
                    <a:pt x="16" y="448"/>
                    <a:pt x="0" y="476"/>
                    <a:pt x="8" y="502"/>
                  </a:cubicBezTo>
                  <a:cubicBezTo>
                    <a:pt x="14" y="524"/>
                    <a:pt x="34" y="539"/>
                    <a:pt x="56" y="539"/>
                  </a:cubicBezTo>
                  <a:cubicBezTo>
                    <a:pt x="60" y="539"/>
                    <a:pt x="65" y="538"/>
                    <a:pt x="69" y="537"/>
                  </a:cubicBezTo>
                  <a:cubicBezTo>
                    <a:pt x="302" y="473"/>
                    <a:pt x="302" y="473"/>
                    <a:pt x="302" y="473"/>
                  </a:cubicBezTo>
                  <a:cubicBezTo>
                    <a:pt x="319" y="469"/>
                    <a:pt x="332" y="455"/>
                    <a:pt x="337" y="438"/>
                  </a:cubicBezTo>
                  <a:cubicBezTo>
                    <a:pt x="342" y="422"/>
                    <a:pt x="337" y="403"/>
                    <a:pt x="325" y="391"/>
                  </a:cubicBezTo>
                  <a:cubicBezTo>
                    <a:pt x="315" y="380"/>
                    <a:pt x="315" y="380"/>
                    <a:pt x="315" y="380"/>
                  </a:cubicBezTo>
                  <a:cubicBezTo>
                    <a:pt x="363" y="319"/>
                    <a:pt x="363" y="319"/>
                    <a:pt x="363" y="319"/>
                  </a:cubicBezTo>
                  <a:cubicBezTo>
                    <a:pt x="361" y="317"/>
                    <a:pt x="359" y="316"/>
                    <a:pt x="357" y="314"/>
                  </a:cubicBezTo>
                  <a:cubicBezTo>
                    <a:pt x="327" y="290"/>
                    <a:pt x="302" y="258"/>
                    <a:pt x="285" y="219"/>
                  </a:cubicBezTo>
                  <a:cubicBezTo>
                    <a:pt x="285" y="218"/>
                    <a:pt x="284" y="218"/>
                    <a:pt x="284" y="217"/>
                  </a:cubicBezTo>
                  <a:cubicBezTo>
                    <a:pt x="239" y="222"/>
                    <a:pt x="239" y="222"/>
                    <a:pt x="239" y="222"/>
                  </a:cubicBezTo>
                  <a:cubicBezTo>
                    <a:pt x="250" y="210"/>
                    <a:pt x="262" y="199"/>
                    <a:pt x="273" y="188"/>
                  </a:cubicBezTo>
                  <a:cubicBezTo>
                    <a:pt x="259" y="144"/>
                    <a:pt x="256" y="106"/>
                    <a:pt x="256" y="90"/>
                  </a:cubicBezTo>
                  <a:cubicBezTo>
                    <a:pt x="256" y="89"/>
                    <a:pt x="256" y="89"/>
                    <a:pt x="256" y="89"/>
                  </a:cubicBezTo>
                  <a:cubicBezTo>
                    <a:pt x="256" y="67"/>
                    <a:pt x="274" y="49"/>
                    <a:pt x="296" y="49"/>
                  </a:cubicBezTo>
                  <a:cubicBezTo>
                    <a:pt x="318" y="49"/>
                    <a:pt x="336" y="67"/>
                    <a:pt x="336" y="89"/>
                  </a:cubicBezTo>
                  <a:cubicBezTo>
                    <a:pt x="336" y="90"/>
                    <a:pt x="336" y="90"/>
                    <a:pt x="336" y="90"/>
                  </a:cubicBezTo>
                  <a:cubicBezTo>
                    <a:pt x="336" y="90"/>
                    <a:pt x="336" y="91"/>
                    <a:pt x="336" y="93"/>
                  </a:cubicBezTo>
                  <a:cubicBezTo>
                    <a:pt x="336" y="97"/>
                    <a:pt x="337" y="101"/>
                    <a:pt x="337" y="106"/>
                  </a:cubicBezTo>
                  <a:cubicBezTo>
                    <a:pt x="338" y="116"/>
                    <a:pt x="341" y="132"/>
                    <a:pt x="345" y="150"/>
                  </a:cubicBezTo>
                  <a:cubicBezTo>
                    <a:pt x="349" y="165"/>
                    <a:pt x="355" y="182"/>
                    <a:pt x="364" y="199"/>
                  </a:cubicBezTo>
                  <a:cubicBezTo>
                    <a:pt x="388" y="227"/>
                    <a:pt x="419" y="256"/>
                    <a:pt x="459" y="278"/>
                  </a:cubicBezTo>
                  <a:cubicBezTo>
                    <a:pt x="472" y="282"/>
                    <a:pt x="487" y="284"/>
                    <a:pt x="502" y="285"/>
                  </a:cubicBezTo>
                  <a:cubicBezTo>
                    <a:pt x="513" y="286"/>
                    <a:pt x="523" y="290"/>
                    <a:pt x="530" y="298"/>
                  </a:cubicBezTo>
                  <a:cubicBezTo>
                    <a:pt x="530" y="298"/>
                    <a:pt x="530" y="299"/>
                    <a:pt x="530" y="299"/>
                  </a:cubicBezTo>
                  <a:cubicBezTo>
                    <a:pt x="562" y="255"/>
                    <a:pt x="562" y="255"/>
                    <a:pt x="562" y="255"/>
                  </a:cubicBezTo>
                  <a:lnTo>
                    <a:pt x="598" y="282"/>
                  </a:lnTo>
                  <a:close/>
                  <a:moveTo>
                    <a:pt x="559" y="234"/>
                  </a:moveTo>
                  <a:cubicBezTo>
                    <a:pt x="556" y="232"/>
                    <a:pt x="555" y="227"/>
                    <a:pt x="558" y="224"/>
                  </a:cubicBezTo>
                  <a:cubicBezTo>
                    <a:pt x="560" y="220"/>
                    <a:pt x="565" y="220"/>
                    <a:pt x="568" y="222"/>
                  </a:cubicBezTo>
                  <a:cubicBezTo>
                    <a:pt x="571" y="225"/>
                    <a:pt x="572" y="229"/>
                    <a:pt x="570" y="233"/>
                  </a:cubicBezTo>
                  <a:cubicBezTo>
                    <a:pt x="567" y="236"/>
                    <a:pt x="562" y="237"/>
                    <a:pt x="559" y="2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73"/>
            <p:cNvSpPr>
              <a:spLocks/>
            </p:cNvSpPr>
            <p:nvPr/>
          </p:nvSpPr>
          <p:spPr bwMode="auto">
            <a:xfrm>
              <a:off x="4540251" y="5224463"/>
              <a:ext cx="417513" cy="466725"/>
            </a:xfrm>
            <a:custGeom>
              <a:avLst/>
              <a:gdLst>
                <a:gd name="T0" fmla="*/ 238 w 269"/>
                <a:gd name="T1" fmla="*/ 236 h 300"/>
                <a:gd name="T2" fmla="*/ 138 w 269"/>
                <a:gd name="T3" fmla="*/ 201 h 300"/>
                <a:gd name="T4" fmla="*/ 74 w 269"/>
                <a:gd name="T5" fmla="*/ 95 h 300"/>
                <a:gd name="T6" fmla="*/ 65 w 269"/>
                <a:gd name="T7" fmla="*/ 49 h 300"/>
                <a:gd name="T8" fmla="*/ 64 w 269"/>
                <a:gd name="T9" fmla="*/ 36 h 300"/>
                <a:gd name="T10" fmla="*/ 64 w 269"/>
                <a:gd name="T11" fmla="*/ 33 h 300"/>
                <a:gd name="T12" fmla="*/ 64 w 269"/>
                <a:gd name="T13" fmla="*/ 32 h 300"/>
                <a:gd name="T14" fmla="*/ 64 w 269"/>
                <a:gd name="T15" fmla="*/ 32 h 300"/>
                <a:gd name="T16" fmla="*/ 32 w 269"/>
                <a:gd name="T17" fmla="*/ 0 h 300"/>
                <a:gd name="T18" fmla="*/ 0 w 269"/>
                <a:gd name="T19" fmla="*/ 32 h 300"/>
                <a:gd name="T20" fmla="*/ 28 w 269"/>
                <a:gd name="T21" fmla="*/ 158 h 300"/>
                <a:gd name="T22" fmla="*/ 98 w 269"/>
                <a:gd name="T23" fmla="*/ 251 h 300"/>
                <a:gd name="T24" fmla="*/ 234 w 269"/>
                <a:gd name="T25" fmla="*/ 300 h 300"/>
                <a:gd name="T26" fmla="*/ 236 w 269"/>
                <a:gd name="T27" fmla="*/ 300 h 300"/>
                <a:gd name="T28" fmla="*/ 268 w 269"/>
                <a:gd name="T29" fmla="*/ 270 h 300"/>
                <a:gd name="T30" fmla="*/ 238 w 269"/>
                <a:gd name="T31" fmla="*/ 236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9" h="300">
                  <a:moveTo>
                    <a:pt x="238" y="236"/>
                  </a:moveTo>
                  <a:cubicBezTo>
                    <a:pt x="193" y="233"/>
                    <a:pt x="162" y="220"/>
                    <a:pt x="138" y="201"/>
                  </a:cubicBezTo>
                  <a:cubicBezTo>
                    <a:pt x="103" y="173"/>
                    <a:pt x="83" y="131"/>
                    <a:pt x="74" y="95"/>
                  </a:cubicBezTo>
                  <a:cubicBezTo>
                    <a:pt x="69" y="77"/>
                    <a:pt x="66" y="61"/>
                    <a:pt x="65" y="49"/>
                  </a:cubicBezTo>
                  <a:cubicBezTo>
                    <a:pt x="65" y="44"/>
                    <a:pt x="64" y="39"/>
                    <a:pt x="64" y="36"/>
                  </a:cubicBezTo>
                  <a:cubicBezTo>
                    <a:pt x="64" y="35"/>
                    <a:pt x="64" y="33"/>
                    <a:pt x="64" y="33"/>
                  </a:cubicBezTo>
                  <a:cubicBezTo>
                    <a:pt x="64" y="32"/>
                    <a:pt x="64" y="32"/>
                    <a:pt x="64" y="32"/>
                  </a:cubicBezTo>
                  <a:cubicBezTo>
                    <a:pt x="64" y="32"/>
                    <a:pt x="64" y="32"/>
                    <a:pt x="64" y="32"/>
                  </a:cubicBezTo>
                  <a:cubicBezTo>
                    <a:pt x="64" y="14"/>
                    <a:pt x="50" y="0"/>
                    <a:pt x="32" y="0"/>
                  </a:cubicBezTo>
                  <a:cubicBezTo>
                    <a:pt x="14" y="0"/>
                    <a:pt x="0" y="14"/>
                    <a:pt x="0" y="32"/>
                  </a:cubicBezTo>
                  <a:cubicBezTo>
                    <a:pt x="0" y="34"/>
                    <a:pt x="0" y="94"/>
                    <a:pt x="28" y="158"/>
                  </a:cubicBezTo>
                  <a:cubicBezTo>
                    <a:pt x="43" y="191"/>
                    <a:pt x="64" y="224"/>
                    <a:pt x="98" y="251"/>
                  </a:cubicBezTo>
                  <a:cubicBezTo>
                    <a:pt x="132" y="278"/>
                    <a:pt x="177" y="297"/>
                    <a:pt x="234" y="300"/>
                  </a:cubicBezTo>
                  <a:cubicBezTo>
                    <a:pt x="235" y="300"/>
                    <a:pt x="235" y="300"/>
                    <a:pt x="236" y="300"/>
                  </a:cubicBezTo>
                  <a:cubicBezTo>
                    <a:pt x="253" y="300"/>
                    <a:pt x="267" y="287"/>
                    <a:pt x="268" y="270"/>
                  </a:cubicBezTo>
                  <a:cubicBezTo>
                    <a:pt x="269" y="252"/>
                    <a:pt x="256" y="237"/>
                    <a:pt x="238" y="2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7" name="组合 76"/>
          <p:cNvGrpSpPr/>
          <p:nvPr/>
        </p:nvGrpSpPr>
        <p:grpSpPr>
          <a:xfrm>
            <a:off x="3398453" y="2909624"/>
            <a:ext cx="1005144" cy="1855541"/>
            <a:chOff x="4092576" y="2778125"/>
            <a:chExt cx="1123950" cy="2074863"/>
          </a:xfrm>
          <a:solidFill>
            <a:schemeClr val="tx1">
              <a:lumMod val="65000"/>
              <a:lumOff val="35000"/>
            </a:schemeClr>
          </a:solidFill>
        </p:grpSpPr>
        <p:sp>
          <p:nvSpPr>
            <p:cNvPr id="78" name="Oval 82"/>
            <p:cNvSpPr>
              <a:spLocks noChangeArrowheads="1"/>
            </p:cNvSpPr>
            <p:nvPr/>
          </p:nvSpPr>
          <p:spPr bwMode="auto">
            <a:xfrm>
              <a:off x="4440238" y="3375025"/>
              <a:ext cx="279400" cy="2794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83"/>
            <p:cNvSpPr>
              <a:spLocks noEditPoints="1"/>
            </p:cNvSpPr>
            <p:nvPr/>
          </p:nvSpPr>
          <p:spPr bwMode="auto">
            <a:xfrm>
              <a:off x="4092576" y="3321050"/>
              <a:ext cx="1006475" cy="1531938"/>
            </a:xfrm>
            <a:custGeom>
              <a:avLst/>
              <a:gdLst>
                <a:gd name="T0" fmla="*/ 392 w 648"/>
                <a:gd name="T1" fmla="*/ 242 h 988"/>
                <a:gd name="T2" fmla="*/ 232 w 648"/>
                <a:gd name="T3" fmla="*/ 243 h 988"/>
                <a:gd name="T4" fmla="*/ 105 w 648"/>
                <a:gd name="T5" fmla="*/ 336 h 988"/>
                <a:gd name="T6" fmla="*/ 60 w 648"/>
                <a:gd name="T7" fmla="*/ 579 h 988"/>
                <a:gd name="T8" fmla="*/ 2 w 648"/>
                <a:gd name="T9" fmla="*/ 672 h 988"/>
                <a:gd name="T10" fmla="*/ 0 w 648"/>
                <a:gd name="T11" fmla="*/ 680 h 988"/>
                <a:gd name="T12" fmla="*/ 2 w 648"/>
                <a:gd name="T13" fmla="*/ 684 h 988"/>
                <a:gd name="T14" fmla="*/ 14 w 648"/>
                <a:gd name="T15" fmla="*/ 680 h 988"/>
                <a:gd name="T16" fmla="*/ 24 w 648"/>
                <a:gd name="T17" fmla="*/ 836 h 988"/>
                <a:gd name="T18" fmla="*/ 156 w 648"/>
                <a:gd name="T19" fmla="*/ 680 h 988"/>
                <a:gd name="T20" fmla="*/ 166 w 648"/>
                <a:gd name="T21" fmla="*/ 684 h 988"/>
                <a:gd name="T22" fmla="*/ 178 w 648"/>
                <a:gd name="T23" fmla="*/ 680 h 988"/>
                <a:gd name="T24" fmla="*/ 180 w 648"/>
                <a:gd name="T25" fmla="*/ 672 h 988"/>
                <a:gd name="T26" fmla="*/ 178 w 648"/>
                <a:gd name="T27" fmla="*/ 660 h 988"/>
                <a:gd name="T28" fmla="*/ 124 w 648"/>
                <a:gd name="T29" fmla="*/ 571 h 988"/>
                <a:gd name="T30" fmla="*/ 206 w 648"/>
                <a:gd name="T31" fmla="*/ 315 h 988"/>
                <a:gd name="T32" fmla="*/ 256 w 648"/>
                <a:gd name="T33" fmla="*/ 988 h 988"/>
                <a:gd name="T34" fmla="*/ 305 w 648"/>
                <a:gd name="T35" fmla="*/ 577 h 988"/>
                <a:gd name="T36" fmla="*/ 324 w 648"/>
                <a:gd name="T37" fmla="*/ 939 h 988"/>
                <a:gd name="T38" fmla="*/ 422 w 648"/>
                <a:gd name="T39" fmla="*/ 939 h 988"/>
                <a:gd name="T40" fmla="*/ 444 w 648"/>
                <a:gd name="T41" fmla="*/ 301 h 988"/>
                <a:gd name="T42" fmla="*/ 616 w 648"/>
                <a:gd name="T43" fmla="*/ 187 h 988"/>
                <a:gd name="T44" fmla="*/ 636 w 648"/>
                <a:gd name="T45" fmla="*/ 91 h 988"/>
                <a:gd name="T46" fmla="*/ 612 w 648"/>
                <a:gd name="T47" fmla="*/ 28 h 988"/>
                <a:gd name="T48" fmla="*/ 648 w 648"/>
                <a:gd name="T49" fmla="*/ 0 h 988"/>
                <a:gd name="T50" fmla="*/ 556 w 648"/>
                <a:gd name="T51" fmla="*/ 28 h 988"/>
                <a:gd name="T52" fmla="*/ 592 w 648"/>
                <a:gd name="T53" fmla="*/ 62 h 988"/>
                <a:gd name="T54" fmla="*/ 572 w 648"/>
                <a:gd name="T55" fmla="*/ 97 h 988"/>
                <a:gd name="T56" fmla="*/ 463 w 648"/>
                <a:gd name="T57" fmla="*/ 230 h 988"/>
                <a:gd name="T58" fmla="*/ 166 w 648"/>
                <a:gd name="T59" fmla="*/ 660 h 988"/>
                <a:gd name="T60" fmla="*/ 156 w 648"/>
                <a:gd name="T61" fmla="*/ 672 h 988"/>
                <a:gd name="T62" fmla="*/ 24 w 648"/>
                <a:gd name="T63" fmla="*/ 664 h 988"/>
                <a:gd name="T64" fmla="*/ 14 w 648"/>
                <a:gd name="T65" fmla="*/ 672 h 988"/>
                <a:gd name="T66" fmla="*/ 61 w 648"/>
                <a:gd name="T67" fmla="*/ 591 h 988"/>
                <a:gd name="T68" fmla="*/ 92 w 648"/>
                <a:gd name="T69" fmla="*/ 616 h 988"/>
                <a:gd name="T70" fmla="*/ 166 w 648"/>
                <a:gd name="T71" fmla="*/ 660 h 9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8" h="988">
                  <a:moveTo>
                    <a:pt x="396" y="242"/>
                  </a:moveTo>
                  <a:cubicBezTo>
                    <a:pt x="395" y="242"/>
                    <a:pt x="393" y="242"/>
                    <a:pt x="392" y="242"/>
                  </a:cubicBezTo>
                  <a:cubicBezTo>
                    <a:pt x="237" y="242"/>
                    <a:pt x="237" y="242"/>
                    <a:pt x="237" y="242"/>
                  </a:cubicBezTo>
                  <a:cubicBezTo>
                    <a:pt x="235" y="242"/>
                    <a:pt x="233" y="242"/>
                    <a:pt x="232" y="243"/>
                  </a:cubicBezTo>
                  <a:cubicBezTo>
                    <a:pt x="224" y="243"/>
                    <a:pt x="211" y="244"/>
                    <a:pt x="194" y="250"/>
                  </a:cubicBezTo>
                  <a:cubicBezTo>
                    <a:pt x="166" y="261"/>
                    <a:pt x="131" y="286"/>
                    <a:pt x="105" y="336"/>
                  </a:cubicBezTo>
                  <a:cubicBezTo>
                    <a:pt x="78" y="386"/>
                    <a:pt x="60" y="460"/>
                    <a:pt x="60" y="571"/>
                  </a:cubicBezTo>
                  <a:cubicBezTo>
                    <a:pt x="60" y="574"/>
                    <a:pt x="60" y="576"/>
                    <a:pt x="60" y="579"/>
                  </a:cubicBezTo>
                  <a:cubicBezTo>
                    <a:pt x="26" y="590"/>
                    <a:pt x="2" y="622"/>
                    <a:pt x="2" y="660"/>
                  </a:cubicBezTo>
                  <a:cubicBezTo>
                    <a:pt x="2" y="672"/>
                    <a:pt x="2" y="672"/>
                    <a:pt x="2" y="672"/>
                  </a:cubicBezTo>
                  <a:cubicBezTo>
                    <a:pt x="0" y="672"/>
                    <a:pt x="0" y="672"/>
                    <a:pt x="0" y="672"/>
                  </a:cubicBezTo>
                  <a:cubicBezTo>
                    <a:pt x="0" y="680"/>
                    <a:pt x="0" y="680"/>
                    <a:pt x="0" y="680"/>
                  </a:cubicBezTo>
                  <a:cubicBezTo>
                    <a:pt x="2" y="680"/>
                    <a:pt x="2" y="680"/>
                    <a:pt x="2" y="680"/>
                  </a:cubicBezTo>
                  <a:cubicBezTo>
                    <a:pt x="2" y="684"/>
                    <a:pt x="2" y="684"/>
                    <a:pt x="2" y="684"/>
                  </a:cubicBezTo>
                  <a:cubicBezTo>
                    <a:pt x="14" y="684"/>
                    <a:pt x="14" y="684"/>
                    <a:pt x="14" y="684"/>
                  </a:cubicBezTo>
                  <a:cubicBezTo>
                    <a:pt x="14" y="680"/>
                    <a:pt x="14" y="680"/>
                    <a:pt x="14" y="680"/>
                  </a:cubicBezTo>
                  <a:cubicBezTo>
                    <a:pt x="24" y="680"/>
                    <a:pt x="24" y="680"/>
                    <a:pt x="24" y="680"/>
                  </a:cubicBezTo>
                  <a:cubicBezTo>
                    <a:pt x="24" y="836"/>
                    <a:pt x="24" y="836"/>
                    <a:pt x="24" y="836"/>
                  </a:cubicBezTo>
                  <a:cubicBezTo>
                    <a:pt x="156" y="836"/>
                    <a:pt x="156" y="836"/>
                    <a:pt x="156" y="836"/>
                  </a:cubicBezTo>
                  <a:cubicBezTo>
                    <a:pt x="156" y="680"/>
                    <a:pt x="156" y="680"/>
                    <a:pt x="156" y="680"/>
                  </a:cubicBezTo>
                  <a:cubicBezTo>
                    <a:pt x="166" y="680"/>
                    <a:pt x="166" y="680"/>
                    <a:pt x="166" y="680"/>
                  </a:cubicBezTo>
                  <a:cubicBezTo>
                    <a:pt x="166" y="684"/>
                    <a:pt x="166" y="684"/>
                    <a:pt x="166" y="684"/>
                  </a:cubicBezTo>
                  <a:cubicBezTo>
                    <a:pt x="178" y="684"/>
                    <a:pt x="178" y="684"/>
                    <a:pt x="178" y="684"/>
                  </a:cubicBezTo>
                  <a:cubicBezTo>
                    <a:pt x="178" y="680"/>
                    <a:pt x="178" y="680"/>
                    <a:pt x="178" y="680"/>
                  </a:cubicBezTo>
                  <a:cubicBezTo>
                    <a:pt x="180" y="680"/>
                    <a:pt x="180" y="680"/>
                    <a:pt x="180" y="680"/>
                  </a:cubicBezTo>
                  <a:cubicBezTo>
                    <a:pt x="180" y="672"/>
                    <a:pt x="180" y="672"/>
                    <a:pt x="180" y="672"/>
                  </a:cubicBezTo>
                  <a:cubicBezTo>
                    <a:pt x="178" y="672"/>
                    <a:pt x="178" y="672"/>
                    <a:pt x="178" y="672"/>
                  </a:cubicBezTo>
                  <a:cubicBezTo>
                    <a:pt x="178" y="660"/>
                    <a:pt x="178" y="660"/>
                    <a:pt x="178" y="660"/>
                  </a:cubicBezTo>
                  <a:cubicBezTo>
                    <a:pt x="178" y="624"/>
                    <a:pt x="156" y="593"/>
                    <a:pt x="124" y="580"/>
                  </a:cubicBezTo>
                  <a:cubicBezTo>
                    <a:pt x="124" y="577"/>
                    <a:pt x="124" y="574"/>
                    <a:pt x="124" y="571"/>
                  </a:cubicBezTo>
                  <a:cubicBezTo>
                    <a:pt x="124" y="432"/>
                    <a:pt x="155" y="366"/>
                    <a:pt x="181" y="336"/>
                  </a:cubicBezTo>
                  <a:cubicBezTo>
                    <a:pt x="190" y="326"/>
                    <a:pt x="199" y="320"/>
                    <a:pt x="206" y="315"/>
                  </a:cubicBezTo>
                  <a:cubicBezTo>
                    <a:pt x="206" y="939"/>
                    <a:pt x="206" y="939"/>
                    <a:pt x="206" y="939"/>
                  </a:cubicBezTo>
                  <a:cubicBezTo>
                    <a:pt x="206" y="966"/>
                    <a:pt x="228" y="988"/>
                    <a:pt x="256" y="988"/>
                  </a:cubicBezTo>
                  <a:cubicBezTo>
                    <a:pt x="283" y="988"/>
                    <a:pt x="305" y="966"/>
                    <a:pt x="305" y="939"/>
                  </a:cubicBezTo>
                  <a:cubicBezTo>
                    <a:pt x="305" y="577"/>
                    <a:pt x="305" y="577"/>
                    <a:pt x="305" y="577"/>
                  </a:cubicBezTo>
                  <a:cubicBezTo>
                    <a:pt x="324" y="577"/>
                    <a:pt x="324" y="577"/>
                    <a:pt x="324" y="577"/>
                  </a:cubicBezTo>
                  <a:cubicBezTo>
                    <a:pt x="324" y="939"/>
                    <a:pt x="324" y="939"/>
                    <a:pt x="324" y="939"/>
                  </a:cubicBezTo>
                  <a:cubicBezTo>
                    <a:pt x="324" y="966"/>
                    <a:pt x="346" y="988"/>
                    <a:pt x="373" y="988"/>
                  </a:cubicBezTo>
                  <a:cubicBezTo>
                    <a:pt x="400" y="988"/>
                    <a:pt x="422" y="966"/>
                    <a:pt x="422" y="939"/>
                  </a:cubicBezTo>
                  <a:cubicBezTo>
                    <a:pt x="422" y="304"/>
                    <a:pt x="422" y="304"/>
                    <a:pt x="422" y="304"/>
                  </a:cubicBezTo>
                  <a:cubicBezTo>
                    <a:pt x="429" y="303"/>
                    <a:pt x="436" y="302"/>
                    <a:pt x="444" y="301"/>
                  </a:cubicBezTo>
                  <a:cubicBezTo>
                    <a:pt x="479" y="294"/>
                    <a:pt x="525" y="280"/>
                    <a:pt x="565" y="248"/>
                  </a:cubicBezTo>
                  <a:cubicBezTo>
                    <a:pt x="585" y="233"/>
                    <a:pt x="603" y="213"/>
                    <a:pt x="616" y="187"/>
                  </a:cubicBezTo>
                  <a:cubicBezTo>
                    <a:pt x="629" y="162"/>
                    <a:pt x="636" y="132"/>
                    <a:pt x="636" y="97"/>
                  </a:cubicBezTo>
                  <a:cubicBezTo>
                    <a:pt x="636" y="95"/>
                    <a:pt x="636" y="93"/>
                    <a:pt x="636" y="91"/>
                  </a:cubicBezTo>
                  <a:cubicBezTo>
                    <a:pt x="636" y="77"/>
                    <a:pt x="626" y="65"/>
                    <a:pt x="612" y="61"/>
                  </a:cubicBezTo>
                  <a:cubicBezTo>
                    <a:pt x="612" y="28"/>
                    <a:pt x="612" y="28"/>
                    <a:pt x="612" y="28"/>
                  </a:cubicBezTo>
                  <a:cubicBezTo>
                    <a:pt x="648" y="28"/>
                    <a:pt x="648" y="28"/>
                    <a:pt x="648" y="28"/>
                  </a:cubicBezTo>
                  <a:cubicBezTo>
                    <a:pt x="648" y="0"/>
                    <a:pt x="648" y="0"/>
                    <a:pt x="648" y="0"/>
                  </a:cubicBezTo>
                  <a:cubicBezTo>
                    <a:pt x="556" y="0"/>
                    <a:pt x="556" y="0"/>
                    <a:pt x="556" y="0"/>
                  </a:cubicBezTo>
                  <a:cubicBezTo>
                    <a:pt x="556" y="28"/>
                    <a:pt x="556" y="28"/>
                    <a:pt x="556" y="28"/>
                  </a:cubicBezTo>
                  <a:cubicBezTo>
                    <a:pt x="592" y="28"/>
                    <a:pt x="592" y="28"/>
                    <a:pt x="592" y="28"/>
                  </a:cubicBezTo>
                  <a:cubicBezTo>
                    <a:pt x="592" y="62"/>
                    <a:pt x="592" y="62"/>
                    <a:pt x="592" y="62"/>
                  </a:cubicBezTo>
                  <a:cubicBezTo>
                    <a:pt x="580" y="67"/>
                    <a:pt x="572" y="79"/>
                    <a:pt x="572" y="93"/>
                  </a:cubicBezTo>
                  <a:cubicBezTo>
                    <a:pt x="572" y="94"/>
                    <a:pt x="572" y="96"/>
                    <a:pt x="572" y="97"/>
                  </a:cubicBezTo>
                  <a:cubicBezTo>
                    <a:pt x="572" y="131"/>
                    <a:pt x="563" y="154"/>
                    <a:pt x="549" y="173"/>
                  </a:cubicBezTo>
                  <a:cubicBezTo>
                    <a:pt x="529" y="201"/>
                    <a:pt x="495" y="220"/>
                    <a:pt x="463" y="230"/>
                  </a:cubicBezTo>
                  <a:cubicBezTo>
                    <a:pt x="434" y="239"/>
                    <a:pt x="407" y="242"/>
                    <a:pt x="396" y="242"/>
                  </a:cubicBezTo>
                  <a:close/>
                  <a:moveTo>
                    <a:pt x="166" y="660"/>
                  </a:moveTo>
                  <a:cubicBezTo>
                    <a:pt x="166" y="672"/>
                    <a:pt x="166" y="672"/>
                    <a:pt x="166" y="672"/>
                  </a:cubicBezTo>
                  <a:cubicBezTo>
                    <a:pt x="156" y="672"/>
                    <a:pt x="156" y="672"/>
                    <a:pt x="156" y="672"/>
                  </a:cubicBezTo>
                  <a:cubicBezTo>
                    <a:pt x="156" y="664"/>
                    <a:pt x="156" y="664"/>
                    <a:pt x="156" y="664"/>
                  </a:cubicBezTo>
                  <a:cubicBezTo>
                    <a:pt x="24" y="664"/>
                    <a:pt x="24" y="664"/>
                    <a:pt x="24" y="664"/>
                  </a:cubicBezTo>
                  <a:cubicBezTo>
                    <a:pt x="24" y="672"/>
                    <a:pt x="24" y="672"/>
                    <a:pt x="24" y="672"/>
                  </a:cubicBezTo>
                  <a:cubicBezTo>
                    <a:pt x="14" y="672"/>
                    <a:pt x="14" y="672"/>
                    <a:pt x="14" y="672"/>
                  </a:cubicBezTo>
                  <a:cubicBezTo>
                    <a:pt x="14" y="660"/>
                    <a:pt x="14" y="660"/>
                    <a:pt x="14" y="660"/>
                  </a:cubicBezTo>
                  <a:cubicBezTo>
                    <a:pt x="14" y="629"/>
                    <a:pt x="33" y="602"/>
                    <a:pt x="61" y="591"/>
                  </a:cubicBezTo>
                  <a:cubicBezTo>
                    <a:pt x="64" y="605"/>
                    <a:pt x="77" y="616"/>
                    <a:pt x="92" y="616"/>
                  </a:cubicBezTo>
                  <a:cubicBezTo>
                    <a:pt x="92" y="616"/>
                    <a:pt x="92" y="616"/>
                    <a:pt x="92" y="616"/>
                  </a:cubicBezTo>
                  <a:cubicBezTo>
                    <a:pt x="107" y="616"/>
                    <a:pt x="119" y="606"/>
                    <a:pt x="123" y="593"/>
                  </a:cubicBezTo>
                  <a:cubicBezTo>
                    <a:pt x="148" y="604"/>
                    <a:pt x="166" y="630"/>
                    <a:pt x="166" y="6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Rectangle 84"/>
            <p:cNvSpPr>
              <a:spLocks noChangeArrowheads="1"/>
            </p:cNvSpPr>
            <p:nvPr/>
          </p:nvSpPr>
          <p:spPr bwMode="auto">
            <a:xfrm>
              <a:off x="4956176" y="3214688"/>
              <a:ext cx="142875" cy="936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85"/>
            <p:cNvSpPr>
              <a:spLocks/>
            </p:cNvSpPr>
            <p:nvPr/>
          </p:nvSpPr>
          <p:spPr bwMode="auto">
            <a:xfrm>
              <a:off x="4999038" y="2778125"/>
              <a:ext cx="217488" cy="374650"/>
            </a:xfrm>
            <a:custGeom>
              <a:avLst/>
              <a:gdLst>
                <a:gd name="T0" fmla="*/ 63 w 137"/>
                <a:gd name="T1" fmla="*/ 183 h 236"/>
                <a:gd name="T2" fmla="*/ 137 w 137"/>
                <a:gd name="T3" fmla="*/ 183 h 236"/>
                <a:gd name="T4" fmla="*/ 137 w 137"/>
                <a:gd name="T5" fmla="*/ 0 h 236"/>
                <a:gd name="T6" fmla="*/ 51 w 137"/>
                <a:gd name="T7" fmla="*/ 0 h 236"/>
                <a:gd name="T8" fmla="*/ 51 w 137"/>
                <a:gd name="T9" fmla="*/ 53 h 236"/>
                <a:gd name="T10" fmla="*/ 0 w 137"/>
                <a:gd name="T11" fmla="*/ 53 h 236"/>
                <a:gd name="T12" fmla="*/ 0 w 137"/>
                <a:gd name="T13" fmla="*/ 236 h 236"/>
                <a:gd name="T14" fmla="*/ 63 w 137"/>
                <a:gd name="T15" fmla="*/ 236 h 236"/>
                <a:gd name="T16" fmla="*/ 63 w 137"/>
                <a:gd name="T17" fmla="*/ 183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7" h="236">
                  <a:moveTo>
                    <a:pt x="63" y="183"/>
                  </a:moveTo>
                  <a:lnTo>
                    <a:pt x="137" y="183"/>
                  </a:lnTo>
                  <a:lnTo>
                    <a:pt x="137" y="0"/>
                  </a:lnTo>
                  <a:lnTo>
                    <a:pt x="51" y="0"/>
                  </a:lnTo>
                  <a:lnTo>
                    <a:pt x="51" y="53"/>
                  </a:lnTo>
                  <a:lnTo>
                    <a:pt x="0" y="53"/>
                  </a:lnTo>
                  <a:lnTo>
                    <a:pt x="0" y="236"/>
                  </a:lnTo>
                  <a:lnTo>
                    <a:pt x="63" y="236"/>
                  </a:lnTo>
                  <a:lnTo>
                    <a:pt x="63" y="1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2" name="组合 81"/>
          <p:cNvGrpSpPr/>
          <p:nvPr/>
        </p:nvGrpSpPr>
        <p:grpSpPr>
          <a:xfrm>
            <a:off x="272285" y="4870222"/>
            <a:ext cx="2065656" cy="1128657"/>
            <a:chOff x="596901" y="4970463"/>
            <a:chExt cx="2309812" cy="1262062"/>
          </a:xfrm>
          <a:solidFill>
            <a:schemeClr val="tx1">
              <a:lumMod val="65000"/>
              <a:lumOff val="35000"/>
            </a:schemeClr>
          </a:solidFill>
        </p:grpSpPr>
        <p:sp>
          <p:nvSpPr>
            <p:cNvPr id="83" name="Freeform 74"/>
            <p:cNvSpPr>
              <a:spLocks noEditPoints="1"/>
            </p:cNvSpPr>
            <p:nvPr/>
          </p:nvSpPr>
          <p:spPr bwMode="auto">
            <a:xfrm>
              <a:off x="763588" y="4970463"/>
              <a:ext cx="666750" cy="531813"/>
            </a:xfrm>
            <a:custGeom>
              <a:avLst/>
              <a:gdLst>
                <a:gd name="T0" fmla="*/ 401 w 429"/>
                <a:gd name="T1" fmla="*/ 180 h 343"/>
                <a:gd name="T2" fmla="*/ 418 w 429"/>
                <a:gd name="T3" fmla="*/ 180 h 343"/>
                <a:gd name="T4" fmla="*/ 429 w 429"/>
                <a:gd name="T5" fmla="*/ 169 h 343"/>
                <a:gd name="T6" fmla="*/ 429 w 429"/>
                <a:gd name="T7" fmla="*/ 136 h 343"/>
                <a:gd name="T8" fmla="*/ 418 w 429"/>
                <a:gd name="T9" fmla="*/ 125 h 343"/>
                <a:gd name="T10" fmla="*/ 80 w 429"/>
                <a:gd name="T11" fmla="*/ 125 h 343"/>
                <a:gd name="T12" fmla="*/ 80 w 429"/>
                <a:gd name="T13" fmla="*/ 50 h 343"/>
                <a:gd name="T14" fmla="*/ 129 w 429"/>
                <a:gd name="T15" fmla="*/ 50 h 343"/>
                <a:gd name="T16" fmla="*/ 130 w 429"/>
                <a:gd name="T17" fmla="*/ 50 h 343"/>
                <a:gd name="T18" fmla="*/ 142 w 429"/>
                <a:gd name="T19" fmla="*/ 53 h 343"/>
                <a:gd name="T20" fmla="*/ 150 w 429"/>
                <a:gd name="T21" fmla="*/ 71 h 343"/>
                <a:gd name="T22" fmla="*/ 162 w 429"/>
                <a:gd name="T23" fmla="*/ 71 h 343"/>
                <a:gd name="T24" fmla="*/ 145 w 429"/>
                <a:gd name="T25" fmla="*/ 42 h 343"/>
                <a:gd name="T26" fmla="*/ 129 w 429"/>
                <a:gd name="T27" fmla="*/ 38 h 343"/>
                <a:gd name="T28" fmla="*/ 80 w 429"/>
                <a:gd name="T29" fmla="*/ 38 h 343"/>
                <a:gd name="T30" fmla="*/ 80 w 429"/>
                <a:gd name="T31" fmla="*/ 27 h 343"/>
                <a:gd name="T32" fmla="*/ 85 w 429"/>
                <a:gd name="T33" fmla="*/ 27 h 343"/>
                <a:gd name="T34" fmla="*/ 85 w 429"/>
                <a:gd name="T35" fmla="*/ 0 h 343"/>
                <a:gd name="T36" fmla="*/ 36 w 429"/>
                <a:gd name="T37" fmla="*/ 0 h 343"/>
                <a:gd name="T38" fmla="*/ 36 w 429"/>
                <a:gd name="T39" fmla="*/ 27 h 343"/>
                <a:gd name="T40" fmla="*/ 42 w 429"/>
                <a:gd name="T41" fmla="*/ 27 h 343"/>
                <a:gd name="T42" fmla="*/ 42 w 429"/>
                <a:gd name="T43" fmla="*/ 125 h 343"/>
                <a:gd name="T44" fmla="*/ 11 w 429"/>
                <a:gd name="T45" fmla="*/ 125 h 343"/>
                <a:gd name="T46" fmla="*/ 0 w 429"/>
                <a:gd name="T47" fmla="*/ 136 h 343"/>
                <a:gd name="T48" fmla="*/ 0 w 429"/>
                <a:gd name="T49" fmla="*/ 169 h 343"/>
                <a:gd name="T50" fmla="*/ 11 w 429"/>
                <a:gd name="T51" fmla="*/ 180 h 343"/>
                <a:gd name="T52" fmla="*/ 25 w 429"/>
                <a:gd name="T53" fmla="*/ 180 h 343"/>
                <a:gd name="T54" fmla="*/ 25 w 429"/>
                <a:gd name="T55" fmla="*/ 327 h 343"/>
                <a:gd name="T56" fmla="*/ 143 w 429"/>
                <a:gd name="T57" fmla="*/ 327 h 343"/>
                <a:gd name="T58" fmla="*/ 143 w 429"/>
                <a:gd name="T59" fmla="*/ 332 h 343"/>
                <a:gd name="T60" fmla="*/ 154 w 429"/>
                <a:gd name="T61" fmla="*/ 343 h 343"/>
                <a:gd name="T62" fmla="*/ 246 w 429"/>
                <a:gd name="T63" fmla="*/ 343 h 343"/>
                <a:gd name="T64" fmla="*/ 257 w 429"/>
                <a:gd name="T65" fmla="*/ 332 h 343"/>
                <a:gd name="T66" fmla="*/ 257 w 429"/>
                <a:gd name="T67" fmla="*/ 327 h 343"/>
                <a:gd name="T68" fmla="*/ 264 w 429"/>
                <a:gd name="T69" fmla="*/ 327 h 343"/>
                <a:gd name="T70" fmla="*/ 265 w 429"/>
                <a:gd name="T71" fmla="*/ 327 h 343"/>
                <a:gd name="T72" fmla="*/ 320 w 429"/>
                <a:gd name="T73" fmla="*/ 327 h 343"/>
                <a:gd name="T74" fmla="*/ 401 w 429"/>
                <a:gd name="T75" fmla="*/ 180 h 343"/>
                <a:gd name="T76" fmla="*/ 64 w 429"/>
                <a:gd name="T77" fmla="*/ 50 h 343"/>
                <a:gd name="T78" fmla="*/ 64 w 429"/>
                <a:gd name="T79" fmla="*/ 50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9" h="343">
                  <a:moveTo>
                    <a:pt x="401" y="180"/>
                  </a:moveTo>
                  <a:cubicBezTo>
                    <a:pt x="418" y="180"/>
                    <a:pt x="418" y="180"/>
                    <a:pt x="418" y="180"/>
                  </a:cubicBezTo>
                  <a:cubicBezTo>
                    <a:pt x="424" y="180"/>
                    <a:pt x="429" y="175"/>
                    <a:pt x="429" y="169"/>
                  </a:cubicBezTo>
                  <a:cubicBezTo>
                    <a:pt x="429" y="136"/>
                    <a:pt x="429" y="136"/>
                    <a:pt x="429" y="136"/>
                  </a:cubicBezTo>
                  <a:cubicBezTo>
                    <a:pt x="429" y="130"/>
                    <a:pt x="424" y="125"/>
                    <a:pt x="418" y="125"/>
                  </a:cubicBezTo>
                  <a:cubicBezTo>
                    <a:pt x="80" y="125"/>
                    <a:pt x="80" y="125"/>
                    <a:pt x="80" y="125"/>
                  </a:cubicBezTo>
                  <a:cubicBezTo>
                    <a:pt x="80" y="50"/>
                    <a:pt x="80" y="50"/>
                    <a:pt x="80" y="50"/>
                  </a:cubicBezTo>
                  <a:cubicBezTo>
                    <a:pt x="129" y="50"/>
                    <a:pt x="129" y="50"/>
                    <a:pt x="129" y="50"/>
                  </a:cubicBezTo>
                  <a:cubicBezTo>
                    <a:pt x="129" y="50"/>
                    <a:pt x="129" y="50"/>
                    <a:pt x="130" y="50"/>
                  </a:cubicBezTo>
                  <a:cubicBezTo>
                    <a:pt x="132" y="50"/>
                    <a:pt x="137" y="51"/>
                    <a:pt x="142" y="53"/>
                  </a:cubicBezTo>
                  <a:cubicBezTo>
                    <a:pt x="146" y="57"/>
                    <a:pt x="150" y="61"/>
                    <a:pt x="150" y="71"/>
                  </a:cubicBezTo>
                  <a:cubicBezTo>
                    <a:pt x="162" y="71"/>
                    <a:pt x="162" y="71"/>
                    <a:pt x="162" y="71"/>
                  </a:cubicBezTo>
                  <a:cubicBezTo>
                    <a:pt x="162" y="55"/>
                    <a:pt x="154" y="45"/>
                    <a:pt x="145" y="42"/>
                  </a:cubicBezTo>
                  <a:cubicBezTo>
                    <a:pt x="137" y="38"/>
                    <a:pt x="129" y="38"/>
                    <a:pt x="129" y="38"/>
                  </a:cubicBezTo>
                  <a:cubicBezTo>
                    <a:pt x="80" y="38"/>
                    <a:pt x="80" y="38"/>
                    <a:pt x="80" y="38"/>
                  </a:cubicBezTo>
                  <a:cubicBezTo>
                    <a:pt x="80" y="27"/>
                    <a:pt x="80" y="27"/>
                    <a:pt x="80" y="27"/>
                  </a:cubicBezTo>
                  <a:cubicBezTo>
                    <a:pt x="85" y="27"/>
                    <a:pt x="85" y="27"/>
                    <a:pt x="85" y="27"/>
                  </a:cubicBezTo>
                  <a:cubicBezTo>
                    <a:pt x="85" y="0"/>
                    <a:pt x="85" y="0"/>
                    <a:pt x="85" y="0"/>
                  </a:cubicBezTo>
                  <a:cubicBezTo>
                    <a:pt x="36" y="0"/>
                    <a:pt x="36" y="0"/>
                    <a:pt x="36" y="0"/>
                  </a:cubicBezTo>
                  <a:cubicBezTo>
                    <a:pt x="36" y="27"/>
                    <a:pt x="36" y="27"/>
                    <a:pt x="36" y="27"/>
                  </a:cubicBezTo>
                  <a:cubicBezTo>
                    <a:pt x="42" y="27"/>
                    <a:pt x="42" y="27"/>
                    <a:pt x="42" y="27"/>
                  </a:cubicBezTo>
                  <a:cubicBezTo>
                    <a:pt x="42" y="125"/>
                    <a:pt x="42" y="125"/>
                    <a:pt x="42" y="125"/>
                  </a:cubicBezTo>
                  <a:cubicBezTo>
                    <a:pt x="11" y="125"/>
                    <a:pt x="11" y="125"/>
                    <a:pt x="11" y="125"/>
                  </a:cubicBezTo>
                  <a:cubicBezTo>
                    <a:pt x="4" y="125"/>
                    <a:pt x="0" y="130"/>
                    <a:pt x="0" y="136"/>
                  </a:cubicBezTo>
                  <a:cubicBezTo>
                    <a:pt x="0" y="169"/>
                    <a:pt x="0" y="169"/>
                    <a:pt x="0" y="169"/>
                  </a:cubicBezTo>
                  <a:cubicBezTo>
                    <a:pt x="0" y="175"/>
                    <a:pt x="4" y="180"/>
                    <a:pt x="11" y="180"/>
                  </a:cubicBezTo>
                  <a:cubicBezTo>
                    <a:pt x="25" y="180"/>
                    <a:pt x="25" y="180"/>
                    <a:pt x="25" y="180"/>
                  </a:cubicBezTo>
                  <a:cubicBezTo>
                    <a:pt x="25" y="327"/>
                    <a:pt x="25" y="327"/>
                    <a:pt x="25" y="327"/>
                  </a:cubicBezTo>
                  <a:cubicBezTo>
                    <a:pt x="143" y="327"/>
                    <a:pt x="143" y="327"/>
                    <a:pt x="143" y="327"/>
                  </a:cubicBezTo>
                  <a:cubicBezTo>
                    <a:pt x="143" y="332"/>
                    <a:pt x="143" y="332"/>
                    <a:pt x="143" y="332"/>
                  </a:cubicBezTo>
                  <a:cubicBezTo>
                    <a:pt x="143" y="338"/>
                    <a:pt x="147" y="343"/>
                    <a:pt x="154" y="343"/>
                  </a:cubicBezTo>
                  <a:cubicBezTo>
                    <a:pt x="246" y="343"/>
                    <a:pt x="246" y="343"/>
                    <a:pt x="246" y="343"/>
                  </a:cubicBezTo>
                  <a:cubicBezTo>
                    <a:pt x="252" y="343"/>
                    <a:pt x="257" y="338"/>
                    <a:pt x="257" y="332"/>
                  </a:cubicBezTo>
                  <a:cubicBezTo>
                    <a:pt x="257" y="327"/>
                    <a:pt x="257" y="327"/>
                    <a:pt x="257" y="327"/>
                  </a:cubicBezTo>
                  <a:cubicBezTo>
                    <a:pt x="264" y="327"/>
                    <a:pt x="264" y="327"/>
                    <a:pt x="264" y="327"/>
                  </a:cubicBezTo>
                  <a:cubicBezTo>
                    <a:pt x="265" y="327"/>
                    <a:pt x="265" y="327"/>
                    <a:pt x="265" y="327"/>
                  </a:cubicBezTo>
                  <a:cubicBezTo>
                    <a:pt x="269" y="327"/>
                    <a:pt x="282" y="327"/>
                    <a:pt x="320" y="327"/>
                  </a:cubicBezTo>
                  <a:cubicBezTo>
                    <a:pt x="383" y="327"/>
                    <a:pt x="398" y="207"/>
                    <a:pt x="401" y="180"/>
                  </a:cubicBezTo>
                  <a:close/>
                  <a:moveTo>
                    <a:pt x="64" y="50"/>
                  </a:moveTo>
                  <a:cubicBezTo>
                    <a:pt x="64" y="50"/>
                    <a:pt x="64" y="50"/>
                    <a:pt x="64"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75"/>
            <p:cNvSpPr>
              <a:spLocks/>
            </p:cNvSpPr>
            <p:nvPr/>
          </p:nvSpPr>
          <p:spPr bwMode="auto">
            <a:xfrm>
              <a:off x="636588" y="5529263"/>
              <a:ext cx="468313" cy="360363"/>
            </a:xfrm>
            <a:custGeom>
              <a:avLst/>
              <a:gdLst>
                <a:gd name="T0" fmla="*/ 262 w 302"/>
                <a:gd name="T1" fmla="*/ 0 h 232"/>
                <a:gd name="T2" fmla="*/ 262 w 302"/>
                <a:gd name="T3" fmla="*/ 125 h 232"/>
                <a:gd name="T4" fmla="*/ 195 w 302"/>
                <a:gd name="T5" fmla="*/ 192 h 232"/>
                <a:gd name="T6" fmla="*/ 128 w 302"/>
                <a:gd name="T7" fmla="*/ 125 h 232"/>
                <a:gd name="T8" fmla="*/ 128 w 302"/>
                <a:gd name="T9" fmla="*/ 40 h 232"/>
                <a:gd name="T10" fmla="*/ 0 w 302"/>
                <a:gd name="T11" fmla="*/ 40 h 232"/>
                <a:gd name="T12" fmla="*/ 0 w 302"/>
                <a:gd name="T13" fmla="*/ 80 h 232"/>
                <a:gd name="T14" fmla="*/ 88 w 302"/>
                <a:gd name="T15" fmla="*/ 80 h 232"/>
                <a:gd name="T16" fmla="*/ 88 w 302"/>
                <a:gd name="T17" fmla="*/ 125 h 232"/>
                <a:gd name="T18" fmla="*/ 195 w 302"/>
                <a:gd name="T19" fmla="*/ 232 h 232"/>
                <a:gd name="T20" fmla="*/ 302 w 302"/>
                <a:gd name="T21" fmla="*/ 125 h 232"/>
                <a:gd name="T22" fmla="*/ 302 w 302"/>
                <a:gd name="T23" fmla="*/ 0 h 232"/>
                <a:gd name="T24" fmla="*/ 262 w 302"/>
                <a:gd name="T25" fmla="*/ 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2" h="232">
                  <a:moveTo>
                    <a:pt x="262" y="0"/>
                  </a:moveTo>
                  <a:cubicBezTo>
                    <a:pt x="262" y="125"/>
                    <a:pt x="262" y="125"/>
                    <a:pt x="262" y="125"/>
                  </a:cubicBezTo>
                  <a:cubicBezTo>
                    <a:pt x="262" y="162"/>
                    <a:pt x="232" y="192"/>
                    <a:pt x="195" y="192"/>
                  </a:cubicBezTo>
                  <a:cubicBezTo>
                    <a:pt x="158" y="192"/>
                    <a:pt x="128" y="162"/>
                    <a:pt x="128" y="125"/>
                  </a:cubicBezTo>
                  <a:cubicBezTo>
                    <a:pt x="128" y="40"/>
                    <a:pt x="128" y="40"/>
                    <a:pt x="128" y="40"/>
                  </a:cubicBezTo>
                  <a:cubicBezTo>
                    <a:pt x="0" y="40"/>
                    <a:pt x="0" y="40"/>
                    <a:pt x="0" y="40"/>
                  </a:cubicBezTo>
                  <a:cubicBezTo>
                    <a:pt x="0" y="80"/>
                    <a:pt x="0" y="80"/>
                    <a:pt x="0" y="80"/>
                  </a:cubicBezTo>
                  <a:cubicBezTo>
                    <a:pt x="88" y="80"/>
                    <a:pt x="88" y="80"/>
                    <a:pt x="88" y="80"/>
                  </a:cubicBezTo>
                  <a:cubicBezTo>
                    <a:pt x="88" y="125"/>
                    <a:pt x="88" y="125"/>
                    <a:pt x="88" y="125"/>
                  </a:cubicBezTo>
                  <a:cubicBezTo>
                    <a:pt x="88" y="184"/>
                    <a:pt x="136" y="232"/>
                    <a:pt x="195" y="232"/>
                  </a:cubicBezTo>
                  <a:cubicBezTo>
                    <a:pt x="254" y="232"/>
                    <a:pt x="302" y="184"/>
                    <a:pt x="302" y="125"/>
                  </a:cubicBezTo>
                  <a:cubicBezTo>
                    <a:pt x="302" y="0"/>
                    <a:pt x="302" y="0"/>
                    <a:pt x="302" y="0"/>
                  </a:cubicBezTo>
                  <a:cubicBezTo>
                    <a:pt x="262" y="0"/>
                    <a:pt x="262" y="0"/>
                    <a:pt x="26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Rectangle 76"/>
            <p:cNvSpPr>
              <a:spLocks noChangeArrowheads="1"/>
            </p:cNvSpPr>
            <p:nvPr/>
          </p:nvSpPr>
          <p:spPr bwMode="auto">
            <a:xfrm>
              <a:off x="596901" y="5554663"/>
              <a:ext cx="39688" cy="1365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77"/>
            <p:cNvSpPr>
              <a:spLocks/>
            </p:cNvSpPr>
            <p:nvPr/>
          </p:nvSpPr>
          <p:spPr bwMode="auto">
            <a:xfrm>
              <a:off x="1411288" y="5254625"/>
              <a:ext cx="306388" cy="306388"/>
            </a:xfrm>
            <a:custGeom>
              <a:avLst/>
              <a:gdLst>
                <a:gd name="T0" fmla="*/ 35 w 198"/>
                <a:gd name="T1" fmla="*/ 36 h 198"/>
                <a:gd name="T2" fmla="*/ 36 w 198"/>
                <a:gd name="T3" fmla="*/ 163 h 198"/>
                <a:gd name="T4" fmla="*/ 163 w 198"/>
                <a:gd name="T5" fmla="*/ 162 h 198"/>
                <a:gd name="T6" fmla="*/ 162 w 198"/>
                <a:gd name="T7" fmla="*/ 35 h 198"/>
                <a:gd name="T8" fmla="*/ 35 w 198"/>
                <a:gd name="T9" fmla="*/ 36 h 198"/>
              </a:gdLst>
              <a:ahLst/>
              <a:cxnLst>
                <a:cxn ang="0">
                  <a:pos x="T0" y="T1"/>
                </a:cxn>
                <a:cxn ang="0">
                  <a:pos x="T2" y="T3"/>
                </a:cxn>
                <a:cxn ang="0">
                  <a:pos x="T4" y="T5"/>
                </a:cxn>
                <a:cxn ang="0">
                  <a:pos x="T6" y="T7"/>
                </a:cxn>
                <a:cxn ang="0">
                  <a:pos x="T8" y="T9"/>
                </a:cxn>
              </a:cxnLst>
              <a:rect l="0" t="0" r="r" b="b"/>
              <a:pathLst>
                <a:path w="198" h="198">
                  <a:moveTo>
                    <a:pt x="35" y="36"/>
                  </a:moveTo>
                  <a:cubicBezTo>
                    <a:pt x="0" y="71"/>
                    <a:pt x="0" y="128"/>
                    <a:pt x="36" y="163"/>
                  </a:cubicBezTo>
                  <a:cubicBezTo>
                    <a:pt x="71" y="198"/>
                    <a:pt x="128" y="198"/>
                    <a:pt x="163" y="162"/>
                  </a:cubicBezTo>
                  <a:cubicBezTo>
                    <a:pt x="198" y="127"/>
                    <a:pt x="198" y="70"/>
                    <a:pt x="162" y="35"/>
                  </a:cubicBezTo>
                  <a:cubicBezTo>
                    <a:pt x="127" y="0"/>
                    <a:pt x="70" y="0"/>
                    <a:pt x="35"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78"/>
            <p:cNvSpPr>
              <a:spLocks/>
            </p:cNvSpPr>
            <p:nvPr/>
          </p:nvSpPr>
          <p:spPr bwMode="auto">
            <a:xfrm>
              <a:off x="1539876" y="5527675"/>
              <a:ext cx="682625" cy="704850"/>
            </a:xfrm>
            <a:custGeom>
              <a:avLst/>
              <a:gdLst>
                <a:gd name="T0" fmla="*/ 390 w 440"/>
                <a:gd name="T1" fmla="*/ 355 h 455"/>
                <a:gd name="T2" fmla="*/ 273 w 440"/>
                <a:gd name="T3" fmla="*/ 355 h 455"/>
                <a:gd name="T4" fmla="*/ 314 w 440"/>
                <a:gd name="T5" fmla="*/ 311 h 455"/>
                <a:gd name="T6" fmla="*/ 338 w 440"/>
                <a:gd name="T7" fmla="*/ 215 h 455"/>
                <a:gd name="T8" fmla="*/ 201 w 440"/>
                <a:gd name="T9" fmla="*/ 39 h 455"/>
                <a:gd name="T10" fmla="*/ 77 w 440"/>
                <a:gd name="T11" fmla="*/ 36 h 455"/>
                <a:gd name="T12" fmla="*/ 66 w 440"/>
                <a:gd name="T13" fmla="*/ 88 h 455"/>
                <a:gd name="T14" fmla="*/ 95 w 440"/>
                <a:gd name="T15" fmla="*/ 60 h 455"/>
                <a:gd name="T16" fmla="*/ 126 w 440"/>
                <a:gd name="T17" fmla="*/ 45 h 455"/>
                <a:gd name="T18" fmla="*/ 151 w 440"/>
                <a:gd name="T19" fmla="*/ 54 h 455"/>
                <a:gd name="T20" fmla="*/ 166 w 440"/>
                <a:gd name="T21" fmla="*/ 80 h 455"/>
                <a:gd name="T22" fmla="*/ 157 w 440"/>
                <a:gd name="T23" fmla="*/ 110 h 455"/>
                <a:gd name="T24" fmla="*/ 112 w 440"/>
                <a:gd name="T25" fmla="*/ 153 h 455"/>
                <a:gd name="T26" fmla="*/ 164 w 440"/>
                <a:gd name="T27" fmla="*/ 203 h 455"/>
                <a:gd name="T28" fmla="*/ 52 w 440"/>
                <a:gd name="T29" fmla="*/ 199 h 455"/>
                <a:gd name="T30" fmla="*/ 15 w 440"/>
                <a:gd name="T31" fmla="*/ 213 h 455"/>
                <a:gd name="T32" fmla="*/ 0 w 440"/>
                <a:gd name="T33" fmla="*/ 249 h 455"/>
                <a:gd name="T34" fmla="*/ 0 w 440"/>
                <a:gd name="T35" fmla="*/ 405 h 455"/>
                <a:gd name="T36" fmla="*/ 50 w 440"/>
                <a:gd name="T37" fmla="*/ 455 h 455"/>
                <a:gd name="T38" fmla="*/ 100 w 440"/>
                <a:gd name="T39" fmla="*/ 405 h 455"/>
                <a:gd name="T40" fmla="*/ 100 w 440"/>
                <a:gd name="T41" fmla="*/ 301 h 455"/>
                <a:gd name="T42" fmla="*/ 184 w 440"/>
                <a:gd name="T43" fmla="*/ 304 h 455"/>
                <a:gd name="T44" fmla="*/ 121 w 440"/>
                <a:gd name="T45" fmla="*/ 371 h 455"/>
                <a:gd name="T46" fmla="*/ 112 w 440"/>
                <a:gd name="T47" fmla="*/ 425 h 455"/>
                <a:gd name="T48" fmla="*/ 158 w 440"/>
                <a:gd name="T49" fmla="*/ 455 h 455"/>
                <a:gd name="T50" fmla="*/ 390 w 440"/>
                <a:gd name="T51" fmla="*/ 455 h 455"/>
                <a:gd name="T52" fmla="*/ 440 w 440"/>
                <a:gd name="T53" fmla="*/ 405 h 455"/>
                <a:gd name="T54" fmla="*/ 390 w 440"/>
                <a:gd name="T55" fmla="*/ 355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40" h="455">
                  <a:moveTo>
                    <a:pt x="390" y="355"/>
                  </a:moveTo>
                  <a:cubicBezTo>
                    <a:pt x="273" y="355"/>
                    <a:pt x="273" y="355"/>
                    <a:pt x="273" y="355"/>
                  </a:cubicBezTo>
                  <a:cubicBezTo>
                    <a:pt x="314" y="311"/>
                    <a:pt x="314" y="311"/>
                    <a:pt x="314" y="311"/>
                  </a:cubicBezTo>
                  <a:cubicBezTo>
                    <a:pt x="341" y="293"/>
                    <a:pt x="360" y="270"/>
                    <a:pt x="338" y="215"/>
                  </a:cubicBezTo>
                  <a:cubicBezTo>
                    <a:pt x="300" y="134"/>
                    <a:pt x="267" y="93"/>
                    <a:pt x="201" y="39"/>
                  </a:cubicBezTo>
                  <a:cubicBezTo>
                    <a:pt x="153" y="0"/>
                    <a:pt x="101" y="11"/>
                    <a:pt x="77" y="36"/>
                  </a:cubicBezTo>
                  <a:cubicBezTo>
                    <a:pt x="64" y="49"/>
                    <a:pt x="61" y="68"/>
                    <a:pt x="66" y="88"/>
                  </a:cubicBezTo>
                  <a:cubicBezTo>
                    <a:pt x="84" y="73"/>
                    <a:pt x="94" y="60"/>
                    <a:pt x="95" y="60"/>
                  </a:cubicBezTo>
                  <a:cubicBezTo>
                    <a:pt x="102" y="51"/>
                    <a:pt x="114" y="45"/>
                    <a:pt x="126" y="45"/>
                  </a:cubicBezTo>
                  <a:cubicBezTo>
                    <a:pt x="135" y="45"/>
                    <a:pt x="144" y="48"/>
                    <a:pt x="151" y="54"/>
                  </a:cubicBezTo>
                  <a:cubicBezTo>
                    <a:pt x="159" y="60"/>
                    <a:pt x="164" y="70"/>
                    <a:pt x="166" y="80"/>
                  </a:cubicBezTo>
                  <a:cubicBezTo>
                    <a:pt x="167" y="91"/>
                    <a:pt x="164" y="101"/>
                    <a:pt x="157" y="110"/>
                  </a:cubicBezTo>
                  <a:cubicBezTo>
                    <a:pt x="153" y="115"/>
                    <a:pt x="137" y="134"/>
                    <a:pt x="112" y="153"/>
                  </a:cubicBezTo>
                  <a:cubicBezTo>
                    <a:pt x="128" y="169"/>
                    <a:pt x="146" y="185"/>
                    <a:pt x="164" y="203"/>
                  </a:cubicBezTo>
                  <a:cubicBezTo>
                    <a:pt x="52" y="199"/>
                    <a:pt x="52" y="199"/>
                    <a:pt x="52" y="199"/>
                  </a:cubicBezTo>
                  <a:cubicBezTo>
                    <a:pt x="38" y="199"/>
                    <a:pt x="25" y="204"/>
                    <a:pt x="15" y="213"/>
                  </a:cubicBezTo>
                  <a:cubicBezTo>
                    <a:pt x="6" y="222"/>
                    <a:pt x="0" y="235"/>
                    <a:pt x="0" y="249"/>
                  </a:cubicBezTo>
                  <a:cubicBezTo>
                    <a:pt x="0" y="405"/>
                    <a:pt x="0" y="405"/>
                    <a:pt x="0" y="405"/>
                  </a:cubicBezTo>
                  <a:cubicBezTo>
                    <a:pt x="0" y="433"/>
                    <a:pt x="22" y="455"/>
                    <a:pt x="50" y="455"/>
                  </a:cubicBezTo>
                  <a:cubicBezTo>
                    <a:pt x="78" y="455"/>
                    <a:pt x="100" y="433"/>
                    <a:pt x="100" y="405"/>
                  </a:cubicBezTo>
                  <a:cubicBezTo>
                    <a:pt x="100" y="301"/>
                    <a:pt x="100" y="301"/>
                    <a:pt x="100" y="301"/>
                  </a:cubicBezTo>
                  <a:cubicBezTo>
                    <a:pt x="184" y="304"/>
                    <a:pt x="184" y="304"/>
                    <a:pt x="184" y="304"/>
                  </a:cubicBezTo>
                  <a:cubicBezTo>
                    <a:pt x="121" y="371"/>
                    <a:pt x="121" y="371"/>
                    <a:pt x="121" y="371"/>
                  </a:cubicBezTo>
                  <a:cubicBezTo>
                    <a:pt x="108" y="385"/>
                    <a:pt x="104" y="407"/>
                    <a:pt x="112" y="425"/>
                  </a:cubicBezTo>
                  <a:cubicBezTo>
                    <a:pt x="120" y="443"/>
                    <a:pt x="138" y="455"/>
                    <a:pt x="158" y="455"/>
                  </a:cubicBezTo>
                  <a:cubicBezTo>
                    <a:pt x="390" y="455"/>
                    <a:pt x="390" y="455"/>
                    <a:pt x="390" y="455"/>
                  </a:cubicBezTo>
                  <a:cubicBezTo>
                    <a:pt x="418" y="455"/>
                    <a:pt x="440" y="433"/>
                    <a:pt x="440" y="405"/>
                  </a:cubicBezTo>
                  <a:cubicBezTo>
                    <a:pt x="440" y="377"/>
                    <a:pt x="418" y="355"/>
                    <a:pt x="390" y="3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79"/>
            <p:cNvSpPr>
              <a:spLocks/>
            </p:cNvSpPr>
            <p:nvPr/>
          </p:nvSpPr>
          <p:spPr bwMode="auto">
            <a:xfrm>
              <a:off x="1339851" y="5830888"/>
              <a:ext cx="95250" cy="80963"/>
            </a:xfrm>
            <a:custGeom>
              <a:avLst/>
              <a:gdLst>
                <a:gd name="T0" fmla="*/ 16 w 61"/>
                <a:gd name="T1" fmla="*/ 36 h 52"/>
                <a:gd name="T2" fmla="*/ 45 w 61"/>
                <a:gd name="T3" fmla="*/ 47 h 52"/>
                <a:gd name="T4" fmla="*/ 56 w 61"/>
                <a:gd name="T5" fmla="*/ 18 h 52"/>
                <a:gd name="T6" fmla="*/ 54 w 61"/>
                <a:gd name="T7" fmla="*/ 13 h 52"/>
                <a:gd name="T8" fmla="*/ 0 w 61"/>
                <a:gd name="T9" fmla="*/ 0 h 52"/>
                <a:gd name="T10" fmla="*/ 16 w 61"/>
                <a:gd name="T11" fmla="*/ 36 h 52"/>
              </a:gdLst>
              <a:ahLst/>
              <a:cxnLst>
                <a:cxn ang="0">
                  <a:pos x="T0" y="T1"/>
                </a:cxn>
                <a:cxn ang="0">
                  <a:pos x="T2" y="T3"/>
                </a:cxn>
                <a:cxn ang="0">
                  <a:pos x="T4" y="T5"/>
                </a:cxn>
                <a:cxn ang="0">
                  <a:pos x="T6" y="T7"/>
                </a:cxn>
                <a:cxn ang="0">
                  <a:pos x="T8" y="T9"/>
                </a:cxn>
                <a:cxn ang="0">
                  <a:pos x="T10" y="T11"/>
                </a:cxn>
              </a:cxnLst>
              <a:rect l="0" t="0" r="r" b="b"/>
              <a:pathLst>
                <a:path w="61" h="52">
                  <a:moveTo>
                    <a:pt x="16" y="36"/>
                  </a:moveTo>
                  <a:cubicBezTo>
                    <a:pt x="21" y="47"/>
                    <a:pt x="34" y="52"/>
                    <a:pt x="45" y="47"/>
                  </a:cubicBezTo>
                  <a:cubicBezTo>
                    <a:pt x="56" y="41"/>
                    <a:pt x="61" y="29"/>
                    <a:pt x="56" y="18"/>
                  </a:cubicBezTo>
                  <a:cubicBezTo>
                    <a:pt x="54" y="13"/>
                    <a:pt x="54" y="13"/>
                    <a:pt x="54" y="13"/>
                  </a:cubicBezTo>
                  <a:cubicBezTo>
                    <a:pt x="36" y="11"/>
                    <a:pt x="18" y="6"/>
                    <a:pt x="0" y="0"/>
                  </a:cubicBezTo>
                  <a:lnTo>
                    <a:pt x="16"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80"/>
            <p:cNvSpPr>
              <a:spLocks/>
            </p:cNvSpPr>
            <p:nvPr/>
          </p:nvSpPr>
          <p:spPr bwMode="auto">
            <a:xfrm>
              <a:off x="1189038" y="5535613"/>
              <a:ext cx="180975" cy="188913"/>
            </a:xfrm>
            <a:custGeom>
              <a:avLst/>
              <a:gdLst>
                <a:gd name="T0" fmla="*/ 96 w 116"/>
                <a:gd name="T1" fmla="*/ 108 h 122"/>
                <a:gd name="T2" fmla="*/ 107 w 116"/>
                <a:gd name="T3" fmla="*/ 110 h 122"/>
                <a:gd name="T4" fmla="*/ 98 w 116"/>
                <a:gd name="T5" fmla="*/ 90 h 122"/>
                <a:gd name="T6" fmla="*/ 107 w 116"/>
                <a:gd name="T7" fmla="*/ 31 h 122"/>
                <a:gd name="T8" fmla="*/ 57 w 116"/>
                <a:gd name="T9" fmla="*/ 0 h 122"/>
                <a:gd name="T10" fmla="*/ 71 w 116"/>
                <a:gd name="T11" fmla="*/ 31 h 122"/>
                <a:gd name="T12" fmla="*/ 60 w 116"/>
                <a:gd name="T13" fmla="*/ 59 h 122"/>
                <a:gd name="T14" fmla="*/ 31 w 116"/>
                <a:gd name="T15" fmla="*/ 49 h 122"/>
                <a:gd name="T16" fmla="*/ 17 w 116"/>
                <a:gd name="T17" fmla="*/ 18 h 122"/>
                <a:gd name="T18" fmla="*/ 9 w 116"/>
                <a:gd name="T19" fmla="*/ 77 h 122"/>
                <a:gd name="T20" fmla="*/ 59 w 116"/>
                <a:gd name="T21" fmla="*/ 108 h 122"/>
                <a:gd name="T22" fmla="*/ 65 w 116"/>
                <a:gd name="T23" fmla="*/ 122 h 122"/>
                <a:gd name="T24" fmla="*/ 96 w 116"/>
                <a:gd name="T25" fmla="*/ 10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22">
                  <a:moveTo>
                    <a:pt x="96" y="108"/>
                  </a:moveTo>
                  <a:cubicBezTo>
                    <a:pt x="100" y="108"/>
                    <a:pt x="104" y="109"/>
                    <a:pt x="107" y="110"/>
                  </a:cubicBezTo>
                  <a:cubicBezTo>
                    <a:pt x="98" y="90"/>
                    <a:pt x="98" y="90"/>
                    <a:pt x="98" y="90"/>
                  </a:cubicBezTo>
                  <a:cubicBezTo>
                    <a:pt x="112" y="74"/>
                    <a:pt x="116" y="52"/>
                    <a:pt x="107" y="31"/>
                  </a:cubicBezTo>
                  <a:cubicBezTo>
                    <a:pt x="98" y="11"/>
                    <a:pt x="78" y="0"/>
                    <a:pt x="57" y="0"/>
                  </a:cubicBezTo>
                  <a:cubicBezTo>
                    <a:pt x="71" y="31"/>
                    <a:pt x="71" y="31"/>
                    <a:pt x="71" y="31"/>
                  </a:cubicBezTo>
                  <a:cubicBezTo>
                    <a:pt x="76" y="42"/>
                    <a:pt x="71" y="54"/>
                    <a:pt x="60" y="59"/>
                  </a:cubicBezTo>
                  <a:cubicBezTo>
                    <a:pt x="49" y="65"/>
                    <a:pt x="36" y="60"/>
                    <a:pt x="31" y="49"/>
                  </a:cubicBezTo>
                  <a:cubicBezTo>
                    <a:pt x="17" y="18"/>
                    <a:pt x="17" y="18"/>
                    <a:pt x="17" y="18"/>
                  </a:cubicBezTo>
                  <a:cubicBezTo>
                    <a:pt x="4" y="34"/>
                    <a:pt x="0" y="57"/>
                    <a:pt x="9" y="77"/>
                  </a:cubicBezTo>
                  <a:cubicBezTo>
                    <a:pt x="18" y="97"/>
                    <a:pt x="38" y="108"/>
                    <a:pt x="59" y="108"/>
                  </a:cubicBezTo>
                  <a:cubicBezTo>
                    <a:pt x="65" y="122"/>
                    <a:pt x="65" y="122"/>
                    <a:pt x="65" y="122"/>
                  </a:cubicBezTo>
                  <a:cubicBezTo>
                    <a:pt x="73" y="113"/>
                    <a:pt x="84" y="108"/>
                    <a:pt x="96" y="1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81"/>
            <p:cNvSpPr>
              <a:spLocks/>
            </p:cNvSpPr>
            <p:nvPr/>
          </p:nvSpPr>
          <p:spPr bwMode="auto">
            <a:xfrm>
              <a:off x="1282701" y="5603875"/>
              <a:ext cx="508000" cy="238125"/>
            </a:xfrm>
            <a:custGeom>
              <a:avLst/>
              <a:gdLst>
                <a:gd name="T0" fmla="*/ 312 w 328"/>
                <a:gd name="T1" fmla="*/ 11 h 154"/>
                <a:gd name="T2" fmla="*/ 267 w 328"/>
                <a:gd name="T3" fmla="*/ 16 h 154"/>
                <a:gd name="T4" fmla="*/ 267 w 328"/>
                <a:gd name="T5" fmla="*/ 16 h 154"/>
                <a:gd name="T6" fmla="*/ 224 w 328"/>
                <a:gd name="T7" fmla="*/ 54 h 154"/>
                <a:gd name="T8" fmla="*/ 119 w 328"/>
                <a:gd name="T9" fmla="*/ 90 h 154"/>
                <a:gd name="T10" fmla="*/ 48 w 328"/>
                <a:gd name="T11" fmla="*/ 75 h 154"/>
                <a:gd name="T12" fmla="*/ 7 w 328"/>
                <a:gd name="T13" fmla="*/ 92 h 154"/>
                <a:gd name="T14" fmla="*/ 24 w 328"/>
                <a:gd name="T15" fmla="*/ 133 h 154"/>
                <a:gd name="T16" fmla="*/ 119 w 328"/>
                <a:gd name="T17" fmla="*/ 154 h 154"/>
                <a:gd name="T18" fmla="*/ 119 w 328"/>
                <a:gd name="T19" fmla="*/ 154 h 154"/>
                <a:gd name="T20" fmla="*/ 264 w 328"/>
                <a:gd name="T21" fmla="*/ 105 h 154"/>
                <a:gd name="T22" fmla="*/ 317 w 328"/>
                <a:gd name="T23" fmla="*/ 56 h 154"/>
                <a:gd name="T24" fmla="*/ 312 w 328"/>
                <a:gd name="T25" fmla="*/ 11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8" h="154">
                  <a:moveTo>
                    <a:pt x="312" y="11"/>
                  </a:moveTo>
                  <a:cubicBezTo>
                    <a:pt x="298" y="0"/>
                    <a:pt x="278" y="2"/>
                    <a:pt x="267" y="16"/>
                  </a:cubicBezTo>
                  <a:cubicBezTo>
                    <a:pt x="267" y="16"/>
                    <a:pt x="267" y="16"/>
                    <a:pt x="267" y="16"/>
                  </a:cubicBezTo>
                  <a:cubicBezTo>
                    <a:pt x="266" y="17"/>
                    <a:pt x="250" y="36"/>
                    <a:pt x="224" y="54"/>
                  </a:cubicBezTo>
                  <a:cubicBezTo>
                    <a:pt x="198" y="73"/>
                    <a:pt x="162" y="90"/>
                    <a:pt x="119" y="90"/>
                  </a:cubicBezTo>
                  <a:cubicBezTo>
                    <a:pt x="98" y="89"/>
                    <a:pt x="74" y="85"/>
                    <a:pt x="48" y="75"/>
                  </a:cubicBezTo>
                  <a:cubicBezTo>
                    <a:pt x="32" y="68"/>
                    <a:pt x="13" y="75"/>
                    <a:pt x="7" y="92"/>
                  </a:cubicBezTo>
                  <a:cubicBezTo>
                    <a:pt x="0" y="108"/>
                    <a:pt x="7" y="127"/>
                    <a:pt x="24" y="133"/>
                  </a:cubicBezTo>
                  <a:cubicBezTo>
                    <a:pt x="57" y="148"/>
                    <a:pt x="89" y="154"/>
                    <a:pt x="119" y="154"/>
                  </a:cubicBezTo>
                  <a:cubicBezTo>
                    <a:pt x="119" y="154"/>
                    <a:pt x="119" y="154"/>
                    <a:pt x="119" y="154"/>
                  </a:cubicBezTo>
                  <a:cubicBezTo>
                    <a:pt x="181" y="153"/>
                    <a:pt x="230" y="129"/>
                    <a:pt x="264" y="105"/>
                  </a:cubicBezTo>
                  <a:cubicBezTo>
                    <a:pt x="297" y="81"/>
                    <a:pt x="316" y="57"/>
                    <a:pt x="317" y="56"/>
                  </a:cubicBezTo>
                  <a:cubicBezTo>
                    <a:pt x="328" y="42"/>
                    <a:pt x="326" y="22"/>
                    <a:pt x="312"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Rectangle 86"/>
            <p:cNvSpPr>
              <a:spLocks noChangeArrowheads="1"/>
            </p:cNvSpPr>
            <p:nvPr/>
          </p:nvSpPr>
          <p:spPr bwMode="auto">
            <a:xfrm>
              <a:off x="2379663" y="6099175"/>
              <a:ext cx="527050" cy="1301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87"/>
            <p:cNvSpPr>
              <a:spLocks noEditPoints="1"/>
            </p:cNvSpPr>
            <p:nvPr/>
          </p:nvSpPr>
          <p:spPr bwMode="auto">
            <a:xfrm>
              <a:off x="2379663" y="5913438"/>
              <a:ext cx="527050" cy="161925"/>
            </a:xfrm>
            <a:custGeom>
              <a:avLst/>
              <a:gdLst>
                <a:gd name="T0" fmla="*/ 228 w 332"/>
                <a:gd name="T1" fmla="*/ 16 h 102"/>
                <a:gd name="T2" fmla="*/ 236 w 332"/>
                <a:gd name="T3" fmla="*/ 16 h 102"/>
                <a:gd name="T4" fmla="*/ 236 w 332"/>
                <a:gd name="T5" fmla="*/ 0 h 102"/>
                <a:gd name="T6" fmla="*/ 95 w 332"/>
                <a:gd name="T7" fmla="*/ 0 h 102"/>
                <a:gd name="T8" fmla="*/ 95 w 332"/>
                <a:gd name="T9" fmla="*/ 16 h 102"/>
                <a:gd name="T10" fmla="*/ 103 w 332"/>
                <a:gd name="T11" fmla="*/ 16 h 102"/>
                <a:gd name="T12" fmla="*/ 103 w 332"/>
                <a:gd name="T13" fmla="*/ 51 h 102"/>
                <a:gd name="T14" fmla="*/ 0 w 332"/>
                <a:gd name="T15" fmla="*/ 51 h 102"/>
                <a:gd name="T16" fmla="*/ 0 w 332"/>
                <a:gd name="T17" fmla="*/ 102 h 102"/>
                <a:gd name="T18" fmla="*/ 332 w 332"/>
                <a:gd name="T19" fmla="*/ 102 h 102"/>
                <a:gd name="T20" fmla="*/ 332 w 332"/>
                <a:gd name="T21" fmla="*/ 51 h 102"/>
                <a:gd name="T22" fmla="*/ 228 w 332"/>
                <a:gd name="T23" fmla="*/ 51 h 102"/>
                <a:gd name="T24" fmla="*/ 228 w 332"/>
                <a:gd name="T25" fmla="*/ 16 h 102"/>
                <a:gd name="T26" fmla="*/ 131 w 332"/>
                <a:gd name="T27" fmla="*/ 16 h 102"/>
                <a:gd name="T28" fmla="*/ 201 w 332"/>
                <a:gd name="T29" fmla="*/ 16 h 102"/>
                <a:gd name="T30" fmla="*/ 201 w 332"/>
                <a:gd name="T31" fmla="*/ 51 h 102"/>
                <a:gd name="T32" fmla="*/ 131 w 332"/>
                <a:gd name="T33" fmla="*/ 51 h 102"/>
                <a:gd name="T34" fmla="*/ 131 w 332"/>
                <a:gd name="T35" fmla="*/ 16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2" h="102">
                  <a:moveTo>
                    <a:pt x="228" y="16"/>
                  </a:moveTo>
                  <a:lnTo>
                    <a:pt x="236" y="16"/>
                  </a:lnTo>
                  <a:lnTo>
                    <a:pt x="236" y="0"/>
                  </a:lnTo>
                  <a:lnTo>
                    <a:pt x="95" y="0"/>
                  </a:lnTo>
                  <a:lnTo>
                    <a:pt x="95" y="16"/>
                  </a:lnTo>
                  <a:lnTo>
                    <a:pt x="103" y="16"/>
                  </a:lnTo>
                  <a:lnTo>
                    <a:pt x="103" y="51"/>
                  </a:lnTo>
                  <a:lnTo>
                    <a:pt x="0" y="51"/>
                  </a:lnTo>
                  <a:lnTo>
                    <a:pt x="0" y="102"/>
                  </a:lnTo>
                  <a:lnTo>
                    <a:pt x="332" y="102"/>
                  </a:lnTo>
                  <a:lnTo>
                    <a:pt x="332" y="51"/>
                  </a:lnTo>
                  <a:lnTo>
                    <a:pt x="228" y="51"/>
                  </a:lnTo>
                  <a:lnTo>
                    <a:pt x="228" y="16"/>
                  </a:lnTo>
                  <a:close/>
                  <a:moveTo>
                    <a:pt x="131" y="16"/>
                  </a:moveTo>
                  <a:lnTo>
                    <a:pt x="201" y="16"/>
                  </a:lnTo>
                  <a:lnTo>
                    <a:pt x="201" y="51"/>
                  </a:lnTo>
                  <a:lnTo>
                    <a:pt x="131" y="51"/>
                  </a:lnTo>
                  <a:lnTo>
                    <a:pt x="131"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3" name="组合 92"/>
          <p:cNvGrpSpPr/>
          <p:nvPr/>
        </p:nvGrpSpPr>
        <p:grpSpPr>
          <a:xfrm>
            <a:off x="209818" y="3095604"/>
            <a:ext cx="1808691" cy="1669561"/>
            <a:chOff x="527051" y="2986088"/>
            <a:chExt cx="2022475" cy="1866900"/>
          </a:xfrm>
          <a:solidFill>
            <a:schemeClr val="tx1">
              <a:lumMod val="65000"/>
              <a:lumOff val="35000"/>
            </a:schemeClr>
          </a:solidFill>
        </p:grpSpPr>
        <p:sp>
          <p:nvSpPr>
            <p:cNvPr id="94" name="Freeform 88"/>
            <p:cNvSpPr>
              <a:spLocks/>
            </p:cNvSpPr>
            <p:nvPr/>
          </p:nvSpPr>
          <p:spPr bwMode="auto">
            <a:xfrm>
              <a:off x="527051" y="2986088"/>
              <a:ext cx="2022475" cy="1866900"/>
            </a:xfrm>
            <a:custGeom>
              <a:avLst/>
              <a:gdLst>
                <a:gd name="T0" fmla="*/ 1163 w 1304"/>
                <a:gd name="T1" fmla="*/ 66 h 1204"/>
                <a:gd name="T2" fmla="*/ 1210 w 1304"/>
                <a:gd name="T3" fmla="*/ 0 h 1204"/>
                <a:gd name="T4" fmla="*/ 457 w 1304"/>
                <a:gd name="T5" fmla="*/ 66 h 1204"/>
                <a:gd name="T6" fmla="*/ 504 w 1304"/>
                <a:gd name="T7" fmla="*/ 368 h 1204"/>
                <a:gd name="T8" fmla="*/ 535 w 1304"/>
                <a:gd name="T9" fmla="*/ 528 h 1204"/>
                <a:gd name="T10" fmla="*/ 504 w 1304"/>
                <a:gd name="T11" fmla="*/ 585 h 1204"/>
                <a:gd name="T12" fmla="*/ 409 w 1304"/>
                <a:gd name="T13" fmla="*/ 573 h 1204"/>
                <a:gd name="T14" fmla="*/ 392 w 1304"/>
                <a:gd name="T15" fmla="*/ 553 h 1204"/>
                <a:gd name="T16" fmla="*/ 392 w 1304"/>
                <a:gd name="T17" fmla="*/ 553 h 1204"/>
                <a:gd name="T18" fmla="*/ 386 w 1304"/>
                <a:gd name="T19" fmla="*/ 545 h 1204"/>
                <a:gd name="T20" fmla="*/ 257 w 1304"/>
                <a:gd name="T21" fmla="*/ 542 h 1204"/>
                <a:gd name="T22" fmla="*/ 145 w 1304"/>
                <a:gd name="T23" fmla="*/ 815 h 1204"/>
                <a:gd name="T24" fmla="*/ 175 w 1304"/>
                <a:gd name="T25" fmla="*/ 832 h 1204"/>
                <a:gd name="T26" fmla="*/ 236 w 1304"/>
                <a:gd name="T27" fmla="*/ 896 h 1204"/>
                <a:gd name="T28" fmla="*/ 216 w 1304"/>
                <a:gd name="T29" fmla="*/ 1052 h 1204"/>
                <a:gd name="T30" fmla="*/ 260 w 1304"/>
                <a:gd name="T31" fmla="*/ 1126 h 1204"/>
                <a:gd name="T32" fmla="*/ 303 w 1304"/>
                <a:gd name="T33" fmla="*/ 1100 h 1204"/>
                <a:gd name="T34" fmla="*/ 323 w 1304"/>
                <a:gd name="T35" fmla="*/ 847 h 1204"/>
                <a:gd name="T36" fmla="*/ 341 w 1304"/>
                <a:gd name="T37" fmla="*/ 661 h 1204"/>
                <a:gd name="T38" fmla="*/ 296 w 1304"/>
                <a:gd name="T39" fmla="*/ 605 h 1204"/>
                <a:gd name="T40" fmla="*/ 315 w 1304"/>
                <a:gd name="T41" fmla="*/ 552 h 1204"/>
                <a:gd name="T42" fmla="*/ 368 w 1304"/>
                <a:gd name="T43" fmla="*/ 571 h 1204"/>
                <a:gd name="T44" fmla="*/ 372 w 1304"/>
                <a:gd name="T45" fmla="*/ 577 h 1204"/>
                <a:gd name="T46" fmla="*/ 456 w 1304"/>
                <a:gd name="T47" fmla="*/ 623 h 1204"/>
                <a:gd name="T48" fmla="*/ 539 w 1304"/>
                <a:gd name="T49" fmla="*/ 604 h 1204"/>
                <a:gd name="T50" fmla="*/ 570 w 1304"/>
                <a:gd name="T51" fmla="*/ 577 h 1204"/>
                <a:gd name="T52" fmla="*/ 1097 w 1304"/>
                <a:gd name="T53" fmla="*/ 66 h 1204"/>
                <a:gd name="T54" fmla="*/ 570 w 1304"/>
                <a:gd name="T55" fmla="*/ 1138 h 1204"/>
                <a:gd name="T56" fmla="*/ 555 w 1304"/>
                <a:gd name="T57" fmla="*/ 681 h 1204"/>
                <a:gd name="T58" fmla="*/ 528 w 1304"/>
                <a:gd name="T59" fmla="*/ 707 h 1204"/>
                <a:gd name="T60" fmla="*/ 504 w 1304"/>
                <a:gd name="T61" fmla="*/ 717 h 1204"/>
                <a:gd name="T62" fmla="*/ 0 w 1304"/>
                <a:gd name="T63" fmla="*/ 1138 h 1204"/>
                <a:gd name="T64" fmla="*/ 1304 w 1304"/>
                <a:gd name="T65" fmla="*/ 1204 h 1204"/>
                <a:gd name="T66" fmla="*/ 1163 w 1304"/>
                <a:gd name="T67" fmla="*/ 1138 h 1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04" h="1204">
                  <a:moveTo>
                    <a:pt x="1163" y="1138"/>
                  </a:moveTo>
                  <a:cubicBezTo>
                    <a:pt x="1163" y="66"/>
                    <a:pt x="1163" y="66"/>
                    <a:pt x="1163" y="66"/>
                  </a:cubicBezTo>
                  <a:cubicBezTo>
                    <a:pt x="1210" y="66"/>
                    <a:pt x="1210" y="66"/>
                    <a:pt x="1210" y="66"/>
                  </a:cubicBezTo>
                  <a:cubicBezTo>
                    <a:pt x="1210" y="0"/>
                    <a:pt x="1210" y="0"/>
                    <a:pt x="1210" y="0"/>
                  </a:cubicBezTo>
                  <a:cubicBezTo>
                    <a:pt x="457" y="0"/>
                    <a:pt x="457" y="0"/>
                    <a:pt x="457" y="0"/>
                  </a:cubicBezTo>
                  <a:cubicBezTo>
                    <a:pt x="457" y="66"/>
                    <a:pt x="457" y="66"/>
                    <a:pt x="457" y="66"/>
                  </a:cubicBezTo>
                  <a:cubicBezTo>
                    <a:pt x="504" y="66"/>
                    <a:pt x="504" y="66"/>
                    <a:pt x="504" y="66"/>
                  </a:cubicBezTo>
                  <a:cubicBezTo>
                    <a:pt x="504" y="368"/>
                    <a:pt x="504" y="368"/>
                    <a:pt x="504" y="368"/>
                  </a:cubicBezTo>
                  <a:cubicBezTo>
                    <a:pt x="516" y="373"/>
                    <a:pt x="526" y="380"/>
                    <a:pt x="535" y="389"/>
                  </a:cubicBezTo>
                  <a:cubicBezTo>
                    <a:pt x="573" y="427"/>
                    <a:pt x="573" y="490"/>
                    <a:pt x="535" y="528"/>
                  </a:cubicBezTo>
                  <a:cubicBezTo>
                    <a:pt x="526" y="536"/>
                    <a:pt x="515" y="543"/>
                    <a:pt x="504" y="548"/>
                  </a:cubicBezTo>
                  <a:cubicBezTo>
                    <a:pt x="504" y="585"/>
                    <a:pt x="504" y="585"/>
                    <a:pt x="504" y="585"/>
                  </a:cubicBezTo>
                  <a:cubicBezTo>
                    <a:pt x="488" y="591"/>
                    <a:pt x="474" y="594"/>
                    <a:pt x="463" y="594"/>
                  </a:cubicBezTo>
                  <a:cubicBezTo>
                    <a:pt x="438" y="593"/>
                    <a:pt x="421" y="584"/>
                    <a:pt x="409" y="573"/>
                  </a:cubicBezTo>
                  <a:cubicBezTo>
                    <a:pt x="403" y="567"/>
                    <a:pt x="398" y="562"/>
                    <a:pt x="395" y="558"/>
                  </a:cubicBezTo>
                  <a:cubicBezTo>
                    <a:pt x="394" y="556"/>
                    <a:pt x="393" y="554"/>
                    <a:pt x="392" y="553"/>
                  </a:cubicBezTo>
                  <a:cubicBezTo>
                    <a:pt x="392" y="553"/>
                    <a:pt x="392" y="553"/>
                    <a:pt x="392" y="553"/>
                  </a:cubicBezTo>
                  <a:cubicBezTo>
                    <a:pt x="392" y="553"/>
                    <a:pt x="392" y="553"/>
                    <a:pt x="392" y="553"/>
                  </a:cubicBezTo>
                  <a:cubicBezTo>
                    <a:pt x="392" y="553"/>
                    <a:pt x="392" y="553"/>
                    <a:pt x="392" y="553"/>
                  </a:cubicBezTo>
                  <a:cubicBezTo>
                    <a:pt x="390" y="550"/>
                    <a:pt x="388" y="547"/>
                    <a:pt x="386" y="545"/>
                  </a:cubicBezTo>
                  <a:cubicBezTo>
                    <a:pt x="384" y="543"/>
                    <a:pt x="383" y="541"/>
                    <a:pt x="381" y="539"/>
                  </a:cubicBezTo>
                  <a:cubicBezTo>
                    <a:pt x="357" y="514"/>
                    <a:pt x="305" y="503"/>
                    <a:pt x="257" y="542"/>
                  </a:cubicBezTo>
                  <a:cubicBezTo>
                    <a:pt x="191" y="596"/>
                    <a:pt x="158" y="637"/>
                    <a:pt x="119" y="718"/>
                  </a:cubicBezTo>
                  <a:cubicBezTo>
                    <a:pt x="98" y="774"/>
                    <a:pt x="117" y="797"/>
                    <a:pt x="145" y="815"/>
                  </a:cubicBezTo>
                  <a:cubicBezTo>
                    <a:pt x="148" y="817"/>
                    <a:pt x="151" y="819"/>
                    <a:pt x="155" y="821"/>
                  </a:cubicBezTo>
                  <a:cubicBezTo>
                    <a:pt x="162" y="826"/>
                    <a:pt x="169" y="829"/>
                    <a:pt x="175" y="832"/>
                  </a:cubicBezTo>
                  <a:cubicBezTo>
                    <a:pt x="184" y="837"/>
                    <a:pt x="196" y="846"/>
                    <a:pt x="208" y="857"/>
                  </a:cubicBezTo>
                  <a:cubicBezTo>
                    <a:pt x="218" y="868"/>
                    <a:pt x="229" y="881"/>
                    <a:pt x="236" y="896"/>
                  </a:cubicBezTo>
                  <a:cubicBezTo>
                    <a:pt x="243" y="911"/>
                    <a:pt x="247" y="927"/>
                    <a:pt x="248" y="948"/>
                  </a:cubicBezTo>
                  <a:cubicBezTo>
                    <a:pt x="247" y="974"/>
                    <a:pt x="240" y="1008"/>
                    <a:pt x="216" y="1052"/>
                  </a:cubicBezTo>
                  <a:cubicBezTo>
                    <a:pt x="202" y="1076"/>
                    <a:pt x="211" y="1106"/>
                    <a:pt x="235" y="1120"/>
                  </a:cubicBezTo>
                  <a:cubicBezTo>
                    <a:pt x="243" y="1124"/>
                    <a:pt x="251" y="1126"/>
                    <a:pt x="260" y="1126"/>
                  </a:cubicBezTo>
                  <a:cubicBezTo>
                    <a:pt x="277" y="1126"/>
                    <a:pt x="294" y="1117"/>
                    <a:pt x="303" y="1100"/>
                  </a:cubicBezTo>
                  <a:cubicBezTo>
                    <a:pt x="303" y="1100"/>
                    <a:pt x="303" y="1100"/>
                    <a:pt x="303" y="1100"/>
                  </a:cubicBezTo>
                  <a:cubicBezTo>
                    <a:pt x="334" y="1045"/>
                    <a:pt x="348" y="994"/>
                    <a:pt x="348" y="948"/>
                  </a:cubicBezTo>
                  <a:cubicBezTo>
                    <a:pt x="348" y="909"/>
                    <a:pt x="338" y="875"/>
                    <a:pt x="323" y="847"/>
                  </a:cubicBezTo>
                  <a:cubicBezTo>
                    <a:pt x="301" y="805"/>
                    <a:pt x="271" y="777"/>
                    <a:pt x="246" y="759"/>
                  </a:cubicBezTo>
                  <a:cubicBezTo>
                    <a:pt x="273" y="722"/>
                    <a:pt x="311" y="690"/>
                    <a:pt x="341" y="661"/>
                  </a:cubicBezTo>
                  <a:cubicBezTo>
                    <a:pt x="338" y="659"/>
                    <a:pt x="335" y="657"/>
                    <a:pt x="333" y="654"/>
                  </a:cubicBezTo>
                  <a:cubicBezTo>
                    <a:pt x="311" y="634"/>
                    <a:pt x="299" y="613"/>
                    <a:pt x="296" y="605"/>
                  </a:cubicBezTo>
                  <a:cubicBezTo>
                    <a:pt x="291" y="595"/>
                    <a:pt x="290" y="584"/>
                    <a:pt x="294" y="574"/>
                  </a:cubicBezTo>
                  <a:cubicBezTo>
                    <a:pt x="298" y="564"/>
                    <a:pt x="305" y="556"/>
                    <a:pt x="315" y="552"/>
                  </a:cubicBezTo>
                  <a:cubicBezTo>
                    <a:pt x="320" y="549"/>
                    <a:pt x="326" y="548"/>
                    <a:pt x="332" y="548"/>
                  </a:cubicBezTo>
                  <a:cubicBezTo>
                    <a:pt x="347" y="548"/>
                    <a:pt x="361" y="557"/>
                    <a:pt x="368" y="571"/>
                  </a:cubicBezTo>
                  <a:cubicBezTo>
                    <a:pt x="368" y="571"/>
                    <a:pt x="368" y="571"/>
                    <a:pt x="368" y="572"/>
                  </a:cubicBezTo>
                  <a:cubicBezTo>
                    <a:pt x="369" y="573"/>
                    <a:pt x="370" y="575"/>
                    <a:pt x="372" y="577"/>
                  </a:cubicBezTo>
                  <a:cubicBezTo>
                    <a:pt x="375" y="582"/>
                    <a:pt x="380" y="589"/>
                    <a:pt x="388" y="596"/>
                  </a:cubicBezTo>
                  <a:cubicBezTo>
                    <a:pt x="400" y="608"/>
                    <a:pt x="420" y="623"/>
                    <a:pt x="456" y="623"/>
                  </a:cubicBezTo>
                  <a:cubicBezTo>
                    <a:pt x="476" y="623"/>
                    <a:pt x="499" y="618"/>
                    <a:pt x="524" y="607"/>
                  </a:cubicBezTo>
                  <a:cubicBezTo>
                    <a:pt x="529" y="605"/>
                    <a:pt x="534" y="604"/>
                    <a:pt x="539" y="604"/>
                  </a:cubicBezTo>
                  <a:cubicBezTo>
                    <a:pt x="552" y="587"/>
                    <a:pt x="552" y="587"/>
                    <a:pt x="552" y="587"/>
                  </a:cubicBezTo>
                  <a:cubicBezTo>
                    <a:pt x="556" y="582"/>
                    <a:pt x="563" y="578"/>
                    <a:pt x="570" y="577"/>
                  </a:cubicBezTo>
                  <a:cubicBezTo>
                    <a:pt x="570" y="66"/>
                    <a:pt x="570" y="66"/>
                    <a:pt x="570" y="66"/>
                  </a:cubicBezTo>
                  <a:cubicBezTo>
                    <a:pt x="1097" y="66"/>
                    <a:pt x="1097" y="66"/>
                    <a:pt x="1097" y="66"/>
                  </a:cubicBezTo>
                  <a:cubicBezTo>
                    <a:pt x="1097" y="1138"/>
                    <a:pt x="1097" y="1138"/>
                    <a:pt x="1097" y="1138"/>
                  </a:cubicBezTo>
                  <a:cubicBezTo>
                    <a:pt x="570" y="1138"/>
                    <a:pt x="570" y="1138"/>
                    <a:pt x="570" y="1138"/>
                  </a:cubicBezTo>
                  <a:cubicBezTo>
                    <a:pt x="570" y="670"/>
                    <a:pt x="570" y="670"/>
                    <a:pt x="570" y="670"/>
                  </a:cubicBezTo>
                  <a:cubicBezTo>
                    <a:pt x="566" y="675"/>
                    <a:pt x="561" y="678"/>
                    <a:pt x="555" y="681"/>
                  </a:cubicBezTo>
                  <a:cubicBezTo>
                    <a:pt x="552" y="682"/>
                    <a:pt x="549" y="683"/>
                    <a:pt x="546" y="684"/>
                  </a:cubicBezTo>
                  <a:cubicBezTo>
                    <a:pt x="528" y="707"/>
                    <a:pt x="528" y="707"/>
                    <a:pt x="528" y="707"/>
                  </a:cubicBezTo>
                  <a:cubicBezTo>
                    <a:pt x="523" y="713"/>
                    <a:pt x="515" y="717"/>
                    <a:pt x="507" y="717"/>
                  </a:cubicBezTo>
                  <a:cubicBezTo>
                    <a:pt x="506" y="717"/>
                    <a:pt x="505" y="717"/>
                    <a:pt x="504" y="717"/>
                  </a:cubicBezTo>
                  <a:cubicBezTo>
                    <a:pt x="504" y="1138"/>
                    <a:pt x="504" y="1138"/>
                    <a:pt x="504" y="1138"/>
                  </a:cubicBezTo>
                  <a:cubicBezTo>
                    <a:pt x="0" y="1138"/>
                    <a:pt x="0" y="1138"/>
                    <a:pt x="0" y="1138"/>
                  </a:cubicBezTo>
                  <a:cubicBezTo>
                    <a:pt x="0" y="1204"/>
                    <a:pt x="0" y="1204"/>
                    <a:pt x="0" y="1204"/>
                  </a:cubicBezTo>
                  <a:cubicBezTo>
                    <a:pt x="1304" y="1204"/>
                    <a:pt x="1304" y="1204"/>
                    <a:pt x="1304" y="1204"/>
                  </a:cubicBezTo>
                  <a:cubicBezTo>
                    <a:pt x="1304" y="1138"/>
                    <a:pt x="1304" y="1138"/>
                    <a:pt x="1304" y="1138"/>
                  </a:cubicBezTo>
                  <a:lnTo>
                    <a:pt x="1163" y="1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89"/>
            <p:cNvSpPr>
              <a:spLocks noEditPoints="1"/>
            </p:cNvSpPr>
            <p:nvPr/>
          </p:nvSpPr>
          <p:spPr bwMode="auto">
            <a:xfrm>
              <a:off x="1439863" y="3117850"/>
              <a:ext cx="758825" cy="1603375"/>
            </a:xfrm>
            <a:custGeom>
              <a:avLst/>
              <a:gdLst>
                <a:gd name="T0" fmla="*/ 489 w 489"/>
                <a:gd name="T1" fmla="*/ 1034 h 1034"/>
                <a:gd name="T2" fmla="*/ 489 w 489"/>
                <a:gd name="T3" fmla="*/ 0 h 1034"/>
                <a:gd name="T4" fmla="*/ 0 w 489"/>
                <a:gd name="T5" fmla="*/ 0 h 1034"/>
                <a:gd name="T6" fmla="*/ 0 w 489"/>
                <a:gd name="T7" fmla="*/ 478 h 1034"/>
                <a:gd name="T8" fmla="*/ 16 w 489"/>
                <a:gd name="T9" fmla="*/ 458 h 1034"/>
                <a:gd name="T10" fmla="*/ 18 w 489"/>
                <a:gd name="T11" fmla="*/ 455 h 1034"/>
                <a:gd name="T12" fmla="*/ 51 w 489"/>
                <a:gd name="T13" fmla="*/ 414 h 1034"/>
                <a:gd name="T14" fmla="*/ 56 w 489"/>
                <a:gd name="T15" fmla="*/ 408 h 1034"/>
                <a:gd name="T16" fmla="*/ 56 w 489"/>
                <a:gd name="T17" fmla="*/ 408 h 1034"/>
                <a:gd name="T18" fmla="*/ 56 w 489"/>
                <a:gd name="T19" fmla="*/ 319 h 1034"/>
                <a:gd name="T20" fmla="*/ 216 w 489"/>
                <a:gd name="T21" fmla="*/ 319 h 1034"/>
                <a:gd name="T22" fmla="*/ 216 w 489"/>
                <a:gd name="T23" fmla="*/ 620 h 1034"/>
                <a:gd name="T24" fmla="*/ 56 w 489"/>
                <a:gd name="T25" fmla="*/ 620 h 1034"/>
                <a:gd name="T26" fmla="*/ 56 w 489"/>
                <a:gd name="T27" fmla="*/ 498 h 1034"/>
                <a:gd name="T28" fmla="*/ 42 w 489"/>
                <a:gd name="T29" fmla="*/ 498 h 1034"/>
                <a:gd name="T30" fmla="*/ 42 w 489"/>
                <a:gd name="T31" fmla="*/ 569 h 1034"/>
                <a:gd name="T32" fmla="*/ 28 w 489"/>
                <a:gd name="T33" fmla="*/ 583 h 1034"/>
                <a:gd name="T34" fmla="*/ 14 w 489"/>
                <a:gd name="T35" fmla="*/ 569 h 1034"/>
                <a:gd name="T36" fmla="*/ 14 w 489"/>
                <a:gd name="T37" fmla="*/ 506 h 1034"/>
                <a:gd name="T38" fmla="*/ 11 w 489"/>
                <a:gd name="T39" fmla="*/ 510 h 1034"/>
                <a:gd name="T40" fmla="*/ 7 w 489"/>
                <a:gd name="T41" fmla="*/ 537 h 1034"/>
                <a:gd name="T42" fmla="*/ 0 w 489"/>
                <a:gd name="T43" fmla="*/ 546 h 1034"/>
                <a:gd name="T44" fmla="*/ 0 w 489"/>
                <a:gd name="T45" fmla="*/ 1034 h 1034"/>
                <a:gd name="T46" fmla="*/ 489 w 489"/>
                <a:gd name="T47" fmla="*/ 1034 h 1034"/>
                <a:gd name="T48" fmla="*/ 273 w 489"/>
                <a:gd name="T49" fmla="*/ 56 h 1034"/>
                <a:gd name="T50" fmla="*/ 432 w 489"/>
                <a:gd name="T51" fmla="*/ 56 h 1034"/>
                <a:gd name="T52" fmla="*/ 432 w 489"/>
                <a:gd name="T53" fmla="*/ 263 h 1034"/>
                <a:gd name="T54" fmla="*/ 273 w 489"/>
                <a:gd name="T55" fmla="*/ 263 h 1034"/>
                <a:gd name="T56" fmla="*/ 273 w 489"/>
                <a:gd name="T57" fmla="*/ 56 h 1034"/>
                <a:gd name="T58" fmla="*/ 273 w 489"/>
                <a:gd name="T59" fmla="*/ 319 h 1034"/>
                <a:gd name="T60" fmla="*/ 432 w 489"/>
                <a:gd name="T61" fmla="*/ 319 h 1034"/>
                <a:gd name="T62" fmla="*/ 432 w 489"/>
                <a:gd name="T63" fmla="*/ 620 h 1034"/>
                <a:gd name="T64" fmla="*/ 273 w 489"/>
                <a:gd name="T65" fmla="*/ 620 h 1034"/>
                <a:gd name="T66" fmla="*/ 273 w 489"/>
                <a:gd name="T67" fmla="*/ 319 h 1034"/>
                <a:gd name="T68" fmla="*/ 273 w 489"/>
                <a:gd name="T69" fmla="*/ 677 h 1034"/>
                <a:gd name="T70" fmla="*/ 432 w 489"/>
                <a:gd name="T71" fmla="*/ 677 h 1034"/>
                <a:gd name="T72" fmla="*/ 432 w 489"/>
                <a:gd name="T73" fmla="*/ 978 h 1034"/>
                <a:gd name="T74" fmla="*/ 273 w 489"/>
                <a:gd name="T75" fmla="*/ 978 h 1034"/>
                <a:gd name="T76" fmla="*/ 273 w 489"/>
                <a:gd name="T77" fmla="*/ 677 h 1034"/>
                <a:gd name="T78" fmla="*/ 56 w 489"/>
                <a:gd name="T79" fmla="*/ 263 h 1034"/>
                <a:gd name="T80" fmla="*/ 56 w 489"/>
                <a:gd name="T81" fmla="*/ 56 h 1034"/>
                <a:gd name="T82" fmla="*/ 216 w 489"/>
                <a:gd name="T83" fmla="*/ 56 h 1034"/>
                <a:gd name="T84" fmla="*/ 216 w 489"/>
                <a:gd name="T85" fmla="*/ 263 h 1034"/>
                <a:gd name="T86" fmla="*/ 56 w 489"/>
                <a:gd name="T87" fmla="*/ 263 h 1034"/>
                <a:gd name="T88" fmla="*/ 56 w 489"/>
                <a:gd name="T89" fmla="*/ 677 h 1034"/>
                <a:gd name="T90" fmla="*/ 216 w 489"/>
                <a:gd name="T91" fmla="*/ 677 h 1034"/>
                <a:gd name="T92" fmla="*/ 216 w 489"/>
                <a:gd name="T93" fmla="*/ 978 h 1034"/>
                <a:gd name="T94" fmla="*/ 56 w 489"/>
                <a:gd name="T95" fmla="*/ 978 h 1034"/>
                <a:gd name="T96" fmla="*/ 56 w 489"/>
                <a:gd name="T97" fmla="*/ 677 h 10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89" h="1034">
                  <a:moveTo>
                    <a:pt x="489" y="1034"/>
                  </a:moveTo>
                  <a:cubicBezTo>
                    <a:pt x="489" y="0"/>
                    <a:pt x="489" y="0"/>
                    <a:pt x="489" y="0"/>
                  </a:cubicBezTo>
                  <a:cubicBezTo>
                    <a:pt x="0" y="0"/>
                    <a:pt x="0" y="0"/>
                    <a:pt x="0" y="0"/>
                  </a:cubicBezTo>
                  <a:cubicBezTo>
                    <a:pt x="0" y="478"/>
                    <a:pt x="0" y="478"/>
                    <a:pt x="0" y="478"/>
                  </a:cubicBezTo>
                  <a:cubicBezTo>
                    <a:pt x="16" y="458"/>
                    <a:pt x="16" y="458"/>
                    <a:pt x="16" y="458"/>
                  </a:cubicBezTo>
                  <a:cubicBezTo>
                    <a:pt x="16" y="457"/>
                    <a:pt x="17" y="456"/>
                    <a:pt x="18" y="455"/>
                  </a:cubicBezTo>
                  <a:cubicBezTo>
                    <a:pt x="51" y="414"/>
                    <a:pt x="51" y="414"/>
                    <a:pt x="51" y="414"/>
                  </a:cubicBezTo>
                  <a:cubicBezTo>
                    <a:pt x="56" y="408"/>
                    <a:pt x="56" y="408"/>
                    <a:pt x="56" y="408"/>
                  </a:cubicBezTo>
                  <a:cubicBezTo>
                    <a:pt x="56" y="408"/>
                    <a:pt x="56" y="408"/>
                    <a:pt x="56" y="408"/>
                  </a:cubicBezTo>
                  <a:cubicBezTo>
                    <a:pt x="56" y="319"/>
                    <a:pt x="56" y="319"/>
                    <a:pt x="56" y="319"/>
                  </a:cubicBezTo>
                  <a:cubicBezTo>
                    <a:pt x="216" y="319"/>
                    <a:pt x="216" y="319"/>
                    <a:pt x="216" y="319"/>
                  </a:cubicBezTo>
                  <a:cubicBezTo>
                    <a:pt x="216" y="620"/>
                    <a:pt x="216" y="620"/>
                    <a:pt x="216" y="620"/>
                  </a:cubicBezTo>
                  <a:cubicBezTo>
                    <a:pt x="56" y="620"/>
                    <a:pt x="56" y="620"/>
                    <a:pt x="56" y="620"/>
                  </a:cubicBezTo>
                  <a:cubicBezTo>
                    <a:pt x="56" y="498"/>
                    <a:pt x="56" y="498"/>
                    <a:pt x="56" y="498"/>
                  </a:cubicBezTo>
                  <a:cubicBezTo>
                    <a:pt x="42" y="498"/>
                    <a:pt x="42" y="498"/>
                    <a:pt x="42" y="498"/>
                  </a:cubicBezTo>
                  <a:cubicBezTo>
                    <a:pt x="42" y="569"/>
                    <a:pt x="42" y="569"/>
                    <a:pt x="42" y="569"/>
                  </a:cubicBezTo>
                  <a:cubicBezTo>
                    <a:pt x="42" y="577"/>
                    <a:pt x="36" y="583"/>
                    <a:pt x="28" y="583"/>
                  </a:cubicBezTo>
                  <a:cubicBezTo>
                    <a:pt x="20" y="583"/>
                    <a:pt x="14" y="577"/>
                    <a:pt x="14" y="569"/>
                  </a:cubicBezTo>
                  <a:cubicBezTo>
                    <a:pt x="14" y="506"/>
                    <a:pt x="14" y="506"/>
                    <a:pt x="14" y="506"/>
                  </a:cubicBezTo>
                  <a:cubicBezTo>
                    <a:pt x="11" y="510"/>
                    <a:pt x="11" y="510"/>
                    <a:pt x="11" y="510"/>
                  </a:cubicBezTo>
                  <a:cubicBezTo>
                    <a:pt x="14" y="519"/>
                    <a:pt x="13" y="529"/>
                    <a:pt x="7" y="537"/>
                  </a:cubicBezTo>
                  <a:cubicBezTo>
                    <a:pt x="0" y="546"/>
                    <a:pt x="0" y="546"/>
                    <a:pt x="0" y="546"/>
                  </a:cubicBezTo>
                  <a:cubicBezTo>
                    <a:pt x="0" y="1034"/>
                    <a:pt x="0" y="1034"/>
                    <a:pt x="0" y="1034"/>
                  </a:cubicBezTo>
                  <a:lnTo>
                    <a:pt x="489" y="1034"/>
                  </a:lnTo>
                  <a:close/>
                  <a:moveTo>
                    <a:pt x="273" y="56"/>
                  </a:moveTo>
                  <a:cubicBezTo>
                    <a:pt x="432" y="56"/>
                    <a:pt x="432" y="56"/>
                    <a:pt x="432" y="56"/>
                  </a:cubicBezTo>
                  <a:cubicBezTo>
                    <a:pt x="432" y="263"/>
                    <a:pt x="432" y="263"/>
                    <a:pt x="432" y="263"/>
                  </a:cubicBezTo>
                  <a:cubicBezTo>
                    <a:pt x="273" y="263"/>
                    <a:pt x="273" y="263"/>
                    <a:pt x="273" y="263"/>
                  </a:cubicBezTo>
                  <a:lnTo>
                    <a:pt x="273" y="56"/>
                  </a:lnTo>
                  <a:close/>
                  <a:moveTo>
                    <a:pt x="273" y="319"/>
                  </a:moveTo>
                  <a:cubicBezTo>
                    <a:pt x="432" y="319"/>
                    <a:pt x="432" y="319"/>
                    <a:pt x="432" y="319"/>
                  </a:cubicBezTo>
                  <a:cubicBezTo>
                    <a:pt x="432" y="620"/>
                    <a:pt x="432" y="620"/>
                    <a:pt x="432" y="620"/>
                  </a:cubicBezTo>
                  <a:cubicBezTo>
                    <a:pt x="273" y="620"/>
                    <a:pt x="273" y="620"/>
                    <a:pt x="273" y="620"/>
                  </a:cubicBezTo>
                  <a:lnTo>
                    <a:pt x="273" y="319"/>
                  </a:lnTo>
                  <a:close/>
                  <a:moveTo>
                    <a:pt x="273" y="677"/>
                  </a:moveTo>
                  <a:cubicBezTo>
                    <a:pt x="432" y="677"/>
                    <a:pt x="432" y="677"/>
                    <a:pt x="432" y="677"/>
                  </a:cubicBezTo>
                  <a:cubicBezTo>
                    <a:pt x="432" y="978"/>
                    <a:pt x="432" y="978"/>
                    <a:pt x="432" y="978"/>
                  </a:cubicBezTo>
                  <a:cubicBezTo>
                    <a:pt x="273" y="978"/>
                    <a:pt x="273" y="978"/>
                    <a:pt x="273" y="978"/>
                  </a:cubicBezTo>
                  <a:lnTo>
                    <a:pt x="273" y="677"/>
                  </a:lnTo>
                  <a:close/>
                  <a:moveTo>
                    <a:pt x="56" y="263"/>
                  </a:moveTo>
                  <a:cubicBezTo>
                    <a:pt x="56" y="56"/>
                    <a:pt x="56" y="56"/>
                    <a:pt x="56" y="56"/>
                  </a:cubicBezTo>
                  <a:cubicBezTo>
                    <a:pt x="216" y="56"/>
                    <a:pt x="216" y="56"/>
                    <a:pt x="216" y="56"/>
                  </a:cubicBezTo>
                  <a:cubicBezTo>
                    <a:pt x="216" y="263"/>
                    <a:pt x="216" y="263"/>
                    <a:pt x="216" y="263"/>
                  </a:cubicBezTo>
                  <a:lnTo>
                    <a:pt x="56" y="263"/>
                  </a:lnTo>
                  <a:close/>
                  <a:moveTo>
                    <a:pt x="56" y="677"/>
                  </a:moveTo>
                  <a:cubicBezTo>
                    <a:pt x="216" y="677"/>
                    <a:pt x="216" y="677"/>
                    <a:pt x="216" y="677"/>
                  </a:cubicBezTo>
                  <a:cubicBezTo>
                    <a:pt x="216" y="978"/>
                    <a:pt x="216" y="978"/>
                    <a:pt x="216" y="978"/>
                  </a:cubicBezTo>
                  <a:cubicBezTo>
                    <a:pt x="56" y="978"/>
                    <a:pt x="56" y="978"/>
                    <a:pt x="56" y="978"/>
                  </a:cubicBezTo>
                  <a:lnTo>
                    <a:pt x="56" y="6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90"/>
            <p:cNvSpPr>
              <a:spLocks/>
            </p:cNvSpPr>
            <p:nvPr/>
          </p:nvSpPr>
          <p:spPr bwMode="auto">
            <a:xfrm>
              <a:off x="1506538" y="3817938"/>
              <a:ext cx="20638" cy="42863"/>
            </a:xfrm>
            <a:custGeom>
              <a:avLst/>
              <a:gdLst>
                <a:gd name="T0" fmla="*/ 0 w 13"/>
                <a:gd name="T1" fmla="*/ 18 h 27"/>
                <a:gd name="T2" fmla="*/ 0 w 13"/>
                <a:gd name="T3" fmla="*/ 27 h 27"/>
                <a:gd name="T4" fmla="*/ 13 w 13"/>
                <a:gd name="T5" fmla="*/ 27 h 27"/>
                <a:gd name="T6" fmla="*/ 13 w 13"/>
                <a:gd name="T7" fmla="*/ 0 h 27"/>
                <a:gd name="T8" fmla="*/ 0 w 13"/>
                <a:gd name="T9" fmla="*/ 18 h 27"/>
              </a:gdLst>
              <a:ahLst/>
              <a:cxnLst>
                <a:cxn ang="0">
                  <a:pos x="T0" y="T1"/>
                </a:cxn>
                <a:cxn ang="0">
                  <a:pos x="T2" y="T3"/>
                </a:cxn>
                <a:cxn ang="0">
                  <a:pos x="T4" y="T5"/>
                </a:cxn>
                <a:cxn ang="0">
                  <a:pos x="T6" y="T7"/>
                </a:cxn>
                <a:cxn ang="0">
                  <a:pos x="T8" y="T9"/>
                </a:cxn>
              </a:cxnLst>
              <a:rect l="0" t="0" r="r" b="b"/>
              <a:pathLst>
                <a:path w="13" h="27">
                  <a:moveTo>
                    <a:pt x="0" y="18"/>
                  </a:moveTo>
                  <a:lnTo>
                    <a:pt x="0" y="27"/>
                  </a:lnTo>
                  <a:lnTo>
                    <a:pt x="13" y="27"/>
                  </a:lnTo>
                  <a:lnTo>
                    <a:pt x="13" y="0"/>
                  </a:lnTo>
                  <a:lnTo>
                    <a:pt x="0"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Rectangle 91"/>
            <p:cNvSpPr>
              <a:spLocks noChangeArrowheads="1"/>
            </p:cNvSpPr>
            <p:nvPr/>
          </p:nvSpPr>
          <p:spPr bwMode="auto">
            <a:xfrm>
              <a:off x="1543051" y="3217863"/>
              <a:ext cx="219075" cy="293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Rectangle 92"/>
            <p:cNvSpPr>
              <a:spLocks noChangeArrowheads="1"/>
            </p:cNvSpPr>
            <p:nvPr/>
          </p:nvSpPr>
          <p:spPr bwMode="auto">
            <a:xfrm>
              <a:off x="1878013" y="3217863"/>
              <a:ext cx="219075" cy="293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Rectangle 93"/>
            <p:cNvSpPr>
              <a:spLocks noChangeArrowheads="1"/>
            </p:cNvSpPr>
            <p:nvPr/>
          </p:nvSpPr>
          <p:spPr bwMode="auto">
            <a:xfrm>
              <a:off x="1543051" y="4181475"/>
              <a:ext cx="219075" cy="4381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Rectangle 94"/>
            <p:cNvSpPr>
              <a:spLocks noChangeArrowheads="1"/>
            </p:cNvSpPr>
            <p:nvPr/>
          </p:nvSpPr>
          <p:spPr bwMode="auto">
            <a:xfrm>
              <a:off x="1878013" y="4181475"/>
              <a:ext cx="219075" cy="4381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95"/>
            <p:cNvSpPr>
              <a:spLocks/>
            </p:cNvSpPr>
            <p:nvPr/>
          </p:nvSpPr>
          <p:spPr bwMode="auto">
            <a:xfrm>
              <a:off x="1543051" y="3627438"/>
              <a:ext cx="219075" cy="438150"/>
            </a:xfrm>
            <a:custGeom>
              <a:avLst/>
              <a:gdLst>
                <a:gd name="T0" fmla="*/ 6 w 141"/>
                <a:gd name="T1" fmla="*/ 91 h 282"/>
                <a:gd name="T2" fmla="*/ 12 w 141"/>
                <a:gd name="T3" fmla="*/ 96 h 282"/>
                <a:gd name="T4" fmla="*/ 7 w 141"/>
                <a:gd name="T5" fmla="*/ 102 h 282"/>
                <a:gd name="T6" fmla="*/ 0 w 141"/>
                <a:gd name="T7" fmla="*/ 112 h 282"/>
                <a:gd name="T8" fmla="*/ 0 w 141"/>
                <a:gd name="T9" fmla="*/ 150 h 282"/>
                <a:gd name="T10" fmla="*/ 47 w 141"/>
                <a:gd name="T11" fmla="*/ 150 h 282"/>
                <a:gd name="T12" fmla="*/ 56 w 141"/>
                <a:gd name="T13" fmla="*/ 160 h 282"/>
                <a:gd name="T14" fmla="*/ 47 w 141"/>
                <a:gd name="T15" fmla="*/ 169 h 282"/>
                <a:gd name="T16" fmla="*/ 0 w 141"/>
                <a:gd name="T17" fmla="*/ 169 h 282"/>
                <a:gd name="T18" fmla="*/ 0 w 141"/>
                <a:gd name="T19" fmla="*/ 282 h 282"/>
                <a:gd name="T20" fmla="*/ 141 w 141"/>
                <a:gd name="T21" fmla="*/ 282 h 282"/>
                <a:gd name="T22" fmla="*/ 141 w 141"/>
                <a:gd name="T23" fmla="*/ 0 h 282"/>
                <a:gd name="T24" fmla="*/ 0 w 141"/>
                <a:gd name="T25" fmla="*/ 0 h 282"/>
                <a:gd name="T26" fmla="*/ 0 w 141"/>
                <a:gd name="T27" fmla="*/ 86 h 282"/>
                <a:gd name="T28" fmla="*/ 6 w 141"/>
                <a:gd name="T29" fmla="*/ 91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1" h="282">
                  <a:moveTo>
                    <a:pt x="6" y="91"/>
                  </a:moveTo>
                  <a:cubicBezTo>
                    <a:pt x="12" y="96"/>
                    <a:pt x="12" y="96"/>
                    <a:pt x="12" y="96"/>
                  </a:cubicBezTo>
                  <a:cubicBezTo>
                    <a:pt x="7" y="102"/>
                    <a:pt x="7" y="102"/>
                    <a:pt x="7" y="102"/>
                  </a:cubicBezTo>
                  <a:cubicBezTo>
                    <a:pt x="0" y="112"/>
                    <a:pt x="0" y="112"/>
                    <a:pt x="0" y="112"/>
                  </a:cubicBezTo>
                  <a:cubicBezTo>
                    <a:pt x="0" y="150"/>
                    <a:pt x="0" y="150"/>
                    <a:pt x="0" y="150"/>
                  </a:cubicBezTo>
                  <a:cubicBezTo>
                    <a:pt x="47" y="150"/>
                    <a:pt x="47" y="150"/>
                    <a:pt x="47" y="150"/>
                  </a:cubicBezTo>
                  <a:cubicBezTo>
                    <a:pt x="52" y="150"/>
                    <a:pt x="56" y="155"/>
                    <a:pt x="56" y="160"/>
                  </a:cubicBezTo>
                  <a:cubicBezTo>
                    <a:pt x="56" y="165"/>
                    <a:pt x="52" y="169"/>
                    <a:pt x="47" y="169"/>
                  </a:cubicBezTo>
                  <a:cubicBezTo>
                    <a:pt x="0" y="169"/>
                    <a:pt x="0" y="169"/>
                    <a:pt x="0" y="169"/>
                  </a:cubicBezTo>
                  <a:cubicBezTo>
                    <a:pt x="0" y="282"/>
                    <a:pt x="0" y="282"/>
                    <a:pt x="0" y="282"/>
                  </a:cubicBezTo>
                  <a:cubicBezTo>
                    <a:pt x="141" y="282"/>
                    <a:pt x="141" y="282"/>
                    <a:pt x="141" y="282"/>
                  </a:cubicBezTo>
                  <a:cubicBezTo>
                    <a:pt x="141" y="0"/>
                    <a:pt x="141" y="0"/>
                    <a:pt x="141" y="0"/>
                  </a:cubicBezTo>
                  <a:cubicBezTo>
                    <a:pt x="0" y="0"/>
                    <a:pt x="0" y="0"/>
                    <a:pt x="0" y="0"/>
                  </a:cubicBezTo>
                  <a:cubicBezTo>
                    <a:pt x="0" y="86"/>
                    <a:pt x="0" y="86"/>
                    <a:pt x="0" y="86"/>
                  </a:cubicBezTo>
                  <a:lnTo>
                    <a:pt x="6" y="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Rectangle 96"/>
            <p:cNvSpPr>
              <a:spLocks noChangeArrowheads="1"/>
            </p:cNvSpPr>
            <p:nvPr/>
          </p:nvSpPr>
          <p:spPr bwMode="auto">
            <a:xfrm>
              <a:off x="1878013" y="3627438"/>
              <a:ext cx="219075" cy="4381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Rectangle 97"/>
            <p:cNvSpPr>
              <a:spLocks noChangeArrowheads="1"/>
            </p:cNvSpPr>
            <p:nvPr/>
          </p:nvSpPr>
          <p:spPr bwMode="auto">
            <a:xfrm>
              <a:off x="1476376" y="3933825"/>
              <a:ext cx="15875" cy="508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98"/>
            <p:cNvSpPr>
              <a:spLocks/>
            </p:cNvSpPr>
            <p:nvPr/>
          </p:nvSpPr>
          <p:spPr bwMode="auto">
            <a:xfrm>
              <a:off x="1096963" y="3541713"/>
              <a:ext cx="304800" cy="307975"/>
            </a:xfrm>
            <a:custGeom>
              <a:avLst/>
              <a:gdLst>
                <a:gd name="T0" fmla="*/ 162 w 197"/>
                <a:gd name="T1" fmla="*/ 36 h 198"/>
                <a:gd name="T2" fmla="*/ 35 w 197"/>
                <a:gd name="T3" fmla="*/ 35 h 198"/>
                <a:gd name="T4" fmla="*/ 35 w 197"/>
                <a:gd name="T5" fmla="*/ 162 h 198"/>
                <a:gd name="T6" fmla="*/ 162 w 197"/>
                <a:gd name="T7" fmla="*/ 163 h 198"/>
                <a:gd name="T8" fmla="*/ 162 w 197"/>
                <a:gd name="T9" fmla="*/ 36 h 198"/>
              </a:gdLst>
              <a:ahLst/>
              <a:cxnLst>
                <a:cxn ang="0">
                  <a:pos x="T0" y="T1"/>
                </a:cxn>
                <a:cxn ang="0">
                  <a:pos x="T2" y="T3"/>
                </a:cxn>
                <a:cxn ang="0">
                  <a:pos x="T4" y="T5"/>
                </a:cxn>
                <a:cxn ang="0">
                  <a:pos x="T6" y="T7"/>
                </a:cxn>
                <a:cxn ang="0">
                  <a:pos x="T8" y="T9"/>
                </a:cxn>
              </a:cxnLst>
              <a:rect l="0" t="0" r="r" b="b"/>
              <a:pathLst>
                <a:path w="197" h="198">
                  <a:moveTo>
                    <a:pt x="162" y="36"/>
                  </a:moveTo>
                  <a:cubicBezTo>
                    <a:pt x="128" y="0"/>
                    <a:pt x="71" y="0"/>
                    <a:pt x="35" y="35"/>
                  </a:cubicBezTo>
                  <a:cubicBezTo>
                    <a:pt x="0" y="70"/>
                    <a:pt x="0" y="127"/>
                    <a:pt x="35" y="162"/>
                  </a:cubicBezTo>
                  <a:cubicBezTo>
                    <a:pt x="70" y="198"/>
                    <a:pt x="127" y="198"/>
                    <a:pt x="162" y="163"/>
                  </a:cubicBezTo>
                  <a:cubicBezTo>
                    <a:pt x="197" y="128"/>
                    <a:pt x="197" y="71"/>
                    <a:pt x="162"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99"/>
            <p:cNvSpPr>
              <a:spLocks/>
            </p:cNvSpPr>
            <p:nvPr/>
          </p:nvSpPr>
          <p:spPr bwMode="auto">
            <a:xfrm>
              <a:off x="1287463" y="4056063"/>
              <a:ext cx="65088" cy="33338"/>
            </a:xfrm>
            <a:custGeom>
              <a:avLst/>
              <a:gdLst>
                <a:gd name="T0" fmla="*/ 32 w 42"/>
                <a:gd name="T1" fmla="*/ 12 h 22"/>
                <a:gd name="T2" fmla="*/ 42 w 42"/>
                <a:gd name="T3" fmla="*/ 0 h 22"/>
                <a:gd name="T4" fmla="*/ 0 w 42"/>
                <a:gd name="T5" fmla="*/ 10 h 22"/>
                <a:gd name="T6" fmla="*/ 4 w 42"/>
                <a:gd name="T7" fmla="*/ 15 h 22"/>
                <a:gd name="T8" fmla="*/ 32 w 42"/>
                <a:gd name="T9" fmla="*/ 12 h 22"/>
              </a:gdLst>
              <a:ahLst/>
              <a:cxnLst>
                <a:cxn ang="0">
                  <a:pos x="T0" y="T1"/>
                </a:cxn>
                <a:cxn ang="0">
                  <a:pos x="T2" y="T3"/>
                </a:cxn>
                <a:cxn ang="0">
                  <a:pos x="T4" y="T5"/>
                </a:cxn>
                <a:cxn ang="0">
                  <a:pos x="T6" y="T7"/>
                </a:cxn>
                <a:cxn ang="0">
                  <a:pos x="T8" y="T9"/>
                </a:cxn>
              </a:cxnLst>
              <a:rect l="0" t="0" r="r" b="b"/>
              <a:pathLst>
                <a:path w="42" h="22">
                  <a:moveTo>
                    <a:pt x="32" y="12"/>
                  </a:moveTo>
                  <a:cubicBezTo>
                    <a:pt x="42" y="0"/>
                    <a:pt x="42" y="0"/>
                    <a:pt x="42" y="0"/>
                  </a:cubicBezTo>
                  <a:cubicBezTo>
                    <a:pt x="28" y="4"/>
                    <a:pt x="13" y="8"/>
                    <a:pt x="0" y="10"/>
                  </a:cubicBezTo>
                  <a:cubicBezTo>
                    <a:pt x="1" y="12"/>
                    <a:pt x="2" y="14"/>
                    <a:pt x="4" y="15"/>
                  </a:cubicBezTo>
                  <a:cubicBezTo>
                    <a:pt x="13" y="22"/>
                    <a:pt x="25" y="20"/>
                    <a:pt x="3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100"/>
            <p:cNvSpPr>
              <a:spLocks/>
            </p:cNvSpPr>
            <p:nvPr/>
          </p:nvSpPr>
          <p:spPr bwMode="auto">
            <a:xfrm>
              <a:off x="1376363" y="3767138"/>
              <a:ext cx="168275" cy="198438"/>
            </a:xfrm>
            <a:custGeom>
              <a:avLst/>
              <a:gdLst>
                <a:gd name="T0" fmla="*/ 28 w 108"/>
                <a:gd name="T1" fmla="*/ 124 h 128"/>
                <a:gd name="T2" fmla="*/ 30 w 108"/>
                <a:gd name="T3" fmla="*/ 128 h 128"/>
                <a:gd name="T4" fmla="*/ 41 w 108"/>
                <a:gd name="T5" fmla="*/ 113 h 128"/>
                <a:gd name="T6" fmla="*/ 42 w 108"/>
                <a:gd name="T7" fmla="*/ 90 h 128"/>
                <a:gd name="T8" fmla="*/ 108 w 108"/>
                <a:gd name="T9" fmla="*/ 7 h 128"/>
                <a:gd name="T10" fmla="*/ 98 w 108"/>
                <a:gd name="T11" fmla="*/ 0 h 128"/>
                <a:gd name="T12" fmla="*/ 33 w 108"/>
                <a:gd name="T13" fmla="*/ 82 h 128"/>
                <a:gd name="T14" fmla="*/ 10 w 108"/>
                <a:gd name="T15" fmla="*/ 88 h 128"/>
                <a:gd name="T16" fmla="*/ 0 w 108"/>
                <a:gd name="T17" fmla="*/ 101 h 128"/>
                <a:gd name="T18" fmla="*/ 28 w 108"/>
                <a:gd name="T19" fmla="*/ 12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128">
                  <a:moveTo>
                    <a:pt x="28" y="124"/>
                  </a:moveTo>
                  <a:cubicBezTo>
                    <a:pt x="29" y="126"/>
                    <a:pt x="29" y="127"/>
                    <a:pt x="30" y="128"/>
                  </a:cubicBezTo>
                  <a:cubicBezTo>
                    <a:pt x="41" y="113"/>
                    <a:pt x="41" y="113"/>
                    <a:pt x="41" y="113"/>
                  </a:cubicBezTo>
                  <a:cubicBezTo>
                    <a:pt x="47" y="106"/>
                    <a:pt x="47" y="97"/>
                    <a:pt x="42" y="90"/>
                  </a:cubicBezTo>
                  <a:cubicBezTo>
                    <a:pt x="108" y="7"/>
                    <a:pt x="108" y="7"/>
                    <a:pt x="108" y="7"/>
                  </a:cubicBezTo>
                  <a:cubicBezTo>
                    <a:pt x="98" y="0"/>
                    <a:pt x="98" y="0"/>
                    <a:pt x="98" y="0"/>
                  </a:cubicBezTo>
                  <a:cubicBezTo>
                    <a:pt x="33" y="82"/>
                    <a:pt x="33" y="82"/>
                    <a:pt x="33" y="82"/>
                  </a:cubicBezTo>
                  <a:cubicBezTo>
                    <a:pt x="25" y="79"/>
                    <a:pt x="16" y="81"/>
                    <a:pt x="10" y="88"/>
                  </a:cubicBezTo>
                  <a:cubicBezTo>
                    <a:pt x="0" y="101"/>
                    <a:pt x="0" y="101"/>
                    <a:pt x="0" y="101"/>
                  </a:cubicBezTo>
                  <a:cubicBezTo>
                    <a:pt x="13" y="104"/>
                    <a:pt x="23" y="112"/>
                    <a:pt x="28" y="1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101"/>
            <p:cNvSpPr>
              <a:spLocks/>
            </p:cNvSpPr>
            <p:nvPr/>
          </p:nvSpPr>
          <p:spPr bwMode="auto">
            <a:xfrm>
              <a:off x="984251" y="3841750"/>
              <a:ext cx="436563" cy="222250"/>
            </a:xfrm>
            <a:custGeom>
              <a:avLst/>
              <a:gdLst>
                <a:gd name="T0" fmla="*/ 257 w 281"/>
                <a:gd name="T1" fmla="*/ 121 h 143"/>
                <a:gd name="T2" fmla="*/ 274 w 281"/>
                <a:gd name="T3" fmla="*/ 80 h 143"/>
                <a:gd name="T4" fmla="*/ 232 w 281"/>
                <a:gd name="T5" fmla="*/ 63 h 143"/>
                <a:gd name="T6" fmla="*/ 161 w 281"/>
                <a:gd name="T7" fmla="*/ 79 h 143"/>
                <a:gd name="T8" fmla="*/ 87 w 281"/>
                <a:gd name="T9" fmla="*/ 50 h 143"/>
                <a:gd name="T10" fmla="*/ 70 w 281"/>
                <a:gd name="T11" fmla="*/ 30 h 143"/>
                <a:gd name="T12" fmla="*/ 66 w 281"/>
                <a:gd name="T13" fmla="*/ 24 h 143"/>
                <a:gd name="T14" fmla="*/ 66 w 281"/>
                <a:gd name="T15" fmla="*/ 22 h 143"/>
                <a:gd name="T16" fmla="*/ 65 w 281"/>
                <a:gd name="T17" fmla="*/ 22 h 143"/>
                <a:gd name="T18" fmla="*/ 65 w 281"/>
                <a:gd name="T19" fmla="*/ 22 h 143"/>
                <a:gd name="T20" fmla="*/ 23 w 281"/>
                <a:gd name="T21" fmla="*/ 7 h 143"/>
                <a:gd name="T22" fmla="*/ 8 w 281"/>
                <a:gd name="T23" fmla="*/ 49 h 143"/>
                <a:gd name="T24" fmla="*/ 43 w 281"/>
                <a:gd name="T25" fmla="*/ 97 h 143"/>
                <a:gd name="T26" fmla="*/ 160 w 281"/>
                <a:gd name="T27" fmla="*/ 143 h 143"/>
                <a:gd name="T28" fmla="*/ 161 w 281"/>
                <a:gd name="T29" fmla="*/ 143 h 143"/>
                <a:gd name="T30" fmla="*/ 257 w 281"/>
                <a:gd name="T31" fmla="*/ 121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1" h="143">
                  <a:moveTo>
                    <a:pt x="257" y="121"/>
                  </a:moveTo>
                  <a:cubicBezTo>
                    <a:pt x="273" y="115"/>
                    <a:pt x="281" y="96"/>
                    <a:pt x="274" y="80"/>
                  </a:cubicBezTo>
                  <a:cubicBezTo>
                    <a:pt x="267" y="63"/>
                    <a:pt x="248" y="56"/>
                    <a:pt x="232" y="63"/>
                  </a:cubicBezTo>
                  <a:cubicBezTo>
                    <a:pt x="203" y="75"/>
                    <a:pt x="180" y="79"/>
                    <a:pt x="161" y="79"/>
                  </a:cubicBezTo>
                  <a:cubicBezTo>
                    <a:pt x="125" y="79"/>
                    <a:pt x="103" y="65"/>
                    <a:pt x="87" y="50"/>
                  </a:cubicBezTo>
                  <a:cubicBezTo>
                    <a:pt x="79" y="43"/>
                    <a:pt x="74" y="35"/>
                    <a:pt x="70" y="30"/>
                  </a:cubicBezTo>
                  <a:cubicBezTo>
                    <a:pt x="68" y="27"/>
                    <a:pt x="67" y="25"/>
                    <a:pt x="66" y="24"/>
                  </a:cubicBezTo>
                  <a:cubicBezTo>
                    <a:pt x="66" y="23"/>
                    <a:pt x="66" y="23"/>
                    <a:pt x="66" y="22"/>
                  </a:cubicBezTo>
                  <a:cubicBezTo>
                    <a:pt x="66" y="22"/>
                    <a:pt x="65" y="22"/>
                    <a:pt x="65" y="22"/>
                  </a:cubicBezTo>
                  <a:cubicBezTo>
                    <a:pt x="65" y="22"/>
                    <a:pt x="65" y="22"/>
                    <a:pt x="65" y="22"/>
                  </a:cubicBezTo>
                  <a:cubicBezTo>
                    <a:pt x="58" y="6"/>
                    <a:pt x="39" y="0"/>
                    <a:pt x="23" y="7"/>
                  </a:cubicBezTo>
                  <a:cubicBezTo>
                    <a:pt x="7" y="14"/>
                    <a:pt x="0" y="33"/>
                    <a:pt x="8" y="49"/>
                  </a:cubicBezTo>
                  <a:cubicBezTo>
                    <a:pt x="9" y="52"/>
                    <a:pt x="19" y="74"/>
                    <a:pt x="43" y="97"/>
                  </a:cubicBezTo>
                  <a:cubicBezTo>
                    <a:pt x="67" y="119"/>
                    <a:pt x="107" y="143"/>
                    <a:pt x="160" y="143"/>
                  </a:cubicBezTo>
                  <a:cubicBezTo>
                    <a:pt x="161" y="143"/>
                    <a:pt x="161" y="143"/>
                    <a:pt x="161" y="143"/>
                  </a:cubicBezTo>
                  <a:cubicBezTo>
                    <a:pt x="190" y="143"/>
                    <a:pt x="222" y="136"/>
                    <a:pt x="257" y="1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8" name="组合 107"/>
          <p:cNvGrpSpPr/>
          <p:nvPr/>
        </p:nvGrpSpPr>
        <p:grpSpPr>
          <a:xfrm>
            <a:off x="9009608" y="4595813"/>
            <a:ext cx="2968625" cy="1662113"/>
            <a:chOff x="3082925" y="4595813"/>
            <a:chExt cx="2968625" cy="1662113"/>
          </a:xfrm>
          <a:solidFill>
            <a:schemeClr val="tx1">
              <a:lumMod val="65000"/>
              <a:lumOff val="35000"/>
            </a:schemeClr>
          </a:solidFill>
        </p:grpSpPr>
        <p:sp>
          <p:nvSpPr>
            <p:cNvPr id="109" name="Freeform 5"/>
            <p:cNvSpPr>
              <a:spLocks/>
            </p:cNvSpPr>
            <p:nvPr/>
          </p:nvSpPr>
          <p:spPr bwMode="auto">
            <a:xfrm>
              <a:off x="3082925" y="5387976"/>
              <a:ext cx="431800" cy="120650"/>
            </a:xfrm>
            <a:custGeom>
              <a:avLst/>
              <a:gdLst>
                <a:gd name="T0" fmla="*/ 254 w 276"/>
                <a:gd name="T1" fmla="*/ 5 h 77"/>
                <a:gd name="T2" fmla="*/ 227 w 276"/>
                <a:gd name="T3" fmla="*/ 0 h 77"/>
                <a:gd name="T4" fmla="*/ 0 w 276"/>
                <a:gd name="T5" fmla="*/ 0 h 77"/>
                <a:gd name="T6" fmla="*/ 0 w 276"/>
                <a:gd name="T7" fmla="*/ 77 h 77"/>
                <a:gd name="T8" fmla="*/ 276 w 276"/>
                <a:gd name="T9" fmla="*/ 77 h 77"/>
                <a:gd name="T10" fmla="*/ 276 w 276"/>
                <a:gd name="T11" fmla="*/ 7 h 77"/>
                <a:gd name="T12" fmla="*/ 254 w 276"/>
                <a:gd name="T13" fmla="*/ 5 h 77"/>
              </a:gdLst>
              <a:ahLst/>
              <a:cxnLst>
                <a:cxn ang="0">
                  <a:pos x="T0" y="T1"/>
                </a:cxn>
                <a:cxn ang="0">
                  <a:pos x="T2" y="T3"/>
                </a:cxn>
                <a:cxn ang="0">
                  <a:pos x="T4" y="T5"/>
                </a:cxn>
                <a:cxn ang="0">
                  <a:pos x="T6" y="T7"/>
                </a:cxn>
                <a:cxn ang="0">
                  <a:pos x="T8" y="T9"/>
                </a:cxn>
                <a:cxn ang="0">
                  <a:pos x="T10" y="T11"/>
                </a:cxn>
                <a:cxn ang="0">
                  <a:pos x="T12" y="T13"/>
                </a:cxn>
              </a:cxnLst>
              <a:rect l="0" t="0" r="r" b="b"/>
              <a:pathLst>
                <a:path w="276" h="77">
                  <a:moveTo>
                    <a:pt x="254" y="5"/>
                  </a:moveTo>
                  <a:cubicBezTo>
                    <a:pt x="244" y="3"/>
                    <a:pt x="235" y="2"/>
                    <a:pt x="227" y="0"/>
                  </a:cubicBezTo>
                  <a:cubicBezTo>
                    <a:pt x="0" y="0"/>
                    <a:pt x="0" y="0"/>
                    <a:pt x="0" y="0"/>
                  </a:cubicBezTo>
                  <a:cubicBezTo>
                    <a:pt x="0" y="77"/>
                    <a:pt x="0" y="77"/>
                    <a:pt x="0" y="77"/>
                  </a:cubicBezTo>
                  <a:cubicBezTo>
                    <a:pt x="276" y="77"/>
                    <a:pt x="276" y="77"/>
                    <a:pt x="276" y="77"/>
                  </a:cubicBezTo>
                  <a:cubicBezTo>
                    <a:pt x="276" y="7"/>
                    <a:pt x="276" y="7"/>
                    <a:pt x="276" y="7"/>
                  </a:cubicBezTo>
                  <a:cubicBezTo>
                    <a:pt x="268" y="7"/>
                    <a:pt x="261" y="6"/>
                    <a:pt x="25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6"/>
            <p:cNvSpPr>
              <a:spLocks/>
            </p:cNvSpPr>
            <p:nvPr/>
          </p:nvSpPr>
          <p:spPr bwMode="auto">
            <a:xfrm>
              <a:off x="3879850" y="5387976"/>
              <a:ext cx="449263" cy="120650"/>
            </a:xfrm>
            <a:custGeom>
              <a:avLst/>
              <a:gdLst>
                <a:gd name="T0" fmla="*/ 265 w 287"/>
                <a:gd name="T1" fmla="*/ 5 h 77"/>
                <a:gd name="T2" fmla="*/ 238 w 287"/>
                <a:gd name="T3" fmla="*/ 0 h 77"/>
                <a:gd name="T4" fmla="*/ 0 w 287"/>
                <a:gd name="T5" fmla="*/ 0 h 77"/>
                <a:gd name="T6" fmla="*/ 0 w 287"/>
                <a:gd name="T7" fmla="*/ 0 h 77"/>
                <a:gd name="T8" fmla="*/ 0 w 287"/>
                <a:gd name="T9" fmla="*/ 77 h 77"/>
                <a:gd name="T10" fmla="*/ 287 w 287"/>
                <a:gd name="T11" fmla="*/ 77 h 77"/>
                <a:gd name="T12" fmla="*/ 287 w 287"/>
                <a:gd name="T13" fmla="*/ 7 h 77"/>
                <a:gd name="T14" fmla="*/ 265 w 287"/>
                <a:gd name="T15" fmla="*/ 5 h 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7" h="77">
                  <a:moveTo>
                    <a:pt x="265" y="5"/>
                  </a:moveTo>
                  <a:cubicBezTo>
                    <a:pt x="255" y="3"/>
                    <a:pt x="246" y="2"/>
                    <a:pt x="238" y="0"/>
                  </a:cubicBezTo>
                  <a:cubicBezTo>
                    <a:pt x="0" y="0"/>
                    <a:pt x="0" y="0"/>
                    <a:pt x="0" y="0"/>
                  </a:cubicBezTo>
                  <a:cubicBezTo>
                    <a:pt x="0" y="0"/>
                    <a:pt x="0" y="0"/>
                    <a:pt x="0" y="0"/>
                  </a:cubicBezTo>
                  <a:cubicBezTo>
                    <a:pt x="0" y="77"/>
                    <a:pt x="0" y="77"/>
                    <a:pt x="0" y="77"/>
                  </a:cubicBezTo>
                  <a:cubicBezTo>
                    <a:pt x="287" y="77"/>
                    <a:pt x="287" y="77"/>
                    <a:pt x="287" y="77"/>
                  </a:cubicBezTo>
                  <a:cubicBezTo>
                    <a:pt x="287" y="7"/>
                    <a:pt x="287" y="7"/>
                    <a:pt x="287" y="7"/>
                  </a:cubicBezTo>
                  <a:cubicBezTo>
                    <a:pt x="279" y="7"/>
                    <a:pt x="272" y="6"/>
                    <a:pt x="26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7"/>
            <p:cNvSpPr>
              <a:spLocks noEditPoints="1"/>
            </p:cNvSpPr>
            <p:nvPr/>
          </p:nvSpPr>
          <p:spPr bwMode="auto">
            <a:xfrm>
              <a:off x="3351213" y="4900613"/>
              <a:ext cx="669925" cy="1141413"/>
            </a:xfrm>
            <a:custGeom>
              <a:avLst/>
              <a:gdLst>
                <a:gd name="T0" fmla="*/ 330 w 429"/>
                <a:gd name="T1" fmla="*/ 311 h 729"/>
                <a:gd name="T2" fmla="*/ 330 w 429"/>
                <a:gd name="T3" fmla="*/ 199 h 729"/>
                <a:gd name="T4" fmla="*/ 369 w 429"/>
                <a:gd name="T5" fmla="*/ 173 h 729"/>
                <a:gd name="T6" fmla="*/ 407 w 429"/>
                <a:gd name="T7" fmla="*/ 139 h 729"/>
                <a:gd name="T8" fmla="*/ 422 w 429"/>
                <a:gd name="T9" fmla="*/ 116 h 729"/>
                <a:gd name="T10" fmla="*/ 429 w 429"/>
                <a:gd name="T11" fmla="*/ 86 h 729"/>
                <a:gd name="T12" fmla="*/ 414 w 429"/>
                <a:gd name="T13" fmla="*/ 45 h 729"/>
                <a:gd name="T14" fmla="*/ 353 w 429"/>
                <a:gd name="T15" fmla="*/ 9 h 729"/>
                <a:gd name="T16" fmla="*/ 322 w 429"/>
                <a:gd name="T17" fmla="*/ 0 h 729"/>
                <a:gd name="T18" fmla="*/ 313 w 429"/>
                <a:gd name="T19" fmla="*/ 64 h 729"/>
                <a:gd name="T20" fmla="*/ 350 w 429"/>
                <a:gd name="T21" fmla="*/ 76 h 729"/>
                <a:gd name="T22" fmla="*/ 365 w 429"/>
                <a:gd name="T23" fmla="*/ 86 h 729"/>
                <a:gd name="T24" fmla="*/ 365 w 429"/>
                <a:gd name="T25" fmla="*/ 86 h 729"/>
                <a:gd name="T26" fmla="*/ 354 w 429"/>
                <a:gd name="T27" fmla="*/ 102 h 729"/>
                <a:gd name="T28" fmla="*/ 313 w 429"/>
                <a:gd name="T29" fmla="*/ 134 h 729"/>
                <a:gd name="T30" fmla="*/ 313 w 429"/>
                <a:gd name="T31" fmla="*/ 134 h 729"/>
                <a:gd name="T32" fmla="*/ 144 w 429"/>
                <a:gd name="T33" fmla="*/ 134 h 729"/>
                <a:gd name="T34" fmla="*/ 135 w 429"/>
                <a:gd name="T35" fmla="*/ 136 h 729"/>
                <a:gd name="T36" fmla="*/ 126 w 429"/>
                <a:gd name="T37" fmla="*/ 138 h 729"/>
                <a:gd name="T38" fmla="*/ 126 w 429"/>
                <a:gd name="T39" fmla="*/ 138 h 729"/>
                <a:gd name="T40" fmla="*/ 69 w 429"/>
                <a:gd name="T41" fmla="*/ 167 h 729"/>
                <a:gd name="T42" fmla="*/ 27 w 429"/>
                <a:gd name="T43" fmla="*/ 197 h 729"/>
                <a:gd name="T44" fmla="*/ 10 w 429"/>
                <a:gd name="T45" fmla="*/ 217 h 729"/>
                <a:gd name="T46" fmla="*/ 0 w 429"/>
                <a:gd name="T47" fmla="*/ 247 h 729"/>
                <a:gd name="T48" fmla="*/ 5 w 429"/>
                <a:gd name="T49" fmla="*/ 269 h 729"/>
                <a:gd name="T50" fmla="*/ 30 w 429"/>
                <a:gd name="T51" fmla="*/ 293 h 729"/>
                <a:gd name="T52" fmla="*/ 84 w 429"/>
                <a:gd name="T53" fmla="*/ 308 h 729"/>
                <a:gd name="T54" fmla="*/ 113 w 429"/>
                <a:gd name="T55" fmla="*/ 311 h 729"/>
                <a:gd name="T56" fmla="*/ 113 w 429"/>
                <a:gd name="T57" fmla="*/ 418 h 729"/>
                <a:gd name="T58" fmla="*/ 111 w 429"/>
                <a:gd name="T59" fmla="*/ 420 h 729"/>
                <a:gd name="T60" fmla="*/ 55 w 429"/>
                <a:gd name="T61" fmla="*/ 515 h 729"/>
                <a:gd name="T62" fmla="*/ 36 w 429"/>
                <a:gd name="T63" fmla="*/ 681 h 729"/>
                <a:gd name="T64" fmla="*/ 84 w 429"/>
                <a:gd name="T65" fmla="*/ 729 h 729"/>
                <a:gd name="T66" fmla="*/ 132 w 429"/>
                <a:gd name="T67" fmla="*/ 681 h 729"/>
                <a:gd name="T68" fmla="*/ 144 w 429"/>
                <a:gd name="T69" fmla="*/ 552 h 729"/>
                <a:gd name="T70" fmla="*/ 149 w 429"/>
                <a:gd name="T71" fmla="*/ 536 h 729"/>
                <a:gd name="T72" fmla="*/ 108 w 429"/>
                <a:gd name="T73" fmla="*/ 536 h 729"/>
                <a:gd name="T74" fmla="*/ 88 w 429"/>
                <a:gd name="T75" fmla="*/ 516 h 729"/>
                <a:gd name="T76" fmla="*/ 88 w 429"/>
                <a:gd name="T77" fmla="*/ 500 h 729"/>
                <a:gd name="T78" fmla="*/ 108 w 429"/>
                <a:gd name="T79" fmla="*/ 480 h 729"/>
                <a:gd name="T80" fmla="*/ 335 w 429"/>
                <a:gd name="T81" fmla="*/ 480 h 729"/>
                <a:gd name="T82" fmla="*/ 355 w 429"/>
                <a:gd name="T83" fmla="*/ 500 h 729"/>
                <a:gd name="T84" fmla="*/ 355 w 429"/>
                <a:gd name="T85" fmla="*/ 516 h 729"/>
                <a:gd name="T86" fmla="*/ 335 w 429"/>
                <a:gd name="T87" fmla="*/ 536 h 729"/>
                <a:gd name="T88" fmla="*/ 294 w 429"/>
                <a:gd name="T89" fmla="*/ 536 h 729"/>
                <a:gd name="T90" fmla="*/ 296 w 429"/>
                <a:gd name="T91" fmla="*/ 542 h 729"/>
                <a:gd name="T92" fmla="*/ 311 w 429"/>
                <a:gd name="T93" fmla="*/ 681 h 729"/>
                <a:gd name="T94" fmla="*/ 359 w 429"/>
                <a:gd name="T95" fmla="*/ 729 h 729"/>
                <a:gd name="T96" fmla="*/ 407 w 429"/>
                <a:gd name="T97" fmla="*/ 681 h 729"/>
                <a:gd name="T98" fmla="*/ 392 w 429"/>
                <a:gd name="T99" fmla="*/ 529 h 729"/>
                <a:gd name="T100" fmla="*/ 362 w 429"/>
                <a:gd name="T101" fmla="*/ 455 h 729"/>
                <a:gd name="T102" fmla="*/ 330 w 429"/>
                <a:gd name="T103" fmla="*/ 418 h 729"/>
                <a:gd name="T104" fmla="*/ 330 w 429"/>
                <a:gd name="T105" fmla="*/ 311 h 729"/>
                <a:gd name="T106" fmla="*/ 74 w 429"/>
                <a:gd name="T107" fmla="*/ 241 h 729"/>
                <a:gd name="T108" fmla="*/ 113 w 429"/>
                <a:gd name="T109" fmla="*/ 216 h 729"/>
                <a:gd name="T110" fmla="*/ 113 w 429"/>
                <a:gd name="T111" fmla="*/ 247 h 729"/>
                <a:gd name="T112" fmla="*/ 74 w 429"/>
                <a:gd name="T113" fmla="*/ 241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29" h="729">
                  <a:moveTo>
                    <a:pt x="330" y="311"/>
                  </a:moveTo>
                  <a:cubicBezTo>
                    <a:pt x="330" y="199"/>
                    <a:pt x="330" y="199"/>
                    <a:pt x="330" y="199"/>
                  </a:cubicBezTo>
                  <a:cubicBezTo>
                    <a:pt x="340" y="193"/>
                    <a:pt x="354" y="184"/>
                    <a:pt x="369" y="173"/>
                  </a:cubicBezTo>
                  <a:cubicBezTo>
                    <a:pt x="382" y="164"/>
                    <a:pt x="396" y="153"/>
                    <a:pt x="407" y="139"/>
                  </a:cubicBezTo>
                  <a:cubicBezTo>
                    <a:pt x="413" y="132"/>
                    <a:pt x="418" y="125"/>
                    <a:pt x="422" y="116"/>
                  </a:cubicBezTo>
                  <a:cubicBezTo>
                    <a:pt x="426" y="107"/>
                    <a:pt x="429" y="97"/>
                    <a:pt x="429" y="86"/>
                  </a:cubicBezTo>
                  <a:cubicBezTo>
                    <a:pt x="429" y="72"/>
                    <a:pt x="424" y="57"/>
                    <a:pt x="414" y="45"/>
                  </a:cubicBezTo>
                  <a:cubicBezTo>
                    <a:pt x="400" y="28"/>
                    <a:pt x="380" y="18"/>
                    <a:pt x="353" y="9"/>
                  </a:cubicBezTo>
                  <a:cubicBezTo>
                    <a:pt x="344" y="5"/>
                    <a:pt x="333" y="3"/>
                    <a:pt x="322" y="0"/>
                  </a:cubicBezTo>
                  <a:cubicBezTo>
                    <a:pt x="326" y="22"/>
                    <a:pt x="323" y="44"/>
                    <a:pt x="313" y="64"/>
                  </a:cubicBezTo>
                  <a:cubicBezTo>
                    <a:pt x="330" y="68"/>
                    <a:pt x="342" y="72"/>
                    <a:pt x="350" y="76"/>
                  </a:cubicBezTo>
                  <a:cubicBezTo>
                    <a:pt x="359" y="80"/>
                    <a:pt x="364" y="84"/>
                    <a:pt x="365" y="86"/>
                  </a:cubicBezTo>
                  <a:cubicBezTo>
                    <a:pt x="365" y="86"/>
                    <a:pt x="365" y="86"/>
                    <a:pt x="365" y="86"/>
                  </a:cubicBezTo>
                  <a:cubicBezTo>
                    <a:pt x="365" y="88"/>
                    <a:pt x="361" y="95"/>
                    <a:pt x="354" y="102"/>
                  </a:cubicBezTo>
                  <a:cubicBezTo>
                    <a:pt x="343" y="114"/>
                    <a:pt x="327" y="126"/>
                    <a:pt x="313" y="134"/>
                  </a:cubicBezTo>
                  <a:cubicBezTo>
                    <a:pt x="313" y="134"/>
                    <a:pt x="313" y="134"/>
                    <a:pt x="313" y="134"/>
                  </a:cubicBezTo>
                  <a:cubicBezTo>
                    <a:pt x="144" y="134"/>
                    <a:pt x="144" y="134"/>
                    <a:pt x="144" y="134"/>
                  </a:cubicBezTo>
                  <a:cubicBezTo>
                    <a:pt x="141" y="134"/>
                    <a:pt x="138" y="135"/>
                    <a:pt x="135" y="136"/>
                  </a:cubicBezTo>
                  <a:cubicBezTo>
                    <a:pt x="132" y="136"/>
                    <a:pt x="129" y="137"/>
                    <a:pt x="126" y="138"/>
                  </a:cubicBezTo>
                  <a:cubicBezTo>
                    <a:pt x="126" y="138"/>
                    <a:pt x="126" y="138"/>
                    <a:pt x="126" y="138"/>
                  </a:cubicBezTo>
                  <a:cubicBezTo>
                    <a:pt x="126" y="138"/>
                    <a:pt x="98" y="150"/>
                    <a:pt x="69" y="167"/>
                  </a:cubicBezTo>
                  <a:cubicBezTo>
                    <a:pt x="55" y="176"/>
                    <a:pt x="40" y="186"/>
                    <a:pt x="27" y="197"/>
                  </a:cubicBezTo>
                  <a:cubicBezTo>
                    <a:pt x="21" y="203"/>
                    <a:pt x="15" y="209"/>
                    <a:pt x="10" y="217"/>
                  </a:cubicBezTo>
                  <a:cubicBezTo>
                    <a:pt x="5" y="224"/>
                    <a:pt x="0" y="234"/>
                    <a:pt x="0" y="247"/>
                  </a:cubicBezTo>
                  <a:cubicBezTo>
                    <a:pt x="0" y="254"/>
                    <a:pt x="1" y="262"/>
                    <a:pt x="5" y="269"/>
                  </a:cubicBezTo>
                  <a:cubicBezTo>
                    <a:pt x="11" y="280"/>
                    <a:pt x="21" y="288"/>
                    <a:pt x="30" y="293"/>
                  </a:cubicBezTo>
                  <a:cubicBezTo>
                    <a:pt x="45" y="301"/>
                    <a:pt x="62" y="305"/>
                    <a:pt x="84" y="308"/>
                  </a:cubicBezTo>
                  <a:cubicBezTo>
                    <a:pt x="93" y="309"/>
                    <a:pt x="103" y="310"/>
                    <a:pt x="113" y="311"/>
                  </a:cubicBezTo>
                  <a:cubicBezTo>
                    <a:pt x="113" y="418"/>
                    <a:pt x="113" y="418"/>
                    <a:pt x="113" y="418"/>
                  </a:cubicBezTo>
                  <a:cubicBezTo>
                    <a:pt x="112" y="419"/>
                    <a:pt x="112" y="419"/>
                    <a:pt x="111" y="420"/>
                  </a:cubicBezTo>
                  <a:cubicBezTo>
                    <a:pt x="86" y="442"/>
                    <a:pt x="67" y="473"/>
                    <a:pt x="55" y="515"/>
                  </a:cubicBezTo>
                  <a:cubicBezTo>
                    <a:pt x="43" y="557"/>
                    <a:pt x="36" y="610"/>
                    <a:pt x="36" y="681"/>
                  </a:cubicBezTo>
                  <a:cubicBezTo>
                    <a:pt x="36" y="707"/>
                    <a:pt x="58" y="729"/>
                    <a:pt x="84" y="729"/>
                  </a:cubicBezTo>
                  <a:cubicBezTo>
                    <a:pt x="111" y="729"/>
                    <a:pt x="132" y="707"/>
                    <a:pt x="132" y="681"/>
                  </a:cubicBezTo>
                  <a:cubicBezTo>
                    <a:pt x="132" y="623"/>
                    <a:pt x="137" y="581"/>
                    <a:pt x="144" y="552"/>
                  </a:cubicBezTo>
                  <a:cubicBezTo>
                    <a:pt x="146" y="546"/>
                    <a:pt x="147" y="541"/>
                    <a:pt x="149" y="536"/>
                  </a:cubicBezTo>
                  <a:cubicBezTo>
                    <a:pt x="108" y="536"/>
                    <a:pt x="108" y="536"/>
                    <a:pt x="108" y="536"/>
                  </a:cubicBezTo>
                  <a:cubicBezTo>
                    <a:pt x="97" y="536"/>
                    <a:pt x="88" y="527"/>
                    <a:pt x="88" y="516"/>
                  </a:cubicBezTo>
                  <a:cubicBezTo>
                    <a:pt x="88" y="500"/>
                    <a:pt x="88" y="500"/>
                    <a:pt x="88" y="500"/>
                  </a:cubicBezTo>
                  <a:cubicBezTo>
                    <a:pt x="88" y="489"/>
                    <a:pt x="97" y="480"/>
                    <a:pt x="108" y="480"/>
                  </a:cubicBezTo>
                  <a:cubicBezTo>
                    <a:pt x="335" y="480"/>
                    <a:pt x="335" y="480"/>
                    <a:pt x="335" y="480"/>
                  </a:cubicBezTo>
                  <a:cubicBezTo>
                    <a:pt x="346" y="480"/>
                    <a:pt x="355" y="489"/>
                    <a:pt x="355" y="500"/>
                  </a:cubicBezTo>
                  <a:cubicBezTo>
                    <a:pt x="355" y="516"/>
                    <a:pt x="355" y="516"/>
                    <a:pt x="355" y="516"/>
                  </a:cubicBezTo>
                  <a:cubicBezTo>
                    <a:pt x="355" y="527"/>
                    <a:pt x="346" y="536"/>
                    <a:pt x="335" y="536"/>
                  </a:cubicBezTo>
                  <a:cubicBezTo>
                    <a:pt x="294" y="536"/>
                    <a:pt x="294" y="536"/>
                    <a:pt x="294" y="536"/>
                  </a:cubicBezTo>
                  <a:cubicBezTo>
                    <a:pt x="295" y="538"/>
                    <a:pt x="295" y="540"/>
                    <a:pt x="296" y="542"/>
                  </a:cubicBezTo>
                  <a:cubicBezTo>
                    <a:pt x="305" y="571"/>
                    <a:pt x="311" y="616"/>
                    <a:pt x="311" y="681"/>
                  </a:cubicBezTo>
                  <a:cubicBezTo>
                    <a:pt x="311" y="707"/>
                    <a:pt x="332" y="729"/>
                    <a:pt x="359" y="729"/>
                  </a:cubicBezTo>
                  <a:cubicBezTo>
                    <a:pt x="385" y="729"/>
                    <a:pt x="407" y="707"/>
                    <a:pt x="407" y="681"/>
                  </a:cubicBezTo>
                  <a:cubicBezTo>
                    <a:pt x="407" y="618"/>
                    <a:pt x="402" y="569"/>
                    <a:pt x="392" y="529"/>
                  </a:cubicBezTo>
                  <a:cubicBezTo>
                    <a:pt x="385" y="500"/>
                    <a:pt x="375" y="475"/>
                    <a:pt x="362" y="455"/>
                  </a:cubicBezTo>
                  <a:cubicBezTo>
                    <a:pt x="353" y="440"/>
                    <a:pt x="342" y="428"/>
                    <a:pt x="330" y="418"/>
                  </a:cubicBezTo>
                  <a:lnTo>
                    <a:pt x="330" y="311"/>
                  </a:lnTo>
                  <a:close/>
                  <a:moveTo>
                    <a:pt x="74" y="241"/>
                  </a:moveTo>
                  <a:cubicBezTo>
                    <a:pt x="84" y="233"/>
                    <a:pt x="99" y="223"/>
                    <a:pt x="113" y="216"/>
                  </a:cubicBezTo>
                  <a:cubicBezTo>
                    <a:pt x="113" y="247"/>
                    <a:pt x="113" y="247"/>
                    <a:pt x="113" y="247"/>
                  </a:cubicBezTo>
                  <a:cubicBezTo>
                    <a:pt x="96" y="245"/>
                    <a:pt x="83" y="243"/>
                    <a:pt x="74" y="2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8"/>
            <p:cNvSpPr>
              <a:spLocks/>
            </p:cNvSpPr>
            <p:nvPr/>
          </p:nvSpPr>
          <p:spPr bwMode="auto">
            <a:xfrm>
              <a:off x="4692650" y="4913313"/>
              <a:ext cx="1358900" cy="595313"/>
            </a:xfrm>
            <a:custGeom>
              <a:avLst/>
              <a:gdLst>
                <a:gd name="T0" fmla="*/ 651 w 868"/>
                <a:gd name="T1" fmla="*/ 302 h 380"/>
                <a:gd name="T2" fmla="*/ 623 w 868"/>
                <a:gd name="T3" fmla="*/ 313 h 380"/>
                <a:gd name="T4" fmla="*/ 633 w 868"/>
                <a:gd name="T5" fmla="*/ 329 h 380"/>
                <a:gd name="T6" fmla="*/ 653 w 868"/>
                <a:gd name="T7" fmla="*/ 328 h 380"/>
                <a:gd name="T8" fmla="*/ 621 w 868"/>
                <a:gd name="T9" fmla="*/ 351 h 380"/>
                <a:gd name="T10" fmla="*/ 605 w 868"/>
                <a:gd name="T11" fmla="*/ 309 h 380"/>
                <a:gd name="T12" fmla="*/ 574 w 868"/>
                <a:gd name="T13" fmla="*/ 298 h 380"/>
                <a:gd name="T14" fmla="*/ 545 w 868"/>
                <a:gd name="T15" fmla="*/ 256 h 380"/>
                <a:gd name="T16" fmla="*/ 573 w 868"/>
                <a:gd name="T17" fmla="*/ 236 h 380"/>
                <a:gd name="T18" fmla="*/ 595 w 868"/>
                <a:gd name="T19" fmla="*/ 245 h 380"/>
                <a:gd name="T20" fmla="*/ 673 w 868"/>
                <a:gd name="T21" fmla="*/ 117 h 380"/>
                <a:gd name="T22" fmla="*/ 671 w 868"/>
                <a:gd name="T23" fmla="*/ 86 h 380"/>
                <a:gd name="T24" fmla="*/ 679 w 868"/>
                <a:gd name="T25" fmla="*/ 103 h 380"/>
                <a:gd name="T26" fmla="*/ 666 w 868"/>
                <a:gd name="T27" fmla="*/ 168 h 380"/>
                <a:gd name="T28" fmla="*/ 600 w 868"/>
                <a:gd name="T29" fmla="*/ 296 h 380"/>
                <a:gd name="T30" fmla="*/ 646 w 868"/>
                <a:gd name="T31" fmla="*/ 296 h 380"/>
                <a:gd name="T32" fmla="*/ 745 w 868"/>
                <a:gd name="T33" fmla="*/ 117 h 380"/>
                <a:gd name="T34" fmla="*/ 729 w 868"/>
                <a:gd name="T35" fmla="*/ 58 h 380"/>
                <a:gd name="T36" fmla="*/ 660 w 868"/>
                <a:gd name="T37" fmla="*/ 3 h 380"/>
                <a:gd name="T38" fmla="*/ 646 w 868"/>
                <a:gd name="T39" fmla="*/ 0 h 380"/>
                <a:gd name="T40" fmla="*/ 625 w 868"/>
                <a:gd name="T41" fmla="*/ 13 h 380"/>
                <a:gd name="T42" fmla="*/ 618 w 868"/>
                <a:gd name="T43" fmla="*/ 34 h 380"/>
                <a:gd name="T44" fmla="*/ 559 w 868"/>
                <a:gd name="T45" fmla="*/ 144 h 380"/>
                <a:gd name="T46" fmla="*/ 491 w 868"/>
                <a:gd name="T47" fmla="*/ 0 h 380"/>
                <a:gd name="T48" fmla="*/ 484 w 868"/>
                <a:gd name="T49" fmla="*/ 1 h 380"/>
                <a:gd name="T50" fmla="*/ 436 w 868"/>
                <a:gd name="T51" fmla="*/ 14 h 380"/>
                <a:gd name="T52" fmla="*/ 382 w 868"/>
                <a:gd name="T53" fmla="*/ 53 h 380"/>
                <a:gd name="T54" fmla="*/ 370 w 868"/>
                <a:gd name="T55" fmla="*/ 82 h 380"/>
                <a:gd name="T56" fmla="*/ 392 w 868"/>
                <a:gd name="T57" fmla="*/ 161 h 380"/>
                <a:gd name="T58" fmla="*/ 482 w 868"/>
                <a:gd name="T59" fmla="*/ 237 h 380"/>
                <a:gd name="T60" fmla="*/ 502 w 868"/>
                <a:gd name="T61" fmla="*/ 180 h 380"/>
                <a:gd name="T62" fmla="*/ 433 w 868"/>
                <a:gd name="T63" fmla="*/ 96 h 380"/>
                <a:gd name="T64" fmla="*/ 433 w 868"/>
                <a:gd name="T65" fmla="*/ 94 h 380"/>
                <a:gd name="T66" fmla="*/ 441 w 868"/>
                <a:gd name="T67" fmla="*/ 83 h 380"/>
                <a:gd name="T68" fmla="*/ 460 w 868"/>
                <a:gd name="T69" fmla="*/ 131 h 380"/>
                <a:gd name="T70" fmla="*/ 521 w 868"/>
                <a:gd name="T71" fmla="*/ 213 h 380"/>
                <a:gd name="T72" fmla="*/ 527 w 868"/>
                <a:gd name="T73" fmla="*/ 217 h 380"/>
                <a:gd name="T74" fmla="*/ 538 w 868"/>
                <a:gd name="T75" fmla="*/ 228 h 380"/>
                <a:gd name="T76" fmla="*/ 531 w 868"/>
                <a:gd name="T77" fmla="*/ 247 h 380"/>
                <a:gd name="T78" fmla="*/ 513 w 868"/>
                <a:gd name="T79" fmla="*/ 250 h 380"/>
                <a:gd name="T80" fmla="*/ 506 w 868"/>
                <a:gd name="T81" fmla="*/ 246 h 380"/>
                <a:gd name="T82" fmla="*/ 482 w 868"/>
                <a:gd name="T83" fmla="*/ 245 h 380"/>
                <a:gd name="T84" fmla="*/ 460 w 868"/>
                <a:gd name="T85" fmla="*/ 239 h 380"/>
                <a:gd name="T86" fmla="*/ 49 w 868"/>
                <a:gd name="T87" fmla="*/ 303 h 380"/>
                <a:gd name="T88" fmla="*/ 0 w 868"/>
                <a:gd name="T89" fmla="*/ 380 h 380"/>
                <a:gd name="T90" fmla="*/ 868 w 868"/>
                <a:gd name="T91" fmla="*/ 303 h 380"/>
                <a:gd name="T92" fmla="*/ 677 w 868"/>
                <a:gd name="T93" fmla="*/ 275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68" h="380">
                  <a:moveTo>
                    <a:pt x="677" y="275"/>
                  </a:moveTo>
                  <a:cubicBezTo>
                    <a:pt x="669" y="283"/>
                    <a:pt x="660" y="292"/>
                    <a:pt x="651" y="302"/>
                  </a:cubicBezTo>
                  <a:cubicBezTo>
                    <a:pt x="644" y="309"/>
                    <a:pt x="634" y="313"/>
                    <a:pt x="623" y="313"/>
                  </a:cubicBezTo>
                  <a:cubicBezTo>
                    <a:pt x="623" y="313"/>
                    <a:pt x="623" y="313"/>
                    <a:pt x="623" y="313"/>
                  </a:cubicBezTo>
                  <a:cubicBezTo>
                    <a:pt x="621" y="313"/>
                    <a:pt x="618" y="313"/>
                    <a:pt x="616" y="313"/>
                  </a:cubicBezTo>
                  <a:cubicBezTo>
                    <a:pt x="621" y="320"/>
                    <a:pt x="628" y="327"/>
                    <a:pt x="633" y="329"/>
                  </a:cubicBezTo>
                  <a:cubicBezTo>
                    <a:pt x="642" y="332"/>
                    <a:pt x="647" y="328"/>
                    <a:pt x="649" y="328"/>
                  </a:cubicBezTo>
                  <a:cubicBezTo>
                    <a:pt x="650" y="327"/>
                    <a:pt x="653" y="327"/>
                    <a:pt x="653" y="328"/>
                  </a:cubicBezTo>
                  <a:cubicBezTo>
                    <a:pt x="621" y="355"/>
                    <a:pt x="621" y="355"/>
                    <a:pt x="621" y="355"/>
                  </a:cubicBezTo>
                  <a:cubicBezTo>
                    <a:pt x="620" y="354"/>
                    <a:pt x="620" y="352"/>
                    <a:pt x="621" y="351"/>
                  </a:cubicBezTo>
                  <a:cubicBezTo>
                    <a:pt x="622" y="349"/>
                    <a:pt x="626" y="345"/>
                    <a:pt x="625" y="335"/>
                  </a:cubicBezTo>
                  <a:cubicBezTo>
                    <a:pt x="624" y="327"/>
                    <a:pt x="613" y="316"/>
                    <a:pt x="605" y="309"/>
                  </a:cubicBezTo>
                  <a:cubicBezTo>
                    <a:pt x="602" y="308"/>
                    <a:pt x="599" y="306"/>
                    <a:pt x="596" y="303"/>
                  </a:cubicBezTo>
                  <a:cubicBezTo>
                    <a:pt x="592" y="302"/>
                    <a:pt x="587" y="301"/>
                    <a:pt x="574" y="298"/>
                  </a:cubicBezTo>
                  <a:cubicBezTo>
                    <a:pt x="560" y="294"/>
                    <a:pt x="547" y="265"/>
                    <a:pt x="545" y="260"/>
                  </a:cubicBezTo>
                  <a:cubicBezTo>
                    <a:pt x="544" y="259"/>
                    <a:pt x="544" y="257"/>
                    <a:pt x="545" y="256"/>
                  </a:cubicBezTo>
                  <a:cubicBezTo>
                    <a:pt x="570" y="236"/>
                    <a:pt x="570" y="236"/>
                    <a:pt x="570" y="236"/>
                  </a:cubicBezTo>
                  <a:cubicBezTo>
                    <a:pt x="571" y="235"/>
                    <a:pt x="572" y="235"/>
                    <a:pt x="573" y="236"/>
                  </a:cubicBezTo>
                  <a:cubicBezTo>
                    <a:pt x="576" y="238"/>
                    <a:pt x="583" y="243"/>
                    <a:pt x="591" y="250"/>
                  </a:cubicBezTo>
                  <a:cubicBezTo>
                    <a:pt x="592" y="248"/>
                    <a:pt x="593" y="247"/>
                    <a:pt x="595" y="245"/>
                  </a:cubicBezTo>
                  <a:cubicBezTo>
                    <a:pt x="624" y="216"/>
                    <a:pt x="646" y="188"/>
                    <a:pt x="659" y="164"/>
                  </a:cubicBezTo>
                  <a:cubicBezTo>
                    <a:pt x="669" y="146"/>
                    <a:pt x="673" y="131"/>
                    <a:pt x="673" y="117"/>
                  </a:cubicBezTo>
                  <a:cubicBezTo>
                    <a:pt x="673" y="113"/>
                    <a:pt x="673" y="109"/>
                    <a:pt x="672" y="105"/>
                  </a:cubicBezTo>
                  <a:cubicBezTo>
                    <a:pt x="670" y="99"/>
                    <a:pt x="670" y="92"/>
                    <a:pt x="671" y="86"/>
                  </a:cubicBezTo>
                  <a:cubicBezTo>
                    <a:pt x="675" y="91"/>
                    <a:pt x="678" y="96"/>
                    <a:pt x="679" y="103"/>
                  </a:cubicBezTo>
                  <a:cubicBezTo>
                    <a:pt x="679" y="103"/>
                    <a:pt x="679" y="103"/>
                    <a:pt x="679" y="103"/>
                  </a:cubicBezTo>
                  <a:cubicBezTo>
                    <a:pt x="681" y="107"/>
                    <a:pt x="681" y="112"/>
                    <a:pt x="681" y="117"/>
                  </a:cubicBezTo>
                  <a:cubicBezTo>
                    <a:pt x="681" y="129"/>
                    <a:pt x="678" y="146"/>
                    <a:pt x="666" y="168"/>
                  </a:cubicBezTo>
                  <a:cubicBezTo>
                    <a:pt x="654" y="190"/>
                    <a:pt x="633" y="218"/>
                    <a:pt x="600" y="251"/>
                  </a:cubicBezTo>
                  <a:cubicBezTo>
                    <a:pt x="588" y="263"/>
                    <a:pt x="588" y="284"/>
                    <a:pt x="600" y="296"/>
                  </a:cubicBezTo>
                  <a:cubicBezTo>
                    <a:pt x="607" y="302"/>
                    <a:pt x="615" y="305"/>
                    <a:pt x="623" y="305"/>
                  </a:cubicBezTo>
                  <a:cubicBezTo>
                    <a:pt x="631" y="305"/>
                    <a:pt x="639" y="302"/>
                    <a:pt x="646" y="296"/>
                  </a:cubicBezTo>
                  <a:cubicBezTo>
                    <a:pt x="682" y="260"/>
                    <a:pt x="706" y="228"/>
                    <a:pt x="722" y="199"/>
                  </a:cubicBezTo>
                  <a:cubicBezTo>
                    <a:pt x="738" y="169"/>
                    <a:pt x="745" y="142"/>
                    <a:pt x="745" y="117"/>
                  </a:cubicBezTo>
                  <a:cubicBezTo>
                    <a:pt x="745" y="106"/>
                    <a:pt x="744" y="94"/>
                    <a:pt x="741" y="84"/>
                  </a:cubicBezTo>
                  <a:cubicBezTo>
                    <a:pt x="738" y="75"/>
                    <a:pt x="734" y="66"/>
                    <a:pt x="729" y="58"/>
                  </a:cubicBezTo>
                  <a:cubicBezTo>
                    <a:pt x="719" y="41"/>
                    <a:pt x="705" y="29"/>
                    <a:pt x="693" y="21"/>
                  </a:cubicBezTo>
                  <a:cubicBezTo>
                    <a:pt x="676" y="8"/>
                    <a:pt x="662" y="4"/>
                    <a:pt x="660" y="3"/>
                  </a:cubicBezTo>
                  <a:cubicBezTo>
                    <a:pt x="658" y="2"/>
                    <a:pt x="657" y="2"/>
                    <a:pt x="656" y="2"/>
                  </a:cubicBezTo>
                  <a:cubicBezTo>
                    <a:pt x="653" y="1"/>
                    <a:pt x="649" y="0"/>
                    <a:pt x="646" y="0"/>
                  </a:cubicBezTo>
                  <a:cubicBezTo>
                    <a:pt x="630" y="0"/>
                    <a:pt x="630" y="0"/>
                    <a:pt x="630" y="0"/>
                  </a:cubicBezTo>
                  <a:cubicBezTo>
                    <a:pt x="625" y="13"/>
                    <a:pt x="625" y="13"/>
                    <a:pt x="625" y="13"/>
                  </a:cubicBezTo>
                  <a:cubicBezTo>
                    <a:pt x="623" y="16"/>
                    <a:pt x="621" y="19"/>
                    <a:pt x="619" y="23"/>
                  </a:cubicBezTo>
                  <a:cubicBezTo>
                    <a:pt x="618" y="27"/>
                    <a:pt x="618" y="30"/>
                    <a:pt x="618" y="34"/>
                  </a:cubicBezTo>
                  <a:cubicBezTo>
                    <a:pt x="578" y="144"/>
                    <a:pt x="578" y="144"/>
                    <a:pt x="578" y="144"/>
                  </a:cubicBezTo>
                  <a:cubicBezTo>
                    <a:pt x="559" y="144"/>
                    <a:pt x="559" y="144"/>
                    <a:pt x="559" y="144"/>
                  </a:cubicBezTo>
                  <a:cubicBezTo>
                    <a:pt x="508" y="0"/>
                    <a:pt x="508" y="0"/>
                    <a:pt x="508" y="0"/>
                  </a:cubicBezTo>
                  <a:cubicBezTo>
                    <a:pt x="491" y="0"/>
                    <a:pt x="491" y="0"/>
                    <a:pt x="491" y="0"/>
                  </a:cubicBezTo>
                  <a:cubicBezTo>
                    <a:pt x="489" y="0"/>
                    <a:pt x="487" y="0"/>
                    <a:pt x="485" y="1"/>
                  </a:cubicBezTo>
                  <a:cubicBezTo>
                    <a:pt x="485" y="1"/>
                    <a:pt x="484" y="1"/>
                    <a:pt x="484" y="1"/>
                  </a:cubicBezTo>
                  <a:cubicBezTo>
                    <a:pt x="484" y="1"/>
                    <a:pt x="484" y="1"/>
                    <a:pt x="484" y="1"/>
                  </a:cubicBezTo>
                  <a:cubicBezTo>
                    <a:pt x="482" y="1"/>
                    <a:pt x="461" y="4"/>
                    <a:pt x="436" y="14"/>
                  </a:cubicBezTo>
                  <a:cubicBezTo>
                    <a:pt x="424" y="18"/>
                    <a:pt x="410" y="25"/>
                    <a:pt x="398" y="36"/>
                  </a:cubicBezTo>
                  <a:cubicBezTo>
                    <a:pt x="392" y="41"/>
                    <a:pt x="387" y="46"/>
                    <a:pt x="382" y="53"/>
                  </a:cubicBezTo>
                  <a:cubicBezTo>
                    <a:pt x="377" y="61"/>
                    <a:pt x="372" y="71"/>
                    <a:pt x="370" y="82"/>
                  </a:cubicBezTo>
                  <a:cubicBezTo>
                    <a:pt x="370" y="82"/>
                    <a:pt x="370" y="82"/>
                    <a:pt x="370" y="82"/>
                  </a:cubicBezTo>
                  <a:cubicBezTo>
                    <a:pt x="369" y="87"/>
                    <a:pt x="369" y="91"/>
                    <a:pt x="369" y="96"/>
                  </a:cubicBezTo>
                  <a:cubicBezTo>
                    <a:pt x="369" y="118"/>
                    <a:pt x="377" y="139"/>
                    <a:pt x="392" y="161"/>
                  </a:cubicBezTo>
                  <a:cubicBezTo>
                    <a:pt x="408" y="182"/>
                    <a:pt x="430" y="205"/>
                    <a:pt x="462" y="230"/>
                  </a:cubicBezTo>
                  <a:cubicBezTo>
                    <a:pt x="468" y="235"/>
                    <a:pt x="475" y="237"/>
                    <a:pt x="482" y="237"/>
                  </a:cubicBezTo>
                  <a:cubicBezTo>
                    <a:pt x="491" y="237"/>
                    <a:pt x="500" y="233"/>
                    <a:pt x="507" y="225"/>
                  </a:cubicBezTo>
                  <a:cubicBezTo>
                    <a:pt x="518" y="212"/>
                    <a:pt x="515" y="191"/>
                    <a:pt x="502" y="180"/>
                  </a:cubicBezTo>
                  <a:cubicBezTo>
                    <a:pt x="473" y="157"/>
                    <a:pt x="455" y="138"/>
                    <a:pt x="445" y="124"/>
                  </a:cubicBezTo>
                  <a:cubicBezTo>
                    <a:pt x="435" y="109"/>
                    <a:pt x="433" y="100"/>
                    <a:pt x="433" y="96"/>
                  </a:cubicBezTo>
                  <a:cubicBezTo>
                    <a:pt x="433" y="95"/>
                    <a:pt x="433" y="95"/>
                    <a:pt x="433" y="94"/>
                  </a:cubicBezTo>
                  <a:cubicBezTo>
                    <a:pt x="433" y="94"/>
                    <a:pt x="433" y="94"/>
                    <a:pt x="433" y="94"/>
                  </a:cubicBezTo>
                  <a:cubicBezTo>
                    <a:pt x="434" y="91"/>
                    <a:pt x="435" y="89"/>
                    <a:pt x="440" y="84"/>
                  </a:cubicBezTo>
                  <a:cubicBezTo>
                    <a:pt x="440" y="84"/>
                    <a:pt x="441" y="83"/>
                    <a:pt x="441" y="83"/>
                  </a:cubicBezTo>
                  <a:cubicBezTo>
                    <a:pt x="446" y="79"/>
                    <a:pt x="453" y="76"/>
                    <a:pt x="460" y="73"/>
                  </a:cubicBezTo>
                  <a:cubicBezTo>
                    <a:pt x="460" y="131"/>
                    <a:pt x="460" y="131"/>
                    <a:pt x="460" y="131"/>
                  </a:cubicBezTo>
                  <a:cubicBezTo>
                    <a:pt x="470" y="142"/>
                    <a:pt x="484" y="156"/>
                    <a:pt x="507" y="174"/>
                  </a:cubicBezTo>
                  <a:cubicBezTo>
                    <a:pt x="519" y="184"/>
                    <a:pt x="524" y="199"/>
                    <a:pt x="521" y="213"/>
                  </a:cubicBezTo>
                  <a:cubicBezTo>
                    <a:pt x="522" y="214"/>
                    <a:pt x="523" y="214"/>
                    <a:pt x="524" y="215"/>
                  </a:cubicBezTo>
                  <a:cubicBezTo>
                    <a:pt x="527" y="217"/>
                    <a:pt x="527" y="217"/>
                    <a:pt x="527" y="217"/>
                  </a:cubicBezTo>
                  <a:cubicBezTo>
                    <a:pt x="531" y="219"/>
                    <a:pt x="531" y="219"/>
                    <a:pt x="531" y="219"/>
                  </a:cubicBezTo>
                  <a:cubicBezTo>
                    <a:pt x="533" y="220"/>
                    <a:pt x="537" y="223"/>
                    <a:pt x="538" y="228"/>
                  </a:cubicBezTo>
                  <a:cubicBezTo>
                    <a:pt x="539" y="231"/>
                    <a:pt x="539" y="234"/>
                    <a:pt x="537" y="236"/>
                  </a:cubicBezTo>
                  <a:cubicBezTo>
                    <a:pt x="531" y="247"/>
                    <a:pt x="531" y="247"/>
                    <a:pt x="531" y="247"/>
                  </a:cubicBezTo>
                  <a:cubicBezTo>
                    <a:pt x="529" y="251"/>
                    <a:pt x="525" y="252"/>
                    <a:pt x="521" y="252"/>
                  </a:cubicBezTo>
                  <a:cubicBezTo>
                    <a:pt x="517" y="252"/>
                    <a:pt x="514" y="251"/>
                    <a:pt x="513" y="250"/>
                  </a:cubicBezTo>
                  <a:cubicBezTo>
                    <a:pt x="509" y="248"/>
                    <a:pt x="509" y="248"/>
                    <a:pt x="509" y="248"/>
                  </a:cubicBezTo>
                  <a:cubicBezTo>
                    <a:pt x="506" y="246"/>
                    <a:pt x="506" y="246"/>
                    <a:pt x="506" y="246"/>
                  </a:cubicBezTo>
                  <a:cubicBezTo>
                    <a:pt x="504" y="245"/>
                    <a:pt x="501" y="243"/>
                    <a:pt x="498" y="242"/>
                  </a:cubicBezTo>
                  <a:cubicBezTo>
                    <a:pt x="493" y="244"/>
                    <a:pt x="487" y="245"/>
                    <a:pt x="482" y="245"/>
                  </a:cubicBezTo>
                  <a:cubicBezTo>
                    <a:pt x="482" y="245"/>
                    <a:pt x="482" y="245"/>
                    <a:pt x="482" y="245"/>
                  </a:cubicBezTo>
                  <a:cubicBezTo>
                    <a:pt x="474" y="245"/>
                    <a:pt x="467" y="243"/>
                    <a:pt x="460" y="239"/>
                  </a:cubicBezTo>
                  <a:cubicBezTo>
                    <a:pt x="460" y="303"/>
                    <a:pt x="460" y="303"/>
                    <a:pt x="460" y="303"/>
                  </a:cubicBezTo>
                  <a:cubicBezTo>
                    <a:pt x="49" y="303"/>
                    <a:pt x="49" y="303"/>
                    <a:pt x="49" y="303"/>
                  </a:cubicBezTo>
                  <a:cubicBezTo>
                    <a:pt x="35" y="306"/>
                    <a:pt x="19" y="309"/>
                    <a:pt x="0" y="310"/>
                  </a:cubicBezTo>
                  <a:cubicBezTo>
                    <a:pt x="0" y="380"/>
                    <a:pt x="0" y="380"/>
                    <a:pt x="0" y="380"/>
                  </a:cubicBezTo>
                  <a:cubicBezTo>
                    <a:pt x="868" y="380"/>
                    <a:pt x="868" y="380"/>
                    <a:pt x="868" y="380"/>
                  </a:cubicBezTo>
                  <a:cubicBezTo>
                    <a:pt x="868" y="303"/>
                    <a:pt x="868" y="303"/>
                    <a:pt x="868" y="303"/>
                  </a:cubicBezTo>
                  <a:cubicBezTo>
                    <a:pt x="677" y="303"/>
                    <a:pt x="677" y="303"/>
                    <a:pt x="677" y="303"/>
                  </a:cubicBezTo>
                  <a:lnTo>
                    <a:pt x="677" y="2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Oval 9"/>
            <p:cNvSpPr>
              <a:spLocks noChangeArrowheads="1"/>
            </p:cNvSpPr>
            <p:nvPr/>
          </p:nvSpPr>
          <p:spPr bwMode="auto">
            <a:xfrm>
              <a:off x="5441950" y="4595813"/>
              <a:ext cx="282575" cy="2825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10"/>
            <p:cNvSpPr>
              <a:spLocks/>
            </p:cNvSpPr>
            <p:nvPr/>
          </p:nvSpPr>
          <p:spPr bwMode="auto">
            <a:xfrm>
              <a:off x="4900613" y="5106988"/>
              <a:ext cx="120650" cy="261938"/>
            </a:xfrm>
            <a:custGeom>
              <a:avLst/>
              <a:gdLst>
                <a:gd name="T0" fmla="*/ 66 w 77"/>
                <a:gd name="T1" fmla="*/ 68 h 168"/>
                <a:gd name="T2" fmla="*/ 63 w 77"/>
                <a:gd name="T3" fmla="*/ 3 h 168"/>
                <a:gd name="T4" fmla="*/ 60 w 77"/>
                <a:gd name="T5" fmla="*/ 0 h 168"/>
                <a:gd name="T6" fmla="*/ 17 w 77"/>
                <a:gd name="T7" fmla="*/ 0 h 168"/>
                <a:gd name="T8" fmla="*/ 13 w 77"/>
                <a:gd name="T9" fmla="*/ 3 h 168"/>
                <a:gd name="T10" fmla="*/ 11 w 77"/>
                <a:gd name="T11" fmla="*/ 68 h 168"/>
                <a:gd name="T12" fmla="*/ 31 w 77"/>
                <a:gd name="T13" fmla="*/ 98 h 168"/>
                <a:gd name="T14" fmla="*/ 31 w 77"/>
                <a:gd name="T15" fmla="*/ 151 h 168"/>
                <a:gd name="T16" fmla="*/ 14 w 77"/>
                <a:gd name="T17" fmla="*/ 164 h 168"/>
                <a:gd name="T18" fmla="*/ 10 w 77"/>
                <a:gd name="T19" fmla="*/ 168 h 168"/>
                <a:gd name="T20" fmla="*/ 66 w 77"/>
                <a:gd name="T21" fmla="*/ 168 h 168"/>
                <a:gd name="T22" fmla="*/ 63 w 77"/>
                <a:gd name="T23" fmla="*/ 164 h 168"/>
                <a:gd name="T24" fmla="*/ 46 w 77"/>
                <a:gd name="T25" fmla="*/ 151 h 168"/>
                <a:gd name="T26" fmla="*/ 45 w 77"/>
                <a:gd name="T27" fmla="*/ 98 h 168"/>
                <a:gd name="T28" fmla="*/ 66 w 77"/>
                <a:gd name="T29" fmla="*/ 6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7" h="168">
                  <a:moveTo>
                    <a:pt x="66" y="68"/>
                  </a:moveTo>
                  <a:cubicBezTo>
                    <a:pt x="77" y="51"/>
                    <a:pt x="66" y="11"/>
                    <a:pt x="63" y="3"/>
                  </a:cubicBezTo>
                  <a:cubicBezTo>
                    <a:pt x="63" y="1"/>
                    <a:pt x="62" y="0"/>
                    <a:pt x="60" y="0"/>
                  </a:cubicBezTo>
                  <a:cubicBezTo>
                    <a:pt x="17" y="0"/>
                    <a:pt x="17" y="0"/>
                    <a:pt x="17" y="0"/>
                  </a:cubicBezTo>
                  <a:cubicBezTo>
                    <a:pt x="15" y="0"/>
                    <a:pt x="13" y="1"/>
                    <a:pt x="13" y="3"/>
                  </a:cubicBezTo>
                  <a:cubicBezTo>
                    <a:pt x="11" y="11"/>
                    <a:pt x="0" y="51"/>
                    <a:pt x="11" y="68"/>
                  </a:cubicBezTo>
                  <a:cubicBezTo>
                    <a:pt x="24" y="87"/>
                    <a:pt x="29" y="90"/>
                    <a:pt x="31" y="98"/>
                  </a:cubicBezTo>
                  <a:cubicBezTo>
                    <a:pt x="34" y="106"/>
                    <a:pt x="39" y="139"/>
                    <a:pt x="31" y="151"/>
                  </a:cubicBezTo>
                  <a:cubicBezTo>
                    <a:pt x="24" y="163"/>
                    <a:pt x="16" y="163"/>
                    <a:pt x="14" y="164"/>
                  </a:cubicBezTo>
                  <a:cubicBezTo>
                    <a:pt x="12" y="165"/>
                    <a:pt x="10" y="167"/>
                    <a:pt x="10" y="168"/>
                  </a:cubicBezTo>
                  <a:cubicBezTo>
                    <a:pt x="66" y="168"/>
                    <a:pt x="66" y="168"/>
                    <a:pt x="66" y="168"/>
                  </a:cubicBezTo>
                  <a:cubicBezTo>
                    <a:pt x="67" y="167"/>
                    <a:pt x="65" y="165"/>
                    <a:pt x="63" y="164"/>
                  </a:cubicBezTo>
                  <a:cubicBezTo>
                    <a:pt x="60" y="163"/>
                    <a:pt x="53" y="163"/>
                    <a:pt x="46" y="151"/>
                  </a:cubicBezTo>
                  <a:cubicBezTo>
                    <a:pt x="38" y="139"/>
                    <a:pt x="43" y="106"/>
                    <a:pt x="45" y="98"/>
                  </a:cubicBezTo>
                  <a:cubicBezTo>
                    <a:pt x="48" y="90"/>
                    <a:pt x="53" y="87"/>
                    <a:pt x="66"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11"/>
            <p:cNvSpPr>
              <a:spLocks/>
            </p:cNvSpPr>
            <p:nvPr/>
          </p:nvSpPr>
          <p:spPr bwMode="auto">
            <a:xfrm>
              <a:off x="5049838" y="4946651"/>
              <a:ext cx="114300" cy="420688"/>
            </a:xfrm>
            <a:custGeom>
              <a:avLst/>
              <a:gdLst>
                <a:gd name="T0" fmla="*/ 48 w 73"/>
                <a:gd name="T1" fmla="*/ 13 h 269"/>
                <a:gd name="T2" fmla="*/ 48 w 73"/>
                <a:gd name="T3" fmla="*/ 7 h 269"/>
                <a:gd name="T4" fmla="*/ 45 w 73"/>
                <a:gd name="T5" fmla="*/ 0 h 269"/>
                <a:gd name="T6" fmla="*/ 28 w 73"/>
                <a:gd name="T7" fmla="*/ 0 h 269"/>
                <a:gd name="T8" fmla="*/ 25 w 73"/>
                <a:gd name="T9" fmla="*/ 7 h 269"/>
                <a:gd name="T10" fmla="*/ 24 w 73"/>
                <a:gd name="T11" fmla="*/ 13 h 269"/>
                <a:gd name="T12" fmla="*/ 24 w 73"/>
                <a:gd name="T13" fmla="*/ 18 h 269"/>
                <a:gd name="T14" fmla="*/ 17 w 73"/>
                <a:gd name="T15" fmla="*/ 87 h 269"/>
                <a:gd name="T16" fmla="*/ 0 w 73"/>
                <a:gd name="T17" fmla="*/ 152 h 269"/>
                <a:gd name="T18" fmla="*/ 0 w 73"/>
                <a:gd name="T19" fmla="*/ 261 h 269"/>
                <a:gd name="T20" fmla="*/ 8 w 73"/>
                <a:gd name="T21" fmla="*/ 269 h 269"/>
                <a:gd name="T22" fmla="*/ 65 w 73"/>
                <a:gd name="T23" fmla="*/ 269 h 269"/>
                <a:gd name="T24" fmla="*/ 73 w 73"/>
                <a:gd name="T25" fmla="*/ 261 h 269"/>
                <a:gd name="T26" fmla="*/ 73 w 73"/>
                <a:gd name="T27" fmla="*/ 152 h 269"/>
                <a:gd name="T28" fmla="*/ 56 w 73"/>
                <a:gd name="T29" fmla="*/ 87 h 269"/>
                <a:gd name="T30" fmla="*/ 49 w 73"/>
                <a:gd name="T31" fmla="*/ 18 h 269"/>
                <a:gd name="T32" fmla="*/ 48 w 73"/>
                <a:gd name="T33" fmla="*/ 13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3" h="269">
                  <a:moveTo>
                    <a:pt x="48" y="13"/>
                  </a:moveTo>
                  <a:cubicBezTo>
                    <a:pt x="48" y="13"/>
                    <a:pt x="48" y="8"/>
                    <a:pt x="48" y="7"/>
                  </a:cubicBezTo>
                  <a:cubicBezTo>
                    <a:pt x="48" y="7"/>
                    <a:pt x="48" y="0"/>
                    <a:pt x="45" y="0"/>
                  </a:cubicBezTo>
                  <a:cubicBezTo>
                    <a:pt x="28" y="0"/>
                    <a:pt x="28" y="0"/>
                    <a:pt x="28" y="0"/>
                  </a:cubicBezTo>
                  <a:cubicBezTo>
                    <a:pt x="24" y="0"/>
                    <a:pt x="25" y="7"/>
                    <a:pt x="25" y="7"/>
                  </a:cubicBezTo>
                  <a:cubicBezTo>
                    <a:pt x="25" y="8"/>
                    <a:pt x="24" y="13"/>
                    <a:pt x="24" y="13"/>
                  </a:cubicBezTo>
                  <a:cubicBezTo>
                    <a:pt x="24" y="18"/>
                    <a:pt x="24" y="18"/>
                    <a:pt x="24" y="18"/>
                  </a:cubicBezTo>
                  <a:cubicBezTo>
                    <a:pt x="24" y="18"/>
                    <a:pt x="22" y="70"/>
                    <a:pt x="17" y="87"/>
                  </a:cubicBezTo>
                  <a:cubicBezTo>
                    <a:pt x="9" y="112"/>
                    <a:pt x="0" y="129"/>
                    <a:pt x="0" y="152"/>
                  </a:cubicBezTo>
                  <a:cubicBezTo>
                    <a:pt x="0" y="175"/>
                    <a:pt x="0" y="261"/>
                    <a:pt x="0" y="261"/>
                  </a:cubicBezTo>
                  <a:cubicBezTo>
                    <a:pt x="0" y="266"/>
                    <a:pt x="4" y="269"/>
                    <a:pt x="8" y="269"/>
                  </a:cubicBezTo>
                  <a:cubicBezTo>
                    <a:pt x="65" y="269"/>
                    <a:pt x="65" y="269"/>
                    <a:pt x="65" y="269"/>
                  </a:cubicBezTo>
                  <a:cubicBezTo>
                    <a:pt x="69" y="269"/>
                    <a:pt x="73" y="266"/>
                    <a:pt x="73" y="261"/>
                  </a:cubicBezTo>
                  <a:cubicBezTo>
                    <a:pt x="73" y="261"/>
                    <a:pt x="73" y="175"/>
                    <a:pt x="73" y="152"/>
                  </a:cubicBezTo>
                  <a:cubicBezTo>
                    <a:pt x="73" y="129"/>
                    <a:pt x="64" y="112"/>
                    <a:pt x="56" y="87"/>
                  </a:cubicBezTo>
                  <a:cubicBezTo>
                    <a:pt x="51" y="70"/>
                    <a:pt x="49" y="18"/>
                    <a:pt x="49" y="18"/>
                  </a:cubicBezTo>
                  <a:lnTo>
                    <a:pt x="48"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12"/>
            <p:cNvSpPr>
              <a:spLocks/>
            </p:cNvSpPr>
            <p:nvPr/>
          </p:nvSpPr>
          <p:spPr bwMode="auto">
            <a:xfrm>
              <a:off x="5199063" y="5072063"/>
              <a:ext cx="157163" cy="166688"/>
            </a:xfrm>
            <a:custGeom>
              <a:avLst/>
              <a:gdLst>
                <a:gd name="T0" fmla="*/ 63 w 101"/>
                <a:gd name="T1" fmla="*/ 64 h 107"/>
                <a:gd name="T2" fmla="*/ 38 w 101"/>
                <a:gd name="T3" fmla="*/ 5 h 107"/>
                <a:gd name="T4" fmla="*/ 34 w 101"/>
                <a:gd name="T5" fmla="*/ 2 h 107"/>
                <a:gd name="T6" fmla="*/ 25 w 101"/>
                <a:gd name="T7" fmla="*/ 4 h 107"/>
                <a:gd name="T8" fmla="*/ 2 w 101"/>
                <a:gd name="T9" fmla="*/ 45 h 107"/>
                <a:gd name="T10" fmla="*/ 4 w 101"/>
                <a:gd name="T11" fmla="*/ 53 h 107"/>
                <a:gd name="T12" fmla="*/ 82 w 101"/>
                <a:gd name="T13" fmla="*/ 99 h 107"/>
                <a:gd name="T14" fmla="*/ 101 w 101"/>
                <a:gd name="T15" fmla="*/ 107 h 107"/>
                <a:gd name="T16" fmla="*/ 63 w 101"/>
                <a:gd name="T17" fmla="*/ 64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107">
                  <a:moveTo>
                    <a:pt x="63" y="64"/>
                  </a:moveTo>
                  <a:cubicBezTo>
                    <a:pt x="48" y="44"/>
                    <a:pt x="40" y="24"/>
                    <a:pt x="38" y="5"/>
                  </a:cubicBezTo>
                  <a:cubicBezTo>
                    <a:pt x="36" y="3"/>
                    <a:pt x="34" y="2"/>
                    <a:pt x="34" y="2"/>
                  </a:cubicBezTo>
                  <a:cubicBezTo>
                    <a:pt x="31" y="0"/>
                    <a:pt x="27" y="1"/>
                    <a:pt x="25" y="4"/>
                  </a:cubicBezTo>
                  <a:cubicBezTo>
                    <a:pt x="2" y="45"/>
                    <a:pt x="2" y="45"/>
                    <a:pt x="2" y="45"/>
                  </a:cubicBezTo>
                  <a:cubicBezTo>
                    <a:pt x="0" y="48"/>
                    <a:pt x="1" y="52"/>
                    <a:pt x="4" y="53"/>
                  </a:cubicBezTo>
                  <a:cubicBezTo>
                    <a:pt x="4" y="53"/>
                    <a:pt x="65" y="89"/>
                    <a:pt x="82" y="99"/>
                  </a:cubicBezTo>
                  <a:cubicBezTo>
                    <a:pt x="88" y="103"/>
                    <a:pt x="94" y="105"/>
                    <a:pt x="101" y="107"/>
                  </a:cubicBezTo>
                  <a:cubicBezTo>
                    <a:pt x="85" y="92"/>
                    <a:pt x="73" y="78"/>
                    <a:pt x="63" y="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13"/>
            <p:cNvSpPr>
              <a:spLocks/>
            </p:cNvSpPr>
            <p:nvPr/>
          </p:nvSpPr>
          <p:spPr bwMode="auto">
            <a:xfrm>
              <a:off x="5484813" y="5259388"/>
              <a:ext cx="41275" cy="39688"/>
            </a:xfrm>
            <a:custGeom>
              <a:avLst/>
              <a:gdLst>
                <a:gd name="T0" fmla="*/ 7 w 26"/>
                <a:gd name="T1" fmla="*/ 20 h 25"/>
                <a:gd name="T2" fmla="*/ 11 w 26"/>
                <a:gd name="T3" fmla="*/ 22 h 25"/>
                <a:gd name="T4" fmla="*/ 18 w 26"/>
                <a:gd name="T5" fmla="*/ 22 h 25"/>
                <a:gd name="T6" fmla="*/ 24 w 26"/>
                <a:gd name="T7" fmla="*/ 11 h 25"/>
                <a:gd name="T8" fmla="*/ 21 w 26"/>
                <a:gd name="T9" fmla="*/ 5 h 25"/>
                <a:gd name="T10" fmla="*/ 17 w 26"/>
                <a:gd name="T11" fmla="*/ 3 h 25"/>
                <a:gd name="T12" fmla="*/ 14 w 26"/>
                <a:gd name="T13" fmla="*/ 1 h 25"/>
                <a:gd name="T14" fmla="*/ 12 w 26"/>
                <a:gd name="T15" fmla="*/ 0 h 25"/>
                <a:gd name="T16" fmla="*/ 7 w 26"/>
                <a:gd name="T17" fmla="*/ 9 h 25"/>
                <a:gd name="T18" fmla="*/ 0 w 26"/>
                <a:gd name="T19" fmla="*/ 16 h 25"/>
                <a:gd name="T20" fmla="*/ 4 w 26"/>
                <a:gd name="T21" fmla="*/ 18 h 25"/>
                <a:gd name="T22" fmla="*/ 7 w 26"/>
                <a:gd name="T23" fmla="*/ 2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 h="25">
                  <a:moveTo>
                    <a:pt x="7" y="20"/>
                  </a:moveTo>
                  <a:cubicBezTo>
                    <a:pt x="7" y="20"/>
                    <a:pt x="10" y="22"/>
                    <a:pt x="11" y="22"/>
                  </a:cubicBezTo>
                  <a:cubicBezTo>
                    <a:pt x="11" y="22"/>
                    <a:pt x="16" y="25"/>
                    <a:pt x="18" y="22"/>
                  </a:cubicBezTo>
                  <a:cubicBezTo>
                    <a:pt x="24" y="11"/>
                    <a:pt x="24" y="11"/>
                    <a:pt x="24" y="11"/>
                  </a:cubicBezTo>
                  <a:cubicBezTo>
                    <a:pt x="26" y="8"/>
                    <a:pt x="21" y="5"/>
                    <a:pt x="21" y="5"/>
                  </a:cubicBezTo>
                  <a:cubicBezTo>
                    <a:pt x="20" y="5"/>
                    <a:pt x="17" y="3"/>
                    <a:pt x="17" y="3"/>
                  </a:cubicBezTo>
                  <a:cubicBezTo>
                    <a:pt x="14" y="1"/>
                    <a:pt x="14" y="1"/>
                    <a:pt x="14" y="1"/>
                  </a:cubicBezTo>
                  <a:cubicBezTo>
                    <a:pt x="14" y="1"/>
                    <a:pt x="13" y="0"/>
                    <a:pt x="12" y="0"/>
                  </a:cubicBezTo>
                  <a:cubicBezTo>
                    <a:pt x="11" y="3"/>
                    <a:pt x="9" y="6"/>
                    <a:pt x="7" y="9"/>
                  </a:cubicBezTo>
                  <a:cubicBezTo>
                    <a:pt x="5" y="12"/>
                    <a:pt x="3" y="14"/>
                    <a:pt x="0" y="16"/>
                  </a:cubicBezTo>
                  <a:cubicBezTo>
                    <a:pt x="2" y="17"/>
                    <a:pt x="4" y="18"/>
                    <a:pt x="4" y="18"/>
                  </a:cubicBezTo>
                  <a:lnTo>
                    <a:pt x="7"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14"/>
            <p:cNvSpPr>
              <a:spLocks/>
            </p:cNvSpPr>
            <p:nvPr/>
          </p:nvSpPr>
          <p:spPr bwMode="auto">
            <a:xfrm>
              <a:off x="5521325" y="4911726"/>
              <a:ext cx="52388" cy="53975"/>
            </a:xfrm>
            <a:custGeom>
              <a:avLst/>
              <a:gdLst>
                <a:gd name="T0" fmla="*/ 33 w 33"/>
                <a:gd name="T1" fmla="*/ 24 h 34"/>
                <a:gd name="T2" fmla="*/ 33 w 33"/>
                <a:gd name="T3" fmla="*/ 10 h 34"/>
                <a:gd name="T4" fmla="*/ 0 w 33"/>
                <a:gd name="T5" fmla="*/ 0 h 34"/>
                <a:gd name="T6" fmla="*/ 0 w 33"/>
                <a:gd name="T7" fmla="*/ 34 h 34"/>
                <a:gd name="T8" fmla="*/ 33 w 33"/>
                <a:gd name="T9" fmla="*/ 24 h 34"/>
              </a:gdLst>
              <a:ahLst/>
              <a:cxnLst>
                <a:cxn ang="0">
                  <a:pos x="T0" y="T1"/>
                </a:cxn>
                <a:cxn ang="0">
                  <a:pos x="T2" y="T3"/>
                </a:cxn>
                <a:cxn ang="0">
                  <a:pos x="T4" y="T5"/>
                </a:cxn>
                <a:cxn ang="0">
                  <a:pos x="T6" y="T7"/>
                </a:cxn>
                <a:cxn ang="0">
                  <a:pos x="T8" y="T9"/>
                </a:cxn>
              </a:cxnLst>
              <a:rect l="0" t="0" r="r" b="b"/>
              <a:pathLst>
                <a:path w="33" h="34">
                  <a:moveTo>
                    <a:pt x="33" y="24"/>
                  </a:moveTo>
                  <a:lnTo>
                    <a:pt x="33" y="10"/>
                  </a:lnTo>
                  <a:lnTo>
                    <a:pt x="0" y="0"/>
                  </a:lnTo>
                  <a:lnTo>
                    <a:pt x="0" y="34"/>
                  </a:lnTo>
                  <a:lnTo>
                    <a:pt x="33"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15"/>
            <p:cNvSpPr>
              <a:spLocks/>
            </p:cNvSpPr>
            <p:nvPr/>
          </p:nvSpPr>
          <p:spPr bwMode="auto">
            <a:xfrm>
              <a:off x="5591175" y="4911726"/>
              <a:ext cx="53975" cy="53975"/>
            </a:xfrm>
            <a:custGeom>
              <a:avLst/>
              <a:gdLst>
                <a:gd name="T0" fmla="*/ 0 w 34"/>
                <a:gd name="T1" fmla="*/ 10 h 34"/>
                <a:gd name="T2" fmla="*/ 0 w 34"/>
                <a:gd name="T3" fmla="*/ 24 h 34"/>
                <a:gd name="T4" fmla="*/ 34 w 34"/>
                <a:gd name="T5" fmla="*/ 34 h 34"/>
                <a:gd name="T6" fmla="*/ 34 w 34"/>
                <a:gd name="T7" fmla="*/ 0 h 34"/>
                <a:gd name="T8" fmla="*/ 0 w 34"/>
                <a:gd name="T9" fmla="*/ 10 h 34"/>
              </a:gdLst>
              <a:ahLst/>
              <a:cxnLst>
                <a:cxn ang="0">
                  <a:pos x="T0" y="T1"/>
                </a:cxn>
                <a:cxn ang="0">
                  <a:pos x="T2" y="T3"/>
                </a:cxn>
                <a:cxn ang="0">
                  <a:pos x="T4" y="T5"/>
                </a:cxn>
                <a:cxn ang="0">
                  <a:pos x="T6" y="T7"/>
                </a:cxn>
                <a:cxn ang="0">
                  <a:pos x="T8" y="T9"/>
                </a:cxn>
              </a:cxnLst>
              <a:rect l="0" t="0" r="r" b="b"/>
              <a:pathLst>
                <a:path w="34" h="34">
                  <a:moveTo>
                    <a:pt x="0" y="10"/>
                  </a:moveTo>
                  <a:lnTo>
                    <a:pt x="0" y="24"/>
                  </a:lnTo>
                  <a:lnTo>
                    <a:pt x="34" y="34"/>
                  </a:lnTo>
                  <a:lnTo>
                    <a:pt x="34"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16"/>
            <p:cNvSpPr>
              <a:spLocks/>
            </p:cNvSpPr>
            <p:nvPr/>
          </p:nvSpPr>
          <p:spPr bwMode="auto">
            <a:xfrm>
              <a:off x="4348163" y="4770438"/>
              <a:ext cx="323850" cy="323850"/>
            </a:xfrm>
            <a:custGeom>
              <a:avLst/>
              <a:gdLst>
                <a:gd name="T0" fmla="*/ 82 w 207"/>
                <a:gd name="T1" fmla="*/ 12 h 207"/>
                <a:gd name="T2" fmla="*/ 12 w 207"/>
                <a:gd name="T3" fmla="*/ 125 h 207"/>
                <a:gd name="T4" fmla="*/ 125 w 207"/>
                <a:gd name="T5" fmla="*/ 195 h 207"/>
                <a:gd name="T6" fmla="*/ 195 w 207"/>
                <a:gd name="T7" fmla="*/ 82 h 207"/>
                <a:gd name="T8" fmla="*/ 82 w 207"/>
                <a:gd name="T9" fmla="*/ 12 h 207"/>
              </a:gdLst>
              <a:ahLst/>
              <a:cxnLst>
                <a:cxn ang="0">
                  <a:pos x="T0" y="T1"/>
                </a:cxn>
                <a:cxn ang="0">
                  <a:pos x="T2" y="T3"/>
                </a:cxn>
                <a:cxn ang="0">
                  <a:pos x="T4" y="T5"/>
                </a:cxn>
                <a:cxn ang="0">
                  <a:pos x="T6" y="T7"/>
                </a:cxn>
                <a:cxn ang="0">
                  <a:pos x="T8" y="T9"/>
                </a:cxn>
              </a:cxnLst>
              <a:rect l="0" t="0" r="r" b="b"/>
              <a:pathLst>
                <a:path w="207" h="207">
                  <a:moveTo>
                    <a:pt x="82" y="12"/>
                  </a:moveTo>
                  <a:cubicBezTo>
                    <a:pt x="32" y="23"/>
                    <a:pt x="0" y="74"/>
                    <a:pt x="12" y="125"/>
                  </a:cubicBezTo>
                  <a:cubicBezTo>
                    <a:pt x="24" y="175"/>
                    <a:pt x="74" y="207"/>
                    <a:pt x="125" y="195"/>
                  </a:cubicBezTo>
                  <a:cubicBezTo>
                    <a:pt x="175" y="183"/>
                    <a:pt x="207" y="132"/>
                    <a:pt x="195" y="82"/>
                  </a:cubicBezTo>
                  <a:cubicBezTo>
                    <a:pt x="183" y="31"/>
                    <a:pt x="133" y="0"/>
                    <a:pt x="8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17"/>
            <p:cNvSpPr>
              <a:spLocks noEditPoints="1"/>
            </p:cNvSpPr>
            <p:nvPr/>
          </p:nvSpPr>
          <p:spPr bwMode="auto">
            <a:xfrm>
              <a:off x="4164013" y="5110163"/>
              <a:ext cx="693738" cy="931863"/>
            </a:xfrm>
            <a:custGeom>
              <a:avLst/>
              <a:gdLst>
                <a:gd name="T0" fmla="*/ 330 w 443"/>
                <a:gd name="T1" fmla="*/ 177 h 595"/>
                <a:gd name="T2" fmla="*/ 390 w 443"/>
                <a:gd name="T3" fmla="*/ 168 h 595"/>
                <a:gd name="T4" fmla="*/ 425 w 443"/>
                <a:gd name="T5" fmla="*/ 151 h 595"/>
                <a:gd name="T6" fmla="*/ 438 w 443"/>
                <a:gd name="T7" fmla="*/ 135 h 595"/>
                <a:gd name="T8" fmla="*/ 443 w 443"/>
                <a:gd name="T9" fmla="*/ 113 h 595"/>
                <a:gd name="T10" fmla="*/ 433 w 443"/>
                <a:gd name="T11" fmla="*/ 83 h 595"/>
                <a:gd name="T12" fmla="*/ 401 w 443"/>
                <a:gd name="T13" fmla="*/ 51 h 595"/>
                <a:gd name="T14" fmla="*/ 317 w 443"/>
                <a:gd name="T15" fmla="*/ 4 h 595"/>
                <a:gd name="T16" fmla="*/ 308 w 443"/>
                <a:gd name="T17" fmla="*/ 2 h 595"/>
                <a:gd name="T18" fmla="*/ 299 w 443"/>
                <a:gd name="T19" fmla="*/ 0 h 595"/>
                <a:gd name="T20" fmla="*/ 144 w 443"/>
                <a:gd name="T21" fmla="*/ 0 h 595"/>
                <a:gd name="T22" fmla="*/ 135 w 443"/>
                <a:gd name="T23" fmla="*/ 2 h 595"/>
                <a:gd name="T24" fmla="*/ 126 w 443"/>
                <a:gd name="T25" fmla="*/ 4 h 595"/>
                <a:gd name="T26" fmla="*/ 126 w 443"/>
                <a:gd name="T27" fmla="*/ 4 h 595"/>
                <a:gd name="T28" fmla="*/ 69 w 443"/>
                <a:gd name="T29" fmla="*/ 33 h 595"/>
                <a:gd name="T30" fmla="*/ 27 w 443"/>
                <a:gd name="T31" fmla="*/ 63 h 595"/>
                <a:gd name="T32" fmla="*/ 10 w 443"/>
                <a:gd name="T33" fmla="*/ 83 h 595"/>
                <a:gd name="T34" fmla="*/ 0 w 443"/>
                <a:gd name="T35" fmla="*/ 113 h 595"/>
                <a:gd name="T36" fmla="*/ 5 w 443"/>
                <a:gd name="T37" fmla="*/ 135 h 595"/>
                <a:gd name="T38" fmla="*/ 30 w 443"/>
                <a:gd name="T39" fmla="*/ 159 h 595"/>
                <a:gd name="T40" fmla="*/ 84 w 443"/>
                <a:gd name="T41" fmla="*/ 174 h 595"/>
                <a:gd name="T42" fmla="*/ 113 w 443"/>
                <a:gd name="T43" fmla="*/ 177 h 595"/>
                <a:gd name="T44" fmla="*/ 113 w 443"/>
                <a:gd name="T45" fmla="*/ 284 h 595"/>
                <a:gd name="T46" fmla="*/ 111 w 443"/>
                <a:gd name="T47" fmla="*/ 286 h 595"/>
                <a:gd name="T48" fmla="*/ 55 w 443"/>
                <a:gd name="T49" fmla="*/ 381 h 595"/>
                <a:gd name="T50" fmla="*/ 36 w 443"/>
                <a:gd name="T51" fmla="*/ 547 h 595"/>
                <a:gd name="T52" fmla="*/ 84 w 443"/>
                <a:gd name="T53" fmla="*/ 595 h 595"/>
                <a:gd name="T54" fmla="*/ 132 w 443"/>
                <a:gd name="T55" fmla="*/ 547 h 595"/>
                <a:gd name="T56" fmla="*/ 144 w 443"/>
                <a:gd name="T57" fmla="*/ 418 h 595"/>
                <a:gd name="T58" fmla="*/ 149 w 443"/>
                <a:gd name="T59" fmla="*/ 402 h 595"/>
                <a:gd name="T60" fmla="*/ 108 w 443"/>
                <a:gd name="T61" fmla="*/ 402 h 595"/>
                <a:gd name="T62" fmla="*/ 88 w 443"/>
                <a:gd name="T63" fmla="*/ 382 h 595"/>
                <a:gd name="T64" fmla="*/ 88 w 443"/>
                <a:gd name="T65" fmla="*/ 366 h 595"/>
                <a:gd name="T66" fmla="*/ 108 w 443"/>
                <a:gd name="T67" fmla="*/ 346 h 595"/>
                <a:gd name="T68" fmla="*/ 335 w 443"/>
                <a:gd name="T69" fmla="*/ 346 h 595"/>
                <a:gd name="T70" fmla="*/ 355 w 443"/>
                <a:gd name="T71" fmla="*/ 366 h 595"/>
                <a:gd name="T72" fmla="*/ 355 w 443"/>
                <a:gd name="T73" fmla="*/ 382 h 595"/>
                <a:gd name="T74" fmla="*/ 335 w 443"/>
                <a:gd name="T75" fmla="*/ 402 h 595"/>
                <a:gd name="T76" fmla="*/ 294 w 443"/>
                <a:gd name="T77" fmla="*/ 402 h 595"/>
                <a:gd name="T78" fmla="*/ 296 w 443"/>
                <a:gd name="T79" fmla="*/ 408 h 595"/>
                <a:gd name="T80" fmla="*/ 311 w 443"/>
                <a:gd name="T81" fmla="*/ 547 h 595"/>
                <a:gd name="T82" fmla="*/ 359 w 443"/>
                <a:gd name="T83" fmla="*/ 595 h 595"/>
                <a:gd name="T84" fmla="*/ 407 w 443"/>
                <a:gd name="T85" fmla="*/ 547 h 595"/>
                <a:gd name="T86" fmla="*/ 392 w 443"/>
                <a:gd name="T87" fmla="*/ 395 h 595"/>
                <a:gd name="T88" fmla="*/ 362 w 443"/>
                <a:gd name="T89" fmla="*/ 321 h 595"/>
                <a:gd name="T90" fmla="*/ 330 w 443"/>
                <a:gd name="T91" fmla="*/ 284 h 595"/>
                <a:gd name="T92" fmla="*/ 330 w 443"/>
                <a:gd name="T93" fmla="*/ 177 h 595"/>
                <a:gd name="T94" fmla="*/ 330 w 443"/>
                <a:gd name="T95" fmla="*/ 82 h 595"/>
                <a:gd name="T96" fmla="*/ 346 w 443"/>
                <a:gd name="T97" fmla="*/ 91 h 595"/>
                <a:gd name="T98" fmla="*/ 369 w 443"/>
                <a:gd name="T99" fmla="*/ 107 h 595"/>
                <a:gd name="T100" fmla="*/ 355 w 443"/>
                <a:gd name="T101" fmla="*/ 110 h 595"/>
                <a:gd name="T102" fmla="*/ 330 w 443"/>
                <a:gd name="T103" fmla="*/ 113 h 595"/>
                <a:gd name="T104" fmla="*/ 330 w 443"/>
                <a:gd name="T105" fmla="*/ 82 h 595"/>
                <a:gd name="T106" fmla="*/ 74 w 443"/>
                <a:gd name="T107" fmla="*/ 107 h 595"/>
                <a:gd name="T108" fmla="*/ 113 w 443"/>
                <a:gd name="T109" fmla="*/ 82 h 595"/>
                <a:gd name="T110" fmla="*/ 113 w 443"/>
                <a:gd name="T111" fmla="*/ 113 h 595"/>
                <a:gd name="T112" fmla="*/ 74 w 443"/>
                <a:gd name="T113" fmla="*/ 107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43" h="595">
                  <a:moveTo>
                    <a:pt x="330" y="177"/>
                  </a:moveTo>
                  <a:cubicBezTo>
                    <a:pt x="354" y="175"/>
                    <a:pt x="374" y="172"/>
                    <a:pt x="390" y="168"/>
                  </a:cubicBezTo>
                  <a:cubicBezTo>
                    <a:pt x="403" y="164"/>
                    <a:pt x="415" y="159"/>
                    <a:pt x="425" y="151"/>
                  </a:cubicBezTo>
                  <a:cubicBezTo>
                    <a:pt x="430" y="147"/>
                    <a:pt x="435" y="141"/>
                    <a:pt x="438" y="135"/>
                  </a:cubicBezTo>
                  <a:cubicBezTo>
                    <a:pt x="442" y="128"/>
                    <a:pt x="443" y="120"/>
                    <a:pt x="443" y="113"/>
                  </a:cubicBezTo>
                  <a:cubicBezTo>
                    <a:pt x="443" y="100"/>
                    <a:pt x="439" y="90"/>
                    <a:pt x="433" y="83"/>
                  </a:cubicBezTo>
                  <a:cubicBezTo>
                    <a:pt x="424" y="69"/>
                    <a:pt x="413" y="60"/>
                    <a:pt x="401" y="51"/>
                  </a:cubicBezTo>
                  <a:cubicBezTo>
                    <a:pt x="365" y="25"/>
                    <a:pt x="318" y="5"/>
                    <a:pt x="317" y="4"/>
                  </a:cubicBezTo>
                  <a:cubicBezTo>
                    <a:pt x="314" y="3"/>
                    <a:pt x="311" y="2"/>
                    <a:pt x="308" y="2"/>
                  </a:cubicBezTo>
                  <a:cubicBezTo>
                    <a:pt x="305" y="1"/>
                    <a:pt x="302" y="0"/>
                    <a:pt x="299" y="0"/>
                  </a:cubicBezTo>
                  <a:cubicBezTo>
                    <a:pt x="144" y="0"/>
                    <a:pt x="144" y="0"/>
                    <a:pt x="144" y="0"/>
                  </a:cubicBezTo>
                  <a:cubicBezTo>
                    <a:pt x="141" y="0"/>
                    <a:pt x="138" y="1"/>
                    <a:pt x="135" y="2"/>
                  </a:cubicBezTo>
                  <a:cubicBezTo>
                    <a:pt x="132" y="2"/>
                    <a:pt x="129" y="3"/>
                    <a:pt x="126" y="4"/>
                  </a:cubicBezTo>
                  <a:cubicBezTo>
                    <a:pt x="126" y="4"/>
                    <a:pt x="126" y="4"/>
                    <a:pt x="126" y="4"/>
                  </a:cubicBezTo>
                  <a:cubicBezTo>
                    <a:pt x="126" y="4"/>
                    <a:pt x="98" y="16"/>
                    <a:pt x="69" y="33"/>
                  </a:cubicBezTo>
                  <a:cubicBezTo>
                    <a:pt x="55" y="42"/>
                    <a:pt x="40" y="52"/>
                    <a:pt x="27" y="63"/>
                  </a:cubicBezTo>
                  <a:cubicBezTo>
                    <a:pt x="21" y="69"/>
                    <a:pt x="15" y="75"/>
                    <a:pt x="10" y="83"/>
                  </a:cubicBezTo>
                  <a:cubicBezTo>
                    <a:pt x="5" y="90"/>
                    <a:pt x="0" y="100"/>
                    <a:pt x="0" y="113"/>
                  </a:cubicBezTo>
                  <a:cubicBezTo>
                    <a:pt x="0" y="120"/>
                    <a:pt x="1" y="128"/>
                    <a:pt x="5" y="135"/>
                  </a:cubicBezTo>
                  <a:cubicBezTo>
                    <a:pt x="11" y="146"/>
                    <a:pt x="21" y="154"/>
                    <a:pt x="30" y="159"/>
                  </a:cubicBezTo>
                  <a:cubicBezTo>
                    <a:pt x="45" y="167"/>
                    <a:pt x="62" y="171"/>
                    <a:pt x="84" y="174"/>
                  </a:cubicBezTo>
                  <a:cubicBezTo>
                    <a:pt x="93" y="175"/>
                    <a:pt x="103" y="176"/>
                    <a:pt x="113" y="177"/>
                  </a:cubicBezTo>
                  <a:cubicBezTo>
                    <a:pt x="113" y="284"/>
                    <a:pt x="113" y="284"/>
                    <a:pt x="113" y="284"/>
                  </a:cubicBezTo>
                  <a:cubicBezTo>
                    <a:pt x="112" y="285"/>
                    <a:pt x="112" y="285"/>
                    <a:pt x="111" y="286"/>
                  </a:cubicBezTo>
                  <a:cubicBezTo>
                    <a:pt x="86" y="308"/>
                    <a:pt x="67" y="339"/>
                    <a:pt x="55" y="381"/>
                  </a:cubicBezTo>
                  <a:cubicBezTo>
                    <a:pt x="43" y="423"/>
                    <a:pt x="36" y="476"/>
                    <a:pt x="36" y="547"/>
                  </a:cubicBezTo>
                  <a:cubicBezTo>
                    <a:pt x="36" y="573"/>
                    <a:pt x="58" y="595"/>
                    <a:pt x="84" y="595"/>
                  </a:cubicBezTo>
                  <a:cubicBezTo>
                    <a:pt x="111" y="595"/>
                    <a:pt x="132" y="573"/>
                    <a:pt x="132" y="547"/>
                  </a:cubicBezTo>
                  <a:cubicBezTo>
                    <a:pt x="132" y="489"/>
                    <a:pt x="137" y="447"/>
                    <a:pt x="144" y="418"/>
                  </a:cubicBezTo>
                  <a:cubicBezTo>
                    <a:pt x="146" y="412"/>
                    <a:pt x="147" y="407"/>
                    <a:pt x="149" y="402"/>
                  </a:cubicBezTo>
                  <a:cubicBezTo>
                    <a:pt x="108" y="402"/>
                    <a:pt x="108" y="402"/>
                    <a:pt x="108" y="402"/>
                  </a:cubicBezTo>
                  <a:cubicBezTo>
                    <a:pt x="97" y="402"/>
                    <a:pt x="88" y="393"/>
                    <a:pt x="88" y="382"/>
                  </a:cubicBezTo>
                  <a:cubicBezTo>
                    <a:pt x="88" y="366"/>
                    <a:pt x="88" y="366"/>
                    <a:pt x="88" y="366"/>
                  </a:cubicBezTo>
                  <a:cubicBezTo>
                    <a:pt x="88" y="355"/>
                    <a:pt x="97" y="346"/>
                    <a:pt x="108" y="346"/>
                  </a:cubicBezTo>
                  <a:cubicBezTo>
                    <a:pt x="335" y="346"/>
                    <a:pt x="335" y="346"/>
                    <a:pt x="335" y="346"/>
                  </a:cubicBezTo>
                  <a:cubicBezTo>
                    <a:pt x="346" y="346"/>
                    <a:pt x="355" y="355"/>
                    <a:pt x="355" y="366"/>
                  </a:cubicBezTo>
                  <a:cubicBezTo>
                    <a:pt x="355" y="382"/>
                    <a:pt x="355" y="382"/>
                    <a:pt x="355" y="382"/>
                  </a:cubicBezTo>
                  <a:cubicBezTo>
                    <a:pt x="355" y="393"/>
                    <a:pt x="346" y="402"/>
                    <a:pt x="335" y="402"/>
                  </a:cubicBezTo>
                  <a:cubicBezTo>
                    <a:pt x="294" y="402"/>
                    <a:pt x="294" y="402"/>
                    <a:pt x="294" y="402"/>
                  </a:cubicBezTo>
                  <a:cubicBezTo>
                    <a:pt x="295" y="404"/>
                    <a:pt x="295" y="406"/>
                    <a:pt x="296" y="408"/>
                  </a:cubicBezTo>
                  <a:cubicBezTo>
                    <a:pt x="305" y="437"/>
                    <a:pt x="311" y="482"/>
                    <a:pt x="311" y="547"/>
                  </a:cubicBezTo>
                  <a:cubicBezTo>
                    <a:pt x="311" y="573"/>
                    <a:pt x="332" y="595"/>
                    <a:pt x="359" y="595"/>
                  </a:cubicBezTo>
                  <a:cubicBezTo>
                    <a:pt x="385" y="595"/>
                    <a:pt x="407" y="573"/>
                    <a:pt x="407" y="547"/>
                  </a:cubicBezTo>
                  <a:cubicBezTo>
                    <a:pt x="407" y="484"/>
                    <a:pt x="402" y="435"/>
                    <a:pt x="392" y="395"/>
                  </a:cubicBezTo>
                  <a:cubicBezTo>
                    <a:pt x="385" y="366"/>
                    <a:pt x="375" y="341"/>
                    <a:pt x="362" y="321"/>
                  </a:cubicBezTo>
                  <a:cubicBezTo>
                    <a:pt x="353" y="306"/>
                    <a:pt x="342" y="294"/>
                    <a:pt x="330" y="284"/>
                  </a:cubicBezTo>
                  <a:lnTo>
                    <a:pt x="330" y="177"/>
                  </a:lnTo>
                  <a:close/>
                  <a:moveTo>
                    <a:pt x="330" y="82"/>
                  </a:moveTo>
                  <a:cubicBezTo>
                    <a:pt x="335" y="85"/>
                    <a:pt x="341" y="88"/>
                    <a:pt x="346" y="91"/>
                  </a:cubicBezTo>
                  <a:cubicBezTo>
                    <a:pt x="355" y="96"/>
                    <a:pt x="363" y="102"/>
                    <a:pt x="369" y="107"/>
                  </a:cubicBezTo>
                  <a:cubicBezTo>
                    <a:pt x="365" y="108"/>
                    <a:pt x="361" y="109"/>
                    <a:pt x="355" y="110"/>
                  </a:cubicBezTo>
                  <a:cubicBezTo>
                    <a:pt x="348" y="111"/>
                    <a:pt x="339" y="112"/>
                    <a:pt x="330" y="113"/>
                  </a:cubicBezTo>
                  <a:lnTo>
                    <a:pt x="330" y="82"/>
                  </a:lnTo>
                  <a:close/>
                  <a:moveTo>
                    <a:pt x="74" y="107"/>
                  </a:moveTo>
                  <a:cubicBezTo>
                    <a:pt x="84" y="99"/>
                    <a:pt x="99" y="89"/>
                    <a:pt x="113" y="82"/>
                  </a:cubicBezTo>
                  <a:cubicBezTo>
                    <a:pt x="113" y="113"/>
                    <a:pt x="113" y="113"/>
                    <a:pt x="113" y="113"/>
                  </a:cubicBezTo>
                  <a:cubicBezTo>
                    <a:pt x="96" y="111"/>
                    <a:pt x="83" y="109"/>
                    <a:pt x="74"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18"/>
            <p:cNvSpPr>
              <a:spLocks/>
            </p:cNvSpPr>
            <p:nvPr/>
          </p:nvSpPr>
          <p:spPr bwMode="auto">
            <a:xfrm>
              <a:off x="4314825" y="5664201"/>
              <a:ext cx="392113" cy="593725"/>
            </a:xfrm>
            <a:custGeom>
              <a:avLst/>
              <a:gdLst>
                <a:gd name="T0" fmla="*/ 239 w 251"/>
                <a:gd name="T1" fmla="*/ 40 h 379"/>
                <a:gd name="T2" fmla="*/ 251 w 251"/>
                <a:gd name="T3" fmla="*/ 28 h 379"/>
                <a:gd name="T4" fmla="*/ 251 w 251"/>
                <a:gd name="T5" fmla="*/ 12 h 379"/>
                <a:gd name="T6" fmla="*/ 239 w 251"/>
                <a:gd name="T7" fmla="*/ 0 h 379"/>
                <a:gd name="T8" fmla="*/ 12 w 251"/>
                <a:gd name="T9" fmla="*/ 0 h 379"/>
                <a:gd name="T10" fmla="*/ 0 w 251"/>
                <a:gd name="T11" fmla="*/ 12 h 379"/>
                <a:gd name="T12" fmla="*/ 0 w 251"/>
                <a:gd name="T13" fmla="*/ 28 h 379"/>
                <a:gd name="T14" fmla="*/ 12 w 251"/>
                <a:gd name="T15" fmla="*/ 40 h 379"/>
                <a:gd name="T16" fmla="*/ 111 w 251"/>
                <a:gd name="T17" fmla="*/ 40 h 379"/>
                <a:gd name="T18" fmla="*/ 111 w 251"/>
                <a:gd name="T19" fmla="*/ 336 h 379"/>
                <a:gd name="T20" fmla="*/ 6 w 251"/>
                <a:gd name="T21" fmla="*/ 357 h 379"/>
                <a:gd name="T22" fmla="*/ 126 w 251"/>
                <a:gd name="T23" fmla="*/ 379 h 379"/>
                <a:gd name="T24" fmla="*/ 246 w 251"/>
                <a:gd name="T25" fmla="*/ 357 h 379"/>
                <a:gd name="T26" fmla="*/ 140 w 251"/>
                <a:gd name="T27" fmla="*/ 336 h 379"/>
                <a:gd name="T28" fmla="*/ 140 w 251"/>
                <a:gd name="T29" fmla="*/ 40 h 379"/>
                <a:gd name="T30" fmla="*/ 239 w 251"/>
                <a:gd name="T31" fmla="*/ 40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51" h="379">
                  <a:moveTo>
                    <a:pt x="239" y="40"/>
                  </a:moveTo>
                  <a:cubicBezTo>
                    <a:pt x="246" y="40"/>
                    <a:pt x="251" y="35"/>
                    <a:pt x="251" y="28"/>
                  </a:cubicBezTo>
                  <a:cubicBezTo>
                    <a:pt x="251" y="12"/>
                    <a:pt x="251" y="12"/>
                    <a:pt x="251" y="12"/>
                  </a:cubicBezTo>
                  <a:cubicBezTo>
                    <a:pt x="251" y="5"/>
                    <a:pt x="246" y="0"/>
                    <a:pt x="239" y="0"/>
                  </a:cubicBezTo>
                  <a:cubicBezTo>
                    <a:pt x="12" y="0"/>
                    <a:pt x="12" y="0"/>
                    <a:pt x="12" y="0"/>
                  </a:cubicBezTo>
                  <a:cubicBezTo>
                    <a:pt x="6" y="0"/>
                    <a:pt x="0" y="5"/>
                    <a:pt x="0" y="12"/>
                  </a:cubicBezTo>
                  <a:cubicBezTo>
                    <a:pt x="0" y="28"/>
                    <a:pt x="0" y="28"/>
                    <a:pt x="0" y="28"/>
                  </a:cubicBezTo>
                  <a:cubicBezTo>
                    <a:pt x="0" y="35"/>
                    <a:pt x="6" y="40"/>
                    <a:pt x="12" y="40"/>
                  </a:cubicBezTo>
                  <a:cubicBezTo>
                    <a:pt x="111" y="40"/>
                    <a:pt x="111" y="40"/>
                    <a:pt x="111" y="40"/>
                  </a:cubicBezTo>
                  <a:cubicBezTo>
                    <a:pt x="111" y="336"/>
                    <a:pt x="111" y="336"/>
                    <a:pt x="111" y="336"/>
                  </a:cubicBezTo>
                  <a:cubicBezTo>
                    <a:pt x="52" y="337"/>
                    <a:pt x="6" y="346"/>
                    <a:pt x="6" y="357"/>
                  </a:cubicBezTo>
                  <a:cubicBezTo>
                    <a:pt x="6" y="369"/>
                    <a:pt x="59" y="379"/>
                    <a:pt x="126" y="379"/>
                  </a:cubicBezTo>
                  <a:cubicBezTo>
                    <a:pt x="192" y="379"/>
                    <a:pt x="246" y="369"/>
                    <a:pt x="246" y="357"/>
                  </a:cubicBezTo>
                  <a:cubicBezTo>
                    <a:pt x="246" y="346"/>
                    <a:pt x="200" y="337"/>
                    <a:pt x="140" y="336"/>
                  </a:cubicBezTo>
                  <a:cubicBezTo>
                    <a:pt x="140" y="40"/>
                    <a:pt x="140" y="40"/>
                    <a:pt x="140" y="40"/>
                  </a:cubicBezTo>
                  <a:lnTo>
                    <a:pt x="239"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9"/>
            <p:cNvSpPr>
              <a:spLocks/>
            </p:cNvSpPr>
            <p:nvPr/>
          </p:nvSpPr>
          <p:spPr bwMode="auto">
            <a:xfrm>
              <a:off x="3535363" y="4770438"/>
              <a:ext cx="323850" cy="323850"/>
            </a:xfrm>
            <a:custGeom>
              <a:avLst/>
              <a:gdLst>
                <a:gd name="T0" fmla="*/ 195 w 207"/>
                <a:gd name="T1" fmla="*/ 82 h 207"/>
                <a:gd name="T2" fmla="*/ 82 w 207"/>
                <a:gd name="T3" fmla="*/ 12 h 207"/>
                <a:gd name="T4" fmla="*/ 12 w 207"/>
                <a:gd name="T5" fmla="*/ 125 h 207"/>
                <a:gd name="T6" fmla="*/ 125 w 207"/>
                <a:gd name="T7" fmla="*/ 195 h 207"/>
                <a:gd name="T8" fmla="*/ 195 w 207"/>
                <a:gd name="T9" fmla="*/ 82 h 207"/>
              </a:gdLst>
              <a:ahLst/>
              <a:cxnLst>
                <a:cxn ang="0">
                  <a:pos x="T0" y="T1"/>
                </a:cxn>
                <a:cxn ang="0">
                  <a:pos x="T2" y="T3"/>
                </a:cxn>
                <a:cxn ang="0">
                  <a:pos x="T4" y="T5"/>
                </a:cxn>
                <a:cxn ang="0">
                  <a:pos x="T6" y="T7"/>
                </a:cxn>
                <a:cxn ang="0">
                  <a:pos x="T8" y="T9"/>
                </a:cxn>
              </a:cxnLst>
              <a:rect l="0" t="0" r="r" b="b"/>
              <a:pathLst>
                <a:path w="207" h="207">
                  <a:moveTo>
                    <a:pt x="195" y="82"/>
                  </a:moveTo>
                  <a:cubicBezTo>
                    <a:pt x="183" y="31"/>
                    <a:pt x="133" y="0"/>
                    <a:pt x="82" y="12"/>
                  </a:cubicBezTo>
                  <a:cubicBezTo>
                    <a:pt x="32" y="23"/>
                    <a:pt x="0" y="74"/>
                    <a:pt x="12" y="125"/>
                  </a:cubicBezTo>
                  <a:cubicBezTo>
                    <a:pt x="24" y="175"/>
                    <a:pt x="74" y="207"/>
                    <a:pt x="125" y="195"/>
                  </a:cubicBezTo>
                  <a:cubicBezTo>
                    <a:pt x="175" y="183"/>
                    <a:pt x="207" y="132"/>
                    <a:pt x="195"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20"/>
            <p:cNvSpPr>
              <a:spLocks/>
            </p:cNvSpPr>
            <p:nvPr/>
          </p:nvSpPr>
          <p:spPr bwMode="auto">
            <a:xfrm>
              <a:off x="3500438" y="5664201"/>
              <a:ext cx="393700" cy="593725"/>
            </a:xfrm>
            <a:custGeom>
              <a:avLst/>
              <a:gdLst>
                <a:gd name="T0" fmla="*/ 239 w 251"/>
                <a:gd name="T1" fmla="*/ 40 h 379"/>
                <a:gd name="T2" fmla="*/ 251 w 251"/>
                <a:gd name="T3" fmla="*/ 28 h 379"/>
                <a:gd name="T4" fmla="*/ 251 w 251"/>
                <a:gd name="T5" fmla="*/ 12 h 379"/>
                <a:gd name="T6" fmla="*/ 239 w 251"/>
                <a:gd name="T7" fmla="*/ 0 h 379"/>
                <a:gd name="T8" fmla="*/ 12 w 251"/>
                <a:gd name="T9" fmla="*/ 0 h 379"/>
                <a:gd name="T10" fmla="*/ 0 w 251"/>
                <a:gd name="T11" fmla="*/ 12 h 379"/>
                <a:gd name="T12" fmla="*/ 0 w 251"/>
                <a:gd name="T13" fmla="*/ 28 h 379"/>
                <a:gd name="T14" fmla="*/ 12 w 251"/>
                <a:gd name="T15" fmla="*/ 40 h 379"/>
                <a:gd name="T16" fmla="*/ 111 w 251"/>
                <a:gd name="T17" fmla="*/ 40 h 379"/>
                <a:gd name="T18" fmla="*/ 111 w 251"/>
                <a:gd name="T19" fmla="*/ 336 h 379"/>
                <a:gd name="T20" fmla="*/ 6 w 251"/>
                <a:gd name="T21" fmla="*/ 357 h 379"/>
                <a:gd name="T22" fmla="*/ 126 w 251"/>
                <a:gd name="T23" fmla="*/ 379 h 379"/>
                <a:gd name="T24" fmla="*/ 246 w 251"/>
                <a:gd name="T25" fmla="*/ 357 h 379"/>
                <a:gd name="T26" fmla="*/ 140 w 251"/>
                <a:gd name="T27" fmla="*/ 336 h 379"/>
                <a:gd name="T28" fmla="*/ 140 w 251"/>
                <a:gd name="T29" fmla="*/ 40 h 379"/>
                <a:gd name="T30" fmla="*/ 239 w 251"/>
                <a:gd name="T31" fmla="*/ 40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51" h="379">
                  <a:moveTo>
                    <a:pt x="239" y="40"/>
                  </a:moveTo>
                  <a:cubicBezTo>
                    <a:pt x="246" y="40"/>
                    <a:pt x="251" y="35"/>
                    <a:pt x="251" y="28"/>
                  </a:cubicBezTo>
                  <a:cubicBezTo>
                    <a:pt x="251" y="12"/>
                    <a:pt x="251" y="12"/>
                    <a:pt x="251" y="12"/>
                  </a:cubicBezTo>
                  <a:cubicBezTo>
                    <a:pt x="251" y="5"/>
                    <a:pt x="246" y="0"/>
                    <a:pt x="239" y="0"/>
                  </a:cubicBezTo>
                  <a:cubicBezTo>
                    <a:pt x="12" y="0"/>
                    <a:pt x="12" y="0"/>
                    <a:pt x="12" y="0"/>
                  </a:cubicBezTo>
                  <a:cubicBezTo>
                    <a:pt x="6" y="0"/>
                    <a:pt x="0" y="5"/>
                    <a:pt x="0" y="12"/>
                  </a:cubicBezTo>
                  <a:cubicBezTo>
                    <a:pt x="0" y="28"/>
                    <a:pt x="0" y="28"/>
                    <a:pt x="0" y="28"/>
                  </a:cubicBezTo>
                  <a:cubicBezTo>
                    <a:pt x="0" y="35"/>
                    <a:pt x="6" y="40"/>
                    <a:pt x="12" y="40"/>
                  </a:cubicBezTo>
                  <a:cubicBezTo>
                    <a:pt x="111" y="40"/>
                    <a:pt x="111" y="40"/>
                    <a:pt x="111" y="40"/>
                  </a:cubicBezTo>
                  <a:cubicBezTo>
                    <a:pt x="111" y="336"/>
                    <a:pt x="111" y="336"/>
                    <a:pt x="111" y="336"/>
                  </a:cubicBezTo>
                  <a:cubicBezTo>
                    <a:pt x="52" y="337"/>
                    <a:pt x="6" y="346"/>
                    <a:pt x="6" y="357"/>
                  </a:cubicBezTo>
                  <a:cubicBezTo>
                    <a:pt x="6" y="369"/>
                    <a:pt x="59" y="379"/>
                    <a:pt x="126" y="379"/>
                  </a:cubicBezTo>
                  <a:cubicBezTo>
                    <a:pt x="192" y="379"/>
                    <a:pt x="246" y="369"/>
                    <a:pt x="246" y="357"/>
                  </a:cubicBezTo>
                  <a:cubicBezTo>
                    <a:pt x="246" y="346"/>
                    <a:pt x="200" y="337"/>
                    <a:pt x="140" y="336"/>
                  </a:cubicBezTo>
                  <a:cubicBezTo>
                    <a:pt x="140" y="40"/>
                    <a:pt x="140" y="40"/>
                    <a:pt x="140" y="40"/>
                  </a:cubicBezTo>
                  <a:lnTo>
                    <a:pt x="239"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25" name="组合 124"/>
          <p:cNvGrpSpPr/>
          <p:nvPr/>
        </p:nvGrpSpPr>
        <p:grpSpPr>
          <a:xfrm>
            <a:off x="8404771" y="674688"/>
            <a:ext cx="3651250" cy="2262188"/>
            <a:chOff x="2478088" y="674688"/>
            <a:chExt cx="3651250" cy="2262188"/>
          </a:xfrm>
          <a:solidFill>
            <a:schemeClr val="tx1">
              <a:lumMod val="65000"/>
              <a:lumOff val="35000"/>
            </a:schemeClr>
          </a:solidFill>
        </p:grpSpPr>
        <p:sp>
          <p:nvSpPr>
            <p:cNvPr id="126" name="Freeform 21"/>
            <p:cNvSpPr>
              <a:spLocks/>
            </p:cNvSpPr>
            <p:nvPr/>
          </p:nvSpPr>
          <p:spPr bwMode="auto">
            <a:xfrm>
              <a:off x="4232275" y="674688"/>
              <a:ext cx="330200" cy="493713"/>
            </a:xfrm>
            <a:custGeom>
              <a:avLst/>
              <a:gdLst>
                <a:gd name="T0" fmla="*/ 106 w 212"/>
                <a:gd name="T1" fmla="*/ 316 h 316"/>
                <a:gd name="T2" fmla="*/ 212 w 212"/>
                <a:gd name="T3" fmla="*/ 210 h 316"/>
                <a:gd name="T4" fmla="*/ 115 w 212"/>
                <a:gd name="T5" fmla="*/ 104 h 316"/>
                <a:gd name="T6" fmla="*/ 115 w 212"/>
                <a:gd name="T7" fmla="*/ 0 h 316"/>
                <a:gd name="T8" fmla="*/ 97 w 212"/>
                <a:gd name="T9" fmla="*/ 0 h 316"/>
                <a:gd name="T10" fmla="*/ 97 w 212"/>
                <a:gd name="T11" fmla="*/ 104 h 316"/>
                <a:gd name="T12" fmla="*/ 0 w 212"/>
                <a:gd name="T13" fmla="*/ 210 h 316"/>
                <a:gd name="T14" fmla="*/ 106 w 212"/>
                <a:gd name="T15" fmla="*/ 316 h 3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2" h="316">
                  <a:moveTo>
                    <a:pt x="106" y="316"/>
                  </a:moveTo>
                  <a:cubicBezTo>
                    <a:pt x="164" y="316"/>
                    <a:pt x="212" y="269"/>
                    <a:pt x="212" y="210"/>
                  </a:cubicBezTo>
                  <a:cubicBezTo>
                    <a:pt x="212" y="154"/>
                    <a:pt x="169" y="109"/>
                    <a:pt x="115" y="104"/>
                  </a:cubicBezTo>
                  <a:cubicBezTo>
                    <a:pt x="115" y="0"/>
                    <a:pt x="115" y="0"/>
                    <a:pt x="115" y="0"/>
                  </a:cubicBezTo>
                  <a:cubicBezTo>
                    <a:pt x="97" y="0"/>
                    <a:pt x="97" y="0"/>
                    <a:pt x="97" y="0"/>
                  </a:cubicBezTo>
                  <a:cubicBezTo>
                    <a:pt x="97" y="104"/>
                    <a:pt x="97" y="104"/>
                    <a:pt x="97" y="104"/>
                  </a:cubicBezTo>
                  <a:cubicBezTo>
                    <a:pt x="42" y="109"/>
                    <a:pt x="0" y="154"/>
                    <a:pt x="0" y="210"/>
                  </a:cubicBezTo>
                  <a:cubicBezTo>
                    <a:pt x="0" y="269"/>
                    <a:pt x="47" y="316"/>
                    <a:pt x="106" y="3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22"/>
            <p:cNvSpPr>
              <a:spLocks/>
            </p:cNvSpPr>
            <p:nvPr/>
          </p:nvSpPr>
          <p:spPr bwMode="auto">
            <a:xfrm>
              <a:off x="2867025" y="1411288"/>
              <a:ext cx="303213" cy="304800"/>
            </a:xfrm>
            <a:custGeom>
              <a:avLst/>
              <a:gdLst>
                <a:gd name="T0" fmla="*/ 9 w 194"/>
                <a:gd name="T1" fmla="*/ 82 h 195"/>
                <a:gd name="T2" fmla="*/ 82 w 194"/>
                <a:gd name="T3" fmla="*/ 186 h 195"/>
                <a:gd name="T4" fmla="*/ 186 w 194"/>
                <a:gd name="T5" fmla="*/ 113 h 195"/>
                <a:gd name="T6" fmla="*/ 113 w 194"/>
                <a:gd name="T7" fmla="*/ 9 h 195"/>
                <a:gd name="T8" fmla="*/ 9 w 194"/>
                <a:gd name="T9" fmla="*/ 82 h 195"/>
              </a:gdLst>
              <a:ahLst/>
              <a:cxnLst>
                <a:cxn ang="0">
                  <a:pos x="T0" y="T1"/>
                </a:cxn>
                <a:cxn ang="0">
                  <a:pos x="T2" y="T3"/>
                </a:cxn>
                <a:cxn ang="0">
                  <a:pos x="T4" y="T5"/>
                </a:cxn>
                <a:cxn ang="0">
                  <a:pos x="T6" y="T7"/>
                </a:cxn>
                <a:cxn ang="0">
                  <a:pos x="T8" y="T9"/>
                </a:cxn>
              </a:cxnLst>
              <a:rect l="0" t="0" r="r" b="b"/>
              <a:pathLst>
                <a:path w="194" h="195">
                  <a:moveTo>
                    <a:pt x="9" y="82"/>
                  </a:moveTo>
                  <a:cubicBezTo>
                    <a:pt x="0" y="131"/>
                    <a:pt x="33" y="178"/>
                    <a:pt x="82" y="186"/>
                  </a:cubicBezTo>
                  <a:cubicBezTo>
                    <a:pt x="131" y="195"/>
                    <a:pt x="177" y="162"/>
                    <a:pt x="186" y="113"/>
                  </a:cubicBezTo>
                  <a:cubicBezTo>
                    <a:pt x="194" y="64"/>
                    <a:pt x="162" y="17"/>
                    <a:pt x="113" y="9"/>
                  </a:cubicBezTo>
                  <a:cubicBezTo>
                    <a:pt x="64" y="0"/>
                    <a:pt x="17" y="33"/>
                    <a:pt x="9"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23"/>
            <p:cNvSpPr>
              <a:spLocks/>
            </p:cNvSpPr>
            <p:nvPr/>
          </p:nvSpPr>
          <p:spPr bwMode="auto">
            <a:xfrm>
              <a:off x="2676525" y="1158876"/>
              <a:ext cx="803275" cy="1651000"/>
            </a:xfrm>
            <a:custGeom>
              <a:avLst/>
              <a:gdLst>
                <a:gd name="T0" fmla="*/ 30 w 514"/>
                <a:gd name="T1" fmla="*/ 741 h 1056"/>
                <a:gd name="T2" fmla="*/ 0 w 514"/>
                <a:gd name="T3" fmla="*/ 857 h 1056"/>
                <a:gd name="T4" fmla="*/ 50 w 514"/>
                <a:gd name="T5" fmla="*/ 1024 h 1056"/>
                <a:gd name="T6" fmla="*/ 119 w 514"/>
                <a:gd name="T7" fmla="*/ 1042 h 1056"/>
                <a:gd name="T8" fmla="*/ 137 w 514"/>
                <a:gd name="T9" fmla="*/ 974 h 1056"/>
                <a:gd name="T10" fmla="*/ 100 w 514"/>
                <a:gd name="T11" fmla="*/ 857 h 1056"/>
                <a:gd name="T12" fmla="*/ 117 w 514"/>
                <a:gd name="T13" fmla="*/ 789 h 1056"/>
                <a:gd name="T14" fmla="*/ 181 w 514"/>
                <a:gd name="T15" fmla="*/ 721 h 1056"/>
                <a:gd name="T16" fmla="*/ 186 w 514"/>
                <a:gd name="T17" fmla="*/ 717 h 1056"/>
                <a:gd name="T18" fmla="*/ 417 w 514"/>
                <a:gd name="T19" fmla="*/ 1034 h 1056"/>
                <a:gd name="T20" fmla="*/ 457 w 514"/>
                <a:gd name="T21" fmla="*/ 1055 h 1056"/>
                <a:gd name="T22" fmla="*/ 487 w 514"/>
                <a:gd name="T23" fmla="*/ 1045 h 1056"/>
                <a:gd name="T24" fmla="*/ 498 w 514"/>
                <a:gd name="T25" fmla="*/ 976 h 1056"/>
                <a:gd name="T26" fmla="*/ 498 w 514"/>
                <a:gd name="T27" fmla="*/ 976 h 1056"/>
                <a:gd name="T28" fmla="*/ 279 w 514"/>
                <a:gd name="T29" fmla="*/ 675 h 1056"/>
                <a:gd name="T30" fmla="*/ 271 w 514"/>
                <a:gd name="T31" fmla="*/ 653 h 1056"/>
                <a:gd name="T32" fmla="*/ 285 w 514"/>
                <a:gd name="T33" fmla="*/ 453 h 1056"/>
                <a:gd name="T34" fmla="*/ 307 w 514"/>
                <a:gd name="T35" fmla="*/ 465 h 1056"/>
                <a:gd name="T36" fmla="*/ 335 w 514"/>
                <a:gd name="T37" fmla="*/ 488 h 1056"/>
                <a:gd name="T38" fmla="*/ 343 w 514"/>
                <a:gd name="T39" fmla="*/ 510 h 1056"/>
                <a:gd name="T40" fmla="*/ 332 w 514"/>
                <a:gd name="T41" fmla="*/ 539 h 1056"/>
                <a:gd name="T42" fmla="*/ 279 w 514"/>
                <a:gd name="T43" fmla="*/ 589 h 1056"/>
                <a:gd name="T44" fmla="*/ 272 w 514"/>
                <a:gd name="T45" fmla="*/ 634 h 1056"/>
                <a:gd name="T46" fmla="*/ 298 w 514"/>
                <a:gd name="T47" fmla="*/ 647 h 1056"/>
                <a:gd name="T48" fmla="*/ 316 w 514"/>
                <a:gd name="T49" fmla="*/ 641 h 1056"/>
                <a:gd name="T50" fmla="*/ 384 w 514"/>
                <a:gd name="T51" fmla="*/ 576 h 1056"/>
                <a:gd name="T52" fmla="*/ 407 w 514"/>
                <a:gd name="T53" fmla="*/ 510 h 1056"/>
                <a:gd name="T54" fmla="*/ 382 w 514"/>
                <a:gd name="T55" fmla="*/ 444 h 1056"/>
                <a:gd name="T56" fmla="*/ 310 w 514"/>
                <a:gd name="T57" fmla="*/ 394 h 1056"/>
                <a:gd name="T58" fmla="*/ 278 w 514"/>
                <a:gd name="T59" fmla="*/ 381 h 1056"/>
                <a:gd name="T60" fmla="*/ 270 w 514"/>
                <a:gd name="T61" fmla="*/ 379 h 1056"/>
                <a:gd name="T62" fmla="*/ 123 w 514"/>
                <a:gd name="T63" fmla="*/ 346 h 1056"/>
                <a:gd name="T64" fmla="*/ 118 w 514"/>
                <a:gd name="T65" fmla="*/ 345 h 1056"/>
                <a:gd name="T66" fmla="*/ 102 w 514"/>
                <a:gd name="T67" fmla="*/ 320 h 1056"/>
                <a:gd name="T68" fmla="*/ 85 w 514"/>
                <a:gd name="T69" fmla="*/ 248 h 1056"/>
                <a:gd name="T70" fmla="*/ 170 w 514"/>
                <a:gd name="T71" fmla="*/ 57 h 1056"/>
                <a:gd name="T72" fmla="*/ 166 w 514"/>
                <a:gd name="T73" fmla="*/ 12 h 1056"/>
                <a:gd name="T74" fmla="*/ 121 w 514"/>
                <a:gd name="T75" fmla="*/ 16 h 1056"/>
                <a:gd name="T76" fmla="*/ 21 w 514"/>
                <a:gd name="T77" fmla="*/ 248 h 1056"/>
                <a:gd name="T78" fmla="*/ 52 w 514"/>
                <a:gd name="T79" fmla="*/ 362 h 1056"/>
                <a:gd name="T80" fmla="*/ 65 w 514"/>
                <a:gd name="T81" fmla="*/ 381 h 1056"/>
                <a:gd name="T82" fmla="*/ 86 w 514"/>
                <a:gd name="T83" fmla="*/ 664 h 1056"/>
                <a:gd name="T84" fmla="*/ 88 w 514"/>
                <a:gd name="T85" fmla="*/ 668 h 1056"/>
                <a:gd name="T86" fmla="*/ 30 w 514"/>
                <a:gd name="T87" fmla="*/ 741 h 10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14" h="1056">
                  <a:moveTo>
                    <a:pt x="30" y="741"/>
                  </a:moveTo>
                  <a:cubicBezTo>
                    <a:pt x="12" y="773"/>
                    <a:pt x="0" y="813"/>
                    <a:pt x="0" y="857"/>
                  </a:cubicBezTo>
                  <a:cubicBezTo>
                    <a:pt x="0" y="908"/>
                    <a:pt x="16" y="964"/>
                    <a:pt x="50" y="1024"/>
                  </a:cubicBezTo>
                  <a:cubicBezTo>
                    <a:pt x="64" y="1048"/>
                    <a:pt x="95" y="1056"/>
                    <a:pt x="119" y="1042"/>
                  </a:cubicBezTo>
                  <a:cubicBezTo>
                    <a:pt x="143" y="1028"/>
                    <a:pt x="151" y="998"/>
                    <a:pt x="137" y="974"/>
                  </a:cubicBezTo>
                  <a:cubicBezTo>
                    <a:pt x="109" y="926"/>
                    <a:pt x="100" y="888"/>
                    <a:pt x="100" y="857"/>
                  </a:cubicBezTo>
                  <a:cubicBezTo>
                    <a:pt x="100" y="830"/>
                    <a:pt x="107" y="809"/>
                    <a:pt x="117" y="789"/>
                  </a:cubicBezTo>
                  <a:cubicBezTo>
                    <a:pt x="133" y="760"/>
                    <a:pt x="159" y="736"/>
                    <a:pt x="181" y="721"/>
                  </a:cubicBezTo>
                  <a:cubicBezTo>
                    <a:pt x="183" y="719"/>
                    <a:pt x="184" y="718"/>
                    <a:pt x="186" y="717"/>
                  </a:cubicBezTo>
                  <a:cubicBezTo>
                    <a:pt x="417" y="1034"/>
                    <a:pt x="417" y="1034"/>
                    <a:pt x="417" y="1034"/>
                  </a:cubicBezTo>
                  <a:cubicBezTo>
                    <a:pt x="427" y="1048"/>
                    <a:pt x="442" y="1055"/>
                    <a:pt x="457" y="1055"/>
                  </a:cubicBezTo>
                  <a:cubicBezTo>
                    <a:pt x="468" y="1055"/>
                    <a:pt x="478" y="1052"/>
                    <a:pt x="487" y="1045"/>
                  </a:cubicBezTo>
                  <a:cubicBezTo>
                    <a:pt x="509" y="1029"/>
                    <a:pt x="514" y="998"/>
                    <a:pt x="498" y="976"/>
                  </a:cubicBezTo>
                  <a:cubicBezTo>
                    <a:pt x="498" y="976"/>
                    <a:pt x="498" y="976"/>
                    <a:pt x="498" y="976"/>
                  </a:cubicBezTo>
                  <a:cubicBezTo>
                    <a:pt x="279" y="675"/>
                    <a:pt x="279" y="675"/>
                    <a:pt x="279" y="675"/>
                  </a:cubicBezTo>
                  <a:cubicBezTo>
                    <a:pt x="276" y="667"/>
                    <a:pt x="272" y="659"/>
                    <a:pt x="271" y="653"/>
                  </a:cubicBezTo>
                  <a:cubicBezTo>
                    <a:pt x="237" y="559"/>
                    <a:pt x="252" y="510"/>
                    <a:pt x="285" y="453"/>
                  </a:cubicBezTo>
                  <a:cubicBezTo>
                    <a:pt x="292" y="456"/>
                    <a:pt x="299" y="460"/>
                    <a:pt x="307" y="465"/>
                  </a:cubicBezTo>
                  <a:cubicBezTo>
                    <a:pt x="318" y="471"/>
                    <a:pt x="328" y="480"/>
                    <a:pt x="335" y="488"/>
                  </a:cubicBezTo>
                  <a:cubicBezTo>
                    <a:pt x="341" y="496"/>
                    <a:pt x="343" y="502"/>
                    <a:pt x="343" y="510"/>
                  </a:cubicBezTo>
                  <a:cubicBezTo>
                    <a:pt x="343" y="516"/>
                    <a:pt x="341" y="525"/>
                    <a:pt x="332" y="539"/>
                  </a:cubicBezTo>
                  <a:cubicBezTo>
                    <a:pt x="323" y="553"/>
                    <a:pt x="306" y="570"/>
                    <a:pt x="279" y="589"/>
                  </a:cubicBezTo>
                  <a:cubicBezTo>
                    <a:pt x="265" y="599"/>
                    <a:pt x="261" y="619"/>
                    <a:pt x="272" y="634"/>
                  </a:cubicBezTo>
                  <a:cubicBezTo>
                    <a:pt x="278" y="642"/>
                    <a:pt x="288" y="647"/>
                    <a:pt x="298" y="647"/>
                  </a:cubicBezTo>
                  <a:cubicBezTo>
                    <a:pt x="304" y="647"/>
                    <a:pt x="311" y="645"/>
                    <a:pt x="316" y="641"/>
                  </a:cubicBezTo>
                  <a:cubicBezTo>
                    <a:pt x="347" y="619"/>
                    <a:pt x="369" y="597"/>
                    <a:pt x="384" y="576"/>
                  </a:cubicBezTo>
                  <a:cubicBezTo>
                    <a:pt x="399" y="554"/>
                    <a:pt x="408" y="532"/>
                    <a:pt x="407" y="510"/>
                  </a:cubicBezTo>
                  <a:cubicBezTo>
                    <a:pt x="408" y="483"/>
                    <a:pt x="396" y="461"/>
                    <a:pt x="382" y="444"/>
                  </a:cubicBezTo>
                  <a:cubicBezTo>
                    <a:pt x="360" y="420"/>
                    <a:pt x="332" y="405"/>
                    <a:pt x="310" y="394"/>
                  </a:cubicBezTo>
                  <a:cubicBezTo>
                    <a:pt x="297" y="388"/>
                    <a:pt x="285" y="384"/>
                    <a:pt x="278" y="381"/>
                  </a:cubicBezTo>
                  <a:cubicBezTo>
                    <a:pt x="275" y="380"/>
                    <a:pt x="273" y="379"/>
                    <a:pt x="270" y="379"/>
                  </a:cubicBezTo>
                  <a:cubicBezTo>
                    <a:pt x="221" y="368"/>
                    <a:pt x="172" y="357"/>
                    <a:pt x="123" y="346"/>
                  </a:cubicBezTo>
                  <a:cubicBezTo>
                    <a:pt x="122" y="346"/>
                    <a:pt x="120" y="345"/>
                    <a:pt x="118" y="345"/>
                  </a:cubicBezTo>
                  <a:cubicBezTo>
                    <a:pt x="114" y="339"/>
                    <a:pt x="108" y="331"/>
                    <a:pt x="102" y="320"/>
                  </a:cubicBezTo>
                  <a:cubicBezTo>
                    <a:pt x="93" y="302"/>
                    <a:pt x="85" y="278"/>
                    <a:pt x="85" y="248"/>
                  </a:cubicBezTo>
                  <a:cubicBezTo>
                    <a:pt x="85" y="201"/>
                    <a:pt x="103" y="138"/>
                    <a:pt x="170" y="57"/>
                  </a:cubicBezTo>
                  <a:cubicBezTo>
                    <a:pt x="182" y="43"/>
                    <a:pt x="180" y="23"/>
                    <a:pt x="166" y="12"/>
                  </a:cubicBezTo>
                  <a:cubicBezTo>
                    <a:pt x="152" y="0"/>
                    <a:pt x="132" y="2"/>
                    <a:pt x="121" y="16"/>
                  </a:cubicBezTo>
                  <a:cubicBezTo>
                    <a:pt x="47" y="105"/>
                    <a:pt x="21" y="184"/>
                    <a:pt x="21" y="248"/>
                  </a:cubicBezTo>
                  <a:cubicBezTo>
                    <a:pt x="21" y="297"/>
                    <a:pt x="36" y="336"/>
                    <a:pt x="52" y="362"/>
                  </a:cubicBezTo>
                  <a:cubicBezTo>
                    <a:pt x="56" y="369"/>
                    <a:pt x="61" y="375"/>
                    <a:pt x="65" y="381"/>
                  </a:cubicBezTo>
                  <a:cubicBezTo>
                    <a:pt x="42" y="490"/>
                    <a:pt x="60" y="555"/>
                    <a:pt x="86" y="664"/>
                  </a:cubicBezTo>
                  <a:cubicBezTo>
                    <a:pt x="87" y="665"/>
                    <a:pt x="87" y="667"/>
                    <a:pt x="88" y="668"/>
                  </a:cubicBezTo>
                  <a:cubicBezTo>
                    <a:pt x="67" y="687"/>
                    <a:pt x="46" y="711"/>
                    <a:pt x="30" y="7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Rectangle 24"/>
            <p:cNvSpPr>
              <a:spLocks noChangeArrowheads="1"/>
            </p:cNvSpPr>
            <p:nvPr/>
          </p:nvSpPr>
          <p:spPr bwMode="auto">
            <a:xfrm>
              <a:off x="2478088" y="2843213"/>
              <a:ext cx="3651250" cy="936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25"/>
            <p:cNvSpPr>
              <a:spLocks/>
            </p:cNvSpPr>
            <p:nvPr/>
          </p:nvSpPr>
          <p:spPr bwMode="auto">
            <a:xfrm>
              <a:off x="4197350" y="1195388"/>
              <a:ext cx="966788" cy="1620838"/>
            </a:xfrm>
            <a:custGeom>
              <a:avLst/>
              <a:gdLst>
                <a:gd name="T0" fmla="*/ 22 w 618"/>
                <a:gd name="T1" fmla="*/ 419 h 1036"/>
                <a:gd name="T2" fmla="*/ 133 w 618"/>
                <a:gd name="T3" fmla="*/ 432 h 1036"/>
                <a:gd name="T4" fmla="*/ 263 w 618"/>
                <a:gd name="T5" fmla="*/ 418 h 1036"/>
                <a:gd name="T6" fmla="*/ 250 w 618"/>
                <a:gd name="T7" fmla="*/ 725 h 1036"/>
                <a:gd name="T8" fmla="*/ 322 w 618"/>
                <a:gd name="T9" fmla="*/ 721 h 1036"/>
                <a:gd name="T10" fmla="*/ 322 w 618"/>
                <a:gd name="T11" fmla="*/ 991 h 1036"/>
                <a:gd name="T12" fmla="*/ 362 w 618"/>
                <a:gd name="T13" fmla="*/ 1031 h 1036"/>
                <a:gd name="T14" fmla="*/ 402 w 618"/>
                <a:gd name="T15" fmla="*/ 991 h 1036"/>
                <a:gd name="T16" fmla="*/ 402 w 618"/>
                <a:gd name="T17" fmla="*/ 713 h 1036"/>
                <a:gd name="T18" fmla="*/ 421 w 618"/>
                <a:gd name="T19" fmla="*/ 711 h 1036"/>
                <a:gd name="T20" fmla="*/ 423 w 618"/>
                <a:gd name="T21" fmla="*/ 718 h 1036"/>
                <a:gd name="T22" fmla="*/ 535 w 618"/>
                <a:gd name="T23" fmla="*/ 1005 h 1036"/>
                <a:gd name="T24" fmla="*/ 587 w 618"/>
                <a:gd name="T25" fmla="*/ 1028 h 1036"/>
                <a:gd name="T26" fmla="*/ 610 w 618"/>
                <a:gd name="T27" fmla="*/ 976 h 1036"/>
                <a:gd name="T28" fmla="*/ 502 w 618"/>
                <a:gd name="T29" fmla="*/ 699 h 1036"/>
                <a:gd name="T30" fmla="*/ 568 w 618"/>
                <a:gd name="T31" fmla="*/ 687 h 1036"/>
                <a:gd name="T32" fmla="*/ 428 w 618"/>
                <a:gd name="T33" fmla="*/ 337 h 1036"/>
                <a:gd name="T34" fmla="*/ 455 w 618"/>
                <a:gd name="T35" fmla="*/ 297 h 1036"/>
                <a:gd name="T36" fmla="*/ 506 w 618"/>
                <a:gd name="T37" fmla="*/ 92 h 1036"/>
                <a:gd name="T38" fmla="*/ 502 w 618"/>
                <a:gd name="T39" fmla="*/ 25 h 1036"/>
                <a:gd name="T40" fmla="*/ 473 w 618"/>
                <a:gd name="T41" fmla="*/ 2 h 1036"/>
                <a:gd name="T42" fmla="*/ 450 w 618"/>
                <a:gd name="T43" fmla="*/ 31 h 1036"/>
                <a:gd name="T44" fmla="*/ 454 w 618"/>
                <a:gd name="T45" fmla="*/ 92 h 1036"/>
                <a:gd name="T46" fmla="*/ 410 w 618"/>
                <a:gd name="T47" fmla="*/ 271 h 1036"/>
                <a:gd name="T48" fmla="*/ 381 w 618"/>
                <a:gd name="T49" fmla="*/ 311 h 1036"/>
                <a:gd name="T50" fmla="*/ 373 w 618"/>
                <a:gd name="T51" fmla="*/ 319 h 1036"/>
                <a:gd name="T52" fmla="*/ 330 w 618"/>
                <a:gd name="T53" fmla="*/ 341 h 1036"/>
                <a:gd name="T54" fmla="*/ 265 w 618"/>
                <a:gd name="T55" fmla="*/ 364 h 1036"/>
                <a:gd name="T56" fmla="*/ 133 w 618"/>
                <a:gd name="T57" fmla="*/ 380 h 1036"/>
                <a:gd name="T58" fmla="*/ 35 w 618"/>
                <a:gd name="T59" fmla="*/ 369 h 1036"/>
                <a:gd name="T60" fmla="*/ 3 w 618"/>
                <a:gd name="T61" fmla="*/ 388 h 1036"/>
                <a:gd name="T62" fmla="*/ 22 w 618"/>
                <a:gd name="T63" fmla="*/ 419 h 10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18" h="1036">
                  <a:moveTo>
                    <a:pt x="22" y="419"/>
                  </a:moveTo>
                  <a:cubicBezTo>
                    <a:pt x="60" y="429"/>
                    <a:pt x="98" y="432"/>
                    <a:pt x="133" y="432"/>
                  </a:cubicBezTo>
                  <a:cubicBezTo>
                    <a:pt x="186" y="432"/>
                    <a:pt x="233" y="424"/>
                    <a:pt x="263" y="418"/>
                  </a:cubicBezTo>
                  <a:cubicBezTo>
                    <a:pt x="273" y="519"/>
                    <a:pt x="269" y="623"/>
                    <a:pt x="250" y="725"/>
                  </a:cubicBezTo>
                  <a:cubicBezTo>
                    <a:pt x="274" y="724"/>
                    <a:pt x="298" y="723"/>
                    <a:pt x="322" y="721"/>
                  </a:cubicBezTo>
                  <a:cubicBezTo>
                    <a:pt x="322" y="991"/>
                    <a:pt x="322" y="991"/>
                    <a:pt x="322" y="991"/>
                  </a:cubicBezTo>
                  <a:cubicBezTo>
                    <a:pt x="322" y="1013"/>
                    <a:pt x="340" y="1031"/>
                    <a:pt x="362" y="1031"/>
                  </a:cubicBezTo>
                  <a:cubicBezTo>
                    <a:pt x="384" y="1031"/>
                    <a:pt x="402" y="1013"/>
                    <a:pt x="402" y="991"/>
                  </a:cubicBezTo>
                  <a:cubicBezTo>
                    <a:pt x="402" y="713"/>
                    <a:pt x="402" y="713"/>
                    <a:pt x="402" y="713"/>
                  </a:cubicBezTo>
                  <a:cubicBezTo>
                    <a:pt x="408" y="712"/>
                    <a:pt x="415" y="712"/>
                    <a:pt x="421" y="711"/>
                  </a:cubicBezTo>
                  <a:cubicBezTo>
                    <a:pt x="422" y="713"/>
                    <a:pt x="423" y="716"/>
                    <a:pt x="423" y="718"/>
                  </a:cubicBezTo>
                  <a:cubicBezTo>
                    <a:pt x="535" y="1005"/>
                    <a:pt x="535" y="1005"/>
                    <a:pt x="535" y="1005"/>
                  </a:cubicBezTo>
                  <a:cubicBezTo>
                    <a:pt x="543" y="1026"/>
                    <a:pt x="567" y="1036"/>
                    <a:pt x="587" y="1028"/>
                  </a:cubicBezTo>
                  <a:cubicBezTo>
                    <a:pt x="608" y="1020"/>
                    <a:pt x="618" y="997"/>
                    <a:pt x="610" y="976"/>
                  </a:cubicBezTo>
                  <a:cubicBezTo>
                    <a:pt x="502" y="699"/>
                    <a:pt x="502" y="699"/>
                    <a:pt x="502" y="699"/>
                  </a:cubicBezTo>
                  <a:cubicBezTo>
                    <a:pt x="524" y="696"/>
                    <a:pt x="546" y="692"/>
                    <a:pt x="568" y="687"/>
                  </a:cubicBezTo>
                  <a:cubicBezTo>
                    <a:pt x="538" y="558"/>
                    <a:pt x="489" y="440"/>
                    <a:pt x="428" y="337"/>
                  </a:cubicBezTo>
                  <a:cubicBezTo>
                    <a:pt x="436" y="327"/>
                    <a:pt x="446" y="314"/>
                    <a:pt x="455" y="297"/>
                  </a:cubicBezTo>
                  <a:cubicBezTo>
                    <a:pt x="481" y="253"/>
                    <a:pt x="506" y="185"/>
                    <a:pt x="506" y="92"/>
                  </a:cubicBezTo>
                  <a:cubicBezTo>
                    <a:pt x="506" y="71"/>
                    <a:pt x="505" y="48"/>
                    <a:pt x="502" y="25"/>
                  </a:cubicBezTo>
                  <a:cubicBezTo>
                    <a:pt x="500" y="10"/>
                    <a:pt x="487" y="0"/>
                    <a:pt x="473" y="2"/>
                  </a:cubicBezTo>
                  <a:cubicBezTo>
                    <a:pt x="459" y="3"/>
                    <a:pt x="449" y="16"/>
                    <a:pt x="450" y="31"/>
                  </a:cubicBezTo>
                  <a:cubicBezTo>
                    <a:pt x="453" y="53"/>
                    <a:pt x="454" y="73"/>
                    <a:pt x="454" y="92"/>
                  </a:cubicBezTo>
                  <a:cubicBezTo>
                    <a:pt x="454" y="176"/>
                    <a:pt x="432" y="234"/>
                    <a:pt x="410" y="271"/>
                  </a:cubicBezTo>
                  <a:cubicBezTo>
                    <a:pt x="400" y="289"/>
                    <a:pt x="389" y="303"/>
                    <a:pt x="381" y="311"/>
                  </a:cubicBezTo>
                  <a:cubicBezTo>
                    <a:pt x="378" y="315"/>
                    <a:pt x="375" y="317"/>
                    <a:pt x="373" y="319"/>
                  </a:cubicBezTo>
                  <a:cubicBezTo>
                    <a:pt x="359" y="327"/>
                    <a:pt x="344" y="335"/>
                    <a:pt x="330" y="341"/>
                  </a:cubicBezTo>
                  <a:cubicBezTo>
                    <a:pt x="306" y="351"/>
                    <a:pt x="278" y="360"/>
                    <a:pt x="265" y="364"/>
                  </a:cubicBezTo>
                  <a:cubicBezTo>
                    <a:pt x="239" y="370"/>
                    <a:pt x="190" y="380"/>
                    <a:pt x="133" y="380"/>
                  </a:cubicBezTo>
                  <a:cubicBezTo>
                    <a:pt x="101" y="380"/>
                    <a:pt x="67" y="377"/>
                    <a:pt x="35" y="369"/>
                  </a:cubicBezTo>
                  <a:cubicBezTo>
                    <a:pt x="21" y="365"/>
                    <a:pt x="7" y="374"/>
                    <a:pt x="3" y="388"/>
                  </a:cubicBezTo>
                  <a:cubicBezTo>
                    <a:pt x="0" y="402"/>
                    <a:pt x="8" y="416"/>
                    <a:pt x="22" y="4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26"/>
            <p:cNvSpPr>
              <a:spLocks/>
            </p:cNvSpPr>
            <p:nvPr/>
          </p:nvSpPr>
          <p:spPr bwMode="auto">
            <a:xfrm>
              <a:off x="4478338" y="1414463"/>
              <a:ext cx="288925" cy="288925"/>
            </a:xfrm>
            <a:custGeom>
              <a:avLst/>
              <a:gdLst>
                <a:gd name="T0" fmla="*/ 2 w 184"/>
                <a:gd name="T1" fmla="*/ 96 h 184"/>
                <a:gd name="T2" fmla="*/ 96 w 184"/>
                <a:gd name="T3" fmla="*/ 182 h 184"/>
                <a:gd name="T4" fmla="*/ 182 w 184"/>
                <a:gd name="T5" fmla="*/ 88 h 184"/>
                <a:gd name="T6" fmla="*/ 88 w 184"/>
                <a:gd name="T7" fmla="*/ 2 h 184"/>
                <a:gd name="T8" fmla="*/ 2 w 184"/>
                <a:gd name="T9" fmla="*/ 96 h 184"/>
              </a:gdLst>
              <a:ahLst/>
              <a:cxnLst>
                <a:cxn ang="0">
                  <a:pos x="T0" y="T1"/>
                </a:cxn>
                <a:cxn ang="0">
                  <a:pos x="T2" y="T3"/>
                </a:cxn>
                <a:cxn ang="0">
                  <a:pos x="T4" y="T5"/>
                </a:cxn>
                <a:cxn ang="0">
                  <a:pos x="T6" y="T7"/>
                </a:cxn>
                <a:cxn ang="0">
                  <a:pos x="T8" y="T9"/>
                </a:cxn>
              </a:cxnLst>
              <a:rect l="0" t="0" r="r" b="b"/>
              <a:pathLst>
                <a:path w="184" h="184">
                  <a:moveTo>
                    <a:pt x="2" y="96"/>
                  </a:moveTo>
                  <a:cubicBezTo>
                    <a:pt x="4" y="145"/>
                    <a:pt x="46" y="184"/>
                    <a:pt x="96" y="182"/>
                  </a:cubicBezTo>
                  <a:cubicBezTo>
                    <a:pt x="146" y="180"/>
                    <a:pt x="184" y="138"/>
                    <a:pt x="182" y="88"/>
                  </a:cubicBezTo>
                  <a:cubicBezTo>
                    <a:pt x="180" y="39"/>
                    <a:pt x="138" y="0"/>
                    <a:pt x="88" y="2"/>
                  </a:cubicBezTo>
                  <a:cubicBezTo>
                    <a:pt x="39" y="4"/>
                    <a:pt x="0" y="46"/>
                    <a:pt x="2"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27"/>
            <p:cNvSpPr>
              <a:spLocks/>
            </p:cNvSpPr>
            <p:nvPr/>
          </p:nvSpPr>
          <p:spPr bwMode="auto">
            <a:xfrm>
              <a:off x="3549650" y="1533526"/>
              <a:ext cx="285750" cy="285750"/>
            </a:xfrm>
            <a:custGeom>
              <a:avLst/>
              <a:gdLst>
                <a:gd name="T0" fmla="*/ 42 w 183"/>
                <a:gd name="T1" fmla="*/ 127 h 182"/>
                <a:gd name="T2" fmla="*/ 55 w 183"/>
                <a:gd name="T3" fmla="*/ 130 h 182"/>
                <a:gd name="T4" fmla="*/ 74 w 183"/>
                <a:gd name="T5" fmla="*/ 174 h 182"/>
                <a:gd name="T6" fmla="*/ 71 w 183"/>
                <a:gd name="T7" fmla="*/ 180 h 182"/>
                <a:gd name="T8" fmla="*/ 95 w 183"/>
                <a:gd name="T9" fmla="*/ 182 h 182"/>
                <a:gd name="T10" fmla="*/ 181 w 183"/>
                <a:gd name="T11" fmla="*/ 88 h 182"/>
                <a:gd name="T12" fmla="*/ 88 w 183"/>
                <a:gd name="T13" fmla="*/ 2 h 182"/>
                <a:gd name="T14" fmla="*/ 2 w 183"/>
                <a:gd name="T15" fmla="*/ 96 h 182"/>
                <a:gd name="T16" fmla="*/ 15 w 183"/>
                <a:gd name="T17" fmla="*/ 140 h 182"/>
                <a:gd name="T18" fmla="*/ 42 w 183"/>
                <a:gd name="T19" fmla="*/ 127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3" h="182">
                  <a:moveTo>
                    <a:pt x="42" y="127"/>
                  </a:moveTo>
                  <a:cubicBezTo>
                    <a:pt x="47" y="127"/>
                    <a:pt x="51" y="128"/>
                    <a:pt x="55" y="130"/>
                  </a:cubicBezTo>
                  <a:cubicBezTo>
                    <a:pt x="72" y="137"/>
                    <a:pt x="81" y="157"/>
                    <a:pt x="74" y="174"/>
                  </a:cubicBezTo>
                  <a:cubicBezTo>
                    <a:pt x="73" y="176"/>
                    <a:pt x="72" y="178"/>
                    <a:pt x="71" y="180"/>
                  </a:cubicBezTo>
                  <a:cubicBezTo>
                    <a:pt x="79" y="182"/>
                    <a:pt x="87" y="182"/>
                    <a:pt x="95" y="182"/>
                  </a:cubicBezTo>
                  <a:cubicBezTo>
                    <a:pt x="145" y="180"/>
                    <a:pt x="183" y="138"/>
                    <a:pt x="181" y="88"/>
                  </a:cubicBezTo>
                  <a:cubicBezTo>
                    <a:pt x="179" y="39"/>
                    <a:pt x="137" y="0"/>
                    <a:pt x="88" y="2"/>
                  </a:cubicBezTo>
                  <a:cubicBezTo>
                    <a:pt x="38" y="4"/>
                    <a:pt x="0" y="46"/>
                    <a:pt x="2" y="96"/>
                  </a:cubicBezTo>
                  <a:cubicBezTo>
                    <a:pt x="2" y="112"/>
                    <a:pt x="7" y="127"/>
                    <a:pt x="15" y="140"/>
                  </a:cubicBezTo>
                  <a:cubicBezTo>
                    <a:pt x="22" y="132"/>
                    <a:pt x="31" y="127"/>
                    <a:pt x="42" y="1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28"/>
            <p:cNvSpPr>
              <a:spLocks/>
            </p:cNvSpPr>
            <p:nvPr/>
          </p:nvSpPr>
          <p:spPr bwMode="auto">
            <a:xfrm>
              <a:off x="3517900" y="1355726"/>
              <a:ext cx="750888" cy="1452563"/>
            </a:xfrm>
            <a:custGeom>
              <a:avLst/>
              <a:gdLst>
                <a:gd name="T0" fmla="*/ 5 w 480"/>
                <a:gd name="T1" fmla="*/ 415 h 929"/>
                <a:gd name="T2" fmla="*/ 14 w 480"/>
                <a:gd name="T3" fmla="*/ 426 h 929"/>
                <a:gd name="T4" fmla="*/ 26 w 480"/>
                <a:gd name="T5" fmla="*/ 431 h 929"/>
                <a:gd name="T6" fmla="*/ 27 w 480"/>
                <a:gd name="T7" fmla="*/ 432 h 929"/>
                <a:gd name="T8" fmla="*/ 28 w 480"/>
                <a:gd name="T9" fmla="*/ 432 h 929"/>
                <a:gd name="T10" fmla="*/ 28 w 480"/>
                <a:gd name="T11" fmla="*/ 432 h 929"/>
                <a:gd name="T12" fmla="*/ 28 w 480"/>
                <a:gd name="T13" fmla="*/ 432 h 929"/>
                <a:gd name="T14" fmla="*/ 34 w 480"/>
                <a:gd name="T15" fmla="*/ 432 h 929"/>
                <a:gd name="T16" fmla="*/ 57 w 480"/>
                <a:gd name="T17" fmla="*/ 426 h 929"/>
                <a:gd name="T18" fmla="*/ 84 w 480"/>
                <a:gd name="T19" fmla="*/ 405 h 929"/>
                <a:gd name="T20" fmla="*/ 115 w 480"/>
                <a:gd name="T21" fmla="*/ 374 h 929"/>
                <a:gd name="T22" fmla="*/ 164 w 480"/>
                <a:gd name="T23" fmla="*/ 664 h 929"/>
                <a:gd name="T24" fmla="*/ 221 w 480"/>
                <a:gd name="T25" fmla="*/ 649 h 929"/>
                <a:gd name="T26" fmla="*/ 221 w 480"/>
                <a:gd name="T27" fmla="*/ 889 h 929"/>
                <a:gd name="T28" fmla="*/ 261 w 480"/>
                <a:gd name="T29" fmla="*/ 929 h 929"/>
                <a:gd name="T30" fmla="*/ 301 w 480"/>
                <a:gd name="T31" fmla="*/ 889 h 929"/>
                <a:gd name="T32" fmla="*/ 301 w 480"/>
                <a:gd name="T33" fmla="*/ 629 h 929"/>
                <a:gd name="T34" fmla="*/ 315 w 480"/>
                <a:gd name="T35" fmla="*/ 626 h 929"/>
                <a:gd name="T36" fmla="*/ 315 w 480"/>
                <a:gd name="T37" fmla="*/ 889 h 929"/>
                <a:gd name="T38" fmla="*/ 355 w 480"/>
                <a:gd name="T39" fmla="*/ 929 h 929"/>
                <a:gd name="T40" fmla="*/ 395 w 480"/>
                <a:gd name="T41" fmla="*/ 889 h 929"/>
                <a:gd name="T42" fmla="*/ 395 w 480"/>
                <a:gd name="T43" fmla="*/ 606 h 929"/>
                <a:gd name="T44" fmla="*/ 480 w 480"/>
                <a:gd name="T45" fmla="*/ 585 h 929"/>
                <a:gd name="T46" fmla="*/ 262 w 480"/>
                <a:gd name="T47" fmla="*/ 261 h 929"/>
                <a:gd name="T48" fmla="*/ 368 w 480"/>
                <a:gd name="T49" fmla="*/ 41 h 929"/>
                <a:gd name="T50" fmla="*/ 356 w 480"/>
                <a:gd name="T51" fmla="*/ 6 h 929"/>
                <a:gd name="T52" fmla="*/ 321 w 480"/>
                <a:gd name="T53" fmla="*/ 18 h 929"/>
                <a:gd name="T54" fmla="*/ 215 w 480"/>
                <a:gd name="T55" fmla="*/ 238 h 929"/>
                <a:gd name="T56" fmla="*/ 202 w 480"/>
                <a:gd name="T57" fmla="*/ 243 h 929"/>
                <a:gd name="T58" fmla="*/ 117 w 480"/>
                <a:gd name="T59" fmla="*/ 304 h 929"/>
                <a:gd name="T60" fmla="*/ 116 w 480"/>
                <a:gd name="T61" fmla="*/ 305 h 929"/>
                <a:gd name="T62" fmla="*/ 96 w 480"/>
                <a:gd name="T63" fmla="*/ 315 h 929"/>
                <a:gd name="T64" fmla="*/ 96 w 480"/>
                <a:gd name="T65" fmla="*/ 315 h 929"/>
                <a:gd name="T66" fmla="*/ 94 w 480"/>
                <a:gd name="T67" fmla="*/ 318 h 929"/>
                <a:gd name="T68" fmla="*/ 72 w 480"/>
                <a:gd name="T69" fmla="*/ 343 h 929"/>
                <a:gd name="T70" fmla="*/ 67 w 480"/>
                <a:gd name="T71" fmla="*/ 361 h 929"/>
                <a:gd name="T72" fmla="*/ 59 w 480"/>
                <a:gd name="T73" fmla="*/ 359 h 929"/>
                <a:gd name="T74" fmla="*/ 59 w 480"/>
                <a:gd name="T75" fmla="*/ 359 h 929"/>
                <a:gd name="T76" fmla="*/ 86 w 480"/>
                <a:gd name="T77" fmla="*/ 285 h 929"/>
                <a:gd name="T78" fmla="*/ 72 w 480"/>
                <a:gd name="T79" fmla="*/ 251 h 929"/>
                <a:gd name="T80" fmla="*/ 38 w 480"/>
                <a:gd name="T81" fmla="*/ 265 h 929"/>
                <a:gd name="T82" fmla="*/ 9 w 480"/>
                <a:gd name="T83" fmla="*/ 344 h 929"/>
                <a:gd name="T84" fmla="*/ 9 w 480"/>
                <a:gd name="T85" fmla="*/ 344 h 929"/>
                <a:gd name="T86" fmla="*/ 0 w 480"/>
                <a:gd name="T87" fmla="*/ 393 h 929"/>
                <a:gd name="T88" fmla="*/ 5 w 480"/>
                <a:gd name="T89" fmla="*/ 415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80" h="929">
                  <a:moveTo>
                    <a:pt x="5" y="415"/>
                  </a:moveTo>
                  <a:cubicBezTo>
                    <a:pt x="7" y="419"/>
                    <a:pt x="10" y="423"/>
                    <a:pt x="14" y="426"/>
                  </a:cubicBezTo>
                  <a:cubicBezTo>
                    <a:pt x="18" y="429"/>
                    <a:pt x="22" y="430"/>
                    <a:pt x="26" y="431"/>
                  </a:cubicBezTo>
                  <a:cubicBezTo>
                    <a:pt x="26" y="432"/>
                    <a:pt x="27" y="432"/>
                    <a:pt x="27" y="432"/>
                  </a:cubicBezTo>
                  <a:cubicBezTo>
                    <a:pt x="28" y="432"/>
                    <a:pt x="28" y="432"/>
                    <a:pt x="28" y="432"/>
                  </a:cubicBezTo>
                  <a:cubicBezTo>
                    <a:pt x="28" y="432"/>
                    <a:pt x="28" y="432"/>
                    <a:pt x="28" y="432"/>
                  </a:cubicBezTo>
                  <a:cubicBezTo>
                    <a:pt x="28" y="432"/>
                    <a:pt x="28" y="432"/>
                    <a:pt x="28" y="432"/>
                  </a:cubicBezTo>
                  <a:cubicBezTo>
                    <a:pt x="30" y="432"/>
                    <a:pt x="32" y="432"/>
                    <a:pt x="34" y="432"/>
                  </a:cubicBezTo>
                  <a:cubicBezTo>
                    <a:pt x="44" y="432"/>
                    <a:pt x="51" y="429"/>
                    <a:pt x="57" y="426"/>
                  </a:cubicBezTo>
                  <a:cubicBezTo>
                    <a:pt x="67" y="420"/>
                    <a:pt x="75" y="413"/>
                    <a:pt x="84" y="405"/>
                  </a:cubicBezTo>
                  <a:cubicBezTo>
                    <a:pt x="95" y="395"/>
                    <a:pt x="106" y="384"/>
                    <a:pt x="115" y="374"/>
                  </a:cubicBezTo>
                  <a:cubicBezTo>
                    <a:pt x="148" y="470"/>
                    <a:pt x="164" y="568"/>
                    <a:pt x="164" y="664"/>
                  </a:cubicBezTo>
                  <a:cubicBezTo>
                    <a:pt x="183" y="659"/>
                    <a:pt x="202" y="654"/>
                    <a:pt x="221" y="649"/>
                  </a:cubicBezTo>
                  <a:cubicBezTo>
                    <a:pt x="221" y="889"/>
                    <a:pt x="221" y="889"/>
                    <a:pt x="221" y="889"/>
                  </a:cubicBezTo>
                  <a:cubicBezTo>
                    <a:pt x="221" y="911"/>
                    <a:pt x="239" y="929"/>
                    <a:pt x="261" y="929"/>
                  </a:cubicBezTo>
                  <a:cubicBezTo>
                    <a:pt x="283" y="929"/>
                    <a:pt x="301" y="911"/>
                    <a:pt x="301" y="889"/>
                  </a:cubicBezTo>
                  <a:cubicBezTo>
                    <a:pt x="301" y="629"/>
                    <a:pt x="301" y="629"/>
                    <a:pt x="301" y="629"/>
                  </a:cubicBezTo>
                  <a:cubicBezTo>
                    <a:pt x="306" y="628"/>
                    <a:pt x="310" y="627"/>
                    <a:pt x="315" y="626"/>
                  </a:cubicBezTo>
                  <a:cubicBezTo>
                    <a:pt x="315" y="889"/>
                    <a:pt x="315" y="889"/>
                    <a:pt x="315" y="889"/>
                  </a:cubicBezTo>
                  <a:cubicBezTo>
                    <a:pt x="315" y="911"/>
                    <a:pt x="332" y="929"/>
                    <a:pt x="355" y="929"/>
                  </a:cubicBezTo>
                  <a:cubicBezTo>
                    <a:pt x="377" y="929"/>
                    <a:pt x="395" y="911"/>
                    <a:pt x="395" y="889"/>
                  </a:cubicBezTo>
                  <a:cubicBezTo>
                    <a:pt x="395" y="606"/>
                    <a:pt x="395" y="606"/>
                    <a:pt x="395" y="606"/>
                  </a:cubicBezTo>
                  <a:cubicBezTo>
                    <a:pt x="423" y="599"/>
                    <a:pt x="451" y="592"/>
                    <a:pt x="480" y="585"/>
                  </a:cubicBezTo>
                  <a:cubicBezTo>
                    <a:pt x="424" y="462"/>
                    <a:pt x="350" y="353"/>
                    <a:pt x="262" y="261"/>
                  </a:cubicBezTo>
                  <a:cubicBezTo>
                    <a:pt x="368" y="41"/>
                    <a:pt x="368" y="41"/>
                    <a:pt x="368" y="41"/>
                  </a:cubicBezTo>
                  <a:cubicBezTo>
                    <a:pt x="374" y="28"/>
                    <a:pt x="369" y="12"/>
                    <a:pt x="356" y="6"/>
                  </a:cubicBezTo>
                  <a:cubicBezTo>
                    <a:pt x="343" y="0"/>
                    <a:pt x="328" y="5"/>
                    <a:pt x="321" y="18"/>
                  </a:cubicBezTo>
                  <a:cubicBezTo>
                    <a:pt x="215" y="238"/>
                    <a:pt x="215" y="238"/>
                    <a:pt x="215" y="238"/>
                  </a:cubicBezTo>
                  <a:cubicBezTo>
                    <a:pt x="211" y="240"/>
                    <a:pt x="207" y="241"/>
                    <a:pt x="202" y="243"/>
                  </a:cubicBezTo>
                  <a:cubicBezTo>
                    <a:pt x="188" y="277"/>
                    <a:pt x="156" y="302"/>
                    <a:pt x="117" y="304"/>
                  </a:cubicBezTo>
                  <a:cubicBezTo>
                    <a:pt x="117" y="304"/>
                    <a:pt x="117" y="305"/>
                    <a:pt x="116" y="305"/>
                  </a:cubicBezTo>
                  <a:cubicBezTo>
                    <a:pt x="109" y="305"/>
                    <a:pt x="101" y="309"/>
                    <a:pt x="96" y="315"/>
                  </a:cubicBezTo>
                  <a:cubicBezTo>
                    <a:pt x="96" y="315"/>
                    <a:pt x="96" y="315"/>
                    <a:pt x="96" y="315"/>
                  </a:cubicBezTo>
                  <a:cubicBezTo>
                    <a:pt x="96" y="315"/>
                    <a:pt x="96" y="316"/>
                    <a:pt x="94" y="318"/>
                  </a:cubicBezTo>
                  <a:cubicBezTo>
                    <a:pt x="90" y="322"/>
                    <a:pt x="82" y="332"/>
                    <a:pt x="72" y="343"/>
                  </a:cubicBezTo>
                  <a:cubicBezTo>
                    <a:pt x="70" y="349"/>
                    <a:pt x="68" y="356"/>
                    <a:pt x="67" y="361"/>
                  </a:cubicBezTo>
                  <a:cubicBezTo>
                    <a:pt x="59" y="359"/>
                    <a:pt x="59" y="359"/>
                    <a:pt x="59" y="359"/>
                  </a:cubicBezTo>
                  <a:cubicBezTo>
                    <a:pt x="59" y="359"/>
                    <a:pt x="59" y="359"/>
                    <a:pt x="59" y="359"/>
                  </a:cubicBezTo>
                  <a:cubicBezTo>
                    <a:pt x="64" y="341"/>
                    <a:pt x="73" y="316"/>
                    <a:pt x="86" y="285"/>
                  </a:cubicBezTo>
                  <a:cubicBezTo>
                    <a:pt x="92" y="272"/>
                    <a:pt x="85" y="256"/>
                    <a:pt x="72" y="251"/>
                  </a:cubicBezTo>
                  <a:cubicBezTo>
                    <a:pt x="59" y="245"/>
                    <a:pt x="44" y="252"/>
                    <a:pt x="38" y="265"/>
                  </a:cubicBezTo>
                  <a:cubicBezTo>
                    <a:pt x="25" y="298"/>
                    <a:pt x="15" y="323"/>
                    <a:pt x="9" y="344"/>
                  </a:cubicBezTo>
                  <a:cubicBezTo>
                    <a:pt x="9" y="344"/>
                    <a:pt x="9" y="344"/>
                    <a:pt x="9" y="344"/>
                  </a:cubicBezTo>
                  <a:cubicBezTo>
                    <a:pt x="3" y="364"/>
                    <a:pt x="0" y="379"/>
                    <a:pt x="0" y="393"/>
                  </a:cubicBezTo>
                  <a:cubicBezTo>
                    <a:pt x="0" y="399"/>
                    <a:pt x="0" y="407"/>
                    <a:pt x="5" y="4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29"/>
            <p:cNvSpPr>
              <a:spLocks/>
            </p:cNvSpPr>
            <p:nvPr/>
          </p:nvSpPr>
          <p:spPr bwMode="auto">
            <a:xfrm>
              <a:off x="5232400" y="1249363"/>
              <a:ext cx="800100" cy="1558925"/>
            </a:xfrm>
            <a:custGeom>
              <a:avLst/>
              <a:gdLst>
                <a:gd name="T0" fmla="*/ 138 w 511"/>
                <a:gd name="T1" fmla="*/ 332 h 997"/>
                <a:gd name="T2" fmla="*/ 182 w 511"/>
                <a:gd name="T3" fmla="*/ 357 h 997"/>
                <a:gd name="T4" fmla="*/ 209 w 511"/>
                <a:gd name="T5" fmla="*/ 579 h 997"/>
                <a:gd name="T6" fmla="*/ 209 w 511"/>
                <a:gd name="T7" fmla="*/ 580 h 997"/>
                <a:gd name="T8" fmla="*/ 38 w 511"/>
                <a:gd name="T9" fmla="*/ 916 h 997"/>
                <a:gd name="T10" fmla="*/ 60 w 511"/>
                <a:gd name="T11" fmla="*/ 984 h 997"/>
                <a:gd name="T12" fmla="*/ 83 w 511"/>
                <a:gd name="T13" fmla="*/ 989 h 997"/>
                <a:gd name="T14" fmla="*/ 128 w 511"/>
                <a:gd name="T15" fmla="*/ 962 h 997"/>
                <a:gd name="T16" fmla="*/ 302 w 511"/>
                <a:gd name="T17" fmla="*/ 619 h 997"/>
                <a:gd name="T18" fmla="*/ 328 w 511"/>
                <a:gd name="T19" fmla="*/ 616 h 997"/>
                <a:gd name="T20" fmla="*/ 342 w 511"/>
                <a:gd name="T21" fmla="*/ 647 h 997"/>
                <a:gd name="T22" fmla="*/ 373 w 511"/>
                <a:gd name="T23" fmla="*/ 798 h 997"/>
                <a:gd name="T24" fmla="*/ 348 w 511"/>
                <a:gd name="T25" fmla="*/ 929 h 997"/>
                <a:gd name="T26" fmla="*/ 377 w 511"/>
                <a:gd name="T27" fmla="*/ 994 h 997"/>
                <a:gd name="T28" fmla="*/ 395 w 511"/>
                <a:gd name="T29" fmla="*/ 997 h 997"/>
                <a:gd name="T30" fmla="*/ 442 w 511"/>
                <a:gd name="T31" fmla="*/ 965 h 997"/>
                <a:gd name="T32" fmla="*/ 473 w 511"/>
                <a:gd name="T33" fmla="*/ 798 h 997"/>
                <a:gd name="T34" fmla="*/ 433 w 511"/>
                <a:gd name="T35" fmla="*/ 605 h 997"/>
                <a:gd name="T36" fmla="*/ 405 w 511"/>
                <a:gd name="T37" fmla="*/ 550 h 997"/>
                <a:gd name="T38" fmla="*/ 397 w 511"/>
                <a:gd name="T39" fmla="*/ 551 h 997"/>
                <a:gd name="T40" fmla="*/ 369 w 511"/>
                <a:gd name="T41" fmla="*/ 539 h 997"/>
                <a:gd name="T42" fmla="*/ 357 w 511"/>
                <a:gd name="T43" fmla="*/ 511 h 997"/>
                <a:gd name="T44" fmla="*/ 369 w 511"/>
                <a:gd name="T45" fmla="*/ 483 h 997"/>
                <a:gd name="T46" fmla="*/ 425 w 511"/>
                <a:gd name="T47" fmla="*/ 413 h 997"/>
                <a:gd name="T48" fmla="*/ 422 w 511"/>
                <a:gd name="T49" fmla="*/ 346 h 997"/>
                <a:gd name="T50" fmla="*/ 440 w 511"/>
                <a:gd name="T51" fmla="*/ 357 h 997"/>
                <a:gd name="T52" fmla="*/ 446 w 511"/>
                <a:gd name="T53" fmla="*/ 367 h 997"/>
                <a:gd name="T54" fmla="*/ 447 w 511"/>
                <a:gd name="T55" fmla="*/ 375 h 997"/>
                <a:gd name="T56" fmla="*/ 446 w 511"/>
                <a:gd name="T57" fmla="*/ 385 h 997"/>
                <a:gd name="T58" fmla="*/ 446 w 511"/>
                <a:gd name="T59" fmla="*/ 385 h 997"/>
                <a:gd name="T60" fmla="*/ 374 w 511"/>
                <a:gd name="T61" fmla="*/ 489 h 997"/>
                <a:gd name="T62" fmla="*/ 375 w 511"/>
                <a:gd name="T63" fmla="*/ 534 h 997"/>
                <a:gd name="T64" fmla="*/ 397 w 511"/>
                <a:gd name="T65" fmla="*/ 543 h 997"/>
                <a:gd name="T66" fmla="*/ 420 w 511"/>
                <a:gd name="T67" fmla="*/ 533 h 997"/>
                <a:gd name="T68" fmla="*/ 508 w 511"/>
                <a:gd name="T69" fmla="*/ 401 h 997"/>
                <a:gd name="T70" fmla="*/ 508 w 511"/>
                <a:gd name="T71" fmla="*/ 400 h 997"/>
                <a:gd name="T72" fmla="*/ 511 w 511"/>
                <a:gd name="T73" fmla="*/ 375 h 997"/>
                <a:gd name="T74" fmla="*/ 511 w 511"/>
                <a:gd name="T75" fmla="*/ 372 h 997"/>
                <a:gd name="T76" fmla="*/ 485 w 511"/>
                <a:gd name="T77" fmla="*/ 312 h 997"/>
                <a:gd name="T78" fmla="*/ 413 w 511"/>
                <a:gd name="T79" fmla="*/ 276 h 997"/>
                <a:gd name="T80" fmla="*/ 373 w 511"/>
                <a:gd name="T81" fmla="*/ 270 h 997"/>
                <a:gd name="T82" fmla="*/ 363 w 511"/>
                <a:gd name="T83" fmla="*/ 271 h 997"/>
                <a:gd name="T84" fmla="*/ 357 w 511"/>
                <a:gd name="T85" fmla="*/ 272 h 997"/>
                <a:gd name="T86" fmla="*/ 217 w 511"/>
                <a:gd name="T87" fmla="*/ 303 h 997"/>
                <a:gd name="T88" fmla="*/ 141 w 511"/>
                <a:gd name="T89" fmla="*/ 252 h 997"/>
                <a:gd name="T90" fmla="*/ 64 w 511"/>
                <a:gd name="T91" fmla="*/ 65 h 997"/>
                <a:gd name="T92" fmla="*/ 65 w 511"/>
                <a:gd name="T93" fmla="*/ 36 h 997"/>
                <a:gd name="T94" fmla="*/ 36 w 511"/>
                <a:gd name="T95" fmla="*/ 1 h 997"/>
                <a:gd name="T96" fmla="*/ 1 w 511"/>
                <a:gd name="T97" fmla="*/ 30 h 997"/>
                <a:gd name="T98" fmla="*/ 0 w 511"/>
                <a:gd name="T99" fmla="*/ 65 h 997"/>
                <a:gd name="T100" fmla="*/ 31 w 511"/>
                <a:gd name="T101" fmla="*/ 209 h 997"/>
                <a:gd name="T102" fmla="*/ 138 w 511"/>
                <a:gd name="T103" fmla="*/ 332 h 9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11" h="997">
                  <a:moveTo>
                    <a:pt x="138" y="332"/>
                  </a:moveTo>
                  <a:cubicBezTo>
                    <a:pt x="155" y="343"/>
                    <a:pt x="170" y="352"/>
                    <a:pt x="182" y="357"/>
                  </a:cubicBezTo>
                  <a:cubicBezTo>
                    <a:pt x="224" y="425"/>
                    <a:pt x="247" y="473"/>
                    <a:pt x="209" y="579"/>
                  </a:cubicBezTo>
                  <a:cubicBezTo>
                    <a:pt x="209" y="579"/>
                    <a:pt x="209" y="580"/>
                    <a:pt x="209" y="580"/>
                  </a:cubicBezTo>
                  <a:cubicBezTo>
                    <a:pt x="38" y="916"/>
                    <a:pt x="38" y="916"/>
                    <a:pt x="38" y="916"/>
                  </a:cubicBezTo>
                  <a:cubicBezTo>
                    <a:pt x="26" y="941"/>
                    <a:pt x="36" y="971"/>
                    <a:pt x="60" y="984"/>
                  </a:cubicBezTo>
                  <a:cubicBezTo>
                    <a:pt x="68" y="987"/>
                    <a:pt x="75" y="989"/>
                    <a:pt x="83" y="989"/>
                  </a:cubicBezTo>
                  <a:cubicBezTo>
                    <a:pt x="101" y="989"/>
                    <a:pt x="119" y="979"/>
                    <a:pt x="128" y="962"/>
                  </a:cubicBezTo>
                  <a:cubicBezTo>
                    <a:pt x="302" y="619"/>
                    <a:pt x="302" y="619"/>
                    <a:pt x="302" y="619"/>
                  </a:cubicBezTo>
                  <a:cubicBezTo>
                    <a:pt x="310" y="617"/>
                    <a:pt x="319" y="616"/>
                    <a:pt x="328" y="616"/>
                  </a:cubicBezTo>
                  <a:cubicBezTo>
                    <a:pt x="332" y="625"/>
                    <a:pt x="337" y="635"/>
                    <a:pt x="342" y="647"/>
                  </a:cubicBezTo>
                  <a:cubicBezTo>
                    <a:pt x="358" y="686"/>
                    <a:pt x="373" y="738"/>
                    <a:pt x="373" y="798"/>
                  </a:cubicBezTo>
                  <a:cubicBezTo>
                    <a:pt x="373" y="839"/>
                    <a:pt x="366" y="883"/>
                    <a:pt x="348" y="929"/>
                  </a:cubicBezTo>
                  <a:cubicBezTo>
                    <a:pt x="338" y="955"/>
                    <a:pt x="351" y="984"/>
                    <a:pt x="377" y="994"/>
                  </a:cubicBezTo>
                  <a:cubicBezTo>
                    <a:pt x="383" y="996"/>
                    <a:pt x="389" y="997"/>
                    <a:pt x="395" y="997"/>
                  </a:cubicBezTo>
                  <a:cubicBezTo>
                    <a:pt x="415" y="997"/>
                    <a:pt x="434" y="985"/>
                    <a:pt x="442" y="965"/>
                  </a:cubicBezTo>
                  <a:cubicBezTo>
                    <a:pt x="464" y="906"/>
                    <a:pt x="473" y="850"/>
                    <a:pt x="473" y="798"/>
                  </a:cubicBezTo>
                  <a:cubicBezTo>
                    <a:pt x="473" y="719"/>
                    <a:pt x="453" y="652"/>
                    <a:pt x="433" y="605"/>
                  </a:cubicBezTo>
                  <a:cubicBezTo>
                    <a:pt x="423" y="582"/>
                    <a:pt x="413" y="563"/>
                    <a:pt x="405" y="550"/>
                  </a:cubicBezTo>
                  <a:cubicBezTo>
                    <a:pt x="403" y="551"/>
                    <a:pt x="400" y="551"/>
                    <a:pt x="397" y="551"/>
                  </a:cubicBezTo>
                  <a:cubicBezTo>
                    <a:pt x="386" y="551"/>
                    <a:pt x="376" y="547"/>
                    <a:pt x="369" y="539"/>
                  </a:cubicBezTo>
                  <a:cubicBezTo>
                    <a:pt x="361" y="532"/>
                    <a:pt x="357" y="522"/>
                    <a:pt x="357" y="511"/>
                  </a:cubicBezTo>
                  <a:cubicBezTo>
                    <a:pt x="357" y="501"/>
                    <a:pt x="361" y="491"/>
                    <a:pt x="369" y="483"/>
                  </a:cubicBezTo>
                  <a:cubicBezTo>
                    <a:pt x="398" y="453"/>
                    <a:pt x="415" y="429"/>
                    <a:pt x="425" y="413"/>
                  </a:cubicBezTo>
                  <a:cubicBezTo>
                    <a:pt x="426" y="391"/>
                    <a:pt x="425" y="369"/>
                    <a:pt x="422" y="346"/>
                  </a:cubicBezTo>
                  <a:cubicBezTo>
                    <a:pt x="430" y="349"/>
                    <a:pt x="436" y="353"/>
                    <a:pt x="440" y="357"/>
                  </a:cubicBezTo>
                  <a:cubicBezTo>
                    <a:pt x="443" y="361"/>
                    <a:pt x="445" y="364"/>
                    <a:pt x="446" y="367"/>
                  </a:cubicBezTo>
                  <a:cubicBezTo>
                    <a:pt x="447" y="369"/>
                    <a:pt x="447" y="372"/>
                    <a:pt x="447" y="375"/>
                  </a:cubicBezTo>
                  <a:cubicBezTo>
                    <a:pt x="447" y="378"/>
                    <a:pt x="447" y="381"/>
                    <a:pt x="446" y="385"/>
                  </a:cubicBezTo>
                  <a:cubicBezTo>
                    <a:pt x="446" y="385"/>
                    <a:pt x="446" y="385"/>
                    <a:pt x="446" y="385"/>
                  </a:cubicBezTo>
                  <a:cubicBezTo>
                    <a:pt x="442" y="405"/>
                    <a:pt x="422" y="440"/>
                    <a:pt x="374" y="489"/>
                  </a:cubicBezTo>
                  <a:cubicBezTo>
                    <a:pt x="362" y="501"/>
                    <a:pt x="362" y="521"/>
                    <a:pt x="375" y="534"/>
                  </a:cubicBezTo>
                  <a:cubicBezTo>
                    <a:pt x="381" y="540"/>
                    <a:pt x="389" y="543"/>
                    <a:pt x="397" y="543"/>
                  </a:cubicBezTo>
                  <a:cubicBezTo>
                    <a:pt x="405" y="543"/>
                    <a:pt x="414" y="540"/>
                    <a:pt x="420" y="533"/>
                  </a:cubicBezTo>
                  <a:cubicBezTo>
                    <a:pt x="471" y="481"/>
                    <a:pt x="498" y="439"/>
                    <a:pt x="508" y="401"/>
                  </a:cubicBezTo>
                  <a:cubicBezTo>
                    <a:pt x="508" y="401"/>
                    <a:pt x="508" y="400"/>
                    <a:pt x="508" y="400"/>
                  </a:cubicBezTo>
                  <a:cubicBezTo>
                    <a:pt x="510" y="391"/>
                    <a:pt x="511" y="383"/>
                    <a:pt x="511" y="375"/>
                  </a:cubicBezTo>
                  <a:cubicBezTo>
                    <a:pt x="511" y="374"/>
                    <a:pt x="511" y="373"/>
                    <a:pt x="511" y="372"/>
                  </a:cubicBezTo>
                  <a:cubicBezTo>
                    <a:pt x="510" y="347"/>
                    <a:pt x="499" y="326"/>
                    <a:pt x="485" y="312"/>
                  </a:cubicBezTo>
                  <a:cubicBezTo>
                    <a:pt x="462" y="290"/>
                    <a:pt x="435" y="281"/>
                    <a:pt x="413" y="276"/>
                  </a:cubicBezTo>
                  <a:cubicBezTo>
                    <a:pt x="391" y="271"/>
                    <a:pt x="374" y="270"/>
                    <a:pt x="373" y="270"/>
                  </a:cubicBezTo>
                  <a:cubicBezTo>
                    <a:pt x="370" y="270"/>
                    <a:pt x="366" y="270"/>
                    <a:pt x="363" y="271"/>
                  </a:cubicBezTo>
                  <a:cubicBezTo>
                    <a:pt x="361" y="271"/>
                    <a:pt x="359" y="271"/>
                    <a:pt x="357" y="272"/>
                  </a:cubicBezTo>
                  <a:cubicBezTo>
                    <a:pt x="310" y="282"/>
                    <a:pt x="263" y="293"/>
                    <a:pt x="217" y="303"/>
                  </a:cubicBezTo>
                  <a:cubicBezTo>
                    <a:pt x="203" y="297"/>
                    <a:pt x="171" y="281"/>
                    <a:pt x="141" y="252"/>
                  </a:cubicBezTo>
                  <a:cubicBezTo>
                    <a:pt x="101" y="214"/>
                    <a:pt x="64" y="157"/>
                    <a:pt x="64" y="65"/>
                  </a:cubicBezTo>
                  <a:cubicBezTo>
                    <a:pt x="64" y="56"/>
                    <a:pt x="64" y="46"/>
                    <a:pt x="65" y="36"/>
                  </a:cubicBezTo>
                  <a:cubicBezTo>
                    <a:pt x="66" y="18"/>
                    <a:pt x="53" y="3"/>
                    <a:pt x="36" y="1"/>
                  </a:cubicBezTo>
                  <a:cubicBezTo>
                    <a:pt x="18" y="0"/>
                    <a:pt x="3" y="13"/>
                    <a:pt x="1" y="30"/>
                  </a:cubicBezTo>
                  <a:cubicBezTo>
                    <a:pt x="0" y="42"/>
                    <a:pt x="0" y="54"/>
                    <a:pt x="0" y="65"/>
                  </a:cubicBezTo>
                  <a:cubicBezTo>
                    <a:pt x="0" y="122"/>
                    <a:pt x="12" y="170"/>
                    <a:pt x="31" y="209"/>
                  </a:cubicBezTo>
                  <a:cubicBezTo>
                    <a:pt x="60" y="269"/>
                    <a:pt x="103" y="308"/>
                    <a:pt x="138" y="3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Oval 30"/>
            <p:cNvSpPr>
              <a:spLocks noChangeArrowheads="1"/>
            </p:cNvSpPr>
            <p:nvPr/>
          </p:nvSpPr>
          <p:spPr bwMode="auto">
            <a:xfrm>
              <a:off x="5461000" y="1382713"/>
              <a:ext cx="282575" cy="2809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36" name="组合 135"/>
          <p:cNvGrpSpPr/>
          <p:nvPr/>
        </p:nvGrpSpPr>
        <p:grpSpPr>
          <a:xfrm>
            <a:off x="6429921" y="4498976"/>
            <a:ext cx="2449512" cy="1758950"/>
            <a:chOff x="503238" y="4498976"/>
            <a:chExt cx="2449512" cy="1758950"/>
          </a:xfrm>
          <a:solidFill>
            <a:schemeClr val="tx1">
              <a:lumMod val="65000"/>
              <a:lumOff val="35000"/>
            </a:schemeClr>
          </a:solidFill>
        </p:grpSpPr>
        <p:sp>
          <p:nvSpPr>
            <p:cNvPr id="137" name="Freeform 31"/>
            <p:cNvSpPr>
              <a:spLocks/>
            </p:cNvSpPr>
            <p:nvPr/>
          </p:nvSpPr>
          <p:spPr bwMode="auto">
            <a:xfrm>
              <a:off x="2395538" y="4751388"/>
              <a:ext cx="309563" cy="309563"/>
            </a:xfrm>
            <a:custGeom>
              <a:avLst/>
              <a:gdLst>
                <a:gd name="T0" fmla="*/ 11 w 198"/>
                <a:gd name="T1" fmla="*/ 78 h 198"/>
                <a:gd name="T2" fmla="*/ 79 w 198"/>
                <a:gd name="T3" fmla="*/ 187 h 198"/>
                <a:gd name="T4" fmla="*/ 187 w 198"/>
                <a:gd name="T5" fmla="*/ 119 h 198"/>
                <a:gd name="T6" fmla="*/ 119 w 198"/>
                <a:gd name="T7" fmla="*/ 11 h 198"/>
                <a:gd name="T8" fmla="*/ 11 w 198"/>
                <a:gd name="T9" fmla="*/ 78 h 198"/>
              </a:gdLst>
              <a:ahLst/>
              <a:cxnLst>
                <a:cxn ang="0">
                  <a:pos x="T0" y="T1"/>
                </a:cxn>
                <a:cxn ang="0">
                  <a:pos x="T2" y="T3"/>
                </a:cxn>
                <a:cxn ang="0">
                  <a:pos x="T4" y="T5"/>
                </a:cxn>
                <a:cxn ang="0">
                  <a:pos x="T6" y="T7"/>
                </a:cxn>
                <a:cxn ang="0">
                  <a:pos x="T8" y="T9"/>
                </a:cxn>
              </a:cxnLst>
              <a:rect l="0" t="0" r="r" b="b"/>
              <a:pathLst>
                <a:path w="198" h="198">
                  <a:moveTo>
                    <a:pt x="11" y="78"/>
                  </a:moveTo>
                  <a:cubicBezTo>
                    <a:pt x="0" y="127"/>
                    <a:pt x="30" y="175"/>
                    <a:pt x="79" y="187"/>
                  </a:cubicBezTo>
                  <a:cubicBezTo>
                    <a:pt x="127" y="198"/>
                    <a:pt x="175" y="168"/>
                    <a:pt x="187" y="119"/>
                  </a:cubicBezTo>
                  <a:cubicBezTo>
                    <a:pt x="198" y="71"/>
                    <a:pt x="168" y="23"/>
                    <a:pt x="119" y="11"/>
                  </a:cubicBezTo>
                  <a:cubicBezTo>
                    <a:pt x="71" y="0"/>
                    <a:pt x="23" y="30"/>
                    <a:pt x="11"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32"/>
            <p:cNvSpPr>
              <a:spLocks noEditPoints="1"/>
            </p:cNvSpPr>
            <p:nvPr/>
          </p:nvSpPr>
          <p:spPr bwMode="auto">
            <a:xfrm>
              <a:off x="2146300" y="5073651"/>
              <a:ext cx="806450" cy="1184275"/>
            </a:xfrm>
            <a:custGeom>
              <a:avLst/>
              <a:gdLst>
                <a:gd name="T0" fmla="*/ 388 w 516"/>
                <a:gd name="T1" fmla="*/ 4 h 757"/>
                <a:gd name="T2" fmla="*/ 370 w 516"/>
                <a:gd name="T3" fmla="*/ 1 h 757"/>
                <a:gd name="T4" fmla="*/ 364 w 516"/>
                <a:gd name="T5" fmla="*/ 1 h 757"/>
                <a:gd name="T6" fmla="*/ 152 w 516"/>
                <a:gd name="T7" fmla="*/ 1 h 757"/>
                <a:gd name="T8" fmla="*/ 146 w 516"/>
                <a:gd name="T9" fmla="*/ 1 h 757"/>
                <a:gd name="T10" fmla="*/ 128 w 516"/>
                <a:gd name="T11" fmla="*/ 4 h 757"/>
                <a:gd name="T12" fmla="*/ 60 w 516"/>
                <a:gd name="T13" fmla="*/ 61 h 757"/>
                <a:gd name="T14" fmla="*/ 0 w 516"/>
                <a:gd name="T15" fmla="*/ 269 h 757"/>
                <a:gd name="T16" fmla="*/ 4 w 516"/>
                <a:gd name="T17" fmla="*/ 343 h 757"/>
                <a:gd name="T18" fmla="*/ 40 w 516"/>
                <a:gd name="T19" fmla="*/ 375 h 757"/>
                <a:gd name="T20" fmla="*/ 45 w 516"/>
                <a:gd name="T21" fmla="*/ 375 h 757"/>
                <a:gd name="T22" fmla="*/ 76 w 516"/>
                <a:gd name="T23" fmla="*/ 335 h 757"/>
                <a:gd name="T24" fmla="*/ 72 w 516"/>
                <a:gd name="T25" fmla="*/ 269 h 757"/>
                <a:gd name="T26" fmla="*/ 118 w 516"/>
                <a:gd name="T27" fmla="*/ 105 h 757"/>
                <a:gd name="T28" fmla="*/ 122 w 516"/>
                <a:gd name="T29" fmla="*/ 100 h 757"/>
                <a:gd name="T30" fmla="*/ 160 w 516"/>
                <a:gd name="T31" fmla="*/ 264 h 757"/>
                <a:gd name="T32" fmla="*/ 159 w 516"/>
                <a:gd name="T33" fmla="*/ 270 h 757"/>
                <a:gd name="T34" fmla="*/ 87 w 516"/>
                <a:gd name="T35" fmla="*/ 694 h 757"/>
                <a:gd name="T36" fmla="*/ 131 w 516"/>
                <a:gd name="T37" fmla="*/ 756 h 757"/>
                <a:gd name="T38" fmla="*/ 140 w 516"/>
                <a:gd name="T39" fmla="*/ 757 h 757"/>
                <a:gd name="T40" fmla="*/ 193 w 516"/>
                <a:gd name="T41" fmla="*/ 712 h 757"/>
                <a:gd name="T42" fmla="*/ 255 w 516"/>
                <a:gd name="T43" fmla="*/ 348 h 757"/>
                <a:gd name="T44" fmla="*/ 261 w 516"/>
                <a:gd name="T45" fmla="*/ 348 h 757"/>
                <a:gd name="T46" fmla="*/ 323 w 516"/>
                <a:gd name="T47" fmla="*/ 712 h 757"/>
                <a:gd name="T48" fmla="*/ 376 w 516"/>
                <a:gd name="T49" fmla="*/ 757 h 757"/>
                <a:gd name="T50" fmla="*/ 385 w 516"/>
                <a:gd name="T51" fmla="*/ 756 h 757"/>
                <a:gd name="T52" fmla="*/ 429 w 516"/>
                <a:gd name="T53" fmla="*/ 694 h 757"/>
                <a:gd name="T54" fmla="*/ 357 w 516"/>
                <a:gd name="T55" fmla="*/ 270 h 757"/>
                <a:gd name="T56" fmla="*/ 356 w 516"/>
                <a:gd name="T57" fmla="*/ 264 h 757"/>
                <a:gd name="T58" fmla="*/ 394 w 516"/>
                <a:gd name="T59" fmla="*/ 100 h 757"/>
                <a:gd name="T60" fmla="*/ 404 w 516"/>
                <a:gd name="T61" fmla="*/ 113 h 757"/>
                <a:gd name="T62" fmla="*/ 444 w 516"/>
                <a:gd name="T63" fmla="*/ 269 h 757"/>
                <a:gd name="T64" fmla="*/ 440 w 516"/>
                <a:gd name="T65" fmla="*/ 335 h 757"/>
                <a:gd name="T66" fmla="*/ 471 w 516"/>
                <a:gd name="T67" fmla="*/ 375 h 757"/>
                <a:gd name="T68" fmla="*/ 476 w 516"/>
                <a:gd name="T69" fmla="*/ 375 h 757"/>
                <a:gd name="T70" fmla="*/ 511 w 516"/>
                <a:gd name="T71" fmla="*/ 343 h 757"/>
                <a:gd name="T72" fmla="*/ 516 w 516"/>
                <a:gd name="T73" fmla="*/ 269 h 757"/>
                <a:gd name="T74" fmla="*/ 456 w 516"/>
                <a:gd name="T75" fmla="*/ 61 h 757"/>
                <a:gd name="T76" fmla="*/ 388 w 516"/>
                <a:gd name="T77" fmla="*/ 4 h 757"/>
                <a:gd name="T78" fmla="*/ 258 w 516"/>
                <a:gd name="T79" fmla="*/ 288 h 757"/>
                <a:gd name="T80" fmla="*/ 220 w 516"/>
                <a:gd name="T81" fmla="*/ 240 h 757"/>
                <a:gd name="T82" fmla="*/ 242 w 516"/>
                <a:gd name="T83" fmla="*/ 79 h 757"/>
                <a:gd name="T84" fmla="*/ 258 w 516"/>
                <a:gd name="T85" fmla="*/ 82 h 757"/>
                <a:gd name="T86" fmla="*/ 258 w 516"/>
                <a:gd name="T87" fmla="*/ 82 h 757"/>
                <a:gd name="T88" fmla="*/ 258 w 516"/>
                <a:gd name="T89" fmla="*/ 82 h 757"/>
                <a:gd name="T90" fmla="*/ 274 w 516"/>
                <a:gd name="T91" fmla="*/ 79 h 757"/>
                <a:gd name="T92" fmla="*/ 296 w 516"/>
                <a:gd name="T93" fmla="*/ 240 h 757"/>
                <a:gd name="T94" fmla="*/ 258 w 516"/>
                <a:gd name="T95" fmla="*/ 288 h 757"/>
                <a:gd name="T96" fmla="*/ 243 w 516"/>
                <a:gd name="T97" fmla="*/ 30 h 757"/>
                <a:gd name="T98" fmla="*/ 258 w 516"/>
                <a:gd name="T99" fmla="*/ 30 h 757"/>
                <a:gd name="T100" fmla="*/ 273 w 516"/>
                <a:gd name="T101" fmla="*/ 30 h 757"/>
                <a:gd name="T102" fmla="*/ 281 w 516"/>
                <a:gd name="T103" fmla="*/ 60 h 757"/>
                <a:gd name="T104" fmla="*/ 280 w 516"/>
                <a:gd name="T105" fmla="*/ 62 h 757"/>
                <a:gd name="T106" fmla="*/ 258 w 516"/>
                <a:gd name="T107" fmla="*/ 70 h 757"/>
                <a:gd name="T108" fmla="*/ 236 w 516"/>
                <a:gd name="T109" fmla="*/ 62 h 757"/>
                <a:gd name="T110" fmla="*/ 235 w 516"/>
                <a:gd name="T111" fmla="*/ 60 h 757"/>
                <a:gd name="T112" fmla="*/ 243 w 516"/>
                <a:gd name="T113" fmla="*/ 30 h 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16" h="757">
                  <a:moveTo>
                    <a:pt x="388" y="4"/>
                  </a:moveTo>
                  <a:cubicBezTo>
                    <a:pt x="382" y="1"/>
                    <a:pt x="376" y="0"/>
                    <a:pt x="370" y="1"/>
                  </a:cubicBezTo>
                  <a:cubicBezTo>
                    <a:pt x="368" y="1"/>
                    <a:pt x="366" y="1"/>
                    <a:pt x="364" y="1"/>
                  </a:cubicBezTo>
                  <a:cubicBezTo>
                    <a:pt x="152" y="1"/>
                    <a:pt x="152" y="1"/>
                    <a:pt x="152" y="1"/>
                  </a:cubicBezTo>
                  <a:cubicBezTo>
                    <a:pt x="150" y="1"/>
                    <a:pt x="148" y="1"/>
                    <a:pt x="146" y="1"/>
                  </a:cubicBezTo>
                  <a:cubicBezTo>
                    <a:pt x="140" y="0"/>
                    <a:pt x="134" y="1"/>
                    <a:pt x="128" y="4"/>
                  </a:cubicBezTo>
                  <a:cubicBezTo>
                    <a:pt x="124" y="5"/>
                    <a:pt x="92" y="20"/>
                    <a:pt x="60" y="61"/>
                  </a:cubicBezTo>
                  <a:cubicBezTo>
                    <a:pt x="29" y="102"/>
                    <a:pt x="0" y="169"/>
                    <a:pt x="0" y="269"/>
                  </a:cubicBezTo>
                  <a:cubicBezTo>
                    <a:pt x="0" y="292"/>
                    <a:pt x="1" y="317"/>
                    <a:pt x="4" y="343"/>
                  </a:cubicBezTo>
                  <a:cubicBezTo>
                    <a:pt x="7" y="362"/>
                    <a:pt x="22" y="375"/>
                    <a:pt x="40" y="375"/>
                  </a:cubicBezTo>
                  <a:cubicBezTo>
                    <a:pt x="42" y="375"/>
                    <a:pt x="43" y="375"/>
                    <a:pt x="45" y="375"/>
                  </a:cubicBezTo>
                  <a:cubicBezTo>
                    <a:pt x="64" y="372"/>
                    <a:pt x="78" y="354"/>
                    <a:pt x="76" y="335"/>
                  </a:cubicBezTo>
                  <a:cubicBezTo>
                    <a:pt x="73" y="311"/>
                    <a:pt x="72" y="289"/>
                    <a:pt x="72" y="269"/>
                  </a:cubicBezTo>
                  <a:cubicBezTo>
                    <a:pt x="72" y="182"/>
                    <a:pt x="96" y="133"/>
                    <a:pt x="118" y="105"/>
                  </a:cubicBezTo>
                  <a:cubicBezTo>
                    <a:pt x="119" y="103"/>
                    <a:pt x="120" y="101"/>
                    <a:pt x="122" y="100"/>
                  </a:cubicBezTo>
                  <a:cubicBezTo>
                    <a:pt x="160" y="264"/>
                    <a:pt x="160" y="264"/>
                    <a:pt x="160" y="264"/>
                  </a:cubicBezTo>
                  <a:cubicBezTo>
                    <a:pt x="160" y="266"/>
                    <a:pt x="159" y="268"/>
                    <a:pt x="159" y="270"/>
                  </a:cubicBezTo>
                  <a:cubicBezTo>
                    <a:pt x="87" y="694"/>
                    <a:pt x="87" y="694"/>
                    <a:pt x="87" y="694"/>
                  </a:cubicBezTo>
                  <a:cubicBezTo>
                    <a:pt x="82" y="723"/>
                    <a:pt x="101" y="751"/>
                    <a:pt x="131" y="756"/>
                  </a:cubicBezTo>
                  <a:cubicBezTo>
                    <a:pt x="134" y="756"/>
                    <a:pt x="137" y="757"/>
                    <a:pt x="140" y="757"/>
                  </a:cubicBezTo>
                  <a:cubicBezTo>
                    <a:pt x="166" y="757"/>
                    <a:pt x="189" y="738"/>
                    <a:pt x="193" y="712"/>
                  </a:cubicBezTo>
                  <a:cubicBezTo>
                    <a:pt x="255" y="348"/>
                    <a:pt x="255" y="348"/>
                    <a:pt x="255" y="348"/>
                  </a:cubicBezTo>
                  <a:cubicBezTo>
                    <a:pt x="261" y="348"/>
                    <a:pt x="261" y="348"/>
                    <a:pt x="261" y="348"/>
                  </a:cubicBezTo>
                  <a:cubicBezTo>
                    <a:pt x="323" y="712"/>
                    <a:pt x="323" y="712"/>
                    <a:pt x="323" y="712"/>
                  </a:cubicBezTo>
                  <a:cubicBezTo>
                    <a:pt x="327" y="738"/>
                    <a:pt x="350" y="757"/>
                    <a:pt x="376" y="757"/>
                  </a:cubicBezTo>
                  <a:cubicBezTo>
                    <a:pt x="379" y="757"/>
                    <a:pt x="382" y="756"/>
                    <a:pt x="385" y="756"/>
                  </a:cubicBezTo>
                  <a:cubicBezTo>
                    <a:pt x="415" y="751"/>
                    <a:pt x="434" y="723"/>
                    <a:pt x="429" y="694"/>
                  </a:cubicBezTo>
                  <a:cubicBezTo>
                    <a:pt x="357" y="270"/>
                    <a:pt x="357" y="270"/>
                    <a:pt x="357" y="270"/>
                  </a:cubicBezTo>
                  <a:cubicBezTo>
                    <a:pt x="357" y="268"/>
                    <a:pt x="356" y="266"/>
                    <a:pt x="356" y="264"/>
                  </a:cubicBezTo>
                  <a:cubicBezTo>
                    <a:pt x="394" y="100"/>
                    <a:pt x="394" y="100"/>
                    <a:pt x="394" y="100"/>
                  </a:cubicBezTo>
                  <a:cubicBezTo>
                    <a:pt x="398" y="104"/>
                    <a:pt x="401" y="108"/>
                    <a:pt x="404" y="113"/>
                  </a:cubicBezTo>
                  <a:cubicBezTo>
                    <a:pt x="424" y="143"/>
                    <a:pt x="444" y="190"/>
                    <a:pt x="444" y="269"/>
                  </a:cubicBezTo>
                  <a:cubicBezTo>
                    <a:pt x="444" y="289"/>
                    <a:pt x="443" y="311"/>
                    <a:pt x="440" y="335"/>
                  </a:cubicBezTo>
                  <a:cubicBezTo>
                    <a:pt x="438" y="354"/>
                    <a:pt x="452" y="372"/>
                    <a:pt x="471" y="375"/>
                  </a:cubicBezTo>
                  <a:cubicBezTo>
                    <a:pt x="473" y="375"/>
                    <a:pt x="474" y="375"/>
                    <a:pt x="476" y="375"/>
                  </a:cubicBezTo>
                  <a:cubicBezTo>
                    <a:pt x="494" y="375"/>
                    <a:pt x="509" y="362"/>
                    <a:pt x="511" y="343"/>
                  </a:cubicBezTo>
                  <a:cubicBezTo>
                    <a:pt x="515" y="317"/>
                    <a:pt x="516" y="292"/>
                    <a:pt x="516" y="269"/>
                  </a:cubicBezTo>
                  <a:cubicBezTo>
                    <a:pt x="516" y="169"/>
                    <a:pt x="487" y="102"/>
                    <a:pt x="456" y="61"/>
                  </a:cubicBezTo>
                  <a:cubicBezTo>
                    <a:pt x="424" y="20"/>
                    <a:pt x="392" y="5"/>
                    <a:pt x="388" y="4"/>
                  </a:cubicBezTo>
                  <a:close/>
                  <a:moveTo>
                    <a:pt x="258" y="288"/>
                  </a:moveTo>
                  <a:cubicBezTo>
                    <a:pt x="220" y="240"/>
                    <a:pt x="220" y="240"/>
                    <a:pt x="220" y="240"/>
                  </a:cubicBezTo>
                  <a:cubicBezTo>
                    <a:pt x="242" y="79"/>
                    <a:pt x="242" y="79"/>
                    <a:pt x="242" y="79"/>
                  </a:cubicBezTo>
                  <a:cubicBezTo>
                    <a:pt x="247" y="81"/>
                    <a:pt x="252" y="82"/>
                    <a:pt x="258" y="82"/>
                  </a:cubicBezTo>
                  <a:cubicBezTo>
                    <a:pt x="258" y="82"/>
                    <a:pt x="258" y="82"/>
                    <a:pt x="258" y="82"/>
                  </a:cubicBezTo>
                  <a:cubicBezTo>
                    <a:pt x="258" y="82"/>
                    <a:pt x="258" y="82"/>
                    <a:pt x="258" y="82"/>
                  </a:cubicBezTo>
                  <a:cubicBezTo>
                    <a:pt x="263" y="82"/>
                    <a:pt x="269" y="81"/>
                    <a:pt x="274" y="79"/>
                  </a:cubicBezTo>
                  <a:cubicBezTo>
                    <a:pt x="296" y="240"/>
                    <a:pt x="296" y="240"/>
                    <a:pt x="296" y="240"/>
                  </a:cubicBezTo>
                  <a:lnTo>
                    <a:pt x="258" y="288"/>
                  </a:lnTo>
                  <a:close/>
                  <a:moveTo>
                    <a:pt x="243" y="30"/>
                  </a:moveTo>
                  <a:cubicBezTo>
                    <a:pt x="258" y="30"/>
                    <a:pt x="258" y="30"/>
                    <a:pt x="258" y="30"/>
                  </a:cubicBezTo>
                  <a:cubicBezTo>
                    <a:pt x="273" y="30"/>
                    <a:pt x="273" y="30"/>
                    <a:pt x="273" y="30"/>
                  </a:cubicBezTo>
                  <a:cubicBezTo>
                    <a:pt x="281" y="60"/>
                    <a:pt x="281" y="60"/>
                    <a:pt x="281" y="60"/>
                  </a:cubicBezTo>
                  <a:cubicBezTo>
                    <a:pt x="280" y="62"/>
                    <a:pt x="280" y="62"/>
                    <a:pt x="280" y="62"/>
                  </a:cubicBezTo>
                  <a:cubicBezTo>
                    <a:pt x="273" y="67"/>
                    <a:pt x="266" y="70"/>
                    <a:pt x="258" y="70"/>
                  </a:cubicBezTo>
                  <a:cubicBezTo>
                    <a:pt x="250" y="70"/>
                    <a:pt x="243" y="67"/>
                    <a:pt x="236" y="62"/>
                  </a:cubicBezTo>
                  <a:cubicBezTo>
                    <a:pt x="235" y="60"/>
                    <a:pt x="235" y="60"/>
                    <a:pt x="235" y="60"/>
                  </a:cubicBezTo>
                  <a:lnTo>
                    <a:pt x="243"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33"/>
            <p:cNvSpPr>
              <a:spLocks/>
            </p:cNvSpPr>
            <p:nvPr/>
          </p:nvSpPr>
          <p:spPr bwMode="auto">
            <a:xfrm>
              <a:off x="1020763" y="4498976"/>
              <a:ext cx="947738" cy="1752600"/>
            </a:xfrm>
            <a:custGeom>
              <a:avLst/>
              <a:gdLst>
                <a:gd name="T0" fmla="*/ 0 w 606"/>
                <a:gd name="T1" fmla="*/ 360 h 1120"/>
                <a:gd name="T2" fmla="*/ 3 w 606"/>
                <a:gd name="T3" fmla="*/ 360 h 1120"/>
                <a:gd name="T4" fmla="*/ 4 w 606"/>
                <a:gd name="T5" fmla="*/ 360 h 1120"/>
                <a:gd name="T6" fmla="*/ 35 w 606"/>
                <a:gd name="T7" fmla="*/ 372 h 1120"/>
                <a:gd name="T8" fmla="*/ 58 w 606"/>
                <a:gd name="T9" fmla="*/ 397 h 1120"/>
                <a:gd name="T10" fmla="*/ 98 w 606"/>
                <a:gd name="T11" fmla="*/ 452 h 1120"/>
                <a:gd name="T12" fmla="*/ 114 w 606"/>
                <a:gd name="T13" fmla="*/ 505 h 1120"/>
                <a:gd name="T14" fmla="*/ 103 w 606"/>
                <a:gd name="T15" fmla="*/ 542 h 1120"/>
                <a:gd name="T16" fmla="*/ 103 w 606"/>
                <a:gd name="T17" fmla="*/ 543 h 1120"/>
                <a:gd name="T18" fmla="*/ 71 w 606"/>
                <a:gd name="T19" fmla="*/ 569 h 1120"/>
                <a:gd name="T20" fmla="*/ 70 w 606"/>
                <a:gd name="T21" fmla="*/ 569 h 1120"/>
                <a:gd name="T22" fmla="*/ 70 w 606"/>
                <a:gd name="T23" fmla="*/ 569 h 1120"/>
                <a:gd name="T24" fmla="*/ 70 w 606"/>
                <a:gd name="T25" fmla="*/ 569 h 1120"/>
                <a:gd name="T26" fmla="*/ 36 w 606"/>
                <a:gd name="T27" fmla="*/ 576 h 1120"/>
                <a:gd name="T28" fmla="*/ 34 w 606"/>
                <a:gd name="T29" fmla="*/ 576 h 1120"/>
                <a:gd name="T30" fmla="*/ 30 w 606"/>
                <a:gd name="T31" fmla="*/ 577 h 1120"/>
                <a:gd name="T32" fmla="*/ 23 w 606"/>
                <a:gd name="T33" fmla="*/ 577 h 1120"/>
                <a:gd name="T34" fmla="*/ 23 w 606"/>
                <a:gd name="T35" fmla="*/ 577 h 1120"/>
                <a:gd name="T36" fmla="*/ 23 w 606"/>
                <a:gd name="T37" fmla="*/ 577 h 1120"/>
                <a:gd name="T38" fmla="*/ 23 w 606"/>
                <a:gd name="T39" fmla="*/ 577 h 1120"/>
                <a:gd name="T40" fmla="*/ 23 w 606"/>
                <a:gd name="T41" fmla="*/ 577 h 1120"/>
                <a:gd name="T42" fmla="*/ 23 w 606"/>
                <a:gd name="T43" fmla="*/ 577 h 1120"/>
                <a:gd name="T44" fmla="*/ 13 w 606"/>
                <a:gd name="T45" fmla="*/ 577 h 1120"/>
                <a:gd name="T46" fmla="*/ 12 w 606"/>
                <a:gd name="T47" fmla="*/ 577 h 1120"/>
                <a:gd name="T48" fmla="*/ 10 w 606"/>
                <a:gd name="T49" fmla="*/ 576 h 1120"/>
                <a:gd name="T50" fmla="*/ 10 w 606"/>
                <a:gd name="T51" fmla="*/ 578 h 1120"/>
                <a:gd name="T52" fmla="*/ 0 w 606"/>
                <a:gd name="T53" fmla="*/ 621 h 1120"/>
                <a:gd name="T54" fmla="*/ 0 w 606"/>
                <a:gd name="T55" fmla="*/ 643 h 1120"/>
                <a:gd name="T56" fmla="*/ 71 w 606"/>
                <a:gd name="T57" fmla="*/ 1059 h 1120"/>
                <a:gd name="T58" fmla="*/ 46 w 606"/>
                <a:gd name="T59" fmla="*/ 1120 h 1120"/>
                <a:gd name="T60" fmla="*/ 606 w 606"/>
                <a:gd name="T61" fmla="*/ 1120 h 1120"/>
                <a:gd name="T62" fmla="*/ 606 w 606"/>
                <a:gd name="T63" fmla="*/ 0 h 1120"/>
                <a:gd name="T64" fmla="*/ 0 w 606"/>
                <a:gd name="T65" fmla="*/ 0 h 1120"/>
                <a:gd name="T66" fmla="*/ 0 w 606"/>
                <a:gd name="T67" fmla="*/ 360 h 1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06" h="1120">
                  <a:moveTo>
                    <a:pt x="0" y="360"/>
                  </a:moveTo>
                  <a:cubicBezTo>
                    <a:pt x="1" y="360"/>
                    <a:pt x="2" y="360"/>
                    <a:pt x="3" y="360"/>
                  </a:cubicBezTo>
                  <a:cubicBezTo>
                    <a:pt x="3" y="360"/>
                    <a:pt x="4" y="360"/>
                    <a:pt x="4" y="360"/>
                  </a:cubicBezTo>
                  <a:cubicBezTo>
                    <a:pt x="16" y="360"/>
                    <a:pt x="26" y="364"/>
                    <a:pt x="35" y="372"/>
                  </a:cubicBezTo>
                  <a:cubicBezTo>
                    <a:pt x="36" y="374"/>
                    <a:pt x="46" y="383"/>
                    <a:pt x="58" y="397"/>
                  </a:cubicBezTo>
                  <a:cubicBezTo>
                    <a:pt x="69" y="410"/>
                    <a:pt x="86" y="429"/>
                    <a:pt x="98" y="452"/>
                  </a:cubicBezTo>
                  <a:cubicBezTo>
                    <a:pt x="106" y="466"/>
                    <a:pt x="113" y="483"/>
                    <a:pt x="114" y="505"/>
                  </a:cubicBezTo>
                  <a:cubicBezTo>
                    <a:pt x="114" y="518"/>
                    <a:pt x="110" y="531"/>
                    <a:pt x="103" y="542"/>
                  </a:cubicBezTo>
                  <a:cubicBezTo>
                    <a:pt x="103" y="542"/>
                    <a:pt x="103" y="542"/>
                    <a:pt x="103" y="543"/>
                  </a:cubicBezTo>
                  <a:cubicBezTo>
                    <a:pt x="95" y="554"/>
                    <a:pt x="84" y="563"/>
                    <a:pt x="71" y="569"/>
                  </a:cubicBezTo>
                  <a:cubicBezTo>
                    <a:pt x="70" y="569"/>
                    <a:pt x="70" y="569"/>
                    <a:pt x="70" y="569"/>
                  </a:cubicBezTo>
                  <a:cubicBezTo>
                    <a:pt x="70" y="569"/>
                    <a:pt x="70" y="569"/>
                    <a:pt x="70" y="569"/>
                  </a:cubicBezTo>
                  <a:cubicBezTo>
                    <a:pt x="70" y="569"/>
                    <a:pt x="70" y="569"/>
                    <a:pt x="70" y="569"/>
                  </a:cubicBezTo>
                  <a:cubicBezTo>
                    <a:pt x="60" y="573"/>
                    <a:pt x="49" y="575"/>
                    <a:pt x="36" y="576"/>
                  </a:cubicBezTo>
                  <a:cubicBezTo>
                    <a:pt x="36" y="576"/>
                    <a:pt x="35" y="576"/>
                    <a:pt x="34" y="576"/>
                  </a:cubicBezTo>
                  <a:cubicBezTo>
                    <a:pt x="33" y="577"/>
                    <a:pt x="31" y="577"/>
                    <a:pt x="30" y="577"/>
                  </a:cubicBezTo>
                  <a:cubicBezTo>
                    <a:pt x="28" y="577"/>
                    <a:pt x="25" y="577"/>
                    <a:pt x="23" y="577"/>
                  </a:cubicBezTo>
                  <a:cubicBezTo>
                    <a:pt x="23" y="577"/>
                    <a:pt x="23" y="577"/>
                    <a:pt x="23" y="577"/>
                  </a:cubicBezTo>
                  <a:cubicBezTo>
                    <a:pt x="23" y="577"/>
                    <a:pt x="23" y="577"/>
                    <a:pt x="23" y="577"/>
                  </a:cubicBezTo>
                  <a:cubicBezTo>
                    <a:pt x="23" y="577"/>
                    <a:pt x="23" y="577"/>
                    <a:pt x="23" y="577"/>
                  </a:cubicBezTo>
                  <a:cubicBezTo>
                    <a:pt x="23" y="577"/>
                    <a:pt x="23" y="577"/>
                    <a:pt x="23" y="577"/>
                  </a:cubicBezTo>
                  <a:cubicBezTo>
                    <a:pt x="23" y="577"/>
                    <a:pt x="23" y="577"/>
                    <a:pt x="23" y="577"/>
                  </a:cubicBezTo>
                  <a:cubicBezTo>
                    <a:pt x="19" y="577"/>
                    <a:pt x="16" y="577"/>
                    <a:pt x="13" y="577"/>
                  </a:cubicBezTo>
                  <a:cubicBezTo>
                    <a:pt x="13" y="577"/>
                    <a:pt x="12" y="577"/>
                    <a:pt x="12" y="577"/>
                  </a:cubicBezTo>
                  <a:cubicBezTo>
                    <a:pt x="12" y="577"/>
                    <a:pt x="11" y="577"/>
                    <a:pt x="10" y="576"/>
                  </a:cubicBezTo>
                  <a:cubicBezTo>
                    <a:pt x="10" y="578"/>
                    <a:pt x="10" y="578"/>
                    <a:pt x="10" y="578"/>
                  </a:cubicBezTo>
                  <a:cubicBezTo>
                    <a:pt x="0" y="621"/>
                    <a:pt x="0" y="621"/>
                    <a:pt x="0" y="621"/>
                  </a:cubicBezTo>
                  <a:cubicBezTo>
                    <a:pt x="0" y="643"/>
                    <a:pt x="0" y="643"/>
                    <a:pt x="0" y="643"/>
                  </a:cubicBezTo>
                  <a:cubicBezTo>
                    <a:pt x="71" y="1059"/>
                    <a:pt x="71" y="1059"/>
                    <a:pt x="71" y="1059"/>
                  </a:cubicBezTo>
                  <a:cubicBezTo>
                    <a:pt x="75" y="1083"/>
                    <a:pt x="64" y="1106"/>
                    <a:pt x="46" y="1120"/>
                  </a:cubicBezTo>
                  <a:cubicBezTo>
                    <a:pt x="606" y="1120"/>
                    <a:pt x="606" y="1120"/>
                    <a:pt x="606" y="1120"/>
                  </a:cubicBezTo>
                  <a:cubicBezTo>
                    <a:pt x="606" y="0"/>
                    <a:pt x="606" y="0"/>
                    <a:pt x="606" y="0"/>
                  </a:cubicBezTo>
                  <a:cubicBezTo>
                    <a:pt x="0" y="0"/>
                    <a:pt x="0" y="0"/>
                    <a:pt x="0" y="0"/>
                  </a:cubicBezTo>
                  <a:lnTo>
                    <a:pt x="0" y="3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34"/>
            <p:cNvSpPr>
              <a:spLocks/>
            </p:cNvSpPr>
            <p:nvPr/>
          </p:nvSpPr>
          <p:spPr bwMode="auto">
            <a:xfrm>
              <a:off x="574675" y="5378451"/>
              <a:ext cx="552450" cy="879475"/>
            </a:xfrm>
            <a:custGeom>
              <a:avLst/>
              <a:gdLst>
                <a:gd name="T0" fmla="*/ 348 w 353"/>
                <a:gd name="T1" fmla="*/ 499 h 562"/>
                <a:gd name="T2" fmla="*/ 276 w 353"/>
                <a:gd name="T3" fmla="*/ 75 h 562"/>
                <a:gd name="T4" fmla="*/ 274 w 353"/>
                <a:gd name="T5" fmla="*/ 69 h 562"/>
                <a:gd name="T6" fmla="*/ 287 w 353"/>
                <a:gd name="T7" fmla="*/ 14 h 562"/>
                <a:gd name="T8" fmla="*/ 285 w 353"/>
                <a:gd name="T9" fmla="*/ 14 h 562"/>
                <a:gd name="T10" fmla="*/ 278 w 353"/>
                <a:gd name="T11" fmla="*/ 13 h 562"/>
                <a:gd name="T12" fmla="*/ 269 w 353"/>
                <a:gd name="T13" fmla="*/ 12 h 562"/>
                <a:gd name="T14" fmla="*/ 267 w 353"/>
                <a:gd name="T15" fmla="*/ 12 h 562"/>
                <a:gd name="T16" fmla="*/ 259 w 353"/>
                <a:gd name="T17" fmla="*/ 10 h 562"/>
                <a:gd name="T18" fmla="*/ 257 w 353"/>
                <a:gd name="T19" fmla="*/ 10 h 562"/>
                <a:gd name="T20" fmla="*/ 248 w 353"/>
                <a:gd name="T21" fmla="*/ 8 h 562"/>
                <a:gd name="T22" fmla="*/ 246 w 353"/>
                <a:gd name="T23" fmla="*/ 8 h 562"/>
                <a:gd name="T24" fmla="*/ 235 w 353"/>
                <a:gd name="T25" fmla="*/ 6 h 562"/>
                <a:gd name="T26" fmla="*/ 235 w 353"/>
                <a:gd name="T27" fmla="*/ 6 h 562"/>
                <a:gd name="T28" fmla="*/ 208 w 353"/>
                <a:gd name="T29" fmla="*/ 0 h 562"/>
                <a:gd name="T30" fmla="*/ 215 w 353"/>
                <a:gd name="T31" fmla="*/ 45 h 562"/>
                <a:gd name="T32" fmla="*/ 177 w 353"/>
                <a:gd name="T33" fmla="*/ 93 h 562"/>
                <a:gd name="T34" fmla="*/ 139 w 353"/>
                <a:gd name="T35" fmla="*/ 45 h 562"/>
                <a:gd name="T36" fmla="*/ 144 w 353"/>
                <a:gd name="T37" fmla="*/ 6 h 562"/>
                <a:gd name="T38" fmla="*/ 77 w 353"/>
                <a:gd name="T39" fmla="*/ 10 h 562"/>
                <a:gd name="T40" fmla="*/ 72 w 353"/>
                <a:gd name="T41" fmla="*/ 10 h 562"/>
                <a:gd name="T42" fmla="*/ 70 w 353"/>
                <a:gd name="T43" fmla="*/ 10 h 562"/>
                <a:gd name="T44" fmla="*/ 65 w 353"/>
                <a:gd name="T45" fmla="*/ 10 h 562"/>
                <a:gd name="T46" fmla="*/ 79 w 353"/>
                <a:gd name="T47" fmla="*/ 69 h 562"/>
                <a:gd name="T48" fmla="*/ 78 w 353"/>
                <a:gd name="T49" fmla="*/ 75 h 562"/>
                <a:gd name="T50" fmla="*/ 5 w 353"/>
                <a:gd name="T51" fmla="*/ 499 h 562"/>
                <a:gd name="T52" fmla="*/ 49 w 353"/>
                <a:gd name="T53" fmla="*/ 561 h 562"/>
                <a:gd name="T54" fmla="*/ 58 w 353"/>
                <a:gd name="T55" fmla="*/ 562 h 562"/>
                <a:gd name="T56" fmla="*/ 112 w 353"/>
                <a:gd name="T57" fmla="*/ 517 h 562"/>
                <a:gd name="T58" fmla="*/ 174 w 353"/>
                <a:gd name="T59" fmla="*/ 153 h 562"/>
                <a:gd name="T60" fmla="*/ 179 w 353"/>
                <a:gd name="T61" fmla="*/ 153 h 562"/>
                <a:gd name="T62" fmla="*/ 241 w 353"/>
                <a:gd name="T63" fmla="*/ 517 h 562"/>
                <a:gd name="T64" fmla="*/ 295 w 353"/>
                <a:gd name="T65" fmla="*/ 562 h 562"/>
                <a:gd name="T66" fmla="*/ 304 w 353"/>
                <a:gd name="T67" fmla="*/ 561 h 562"/>
                <a:gd name="T68" fmla="*/ 348 w 353"/>
                <a:gd name="T69" fmla="*/ 499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53" h="562">
                  <a:moveTo>
                    <a:pt x="348" y="499"/>
                  </a:moveTo>
                  <a:cubicBezTo>
                    <a:pt x="276" y="75"/>
                    <a:pt x="276" y="75"/>
                    <a:pt x="276" y="75"/>
                  </a:cubicBezTo>
                  <a:cubicBezTo>
                    <a:pt x="275" y="73"/>
                    <a:pt x="275" y="71"/>
                    <a:pt x="274" y="69"/>
                  </a:cubicBezTo>
                  <a:cubicBezTo>
                    <a:pt x="287" y="14"/>
                    <a:pt x="287" y="14"/>
                    <a:pt x="287" y="14"/>
                  </a:cubicBezTo>
                  <a:cubicBezTo>
                    <a:pt x="287" y="14"/>
                    <a:pt x="286" y="14"/>
                    <a:pt x="285" y="14"/>
                  </a:cubicBezTo>
                  <a:cubicBezTo>
                    <a:pt x="283" y="13"/>
                    <a:pt x="280" y="13"/>
                    <a:pt x="278" y="13"/>
                  </a:cubicBezTo>
                  <a:cubicBezTo>
                    <a:pt x="275" y="13"/>
                    <a:pt x="272" y="12"/>
                    <a:pt x="269" y="12"/>
                  </a:cubicBezTo>
                  <a:cubicBezTo>
                    <a:pt x="269" y="12"/>
                    <a:pt x="268" y="12"/>
                    <a:pt x="267" y="12"/>
                  </a:cubicBezTo>
                  <a:cubicBezTo>
                    <a:pt x="264" y="11"/>
                    <a:pt x="262" y="11"/>
                    <a:pt x="259" y="10"/>
                  </a:cubicBezTo>
                  <a:cubicBezTo>
                    <a:pt x="258" y="10"/>
                    <a:pt x="257" y="10"/>
                    <a:pt x="257" y="10"/>
                  </a:cubicBezTo>
                  <a:cubicBezTo>
                    <a:pt x="254" y="9"/>
                    <a:pt x="251" y="9"/>
                    <a:pt x="248" y="8"/>
                  </a:cubicBezTo>
                  <a:cubicBezTo>
                    <a:pt x="247" y="8"/>
                    <a:pt x="246" y="8"/>
                    <a:pt x="246" y="8"/>
                  </a:cubicBezTo>
                  <a:cubicBezTo>
                    <a:pt x="242" y="7"/>
                    <a:pt x="239" y="7"/>
                    <a:pt x="235" y="6"/>
                  </a:cubicBezTo>
                  <a:cubicBezTo>
                    <a:pt x="235" y="6"/>
                    <a:pt x="235" y="6"/>
                    <a:pt x="235" y="6"/>
                  </a:cubicBezTo>
                  <a:cubicBezTo>
                    <a:pt x="226" y="4"/>
                    <a:pt x="218" y="2"/>
                    <a:pt x="208" y="0"/>
                  </a:cubicBezTo>
                  <a:cubicBezTo>
                    <a:pt x="215" y="45"/>
                    <a:pt x="215" y="45"/>
                    <a:pt x="215" y="45"/>
                  </a:cubicBezTo>
                  <a:cubicBezTo>
                    <a:pt x="177" y="93"/>
                    <a:pt x="177" y="93"/>
                    <a:pt x="177" y="93"/>
                  </a:cubicBezTo>
                  <a:cubicBezTo>
                    <a:pt x="139" y="45"/>
                    <a:pt x="139" y="45"/>
                    <a:pt x="139" y="45"/>
                  </a:cubicBezTo>
                  <a:cubicBezTo>
                    <a:pt x="144" y="6"/>
                    <a:pt x="144" y="6"/>
                    <a:pt x="144" y="6"/>
                  </a:cubicBezTo>
                  <a:cubicBezTo>
                    <a:pt x="119" y="9"/>
                    <a:pt x="96" y="10"/>
                    <a:pt x="77" y="10"/>
                  </a:cubicBezTo>
                  <a:cubicBezTo>
                    <a:pt x="75" y="10"/>
                    <a:pt x="74" y="10"/>
                    <a:pt x="72" y="10"/>
                  </a:cubicBezTo>
                  <a:cubicBezTo>
                    <a:pt x="72" y="10"/>
                    <a:pt x="71" y="10"/>
                    <a:pt x="70" y="10"/>
                  </a:cubicBezTo>
                  <a:cubicBezTo>
                    <a:pt x="69" y="10"/>
                    <a:pt x="67" y="10"/>
                    <a:pt x="65" y="10"/>
                  </a:cubicBezTo>
                  <a:cubicBezTo>
                    <a:pt x="79" y="69"/>
                    <a:pt x="79" y="69"/>
                    <a:pt x="79" y="69"/>
                  </a:cubicBezTo>
                  <a:cubicBezTo>
                    <a:pt x="78" y="71"/>
                    <a:pt x="78" y="73"/>
                    <a:pt x="78" y="75"/>
                  </a:cubicBezTo>
                  <a:cubicBezTo>
                    <a:pt x="5" y="499"/>
                    <a:pt x="5" y="499"/>
                    <a:pt x="5" y="499"/>
                  </a:cubicBezTo>
                  <a:cubicBezTo>
                    <a:pt x="0" y="528"/>
                    <a:pt x="20" y="556"/>
                    <a:pt x="49" y="561"/>
                  </a:cubicBezTo>
                  <a:cubicBezTo>
                    <a:pt x="52" y="561"/>
                    <a:pt x="55" y="562"/>
                    <a:pt x="58" y="562"/>
                  </a:cubicBezTo>
                  <a:cubicBezTo>
                    <a:pt x="84" y="562"/>
                    <a:pt x="107" y="543"/>
                    <a:pt x="112" y="517"/>
                  </a:cubicBezTo>
                  <a:cubicBezTo>
                    <a:pt x="174" y="153"/>
                    <a:pt x="174" y="153"/>
                    <a:pt x="174" y="153"/>
                  </a:cubicBezTo>
                  <a:cubicBezTo>
                    <a:pt x="179" y="153"/>
                    <a:pt x="179" y="153"/>
                    <a:pt x="179" y="153"/>
                  </a:cubicBezTo>
                  <a:cubicBezTo>
                    <a:pt x="241" y="517"/>
                    <a:pt x="241" y="517"/>
                    <a:pt x="241" y="517"/>
                  </a:cubicBezTo>
                  <a:cubicBezTo>
                    <a:pt x="246" y="543"/>
                    <a:pt x="269" y="562"/>
                    <a:pt x="295" y="562"/>
                  </a:cubicBezTo>
                  <a:cubicBezTo>
                    <a:pt x="298" y="562"/>
                    <a:pt x="301" y="561"/>
                    <a:pt x="304" y="561"/>
                  </a:cubicBezTo>
                  <a:cubicBezTo>
                    <a:pt x="333" y="556"/>
                    <a:pt x="353" y="528"/>
                    <a:pt x="348" y="4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35"/>
            <p:cNvSpPr>
              <a:spLocks/>
            </p:cNvSpPr>
            <p:nvPr/>
          </p:nvSpPr>
          <p:spPr bwMode="auto">
            <a:xfrm>
              <a:off x="696913" y="4751388"/>
              <a:ext cx="307975" cy="309563"/>
            </a:xfrm>
            <a:custGeom>
              <a:avLst/>
              <a:gdLst>
                <a:gd name="T0" fmla="*/ 11 w 197"/>
                <a:gd name="T1" fmla="*/ 78 h 198"/>
                <a:gd name="T2" fmla="*/ 78 w 197"/>
                <a:gd name="T3" fmla="*/ 187 h 198"/>
                <a:gd name="T4" fmla="*/ 186 w 197"/>
                <a:gd name="T5" fmla="*/ 119 h 198"/>
                <a:gd name="T6" fmla="*/ 119 w 197"/>
                <a:gd name="T7" fmla="*/ 11 h 198"/>
                <a:gd name="T8" fmla="*/ 11 w 197"/>
                <a:gd name="T9" fmla="*/ 78 h 198"/>
              </a:gdLst>
              <a:ahLst/>
              <a:cxnLst>
                <a:cxn ang="0">
                  <a:pos x="T0" y="T1"/>
                </a:cxn>
                <a:cxn ang="0">
                  <a:pos x="T2" y="T3"/>
                </a:cxn>
                <a:cxn ang="0">
                  <a:pos x="T4" y="T5"/>
                </a:cxn>
                <a:cxn ang="0">
                  <a:pos x="T6" y="T7"/>
                </a:cxn>
                <a:cxn ang="0">
                  <a:pos x="T8" y="T9"/>
                </a:cxn>
              </a:cxnLst>
              <a:rect l="0" t="0" r="r" b="b"/>
              <a:pathLst>
                <a:path w="197" h="198">
                  <a:moveTo>
                    <a:pt x="11" y="78"/>
                  </a:moveTo>
                  <a:cubicBezTo>
                    <a:pt x="0" y="127"/>
                    <a:pt x="30" y="175"/>
                    <a:pt x="78" y="187"/>
                  </a:cubicBezTo>
                  <a:cubicBezTo>
                    <a:pt x="127" y="198"/>
                    <a:pt x="175" y="168"/>
                    <a:pt x="186" y="119"/>
                  </a:cubicBezTo>
                  <a:cubicBezTo>
                    <a:pt x="197" y="71"/>
                    <a:pt x="167" y="23"/>
                    <a:pt x="119" y="11"/>
                  </a:cubicBezTo>
                  <a:cubicBezTo>
                    <a:pt x="71" y="0"/>
                    <a:pt x="22" y="30"/>
                    <a:pt x="11"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36"/>
            <p:cNvSpPr>
              <a:spLocks/>
            </p:cNvSpPr>
            <p:nvPr/>
          </p:nvSpPr>
          <p:spPr bwMode="auto">
            <a:xfrm>
              <a:off x="706438" y="5208588"/>
              <a:ext cx="166688" cy="47625"/>
            </a:xfrm>
            <a:custGeom>
              <a:avLst/>
              <a:gdLst>
                <a:gd name="T0" fmla="*/ 104 w 106"/>
                <a:gd name="T1" fmla="*/ 20 h 31"/>
                <a:gd name="T2" fmla="*/ 104 w 106"/>
                <a:gd name="T3" fmla="*/ 20 h 31"/>
                <a:gd name="T4" fmla="*/ 82 w 106"/>
                <a:gd name="T5" fmla="*/ 13 h 31"/>
                <a:gd name="T6" fmla="*/ 82 w 106"/>
                <a:gd name="T7" fmla="*/ 13 h 31"/>
                <a:gd name="T8" fmla="*/ 73 w 106"/>
                <a:gd name="T9" fmla="*/ 11 h 31"/>
                <a:gd name="T10" fmla="*/ 65 w 106"/>
                <a:gd name="T11" fmla="*/ 8 h 31"/>
                <a:gd name="T12" fmla="*/ 62 w 106"/>
                <a:gd name="T13" fmla="*/ 7 h 31"/>
                <a:gd name="T14" fmla="*/ 47 w 106"/>
                <a:gd name="T15" fmla="*/ 2 h 31"/>
                <a:gd name="T16" fmla="*/ 47 w 106"/>
                <a:gd name="T17" fmla="*/ 2 h 31"/>
                <a:gd name="T18" fmla="*/ 44 w 106"/>
                <a:gd name="T19" fmla="*/ 1 h 31"/>
                <a:gd name="T20" fmla="*/ 43 w 106"/>
                <a:gd name="T21" fmla="*/ 1 h 31"/>
                <a:gd name="T22" fmla="*/ 41 w 106"/>
                <a:gd name="T23" fmla="*/ 1 h 31"/>
                <a:gd name="T24" fmla="*/ 40 w 106"/>
                <a:gd name="T25" fmla="*/ 0 h 31"/>
                <a:gd name="T26" fmla="*/ 37 w 106"/>
                <a:gd name="T27" fmla="*/ 0 h 31"/>
                <a:gd name="T28" fmla="*/ 36 w 106"/>
                <a:gd name="T29" fmla="*/ 0 h 31"/>
                <a:gd name="T30" fmla="*/ 33 w 106"/>
                <a:gd name="T31" fmla="*/ 0 h 31"/>
                <a:gd name="T32" fmla="*/ 33 w 106"/>
                <a:gd name="T33" fmla="*/ 0 h 31"/>
                <a:gd name="T34" fmla="*/ 30 w 106"/>
                <a:gd name="T35" fmla="*/ 1 h 31"/>
                <a:gd name="T36" fmla="*/ 29 w 106"/>
                <a:gd name="T37" fmla="*/ 1 h 31"/>
                <a:gd name="T38" fmla="*/ 26 w 106"/>
                <a:gd name="T39" fmla="*/ 1 h 31"/>
                <a:gd name="T40" fmla="*/ 26 w 106"/>
                <a:gd name="T41" fmla="*/ 2 h 31"/>
                <a:gd name="T42" fmla="*/ 23 w 106"/>
                <a:gd name="T43" fmla="*/ 3 h 31"/>
                <a:gd name="T44" fmla="*/ 23 w 106"/>
                <a:gd name="T45" fmla="*/ 3 h 31"/>
                <a:gd name="T46" fmla="*/ 14 w 106"/>
                <a:gd name="T47" fmla="*/ 8 h 31"/>
                <a:gd name="T48" fmla="*/ 14 w 106"/>
                <a:gd name="T49" fmla="*/ 8 h 31"/>
                <a:gd name="T50" fmla="*/ 12 w 106"/>
                <a:gd name="T51" fmla="*/ 10 h 31"/>
                <a:gd name="T52" fmla="*/ 11 w 106"/>
                <a:gd name="T53" fmla="*/ 10 h 31"/>
                <a:gd name="T54" fmla="*/ 9 w 106"/>
                <a:gd name="T55" fmla="*/ 12 h 31"/>
                <a:gd name="T56" fmla="*/ 9 w 106"/>
                <a:gd name="T57" fmla="*/ 12 h 31"/>
                <a:gd name="T58" fmla="*/ 7 w 106"/>
                <a:gd name="T59" fmla="*/ 15 h 31"/>
                <a:gd name="T60" fmla="*/ 6 w 106"/>
                <a:gd name="T61" fmla="*/ 16 h 31"/>
                <a:gd name="T62" fmla="*/ 5 w 106"/>
                <a:gd name="T63" fmla="*/ 18 h 31"/>
                <a:gd name="T64" fmla="*/ 4 w 106"/>
                <a:gd name="T65" fmla="*/ 19 h 31"/>
                <a:gd name="T66" fmla="*/ 3 w 106"/>
                <a:gd name="T67" fmla="*/ 21 h 31"/>
                <a:gd name="T68" fmla="*/ 3 w 106"/>
                <a:gd name="T69" fmla="*/ 22 h 31"/>
                <a:gd name="T70" fmla="*/ 2 w 106"/>
                <a:gd name="T71" fmla="*/ 25 h 31"/>
                <a:gd name="T72" fmla="*/ 0 w 106"/>
                <a:gd name="T73" fmla="*/ 31 h 31"/>
                <a:gd name="T74" fmla="*/ 87 w 106"/>
                <a:gd name="T75" fmla="*/ 23 h 31"/>
                <a:gd name="T76" fmla="*/ 106 w 106"/>
                <a:gd name="T77" fmla="*/ 21 h 31"/>
                <a:gd name="T78" fmla="*/ 104 w 106"/>
                <a:gd name="T79" fmla="*/ 2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6" h="31">
                  <a:moveTo>
                    <a:pt x="104" y="20"/>
                  </a:moveTo>
                  <a:cubicBezTo>
                    <a:pt x="104" y="20"/>
                    <a:pt x="104" y="20"/>
                    <a:pt x="104" y="20"/>
                  </a:cubicBezTo>
                  <a:cubicBezTo>
                    <a:pt x="97" y="18"/>
                    <a:pt x="90" y="16"/>
                    <a:pt x="82" y="13"/>
                  </a:cubicBezTo>
                  <a:cubicBezTo>
                    <a:pt x="82" y="13"/>
                    <a:pt x="82" y="13"/>
                    <a:pt x="82" y="13"/>
                  </a:cubicBezTo>
                  <a:cubicBezTo>
                    <a:pt x="73" y="11"/>
                    <a:pt x="73" y="11"/>
                    <a:pt x="73" y="11"/>
                  </a:cubicBezTo>
                  <a:cubicBezTo>
                    <a:pt x="70" y="10"/>
                    <a:pt x="68" y="9"/>
                    <a:pt x="65" y="8"/>
                  </a:cubicBezTo>
                  <a:cubicBezTo>
                    <a:pt x="64" y="8"/>
                    <a:pt x="63" y="7"/>
                    <a:pt x="62" y="7"/>
                  </a:cubicBezTo>
                  <a:cubicBezTo>
                    <a:pt x="57" y="5"/>
                    <a:pt x="52" y="4"/>
                    <a:pt x="47" y="2"/>
                  </a:cubicBezTo>
                  <a:cubicBezTo>
                    <a:pt x="47" y="2"/>
                    <a:pt x="47" y="2"/>
                    <a:pt x="47" y="2"/>
                  </a:cubicBezTo>
                  <a:cubicBezTo>
                    <a:pt x="46" y="2"/>
                    <a:pt x="45" y="1"/>
                    <a:pt x="44" y="1"/>
                  </a:cubicBezTo>
                  <a:cubicBezTo>
                    <a:pt x="44" y="1"/>
                    <a:pt x="43" y="1"/>
                    <a:pt x="43" y="1"/>
                  </a:cubicBezTo>
                  <a:cubicBezTo>
                    <a:pt x="42" y="1"/>
                    <a:pt x="41" y="1"/>
                    <a:pt x="41" y="1"/>
                  </a:cubicBezTo>
                  <a:cubicBezTo>
                    <a:pt x="40" y="1"/>
                    <a:pt x="40" y="1"/>
                    <a:pt x="40" y="0"/>
                  </a:cubicBezTo>
                  <a:cubicBezTo>
                    <a:pt x="39" y="0"/>
                    <a:pt x="38" y="0"/>
                    <a:pt x="37" y="0"/>
                  </a:cubicBezTo>
                  <a:cubicBezTo>
                    <a:pt x="37" y="0"/>
                    <a:pt x="37" y="0"/>
                    <a:pt x="36" y="0"/>
                  </a:cubicBezTo>
                  <a:cubicBezTo>
                    <a:pt x="35" y="0"/>
                    <a:pt x="34" y="0"/>
                    <a:pt x="33" y="0"/>
                  </a:cubicBezTo>
                  <a:cubicBezTo>
                    <a:pt x="33" y="0"/>
                    <a:pt x="33" y="0"/>
                    <a:pt x="33" y="0"/>
                  </a:cubicBezTo>
                  <a:cubicBezTo>
                    <a:pt x="32" y="0"/>
                    <a:pt x="31" y="1"/>
                    <a:pt x="30" y="1"/>
                  </a:cubicBezTo>
                  <a:cubicBezTo>
                    <a:pt x="30" y="1"/>
                    <a:pt x="30" y="1"/>
                    <a:pt x="29" y="1"/>
                  </a:cubicBezTo>
                  <a:cubicBezTo>
                    <a:pt x="28" y="1"/>
                    <a:pt x="27" y="1"/>
                    <a:pt x="26" y="1"/>
                  </a:cubicBezTo>
                  <a:cubicBezTo>
                    <a:pt x="26" y="2"/>
                    <a:pt x="26" y="2"/>
                    <a:pt x="26" y="2"/>
                  </a:cubicBezTo>
                  <a:cubicBezTo>
                    <a:pt x="25" y="2"/>
                    <a:pt x="24" y="2"/>
                    <a:pt x="23" y="3"/>
                  </a:cubicBezTo>
                  <a:cubicBezTo>
                    <a:pt x="23" y="3"/>
                    <a:pt x="23" y="3"/>
                    <a:pt x="23" y="3"/>
                  </a:cubicBezTo>
                  <a:cubicBezTo>
                    <a:pt x="20" y="4"/>
                    <a:pt x="17" y="5"/>
                    <a:pt x="14" y="8"/>
                  </a:cubicBezTo>
                  <a:cubicBezTo>
                    <a:pt x="14" y="8"/>
                    <a:pt x="14" y="8"/>
                    <a:pt x="14" y="8"/>
                  </a:cubicBezTo>
                  <a:cubicBezTo>
                    <a:pt x="13" y="8"/>
                    <a:pt x="12" y="9"/>
                    <a:pt x="12" y="10"/>
                  </a:cubicBezTo>
                  <a:cubicBezTo>
                    <a:pt x="11" y="10"/>
                    <a:pt x="11" y="10"/>
                    <a:pt x="11" y="10"/>
                  </a:cubicBezTo>
                  <a:cubicBezTo>
                    <a:pt x="10" y="11"/>
                    <a:pt x="10" y="11"/>
                    <a:pt x="9" y="12"/>
                  </a:cubicBezTo>
                  <a:cubicBezTo>
                    <a:pt x="9" y="12"/>
                    <a:pt x="9" y="12"/>
                    <a:pt x="9" y="12"/>
                  </a:cubicBezTo>
                  <a:cubicBezTo>
                    <a:pt x="8" y="13"/>
                    <a:pt x="7" y="14"/>
                    <a:pt x="7" y="15"/>
                  </a:cubicBezTo>
                  <a:cubicBezTo>
                    <a:pt x="7" y="15"/>
                    <a:pt x="6" y="15"/>
                    <a:pt x="6" y="16"/>
                  </a:cubicBezTo>
                  <a:cubicBezTo>
                    <a:pt x="6" y="16"/>
                    <a:pt x="5" y="17"/>
                    <a:pt x="5" y="18"/>
                  </a:cubicBezTo>
                  <a:cubicBezTo>
                    <a:pt x="5" y="18"/>
                    <a:pt x="5" y="18"/>
                    <a:pt x="4" y="19"/>
                  </a:cubicBezTo>
                  <a:cubicBezTo>
                    <a:pt x="4" y="19"/>
                    <a:pt x="4" y="20"/>
                    <a:pt x="3" y="21"/>
                  </a:cubicBezTo>
                  <a:cubicBezTo>
                    <a:pt x="3" y="21"/>
                    <a:pt x="3" y="21"/>
                    <a:pt x="3" y="22"/>
                  </a:cubicBezTo>
                  <a:cubicBezTo>
                    <a:pt x="2" y="23"/>
                    <a:pt x="2" y="24"/>
                    <a:pt x="2" y="25"/>
                  </a:cubicBezTo>
                  <a:cubicBezTo>
                    <a:pt x="1" y="27"/>
                    <a:pt x="0" y="29"/>
                    <a:pt x="0" y="31"/>
                  </a:cubicBezTo>
                  <a:cubicBezTo>
                    <a:pt x="24" y="31"/>
                    <a:pt x="53" y="28"/>
                    <a:pt x="87" y="23"/>
                  </a:cubicBezTo>
                  <a:cubicBezTo>
                    <a:pt x="93" y="23"/>
                    <a:pt x="99" y="22"/>
                    <a:pt x="106" y="21"/>
                  </a:cubicBezTo>
                  <a:lnTo>
                    <a:pt x="104"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37"/>
            <p:cNvSpPr>
              <a:spLocks noEditPoints="1"/>
            </p:cNvSpPr>
            <p:nvPr/>
          </p:nvSpPr>
          <p:spPr bwMode="auto">
            <a:xfrm>
              <a:off x="503238" y="5073651"/>
              <a:ext cx="684213" cy="315913"/>
            </a:xfrm>
            <a:custGeom>
              <a:avLst/>
              <a:gdLst>
                <a:gd name="T0" fmla="*/ 66 w 437"/>
                <a:gd name="T1" fmla="*/ 192 h 202"/>
                <a:gd name="T2" fmla="*/ 281 w 437"/>
                <a:gd name="T3" fmla="*/ 180 h 202"/>
                <a:gd name="T4" fmla="*/ 269 w 437"/>
                <a:gd name="T5" fmla="*/ 109 h 202"/>
                <a:gd name="T6" fmla="*/ 81 w 437"/>
                <a:gd name="T7" fmla="*/ 122 h 202"/>
                <a:gd name="T8" fmla="*/ 75 w 437"/>
                <a:gd name="T9" fmla="*/ 120 h 202"/>
                <a:gd name="T10" fmla="*/ 82 w 437"/>
                <a:gd name="T11" fmla="*/ 110 h 202"/>
                <a:gd name="T12" fmla="*/ 90 w 437"/>
                <a:gd name="T13" fmla="*/ 115 h 202"/>
                <a:gd name="T14" fmla="*/ 124 w 437"/>
                <a:gd name="T15" fmla="*/ 108 h 202"/>
                <a:gd name="T16" fmla="*/ 180 w 437"/>
                <a:gd name="T17" fmla="*/ 81 h 202"/>
                <a:gd name="T18" fmla="*/ 206 w 437"/>
                <a:gd name="T19" fmla="*/ 79 h 202"/>
                <a:gd name="T20" fmla="*/ 223 w 437"/>
                <a:gd name="T21" fmla="*/ 82 h 202"/>
                <a:gd name="T22" fmla="*/ 239 w 437"/>
                <a:gd name="T23" fmla="*/ 79 h 202"/>
                <a:gd name="T24" fmla="*/ 255 w 437"/>
                <a:gd name="T25" fmla="*/ 104 h 202"/>
                <a:gd name="T26" fmla="*/ 275 w 437"/>
                <a:gd name="T27" fmla="*/ 101 h 202"/>
                <a:gd name="T28" fmla="*/ 353 w 437"/>
                <a:gd name="T29" fmla="*/ 122 h 202"/>
                <a:gd name="T30" fmla="*/ 354 w 437"/>
                <a:gd name="T31" fmla="*/ 122 h 202"/>
                <a:gd name="T32" fmla="*/ 358 w 437"/>
                <a:gd name="T33" fmla="*/ 122 h 202"/>
                <a:gd name="T34" fmla="*/ 362 w 437"/>
                <a:gd name="T35" fmla="*/ 130 h 202"/>
                <a:gd name="T36" fmla="*/ 315 w 437"/>
                <a:gd name="T37" fmla="*/ 126 h 202"/>
                <a:gd name="T38" fmla="*/ 311 w 437"/>
                <a:gd name="T39" fmla="*/ 170 h 202"/>
                <a:gd name="T40" fmla="*/ 270 w 437"/>
                <a:gd name="T41" fmla="*/ 190 h 202"/>
                <a:gd name="T42" fmla="*/ 398 w 437"/>
                <a:gd name="T43" fmla="*/ 194 h 202"/>
                <a:gd name="T44" fmla="*/ 427 w 437"/>
                <a:gd name="T45" fmla="*/ 171 h 202"/>
                <a:gd name="T46" fmla="*/ 437 w 437"/>
                <a:gd name="T47" fmla="*/ 138 h 202"/>
                <a:gd name="T48" fmla="*/ 383 w 437"/>
                <a:gd name="T49" fmla="*/ 35 h 202"/>
                <a:gd name="T50" fmla="*/ 334 w 437"/>
                <a:gd name="T51" fmla="*/ 1 h 202"/>
                <a:gd name="T52" fmla="*/ 117 w 437"/>
                <a:gd name="T53" fmla="*/ 1 h 202"/>
                <a:gd name="T54" fmla="*/ 85 w 437"/>
                <a:gd name="T55" fmla="*/ 8 h 202"/>
                <a:gd name="T56" fmla="*/ 46 w 437"/>
                <a:gd name="T57" fmla="*/ 42 h 202"/>
                <a:gd name="T58" fmla="*/ 1 w 437"/>
                <a:gd name="T59" fmla="*/ 126 h 202"/>
                <a:gd name="T60" fmla="*/ 38 w 437"/>
                <a:gd name="T61" fmla="*/ 182 h 202"/>
                <a:gd name="T62" fmla="*/ 66 w 437"/>
                <a:gd name="T63" fmla="*/ 192 h 202"/>
                <a:gd name="T64" fmla="*/ 223 w 437"/>
                <a:gd name="T65" fmla="*/ 30 h 202"/>
                <a:gd name="T66" fmla="*/ 245 w 437"/>
                <a:gd name="T67" fmla="*/ 60 h 202"/>
                <a:gd name="T68" fmla="*/ 223 w 437"/>
                <a:gd name="T69" fmla="*/ 70 h 202"/>
                <a:gd name="T70" fmla="*/ 200 w 437"/>
                <a:gd name="T71" fmla="*/ 6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37" h="202">
                  <a:moveTo>
                    <a:pt x="66" y="192"/>
                  </a:moveTo>
                  <a:cubicBezTo>
                    <a:pt x="66" y="192"/>
                    <a:pt x="66" y="192"/>
                    <a:pt x="66" y="192"/>
                  </a:cubicBezTo>
                  <a:cubicBezTo>
                    <a:pt x="82" y="196"/>
                    <a:pt x="100" y="197"/>
                    <a:pt x="122" y="197"/>
                  </a:cubicBezTo>
                  <a:cubicBezTo>
                    <a:pt x="162" y="197"/>
                    <a:pt x="213" y="192"/>
                    <a:pt x="281" y="180"/>
                  </a:cubicBezTo>
                  <a:cubicBezTo>
                    <a:pt x="301" y="177"/>
                    <a:pt x="314" y="158"/>
                    <a:pt x="311" y="139"/>
                  </a:cubicBezTo>
                  <a:cubicBezTo>
                    <a:pt x="307" y="119"/>
                    <a:pt x="289" y="106"/>
                    <a:pt x="269" y="109"/>
                  </a:cubicBezTo>
                  <a:cubicBezTo>
                    <a:pt x="203" y="121"/>
                    <a:pt x="155" y="125"/>
                    <a:pt x="122" y="125"/>
                  </a:cubicBezTo>
                  <a:cubicBezTo>
                    <a:pt x="104" y="125"/>
                    <a:pt x="90" y="124"/>
                    <a:pt x="81" y="122"/>
                  </a:cubicBezTo>
                  <a:cubicBezTo>
                    <a:pt x="81" y="122"/>
                    <a:pt x="81" y="122"/>
                    <a:pt x="81" y="122"/>
                  </a:cubicBezTo>
                  <a:cubicBezTo>
                    <a:pt x="79" y="121"/>
                    <a:pt x="77" y="121"/>
                    <a:pt x="75" y="120"/>
                  </a:cubicBezTo>
                  <a:cubicBezTo>
                    <a:pt x="76" y="118"/>
                    <a:pt x="78" y="116"/>
                    <a:pt x="80" y="113"/>
                  </a:cubicBezTo>
                  <a:cubicBezTo>
                    <a:pt x="80" y="112"/>
                    <a:pt x="81" y="111"/>
                    <a:pt x="82" y="110"/>
                  </a:cubicBezTo>
                  <a:cubicBezTo>
                    <a:pt x="84" y="108"/>
                    <a:pt x="85" y="106"/>
                    <a:pt x="87" y="104"/>
                  </a:cubicBezTo>
                  <a:cubicBezTo>
                    <a:pt x="90" y="115"/>
                    <a:pt x="90" y="115"/>
                    <a:pt x="90" y="115"/>
                  </a:cubicBezTo>
                  <a:cubicBezTo>
                    <a:pt x="99" y="117"/>
                    <a:pt x="110" y="117"/>
                    <a:pt x="122" y="117"/>
                  </a:cubicBezTo>
                  <a:cubicBezTo>
                    <a:pt x="122" y="114"/>
                    <a:pt x="123" y="111"/>
                    <a:pt x="124" y="108"/>
                  </a:cubicBezTo>
                  <a:cubicBezTo>
                    <a:pt x="130" y="90"/>
                    <a:pt x="147" y="78"/>
                    <a:pt x="166" y="78"/>
                  </a:cubicBezTo>
                  <a:cubicBezTo>
                    <a:pt x="171" y="78"/>
                    <a:pt x="175" y="79"/>
                    <a:pt x="180" y="81"/>
                  </a:cubicBezTo>
                  <a:cubicBezTo>
                    <a:pt x="189" y="84"/>
                    <a:pt x="197" y="86"/>
                    <a:pt x="205" y="89"/>
                  </a:cubicBezTo>
                  <a:cubicBezTo>
                    <a:pt x="206" y="79"/>
                    <a:pt x="206" y="79"/>
                    <a:pt x="206" y="79"/>
                  </a:cubicBezTo>
                  <a:cubicBezTo>
                    <a:pt x="212" y="81"/>
                    <a:pt x="217" y="82"/>
                    <a:pt x="223" y="82"/>
                  </a:cubicBezTo>
                  <a:cubicBezTo>
                    <a:pt x="223" y="82"/>
                    <a:pt x="223" y="82"/>
                    <a:pt x="223" y="82"/>
                  </a:cubicBezTo>
                  <a:cubicBezTo>
                    <a:pt x="223" y="82"/>
                    <a:pt x="223" y="82"/>
                    <a:pt x="223" y="82"/>
                  </a:cubicBezTo>
                  <a:cubicBezTo>
                    <a:pt x="228" y="82"/>
                    <a:pt x="233" y="81"/>
                    <a:pt x="239" y="79"/>
                  </a:cubicBezTo>
                  <a:cubicBezTo>
                    <a:pt x="242" y="100"/>
                    <a:pt x="242" y="100"/>
                    <a:pt x="242" y="100"/>
                  </a:cubicBezTo>
                  <a:cubicBezTo>
                    <a:pt x="246" y="101"/>
                    <a:pt x="250" y="103"/>
                    <a:pt x="255" y="104"/>
                  </a:cubicBezTo>
                  <a:cubicBezTo>
                    <a:pt x="259" y="103"/>
                    <a:pt x="263" y="102"/>
                    <a:pt x="268" y="102"/>
                  </a:cubicBezTo>
                  <a:cubicBezTo>
                    <a:pt x="270" y="101"/>
                    <a:pt x="273" y="101"/>
                    <a:pt x="275" y="101"/>
                  </a:cubicBezTo>
                  <a:cubicBezTo>
                    <a:pt x="289" y="101"/>
                    <a:pt x="301" y="107"/>
                    <a:pt x="309" y="117"/>
                  </a:cubicBezTo>
                  <a:cubicBezTo>
                    <a:pt x="332" y="121"/>
                    <a:pt x="346" y="122"/>
                    <a:pt x="353" y="122"/>
                  </a:cubicBezTo>
                  <a:cubicBezTo>
                    <a:pt x="354" y="122"/>
                    <a:pt x="354" y="122"/>
                    <a:pt x="354" y="122"/>
                  </a:cubicBezTo>
                  <a:cubicBezTo>
                    <a:pt x="354" y="122"/>
                    <a:pt x="354" y="122"/>
                    <a:pt x="354" y="122"/>
                  </a:cubicBezTo>
                  <a:cubicBezTo>
                    <a:pt x="355" y="117"/>
                    <a:pt x="355" y="117"/>
                    <a:pt x="355" y="117"/>
                  </a:cubicBezTo>
                  <a:cubicBezTo>
                    <a:pt x="356" y="118"/>
                    <a:pt x="357" y="120"/>
                    <a:pt x="358" y="122"/>
                  </a:cubicBezTo>
                  <a:cubicBezTo>
                    <a:pt x="359" y="123"/>
                    <a:pt x="359" y="124"/>
                    <a:pt x="360" y="125"/>
                  </a:cubicBezTo>
                  <a:cubicBezTo>
                    <a:pt x="361" y="127"/>
                    <a:pt x="361" y="128"/>
                    <a:pt x="362" y="130"/>
                  </a:cubicBezTo>
                  <a:cubicBezTo>
                    <a:pt x="360" y="130"/>
                    <a:pt x="357" y="130"/>
                    <a:pt x="354" y="130"/>
                  </a:cubicBezTo>
                  <a:cubicBezTo>
                    <a:pt x="344" y="130"/>
                    <a:pt x="331" y="129"/>
                    <a:pt x="315" y="126"/>
                  </a:cubicBezTo>
                  <a:cubicBezTo>
                    <a:pt x="316" y="129"/>
                    <a:pt x="318" y="133"/>
                    <a:pt x="318" y="137"/>
                  </a:cubicBezTo>
                  <a:cubicBezTo>
                    <a:pt x="320" y="149"/>
                    <a:pt x="318" y="161"/>
                    <a:pt x="311" y="170"/>
                  </a:cubicBezTo>
                  <a:cubicBezTo>
                    <a:pt x="304" y="180"/>
                    <a:pt x="294" y="186"/>
                    <a:pt x="283" y="188"/>
                  </a:cubicBezTo>
                  <a:cubicBezTo>
                    <a:pt x="278" y="189"/>
                    <a:pt x="274" y="190"/>
                    <a:pt x="270" y="190"/>
                  </a:cubicBezTo>
                  <a:cubicBezTo>
                    <a:pt x="304" y="198"/>
                    <a:pt x="331" y="202"/>
                    <a:pt x="354" y="202"/>
                  </a:cubicBezTo>
                  <a:cubicBezTo>
                    <a:pt x="370" y="202"/>
                    <a:pt x="384" y="200"/>
                    <a:pt x="398" y="194"/>
                  </a:cubicBezTo>
                  <a:cubicBezTo>
                    <a:pt x="398" y="194"/>
                    <a:pt x="398" y="194"/>
                    <a:pt x="399" y="194"/>
                  </a:cubicBezTo>
                  <a:cubicBezTo>
                    <a:pt x="409" y="190"/>
                    <a:pt x="420" y="182"/>
                    <a:pt x="427" y="171"/>
                  </a:cubicBezTo>
                  <a:cubicBezTo>
                    <a:pt x="427" y="171"/>
                    <a:pt x="427" y="171"/>
                    <a:pt x="427" y="171"/>
                  </a:cubicBezTo>
                  <a:cubicBezTo>
                    <a:pt x="434" y="160"/>
                    <a:pt x="437" y="148"/>
                    <a:pt x="437" y="138"/>
                  </a:cubicBezTo>
                  <a:cubicBezTo>
                    <a:pt x="436" y="118"/>
                    <a:pt x="430" y="103"/>
                    <a:pt x="422" y="89"/>
                  </a:cubicBezTo>
                  <a:cubicBezTo>
                    <a:pt x="411" y="68"/>
                    <a:pt x="395" y="49"/>
                    <a:pt x="383" y="35"/>
                  </a:cubicBezTo>
                  <a:cubicBezTo>
                    <a:pt x="370" y="21"/>
                    <a:pt x="361" y="11"/>
                    <a:pt x="360" y="11"/>
                  </a:cubicBezTo>
                  <a:cubicBezTo>
                    <a:pt x="353" y="4"/>
                    <a:pt x="343" y="1"/>
                    <a:pt x="334" y="1"/>
                  </a:cubicBezTo>
                  <a:cubicBezTo>
                    <a:pt x="332" y="1"/>
                    <a:pt x="330" y="1"/>
                    <a:pt x="328" y="1"/>
                  </a:cubicBezTo>
                  <a:cubicBezTo>
                    <a:pt x="117" y="1"/>
                    <a:pt x="117" y="1"/>
                    <a:pt x="117" y="1"/>
                  </a:cubicBezTo>
                  <a:cubicBezTo>
                    <a:pt x="115" y="1"/>
                    <a:pt x="113" y="1"/>
                    <a:pt x="111" y="1"/>
                  </a:cubicBezTo>
                  <a:cubicBezTo>
                    <a:pt x="102" y="0"/>
                    <a:pt x="93" y="2"/>
                    <a:pt x="85" y="8"/>
                  </a:cubicBezTo>
                  <a:cubicBezTo>
                    <a:pt x="85" y="8"/>
                    <a:pt x="85" y="8"/>
                    <a:pt x="85" y="8"/>
                  </a:cubicBezTo>
                  <a:cubicBezTo>
                    <a:pt x="84" y="9"/>
                    <a:pt x="66" y="22"/>
                    <a:pt x="46" y="42"/>
                  </a:cubicBezTo>
                  <a:cubicBezTo>
                    <a:pt x="36" y="52"/>
                    <a:pt x="26" y="63"/>
                    <a:pt x="18" y="77"/>
                  </a:cubicBezTo>
                  <a:cubicBezTo>
                    <a:pt x="9" y="90"/>
                    <a:pt x="1" y="105"/>
                    <a:pt x="1" y="126"/>
                  </a:cubicBezTo>
                  <a:cubicBezTo>
                    <a:pt x="0" y="141"/>
                    <a:pt x="8" y="159"/>
                    <a:pt x="21" y="171"/>
                  </a:cubicBezTo>
                  <a:cubicBezTo>
                    <a:pt x="26" y="176"/>
                    <a:pt x="32" y="179"/>
                    <a:pt x="38" y="182"/>
                  </a:cubicBezTo>
                  <a:cubicBezTo>
                    <a:pt x="47" y="187"/>
                    <a:pt x="56" y="190"/>
                    <a:pt x="66" y="192"/>
                  </a:cubicBezTo>
                  <a:cubicBezTo>
                    <a:pt x="66" y="192"/>
                    <a:pt x="66" y="192"/>
                    <a:pt x="66" y="192"/>
                  </a:cubicBezTo>
                  <a:close/>
                  <a:moveTo>
                    <a:pt x="207" y="30"/>
                  </a:moveTo>
                  <a:cubicBezTo>
                    <a:pt x="223" y="30"/>
                    <a:pt x="223" y="30"/>
                    <a:pt x="223" y="30"/>
                  </a:cubicBezTo>
                  <a:cubicBezTo>
                    <a:pt x="238" y="30"/>
                    <a:pt x="238" y="30"/>
                    <a:pt x="238" y="30"/>
                  </a:cubicBezTo>
                  <a:cubicBezTo>
                    <a:pt x="245" y="60"/>
                    <a:pt x="245" y="60"/>
                    <a:pt x="245" y="60"/>
                  </a:cubicBezTo>
                  <a:cubicBezTo>
                    <a:pt x="244" y="62"/>
                    <a:pt x="244" y="62"/>
                    <a:pt x="244" y="62"/>
                  </a:cubicBezTo>
                  <a:cubicBezTo>
                    <a:pt x="238" y="67"/>
                    <a:pt x="230" y="70"/>
                    <a:pt x="223" y="70"/>
                  </a:cubicBezTo>
                  <a:cubicBezTo>
                    <a:pt x="215" y="70"/>
                    <a:pt x="207" y="67"/>
                    <a:pt x="201" y="62"/>
                  </a:cubicBezTo>
                  <a:cubicBezTo>
                    <a:pt x="200" y="60"/>
                    <a:pt x="200" y="60"/>
                    <a:pt x="200" y="60"/>
                  </a:cubicBezTo>
                  <a:lnTo>
                    <a:pt x="207"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44" name="组合 143"/>
          <p:cNvGrpSpPr/>
          <p:nvPr/>
        </p:nvGrpSpPr>
        <p:grpSpPr>
          <a:xfrm>
            <a:off x="10482808" y="3262313"/>
            <a:ext cx="1408113" cy="893763"/>
            <a:chOff x="4556125" y="3262313"/>
            <a:chExt cx="1408113" cy="893763"/>
          </a:xfrm>
          <a:solidFill>
            <a:schemeClr val="tx1">
              <a:lumMod val="65000"/>
              <a:lumOff val="35000"/>
            </a:schemeClr>
          </a:solidFill>
        </p:grpSpPr>
        <p:sp>
          <p:nvSpPr>
            <p:cNvPr id="145" name="Freeform 38"/>
            <p:cNvSpPr>
              <a:spLocks/>
            </p:cNvSpPr>
            <p:nvPr/>
          </p:nvSpPr>
          <p:spPr bwMode="auto">
            <a:xfrm>
              <a:off x="5641975" y="3430588"/>
              <a:ext cx="322263" cy="322263"/>
            </a:xfrm>
            <a:custGeom>
              <a:avLst/>
              <a:gdLst>
                <a:gd name="T0" fmla="*/ 26 w 206"/>
                <a:gd name="T1" fmla="*/ 149 h 206"/>
                <a:gd name="T2" fmla="*/ 149 w 206"/>
                <a:gd name="T3" fmla="*/ 181 h 206"/>
                <a:gd name="T4" fmla="*/ 181 w 206"/>
                <a:gd name="T5" fmla="*/ 57 h 206"/>
                <a:gd name="T6" fmla="*/ 57 w 206"/>
                <a:gd name="T7" fmla="*/ 26 h 206"/>
                <a:gd name="T8" fmla="*/ 26 w 206"/>
                <a:gd name="T9" fmla="*/ 149 h 206"/>
              </a:gdLst>
              <a:ahLst/>
              <a:cxnLst>
                <a:cxn ang="0">
                  <a:pos x="T0" y="T1"/>
                </a:cxn>
                <a:cxn ang="0">
                  <a:pos x="T2" y="T3"/>
                </a:cxn>
                <a:cxn ang="0">
                  <a:pos x="T4" y="T5"/>
                </a:cxn>
                <a:cxn ang="0">
                  <a:pos x="T6" y="T7"/>
                </a:cxn>
                <a:cxn ang="0">
                  <a:pos x="T8" y="T9"/>
                </a:cxn>
              </a:cxnLst>
              <a:rect l="0" t="0" r="r" b="b"/>
              <a:pathLst>
                <a:path w="206" h="206">
                  <a:moveTo>
                    <a:pt x="26" y="149"/>
                  </a:moveTo>
                  <a:cubicBezTo>
                    <a:pt x="51" y="192"/>
                    <a:pt x="106" y="206"/>
                    <a:pt x="149" y="181"/>
                  </a:cubicBezTo>
                  <a:cubicBezTo>
                    <a:pt x="192" y="155"/>
                    <a:pt x="206" y="100"/>
                    <a:pt x="181" y="57"/>
                  </a:cubicBezTo>
                  <a:cubicBezTo>
                    <a:pt x="155" y="15"/>
                    <a:pt x="100" y="0"/>
                    <a:pt x="57" y="26"/>
                  </a:cubicBezTo>
                  <a:cubicBezTo>
                    <a:pt x="15" y="51"/>
                    <a:pt x="0" y="106"/>
                    <a:pt x="26" y="1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39"/>
            <p:cNvSpPr>
              <a:spLocks noEditPoints="1"/>
            </p:cNvSpPr>
            <p:nvPr/>
          </p:nvSpPr>
          <p:spPr bwMode="auto">
            <a:xfrm>
              <a:off x="4556125" y="3262313"/>
              <a:ext cx="1279525" cy="893763"/>
            </a:xfrm>
            <a:custGeom>
              <a:avLst/>
              <a:gdLst>
                <a:gd name="T0" fmla="*/ 477 w 818"/>
                <a:gd name="T1" fmla="*/ 377 h 571"/>
                <a:gd name="T2" fmla="*/ 387 w 818"/>
                <a:gd name="T3" fmla="*/ 290 h 571"/>
                <a:gd name="T4" fmla="*/ 344 w 818"/>
                <a:gd name="T5" fmla="*/ 277 h 571"/>
                <a:gd name="T6" fmla="*/ 308 w 818"/>
                <a:gd name="T7" fmla="*/ 303 h 571"/>
                <a:gd name="T8" fmla="*/ 221 w 818"/>
                <a:gd name="T9" fmla="*/ 471 h 571"/>
                <a:gd name="T10" fmla="*/ 50 w 818"/>
                <a:gd name="T11" fmla="*/ 471 h 571"/>
                <a:gd name="T12" fmla="*/ 0 w 818"/>
                <a:gd name="T13" fmla="*/ 521 h 571"/>
                <a:gd name="T14" fmla="*/ 50 w 818"/>
                <a:gd name="T15" fmla="*/ 571 h 571"/>
                <a:gd name="T16" fmla="*/ 474 w 818"/>
                <a:gd name="T17" fmla="*/ 571 h 571"/>
                <a:gd name="T18" fmla="*/ 485 w 818"/>
                <a:gd name="T19" fmla="*/ 569 h 571"/>
                <a:gd name="T20" fmla="*/ 497 w 818"/>
                <a:gd name="T21" fmla="*/ 567 h 571"/>
                <a:gd name="T22" fmla="*/ 574 w 818"/>
                <a:gd name="T23" fmla="*/ 537 h 571"/>
                <a:gd name="T24" fmla="*/ 574 w 818"/>
                <a:gd name="T25" fmla="*/ 539 h 571"/>
                <a:gd name="T26" fmla="*/ 606 w 818"/>
                <a:gd name="T27" fmla="*/ 571 h 571"/>
                <a:gd name="T28" fmla="*/ 785 w 818"/>
                <a:gd name="T29" fmla="*/ 571 h 571"/>
                <a:gd name="T30" fmla="*/ 810 w 818"/>
                <a:gd name="T31" fmla="*/ 560 h 571"/>
                <a:gd name="T32" fmla="*/ 817 w 818"/>
                <a:gd name="T33" fmla="*/ 534 h 571"/>
                <a:gd name="T34" fmla="*/ 795 w 818"/>
                <a:gd name="T35" fmla="*/ 378 h 571"/>
                <a:gd name="T36" fmla="*/ 782 w 818"/>
                <a:gd name="T37" fmla="*/ 340 h 571"/>
                <a:gd name="T38" fmla="*/ 674 w 818"/>
                <a:gd name="T39" fmla="*/ 235 h 571"/>
                <a:gd name="T40" fmla="*/ 646 w 818"/>
                <a:gd name="T41" fmla="*/ 225 h 571"/>
                <a:gd name="T42" fmla="*/ 590 w 818"/>
                <a:gd name="T43" fmla="*/ 210 h 571"/>
                <a:gd name="T44" fmla="*/ 558 w 818"/>
                <a:gd name="T45" fmla="*/ 192 h 571"/>
                <a:gd name="T46" fmla="*/ 552 w 818"/>
                <a:gd name="T47" fmla="*/ 184 h 571"/>
                <a:gd name="T48" fmla="*/ 550 w 818"/>
                <a:gd name="T49" fmla="*/ 179 h 571"/>
                <a:gd name="T50" fmla="*/ 559 w 818"/>
                <a:gd name="T51" fmla="*/ 160 h 571"/>
                <a:gd name="T52" fmla="*/ 601 w 818"/>
                <a:gd name="T53" fmla="*/ 120 h 571"/>
                <a:gd name="T54" fmla="*/ 613 w 818"/>
                <a:gd name="T55" fmla="*/ 102 h 571"/>
                <a:gd name="T56" fmla="*/ 645 w 818"/>
                <a:gd name="T57" fmla="*/ 107 h 571"/>
                <a:gd name="T58" fmla="*/ 699 w 818"/>
                <a:gd name="T59" fmla="*/ 127 h 571"/>
                <a:gd name="T60" fmla="*/ 702 w 818"/>
                <a:gd name="T61" fmla="*/ 129 h 571"/>
                <a:gd name="T62" fmla="*/ 706 w 818"/>
                <a:gd name="T63" fmla="*/ 131 h 571"/>
                <a:gd name="T64" fmla="*/ 713 w 818"/>
                <a:gd name="T65" fmla="*/ 131 h 571"/>
                <a:gd name="T66" fmla="*/ 719 w 818"/>
                <a:gd name="T67" fmla="*/ 119 h 571"/>
                <a:gd name="T68" fmla="*/ 715 w 818"/>
                <a:gd name="T69" fmla="*/ 114 h 571"/>
                <a:gd name="T70" fmla="*/ 711 w 818"/>
                <a:gd name="T71" fmla="*/ 111 h 571"/>
                <a:gd name="T72" fmla="*/ 708 w 818"/>
                <a:gd name="T73" fmla="*/ 110 h 571"/>
                <a:gd name="T74" fmla="*/ 659 w 818"/>
                <a:gd name="T75" fmla="*/ 78 h 571"/>
                <a:gd name="T76" fmla="*/ 618 w 818"/>
                <a:gd name="T77" fmla="*/ 42 h 571"/>
                <a:gd name="T78" fmla="*/ 538 w 818"/>
                <a:gd name="T79" fmla="*/ 1 h 571"/>
                <a:gd name="T80" fmla="*/ 530 w 818"/>
                <a:gd name="T81" fmla="*/ 4 h 571"/>
                <a:gd name="T82" fmla="*/ 508 w 818"/>
                <a:gd name="T83" fmla="*/ 46 h 571"/>
                <a:gd name="T84" fmla="*/ 511 w 818"/>
                <a:gd name="T85" fmla="*/ 54 h 571"/>
                <a:gd name="T86" fmla="*/ 553 w 818"/>
                <a:gd name="T87" fmla="*/ 76 h 571"/>
                <a:gd name="T88" fmla="*/ 507 w 818"/>
                <a:gd name="T89" fmla="*/ 123 h 571"/>
                <a:gd name="T90" fmla="*/ 486 w 818"/>
                <a:gd name="T91" fmla="*/ 179 h 571"/>
                <a:gd name="T92" fmla="*/ 496 w 818"/>
                <a:gd name="T93" fmla="*/ 216 h 571"/>
                <a:gd name="T94" fmla="*/ 538 w 818"/>
                <a:gd name="T95" fmla="*/ 256 h 571"/>
                <a:gd name="T96" fmla="*/ 596 w 818"/>
                <a:gd name="T97" fmla="*/ 279 h 571"/>
                <a:gd name="T98" fmla="*/ 477 w 818"/>
                <a:gd name="T99" fmla="*/ 377 h 571"/>
                <a:gd name="T100" fmla="*/ 366 w 818"/>
                <a:gd name="T101" fmla="*/ 408 h 571"/>
                <a:gd name="T102" fmla="*/ 420 w 818"/>
                <a:gd name="T103" fmla="*/ 460 h 571"/>
                <a:gd name="T104" fmla="*/ 424 w 818"/>
                <a:gd name="T105" fmla="*/ 471 h 571"/>
                <a:gd name="T106" fmla="*/ 334 w 818"/>
                <a:gd name="T107" fmla="*/ 471 h 571"/>
                <a:gd name="T108" fmla="*/ 366 w 818"/>
                <a:gd name="T109" fmla="*/ 408 h 571"/>
                <a:gd name="T110" fmla="*/ 642 w 818"/>
                <a:gd name="T111" fmla="*/ 507 h 571"/>
                <a:gd name="T112" fmla="*/ 740 w 818"/>
                <a:gd name="T113" fmla="*/ 447 h 571"/>
                <a:gd name="T114" fmla="*/ 748 w 818"/>
                <a:gd name="T115" fmla="*/ 507 h 571"/>
                <a:gd name="T116" fmla="*/ 642 w 818"/>
                <a:gd name="T117" fmla="*/ 507 h 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18" h="571">
                  <a:moveTo>
                    <a:pt x="477" y="377"/>
                  </a:moveTo>
                  <a:cubicBezTo>
                    <a:pt x="387" y="290"/>
                    <a:pt x="387" y="290"/>
                    <a:pt x="387" y="290"/>
                  </a:cubicBezTo>
                  <a:cubicBezTo>
                    <a:pt x="375" y="279"/>
                    <a:pt x="359" y="274"/>
                    <a:pt x="344" y="277"/>
                  </a:cubicBezTo>
                  <a:cubicBezTo>
                    <a:pt x="328" y="279"/>
                    <a:pt x="315" y="289"/>
                    <a:pt x="308" y="303"/>
                  </a:cubicBezTo>
                  <a:cubicBezTo>
                    <a:pt x="221" y="471"/>
                    <a:pt x="221" y="471"/>
                    <a:pt x="221" y="471"/>
                  </a:cubicBezTo>
                  <a:cubicBezTo>
                    <a:pt x="50" y="471"/>
                    <a:pt x="50" y="471"/>
                    <a:pt x="50" y="471"/>
                  </a:cubicBezTo>
                  <a:cubicBezTo>
                    <a:pt x="22" y="471"/>
                    <a:pt x="0" y="493"/>
                    <a:pt x="0" y="521"/>
                  </a:cubicBezTo>
                  <a:cubicBezTo>
                    <a:pt x="0" y="548"/>
                    <a:pt x="22" y="571"/>
                    <a:pt x="50" y="571"/>
                  </a:cubicBezTo>
                  <a:cubicBezTo>
                    <a:pt x="474" y="571"/>
                    <a:pt x="474" y="571"/>
                    <a:pt x="474" y="571"/>
                  </a:cubicBezTo>
                  <a:cubicBezTo>
                    <a:pt x="478" y="571"/>
                    <a:pt x="482" y="570"/>
                    <a:pt x="485" y="569"/>
                  </a:cubicBezTo>
                  <a:cubicBezTo>
                    <a:pt x="489" y="569"/>
                    <a:pt x="493" y="568"/>
                    <a:pt x="497" y="567"/>
                  </a:cubicBezTo>
                  <a:cubicBezTo>
                    <a:pt x="523" y="557"/>
                    <a:pt x="549" y="548"/>
                    <a:pt x="574" y="537"/>
                  </a:cubicBezTo>
                  <a:cubicBezTo>
                    <a:pt x="574" y="538"/>
                    <a:pt x="574" y="538"/>
                    <a:pt x="574" y="539"/>
                  </a:cubicBezTo>
                  <a:cubicBezTo>
                    <a:pt x="574" y="557"/>
                    <a:pt x="588" y="571"/>
                    <a:pt x="606" y="571"/>
                  </a:cubicBezTo>
                  <a:cubicBezTo>
                    <a:pt x="785" y="571"/>
                    <a:pt x="785" y="571"/>
                    <a:pt x="785" y="571"/>
                  </a:cubicBezTo>
                  <a:cubicBezTo>
                    <a:pt x="795" y="571"/>
                    <a:pt x="803" y="567"/>
                    <a:pt x="810" y="560"/>
                  </a:cubicBezTo>
                  <a:cubicBezTo>
                    <a:pt x="816" y="553"/>
                    <a:pt x="818" y="544"/>
                    <a:pt x="817" y="534"/>
                  </a:cubicBezTo>
                  <a:cubicBezTo>
                    <a:pt x="795" y="378"/>
                    <a:pt x="795" y="378"/>
                    <a:pt x="795" y="378"/>
                  </a:cubicBezTo>
                  <a:cubicBezTo>
                    <a:pt x="794" y="362"/>
                    <a:pt x="789" y="346"/>
                    <a:pt x="782" y="340"/>
                  </a:cubicBezTo>
                  <a:cubicBezTo>
                    <a:pt x="746" y="305"/>
                    <a:pt x="710" y="270"/>
                    <a:pt x="674" y="235"/>
                  </a:cubicBezTo>
                  <a:cubicBezTo>
                    <a:pt x="668" y="229"/>
                    <a:pt x="657" y="226"/>
                    <a:pt x="646" y="225"/>
                  </a:cubicBezTo>
                  <a:cubicBezTo>
                    <a:pt x="633" y="223"/>
                    <a:pt x="610" y="218"/>
                    <a:pt x="590" y="210"/>
                  </a:cubicBezTo>
                  <a:cubicBezTo>
                    <a:pt x="577" y="205"/>
                    <a:pt x="565" y="198"/>
                    <a:pt x="558" y="192"/>
                  </a:cubicBezTo>
                  <a:cubicBezTo>
                    <a:pt x="555" y="189"/>
                    <a:pt x="553" y="186"/>
                    <a:pt x="552" y="184"/>
                  </a:cubicBezTo>
                  <a:cubicBezTo>
                    <a:pt x="551" y="182"/>
                    <a:pt x="550" y="181"/>
                    <a:pt x="550" y="179"/>
                  </a:cubicBezTo>
                  <a:cubicBezTo>
                    <a:pt x="550" y="176"/>
                    <a:pt x="551" y="170"/>
                    <a:pt x="559" y="160"/>
                  </a:cubicBezTo>
                  <a:cubicBezTo>
                    <a:pt x="566" y="150"/>
                    <a:pt x="580" y="136"/>
                    <a:pt x="601" y="120"/>
                  </a:cubicBezTo>
                  <a:cubicBezTo>
                    <a:pt x="607" y="115"/>
                    <a:pt x="611" y="109"/>
                    <a:pt x="613" y="102"/>
                  </a:cubicBezTo>
                  <a:cubicBezTo>
                    <a:pt x="623" y="104"/>
                    <a:pt x="633" y="105"/>
                    <a:pt x="645" y="107"/>
                  </a:cubicBezTo>
                  <a:cubicBezTo>
                    <a:pt x="660" y="109"/>
                    <a:pt x="699" y="127"/>
                    <a:pt x="699" y="127"/>
                  </a:cubicBezTo>
                  <a:cubicBezTo>
                    <a:pt x="702" y="129"/>
                    <a:pt x="702" y="129"/>
                    <a:pt x="702" y="129"/>
                  </a:cubicBezTo>
                  <a:cubicBezTo>
                    <a:pt x="702" y="129"/>
                    <a:pt x="705" y="131"/>
                    <a:pt x="706" y="131"/>
                  </a:cubicBezTo>
                  <a:cubicBezTo>
                    <a:pt x="706" y="131"/>
                    <a:pt x="711" y="134"/>
                    <a:pt x="713" y="131"/>
                  </a:cubicBezTo>
                  <a:cubicBezTo>
                    <a:pt x="719" y="119"/>
                    <a:pt x="719" y="119"/>
                    <a:pt x="719" y="119"/>
                  </a:cubicBezTo>
                  <a:cubicBezTo>
                    <a:pt x="720" y="116"/>
                    <a:pt x="715" y="114"/>
                    <a:pt x="715" y="114"/>
                  </a:cubicBezTo>
                  <a:cubicBezTo>
                    <a:pt x="714" y="113"/>
                    <a:pt x="711" y="111"/>
                    <a:pt x="711" y="111"/>
                  </a:cubicBezTo>
                  <a:cubicBezTo>
                    <a:pt x="708" y="110"/>
                    <a:pt x="708" y="110"/>
                    <a:pt x="708" y="110"/>
                  </a:cubicBezTo>
                  <a:cubicBezTo>
                    <a:pt x="708" y="110"/>
                    <a:pt x="670" y="89"/>
                    <a:pt x="659" y="78"/>
                  </a:cubicBezTo>
                  <a:cubicBezTo>
                    <a:pt x="644" y="63"/>
                    <a:pt x="635" y="51"/>
                    <a:pt x="618" y="42"/>
                  </a:cubicBezTo>
                  <a:cubicBezTo>
                    <a:pt x="601" y="33"/>
                    <a:pt x="538" y="1"/>
                    <a:pt x="538" y="1"/>
                  </a:cubicBezTo>
                  <a:cubicBezTo>
                    <a:pt x="535" y="0"/>
                    <a:pt x="531" y="1"/>
                    <a:pt x="530" y="4"/>
                  </a:cubicBezTo>
                  <a:cubicBezTo>
                    <a:pt x="508" y="46"/>
                    <a:pt x="508" y="46"/>
                    <a:pt x="508" y="46"/>
                  </a:cubicBezTo>
                  <a:cubicBezTo>
                    <a:pt x="507" y="49"/>
                    <a:pt x="508" y="53"/>
                    <a:pt x="511" y="54"/>
                  </a:cubicBezTo>
                  <a:cubicBezTo>
                    <a:pt x="511" y="54"/>
                    <a:pt x="532" y="65"/>
                    <a:pt x="553" y="76"/>
                  </a:cubicBezTo>
                  <a:cubicBezTo>
                    <a:pt x="533" y="92"/>
                    <a:pt x="518" y="107"/>
                    <a:pt x="507" y="123"/>
                  </a:cubicBezTo>
                  <a:cubicBezTo>
                    <a:pt x="494" y="140"/>
                    <a:pt x="486" y="160"/>
                    <a:pt x="486" y="179"/>
                  </a:cubicBezTo>
                  <a:cubicBezTo>
                    <a:pt x="486" y="193"/>
                    <a:pt x="490" y="205"/>
                    <a:pt x="496" y="216"/>
                  </a:cubicBezTo>
                  <a:cubicBezTo>
                    <a:pt x="507" y="235"/>
                    <a:pt x="523" y="247"/>
                    <a:pt x="538" y="256"/>
                  </a:cubicBezTo>
                  <a:cubicBezTo>
                    <a:pt x="557" y="267"/>
                    <a:pt x="578" y="274"/>
                    <a:pt x="596" y="279"/>
                  </a:cubicBezTo>
                  <a:cubicBezTo>
                    <a:pt x="572" y="323"/>
                    <a:pt x="542" y="355"/>
                    <a:pt x="477" y="377"/>
                  </a:cubicBezTo>
                  <a:close/>
                  <a:moveTo>
                    <a:pt x="366" y="408"/>
                  </a:moveTo>
                  <a:cubicBezTo>
                    <a:pt x="420" y="460"/>
                    <a:pt x="420" y="460"/>
                    <a:pt x="420" y="460"/>
                  </a:cubicBezTo>
                  <a:cubicBezTo>
                    <a:pt x="421" y="463"/>
                    <a:pt x="422" y="467"/>
                    <a:pt x="424" y="471"/>
                  </a:cubicBezTo>
                  <a:cubicBezTo>
                    <a:pt x="334" y="471"/>
                    <a:pt x="334" y="471"/>
                    <a:pt x="334" y="471"/>
                  </a:cubicBezTo>
                  <a:lnTo>
                    <a:pt x="366" y="408"/>
                  </a:lnTo>
                  <a:close/>
                  <a:moveTo>
                    <a:pt x="642" y="507"/>
                  </a:moveTo>
                  <a:cubicBezTo>
                    <a:pt x="676" y="490"/>
                    <a:pt x="709" y="471"/>
                    <a:pt x="740" y="447"/>
                  </a:cubicBezTo>
                  <a:cubicBezTo>
                    <a:pt x="748" y="507"/>
                    <a:pt x="748" y="507"/>
                    <a:pt x="748" y="507"/>
                  </a:cubicBezTo>
                  <a:lnTo>
                    <a:pt x="642" y="50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47" name="组合 146"/>
          <p:cNvGrpSpPr/>
          <p:nvPr/>
        </p:nvGrpSpPr>
        <p:grpSpPr>
          <a:xfrm>
            <a:off x="8188871" y="3271838"/>
            <a:ext cx="2032000" cy="1270000"/>
            <a:chOff x="2262188" y="3271838"/>
            <a:chExt cx="2032000" cy="1270000"/>
          </a:xfrm>
          <a:solidFill>
            <a:schemeClr val="tx1">
              <a:lumMod val="65000"/>
              <a:lumOff val="35000"/>
            </a:schemeClr>
          </a:solidFill>
        </p:grpSpPr>
        <p:sp>
          <p:nvSpPr>
            <p:cNvPr id="148" name="Freeform 40"/>
            <p:cNvSpPr>
              <a:spLocks/>
            </p:cNvSpPr>
            <p:nvPr/>
          </p:nvSpPr>
          <p:spPr bwMode="auto">
            <a:xfrm>
              <a:off x="3589338" y="3979863"/>
              <a:ext cx="436563" cy="117475"/>
            </a:xfrm>
            <a:custGeom>
              <a:avLst/>
              <a:gdLst>
                <a:gd name="T0" fmla="*/ 231 w 279"/>
                <a:gd name="T1" fmla="*/ 35 h 75"/>
                <a:gd name="T2" fmla="*/ 188 w 279"/>
                <a:gd name="T3" fmla="*/ 64 h 75"/>
                <a:gd name="T4" fmla="*/ 173 w 279"/>
                <a:gd name="T5" fmla="*/ 61 h 75"/>
                <a:gd name="T6" fmla="*/ 10 w 279"/>
                <a:gd name="T7" fmla="*/ 0 h 75"/>
                <a:gd name="T8" fmla="*/ 0 w 279"/>
                <a:gd name="T9" fmla="*/ 0 h 75"/>
                <a:gd name="T10" fmla="*/ 14 w 279"/>
                <a:gd name="T11" fmla="*/ 26 h 75"/>
                <a:gd name="T12" fmla="*/ 8 w 279"/>
                <a:gd name="T13" fmla="*/ 70 h 75"/>
                <a:gd name="T14" fmla="*/ 4 w 279"/>
                <a:gd name="T15" fmla="*/ 75 h 75"/>
                <a:gd name="T16" fmla="*/ 242 w 279"/>
                <a:gd name="T17" fmla="*/ 75 h 75"/>
                <a:gd name="T18" fmla="*/ 279 w 279"/>
                <a:gd name="T19" fmla="*/ 38 h 75"/>
                <a:gd name="T20" fmla="*/ 242 w 279"/>
                <a:gd name="T21" fmla="*/ 1 h 75"/>
                <a:gd name="T22" fmla="*/ 230 w 279"/>
                <a:gd name="T23" fmla="*/ 1 h 75"/>
                <a:gd name="T24" fmla="*/ 231 w 279"/>
                <a:gd name="T25" fmla="*/ 3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9" h="75">
                  <a:moveTo>
                    <a:pt x="231" y="35"/>
                  </a:moveTo>
                  <a:cubicBezTo>
                    <a:pt x="224" y="52"/>
                    <a:pt x="207" y="64"/>
                    <a:pt x="188" y="64"/>
                  </a:cubicBezTo>
                  <a:cubicBezTo>
                    <a:pt x="183" y="64"/>
                    <a:pt x="178" y="63"/>
                    <a:pt x="173" y="61"/>
                  </a:cubicBezTo>
                  <a:cubicBezTo>
                    <a:pt x="10" y="0"/>
                    <a:pt x="10" y="0"/>
                    <a:pt x="10" y="0"/>
                  </a:cubicBezTo>
                  <a:cubicBezTo>
                    <a:pt x="0" y="0"/>
                    <a:pt x="0" y="0"/>
                    <a:pt x="0" y="0"/>
                  </a:cubicBezTo>
                  <a:cubicBezTo>
                    <a:pt x="7" y="7"/>
                    <a:pt x="12" y="16"/>
                    <a:pt x="14" y="26"/>
                  </a:cubicBezTo>
                  <a:cubicBezTo>
                    <a:pt x="18" y="41"/>
                    <a:pt x="16" y="56"/>
                    <a:pt x="8" y="70"/>
                  </a:cubicBezTo>
                  <a:cubicBezTo>
                    <a:pt x="7" y="71"/>
                    <a:pt x="6" y="73"/>
                    <a:pt x="4" y="75"/>
                  </a:cubicBezTo>
                  <a:cubicBezTo>
                    <a:pt x="242" y="75"/>
                    <a:pt x="242" y="75"/>
                    <a:pt x="242" y="75"/>
                  </a:cubicBezTo>
                  <a:cubicBezTo>
                    <a:pt x="262" y="75"/>
                    <a:pt x="279" y="59"/>
                    <a:pt x="279" y="38"/>
                  </a:cubicBezTo>
                  <a:cubicBezTo>
                    <a:pt x="279" y="18"/>
                    <a:pt x="263" y="1"/>
                    <a:pt x="242" y="1"/>
                  </a:cubicBezTo>
                  <a:cubicBezTo>
                    <a:pt x="230" y="1"/>
                    <a:pt x="230" y="1"/>
                    <a:pt x="230" y="1"/>
                  </a:cubicBezTo>
                  <a:cubicBezTo>
                    <a:pt x="234" y="12"/>
                    <a:pt x="235" y="24"/>
                    <a:pt x="231"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41"/>
            <p:cNvSpPr>
              <a:spLocks/>
            </p:cNvSpPr>
            <p:nvPr/>
          </p:nvSpPr>
          <p:spPr bwMode="auto">
            <a:xfrm>
              <a:off x="3554413" y="3844926"/>
              <a:ext cx="396875" cy="230188"/>
            </a:xfrm>
            <a:custGeom>
              <a:avLst/>
              <a:gdLst>
                <a:gd name="T0" fmla="*/ 199 w 254"/>
                <a:gd name="T1" fmla="*/ 140 h 147"/>
                <a:gd name="T2" fmla="*/ 247 w 254"/>
                <a:gd name="T3" fmla="*/ 118 h 147"/>
                <a:gd name="T4" fmla="*/ 225 w 254"/>
                <a:gd name="T5" fmla="*/ 70 h 147"/>
                <a:gd name="T6" fmla="*/ 35 w 254"/>
                <a:gd name="T7" fmla="*/ 0 h 147"/>
                <a:gd name="T8" fmla="*/ 0 w 254"/>
                <a:gd name="T9" fmla="*/ 66 h 147"/>
                <a:gd name="T10" fmla="*/ 199 w 254"/>
                <a:gd name="T11" fmla="*/ 140 h 147"/>
              </a:gdLst>
              <a:ahLst/>
              <a:cxnLst>
                <a:cxn ang="0">
                  <a:pos x="T0" y="T1"/>
                </a:cxn>
                <a:cxn ang="0">
                  <a:pos x="T2" y="T3"/>
                </a:cxn>
                <a:cxn ang="0">
                  <a:pos x="T4" y="T5"/>
                </a:cxn>
                <a:cxn ang="0">
                  <a:pos x="T6" y="T7"/>
                </a:cxn>
                <a:cxn ang="0">
                  <a:pos x="T8" y="T9"/>
                </a:cxn>
                <a:cxn ang="0">
                  <a:pos x="T10" y="T11"/>
                </a:cxn>
              </a:cxnLst>
              <a:rect l="0" t="0" r="r" b="b"/>
              <a:pathLst>
                <a:path w="254" h="147">
                  <a:moveTo>
                    <a:pt x="199" y="140"/>
                  </a:moveTo>
                  <a:cubicBezTo>
                    <a:pt x="218" y="147"/>
                    <a:pt x="240" y="137"/>
                    <a:pt x="247" y="118"/>
                  </a:cubicBezTo>
                  <a:cubicBezTo>
                    <a:pt x="254" y="99"/>
                    <a:pt x="244" y="77"/>
                    <a:pt x="225" y="70"/>
                  </a:cubicBezTo>
                  <a:cubicBezTo>
                    <a:pt x="35" y="0"/>
                    <a:pt x="35" y="0"/>
                    <a:pt x="35" y="0"/>
                  </a:cubicBezTo>
                  <a:cubicBezTo>
                    <a:pt x="30" y="23"/>
                    <a:pt x="17" y="45"/>
                    <a:pt x="0" y="66"/>
                  </a:cubicBezTo>
                  <a:lnTo>
                    <a:pt x="199"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42"/>
            <p:cNvSpPr>
              <a:spLocks/>
            </p:cNvSpPr>
            <p:nvPr/>
          </p:nvSpPr>
          <p:spPr bwMode="auto">
            <a:xfrm>
              <a:off x="3198813" y="3994151"/>
              <a:ext cx="211138" cy="127000"/>
            </a:xfrm>
            <a:custGeom>
              <a:avLst/>
              <a:gdLst>
                <a:gd name="T0" fmla="*/ 42 w 135"/>
                <a:gd name="T1" fmla="*/ 0 h 81"/>
                <a:gd name="T2" fmla="*/ 0 w 135"/>
                <a:gd name="T3" fmla="*/ 28 h 81"/>
                <a:gd name="T4" fmla="*/ 110 w 135"/>
                <a:gd name="T5" fmla="*/ 81 h 81"/>
                <a:gd name="T6" fmla="*/ 135 w 135"/>
                <a:gd name="T7" fmla="*/ 55 h 81"/>
                <a:gd name="T8" fmla="*/ 42 w 135"/>
                <a:gd name="T9" fmla="*/ 0 h 81"/>
              </a:gdLst>
              <a:ahLst/>
              <a:cxnLst>
                <a:cxn ang="0">
                  <a:pos x="T0" y="T1"/>
                </a:cxn>
                <a:cxn ang="0">
                  <a:pos x="T2" y="T3"/>
                </a:cxn>
                <a:cxn ang="0">
                  <a:pos x="T4" y="T5"/>
                </a:cxn>
                <a:cxn ang="0">
                  <a:pos x="T6" y="T7"/>
                </a:cxn>
                <a:cxn ang="0">
                  <a:pos x="T8" y="T9"/>
                </a:cxn>
              </a:cxnLst>
              <a:rect l="0" t="0" r="r" b="b"/>
              <a:pathLst>
                <a:path w="135" h="81">
                  <a:moveTo>
                    <a:pt x="42" y="0"/>
                  </a:moveTo>
                  <a:cubicBezTo>
                    <a:pt x="0" y="28"/>
                    <a:pt x="0" y="28"/>
                    <a:pt x="0" y="28"/>
                  </a:cubicBezTo>
                  <a:cubicBezTo>
                    <a:pt x="35" y="59"/>
                    <a:pt x="75" y="80"/>
                    <a:pt x="110" y="81"/>
                  </a:cubicBezTo>
                  <a:cubicBezTo>
                    <a:pt x="119" y="72"/>
                    <a:pt x="127" y="64"/>
                    <a:pt x="135" y="55"/>
                  </a:cubicBezTo>
                  <a:lnTo>
                    <a:pt x="4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43"/>
            <p:cNvSpPr>
              <a:spLocks/>
            </p:cNvSpPr>
            <p:nvPr/>
          </p:nvSpPr>
          <p:spPr bwMode="auto">
            <a:xfrm>
              <a:off x="2870200" y="3302001"/>
              <a:ext cx="295275" cy="295275"/>
            </a:xfrm>
            <a:custGeom>
              <a:avLst/>
              <a:gdLst>
                <a:gd name="T0" fmla="*/ 123 w 189"/>
                <a:gd name="T1" fmla="*/ 173 h 189"/>
                <a:gd name="T2" fmla="*/ 174 w 189"/>
                <a:gd name="T3" fmla="*/ 66 h 189"/>
                <a:gd name="T4" fmla="*/ 66 w 189"/>
                <a:gd name="T5" fmla="*/ 16 h 189"/>
                <a:gd name="T6" fmla="*/ 16 w 189"/>
                <a:gd name="T7" fmla="*/ 123 h 189"/>
                <a:gd name="T8" fmla="*/ 123 w 189"/>
                <a:gd name="T9" fmla="*/ 173 h 189"/>
              </a:gdLst>
              <a:ahLst/>
              <a:cxnLst>
                <a:cxn ang="0">
                  <a:pos x="T0" y="T1"/>
                </a:cxn>
                <a:cxn ang="0">
                  <a:pos x="T2" y="T3"/>
                </a:cxn>
                <a:cxn ang="0">
                  <a:pos x="T4" y="T5"/>
                </a:cxn>
                <a:cxn ang="0">
                  <a:pos x="T6" y="T7"/>
                </a:cxn>
                <a:cxn ang="0">
                  <a:pos x="T8" y="T9"/>
                </a:cxn>
              </a:cxnLst>
              <a:rect l="0" t="0" r="r" b="b"/>
              <a:pathLst>
                <a:path w="189" h="189">
                  <a:moveTo>
                    <a:pt x="123" y="173"/>
                  </a:moveTo>
                  <a:cubicBezTo>
                    <a:pt x="167" y="158"/>
                    <a:pt x="189" y="110"/>
                    <a:pt x="174" y="66"/>
                  </a:cubicBezTo>
                  <a:cubicBezTo>
                    <a:pt x="158" y="23"/>
                    <a:pt x="110" y="0"/>
                    <a:pt x="66" y="16"/>
                  </a:cubicBezTo>
                  <a:cubicBezTo>
                    <a:pt x="23" y="32"/>
                    <a:pt x="0" y="80"/>
                    <a:pt x="16" y="123"/>
                  </a:cubicBezTo>
                  <a:cubicBezTo>
                    <a:pt x="32" y="167"/>
                    <a:pt x="80" y="189"/>
                    <a:pt x="123" y="1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44"/>
            <p:cNvSpPr>
              <a:spLocks/>
            </p:cNvSpPr>
            <p:nvPr/>
          </p:nvSpPr>
          <p:spPr bwMode="auto">
            <a:xfrm>
              <a:off x="2933700" y="3473451"/>
              <a:ext cx="673100" cy="473075"/>
            </a:xfrm>
            <a:custGeom>
              <a:avLst/>
              <a:gdLst>
                <a:gd name="T0" fmla="*/ 60 w 431"/>
                <a:gd name="T1" fmla="*/ 211 h 302"/>
                <a:gd name="T2" fmla="*/ 66 w 431"/>
                <a:gd name="T3" fmla="*/ 200 h 302"/>
                <a:gd name="T4" fmla="*/ 95 w 431"/>
                <a:gd name="T5" fmla="*/ 270 h 302"/>
                <a:gd name="T6" fmla="*/ 178 w 431"/>
                <a:gd name="T7" fmla="*/ 215 h 302"/>
                <a:gd name="T8" fmla="*/ 210 w 431"/>
                <a:gd name="T9" fmla="*/ 205 h 302"/>
                <a:gd name="T10" fmla="*/ 240 w 431"/>
                <a:gd name="T11" fmla="*/ 213 h 302"/>
                <a:gd name="T12" fmla="*/ 388 w 431"/>
                <a:gd name="T13" fmla="*/ 302 h 302"/>
                <a:gd name="T14" fmla="*/ 427 w 431"/>
                <a:gd name="T15" fmla="*/ 198 h 302"/>
                <a:gd name="T16" fmla="*/ 221 w 431"/>
                <a:gd name="T17" fmla="*/ 98 h 302"/>
                <a:gd name="T18" fmla="*/ 238 w 431"/>
                <a:gd name="T19" fmla="*/ 99 h 302"/>
                <a:gd name="T20" fmla="*/ 246 w 431"/>
                <a:gd name="T21" fmla="*/ 99 h 302"/>
                <a:gd name="T22" fmla="*/ 325 w 431"/>
                <a:gd name="T23" fmla="*/ 82 h 302"/>
                <a:gd name="T24" fmla="*/ 356 w 431"/>
                <a:gd name="T25" fmla="*/ 58 h 302"/>
                <a:gd name="T26" fmla="*/ 360 w 431"/>
                <a:gd name="T27" fmla="*/ 43 h 302"/>
                <a:gd name="T28" fmla="*/ 335 w 431"/>
                <a:gd name="T29" fmla="*/ 0 h 302"/>
                <a:gd name="T30" fmla="*/ 300 w 431"/>
                <a:gd name="T31" fmla="*/ 36 h 302"/>
                <a:gd name="T32" fmla="*/ 246 w 431"/>
                <a:gd name="T33" fmla="*/ 47 h 302"/>
                <a:gd name="T34" fmla="*/ 187 w 431"/>
                <a:gd name="T35" fmla="*/ 44 h 302"/>
                <a:gd name="T36" fmla="*/ 187 w 431"/>
                <a:gd name="T37" fmla="*/ 44 h 302"/>
                <a:gd name="T38" fmla="*/ 184 w 431"/>
                <a:gd name="T39" fmla="*/ 44 h 302"/>
                <a:gd name="T40" fmla="*/ 150 w 431"/>
                <a:gd name="T41" fmla="*/ 51 h 302"/>
                <a:gd name="T42" fmla="*/ 95 w 431"/>
                <a:gd name="T43" fmla="*/ 83 h 302"/>
                <a:gd name="T44" fmla="*/ 21 w 431"/>
                <a:gd name="T45" fmla="*/ 172 h 302"/>
                <a:gd name="T46" fmla="*/ 0 w 431"/>
                <a:gd name="T47" fmla="*/ 227 h 302"/>
                <a:gd name="T48" fmla="*/ 46 w 431"/>
                <a:gd name="T49" fmla="*/ 255 h 302"/>
                <a:gd name="T50" fmla="*/ 60 w 431"/>
                <a:gd name="T51" fmla="*/ 211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31" h="302">
                  <a:moveTo>
                    <a:pt x="60" y="211"/>
                  </a:moveTo>
                  <a:cubicBezTo>
                    <a:pt x="62" y="207"/>
                    <a:pt x="64" y="203"/>
                    <a:pt x="66" y="200"/>
                  </a:cubicBezTo>
                  <a:cubicBezTo>
                    <a:pt x="71" y="223"/>
                    <a:pt x="81" y="247"/>
                    <a:pt x="95" y="270"/>
                  </a:cubicBezTo>
                  <a:cubicBezTo>
                    <a:pt x="178" y="215"/>
                    <a:pt x="178" y="215"/>
                    <a:pt x="178" y="215"/>
                  </a:cubicBezTo>
                  <a:cubicBezTo>
                    <a:pt x="188" y="209"/>
                    <a:pt x="199" y="205"/>
                    <a:pt x="210" y="205"/>
                  </a:cubicBezTo>
                  <a:cubicBezTo>
                    <a:pt x="221" y="205"/>
                    <a:pt x="231" y="208"/>
                    <a:pt x="240" y="213"/>
                  </a:cubicBezTo>
                  <a:cubicBezTo>
                    <a:pt x="388" y="302"/>
                    <a:pt x="388" y="302"/>
                    <a:pt x="388" y="302"/>
                  </a:cubicBezTo>
                  <a:cubicBezTo>
                    <a:pt x="414" y="270"/>
                    <a:pt x="431" y="237"/>
                    <a:pt x="427" y="198"/>
                  </a:cubicBezTo>
                  <a:cubicBezTo>
                    <a:pt x="379" y="227"/>
                    <a:pt x="300" y="141"/>
                    <a:pt x="221" y="98"/>
                  </a:cubicBezTo>
                  <a:cubicBezTo>
                    <a:pt x="226" y="99"/>
                    <a:pt x="232" y="99"/>
                    <a:pt x="238" y="99"/>
                  </a:cubicBezTo>
                  <a:cubicBezTo>
                    <a:pt x="241" y="99"/>
                    <a:pt x="243" y="99"/>
                    <a:pt x="246" y="99"/>
                  </a:cubicBezTo>
                  <a:cubicBezTo>
                    <a:pt x="271" y="99"/>
                    <a:pt x="298" y="96"/>
                    <a:pt x="325" y="82"/>
                  </a:cubicBezTo>
                  <a:cubicBezTo>
                    <a:pt x="336" y="76"/>
                    <a:pt x="346" y="68"/>
                    <a:pt x="356" y="58"/>
                  </a:cubicBezTo>
                  <a:cubicBezTo>
                    <a:pt x="358" y="55"/>
                    <a:pt x="360" y="51"/>
                    <a:pt x="360" y="43"/>
                  </a:cubicBezTo>
                  <a:cubicBezTo>
                    <a:pt x="360" y="33"/>
                    <a:pt x="345" y="11"/>
                    <a:pt x="335" y="0"/>
                  </a:cubicBezTo>
                  <a:cubicBezTo>
                    <a:pt x="324" y="19"/>
                    <a:pt x="312" y="29"/>
                    <a:pt x="300" y="36"/>
                  </a:cubicBezTo>
                  <a:cubicBezTo>
                    <a:pt x="285" y="44"/>
                    <a:pt x="266" y="47"/>
                    <a:pt x="246" y="47"/>
                  </a:cubicBezTo>
                  <a:cubicBezTo>
                    <a:pt x="227" y="47"/>
                    <a:pt x="206" y="45"/>
                    <a:pt x="187" y="44"/>
                  </a:cubicBezTo>
                  <a:cubicBezTo>
                    <a:pt x="187" y="44"/>
                    <a:pt x="187" y="44"/>
                    <a:pt x="187" y="44"/>
                  </a:cubicBezTo>
                  <a:cubicBezTo>
                    <a:pt x="185" y="44"/>
                    <a:pt x="184" y="44"/>
                    <a:pt x="184" y="44"/>
                  </a:cubicBezTo>
                  <a:cubicBezTo>
                    <a:pt x="171" y="44"/>
                    <a:pt x="161" y="47"/>
                    <a:pt x="150" y="51"/>
                  </a:cubicBezTo>
                  <a:cubicBezTo>
                    <a:pt x="123" y="61"/>
                    <a:pt x="100" y="79"/>
                    <a:pt x="95" y="83"/>
                  </a:cubicBezTo>
                  <a:cubicBezTo>
                    <a:pt x="69" y="99"/>
                    <a:pt x="43" y="130"/>
                    <a:pt x="21" y="172"/>
                  </a:cubicBezTo>
                  <a:cubicBezTo>
                    <a:pt x="13" y="189"/>
                    <a:pt x="6" y="207"/>
                    <a:pt x="0" y="227"/>
                  </a:cubicBezTo>
                  <a:cubicBezTo>
                    <a:pt x="14" y="237"/>
                    <a:pt x="30" y="246"/>
                    <a:pt x="46" y="255"/>
                  </a:cubicBezTo>
                  <a:cubicBezTo>
                    <a:pt x="50" y="239"/>
                    <a:pt x="55" y="224"/>
                    <a:pt x="60" y="2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45"/>
            <p:cNvSpPr>
              <a:spLocks/>
            </p:cNvSpPr>
            <p:nvPr/>
          </p:nvSpPr>
          <p:spPr bwMode="auto">
            <a:xfrm>
              <a:off x="2482850" y="3389313"/>
              <a:ext cx="320675" cy="320675"/>
            </a:xfrm>
            <a:custGeom>
              <a:avLst/>
              <a:gdLst>
                <a:gd name="T0" fmla="*/ 53 w 205"/>
                <a:gd name="T1" fmla="*/ 27 h 205"/>
                <a:gd name="T2" fmla="*/ 27 w 205"/>
                <a:gd name="T3" fmla="*/ 152 h 205"/>
                <a:gd name="T4" fmla="*/ 152 w 205"/>
                <a:gd name="T5" fmla="*/ 178 h 205"/>
                <a:gd name="T6" fmla="*/ 178 w 205"/>
                <a:gd name="T7" fmla="*/ 53 h 205"/>
                <a:gd name="T8" fmla="*/ 53 w 205"/>
                <a:gd name="T9" fmla="*/ 27 h 205"/>
              </a:gdLst>
              <a:ahLst/>
              <a:cxnLst>
                <a:cxn ang="0">
                  <a:pos x="T0" y="T1"/>
                </a:cxn>
                <a:cxn ang="0">
                  <a:pos x="T2" y="T3"/>
                </a:cxn>
                <a:cxn ang="0">
                  <a:pos x="T4" y="T5"/>
                </a:cxn>
                <a:cxn ang="0">
                  <a:pos x="T6" y="T7"/>
                </a:cxn>
                <a:cxn ang="0">
                  <a:pos x="T8" y="T9"/>
                </a:cxn>
              </a:cxnLst>
              <a:rect l="0" t="0" r="r" b="b"/>
              <a:pathLst>
                <a:path w="205" h="205">
                  <a:moveTo>
                    <a:pt x="53" y="27"/>
                  </a:moveTo>
                  <a:cubicBezTo>
                    <a:pt x="12" y="54"/>
                    <a:pt x="0" y="110"/>
                    <a:pt x="27" y="152"/>
                  </a:cubicBezTo>
                  <a:cubicBezTo>
                    <a:pt x="55" y="193"/>
                    <a:pt x="110" y="205"/>
                    <a:pt x="152" y="178"/>
                  </a:cubicBezTo>
                  <a:cubicBezTo>
                    <a:pt x="193" y="151"/>
                    <a:pt x="205" y="95"/>
                    <a:pt x="178" y="53"/>
                  </a:cubicBezTo>
                  <a:cubicBezTo>
                    <a:pt x="151" y="12"/>
                    <a:pt x="95" y="0"/>
                    <a:pt x="53"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46"/>
            <p:cNvSpPr>
              <a:spLocks/>
            </p:cNvSpPr>
            <p:nvPr/>
          </p:nvSpPr>
          <p:spPr bwMode="auto">
            <a:xfrm>
              <a:off x="2605088" y="3692526"/>
              <a:ext cx="1008063" cy="428625"/>
            </a:xfrm>
            <a:custGeom>
              <a:avLst/>
              <a:gdLst>
                <a:gd name="T0" fmla="*/ 24 w 645"/>
                <a:gd name="T1" fmla="*/ 27 h 274"/>
                <a:gd name="T2" fmla="*/ 14 w 645"/>
                <a:gd name="T3" fmla="*/ 112 h 274"/>
                <a:gd name="T4" fmla="*/ 25 w 645"/>
                <a:gd name="T5" fmla="*/ 72 h 274"/>
                <a:gd name="T6" fmla="*/ 64 w 645"/>
                <a:gd name="T7" fmla="*/ 44 h 274"/>
                <a:gd name="T8" fmla="*/ 75 w 645"/>
                <a:gd name="T9" fmla="*/ 46 h 274"/>
                <a:gd name="T10" fmla="*/ 102 w 645"/>
                <a:gd name="T11" fmla="*/ 96 h 274"/>
                <a:gd name="T12" fmla="*/ 75 w 645"/>
                <a:gd name="T13" fmla="*/ 183 h 274"/>
                <a:gd name="T14" fmla="*/ 94 w 645"/>
                <a:gd name="T15" fmla="*/ 198 h 274"/>
                <a:gd name="T16" fmla="*/ 165 w 645"/>
                <a:gd name="T17" fmla="*/ 199 h 274"/>
                <a:gd name="T18" fmla="*/ 205 w 645"/>
                <a:gd name="T19" fmla="*/ 239 h 274"/>
                <a:gd name="T20" fmla="*/ 200 w 645"/>
                <a:gd name="T21" fmla="*/ 257 h 274"/>
                <a:gd name="T22" fmla="*/ 229 w 645"/>
                <a:gd name="T23" fmla="*/ 268 h 274"/>
                <a:gd name="T24" fmla="*/ 292 w 645"/>
                <a:gd name="T25" fmla="*/ 265 h 274"/>
                <a:gd name="T26" fmla="*/ 307 w 645"/>
                <a:gd name="T27" fmla="*/ 258 h 274"/>
                <a:gd name="T28" fmla="*/ 422 w 645"/>
                <a:gd name="T29" fmla="*/ 182 h 274"/>
                <a:gd name="T30" fmla="*/ 562 w 645"/>
                <a:gd name="T31" fmla="*/ 266 h 274"/>
                <a:gd name="T32" fmla="*/ 588 w 645"/>
                <a:gd name="T33" fmla="*/ 273 h 274"/>
                <a:gd name="T34" fmla="*/ 631 w 645"/>
                <a:gd name="T35" fmla="*/ 248 h 274"/>
                <a:gd name="T36" fmla="*/ 614 w 645"/>
                <a:gd name="T37" fmla="*/ 180 h 274"/>
                <a:gd name="T38" fmla="*/ 446 w 645"/>
                <a:gd name="T39" fmla="*/ 80 h 274"/>
                <a:gd name="T40" fmla="*/ 393 w 645"/>
                <a:gd name="T41" fmla="*/ 82 h 274"/>
                <a:gd name="T42" fmla="*/ 300 w 645"/>
                <a:gd name="T43" fmla="*/ 143 h 274"/>
                <a:gd name="T44" fmla="*/ 126 w 645"/>
                <a:gd name="T45" fmla="*/ 35 h 274"/>
                <a:gd name="T46" fmla="*/ 24 w 645"/>
                <a:gd name="T47" fmla="*/ 27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45" h="274">
                  <a:moveTo>
                    <a:pt x="24" y="27"/>
                  </a:moveTo>
                  <a:cubicBezTo>
                    <a:pt x="7" y="46"/>
                    <a:pt x="0" y="79"/>
                    <a:pt x="14" y="112"/>
                  </a:cubicBezTo>
                  <a:cubicBezTo>
                    <a:pt x="25" y="72"/>
                    <a:pt x="25" y="72"/>
                    <a:pt x="25" y="72"/>
                  </a:cubicBezTo>
                  <a:cubicBezTo>
                    <a:pt x="31" y="55"/>
                    <a:pt x="46" y="44"/>
                    <a:pt x="64" y="44"/>
                  </a:cubicBezTo>
                  <a:cubicBezTo>
                    <a:pt x="68" y="44"/>
                    <a:pt x="72" y="44"/>
                    <a:pt x="75" y="46"/>
                  </a:cubicBezTo>
                  <a:cubicBezTo>
                    <a:pt x="96" y="52"/>
                    <a:pt x="108" y="74"/>
                    <a:pt x="102" y="96"/>
                  </a:cubicBezTo>
                  <a:cubicBezTo>
                    <a:pt x="75" y="183"/>
                    <a:pt x="75" y="183"/>
                    <a:pt x="75" y="183"/>
                  </a:cubicBezTo>
                  <a:cubicBezTo>
                    <a:pt x="82" y="189"/>
                    <a:pt x="88" y="194"/>
                    <a:pt x="94" y="198"/>
                  </a:cubicBezTo>
                  <a:cubicBezTo>
                    <a:pt x="165" y="199"/>
                    <a:pt x="165" y="199"/>
                    <a:pt x="165" y="199"/>
                  </a:cubicBezTo>
                  <a:cubicBezTo>
                    <a:pt x="187" y="199"/>
                    <a:pt x="205" y="217"/>
                    <a:pt x="205" y="239"/>
                  </a:cubicBezTo>
                  <a:cubicBezTo>
                    <a:pt x="205" y="246"/>
                    <a:pt x="203" y="252"/>
                    <a:pt x="200" y="257"/>
                  </a:cubicBezTo>
                  <a:cubicBezTo>
                    <a:pt x="210" y="261"/>
                    <a:pt x="219" y="264"/>
                    <a:pt x="229" y="268"/>
                  </a:cubicBezTo>
                  <a:cubicBezTo>
                    <a:pt x="253" y="274"/>
                    <a:pt x="274" y="272"/>
                    <a:pt x="292" y="265"/>
                  </a:cubicBezTo>
                  <a:cubicBezTo>
                    <a:pt x="297" y="264"/>
                    <a:pt x="302" y="261"/>
                    <a:pt x="307" y="258"/>
                  </a:cubicBezTo>
                  <a:cubicBezTo>
                    <a:pt x="422" y="182"/>
                    <a:pt x="422" y="182"/>
                    <a:pt x="422" y="182"/>
                  </a:cubicBezTo>
                  <a:cubicBezTo>
                    <a:pt x="562" y="266"/>
                    <a:pt x="562" y="266"/>
                    <a:pt x="562" y="266"/>
                  </a:cubicBezTo>
                  <a:cubicBezTo>
                    <a:pt x="570" y="271"/>
                    <a:pt x="579" y="273"/>
                    <a:pt x="588" y="273"/>
                  </a:cubicBezTo>
                  <a:cubicBezTo>
                    <a:pt x="605" y="273"/>
                    <a:pt x="622" y="264"/>
                    <a:pt x="631" y="248"/>
                  </a:cubicBezTo>
                  <a:cubicBezTo>
                    <a:pt x="645" y="225"/>
                    <a:pt x="637" y="194"/>
                    <a:pt x="614" y="180"/>
                  </a:cubicBezTo>
                  <a:cubicBezTo>
                    <a:pt x="446" y="80"/>
                    <a:pt x="446" y="80"/>
                    <a:pt x="446" y="80"/>
                  </a:cubicBezTo>
                  <a:cubicBezTo>
                    <a:pt x="429" y="70"/>
                    <a:pt x="409" y="71"/>
                    <a:pt x="393" y="82"/>
                  </a:cubicBezTo>
                  <a:cubicBezTo>
                    <a:pt x="300" y="143"/>
                    <a:pt x="300" y="143"/>
                    <a:pt x="300" y="143"/>
                  </a:cubicBezTo>
                  <a:cubicBezTo>
                    <a:pt x="235" y="121"/>
                    <a:pt x="171" y="69"/>
                    <a:pt x="126" y="35"/>
                  </a:cubicBezTo>
                  <a:cubicBezTo>
                    <a:pt x="96" y="7"/>
                    <a:pt x="46" y="0"/>
                    <a:pt x="24"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47"/>
            <p:cNvSpPr>
              <a:spLocks/>
            </p:cNvSpPr>
            <p:nvPr/>
          </p:nvSpPr>
          <p:spPr bwMode="auto">
            <a:xfrm>
              <a:off x="2578100" y="3768726"/>
              <a:ext cx="334963" cy="349250"/>
            </a:xfrm>
            <a:custGeom>
              <a:avLst/>
              <a:gdLst>
                <a:gd name="T0" fmla="*/ 214 w 214"/>
                <a:gd name="T1" fmla="*/ 191 h 223"/>
                <a:gd name="T2" fmla="*/ 182 w 214"/>
                <a:gd name="T3" fmla="*/ 159 h 223"/>
                <a:gd name="T4" fmla="*/ 77 w 214"/>
                <a:gd name="T5" fmla="*/ 158 h 223"/>
                <a:gd name="T6" fmla="*/ 111 w 214"/>
                <a:gd name="T7" fmla="*/ 45 h 223"/>
                <a:gd name="T8" fmla="*/ 90 w 214"/>
                <a:gd name="T9" fmla="*/ 5 h 223"/>
                <a:gd name="T10" fmla="*/ 50 w 214"/>
                <a:gd name="T11" fmla="*/ 27 h 223"/>
                <a:gd name="T12" fmla="*/ 3 w 214"/>
                <a:gd name="T13" fmla="*/ 181 h 223"/>
                <a:gd name="T14" fmla="*/ 8 w 214"/>
                <a:gd name="T15" fmla="*/ 209 h 223"/>
                <a:gd name="T16" fmla="*/ 34 w 214"/>
                <a:gd name="T17" fmla="*/ 222 h 223"/>
                <a:gd name="T18" fmla="*/ 181 w 214"/>
                <a:gd name="T19" fmla="*/ 223 h 223"/>
                <a:gd name="T20" fmla="*/ 182 w 214"/>
                <a:gd name="T21" fmla="*/ 223 h 223"/>
                <a:gd name="T22" fmla="*/ 214 w 214"/>
                <a:gd name="T23" fmla="*/ 19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4" h="223">
                  <a:moveTo>
                    <a:pt x="214" y="191"/>
                  </a:moveTo>
                  <a:cubicBezTo>
                    <a:pt x="214" y="173"/>
                    <a:pt x="200" y="159"/>
                    <a:pt x="182" y="159"/>
                  </a:cubicBezTo>
                  <a:cubicBezTo>
                    <a:pt x="77" y="158"/>
                    <a:pt x="77" y="158"/>
                    <a:pt x="77" y="158"/>
                  </a:cubicBezTo>
                  <a:cubicBezTo>
                    <a:pt x="111" y="45"/>
                    <a:pt x="111" y="45"/>
                    <a:pt x="111" y="45"/>
                  </a:cubicBezTo>
                  <a:cubicBezTo>
                    <a:pt x="116" y="28"/>
                    <a:pt x="107" y="10"/>
                    <a:pt x="90" y="5"/>
                  </a:cubicBezTo>
                  <a:cubicBezTo>
                    <a:pt x="73" y="0"/>
                    <a:pt x="55" y="10"/>
                    <a:pt x="50" y="27"/>
                  </a:cubicBezTo>
                  <a:cubicBezTo>
                    <a:pt x="3" y="181"/>
                    <a:pt x="3" y="181"/>
                    <a:pt x="3" y="181"/>
                  </a:cubicBezTo>
                  <a:cubicBezTo>
                    <a:pt x="0" y="190"/>
                    <a:pt x="2" y="201"/>
                    <a:pt x="8" y="209"/>
                  </a:cubicBezTo>
                  <a:cubicBezTo>
                    <a:pt x="14" y="217"/>
                    <a:pt x="24" y="222"/>
                    <a:pt x="34" y="222"/>
                  </a:cubicBezTo>
                  <a:cubicBezTo>
                    <a:pt x="181" y="223"/>
                    <a:pt x="181" y="223"/>
                    <a:pt x="181" y="223"/>
                  </a:cubicBezTo>
                  <a:cubicBezTo>
                    <a:pt x="182" y="223"/>
                    <a:pt x="182" y="223"/>
                    <a:pt x="182" y="223"/>
                  </a:cubicBezTo>
                  <a:cubicBezTo>
                    <a:pt x="199" y="223"/>
                    <a:pt x="214" y="209"/>
                    <a:pt x="214" y="1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48"/>
            <p:cNvSpPr>
              <a:spLocks/>
            </p:cNvSpPr>
            <p:nvPr/>
          </p:nvSpPr>
          <p:spPr bwMode="auto">
            <a:xfrm>
              <a:off x="3489325" y="3424238"/>
              <a:ext cx="63500" cy="85725"/>
            </a:xfrm>
            <a:custGeom>
              <a:avLst/>
              <a:gdLst>
                <a:gd name="T0" fmla="*/ 1 w 40"/>
                <a:gd name="T1" fmla="*/ 10 h 55"/>
                <a:gd name="T2" fmla="*/ 25 w 40"/>
                <a:gd name="T3" fmla="*/ 55 h 55"/>
                <a:gd name="T4" fmla="*/ 34 w 40"/>
                <a:gd name="T5" fmla="*/ 37 h 55"/>
                <a:gd name="T6" fmla="*/ 20 w 40"/>
                <a:gd name="T7" fmla="*/ 3 h 55"/>
                <a:gd name="T8" fmla="*/ 1 w 40"/>
                <a:gd name="T9" fmla="*/ 3 h 55"/>
                <a:gd name="T10" fmla="*/ 1 w 40"/>
                <a:gd name="T11" fmla="*/ 10 h 55"/>
              </a:gdLst>
              <a:ahLst/>
              <a:cxnLst>
                <a:cxn ang="0">
                  <a:pos x="T0" y="T1"/>
                </a:cxn>
                <a:cxn ang="0">
                  <a:pos x="T2" y="T3"/>
                </a:cxn>
                <a:cxn ang="0">
                  <a:pos x="T4" y="T5"/>
                </a:cxn>
                <a:cxn ang="0">
                  <a:pos x="T6" y="T7"/>
                </a:cxn>
                <a:cxn ang="0">
                  <a:pos x="T8" y="T9"/>
                </a:cxn>
                <a:cxn ang="0">
                  <a:pos x="T10" y="T11"/>
                </a:cxn>
              </a:cxnLst>
              <a:rect l="0" t="0" r="r" b="b"/>
              <a:pathLst>
                <a:path w="40" h="55">
                  <a:moveTo>
                    <a:pt x="1" y="10"/>
                  </a:moveTo>
                  <a:cubicBezTo>
                    <a:pt x="3" y="20"/>
                    <a:pt x="15" y="45"/>
                    <a:pt x="25" y="55"/>
                  </a:cubicBezTo>
                  <a:cubicBezTo>
                    <a:pt x="28" y="49"/>
                    <a:pt x="31" y="43"/>
                    <a:pt x="34" y="37"/>
                  </a:cubicBezTo>
                  <a:cubicBezTo>
                    <a:pt x="40" y="24"/>
                    <a:pt x="33" y="9"/>
                    <a:pt x="20" y="3"/>
                  </a:cubicBezTo>
                  <a:cubicBezTo>
                    <a:pt x="14" y="0"/>
                    <a:pt x="7" y="0"/>
                    <a:pt x="1" y="3"/>
                  </a:cubicBezTo>
                  <a:cubicBezTo>
                    <a:pt x="0" y="6"/>
                    <a:pt x="0" y="8"/>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49"/>
            <p:cNvSpPr>
              <a:spLocks/>
            </p:cNvSpPr>
            <p:nvPr/>
          </p:nvSpPr>
          <p:spPr bwMode="auto">
            <a:xfrm>
              <a:off x="3335338" y="3271838"/>
              <a:ext cx="246063" cy="315913"/>
            </a:xfrm>
            <a:custGeom>
              <a:avLst/>
              <a:gdLst>
                <a:gd name="T0" fmla="*/ 102 w 157"/>
                <a:gd name="T1" fmla="*/ 196 h 202"/>
                <a:gd name="T2" fmla="*/ 101 w 157"/>
                <a:gd name="T3" fmla="*/ 202 h 202"/>
                <a:gd name="T4" fmla="*/ 157 w 157"/>
                <a:gd name="T5" fmla="*/ 167 h 202"/>
                <a:gd name="T6" fmla="*/ 151 w 157"/>
                <a:gd name="T7" fmla="*/ 165 h 202"/>
                <a:gd name="T8" fmla="*/ 126 w 157"/>
                <a:gd name="T9" fmla="*/ 163 h 202"/>
                <a:gd name="T10" fmla="*/ 92 w 157"/>
                <a:gd name="T11" fmla="*/ 109 h 202"/>
                <a:gd name="T12" fmla="*/ 94 w 157"/>
                <a:gd name="T13" fmla="*/ 67 h 202"/>
                <a:gd name="T14" fmla="*/ 51 w 157"/>
                <a:gd name="T15" fmla="*/ 2 h 202"/>
                <a:gd name="T16" fmla="*/ 46 w 157"/>
                <a:gd name="T17" fmla="*/ 1 h 202"/>
                <a:gd name="T18" fmla="*/ 2 w 157"/>
                <a:gd name="T19" fmla="*/ 28 h 202"/>
                <a:gd name="T20" fmla="*/ 1 w 157"/>
                <a:gd name="T21" fmla="*/ 33 h 202"/>
                <a:gd name="T22" fmla="*/ 39 w 157"/>
                <a:gd name="T23" fmla="*/ 101 h 202"/>
                <a:gd name="T24" fmla="*/ 78 w 157"/>
                <a:gd name="T25" fmla="*/ 118 h 202"/>
                <a:gd name="T26" fmla="*/ 111 w 157"/>
                <a:gd name="T27" fmla="*/ 172 h 202"/>
                <a:gd name="T28" fmla="*/ 102 w 157"/>
                <a:gd name="T29" fmla="*/ 19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7" h="202">
                  <a:moveTo>
                    <a:pt x="102" y="196"/>
                  </a:moveTo>
                  <a:cubicBezTo>
                    <a:pt x="100" y="198"/>
                    <a:pt x="99" y="201"/>
                    <a:pt x="101" y="202"/>
                  </a:cubicBezTo>
                  <a:cubicBezTo>
                    <a:pt x="157" y="167"/>
                    <a:pt x="157" y="167"/>
                    <a:pt x="157" y="167"/>
                  </a:cubicBezTo>
                  <a:cubicBezTo>
                    <a:pt x="157" y="166"/>
                    <a:pt x="154" y="165"/>
                    <a:pt x="151" y="165"/>
                  </a:cubicBezTo>
                  <a:cubicBezTo>
                    <a:pt x="148" y="166"/>
                    <a:pt x="140" y="171"/>
                    <a:pt x="126" y="163"/>
                  </a:cubicBezTo>
                  <a:cubicBezTo>
                    <a:pt x="111" y="156"/>
                    <a:pt x="94" y="119"/>
                    <a:pt x="92" y="109"/>
                  </a:cubicBezTo>
                  <a:cubicBezTo>
                    <a:pt x="90" y="100"/>
                    <a:pt x="93" y="94"/>
                    <a:pt x="94" y="67"/>
                  </a:cubicBezTo>
                  <a:cubicBezTo>
                    <a:pt x="96" y="42"/>
                    <a:pt x="59" y="8"/>
                    <a:pt x="51" y="2"/>
                  </a:cubicBezTo>
                  <a:cubicBezTo>
                    <a:pt x="50" y="0"/>
                    <a:pt x="48" y="0"/>
                    <a:pt x="46" y="1"/>
                  </a:cubicBezTo>
                  <a:cubicBezTo>
                    <a:pt x="2" y="28"/>
                    <a:pt x="2" y="28"/>
                    <a:pt x="2" y="28"/>
                  </a:cubicBezTo>
                  <a:cubicBezTo>
                    <a:pt x="0" y="29"/>
                    <a:pt x="0" y="31"/>
                    <a:pt x="1" y="33"/>
                  </a:cubicBezTo>
                  <a:cubicBezTo>
                    <a:pt x="3" y="43"/>
                    <a:pt x="17" y="91"/>
                    <a:pt x="39" y="101"/>
                  </a:cubicBezTo>
                  <a:cubicBezTo>
                    <a:pt x="64" y="112"/>
                    <a:pt x="71" y="112"/>
                    <a:pt x="78" y="118"/>
                  </a:cubicBezTo>
                  <a:cubicBezTo>
                    <a:pt x="86" y="124"/>
                    <a:pt x="111" y="155"/>
                    <a:pt x="111" y="172"/>
                  </a:cubicBezTo>
                  <a:cubicBezTo>
                    <a:pt x="111" y="188"/>
                    <a:pt x="104" y="194"/>
                    <a:pt x="102" y="1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50"/>
            <p:cNvSpPr>
              <a:spLocks/>
            </p:cNvSpPr>
            <p:nvPr/>
          </p:nvSpPr>
          <p:spPr bwMode="auto">
            <a:xfrm>
              <a:off x="2262188" y="3322638"/>
              <a:ext cx="2032000" cy="1219200"/>
            </a:xfrm>
            <a:custGeom>
              <a:avLst/>
              <a:gdLst>
                <a:gd name="T0" fmla="*/ 40 w 1299"/>
                <a:gd name="T1" fmla="*/ 779 h 779"/>
                <a:gd name="T2" fmla="*/ 76 w 1299"/>
                <a:gd name="T3" fmla="*/ 779 h 779"/>
                <a:gd name="T4" fmla="*/ 116 w 1299"/>
                <a:gd name="T5" fmla="*/ 739 h 779"/>
                <a:gd name="T6" fmla="*/ 116 w 1299"/>
                <a:gd name="T7" fmla="*/ 642 h 779"/>
                <a:gd name="T8" fmla="*/ 1183 w 1299"/>
                <a:gd name="T9" fmla="*/ 642 h 779"/>
                <a:gd name="T10" fmla="*/ 1183 w 1299"/>
                <a:gd name="T11" fmla="*/ 739 h 779"/>
                <a:gd name="T12" fmla="*/ 1223 w 1299"/>
                <a:gd name="T13" fmla="*/ 779 h 779"/>
                <a:gd name="T14" fmla="*/ 1259 w 1299"/>
                <a:gd name="T15" fmla="*/ 779 h 779"/>
                <a:gd name="T16" fmla="*/ 1299 w 1299"/>
                <a:gd name="T17" fmla="*/ 739 h 779"/>
                <a:gd name="T18" fmla="*/ 1299 w 1299"/>
                <a:gd name="T19" fmla="*/ 532 h 779"/>
                <a:gd name="T20" fmla="*/ 1259 w 1299"/>
                <a:gd name="T21" fmla="*/ 492 h 779"/>
                <a:gd name="T22" fmla="*/ 1223 w 1299"/>
                <a:gd name="T23" fmla="*/ 492 h 779"/>
                <a:gd name="T24" fmla="*/ 1183 w 1299"/>
                <a:gd name="T25" fmla="*/ 532 h 779"/>
                <a:gd name="T26" fmla="*/ 1183 w 1299"/>
                <a:gd name="T27" fmla="*/ 548 h 779"/>
                <a:gd name="T28" fmla="*/ 116 w 1299"/>
                <a:gd name="T29" fmla="*/ 548 h 779"/>
                <a:gd name="T30" fmla="*/ 116 w 1299"/>
                <a:gd name="T31" fmla="*/ 40 h 779"/>
                <a:gd name="T32" fmla="*/ 76 w 1299"/>
                <a:gd name="T33" fmla="*/ 0 h 779"/>
                <a:gd name="T34" fmla="*/ 40 w 1299"/>
                <a:gd name="T35" fmla="*/ 0 h 779"/>
                <a:gd name="T36" fmla="*/ 0 w 1299"/>
                <a:gd name="T37" fmla="*/ 40 h 779"/>
                <a:gd name="T38" fmla="*/ 0 w 1299"/>
                <a:gd name="T39" fmla="*/ 739 h 779"/>
                <a:gd name="T40" fmla="*/ 40 w 1299"/>
                <a:gd name="T41" fmla="*/ 779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99" h="779">
                  <a:moveTo>
                    <a:pt x="40" y="779"/>
                  </a:moveTo>
                  <a:cubicBezTo>
                    <a:pt x="76" y="779"/>
                    <a:pt x="76" y="779"/>
                    <a:pt x="76" y="779"/>
                  </a:cubicBezTo>
                  <a:cubicBezTo>
                    <a:pt x="98" y="779"/>
                    <a:pt x="116" y="761"/>
                    <a:pt x="116" y="739"/>
                  </a:cubicBezTo>
                  <a:cubicBezTo>
                    <a:pt x="116" y="642"/>
                    <a:pt x="116" y="642"/>
                    <a:pt x="116" y="642"/>
                  </a:cubicBezTo>
                  <a:cubicBezTo>
                    <a:pt x="1183" y="642"/>
                    <a:pt x="1183" y="642"/>
                    <a:pt x="1183" y="642"/>
                  </a:cubicBezTo>
                  <a:cubicBezTo>
                    <a:pt x="1183" y="739"/>
                    <a:pt x="1183" y="739"/>
                    <a:pt x="1183" y="739"/>
                  </a:cubicBezTo>
                  <a:cubicBezTo>
                    <a:pt x="1183" y="761"/>
                    <a:pt x="1200" y="779"/>
                    <a:pt x="1223" y="779"/>
                  </a:cubicBezTo>
                  <a:cubicBezTo>
                    <a:pt x="1259" y="779"/>
                    <a:pt x="1259" y="779"/>
                    <a:pt x="1259" y="779"/>
                  </a:cubicBezTo>
                  <a:cubicBezTo>
                    <a:pt x="1281" y="779"/>
                    <a:pt x="1299" y="761"/>
                    <a:pt x="1299" y="739"/>
                  </a:cubicBezTo>
                  <a:cubicBezTo>
                    <a:pt x="1299" y="532"/>
                    <a:pt x="1299" y="532"/>
                    <a:pt x="1299" y="532"/>
                  </a:cubicBezTo>
                  <a:cubicBezTo>
                    <a:pt x="1299" y="510"/>
                    <a:pt x="1281" y="492"/>
                    <a:pt x="1259" y="492"/>
                  </a:cubicBezTo>
                  <a:cubicBezTo>
                    <a:pt x="1223" y="492"/>
                    <a:pt x="1223" y="492"/>
                    <a:pt x="1223" y="492"/>
                  </a:cubicBezTo>
                  <a:cubicBezTo>
                    <a:pt x="1200" y="492"/>
                    <a:pt x="1183" y="510"/>
                    <a:pt x="1183" y="532"/>
                  </a:cubicBezTo>
                  <a:cubicBezTo>
                    <a:pt x="1183" y="548"/>
                    <a:pt x="1183" y="548"/>
                    <a:pt x="1183" y="548"/>
                  </a:cubicBezTo>
                  <a:cubicBezTo>
                    <a:pt x="116" y="548"/>
                    <a:pt x="116" y="548"/>
                    <a:pt x="116" y="548"/>
                  </a:cubicBezTo>
                  <a:cubicBezTo>
                    <a:pt x="116" y="40"/>
                    <a:pt x="116" y="40"/>
                    <a:pt x="116" y="40"/>
                  </a:cubicBezTo>
                  <a:cubicBezTo>
                    <a:pt x="116" y="18"/>
                    <a:pt x="98" y="0"/>
                    <a:pt x="76" y="0"/>
                  </a:cubicBezTo>
                  <a:cubicBezTo>
                    <a:pt x="40" y="0"/>
                    <a:pt x="40" y="0"/>
                    <a:pt x="40" y="0"/>
                  </a:cubicBezTo>
                  <a:cubicBezTo>
                    <a:pt x="17" y="0"/>
                    <a:pt x="0" y="18"/>
                    <a:pt x="0" y="40"/>
                  </a:cubicBezTo>
                  <a:cubicBezTo>
                    <a:pt x="0" y="739"/>
                    <a:pt x="0" y="739"/>
                    <a:pt x="0" y="739"/>
                  </a:cubicBezTo>
                  <a:cubicBezTo>
                    <a:pt x="0" y="761"/>
                    <a:pt x="17" y="779"/>
                    <a:pt x="40" y="7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59" name="组合 158"/>
          <p:cNvGrpSpPr/>
          <p:nvPr/>
        </p:nvGrpSpPr>
        <p:grpSpPr>
          <a:xfrm>
            <a:off x="6529933" y="1020763"/>
            <a:ext cx="1598613" cy="1812926"/>
            <a:chOff x="603250" y="1020763"/>
            <a:chExt cx="1598613" cy="1812926"/>
          </a:xfrm>
          <a:solidFill>
            <a:schemeClr val="tx1">
              <a:lumMod val="65000"/>
              <a:lumOff val="35000"/>
            </a:schemeClr>
          </a:solidFill>
        </p:grpSpPr>
        <p:sp>
          <p:nvSpPr>
            <p:cNvPr id="160" name="Oval 51"/>
            <p:cNvSpPr>
              <a:spLocks noChangeArrowheads="1"/>
            </p:cNvSpPr>
            <p:nvPr/>
          </p:nvSpPr>
          <p:spPr bwMode="auto">
            <a:xfrm>
              <a:off x="1054100" y="1133476"/>
              <a:ext cx="280988" cy="2809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52"/>
            <p:cNvSpPr>
              <a:spLocks/>
            </p:cNvSpPr>
            <p:nvPr/>
          </p:nvSpPr>
          <p:spPr bwMode="auto">
            <a:xfrm>
              <a:off x="995363" y="1089026"/>
              <a:ext cx="398463" cy="242888"/>
            </a:xfrm>
            <a:custGeom>
              <a:avLst/>
              <a:gdLst>
                <a:gd name="T0" fmla="*/ 16 w 254"/>
                <a:gd name="T1" fmla="*/ 155 h 155"/>
                <a:gd name="T2" fmla="*/ 32 w 254"/>
                <a:gd name="T3" fmla="*/ 140 h 155"/>
                <a:gd name="T4" fmla="*/ 32 w 254"/>
                <a:gd name="T5" fmla="*/ 105 h 155"/>
                <a:gd name="T6" fmla="*/ 24 w 254"/>
                <a:gd name="T7" fmla="*/ 93 h 155"/>
                <a:gd name="T8" fmla="*/ 127 w 254"/>
                <a:gd name="T9" fmla="*/ 12 h 155"/>
                <a:gd name="T10" fmla="*/ 230 w 254"/>
                <a:gd name="T11" fmla="*/ 93 h 155"/>
                <a:gd name="T12" fmla="*/ 222 w 254"/>
                <a:gd name="T13" fmla="*/ 105 h 155"/>
                <a:gd name="T14" fmla="*/ 222 w 254"/>
                <a:gd name="T15" fmla="*/ 140 h 155"/>
                <a:gd name="T16" fmla="*/ 238 w 254"/>
                <a:gd name="T17" fmla="*/ 155 h 155"/>
                <a:gd name="T18" fmla="*/ 254 w 254"/>
                <a:gd name="T19" fmla="*/ 140 h 155"/>
                <a:gd name="T20" fmla="*/ 254 w 254"/>
                <a:gd name="T21" fmla="*/ 105 h 155"/>
                <a:gd name="T22" fmla="*/ 242 w 254"/>
                <a:gd name="T23" fmla="*/ 91 h 155"/>
                <a:gd name="T24" fmla="*/ 127 w 254"/>
                <a:gd name="T25" fmla="*/ 0 h 155"/>
                <a:gd name="T26" fmla="*/ 12 w 254"/>
                <a:gd name="T27" fmla="*/ 91 h 155"/>
                <a:gd name="T28" fmla="*/ 0 w 254"/>
                <a:gd name="T29" fmla="*/ 105 h 155"/>
                <a:gd name="T30" fmla="*/ 0 w 254"/>
                <a:gd name="T31" fmla="*/ 140 h 155"/>
                <a:gd name="T32" fmla="*/ 16 w 254"/>
                <a:gd name="T33" fmla="*/ 155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4" h="155">
                  <a:moveTo>
                    <a:pt x="16" y="155"/>
                  </a:moveTo>
                  <a:cubicBezTo>
                    <a:pt x="25" y="155"/>
                    <a:pt x="32" y="148"/>
                    <a:pt x="32" y="140"/>
                  </a:cubicBezTo>
                  <a:cubicBezTo>
                    <a:pt x="32" y="105"/>
                    <a:pt x="32" y="105"/>
                    <a:pt x="32" y="105"/>
                  </a:cubicBezTo>
                  <a:cubicBezTo>
                    <a:pt x="32" y="100"/>
                    <a:pt x="29" y="95"/>
                    <a:pt x="24" y="93"/>
                  </a:cubicBezTo>
                  <a:cubicBezTo>
                    <a:pt x="35" y="46"/>
                    <a:pt x="77" y="12"/>
                    <a:pt x="127" y="12"/>
                  </a:cubicBezTo>
                  <a:cubicBezTo>
                    <a:pt x="177" y="12"/>
                    <a:pt x="219" y="46"/>
                    <a:pt x="230" y="93"/>
                  </a:cubicBezTo>
                  <a:cubicBezTo>
                    <a:pt x="225" y="95"/>
                    <a:pt x="222" y="100"/>
                    <a:pt x="222" y="105"/>
                  </a:cubicBezTo>
                  <a:cubicBezTo>
                    <a:pt x="222" y="140"/>
                    <a:pt x="222" y="140"/>
                    <a:pt x="222" y="140"/>
                  </a:cubicBezTo>
                  <a:cubicBezTo>
                    <a:pt x="222" y="148"/>
                    <a:pt x="229" y="155"/>
                    <a:pt x="238" y="155"/>
                  </a:cubicBezTo>
                  <a:cubicBezTo>
                    <a:pt x="247" y="155"/>
                    <a:pt x="254" y="148"/>
                    <a:pt x="254" y="140"/>
                  </a:cubicBezTo>
                  <a:cubicBezTo>
                    <a:pt x="254" y="105"/>
                    <a:pt x="254" y="105"/>
                    <a:pt x="254" y="105"/>
                  </a:cubicBezTo>
                  <a:cubicBezTo>
                    <a:pt x="254" y="98"/>
                    <a:pt x="249" y="93"/>
                    <a:pt x="242" y="91"/>
                  </a:cubicBezTo>
                  <a:cubicBezTo>
                    <a:pt x="230" y="39"/>
                    <a:pt x="183" y="0"/>
                    <a:pt x="127" y="0"/>
                  </a:cubicBezTo>
                  <a:cubicBezTo>
                    <a:pt x="71" y="0"/>
                    <a:pt x="24" y="39"/>
                    <a:pt x="12" y="91"/>
                  </a:cubicBezTo>
                  <a:cubicBezTo>
                    <a:pt x="5" y="93"/>
                    <a:pt x="0" y="98"/>
                    <a:pt x="0" y="105"/>
                  </a:cubicBezTo>
                  <a:cubicBezTo>
                    <a:pt x="0" y="140"/>
                    <a:pt x="0" y="140"/>
                    <a:pt x="0" y="140"/>
                  </a:cubicBezTo>
                  <a:cubicBezTo>
                    <a:pt x="0" y="148"/>
                    <a:pt x="7" y="155"/>
                    <a:pt x="16" y="1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53"/>
            <p:cNvSpPr>
              <a:spLocks/>
            </p:cNvSpPr>
            <p:nvPr/>
          </p:nvSpPr>
          <p:spPr bwMode="auto">
            <a:xfrm>
              <a:off x="1381125" y="1020763"/>
              <a:ext cx="195263" cy="190500"/>
            </a:xfrm>
            <a:custGeom>
              <a:avLst/>
              <a:gdLst>
                <a:gd name="T0" fmla="*/ 38 w 125"/>
                <a:gd name="T1" fmla="*/ 69 h 122"/>
                <a:gd name="T2" fmla="*/ 33 w 125"/>
                <a:gd name="T3" fmla="*/ 72 h 122"/>
                <a:gd name="T4" fmla="*/ 23 w 125"/>
                <a:gd name="T5" fmla="*/ 84 h 122"/>
                <a:gd name="T6" fmla="*/ 27 w 125"/>
                <a:gd name="T7" fmla="*/ 117 h 122"/>
                <a:gd name="T8" fmla="*/ 57 w 125"/>
                <a:gd name="T9" fmla="*/ 102 h 122"/>
                <a:gd name="T10" fmla="*/ 58 w 125"/>
                <a:gd name="T11" fmla="*/ 74 h 122"/>
                <a:gd name="T12" fmla="*/ 58 w 125"/>
                <a:gd name="T13" fmla="*/ 74 h 122"/>
                <a:gd name="T14" fmla="*/ 35 w 125"/>
                <a:gd name="T15" fmla="*/ 38 h 122"/>
                <a:gd name="T16" fmla="*/ 42 w 125"/>
                <a:gd name="T17" fmla="*/ 25 h 122"/>
                <a:gd name="T18" fmla="*/ 61 w 125"/>
                <a:gd name="T19" fmla="*/ 25 h 122"/>
                <a:gd name="T20" fmla="*/ 83 w 125"/>
                <a:gd name="T21" fmla="*/ 36 h 122"/>
                <a:gd name="T22" fmla="*/ 100 w 125"/>
                <a:gd name="T23" fmla="*/ 64 h 122"/>
                <a:gd name="T24" fmla="*/ 96 w 125"/>
                <a:gd name="T25" fmla="*/ 66 h 122"/>
                <a:gd name="T26" fmla="*/ 85 w 125"/>
                <a:gd name="T27" fmla="*/ 78 h 122"/>
                <a:gd name="T28" fmla="*/ 90 w 125"/>
                <a:gd name="T29" fmla="*/ 111 h 122"/>
                <a:gd name="T30" fmla="*/ 120 w 125"/>
                <a:gd name="T31" fmla="*/ 97 h 122"/>
                <a:gd name="T32" fmla="*/ 120 w 125"/>
                <a:gd name="T33" fmla="*/ 68 h 122"/>
                <a:gd name="T34" fmla="*/ 120 w 125"/>
                <a:gd name="T35" fmla="*/ 68 h 122"/>
                <a:gd name="T36" fmla="*/ 84 w 125"/>
                <a:gd name="T37" fmla="*/ 12 h 122"/>
                <a:gd name="T38" fmla="*/ 62 w 125"/>
                <a:gd name="T39" fmla="*/ 1 h 122"/>
                <a:gd name="T40" fmla="*/ 62 w 125"/>
                <a:gd name="T41" fmla="*/ 1 h 122"/>
                <a:gd name="T42" fmla="*/ 11 w 125"/>
                <a:gd name="T43" fmla="*/ 4 h 122"/>
                <a:gd name="T44" fmla="*/ 4 w 125"/>
                <a:gd name="T45" fmla="*/ 17 h 122"/>
                <a:gd name="T46" fmla="*/ 38 w 125"/>
                <a:gd name="T47" fmla="*/ 69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5" h="122">
                  <a:moveTo>
                    <a:pt x="38" y="69"/>
                  </a:moveTo>
                  <a:cubicBezTo>
                    <a:pt x="36" y="70"/>
                    <a:pt x="35" y="71"/>
                    <a:pt x="33" y="72"/>
                  </a:cubicBezTo>
                  <a:cubicBezTo>
                    <a:pt x="29" y="74"/>
                    <a:pt x="26" y="79"/>
                    <a:pt x="23" y="84"/>
                  </a:cubicBezTo>
                  <a:cubicBezTo>
                    <a:pt x="16" y="97"/>
                    <a:pt x="18" y="111"/>
                    <a:pt x="27" y="117"/>
                  </a:cubicBezTo>
                  <a:cubicBezTo>
                    <a:pt x="37" y="122"/>
                    <a:pt x="50" y="115"/>
                    <a:pt x="57" y="102"/>
                  </a:cubicBezTo>
                  <a:cubicBezTo>
                    <a:pt x="63" y="92"/>
                    <a:pt x="63" y="80"/>
                    <a:pt x="58" y="74"/>
                  </a:cubicBezTo>
                  <a:cubicBezTo>
                    <a:pt x="58" y="74"/>
                    <a:pt x="58" y="74"/>
                    <a:pt x="58" y="74"/>
                  </a:cubicBezTo>
                  <a:cubicBezTo>
                    <a:pt x="35" y="38"/>
                    <a:pt x="35" y="38"/>
                    <a:pt x="35" y="38"/>
                  </a:cubicBezTo>
                  <a:cubicBezTo>
                    <a:pt x="31" y="31"/>
                    <a:pt x="34" y="26"/>
                    <a:pt x="42" y="25"/>
                  </a:cubicBezTo>
                  <a:cubicBezTo>
                    <a:pt x="61" y="25"/>
                    <a:pt x="61" y="25"/>
                    <a:pt x="61" y="25"/>
                  </a:cubicBezTo>
                  <a:cubicBezTo>
                    <a:pt x="68" y="25"/>
                    <a:pt x="78" y="30"/>
                    <a:pt x="83" y="36"/>
                  </a:cubicBezTo>
                  <a:cubicBezTo>
                    <a:pt x="100" y="64"/>
                    <a:pt x="100" y="64"/>
                    <a:pt x="100" y="64"/>
                  </a:cubicBezTo>
                  <a:cubicBezTo>
                    <a:pt x="99" y="65"/>
                    <a:pt x="97" y="66"/>
                    <a:pt x="96" y="66"/>
                  </a:cubicBezTo>
                  <a:cubicBezTo>
                    <a:pt x="92" y="69"/>
                    <a:pt x="88" y="73"/>
                    <a:pt x="85" y="78"/>
                  </a:cubicBezTo>
                  <a:cubicBezTo>
                    <a:pt x="78" y="92"/>
                    <a:pt x="80" y="106"/>
                    <a:pt x="90" y="111"/>
                  </a:cubicBezTo>
                  <a:cubicBezTo>
                    <a:pt x="99" y="116"/>
                    <a:pt x="113" y="110"/>
                    <a:pt x="120" y="97"/>
                  </a:cubicBezTo>
                  <a:cubicBezTo>
                    <a:pt x="125" y="87"/>
                    <a:pt x="125" y="75"/>
                    <a:pt x="120" y="68"/>
                  </a:cubicBezTo>
                  <a:cubicBezTo>
                    <a:pt x="120" y="68"/>
                    <a:pt x="120" y="68"/>
                    <a:pt x="120" y="68"/>
                  </a:cubicBezTo>
                  <a:cubicBezTo>
                    <a:pt x="84" y="12"/>
                    <a:pt x="84" y="12"/>
                    <a:pt x="84" y="12"/>
                  </a:cubicBezTo>
                  <a:cubicBezTo>
                    <a:pt x="80" y="5"/>
                    <a:pt x="70" y="0"/>
                    <a:pt x="62" y="1"/>
                  </a:cubicBezTo>
                  <a:cubicBezTo>
                    <a:pt x="62" y="1"/>
                    <a:pt x="62" y="1"/>
                    <a:pt x="62" y="1"/>
                  </a:cubicBezTo>
                  <a:cubicBezTo>
                    <a:pt x="11" y="4"/>
                    <a:pt x="11" y="4"/>
                    <a:pt x="11" y="4"/>
                  </a:cubicBezTo>
                  <a:cubicBezTo>
                    <a:pt x="3" y="4"/>
                    <a:pt x="0" y="10"/>
                    <a:pt x="4" y="17"/>
                  </a:cubicBezTo>
                  <a:lnTo>
                    <a:pt x="38"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54"/>
            <p:cNvSpPr>
              <a:spLocks/>
            </p:cNvSpPr>
            <p:nvPr/>
          </p:nvSpPr>
          <p:spPr bwMode="auto">
            <a:xfrm>
              <a:off x="812800" y="1036638"/>
              <a:ext cx="630238" cy="844550"/>
            </a:xfrm>
            <a:custGeom>
              <a:avLst/>
              <a:gdLst>
                <a:gd name="T0" fmla="*/ 241 w 403"/>
                <a:gd name="T1" fmla="*/ 494 h 540"/>
                <a:gd name="T2" fmla="*/ 291 w 403"/>
                <a:gd name="T3" fmla="*/ 454 h 540"/>
                <a:gd name="T4" fmla="*/ 322 w 403"/>
                <a:gd name="T5" fmla="*/ 368 h 540"/>
                <a:gd name="T6" fmla="*/ 335 w 403"/>
                <a:gd name="T7" fmla="*/ 381 h 540"/>
                <a:gd name="T8" fmla="*/ 337 w 403"/>
                <a:gd name="T9" fmla="*/ 385 h 540"/>
                <a:gd name="T10" fmla="*/ 339 w 403"/>
                <a:gd name="T11" fmla="*/ 395 h 540"/>
                <a:gd name="T12" fmla="*/ 338 w 403"/>
                <a:gd name="T13" fmla="*/ 401 h 540"/>
                <a:gd name="T14" fmla="*/ 338 w 403"/>
                <a:gd name="T15" fmla="*/ 401 h 540"/>
                <a:gd name="T16" fmla="*/ 317 w 403"/>
                <a:gd name="T17" fmla="*/ 439 h 540"/>
                <a:gd name="T18" fmla="*/ 246 w 403"/>
                <a:gd name="T19" fmla="*/ 501 h 540"/>
                <a:gd name="T20" fmla="*/ 235 w 403"/>
                <a:gd name="T21" fmla="*/ 540 h 540"/>
                <a:gd name="T22" fmla="*/ 300 w 403"/>
                <a:gd name="T23" fmla="*/ 540 h 540"/>
                <a:gd name="T24" fmla="*/ 366 w 403"/>
                <a:gd name="T25" fmla="*/ 480 h 540"/>
                <a:gd name="T26" fmla="*/ 401 w 403"/>
                <a:gd name="T27" fmla="*/ 414 h 540"/>
                <a:gd name="T28" fmla="*/ 401 w 403"/>
                <a:gd name="T29" fmla="*/ 413 h 540"/>
                <a:gd name="T30" fmla="*/ 403 w 403"/>
                <a:gd name="T31" fmla="*/ 395 h 540"/>
                <a:gd name="T32" fmla="*/ 402 w 403"/>
                <a:gd name="T33" fmla="*/ 384 h 540"/>
                <a:gd name="T34" fmla="*/ 387 w 403"/>
                <a:gd name="T35" fmla="*/ 345 h 540"/>
                <a:gd name="T36" fmla="*/ 343 w 403"/>
                <a:gd name="T37" fmla="*/ 305 h 540"/>
                <a:gd name="T38" fmla="*/ 317 w 403"/>
                <a:gd name="T39" fmla="*/ 293 h 540"/>
                <a:gd name="T40" fmla="*/ 312 w 403"/>
                <a:gd name="T41" fmla="*/ 292 h 540"/>
                <a:gd name="T42" fmla="*/ 309 w 403"/>
                <a:gd name="T43" fmla="*/ 291 h 540"/>
                <a:gd name="T44" fmla="*/ 162 w 403"/>
                <a:gd name="T45" fmla="*/ 258 h 540"/>
                <a:gd name="T46" fmla="*/ 157 w 403"/>
                <a:gd name="T47" fmla="*/ 257 h 540"/>
                <a:gd name="T48" fmla="*/ 117 w 403"/>
                <a:gd name="T49" fmla="*/ 231 h 540"/>
                <a:gd name="T50" fmla="*/ 79 w 403"/>
                <a:gd name="T51" fmla="*/ 188 h 540"/>
                <a:gd name="T52" fmla="*/ 64 w 403"/>
                <a:gd name="T53" fmla="*/ 131 h 540"/>
                <a:gd name="T54" fmla="*/ 86 w 403"/>
                <a:gd name="T55" fmla="*/ 52 h 540"/>
                <a:gd name="T56" fmla="*/ 73 w 403"/>
                <a:gd name="T57" fmla="*/ 9 h 540"/>
                <a:gd name="T58" fmla="*/ 30 w 403"/>
                <a:gd name="T59" fmla="*/ 22 h 540"/>
                <a:gd name="T60" fmla="*/ 0 w 403"/>
                <a:gd name="T61" fmla="*/ 131 h 540"/>
                <a:gd name="T62" fmla="*/ 26 w 403"/>
                <a:gd name="T63" fmla="*/ 223 h 540"/>
                <a:gd name="T64" fmla="*/ 102 w 403"/>
                <a:gd name="T65" fmla="*/ 299 h 540"/>
                <a:gd name="T66" fmla="*/ 116 w 403"/>
                <a:gd name="T67" fmla="*/ 540 h 540"/>
                <a:gd name="T68" fmla="*/ 226 w 403"/>
                <a:gd name="T69" fmla="*/ 540 h 540"/>
                <a:gd name="T70" fmla="*/ 241 w 403"/>
                <a:gd name="T71" fmla="*/ 494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03" h="540">
                  <a:moveTo>
                    <a:pt x="241" y="494"/>
                  </a:moveTo>
                  <a:cubicBezTo>
                    <a:pt x="261" y="481"/>
                    <a:pt x="277" y="467"/>
                    <a:pt x="291" y="454"/>
                  </a:cubicBezTo>
                  <a:cubicBezTo>
                    <a:pt x="294" y="423"/>
                    <a:pt x="306" y="396"/>
                    <a:pt x="322" y="368"/>
                  </a:cubicBezTo>
                  <a:cubicBezTo>
                    <a:pt x="327" y="372"/>
                    <a:pt x="332" y="376"/>
                    <a:pt x="335" y="381"/>
                  </a:cubicBezTo>
                  <a:cubicBezTo>
                    <a:pt x="335" y="382"/>
                    <a:pt x="336" y="383"/>
                    <a:pt x="337" y="385"/>
                  </a:cubicBezTo>
                  <a:cubicBezTo>
                    <a:pt x="338" y="388"/>
                    <a:pt x="339" y="391"/>
                    <a:pt x="339" y="395"/>
                  </a:cubicBezTo>
                  <a:cubicBezTo>
                    <a:pt x="339" y="397"/>
                    <a:pt x="339" y="399"/>
                    <a:pt x="338" y="401"/>
                  </a:cubicBezTo>
                  <a:cubicBezTo>
                    <a:pt x="338" y="401"/>
                    <a:pt x="338" y="401"/>
                    <a:pt x="338" y="401"/>
                  </a:cubicBezTo>
                  <a:cubicBezTo>
                    <a:pt x="337" y="409"/>
                    <a:pt x="331" y="422"/>
                    <a:pt x="317" y="439"/>
                  </a:cubicBezTo>
                  <a:cubicBezTo>
                    <a:pt x="303" y="456"/>
                    <a:pt x="280" y="477"/>
                    <a:pt x="246" y="501"/>
                  </a:cubicBezTo>
                  <a:cubicBezTo>
                    <a:pt x="233" y="510"/>
                    <a:pt x="229" y="527"/>
                    <a:pt x="235" y="540"/>
                  </a:cubicBezTo>
                  <a:cubicBezTo>
                    <a:pt x="300" y="540"/>
                    <a:pt x="300" y="540"/>
                    <a:pt x="300" y="540"/>
                  </a:cubicBezTo>
                  <a:cubicBezTo>
                    <a:pt x="329" y="519"/>
                    <a:pt x="350" y="499"/>
                    <a:pt x="366" y="480"/>
                  </a:cubicBezTo>
                  <a:cubicBezTo>
                    <a:pt x="385" y="458"/>
                    <a:pt x="396" y="436"/>
                    <a:pt x="401" y="414"/>
                  </a:cubicBezTo>
                  <a:cubicBezTo>
                    <a:pt x="401" y="413"/>
                    <a:pt x="401" y="413"/>
                    <a:pt x="401" y="413"/>
                  </a:cubicBezTo>
                  <a:cubicBezTo>
                    <a:pt x="402" y="407"/>
                    <a:pt x="403" y="401"/>
                    <a:pt x="403" y="395"/>
                  </a:cubicBezTo>
                  <a:cubicBezTo>
                    <a:pt x="403" y="391"/>
                    <a:pt x="402" y="387"/>
                    <a:pt x="402" y="384"/>
                  </a:cubicBezTo>
                  <a:cubicBezTo>
                    <a:pt x="400" y="369"/>
                    <a:pt x="395" y="355"/>
                    <a:pt x="387" y="345"/>
                  </a:cubicBezTo>
                  <a:cubicBezTo>
                    <a:pt x="374" y="325"/>
                    <a:pt x="357" y="313"/>
                    <a:pt x="343" y="305"/>
                  </a:cubicBezTo>
                  <a:cubicBezTo>
                    <a:pt x="329" y="297"/>
                    <a:pt x="318" y="293"/>
                    <a:pt x="317" y="293"/>
                  </a:cubicBezTo>
                  <a:cubicBezTo>
                    <a:pt x="315" y="292"/>
                    <a:pt x="314" y="292"/>
                    <a:pt x="312" y="292"/>
                  </a:cubicBezTo>
                  <a:cubicBezTo>
                    <a:pt x="311" y="291"/>
                    <a:pt x="310" y="291"/>
                    <a:pt x="309" y="291"/>
                  </a:cubicBezTo>
                  <a:cubicBezTo>
                    <a:pt x="260" y="280"/>
                    <a:pt x="211" y="269"/>
                    <a:pt x="162" y="258"/>
                  </a:cubicBezTo>
                  <a:cubicBezTo>
                    <a:pt x="161" y="258"/>
                    <a:pt x="159" y="257"/>
                    <a:pt x="157" y="257"/>
                  </a:cubicBezTo>
                  <a:cubicBezTo>
                    <a:pt x="146" y="251"/>
                    <a:pt x="131" y="242"/>
                    <a:pt x="117" y="231"/>
                  </a:cubicBezTo>
                  <a:cubicBezTo>
                    <a:pt x="103" y="219"/>
                    <a:pt x="89" y="204"/>
                    <a:pt x="79" y="188"/>
                  </a:cubicBezTo>
                  <a:cubicBezTo>
                    <a:pt x="70" y="171"/>
                    <a:pt x="64" y="153"/>
                    <a:pt x="64" y="131"/>
                  </a:cubicBezTo>
                  <a:cubicBezTo>
                    <a:pt x="64" y="109"/>
                    <a:pt x="70" y="83"/>
                    <a:pt x="86" y="52"/>
                  </a:cubicBezTo>
                  <a:cubicBezTo>
                    <a:pt x="95" y="36"/>
                    <a:pt x="89" y="17"/>
                    <a:pt x="73" y="9"/>
                  </a:cubicBezTo>
                  <a:cubicBezTo>
                    <a:pt x="57" y="0"/>
                    <a:pt x="38" y="6"/>
                    <a:pt x="30" y="22"/>
                  </a:cubicBezTo>
                  <a:cubicBezTo>
                    <a:pt x="9" y="61"/>
                    <a:pt x="0" y="97"/>
                    <a:pt x="0" y="131"/>
                  </a:cubicBezTo>
                  <a:cubicBezTo>
                    <a:pt x="0" y="166"/>
                    <a:pt x="10" y="197"/>
                    <a:pt x="26" y="223"/>
                  </a:cubicBezTo>
                  <a:cubicBezTo>
                    <a:pt x="47" y="258"/>
                    <a:pt x="77" y="282"/>
                    <a:pt x="102" y="299"/>
                  </a:cubicBezTo>
                  <a:cubicBezTo>
                    <a:pt x="84" y="392"/>
                    <a:pt x="96" y="454"/>
                    <a:pt x="116" y="540"/>
                  </a:cubicBezTo>
                  <a:cubicBezTo>
                    <a:pt x="226" y="540"/>
                    <a:pt x="226" y="540"/>
                    <a:pt x="226" y="540"/>
                  </a:cubicBezTo>
                  <a:cubicBezTo>
                    <a:pt x="220" y="524"/>
                    <a:pt x="226" y="505"/>
                    <a:pt x="241" y="4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55"/>
            <p:cNvSpPr>
              <a:spLocks/>
            </p:cNvSpPr>
            <p:nvPr/>
          </p:nvSpPr>
          <p:spPr bwMode="auto">
            <a:xfrm>
              <a:off x="603250" y="1906588"/>
              <a:ext cx="998538" cy="927100"/>
            </a:xfrm>
            <a:custGeom>
              <a:avLst/>
              <a:gdLst>
                <a:gd name="T0" fmla="*/ 541 w 629"/>
                <a:gd name="T1" fmla="*/ 18 h 584"/>
                <a:gd name="T2" fmla="*/ 541 w 629"/>
                <a:gd name="T3" fmla="*/ 0 h 584"/>
                <a:gd name="T4" fmla="*/ 241 w 629"/>
                <a:gd name="T5" fmla="*/ 0 h 584"/>
                <a:gd name="T6" fmla="*/ 241 w 629"/>
                <a:gd name="T7" fmla="*/ 18 h 584"/>
                <a:gd name="T8" fmla="*/ 172 w 629"/>
                <a:gd name="T9" fmla="*/ 18 h 584"/>
                <a:gd name="T10" fmla="*/ 172 w 629"/>
                <a:gd name="T11" fmla="*/ 0 h 584"/>
                <a:gd name="T12" fmla="*/ 142 w 629"/>
                <a:gd name="T13" fmla="*/ 0 h 584"/>
                <a:gd name="T14" fmla="*/ 142 w 629"/>
                <a:gd name="T15" fmla="*/ 18 h 584"/>
                <a:gd name="T16" fmla="*/ 121 w 629"/>
                <a:gd name="T17" fmla="*/ 18 h 584"/>
                <a:gd name="T18" fmla="*/ 121 w 629"/>
                <a:gd name="T19" fmla="*/ 0 h 584"/>
                <a:gd name="T20" fmla="*/ 92 w 629"/>
                <a:gd name="T21" fmla="*/ 0 h 584"/>
                <a:gd name="T22" fmla="*/ 92 w 629"/>
                <a:gd name="T23" fmla="*/ 18 h 584"/>
                <a:gd name="T24" fmla="*/ 71 w 629"/>
                <a:gd name="T25" fmla="*/ 18 h 584"/>
                <a:gd name="T26" fmla="*/ 71 w 629"/>
                <a:gd name="T27" fmla="*/ 0 h 584"/>
                <a:gd name="T28" fmla="*/ 41 w 629"/>
                <a:gd name="T29" fmla="*/ 0 h 584"/>
                <a:gd name="T30" fmla="*/ 41 w 629"/>
                <a:gd name="T31" fmla="*/ 18 h 584"/>
                <a:gd name="T32" fmla="*/ 0 w 629"/>
                <a:gd name="T33" fmla="*/ 18 h 584"/>
                <a:gd name="T34" fmla="*/ 0 w 629"/>
                <a:gd name="T35" fmla="*/ 584 h 584"/>
                <a:gd name="T36" fmla="*/ 629 w 629"/>
                <a:gd name="T37" fmla="*/ 584 h 584"/>
                <a:gd name="T38" fmla="*/ 629 w 629"/>
                <a:gd name="T39" fmla="*/ 584 h 584"/>
                <a:gd name="T40" fmla="*/ 629 w 629"/>
                <a:gd name="T41" fmla="*/ 18 h 584"/>
                <a:gd name="T42" fmla="*/ 541 w 629"/>
                <a:gd name="T43" fmla="*/ 18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29" h="584">
                  <a:moveTo>
                    <a:pt x="541" y="18"/>
                  </a:moveTo>
                  <a:lnTo>
                    <a:pt x="541" y="0"/>
                  </a:lnTo>
                  <a:lnTo>
                    <a:pt x="241" y="0"/>
                  </a:lnTo>
                  <a:lnTo>
                    <a:pt x="241" y="18"/>
                  </a:lnTo>
                  <a:lnTo>
                    <a:pt x="172" y="18"/>
                  </a:lnTo>
                  <a:lnTo>
                    <a:pt x="172" y="0"/>
                  </a:lnTo>
                  <a:lnTo>
                    <a:pt x="142" y="0"/>
                  </a:lnTo>
                  <a:lnTo>
                    <a:pt x="142" y="18"/>
                  </a:lnTo>
                  <a:lnTo>
                    <a:pt x="121" y="18"/>
                  </a:lnTo>
                  <a:lnTo>
                    <a:pt x="121" y="0"/>
                  </a:lnTo>
                  <a:lnTo>
                    <a:pt x="92" y="0"/>
                  </a:lnTo>
                  <a:lnTo>
                    <a:pt x="92" y="18"/>
                  </a:lnTo>
                  <a:lnTo>
                    <a:pt x="71" y="18"/>
                  </a:lnTo>
                  <a:lnTo>
                    <a:pt x="71" y="0"/>
                  </a:lnTo>
                  <a:lnTo>
                    <a:pt x="41" y="0"/>
                  </a:lnTo>
                  <a:lnTo>
                    <a:pt x="41" y="18"/>
                  </a:lnTo>
                  <a:lnTo>
                    <a:pt x="0" y="18"/>
                  </a:lnTo>
                  <a:lnTo>
                    <a:pt x="0" y="584"/>
                  </a:lnTo>
                  <a:lnTo>
                    <a:pt x="629" y="584"/>
                  </a:lnTo>
                  <a:lnTo>
                    <a:pt x="629" y="584"/>
                  </a:lnTo>
                  <a:lnTo>
                    <a:pt x="629" y="18"/>
                  </a:lnTo>
                  <a:lnTo>
                    <a:pt x="541"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56"/>
            <p:cNvSpPr>
              <a:spLocks noEditPoints="1"/>
            </p:cNvSpPr>
            <p:nvPr/>
          </p:nvSpPr>
          <p:spPr bwMode="auto">
            <a:xfrm>
              <a:off x="1670050" y="1927226"/>
              <a:ext cx="531813" cy="906463"/>
            </a:xfrm>
            <a:custGeom>
              <a:avLst/>
              <a:gdLst>
                <a:gd name="T0" fmla="*/ 340 w 340"/>
                <a:gd name="T1" fmla="*/ 0 h 580"/>
                <a:gd name="T2" fmla="*/ 0 w 340"/>
                <a:gd name="T3" fmla="*/ 0 h 580"/>
                <a:gd name="T4" fmla="*/ 0 w 340"/>
                <a:gd name="T5" fmla="*/ 580 h 580"/>
                <a:gd name="T6" fmla="*/ 340 w 340"/>
                <a:gd name="T7" fmla="*/ 580 h 580"/>
                <a:gd name="T8" fmla="*/ 340 w 340"/>
                <a:gd name="T9" fmla="*/ 0 h 580"/>
                <a:gd name="T10" fmla="*/ 163 w 340"/>
                <a:gd name="T11" fmla="*/ 529 h 580"/>
                <a:gd name="T12" fmla="*/ 72 w 340"/>
                <a:gd name="T13" fmla="*/ 438 h 580"/>
                <a:gd name="T14" fmla="*/ 163 w 340"/>
                <a:gd name="T15" fmla="*/ 347 h 580"/>
                <a:gd name="T16" fmla="*/ 254 w 340"/>
                <a:gd name="T17" fmla="*/ 438 h 580"/>
                <a:gd name="T18" fmla="*/ 163 w 340"/>
                <a:gd name="T19" fmla="*/ 529 h 580"/>
                <a:gd name="T20" fmla="*/ 170 w 340"/>
                <a:gd name="T21" fmla="*/ 294 h 580"/>
                <a:gd name="T22" fmla="*/ 48 w 340"/>
                <a:gd name="T23" fmla="*/ 172 h 580"/>
                <a:gd name="T24" fmla="*/ 170 w 340"/>
                <a:gd name="T25" fmla="*/ 50 h 580"/>
                <a:gd name="T26" fmla="*/ 292 w 340"/>
                <a:gd name="T27" fmla="*/ 172 h 580"/>
                <a:gd name="T28" fmla="*/ 170 w 340"/>
                <a:gd name="T29" fmla="*/ 294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0" h="580">
                  <a:moveTo>
                    <a:pt x="340" y="0"/>
                  </a:moveTo>
                  <a:cubicBezTo>
                    <a:pt x="0" y="0"/>
                    <a:pt x="0" y="0"/>
                    <a:pt x="0" y="0"/>
                  </a:cubicBezTo>
                  <a:cubicBezTo>
                    <a:pt x="0" y="580"/>
                    <a:pt x="0" y="580"/>
                    <a:pt x="0" y="580"/>
                  </a:cubicBezTo>
                  <a:cubicBezTo>
                    <a:pt x="340" y="580"/>
                    <a:pt x="340" y="580"/>
                    <a:pt x="340" y="580"/>
                  </a:cubicBezTo>
                  <a:lnTo>
                    <a:pt x="340" y="0"/>
                  </a:lnTo>
                  <a:close/>
                  <a:moveTo>
                    <a:pt x="163" y="529"/>
                  </a:moveTo>
                  <a:cubicBezTo>
                    <a:pt x="113" y="529"/>
                    <a:pt x="72" y="489"/>
                    <a:pt x="72" y="438"/>
                  </a:cubicBezTo>
                  <a:cubicBezTo>
                    <a:pt x="72" y="388"/>
                    <a:pt x="113" y="347"/>
                    <a:pt x="163" y="347"/>
                  </a:cubicBezTo>
                  <a:cubicBezTo>
                    <a:pt x="213" y="347"/>
                    <a:pt x="254" y="388"/>
                    <a:pt x="254" y="438"/>
                  </a:cubicBezTo>
                  <a:cubicBezTo>
                    <a:pt x="254" y="489"/>
                    <a:pt x="213" y="529"/>
                    <a:pt x="163" y="529"/>
                  </a:cubicBezTo>
                  <a:close/>
                  <a:moveTo>
                    <a:pt x="170" y="294"/>
                  </a:moveTo>
                  <a:cubicBezTo>
                    <a:pt x="103" y="294"/>
                    <a:pt x="48" y="240"/>
                    <a:pt x="48" y="172"/>
                  </a:cubicBezTo>
                  <a:cubicBezTo>
                    <a:pt x="48" y="105"/>
                    <a:pt x="103" y="50"/>
                    <a:pt x="170" y="50"/>
                  </a:cubicBezTo>
                  <a:cubicBezTo>
                    <a:pt x="237" y="50"/>
                    <a:pt x="292" y="105"/>
                    <a:pt x="292" y="172"/>
                  </a:cubicBezTo>
                  <a:cubicBezTo>
                    <a:pt x="292" y="240"/>
                    <a:pt x="237" y="294"/>
                    <a:pt x="170" y="2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Oval 57"/>
            <p:cNvSpPr>
              <a:spLocks noChangeArrowheads="1"/>
            </p:cNvSpPr>
            <p:nvPr/>
          </p:nvSpPr>
          <p:spPr bwMode="auto">
            <a:xfrm>
              <a:off x="1849438" y="2108201"/>
              <a:ext cx="174625" cy="1746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Oval 58"/>
            <p:cNvSpPr>
              <a:spLocks noChangeArrowheads="1"/>
            </p:cNvSpPr>
            <p:nvPr/>
          </p:nvSpPr>
          <p:spPr bwMode="auto">
            <a:xfrm>
              <a:off x="1858963" y="2547938"/>
              <a:ext cx="131763" cy="1301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2518059715"/>
      </p:ext>
    </p:extLst>
  </p:cSld>
  <p:clrMapOvr>
    <a:masterClrMapping/>
  </p:clrMapOvr>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533400" y="1022350"/>
            <a:ext cx="3376613" cy="1616075"/>
            <a:chOff x="533400" y="1022350"/>
            <a:chExt cx="3376613" cy="1616075"/>
          </a:xfrm>
        </p:grpSpPr>
        <p:sp>
          <p:nvSpPr>
            <p:cNvPr id="3" name="Freeform 5"/>
            <p:cNvSpPr>
              <a:spLocks/>
            </p:cNvSpPr>
            <p:nvPr/>
          </p:nvSpPr>
          <p:spPr bwMode="auto">
            <a:xfrm>
              <a:off x="917575" y="1276350"/>
              <a:ext cx="280987" cy="279400"/>
            </a:xfrm>
            <a:custGeom>
              <a:avLst/>
              <a:gdLst>
                <a:gd name="T0" fmla="*/ 89 w 184"/>
                <a:gd name="T1" fmla="*/ 181 h 184"/>
                <a:gd name="T2" fmla="*/ 182 w 184"/>
                <a:gd name="T3" fmla="*/ 95 h 184"/>
                <a:gd name="T4" fmla="*/ 96 w 184"/>
                <a:gd name="T5" fmla="*/ 2 h 184"/>
                <a:gd name="T6" fmla="*/ 3 w 184"/>
                <a:gd name="T7" fmla="*/ 88 h 184"/>
                <a:gd name="T8" fmla="*/ 89 w 184"/>
                <a:gd name="T9" fmla="*/ 181 h 184"/>
              </a:gdLst>
              <a:ahLst/>
              <a:cxnLst>
                <a:cxn ang="0">
                  <a:pos x="T0" y="T1"/>
                </a:cxn>
                <a:cxn ang="0">
                  <a:pos x="T2" y="T3"/>
                </a:cxn>
                <a:cxn ang="0">
                  <a:pos x="T4" y="T5"/>
                </a:cxn>
                <a:cxn ang="0">
                  <a:pos x="T6" y="T7"/>
                </a:cxn>
                <a:cxn ang="0">
                  <a:pos x="T8" y="T9"/>
                </a:cxn>
              </a:cxnLst>
              <a:rect l="0" t="0" r="r" b="b"/>
              <a:pathLst>
                <a:path w="184" h="184">
                  <a:moveTo>
                    <a:pt x="89" y="181"/>
                  </a:moveTo>
                  <a:cubicBezTo>
                    <a:pt x="138" y="184"/>
                    <a:pt x="180" y="145"/>
                    <a:pt x="182" y="95"/>
                  </a:cubicBezTo>
                  <a:cubicBezTo>
                    <a:pt x="184" y="46"/>
                    <a:pt x="146" y="4"/>
                    <a:pt x="96" y="2"/>
                  </a:cubicBezTo>
                  <a:cubicBezTo>
                    <a:pt x="46" y="0"/>
                    <a:pt x="5" y="38"/>
                    <a:pt x="3" y="88"/>
                  </a:cubicBezTo>
                  <a:cubicBezTo>
                    <a:pt x="0" y="138"/>
                    <a:pt x="39" y="179"/>
                    <a:pt x="89" y="18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 name="Freeform 6"/>
            <p:cNvSpPr>
              <a:spLocks/>
            </p:cNvSpPr>
            <p:nvPr/>
          </p:nvSpPr>
          <p:spPr bwMode="auto">
            <a:xfrm>
              <a:off x="533400" y="1063625"/>
              <a:ext cx="939800" cy="1574800"/>
            </a:xfrm>
            <a:custGeom>
              <a:avLst/>
              <a:gdLst>
                <a:gd name="T0" fmla="*/ 30 w 618"/>
                <a:gd name="T1" fmla="*/ 1027 h 1035"/>
                <a:gd name="T2" fmla="*/ 82 w 618"/>
                <a:gd name="T3" fmla="*/ 1005 h 1035"/>
                <a:gd name="T4" fmla="*/ 194 w 618"/>
                <a:gd name="T5" fmla="*/ 718 h 1035"/>
                <a:gd name="T6" fmla="*/ 196 w 618"/>
                <a:gd name="T7" fmla="*/ 710 h 1035"/>
                <a:gd name="T8" fmla="*/ 216 w 618"/>
                <a:gd name="T9" fmla="*/ 713 h 1035"/>
                <a:gd name="T10" fmla="*/ 216 w 618"/>
                <a:gd name="T11" fmla="*/ 991 h 1035"/>
                <a:gd name="T12" fmla="*/ 256 w 618"/>
                <a:gd name="T13" fmla="*/ 1031 h 1035"/>
                <a:gd name="T14" fmla="*/ 296 w 618"/>
                <a:gd name="T15" fmla="*/ 991 h 1035"/>
                <a:gd name="T16" fmla="*/ 296 w 618"/>
                <a:gd name="T17" fmla="*/ 720 h 1035"/>
                <a:gd name="T18" fmla="*/ 368 w 618"/>
                <a:gd name="T19" fmla="*/ 725 h 1035"/>
                <a:gd name="T20" fmla="*/ 355 w 618"/>
                <a:gd name="T21" fmla="*/ 417 h 1035"/>
                <a:gd name="T22" fmla="*/ 485 w 618"/>
                <a:gd name="T23" fmla="*/ 432 h 1035"/>
                <a:gd name="T24" fmla="*/ 596 w 618"/>
                <a:gd name="T25" fmla="*/ 419 h 1035"/>
                <a:gd name="T26" fmla="*/ 615 w 618"/>
                <a:gd name="T27" fmla="*/ 387 h 1035"/>
                <a:gd name="T28" fmla="*/ 583 w 618"/>
                <a:gd name="T29" fmla="*/ 368 h 1035"/>
                <a:gd name="T30" fmla="*/ 485 w 618"/>
                <a:gd name="T31" fmla="*/ 380 h 1035"/>
                <a:gd name="T32" fmla="*/ 379 w 618"/>
                <a:gd name="T33" fmla="*/ 369 h 1035"/>
                <a:gd name="T34" fmla="*/ 353 w 618"/>
                <a:gd name="T35" fmla="*/ 364 h 1035"/>
                <a:gd name="T36" fmla="*/ 288 w 618"/>
                <a:gd name="T37" fmla="*/ 340 h 1035"/>
                <a:gd name="T38" fmla="*/ 245 w 618"/>
                <a:gd name="T39" fmla="*/ 319 h 1035"/>
                <a:gd name="T40" fmla="*/ 205 w 618"/>
                <a:gd name="T41" fmla="*/ 267 h 1035"/>
                <a:gd name="T42" fmla="*/ 164 w 618"/>
                <a:gd name="T43" fmla="*/ 92 h 1035"/>
                <a:gd name="T44" fmla="*/ 167 w 618"/>
                <a:gd name="T45" fmla="*/ 30 h 1035"/>
                <a:gd name="T46" fmla="*/ 145 w 618"/>
                <a:gd name="T47" fmla="*/ 1 h 1035"/>
                <a:gd name="T48" fmla="*/ 116 w 618"/>
                <a:gd name="T49" fmla="*/ 24 h 1035"/>
                <a:gd name="T50" fmla="*/ 112 w 618"/>
                <a:gd name="T51" fmla="*/ 92 h 1035"/>
                <a:gd name="T52" fmla="*/ 162 w 618"/>
                <a:gd name="T53" fmla="*/ 297 h 1035"/>
                <a:gd name="T54" fmla="*/ 190 w 618"/>
                <a:gd name="T55" fmla="*/ 336 h 1035"/>
                <a:gd name="T56" fmla="*/ 50 w 618"/>
                <a:gd name="T57" fmla="*/ 687 h 1035"/>
                <a:gd name="T58" fmla="*/ 116 w 618"/>
                <a:gd name="T59" fmla="*/ 699 h 1035"/>
                <a:gd name="T60" fmla="*/ 8 w 618"/>
                <a:gd name="T61" fmla="*/ 975 h 1035"/>
                <a:gd name="T62" fmla="*/ 30 w 618"/>
                <a:gd name="T63" fmla="*/ 1027 h 1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18" h="1035">
                  <a:moveTo>
                    <a:pt x="30" y="1027"/>
                  </a:moveTo>
                  <a:cubicBezTo>
                    <a:pt x="51" y="1035"/>
                    <a:pt x="74" y="1025"/>
                    <a:pt x="82" y="1005"/>
                  </a:cubicBezTo>
                  <a:cubicBezTo>
                    <a:pt x="194" y="718"/>
                    <a:pt x="194" y="718"/>
                    <a:pt x="194" y="718"/>
                  </a:cubicBezTo>
                  <a:cubicBezTo>
                    <a:pt x="195" y="715"/>
                    <a:pt x="196" y="713"/>
                    <a:pt x="196" y="710"/>
                  </a:cubicBezTo>
                  <a:cubicBezTo>
                    <a:pt x="203" y="711"/>
                    <a:pt x="209" y="712"/>
                    <a:pt x="216" y="713"/>
                  </a:cubicBezTo>
                  <a:cubicBezTo>
                    <a:pt x="216" y="991"/>
                    <a:pt x="216" y="991"/>
                    <a:pt x="216" y="991"/>
                  </a:cubicBezTo>
                  <a:cubicBezTo>
                    <a:pt x="216" y="1013"/>
                    <a:pt x="234" y="1031"/>
                    <a:pt x="256" y="1031"/>
                  </a:cubicBezTo>
                  <a:cubicBezTo>
                    <a:pt x="278" y="1031"/>
                    <a:pt x="296" y="1013"/>
                    <a:pt x="296" y="991"/>
                  </a:cubicBezTo>
                  <a:cubicBezTo>
                    <a:pt x="296" y="720"/>
                    <a:pt x="296" y="720"/>
                    <a:pt x="296" y="720"/>
                  </a:cubicBezTo>
                  <a:cubicBezTo>
                    <a:pt x="320" y="722"/>
                    <a:pt x="344" y="724"/>
                    <a:pt x="368" y="725"/>
                  </a:cubicBezTo>
                  <a:cubicBezTo>
                    <a:pt x="349" y="622"/>
                    <a:pt x="344" y="519"/>
                    <a:pt x="355" y="417"/>
                  </a:cubicBezTo>
                  <a:cubicBezTo>
                    <a:pt x="385" y="424"/>
                    <a:pt x="432" y="432"/>
                    <a:pt x="485" y="432"/>
                  </a:cubicBezTo>
                  <a:cubicBezTo>
                    <a:pt x="520" y="432"/>
                    <a:pt x="558" y="428"/>
                    <a:pt x="596" y="419"/>
                  </a:cubicBezTo>
                  <a:cubicBezTo>
                    <a:pt x="610" y="415"/>
                    <a:pt x="618" y="401"/>
                    <a:pt x="615" y="387"/>
                  </a:cubicBezTo>
                  <a:cubicBezTo>
                    <a:pt x="611" y="373"/>
                    <a:pt x="597" y="365"/>
                    <a:pt x="583" y="368"/>
                  </a:cubicBezTo>
                  <a:cubicBezTo>
                    <a:pt x="550" y="377"/>
                    <a:pt x="517" y="380"/>
                    <a:pt x="485" y="380"/>
                  </a:cubicBezTo>
                  <a:cubicBezTo>
                    <a:pt x="444" y="380"/>
                    <a:pt x="406" y="374"/>
                    <a:pt x="379" y="369"/>
                  </a:cubicBezTo>
                  <a:cubicBezTo>
                    <a:pt x="369" y="367"/>
                    <a:pt x="360" y="365"/>
                    <a:pt x="353" y="364"/>
                  </a:cubicBezTo>
                  <a:cubicBezTo>
                    <a:pt x="340" y="360"/>
                    <a:pt x="312" y="351"/>
                    <a:pt x="288" y="340"/>
                  </a:cubicBezTo>
                  <a:cubicBezTo>
                    <a:pt x="274" y="334"/>
                    <a:pt x="258" y="326"/>
                    <a:pt x="245" y="319"/>
                  </a:cubicBezTo>
                  <a:cubicBezTo>
                    <a:pt x="238" y="312"/>
                    <a:pt x="221" y="295"/>
                    <a:pt x="205" y="267"/>
                  </a:cubicBezTo>
                  <a:cubicBezTo>
                    <a:pt x="184" y="230"/>
                    <a:pt x="164" y="173"/>
                    <a:pt x="164" y="92"/>
                  </a:cubicBezTo>
                  <a:cubicBezTo>
                    <a:pt x="164" y="72"/>
                    <a:pt x="165" y="52"/>
                    <a:pt x="167" y="30"/>
                  </a:cubicBezTo>
                  <a:cubicBezTo>
                    <a:pt x="169" y="16"/>
                    <a:pt x="159" y="3"/>
                    <a:pt x="145" y="1"/>
                  </a:cubicBezTo>
                  <a:cubicBezTo>
                    <a:pt x="130" y="0"/>
                    <a:pt x="117" y="10"/>
                    <a:pt x="116" y="24"/>
                  </a:cubicBezTo>
                  <a:cubicBezTo>
                    <a:pt x="113" y="48"/>
                    <a:pt x="112" y="70"/>
                    <a:pt x="112" y="92"/>
                  </a:cubicBezTo>
                  <a:cubicBezTo>
                    <a:pt x="111" y="185"/>
                    <a:pt x="137" y="252"/>
                    <a:pt x="162" y="297"/>
                  </a:cubicBezTo>
                  <a:cubicBezTo>
                    <a:pt x="172" y="313"/>
                    <a:pt x="182" y="326"/>
                    <a:pt x="190" y="336"/>
                  </a:cubicBezTo>
                  <a:cubicBezTo>
                    <a:pt x="128" y="440"/>
                    <a:pt x="80" y="558"/>
                    <a:pt x="50" y="687"/>
                  </a:cubicBezTo>
                  <a:cubicBezTo>
                    <a:pt x="72" y="691"/>
                    <a:pt x="94" y="695"/>
                    <a:pt x="116" y="699"/>
                  </a:cubicBezTo>
                  <a:cubicBezTo>
                    <a:pt x="8" y="975"/>
                    <a:pt x="8" y="975"/>
                    <a:pt x="8" y="975"/>
                  </a:cubicBezTo>
                  <a:cubicBezTo>
                    <a:pt x="0" y="996"/>
                    <a:pt x="10" y="1019"/>
                    <a:pt x="30" y="102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 name="Freeform 7"/>
            <p:cNvSpPr>
              <a:spLocks/>
            </p:cNvSpPr>
            <p:nvPr/>
          </p:nvSpPr>
          <p:spPr bwMode="auto">
            <a:xfrm>
              <a:off x="968375" y="1022350"/>
              <a:ext cx="390525" cy="312738"/>
            </a:xfrm>
            <a:custGeom>
              <a:avLst/>
              <a:gdLst>
                <a:gd name="T0" fmla="*/ 9 w 257"/>
                <a:gd name="T1" fmla="*/ 116 h 206"/>
                <a:gd name="T2" fmla="*/ 16 w 257"/>
                <a:gd name="T3" fmla="*/ 121 h 206"/>
                <a:gd name="T4" fmla="*/ 21 w 257"/>
                <a:gd name="T5" fmla="*/ 114 h 206"/>
                <a:gd name="T6" fmla="*/ 14 w 257"/>
                <a:gd name="T7" fmla="*/ 71 h 206"/>
                <a:gd name="T8" fmla="*/ 50 w 257"/>
                <a:gd name="T9" fmla="*/ 98 h 206"/>
                <a:gd name="T10" fmla="*/ 55 w 257"/>
                <a:gd name="T11" fmla="*/ 98 h 206"/>
                <a:gd name="T12" fmla="*/ 59 w 257"/>
                <a:gd name="T13" fmla="*/ 95 h 206"/>
                <a:gd name="T14" fmla="*/ 88 w 257"/>
                <a:gd name="T15" fmla="*/ 25 h 206"/>
                <a:gd name="T16" fmla="*/ 104 w 257"/>
                <a:gd name="T17" fmla="*/ 82 h 206"/>
                <a:gd name="T18" fmla="*/ 108 w 257"/>
                <a:gd name="T19" fmla="*/ 86 h 206"/>
                <a:gd name="T20" fmla="*/ 113 w 257"/>
                <a:gd name="T21" fmla="*/ 85 h 206"/>
                <a:gd name="T22" fmla="*/ 166 w 257"/>
                <a:gd name="T23" fmla="*/ 41 h 206"/>
                <a:gd name="T24" fmla="*/ 155 w 257"/>
                <a:gd name="T25" fmla="*/ 103 h 206"/>
                <a:gd name="T26" fmla="*/ 156 w 257"/>
                <a:gd name="T27" fmla="*/ 108 h 206"/>
                <a:gd name="T28" fmla="*/ 162 w 257"/>
                <a:gd name="T29" fmla="*/ 110 h 206"/>
                <a:gd name="T30" fmla="*/ 229 w 257"/>
                <a:gd name="T31" fmla="*/ 98 h 206"/>
                <a:gd name="T32" fmla="*/ 180 w 257"/>
                <a:gd name="T33" fmla="*/ 149 h 206"/>
                <a:gd name="T34" fmla="*/ 179 w 257"/>
                <a:gd name="T35" fmla="*/ 155 h 206"/>
                <a:gd name="T36" fmla="*/ 183 w 257"/>
                <a:gd name="T37" fmla="*/ 159 h 206"/>
                <a:gd name="T38" fmla="*/ 234 w 257"/>
                <a:gd name="T39" fmla="*/ 177 h 206"/>
                <a:gd name="T40" fmla="*/ 191 w 257"/>
                <a:gd name="T41" fmla="*/ 194 h 206"/>
                <a:gd name="T42" fmla="*/ 187 w 257"/>
                <a:gd name="T43" fmla="*/ 202 h 206"/>
                <a:gd name="T44" fmla="*/ 193 w 257"/>
                <a:gd name="T45" fmla="*/ 206 h 206"/>
                <a:gd name="T46" fmla="*/ 195 w 257"/>
                <a:gd name="T47" fmla="*/ 206 h 206"/>
                <a:gd name="T48" fmla="*/ 253 w 257"/>
                <a:gd name="T49" fmla="*/ 183 h 206"/>
                <a:gd name="T50" fmla="*/ 257 w 257"/>
                <a:gd name="T51" fmla="*/ 177 h 206"/>
                <a:gd name="T52" fmla="*/ 253 w 257"/>
                <a:gd name="T53" fmla="*/ 171 h 206"/>
                <a:gd name="T54" fmla="*/ 195 w 257"/>
                <a:gd name="T55" fmla="*/ 151 h 206"/>
                <a:gd name="T56" fmla="*/ 251 w 257"/>
                <a:gd name="T57" fmla="*/ 93 h 206"/>
                <a:gd name="T58" fmla="*/ 252 w 257"/>
                <a:gd name="T59" fmla="*/ 86 h 206"/>
                <a:gd name="T60" fmla="*/ 245 w 257"/>
                <a:gd name="T61" fmla="*/ 83 h 206"/>
                <a:gd name="T62" fmla="*/ 168 w 257"/>
                <a:gd name="T63" fmla="*/ 97 h 206"/>
                <a:gd name="T64" fmla="*/ 180 w 257"/>
                <a:gd name="T65" fmla="*/ 27 h 206"/>
                <a:gd name="T66" fmla="*/ 178 w 257"/>
                <a:gd name="T67" fmla="*/ 21 h 206"/>
                <a:gd name="T68" fmla="*/ 171 w 257"/>
                <a:gd name="T69" fmla="*/ 22 h 206"/>
                <a:gd name="T70" fmla="*/ 113 w 257"/>
                <a:gd name="T71" fmla="*/ 70 h 206"/>
                <a:gd name="T72" fmla="*/ 95 w 257"/>
                <a:gd name="T73" fmla="*/ 5 h 206"/>
                <a:gd name="T74" fmla="*/ 89 w 257"/>
                <a:gd name="T75" fmla="*/ 0 h 206"/>
                <a:gd name="T76" fmla="*/ 83 w 257"/>
                <a:gd name="T77" fmla="*/ 4 h 206"/>
                <a:gd name="T78" fmla="*/ 51 w 257"/>
                <a:gd name="T79" fmla="*/ 83 h 206"/>
                <a:gd name="T80" fmla="*/ 9 w 257"/>
                <a:gd name="T81" fmla="*/ 53 h 206"/>
                <a:gd name="T82" fmla="*/ 3 w 257"/>
                <a:gd name="T83" fmla="*/ 52 h 206"/>
                <a:gd name="T84" fmla="*/ 0 w 257"/>
                <a:gd name="T85" fmla="*/ 59 h 206"/>
                <a:gd name="T86" fmla="*/ 9 w 257"/>
                <a:gd name="T87" fmla="*/ 11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7" h="206">
                  <a:moveTo>
                    <a:pt x="9" y="116"/>
                  </a:moveTo>
                  <a:cubicBezTo>
                    <a:pt x="10" y="119"/>
                    <a:pt x="13" y="122"/>
                    <a:pt x="16" y="121"/>
                  </a:cubicBezTo>
                  <a:cubicBezTo>
                    <a:pt x="20" y="121"/>
                    <a:pt x="22" y="118"/>
                    <a:pt x="21" y="114"/>
                  </a:cubicBezTo>
                  <a:cubicBezTo>
                    <a:pt x="14" y="71"/>
                    <a:pt x="14" y="71"/>
                    <a:pt x="14" y="71"/>
                  </a:cubicBezTo>
                  <a:cubicBezTo>
                    <a:pt x="50" y="98"/>
                    <a:pt x="50" y="98"/>
                    <a:pt x="50" y="98"/>
                  </a:cubicBezTo>
                  <a:cubicBezTo>
                    <a:pt x="51" y="99"/>
                    <a:pt x="53" y="99"/>
                    <a:pt x="55" y="98"/>
                  </a:cubicBezTo>
                  <a:cubicBezTo>
                    <a:pt x="57" y="98"/>
                    <a:pt x="58" y="97"/>
                    <a:pt x="59" y="95"/>
                  </a:cubicBezTo>
                  <a:cubicBezTo>
                    <a:pt x="88" y="25"/>
                    <a:pt x="88" y="25"/>
                    <a:pt x="88" y="25"/>
                  </a:cubicBezTo>
                  <a:cubicBezTo>
                    <a:pt x="104" y="82"/>
                    <a:pt x="104" y="82"/>
                    <a:pt x="104" y="82"/>
                  </a:cubicBezTo>
                  <a:cubicBezTo>
                    <a:pt x="104" y="84"/>
                    <a:pt x="106" y="86"/>
                    <a:pt x="108" y="86"/>
                  </a:cubicBezTo>
                  <a:cubicBezTo>
                    <a:pt x="110" y="87"/>
                    <a:pt x="112" y="87"/>
                    <a:pt x="113" y="85"/>
                  </a:cubicBezTo>
                  <a:cubicBezTo>
                    <a:pt x="166" y="41"/>
                    <a:pt x="166" y="41"/>
                    <a:pt x="166" y="41"/>
                  </a:cubicBezTo>
                  <a:cubicBezTo>
                    <a:pt x="155" y="103"/>
                    <a:pt x="155" y="103"/>
                    <a:pt x="155" y="103"/>
                  </a:cubicBezTo>
                  <a:cubicBezTo>
                    <a:pt x="154" y="105"/>
                    <a:pt x="155" y="107"/>
                    <a:pt x="156" y="108"/>
                  </a:cubicBezTo>
                  <a:cubicBezTo>
                    <a:pt x="158" y="110"/>
                    <a:pt x="160" y="110"/>
                    <a:pt x="162" y="110"/>
                  </a:cubicBezTo>
                  <a:cubicBezTo>
                    <a:pt x="229" y="98"/>
                    <a:pt x="229" y="98"/>
                    <a:pt x="229" y="98"/>
                  </a:cubicBezTo>
                  <a:cubicBezTo>
                    <a:pt x="180" y="149"/>
                    <a:pt x="180" y="149"/>
                    <a:pt x="180" y="149"/>
                  </a:cubicBezTo>
                  <a:cubicBezTo>
                    <a:pt x="179" y="151"/>
                    <a:pt x="178" y="153"/>
                    <a:pt x="179" y="155"/>
                  </a:cubicBezTo>
                  <a:cubicBezTo>
                    <a:pt x="179" y="157"/>
                    <a:pt x="181" y="159"/>
                    <a:pt x="183" y="159"/>
                  </a:cubicBezTo>
                  <a:cubicBezTo>
                    <a:pt x="234" y="177"/>
                    <a:pt x="234" y="177"/>
                    <a:pt x="234" y="177"/>
                  </a:cubicBezTo>
                  <a:cubicBezTo>
                    <a:pt x="191" y="194"/>
                    <a:pt x="191" y="194"/>
                    <a:pt x="191" y="194"/>
                  </a:cubicBezTo>
                  <a:cubicBezTo>
                    <a:pt x="188" y="196"/>
                    <a:pt x="186" y="199"/>
                    <a:pt x="187" y="202"/>
                  </a:cubicBezTo>
                  <a:cubicBezTo>
                    <a:pt x="188" y="205"/>
                    <a:pt x="191" y="206"/>
                    <a:pt x="193" y="206"/>
                  </a:cubicBezTo>
                  <a:cubicBezTo>
                    <a:pt x="194" y="206"/>
                    <a:pt x="194" y="206"/>
                    <a:pt x="195" y="206"/>
                  </a:cubicBezTo>
                  <a:cubicBezTo>
                    <a:pt x="253" y="183"/>
                    <a:pt x="253" y="183"/>
                    <a:pt x="253" y="183"/>
                  </a:cubicBezTo>
                  <a:cubicBezTo>
                    <a:pt x="255" y="182"/>
                    <a:pt x="257" y="179"/>
                    <a:pt x="257" y="177"/>
                  </a:cubicBezTo>
                  <a:cubicBezTo>
                    <a:pt x="257" y="174"/>
                    <a:pt x="255" y="172"/>
                    <a:pt x="253" y="171"/>
                  </a:cubicBezTo>
                  <a:cubicBezTo>
                    <a:pt x="195" y="151"/>
                    <a:pt x="195" y="151"/>
                    <a:pt x="195" y="151"/>
                  </a:cubicBezTo>
                  <a:cubicBezTo>
                    <a:pt x="251" y="93"/>
                    <a:pt x="251" y="93"/>
                    <a:pt x="251" y="93"/>
                  </a:cubicBezTo>
                  <a:cubicBezTo>
                    <a:pt x="253" y="91"/>
                    <a:pt x="253" y="88"/>
                    <a:pt x="252" y="86"/>
                  </a:cubicBezTo>
                  <a:cubicBezTo>
                    <a:pt x="251" y="84"/>
                    <a:pt x="248" y="82"/>
                    <a:pt x="245" y="83"/>
                  </a:cubicBezTo>
                  <a:cubicBezTo>
                    <a:pt x="168" y="97"/>
                    <a:pt x="168" y="97"/>
                    <a:pt x="168" y="97"/>
                  </a:cubicBezTo>
                  <a:cubicBezTo>
                    <a:pt x="180" y="27"/>
                    <a:pt x="180" y="27"/>
                    <a:pt x="180" y="27"/>
                  </a:cubicBezTo>
                  <a:cubicBezTo>
                    <a:pt x="181" y="25"/>
                    <a:pt x="180" y="22"/>
                    <a:pt x="178" y="21"/>
                  </a:cubicBezTo>
                  <a:cubicBezTo>
                    <a:pt x="175" y="20"/>
                    <a:pt x="173" y="20"/>
                    <a:pt x="171" y="22"/>
                  </a:cubicBezTo>
                  <a:cubicBezTo>
                    <a:pt x="113" y="70"/>
                    <a:pt x="113" y="70"/>
                    <a:pt x="113" y="70"/>
                  </a:cubicBezTo>
                  <a:cubicBezTo>
                    <a:pt x="95" y="5"/>
                    <a:pt x="95" y="5"/>
                    <a:pt x="95" y="5"/>
                  </a:cubicBezTo>
                  <a:cubicBezTo>
                    <a:pt x="94" y="2"/>
                    <a:pt x="92" y="1"/>
                    <a:pt x="89" y="0"/>
                  </a:cubicBezTo>
                  <a:cubicBezTo>
                    <a:pt x="87" y="0"/>
                    <a:pt x="84" y="2"/>
                    <a:pt x="83" y="4"/>
                  </a:cubicBezTo>
                  <a:cubicBezTo>
                    <a:pt x="51" y="83"/>
                    <a:pt x="51" y="83"/>
                    <a:pt x="51" y="83"/>
                  </a:cubicBezTo>
                  <a:cubicBezTo>
                    <a:pt x="9" y="53"/>
                    <a:pt x="9" y="53"/>
                    <a:pt x="9" y="53"/>
                  </a:cubicBezTo>
                  <a:cubicBezTo>
                    <a:pt x="7" y="51"/>
                    <a:pt x="5" y="51"/>
                    <a:pt x="3" y="52"/>
                  </a:cubicBezTo>
                  <a:cubicBezTo>
                    <a:pt x="1" y="54"/>
                    <a:pt x="0" y="56"/>
                    <a:pt x="0" y="59"/>
                  </a:cubicBezTo>
                  <a:lnTo>
                    <a:pt x="9" y="116"/>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 name="Freeform 8"/>
            <p:cNvSpPr>
              <a:spLocks noEditPoints="1"/>
            </p:cNvSpPr>
            <p:nvPr/>
          </p:nvSpPr>
          <p:spPr bwMode="auto">
            <a:xfrm>
              <a:off x="2217738" y="1603375"/>
              <a:ext cx="1692275" cy="1028700"/>
            </a:xfrm>
            <a:custGeom>
              <a:avLst/>
              <a:gdLst>
                <a:gd name="T0" fmla="*/ 627 w 1113"/>
                <a:gd name="T1" fmla="*/ 12 h 676"/>
                <a:gd name="T2" fmla="*/ 666 w 1113"/>
                <a:gd name="T3" fmla="*/ 47 h 676"/>
                <a:gd name="T4" fmla="*/ 667 w 1113"/>
                <a:gd name="T5" fmla="*/ 55 h 676"/>
                <a:gd name="T6" fmla="*/ 675 w 1113"/>
                <a:gd name="T7" fmla="*/ 55 h 676"/>
                <a:gd name="T8" fmla="*/ 702 w 1113"/>
                <a:gd name="T9" fmla="*/ 107 h 676"/>
                <a:gd name="T10" fmla="*/ 468 w 1113"/>
                <a:gd name="T11" fmla="*/ 107 h 676"/>
                <a:gd name="T12" fmla="*/ 467 w 1113"/>
                <a:gd name="T13" fmla="*/ 110 h 676"/>
                <a:gd name="T14" fmla="*/ 602 w 1113"/>
                <a:gd name="T15" fmla="*/ 186 h 676"/>
                <a:gd name="T16" fmla="*/ 629 w 1113"/>
                <a:gd name="T17" fmla="*/ 254 h 676"/>
                <a:gd name="T18" fmla="*/ 567 w 1113"/>
                <a:gd name="T19" fmla="*/ 443 h 676"/>
                <a:gd name="T20" fmla="*/ 512 w 1113"/>
                <a:gd name="T21" fmla="*/ 483 h 676"/>
                <a:gd name="T22" fmla="*/ 512 w 1113"/>
                <a:gd name="T23" fmla="*/ 483 h 676"/>
                <a:gd name="T24" fmla="*/ 494 w 1113"/>
                <a:gd name="T25" fmla="*/ 481 h 676"/>
                <a:gd name="T26" fmla="*/ 457 w 1113"/>
                <a:gd name="T27" fmla="*/ 408 h 676"/>
                <a:gd name="T28" fmla="*/ 503 w 1113"/>
                <a:gd name="T29" fmla="*/ 264 h 676"/>
                <a:gd name="T30" fmla="*/ 392 w 1113"/>
                <a:gd name="T31" fmla="*/ 203 h 676"/>
                <a:gd name="T32" fmla="*/ 380 w 1113"/>
                <a:gd name="T33" fmla="*/ 203 h 676"/>
                <a:gd name="T34" fmla="*/ 408 w 1113"/>
                <a:gd name="T35" fmla="*/ 234 h 676"/>
                <a:gd name="T36" fmla="*/ 407 w 1113"/>
                <a:gd name="T37" fmla="*/ 278 h 676"/>
                <a:gd name="T38" fmla="*/ 368 w 1113"/>
                <a:gd name="T39" fmla="*/ 367 h 676"/>
                <a:gd name="T40" fmla="*/ 405 w 1113"/>
                <a:gd name="T41" fmla="*/ 454 h 676"/>
                <a:gd name="T42" fmla="*/ 366 w 1113"/>
                <a:gd name="T43" fmla="*/ 454 h 676"/>
                <a:gd name="T44" fmla="*/ 350 w 1113"/>
                <a:gd name="T45" fmla="*/ 407 h 676"/>
                <a:gd name="T46" fmla="*/ 322 w 1113"/>
                <a:gd name="T47" fmla="*/ 470 h 676"/>
                <a:gd name="T48" fmla="*/ 269 w 1113"/>
                <a:gd name="T49" fmla="*/ 505 h 676"/>
                <a:gd name="T50" fmla="*/ 245 w 1113"/>
                <a:gd name="T51" fmla="*/ 500 h 676"/>
                <a:gd name="T52" fmla="*/ 211 w 1113"/>
                <a:gd name="T53" fmla="*/ 454 h 676"/>
                <a:gd name="T54" fmla="*/ 180 w 1113"/>
                <a:gd name="T55" fmla="*/ 454 h 676"/>
                <a:gd name="T56" fmla="*/ 180 w 1113"/>
                <a:gd name="T57" fmla="*/ 527 h 676"/>
                <a:gd name="T58" fmla="*/ 290 w 1113"/>
                <a:gd name="T59" fmla="*/ 527 h 676"/>
                <a:gd name="T60" fmla="*/ 185 w 1113"/>
                <a:gd name="T61" fmla="*/ 602 h 676"/>
                <a:gd name="T62" fmla="*/ 73 w 1113"/>
                <a:gd name="T63" fmla="*/ 491 h 676"/>
                <a:gd name="T64" fmla="*/ 185 w 1113"/>
                <a:gd name="T65" fmla="*/ 379 h 676"/>
                <a:gd name="T66" fmla="*/ 231 w 1113"/>
                <a:gd name="T67" fmla="*/ 389 h 676"/>
                <a:gd name="T68" fmla="*/ 261 w 1113"/>
                <a:gd name="T69" fmla="*/ 322 h 676"/>
                <a:gd name="T70" fmla="*/ 185 w 1113"/>
                <a:gd name="T71" fmla="*/ 306 h 676"/>
                <a:gd name="T72" fmla="*/ 0 w 1113"/>
                <a:gd name="T73" fmla="*/ 491 h 676"/>
                <a:gd name="T74" fmla="*/ 105 w 1113"/>
                <a:gd name="T75" fmla="*/ 657 h 676"/>
                <a:gd name="T76" fmla="*/ 185 w 1113"/>
                <a:gd name="T77" fmla="*/ 676 h 676"/>
                <a:gd name="T78" fmla="*/ 366 w 1113"/>
                <a:gd name="T79" fmla="*/ 527 h 676"/>
                <a:gd name="T80" fmla="*/ 622 w 1113"/>
                <a:gd name="T81" fmla="*/ 527 h 676"/>
                <a:gd name="T82" fmla="*/ 770 w 1113"/>
                <a:gd name="T83" fmla="*/ 237 h 676"/>
                <a:gd name="T84" fmla="*/ 824 w 1113"/>
                <a:gd name="T85" fmla="*/ 339 h 676"/>
                <a:gd name="T86" fmla="*/ 744 w 1113"/>
                <a:gd name="T87" fmla="*/ 491 h 676"/>
                <a:gd name="T88" fmla="*/ 929 w 1113"/>
                <a:gd name="T89" fmla="*/ 676 h 676"/>
                <a:gd name="T90" fmla="*/ 1113 w 1113"/>
                <a:gd name="T91" fmla="*/ 491 h 676"/>
                <a:gd name="T92" fmla="*/ 929 w 1113"/>
                <a:gd name="T93" fmla="*/ 306 h 676"/>
                <a:gd name="T94" fmla="*/ 873 w 1113"/>
                <a:gd name="T95" fmla="*/ 315 h 676"/>
                <a:gd name="T96" fmla="*/ 776 w 1113"/>
                <a:gd name="T97" fmla="*/ 129 h 676"/>
                <a:gd name="T98" fmla="*/ 708 w 1113"/>
                <a:gd name="T99" fmla="*/ 0 h 676"/>
                <a:gd name="T100" fmla="*/ 584 w 1113"/>
                <a:gd name="T101" fmla="*/ 0 h 676"/>
                <a:gd name="T102" fmla="*/ 584 w 1113"/>
                <a:gd name="T103" fmla="*/ 16 h 676"/>
                <a:gd name="T104" fmla="*/ 621 w 1113"/>
                <a:gd name="T105" fmla="*/ 13 h 676"/>
                <a:gd name="T106" fmla="*/ 627 w 1113"/>
                <a:gd name="T107" fmla="*/ 12 h 676"/>
                <a:gd name="T108" fmla="*/ 858 w 1113"/>
                <a:gd name="T109" fmla="*/ 404 h 676"/>
                <a:gd name="T110" fmla="*/ 914 w 1113"/>
                <a:gd name="T111" fmla="*/ 510 h 676"/>
                <a:gd name="T112" fmla="*/ 962 w 1113"/>
                <a:gd name="T113" fmla="*/ 485 h 676"/>
                <a:gd name="T114" fmla="*/ 908 w 1113"/>
                <a:gd name="T115" fmla="*/ 381 h 676"/>
                <a:gd name="T116" fmla="*/ 929 w 1113"/>
                <a:gd name="T117" fmla="*/ 379 h 676"/>
                <a:gd name="T118" fmla="*/ 1040 w 1113"/>
                <a:gd name="T119" fmla="*/ 491 h 676"/>
                <a:gd name="T120" fmla="*/ 929 w 1113"/>
                <a:gd name="T121" fmla="*/ 602 h 676"/>
                <a:gd name="T122" fmla="*/ 817 w 1113"/>
                <a:gd name="T123" fmla="*/ 491 h 676"/>
                <a:gd name="T124" fmla="*/ 858 w 1113"/>
                <a:gd name="T125" fmla="*/ 404 h 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13" h="676">
                  <a:moveTo>
                    <a:pt x="627" y="12"/>
                  </a:moveTo>
                  <a:cubicBezTo>
                    <a:pt x="646" y="12"/>
                    <a:pt x="664" y="27"/>
                    <a:pt x="666" y="47"/>
                  </a:cubicBezTo>
                  <a:cubicBezTo>
                    <a:pt x="667" y="49"/>
                    <a:pt x="667" y="52"/>
                    <a:pt x="667" y="55"/>
                  </a:cubicBezTo>
                  <a:cubicBezTo>
                    <a:pt x="675" y="55"/>
                    <a:pt x="675" y="55"/>
                    <a:pt x="675" y="55"/>
                  </a:cubicBezTo>
                  <a:cubicBezTo>
                    <a:pt x="702" y="107"/>
                    <a:pt x="702" y="107"/>
                    <a:pt x="702" y="107"/>
                  </a:cubicBezTo>
                  <a:cubicBezTo>
                    <a:pt x="468" y="107"/>
                    <a:pt x="468" y="107"/>
                    <a:pt x="468" y="107"/>
                  </a:cubicBezTo>
                  <a:cubicBezTo>
                    <a:pt x="467" y="110"/>
                    <a:pt x="467" y="110"/>
                    <a:pt x="467" y="110"/>
                  </a:cubicBezTo>
                  <a:cubicBezTo>
                    <a:pt x="602" y="186"/>
                    <a:pt x="602" y="186"/>
                    <a:pt x="602" y="186"/>
                  </a:cubicBezTo>
                  <a:cubicBezTo>
                    <a:pt x="626" y="199"/>
                    <a:pt x="637" y="228"/>
                    <a:pt x="629" y="254"/>
                  </a:cubicBezTo>
                  <a:cubicBezTo>
                    <a:pt x="567" y="443"/>
                    <a:pt x="567" y="443"/>
                    <a:pt x="567" y="443"/>
                  </a:cubicBezTo>
                  <a:cubicBezTo>
                    <a:pt x="559" y="467"/>
                    <a:pt x="537" y="483"/>
                    <a:pt x="512" y="483"/>
                  </a:cubicBezTo>
                  <a:cubicBezTo>
                    <a:pt x="512" y="483"/>
                    <a:pt x="512" y="483"/>
                    <a:pt x="512" y="483"/>
                  </a:cubicBezTo>
                  <a:cubicBezTo>
                    <a:pt x="506" y="483"/>
                    <a:pt x="500" y="483"/>
                    <a:pt x="494" y="481"/>
                  </a:cubicBezTo>
                  <a:cubicBezTo>
                    <a:pt x="464" y="471"/>
                    <a:pt x="447" y="438"/>
                    <a:pt x="457" y="408"/>
                  </a:cubicBezTo>
                  <a:cubicBezTo>
                    <a:pt x="503" y="264"/>
                    <a:pt x="503" y="264"/>
                    <a:pt x="503" y="264"/>
                  </a:cubicBezTo>
                  <a:cubicBezTo>
                    <a:pt x="466" y="243"/>
                    <a:pt x="416" y="216"/>
                    <a:pt x="392" y="203"/>
                  </a:cubicBezTo>
                  <a:cubicBezTo>
                    <a:pt x="380" y="203"/>
                    <a:pt x="380" y="203"/>
                    <a:pt x="380" y="203"/>
                  </a:cubicBezTo>
                  <a:cubicBezTo>
                    <a:pt x="393" y="210"/>
                    <a:pt x="403" y="220"/>
                    <a:pt x="408" y="234"/>
                  </a:cubicBezTo>
                  <a:cubicBezTo>
                    <a:pt x="414" y="248"/>
                    <a:pt x="413" y="264"/>
                    <a:pt x="407" y="278"/>
                  </a:cubicBezTo>
                  <a:cubicBezTo>
                    <a:pt x="368" y="367"/>
                    <a:pt x="368" y="367"/>
                    <a:pt x="368" y="367"/>
                  </a:cubicBezTo>
                  <a:cubicBezTo>
                    <a:pt x="385" y="392"/>
                    <a:pt x="399" y="421"/>
                    <a:pt x="405" y="454"/>
                  </a:cubicBezTo>
                  <a:cubicBezTo>
                    <a:pt x="366" y="454"/>
                    <a:pt x="366" y="454"/>
                    <a:pt x="366" y="454"/>
                  </a:cubicBezTo>
                  <a:cubicBezTo>
                    <a:pt x="363" y="438"/>
                    <a:pt x="357" y="422"/>
                    <a:pt x="350" y="407"/>
                  </a:cubicBezTo>
                  <a:cubicBezTo>
                    <a:pt x="322" y="470"/>
                    <a:pt x="322" y="470"/>
                    <a:pt x="322" y="470"/>
                  </a:cubicBezTo>
                  <a:cubicBezTo>
                    <a:pt x="312" y="491"/>
                    <a:pt x="292" y="505"/>
                    <a:pt x="269" y="505"/>
                  </a:cubicBezTo>
                  <a:cubicBezTo>
                    <a:pt x="261" y="505"/>
                    <a:pt x="253" y="503"/>
                    <a:pt x="245" y="500"/>
                  </a:cubicBezTo>
                  <a:cubicBezTo>
                    <a:pt x="226" y="491"/>
                    <a:pt x="214" y="474"/>
                    <a:pt x="211" y="454"/>
                  </a:cubicBezTo>
                  <a:cubicBezTo>
                    <a:pt x="180" y="454"/>
                    <a:pt x="180" y="454"/>
                    <a:pt x="180" y="454"/>
                  </a:cubicBezTo>
                  <a:cubicBezTo>
                    <a:pt x="180" y="527"/>
                    <a:pt x="180" y="527"/>
                    <a:pt x="180" y="527"/>
                  </a:cubicBezTo>
                  <a:cubicBezTo>
                    <a:pt x="290" y="527"/>
                    <a:pt x="290" y="527"/>
                    <a:pt x="290" y="527"/>
                  </a:cubicBezTo>
                  <a:cubicBezTo>
                    <a:pt x="275" y="571"/>
                    <a:pt x="234" y="602"/>
                    <a:pt x="185" y="602"/>
                  </a:cubicBezTo>
                  <a:cubicBezTo>
                    <a:pt x="123" y="602"/>
                    <a:pt x="73" y="552"/>
                    <a:pt x="73" y="491"/>
                  </a:cubicBezTo>
                  <a:cubicBezTo>
                    <a:pt x="73" y="429"/>
                    <a:pt x="123" y="379"/>
                    <a:pt x="185" y="379"/>
                  </a:cubicBezTo>
                  <a:cubicBezTo>
                    <a:pt x="201" y="379"/>
                    <a:pt x="217" y="383"/>
                    <a:pt x="231" y="389"/>
                  </a:cubicBezTo>
                  <a:cubicBezTo>
                    <a:pt x="261" y="322"/>
                    <a:pt x="261" y="322"/>
                    <a:pt x="261" y="322"/>
                  </a:cubicBezTo>
                  <a:cubicBezTo>
                    <a:pt x="237" y="312"/>
                    <a:pt x="212" y="306"/>
                    <a:pt x="185" y="306"/>
                  </a:cubicBezTo>
                  <a:cubicBezTo>
                    <a:pt x="83" y="306"/>
                    <a:pt x="0" y="389"/>
                    <a:pt x="0" y="491"/>
                  </a:cubicBezTo>
                  <a:cubicBezTo>
                    <a:pt x="0" y="564"/>
                    <a:pt x="43" y="627"/>
                    <a:pt x="105" y="657"/>
                  </a:cubicBezTo>
                  <a:cubicBezTo>
                    <a:pt x="129" y="669"/>
                    <a:pt x="156" y="675"/>
                    <a:pt x="185" y="676"/>
                  </a:cubicBezTo>
                  <a:cubicBezTo>
                    <a:pt x="274" y="675"/>
                    <a:pt x="349" y="612"/>
                    <a:pt x="366" y="527"/>
                  </a:cubicBezTo>
                  <a:cubicBezTo>
                    <a:pt x="622" y="527"/>
                    <a:pt x="622" y="527"/>
                    <a:pt x="622" y="527"/>
                  </a:cubicBezTo>
                  <a:cubicBezTo>
                    <a:pt x="770" y="237"/>
                    <a:pt x="770" y="237"/>
                    <a:pt x="770" y="237"/>
                  </a:cubicBezTo>
                  <a:cubicBezTo>
                    <a:pt x="824" y="339"/>
                    <a:pt x="824" y="339"/>
                    <a:pt x="824" y="339"/>
                  </a:cubicBezTo>
                  <a:cubicBezTo>
                    <a:pt x="775" y="372"/>
                    <a:pt x="744" y="428"/>
                    <a:pt x="744" y="491"/>
                  </a:cubicBezTo>
                  <a:cubicBezTo>
                    <a:pt x="744" y="593"/>
                    <a:pt x="827" y="675"/>
                    <a:pt x="929" y="676"/>
                  </a:cubicBezTo>
                  <a:cubicBezTo>
                    <a:pt x="1031" y="675"/>
                    <a:pt x="1113" y="593"/>
                    <a:pt x="1113" y="491"/>
                  </a:cubicBezTo>
                  <a:cubicBezTo>
                    <a:pt x="1113" y="389"/>
                    <a:pt x="1031" y="306"/>
                    <a:pt x="929" y="306"/>
                  </a:cubicBezTo>
                  <a:cubicBezTo>
                    <a:pt x="909" y="306"/>
                    <a:pt x="890" y="309"/>
                    <a:pt x="873" y="315"/>
                  </a:cubicBezTo>
                  <a:cubicBezTo>
                    <a:pt x="776" y="129"/>
                    <a:pt x="776" y="129"/>
                    <a:pt x="776" y="129"/>
                  </a:cubicBezTo>
                  <a:cubicBezTo>
                    <a:pt x="708" y="0"/>
                    <a:pt x="708" y="0"/>
                    <a:pt x="708" y="0"/>
                  </a:cubicBezTo>
                  <a:cubicBezTo>
                    <a:pt x="584" y="0"/>
                    <a:pt x="584" y="0"/>
                    <a:pt x="584" y="0"/>
                  </a:cubicBezTo>
                  <a:cubicBezTo>
                    <a:pt x="584" y="16"/>
                    <a:pt x="584" y="16"/>
                    <a:pt x="584" y="16"/>
                  </a:cubicBezTo>
                  <a:cubicBezTo>
                    <a:pt x="596" y="16"/>
                    <a:pt x="608" y="14"/>
                    <a:pt x="621" y="13"/>
                  </a:cubicBezTo>
                  <a:cubicBezTo>
                    <a:pt x="623" y="12"/>
                    <a:pt x="625" y="12"/>
                    <a:pt x="627" y="12"/>
                  </a:cubicBezTo>
                  <a:close/>
                  <a:moveTo>
                    <a:pt x="858" y="404"/>
                  </a:moveTo>
                  <a:cubicBezTo>
                    <a:pt x="914" y="510"/>
                    <a:pt x="914" y="510"/>
                    <a:pt x="914" y="510"/>
                  </a:cubicBezTo>
                  <a:cubicBezTo>
                    <a:pt x="962" y="485"/>
                    <a:pt x="962" y="485"/>
                    <a:pt x="962" y="485"/>
                  </a:cubicBezTo>
                  <a:cubicBezTo>
                    <a:pt x="908" y="381"/>
                    <a:pt x="908" y="381"/>
                    <a:pt x="908" y="381"/>
                  </a:cubicBezTo>
                  <a:cubicBezTo>
                    <a:pt x="914" y="380"/>
                    <a:pt x="921" y="379"/>
                    <a:pt x="929" y="379"/>
                  </a:cubicBezTo>
                  <a:cubicBezTo>
                    <a:pt x="990" y="379"/>
                    <a:pt x="1040" y="429"/>
                    <a:pt x="1040" y="491"/>
                  </a:cubicBezTo>
                  <a:cubicBezTo>
                    <a:pt x="1040" y="552"/>
                    <a:pt x="990" y="602"/>
                    <a:pt x="929" y="602"/>
                  </a:cubicBezTo>
                  <a:cubicBezTo>
                    <a:pt x="867" y="602"/>
                    <a:pt x="817" y="552"/>
                    <a:pt x="817" y="491"/>
                  </a:cubicBezTo>
                  <a:cubicBezTo>
                    <a:pt x="817" y="456"/>
                    <a:pt x="833" y="425"/>
                    <a:pt x="858" y="40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 name="Freeform 9"/>
            <p:cNvSpPr>
              <a:spLocks/>
            </p:cNvSpPr>
            <p:nvPr/>
          </p:nvSpPr>
          <p:spPr bwMode="auto">
            <a:xfrm>
              <a:off x="2276475" y="1912938"/>
              <a:ext cx="320675" cy="111125"/>
            </a:xfrm>
            <a:custGeom>
              <a:avLst/>
              <a:gdLst>
                <a:gd name="T0" fmla="*/ 80 w 211"/>
                <a:gd name="T1" fmla="*/ 0 h 73"/>
                <a:gd name="T2" fmla="*/ 41 w 211"/>
                <a:gd name="T3" fmla="*/ 0 h 73"/>
                <a:gd name="T4" fmla="*/ 0 w 211"/>
                <a:gd name="T5" fmla="*/ 73 h 73"/>
                <a:gd name="T6" fmla="*/ 211 w 211"/>
                <a:gd name="T7" fmla="*/ 70 h 73"/>
                <a:gd name="T8" fmla="*/ 102 w 211"/>
                <a:gd name="T9" fmla="*/ 22 h 73"/>
                <a:gd name="T10" fmla="*/ 80 w 211"/>
                <a:gd name="T11" fmla="*/ 0 h 73"/>
              </a:gdLst>
              <a:ahLst/>
              <a:cxnLst>
                <a:cxn ang="0">
                  <a:pos x="T0" y="T1"/>
                </a:cxn>
                <a:cxn ang="0">
                  <a:pos x="T2" y="T3"/>
                </a:cxn>
                <a:cxn ang="0">
                  <a:pos x="T4" y="T5"/>
                </a:cxn>
                <a:cxn ang="0">
                  <a:pos x="T6" y="T7"/>
                </a:cxn>
                <a:cxn ang="0">
                  <a:pos x="T8" y="T9"/>
                </a:cxn>
                <a:cxn ang="0">
                  <a:pos x="T10" y="T11"/>
                </a:cxn>
              </a:cxnLst>
              <a:rect l="0" t="0" r="r" b="b"/>
              <a:pathLst>
                <a:path w="211" h="73">
                  <a:moveTo>
                    <a:pt x="80" y="0"/>
                  </a:moveTo>
                  <a:cubicBezTo>
                    <a:pt x="41" y="0"/>
                    <a:pt x="41" y="0"/>
                    <a:pt x="41" y="0"/>
                  </a:cubicBezTo>
                  <a:cubicBezTo>
                    <a:pt x="0" y="73"/>
                    <a:pt x="0" y="73"/>
                    <a:pt x="0" y="73"/>
                  </a:cubicBezTo>
                  <a:cubicBezTo>
                    <a:pt x="211" y="70"/>
                    <a:pt x="211" y="70"/>
                    <a:pt x="211" y="70"/>
                  </a:cubicBezTo>
                  <a:cubicBezTo>
                    <a:pt x="102" y="22"/>
                    <a:pt x="102" y="22"/>
                    <a:pt x="102" y="22"/>
                  </a:cubicBezTo>
                  <a:cubicBezTo>
                    <a:pt x="91" y="17"/>
                    <a:pt x="85" y="9"/>
                    <a:pt x="80"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 name="Freeform 10"/>
            <p:cNvSpPr>
              <a:spLocks/>
            </p:cNvSpPr>
            <p:nvPr/>
          </p:nvSpPr>
          <p:spPr bwMode="auto">
            <a:xfrm>
              <a:off x="3432175" y="1665288"/>
              <a:ext cx="84137" cy="171450"/>
            </a:xfrm>
            <a:custGeom>
              <a:avLst/>
              <a:gdLst>
                <a:gd name="T0" fmla="*/ 55 w 55"/>
                <a:gd name="T1" fmla="*/ 112 h 112"/>
                <a:gd name="T2" fmla="*/ 55 w 55"/>
                <a:gd name="T3" fmla="*/ 0 h 112"/>
                <a:gd name="T4" fmla="*/ 0 w 55"/>
                <a:gd name="T5" fmla="*/ 56 h 112"/>
                <a:gd name="T6" fmla="*/ 2 w 55"/>
                <a:gd name="T7" fmla="*/ 72 h 112"/>
                <a:gd name="T8" fmla="*/ 55 w 55"/>
                <a:gd name="T9" fmla="*/ 112 h 112"/>
              </a:gdLst>
              <a:ahLst/>
              <a:cxnLst>
                <a:cxn ang="0">
                  <a:pos x="T0" y="T1"/>
                </a:cxn>
                <a:cxn ang="0">
                  <a:pos x="T2" y="T3"/>
                </a:cxn>
                <a:cxn ang="0">
                  <a:pos x="T4" y="T5"/>
                </a:cxn>
                <a:cxn ang="0">
                  <a:pos x="T6" y="T7"/>
                </a:cxn>
                <a:cxn ang="0">
                  <a:pos x="T8" y="T9"/>
                </a:cxn>
              </a:cxnLst>
              <a:rect l="0" t="0" r="r" b="b"/>
              <a:pathLst>
                <a:path w="55" h="112">
                  <a:moveTo>
                    <a:pt x="55" y="112"/>
                  </a:moveTo>
                  <a:cubicBezTo>
                    <a:pt x="55" y="0"/>
                    <a:pt x="55" y="0"/>
                    <a:pt x="55" y="0"/>
                  </a:cubicBezTo>
                  <a:cubicBezTo>
                    <a:pt x="25" y="0"/>
                    <a:pt x="0" y="25"/>
                    <a:pt x="0" y="56"/>
                  </a:cubicBezTo>
                  <a:cubicBezTo>
                    <a:pt x="0" y="62"/>
                    <a:pt x="1" y="67"/>
                    <a:pt x="2" y="72"/>
                  </a:cubicBezTo>
                  <a:cubicBezTo>
                    <a:pt x="9" y="95"/>
                    <a:pt x="30" y="112"/>
                    <a:pt x="55" y="11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 name="Freeform 11"/>
            <p:cNvSpPr>
              <a:spLocks/>
            </p:cNvSpPr>
            <p:nvPr/>
          </p:nvSpPr>
          <p:spPr bwMode="auto">
            <a:xfrm>
              <a:off x="2965450" y="1101725"/>
              <a:ext cx="312737" cy="311150"/>
            </a:xfrm>
            <a:custGeom>
              <a:avLst/>
              <a:gdLst>
                <a:gd name="T0" fmla="*/ 60 w 205"/>
                <a:gd name="T1" fmla="*/ 181 h 205"/>
                <a:gd name="T2" fmla="*/ 182 w 205"/>
                <a:gd name="T3" fmla="*/ 145 h 205"/>
                <a:gd name="T4" fmla="*/ 146 w 205"/>
                <a:gd name="T5" fmla="*/ 23 h 205"/>
                <a:gd name="T6" fmla="*/ 24 w 205"/>
                <a:gd name="T7" fmla="*/ 59 h 205"/>
                <a:gd name="T8" fmla="*/ 60 w 205"/>
                <a:gd name="T9" fmla="*/ 181 h 205"/>
              </a:gdLst>
              <a:ahLst/>
              <a:cxnLst>
                <a:cxn ang="0">
                  <a:pos x="T0" y="T1"/>
                </a:cxn>
                <a:cxn ang="0">
                  <a:pos x="T2" y="T3"/>
                </a:cxn>
                <a:cxn ang="0">
                  <a:pos x="T4" y="T5"/>
                </a:cxn>
                <a:cxn ang="0">
                  <a:pos x="T6" y="T7"/>
                </a:cxn>
                <a:cxn ang="0">
                  <a:pos x="T8" y="T9"/>
                </a:cxn>
              </a:cxnLst>
              <a:rect l="0" t="0" r="r" b="b"/>
              <a:pathLst>
                <a:path w="205" h="205">
                  <a:moveTo>
                    <a:pt x="60" y="181"/>
                  </a:moveTo>
                  <a:cubicBezTo>
                    <a:pt x="103" y="205"/>
                    <a:pt x="158" y="189"/>
                    <a:pt x="182" y="145"/>
                  </a:cubicBezTo>
                  <a:cubicBezTo>
                    <a:pt x="205" y="102"/>
                    <a:pt x="189" y="47"/>
                    <a:pt x="146" y="23"/>
                  </a:cubicBezTo>
                  <a:cubicBezTo>
                    <a:pt x="102" y="0"/>
                    <a:pt x="47" y="16"/>
                    <a:pt x="24" y="59"/>
                  </a:cubicBezTo>
                  <a:cubicBezTo>
                    <a:pt x="0" y="103"/>
                    <a:pt x="16" y="158"/>
                    <a:pt x="60" y="18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 name="Freeform 12"/>
            <p:cNvSpPr>
              <a:spLocks/>
            </p:cNvSpPr>
            <p:nvPr/>
          </p:nvSpPr>
          <p:spPr bwMode="auto">
            <a:xfrm>
              <a:off x="2678113" y="1346200"/>
              <a:ext cx="493712" cy="979488"/>
            </a:xfrm>
            <a:custGeom>
              <a:avLst/>
              <a:gdLst>
                <a:gd name="T0" fmla="*/ 5 w 325"/>
                <a:gd name="T1" fmla="*/ 264 h 644"/>
                <a:gd name="T2" fmla="*/ 76 w 325"/>
                <a:gd name="T3" fmla="*/ 357 h 644"/>
                <a:gd name="T4" fmla="*/ 210 w 325"/>
                <a:gd name="T5" fmla="*/ 429 h 644"/>
                <a:gd name="T6" fmla="*/ 161 w 325"/>
                <a:gd name="T7" fmla="*/ 579 h 644"/>
                <a:gd name="T8" fmla="*/ 194 w 325"/>
                <a:gd name="T9" fmla="*/ 642 h 644"/>
                <a:gd name="T10" fmla="*/ 209 w 325"/>
                <a:gd name="T11" fmla="*/ 644 h 644"/>
                <a:gd name="T12" fmla="*/ 257 w 325"/>
                <a:gd name="T13" fmla="*/ 610 h 644"/>
                <a:gd name="T14" fmla="*/ 318 w 325"/>
                <a:gd name="T15" fmla="*/ 421 h 644"/>
                <a:gd name="T16" fmla="*/ 295 w 325"/>
                <a:gd name="T17" fmla="*/ 362 h 644"/>
                <a:gd name="T18" fmla="*/ 147 w 325"/>
                <a:gd name="T19" fmla="*/ 279 h 644"/>
                <a:gd name="T20" fmla="*/ 158 w 325"/>
                <a:gd name="T21" fmla="*/ 242 h 644"/>
                <a:gd name="T22" fmla="*/ 115 w 325"/>
                <a:gd name="T23" fmla="*/ 190 h 644"/>
                <a:gd name="T24" fmla="*/ 108 w 325"/>
                <a:gd name="T25" fmla="*/ 149 h 644"/>
                <a:gd name="T26" fmla="*/ 125 w 325"/>
                <a:gd name="T27" fmla="*/ 77 h 644"/>
                <a:gd name="T28" fmla="*/ 125 w 325"/>
                <a:gd name="T29" fmla="*/ 76 h 644"/>
                <a:gd name="T30" fmla="*/ 125 w 325"/>
                <a:gd name="T31" fmla="*/ 75 h 644"/>
                <a:gd name="T32" fmla="*/ 125 w 325"/>
                <a:gd name="T33" fmla="*/ 75 h 644"/>
                <a:gd name="T34" fmla="*/ 161 w 325"/>
                <a:gd name="T35" fmla="*/ 53 h 644"/>
                <a:gd name="T36" fmla="*/ 179 w 325"/>
                <a:gd name="T37" fmla="*/ 57 h 644"/>
                <a:gd name="T38" fmla="*/ 197 w 325"/>
                <a:gd name="T39" fmla="*/ 111 h 644"/>
                <a:gd name="T40" fmla="*/ 196 w 325"/>
                <a:gd name="T41" fmla="*/ 113 h 644"/>
                <a:gd name="T42" fmla="*/ 192 w 325"/>
                <a:gd name="T43" fmla="*/ 122 h 644"/>
                <a:gd name="T44" fmla="*/ 188 w 325"/>
                <a:gd name="T45" fmla="*/ 149 h 644"/>
                <a:gd name="T46" fmla="*/ 190 w 325"/>
                <a:gd name="T47" fmla="*/ 162 h 644"/>
                <a:gd name="T48" fmla="*/ 192 w 325"/>
                <a:gd name="T49" fmla="*/ 166 h 644"/>
                <a:gd name="T50" fmla="*/ 215 w 325"/>
                <a:gd name="T51" fmla="*/ 120 h 644"/>
                <a:gd name="T52" fmla="*/ 204 w 325"/>
                <a:gd name="T53" fmla="*/ 18 h 644"/>
                <a:gd name="T54" fmla="*/ 86 w 325"/>
                <a:gd name="T55" fmla="*/ 56 h 644"/>
                <a:gd name="T56" fmla="*/ 5 w 325"/>
                <a:gd name="T57" fmla="*/ 264 h 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25" h="644">
                  <a:moveTo>
                    <a:pt x="5" y="264"/>
                  </a:moveTo>
                  <a:cubicBezTo>
                    <a:pt x="0" y="330"/>
                    <a:pt x="41" y="348"/>
                    <a:pt x="76" y="357"/>
                  </a:cubicBezTo>
                  <a:cubicBezTo>
                    <a:pt x="81" y="358"/>
                    <a:pt x="210" y="429"/>
                    <a:pt x="210" y="429"/>
                  </a:cubicBezTo>
                  <a:cubicBezTo>
                    <a:pt x="161" y="579"/>
                    <a:pt x="161" y="579"/>
                    <a:pt x="161" y="579"/>
                  </a:cubicBezTo>
                  <a:cubicBezTo>
                    <a:pt x="153" y="605"/>
                    <a:pt x="167" y="634"/>
                    <a:pt x="194" y="642"/>
                  </a:cubicBezTo>
                  <a:cubicBezTo>
                    <a:pt x="199" y="644"/>
                    <a:pt x="204" y="644"/>
                    <a:pt x="209" y="644"/>
                  </a:cubicBezTo>
                  <a:cubicBezTo>
                    <a:pt x="230" y="644"/>
                    <a:pt x="250" y="631"/>
                    <a:pt x="257" y="610"/>
                  </a:cubicBezTo>
                  <a:cubicBezTo>
                    <a:pt x="318" y="421"/>
                    <a:pt x="318" y="421"/>
                    <a:pt x="318" y="421"/>
                  </a:cubicBezTo>
                  <a:cubicBezTo>
                    <a:pt x="325" y="398"/>
                    <a:pt x="316" y="373"/>
                    <a:pt x="295" y="362"/>
                  </a:cubicBezTo>
                  <a:cubicBezTo>
                    <a:pt x="147" y="279"/>
                    <a:pt x="147" y="279"/>
                    <a:pt x="147" y="279"/>
                  </a:cubicBezTo>
                  <a:cubicBezTo>
                    <a:pt x="150" y="266"/>
                    <a:pt x="154" y="254"/>
                    <a:pt x="158" y="242"/>
                  </a:cubicBezTo>
                  <a:cubicBezTo>
                    <a:pt x="138" y="230"/>
                    <a:pt x="123" y="211"/>
                    <a:pt x="115" y="190"/>
                  </a:cubicBezTo>
                  <a:cubicBezTo>
                    <a:pt x="110" y="178"/>
                    <a:pt x="108" y="164"/>
                    <a:pt x="108" y="149"/>
                  </a:cubicBezTo>
                  <a:cubicBezTo>
                    <a:pt x="108" y="132"/>
                    <a:pt x="111" y="106"/>
                    <a:pt x="125" y="77"/>
                  </a:cubicBezTo>
                  <a:cubicBezTo>
                    <a:pt x="125" y="76"/>
                    <a:pt x="125" y="76"/>
                    <a:pt x="125" y="76"/>
                  </a:cubicBezTo>
                  <a:cubicBezTo>
                    <a:pt x="125" y="75"/>
                    <a:pt x="125" y="75"/>
                    <a:pt x="125" y="75"/>
                  </a:cubicBezTo>
                  <a:cubicBezTo>
                    <a:pt x="125" y="75"/>
                    <a:pt x="125" y="75"/>
                    <a:pt x="125" y="75"/>
                  </a:cubicBezTo>
                  <a:cubicBezTo>
                    <a:pt x="132" y="62"/>
                    <a:pt x="146" y="53"/>
                    <a:pt x="161" y="53"/>
                  </a:cubicBezTo>
                  <a:cubicBezTo>
                    <a:pt x="167" y="53"/>
                    <a:pt x="174" y="55"/>
                    <a:pt x="179" y="57"/>
                  </a:cubicBezTo>
                  <a:cubicBezTo>
                    <a:pt x="199" y="67"/>
                    <a:pt x="207" y="91"/>
                    <a:pt x="197" y="111"/>
                  </a:cubicBezTo>
                  <a:cubicBezTo>
                    <a:pt x="196" y="112"/>
                    <a:pt x="196" y="112"/>
                    <a:pt x="196" y="113"/>
                  </a:cubicBezTo>
                  <a:cubicBezTo>
                    <a:pt x="195" y="115"/>
                    <a:pt x="194" y="119"/>
                    <a:pt x="192" y="122"/>
                  </a:cubicBezTo>
                  <a:cubicBezTo>
                    <a:pt x="189" y="131"/>
                    <a:pt x="188" y="141"/>
                    <a:pt x="188" y="149"/>
                  </a:cubicBezTo>
                  <a:cubicBezTo>
                    <a:pt x="188" y="154"/>
                    <a:pt x="188" y="158"/>
                    <a:pt x="190" y="162"/>
                  </a:cubicBezTo>
                  <a:cubicBezTo>
                    <a:pt x="190" y="163"/>
                    <a:pt x="191" y="165"/>
                    <a:pt x="192" y="166"/>
                  </a:cubicBezTo>
                  <a:cubicBezTo>
                    <a:pt x="200" y="150"/>
                    <a:pt x="208" y="134"/>
                    <a:pt x="215" y="120"/>
                  </a:cubicBezTo>
                  <a:cubicBezTo>
                    <a:pt x="237" y="85"/>
                    <a:pt x="235" y="35"/>
                    <a:pt x="204" y="18"/>
                  </a:cubicBezTo>
                  <a:cubicBezTo>
                    <a:pt x="173" y="0"/>
                    <a:pt x="121" y="5"/>
                    <a:pt x="86" y="56"/>
                  </a:cubicBezTo>
                  <a:cubicBezTo>
                    <a:pt x="38" y="127"/>
                    <a:pt x="19" y="176"/>
                    <a:pt x="5" y="26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 name="Freeform 13"/>
            <p:cNvSpPr>
              <a:spLocks/>
            </p:cNvSpPr>
            <p:nvPr/>
          </p:nvSpPr>
          <p:spPr bwMode="auto">
            <a:xfrm>
              <a:off x="2854325" y="1433513"/>
              <a:ext cx="368300" cy="304800"/>
            </a:xfrm>
            <a:custGeom>
              <a:avLst/>
              <a:gdLst>
                <a:gd name="T0" fmla="*/ 66 w 242"/>
                <a:gd name="T1" fmla="*/ 108 h 201"/>
                <a:gd name="T2" fmla="*/ 64 w 242"/>
                <a:gd name="T3" fmla="*/ 92 h 201"/>
                <a:gd name="T4" fmla="*/ 69 w 242"/>
                <a:gd name="T5" fmla="*/ 63 h 201"/>
                <a:gd name="T6" fmla="*/ 72 w 242"/>
                <a:gd name="T7" fmla="*/ 53 h 201"/>
                <a:gd name="T8" fmla="*/ 73 w 242"/>
                <a:gd name="T9" fmla="*/ 51 h 201"/>
                <a:gd name="T10" fmla="*/ 74 w 242"/>
                <a:gd name="T11" fmla="*/ 51 h 201"/>
                <a:gd name="T12" fmla="*/ 59 w 242"/>
                <a:gd name="T13" fmla="*/ 8 h 201"/>
                <a:gd name="T14" fmla="*/ 16 w 242"/>
                <a:gd name="T15" fmla="*/ 22 h 201"/>
                <a:gd name="T16" fmla="*/ 0 w 242"/>
                <a:gd name="T17" fmla="*/ 92 h 201"/>
                <a:gd name="T18" fmla="*/ 6 w 242"/>
                <a:gd name="T19" fmla="*/ 131 h 201"/>
                <a:gd name="T20" fmla="*/ 54 w 242"/>
                <a:gd name="T21" fmla="*/ 182 h 201"/>
                <a:gd name="T22" fmla="*/ 146 w 242"/>
                <a:gd name="T23" fmla="*/ 201 h 201"/>
                <a:gd name="T24" fmla="*/ 212 w 242"/>
                <a:gd name="T25" fmla="*/ 196 h 201"/>
                <a:gd name="T26" fmla="*/ 239 w 242"/>
                <a:gd name="T27" fmla="*/ 160 h 201"/>
                <a:gd name="T28" fmla="*/ 203 w 242"/>
                <a:gd name="T29" fmla="*/ 132 h 201"/>
                <a:gd name="T30" fmla="*/ 146 w 242"/>
                <a:gd name="T31" fmla="*/ 137 h 201"/>
                <a:gd name="T32" fmla="*/ 75 w 242"/>
                <a:gd name="T33" fmla="*/ 120 h 201"/>
                <a:gd name="T34" fmla="*/ 66 w 242"/>
                <a:gd name="T35" fmla="*/ 10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2" h="201">
                  <a:moveTo>
                    <a:pt x="66" y="108"/>
                  </a:moveTo>
                  <a:cubicBezTo>
                    <a:pt x="64" y="103"/>
                    <a:pt x="64" y="98"/>
                    <a:pt x="64" y="92"/>
                  </a:cubicBezTo>
                  <a:cubicBezTo>
                    <a:pt x="64" y="82"/>
                    <a:pt x="66" y="71"/>
                    <a:pt x="69" y="63"/>
                  </a:cubicBezTo>
                  <a:cubicBezTo>
                    <a:pt x="70" y="59"/>
                    <a:pt x="71" y="56"/>
                    <a:pt x="72" y="53"/>
                  </a:cubicBezTo>
                  <a:cubicBezTo>
                    <a:pt x="73" y="52"/>
                    <a:pt x="73" y="51"/>
                    <a:pt x="73" y="51"/>
                  </a:cubicBezTo>
                  <a:cubicBezTo>
                    <a:pt x="73" y="51"/>
                    <a:pt x="74" y="51"/>
                    <a:pt x="74" y="51"/>
                  </a:cubicBezTo>
                  <a:cubicBezTo>
                    <a:pt x="81" y="35"/>
                    <a:pt x="75" y="16"/>
                    <a:pt x="59" y="8"/>
                  </a:cubicBezTo>
                  <a:cubicBezTo>
                    <a:pt x="44" y="0"/>
                    <a:pt x="24" y="6"/>
                    <a:pt x="16" y="22"/>
                  </a:cubicBezTo>
                  <a:cubicBezTo>
                    <a:pt x="16" y="24"/>
                    <a:pt x="0" y="53"/>
                    <a:pt x="0" y="92"/>
                  </a:cubicBezTo>
                  <a:cubicBezTo>
                    <a:pt x="0" y="104"/>
                    <a:pt x="1" y="117"/>
                    <a:pt x="6" y="131"/>
                  </a:cubicBezTo>
                  <a:cubicBezTo>
                    <a:pt x="14" y="151"/>
                    <a:pt x="30" y="170"/>
                    <a:pt x="54" y="182"/>
                  </a:cubicBezTo>
                  <a:cubicBezTo>
                    <a:pt x="77" y="195"/>
                    <a:pt x="107" y="201"/>
                    <a:pt x="146" y="201"/>
                  </a:cubicBezTo>
                  <a:cubicBezTo>
                    <a:pt x="165" y="201"/>
                    <a:pt x="187" y="199"/>
                    <a:pt x="212" y="196"/>
                  </a:cubicBezTo>
                  <a:cubicBezTo>
                    <a:pt x="230" y="193"/>
                    <a:pt x="242" y="177"/>
                    <a:pt x="239" y="160"/>
                  </a:cubicBezTo>
                  <a:cubicBezTo>
                    <a:pt x="237" y="142"/>
                    <a:pt x="221" y="130"/>
                    <a:pt x="203" y="132"/>
                  </a:cubicBezTo>
                  <a:cubicBezTo>
                    <a:pt x="181" y="136"/>
                    <a:pt x="162" y="137"/>
                    <a:pt x="146" y="137"/>
                  </a:cubicBezTo>
                  <a:cubicBezTo>
                    <a:pt x="103" y="137"/>
                    <a:pt x="83" y="128"/>
                    <a:pt x="75" y="120"/>
                  </a:cubicBezTo>
                  <a:cubicBezTo>
                    <a:pt x="70" y="116"/>
                    <a:pt x="68" y="112"/>
                    <a:pt x="66" y="10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 name="Freeform 14"/>
            <p:cNvSpPr>
              <a:spLocks/>
            </p:cNvSpPr>
            <p:nvPr/>
          </p:nvSpPr>
          <p:spPr bwMode="auto">
            <a:xfrm>
              <a:off x="2441575" y="1090613"/>
              <a:ext cx="293687" cy="296863"/>
            </a:xfrm>
            <a:custGeom>
              <a:avLst/>
              <a:gdLst>
                <a:gd name="T0" fmla="*/ 82 w 194"/>
                <a:gd name="T1" fmla="*/ 186 h 195"/>
                <a:gd name="T2" fmla="*/ 186 w 194"/>
                <a:gd name="T3" fmla="*/ 113 h 195"/>
                <a:gd name="T4" fmla="*/ 113 w 194"/>
                <a:gd name="T5" fmla="*/ 9 h 195"/>
                <a:gd name="T6" fmla="*/ 9 w 194"/>
                <a:gd name="T7" fmla="*/ 82 h 195"/>
                <a:gd name="T8" fmla="*/ 82 w 194"/>
                <a:gd name="T9" fmla="*/ 186 h 195"/>
              </a:gdLst>
              <a:ahLst/>
              <a:cxnLst>
                <a:cxn ang="0">
                  <a:pos x="T0" y="T1"/>
                </a:cxn>
                <a:cxn ang="0">
                  <a:pos x="T2" y="T3"/>
                </a:cxn>
                <a:cxn ang="0">
                  <a:pos x="T4" y="T5"/>
                </a:cxn>
                <a:cxn ang="0">
                  <a:pos x="T6" y="T7"/>
                </a:cxn>
                <a:cxn ang="0">
                  <a:pos x="T8" y="T9"/>
                </a:cxn>
              </a:cxnLst>
              <a:rect l="0" t="0" r="r" b="b"/>
              <a:pathLst>
                <a:path w="194" h="195">
                  <a:moveTo>
                    <a:pt x="82" y="186"/>
                  </a:moveTo>
                  <a:cubicBezTo>
                    <a:pt x="131" y="195"/>
                    <a:pt x="177" y="162"/>
                    <a:pt x="186" y="113"/>
                  </a:cubicBezTo>
                  <a:cubicBezTo>
                    <a:pt x="194" y="64"/>
                    <a:pt x="162" y="18"/>
                    <a:pt x="113" y="9"/>
                  </a:cubicBezTo>
                  <a:cubicBezTo>
                    <a:pt x="64" y="0"/>
                    <a:pt x="17" y="33"/>
                    <a:pt x="9" y="82"/>
                  </a:cubicBezTo>
                  <a:cubicBezTo>
                    <a:pt x="0" y="131"/>
                    <a:pt x="33" y="178"/>
                    <a:pt x="82" y="18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 name="Freeform 15"/>
            <p:cNvSpPr>
              <a:spLocks noEditPoints="1"/>
            </p:cNvSpPr>
            <p:nvPr/>
          </p:nvSpPr>
          <p:spPr bwMode="auto">
            <a:xfrm>
              <a:off x="1600200" y="1354138"/>
              <a:ext cx="1233487" cy="1004888"/>
            </a:xfrm>
            <a:custGeom>
              <a:avLst/>
              <a:gdLst>
                <a:gd name="T0" fmla="*/ 16 w 811"/>
                <a:gd name="T1" fmla="*/ 168 h 661"/>
                <a:gd name="T2" fmla="*/ 141 w 811"/>
                <a:gd name="T3" fmla="*/ 280 h 661"/>
                <a:gd name="T4" fmla="*/ 189 w 811"/>
                <a:gd name="T5" fmla="*/ 271 h 661"/>
                <a:gd name="T6" fmla="*/ 239 w 811"/>
                <a:gd name="T7" fmla="*/ 183 h 661"/>
                <a:gd name="T8" fmla="*/ 241 w 811"/>
                <a:gd name="T9" fmla="*/ 144 h 661"/>
                <a:gd name="T10" fmla="*/ 244 w 811"/>
                <a:gd name="T11" fmla="*/ 142 h 661"/>
                <a:gd name="T12" fmla="*/ 272 w 811"/>
                <a:gd name="T13" fmla="*/ 110 h 661"/>
                <a:gd name="T14" fmla="*/ 278 w 811"/>
                <a:gd name="T15" fmla="*/ 101 h 661"/>
                <a:gd name="T16" fmla="*/ 383 w 811"/>
                <a:gd name="T17" fmla="*/ 131 h 661"/>
                <a:gd name="T18" fmla="*/ 385 w 811"/>
                <a:gd name="T19" fmla="*/ 131 h 661"/>
                <a:gd name="T20" fmla="*/ 484 w 811"/>
                <a:gd name="T21" fmla="*/ 110 h 661"/>
                <a:gd name="T22" fmla="*/ 521 w 811"/>
                <a:gd name="T23" fmla="*/ 339 h 661"/>
                <a:gd name="T24" fmla="*/ 522 w 811"/>
                <a:gd name="T25" fmla="*/ 341 h 661"/>
                <a:gd name="T26" fmla="*/ 551 w 811"/>
                <a:gd name="T27" fmla="*/ 382 h 661"/>
                <a:gd name="T28" fmla="*/ 694 w 811"/>
                <a:gd name="T29" fmla="*/ 444 h 661"/>
                <a:gd name="T30" fmla="*/ 629 w 811"/>
                <a:gd name="T31" fmla="*/ 590 h 661"/>
                <a:gd name="T32" fmla="*/ 654 w 811"/>
                <a:gd name="T33" fmla="*/ 656 h 661"/>
                <a:gd name="T34" fmla="*/ 675 w 811"/>
                <a:gd name="T35" fmla="*/ 661 h 661"/>
                <a:gd name="T36" fmla="*/ 720 w 811"/>
                <a:gd name="T37" fmla="*/ 631 h 661"/>
                <a:gd name="T38" fmla="*/ 806 w 811"/>
                <a:gd name="T39" fmla="*/ 439 h 661"/>
                <a:gd name="T40" fmla="*/ 807 w 811"/>
                <a:gd name="T41" fmla="*/ 401 h 661"/>
                <a:gd name="T42" fmla="*/ 780 w 811"/>
                <a:gd name="T43" fmla="*/ 373 h 661"/>
                <a:gd name="T44" fmla="*/ 711 w 811"/>
                <a:gd name="T45" fmla="*/ 343 h 661"/>
                <a:gd name="T46" fmla="*/ 706 w 811"/>
                <a:gd name="T47" fmla="*/ 330 h 661"/>
                <a:gd name="T48" fmla="*/ 702 w 811"/>
                <a:gd name="T49" fmla="*/ 318 h 661"/>
                <a:gd name="T50" fmla="*/ 717 w 811"/>
                <a:gd name="T51" fmla="*/ 116 h 661"/>
                <a:gd name="T52" fmla="*/ 742 w 811"/>
                <a:gd name="T53" fmla="*/ 127 h 661"/>
                <a:gd name="T54" fmla="*/ 773 w 811"/>
                <a:gd name="T55" fmla="*/ 71 h 661"/>
                <a:gd name="T56" fmla="*/ 745 w 811"/>
                <a:gd name="T57" fmla="*/ 59 h 661"/>
                <a:gd name="T58" fmla="*/ 707 w 811"/>
                <a:gd name="T59" fmla="*/ 46 h 661"/>
                <a:gd name="T60" fmla="*/ 701 w 811"/>
                <a:gd name="T61" fmla="*/ 44 h 661"/>
                <a:gd name="T62" fmla="*/ 554 w 811"/>
                <a:gd name="T63" fmla="*/ 11 h 661"/>
                <a:gd name="T64" fmla="*/ 547 w 811"/>
                <a:gd name="T65" fmla="*/ 11 h 661"/>
                <a:gd name="T66" fmla="*/ 522 w 811"/>
                <a:gd name="T67" fmla="*/ 17 h 661"/>
                <a:gd name="T68" fmla="*/ 522 w 811"/>
                <a:gd name="T69" fmla="*/ 17 h 661"/>
                <a:gd name="T70" fmla="*/ 478 w 811"/>
                <a:gd name="T71" fmla="*/ 43 h 661"/>
                <a:gd name="T72" fmla="*/ 385 w 811"/>
                <a:gd name="T73" fmla="*/ 67 h 661"/>
                <a:gd name="T74" fmla="*/ 277 w 811"/>
                <a:gd name="T75" fmla="*/ 16 h 661"/>
                <a:gd name="T76" fmla="*/ 232 w 811"/>
                <a:gd name="T77" fmla="*/ 13 h 661"/>
                <a:gd name="T78" fmla="*/ 232 w 811"/>
                <a:gd name="T79" fmla="*/ 14 h 661"/>
                <a:gd name="T80" fmla="*/ 172 w 811"/>
                <a:gd name="T81" fmla="*/ 20 h 661"/>
                <a:gd name="T82" fmla="*/ 144 w 811"/>
                <a:gd name="T83" fmla="*/ 52 h 661"/>
                <a:gd name="T84" fmla="*/ 142 w 811"/>
                <a:gd name="T85" fmla="*/ 54 h 661"/>
                <a:gd name="T86" fmla="*/ 103 w 811"/>
                <a:gd name="T87" fmla="*/ 61 h 661"/>
                <a:gd name="T88" fmla="*/ 20 w 811"/>
                <a:gd name="T89" fmla="*/ 119 h 661"/>
                <a:gd name="T90" fmla="*/ 16 w 811"/>
                <a:gd name="T91" fmla="*/ 168 h 661"/>
                <a:gd name="T92" fmla="*/ 187 w 811"/>
                <a:gd name="T93" fmla="*/ 34 h 661"/>
                <a:gd name="T94" fmla="*/ 222 w 811"/>
                <a:gd name="T95" fmla="*/ 31 h 661"/>
                <a:gd name="T96" fmla="*/ 229 w 811"/>
                <a:gd name="T97" fmla="*/ 59 h 661"/>
                <a:gd name="T98" fmla="*/ 262 w 811"/>
                <a:gd name="T99" fmla="*/ 89 h 661"/>
                <a:gd name="T100" fmla="*/ 257 w 811"/>
                <a:gd name="T101" fmla="*/ 97 h 661"/>
                <a:gd name="T102" fmla="*/ 231 w 811"/>
                <a:gd name="T103" fmla="*/ 125 h 661"/>
                <a:gd name="T104" fmla="*/ 227 w 811"/>
                <a:gd name="T105" fmla="*/ 121 h 661"/>
                <a:gd name="T106" fmla="*/ 166 w 811"/>
                <a:gd name="T107" fmla="*/ 66 h 661"/>
                <a:gd name="T108" fmla="*/ 161 w 811"/>
                <a:gd name="T109" fmla="*/ 62 h 661"/>
                <a:gd name="T110" fmla="*/ 187 w 811"/>
                <a:gd name="T111" fmla="*/ 34 h 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11" h="661">
                  <a:moveTo>
                    <a:pt x="16" y="168"/>
                  </a:moveTo>
                  <a:cubicBezTo>
                    <a:pt x="141" y="280"/>
                    <a:pt x="141" y="280"/>
                    <a:pt x="141" y="280"/>
                  </a:cubicBezTo>
                  <a:cubicBezTo>
                    <a:pt x="158" y="295"/>
                    <a:pt x="179" y="291"/>
                    <a:pt x="189" y="271"/>
                  </a:cubicBezTo>
                  <a:cubicBezTo>
                    <a:pt x="239" y="183"/>
                    <a:pt x="239" y="183"/>
                    <a:pt x="239" y="183"/>
                  </a:cubicBezTo>
                  <a:cubicBezTo>
                    <a:pt x="245" y="172"/>
                    <a:pt x="245" y="157"/>
                    <a:pt x="241" y="144"/>
                  </a:cubicBezTo>
                  <a:cubicBezTo>
                    <a:pt x="242" y="143"/>
                    <a:pt x="243" y="143"/>
                    <a:pt x="244" y="142"/>
                  </a:cubicBezTo>
                  <a:cubicBezTo>
                    <a:pt x="272" y="110"/>
                    <a:pt x="272" y="110"/>
                    <a:pt x="272" y="110"/>
                  </a:cubicBezTo>
                  <a:cubicBezTo>
                    <a:pt x="275" y="107"/>
                    <a:pt x="277" y="104"/>
                    <a:pt x="278" y="101"/>
                  </a:cubicBezTo>
                  <a:cubicBezTo>
                    <a:pt x="313" y="122"/>
                    <a:pt x="349" y="131"/>
                    <a:pt x="383" y="131"/>
                  </a:cubicBezTo>
                  <a:cubicBezTo>
                    <a:pt x="383" y="131"/>
                    <a:pt x="384" y="131"/>
                    <a:pt x="385" y="131"/>
                  </a:cubicBezTo>
                  <a:cubicBezTo>
                    <a:pt x="422" y="131"/>
                    <a:pt x="456" y="122"/>
                    <a:pt x="484" y="110"/>
                  </a:cubicBezTo>
                  <a:cubicBezTo>
                    <a:pt x="473" y="226"/>
                    <a:pt x="515" y="324"/>
                    <a:pt x="521" y="339"/>
                  </a:cubicBezTo>
                  <a:cubicBezTo>
                    <a:pt x="521" y="339"/>
                    <a:pt x="521" y="340"/>
                    <a:pt x="522" y="341"/>
                  </a:cubicBezTo>
                  <a:cubicBezTo>
                    <a:pt x="529" y="357"/>
                    <a:pt x="534" y="374"/>
                    <a:pt x="551" y="382"/>
                  </a:cubicBezTo>
                  <a:cubicBezTo>
                    <a:pt x="694" y="444"/>
                    <a:pt x="694" y="444"/>
                    <a:pt x="694" y="444"/>
                  </a:cubicBezTo>
                  <a:cubicBezTo>
                    <a:pt x="629" y="590"/>
                    <a:pt x="629" y="590"/>
                    <a:pt x="629" y="590"/>
                  </a:cubicBezTo>
                  <a:cubicBezTo>
                    <a:pt x="618" y="616"/>
                    <a:pt x="629" y="645"/>
                    <a:pt x="654" y="656"/>
                  </a:cubicBezTo>
                  <a:cubicBezTo>
                    <a:pt x="661" y="659"/>
                    <a:pt x="668" y="661"/>
                    <a:pt x="675" y="661"/>
                  </a:cubicBezTo>
                  <a:cubicBezTo>
                    <a:pt x="694" y="661"/>
                    <a:pt x="712" y="650"/>
                    <a:pt x="720" y="631"/>
                  </a:cubicBezTo>
                  <a:cubicBezTo>
                    <a:pt x="806" y="439"/>
                    <a:pt x="806" y="439"/>
                    <a:pt x="806" y="439"/>
                  </a:cubicBezTo>
                  <a:cubicBezTo>
                    <a:pt x="811" y="427"/>
                    <a:pt x="811" y="413"/>
                    <a:pt x="807" y="401"/>
                  </a:cubicBezTo>
                  <a:cubicBezTo>
                    <a:pt x="802" y="388"/>
                    <a:pt x="792" y="378"/>
                    <a:pt x="780" y="373"/>
                  </a:cubicBezTo>
                  <a:cubicBezTo>
                    <a:pt x="711" y="343"/>
                    <a:pt x="711" y="343"/>
                    <a:pt x="711" y="343"/>
                  </a:cubicBezTo>
                  <a:cubicBezTo>
                    <a:pt x="709" y="339"/>
                    <a:pt x="707" y="334"/>
                    <a:pt x="706" y="330"/>
                  </a:cubicBezTo>
                  <a:cubicBezTo>
                    <a:pt x="704" y="326"/>
                    <a:pt x="702" y="321"/>
                    <a:pt x="702" y="318"/>
                  </a:cubicBezTo>
                  <a:cubicBezTo>
                    <a:pt x="668" y="223"/>
                    <a:pt x="683" y="174"/>
                    <a:pt x="717" y="116"/>
                  </a:cubicBezTo>
                  <a:cubicBezTo>
                    <a:pt x="725" y="119"/>
                    <a:pt x="734" y="123"/>
                    <a:pt x="742" y="127"/>
                  </a:cubicBezTo>
                  <a:cubicBezTo>
                    <a:pt x="750" y="109"/>
                    <a:pt x="760" y="90"/>
                    <a:pt x="773" y="71"/>
                  </a:cubicBezTo>
                  <a:cubicBezTo>
                    <a:pt x="763" y="66"/>
                    <a:pt x="754" y="62"/>
                    <a:pt x="745" y="59"/>
                  </a:cubicBezTo>
                  <a:cubicBezTo>
                    <a:pt x="729" y="52"/>
                    <a:pt x="715" y="48"/>
                    <a:pt x="707" y="46"/>
                  </a:cubicBezTo>
                  <a:cubicBezTo>
                    <a:pt x="705" y="45"/>
                    <a:pt x="703" y="44"/>
                    <a:pt x="701" y="44"/>
                  </a:cubicBezTo>
                  <a:cubicBezTo>
                    <a:pt x="652" y="33"/>
                    <a:pt x="603" y="22"/>
                    <a:pt x="554" y="11"/>
                  </a:cubicBezTo>
                  <a:cubicBezTo>
                    <a:pt x="552" y="11"/>
                    <a:pt x="550" y="10"/>
                    <a:pt x="547" y="11"/>
                  </a:cubicBezTo>
                  <a:cubicBezTo>
                    <a:pt x="539" y="9"/>
                    <a:pt x="530" y="11"/>
                    <a:pt x="522" y="17"/>
                  </a:cubicBezTo>
                  <a:cubicBezTo>
                    <a:pt x="522" y="17"/>
                    <a:pt x="522" y="17"/>
                    <a:pt x="522" y="17"/>
                  </a:cubicBezTo>
                  <a:cubicBezTo>
                    <a:pt x="521" y="18"/>
                    <a:pt x="504" y="31"/>
                    <a:pt x="478" y="43"/>
                  </a:cubicBezTo>
                  <a:cubicBezTo>
                    <a:pt x="452" y="56"/>
                    <a:pt x="418" y="67"/>
                    <a:pt x="385" y="67"/>
                  </a:cubicBezTo>
                  <a:cubicBezTo>
                    <a:pt x="348" y="67"/>
                    <a:pt x="313" y="56"/>
                    <a:pt x="277" y="16"/>
                  </a:cubicBezTo>
                  <a:cubicBezTo>
                    <a:pt x="266" y="3"/>
                    <a:pt x="245" y="2"/>
                    <a:pt x="232" y="13"/>
                  </a:cubicBezTo>
                  <a:cubicBezTo>
                    <a:pt x="232" y="14"/>
                    <a:pt x="232" y="14"/>
                    <a:pt x="232" y="14"/>
                  </a:cubicBezTo>
                  <a:cubicBezTo>
                    <a:pt x="214" y="0"/>
                    <a:pt x="188" y="3"/>
                    <a:pt x="172" y="20"/>
                  </a:cubicBezTo>
                  <a:cubicBezTo>
                    <a:pt x="144" y="52"/>
                    <a:pt x="144" y="52"/>
                    <a:pt x="144" y="52"/>
                  </a:cubicBezTo>
                  <a:cubicBezTo>
                    <a:pt x="143" y="53"/>
                    <a:pt x="142" y="53"/>
                    <a:pt x="142" y="54"/>
                  </a:cubicBezTo>
                  <a:cubicBezTo>
                    <a:pt x="128" y="52"/>
                    <a:pt x="114" y="54"/>
                    <a:pt x="103" y="61"/>
                  </a:cubicBezTo>
                  <a:cubicBezTo>
                    <a:pt x="20" y="119"/>
                    <a:pt x="20" y="119"/>
                    <a:pt x="20" y="119"/>
                  </a:cubicBezTo>
                  <a:cubicBezTo>
                    <a:pt x="2" y="131"/>
                    <a:pt x="0" y="153"/>
                    <a:pt x="16" y="168"/>
                  </a:cubicBezTo>
                  <a:close/>
                  <a:moveTo>
                    <a:pt x="187" y="34"/>
                  </a:moveTo>
                  <a:cubicBezTo>
                    <a:pt x="196" y="23"/>
                    <a:pt x="212" y="22"/>
                    <a:pt x="222" y="31"/>
                  </a:cubicBezTo>
                  <a:cubicBezTo>
                    <a:pt x="220" y="41"/>
                    <a:pt x="222" y="51"/>
                    <a:pt x="229" y="59"/>
                  </a:cubicBezTo>
                  <a:cubicBezTo>
                    <a:pt x="240" y="70"/>
                    <a:pt x="251" y="81"/>
                    <a:pt x="262" y="89"/>
                  </a:cubicBezTo>
                  <a:cubicBezTo>
                    <a:pt x="261" y="92"/>
                    <a:pt x="259" y="95"/>
                    <a:pt x="257" y="97"/>
                  </a:cubicBezTo>
                  <a:cubicBezTo>
                    <a:pt x="231" y="125"/>
                    <a:pt x="231" y="125"/>
                    <a:pt x="231" y="125"/>
                  </a:cubicBezTo>
                  <a:cubicBezTo>
                    <a:pt x="230" y="124"/>
                    <a:pt x="229" y="122"/>
                    <a:pt x="227" y="121"/>
                  </a:cubicBezTo>
                  <a:cubicBezTo>
                    <a:pt x="166" y="66"/>
                    <a:pt x="166" y="66"/>
                    <a:pt x="166" y="66"/>
                  </a:cubicBezTo>
                  <a:cubicBezTo>
                    <a:pt x="164" y="64"/>
                    <a:pt x="163" y="63"/>
                    <a:pt x="161" y="62"/>
                  </a:cubicBezTo>
                  <a:lnTo>
                    <a:pt x="187" y="34"/>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4" name="组合 13"/>
          <p:cNvGrpSpPr/>
          <p:nvPr/>
        </p:nvGrpSpPr>
        <p:grpSpPr>
          <a:xfrm>
            <a:off x="4649788" y="2814638"/>
            <a:ext cx="1100137" cy="1760538"/>
            <a:chOff x="4649788" y="2814638"/>
            <a:chExt cx="1100137" cy="1760538"/>
          </a:xfrm>
        </p:grpSpPr>
        <p:sp>
          <p:nvSpPr>
            <p:cNvPr id="15" name="Freeform 16"/>
            <p:cNvSpPr>
              <a:spLocks/>
            </p:cNvSpPr>
            <p:nvPr/>
          </p:nvSpPr>
          <p:spPr bwMode="auto">
            <a:xfrm>
              <a:off x="5291138" y="3121025"/>
              <a:ext cx="300037" cy="301625"/>
            </a:xfrm>
            <a:custGeom>
              <a:avLst/>
              <a:gdLst>
                <a:gd name="T0" fmla="*/ 186 w 197"/>
                <a:gd name="T1" fmla="*/ 120 h 198"/>
                <a:gd name="T2" fmla="*/ 119 w 197"/>
                <a:gd name="T3" fmla="*/ 12 h 198"/>
                <a:gd name="T4" fmla="*/ 11 w 197"/>
                <a:gd name="T5" fmla="*/ 79 h 198"/>
                <a:gd name="T6" fmla="*/ 78 w 197"/>
                <a:gd name="T7" fmla="*/ 187 h 198"/>
                <a:gd name="T8" fmla="*/ 186 w 197"/>
                <a:gd name="T9" fmla="*/ 120 h 198"/>
              </a:gdLst>
              <a:ahLst/>
              <a:cxnLst>
                <a:cxn ang="0">
                  <a:pos x="T0" y="T1"/>
                </a:cxn>
                <a:cxn ang="0">
                  <a:pos x="T2" y="T3"/>
                </a:cxn>
                <a:cxn ang="0">
                  <a:pos x="T4" y="T5"/>
                </a:cxn>
                <a:cxn ang="0">
                  <a:pos x="T6" y="T7"/>
                </a:cxn>
                <a:cxn ang="0">
                  <a:pos x="T8" y="T9"/>
                </a:cxn>
              </a:cxnLst>
              <a:rect l="0" t="0" r="r" b="b"/>
              <a:pathLst>
                <a:path w="197" h="198">
                  <a:moveTo>
                    <a:pt x="186" y="120"/>
                  </a:moveTo>
                  <a:cubicBezTo>
                    <a:pt x="197" y="71"/>
                    <a:pt x="167" y="23"/>
                    <a:pt x="119" y="12"/>
                  </a:cubicBezTo>
                  <a:cubicBezTo>
                    <a:pt x="71" y="0"/>
                    <a:pt x="22" y="31"/>
                    <a:pt x="11" y="79"/>
                  </a:cubicBezTo>
                  <a:cubicBezTo>
                    <a:pt x="0" y="127"/>
                    <a:pt x="30" y="176"/>
                    <a:pt x="78" y="187"/>
                  </a:cubicBezTo>
                  <a:cubicBezTo>
                    <a:pt x="127" y="198"/>
                    <a:pt x="175" y="168"/>
                    <a:pt x="186" y="12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 name="Freeform 17"/>
            <p:cNvSpPr>
              <a:spLocks/>
            </p:cNvSpPr>
            <p:nvPr/>
          </p:nvSpPr>
          <p:spPr bwMode="auto">
            <a:xfrm>
              <a:off x="5214938" y="3429000"/>
              <a:ext cx="277812" cy="1141413"/>
            </a:xfrm>
            <a:custGeom>
              <a:avLst/>
              <a:gdLst>
                <a:gd name="T0" fmla="*/ 87 w 183"/>
                <a:gd name="T1" fmla="*/ 211 h 751"/>
                <a:gd name="T2" fmla="*/ 69 w 183"/>
                <a:gd name="T3" fmla="*/ 95 h 751"/>
                <a:gd name="T4" fmla="*/ 69 w 183"/>
                <a:gd name="T5" fmla="*/ 77 h 751"/>
                <a:gd name="T6" fmla="*/ 109 w 183"/>
                <a:gd name="T7" fmla="*/ 40 h 751"/>
                <a:gd name="T8" fmla="*/ 112 w 183"/>
                <a:gd name="T9" fmla="*/ 40 h 751"/>
                <a:gd name="T10" fmla="*/ 139 w 183"/>
                <a:gd name="T11" fmla="*/ 54 h 751"/>
                <a:gd name="T12" fmla="*/ 149 w 183"/>
                <a:gd name="T13" fmla="*/ 83 h 751"/>
                <a:gd name="T14" fmla="*/ 149 w 183"/>
                <a:gd name="T15" fmla="*/ 83 h 751"/>
                <a:gd name="T16" fmla="*/ 149 w 183"/>
                <a:gd name="T17" fmla="*/ 86 h 751"/>
                <a:gd name="T18" fmla="*/ 149 w 183"/>
                <a:gd name="T19" fmla="*/ 95 h 751"/>
                <a:gd name="T20" fmla="*/ 160 w 183"/>
                <a:gd name="T21" fmla="*/ 177 h 751"/>
                <a:gd name="T22" fmla="*/ 171 w 183"/>
                <a:gd name="T23" fmla="*/ 104 h 751"/>
                <a:gd name="T24" fmla="*/ 133 w 183"/>
                <a:gd name="T25" fmla="*/ 8 h 751"/>
                <a:gd name="T26" fmla="*/ 30 w 183"/>
                <a:gd name="T27" fmla="*/ 77 h 751"/>
                <a:gd name="T28" fmla="*/ 3 w 183"/>
                <a:gd name="T29" fmla="*/ 252 h 751"/>
                <a:gd name="T30" fmla="*/ 38 w 183"/>
                <a:gd name="T31" fmla="*/ 261 h 751"/>
                <a:gd name="T32" fmla="*/ 63 w 183"/>
                <a:gd name="T33" fmla="*/ 278 h 751"/>
                <a:gd name="T34" fmla="*/ 69 w 183"/>
                <a:gd name="T35" fmla="*/ 307 h 751"/>
                <a:gd name="T36" fmla="*/ 113 w 183"/>
                <a:gd name="T37" fmla="*/ 317 h 751"/>
                <a:gd name="T38" fmla="*/ 101 w 183"/>
                <a:gd name="T39" fmla="*/ 367 h 751"/>
                <a:gd name="T40" fmla="*/ 13 w 183"/>
                <a:gd name="T41" fmla="*/ 347 h 751"/>
                <a:gd name="T42" fmla="*/ 15 w 183"/>
                <a:gd name="T43" fmla="*/ 338 h 751"/>
                <a:gd name="T44" fmla="*/ 8 w 183"/>
                <a:gd name="T45" fmla="*/ 336 h 751"/>
                <a:gd name="T46" fmla="*/ 6 w 183"/>
                <a:gd name="T47" fmla="*/ 345 h 751"/>
                <a:gd name="T48" fmla="*/ 4 w 183"/>
                <a:gd name="T49" fmla="*/ 353 h 751"/>
                <a:gd name="T50" fmla="*/ 12 w 183"/>
                <a:gd name="T51" fmla="*/ 355 h 751"/>
                <a:gd name="T52" fmla="*/ 50 w 183"/>
                <a:gd name="T53" fmla="*/ 364 h 751"/>
                <a:gd name="T54" fmla="*/ 50 w 183"/>
                <a:gd name="T55" fmla="*/ 701 h 751"/>
                <a:gd name="T56" fmla="*/ 100 w 183"/>
                <a:gd name="T57" fmla="*/ 751 h 751"/>
                <a:gd name="T58" fmla="*/ 150 w 183"/>
                <a:gd name="T59" fmla="*/ 701 h 751"/>
                <a:gd name="T60" fmla="*/ 150 w 183"/>
                <a:gd name="T61" fmla="*/ 333 h 751"/>
                <a:gd name="T62" fmla="*/ 149 w 183"/>
                <a:gd name="T63" fmla="*/ 326 h 751"/>
                <a:gd name="T64" fmla="*/ 150 w 183"/>
                <a:gd name="T65" fmla="*/ 316 h 751"/>
                <a:gd name="T66" fmla="*/ 87 w 183"/>
                <a:gd name="T67" fmla="*/ 211 h 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83" h="751">
                  <a:moveTo>
                    <a:pt x="87" y="211"/>
                  </a:moveTo>
                  <a:cubicBezTo>
                    <a:pt x="72" y="166"/>
                    <a:pt x="69" y="123"/>
                    <a:pt x="69" y="95"/>
                  </a:cubicBezTo>
                  <a:cubicBezTo>
                    <a:pt x="69" y="84"/>
                    <a:pt x="69" y="77"/>
                    <a:pt x="69" y="77"/>
                  </a:cubicBezTo>
                  <a:cubicBezTo>
                    <a:pt x="71" y="56"/>
                    <a:pt x="88" y="40"/>
                    <a:pt x="109" y="40"/>
                  </a:cubicBezTo>
                  <a:cubicBezTo>
                    <a:pt x="110" y="40"/>
                    <a:pt x="111" y="40"/>
                    <a:pt x="112" y="40"/>
                  </a:cubicBezTo>
                  <a:cubicBezTo>
                    <a:pt x="123" y="41"/>
                    <a:pt x="133" y="46"/>
                    <a:pt x="139" y="54"/>
                  </a:cubicBezTo>
                  <a:cubicBezTo>
                    <a:pt x="146" y="62"/>
                    <a:pt x="150" y="73"/>
                    <a:pt x="149" y="83"/>
                  </a:cubicBezTo>
                  <a:cubicBezTo>
                    <a:pt x="149" y="83"/>
                    <a:pt x="149" y="83"/>
                    <a:pt x="149" y="83"/>
                  </a:cubicBezTo>
                  <a:cubicBezTo>
                    <a:pt x="149" y="84"/>
                    <a:pt x="149" y="85"/>
                    <a:pt x="149" y="86"/>
                  </a:cubicBezTo>
                  <a:cubicBezTo>
                    <a:pt x="149" y="88"/>
                    <a:pt x="149" y="91"/>
                    <a:pt x="149" y="95"/>
                  </a:cubicBezTo>
                  <a:cubicBezTo>
                    <a:pt x="149" y="108"/>
                    <a:pt x="150" y="141"/>
                    <a:pt x="160" y="177"/>
                  </a:cubicBezTo>
                  <a:cubicBezTo>
                    <a:pt x="163" y="150"/>
                    <a:pt x="167" y="124"/>
                    <a:pt x="171" y="104"/>
                  </a:cubicBezTo>
                  <a:cubicBezTo>
                    <a:pt x="183" y="64"/>
                    <a:pt x="168" y="17"/>
                    <a:pt x="133" y="8"/>
                  </a:cubicBezTo>
                  <a:cubicBezTo>
                    <a:pt x="99" y="0"/>
                    <a:pt x="50" y="18"/>
                    <a:pt x="30" y="77"/>
                  </a:cubicBezTo>
                  <a:cubicBezTo>
                    <a:pt x="8" y="142"/>
                    <a:pt x="0" y="189"/>
                    <a:pt x="3" y="252"/>
                  </a:cubicBezTo>
                  <a:cubicBezTo>
                    <a:pt x="14" y="255"/>
                    <a:pt x="26" y="258"/>
                    <a:pt x="38" y="261"/>
                  </a:cubicBezTo>
                  <a:cubicBezTo>
                    <a:pt x="49" y="263"/>
                    <a:pt x="58" y="269"/>
                    <a:pt x="63" y="278"/>
                  </a:cubicBezTo>
                  <a:cubicBezTo>
                    <a:pt x="69" y="287"/>
                    <a:pt x="71" y="297"/>
                    <a:pt x="69" y="307"/>
                  </a:cubicBezTo>
                  <a:cubicBezTo>
                    <a:pt x="113" y="317"/>
                    <a:pt x="113" y="317"/>
                    <a:pt x="113" y="317"/>
                  </a:cubicBezTo>
                  <a:cubicBezTo>
                    <a:pt x="101" y="367"/>
                    <a:pt x="101" y="367"/>
                    <a:pt x="101" y="367"/>
                  </a:cubicBezTo>
                  <a:cubicBezTo>
                    <a:pt x="13" y="347"/>
                    <a:pt x="13" y="347"/>
                    <a:pt x="13" y="347"/>
                  </a:cubicBezTo>
                  <a:cubicBezTo>
                    <a:pt x="15" y="338"/>
                    <a:pt x="15" y="338"/>
                    <a:pt x="15" y="338"/>
                  </a:cubicBezTo>
                  <a:cubicBezTo>
                    <a:pt x="13" y="337"/>
                    <a:pt x="10" y="337"/>
                    <a:pt x="8" y="336"/>
                  </a:cubicBezTo>
                  <a:cubicBezTo>
                    <a:pt x="6" y="345"/>
                    <a:pt x="6" y="345"/>
                    <a:pt x="6" y="345"/>
                  </a:cubicBezTo>
                  <a:cubicBezTo>
                    <a:pt x="4" y="353"/>
                    <a:pt x="4" y="353"/>
                    <a:pt x="4" y="353"/>
                  </a:cubicBezTo>
                  <a:cubicBezTo>
                    <a:pt x="12" y="355"/>
                    <a:pt x="12" y="355"/>
                    <a:pt x="12" y="355"/>
                  </a:cubicBezTo>
                  <a:cubicBezTo>
                    <a:pt x="50" y="364"/>
                    <a:pt x="50" y="364"/>
                    <a:pt x="50" y="364"/>
                  </a:cubicBezTo>
                  <a:cubicBezTo>
                    <a:pt x="50" y="701"/>
                    <a:pt x="50" y="701"/>
                    <a:pt x="50" y="701"/>
                  </a:cubicBezTo>
                  <a:cubicBezTo>
                    <a:pt x="50" y="729"/>
                    <a:pt x="72" y="751"/>
                    <a:pt x="100" y="751"/>
                  </a:cubicBezTo>
                  <a:cubicBezTo>
                    <a:pt x="127" y="751"/>
                    <a:pt x="150" y="729"/>
                    <a:pt x="150" y="701"/>
                  </a:cubicBezTo>
                  <a:cubicBezTo>
                    <a:pt x="150" y="333"/>
                    <a:pt x="150" y="333"/>
                    <a:pt x="150" y="333"/>
                  </a:cubicBezTo>
                  <a:cubicBezTo>
                    <a:pt x="150" y="331"/>
                    <a:pt x="150" y="328"/>
                    <a:pt x="149" y="326"/>
                  </a:cubicBezTo>
                  <a:cubicBezTo>
                    <a:pt x="149" y="323"/>
                    <a:pt x="150" y="319"/>
                    <a:pt x="150" y="316"/>
                  </a:cubicBezTo>
                  <a:cubicBezTo>
                    <a:pt x="116" y="282"/>
                    <a:pt x="97" y="242"/>
                    <a:pt x="87" y="21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 name="Freeform 18"/>
            <p:cNvSpPr>
              <a:spLocks/>
            </p:cNvSpPr>
            <p:nvPr/>
          </p:nvSpPr>
          <p:spPr bwMode="auto">
            <a:xfrm>
              <a:off x="4924425" y="3219450"/>
              <a:ext cx="311150" cy="312738"/>
            </a:xfrm>
            <a:custGeom>
              <a:avLst/>
              <a:gdLst>
                <a:gd name="T0" fmla="*/ 179 w 205"/>
                <a:gd name="T1" fmla="*/ 150 h 206"/>
                <a:gd name="T2" fmla="*/ 150 w 205"/>
                <a:gd name="T3" fmla="*/ 27 h 206"/>
                <a:gd name="T4" fmla="*/ 26 w 205"/>
                <a:gd name="T5" fmla="*/ 55 h 206"/>
                <a:gd name="T6" fmla="*/ 55 w 205"/>
                <a:gd name="T7" fmla="*/ 179 h 206"/>
                <a:gd name="T8" fmla="*/ 179 w 205"/>
                <a:gd name="T9" fmla="*/ 150 h 206"/>
              </a:gdLst>
              <a:ahLst/>
              <a:cxnLst>
                <a:cxn ang="0">
                  <a:pos x="T0" y="T1"/>
                </a:cxn>
                <a:cxn ang="0">
                  <a:pos x="T2" y="T3"/>
                </a:cxn>
                <a:cxn ang="0">
                  <a:pos x="T4" y="T5"/>
                </a:cxn>
                <a:cxn ang="0">
                  <a:pos x="T6" y="T7"/>
                </a:cxn>
                <a:cxn ang="0">
                  <a:pos x="T8" y="T9"/>
                </a:cxn>
              </a:cxnLst>
              <a:rect l="0" t="0" r="r" b="b"/>
              <a:pathLst>
                <a:path w="205" h="206">
                  <a:moveTo>
                    <a:pt x="179" y="150"/>
                  </a:moveTo>
                  <a:cubicBezTo>
                    <a:pt x="205" y="108"/>
                    <a:pt x="192" y="53"/>
                    <a:pt x="150" y="27"/>
                  </a:cubicBezTo>
                  <a:cubicBezTo>
                    <a:pt x="108" y="0"/>
                    <a:pt x="52" y="13"/>
                    <a:pt x="26" y="55"/>
                  </a:cubicBezTo>
                  <a:cubicBezTo>
                    <a:pt x="0" y="97"/>
                    <a:pt x="13" y="153"/>
                    <a:pt x="55" y="179"/>
                  </a:cubicBezTo>
                  <a:cubicBezTo>
                    <a:pt x="97" y="206"/>
                    <a:pt x="153" y="193"/>
                    <a:pt x="179" y="15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 name="Freeform 19"/>
            <p:cNvSpPr>
              <a:spLocks/>
            </p:cNvSpPr>
            <p:nvPr/>
          </p:nvSpPr>
          <p:spPr bwMode="auto">
            <a:xfrm>
              <a:off x="4649788" y="3481388"/>
              <a:ext cx="377825" cy="1093788"/>
            </a:xfrm>
            <a:custGeom>
              <a:avLst/>
              <a:gdLst>
                <a:gd name="T0" fmla="*/ 142 w 248"/>
                <a:gd name="T1" fmla="*/ 86 h 719"/>
                <a:gd name="T2" fmla="*/ 173 w 248"/>
                <a:gd name="T3" fmla="*/ 39 h 719"/>
                <a:gd name="T4" fmla="*/ 181 w 248"/>
                <a:gd name="T5" fmla="*/ 38 h 719"/>
                <a:gd name="T6" fmla="*/ 220 w 248"/>
                <a:gd name="T7" fmla="*/ 71 h 719"/>
                <a:gd name="T8" fmla="*/ 221 w 248"/>
                <a:gd name="T9" fmla="*/ 74 h 719"/>
                <a:gd name="T10" fmla="*/ 226 w 248"/>
                <a:gd name="T11" fmla="*/ 87 h 719"/>
                <a:gd name="T12" fmla="*/ 234 w 248"/>
                <a:gd name="T13" fmla="*/ 105 h 719"/>
                <a:gd name="T14" fmla="*/ 220 w 248"/>
                <a:gd name="T15" fmla="*/ 19 h 719"/>
                <a:gd name="T16" fmla="*/ 99 w 248"/>
                <a:gd name="T17" fmla="*/ 51 h 719"/>
                <a:gd name="T18" fmla="*/ 6 w 248"/>
                <a:gd name="T19" fmla="*/ 254 h 719"/>
                <a:gd name="T20" fmla="*/ 36 w 248"/>
                <a:gd name="T21" fmla="*/ 334 h 719"/>
                <a:gd name="T22" fmla="*/ 59 w 248"/>
                <a:gd name="T23" fmla="*/ 478 h 719"/>
                <a:gd name="T24" fmla="*/ 27 w 248"/>
                <a:gd name="T25" fmla="*/ 652 h 719"/>
                <a:gd name="T26" fmla="*/ 56 w 248"/>
                <a:gd name="T27" fmla="*/ 716 h 719"/>
                <a:gd name="T28" fmla="*/ 74 w 248"/>
                <a:gd name="T29" fmla="*/ 719 h 719"/>
                <a:gd name="T30" fmla="*/ 121 w 248"/>
                <a:gd name="T31" fmla="*/ 686 h 719"/>
                <a:gd name="T32" fmla="*/ 159 w 248"/>
                <a:gd name="T33" fmla="*/ 478 h 719"/>
                <a:gd name="T34" fmla="*/ 136 w 248"/>
                <a:gd name="T35" fmla="*/ 318 h 719"/>
                <a:gd name="T36" fmla="*/ 138 w 248"/>
                <a:gd name="T37" fmla="*/ 310 h 719"/>
                <a:gd name="T38" fmla="*/ 189 w 248"/>
                <a:gd name="T39" fmla="*/ 184 h 719"/>
                <a:gd name="T40" fmla="*/ 187 w 248"/>
                <a:gd name="T41" fmla="*/ 180 h 719"/>
                <a:gd name="T42" fmla="*/ 142 w 248"/>
                <a:gd name="T43" fmla="*/ 86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8" h="719">
                  <a:moveTo>
                    <a:pt x="142" y="86"/>
                  </a:moveTo>
                  <a:cubicBezTo>
                    <a:pt x="138" y="64"/>
                    <a:pt x="152" y="43"/>
                    <a:pt x="173" y="39"/>
                  </a:cubicBezTo>
                  <a:cubicBezTo>
                    <a:pt x="176" y="39"/>
                    <a:pt x="179" y="38"/>
                    <a:pt x="181" y="38"/>
                  </a:cubicBezTo>
                  <a:cubicBezTo>
                    <a:pt x="200" y="38"/>
                    <a:pt x="217" y="52"/>
                    <a:pt x="220" y="71"/>
                  </a:cubicBezTo>
                  <a:cubicBezTo>
                    <a:pt x="220" y="71"/>
                    <a:pt x="221" y="73"/>
                    <a:pt x="221" y="74"/>
                  </a:cubicBezTo>
                  <a:cubicBezTo>
                    <a:pt x="222" y="77"/>
                    <a:pt x="223" y="81"/>
                    <a:pt x="226" y="87"/>
                  </a:cubicBezTo>
                  <a:cubicBezTo>
                    <a:pt x="228" y="92"/>
                    <a:pt x="230" y="98"/>
                    <a:pt x="234" y="105"/>
                  </a:cubicBezTo>
                  <a:cubicBezTo>
                    <a:pt x="248" y="73"/>
                    <a:pt x="245" y="35"/>
                    <a:pt x="220" y="19"/>
                  </a:cubicBezTo>
                  <a:cubicBezTo>
                    <a:pt x="190" y="0"/>
                    <a:pt x="137" y="2"/>
                    <a:pt x="99" y="51"/>
                  </a:cubicBezTo>
                  <a:cubicBezTo>
                    <a:pt x="48" y="118"/>
                    <a:pt x="25" y="166"/>
                    <a:pt x="6" y="254"/>
                  </a:cubicBezTo>
                  <a:cubicBezTo>
                    <a:pt x="0" y="296"/>
                    <a:pt x="15" y="319"/>
                    <a:pt x="36" y="334"/>
                  </a:cubicBezTo>
                  <a:cubicBezTo>
                    <a:pt x="45" y="361"/>
                    <a:pt x="59" y="412"/>
                    <a:pt x="59" y="478"/>
                  </a:cubicBezTo>
                  <a:cubicBezTo>
                    <a:pt x="59" y="528"/>
                    <a:pt x="51" y="587"/>
                    <a:pt x="27" y="652"/>
                  </a:cubicBezTo>
                  <a:cubicBezTo>
                    <a:pt x="17" y="678"/>
                    <a:pt x="30" y="706"/>
                    <a:pt x="56" y="716"/>
                  </a:cubicBezTo>
                  <a:cubicBezTo>
                    <a:pt x="62" y="718"/>
                    <a:pt x="68" y="719"/>
                    <a:pt x="74" y="719"/>
                  </a:cubicBezTo>
                  <a:cubicBezTo>
                    <a:pt x="94" y="719"/>
                    <a:pt x="113" y="707"/>
                    <a:pt x="121" y="686"/>
                  </a:cubicBezTo>
                  <a:cubicBezTo>
                    <a:pt x="149" y="610"/>
                    <a:pt x="159" y="539"/>
                    <a:pt x="159" y="478"/>
                  </a:cubicBezTo>
                  <a:cubicBezTo>
                    <a:pt x="159" y="410"/>
                    <a:pt x="147" y="355"/>
                    <a:pt x="136" y="318"/>
                  </a:cubicBezTo>
                  <a:cubicBezTo>
                    <a:pt x="137" y="315"/>
                    <a:pt x="137" y="313"/>
                    <a:pt x="138" y="310"/>
                  </a:cubicBezTo>
                  <a:cubicBezTo>
                    <a:pt x="147" y="266"/>
                    <a:pt x="168" y="223"/>
                    <a:pt x="189" y="184"/>
                  </a:cubicBezTo>
                  <a:cubicBezTo>
                    <a:pt x="188" y="183"/>
                    <a:pt x="188" y="181"/>
                    <a:pt x="187" y="180"/>
                  </a:cubicBezTo>
                  <a:cubicBezTo>
                    <a:pt x="153" y="135"/>
                    <a:pt x="143" y="94"/>
                    <a:pt x="142" y="8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 name="Freeform 20"/>
            <p:cNvSpPr>
              <a:spLocks/>
            </p:cNvSpPr>
            <p:nvPr/>
          </p:nvSpPr>
          <p:spPr bwMode="auto">
            <a:xfrm>
              <a:off x="4872038" y="3549650"/>
              <a:ext cx="441325" cy="384175"/>
            </a:xfrm>
            <a:custGeom>
              <a:avLst/>
              <a:gdLst>
                <a:gd name="T0" fmla="*/ 248 w 290"/>
                <a:gd name="T1" fmla="*/ 252 h 253"/>
                <a:gd name="T2" fmla="*/ 255 w 290"/>
                <a:gd name="T3" fmla="*/ 253 h 253"/>
                <a:gd name="T4" fmla="*/ 286 w 290"/>
                <a:gd name="T5" fmla="*/ 228 h 253"/>
                <a:gd name="T6" fmla="*/ 262 w 290"/>
                <a:gd name="T7" fmla="*/ 190 h 253"/>
                <a:gd name="T8" fmla="*/ 99 w 290"/>
                <a:gd name="T9" fmla="*/ 93 h 253"/>
                <a:gd name="T10" fmla="*/ 72 w 290"/>
                <a:gd name="T11" fmla="*/ 46 h 253"/>
                <a:gd name="T12" fmla="*/ 67 w 290"/>
                <a:gd name="T13" fmla="*/ 32 h 253"/>
                <a:gd name="T14" fmla="*/ 67 w 290"/>
                <a:gd name="T15" fmla="*/ 29 h 253"/>
                <a:gd name="T16" fmla="*/ 66 w 290"/>
                <a:gd name="T17" fmla="*/ 28 h 253"/>
                <a:gd name="T18" fmla="*/ 66 w 290"/>
                <a:gd name="T19" fmla="*/ 28 h 253"/>
                <a:gd name="T20" fmla="*/ 29 w 290"/>
                <a:gd name="T21" fmla="*/ 3 h 253"/>
                <a:gd name="T22" fmla="*/ 4 w 290"/>
                <a:gd name="T23" fmla="*/ 40 h 253"/>
                <a:gd name="T24" fmla="*/ 47 w 290"/>
                <a:gd name="T25" fmla="*/ 132 h 253"/>
                <a:gd name="T26" fmla="*/ 248 w 290"/>
                <a:gd name="T27" fmla="*/ 252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0" h="253">
                  <a:moveTo>
                    <a:pt x="248" y="252"/>
                  </a:moveTo>
                  <a:cubicBezTo>
                    <a:pt x="251" y="253"/>
                    <a:pt x="253" y="253"/>
                    <a:pt x="255" y="253"/>
                  </a:cubicBezTo>
                  <a:cubicBezTo>
                    <a:pt x="270" y="253"/>
                    <a:pt x="283" y="243"/>
                    <a:pt x="286" y="228"/>
                  </a:cubicBezTo>
                  <a:cubicBezTo>
                    <a:pt x="290" y="210"/>
                    <a:pt x="279" y="193"/>
                    <a:pt x="262" y="190"/>
                  </a:cubicBezTo>
                  <a:cubicBezTo>
                    <a:pt x="173" y="171"/>
                    <a:pt x="126" y="130"/>
                    <a:pt x="99" y="93"/>
                  </a:cubicBezTo>
                  <a:cubicBezTo>
                    <a:pt x="85" y="75"/>
                    <a:pt x="77" y="58"/>
                    <a:pt x="72" y="46"/>
                  </a:cubicBezTo>
                  <a:cubicBezTo>
                    <a:pt x="70" y="40"/>
                    <a:pt x="68" y="35"/>
                    <a:pt x="67" y="32"/>
                  </a:cubicBezTo>
                  <a:cubicBezTo>
                    <a:pt x="67" y="31"/>
                    <a:pt x="67" y="29"/>
                    <a:pt x="67" y="29"/>
                  </a:cubicBezTo>
                  <a:cubicBezTo>
                    <a:pt x="66" y="29"/>
                    <a:pt x="66" y="28"/>
                    <a:pt x="66" y="28"/>
                  </a:cubicBezTo>
                  <a:cubicBezTo>
                    <a:pt x="66" y="28"/>
                    <a:pt x="66" y="28"/>
                    <a:pt x="66" y="28"/>
                  </a:cubicBezTo>
                  <a:cubicBezTo>
                    <a:pt x="63" y="11"/>
                    <a:pt x="46" y="0"/>
                    <a:pt x="29" y="3"/>
                  </a:cubicBezTo>
                  <a:cubicBezTo>
                    <a:pt x="12" y="6"/>
                    <a:pt x="0" y="23"/>
                    <a:pt x="4" y="40"/>
                  </a:cubicBezTo>
                  <a:cubicBezTo>
                    <a:pt x="4" y="43"/>
                    <a:pt x="12" y="85"/>
                    <a:pt x="47" y="132"/>
                  </a:cubicBezTo>
                  <a:cubicBezTo>
                    <a:pt x="82" y="179"/>
                    <a:pt x="145" y="231"/>
                    <a:pt x="248" y="25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 name="Freeform 21"/>
            <p:cNvSpPr>
              <a:spLocks/>
            </p:cNvSpPr>
            <p:nvPr/>
          </p:nvSpPr>
          <p:spPr bwMode="auto">
            <a:xfrm>
              <a:off x="5330825" y="3500438"/>
              <a:ext cx="265112" cy="457200"/>
            </a:xfrm>
            <a:custGeom>
              <a:avLst/>
              <a:gdLst>
                <a:gd name="T0" fmla="*/ 64 w 174"/>
                <a:gd name="T1" fmla="*/ 38 h 301"/>
                <a:gd name="T2" fmla="*/ 64 w 174"/>
                <a:gd name="T3" fmla="*/ 36 h 301"/>
                <a:gd name="T4" fmla="*/ 64 w 174"/>
                <a:gd name="T5" fmla="*/ 36 h 301"/>
                <a:gd name="T6" fmla="*/ 35 w 174"/>
                <a:gd name="T7" fmla="*/ 1 h 301"/>
                <a:gd name="T8" fmla="*/ 0 w 174"/>
                <a:gd name="T9" fmla="*/ 30 h 301"/>
                <a:gd name="T10" fmla="*/ 0 w 174"/>
                <a:gd name="T11" fmla="*/ 48 h 301"/>
                <a:gd name="T12" fmla="*/ 18 w 174"/>
                <a:gd name="T13" fmla="*/ 162 h 301"/>
                <a:gd name="T14" fmla="*/ 120 w 174"/>
                <a:gd name="T15" fmla="*/ 296 h 301"/>
                <a:gd name="T16" fmla="*/ 137 w 174"/>
                <a:gd name="T17" fmla="*/ 301 h 301"/>
                <a:gd name="T18" fmla="*/ 164 w 174"/>
                <a:gd name="T19" fmla="*/ 286 h 301"/>
                <a:gd name="T20" fmla="*/ 154 w 174"/>
                <a:gd name="T21" fmla="*/ 242 h 301"/>
                <a:gd name="T22" fmla="*/ 78 w 174"/>
                <a:gd name="T23" fmla="*/ 142 h 301"/>
                <a:gd name="T24" fmla="*/ 64 w 174"/>
                <a:gd name="T25" fmla="*/ 48 h 301"/>
                <a:gd name="T26" fmla="*/ 64 w 174"/>
                <a:gd name="T27" fmla="*/ 38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4" h="301">
                  <a:moveTo>
                    <a:pt x="64" y="38"/>
                  </a:moveTo>
                  <a:cubicBezTo>
                    <a:pt x="64" y="37"/>
                    <a:pt x="64" y="36"/>
                    <a:pt x="64" y="36"/>
                  </a:cubicBezTo>
                  <a:cubicBezTo>
                    <a:pt x="64" y="36"/>
                    <a:pt x="64" y="36"/>
                    <a:pt x="64" y="36"/>
                  </a:cubicBezTo>
                  <a:cubicBezTo>
                    <a:pt x="65" y="18"/>
                    <a:pt x="52" y="3"/>
                    <a:pt x="35" y="1"/>
                  </a:cubicBezTo>
                  <a:cubicBezTo>
                    <a:pt x="17" y="0"/>
                    <a:pt x="2" y="13"/>
                    <a:pt x="0" y="30"/>
                  </a:cubicBezTo>
                  <a:cubicBezTo>
                    <a:pt x="0" y="31"/>
                    <a:pt x="0" y="37"/>
                    <a:pt x="0" y="48"/>
                  </a:cubicBezTo>
                  <a:cubicBezTo>
                    <a:pt x="0" y="71"/>
                    <a:pt x="2" y="114"/>
                    <a:pt x="18" y="162"/>
                  </a:cubicBezTo>
                  <a:cubicBezTo>
                    <a:pt x="33" y="209"/>
                    <a:pt x="64" y="262"/>
                    <a:pt x="120" y="296"/>
                  </a:cubicBezTo>
                  <a:cubicBezTo>
                    <a:pt x="126" y="299"/>
                    <a:pt x="131" y="301"/>
                    <a:pt x="137" y="301"/>
                  </a:cubicBezTo>
                  <a:cubicBezTo>
                    <a:pt x="148" y="301"/>
                    <a:pt x="158" y="296"/>
                    <a:pt x="164" y="286"/>
                  </a:cubicBezTo>
                  <a:cubicBezTo>
                    <a:pt x="174" y="271"/>
                    <a:pt x="169" y="251"/>
                    <a:pt x="154" y="242"/>
                  </a:cubicBezTo>
                  <a:cubicBezTo>
                    <a:pt x="114" y="217"/>
                    <a:pt x="91" y="180"/>
                    <a:pt x="78" y="142"/>
                  </a:cubicBezTo>
                  <a:cubicBezTo>
                    <a:pt x="66" y="104"/>
                    <a:pt x="64" y="66"/>
                    <a:pt x="64" y="48"/>
                  </a:cubicBezTo>
                  <a:cubicBezTo>
                    <a:pt x="64" y="43"/>
                    <a:pt x="64" y="40"/>
                    <a:pt x="64" y="3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1" name="Freeform 22"/>
            <p:cNvSpPr>
              <a:spLocks/>
            </p:cNvSpPr>
            <p:nvPr/>
          </p:nvSpPr>
          <p:spPr bwMode="auto">
            <a:xfrm>
              <a:off x="5484813" y="2814638"/>
              <a:ext cx="231775" cy="285750"/>
            </a:xfrm>
            <a:custGeom>
              <a:avLst/>
              <a:gdLst>
                <a:gd name="T0" fmla="*/ 77 w 152"/>
                <a:gd name="T1" fmla="*/ 8 h 188"/>
                <a:gd name="T2" fmla="*/ 12 w 152"/>
                <a:gd name="T3" fmla="*/ 53 h 188"/>
                <a:gd name="T4" fmla="*/ 51 w 152"/>
                <a:gd name="T5" fmla="*/ 119 h 188"/>
                <a:gd name="T6" fmla="*/ 69 w 152"/>
                <a:gd name="T7" fmla="*/ 99 h 188"/>
                <a:gd name="T8" fmla="*/ 99 w 152"/>
                <a:gd name="T9" fmla="*/ 44 h 188"/>
                <a:gd name="T10" fmla="*/ 112 w 152"/>
                <a:gd name="T11" fmla="*/ 120 h 188"/>
                <a:gd name="T12" fmla="*/ 100 w 152"/>
                <a:gd name="T13" fmla="*/ 179 h 188"/>
                <a:gd name="T14" fmla="*/ 128 w 152"/>
                <a:gd name="T15" fmla="*/ 166 h 188"/>
                <a:gd name="T16" fmla="*/ 142 w 152"/>
                <a:gd name="T17" fmla="*/ 123 h 188"/>
                <a:gd name="T18" fmla="*/ 148 w 152"/>
                <a:gd name="T19" fmla="*/ 74 h 188"/>
                <a:gd name="T20" fmla="*/ 77 w 152"/>
                <a:gd name="T21" fmla="*/ 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2" h="188">
                  <a:moveTo>
                    <a:pt x="77" y="8"/>
                  </a:moveTo>
                  <a:cubicBezTo>
                    <a:pt x="49" y="9"/>
                    <a:pt x="22" y="26"/>
                    <a:pt x="12" y="53"/>
                  </a:cubicBezTo>
                  <a:cubicBezTo>
                    <a:pt x="0" y="84"/>
                    <a:pt x="22" y="109"/>
                    <a:pt x="51" y="119"/>
                  </a:cubicBezTo>
                  <a:cubicBezTo>
                    <a:pt x="63" y="124"/>
                    <a:pt x="87" y="106"/>
                    <a:pt x="69" y="99"/>
                  </a:cubicBezTo>
                  <a:cubicBezTo>
                    <a:pt x="10" y="77"/>
                    <a:pt x="60" y="0"/>
                    <a:pt x="99" y="44"/>
                  </a:cubicBezTo>
                  <a:cubicBezTo>
                    <a:pt x="116" y="62"/>
                    <a:pt x="127" y="97"/>
                    <a:pt x="112" y="120"/>
                  </a:cubicBezTo>
                  <a:cubicBezTo>
                    <a:pt x="101" y="137"/>
                    <a:pt x="79" y="160"/>
                    <a:pt x="100" y="179"/>
                  </a:cubicBezTo>
                  <a:cubicBezTo>
                    <a:pt x="109" y="188"/>
                    <a:pt x="138" y="176"/>
                    <a:pt x="128" y="166"/>
                  </a:cubicBezTo>
                  <a:cubicBezTo>
                    <a:pt x="114" y="153"/>
                    <a:pt x="134" y="134"/>
                    <a:pt x="142" y="123"/>
                  </a:cubicBezTo>
                  <a:cubicBezTo>
                    <a:pt x="152" y="108"/>
                    <a:pt x="151" y="92"/>
                    <a:pt x="148" y="74"/>
                  </a:cubicBezTo>
                  <a:cubicBezTo>
                    <a:pt x="142" y="39"/>
                    <a:pt x="115" y="6"/>
                    <a:pt x="77" y="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 name="Freeform 23"/>
            <p:cNvSpPr>
              <a:spLocks/>
            </p:cNvSpPr>
            <p:nvPr/>
          </p:nvSpPr>
          <p:spPr bwMode="auto">
            <a:xfrm>
              <a:off x="5662613" y="3125788"/>
              <a:ext cx="87312" cy="73025"/>
            </a:xfrm>
            <a:custGeom>
              <a:avLst/>
              <a:gdLst>
                <a:gd name="T0" fmla="*/ 5 w 57"/>
                <a:gd name="T1" fmla="*/ 14 h 48"/>
                <a:gd name="T2" fmla="*/ 21 w 57"/>
                <a:gd name="T3" fmla="*/ 43 h 48"/>
                <a:gd name="T4" fmla="*/ 53 w 57"/>
                <a:gd name="T5" fmla="*/ 35 h 48"/>
                <a:gd name="T6" fmla="*/ 37 w 57"/>
                <a:gd name="T7" fmla="*/ 6 h 48"/>
                <a:gd name="T8" fmla="*/ 5 w 57"/>
                <a:gd name="T9" fmla="*/ 14 h 48"/>
              </a:gdLst>
              <a:ahLst/>
              <a:cxnLst>
                <a:cxn ang="0">
                  <a:pos x="T0" y="T1"/>
                </a:cxn>
                <a:cxn ang="0">
                  <a:pos x="T2" y="T3"/>
                </a:cxn>
                <a:cxn ang="0">
                  <a:pos x="T4" y="T5"/>
                </a:cxn>
                <a:cxn ang="0">
                  <a:pos x="T6" y="T7"/>
                </a:cxn>
                <a:cxn ang="0">
                  <a:pos x="T8" y="T9"/>
                </a:cxn>
              </a:cxnLst>
              <a:rect l="0" t="0" r="r" b="b"/>
              <a:pathLst>
                <a:path w="57" h="48">
                  <a:moveTo>
                    <a:pt x="5" y="14"/>
                  </a:moveTo>
                  <a:cubicBezTo>
                    <a:pt x="0" y="24"/>
                    <a:pt x="8" y="37"/>
                    <a:pt x="21" y="43"/>
                  </a:cubicBezTo>
                  <a:cubicBezTo>
                    <a:pt x="34" y="48"/>
                    <a:pt x="48" y="45"/>
                    <a:pt x="53" y="35"/>
                  </a:cubicBezTo>
                  <a:cubicBezTo>
                    <a:pt x="57" y="24"/>
                    <a:pt x="50" y="12"/>
                    <a:pt x="37" y="6"/>
                  </a:cubicBezTo>
                  <a:cubicBezTo>
                    <a:pt x="23" y="0"/>
                    <a:pt x="9" y="4"/>
                    <a:pt x="5" y="1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23" name="组合 22"/>
          <p:cNvGrpSpPr/>
          <p:nvPr/>
        </p:nvGrpSpPr>
        <p:grpSpPr>
          <a:xfrm>
            <a:off x="3748088" y="4821238"/>
            <a:ext cx="2147887" cy="1436687"/>
            <a:chOff x="3748088" y="4821238"/>
            <a:chExt cx="2147887" cy="1436687"/>
          </a:xfrm>
        </p:grpSpPr>
        <p:sp>
          <p:nvSpPr>
            <p:cNvPr id="24" name="Freeform 24"/>
            <p:cNvSpPr>
              <a:spLocks/>
            </p:cNvSpPr>
            <p:nvPr/>
          </p:nvSpPr>
          <p:spPr bwMode="auto">
            <a:xfrm>
              <a:off x="3748088" y="5070475"/>
              <a:ext cx="587375" cy="1181100"/>
            </a:xfrm>
            <a:custGeom>
              <a:avLst/>
              <a:gdLst>
                <a:gd name="T0" fmla="*/ 226 w 386"/>
                <a:gd name="T1" fmla="*/ 162 h 777"/>
                <a:gd name="T2" fmla="*/ 312 w 386"/>
                <a:gd name="T3" fmla="*/ 162 h 777"/>
                <a:gd name="T4" fmla="*/ 348 w 386"/>
                <a:gd name="T5" fmla="*/ 194 h 777"/>
                <a:gd name="T6" fmla="*/ 363 w 386"/>
                <a:gd name="T7" fmla="*/ 188 h 777"/>
                <a:gd name="T8" fmla="*/ 379 w 386"/>
                <a:gd name="T9" fmla="*/ 146 h 777"/>
                <a:gd name="T10" fmla="*/ 337 w 386"/>
                <a:gd name="T11" fmla="*/ 129 h 777"/>
                <a:gd name="T12" fmla="*/ 284 w 386"/>
                <a:gd name="T13" fmla="*/ 142 h 777"/>
                <a:gd name="T14" fmla="*/ 234 w 386"/>
                <a:gd name="T15" fmla="*/ 127 h 777"/>
                <a:gd name="T16" fmla="*/ 204 w 386"/>
                <a:gd name="T17" fmla="*/ 100 h 777"/>
                <a:gd name="T18" fmla="*/ 134 w 386"/>
                <a:gd name="T19" fmla="*/ 116 h 777"/>
                <a:gd name="T20" fmla="*/ 134 w 386"/>
                <a:gd name="T21" fmla="*/ 116 h 777"/>
                <a:gd name="T22" fmla="*/ 133 w 386"/>
                <a:gd name="T23" fmla="*/ 116 h 777"/>
                <a:gd name="T24" fmla="*/ 128 w 386"/>
                <a:gd name="T25" fmla="*/ 117 h 777"/>
                <a:gd name="T26" fmla="*/ 128 w 386"/>
                <a:gd name="T27" fmla="*/ 117 h 777"/>
                <a:gd name="T28" fmla="*/ 89 w 386"/>
                <a:gd name="T29" fmla="*/ 82 h 777"/>
                <a:gd name="T30" fmla="*/ 97 w 386"/>
                <a:gd name="T31" fmla="*/ 52 h 777"/>
                <a:gd name="T32" fmla="*/ 123 w 386"/>
                <a:gd name="T33" fmla="*/ 37 h 777"/>
                <a:gd name="T34" fmla="*/ 124 w 386"/>
                <a:gd name="T35" fmla="*/ 37 h 777"/>
                <a:gd name="T36" fmla="*/ 126 w 386"/>
                <a:gd name="T37" fmla="*/ 37 h 777"/>
                <a:gd name="T38" fmla="*/ 137 w 386"/>
                <a:gd name="T39" fmla="*/ 35 h 777"/>
                <a:gd name="T40" fmla="*/ 172 w 386"/>
                <a:gd name="T41" fmla="*/ 26 h 777"/>
                <a:gd name="T42" fmla="*/ 145 w 386"/>
                <a:gd name="T43" fmla="*/ 8 h 777"/>
                <a:gd name="T44" fmla="*/ 42 w 386"/>
                <a:gd name="T45" fmla="*/ 79 h 777"/>
                <a:gd name="T46" fmla="*/ 24 w 386"/>
                <a:gd name="T47" fmla="*/ 301 h 777"/>
                <a:gd name="T48" fmla="*/ 70 w 386"/>
                <a:gd name="T49" fmla="*/ 363 h 777"/>
                <a:gd name="T50" fmla="*/ 9 w 386"/>
                <a:gd name="T51" fmla="*/ 709 h 777"/>
                <a:gd name="T52" fmla="*/ 39 w 386"/>
                <a:gd name="T53" fmla="*/ 773 h 777"/>
                <a:gd name="T54" fmla="*/ 56 w 386"/>
                <a:gd name="T55" fmla="*/ 777 h 777"/>
                <a:gd name="T56" fmla="*/ 103 w 386"/>
                <a:gd name="T57" fmla="*/ 744 h 777"/>
                <a:gd name="T58" fmla="*/ 170 w 386"/>
                <a:gd name="T59" fmla="*/ 361 h 777"/>
                <a:gd name="T60" fmla="*/ 168 w 386"/>
                <a:gd name="T61" fmla="*/ 304 h 777"/>
                <a:gd name="T62" fmla="*/ 166 w 386"/>
                <a:gd name="T63" fmla="*/ 293 h 777"/>
                <a:gd name="T64" fmla="*/ 174 w 386"/>
                <a:gd name="T65" fmla="*/ 161 h 777"/>
                <a:gd name="T66" fmla="*/ 196 w 386"/>
                <a:gd name="T67" fmla="*/ 178 h 777"/>
                <a:gd name="T68" fmla="*/ 226 w 386"/>
                <a:gd name="T69" fmla="*/ 162 h 7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86" h="777">
                  <a:moveTo>
                    <a:pt x="226" y="162"/>
                  </a:moveTo>
                  <a:cubicBezTo>
                    <a:pt x="312" y="162"/>
                    <a:pt x="312" y="162"/>
                    <a:pt x="312" y="162"/>
                  </a:cubicBezTo>
                  <a:cubicBezTo>
                    <a:pt x="331" y="162"/>
                    <a:pt x="346" y="176"/>
                    <a:pt x="348" y="194"/>
                  </a:cubicBezTo>
                  <a:cubicBezTo>
                    <a:pt x="353" y="192"/>
                    <a:pt x="358" y="190"/>
                    <a:pt x="363" y="188"/>
                  </a:cubicBezTo>
                  <a:cubicBezTo>
                    <a:pt x="379" y="181"/>
                    <a:pt x="386" y="162"/>
                    <a:pt x="379" y="146"/>
                  </a:cubicBezTo>
                  <a:cubicBezTo>
                    <a:pt x="372" y="130"/>
                    <a:pt x="353" y="122"/>
                    <a:pt x="337" y="129"/>
                  </a:cubicBezTo>
                  <a:cubicBezTo>
                    <a:pt x="316" y="138"/>
                    <a:pt x="298" y="142"/>
                    <a:pt x="284" y="142"/>
                  </a:cubicBezTo>
                  <a:cubicBezTo>
                    <a:pt x="264" y="142"/>
                    <a:pt x="248" y="136"/>
                    <a:pt x="234" y="127"/>
                  </a:cubicBezTo>
                  <a:cubicBezTo>
                    <a:pt x="223" y="120"/>
                    <a:pt x="213" y="110"/>
                    <a:pt x="204" y="100"/>
                  </a:cubicBezTo>
                  <a:cubicBezTo>
                    <a:pt x="170" y="111"/>
                    <a:pt x="143" y="115"/>
                    <a:pt x="134" y="116"/>
                  </a:cubicBezTo>
                  <a:cubicBezTo>
                    <a:pt x="134" y="116"/>
                    <a:pt x="134" y="116"/>
                    <a:pt x="134" y="116"/>
                  </a:cubicBezTo>
                  <a:cubicBezTo>
                    <a:pt x="133" y="116"/>
                    <a:pt x="133" y="116"/>
                    <a:pt x="133" y="116"/>
                  </a:cubicBezTo>
                  <a:cubicBezTo>
                    <a:pt x="132" y="117"/>
                    <a:pt x="130" y="117"/>
                    <a:pt x="128" y="117"/>
                  </a:cubicBezTo>
                  <a:cubicBezTo>
                    <a:pt x="128" y="117"/>
                    <a:pt x="128" y="117"/>
                    <a:pt x="128" y="117"/>
                  </a:cubicBezTo>
                  <a:cubicBezTo>
                    <a:pt x="108" y="117"/>
                    <a:pt x="91" y="102"/>
                    <a:pt x="89" y="82"/>
                  </a:cubicBezTo>
                  <a:cubicBezTo>
                    <a:pt x="87" y="71"/>
                    <a:pt x="90" y="61"/>
                    <a:pt x="97" y="52"/>
                  </a:cubicBezTo>
                  <a:cubicBezTo>
                    <a:pt x="103" y="44"/>
                    <a:pt x="113" y="38"/>
                    <a:pt x="123" y="37"/>
                  </a:cubicBezTo>
                  <a:cubicBezTo>
                    <a:pt x="124" y="37"/>
                    <a:pt x="124" y="37"/>
                    <a:pt x="124" y="37"/>
                  </a:cubicBezTo>
                  <a:cubicBezTo>
                    <a:pt x="126" y="37"/>
                    <a:pt x="126" y="37"/>
                    <a:pt x="126" y="37"/>
                  </a:cubicBezTo>
                  <a:cubicBezTo>
                    <a:pt x="129" y="36"/>
                    <a:pt x="133" y="36"/>
                    <a:pt x="137" y="35"/>
                  </a:cubicBezTo>
                  <a:cubicBezTo>
                    <a:pt x="145" y="33"/>
                    <a:pt x="157" y="30"/>
                    <a:pt x="172" y="26"/>
                  </a:cubicBezTo>
                  <a:cubicBezTo>
                    <a:pt x="165" y="17"/>
                    <a:pt x="156" y="10"/>
                    <a:pt x="145" y="8"/>
                  </a:cubicBezTo>
                  <a:cubicBezTo>
                    <a:pt x="110" y="0"/>
                    <a:pt x="61" y="20"/>
                    <a:pt x="42" y="79"/>
                  </a:cubicBezTo>
                  <a:cubicBezTo>
                    <a:pt x="17" y="160"/>
                    <a:pt x="12" y="213"/>
                    <a:pt x="24" y="301"/>
                  </a:cubicBezTo>
                  <a:cubicBezTo>
                    <a:pt x="32" y="337"/>
                    <a:pt x="49" y="355"/>
                    <a:pt x="70" y="363"/>
                  </a:cubicBezTo>
                  <a:cubicBezTo>
                    <a:pt x="70" y="434"/>
                    <a:pt x="61" y="570"/>
                    <a:pt x="9" y="709"/>
                  </a:cubicBezTo>
                  <a:cubicBezTo>
                    <a:pt x="0" y="735"/>
                    <a:pt x="13" y="764"/>
                    <a:pt x="39" y="773"/>
                  </a:cubicBezTo>
                  <a:cubicBezTo>
                    <a:pt x="44" y="776"/>
                    <a:pt x="50" y="777"/>
                    <a:pt x="56" y="777"/>
                  </a:cubicBezTo>
                  <a:cubicBezTo>
                    <a:pt x="76" y="777"/>
                    <a:pt x="95" y="764"/>
                    <a:pt x="103" y="744"/>
                  </a:cubicBezTo>
                  <a:cubicBezTo>
                    <a:pt x="161" y="587"/>
                    <a:pt x="170" y="439"/>
                    <a:pt x="170" y="361"/>
                  </a:cubicBezTo>
                  <a:cubicBezTo>
                    <a:pt x="170" y="326"/>
                    <a:pt x="168" y="305"/>
                    <a:pt x="168" y="304"/>
                  </a:cubicBezTo>
                  <a:cubicBezTo>
                    <a:pt x="167" y="300"/>
                    <a:pt x="167" y="297"/>
                    <a:pt x="166" y="293"/>
                  </a:cubicBezTo>
                  <a:cubicBezTo>
                    <a:pt x="161" y="250"/>
                    <a:pt x="167" y="203"/>
                    <a:pt x="174" y="161"/>
                  </a:cubicBezTo>
                  <a:cubicBezTo>
                    <a:pt x="181" y="167"/>
                    <a:pt x="188" y="173"/>
                    <a:pt x="196" y="178"/>
                  </a:cubicBezTo>
                  <a:cubicBezTo>
                    <a:pt x="202" y="169"/>
                    <a:pt x="214" y="162"/>
                    <a:pt x="226" y="16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5" name="Freeform 25"/>
            <p:cNvSpPr>
              <a:spLocks noEditPoints="1"/>
            </p:cNvSpPr>
            <p:nvPr/>
          </p:nvSpPr>
          <p:spPr bwMode="auto">
            <a:xfrm>
              <a:off x="4048125" y="5019675"/>
              <a:ext cx="1847850" cy="895350"/>
            </a:xfrm>
            <a:custGeom>
              <a:avLst/>
              <a:gdLst>
                <a:gd name="T0" fmla="*/ 1100 w 1214"/>
                <a:gd name="T1" fmla="*/ 203 h 589"/>
                <a:gd name="T2" fmla="*/ 1071 w 1214"/>
                <a:gd name="T3" fmla="*/ 246 h 589"/>
                <a:gd name="T4" fmla="*/ 972 w 1214"/>
                <a:gd name="T5" fmla="*/ 60 h 589"/>
                <a:gd name="T6" fmla="*/ 857 w 1214"/>
                <a:gd name="T7" fmla="*/ 15 h 589"/>
                <a:gd name="T8" fmla="*/ 357 w 1214"/>
                <a:gd name="T9" fmla="*/ 15 h 589"/>
                <a:gd name="T10" fmla="*/ 242 w 1214"/>
                <a:gd name="T11" fmla="*/ 60 h 589"/>
                <a:gd name="T12" fmla="*/ 191 w 1214"/>
                <a:gd name="T13" fmla="*/ 0 h 589"/>
                <a:gd name="T14" fmla="*/ 213 w 1214"/>
                <a:gd name="T15" fmla="*/ 141 h 589"/>
                <a:gd name="T16" fmla="*/ 173 w 1214"/>
                <a:gd name="T17" fmla="*/ 246 h 589"/>
                <a:gd name="T18" fmla="*/ 143 w 1214"/>
                <a:gd name="T19" fmla="*/ 232 h 589"/>
                <a:gd name="T20" fmla="*/ 28 w 1214"/>
                <a:gd name="T21" fmla="*/ 203 h 589"/>
                <a:gd name="T22" fmla="*/ 0 w 1214"/>
                <a:gd name="T23" fmla="*/ 260 h 589"/>
                <a:gd name="T24" fmla="*/ 128 w 1214"/>
                <a:gd name="T25" fmla="*/ 289 h 589"/>
                <a:gd name="T26" fmla="*/ 157 w 1214"/>
                <a:gd name="T27" fmla="*/ 289 h 589"/>
                <a:gd name="T28" fmla="*/ 154 w 1214"/>
                <a:gd name="T29" fmla="*/ 297 h 589"/>
                <a:gd name="T30" fmla="*/ 51 w 1214"/>
                <a:gd name="T31" fmla="*/ 589 h 589"/>
                <a:gd name="T32" fmla="*/ 443 w 1214"/>
                <a:gd name="T33" fmla="*/ 446 h 589"/>
                <a:gd name="T34" fmla="*/ 486 w 1214"/>
                <a:gd name="T35" fmla="*/ 589 h 589"/>
                <a:gd name="T36" fmla="*/ 514 w 1214"/>
                <a:gd name="T37" fmla="*/ 446 h 589"/>
                <a:gd name="T38" fmla="*/ 557 w 1214"/>
                <a:gd name="T39" fmla="*/ 589 h 589"/>
                <a:gd name="T40" fmla="*/ 586 w 1214"/>
                <a:gd name="T41" fmla="*/ 446 h 589"/>
                <a:gd name="T42" fmla="*/ 628 w 1214"/>
                <a:gd name="T43" fmla="*/ 589 h 589"/>
                <a:gd name="T44" fmla="*/ 657 w 1214"/>
                <a:gd name="T45" fmla="*/ 446 h 589"/>
                <a:gd name="T46" fmla="*/ 700 w 1214"/>
                <a:gd name="T47" fmla="*/ 589 h 589"/>
                <a:gd name="T48" fmla="*/ 728 w 1214"/>
                <a:gd name="T49" fmla="*/ 446 h 589"/>
                <a:gd name="T50" fmla="*/ 771 w 1214"/>
                <a:gd name="T51" fmla="*/ 589 h 589"/>
                <a:gd name="T52" fmla="*/ 1163 w 1214"/>
                <a:gd name="T53" fmla="*/ 417 h 589"/>
                <a:gd name="T54" fmla="*/ 1057 w 1214"/>
                <a:gd name="T55" fmla="*/ 289 h 589"/>
                <a:gd name="T56" fmla="*/ 1086 w 1214"/>
                <a:gd name="T57" fmla="*/ 289 h 589"/>
                <a:gd name="T58" fmla="*/ 1214 w 1214"/>
                <a:gd name="T59" fmla="*/ 260 h 589"/>
                <a:gd name="T60" fmla="*/ 1186 w 1214"/>
                <a:gd name="T61" fmla="*/ 203 h 589"/>
                <a:gd name="T62" fmla="*/ 263 w 1214"/>
                <a:gd name="T63" fmla="*/ 108 h 589"/>
                <a:gd name="T64" fmla="*/ 359 w 1214"/>
                <a:gd name="T65" fmla="*/ 78 h 589"/>
                <a:gd name="T66" fmla="*/ 855 w 1214"/>
                <a:gd name="T67" fmla="*/ 78 h 589"/>
                <a:gd name="T68" fmla="*/ 951 w 1214"/>
                <a:gd name="T69" fmla="*/ 108 h 589"/>
                <a:gd name="T70" fmla="*/ 192 w 1214"/>
                <a:gd name="T71" fmla="*/ 280 h 589"/>
                <a:gd name="T72" fmla="*/ 184 w 1214"/>
                <a:gd name="T73" fmla="*/ 278 h 589"/>
                <a:gd name="T74" fmla="*/ 226 w 1214"/>
                <a:gd name="T75" fmla="*/ 187 h 589"/>
                <a:gd name="T76" fmla="*/ 266 w 1214"/>
                <a:gd name="T77" fmla="*/ 261 h 589"/>
                <a:gd name="T78" fmla="*/ 221 w 1214"/>
                <a:gd name="T79" fmla="*/ 519 h 589"/>
                <a:gd name="T80" fmla="*/ 221 w 1214"/>
                <a:gd name="T81" fmla="*/ 376 h 589"/>
                <a:gd name="T82" fmla="*/ 221 w 1214"/>
                <a:gd name="T83" fmla="*/ 519 h 589"/>
                <a:gd name="T84" fmla="*/ 921 w 1214"/>
                <a:gd name="T85" fmla="*/ 448 h 589"/>
                <a:gd name="T86" fmla="*/ 1064 w 1214"/>
                <a:gd name="T87" fmla="*/ 448 h 5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14" h="589">
                  <a:moveTo>
                    <a:pt x="1186" y="203"/>
                  </a:moveTo>
                  <a:cubicBezTo>
                    <a:pt x="1100" y="203"/>
                    <a:pt x="1100" y="203"/>
                    <a:pt x="1100" y="203"/>
                  </a:cubicBezTo>
                  <a:cubicBezTo>
                    <a:pt x="1084" y="203"/>
                    <a:pt x="1071" y="216"/>
                    <a:pt x="1071" y="232"/>
                  </a:cubicBezTo>
                  <a:cubicBezTo>
                    <a:pt x="1071" y="246"/>
                    <a:pt x="1071" y="246"/>
                    <a:pt x="1071" y="246"/>
                  </a:cubicBezTo>
                  <a:cubicBezTo>
                    <a:pt x="1041" y="246"/>
                    <a:pt x="1041" y="246"/>
                    <a:pt x="1041" y="246"/>
                  </a:cubicBezTo>
                  <a:cubicBezTo>
                    <a:pt x="1019" y="187"/>
                    <a:pt x="979" y="82"/>
                    <a:pt x="972" y="60"/>
                  </a:cubicBezTo>
                  <a:cubicBezTo>
                    <a:pt x="965" y="40"/>
                    <a:pt x="949" y="29"/>
                    <a:pt x="929" y="24"/>
                  </a:cubicBezTo>
                  <a:cubicBezTo>
                    <a:pt x="910" y="19"/>
                    <a:pt x="886" y="18"/>
                    <a:pt x="857" y="15"/>
                  </a:cubicBezTo>
                  <a:cubicBezTo>
                    <a:pt x="793" y="10"/>
                    <a:pt x="676" y="5"/>
                    <a:pt x="607" y="5"/>
                  </a:cubicBezTo>
                  <a:cubicBezTo>
                    <a:pt x="538" y="5"/>
                    <a:pt x="421" y="10"/>
                    <a:pt x="357" y="15"/>
                  </a:cubicBezTo>
                  <a:cubicBezTo>
                    <a:pt x="328" y="18"/>
                    <a:pt x="304" y="19"/>
                    <a:pt x="285" y="24"/>
                  </a:cubicBezTo>
                  <a:cubicBezTo>
                    <a:pt x="265" y="29"/>
                    <a:pt x="249" y="40"/>
                    <a:pt x="242" y="60"/>
                  </a:cubicBezTo>
                  <a:cubicBezTo>
                    <a:pt x="240" y="68"/>
                    <a:pt x="232" y="88"/>
                    <a:pt x="223" y="112"/>
                  </a:cubicBezTo>
                  <a:cubicBezTo>
                    <a:pt x="191" y="0"/>
                    <a:pt x="191" y="0"/>
                    <a:pt x="191" y="0"/>
                  </a:cubicBezTo>
                  <a:cubicBezTo>
                    <a:pt x="187" y="7"/>
                    <a:pt x="183" y="13"/>
                    <a:pt x="178" y="19"/>
                  </a:cubicBezTo>
                  <a:cubicBezTo>
                    <a:pt x="213" y="141"/>
                    <a:pt x="213" y="141"/>
                    <a:pt x="213" y="141"/>
                  </a:cubicBezTo>
                  <a:cubicBezTo>
                    <a:pt x="200" y="174"/>
                    <a:pt x="187" y="210"/>
                    <a:pt x="176" y="238"/>
                  </a:cubicBezTo>
                  <a:cubicBezTo>
                    <a:pt x="175" y="241"/>
                    <a:pt x="174" y="243"/>
                    <a:pt x="173" y="246"/>
                  </a:cubicBezTo>
                  <a:cubicBezTo>
                    <a:pt x="143" y="246"/>
                    <a:pt x="143" y="246"/>
                    <a:pt x="143" y="246"/>
                  </a:cubicBezTo>
                  <a:cubicBezTo>
                    <a:pt x="143" y="232"/>
                    <a:pt x="143" y="232"/>
                    <a:pt x="143" y="232"/>
                  </a:cubicBezTo>
                  <a:cubicBezTo>
                    <a:pt x="143" y="216"/>
                    <a:pt x="130" y="203"/>
                    <a:pt x="114" y="203"/>
                  </a:cubicBezTo>
                  <a:cubicBezTo>
                    <a:pt x="28" y="203"/>
                    <a:pt x="28" y="203"/>
                    <a:pt x="28" y="203"/>
                  </a:cubicBezTo>
                  <a:cubicBezTo>
                    <a:pt x="13" y="203"/>
                    <a:pt x="0" y="216"/>
                    <a:pt x="0" y="232"/>
                  </a:cubicBezTo>
                  <a:cubicBezTo>
                    <a:pt x="0" y="260"/>
                    <a:pt x="0" y="260"/>
                    <a:pt x="0" y="260"/>
                  </a:cubicBezTo>
                  <a:cubicBezTo>
                    <a:pt x="0" y="276"/>
                    <a:pt x="13" y="289"/>
                    <a:pt x="28" y="289"/>
                  </a:cubicBezTo>
                  <a:cubicBezTo>
                    <a:pt x="128" y="289"/>
                    <a:pt x="128" y="289"/>
                    <a:pt x="128" y="289"/>
                  </a:cubicBezTo>
                  <a:cubicBezTo>
                    <a:pt x="143" y="289"/>
                    <a:pt x="143" y="289"/>
                    <a:pt x="143" y="289"/>
                  </a:cubicBezTo>
                  <a:cubicBezTo>
                    <a:pt x="157" y="289"/>
                    <a:pt x="157" y="289"/>
                    <a:pt x="157" y="289"/>
                  </a:cubicBezTo>
                  <a:cubicBezTo>
                    <a:pt x="154" y="297"/>
                    <a:pt x="154" y="297"/>
                    <a:pt x="154" y="297"/>
                  </a:cubicBezTo>
                  <a:cubicBezTo>
                    <a:pt x="154" y="297"/>
                    <a:pt x="154" y="297"/>
                    <a:pt x="154" y="297"/>
                  </a:cubicBezTo>
                  <a:cubicBezTo>
                    <a:pt x="123" y="312"/>
                    <a:pt x="51" y="355"/>
                    <a:pt x="51" y="417"/>
                  </a:cubicBezTo>
                  <a:cubicBezTo>
                    <a:pt x="51" y="497"/>
                    <a:pt x="51" y="589"/>
                    <a:pt x="51" y="589"/>
                  </a:cubicBezTo>
                  <a:cubicBezTo>
                    <a:pt x="443" y="589"/>
                    <a:pt x="443" y="589"/>
                    <a:pt x="443" y="589"/>
                  </a:cubicBezTo>
                  <a:cubicBezTo>
                    <a:pt x="443" y="446"/>
                    <a:pt x="443" y="446"/>
                    <a:pt x="443" y="446"/>
                  </a:cubicBezTo>
                  <a:cubicBezTo>
                    <a:pt x="486" y="446"/>
                    <a:pt x="486" y="446"/>
                    <a:pt x="486" y="446"/>
                  </a:cubicBezTo>
                  <a:cubicBezTo>
                    <a:pt x="486" y="589"/>
                    <a:pt x="486" y="589"/>
                    <a:pt x="486" y="589"/>
                  </a:cubicBezTo>
                  <a:cubicBezTo>
                    <a:pt x="514" y="589"/>
                    <a:pt x="514" y="589"/>
                    <a:pt x="514" y="589"/>
                  </a:cubicBezTo>
                  <a:cubicBezTo>
                    <a:pt x="514" y="446"/>
                    <a:pt x="514" y="446"/>
                    <a:pt x="514" y="446"/>
                  </a:cubicBezTo>
                  <a:cubicBezTo>
                    <a:pt x="557" y="446"/>
                    <a:pt x="557" y="446"/>
                    <a:pt x="557" y="446"/>
                  </a:cubicBezTo>
                  <a:cubicBezTo>
                    <a:pt x="557" y="589"/>
                    <a:pt x="557" y="589"/>
                    <a:pt x="557" y="589"/>
                  </a:cubicBezTo>
                  <a:cubicBezTo>
                    <a:pt x="586" y="589"/>
                    <a:pt x="586" y="589"/>
                    <a:pt x="586" y="589"/>
                  </a:cubicBezTo>
                  <a:cubicBezTo>
                    <a:pt x="586" y="446"/>
                    <a:pt x="586" y="446"/>
                    <a:pt x="586" y="446"/>
                  </a:cubicBezTo>
                  <a:cubicBezTo>
                    <a:pt x="628" y="446"/>
                    <a:pt x="628" y="446"/>
                    <a:pt x="628" y="446"/>
                  </a:cubicBezTo>
                  <a:cubicBezTo>
                    <a:pt x="628" y="589"/>
                    <a:pt x="628" y="589"/>
                    <a:pt x="628" y="589"/>
                  </a:cubicBezTo>
                  <a:cubicBezTo>
                    <a:pt x="657" y="589"/>
                    <a:pt x="657" y="589"/>
                    <a:pt x="657" y="589"/>
                  </a:cubicBezTo>
                  <a:cubicBezTo>
                    <a:pt x="657" y="446"/>
                    <a:pt x="657" y="446"/>
                    <a:pt x="657" y="446"/>
                  </a:cubicBezTo>
                  <a:cubicBezTo>
                    <a:pt x="700" y="446"/>
                    <a:pt x="700" y="446"/>
                    <a:pt x="700" y="446"/>
                  </a:cubicBezTo>
                  <a:cubicBezTo>
                    <a:pt x="700" y="589"/>
                    <a:pt x="700" y="589"/>
                    <a:pt x="700" y="589"/>
                  </a:cubicBezTo>
                  <a:cubicBezTo>
                    <a:pt x="728" y="589"/>
                    <a:pt x="728" y="589"/>
                    <a:pt x="728" y="589"/>
                  </a:cubicBezTo>
                  <a:cubicBezTo>
                    <a:pt x="728" y="446"/>
                    <a:pt x="728" y="446"/>
                    <a:pt x="728" y="446"/>
                  </a:cubicBezTo>
                  <a:cubicBezTo>
                    <a:pt x="771" y="446"/>
                    <a:pt x="771" y="446"/>
                    <a:pt x="771" y="446"/>
                  </a:cubicBezTo>
                  <a:cubicBezTo>
                    <a:pt x="771" y="589"/>
                    <a:pt x="771" y="589"/>
                    <a:pt x="771" y="589"/>
                  </a:cubicBezTo>
                  <a:cubicBezTo>
                    <a:pt x="1163" y="589"/>
                    <a:pt x="1163" y="589"/>
                    <a:pt x="1163" y="589"/>
                  </a:cubicBezTo>
                  <a:cubicBezTo>
                    <a:pt x="1163" y="589"/>
                    <a:pt x="1163" y="497"/>
                    <a:pt x="1163" y="417"/>
                  </a:cubicBezTo>
                  <a:cubicBezTo>
                    <a:pt x="1163" y="355"/>
                    <a:pt x="1091" y="312"/>
                    <a:pt x="1060" y="297"/>
                  </a:cubicBezTo>
                  <a:cubicBezTo>
                    <a:pt x="1057" y="289"/>
                    <a:pt x="1057" y="289"/>
                    <a:pt x="1057" y="289"/>
                  </a:cubicBezTo>
                  <a:cubicBezTo>
                    <a:pt x="1071" y="289"/>
                    <a:pt x="1071" y="289"/>
                    <a:pt x="1071" y="289"/>
                  </a:cubicBezTo>
                  <a:cubicBezTo>
                    <a:pt x="1086" y="289"/>
                    <a:pt x="1086" y="289"/>
                    <a:pt x="1086" y="289"/>
                  </a:cubicBezTo>
                  <a:cubicBezTo>
                    <a:pt x="1186" y="289"/>
                    <a:pt x="1186" y="289"/>
                    <a:pt x="1186" y="289"/>
                  </a:cubicBezTo>
                  <a:cubicBezTo>
                    <a:pt x="1201" y="289"/>
                    <a:pt x="1214" y="276"/>
                    <a:pt x="1214" y="260"/>
                  </a:cubicBezTo>
                  <a:cubicBezTo>
                    <a:pt x="1214" y="232"/>
                    <a:pt x="1214" y="232"/>
                    <a:pt x="1214" y="232"/>
                  </a:cubicBezTo>
                  <a:cubicBezTo>
                    <a:pt x="1214" y="216"/>
                    <a:pt x="1201" y="203"/>
                    <a:pt x="1186" y="203"/>
                  </a:cubicBezTo>
                  <a:close/>
                  <a:moveTo>
                    <a:pt x="238" y="163"/>
                  </a:moveTo>
                  <a:cubicBezTo>
                    <a:pt x="249" y="139"/>
                    <a:pt x="259" y="118"/>
                    <a:pt x="263" y="108"/>
                  </a:cubicBezTo>
                  <a:cubicBezTo>
                    <a:pt x="267" y="96"/>
                    <a:pt x="274" y="91"/>
                    <a:pt x="290" y="87"/>
                  </a:cubicBezTo>
                  <a:cubicBezTo>
                    <a:pt x="306" y="82"/>
                    <a:pt x="330" y="81"/>
                    <a:pt x="359" y="78"/>
                  </a:cubicBezTo>
                  <a:cubicBezTo>
                    <a:pt x="422" y="73"/>
                    <a:pt x="539" y="68"/>
                    <a:pt x="607" y="68"/>
                  </a:cubicBezTo>
                  <a:cubicBezTo>
                    <a:pt x="675" y="68"/>
                    <a:pt x="792" y="73"/>
                    <a:pt x="855" y="78"/>
                  </a:cubicBezTo>
                  <a:cubicBezTo>
                    <a:pt x="884" y="81"/>
                    <a:pt x="908" y="82"/>
                    <a:pt x="924" y="87"/>
                  </a:cubicBezTo>
                  <a:cubicBezTo>
                    <a:pt x="940" y="91"/>
                    <a:pt x="947" y="96"/>
                    <a:pt x="951" y="108"/>
                  </a:cubicBezTo>
                  <a:cubicBezTo>
                    <a:pt x="960" y="135"/>
                    <a:pt x="1013" y="234"/>
                    <a:pt x="1031" y="280"/>
                  </a:cubicBezTo>
                  <a:cubicBezTo>
                    <a:pt x="192" y="280"/>
                    <a:pt x="192" y="280"/>
                    <a:pt x="192" y="280"/>
                  </a:cubicBezTo>
                  <a:cubicBezTo>
                    <a:pt x="184" y="280"/>
                    <a:pt x="184" y="280"/>
                    <a:pt x="184" y="280"/>
                  </a:cubicBezTo>
                  <a:cubicBezTo>
                    <a:pt x="184" y="278"/>
                    <a:pt x="184" y="278"/>
                    <a:pt x="184" y="278"/>
                  </a:cubicBezTo>
                  <a:cubicBezTo>
                    <a:pt x="186" y="272"/>
                    <a:pt x="189" y="266"/>
                    <a:pt x="192" y="259"/>
                  </a:cubicBezTo>
                  <a:cubicBezTo>
                    <a:pt x="201" y="238"/>
                    <a:pt x="214" y="212"/>
                    <a:pt x="226" y="187"/>
                  </a:cubicBezTo>
                  <a:cubicBezTo>
                    <a:pt x="249" y="266"/>
                    <a:pt x="249" y="266"/>
                    <a:pt x="249" y="266"/>
                  </a:cubicBezTo>
                  <a:cubicBezTo>
                    <a:pt x="266" y="261"/>
                    <a:pt x="266" y="261"/>
                    <a:pt x="266" y="261"/>
                  </a:cubicBezTo>
                  <a:lnTo>
                    <a:pt x="238" y="163"/>
                  </a:lnTo>
                  <a:close/>
                  <a:moveTo>
                    <a:pt x="221" y="519"/>
                  </a:moveTo>
                  <a:cubicBezTo>
                    <a:pt x="182" y="519"/>
                    <a:pt x="150" y="487"/>
                    <a:pt x="150" y="448"/>
                  </a:cubicBezTo>
                  <a:cubicBezTo>
                    <a:pt x="150" y="408"/>
                    <a:pt x="182" y="376"/>
                    <a:pt x="221" y="376"/>
                  </a:cubicBezTo>
                  <a:cubicBezTo>
                    <a:pt x="261" y="376"/>
                    <a:pt x="293" y="408"/>
                    <a:pt x="293" y="448"/>
                  </a:cubicBezTo>
                  <a:cubicBezTo>
                    <a:pt x="293" y="487"/>
                    <a:pt x="261" y="519"/>
                    <a:pt x="221" y="519"/>
                  </a:cubicBezTo>
                  <a:close/>
                  <a:moveTo>
                    <a:pt x="993" y="519"/>
                  </a:moveTo>
                  <a:cubicBezTo>
                    <a:pt x="953" y="519"/>
                    <a:pt x="921" y="487"/>
                    <a:pt x="921" y="448"/>
                  </a:cubicBezTo>
                  <a:cubicBezTo>
                    <a:pt x="921" y="408"/>
                    <a:pt x="953" y="376"/>
                    <a:pt x="993" y="376"/>
                  </a:cubicBezTo>
                  <a:cubicBezTo>
                    <a:pt x="1032" y="376"/>
                    <a:pt x="1064" y="408"/>
                    <a:pt x="1064" y="448"/>
                  </a:cubicBezTo>
                  <a:cubicBezTo>
                    <a:pt x="1064" y="487"/>
                    <a:pt x="1032" y="519"/>
                    <a:pt x="993" y="51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6" name="Freeform 26"/>
            <p:cNvSpPr>
              <a:spLocks/>
            </p:cNvSpPr>
            <p:nvPr/>
          </p:nvSpPr>
          <p:spPr bwMode="auto">
            <a:xfrm>
              <a:off x="4895850" y="5160963"/>
              <a:ext cx="152400" cy="50800"/>
            </a:xfrm>
            <a:custGeom>
              <a:avLst/>
              <a:gdLst>
                <a:gd name="T0" fmla="*/ 17 w 100"/>
                <a:gd name="T1" fmla="*/ 33 h 33"/>
                <a:gd name="T2" fmla="*/ 83 w 100"/>
                <a:gd name="T3" fmla="*/ 33 h 33"/>
                <a:gd name="T4" fmla="*/ 100 w 100"/>
                <a:gd name="T5" fmla="*/ 17 h 33"/>
                <a:gd name="T6" fmla="*/ 83 w 100"/>
                <a:gd name="T7" fmla="*/ 0 h 33"/>
                <a:gd name="T8" fmla="*/ 17 w 100"/>
                <a:gd name="T9" fmla="*/ 0 h 33"/>
                <a:gd name="T10" fmla="*/ 0 w 100"/>
                <a:gd name="T11" fmla="*/ 17 h 33"/>
                <a:gd name="T12" fmla="*/ 17 w 100"/>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00" h="33">
                  <a:moveTo>
                    <a:pt x="17" y="33"/>
                  </a:moveTo>
                  <a:cubicBezTo>
                    <a:pt x="83" y="33"/>
                    <a:pt x="83" y="33"/>
                    <a:pt x="83" y="33"/>
                  </a:cubicBezTo>
                  <a:cubicBezTo>
                    <a:pt x="93" y="33"/>
                    <a:pt x="100" y="26"/>
                    <a:pt x="100" y="17"/>
                  </a:cubicBezTo>
                  <a:cubicBezTo>
                    <a:pt x="100" y="8"/>
                    <a:pt x="93" y="0"/>
                    <a:pt x="83" y="0"/>
                  </a:cubicBezTo>
                  <a:cubicBezTo>
                    <a:pt x="17" y="0"/>
                    <a:pt x="17" y="0"/>
                    <a:pt x="17" y="0"/>
                  </a:cubicBezTo>
                  <a:cubicBezTo>
                    <a:pt x="7" y="0"/>
                    <a:pt x="0" y="8"/>
                    <a:pt x="0" y="17"/>
                  </a:cubicBezTo>
                  <a:cubicBezTo>
                    <a:pt x="0" y="26"/>
                    <a:pt x="7" y="33"/>
                    <a:pt x="17" y="3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7" name="Freeform 27"/>
            <p:cNvSpPr>
              <a:spLocks/>
            </p:cNvSpPr>
            <p:nvPr/>
          </p:nvSpPr>
          <p:spPr bwMode="auto">
            <a:xfrm>
              <a:off x="4103688" y="5943600"/>
              <a:ext cx="1736725" cy="314325"/>
            </a:xfrm>
            <a:custGeom>
              <a:avLst/>
              <a:gdLst>
                <a:gd name="T0" fmla="*/ 0 w 1142"/>
                <a:gd name="T1" fmla="*/ 0 h 207"/>
                <a:gd name="T2" fmla="*/ 47 w 1142"/>
                <a:gd name="T3" fmla="*/ 74 h 207"/>
                <a:gd name="T4" fmla="*/ 57 w 1142"/>
                <a:gd name="T5" fmla="*/ 74 h 207"/>
                <a:gd name="T6" fmla="*/ 57 w 1142"/>
                <a:gd name="T7" fmla="*/ 179 h 207"/>
                <a:gd name="T8" fmla="*/ 85 w 1142"/>
                <a:gd name="T9" fmla="*/ 207 h 207"/>
                <a:gd name="T10" fmla="*/ 200 w 1142"/>
                <a:gd name="T11" fmla="*/ 207 h 207"/>
                <a:gd name="T12" fmla="*/ 228 w 1142"/>
                <a:gd name="T13" fmla="*/ 179 h 207"/>
                <a:gd name="T14" fmla="*/ 228 w 1142"/>
                <a:gd name="T15" fmla="*/ 121 h 207"/>
                <a:gd name="T16" fmla="*/ 931 w 1142"/>
                <a:gd name="T17" fmla="*/ 121 h 207"/>
                <a:gd name="T18" fmla="*/ 931 w 1142"/>
                <a:gd name="T19" fmla="*/ 180 h 207"/>
                <a:gd name="T20" fmla="*/ 958 w 1142"/>
                <a:gd name="T21" fmla="*/ 207 h 207"/>
                <a:gd name="T22" fmla="*/ 1065 w 1142"/>
                <a:gd name="T23" fmla="*/ 207 h 207"/>
                <a:gd name="T24" fmla="*/ 1091 w 1142"/>
                <a:gd name="T25" fmla="*/ 180 h 207"/>
                <a:gd name="T26" fmla="*/ 1091 w 1142"/>
                <a:gd name="T27" fmla="*/ 74 h 207"/>
                <a:gd name="T28" fmla="*/ 1095 w 1142"/>
                <a:gd name="T29" fmla="*/ 74 h 207"/>
                <a:gd name="T30" fmla="*/ 1142 w 1142"/>
                <a:gd name="T31" fmla="*/ 0 h 207"/>
                <a:gd name="T32" fmla="*/ 571 w 1142"/>
                <a:gd name="T33" fmla="*/ 0 h 207"/>
                <a:gd name="T34" fmla="*/ 0 w 1142"/>
                <a:gd name="T35"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42" h="207">
                  <a:moveTo>
                    <a:pt x="0" y="0"/>
                  </a:moveTo>
                  <a:cubicBezTo>
                    <a:pt x="0" y="0"/>
                    <a:pt x="0" y="74"/>
                    <a:pt x="47" y="74"/>
                  </a:cubicBezTo>
                  <a:cubicBezTo>
                    <a:pt x="49" y="74"/>
                    <a:pt x="53" y="74"/>
                    <a:pt x="57" y="74"/>
                  </a:cubicBezTo>
                  <a:cubicBezTo>
                    <a:pt x="57" y="179"/>
                    <a:pt x="57" y="179"/>
                    <a:pt x="57" y="179"/>
                  </a:cubicBezTo>
                  <a:cubicBezTo>
                    <a:pt x="57" y="194"/>
                    <a:pt x="69" y="207"/>
                    <a:pt x="85" y="207"/>
                  </a:cubicBezTo>
                  <a:cubicBezTo>
                    <a:pt x="200" y="207"/>
                    <a:pt x="200" y="207"/>
                    <a:pt x="200" y="207"/>
                  </a:cubicBezTo>
                  <a:cubicBezTo>
                    <a:pt x="215" y="207"/>
                    <a:pt x="228" y="194"/>
                    <a:pt x="228" y="179"/>
                  </a:cubicBezTo>
                  <a:cubicBezTo>
                    <a:pt x="228" y="121"/>
                    <a:pt x="228" y="121"/>
                    <a:pt x="228" y="121"/>
                  </a:cubicBezTo>
                  <a:cubicBezTo>
                    <a:pt x="399" y="121"/>
                    <a:pt x="776" y="121"/>
                    <a:pt x="931" y="121"/>
                  </a:cubicBezTo>
                  <a:cubicBezTo>
                    <a:pt x="931" y="180"/>
                    <a:pt x="931" y="180"/>
                    <a:pt x="931" y="180"/>
                  </a:cubicBezTo>
                  <a:cubicBezTo>
                    <a:pt x="931" y="195"/>
                    <a:pt x="943" y="207"/>
                    <a:pt x="958" y="207"/>
                  </a:cubicBezTo>
                  <a:cubicBezTo>
                    <a:pt x="1065" y="207"/>
                    <a:pt x="1065" y="207"/>
                    <a:pt x="1065" y="207"/>
                  </a:cubicBezTo>
                  <a:cubicBezTo>
                    <a:pt x="1080" y="207"/>
                    <a:pt x="1091" y="195"/>
                    <a:pt x="1091" y="180"/>
                  </a:cubicBezTo>
                  <a:cubicBezTo>
                    <a:pt x="1091" y="74"/>
                    <a:pt x="1091" y="74"/>
                    <a:pt x="1091" y="74"/>
                  </a:cubicBezTo>
                  <a:cubicBezTo>
                    <a:pt x="1093" y="74"/>
                    <a:pt x="1094" y="74"/>
                    <a:pt x="1095" y="74"/>
                  </a:cubicBezTo>
                  <a:cubicBezTo>
                    <a:pt x="1142" y="74"/>
                    <a:pt x="1142" y="0"/>
                    <a:pt x="1142" y="0"/>
                  </a:cubicBezTo>
                  <a:cubicBezTo>
                    <a:pt x="571" y="0"/>
                    <a:pt x="571" y="0"/>
                    <a:pt x="571" y="0"/>
                  </a:cubicBezTo>
                  <a:lnTo>
                    <a:pt x="0"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8" name="Oval 28"/>
            <p:cNvSpPr>
              <a:spLocks noChangeArrowheads="1"/>
            </p:cNvSpPr>
            <p:nvPr/>
          </p:nvSpPr>
          <p:spPr bwMode="auto">
            <a:xfrm>
              <a:off x="4302125" y="5616575"/>
              <a:ext cx="168275" cy="168275"/>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9" name="Oval 29"/>
            <p:cNvSpPr>
              <a:spLocks noChangeArrowheads="1"/>
            </p:cNvSpPr>
            <p:nvPr/>
          </p:nvSpPr>
          <p:spPr bwMode="auto">
            <a:xfrm>
              <a:off x="5473700" y="5616575"/>
              <a:ext cx="169862" cy="168275"/>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0" name="Freeform 30"/>
            <p:cNvSpPr>
              <a:spLocks/>
            </p:cNvSpPr>
            <p:nvPr/>
          </p:nvSpPr>
          <p:spPr bwMode="auto">
            <a:xfrm>
              <a:off x="3952875" y="4822825"/>
              <a:ext cx="282575" cy="274638"/>
            </a:xfrm>
            <a:custGeom>
              <a:avLst/>
              <a:gdLst>
                <a:gd name="T0" fmla="*/ 186 w 186"/>
                <a:gd name="T1" fmla="*/ 87 h 180"/>
                <a:gd name="T2" fmla="*/ 116 w 186"/>
                <a:gd name="T3" fmla="*/ 11 h 180"/>
                <a:gd name="T4" fmla="*/ 9 w 186"/>
                <a:gd name="T5" fmla="*/ 80 h 180"/>
                <a:gd name="T6" fmla="*/ 60 w 186"/>
                <a:gd name="T7" fmla="*/ 180 h 180"/>
                <a:gd name="T8" fmla="*/ 143 w 186"/>
                <a:gd name="T9" fmla="*/ 135 h 180"/>
                <a:gd name="T10" fmla="*/ 186 w 186"/>
                <a:gd name="T11" fmla="*/ 87 h 180"/>
              </a:gdLst>
              <a:ahLst/>
              <a:cxnLst>
                <a:cxn ang="0">
                  <a:pos x="T0" y="T1"/>
                </a:cxn>
                <a:cxn ang="0">
                  <a:pos x="T2" y="T3"/>
                </a:cxn>
                <a:cxn ang="0">
                  <a:pos x="T4" y="T5"/>
                </a:cxn>
                <a:cxn ang="0">
                  <a:pos x="T6" y="T7"/>
                </a:cxn>
                <a:cxn ang="0">
                  <a:pos x="T8" y="T9"/>
                </a:cxn>
                <a:cxn ang="0">
                  <a:pos x="T10" y="T11"/>
                </a:cxn>
              </a:cxnLst>
              <a:rect l="0" t="0" r="r" b="b"/>
              <a:pathLst>
                <a:path w="186" h="180">
                  <a:moveTo>
                    <a:pt x="186" y="87"/>
                  </a:moveTo>
                  <a:cubicBezTo>
                    <a:pt x="181" y="50"/>
                    <a:pt x="154" y="19"/>
                    <a:pt x="116" y="11"/>
                  </a:cubicBezTo>
                  <a:cubicBezTo>
                    <a:pt x="67" y="0"/>
                    <a:pt x="19" y="31"/>
                    <a:pt x="9" y="80"/>
                  </a:cubicBezTo>
                  <a:cubicBezTo>
                    <a:pt x="0" y="122"/>
                    <a:pt x="22" y="163"/>
                    <a:pt x="60" y="180"/>
                  </a:cubicBezTo>
                  <a:cubicBezTo>
                    <a:pt x="85" y="171"/>
                    <a:pt x="116" y="156"/>
                    <a:pt x="143" y="135"/>
                  </a:cubicBezTo>
                  <a:cubicBezTo>
                    <a:pt x="161" y="120"/>
                    <a:pt x="175" y="104"/>
                    <a:pt x="186" y="8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1" name="Freeform 31"/>
            <p:cNvSpPr>
              <a:spLocks/>
            </p:cNvSpPr>
            <p:nvPr/>
          </p:nvSpPr>
          <p:spPr bwMode="auto">
            <a:xfrm>
              <a:off x="4256088" y="4821238"/>
              <a:ext cx="47625" cy="82550"/>
            </a:xfrm>
            <a:custGeom>
              <a:avLst/>
              <a:gdLst>
                <a:gd name="T0" fmla="*/ 17 w 32"/>
                <a:gd name="T1" fmla="*/ 0 h 55"/>
                <a:gd name="T2" fmla="*/ 0 w 32"/>
                <a:gd name="T3" fmla="*/ 5 h 55"/>
                <a:gd name="T4" fmla="*/ 14 w 32"/>
                <a:gd name="T5" fmla="*/ 55 h 55"/>
                <a:gd name="T6" fmla="*/ 32 w 32"/>
                <a:gd name="T7" fmla="*/ 51 h 55"/>
                <a:gd name="T8" fmla="*/ 17 w 32"/>
                <a:gd name="T9" fmla="*/ 0 h 55"/>
              </a:gdLst>
              <a:ahLst/>
              <a:cxnLst>
                <a:cxn ang="0">
                  <a:pos x="T0" y="T1"/>
                </a:cxn>
                <a:cxn ang="0">
                  <a:pos x="T2" y="T3"/>
                </a:cxn>
                <a:cxn ang="0">
                  <a:pos x="T4" y="T5"/>
                </a:cxn>
                <a:cxn ang="0">
                  <a:pos x="T6" y="T7"/>
                </a:cxn>
                <a:cxn ang="0">
                  <a:pos x="T8" y="T9"/>
                </a:cxn>
              </a:cxnLst>
              <a:rect l="0" t="0" r="r" b="b"/>
              <a:pathLst>
                <a:path w="32" h="55">
                  <a:moveTo>
                    <a:pt x="17" y="0"/>
                  </a:moveTo>
                  <a:cubicBezTo>
                    <a:pt x="0" y="5"/>
                    <a:pt x="0" y="5"/>
                    <a:pt x="0" y="5"/>
                  </a:cubicBezTo>
                  <a:cubicBezTo>
                    <a:pt x="14" y="55"/>
                    <a:pt x="14" y="55"/>
                    <a:pt x="14" y="55"/>
                  </a:cubicBezTo>
                  <a:cubicBezTo>
                    <a:pt x="20" y="52"/>
                    <a:pt x="26" y="51"/>
                    <a:pt x="32" y="51"/>
                  </a:cubicBezTo>
                  <a:lnTo>
                    <a:pt x="17"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2" name="Freeform 32"/>
            <p:cNvSpPr>
              <a:spLocks/>
            </p:cNvSpPr>
            <p:nvPr/>
          </p:nvSpPr>
          <p:spPr bwMode="auto">
            <a:xfrm>
              <a:off x="3890963" y="4902200"/>
              <a:ext cx="468312" cy="333375"/>
            </a:xfrm>
            <a:custGeom>
              <a:avLst/>
              <a:gdLst>
                <a:gd name="T0" fmla="*/ 45 w 308"/>
                <a:gd name="T1" fmla="*/ 152 h 219"/>
                <a:gd name="T2" fmla="*/ 34 w 308"/>
                <a:gd name="T3" fmla="*/ 154 h 219"/>
                <a:gd name="T4" fmla="*/ 31 w 308"/>
                <a:gd name="T5" fmla="*/ 155 h 219"/>
                <a:gd name="T6" fmla="*/ 30 w 308"/>
                <a:gd name="T7" fmla="*/ 155 h 219"/>
                <a:gd name="T8" fmla="*/ 3 w 308"/>
                <a:gd name="T9" fmla="*/ 191 h 219"/>
                <a:gd name="T10" fmla="*/ 34 w 308"/>
                <a:gd name="T11" fmla="*/ 219 h 219"/>
                <a:gd name="T12" fmla="*/ 38 w 308"/>
                <a:gd name="T13" fmla="*/ 218 h 219"/>
                <a:gd name="T14" fmla="*/ 38 w 308"/>
                <a:gd name="T15" fmla="*/ 218 h 219"/>
                <a:gd name="T16" fmla="*/ 142 w 308"/>
                <a:gd name="T17" fmla="*/ 189 h 219"/>
                <a:gd name="T18" fmla="*/ 229 w 308"/>
                <a:gd name="T19" fmla="*/ 139 h 219"/>
                <a:gd name="T20" fmla="*/ 301 w 308"/>
                <a:gd name="T21" fmla="*/ 51 h 219"/>
                <a:gd name="T22" fmla="*/ 286 w 308"/>
                <a:gd name="T23" fmla="*/ 8 h 219"/>
                <a:gd name="T24" fmla="*/ 243 w 308"/>
                <a:gd name="T25" fmla="*/ 23 h 219"/>
                <a:gd name="T26" fmla="*/ 189 w 308"/>
                <a:gd name="T27" fmla="*/ 89 h 219"/>
                <a:gd name="T28" fmla="*/ 84 w 308"/>
                <a:gd name="T29" fmla="*/ 142 h 219"/>
                <a:gd name="T30" fmla="*/ 45 w 308"/>
                <a:gd name="T31" fmla="*/ 152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8" h="219">
                  <a:moveTo>
                    <a:pt x="45" y="152"/>
                  </a:moveTo>
                  <a:cubicBezTo>
                    <a:pt x="40" y="153"/>
                    <a:pt x="36" y="154"/>
                    <a:pt x="34" y="154"/>
                  </a:cubicBezTo>
                  <a:cubicBezTo>
                    <a:pt x="33" y="155"/>
                    <a:pt x="32" y="155"/>
                    <a:pt x="31" y="155"/>
                  </a:cubicBezTo>
                  <a:cubicBezTo>
                    <a:pt x="30" y="155"/>
                    <a:pt x="30" y="155"/>
                    <a:pt x="30" y="155"/>
                  </a:cubicBezTo>
                  <a:cubicBezTo>
                    <a:pt x="13" y="157"/>
                    <a:pt x="0" y="173"/>
                    <a:pt x="3" y="191"/>
                  </a:cubicBezTo>
                  <a:cubicBezTo>
                    <a:pt x="5" y="207"/>
                    <a:pt x="18" y="219"/>
                    <a:pt x="34" y="219"/>
                  </a:cubicBezTo>
                  <a:cubicBezTo>
                    <a:pt x="36" y="219"/>
                    <a:pt x="37" y="219"/>
                    <a:pt x="38" y="218"/>
                  </a:cubicBezTo>
                  <a:cubicBezTo>
                    <a:pt x="38" y="218"/>
                    <a:pt x="38" y="218"/>
                    <a:pt x="38" y="218"/>
                  </a:cubicBezTo>
                  <a:cubicBezTo>
                    <a:pt x="40" y="218"/>
                    <a:pt x="86" y="212"/>
                    <a:pt x="142" y="189"/>
                  </a:cubicBezTo>
                  <a:cubicBezTo>
                    <a:pt x="170" y="178"/>
                    <a:pt x="200" y="162"/>
                    <a:pt x="229" y="139"/>
                  </a:cubicBezTo>
                  <a:cubicBezTo>
                    <a:pt x="257" y="117"/>
                    <a:pt x="283" y="88"/>
                    <a:pt x="301" y="51"/>
                  </a:cubicBezTo>
                  <a:cubicBezTo>
                    <a:pt x="308" y="35"/>
                    <a:pt x="302" y="16"/>
                    <a:pt x="286" y="8"/>
                  </a:cubicBezTo>
                  <a:cubicBezTo>
                    <a:pt x="270" y="0"/>
                    <a:pt x="251" y="7"/>
                    <a:pt x="243" y="23"/>
                  </a:cubicBezTo>
                  <a:cubicBezTo>
                    <a:pt x="230" y="50"/>
                    <a:pt x="211" y="71"/>
                    <a:pt x="189" y="89"/>
                  </a:cubicBezTo>
                  <a:cubicBezTo>
                    <a:pt x="156" y="116"/>
                    <a:pt x="115" y="133"/>
                    <a:pt x="84" y="142"/>
                  </a:cubicBezTo>
                  <a:cubicBezTo>
                    <a:pt x="68" y="147"/>
                    <a:pt x="54" y="150"/>
                    <a:pt x="45" y="15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33" name="组合 32"/>
          <p:cNvGrpSpPr/>
          <p:nvPr/>
        </p:nvGrpSpPr>
        <p:grpSpPr>
          <a:xfrm>
            <a:off x="2441575" y="4930775"/>
            <a:ext cx="1168400" cy="1338263"/>
            <a:chOff x="2441575" y="4930775"/>
            <a:chExt cx="1168400" cy="1338263"/>
          </a:xfrm>
        </p:grpSpPr>
        <p:sp>
          <p:nvSpPr>
            <p:cNvPr id="34" name="Freeform 33"/>
            <p:cNvSpPr>
              <a:spLocks/>
            </p:cNvSpPr>
            <p:nvPr/>
          </p:nvSpPr>
          <p:spPr bwMode="auto">
            <a:xfrm>
              <a:off x="3208338" y="4930775"/>
              <a:ext cx="300037" cy="300038"/>
            </a:xfrm>
            <a:custGeom>
              <a:avLst/>
              <a:gdLst>
                <a:gd name="T0" fmla="*/ 11 w 197"/>
                <a:gd name="T1" fmla="*/ 78 h 197"/>
                <a:gd name="T2" fmla="*/ 78 w 197"/>
                <a:gd name="T3" fmla="*/ 186 h 197"/>
                <a:gd name="T4" fmla="*/ 186 w 197"/>
                <a:gd name="T5" fmla="*/ 119 h 197"/>
                <a:gd name="T6" fmla="*/ 119 w 197"/>
                <a:gd name="T7" fmla="*/ 11 h 197"/>
                <a:gd name="T8" fmla="*/ 11 w 197"/>
                <a:gd name="T9" fmla="*/ 78 h 197"/>
              </a:gdLst>
              <a:ahLst/>
              <a:cxnLst>
                <a:cxn ang="0">
                  <a:pos x="T0" y="T1"/>
                </a:cxn>
                <a:cxn ang="0">
                  <a:pos x="T2" y="T3"/>
                </a:cxn>
                <a:cxn ang="0">
                  <a:pos x="T4" y="T5"/>
                </a:cxn>
                <a:cxn ang="0">
                  <a:pos x="T6" y="T7"/>
                </a:cxn>
                <a:cxn ang="0">
                  <a:pos x="T8" y="T9"/>
                </a:cxn>
              </a:cxnLst>
              <a:rect l="0" t="0" r="r" b="b"/>
              <a:pathLst>
                <a:path w="197" h="197">
                  <a:moveTo>
                    <a:pt x="11" y="78"/>
                  </a:moveTo>
                  <a:cubicBezTo>
                    <a:pt x="0" y="127"/>
                    <a:pt x="30" y="175"/>
                    <a:pt x="78" y="186"/>
                  </a:cubicBezTo>
                  <a:cubicBezTo>
                    <a:pt x="126" y="197"/>
                    <a:pt x="175" y="167"/>
                    <a:pt x="186" y="119"/>
                  </a:cubicBezTo>
                  <a:cubicBezTo>
                    <a:pt x="197" y="71"/>
                    <a:pt x="167" y="22"/>
                    <a:pt x="119" y="11"/>
                  </a:cubicBezTo>
                  <a:cubicBezTo>
                    <a:pt x="70" y="0"/>
                    <a:pt x="22" y="30"/>
                    <a:pt x="11" y="7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5" name="Freeform 34"/>
            <p:cNvSpPr>
              <a:spLocks/>
            </p:cNvSpPr>
            <p:nvPr/>
          </p:nvSpPr>
          <p:spPr bwMode="auto">
            <a:xfrm>
              <a:off x="3028950" y="5195888"/>
              <a:ext cx="269875" cy="266700"/>
            </a:xfrm>
            <a:custGeom>
              <a:avLst/>
              <a:gdLst>
                <a:gd name="T0" fmla="*/ 29 w 177"/>
                <a:gd name="T1" fmla="*/ 155 h 175"/>
                <a:gd name="T2" fmla="*/ 55 w 177"/>
                <a:gd name="T3" fmla="*/ 74 h 175"/>
                <a:gd name="T4" fmla="*/ 84 w 177"/>
                <a:gd name="T5" fmla="*/ 46 h 175"/>
                <a:gd name="T6" fmla="*/ 105 w 177"/>
                <a:gd name="T7" fmla="*/ 40 h 175"/>
                <a:gd name="T8" fmla="*/ 139 w 177"/>
                <a:gd name="T9" fmla="*/ 60 h 175"/>
                <a:gd name="T10" fmla="*/ 126 w 177"/>
                <a:gd name="T11" fmla="*/ 114 h 175"/>
                <a:gd name="T12" fmla="*/ 126 w 177"/>
                <a:gd name="T13" fmla="*/ 114 h 175"/>
                <a:gd name="T14" fmla="*/ 125 w 177"/>
                <a:gd name="T15" fmla="*/ 115 h 175"/>
                <a:gd name="T16" fmla="*/ 119 w 177"/>
                <a:gd name="T17" fmla="*/ 121 h 175"/>
                <a:gd name="T18" fmla="*/ 110 w 177"/>
                <a:gd name="T19" fmla="*/ 145 h 175"/>
                <a:gd name="T20" fmla="*/ 128 w 177"/>
                <a:gd name="T21" fmla="*/ 145 h 175"/>
                <a:gd name="T22" fmla="*/ 148 w 177"/>
                <a:gd name="T23" fmla="*/ 145 h 175"/>
                <a:gd name="T24" fmla="*/ 157 w 177"/>
                <a:gd name="T25" fmla="*/ 146 h 175"/>
                <a:gd name="T26" fmla="*/ 166 w 177"/>
                <a:gd name="T27" fmla="*/ 104 h 175"/>
                <a:gd name="T28" fmla="*/ 128 w 177"/>
                <a:gd name="T29" fmla="*/ 8 h 175"/>
                <a:gd name="T30" fmla="*/ 24 w 177"/>
                <a:gd name="T31" fmla="*/ 77 h 175"/>
                <a:gd name="T32" fmla="*/ 0 w 177"/>
                <a:gd name="T33" fmla="*/ 175 h 175"/>
                <a:gd name="T34" fmla="*/ 29 w 177"/>
                <a:gd name="T35" fmla="*/ 162 h 175"/>
                <a:gd name="T36" fmla="*/ 29 w 177"/>
                <a:gd name="T37" fmla="*/ 155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7" h="175">
                  <a:moveTo>
                    <a:pt x="29" y="155"/>
                  </a:moveTo>
                  <a:cubicBezTo>
                    <a:pt x="29" y="114"/>
                    <a:pt x="45" y="87"/>
                    <a:pt x="55" y="74"/>
                  </a:cubicBezTo>
                  <a:cubicBezTo>
                    <a:pt x="67" y="57"/>
                    <a:pt x="79" y="49"/>
                    <a:pt x="84" y="46"/>
                  </a:cubicBezTo>
                  <a:cubicBezTo>
                    <a:pt x="90" y="42"/>
                    <a:pt x="97" y="40"/>
                    <a:pt x="105" y="40"/>
                  </a:cubicBezTo>
                  <a:cubicBezTo>
                    <a:pt x="119" y="40"/>
                    <a:pt x="132" y="48"/>
                    <a:pt x="139" y="60"/>
                  </a:cubicBezTo>
                  <a:cubicBezTo>
                    <a:pt x="150" y="78"/>
                    <a:pt x="144" y="102"/>
                    <a:pt x="126" y="114"/>
                  </a:cubicBezTo>
                  <a:cubicBezTo>
                    <a:pt x="126" y="114"/>
                    <a:pt x="126" y="114"/>
                    <a:pt x="126" y="114"/>
                  </a:cubicBezTo>
                  <a:cubicBezTo>
                    <a:pt x="126" y="114"/>
                    <a:pt x="126" y="114"/>
                    <a:pt x="125" y="115"/>
                  </a:cubicBezTo>
                  <a:cubicBezTo>
                    <a:pt x="124" y="116"/>
                    <a:pt x="122" y="118"/>
                    <a:pt x="119" y="121"/>
                  </a:cubicBezTo>
                  <a:cubicBezTo>
                    <a:pt x="116" y="126"/>
                    <a:pt x="112" y="133"/>
                    <a:pt x="110" y="145"/>
                  </a:cubicBezTo>
                  <a:cubicBezTo>
                    <a:pt x="116" y="145"/>
                    <a:pt x="122" y="145"/>
                    <a:pt x="128" y="145"/>
                  </a:cubicBezTo>
                  <a:cubicBezTo>
                    <a:pt x="134" y="145"/>
                    <a:pt x="141" y="145"/>
                    <a:pt x="148" y="145"/>
                  </a:cubicBezTo>
                  <a:cubicBezTo>
                    <a:pt x="152" y="145"/>
                    <a:pt x="154" y="146"/>
                    <a:pt x="157" y="146"/>
                  </a:cubicBezTo>
                  <a:cubicBezTo>
                    <a:pt x="160" y="131"/>
                    <a:pt x="163" y="117"/>
                    <a:pt x="166" y="104"/>
                  </a:cubicBezTo>
                  <a:cubicBezTo>
                    <a:pt x="177" y="64"/>
                    <a:pt x="162" y="17"/>
                    <a:pt x="128" y="8"/>
                  </a:cubicBezTo>
                  <a:cubicBezTo>
                    <a:pt x="94" y="0"/>
                    <a:pt x="44" y="18"/>
                    <a:pt x="24" y="77"/>
                  </a:cubicBezTo>
                  <a:cubicBezTo>
                    <a:pt x="12" y="113"/>
                    <a:pt x="4" y="144"/>
                    <a:pt x="0" y="175"/>
                  </a:cubicBezTo>
                  <a:cubicBezTo>
                    <a:pt x="10" y="170"/>
                    <a:pt x="20" y="166"/>
                    <a:pt x="29" y="162"/>
                  </a:cubicBezTo>
                  <a:cubicBezTo>
                    <a:pt x="29" y="160"/>
                    <a:pt x="29" y="158"/>
                    <a:pt x="29" y="15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6" name="Freeform 35"/>
            <p:cNvSpPr>
              <a:spLocks/>
            </p:cNvSpPr>
            <p:nvPr/>
          </p:nvSpPr>
          <p:spPr bwMode="auto">
            <a:xfrm>
              <a:off x="2797175" y="5621338"/>
              <a:ext cx="779462" cy="647700"/>
            </a:xfrm>
            <a:custGeom>
              <a:avLst/>
              <a:gdLst>
                <a:gd name="T0" fmla="*/ 506 w 513"/>
                <a:gd name="T1" fmla="*/ 357 h 426"/>
                <a:gd name="T2" fmla="*/ 364 w 513"/>
                <a:gd name="T3" fmla="*/ 92 h 426"/>
                <a:gd name="T4" fmla="*/ 303 w 513"/>
                <a:gd name="T5" fmla="*/ 31 h 426"/>
                <a:gd name="T6" fmla="*/ 295 w 513"/>
                <a:gd name="T7" fmla="*/ 38 h 426"/>
                <a:gd name="T8" fmla="*/ 272 w 513"/>
                <a:gd name="T9" fmla="*/ 45 h 426"/>
                <a:gd name="T10" fmla="*/ 239 w 513"/>
                <a:gd name="T11" fmla="*/ 28 h 426"/>
                <a:gd name="T12" fmla="*/ 221 w 513"/>
                <a:gd name="T13" fmla="*/ 0 h 426"/>
                <a:gd name="T14" fmla="*/ 212 w 513"/>
                <a:gd name="T15" fmla="*/ 3 h 426"/>
                <a:gd name="T16" fmla="*/ 213 w 513"/>
                <a:gd name="T17" fmla="*/ 22 h 426"/>
                <a:gd name="T18" fmla="*/ 190 w 513"/>
                <a:gd name="T19" fmla="*/ 112 h 426"/>
                <a:gd name="T20" fmla="*/ 164 w 513"/>
                <a:gd name="T21" fmla="*/ 198 h 426"/>
                <a:gd name="T22" fmla="*/ 33 w 513"/>
                <a:gd name="T23" fmla="*/ 325 h 426"/>
                <a:gd name="T24" fmla="*/ 14 w 513"/>
                <a:gd name="T25" fmla="*/ 393 h 426"/>
                <a:gd name="T26" fmla="*/ 82 w 513"/>
                <a:gd name="T27" fmla="*/ 412 h 426"/>
                <a:gd name="T28" fmla="*/ 253 w 513"/>
                <a:gd name="T29" fmla="*/ 245 h 426"/>
                <a:gd name="T30" fmla="*/ 285 w 513"/>
                <a:gd name="T31" fmla="*/ 153 h 426"/>
                <a:gd name="T32" fmla="*/ 293 w 513"/>
                <a:gd name="T33" fmla="*/ 163 h 426"/>
                <a:gd name="T34" fmla="*/ 410 w 513"/>
                <a:gd name="T35" fmla="*/ 381 h 426"/>
                <a:gd name="T36" fmla="*/ 458 w 513"/>
                <a:gd name="T37" fmla="*/ 419 h 426"/>
                <a:gd name="T38" fmla="*/ 470 w 513"/>
                <a:gd name="T39" fmla="*/ 418 h 426"/>
                <a:gd name="T40" fmla="*/ 507 w 513"/>
                <a:gd name="T41" fmla="*/ 357 h 426"/>
                <a:gd name="T42" fmla="*/ 506 w 513"/>
                <a:gd name="T43" fmla="*/ 357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13" h="426">
                  <a:moveTo>
                    <a:pt x="506" y="357"/>
                  </a:moveTo>
                  <a:cubicBezTo>
                    <a:pt x="477" y="240"/>
                    <a:pt x="417" y="151"/>
                    <a:pt x="364" y="92"/>
                  </a:cubicBezTo>
                  <a:cubicBezTo>
                    <a:pt x="341" y="66"/>
                    <a:pt x="320" y="46"/>
                    <a:pt x="303" y="31"/>
                  </a:cubicBezTo>
                  <a:cubicBezTo>
                    <a:pt x="301" y="33"/>
                    <a:pt x="298" y="36"/>
                    <a:pt x="295" y="38"/>
                  </a:cubicBezTo>
                  <a:cubicBezTo>
                    <a:pt x="288" y="43"/>
                    <a:pt x="280" y="45"/>
                    <a:pt x="272" y="45"/>
                  </a:cubicBezTo>
                  <a:cubicBezTo>
                    <a:pt x="259" y="45"/>
                    <a:pt x="246" y="39"/>
                    <a:pt x="239" y="28"/>
                  </a:cubicBezTo>
                  <a:cubicBezTo>
                    <a:pt x="233" y="18"/>
                    <a:pt x="227" y="9"/>
                    <a:pt x="221" y="0"/>
                  </a:cubicBezTo>
                  <a:cubicBezTo>
                    <a:pt x="218" y="1"/>
                    <a:pt x="215" y="2"/>
                    <a:pt x="212" y="3"/>
                  </a:cubicBezTo>
                  <a:cubicBezTo>
                    <a:pt x="213" y="9"/>
                    <a:pt x="213" y="15"/>
                    <a:pt x="213" y="22"/>
                  </a:cubicBezTo>
                  <a:cubicBezTo>
                    <a:pt x="214" y="41"/>
                    <a:pt x="210" y="74"/>
                    <a:pt x="190" y="112"/>
                  </a:cubicBezTo>
                  <a:cubicBezTo>
                    <a:pt x="188" y="137"/>
                    <a:pt x="181" y="167"/>
                    <a:pt x="164" y="198"/>
                  </a:cubicBezTo>
                  <a:cubicBezTo>
                    <a:pt x="142" y="239"/>
                    <a:pt x="104" y="284"/>
                    <a:pt x="33" y="325"/>
                  </a:cubicBezTo>
                  <a:cubicBezTo>
                    <a:pt x="9" y="339"/>
                    <a:pt x="0" y="369"/>
                    <a:pt x="14" y="393"/>
                  </a:cubicBezTo>
                  <a:cubicBezTo>
                    <a:pt x="28" y="417"/>
                    <a:pt x="58" y="426"/>
                    <a:pt x="82" y="412"/>
                  </a:cubicBezTo>
                  <a:cubicBezTo>
                    <a:pt x="169" y="363"/>
                    <a:pt x="222" y="303"/>
                    <a:pt x="253" y="245"/>
                  </a:cubicBezTo>
                  <a:cubicBezTo>
                    <a:pt x="270" y="213"/>
                    <a:pt x="279" y="181"/>
                    <a:pt x="285" y="153"/>
                  </a:cubicBezTo>
                  <a:cubicBezTo>
                    <a:pt x="288" y="156"/>
                    <a:pt x="290" y="159"/>
                    <a:pt x="293" y="163"/>
                  </a:cubicBezTo>
                  <a:cubicBezTo>
                    <a:pt x="337" y="214"/>
                    <a:pt x="386" y="287"/>
                    <a:pt x="410" y="381"/>
                  </a:cubicBezTo>
                  <a:cubicBezTo>
                    <a:pt x="415" y="404"/>
                    <a:pt x="436" y="419"/>
                    <a:pt x="458" y="419"/>
                  </a:cubicBezTo>
                  <a:cubicBezTo>
                    <a:pt x="462" y="419"/>
                    <a:pt x="466" y="419"/>
                    <a:pt x="470" y="418"/>
                  </a:cubicBezTo>
                  <a:cubicBezTo>
                    <a:pt x="497" y="411"/>
                    <a:pt x="513" y="384"/>
                    <a:pt x="507" y="357"/>
                  </a:cubicBezTo>
                  <a:lnTo>
                    <a:pt x="506" y="357"/>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7" name="Freeform 36"/>
            <p:cNvSpPr>
              <a:spLocks/>
            </p:cNvSpPr>
            <p:nvPr/>
          </p:nvSpPr>
          <p:spPr bwMode="auto">
            <a:xfrm>
              <a:off x="3195638" y="5429250"/>
              <a:ext cx="165100" cy="158750"/>
            </a:xfrm>
            <a:custGeom>
              <a:avLst/>
              <a:gdLst>
                <a:gd name="T0" fmla="*/ 41 w 109"/>
                <a:gd name="T1" fmla="*/ 105 h 105"/>
                <a:gd name="T2" fmla="*/ 51 w 109"/>
                <a:gd name="T3" fmla="*/ 105 h 105"/>
                <a:gd name="T4" fmla="*/ 37 w 109"/>
                <a:gd name="T5" fmla="*/ 74 h 105"/>
                <a:gd name="T6" fmla="*/ 37 w 109"/>
                <a:gd name="T7" fmla="*/ 72 h 105"/>
                <a:gd name="T8" fmla="*/ 37 w 109"/>
                <a:gd name="T9" fmla="*/ 51 h 105"/>
                <a:gd name="T10" fmla="*/ 52 w 109"/>
                <a:gd name="T11" fmla="*/ 36 h 105"/>
                <a:gd name="T12" fmla="*/ 63 w 109"/>
                <a:gd name="T13" fmla="*/ 34 h 105"/>
                <a:gd name="T14" fmla="*/ 89 w 109"/>
                <a:gd name="T15" fmla="*/ 51 h 105"/>
                <a:gd name="T16" fmla="*/ 94 w 109"/>
                <a:gd name="T17" fmla="*/ 63 h 105"/>
                <a:gd name="T18" fmla="*/ 102 w 109"/>
                <a:gd name="T19" fmla="*/ 82 h 105"/>
                <a:gd name="T20" fmla="*/ 108 w 109"/>
                <a:gd name="T21" fmla="*/ 58 h 105"/>
                <a:gd name="T22" fmla="*/ 39 w 109"/>
                <a:gd name="T23" fmla="*/ 0 h 105"/>
                <a:gd name="T24" fmla="*/ 0 w 109"/>
                <a:gd name="T25" fmla="*/ 0 h 105"/>
                <a:gd name="T26" fmla="*/ 0 w 109"/>
                <a:gd name="T27" fmla="*/ 2 h 105"/>
                <a:gd name="T28" fmla="*/ 41 w 109"/>
                <a:gd name="T29"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9" h="105">
                  <a:moveTo>
                    <a:pt x="41" y="105"/>
                  </a:moveTo>
                  <a:cubicBezTo>
                    <a:pt x="44" y="105"/>
                    <a:pt x="48" y="105"/>
                    <a:pt x="51" y="105"/>
                  </a:cubicBezTo>
                  <a:cubicBezTo>
                    <a:pt x="45" y="92"/>
                    <a:pt x="40" y="81"/>
                    <a:pt x="37" y="74"/>
                  </a:cubicBezTo>
                  <a:cubicBezTo>
                    <a:pt x="37" y="72"/>
                    <a:pt x="37" y="72"/>
                    <a:pt x="37" y="72"/>
                  </a:cubicBezTo>
                  <a:cubicBezTo>
                    <a:pt x="34" y="65"/>
                    <a:pt x="34" y="58"/>
                    <a:pt x="37" y="51"/>
                  </a:cubicBezTo>
                  <a:cubicBezTo>
                    <a:pt x="40" y="44"/>
                    <a:pt x="45" y="39"/>
                    <a:pt x="52" y="36"/>
                  </a:cubicBezTo>
                  <a:cubicBezTo>
                    <a:pt x="55" y="34"/>
                    <a:pt x="59" y="34"/>
                    <a:pt x="63" y="34"/>
                  </a:cubicBezTo>
                  <a:cubicBezTo>
                    <a:pt x="74" y="34"/>
                    <a:pt x="84" y="41"/>
                    <a:pt x="89" y="51"/>
                  </a:cubicBezTo>
                  <a:cubicBezTo>
                    <a:pt x="89" y="53"/>
                    <a:pt x="91" y="57"/>
                    <a:pt x="94" y="63"/>
                  </a:cubicBezTo>
                  <a:cubicBezTo>
                    <a:pt x="96" y="68"/>
                    <a:pt x="99" y="74"/>
                    <a:pt x="102" y="82"/>
                  </a:cubicBezTo>
                  <a:cubicBezTo>
                    <a:pt x="107" y="75"/>
                    <a:pt x="109" y="67"/>
                    <a:pt x="108" y="58"/>
                  </a:cubicBezTo>
                  <a:cubicBezTo>
                    <a:pt x="105" y="33"/>
                    <a:pt x="81" y="2"/>
                    <a:pt x="39" y="0"/>
                  </a:cubicBezTo>
                  <a:cubicBezTo>
                    <a:pt x="25" y="0"/>
                    <a:pt x="12" y="0"/>
                    <a:pt x="0" y="0"/>
                  </a:cubicBezTo>
                  <a:cubicBezTo>
                    <a:pt x="0" y="1"/>
                    <a:pt x="0" y="2"/>
                    <a:pt x="0" y="2"/>
                  </a:cubicBezTo>
                  <a:cubicBezTo>
                    <a:pt x="0" y="22"/>
                    <a:pt x="7" y="55"/>
                    <a:pt x="41" y="10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8" name="Freeform 37"/>
            <p:cNvSpPr>
              <a:spLocks/>
            </p:cNvSpPr>
            <p:nvPr/>
          </p:nvSpPr>
          <p:spPr bwMode="auto">
            <a:xfrm>
              <a:off x="2936875" y="5456238"/>
              <a:ext cx="190500" cy="414338"/>
            </a:xfrm>
            <a:custGeom>
              <a:avLst/>
              <a:gdLst>
                <a:gd name="T0" fmla="*/ 113 w 125"/>
                <a:gd name="T1" fmla="*/ 130 h 272"/>
                <a:gd name="T2" fmla="*/ 112 w 125"/>
                <a:gd name="T3" fmla="*/ 105 h 272"/>
                <a:gd name="T4" fmla="*/ 125 w 125"/>
                <a:gd name="T5" fmla="*/ 101 h 272"/>
                <a:gd name="T6" fmla="*/ 91 w 125"/>
                <a:gd name="T7" fmla="*/ 0 h 272"/>
                <a:gd name="T8" fmla="*/ 63 w 125"/>
                <a:gd name="T9" fmla="*/ 12 h 272"/>
                <a:gd name="T10" fmla="*/ 38 w 125"/>
                <a:gd name="T11" fmla="*/ 80 h 272"/>
                <a:gd name="T12" fmla="*/ 42 w 125"/>
                <a:gd name="T13" fmla="*/ 93 h 272"/>
                <a:gd name="T14" fmla="*/ 42 w 125"/>
                <a:gd name="T15" fmla="*/ 93 h 272"/>
                <a:gd name="T16" fmla="*/ 42 w 125"/>
                <a:gd name="T17" fmla="*/ 94 h 272"/>
                <a:gd name="T18" fmla="*/ 49 w 125"/>
                <a:gd name="T19" fmla="*/ 130 h 272"/>
                <a:gd name="T20" fmla="*/ 12 w 125"/>
                <a:gd name="T21" fmla="*/ 219 h 272"/>
                <a:gd name="T22" fmla="*/ 16 w 125"/>
                <a:gd name="T23" fmla="*/ 264 h 272"/>
                <a:gd name="T24" fmla="*/ 36 w 125"/>
                <a:gd name="T25" fmla="*/ 272 h 272"/>
                <a:gd name="T26" fmla="*/ 61 w 125"/>
                <a:gd name="T27" fmla="*/ 260 h 272"/>
                <a:gd name="T28" fmla="*/ 113 w 125"/>
                <a:gd name="T29" fmla="*/ 13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5" h="272">
                  <a:moveTo>
                    <a:pt x="113" y="130"/>
                  </a:moveTo>
                  <a:cubicBezTo>
                    <a:pt x="113" y="121"/>
                    <a:pt x="113" y="113"/>
                    <a:pt x="112" y="105"/>
                  </a:cubicBezTo>
                  <a:cubicBezTo>
                    <a:pt x="116" y="104"/>
                    <a:pt x="121" y="102"/>
                    <a:pt x="125" y="101"/>
                  </a:cubicBezTo>
                  <a:cubicBezTo>
                    <a:pt x="105" y="65"/>
                    <a:pt x="94" y="31"/>
                    <a:pt x="91" y="0"/>
                  </a:cubicBezTo>
                  <a:cubicBezTo>
                    <a:pt x="82" y="3"/>
                    <a:pt x="73" y="7"/>
                    <a:pt x="63" y="12"/>
                  </a:cubicBezTo>
                  <a:cubicBezTo>
                    <a:pt x="31" y="31"/>
                    <a:pt x="31" y="57"/>
                    <a:pt x="38" y="80"/>
                  </a:cubicBezTo>
                  <a:cubicBezTo>
                    <a:pt x="38" y="84"/>
                    <a:pt x="39" y="89"/>
                    <a:pt x="42" y="93"/>
                  </a:cubicBezTo>
                  <a:cubicBezTo>
                    <a:pt x="42" y="93"/>
                    <a:pt x="42" y="93"/>
                    <a:pt x="42" y="93"/>
                  </a:cubicBezTo>
                  <a:cubicBezTo>
                    <a:pt x="42" y="93"/>
                    <a:pt x="42" y="93"/>
                    <a:pt x="42" y="94"/>
                  </a:cubicBezTo>
                  <a:cubicBezTo>
                    <a:pt x="43" y="96"/>
                    <a:pt x="49" y="110"/>
                    <a:pt x="49" y="130"/>
                  </a:cubicBezTo>
                  <a:cubicBezTo>
                    <a:pt x="49" y="152"/>
                    <a:pt x="43" y="182"/>
                    <a:pt x="12" y="219"/>
                  </a:cubicBezTo>
                  <a:cubicBezTo>
                    <a:pt x="0" y="233"/>
                    <a:pt x="2" y="253"/>
                    <a:pt x="16" y="264"/>
                  </a:cubicBezTo>
                  <a:cubicBezTo>
                    <a:pt x="22" y="269"/>
                    <a:pt x="29" y="272"/>
                    <a:pt x="36" y="272"/>
                  </a:cubicBezTo>
                  <a:cubicBezTo>
                    <a:pt x="45" y="272"/>
                    <a:pt x="54" y="268"/>
                    <a:pt x="61" y="260"/>
                  </a:cubicBezTo>
                  <a:cubicBezTo>
                    <a:pt x="101" y="213"/>
                    <a:pt x="114" y="166"/>
                    <a:pt x="113" y="13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9" name="Freeform 38"/>
            <p:cNvSpPr>
              <a:spLocks/>
            </p:cNvSpPr>
            <p:nvPr/>
          </p:nvSpPr>
          <p:spPr bwMode="auto">
            <a:xfrm>
              <a:off x="3370263" y="5391150"/>
              <a:ext cx="239712" cy="239713"/>
            </a:xfrm>
            <a:custGeom>
              <a:avLst/>
              <a:gdLst>
                <a:gd name="T0" fmla="*/ 56 w 158"/>
                <a:gd name="T1" fmla="*/ 13 h 158"/>
                <a:gd name="T2" fmla="*/ 13 w 158"/>
                <a:gd name="T3" fmla="*/ 101 h 158"/>
                <a:gd name="T4" fmla="*/ 102 w 158"/>
                <a:gd name="T5" fmla="*/ 145 h 158"/>
                <a:gd name="T6" fmla="*/ 145 w 158"/>
                <a:gd name="T7" fmla="*/ 56 h 158"/>
                <a:gd name="T8" fmla="*/ 56 w 158"/>
                <a:gd name="T9" fmla="*/ 13 h 158"/>
              </a:gdLst>
              <a:ahLst/>
              <a:cxnLst>
                <a:cxn ang="0">
                  <a:pos x="T0" y="T1"/>
                </a:cxn>
                <a:cxn ang="0">
                  <a:pos x="T2" y="T3"/>
                </a:cxn>
                <a:cxn ang="0">
                  <a:pos x="T4" y="T5"/>
                </a:cxn>
                <a:cxn ang="0">
                  <a:pos x="T6" y="T7"/>
                </a:cxn>
                <a:cxn ang="0">
                  <a:pos x="T8" y="T9"/>
                </a:cxn>
              </a:cxnLst>
              <a:rect l="0" t="0" r="r" b="b"/>
              <a:pathLst>
                <a:path w="158" h="158">
                  <a:moveTo>
                    <a:pt x="56" y="13"/>
                  </a:moveTo>
                  <a:cubicBezTo>
                    <a:pt x="20" y="25"/>
                    <a:pt x="0" y="65"/>
                    <a:pt x="13" y="101"/>
                  </a:cubicBezTo>
                  <a:cubicBezTo>
                    <a:pt x="25" y="138"/>
                    <a:pt x="65" y="158"/>
                    <a:pt x="102" y="145"/>
                  </a:cubicBezTo>
                  <a:cubicBezTo>
                    <a:pt x="138" y="133"/>
                    <a:pt x="158" y="93"/>
                    <a:pt x="145" y="56"/>
                  </a:cubicBezTo>
                  <a:cubicBezTo>
                    <a:pt x="133" y="20"/>
                    <a:pt x="93" y="0"/>
                    <a:pt x="56" y="1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0" name="Freeform 39"/>
            <p:cNvSpPr>
              <a:spLocks/>
            </p:cNvSpPr>
            <p:nvPr/>
          </p:nvSpPr>
          <p:spPr bwMode="auto">
            <a:xfrm>
              <a:off x="3086100" y="5262563"/>
              <a:ext cx="179387" cy="414338"/>
            </a:xfrm>
            <a:custGeom>
              <a:avLst/>
              <a:gdLst>
                <a:gd name="T0" fmla="*/ 56 w 118"/>
                <a:gd name="T1" fmla="*/ 258 h 272"/>
                <a:gd name="T2" fmla="*/ 82 w 118"/>
                <a:gd name="T3" fmla="*/ 272 h 272"/>
                <a:gd name="T4" fmla="*/ 100 w 118"/>
                <a:gd name="T5" fmla="*/ 267 h 272"/>
                <a:gd name="T6" fmla="*/ 108 w 118"/>
                <a:gd name="T7" fmla="*/ 222 h 272"/>
                <a:gd name="T8" fmla="*/ 64 w 118"/>
                <a:gd name="T9" fmla="*/ 111 h 272"/>
                <a:gd name="T10" fmla="*/ 76 w 118"/>
                <a:gd name="T11" fmla="*/ 72 h 272"/>
                <a:gd name="T12" fmla="*/ 83 w 118"/>
                <a:gd name="T13" fmla="*/ 65 h 272"/>
                <a:gd name="T14" fmla="*/ 85 w 118"/>
                <a:gd name="T15" fmla="*/ 63 h 272"/>
                <a:gd name="T16" fmla="*/ 85 w 118"/>
                <a:gd name="T17" fmla="*/ 63 h 272"/>
                <a:gd name="T18" fmla="*/ 85 w 118"/>
                <a:gd name="T19" fmla="*/ 63 h 272"/>
                <a:gd name="T20" fmla="*/ 95 w 118"/>
                <a:gd name="T21" fmla="*/ 20 h 272"/>
                <a:gd name="T22" fmla="*/ 51 w 118"/>
                <a:gd name="T23" fmla="*/ 9 h 272"/>
                <a:gd name="T24" fmla="*/ 51 w 118"/>
                <a:gd name="T25" fmla="*/ 9 h 272"/>
                <a:gd name="T26" fmla="*/ 24 w 118"/>
                <a:gd name="T27" fmla="*/ 35 h 272"/>
                <a:gd name="T28" fmla="*/ 0 w 118"/>
                <a:gd name="T29" fmla="*/ 111 h 272"/>
                <a:gd name="T30" fmla="*/ 56 w 118"/>
                <a:gd name="T31" fmla="*/ 258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8" h="272">
                  <a:moveTo>
                    <a:pt x="56" y="258"/>
                  </a:moveTo>
                  <a:cubicBezTo>
                    <a:pt x="62" y="267"/>
                    <a:pt x="72" y="272"/>
                    <a:pt x="82" y="272"/>
                  </a:cubicBezTo>
                  <a:cubicBezTo>
                    <a:pt x="88" y="272"/>
                    <a:pt x="95" y="270"/>
                    <a:pt x="100" y="267"/>
                  </a:cubicBezTo>
                  <a:cubicBezTo>
                    <a:pt x="115" y="257"/>
                    <a:pt x="118" y="237"/>
                    <a:pt x="108" y="222"/>
                  </a:cubicBezTo>
                  <a:cubicBezTo>
                    <a:pt x="73" y="170"/>
                    <a:pt x="64" y="134"/>
                    <a:pt x="64" y="111"/>
                  </a:cubicBezTo>
                  <a:cubicBezTo>
                    <a:pt x="64" y="91"/>
                    <a:pt x="70" y="80"/>
                    <a:pt x="76" y="72"/>
                  </a:cubicBezTo>
                  <a:cubicBezTo>
                    <a:pt x="78" y="69"/>
                    <a:pt x="81" y="66"/>
                    <a:pt x="83" y="65"/>
                  </a:cubicBezTo>
                  <a:cubicBezTo>
                    <a:pt x="84" y="64"/>
                    <a:pt x="84" y="63"/>
                    <a:pt x="85" y="63"/>
                  </a:cubicBezTo>
                  <a:cubicBezTo>
                    <a:pt x="85" y="63"/>
                    <a:pt x="85" y="63"/>
                    <a:pt x="85" y="63"/>
                  </a:cubicBezTo>
                  <a:cubicBezTo>
                    <a:pt x="85" y="63"/>
                    <a:pt x="85" y="63"/>
                    <a:pt x="85" y="63"/>
                  </a:cubicBezTo>
                  <a:cubicBezTo>
                    <a:pt x="99" y="54"/>
                    <a:pt x="104" y="35"/>
                    <a:pt x="95" y="20"/>
                  </a:cubicBezTo>
                  <a:cubicBezTo>
                    <a:pt x="86" y="4"/>
                    <a:pt x="66" y="0"/>
                    <a:pt x="51" y="9"/>
                  </a:cubicBezTo>
                  <a:cubicBezTo>
                    <a:pt x="51" y="9"/>
                    <a:pt x="51" y="9"/>
                    <a:pt x="51" y="9"/>
                  </a:cubicBezTo>
                  <a:cubicBezTo>
                    <a:pt x="49" y="10"/>
                    <a:pt x="36" y="18"/>
                    <a:pt x="24" y="35"/>
                  </a:cubicBezTo>
                  <a:cubicBezTo>
                    <a:pt x="12" y="51"/>
                    <a:pt x="0" y="77"/>
                    <a:pt x="0" y="111"/>
                  </a:cubicBezTo>
                  <a:cubicBezTo>
                    <a:pt x="0" y="151"/>
                    <a:pt x="15" y="199"/>
                    <a:pt x="56" y="25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1" name="Freeform 40"/>
            <p:cNvSpPr>
              <a:spLocks/>
            </p:cNvSpPr>
            <p:nvPr/>
          </p:nvSpPr>
          <p:spPr bwMode="auto">
            <a:xfrm>
              <a:off x="3255963" y="5487988"/>
              <a:ext cx="166687" cy="254000"/>
            </a:xfrm>
            <a:custGeom>
              <a:avLst/>
              <a:gdLst>
                <a:gd name="T0" fmla="*/ 46 w 109"/>
                <a:gd name="T1" fmla="*/ 28 h 167"/>
                <a:gd name="T2" fmla="*/ 41 w 109"/>
                <a:gd name="T3" fmla="*/ 15 h 167"/>
                <a:gd name="T4" fmla="*/ 15 w 109"/>
                <a:gd name="T5" fmla="*/ 4 h 167"/>
                <a:gd name="T6" fmla="*/ 4 w 109"/>
                <a:gd name="T7" fmla="*/ 30 h 167"/>
                <a:gd name="T8" fmla="*/ 70 w 109"/>
                <a:gd name="T9" fmla="*/ 158 h 167"/>
                <a:gd name="T10" fmla="*/ 86 w 109"/>
                <a:gd name="T11" fmla="*/ 167 h 167"/>
                <a:gd name="T12" fmla="*/ 97 w 109"/>
                <a:gd name="T13" fmla="*/ 163 h 167"/>
                <a:gd name="T14" fmla="*/ 103 w 109"/>
                <a:gd name="T15" fmla="*/ 135 h 167"/>
                <a:gd name="T16" fmla="*/ 60 w 109"/>
                <a:gd name="T17" fmla="*/ 59 h 167"/>
                <a:gd name="T18" fmla="*/ 46 w 109"/>
                <a:gd name="T19" fmla="*/ 28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9" h="167">
                  <a:moveTo>
                    <a:pt x="46" y="28"/>
                  </a:moveTo>
                  <a:cubicBezTo>
                    <a:pt x="43" y="20"/>
                    <a:pt x="41" y="15"/>
                    <a:pt x="41" y="15"/>
                  </a:cubicBezTo>
                  <a:cubicBezTo>
                    <a:pt x="37" y="5"/>
                    <a:pt x="25" y="0"/>
                    <a:pt x="15" y="4"/>
                  </a:cubicBezTo>
                  <a:cubicBezTo>
                    <a:pt x="5" y="8"/>
                    <a:pt x="0" y="20"/>
                    <a:pt x="4" y="30"/>
                  </a:cubicBezTo>
                  <a:cubicBezTo>
                    <a:pt x="4" y="31"/>
                    <a:pt x="36" y="108"/>
                    <a:pt x="70" y="158"/>
                  </a:cubicBezTo>
                  <a:cubicBezTo>
                    <a:pt x="73" y="164"/>
                    <a:pt x="80" y="167"/>
                    <a:pt x="86" y="167"/>
                  </a:cubicBezTo>
                  <a:cubicBezTo>
                    <a:pt x="90" y="167"/>
                    <a:pt x="94" y="166"/>
                    <a:pt x="97" y="163"/>
                  </a:cubicBezTo>
                  <a:cubicBezTo>
                    <a:pt x="106" y="157"/>
                    <a:pt x="109" y="145"/>
                    <a:pt x="103" y="135"/>
                  </a:cubicBezTo>
                  <a:cubicBezTo>
                    <a:pt x="88" y="114"/>
                    <a:pt x="72" y="83"/>
                    <a:pt x="60" y="59"/>
                  </a:cubicBezTo>
                  <a:cubicBezTo>
                    <a:pt x="55" y="46"/>
                    <a:pt x="50" y="35"/>
                    <a:pt x="46" y="2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2" name="Rectangle 41"/>
            <p:cNvSpPr>
              <a:spLocks noChangeArrowheads="1"/>
            </p:cNvSpPr>
            <p:nvPr/>
          </p:nvSpPr>
          <p:spPr bwMode="auto">
            <a:xfrm>
              <a:off x="2441575" y="5376863"/>
              <a:ext cx="517525" cy="31750"/>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3" name="Rectangle 42"/>
            <p:cNvSpPr>
              <a:spLocks noChangeArrowheads="1"/>
            </p:cNvSpPr>
            <p:nvPr/>
          </p:nvSpPr>
          <p:spPr bwMode="auto">
            <a:xfrm>
              <a:off x="2520950" y="5462588"/>
              <a:ext cx="161925" cy="31750"/>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4" name="Rectangle 43"/>
            <p:cNvSpPr>
              <a:spLocks noChangeArrowheads="1"/>
            </p:cNvSpPr>
            <p:nvPr/>
          </p:nvSpPr>
          <p:spPr bwMode="auto">
            <a:xfrm>
              <a:off x="2700338" y="5292725"/>
              <a:ext cx="161925" cy="31750"/>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45" name="组合 44"/>
          <p:cNvGrpSpPr/>
          <p:nvPr/>
        </p:nvGrpSpPr>
        <p:grpSpPr>
          <a:xfrm>
            <a:off x="2276475" y="3113088"/>
            <a:ext cx="2087562" cy="1466850"/>
            <a:chOff x="2276475" y="3113088"/>
            <a:chExt cx="2087562" cy="1466850"/>
          </a:xfrm>
        </p:grpSpPr>
        <p:sp>
          <p:nvSpPr>
            <p:cNvPr id="46" name="Freeform 44"/>
            <p:cNvSpPr>
              <a:spLocks/>
            </p:cNvSpPr>
            <p:nvPr/>
          </p:nvSpPr>
          <p:spPr bwMode="auto">
            <a:xfrm>
              <a:off x="4090988" y="3871913"/>
              <a:ext cx="165100" cy="176213"/>
            </a:xfrm>
            <a:custGeom>
              <a:avLst/>
              <a:gdLst>
                <a:gd name="T0" fmla="*/ 83 w 108"/>
                <a:gd name="T1" fmla="*/ 60 h 116"/>
                <a:gd name="T2" fmla="*/ 42 w 108"/>
                <a:gd name="T3" fmla="*/ 60 h 116"/>
                <a:gd name="T4" fmla="*/ 42 w 108"/>
                <a:gd name="T5" fmla="*/ 38 h 116"/>
                <a:gd name="T6" fmla="*/ 0 w 108"/>
                <a:gd name="T7" fmla="*/ 0 h 116"/>
                <a:gd name="T8" fmla="*/ 0 w 108"/>
                <a:gd name="T9" fmla="*/ 62 h 116"/>
                <a:gd name="T10" fmla="*/ 7 w 108"/>
                <a:gd name="T11" fmla="*/ 68 h 116"/>
                <a:gd name="T12" fmla="*/ 42 w 108"/>
                <a:gd name="T13" fmla="*/ 115 h 116"/>
                <a:gd name="T14" fmla="*/ 42 w 108"/>
                <a:gd name="T15" fmla="*/ 116 h 116"/>
                <a:gd name="T16" fmla="*/ 42 w 108"/>
                <a:gd name="T17" fmla="*/ 94 h 116"/>
                <a:gd name="T18" fmla="*/ 108 w 108"/>
                <a:gd name="T19" fmla="*/ 94 h 116"/>
                <a:gd name="T20" fmla="*/ 103 w 108"/>
                <a:gd name="T21" fmla="*/ 69 h 116"/>
                <a:gd name="T22" fmla="*/ 83 w 108"/>
                <a:gd name="T23" fmla="*/ 6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8" h="116">
                  <a:moveTo>
                    <a:pt x="83" y="60"/>
                  </a:moveTo>
                  <a:cubicBezTo>
                    <a:pt x="42" y="60"/>
                    <a:pt x="42" y="60"/>
                    <a:pt x="42" y="60"/>
                  </a:cubicBezTo>
                  <a:cubicBezTo>
                    <a:pt x="42" y="38"/>
                    <a:pt x="42" y="38"/>
                    <a:pt x="42" y="38"/>
                  </a:cubicBezTo>
                  <a:cubicBezTo>
                    <a:pt x="26" y="26"/>
                    <a:pt x="12" y="13"/>
                    <a:pt x="0" y="0"/>
                  </a:cubicBezTo>
                  <a:cubicBezTo>
                    <a:pt x="0" y="62"/>
                    <a:pt x="0" y="62"/>
                    <a:pt x="0" y="62"/>
                  </a:cubicBezTo>
                  <a:cubicBezTo>
                    <a:pt x="2" y="64"/>
                    <a:pt x="4" y="66"/>
                    <a:pt x="7" y="68"/>
                  </a:cubicBezTo>
                  <a:cubicBezTo>
                    <a:pt x="21" y="80"/>
                    <a:pt x="34" y="96"/>
                    <a:pt x="42" y="115"/>
                  </a:cubicBezTo>
                  <a:cubicBezTo>
                    <a:pt x="42" y="115"/>
                    <a:pt x="42" y="116"/>
                    <a:pt x="42" y="116"/>
                  </a:cubicBezTo>
                  <a:cubicBezTo>
                    <a:pt x="42" y="94"/>
                    <a:pt x="42" y="94"/>
                    <a:pt x="42" y="94"/>
                  </a:cubicBezTo>
                  <a:cubicBezTo>
                    <a:pt x="108" y="94"/>
                    <a:pt x="108" y="94"/>
                    <a:pt x="108" y="94"/>
                  </a:cubicBezTo>
                  <a:cubicBezTo>
                    <a:pt x="106" y="85"/>
                    <a:pt x="104" y="77"/>
                    <a:pt x="103" y="69"/>
                  </a:cubicBezTo>
                  <a:cubicBezTo>
                    <a:pt x="96" y="66"/>
                    <a:pt x="89" y="63"/>
                    <a:pt x="83" y="6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7" name="Freeform 45"/>
            <p:cNvSpPr>
              <a:spLocks/>
            </p:cNvSpPr>
            <p:nvPr/>
          </p:nvSpPr>
          <p:spPr bwMode="auto">
            <a:xfrm>
              <a:off x="3446463" y="3975100"/>
              <a:ext cx="66675" cy="39688"/>
            </a:xfrm>
            <a:custGeom>
              <a:avLst/>
              <a:gdLst>
                <a:gd name="T0" fmla="*/ 44 w 44"/>
                <a:gd name="T1" fmla="*/ 8 h 26"/>
                <a:gd name="T2" fmla="*/ 37 w 44"/>
                <a:gd name="T3" fmla="*/ 10 h 26"/>
                <a:gd name="T4" fmla="*/ 28 w 44"/>
                <a:gd name="T5" fmla="*/ 11 h 26"/>
                <a:gd name="T6" fmla="*/ 0 w 44"/>
                <a:gd name="T7" fmla="*/ 0 h 26"/>
                <a:gd name="T8" fmla="*/ 0 w 44"/>
                <a:gd name="T9" fmla="*/ 26 h 26"/>
                <a:gd name="T10" fmla="*/ 40 w 44"/>
                <a:gd name="T11" fmla="*/ 26 h 26"/>
                <a:gd name="T12" fmla="*/ 44 w 44"/>
                <a:gd name="T13" fmla="*/ 8 h 26"/>
              </a:gdLst>
              <a:ahLst/>
              <a:cxnLst>
                <a:cxn ang="0">
                  <a:pos x="T0" y="T1"/>
                </a:cxn>
                <a:cxn ang="0">
                  <a:pos x="T2" y="T3"/>
                </a:cxn>
                <a:cxn ang="0">
                  <a:pos x="T4" y="T5"/>
                </a:cxn>
                <a:cxn ang="0">
                  <a:pos x="T6" y="T7"/>
                </a:cxn>
                <a:cxn ang="0">
                  <a:pos x="T8" y="T9"/>
                </a:cxn>
                <a:cxn ang="0">
                  <a:pos x="T10" y="T11"/>
                </a:cxn>
                <a:cxn ang="0">
                  <a:pos x="T12" y="T13"/>
                </a:cxn>
              </a:cxnLst>
              <a:rect l="0" t="0" r="r" b="b"/>
              <a:pathLst>
                <a:path w="44" h="26">
                  <a:moveTo>
                    <a:pt x="44" y="8"/>
                  </a:moveTo>
                  <a:cubicBezTo>
                    <a:pt x="41" y="9"/>
                    <a:pt x="39" y="10"/>
                    <a:pt x="37" y="10"/>
                  </a:cubicBezTo>
                  <a:cubicBezTo>
                    <a:pt x="34" y="11"/>
                    <a:pt x="31" y="11"/>
                    <a:pt x="28" y="11"/>
                  </a:cubicBezTo>
                  <a:cubicBezTo>
                    <a:pt x="17" y="11"/>
                    <a:pt x="7" y="7"/>
                    <a:pt x="0" y="0"/>
                  </a:cubicBezTo>
                  <a:cubicBezTo>
                    <a:pt x="0" y="26"/>
                    <a:pt x="0" y="26"/>
                    <a:pt x="0" y="26"/>
                  </a:cubicBezTo>
                  <a:cubicBezTo>
                    <a:pt x="40" y="26"/>
                    <a:pt x="40" y="26"/>
                    <a:pt x="40" y="26"/>
                  </a:cubicBezTo>
                  <a:cubicBezTo>
                    <a:pt x="42" y="20"/>
                    <a:pt x="43" y="14"/>
                    <a:pt x="44" y="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8" name="Freeform 46"/>
            <p:cNvSpPr>
              <a:spLocks/>
            </p:cNvSpPr>
            <p:nvPr/>
          </p:nvSpPr>
          <p:spPr bwMode="auto">
            <a:xfrm>
              <a:off x="4287838" y="3971925"/>
              <a:ext cx="66675" cy="42863"/>
            </a:xfrm>
            <a:custGeom>
              <a:avLst/>
              <a:gdLst>
                <a:gd name="T0" fmla="*/ 15 w 44"/>
                <a:gd name="T1" fmla="*/ 13 h 28"/>
                <a:gd name="T2" fmla="*/ 6 w 44"/>
                <a:gd name="T3" fmla="*/ 12 h 28"/>
                <a:gd name="T4" fmla="*/ 0 w 44"/>
                <a:gd name="T5" fmla="*/ 10 h 28"/>
                <a:gd name="T6" fmla="*/ 3 w 44"/>
                <a:gd name="T7" fmla="*/ 28 h 28"/>
                <a:gd name="T8" fmla="*/ 44 w 44"/>
                <a:gd name="T9" fmla="*/ 28 h 28"/>
                <a:gd name="T10" fmla="*/ 44 w 44"/>
                <a:gd name="T11" fmla="*/ 0 h 28"/>
                <a:gd name="T12" fmla="*/ 15 w 44"/>
                <a:gd name="T13" fmla="*/ 13 h 28"/>
              </a:gdLst>
              <a:ahLst/>
              <a:cxnLst>
                <a:cxn ang="0">
                  <a:pos x="T0" y="T1"/>
                </a:cxn>
                <a:cxn ang="0">
                  <a:pos x="T2" y="T3"/>
                </a:cxn>
                <a:cxn ang="0">
                  <a:pos x="T4" y="T5"/>
                </a:cxn>
                <a:cxn ang="0">
                  <a:pos x="T6" y="T7"/>
                </a:cxn>
                <a:cxn ang="0">
                  <a:pos x="T8" y="T9"/>
                </a:cxn>
                <a:cxn ang="0">
                  <a:pos x="T10" y="T11"/>
                </a:cxn>
                <a:cxn ang="0">
                  <a:pos x="T12" y="T13"/>
                </a:cxn>
              </a:cxnLst>
              <a:rect l="0" t="0" r="r" b="b"/>
              <a:pathLst>
                <a:path w="44" h="28">
                  <a:moveTo>
                    <a:pt x="15" y="13"/>
                  </a:moveTo>
                  <a:cubicBezTo>
                    <a:pt x="12" y="13"/>
                    <a:pt x="9" y="13"/>
                    <a:pt x="6" y="12"/>
                  </a:cubicBezTo>
                  <a:cubicBezTo>
                    <a:pt x="4" y="12"/>
                    <a:pt x="2" y="11"/>
                    <a:pt x="0" y="10"/>
                  </a:cubicBezTo>
                  <a:cubicBezTo>
                    <a:pt x="0" y="16"/>
                    <a:pt x="2" y="22"/>
                    <a:pt x="3" y="28"/>
                  </a:cubicBezTo>
                  <a:cubicBezTo>
                    <a:pt x="44" y="28"/>
                    <a:pt x="44" y="28"/>
                    <a:pt x="44" y="28"/>
                  </a:cubicBezTo>
                  <a:cubicBezTo>
                    <a:pt x="44" y="0"/>
                    <a:pt x="44" y="0"/>
                    <a:pt x="44" y="0"/>
                  </a:cubicBezTo>
                  <a:cubicBezTo>
                    <a:pt x="37" y="8"/>
                    <a:pt x="26" y="13"/>
                    <a:pt x="15" y="1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9" name="Freeform 47"/>
            <p:cNvSpPr>
              <a:spLocks/>
            </p:cNvSpPr>
            <p:nvPr/>
          </p:nvSpPr>
          <p:spPr bwMode="auto">
            <a:xfrm>
              <a:off x="4140200" y="4340225"/>
              <a:ext cx="15875" cy="68263"/>
            </a:xfrm>
            <a:custGeom>
              <a:avLst/>
              <a:gdLst>
                <a:gd name="T0" fmla="*/ 10 w 10"/>
                <a:gd name="T1" fmla="*/ 45 h 45"/>
                <a:gd name="T2" fmla="*/ 10 w 10"/>
                <a:gd name="T3" fmla="*/ 0 h 45"/>
                <a:gd name="T4" fmla="*/ 0 w 10"/>
                <a:gd name="T5" fmla="*/ 39 h 45"/>
                <a:gd name="T6" fmla="*/ 10 w 10"/>
                <a:gd name="T7" fmla="*/ 45 h 45"/>
              </a:gdLst>
              <a:ahLst/>
              <a:cxnLst>
                <a:cxn ang="0">
                  <a:pos x="T0" y="T1"/>
                </a:cxn>
                <a:cxn ang="0">
                  <a:pos x="T2" y="T3"/>
                </a:cxn>
                <a:cxn ang="0">
                  <a:pos x="T4" y="T5"/>
                </a:cxn>
                <a:cxn ang="0">
                  <a:pos x="T6" y="T7"/>
                </a:cxn>
              </a:cxnLst>
              <a:rect l="0" t="0" r="r" b="b"/>
              <a:pathLst>
                <a:path w="10" h="45">
                  <a:moveTo>
                    <a:pt x="10" y="45"/>
                  </a:moveTo>
                  <a:cubicBezTo>
                    <a:pt x="10" y="0"/>
                    <a:pt x="10" y="0"/>
                    <a:pt x="10" y="0"/>
                  </a:cubicBezTo>
                  <a:cubicBezTo>
                    <a:pt x="7" y="12"/>
                    <a:pt x="4" y="26"/>
                    <a:pt x="0" y="39"/>
                  </a:cubicBezTo>
                  <a:cubicBezTo>
                    <a:pt x="4" y="41"/>
                    <a:pt x="7" y="43"/>
                    <a:pt x="10" y="4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0" name="Freeform 48"/>
            <p:cNvSpPr>
              <a:spLocks/>
            </p:cNvSpPr>
            <p:nvPr/>
          </p:nvSpPr>
          <p:spPr bwMode="auto">
            <a:xfrm>
              <a:off x="3544888" y="3871913"/>
              <a:ext cx="163512" cy="176213"/>
            </a:xfrm>
            <a:custGeom>
              <a:avLst/>
              <a:gdLst>
                <a:gd name="T0" fmla="*/ 70 w 107"/>
                <a:gd name="T1" fmla="*/ 106 h 116"/>
                <a:gd name="T2" fmla="*/ 107 w 107"/>
                <a:gd name="T3" fmla="*/ 62 h 116"/>
                <a:gd name="T4" fmla="*/ 107 w 107"/>
                <a:gd name="T5" fmla="*/ 0 h 116"/>
                <a:gd name="T6" fmla="*/ 65 w 107"/>
                <a:gd name="T7" fmla="*/ 37 h 116"/>
                <a:gd name="T8" fmla="*/ 65 w 107"/>
                <a:gd name="T9" fmla="*/ 60 h 116"/>
                <a:gd name="T10" fmla="*/ 24 w 107"/>
                <a:gd name="T11" fmla="*/ 60 h 116"/>
                <a:gd name="T12" fmla="*/ 4 w 107"/>
                <a:gd name="T13" fmla="*/ 69 h 116"/>
                <a:gd name="T14" fmla="*/ 0 w 107"/>
                <a:gd name="T15" fmla="*/ 94 h 116"/>
                <a:gd name="T16" fmla="*/ 65 w 107"/>
                <a:gd name="T17" fmla="*/ 94 h 116"/>
                <a:gd name="T18" fmla="*/ 65 w 107"/>
                <a:gd name="T19" fmla="*/ 116 h 116"/>
                <a:gd name="T20" fmla="*/ 70 w 107"/>
                <a:gd name="T21" fmla="*/ 10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7" h="116">
                  <a:moveTo>
                    <a:pt x="70" y="106"/>
                  </a:moveTo>
                  <a:cubicBezTo>
                    <a:pt x="79" y="89"/>
                    <a:pt x="92" y="74"/>
                    <a:pt x="107" y="62"/>
                  </a:cubicBezTo>
                  <a:cubicBezTo>
                    <a:pt x="107" y="0"/>
                    <a:pt x="107" y="0"/>
                    <a:pt x="107" y="0"/>
                  </a:cubicBezTo>
                  <a:cubicBezTo>
                    <a:pt x="96" y="13"/>
                    <a:pt x="82" y="26"/>
                    <a:pt x="65" y="37"/>
                  </a:cubicBezTo>
                  <a:cubicBezTo>
                    <a:pt x="65" y="60"/>
                    <a:pt x="65" y="60"/>
                    <a:pt x="65" y="60"/>
                  </a:cubicBezTo>
                  <a:cubicBezTo>
                    <a:pt x="24" y="60"/>
                    <a:pt x="24" y="60"/>
                    <a:pt x="24" y="60"/>
                  </a:cubicBezTo>
                  <a:cubicBezTo>
                    <a:pt x="18" y="63"/>
                    <a:pt x="11" y="66"/>
                    <a:pt x="4" y="69"/>
                  </a:cubicBezTo>
                  <a:cubicBezTo>
                    <a:pt x="3" y="77"/>
                    <a:pt x="2" y="85"/>
                    <a:pt x="0" y="94"/>
                  </a:cubicBezTo>
                  <a:cubicBezTo>
                    <a:pt x="65" y="94"/>
                    <a:pt x="65" y="94"/>
                    <a:pt x="65" y="94"/>
                  </a:cubicBezTo>
                  <a:cubicBezTo>
                    <a:pt x="65" y="116"/>
                    <a:pt x="65" y="116"/>
                    <a:pt x="65" y="116"/>
                  </a:cubicBezTo>
                  <a:cubicBezTo>
                    <a:pt x="66" y="113"/>
                    <a:pt x="68" y="109"/>
                    <a:pt x="70" y="10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1" name="Freeform 49"/>
            <p:cNvSpPr>
              <a:spLocks/>
            </p:cNvSpPr>
            <p:nvPr/>
          </p:nvSpPr>
          <p:spPr bwMode="auto">
            <a:xfrm>
              <a:off x="4090988" y="4435475"/>
              <a:ext cx="65087" cy="139700"/>
            </a:xfrm>
            <a:custGeom>
              <a:avLst/>
              <a:gdLst>
                <a:gd name="T0" fmla="*/ 40 w 42"/>
                <a:gd name="T1" fmla="*/ 9 h 92"/>
                <a:gd name="T2" fmla="*/ 25 w 42"/>
                <a:gd name="T3" fmla="*/ 0 h 92"/>
                <a:gd name="T4" fmla="*/ 7 w 42"/>
                <a:gd name="T5" fmla="*/ 53 h 92"/>
                <a:gd name="T6" fmla="*/ 0 w 42"/>
                <a:gd name="T7" fmla="*/ 66 h 92"/>
                <a:gd name="T8" fmla="*/ 0 w 42"/>
                <a:gd name="T9" fmla="*/ 92 h 92"/>
                <a:gd name="T10" fmla="*/ 42 w 42"/>
                <a:gd name="T11" fmla="*/ 92 h 92"/>
                <a:gd name="T12" fmla="*/ 42 w 42"/>
                <a:gd name="T13" fmla="*/ 11 h 92"/>
                <a:gd name="T14" fmla="*/ 40 w 42"/>
                <a:gd name="T15" fmla="*/ 9 h 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92">
                  <a:moveTo>
                    <a:pt x="40" y="9"/>
                  </a:moveTo>
                  <a:cubicBezTo>
                    <a:pt x="36" y="7"/>
                    <a:pt x="31" y="3"/>
                    <a:pt x="25" y="0"/>
                  </a:cubicBezTo>
                  <a:cubicBezTo>
                    <a:pt x="19" y="17"/>
                    <a:pt x="13" y="34"/>
                    <a:pt x="7" y="53"/>
                  </a:cubicBezTo>
                  <a:cubicBezTo>
                    <a:pt x="5" y="58"/>
                    <a:pt x="3" y="62"/>
                    <a:pt x="0" y="66"/>
                  </a:cubicBezTo>
                  <a:cubicBezTo>
                    <a:pt x="0" y="92"/>
                    <a:pt x="0" y="92"/>
                    <a:pt x="0" y="92"/>
                  </a:cubicBezTo>
                  <a:cubicBezTo>
                    <a:pt x="42" y="92"/>
                    <a:pt x="42" y="92"/>
                    <a:pt x="42" y="92"/>
                  </a:cubicBezTo>
                  <a:cubicBezTo>
                    <a:pt x="42" y="11"/>
                    <a:pt x="42" y="11"/>
                    <a:pt x="42" y="11"/>
                  </a:cubicBezTo>
                  <a:cubicBezTo>
                    <a:pt x="42" y="10"/>
                    <a:pt x="41" y="10"/>
                    <a:pt x="40" y="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2" name="Freeform 50"/>
            <p:cNvSpPr>
              <a:spLocks/>
            </p:cNvSpPr>
            <p:nvPr/>
          </p:nvSpPr>
          <p:spPr bwMode="auto">
            <a:xfrm>
              <a:off x="3644900" y="4340225"/>
              <a:ext cx="15875" cy="71438"/>
            </a:xfrm>
            <a:custGeom>
              <a:avLst/>
              <a:gdLst>
                <a:gd name="T0" fmla="*/ 0 w 11"/>
                <a:gd name="T1" fmla="*/ 0 h 47"/>
                <a:gd name="T2" fmla="*/ 0 w 11"/>
                <a:gd name="T3" fmla="*/ 47 h 47"/>
                <a:gd name="T4" fmla="*/ 11 w 11"/>
                <a:gd name="T5" fmla="*/ 41 h 47"/>
                <a:gd name="T6" fmla="*/ 0 w 11"/>
                <a:gd name="T7" fmla="*/ 0 h 47"/>
              </a:gdLst>
              <a:ahLst/>
              <a:cxnLst>
                <a:cxn ang="0">
                  <a:pos x="T0" y="T1"/>
                </a:cxn>
                <a:cxn ang="0">
                  <a:pos x="T2" y="T3"/>
                </a:cxn>
                <a:cxn ang="0">
                  <a:pos x="T4" y="T5"/>
                </a:cxn>
                <a:cxn ang="0">
                  <a:pos x="T6" y="T7"/>
                </a:cxn>
              </a:cxnLst>
              <a:rect l="0" t="0" r="r" b="b"/>
              <a:pathLst>
                <a:path w="11" h="47">
                  <a:moveTo>
                    <a:pt x="0" y="0"/>
                  </a:moveTo>
                  <a:cubicBezTo>
                    <a:pt x="0" y="47"/>
                    <a:pt x="0" y="47"/>
                    <a:pt x="0" y="47"/>
                  </a:cubicBezTo>
                  <a:cubicBezTo>
                    <a:pt x="3" y="45"/>
                    <a:pt x="7" y="43"/>
                    <a:pt x="11" y="41"/>
                  </a:cubicBezTo>
                  <a:cubicBezTo>
                    <a:pt x="7" y="26"/>
                    <a:pt x="3" y="13"/>
                    <a:pt x="0"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3" name="Freeform 51"/>
            <p:cNvSpPr>
              <a:spLocks/>
            </p:cNvSpPr>
            <p:nvPr/>
          </p:nvSpPr>
          <p:spPr bwMode="auto">
            <a:xfrm>
              <a:off x="3644900" y="4437063"/>
              <a:ext cx="63500" cy="138113"/>
            </a:xfrm>
            <a:custGeom>
              <a:avLst/>
              <a:gdLst>
                <a:gd name="T0" fmla="*/ 18 w 42"/>
                <a:gd name="T1" fmla="*/ 0 h 91"/>
                <a:gd name="T2" fmla="*/ 0 w 42"/>
                <a:gd name="T3" fmla="*/ 12 h 91"/>
                <a:gd name="T4" fmla="*/ 0 w 42"/>
                <a:gd name="T5" fmla="*/ 91 h 91"/>
                <a:gd name="T6" fmla="*/ 42 w 42"/>
                <a:gd name="T7" fmla="*/ 91 h 91"/>
                <a:gd name="T8" fmla="*/ 42 w 42"/>
                <a:gd name="T9" fmla="*/ 65 h 91"/>
                <a:gd name="T10" fmla="*/ 36 w 42"/>
                <a:gd name="T11" fmla="*/ 52 h 91"/>
                <a:gd name="T12" fmla="*/ 18 w 42"/>
                <a:gd name="T13" fmla="*/ 0 h 91"/>
              </a:gdLst>
              <a:ahLst/>
              <a:cxnLst>
                <a:cxn ang="0">
                  <a:pos x="T0" y="T1"/>
                </a:cxn>
                <a:cxn ang="0">
                  <a:pos x="T2" y="T3"/>
                </a:cxn>
                <a:cxn ang="0">
                  <a:pos x="T4" y="T5"/>
                </a:cxn>
                <a:cxn ang="0">
                  <a:pos x="T6" y="T7"/>
                </a:cxn>
                <a:cxn ang="0">
                  <a:pos x="T8" y="T9"/>
                </a:cxn>
                <a:cxn ang="0">
                  <a:pos x="T10" y="T11"/>
                </a:cxn>
                <a:cxn ang="0">
                  <a:pos x="T12" y="T13"/>
                </a:cxn>
              </a:cxnLst>
              <a:rect l="0" t="0" r="r" b="b"/>
              <a:pathLst>
                <a:path w="42" h="91">
                  <a:moveTo>
                    <a:pt x="18" y="0"/>
                  </a:moveTo>
                  <a:cubicBezTo>
                    <a:pt x="10" y="5"/>
                    <a:pt x="3" y="9"/>
                    <a:pt x="0" y="12"/>
                  </a:cubicBezTo>
                  <a:cubicBezTo>
                    <a:pt x="0" y="91"/>
                    <a:pt x="0" y="91"/>
                    <a:pt x="0" y="91"/>
                  </a:cubicBezTo>
                  <a:cubicBezTo>
                    <a:pt x="42" y="91"/>
                    <a:pt x="42" y="91"/>
                    <a:pt x="42" y="91"/>
                  </a:cubicBezTo>
                  <a:cubicBezTo>
                    <a:pt x="42" y="65"/>
                    <a:pt x="42" y="65"/>
                    <a:pt x="42" y="65"/>
                  </a:cubicBezTo>
                  <a:cubicBezTo>
                    <a:pt x="40" y="61"/>
                    <a:pt x="37" y="57"/>
                    <a:pt x="36" y="52"/>
                  </a:cubicBezTo>
                  <a:cubicBezTo>
                    <a:pt x="29" y="34"/>
                    <a:pt x="23" y="17"/>
                    <a:pt x="18"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4" name="Freeform 52"/>
            <p:cNvSpPr>
              <a:spLocks/>
            </p:cNvSpPr>
            <p:nvPr/>
          </p:nvSpPr>
          <p:spPr bwMode="auto">
            <a:xfrm>
              <a:off x="3997325" y="3476625"/>
              <a:ext cx="158750" cy="284163"/>
            </a:xfrm>
            <a:custGeom>
              <a:avLst/>
              <a:gdLst>
                <a:gd name="T0" fmla="*/ 0 w 104"/>
                <a:gd name="T1" fmla="*/ 70 h 187"/>
                <a:gd name="T2" fmla="*/ 62 w 104"/>
                <a:gd name="T3" fmla="*/ 70 h 187"/>
                <a:gd name="T4" fmla="*/ 62 w 104"/>
                <a:gd name="T5" fmla="*/ 98 h 187"/>
                <a:gd name="T6" fmla="*/ 67 w 104"/>
                <a:gd name="T7" fmla="*/ 110 h 187"/>
                <a:gd name="T8" fmla="*/ 67 w 104"/>
                <a:gd name="T9" fmla="*/ 111 h 187"/>
                <a:gd name="T10" fmla="*/ 68 w 104"/>
                <a:gd name="T11" fmla="*/ 114 h 187"/>
                <a:gd name="T12" fmla="*/ 73 w 104"/>
                <a:gd name="T13" fmla="*/ 129 h 187"/>
                <a:gd name="T14" fmla="*/ 97 w 104"/>
                <a:gd name="T15" fmla="*/ 175 h 187"/>
                <a:gd name="T16" fmla="*/ 104 w 104"/>
                <a:gd name="T17" fmla="*/ 187 h 187"/>
                <a:gd name="T18" fmla="*/ 104 w 104"/>
                <a:gd name="T19" fmla="*/ 0 h 187"/>
                <a:gd name="T20" fmla="*/ 62 w 104"/>
                <a:gd name="T21" fmla="*/ 0 h 187"/>
                <a:gd name="T22" fmla="*/ 62 w 104"/>
                <a:gd name="T23" fmla="*/ 40 h 187"/>
                <a:gd name="T24" fmla="*/ 25 w 104"/>
                <a:gd name="T25" fmla="*/ 40 h 187"/>
                <a:gd name="T26" fmla="*/ 23 w 104"/>
                <a:gd name="T27" fmla="*/ 44 h 187"/>
                <a:gd name="T28" fmla="*/ 0 w 104"/>
                <a:gd name="T29" fmla="*/ 7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87">
                  <a:moveTo>
                    <a:pt x="0" y="70"/>
                  </a:moveTo>
                  <a:cubicBezTo>
                    <a:pt x="62" y="70"/>
                    <a:pt x="62" y="70"/>
                    <a:pt x="62" y="70"/>
                  </a:cubicBezTo>
                  <a:cubicBezTo>
                    <a:pt x="62" y="98"/>
                    <a:pt x="62" y="98"/>
                    <a:pt x="62" y="98"/>
                  </a:cubicBezTo>
                  <a:cubicBezTo>
                    <a:pt x="64" y="101"/>
                    <a:pt x="66" y="106"/>
                    <a:pt x="67" y="110"/>
                  </a:cubicBezTo>
                  <a:cubicBezTo>
                    <a:pt x="67" y="111"/>
                    <a:pt x="67" y="111"/>
                    <a:pt x="67" y="111"/>
                  </a:cubicBezTo>
                  <a:cubicBezTo>
                    <a:pt x="67" y="111"/>
                    <a:pt x="68" y="113"/>
                    <a:pt x="68" y="114"/>
                  </a:cubicBezTo>
                  <a:cubicBezTo>
                    <a:pt x="69" y="117"/>
                    <a:pt x="71" y="122"/>
                    <a:pt x="73" y="129"/>
                  </a:cubicBezTo>
                  <a:cubicBezTo>
                    <a:pt x="77" y="140"/>
                    <a:pt x="85" y="157"/>
                    <a:pt x="97" y="175"/>
                  </a:cubicBezTo>
                  <a:cubicBezTo>
                    <a:pt x="99" y="179"/>
                    <a:pt x="102" y="183"/>
                    <a:pt x="104" y="187"/>
                  </a:cubicBezTo>
                  <a:cubicBezTo>
                    <a:pt x="104" y="0"/>
                    <a:pt x="104" y="0"/>
                    <a:pt x="104" y="0"/>
                  </a:cubicBezTo>
                  <a:cubicBezTo>
                    <a:pt x="62" y="0"/>
                    <a:pt x="62" y="0"/>
                    <a:pt x="62" y="0"/>
                  </a:cubicBezTo>
                  <a:cubicBezTo>
                    <a:pt x="62" y="40"/>
                    <a:pt x="62" y="40"/>
                    <a:pt x="62" y="40"/>
                  </a:cubicBezTo>
                  <a:cubicBezTo>
                    <a:pt x="25" y="40"/>
                    <a:pt x="25" y="40"/>
                    <a:pt x="25" y="40"/>
                  </a:cubicBezTo>
                  <a:cubicBezTo>
                    <a:pt x="24" y="42"/>
                    <a:pt x="23" y="43"/>
                    <a:pt x="23" y="44"/>
                  </a:cubicBezTo>
                  <a:cubicBezTo>
                    <a:pt x="17" y="54"/>
                    <a:pt x="9" y="63"/>
                    <a:pt x="0" y="7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5" name="Freeform 53"/>
            <p:cNvSpPr>
              <a:spLocks/>
            </p:cNvSpPr>
            <p:nvPr/>
          </p:nvSpPr>
          <p:spPr bwMode="auto">
            <a:xfrm>
              <a:off x="3644900" y="3476625"/>
              <a:ext cx="157162" cy="282575"/>
            </a:xfrm>
            <a:custGeom>
              <a:avLst/>
              <a:gdLst>
                <a:gd name="T0" fmla="*/ 37 w 104"/>
                <a:gd name="T1" fmla="*/ 110 h 186"/>
                <a:gd name="T2" fmla="*/ 37 w 104"/>
                <a:gd name="T3" fmla="*/ 110 h 186"/>
                <a:gd name="T4" fmla="*/ 42 w 104"/>
                <a:gd name="T5" fmla="*/ 97 h 186"/>
                <a:gd name="T6" fmla="*/ 42 w 104"/>
                <a:gd name="T7" fmla="*/ 70 h 186"/>
                <a:gd name="T8" fmla="*/ 104 w 104"/>
                <a:gd name="T9" fmla="*/ 70 h 186"/>
                <a:gd name="T10" fmla="*/ 79 w 104"/>
                <a:gd name="T11" fmla="*/ 40 h 186"/>
                <a:gd name="T12" fmla="*/ 42 w 104"/>
                <a:gd name="T13" fmla="*/ 40 h 186"/>
                <a:gd name="T14" fmla="*/ 42 w 104"/>
                <a:gd name="T15" fmla="*/ 0 h 186"/>
                <a:gd name="T16" fmla="*/ 0 w 104"/>
                <a:gd name="T17" fmla="*/ 0 h 186"/>
                <a:gd name="T18" fmla="*/ 0 w 104"/>
                <a:gd name="T19" fmla="*/ 186 h 186"/>
                <a:gd name="T20" fmla="*/ 5 w 104"/>
                <a:gd name="T21" fmla="*/ 179 h 186"/>
                <a:gd name="T22" fmla="*/ 37 w 104"/>
                <a:gd name="T23" fmla="*/ 11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4" h="186">
                  <a:moveTo>
                    <a:pt x="37" y="110"/>
                  </a:moveTo>
                  <a:cubicBezTo>
                    <a:pt x="37" y="110"/>
                    <a:pt x="37" y="110"/>
                    <a:pt x="37" y="110"/>
                  </a:cubicBezTo>
                  <a:cubicBezTo>
                    <a:pt x="38" y="105"/>
                    <a:pt x="40" y="101"/>
                    <a:pt x="42" y="97"/>
                  </a:cubicBezTo>
                  <a:cubicBezTo>
                    <a:pt x="42" y="70"/>
                    <a:pt x="42" y="70"/>
                    <a:pt x="42" y="70"/>
                  </a:cubicBezTo>
                  <a:cubicBezTo>
                    <a:pt x="104" y="70"/>
                    <a:pt x="104" y="70"/>
                    <a:pt x="104" y="70"/>
                  </a:cubicBezTo>
                  <a:cubicBezTo>
                    <a:pt x="94" y="62"/>
                    <a:pt x="86" y="52"/>
                    <a:pt x="79" y="40"/>
                  </a:cubicBezTo>
                  <a:cubicBezTo>
                    <a:pt x="42" y="40"/>
                    <a:pt x="42" y="40"/>
                    <a:pt x="42" y="40"/>
                  </a:cubicBezTo>
                  <a:cubicBezTo>
                    <a:pt x="42" y="0"/>
                    <a:pt x="42" y="0"/>
                    <a:pt x="42" y="0"/>
                  </a:cubicBezTo>
                  <a:cubicBezTo>
                    <a:pt x="0" y="0"/>
                    <a:pt x="0" y="0"/>
                    <a:pt x="0" y="0"/>
                  </a:cubicBezTo>
                  <a:cubicBezTo>
                    <a:pt x="0" y="186"/>
                    <a:pt x="0" y="186"/>
                    <a:pt x="0" y="186"/>
                  </a:cubicBezTo>
                  <a:cubicBezTo>
                    <a:pt x="2" y="184"/>
                    <a:pt x="3" y="181"/>
                    <a:pt x="5" y="179"/>
                  </a:cubicBezTo>
                  <a:cubicBezTo>
                    <a:pt x="28" y="145"/>
                    <a:pt x="36" y="112"/>
                    <a:pt x="37" y="11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6" name="Freeform 54"/>
            <p:cNvSpPr>
              <a:spLocks noEditPoints="1"/>
            </p:cNvSpPr>
            <p:nvPr/>
          </p:nvSpPr>
          <p:spPr bwMode="auto">
            <a:xfrm>
              <a:off x="3536950" y="3605213"/>
              <a:ext cx="725487" cy="790575"/>
            </a:xfrm>
            <a:custGeom>
              <a:avLst/>
              <a:gdLst>
                <a:gd name="T0" fmla="*/ 10 w 476"/>
                <a:gd name="T1" fmla="*/ 235 h 520"/>
                <a:gd name="T2" fmla="*/ 125 w 476"/>
                <a:gd name="T3" fmla="*/ 148 h 520"/>
                <a:gd name="T4" fmla="*/ 125 w 476"/>
                <a:gd name="T5" fmla="*/ 238 h 520"/>
                <a:gd name="T6" fmla="*/ 82 w 476"/>
                <a:gd name="T7" fmla="*/ 285 h 520"/>
                <a:gd name="T8" fmla="*/ 62 w 476"/>
                <a:gd name="T9" fmla="*/ 373 h 520"/>
                <a:gd name="T10" fmla="*/ 88 w 476"/>
                <a:gd name="T11" fmla="*/ 520 h 520"/>
                <a:gd name="T12" fmla="*/ 169 w 476"/>
                <a:gd name="T13" fmla="*/ 498 h 520"/>
                <a:gd name="T14" fmla="*/ 191 w 476"/>
                <a:gd name="T15" fmla="*/ 500 h 520"/>
                <a:gd name="T16" fmla="*/ 166 w 476"/>
                <a:gd name="T17" fmla="*/ 373 h 520"/>
                <a:gd name="T18" fmla="*/ 168 w 476"/>
                <a:gd name="T19" fmla="*/ 352 h 520"/>
                <a:gd name="T20" fmla="*/ 308 w 476"/>
                <a:gd name="T21" fmla="*/ 352 h 520"/>
                <a:gd name="T22" fmla="*/ 310 w 476"/>
                <a:gd name="T23" fmla="*/ 373 h 520"/>
                <a:gd name="T24" fmla="*/ 285 w 476"/>
                <a:gd name="T25" fmla="*/ 501 h 520"/>
                <a:gd name="T26" fmla="*/ 310 w 476"/>
                <a:gd name="T27" fmla="*/ 498 h 520"/>
                <a:gd name="T28" fmla="*/ 389 w 476"/>
                <a:gd name="T29" fmla="*/ 519 h 520"/>
                <a:gd name="T30" fmla="*/ 414 w 476"/>
                <a:gd name="T31" fmla="*/ 373 h 520"/>
                <a:gd name="T32" fmla="*/ 399 w 476"/>
                <a:gd name="T33" fmla="*/ 293 h 520"/>
                <a:gd name="T34" fmla="*/ 366 w 476"/>
                <a:gd name="T35" fmla="*/ 249 h 520"/>
                <a:gd name="T36" fmla="*/ 351 w 476"/>
                <a:gd name="T37" fmla="*/ 238 h 520"/>
                <a:gd name="T38" fmla="*/ 351 w 476"/>
                <a:gd name="T39" fmla="*/ 148 h 520"/>
                <a:gd name="T40" fmla="*/ 466 w 476"/>
                <a:gd name="T41" fmla="*/ 235 h 520"/>
                <a:gd name="T42" fmla="*/ 466 w 476"/>
                <a:gd name="T43" fmla="*/ 223 h 520"/>
                <a:gd name="T44" fmla="*/ 476 w 476"/>
                <a:gd name="T45" fmla="*/ 170 h 520"/>
                <a:gd name="T46" fmla="*/ 392 w 476"/>
                <a:gd name="T47" fmla="*/ 95 h 520"/>
                <a:gd name="T48" fmla="*/ 367 w 476"/>
                <a:gd name="T49" fmla="*/ 46 h 520"/>
                <a:gd name="T50" fmla="*/ 362 w 476"/>
                <a:gd name="T51" fmla="*/ 31 h 520"/>
                <a:gd name="T52" fmla="*/ 361 w 476"/>
                <a:gd name="T53" fmla="*/ 28 h 520"/>
                <a:gd name="T54" fmla="*/ 361 w 476"/>
                <a:gd name="T55" fmla="*/ 27 h 520"/>
                <a:gd name="T56" fmla="*/ 361 w 476"/>
                <a:gd name="T57" fmla="*/ 27 h 520"/>
                <a:gd name="T58" fmla="*/ 325 w 476"/>
                <a:gd name="T59" fmla="*/ 2 h 520"/>
                <a:gd name="T60" fmla="*/ 319 w 476"/>
                <a:gd name="T61" fmla="*/ 2 h 520"/>
                <a:gd name="T62" fmla="*/ 271 w 476"/>
                <a:gd name="T63" fmla="*/ 2 h 520"/>
                <a:gd name="T64" fmla="*/ 261 w 476"/>
                <a:gd name="T65" fmla="*/ 5 h 520"/>
                <a:gd name="T66" fmla="*/ 238 w 476"/>
                <a:gd name="T67" fmla="*/ 7 h 520"/>
                <a:gd name="T68" fmla="*/ 205 w 476"/>
                <a:gd name="T69" fmla="*/ 2 h 520"/>
                <a:gd name="T70" fmla="*/ 157 w 476"/>
                <a:gd name="T71" fmla="*/ 2 h 520"/>
                <a:gd name="T72" fmla="*/ 151 w 476"/>
                <a:gd name="T73" fmla="*/ 2 h 520"/>
                <a:gd name="T74" fmla="*/ 115 w 476"/>
                <a:gd name="T75" fmla="*/ 27 h 520"/>
                <a:gd name="T76" fmla="*/ 115 w 476"/>
                <a:gd name="T77" fmla="*/ 27 h 520"/>
                <a:gd name="T78" fmla="*/ 82 w 476"/>
                <a:gd name="T79" fmla="*/ 98 h 520"/>
                <a:gd name="T80" fmla="*/ 0 w 476"/>
                <a:gd name="T81" fmla="*/ 170 h 520"/>
                <a:gd name="T82" fmla="*/ 10 w 476"/>
                <a:gd name="T83" fmla="*/ 223 h 520"/>
                <a:gd name="T84" fmla="*/ 10 w 476"/>
                <a:gd name="T85" fmla="*/ 235 h 520"/>
                <a:gd name="T86" fmla="*/ 115 w 476"/>
                <a:gd name="T87" fmla="*/ 27 h 520"/>
                <a:gd name="T88" fmla="*/ 115 w 476"/>
                <a:gd name="T89" fmla="*/ 27 h 520"/>
                <a:gd name="T90" fmla="*/ 115 w 476"/>
                <a:gd name="T91" fmla="*/ 27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76" h="520">
                  <a:moveTo>
                    <a:pt x="10" y="235"/>
                  </a:moveTo>
                  <a:cubicBezTo>
                    <a:pt x="62" y="215"/>
                    <a:pt x="100" y="181"/>
                    <a:pt x="125" y="148"/>
                  </a:cubicBezTo>
                  <a:cubicBezTo>
                    <a:pt x="125" y="238"/>
                    <a:pt x="125" y="238"/>
                    <a:pt x="125" y="238"/>
                  </a:cubicBezTo>
                  <a:cubicBezTo>
                    <a:pt x="108" y="249"/>
                    <a:pt x="92" y="265"/>
                    <a:pt x="82" y="285"/>
                  </a:cubicBezTo>
                  <a:cubicBezTo>
                    <a:pt x="68" y="310"/>
                    <a:pt x="62" y="339"/>
                    <a:pt x="62" y="373"/>
                  </a:cubicBezTo>
                  <a:cubicBezTo>
                    <a:pt x="63" y="413"/>
                    <a:pt x="71" y="461"/>
                    <a:pt x="88" y="520"/>
                  </a:cubicBezTo>
                  <a:cubicBezTo>
                    <a:pt x="109" y="509"/>
                    <a:pt x="138" y="499"/>
                    <a:pt x="169" y="498"/>
                  </a:cubicBezTo>
                  <a:cubicBezTo>
                    <a:pt x="176" y="498"/>
                    <a:pt x="183" y="499"/>
                    <a:pt x="191" y="500"/>
                  </a:cubicBezTo>
                  <a:cubicBezTo>
                    <a:pt x="173" y="442"/>
                    <a:pt x="166" y="400"/>
                    <a:pt x="166" y="373"/>
                  </a:cubicBezTo>
                  <a:cubicBezTo>
                    <a:pt x="166" y="364"/>
                    <a:pt x="167" y="358"/>
                    <a:pt x="168" y="352"/>
                  </a:cubicBezTo>
                  <a:cubicBezTo>
                    <a:pt x="308" y="352"/>
                    <a:pt x="308" y="352"/>
                    <a:pt x="308" y="352"/>
                  </a:cubicBezTo>
                  <a:cubicBezTo>
                    <a:pt x="309" y="358"/>
                    <a:pt x="310" y="364"/>
                    <a:pt x="310" y="373"/>
                  </a:cubicBezTo>
                  <a:cubicBezTo>
                    <a:pt x="310" y="400"/>
                    <a:pt x="303" y="442"/>
                    <a:pt x="285" y="501"/>
                  </a:cubicBezTo>
                  <a:cubicBezTo>
                    <a:pt x="294" y="499"/>
                    <a:pt x="302" y="498"/>
                    <a:pt x="310" y="498"/>
                  </a:cubicBezTo>
                  <a:cubicBezTo>
                    <a:pt x="340" y="499"/>
                    <a:pt x="368" y="508"/>
                    <a:pt x="389" y="519"/>
                  </a:cubicBezTo>
                  <a:cubicBezTo>
                    <a:pt x="406" y="460"/>
                    <a:pt x="414" y="413"/>
                    <a:pt x="414" y="373"/>
                  </a:cubicBezTo>
                  <a:cubicBezTo>
                    <a:pt x="414" y="343"/>
                    <a:pt x="409" y="316"/>
                    <a:pt x="399" y="293"/>
                  </a:cubicBezTo>
                  <a:cubicBezTo>
                    <a:pt x="391" y="276"/>
                    <a:pt x="379" y="260"/>
                    <a:pt x="366" y="249"/>
                  </a:cubicBezTo>
                  <a:cubicBezTo>
                    <a:pt x="361" y="245"/>
                    <a:pt x="356" y="241"/>
                    <a:pt x="351" y="238"/>
                  </a:cubicBezTo>
                  <a:cubicBezTo>
                    <a:pt x="351" y="148"/>
                    <a:pt x="351" y="148"/>
                    <a:pt x="351" y="148"/>
                  </a:cubicBezTo>
                  <a:cubicBezTo>
                    <a:pt x="376" y="181"/>
                    <a:pt x="414" y="215"/>
                    <a:pt x="466" y="235"/>
                  </a:cubicBezTo>
                  <a:cubicBezTo>
                    <a:pt x="466" y="231"/>
                    <a:pt x="466" y="227"/>
                    <a:pt x="466" y="223"/>
                  </a:cubicBezTo>
                  <a:cubicBezTo>
                    <a:pt x="466" y="200"/>
                    <a:pt x="471" y="183"/>
                    <a:pt x="476" y="170"/>
                  </a:cubicBezTo>
                  <a:cubicBezTo>
                    <a:pt x="437" y="152"/>
                    <a:pt x="410" y="123"/>
                    <a:pt x="392" y="95"/>
                  </a:cubicBezTo>
                  <a:cubicBezTo>
                    <a:pt x="380" y="77"/>
                    <a:pt x="372" y="59"/>
                    <a:pt x="367" y="46"/>
                  </a:cubicBezTo>
                  <a:cubicBezTo>
                    <a:pt x="365" y="40"/>
                    <a:pt x="363" y="35"/>
                    <a:pt x="362" y="31"/>
                  </a:cubicBezTo>
                  <a:cubicBezTo>
                    <a:pt x="362" y="30"/>
                    <a:pt x="362" y="28"/>
                    <a:pt x="361" y="28"/>
                  </a:cubicBezTo>
                  <a:cubicBezTo>
                    <a:pt x="361" y="27"/>
                    <a:pt x="361" y="27"/>
                    <a:pt x="361" y="27"/>
                  </a:cubicBezTo>
                  <a:cubicBezTo>
                    <a:pt x="361" y="27"/>
                    <a:pt x="361" y="27"/>
                    <a:pt x="361" y="27"/>
                  </a:cubicBezTo>
                  <a:cubicBezTo>
                    <a:pt x="357" y="11"/>
                    <a:pt x="342" y="0"/>
                    <a:pt x="325" y="2"/>
                  </a:cubicBezTo>
                  <a:cubicBezTo>
                    <a:pt x="323" y="2"/>
                    <a:pt x="321" y="2"/>
                    <a:pt x="319" y="2"/>
                  </a:cubicBezTo>
                  <a:cubicBezTo>
                    <a:pt x="271" y="2"/>
                    <a:pt x="271" y="2"/>
                    <a:pt x="271" y="2"/>
                  </a:cubicBezTo>
                  <a:cubicBezTo>
                    <a:pt x="268" y="3"/>
                    <a:pt x="265" y="4"/>
                    <a:pt x="261" y="5"/>
                  </a:cubicBezTo>
                  <a:cubicBezTo>
                    <a:pt x="254" y="6"/>
                    <a:pt x="246" y="7"/>
                    <a:pt x="238" y="7"/>
                  </a:cubicBezTo>
                  <a:cubicBezTo>
                    <a:pt x="226" y="7"/>
                    <a:pt x="215" y="5"/>
                    <a:pt x="205" y="2"/>
                  </a:cubicBezTo>
                  <a:cubicBezTo>
                    <a:pt x="157" y="2"/>
                    <a:pt x="157" y="2"/>
                    <a:pt x="157" y="2"/>
                  </a:cubicBezTo>
                  <a:cubicBezTo>
                    <a:pt x="155" y="2"/>
                    <a:pt x="153" y="2"/>
                    <a:pt x="151" y="2"/>
                  </a:cubicBezTo>
                  <a:cubicBezTo>
                    <a:pt x="134" y="0"/>
                    <a:pt x="119" y="11"/>
                    <a:pt x="115" y="27"/>
                  </a:cubicBezTo>
                  <a:cubicBezTo>
                    <a:pt x="115" y="27"/>
                    <a:pt x="115" y="27"/>
                    <a:pt x="115" y="27"/>
                  </a:cubicBezTo>
                  <a:cubicBezTo>
                    <a:pt x="114" y="29"/>
                    <a:pt x="106" y="63"/>
                    <a:pt x="82" y="98"/>
                  </a:cubicBezTo>
                  <a:cubicBezTo>
                    <a:pt x="64" y="125"/>
                    <a:pt x="38" y="152"/>
                    <a:pt x="0" y="170"/>
                  </a:cubicBezTo>
                  <a:cubicBezTo>
                    <a:pt x="5" y="183"/>
                    <a:pt x="10" y="200"/>
                    <a:pt x="10" y="223"/>
                  </a:cubicBezTo>
                  <a:cubicBezTo>
                    <a:pt x="10" y="227"/>
                    <a:pt x="10" y="231"/>
                    <a:pt x="10" y="235"/>
                  </a:cubicBezTo>
                  <a:close/>
                  <a:moveTo>
                    <a:pt x="115" y="27"/>
                  </a:moveTo>
                  <a:cubicBezTo>
                    <a:pt x="115" y="27"/>
                    <a:pt x="115" y="27"/>
                    <a:pt x="115" y="27"/>
                  </a:cubicBezTo>
                  <a:cubicBezTo>
                    <a:pt x="115" y="27"/>
                    <a:pt x="115" y="27"/>
                    <a:pt x="115" y="2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7" name="Freeform 55"/>
            <p:cNvSpPr>
              <a:spLocks/>
            </p:cNvSpPr>
            <p:nvPr/>
          </p:nvSpPr>
          <p:spPr bwMode="auto">
            <a:xfrm>
              <a:off x="4283075" y="3876675"/>
              <a:ext cx="80962" cy="103188"/>
            </a:xfrm>
            <a:custGeom>
              <a:avLst/>
              <a:gdLst>
                <a:gd name="T0" fmla="*/ 0 w 53"/>
                <a:gd name="T1" fmla="*/ 44 h 67"/>
                <a:gd name="T2" fmla="*/ 1 w 53"/>
                <a:gd name="T3" fmla="*/ 64 h 67"/>
                <a:gd name="T4" fmla="*/ 11 w 53"/>
                <a:gd name="T5" fmla="*/ 66 h 67"/>
                <a:gd name="T6" fmla="*/ 18 w 53"/>
                <a:gd name="T7" fmla="*/ 67 h 67"/>
                <a:gd name="T8" fmla="*/ 49 w 53"/>
                <a:gd name="T9" fmla="*/ 42 h 67"/>
                <a:gd name="T10" fmla="*/ 25 w 53"/>
                <a:gd name="T11" fmla="*/ 4 h 67"/>
                <a:gd name="T12" fmla="*/ 9 w 53"/>
                <a:gd name="T13" fmla="*/ 0 h 67"/>
                <a:gd name="T14" fmla="*/ 0 w 53"/>
                <a:gd name="T15" fmla="*/ 44 h 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 h="67">
                  <a:moveTo>
                    <a:pt x="0" y="44"/>
                  </a:moveTo>
                  <a:cubicBezTo>
                    <a:pt x="0" y="50"/>
                    <a:pt x="0" y="57"/>
                    <a:pt x="1" y="64"/>
                  </a:cubicBezTo>
                  <a:cubicBezTo>
                    <a:pt x="4" y="65"/>
                    <a:pt x="8" y="66"/>
                    <a:pt x="11" y="66"/>
                  </a:cubicBezTo>
                  <a:cubicBezTo>
                    <a:pt x="13" y="67"/>
                    <a:pt x="16" y="67"/>
                    <a:pt x="18" y="67"/>
                  </a:cubicBezTo>
                  <a:cubicBezTo>
                    <a:pt x="33" y="67"/>
                    <a:pt x="46" y="57"/>
                    <a:pt x="49" y="42"/>
                  </a:cubicBezTo>
                  <a:cubicBezTo>
                    <a:pt x="53" y="25"/>
                    <a:pt x="42" y="8"/>
                    <a:pt x="25" y="4"/>
                  </a:cubicBezTo>
                  <a:cubicBezTo>
                    <a:pt x="19" y="3"/>
                    <a:pt x="14" y="1"/>
                    <a:pt x="9" y="0"/>
                  </a:cubicBezTo>
                  <a:cubicBezTo>
                    <a:pt x="4" y="9"/>
                    <a:pt x="0" y="24"/>
                    <a:pt x="0" y="4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8" name="Freeform 56"/>
            <p:cNvSpPr>
              <a:spLocks/>
            </p:cNvSpPr>
            <p:nvPr/>
          </p:nvSpPr>
          <p:spPr bwMode="auto">
            <a:xfrm>
              <a:off x="3435350" y="3876675"/>
              <a:ext cx="80962" cy="103188"/>
            </a:xfrm>
            <a:custGeom>
              <a:avLst/>
              <a:gdLst>
                <a:gd name="T0" fmla="*/ 35 w 53"/>
                <a:gd name="T1" fmla="*/ 68 h 68"/>
                <a:gd name="T2" fmla="*/ 42 w 53"/>
                <a:gd name="T3" fmla="*/ 67 h 68"/>
                <a:gd name="T4" fmla="*/ 52 w 53"/>
                <a:gd name="T5" fmla="*/ 65 h 68"/>
                <a:gd name="T6" fmla="*/ 53 w 53"/>
                <a:gd name="T7" fmla="*/ 45 h 68"/>
                <a:gd name="T8" fmla="*/ 44 w 53"/>
                <a:gd name="T9" fmla="*/ 0 h 68"/>
                <a:gd name="T10" fmla="*/ 28 w 53"/>
                <a:gd name="T11" fmla="*/ 5 h 68"/>
                <a:gd name="T12" fmla="*/ 4 w 53"/>
                <a:gd name="T13" fmla="*/ 43 h 68"/>
                <a:gd name="T14" fmla="*/ 35 w 53"/>
                <a:gd name="T15" fmla="*/ 68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 h="68">
                  <a:moveTo>
                    <a:pt x="35" y="68"/>
                  </a:moveTo>
                  <a:cubicBezTo>
                    <a:pt x="37" y="68"/>
                    <a:pt x="40" y="68"/>
                    <a:pt x="42" y="67"/>
                  </a:cubicBezTo>
                  <a:cubicBezTo>
                    <a:pt x="45" y="67"/>
                    <a:pt x="49" y="66"/>
                    <a:pt x="52" y="65"/>
                  </a:cubicBezTo>
                  <a:cubicBezTo>
                    <a:pt x="53" y="58"/>
                    <a:pt x="53" y="51"/>
                    <a:pt x="53" y="45"/>
                  </a:cubicBezTo>
                  <a:cubicBezTo>
                    <a:pt x="53" y="25"/>
                    <a:pt x="49" y="10"/>
                    <a:pt x="44" y="0"/>
                  </a:cubicBezTo>
                  <a:cubicBezTo>
                    <a:pt x="39" y="2"/>
                    <a:pt x="34" y="4"/>
                    <a:pt x="28" y="5"/>
                  </a:cubicBezTo>
                  <a:cubicBezTo>
                    <a:pt x="11" y="9"/>
                    <a:pt x="0" y="26"/>
                    <a:pt x="4" y="43"/>
                  </a:cubicBezTo>
                  <a:cubicBezTo>
                    <a:pt x="7" y="58"/>
                    <a:pt x="20" y="68"/>
                    <a:pt x="35" y="6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9" name="Freeform 57"/>
            <p:cNvSpPr>
              <a:spLocks/>
            </p:cNvSpPr>
            <p:nvPr/>
          </p:nvSpPr>
          <p:spPr bwMode="auto">
            <a:xfrm>
              <a:off x="3743325" y="3303588"/>
              <a:ext cx="312737" cy="315913"/>
            </a:xfrm>
            <a:custGeom>
              <a:avLst/>
              <a:gdLst>
                <a:gd name="T0" fmla="*/ 124 w 206"/>
                <a:gd name="T1" fmla="*/ 195 h 207"/>
                <a:gd name="T2" fmla="*/ 195 w 206"/>
                <a:gd name="T3" fmla="*/ 82 h 207"/>
                <a:gd name="T4" fmla="*/ 82 w 206"/>
                <a:gd name="T5" fmla="*/ 12 h 207"/>
                <a:gd name="T6" fmla="*/ 12 w 206"/>
                <a:gd name="T7" fmla="*/ 125 h 207"/>
                <a:gd name="T8" fmla="*/ 124 w 206"/>
                <a:gd name="T9" fmla="*/ 195 h 207"/>
              </a:gdLst>
              <a:ahLst/>
              <a:cxnLst>
                <a:cxn ang="0">
                  <a:pos x="T0" y="T1"/>
                </a:cxn>
                <a:cxn ang="0">
                  <a:pos x="T2" y="T3"/>
                </a:cxn>
                <a:cxn ang="0">
                  <a:pos x="T4" y="T5"/>
                </a:cxn>
                <a:cxn ang="0">
                  <a:pos x="T6" y="T7"/>
                </a:cxn>
                <a:cxn ang="0">
                  <a:pos x="T8" y="T9"/>
                </a:cxn>
              </a:cxnLst>
              <a:rect l="0" t="0" r="r" b="b"/>
              <a:pathLst>
                <a:path w="206" h="207">
                  <a:moveTo>
                    <a:pt x="124" y="195"/>
                  </a:moveTo>
                  <a:cubicBezTo>
                    <a:pt x="175" y="183"/>
                    <a:pt x="206" y="132"/>
                    <a:pt x="195" y="82"/>
                  </a:cubicBezTo>
                  <a:cubicBezTo>
                    <a:pt x="183" y="31"/>
                    <a:pt x="132" y="0"/>
                    <a:pt x="82" y="12"/>
                  </a:cubicBezTo>
                  <a:cubicBezTo>
                    <a:pt x="31" y="24"/>
                    <a:pt x="0" y="74"/>
                    <a:pt x="12" y="125"/>
                  </a:cubicBezTo>
                  <a:cubicBezTo>
                    <a:pt x="23" y="175"/>
                    <a:pt x="74" y="207"/>
                    <a:pt x="124" y="19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0" name="Freeform 58"/>
            <p:cNvSpPr>
              <a:spLocks/>
            </p:cNvSpPr>
            <p:nvPr/>
          </p:nvSpPr>
          <p:spPr bwMode="auto">
            <a:xfrm>
              <a:off x="3683000" y="4398963"/>
              <a:ext cx="190500" cy="174625"/>
            </a:xfrm>
            <a:custGeom>
              <a:avLst/>
              <a:gdLst>
                <a:gd name="T0" fmla="*/ 85 w 126"/>
                <a:gd name="T1" fmla="*/ 105 h 115"/>
                <a:gd name="T2" fmla="*/ 116 w 126"/>
                <a:gd name="T3" fmla="*/ 39 h 115"/>
                <a:gd name="T4" fmla="*/ 104 w 126"/>
                <a:gd name="T5" fmla="*/ 5 h 115"/>
                <a:gd name="T6" fmla="*/ 74 w 126"/>
                <a:gd name="T7" fmla="*/ 0 h 115"/>
                <a:gd name="T8" fmla="*/ 0 w 126"/>
                <a:gd name="T9" fmla="*/ 21 h 115"/>
                <a:gd name="T10" fmla="*/ 18 w 126"/>
                <a:gd name="T11" fmla="*/ 74 h 115"/>
                <a:gd name="T12" fmla="*/ 85 w 126"/>
                <a:gd name="T13" fmla="*/ 105 h 115"/>
              </a:gdLst>
              <a:ahLst/>
              <a:cxnLst>
                <a:cxn ang="0">
                  <a:pos x="T0" y="T1"/>
                </a:cxn>
                <a:cxn ang="0">
                  <a:pos x="T2" y="T3"/>
                </a:cxn>
                <a:cxn ang="0">
                  <a:pos x="T4" y="T5"/>
                </a:cxn>
                <a:cxn ang="0">
                  <a:pos x="T6" y="T7"/>
                </a:cxn>
                <a:cxn ang="0">
                  <a:pos x="T8" y="T9"/>
                </a:cxn>
                <a:cxn ang="0">
                  <a:pos x="T10" y="T11"/>
                </a:cxn>
                <a:cxn ang="0">
                  <a:pos x="T12" y="T13"/>
                </a:cxn>
              </a:cxnLst>
              <a:rect l="0" t="0" r="r" b="b"/>
              <a:pathLst>
                <a:path w="126" h="115">
                  <a:moveTo>
                    <a:pt x="85" y="105"/>
                  </a:moveTo>
                  <a:cubicBezTo>
                    <a:pt x="112" y="96"/>
                    <a:pt x="126" y="66"/>
                    <a:pt x="116" y="39"/>
                  </a:cubicBezTo>
                  <a:cubicBezTo>
                    <a:pt x="112" y="27"/>
                    <a:pt x="108" y="16"/>
                    <a:pt x="104" y="5"/>
                  </a:cubicBezTo>
                  <a:cubicBezTo>
                    <a:pt x="94" y="2"/>
                    <a:pt x="84" y="0"/>
                    <a:pt x="74" y="0"/>
                  </a:cubicBezTo>
                  <a:cubicBezTo>
                    <a:pt x="47" y="0"/>
                    <a:pt x="20" y="11"/>
                    <a:pt x="0" y="21"/>
                  </a:cubicBezTo>
                  <a:cubicBezTo>
                    <a:pt x="5" y="38"/>
                    <a:pt x="11" y="56"/>
                    <a:pt x="18" y="74"/>
                  </a:cubicBezTo>
                  <a:cubicBezTo>
                    <a:pt x="28" y="101"/>
                    <a:pt x="58" y="115"/>
                    <a:pt x="85" y="10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1" name="Freeform 59"/>
            <p:cNvSpPr>
              <a:spLocks/>
            </p:cNvSpPr>
            <p:nvPr/>
          </p:nvSpPr>
          <p:spPr bwMode="auto">
            <a:xfrm>
              <a:off x="3925888" y="4398963"/>
              <a:ext cx="192087" cy="166688"/>
            </a:xfrm>
            <a:custGeom>
              <a:avLst/>
              <a:gdLst>
                <a:gd name="T0" fmla="*/ 108 w 126"/>
                <a:gd name="T1" fmla="*/ 74 h 109"/>
                <a:gd name="T2" fmla="*/ 126 w 126"/>
                <a:gd name="T3" fmla="*/ 20 h 109"/>
                <a:gd name="T4" fmla="*/ 126 w 126"/>
                <a:gd name="T5" fmla="*/ 20 h 109"/>
                <a:gd name="T6" fmla="*/ 55 w 126"/>
                <a:gd name="T7" fmla="*/ 0 h 109"/>
                <a:gd name="T8" fmla="*/ 22 w 126"/>
                <a:gd name="T9" fmla="*/ 6 h 109"/>
                <a:gd name="T10" fmla="*/ 10 w 126"/>
                <a:gd name="T11" fmla="*/ 39 h 109"/>
                <a:gd name="T12" fmla="*/ 41 w 126"/>
                <a:gd name="T13" fmla="*/ 105 h 109"/>
                <a:gd name="T14" fmla="*/ 59 w 126"/>
                <a:gd name="T15" fmla="*/ 109 h 109"/>
                <a:gd name="T16" fmla="*/ 108 w 126"/>
                <a:gd name="T17" fmla="*/ 74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 h="109">
                  <a:moveTo>
                    <a:pt x="108" y="74"/>
                  </a:moveTo>
                  <a:cubicBezTo>
                    <a:pt x="115" y="55"/>
                    <a:pt x="121" y="37"/>
                    <a:pt x="126" y="20"/>
                  </a:cubicBezTo>
                  <a:cubicBezTo>
                    <a:pt x="126" y="20"/>
                    <a:pt x="126" y="20"/>
                    <a:pt x="126" y="20"/>
                  </a:cubicBezTo>
                  <a:cubicBezTo>
                    <a:pt x="107" y="10"/>
                    <a:pt x="81" y="0"/>
                    <a:pt x="55" y="0"/>
                  </a:cubicBezTo>
                  <a:cubicBezTo>
                    <a:pt x="44" y="0"/>
                    <a:pt x="33" y="2"/>
                    <a:pt x="22" y="6"/>
                  </a:cubicBezTo>
                  <a:cubicBezTo>
                    <a:pt x="18" y="17"/>
                    <a:pt x="14" y="28"/>
                    <a:pt x="10" y="39"/>
                  </a:cubicBezTo>
                  <a:cubicBezTo>
                    <a:pt x="0" y="66"/>
                    <a:pt x="14" y="96"/>
                    <a:pt x="41" y="105"/>
                  </a:cubicBezTo>
                  <a:cubicBezTo>
                    <a:pt x="47" y="108"/>
                    <a:pt x="53" y="109"/>
                    <a:pt x="59" y="109"/>
                  </a:cubicBezTo>
                  <a:cubicBezTo>
                    <a:pt x="80" y="109"/>
                    <a:pt x="100" y="95"/>
                    <a:pt x="108" y="7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2" name="Freeform 60"/>
            <p:cNvSpPr>
              <a:spLocks/>
            </p:cNvSpPr>
            <p:nvPr/>
          </p:nvSpPr>
          <p:spPr bwMode="auto">
            <a:xfrm>
              <a:off x="2706688" y="3113088"/>
              <a:ext cx="288925" cy="295275"/>
            </a:xfrm>
            <a:custGeom>
              <a:avLst/>
              <a:gdLst>
                <a:gd name="T0" fmla="*/ 3 w 190"/>
                <a:gd name="T1" fmla="*/ 88 h 195"/>
                <a:gd name="T2" fmla="*/ 28 w 190"/>
                <a:gd name="T3" fmla="*/ 160 h 195"/>
                <a:gd name="T4" fmla="*/ 53 w 190"/>
                <a:gd name="T5" fmla="*/ 178 h 195"/>
                <a:gd name="T6" fmla="*/ 75 w 190"/>
                <a:gd name="T7" fmla="*/ 185 h 195"/>
                <a:gd name="T8" fmla="*/ 181 w 190"/>
                <a:gd name="T9" fmla="*/ 114 h 195"/>
                <a:gd name="T10" fmla="*/ 110 w 190"/>
                <a:gd name="T11" fmla="*/ 8 h 195"/>
                <a:gd name="T12" fmla="*/ 10 w 190"/>
                <a:gd name="T13" fmla="*/ 60 h 195"/>
                <a:gd name="T14" fmla="*/ 3 w 190"/>
                <a:gd name="T15" fmla="*/ 88 h 1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0" h="195">
                  <a:moveTo>
                    <a:pt x="3" y="88"/>
                  </a:moveTo>
                  <a:cubicBezTo>
                    <a:pt x="0" y="115"/>
                    <a:pt x="10" y="141"/>
                    <a:pt x="28" y="160"/>
                  </a:cubicBezTo>
                  <a:cubicBezTo>
                    <a:pt x="37" y="159"/>
                    <a:pt x="46" y="167"/>
                    <a:pt x="53" y="178"/>
                  </a:cubicBezTo>
                  <a:cubicBezTo>
                    <a:pt x="60" y="181"/>
                    <a:pt x="67" y="183"/>
                    <a:pt x="75" y="185"/>
                  </a:cubicBezTo>
                  <a:cubicBezTo>
                    <a:pt x="124" y="195"/>
                    <a:pt x="171" y="163"/>
                    <a:pt x="181" y="114"/>
                  </a:cubicBezTo>
                  <a:cubicBezTo>
                    <a:pt x="190" y="65"/>
                    <a:pt x="159" y="18"/>
                    <a:pt x="110" y="8"/>
                  </a:cubicBezTo>
                  <a:cubicBezTo>
                    <a:pt x="68" y="0"/>
                    <a:pt x="27" y="23"/>
                    <a:pt x="10" y="60"/>
                  </a:cubicBezTo>
                  <a:cubicBezTo>
                    <a:pt x="11" y="71"/>
                    <a:pt x="9" y="83"/>
                    <a:pt x="3" y="8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3" name="Freeform 61"/>
            <p:cNvSpPr>
              <a:spLocks/>
            </p:cNvSpPr>
            <p:nvPr/>
          </p:nvSpPr>
          <p:spPr bwMode="auto">
            <a:xfrm>
              <a:off x="2436813" y="3154363"/>
              <a:ext cx="363537" cy="461963"/>
            </a:xfrm>
            <a:custGeom>
              <a:avLst/>
              <a:gdLst>
                <a:gd name="T0" fmla="*/ 185 w 239"/>
                <a:gd name="T1" fmla="*/ 194 h 303"/>
                <a:gd name="T2" fmla="*/ 177 w 239"/>
                <a:gd name="T3" fmla="*/ 186 h 303"/>
                <a:gd name="T4" fmla="*/ 177 w 239"/>
                <a:gd name="T5" fmla="*/ 186 h 303"/>
                <a:gd name="T6" fmla="*/ 169 w 239"/>
                <a:gd name="T7" fmla="*/ 174 h 303"/>
                <a:gd name="T8" fmla="*/ 157 w 239"/>
                <a:gd name="T9" fmla="*/ 174 h 303"/>
                <a:gd name="T10" fmla="*/ 138 w 239"/>
                <a:gd name="T11" fmla="*/ 176 h 303"/>
                <a:gd name="T12" fmla="*/ 135 w 239"/>
                <a:gd name="T13" fmla="*/ 178 h 303"/>
                <a:gd name="T14" fmla="*/ 96 w 239"/>
                <a:gd name="T15" fmla="*/ 195 h 303"/>
                <a:gd name="T16" fmla="*/ 151 w 239"/>
                <a:gd name="T17" fmla="*/ 141 h 303"/>
                <a:gd name="T18" fmla="*/ 157 w 239"/>
                <a:gd name="T19" fmla="*/ 135 h 303"/>
                <a:gd name="T20" fmla="*/ 190 w 239"/>
                <a:gd name="T21" fmla="*/ 187 h 303"/>
                <a:gd name="T22" fmla="*/ 238 w 239"/>
                <a:gd name="T23" fmla="*/ 179 h 303"/>
                <a:gd name="T24" fmla="*/ 207 w 239"/>
                <a:gd name="T25" fmla="*/ 140 h 303"/>
                <a:gd name="T26" fmla="*/ 188 w 239"/>
                <a:gd name="T27" fmla="*/ 148 h 303"/>
                <a:gd name="T28" fmla="*/ 173 w 239"/>
                <a:gd name="T29" fmla="*/ 121 h 303"/>
                <a:gd name="T30" fmla="*/ 178 w 239"/>
                <a:gd name="T31" fmla="*/ 112 h 303"/>
                <a:gd name="T32" fmla="*/ 172 w 239"/>
                <a:gd name="T33" fmla="*/ 79 h 303"/>
                <a:gd name="T34" fmla="*/ 166 w 239"/>
                <a:gd name="T35" fmla="*/ 74 h 303"/>
                <a:gd name="T36" fmla="*/ 157 w 239"/>
                <a:gd name="T37" fmla="*/ 70 h 303"/>
                <a:gd name="T38" fmla="*/ 156 w 239"/>
                <a:gd name="T39" fmla="*/ 59 h 303"/>
                <a:gd name="T40" fmla="*/ 176 w 239"/>
                <a:gd name="T41" fmla="*/ 54 h 303"/>
                <a:gd name="T42" fmla="*/ 174 w 239"/>
                <a:gd name="T43" fmla="*/ 4 h 303"/>
                <a:gd name="T44" fmla="*/ 132 w 239"/>
                <a:gd name="T45" fmla="*/ 28 h 303"/>
                <a:gd name="T46" fmla="*/ 136 w 239"/>
                <a:gd name="T47" fmla="*/ 71 h 303"/>
                <a:gd name="T48" fmla="*/ 129 w 239"/>
                <a:gd name="T49" fmla="*/ 75 h 303"/>
                <a:gd name="T50" fmla="*/ 127 w 239"/>
                <a:gd name="T51" fmla="*/ 77 h 303"/>
                <a:gd name="T52" fmla="*/ 34 w 239"/>
                <a:gd name="T53" fmla="*/ 168 h 303"/>
                <a:gd name="T54" fmla="*/ 11 w 239"/>
                <a:gd name="T55" fmla="*/ 199 h 303"/>
                <a:gd name="T56" fmla="*/ 1 w 239"/>
                <a:gd name="T57" fmla="*/ 231 h 303"/>
                <a:gd name="T58" fmla="*/ 5 w 239"/>
                <a:gd name="T59" fmla="*/ 251 h 303"/>
                <a:gd name="T60" fmla="*/ 27 w 239"/>
                <a:gd name="T61" fmla="*/ 270 h 303"/>
                <a:gd name="T62" fmla="*/ 47 w 239"/>
                <a:gd name="T63" fmla="*/ 273 h 303"/>
                <a:gd name="T64" fmla="*/ 86 w 239"/>
                <a:gd name="T65" fmla="*/ 266 h 303"/>
                <a:gd name="T66" fmla="*/ 120 w 239"/>
                <a:gd name="T67" fmla="*/ 254 h 303"/>
                <a:gd name="T68" fmla="*/ 120 w 239"/>
                <a:gd name="T69" fmla="*/ 303 h 303"/>
                <a:gd name="T70" fmla="*/ 199 w 239"/>
                <a:gd name="T71" fmla="*/ 199 h 303"/>
                <a:gd name="T72" fmla="*/ 185 w 239"/>
                <a:gd name="T73" fmla="*/ 194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9" h="303">
                  <a:moveTo>
                    <a:pt x="185" y="194"/>
                  </a:moveTo>
                  <a:cubicBezTo>
                    <a:pt x="183" y="192"/>
                    <a:pt x="180" y="189"/>
                    <a:pt x="177" y="186"/>
                  </a:cubicBezTo>
                  <a:cubicBezTo>
                    <a:pt x="177" y="186"/>
                    <a:pt x="177" y="186"/>
                    <a:pt x="177" y="186"/>
                  </a:cubicBezTo>
                  <a:cubicBezTo>
                    <a:pt x="174" y="182"/>
                    <a:pt x="171" y="178"/>
                    <a:pt x="169" y="174"/>
                  </a:cubicBezTo>
                  <a:cubicBezTo>
                    <a:pt x="157" y="174"/>
                    <a:pt x="157" y="174"/>
                    <a:pt x="157" y="174"/>
                  </a:cubicBezTo>
                  <a:cubicBezTo>
                    <a:pt x="151" y="173"/>
                    <a:pt x="144" y="173"/>
                    <a:pt x="138" y="176"/>
                  </a:cubicBezTo>
                  <a:cubicBezTo>
                    <a:pt x="138" y="176"/>
                    <a:pt x="137" y="177"/>
                    <a:pt x="135" y="178"/>
                  </a:cubicBezTo>
                  <a:cubicBezTo>
                    <a:pt x="129" y="181"/>
                    <a:pt x="113" y="188"/>
                    <a:pt x="96" y="195"/>
                  </a:cubicBezTo>
                  <a:cubicBezTo>
                    <a:pt x="109" y="180"/>
                    <a:pt x="127" y="163"/>
                    <a:pt x="151" y="141"/>
                  </a:cubicBezTo>
                  <a:cubicBezTo>
                    <a:pt x="153" y="139"/>
                    <a:pt x="155" y="137"/>
                    <a:pt x="157" y="135"/>
                  </a:cubicBezTo>
                  <a:cubicBezTo>
                    <a:pt x="167" y="156"/>
                    <a:pt x="180" y="180"/>
                    <a:pt x="190" y="187"/>
                  </a:cubicBezTo>
                  <a:cubicBezTo>
                    <a:pt x="205" y="198"/>
                    <a:pt x="236" y="185"/>
                    <a:pt x="238" y="179"/>
                  </a:cubicBezTo>
                  <a:cubicBezTo>
                    <a:pt x="239" y="174"/>
                    <a:pt x="217" y="137"/>
                    <a:pt x="207" y="140"/>
                  </a:cubicBezTo>
                  <a:cubicBezTo>
                    <a:pt x="198" y="141"/>
                    <a:pt x="191" y="152"/>
                    <a:pt x="188" y="148"/>
                  </a:cubicBezTo>
                  <a:cubicBezTo>
                    <a:pt x="186" y="145"/>
                    <a:pt x="179" y="132"/>
                    <a:pt x="173" y="121"/>
                  </a:cubicBezTo>
                  <a:cubicBezTo>
                    <a:pt x="175" y="118"/>
                    <a:pt x="177" y="115"/>
                    <a:pt x="178" y="112"/>
                  </a:cubicBezTo>
                  <a:cubicBezTo>
                    <a:pt x="182" y="101"/>
                    <a:pt x="180" y="88"/>
                    <a:pt x="172" y="79"/>
                  </a:cubicBezTo>
                  <a:cubicBezTo>
                    <a:pt x="170" y="77"/>
                    <a:pt x="168" y="76"/>
                    <a:pt x="166" y="74"/>
                  </a:cubicBezTo>
                  <a:cubicBezTo>
                    <a:pt x="164" y="72"/>
                    <a:pt x="161" y="71"/>
                    <a:pt x="157" y="70"/>
                  </a:cubicBezTo>
                  <a:cubicBezTo>
                    <a:pt x="156" y="65"/>
                    <a:pt x="156" y="61"/>
                    <a:pt x="156" y="59"/>
                  </a:cubicBezTo>
                  <a:cubicBezTo>
                    <a:pt x="156" y="55"/>
                    <a:pt x="168" y="58"/>
                    <a:pt x="176" y="54"/>
                  </a:cubicBezTo>
                  <a:cubicBezTo>
                    <a:pt x="185" y="49"/>
                    <a:pt x="178" y="7"/>
                    <a:pt x="174" y="4"/>
                  </a:cubicBezTo>
                  <a:cubicBezTo>
                    <a:pt x="170" y="0"/>
                    <a:pt x="137" y="11"/>
                    <a:pt x="132" y="28"/>
                  </a:cubicBezTo>
                  <a:cubicBezTo>
                    <a:pt x="130" y="37"/>
                    <a:pt x="132" y="54"/>
                    <a:pt x="136" y="71"/>
                  </a:cubicBezTo>
                  <a:cubicBezTo>
                    <a:pt x="133" y="72"/>
                    <a:pt x="131" y="73"/>
                    <a:pt x="129" y="75"/>
                  </a:cubicBezTo>
                  <a:cubicBezTo>
                    <a:pt x="128" y="76"/>
                    <a:pt x="127" y="76"/>
                    <a:pt x="127" y="77"/>
                  </a:cubicBezTo>
                  <a:cubicBezTo>
                    <a:pt x="83" y="116"/>
                    <a:pt x="53" y="145"/>
                    <a:pt x="34" y="168"/>
                  </a:cubicBezTo>
                  <a:cubicBezTo>
                    <a:pt x="24" y="180"/>
                    <a:pt x="16" y="189"/>
                    <a:pt x="11" y="199"/>
                  </a:cubicBezTo>
                  <a:cubicBezTo>
                    <a:pt x="5" y="208"/>
                    <a:pt x="1" y="217"/>
                    <a:pt x="1" y="231"/>
                  </a:cubicBezTo>
                  <a:cubicBezTo>
                    <a:pt x="0" y="237"/>
                    <a:pt x="2" y="244"/>
                    <a:pt x="5" y="251"/>
                  </a:cubicBezTo>
                  <a:cubicBezTo>
                    <a:pt x="11" y="261"/>
                    <a:pt x="20" y="267"/>
                    <a:pt x="27" y="270"/>
                  </a:cubicBezTo>
                  <a:cubicBezTo>
                    <a:pt x="35" y="272"/>
                    <a:pt x="41" y="273"/>
                    <a:pt x="47" y="273"/>
                  </a:cubicBezTo>
                  <a:cubicBezTo>
                    <a:pt x="61" y="273"/>
                    <a:pt x="73" y="270"/>
                    <a:pt x="86" y="266"/>
                  </a:cubicBezTo>
                  <a:cubicBezTo>
                    <a:pt x="97" y="262"/>
                    <a:pt x="109" y="258"/>
                    <a:pt x="120" y="254"/>
                  </a:cubicBezTo>
                  <a:cubicBezTo>
                    <a:pt x="120" y="303"/>
                    <a:pt x="120" y="303"/>
                    <a:pt x="120" y="303"/>
                  </a:cubicBezTo>
                  <a:cubicBezTo>
                    <a:pt x="162" y="262"/>
                    <a:pt x="188" y="220"/>
                    <a:pt x="199" y="199"/>
                  </a:cubicBezTo>
                  <a:cubicBezTo>
                    <a:pt x="194" y="198"/>
                    <a:pt x="189" y="197"/>
                    <a:pt x="185" y="19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4" name="Freeform 62"/>
            <p:cNvSpPr>
              <a:spLocks/>
            </p:cNvSpPr>
            <p:nvPr/>
          </p:nvSpPr>
          <p:spPr bwMode="auto">
            <a:xfrm>
              <a:off x="2276475" y="3419475"/>
              <a:ext cx="1320800" cy="1160463"/>
            </a:xfrm>
            <a:custGeom>
              <a:avLst/>
              <a:gdLst>
                <a:gd name="T0" fmla="*/ 225 w 868"/>
                <a:gd name="T1" fmla="*/ 290 h 763"/>
                <a:gd name="T2" fmla="*/ 178 w 868"/>
                <a:gd name="T3" fmla="*/ 705 h 763"/>
                <a:gd name="T4" fmla="*/ 222 w 868"/>
                <a:gd name="T5" fmla="*/ 760 h 763"/>
                <a:gd name="T6" fmla="*/ 277 w 868"/>
                <a:gd name="T7" fmla="*/ 716 h 763"/>
                <a:gd name="T8" fmla="*/ 319 w 868"/>
                <a:gd name="T9" fmla="*/ 335 h 763"/>
                <a:gd name="T10" fmla="*/ 347 w 868"/>
                <a:gd name="T11" fmla="*/ 335 h 763"/>
                <a:gd name="T12" fmla="*/ 390 w 868"/>
                <a:gd name="T13" fmla="*/ 716 h 763"/>
                <a:gd name="T14" fmla="*/ 444 w 868"/>
                <a:gd name="T15" fmla="*/ 760 h 763"/>
                <a:gd name="T16" fmla="*/ 488 w 868"/>
                <a:gd name="T17" fmla="*/ 705 h 763"/>
                <a:gd name="T18" fmla="*/ 441 w 868"/>
                <a:gd name="T19" fmla="*/ 290 h 763"/>
                <a:gd name="T20" fmla="*/ 441 w 868"/>
                <a:gd name="T21" fmla="*/ 94 h 763"/>
                <a:gd name="T22" fmla="*/ 656 w 868"/>
                <a:gd name="T23" fmla="*/ 202 h 763"/>
                <a:gd name="T24" fmla="*/ 654 w 868"/>
                <a:gd name="T25" fmla="*/ 207 h 763"/>
                <a:gd name="T26" fmla="*/ 691 w 868"/>
                <a:gd name="T27" fmla="*/ 221 h 763"/>
                <a:gd name="T28" fmla="*/ 694 w 868"/>
                <a:gd name="T29" fmla="*/ 216 h 763"/>
                <a:gd name="T30" fmla="*/ 696 w 868"/>
                <a:gd name="T31" fmla="*/ 216 h 763"/>
                <a:gd name="T32" fmla="*/ 706 w 868"/>
                <a:gd name="T33" fmla="*/ 218 h 763"/>
                <a:gd name="T34" fmla="*/ 737 w 868"/>
                <a:gd name="T35" fmla="*/ 196 h 763"/>
                <a:gd name="T36" fmla="*/ 717 w 868"/>
                <a:gd name="T37" fmla="*/ 156 h 763"/>
                <a:gd name="T38" fmla="*/ 719 w 868"/>
                <a:gd name="T39" fmla="*/ 152 h 763"/>
                <a:gd name="T40" fmla="*/ 849 w 868"/>
                <a:gd name="T41" fmla="*/ 203 h 763"/>
                <a:gd name="T42" fmla="*/ 868 w 868"/>
                <a:gd name="T43" fmla="*/ 155 h 763"/>
                <a:gd name="T44" fmla="*/ 684 w 868"/>
                <a:gd name="T45" fmla="*/ 82 h 763"/>
                <a:gd name="T46" fmla="*/ 665 w 868"/>
                <a:gd name="T47" fmla="*/ 131 h 763"/>
                <a:gd name="T48" fmla="*/ 681 w 868"/>
                <a:gd name="T49" fmla="*/ 137 h 763"/>
                <a:gd name="T50" fmla="*/ 679 w 868"/>
                <a:gd name="T51" fmla="*/ 143 h 763"/>
                <a:gd name="T52" fmla="*/ 504 w 868"/>
                <a:gd name="T53" fmla="*/ 58 h 763"/>
                <a:gd name="T54" fmla="*/ 450 w 868"/>
                <a:gd name="T55" fmla="*/ 22 h 763"/>
                <a:gd name="T56" fmla="*/ 437 w 868"/>
                <a:gd name="T57" fmla="*/ 11 h 763"/>
                <a:gd name="T58" fmla="*/ 434 w 868"/>
                <a:gd name="T59" fmla="*/ 9 h 763"/>
                <a:gd name="T60" fmla="*/ 433 w 868"/>
                <a:gd name="T61" fmla="*/ 8 h 763"/>
                <a:gd name="T62" fmla="*/ 433 w 868"/>
                <a:gd name="T63" fmla="*/ 8 h 763"/>
                <a:gd name="T64" fmla="*/ 420 w 868"/>
                <a:gd name="T65" fmla="*/ 1 h 763"/>
                <a:gd name="T66" fmla="*/ 410 w 868"/>
                <a:gd name="T67" fmla="*/ 0 h 763"/>
                <a:gd name="T68" fmla="*/ 350 w 868"/>
                <a:gd name="T69" fmla="*/ 0 h 763"/>
                <a:gd name="T70" fmla="*/ 350 w 868"/>
                <a:gd name="T71" fmla="*/ 2 h 763"/>
                <a:gd name="T72" fmla="*/ 350 w 868"/>
                <a:gd name="T73" fmla="*/ 7 h 763"/>
                <a:gd name="T74" fmla="*/ 333 w 868"/>
                <a:gd name="T75" fmla="*/ 20 h 763"/>
                <a:gd name="T76" fmla="*/ 323 w 868"/>
                <a:gd name="T77" fmla="*/ 24 h 763"/>
                <a:gd name="T78" fmla="*/ 226 w 868"/>
                <a:gd name="T79" fmla="*/ 151 h 763"/>
                <a:gd name="T80" fmla="*/ 225 w 868"/>
                <a:gd name="T81" fmla="*/ 151 h 763"/>
                <a:gd name="T82" fmla="*/ 225 w 868"/>
                <a:gd name="T83" fmla="*/ 151 h 763"/>
                <a:gd name="T84" fmla="*/ 215 w 868"/>
                <a:gd name="T85" fmla="*/ 140 h 763"/>
                <a:gd name="T86" fmla="*/ 215 w 868"/>
                <a:gd name="T87" fmla="*/ 140 h 763"/>
                <a:gd name="T88" fmla="*/ 215 w 868"/>
                <a:gd name="T89" fmla="*/ 140 h 763"/>
                <a:gd name="T90" fmla="*/ 0 w 868"/>
                <a:gd name="T91" fmla="*/ 244 h 763"/>
                <a:gd name="T92" fmla="*/ 2 w 868"/>
                <a:gd name="T93" fmla="*/ 260 h 763"/>
                <a:gd name="T94" fmla="*/ 225 w 868"/>
                <a:gd name="T95" fmla="*/ 152 h 763"/>
                <a:gd name="T96" fmla="*/ 225 w 868"/>
                <a:gd name="T97" fmla="*/ 290 h 7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68" h="763">
                  <a:moveTo>
                    <a:pt x="225" y="290"/>
                  </a:moveTo>
                  <a:cubicBezTo>
                    <a:pt x="178" y="705"/>
                    <a:pt x="178" y="705"/>
                    <a:pt x="178" y="705"/>
                  </a:cubicBezTo>
                  <a:cubicBezTo>
                    <a:pt x="175" y="732"/>
                    <a:pt x="195" y="757"/>
                    <a:pt x="222" y="760"/>
                  </a:cubicBezTo>
                  <a:cubicBezTo>
                    <a:pt x="249" y="763"/>
                    <a:pt x="274" y="743"/>
                    <a:pt x="277" y="716"/>
                  </a:cubicBezTo>
                  <a:cubicBezTo>
                    <a:pt x="319" y="335"/>
                    <a:pt x="319" y="335"/>
                    <a:pt x="319" y="335"/>
                  </a:cubicBezTo>
                  <a:cubicBezTo>
                    <a:pt x="347" y="335"/>
                    <a:pt x="347" y="335"/>
                    <a:pt x="347" y="335"/>
                  </a:cubicBezTo>
                  <a:cubicBezTo>
                    <a:pt x="390" y="716"/>
                    <a:pt x="390" y="716"/>
                    <a:pt x="390" y="716"/>
                  </a:cubicBezTo>
                  <a:cubicBezTo>
                    <a:pt x="393" y="743"/>
                    <a:pt x="417" y="763"/>
                    <a:pt x="444" y="760"/>
                  </a:cubicBezTo>
                  <a:cubicBezTo>
                    <a:pt x="472" y="757"/>
                    <a:pt x="491" y="732"/>
                    <a:pt x="488" y="705"/>
                  </a:cubicBezTo>
                  <a:cubicBezTo>
                    <a:pt x="441" y="290"/>
                    <a:pt x="441" y="290"/>
                    <a:pt x="441" y="290"/>
                  </a:cubicBezTo>
                  <a:cubicBezTo>
                    <a:pt x="441" y="94"/>
                    <a:pt x="441" y="94"/>
                    <a:pt x="441" y="94"/>
                  </a:cubicBezTo>
                  <a:cubicBezTo>
                    <a:pt x="485" y="123"/>
                    <a:pt x="557" y="165"/>
                    <a:pt x="656" y="202"/>
                  </a:cubicBezTo>
                  <a:cubicBezTo>
                    <a:pt x="654" y="207"/>
                    <a:pt x="654" y="207"/>
                    <a:pt x="654" y="207"/>
                  </a:cubicBezTo>
                  <a:cubicBezTo>
                    <a:pt x="691" y="221"/>
                    <a:pt x="691" y="221"/>
                    <a:pt x="691" y="221"/>
                  </a:cubicBezTo>
                  <a:cubicBezTo>
                    <a:pt x="694" y="216"/>
                    <a:pt x="694" y="216"/>
                    <a:pt x="694" y="216"/>
                  </a:cubicBezTo>
                  <a:cubicBezTo>
                    <a:pt x="694" y="216"/>
                    <a:pt x="695" y="216"/>
                    <a:pt x="696" y="216"/>
                  </a:cubicBezTo>
                  <a:cubicBezTo>
                    <a:pt x="700" y="218"/>
                    <a:pt x="703" y="218"/>
                    <a:pt x="706" y="218"/>
                  </a:cubicBezTo>
                  <a:cubicBezTo>
                    <a:pt x="720" y="218"/>
                    <a:pt x="732" y="210"/>
                    <a:pt x="737" y="196"/>
                  </a:cubicBezTo>
                  <a:cubicBezTo>
                    <a:pt x="742" y="180"/>
                    <a:pt x="733" y="162"/>
                    <a:pt x="717" y="156"/>
                  </a:cubicBezTo>
                  <a:cubicBezTo>
                    <a:pt x="719" y="152"/>
                    <a:pt x="719" y="152"/>
                    <a:pt x="719" y="152"/>
                  </a:cubicBezTo>
                  <a:cubicBezTo>
                    <a:pt x="849" y="203"/>
                    <a:pt x="849" y="203"/>
                    <a:pt x="849" y="203"/>
                  </a:cubicBezTo>
                  <a:cubicBezTo>
                    <a:pt x="868" y="155"/>
                    <a:pt x="868" y="155"/>
                    <a:pt x="868" y="155"/>
                  </a:cubicBezTo>
                  <a:cubicBezTo>
                    <a:pt x="684" y="82"/>
                    <a:pt x="684" y="82"/>
                    <a:pt x="684" y="82"/>
                  </a:cubicBezTo>
                  <a:cubicBezTo>
                    <a:pt x="665" y="131"/>
                    <a:pt x="665" y="131"/>
                    <a:pt x="665" y="131"/>
                  </a:cubicBezTo>
                  <a:cubicBezTo>
                    <a:pt x="681" y="137"/>
                    <a:pt x="681" y="137"/>
                    <a:pt x="681" y="137"/>
                  </a:cubicBezTo>
                  <a:cubicBezTo>
                    <a:pt x="679" y="143"/>
                    <a:pt x="679" y="143"/>
                    <a:pt x="679" y="143"/>
                  </a:cubicBezTo>
                  <a:cubicBezTo>
                    <a:pt x="604" y="115"/>
                    <a:pt x="545" y="83"/>
                    <a:pt x="504" y="58"/>
                  </a:cubicBezTo>
                  <a:cubicBezTo>
                    <a:pt x="480" y="43"/>
                    <a:pt x="462" y="30"/>
                    <a:pt x="450" y="22"/>
                  </a:cubicBezTo>
                  <a:cubicBezTo>
                    <a:pt x="444" y="17"/>
                    <a:pt x="440" y="14"/>
                    <a:pt x="437" y="11"/>
                  </a:cubicBezTo>
                  <a:cubicBezTo>
                    <a:pt x="435" y="10"/>
                    <a:pt x="434" y="9"/>
                    <a:pt x="434" y="9"/>
                  </a:cubicBezTo>
                  <a:cubicBezTo>
                    <a:pt x="433" y="8"/>
                    <a:pt x="433" y="8"/>
                    <a:pt x="433" y="8"/>
                  </a:cubicBezTo>
                  <a:cubicBezTo>
                    <a:pt x="433" y="8"/>
                    <a:pt x="433" y="8"/>
                    <a:pt x="433" y="8"/>
                  </a:cubicBezTo>
                  <a:cubicBezTo>
                    <a:pt x="429" y="5"/>
                    <a:pt x="425" y="3"/>
                    <a:pt x="420" y="1"/>
                  </a:cubicBezTo>
                  <a:cubicBezTo>
                    <a:pt x="417" y="0"/>
                    <a:pt x="414" y="0"/>
                    <a:pt x="410" y="0"/>
                  </a:cubicBezTo>
                  <a:cubicBezTo>
                    <a:pt x="350" y="0"/>
                    <a:pt x="350" y="0"/>
                    <a:pt x="350" y="0"/>
                  </a:cubicBezTo>
                  <a:cubicBezTo>
                    <a:pt x="350" y="0"/>
                    <a:pt x="350" y="1"/>
                    <a:pt x="350" y="2"/>
                  </a:cubicBezTo>
                  <a:cubicBezTo>
                    <a:pt x="351" y="4"/>
                    <a:pt x="351" y="6"/>
                    <a:pt x="350" y="7"/>
                  </a:cubicBezTo>
                  <a:cubicBezTo>
                    <a:pt x="350" y="9"/>
                    <a:pt x="349" y="15"/>
                    <a:pt x="333" y="20"/>
                  </a:cubicBezTo>
                  <a:cubicBezTo>
                    <a:pt x="331" y="21"/>
                    <a:pt x="327" y="23"/>
                    <a:pt x="323" y="24"/>
                  </a:cubicBezTo>
                  <a:cubicBezTo>
                    <a:pt x="314" y="41"/>
                    <a:pt x="283" y="98"/>
                    <a:pt x="226" y="151"/>
                  </a:cubicBezTo>
                  <a:cubicBezTo>
                    <a:pt x="225" y="151"/>
                    <a:pt x="225" y="151"/>
                    <a:pt x="225" y="151"/>
                  </a:cubicBezTo>
                  <a:cubicBezTo>
                    <a:pt x="225" y="151"/>
                    <a:pt x="225" y="151"/>
                    <a:pt x="225" y="151"/>
                  </a:cubicBezTo>
                  <a:cubicBezTo>
                    <a:pt x="215" y="140"/>
                    <a:pt x="215" y="140"/>
                    <a:pt x="215" y="140"/>
                  </a:cubicBezTo>
                  <a:cubicBezTo>
                    <a:pt x="215" y="140"/>
                    <a:pt x="215" y="140"/>
                    <a:pt x="215" y="140"/>
                  </a:cubicBezTo>
                  <a:cubicBezTo>
                    <a:pt x="215" y="140"/>
                    <a:pt x="215" y="140"/>
                    <a:pt x="215" y="140"/>
                  </a:cubicBezTo>
                  <a:cubicBezTo>
                    <a:pt x="164" y="186"/>
                    <a:pt x="94" y="231"/>
                    <a:pt x="0" y="244"/>
                  </a:cubicBezTo>
                  <a:cubicBezTo>
                    <a:pt x="2" y="260"/>
                    <a:pt x="2" y="260"/>
                    <a:pt x="2" y="260"/>
                  </a:cubicBezTo>
                  <a:cubicBezTo>
                    <a:pt x="100" y="246"/>
                    <a:pt x="173" y="200"/>
                    <a:pt x="225" y="152"/>
                  </a:cubicBezTo>
                  <a:lnTo>
                    <a:pt x="225" y="29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65" name="组合 64"/>
          <p:cNvGrpSpPr/>
          <p:nvPr/>
        </p:nvGrpSpPr>
        <p:grpSpPr>
          <a:xfrm>
            <a:off x="447675" y="2819400"/>
            <a:ext cx="811213" cy="1755775"/>
            <a:chOff x="447675" y="2819400"/>
            <a:chExt cx="811213" cy="1755775"/>
          </a:xfrm>
        </p:grpSpPr>
        <p:sp>
          <p:nvSpPr>
            <p:cNvPr id="66" name="Oval 63"/>
            <p:cNvSpPr>
              <a:spLocks noChangeArrowheads="1"/>
            </p:cNvSpPr>
            <p:nvPr/>
          </p:nvSpPr>
          <p:spPr bwMode="auto">
            <a:xfrm>
              <a:off x="615950" y="3170238"/>
              <a:ext cx="273050" cy="273050"/>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7" name="Freeform 64"/>
            <p:cNvSpPr>
              <a:spLocks noEditPoints="1"/>
            </p:cNvSpPr>
            <p:nvPr/>
          </p:nvSpPr>
          <p:spPr bwMode="auto">
            <a:xfrm>
              <a:off x="487363" y="3238500"/>
              <a:ext cx="712787" cy="582613"/>
            </a:xfrm>
            <a:custGeom>
              <a:avLst/>
              <a:gdLst>
                <a:gd name="T0" fmla="*/ 45 w 468"/>
                <a:gd name="T1" fmla="*/ 324 h 383"/>
                <a:gd name="T2" fmla="*/ 180 w 468"/>
                <a:gd name="T3" fmla="*/ 383 h 383"/>
                <a:gd name="T4" fmla="*/ 181 w 468"/>
                <a:gd name="T5" fmla="*/ 383 h 383"/>
                <a:gd name="T6" fmla="*/ 253 w 468"/>
                <a:gd name="T7" fmla="*/ 372 h 383"/>
                <a:gd name="T8" fmla="*/ 274 w 468"/>
                <a:gd name="T9" fmla="*/ 333 h 383"/>
                <a:gd name="T10" fmla="*/ 235 w 468"/>
                <a:gd name="T11" fmla="*/ 311 h 383"/>
                <a:gd name="T12" fmla="*/ 181 w 468"/>
                <a:gd name="T13" fmla="*/ 319 h 383"/>
                <a:gd name="T14" fmla="*/ 93 w 468"/>
                <a:gd name="T15" fmla="*/ 282 h 383"/>
                <a:gd name="T16" fmla="*/ 64 w 468"/>
                <a:gd name="T17" fmla="*/ 214 h 383"/>
                <a:gd name="T18" fmla="*/ 65 w 468"/>
                <a:gd name="T19" fmla="*/ 210 h 383"/>
                <a:gd name="T20" fmla="*/ 73 w 468"/>
                <a:gd name="T21" fmla="*/ 209 h 383"/>
                <a:gd name="T22" fmla="*/ 72 w 468"/>
                <a:gd name="T23" fmla="*/ 214 h 383"/>
                <a:gd name="T24" fmla="*/ 99 w 468"/>
                <a:gd name="T25" fmla="*/ 276 h 383"/>
                <a:gd name="T26" fmla="*/ 181 w 468"/>
                <a:gd name="T27" fmla="*/ 311 h 383"/>
                <a:gd name="T28" fmla="*/ 209 w 468"/>
                <a:gd name="T29" fmla="*/ 309 h 383"/>
                <a:gd name="T30" fmla="*/ 233 w 468"/>
                <a:gd name="T31" fmla="*/ 253 h 383"/>
                <a:gd name="T32" fmla="*/ 233 w 468"/>
                <a:gd name="T33" fmla="*/ 254 h 383"/>
                <a:gd name="T34" fmla="*/ 325 w 468"/>
                <a:gd name="T35" fmla="*/ 280 h 383"/>
                <a:gd name="T36" fmla="*/ 325 w 468"/>
                <a:gd name="T37" fmla="*/ 280 h 383"/>
                <a:gd name="T38" fmla="*/ 393 w 468"/>
                <a:gd name="T39" fmla="*/ 263 h 383"/>
                <a:gd name="T40" fmla="*/ 432 w 468"/>
                <a:gd name="T41" fmla="*/ 232 h 383"/>
                <a:gd name="T42" fmla="*/ 441 w 468"/>
                <a:gd name="T43" fmla="*/ 246 h 383"/>
                <a:gd name="T44" fmla="*/ 468 w 468"/>
                <a:gd name="T45" fmla="*/ 229 h 383"/>
                <a:gd name="T46" fmla="*/ 454 w 468"/>
                <a:gd name="T47" fmla="*/ 207 h 383"/>
                <a:gd name="T48" fmla="*/ 455 w 468"/>
                <a:gd name="T49" fmla="*/ 205 h 383"/>
                <a:gd name="T50" fmla="*/ 447 w 468"/>
                <a:gd name="T51" fmla="*/ 160 h 383"/>
                <a:gd name="T52" fmla="*/ 437 w 468"/>
                <a:gd name="T53" fmla="*/ 155 h 383"/>
                <a:gd name="T54" fmla="*/ 445 w 468"/>
                <a:gd name="T55" fmla="*/ 150 h 383"/>
                <a:gd name="T56" fmla="*/ 435 w 468"/>
                <a:gd name="T57" fmla="*/ 135 h 383"/>
                <a:gd name="T58" fmla="*/ 421 w 468"/>
                <a:gd name="T59" fmla="*/ 143 h 383"/>
                <a:gd name="T60" fmla="*/ 339 w 468"/>
                <a:gd name="T61" fmla="*/ 14 h 383"/>
                <a:gd name="T62" fmla="*/ 279 w 468"/>
                <a:gd name="T63" fmla="*/ 0 h 383"/>
                <a:gd name="T64" fmla="*/ 384 w 468"/>
                <a:gd name="T65" fmla="*/ 167 h 383"/>
                <a:gd name="T66" fmla="*/ 370 w 468"/>
                <a:gd name="T67" fmla="*/ 176 h 383"/>
                <a:gd name="T68" fmla="*/ 380 w 468"/>
                <a:gd name="T69" fmla="*/ 192 h 383"/>
                <a:gd name="T70" fmla="*/ 387 w 468"/>
                <a:gd name="T71" fmla="*/ 187 h 383"/>
                <a:gd name="T72" fmla="*/ 362 w 468"/>
                <a:gd name="T73" fmla="*/ 207 h 383"/>
                <a:gd name="T74" fmla="*/ 325 w 468"/>
                <a:gd name="T75" fmla="*/ 216 h 383"/>
                <a:gd name="T76" fmla="*/ 265 w 468"/>
                <a:gd name="T77" fmla="*/ 198 h 383"/>
                <a:gd name="T78" fmla="*/ 246 w 468"/>
                <a:gd name="T79" fmla="*/ 185 h 383"/>
                <a:gd name="T80" fmla="*/ 240 w 468"/>
                <a:gd name="T81" fmla="*/ 181 h 383"/>
                <a:gd name="T82" fmla="*/ 239 w 468"/>
                <a:gd name="T83" fmla="*/ 180 h 383"/>
                <a:gd name="T84" fmla="*/ 239 w 468"/>
                <a:gd name="T85" fmla="*/ 180 h 383"/>
                <a:gd name="T86" fmla="*/ 223 w 468"/>
                <a:gd name="T87" fmla="*/ 172 h 383"/>
                <a:gd name="T88" fmla="*/ 222 w 468"/>
                <a:gd name="T89" fmla="*/ 172 h 383"/>
                <a:gd name="T90" fmla="*/ 75 w 468"/>
                <a:gd name="T91" fmla="*/ 139 h 383"/>
                <a:gd name="T92" fmla="*/ 69 w 468"/>
                <a:gd name="T93" fmla="*/ 139 h 383"/>
                <a:gd name="T94" fmla="*/ 66 w 468"/>
                <a:gd name="T95" fmla="*/ 138 h 383"/>
                <a:gd name="T96" fmla="*/ 66 w 468"/>
                <a:gd name="T97" fmla="*/ 138 h 383"/>
                <a:gd name="T98" fmla="*/ 63 w 468"/>
                <a:gd name="T99" fmla="*/ 138 h 383"/>
                <a:gd name="T100" fmla="*/ 34 w 468"/>
                <a:gd name="T101" fmla="*/ 146 h 383"/>
                <a:gd name="T102" fmla="*/ 7 w 468"/>
                <a:gd name="T103" fmla="*/ 177 h 383"/>
                <a:gd name="T104" fmla="*/ 1 w 468"/>
                <a:gd name="T105" fmla="*/ 212 h 383"/>
                <a:gd name="T106" fmla="*/ 0 w 468"/>
                <a:gd name="T107" fmla="*/ 214 h 383"/>
                <a:gd name="T108" fmla="*/ 45 w 468"/>
                <a:gd name="T109" fmla="*/ 324 h 383"/>
                <a:gd name="T110" fmla="*/ 311 w 468"/>
                <a:gd name="T111" fmla="*/ 30 h 383"/>
                <a:gd name="T112" fmla="*/ 317 w 468"/>
                <a:gd name="T113" fmla="*/ 27 h 383"/>
                <a:gd name="T114" fmla="*/ 392 w 468"/>
                <a:gd name="T115" fmla="*/ 146 h 383"/>
                <a:gd name="T116" fmla="*/ 386 w 468"/>
                <a:gd name="T117" fmla="*/ 150 h 383"/>
                <a:gd name="T118" fmla="*/ 311 w 468"/>
                <a:gd name="T119" fmla="*/ 30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68" h="383">
                  <a:moveTo>
                    <a:pt x="45" y="324"/>
                  </a:moveTo>
                  <a:cubicBezTo>
                    <a:pt x="74" y="358"/>
                    <a:pt x="121" y="383"/>
                    <a:pt x="180" y="383"/>
                  </a:cubicBezTo>
                  <a:cubicBezTo>
                    <a:pt x="180" y="383"/>
                    <a:pt x="180" y="383"/>
                    <a:pt x="181" y="383"/>
                  </a:cubicBezTo>
                  <a:cubicBezTo>
                    <a:pt x="203" y="383"/>
                    <a:pt x="227" y="380"/>
                    <a:pt x="253" y="372"/>
                  </a:cubicBezTo>
                  <a:cubicBezTo>
                    <a:pt x="270" y="367"/>
                    <a:pt x="279" y="349"/>
                    <a:pt x="274" y="333"/>
                  </a:cubicBezTo>
                  <a:cubicBezTo>
                    <a:pt x="269" y="316"/>
                    <a:pt x="252" y="306"/>
                    <a:pt x="235" y="311"/>
                  </a:cubicBezTo>
                  <a:cubicBezTo>
                    <a:pt x="214" y="317"/>
                    <a:pt x="196" y="319"/>
                    <a:pt x="181" y="319"/>
                  </a:cubicBezTo>
                  <a:cubicBezTo>
                    <a:pt x="139" y="319"/>
                    <a:pt x="112" y="303"/>
                    <a:pt x="93" y="282"/>
                  </a:cubicBezTo>
                  <a:cubicBezTo>
                    <a:pt x="73" y="260"/>
                    <a:pt x="64" y="232"/>
                    <a:pt x="64" y="214"/>
                  </a:cubicBezTo>
                  <a:cubicBezTo>
                    <a:pt x="64" y="212"/>
                    <a:pt x="65" y="211"/>
                    <a:pt x="65" y="210"/>
                  </a:cubicBezTo>
                  <a:cubicBezTo>
                    <a:pt x="73" y="209"/>
                    <a:pt x="73" y="209"/>
                    <a:pt x="73" y="209"/>
                  </a:cubicBezTo>
                  <a:cubicBezTo>
                    <a:pt x="73" y="211"/>
                    <a:pt x="72" y="212"/>
                    <a:pt x="72" y="214"/>
                  </a:cubicBezTo>
                  <a:cubicBezTo>
                    <a:pt x="72" y="230"/>
                    <a:pt x="81" y="257"/>
                    <a:pt x="99" y="276"/>
                  </a:cubicBezTo>
                  <a:cubicBezTo>
                    <a:pt x="120" y="300"/>
                    <a:pt x="147" y="311"/>
                    <a:pt x="181" y="311"/>
                  </a:cubicBezTo>
                  <a:cubicBezTo>
                    <a:pt x="190" y="311"/>
                    <a:pt x="199" y="311"/>
                    <a:pt x="209" y="309"/>
                  </a:cubicBezTo>
                  <a:cubicBezTo>
                    <a:pt x="214" y="290"/>
                    <a:pt x="222" y="272"/>
                    <a:pt x="233" y="253"/>
                  </a:cubicBezTo>
                  <a:cubicBezTo>
                    <a:pt x="233" y="253"/>
                    <a:pt x="233" y="254"/>
                    <a:pt x="233" y="254"/>
                  </a:cubicBezTo>
                  <a:cubicBezTo>
                    <a:pt x="256" y="266"/>
                    <a:pt x="287" y="280"/>
                    <a:pt x="325" y="280"/>
                  </a:cubicBezTo>
                  <a:cubicBezTo>
                    <a:pt x="325" y="280"/>
                    <a:pt x="325" y="280"/>
                    <a:pt x="325" y="280"/>
                  </a:cubicBezTo>
                  <a:cubicBezTo>
                    <a:pt x="347" y="280"/>
                    <a:pt x="370" y="275"/>
                    <a:pt x="393" y="263"/>
                  </a:cubicBezTo>
                  <a:cubicBezTo>
                    <a:pt x="406" y="255"/>
                    <a:pt x="420" y="245"/>
                    <a:pt x="432" y="232"/>
                  </a:cubicBezTo>
                  <a:cubicBezTo>
                    <a:pt x="441" y="246"/>
                    <a:pt x="441" y="246"/>
                    <a:pt x="441" y="246"/>
                  </a:cubicBezTo>
                  <a:cubicBezTo>
                    <a:pt x="468" y="229"/>
                    <a:pt x="468" y="229"/>
                    <a:pt x="468" y="229"/>
                  </a:cubicBezTo>
                  <a:cubicBezTo>
                    <a:pt x="454" y="207"/>
                    <a:pt x="454" y="207"/>
                    <a:pt x="454" y="207"/>
                  </a:cubicBezTo>
                  <a:cubicBezTo>
                    <a:pt x="454" y="206"/>
                    <a:pt x="455" y="205"/>
                    <a:pt x="455" y="205"/>
                  </a:cubicBezTo>
                  <a:cubicBezTo>
                    <a:pt x="465" y="190"/>
                    <a:pt x="462" y="170"/>
                    <a:pt x="447" y="160"/>
                  </a:cubicBezTo>
                  <a:cubicBezTo>
                    <a:pt x="444" y="158"/>
                    <a:pt x="441" y="156"/>
                    <a:pt x="437" y="155"/>
                  </a:cubicBezTo>
                  <a:cubicBezTo>
                    <a:pt x="445" y="150"/>
                    <a:pt x="445" y="150"/>
                    <a:pt x="445" y="150"/>
                  </a:cubicBezTo>
                  <a:cubicBezTo>
                    <a:pt x="435" y="135"/>
                    <a:pt x="435" y="135"/>
                    <a:pt x="435" y="135"/>
                  </a:cubicBezTo>
                  <a:cubicBezTo>
                    <a:pt x="421" y="143"/>
                    <a:pt x="421" y="143"/>
                    <a:pt x="421" y="143"/>
                  </a:cubicBezTo>
                  <a:cubicBezTo>
                    <a:pt x="339" y="14"/>
                    <a:pt x="339" y="14"/>
                    <a:pt x="339" y="14"/>
                  </a:cubicBezTo>
                  <a:cubicBezTo>
                    <a:pt x="279" y="0"/>
                    <a:pt x="279" y="0"/>
                    <a:pt x="279" y="0"/>
                  </a:cubicBezTo>
                  <a:cubicBezTo>
                    <a:pt x="384" y="167"/>
                    <a:pt x="384" y="167"/>
                    <a:pt x="384" y="167"/>
                  </a:cubicBezTo>
                  <a:cubicBezTo>
                    <a:pt x="370" y="176"/>
                    <a:pt x="370" y="176"/>
                    <a:pt x="370" y="176"/>
                  </a:cubicBezTo>
                  <a:cubicBezTo>
                    <a:pt x="380" y="192"/>
                    <a:pt x="380" y="192"/>
                    <a:pt x="380" y="192"/>
                  </a:cubicBezTo>
                  <a:cubicBezTo>
                    <a:pt x="387" y="187"/>
                    <a:pt x="387" y="187"/>
                    <a:pt x="387" y="187"/>
                  </a:cubicBezTo>
                  <a:cubicBezTo>
                    <a:pt x="379" y="196"/>
                    <a:pt x="370" y="202"/>
                    <a:pt x="362" y="207"/>
                  </a:cubicBezTo>
                  <a:cubicBezTo>
                    <a:pt x="349" y="214"/>
                    <a:pt x="337" y="216"/>
                    <a:pt x="325" y="216"/>
                  </a:cubicBezTo>
                  <a:cubicBezTo>
                    <a:pt x="304" y="216"/>
                    <a:pt x="282" y="208"/>
                    <a:pt x="265" y="198"/>
                  </a:cubicBezTo>
                  <a:cubicBezTo>
                    <a:pt x="257" y="193"/>
                    <a:pt x="250" y="189"/>
                    <a:pt x="246" y="185"/>
                  </a:cubicBezTo>
                  <a:cubicBezTo>
                    <a:pt x="243" y="183"/>
                    <a:pt x="242" y="182"/>
                    <a:pt x="240" y="181"/>
                  </a:cubicBezTo>
                  <a:cubicBezTo>
                    <a:pt x="240" y="181"/>
                    <a:pt x="240" y="180"/>
                    <a:pt x="239" y="180"/>
                  </a:cubicBezTo>
                  <a:cubicBezTo>
                    <a:pt x="239" y="180"/>
                    <a:pt x="239" y="180"/>
                    <a:pt x="239" y="180"/>
                  </a:cubicBezTo>
                  <a:cubicBezTo>
                    <a:pt x="234" y="176"/>
                    <a:pt x="229" y="173"/>
                    <a:pt x="223" y="172"/>
                  </a:cubicBezTo>
                  <a:cubicBezTo>
                    <a:pt x="223" y="172"/>
                    <a:pt x="222" y="172"/>
                    <a:pt x="222" y="172"/>
                  </a:cubicBezTo>
                  <a:cubicBezTo>
                    <a:pt x="173" y="161"/>
                    <a:pt x="124" y="150"/>
                    <a:pt x="75" y="139"/>
                  </a:cubicBezTo>
                  <a:cubicBezTo>
                    <a:pt x="73" y="139"/>
                    <a:pt x="71" y="139"/>
                    <a:pt x="69" y="139"/>
                  </a:cubicBezTo>
                  <a:cubicBezTo>
                    <a:pt x="68" y="139"/>
                    <a:pt x="67" y="138"/>
                    <a:pt x="66" y="138"/>
                  </a:cubicBezTo>
                  <a:cubicBezTo>
                    <a:pt x="66" y="138"/>
                    <a:pt x="66" y="138"/>
                    <a:pt x="66" y="138"/>
                  </a:cubicBezTo>
                  <a:cubicBezTo>
                    <a:pt x="65" y="138"/>
                    <a:pt x="64" y="138"/>
                    <a:pt x="63" y="138"/>
                  </a:cubicBezTo>
                  <a:cubicBezTo>
                    <a:pt x="53" y="138"/>
                    <a:pt x="43" y="141"/>
                    <a:pt x="34" y="146"/>
                  </a:cubicBezTo>
                  <a:cubicBezTo>
                    <a:pt x="21" y="153"/>
                    <a:pt x="12" y="165"/>
                    <a:pt x="7" y="177"/>
                  </a:cubicBezTo>
                  <a:cubicBezTo>
                    <a:pt x="3" y="188"/>
                    <a:pt x="1" y="200"/>
                    <a:pt x="1" y="212"/>
                  </a:cubicBezTo>
                  <a:cubicBezTo>
                    <a:pt x="0" y="213"/>
                    <a:pt x="0" y="213"/>
                    <a:pt x="0" y="214"/>
                  </a:cubicBezTo>
                  <a:cubicBezTo>
                    <a:pt x="1" y="250"/>
                    <a:pt x="15" y="290"/>
                    <a:pt x="45" y="324"/>
                  </a:cubicBezTo>
                  <a:close/>
                  <a:moveTo>
                    <a:pt x="311" y="30"/>
                  </a:moveTo>
                  <a:cubicBezTo>
                    <a:pt x="317" y="27"/>
                    <a:pt x="317" y="27"/>
                    <a:pt x="317" y="27"/>
                  </a:cubicBezTo>
                  <a:cubicBezTo>
                    <a:pt x="392" y="146"/>
                    <a:pt x="392" y="146"/>
                    <a:pt x="392" y="146"/>
                  </a:cubicBezTo>
                  <a:cubicBezTo>
                    <a:pt x="386" y="150"/>
                    <a:pt x="386" y="150"/>
                    <a:pt x="386" y="150"/>
                  </a:cubicBezTo>
                  <a:lnTo>
                    <a:pt x="311" y="3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8" name="Freeform 65"/>
            <p:cNvSpPr>
              <a:spLocks/>
            </p:cNvSpPr>
            <p:nvPr/>
          </p:nvSpPr>
          <p:spPr bwMode="auto">
            <a:xfrm>
              <a:off x="447675" y="3660775"/>
              <a:ext cx="534987" cy="914400"/>
            </a:xfrm>
            <a:custGeom>
              <a:avLst/>
              <a:gdLst>
                <a:gd name="T0" fmla="*/ 35 w 352"/>
                <a:gd name="T1" fmla="*/ 596 h 601"/>
                <a:gd name="T2" fmla="*/ 57 w 352"/>
                <a:gd name="T3" fmla="*/ 601 h 601"/>
                <a:gd name="T4" fmla="*/ 102 w 352"/>
                <a:gd name="T5" fmla="*/ 572 h 601"/>
                <a:gd name="T6" fmla="*/ 170 w 352"/>
                <a:gd name="T7" fmla="*/ 267 h 601"/>
                <a:gd name="T8" fmla="*/ 168 w 352"/>
                <a:gd name="T9" fmla="*/ 220 h 601"/>
                <a:gd name="T10" fmla="*/ 170 w 352"/>
                <a:gd name="T11" fmla="*/ 221 h 601"/>
                <a:gd name="T12" fmla="*/ 211 w 352"/>
                <a:gd name="T13" fmla="*/ 257 h 601"/>
                <a:gd name="T14" fmla="*/ 252 w 352"/>
                <a:gd name="T15" fmla="*/ 401 h 601"/>
                <a:gd name="T16" fmla="*/ 232 w 352"/>
                <a:gd name="T17" fmla="*/ 538 h 601"/>
                <a:gd name="T18" fmla="*/ 268 w 352"/>
                <a:gd name="T19" fmla="*/ 599 h 601"/>
                <a:gd name="T20" fmla="*/ 281 w 352"/>
                <a:gd name="T21" fmla="*/ 601 h 601"/>
                <a:gd name="T22" fmla="*/ 329 w 352"/>
                <a:gd name="T23" fmla="*/ 564 h 601"/>
                <a:gd name="T24" fmla="*/ 352 w 352"/>
                <a:gd name="T25" fmla="*/ 401 h 601"/>
                <a:gd name="T26" fmla="*/ 285 w 352"/>
                <a:gd name="T27" fmla="*/ 189 h 601"/>
                <a:gd name="T28" fmla="*/ 242 w 352"/>
                <a:gd name="T29" fmla="*/ 148 h 601"/>
                <a:gd name="T30" fmla="*/ 233 w 352"/>
                <a:gd name="T31" fmla="*/ 112 h 601"/>
                <a:gd name="T32" fmla="*/ 207 w 352"/>
                <a:gd name="T33" fmla="*/ 113 h 601"/>
                <a:gd name="T34" fmla="*/ 206 w 352"/>
                <a:gd name="T35" fmla="*/ 113 h 601"/>
                <a:gd name="T36" fmla="*/ 65 w 352"/>
                <a:gd name="T37" fmla="*/ 51 h 601"/>
                <a:gd name="T38" fmla="*/ 32 w 352"/>
                <a:gd name="T39" fmla="*/ 0 h 601"/>
                <a:gd name="T40" fmla="*/ 59 w 352"/>
                <a:gd name="T41" fmla="*/ 156 h 601"/>
                <a:gd name="T42" fmla="*/ 59 w 352"/>
                <a:gd name="T43" fmla="*/ 159 h 601"/>
                <a:gd name="T44" fmla="*/ 59 w 352"/>
                <a:gd name="T45" fmla="*/ 159 h 601"/>
                <a:gd name="T46" fmla="*/ 59 w 352"/>
                <a:gd name="T47" fmla="*/ 159 h 601"/>
                <a:gd name="T48" fmla="*/ 59 w 352"/>
                <a:gd name="T49" fmla="*/ 159 h 601"/>
                <a:gd name="T50" fmla="*/ 70 w 352"/>
                <a:gd name="T51" fmla="*/ 267 h 601"/>
                <a:gd name="T52" fmla="*/ 11 w 352"/>
                <a:gd name="T53" fmla="*/ 530 h 601"/>
                <a:gd name="T54" fmla="*/ 35 w 352"/>
                <a:gd name="T55" fmla="*/ 596 h 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2" h="601">
                  <a:moveTo>
                    <a:pt x="35" y="596"/>
                  </a:moveTo>
                  <a:cubicBezTo>
                    <a:pt x="42" y="600"/>
                    <a:pt x="50" y="601"/>
                    <a:pt x="57" y="601"/>
                  </a:cubicBezTo>
                  <a:cubicBezTo>
                    <a:pt x="75" y="601"/>
                    <a:pt x="93" y="590"/>
                    <a:pt x="102" y="572"/>
                  </a:cubicBezTo>
                  <a:cubicBezTo>
                    <a:pt x="156" y="456"/>
                    <a:pt x="170" y="347"/>
                    <a:pt x="170" y="267"/>
                  </a:cubicBezTo>
                  <a:cubicBezTo>
                    <a:pt x="170" y="250"/>
                    <a:pt x="169" y="234"/>
                    <a:pt x="168" y="220"/>
                  </a:cubicBezTo>
                  <a:cubicBezTo>
                    <a:pt x="169" y="220"/>
                    <a:pt x="170" y="221"/>
                    <a:pt x="170" y="221"/>
                  </a:cubicBezTo>
                  <a:cubicBezTo>
                    <a:pt x="172" y="222"/>
                    <a:pt x="192" y="231"/>
                    <a:pt x="211" y="257"/>
                  </a:cubicBezTo>
                  <a:cubicBezTo>
                    <a:pt x="231" y="283"/>
                    <a:pt x="252" y="326"/>
                    <a:pt x="252" y="401"/>
                  </a:cubicBezTo>
                  <a:cubicBezTo>
                    <a:pt x="252" y="438"/>
                    <a:pt x="247" y="484"/>
                    <a:pt x="232" y="538"/>
                  </a:cubicBezTo>
                  <a:cubicBezTo>
                    <a:pt x="225" y="565"/>
                    <a:pt x="241" y="592"/>
                    <a:pt x="268" y="599"/>
                  </a:cubicBezTo>
                  <a:cubicBezTo>
                    <a:pt x="272" y="601"/>
                    <a:pt x="277" y="601"/>
                    <a:pt x="281" y="601"/>
                  </a:cubicBezTo>
                  <a:cubicBezTo>
                    <a:pt x="303" y="601"/>
                    <a:pt x="323" y="586"/>
                    <a:pt x="329" y="564"/>
                  </a:cubicBezTo>
                  <a:cubicBezTo>
                    <a:pt x="345" y="502"/>
                    <a:pt x="352" y="448"/>
                    <a:pt x="352" y="401"/>
                  </a:cubicBezTo>
                  <a:cubicBezTo>
                    <a:pt x="352" y="300"/>
                    <a:pt x="320" y="231"/>
                    <a:pt x="285" y="189"/>
                  </a:cubicBezTo>
                  <a:cubicBezTo>
                    <a:pt x="270" y="170"/>
                    <a:pt x="254" y="157"/>
                    <a:pt x="242" y="148"/>
                  </a:cubicBezTo>
                  <a:cubicBezTo>
                    <a:pt x="238" y="135"/>
                    <a:pt x="235" y="123"/>
                    <a:pt x="233" y="112"/>
                  </a:cubicBezTo>
                  <a:cubicBezTo>
                    <a:pt x="224" y="113"/>
                    <a:pt x="215" y="113"/>
                    <a:pt x="207" y="113"/>
                  </a:cubicBezTo>
                  <a:cubicBezTo>
                    <a:pt x="206" y="113"/>
                    <a:pt x="206" y="113"/>
                    <a:pt x="206" y="113"/>
                  </a:cubicBezTo>
                  <a:cubicBezTo>
                    <a:pt x="151" y="113"/>
                    <a:pt x="99" y="91"/>
                    <a:pt x="65" y="51"/>
                  </a:cubicBezTo>
                  <a:cubicBezTo>
                    <a:pt x="51" y="36"/>
                    <a:pt x="40" y="18"/>
                    <a:pt x="32" y="0"/>
                  </a:cubicBezTo>
                  <a:cubicBezTo>
                    <a:pt x="34" y="51"/>
                    <a:pt x="44" y="97"/>
                    <a:pt x="59" y="156"/>
                  </a:cubicBezTo>
                  <a:cubicBezTo>
                    <a:pt x="59" y="157"/>
                    <a:pt x="59" y="158"/>
                    <a:pt x="59" y="159"/>
                  </a:cubicBezTo>
                  <a:cubicBezTo>
                    <a:pt x="59" y="159"/>
                    <a:pt x="59" y="159"/>
                    <a:pt x="59" y="159"/>
                  </a:cubicBezTo>
                  <a:cubicBezTo>
                    <a:pt x="59" y="159"/>
                    <a:pt x="59" y="159"/>
                    <a:pt x="59" y="159"/>
                  </a:cubicBezTo>
                  <a:cubicBezTo>
                    <a:pt x="59" y="159"/>
                    <a:pt x="59" y="159"/>
                    <a:pt x="59" y="159"/>
                  </a:cubicBezTo>
                  <a:cubicBezTo>
                    <a:pt x="60" y="162"/>
                    <a:pt x="70" y="204"/>
                    <a:pt x="70" y="267"/>
                  </a:cubicBezTo>
                  <a:cubicBezTo>
                    <a:pt x="70" y="336"/>
                    <a:pt x="58" y="430"/>
                    <a:pt x="11" y="530"/>
                  </a:cubicBezTo>
                  <a:cubicBezTo>
                    <a:pt x="0" y="555"/>
                    <a:pt x="10" y="585"/>
                    <a:pt x="35" y="59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9" name="Freeform 66"/>
            <p:cNvSpPr>
              <a:spLocks noEditPoints="1"/>
            </p:cNvSpPr>
            <p:nvPr/>
          </p:nvSpPr>
          <p:spPr bwMode="auto">
            <a:xfrm>
              <a:off x="960438" y="2819400"/>
              <a:ext cx="298450" cy="412750"/>
            </a:xfrm>
            <a:custGeom>
              <a:avLst/>
              <a:gdLst>
                <a:gd name="T0" fmla="*/ 194 w 196"/>
                <a:gd name="T1" fmla="*/ 156 h 272"/>
                <a:gd name="T2" fmla="*/ 160 w 196"/>
                <a:gd name="T3" fmla="*/ 134 h 272"/>
                <a:gd name="T4" fmla="*/ 129 w 196"/>
                <a:gd name="T5" fmla="*/ 130 h 272"/>
                <a:gd name="T6" fmla="*/ 117 w 196"/>
                <a:gd name="T7" fmla="*/ 63 h 272"/>
                <a:gd name="T8" fmla="*/ 153 w 196"/>
                <a:gd name="T9" fmla="*/ 71 h 272"/>
                <a:gd name="T10" fmla="*/ 173 w 196"/>
                <a:gd name="T11" fmla="*/ 69 h 272"/>
                <a:gd name="T12" fmla="*/ 183 w 196"/>
                <a:gd name="T13" fmla="*/ 61 h 272"/>
                <a:gd name="T14" fmla="*/ 115 w 196"/>
                <a:gd name="T15" fmla="*/ 52 h 272"/>
                <a:gd name="T16" fmla="*/ 111 w 196"/>
                <a:gd name="T17" fmla="*/ 11 h 272"/>
                <a:gd name="T18" fmla="*/ 80 w 196"/>
                <a:gd name="T19" fmla="*/ 19 h 272"/>
                <a:gd name="T20" fmla="*/ 84 w 196"/>
                <a:gd name="T21" fmla="*/ 60 h 272"/>
                <a:gd name="T22" fmla="*/ 52 w 196"/>
                <a:gd name="T23" fmla="*/ 75 h 272"/>
                <a:gd name="T24" fmla="*/ 41 w 196"/>
                <a:gd name="T25" fmla="*/ 136 h 272"/>
                <a:gd name="T26" fmla="*/ 99 w 196"/>
                <a:gd name="T27" fmla="*/ 142 h 272"/>
                <a:gd name="T28" fmla="*/ 100 w 196"/>
                <a:gd name="T29" fmla="*/ 148 h 272"/>
                <a:gd name="T30" fmla="*/ 115 w 196"/>
                <a:gd name="T31" fmla="*/ 213 h 272"/>
                <a:gd name="T32" fmla="*/ 79 w 196"/>
                <a:gd name="T33" fmla="*/ 205 h 272"/>
                <a:gd name="T34" fmla="*/ 48 w 196"/>
                <a:gd name="T35" fmla="*/ 213 h 272"/>
                <a:gd name="T36" fmla="*/ 117 w 196"/>
                <a:gd name="T37" fmla="*/ 222 h 272"/>
                <a:gd name="T38" fmla="*/ 128 w 196"/>
                <a:gd name="T39" fmla="*/ 261 h 272"/>
                <a:gd name="T40" fmla="*/ 159 w 196"/>
                <a:gd name="T41" fmla="*/ 253 h 272"/>
                <a:gd name="T42" fmla="*/ 147 w 196"/>
                <a:gd name="T43" fmla="*/ 210 h 272"/>
                <a:gd name="T44" fmla="*/ 168 w 196"/>
                <a:gd name="T45" fmla="*/ 198 h 272"/>
                <a:gd name="T46" fmla="*/ 194 w 196"/>
                <a:gd name="T47" fmla="*/ 156 h 272"/>
                <a:gd name="T48" fmla="*/ 51 w 196"/>
                <a:gd name="T49" fmla="*/ 115 h 272"/>
                <a:gd name="T50" fmla="*/ 75 w 196"/>
                <a:gd name="T51" fmla="*/ 75 h 272"/>
                <a:gd name="T52" fmla="*/ 85 w 196"/>
                <a:gd name="T53" fmla="*/ 70 h 272"/>
                <a:gd name="T54" fmla="*/ 96 w 196"/>
                <a:gd name="T55" fmla="*/ 128 h 272"/>
                <a:gd name="T56" fmla="*/ 51 w 196"/>
                <a:gd name="T57" fmla="*/ 115 h 272"/>
                <a:gd name="T58" fmla="*/ 144 w 196"/>
                <a:gd name="T59" fmla="*/ 197 h 272"/>
                <a:gd name="T60" fmla="*/ 132 w 196"/>
                <a:gd name="T61" fmla="*/ 145 h 272"/>
                <a:gd name="T62" fmla="*/ 153 w 196"/>
                <a:gd name="T63" fmla="*/ 152 h 272"/>
                <a:gd name="T64" fmla="*/ 144 w 196"/>
                <a:gd name="T65" fmla="*/ 197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96" h="272">
                  <a:moveTo>
                    <a:pt x="194" y="156"/>
                  </a:moveTo>
                  <a:cubicBezTo>
                    <a:pt x="192" y="142"/>
                    <a:pt x="171" y="137"/>
                    <a:pt x="160" y="134"/>
                  </a:cubicBezTo>
                  <a:cubicBezTo>
                    <a:pt x="150" y="132"/>
                    <a:pt x="140" y="130"/>
                    <a:pt x="129" y="130"/>
                  </a:cubicBezTo>
                  <a:cubicBezTo>
                    <a:pt x="125" y="108"/>
                    <a:pt x="120" y="86"/>
                    <a:pt x="117" y="63"/>
                  </a:cubicBezTo>
                  <a:cubicBezTo>
                    <a:pt x="129" y="63"/>
                    <a:pt x="142" y="66"/>
                    <a:pt x="153" y="71"/>
                  </a:cubicBezTo>
                  <a:cubicBezTo>
                    <a:pt x="159" y="74"/>
                    <a:pt x="168" y="71"/>
                    <a:pt x="173" y="69"/>
                  </a:cubicBezTo>
                  <a:cubicBezTo>
                    <a:pt x="174" y="69"/>
                    <a:pt x="187" y="63"/>
                    <a:pt x="183" y="61"/>
                  </a:cubicBezTo>
                  <a:cubicBezTo>
                    <a:pt x="161" y="52"/>
                    <a:pt x="138" y="49"/>
                    <a:pt x="115" y="52"/>
                  </a:cubicBezTo>
                  <a:cubicBezTo>
                    <a:pt x="113" y="39"/>
                    <a:pt x="112" y="25"/>
                    <a:pt x="111" y="11"/>
                  </a:cubicBezTo>
                  <a:cubicBezTo>
                    <a:pt x="111" y="0"/>
                    <a:pt x="80" y="7"/>
                    <a:pt x="80" y="19"/>
                  </a:cubicBezTo>
                  <a:cubicBezTo>
                    <a:pt x="81" y="33"/>
                    <a:pt x="82" y="46"/>
                    <a:pt x="84" y="60"/>
                  </a:cubicBezTo>
                  <a:cubicBezTo>
                    <a:pt x="73" y="64"/>
                    <a:pt x="62" y="69"/>
                    <a:pt x="52" y="75"/>
                  </a:cubicBezTo>
                  <a:cubicBezTo>
                    <a:pt x="27" y="90"/>
                    <a:pt x="0" y="124"/>
                    <a:pt x="41" y="136"/>
                  </a:cubicBezTo>
                  <a:cubicBezTo>
                    <a:pt x="60" y="142"/>
                    <a:pt x="79" y="141"/>
                    <a:pt x="99" y="142"/>
                  </a:cubicBezTo>
                  <a:cubicBezTo>
                    <a:pt x="100" y="144"/>
                    <a:pt x="100" y="146"/>
                    <a:pt x="100" y="148"/>
                  </a:cubicBezTo>
                  <a:cubicBezTo>
                    <a:pt x="105" y="170"/>
                    <a:pt x="110" y="191"/>
                    <a:pt x="115" y="213"/>
                  </a:cubicBezTo>
                  <a:cubicBezTo>
                    <a:pt x="101" y="217"/>
                    <a:pt x="88" y="215"/>
                    <a:pt x="79" y="205"/>
                  </a:cubicBezTo>
                  <a:cubicBezTo>
                    <a:pt x="73" y="198"/>
                    <a:pt x="46" y="211"/>
                    <a:pt x="48" y="213"/>
                  </a:cubicBezTo>
                  <a:cubicBezTo>
                    <a:pt x="63" y="230"/>
                    <a:pt x="91" y="229"/>
                    <a:pt x="117" y="222"/>
                  </a:cubicBezTo>
                  <a:cubicBezTo>
                    <a:pt x="120" y="235"/>
                    <a:pt x="124" y="248"/>
                    <a:pt x="128" y="261"/>
                  </a:cubicBezTo>
                  <a:cubicBezTo>
                    <a:pt x="131" y="272"/>
                    <a:pt x="162" y="264"/>
                    <a:pt x="159" y="253"/>
                  </a:cubicBezTo>
                  <a:cubicBezTo>
                    <a:pt x="154" y="239"/>
                    <a:pt x="150" y="224"/>
                    <a:pt x="147" y="210"/>
                  </a:cubicBezTo>
                  <a:cubicBezTo>
                    <a:pt x="155" y="206"/>
                    <a:pt x="162" y="202"/>
                    <a:pt x="168" y="198"/>
                  </a:cubicBezTo>
                  <a:cubicBezTo>
                    <a:pt x="181" y="190"/>
                    <a:pt x="196" y="173"/>
                    <a:pt x="194" y="156"/>
                  </a:cubicBezTo>
                  <a:close/>
                  <a:moveTo>
                    <a:pt x="51" y="115"/>
                  </a:moveTo>
                  <a:cubicBezTo>
                    <a:pt x="42" y="100"/>
                    <a:pt x="65" y="82"/>
                    <a:pt x="75" y="75"/>
                  </a:cubicBezTo>
                  <a:cubicBezTo>
                    <a:pt x="79" y="73"/>
                    <a:pt x="82" y="71"/>
                    <a:pt x="85" y="70"/>
                  </a:cubicBezTo>
                  <a:cubicBezTo>
                    <a:pt x="88" y="89"/>
                    <a:pt x="92" y="109"/>
                    <a:pt x="96" y="128"/>
                  </a:cubicBezTo>
                  <a:cubicBezTo>
                    <a:pt x="80" y="128"/>
                    <a:pt x="60" y="128"/>
                    <a:pt x="51" y="115"/>
                  </a:cubicBezTo>
                  <a:close/>
                  <a:moveTo>
                    <a:pt x="144" y="197"/>
                  </a:moveTo>
                  <a:cubicBezTo>
                    <a:pt x="140" y="180"/>
                    <a:pt x="136" y="162"/>
                    <a:pt x="132" y="145"/>
                  </a:cubicBezTo>
                  <a:cubicBezTo>
                    <a:pt x="139" y="146"/>
                    <a:pt x="146" y="148"/>
                    <a:pt x="153" y="152"/>
                  </a:cubicBezTo>
                  <a:cubicBezTo>
                    <a:pt x="171" y="162"/>
                    <a:pt x="162" y="182"/>
                    <a:pt x="144" y="19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70" name="组合 69"/>
          <p:cNvGrpSpPr/>
          <p:nvPr/>
        </p:nvGrpSpPr>
        <p:grpSpPr>
          <a:xfrm>
            <a:off x="1411288" y="3097213"/>
            <a:ext cx="800099" cy="1477963"/>
            <a:chOff x="1411288" y="3097213"/>
            <a:chExt cx="800099" cy="1477963"/>
          </a:xfrm>
        </p:grpSpPr>
        <p:sp>
          <p:nvSpPr>
            <p:cNvPr id="71" name="Freeform 67"/>
            <p:cNvSpPr>
              <a:spLocks/>
            </p:cNvSpPr>
            <p:nvPr/>
          </p:nvSpPr>
          <p:spPr bwMode="auto">
            <a:xfrm>
              <a:off x="1411288" y="3259138"/>
              <a:ext cx="766762" cy="1316038"/>
            </a:xfrm>
            <a:custGeom>
              <a:avLst/>
              <a:gdLst>
                <a:gd name="T0" fmla="*/ 103 w 504"/>
                <a:gd name="T1" fmla="*/ 235 h 865"/>
                <a:gd name="T2" fmla="*/ 136 w 504"/>
                <a:gd name="T3" fmla="*/ 245 h 865"/>
                <a:gd name="T4" fmla="*/ 136 w 504"/>
                <a:gd name="T5" fmla="*/ 245 h 865"/>
                <a:gd name="T6" fmla="*/ 172 w 504"/>
                <a:gd name="T7" fmla="*/ 235 h 865"/>
                <a:gd name="T8" fmla="*/ 176 w 504"/>
                <a:gd name="T9" fmla="*/ 233 h 865"/>
                <a:gd name="T10" fmla="*/ 137 w 504"/>
                <a:gd name="T11" fmla="*/ 408 h 865"/>
                <a:gd name="T12" fmla="*/ 135 w 504"/>
                <a:gd name="T13" fmla="*/ 412 h 865"/>
                <a:gd name="T14" fmla="*/ 79 w 504"/>
                <a:gd name="T15" fmla="*/ 485 h 865"/>
                <a:gd name="T16" fmla="*/ 0 w 504"/>
                <a:gd name="T17" fmla="*/ 813 h 865"/>
                <a:gd name="T18" fmla="*/ 50 w 504"/>
                <a:gd name="T19" fmla="*/ 863 h 865"/>
                <a:gd name="T20" fmla="*/ 50 w 504"/>
                <a:gd name="T21" fmla="*/ 863 h 865"/>
                <a:gd name="T22" fmla="*/ 100 w 504"/>
                <a:gd name="T23" fmla="*/ 813 h 865"/>
                <a:gd name="T24" fmla="*/ 165 w 504"/>
                <a:gd name="T25" fmla="*/ 536 h 865"/>
                <a:gd name="T26" fmla="*/ 205 w 504"/>
                <a:gd name="T27" fmla="*/ 483 h 865"/>
                <a:gd name="T28" fmla="*/ 217 w 504"/>
                <a:gd name="T29" fmla="*/ 472 h 865"/>
                <a:gd name="T30" fmla="*/ 220 w 504"/>
                <a:gd name="T31" fmla="*/ 470 h 865"/>
                <a:gd name="T32" fmla="*/ 220 w 504"/>
                <a:gd name="T33" fmla="*/ 470 h 865"/>
                <a:gd name="T34" fmla="*/ 222 w 504"/>
                <a:gd name="T35" fmla="*/ 469 h 865"/>
                <a:gd name="T36" fmla="*/ 223 w 504"/>
                <a:gd name="T37" fmla="*/ 469 h 865"/>
                <a:gd name="T38" fmla="*/ 221 w 504"/>
                <a:gd name="T39" fmla="*/ 532 h 865"/>
                <a:gd name="T40" fmla="*/ 275 w 504"/>
                <a:gd name="T41" fmla="*/ 833 h 865"/>
                <a:gd name="T42" fmla="*/ 322 w 504"/>
                <a:gd name="T43" fmla="*/ 865 h 865"/>
                <a:gd name="T44" fmla="*/ 340 w 504"/>
                <a:gd name="T45" fmla="*/ 862 h 865"/>
                <a:gd name="T46" fmla="*/ 369 w 504"/>
                <a:gd name="T47" fmla="*/ 797 h 865"/>
                <a:gd name="T48" fmla="*/ 321 w 504"/>
                <a:gd name="T49" fmla="*/ 532 h 865"/>
                <a:gd name="T50" fmla="*/ 325 w 504"/>
                <a:gd name="T51" fmla="*/ 455 h 865"/>
                <a:gd name="T52" fmla="*/ 327 w 504"/>
                <a:gd name="T53" fmla="*/ 435 h 865"/>
                <a:gd name="T54" fmla="*/ 327 w 504"/>
                <a:gd name="T55" fmla="*/ 435 h 865"/>
                <a:gd name="T56" fmla="*/ 393 w 504"/>
                <a:gd name="T57" fmla="*/ 262 h 865"/>
                <a:gd name="T58" fmla="*/ 407 w 504"/>
                <a:gd name="T59" fmla="*/ 272 h 865"/>
                <a:gd name="T60" fmla="*/ 437 w 504"/>
                <a:gd name="T61" fmla="*/ 281 h 865"/>
                <a:gd name="T62" fmla="*/ 437 w 504"/>
                <a:gd name="T63" fmla="*/ 281 h 865"/>
                <a:gd name="T64" fmla="*/ 459 w 504"/>
                <a:gd name="T65" fmla="*/ 276 h 865"/>
                <a:gd name="T66" fmla="*/ 484 w 504"/>
                <a:gd name="T67" fmla="*/ 250 h 865"/>
                <a:gd name="T68" fmla="*/ 500 w 504"/>
                <a:gd name="T69" fmla="*/ 192 h 865"/>
                <a:gd name="T70" fmla="*/ 504 w 504"/>
                <a:gd name="T71" fmla="*/ 97 h 865"/>
                <a:gd name="T72" fmla="*/ 504 w 504"/>
                <a:gd name="T73" fmla="*/ 56 h 865"/>
                <a:gd name="T74" fmla="*/ 471 w 504"/>
                <a:gd name="T75" fmla="*/ 25 h 865"/>
                <a:gd name="T76" fmla="*/ 440 w 504"/>
                <a:gd name="T77" fmla="*/ 57 h 865"/>
                <a:gd name="T78" fmla="*/ 440 w 504"/>
                <a:gd name="T79" fmla="*/ 97 h 865"/>
                <a:gd name="T80" fmla="*/ 431 w 504"/>
                <a:gd name="T81" fmla="*/ 209 h 865"/>
                <a:gd name="T82" fmla="*/ 431 w 504"/>
                <a:gd name="T83" fmla="*/ 210 h 865"/>
                <a:gd name="T84" fmla="*/ 429 w 504"/>
                <a:gd name="T85" fmla="*/ 207 h 865"/>
                <a:gd name="T86" fmla="*/ 404 w 504"/>
                <a:gd name="T87" fmla="*/ 179 h 865"/>
                <a:gd name="T88" fmla="*/ 390 w 504"/>
                <a:gd name="T89" fmla="*/ 164 h 865"/>
                <a:gd name="T90" fmla="*/ 381 w 504"/>
                <a:gd name="T91" fmla="*/ 157 h 865"/>
                <a:gd name="T92" fmla="*/ 377 w 504"/>
                <a:gd name="T93" fmla="*/ 154 h 865"/>
                <a:gd name="T94" fmla="*/ 352 w 504"/>
                <a:gd name="T95" fmla="*/ 144 h 865"/>
                <a:gd name="T96" fmla="*/ 201 w 504"/>
                <a:gd name="T97" fmla="*/ 141 h 865"/>
                <a:gd name="T98" fmla="*/ 200 w 504"/>
                <a:gd name="T99" fmla="*/ 142 h 865"/>
                <a:gd name="T100" fmla="*/ 173 w 504"/>
                <a:gd name="T101" fmla="*/ 153 h 865"/>
                <a:gd name="T102" fmla="*/ 173 w 504"/>
                <a:gd name="T103" fmla="*/ 153 h 865"/>
                <a:gd name="T104" fmla="*/ 156 w 504"/>
                <a:gd name="T105" fmla="*/ 169 h 865"/>
                <a:gd name="T106" fmla="*/ 143 w 504"/>
                <a:gd name="T107" fmla="*/ 179 h 865"/>
                <a:gd name="T108" fmla="*/ 138 w 504"/>
                <a:gd name="T109" fmla="*/ 180 h 865"/>
                <a:gd name="T110" fmla="*/ 132 w 504"/>
                <a:gd name="T111" fmla="*/ 164 h 865"/>
                <a:gd name="T112" fmla="*/ 128 w 504"/>
                <a:gd name="T113" fmla="*/ 114 h 865"/>
                <a:gd name="T114" fmla="*/ 133 w 504"/>
                <a:gd name="T115" fmla="*/ 37 h 865"/>
                <a:gd name="T116" fmla="*/ 104 w 504"/>
                <a:gd name="T117" fmla="*/ 2 h 865"/>
                <a:gd name="T118" fmla="*/ 69 w 504"/>
                <a:gd name="T119" fmla="*/ 30 h 865"/>
                <a:gd name="T120" fmla="*/ 64 w 504"/>
                <a:gd name="T121" fmla="*/ 114 h 865"/>
                <a:gd name="T122" fmla="*/ 79 w 504"/>
                <a:gd name="T123" fmla="*/ 206 h 865"/>
                <a:gd name="T124" fmla="*/ 103 w 504"/>
                <a:gd name="T125" fmla="*/ 235 h 8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04" h="865">
                  <a:moveTo>
                    <a:pt x="103" y="235"/>
                  </a:moveTo>
                  <a:cubicBezTo>
                    <a:pt x="113" y="242"/>
                    <a:pt x="125" y="245"/>
                    <a:pt x="136" y="245"/>
                  </a:cubicBezTo>
                  <a:cubicBezTo>
                    <a:pt x="136" y="245"/>
                    <a:pt x="136" y="245"/>
                    <a:pt x="136" y="245"/>
                  </a:cubicBezTo>
                  <a:cubicBezTo>
                    <a:pt x="151" y="245"/>
                    <a:pt x="162" y="240"/>
                    <a:pt x="172" y="235"/>
                  </a:cubicBezTo>
                  <a:cubicBezTo>
                    <a:pt x="174" y="235"/>
                    <a:pt x="175" y="234"/>
                    <a:pt x="176" y="233"/>
                  </a:cubicBezTo>
                  <a:cubicBezTo>
                    <a:pt x="189" y="287"/>
                    <a:pt x="185" y="334"/>
                    <a:pt x="137" y="408"/>
                  </a:cubicBezTo>
                  <a:cubicBezTo>
                    <a:pt x="136" y="409"/>
                    <a:pt x="136" y="411"/>
                    <a:pt x="135" y="412"/>
                  </a:cubicBezTo>
                  <a:cubicBezTo>
                    <a:pt x="119" y="428"/>
                    <a:pt x="99" y="451"/>
                    <a:pt x="79" y="485"/>
                  </a:cubicBezTo>
                  <a:cubicBezTo>
                    <a:pt x="39" y="552"/>
                    <a:pt x="1" y="658"/>
                    <a:pt x="0" y="813"/>
                  </a:cubicBezTo>
                  <a:cubicBezTo>
                    <a:pt x="0" y="840"/>
                    <a:pt x="22" y="863"/>
                    <a:pt x="50" y="863"/>
                  </a:cubicBezTo>
                  <a:cubicBezTo>
                    <a:pt x="50" y="863"/>
                    <a:pt x="50" y="863"/>
                    <a:pt x="50" y="863"/>
                  </a:cubicBezTo>
                  <a:cubicBezTo>
                    <a:pt x="77" y="863"/>
                    <a:pt x="100" y="841"/>
                    <a:pt x="100" y="813"/>
                  </a:cubicBezTo>
                  <a:cubicBezTo>
                    <a:pt x="101" y="674"/>
                    <a:pt x="134" y="588"/>
                    <a:pt x="165" y="536"/>
                  </a:cubicBezTo>
                  <a:cubicBezTo>
                    <a:pt x="180" y="510"/>
                    <a:pt x="195" y="493"/>
                    <a:pt x="205" y="483"/>
                  </a:cubicBezTo>
                  <a:cubicBezTo>
                    <a:pt x="211" y="478"/>
                    <a:pt x="215" y="474"/>
                    <a:pt x="217" y="472"/>
                  </a:cubicBezTo>
                  <a:cubicBezTo>
                    <a:pt x="218" y="471"/>
                    <a:pt x="219" y="470"/>
                    <a:pt x="220" y="470"/>
                  </a:cubicBezTo>
                  <a:cubicBezTo>
                    <a:pt x="220" y="470"/>
                    <a:pt x="220" y="470"/>
                    <a:pt x="220" y="470"/>
                  </a:cubicBezTo>
                  <a:cubicBezTo>
                    <a:pt x="220" y="470"/>
                    <a:pt x="221" y="469"/>
                    <a:pt x="222" y="469"/>
                  </a:cubicBezTo>
                  <a:cubicBezTo>
                    <a:pt x="222" y="469"/>
                    <a:pt x="223" y="469"/>
                    <a:pt x="223" y="469"/>
                  </a:cubicBezTo>
                  <a:cubicBezTo>
                    <a:pt x="222" y="487"/>
                    <a:pt x="221" y="508"/>
                    <a:pt x="221" y="532"/>
                  </a:cubicBezTo>
                  <a:cubicBezTo>
                    <a:pt x="221" y="610"/>
                    <a:pt x="231" y="718"/>
                    <a:pt x="275" y="833"/>
                  </a:cubicBezTo>
                  <a:cubicBezTo>
                    <a:pt x="283" y="853"/>
                    <a:pt x="302" y="865"/>
                    <a:pt x="322" y="865"/>
                  </a:cubicBezTo>
                  <a:cubicBezTo>
                    <a:pt x="328" y="865"/>
                    <a:pt x="334" y="864"/>
                    <a:pt x="340" y="862"/>
                  </a:cubicBezTo>
                  <a:cubicBezTo>
                    <a:pt x="366" y="852"/>
                    <a:pt x="379" y="823"/>
                    <a:pt x="369" y="797"/>
                  </a:cubicBezTo>
                  <a:cubicBezTo>
                    <a:pt x="330" y="697"/>
                    <a:pt x="321" y="601"/>
                    <a:pt x="321" y="532"/>
                  </a:cubicBezTo>
                  <a:cubicBezTo>
                    <a:pt x="321" y="500"/>
                    <a:pt x="323" y="473"/>
                    <a:pt x="325" y="455"/>
                  </a:cubicBezTo>
                  <a:cubicBezTo>
                    <a:pt x="326" y="446"/>
                    <a:pt x="327" y="439"/>
                    <a:pt x="327" y="435"/>
                  </a:cubicBezTo>
                  <a:cubicBezTo>
                    <a:pt x="327" y="435"/>
                    <a:pt x="327" y="435"/>
                    <a:pt x="327" y="435"/>
                  </a:cubicBezTo>
                  <a:cubicBezTo>
                    <a:pt x="359" y="372"/>
                    <a:pt x="382" y="324"/>
                    <a:pt x="393" y="262"/>
                  </a:cubicBezTo>
                  <a:cubicBezTo>
                    <a:pt x="397" y="265"/>
                    <a:pt x="402" y="269"/>
                    <a:pt x="407" y="272"/>
                  </a:cubicBezTo>
                  <a:cubicBezTo>
                    <a:pt x="414" y="276"/>
                    <a:pt x="424" y="281"/>
                    <a:pt x="437" y="281"/>
                  </a:cubicBezTo>
                  <a:cubicBezTo>
                    <a:pt x="437" y="281"/>
                    <a:pt x="437" y="281"/>
                    <a:pt x="437" y="281"/>
                  </a:cubicBezTo>
                  <a:cubicBezTo>
                    <a:pt x="444" y="281"/>
                    <a:pt x="452" y="279"/>
                    <a:pt x="459" y="276"/>
                  </a:cubicBezTo>
                  <a:cubicBezTo>
                    <a:pt x="471" y="270"/>
                    <a:pt x="479" y="260"/>
                    <a:pt x="484" y="250"/>
                  </a:cubicBezTo>
                  <a:cubicBezTo>
                    <a:pt x="492" y="234"/>
                    <a:pt x="496" y="216"/>
                    <a:pt x="500" y="192"/>
                  </a:cubicBezTo>
                  <a:cubicBezTo>
                    <a:pt x="503" y="167"/>
                    <a:pt x="504" y="136"/>
                    <a:pt x="504" y="97"/>
                  </a:cubicBezTo>
                  <a:cubicBezTo>
                    <a:pt x="504" y="84"/>
                    <a:pt x="504" y="70"/>
                    <a:pt x="504" y="56"/>
                  </a:cubicBezTo>
                  <a:cubicBezTo>
                    <a:pt x="503" y="38"/>
                    <a:pt x="489" y="24"/>
                    <a:pt x="471" y="25"/>
                  </a:cubicBezTo>
                  <a:cubicBezTo>
                    <a:pt x="453" y="25"/>
                    <a:pt x="439" y="40"/>
                    <a:pt x="440" y="57"/>
                  </a:cubicBezTo>
                  <a:cubicBezTo>
                    <a:pt x="440" y="71"/>
                    <a:pt x="440" y="85"/>
                    <a:pt x="440" y="97"/>
                  </a:cubicBezTo>
                  <a:cubicBezTo>
                    <a:pt x="441" y="154"/>
                    <a:pt x="436" y="191"/>
                    <a:pt x="431" y="209"/>
                  </a:cubicBezTo>
                  <a:cubicBezTo>
                    <a:pt x="431" y="209"/>
                    <a:pt x="431" y="209"/>
                    <a:pt x="431" y="210"/>
                  </a:cubicBezTo>
                  <a:cubicBezTo>
                    <a:pt x="430" y="209"/>
                    <a:pt x="430" y="208"/>
                    <a:pt x="429" y="207"/>
                  </a:cubicBezTo>
                  <a:cubicBezTo>
                    <a:pt x="421" y="200"/>
                    <a:pt x="412" y="189"/>
                    <a:pt x="404" y="179"/>
                  </a:cubicBezTo>
                  <a:cubicBezTo>
                    <a:pt x="399" y="174"/>
                    <a:pt x="395" y="169"/>
                    <a:pt x="390" y="164"/>
                  </a:cubicBezTo>
                  <a:cubicBezTo>
                    <a:pt x="388" y="162"/>
                    <a:pt x="385" y="160"/>
                    <a:pt x="381" y="157"/>
                  </a:cubicBezTo>
                  <a:cubicBezTo>
                    <a:pt x="380" y="156"/>
                    <a:pt x="378" y="155"/>
                    <a:pt x="377" y="154"/>
                  </a:cubicBezTo>
                  <a:cubicBezTo>
                    <a:pt x="368" y="148"/>
                    <a:pt x="358" y="144"/>
                    <a:pt x="352" y="144"/>
                  </a:cubicBezTo>
                  <a:cubicBezTo>
                    <a:pt x="301" y="143"/>
                    <a:pt x="251" y="142"/>
                    <a:pt x="201" y="141"/>
                  </a:cubicBezTo>
                  <a:cubicBezTo>
                    <a:pt x="201" y="141"/>
                    <a:pt x="200" y="142"/>
                    <a:pt x="200" y="142"/>
                  </a:cubicBezTo>
                  <a:cubicBezTo>
                    <a:pt x="190" y="141"/>
                    <a:pt x="180" y="145"/>
                    <a:pt x="173" y="153"/>
                  </a:cubicBezTo>
                  <a:cubicBezTo>
                    <a:pt x="173" y="153"/>
                    <a:pt x="173" y="153"/>
                    <a:pt x="173" y="153"/>
                  </a:cubicBezTo>
                  <a:cubicBezTo>
                    <a:pt x="173" y="154"/>
                    <a:pt x="165" y="162"/>
                    <a:pt x="156" y="169"/>
                  </a:cubicBezTo>
                  <a:cubicBezTo>
                    <a:pt x="152" y="173"/>
                    <a:pt x="147" y="177"/>
                    <a:pt x="143" y="179"/>
                  </a:cubicBezTo>
                  <a:cubicBezTo>
                    <a:pt x="141" y="179"/>
                    <a:pt x="139" y="180"/>
                    <a:pt x="138" y="180"/>
                  </a:cubicBezTo>
                  <a:cubicBezTo>
                    <a:pt x="137" y="178"/>
                    <a:pt x="134" y="173"/>
                    <a:pt x="132" y="164"/>
                  </a:cubicBezTo>
                  <a:cubicBezTo>
                    <a:pt x="130" y="152"/>
                    <a:pt x="128" y="136"/>
                    <a:pt x="128" y="114"/>
                  </a:cubicBezTo>
                  <a:cubicBezTo>
                    <a:pt x="128" y="93"/>
                    <a:pt x="130" y="68"/>
                    <a:pt x="133" y="37"/>
                  </a:cubicBezTo>
                  <a:cubicBezTo>
                    <a:pt x="135" y="20"/>
                    <a:pt x="122" y="4"/>
                    <a:pt x="104" y="2"/>
                  </a:cubicBezTo>
                  <a:cubicBezTo>
                    <a:pt x="87" y="0"/>
                    <a:pt x="71" y="13"/>
                    <a:pt x="69" y="30"/>
                  </a:cubicBezTo>
                  <a:cubicBezTo>
                    <a:pt x="66" y="63"/>
                    <a:pt x="64" y="90"/>
                    <a:pt x="64" y="114"/>
                  </a:cubicBezTo>
                  <a:cubicBezTo>
                    <a:pt x="64" y="155"/>
                    <a:pt x="69" y="183"/>
                    <a:pt x="79" y="206"/>
                  </a:cubicBezTo>
                  <a:cubicBezTo>
                    <a:pt x="85" y="217"/>
                    <a:pt x="92" y="227"/>
                    <a:pt x="103" y="23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2" name="Freeform 68"/>
            <p:cNvSpPr>
              <a:spLocks/>
            </p:cNvSpPr>
            <p:nvPr/>
          </p:nvSpPr>
          <p:spPr bwMode="auto">
            <a:xfrm>
              <a:off x="1709738" y="3159125"/>
              <a:ext cx="300037" cy="301625"/>
            </a:xfrm>
            <a:custGeom>
              <a:avLst/>
              <a:gdLst>
                <a:gd name="T0" fmla="*/ 78 w 198"/>
                <a:gd name="T1" fmla="*/ 187 h 198"/>
                <a:gd name="T2" fmla="*/ 186 w 198"/>
                <a:gd name="T3" fmla="*/ 120 h 198"/>
                <a:gd name="T4" fmla="*/ 120 w 198"/>
                <a:gd name="T5" fmla="*/ 12 h 198"/>
                <a:gd name="T6" fmla="*/ 11 w 198"/>
                <a:gd name="T7" fmla="*/ 78 h 198"/>
                <a:gd name="T8" fmla="*/ 78 w 198"/>
                <a:gd name="T9" fmla="*/ 187 h 198"/>
              </a:gdLst>
              <a:ahLst/>
              <a:cxnLst>
                <a:cxn ang="0">
                  <a:pos x="T0" y="T1"/>
                </a:cxn>
                <a:cxn ang="0">
                  <a:pos x="T2" y="T3"/>
                </a:cxn>
                <a:cxn ang="0">
                  <a:pos x="T4" y="T5"/>
                </a:cxn>
                <a:cxn ang="0">
                  <a:pos x="T6" y="T7"/>
                </a:cxn>
                <a:cxn ang="0">
                  <a:pos x="T8" y="T9"/>
                </a:cxn>
              </a:cxnLst>
              <a:rect l="0" t="0" r="r" b="b"/>
              <a:pathLst>
                <a:path w="198" h="198">
                  <a:moveTo>
                    <a:pt x="78" y="187"/>
                  </a:moveTo>
                  <a:cubicBezTo>
                    <a:pt x="126" y="198"/>
                    <a:pt x="175" y="169"/>
                    <a:pt x="186" y="120"/>
                  </a:cubicBezTo>
                  <a:cubicBezTo>
                    <a:pt x="198" y="72"/>
                    <a:pt x="168" y="23"/>
                    <a:pt x="120" y="12"/>
                  </a:cubicBezTo>
                  <a:cubicBezTo>
                    <a:pt x="71" y="0"/>
                    <a:pt x="23" y="30"/>
                    <a:pt x="11" y="78"/>
                  </a:cubicBezTo>
                  <a:cubicBezTo>
                    <a:pt x="0" y="127"/>
                    <a:pt x="29" y="175"/>
                    <a:pt x="78" y="18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3" name="Freeform 69"/>
            <p:cNvSpPr>
              <a:spLocks/>
            </p:cNvSpPr>
            <p:nvPr/>
          </p:nvSpPr>
          <p:spPr bwMode="auto">
            <a:xfrm>
              <a:off x="1717675" y="3125788"/>
              <a:ext cx="58737" cy="46038"/>
            </a:xfrm>
            <a:custGeom>
              <a:avLst/>
              <a:gdLst>
                <a:gd name="T0" fmla="*/ 4 w 38"/>
                <a:gd name="T1" fmla="*/ 30 h 30"/>
                <a:gd name="T2" fmla="*/ 5 w 38"/>
                <a:gd name="T3" fmla="*/ 30 h 30"/>
                <a:gd name="T4" fmla="*/ 9 w 38"/>
                <a:gd name="T5" fmla="*/ 27 h 30"/>
                <a:gd name="T6" fmla="*/ 9 w 38"/>
                <a:gd name="T7" fmla="*/ 27 h 30"/>
                <a:gd name="T8" fmla="*/ 10 w 38"/>
                <a:gd name="T9" fmla="*/ 24 h 30"/>
                <a:gd name="T10" fmla="*/ 34 w 38"/>
                <a:gd name="T11" fmla="*/ 8 h 30"/>
                <a:gd name="T12" fmla="*/ 34 w 38"/>
                <a:gd name="T13" fmla="*/ 8 h 30"/>
                <a:gd name="T14" fmla="*/ 38 w 38"/>
                <a:gd name="T15" fmla="*/ 4 h 30"/>
                <a:gd name="T16" fmla="*/ 34 w 38"/>
                <a:gd name="T17" fmla="*/ 0 h 30"/>
                <a:gd name="T18" fmla="*/ 34 w 38"/>
                <a:gd name="T19" fmla="*/ 0 h 30"/>
                <a:gd name="T20" fmla="*/ 8 w 38"/>
                <a:gd name="T21" fmla="*/ 12 h 30"/>
                <a:gd name="T22" fmla="*/ 1 w 38"/>
                <a:gd name="T23" fmla="*/ 25 h 30"/>
                <a:gd name="T24" fmla="*/ 4 w 38"/>
                <a:gd name="T25"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 h="30">
                  <a:moveTo>
                    <a:pt x="4" y="30"/>
                  </a:moveTo>
                  <a:cubicBezTo>
                    <a:pt x="4" y="30"/>
                    <a:pt x="5" y="30"/>
                    <a:pt x="5" y="30"/>
                  </a:cubicBezTo>
                  <a:cubicBezTo>
                    <a:pt x="7" y="30"/>
                    <a:pt x="8" y="29"/>
                    <a:pt x="9" y="27"/>
                  </a:cubicBezTo>
                  <a:cubicBezTo>
                    <a:pt x="9" y="27"/>
                    <a:pt x="9" y="27"/>
                    <a:pt x="9" y="27"/>
                  </a:cubicBezTo>
                  <a:cubicBezTo>
                    <a:pt x="9" y="27"/>
                    <a:pt x="9" y="26"/>
                    <a:pt x="10" y="24"/>
                  </a:cubicBezTo>
                  <a:cubicBezTo>
                    <a:pt x="13" y="18"/>
                    <a:pt x="20" y="8"/>
                    <a:pt x="34" y="8"/>
                  </a:cubicBezTo>
                  <a:cubicBezTo>
                    <a:pt x="34" y="8"/>
                    <a:pt x="34" y="8"/>
                    <a:pt x="34" y="8"/>
                  </a:cubicBezTo>
                  <a:cubicBezTo>
                    <a:pt x="36" y="8"/>
                    <a:pt x="38" y="6"/>
                    <a:pt x="38" y="4"/>
                  </a:cubicBezTo>
                  <a:cubicBezTo>
                    <a:pt x="38" y="2"/>
                    <a:pt x="37" y="0"/>
                    <a:pt x="34" y="0"/>
                  </a:cubicBezTo>
                  <a:cubicBezTo>
                    <a:pt x="34" y="0"/>
                    <a:pt x="34" y="0"/>
                    <a:pt x="34" y="0"/>
                  </a:cubicBezTo>
                  <a:cubicBezTo>
                    <a:pt x="21" y="0"/>
                    <a:pt x="13" y="6"/>
                    <a:pt x="8" y="12"/>
                  </a:cubicBezTo>
                  <a:cubicBezTo>
                    <a:pt x="3" y="18"/>
                    <a:pt x="1" y="24"/>
                    <a:pt x="1" y="25"/>
                  </a:cubicBezTo>
                  <a:cubicBezTo>
                    <a:pt x="0" y="27"/>
                    <a:pt x="2" y="29"/>
                    <a:pt x="4" y="3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4" name="Freeform 70"/>
            <p:cNvSpPr>
              <a:spLocks/>
            </p:cNvSpPr>
            <p:nvPr/>
          </p:nvSpPr>
          <p:spPr bwMode="auto">
            <a:xfrm>
              <a:off x="1690688" y="3097213"/>
              <a:ext cx="82550" cy="68263"/>
            </a:xfrm>
            <a:custGeom>
              <a:avLst/>
              <a:gdLst>
                <a:gd name="T0" fmla="*/ 50 w 54"/>
                <a:gd name="T1" fmla="*/ 8 h 45"/>
                <a:gd name="T2" fmla="*/ 54 w 54"/>
                <a:gd name="T3" fmla="*/ 4 h 45"/>
                <a:gd name="T4" fmla="*/ 50 w 54"/>
                <a:gd name="T5" fmla="*/ 0 h 45"/>
                <a:gd name="T6" fmla="*/ 47 w 54"/>
                <a:gd name="T7" fmla="*/ 0 h 45"/>
                <a:gd name="T8" fmla="*/ 7 w 54"/>
                <a:gd name="T9" fmla="*/ 20 h 45"/>
                <a:gd name="T10" fmla="*/ 0 w 54"/>
                <a:gd name="T11" fmla="*/ 40 h 45"/>
                <a:gd name="T12" fmla="*/ 4 w 54"/>
                <a:gd name="T13" fmla="*/ 45 h 45"/>
                <a:gd name="T14" fmla="*/ 4 w 54"/>
                <a:gd name="T15" fmla="*/ 45 h 45"/>
                <a:gd name="T16" fmla="*/ 8 w 54"/>
                <a:gd name="T17" fmla="*/ 41 h 45"/>
                <a:gd name="T18" fmla="*/ 9 w 54"/>
                <a:gd name="T19" fmla="*/ 36 h 45"/>
                <a:gd name="T20" fmla="*/ 47 w 54"/>
                <a:gd name="T21" fmla="*/ 8 h 45"/>
                <a:gd name="T22" fmla="*/ 50 w 54"/>
                <a:gd name="T23" fmla="*/ 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 h="45">
                  <a:moveTo>
                    <a:pt x="50" y="8"/>
                  </a:moveTo>
                  <a:cubicBezTo>
                    <a:pt x="52" y="8"/>
                    <a:pt x="54" y="7"/>
                    <a:pt x="54" y="4"/>
                  </a:cubicBezTo>
                  <a:cubicBezTo>
                    <a:pt x="54" y="2"/>
                    <a:pt x="53" y="0"/>
                    <a:pt x="50" y="0"/>
                  </a:cubicBezTo>
                  <a:cubicBezTo>
                    <a:pt x="49" y="0"/>
                    <a:pt x="48" y="0"/>
                    <a:pt x="47" y="0"/>
                  </a:cubicBezTo>
                  <a:cubicBezTo>
                    <a:pt x="26" y="0"/>
                    <a:pt x="13" y="10"/>
                    <a:pt x="7" y="20"/>
                  </a:cubicBezTo>
                  <a:cubicBezTo>
                    <a:pt x="1" y="30"/>
                    <a:pt x="0" y="40"/>
                    <a:pt x="0" y="40"/>
                  </a:cubicBezTo>
                  <a:cubicBezTo>
                    <a:pt x="0" y="43"/>
                    <a:pt x="2" y="45"/>
                    <a:pt x="4" y="45"/>
                  </a:cubicBezTo>
                  <a:cubicBezTo>
                    <a:pt x="4" y="45"/>
                    <a:pt x="4" y="45"/>
                    <a:pt x="4" y="45"/>
                  </a:cubicBezTo>
                  <a:cubicBezTo>
                    <a:pt x="6" y="45"/>
                    <a:pt x="8" y="43"/>
                    <a:pt x="8" y="41"/>
                  </a:cubicBezTo>
                  <a:cubicBezTo>
                    <a:pt x="8" y="41"/>
                    <a:pt x="8" y="39"/>
                    <a:pt x="9" y="36"/>
                  </a:cubicBezTo>
                  <a:cubicBezTo>
                    <a:pt x="12" y="26"/>
                    <a:pt x="19" y="8"/>
                    <a:pt x="47" y="8"/>
                  </a:cubicBezTo>
                  <a:cubicBezTo>
                    <a:pt x="48" y="8"/>
                    <a:pt x="49" y="8"/>
                    <a:pt x="50" y="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5" name="Freeform 71"/>
            <p:cNvSpPr>
              <a:spLocks/>
            </p:cNvSpPr>
            <p:nvPr/>
          </p:nvSpPr>
          <p:spPr bwMode="auto">
            <a:xfrm>
              <a:off x="1497013" y="3598863"/>
              <a:ext cx="47625" cy="57150"/>
            </a:xfrm>
            <a:custGeom>
              <a:avLst/>
              <a:gdLst>
                <a:gd name="T0" fmla="*/ 13 w 31"/>
                <a:gd name="T1" fmla="*/ 30 h 37"/>
                <a:gd name="T2" fmla="*/ 25 w 31"/>
                <a:gd name="T3" fmla="*/ 37 h 37"/>
                <a:gd name="T4" fmla="*/ 27 w 31"/>
                <a:gd name="T5" fmla="*/ 37 h 37"/>
                <a:gd name="T6" fmla="*/ 30 w 31"/>
                <a:gd name="T7" fmla="*/ 35 h 37"/>
                <a:gd name="T8" fmla="*/ 28 w 31"/>
                <a:gd name="T9" fmla="*/ 30 h 37"/>
                <a:gd name="T10" fmla="*/ 25 w 31"/>
                <a:gd name="T11" fmla="*/ 28 h 37"/>
                <a:gd name="T12" fmla="*/ 8 w 31"/>
                <a:gd name="T13" fmla="*/ 5 h 37"/>
                <a:gd name="T14" fmla="*/ 8 w 31"/>
                <a:gd name="T15" fmla="*/ 4 h 37"/>
                <a:gd name="T16" fmla="*/ 4 w 31"/>
                <a:gd name="T17" fmla="*/ 0 h 37"/>
                <a:gd name="T18" fmla="*/ 0 w 31"/>
                <a:gd name="T19" fmla="*/ 4 h 37"/>
                <a:gd name="T20" fmla="*/ 0 w 31"/>
                <a:gd name="T21" fmla="*/ 5 h 37"/>
                <a:gd name="T22" fmla="*/ 13 w 31"/>
                <a:gd name="T23" fmla="*/ 3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37">
                  <a:moveTo>
                    <a:pt x="13" y="30"/>
                  </a:moveTo>
                  <a:cubicBezTo>
                    <a:pt x="19" y="35"/>
                    <a:pt x="25" y="37"/>
                    <a:pt x="25" y="37"/>
                  </a:cubicBezTo>
                  <a:cubicBezTo>
                    <a:pt x="26" y="37"/>
                    <a:pt x="26" y="37"/>
                    <a:pt x="27" y="37"/>
                  </a:cubicBezTo>
                  <a:cubicBezTo>
                    <a:pt x="28" y="37"/>
                    <a:pt x="30" y="36"/>
                    <a:pt x="30" y="35"/>
                  </a:cubicBezTo>
                  <a:cubicBezTo>
                    <a:pt x="31" y="33"/>
                    <a:pt x="30" y="30"/>
                    <a:pt x="28" y="30"/>
                  </a:cubicBezTo>
                  <a:cubicBezTo>
                    <a:pt x="28" y="30"/>
                    <a:pt x="27" y="29"/>
                    <a:pt x="25" y="28"/>
                  </a:cubicBezTo>
                  <a:cubicBezTo>
                    <a:pt x="19" y="26"/>
                    <a:pt x="8" y="19"/>
                    <a:pt x="8" y="5"/>
                  </a:cubicBezTo>
                  <a:cubicBezTo>
                    <a:pt x="8" y="5"/>
                    <a:pt x="8" y="4"/>
                    <a:pt x="8" y="4"/>
                  </a:cubicBezTo>
                  <a:cubicBezTo>
                    <a:pt x="8" y="2"/>
                    <a:pt x="7" y="0"/>
                    <a:pt x="4" y="0"/>
                  </a:cubicBezTo>
                  <a:cubicBezTo>
                    <a:pt x="2" y="0"/>
                    <a:pt x="0" y="2"/>
                    <a:pt x="0" y="4"/>
                  </a:cubicBezTo>
                  <a:cubicBezTo>
                    <a:pt x="0" y="4"/>
                    <a:pt x="0" y="5"/>
                    <a:pt x="0" y="5"/>
                  </a:cubicBezTo>
                  <a:cubicBezTo>
                    <a:pt x="0" y="17"/>
                    <a:pt x="7" y="25"/>
                    <a:pt x="13" y="3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6" name="Freeform 72"/>
            <p:cNvSpPr>
              <a:spLocks/>
            </p:cNvSpPr>
            <p:nvPr/>
          </p:nvSpPr>
          <p:spPr bwMode="auto">
            <a:xfrm>
              <a:off x="1470025" y="3602038"/>
              <a:ext cx="68262" cy="82550"/>
            </a:xfrm>
            <a:custGeom>
              <a:avLst/>
              <a:gdLst>
                <a:gd name="T0" fmla="*/ 20 w 45"/>
                <a:gd name="T1" fmla="*/ 47 h 54"/>
                <a:gd name="T2" fmla="*/ 40 w 45"/>
                <a:gd name="T3" fmla="*/ 54 h 54"/>
                <a:gd name="T4" fmla="*/ 40 w 45"/>
                <a:gd name="T5" fmla="*/ 54 h 54"/>
                <a:gd name="T6" fmla="*/ 44 w 45"/>
                <a:gd name="T7" fmla="*/ 50 h 54"/>
                <a:gd name="T8" fmla="*/ 41 w 45"/>
                <a:gd name="T9" fmla="*/ 46 h 54"/>
                <a:gd name="T10" fmla="*/ 41 w 45"/>
                <a:gd name="T11" fmla="*/ 46 h 54"/>
                <a:gd name="T12" fmla="*/ 36 w 45"/>
                <a:gd name="T13" fmla="*/ 45 h 54"/>
                <a:gd name="T14" fmla="*/ 8 w 45"/>
                <a:gd name="T15" fmla="*/ 7 h 54"/>
                <a:gd name="T16" fmla="*/ 8 w 45"/>
                <a:gd name="T17" fmla="*/ 4 h 54"/>
                <a:gd name="T18" fmla="*/ 4 w 45"/>
                <a:gd name="T19" fmla="*/ 0 h 54"/>
                <a:gd name="T20" fmla="*/ 0 w 45"/>
                <a:gd name="T21" fmla="*/ 4 h 54"/>
                <a:gd name="T22" fmla="*/ 0 w 45"/>
                <a:gd name="T23" fmla="*/ 7 h 54"/>
                <a:gd name="T24" fmla="*/ 20 w 45"/>
                <a:gd name="T25" fmla="*/ 4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5" h="54">
                  <a:moveTo>
                    <a:pt x="20" y="47"/>
                  </a:moveTo>
                  <a:cubicBezTo>
                    <a:pt x="30" y="53"/>
                    <a:pt x="40" y="54"/>
                    <a:pt x="40" y="54"/>
                  </a:cubicBezTo>
                  <a:cubicBezTo>
                    <a:pt x="40" y="54"/>
                    <a:pt x="40" y="54"/>
                    <a:pt x="40" y="54"/>
                  </a:cubicBezTo>
                  <a:cubicBezTo>
                    <a:pt x="43" y="54"/>
                    <a:pt x="44" y="52"/>
                    <a:pt x="44" y="50"/>
                  </a:cubicBezTo>
                  <a:cubicBezTo>
                    <a:pt x="45" y="48"/>
                    <a:pt x="43" y="46"/>
                    <a:pt x="41" y="46"/>
                  </a:cubicBezTo>
                  <a:cubicBezTo>
                    <a:pt x="41" y="46"/>
                    <a:pt x="41" y="46"/>
                    <a:pt x="41" y="46"/>
                  </a:cubicBezTo>
                  <a:cubicBezTo>
                    <a:pt x="41" y="46"/>
                    <a:pt x="39" y="46"/>
                    <a:pt x="36" y="45"/>
                  </a:cubicBezTo>
                  <a:cubicBezTo>
                    <a:pt x="26" y="43"/>
                    <a:pt x="8" y="35"/>
                    <a:pt x="8" y="7"/>
                  </a:cubicBezTo>
                  <a:cubicBezTo>
                    <a:pt x="8" y="6"/>
                    <a:pt x="8" y="5"/>
                    <a:pt x="8" y="4"/>
                  </a:cubicBezTo>
                  <a:cubicBezTo>
                    <a:pt x="8" y="2"/>
                    <a:pt x="6" y="0"/>
                    <a:pt x="4" y="0"/>
                  </a:cubicBezTo>
                  <a:cubicBezTo>
                    <a:pt x="2" y="0"/>
                    <a:pt x="0" y="2"/>
                    <a:pt x="0" y="4"/>
                  </a:cubicBezTo>
                  <a:cubicBezTo>
                    <a:pt x="0" y="5"/>
                    <a:pt x="0" y="6"/>
                    <a:pt x="0" y="7"/>
                  </a:cubicBezTo>
                  <a:cubicBezTo>
                    <a:pt x="0" y="29"/>
                    <a:pt x="10" y="41"/>
                    <a:pt x="20" y="4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7" name="Freeform 73"/>
            <p:cNvSpPr>
              <a:spLocks/>
            </p:cNvSpPr>
            <p:nvPr/>
          </p:nvSpPr>
          <p:spPr bwMode="auto">
            <a:xfrm>
              <a:off x="2114550" y="3684588"/>
              <a:ext cx="68262" cy="52388"/>
            </a:xfrm>
            <a:custGeom>
              <a:avLst/>
              <a:gdLst>
                <a:gd name="T0" fmla="*/ 4 w 44"/>
                <a:gd name="T1" fmla="*/ 35 h 35"/>
                <a:gd name="T2" fmla="*/ 8 w 44"/>
                <a:gd name="T3" fmla="*/ 35 h 35"/>
                <a:gd name="T4" fmla="*/ 8 w 44"/>
                <a:gd name="T5" fmla="*/ 35 h 35"/>
                <a:gd name="T6" fmla="*/ 38 w 44"/>
                <a:gd name="T7" fmla="*/ 20 h 35"/>
                <a:gd name="T8" fmla="*/ 43 w 44"/>
                <a:gd name="T9" fmla="*/ 5 h 35"/>
                <a:gd name="T10" fmla="*/ 40 w 44"/>
                <a:gd name="T11" fmla="*/ 1 h 35"/>
                <a:gd name="T12" fmla="*/ 35 w 44"/>
                <a:gd name="T13" fmla="*/ 4 h 35"/>
                <a:gd name="T14" fmla="*/ 35 w 44"/>
                <a:gd name="T15" fmla="*/ 8 h 35"/>
                <a:gd name="T16" fmla="*/ 8 w 44"/>
                <a:gd name="T17" fmla="*/ 27 h 35"/>
                <a:gd name="T18" fmla="*/ 5 w 44"/>
                <a:gd name="T19" fmla="*/ 27 h 35"/>
                <a:gd name="T20" fmla="*/ 0 w 44"/>
                <a:gd name="T21" fmla="*/ 30 h 35"/>
                <a:gd name="T22" fmla="*/ 4 w 44"/>
                <a:gd name="T23"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 h="35">
                  <a:moveTo>
                    <a:pt x="4" y="35"/>
                  </a:moveTo>
                  <a:cubicBezTo>
                    <a:pt x="6" y="35"/>
                    <a:pt x="7" y="35"/>
                    <a:pt x="8" y="35"/>
                  </a:cubicBezTo>
                  <a:cubicBezTo>
                    <a:pt x="8" y="35"/>
                    <a:pt x="8" y="35"/>
                    <a:pt x="8" y="35"/>
                  </a:cubicBezTo>
                  <a:cubicBezTo>
                    <a:pt x="24" y="35"/>
                    <a:pt x="33" y="27"/>
                    <a:pt x="38" y="20"/>
                  </a:cubicBezTo>
                  <a:cubicBezTo>
                    <a:pt x="43" y="12"/>
                    <a:pt x="43" y="5"/>
                    <a:pt x="43" y="5"/>
                  </a:cubicBezTo>
                  <a:cubicBezTo>
                    <a:pt x="44" y="3"/>
                    <a:pt x="42" y="1"/>
                    <a:pt x="40" y="1"/>
                  </a:cubicBezTo>
                  <a:cubicBezTo>
                    <a:pt x="38" y="0"/>
                    <a:pt x="36" y="2"/>
                    <a:pt x="35" y="4"/>
                  </a:cubicBezTo>
                  <a:cubicBezTo>
                    <a:pt x="35" y="4"/>
                    <a:pt x="35" y="5"/>
                    <a:pt x="35" y="8"/>
                  </a:cubicBezTo>
                  <a:cubicBezTo>
                    <a:pt x="33" y="14"/>
                    <a:pt x="28" y="27"/>
                    <a:pt x="8" y="27"/>
                  </a:cubicBezTo>
                  <a:cubicBezTo>
                    <a:pt x="7" y="27"/>
                    <a:pt x="6" y="27"/>
                    <a:pt x="5" y="27"/>
                  </a:cubicBezTo>
                  <a:cubicBezTo>
                    <a:pt x="2" y="26"/>
                    <a:pt x="1" y="28"/>
                    <a:pt x="0" y="30"/>
                  </a:cubicBezTo>
                  <a:cubicBezTo>
                    <a:pt x="0" y="33"/>
                    <a:pt x="2" y="34"/>
                    <a:pt x="4" y="3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8" name="Freeform 74"/>
            <p:cNvSpPr>
              <a:spLocks/>
            </p:cNvSpPr>
            <p:nvPr/>
          </p:nvSpPr>
          <p:spPr bwMode="auto">
            <a:xfrm>
              <a:off x="2111375" y="3695700"/>
              <a:ext cx="100012" cy="74613"/>
            </a:xfrm>
            <a:custGeom>
              <a:avLst/>
              <a:gdLst>
                <a:gd name="T0" fmla="*/ 0 w 66"/>
                <a:gd name="T1" fmla="*/ 45 h 49"/>
                <a:gd name="T2" fmla="*/ 4 w 66"/>
                <a:gd name="T3" fmla="*/ 49 h 49"/>
                <a:gd name="T4" fmla="*/ 4 w 66"/>
                <a:gd name="T5" fmla="*/ 49 h 49"/>
                <a:gd name="T6" fmla="*/ 66 w 66"/>
                <a:gd name="T7" fmla="*/ 6 h 49"/>
                <a:gd name="T8" fmla="*/ 63 w 66"/>
                <a:gd name="T9" fmla="*/ 1 h 49"/>
                <a:gd name="T10" fmla="*/ 58 w 66"/>
                <a:gd name="T11" fmla="*/ 4 h 49"/>
                <a:gd name="T12" fmla="*/ 58 w 66"/>
                <a:gd name="T13" fmla="*/ 4 h 49"/>
                <a:gd name="T14" fmla="*/ 56 w 66"/>
                <a:gd name="T15" fmla="*/ 9 h 49"/>
                <a:gd name="T16" fmla="*/ 4 w 66"/>
                <a:gd name="T17" fmla="*/ 41 h 49"/>
                <a:gd name="T18" fmla="*/ 0 w 66"/>
                <a:gd name="T19"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49">
                  <a:moveTo>
                    <a:pt x="0" y="45"/>
                  </a:moveTo>
                  <a:cubicBezTo>
                    <a:pt x="0" y="47"/>
                    <a:pt x="2" y="49"/>
                    <a:pt x="4" y="49"/>
                  </a:cubicBezTo>
                  <a:cubicBezTo>
                    <a:pt x="4" y="49"/>
                    <a:pt x="4" y="49"/>
                    <a:pt x="4" y="49"/>
                  </a:cubicBezTo>
                  <a:cubicBezTo>
                    <a:pt x="50" y="47"/>
                    <a:pt x="66" y="7"/>
                    <a:pt x="66" y="6"/>
                  </a:cubicBezTo>
                  <a:cubicBezTo>
                    <a:pt x="66" y="4"/>
                    <a:pt x="65" y="2"/>
                    <a:pt x="63" y="1"/>
                  </a:cubicBezTo>
                  <a:cubicBezTo>
                    <a:pt x="61" y="0"/>
                    <a:pt x="59" y="2"/>
                    <a:pt x="58" y="4"/>
                  </a:cubicBezTo>
                  <a:cubicBezTo>
                    <a:pt x="58" y="4"/>
                    <a:pt x="58" y="4"/>
                    <a:pt x="58" y="4"/>
                  </a:cubicBezTo>
                  <a:cubicBezTo>
                    <a:pt x="58" y="4"/>
                    <a:pt x="57" y="6"/>
                    <a:pt x="56" y="9"/>
                  </a:cubicBezTo>
                  <a:cubicBezTo>
                    <a:pt x="50" y="19"/>
                    <a:pt x="34" y="40"/>
                    <a:pt x="4" y="41"/>
                  </a:cubicBezTo>
                  <a:cubicBezTo>
                    <a:pt x="2" y="41"/>
                    <a:pt x="0" y="43"/>
                    <a:pt x="0" y="4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79" name="组合 78"/>
          <p:cNvGrpSpPr/>
          <p:nvPr/>
        </p:nvGrpSpPr>
        <p:grpSpPr>
          <a:xfrm>
            <a:off x="4298950" y="1201738"/>
            <a:ext cx="1408113" cy="1504950"/>
            <a:chOff x="4298950" y="1201738"/>
            <a:chExt cx="1408113" cy="1504950"/>
          </a:xfrm>
        </p:grpSpPr>
        <p:sp>
          <p:nvSpPr>
            <p:cNvPr id="80" name="Freeform 75"/>
            <p:cNvSpPr>
              <a:spLocks/>
            </p:cNvSpPr>
            <p:nvPr/>
          </p:nvSpPr>
          <p:spPr bwMode="auto">
            <a:xfrm>
              <a:off x="5192713" y="1211263"/>
              <a:ext cx="290512" cy="292100"/>
            </a:xfrm>
            <a:custGeom>
              <a:avLst/>
              <a:gdLst>
                <a:gd name="T0" fmla="*/ 84 w 191"/>
                <a:gd name="T1" fmla="*/ 185 h 192"/>
                <a:gd name="T2" fmla="*/ 185 w 191"/>
                <a:gd name="T3" fmla="*/ 108 h 192"/>
                <a:gd name="T4" fmla="*/ 107 w 191"/>
                <a:gd name="T5" fmla="*/ 7 h 192"/>
                <a:gd name="T6" fmla="*/ 6 w 191"/>
                <a:gd name="T7" fmla="*/ 84 h 192"/>
                <a:gd name="T8" fmla="*/ 84 w 191"/>
                <a:gd name="T9" fmla="*/ 185 h 192"/>
              </a:gdLst>
              <a:ahLst/>
              <a:cxnLst>
                <a:cxn ang="0">
                  <a:pos x="T0" y="T1"/>
                </a:cxn>
                <a:cxn ang="0">
                  <a:pos x="T2" y="T3"/>
                </a:cxn>
                <a:cxn ang="0">
                  <a:pos x="T4" y="T5"/>
                </a:cxn>
                <a:cxn ang="0">
                  <a:pos x="T6" y="T7"/>
                </a:cxn>
                <a:cxn ang="0">
                  <a:pos x="T8" y="T9"/>
                </a:cxn>
              </a:cxnLst>
              <a:rect l="0" t="0" r="r" b="b"/>
              <a:pathLst>
                <a:path w="191" h="192">
                  <a:moveTo>
                    <a:pt x="84" y="185"/>
                  </a:moveTo>
                  <a:cubicBezTo>
                    <a:pt x="133" y="192"/>
                    <a:pt x="178" y="157"/>
                    <a:pt x="185" y="108"/>
                  </a:cubicBezTo>
                  <a:cubicBezTo>
                    <a:pt x="191" y="58"/>
                    <a:pt x="156" y="13"/>
                    <a:pt x="107" y="7"/>
                  </a:cubicBezTo>
                  <a:cubicBezTo>
                    <a:pt x="58" y="0"/>
                    <a:pt x="13" y="35"/>
                    <a:pt x="6" y="84"/>
                  </a:cubicBezTo>
                  <a:cubicBezTo>
                    <a:pt x="0" y="134"/>
                    <a:pt x="35" y="179"/>
                    <a:pt x="84" y="18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1" name="Freeform 76"/>
            <p:cNvSpPr>
              <a:spLocks/>
            </p:cNvSpPr>
            <p:nvPr/>
          </p:nvSpPr>
          <p:spPr bwMode="auto">
            <a:xfrm>
              <a:off x="4992688" y="1533525"/>
              <a:ext cx="3175" cy="1588"/>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1"/>
                    <a:pt x="0" y="1"/>
                  </a:cubicBezTo>
                  <a:cubicBezTo>
                    <a:pt x="0" y="1"/>
                    <a:pt x="1" y="1"/>
                    <a:pt x="2" y="1"/>
                  </a:cubicBezTo>
                  <a:cubicBezTo>
                    <a:pt x="2" y="1"/>
                    <a:pt x="2" y="1"/>
                    <a:pt x="2"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2" name="Freeform 77"/>
            <p:cNvSpPr>
              <a:spLocks/>
            </p:cNvSpPr>
            <p:nvPr/>
          </p:nvSpPr>
          <p:spPr bwMode="auto">
            <a:xfrm>
              <a:off x="4862513" y="1517650"/>
              <a:ext cx="844550" cy="1116013"/>
            </a:xfrm>
            <a:custGeom>
              <a:avLst/>
              <a:gdLst>
                <a:gd name="T0" fmla="*/ 272 w 555"/>
                <a:gd name="T1" fmla="*/ 74 h 733"/>
                <a:gd name="T2" fmla="*/ 213 w 555"/>
                <a:gd name="T3" fmla="*/ 133 h 733"/>
                <a:gd name="T4" fmla="*/ 242 w 555"/>
                <a:gd name="T5" fmla="*/ 169 h 733"/>
                <a:gd name="T6" fmla="*/ 247 w 555"/>
                <a:gd name="T7" fmla="*/ 173 h 733"/>
                <a:gd name="T8" fmla="*/ 248 w 555"/>
                <a:gd name="T9" fmla="*/ 178 h 733"/>
                <a:gd name="T10" fmla="*/ 264 w 555"/>
                <a:gd name="T11" fmla="*/ 208 h 733"/>
                <a:gd name="T12" fmla="*/ 265 w 555"/>
                <a:gd name="T13" fmla="*/ 238 h 733"/>
                <a:gd name="T14" fmla="*/ 248 w 555"/>
                <a:gd name="T15" fmla="*/ 261 h 733"/>
                <a:gd name="T16" fmla="*/ 234 w 555"/>
                <a:gd name="T17" fmla="*/ 266 h 733"/>
                <a:gd name="T18" fmla="*/ 223 w 555"/>
                <a:gd name="T19" fmla="*/ 292 h 733"/>
                <a:gd name="T20" fmla="*/ 214 w 555"/>
                <a:gd name="T21" fmla="*/ 314 h 733"/>
                <a:gd name="T22" fmla="*/ 14 w 555"/>
                <a:gd name="T23" fmla="*/ 654 h 733"/>
                <a:gd name="T24" fmla="*/ 32 w 555"/>
                <a:gd name="T25" fmla="*/ 722 h 733"/>
                <a:gd name="T26" fmla="*/ 57 w 555"/>
                <a:gd name="T27" fmla="*/ 729 h 733"/>
                <a:gd name="T28" fmla="*/ 100 w 555"/>
                <a:gd name="T29" fmla="*/ 705 h 733"/>
                <a:gd name="T30" fmla="*/ 315 w 555"/>
                <a:gd name="T31" fmla="*/ 341 h 733"/>
                <a:gd name="T32" fmla="*/ 329 w 555"/>
                <a:gd name="T33" fmla="*/ 341 h 733"/>
                <a:gd name="T34" fmla="*/ 416 w 555"/>
                <a:gd name="T35" fmla="*/ 478 h 733"/>
                <a:gd name="T36" fmla="*/ 405 w 555"/>
                <a:gd name="T37" fmla="*/ 680 h 733"/>
                <a:gd name="T38" fmla="*/ 452 w 555"/>
                <a:gd name="T39" fmla="*/ 733 h 733"/>
                <a:gd name="T40" fmla="*/ 455 w 555"/>
                <a:gd name="T41" fmla="*/ 733 h 733"/>
                <a:gd name="T42" fmla="*/ 505 w 555"/>
                <a:gd name="T43" fmla="*/ 686 h 733"/>
                <a:gd name="T44" fmla="*/ 517 w 555"/>
                <a:gd name="T45" fmla="*/ 467 h 733"/>
                <a:gd name="T46" fmla="*/ 509 w 555"/>
                <a:gd name="T47" fmla="*/ 438 h 733"/>
                <a:gd name="T48" fmla="*/ 410 w 555"/>
                <a:gd name="T49" fmla="*/ 281 h 733"/>
                <a:gd name="T50" fmla="*/ 418 w 555"/>
                <a:gd name="T51" fmla="*/ 258 h 733"/>
                <a:gd name="T52" fmla="*/ 383 w 555"/>
                <a:gd name="T53" fmla="*/ 266 h 733"/>
                <a:gd name="T54" fmla="*/ 375 w 555"/>
                <a:gd name="T55" fmla="*/ 267 h 733"/>
                <a:gd name="T56" fmla="*/ 336 w 555"/>
                <a:gd name="T57" fmla="*/ 235 h 733"/>
                <a:gd name="T58" fmla="*/ 342 w 555"/>
                <a:gd name="T59" fmla="*/ 205 h 733"/>
                <a:gd name="T60" fmla="*/ 348 w 555"/>
                <a:gd name="T61" fmla="*/ 198 h 733"/>
                <a:gd name="T62" fmla="*/ 284 w 555"/>
                <a:gd name="T63" fmla="*/ 105 h 733"/>
                <a:gd name="T64" fmla="*/ 285 w 555"/>
                <a:gd name="T65" fmla="*/ 56 h 733"/>
                <a:gd name="T66" fmla="*/ 372 w 555"/>
                <a:gd name="T67" fmla="*/ 187 h 733"/>
                <a:gd name="T68" fmla="*/ 442 w 555"/>
                <a:gd name="T69" fmla="*/ 167 h 733"/>
                <a:gd name="T70" fmla="*/ 448 w 555"/>
                <a:gd name="T71" fmla="*/ 94 h 733"/>
                <a:gd name="T72" fmla="*/ 470 w 555"/>
                <a:gd name="T73" fmla="*/ 111 h 733"/>
                <a:gd name="T74" fmla="*/ 487 w 555"/>
                <a:gd name="T75" fmla="*/ 130 h 733"/>
                <a:gd name="T76" fmla="*/ 491 w 555"/>
                <a:gd name="T77" fmla="*/ 138 h 733"/>
                <a:gd name="T78" fmla="*/ 491 w 555"/>
                <a:gd name="T79" fmla="*/ 141 h 733"/>
                <a:gd name="T80" fmla="*/ 485 w 555"/>
                <a:gd name="T81" fmla="*/ 151 h 733"/>
                <a:gd name="T82" fmla="*/ 485 w 555"/>
                <a:gd name="T83" fmla="*/ 151 h 733"/>
                <a:gd name="T84" fmla="*/ 449 w 555"/>
                <a:gd name="T85" fmla="*/ 173 h 733"/>
                <a:gd name="T86" fmla="*/ 368 w 555"/>
                <a:gd name="T87" fmla="*/ 196 h 733"/>
                <a:gd name="T88" fmla="*/ 344 w 555"/>
                <a:gd name="T89" fmla="*/ 234 h 733"/>
                <a:gd name="T90" fmla="*/ 375 w 555"/>
                <a:gd name="T91" fmla="*/ 259 h 733"/>
                <a:gd name="T92" fmla="*/ 381 w 555"/>
                <a:gd name="T93" fmla="*/ 258 h 733"/>
                <a:gd name="T94" fmla="*/ 473 w 555"/>
                <a:gd name="T95" fmla="*/ 232 h 733"/>
                <a:gd name="T96" fmla="*/ 530 w 555"/>
                <a:gd name="T97" fmla="*/ 197 h 733"/>
                <a:gd name="T98" fmla="*/ 530 w 555"/>
                <a:gd name="T99" fmla="*/ 197 h 733"/>
                <a:gd name="T100" fmla="*/ 547 w 555"/>
                <a:gd name="T101" fmla="*/ 173 h 733"/>
                <a:gd name="T102" fmla="*/ 555 w 555"/>
                <a:gd name="T103" fmla="*/ 141 h 733"/>
                <a:gd name="T104" fmla="*/ 531 w 555"/>
                <a:gd name="T105" fmla="*/ 83 h 733"/>
                <a:gd name="T106" fmla="*/ 464 w 555"/>
                <a:gd name="T107" fmla="*/ 29 h 733"/>
                <a:gd name="T108" fmla="*/ 433 w 555"/>
                <a:gd name="T109" fmla="*/ 13 h 733"/>
                <a:gd name="T110" fmla="*/ 420 w 555"/>
                <a:gd name="T111" fmla="*/ 8 h 733"/>
                <a:gd name="T112" fmla="*/ 411 w 555"/>
                <a:gd name="T113" fmla="*/ 6 h 733"/>
                <a:gd name="T114" fmla="*/ 390 w 555"/>
                <a:gd name="T115" fmla="*/ 1 h 733"/>
                <a:gd name="T116" fmla="*/ 274 w 555"/>
                <a:gd name="T117" fmla="*/ 15 h 733"/>
                <a:gd name="T118" fmla="*/ 272 w 555"/>
                <a:gd name="T119" fmla="*/ 74 h 7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55" h="733">
                  <a:moveTo>
                    <a:pt x="272" y="74"/>
                  </a:moveTo>
                  <a:cubicBezTo>
                    <a:pt x="262" y="103"/>
                    <a:pt x="240" y="124"/>
                    <a:pt x="213" y="133"/>
                  </a:cubicBezTo>
                  <a:cubicBezTo>
                    <a:pt x="225" y="147"/>
                    <a:pt x="234" y="159"/>
                    <a:pt x="242" y="169"/>
                  </a:cubicBezTo>
                  <a:cubicBezTo>
                    <a:pt x="247" y="173"/>
                    <a:pt x="247" y="173"/>
                    <a:pt x="247" y="173"/>
                  </a:cubicBezTo>
                  <a:cubicBezTo>
                    <a:pt x="248" y="174"/>
                    <a:pt x="248" y="176"/>
                    <a:pt x="248" y="178"/>
                  </a:cubicBezTo>
                  <a:cubicBezTo>
                    <a:pt x="256" y="190"/>
                    <a:pt x="261" y="199"/>
                    <a:pt x="264" y="208"/>
                  </a:cubicBezTo>
                  <a:cubicBezTo>
                    <a:pt x="266" y="216"/>
                    <a:pt x="269" y="226"/>
                    <a:pt x="265" y="238"/>
                  </a:cubicBezTo>
                  <a:cubicBezTo>
                    <a:pt x="263" y="247"/>
                    <a:pt x="256" y="256"/>
                    <a:pt x="248" y="261"/>
                  </a:cubicBezTo>
                  <a:cubicBezTo>
                    <a:pt x="243" y="264"/>
                    <a:pt x="238" y="265"/>
                    <a:pt x="234" y="266"/>
                  </a:cubicBezTo>
                  <a:cubicBezTo>
                    <a:pt x="231" y="274"/>
                    <a:pt x="227" y="283"/>
                    <a:pt x="223" y="292"/>
                  </a:cubicBezTo>
                  <a:cubicBezTo>
                    <a:pt x="221" y="298"/>
                    <a:pt x="217" y="306"/>
                    <a:pt x="214" y="314"/>
                  </a:cubicBezTo>
                  <a:cubicBezTo>
                    <a:pt x="14" y="654"/>
                    <a:pt x="14" y="654"/>
                    <a:pt x="14" y="654"/>
                  </a:cubicBezTo>
                  <a:cubicBezTo>
                    <a:pt x="0" y="678"/>
                    <a:pt x="8" y="708"/>
                    <a:pt x="32" y="722"/>
                  </a:cubicBezTo>
                  <a:cubicBezTo>
                    <a:pt x="40" y="727"/>
                    <a:pt x="48" y="729"/>
                    <a:pt x="57" y="729"/>
                  </a:cubicBezTo>
                  <a:cubicBezTo>
                    <a:pt x="74" y="729"/>
                    <a:pt x="91" y="720"/>
                    <a:pt x="100" y="705"/>
                  </a:cubicBezTo>
                  <a:cubicBezTo>
                    <a:pt x="315" y="341"/>
                    <a:pt x="315" y="341"/>
                    <a:pt x="315" y="341"/>
                  </a:cubicBezTo>
                  <a:cubicBezTo>
                    <a:pt x="319" y="340"/>
                    <a:pt x="324" y="341"/>
                    <a:pt x="329" y="341"/>
                  </a:cubicBezTo>
                  <a:cubicBezTo>
                    <a:pt x="416" y="478"/>
                    <a:pt x="416" y="478"/>
                    <a:pt x="416" y="478"/>
                  </a:cubicBezTo>
                  <a:cubicBezTo>
                    <a:pt x="405" y="680"/>
                    <a:pt x="405" y="680"/>
                    <a:pt x="405" y="680"/>
                  </a:cubicBezTo>
                  <a:cubicBezTo>
                    <a:pt x="404" y="708"/>
                    <a:pt x="425" y="732"/>
                    <a:pt x="452" y="733"/>
                  </a:cubicBezTo>
                  <a:cubicBezTo>
                    <a:pt x="453" y="733"/>
                    <a:pt x="454" y="733"/>
                    <a:pt x="455" y="733"/>
                  </a:cubicBezTo>
                  <a:cubicBezTo>
                    <a:pt x="481" y="733"/>
                    <a:pt x="503" y="713"/>
                    <a:pt x="505" y="686"/>
                  </a:cubicBezTo>
                  <a:cubicBezTo>
                    <a:pt x="517" y="467"/>
                    <a:pt x="517" y="467"/>
                    <a:pt x="517" y="467"/>
                  </a:cubicBezTo>
                  <a:cubicBezTo>
                    <a:pt x="517" y="457"/>
                    <a:pt x="515" y="447"/>
                    <a:pt x="509" y="438"/>
                  </a:cubicBezTo>
                  <a:cubicBezTo>
                    <a:pt x="410" y="281"/>
                    <a:pt x="410" y="281"/>
                    <a:pt x="410" y="281"/>
                  </a:cubicBezTo>
                  <a:cubicBezTo>
                    <a:pt x="413" y="273"/>
                    <a:pt x="415" y="266"/>
                    <a:pt x="418" y="258"/>
                  </a:cubicBezTo>
                  <a:cubicBezTo>
                    <a:pt x="407" y="261"/>
                    <a:pt x="395" y="264"/>
                    <a:pt x="383" y="266"/>
                  </a:cubicBezTo>
                  <a:cubicBezTo>
                    <a:pt x="380" y="267"/>
                    <a:pt x="378" y="267"/>
                    <a:pt x="375" y="267"/>
                  </a:cubicBezTo>
                  <a:cubicBezTo>
                    <a:pt x="356" y="267"/>
                    <a:pt x="340" y="254"/>
                    <a:pt x="336" y="235"/>
                  </a:cubicBezTo>
                  <a:cubicBezTo>
                    <a:pt x="334" y="225"/>
                    <a:pt x="336" y="214"/>
                    <a:pt x="342" y="205"/>
                  </a:cubicBezTo>
                  <a:cubicBezTo>
                    <a:pt x="343" y="202"/>
                    <a:pt x="345" y="200"/>
                    <a:pt x="348" y="198"/>
                  </a:cubicBezTo>
                  <a:cubicBezTo>
                    <a:pt x="284" y="105"/>
                    <a:pt x="284" y="105"/>
                    <a:pt x="284" y="105"/>
                  </a:cubicBezTo>
                  <a:cubicBezTo>
                    <a:pt x="285" y="56"/>
                    <a:pt x="285" y="56"/>
                    <a:pt x="285" y="56"/>
                  </a:cubicBezTo>
                  <a:cubicBezTo>
                    <a:pt x="372" y="187"/>
                    <a:pt x="372" y="187"/>
                    <a:pt x="372" y="187"/>
                  </a:cubicBezTo>
                  <a:cubicBezTo>
                    <a:pt x="400" y="181"/>
                    <a:pt x="423" y="174"/>
                    <a:pt x="442" y="167"/>
                  </a:cubicBezTo>
                  <a:cubicBezTo>
                    <a:pt x="446" y="144"/>
                    <a:pt x="448" y="120"/>
                    <a:pt x="448" y="94"/>
                  </a:cubicBezTo>
                  <a:cubicBezTo>
                    <a:pt x="456" y="100"/>
                    <a:pt x="464" y="105"/>
                    <a:pt x="470" y="111"/>
                  </a:cubicBezTo>
                  <a:cubicBezTo>
                    <a:pt x="477" y="118"/>
                    <a:pt x="483" y="125"/>
                    <a:pt x="487" y="130"/>
                  </a:cubicBezTo>
                  <a:cubicBezTo>
                    <a:pt x="489" y="133"/>
                    <a:pt x="490" y="136"/>
                    <a:pt x="491" y="138"/>
                  </a:cubicBezTo>
                  <a:cubicBezTo>
                    <a:pt x="491" y="139"/>
                    <a:pt x="491" y="140"/>
                    <a:pt x="491" y="141"/>
                  </a:cubicBezTo>
                  <a:cubicBezTo>
                    <a:pt x="491" y="143"/>
                    <a:pt x="491" y="145"/>
                    <a:pt x="485" y="151"/>
                  </a:cubicBezTo>
                  <a:cubicBezTo>
                    <a:pt x="485" y="151"/>
                    <a:pt x="485" y="151"/>
                    <a:pt x="485" y="151"/>
                  </a:cubicBezTo>
                  <a:cubicBezTo>
                    <a:pt x="479" y="157"/>
                    <a:pt x="468" y="165"/>
                    <a:pt x="449" y="173"/>
                  </a:cubicBezTo>
                  <a:cubicBezTo>
                    <a:pt x="429" y="181"/>
                    <a:pt x="403" y="189"/>
                    <a:pt x="368" y="196"/>
                  </a:cubicBezTo>
                  <a:cubicBezTo>
                    <a:pt x="351" y="199"/>
                    <a:pt x="340" y="216"/>
                    <a:pt x="344" y="234"/>
                  </a:cubicBezTo>
                  <a:cubicBezTo>
                    <a:pt x="347" y="249"/>
                    <a:pt x="360" y="259"/>
                    <a:pt x="375" y="259"/>
                  </a:cubicBezTo>
                  <a:cubicBezTo>
                    <a:pt x="377" y="259"/>
                    <a:pt x="379" y="259"/>
                    <a:pt x="381" y="258"/>
                  </a:cubicBezTo>
                  <a:cubicBezTo>
                    <a:pt x="419" y="251"/>
                    <a:pt x="449" y="242"/>
                    <a:pt x="473" y="232"/>
                  </a:cubicBezTo>
                  <a:cubicBezTo>
                    <a:pt x="497" y="222"/>
                    <a:pt x="515" y="211"/>
                    <a:pt x="530" y="197"/>
                  </a:cubicBezTo>
                  <a:cubicBezTo>
                    <a:pt x="530" y="197"/>
                    <a:pt x="530" y="197"/>
                    <a:pt x="530" y="197"/>
                  </a:cubicBezTo>
                  <a:cubicBezTo>
                    <a:pt x="537" y="190"/>
                    <a:pt x="543" y="182"/>
                    <a:pt x="547" y="173"/>
                  </a:cubicBezTo>
                  <a:cubicBezTo>
                    <a:pt x="552" y="163"/>
                    <a:pt x="555" y="152"/>
                    <a:pt x="555" y="141"/>
                  </a:cubicBezTo>
                  <a:cubicBezTo>
                    <a:pt x="555" y="117"/>
                    <a:pt x="544" y="98"/>
                    <a:pt x="531" y="83"/>
                  </a:cubicBezTo>
                  <a:cubicBezTo>
                    <a:pt x="512" y="60"/>
                    <a:pt x="487" y="42"/>
                    <a:pt x="464" y="29"/>
                  </a:cubicBezTo>
                  <a:cubicBezTo>
                    <a:pt x="453" y="23"/>
                    <a:pt x="442" y="17"/>
                    <a:pt x="433" y="13"/>
                  </a:cubicBezTo>
                  <a:cubicBezTo>
                    <a:pt x="428" y="11"/>
                    <a:pt x="424" y="10"/>
                    <a:pt x="420" y="8"/>
                  </a:cubicBezTo>
                  <a:cubicBezTo>
                    <a:pt x="417" y="7"/>
                    <a:pt x="414" y="6"/>
                    <a:pt x="411" y="6"/>
                  </a:cubicBezTo>
                  <a:cubicBezTo>
                    <a:pt x="404" y="2"/>
                    <a:pt x="396" y="0"/>
                    <a:pt x="390" y="1"/>
                  </a:cubicBezTo>
                  <a:cubicBezTo>
                    <a:pt x="352" y="6"/>
                    <a:pt x="313" y="11"/>
                    <a:pt x="274" y="15"/>
                  </a:cubicBezTo>
                  <a:cubicBezTo>
                    <a:pt x="280" y="34"/>
                    <a:pt x="279" y="54"/>
                    <a:pt x="272" y="7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3" name="Freeform 78"/>
            <p:cNvSpPr>
              <a:spLocks/>
            </p:cNvSpPr>
            <p:nvPr/>
          </p:nvSpPr>
          <p:spPr bwMode="auto">
            <a:xfrm>
              <a:off x="4298950" y="1479550"/>
              <a:ext cx="958850" cy="1227138"/>
            </a:xfrm>
            <a:custGeom>
              <a:avLst/>
              <a:gdLst>
                <a:gd name="T0" fmla="*/ 25 w 631"/>
                <a:gd name="T1" fmla="*/ 682 h 806"/>
                <a:gd name="T2" fmla="*/ 34 w 631"/>
                <a:gd name="T3" fmla="*/ 687 h 806"/>
                <a:gd name="T4" fmla="*/ 80 w 631"/>
                <a:gd name="T5" fmla="*/ 669 h 806"/>
                <a:gd name="T6" fmla="*/ 245 w 631"/>
                <a:gd name="T7" fmla="*/ 469 h 806"/>
                <a:gd name="T8" fmla="*/ 290 w 631"/>
                <a:gd name="T9" fmla="*/ 489 h 806"/>
                <a:gd name="T10" fmla="*/ 278 w 631"/>
                <a:gd name="T11" fmla="*/ 524 h 806"/>
                <a:gd name="T12" fmla="*/ 244 w 631"/>
                <a:gd name="T13" fmla="*/ 767 h 806"/>
                <a:gd name="T14" fmla="*/ 272 w 631"/>
                <a:gd name="T15" fmla="*/ 804 h 806"/>
                <a:gd name="T16" fmla="*/ 284 w 631"/>
                <a:gd name="T17" fmla="*/ 806 h 806"/>
                <a:gd name="T18" fmla="*/ 324 w 631"/>
                <a:gd name="T19" fmla="*/ 765 h 806"/>
                <a:gd name="T20" fmla="*/ 354 w 631"/>
                <a:gd name="T21" fmla="*/ 548 h 806"/>
                <a:gd name="T22" fmla="*/ 363 w 631"/>
                <a:gd name="T23" fmla="*/ 520 h 806"/>
                <a:gd name="T24" fmla="*/ 426 w 631"/>
                <a:gd name="T25" fmla="*/ 544 h 806"/>
                <a:gd name="T26" fmla="*/ 505 w 631"/>
                <a:gd name="T27" fmla="*/ 247 h 806"/>
                <a:gd name="T28" fmla="*/ 510 w 631"/>
                <a:gd name="T29" fmla="*/ 250 h 806"/>
                <a:gd name="T30" fmla="*/ 574 w 631"/>
                <a:gd name="T31" fmla="*/ 280 h 806"/>
                <a:gd name="T32" fmla="*/ 598 w 631"/>
                <a:gd name="T33" fmla="*/ 284 h 806"/>
                <a:gd name="T34" fmla="*/ 615 w 631"/>
                <a:gd name="T35" fmla="*/ 279 h 806"/>
                <a:gd name="T36" fmla="*/ 628 w 631"/>
                <a:gd name="T37" fmla="*/ 261 h 806"/>
                <a:gd name="T38" fmla="*/ 627 w 631"/>
                <a:gd name="T39" fmla="*/ 236 h 806"/>
                <a:gd name="T40" fmla="*/ 609 w 631"/>
                <a:gd name="T41" fmla="*/ 203 h 806"/>
                <a:gd name="T42" fmla="*/ 576 w 631"/>
                <a:gd name="T43" fmla="*/ 161 h 806"/>
                <a:gd name="T44" fmla="*/ 532 w 631"/>
                <a:gd name="T45" fmla="*/ 162 h 806"/>
                <a:gd name="T46" fmla="*/ 535 w 631"/>
                <a:gd name="T47" fmla="*/ 192 h 806"/>
                <a:gd name="T48" fmla="*/ 552 w 631"/>
                <a:gd name="T49" fmla="*/ 213 h 806"/>
                <a:gd name="T50" fmla="*/ 536 w 631"/>
                <a:gd name="T51" fmla="*/ 204 h 806"/>
                <a:gd name="T52" fmla="*/ 517 w 631"/>
                <a:gd name="T53" fmla="*/ 193 h 806"/>
                <a:gd name="T54" fmla="*/ 499 w 631"/>
                <a:gd name="T55" fmla="*/ 180 h 806"/>
                <a:gd name="T56" fmla="*/ 498 w 631"/>
                <a:gd name="T57" fmla="*/ 181 h 806"/>
                <a:gd name="T58" fmla="*/ 469 w 631"/>
                <a:gd name="T59" fmla="*/ 194 h 806"/>
                <a:gd name="T60" fmla="*/ 442 w 631"/>
                <a:gd name="T61" fmla="*/ 183 h 806"/>
                <a:gd name="T62" fmla="*/ 405 w 631"/>
                <a:gd name="T63" fmla="*/ 142 h 806"/>
                <a:gd name="T64" fmla="*/ 389 w 631"/>
                <a:gd name="T65" fmla="*/ 95 h 806"/>
                <a:gd name="T66" fmla="*/ 391 w 631"/>
                <a:gd name="T67" fmla="*/ 79 h 806"/>
                <a:gd name="T68" fmla="*/ 385 w 631"/>
                <a:gd name="T69" fmla="*/ 71 h 806"/>
                <a:gd name="T70" fmla="*/ 393 w 631"/>
                <a:gd name="T71" fmla="*/ 75 h 806"/>
                <a:gd name="T72" fmla="*/ 400 w 631"/>
                <a:gd name="T73" fmla="*/ 60 h 806"/>
                <a:gd name="T74" fmla="*/ 424 w 631"/>
                <a:gd name="T75" fmla="*/ 39 h 806"/>
                <a:gd name="T76" fmla="*/ 430 w 631"/>
                <a:gd name="T77" fmla="*/ 36 h 806"/>
                <a:gd name="T78" fmla="*/ 362 w 631"/>
                <a:gd name="T79" fmla="*/ 4 h 806"/>
                <a:gd name="T80" fmla="*/ 336 w 631"/>
                <a:gd name="T81" fmla="*/ 1 h 806"/>
                <a:gd name="T82" fmla="*/ 319 w 631"/>
                <a:gd name="T83" fmla="*/ 7 h 806"/>
                <a:gd name="T84" fmla="*/ 307 w 631"/>
                <a:gd name="T85" fmla="*/ 23 h 806"/>
                <a:gd name="T86" fmla="*/ 309 w 631"/>
                <a:gd name="T87" fmla="*/ 51 h 806"/>
                <a:gd name="T88" fmla="*/ 330 w 631"/>
                <a:gd name="T89" fmla="*/ 85 h 806"/>
                <a:gd name="T90" fmla="*/ 364 w 631"/>
                <a:gd name="T91" fmla="*/ 127 h 806"/>
                <a:gd name="T92" fmla="*/ 134 w 631"/>
                <a:gd name="T93" fmla="*/ 414 h 806"/>
                <a:gd name="T94" fmla="*/ 167 w 631"/>
                <a:gd name="T95" fmla="*/ 431 h 806"/>
                <a:gd name="T96" fmla="*/ 12 w 631"/>
                <a:gd name="T97" fmla="*/ 627 h 806"/>
                <a:gd name="T98" fmla="*/ 25 w 631"/>
                <a:gd name="T99" fmla="*/ 682 h 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31" h="806">
                  <a:moveTo>
                    <a:pt x="25" y="682"/>
                  </a:moveTo>
                  <a:cubicBezTo>
                    <a:pt x="28" y="684"/>
                    <a:pt x="31" y="686"/>
                    <a:pt x="34" y="687"/>
                  </a:cubicBezTo>
                  <a:cubicBezTo>
                    <a:pt x="51" y="692"/>
                    <a:pt x="70" y="685"/>
                    <a:pt x="80" y="669"/>
                  </a:cubicBezTo>
                  <a:cubicBezTo>
                    <a:pt x="148" y="560"/>
                    <a:pt x="206" y="501"/>
                    <a:pt x="245" y="469"/>
                  </a:cubicBezTo>
                  <a:cubicBezTo>
                    <a:pt x="260" y="476"/>
                    <a:pt x="275" y="483"/>
                    <a:pt x="290" y="489"/>
                  </a:cubicBezTo>
                  <a:cubicBezTo>
                    <a:pt x="286" y="499"/>
                    <a:pt x="282" y="511"/>
                    <a:pt x="278" y="524"/>
                  </a:cubicBezTo>
                  <a:cubicBezTo>
                    <a:pt x="260" y="581"/>
                    <a:pt x="242" y="665"/>
                    <a:pt x="244" y="767"/>
                  </a:cubicBezTo>
                  <a:cubicBezTo>
                    <a:pt x="244" y="784"/>
                    <a:pt x="256" y="799"/>
                    <a:pt x="272" y="804"/>
                  </a:cubicBezTo>
                  <a:cubicBezTo>
                    <a:pt x="276" y="805"/>
                    <a:pt x="280" y="806"/>
                    <a:pt x="284" y="806"/>
                  </a:cubicBezTo>
                  <a:cubicBezTo>
                    <a:pt x="306" y="805"/>
                    <a:pt x="324" y="787"/>
                    <a:pt x="324" y="765"/>
                  </a:cubicBezTo>
                  <a:cubicBezTo>
                    <a:pt x="322" y="674"/>
                    <a:pt x="339" y="598"/>
                    <a:pt x="354" y="548"/>
                  </a:cubicBezTo>
                  <a:cubicBezTo>
                    <a:pt x="357" y="537"/>
                    <a:pt x="361" y="528"/>
                    <a:pt x="363" y="520"/>
                  </a:cubicBezTo>
                  <a:cubicBezTo>
                    <a:pt x="384" y="528"/>
                    <a:pt x="405" y="536"/>
                    <a:pt x="426" y="544"/>
                  </a:cubicBezTo>
                  <a:cubicBezTo>
                    <a:pt x="438" y="441"/>
                    <a:pt x="465" y="340"/>
                    <a:pt x="505" y="247"/>
                  </a:cubicBezTo>
                  <a:cubicBezTo>
                    <a:pt x="507" y="248"/>
                    <a:pt x="508" y="249"/>
                    <a:pt x="510" y="250"/>
                  </a:cubicBezTo>
                  <a:cubicBezTo>
                    <a:pt x="530" y="261"/>
                    <a:pt x="554" y="274"/>
                    <a:pt x="574" y="280"/>
                  </a:cubicBezTo>
                  <a:cubicBezTo>
                    <a:pt x="582" y="282"/>
                    <a:pt x="589" y="284"/>
                    <a:pt x="598" y="284"/>
                  </a:cubicBezTo>
                  <a:cubicBezTo>
                    <a:pt x="603" y="283"/>
                    <a:pt x="608" y="282"/>
                    <a:pt x="615" y="279"/>
                  </a:cubicBezTo>
                  <a:cubicBezTo>
                    <a:pt x="621" y="275"/>
                    <a:pt x="626" y="268"/>
                    <a:pt x="628" y="261"/>
                  </a:cubicBezTo>
                  <a:cubicBezTo>
                    <a:pt x="631" y="250"/>
                    <a:pt x="629" y="242"/>
                    <a:pt x="627" y="236"/>
                  </a:cubicBezTo>
                  <a:cubicBezTo>
                    <a:pt x="624" y="225"/>
                    <a:pt x="618" y="216"/>
                    <a:pt x="609" y="203"/>
                  </a:cubicBezTo>
                  <a:cubicBezTo>
                    <a:pt x="601" y="192"/>
                    <a:pt x="590" y="178"/>
                    <a:pt x="576" y="161"/>
                  </a:cubicBezTo>
                  <a:cubicBezTo>
                    <a:pt x="562" y="165"/>
                    <a:pt x="547" y="165"/>
                    <a:pt x="532" y="162"/>
                  </a:cubicBezTo>
                  <a:cubicBezTo>
                    <a:pt x="526" y="172"/>
                    <a:pt x="527" y="184"/>
                    <a:pt x="535" y="192"/>
                  </a:cubicBezTo>
                  <a:cubicBezTo>
                    <a:pt x="541" y="200"/>
                    <a:pt x="547" y="207"/>
                    <a:pt x="552" y="213"/>
                  </a:cubicBezTo>
                  <a:cubicBezTo>
                    <a:pt x="546" y="210"/>
                    <a:pt x="541" y="207"/>
                    <a:pt x="536" y="204"/>
                  </a:cubicBezTo>
                  <a:cubicBezTo>
                    <a:pt x="529" y="200"/>
                    <a:pt x="522" y="196"/>
                    <a:pt x="517" y="193"/>
                  </a:cubicBezTo>
                  <a:cubicBezTo>
                    <a:pt x="512" y="190"/>
                    <a:pt x="506" y="186"/>
                    <a:pt x="499" y="180"/>
                  </a:cubicBezTo>
                  <a:cubicBezTo>
                    <a:pt x="499" y="181"/>
                    <a:pt x="499" y="181"/>
                    <a:pt x="498" y="181"/>
                  </a:cubicBezTo>
                  <a:cubicBezTo>
                    <a:pt x="491" y="189"/>
                    <a:pt x="480" y="194"/>
                    <a:pt x="469" y="194"/>
                  </a:cubicBezTo>
                  <a:cubicBezTo>
                    <a:pt x="459" y="194"/>
                    <a:pt x="449" y="190"/>
                    <a:pt x="442" y="183"/>
                  </a:cubicBezTo>
                  <a:cubicBezTo>
                    <a:pt x="425" y="168"/>
                    <a:pt x="414" y="155"/>
                    <a:pt x="405" y="142"/>
                  </a:cubicBezTo>
                  <a:cubicBezTo>
                    <a:pt x="398" y="131"/>
                    <a:pt x="389" y="115"/>
                    <a:pt x="389" y="95"/>
                  </a:cubicBezTo>
                  <a:cubicBezTo>
                    <a:pt x="389" y="90"/>
                    <a:pt x="390" y="84"/>
                    <a:pt x="391" y="79"/>
                  </a:cubicBezTo>
                  <a:cubicBezTo>
                    <a:pt x="389" y="76"/>
                    <a:pt x="387" y="73"/>
                    <a:pt x="385" y="71"/>
                  </a:cubicBezTo>
                  <a:cubicBezTo>
                    <a:pt x="387" y="72"/>
                    <a:pt x="390" y="73"/>
                    <a:pt x="393" y="75"/>
                  </a:cubicBezTo>
                  <a:cubicBezTo>
                    <a:pt x="394" y="69"/>
                    <a:pt x="397" y="64"/>
                    <a:pt x="400" y="60"/>
                  </a:cubicBezTo>
                  <a:cubicBezTo>
                    <a:pt x="406" y="51"/>
                    <a:pt x="414" y="44"/>
                    <a:pt x="424" y="39"/>
                  </a:cubicBezTo>
                  <a:cubicBezTo>
                    <a:pt x="426" y="38"/>
                    <a:pt x="428" y="37"/>
                    <a:pt x="430" y="36"/>
                  </a:cubicBezTo>
                  <a:cubicBezTo>
                    <a:pt x="400" y="19"/>
                    <a:pt x="379" y="9"/>
                    <a:pt x="362" y="4"/>
                  </a:cubicBezTo>
                  <a:cubicBezTo>
                    <a:pt x="353" y="2"/>
                    <a:pt x="346" y="0"/>
                    <a:pt x="336" y="1"/>
                  </a:cubicBezTo>
                  <a:cubicBezTo>
                    <a:pt x="331" y="1"/>
                    <a:pt x="325" y="3"/>
                    <a:pt x="319" y="7"/>
                  </a:cubicBezTo>
                  <a:cubicBezTo>
                    <a:pt x="314" y="11"/>
                    <a:pt x="309" y="17"/>
                    <a:pt x="307" y="23"/>
                  </a:cubicBezTo>
                  <a:cubicBezTo>
                    <a:pt x="304" y="36"/>
                    <a:pt x="307" y="44"/>
                    <a:pt x="309" y="51"/>
                  </a:cubicBezTo>
                  <a:cubicBezTo>
                    <a:pt x="314" y="63"/>
                    <a:pt x="321" y="74"/>
                    <a:pt x="330" y="85"/>
                  </a:cubicBezTo>
                  <a:cubicBezTo>
                    <a:pt x="340" y="99"/>
                    <a:pt x="353" y="114"/>
                    <a:pt x="364" y="127"/>
                  </a:cubicBezTo>
                  <a:cubicBezTo>
                    <a:pt x="278" y="206"/>
                    <a:pt x="199" y="302"/>
                    <a:pt x="134" y="414"/>
                  </a:cubicBezTo>
                  <a:cubicBezTo>
                    <a:pt x="145" y="420"/>
                    <a:pt x="156" y="425"/>
                    <a:pt x="167" y="431"/>
                  </a:cubicBezTo>
                  <a:cubicBezTo>
                    <a:pt x="124" y="471"/>
                    <a:pt x="71" y="533"/>
                    <a:pt x="12" y="627"/>
                  </a:cubicBezTo>
                  <a:cubicBezTo>
                    <a:pt x="0" y="646"/>
                    <a:pt x="6" y="671"/>
                    <a:pt x="25" y="68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4" name="Freeform 79"/>
            <p:cNvSpPr>
              <a:spLocks/>
            </p:cNvSpPr>
            <p:nvPr/>
          </p:nvSpPr>
          <p:spPr bwMode="auto">
            <a:xfrm>
              <a:off x="4902200" y="1543050"/>
              <a:ext cx="160337" cy="220663"/>
            </a:xfrm>
            <a:custGeom>
              <a:avLst/>
              <a:gdLst>
                <a:gd name="T0" fmla="*/ 104 w 105"/>
                <a:gd name="T1" fmla="*/ 109 h 145"/>
                <a:gd name="T2" fmla="*/ 59 w 105"/>
                <a:gd name="T3" fmla="*/ 3 h 145"/>
                <a:gd name="T4" fmla="*/ 31 w 105"/>
                <a:gd name="T5" fmla="*/ 5 h 145"/>
                <a:gd name="T6" fmla="*/ 10 w 105"/>
                <a:gd name="T7" fmla="*/ 23 h 145"/>
                <a:gd name="T8" fmla="*/ 0 w 105"/>
                <a:gd name="T9" fmla="*/ 54 h 145"/>
                <a:gd name="T10" fmla="*/ 15 w 105"/>
                <a:gd name="T11" fmla="*/ 96 h 145"/>
                <a:gd name="T12" fmla="*/ 50 w 105"/>
                <a:gd name="T13" fmla="*/ 136 h 145"/>
                <a:gd name="T14" fmla="*/ 72 w 105"/>
                <a:gd name="T15" fmla="*/ 145 h 145"/>
                <a:gd name="T16" fmla="*/ 96 w 105"/>
                <a:gd name="T17" fmla="*/ 135 h 145"/>
                <a:gd name="T18" fmla="*/ 104 w 105"/>
                <a:gd name="T19" fmla="*/ 109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5" h="145">
                  <a:moveTo>
                    <a:pt x="104" y="109"/>
                  </a:moveTo>
                  <a:cubicBezTo>
                    <a:pt x="68" y="88"/>
                    <a:pt x="49" y="45"/>
                    <a:pt x="59" y="3"/>
                  </a:cubicBezTo>
                  <a:cubicBezTo>
                    <a:pt x="50" y="0"/>
                    <a:pt x="40" y="0"/>
                    <a:pt x="31" y="5"/>
                  </a:cubicBezTo>
                  <a:cubicBezTo>
                    <a:pt x="23" y="9"/>
                    <a:pt x="16" y="15"/>
                    <a:pt x="10" y="23"/>
                  </a:cubicBezTo>
                  <a:cubicBezTo>
                    <a:pt x="4" y="32"/>
                    <a:pt x="0" y="43"/>
                    <a:pt x="0" y="54"/>
                  </a:cubicBezTo>
                  <a:cubicBezTo>
                    <a:pt x="0" y="70"/>
                    <a:pt x="6" y="83"/>
                    <a:pt x="15" y="96"/>
                  </a:cubicBezTo>
                  <a:cubicBezTo>
                    <a:pt x="23" y="109"/>
                    <a:pt x="35" y="122"/>
                    <a:pt x="50" y="136"/>
                  </a:cubicBezTo>
                  <a:cubicBezTo>
                    <a:pt x="57" y="142"/>
                    <a:pt x="64" y="145"/>
                    <a:pt x="72" y="145"/>
                  </a:cubicBezTo>
                  <a:cubicBezTo>
                    <a:pt x="81" y="145"/>
                    <a:pt x="89" y="141"/>
                    <a:pt x="96" y="135"/>
                  </a:cubicBezTo>
                  <a:cubicBezTo>
                    <a:pt x="102" y="128"/>
                    <a:pt x="105" y="118"/>
                    <a:pt x="104" y="10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5" name="Freeform 80"/>
            <p:cNvSpPr>
              <a:spLocks/>
            </p:cNvSpPr>
            <p:nvPr/>
          </p:nvSpPr>
          <p:spPr bwMode="auto">
            <a:xfrm>
              <a:off x="4983163" y="1427163"/>
              <a:ext cx="307975" cy="307975"/>
            </a:xfrm>
            <a:custGeom>
              <a:avLst/>
              <a:gdLst>
                <a:gd name="T0" fmla="*/ 71 w 202"/>
                <a:gd name="T1" fmla="*/ 186 h 203"/>
                <a:gd name="T2" fmla="*/ 186 w 202"/>
                <a:gd name="T3" fmla="*/ 131 h 203"/>
                <a:gd name="T4" fmla="*/ 131 w 202"/>
                <a:gd name="T5" fmla="*/ 16 h 203"/>
                <a:gd name="T6" fmla="*/ 16 w 202"/>
                <a:gd name="T7" fmla="*/ 71 h 203"/>
                <a:gd name="T8" fmla="*/ 71 w 202"/>
                <a:gd name="T9" fmla="*/ 186 h 203"/>
              </a:gdLst>
              <a:ahLst/>
              <a:cxnLst>
                <a:cxn ang="0">
                  <a:pos x="T0" y="T1"/>
                </a:cxn>
                <a:cxn ang="0">
                  <a:pos x="T2" y="T3"/>
                </a:cxn>
                <a:cxn ang="0">
                  <a:pos x="T4" y="T5"/>
                </a:cxn>
                <a:cxn ang="0">
                  <a:pos x="T6" y="T7"/>
                </a:cxn>
                <a:cxn ang="0">
                  <a:pos x="T8" y="T9"/>
                </a:cxn>
              </a:cxnLst>
              <a:rect l="0" t="0" r="r" b="b"/>
              <a:pathLst>
                <a:path w="202" h="203">
                  <a:moveTo>
                    <a:pt x="71" y="186"/>
                  </a:moveTo>
                  <a:cubicBezTo>
                    <a:pt x="118" y="203"/>
                    <a:pt x="169" y="178"/>
                    <a:pt x="186" y="131"/>
                  </a:cubicBezTo>
                  <a:cubicBezTo>
                    <a:pt x="202" y="85"/>
                    <a:pt x="178" y="33"/>
                    <a:pt x="131" y="16"/>
                  </a:cubicBezTo>
                  <a:cubicBezTo>
                    <a:pt x="84" y="0"/>
                    <a:pt x="33" y="24"/>
                    <a:pt x="16" y="71"/>
                  </a:cubicBezTo>
                  <a:cubicBezTo>
                    <a:pt x="0" y="118"/>
                    <a:pt x="24" y="169"/>
                    <a:pt x="71" y="18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6" name="Freeform 81"/>
            <p:cNvSpPr>
              <a:spLocks/>
            </p:cNvSpPr>
            <p:nvPr/>
          </p:nvSpPr>
          <p:spPr bwMode="auto">
            <a:xfrm>
              <a:off x="4848225" y="1201738"/>
              <a:ext cx="296862" cy="249238"/>
            </a:xfrm>
            <a:custGeom>
              <a:avLst/>
              <a:gdLst>
                <a:gd name="T0" fmla="*/ 4 w 196"/>
                <a:gd name="T1" fmla="*/ 143 h 164"/>
                <a:gd name="T2" fmla="*/ 43 w 196"/>
                <a:gd name="T3" fmla="*/ 164 h 164"/>
                <a:gd name="T4" fmla="*/ 46 w 196"/>
                <a:gd name="T5" fmla="*/ 164 h 164"/>
                <a:gd name="T6" fmla="*/ 51 w 196"/>
                <a:gd name="T7" fmla="*/ 161 h 164"/>
                <a:gd name="T8" fmla="*/ 49 w 196"/>
                <a:gd name="T9" fmla="*/ 153 h 164"/>
                <a:gd name="T10" fmla="*/ 22 w 196"/>
                <a:gd name="T11" fmla="*/ 139 h 164"/>
                <a:gd name="T12" fmla="*/ 51 w 196"/>
                <a:gd name="T13" fmla="*/ 131 h 164"/>
                <a:gd name="T14" fmla="*/ 55 w 196"/>
                <a:gd name="T15" fmla="*/ 127 h 164"/>
                <a:gd name="T16" fmla="*/ 55 w 196"/>
                <a:gd name="T17" fmla="*/ 122 h 164"/>
                <a:gd name="T18" fmla="*/ 28 w 196"/>
                <a:gd name="T19" fmla="*/ 76 h 164"/>
                <a:gd name="T20" fmla="*/ 65 w 196"/>
                <a:gd name="T21" fmla="*/ 91 h 164"/>
                <a:gd name="T22" fmla="*/ 71 w 196"/>
                <a:gd name="T23" fmla="*/ 91 h 164"/>
                <a:gd name="T24" fmla="*/ 74 w 196"/>
                <a:gd name="T25" fmla="*/ 85 h 164"/>
                <a:gd name="T26" fmla="*/ 71 w 196"/>
                <a:gd name="T27" fmla="*/ 38 h 164"/>
                <a:gd name="T28" fmla="*/ 101 w 196"/>
                <a:gd name="T29" fmla="*/ 70 h 164"/>
                <a:gd name="T30" fmla="*/ 106 w 196"/>
                <a:gd name="T31" fmla="*/ 71 h 164"/>
                <a:gd name="T32" fmla="*/ 110 w 196"/>
                <a:gd name="T33" fmla="*/ 68 h 164"/>
                <a:gd name="T34" fmla="*/ 132 w 196"/>
                <a:gd name="T35" fmla="*/ 26 h 164"/>
                <a:gd name="T36" fmla="*/ 140 w 196"/>
                <a:gd name="T37" fmla="*/ 74 h 164"/>
                <a:gd name="T38" fmla="*/ 143 w 196"/>
                <a:gd name="T39" fmla="*/ 79 h 164"/>
                <a:gd name="T40" fmla="*/ 149 w 196"/>
                <a:gd name="T41" fmla="*/ 78 h 164"/>
                <a:gd name="T42" fmla="*/ 180 w 196"/>
                <a:gd name="T43" fmla="*/ 58 h 164"/>
                <a:gd name="T44" fmla="*/ 172 w 196"/>
                <a:gd name="T45" fmla="*/ 88 h 164"/>
                <a:gd name="T46" fmla="*/ 176 w 196"/>
                <a:gd name="T47" fmla="*/ 95 h 164"/>
                <a:gd name="T48" fmla="*/ 183 w 196"/>
                <a:gd name="T49" fmla="*/ 91 h 164"/>
                <a:gd name="T50" fmla="*/ 183 w 196"/>
                <a:gd name="T51" fmla="*/ 91 h 164"/>
                <a:gd name="T52" fmla="*/ 196 w 196"/>
                <a:gd name="T53" fmla="*/ 45 h 164"/>
                <a:gd name="T54" fmla="*/ 193 w 196"/>
                <a:gd name="T55" fmla="*/ 39 h 164"/>
                <a:gd name="T56" fmla="*/ 187 w 196"/>
                <a:gd name="T57" fmla="*/ 39 h 164"/>
                <a:gd name="T58" fmla="*/ 150 w 196"/>
                <a:gd name="T59" fmla="*/ 63 h 164"/>
                <a:gd name="T60" fmla="*/ 141 w 196"/>
                <a:gd name="T61" fmla="*/ 6 h 164"/>
                <a:gd name="T62" fmla="*/ 136 w 196"/>
                <a:gd name="T63" fmla="*/ 1 h 164"/>
                <a:gd name="T64" fmla="*/ 129 w 196"/>
                <a:gd name="T65" fmla="*/ 4 h 164"/>
                <a:gd name="T66" fmla="*/ 104 w 196"/>
                <a:gd name="T67" fmla="*/ 55 h 164"/>
                <a:gd name="T68" fmla="*/ 69 w 196"/>
                <a:gd name="T69" fmla="*/ 17 h 164"/>
                <a:gd name="T70" fmla="*/ 62 w 196"/>
                <a:gd name="T71" fmla="*/ 16 h 164"/>
                <a:gd name="T72" fmla="*/ 58 w 196"/>
                <a:gd name="T73" fmla="*/ 22 h 164"/>
                <a:gd name="T74" fmla="*/ 61 w 196"/>
                <a:gd name="T75" fmla="*/ 77 h 164"/>
                <a:gd name="T76" fmla="*/ 16 w 196"/>
                <a:gd name="T77" fmla="*/ 59 h 164"/>
                <a:gd name="T78" fmla="*/ 9 w 196"/>
                <a:gd name="T79" fmla="*/ 60 h 164"/>
                <a:gd name="T80" fmla="*/ 8 w 196"/>
                <a:gd name="T81" fmla="*/ 67 h 164"/>
                <a:gd name="T82" fmla="*/ 40 w 196"/>
                <a:gd name="T83" fmla="*/ 121 h 164"/>
                <a:gd name="T84" fmla="*/ 5 w 196"/>
                <a:gd name="T85" fmla="*/ 132 h 164"/>
                <a:gd name="T86" fmla="*/ 1 w 196"/>
                <a:gd name="T87" fmla="*/ 137 h 164"/>
                <a:gd name="T88" fmla="*/ 4 w 196"/>
                <a:gd name="T89" fmla="*/ 143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96" h="164">
                  <a:moveTo>
                    <a:pt x="4" y="143"/>
                  </a:moveTo>
                  <a:cubicBezTo>
                    <a:pt x="43" y="164"/>
                    <a:pt x="43" y="164"/>
                    <a:pt x="43" y="164"/>
                  </a:cubicBezTo>
                  <a:cubicBezTo>
                    <a:pt x="44" y="164"/>
                    <a:pt x="45" y="164"/>
                    <a:pt x="46" y="164"/>
                  </a:cubicBezTo>
                  <a:cubicBezTo>
                    <a:pt x="48" y="164"/>
                    <a:pt x="50" y="163"/>
                    <a:pt x="51" y="161"/>
                  </a:cubicBezTo>
                  <a:cubicBezTo>
                    <a:pt x="53" y="158"/>
                    <a:pt x="51" y="154"/>
                    <a:pt x="49" y="153"/>
                  </a:cubicBezTo>
                  <a:cubicBezTo>
                    <a:pt x="22" y="139"/>
                    <a:pt x="22" y="139"/>
                    <a:pt x="22" y="139"/>
                  </a:cubicBezTo>
                  <a:cubicBezTo>
                    <a:pt x="51" y="131"/>
                    <a:pt x="51" y="131"/>
                    <a:pt x="51" y="131"/>
                  </a:cubicBezTo>
                  <a:cubicBezTo>
                    <a:pt x="53" y="130"/>
                    <a:pt x="54" y="129"/>
                    <a:pt x="55" y="127"/>
                  </a:cubicBezTo>
                  <a:cubicBezTo>
                    <a:pt x="56" y="125"/>
                    <a:pt x="56" y="123"/>
                    <a:pt x="55" y="122"/>
                  </a:cubicBezTo>
                  <a:cubicBezTo>
                    <a:pt x="28" y="76"/>
                    <a:pt x="28" y="76"/>
                    <a:pt x="28" y="76"/>
                  </a:cubicBezTo>
                  <a:cubicBezTo>
                    <a:pt x="65" y="91"/>
                    <a:pt x="65" y="91"/>
                    <a:pt x="65" y="91"/>
                  </a:cubicBezTo>
                  <a:cubicBezTo>
                    <a:pt x="67" y="92"/>
                    <a:pt x="69" y="92"/>
                    <a:pt x="71" y="91"/>
                  </a:cubicBezTo>
                  <a:cubicBezTo>
                    <a:pt x="73" y="89"/>
                    <a:pt x="74" y="87"/>
                    <a:pt x="74" y="85"/>
                  </a:cubicBezTo>
                  <a:cubicBezTo>
                    <a:pt x="71" y="38"/>
                    <a:pt x="71" y="38"/>
                    <a:pt x="71" y="38"/>
                  </a:cubicBezTo>
                  <a:cubicBezTo>
                    <a:pt x="101" y="70"/>
                    <a:pt x="101" y="70"/>
                    <a:pt x="101" y="70"/>
                  </a:cubicBezTo>
                  <a:cubicBezTo>
                    <a:pt x="102" y="71"/>
                    <a:pt x="104" y="72"/>
                    <a:pt x="106" y="71"/>
                  </a:cubicBezTo>
                  <a:cubicBezTo>
                    <a:pt x="108" y="71"/>
                    <a:pt x="110" y="70"/>
                    <a:pt x="110" y="68"/>
                  </a:cubicBezTo>
                  <a:cubicBezTo>
                    <a:pt x="132" y="26"/>
                    <a:pt x="132" y="26"/>
                    <a:pt x="132" y="26"/>
                  </a:cubicBezTo>
                  <a:cubicBezTo>
                    <a:pt x="140" y="74"/>
                    <a:pt x="140" y="74"/>
                    <a:pt x="140" y="74"/>
                  </a:cubicBezTo>
                  <a:cubicBezTo>
                    <a:pt x="140" y="76"/>
                    <a:pt x="142" y="78"/>
                    <a:pt x="143" y="79"/>
                  </a:cubicBezTo>
                  <a:cubicBezTo>
                    <a:pt x="145" y="80"/>
                    <a:pt x="147" y="79"/>
                    <a:pt x="149" y="78"/>
                  </a:cubicBezTo>
                  <a:cubicBezTo>
                    <a:pt x="180" y="58"/>
                    <a:pt x="180" y="58"/>
                    <a:pt x="180" y="58"/>
                  </a:cubicBezTo>
                  <a:cubicBezTo>
                    <a:pt x="172" y="88"/>
                    <a:pt x="172" y="88"/>
                    <a:pt x="172" y="88"/>
                  </a:cubicBezTo>
                  <a:cubicBezTo>
                    <a:pt x="171" y="91"/>
                    <a:pt x="173" y="94"/>
                    <a:pt x="176" y="95"/>
                  </a:cubicBezTo>
                  <a:cubicBezTo>
                    <a:pt x="179" y="96"/>
                    <a:pt x="183" y="94"/>
                    <a:pt x="183" y="91"/>
                  </a:cubicBezTo>
                  <a:cubicBezTo>
                    <a:pt x="183" y="91"/>
                    <a:pt x="183" y="91"/>
                    <a:pt x="183" y="91"/>
                  </a:cubicBezTo>
                  <a:cubicBezTo>
                    <a:pt x="196" y="45"/>
                    <a:pt x="196" y="45"/>
                    <a:pt x="196" y="45"/>
                  </a:cubicBezTo>
                  <a:cubicBezTo>
                    <a:pt x="196" y="43"/>
                    <a:pt x="196" y="41"/>
                    <a:pt x="193" y="39"/>
                  </a:cubicBezTo>
                  <a:cubicBezTo>
                    <a:pt x="191" y="38"/>
                    <a:pt x="189" y="38"/>
                    <a:pt x="187" y="39"/>
                  </a:cubicBezTo>
                  <a:cubicBezTo>
                    <a:pt x="150" y="63"/>
                    <a:pt x="150" y="63"/>
                    <a:pt x="150" y="63"/>
                  </a:cubicBezTo>
                  <a:cubicBezTo>
                    <a:pt x="141" y="6"/>
                    <a:pt x="141" y="6"/>
                    <a:pt x="141" y="6"/>
                  </a:cubicBezTo>
                  <a:cubicBezTo>
                    <a:pt x="140" y="3"/>
                    <a:pt x="138" y="1"/>
                    <a:pt x="136" y="1"/>
                  </a:cubicBezTo>
                  <a:cubicBezTo>
                    <a:pt x="133" y="0"/>
                    <a:pt x="130" y="2"/>
                    <a:pt x="129" y="4"/>
                  </a:cubicBezTo>
                  <a:cubicBezTo>
                    <a:pt x="104" y="55"/>
                    <a:pt x="104" y="55"/>
                    <a:pt x="104" y="55"/>
                  </a:cubicBezTo>
                  <a:cubicBezTo>
                    <a:pt x="69" y="17"/>
                    <a:pt x="69" y="17"/>
                    <a:pt x="69" y="17"/>
                  </a:cubicBezTo>
                  <a:cubicBezTo>
                    <a:pt x="67" y="16"/>
                    <a:pt x="64" y="15"/>
                    <a:pt x="62" y="16"/>
                  </a:cubicBezTo>
                  <a:cubicBezTo>
                    <a:pt x="60" y="17"/>
                    <a:pt x="58" y="19"/>
                    <a:pt x="58" y="22"/>
                  </a:cubicBezTo>
                  <a:cubicBezTo>
                    <a:pt x="61" y="77"/>
                    <a:pt x="61" y="77"/>
                    <a:pt x="61" y="77"/>
                  </a:cubicBezTo>
                  <a:cubicBezTo>
                    <a:pt x="16" y="59"/>
                    <a:pt x="16" y="59"/>
                    <a:pt x="16" y="59"/>
                  </a:cubicBezTo>
                  <a:cubicBezTo>
                    <a:pt x="13" y="58"/>
                    <a:pt x="10" y="59"/>
                    <a:pt x="9" y="60"/>
                  </a:cubicBezTo>
                  <a:cubicBezTo>
                    <a:pt x="7" y="62"/>
                    <a:pt x="7" y="65"/>
                    <a:pt x="8" y="67"/>
                  </a:cubicBezTo>
                  <a:cubicBezTo>
                    <a:pt x="40" y="121"/>
                    <a:pt x="40" y="121"/>
                    <a:pt x="40" y="121"/>
                  </a:cubicBezTo>
                  <a:cubicBezTo>
                    <a:pt x="5" y="132"/>
                    <a:pt x="5" y="132"/>
                    <a:pt x="5" y="132"/>
                  </a:cubicBezTo>
                  <a:cubicBezTo>
                    <a:pt x="3" y="133"/>
                    <a:pt x="1" y="135"/>
                    <a:pt x="1" y="137"/>
                  </a:cubicBezTo>
                  <a:cubicBezTo>
                    <a:pt x="0" y="140"/>
                    <a:pt x="2" y="142"/>
                    <a:pt x="4" y="14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87" name="组合 86"/>
          <p:cNvGrpSpPr/>
          <p:nvPr/>
        </p:nvGrpSpPr>
        <p:grpSpPr>
          <a:xfrm>
            <a:off x="330201" y="4902200"/>
            <a:ext cx="1909761" cy="1355725"/>
            <a:chOff x="330201" y="4902200"/>
            <a:chExt cx="1909761" cy="1355725"/>
          </a:xfrm>
        </p:grpSpPr>
        <p:sp>
          <p:nvSpPr>
            <p:cNvPr id="88" name="Freeform 82"/>
            <p:cNvSpPr>
              <a:spLocks/>
            </p:cNvSpPr>
            <p:nvPr/>
          </p:nvSpPr>
          <p:spPr bwMode="auto">
            <a:xfrm>
              <a:off x="1168400" y="5051425"/>
              <a:ext cx="1069975" cy="1206500"/>
            </a:xfrm>
            <a:custGeom>
              <a:avLst/>
              <a:gdLst>
                <a:gd name="T0" fmla="*/ 335 w 703"/>
                <a:gd name="T1" fmla="*/ 463 h 793"/>
                <a:gd name="T2" fmla="*/ 316 w 703"/>
                <a:gd name="T3" fmla="*/ 355 h 793"/>
                <a:gd name="T4" fmla="*/ 369 w 703"/>
                <a:gd name="T5" fmla="*/ 322 h 793"/>
                <a:gd name="T6" fmla="*/ 424 w 703"/>
                <a:gd name="T7" fmla="*/ 336 h 793"/>
                <a:gd name="T8" fmla="*/ 435 w 703"/>
                <a:gd name="T9" fmla="*/ 352 h 793"/>
                <a:gd name="T10" fmla="*/ 431 w 703"/>
                <a:gd name="T11" fmla="*/ 372 h 793"/>
                <a:gd name="T12" fmla="*/ 413 w 703"/>
                <a:gd name="T13" fmla="*/ 383 h 793"/>
                <a:gd name="T14" fmla="*/ 395 w 703"/>
                <a:gd name="T15" fmla="*/ 378 h 793"/>
                <a:gd name="T16" fmla="*/ 376 w 703"/>
                <a:gd name="T17" fmla="*/ 374 h 793"/>
                <a:gd name="T18" fmla="*/ 358 w 703"/>
                <a:gd name="T19" fmla="*/ 385 h 793"/>
                <a:gd name="T20" fmla="*/ 365 w 703"/>
                <a:gd name="T21" fmla="*/ 421 h 793"/>
                <a:gd name="T22" fmla="*/ 492 w 703"/>
                <a:gd name="T23" fmla="*/ 510 h 793"/>
                <a:gd name="T24" fmla="*/ 590 w 703"/>
                <a:gd name="T25" fmla="*/ 292 h 793"/>
                <a:gd name="T26" fmla="*/ 608 w 703"/>
                <a:gd name="T27" fmla="*/ 314 h 793"/>
                <a:gd name="T28" fmla="*/ 630 w 703"/>
                <a:gd name="T29" fmla="*/ 348 h 793"/>
                <a:gd name="T30" fmla="*/ 638 w 703"/>
                <a:gd name="T31" fmla="*/ 378 h 793"/>
                <a:gd name="T32" fmla="*/ 628 w 703"/>
                <a:gd name="T33" fmla="*/ 399 h 793"/>
                <a:gd name="T34" fmla="*/ 570 w 703"/>
                <a:gd name="T35" fmla="*/ 423 h 793"/>
                <a:gd name="T36" fmla="*/ 546 w 703"/>
                <a:gd name="T37" fmla="*/ 461 h 793"/>
                <a:gd name="T38" fmla="*/ 577 w 703"/>
                <a:gd name="T39" fmla="*/ 486 h 793"/>
                <a:gd name="T40" fmla="*/ 584 w 703"/>
                <a:gd name="T41" fmla="*/ 485 h 793"/>
                <a:gd name="T42" fmla="*/ 672 w 703"/>
                <a:gd name="T43" fmla="*/ 446 h 793"/>
                <a:gd name="T44" fmla="*/ 702 w 703"/>
                <a:gd name="T45" fmla="*/ 378 h 793"/>
                <a:gd name="T46" fmla="*/ 686 w 703"/>
                <a:gd name="T47" fmla="*/ 317 h 793"/>
                <a:gd name="T48" fmla="*/ 612 w 703"/>
                <a:gd name="T49" fmla="*/ 224 h 793"/>
                <a:gd name="T50" fmla="*/ 586 w 703"/>
                <a:gd name="T51" fmla="*/ 234 h 793"/>
                <a:gd name="T52" fmla="*/ 480 w 703"/>
                <a:gd name="T53" fmla="*/ 183 h 793"/>
                <a:gd name="T54" fmla="*/ 473 w 703"/>
                <a:gd name="T55" fmla="*/ 163 h 793"/>
                <a:gd name="T56" fmla="*/ 473 w 703"/>
                <a:gd name="T57" fmla="*/ 121 h 793"/>
                <a:gd name="T58" fmla="*/ 432 w 703"/>
                <a:gd name="T59" fmla="*/ 82 h 793"/>
                <a:gd name="T60" fmla="*/ 262 w 703"/>
                <a:gd name="T61" fmla="*/ 3 h 793"/>
                <a:gd name="T62" fmla="*/ 225 w 703"/>
                <a:gd name="T63" fmla="*/ 29 h 793"/>
                <a:gd name="T64" fmla="*/ 252 w 703"/>
                <a:gd name="T65" fmla="*/ 66 h 793"/>
                <a:gd name="T66" fmla="*/ 391 w 703"/>
                <a:gd name="T67" fmla="*/ 131 h 793"/>
                <a:gd name="T68" fmla="*/ 423 w 703"/>
                <a:gd name="T69" fmla="*/ 161 h 793"/>
                <a:gd name="T70" fmla="*/ 163 w 703"/>
                <a:gd name="T71" fmla="*/ 473 h 793"/>
                <a:gd name="T72" fmla="*/ 164 w 703"/>
                <a:gd name="T73" fmla="*/ 478 h 793"/>
                <a:gd name="T74" fmla="*/ 22 w 703"/>
                <a:gd name="T75" fmla="*/ 600 h 793"/>
                <a:gd name="T76" fmla="*/ 17 w 703"/>
                <a:gd name="T77" fmla="*/ 665 h 793"/>
                <a:gd name="T78" fmla="*/ 52 w 703"/>
                <a:gd name="T79" fmla="*/ 681 h 793"/>
                <a:gd name="T80" fmla="*/ 81 w 703"/>
                <a:gd name="T81" fmla="*/ 670 h 793"/>
                <a:gd name="T82" fmla="*/ 221 w 703"/>
                <a:gd name="T83" fmla="*/ 551 h 793"/>
                <a:gd name="T84" fmla="*/ 263 w 703"/>
                <a:gd name="T85" fmla="*/ 587 h 793"/>
                <a:gd name="T86" fmla="*/ 283 w 703"/>
                <a:gd name="T87" fmla="*/ 598 h 793"/>
                <a:gd name="T88" fmla="*/ 204 w 703"/>
                <a:gd name="T89" fmla="*/ 722 h 793"/>
                <a:gd name="T90" fmla="*/ 216 w 703"/>
                <a:gd name="T91" fmla="*/ 785 h 793"/>
                <a:gd name="T92" fmla="*/ 242 w 703"/>
                <a:gd name="T93" fmla="*/ 793 h 793"/>
                <a:gd name="T94" fmla="*/ 280 w 703"/>
                <a:gd name="T95" fmla="*/ 773 h 793"/>
                <a:gd name="T96" fmla="*/ 369 w 703"/>
                <a:gd name="T97" fmla="*/ 633 h 793"/>
                <a:gd name="T98" fmla="*/ 407 w 703"/>
                <a:gd name="T99" fmla="*/ 636 h 793"/>
                <a:gd name="T100" fmla="*/ 468 w 703"/>
                <a:gd name="T101" fmla="*/ 556 h 793"/>
                <a:gd name="T102" fmla="*/ 335 w 703"/>
                <a:gd name="T103" fmla="*/ 463 h 7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03" h="793">
                  <a:moveTo>
                    <a:pt x="335" y="463"/>
                  </a:moveTo>
                  <a:cubicBezTo>
                    <a:pt x="300" y="439"/>
                    <a:pt x="291" y="390"/>
                    <a:pt x="316" y="355"/>
                  </a:cubicBezTo>
                  <a:cubicBezTo>
                    <a:pt x="328" y="337"/>
                    <a:pt x="347" y="325"/>
                    <a:pt x="369" y="322"/>
                  </a:cubicBezTo>
                  <a:cubicBezTo>
                    <a:pt x="388" y="320"/>
                    <a:pt x="408" y="324"/>
                    <a:pt x="424" y="336"/>
                  </a:cubicBezTo>
                  <a:cubicBezTo>
                    <a:pt x="430" y="340"/>
                    <a:pt x="434" y="346"/>
                    <a:pt x="435" y="352"/>
                  </a:cubicBezTo>
                  <a:cubicBezTo>
                    <a:pt x="436" y="359"/>
                    <a:pt x="435" y="366"/>
                    <a:pt x="431" y="372"/>
                  </a:cubicBezTo>
                  <a:cubicBezTo>
                    <a:pt x="427" y="378"/>
                    <a:pt x="420" y="382"/>
                    <a:pt x="413" y="383"/>
                  </a:cubicBezTo>
                  <a:cubicBezTo>
                    <a:pt x="407" y="384"/>
                    <a:pt x="400" y="382"/>
                    <a:pt x="395" y="378"/>
                  </a:cubicBezTo>
                  <a:cubicBezTo>
                    <a:pt x="389" y="374"/>
                    <a:pt x="382" y="373"/>
                    <a:pt x="376" y="374"/>
                  </a:cubicBezTo>
                  <a:cubicBezTo>
                    <a:pt x="369" y="375"/>
                    <a:pt x="362" y="379"/>
                    <a:pt x="358" y="385"/>
                  </a:cubicBezTo>
                  <a:cubicBezTo>
                    <a:pt x="350" y="396"/>
                    <a:pt x="353" y="413"/>
                    <a:pt x="365" y="421"/>
                  </a:cubicBezTo>
                  <a:cubicBezTo>
                    <a:pt x="492" y="510"/>
                    <a:pt x="492" y="510"/>
                    <a:pt x="492" y="510"/>
                  </a:cubicBezTo>
                  <a:cubicBezTo>
                    <a:pt x="530" y="434"/>
                    <a:pt x="569" y="342"/>
                    <a:pt x="590" y="292"/>
                  </a:cubicBezTo>
                  <a:cubicBezTo>
                    <a:pt x="596" y="299"/>
                    <a:pt x="602" y="306"/>
                    <a:pt x="608" y="314"/>
                  </a:cubicBezTo>
                  <a:cubicBezTo>
                    <a:pt x="617" y="325"/>
                    <a:pt x="625" y="337"/>
                    <a:pt x="630" y="348"/>
                  </a:cubicBezTo>
                  <a:cubicBezTo>
                    <a:pt x="636" y="360"/>
                    <a:pt x="638" y="370"/>
                    <a:pt x="638" y="378"/>
                  </a:cubicBezTo>
                  <a:cubicBezTo>
                    <a:pt x="638" y="386"/>
                    <a:pt x="637" y="391"/>
                    <a:pt x="628" y="399"/>
                  </a:cubicBezTo>
                  <a:cubicBezTo>
                    <a:pt x="620" y="407"/>
                    <a:pt x="602" y="416"/>
                    <a:pt x="570" y="423"/>
                  </a:cubicBezTo>
                  <a:cubicBezTo>
                    <a:pt x="553" y="426"/>
                    <a:pt x="542" y="443"/>
                    <a:pt x="546" y="461"/>
                  </a:cubicBezTo>
                  <a:cubicBezTo>
                    <a:pt x="549" y="476"/>
                    <a:pt x="562" y="486"/>
                    <a:pt x="577" y="486"/>
                  </a:cubicBezTo>
                  <a:cubicBezTo>
                    <a:pt x="579" y="486"/>
                    <a:pt x="581" y="486"/>
                    <a:pt x="584" y="485"/>
                  </a:cubicBezTo>
                  <a:cubicBezTo>
                    <a:pt x="622" y="477"/>
                    <a:pt x="651" y="465"/>
                    <a:pt x="672" y="446"/>
                  </a:cubicBezTo>
                  <a:cubicBezTo>
                    <a:pt x="693" y="428"/>
                    <a:pt x="703" y="401"/>
                    <a:pt x="702" y="378"/>
                  </a:cubicBezTo>
                  <a:cubicBezTo>
                    <a:pt x="702" y="355"/>
                    <a:pt x="695" y="335"/>
                    <a:pt x="686" y="317"/>
                  </a:cubicBezTo>
                  <a:cubicBezTo>
                    <a:pt x="661" y="269"/>
                    <a:pt x="620" y="232"/>
                    <a:pt x="612" y="224"/>
                  </a:cubicBezTo>
                  <a:cubicBezTo>
                    <a:pt x="604" y="229"/>
                    <a:pt x="595" y="232"/>
                    <a:pt x="586" y="234"/>
                  </a:cubicBezTo>
                  <a:cubicBezTo>
                    <a:pt x="543" y="244"/>
                    <a:pt x="499" y="223"/>
                    <a:pt x="480" y="183"/>
                  </a:cubicBezTo>
                  <a:cubicBezTo>
                    <a:pt x="477" y="177"/>
                    <a:pt x="474" y="170"/>
                    <a:pt x="473" y="163"/>
                  </a:cubicBezTo>
                  <a:cubicBezTo>
                    <a:pt x="470" y="149"/>
                    <a:pt x="470" y="135"/>
                    <a:pt x="473" y="121"/>
                  </a:cubicBezTo>
                  <a:cubicBezTo>
                    <a:pt x="463" y="111"/>
                    <a:pt x="450" y="97"/>
                    <a:pt x="432" y="82"/>
                  </a:cubicBezTo>
                  <a:cubicBezTo>
                    <a:pt x="395" y="51"/>
                    <a:pt x="338" y="16"/>
                    <a:pt x="262" y="3"/>
                  </a:cubicBezTo>
                  <a:cubicBezTo>
                    <a:pt x="245" y="0"/>
                    <a:pt x="229" y="11"/>
                    <a:pt x="225" y="29"/>
                  </a:cubicBezTo>
                  <a:cubicBezTo>
                    <a:pt x="222" y="46"/>
                    <a:pt x="234" y="63"/>
                    <a:pt x="252" y="66"/>
                  </a:cubicBezTo>
                  <a:cubicBezTo>
                    <a:pt x="314" y="76"/>
                    <a:pt x="360" y="105"/>
                    <a:pt x="391" y="131"/>
                  </a:cubicBezTo>
                  <a:cubicBezTo>
                    <a:pt x="405" y="142"/>
                    <a:pt x="415" y="153"/>
                    <a:pt x="423" y="161"/>
                  </a:cubicBezTo>
                  <a:cubicBezTo>
                    <a:pt x="362" y="221"/>
                    <a:pt x="158" y="426"/>
                    <a:pt x="163" y="473"/>
                  </a:cubicBezTo>
                  <a:cubicBezTo>
                    <a:pt x="163" y="475"/>
                    <a:pt x="164" y="476"/>
                    <a:pt x="164" y="478"/>
                  </a:cubicBezTo>
                  <a:cubicBezTo>
                    <a:pt x="123" y="513"/>
                    <a:pt x="75" y="554"/>
                    <a:pt x="22" y="600"/>
                  </a:cubicBezTo>
                  <a:cubicBezTo>
                    <a:pt x="3" y="616"/>
                    <a:pt x="0" y="645"/>
                    <a:pt x="17" y="665"/>
                  </a:cubicBezTo>
                  <a:cubicBezTo>
                    <a:pt x="26" y="675"/>
                    <a:pt x="39" y="681"/>
                    <a:pt x="52" y="681"/>
                  </a:cubicBezTo>
                  <a:cubicBezTo>
                    <a:pt x="62" y="681"/>
                    <a:pt x="73" y="677"/>
                    <a:pt x="81" y="670"/>
                  </a:cubicBezTo>
                  <a:cubicBezTo>
                    <a:pt x="133" y="626"/>
                    <a:pt x="180" y="586"/>
                    <a:pt x="221" y="551"/>
                  </a:cubicBezTo>
                  <a:cubicBezTo>
                    <a:pt x="234" y="564"/>
                    <a:pt x="248" y="576"/>
                    <a:pt x="263" y="587"/>
                  </a:cubicBezTo>
                  <a:cubicBezTo>
                    <a:pt x="269" y="591"/>
                    <a:pt x="276" y="595"/>
                    <a:pt x="283" y="598"/>
                  </a:cubicBezTo>
                  <a:cubicBezTo>
                    <a:pt x="261" y="634"/>
                    <a:pt x="235" y="675"/>
                    <a:pt x="204" y="722"/>
                  </a:cubicBezTo>
                  <a:cubicBezTo>
                    <a:pt x="190" y="743"/>
                    <a:pt x="195" y="771"/>
                    <a:pt x="216" y="785"/>
                  </a:cubicBezTo>
                  <a:cubicBezTo>
                    <a:pt x="224" y="791"/>
                    <a:pt x="233" y="793"/>
                    <a:pt x="242" y="793"/>
                  </a:cubicBezTo>
                  <a:cubicBezTo>
                    <a:pt x="257" y="793"/>
                    <a:pt x="271" y="786"/>
                    <a:pt x="280" y="773"/>
                  </a:cubicBezTo>
                  <a:cubicBezTo>
                    <a:pt x="316" y="719"/>
                    <a:pt x="345" y="673"/>
                    <a:pt x="369" y="633"/>
                  </a:cubicBezTo>
                  <a:cubicBezTo>
                    <a:pt x="384" y="637"/>
                    <a:pt x="398" y="638"/>
                    <a:pt x="407" y="636"/>
                  </a:cubicBezTo>
                  <a:cubicBezTo>
                    <a:pt x="421" y="632"/>
                    <a:pt x="443" y="600"/>
                    <a:pt x="468" y="556"/>
                  </a:cubicBezTo>
                  <a:lnTo>
                    <a:pt x="335" y="463"/>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9" name="Freeform 83"/>
            <p:cNvSpPr>
              <a:spLocks/>
            </p:cNvSpPr>
            <p:nvPr/>
          </p:nvSpPr>
          <p:spPr bwMode="auto">
            <a:xfrm>
              <a:off x="2109788" y="5135563"/>
              <a:ext cx="107950" cy="144463"/>
            </a:xfrm>
            <a:custGeom>
              <a:avLst/>
              <a:gdLst>
                <a:gd name="T0" fmla="*/ 32 w 71"/>
                <a:gd name="T1" fmla="*/ 46 h 95"/>
                <a:gd name="T2" fmla="*/ 39 w 71"/>
                <a:gd name="T3" fmla="*/ 66 h 95"/>
                <a:gd name="T4" fmla="*/ 41 w 71"/>
                <a:gd name="T5" fmla="*/ 95 h 95"/>
                <a:gd name="T6" fmla="*/ 60 w 71"/>
                <a:gd name="T7" fmla="*/ 32 h 95"/>
                <a:gd name="T8" fmla="*/ 0 w 71"/>
                <a:gd name="T9" fmla="*/ 9 h 95"/>
                <a:gd name="T10" fmla="*/ 32 w 71"/>
                <a:gd name="T11" fmla="*/ 46 h 95"/>
              </a:gdLst>
              <a:ahLst/>
              <a:cxnLst>
                <a:cxn ang="0">
                  <a:pos x="T0" y="T1"/>
                </a:cxn>
                <a:cxn ang="0">
                  <a:pos x="T2" y="T3"/>
                </a:cxn>
                <a:cxn ang="0">
                  <a:pos x="T4" y="T5"/>
                </a:cxn>
                <a:cxn ang="0">
                  <a:pos x="T6" y="T7"/>
                </a:cxn>
                <a:cxn ang="0">
                  <a:pos x="T8" y="T9"/>
                </a:cxn>
                <a:cxn ang="0">
                  <a:pos x="T10" y="T11"/>
                </a:cxn>
              </a:cxnLst>
              <a:rect l="0" t="0" r="r" b="b"/>
              <a:pathLst>
                <a:path w="71" h="95">
                  <a:moveTo>
                    <a:pt x="32" y="46"/>
                  </a:moveTo>
                  <a:cubicBezTo>
                    <a:pt x="35" y="52"/>
                    <a:pt x="38" y="59"/>
                    <a:pt x="39" y="66"/>
                  </a:cubicBezTo>
                  <a:cubicBezTo>
                    <a:pt x="41" y="76"/>
                    <a:pt x="42" y="85"/>
                    <a:pt x="41" y="95"/>
                  </a:cubicBezTo>
                  <a:cubicBezTo>
                    <a:pt x="63" y="82"/>
                    <a:pt x="71" y="55"/>
                    <a:pt x="60" y="32"/>
                  </a:cubicBezTo>
                  <a:cubicBezTo>
                    <a:pt x="49" y="10"/>
                    <a:pt x="23" y="0"/>
                    <a:pt x="0" y="9"/>
                  </a:cubicBezTo>
                  <a:cubicBezTo>
                    <a:pt x="13" y="18"/>
                    <a:pt x="25" y="30"/>
                    <a:pt x="32" y="4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0" name="Freeform 84"/>
            <p:cNvSpPr>
              <a:spLocks/>
            </p:cNvSpPr>
            <p:nvPr/>
          </p:nvSpPr>
          <p:spPr bwMode="auto">
            <a:xfrm>
              <a:off x="1884363" y="5122863"/>
              <a:ext cx="288925" cy="288925"/>
            </a:xfrm>
            <a:custGeom>
              <a:avLst/>
              <a:gdLst>
                <a:gd name="T0" fmla="*/ 11 w 190"/>
                <a:gd name="T1" fmla="*/ 114 h 190"/>
                <a:gd name="T2" fmla="*/ 114 w 190"/>
                <a:gd name="T3" fmla="*/ 179 h 190"/>
                <a:gd name="T4" fmla="*/ 179 w 190"/>
                <a:gd name="T5" fmla="*/ 76 h 190"/>
                <a:gd name="T6" fmla="*/ 76 w 190"/>
                <a:gd name="T7" fmla="*/ 11 h 190"/>
                <a:gd name="T8" fmla="*/ 11 w 190"/>
                <a:gd name="T9" fmla="*/ 114 h 190"/>
              </a:gdLst>
              <a:ahLst/>
              <a:cxnLst>
                <a:cxn ang="0">
                  <a:pos x="T0" y="T1"/>
                </a:cxn>
                <a:cxn ang="0">
                  <a:pos x="T2" y="T3"/>
                </a:cxn>
                <a:cxn ang="0">
                  <a:pos x="T4" y="T5"/>
                </a:cxn>
                <a:cxn ang="0">
                  <a:pos x="T6" y="T7"/>
                </a:cxn>
                <a:cxn ang="0">
                  <a:pos x="T8" y="T9"/>
                </a:cxn>
              </a:cxnLst>
              <a:rect l="0" t="0" r="r" b="b"/>
              <a:pathLst>
                <a:path w="190" h="190">
                  <a:moveTo>
                    <a:pt x="11" y="114"/>
                  </a:moveTo>
                  <a:cubicBezTo>
                    <a:pt x="21" y="160"/>
                    <a:pt x="67" y="190"/>
                    <a:pt x="114" y="179"/>
                  </a:cubicBezTo>
                  <a:cubicBezTo>
                    <a:pt x="160" y="169"/>
                    <a:pt x="190" y="123"/>
                    <a:pt x="179" y="76"/>
                  </a:cubicBezTo>
                  <a:cubicBezTo>
                    <a:pt x="169" y="30"/>
                    <a:pt x="123" y="0"/>
                    <a:pt x="76" y="11"/>
                  </a:cubicBezTo>
                  <a:cubicBezTo>
                    <a:pt x="30" y="21"/>
                    <a:pt x="0" y="67"/>
                    <a:pt x="11" y="11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1" name="Freeform 85"/>
            <p:cNvSpPr>
              <a:spLocks/>
            </p:cNvSpPr>
            <p:nvPr/>
          </p:nvSpPr>
          <p:spPr bwMode="auto">
            <a:xfrm>
              <a:off x="1625600" y="5538788"/>
              <a:ext cx="614362" cy="571500"/>
            </a:xfrm>
            <a:custGeom>
              <a:avLst/>
              <a:gdLst>
                <a:gd name="T0" fmla="*/ 394 w 404"/>
                <a:gd name="T1" fmla="*/ 341 h 376"/>
                <a:gd name="T2" fmla="*/ 60 w 404"/>
                <a:gd name="T3" fmla="*/ 108 h 376"/>
                <a:gd name="T4" fmla="*/ 52 w 404"/>
                <a:gd name="T5" fmla="*/ 60 h 376"/>
                <a:gd name="T6" fmla="*/ 99 w 404"/>
                <a:gd name="T7" fmla="*/ 52 h 376"/>
                <a:gd name="T8" fmla="*/ 99 w 404"/>
                <a:gd name="T9" fmla="*/ 52 h 376"/>
                <a:gd name="T10" fmla="*/ 124 w 404"/>
                <a:gd name="T11" fmla="*/ 47 h 376"/>
                <a:gd name="T12" fmla="*/ 120 w 404"/>
                <a:gd name="T13" fmla="*/ 22 h 376"/>
                <a:gd name="T14" fmla="*/ 22 w 404"/>
                <a:gd name="T15" fmla="*/ 39 h 376"/>
                <a:gd name="T16" fmla="*/ 39 w 404"/>
                <a:gd name="T17" fmla="*/ 137 h 376"/>
                <a:gd name="T18" fmla="*/ 373 w 404"/>
                <a:gd name="T19" fmla="*/ 371 h 376"/>
                <a:gd name="T20" fmla="*/ 398 w 404"/>
                <a:gd name="T21" fmla="*/ 366 h 376"/>
                <a:gd name="T22" fmla="*/ 394 w 404"/>
                <a:gd name="T23" fmla="*/ 341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4" h="376">
                  <a:moveTo>
                    <a:pt x="394" y="341"/>
                  </a:moveTo>
                  <a:cubicBezTo>
                    <a:pt x="60" y="108"/>
                    <a:pt x="60" y="108"/>
                    <a:pt x="60" y="108"/>
                  </a:cubicBezTo>
                  <a:cubicBezTo>
                    <a:pt x="45" y="97"/>
                    <a:pt x="41" y="75"/>
                    <a:pt x="52" y="60"/>
                  </a:cubicBezTo>
                  <a:cubicBezTo>
                    <a:pt x="62" y="45"/>
                    <a:pt x="84" y="41"/>
                    <a:pt x="99" y="52"/>
                  </a:cubicBezTo>
                  <a:cubicBezTo>
                    <a:pt x="99" y="52"/>
                    <a:pt x="99" y="52"/>
                    <a:pt x="99" y="52"/>
                  </a:cubicBezTo>
                  <a:cubicBezTo>
                    <a:pt x="107" y="57"/>
                    <a:pt x="118" y="55"/>
                    <a:pt x="124" y="47"/>
                  </a:cubicBezTo>
                  <a:cubicBezTo>
                    <a:pt x="130" y="39"/>
                    <a:pt x="128" y="28"/>
                    <a:pt x="120" y="22"/>
                  </a:cubicBezTo>
                  <a:cubicBezTo>
                    <a:pt x="88" y="0"/>
                    <a:pt x="44" y="8"/>
                    <a:pt x="22" y="39"/>
                  </a:cubicBezTo>
                  <a:cubicBezTo>
                    <a:pt x="0" y="71"/>
                    <a:pt x="8" y="115"/>
                    <a:pt x="39" y="137"/>
                  </a:cubicBezTo>
                  <a:cubicBezTo>
                    <a:pt x="373" y="371"/>
                    <a:pt x="373" y="371"/>
                    <a:pt x="373" y="371"/>
                  </a:cubicBezTo>
                  <a:cubicBezTo>
                    <a:pt x="381" y="376"/>
                    <a:pt x="392" y="374"/>
                    <a:pt x="398" y="366"/>
                  </a:cubicBezTo>
                  <a:cubicBezTo>
                    <a:pt x="404" y="358"/>
                    <a:pt x="402" y="347"/>
                    <a:pt x="394" y="34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2" name="Freeform 86"/>
            <p:cNvSpPr>
              <a:spLocks/>
            </p:cNvSpPr>
            <p:nvPr/>
          </p:nvSpPr>
          <p:spPr bwMode="auto">
            <a:xfrm>
              <a:off x="850900" y="4902200"/>
              <a:ext cx="312737" cy="314325"/>
            </a:xfrm>
            <a:custGeom>
              <a:avLst/>
              <a:gdLst>
                <a:gd name="T0" fmla="*/ 24 w 205"/>
                <a:gd name="T1" fmla="*/ 60 h 206"/>
                <a:gd name="T2" fmla="*/ 59 w 205"/>
                <a:gd name="T3" fmla="*/ 182 h 206"/>
                <a:gd name="T4" fmla="*/ 181 w 205"/>
                <a:gd name="T5" fmla="*/ 147 h 206"/>
                <a:gd name="T6" fmla="*/ 146 w 205"/>
                <a:gd name="T7" fmla="*/ 24 h 206"/>
                <a:gd name="T8" fmla="*/ 24 w 205"/>
                <a:gd name="T9" fmla="*/ 60 h 206"/>
              </a:gdLst>
              <a:ahLst/>
              <a:cxnLst>
                <a:cxn ang="0">
                  <a:pos x="T0" y="T1"/>
                </a:cxn>
                <a:cxn ang="0">
                  <a:pos x="T2" y="T3"/>
                </a:cxn>
                <a:cxn ang="0">
                  <a:pos x="T4" y="T5"/>
                </a:cxn>
                <a:cxn ang="0">
                  <a:pos x="T6" y="T7"/>
                </a:cxn>
                <a:cxn ang="0">
                  <a:pos x="T8" y="T9"/>
                </a:cxn>
              </a:cxnLst>
              <a:rect l="0" t="0" r="r" b="b"/>
              <a:pathLst>
                <a:path w="205" h="206">
                  <a:moveTo>
                    <a:pt x="24" y="60"/>
                  </a:moveTo>
                  <a:cubicBezTo>
                    <a:pt x="0" y="103"/>
                    <a:pt x="16" y="158"/>
                    <a:pt x="59" y="182"/>
                  </a:cubicBezTo>
                  <a:cubicBezTo>
                    <a:pt x="103" y="206"/>
                    <a:pt x="157" y="190"/>
                    <a:pt x="181" y="147"/>
                  </a:cubicBezTo>
                  <a:cubicBezTo>
                    <a:pt x="205" y="103"/>
                    <a:pt x="189" y="48"/>
                    <a:pt x="146" y="24"/>
                  </a:cubicBezTo>
                  <a:cubicBezTo>
                    <a:pt x="102" y="0"/>
                    <a:pt x="48" y="16"/>
                    <a:pt x="24" y="6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3" name="Freeform 87"/>
            <p:cNvSpPr>
              <a:spLocks/>
            </p:cNvSpPr>
            <p:nvPr/>
          </p:nvSpPr>
          <p:spPr bwMode="auto">
            <a:xfrm>
              <a:off x="330201" y="5168900"/>
              <a:ext cx="1036637" cy="1019175"/>
            </a:xfrm>
            <a:custGeom>
              <a:avLst/>
              <a:gdLst>
                <a:gd name="T0" fmla="*/ 304 w 681"/>
                <a:gd name="T1" fmla="*/ 286 h 670"/>
                <a:gd name="T2" fmla="*/ 374 w 681"/>
                <a:gd name="T3" fmla="*/ 120 h 670"/>
                <a:gd name="T4" fmla="*/ 314 w 681"/>
                <a:gd name="T5" fmla="*/ 105 h 670"/>
                <a:gd name="T6" fmla="*/ 314 w 681"/>
                <a:gd name="T7" fmla="*/ 105 h 670"/>
                <a:gd name="T8" fmla="*/ 290 w 681"/>
                <a:gd name="T9" fmla="*/ 85 h 670"/>
                <a:gd name="T10" fmla="*/ 288 w 681"/>
                <a:gd name="T11" fmla="*/ 54 h 670"/>
                <a:gd name="T12" fmla="*/ 326 w 681"/>
                <a:gd name="T13" fmla="*/ 27 h 670"/>
                <a:gd name="T14" fmla="*/ 338 w 681"/>
                <a:gd name="T15" fmla="*/ 29 h 670"/>
                <a:gd name="T16" fmla="*/ 339 w 681"/>
                <a:gd name="T17" fmla="*/ 29 h 670"/>
                <a:gd name="T18" fmla="*/ 342 w 681"/>
                <a:gd name="T19" fmla="*/ 30 h 670"/>
                <a:gd name="T20" fmla="*/ 355 w 681"/>
                <a:gd name="T21" fmla="*/ 33 h 670"/>
                <a:gd name="T22" fmla="*/ 403 w 681"/>
                <a:gd name="T23" fmla="*/ 45 h 670"/>
                <a:gd name="T24" fmla="*/ 564 w 681"/>
                <a:gd name="T25" fmla="*/ 61 h 670"/>
                <a:gd name="T26" fmla="*/ 643 w 681"/>
                <a:gd name="T27" fmla="*/ 56 h 670"/>
                <a:gd name="T28" fmla="*/ 647 w 681"/>
                <a:gd name="T29" fmla="*/ 56 h 670"/>
                <a:gd name="T30" fmla="*/ 681 w 681"/>
                <a:gd name="T31" fmla="*/ 75 h 670"/>
                <a:gd name="T32" fmla="*/ 681 w 681"/>
                <a:gd name="T33" fmla="*/ 68 h 670"/>
                <a:gd name="T34" fmla="*/ 644 w 681"/>
                <a:gd name="T35" fmla="*/ 41 h 670"/>
                <a:gd name="T36" fmla="*/ 572 w 681"/>
                <a:gd name="T37" fmla="*/ 46 h 670"/>
                <a:gd name="T38" fmla="*/ 424 w 681"/>
                <a:gd name="T39" fmla="*/ 31 h 670"/>
                <a:gd name="T40" fmla="*/ 377 w 681"/>
                <a:gd name="T41" fmla="*/ 20 h 670"/>
                <a:gd name="T42" fmla="*/ 364 w 681"/>
                <a:gd name="T43" fmla="*/ 17 h 670"/>
                <a:gd name="T44" fmla="*/ 362 w 681"/>
                <a:gd name="T45" fmla="*/ 16 h 670"/>
                <a:gd name="T46" fmla="*/ 246 w 681"/>
                <a:gd name="T47" fmla="*/ 55 h 670"/>
                <a:gd name="T48" fmla="*/ 164 w 681"/>
                <a:gd name="T49" fmla="*/ 263 h 670"/>
                <a:gd name="T50" fmla="*/ 173 w 681"/>
                <a:gd name="T51" fmla="*/ 316 h 670"/>
                <a:gd name="T52" fmla="*/ 153 w 681"/>
                <a:gd name="T53" fmla="*/ 394 h 670"/>
                <a:gd name="T54" fmla="*/ 23 w 681"/>
                <a:gd name="T55" fmla="*/ 577 h 670"/>
                <a:gd name="T56" fmla="*/ 18 w 681"/>
                <a:gd name="T57" fmla="*/ 647 h 670"/>
                <a:gd name="T58" fmla="*/ 89 w 681"/>
                <a:gd name="T59" fmla="*/ 652 h 670"/>
                <a:gd name="T60" fmla="*/ 249 w 681"/>
                <a:gd name="T61" fmla="*/ 424 h 670"/>
                <a:gd name="T62" fmla="*/ 263 w 681"/>
                <a:gd name="T63" fmla="*/ 377 h 670"/>
                <a:gd name="T64" fmla="*/ 297 w 681"/>
                <a:gd name="T65" fmla="*/ 398 h 670"/>
                <a:gd name="T66" fmla="*/ 332 w 681"/>
                <a:gd name="T67" fmla="*/ 437 h 670"/>
                <a:gd name="T68" fmla="*/ 345 w 681"/>
                <a:gd name="T69" fmla="*/ 487 h 670"/>
                <a:gd name="T70" fmla="*/ 309 w 681"/>
                <a:gd name="T71" fmla="*/ 592 h 670"/>
                <a:gd name="T72" fmla="*/ 326 w 681"/>
                <a:gd name="T73" fmla="*/ 661 h 670"/>
                <a:gd name="T74" fmla="*/ 352 w 681"/>
                <a:gd name="T75" fmla="*/ 668 h 670"/>
                <a:gd name="T76" fmla="*/ 395 w 681"/>
                <a:gd name="T77" fmla="*/ 644 h 670"/>
                <a:gd name="T78" fmla="*/ 445 w 681"/>
                <a:gd name="T79" fmla="*/ 487 h 670"/>
                <a:gd name="T80" fmla="*/ 409 w 681"/>
                <a:gd name="T81" fmla="*/ 373 h 670"/>
                <a:gd name="T82" fmla="*/ 304 w 681"/>
                <a:gd name="T83" fmla="*/ 286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81" h="670">
                  <a:moveTo>
                    <a:pt x="304" y="286"/>
                  </a:moveTo>
                  <a:cubicBezTo>
                    <a:pt x="318" y="225"/>
                    <a:pt x="352" y="165"/>
                    <a:pt x="374" y="120"/>
                  </a:cubicBezTo>
                  <a:cubicBezTo>
                    <a:pt x="343" y="114"/>
                    <a:pt x="322" y="107"/>
                    <a:pt x="314" y="105"/>
                  </a:cubicBezTo>
                  <a:cubicBezTo>
                    <a:pt x="314" y="105"/>
                    <a:pt x="314" y="105"/>
                    <a:pt x="314" y="105"/>
                  </a:cubicBezTo>
                  <a:cubicBezTo>
                    <a:pt x="303" y="101"/>
                    <a:pt x="295" y="94"/>
                    <a:pt x="290" y="85"/>
                  </a:cubicBezTo>
                  <a:cubicBezTo>
                    <a:pt x="285" y="75"/>
                    <a:pt x="285" y="65"/>
                    <a:pt x="288" y="54"/>
                  </a:cubicBezTo>
                  <a:cubicBezTo>
                    <a:pt x="293" y="38"/>
                    <a:pt x="308" y="27"/>
                    <a:pt x="326" y="27"/>
                  </a:cubicBezTo>
                  <a:cubicBezTo>
                    <a:pt x="330" y="27"/>
                    <a:pt x="334" y="27"/>
                    <a:pt x="338" y="29"/>
                  </a:cubicBezTo>
                  <a:cubicBezTo>
                    <a:pt x="339" y="29"/>
                    <a:pt x="339" y="29"/>
                    <a:pt x="339" y="29"/>
                  </a:cubicBezTo>
                  <a:cubicBezTo>
                    <a:pt x="340" y="29"/>
                    <a:pt x="341" y="29"/>
                    <a:pt x="342" y="30"/>
                  </a:cubicBezTo>
                  <a:cubicBezTo>
                    <a:pt x="345" y="31"/>
                    <a:pt x="349" y="32"/>
                    <a:pt x="355" y="33"/>
                  </a:cubicBezTo>
                  <a:cubicBezTo>
                    <a:pt x="365" y="36"/>
                    <a:pt x="382" y="40"/>
                    <a:pt x="403" y="45"/>
                  </a:cubicBezTo>
                  <a:cubicBezTo>
                    <a:pt x="440" y="52"/>
                    <a:pt x="498" y="61"/>
                    <a:pt x="564" y="61"/>
                  </a:cubicBezTo>
                  <a:cubicBezTo>
                    <a:pt x="591" y="61"/>
                    <a:pt x="617" y="59"/>
                    <a:pt x="643" y="56"/>
                  </a:cubicBezTo>
                  <a:cubicBezTo>
                    <a:pt x="644" y="56"/>
                    <a:pt x="646" y="56"/>
                    <a:pt x="647" y="56"/>
                  </a:cubicBezTo>
                  <a:cubicBezTo>
                    <a:pt x="661" y="56"/>
                    <a:pt x="674" y="64"/>
                    <a:pt x="681" y="75"/>
                  </a:cubicBezTo>
                  <a:cubicBezTo>
                    <a:pt x="681" y="73"/>
                    <a:pt x="681" y="71"/>
                    <a:pt x="681" y="68"/>
                  </a:cubicBezTo>
                  <a:cubicBezTo>
                    <a:pt x="678" y="51"/>
                    <a:pt x="662" y="39"/>
                    <a:pt x="644" y="41"/>
                  </a:cubicBezTo>
                  <a:cubicBezTo>
                    <a:pt x="621" y="45"/>
                    <a:pt x="596" y="47"/>
                    <a:pt x="572" y="46"/>
                  </a:cubicBezTo>
                  <a:cubicBezTo>
                    <a:pt x="516" y="47"/>
                    <a:pt x="463" y="39"/>
                    <a:pt x="424" y="31"/>
                  </a:cubicBezTo>
                  <a:cubicBezTo>
                    <a:pt x="404" y="27"/>
                    <a:pt x="388" y="23"/>
                    <a:pt x="377" y="20"/>
                  </a:cubicBezTo>
                  <a:cubicBezTo>
                    <a:pt x="372" y="19"/>
                    <a:pt x="367" y="18"/>
                    <a:pt x="364" y="17"/>
                  </a:cubicBezTo>
                  <a:cubicBezTo>
                    <a:pt x="363" y="16"/>
                    <a:pt x="363" y="16"/>
                    <a:pt x="362" y="16"/>
                  </a:cubicBezTo>
                  <a:cubicBezTo>
                    <a:pt x="331" y="0"/>
                    <a:pt x="280" y="6"/>
                    <a:pt x="246" y="55"/>
                  </a:cubicBezTo>
                  <a:cubicBezTo>
                    <a:pt x="198" y="125"/>
                    <a:pt x="178" y="174"/>
                    <a:pt x="164" y="263"/>
                  </a:cubicBezTo>
                  <a:cubicBezTo>
                    <a:pt x="162" y="286"/>
                    <a:pt x="166" y="303"/>
                    <a:pt x="173" y="316"/>
                  </a:cubicBezTo>
                  <a:cubicBezTo>
                    <a:pt x="172" y="330"/>
                    <a:pt x="167" y="358"/>
                    <a:pt x="153" y="394"/>
                  </a:cubicBezTo>
                  <a:cubicBezTo>
                    <a:pt x="134" y="445"/>
                    <a:pt x="97" y="512"/>
                    <a:pt x="23" y="577"/>
                  </a:cubicBezTo>
                  <a:cubicBezTo>
                    <a:pt x="2" y="595"/>
                    <a:pt x="0" y="626"/>
                    <a:pt x="18" y="647"/>
                  </a:cubicBezTo>
                  <a:cubicBezTo>
                    <a:pt x="37" y="668"/>
                    <a:pt x="68" y="670"/>
                    <a:pt x="89" y="652"/>
                  </a:cubicBezTo>
                  <a:cubicBezTo>
                    <a:pt x="179" y="573"/>
                    <a:pt x="226" y="488"/>
                    <a:pt x="249" y="424"/>
                  </a:cubicBezTo>
                  <a:cubicBezTo>
                    <a:pt x="255" y="407"/>
                    <a:pt x="260" y="391"/>
                    <a:pt x="263" y="377"/>
                  </a:cubicBezTo>
                  <a:cubicBezTo>
                    <a:pt x="274" y="383"/>
                    <a:pt x="286" y="390"/>
                    <a:pt x="297" y="398"/>
                  </a:cubicBezTo>
                  <a:cubicBezTo>
                    <a:pt x="311" y="409"/>
                    <a:pt x="323" y="422"/>
                    <a:pt x="332" y="437"/>
                  </a:cubicBezTo>
                  <a:cubicBezTo>
                    <a:pt x="340" y="451"/>
                    <a:pt x="345" y="467"/>
                    <a:pt x="345" y="487"/>
                  </a:cubicBezTo>
                  <a:cubicBezTo>
                    <a:pt x="345" y="512"/>
                    <a:pt x="337" y="547"/>
                    <a:pt x="309" y="592"/>
                  </a:cubicBezTo>
                  <a:cubicBezTo>
                    <a:pt x="295" y="616"/>
                    <a:pt x="302" y="647"/>
                    <a:pt x="326" y="661"/>
                  </a:cubicBezTo>
                  <a:cubicBezTo>
                    <a:pt x="334" y="666"/>
                    <a:pt x="343" y="668"/>
                    <a:pt x="352" y="668"/>
                  </a:cubicBezTo>
                  <a:cubicBezTo>
                    <a:pt x="369" y="668"/>
                    <a:pt x="385" y="660"/>
                    <a:pt x="395" y="644"/>
                  </a:cubicBezTo>
                  <a:cubicBezTo>
                    <a:pt x="429" y="587"/>
                    <a:pt x="445" y="535"/>
                    <a:pt x="445" y="487"/>
                  </a:cubicBezTo>
                  <a:cubicBezTo>
                    <a:pt x="445" y="442"/>
                    <a:pt x="430" y="403"/>
                    <a:pt x="409" y="373"/>
                  </a:cubicBezTo>
                  <a:cubicBezTo>
                    <a:pt x="379" y="329"/>
                    <a:pt x="338" y="303"/>
                    <a:pt x="304" y="28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4" name="Freeform 88"/>
            <p:cNvSpPr>
              <a:spLocks/>
            </p:cNvSpPr>
            <p:nvPr/>
          </p:nvSpPr>
          <p:spPr bwMode="auto">
            <a:xfrm>
              <a:off x="1389063" y="5208588"/>
              <a:ext cx="236537" cy="315913"/>
            </a:xfrm>
            <a:custGeom>
              <a:avLst/>
              <a:gdLst>
                <a:gd name="T0" fmla="*/ 115 w 155"/>
                <a:gd name="T1" fmla="*/ 64 h 208"/>
                <a:gd name="T2" fmla="*/ 119 w 155"/>
                <a:gd name="T3" fmla="*/ 60 h 208"/>
                <a:gd name="T4" fmla="*/ 128 w 155"/>
                <a:gd name="T5" fmla="*/ 23 h 208"/>
                <a:gd name="T6" fmla="*/ 143 w 155"/>
                <a:gd name="T7" fmla="*/ 51 h 208"/>
                <a:gd name="T8" fmla="*/ 151 w 155"/>
                <a:gd name="T9" fmla="*/ 54 h 208"/>
                <a:gd name="T10" fmla="*/ 153 w 155"/>
                <a:gd name="T11" fmla="*/ 46 h 208"/>
                <a:gd name="T12" fmla="*/ 132 w 155"/>
                <a:gd name="T13" fmla="*/ 3 h 208"/>
                <a:gd name="T14" fmla="*/ 126 w 155"/>
                <a:gd name="T15" fmla="*/ 0 h 208"/>
                <a:gd name="T16" fmla="*/ 120 w 155"/>
                <a:gd name="T17" fmla="*/ 4 h 208"/>
                <a:gd name="T18" fmla="*/ 109 w 155"/>
                <a:gd name="T19" fmla="*/ 48 h 208"/>
                <a:gd name="T20" fmla="*/ 62 w 155"/>
                <a:gd name="T21" fmla="*/ 11 h 208"/>
                <a:gd name="T22" fmla="*/ 55 w 155"/>
                <a:gd name="T23" fmla="*/ 10 h 208"/>
                <a:gd name="T24" fmla="*/ 53 w 155"/>
                <a:gd name="T25" fmla="*/ 17 h 208"/>
                <a:gd name="T26" fmla="*/ 69 w 155"/>
                <a:gd name="T27" fmla="*/ 73 h 208"/>
                <a:gd name="T28" fmla="*/ 16 w 155"/>
                <a:gd name="T29" fmla="*/ 69 h 208"/>
                <a:gd name="T30" fmla="*/ 10 w 155"/>
                <a:gd name="T31" fmla="*/ 72 h 208"/>
                <a:gd name="T32" fmla="*/ 11 w 155"/>
                <a:gd name="T33" fmla="*/ 79 h 208"/>
                <a:gd name="T34" fmla="*/ 51 w 155"/>
                <a:gd name="T35" fmla="*/ 119 h 208"/>
                <a:gd name="T36" fmla="*/ 4 w 155"/>
                <a:gd name="T37" fmla="*/ 136 h 208"/>
                <a:gd name="T38" fmla="*/ 1 w 155"/>
                <a:gd name="T39" fmla="*/ 142 h 208"/>
                <a:gd name="T40" fmla="*/ 5 w 155"/>
                <a:gd name="T41" fmla="*/ 148 h 208"/>
                <a:gd name="T42" fmla="*/ 66 w 155"/>
                <a:gd name="T43" fmla="*/ 167 h 208"/>
                <a:gd name="T44" fmla="*/ 46 w 155"/>
                <a:gd name="T45" fmla="*/ 199 h 208"/>
                <a:gd name="T46" fmla="*/ 47 w 155"/>
                <a:gd name="T47" fmla="*/ 206 h 208"/>
                <a:gd name="T48" fmla="*/ 52 w 155"/>
                <a:gd name="T49" fmla="*/ 208 h 208"/>
                <a:gd name="T50" fmla="*/ 53 w 155"/>
                <a:gd name="T51" fmla="*/ 208 h 208"/>
                <a:gd name="T52" fmla="*/ 97 w 155"/>
                <a:gd name="T53" fmla="*/ 197 h 208"/>
                <a:gd name="T54" fmla="*/ 101 w 155"/>
                <a:gd name="T55" fmla="*/ 189 h 208"/>
                <a:gd name="T56" fmla="*/ 94 w 155"/>
                <a:gd name="T57" fmla="*/ 185 h 208"/>
                <a:gd name="T58" fmla="*/ 64 w 155"/>
                <a:gd name="T59" fmla="*/ 193 h 208"/>
                <a:gd name="T60" fmla="*/ 80 w 155"/>
                <a:gd name="T61" fmla="*/ 166 h 208"/>
                <a:gd name="T62" fmla="*/ 81 w 155"/>
                <a:gd name="T63" fmla="*/ 161 h 208"/>
                <a:gd name="T64" fmla="*/ 77 w 155"/>
                <a:gd name="T65" fmla="*/ 157 h 208"/>
                <a:gd name="T66" fmla="*/ 25 w 155"/>
                <a:gd name="T67" fmla="*/ 141 h 208"/>
                <a:gd name="T68" fmla="*/ 64 w 155"/>
                <a:gd name="T69" fmla="*/ 127 h 208"/>
                <a:gd name="T70" fmla="*/ 68 w 155"/>
                <a:gd name="T71" fmla="*/ 122 h 208"/>
                <a:gd name="T72" fmla="*/ 66 w 155"/>
                <a:gd name="T73" fmla="*/ 117 h 208"/>
                <a:gd name="T74" fmla="*/ 32 w 155"/>
                <a:gd name="T75" fmla="*/ 82 h 208"/>
                <a:gd name="T76" fmla="*/ 76 w 155"/>
                <a:gd name="T77" fmla="*/ 86 h 208"/>
                <a:gd name="T78" fmla="*/ 81 w 155"/>
                <a:gd name="T79" fmla="*/ 84 h 208"/>
                <a:gd name="T80" fmla="*/ 82 w 155"/>
                <a:gd name="T81" fmla="*/ 79 h 208"/>
                <a:gd name="T82" fmla="*/ 69 w 155"/>
                <a:gd name="T83" fmla="*/ 31 h 208"/>
                <a:gd name="T84" fmla="*/ 109 w 155"/>
                <a:gd name="T85" fmla="*/ 63 h 208"/>
                <a:gd name="T86" fmla="*/ 115 w 155"/>
                <a:gd name="T87" fmla="*/ 64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5" h="208">
                  <a:moveTo>
                    <a:pt x="115" y="64"/>
                  </a:moveTo>
                  <a:cubicBezTo>
                    <a:pt x="117" y="63"/>
                    <a:pt x="118" y="62"/>
                    <a:pt x="119" y="60"/>
                  </a:cubicBezTo>
                  <a:cubicBezTo>
                    <a:pt x="128" y="23"/>
                    <a:pt x="128" y="23"/>
                    <a:pt x="128" y="23"/>
                  </a:cubicBezTo>
                  <a:cubicBezTo>
                    <a:pt x="143" y="51"/>
                    <a:pt x="143" y="51"/>
                    <a:pt x="143" y="51"/>
                  </a:cubicBezTo>
                  <a:cubicBezTo>
                    <a:pt x="144" y="54"/>
                    <a:pt x="148" y="55"/>
                    <a:pt x="151" y="54"/>
                  </a:cubicBezTo>
                  <a:cubicBezTo>
                    <a:pt x="154" y="52"/>
                    <a:pt x="155" y="49"/>
                    <a:pt x="153" y="46"/>
                  </a:cubicBezTo>
                  <a:cubicBezTo>
                    <a:pt x="132" y="3"/>
                    <a:pt x="132" y="3"/>
                    <a:pt x="132" y="3"/>
                  </a:cubicBezTo>
                  <a:cubicBezTo>
                    <a:pt x="130" y="1"/>
                    <a:pt x="128" y="0"/>
                    <a:pt x="126" y="0"/>
                  </a:cubicBezTo>
                  <a:cubicBezTo>
                    <a:pt x="123" y="0"/>
                    <a:pt x="121" y="2"/>
                    <a:pt x="120" y="4"/>
                  </a:cubicBezTo>
                  <a:cubicBezTo>
                    <a:pt x="109" y="48"/>
                    <a:pt x="109" y="48"/>
                    <a:pt x="109" y="48"/>
                  </a:cubicBezTo>
                  <a:cubicBezTo>
                    <a:pt x="62" y="11"/>
                    <a:pt x="62" y="11"/>
                    <a:pt x="62" y="11"/>
                  </a:cubicBezTo>
                  <a:cubicBezTo>
                    <a:pt x="60" y="9"/>
                    <a:pt x="58" y="9"/>
                    <a:pt x="55" y="10"/>
                  </a:cubicBezTo>
                  <a:cubicBezTo>
                    <a:pt x="53" y="12"/>
                    <a:pt x="52" y="14"/>
                    <a:pt x="53" y="17"/>
                  </a:cubicBezTo>
                  <a:cubicBezTo>
                    <a:pt x="69" y="73"/>
                    <a:pt x="69" y="73"/>
                    <a:pt x="69" y="73"/>
                  </a:cubicBezTo>
                  <a:cubicBezTo>
                    <a:pt x="16" y="69"/>
                    <a:pt x="16" y="69"/>
                    <a:pt x="16" y="69"/>
                  </a:cubicBezTo>
                  <a:cubicBezTo>
                    <a:pt x="14" y="69"/>
                    <a:pt x="11" y="70"/>
                    <a:pt x="10" y="72"/>
                  </a:cubicBezTo>
                  <a:cubicBezTo>
                    <a:pt x="9" y="75"/>
                    <a:pt x="10" y="77"/>
                    <a:pt x="11" y="79"/>
                  </a:cubicBezTo>
                  <a:cubicBezTo>
                    <a:pt x="51" y="119"/>
                    <a:pt x="51" y="119"/>
                    <a:pt x="51" y="119"/>
                  </a:cubicBezTo>
                  <a:cubicBezTo>
                    <a:pt x="4" y="136"/>
                    <a:pt x="4" y="136"/>
                    <a:pt x="4" y="136"/>
                  </a:cubicBezTo>
                  <a:cubicBezTo>
                    <a:pt x="2" y="137"/>
                    <a:pt x="0" y="140"/>
                    <a:pt x="1" y="142"/>
                  </a:cubicBezTo>
                  <a:cubicBezTo>
                    <a:pt x="1" y="145"/>
                    <a:pt x="2" y="147"/>
                    <a:pt x="5" y="148"/>
                  </a:cubicBezTo>
                  <a:cubicBezTo>
                    <a:pt x="66" y="167"/>
                    <a:pt x="66" y="167"/>
                    <a:pt x="66" y="167"/>
                  </a:cubicBezTo>
                  <a:cubicBezTo>
                    <a:pt x="46" y="199"/>
                    <a:pt x="46" y="199"/>
                    <a:pt x="46" y="199"/>
                  </a:cubicBezTo>
                  <a:cubicBezTo>
                    <a:pt x="45" y="201"/>
                    <a:pt x="45" y="204"/>
                    <a:pt x="47" y="206"/>
                  </a:cubicBezTo>
                  <a:cubicBezTo>
                    <a:pt x="48" y="207"/>
                    <a:pt x="50" y="208"/>
                    <a:pt x="52" y="208"/>
                  </a:cubicBezTo>
                  <a:cubicBezTo>
                    <a:pt x="52" y="208"/>
                    <a:pt x="53" y="208"/>
                    <a:pt x="53" y="208"/>
                  </a:cubicBezTo>
                  <a:cubicBezTo>
                    <a:pt x="97" y="197"/>
                    <a:pt x="97" y="197"/>
                    <a:pt x="97" y="197"/>
                  </a:cubicBezTo>
                  <a:cubicBezTo>
                    <a:pt x="100" y="196"/>
                    <a:pt x="102" y="193"/>
                    <a:pt x="101" y="189"/>
                  </a:cubicBezTo>
                  <a:cubicBezTo>
                    <a:pt x="100" y="186"/>
                    <a:pt x="97" y="184"/>
                    <a:pt x="94" y="185"/>
                  </a:cubicBezTo>
                  <a:cubicBezTo>
                    <a:pt x="64" y="193"/>
                    <a:pt x="64" y="193"/>
                    <a:pt x="64" y="193"/>
                  </a:cubicBezTo>
                  <a:cubicBezTo>
                    <a:pt x="80" y="166"/>
                    <a:pt x="80" y="166"/>
                    <a:pt x="80" y="166"/>
                  </a:cubicBezTo>
                  <a:cubicBezTo>
                    <a:pt x="81" y="165"/>
                    <a:pt x="81" y="163"/>
                    <a:pt x="81" y="161"/>
                  </a:cubicBezTo>
                  <a:cubicBezTo>
                    <a:pt x="80" y="159"/>
                    <a:pt x="79" y="158"/>
                    <a:pt x="77" y="157"/>
                  </a:cubicBezTo>
                  <a:cubicBezTo>
                    <a:pt x="25" y="141"/>
                    <a:pt x="25" y="141"/>
                    <a:pt x="25" y="141"/>
                  </a:cubicBezTo>
                  <a:cubicBezTo>
                    <a:pt x="64" y="127"/>
                    <a:pt x="64" y="127"/>
                    <a:pt x="64" y="127"/>
                  </a:cubicBezTo>
                  <a:cubicBezTo>
                    <a:pt x="66" y="126"/>
                    <a:pt x="68" y="124"/>
                    <a:pt x="68" y="122"/>
                  </a:cubicBezTo>
                  <a:cubicBezTo>
                    <a:pt x="68" y="120"/>
                    <a:pt x="68" y="118"/>
                    <a:pt x="66" y="117"/>
                  </a:cubicBezTo>
                  <a:cubicBezTo>
                    <a:pt x="32" y="82"/>
                    <a:pt x="32" y="82"/>
                    <a:pt x="32" y="82"/>
                  </a:cubicBezTo>
                  <a:cubicBezTo>
                    <a:pt x="76" y="86"/>
                    <a:pt x="76" y="86"/>
                    <a:pt x="76" y="86"/>
                  </a:cubicBezTo>
                  <a:cubicBezTo>
                    <a:pt x="78" y="86"/>
                    <a:pt x="80" y="86"/>
                    <a:pt x="81" y="84"/>
                  </a:cubicBezTo>
                  <a:cubicBezTo>
                    <a:pt x="82" y="83"/>
                    <a:pt x="83" y="80"/>
                    <a:pt x="82" y="79"/>
                  </a:cubicBezTo>
                  <a:cubicBezTo>
                    <a:pt x="69" y="31"/>
                    <a:pt x="69" y="31"/>
                    <a:pt x="69" y="31"/>
                  </a:cubicBezTo>
                  <a:cubicBezTo>
                    <a:pt x="109" y="63"/>
                    <a:pt x="109" y="63"/>
                    <a:pt x="109" y="63"/>
                  </a:cubicBezTo>
                  <a:cubicBezTo>
                    <a:pt x="111" y="64"/>
                    <a:pt x="113" y="65"/>
                    <a:pt x="115" y="6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5" name="Freeform 89"/>
            <p:cNvSpPr>
              <a:spLocks/>
            </p:cNvSpPr>
            <p:nvPr/>
          </p:nvSpPr>
          <p:spPr bwMode="auto">
            <a:xfrm>
              <a:off x="771525" y="5216525"/>
              <a:ext cx="595312" cy="153988"/>
            </a:xfrm>
            <a:custGeom>
              <a:avLst/>
              <a:gdLst>
                <a:gd name="T0" fmla="*/ 353 w 391"/>
                <a:gd name="T1" fmla="*/ 33 h 102"/>
                <a:gd name="T2" fmla="*/ 274 w 391"/>
                <a:gd name="T3" fmla="*/ 38 h 102"/>
                <a:gd name="T4" fmla="*/ 111 w 391"/>
                <a:gd name="T5" fmla="*/ 21 h 102"/>
                <a:gd name="T6" fmla="*/ 63 w 391"/>
                <a:gd name="T7" fmla="*/ 10 h 102"/>
                <a:gd name="T8" fmla="*/ 50 w 391"/>
                <a:gd name="T9" fmla="*/ 7 h 102"/>
                <a:gd name="T10" fmla="*/ 47 w 391"/>
                <a:gd name="T11" fmla="*/ 6 h 102"/>
                <a:gd name="T12" fmla="*/ 46 w 391"/>
                <a:gd name="T13" fmla="*/ 5 h 102"/>
                <a:gd name="T14" fmla="*/ 5 w 391"/>
                <a:gd name="T15" fmla="*/ 26 h 102"/>
                <a:gd name="T16" fmla="*/ 26 w 391"/>
                <a:gd name="T17" fmla="*/ 66 h 102"/>
                <a:gd name="T18" fmla="*/ 26 w 391"/>
                <a:gd name="T19" fmla="*/ 66 h 102"/>
                <a:gd name="T20" fmla="*/ 274 w 391"/>
                <a:gd name="T21" fmla="*/ 102 h 102"/>
                <a:gd name="T22" fmla="*/ 361 w 391"/>
                <a:gd name="T23" fmla="*/ 97 h 102"/>
                <a:gd name="T24" fmla="*/ 389 w 391"/>
                <a:gd name="T25" fmla="*/ 61 h 102"/>
                <a:gd name="T26" fmla="*/ 353 w 391"/>
                <a:gd name="T27" fmla="*/ 33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1" h="102">
                  <a:moveTo>
                    <a:pt x="353" y="33"/>
                  </a:moveTo>
                  <a:cubicBezTo>
                    <a:pt x="326" y="36"/>
                    <a:pt x="300" y="38"/>
                    <a:pt x="274" y="38"/>
                  </a:cubicBezTo>
                  <a:cubicBezTo>
                    <a:pt x="210" y="38"/>
                    <a:pt x="153" y="30"/>
                    <a:pt x="111" y="21"/>
                  </a:cubicBezTo>
                  <a:cubicBezTo>
                    <a:pt x="91" y="17"/>
                    <a:pt x="74" y="13"/>
                    <a:pt x="63" y="10"/>
                  </a:cubicBezTo>
                  <a:cubicBezTo>
                    <a:pt x="57" y="9"/>
                    <a:pt x="53" y="7"/>
                    <a:pt x="50" y="7"/>
                  </a:cubicBezTo>
                  <a:cubicBezTo>
                    <a:pt x="48" y="6"/>
                    <a:pt x="47" y="6"/>
                    <a:pt x="47" y="6"/>
                  </a:cubicBezTo>
                  <a:cubicBezTo>
                    <a:pt x="46" y="5"/>
                    <a:pt x="46" y="5"/>
                    <a:pt x="46" y="5"/>
                  </a:cubicBezTo>
                  <a:cubicBezTo>
                    <a:pt x="29" y="0"/>
                    <a:pt x="11" y="9"/>
                    <a:pt x="5" y="26"/>
                  </a:cubicBezTo>
                  <a:cubicBezTo>
                    <a:pt x="0" y="43"/>
                    <a:pt x="9" y="61"/>
                    <a:pt x="26" y="66"/>
                  </a:cubicBezTo>
                  <a:cubicBezTo>
                    <a:pt x="26" y="66"/>
                    <a:pt x="26" y="66"/>
                    <a:pt x="26" y="66"/>
                  </a:cubicBezTo>
                  <a:cubicBezTo>
                    <a:pt x="28" y="67"/>
                    <a:pt x="136" y="102"/>
                    <a:pt x="274" y="102"/>
                  </a:cubicBezTo>
                  <a:cubicBezTo>
                    <a:pt x="302" y="102"/>
                    <a:pt x="331" y="100"/>
                    <a:pt x="361" y="97"/>
                  </a:cubicBezTo>
                  <a:cubicBezTo>
                    <a:pt x="379" y="95"/>
                    <a:pt x="391" y="79"/>
                    <a:pt x="389" y="61"/>
                  </a:cubicBezTo>
                  <a:cubicBezTo>
                    <a:pt x="387" y="44"/>
                    <a:pt x="371" y="31"/>
                    <a:pt x="353" y="3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96" name="组合 95"/>
          <p:cNvGrpSpPr/>
          <p:nvPr/>
        </p:nvGrpSpPr>
        <p:grpSpPr>
          <a:xfrm>
            <a:off x="7058026" y="1123097"/>
            <a:ext cx="730250" cy="1458913"/>
            <a:chOff x="7058026" y="806450"/>
            <a:chExt cx="730250" cy="1458913"/>
          </a:xfrm>
        </p:grpSpPr>
        <p:sp>
          <p:nvSpPr>
            <p:cNvPr id="97" name="Freeform 85"/>
            <p:cNvSpPr>
              <a:spLocks/>
            </p:cNvSpPr>
            <p:nvPr/>
          </p:nvSpPr>
          <p:spPr bwMode="auto">
            <a:xfrm>
              <a:off x="7270751" y="806450"/>
              <a:ext cx="300038" cy="300038"/>
            </a:xfrm>
            <a:custGeom>
              <a:avLst/>
              <a:gdLst>
                <a:gd name="T0" fmla="*/ 79 w 198"/>
                <a:gd name="T1" fmla="*/ 187 h 198"/>
                <a:gd name="T2" fmla="*/ 187 w 198"/>
                <a:gd name="T3" fmla="*/ 120 h 198"/>
                <a:gd name="T4" fmla="*/ 120 w 198"/>
                <a:gd name="T5" fmla="*/ 12 h 198"/>
                <a:gd name="T6" fmla="*/ 12 w 198"/>
                <a:gd name="T7" fmla="*/ 79 h 198"/>
                <a:gd name="T8" fmla="*/ 79 w 198"/>
                <a:gd name="T9" fmla="*/ 187 h 198"/>
              </a:gdLst>
              <a:ahLst/>
              <a:cxnLst>
                <a:cxn ang="0">
                  <a:pos x="T0" y="T1"/>
                </a:cxn>
                <a:cxn ang="0">
                  <a:pos x="T2" y="T3"/>
                </a:cxn>
                <a:cxn ang="0">
                  <a:pos x="T4" y="T5"/>
                </a:cxn>
                <a:cxn ang="0">
                  <a:pos x="T6" y="T7"/>
                </a:cxn>
                <a:cxn ang="0">
                  <a:pos x="T8" y="T9"/>
                </a:cxn>
              </a:cxnLst>
              <a:rect l="0" t="0" r="r" b="b"/>
              <a:pathLst>
                <a:path w="198" h="198">
                  <a:moveTo>
                    <a:pt x="79" y="187"/>
                  </a:moveTo>
                  <a:cubicBezTo>
                    <a:pt x="127" y="198"/>
                    <a:pt x="176" y="168"/>
                    <a:pt x="187" y="120"/>
                  </a:cubicBezTo>
                  <a:cubicBezTo>
                    <a:pt x="198" y="71"/>
                    <a:pt x="168" y="23"/>
                    <a:pt x="120" y="12"/>
                  </a:cubicBezTo>
                  <a:cubicBezTo>
                    <a:pt x="71" y="0"/>
                    <a:pt x="23" y="30"/>
                    <a:pt x="12" y="79"/>
                  </a:cubicBezTo>
                  <a:cubicBezTo>
                    <a:pt x="0" y="127"/>
                    <a:pt x="30" y="176"/>
                    <a:pt x="79" y="18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8" name="Freeform 86"/>
            <p:cNvSpPr>
              <a:spLocks noEditPoints="1"/>
            </p:cNvSpPr>
            <p:nvPr/>
          </p:nvSpPr>
          <p:spPr bwMode="auto">
            <a:xfrm>
              <a:off x="7058026" y="1133475"/>
              <a:ext cx="730250" cy="1131888"/>
            </a:xfrm>
            <a:custGeom>
              <a:avLst/>
              <a:gdLst>
                <a:gd name="T0" fmla="*/ 48 w 481"/>
                <a:gd name="T1" fmla="*/ 283 h 746"/>
                <a:gd name="T2" fmla="*/ 131 w 481"/>
                <a:gd name="T3" fmla="*/ 375 h 746"/>
                <a:gd name="T4" fmla="*/ 181 w 481"/>
                <a:gd name="T5" fmla="*/ 746 h 746"/>
                <a:gd name="T6" fmla="*/ 230 w 481"/>
                <a:gd name="T7" fmla="*/ 335 h 746"/>
                <a:gd name="T8" fmla="*/ 249 w 481"/>
                <a:gd name="T9" fmla="*/ 696 h 746"/>
                <a:gd name="T10" fmla="*/ 347 w 481"/>
                <a:gd name="T11" fmla="*/ 696 h 746"/>
                <a:gd name="T12" fmla="*/ 421 w 481"/>
                <a:gd name="T13" fmla="*/ 277 h 746"/>
                <a:gd name="T14" fmla="*/ 440 w 481"/>
                <a:gd name="T15" fmla="*/ 284 h 746"/>
                <a:gd name="T16" fmla="*/ 481 w 481"/>
                <a:gd name="T17" fmla="*/ 183 h 746"/>
                <a:gd name="T18" fmla="*/ 390 w 481"/>
                <a:gd name="T19" fmla="*/ 20 h 746"/>
                <a:gd name="T20" fmla="*/ 317 w 481"/>
                <a:gd name="T21" fmla="*/ 0 h 746"/>
                <a:gd name="T22" fmla="*/ 156 w 481"/>
                <a:gd name="T23" fmla="*/ 1 h 746"/>
                <a:gd name="T24" fmla="*/ 40 w 481"/>
                <a:gd name="T25" fmla="*/ 61 h 746"/>
                <a:gd name="T26" fmla="*/ 10 w 481"/>
                <a:gd name="T27" fmla="*/ 259 h 746"/>
                <a:gd name="T28" fmla="*/ 240 w 481"/>
                <a:gd name="T29" fmla="*/ 290 h 746"/>
                <a:gd name="T30" fmla="*/ 202 w 481"/>
                <a:gd name="T31" fmla="*/ 242 h 746"/>
                <a:gd name="T32" fmla="*/ 223 w 481"/>
                <a:gd name="T33" fmla="*/ 81 h 746"/>
                <a:gd name="T34" fmla="*/ 240 w 481"/>
                <a:gd name="T35" fmla="*/ 84 h 746"/>
                <a:gd name="T36" fmla="*/ 256 w 481"/>
                <a:gd name="T37" fmla="*/ 81 h 746"/>
                <a:gd name="T38" fmla="*/ 278 w 481"/>
                <a:gd name="T39" fmla="*/ 242 h 746"/>
                <a:gd name="T40" fmla="*/ 240 w 481"/>
                <a:gd name="T41" fmla="*/ 290 h 746"/>
                <a:gd name="T42" fmla="*/ 417 w 481"/>
                <a:gd name="T43" fmla="*/ 183 h 746"/>
                <a:gd name="T44" fmla="*/ 411 w 481"/>
                <a:gd name="T45" fmla="*/ 263 h 746"/>
                <a:gd name="T46" fmla="*/ 347 w 481"/>
                <a:gd name="T47" fmla="*/ 229 h 746"/>
                <a:gd name="T48" fmla="*/ 392 w 481"/>
                <a:gd name="T49" fmla="*/ 102 h 746"/>
                <a:gd name="T50" fmla="*/ 240 w 481"/>
                <a:gd name="T51" fmla="*/ 32 h 746"/>
                <a:gd name="T52" fmla="*/ 262 w 481"/>
                <a:gd name="T53" fmla="*/ 62 h 746"/>
                <a:gd name="T54" fmla="*/ 240 w 481"/>
                <a:gd name="T55" fmla="*/ 72 h 746"/>
                <a:gd name="T56" fmla="*/ 217 w 481"/>
                <a:gd name="T57" fmla="*/ 62 h 746"/>
                <a:gd name="T58" fmla="*/ 76 w 481"/>
                <a:gd name="T59" fmla="*/ 122 h 746"/>
                <a:gd name="T60" fmla="*/ 131 w 481"/>
                <a:gd name="T61" fmla="*/ 72 h 746"/>
                <a:gd name="T62" fmla="*/ 131 w 481"/>
                <a:gd name="T63" fmla="*/ 292 h 746"/>
                <a:gd name="T64" fmla="*/ 72 w 481"/>
                <a:gd name="T65" fmla="*/ 244 h 746"/>
                <a:gd name="T66" fmla="*/ 76 w 481"/>
                <a:gd name="T67" fmla="*/ 122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81" h="746">
                  <a:moveTo>
                    <a:pt x="41" y="284"/>
                  </a:moveTo>
                  <a:cubicBezTo>
                    <a:pt x="43" y="284"/>
                    <a:pt x="46" y="283"/>
                    <a:pt x="48" y="283"/>
                  </a:cubicBezTo>
                  <a:cubicBezTo>
                    <a:pt x="52" y="282"/>
                    <a:pt x="56" y="280"/>
                    <a:pt x="60" y="277"/>
                  </a:cubicBezTo>
                  <a:cubicBezTo>
                    <a:pt x="131" y="375"/>
                    <a:pt x="131" y="375"/>
                    <a:pt x="131" y="375"/>
                  </a:cubicBezTo>
                  <a:cubicBezTo>
                    <a:pt x="131" y="696"/>
                    <a:pt x="131" y="696"/>
                    <a:pt x="131" y="696"/>
                  </a:cubicBezTo>
                  <a:cubicBezTo>
                    <a:pt x="131" y="724"/>
                    <a:pt x="153" y="746"/>
                    <a:pt x="181" y="746"/>
                  </a:cubicBezTo>
                  <a:cubicBezTo>
                    <a:pt x="208" y="746"/>
                    <a:pt x="230" y="724"/>
                    <a:pt x="230" y="696"/>
                  </a:cubicBezTo>
                  <a:cubicBezTo>
                    <a:pt x="230" y="335"/>
                    <a:pt x="230" y="335"/>
                    <a:pt x="230" y="335"/>
                  </a:cubicBezTo>
                  <a:cubicBezTo>
                    <a:pt x="249" y="335"/>
                    <a:pt x="249" y="335"/>
                    <a:pt x="249" y="335"/>
                  </a:cubicBezTo>
                  <a:cubicBezTo>
                    <a:pt x="249" y="696"/>
                    <a:pt x="249" y="696"/>
                    <a:pt x="249" y="696"/>
                  </a:cubicBezTo>
                  <a:cubicBezTo>
                    <a:pt x="249" y="724"/>
                    <a:pt x="271" y="746"/>
                    <a:pt x="298" y="746"/>
                  </a:cubicBezTo>
                  <a:cubicBezTo>
                    <a:pt x="325" y="746"/>
                    <a:pt x="347" y="724"/>
                    <a:pt x="347" y="696"/>
                  </a:cubicBezTo>
                  <a:cubicBezTo>
                    <a:pt x="347" y="379"/>
                    <a:pt x="347" y="379"/>
                    <a:pt x="347" y="379"/>
                  </a:cubicBezTo>
                  <a:cubicBezTo>
                    <a:pt x="421" y="277"/>
                    <a:pt x="421" y="277"/>
                    <a:pt x="421" y="277"/>
                  </a:cubicBezTo>
                  <a:cubicBezTo>
                    <a:pt x="425" y="280"/>
                    <a:pt x="429" y="282"/>
                    <a:pt x="433" y="283"/>
                  </a:cubicBezTo>
                  <a:cubicBezTo>
                    <a:pt x="436" y="283"/>
                    <a:pt x="438" y="284"/>
                    <a:pt x="440" y="284"/>
                  </a:cubicBezTo>
                  <a:cubicBezTo>
                    <a:pt x="455" y="284"/>
                    <a:pt x="468" y="274"/>
                    <a:pt x="472" y="259"/>
                  </a:cubicBezTo>
                  <a:cubicBezTo>
                    <a:pt x="478" y="231"/>
                    <a:pt x="481" y="206"/>
                    <a:pt x="481" y="183"/>
                  </a:cubicBezTo>
                  <a:cubicBezTo>
                    <a:pt x="481" y="148"/>
                    <a:pt x="474" y="118"/>
                    <a:pt x="462" y="94"/>
                  </a:cubicBezTo>
                  <a:cubicBezTo>
                    <a:pt x="444" y="57"/>
                    <a:pt x="416" y="33"/>
                    <a:pt x="390" y="20"/>
                  </a:cubicBezTo>
                  <a:cubicBezTo>
                    <a:pt x="364" y="6"/>
                    <a:pt x="341" y="1"/>
                    <a:pt x="322" y="1"/>
                  </a:cubicBezTo>
                  <a:cubicBezTo>
                    <a:pt x="321" y="0"/>
                    <a:pt x="319" y="0"/>
                    <a:pt x="317" y="0"/>
                  </a:cubicBezTo>
                  <a:cubicBezTo>
                    <a:pt x="162" y="0"/>
                    <a:pt x="162" y="0"/>
                    <a:pt x="162" y="0"/>
                  </a:cubicBezTo>
                  <a:cubicBezTo>
                    <a:pt x="160" y="0"/>
                    <a:pt x="158" y="0"/>
                    <a:pt x="156" y="1"/>
                  </a:cubicBezTo>
                  <a:cubicBezTo>
                    <a:pt x="144" y="1"/>
                    <a:pt x="132" y="4"/>
                    <a:pt x="117" y="8"/>
                  </a:cubicBezTo>
                  <a:cubicBezTo>
                    <a:pt x="92" y="17"/>
                    <a:pt x="63" y="33"/>
                    <a:pt x="40" y="61"/>
                  </a:cubicBezTo>
                  <a:cubicBezTo>
                    <a:pt x="16" y="90"/>
                    <a:pt x="0" y="131"/>
                    <a:pt x="0" y="183"/>
                  </a:cubicBezTo>
                  <a:cubicBezTo>
                    <a:pt x="0" y="206"/>
                    <a:pt x="3" y="231"/>
                    <a:pt x="10" y="259"/>
                  </a:cubicBezTo>
                  <a:cubicBezTo>
                    <a:pt x="13" y="274"/>
                    <a:pt x="26" y="284"/>
                    <a:pt x="41" y="284"/>
                  </a:cubicBezTo>
                  <a:close/>
                  <a:moveTo>
                    <a:pt x="240" y="290"/>
                  </a:moveTo>
                  <a:cubicBezTo>
                    <a:pt x="230" y="278"/>
                    <a:pt x="230" y="278"/>
                    <a:pt x="230" y="278"/>
                  </a:cubicBezTo>
                  <a:cubicBezTo>
                    <a:pt x="202" y="242"/>
                    <a:pt x="202" y="242"/>
                    <a:pt x="202" y="242"/>
                  </a:cubicBezTo>
                  <a:cubicBezTo>
                    <a:pt x="209" y="188"/>
                    <a:pt x="209" y="188"/>
                    <a:pt x="209" y="188"/>
                  </a:cubicBezTo>
                  <a:cubicBezTo>
                    <a:pt x="223" y="81"/>
                    <a:pt x="223" y="81"/>
                    <a:pt x="223" y="81"/>
                  </a:cubicBezTo>
                  <a:cubicBezTo>
                    <a:pt x="229" y="83"/>
                    <a:pt x="234" y="84"/>
                    <a:pt x="240" y="84"/>
                  </a:cubicBezTo>
                  <a:cubicBezTo>
                    <a:pt x="240" y="84"/>
                    <a:pt x="240" y="84"/>
                    <a:pt x="240" y="84"/>
                  </a:cubicBezTo>
                  <a:cubicBezTo>
                    <a:pt x="240" y="84"/>
                    <a:pt x="240" y="84"/>
                    <a:pt x="240" y="84"/>
                  </a:cubicBezTo>
                  <a:cubicBezTo>
                    <a:pt x="245" y="84"/>
                    <a:pt x="250" y="83"/>
                    <a:pt x="256" y="81"/>
                  </a:cubicBezTo>
                  <a:cubicBezTo>
                    <a:pt x="270" y="188"/>
                    <a:pt x="270" y="188"/>
                    <a:pt x="270" y="188"/>
                  </a:cubicBezTo>
                  <a:cubicBezTo>
                    <a:pt x="278" y="242"/>
                    <a:pt x="278" y="242"/>
                    <a:pt x="278" y="242"/>
                  </a:cubicBezTo>
                  <a:cubicBezTo>
                    <a:pt x="249" y="279"/>
                    <a:pt x="249" y="279"/>
                    <a:pt x="249" y="279"/>
                  </a:cubicBezTo>
                  <a:lnTo>
                    <a:pt x="240" y="290"/>
                  </a:lnTo>
                  <a:close/>
                  <a:moveTo>
                    <a:pt x="392" y="102"/>
                  </a:moveTo>
                  <a:cubicBezTo>
                    <a:pt x="406" y="119"/>
                    <a:pt x="417" y="144"/>
                    <a:pt x="417" y="183"/>
                  </a:cubicBezTo>
                  <a:cubicBezTo>
                    <a:pt x="417" y="200"/>
                    <a:pt x="415" y="221"/>
                    <a:pt x="409" y="244"/>
                  </a:cubicBezTo>
                  <a:cubicBezTo>
                    <a:pt x="408" y="251"/>
                    <a:pt x="408" y="257"/>
                    <a:pt x="411" y="263"/>
                  </a:cubicBezTo>
                  <a:cubicBezTo>
                    <a:pt x="347" y="293"/>
                    <a:pt x="347" y="293"/>
                    <a:pt x="347" y="293"/>
                  </a:cubicBezTo>
                  <a:cubicBezTo>
                    <a:pt x="347" y="229"/>
                    <a:pt x="347" y="229"/>
                    <a:pt x="347" y="229"/>
                  </a:cubicBezTo>
                  <a:cubicBezTo>
                    <a:pt x="347" y="71"/>
                    <a:pt x="347" y="71"/>
                    <a:pt x="347" y="71"/>
                  </a:cubicBezTo>
                  <a:cubicBezTo>
                    <a:pt x="362" y="76"/>
                    <a:pt x="379" y="86"/>
                    <a:pt x="392" y="102"/>
                  </a:cubicBezTo>
                  <a:close/>
                  <a:moveTo>
                    <a:pt x="224" y="32"/>
                  </a:moveTo>
                  <a:cubicBezTo>
                    <a:pt x="240" y="32"/>
                    <a:pt x="240" y="32"/>
                    <a:pt x="240" y="32"/>
                  </a:cubicBezTo>
                  <a:cubicBezTo>
                    <a:pt x="255" y="32"/>
                    <a:pt x="255" y="32"/>
                    <a:pt x="255" y="32"/>
                  </a:cubicBezTo>
                  <a:cubicBezTo>
                    <a:pt x="262" y="62"/>
                    <a:pt x="262" y="62"/>
                    <a:pt x="262" y="62"/>
                  </a:cubicBezTo>
                  <a:cubicBezTo>
                    <a:pt x="261" y="64"/>
                    <a:pt x="261" y="64"/>
                    <a:pt x="261" y="64"/>
                  </a:cubicBezTo>
                  <a:cubicBezTo>
                    <a:pt x="255" y="69"/>
                    <a:pt x="247" y="72"/>
                    <a:pt x="240" y="72"/>
                  </a:cubicBezTo>
                  <a:cubicBezTo>
                    <a:pt x="232" y="72"/>
                    <a:pt x="224" y="69"/>
                    <a:pt x="218" y="64"/>
                  </a:cubicBezTo>
                  <a:cubicBezTo>
                    <a:pt x="217" y="62"/>
                    <a:pt x="217" y="62"/>
                    <a:pt x="217" y="62"/>
                  </a:cubicBezTo>
                  <a:lnTo>
                    <a:pt x="224" y="32"/>
                  </a:lnTo>
                  <a:close/>
                  <a:moveTo>
                    <a:pt x="76" y="122"/>
                  </a:moveTo>
                  <a:cubicBezTo>
                    <a:pt x="87" y="99"/>
                    <a:pt x="104" y="85"/>
                    <a:pt x="121" y="76"/>
                  </a:cubicBezTo>
                  <a:cubicBezTo>
                    <a:pt x="124" y="74"/>
                    <a:pt x="128" y="73"/>
                    <a:pt x="131" y="72"/>
                  </a:cubicBezTo>
                  <a:cubicBezTo>
                    <a:pt x="131" y="229"/>
                    <a:pt x="131" y="229"/>
                    <a:pt x="131" y="229"/>
                  </a:cubicBezTo>
                  <a:cubicBezTo>
                    <a:pt x="131" y="292"/>
                    <a:pt x="131" y="292"/>
                    <a:pt x="131" y="292"/>
                  </a:cubicBezTo>
                  <a:cubicBezTo>
                    <a:pt x="71" y="263"/>
                    <a:pt x="71" y="263"/>
                    <a:pt x="71" y="263"/>
                  </a:cubicBezTo>
                  <a:cubicBezTo>
                    <a:pt x="73" y="257"/>
                    <a:pt x="73" y="251"/>
                    <a:pt x="72" y="244"/>
                  </a:cubicBezTo>
                  <a:cubicBezTo>
                    <a:pt x="66" y="221"/>
                    <a:pt x="64" y="200"/>
                    <a:pt x="64" y="183"/>
                  </a:cubicBezTo>
                  <a:cubicBezTo>
                    <a:pt x="64" y="157"/>
                    <a:pt x="69" y="137"/>
                    <a:pt x="76" y="12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99" name="组合 98"/>
          <p:cNvGrpSpPr/>
          <p:nvPr/>
        </p:nvGrpSpPr>
        <p:grpSpPr>
          <a:xfrm>
            <a:off x="6929438" y="4812447"/>
            <a:ext cx="914400" cy="1457326"/>
            <a:chOff x="6929438" y="4495800"/>
            <a:chExt cx="914400" cy="1457326"/>
          </a:xfrm>
        </p:grpSpPr>
        <p:sp>
          <p:nvSpPr>
            <p:cNvPr id="100" name="Freeform 87"/>
            <p:cNvSpPr>
              <a:spLocks/>
            </p:cNvSpPr>
            <p:nvPr/>
          </p:nvSpPr>
          <p:spPr bwMode="auto">
            <a:xfrm>
              <a:off x="7229476" y="4495800"/>
              <a:ext cx="301625" cy="298450"/>
            </a:xfrm>
            <a:custGeom>
              <a:avLst/>
              <a:gdLst>
                <a:gd name="T0" fmla="*/ 79 w 198"/>
                <a:gd name="T1" fmla="*/ 186 h 197"/>
                <a:gd name="T2" fmla="*/ 187 w 198"/>
                <a:gd name="T3" fmla="*/ 119 h 197"/>
                <a:gd name="T4" fmla="*/ 120 w 198"/>
                <a:gd name="T5" fmla="*/ 11 h 197"/>
                <a:gd name="T6" fmla="*/ 11 w 198"/>
                <a:gd name="T7" fmla="*/ 78 h 197"/>
                <a:gd name="T8" fmla="*/ 79 w 198"/>
                <a:gd name="T9" fmla="*/ 186 h 197"/>
              </a:gdLst>
              <a:ahLst/>
              <a:cxnLst>
                <a:cxn ang="0">
                  <a:pos x="T0" y="T1"/>
                </a:cxn>
                <a:cxn ang="0">
                  <a:pos x="T2" y="T3"/>
                </a:cxn>
                <a:cxn ang="0">
                  <a:pos x="T4" y="T5"/>
                </a:cxn>
                <a:cxn ang="0">
                  <a:pos x="T6" y="T7"/>
                </a:cxn>
                <a:cxn ang="0">
                  <a:pos x="T8" y="T9"/>
                </a:cxn>
              </a:cxnLst>
              <a:rect l="0" t="0" r="r" b="b"/>
              <a:pathLst>
                <a:path w="198" h="197">
                  <a:moveTo>
                    <a:pt x="79" y="186"/>
                  </a:moveTo>
                  <a:cubicBezTo>
                    <a:pt x="127" y="197"/>
                    <a:pt x="175" y="167"/>
                    <a:pt x="187" y="119"/>
                  </a:cubicBezTo>
                  <a:cubicBezTo>
                    <a:pt x="198" y="71"/>
                    <a:pt x="168" y="22"/>
                    <a:pt x="120" y="11"/>
                  </a:cubicBezTo>
                  <a:cubicBezTo>
                    <a:pt x="71" y="0"/>
                    <a:pt x="23" y="30"/>
                    <a:pt x="11" y="78"/>
                  </a:cubicBezTo>
                  <a:cubicBezTo>
                    <a:pt x="0" y="127"/>
                    <a:pt x="30" y="175"/>
                    <a:pt x="79" y="18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1" name="Freeform 88"/>
            <p:cNvSpPr>
              <a:spLocks noEditPoints="1"/>
            </p:cNvSpPr>
            <p:nvPr/>
          </p:nvSpPr>
          <p:spPr bwMode="auto">
            <a:xfrm>
              <a:off x="6929438" y="4821238"/>
              <a:ext cx="914400" cy="1131888"/>
            </a:xfrm>
            <a:custGeom>
              <a:avLst/>
              <a:gdLst>
                <a:gd name="T0" fmla="*/ 513 w 603"/>
                <a:gd name="T1" fmla="*/ 166 h 746"/>
                <a:gd name="T2" fmla="*/ 430 w 603"/>
                <a:gd name="T3" fmla="*/ 29 h 746"/>
                <a:gd name="T4" fmla="*/ 384 w 603"/>
                <a:gd name="T5" fmla="*/ 1 h 746"/>
                <a:gd name="T6" fmla="*/ 374 w 603"/>
                <a:gd name="T7" fmla="*/ 0 h 746"/>
                <a:gd name="T8" fmla="*/ 211 w 603"/>
                <a:gd name="T9" fmla="*/ 2 h 746"/>
                <a:gd name="T10" fmla="*/ 174 w 603"/>
                <a:gd name="T11" fmla="*/ 28 h 746"/>
                <a:gd name="T12" fmla="*/ 101 w 603"/>
                <a:gd name="T13" fmla="*/ 152 h 746"/>
                <a:gd name="T14" fmla="*/ 6 w 603"/>
                <a:gd name="T15" fmla="*/ 254 h 746"/>
                <a:gd name="T16" fmla="*/ 48 w 603"/>
                <a:gd name="T17" fmla="*/ 272 h 746"/>
                <a:gd name="T18" fmla="*/ 189 w 603"/>
                <a:gd name="T19" fmla="*/ 135 h 746"/>
                <a:gd name="T20" fmla="*/ 189 w 603"/>
                <a:gd name="T21" fmla="*/ 305 h 746"/>
                <a:gd name="T22" fmla="*/ 108 w 603"/>
                <a:gd name="T23" fmla="*/ 394 h 746"/>
                <a:gd name="T24" fmla="*/ 189 w 603"/>
                <a:gd name="T25" fmla="*/ 697 h 746"/>
                <a:gd name="T26" fmla="*/ 288 w 603"/>
                <a:gd name="T27" fmla="*/ 697 h 746"/>
                <a:gd name="T28" fmla="*/ 306 w 603"/>
                <a:gd name="T29" fmla="*/ 336 h 746"/>
                <a:gd name="T30" fmla="*/ 356 w 603"/>
                <a:gd name="T31" fmla="*/ 746 h 746"/>
                <a:gd name="T32" fmla="*/ 405 w 603"/>
                <a:gd name="T33" fmla="*/ 376 h 746"/>
                <a:gd name="T34" fmla="*/ 405 w 603"/>
                <a:gd name="T35" fmla="*/ 307 h 746"/>
                <a:gd name="T36" fmla="*/ 405 w 603"/>
                <a:gd name="T37" fmla="*/ 229 h 746"/>
                <a:gd name="T38" fmla="*/ 446 w 603"/>
                <a:gd name="T39" fmla="*/ 185 h 746"/>
                <a:gd name="T40" fmla="*/ 567 w 603"/>
                <a:gd name="T41" fmla="*/ 274 h 746"/>
                <a:gd name="T42" fmla="*/ 579 w 603"/>
                <a:gd name="T43" fmla="*/ 213 h 746"/>
                <a:gd name="T44" fmla="*/ 297 w 603"/>
                <a:gd name="T45" fmla="*/ 32 h 746"/>
                <a:gd name="T46" fmla="*/ 320 w 603"/>
                <a:gd name="T47" fmla="*/ 62 h 746"/>
                <a:gd name="T48" fmla="*/ 297 w 603"/>
                <a:gd name="T49" fmla="*/ 72 h 746"/>
                <a:gd name="T50" fmla="*/ 275 w 603"/>
                <a:gd name="T51" fmla="*/ 62 h 746"/>
                <a:gd name="T52" fmla="*/ 297 w 603"/>
                <a:gd name="T53" fmla="*/ 290 h 746"/>
                <a:gd name="T54" fmla="*/ 259 w 603"/>
                <a:gd name="T55" fmla="*/ 242 h 746"/>
                <a:gd name="T56" fmla="*/ 281 w 603"/>
                <a:gd name="T57" fmla="*/ 81 h 746"/>
                <a:gd name="T58" fmla="*/ 297 w 603"/>
                <a:gd name="T59" fmla="*/ 84 h 746"/>
                <a:gd name="T60" fmla="*/ 314 w 603"/>
                <a:gd name="T61" fmla="*/ 81 h 746"/>
                <a:gd name="T62" fmla="*/ 335 w 603"/>
                <a:gd name="T63" fmla="*/ 242 h 746"/>
                <a:gd name="T64" fmla="*/ 297 w 603"/>
                <a:gd name="T65" fmla="*/ 290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03" h="746">
                  <a:moveTo>
                    <a:pt x="579" y="213"/>
                  </a:moveTo>
                  <a:cubicBezTo>
                    <a:pt x="552" y="202"/>
                    <a:pt x="531" y="185"/>
                    <a:pt x="513" y="166"/>
                  </a:cubicBezTo>
                  <a:cubicBezTo>
                    <a:pt x="487" y="137"/>
                    <a:pt x="468" y="101"/>
                    <a:pt x="453" y="71"/>
                  </a:cubicBezTo>
                  <a:cubicBezTo>
                    <a:pt x="445" y="56"/>
                    <a:pt x="438" y="42"/>
                    <a:pt x="430" y="29"/>
                  </a:cubicBezTo>
                  <a:cubicBezTo>
                    <a:pt x="426" y="23"/>
                    <a:pt x="421" y="17"/>
                    <a:pt x="414" y="12"/>
                  </a:cubicBezTo>
                  <a:cubicBezTo>
                    <a:pt x="407" y="6"/>
                    <a:pt x="396" y="1"/>
                    <a:pt x="384" y="1"/>
                  </a:cubicBezTo>
                  <a:cubicBezTo>
                    <a:pt x="383" y="1"/>
                    <a:pt x="382" y="1"/>
                    <a:pt x="381" y="1"/>
                  </a:cubicBezTo>
                  <a:cubicBezTo>
                    <a:pt x="379" y="1"/>
                    <a:pt x="377" y="0"/>
                    <a:pt x="374" y="0"/>
                  </a:cubicBezTo>
                  <a:cubicBezTo>
                    <a:pt x="220" y="0"/>
                    <a:pt x="220" y="0"/>
                    <a:pt x="220" y="0"/>
                  </a:cubicBezTo>
                  <a:cubicBezTo>
                    <a:pt x="217" y="0"/>
                    <a:pt x="214" y="1"/>
                    <a:pt x="211" y="2"/>
                  </a:cubicBezTo>
                  <a:cubicBezTo>
                    <a:pt x="206" y="2"/>
                    <a:pt x="201" y="4"/>
                    <a:pt x="197" y="6"/>
                  </a:cubicBezTo>
                  <a:cubicBezTo>
                    <a:pt x="186" y="13"/>
                    <a:pt x="180" y="20"/>
                    <a:pt x="174" y="28"/>
                  </a:cubicBezTo>
                  <a:cubicBezTo>
                    <a:pt x="165" y="41"/>
                    <a:pt x="157" y="57"/>
                    <a:pt x="149" y="73"/>
                  </a:cubicBezTo>
                  <a:cubicBezTo>
                    <a:pt x="136" y="99"/>
                    <a:pt x="121" y="127"/>
                    <a:pt x="101" y="152"/>
                  </a:cubicBezTo>
                  <a:cubicBezTo>
                    <a:pt x="81" y="178"/>
                    <a:pt x="57" y="199"/>
                    <a:pt x="24" y="213"/>
                  </a:cubicBezTo>
                  <a:cubicBezTo>
                    <a:pt x="7" y="219"/>
                    <a:pt x="0" y="238"/>
                    <a:pt x="6" y="254"/>
                  </a:cubicBezTo>
                  <a:cubicBezTo>
                    <a:pt x="11" y="267"/>
                    <a:pt x="23" y="274"/>
                    <a:pt x="36" y="274"/>
                  </a:cubicBezTo>
                  <a:cubicBezTo>
                    <a:pt x="40" y="274"/>
                    <a:pt x="44" y="274"/>
                    <a:pt x="48" y="272"/>
                  </a:cubicBezTo>
                  <a:cubicBezTo>
                    <a:pt x="85" y="257"/>
                    <a:pt x="114" y="234"/>
                    <a:pt x="137" y="209"/>
                  </a:cubicBezTo>
                  <a:cubicBezTo>
                    <a:pt x="159" y="185"/>
                    <a:pt x="176" y="159"/>
                    <a:pt x="189" y="135"/>
                  </a:cubicBezTo>
                  <a:cubicBezTo>
                    <a:pt x="189" y="229"/>
                    <a:pt x="189" y="229"/>
                    <a:pt x="189" y="229"/>
                  </a:cubicBezTo>
                  <a:cubicBezTo>
                    <a:pt x="189" y="305"/>
                    <a:pt x="189" y="305"/>
                    <a:pt x="189" y="305"/>
                  </a:cubicBezTo>
                  <a:cubicBezTo>
                    <a:pt x="189" y="307"/>
                    <a:pt x="189" y="307"/>
                    <a:pt x="189" y="307"/>
                  </a:cubicBezTo>
                  <a:cubicBezTo>
                    <a:pt x="162" y="326"/>
                    <a:pt x="98" y="375"/>
                    <a:pt x="108" y="394"/>
                  </a:cubicBezTo>
                  <a:cubicBezTo>
                    <a:pt x="114" y="407"/>
                    <a:pt x="154" y="393"/>
                    <a:pt x="189" y="376"/>
                  </a:cubicBezTo>
                  <a:cubicBezTo>
                    <a:pt x="189" y="697"/>
                    <a:pt x="189" y="697"/>
                    <a:pt x="189" y="697"/>
                  </a:cubicBezTo>
                  <a:cubicBezTo>
                    <a:pt x="189" y="724"/>
                    <a:pt x="211" y="746"/>
                    <a:pt x="238" y="746"/>
                  </a:cubicBezTo>
                  <a:cubicBezTo>
                    <a:pt x="266" y="746"/>
                    <a:pt x="288" y="724"/>
                    <a:pt x="288" y="697"/>
                  </a:cubicBezTo>
                  <a:cubicBezTo>
                    <a:pt x="288" y="336"/>
                    <a:pt x="288" y="336"/>
                    <a:pt x="288" y="336"/>
                  </a:cubicBezTo>
                  <a:cubicBezTo>
                    <a:pt x="306" y="336"/>
                    <a:pt x="306" y="336"/>
                    <a:pt x="306" y="336"/>
                  </a:cubicBezTo>
                  <a:cubicBezTo>
                    <a:pt x="306" y="697"/>
                    <a:pt x="306" y="697"/>
                    <a:pt x="306" y="697"/>
                  </a:cubicBezTo>
                  <a:cubicBezTo>
                    <a:pt x="306" y="724"/>
                    <a:pt x="329" y="746"/>
                    <a:pt x="356" y="746"/>
                  </a:cubicBezTo>
                  <a:cubicBezTo>
                    <a:pt x="383" y="746"/>
                    <a:pt x="405" y="724"/>
                    <a:pt x="405" y="697"/>
                  </a:cubicBezTo>
                  <a:cubicBezTo>
                    <a:pt x="405" y="376"/>
                    <a:pt x="405" y="376"/>
                    <a:pt x="405" y="376"/>
                  </a:cubicBezTo>
                  <a:cubicBezTo>
                    <a:pt x="441" y="393"/>
                    <a:pt x="480" y="407"/>
                    <a:pt x="487" y="394"/>
                  </a:cubicBezTo>
                  <a:cubicBezTo>
                    <a:pt x="496" y="375"/>
                    <a:pt x="432" y="326"/>
                    <a:pt x="405" y="307"/>
                  </a:cubicBezTo>
                  <a:cubicBezTo>
                    <a:pt x="405" y="305"/>
                    <a:pt x="405" y="305"/>
                    <a:pt x="405" y="305"/>
                  </a:cubicBezTo>
                  <a:cubicBezTo>
                    <a:pt x="405" y="229"/>
                    <a:pt x="405" y="229"/>
                    <a:pt x="405" y="229"/>
                  </a:cubicBezTo>
                  <a:cubicBezTo>
                    <a:pt x="405" y="118"/>
                    <a:pt x="405" y="118"/>
                    <a:pt x="405" y="118"/>
                  </a:cubicBezTo>
                  <a:cubicBezTo>
                    <a:pt x="416" y="139"/>
                    <a:pt x="429" y="162"/>
                    <a:pt x="446" y="185"/>
                  </a:cubicBezTo>
                  <a:cubicBezTo>
                    <a:pt x="471" y="219"/>
                    <a:pt x="506" y="252"/>
                    <a:pt x="555" y="272"/>
                  </a:cubicBezTo>
                  <a:cubicBezTo>
                    <a:pt x="559" y="274"/>
                    <a:pt x="563" y="274"/>
                    <a:pt x="567" y="274"/>
                  </a:cubicBezTo>
                  <a:cubicBezTo>
                    <a:pt x="580" y="274"/>
                    <a:pt x="592" y="267"/>
                    <a:pt x="597" y="254"/>
                  </a:cubicBezTo>
                  <a:cubicBezTo>
                    <a:pt x="603" y="238"/>
                    <a:pt x="595" y="219"/>
                    <a:pt x="579" y="213"/>
                  </a:cubicBezTo>
                  <a:close/>
                  <a:moveTo>
                    <a:pt x="282" y="32"/>
                  </a:moveTo>
                  <a:cubicBezTo>
                    <a:pt x="297" y="32"/>
                    <a:pt x="297" y="32"/>
                    <a:pt x="297" y="32"/>
                  </a:cubicBezTo>
                  <a:cubicBezTo>
                    <a:pt x="313" y="32"/>
                    <a:pt x="313" y="32"/>
                    <a:pt x="313" y="32"/>
                  </a:cubicBezTo>
                  <a:cubicBezTo>
                    <a:pt x="320" y="62"/>
                    <a:pt x="320" y="62"/>
                    <a:pt x="320" y="62"/>
                  </a:cubicBezTo>
                  <a:cubicBezTo>
                    <a:pt x="319" y="64"/>
                    <a:pt x="319" y="64"/>
                    <a:pt x="319" y="64"/>
                  </a:cubicBezTo>
                  <a:cubicBezTo>
                    <a:pt x="313" y="69"/>
                    <a:pt x="305" y="72"/>
                    <a:pt x="297" y="72"/>
                  </a:cubicBezTo>
                  <a:cubicBezTo>
                    <a:pt x="290" y="72"/>
                    <a:pt x="282" y="69"/>
                    <a:pt x="276" y="64"/>
                  </a:cubicBezTo>
                  <a:cubicBezTo>
                    <a:pt x="275" y="62"/>
                    <a:pt x="275" y="62"/>
                    <a:pt x="275" y="62"/>
                  </a:cubicBezTo>
                  <a:lnTo>
                    <a:pt x="282" y="32"/>
                  </a:lnTo>
                  <a:close/>
                  <a:moveTo>
                    <a:pt x="297" y="290"/>
                  </a:moveTo>
                  <a:cubicBezTo>
                    <a:pt x="288" y="278"/>
                    <a:pt x="288" y="278"/>
                    <a:pt x="288" y="278"/>
                  </a:cubicBezTo>
                  <a:cubicBezTo>
                    <a:pt x="259" y="242"/>
                    <a:pt x="259" y="242"/>
                    <a:pt x="259" y="242"/>
                  </a:cubicBezTo>
                  <a:cubicBezTo>
                    <a:pt x="267" y="189"/>
                    <a:pt x="267" y="189"/>
                    <a:pt x="267" y="189"/>
                  </a:cubicBezTo>
                  <a:cubicBezTo>
                    <a:pt x="281" y="81"/>
                    <a:pt x="281" y="81"/>
                    <a:pt x="281" y="81"/>
                  </a:cubicBezTo>
                  <a:cubicBezTo>
                    <a:pt x="286" y="83"/>
                    <a:pt x="292" y="84"/>
                    <a:pt x="297" y="84"/>
                  </a:cubicBezTo>
                  <a:cubicBezTo>
                    <a:pt x="297" y="84"/>
                    <a:pt x="297" y="84"/>
                    <a:pt x="297" y="84"/>
                  </a:cubicBezTo>
                  <a:cubicBezTo>
                    <a:pt x="297" y="84"/>
                    <a:pt x="297" y="84"/>
                    <a:pt x="297" y="84"/>
                  </a:cubicBezTo>
                  <a:cubicBezTo>
                    <a:pt x="303" y="84"/>
                    <a:pt x="308" y="83"/>
                    <a:pt x="314" y="81"/>
                  </a:cubicBezTo>
                  <a:cubicBezTo>
                    <a:pt x="328" y="188"/>
                    <a:pt x="328" y="188"/>
                    <a:pt x="328" y="188"/>
                  </a:cubicBezTo>
                  <a:cubicBezTo>
                    <a:pt x="335" y="242"/>
                    <a:pt x="335" y="242"/>
                    <a:pt x="335" y="242"/>
                  </a:cubicBezTo>
                  <a:cubicBezTo>
                    <a:pt x="306" y="279"/>
                    <a:pt x="306" y="279"/>
                    <a:pt x="306" y="279"/>
                  </a:cubicBezTo>
                  <a:lnTo>
                    <a:pt x="297" y="29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02" name="组合 101"/>
          <p:cNvGrpSpPr/>
          <p:nvPr/>
        </p:nvGrpSpPr>
        <p:grpSpPr>
          <a:xfrm>
            <a:off x="10496551" y="4450497"/>
            <a:ext cx="1539875" cy="1819275"/>
            <a:chOff x="10496551" y="4133850"/>
            <a:chExt cx="1539875" cy="1819275"/>
          </a:xfrm>
        </p:grpSpPr>
        <p:sp>
          <p:nvSpPr>
            <p:cNvPr id="103" name="Freeform 89"/>
            <p:cNvSpPr>
              <a:spLocks/>
            </p:cNvSpPr>
            <p:nvPr/>
          </p:nvSpPr>
          <p:spPr bwMode="auto">
            <a:xfrm>
              <a:off x="10496551" y="4981575"/>
              <a:ext cx="501650" cy="968375"/>
            </a:xfrm>
            <a:custGeom>
              <a:avLst/>
              <a:gdLst>
                <a:gd name="T0" fmla="*/ 203 w 331"/>
                <a:gd name="T1" fmla="*/ 85 h 638"/>
                <a:gd name="T2" fmla="*/ 234 w 331"/>
                <a:gd name="T3" fmla="*/ 38 h 638"/>
                <a:gd name="T4" fmla="*/ 242 w 331"/>
                <a:gd name="T5" fmla="*/ 37 h 638"/>
                <a:gd name="T6" fmla="*/ 260 w 331"/>
                <a:gd name="T7" fmla="*/ 41 h 638"/>
                <a:gd name="T8" fmla="*/ 281 w 331"/>
                <a:gd name="T9" fmla="*/ 68 h 638"/>
                <a:gd name="T10" fmla="*/ 283 w 331"/>
                <a:gd name="T11" fmla="*/ 73 h 638"/>
                <a:gd name="T12" fmla="*/ 302 w 331"/>
                <a:gd name="T13" fmla="*/ 95 h 638"/>
                <a:gd name="T14" fmla="*/ 308 w 331"/>
                <a:gd name="T15" fmla="*/ 99 h 638"/>
                <a:gd name="T16" fmla="*/ 331 w 331"/>
                <a:gd name="T17" fmla="*/ 114 h 638"/>
                <a:gd name="T18" fmla="*/ 316 w 331"/>
                <a:gd name="T19" fmla="*/ 55 h 638"/>
                <a:gd name="T20" fmla="*/ 312 w 331"/>
                <a:gd name="T21" fmla="*/ 51 h 638"/>
                <a:gd name="T22" fmla="*/ 305 w 331"/>
                <a:gd name="T23" fmla="*/ 45 h 638"/>
                <a:gd name="T24" fmla="*/ 303 w 331"/>
                <a:gd name="T25" fmla="*/ 43 h 638"/>
                <a:gd name="T26" fmla="*/ 303 w 331"/>
                <a:gd name="T27" fmla="*/ 43 h 638"/>
                <a:gd name="T28" fmla="*/ 181 w 331"/>
                <a:gd name="T29" fmla="*/ 32 h 638"/>
                <a:gd name="T30" fmla="*/ 21 w 331"/>
                <a:gd name="T31" fmla="*/ 188 h 638"/>
                <a:gd name="T32" fmla="*/ 22 w 331"/>
                <a:gd name="T33" fmla="*/ 276 h 638"/>
                <a:gd name="T34" fmla="*/ 27 w 331"/>
                <a:gd name="T35" fmla="*/ 282 h 638"/>
                <a:gd name="T36" fmla="*/ 31 w 331"/>
                <a:gd name="T37" fmla="*/ 286 h 638"/>
                <a:gd name="T38" fmla="*/ 60 w 331"/>
                <a:gd name="T39" fmla="*/ 335 h 638"/>
                <a:gd name="T40" fmla="*/ 90 w 331"/>
                <a:gd name="T41" fmla="*/ 502 h 638"/>
                <a:gd name="T42" fmla="*/ 85 w 331"/>
                <a:gd name="T43" fmla="*/ 582 h 638"/>
                <a:gd name="T44" fmla="*/ 129 w 331"/>
                <a:gd name="T45" fmla="*/ 638 h 638"/>
                <a:gd name="T46" fmla="*/ 135 w 331"/>
                <a:gd name="T47" fmla="*/ 638 h 638"/>
                <a:gd name="T48" fmla="*/ 184 w 331"/>
                <a:gd name="T49" fmla="*/ 594 h 638"/>
                <a:gd name="T50" fmla="*/ 184 w 331"/>
                <a:gd name="T51" fmla="*/ 594 h 638"/>
                <a:gd name="T52" fmla="*/ 190 w 331"/>
                <a:gd name="T53" fmla="*/ 502 h 638"/>
                <a:gd name="T54" fmla="*/ 147 w 331"/>
                <a:gd name="T55" fmla="*/ 286 h 638"/>
                <a:gd name="T56" fmla="*/ 138 w 331"/>
                <a:gd name="T57" fmla="*/ 268 h 638"/>
                <a:gd name="T58" fmla="*/ 253 w 331"/>
                <a:gd name="T59" fmla="*/ 158 h 638"/>
                <a:gd name="T60" fmla="*/ 250 w 331"/>
                <a:gd name="T61" fmla="*/ 156 h 638"/>
                <a:gd name="T62" fmla="*/ 203 w 331"/>
                <a:gd name="T63" fmla="*/ 85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31" h="638">
                  <a:moveTo>
                    <a:pt x="203" y="85"/>
                  </a:moveTo>
                  <a:cubicBezTo>
                    <a:pt x="199" y="63"/>
                    <a:pt x="213" y="42"/>
                    <a:pt x="234" y="38"/>
                  </a:cubicBezTo>
                  <a:cubicBezTo>
                    <a:pt x="237" y="37"/>
                    <a:pt x="240" y="37"/>
                    <a:pt x="242" y="37"/>
                  </a:cubicBezTo>
                  <a:cubicBezTo>
                    <a:pt x="248" y="37"/>
                    <a:pt x="254" y="39"/>
                    <a:pt x="260" y="41"/>
                  </a:cubicBezTo>
                  <a:cubicBezTo>
                    <a:pt x="270" y="46"/>
                    <a:pt x="278" y="56"/>
                    <a:pt x="281" y="68"/>
                  </a:cubicBezTo>
                  <a:cubicBezTo>
                    <a:pt x="281" y="69"/>
                    <a:pt x="282" y="70"/>
                    <a:pt x="283" y="73"/>
                  </a:cubicBezTo>
                  <a:cubicBezTo>
                    <a:pt x="287" y="80"/>
                    <a:pt x="294" y="88"/>
                    <a:pt x="302" y="95"/>
                  </a:cubicBezTo>
                  <a:cubicBezTo>
                    <a:pt x="304" y="96"/>
                    <a:pt x="306" y="98"/>
                    <a:pt x="308" y="99"/>
                  </a:cubicBezTo>
                  <a:cubicBezTo>
                    <a:pt x="314" y="104"/>
                    <a:pt x="321" y="109"/>
                    <a:pt x="331" y="114"/>
                  </a:cubicBezTo>
                  <a:cubicBezTo>
                    <a:pt x="319" y="96"/>
                    <a:pt x="315" y="75"/>
                    <a:pt x="316" y="55"/>
                  </a:cubicBezTo>
                  <a:cubicBezTo>
                    <a:pt x="315" y="54"/>
                    <a:pt x="313" y="52"/>
                    <a:pt x="312" y="51"/>
                  </a:cubicBezTo>
                  <a:cubicBezTo>
                    <a:pt x="309" y="49"/>
                    <a:pt x="306" y="46"/>
                    <a:pt x="305" y="45"/>
                  </a:cubicBezTo>
                  <a:cubicBezTo>
                    <a:pt x="304" y="44"/>
                    <a:pt x="303" y="44"/>
                    <a:pt x="303" y="43"/>
                  </a:cubicBezTo>
                  <a:cubicBezTo>
                    <a:pt x="303" y="43"/>
                    <a:pt x="303" y="43"/>
                    <a:pt x="303" y="43"/>
                  </a:cubicBezTo>
                  <a:cubicBezTo>
                    <a:pt x="281" y="16"/>
                    <a:pt x="232" y="0"/>
                    <a:pt x="181" y="32"/>
                  </a:cubicBezTo>
                  <a:cubicBezTo>
                    <a:pt x="108" y="76"/>
                    <a:pt x="70" y="113"/>
                    <a:pt x="21" y="188"/>
                  </a:cubicBezTo>
                  <a:cubicBezTo>
                    <a:pt x="0" y="227"/>
                    <a:pt x="7" y="255"/>
                    <a:pt x="22" y="276"/>
                  </a:cubicBezTo>
                  <a:cubicBezTo>
                    <a:pt x="24" y="278"/>
                    <a:pt x="25" y="280"/>
                    <a:pt x="27" y="282"/>
                  </a:cubicBezTo>
                  <a:cubicBezTo>
                    <a:pt x="28" y="283"/>
                    <a:pt x="30" y="285"/>
                    <a:pt x="31" y="286"/>
                  </a:cubicBezTo>
                  <a:cubicBezTo>
                    <a:pt x="35" y="291"/>
                    <a:pt x="48" y="307"/>
                    <a:pt x="60" y="335"/>
                  </a:cubicBezTo>
                  <a:cubicBezTo>
                    <a:pt x="75" y="370"/>
                    <a:pt x="90" y="424"/>
                    <a:pt x="90" y="502"/>
                  </a:cubicBezTo>
                  <a:cubicBezTo>
                    <a:pt x="90" y="526"/>
                    <a:pt x="88" y="553"/>
                    <a:pt x="85" y="582"/>
                  </a:cubicBezTo>
                  <a:cubicBezTo>
                    <a:pt x="82" y="610"/>
                    <a:pt x="101" y="635"/>
                    <a:pt x="129" y="638"/>
                  </a:cubicBezTo>
                  <a:cubicBezTo>
                    <a:pt x="131" y="638"/>
                    <a:pt x="133" y="638"/>
                    <a:pt x="135" y="638"/>
                  </a:cubicBezTo>
                  <a:cubicBezTo>
                    <a:pt x="160" y="638"/>
                    <a:pt x="181" y="620"/>
                    <a:pt x="184" y="594"/>
                  </a:cubicBezTo>
                  <a:cubicBezTo>
                    <a:pt x="184" y="594"/>
                    <a:pt x="184" y="594"/>
                    <a:pt x="184" y="594"/>
                  </a:cubicBezTo>
                  <a:cubicBezTo>
                    <a:pt x="188" y="561"/>
                    <a:pt x="190" y="530"/>
                    <a:pt x="190" y="502"/>
                  </a:cubicBezTo>
                  <a:cubicBezTo>
                    <a:pt x="190" y="404"/>
                    <a:pt x="169" y="333"/>
                    <a:pt x="147" y="286"/>
                  </a:cubicBezTo>
                  <a:cubicBezTo>
                    <a:pt x="144" y="280"/>
                    <a:pt x="141" y="274"/>
                    <a:pt x="138" y="268"/>
                  </a:cubicBezTo>
                  <a:cubicBezTo>
                    <a:pt x="170" y="225"/>
                    <a:pt x="216" y="188"/>
                    <a:pt x="253" y="158"/>
                  </a:cubicBezTo>
                  <a:cubicBezTo>
                    <a:pt x="252" y="157"/>
                    <a:pt x="251" y="156"/>
                    <a:pt x="250" y="156"/>
                  </a:cubicBezTo>
                  <a:cubicBezTo>
                    <a:pt x="209" y="121"/>
                    <a:pt x="203" y="86"/>
                    <a:pt x="203" y="8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4" name="Freeform 90"/>
            <p:cNvSpPr>
              <a:spLocks/>
            </p:cNvSpPr>
            <p:nvPr/>
          </p:nvSpPr>
          <p:spPr bwMode="auto">
            <a:xfrm>
              <a:off x="10912476" y="5251450"/>
              <a:ext cx="60325" cy="190500"/>
            </a:xfrm>
            <a:custGeom>
              <a:avLst/>
              <a:gdLst>
                <a:gd name="T0" fmla="*/ 0 w 39"/>
                <a:gd name="T1" fmla="*/ 81 h 125"/>
                <a:gd name="T2" fmla="*/ 14 w 39"/>
                <a:gd name="T3" fmla="*/ 125 h 125"/>
                <a:gd name="T4" fmla="*/ 38 w 39"/>
                <a:gd name="T5" fmla="*/ 84 h 125"/>
                <a:gd name="T6" fmla="*/ 34 w 39"/>
                <a:gd name="T7" fmla="*/ 14 h 125"/>
                <a:gd name="T8" fmla="*/ 7 w 39"/>
                <a:gd name="T9" fmla="*/ 0 h 125"/>
                <a:gd name="T10" fmla="*/ 0 w 39"/>
                <a:gd name="T11" fmla="*/ 81 h 125"/>
              </a:gdLst>
              <a:ahLst/>
              <a:cxnLst>
                <a:cxn ang="0">
                  <a:pos x="T0" y="T1"/>
                </a:cxn>
                <a:cxn ang="0">
                  <a:pos x="T2" y="T3"/>
                </a:cxn>
                <a:cxn ang="0">
                  <a:pos x="T4" y="T5"/>
                </a:cxn>
                <a:cxn ang="0">
                  <a:pos x="T6" y="T7"/>
                </a:cxn>
                <a:cxn ang="0">
                  <a:pos x="T8" y="T9"/>
                </a:cxn>
                <a:cxn ang="0">
                  <a:pos x="T10" y="T11"/>
                </a:cxn>
              </a:cxnLst>
              <a:rect l="0" t="0" r="r" b="b"/>
              <a:pathLst>
                <a:path w="39" h="125">
                  <a:moveTo>
                    <a:pt x="0" y="81"/>
                  </a:moveTo>
                  <a:cubicBezTo>
                    <a:pt x="5" y="95"/>
                    <a:pt x="10" y="110"/>
                    <a:pt x="14" y="125"/>
                  </a:cubicBezTo>
                  <a:cubicBezTo>
                    <a:pt x="22" y="112"/>
                    <a:pt x="31" y="98"/>
                    <a:pt x="38" y="84"/>
                  </a:cubicBezTo>
                  <a:cubicBezTo>
                    <a:pt x="39" y="60"/>
                    <a:pt x="37" y="37"/>
                    <a:pt x="34" y="14"/>
                  </a:cubicBezTo>
                  <a:cubicBezTo>
                    <a:pt x="24" y="10"/>
                    <a:pt x="15" y="5"/>
                    <a:pt x="7" y="0"/>
                  </a:cubicBezTo>
                  <a:cubicBezTo>
                    <a:pt x="7" y="27"/>
                    <a:pt x="5" y="54"/>
                    <a:pt x="0" y="8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5" name="Freeform 91"/>
            <p:cNvSpPr>
              <a:spLocks/>
            </p:cNvSpPr>
            <p:nvPr/>
          </p:nvSpPr>
          <p:spPr bwMode="auto">
            <a:xfrm>
              <a:off x="10987088" y="4930775"/>
              <a:ext cx="219075" cy="271463"/>
            </a:xfrm>
            <a:custGeom>
              <a:avLst/>
              <a:gdLst>
                <a:gd name="T0" fmla="*/ 123 w 144"/>
                <a:gd name="T1" fmla="*/ 121 h 179"/>
                <a:gd name="T2" fmla="*/ 144 w 144"/>
                <a:gd name="T3" fmla="*/ 24 h 179"/>
                <a:gd name="T4" fmla="*/ 36 w 144"/>
                <a:gd name="T5" fmla="*/ 25 h 179"/>
                <a:gd name="T6" fmla="*/ 0 w 144"/>
                <a:gd name="T7" fmla="*/ 95 h 179"/>
                <a:gd name="T8" fmla="*/ 18 w 144"/>
                <a:gd name="T9" fmla="*/ 151 h 179"/>
                <a:gd name="T10" fmla="*/ 22 w 144"/>
                <a:gd name="T11" fmla="*/ 155 h 179"/>
                <a:gd name="T12" fmla="*/ 110 w 144"/>
                <a:gd name="T13" fmla="*/ 179 h 179"/>
                <a:gd name="T14" fmla="*/ 123 w 144"/>
                <a:gd name="T15" fmla="*/ 121 h 17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179">
                  <a:moveTo>
                    <a:pt x="123" y="121"/>
                  </a:moveTo>
                  <a:cubicBezTo>
                    <a:pt x="144" y="24"/>
                    <a:pt x="144" y="24"/>
                    <a:pt x="144" y="24"/>
                  </a:cubicBezTo>
                  <a:cubicBezTo>
                    <a:pt x="113" y="1"/>
                    <a:pt x="68" y="0"/>
                    <a:pt x="36" y="25"/>
                  </a:cubicBezTo>
                  <a:cubicBezTo>
                    <a:pt x="13" y="42"/>
                    <a:pt x="1" y="68"/>
                    <a:pt x="0" y="95"/>
                  </a:cubicBezTo>
                  <a:cubicBezTo>
                    <a:pt x="0" y="114"/>
                    <a:pt x="6" y="134"/>
                    <a:pt x="18" y="151"/>
                  </a:cubicBezTo>
                  <a:cubicBezTo>
                    <a:pt x="20" y="152"/>
                    <a:pt x="21" y="154"/>
                    <a:pt x="22" y="155"/>
                  </a:cubicBezTo>
                  <a:cubicBezTo>
                    <a:pt x="44" y="164"/>
                    <a:pt x="72" y="173"/>
                    <a:pt x="110" y="179"/>
                  </a:cubicBezTo>
                  <a:lnTo>
                    <a:pt x="123" y="121"/>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6" name="Freeform 92"/>
            <p:cNvSpPr>
              <a:spLocks/>
            </p:cNvSpPr>
            <p:nvPr/>
          </p:nvSpPr>
          <p:spPr bwMode="auto">
            <a:xfrm>
              <a:off x="10809288" y="5048250"/>
              <a:ext cx="341313" cy="260350"/>
            </a:xfrm>
            <a:custGeom>
              <a:avLst/>
              <a:gdLst>
                <a:gd name="T0" fmla="*/ 224 w 225"/>
                <a:gd name="T1" fmla="*/ 115 h 171"/>
                <a:gd name="T2" fmla="*/ 225 w 225"/>
                <a:gd name="T3" fmla="*/ 109 h 171"/>
                <a:gd name="T4" fmla="*/ 218 w 225"/>
                <a:gd name="T5" fmla="*/ 107 h 171"/>
                <a:gd name="T6" fmla="*/ 155 w 225"/>
                <a:gd name="T7" fmla="*/ 92 h 171"/>
                <a:gd name="T8" fmla="*/ 134 w 225"/>
                <a:gd name="T9" fmla="*/ 84 h 171"/>
                <a:gd name="T10" fmla="*/ 97 w 225"/>
                <a:gd name="T11" fmla="*/ 63 h 171"/>
                <a:gd name="T12" fmla="*/ 93 w 225"/>
                <a:gd name="T13" fmla="*/ 59 h 171"/>
                <a:gd name="T14" fmla="*/ 90 w 225"/>
                <a:gd name="T15" fmla="*/ 57 h 171"/>
                <a:gd name="T16" fmla="*/ 87 w 225"/>
                <a:gd name="T17" fmla="*/ 55 h 171"/>
                <a:gd name="T18" fmla="*/ 84 w 225"/>
                <a:gd name="T19" fmla="*/ 52 h 171"/>
                <a:gd name="T20" fmla="*/ 70 w 225"/>
                <a:gd name="T21" fmla="*/ 33 h 171"/>
                <a:gd name="T22" fmla="*/ 69 w 225"/>
                <a:gd name="T23" fmla="*/ 32 h 171"/>
                <a:gd name="T24" fmla="*/ 66 w 225"/>
                <a:gd name="T25" fmla="*/ 27 h 171"/>
                <a:gd name="T26" fmla="*/ 66 w 225"/>
                <a:gd name="T27" fmla="*/ 26 h 171"/>
                <a:gd name="T28" fmla="*/ 47 w 225"/>
                <a:gd name="T29" fmla="*/ 3 h 171"/>
                <a:gd name="T30" fmla="*/ 29 w 225"/>
                <a:gd name="T31" fmla="*/ 2 h 171"/>
                <a:gd name="T32" fmla="*/ 4 w 225"/>
                <a:gd name="T33" fmla="*/ 39 h 171"/>
                <a:gd name="T34" fmla="*/ 4 w 225"/>
                <a:gd name="T35" fmla="*/ 39 h 171"/>
                <a:gd name="T36" fmla="*/ 48 w 225"/>
                <a:gd name="T37" fmla="*/ 105 h 171"/>
                <a:gd name="T38" fmla="*/ 53 w 225"/>
                <a:gd name="T39" fmla="*/ 109 h 171"/>
                <a:gd name="T40" fmla="*/ 74 w 225"/>
                <a:gd name="T41" fmla="*/ 125 h 171"/>
                <a:gd name="T42" fmla="*/ 101 w 225"/>
                <a:gd name="T43" fmla="*/ 139 h 171"/>
                <a:gd name="T44" fmla="*/ 211 w 225"/>
                <a:gd name="T45" fmla="*/ 171 h 171"/>
                <a:gd name="T46" fmla="*/ 224 w 225"/>
                <a:gd name="T47" fmla="*/ 115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5" h="171">
                  <a:moveTo>
                    <a:pt x="224" y="115"/>
                  </a:moveTo>
                  <a:cubicBezTo>
                    <a:pt x="225" y="109"/>
                    <a:pt x="225" y="109"/>
                    <a:pt x="225" y="109"/>
                  </a:cubicBezTo>
                  <a:cubicBezTo>
                    <a:pt x="223" y="108"/>
                    <a:pt x="221" y="108"/>
                    <a:pt x="218" y="107"/>
                  </a:cubicBezTo>
                  <a:cubicBezTo>
                    <a:pt x="194" y="103"/>
                    <a:pt x="173" y="98"/>
                    <a:pt x="155" y="92"/>
                  </a:cubicBezTo>
                  <a:cubicBezTo>
                    <a:pt x="148" y="89"/>
                    <a:pt x="141" y="87"/>
                    <a:pt x="134" y="84"/>
                  </a:cubicBezTo>
                  <a:cubicBezTo>
                    <a:pt x="118" y="77"/>
                    <a:pt x="106" y="70"/>
                    <a:pt x="97" y="63"/>
                  </a:cubicBezTo>
                  <a:cubicBezTo>
                    <a:pt x="96" y="62"/>
                    <a:pt x="94" y="60"/>
                    <a:pt x="93" y="59"/>
                  </a:cubicBezTo>
                  <a:cubicBezTo>
                    <a:pt x="92" y="58"/>
                    <a:pt x="91" y="58"/>
                    <a:pt x="90" y="57"/>
                  </a:cubicBezTo>
                  <a:cubicBezTo>
                    <a:pt x="89" y="56"/>
                    <a:pt x="88" y="55"/>
                    <a:pt x="87" y="55"/>
                  </a:cubicBezTo>
                  <a:cubicBezTo>
                    <a:pt x="86" y="54"/>
                    <a:pt x="85" y="53"/>
                    <a:pt x="84" y="52"/>
                  </a:cubicBezTo>
                  <a:cubicBezTo>
                    <a:pt x="77" y="44"/>
                    <a:pt x="72" y="38"/>
                    <a:pt x="70" y="33"/>
                  </a:cubicBezTo>
                  <a:cubicBezTo>
                    <a:pt x="69" y="33"/>
                    <a:pt x="69" y="33"/>
                    <a:pt x="69" y="32"/>
                  </a:cubicBezTo>
                  <a:cubicBezTo>
                    <a:pt x="68" y="30"/>
                    <a:pt x="67" y="28"/>
                    <a:pt x="66" y="27"/>
                  </a:cubicBezTo>
                  <a:cubicBezTo>
                    <a:pt x="66" y="26"/>
                    <a:pt x="66" y="26"/>
                    <a:pt x="66" y="26"/>
                  </a:cubicBezTo>
                  <a:cubicBezTo>
                    <a:pt x="64" y="15"/>
                    <a:pt x="56" y="7"/>
                    <a:pt x="47" y="3"/>
                  </a:cubicBezTo>
                  <a:cubicBezTo>
                    <a:pt x="42" y="1"/>
                    <a:pt x="35" y="0"/>
                    <a:pt x="29" y="2"/>
                  </a:cubicBezTo>
                  <a:cubicBezTo>
                    <a:pt x="12" y="5"/>
                    <a:pt x="0" y="22"/>
                    <a:pt x="4" y="39"/>
                  </a:cubicBezTo>
                  <a:cubicBezTo>
                    <a:pt x="4" y="39"/>
                    <a:pt x="4" y="39"/>
                    <a:pt x="4" y="39"/>
                  </a:cubicBezTo>
                  <a:cubicBezTo>
                    <a:pt x="5" y="45"/>
                    <a:pt x="13" y="75"/>
                    <a:pt x="48" y="105"/>
                  </a:cubicBezTo>
                  <a:cubicBezTo>
                    <a:pt x="50" y="107"/>
                    <a:pt x="51" y="108"/>
                    <a:pt x="53" y="109"/>
                  </a:cubicBezTo>
                  <a:cubicBezTo>
                    <a:pt x="59" y="114"/>
                    <a:pt x="66" y="120"/>
                    <a:pt x="74" y="125"/>
                  </a:cubicBezTo>
                  <a:cubicBezTo>
                    <a:pt x="82" y="130"/>
                    <a:pt x="91" y="134"/>
                    <a:pt x="101" y="139"/>
                  </a:cubicBezTo>
                  <a:cubicBezTo>
                    <a:pt x="129" y="152"/>
                    <a:pt x="165" y="164"/>
                    <a:pt x="211" y="171"/>
                  </a:cubicBezTo>
                  <a:cubicBezTo>
                    <a:pt x="224" y="115"/>
                    <a:pt x="224" y="115"/>
                    <a:pt x="224" y="11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7" name="Freeform 93"/>
            <p:cNvSpPr>
              <a:spLocks/>
            </p:cNvSpPr>
            <p:nvPr/>
          </p:nvSpPr>
          <p:spPr bwMode="auto">
            <a:xfrm>
              <a:off x="11126788" y="4133850"/>
              <a:ext cx="909638" cy="1819275"/>
            </a:xfrm>
            <a:custGeom>
              <a:avLst/>
              <a:gdLst>
                <a:gd name="T0" fmla="*/ 61 w 573"/>
                <a:gd name="T1" fmla="*/ 110 h 1146"/>
                <a:gd name="T2" fmla="*/ 168 w 573"/>
                <a:gd name="T3" fmla="*/ 110 h 1146"/>
                <a:gd name="T4" fmla="*/ 168 w 573"/>
                <a:gd name="T5" fmla="*/ 372 h 1146"/>
                <a:gd name="T6" fmla="*/ 92 w 573"/>
                <a:gd name="T7" fmla="*/ 372 h 1146"/>
                <a:gd name="T8" fmla="*/ 58 w 573"/>
                <a:gd name="T9" fmla="*/ 522 h 1146"/>
                <a:gd name="T10" fmla="*/ 57 w 573"/>
                <a:gd name="T11" fmla="*/ 531 h 1146"/>
                <a:gd name="T12" fmla="*/ 39 w 573"/>
                <a:gd name="T13" fmla="*/ 611 h 1146"/>
                <a:gd name="T14" fmla="*/ 25 w 573"/>
                <a:gd name="T15" fmla="*/ 674 h 1146"/>
                <a:gd name="T16" fmla="*/ 25 w 573"/>
                <a:gd name="T17" fmla="*/ 676 h 1146"/>
                <a:gd name="T18" fmla="*/ 23 w 573"/>
                <a:gd name="T19" fmla="*/ 682 h 1146"/>
                <a:gd name="T20" fmla="*/ 23 w 573"/>
                <a:gd name="T21" fmla="*/ 684 h 1146"/>
                <a:gd name="T22" fmla="*/ 22 w 573"/>
                <a:gd name="T23" fmla="*/ 685 h 1146"/>
                <a:gd name="T24" fmla="*/ 10 w 573"/>
                <a:gd name="T25" fmla="*/ 741 h 1146"/>
                <a:gd name="T26" fmla="*/ 9 w 573"/>
                <a:gd name="T27" fmla="*/ 748 h 1146"/>
                <a:gd name="T28" fmla="*/ 0 w 573"/>
                <a:gd name="T29" fmla="*/ 786 h 1146"/>
                <a:gd name="T30" fmla="*/ 168 w 573"/>
                <a:gd name="T31" fmla="*/ 786 h 1146"/>
                <a:gd name="T32" fmla="*/ 168 w 573"/>
                <a:gd name="T33" fmla="*/ 1146 h 1146"/>
                <a:gd name="T34" fmla="*/ 573 w 573"/>
                <a:gd name="T35" fmla="*/ 1146 h 1146"/>
                <a:gd name="T36" fmla="*/ 573 w 573"/>
                <a:gd name="T37" fmla="*/ 0 h 1146"/>
                <a:gd name="T38" fmla="*/ 61 w 573"/>
                <a:gd name="T39" fmla="*/ 0 h 1146"/>
                <a:gd name="T40" fmla="*/ 61 w 573"/>
                <a:gd name="T41" fmla="*/ 110 h 1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73" h="1146">
                  <a:moveTo>
                    <a:pt x="61" y="110"/>
                  </a:moveTo>
                  <a:lnTo>
                    <a:pt x="168" y="110"/>
                  </a:lnTo>
                  <a:lnTo>
                    <a:pt x="168" y="372"/>
                  </a:lnTo>
                  <a:lnTo>
                    <a:pt x="92" y="372"/>
                  </a:lnTo>
                  <a:lnTo>
                    <a:pt x="58" y="522"/>
                  </a:lnTo>
                  <a:lnTo>
                    <a:pt x="57" y="531"/>
                  </a:lnTo>
                  <a:lnTo>
                    <a:pt x="39" y="611"/>
                  </a:lnTo>
                  <a:lnTo>
                    <a:pt x="25" y="674"/>
                  </a:lnTo>
                  <a:lnTo>
                    <a:pt x="25" y="676"/>
                  </a:lnTo>
                  <a:lnTo>
                    <a:pt x="23" y="682"/>
                  </a:lnTo>
                  <a:lnTo>
                    <a:pt x="23" y="684"/>
                  </a:lnTo>
                  <a:lnTo>
                    <a:pt x="22" y="685"/>
                  </a:lnTo>
                  <a:lnTo>
                    <a:pt x="10" y="741"/>
                  </a:lnTo>
                  <a:lnTo>
                    <a:pt x="9" y="748"/>
                  </a:lnTo>
                  <a:lnTo>
                    <a:pt x="0" y="786"/>
                  </a:lnTo>
                  <a:lnTo>
                    <a:pt x="168" y="786"/>
                  </a:lnTo>
                  <a:lnTo>
                    <a:pt x="168" y="1146"/>
                  </a:lnTo>
                  <a:lnTo>
                    <a:pt x="573" y="1146"/>
                  </a:lnTo>
                  <a:lnTo>
                    <a:pt x="573" y="0"/>
                  </a:lnTo>
                  <a:lnTo>
                    <a:pt x="61" y="0"/>
                  </a:lnTo>
                  <a:lnTo>
                    <a:pt x="61" y="11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8" name="Freeform 94"/>
            <p:cNvSpPr>
              <a:spLocks noEditPoints="1"/>
            </p:cNvSpPr>
            <p:nvPr/>
          </p:nvSpPr>
          <p:spPr bwMode="auto">
            <a:xfrm>
              <a:off x="10658476" y="4387850"/>
              <a:ext cx="406400" cy="482600"/>
            </a:xfrm>
            <a:custGeom>
              <a:avLst/>
              <a:gdLst>
                <a:gd name="T0" fmla="*/ 220 w 268"/>
                <a:gd name="T1" fmla="*/ 133 h 318"/>
                <a:gd name="T2" fmla="*/ 233 w 268"/>
                <a:gd name="T3" fmla="*/ 93 h 318"/>
                <a:gd name="T4" fmla="*/ 216 w 268"/>
                <a:gd name="T5" fmla="*/ 28 h 318"/>
                <a:gd name="T6" fmla="*/ 136 w 268"/>
                <a:gd name="T7" fmla="*/ 19 h 318"/>
                <a:gd name="T8" fmla="*/ 132 w 268"/>
                <a:gd name="T9" fmla="*/ 2 h 318"/>
                <a:gd name="T10" fmla="*/ 124 w 268"/>
                <a:gd name="T11" fmla="*/ 5 h 318"/>
                <a:gd name="T12" fmla="*/ 129 w 268"/>
                <a:gd name="T13" fmla="*/ 21 h 318"/>
                <a:gd name="T14" fmla="*/ 116 w 268"/>
                <a:gd name="T15" fmla="*/ 26 h 318"/>
                <a:gd name="T16" fmla="*/ 39 w 268"/>
                <a:gd name="T17" fmla="*/ 84 h 318"/>
                <a:gd name="T18" fmla="*/ 31 w 268"/>
                <a:gd name="T19" fmla="*/ 136 h 318"/>
                <a:gd name="T20" fmla="*/ 103 w 268"/>
                <a:gd name="T21" fmla="*/ 104 h 318"/>
                <a:gd name="T22" fmla="*/ 137 w 268"/>
                <a:gd name="T23" fmla="*/ 24 h 318"/>
                <a:gd name="T24" fmla="*/ 223 w 268"/>
                <a:gd name="T25" fmla="*/ 50 h 318"/>
                <a:gd name="T26" fmla="*/ 214 w 268"/>
                <a:gd name="T27" fmla="*/ 131 h 318"/>
                <a:gd name="T28" fmla="*/ 187 w 268"/>
                <a:gd name="T29" fmla="*/ 129 h 318"/>
                <a:gd name="T30" fmla="*/ 113 w 268"/>
                <a:gd name="T31" fmla="*/ 184 h 318"/>
                <a:gd name="T32" fmla="*/ 131 w 268"/>
                <a:gd name="T33" fmla="*/ 219 h 318"/>
                <a:gd name="T34" fmla="*/ 218 w 268"/>
                <a:gd name="T35" fmla="*/ 137 h 318"/>
                <a:gd name="T36" fmla="*/ 232 w 268"/>
                <a:gd name="T37" fmla="*/ 144 h 318"/>
                <a:gd name="T38" fmla="*/ 244 w 268"/>
                <a:gd name="T39" fmla="*/ 216 h 318"/>
                <a:gd name="T40" fmla="*/ 232 w 268"/>
                <a:gd name="T41" fmla="*/ 231 h 318"/>
                <a:gd name="T42" fmla="*/ 184 w 268"/>
                <a:gd name="T43" fmla="*/ 242 h 318"/>
                <a:gd name="T44" fmla="*/ 184 w 268"/>
                <a:gd name="T45" fmla="*/ 260 h 318"/>
                <a:gd name="T46" fmla="*/ 208 w 268"/>
                <a:gd name="T47" fmla="*/ 254 h 318"/>
                <a:gd name="T48" fmla="*/ 232 w 268"/>
                <a:gd name="T49" fmla="*/ 238 h 318"/>
                <a:gd name="T50" fmla="*/ 242 w 268"/>
                <a:gd name="T51" fmla="*/ 295 h 318"/>
                <a:gd name="T52" fmla="*/ 221 w 268"/>
                <a:gd name="T53" fmla="*/ 291 h 318"/>
                <a:gd name="T54" fmla="*/ 222 w 268"/>
                <a:gd name="T55" fmla="*/ 286 h 318"/>
                <a:gd name="T56" fmla="*/ 233 w 268"/>
                <a:gd name="T57" fmla="*/ 309 h 318"/>
                <a:gd name="T58" fmla="*/ 247 w 268"/>
                <a:gd name="T59" fmla="*/ 239 h 318"/>
                <a:gd name="T60" fmla="*/ 237 w 268"/>
                <a:gd name="T61" fmla="*/ 233 h 318"/>
                <a:gd name="T62" fmla="*/ 260 w 268"/>
                <a:gd name="T63" fmla="*/ 190 h 318"/>
                <a:gd name="T64" fmla="*/ 220 w 268"/>
                <a:gd name="T65" fmla="*/ 133 h 318"/>
                <a:gd name="T66" fmla="*/ 63 w 268"/>
                <a:gd name="T67" fmla="*/ 124 h 318"/>
                <a:gd name="T68" fmla="*/ 25 w 268"/>
                <a:gd name="T69" fmla="*/ 119 h 318"/>
                <a:gd name="T70" fmla="*/ 37 w 268"/>
                <a:gd name="T71" fmla="*/ 95 h 318"/>
                <a:gd name="T72" fmla="*/ 76 w 268"/>
                <a:gd name="T73" fmla="*/ 56 h 318"/>
                <a:gd name="T74" fmla="*/ 130 w 268"/>
                <a:gd name="T75" fmla="*/ 26 h 318"/>
                <a:gd name="T76" fmla="*/ 63 w 268"/>
                <a:gd name="T77" fmla="*/ 124 h 318"/>
                <a:gd name="T78" fmla="*/ 201 w 268"/>
                <a:gd name="T79" fmla="*/ 156 h 318"/>
                <a:gd name="T80" fmla="*/ 165 w 268"/>
                <a:gd name="T81" fmla="*/ 198 h 318"/>
                <a:gd name="T82" fmla="*/ 114 w 268"/>
                <a:gd name="T83" fmla="*/ 201 h 318"/>
                <a:gd name="T84" fmla="*/ 134 w 268"/>
                <a:gd name="T85" fmla="*/ 163 h 318"/>
                <a:gd name="T86" fmla="*/ 212 w 268"/>
                <a:gd name="T87" fmla="*/ 136 h 318"/>
                <a:gd name="T88" fmla="*/ 201 w 268"/>
                <a:gd name="T89" fmla="*/ 156 h 318"/>
                <a:gd name="T90" fmla="*/ 209 w 268"/>
                <a:gd name="T91" fmla="*/ 248 h 318"/>
                <a:gd name="T92" fmla="*/ 188 w 268"/>
                <a:gd name="T93" fmla="*/ 249 h 318"/>
                <a:gd name="T94" fmla="*/ 226 w 268"/>
                <a:gd name="T95" fmla="*/ 236 h 318"/>
                <a:gd name="T96" fmla="*/ 209 w 268"/>
                <a:gd name="T97" fmla="*/ 24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68" h="318">
                  <a:moveTo>
                    <a:pt x="220" y="133"/>
                  </a:moveTo>
                  <a:cubicBezTo>
                    <a:pt x="226" y="119"/>
                    <a:pt x="231" y="105"/>
                    <a:pt x="233" y="93"/>
                  </a:cubicBezTo>
                  <a:cubicBezTo>
                    <a:pt x="238" y="71"/>
                    <a:pt x="236" y="42"/>
                    <a:pt x="216" y="28"/>
                  </a:cubicBezTo>
                  <a:cubicBezTo>
                    <a:pt x="192" y="11"/>
                    <a:pt x="163" y="12"/>
                    <a:pt x="136" y="19"/>
                  </a:cubicBezTo>
                  <a:cubicBezTo>
                    <a:pt x="136" y="13"/>
                    <a:pt x="134" y="8"/>
                    <a:pt x="132" y="2"/>
                  </a:cubicBezTo>
                  <a:cubicBezTo>
                    <a:pt x="131" y="0"/>
                    <a:pt x="123" y="2"/>
                    <a:pt x="124" y="5"/>
                  </a:cubicBezTo>
                  <a:cubicBezTo>
                    <a:pt x="127" y="10"/>
                    <a:pt x="128" y="16"/>
                    <a:pt x="129" y="21"/>
                  </a:cubicBezTo>
                  <a:cubicBezTo>
                    <a:pt x="124" y="23"/>
                    <a:pt x="120" y="25"/>
                    <a:pt x="116" y="26"/>
                  </a:cubicBezTo>
                  <a:cubicBezTo>
                    <a:pt x="86" y="39"/>
                    <a:pt x="61" y="60"/>
                    <a:pt x="39" y="84"/>
                  </a:cubicBezTo>
                  <a:cubicBezTo>
                    <a:pt x="30" y="93"/>
                    <a:pt x="0" y="132"/>
                    <a:pt x="31" y="136"/>
                  </a:cubicBezTo>
                  <a:cubicBezTo>
                    <a:pt x="55" y="139"/>
                    <a:pt x="86" y="120"/>
                    <a:pt x="103" y="104"/>
                  </a:cubicBezTo>
                  <a:cubicBezTo>
                    <a:pt x="123" y="84"/>
                    <a:pt x="139" y="53"/>
                    <a:pt x="137" y="24"/>
                  </a:cubicBezTo>
                  <a:cubicBezTo>
                    <a:pt x="171" y="13"/>
                    <a:pt x="208" y="15"/>
                    <a:pt x="223" y="50"/>
                  </a:cubicBezTo>
                  <a:cubicBezTo>
                    <a:pt x="234" y="75"/>
                    <a:pt x="226" y="105"/>
                    <a:pt x="214" y="131"/>
                  </a:cubicBezTo>
                  <a:cubicBezTo>
                    <a:pt x="205" y="129"/>
                    <a:pt x="196" y="129"/>
                    <a:pt x="187" y="129"/>
                  </a:cubicBezTo>
                  <a:cubicBezTo>
                    <a:pt x="154" y="132"/>
                    <a:pt x="128" y="155"/>
                    <a:pt x="113" y="184"/>
                  </a:cubicBezTo>
                  <a:cubicBezTo>
                    <a:pt x="103" y="204"/>
                    <a:pt x="105" y="222"/>
                    <a:pt x="131" y="219"/>
                  </a:cubicBezTo>
                  <a:cubicBezTo>
                    <a:pt x="171" y="214"/>
                    <a:pt x="201" y="176"/>
                    <a:pt x="218" y="137"/>
                  </a:cubicBezTo>
                  <a:cubicBezTo>
                    <a:pt x="223" y="139"/>
                    <a:pt x="228" y="141"/>
                    <a:pt x="232" y="144"/>
                  </a:cubicBezTo>
                  <a:cubicBezTo>
                    <a:pt x="258" y="159"/>
                    <a:pt x="255" y="192"/>
                    <a:pt x="244" y="216"/>
                  </a:cubicBezTo>
                  <a:cubicBezTo>
                    <a:pt x="242" y="222"/>
                    <a:pt x="237" y="227"/>
                    <a:pt x="232" y="231"/>
                  </a:cubicBezTo>
                  <a:cubicBezTo>
                    <a:pt x="215" y="226"/>
                    <a:pt x="195" y="229"/>
                    <a:pt x="184" y="242"/>
                  </a:cubicBezTo>
                  <a:cubicBezTo>
                    <a:pt x="181" y="246"/>
                    <a:pt x="177" y="258"/>
                    <a:pt x="184" y="260"/>
                  </a:cubicBezTo>
                  <a:cubicBezTo>
                    <a:pt x="192" y="262"/>
                    <a:pt x="201" y="257"/>
                    <a:pt x="208" y="254"/>
                  </a:cubicBezTo>
                  <a:cubicBezTo>
                    <a:pt x="217" y="249"/>
                    <a:pt x="225" y="244"/>
                    <a:pt x="232" y="238"/>
                  </a:cubicBezTo>
                  <a:cubicBezTo>
                    <a:pt x="256" y="248"/>
                    <a:pt x="252" y="275"/>
                    <a:pt x="242" y="295"/>
                  </a:cubicBezTo>
                  <a:cubicBezTo>
                    <a:pt x="235" y="306"/>
                    <a:pt x="208" y="292"/>
                    <a:pt x="221" y="291"/>
                  </a:cubicBezTo>
                  <a:cubicBezTo>
                    <a:pt x="225" y="290"/>
                    <a:pt x="227" y="285"/>
                    <a:pt x="222" y="286"/>
                  </a:cubicBezTo>
                  <a:cubicBezTo>
                    <a:pt x="199" y="288"/>
                    <a:pt x="214" y="318"/>
                    <a:pt x="233" y="309"/>
                  </a:cubicBezTo>
                  <a:cubicBezTo>
                    <a:pt x="257" y="299"/>
                    <a:pt x="268" y="257"/>
                    <a:pt x="247" y="239"/>
                  </a:cubicBezTo>
                  <a:cubicBezTo>
                    <a:pt x="244" y="237"/>
                    <a:pt x="241" y="235"/>
                    <a:pt x="237" y="233"/>
                  </a:cubicBezTo>
                  <a:cubicBezTo>
                    <a:pt x="249" y="222"/>
                    <a:pt x="257" y="208"/>
                    <a:pt x="260" y="190"/>
                  </a:cubicBezTo>
                  <a:cubicBezTo>
                    <a:pt x="265" y="159"/>
                    <a:pt x="245" y="141"/>
                    <a:pt x="220" y="133"/>
                  </a:cubicBezTo>
                  <a:close/>
                  <a:moveTo>
                    <a:pt x="63" y="124"/>
                  </a:moveTo>
                  <a:cubicBezTo>
                    <a:pt x="53" y="129"/>
                    <a:pt x="25" y="140"/>
                    <a:pt x="25" y="119"/>
                  </a:cubicBezTo>
                  <a:cubicBezTo>
                    <a:pt x="25" y="111"/>
                    <a:pt x="32" y="102"/>
                    <a:pt x="37" y="95"/>
                  </a:cubicBezTo>
                  <a:cubicBezTo>
                    <a:pt x="48" y="80"/>
                    <a:pt x="62" y="68"/>
                    <a:pt x="76" y="56"/>
                  </a:cubicBezTo>
                  <a:cubicBezTo>
                    <a:pt x="89" y="45"/>
                    <a:pt x="109" y="33"/>
                    <a:pt x="130" y="26"/>
                  </a:cubicBezTo>
                  <a:cubicBezTo>
                    <a:pt x="133" y="68"/>
                    <a:pt x="99" y="107"/>
                    <a:pt x="63" y="124"/>
                  </a:cubicBezTo>
                  <a:close/>
                  <a:moveTo>
                    <a:pt x="201" y="156"/>
                  </a:moveTo>
                  <a:cubicBezTo>
                    <a:pt x="191" y="172"/>
                    <a:pt x="179" y="186"/>
                    <a:pt x="165" y="198"/>
                  </a:cubicBezTo>
                  <a:cubicBezTo>
                    <a:pt x="154" y="208"/>
                    <a:pt x="112" y="229"/>
                    <a:pt x="114" y="201"/>
                  </a:cubicBezTo>
                  <a:cubicBezTo>
                    <a:pt x="115" y="187"/>
                    <a:pt x="125" y="173"/>
                    <a:pt x="134" y="163"/>
                  </a:cubicBezTo>
                  <a:cubicBezTo>
                    <a:pt x="152" y="140"/>
                    <a:pt x="183" y="129"/>
                    <a:pt x="212" y="136"/>
                  </a:cubicBezTo>
                  <a:cubicBezTo>
                    <a:pt x="208" y="143"/>
                    <a:pt x="204" y="150"/>
                    <a:pt x="201" y="156"/>
                  </a:cubicBezTo>
                  <a:close/>
                  <a:moveTo>
                    <a:pt x="209" y="248"/>
                  </a:moveTo>
                  <a:cubicBezTo>
                    <a:pt x="205" y="250"/>
                    <a:pt x="186" y="262"/>
                    <a:pt x="188" y="249"/>
                  </a:cubicBezTo>
                  <a:cubicBezTo>
                    <a:pt x="191" y="232"/>
                    <a:pt x="213" y="232"/>
                    <a:pt x="226" y="236"/>
                  </a:cubicBezTo>
                  <a:cubicBezTo>
                    <a:pt x="220" y="240"/>
                    <a:pt x="214" y="244"/>
                    <a:pt x="209" y="24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09" name="组合 108"/>
          <p:cNvGrpSpPr/>
          <p:nvPr/>
        </p:nvGrpSpPr>
        <p:grpSpPr>
          <a:xfrm>
            <a:off x="8228013" y="4577497"/>
            <a:ext cx="1724026" cy="1692275"/>
            <a:chOff x="8228013" y="4260850"/>
            <a:chExt cx="1724026" cy="1692275"/>
          </a:xfrm>
        </p:grpSpPr>
        <p:sp>
          <p:nvSpPr>
            <p:cNvPr id="110" name="Freeform 95"/>
            <p:cNvSpPr>
              <a:spLocks/>
            </p:cNvSpPr>
            <p:nvPr/>
          </p:nvSpPr>
          <p:spPr bwMode="auto">
            <a:xfrm>
              <a:off x="8369301" y="4537075"/>
              <a:ext cx="298450" cy="300038"/>
            </a:xfrm>
            <a:custGeom>
              <a:avLst/>
              <a:gdLst>
                <a:gd name="T0" fmla="*/ 11 w 197"/>
                <a:gd name="T1" fmla="*/ 79 h 197"/>
                <a:gd name="T2" fmla="*/ 79 w 197"/>
                <a:gd name="T3" fmla="*/ 186 h 197"/>
                <a:gd name="T4" fmla="*/ 186 w 197"/>
                <a:gd name="T5" fmla="*/ 119 h 197"/>
                <a:gd name="T6" fmla="*/ 119 w 197"/>
                <a:gd name="T7" fmla="*/ 11 h 197"/>
                <a:gd name="T8" fmla="*/ 11 w 197"/>
                <a:gd name="T9" fmla="*/ 79 h 197"/>
              </a:gdLst>
              <a:ahLst/>
              <a:cxnLst>
                <a:cxn ang="0">
                  <a:pos x="T0" y="T1"/>
                </a:cxn>
                <a:cxn ang="0">
                  <a:pos x="T2" y="T3"/>
                </a:cxn>
                <a:cxn ang="0">
                  <a:pos x="T4" y="T5"/>
                </a:cxn>
                <a:cxn ang="0">
                  <a:pos x="T6" y="T7"/>
                </a:cxn>
                <a:cxn ang="0">
                  <a:pos x="T8" y="T9"/>
                </a:cxn>
              </a:cxnLst>
              <a:rect l="0" t="0" r="r" b="b"/>
              <a:pathLst>
                <a:path w="197" h="197">
                  <a:moveTo>
                    <a:pt x="11" y="79"/>
                  </a:moveTo>
                  <a:cubicBezTo>
                    <a:pt x="0" y="127"/>
                    <a:pt x="30" y="175"/>
                    <a:pt x="79" y="186"/>
                  </a:cubicBezTo>
                  <a:cubicBezTo>
                    <a:pt x="127" y="197"/>
                    <a:pt x="175" y="167"/>
                    <a:pt x="186" y="119"/>
                  </a:cubicBezTo>
                  <a:cubicBezTo>
                    <a:pt x="197" y="70"/>
                    <a:pt x="167" y="22"/>
                    <a:pt x="119" y="11"/>
                  </a:cubicBezTo>
                  <a:cubicBezTo>
                    <a:pt x="70" y="0"/>
                    <a:pt x="22" y="30"/>
                    <a:pt x="11" y="7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1" name="Freeform 96"/>
            <p:cNvSpPr>
              <a:spLocks/>
            </p:cNvSpPr>
            <p:nvPr/>
          </p:nvSpPr>
          <p:spPr bwMode="auto">
            <a:xfrm>
              <a:off x="8228013" y="4829175"/>
              <a:ext cx="280988" cy="1123950"/>
            </a:xfrm>
            <a:custGeom>
              <a:avLst/>
              <a:gdLst>
                <a:gd name="T0" fmla="*/ 107 w 185"/>
                <a:gd name="T1" fmla="*/ 184 h 741"/>
                <a:gd name="T2" fmla="*/ 71 w 185"/>
                <a:gd name="T3" fmla="*/ 83 h 741"/>
                <a:gd name="T4" fmla="*/ 71 w 185"/>
                <a:gd name="T5" fmla="*/ 83 h 741"/>
                <a:gd name="T6" fmla="*/ 81 w 185"/>
                <a:gd name="T7" fmla="*/ 54 h 741"/>
                <a:gd name="T8" fmla="*/ 109 w 185"/>
                <a:gd name="T9" fmla="*/ 40 h 741"/>
                <a:gd name="T10" fmla="*/ 111 w 185"/>
                <a:gd name="T11" fmla="*/ 40 h 741"/>
                <a:gd name="T12" fmla="*/ 151 w 185"/>
                <a:gd name="T13" fmla="*/ 78 h 741"/>
                <a:gd name="T14" fmla="*/ 151 w 185"/>
                <a:gd name="T15" fmla="*/ 79 h 741"/>
                <a:gd name="T16" fmla="*/ 152 w 185"/>
                <a:gd name="T17" fmla="*/ 87 h 741"/>
                <a:gd name="T18" fmla="*/ 161 w 185"/>
                <a:gd name="T19" fmla="*/ 116 h 741"/>
                <a:gd name="T20" fmla="*/ 169 w 185"/>
                <a:gd name="T21" fmla="*/ 131 h 741"/>
                <a:gd name="T22" fmla="*/ 174 w 185"/>
                <a:gd name="T23" fmla="*/ 104 h 741"/>
                <a:gd name="T24" fmla="*/ 136 w 185"/>
                <a:gd name="T25" fmla="*/ 8 h 741"/>
                <a:gd name="T26" fmla="*/ 32 w 185"/>
                <a:gd name="T27" fmla="*/ 77 h 741"/>
                <a:gd name="T28" fmla="*/ 11 w 185"/>
                <a:gd name="T29" fmla="*/ 300 h 741"/>
                <a:gd name="T30" fmla="*/ 68 w 185"/>
                <a:gd name="T31" fmla="*/ 366 h 741"/>
                <a:gd name="T32" fmla="*/ 79 w 185"/>
                <a:gd name="T33" fmla="*/ 450 h 741"/>
                <a:gd name="T34" fmla="*/ 34 w 185"/>
                <a:gd name="T35" fmla="*/ 674 h 741"/>
                <a:gd name="T36" fmla="*/ 65 w 185"/>
                <a:gd name="T37" fmla="*/ 738 h 741"/>
                <a:gd name="T38" fmla="*/ 82 w 185"/>
                <a:gd name="T39" fmla="*/ 741 h 741"/>
                <a:gd name="T40" fmla="*/ 129 w 185"/>
                <a:gd name="T41" fmla="*/ 707 h 741"/>
                <a:gd name="T42" fmla="*/ 129 w 185"/>
                <a:gd name="T43" fmla="*/ 707 h 741"/>
                <a:gd name="T44" fmla="*/ 179 w 185"/>
                <a:gd name="T45" fmla="*/ 450 h 741"/>
                <a:gd name="T46" fmla="*/ 154 w 185"/>
                <a:gd name="T47" fmla="*/ 312 h 741"/>
                <a:gd name="T48" fmla="*/ 154 w 185"/>
                <a:gd name="T49" fmla="*/ 309 h 741"/>
                <a:gd name="T50" fmla="*/ 153 w 185"/>
                <a:gd name="T51" fmla="*/ 234 h 741"/>
                <a:gd name="T52" fmla="*/ 107 w 185"/>
                <a:gd name="T53" fmla="*/ 184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5" h="741">
                  <a:moveTo>
                    <a:pt x="107" y="184"/>
                  </a:moveTo>
                  <a:cubicBezTo>
                    <a:pt x="79" y="140"/>
                    <a:pt x="72" y="99"/>
                    <a:pt x="71" y="83"/>
                  </a:cubicBezTo>
                  <a:cubicBezTo>
                    <a:pt x="71" y="83"/>
                    <a:pt x="71" y="83"/>
                    <a:pt x="71" y="83"/>
                  </a:cubicBezTo>
                  <a:cubicBezTo>
                    <a:pt x="70" y="72"/>
                    <a:pt x="74" y="62"/>
                    <a:pt x="81" y="54"/>
                  </a:cubicBezTo>
                  <a:cubicBezTo>
                    <a:pt x="88" y="46"/>
                    <a:pt x="98" y="41"/>
                    <a:pt x="109" y="40"/>
                  </a:cubicBezTo>
                  <a:cubicBezTo>
                    <a:pt x="109" y="40"/>
                    <a:pt x="110" y="40"/>
                    <a:pt x="111" y="40"/>
                  </a:cubicBezTo>
                  <a:cubicBezTo>
                    <a:pt x="132" y="40"/>
                    <a:pt x="150" y="57"/>
                    <a:pt x="151" y="78"/>
                  </a:cubicBezTo>
                  <a:cubicBezTo>
                    <a:pt x="151" y="78"/>
                    <a:pt x="151" y="79"/>
                    <a:pt x="151" y="79"/>
                  </a:cubicBezTo>
                  <a:cubicBezTo>
                    <a:pt x="151" y="81"/>
                    <a:pt x="152" y="84"/>
                    <a:pt x="152" y="87"/>
                  </a:cubicBezTo>
                  <a:cubicBezTo>
                    <a:pt x="154" y="94"/>
                    <a:pt x="156" y="104"/>
                    <a:pt x="161" y="116"/>
                  </a:cubicBezTo>
                  <a:cubicBezTo>
                    <a:pt x="164" y="121"/>
                    <a:pt x="166" y="126"/>
                    <a:pt x="169" y="131"/>
                  </a:cubicBezTo>
                  <a:cubicBezTo>
                    <a:pt x="170" y="121"/>
                    <a:pt x="172" y="112"/>
                    <a:pt x="174" y="104"/>
                  </a:cubicBezTo>
                  <a:cubicBezTo>
                    <a:pt x="185" y="64"/>
                    <a:pt x="170" y="17"/>
                    <a:pt x="136" y="8"/>
                  </a:cubicBezTo>
                  <a:cubicBezTo>
                    <a:pt x="102" y="0"/>
                    <a:pt x="52" y="19"/>
                    <a:pt x="32" y="77"/>
                  </a:cubicBezTo>
                  <a:cubicBezTo>
                    <a:pt x="5" y="158"/>
                    <a:pt x="0" y="211"/>
                    <a:pt x="11" y="300"/>
                  </a:cubicBezTo>
                  <a:cubicBezTo>
                    <a:pt x="19" y="343"/>
                    <a:pt x="42" y="360"/>
                    <a:pt x="68" y="366"/>
                  </a:cubicBezTo>
                  <a:cubicBezTo>
                    <a:pt x="73" y="383"/>
                    <a:pt x="79" y="410"/>
                    <a:pt x="79" y="450"/>
                  </a:cubicBezTo>
                  <a:cubicBezTo>
                    <a:pt x="79" y="502"/>
                    <a:pt x="69" y="576"/>
                    <a:pt x="34" y="674"/>
                  </a:cubicBezTo>
                  <a:cubicBezTo>
                    <a:pt x="25" y="700"/>
                    <a:pt x="39" y="729"/>
                    <a:pt x="65" y="738"/>
                  </a:cubicBezTo>
                  <a:cubicBezTo>
                    <a:pt x="71" y="740"/>
                    <a:pt x="76" y="741"/>
                    <a:pt x="82" y="741"/>
                  </a:cubicBezTo>
                  <a:cubicBezTo>
                    <a:pt x="102" y="741"/>
                    <a:pt x="122" y="728"/>
                    <a:pt x="129" y="707"/>
                  </a:cubicBezTo>
                  <a:cubicBezTo>
                    <a:pt x="129" y="707"/>
                    <a:pt x="129" y="707"/>
                    <a:pt x="129" y="707"/>
                  </a:cubicBezTo>
                  <a:cubicBezTo>
                    <a:pt x="167" y="600"/>
                    <a:pt x="179" y="515"/>
                    <a:pt x="179" y="450"/>
                  </a:cubicBezTo>
                  <a:cubicBezTo>
                    <a:pt x="179" y="382"/>
                    <a:pt x="165" y="336"/>
                    <a:pt x="154" y="312"/>
                  </a:cubicBezTo>
                  <a:cubicBezTo>
                    <a:pt x="154" y="311"/>
                    <a:pt x="154" y="310"/>
                    <a:pt x="154" y="309"/>
                  </a:cubicBezTo>
                  <a:cubicBezTo>
                    <a:pt x="150" y="285"/>
                    <a:pt x="151" y="259"/>
                    <a:pt x="153" y="234"/>
                  </a:cubicBezTo>
                  <a:cubicBezTo>
                    <a:pt x="135" y="220"/>
                    <a:pt x="120" y="203"/>
                    <a:pt x="107" y="18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2" name="Freeform 97"/>
            <p:cNvSpPr>
              <a:spLocks/>
            </p:cNvSpPr>
            <p:nvPr/>
          </p:nvSpPr>
          <p:spPr bwMode="auto">
            <a:xfrm>
              <a:off x="8347076" y="4900613"/>
              <a:ext cx="414338" cy="352425"/>
            </a:xfrm>
            <a:custGeom>
              <a:avLst/>
              <a:gdLst>
                <a:gd name="T0" fmla="*/ 242 w 274"/>
                <a:gd name="T1" fmla="*/ 169 h 233"/>
                <a:gd name="T2" fmla="*/ 141 w 274"/>
                <a:gd name="T3" fmla="*/ 145 h 233"/>
                <a:gd name="T4" fmla="*/ 88 w 274"/>
                <a:gd name="T5" fmla="*/ 96 h 233"/>
                <a:gd name="T6" fmla="*/ 76 w 274"/>
                <a:gd name="T7" fmla="*/ 72 h 233"/>
                <a:gd name="T8" fmla="*/ 67 w 274"/>
                <a:gd name="T9" fmla="*/ 42 h 233"/>
                <a:gd name="T10" fmla="*/ 65 w 274"/>
                <a:gd name="T11" fmla="*/ 33 h 233"/>
                <a:gd name="T12" fmla="*/ 65 w 274"/>
                <a:gd name="T13" fmla="*/ 31 h 233"/>
                <a:gd name="T14" fmla="*/ 65 w 274"/>
                <a:gd name="T15" fmla="*/ 31 h 233"/>
                <a:gd name="T16" fmla="*/ 31 w 274"/>
                <a:gd name="T17" fmla="*/ 1 h 233"/>
                <a:gd name="T18" fmla="*/ 1 w 274"/>
                <a:gd name="T19" fmla="*/ 35 h 233"/>
                <a:gd name="T20" fmla="*/ 1 w 274"/>
                <a:gd name="T21" fmla="*/ 35 h 233"/>
                <a:gd name="T22" fmla="*/ 36 w 274"/>
                <a:gd name="T23" fmla="*/ 133 h 233"/>
                <a:gd name="T24" fmla="*/ 76 w 274"/>
                <a:gd name="T25" fmla="*/ 177 h 233"/>
                <a:gd name="T26" fmla="*/ 109 w 274"/>
                <a:gd name="T27" fmla="*/ 200 h 233"/>
                <a:gd name="T28" fmla="*/ 240 w 274"/>
                <a:gd name="T29" fmla="*/ 233 h 233"/>
                <a:gd name="T30" fmla="*/ 241 w 274"/>
                <a:gd name="T31" fmla="*/ 233 h 233"/>
                <a:gd name="T32" fmla="*/ 273 w 274"/>
                <a:gd name="T33" fmla="*/ 202 h 233"/>
                <a:gd name="T34" fmla="*/ 242 w 274"/>
                <a:gd name="T35" fmla="*/ 169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4" h="233">
                  <a:moveTo>
                    <a:pt x="242" y="169"/>
                  </a:moveTo>
                  <a:cubicBezTo>
                    <a:pt x="197" y="168"/>
                    <a:pt x="164" y="158"/>
                    <a:pt x="141" y="145"/>
                  </a:cubicBezTo>
                  <a:cubicBezTo>
                    <a:pt x="116" y="131"/>
                    <a:pt x="100" y="113"/>
                    <a:pt x="88" y="96"/>
                  </a:cubicBezTo>
                  <a:cubicBezTo>
                    <a:pt x="83" y="88"/>
                    <a:pt x="79" y="80"/>
                    <a:pt x="76" y="72"/>
                  </a:cubicBezTo>
                  <a:cubicBezTo>
                    <a:pt x="71" y="60"/>
                    <a:pt x="68" y="49"/>
                    <a:pt x="67" y="42"/>
                  </a:cubicBezTo>
                  <a:cubicBezTo>
                    <a:pt x="66" y="38"/>
                    <a:pt x="65" y="35"/>
                    <a:pt x="65" y="33"/>
                  </a:cubicBezTo>
                  <a:cubicBezTo>
                    <a:pt x="65" y="32"/>
                    <a:pt x="65" y="32"/>
                    <a:pt x="65" y="31"/>
                  </a:cubicBezTo>
                  <a:cubicBezTo>
                    <a:pt x="65" y="31"/>
                    <a:pt x="65" y="31"/>
                    <a:pt x="65" y="31"/>
                  </a:cubicBezTo>
                  <a:cubicBezTo>
                    <a:pt x="64" y="14"/>
                    <a:pt x="49" y="0"/>
                    <a:pt x="31" y="1"/>
                  </a:cubicBezTo>
                  <a:cubicBezTo>
                    <a:pt x="13" y="2"/>
                    <a:pt x="0" y="18"/>
                    <a:pt x="1" y="35"/>
                  </a:cubicBezTo>
                  <a:cubicBezTo>
                    <a:pt x="1" y="35"/>
                    <a:pt x="1" y="35"/>
                    <a:pt x="1" y="35"/>
                  </a:cubicBezTo>
                  <a:cubicBezTo>
                    <a:pt x="1" y="38"/>
                    <a:pt x="4" y="84"/>
                    <a:pt x="36" y="133"/>
                  </a:cubicBezTo>
                  <a:cubicBezTo>
                    <a:pt x="46" y="148"/>
                    <a:pt x="59" y="163"/>
                    <a:pt x="76" y="177"/>
                  </a:cubicBezTo>
                  <a:cubicBezTo>
                    <a:pt x="86" y="186"/>
                    <a:pt x="97" y="193"/>
                    <a:pt x="109" y="200"/>
                  </a:cubicBezTo>
                  <a:cubicBezTo>
                    <a:pt x="143" y="219"/>
                    <a:pt x="186" y="232"/>
                    <a:pt x="240" y="233"/>
                  </a:cubicBezTo>
                  <a:cubicBezTo>
                    <a:pt x="240" y="233"/>
                    <a:pt x="241" y="233"/>
                    <a:pt x="241" y="233"/>
                  </a:cubicBezTo>
                  <a:cubicBezTo>
                    <a:pt x="258" y="233"/>
                    <a:pt x="272" y="220"/>
                    <a:pt x="273" y="202"/>
                  </a:cubicBezTo>
                  <a:cubicBezTo>
                    <a:pt x="274" y="185"/>
                    <a:pt x="260" y="170"/>
                    <a:pt x="242" y="16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3" name="Freeform 98"/>
            <p:cNvSpPr>
              <a:spLocks/>
            </p:cNvSpPr>
            <p:nvPr/>
          </p:nvSpPr>
          <p:spPr bwMode="auto">
            <a:xfrm>
              <a:off x="8810626" y="4886325"/>
              <a:ext cx="1141413" cy="1066800"/>
            </a:xfrm>
            <a:custGeom>
              <a:avLst/>
              <a:gdLst>
                <a:gd name="T0" fmla="*/ 704 w 752"/>
                <a:gd name="T1" fmla="*/ 21 h 703"/>
                <a:gd name="T2" fmla="*/ 628 w 752"/>
                <a:gd name="T3" fmla="*/ 6 h 703"/>
                <a:gd name="T4" fmla="*/ 561 w 752"/>
                <a:gd name="T5" fmla="*/ 58 h 703"/>
                <a:gd name="T6" fmla="*/ 505 w 752"/>
                <a:gd name="T7" fmla="*/ 342 h 703"/>
                <a:gd name="T8" fmla="*/ 480 w 752"/>
                <a:gd name="T9" fmla="*/ 342 h 703"/>
                <a:gd name="T10" fmla="*/ 504 w 752"/>
                <a:gd name="T11" fmla="*/ 222 h 703"/>
                <a:gd name="T12" fmla="*/ 437 w 752"/>
                <a:gd name="T13" fmla="*/ 117 h 703"/>
                <a:gd name="T14" fmla="*/ 364 w 752"/>
                <a:gd name="T15" fmla="*/ 189 h 703"/>
                <a:gd name="T16" fmla="*/ 347 w 752"/>
                <a:gd name="T17" fmla="*/ 262 h 703"/>
                <a:gd name="T18" fmla="*/ 370 w 752"/>
                <a:gd name="T19" fmla="*/ 238 h 703"/>
                <a:gd name="T20" fmla="*/ 391 w 752"/>
                <a:gd name="T21" fmla="*/ 184 h 703"/>
                <a:gd name="T22" fmla="*/ 431 w 752"/>
                <a:gd name="T23" fmla="*/ 145 h 703"/>
                <a:gd name="T24" fmla="*/ 432 w 752"/>
                <a:gd name="T25" fmla="*/ 145 h 703"/>
                <a:gd name="T26" fmla="*/ 471 w 752"/>
                <a:gd name="T27" fmla="*/ 187 h 703"/>
                <a:gd name="T28" fmla="*/ 456 w 752"/>
                <a:gd name="T29" fmla="*/ 246 h 703"/>
                <a:gd name="T30" fmla="*/ 372 w 752"/>
                <a:gd name="T31" fmla="*/ 342 h 703"/>
                <a:gd name="T32" fmla="*/ 367 w 752"/>
                <a:gd name="T33" fmla="*/ 345 h 703"/>
                <a:gd name="T34" fmla="*/ 344 w 752"/>
                <a:gd name="T35" fmla="*/ 356 h 703"/>
                <a:gd name="T36" fmla="*/ 310 w 752"/>
                <a:gd name="T37" fmla="*/ 367 h 703"/>
                <a:gd name="T38" fmla="*/ 240 w 752"/>
                <a:gd name="T39" fmla="*/ 378 h 703"/>
                <a:gd name="T40" fmla="*/ 238 w 752"/>
                <a:gd name="T41" fmla="*/ 378 h 703"/>
                <a:gd name="T42" fmla="*/ 209 w 752"/>
                <a:gd name="T43" fmla="*/ 365 h 703"/>
                <a:gd name="T44" fmla="*/ 198 w 752"/>
                <a:gd name="T45" fmla="*/ 342 h 703"/>
                <a:gd name="T46" fmla="*/ 189 w 752"/>
                <a:gd name="T47" fmla="*/ 342 h 703"/>
                <a:gd name="T48" fmla="*/ 125 w 752"/>
                <a:gd name="T49" fmla="*/ 402 h 703"/>
                <a:gd name="T50" fmla="*/ 46 w 752"/>
                <a:gd name="T51" fmla="*/ 482 h 703"/>
                <a:gd name="T52" fmla="*/ 1 w 752"/>
                <a:gd name="T53" fmla="*/ 636 h 703"/>
                <a:gd name="T54" fmla="*/ 48 w 752"/>
                <a:gd name="T55" fmla="*/ 688 h 703"/>
                <a:gd name="T56" fmla="*/ 51 w 752"/>
                <a:gd name="T57" fmla="*/ 688 h 703"/>
                <a:gd name="T58" fmla="*/ 101 w 752"/>
                <a:gd name="T59" fmla="*/ 641 h 703"/>
                <a:gd name="T60" fmla="*/ 125 w 752"/>
                <a:gd name="T61" fmla="*/ 544 h 703"/>
                <a:gd name="T62" fmla="*/ 125 w 752"/>
                <a:gd name="T63" fmla="*/ 615 h 703"/>
                <a:gd name="T64" fmla="*/ 178 w 752"/>
                <a:gd name="T65" fmla="*/ 678 h 703"/>
                <a:gd name="T66" fmla="*/ 178 w 752"/>
                <a:gd name="T67" fmla="*/ 703 h 703"/>
                <a:gd name="T68" fmla="*/ 280 w 752"/>
                <a:gd name="T69" fmla="*/ 703 h 703"/>
                <a:gd name="T70" fmla="*/ 280 w 752"/>
                <a:gd name="T71" fmla="*/ 679 h 703"/>
                <a:gd name="T72" fmla="*/ 515 w 752"/>
                <a:gd name="T73" fmla="*/ 679 h 703"/>
                <a:gd name="T74" fmla="*/ 515 w 752"/>
                <a:gd name="T75" fmla="*/ 703 h 703"/>
                <a:gd name="T76" fmla="*/ 618 w 752"/>
                <a:gd name="T77" fmla="*/ 703 h 703"/>
                <a:gd name="T78" fmla="*/ 618 w 752"/>
                <a:gd name="T79" fmla="*/ 678 h 703"/>
                <a:gd name="T80" fmla="*/ 670 w 752"/>
                <a:gd name="T81" fmla="*/ 615 h 703"/>
                <a:gd name="T82" fmla="*/ 670 w 752"/>
                <a:gd name="T83" fmla="*/ 475 h 703"/>
                <a:gd name="T84" fmla="*/ 746 w 752"/>
                <a:gd name="T85" fmla="*/ 94 h 703"/>
                <a:gd name="T86" fmla="*/ 704 w 752"/>
                <a:gd name="T87" fmla="*/ 21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52" h="703">
                  <a:moveTo>
                    <a:pt x="704" y="21"/>
                  </a:moveTo>
                  <a:cubicBezTo>
                    <a:pt x="628" y="6"/>
                    <a:pt x="628" y="6"/>
                    <a:pt x="628" y="6"/>
                  </a:cubicBezTo>
                  <a:cubicBezTo>
                    <a:pt x="598" y="0"/>
                    <a:pt x="568" y="23"/>
                    <a:pt x="561" y="58"/>
                  </a:cubicBezTo>
                  <a:cubicBezTo>
                    <a:pt x="505" y="342"/>
                    <a:pt x="505" y="342"/>
                    <a:pt x="505" y="342"/>
                  </a:cubicBezTo>
                  <a:cubicBezTo>
                    <a:pt x="480" y="342"/>
                    <a:pt x="480" y="342"/>
                    <a:pt x="480" y="342"/>
                  </a:cubicBezTo>
                  <a:cubicBezTo>
                    <a:pt x="493" y="306"/>
                    <a:pt x="500" y="269"/>
                    <a:pt x="504" y="222"/>
                  </a:cubicBezTo>
                  <a:cubicBezTo>
                    <a:pt x="510" y="160"/>
                    <a:pt x="472" y="123"/>
                    <a:pt x="437" y="117"/>
                  </a:cubicBezTo>
                  <a:cubicBezTo>
                    <a:pt x="403" y="111"/>
                    <a:pt x="370" y="148"/>
                    <a:pt x="364" y="189"/>
                  </a:cubicBezTo>
                  <a:cubicBezTo>
                    <a:pt x="359" y="211"/>
                    <a:pt x="354" y="236"/>
                    <a:pt x="347" y="262"/>
                  </a:cubicBezTo>
                  <a:cubicBezTo>
                    <a:pt x="356" y="255"/>
                    <a:pt x="363" y="247"/>
                    <a:pt x="370" y="238"/>
                  </a:cubicBezTo>
                  <a:cubicBezTo>
                    <a:pt x="389" y="212"/>
                    <a:pt x="391" y="184"/>
                    <a:pt x="391" y="184"/>
                  </a:cubicBezTo>
                  <a:cubicBezTo>
                    <a:pt x="392" y="162"/>
                    <a:pt x="409" y="145"/>
                    <a:pt x="431" y="145"/>
                  </a:cubicBezTo>
                  <a:cubicBezTo>
                    <a:pt x="431" y="145"/>
                    <a:pt x="432" y="145"/>
                    <a:pt x="432" y="145"/>
                  </a:cubicBezTo>
                  <a:cubicBezTo>
                    <a:pt x="454" y="146"/>
                    <a:pt x="472" y="164"/>
                    <a:pt x="471" y="187"/>
                  </a:cubicBezTo>
                  <a:cubicBezTo>
                    <a:pt x="470" y="193"/>
                    <a:pt x="469" y="217"/>
                    <a:pt x="456" y="246"/>
                  </a:cubicBezTo>
                  <a:cubicBezTo>
                    <a:pt x="445" y="275"/>
                    <a:pt x="420" y="314"/>
                    <a:pt x="372" y="342"/>
                  </a:cubicBezTo>
                  <a:cubicBezTo>
                    <a:pt x="370" y="343"/>
                    <a:pt x="368" y="344"/>
                    <a:pt x="367" y="345"/>
                  </a:cubicBezTo>
                  <a:cubicBezTo>
                    <a:pt x="359" y="349"/>
                    <a:pt x="352" y="353"/>
                    <a:pt x="344" y="356"/>
                  </a:cubicBezTo>
                  <a:cubicBezTo>
                    <a:pt x="333" y="360"/>
                    <a:pt x="322" y="364"/>
                    <a:pt x="310" y="367"/>
                  </a:cubicBezTo>
                  <a:cubicBezTo>
                    <a:pt x="288" y="373"/>
                    <a:pt x="265" y="377"/>
                    <a:pt x="240" y="378"/>
                  </a:cubicBezTo>
                  <a:cubicBezTo>
                    <a:pt x="239" y="378"/>
                    <a:pt x="239" y="378"/>
                    <a:pt x="238" y="378"/>
                  </a:cubicBezTo>
                  <a:cubicBezTo>
                    <a:pt x="226" y="378"/>
                    <a:pt x="216" y="373"/>
                    <a:pt x="209" y="365"/>
                  </a:cubicBezTo>
                  <a:cubicBezTo>
                    <a:pt x="203" y="359"/>
                    <a:pt x="199" y="351"/>
                    <a:pt x="198" y="342"/>
                  </a:cubicBezTo>
                  <a:cubicBezTo>
                    <a:pt x="189" y="342"/>
                    <a:pt x="189" y="342"/>
                    <a:pt x="189" y="342"/>
                  </a:cubicBezTo>
                  <a:cubicBezTo>
                    <a:pt x="155" y="342"/>
                    <a:pt x="128" y="368"/>
                    <a:pt x="125" y="402"/>
                  </a:cubicBezTo>
                  <a:cubicBezTo>
                    <a:pt x="96" y="420"/>
                    <a:pt x="68" y="447"/>
                    <a:pt x="46" y="482"/>
                  </a:cubicBezTo>
                  <a:cubicBezTo>
                    <a:pt x="21" y="522"/>
                    <a:pt x="4" y="574"/>
                    <a:pt x="1" y="636"/>
                  </a:cubicBezTo>
                  <a:cubicBezTo>
                    <a:pt x="0" y="663"/>
                    <a:pt x="21" y="687"/>
                    <a:pt x="48" y="688"/>
                  </a:cubicBezTo>
                  <a:cubicBezTo>
                    <a:pt x="49" y="688"/>
                    <a:pt x="50" y="688"/>
                    <a:pt x="51" y="688"/>
                  </a:cubicBezTo>
                  <a:cubicBezTo>
                    <a:pt x="77" y="688"/>
                    <a:pt x="100" y="668"/>
                    <a:pt x="101" y="641"/>
                  </a:cubicBezTo>
                  <a:cubicBezTo>
                    <a:pt x="103" y="599"/>
                    <a:pt x="113" y="568"/>
                    <a:pt x="125" y="544"/>
                  </a:cubicBezTo>
                  <a:cubicBezTo>
                    <a:pt x="125" y="615"/>
                    <a:pt x="125" y="615"/>
                    <a:pt x="125" y="615"/>
                  </a:cubicBezTo>
                  <a:cubicBezTo>
                    <a:pt x="125" y="647"/>
                    <a:pt x="148" y="673"/>
                    <a:pt x="178" y="678"/>
                  </a:cubicBezTo>
                  <a:cubicBezTo>
                    <a:pt x="178" y="703"/>
                    <a:pt x="178" y="703"/>
                    <a:pt x="178" y="703"/>
                  </a:cubicBezTo>
                  <a:cubicBezTo>
                    <a:pt x="280" y="703"/>
                    <a:pt x="280" y="703"/>
                    <a:pt x="280" y="703"/>
                  </a:cubicBezTo>
                  <a:cubicBezTo>
                    <a:pt x="280" y="679"/>
                    <a:pt x="280" y="679"/>
                    <a:pt x="280" y="679"/>
                  </a:cubicBezTo>
                  <a:cubicBezTo>
                    <a:pt x="515" y="679"/>
                    <a:pt x="515" y="679"/>
                    <a:pt x="515" y="679"/>
                  </a:cubicBezTo>
                  <a:cubicBezTo>
                    <a:pt x="515" y="703"/>
                    <a:pt x="515" y="703"/>
                    <a:pt x="515" y="703"/>
                  </a:cubicBezTo>
                  <a:cubicBezTo>
                    <a:pt x="618" y="703"/>
                    <a:pt x="618" y="703"/>
                    <a:pt x="618" y="703"/>
                  </a:cubicBezTo>
                  <a:cubicBezTo>
                    <a:pt x="618" y="678"/>
                    <a:pt x="618" y="678"/>
                    <a:pt x="618" y="678"/>
                  </a:cubicBezTo>
                  <a:cubicBezTo>
                    <a:pt x="648" y="673"/>
                    <a:pt x="670" y="647"/>
                    <a:pt x="670" y="615"/>
                  </a:cubicBezTo>
                  <a:cubicBezTo>
                    <a:pt x="670" y="475"/>
                    <a:pt x="670" y="475"/>
                    <a:pt x="670" y="475"/>
                  </a:cubicBezTo>
                  <a:cubicBezTo>
                    <a:pt x="746" y="94"/>
                    <a:pt x="746" y="94"/>
                    <a:pt x="746" y="94"/>
                  </a:cubicBezTo>
                  <a:cubicBezTo>
                    <a:pt x="752" y="60"/>
                    <a:pt x="734" y="27"/>
                    <a:pt x="704" y="2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4" name="Freeform 99"/>
            <p:cNvSpPr>
              <a:spLocks/>
            </p:cNvSpPr>
            <p:nvPr/>
          </p:nvSpPr>
          <p:spPr bwMode="auto">
            <a:xfrm>
              <a:off x="9323388" y="4762500"/>
              <a:ext cx="273050" cy="274638"/>
            </a:xfrm>
            <a:custGeom>
              <a:avLst/>
              <a:gdLst>
                <a:gd name="T0" fmla="*/ 91 w 180"/>
                <a:gd name="T1" fmla="*/ 180 h 181"/>
                <a:gd name="T2" fmla="*/ 180 w 180"/>
                <a:gd name="T3" fmla="*/ 90 h 181"/>
                <a:gd name="T4" fmla="*/ 89 w 180"/>
                <a:gd name="T5" fmla="*/ 0 h 181"/>
                <a:gd name="T6" fmla="*/ 0 w 180"/>
                <a:gd name="T7" fmla="*/ 91 h 181"/>
                <a:gd name="T8" fmla="*/ 91 w 180"/>
                <a:gd name="T9" fmla="*/ 180 h 181"/>
              </a:gdLst>
              <a:ahLst/>
              <a:cxnLst>
                <a:cxn ang="0">
                  <a:pos x="T0" y="T1"/>
                </a:cxn>
                <a:cxn ang="0">
                  <a:pos x="T2" y="T3"/>
                </a:cxn>
                <a:cxn ang="0">
                  <a:pos x="T4" y="T5"/>
                </a:cxn>
                <a:cxn ang="0">
                  <a:pos x="T6" y="T7"/>
                </a:cxn>
                <a:cxn ang="0">
                  <a:pos x="T8" y="T9"/>
                </a:cxn>
              </a:cxnLst>
              <a:rect l="0" t="0" r="r" b="b"/>
              <a:pathLst>
                <a:path w="180" h="181">
                  <a:moveTo>
                    <a:pt x="91" y="180"/>
                  </a:moveTo>
                  <a:cubicBezTo>
                    <a:pt x="140" y="180"/>
                    <a:pt x="180" y="140"/>
                    <a:pt x="180" y="90"/>
                  </a:cubicBezTo>
                  <a:cubicBezTo>
                    <a:pt x="180" y="40"/>
                    <a:pt x="139" y="0"/>
                    <a:pt x="89" y="0"/>
                  </a:cubicBezTo>
                  <a:cubicBezTo>
                    <a:pt x="40" y="1"/>
                    <a:pt x="0" y="41"/>
                    <a:pt x="0" y="91"/>
                  </a:cubicBezTo>
                  <a:cubicBezTo>
                    <a:pt x="0" y="141"/>
                    <a:pt x="41" y="181"/>
                    <a:pt x="91" y="18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5" name="Freeform 100"/>
            <p:cNvSpPr>
              <a:spLocks/>
            </p:cNvSpPr>
            <p:nvPr/>
          </p:nvSpPr>
          <p:spPr bwMode="auto">
            <a:xfrm>
              <a:off x="9121776" y="5118100"/>
              <a:ext cx="390525" cy="330200"/>
            </a:xfrm>
            <a:custGeom>
              <a:avLst/>
              <a:gdLst>
                <a:gd name="T0" fmla="*/ 13 w 258"/>
                <a:gd name="T1" fmla="*/ 210 h 217"/>
                <a:gd name="T2" fmla="*/ 33 w 258"/>
                <a:gd name="T3" fmla="*/ 217 h 217"/>
                <a:gd name="T4" fmla="*/ 34 w 258"/>
                <a:gd name="T5" fmla="*/ 217 h 217"/>
                <a:gd name="T6" fmla="*/ 110 w 258"/>
                <a:gd name="T7" fmla="*/ 205 h 217"/>
                <a:gd name="T8" fmla="*/ 126 w 258"/>
                <a:gd name="T9" fmla="*/ 200 h 217"/>
                <a:gd name="T10" fmla="*/ 150 w 258"/>
                <a:gd name="T11" fmla="*/ 189 h 217"/>
                <a:gd name="T12" fmla="*/ 158 w 258"/>
                <a:gd name="T13" fmla="*/ 185 h 217"/>
                <a:gd name="T14" fmla="*/ 244 w 258"/>
                <a:gd name="T15" fmla="*/ 90 h 217"/>
                <a:gd name="T16" fmla="*/ 258 w 258"/>
                <a:gd name="T17" fmla="*/ 33 h 217"/>
                <a:gd name="T18" fmla="*/ 227 w 258"/>
                <a:gd name="T19" fmla="*/ 0 h 217"/>
                <a:gd name="T20" fmla="*/ 194 w 258"/>
                <a:gd name="T21" fmla="*/ 31 h 217"/>
                <a:gd name="T22" fmla="*/ 194 w 258"/>
                <a:gd name="T23" fmla="*/ 31 h 217"/>
                <a:gd name="T24" fmla="*/ 194 w 258"/>
                <a:gd name="T25" fmla="*/ 31 h 217"/>
                <a:gd name="T26" fmla="*/ 194 w 258"/>
                <a:gd name="T27" fmla="*/ 31 h 217"/>
                <a:gd name="T28" fmla="*/ 171 w 258"/>
                <a:gd name="T29" fmla="*/ 90 h 217"/>
                <a:gd name="T30" fmla="*/ 139 w 258"/>
                <a:gd name="T31" fmla="*/ 122 h 217"/>
                <a:gd name="T32" fmla="*/ 125 w 258"/>
                <a:gd name="T33" fmla="*/ 130 h 217"/>
                <a:gd name="T34" fmla="*/ 31 w 258"/>
                <a:gd name="T35" fmla="*/ 153 h 217"/>
                <a:gd name="T36" fmla="*/ 1 w 258"/>
                <a:gd name="T37" fmla="*/ 187 h 217"/>
                <a:gd name="T38" fmla="*/ 1 w 258"/>
                <a:gd name="T39" fmla="*/ 189 h 217"/>
                <a:gd name="T40" fmla="*/ 13 w 258"/>
                <a:gd name="T41" fmla="*/ 21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8" h="217">
                  <a:moveTo>
                    <a:pt x="13" y="210"/>
                  </a:moveTo>
                  <a:cubicBezTo>
                    <a:pt x="18" y="214"/>
                    <a:pt x="25" y="217"/>
                    <a:pt x="33" y="217"/>
                  </a:cubicBezTo>
                  <a:cubicBezTo>
                    <a:pt x="33" y="217"/>
                    <a:pt x="34" y="217"/>
                    <a:pt x="34" y="217"/>
                  </a:cubicBezTo>
                  <a:cubicBezTo>
                    <a:pt x="63" y="216"/>
                    <a:pt x="88" y="211"/>
                    <a:pt x="110" y="205"/>
                  </a:cubicBezTo>
                  <a:cubicBezTo>
                    <a:pt x="115" y="203"/>
                    <a:pt x="121" y="201"/>
                    <a:pt x="126" y="200"/>
                  </a:cubicBezTo>
                  <a:cubicBezTo>
                    <a:pt x="134" y="196"/>
                    <a:pt x="143" y="193"/>
                    <a:pt x="150" y="189"/>
                  </a:cubicBezTo>
                  <a:cubicBezTo>
                    <a:pt x="153" y="188"/>
                    <a:pt x="155" y="186"/>
                    <a:pt x="158" y="185"/>
                  </a:cubicBezTo>
                  <a:cubicBezTo>
                    <a:pt x="205" y="159"/>
                    <a:pt x="231" y="121"/>
                    <a:pt x="244" y="90"/>
                  </a:cubicBezTo>
                  <a:cubicBezTo>
                    <a:pt x="257" y="60"/>
                    <a:pt x="258" y="36"/>
                    <a:pt x="258" y="33"/>
                  </a:cubicBezTo>
                  <a:cubicBezTo>
                    <a:pt x="258" y="16"/>
                    <a:pt x="245" y="1"/>
                    <a:pt x="227" y="0"/>
                  </a:cubicBezTo>
                  <a:cubicBezTo>
                    <a:pt x="209" y="0"/>
                    <a:pt x="195" y="13"/>
                    <a:pt x="194" y="31"/>
                  </a:cubicBezTo>
                  <a:cubicBezTo>
                    <a:pt x="194" y="31"/>
                    <a:pt x="194" y="31"/>
                    <a:pt x="194" y="31"/>
                  </a:cubicBezTo>
                  <a:cubicBezTo>
                    <a:pt x="194" y="31"/>
                    <a:pt x="194" y="31"/>
                    <a:pt x="194" y="31"/>
                  </a:cubicBezTo>
                  <a:cubicBezTo>
                    <a:pt x="194" y="31"/>
                    <a:pt x="194" y="31"/>
                    <a:pt x="194" y="31"/>
                  </a:cubicBezTo>
                  <a:cubicBezTo>
                    <a:pt x="194" y="34"/>
                    <a:pt x="191" y="63"/>
                    <a:pt x="171" y="90"/>
                  </a:cubicBezTo>
                  <a:cubicBezTo>
                    <a:pt x="164" y="101"/>
                    <a:pt x="153" y="112"/>
                    <a:pt x="139" y="122"/>
                  </a:cubicBezTo>
                  <a:cubicBezTo>
                    <a:pt x="135" y="125"/>
                    <a:pt x="130" y="127"/>
                    <a:pt x="125" y="130"/>
                  </a:cubicBezTo>
                  <a:cubicBezTo>
                    <a:pt x="103" y="142"/>
                    <a:pt x="73" y="151"/>
                    <a:pt x="31" y="153"/>
                  </a:cubicBezTo>
                  <a:cubicBezTo>
                    <a:pt x="14" y="154"/>
                    <a:pt x="0" y="169"/>
                    <a:pt x="1" y="187"/>
                  </a:cubicBezTo>
                  <a:cubicBezTo>
                    <a:pt x="1" y="187"/>
                    <a:pt x="1" y="188"/>
                    <a:pt x="1" y="189"/>
                  </a:cubicBezTo>
                  <a:cubicBezTo>
                    <a:pt x="2" y="197"/>
                    <a:pt x="6" y="205"/>
                    <a:pt x="13" y="21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6" name="Freeform 101"/>
            <p:cNvSpPr>
              <a:spLocks noEditPoints="1"/>
            </p:cNvSpPr>
            <p:nvPr/>
          </p:nvSpPr>
          <p:spPr bwMode="auto">
            <a:xfrm>
              <a:off x="8751888" y="4260850"/>
              <a:ext cx="569913" cy="525463"/>
            </a:xfrm>
            <a:custGeom>
              <a:avLst/>
              <a:gdLst>
                <a:gd name="T0" fmla="*/ 376 w 376"/>
                <a:gd name="T1" fmla="*/ 146 h 347"/>
                <a:gd name="T2" fmla="*/ 188 w 376"/>
                <a:gd name="T3" fmla="*/ 0 h 347"/>
                <a:gd name="T4" fmla="*/ 0 w 376"/>
                <a:gd name="T5" fmla="*/ 146 h 347"/>
                <a:gd name="T6" fmla="*/ 46 w 376"/>
                <a:gd name="T7" fmla="*/ 242 h 347"/>
                <a:gd name="T8" fmla="*/ 34 w 376"/>
                <a:gd name="T9" fmla="*/ 338 h 347"/>
                <a:gd name="T10" fmla="*/ 188 w 376"/>
                <a:gd name="T11" fmla="*/ 292 h 347"/>
                <a:gd name="T12" fmla="*/ 376 w 376"/>
                <a:gd name="T13" fmla="*/ 146 h 347"/>
                <a:gd name="T14" fmla="*/ 186 w 376"/>
                <a:gd name="T15" fmla="*/ 195 h 347"/>
                <a:gd name="T16" fmla="*/ 135 w 376"/>
                <a:gd name="T17" fmla="*/ 185 h 347"/>
                <a:gd name="T18" fmla="*/ 144 w 376"/>
                <a:gd name="T19" fmla="*/ 176 h 347"/>
                <a:gd name="T20" fmla="*/ 185 w 376"/>
                <a:gd name="T21" fmla="*/ 183 h 347"/>
                <a:gd name="T22" fmla="*/ 182 w 376"/>
                <a:gd name="T23" fmla="*/ 151 h 347"/>
                <a:gd name="T24" fmla="*/ 130 w 376"/>
                <a:gd name="T25" fmla="*/ 120 h 347"/>
                <a:gd name="T26" fmla="*/ 162 w 376"/>
                <a:gd name="T27" fmla="*/ 87 h 347"/>
                <a:gd name="T28" fmla="*/ 149 w 376"/>
                <a:gd name="T29" fmla="*/ 64 h 347"/>
                <a:gd name="T30" fmla="*/ 167 w 376"/>
                <a:gd name="T31" fmla="*/ 59 h 347"/>
                <a:gd name="T32" fmla="*/ 180 w 376"/>
                <a:gd name="T33" fmla="*/ 83 h 347"/>
                <a:gd name="T34" fmla="*/ 233 w 376"/>
                <a:gd name="T35" fmla="*/ 100 h 347"/>
                <a:gd name="T36" fmla="*/ 215 w 376"/>
                <a:gd name="T37" fmla="*/ 99 h 347"/>
                <a:gd name="T38" fmla="*/ 187 w 376"/>
                <a:gd name="T39" fmla="*/ 96 h 347"/>
                <a:gd name="T40" fmla="*/ 202 w 376"/>
                <a:gd name="T41" fmla="*/ 143 h 347"/>
                <a:gd name="T42" fmla="*/ 213 w 376"/>
                <a:gd name="T43" fmla="*/ 144 h 347"/>
                <a:gd name="T44" fmla="*/ 240 w 376"/>
                <a:gd name="T45" fmla="*/ 180 h 347"/>
                <a:gd name="T46" fmla="*/ 206 w 376"/>
                <a:gd name="T47" fmla="*/ 194 h 347"/>
                <a:gd name="T48" fmla="*/ 207 w 376"/>
                <a:gd name="T49" fmla="*/ 228 h 347"/>
                <a:gd name="T50" fmla="*/ 187 w 376"/>
                <a:gd name="T51" fmla="*/ 226 h 347"/>
                <a:gd name="T52" fmla="*/ 186 w 376"/>
                <a:gd name="T53" fmla="*/ 195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76" h="347">
                  <a:moveTo>
                    <a:pt x="376" y="146"/>
                  </a:moveTo>
                  <a:cubicBezTo>
                    <a:pt x="376" y="65"/>
                    <a:pt x="292" y="0"/>
                    <a:pt x="188" y="0"/>
                  </a:cubicBezTo>
                  <a:cubicBezTo>
                    <a:pt x="84" y="0"/>
                    <a:pt x="0" y="65"/>
                    <a:pt x="0" y="146"/>
                  </a:cubicBezTo>
                  <a:cubicBezTo>
                    <a:pt x="0" y="183"/>
                    <a:pt x="17" y="216"/>
                    <a:pt x="46" y="242"/>
                  </a:cubicBezTo>
                  <a:cubicBezTo>
                    <a:pt x="63" y="257"/>
                    <a:pt x="74" y="304"/>
                    <a:pt x="34" y="338"/>
                  </a:cubicBezTo>
                  <a:cubicBezTo>
                    <a:pt x="58" y="347"/>
                    <a:pt x="159" y="292"/>
                    <a:pt x="188" y="292"/>
                  </a:cubicBezTo>
                  <a:cubicBezTo>
                    <a:pt x="292" y="292"/>
                    <a:pt x="376" y="227"/>
                    <a:pt x="376" y="146"/>
                  </a:cubicBezTo>
                  <a:close/>
                  <a:moveTo>
                    <a:pt x="186" y="195"/>
                  </a:moveTo>
                  <a:cubicBezTo>
                    <a:pt x="168" y="195"/>
                    <a:pt x="150" y="191"/>
                    <a:pt x="135" y="185"/>
                  </a:cubicBezTo>
                  <a:cubicBezTo>
                    <a:pt x="123" y="179"/>
                    <a:pt x="135" y="172"/>
                    <a:pt x="144" y="176"/>
                  </a:cubicBezTo>
                  <a:cubicBezTo>
                    <a:pt x="155" y="181"/>
                    <a:pt x="170" y="184"/>
                    <a:pt x="185" y="183"/>
                  </a:cubicBezTo>
                  <a:cubicBezTo>
                    <a:pt x="185" y="172"/>
                    <a:pt x="183" y="162"/>
                    <a:pt x="182" y="151"/>
                  </a:cubicBezTo>
                  <a:cubicBezTo>
                    <a:pt x="159" y="147"/>
                    <a:pt x="136" y="138"/>
                    <a:pt x="130" y="120"/>
                  </a:cubicBezTo>
                  <a:cubicBezTo>
                    <a:pt x="126" y="105"/>
                    <a:pt x="141" y="93"/>
                    <a:pt x="162" y="87"/>
                  </a:cubicBezTo>
                  <a:cubicBezTo>
                    <a:pt x="158" y="79"/>
                    <a:pt x="154" y="71"/>
                    <a:pt x="149" y="64"/>
                  </a:cubicBezTo>
                  <a:cubicBezTo>
                    <a:pt x="143" y="55"/>
                    <a:pt x="163" y="52"/>
                    <a:pt x="167" y="59"/>
                  </a:cubicBezTo>
                  <a:cubicBezTo>
                    <a:pt x="172" y="66"/>
                    <a:pt x="176" y="74"/>
                    <a:pt x="180" y="83"/>
                  </a:cubicBezTo>
                  <a:cubicBezTo>
                    <a:pt x="203" y="80"/>
                    <a:pt x="227" y="84"/>
                    <a:pt x="233" y="100"/>
                  </a:cubicBezTo>
                  <a:cubicBezTo>
                    <a:pt x="237" y="109"/>
                    <a:pt x="217" y="106"/>
                    <a:pt x="215" y="99"/>
                  </a:cubicBezTo>
                  <a:cubicBezTo>
                    <a:pt x="212" y="92"/>
                    <a:pt x="199" y="92"/>
                    <a:pt x="187" y="96"/>
                  </a:cubicBezTo>
                  <a:cubicBezTo>
                    <a:pt x="193" y="111"/>
                    <a:pt x="199" y="126"/>
                    <a:pt x="202" y="143"/>
                  </a:cubicBezTo>
                  <a:cubicBezTo>
                    <a:pt x="206" y="143"/>
                    <a:pt x="210" y="144"/>
                    <a:pt x="213" y="144"/>
                  </a:cubicBezTo>
                  <a:cubicBezTo>
                    <a:pt x="235" y="147"/>
                    <a:pt x="271" y="157"/>
                    <a:pt x="240" y="180"/>
                  </a:cubicBezTo>
                  <a:cubicBezTo>
                    <a:pt x="230" y="187"/>
                    <a:pt x="219" y="191"/>
                    <a:pt x="206" y="194"/>
                  </a:cubicBezTo>
                  <a:cubicBezTo>
                    <a:pt x="207" y="205"/>
                    <a:pt x="207" y="216"/>
                    <a:pt x="207" y="228"/>
                  </a:cubicBezTo>
                  <a:cubicBezTo>
                    <a:pt x="207" y="236"/>
                    <a:pt x="187" y="235"/>
                    <a:pt x="187" y="226"/>
                  </a:cubicBezTo>
                  <a:cubicBezTo>
                    <a:pt x="187" y="216"/>
                    <a:pt x="187" y="205"/>
                    <a:pt x="186" y="19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7" name="Freeform 102"/>
            <p:cNvSpPr>
              <a:spLocks/>
            </p:cNvSpPr>
            <p:nvPr/>
          </p:nvSpPr>
          <p:spPr bwMode="auto">
            <a:xfrm>
              <a:off x="8964613" y="4414838"/>
              <a:ext cx="58738" cy="53975"/>
            </a:xfrm>
            <a:custGeom>
              <a:avLst/>
              <a:gdLst>
                <a:gd name="T0" fmla="*/ 14 w 39"/>
                <a:gd name="T1" fmla="*/ 8 h 36"/>
                <a:gd name="T2" fmla="*/ 39 w 39"/>
                <a:gd name="T3" fmla="*/ 36 h 36"/>
                <a:gd name="T4" fmla="*/ 28 w 39"/>
                <a:gd name="T5" fmla="*/ 0 h 36"/>
                <a:gd name="T6" fmla="*/ 14 w 39"/>
                <a:gd name="T7" fmla="*/ 8 h 36"/>
              </a:gdLst>
              <a:ahLst/>
              <a:cxnLst>
                <a:cxn ang="0">
                  <a:pos x="T0" y="T1"/>
                </a:cxn>
                <a:cxn ang="0">
                  <a:pos x="T2" y="T3"/>
                </a:cxn>
                <a:cxn ang="0">
                  <a:pos x="T4" y="T5"/>
                </a:cxn>
                <a:cxn ang="0">
                  <a:pos x="T6" y="T7"/>
                </a:cxn>
              </a:cxnLst>
              <a:rect l="0" t="0" r="r" b="b"/>
              <a:pathLst>
                <a:path w="39" h="36">
                  <a:moveTo>
                    <a:pt x="14" y="8"/>
                  </a:moveTo>
                  <a:cubicBezTo>
                    <a:pt x="0" y="22"/>
                    <a:pt x="19" y="31"/>
                    <a:pt x="39" y="36"/>
                  </a:cubicBezTo>
                  <a:cubicBezTo>
                    <a:pt x="36" y="24"/>
                    <a:pt x="33" y="12"/>
                    <a:pt x="28" y="0"/>
                  </a:cubicBezTo>
                  <a:cubicBezTo>
                    <a:pt x="22" y="3"/>
                    <a:pt x="17" y="6"/>
                    <a:pt x="14" y="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8" name="Freeform 103"/>
            <p:cNvSpPr>
              <a:spLocks/>
            </p:cNvSpPr>
            <p:nvPr/>
          </p:nvSpPr>
          <p:spPr bwMode="auto">
            <a:xfrm>
              <a:off x="9059863" y="4495800"/>
              <a:ext cx="52388" cy="38100"/>
            </a:xfrm>
            <a:custGeom>
              <a:avLst/>
              <a:gdLst>
                <a:gd name="T0" fmla="*/ 30 w 35"/>
                <a:gd name="T1" fmla="*/ 4 h 25"/>
                <a:gd name="T2" fmla="*/ 8 w 35"/>
                <a:gd name="T3" fmla="*/ 1 h 25"/>
                <a:gd name="T4" fmla="*/ 0 w 35"/>
                <a:gd name="T5" fmla="*/ 0 h 25"/>
                <a:gd name="T6" fmla="*/ 3 w 35"/>
                <a:gd name="T7" fmla="*/ 25 h 25"/>
                <a:gd name="T8" fmla="*/ 14 w 35"/>
                <a:gd name="T9" fmla="*/ 20 h 25"/>
                <a:gd name="T10" fmla="*/ 30 w 35"/>
                <a:gd name="T11" fmla="*/ 4 h 25"/>
              </a:gdLst>
              <a:ahLst/>
              <a:cxnLst>
                <a:cxn ang="0">
                  <a:pos x="T0" y="T1"/>
                </a:cxn>
                <a:cxn ang="0">
                  <a:pos x="T2" y="T3"/>
                </a:cxn>
                <a:cxn ang="0">
                  <a:pos x="T4" y="T5"/>
                </a:cxn>
                <a:cxn ang="0">
                  <a:pos x="T6" y="T7"/>
                </a:cxn>
                <a:cxn ang="0">
                  <a:pos x="T8" y="T9"/>
                </a:cxn>
                <a:cxn ang="0">
                  <a:pos x="T10" y="T11"/>
                </a:cxn>
              </a:cxnLst>
              <a:rect l="0" t="0" r="r" b="b"/>
              <a:pathLst>
                <a:path w="35" h="25">
                  <a:moveTo>
                    <a:pt x="30" y="4"/>
                  </a:moveTo>
                  <a:cubicBezTo>
                    <a:pt x="23" y="2"/>
                    <a:pt x="15" y="1"/>
                    <a:pt x="8" y="1"/>
                  </a:cubicBezTo>
                  <a:cubicBezTo>
                    <a:pt x="6" y="0"/>
                    <a:pt x="3" y="0"/>
                    <a:pt x="0" y="0"/>
                  </a:cubicBezTo>
                  <a:cubicBezTo>
                    <a:pt x="1" y="8"/>
                    <a:pt x="2" y="16"/>
                    <a:pt x="3" y="25"/>
                  </a:cubicBezTo>
                  <a:cubicBezTo>
                    <a:pt x="7" y="23"/>
                    <a:pt x="11" y="22"/>
                    <a:pt x="14" y="20"/>
                  </a:cubicBezTo>
                  <a:cubicBezTo>
                    <a:pt x="16" y="19"/>
                    <a:pt x="35" y="6"/>
                    <a:pt x="30" y="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19" name="组合 118"/>
          <p:cNvGrpSpPr/>
          <p:nvPr/>
        </p:nvGrpSpPr>
        <p:grpSpPr>
          <a:xfrm>
            <a:off x="8601076" y="2789972"/>
            <a:ext cx="1674813" cy="1460501"/>
            <a:chOff x="8601076" y="2473325"/>
            <a:chExt cx="1674813" cy="1460501"/>
          </a:xfrm>
        </p:grpSpPr>
        <p:sp>
          <p:nvSpPr>
            <p:cNvPr id="120" name="Freeform 104"/>
            <p:cNvSpPr>
              <a:spLocks/>
            </p:cNvSpPr>
            <p:nvPr/>
          </p:nvSpPr>
          <p:spPr bwMode="auto">
            <a:xfrm>
              <a:off x="9288463" y="2473325"/>
              <a:ext cx="300038" cy="300038"/>
            </a:xfrm>
            <a:custGeom>
              <a:avLst/>
              <a:gdLst>
                <a:gd name="T0" fmla="*/ 119 w 198"/>
                <a:gd name="T1" fmla="*/ 11 h 198"/>
                <a:gd name="T2" fmla="*/ 11 w 198"/>
                <a:gd name="T3" fmla="*/ 79 h 198"/>
                <a:gd name="T4" fmla="*/ 79 w 198"/>
                <a:gd name="T5" fmla="*/ 187 h 198"/>
                <a:gd name="T6" fmla="*/ 187 w 198"/>
                <a:gd name="T7" fmla="*/ 119 h 198"/>
                <a:gd name="T8" fmla="*/ 119 w 198"/>
                <a:gd name="T9" fmla="*/ 11 h 198"/>
              </a:gdLst>
              <a:ahLst/>
              <a:cxnLst>
                <a:cxn ang="0">
                  <a:pos x="T0" y="T1"/>
                </a:cxn>
                <a:cxn ang="0">
                  <a:pos x="T2" y="T3"/>
                </a:cxn>
                <a:cxn ang="0">
                  <a:pos x="T4" y="T5"/>
                </a:cxn>
                <a:cxn ang="0">
                  <a:pos x="T6" y="T7"/>
                </a:cxn>
                <a:cxn ang="0">
                  <a:pos x="T8" y="T9"/>
                </a:cxn>
              </a:cxnLst>
              <a:rect l="0" t="0" r="r" b="b"/>
              <a:pathLst>
                <a:path w="198" h="198">
                  <a:moveTo>
                    <a:pt x="119" y="11"/>
                  </a:moveTo>
                  <a:cubicBezTo>
                    <a:pt x="71" y="0"/>
                    <a:pt x="23" y="30"/>
                    <a:pt x="11" y="79"/>
                  </a:cubicBezTo>
                  <a:cubicBezTo>
                    <a:pt x="0" y="127"/>
                    <a:pt x="30" y="175"/>
                    <a:pt x="79" y="187"/>
                  </a:cubicBezTo>
                  <a:cubicBezTo>
                    <a:pt x="127" y="198"/>
                    <a:pt x="175" y="168"/>
                    <a:pt x="187" y="119"/>
                  </a:cubicBezTo>
                  <a:cubicBezTo>
                    <a:pt x="198" y="71"/>
                    <a:pt x="168" y="23"/>
                    <a:pt x="119" y="1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1" name="Freeform 105"/>
            <p:cNvSpPr>
              <a:spLocks noEditPoints="1"/>
            </p:cNvSpPr>
            <p:nvPr/>
          </p:nvSpPr>
          <p:spPr bwMode="auto">
            <a:xfrm>
              <a:off x="9088438" y="2800350"/>
              <a:ext cx="700088" cy="212725"/>
            </a:xfrm>
            <a:custGeom>
              <a:avLst/>
              <a:gdLst>
                <a:gd name="T0" fmla="*/ 5 w 462"/>
                <a:gd name="T1" fmla="*/ 116 h 140"/>
                <a:gd name="T2" fmla="*/ 4 w 462"/>
                <a:gd name="T3" fmla="*/ 120 h 140"/>
                <a:gd name="T4" fmla="*/ 0 w 462"/>
                <a:gd name="T5" fmla="*/ 138 h 140"/>
                <a:gd name="T6" fmla="*/ 0 w 462"/>
                <a:gd name="T7" fmla="*/ 140 h 140"/>
                <a:gd name="T8" fmla="*/ 87 w 462"/>
                <a:gd name="T9" fmla="*/ 140 h 140"/>
                <a:gd name="T10" fmla="*/ 123 w 462"/>
                <a:gd name="T11" fmla="*/ 140 h 140"/>
                <a:gd name="T12" fmla="*/ 207 w 462"/>
                <a:gd name="T13" fmla="*/ 140 h 140"/>
                <a:gd name="T14" fmla="*/ 255 w 462"/>
                <a:gd name="T15" fmla="*/ 140 h 140"/>
                <a:gd name="T16" fmla="*/ 339 w 462"/>
                <a:gd name="T17" fmla="*/ 140 h 140"/>
                <a:gd name="T18" fmla="*/ 375 w 462"/>
                <a:gd name="T19" fmla="*/ 140 h 140"/>
                <a:gd name="T20" fmla="*/ 462 w 462"/>
                <a:gd name="T21" fmla="*/ 140 h 140"/>
                <a:gd name="T22" fmla="*/ 462 w 462"/>
                <a:gd name="T23" fmla="*/ 138 h 140"/>
                <a:gd name="T24" fmla="*/ 458 w 462"/>
                <a:gd name="T25" fmla="*/ 120 h 140"/>
                <a:gd name="T26" fmla="*/ 458 w 462"/>
                <a:gd name="T27" fmla="*/ 116 h 140"/>
                <a:gd name="T28" fmla="*/ 457 w 462"/>
                <a:gd name="T29" fmla="*/ 101 h 140"/>
                <a:gd name="T30" fmla="*/ 454 w 462"/>
                <a:gd name="T31" fmla="*/ 103 h 140"/>
                <a:gd name="T32" fmla="*/ 444 w 462"/>
                <a:gd name="T33" fmla="*/ 106 h 140"/>
                <a:gd name="T34" fmla="*/ 423 w 462"/>
                <a:gd name="T35" fmla="*/ 97 h 140"/>
                <a:gd name="T36" fmla="*/ 378 w 462"/>
                <a:gd name="T37" fmla="*/ 46 h 140"/>
                <a:gd name="T38" fmla="*/ 354 w 462"/>
                <a:gd name="T39" fmla="*/ 19 h 140"/>
                <a:gd name="T40" fmla="*/ 338 w 462"/>
                <a:gd name="T41" fmla="*/ 7 h 140"/>
                <a:gd name="T42" fmla="*/ 314 w 462"/>
                <a:gd name="T43" fmla="*/ 0 h 140"/>
                <a:gd name="T44" fmla="*/ 314 w 462"/>
                <a:gd name="T45" fmla="*/ 0 h 140"/>
                <a:gd name="T46" fmla="*/ 308 w 462"/>
                <a:gd name="T47" fmla="*/ 0 h 140"/>
                <a:gd name="T48" fmla="*/ 154 w 462"/>
                <a:gd name="T49" fmla="*/ 0 h 140"/>
                <a:gd name="T50" fmla="*/ 148 w 462"/>
                <a:gd name="T51" fmla="*/ 0 h 140"/>
                <a:gd name="T52" fmla="*/ 148 w 462"/>
                <a:gd name="T53" fmla="*/ 0 h 140"/>
                <a:gd name="T54" fmla="*/ 118 w 462"/>
                <a:gd name="T55" fmla="*/ 11 h 140"/>
                <a:gd name="T56" fmla="*/ 88 w 462"/>
                <a:gd name="T57" fmla="*/ 41 h 140"/>
                <a:gd name="T58" fmla="*/ 48 w 462"/>
                <a:gd name="T59" fmla="*/ 89 h 140"/>
                <a:gd name="T60" fmla="*/ 30 w 462"/>
                <a:gd name="T61" fmla="*/ 103 h 140"/>
                <a:gd name="T62" fmla="*/ 18 w 462"/>
                <a:gd name="T63" fmla="*/ 106 h 140"/>
                <a:gd name="T64" fmla="*/ 8 w 462"/>
                <a:gd name="T65" fmla="*/ 103 h 140"/>
                <a:gd name="T66" fmla="*/ 5 w 462"/>
                <a:gd name="T67" fmla="*/ 101 h 140"/>
                <a:gd name="T68" fmla="*/ 5 w 462"/>
                <a:gd name="T69" fmla="*/ 116 h 140"/>
                <a:gd name="T70" fmla="*/ 210 w 462"/>
                <a:gd name="T71" fmla="*/ 120 h 140"/>
                <a:gd name="T72" fmla="*/ 215 w 462"/>
                <a:gd name="T73" fmla="*/ 81 h 140"/>
                <a:gd name="T74" fmla="*/ 231 w 462"/>
                <a:gd name="T75" fmla="*/ 84 h 140"/>
                <a:gd name="T76" fmla="*/ 231 w 462"/>
                <a:gd name="T77" fmla="*/ 84 h 140"/>
                <a:gd name="T78" fmla="*/ 231 w 462"/>
                <a:gd name="T79" fmla="*/ 84 h 140"/>
                <a:gd name="T80" fmla="*/ 247 w 462"/>
                <a:gd name="T81" fmla="*/ 81 h 140"/>
                <a:gd name="T82" fmla="*/ 253 w 462"/>
                <a:gd name="T83" fmla="*/ 120 h 140"/>
                <a:gd name="T84" fmla="*/ 210 w 462"/>
                <a:gd name="T85" fmla="*/ 120 h 140"/>
                <a:gd name="T86" fmla="*/ 356 w 462"/>
                <a:gd name="T87" fmla="*/ 120 h 140"/>
                <a:gd name="T88" fmla="*/ 339 w 462"/>
                <a:gd name="T89" fmla="*/ 120 h 140"/>
                <a:gd name="T90" fmla="*/ 339 w 462"/>
                <a:gd name="T91" fmla="*/ 100 h 140"/>
                <a:gd name="T92" fmla="*/ 356 w 462"/>
                <a:gd name="T93" fmla="*/ 120 h 140"/>
                <a:gd name="T94" fmla="*/ 216 w 462"/>
                <a:gd name="T95" fmla="*/ 32 h 140"/>
                <a:gd name="T96" fmla="*/ 231 w 462"/>
                <a:gd name="T97" fmla="*/ 32 h 140"/>
                <a:gd name="T98" fmla="*/ 247 w 462"/>
                <a:gd name="T99" fmla="*/ 32 h 140"/>
                <a:gd name="T100" fmla="*/ 254 w 462"/>
                <a:gd name="T101" fmla="*/ 62 h 140"/>
                <a:gd name="T102" fmla="*/ 253 w 462"/>
                <a:gd name="T103" fmla="*/ 64 h 140"/>
                <a:gd name="T104" fmla="*/ 231 w 462"/>
                <a:gd name="T105" fmla="*/ 72 h 140"/>
                <a:gd name="T106" fmla="*/ 210 w 462"/>
                <a:gd name="T107" fmla="*/ 64 h 140"/>
                <a:gd name="T108" fmla="*/ 209 w 462"/>
                <a:gd name="T109" fmla="*/ 62 h 140"/>
                <a:gd name="T110" fmla="*/ 216 w 462"/>
                <a:gd name="T111" fmla="*/ 32 h 140"/>
                <a:gd name="T112" fmla="*/ 123 w 462"/>
                <a:gd name="T113" fmla="*/ 100 h 140"/>
                <a:gd name="T114" fmla="*/ 123 w 462"/>
                <a:gd name="T115" fmla="*/ 120 h 140"/>
                <a:gd name="T116" fmla="*/ 107 w 462"/>
                <a:gd name="T117" fmla="*/ 120 h 140"/>
                <a:gd name="T118" fmla="*/ 123 w 462"/>
                <a:gd name="T119" fmla="*/ 10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62" h="140">
                  <a:moveTo>
                    <a:pt x="5" y="116"/>
                  </a:moveTo>
                  <a:cubicBezTo>
                    <a:pt x="4" y="120"/>
                    <a:pt x="4" y="120"/>
                    <a:pt x="4" y="120"/>
                  </a:cubicBezTo>
                  <a:cubicBezTo>
                    <a:pt x="0" y="138"/>
                    <a:pt x="0" y="138"/>
                    <a:pt x="0" y="138"/>
                  </a:cubicBezTo>
                  <a:cubicBezTo>
                    <a:pt x="0" y="139"/>
                    <a:pt x="0" y="139"/>
                    <a:pt x="0" y="140"/>
                  </a:cubicBezTo>
                  <a:cubicBezTo>
                    <a:pt x="87" y="140"/>
                    <a:pt x="87" y="140"/>
                    <a:pt x="87" y="140"/>
                  </a:cubicBezTo>
                  <a:cubicBezTo>
                    <a:pt x="123" y="140"/>
                    <a:pt x="123" y="140"/>
                    <a:pt x="123" y="140"/>
                  </a:cubicBezTo>
                  <a:cubicBezTo>
                    <a:pt x="207" y="140"/>
                    <a:pt x="207" y="140"/>
                    <a:pt x="207" y="140"/>
                  </a:cubicBezTo>
                  <a:cubicBezTo>
                    <a:pt x="255" y="140"/>
                    <a:pt x="255" y="140"/>
                    <a:pt x="255" y="140"/>
                  </a:cubicBezTo>
                  <a:cubicBezTo>
                    <a:pt x="339" y="140"/>
                    <a:pt x="339" y="140"/>
                    <a:pt x="339" y="140"/>
                  </a:cubicBezTo>
                  <a:cubicBezTo>
                    <a:pt x="375" y="140"/>
                    <a:pt x="375" y="140"/>
                    <a:pt x="375" y="140"/>
                  </a:cubicBezTo>
                  <a:cubicBezTo>
                    <a:pt x="462" y="140"/>
                    <a:pt x="462" y="140"/>
                    <a:pt x="462" y="140"/>
                  </a:cubicBezTo>
                  <a:cubicBezTo>
                    <a:pt x="462" y="139"/>
                    <a:pt x="462" y="139"/>
                    <a:pt x="462" y="138"/>
                  </a:cubicBezTo>
                  <a:cubicBezTo>
                    <a:pt x="458" y="120"/>
                    <a:pt x="458" y="120"/>
                    <a:pt x="458" y="120"/>
                  </a:cubicBezTo>
                  <a:cubicBezTo>
                    <a:pt x="458" y="116"/>
                    <a:pt x="458" y="116"/>
                    <a:pt x="458" y="116"/>
                  </a:cubicBezTo>
                  <a:cubicBezTo>
                    <a:pt x="457" y="111"/>
                    <a:pt x="456" y="106"/>
                    <a:pt x="457" y="101"/>
                  </a:cubicBezTo>
                  <a:cubicBezTo>
                    <a:pt x="456" y="102"/>
                    <a:pt x="455" y="103"/>
                    <a:pt x="454" y="103"/>
                  </a:cubicBezTo>
                  <a:cubicBezTo>
                    <a:pt x="449" y="106"/>
                    <a:pt x="447" y="106"/>
                    <a:pt x="444" y="106"/>
                  </a:cubicBezTo>
                  <a:cubicBezTo>
                    <a:pt x="440" y="107"/>
                    <a:pt x="433" y="104"/>
                    <a:pt x="423" y="97"/>
                  </a:cubicBezTo>
                  <a:cubicBezTo>
                    <a:pt x="409" y="86"/>
                    <a:pt x="393" y="65"/>
                    <a:pt x="378" y="46"/>
                  </a:cubicBezTo>
                  <a:cubicBezTo>
                    <a:pt x="370" y="36"/>
                    <a:pt x="363" y="27"/>
                    <a:pt x="354" y="19"/>
                  </a:cubicBezTo>
                  <a:cubicBezTo>
                    <a:pt x="349" y="15"/>
                    <a:pt x="345" y="11"/>
                    <a:pt x="338" y="7"/>
                  </a:cubicBezTo>
                  <a:cubicBezTo>
                    <a:pt x="332" y="4"/>
                    <a:pt x="324" y="0"/>
                    <a:pt x="314" y="0"/>
                  </a:cubicBezTo>
                  <a:cubicBezTo>
                    <a:pt x="314" y="0"/>
                    <a:pt x="314" y="0"/>
                    <a:pt x="314" y="0"/>
                  </a:cubicBezTo>
                  <a:cubicBezTo>
                    <a:pt x="312" y="0"/>
                    <a:pt x="310" y="0"/>
                    <a:pt x="308" y="0"/>
                  </a:cubicBezTo>
                  <a:cubicBezTo>
                    <a:pt x="154" y="0"/>
                    <a:pt x="154" y="0"/>
                    <a:pt x="154" y="0"/>
                  </a:cubicBezTo>
                  <a:cubicBezTo>
                    <a:pt x="152" y="0"/>
                    <a:pt x="150" y="0"/>
                    <a:pt x="148" y="0"/>
                  </a:cubicBezTo>
                  <a:cubicBezTo>
                    <a:pt x="148" y="0"/>
                    <a:pt x="148" y="0"/>
                    <a:pt x="148" y="0"/>
                  </a:cubicBezTo>
                  <a:cubicBezTo>
                    <a:pt x="134" y="0"/>
                    <a:pt x="125" y="6"/>
                    <a:pt x="118" y="11"/>
                  </a:cubicBezTo>
                  <a:cubicBezTo>
                    <a:pt x="106" y="20"/>
                    <a:pt x="97" y="30"/>
                    <a:pt x="88" y="41"/>
                  </a:cubicBezTo>
                  <a:cubicBezTo>
                    <a:pt x="75" y="58"/>
                    <a:pt x="61" y="76"/>
                    <a:pt x="48" y="89"/>
                  </a:cubicBezTo>
                  <a:cubicBezTo>
                    <a:pt x="41" y="95"/>
                    <a:pt x="35" y="100"/>
                    <a:pt x="30" y="103"/>
                  </a:cubicBezTo>
                  <a:cubicBezTo>
                    <a:pt x="25" y="106"/>
                    <a:pt x="21" y="106"/>
                    <a:pt x="18" y="106"/>
                  </a:cubicBezTo>
                  <a:cubicBezTo>
                    <a:pt x="15" y="106"/>
                    <a:pt x="13" y="106"/>
                    <a:pt x="8" y="103"/>
                  </a:cubicBezTo>
                  <a:cubicBezTo>
                    <a:pt x="7" y="103"/>
                    <a:pt x="6" y="102"/>
                    <a:pt x="5" y="101"/>
                  </a:cubicBezTo>
                  <a:cubicBezTo>
                    <a:pt x="6" y="106"/>
                    <a:pt x="6" y="111"/>
                    <a:pt x="5" y="116"/>
                  </a:cubicBezTo>
                  <a:close/>
                  <a:moveTo>
                    <a:pt x="210" y="120"/>
                  </a:moveTo>
                  <a:cubicBezTo>
                    <a:pt x="215" y="81"/>
                    <a:pt x="215" y="81"/>
                    <a:pt x="215" y="81"/>
                  </a:cubicBezTo>
                  <a:cubicBezTo>
                    <a:pt x="220" y="83"/>
                    <a:pt x="226" y="84"/>
                    <a:pt x="231" y="84"/>
                  </a:cubicBezTo>
                  <a:cubicBezTo>
                    <a:pt x="231" y="84"/>
                    <a:pt x="231" y="84"/>
                    <a:pt x="231" y="84"/>
                  </a:cubicBezTo>
                  <a:cubicBezTo>
                    <a:pt x="231" y="84"/>
                    <a:pt x="231" y="84"/>
                    <a:pt x="231" y="84"/>
                  </a:cubicBezTo>
                  <a:cubicBezTo>
                    <a:pt x="237" y="84"/>
                    <a:pt x="242" y="83"/>
                    <a:pt x="247" y="81"/>
                  </a:cubicBezTo>
                  <a:cubicBezTo>
                    <a:pt x="253" y="120"/>
                    <a:pt x="253" y="120"/>
                    <a:pt x="253" y="120"/>
                  </a:cubicBezTo>
                  <a:lnTo>
                    <a:pt x="210" y="120"/>
                  </a:lnTo>
                  <a:close/>
                  <a:moveTo>
                    <a:pt x="356" y="120"/>
                  </a:moveTo>
                  <a:cubicBezTo>
                    <a:pt x="339" y="120"/>
                    <a:pt x="339" y="120"/>
                    <a:pt x="339" y="120"/>
                  </a:cubicBezTo>
                  <a:cubicBezTo>
                    <a:pt x="339" y="100"/>
                    <a:pt x="339" y="100"/>
                    <a:pt x="339" y="100"/>
                  </a:cubicBezTo>
                  <a:cubicBezTo>
                    <a:pt x="344" y="106"/>
                    <a:pt x="350" y="113"/>
                    <a:pt x="356" y="120"/>
                  </a:cubicBezTo>
                  <a:close/>
                  <a:moveTo>
                    <a:pt x="216" y="32"/>
                  </a:moveTo>
                  <a:cubicBezTo>
                    <a:pt x="231" y="32"/>
                    <a:pt x="231" y="32"/>
                    <a:pt x="231" y="32"/>
                  </a:cubicBezTo>
                  <a:cubicBezTo>
                    <a:pt x="247" y="32"/>
                    <a:pt x="247" y="32"/>
                    <a:pt x="247" y="32"/>
                  </a:cubicBezTo>
                  <a:cubicBezTo>
                    <a:pt x="254" y="62"/>
                    <a:pt x="254" y="62"/>
                    <a:pt x="254" y="62"/>
                  </a:cubicBezTo>
                  <a:cubicBezTo>
                    <a:pt x="253" y="64"/>
                    <a:pt x="253" y="64"/>
                    <a:pt x="253" y="64"/>
                  </a:cubicBezTo>
                  <a:cubicBezTo>
                    <a:pt x="247" y="69"/>
                    <a:pt x="239" y="72"/>
                    <a:pt x="231" y="72"/>
                  </a:cubicBezTo>
                  <a:cubicBezTo>
                    <a:pt x="224" y="72"/>
                    <a:pt x="216" y="69"/>
                    <a:pt x="210" y="64"/>
                  </a:cubicBezTo>
                  <a:cubicBezTo>
                    <a:pt x="209" y="62"/>
                    <a:pt x="209" y="62"/>
                    <a:pt x="209" y="62"/>
                  </a:cubicBezTo>
                  <a:lnTo>
                    <a:pt x="216" y="32"/>
                  </a:lnTo>
                  <a:close/>
                  <a:moveTo>
                    <a:pt x="123" y="100"/>
                  </a:moveTo>
                  <a:cubicBezTo>
                    <a:pt x="123" y="120"/>
                    <a:pt x="123" y="120"/>
                    <a:pt x="123" y="120"/>
                  </a:cubicBezTo>
                  <a:cubicBezTo>
                    <a:pt x="107" y="120"/>
                    <a:pt x="107" y="120"/>
                    <a:pt x="107" y="120"/>
                  </a:cubicBezTo>
                  <a:cubicBezTo>
                    <a:pt x="112" y="113"/>
                    <a:pt x="118" y="106"/>
                    <a:pt x="123" y="10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2" name="Freeform 106"/>
            <p:cNvSpPr>
              <a:spLocks/>
            </p:cNvSpPr>
            <p:nvPr/>
          </p:nvSpPr>
          <p:spPr bwMode="auto">
            <a:xfrm>
              <a:off x="8601076" y="2982913"/>
              <a:ext cx="1674813" cy="950913"/>
            </a:xfrm>
            <a:custGeom>
              <a:avLst/>
              <a:gdLst>
                <a:gd name="T0" fmla="*/ 862 w 1104"/>
                <a:gd name="T1" fmla="*/ 2 h 627"/>
                <a:gd name="T2" fmla="*/ 861 w 1104"/>
                <a:gd name="T3" fmla="*/ 20 h 627"/>
                <a:gd name="T4" fmla="*/ 1084 w 1104"/>
                <a:gd name="T5" fmla="*/ 20 h 627"/>
                <a:gd name="T6" fmla="*/ 1084 w 1104"/>
                <a:gd name="T7" fmla="*/ 420 h 627"/>
                <a:gd name="T8" fmla="*/ 680 w 1104"/>
                <a:gd name="T9" fmla="*/ 420 h 627"/>
                <a:gd name="T10" fmla="*/ 581 w 1104"/>
                <a:gd name="T11" fmla="*/ 420 h 627"/>
                <a:gd name="T12" fmla="*/ 523 w 1104"/>
                <a:gd name="T13" fmla="*/ 420 h 627"/>
                <a:gd name="T14" fmla="*/ 424 w 1104"/>
                <a:gd name="T15" fmla="*/ 420 h 627"/>
                <a:gd name="T16" fmla="*/ 20 w 1104"/>
                <a:gd name="T17" fmla="*/ 420 h 627"/>
                <a:gd name="T18" fmla="*/ 20 w 1104"/>
                <a:gd name="T19" fmla="*/ 20 h 627"/>
                <a:gd name="T20" fmla="*/ 243 w 1104"/>
                <a:gd name="T21" fmla="*/ 20 h 627"/>
                <a:gd name="T22" fmla="*/ 243 w 1104"/>
                <a:gd name="T23" fmla="*/ 2 h 627"/>
                <a:gd name="T24" fmla="*/ 243 w 1104"/>
                <a:gd name="T25" fmla="*/ 0 h 627"/>
                <a:gd name="T26" fmla="*/ 0 w 1104"/>
                <a:gd name="T27" fmla="*/ 0 h 627"/>
                <a:gd name="T28" fmla="*/ 0 w 1104"/>
                <a:gd name="T29" fmla="*/ 440 h 627"/>
                <a:gd name="T30" fmla="*/ 422 w 1104"/>
                <a:gd name="T31" fmla="*/ 440 h 627"/>
                <a:gd name="T32" fmla="*/ 411 w 1104"/>
                <a:gd name="T33" fmla="*/ 571 h 627"/>
                <a:gd name="T34" fmla="*/ 456 w 1104"/>
                <a:gd name="T35" fmla="*/ 625 h 627"/>
                <a:gd name="T36" fmla="*/ 510 w 1104"/>
                <a:gd name="T37" fmla="*/ 580 h 627"/>
                <a:gd name="T38" fmla="*/ 522 w 1104"/>
                <a:gd name="T39" fmla="*/ 440 h 627"/>
                <a:gd name="T40" fmla="*/ 583 w 1104"/>
                <a:gd name="T41" fmla="*/ 440 h 627"/>
                <a:gd name="T42" fmla="*/ 594 w 1104"/>
                <a:gd name="T43" fmla="*/ 580 h 627"/>
                <a:gd name="T44" fmla="*/ 648 w 1104"/>
                <a:gd name="T45" fmla="*/ 625 h 627"/>
                <a:gd name="T46" fmla="*/ 693 w 1104"/>
                <a:gd name="T47" fmla="*/ 571 h 627"/>
                <a:gd name="T48" fmla="*/ 682 w 1104"/>
                <a:gd name="T49" fmla="*/ 440 h 627"/>
                <a:gd name="T50" fmla="*/ 1104 w 1104"/>
                <a:gd name="T51" fmla="*/ 440 h 627"/>
                <a:gd name="T52" fmla="*/ 1104 w 1104"/>
                <a:gd name="T53" fmla="*/ 0 h 627"/>
                <a:gd name="T54" fmla="*/ 861 w 1104"/>
                <a:gd name="T55" fmla="*/ 0 h 627"/>
                <a:gd name="T56" fmla="*/ 862 w 1104"/>
                <a:gd name="T57" fmla="*/ 2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04" h="627">
                  <a:moveTo>
                    <a:pt x="862" y="2"/>
                  </a:moveTo>
                  <a:cubicBezTo>
                    <a:pt x="863" y="8"/>
                    <a:pt x="863" y="14"/>
                    <a:pt x="861" y="20"/>
                  </a:cubicBezTo>
                  <a:cubicBezTo>
                    <a:pt x="1084" y="20"/>
                    <a:pt x="1084" y="20"/>
                    <a:pt x="1084" y="20"/>
                  </a:cubicBezTo>
                  <a:cubicBezTo>
                    <a:pt x="1084" y="420"/>
                    <a:pt x="1084" y="420"/>
                    <a:pt x="1084" y="420"/>
                  </a:cubicBezTo>
                  <a:cubicBezTo>
                    <a:pt x="680" y="420"/>
                    <a:pt x="680" y="420"/>
                    <a:pt x="680" y="420"/>
                  </a:cubicBezTo>
                  <a:cubicBezTo>
                    <a:pt x="581" y="420"/>
                    <a:pt x="581" y="420"/>
                    <a:pt x="581" y="420"/>
                  </a:cubicBezTo>
                  <a:cubicBezTo>
                    <a:pt x="523" y="420"/>
                    <a:pt x="523" y="420"/>
                    <a:pt x="523" y="420"/>
                  </a:cubicBezTo>
                  <a:cubicBezTo>
                    <a:pt x="424" y="420"/>
                    <a:pt x="424" y="420"/>
                    <a:pt x="424" y="420"/>
                  </a:cubicBezTo>
                  <a:cubicBezTo>
                    <a:pt x="20" y="420"/>
                    <a:pt x="20" y="420"/>
                    <a:pt x="20" y="420"/>
                  </a:cubicBezTo>
                  <a:cubicBezTo>
                    <a:pt x="20" y="20"/>
                    <a:pt x="20" y="20"/>
                    <a:pt x="20" y="20"/>
                  </a:cubicBezTo>
                  <a:cubicBezTo>
                    <a:pt x="243" y="20"/>
                    <a:pt x="243" y="20"/>
                    <a:pt x="243" y="20"/>
                  </a:cubicBezTo>
                  <a:cubicBezTo>
                    <a:pt x="242" y="14"/>
                    <a:pt x="241" y="8"/>
                    <a:pt x="243" y="2"/>
                  </a:cubicBezTo>
                  <a:cubicBezTo>
                    <a:pt x="243" y="0"/>
                    <a:pt x="243" y="0"/>
                    <a:pt x="243" y="0"/>
                  </a:cubicBezTo>
                  <a:cubicBezTo>
                    <a:pt x="0" y="0"/>
                    <a:pt x="0" y="0"/>
                    <a:pt x="0" y="0"/>
                  </a:cubicBezTo>
                  <a:cubicBezTo>
                    <a:pt x="0" y="440"/>
                    <a:pt x="0" y="440"/>
                    <a:pt x="0" y="440"/>
                  </a:cubicBezTo>
                  <a:cubicBezTo>
                    <a:pt x="422" y="440"/>
                    <a:pt x="422" y="440"/>
                    <a:pt x="422" y="440"/>
                  </a:cubicBezTo>
                  <a:cubicBezTo>
                    <a:pt x="411" y="571"/>
                    <a:pt x="411" y="571"/>
                    <a:pt x="411" y="571"/>
                  </a:cubicBezTo>
                  <a:cubicBezTo>
                    <a:pt x="409" y="599"/>
                    <a:pt x="429" y="622"/>
                    <a:pt x="456" y="625"/>
                  </a:cubicBezTo>
                  <a:cubicBezTo>
                    <a:pt x="484" y="627"/>
                    <a:pt x="508" y="607"/>
                    <a:pt x="510" y="580"/>
                  </a:cubicBezTo>
                  <a:cubicBezTo>
                    <a:pt x="522" y="440"/>
                    <a:pt x="522" y="440"/>
                    <a:pt x="522" y="440"/>
                  </a:cubicBezTo>
                  <a:cubicBezTo>
                    <a:pt x="583" y="440"/>
                    <a:pt x="583" y="440"/>
                    <a:pt x="583" y="440"/>
                  </a:cubicBezTo>
                  <a:cubicBezTo>
                    <a:pt x="594" y="580"/>
                    <a:pt x="594" y="580"/>
                    <a:pt x="594" y="580"/>
                  </a:cubicBezTo>
                  <a:cubicBezTo>
                    <a:pt x="597" y="607"/>
                    <a:pt x="621" y="627"/>
                    <a:pt x="648" y="625"/>
                  </a:cubicBezTo>
                  <a:cubicBezTo>
                    <a:pt x="675" y="622"/>
                    <a:pt x="695" y="599"/>
                    <a:pt x="693" y="571"/>
                  </a:cubicBezTo>
                  <a:cubicBezTo>
                    <a:pt x="682" y="440"/>
                    <a:pt x="682" y="440"/>
                    <a:pt x="682" y="440"/>
                  </a:cubicBezTo>
                  <a:cubicBezTo>
                    <a:pt x="1104" y="440"/>
                    <a:pt x="1104" y="440"/>
                    <a:pt x="1104" y="440"/>
                  </a:cubicBezTo>
                  <a:cubicBezTo>
                    <a:pt x="1104" y="0"/>
                    <a:pt x="1104" y="0"/>
                    <a:pt x="1104" y="0"/>
                  </a:cubicBezTo>
                  <a:cubicBezTo>
                    <a:pt x="861" y="0"/>
                    <a:pt x="861" y="0"/>
                    <a:pt x="861" y="0"/>
                  </a:cubicBezTo>
                  <a:lnTo>
                    <a:pt x="862" y="2"/>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3" name="Freeform 107"/>
            <p:cNvSpPr>
              <a:spLocks/>
            </p:cNvSpPr>
            <p:nvPr/>
          </p:nvSpPr>
          <p:spPr bwMode="auto">
            <a:xfrm>
              <a:off x="8951913" y="3236913"/>
              <a:ext cx="25400" cy="46038"/>
            </a:xfrm>
            <a:custGeom>
              <a:avLst/>
              <a:gdLst>
                <a:gd name="T0" fmla="*/ 0 w 17"/>
                <a:gd name="T1" fmla="*/ 15 h 31"/>
                <a:gd name="T2" fmla="*/ 8 w 17"/>
                <a:gd name="T3" fmla="*/ 31 h 31"/>
                <a:gd name="T4" fmla="*/ 17 w 17"/>
                <a:gd name="T5" fmla="*/ 0 h 31"/>
                <a:gd name="T6" fmla="*/ 5 w 17"/>
                <a:gd name="T7" fmla="*/ 4 h 31"/>
                <a:gd name="T8" fmla="*/ 0 w 17"/>
                <a:gd name="T9" fmla="*/ 15 h 31"/>
              </a:gdLst>
              <a:ahLst/>
              <a:cxnLst>
                <a:cxn ang="0">
                  <a:pos x="T0" y="T1"/>
                </a:cxn>
                <a:cxn ang="0">
                  <a:pos x="T2" y="T3"/>
                </a:cxn>
                <a:cxn ang="0">
                  <a:pos x="T4" y="T5"/>
                </a:cxn>
                <a:cxn ang="0">
                  <a:pos x="T6" y="T7"/>
                </a:cxn>
                <a:cxn ang="0">
                  <a:pos x="T8" y="T9"/>
                </a:cxn>
              </a:cxnLst>
              <a:rect l="0" t="0" r="r" b="b"/>
              <a:pathLst>
                <a:path w="17" h="31">
                  <a:moveTo>
                    <a:pt x="0" y="15"/>
                  </a:moveTo>
                  <a:cubicBezTo>
                    <a:pt x="0" y="21"/>
                    <a:pt x="3" y="26"/>
                    <a:pt x="8" y="31"/>
                  </a:cubicBezTo>
                  <a:cubicBezTo>
                    <a:pt x="17" y="0"/>
                    <a:pt x="17" y="0"/>
                    <a:pt x="17" y="0"/>
                  </a:cubicBezTo>
                  <a:cubicBezTo>
                    <a:pt x="12" y="0"/>
                    <a:pt x="8" y="1"/>
                    <a:pt x="5" y="4"/>
                  </a:cubicBezTo>
                  <a:cubicBezTo>
                    <a:pt x="2" y="7"/>
                    <a:pt x="0" y="11"/>
                    <a:pt x="0" y="1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4" name="Freeform 108"/>
            <p:cNvSpPr>
              <a:spLocks/>
            </p:cNvSpPr>
            <p:nvPr/>
          </p:nvSpPr>
          <p:spPr bwMode="auto">
            <a:xfrm>
              <a:off x="9669463" y="3236913"/>
              <a:ext cx="58738" cy="144463"/>
            </a:xfrm>
            <a:custGeom>
              <a:avLst/>
              <a:gdLst>
                <a:gd name="T0" fmla="*/ 7 w 39"/>
                <a:gd name="T1" fmla="*/ 96 h 96"/>
                <a:gd name="T2" fmla="*/ 12 w 39"/>
                <a:gd name="T3" fmla="*/ 94 h 96"/>
                <a:gd name="T4" fmla="*/ 19 w 39"/>
                <a:gd name="T5" fmla="*/ 83 h 96"/>
                <a:gd name="T6" fmla="*/ 34 w 39"/>
                <a:gd name="T7" fmla="*/ 31 h 96"/>
                <a:gd name="T8" fmla="*/ 39 w 39"/>
                <a:gd name="T9" fmla="*/ 8 h 96"/>
                <a:gd name="T10" fmla="*/ 37 w 39"/>
                <a:gd name="T11" fmla="*/ 2 h 96"/>
                <a:gd name="T12" fmla="*/ 32 w 39"/>
                <a:gd name="T13" fmla="*/ 0 h 96"/>
                <a:gd name="T14" fmla="*/ 28 w 39"/>
                <a:gd name="T15" fmla="*/ 1 h 96"/>
                <a:gd name="T16" fmla="*/ 24 w 39"/>
                <a:gd name="T17" fmla="*/ 4 h 96"/>
                <a:gd name="T18" fmla="*/ 20 w 39"/>
                <a:gd name="T19" fmla="*/ 16 h 96"/>
                <a:gd name="T20" fmla="*/ 8 w 39"/>
                <a:gd name="T21" fmla="*/ 54 h 96"/>
                <a:gd name="T22" fmla="*/ 2 w 39"/>
                <a:gd name="T23" fmla="*/ 76 h 96"/>
                <a:gd name="T24" fmla="*/ 0 w 39"/>
                <a:gd name="T25" fmla="*/ 88 h 96"/>
                <a:gd name="T26" fmla="*/ 2 w 39"/>
                <a:gd name="T27" fmla="*/ 94 h 96"/>
                <a:gd name="T28" fmla="*/ 7 w 39"/>
                <a:gd name="T2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9" h="96">
                  <a:moveTo>
                    <a:pt x="7" y="96"/>
                  </a:moveTo>
                  <a:cubicBezTo>
                    <a:pt x="9" y="96"/>
                    <a:pt x="11" y="95"/>
                    <a:pt x="12" y="94"/>
                  </a:cubicBezTo>
                  <a:cubicBezTo>
                    <a:pt x="15" y="92"/>
                    <a:pt x="17" y="88"/>
                    <a:pt x="19" y="83"/>
                  </a:cubicBezTo>
                  <a:cubicBezTo>
                    <a:pt x="23" y="70"/>
                    <a:pt x="28" y="53"/>
                    <a:pt x="34" y="31"/>
                  </a:cubicBezTo>
                  <a:cubicBezTo>
                    <a:pt x="37" y="21"/>
                    <a:pt x="39" y="14"/>
                    <a:pt x="39" y="8"/>
                  </a:cubicBezTo>
                  <a:cubicBezTo>
                    <a:pt x="39" y="6"/>
                    <a:pt x="38" y="4"/>
                    <a:pt x="37" y="2"/>
                  </a:cubicBezTo>
                  <a:cubicBezTo>
                    <a:pt x="35" y="1"/>
                    <a:pt x="34" y="0"/>
                    <a:pt x="32" y="0"/>
                  </a:cubicBezTo>
                  <a:cubicBezTo>
                    <a:pt x="30" y="0"/>
                    <a:pt x="29" y="0"/>
                    <a:pt x="28" y="1"/>
                  </a:cubicBezTo>
                  <a:cubicBezTo>
                    <a:pt x="27" y="1"/>
                    <a:pt x="26" y="3"/>
                    <a:pt x="24" y="4"/>
                  </a:cubicBezTo>
                  <a:cubicBezTo>
                    <a:pt x="23" y="6"/>
                    <a:pt x="21" y="10"/>
                    <a:pt x="20" y="16"/>
                  </a:cubicBezTo>
                  <a:cubicBezTo>
                    <a:pt x="16" y="26"/>
                    <a:pt x="12" y="39"/>
                    <a:pt x="8" y="54"/>
                  </a:cubicBezTo>
                  <a:cubicBezTo>
                    <a:pt x="5" y="65"/>
                    <a:pt x="3" y="73"/>
                    <a:pt x="2" y="76"/>
                  </a:cubicBezTo>
                  <a:cubicBezTo>
                    <a:pt x="1" y="80"/>
                    <a:pt x="0" y="84"/>
                    <a:pt x="0" y="88"/>
                  </a:cubicBezTo>
                  <a:cubicBezTo>
                    <a:pt x="0" y="90"/>
                    <a:pt x="1" y="92"/>
                    <a:pt x="2" y="94"/>
                  </a:cubicBezTo>
                  <a:cubicBezTo>
                    <a:pt x="4" y="95"/>
                    <a:pt x="5" y="96"/>
                    <a:pt x="7" y="9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5" name="Freeform 109"/>
            <p:cNvSpPr>
              <a:spLocks noEditPoints="1"/>
            </p:cNvSpPr>
            <p:nvPr/>
          </p:nvSpPr>
          <p:spPr bwMode="auto">
            <a:xfrm>
              <a:off x="8661401" y="3043238"/>
              <a:ext cx="1554163" cy="546100"/>
            </a:xfrm>
            <a:custGeom>
              <a:avLst/>
              <a:gdLst>
                <a:gd name="T0" fmla="*/ 0 w 1024"/>
                <a:gd name="T1" fmla="*/ 0 h 360"/>
                <a:gd name="T2" fmla="*/ 539 w 1024"/>
                <a:gd name="T3" fmla="*/ 360 h 360"/>
                <a:gd name="T4" fmla="*/ 810 w 1024"/>
                <a:gd name="T5" fmla="*/ 0 h 360"/>
                <a:gd name="T6" fmla="*/ 755 w 1024"/>
                <a:gd name="T7" fmla="*/ 0 h 360"/>
                <a:gd name="T8" fmla="*/ 486 w 1024"/>
                <a:gd name="T9" fmla="*/ 0 h 360"/>
                <a:gd name="T10" fmla="*/ 265 w 1024"/>
                <a:gd name="T11" fmla="*/ 3 h 360"/>
                <a:gd name="T12" fmla="*/ 223 w 1024"/>
                <a:gd name="T13" fmla="*/ 143 h 360"/>
                <a:gd name="T14" fmla="*/ 220 w 1024"/>
                <a:gd name="T15" fmla="*/ 181 h 360"/>
                <a:gd name="T16" fmla="*/ 185 w 1024"/>
                <a:gd name="T17" fmla="*/ 228 h 360"/>
                <a:gd name="T18" fmla="*/ 171 w 1024"/>
                <a:gd name="T19" fmla="*/ 225 h 360"/>
                <a:gd name="T20" fmla="*/ 174 w 1024"/>
                <a:gd name="T21" fmla="*/ 212 h 360"/>
                <a:gd name="T22" fmla="*/ 174 w 1024"/>
                <a:gd name="T23" fmla="*/ 149 h 360"/>
                <a:gd name="T24" fmla="*/ 209 w 1024"/>
                <a:gd name="T25" fmla="*/ 122 h 360"/>
                <a:gd name="T26" fmla="*/ 232 w 1024"/>
                <a:gd name="T27" fmla="*/ 130 h 360"/>
                <a:gd name="T28" fmla="*/ 288 w 1024"/>
                <a:gd name="T29" fmla="*/ 223 h 360"/>
                <a:gd name="T30" fmla="*/ 247 w 1024"/>
                <a:gd name="T31" fmla="*/ 222 h 360"/>
                <a:gd name="T32" fmla="*/ 275 w 1024"/>
                <a:gd name="T33" fmla="*/ 144 h 360"/>
                <a:gd name="T34" fmla="*/ 260 w 1024"/>
                <a:gd name="T35" fmla="*/ 134 h 360"/>
                <a:gd name="T36" fmla="*/ 276 w 1024"/>
                <a:gd name="T37" fmla="*/ 207 h 360"/>
                <a:gd name="T38" fmla="*/ 501 w 1024"/>
                <a:gd name="T39" fmla="*/ 199 h 360"/>
                <a:gd name="T40" fmla="*/ 466 w 1024"/>
                <a:gd name="T41" fmla="*/ 228 h 360"/>
                <a:gd name="T42" fmla="*/ 448 w 1024"/>
                <a:gd name="T43" fmla="*/ 175 h 360"/>
                <a:gd name="T44" fmla="*/ 491 w 1024"/>
                <a:gd name="T45" fmla="*/ 122 h 360"/>
                <a:gd name="T46" fmla="*/ 513 w 1024"/>
                <a:gd name="T47" fmla="*/ 151 h 360"/>
                <a:gd name="T48" fmla="*/ 578 w 1024"/>
                <a:gd name="T49" fmla="*/ 199 h 360"/>
                <a:gd name="T50" fmla="*/ 532 w 1024"/>
                <a:gd name="T51" fmla="*/ 224 h 360"/>
                <a:gd name="T52" fmla="*/ 524 w 1024"/>
                <a:gd name="T53" fmla="*/ 178 h 360"/>
                <a:gd name="T54" fmla="*/ 555 w 1024"/>
                <a:gd name="T55" fmla="*/ 126 h 360"/>
                <a:gd name="T56" fmla="*/ 590 w 1024"/>
                <a:gd name="T57" fmla="*/ 151 h 360"/>
                <a:gd name="T58" fmla="*/ 822 w 1024"/>
                <a:gd name="T59" fmla="*/ 140 h 360"/>
                <a:gd name="T60" fmla="*/ 869 w 1024"/>
                <a:gd name="T61" fmla="*/ 137 h 360"/>
                <a:gd name="T62" fmla="*/ 847 w 1024"/>
                <a:gd name="T63" fmla="*/ 217 h 360"/>
                <a:gd name="T64" fmla="*/ 806 w 1024"/>
                <a:gd name="T65" fmla="*/ 214 h 360"/>
                <a:gd name="T66" fmla="*/ 772 w 1024"/>
                <a:gd name="T67" fmla="*/ 122 h 360"/>
                <a:gd name="T68" fmla="*/ 791 w 1024"/>
                <a:gd name="T69" fmla="*/ 176 h 360"/>
                <a:gd name="T70" fmla="*/ 747 w 1024"/>
                <a:gd name="T71" fmla="*/ 228 h 360"/>
                <a:gd name="T72" fmla="*/ 732 w 1024"/>
                <a:gd name="T73" fmla="*/ 164 h 360"/>
                <a:gd name="T74" fmla="*/ 669 w 1024"/>
                <a:gd name="T75" fmla="*/ 140 h 360"/>
                <a:gd name="T76" fmla="*/ 715 w 1024"/>
                <a:gd name="T77" fmla="*/ 137 h 360"/>
                <a:gd name="T78" fmla="*/ 693 w 1024"/>
                <a:gd name="T79" fmla="*/ 217 h 360"/>
                <a:gd name="T80" fmla="*/ 652 w 1024"/>
                <a:gd name="T81" fmla="*/ 214 h 360"/>
                <a:gd name="T82" fmla="*/ 622 w 1024"/>
                <a:gd name="T83" fmla="*/ 125 h 360"/>
                <a:gd name="T84" fmla="*/ 636 w 1024"/>
                <a:gd name="T85" fmla="*/ 154 h 360"/>
                <a:gd name="T86" fmla="*/ 622 w 1024"/>
                <a:gd name="T87" fmla="*/ 160 h 360"/>
                <a:gd name="T88" fmla="*/ 620 w 1024"/>
                <a:gd name="T89" fmla="*/ 140 h 360"/>
                <a:gd name="T90" fmla="*/ 619 w 1024"/>
                <a:gd name="T91" fmla="*/ 129 h 360"/>
                <a:gd name="T92" fmla="*/ 401 w 1024"/>
                <a:gd name="T93" fmla="*/ 126 h 360"/>
                <a:gd name="T94" fmla="*/ 427 w 1024"/>
                <a:gd name="T95" fmla="*/ 126 h 360"/>
                <a:gd name="T96" fmla="*/ 433 w 1024"/>
                <a:gd name="T97" fmla="*/ 176 h 360"/>
                <a:gd name="T98" fmla="*/ 402 w 1024"/>
                <a:gd name="T99" fmla="*/ 225 h 360"/>
                <a:gd name="T100" fmla="*/ 371 w 1024"/>
                <a:gd name="T101" fmla="*/ 214 h 360"/>
                <a:gd name="T102" fmla="*/ 350 w 1024"/>
                <a:gd name="T103" fmla="*/ 122 h 360"/>
                <a:gd name="T104" fmla="*/ 333 w 1024"/>
                <a:gd name="T105" fmla="*/ 169 h 360"/>
                <a:gd name="T106" fmla="*/ 343 w 1024"/>
                <a:gd name="T107" fmla="*/ 144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24" h="360">
                  <a:moveTo>
                    <a:pt x="242" y="10"/>
                  </a:moveTo>
                  <a:cubicBezTo>
                    <a:pt x="239" y="10"/>
                    <a:pt x="236" y="10"/>
                    <a:pt x="234" y="9"/>
                  </a:cubicBezTo>
                  <a:cubicBezTo>
                    <a:pt x="226" y="8"/>
                    <a:pt x="220" y="4"/>
                    <a:pt x="215" y="0"/>
                  </a:cubicBezTo>
                  <a:cubicBezTo>
                    <a:pt x="0" y="0"/>
                    <a:pt x="0" y="0"/>
                    <a:pt x="0" y="0"/>
                  </a:cubicBezTo>
                  <a:cubicBezTo>
                    <a:pt x="0" y="360"/>
                    <a:pt x="0" y="360"/>
                    <a:pt x="0" y="360"/>
                  </a:cubicBezTo>
                  <a:cubicBezTo>
                    <a:pt x="386" y="360"/>
                    <a:pt x="386" y="360"/>
                    <a:pt x="386" y="360"/>
                  </a:cubicBezTo>
                  <a:cubicBezTo>
                    <a:pt x="485" y="360"/>
                    <a:pt x="485" y="360"/>
                    <a:pt x="485" y="360"/>
                  </a:cubicBezTo>
                  <a:cubicBezTo>
                    <a:pt x="539" y="360"/>
                    <a:pt x="539" y="360"/>
                    <a:pt x="539" y="360"/>
                  </a:cubicBezTo>
                  <a:cubicBezTo>
                    <a:pt x="639" y="360"/>
                    <a:pt x="639" y="360"/>
                    <a:pt x="639" y="360"/>
                  </a:cubicBezTo>
                  <a:cubicBezTo>
                    <a:pt x="1024" y="360"/>
                    <a:pt x="1024" y="360"/>
                    <a:pt x="1024" y="360"/>
                  </a:cubicBezTo>
                  <a:cubicBezTo>
                    <a:pt x="1024" y="0"/>
                    <a:pt x="1024" y="0"/>
                    <a:pt x="1024" y="0"/>
                  </a:cubicBezTo>
                  <a:cubicBezTo>
                    <a:pt x="810" y="0"/>
                    <a:pt x="810" y="0"/>
                    <a:pt x="810" y="0"/>
                  </a:cubicBezTo>
                  <a:cubicBezTo>
                    <a:pt x="804" y="4"/>
                    <a:pt x="798" y="8"/>
                    <a:pt x="790" y="9"/>
                  </a:cubicBezTo>
                  <a:cubicBezTo>
                    <a:pt x="788" y="10"/>
                    <a:pt x="785" y="10"/>
                    <a:pt x="782" y="10"/>
                  </a:cubicBezTo>
                  <a:cubicBezTo>
                    <a:pt x="774" y="10"/>
                    <a:pt x="766" y="7"/>
                    <a:pt x="759" y="3"/>
                  </a:cubicBezTo>
                  <a:cubicBezTo>
                    <a:pt x="758" y="2"/>
                    <a:pt x="756" y="1"/>
                    <a:pt x="755" y="0"/>
                  </a:cubicBezTo>
                  <a:cubicBezTo>
                    <a:pt x="684" y="0"/>
                    <a:pt x="684" y="0"/>
                    <a:pt x="684" y="0"/>
                  </a:cubicBezTo>
                  <a:cubicBezTo>
                    <a:pt x="620" y="0"/>
                    <a:pt x="620" y="0"/>
                    <a:pt x="620" y="0"/>
                  </a:cubicBezTo>
                  <a:cubicBezTo>
                    <a:pt x="539" y="0"/>
                    <a:pt x="539" y="0"/>
                    <a:pt x="539" y="0"/>
                  </a:cubicBezTo>
                  <a:cubicBezTo>
                    <a:pt x="486" y="0"/>
                    <a:pt x="486" y="0"/>
                    <a:pt x="486" y="0"/>
                  </a:cubicBezTo>
                  <a:cubicBezTo>
                    <a:pt x="404" y="0"/>
                    <a:pt x="404" y="0"/>
                    <a:pt x="404" y="0"/>
                  </a:cubicBezTo>
                  <a:cubicBezTo>
                    <a:pt x="340" y="0"/>
                    <a:pt x="340" y="0"/>
                    <a:pt x="340" y="0"/>
                  </a:cubicBezTo>
                  <a:cubicBezTo>
                    <a:pt x="269" y="0"/>
                    <a:pt x="269" y="0"/>
                    <a:pt x="269" y="0"/>
                  </a:cubicBezTo>
                  <a:cubicBezTo>
                    <a:pt x="268" y="1"/>
                    <a:pt x="266" y="2"/>
                    <a:pt x="265" y="3"/>
                  </a:cubicBezTo>
                  <a:cubicBezTo>
                    <a:pt x="258" y="7"/>
                    <a:pt x="250" y="10"/>
                    <a:pt x="242" y="10"/>
                  </a:cubicBezTo>
                  <a:close/>
                  <a:moveTo>
                    <a:pt x="225" y="151"/>
                  </a:moveTo>
                  <a:cubicBezTo>
                    <a:pt x="222" y="151"/>
                    <a:pt x="222" y="151"/>
                    <a:pt x="222" y="151"/>
                  </a:cubicBezTo>
                  <a:cubicBezTo>
                    <a:pt x="223" y="148"/>
                    <a:pt x="223" y="145"/>
                    <a:pt x="223" y="143"/>
                  </a:cubicBezTo>
                  <a:cubicBezTo>
                    <a:pt x="223" y="140"/>
                    <a:pt x="222" y="137"/>
                    <a:pt x="220" y="134"/>
                  </a:cubicBezTo>
                  <a:cubicBezTo>
                    <a:pt x="219" y="132"/>
                    <a:pt x="216" y="130"/>
                    <a:pt x="213" y="128"/>
                  </a:cubicBezTo>
                  <a:cubicBezTo>
                    <a:pt x="203" y="163"/>
                    <a:pt x="203" y="163"/>
                    <a:pt x="203" y="163"/>
                  </a:cubicBezTo>
                  <a:cubicBezTo>
                    <a:pt x="213" y="172"/>
                    <a:pt x="218" y="178"/>
                    <a:pt x="220" y="181"/>
                  </a:cubicBezTo>
                  <a:cubicBezTo>
                    <a:pt x="223" y="186"/>
                    <a:pt x="225" y="191"/>
                    <a:pt x="225" y="197"/>
                  </a:cubicBezTo>
                  <a:cubicBezTo>
                    <a:pt x="225" y="206"/>
                    <a:pt x="221" y="214"/>
                    <a:pt x="215" y="219"/>
                  </a:cubicBezTo>
                  <a:cubicBezTo>
                    <a:pt x="208" y="225"/>
                    <a:pt x="199" y="228"/>
                    <a:pt x="189" y="228"/>
                  </a:cubicBezTo>
                  <a:cubicBezTo>
                    <a:pt x="188" y="228"/>
                    <a:pt x="187" y="228"/>
                    <a:pt x="185" y="228"/>
                  </a:cubicBezTo>
                  <a:cubicBezTo>
                    <a:pt x="182" y="237"/>
                    <a:pt x="182" y="237"/>
                    <a:pt x="182" y="237"/>
                  </a:cubicBezTo>
                  <a:cubicBezTo>
                    <a:pt x="176" y="237"/>
                    <a:pt x="176" y="237"/>
                    <a:pt x="176" y="237"/>
                  </a:cubicBezTo>
                  <a:cubicBezTo>
                    <a:pt x="179" y="227"/>
                    <a:pt x="179" y="227"/>
                    <a:pt x="179" y="227"/>
                  </a:cubicBezTo>
                  <a:cubicBezTo>
                    <a:pt x="176" y="226"/>
                    <a:pt x="173" y="226"/>
                    <a:pt x="171" y="225"/>
                  </a:cubicBezTo>
                  <a:cubicBezTo>
                    <a:pt x="169" y="224"/>
                    <a:pt x="166" y="223"/>
                    <a:pt x="161" y="220"/>
                  </a:cubicBezTo>
                  <a:cubicBezTo>
                    <a:pt x="168" y="196"/>
                    <a:pt x="168" y="196"/>
                    <a:pt x="168" y="196"/>
                  </a:cubicBezTo>
                  <a:cubicBezTo>
                    <a:pt x="171" y="196"/>
                    <a:pt x="171" y="196"/>
                    <a:pt x="171" y="196"/>
                  </a:cubicBezTo>
                  <a:cubicBezTo>
                    <a:pt x="172" y="204"/>
                    <a:pt x="172" y="209"/>
                    <a:pt x="174" y="212"/>
                  </a:cubicBezTo>
                  <a:cubicBezTo>
                    <a:pt x="176" y="215"/>
                    <a:pt x="178" y="218"/>
                    <a:pt x="181" y="220"/>
                  </a:cubicBezTo>
                  <a:cubicBezTo>
                    <a:pt x="193" y="180"/>
                    <a:pt x="193" y="180"/>
                    <a:pt x="193" y="180"/>
                  </a:cubicBezTo>
                  <a:cubicBezTo>
                    <a:pt x="186" y="174"/>
                    <a:pt x="181" y="168"/>
                    <a:pt x="178" y="163"/>
                  </a:cubicBezTo>
                  <a:cubicBezTo>
                    <a:pt x="176" y="159"/>
                    <a:pt x="174" y="154"/>
                    <a:pt x="174" y="149"/>
                  </a:cubicBezTo>
                  <a:cubicBezTo>
                    <a:pt x="174" y="144"/>
                    <a:pt x="176" y="140"/>
                    <a:pt x="178" y="135"/>
                  </a:cubicBezTo>
                  <a:cubicBezTo>
                    <a:pt x="181" y="131"/>
                    <a:pt x="184" y="128"/>
                    <a:pt x="189" y="125"/>
                  </a:cubicBezTo>
                  <a:cubicBezTo>
                    <a:pt x="194" y="123"/>
                    <a:pt x="199" y="122"/>
                    <a:pt x="204" y="122"/>
                  </a:cubicBezTo>
                  <a:cubicBezTo>
                    <a:pt x="206" y="122"/>
                    <a:pt x="207" y="122"/>
                    <a:pt x="209" y="122"/>
                  </a:cubicBezTo>
                  <a:cubicBezTo>
                    <a:pt x="211" y="118"/>
                    <a:pt x="211" y="118"/>
                    <a:pt x="211" y="118"/>
                  </a:cubicBezTo>
                  <a:cubicBezTo>
                    <a:pt x="216" y="118"/>
                    <a:pt x="216" y="118"/>
                    <a:pt x="216" y="118"/>
                  </a:cubicBezTo>
                  <a:cubicBezTo>
                    <a:pt x="215" y="123"/>
                    <a:pt x="215" y="123"/>
                    <a:pt x="215" y="123"/>
                  </a:cubicBezTo>
                  <a:cubicBezTo>
                    <a:pt x="222" y="124"/>
                    <a:pt x="227" y="127"/>
                    <a:pt x="232" y="130"/>
                  </a:cubicBezTo>
                  <a:lnTo>
                    <a:pt x="225" y="151"/>
                  </a:lnTo>
                  <a:close/>
                  <a:moveTo>
                    <a:pt x="275" y="219"/>
                  </a:moveTo>
                  <a:cubicBezTo>
                    <a:pt x="276" y="221"/>
                    <a:pt x="277" y="221"/>
                    <a:pt x="278" y="222"/>
                  </a:cubicBezTo>
                  <a:cubicBezTo>
                    <a:pt x="279" y="222"/>
                    <a:pt x="282" y="223"/>
                    <a:pt x="288" y="223"/>
                  </a:cubicBezTo>
                  <a:cubicBezTo>
                    <a:pt x="287" y="226"/>
                    <a:pt x="287" y="226"/>
                    <a:pt x="287" y="226"/>
                  </a:cubicBezTo>
                  <a:cubicBezTo>
                    <a:pt x="236" y="226"/>
                    <a:pt x="236" y="226"/>
                    <a:pt x="236" y="226"/>
                  </a:cubicBezTo>
                  <a:cubicBezTo>
                    <a:pt x="237" y="223"/>
                    <a:pt x="237" y="223"/>
                    <a:pt x="237" y="223"/>
                  </a:cubicBezTo>
                  <a:cubicBezTo>
                    <a:pt x="242" y="223"/>
                    <a:pt x="245" y="222"/>
                    <a:pt x="247" y="222"/>
                  </a:cubicBezTo>
                  <a:cubicBezTo>
                    <a:pt x="249" y="221"/>
                    <a:pt x="251" y="220"/>
                    <a:pt x="252" y="218"/>
                  </a:cubicBezTo>
                  <a:cubicBezTo>
                    <a:pt x="253" y="216"/>
                    <a:pt x="255" y="213"/>
                    <a:pt x="256" y="207"/>
                  </a:cubicBezTo>
                  <a:cubicBezTo>
                    <a:pt x="271" y="157"/>
                    <a:pt x="271" y="157"/>
                    <a:pt x="271" y="157"/>
                  </a:cubicBezTo>
                  <a:cubicBezTo>
                    <a:pt x="273" y="149"/>
                    <a:pt x="274" y="145"/>
                    <a:pt x="275" y="144"/>
                  </a:cubicBezTo>
                  <a:cubicBezTo>
                    <a:pt x="275" y="143"/>
                    <a:pt x="275" y="142"/>
                    <a:pt x="275" y="141"/>
                  </a:cubicBezTo>
                  <a:cubicBezTo>
                    <a:pt x="275" y="138"/>
                    <a:pt x="274" y="137"/>
                    <a:pt x="273" y="135"/>
                  </a:cubicBezTo>
                  <a:cubicBezTo>
                    <a:pt x="272" y="134"/>
                    <a:pt x="270" y="133"/>
                    <a:pt x="267" y="133"/>
                  </a:cubicBezTo>
                  <a:cubicBezTo>
                    <a:pt x="266" y="133"/>
                    <a:pt x="263" y="134"/>
                    <a:pt x="260" y="134"/>
                  </a:cubicBezTo>
                  <a:cubicBezTo>
                    <a:pt x="259" y="131"/>
                    <a:pt x="259" y="131"/>
                    <a:pt x="259" y="131"/>
                  </a:cubicBezTo>
                  <a:cubicBezTo>
                    <a:pt x="297" y="122"/>
                    <a:pt x="297" y="122"/>
                    <a:pt x="297" y="122"/>
                  </a:cubicBezTo>
                  <a:cubicBezTo>
                    <a:pt x="300" y="122"/>
                    <a:pt x="300" y="122"/>
                    <a:pt x="300" y="122"/>
                  </a:cubicBezTo>
                  <a:cubicBezTo>
                    <a:pt x="276" y="207"/>
                    <a:pt x="276" y="207"/>
                    <a:pt x="276" y="207"/>
                  </a:cubicBezTo>
                  <a:cubicBezTo>
                    <a:pt x="274" y="212"/>
                    <a:pt x="274" y="214"/>
                    <a:pt x="274" y="216"/>
                  </a:cubicBezTo>
                  <a:cubicBezTo>
                    <a:pt x="274" y="217"/>
                    <a:pt x="274" y="218"/>
                    <a:pt x="275" y="219"/>
                  </a:cubicBezTo>
                  <a:close/>
                  <a:moveTo>
                    <a:pt x="510" y="176"/>
                  </a:moveTo>
                  <a:cubicBezTo>
                    <a:pt x="508" y="184"/>
                    <a:pt x="505" y="192"/>
                    <a:pt x="501" y="199"/>
                  </a:cubicBezTo>
                  <a:cubicBezTo>
                    <a:pt x="500" y="201"/>
                    <a:pt x="499" y="203"/>
                    <a:pt x="498" y="205"/>
                  </a:cubicBezTo>
                  <a:cubicBezTo>
                    <a:pt x="495" y="210"/>
                    <a:pt x="492" y="214"/>
                    <a:pt x="489" y="217"/>
                  </a:cubicBezTo>
                  <a:cubicBezTo>
                    <a:pt x="486" y="220"/>
                    <a:pt x="483" y="223"/>
                    <a:pt x="479" y="225"/>
                  </a:cubicBezTo>
                  <a:cubicBezTo>
                    <a:pt x="475" y="227"/>
                    <a:pt x="470" y="228"/>
                    <a:pt x="466" y="228"/>
                  </a:cubicBezTo>
                  <a:cubicBezTo>
                    <a:pt x="462" y="228"/>
                    <a:pt x="459" y="226"/>
                    <a:pt x="455" y="224"/>
                  </a:cubicBezTo>
                  <a:cubicBezTo>
                    <a:pt x="452" y="222"/>
                    <a:pt x="450" y="218"/>
                    <a:pt x="448" y="214"/>
                  </a:cubicBezTo>
                  <a:cubicBezTo>
                    <a:pt x="446" y="209"/>
                    <a:pt x="445" y="204"/>
                    <a:pt x="445" y="199"/>
                  </a:cubicBezTo>
                  <a:cubicBezTo>
                    <a:pt x="445" y="191"/>
                    <a:pt x="446" y="183"/>
                    <a:pt x="448" y="175"/>
                  </a:cubicBezTo>
                  <a:cubicBezTo>
                    <a:pt x="449" y="172"/>
                    <a:pt x="450" y="168"/>
                    <a:pt x="451" y="164"/>
                  </a:cubicBezTo>
                  <a:cubicBezTo>
                    <a:pt x="455" y="155"/>
                    <a:pt x="459" y="146"/>
                    <a:pt x="464" y="140"/>
                  </a:cubicBezTo>
                  <a:cubicBezTo>
                    <a:pt x="469" y="133"/>
                    <a:pt x="474" y="128"/>
                    <a:pt x="478" y="126"/>
                  </a:cubicBezTo>
                  <a:cubicBezTo>
                    <a:pt x="482" y="123"/>
                    <a:pt x="487" y="122"/>
                    <a:pt x="491" y="122"/>
                  </a:cubicBezTo>
                  <a:cubicBezTo>
                    <a:pt x="496" y="122"/>
                    <a:pt x="500" y="123"/>
                    <a:pt x="503" y="126"/>
                  </a:cubicBezTo>
                  <a:cubicBezTo>
                    <a:pt x="504" y="127"/>
                    <a:pt x="504" y="127"/>
                    <a:pt x="504" y="127"/>
                  </a:cubicBezTo>
                  <a:cubicBezTo>
                    <a:pt x="507" y="130"/>
                    <a:pt x="509" y="133"/>
                    <a:pt x="511" y="137"/>
                  </a:cubicBezTo>
                  <a:cubicBezTo>
                    <a:pt x="512" y="142"/>
                    <a:pt x="513" y="147"/>
                    <a:pt x="513" y="151"/>
                  </a:cubicBezTo>
                  <a:cubicBezTo>
                    <a:pt x="513" y="159"/>
                    <a:pt x="512" y="167"/>
                    <a:pt x="510" y="175"/>
                  </a:cubicBezTo>
                  <a:cubicBezTo>
                    <a:pt x="510" y="175"/>
                    <a:pt x="510" y="176"/>
                    <a:pt x="510" y="176"/>
                  </a:cubicBezTo>
                  <a:close/>
                  <a:moveTo>
                    <a:pt x="587" y="176"/>
                  </a:moveTo>
                  <a:cubicBezTo>
                    <a:pt x="585" y="184"/>
                    <a:pt x="582" y="192"/>
                    <a:pt x="578" y="199"/>
                  </a:cubicBezTo>
                  <a:cubicBezTo>
                    <a:pt x="574" y="206"/>
                    <a:pt x="570" y="212"/>
                    <a:pt x="566" y="217"/>
                  </a:cubicBezTo>
                  <a:cubicBezTo>
                    <a:pt x="563" y="220"/>
                    <a:pt x="559" y="223"/>
                    <a:pt x="555" y="225"/>
                  </a:cubicBezTo>
                  <a:cubicBezTo>
                    <a:pt x="551" y="227"/>
                    <a:pt x="547" y="228"/>
                    <a:pt x="543" y="228"/>
                  </a:cubicBezTo>
                  <a:cubicBezTo>
                    <a:pt x="539" y="228"/>
                    <a:pt x="535" y="226"/>
                    <a:pt x="532" y="224"/>
                  </a:cubicBezTo>
                  <a:cubicBezTo>
                    <a:pt x="530" y="223"/>
                    <a:pt x="529" y="221"/>
                    <a:pt x="527" y="219"/>
                  </a:cubicBezTo>
                  <a:cubicBezTo>
                    <a:pt x="526" y="218"/>
                    <a:pt x="525" y="216"/>
                    <a:pt x="524" y="214"/>
                  </a:cubicBezTo>
                  <a:cubicBezTo>
                    <a:pt x="523" y="209"/>
                    <a:pt x="522" y="204"/>
                    <a:pt x="522" y="199"/>
                  </a:cubicBezTo>
                  <a:cubicBezTo>
                    <a:pt x="522" y="192"/>
                    <a:pt x="523" y="185"/>
                    <a:pt x="524" y="178"/>
                  </a:cubicBezTo>
                  <a:cubicBezTo>
                    <a:pt x="524" y="177"/>
                    <a:pt x="524" y="176"/>
                    <a:pt x="525" y="175"/>
                  </a:cubicBezTo>
                  <a:cubicBezTo>
                    <a:pt x="526" y="172"/>
                    <a:pt x="527" y="168"/>
                    <a:pt x="528" y="164"/>
                  </a:cubicBezTo>
                  <a:cubicBezTo>
                    <a:pt x="531" y="155"/>
                    <a:pt x="536" y="146"/>
                    <a:pt x="541" y="140"/>
                  </a:cubicBezTo>
                  <a:cubicBezTo>
                    <a:pt x="546" y="133"/>
                    <a:pt x="551" y="128"/>
                    <a:pt x="555" y="126"/>
                  </a:cubicBezTo>
                  <a:cubicBezTo>
                    <a:pt x="559" y="123"/>
                    <a:pt x="563" y="122"/>
                    <a:pt x="568" y="122"/>
                  </a:cubicBezTo>
                  <a:cubicBezTo>
                    <a:pt x="572" y="122"/>
                    <a:pt x="577" y="123"/>
                    <a:pt x="580" y="126"/>
                  </a:cubicBezTo>
                  <a:cubicBezTo>
                    <a:pt x="583" y="129"/>
                    <a:pt x="586" y="133"/>
                    <a:pt x="587" y="137"/>
                  </a:cubicBezTo>
                  <a:cubicBezTo>
                    <a:pt x="589" y="142"/>
                    <a:pt x="590" y="147"/>
                    <a:pt x="590" y="151"/>
                  </a:cubicBezTo>
                  <a:cubicBezTo>
                    <a:pt x="590" y="159"/>
                    <a:pt x="589" y="167"/>
                    <a:pt x="587" y="175"/>
                  </a:cubicBezTo>
                  <a:cubicBezTo>
                    <a:pt x="587" y="175"/>
                    <a:pt x="587" y="176"/>
                    <a:pt x="587" y="176"/>
                  </a:cubicBezTo>
                  <a:close/>
                  <a:moveTo>
                    <a:pt x="809" y="164"/>
                  </a:moveTo>
                  <a:cubicBezTo>
                    <a:pt x="812" y="155"/>
                    <a:pt x="817" y="146"/>
                    <a:pt x="822" y="140"/>
                  </a:cubicBezTo>
                  <a:cubicBezTo>
                    <a:pt x="827" y="133"/>
                    <a:pt x="832" y="128"/>
                    <a:pt x="836" y="126"/>
                  </a:cubicBezTo>
                  <a:cubicBezTo>
                    <a:pt x="840" y="123"/>
                    <a:pt x="844" y="122"/>
                    <a:pt x="849" y="122"/>
                  </a:cubicBezTo>
                  <a:cubicBezTo>
                    <a:pt x="853" y="122"/>
                    <a:pt x="858" y="123"/>
                    <a:pt x="861" y="126"/>
                  </a:cubicBezTo>
                  <a:cubicBezTo>
                    <a:pt x="865" y="129"/>
                    <a:pt x="867" y="133"/>
                    <a:pt x="869" y="137"/>
                  </a:cubicBezTo>
                  <a:cubicBezTo>
                    <a:pt x="870" y="142"/>
                    <a:pt x="871" y="147"/>
                    <a:pt x="871" y="151"/>
                  </a:cubicBezTo>
                  <a:cubicBezTo>
                    <a:pt x="871" y="159"/>
                    <a:pt x="870" y="168"/>
                    <a:pt x="868" y="176"/>
                  </a:cubicBezTo>
                  <a:cubicBezTo>
                    <a:pt x="866" y="184"/>
                    <a:pt x="863" y="192"/>
                    <a:pt x="859" y="199"/>
                  </a:cubicBezTo>
                  <a:cubicBezTo>
                    <a:pt x="855" y="206"/>
                    <a:pt x="851" y="212"/>
                    <a:pt x="847" y="217"/>
                  </a:cubicBezTo>
                  <a:cubicBezTo>
                    <a:pt x="844" y="220"/>
                    <a:pt x="840" y="223"/>
                    <a:pt x="836" y="225"/>
                  </a:cubicBezTo>
                  <a:cubicBezTo>
                    <a:pt x="832" y="227"/>
                    <a:pt x="828" y="228"/>
                    <a:pt x="824" y="228"/>
                  </a:cubicBezTo>
                  <a:cubicBezTo>
                    <a:pt x="820" y="228"/>
                    <a:pt x="816" y="226"/>
                    <a:pt x="813" y="224"/>
                  </a:cubicBezTo>
                  <a:cubicBezTo>
                    <a:pt x="810" y="222"/>
                    <a:pt x="807" y="218"/>
                    <a:pt x="806" y="214"/>
                  </a:cubicBezTo>
                  <a:cubicBezTo>
                    <a:pt x="804" y="209"/>
                    <a:pt x="803" y="204"/>
                    <a:pt x="803" y="199"/>
                  </a:cubicBezTo>
                  <a:cubicBezTo>
                    <a:pt x="803" y="187"/>
                    <a:pt x="805" y="176"/>
                    <a:pt x="809" y="164"/>
                  </a:cubicBezTo>
                  <a:close/>
                  <a:moveTo>
                    <a:pt x="759" y="126"/>
                  </a:moveTo>
                  <a:cubicBezTo>
                    <a:pt x="763" y="123"/>
                    <a:pt x="768" y="122"/>
                    <a:pt x="772" y="122"/>
                  </a:cubicBezTo>
                  <a:cubicBezTo>
                    <a:pt x="777" y="122"/>
                    <a:pt x="781" y="123"/>
                    <a:pt x="784" y="126"/>
                  </a:cubicBezTo>
                  <a:cubicBezTo>
                    <a:pt x="788" y="129"/>
                    <a:pt x="790" y="133"/>
                    <a:pt x="792" y="137"/>
                  </a:cubicBezTo>
                  <a:cubicBezTo>
                    <a:pt x="793" y="142"/>
                    <a:pt x="794" y="147"/>
                    <a:pt x="794" y="151"/>
                  </a:cubicBezTo>
                  <a:cubicBezTo>
                    <a:pt x="794" y="159"/>
                    <a:pt x="793" y="168"/>
                    <a:pt x="791" y="176"/>
                  </a:cubicBezTo>
                  <a:cubicBezTo>
                    <a:pt x="789" y="184"/>
                    <a:pt x="786" y="192"/>
                    <a:pt x="782" y="199"/>
                  </a:cubicBezTo>
                  <a:cubicBezTo>
                    <a:pt x="779" y="206"/>
                    <a:pt x="775" y="212"/>
                    <a:pt x="770" y="217"/>
                  </a:cubicBezTo>
                  <a:cubicBezTo>
                    <a:pt x="767" y="220"/>
                    <a:pt x="764" y="223"/>
                    <a:pt x="760" y="225"/>
                  </a:cubicBezTo>
                  <a:cubicBezTo>
                    <a:pt x="756" y="227"/>
                    <a:pt x="751" y="228"/>
                    <a:pt x="747" y="228"/>
                  </a:cubicBezTo>
                  <a:cubicBezTo>
                    <a:pt x="743" y="228"/>
                    <a:pt x="740" y="226"/>
                    <a:pt x="736" y="224"/>
                  </a:cubicBezTo>
                  <a:cubicBezTo>
                    <a:pt x="733" y="222"/>
                    <a:pt x="731" y="218"/>
                    <a:pt x="729" y="214"/>
                  </a:cubicBezTo>
                  <a:cubicBezTo>
                    <a:pt x="727" y="209"/>
                    <a:pt x="726" y="204"/>
                    <a:pt x="726" y="199"/>
                  </a:cubicBezTo>
                  <a:cubicBezTo>
                    <a:pt x="726" y="187"/>
                    <a:pt x="728" y="176"/>
                    <a:pt x="732" y="164"/>
                  </a:cubicBezTo>
                  <a:cubicBezTo>
                    <a:pt x="736" y="155"/>
                    <a:pt x="740" y="146"/>
                    <a:pt x="745" y="140"/>
                  </a:cubicBezTo>
                  <a:cubicBezTo>
                    <a:pt x="750" y="133"/>
                    <a:pt x="755" y="128"/>
                    <a:pt x="759" y="126"/>
                  </a:cubicBezTo>
                  <a:close/>
                  <a:moveTo>
                    <a:pt x="656" y="164"/>
                  </a:moveTo>
                  <a:cubicBezTo>
                    <a:pt x="659" y="155"/>
                    <a:pt x="663" y="146"/>
                    <a:pt x="669" y="140"/>
                  </a:cubicBezTo>
                  <a:cubicBezTo>
                    <a:pt x="674" y="133"/>
                    <a:pt x="678" y="128"/>
                    <a:pt x="683" y="126"/>
                  </a:cubicBezTo>
                  <a:cubicBezTo>
                    <a:pt x="687" y="123"/>
                    <a:pt x="691" y="122"/>
                    <a:pt x="695" y="122"/>
                  </a:cubicBezTo>
                  <a:cubicBezTo>
                    <a:pt x="700" y="122"/>
                    <a:pt x="704" y="123"/>
                    <a:pt x="708" y="126"/>
                  </a:cubicBezTo>
                  <a:cubicBezTo>
                    <a:pt x="711" y="129"/>
                    <a:pt x="714" y="133"/>
                    <a:pt x="715" y="137"/>
                  </a:cubicBezTo>
                  <a:cubicBezTo>
                    <a:pt x="717" y="142"/>
                    <a:pt x="717" y="147"/>
                    <a:pt x="717" y="151"/>
                  </a:cubicBezTo>
                  <a:cubicBezTo>
                    <a:pt x="717" y="159"/>
                    <a:pt x="716" y="168"/>
                    <a:pt x="714" y="176"/>
                  </a:cubicBezTo>
                  <a:cubicBezTo>
                    <a:pt x="712" y="184"/>
                    <a:pt x="709" y="192"/>
                    <a:pt x="706" y="199"/>
                  </a:cubicBezTo>
                  <a:cubicBezTo>
                    <a:pt x="702" y="206"/>
                    <a:pt x="698" y="212"/>
                    <a:pt x="693" y="217"/>
                  </a:cubicBezTo>
                  <a:cubicBezTo>
                    <a:pt x="691" y="220"/>
                    <a:pt x="687" y="223"/>
                    <a:pt x="683" y="225"/>
                  </a:cubicBezTo>
                  <a:cubicBezTo>
                    <a:pt x="679" y="227"/>
                    <a:pt x="675" y="228"/>
                    <a:pt x="671" y="228"/>
                  </a:cubicBezTo>
                  <a:cubicBezTo>
                    <a:pt x="667" y="228"/>
                    <a:pt x="663" y="226"/>
                    <a:pt x="660" y="224"/>
                  </a:cubicBezTo>
                  <a:cubicBezTo>
                    <a:pt x="657" y="222"/>
                    <a:pt x="654" y="218"/>
                    <a:pt x="652" y="214"/>
                  </a:cubicBezTo>
                  <a:cubicBezTo>
                    <a:pt x="650" y="209"/>
                    <a:pt x="649" y="204"/>
                    <a:pt x="649" y="199"/>
                  </a:cubicBezTo>
                  <a:cubicBezTo>
                    <a:pt x="649" y="187"/>
                    <a:pt x="652" y="176"/>
                    <a:pt x="656" y="164"/>
                  </a:cubicBezTo>
                  <a:close/>
                  <a:moveTo>
                    <a:pt x="620" y="127"/>
                  </a:moveTo>
                  <a:cubicBezTo>
                    <a:pt x="621" y="127"/>
                    <a:pt x="621" y="126"/>
                    <a:pt x="622" y="125"/>
                  </a:cubicBezTo>
                  <a:cubicBezTo>
                    <a:pt x="624" y="123"/>
                    <a:pt x="627" y="122"/>
                    <a:pt x="631" y="122"/>
                  </a:cubicBezTo>
                  <a:cubicBezTo>
                    <a:pt x="634" y="122"/>
                    <a:pt x="637" y="123"/>
                    <a:pt x="640" y="126"/>
                  </a:cubicBezTo>
                  <a:cubicBezTo>
                    <a:pt x="642" y="128"/>
                    <a:pt x="643" y="132"/>
                    <a:pt x="643" y="136"/>
                  </a:cubicBezTo>
                  <a:cubicBezTo>
                    <a:pt x="643" y="142"/>
                    <a:pt x="641" y="148"/>
                    <a:pt x="636" y="154"/>
                  </a:cubicBezTo>
                  <a:cubicBezTo>
                    <a:pt x="633" y="158"/>
                    <a:pt x="628" y="162"/>
                    <a:pt x="622" y="165"/>
                  </a:cubicBezTo>
                  <a:cubicBezTo>
                    <a:pt x="620" y="167"/>
                    <a:pt x="617" y="168"/>
                    <a:pt x="614" y="169"/>
                  </a:cubicBezTo>
                  <a:cubicBezTo>
                    <a:pt x="612" y="166"/>
                    <a:pt x="612" y="166"/>
                    <a:pt x="612" y="166"/>
                  </a:cubicBezTo>
                  <a:cubicBezTo>
                    <a:pt x="616" y="164"/>
                    <a:pt x="619" y="162"/>
                    <a:pt x="622" y="160"/>
                  </a:cubicBezTo>
                  <a:cubicBezTo>
                    <a:pt x="624" y="158"/>
                    <a:pt x="625" y="157"/>
                    <a:pt x="626" y="156"/>
                  </a:cubicBezTo>
                  <a:cubicBezTo>
                    <a:pt x="628" y="154"/>
                    <a:pt x="628" y="153"/>
                    <a:pt x="628" y="151"/>
                  </a:cubicBezTo>
                  <a:cubicBezTo>
                    <a:pt x="628" y="149"/>
                    <a:pt x="627" y="147"/>
                    <a:pt x="624" y="144"/>
                  </a:cubicBezTo>
                  <a:cubicBezTo>
                    <a:pt x="623" y="143"/>
                    <a:pt x="621" y="141"/>
                    <a:pt x="620" y="140"/>
                  </a:cubicBezTo>
                  <a:cubicBezTo>
                    <a:pt x="620" y="140"/>
                    <a:pt x="620" y="140"/>
                    <a:pt x="620" y="140"/>
                  </a:cubicBezTo>
                  <a:cubicBezTo>
                    <a:pt x="620" y="139"/>
                    <a:pt x="620" y="139"/>
                    <a:pt x="619" y="138"/>
                  </a:cubicBezTo>
                  <a:cubicBezTo>
                    <a:pt x="619" y="137"/>
                    <a:pt x="618" y="136"/>
                    <a:pt x="618" y="134"/>
                  </a:cubicBezTo>
                  <a:cubicBezTo>
                    <a:pt x="618" y="132"/>
                    <a:pt x="619" y="131"/>
                    <a:pt x="619" y="129"/>
                  </a:cubicBezTo>
                  <a:cubicBezTo>
                    <a:pt x="619" y="129"/>
                    <a:pt x="620" y="128"/>
                    <a:pt x="620" y="127"/>
                  </a:cubicBezTo>
                  <a:close/>
                  <a:moveTo>
                    <a:pt x="375" y="164"/>
                  </a:moveTo>
                  <a:cubicBezTo>
                    <a:pt x="378" y="155"/>
                    <a:pt x="382" y="146"/>
                    <a:pt x="387" y="140"/>
                  </a:cubicBezTo>
                  <a:cubicBezTo>
                    <a:pt x="393" y="133"/>
                    <a:pt x="397" y="128"/>
                    <a:pt x="401" y="126"/>
                  </a:cubicBezTo>
                  <a:cubicBezTo>
                    <a:pt x="402" y="125"/>
                    <a:pt x="403" y="125"/>
                    <a:pt x="404" y="124"/>
                  </a:cubicBezTo>
                  <a:cubicBezTo>
                    <a:pt x="404" y="124"/>
                    <a:pt x="405" y="124"/>
                    <a:pt x="405" y="124"/>
                  </a:cubicBezTo>
                  <a:cubicBezTo>
                    <a:pt x="408" y="123"/>
                    <a:pt x="411" y="122"/>
                    <a:pt x="414" y="122"/>
                  </a:cubicBezTo>
                  <a:cubicBezTo>
                    <a:pt x="419" y="122"/>
                    <a:pt x="423" y="123"/>
                    <a:pt x="427" y="126"/>
                  </a:cubicBezTo>
                  <a:cubicBezTo>
                    <a:pt x="430" y="129"/>
                    <a:pt x="433" y="133"/>
                    <a:pt x="434" y="137"/>
                  </a:cubicBezTo>
                  <a:cubicBezTo>
                    <a:pt x="436" y="142"/>
                    <a:pt x="436" y="147"/>
                    <a:pt x="436" y="151"/>
                  </a:cubicBezTo>
                  <a:cubicBezTo>
                    <a:pt x="436" y="159"/>
                    <a:pt x="435" y="167"/>
                    <a:pt x="433" y="175"/>
                  </a:cubicBezTo>
                  <a:cubicBezTo>
                    <a:pt x="433" y="175"/>
                    <a:pt x="433" y="176"/>
                    <a:pt x="433" y="176"/>
                  </a:cubicBezTo>
                  <a:cubicBezTo>
                    <a:pt x="432" y="183"/>
                    <a:pt x="429" y="189"/>
                    <a:pt x="427" y="195"/>
                  </a:cubicBezTo>
                  <a:cubicBezTo>
                    <a:pt x="426" y="196"/>
                    <a:pt x="425" y="198"/>
                    <a:pt x="425" y="199"/>
                  </a:cubicBezTo>
                  <a:cubicBezTo>
                    <a:pt x="421" y="206"/>
                    <a:pt x="417" y="212"/>
                    <a:pt x="412" y="217"/>
                  </a:cubicBezTo>
                  <a:cubicBezTo>
                    <a:pt x="409" y="220"/>
                    <a:pt x="406" y="223"/>
                    <a:pt x="402" y="225"/>
                  </a:cubicBezTo>
                  <a:cubicBezTo>
                    <a:pt x="400" y="225"/>
                    <a:pt x="399" y="226"/>
                    <a:pt x="397" y="227"/>
                  </a:cubicBezTo>
                  <a:cubicBezTo>
                    <a:pt x="394" y="227"/>
                    <a:pt x="392" y="228"/>
                    <a:pt x="389" y="228"/>
                  </a:cubicBezTo>
                  <a:cubicBezTo>
                    <a:pt x="386" y="228"/>
                    <a:pt x="382" y="226"/>
                    <a:pt x="379" y="224"/>
                  </a:cubicBezTo>
                  <a:cubicBezTo>
                    <a:pt x="375" y="222"/>
                    <a:pt x="373" y="218"/>
                    <a:pt x="371" y="214"/>
                  </a:cubicBezTo>
                  <a:cubicBezTo>
                    <a:pt x="369" y="209"/>
                    <a:pt x="368" y="204"/>
                    <a:pt x="368" y="199"/>
                  </a:cubicBezTo>
                  <a:cubicBezTo>
                    <a:pt x="368" y="187"/>
                    <a:pt x="370" y="176"/>
                    <a:pt x="375" y="164"/>
                  </a:cubicBezTo>
                  <a:close/>
                  <a:moveTo>
                    <a:pt x="341" y="125"/>
                  </a:moveTo>
                  <a:cubicBezTo>
                    <a:pt x="343" y="123"/>
                    <a:pt x="346" y="122"/>
                    <a:pt x="350" y="122"/>
                  </a:cubicBezTo>
                  <a:cubicBezTo>
                    <a:pt x="353" y="122"/>
                    <a:pt x="356" y="123"/>
                    <a:pt x="358" y="126"/>
                  </a:cubicBezTo>
                  <a:cubicBezTo>
                    <a:pt x="361" y="128"/>
                    <a:pt x="362" y="132"/>
                    <a:pt x="362" y="136"/>
                  </a:cubicBezTo>
                  <a:cubicBezTo>
                    <a:pt x="362" y="142"/>
                    <a:pt x="360" y="148"/>
                    <a:pt x="355" y="154"/>
                  </a:cubicBezTo>
                  <a:cubicBezTo>
                    <a:pt x="350" y="160"/>
                    <a:pt x="343" y="165"/>
                    <a:pt x="333" y="169"/>
                  </a:cubicBezTo>
                  <a:cubicBezTo>
                    <a:pt x="331" y="166"/>
                    <a:pt x="331" y="166"/>
                    <a:pt x="331" y="166"/>
                  </a:cubicBezTo>
                  <a:cubicBezTo>
                    <a:pt x="338" y="162"/>
                    <a:pt x="343" y="158"/>
                    <a:pt x="345" y="156"/>
                  </a:cubicBezTo>
                  <a:cubicBezTo>
                    <a:pt x="346" y="154"/>
                    <a:pt x="347" y="153"/>
                    <a:pt x="347" y="151"/>
                  </a:cubicBezTo>
                  <a:cubicBezTo>
                    <a:pt x="347" y="149"/>
                    <a:pt x="346" y="147"/>
                    <a:pt x="343" y="144"/>
                  </a:cubicBezTo>
                  <a:cubicBezTo>
                    <a:pt x="341" y="142"/>
                    <a:pt x="339" y="140"/>
                    <a:pt x="338" y="138"/>
                  </a:cubicBezTo>
                  <a:cubicBezTo>
                    <a:pt x="338" y="137"/>
                    <a:pt x="337" y="136"/>
                    <a:pt x="337" y="134"/>
                  </a:cubicBezTo>
                  <a:cubicBezTo>
                    <a:pt x="337" y="130"/>
                    <a:pt x="338" y="128"/>
                    <a:pt x="341" y="12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6" name="Freeform 110"/>
            <p:cNvSpPr>
              <a:spLocks/>
            </p:cNvSpPr>
            <p:nvPr/>
          </p:nvSpPr>
          <p:spPr bwMode="auto">
            <a:xfrm>
              <a:off x="8943976" y="3322638"/>
              <a:ext cx="31750" cy="55563"/>
            </a:xfrm>
            <a:custGeom>
              <a:avLst/>
              <a:gdLst>
                <a:gd name="T0" fmla="*/ 0 w 21"/>
                <a:gd name="T1" fmla="*/ 37 h 37"/>
                <a:gd name="T2" fmla="*/ 4 w 21"/>
                <a:gd name="T3" fmla="*/ 37 h 37"/>
                <a:gd name="T4" fmla="*/ 16 w 21"/>
                <a:gd name="T5" fmla="*/ 32 h 37"/>
                <a:gd name="T6" fmla="*/ 21 w 21"/>
                <a:gd name="T7" fmla="*/ 20 h 37"/>
                <a:gd name="T8" fmla="*/ 19 w 21"/>
                <a:gd name="T9" fmla="*/ 10 h 37"/>
                <a:gd name="T10" fmla="*/ 11 w 21"/>
                <a:gd name="T11" fmla="*/ 0 h 37"/>
                <a:gd name="T12" fmla="*/ 0 w 21"/>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21" h="37">
                  <a:moveTo>
                    <a:pt x="0" y="37"/>
                  </a:moveTo>
                  <a:cubicBezTo>
                    <a:pt x="2" y="37"/>
                    <a:pt x="3" y="37"/>
                    <a:pt x="4" y="37"/>
                  </a:cubicBezTo>
                  <a:cubicBezTo>
                    <a:pt x="8" y="37"/>
                    <a:pt x="12" y="36"/>
                    <a:pt x="16" y="32"/>
                  </a:cubicBezTo>
                  <a:cubicBezTo>
                    <a:pt x="19" y="29"/>
                    <a:pt x="21" y="25"/>
                    <a:pt x="21" y="20"/>
                  </a:cubicBezTo>
                  <a:cubicBezTo>
                    <a:pt x="21" y="16"/>
                    <a:pt x="20" y="13"/>
                    <a:pt x="19" y="10"/>
                  </a:cubicBezTo>
                  <a:cubicBezTo>
                    <a:pt x="17" y="7"/>
                    <a:pt x="15" y="4"/>
                    <a:pt x="11" y="0"/>
                  </a:cubicBezTo>
                  <a:lnTo>
                    <a:pt x="0" y="37"/>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7" name="Freeform 111"/>
            <p:cNvSpPr>
              <a:spLocks/>
            </p:cNvSpPr>
            <p:nvPr/>
          </p:nvSpPr>
          <p:spPr bwMode="auto">
            <a:xfrm>
              <a:off x="9902826" y="3236913"/>
              <a:ext cx="57150" cy="144463"/>
            </a:xfrm>
            <a:custGeom>
              <a:avLst/>
              <a:gdLst>
                <a:gd name="T0" fmla="*/ 7 w 38"/>
                <a:gd name="T1" fmla="*/ 96 h 96"/>
                <a:gd name="T2" fmla="*/ 12 w 38"/>
                <a:gd name="T3" fmla="*/ 94 h 96"/>
                <a:gd name="T4" fmla="*/ 18 w 38"/>
                <a:gd name="T5" fmla="*/ 83 h 96"/>
                <a:gd name="T6" fmla="*/ 34 w 38"/>
                <a:gd name="T7" fmla="*/ 31 h 96"/>
                <a:gd name="T8" fmla="*/ 38 w 38"/>
                <a:gd name="T9" fmla="*/ 8 h 96"/>
                <a:gd name="T10" fmla="*/ 36 w 38"/>
                <a:gd name="T11" fmla="*/ 2 h 96"/>
                <a:gd name="T12" fmla="*/ 31 w 38"/>
                <a:gd name="T13" fmla="*/ 0 h 96"/>
                <a:gd name="T14" fmla="*/ 27 w 38"/>
                <a:gd name="T15" fmla="*/ 1 h 96"/>
                <a:gd name="T16" fmla="*/ 24 w 38"/>
                <a:gd name="T17" fmla="*/ 4 h 96"/>
                <a:gd name="T18" fmla="*/ 19 w 38"/>
                <a:gd name="T19" fmla="*/ 16 h 96"/>
                <a:gd name="T20" fmla="*/ 7 w 38"/>
                <a:gd name="T21" fmla="*/ 54 h 96"/>
                <a:gd name="T22" fmla="*/ 1 w 38"/>
                <a:gd name="T23" fmla="*/ 76 h 96"/>
                <a:gd name="T24" fmla="*/ 0 w 38"/>
                <a:gd name="T25" fmla="*/ 88 h 96"/>
                <a:gd name="T26" fmla="*/ 2 w 38"/>
                <a:gd name="T27" fmla="*/ 94 h 96"/>
                <a:gd name="T28" fmla="*/ 7 w 38"/>
                <a:gd name="T2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8" h="96">
                  <a:moveTo>
                    <a:pt x="7" y="96"/>
                  </a:moveTo>
                  <a:cubicBezTo>
                    <a:pt x="9" y="96"/>
                    <a:pt x="10" y="95"/>
                    <a:pt x="12" y="94"/>
                  </a:cubicBezTo>
                  <a:cubicBezTo>
                    <a:pt x="14" y="92"/>
                    <a:pt x="17" y="88"/>
                    <a:pt x="18" y="83"/>
                  </a:cubicBezTo>
                  <a:cubicBezTo>
                    <a:pt x="22" y="70"/>
                    <a:pt x="28" y="53"/>
                    <a:pt x="34" y="31"/>
                  </a:cubicBezTo>
                  <a:cubicBezTo>
                    <a:pt x="37" y="21"/>
                    <a:pt x="38" y="14"/>
                    <a:pt x="38" y="8"/>
                  </a:cubicBezTo>
                  <a:cubicBezTo>
                    <a:pt x="38" y="6"/>
                    <a:pt x="37" y="4"/>
                    <a:pt x="36" y="2"/>
                  </a:cubicBezTo>
                  <a:cubicBezTo>
                    <a:pt x="35" y="1"/>
                    <a:pt x="33" y="0"/>
                    <a:pt x="31" y="0"/>
                  </a:cubicBezTo>
                  <a:cubicBezTo>
                    <a:pt x="30" y="0"/>
                    <a:pt x="28" y="0"/>
                    <a:pt x="27" y="1"/>
                  </a:cubicBezTo>
                  <a:cubicBezTo>
                    <a:pt x="26" y="1"/>
                    <a:pt x="25" y="3"/>
                    <a:pt x="24" y="4"/>
                  </a:cubicBezTo>
                  <a:cubicBezTo>
                    <a:pt x="22" y="6"/>
                    <a:pt x="21" y="10"/>
                    <a:pt x="19" y="16"/>
                  </a:cubicBezTo>
                  <a:cubicBezTo>
                    <a:pt x="15" y="26"/>
                    <a:pt x="11" y="39"/>
                    <a:pt x="7" y="54"/>
                  </a:cubicBezTo>
                  <a:cubicBezTo>
                    <a:pt x="4" y="65"/>
                    <a:pt x="2" y="73"/>
                    <a:pt x="1" y="76"/>
                  </a:cubicBezTo>
                  <a:cubicBezTo>
                    <a:pt x="0" y="80"/>
                    <a:pt x="0" y="84"/>
                    <a:pt x="0" y="88"/>
                  </a:cubicBezTo>
                  <a:cubicBezTo>
                    <a:pt x="0" y="90"/>
                    <a:pt x="1" y="92"/>
                    <a:pt x="2" y="94"/>
                  </a:cubicBezTo>
                  <a:cubicBezTo>
                    <a:pt x="3" y="95"/>
                    <a:pt x="5" y="96"/>
                    <a:pt x="7" y="9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8" name="Freeform 112"/>
            <p:cNvSpPr>
              <a:spLocks/>
            </p:cNvSpPr>
            <p:nvPr/>
          </p:nvSpPr>
          <p:spPr bwMode="auto">
            <a:xfrm>
              <a:off x="9785351" y="3236913"/>
              <a:ext cx="58738" cy="144463"/>
            </a:xfrm>
            <a:custGeom>
              <a:avLst/>
              <a:gdLst>
                <a:gd name="T0" fmla="*/ 2 w 38"/>
                <a:gd name="T1" fmla="*/ 76 h 96"/>
                <a:gd name="T2" fmla="*/ 0 w 38"/>
                <a:gd name="T3" fmla="*/ 88 h 96"/>
                <a:gd name="T4" fmla="*/ 2 w 38"/>
                <a:gd name="T5" fmla="*/ 94 h 96"/>
                <a:gd name="T6" fmla="*/ 7 w 38"/>
                <a:gd name="T7" fmla="*/ 96 h 96"/>
                <a:gd name="T8" fmla="*/ 12 w 38"/>
                <a:gd name="T9" fmla="*/ 94 h 96"/>
                <a:gd name="T10" fmla="*/ 19 w 38"/>
                <a:gd name="T11" fmla="*/ 83 h 96"/>
                <a:gd name="T12" fmla="*/ 34 w 38"/>
                <a:gd name="T13" fmla="*/ 31 h 96"/>
                <a:gd name="T14" fmla="*/ 38 w 38"/>
                <a:gd name="T15" fmla="*/ 8 h 96"/>
                <a:gd name="T16" fmla="*/ 36 w 38"/>
                <a:gd name="T17" fmla="*/ 2 h 96"/>
                <a:gd name="T18" fmla="*/ 31 w 38"/>
                <a:gd name="T19" fmla="*/ 0 h 96"/>
                <a:gd name="T20" fmla="*/ 28 w 38"/>
                <a:gd name="T21" fmla="*/ 1 h 96"/>
                <a:gd name="T22" fmla="*/ 24 w 38"/>
                <a:gd name="T23" fmla="*/ 4 h 96"/>
                <a:gd name="T24" fmla="*/ 19 w 38"/>
                <a:gd name="T25" fmla="*/ 16 h 96"/>
                <a:gd name="T26" fmla="*/ 8 w 38"/>
                <a:gd name="T27" fmla="*/ 54 h 96"/>
                <a:gd name="T28" fmla="*/ 2 w 38"/>
                <a:gd name="T29" fmla="*/ 7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8" h="96">
                  <a:moveTo>
                    <a:pt x="2" y="76"/>
                  </a:moveTo>
                  <a:cubicBezTo>
                    <a:pt x="1" y="80"/>
                    <a:pt x="0" y="84"/>
                    <a:pt x="0" y="88"/>
                  </a:cubicBezTo>
                  <a:cubicBezTo>
                    <a:pt x="0" y="90"/>
                    <a:pt x="1" y="92"/>
                    <a:pt x="2" y="94"/>
                  </a:cubicBezTo>
                  <a:cubicBezTo>
                    <a:pt x="3" y="95"/>
                    <a:pt x="5" y="96"/>
                    <a:pt x="7" y="96"/>
                  </a:cubicBezTo>
                  <a:cubicBezTo>
                    <a:pt x="9" y="96"/>
                    <a:pt x="11" y="95"/>
                    <a:pt x="12" y="94"/>
                  </a:cubicBezTo>
                  <a:cubicBezTo>
                    <a:pt x="15" y="92"/>
                    <a:pt x="17" y="88"/>
                    <a:pt x="19" y="83"/>
                  </a:cubicBezTo>
                  <a:cubicBezTo>
                    <a:pt x="23" y="70"/>
                    <a:pt x="28" y="53"/>
                    <a:pt x="34" y="31"/>
                  </a:cubicBezTo>
                  <a:cubicBezTo>
                    <a:pt x="37" y="21"/>
                    <a:pt x="38" y="14"/>
                    <a:pt x="38" y="8"/>
                  </a:cubicBezTo>
                  <a:cubicBezTo>
                    <a:pt x="38" y="6"/>
                    <a:pt x="38" y="4"/>
                    <a:pt x="36" y="2"/>
                  </a:cubicBezTo>
                  <a:cubicBezTo>
                    <a:pt x="35" y="1"/>
                    <a:pt x="33" y="0"/>
                    <a:pt x="31" y="0"/>
                  </a:cubicBezTo>
                  <a:cubicBezTo>
                    <a:pt x="30" y="0"/>
                    <a:pt x="29" y="0"/>
                    <a:pt x="28" y="1"/>
                  </a:cubicBezTo>
                  <a:cubicBezTo>
                    <a:pt x="26" y="1"/>
                    <a:pt x="25" y="3"/>
                    <a:pt x="24" y="4"/>
                  </a:cubicBezTo>
                  <a:cubicBezTo>
                    <a:pt x="23" y="6"/>
                    <a:pt x="21" y="10"/>
                    <a:pt x="19" y="16"/>
                  </a:cubicBezTo>
                  <a:cubicBezTo>
                    <a:pt x="16" y="26"/>
                    <a:pt x="12" y="39"/>
                    <a:pt x="8" y="54"/>
                  </a:cubicBezTo>
                  <a:cubicBezTo>
                    <a:pt x="4" y="65"/>
                    <a:pt x="2" y="73"/>
                    <a:pt x="2" y="7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9" name="Freeform 113"/>
            <p:cNvSpPr>
              <a:spLocks/>
            </p:cNvSpPr>
            <p:nvPr/>
          </p:nvSpPr>
          <p:spPr bwMode="auto">
            <a:xfrm>
              <a:off x="9242426" y="3236913"/>
              <a:ext cx="60325" cy="144463"/>
            </a:xfrm>
            <a:custGeom>
              <a:avLst/>
              <a:gdLst>
                <a:gd name="T0" fmla="*/ 7 w 39"/>
                <a:gd name="T1" fmla="*/ 96 h 96"/>
                <a:gd name="T2" fmla="*/ 12 w 39"/>
                <a:gd name="T3" fmla="*/ 94 h 96"/>
                <a:gd name="T4" fmla="*/ 14 w 39"/>
                <a:gd name="T5" fmla="*/ 92 h 96"/>
                <a:gd name="T6" fmla="*/ 19 w 39"/>
                <a:gd name="T7" fmla="*/ 83 h 96"/>
                <a:gd name="T8" fmla="*/ 32 w 39"/>
                <a:gd name="T9" fmla="*/ 41 h 96"/>
                <a:gd name="T10" fmla="*/ 34 w 39"/>
                <a:gd name="T11" fmla="*/ 31 h 96"/>
                <a:gd name="T12" fmla="*/ 39 w 39"/>
                <a:gd name="T13" fmla="*/ 8 h 96"/>
                <a:gd name="T14" fmla="*/ 37 w 39"/>
                <a:gd name="T15" fmla="*/ 2 h 96"/>
                <a:gd name="T16" fmla="*/ 32 w 39"/>
                <a:gd name="T17" fmla="*/ 0 h 96"/>
                <a:gd name="T18" fmla="*/ 28 w 39"/>
                <a:gd name="T19" fmla="*/ 1 h 96"/>
                <a:gd name="T20" fmla="*/ 24 w 39"/>
                <a:gd name="T21" fmla="*/ 4 h 96"/>
                <a:gd name="T22" fmla="*/ 21 w 39"/>
                <a:gd name="T23" fmla="*/ 11 h 96"/>
                <a:gd name="T24" fmla="*/ 21 w 39"/>
                <a:gd name="T25" fmla="*/ 12 h 96"/>
                <a:gd name="T26" fmla="*/ 19 w 39"/>
                <a:gd name="T27" fmla="*/ 16 h 96"/>
                <a:gd name="T28" fmla="*/ 8 w 39"/>
                <a:gd name="T29" fmla="*/ 54 h 96"/>
                <a:gd name="T30" fmla="*/ 2 w 39"/>
                <a:gd name="T31" fmla="*/ 76 h 96"/>
                <a:gd name="T32" fmla="*/ 0 w 39"/>
                <a:gd name="T33" fmla="*/ 88 h 96"/>
                <a:gd name="T34" fmla="*/ 2 w 39"/>
                <a:gd name="T35" fmla="*/ 94 h 96"/>
                <a:gd name="T36" fmla="*/ 7 w 39"/>
                <a:gd name="T37"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9" h="96">
                  <a:moveTo>
                    <a:pt x="7" y="96"/>
                  </a:moveTo>
                  <a:cubicBezTo>
                    <a:pt x="9" y="96"/>
                    <a:pt x="11" y="95"/>
                    <a:pt x="12" y="94"/>
                  </a:cubicBezTo>
                  <a:cubicBezTo>
                    <a:pt x="13" y="94"/>
                    <a:pt x="14" y="93"/>
                    <a:pt x="14" y="92"/>
                  </a:cubicBezTo>
                  <a:cubicBezTo>
                    <a:pt x="16" y="90"/>
                    <a:pt x="18" y="87"/>
                    <a:pt x="19" y="83"/>
                  </a:cubicBezTo>
                  <a:cubicBezTo>
                    <a:pt x="22" y="72"/>
                    <a:pt x="27" y="58"/>
                    <a:pt x="32" y="41"/>
                  </a:cubicBezTo>
                  <a:cubicBezTo>
                    <a:pt x="33" y="38"/>
                    <a:pt x="33" y="34"/>
                    <a:pt x="34" y="31"/>
                  </a:cubicBezTo>
                  <a:cubicBezTo>
                    <a:pt x="37" y="21"/>
                    <a:pt x="39" y="14"/>
                    <a:pt x="39" y="8"/>
                  </a:cubicBezTo>
                  <a:cubicBezTo>
                    <a:pt x="39" y="6"/>
                    <a:pt x="38" y="4"/>
                    <a:pt x="37" y="2"/>
                  </a:cubicBezTo>
                  <a:cubicBezTo>
                    <a:pt x="35" y="1"/>
                    <a:pt x="34" y="0"/>
                    <a:pt x="32" y="0"/>
                  </a:cubicBezTo>
                  <a:cubicBezTo>
                    <a:pt x="30" y="0"/>
                    <a:pt x="29" y="0"/>
                    <a:pt x="28" y="1"/>
                  </a:cubicBezTo>
                  <a:cubicBezTo>
                    <a:pt x="27" y="1"/>
                    <a:pt x="26" y="3"/>
                    <a:pt x="24" y="4"/>
                  </a:cubicBezTo>
                  <a:cubicBezTo>
                    <a:pt x="23" y="6"/>
                    <a:pt x="22" y="8"/>
                    <a:pt x="21" y="11"/>
                  </a:cubicBezTo>
                  <a:cubicBezTo>
                    <a:pt x="21" y="11"/>
                    <a:pt x="21" y="11"/>
                    <a:pt x="21" y="12"/>
                  </a:cubicBezTo>
                  <a:cubicBezTo>
                    <a:pt x="20" y="13"/>
                    <a:pt x="20" y="14"/>
                    <a:pt x="19" y="16"/>
                  </a:cubicBezTo>
                  <a:cubicBezTo>
                    <a:pt x="16" y="26"/>
                    <a:pt x="12" y="39"/>
                    <a:pt x="8" y="54"/>
                  </a:cubicBezTo>
                  <a:cubicBezTo>
                    <a:pt x="4" y="65"/>
                    <a:pt x="2" y="73"/>
                    <a:pt x="2" y="76"/>
                  </a:cubicBezTo>
                  <a:cubicBezTo>
                    <a:pt x="1" y="80"/>
                    <a:pt x="0" y="84"/>
                    <a:pt x="0" y="88"/>
                  </a:cubicBezTo>
                  <a:cubicBezTo>
                    <a:pt x="0" y="90"/>
                    <a:pt x="1" y="92"/>
                    <a:pt x="2" y="94"/>
                  </a:cubicBezTo>
                  <a:cubicBezTo>
                    <a:pt x="4" y="95"/>
                    <a:pt x="5" y="96"/>
                    <a:pt x="7" y="9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0" name="Freeform 114"/>
            <p:cNvSpPr>
              <a:spLocks/>
            </p:cNvSpPr>
            <p:nvPr/>
          </p:nvSpPr>
          <p:spPr bwMode="auto">
            <a:xfrm>
              <a:off x="9359901" y="3236913"/>
              <a:ext cx="57150" cy="144463"/>
            </a:xfrm>
            <a:custGeom>
              <a:avLst/>
              <a:gdLst>
                <a:gd name="T0" fmla="*/ 38 w 38"/>
                <a:gd name="T1" fmla="*/ 8 h 96"/>
                <a:gd name="T2" fmla="*/ 36 w 38"/>
                <a:gd name="T3" fmla="*/ 2 h 96"/>
                <a:gd name="T4" fmla="*/ 31 w 38"/>
                <a:gd name="T5" fmla="*/ 0 h 96"/>
                <a:gd name="T6" fmla="*/ 27 w 38"/>
                <a:gd name="T7" fmla="*/ 1 h 96"/>
                <a:gd name="T8" fmla="*/ 24 w 38"/>
                <a:gd name="T9" fmla="*/ 4 h 96"/>
                <a:gd name="T10" fmla="*/ 19 w 38"/>
                <a:gd name="T11" fmla="*/ 16 h 96"/>
                <a:gd name="T12" fmla="*/ 9 w 38"/>
                <a:gd name="T13" fmla="*/ 48 h 96"/>
                <a:gd name="T14" fmla="*/ 7 w 38"/>
                <a:gd name="T15" fmla="*/ 54 h 96"/>
                <a:gd name="T16" fmla="*/ 1 w 38"/>
                <a:gd name="T17" fmla="*/ 76 h 96"/>
                <a:gd name="T18" fmla="*/ 0 w 38"/>
                <a:gd name="T19" fmla="*/ 88 h 96"/>
                <a:gd name="T20" fmla="*/ 2 w 38"/>
                <a:gd name="T21" fmla="*/ 94 h 96"/>
                <a:gd name="T22" fmla="*/ 7 w 38"/>
                <a:gd name="T23" fmla="*/ 96 h 96"/>
                <a:gd name="T24" fmla="*/ 12 w 38"/>
                <a:gd name="T25" fmla="*/ 94 h 96"/>
                <a:gd name="T26" fmla="*/ 19 w 38"/>
                <a:gd name="T27" fmla="*/ 83 h 96"/>
                <a:gd name="T28" fmla="*/ 29 w 38"/>
                <a:gd name="T29" fmla="*/ 48 h 96"/>
                <a:gd name="T30" fmla="*/ 34 w 38"/>
                <a:gd name="T31" fmla="*/ 31 h 96"/>
                <a:gd name="T32" fmla="*/ 38 w 38"/>
                <a:gd name="T33" fmla="*/ 8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8" h="96">
                  <a:moveTo>
                    <a:pt x="38" y="8"/>
                  </a:moveTo>
                  <a:cubicBezTo>
                    <a:pt x="38" y="6"/>
                    <a:pt x="38" y="4"/>
                    <a:pt x="36" y="2"/>
                  </a:cubicBezTo>
                  <a:cubicBezTo>
                    <a:pt x="35" y="1"/>
                    <a:pt x="33" y="0"/>
                    <a:pt x="31" y="0"/>
                  </a:cubicBezTo>
                  <a:cubicBezTo>
                    <a:pt x="30" y="0"/>
                    <a:pt x="29" y="0"/>
                    <a:pt x="27" y="1"/>
                  </a:cubicBezTo>
                  <a:cubicBezTo>
                    <a:pt x="26" y="1"/>
                    <a:pt x="25" y="3"/>
                    <a:pt x="24" y="4"/>
                  </a:cubicBezTo>
                  <a:cubicBezTo>
                    <a:pt x="23" y="6"/>
                    <a:pt x="21" y="10"/>
                    <a:pt x="19" y="16"/>
                  </a:cubicBezTo>
                  <a:cubicBezTo>
                    <a:pt x="16" y="25"/>
                    <a:pt x="13" y="36"/>
                    <a:pt x="9" y="48"/>
                  </a:cubicBezTo>
                  <a:cubicBezTo>
                    <a:pt x="8" y="50"/>
                    <a:pt x="8" y="52"/>
                    <a:pt x="7" y="54"/>
                  </a:cubicBezTo>
                  <a:cubicBezTo>
                    <a:pt x="4" y="65"/>
                    <a:pt x="2" y="73"/>
                    <a:pt x="1" y="76"/>
                  </a:cubicBezTo>
                  <a:cubicBezTo>
                    <a:pt x="1" y="80"/>
                    <a:pt x="0" y="84"/>
                    <a:pt x="0" y="88"/>
                  </a:cubicBezTo>
                  <a:cubicBezTo>
                    <a:pt x="0" y="90"/>
                    <a:pt x="1" y="92"/>
                    <a:pt x="2" y="94"/>
                  </a:cubicBezTo>
                  <a:cubicBezTo>
                    <a:pt x="3" y="95"/>
                    <a:pt x="5" y="96"/>
                    <a:pt x="7" y="96"/>
                  </a:cubicBezTo>
                  <a:cubicBezTo>
                    <a:pt x="9" y="96"/>
                    <a:pt x="11" y="95"/>
                    <a:pt x="12" y="94"/>
                  </a:cubicBezTo>
                  <a:cubicBezTo>
                    <a:pt x="15" y="92"/>
                    <a:pt x="17" y="88"/>
                    <a:pt x="19" y="83"/>
                  </a:cubicBezTo>
                  <a:cubicBezTo>
                    <a:pt x="22" y="74"/>
                    <a:pt x="25" y="62"/>
                    <a:pt x="29" y="48"/>
                  </a:cubicBezTo>
                  <a:cubicBezTo>
                    <a:pt x="31" y="43"/>
                    <a:pt x="32" y="37"/>
                    <a:pt x="34" y="31"/>
                  </a:cubicBezTo>
                  <a:cubicBezTo>
                    <a:pt x="37" y="21"/>
                    <a:pt x="38" y="14"/>
                    <a:pt x="38" y="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1" name="Freeform 115"/>
            <p:cNvSpPr>
              <a:spLocks/>
            </p:cNvSpPr>
            <p:nvPr/>
          </p:nvSpPr>
          <p:spPr bwMode="auto">
            <a:xfrm>
              <a:off x="9477376" y="3236913"/>
              <a:ext cx="57150" cy="144463"/>
            </a:xfrm>
            <a:custGeom>
              <a:avLst/>
              <a:gdLst>
                <a:gd name="T0" fmla="*/ 38 w 38"/>
                <a:gd name="T1" fmla="*/ 8 h 96"/>
                <a:gd name="T2" fmla="*/ 36 w 38"/>
                <a:gd name="T3" fmla="*/ 2 h 96"/>
                <a:gd name="T4" fmla="*/ 31 w 38"/>
                <a:gd name="T5" fmla="*/ 0 h 96"/>
                <a:gd name="T6" fmla="*/ 27 w 38"/>
                <a:gd name="T7" fmla="*/ 1 h 96"/>
                <a:gd name="T8" fmla="*/ 24 w 38"/>
                <a:gd name="T9" fmla="*/ 4 h 96"/>
                <a:gd name="T10" fmla="*/ 19 w 38"/>
                <a:gd name="T11" fmla="*/ 16 h 96"/>
                <a:gd name="T12" fmla="*/ 9 w 38"/>
                <a:gd name="T13" fmla="*/ 48 h 96"/>
                <a:gd name="T14" fmla="*/ 7 w 38"/>
                <a:gd name="T15" fmla="*/ 54 h 96"/>
                <a:gd name="T16" fmla="*/ 1 w 38"/>
                <a:gd name="T17" fmla="*/ 76 h 96"/>
                <a:gd name="T18" fmla="*/ 0 w 38"/>
                <a:gd name="T19" fmla="*/ 88 h 96"/>
                <a:gd name="T20" fmla="*/ 2 w 38"/>
                <a:gd name="T21" fmla="*/ 94 h 96"/>
                <a:gd name="T22" fmla="*/ 7 w 38"/>
                <a:gd name="T23" fmla="*/ 96 h 96"/>
                <a:gd name="T24" fmla="*/ 12 w 38"/>
                <a:gd name="T25" fmla="*/ 94 h 96"/>
                <a:gd name="T26" fmla="*/ 18 w 38"/>
                <a:gd name="T27" fmla="*/ 83 h 96"/>
                <a:gd name="T28" fmla="*/ 29 w 38"/>
                <a:gd name="T29" fmla="*/ 48 h 96"/>
                <a:gd name="T30" fmla="*/ 34 w 38"/>
                <a:gd name="T31" fmla="*/ 31 h 96"/>
                <a:gd name="T32" fmla="*/ 38 w 38"/>
                <a:gd name="T33" fmla="*/ 8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8" h="96">
                  <a:moveTo>
                    <a:pt x="38" y="8"/>
                  </a:moveTo>
                  <a:cubicBezTo>
                    <a:pt x="38" y="6"/>
                    <a:pt x="37" y="4"/>
                    <a:pt x="36" y="2"/>
                  </a:cubicBezTo>
                  <a:cubicBezTo>
                    <a:pt x="35" y="1"/>
                    <a:pt x="33" y="0"/>
                    <a:pt x="31" y="0"/>
                  </a:cubicBezTo>
                  <a:cubicBezTo>
                    <a:pt x="30" y="0"/>
                    <a:pt x="28" y="0"/>
                    <a:pt x="27" y="1"/>
                  </a:cubicBezTo>
                  <a:cubicBezTo>
                    <a:pt x="26" y="1"/>
                    <a:pt x="25" y="3"/>
                    <a:pt x="24" y="4"/>
                  </a:cubicBezTo>
                  <a:cubicBezTo>
                    <a:pt x="22" y="6"/>
                    <a:pt x="21" y="10"/>
                    <a:pt x="19" y="16"/>
                  </a:cubicBezTo>
                  <a:cubicBezTo>
                    <a:pt x="16" y="25"/>
                    <a:pt x="12" y="36"/>
                    <a:pt x="9" y="48"/>
                  </a:cubicBezTo>
                  <a:cubicBezTo>
                    <a:pt x="8" y="50"/>
                    <a:pt x="8" y="52"/>
                    <a:pt x="7" y="54"/>
                  </a:cubicBezTo>
                  <a:cubicBezTo>
                    <a:pt x="4" y="65"/>
                    <a:pt x="2" y="73"/>
                    <a:pt x="1" y="76"/>
                  </a:cubicBezTo>
                  <a:cubicBezTo>
                    <a:pt x="0" y="80"/>
                    <a:pt x="0" y="84"/>
                    <a:pt x="0" y="88"/>
                  </a:cubicBezTo>
                  <a:cubicBezTo>
                    <a:pt x="0" y="90"/>
                    <a:pt x="0" y="92"/>
                    <a:pt x="2" y="94"/>
                  </a:cubicBezTo>
                  <a:cubicBezTo>
                    <a:pt x="3" y="95"/>
                    <a:pt x="5" y="96"/>
                    <a:pt x="7" y="96"/>
                  </a:cubicBezTo>
                  <a:cubicBezTo>
                    <a:pt x="9" y="96"/>
                    <a:pt x="10" y="95"/>
                    <a:pt x="12" y="94"/>
                  </a:cubicBezTo>
                  <a:cubicBezTo>
                    <a:pt x="14" y="92"/>
                    <a:pt x="16" y="88"/>
                    <a:pt x="18" y="83"/>
                  </a:cubicBezTo>
                  <a:cubicBezTo>
                    <a:pt x="21" y="74"/>
                    <a:pt x="25" y="62"/>
                    <a:pt x="29" y="48"/>
                  </a:cubicBezTo>
                  <a:cubicBezTo>
                    <a:pt x="30" y="43"/>
                    <a:pt x="32" y="37"/>
                    <a:pt x="34" y="31"/>
                  </a:cubicBezTo>
                  <a:cubicBezTo>
                    <a:pt x="36" y="21"/>
                    <a:pt x="38" y="14"/>
                    <a:pt x="38" y="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2" name="Freeform 116"/>
            <p:cNvSpPr>
              <a:spLocks/>
            </p:cNvSpPr>
            <p:nvPr/>
          </p:nvSpPr>
          <p:spPr bwMode="auto">
            <a:xfrm>
              <a:off x="8978901" y="2916238"/>
              <a:ext cx="107950" cy="130175"/>
            </a:xfrm>
            <a:custGeom>
              <a:avLst/>
              <a:gdLst>
                <a:gd name="T0" fmla="*/ 2 w 71"/>
                <a:gd name="T1" fmla="*/ 64 h 86"/>
                <a:gd name="T2" fmla="*/ 20 w 71"/>
                <a:gd name="T3" fmla="*/ 84 h 86"/>
                <a:gd name="T4" fmla="*/ 26 w 71"/>
                <a:gd name="T5" fmla="*/ 86 h 86"/>
                <a:gd name="T6" fmla="*/ 33 w 71"/>
                <a:gd name="T7" fmla="*/ 86 h 86"/>
                <a:gd name="T8" fmla="*/ 46 w 71"/>
                <a:gd name="T9" fmla="*/ 84 h 86"/>
                <a:gd name="T10" fmla="*/ 48 w 71"/>
                <a:gd name="T11" fmla="*/ 83 h 86"/>
                <a:gd name="T12" fmla="*/ 63 w 71"/>
                <a:gd name="T13" fmla="*/ 64 h 86"/>
                <a:gd name="T14" fmla="*/ 64 w 71"/>
                <a:gd name="T15" fmla="*/ 61 h 86"/>
                <a:gd name="T16" fmla="*/ 68 w 71"/>
                <a:gd name="T17" fmla="*/ 44 h 86"/>
                <a:gd name="T18" fmla="*/ 69 w 71"/>
                <a:gd name="T19" fmla="*/ 38 h 86"/>
                <a:gd name="T20" fmla="*/ 61 w 71"/>
                <a:gd name="T21" fmla="*/ 10 h 86"/>
                <a:gd name="T22" fmla="*/ 60 w 71"/>
                <a:gd name="T23" fmla="*/ 9 h 86"/>
                <a:gd name="T24" fmla="*/ 59 w 71"/>
                <a:gd name="T25" fmla="*/ 8 h 86"/>
                <a:gd name="T26" fmla="*/ 58 w 71"/>
                <a:gd name="T27" fmla="*/ 7 h 86"/>
                <a:gd name="T28" fmla="*/ 56 w 71"/>
                <a:gd name="T29" fmla="*/ 6 h 86"/>
                <a:gd name="T30" fmla="*/ 55 w 71"/>
                <a:gd name="T31" fmla="*/ 5 h 86"/>
                <a:gd name="T32" fmla="*/ 54 w 71"/>
                <a:gd name="T33" fmla="*/ 4 h 86"/>
                <a:gd name="T34" fmla="*/ 52 w 71"/>
                <a:gd name="T35" fmla="*/ 3 h 86"/>
                <a:gd name="T36" fmla="*/ 51 w 71"/>
                <a:gd name="T37" fmla="*/ 3 h 86"/>
                <a:gd name="T38" fmla="*/ 50 w 71"/>
                <a:gd name="T39" fmla="*/ 2 h 86"/>
                <a:gd name="T40" fmla="*/ 48 w 71"/>
                <a:gd name="T41" fmla="*/ 1 h 86"/>
                <a:gd name="T42" fmla="*/ 47 w 71"/>
                <a:gd name="T43" fmla="*/ 1 h 86"/>
                <a:gd name="T44" fmla="*/ 45 w 71"/>
                <a:gd name="T45" fmla="*/ 0 h 86"/>
                <a:gd name="T46" fmla="*/ 44 w 71"/>
                <a:gd name="T47" fmla="*/ 0 h 86"/>
                <a:gd name="T48" fmla="*/ 44 w 71"/>
                <a:gd name="T49" fmla="*/ 0 h 86"/>
                <a:gd name="T50" fmla="*/ 42 w 71"/>
                <a:gd name="T51" fmla="*/ 0 h 86"/>
                <a:gd name="T52" fmla="*/ 40 w 71"/>
                <a:gd name="T53" fmla="*/ 0 h 86"/>
                <a:gd name="T54" fmla="*/ 39 w 71"/>
                <a:gd name="T55" fmla="*/ 0 h 86"/>
                <a:gd name="T56" fmla="*/ 37 w 71"/>
                <a:gd name="T57" fmla="*/ 0 h 86"/>
                <a:gd name="T58" fmla="*/ 36 w 71"/>
                <a:gd name="T59" fmla="*/ 0 h 86"/>
                <a:gd name="T60" fmla="*/ 34 w 71"/>
                <a:gd name="T61" fmla="*/ 0 h 86"/>
                <a:gd name="T62" fmla="*/ 33 w 71"/>
                <a:gd name="T63" fmla="*/ 0 h 86"/>
                <a:gd name="T64" fmla="*/ 31 w 71"/>
                <a:gd name="T65" fmla="*/ 0 h 86"/>
                <a:gd name="T66" fmla="*/ 30 w 71"/>
                <a:gd name="T67" fmla="*/ 1 h 86"/>
                <a:gd name="T68" fmla="*/ 28 w 71"/>
                <a:gd name="T69" fmla="*/ 1 h 86"/>
                <a:gd name="T70" fmla="*/ 26 w 71"/>
                <a:gd name="T71" fmla="*/ 2 h 86"/>
                <a:gd name="T72" fmla="*/ 25 w 71"/>
                <a:gd name="T73" fmla="*/ 2 h 86"/>
                <a:gd name="T74" fmla="*/ 24 w 71"/>
                <a:gd name="T75" fmla="*/ 3 h 86"/>
                <a:gd name="T76" fmla="*/ 22 w 71"/>
                <a:gd name="T77" fmla="*/ 3 h 86"/>
                <a:gd name="T78" fmla="*/ 21 w 71"/>
                <a:gd name="T79" fmla="*/ 4 h 86"/>
                <a:gd name="T80" fmla="*/ 20 w 71"/>
                <a:gd name="T81" fmla="*/ 5 h 86"/>
                <a:gd name="T82" fmla="*/ 19 w 71"/>
                <a:gd name="T83" fmla="*/ 6 h 86"/>
                <a:gd name="T84" fmla="*/ 17 w 71"/>
                <a:gd name="T85" fmla="*/ 7 h 86"/>
                <a:gd name="T86" fmla="*/ 16 w 71"/>
                <a:gd name="T87" fmla="*/ 8 h 86"/>
                <a:gd name="T88" fmla="*/ 15 w 71"/>
                <a:gd name="T89" fmla="*/ 9 h 86"/>
                <a:gd name="T90" fmla="*/ 14 w 71"/>
                <a:gd name="T91" fmla="*/ 10 h 86"/>
                <a:gd name="T92" fmla="*/ 13 w 71"/>
                <a:gd name="T93" fmla="*/ 11 h 86"/>
                <a:gd name="T94" fmla="*/ 12 w 71"/>
                <a:gd name="T95" fmla="*/ 12 h 86"/>
                <a:gd name="T96" fmla="*/ 11 w 71"/>
                <a:gd name="T97" fmla="*/ 14 h 86"/>
                <a:gd name="T98" fmla="*/ 10 w 71"/>
                <a:gd name="T99" fmla="*/ 15 h 86"/>
                <a:gd name="T100" fmla="*/ 9 w 71"/>
                <a:gd name="T101" fmla="*/ 17 h 86"/>
                <a:gd name="T102" fmla="*/ 9 w 71"/>
                <a:gd name="T103" fmla="*/ 18 h 86"/>
                <a:gd name="T104" fmla="*/ 8 w 71"/>
                <a:gd name="T105" fmla="*/ 19 h 86"/>
                <a:gd name="T106" fmla="*/ 7 w 71"/>
                <a:gd name="T107" fmla="*/ 21 h 86"/>
                <a:gd name="T108" fmla="*/ 7 w 71"/>
                <a:gd name="T109" fmla="*/ 22 h 86"/>
                <a:gd name="T110" fmla="*/ 6 w 71"/>
                <a:gd name="T111" fmla="*/ 24 h 86"/>
                <a:gd name="T112" fmla="*/ 6 w 71"/>
                <a:gd name="T113" fmla="*/ 25 h 86"/>
                <a:gd name="T114" fmla="*/ 2 w 71"/>
                <a:gd name="T115" fmla="*/ 44 h 86"/>
                <a:gd name="T116" fmla="*/ 1 w 71"/>
                <a:gd name="T117" fmla="*/ 48 h 86"/>
                <a:gd name="T118" fmla="*/ 2 w 71"/>
                <a:gd name="T119" fmla="*/ 6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 h="86">
                  <a:moveTo>
                    <a:pt x="2" y="64"/>
                  </a:moveTo>
                  <a:cubicBezTo>
                    <a:pt x="5" y="72"/>
                    <a:pt x="11" y="80"/>
                    <a:pt x="20" y="84"/>
                  </a:cubicBezTo>
                  <a:cubicBezTo>
                    <a:pt x="22" y="84"/>
                    <a:pt x="24" y="85"/>
                    <a:pt x="26" y="86"/>
                  </a:cubicBezTo>
                  <a:cubicBezTo>
                    <a:pt x="29" y="86"/>
                    <a:pt x="31" y="86"/>
                    <a:pt x="33" y="86"/>
                  </a:cubicBezTo>
                  <a:cubicBezTo>
                    <a:pt x="37" y="86"/>
                    <a:pt x="42" y="85"/>
                    <a:pt x="46" y="84"/>
                  </a:cubicBezTo>
                  <a:cubicBezTo>
                    <a:pt x="46" y="83"/>
                    <a:pt x="47" y="83"/>
                    <a:pt x="48" y="83"/>
                  </a:cubicBezTo>
                  <a:cubicBezTo>
                    <a:pt x="55" y="79"/>
                    <a:pt x="61" y="72"/>
                    <a:pt x="63" y="64"/>
                  </a:cubicBezTo>
                  <a:cubicBezTo>
                    <a:pt x="64" y="63"/>
                    <a:pt x="64" y="62"/>
                    <a:pt x="64" y="61"/>
                  </a:cubicBezTo>
                  <a:cubicBezTo>
                    <a:pt x="68" y="44"/>
                    <a:pt x="68" y="44"/>
                    <a:pt x="68" y="44"/>
                  </a:cubicBezTo>
                  <a:cubicBezTo>
                    <a:pt x="69" y="38"/>
                    <a:pt x="69" y="38"/>
                    <a:pt x="69" y="38"/>
                  </a:cubicBezTo>
                  <a:cubicBezTo>
                    <a:pt x="71" y="28"/>
                    <a:pt x="68" y="18"/>
                    <a:pt x="61" y="10"/>
                  </a:cubicBezTo>
                  <a:cubicBezTo>
                    <a:pt x="61" y="10"/>
                    <a:pt x="60" y="9"/>
                    <a:pt x="60" y="9"/>
                  </a:cubicBezTo>
                  <a:cubicBezTo>
                    <a:pt x="60" y="9"/>
                    <a:pt x="59" y="8"/>
                    <a:pt x="59" y="8"/>
                  </a:cubicBezTo>
                  <a:cubicBezTo>
                    <a:pt x="59" y="8"/>
                    <a:pt x="58" y="7"/>
                    <a:pt x="58" y="7"/>
                  </a:cubicBezTo>
                  <a:cubicBezTo>
                    <a:pt x="57" y="6"/>
                    <a:pt x="57" y="6"/>
                    <a:pt x="56" y="6"/>
                  </a:cubicBezTo>
                  <a:cubicBezTo>
                    <a:pt x="56" y="6"/>
                    <a:pt x="56" y="5"/>
                    <a:pt x="55" y="5"/>
                  </a:cubicBezTo>
                  <a:cubicBezTo>
                    <a:pt x="55" y="5"/>
                    <a:pt x="54" y="4"/>
                    <a:pt x="54" y="4"/>
                  </a:cubicBezTo>
                  <a:cubicBezTo>
                    <a:pt x="53" y="4"/>
                    <a:pt x="53" y="4"/>
                    <a:pt x="52" y="3"/>
                  </a:cubicBezTo>
                  <a:cubicBezTo>
                    <a:pt x="52" y="3"/>
                    <a:pt x="52" y="3"/>
                    <a:pt x="51" y="3"/>
                  </a:cubicBezTo>
                  <a:cubicBezTo>
                    <a:pt x="51" y="2"/>
                    <a:pt x="50" y="2"/>
                    <a:pt x="50" y="2"/>
                  </a:cubicBezTo>
                  <a:cubicBezTo>
                    <a:pt x="49" y="2"/>
                    <a:pt x="49" y="2"/>
                    <a:pt x="48" y="1"/>
                  </a:cubicBezTo>
                  <a:cubicBezTo>
                    <a:pt x="48" y="1"/>
                    <a:pt x="47" y="1"/>
                    <a:pt x="47" y="1"/>
                  </a:cubicBezTo>
                  <a:cubicBezTo>
                    <a:pt x="46" y="1"/>
                    <a:pt x="45" y="1"/>
                    <a:pt x="45" y="0"/>
                  </a:cubicBezTo>
                  <a:cubicBezTo>
                    <a:pt x="45" y="0"/>
                    <a:pt x="44" y="0"/>
                    <a:pt x="44" y="0"/>
                  </a:cubicBezTo>
                  <a:cubicBezTo>
                    <a:pt x="44" y="0"/>
                    <a:pt x="44" y="0"/>
                    <a:pt x="44" y="0"/>
                  </a:cubicBezTo>
                  <a:cubicBezTo>
                    <a:pt x="43" y="0"/>
                    <a:pt x="42" y="0"/>
                    <a:pt x="42" y="0"/>
                  </a:cubicBezTo>
                  <a:cubicBezTo>
                    <a:pt x="41" y="0"/>
                    <a:pt x="41" y="0"/>
                    <a:pt x="40" y="0"/>
                  </a:cubicBezTo>
                  <a:cubicBezTo>
                    <a:pt x="40" y="0"/>
                    <a:pt x="39" y="0"/>
                    <a:pt x="39" y="0"/>
                  </a:cubicBezTo>
                  <a:cubicBezTo>
                    <a:pt x="38" y="0"/>
                    <a:pt x="38" y="0"/>
                    <a:pt x="37" y="0"/>
                  </a:cubicBezTo>
                  <a:cubicBezTo>
                    <a:pt x="37" y="0"/>
                    <a:pt x="37" y="0"/>
                    <a:pt x="36" y="0"/>
                  </a:cubicBezTo>
                  <a:cubicBezTo>
                    <a:pt x="36" y="0"/>
                    <a:pt x="35" y="0"/>
                    <a:pt x="34" y="0"/>
                  </a:cubicBezTo>
                  <a:cubicBezTo>
                    <a:pt x="34" y="0"/>
                    <a:pt x="34" y="0"/>
                    <a:pt x="33" y="0"/>
                  </a:cubicBezTo>
                  <a:cubicBezTo>
                    <a:pt x="33" y="0"/>
                    <a:pt x="32" y="0"/>
                    <a:pt x="31" y="0"/>
                  </a:cubicBezTo>
                  <a:cubicBezTo>
                    <a:pt x="31" y="0"/>
                    <a:pt x="30" y="0"/>
                    <a:pt x="30" y="1"/>
                  </a:cubicBezTo>
                  <a:cubicBezTo>
                    <a:pt x="29" y="1"/>
                    <a:pt x="29" y="1"/>
                    <a:pt x="28" y="1"/>
                  </a:cubicBezTo>
                  <a:cubicBezTo>
                    <a:pt x="28" y="1"/>
                    <a:pt x="27" y="1"/>
                    <a:pt x="26" y="2"/>
                  </a:cubicBezTo>
                  <a:cubicBezTo>
                    <a:pt x="26" y="2"/>
                    <a:pt x="26" y="2"/>
                    <a:pt x="25" y="2"/>
                  </a:cubicBezTo>
                  <a:cubicBezTo>
                    <a:pt x="25" y="2"/>
                    <a:pt x="24" y="3"/>
                    <a:pt x="24" y="3"/>
                  </a:cubicBezTo>
                  <a:cubicBezTo>
                    <a:pt x="23" y="3"/>
                    <a:pt x="23" y="3"/>
                    <a:pt x="22" y="3"/>
                  </a:cubicBezTo>
                  <a:cubicBezTo>
                    <a:pt x="22" y="4"/>
                    <a:pt x="22" y="4"/>
                    <a:pt x="21" y="4"/>
                  </a:cubicBezTo>
                  <a:cubicBezTo>
                    <a:pt x="21" y="4"/>
                    <a:pt x="20" y="5"/>
                    <a:pt x="20" y="5"/>
                  </a:cubicBezTo>
                  <a:cubicBezTo>
                    <a:pt x="19" y="5"/>
                    <a:pt x="19" y="5"/>
                    <a:pt x="19" y="6"/>
                  </a:cubicBezTo>
                  <a:cubicBezTo>
                    <a:pt x="18" y="6"/>
                    <a:pt x="18" y="6"/>
                    <a:pt x="17" y="7"/>
                  </a:cubicBezTo>
                  <a:cubicBezTo>
                    <a:pt x="17" y="7"/>
                    <a:pt x="17" y="7"/>
                    <a:pt x="16" y="8"/>
                  </a:cubicBezTo>
                  <a:cubicBezTo>
                    <a:pt x="16" y="8"/>
                    <a:pt x="15" y="9"/>
                    <a:pt x="15" y="9"/>
                  </a:cubicBezTo>
                  <a:cubicBezTo>
                    <a:pt x="14" y="9"/>
                    <a:pt x="14" y="10"/>
                    <a:pt x="14" y="10"/>
                  </a:cubicBezTo>
                  <a:cubicBezTo>
                    <a:pt x="13" y="10"/>
                    <a:pt x="13" y="11"/>
                    <a:pt x="13" y="11"/>
                  </a:cubicBezTo>
                  <a:cubicBezTo>
                    <a:pt x="12" y="12"/>
                    <a:pt x="12" y="12"/>
                    <a:pt x="12" y="12"/>
                  </a:cubicBezTo>
                  <a:cubicBezTo>
                    <a:pt x="11" y="13"/>
                    <a:pt x="11" y="13"/>
                    <a:pt x="11" y="14"/>
                  </a:cubicBezTo>
                  <a:cubicBezTo>
                    <a:pt x="11" y="14"/>
                    <a:pt x="10" y="15"/>
                    <a:pt x="10" y="15"/>
                  </a:cubicBezTo>
                  <a:cubicBezTo>
                    <a:pt x="10" y="16"/>
                    <a:pt x="9" y="16"/>
                    <a:pt x="9" y="17"/>
                  </a:cubicBezTo>
                  <a:cubicBezTo>
                    <a:pt x="9" y="17"/>
                    <a:pt x="9" y="17"/>
                    <a:pt x="9" y="18"/>
                  </a:cubicBezTo>
                  <a:cubicBezTo>
                    <a:pt x="8" y="18"/>
                    <a:pt x="8" y="19"/>
                    <a:pt x="8" y="19"/>
                  </a:cubicBezTo>
                  <a:cubicBezTo>
                    <a:pt x="8" y="20"/>
                    <a:pt x="8" y="20"/>
                    <a:pt x="7" y="21"/>
                  </a:cubicBezTo>
                  <a:cubicBezTo>
                    <a:pt x="7" y="21"/>
                    <a:pt x="7" y="22"/>
                    <a:pt x="7" y="22"/>
                  </a:cubicBezTo>
                  <a:cubicBezTo>
                    <a:pt x="7" y="23"/>
                    <a:pt x="7" y="23"/>
                    <a:pt x="6" y="24"/>
                  </a:cubicBezTo>
                  <a:cubicBezTo>
                    <a:pt x="6" y="24"/>
                    <a:pt x="6" y="25"/>
                    <a:pt x="6" y="25"/>
                  </a:cubicBezTo>
                  <a:cubicBezTo>
                    <a:pt x="2" y="44"/>
                    <a:pt x="2" y="44"/>
                    <a:pt x="2" y="44"/>
                  </a:cubicBezTo>
                  <a:cubicBezTo>
                    <a:pt x="1" y="48"/>
                    <a:pt x="1" y="48"/>
                    <a:pt x="1" y="48"/>
                  </a:cubicBezTo>
                  <a:cubicBezTo>
                    <a:pt x="0" y="53"/>
                    <a:pt x="1" y="59"/>
                    <a:pt x="2" y="6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3" name="Freeform 117"/>
            <p:cNvSpPr>
              <a:spLocks/>
            </p:cNvSpPr>
            <p:nvPr/>
          </p:nvSpPr>
          <p:spPr bwMode="auto">
            <a:xfrm>
              <a:off x="9790113" y="2916238"/>
              <a:ext cx="107950" cy="130175"/>
            </a:xfrm>
            <a:custGeom>
              <a:avLst/>
              <a:gdLst>
                <a:gd name="T0" fmla="*/ 23 w 71"/>
                <a:gd name="T1" fmla="*/ 83 h 86"/>
                <a:gd name="T2" fmla="*/ 26 w 71"/>
                <a:gd name="T3" fmla="*/ 84 h 86"/>
                <a:gd name="T4" fmla="*/ 38 w 71"/>
                <a:gd name="T5" fmla="*/ 86 h 86"/>
                <a:gd name="T6" fmla="*/ 45 w 71"/>
                <a:gd name="T7" fmla="*/ 86 h 86"/>
                <a:gd name="T8" fmla="*/ 51 w 71"/>
                <a:gd name="T9" fmla="*/ 84 h 86"/>
                <a:gd name="T10" fmla="*/ 69 w 71"/>
                <a:gd name="T11" fmla="*/ 64 h 86"/>
                <a:gd name="T12" fmla="*/ 70 w 71"/>
                <a:gd name="T13" fmla="*/ 48 h 86"/>
                <a:gd name="T14" fmla="*/ 69 w 71"/>
                <a:gd name="T15" fmla="*/ 44 h 86"/>
                <a:gd name="T16" fmla="*/ 65 w 71"/>
                <a:gd name="T17" fmla="*/ 25 h 86"/>
                <a:gd name="T18" fmla="*/ 65 w 71"/>
                <a:gd name="T19" fmla="*/ 24 h 86"/>
                <a:gd name="T20" fmla="*/ 64 w 71"/>
                <a:gd name="T21" fmla="*/ 22 h 86"/>
                <a:gd name="T22" fmla="*/ 64 w 71"/>
                <a:gd name="T23" fmla="*/ 21 h 86"/>
                <a:gd name="T24" fmla="*/ 63 w 71"/>
                <a:gd name="T25" fmla="*/ 19 h 86"/>
                <a:gd name="T26" fmla="*/ 63 w 71"/>
                <a:gd name="T27" fmla="*/ 18 h 86"/>
                <a:gd name="T28" fmla="*/ 62 w 71"/>
                <a:gd name="T29" fmla="*/ 17 h 86"/>
                <a:gd name="T30" fmla="*/ 61 w 71"/>
                <a:gd name="T31" fmla="*/ 15 h 86"/>
                <a:gd name="T32" fmla="*/ 60 w 71"/>
                <a:gd name="T33" fmla="*/ 14 h 86"/>
                <a:gd name="T34" fmla="*/ 59 w 71"/>
                <a:gd name="T35" fmla="*/ 12 h 86"/>
                <a:gd name="T36" fmla="*/ 59 w 71"/>
                <a:gd name="T37" fmla="*/ 11 h 86"/>
                <a:gd name="T38" fmla="*/ 57 w 71"/>
                <a:gd name="T39" fmla="*/ 10 h 86"/>
                <a:gd name="T40" fmla="*/ 56 w 71"/>
                <a:gd name="T41" fmla="*/ 9 h 86"/>
                <a:gd name="T42" fmla="*/ 55 w 71"/>
                <a:gd name="T43" fmla="*/ 8 h 86"/>
                <a:gd name="T44" fmla="*/ 54 w 71"/>
                <a:gd name="T45" fmla="*/ 7 h 86"/>
                <a:gd name="T46" fmla="*/ 52 w 71"/>
                <a:gd name="T47" fmla="*/ 6 h 86"/>
                <a:gd name="T48" fmla="*/ 51 w 71"/>
                <a:gd name="T49" fmla="*/ 5 h 86"/>
                <a:gd name="T50" fmla="*/ 50 w 71"/>
                <a:gd name="T51" fmla="*/ 4 h 86"/>
                <a:gd name="T52" fmla="*/ 49 w 71"/>
                <a:gd name="T53" fmla="*/ 3 h 86"/>
                <a:gd name="T54" fmla="*/ 47 w 71"/>
                <a:gd name="T55" fmla="*/ 3 h 86"/>
                <a:gd name="T56" fmla="*/ 46 w 71"/>
                <a:gd name="T57" fmla="*/ 2 h 86"/>
                <a:gd name="T58" fmla="*/ 45 w 71"/>
                <a:gd name="T59" fmla="*/ 2 h 86"/>
                <a:gd name="T60" fmla="*/ 43 w 71"/>
                <a:gd name="T61" fmla="*/ 1 h 86"/>
                <a:gd name="T62" fmla="*/ 41 w 71"/>
                <a:gd name="T63" fmla="*/ 1 h 86"/>
                <a:gd name="T64" fmla="*/ 40 w 71"/>
                <a:gd name="T65" fmla="*/ 0 h 86"/>
                <a:gd name="T66" fmla="*/ 38 w 71"/>
                <a:gd name="T67" fmla="*/ 0 h 86"/>
                <a:gd name="T68" fmla="*/ 37 w 71"/>
                <a:gd name="T69" fmla="*/ 0 h 86"/>
                <a:gd name="T70" fmla="*/ 35 w 71"/>
                <a:gd name="T71" fmla="*/ 0 h 86"/>
                <a:gd name="T72" fmla="*/ 34 w 71"/>
                <a:gd name="T73" fmla="*/ 0 h 86"/>
                <a:gd name="T74" fmla="*/ 32 w 71"/>
                <a:gd name="T75" fmla="*/ 0 h 86"/>
                <a:gd name="T76" fmla="*/ 31 w 71"/>
                <a:gd name="T77" fmla="*/ 0 h 86"/>
                <a:gd name="T78" fmla="*/ 29 w 71"/>
                <a:gd name="T79" fmla="*/ 0 h 86"/>
                <a:gd name="T80" fmla="*/ 28 w 71"/>
                <a:gd name="T81" fmla="*/ 0 h 86"/>
                <a:gd name="T82" fmla="*/ 27 w 71"/>
                <a:gd name="T83" fmla="*/ 0 h 86"/>
                <a:gd name="T84" fmla="*/ 26 w 71"/>
                <a:gd name="T85" fmla="*/ 0 h 86"/>
                <a:gd name="T86" fmla="*/ 24 w 71"/>
                <a:gd name="T87" fmla="*/ 1 h 86"/>
                <a:gd name="T88" fmla="*/ 23 w 71"/>
                <a:gd name="T89" fmla="*/ 1 h 86"/>
                <a:gd name="T90" fmla="*/ 21 w 71"/>
                <a:gd name="T91" fmla="*/ 2 h 86"/>
                <a:gd name="T92" fmla="*/ 20 w 71"/>
                <a:gd name="T93" fmla="*/ 3 h 86"/>
                <a:gd name="T94" fmla="*/ 19 w 71"/>
                <a:gd name="T95" fmla="*/ 3 h 86"/>
                <a:gd name="T96" fmla="*/ 17 w 71"/>
                <a:gd name="T97" fmla="*/ 4 h 86"/>
                <a:gd name="T98" fmla="*/ 16 w 71"/>
                <a:gd name="T99" fmla="*/ 5 h 86"/>
                <a:gd name="T100" fmla="*/ 15 w 71"/>
                <a:gd name="T101" fmla="*/ 6 h 86"/>
                <a:gd name="T102" fmla="*/ 13 w 71"/>
                <a:gd name="T103" fmla="*/ 7 h 86"/>
                <a:gd name="T104" fmla="*/ 12 w 71"/>
                <a:gd name="T105" fmla="*/ 8 h 86"/>
                <a:gd name="T106" fmla="*/ 11 w 71"/>
                <a:gd name="T107" fmla="*/ 9 h 86"/>
                <a:gd name="T108" fmla="*/ 10 w 71"/>
                <a:gd name="T109" fmla="*/ 10 h 86"/>
                <a:gd name="T110" fmla="*/ 2 w 71"/>
                <a:gd name="T111" fmla="*/ 38 h 86"/>
                <a:gd name="T112" fmla="*/ 3 w 71"/>
                <a:gd name="T113" fmla="*/ 44 h 86"/>
                <a:gd name="T114" fmla="*/ 7 w 71"/>
                <a:gd name="T115" fmla="*/ 61 h 86"/>
                <a:gd name="T116" fmla="*/ 8 w 71"/>
                <a:gd name="T117" fmla="*/ 64 h 86"/>
                <a:gd name="T118" fmla="*/ 23 w 71"/>
                <a:gd name="T119" fmla="*/ 8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 h="86">
                  <a:moveTo>
                    <a:pt x="23" y="83"/>
                  </a:moveTo>
                  <a:cubicBezTo>
                    <a:pt x="24" y="83"/>
                    <a:pt x="25" y="83"/>
                    <a:pt x="26" y="84"/>
                  </a:cubicBezTo>
                  <a:cubicBezTo>
                    <a:pt x="30" y="85"/>
                    <a:pt x="34" y="86"/>
                    <a:pt x="38" y="86"/>
                  </a:cubicBezTo>
                  <a:cubicBezTo>
                    <a:pt x="40" y="86"/>
                    <a:pt x="43" y="86"/>
                    <a:pt x="45" y="86"/>
                  </a:cubicBezTo>
                  <a:cubicBezTo>
                    <a:pt x="47" y="85"/>
                    <a:pt x="49" y="84"/>
                    <a:pt x="51" y="84"/>
                  </a:cubicBezTo>
                  <a:cubicBezTo>
                    <a:pt x="60" y="80"/>
                    <a:pt x="66" y="72"/>
                    <a:pt x="69" y="64"/>
                  </a:cubicBezTo>
                  <a:cubicBezTo>
                    <a:pt x="70" y="59"/>
                    <a:pt x="71" y="53"/>
                    <a:pt x="70" y="48"/>
                  </a:cubicBezTo>
                  <a:cubicBezTo>
                    <a:pt x="69" y="44"/>
                    <a:pt x="69" y="44"/>
                    <a:pt x="69" y="44"/>
                  </a:cubicBezTo>
                  <a:cubicBezTo>
                    <a:pt x="65" y="25"/>
                    <a:pt x="65" y="25"/>
                    <a:pt x="65" y="25"/>
                  </a:cubicBezTo>
                  <a:cubicBezTo>
                    <a:pt x="65" y="25"/>
                    <a:pt x="65" y="24"/>
                    <a:pt x="65" y="24"/>
                  </a:cubicBezTo>
                  <a:cubicBezTo>
                    <a:pt x="65" y="23"/>
                    <a:pt x="64" y="23"/>
                    <a:pt x="64" y="22"/>
                  </a:cubicBezTo>
                  <a:cubicBezTo>
                    <a:pt x="64" y="22"/>
                    <a:pt x="64" y="21"/>
                    <a:pt x="64" y="21"/>
                  </a:cubicBezTo>
                  <a:cubicBezTo>
                    <a:pt x="64" y="20"/>
                    <a:pt x="63" y="20"/>
                    <a:pt x="63" y="19"/>
                  </a:cubicBezTo>
                  <a:cubicBezTo>
                    <a:pt x="63" y="19"/>
                    <a:pt x="63" y="18"/>
                    <a:pt x="63" y="18"/>
                  </a:cubicBezTo>
                  <a:cubicBezTo>
                    <a:pt x="62" y="17"/>
                    <a:pt x="62" y="17"/>
                    <a:pt x="62" y="17"/>
                  </a:cubicBezTo>
                  <a:cubicBezTo>
                    <a:pt x="62" y="16"/>
                    <a:pt x="61" y="16"/>
                    <a:pt x="61" y="15"/>
                  </a:cubicBezTo>
                  <a:cubicBezTo>
                    <a:pt x="61" y="15"/>
                    <a:pt x="61" y="14"/>
                    <a:pt x="60" y="14"/>
                  </a:cubicBezTo>
                  <a:cubicBezTo>
                    <a:pt x="60" y="13"/>
                    <a:pt x="60" y="13"/>
                    <a:pt x="59" y="12"/>
                  </a:cubicBezTo>
                  <a:cubicBezTo>
                    <a:pt x="59" y="12"/>
                    <a:pt x="59" y="12"/>
                    <a:pt x="59" y="11"/>
                  </a:cubicBezTo>
                  <a:cubicBezTo>
                    <a:pt x="58" y="11"/>
                    <a:pt x="58" y="10"/>
                    <a:pt x="57" y="10"/>
                  </a:cubicBezTo>
                  <a:cubicBezTo>
                    <a:pt x="57" y="10"/>
                    <a:pt x="57" y="9"/>
                    <a:pt x="56" y="9"/>
                  </a:cubicBezTo>
                  <a:cubicBezTo>
                    <a:pt x="56" y="9"/>
                    <a:pt x="55" y="8"/>
                    <a:pt x="55" y="8"/>
                  </a:cubicBezTo>
                  <a:cubicBezTo>
                    <a:pt x="55" y="7"/>
                    <a:pt x="54" y="7"/>
                    <a:pt x="54" y="7"/>
                  </a:cubicBezTo>
                  <a:cubicBezTo>
                    <a:pt x="54" y="6"/>
                    <a:pt x="53" y="6"/>
                    <a:pt x="52" y="6"/>
                  </a:cubicBezTo>
                  <a:cubicBezTo>
                    <a:pt x="52" y="5"/>
                    <a:pt x="52" y="5"/>
                    <a:pt x="51" y="5"/>
                  </a:cubicBezTo>
                  <a:cubicBezTo>
                    <a:pt x="51" y="5"/>
                    <a:pt x="50" y="4"/>
                    <a:pt x="50" y="4"/>
                  </a:cubicBezTo>
                  <a:cubicBezTo>
                    <a:pt x="50" y="4"/>
                    <a:pt x="49" y="4"/>
                    <a:pt x="49" y="3"/>
                  </a:cubicBezTo>
                  <a:cubicBezTo>
                    <a:pt x="48" y="3"/>
                    <a:pt x="48" y="3"/>
                    <a:pt x="47" y="3"/>
                  </a:cubicBezTo>
                  <a:cubicBezTo>
                    <a:pt x="47" y="2"/>
                    <a:pt x="46" y="2"/>
                    <a:pt x="46" y="2"/>
                  </a:cubicBezTo>
                  <a:cubicBezTo>
                    <a:pt x="46" y="2"/>
                    <a:pt x="45" y="2"/>
                    <a:pt x="45" y="2"/>
                  </a:cubicBezTo>
                  <a:cubicBezTo>
                    <a:pt x="44" y="1"/>
                    <a:pt x="44" y="1"/>
                    <a:pt x="43" y="1"/>
                  </a:cubicBezTo>
                  <a:cubicBezTo>
                    <a:pt x="42" y="1"/>
                    <a:pt x="42" y="1"/>
                    <a:pt x="41" y="1"/>
                  </a:cubicBezTo>
                  <a:cubicBezTo>
                    <a:pt x="41" y="0"/>
                    <a:pt x="41" y="0"/>
                    <a:pt x="40" y="0"/>
                  </a:cubicBezTo>
                  <a:cubicBezTo>
                    <a:pt x="39" y="0"/>
                    <a:pt x="39" y="0"/>
                    <a:pt x="38" y="0"/>
                  </a:cubicBezTo>
                  <a:cubicBezTo>
                    <a:pt x="38" y="0"/>
                    <a:pt x="37" y="0"/>
                    <a:pt x="37" y="0"/>
                  </a:cubicBezTo>
                  <a:cubicBezTo>
                    <a:pt x="36" y="0"/>
                    <a:pt x="36" y="0"/>
                    <a:pt x="35" y="0"/>
                  </a:cubicBezTo>
                  <a:cubicBezTo>
                    <a:pt x="35" y="0"/>
                    <a:pt x="34" y="0"/>
                    <a:pt x="34" y="0"/>
                  </a:cubicBezTo>
                  <a:cubicBezTo>
                    <a:pt x="33" y="0"/>
                    <a:pt x="33" y="0"/>
                    <a:pt x="32" y="0"/>
                  </a:cubicBezTo>
                  <a:cubicBezTo>
                    <a:pt x="32" y="0"/>
                    <a:pt x="31" y="0"/>
                    <a:pt x="31" y="0"/>
                  </a:cubicBezTo>
                  <a:cubicBezTo>
                    <a:pt x="30" y="0"/>
                    <a:pt x="30" y="0"/>
                    <a:pt x="29" y="0"/>
                  </a:cubicBezTo>
                  <a:cubicBezTo>
                    <a:pt x="29" y="0"/>
                    <a:pt x="28" y="0"/>
                    <a:pt x="28" y="0"/>
                  </a:cubicBezTo>
                  <a:cubicBezTo>
                    <a:pt x="27" y="0"/>
                    <a:pt x="27" y="0"/>
                    <a:pt x="27" y="0"/>
                  </a:cubicBezTo>
                  <a:cubicBezTo>
                    <a:pt x="27" y="0"/>
                    <a:pt x="27" y="0"/>
                    <a:pt x="26" y="0"/>
                  </a:cubicBezTo>
                  <a:cubicBezTo>
                    <a:pt x="26" y="1"/>
                    <a:pt x="25" y="1"/>
                    <a:pt x="24" y="1"/>
                  </a:cubicBezTo>
                  <a:cubicBezTo>
                    <a:pt x="24" y="1"/>
                    <a:pt x="24" y="1"/>
                    <a:pt x="23" y="1"/>
                  </a:cubicBezTo>
                  <a:cubicBezTo>
                    <a:pt x="23" y="2"/>
                    <a:pt x="22" y="2"/>
                    <a:pt x="21" y="2"/>
                  </a:cubicBezTo>
                  <a:cubicBezTo>
                    <a:pt x="21" y="2"/>
                    <a:pt x="21" y="2"/>
                    <a:pt x="20" y="3"/>
                  </a:cubicBezTo>
                  <a:cubicBezTo>
                    <a:pt x="20" y="3"/>
                    <a:pt x="19" y="3"/>
                    <a:pt x="19" y="3"/>
                  </a:cubicBezTo>
                  <a:cubicBezTo>
                    <a:pt x="18" y="4"/>
                    <a:pt x="18" y="4"/>
                    <a:pt x="17" y="4"/>
                  </a:cubicBezTo>
                  <a:cubicBezTo>
                    <a:pt x="17" y="4"/>
                    <a:pt x="16" y="5"/>
                    <a:pt x="16" y="5"/>
                  </a:cubicBezTo>
                  <a:cubicBezTo>
                    <a:pt x="16" y="5"/>
                    <a:pt x="15" y="6"/>
                    <a:pt x="15" y="6"/>
                  </a:cubicBezTo>
                  <a:cubicBezTo>
                    <a:pt x="14" y="6"/>
                    <a:pt x="14" y="6"/>
                    <a:pt x="13" y="7"/>
                  </a:cubicBezTo>
                  <a:cubicBezTo>
                    <a:pt x="13" y="7"/>
                    <a:pt x="13" y="8"/>
                    <a:pt x="12" y="8"/>
                  </a:cubicBezTo>
                  <a:cubicBezTo>
                    <a:pt x="12" y="8"/>
                    <a:pt x="11" y="9"/>
                    <a:pt x="11" y="9"/>
                  </a:cubicBezTo>
                  <a:cubicBezTo>
                    <a:pt x="11" y="9"/>
                    <a:pt x="10" y="10"/>
                    <a:pt x="10" y="10"/>
                  </a:cubicBezTo>
                  <a:cubicBezTo>
                    <a:pt x="3" y="18"/>
                    <a:pt x="0" y="28"/>
                    <a:pt x="2" y="38"/>
                  </a:cubicBezTo>
                  <a:cubicBezTo>
                    <a:pt x="3" y="44"/>
                    <a:pt x="3" y="44"/>
                    <a:pt x="3" y="44"/>
                  </a:cubicBezTo>
                  <a:cubicBezTo>
                    <a:pt x="7" y="61"/>
                    <a:pt x="7" y="61"/>
                    <a:pt x="7" y="61"/>
                  </a:cubicBezTo>
                  <a:cubicBezTo>
                    <a:pt x="7" y="62"/>
                    <a:pt x="7" y="63"/>
                    <a:pt x="8" y="64"/>
                  </a:cubicBezTo>
                  <a:cubicBezTo>
                    <a:pt x="10" y="72"/>
                    <a:pt x="16" y="79"/>
                    <a:pt x="23" y="8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34" name="组合 133"/>
          <p:cNvGrpSpPr/>
          <p:nvPr/>
        </p:nvGrpSpPr>
        <p:grpSpPr>
          <a:xfrm>
            <a:off x="10353676" y="1124685"/>
            <a:ext cx="1598613" cy="1460500"/>
            <a:chOff x="10353676" y="808038"/>
            <a:chExt cx="1598613" cy="1460500"/>
          </a:xfrm>
        </p:grpSpPr>
        <p:sp>
          <p:nvSpPr>
            <p:cNvPr id="135" name="Freeform 118"/>
            <p:cNvSpPr>
              <a:spLocks/>
            </p:cNvSpPr>
            <p:nvPr/>
          </p:nvSpPr>
          <p:spPr bwMode="auto">
            <a:xfrm>
              <a:off x="11031538" y="808038"/>
              <a:ext cx="300038" cy="300038"/>
            </a:xfrm>
            <a:custGeom>
              <a:avLst/>
              <a:gdLst>
                <a:gd name="T0" fmla="*/ 79 w 198"/>
                <a:gd name="T1" fmla="*/ 187 h 198"/>
                <a:gd name="T2" fmla="*/ 187 w 198"/>
                <a:gd name="T3" fmla="*/ 119 h 198"/>
                <a:gd name="T4" fmla="*/ 119 w 198"/>
                <a:gd name="T5" fmla="*/ 11 h 198"/>
                <a:gd name="T6" fmla="*/ 11 w 198"/>
                <a:gd name="T7" fmla="*/ 79 h 198"/>
                <a:gd name="T8" fmla="*/ 79 w 198"/>
                <a:gd name="T9" fmla="*/ 187 h 198"/>
              </a:gdLst>
              <a:ahLst/>
              <a:cxnLst>
                <a:cxn ang="0">
                  <a:pos x="T0" y="T1"/>
                </a:cxn>
                <a:cxn ang="0">
                  <a:pos x="T2" y="T3"/>
                </a:cxn>
                <a:cxn ang="0">
                  <a:pos x="T4" y="T5"/>
                </a:cxn>
                <a:cxn ang="0">
                  <a:pos x="T6" y="T7"/>
                </a:cxn>
                <a:cxn ang="0">
                  <a:pos x="T8" y="T9"/>
                </a:cxn>
              </a:cxnLst>
              <a:rect l="0" t="0" r="r" b="b"/>
              <a:pathLst>
                <a:path w="198" h="198">
                  <a:moveTo>
                    <a:pt x="79" y="187"/>
                  </a:moveTo>
                  <a:cubicBezTo>
                    <a:pt x="127" y="198"/>
                    <a:pt x="175" y="168"/>
                    <a:pt x="187" y="119"/>
                  </a:cubicBezTo>
                  <a:cubicBezTo>
                    <a:pt x="198" y="71"/>
                    <a:pt x="168" y="23"/>
                    <a:pt x="119" y="11"/>
                  </a:cubicBezTo>
                  <a:cubicBezTo>
                    <a:pt x="71" y="0"/>
                    <a:pt x="23" y="30"/>
                    <a:pt x="11" y="79"/>
                  </a:cubicBezTo>
                  <a:cubicBezTo>
                    <a:pt x="0" y="127"/>
                    <a:pt x="30" y="175"/>
                    <a:pt x="79" y="18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6" name="Freeform 119"/>
            <p:cNvSpPr>
              <a:spLocks noEditPoints="1"/>
            </p:cNvSpPr>
            <p:nvPr/>
          </p:nvSpPr>
          <p:spPr bwMode="auto">
            <a:xfrm>
              <a:off x="10709276" y="1017588"/>
              <a:ext cx="962025" cy="1250950"/>
            </a:xfrm>
            <a:custGeom>
              <a:avLst/>
              <a:gdLst>
                <a:gd name="T0" fmla="*/ 0 w 634"/>
                <a:gd name="T1" fmla="*/ 40 h 824"/>
                <a:gd name="T2" fmla="*/ 2 w 634"/>
                <a:gd name="T3" fmla="*/ 42 h 824"/>
                <a:gd name="T4" fmla="*/ 11 w 634"/>
                <a:gd name="T5" fmla="*/ 48 h 824"/>
                <a:gd name="T6" fmla="*/ 95 w 634"/>
                <a:gd name="T7" fmla="*/ 119 h 824"/>
                <a:gd name="T8" fmla="*/ 95 w 634"/>
                <a:gd name="T9" fmla="*/ 119 h 824"/>
                <a:gd name="T10" fmla="*/ 203 w 634"/>
                <a:gd name="T11" fmla="*/ 140 h 824"/>
                <a:gd name="T12" fmla="*/ 203 w 634"/>
                <a:gd name="T13" fmla="*/ 379 h 824"/>
                <a:gd name="T14" fmla="*/ 170 w 634"/>
                <a:gd name="T15" fmla="*/ 768 h 824"/>
                <a:gd name="T16" fmla="*/ 215 w 634"/>
                <a:gd name="T17" fmla="*/ 822 h 824"/>
                <a:gd name="T18" fmla="*/ 269 w 634"/>
                <a:gd name="T19" fmla="*/ 777 h 824"/>
                <a:gd name="T20" fmla="*/ 299 w 634"/>
                <a:gd name="T21" fmla="*/ 412 h 824"/>
                <a:gd name="T22" fmla="*/ 323 w 634"/>
                <a:gd name="T23" fmla="*/ 412 h 824"/>
                <a:gd name="T24" fmla="*/ 353 w 634"/>
                <a:gd name="T25" fmla="*/ 777 h 824"/>
                <a:gd name="T26" fmla="*/ 407 w 634"/>
                <a:gd name="T27" fmla="*/ 822 h 824"/>
                <a:gd name="T28" fmla="*/ 452 w 634"/>
                <a:gd name="T29" fmla="*/ 768 h 824"/>
                <a:gd name="T30" fmla="*/ 419 w 634"/>
                <a:gd name="T31" fmla="*/ 379 h 824"/>
                <a:gd name="T32" fmla="*/ 419 w 634"/>
                <a:gd name="T33" fmla="*/ 140 h 824"/>
                <a:gd name="T34" fmla="*/ 512 w 634"/>
                <a:gd name="T35" fmla="*/ 123 h 824"/>
                <a:gd name="T36" fmla="*/ 549 w 634"/>
                <a:gd name="T37" fmla="*/ 71 h 824"/>
                <a:gd name="T38" fmla="*/ 593 w 634"/>
                <a:gd name="T39" fmla="*/ 47 h 824"/>
                <a:gd name="T40" fmla="*/ 634 w 634"/>
                <a:gd name="T41" fmla="*/ 29 h 824"/>
                <a:gd name="T42" fmla="*/ 623 w 634"/>
                <a:gd name="T43" fmla="*/ 0 h 824"/>
                <a:gd name="T44" fmla="*/ 508 w 634"/>
                <a:gd name="T45" fmla="*/ 58 h 824"/>
                <a:gd name="T46" fmla="*/ 394 w 634"/>
                <a:gd name="T47" fmla="*/ 77 h 824"/>
                <a:gd name="T48" fmla="*/ 394 w 634"/>
                <a:gd name="T49" fmla="*/ 77 h 824"/>
                <a:gd name="T50" fmla="*/ 388 w 634"/>
                <a:gd name="T51" fmla="*/ 77 h 824"/>
                <a:gd name="T52" fmla="*/ 234 w 634"/>
                <a:gd name="T53" fmla="*/ 77 h 824"/>
                <a:gd name="T54" fmla="*/ 228 w 634"/>
                <a:gd name="T55" fmla="*/ 77 h 824"/>
                <a:gd name="T56" fmla="*/ 228 w 634"/>
                <a:gd name="T57" fmla="*/ 77 h 824"/>
                <a:gd name="T58" fmla="*/ 114 w 634"/>
                <a:gd name="T59" fmla="*/ 58 h 824"/>
                <a:gd name="T60" fmla="*/ 24 w 634"/>
                <a:gd name="T61" fmla="*/ 18 h 824"/>
                <a:gd name="T62" fmla="*/ 22 w 634"/>
                <a:gd name="T63" fmla="*/ 19 h 824"/>
                <a:gd name="T64" fmla="*/ 0 w 634"/>
                <a:gd name="T65" fmla="*/ 40 h 824"/>
                <a:gd name="T66" fmla="*/ 318 w 634"/>
                <a:gd name="T67" fmla="*/ 358 h 824"/>
                <a:gd name="T68" fmla="*/ 311 w 634"/>
                <a:gd name="T69" fmla="*/ 367 h 824"/>
                <a:gd name="T70" fmla="*/ 304 w 634"/>
                <a:gd name="T71" fmla="*/ 357 h 824"/>
                <a:gd name="T72" fmla="*/ 273 w 634"/>
                <a:gd name="T73" fmla="*/ 319 h 824"/>
                <a:gd name="T74" fmla="*/ 281 w 634"/>
                <a:gd name="T75" fmla="*/ 262 h 824"/>
                <a:gd name="T76" fmla="*/ 295 w 634"/>
                <a:gd name="T77" fmla="*/ 158 h 824"/>
                <a:gd name="T78" fmla="*/ 311 w 634"/>
                <a:gd name="T79" fmla="*/ 161 h 824"/>
                <a:gd name="T80" fmla="*/ 311 w 634"/>
                <a:gd name="T81" fmla="*/ 161 h 824"/>
                <a:gd name="T82" fmla="*/ 311 w 634"/>
                <a:gd name="T83" fmla="*/ 161 h 824"/>
                <a:gd name="T84" fmla="*/ 327 w 634"/>
                <a:gd name="T85" fmla="*/ 158 h 824"/>
                <a:gd name="T86" fmla="*/ 342 w 634"/>
                <a:gd name="T87" fmla="*/ 262 h 824"/>
                <a:gd name="T88" fmla="*/ 349 w 634"/>
                <a:gd name="T89" fmla="*/ 319 h 824"/>
                <a:gd name="T90" fmla="*/ 318 w 634"/>
                <a:gd name="T91" fmla="*/ 358 h 824"/>
                <a:gd name="T92" fmla="*/ 296 w 634"/>
                <a:gd name="T93" fmla="*/ 109 h 824"/>
                <a:gd name="T94" fmla="*/ 311 w 634"/>
                <a:gd name="T95" fmla="*/ 109 h 824"/>
                <a:gd name="T96" fmla="*/ 326 w 634"/>
                <a:gd name="T97" fmla="*/ 109 h 824"/>
                <a:gd name="T98" fmla="*/ 334 w 634"/>
                <a:gd name="T99" fmla="*/ 139 h 824"/>
                <a:gd name="T100" fmla="*/ 333 w 634"/>
                <a:gd name="T101" fmla="*/ 141 h 824"/>
                <a:gd name="T102" fmla="*/ 311 w 634"/>
                <a:gd name="T103" fmla="*/ 149 h 824"/>
                <a:gd name="T104" fmla="*/ 290 w 634"/>
                <a:gd name="T105" fmla="*/ 141 h 824"/>
                <a:gd name="T106" fmla="*/ 288 w 634"/>
                <a:gd name="T107" fmla="*/ 139 h 824"/>
                <a:gd name="T108" fmla="*/ 296 w 634"/>
                <a:gd name="T109" fmla="*/ 109 h 8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34" h="824">
                  <a:moveTo>
                    <a:pt x="0" y="40"/>
                  </a:moveTo>
                  <a:cubicBezTo>
                    <a:pt x="0" y="40"/>
                    <a:pt x="1" y="41"/>
                    <a:pt x="2" y="42"/>
                  </a:cubicBezTo>
                  <a:cubicBezTo>
                    <a:pt x="4" y="43"/>
                    <a:pt x="7" y="45"/>
                    <a:pt x="11" y="48"/>
                  </a:cubicBezTo>
                  <a:cubicBezTo>
                    <a:pt x="30" y="60"/>
                    <a:pt x="73" y="88"/>
                    <a:pt x="95" y="119"/>
                  </a:cubicBezTo>
                  <a:cubicBezTo>
                    <a:pt x="95" y="119"/>
                    <a:pt x="95" y="119"/>
                    <a:pt x="95" y="119"/>
                  </a:cubicBezTo>
                  <a:cubicBezTo>
                    <a:pt x="138" y="132"/>
                    <a:pt x="176" y="138"/>
                    <a:pt x="203" y="140"/>
                  </a:cubicBezTo>
                  <a:cubicBezTo>
                    <a:pt x="203" y="379"/>
                    <a:pt x="203" y="379"/>
                    <a:pt x="203" y="379"/>
                  </a:cubicBezTo>
                  <a:cubicBezTo>
                    <a:pt x="170" y="768"/>
                    <a:pt x="170" y="768"/>
                    <a:pt x="170" y="768"/>
                  </a:cubicBezTo>
                  <a:cubicBezTo>
                    <a:pt x="168" y="796"/>
                    <a:pt x="188" y="819"/>
                    <a:pt x="215" y="822"/>
                  </a:cubicBezTo>
                  <a:cubicBezTo>
                    <a:pt x="243" y="824"/>
                    <a:pt x="266" y="804"/>
                    <a:pt x="269" y="777"/>
                  </a:cubicBezTo>
                  <a:cubicBezTo>
                    <a:pt x="299" y="412"/>
                    <a:pt x="299" y="412"/>
                    <a:pt x="299" y="412"/>
                  </a:cubicBezTo>
                  <a:cubicBezTo>
                    <a:pt x="323" y="412"/>
                    <a:pt x="323" y="412"/>
                    <a:pt x="323" y="412"/>
                  </a:cubicBezTo>
                  <a:cubicBezTo>
                    <a:pt x="353" y="777"/>
                    <a:pt x="353" y="777"/>
                    <a:pt x="353" y="777"/>
                  </a:cubicBezTo>
                  <a:cubicBezTo>
                    <a:pt x="356" y="804"/>
                    <a:pt x="379" y="824"/>
                    <a:pt x="407" y="822"/>
                  </a:cubicBezTo>
                  <a:cubicBezTo>
                    <a:pt x="434" y="819"/>
                    <a:pt x="454" y="796"/>
                    <a:pt x="452" y="768"/>
                  </a:cubicBezTo>
                  <a:cubicBezTo>
                    <a:pt x="419" y="379"/>
                    <a:pt x="419" y="379"/>
                    <a:pt x="419" y="379"/>
                  </a:cubicBezTo>
                  <a:cubicBezTo>
                    <a:pt x="419" y="140"/>
                    <a:pt x="419" y="140"/>
                    <a:pt x="419" y="140"/>
                  </a:cubicBezTo>
                  <a:cubicBezTo>
                    <a:pt x="443" y="138"/>
                    <a:pt x="475" y="133"/>
                    <a:pt x="512" y="123"/>
                  </a:cubicBezTo>
                  <a:cubicBezTo>
                    <a:pt x="522" y="106"/>
                    <a:pt x="534" y="88"/>
                    <a:pt x="549" y="71"/>
                  </a:cubicBezTo>
                  <a:cubicBezTo>
                    <a:pt x="562" y="57"/>
                    <a:pt x="577" y="52"/>
                    <a:pt x="593" y="47"/>
                  </a:cubicBezTo>
                  <a:cubicBezTo>
                    <a:pt x="606" y="43"/>
                    <a:pt x="619" y="39"/>
                    <a:pt x="634" y="29"/>
                  </a:cubicBezTo>
                  <a:cubicBezTo>
                    <a:pt x="633" y="23"/>
                    <a:pt x="631" y="12"/>
                    <a:pt x="623" y="0"/>
                  </a:cubicBezTo>
                  <a:cubicBezTo>
                    <a:pt x="590" y="27"/>
                    <a:pt x="548" y="46"/>
                    <a:pt x="508" y="58"/>
                  </a:cubicBezTo>
                  <a:cubicBezTo>
                    <a:pt x="457" y="73"/>
                    <a:pt x="409" y="77"/>
                    <a:pt x="394" y="77"/>
                  </a:cubicBezTo>
                  <a:cubicBezTo>
                    <a:pt x="394" y="77"/>
                    <a:pt x="394" y="77"/>
                    <a:pt x="394" y="77"/>
                  </a:cubicBezTo>
                  <a:cubicBezTo>
                    <a:pt x="392" y="77"/>
                    <a:pt x="390" y="77"/>
                    <a:pt x="388" y="77"/>
                  </a:cubicBezTo>
                  <a:cubicBezTo>
                    <a:pt x="234" y="77"/>
                    <a:pt x="234" y="77"/>
                    <a:pt x="234" y="77"/>
                  </a:cubicBezTo>
                  <a:cubicBezTo>
                    <a:pt x="232" y="77"/>
                    <a:pt x="230" y="77"/>
                    <a:pt x="228" y="77"/>
                  </a:cubicBezTo>
                  <a:cubicBezTo>
                    <a:pt x="228" y="77"/>
                    <a:pt x="228" y="77"/>
                    <a:pt x="228" y="77"/>
                  </a:cubicBezTo>
                  <a:cubicBezTo>
                    <a:pt x="213" y="77"/>
                    <a:pt x="165" y="73"/>
                    <a:pt x="114" y="58"/>
                  </a:cubicBezTo>
                  <a:cubicBezTo>
                    <a:pt x="83" y="49"/>
                    <a:pt x="52" y="35"/>
                    <a:pt x="24" y="18"/>
                  </a:cubicBezTo>
                  <a:cubicBezTo>
                    <a:pt x="23" y="18"/>
                    <a:pt x="23" y="18"/>
                    <a:pt x="22" y="19"/>
                  </a:cubicBezTo>
                  <a:cubicBezTo>
                    <a:pt x="14" y="25"/>
                    <a:pt x="0" y="36"/>
                    <a:pt x="0" y="40"/>
                  </a:cubicBezTo>
                  <a:close/>
                  <a:moveTo>
                    <a:pt x="318" y="358"/>
                  </a:moveTo>
                  <a:cubicBezTo>
                    <a:pt x="311" y="367"/>
                    <a:pt x="311" y="367"/>
                    <a:pt x="311" y="367"/>
                  </a:cubicBezTo>
                  <a:cubicBezTo>
                    <a:pt x="304" y="357"/>
                    <a:pt x="304" y="357"/>
                    <a:pt x="304" y="357"/>
                  </a:cubicBezTo>
                  <a:cubicBezTo>
                    <a:pt x="273" y="319"/>
                    <a:pt x="273" y="319"/>
                    <a:pt x="273" y="319"/>
                  </a:cubicBezTo>
                  <a:cubicBezTo>
                    <a:pt x="281" y="262"/>
                    <a:pt x="281" y="262"/>
                    <a:pt x="281" y="262"/>
                  </a:cubicBezTo>
                  <a:cubicBezTo>
                    <a:pt x="295" y="158"/>
                    <a:pt x="295" y="158"/>
                    <a:pt x="295" y="158"/>
                  </a:cubicBezTo>
                  <a:cubicBezTo>
                    <a:pt x="300" y="160"/>
                    <a:pt x="306" y="161"/>
                    <a:pt x="311" y="161"/>
                  </a:cubicBezTo>
                  <a:cubicBezTo>
                    <a:pt x="311" y="161"/>
                    <a:pt x="311" y="161"/>
                    <a:pt x="311" y="161"/>
                  </a:cubicBezTo>
                  <a:cubicBezTo>
                    <a:pt x="311" y="161"/>
                    <a:pt x="311" y="161"/>
                    <a:pt x="311" y="161"/>
                  </a:cubicBezTo>
                  <a:cubicBezTo>
                    <a:pt x="317" y="161"/>
                    <a:pt x="322" y="159"/>
                    <a:pt x="327" y="158"/>
                  </a:cubicBezTo>
                  <a:cubicBezTo>
                    <a:pt x="342" y="262"/>
                    <a:pt x="342" y="262"/>
                    <a:pt x="342" y="262"/>
                  </a:cubicBezTo>
                  <a:cubicBezTo>
                    <a:pt x="349" y="319"/>
                    <a:pt x="349" y="319"/>
                    <a:pt x="349" y="319"/>
                  </a:cubicBezTo>
                  <a:lnTo>
                    <a:pt x="318" y="358"/>
                  </a:lnTo>
                  <a:close/>
                  <a:moveTo>
                    <a:pt x="296" y="109"/>
                  </a:moveTo>
                  <a:cubicBezTo>
                    <a:pt x="311" y="109"/>
                    <a:pt x="311" y="109"/>
                    <a:pt x="311" y="109"/>
                  </a:cubicBezTo>
                  <a:cubicBezTo>
                    <a:pt x="326" y="109"/>
                    <a:pt x="326" y="109"/>
                    <a:pt x="326" y="109"/>
                  </a:cubicBezTo>
                  <a:cubicBezTo>
                    <a:pt x="334" y="139"/>
                    <a:pt x="334" y="139"/>
                    <a:pt x="334" y="139"/>
                  </a:cubicBezTo>
                  <a:cubicBezTo>
                    <a:pt x="333" y="141"/>
                    <a:pt x="333" y="141"/>
                    <a:pt x="333" y="141"/>
                  </a:cubicBezTo>
                  <a:cubicBezTo>
                    <a:pt x="327" y="146"/>
                    <a:pt x="319" y="149"/>
                    <a:pt x="311" y="149"/>
                  </a:cubicBezTo>
                  <a:cubicBezTo>
                    <a:pt x="304" y="149"/>
                    <a:pt x="296" y="146"/>
                    <a:pt x="290" y="141"/>
                  </a:cubicBezTo>
                  <a:cubicBezTo>
                    <a:pt x="288" y="139"/>
                    <a:pt x="288" y="139"/>
                    <a:pt x="288" y="139"/>
                  </a:cubicBezTo>
                  <a:lnTo>
                    <a:pt x="296" y="109"/>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7" name="Freeform 120"/>
            <p:cNvSpPr>
              <a:spLocks/>
            </p:cNvSpPr>
            <p:nvPr/>
          </p:nvSpPr>
          <p:spPr bwMode="auto">
            <a:xfrm>
              <a:off x="10575926" y="987425"/>
              <a:ext cx="52388" cy="80963"/>
            </a:xfrm>
            <a:custGeom>
              <a:avLst/>
              <a:gdLst>
                <a:gd name="T0" fmla="*/ 5 w 34"/>
                <a:gd name="T1" fmla="*/ 0 h 53"/>
                <a:gd name="T2" fmla="*/ 10 w 34"/>
                <a:gd name="T3" fmla="*/ 33 h 53"/>
                <a:gd name="T4" fmla="*/ 28 w 34"/>
                <a:gd name="T5" fmla="*/ 53 h 53"/>
                <a:gd name="T6" fmla="*/ 34 w 34"/>
                <a:gd name="T7" fmla="*/ 49 h 53"/>
                <a:gd name="T8" fmla="*/ 5 w 34"/>
                <a:gd name="T9" fmla="*/ 0 h 53"/>
              </a:gdLst>
              <a:ahLst/>
              <a:cxnLst>
                <a:cxn ang="0">
                  <a:pos x="T0" y="T1"/>
                </a:cxn>
                <a:cxn ang="0">
                  <a:pos x="T2" y="T3"/>
                </a:cxn>
                <a:cxn ang="0">
                  <a:pos x="T4" y="T5"/>
                </a:cxn>
                <a:cxn ang="0">
                  <a:pos x="T6" y="T7"/>
                </a:cxn>
                <a:cxn ang="0">
                  <a:pos x="T8" y="T9"/>
                </a:cxn>
              </a:cxnLst>
              <a:rect l="0" t="0" r="r" b="b"/>
              <a:pathLst>
                <a:path w="34" h="53">
                  <a:moveTo>
                    <a:pt x="5" y="0"/>
                  </a:moveTo>
                  <a:cubicBezTo>
                    <a:pt x="0" y="11"/>
                    <a:pt x="1" y="23"/>
                    <a:pt x="10" y="33"/>
                  </a:cubicBezTo>
                  <a:cubicBezTo>
                    <a:pt x="15" y="40"/>
                    <a:pt x="22" y="47"/>
                    <a:pt x="28" y="53"/>
                  </a:cubicBezTo>
                  <a:cubicBezTo>
                    <a:pt x="30" y="52"/>
                    <a:pt x="32" y="51"/>
                    <a:pt x="34" y="49"/>
                  </a:cubicBezTo>
                  <a:cubicBezTo>
                    <a:pt x="33" y="40"/>
                    <a:pt x="28" y="17"/>
                    <a:pt x="5"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8" name="Freeform 121"/>
            <p:cNvSpPr>
              <a:spLocks noEditPoints="1"/>
            </p:cNvSpPr>
            <p:nvPr/>
          </p:nvSpPr>
          <p:spPr bwMode="auto">
            <a:xfrm>
              <a:off x="10353676" y="911225"/>
              <a:ext cx="555625" cy="760413"/>
            </a:xfrm>
            <a:custGeom>
              <a:avLst/>
              <a:gdLst>
                <a:gd name="T0" fmla="*/ 329 w 366"/>
                <a:gd name="T1" fmla="*/ 203 h 502"/>
                <a:gd name="T2" fmla="*/ 316 w 366"/>
                <a:gd name="T3" fmla="*/ 185 h 502"/>
                <a:gd name="T4" fmla="*/ 232 w 366"/>
                <a:gd name="T5" fmla="*/ 119 h 502"/>
                <a:gd name="T6" fmla="*/ 252 w 366"/>
                <a:gd name="T7" fmla="*/ 84 h 502"/>
                <a:gd name="T8" fmla="*/ 280 w 366"/>
                <a:gd name="T9" fmla="*/ 60 h 502"/>
                <a:gd name="T10" fmla="*/ 236 w 366"/>
                <a:gd name="T11" fmla="*/ 26 h 502"/>
                <a:gd name="T12" fmla="*/ 193 w 366"/>
                <a:gd name="T13" fmla="*/ 20 h 502"/>
                <a:gd name="T14" fmla="*/ 138 w 366"/>
                <a:gd name="T15" fmla="*/ 34 h 502"/>
                <a:gd name="T16" fmla="*/ 156 w 366"/>
                <a:gd name="T17" fmla="*/ 44 h 502"/>
                <a:gd name="T18" fmla="*/ 189 w 366"/>
                <a:gd name="T19" fmla="*/ 104 h 502"/>
                <a:gd name="T20" fmla="*/ 181 w 366"/>
                <a:gd name="T21" fmla="*/ 110 h 502"/>
                <a:gd name="T22" fmla="*/ 102 w 366"/>
                <a:gd name="T23" fmla="*/ 148 h 502"/>
                <a:gd name="T24" fmla="*/ 84 w 366"/>
                <a:gd name="T25" fmla="*/ 434 h 502"/>
                <a:gd name="T26" fmla="*/ 311 w 366"/>
                <a:gd name="T27" fmla="*/ 451 h 502"/>
                <a:gd name="T28" fmla="*/ 329 w 366"/>
                <a:gd name="T29" fmla="*/ 203 h 502"/>
                <a:gd name="T30" fmla="*/ 64 w 366"/>
                <a:gd name="T31" fmla="*/ 270 h 502"/>
                <a:gd name="T32" fmla="*/ 102 w 366"/>
                <a:gd name="T33" fmla="*/ 403 h 502"/>
                <a:gd name="T34" fmla="*/ 64 w 366"/>
                <a:gd name="T35" fmla="*/ 270 h 502"/>
                <a:gd name="T36" fmla="*/ 85 w 366"/>
                <a:gd name="T37" fmla="*/ 209 h 502"/>
                <a:gd name="T38" fmla="*/ 197 w 366"/>
                <a:gd name="T39" fmla="*/ 129 h 502"/>
                <a:gd name="T40" fmla="*/ 85 w 366"/>
                <a:gd name="T41" fmla="*/ 209 h 502"/>
                <a:gd name="T42" fmla="*/ 282 w 366"/>
                <a:gd name="T43" fmla="*/ 325 h 502"/>
                <a:gd name="T44" fmla="*/ 248 w 366"/>
                <a:gd name="T45" fmla="*/ 339 h 502"/>
                <a:gd name="T46" fmla="*/ 249 w 366"/>
                <a:gd name="T47" fmla="*/ 373 h 502"/>
                <a:gd name="T48" fmla="*/ 229 w 366"/>
                <a:gd name="T49" fmla="*/ 371 h 502"/>
                <a:gd name="T50" fmla="*/ 228 w 366"/>
                <a:gd name="T51" fmla="*/ 341 h 502"/>
                <a:gd name="T52" fmla="*/ 177 w 366"/>
                <a:gd name="T53" fmla="*/ 330 h 502"/>
                <a:gd name="T54" fmla="*/ 186 w 366"/>
                <a:gd name="T55" fmla="*/ 321 h 502"/>
                <a:gd name="T56" fmla="*/ 227 w 366"/>
                <a:gd name="T57" fmla="*/ 328 h 502"/>
                <a:gd name="T58" fmla="*/ 224 w 366"/>
                <a:gd name="T59" fmla="*/ 297 h 502"/>
                <a:gd name="T60" fmla="*/ 172 w 366"/>
                <a:gd name="T61" fmla="*/ 265 h 502"/>
                <a:gd name="T62" fmla="*/ 204 w 366"/>
                <a:gd name="T63" fmla="*/ 232 h 502"/>
                <a:gd name="T64" fmla="*/ 191 w 366"/>
                <a:gd name="T65" fmla="*/ 209 h 502"/>
                <a:gd name="T66" fmla="*/ 209 w 366"/>
                <a:gd name="T67" fmla="*/ 204 h 502"/>
                <a:gd name="T68" fmla="*/ 222 w 366"/>
                <a:gd name="T69" fmla="*/ 228 h 502"/>
                <a:gd name="T70" fmla="*/ 275 w 366"/>
                <a:gd name="T71" fmla="*/ 245 h 502"/>
                <a:gd name="T72" fmla="*/ 257 w 366"/>
                <a:gd name="T73" fmla="*/ 245 h 502"/>
                <a:gd name="T74" fmla="*/ 229 w 366"/>
                <a:gd name="T75" fmla="*/ 241 h 502"/>
                <a:gd name="T76" fmla="*/ 244 w 366"/>
                <a:gd name="T77" fmla="*/ 288 h 502"/>
                <a:gd name="T78" fmla="*/ 255 w 366"/>
                <a:gd name="T79" fmla="*/ 289 h 502"/>
                <a:gd name="T80" fmla="*/ 282 w 366"/>
                <a:gd name="T81" fmla="*/ 325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66" h="502">
                  <a:moveTo>
                    <a:pt x="329" y="203"/>
                  </a:moveTo>
                  <a:cubicBezTo>
                    <a:pt x="325" y="197"/>
                    <a:pt x="321" y="191"/>
                    <a:pt x="316" y="185"/>
                  </a:cubicBezTo>
                  <a:cubicBezTo>
                    <a:pt x="289" y="153"/>
                    <a:pt x="240" y="125"/>
                    <a:pt x="232" y="119"/>
                  </a:cubicBezTo>
                  <a:cubicBezTo>
                    <a:pt x="219" y="109"/>
                    <a:pt x="233" y="98"/>
                    <a:pt x="252" y="84"/>
                  </a:cubicBezTo>
                  <a:cubicBezTo>
                    <a:pt x="261" y="77"/>
                    <a:pt x="271" y="69"/>
                    <a:pt x="280" y="60"/>
                  </a:cubicBezTo>
                  <a:cubicBezTo>
                    <a:pt x="306" y="33"/>
                    <a:pt x="246" y="17"/>
                    <a:pt x="236" y="26"/>
                  </a:cubicBezTo>
                  <a:cubicBezTo>
                    <a:pt x="226" y="35"/>
                    <a:pt x="205" y="41"/>
                    <a:pt x="193" y="20"/>
                  </a:cubicBezTo>
                  <a:cubicBezTo>
                    <a:pt x="181" y="0"/>
                    <a:pt x="96" y="16"/>
                    <a:pt x="138" y="34"/>
                  </a:cubicBezTo>
                  <a:cubicBezTo>
                    <a:pt x="145" y="37"/>
                    <a:pt x="151" y="40"/>
                    <a:pt x="156" y="44"/>
                  </a:cubicBezTo>
                  <a:cubicBezTo>
                    <a:pt x="189" y="68"/>
                    <a:pt x="189" y="104"/>
                    <a:pt x="189" y="104"/>
                  </a:cubicBezTo>
                  <a:cubicBezTo>
                    <a:pt x="186" y="106"/>
                    <a:pt x="184" y="108"/>
                    <a:pt x="181" y="110"/>
                  </a:cubicBezTo>
                  <a:cubicBezTo>
                    <a:pt x="149" y="129"/>
                    <a:pt x="123" y="125"/>
                    <a:pt x="102" y="148"/>
                  </a:cubicBezTo>
                  <a:cubicBezTo>
                    <a:pt x="0" y="262"/>
                    <a:pt x="36" y="390"/>
                    <a:pt x="84" y="434"/>
                  </a:cubicBezTo>
                  <a:cubicBezTo>
                    <a:pt x="143" y="488"/>
                    <a:pt x="182" y="502"/>
                    <a:pt x="311" y="451"/>
                  </a:cubicBezTo>
                  <a:cubicBezTo>
                    <a:pt x="366" y="430"/>
                    <a:pt x="358" y="257"/>
                    <a:pt x="329" y="203"/>
                  </a:cubicBezTo>
                  <a:close/>
                  <a:moveTo>
                    <a:pt x="64" y="270"/>
                  </a:moveTo>
                  <a:cubicBezTo>
                    <a:pt x="62" y="331"/>
                    <a:pt x="71" y="350"/>
                    <a:pt x="102" y="403"/>
                  </a:cubicBezTo>
                  <a:cubicBezTo>
                    <a:pt x="30" y="362"/>
                    <a:pt x="64" y="270"/>
                    <a:pt x="64" y="270"/>
                  </a:cubicBezTo>
                  <a:close/>
                  <a:moveTo>
                    <a:pt x="85" y="209"/>
                  </a:moveTo>
                  <a:cubicBezTo>
                    <a:pt x="100" y="127"/>
                    <a:pt x="197" y="129"/>
                    <a:pt x="197" y="129"/>
                  </a:cubicBezTo>
                  <a:cubicBezTo>
                    <a:pt x="138" y="139"/>
                    <a:pt x="124" y="163"/>
                    <a:pt x="85" y="209"/>
                  </a:cubicBezTo>
                  <a:close/>
                  <a:moveTo>
                    <a:pt x="282" y="325"/>
                  </a:moveTo>
                  <a:cubicBezTo>
                    <a:pt x="272" y="333"/>
                    <a:pt x="261" y="337"/>
                    <a:pt x="248" y="339"/>
                  </a:cubicBezTo>
                  <a:cubicBezTo>
                    <a:pt x="249" y="350"/>
                    <a:pt x="249" y="362"/>
                    <a:pt x="249" y="373"/>
                  </a:cubicBezTo>
                  <a:cubicBezTo>
                    <a:pt x="249" y="381"/>
                    <a:pt x="229" y="380"/>
                    <a:pt x="229" y="371"/>
                  </a:cubicBezTo>
                  <a:cubicBezTo>
                    <a:pt x="229" y="361"/>
                    <a:pt x="229" y="351"/>
                    <a:pt x="228" y="341"/>
                  </a:cubicBezTo>
                  <a:cubicBezTo>
                    <a:pt x="210" y="341"/>
                    <a:pt x="192" y="337"/>
                    <a:pt x="177" y="330"/>
                  </a:cubicBezTo>
                  <a:cubicBezTo>
                    <a:pt x="165" y="324"/>
                    <a:pt x="177" y="317"/>
                    <a:pt x="186" y="321"/>
                  </a:cubicBezTo>
                  <a:cubicBezTo>
                    <a:pt x="197" y="326"/>
                    <a:pt x="212" y="329"/>
                    <a:pt x="227" y="328"/>
                  </a:cubicBezTo>
                  <a:cubicBezTo>
                    <a:pt x="227" y="318"/>
                    <a:pt x="225" y="307"/>
                    <a:pt x="224" y="297"/>
                  </a:cubicBezTo>
                  <a:cubicBezTo>
                    <a:pt x="201" y="292"/>
                    <a:pt x="178" y="284"/>
                    <a:pt x="172" y="265"/>
                  </a:cubicBezTo>
                  <a:cubicBezTo>
                    <a:pt x="168" y="250"/>
                    <a:pt x="183" y="238"/>
                    <a:pt x="204" y="232"/>
                  </a:cubicBezTo>
                  <a:cubicBezTo>
                    <a:pt x="200" y="224"/>
                    <a:pt x="196" y="217"/>
                    <a:pt x="191" y="209"/>
                  </a:cubicBezTo>
                  <a:cubicBezTo>
                    <a:pt x="185" y="200"/>
                    <a:pt x="205" y="197"/>
                    <a:pt x="209" y="204"/>
                  </a:cubicBezTo>
                  <a:cubicBezTo>
                    <a:pt x="214" y="212"/>
                    <a:pt x="218" y="220"/>
                    <a:pt x="222" y="228"/>
                  </a:cubicBezTo>
                  <a:cubicBezTo>
                    <a:pt x="245" y="225"/>
                    <a:pt x="269" y="230"/>
                    <a:pt x="275" y="245"/>
                  </a:cubicBezTo>
                  <a:cubicBezTo>
                    <a:pt x="279" y="254"/>
                    <a:pt x="259" y="251"/>
                    <a:pt x="257" y="245"/>
                  </a:cubicBezTo>
                  <a:cubicBezTo>
                    <a:pt x="254" y="237"/>
                    <a:pt x="241" y="238"/>
                    <a:pt x="229" y="241"/>
                  </a:cubicBezTo>
                  <a:cubicBezTo>
                    <a:pt x="235" y="256"/>
                    <a:pt x="241" y="272"/>
                    <a:pt x="244" y="288"/>
                  </a:cubicBezTo>
                  <a:cubicBezTo>
                    <a:pt x="248" y="289"/>
                    <a:pt x="252" y="289"/>
                    <a:pt x="255" y="289"/>
                  </a:cubicBezTo>
                  <a:cubicBezTo>
                    <a:pt x="277" y="292"/>
                    <a:pt x="313" y="303"/>
                    <a:pt x="282" y="32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9" name="Freeform 122"/>
            <p:cNvSpPr>
              <a:spLocks/>
            </p:cNvSpPr>
            <p:nvPr/>
          </p:nvSpPr>
          <p:spPr bwMode="auto">
            <a:xfrm>
              <a:off x="10725151" y="1365250"/>
              <a:ext cx="52388" cy="38100"/>
            </a:xfrm>
            <a:custGeom>
              <a:avLst/>
              <a:gdLst>
                <a:gd name="T0" fmla="*/ 30 w 35"/>
                <a:gd name="T1" fmla="*/ 4 h 25"/>
                <a:gd name="T2" fmla="*/ 8 w 35"/>
                <a:gd name="T3" fmla="*/ 1 h 25"/>
                <a:gd name="T4" fmla="*/ 0 w 35"/>
                <a:gd name="T5" fmla="*/ 0 h 25"/>
                <a:gd name="T6" fmla="*/ 3 w 35"/>
                <a:gd name="T7" fmla="*/ 25 h 25"/>
                <a:gd name="T8" fmla="*/ 14 w 35"/>
                <a:gd name="T9" fmla="*/ 20 h 25"/>
                <a:gd name="T10" fmla="*/ 30 w 35"/>
                <a:gd name="T11" fmla="*/ 4 h 25"/>
              </a:gdLst>
              <a:ahLst/>
              <a:cxnLst>
                <a:cxn ang="0">
                  <a:pos x="T0" y="T1"/>
                </a:cxn>
                <a:cxn ang="0">
                  <a:pos x="T2" y="T3"/>
                </a:cxn>
                <a:cxn ang="0">
                  <a:pos x="T4" y="T5"/>
                </a:cxn>
                <a:cxn ang="0">
                  <a:pos x="T6" y="T7"/>
                </a:cxn>
                <a:cxn ang="0">
                  <a:pos x="T8" y="T9"/>
                </a:cxn>
                <a:cxn ang="0">
                  <a:pos x="T10" y="T11"/>
                </a:cxn>
              </a:cxnLst>
              <a:rect l="0" t="0" r="r" b="b"/>
              <a:pathLst>
                <a:path w="35" h="25">
                  <a:moveTo>
                    <a:pt x="30" y="4"/>
                  </a:moveTo>
                  <a:cubicBezTo>
                    <a:pt x="23" y="2"/>
                    <a:pt x="15" y="2"/>
                    <a:pt x="8" y="1"/>
                  </a:cubicBezTo>
                  <a:cubicBezTo>
                    <a:pt x="6" y="1"/>
                    <a:pt x="3" y="1"/>
                    <a:pt x="0" y="0"/>
                  </a:cubicBezTo>
                  <a:cubicBezTo>
                    <a:pt x="1" y="8"/>
                    <a:pt x="2" y="17"/>
                    <a:pt x="3" y="25"/>
                  </a:cubicBezTo>
                  <a:cubicBezTo>
                    <a:pt x="7" y="24"/>
                    <a:pt x="11" y="22"/>
                    <a:pt x="14" y="20"/>
                  </a:cubicBezTo>
                  <a:cubicBezTo>
                    <a:pt x="16" y="19"/>
                    <a:pt x="35" y="6"/>
                    <a:pt x="30" y="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0" name="Freeform 123"/>
            <p:cNvSpPr>
              <a:spLocks/>
            </p:cNvSpPr>
            <p:nvPr/>
          </p:nvSpPr>
          <p:spPr bwMode="auto">
            <a:xfrm>
              <a:off x="10629901" y="1287463"/>
              <a:ext cx="58738" cy="53975"/>
            </a:xfrm>
            <a:custGeom>
              <a:avLst/>
              <a:gdLst>
                <a:gd name="T0" fmla="*/ 14 w 39"/>
                <a:gd name="T1" fmla="*/ 8 h 36"/>
                <a:gd name="T2" fmla="*/ 39 w 39"/>
                <a:gd name="T3" fmla="*/ 36 h 36"/>
                <a:gd name="T4" fmla="*/ 28 w 39"/>
                <a:gd name="T5" fmla="*/ 0 h 36"/>
                <a:gd name="T6" fmla="*/ 14 w 39"/>
                <a:gd name="T7" fmla="*/ 8 h 36"/>
              </a:gdLst>
              <a:ahLst/>
              <a:cxnLst>
                <a:cxn ang="0">
                  <a:pos x="T0" y="T1"/>
                </a:cxn>
                <a:cxn ang="0">
                  <a:pos x="T2" y="T3"/>
                </a:cxn>
                <a:cxn ang="0">
                  <a:pos x="T4" y="T5"/>
                </a:cxn>
                <a:cxn ang="0">
                  <a:pos x="T6" y="T7"/>
                </a:cxn>
              </a:cxnLst>
              <a:rect l="0" t="0" r="r" b="b"/>
              <a:pathLst>
                <a:path w="39" h="36">
                  <a:moveTo>
                    <a:pt x="14" y="8"/>
                  </a:moveTo>
                  <a:cubicBezTo>
                    <a:pt x="0" y="22"/>
                    <a:pt x="19" y="30"/>
                    <a:pt x="39" y="36"/>
                  </a:cubicBezTo>
                  <a:cubicBezTo>
                    <a:pt x="36" y="23"/>
                    <a:pt x="33" y="11"/>
                    <a:pt x="28" y="0"/>
                  </a:cubicBezTo>
                  <a:cubicBezTo>
                    <a:pt x="22" y="2"/>
                    <a:pt x="17" y="5"/>
                    <a:pt x="14" y="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1" name="Freeform 124"/>
            <p:cNvSpPr>
              <a:spLocks/>
            </p:cNvSpPr>
            <p:nvPr/>
          </p:nvSpPr>
          <p:spPr bwMode="auto">
            <a:xfrm>
              <a:off x="11768138" y="1365250"/>
              <a:ext cx="53975" cy="38100"/>
            </a:xfrm>
            <a:custGeom>
              <a:avLst/>
              <a:gdLst>
                <a:gd name="T0" fmla="*/ 14 w 35"/>
                <a:gd name="T1" fmla="*/ 20 h 25"/>
                <a:gd name="T2" fmla="*/ 30 w 35"/>
                <a:gd name="T3" fmla="*/ 4 h 25"/>
                <a:gd name="T4" fmla="*/ 8 w 35"/>
                <a:gd name="T5" fmla="*/ 1 h 25"/>
                <a:gd name="T6" fmla="*/ 0 w 35"/>
                <a:gd name="T7" fmla="*/ 0 h 25"/>
                <a:gd name="T8" fmla="*/ 3 w 35"/>
                <a:gd name="T9" fmla="*/ 25 h 25"/>
                <a:gd name="T10" fmla="*/ 14 w 35"/>
                <a:gd name="T11" fmla="*/ 20 h 25"/>
              </a:gdLst>
              <a:ahLst/>
              <a:cxnLst>
                <a:cxn ang="0">
                  <a:pos x="T0" y="T1"/>
                </a:cxn>
                <a:cxn ang="0">
                  <a:pos x="T2" y="T3"/>
                </a:cxn>
                <a:cxn ang="0">
                  <a:pos x="T4" y="T5"/>
                </a:cxn>
                <a:cxn ang="0">
                  <a:pos x="T6" y="T7"/>
                </a:cxn>
                <a:cxn ang="0">
                  <a:pos x="T8" y="T9"/>
                </a:cxn>
                <a:cxn ang="0">
                  <a:pos x="T10" y="T11"/>
                </a:cxn>
              </a:cxnLst>
              <a:rect l="0" t="0" r="r" b="b"/>
              <a:pathLst>
                <a:path w="35" h="25">
                  <a:moveTo>
                    <a:pt x="14" y="20"/>
                  </a:moveTo>
                  <a:cubicBezTo>
                    <a:pt x="16" y="19"/>
                    <a:pt x="35" y="6"/>
                    <a:pt x="30" y="4"/>
                  </a:cubicBezTo>
                  <a:cubicBezTo>
                    <a:pt x="23" y="2"/>
                    <a:pt x="15" y="2"/>
                    <a:pt x="8" y="1"/>
                  </a:cubicBezTo>
                  <a:cubicBezTo>
                    <a:pt x="6" y="1"/>
                    <a:pt x="3" y="1"/>
                    <a:pt x="0" y="0"/>
                  </a:cubicBezTo>
                  <a:cubicBezTo>
                    <a:pt x="1" y="8"/>
                    <a:pt x="2" y="17"/>
                    <a:pt x="3" y="25"/>
                  </a:cubicBezTo>
                  <a:cubicBezTo>
                    <a:pt x="7" y="24"/>
                    <a:pt x="11" y="22"/>
                    <a:pt x="14" y="2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2" name="Freeform 125"/>
            <p:cNvSpPr>
              <a:spLocks/>
            </p:cNvSpPr>
            <p:nvPr/>
          </p:nvSpPr>
          <p:spPr bwMode="auto">
            <a:xfrm>
              <a:off x="11672888" y="1287463"/>
              <a:ext cx="58738" cy="53975"/>
            </a:xfrm>
            <a:custGeom>
              <a:avLst/>
              <a:gdLst>
                <a:gd name="T0" fmla="*/ 14 w 39"/>
                <a:gd name="T1" fmla="*/ 8 h 36"/>
                <a:gd name="T2" fmla="*/ 39 w 39"/>
                <a:gd name="T3" fmla="*/ 36 h 36"/>
                <a:gd name="T4" fmla="*/ 28 w 39"/>
                <a:gd name="T5" fmla="*/ 0 h 36"/>
                <a:gd name="T6" fmla="*/ 14 w 39"/>
                <a:gd name="T7" fmla="*/ 8 h 36"/>
              </a:gdLst>
              <a:ahLst/>
              <a:cxnLst>
                <a:cxn ang="0">
                  <a:pos x="T0" y="T1"/>
                </a:cxn>
                <a:cxn ang="0">
                  <a:pos x="T2" y="T3"/>
                </a:cxn>
                <a:cxn ang="0">
                  <a:pos x="T4" y="T5"/>
                </a:cxn>
                <a:cxn ang="0">
                  <a:pos x="T6" y="T7"/>
                </a:cxn>
              </a:cxnLst>
              <a:rect l="0" t="0" r="r" b="b"/>
              <a:pathLst>
                <a:path w="39" h="36">
                  <a:moveTo>
                    <a:pt x="14" y="8"/>
                  </a:moveTo>
                  <a:cubicBezTo>
                    <a:pt x="0" y="22"/>
                    <a:pt x="19" y="30"/>
                    <a:pt x="39" y="36"/>
                  </a:cubicBezTo>
                  <a:cubicBezTo>
                    <a:pt x="36" y="23"/>
                    <a:pt x="33" y="11"/>
                    <a:pt x="28" y="0"/>
                  </a:cubicBezTo>
                  <a:cubicBezTo>
                    <a:pt x="22" y="2"/>
                    <a:pt x="17" y="5"/>
                    <a:pt x="14" y="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3" name="Freeform 126"/>
            <p:cNvSpPr>
              <a:spLocks noEditPoints="1"/>
            </p:cNvSpPr>
            <p:nvPr/>
          </p:nvSpPr>
          <p:spPr bwMode="auto">
            <a:xfrm>
              <a:off x="11410951" y="911225"/>
              <a:ext cx="541338" cy="760413"/>
            </a:xfrm>
            <a:custGeom>
              <a:avLst/>
              <a:gdLst>
                <a:gd name="T0" fmla="*/ 93 w 357"/>
                <a:gd name="T1" fmla="*/ 148 h 502"/>
                <a:gd name="T2" fmla="*/ 61 w 357"/>
                <a:gd name="T3" fmla="*/ 191 h 502"/>
                <a:gd name="T4" fmla="*/ 75 w 357"/>
                <a:gd name="T5" fmla="*/ 434 h 502"/>
                <a:gd name="T6" fmla="*/ 302 w 357"/>
                <a:gd name="T7" fmla="*/ 451 h 502"/>
                <a:gd name="T8" fmla="*/ 320 w 357"/>
                <a:gd name="T9" fmla="*/ 203 h 502"/>
                <a:gd name="T10" fmla="*/ 224 w 357"/>
                <a:gd name="T11" fmla="*/ 119 h 502"/>
                <a:gd name="T12" fmla="*/ 271 w 357"/>
                <a:gd name="T13" fmla="*/ 60 h 502"/>
                <a:gd name="T14" fmla="*/ 227 w 357"/>
                <a:gd name="T15" fmla="*/ 26 h 502"/>
                <a:gd name="T16" fmla="*/ 218 w 357"/>
                <a:gd name="T17" fmla="*/ 32 h 502"/>
                <a:gd name="T18" fmla="*/ 202 w 357"/>
                <a:gd name="T19" fmla="*/ 34 h 502"/>
                <a:gd name="T20" fmla="*/ 184 w 357"/>
                <a:gd name="T21" fmla="*/ 20 h 502"/>
                <a:gd name="T22" fmla="*/ 129 w 357"/>
                <a:gd name="T23" fmla="*/ 34 h 502"/>
                <a:gd name="T24" fmla="*/ 167 w 357"/>
                <a:gd name="T25" fmla="*/ 65 h 502"/>
                <a:gd name="T26" fmla="*/ 180 w 357"/>
                <a:gd name="T27" fmla="*/ 104 h 502"/>
                <a:gd name="T28" fmla="*/ 93 w 357"/>
                <a:gd name="T29" fmla="*/ 148 h 502"/>
                <a:gd name="T30" fmla="*/ 55 w 357"/>
                <a:gd name="T31" fmla="*/ 270 h 502"/>
                <a:gd name="T32" fmla="*/ 93 w 357"/>
                <a:gd name="T33" fmla="*/ 403 h 502"/>
                <a:gd name="T34" fmla="*/ 55 w 357"/>
                <a:gd name="T35" fmla="*/ 270 h 502"/>
                <a:gd name="T36" fmla="*/ 76 w 357"/>
                <a:gd name="T37" fmla="*/ 209 h 502"/>
                <a:gd name="T38" fmla="*/ 84 w 357"/>
                <a:gd name="T39" fmla="*/ 184 h 502"/>
                <a:gd name="T40" fmla="*/ 188 w 357"/>
                <a:gd name="T41" fmla="*/ 129 h 502"/>
                <a:gd name="T42" fmla="*/ 103 w 357"/>
                <a:gd name="T43" fmla="*/ 177 h 502"/>
                <a:gd name="T44" fmla="*/ 76 w 357"/>
                <a:gd name="T45" fmla="*/ 209 h 502"/>
                <a:gd name="T46" fmla="*/ 266 w 357"/>
                <a:gd name="T47" fmla="*/ 245 h 502"/>
                <a:gd name="T48" fmla="*/ 248 w 357"/>
                <a:gd name="T49" fmla="*/ 245 h 502"/>
                <a:gd name="T50" fmla="*/ 220 w 357"/>
                <a:gd name="T51" fmla="*/ 241 h 502"/>
                <a:gd name="T52" fmla="*/ 235 w 357"/>
                <a:gd name="T53" fmla="*/ 288 h 502"/>
                <a:gd name="T54" fmla="*/ 246 w 357"/>
                <a:gd name="T55" fmla="*/ 289 h 502"/>
                <a:gd name="T56" fmla="*/ 273 w 357"/>
                <a:gd name="T57" fmla="*/ 325 h 502"/>
                <a:gd name="T58" fmla="*/ 239 w 357"/>
                <a:gd name="T59" fmla="*/ 339 h 502"/>
                <a:gd name="T60" fmla="*/ 240 w 357"/>
                <a:gd name="T61" fmla="*/ 373 h 502"/>
                <a:gd name="T62" fmla="*/ 220 w 357"/>
                <a:gd name="T63" fmla="*/ 371 h 502"/>
                <a:gd name="T64" fmla="*/ 219 w 357"/>
                <a:gd name="T65" fmla="*/ 341 h 502"/>
                <a:gd name="T66" fmla="*/ 168 w 357"/>
                <a:gd name="T67" fmla="*/ 330 h 502"/>
                <a:gd name="T68" fmla="*/ 177 w 357"/>
                <a:gd name="T69" fmla="*/ 321 h 502"/>
                <a:gd name="T70" fmla="*/ 218 w 357"/>
                <a:gd name="T71" fmla="*/ 328 h 502"/>
                <a:gd name="T72" fmla="*/ 215 w 357"/>
                <a:gd name="T73" fmla="*/ 297 h 502"/>
                <a:gd name="T74" fmla="*/ 163 w 357"/>
                <a:gd name="T75" fmla="*/ 265 h 502"/>
                <a:gd name="T76" fmla="*/ 195 w 357"/>
                <a:gd name="T77" fmla="*/ 232 h 502"/>
                <a:gd name="T78" fmla="*/ 182 w 357"/>
                <a:gd name="T79" fmla="*/ 209 h 502"/>
                <a:gd name="T80" fmla="*/ 200 w 357"/>
                <a:gd name="T81" fmla="*/ 204 h 502"/>
                <a:gd name="T82" fmla="*/ 213 w 357"/>
                <a:gd name="T83" fmla="*/ 228 h 502"/>
                <a:gd name="T84" fmla="*/ 266 w 357"/>
                <a:gd name="T85" fmla="*/ 245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57" h="502">
                  <a:moveTo>
                    <a:pt x="93" y="148"/>
                  </a:moveTo>
                  <a:cubicBezTo>
                    <a:pt x="81" y="162"/>
                    <a:pt x="70" y="176"/>
                    <a:pt x="61" y="191"/>
                  </a:cubicBezTo>
                  <a:cubicBezTo>
                    <a:pt x="0" y="293"/>
                    <a:pt x="33" y="395"/>
                    <a:pt x="75" y="434"/>
                  </a:cubicBezTo>
                  <a:cubicBezTo>
                    <a:pt x="134" y="488"/>
                    <a:pt x="173" y="502"/>
                    <a:pt x="302" y="451"/>
                  </a:cubicBezTo>
                  <a:cubicBezTo>
                    <a:pt x="357" y="430"/>
                    <a:pt x="349" y="257"/>
                    <a:pt x="320" y="203"/>
                  </a:cubicBezTo>
                  <a:cubicBezTo>
                    <a:pt x="298" y="163"/>
                    <a:pt x="232" y="126"/>
                    <a:pt x="224" y="119"/>
                  </a:cubicBezTo>
                  <a:cubicBezTo>
                    <a:pt x="204" y="104"/>
                    <a:pt x="245" y="87"/>
                    <a:pt x="271" y="60"/>
                  </a:cubicBezTo>
                  <a:cubicBezTo>
                    <a:pt x="297" y="33"/>
                    <a:pt x="237" y="17"/>
                    <a:pt x="227" y="26"/>
                  </a:cubicBezTo>
                  <a:cubicBezTo>
                    <a:pt x="225" y="28"/>
                    <a:pt x="222" y="30"/>
                    <a:pt x="218" y="32"/>
                  </a:cubicBezTo>
                  <a:cubicBezTo>
                    <a:pt x="213" y="34"/>
                    <a:pt x="208" y="35"/>
                    <a:pt x="202" y="34"/>
                  </a:cubicBezTo>
                  <a:cubicBezTo>
                    <a:pt x="196" y="32"/>
                    <a:pt x="189" y="29"/>
                    <a:pt x="184" y="20"/>
                  </a:cubicBezTo>
                  <a:cubicBezTo>
                    <a:pt x="172" y="0"/>
                    <a:pt x="87" y="16"/>
                    <a:pt x="129" y="34"/>
                  </a:cubicBezTo>
                  <a:cubicBezTo>
                    <a:pt x="148" y="42"/>
                    <a:pt x="160" y="54"/>
                    <a:pt x="167" y="65"/>
                  </a:cubicBezTo>
                  <a:cubicBezTo>
                    <a:pt x="180" y="85"/>
                    <a:pt x="180" y="104"/>
                    <a:pt x="180" y="104"/>
                  </a:cubicBezTo>
                  <a:cubicBezTo>
                    <a:pt x="144" y="130"/>
                    <a:pt x="115" y="123"/>
                    <a:pt x="93" y="148"/>
                  </a:cubicBezTo>
                  <a:close/>
                  <a:moveTo>
                    <a:pt x="55" y="270"/>
                  </a:moveTo>
                  <a:cubicBezTo>
                    <a:pt x="57" y="333"/>
                    <a:pt x="62" y="350"/>
                    <a:pt x="93" y="403"/>
                  </a:cubicBezTo>
                  <a:cubicBezTo>
                    <a:pt x="21" y="362"/>
                    <a:pt x="55" y="270"/>
                    <a:pt x="55" y="270"/>
                  </a:cubicBezTo>
                  <a:close/>
                  <a:moveTo>
                    <a:pt x="76" y="209"/>
                  </a:moveTo>
                  <a:cubicBezTo>
                    <a:pt x="77" y="200"/>
                    <a:pt x="80" y="191"/>
                    <a:pt x="84" y="184"/>
                  </a:cubicBezTo>
                  <a:cubicBezTo>
                    <a:pt x="112" y="128"/>
                    <a:pt x="188" y="129"/>
                    <a:pt x="188" y="129"/>
                  </a:cubicBezTo>
                  <a:cubicBezTo>
                    <a:pt x="145" y="137"/>
                    <a:pt x="126" y="151"/>
                    <a:pt x="103" y="177"/>
                  </a:cubicBezTo>
                  <a:cubicBezTo>
                    <a:pt x="95" y="186"/>
                    <a:pt x="86" y="197"/>
                    <a:pt x="76" y="209"/>
                  </a:cubicBezTo>
                  <a:close/>
                  <a:moveTo>
                    <a:pt x="266" y="245"/>
                  </a:moveTo>
                  <a:cubicBezTo>
                    <a:pt x="270" y="254"/>
                    <a:pt x="250" y="251"/>
                    <a:pt x="248" y="245"/>
                  </a:cubicBezTo>
                  <a:cubicBezTo>
                    <a:pt x="245" y="237"/>
                    <a:pt x="232" y="238"/>
                    <a:pt x="220" y="241"/>
                  </a:cubicBezTo>
                  <a:cubicBezTo>
                    <a:pt x="226" y="256"/>
                    <a:pt x="232" y="272"/>
                    <a:pt x="235" y="288"/>
                  </a:cubicBezTo>
                  <a:cubicBezTo>
                    <a:pt x="239" y="289"/>
                    <a:pt x="243" y="289"/>
                    <a:pt x="246" y="289"/>
                  </a:cubicBezTo>
                  <a:cubicBezTo>
                    <a:pt x="268" y="292"/>
                    <a:pt x="304" y="303"/>
                    <a:pt x="273" y="325"/>
                  </a:cubicBezTo>
                  <a:cubicBezTo>
                    <a:pt x="263" y="333"/>
                    <a:pt x="252" y="337"/>
                    <a:pt x="239" y="339"/>
                  </a:cubicBezTo>
                  <a:cubicBezTo>
                    <a:pt x="240" y="350"/>
                    <a:pt x="240" y="362"/>
                    <a:pt x="240" y="373"/>
                  </a:cubicBezTo>
                  <a:cubicBezTo>
                    <a:pt x="240" y="381"/>
                    <a:pt x="220" y="380"/>
                    <a:pt x="220" y="371"/>
                  </a:cubicBezTo>
                  <a:cubicBezTo>
                    <a:pt x="220" y="361"/>
                    <a:pt x="220" y="351"/>
                    <a:pt x="219" y="341"/>
                  </a:cubicBezTo>
                  <a:cubicBezTo>
                    <a:pt x="201" y="341"/>
                    <a:pt x="183" y="337"/>
                    <a:pt x="168" y="330"/>
                  </a:cubicBezTo>
                  <a:cubicBezTo>
                    <a:pt x="156" y="324"/>
                    <a:pt x="168" y="317"/>
                    <a:pt x="177" y="321"/>
                  </a:cubicBezTo>
                  <a:cubicBezTo>
                    <a:pt x="188" y="326"/>
                    <a:pt x="203" y="329"/>
                    <a:pt x="218" y="328"/>
                  </a:cubicBezTo>
                  <a:cubicBezTo>
                    <a:pt x="218" y="318"/>
                    <a:pt x="216" y="307"/>
                    <a:pt x="215" y="297"/>
                  </a:cubicBezTo>
                  <a:cubicBezTo>
                    <a:pt x="192" y="292"/>
                    <a:pt x="169" y="284"/>
                    <a:pt x="163" y="265"/>
                  </a:cubicBezTo>
                  <a:cubicBezTo>
                    <a:pt x="159" y="250"/>
                    <a:pt x="174" y="238"/>
                    <a:pt x="195" y="232"/>
                  </a:cubicBezTo>
                  <a:cubicBezTo>
                    <a:pt x="191" y="224"/>
                    <a:pt x="187" y="217"/>
                    <a:pt x="182" y="209"/>
                  </a:cubicBezTo>
                  <a:cubicBezTo>
                    <a:pt x="176" y="200"/>
                    <a:pt x="196" y="197"/>
                    <a:pt x="200" y="204"/>
                  </a:cubicBezTo>
                  <a:cubicBezTo>
                    <a:pt x="205" y="212"/>
                    <a:pt x="209" y="220"/>
                    <a:pt x="213" y="228"/>
                  </a:cubicBezTo>
                  <a:cubicBezTo>
                    <a:pt x="236" y="225"/>
                    <a:pt x="260" y="230"/>
                    <a:pt x="266" y="24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44" name="组合 143"/>
          <p:cNvGrpSpPr/>
          <p:nvPr/>
        </p:nvGrpSpPr>
        <p:grpSpPr>
          <a:xfrm>
            <a:off x="6642101" y="3072547"/>
            <a:ext cx="1873250" cy="1184275"/>
            <a:chOff x="6642101" y="2755900"/>
            <a:chExt cx="1873250" cy="1184275"/>
          </a:xfrm>
        </p:grpSpPr>
        <p:sp>
          <p:nvSpPr>
            <p:cNvPr id="145" name="Freeform 127"/>
            <p:cNvSpPr>
              <a:spLocks/>
            </p:cNvSpPr>
            <p:nvPr/>
          </p:nvSpPr>
          <p:spPr bwMode="auto">
            <a:xfrm>
              <a:off x="7437438" y="3116263"/>
              <a:ext cx="46038" cy="36513"/>
            </a:xfrm>
            <a:custGeom>
              <a:avLst/>
              <a:gdLst>
                <a:gd name="T0" fmla="*/ 14 w 30"/>
                <a:gd name="T1" fmla="*/ 23 h 24"/>
                <a:gd name="T2" fmla="*/ 15 w 30"/>
                <a:gd name="T3" fmla="*/ 24 h 24"/>
                <a:gd name="T4" fmla="*/ 20 w 30"/>
                <a:gd name="T5" fmla="*/ 21 h 24"/>
                <a:gd name="T6" fmla="*/ 21 w 30"/>
                <a:gd name="T7" fmla="*/ 19 h 24"/>
                <a:gd name="T8" fmla="*/ 30 w 30"/>
                <a:gd name="T9" fmla="*/ 11 h 24"/>
                <a:gd name="T10" fmla="*/ 18 w 30"/>
                <a:gd name="T11" fmla="*/ 7 h 24"/>
                <a:gd name="T12" fmla="*/ 0 w 30"/>
                <a:gd name="T13" fmla="*/ 0 h 24"/>
                <a:gd name="T14" fmla="*/ 14 w 30"/>
                <a:gd name="T15" fmla="*/ 23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4">
                  <a:moveTo>
                    <a:pt x="14" y="23"/>
                  </a:moveTo>
                  <a:cubicBezTo>
                    <a:pt x="14" y="23"/>
                    <a:pt x="15" y="24"/>
                    <a:pt x="15" y="24"/>
                  </a:cubicBezTo>
                  <a:cubicBezTo>
                    <a:pt x="16" y="23"/>
                    <a:pt x="17" y="22"/>
                    <a:pt x="20" y="21"/>
                  </a:cubicBezTo>
                  <a:cubicBezTo>
                    <a:pt x="20" y="20"/>
                    <a:pt x="21" y="20"/>
                    <a:pt x="21" y="19"/>
                  </a:cubicBezTo>
                  <a:cubicBezTo>
                    <a:pt x="23" y="18"/>
                    <a:pt x="26" y="15"/>
                    <a:pt x="30" y="11"/>
                  </a:cubicBezTo>
                  <a:cubicBezTo>
                    <a:pt x="26" y="10"/>
                    <a:pt x="22" y="8"/>
                    <a:pt x="18" y="7"/>
                  </a:cubicBezTo>
                  <a:cubicBezTo>
                    <a:pt x="12" y="5"/>
                    <a:pt x="6" y="2"/>
                    <a:pt x="0" y="0"/>
                  </a:cubicBezTo>
                  <a:cubicBezTo>
                    <a:pt x="4" y="10"/>
                    <a:pt x="10" y="19"/>
                    <a:pt x="14" y="2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6" name="Freeform 128"/>
            <p:cNvSpPr>
              <a:spLocks/>
            </p:cNvSpPr>
            <p:nvPr/>
          </p:nvSpPr>
          <p:spPr bwMode="auto">
            <a:xfrm>
              <a:off x="7466013" y="2755900"/>
              <a:ext cx="244475" cy="115888"/>
            </a:xfrm>
            <a:custGeom>
              <a:avLst/>
              <a:gdLst>
                <a:gd name="T0" fmla="*/ 161 w 161"/>
                <a:gd name="T1" fmla="*/ 77 h 77"/>
                <a:gd name="T2" fmla="*/ 54 w 161"/>
                <a:gd name="T3" fmla="*/ 11 h 77"/>
                <a:gd name="T4" fmla="*/ 0 w 161"/>
                <a:gd name="T5" fmla="*/ 47 h 77"/>
                <a:gd name="T6" fmla="*/ 88 w 161"/>
                <a:gd name="T7" fmla="*/ 61 h 77"/>
                <a:gd name="T8" fmla="*/ 161 w 161"/>
                <a:gd name="T9" fmla="*/ 77 h 77"/>
              </a:gdLst>
              <a:ahLst/>
              <a:cxnLst>
                <a:cxn ang="0">
                  <a:pos x="T0" y="T1"/>
                </a:cxn>
                <a:cxn ang="0">
                  <a:pos x="T2" y="T3"/>
                </a:cxn>
                <a:cxn ang="0">
                  <a:pos x="T4" y="T5"/>
                </a:cxn>
                <a:cxn ang="0">
                  <a:pos x="T6" y="T7"/>
                </a:cxn>
                <a:cxn ang="0">
                  <a:pos x="T8" y="T9"/>
                </a:cxn>
              </a:cxnLst>
              <a:rect l="0" t="0" r="r" b="b"/>
              <a:pathLst>
                <a:path w="161" h="77">
                  <a:moveTo>
                    <a:pt x="161" y="77"/>
                  </a:moveTo>
                  <a:cubicBezTo>
                    <a:pt x="149" y="29"/>
                    <a:pt x="102" y="0"/>
                    <a:pt x="54" y="11"/>
                  </a:cubicBezTo>
                  <a:cubicBezTo>
                    <a:pt x="31" y="16"/>
                    <a:pt x="12" y="29"/>
                    <a:pt x="0" y="47"/>
                  </a:cubicBezTo>
                  <a:cubicBezTo>
                    <a:pt x="16" y="49"/>
                    <a:pt x="53" y="54"/>
                    <a:pt x="88" y="61"/>
                  </a:cubicBezTo>
                  <a:cubicBezTo>
                    <a:pt x="129" y="68"/>
                    <a:pt x="150" y="73"/>
                    <a:pt x="161" y="7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7" name="Freeform 129"/>
            <p:cNvSpPr>
              <a:spLocks/>
            </p:cNvSpPr>
            <p:nvPr/>
          </p:nvSpPr>
          <p:spPr bwMode="auto">
            <a:xfrm>
              <a:off x="7440613" y="2898775"/>
              <a:ext cx="257175" cy="141288"/>
            </a:xfrm>
            <a:custGeom>
              <a:avLst/>
              <a:gdLst>
                <a:gd name="T0" fmla="*/ 2 w 169"/>
                <a:gd name="T1" fmla="*/ 19 h 93"/>
                <a:gd name="T2" fmla="*/ 96 w 169"/>
                <a:gd name="T3" fmla="*/ 93 h 93"/>
                <a:gd name="T4" fmla="*/ 110 w 169"/>
                <a:gd name="T5" fmla="*/ 91 h 93"/>
                <a:gd name="T6" fmla="*/ 169 w 169"/>
                <a:gd name="T7" fmla="*/ 48 h 93"/>
                <a:gd name="T8" fmla="*/ 0 w 169"/>
                <a:gd name="T9" fmla="*/ 0 h 93"/>
                <a:gd name="T10" fmla="*/ 2 w 169"/>
                <a:gd name="T11" fmla="*/ 19 h 93"/>
              </a:gdLst>
              <a:ahLst/>
              <a:cxnLst>
                <a:cxn ang="0">
                  <a:pos x="T0" y="T1"/>
                </a:cxn>
                <a:cxn ang="0">
                  <a:pos x="T2" y="T3"/>
                </a:cxn>
                <a:cxn ang="0">
                  <a:pos x="T4" y="T5"/>
                </a:cxn>
                <a:cxn ang="0">
                  <a:pos x="T6" y="T7"/>
                </a:cxn>
                <a:cxn ang="0">
                  <a:pos x="T8" y="T9"/>
                </a:cxn>
                <a:cxn ang="0">
                  <a:pos x="T10" y="T11"/>
                </a:cxn>
              </a:cxnLst>
              <a:rect l="0" t="0" r="r" b="b"/>
              <a:pathLst>
                <a:path w="169" h="93">
                  <a:moveTo>
                    <a:pt x="2" y="19"/>
                  </a:moveTo>
                  <a:cubicBezTo>
                    <a:pt x="39" y="41"/>
                    <a:pt x="71" y="68"/>
                    <a:pt x="96" y="93"/>
                  </a:cubicBezTo>
                  <a:cubicBezTo>
                    <a:pt x="101" y="93"/>
                    <a:pt x="106" y="92"/>
                    <a:pt x="110" y="91"/>
                  </a:cubicBezTo>
                  <a:cubicBezTo>
                    <a:pt x="136" y="85"/>
                    <a:pt x="157" y="69"/>
                    <a:pt x="169" y="48"/>
                  </a:cubicBezTo>
                  <a:cubicBezTo>
                    <a:pt x="143" y="43"/>
                    <a:pt x="32" y="10"/>
                    <a:pt x="0" y="0"/>
                  </a:cubicBezTo>
                  <a:cubicBezTo>
                    <a:pt x="0" y="6"/>
                    <a:pt x="1" y="12"/>
                    <a:pt x="2" y="1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8" name="Freeform 130"/>
            <p:cNvSpPr>
              <a:spLocks/>
            </p:cNvSpPr>
            <p:nvPr/>
          </p:nvSpPr>
          <p:spPr bwMode="auto">
            <a:xfrm>
              <a:off x="7297738" y="2782888"/>
              <a:ext cx="422275" cy="177800"/>
            </a:xfrm>
            <a:custGeom>
              <a:avLst/>
              <a:gdLst>
                <a:gd name="T0" fmla="*/ 69 w 278"/>
                <a:gd name="T1" fmla="*/ 52 h 117"/>
                <a:gd name="T2" fmla="*/ 44 w 278"/>
                <a:gd name="T3" fmla="*/ 68 h 117"/>
                <a:gd name="T4" fmla="*/ 69 w 278"/>
                <a:gd name="T5" fmla="*/ 80 h 117"/>
                <a:gd name="T6" fmla="*/ 93 w 278"/>
                <a:gd name="T7" fmla="*/ 68 h 117"/>
                <a:gd name="T8" fmla="*/ 95 w 278"/>
                <a:gd name="T9" fmla="*/ 69 h 117"/>
                <a:gd name="T10" fmla="*/ 267 w 278"/>
                <a:gd name="T11" fmla="*/ 117 h 117"/>
                <a:gd name="T12" fmla="*/ 267 w 278"/>
                <a:gd name="T13" fmla="*/ 117 h 117"/>
                <a:gd name="T14" fmla="*/ 276 w 278"/>
                <a:gd name="T15" fmla="*/ 71 h 117"/>
                <a:gd name="T16" fmla="*/ 274 w 278"/>
                <a:gd name="T17" fmla="*/ 69 h 117"/>
                <a:gd name="T18" fmla="*/ 106 w 278"/>
                <a:gd name="T19" fmla="*/ 36 h 117"/>
                <a:gd name="T20" fmla="*/ 105 w 278"/>
                <a:gd name="T21" fmla="*/ 36 h 117"/>
                <a:gd name="T22" fmla="*/ 13 w 278"/>
                <a:gd name="T23" fmla="*/ 50 h 117"/>
                <a:gd name="T24" fmla="*/ 69 w 278"/>
                <a:gd name="T25" fmla="*/ 52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8" h="117">
                  <a:moveTo>
                    <a:pt x="69" y="52"/>
                  </a:moveTo>
                  <a:cubicBezTo>
                    <a:pt x="69" y="52"/>
                    <a:pt x="56" y="60"/>
                    <a:pt x="44" y="68"/>
                  </a:cubicBezTo>
                  <a:cubicBezTo>
                    <a:pt x="52" y="72"/>
                    <a:pt x="61" y="76"/>
                    <a:pt x="69" y="80"/>
                  </a:cubicBezTo>
                  <a:cubicBezTo>
                    <a:pt x="85" y="75"/>
                    <a:pt x="93" y="68"/>
                    <a:pt x="93" y="68"/>
                  </a:cubicBezTo>
                  <a:cubicBezTo>
                    <a:pt x="93" y="68"/>
                    <a:pt x="94" y="68"/>
                    <a:pt x="95" y="69"/>
                  </a:cubicBezTo>
                  <a:cubicBezTo>
                    <a:pt x="115" y="75"/>
                    <a:pt x="253" y="117"/>
                    <a:pt x="267" y="117"/>
                  </a:cubicBezTo>
                  <a:cubicBezTo>
                    <a:pt x="267" y="117"/>
                    <a:pt x="267" y="117"/>
                    <a:pt x="267" y="117"/>
                  </a:cubicBezTo>
                  <a:cubicBezTo>
                    <a:pt x="275" y="115"/>
                    <a:pt x="278" y="81"/>
                    <a:pt x="276" y="71"/>
                  </a:cubicBezTo>
                  <a:cubicBezTo>
                    <a:pt x="276" y="70"/>
                    <a:pt x="275" y="69"/>
                    <a:pt x="274" y="69"/>
                  </a:cubicBezTo>
                  <a:cubicBezTo>
                    <a:pt x="255" y="58"/>
                    <a:pt x="129" y="39"/>
                    <a:pt x="106" y="36"/>
                  </a:cubicBezTo>
                  <a:cubicBezTo>
                    <a:pt x="106" y="36"/>
                    <a:pt x="105" y="36"/>
                    <a:pt x="105" y="36"/>
                  </a:cubicBezTo>
                  <a:cubicBezTo>
                    <a:pt x="93" y="34"/>
                    <a:pt x="78" y="0"/>
                    <a:pt x="13" y="50"/>
                  </a:cubicBezTo>
                  <a:cubicBezTo>
                    <a:pt x="0" y="60"/>
                    <a:pt x="69" y="52"/>
                    <a:pt x="69" y="5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9" name="Freeform 131"/>
            <p:cNvSpPr>
              <a:spLocks/>
            </p:cNvSpPr>
            <p:nvPr/>
          </p:nvSpPr>
          <p:spPr bwMode="auto">
            <a:xfrm>
              <a:off x="6975476" y="3008313"/>
              <a:ext cx="41275" cy="39688"/>
            </a:xfrm>
            <a:custGeom>
              <a:avLst/>
              <a:gdLst>
                <a:gd name="T0" fmla="*/ 11 w 27"/>
                <a:gd name="T1" fmla="*/ 5 h 26"/>
                <a:gd name="T2" fmla="*/ 27 w 27"/>
                <a:gd name="T3" fmla="*/ 26 h 26"/>
                <a:gd name="T4" fmla="*/ 20 w 27"/>
                <a:gd name="T5" fmla="*/ 0 h 26"/>
                <a:gd name="T6" fmla="*/ 11 w 27"/>
                <a:gd name="T7" fmla="*/ 5 h 26"/>
              </a:gdLst>
              <a:ahLst/>
              <a:cxnLst>
                <a:cxn ang="0">
                  <a:pos x="T0" y="T1"/>
                </a:cxn>
                <a:cxn ang="0">
                  <a:pos x="T2" y="T3"/>
                </a:cxn>
                <a:cxn ang="0">
                  <a:pos x="T4" y="T5"/>
                </a:cxn>
                <a:cxn ang="0">
                  <a:pos x="T6" y="T7"/>
                </a:cxn>
              </a:cxnLst>
              <a:rect l="0" t="0" r="r" b="b"/>
              <a:pathLst>
                <a:path w="27" h="26">
                  <a:moveTo>
                    <a:pt x="11" y="5"/>
                  </a:moveTo>
                  <a:cubicBezTo>
                    <a:pt x="0" y="16"/>
                    <a:pt x="12" y="22"/>
                    <a:pt x="27" y="26"/>
                  </a:cubicBezTo>
                  <a:cubicBezTo>
                    <a:pt x="25" y="17"/>
                    <a:pt x="23" y="9"/>
                    <a:pt x="20" y="0"/>
                  </a:cubicBezTo>
                  <a:cubicBezTo>
                    <a:pt x="15" y="2"/>
                    <a:pt x="12" y="4"/>
                    <a:pt x="11" y="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0" name="Freeform 132"/>
            <p:cNvSpPr>
              <a:spLocks/>
            </p:cNvSpPr>
            <p:nvPr/>
          </p:nvSpPr>
          <p:spPr bwMode="auto">
            <a:xfrm>
              <a:off x="7051676" y="3071813"/>
              <a:ext cx="34925" cy="28575"/>
            </a:xfrm>
            <a:custGeom>
              <a:avLst/>
              <a:gdLst>
                <a:gd name="T0" fmla="*/ 23 w 23"/>
                <a:gd name="T1" fmla="*/ 4 h 18"/>
                <a:gd name="T2" fmla="*/ 6 w 23"/>
                <a:gd name="T3" fmla="*/ 1 h 18"/>
                <a:gd name="T4" fmla="*/ 0 w 23"/>
                <a:gd name="T5" fmla="*/ 0 h 18"/>
                <a:gd name="T6" fmla="*/ 2 w 23"/>
                <a:gd name="T7" fmla="*/ 18 h 18"/>
                <a:gd name="T8" fmla="*/ 10 w 23"/>
                <a:gd name="T9" fmla="*/ 15 h 18"/>
                <a:gd name="T10" fmla="*/ 21 w 23"/>
                <a:gd name="T11" fmla="*/ 6 h 18"/>
                <a:gd name="T12" fmla="*/ 23 w 23"/>
                <a:gd name="T13" fmla="*/ 4 h 18"/>
              </a:gdLst>
              <a:ahLst/>
              <a:cxnLst>
                <a:cxn ang="0">
                  <a:pos x="T0" y="T1"/>
                </a:cxn>
                <a:cxn ang="0">
                  <a:pos x="T2" y="T3"/>
                </a:cxn>
                <a:cxn ang="0">
                  <a:pos x="T4" y="T5"/>
                </a:cxn>
                <a:cxn ang="0">
                  <a:pos x="T6" y="T7"/>
                </a:cxn>
                <a:cxn ang="0">
                  <a:pos x="T8" y="T9"/>
                </a:cxn>
                <a:cxn ang="0">
                  <a:pos x="T10" y="T11"/>
                </a:cxn>
                <a:cxn ang="0">
                  <a:pos x="T12" y="T13"/>
                </a:cxn>
              </a:cxnLst>
              <a:rect l="0" t="0" r="r" b="b"/>
              <a:pathLst>
                <a:path w="23" h="18">
                  <a:moveTo>
                    <a:pt x="23" y="4"/>
                  </a:moveTo>
                  <a:cubicBezTo>
                    <a:pt x="17" y="2"/>
                    <a:pt x="12" y="2"/>
                    <a:pt x="6" y="1"/>
                  </a:cubicBezTo>
                  <a:cubicBezTo>
                    <a:pt x="4" y="1"/>
                    <a:pt x="2" y="1"/>
                    <a:pt x="0" y="0"/>
                  </a:cubicBezTo>
                  <a:cubicBezTo>
                    <a:pt x="1" y="6"/>
                    <a:pt x="2" y="12"/>
                    <a:pt x="2" y="18"/>
                  </a:cubicBezTo>
                  <a:cubicBezTo>
                    <a:pt x="5" y="17"/>
                    <a:pt x="8" y="16"/>
                    <a:pt x="10" y="15"/>
                  </a:cubicBezTo>
                  <a:cubicBezTo>
                    <a:pt x="14" y="12"/>
                    <a:pt x="18" y="10"/>
                    <a:pt x="21" y="6"/>
                  </a:cubicBezTo>
                  <a:cubicBezTo>
                    <a:pt x="22" y="5"/>
                    <a:pt x="23" y="5"/>
                    <a:pt x="23" y="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1" name="Freeform 133"/>
            <p:cNvSpPr>
              <a:spLocks noEditPoints="1"/>
            </p:cNvSpPr>
            <p:nvPr/>
          </p:nvSpPr>
          <p:spPr bwMode="auto">
            <a:xfrm>
              <a:off x="6642101" y="2827338"/>
              <a:ext cx="1030288" cy="442913"/>
            </a:xfrm>
            <a:custGeom>
              <a:avLst/>
              <a:gdLst>
                <a:gd name="T0" fmla="*/ 400 w 680"/>
                <a:gd name="T1" fmla="*/ 165 h 293"/>
                <a:gd name="T2" fmla="*/ 442 w 680"/>
                <a:gd name="T3" fmla="*/ 162 h 293"/>
                <a:gd name="T4" fmla="*/ 444 w 680"/>
                <a:gd name="T5" fmla="*/ 158 h 293"/>
                <a:gd name="T6" fmla="*/ 468 w 680"/>
                <a:gd name="T7" fmla="*/ 140 h 293"/>
                <a:gd name="T8" fmla="*/ 478 w 680"/>
                <a:gd name="T9" fmla="*/ 139 h 293"/>
                <a:gd name="T10" fmla="*/ 517 w 680"/>
                <a:gd name="T11" fmla="*/ 169 h 293"/>
                <a:gd name="T12" fmla="*/ 517 w 680"/>
                <a:gd name="T13" fmla="*/ 170 h 293"/>
                <a:gd name="T14" fmla="*/ 517 w 680"/>
                <a:gd name="T15" fmla="*/ 170 h 293"/>
                <a:gd name="T16" fmla="*/ 518 w 680"/>
                <a:gd name="T17" fmla="*/ 174 h 293"/>
                <a:gd name="T18" fmla="*/ 521 w 680"/>
                <a:gd name="T19" fmla="*/ 181 h 293"/>
                <a:gd name="T20" fmla="*/ 544 w 680"/>
                <a:gd name="T21" fmla="*/ 189 h 293"/>
                <a:gd name="T22" fmla="*/ 561 w 680"/>
                <a:gd name="T23" fmla="*/ 196 h 293"/>
                <a:gd name="T24" fmla="*/ 565 w 680"/>
                <a:gd name="T25" fmla="*/ 190 h 293"/>
                <a:gd name="T26" fmla="*/ 570 w 680"/>
                <a:gd name="T27" fmla="*/ 184 h 293"/>
                <a:gd name="T28" fmla="*/ 571 w 680"/>
                <a:gd name="T29" fmla="*/ 182 h 293"/>
                <a:gd name="T30" fmla="*/ 604 w 680"/>
                <a:gd name="T31" fmla="*/ 164 h 293"/>
                <a:gd name="T32" fmla="*/ 627 w 680"/>
                <a:gd name="T33" fmla="*/ 171 h 293"/>
                <a:gd name="T34" fmla="*/ 643 w 680"/>
                <a:gd name="T35" fmla="*/ 197 h 293"/>
                <a:gd name="T36" fmla="*/ 638 w 680"/>
                <a:gd name="T37" fmla="*/ 226 h 293"/>
                <a:gd name="T38" fmla="*/ 676 w 680"/>
                <a:gd name="T39" fmla="*/ 236 h 293"/>
                <a:gd name="T40" fmla="*/ 612 w 680"/>
                <a:gd name="T41" fmla="*/ 141 h 293"/>
                <a:gd name="T42" fmla="*/ 531 w 680"/>
                <a:gd name="T43" fmla="*/ 78 h 293"/>
                <a:gd name="T44" fmla="*/ 501 w 680"/>
                <a:gd name="T45" fmla="*/ 60 h 293"/>
                <a:gd name="T46" fmla="*/ 491 w 680"/>
                <a:gd name="T47" fmla="*/ 54 h 293"/>
                <a:gd name="T48" fmla="*/ 470 w 680"/>
                <a:gd name="T49" fmla="*/ 44 h 293"/>
                <a:gd name="T50" fmla="*/ 461 w 680"/>
                <a:gd name="T51" fmla="*/ 41 h 293"/>
                <a:gd name="T52" fmla="*/ 242 w 680"/>
                <a:gd name="T53" fmla="*/ 17 h 293"/>
                <a:gd name="T54" fmla="*/ 177 w 680"/>
                <a:gd name="T55" fmla="*/ 289 h 293"/>
                <a:gd name="T56" fmla="*/ 303 w 680"/>
                <a:gd name="T57" fmla="*/ 254 h 293"/>
                <a:gd name="T58" fmla="*/ 400 w 680"/>
                <a:gd name="T59" fmla="*/ 165 h 293"/>
                <a:gd name="T60" fmla="*/ 112 w 680"/>
                <a:gd name="T61" fmla="*/ 167 h 293"/>
                <a:gd name="T62" fmla="*/ 239 w 680"/>
                <a:gd name="T63" fmla="*/ 41 h 293"/>
                <a:gd name="T64" fmla="*/ 112 w 680"/>
                <a:gd name="T65" fmla="*/ 167 h 293"/>
                <a:gd name="T66" fmla="*/ 301 w 680"/>
                <a:gd name="T67" fmla="*/ 183 h 293"/>
                <a:gd name="T68" fmla="*/ 274 w 680"/>
                <a:gd name="T69" fmla="*/ 195 h 293"/>
                <a:gd name="T70" fmla="*/ 274 w 680"/>
                <a:gd name="T71" fmla="*/ 222 h 293"/>
                <a:gd name="T72" fmla="*/ 254 w 680"/>
                <a:gd name="T73" fmla="*/ 220 h 293"/>
                <a:gd name="T74" fmla="*/ 254 w 680"/>
                <a:gd name="T75" fmla="*/ 196 h 293"/>
                <a:gd name="T76" fmla="*/ 212 w 680"/>
                <a:gd name="T77" fmla="*/ 187 h 293"/>
                <a:gd name="T78" fmla="*/ 221 w 680"/>
                <a:gd name="T79" fmla="*/ 178 h 293"/>
                <a:gd name="T80" fmla="*/ 253 w 680"/>
                <a:gd name="T81" fmla="*/ 184 h 293"/>
                <a:gd name="T82" fmla="*/ 250 w 680"/>
                <a:gd name="T83" fmla="*/ 159 h 293"/>
                <a:gd name="T84" fmla="*/ 208 w 680"/>
                <a:gd name="T85" fmla="*/ 132 h 293"/>
                <a:gd name="T86" fmla="*/ 233 w 680"/>
                <a:gd name="T87" fmla="*/ 104 h 293"/>
                <a:gd name="T88" fmla="*/ 223 w 680"/>
                <a:gd name="T89" fmla="*/ 86 h 293"/>
                <a:gd name="T90" fmla="*/ 241 w 680"/>
                <a:gd name="T91" fmla="*/ 81 h 293"/>
                <a:gd name="T92" fmla="*/ 251 w 680"/>
                <a:gd name="T93" fmla="*/ 101 h 293"/>
                <a:gd name="T94" fmla="*/ 296 w 680"/>
                <a:gd name="T95" fmla="*/ 116 h 293"/>
                <a:gd name="T96" fmla="*/ 278 w 680"/>
                <a:gd name="T97" fmla="*/ 116 h 293"/>
                <a:gd name="T98" fmla="*/ 257 w 680"/>
                <a:gd name="T99" fmla="*/ 113 h 293"/>
                <a:gd name="T100" fmla="*/ 268 w 680"/>
                <a:gd name="T101" fmla="*/ 150 h 293"/>
                <a:gd name="T102" fmla="*/ 277 w 680"/>
                <a:gd name="T103" fmla="*/ 152 h 293"/>
                <a:gd name="T104" fmla="*/ 301 w 680"/>
                <a:gd name="T105" fmla="*/ 183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80" h="293">
                  <a:moveTo>
                    <a:pt x="400" y="165"/>
                  </a:moveTo>
                  <a:cubicBezTo>
                    <a:pt x="411" y="161"/>
                    <a:pt x="425" y="160"/>
                    <a:pt x="442" y="162"/>
                  </a:cubicBezTo>
                  <a:cubicBezTo>
                    <a:pt x="442" y="161"/>
                    <a:pt x="443" y="160"/>
                    <a:pt x="444" y="158"/>
                  </a:cubicBezTo>
                  <a:cubicBezTo>
                    <a:pt x="449" y="149"/>
                    <a:pt x="458" y="143"/>
                    <a:pt x="468" y="140"/>
                  </a:cubicBezTo>
                  <a:cubicBezTo>
                    <a:pt x="471" y="139"/>
                    <a:pt x="475" y="139"/>
                    <a:pt x="478" y="139"/>
                  </a:cubicBezTo>
                  <a:cubicBezTo>
                    <a:pt x="496" y="139"/>
                    <a:pt x="512" y="151"/>
                    <a:pt x="517" y="169"/>
                  </a:cubicBezTo>
                  <a:cubicBezTo>
                    <a:pt x="517" y="170"/>
                    <a:pt x="517" y="170"/>
                    <a:pt x="517" y="170"/>
                  </a:cubicBezTo>
                  <a:cubicBezTo>
                    <a:pt x="517" y="170"/>
                    <a:pt x="517" y="170"/>
                    <a:pt x="517" y="170"/>
                  </a:cubicBezTo>
                  <a:cubicBezTo>
                    <a:pt x="517" y="171"/>
                    <a:pt x="518" y="172"/>
                    <a:pt x="518" y="174"/>
                  </a:cubicBezTo>
                  <a:cubicBezTo>
                    <a:pt x="519" y="176"/>
                    <a:pt x="520" y="179"/>
                    <a:pt x="521" y="181"/>
                  </a:cubicBezTo>
                  <a:cubicBezTo>
                    <a:pt x="528" y="184"/>
                    <a:pt x="536" y="187"/>
                    <a:pt x="544" y="189"/>
                  </a:cubicBezTo>
                  <a:cubicBezTo>
                    <a:pt x="549" y="191"/>
                    <a:pt x="555" y="194"/>
                    <a:pt x="561" y="196"/>
                  </a:cubicBezTo>
                  <a:cubicBezTo>
                    <a:pt x="562" y="194"/>
                    <a:pt x="563" y="192"/>
                    <a:pt x="565" y="190"/>
                  </a:cubicBezTo>
                  <a:cubicBezTo>
                    <a:pt x="566" y="188"/>
                    <a:pt x="568" y="186"/>
                    <a:pt x="570" y="184"/>
                  </a:cubicBezTo>
                  <a:cubicBezTo>
                    <a:pt x="570" y="183"/>
                    <a:pt x="571" y="182"/>
                    <a:pt x="571" y="182"/>
                  </a:cubicBezTo>
                  <a:cubicBezTo>
                    <a:pt x="579" y="171"/>
                    <a:pt x="591" y="164"/>
                    <a:pt x="604" y="164"/>
                  </a:cubicBezTo>
                  <a:cubicBezTo>
                    <a:pt x="612" y="164"/>
                    <a:pt x="620" y="167"/>
                    <a:pt x="627" y="171"/>
                  </a:cubicBezTo>
                  <a:cubicBezTo>
                    <a:pt x="636" y="177"/>
                    <a:pt x="641" y="187"/>
                    <a:pt x="643" y="197"/>
                  </a:cubicBezTo>
                  <a:cubicBezTo>
                    <a:pt x="645" y="207"/>
                    <a:pt x="643" y="217"/>
                    <a:pt x="638" y="226"/>
                  </a:cubicBezTo>
                  <a:cubicBezTo>
                    <a:pt x="660" y="234"/>
                    <a:pt x="675" y="239"/>
                    <a:pt x="676" y="236"/>
                  </a:cubicBezTo>
                  <a:cubicBezTo>
                    <a:pt x="680" y="223"/>
                    <a:pt x="656" y="184"/>
                    <a:pt x="612" y="141"/>
                  </a:cubicBezTo>
                  <a:cubicBezTo>
                    <a:pt x="590" y="120"/>
                    <a:pt x="563" y="98"/>
                    <a:pt x="531" y="78"/>
                  </a:cubicBezTo>
                  <a:cubicBezTo>
                    <a:pt x="522" y="72"/>
                    <a:pt x="512" y="66"/>
                    <a:pt x="501" y="60"/>
                  </a:cubicBezTo>
                  <a:cubicBezTo>
                    <a:pt x="498" y="58"/>
                    <a:pt x="494" y="56"/>
                    <a:pt x="491" y="54"/>
                  </a:cubicBezTo>
                  <a:cubicBezTo>
                    <a:pt x="484" y="51"/>
                    <a:pt x="477" y="48"/>
                    <a:pt x="470" y="44"/>
                  </a:cubicBezTo>
                  <a:cubicBezTo>
                    <a:pt x="467" y="43"/>
                    <a:pt x="464" y="42"/>
                    <a:pt x="461" y="41"/>
                  </a:cubicBezTo>
                  <a:cubicBezTo>
                    <a:pt x="397" y="13"/>
                    <a:pt x="322" y="0"/>
                    <a:pt x="242" y="17"/>
                  </a:cubicBezTo>
                  <a:cubicBezTo>
                    <a:pt x="0" y="70"/>
                    <a:pt x="81" y="282"/>
                    <a:pt x="177" y="289"/>
                  </a:cubicBezTo>
                  <a:cubicBezTo>
                    <a:pt x="231" y="293"/>
                    <a:pt x="272" y="276"/>
                    <a:pt x="303" y="254"/>
                  </a:cubicBezTo>
                  <a:cubicBezTo>
                    <a:pt x="352" y="220"/>
                    <a:pt x="380" y="172"/>
                    <a:pt x="400" y="165"/>
                  </a:cubicBezTo>
                  <a:close/>
                  <a:moveTo>
                    <a:pt x="112" y="167"/>
                  </a:moveTo>
                  <a:cubicBezTo>
                    <a:pt x="114" y="59"/>
                    <a:pt x="239" y="41"/>
                    <a:pt x="239" y="41"/>
                  </a:cubicBezTo>
                  <a:cubicBezTo>
                    <a:pt x="166" y="66"/>
                    <a:pt x="152" y="99"/>
                    <a:pt x="112" y="167"/>
                  </a:cubicBezTo>
                  <a:close/>
                  <a:moveTo>
                    <a:pt x="301" y="183"/>
                  </a:moveTo>
                  <a:cubicBezTo>
                    <a:pt x="293" y="189"/>
                    <a:pt x="284" y="193"/>
                    <a:pt x="274" y="195"/>
                  </a:cubicBezTo>
                  <a:cubicBezTo>
                    <a:pt x="274" y="203"/>
                    <a:pt x="274" y="212"/>
                    <a:pt x="274" y="222"/>
                  </a:cubicBezTo>
                  <a:cubicBezTo>
                    <a:pt x="274" y="230"/>
                    <a:pt x="254" y="229"/>
                    <a:pt x="254" y="220"/>
                  </a:cubicBezTo>
                  <a:cubicBezTo>
                    <a:pt x="254" y="212"/>
                    <a:pt x="254" y="204"/>
                    <a:pt x="254" y="196"/>
                  </a:cubicBezTo>
                  <a:cubicBezTo>
                    <a:pt x="239" y="196"/>
                    <a:pt x="224" y="192"/>
                    <a:pt x="212" y="187"/>
                  </a:cubicBezTo>
                  <a:cubicBezTo>
                    <a:pt x="200" y="181"/>
                    <a:pt x="212" y="174"/>
                    <a:pt x="221" y="178"/>
                  </a:cubicBezTo>
                  <a:cubicBezTo>
                    <a:pt x="229" y="182"/>
                    <a:pt x="241" y="184"/>
                    <a:pt x="253" y="184"/>
                  </a:cubicBezTo>
                  <a:cubicBezTo>
                    <a:pt x="252" y="175"/>
                    <a:pt x="251" y="167"/>
                    <a:pt x="250" y="159"/>
                  </a:cubicBezTo>
                  <a:cubicBezTo>
                    <a:pt x="232" y="155"/>
                    <a:pt x="212" y="148"/>
                    <a:pt x="208" y="132"/>
                  </a:cubicBezTo>
                  <a:cubicBezTo>
                    <a:pt x="204" y="119"/>
                    <a:pt x="216" y="110"/>
                    <a:pt x="233" y="104"/>
                  </a:cubicBezTo>
                  <a:cubicBezTo>
                    <a:pt x="230" y="98"/>
                    <a:pt x="227" y="92"/>
                    <a:pt x="223" y="86"/>
                  </a:cubicBezTo>
                  <a:cubicBezTo>
                    <a:pt x="218" y="77"/>
                    <a:pt x="237" y="75"/>
                    <a:pt x="241" y="81"/>
                  </a:cubicBezTo>
                  <a:cubicBezTo>
                    <a:pt x="245" y="88"/>
                    <a:pt x="248" y="94"/>
                    <a:pt x="251" y="101"/>
                  </a:cubicBezTo>
                  <a:cubicBezTo>
                    <a:pt x="271" y="99"/>
                    <a:pt x="291" y="103"/>
                    <a:pt x="296" y="116"/>
                  </a:cubicBezTo>
                  <a:cubicBezTo>
                    <a:pt x="299" y="125"/>
                    <a:pt x="280" y="122"/>
                    <a:pt x="278" y="116"/>
                  </a:cubicBezTo>
                  <a:cubicBezTo>
                    <a:pt x="276" y="110"/>
                    <a:pt x="267" y="111"/>
                    <a:pt x="257" y="113"/>
                  </a:cubicBezTo>
                  <a:cubicBezTo>
                    <a:pt x="262" y="126"/>
                    <a:pt x="266" y="138"/>
                    <a:pt x="268" y="150"/>
                  </a:cubicBezTo>
                  <a:cubicBezTo>
                    <a:pt x="272" y="151"/>
                    <a:pt x="275" y="151"/>
                    <a:pt x="277" y="152"/>
                  </a:cubicBezTo>
                  <a:cubicBezTo>
                    <a:pt x="296" y="154"/>
                    <a:pt x="328" y="164"/>
                    <a:pt x="301" y="18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2" name="Freeform 134"/>
            <p:cNvSpPr>
              <a:spLocks/>
            </p:cNvSpPr>
            <p:nvPr/>
          </p:nvSpPr>
          <p:spPr bwMode="auto">
            <a:xfrm>
              <a:off x="7316788" y="3044825"/>
              <a:ext cx="295275" cy="217488"/>
            </a:xfrm>
            <a:custGeom>
              <a:avLst/>
              <a:gdLst>
                <a:gd name="T0" fmla="*/ 185 w 195"/>
                <a:gd name="T1" fmla="*/ 78 h 143"/>
                <a:gd name="T2" fmla="*/ 177 w 195"/>
                <a:gd name="T3" fmla="*/ 34 h 143"/>
                <a:gd name="T4" fmla="*/ 133 w 195"/>
                <a:gd name="T5" fmla="*/ 42 h 143"/>
                <a:gd name="T6" fmla="*/ 123 w 195"/>
                <a:gd name="T7" fmla="*/ 55 h 143"/>
                <a:gd name="T8" fmla="*/ 119 w 195"/>
                <a:gd name="T9" fmla="*/ 60 h 143"/>
                <a:gd name="T10" fmla="*/ 118 w 195"/>
                <a:gd name="T11" fmla="*/ 61 h 143"/>
                <a:gd name="T12" fmla="*/ 117 w 195"/>
                <a:gd name="T13" fmla="*/ 62 h 143"/>
                <a:gd name="T14" fmla="*/ 104 w 195"/>
                <a:gd name="T15" fmla="*/ 74 h 143"/>
                <a:gd name="T16" fmla="*/ 101 w 195"/>
                <a:gd name="T17" fmla="*/ 77 h 143"/>
                <a:gd name="T18" fmla="*/ 94 w 195"/>
                <a:gd name="T19" fmla="*/ 79 h 143"/>
                <a:gd name="T20" fmla="*/ 88 w 195"/>
                <a:gd name="T21" fmla="*/ 76 h 143"/>
                <a:gd name="T22" fmla="*/ 71 w 195"/>
                <a:gd name="T23" fmla="*/ 47 h 143"/>
                <a:gd name="T24" fmla="*/ 69 w 195"/>
                <a:gd name="T25" fmla="*/ 44 h 143"/>
                <a:gd name="T26" fmla="*/ 66 w 195"/>
                <a:gd name="T27" fmla="*/ 34 h 143"/>
                <a:gd name="T28" fmla="*/ 65 w 195"/>
                <a:gd name="T29" fmla="*/ 32 h 143"/>
                <a:gd name="T30" fmla="*/ 64 w 195"/>
                <a:gd name="T31" fmla="*/ 28 h 143"/>
                <a:gd name="T32" fmla="*/ 64 w 195"/>
                <a:gd name="T33" fmla="*/ 27 h 143"/>
                <a:gd name="T34" fmla="*/ 64 w 195"/>
                <a:gd name="T35" fmla="*/ 27 h 143"/>
                <a:gd name="T36" fmla="*/ 64 w 195"/>
                <a:gd name="T37" fmla="*/ 27 h 143"/>
                <a:gd name="T38" fmla="*/ 64 w 195"/>
                <a:gd name="T39" fmla="*/ 27 h 143"/>
                <a:gd name="T40" fmla="*/ 25 w 195"/>
                <a:gd name="T41" fmla="*/ 4 h 143"/>
                <a:gd name="T42" fmla="*/ 5 w 195"/>
                <a:gd name="T43" fmla="*/ 19 h 143"/>
                <a:gd name="T44" fmla="*/ 2 w 195"/>
                <a:gd name="T45" fmla="*/ 27 h 143"/>
                <a:gd name="T46" fmla="*/ 2 w 195"/>
                <a:gd name="T47" fmla="*/ 43 h 143"/>
                <a:gd name="T48" fmla="*/ 2 w 195"/>
                <a:gd name="T49" fmla="*/ 43 h 143"/>
                <a:gd name="T50" fmla="*/ 9 w 195"/>
                <a:gd name="T51" fmla="*/ 66 h 143"/>
                <a:gd name="T52" fmla="*/ 19 w 195"/>
                <a:gd name="T53" fmla="*/ 88 h 143"/>
                <a:gd name="T54" fmla="*/ 45 w 195"/>
                <a:gd name="T55" fmla="*/ 123 h 143"/>
                <a:gd name="T56" fmla="*/ 51 w 195"/>
                <a:gd name="T57" fmla="*/ 128 h 143"/>
                <a:gd name="T58" fmla="*/ 94 w 195"/>
                <a:gd name="T59" fmla="*/ 143 h 143"/>
                <a:gd name="T60" fmla="*/ 94 w 195"/>
                <a:gd name="T61" fmla="*/ 143 h 143"/>
                <a:gd name="T62" fmla="*/ 96 w 195"/>
                <a:gd name="T63" fmla="*/ 143 h 143"/>
                <a:gd name="T64" fmla="*/ 124 w 195"/>
                <a:gd name="T65" fmla="*/ 136 h 143"/>
                <a:gd name="T66" fmla="*/ 142 w 195"/>
                <a:gd name="T67" fmla="*/ 126 h 143"/>
                <a:gd name="T68" fmla="*/ 152 w 195"/>
                <a:gd name="T69" fmla="*/ 117 h 143"/>
                <a:gd name="T70" fmla="*/ 180 w 195"/>
                <a:gd name="T71" fmla="*/ 86 h 143"/>
                <a:gd name="T72" fmla="*/ 185 w 195"/>
                <a:gd name="T73" fmla="*/ 79 h 143"/>
                <a:gd name="T74" fmla="*/ 185 w 195"/>
                <a:gd name="T75" fmla="*/ 78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5" h="143">
                  <a:moveTo>
                    <a:pt x="185" y="78"/>
                  </a:moveTo>
                  <a:cubicBezTo>
                    <a:pt x="195" y="64"/>
                    <a:pt x="192" y="44"/>
                    <a:pt x="177" y="34"/>
                  </a:cubicBezTo>
                  <a:cubicBezTo>
                    <a:pt x="163" y="24"/>
                    <a:pt x="143" y="28"/>
                    <a:pt x="133" y="42"/>
                  </a:cubicBezTo>
                  <a:cubicBezTo>
                    <a:pt x="130" y="47"/>
                    <a:pt x="126" y="51"/>
                    <a:pt x="123" y="55"/>
                  </a:cubicBezTo>
                  <a:cubicBezTo>
                    <a:pt x="122" y="57"/>
                    <a:pt x="120" y="59"/>
                    <a:pt x="119" y="60"/>
                  </a:cubicBezTo>
                  <a:cubicBezTo>
                    <a:pt x="119" y="61"/>
                    <a:pt x="118" y="61"/>
                    <a:pt x="118" y="61"/>
                  </a:cubicBezTo>
                  <a:cubicBezTo>
                    <a:pt x="118" y="62"/>
                    <a:pt x="117" y="62"/>
                    <a:pt x="117" y="62"/>
                  </a:cubicBezTo>
                  <a:cubicBezTo>
                    <a:pt x="112" y="68"/>
                    <a:pt x="108" y="72"/>
                    <a:pt x="104" y="74"/>
                  </a:cubicBezTo>
                  <a:cubicBezTo>
                    <a:pt x="103" y="75"/>
                    <a:pt x="102" y="76"/>
                    <a:pt x="101" y="77"/>
                  </a:cubicBezTo>
                  <a:cubicBezTo>
                    <a:pt x="96" y="79"/>
                    <a:pt x="94" y="79"/>
                    <a:pt x="94" y="79"/>
                  </a:cubicBezTo>
                  <a:cubicBezTo>
                    <a:pt x="94" y="79"/>
                    <a:pt x="92" y="79"/>
                    <a:pt x="88" y="76"/>
                  </a:cubicBezTo>
                  <a:cubicBezTo>
                    <a:pt x="83" y="71"/>
                    <a:pt x="75" y="58"/>
                    <a:pt x="71" y="47"/>
                  </a:cubicBezTo>
                  <a:cubicBezTo>
                    <a:pt x="70" y="46"/>
                    <a:pt x="70" y="45"/>
                    <a:pt x="69" y="44"/>
                  </a:cubicBezTo>
                  <a:cubicBezTo>
                    <a:pt x="68" y="40"/>
                    <a:pt x="67" y="37"/>
                    <a:pt x="66" y="34"/>
                  </a:cubicBezTo>
                  <a:cubicBezTo>
                    <a:pt x="66" y="34"/>
                    <a:pt x="66" y="33"/>
                    <a:pt x="65" y="32"/>
                  </a:cubicBezTo>
                  <a:cubicBezTo>
                    <a:pt x="65" y="31"/>
                    <a:pt x="64" y="29"/>
                    <a:pt x="64" y="28"/>
                  </a:cubicBezTo>
                  <a:cubicBezTo>
                    <a:pt x="64" y="28"/>
                    <a:pt x="64" y="27"/>
                    <a:pt x="64" y="27"/>
                  </a:cubicBezTo>
                  <a:cubicBezTo>
                    <a:pt x="64" y="27"/>
                    <a:pt x="64" y="27"/>
                    <a:pt x="64" y="27"/>
                  </a:cubicBezTo>
                  <a:cubicBezTo>
                    <a:pt x="64" y="27"/>
                    <a:pt x="64" y="27"/>
                    <a:pt x="64" y="27"/>
                  </a:cubicBezTo>
                  <a:cubicBezTo>
                    <a:pt x="64" y="27"/>
                    <a:pt x="64" y="27"/>
                    <a:pt x="64" y="27"/>
                  </a:cubicBezTo>
                  <a:cubicBezTo>
                    <a:pt x="60" y="10"/>
                    <a:pt x="42" y="0"/>
                    <a:pt x="25" y="4"/>
                  </a:cubicBezTo>
                  <a:cubicBezTo>
                    <a:pt x="16" y="6"/>
                    <a:pt x="9" y="12"/>
                    <a:pt x="5" y="19"/>
                  </a:cubicBezTo>
                  <a:cubicBezTo>
                    <a:pt x="4" y="22"/>
                    <a:pt x="3" y="24"/>
                    <a:pt x="2" y="27"/>
                  </a:cubicBezTo>
                  <a:cubicBezTo>
                    <a:pt x="1" y="32"/>
                    <a:pt x="0" y="37"/>
                    <a:pt x="2" y="43"/>
                  </a:cubicBezTo>
                  <a:cubicBezTo>
                    <a:pt x="2" y="43"/>
                    <a:pt x="2" y="43"/>
                    <a:pt x="2" y="43"/>
                  </a:cubicBezTo>
                  <a:cubicBezTo>
                    <a:pt x="2" y="44"/>
                    <a:pt x="4" y="53"/>
                    <a:pt x="9" y="66"/>
                  </a:cubicBezTo>
                  <a:cubicBezTo>
                    <a:pt x="12" y="73"/>
                    <a:pt x="15" y="80"/>
                    <a:pt x="19" y="88"/>
                  </a:cubicBezTo>
                  <a:cubicBezTo>
                    <a:pt x="25" y="100"/>
                    <a:pt x="33" y="112"/>
                    <a:pt x="45" y="123"/>
                  </a:cubicBezTo>
                  <a:cubicBezTo>
                    <a:pt x="47" y="125"/>
                    <a:pt x="49" y="127"/>
                    <a:pt x="51" y="128"/>
                  </a:cubicBezTo>
                  <a:cubicBezTo>
                    <a:pt x="62" y="137"/>
                    <a:pt x="77" y="143"/>
                    <a:pt x="94" y="143"/>
                  </a:cubicBezTo>
                  <a:cubicBezTo>
                    <a:pt x="94" y="143"/>
                    <a:pt x="94" y="143"/>
                    <a:pt x="94" y="143"/>
                  </a:cubicBezTo>
                  <a:cubicBezTo>
                    <a:pt x="95" y="143"/>
                    <a:pt x="96" y="143"/>
                    <a:pt x="96" y="143"/>
                  </a:cubicBezTo>
                  <a:cubicBezTo>
                    <a:pt x="106" y="143"/>
                    <a:pt x="115" y="140"/>
                    <a:pt x="124" y="136"/>
                  </a:cubicBezTo>
                  <a:cubicBezTo>
                    <a:pt x="131" y="134"/>
                    <a:pt x="137" y="130"/>
                    <a:pt x="142" y="126"/>
                  </a:cubicBezTo>
                  <a:cubicBezTo>
                    <a:pt x="146" y="123"/>
                    <a:pt x="149" y="120"/>
                    <a:pt x="152" y="117"/>
                  </a:cubicBezTo>
                  <a:cubicBezTo>
                    <a:pt x="162" y="109"/>
                    <a:pt x="171" y="98"/>
                    <a:pt x="180" y="86"/>
                  </a:cubicBezTo>
                  <a:cubicBezTo>
                    <a:pt x="182" y="83"/>
                    <a:pt x="183" y="81"/>
                    <a:pt x="185" y="79"/>
                  </a:cubicBezTo>
                  <a:cubicBezTo>
                    <a:pt x="185" y="79"/>
                    <a:pt x="185" y="79"/>
                    <a:pt x="185" y="7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3" name="Freeform 135"/>
            <p:cNvSpPr>
              <a:spLocks/>
            </p:cNvSpPr>
            <p:nvPr/>
          </p:nvSpPr>
          <p:spPr bwMode="auto">
            <a:xfrm>
              <a:off x="6905626" y="3082925"/>
              <a:ext cx="1047750" cy="857250"/>
            </a:xfrm>
            <a:custGeom>
              <a:avLst/>
              <a:gdLst>
                <a:gd name="T0" fmla="*/ 577 w 691"/>
                <a:gd name="T1" fmla="*/ 64 h 565"/>
                <a:gd name="T2" fmla="*/ 583 w 691"/>
                <a:gd name="T3" fmla="*/ 78 h 565"/>
                <a:gd name="T4" fmla="*/ 537 w 691"/>
                <a:gd name="T5" fmla="*/ 98 h 565"/>
                <a:gd name="T6" fmla="*/ 499 w 691"/>
                <a:gd name="T7" fmla="*/ 86 h 565"/>
                <a:gd name="T8" fmla="*/ 448 w 691"/>
                <a:gd name="T9" fmla="*/ 94 h 565"/>
                <a:gd name="T10" fmla="*/ 434 w 691"/>
                <a:gd name="T11" fmla="*/ 94 h 565"/>
                <a:gd name="T12" fmla="*/ 418 w 691"/>
                <a:gd name="T13" fmla="*/ 107 h 565"/>
                <a:gd name="T14" fmla="*/ 396 w 691"/>
                <a:gd name="T15" fmla="*/ 120 h 565"/>
                <a:gd name="T16" fmla="*/ 367 w 691"/>
                <a:gd name="T17" fmla="*/ 126 h 565"/>
                <a:gd name="T18" fmla="*/ 365 w 691"/>
                <a:gd name="T19" fmla="*/ 126 h 565"/>
                <a:gd name="T20" fmla="*/ 365 w 691"/>
                <a:gd name="T21" fmla="*/ 126 h 565"/>
                <a:gd name="T22" fmla="*/ 316 w 691"/>
                <a:gd name="T23" fmla="*/ 108 h 565"/>
                <a:gd name="T24" fmla="*/ 310 w 691"/>
                <a:gd name="T25" fmla="*/ 104 h 565"/>
                <a:gd name="T26" fmla="*/ 283 w 691"/>
                <a:gd name="T27" fmla="*/ 67 h 565"/>
                <a:gd name="T28" fmla="*/ 272 w 691"/>
                <a:gd name="T29" fmla="*/ 42 h 565"/>
                <a:gd name="T30" fmla="*/ 265 w 691"/>
                <a:gd name="T31" fmla="*/ 20 h 565"/>
                <a:gd name="T32" fmla="*/ 265 w 691"/>
                <a:gd name="T33" fmla="*/ 20 h 565"/>
                <a:gd name="T34" fmla="*/ 265 w 691"/>
                <a:gd name="T35" fmla="*/ 1 h 565"/>
                <a:gd name="T36" fmla="*/ 251 w 691"/>
                <a:gd name="T37" fmla="*/ 0 h 565"/>
                <a:gd name="T38" fmla="*/ 229 w 691"/>
                <a:gd name="T39" fmla="*/ 3 h 565"/>
                <a:gd name="T40" fmla="*/ 198 w 691"/>
                <a:gd name="T41" fmla="*/ 32 h 565"/>
                <a:gd name="T42" fmla="*/ 117 w 691"/>
                <a:gd name="T43" fmla="*/ 103 h 565"/>
                <a:gd name="T44" fmla="*/ 104 w 691"/>
                <a:gd name="T45" fmla="*/ 122 h 565"/>
                <a:gd name="T46" fmla="*/ 131 w 691"/>
                <a:gd name="T47" fmla="*/ 235 h 565"/>
                <a:gd name="T48" fmla="*/ 132 w 691"/>
                <a:gd name="T49" fmla="*/ 236 h 565"/>
                <a:gd name="T50" fmla="*/ 137 w 691"/>
                <a:gd name="T51" fmla="*/ 276 h 565"/>
                <a:gd name="T52" fmla="*/ 117 w 691"/>
                <a:gd name="T53" fmla="*/ 358 h 565"/>
                <a:gd name="T54" fmla="*/ 23 w 691"/>
                <a:gd name="T55" fmla="*/ 471 h 565"/>
                <a:gd name="T56" fmla="*/ 17 w 691"/>
                <a:gd name="T57" fmla="*/ 541 h 565"/>
                <a:gd name="T58" fmla="*/ 88 w 691"/>
                <a:gd name="T59" fmla="*/ 547 h 565"/>
                <a:gd name="T60" fmla="*/ 207 w 691"/>
                <a:gd name="T61" fmla="*/ 402 h 565"/>
                <a:gd name="T62" fmla="*/ 235 w 691"/>
                <a:gd name="T63" fmla="*/ 306 h 565"/>
                <a:gd name="T64" fmla="*/ 249 w 691"/>
                <a:gd name="T65" fmla="*/ 328 h 565"/>
                <a:gd name="T66" fmla="*/ 265 w 691"/>
                <a:gd name="T67" fmla="*/ 398 h 565"/>
                <a:gd name="T68" fmla="*/ 247 w 691"/>
                <a:gd name="T69" fmla="*/ 492 h 565"/>
                <a:gd name="T70" fmla="*/ 277 w 691"/>
                <a:gd name="T71" fmla="*/ 556 h 565"/>
                <a:gd name="T72" fmla="*/ 294 w 691"/>
                <a:gd name="T73" fmla="*/ 559 h 565"/>
                <a:gd name="T74" fmla="*/ 341 w 691"/>
                <a:gd name="T75" fmla="*/ 526 h 565"/>
                <a:gd name="T76" fmla="*/ 365 w 691"/>
                <a:gd name="T77" fmla="*/ 398 h 565"/>
                <a:gd name="T78" fmla="*/ 337 w 691"/>
                <a:gd name="T79" fmla="*/ 280 h 565"/>
                <a:gd name="T80" fmla="*/ 244 w 691"/>
                <a:gd name="T81" fmla="*/ 181 h 565"/>
                <a:gd name="T82" fmla="*/ 240 w 691"/>
                <a:gd name="T83" fmla="*/ 179 h 565"/>
                <a:gd name="T84" fmla="*/ 301 w 691"/>
                <a:gd name="T85" fmla="*/ 121 h 565"/>
                <a:gd name="T86" fmla="*/ 319 w 691"/>
                <a:gd name="T87" fmla="*/ 129 h 565"/>
                <a:gd name="T88" fmla="*/ 365 w 691"/>
                <a:gd name="T89" fmla="*/ 146 h 565"/>
                <a:gd name="T90" fmla="*/ 363 w 691"/>
                <a:gd name="T91" fmla="*/ 178 h 565"/>
                <a:gd name="T92" fmla="*/ 383 w 691"/>
                <a:gd name="T93" fmla="*/ 217 h 565"/>
                <a:gd name="T94" fmla="*/ 402 w 691"/>
                <a:gd name="T95" fmla="*/ 177 h 565"/>
                <a:gd name="T96" fmla="*/ 399 w 691"/>
                <a:gd name="T97" fmla="*/ 153 h 565"/>
                <a:gd name="T98" fmla="*/ 448 w 691"/>
                <a:gd name="T99" fmla="*/ 158 h 565"/>
                <a:gd name="T100" fmla="*/ 459 w 691"/>
                <a:gd name="T101" fmla="*/ 158 h 565"/>
                <a:gd name="T102" fmla="*/ 468 w 691"/>
                <a:gd name="T103" fmla="*/ 179 h 565"/>
                <a:gd name="T104" fmla="*/ 602 w 691"/>
                <a:gd name="T105" fmla="*/ 119 h 565"/>
                <a:gd name="T106" fmla="*/ 608 w 691"/>
                <a:gd name="T107" fmla="*/ 133 h 565"/>
                <a:gd name="T108" fmla="*/ 691 w 691"/>
                <a:gd name="T109" fmla="*/ 112 h 565"/>
                <a:gd name="T110" fmla="*/ 648 w 691"/>
                <a:gd name="T111" fmla="*/ 16 h 565"/>
                <a:gd name="T112" fmla="*/ 577 w 691"/>
                <a:gd name="T113" fmla="*/ 64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91" h="565">
                  <a:moveTo>
                    <a:pt x="577" y="64"/>
                  </a:moveTo>
                  <a:cubicBezTo>
                    <a:pt x="583" y="78"/>
                    <a:pt x="583" y="78"/>
                    <a:pt x="583" y="78"/>
                  </a:cubicBezTo>
                  <a:cubicBezTo>
                    <a:pt x="537" y="98"/>
                    <a:pt x="537" y="98"/>
                    <a:pt x="537" y="98"/>
                  </a:cubicBezTo>
                  <a:cubicBezTo>
                    <a:pt x="529" y="86"/>
                    <a:pt x="513" y="80"/>
                    <a:pt x="499" y="86"/>
                  </a:cubicBezTo>
                  <a:cubicBezTo>
                    <a:pt x="483" y="91"/>
                    <a:pt x="466" y="94"/>
                    <a:pt x="448" y="94"/>
                  </a:cubicBezTo>
                  <a:cubicBezTo>
                    <a:pt x="443" y="94"/>
                    <a:pt x="439" y="94"/>
                    <a:pt x="434" y="94"/>
                  </a:cubicBezTo>
                  <a:cubicBezTo>
                    <a:pt x="429" y="99"/>
                    <a:pt x="424" y="103"/>
                    <a:pt x="418" y="107"/>
                  </a:cubicBezTo>
                  <a:cubicBezTo>
                    <a:pt x="411" y="112"/>
                    <a:pt x="404" y="117"/>
                    <a:pt x="396" y="120"/>
                  </a:cubicBezTo>
                  <a:cubicBezTo>
                    <a:pt x="386" y="124"/>
                    <a:pt x="376" y="126"/>
                    <a:pt x="367" y="126"/>
                  </a:cubicBezTo>
                  <a:cubicBezTo>
                    <a:pt x="366" y="126"/>
                    <a:pt x="366" y="126"/>
                    <a:pt x="365" y="126"/>
                  </a:cubicBezTo>
                  <a:cubicBezTo>
                    <a:pt x="365" y="126"/>
                    <a:pt x="365" y="126"/>
                    <a:pt x="365" y="126"/>
                  </a:cubicBezTo>
                  <a:cubicBezTo>
                    <a:pt x="343" y="126"/>
                    <a:pt x="326" y="117"/>
                    <a:pt x="316" y="108"/>
                  </a:cubicBezTo>
                  <a:cubicBezTo>
                    <a:pt x="314" y="107"/>
                    <a:pt x="312" y="105"/>
                    <a:pt x="310" y="104"/>
                  </a:cubicBezTo>
                  <a:cubicBezTo>
                    <a:pt x="297" y="91"/>
                    <a:pt x="288" y="76"/>
                    <a:pt x="283" y="67"/>
                  </a:cubicBezTo>
                  <a:cubicBezTo>
                    <a:pt x="279" y="59"/>
                    <a:pt x="275" y="50"/>
                    <a:pt x="272" y="42"/>
                  </a:cubicBezTo>
                  <a:cubicBezTo>
                    <a:pt x="269" y="35"/>
                    <a:pt x="267" y="27"/>
                    <a:pt x="265" y="20"/>
                  </a:cubicBezTo>
                  <a:cubicBezTo>
                    <a:pt x="265" y="20"/>
                    <a:pt x="265" y="20"/>
                    <a:pt x="265" y="20"/>
                  </a:cubicBezTo>
                  <a:cubicBezTo>
                    <a:pt x="264" y="14"/>
                    <a:pt x="263" y="7"/>
                    <a:pt x="265" y="1"/>
                  </a:cubicBezTo>
                  <a:cubicBezTo>
                    <a:pt x="260" y="1"/>
                    <a:pt x="255" y="0"/>
                    <a:pt x="251" y="0"/>
                  </a:cubicBezTo>
                  <a:cubicBezTo>
                    <a:pt x="242" y="0"/>
                    <a:pt x="234" y="1"/>
                    <a:pt x="229" y="3"/>
                  </a:cubicBezTo>
                  <a:cubicBezTo>
                    <a:pt x="221" y="6"/>
                    <a:pt x="211" y="18"/>
                    <a:pt x="198" y="32"/>
                  </a:cubicBezTo>
                  <a:cubicBezTo>
                    <a:pt x="178" y="54"/>
                    <a:pt x="153" y="82"/>
                    <a:pt x="117" y="103"/>
                  </a:cubicBezTo>
                  <a:cubicBezTo>
                    <a:pt x="113" y="109"/>
                    <a:pt x="109" y="115"/>
                    <a:pt x="104" y="122"/>
                  </a:cubicBezTo>
                  <a:cubicBezTo>
                    <a:pt x="73" y="179"/>
                    <a:pt x="102" y="212"/>
                    <a:pt x="131" y="235"/>
                  </a:cubicBezTo>
                  <a:cubicBezTo>
                    <a:pt x="131" y="236"/>
                    <a:pt x="131" y="236"/>
                    <a:pt x="132" y="236"/>
                  </a:cubicBezTo>
                  <a:cubicBezTo>
                    <a:pt x="134" y="245"/>
                    <a:pt x="137" y="259"/>
                    <a:pt x="137" y="276"/>
                  </a:cubicBezTo>
                  <a:cubicBezTo>
                    <a:pt x="137" y="298"/>
                    <a:pt x="133" y="325"/>
                    <a:pt x="117" y="358"/>
                  </a:cubicBezTo>
                  <a:cubicBezTo>
                    <a:pt x="101" y="391"/>
                    <a:pt x="73" y="429"/>
                    <a:pt x="23" y="471"/>
                  </a:cubicBezTo>
                  <a:cubicBezTo>
                    <a:pt x="2" y="489"/>
                    <a:pt x="0" y="520"/>
                    <a:pt x="17" y="541"/>
                  </a:cubicBezTo>
                  <a:cubicBezTo>
                    <a:pt x="35" y="562"/>
                    <a:pt x="67" y="565"/>
                    <a:pt x="88" y="547"/>
                  </a:cubicBezTo>
                  <a:cubicBezTo>
                    <a:pt x="146" y="498"/>
                    <a:pt x="184" y="448"/>
                    <a:pt x="207" y="402"/>
                  </a:cubicBezTo>
                  <a:cubicBezTo>
                    <a:pt x="223" y="368"/>
                    <a:pt x="232" y="335"/>
                    <a:pt x="235" y="306"/>
                  </a:cubicBezTo>
                  <a:cubicBezTo>
                    <a:pt x="241" y="313"/>
                    <a:pt x="245" y="320"/>
                    <a:pt x="249" y="328"/>
                  </a:cubicBezTo>
                  <a:cubicBezTo>
                    <a:pt x="259" y="347"/>
                    <a:pt x="265" y="369"/>
                    <a:pt x="265" y="398"/>
                  </a:cubicBezTo>
                  <a:cubicBezTo>
                    <a:pt x="265" y="424"/>
                    <a:pt x="260" y="454"/>
                    <a:pt x="247" y="492"/>
                  </a:cubicBezTo>
                  <a:cubicBezTo>
                    <a:pt x="237" y="518"/>
                    <a:pt x="251" y="546"/>
                    <a:pt x="277" y="556"/>
                  </a:cubicBezTo>
                  <a:cubicBezTo>
                    <a:pt x="282" y="558"/>
                    <a:pt x="288" y="559"/>
                    <a:pt x="294" y="559"/>
                  </a:cubicBezTo>
                  <a:cubicBezTo>
                    <a:pt x="314" y="559"/>
                    <a:pt x="333" y="546"/>
                    <a:pt x="341" y="526"/>
                  </a:cubicBezTo>
                  <a:cubicBezTo>
                    <a:pt x="358" y="479"/>
                    <a:pt x="365" y="437"/>
                    <a:pt x="365" y="398"/>
                  </a:cubicBezTo>
                  <a:cubicBezTo>
                    <a:pt x="365" y="352"/>
                    <a:pt x="354" y="312"/>
                    <a:pt x="337" y="280"/>
                  </a:cubicBezTo>
                  <a:cubicBezTo>
                    <a:pt x="311" y="231"/>
                    <a:pt x="274" y="200"/>
                    <a:pt x="244" y="181"/>
                  </a:cubicBezTo>
                  <a:cubicBezTo>
                    <a:pt x="243" y="180"/>
                    <a:pt x="241" y="179"/>
                    <a:pt x="240" y="179"/>
                  </a:cubicBezTo>
                  <a:cubicBezTo>
                    <a:pt x="259" y="158"/>
                    <a:pt x="280" y="138"/>
                    <a:pt x="301" y="121"/>
                  </a:cubicBezTo>
                  <a:cubicBezTo>
                    <a:pt x="306" y="124"/>
                    <a:pt x="312" y="126"/>
                    <a:pt x="319" y="129"/>
                  </a:cubicBezTo>
                  <a:cubicBezTo>
                    <a:pt x="332" y="135"/>
                    <a:pt x="348" y="141"/>
                    <a:pt x="365" y="146"/>
                  </a:cubicBezTo>
                  <a:cubicBezTo>
                    <a:pt x="363" y="178"/>
                    <a:pt x="363" y="178"/>
                    <a:pt x="363" y="178"/>
                  </a:cubicBezTo>
                  <a:cubicBezTo>
                    <a:pt x="383" y="217"/>
                    <a:pt x="383" y="217"/>
                    <a:pt x="383" y="217"/>
                  </a:cubicBezTo>
                  <a:cubicBezTo>
                    <a:pt x="402" y="177"/>
                    <a:pt x="402" y="177"/>
                    <a:pt x="402" y="177"/>
                  </a:cubicBezTo>
                  <a:cubicBezTo>
                    <a:pt x="399" y="153"/>
                    <a:pt x="399" y="153"/>
                    <a:pt x="399" y="153"/>
                  </a:cubicBezTo>
                  <a:cubicBezTo>
                    <a:pt x="415" y="156"/>
                    <a:pt x="431" y="158"/>
                    <a:pt x="448" y="158"/>
                  </a:cubicBezTo>
                  <a:cubicBezTo>
                    <a:pt x="452" y="158"/>
                    <a:pt x="455" y="158"/>
                    <a:pt x="459" y="158"/>
                  </a:cubicBezTo>
                  <a:cubicBezTo>
                    <a:pt x="468" y="179"/>
                    <a:pt x="468" y="179"/>
                    <a:pt x="468" y="179"/>
                  </a:cubicBezTo>
                  <a:cubicBezTo>
                    <a:pt x="602" y="119"/>
                    <a:pt x="602" y="119"/>
                    <a:pt x="602" y="119"/>
                  </a:cubicBezTo>
                  <a:cubicBezTo>
                    <a:pt x="608" y="133"/>
                    <a:pt x="608" y="133"/>
                    <a:pt x="608" y="133"/>
                  </a:cubicBezTo>
                  <a:cubicBezTo>
                    <a:pt x="691" y="112"/>
                    <a:pt x="691" y="112"/>
                    <a:pt x="691" y="112"/>
                  </a:cubicBezTo>
                  <a:cubicBezTo>
                    <a:pt x="648" y="16"/>
                    <a:pt x="648" y="16"/>
                    <a:pt x="648" y="16"/>
                  </a:cubicBezTo>
                  <a:lnTo>
                    <a:pt x="577" y="64"/>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4" name="Freeform 136"/>
            <p:cNvSpPr>
              <a:spLocks/>
            </p:cNvSpPr>
            <p:nvPr/>
          </p:nvSpPr>
          <p:spPr bwMode="auto">
            <a:xfrm>
              <a:off x="7905751" y="2765425"/>
              <a:ext cx="452438" cy="331788"/>
            </a:xfrm>
            <a:custGeom>
              <a:avLst/>
              <a:gdLst>
                <a:gd name="T0" fmla="*/ 9 w 299"/>
                <a:gd name="T1" fmla="*/ 218 h 218"/>
                <a:gd name="T2" fmla="*/ 14 w 299"/>
                <a:gd name="T3" fmla="*/ 216 h 218"/>
                <a:gd name="T4" fmla="*/ 295 w 299"/>
                <a:gd name="T5" fmla="*/ 16 h 218"/>
                <a:gd name="T6" fmla="*/ 296 w 299"/>
                <a:gd name="T7" fmla="*/ 5 h 218"/>
                <a:gd name="T8" fmla="*/ 285 w 299"/>
                <a:gd name="T9" fmla="*/ 3 h 218"/>
                <a:gd name="T10" fmla="*/ 5 w 299"/>
                <a:gd name="T11" fmla="*/ 203 h 218"/>
                <a:gd name="T12" fmla="*/ 3 w 299"/>
                <a:gd name="T13" fmla="*/ 215 h 218"/>
                <a:gd name="T14" fmla="*/ 9 w 299"/>
                <a:gd name="T15" fmla="*/ 218 h 2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9" h="218">
                  <a:moveTo>
                    <a:pt x="9" y="218"/>
                  </a:moveTo>
                  <a:cubicBezTo>
                    <a:pt x="11" y="218"/>
                    <a:pt x="13" y="217"/>
                    <a:pt x="14" y="216"/>
                  </a:cubicBezTo>
                  <a:cubicBezTo>
                    <a:pt x="295" y="16"/>
                    <a:pt x="295" y="16"/>
                    <a:pt x="295" y="16"/>
                  </a:cubicBezTo>
                  <a:cubicBezTo>
                    <a:pt x="298" y="13"/>
                    <a:pt x="299" y="8"/>
                    <a:pt x="296" y="5"/>
                  </a:cubicBezTo>
                  <a:cubicBezTo>
                    <a:pt x="294" y="1"/>
                    <a:pt x="289" y="0"/>
                    <a:pt x="285" y="3"/>
                  </a:cubicBezTo>
                  <a:cubicBezTo>
                    <a:pt x="5" y="203"/>
                    <a:pt x="5" y="203"/>
                    <a:pt x="5" y="203"/>
                  </a:cubicBezTo>
                  <a:cubicBezTo>
                    <a:pt x="1" y="206"/>
                    <a:pt x="0" y="211"/>
                    <a:pt x="3" y="215"/>
                  </a:cubicBezTo>
                  <a:cubicBezTo>
                    <a:pt x="4" y="217"/>
                    <a:pt x="7" y="218"/>
                    <a:pt x="9" y="21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5" name="Freeform 137"/>
            <p:cNvSpPr>
              <a:spLocks/>
            </p:cNvSpPr>
            <p:nvPr/>
          </p:nvSpPr>
          <p:spPr bwMode="auto">
            <a:xfrm>
              <a:off x="7977188" y="3114675"/>
              <a:ext cx="538163" cy="141288"/>
            </a:xfrm>
            <a:custGeom>
              <a:avLst/>
              <a:gdLst>
                <a:gd name="T0" fmla="*/ 353 w 354"/>
                <a:gd name="T1" fmla="*/ 7 h 93"/>
                <a:gd name="T2" fmla="*/ 343 w 354"/>
                <a:gd name="T3" fmla="*/ 1 h 93"/>
                <a:gd name="T4" fmla="*/ 7 w 354"/>
                <a:gd name="T5" fmla="*/ 77 h 93"/>
                <a:gd name="T6" fmla="*/ 1 w 354"/>
                <a:gd name="T7" fmla="*/ 87 h 93"/>
                <a:gd name="T8" fmla="*/ 9 w 354"/>
                <a:gd name="T9" fmla="*/ 93 h 93"/>
                <a:gd name="T10" fmla="*/ 10 w 354"/>
                <a:gd name="T11" fmla="*/ 93 h 93"/>
                <a:gd name="T12" fmla="*/ 347 w 354"/>
                <a:gd name="T13" fmla="*/ 16 h 93"/>
                <a:gd name="T14" fmla="*/ 353 w 354"/>
                <a:gd name="T15" fmla="*/ 7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4" h="93">
                  <a:moveTo>
                    <a:pt x="353" y="7"/>
                  </a:moveTo>
                  <a:cubicBezTo>
                    <a:pt x="352" y="2"/>
                    <a:pt x="347" y="0"/>
                    <a:pt x="343" y="1"/>
                  </a:cubicBezTo>
                  <a:cubicBezTo>
                    <a:pt x="7" y="77"/>
                    <a:pt x="7" y="77"/>
                    <a:pt x="7" y="77"/>
                  </a:cubicBezTo>
                  <a:cubicBezTo>
                    <a:pt x="3" y="78"/>
                    <a:pt x="0" y="83"/>
                    <a:pt x="1" y="87"/>
                  </a:cubicBezTo>
                  <a:cubicBezTo>
                    <a:pt x="2" y="91"/>
                    <a:pt x="5" y="93"/>
                    <a:pt x="9" y="93"/>
                  </a:cubicBezTo>
                  <a:cubicBezTo>
                    <a:pt x="9" y="93"/>
                    <a:pt x="10" y="93"/>
                    <a:pt x="10" y="93"/>
                  </a:cubicBezTo>
                  <a:cubicBezTo>
                    <a:pt x="347" y="16"/>
                    <a:pt x="347" y="16"/>
                    <a:pt x="347" y="16"/>
                  </a:cubicBezTo>
                  <a:cubicBezTo>
                    <a:pt x="351" y="15"/>
                    <a:pt x="354" y="11"/>
                    <a:pt x="353" y="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56" name="组合 155"/>
          <p:cNvGrpSpPr/>
          <p:nvPr/>
        </p:nvGrpSpPr>
        <p:grpSpPr>
          <a:xfrm>
            <a:off x="10593388" y="3302735"/>
            <a:ext cx="1562100" cy="947738"/>
            <a:chOff x="10593388" y="2986088"/>
            <a:chExt cx="1562100" cy="947738"/>
          </a:xfrm>
        </p:grpSpPr>
        <p:sp>
          <p:nvSpPr>
            <p:cNvPr id="157" name="Freeform 138"/>
            <p:cNvSpPr>
              <a:spLocks/>
            </p:cNvSpPr>
            <p:nvPr/>
          </p:nvSpPr>
          <p:spPr bwMode="auto">
            <a:xfrm>
              <a:off x="10593388" y="3201988"/>
              <a:ext cx="606425" cy="731838"/>
            </a:xfrm>
            <a:custGeom>
              <a:avLst/>
              <a:gdLst>
                <a:gd name="T0" fmla="*/ 341 w 400"/>
                <a:gd name="T1" fmla="*/ 231 h 482"/>
                <a:gd name="T2" fmla="*/ 292 w 400"/>
                <a:gd name="T3" fmla="*/ 211 h 482"/>
                <a:gd name="T4" fmla="*/ 251 w 400"/>
                <a:gd name="T5" fmla="*/ 205 h 482"/>
                <a:gd name="T6" fmla="*/ 297 w 400"/>
                <a:gd name="T7" fmla="*/ 167 h 482"/>
                <a:gd name="T8" fmla="*/ 251 w 400"/>
                <a:gd name="T9" fmla="*/ 105 h 482"/>
                <a:gd name="T10" fmla="*/ 251 w 400"/>
                <a:gd name="T11" fmla="*/ 105 h 482"/>
                <a:gd name="T12" fmla="*/ 251 w 400"/>
                <a:gd name="T13" fmla="*/ 104 h 482"/>
                <a:gd name="T14" fmla="*/ 249 w 400"/>
                <a:gd name="T15" fmla="*/ 74 h 482"/>
                <a:gd name="T16" fmla="*/ 270 w 400"/>
                <a:gd name="T17" fmla="*/ 51 h 482"/>
                <a:gd name="T18" fmla="*/ 287 w 400"/>
                <a:gd name="T19" fmla="*/ 47 h 482"/>
                <a:gd name="T20" fmla="*/ 323 w 400"/>
                <a:gd name="T21" fmla="*/ 70 h 482"/>
                <a:gd name="T22" fmla="*/ 323 w 400"/>
                <a:gd name="T23" fmla="*/ 70 h 482"/>
                <a:gd name="T24" fmla="*/ 325 w 400"/>
                <a:gd name="T25" fmla="*/ 73 h 482"/>
                <a:gd name="T26" fmla="*/ 332 w 400"/>
                <a:gd name="T27" fmla="*/ 84 h 482"/>
                <a:gd name="T28" fmla="*/ 349 w 400"/>
                <a:gd name="T29" fmla="*/ 106 h 482"/>
                <a:gd name="T30" fmla="*/ 355 w 400"/>
                <a:gd name="T31" fmla="*/ 113 h 482"/>
                <a:gd name="T32" fmla="*/ 363 w 400"/>
                <a:gd name="T33" fmla="*/ 120 h 482"/>
                <a:gd name="T34" fmla="*/ 368 w 400"/>
                <a:gd name="T35" fmla="*/ 125 h 482"/>
                <a:gd name="T36" fmla="*/ 365 w 400"/>
                <a:gd name="T37" fmla="*/ 92 h 482"/>
                <a:gd name="T38" fmla="*/ 369 w 400"/>
                <a:gd name="T39" fmla="*/ 82 h 482"/>
                <a:gd name="T40" fmla="*/ 367 w 400"/>
                <a:gd name="T41" fmla="*/ 73 h 482"/>
                <a:gd name="T42" fmla="*/ 359 w 400"/>
                <a:gd name="T43" fmla="*/ 45 h 482"/>
                <a:gd name="T44" fmla="*/ 235 w 400"/>
                <a:gd name="T45" fmla="*/ 32 h 482"/>
                <a:gd name="T46" fmla="*/ 76 w 400"/>
                <a:gd name="T47" fmla="*/ 188 h 482"/>
                <a:gd name="T48" fmla="*/ 102 w 400"/>
                <a:gd name="T49" fmla="*/ 302 h 482"/>
                <a:gd name="T50" fmla="*/ 132 w 400"/>
                <a:gd name="T51" fmla="*/ 320 h 482"/>
                <a:gd name="T52" fmla="*/ 146 w 400"/>
                <a:gd name="T53" fmla="*/ 332 h 482"/>
                <a:gd name="T54" fmla="*/ 149 w 400"/>
                <a:gd name="T55" fmla="*/ 335 h 482"/>
                <a:gd name="T56" fmla="*/ 129 w 400"/>
                <a:gd name="T57" fmla="*/ 349 h 482"/>
                <a:gd name="T58" fmla="*/ 43 w 400"/>
                <a:gd name="T59" fmla="*/ 379 h 482"/>
                <a:gd name="T60" fmla="*/ 7 w 400"/>
                <a:gd name="T61" fmla="*/ 439 h 482"/>
                <a:gd name="T62" fmla="*/ 68 w 400"/>
                <a:gd name="T63" fmla="*/ 476 h 482"/>
                <a:gd name="T64" fmla="*/ 199 w 400"/>
                <a:gd name="T65" fmla="*/ 423 h 482"/>
                <a:gd name="T66" fmla="*/ 236 w 400"/>
                <a:gd name="T67" fmla="*/ 385 h 482"/>
                <a:gd name="T68" fmla="*/ 251 w 400"/>
                <a:gd name="T69" fmla="*/ 336 h 482"/>
                <a:gd name="T70" fmla="*/ 245 w 400"/>
                <a:gd name="T71" fmla="*/ 305 h 482"/>
                <a:gd name="T72" fmla="*/ 286 w 400"/>
                <a:gd name="T73" fmla="*/ 315 h 482"/>
                <a:gd name="T74" fmla="*/ 295 w 400"/>
                <a:gd name="T75" fmla="*/ 325 h 482"/>
                <a:gd name="T76" fmla="*/ 300 w 400"/>
                <a:gd name="T77" fmla="*/ 348 h 482"/>
                <a:gd name="T78" fmla="*/ 286 w 400"/>
                <a:gd name="T79" fmla="*/ 413 h 482"/>
                <a:gd name="T80" fmla="*/ 316 w 400"/>
                <a:gd name="T81" fmla="*/ 477 h 482"/>
                <a:gd name="T82" fmla="*/ 333 w 400"/>
                <a:gd name="T83" fmla="*/ 480 h 482"/>
                <a:gd name="T84" fmla="*/ 380 w 400"/>
                <a:gd name="T85" fmla="*/ 447 h 482"/>
                <a:gd name="T86" fmla="*/ 380 w 400"/>
                <a:gd name="T87" fmla="*/ 447 h 482"/>
                <a:gd name="T88" fmla="*/ 400 w 400"/>
                <a:gd name="T89" fmla="*/ 348 h 482"/>
                <a:gd name="T90" fmla="*/ 384 w 400"/>
                <a:gd name="T91" fmla="*/ 278 h 482"/>
                <a:gd name="T92" fmla="*/ 368 w 400"/>
                <a:gd name="T93" fmla="*/ 255 h 482"/>
                <a:gd name="T94" fmla="*/ 379 w 400"/>
                <a:gd name="T95" fmla="*/ 232 h 482"/>
                <a:gd name="T96" fmla="*/ 378 w 400"/>
                <a:gd name="T97" fmla="*/ 226 h 482"/>
                <a:gd name="T98" fmla="*/ 342 w 400"/>
                <a:gd name="T99" fmla="*/ 206 h 482"/>
                <a:gd name="T100" fmla="*/ 341 w 400"/>
                <a:gd name="T101" fmla="*/ 231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00" h="482">
                  <a:moveTo>
                    <a:pt x="341" y="231"/>
                  </a:moveTo>
                  <a:cubicBezTo>
                    <a:pt x="325" y="221"/>
                    <a:pt x="308" y="215"/>
                    <a:pt x="292" y="211"/>
                  </a:cubicBezTo>
                  <a:cubicBezTo>
                    <a:pt x="278" y="208"/>
                    <a:pt x="265" y="206"/>
                    <a:pt x="251" y="205"/>
                  </a:cubicBezTo>
                  <a:cubicBezTo>
                    <a:pt x="267" y="192"/>
                    <a:pt x="282" y="179"/>
                    <a:pt x="297" y="167"/>
                  </a:cubicBezTo>
                  <a:cubicBezTo>
                    <a:pt x="269" y="139"/>
                    <a:pt x="255" y="113"/>
                    <a:pt x="251" y="105"/>
                  </a:cubicBezTo>
                  <a:cubicBezTo>
                    <a:pt x="251" y="105"/>
                    <a:pt x="251" y="105"/>
                    <a:pt x="251" y="105"/>
                  </a:cubicBezTo>
                  <a:cubicBezTo>
                    <a:pt x="251" y="104"/>
                    <a:pt x="251" y="104"/>
                    <a:pt x="251" y="104"/>
                  </a:cubicBezTo>
                  <a:cubicBezTo>
                    <a:pt x="246" y="95"/>
                    <a:pt x="246" y="84"/>
                    <a:pt x="249" y="74"/>
                  </a:cubicBezTo>
                  <a:cubicBezTo>
                    <a:pt x="253" y="64"/>
                    <a:pt x="260" y="56"/>
                    <a:pt x="270" y="51"/>
                  </a:cubicBezTo>
                  <a:cubicBezTo>
                    <a:pt x="275" y="49"/>
                    <a:pt x="281" y="47"/>
                    <a:pt x="287" y="47"/>
                  </a:cubicBezTo>
                  <a:cubicBezTo>
                    <a:pt x="302" y="47"/>
                    <a:pt x="317" y="56"/>
                    <a:pt x="323" y="70"/>
                  </a:cubicBezTo>
                  <a:cubicBezTo>
                    <a:pt x="323" y="70"/>
                    <a:pt x="323" y="70"/>
                    <a:pt x="323" y="70"/>
                  </a:cubicBezTo>
                  <a:cubicBezTo>
                    <a:pt x="324" y="71"/>
                    <a:pt x="324" y="72"/>
                    <a:pt x="325" y="73"/>
                  </a:cubicBezTo>
                  <a:cubicBezTo>
                    <a:pt x="326" y="75"/>
                    <a:pt x="328" y="79"/>
                    <a:pt x="332" y="84"/>
                  </a:cubicBezTo>
                  <a:cubicBezTo>
                    <a:pt x="336" y="90"/>
                    <a:pt x="341" y="98"/>
                    <a:pt x="349" y="106"/>
                  </a:cubicBezTo>
                  <a:cubicBezTo>
                    <a:pt x="351" y="108"/>
                    <a:pt x="353" y="110"/>
                    <a:pt x="355" y="113"/>
                  </a:cubicBezTo>
                  <a:cubicBezTo>
                    <a:pt x="358" y="115"/>
                    <a:pt x="360" y="117"/>
                    <a:pt x="363" y="120"/>
                  </a:cubicBezTo>
                  <a:cubicBezTo>
                    <a:pt x="364" y="122"/>
                    <a:pt x="366" y="123"/>
                    <a:pt x="368" y="125"/>
                  </a:cubicBezTo>
                  <a:cubicBezTo>
                    <a:pt x="365" y="92"/>
                    <a:pt x="365" y="92"/>
                    <a:pt x="365" y="92"/>
                  </a:cubicBezTo>
                  <a:cubicBezTo>
                    <a:pt x="369" y="82"/>
                    <a:pt x="369" y="82"/>
                    <a:pt x="369" y="82"/>
                  </a:cubicBezTo>
                  <a:cubicBezTo>
                    <a:pt x="367" y="73"/>
                    <a:pt x="367" y="73"/>
                    <a:pt x="367" y="73"/>
                  </a:cubicBezTo>
                  <a:cubicBezTo>
                    <a:pt x="367" y="63"/>
                    <a:pt x="365" y="53"/>
                    <a:pt x="359" y="45"/>
                  </a:cubicBezTo>
                  <a:cubicBezTo>
                    <a:pt x="338" y="17"/>
                    <a:pt x="288" y="0"/>
                    <a:pt x="235" y="32"/>
                  </a:cubicBezTo>
                  <a:cubicBezTo>
                    <a:pt x="163" y="76"/>
                    <a:pt x="124" y="113"/>
                    <a:pt x="76" y="188"/>
                  </a:cubicBezTo>
                  <a:cubicBezTo>
                    <a:pt x="44" y="245"/>
                    <a:pt x="74" y="279"/>
                    <a:pt x="102" y="302"/>
                  </a:cubicBezTo>
                  <a:cubicBezTo>
                    <a:pt x="114" y="311"/>
                    <a:pt x="123" y="318"/>
                    <a:pt x="132" y="320"/>
                  </a:cubicBezTo>
                  <a:cubicBezTo>
                    <a:pt x="137" y="323"/>
                    <a:pt x="142" y="328"/>
                    <a:pt x="146" y="332"/>
                  </a:cubicBezTo>
                  <a:cubicBezTo>
                    <a:pt x="147" y="333"/>
                    <a:pt x="148" y="334"/>
                    <a:pt x="149" y="335"/>
                  </a:cubicBezTo>
                  <a:cubicBezTo>
                    <a:pt x="146" y="338"/>
                    <a:pt x="140" y="343"/>
                    <a:pt x="129" y="349"/>
                  </a:cubicBezTo>
                  <a:cubicBezTo>
                    <a:pt x="112" y="358"/>
                    <a:pt x="84" y="369"/>
                    <a:pt x="43" y="379"/>
                  </a:cubicBezTo>
                  <a:cubicBezTo>
                    <a:pt x="16" y="386"/>
                    <a:pt x="0" y="413"/>
                    <a:pt x="7" y="439"/>
                  </a:cubicBezTo>
                  <a:cubicBezTo>
                    <a:pt x="14" y="466"/>
                    <a:pt x="41" y="482"/>
                    <a:pt x="68" y="476"/>
                  </a:cubicBezTo>
                  <a:cubicBezTo>
                    <a:pt x="127" y="460"/>
                    <a:pt x="169" y="444"/>
                    <a:pt x="199" y="423"/>
                  </a:cubicBezTo>
                  <a:cubicBezTo>
                    <a:pt x="214" y="412"/>
                    <a:pt x="227" y="400"/>
                    <a:pt x="236" y="385"/>
                  </a:cubicBezTo>
                  <a:cubicBezTo>
                    <a:pt x="246" y="371"/>
                    <a:pt x="251" y="353"/>
                    <a:pt x="251" y="336"/>
                  </a:cubicBezTo>
                  <a:cubicBezTo>
                    <a:pt x="251" y="325"/>
                    <a:pt x="248" y="314"/>
                    <a:pt x="245" y="305"/>
                  </a:cubicBezTo>
                  <a:cubicBezTo>
                    <a:pt x="263" y="306"/>
                    <a:pt x="279" y="310"/>
                    <a:pt x="286" y="315"/>
                  </a:cubicBezTo>
                  <a:cubicBezTo>
                    <a:pt x="291" y="318"/>
                    <a:pt x="293" y="321"/>
                    <a:pt x="295" y="325"/>
                  </a:cubicBezTo>
                  <a:cubicBezTo>
                    <a:pt x="298" y="329"/>
                    <a:pt x="300" y="335"/>
                    <a:pt x="300" y="348"/>
                  </a:cubicBezTo>
                  <a:cubicBezTo>
                    <a:pt x="300" y="362"/>
                    <a:pt x="296" y="384"/>
                    <a:pt x="286" y="413"/>
                  </a:cubicBezTo>
                  <a:cubicBezTo>
                    <a:pt x="276" y="439"/>
                    <a:pt x="290" y="467"/>
                    <a:pt x="316" y="477"/>
                  </a:cubicBezTo>
                  <a:cubicBezTo>
                    <a:pt x="321" y="479"/>
                    <a:pt x="327" y="480"/>
                    <a:pt x="333" y="480"/>
                  </a:cubicBezTo>
                  <a:cubicBezTo>
                    <a:pt x="353" y="480"/>
                    <a:pt x="372" y="467"/>
                    <a:pt x="380" y="447"/>
                  </a:cubicBezTo>
                  <a:cubicBezTo>
                    <a:pt x="380" y="447"/>
                    <a:pt x="380" y="447"/>
                    <a:pt x="380" y="447"/>
                  </a:cubicBezTo>
                  <a:cubicBezTo>
                    <a:pt x="393" y="410"/>
                    <a:pt x="400" y="378"/>
                    <a:pt x="400" y="348"/>
                  </a:cubicBezTo>
                  <a:cubicBezTo>
                    <a:pt x="400" y="322"/>
                    <a:pt x="395" y="298"/>
                    <a:pt x="384" y="278"/>
                  </a:cubicBezTo>
                  <a:cubicBezTo>
                    <a:pt x="379" y="269"/>
                    <a:pt x="374" y="262"/>
                    <a:pt x="368" y="255"/>
                  </a:cubicBezTo>
                  <a:cubicBezTo>
                    <a:pt x="379" y="232"/>
                    <a:pt x="379" y="232"/>
                    <a:pt x="379" y="232"/>
                  </a:cubicBezTo>
                  <a:cubicBezTo>
                    <a:pt x="378" y="226"/>
                    <a:pt x="378" y="226"/>
                    <a:pt x="378" y="226"/>
                  </a:cubicBezTo>
                  <a:cubicBezTo>
                    <a:pt x="365" y="220"/>
                    <a:pt x="353" y="213"/>
                    <a:pt x="342" y="206"/>
                  </a:cubicBezTo>
                  <a:lnTo>
                    <a:pt x="341" y="231"/>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8" name="Freeform 139"/>
            <p:cNvSpPr>
              <a:spLocks/>
            </p:cNvSpPr>
            <p:nvPr/>
          </p:nvSpPr>
          <p:spPr bwMode="auto">
            <a:xfrm>
              <a:off x="10974388" y="3279775"/>
              <a:ext cx="423863" cy="292100"/>
            </a:xfrm>
            <a:custGeom>
              <a:avLst/>
              <a:gdLst>
                <a:gd name="T0" fmla="*/ 247 w 280"/>
                <a:gd name="T1" fmla="*/ 192 h 192"/>
                <a:gd name="T2" fmla="*/ 247 w 280"/>
                <a:gd name="T3" fmla="*/ 192 h 192"/>
                <a:gd name="T4" fmla="*/ 279 w 280"/>
                <a:gd name="T5" fmla="*/ 162 h 192"/>
                <a:gd name="T6" fmla="*/ 249 w 280"/>
                <a:gd name="T7" fmla="*/ 128 h 192"/>
                <a:gd name="T8" fmla="*/ 247 w 280"/>
                <a:gd name="T9" fmla="*/ 128 h 192"/>
                <a:gd name="T10" fmla="*/ 246 w 280"/>
                <a:gd name="T11" fmla="*/ 128 h 192"/>
                <a:gd name="T12" fmla="*/ 119 w 280"/>
                <a:gd name="T13" fmla="*/ 85 h 192"/>
                <a:gd name="T14" fmla="*/ 106 w 280"/>
                <a:gd name="T15" fmla="*/ 75 h 192"/>
                <a:gd name="T16" fmla="*/ 100 w 280"/>
                <a:gd name="T17" fmla="*/ 69 h 192"/>
                <a:gd name="T18" fmla="*/ 97 w 280"/>
                <a:gd name="T19" fmla="*/ 66 h 192"/>
                <a:gd name="T20" fmla="*/ 74 w 280"/>
                <a:gd name="T21" fmla="*/ 38 h 192"/>
                <a:gd name="T22" fmla="*/ 67 w 280"/>
                <a:gd name="T23" fmla="*/ 26 h 192"/>
                <a:gd name="T24" fmla="*/ 65 w 280"/>
                <a:gd name="T25" fmla="*/ 23 h 192"/>
                <a:gd name="T26" fmla="*/ 65 w 280"/>
                <a:gd name="T27" fmla="*/ 22 h 192"/>
                <a:gd name="T28" fmla="*/ 22 w 280"/>
                <a:gd name="T29" fmla="*/ 7 h 192"/>
                <a:gd name="T30" fmla="*/ 7 w 280"/>
                <a:gd name="T31" fmla="*/ 50 h 192"/>
                <a:gd name="T32" fmla="*/ 52 w 280"/>
                <a:gd name="T33" fmla="*/ 111 h 192"/>
                <a:gd name="T34" fmla="*/ 63 w 280"/>
                <a:gd name="T35" fmla="*/ 122 h 192"/>
                <a:gd name="T36" fmla="*/ 92 w 280"/>
                <a:gd name="T37" fmla="*/ 145 h 192"/>
                <a:gd name="T38" fmla="*/ 126 w 280"/>
                <a:gd name="T39" fmla="*/ 165 h 192"/>
                <a:gd name="T40" fmla="*/ 246 w 280"/>
                <a:gd name="T41" fmla="*/ 192 h 192"/>
                <a:gd name="T42" fmla="*/ 247 w 280"/>
                <a:gd name="T43" fmla="*/ 19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0" h="192">
                  <a:moveTo>
                    <a:pt x="247" y="192"/>
                  </a:moveTo>
                  <a:cubicBezTo>
                    <a:pt x="247" y="192"/>
                    <a:pt x="247" y="192"/>
                    <a:pt x="247" y="192"/>
                  </a:cubicBezTo>
                  <a:cubicBezTo>
                    <a:pt x="264" y="192"/>
                    <a:pt x="278" y="179"/>
                    <a:pt x="279" y="162"/>
                  </a:cubicBezTo>
                  <a:cubicBezTo>
                    <a:pt x="280" y="144"/>
                    <a:pt x="266" y="129"/>
                    <a:pt x="249" y="128"/>
                  </a:cubicBezTo>
                  <a:cubicBezTo>
                    <a:pt x="248" y="128"/>
                    <a:pt x="247" y="128"/>
                    <a:pt x="247" y="128"/>
                  </a:cubicBezTo>
                  <a:cubicBezTo>
                    <a:pt x="246" y="128"/>
                    <a:pt x="246" y="128"/>
                    <a:pt x="246" y="128"/>
                  </a:cubicBezTo>
                  <a:cubicBezTo>
                    <a:pt x="188" y="128"/>
                    <a:pt x="148" y="108"/>
                    <a:pt x="119" y="85"/>
                  </a:cubicBezTo>
                  <a:cubicBezTo>
                    <a:pt x="114" y="82"/>
                    <a:pt x="110" y="78"/>
                    <a:pt x="106" y="75"/>
                  </a:cubicBezTo>
                  <a:cubicBezTo>
                    <a:pt x="104" y="73"/>
                    <a:pt x="102" y="71"/>
                    <a:pt x="100" y="69"/>
                  </a:cubicBezTo>
                  <a:cubicBezTo>
                    <a:pt x="99" y="68"/>
                    <a:pt x="98" y="67"/>
                    <a:pt x="97" y="66"/>
                  </a:cubicBezTo>
                  <a:cubicBezTo>
                    <a:pt x="87" y="56"/>
                    <a:pt x="79" y="45"/>
                    <a:pt x="74" y="38"/>
                  </a:cubicBezTo>
                  <a:cubicBezTo>
                    <a:pt x="71" y="33"/>
                    <a:pt x="68" y="29"/>
                    <a:pt x="67" y="26"/>
                  </a:cubicBezTo>
                  <a:cubicBezTo>
                    <a:pt x="66" y="25"/>
                    <a:pt x="66" y="24"/>
                    <a:pt x="65" y="23"/>
                  </a:cubicBezTo>
                  <a:cubicBezTo>
                    <a:pt x="65" y="23"/>
                    <a:pt x="65" y="23"/>
                    <a:pt x="65" y="22"/>
                  </a:cubicBezTo>
                  <a:cubicBezTo>
                    <a:pt x="57" y="7"/>
                    <a:pt x="38" y="0"/>
                    <a:pt x="22" y="7"/>
                  </a:cubicBezTo>
                  <a:cubicBezTo>
                    <a:pt x="6" y="15"/>
                    <a:pt x="0" y="34"/>
                    <a:pt x="7" y="50"/>
                  </a:cubicBezTo>
                  <a:cubicBezTo>
                    <a:pt x="8" y="52"/>
                    <a:pt x="22" y="80"/>
                    <a:pt x="52" y="111"/>
                  </a:cubicBezTo>
                  <a:cubicBezTo>
                    <a:pt x="55" y="115"/>
                    <a:pt x="59" y="118"/>
                    <a:pt x="63" y="122"/>
                  </a:cubicBezTo>
                  <a:cubicBezTo>
                    <a:pt x="71" y="130"/>
                    <a:pt x="81" y="138"/>
                    <a:pt x="92" y="145"/>
                  </a:cubicBezTo>
                  <a:cubicBezTo>
                    <a:pt x="102" y="152"/>
                    <a:pt x="114" y="159"/>
                    <a:pt x="126" y="165"/>
                  </a:cubicBezTo>
                  <a:cubicBezTo>
                    <a:pt x="159" y="181"/>
                    <a:pt x="199" y="192"/>
                    <a:pt x="246" y="192"/>
                  </a:cubicBezTo>
                  <a:cubicBezTo>
                    <a:pt x="246" y="192"/>
                    <a:pt x="246" y="192"/>
                    <a:pt x="247" y="19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9" name="Freeform 140"/>
            <p:cNvSpPr>
              <a:spLocks/>
            </p:cNvSpPr>
            <p:nvPr/>
          </p:nvSpPr>
          <p:spPr bwMode="auto">
            <a:xfrm>
              <a:off x="11160126" y="3003550"/>
              <a:ext cx="228600" cy="134938"/>
            </a:xfrm>
            <a:custGeom>
              <a:avLst/>
              <a:gdLst>
                <a:gd name="T0" fmla="*/ 151 w 151"/>
                <a:gd name="T1" fmla="*/ 89 h 89"/>
                <a:gd name="T2" fmla="*/ 61 w 151"/>
                <a:gd name="T3" fmla="*/ 0 h 89"/>
                <a:gd name="T4" fmla="*/ 0 w 151"/>
                <a:gd name="T5" fmla="*/ 24 h 89"/>
                <a:gd name="T6" fmla="*/ 83 w 151"/>
                <a:gd name="T7" fmla="*/ 57 h 89"/>
                <a:gd name="T8" fmla="*/ 151 w 151"/>
                <a:gd name="T9" fmla="*/ 89 h 89"/>
              </a:gdLst>
              <a:ahLst/>
              <a:cxnLst>
                <a:cxn ang="0">
                  <a:pos x="T0" y="T1"/>
                </a:cxn>
                <a:cxn ang="0">
                  <a:pos x="T2" y="T3"/>
                </a:cxn>
                <a:cxn ang="0">
                  <a:pos x="T4" y="T5"/>
                </a:cxn>
                <a:cxn ang="0">
                  <a:pos x="T6" y="T7"/>
                </a:cxn>
                <a:cxn ang="0">
                  <a:pos x="T8" y="T9"/>
                </a:cxn>
              </a:cxnLst>
              <a:rect l="0" t="0" r="r" b="b"/>
              <a:pathLst>
                <a:path w="151" h="89">
                  <a:moveTo>
                    <a:pt x="151" y="89"/>
                  </a:moveTo>
                  <a:cubicBezTo>
                    <a:pt x="150" y="40"/>
                    <a:pt x="110" y="0"/>
                    <a:pt x="61" y="0"/>
                  </a:cubicBezTo>
                  <a:cubicBezTo>
                    <a:pt x="37" y="0"/>
                    <a:pt x="16" y="9"/>
                    <a:pt x="0" y="24"/>
                  </a:cubicBezTo>
                  <a:cubicBezTo>
                    <a:pt x="15" y="29"/>
                    <a:pt x="50" y="43"/>
                    <a:pt x="83" y="57"/>
                  </a:cubicBezTo>
                  <a:cubicBezTo>
                    <a:pt x="122" y="73"/>
                    <a:pt x="141" y="83"/>
                    <a:pt x="151" y="8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0" name="Freeform 141"/>
            <p:cNvSpPr>
              <a:spLocks/>
            </p:cNvSpPr>
            <p:nvPr/>
          </p:nvSpPr>
          <p:spPr bwMode="auto">
            <a:xfrm>
              <a:off x="11115676" y="3105150"/>
              <a:ext cx="236538" cy="171450"/>
            </a:xfrm>
            <a:custGeom>
              <a:avLst/>
              <a:gdLst>
                <a:gd name="T0" fmla="*/ 90 w 156"/>
                <a:gd name="T1" fmla="*/ 113 h 113"/>
                <a:gd name="T2" fmla="*/ 156 w 156"/>
                <a:gd name="T3" fmla="*/ 84 h 113"/>
                <a:gd name="T4" fmla="*/ 3 w 156"/>
                <a:gd name="T5" fmla="*/ 0 h 113"/>
                <a:gd name="T6" fmla="*/ 0 w 156"/>
                <a:gd name="T7" fmla="*/ 23 h 113"/>
                <a:gd name="T8" fmla="*/ 90 w 156"/>
                <a:gd name="T9" fmla="*/ 113 h 113"/>
              </a:gdLst>
              <a:ahLst/>
              <a:cxnLst>
                <a:cxn ang="0">
                  <a:pos x="T0" y="T1"/>
                </a:cxn>
                <a:cxn ang="0">
                  <a:pos x="T2" y="T3"/>
                </a:cxn>
                <a:cxn ang="0">
                  <a:pos x="T4" y="T5"/>
                </a:cxn>
                <a:cxn ang="0">
                  <a:pos x="T6" y="T7"/>
                </a:cxn>
                <a:cxn ang="0">
                  <a:pos x="T8" y="T9"/>
                </a:cxn>
              </a:cxnLst>
              <a:rect l="0" t="0" r="r" b="b"/>
              <a:pathLst>
                <a:path w="156" h="113">
                  <a:moveTo>
                    <a:pt x="90" y="113"/>
                  </a:moveTo>
                  <a:cubicBezTo>
                    <a:pt x="116" y="113"/>
                    <a:pt x="140" y="102"/>
                    <a:pt x="156" y="84"/>
                  </a:cubicBezTo>
                  <a:cubicBezTo>
                    <a:pt x="139" y="77"/>
                    <a:pt x="87" y="49"/>
                    <a:pt x="3" y="0"/>
                  </a:cubicBezTo>
                  <a:cubicBezTo>
                    <a:pt x="1" y="8"/>
                    <a:pt x="0" y="15"/>
                    <a:pt x="0" y="23"/>
                  </a:cubicBezTo>
                  <a:cubicBezTo>
                    <a:pt x="0" y="73"/>
                    <a:pt x="40" y="113"/>
                    <a:pt x="90" y="11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1" name="Freeform 142"/>
            <p:cNvSpPr>
              <a:spLocks/>
            </p:cNvSpPr>
            <p:nvPr/>
          </p:nvSpPr>
          <p:spPr bwMode="auto">
            <a:xfrm>
              <a:off x="10985501" y="2986088"/>
              <a:ext cx="404813" cy="236538"/>
            </a:xfrm>
            <a:custGeom>
              <a:avLst/>
              <a:gdLst>
                <a:gd name="T0" fmla="*/ 248 w 267"/>
                <a:gd name="T1" fmla="*/ 156 h 156"/>
                <a:gd name="T2" fmla="*/ 267 w 267"/>
                <a:gd name="T3" fmla="*/ 113 h 156"/>
                <a:gd name="T4" fmla="*/ 265 w 267"/>
                <a:gd name="T5" fmla="*/ 111 h 156"/>
                <a:gd name="T6" fmla="*/ 109 w 267"/>
                <a:gd name="T7" fmla="*/ 42 h 156"/>
                <a:gd name="T8" fmla="*/ 108 w 267"/>
                <a:gd name="T9" fmla="*/ 41 h 156"/>
                <a:gd name="T10" fmla="*/ 15 w 267"/>
                <a:gd name="T11" fmla="*/ 35 h 156"/>
                <a:gd name="T12" fmla="*/ 70 w 267"/>
                <a:gd name="T13" fmla="*/ 49 h 156"/>
                <a:gd name="T14" fmla="*/ 23 w 267"/>
                <a:gd name="T15" fmla="*/ 75 h 156"/>
                <a:gd name="T16" fmla="*/ 89 w 267"/>
                <a:gd name="T17" fmla="*/ 70 h 156"/>
                <a:gd name="T18" fmla="*/ 91 w 267"/>
                <a:gd name="T19" fmla="*/ 71 h 156"/>
                <a:gd name="T20" fmla="*/ 248 w 267"/>
                <a:gd name="T21" fmla="*/ 156 h 156"/>
                <a:gd name="T22" fmla="*/ 248 w 267"/>
                <a:gd name="T23" fmla="*/ 15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7" h="156">
                  <a:moveTo>
                    <a:pt x="248" y="156"/>
                  </a:moveTo>
                  <a:cubicBezTo>
                    <a:pt x="257" y="156"/>
                    <a:pt x="267" y="123"/>
                    <a:pt x="267" y="113"/>
                  </a:cubicBezTo>
                  <a:cubicBezTo>
                    <a:pt x="267" y="113"/>
                    <a:pt x="267" y="112"/>
                    <a:pt x="265" y="111"/>
                  </a:cubicBezTo>
                  <a:cubicBezTo>
                    <a:pt x="249" y="96"/>
                    <a:pt x="131" y="50"/>
                    <a:pt x="109" y="42"/>
                  </a:cubicBezTo>
                  <a:cubicBezTo>
                    <a:pt x="109" y="42"/>
                    <a:pt x="108" y="41"/>
                    <a:pt x="108" y="41"/>
                  </a:cubicBezTo>
                  <a:cubicBezTo>
                    <a:pt x="96" y="37"/>
                    <a:pt x="89" y="0"/>
                    <a:pt x="15" y="35"/>
                  </a:cubicBezTo>
                  <a:cubicBezTo>
                    <a:pt x="0" y="42"/>
                    <a:pt x="70" y="49"/>
                    <a:pt x="70" y="49"/>
                  </a:cubicBezTo>
                  <a:cubicBezTo>
                    <a:pt x="70" y="49"/>
                    <a:pt x="1" y="72"/>
                    <a:pt x="23" y="75"/>
                  </a:cubicBezTo>
                  <a:cubicBezTo>
                    <a:pt x="65" y="82"/>
                    <a:pt x="89" y="70"/>
                    <a:pt x="89" y="70"/>
                  </a:cubicBezTo>
                  <a:cubicBezTo>
                    <a:pt x="89" y="70"/>
                    <a:pt x="90" y="71"/>
                    <a:pt x="91" y="71"/>
                  </a:cubicBezTo>
                  <a:cubicBezTo>
                    <a:pt x="109" y="81"/>
                    <a:pt x="235" y="153"/>
                    <a:pt x="248" y="156"/>
                  </a:cubicBezTo>
                  <a:cubicBezTo>
                    <a:pt x="248" y="156"/>
                    <a:pt x="248" y="156"/>
                    <a:pt x="248" y="15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2" name="Freeform 143"/>
            <p:cNvSpPr>
              <a:spLocks/>
            </p:cNvSpPr>
            <p:nvPr/>
          </p:nvSpPr>
          <p:spPr bwMode="auto">
            <a:xfrm>
              <a:off x="11410951" y="3133725"/>
              <a:ext cx="153988" cy="785813"/>
            </a:xfrm>
            <a:custGeom>
              <a:avLst/>
              <a:gdLst>
                <a:gd name="T0" fmla="*/ 63 w 102"/>
                <a:gd name="T1" fmla="*/ 0 h 517"/>
                <a:gd name="T2" fmla="*/ 43 w 102"/>
                <a:gd name="T3" fmla="*/ 20 h 517"/>
                <a:gd name="T4" fmla="*/ 43 w 102"/>
                <a:gd name="T5" fmla="*/ 181 h 517"/>
                <a:gd name="T6" fmla="*/ 37 w 102"/>
                <a:gd name="T7" fmla="*/ 181 h 517"/>
                <a:gd name="T8" fmla="*/ 17 w 102"/>
                <a:gd name="T9" fmla="*/ 201 h 517"/>
                <a:gd name="T10" fmla="*/ 17 w 102"/>
                <a:gd name="T11" fmla="*/ 210 h 517"/>
                <a:gd name="T12" fmla="*/ 0 w 102"/>
                <a:gd name="T13" fmla="*/ 210 h 517"/>
                <a:gd name="T14" fmla="*/ 0 w 102"/>
                <a:gd name="T15" fmla="*/ 306 h 517"/>
                <a:gd name="T16" fmla="*/ 17 w 102"/>
                <a:gd name="T17" fmla="*/ 306 h 517"/>
                <a:gd name="T18" fmla="*/ 17 w 102"/>
                <a:gd name="T19" fmla="*/ 316 h 517"/>
                <a:gd name="T20" fmla="*/ 37 w 102"/>
                <a:gd name="T21" fmla="*/ 336 h 517"/>
                <a:gd name="T22" fmla="*/ 43 w 102"/>
                <a:gd name="T23" fmla="*/ 336 h 517"/>
                <a:gd name="T24" fmla="*/ 43 w 102"/>
                <a:gd name="T25" fmla="*/ 517 h 517"/>
                <a:gd name="T26" fmla="*/ 102 w 102"/>
                <a:gd name="T27" fmla="*/ 517 h 517"/>
                <a:gd name="T28" fmla="*/ 102 w 102"/>
                <a:gd name="T29" fmla="*/ 0 h 517"/>
                <a:gd name="T30" fmla="*/ 63 w 102"/>
                <a:gd name="T31" fmla="*/ 0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2" h="517">
                  <a:moveTo>
                    <a:pt x="63" y="0"/>
                  </a:moveTo>
                  <a:cubicBezTo>
                    <a:pt x="52" y="0"/>
                    <a:pt x="43" y="9"/>
                    <a:pt x="43" y="20"/>
                  </a:cubicBezTo>
                  <a:cubicBezTo>
                    <a:pt x="43" y="181"/>
                    <a:pt x="43" y="181"/>
                    <a:pt x="43" y="181"/>
                  </a:cubicBezTo>
                  <a:cubicBezTo>
                    <a:pt x="37" y="181"/>
                    <a:pt x="37" y="181"/>
                    <a:pt x="37" y="181"/>
                  </a:cubicBezTo>
                  <a:cubicBezTo>
                    <a:pt x="26" y="181"/>
                    <a:pt x="17" y="190"/>
                    <a:pt x="17" y="201"/>
                  </a:cubicBezTo>
                  <a:cubicBezTo>
                    <a:pt x="17" y="210"/>
                    <a:pt x="17" y="210"/>
                    <a:pt x="17" y="210"/>
                  </a:cubicBezTo>
                  <a:cubicBezTo>
                    <a:pt x="0" y="210"/>
                    <a:pt x="0" y="210"/>
                    <a:pt x="0" y="210"/>
                  </a:cubicBezTo>
                  <a:cubicBezTo>
                    <a:pt x="0" y="306"/>
                    <a:pt x="0" y="306"/>
                    <a:pt x="0" y="306"/>
                  </a:cubicBezTo>
                  <a:cubicBezTo>
                    <a:pt x="17" y="306"/>
                    <a:pt x="17" y="306"/>
                    <a:pt x="17" y="306"/>
                  </a:cubicBezTo>
                  <a:cubicBezTo>
                    <a:pt x="17" y="316"/>
                    <a:pt x="17" y="316"/>
                    <a:pt x="17" y="316"/>
                  </a:cubicBezTo>
                  <a:cubicBezTo>
                    <a:pt x="17" y="327"/>
                    <a:pt x="26" y="336"/>
                    <a:pt x="37" y="336"/>
                  </a:cubicBezTo>
                  <a:cubicBezTo>
                    <a:pt x="43" y="336"/>
                    <a:pt x="43" y="336"/>
                    <a:pt x="43" y="336"/>
                  </a:cubicBezTo>
                  <a:cubicBezTo>
                    <a:pt x="43" y="517"/>
                    <a:pt x="43" y="517"/>
                    <a:pt x="43" y="517"/>
                  </a:cubicBezTo>
                  <a:cubicBezTo>
                    <a:pt x="102" y="517"/>
                    <a:pt x="102" y="517"/>
                    <a:pt x="102" y="517"/>
                  </a:cubicBezTo>
                  <a:cubicBezTo>
                    <a:pt x="102" y="0"/>
                    <a:pt x="102" y="0"/>
                    <a:pt x="102" y="0"/>
                  </a:cubicBezTo>
                  <a:lnTo>
                    <a:pt x="63"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3" name="Freeform 144"/>
            <p:cNvSpPr>
              <a:spLocks/>
            </p:cNvSpPr>
            <p:nvPr/>
          </p:nvSpPr>
          <p:spPr bwMode="auto">
            <a:xfrm>
              <a:off x="11587163" y="3133725"/>
              <a:ext cx="568325" cy="785813"/>
            </a:xfrm>
            <a:custGeom>
              <a:avLst/>
              <a:gdLst>
                <a:gd name="T0" fmla="*/ 355 w 375"/>
                <a:gd name="T1" fmla="*/ 0 h 517"/>
                <a:gd name="T2" fmla="*/ 0 w 375"/>
                <a:gd name="T3" fmla="*/ 0 h 517"/>
                <a:gd name="T4" fmla="*/ 0 w 375"/>
                <a:gd name="T5" fmla="*/ 517 h 517"/>
                <a:gd name="T6" fmla="*/ 375 w 375"/>
                <a:gd name="T7" fmla="*/ 517 h 517"/>
                <a:gd name="T8" fmla="*/ 375 w 375"/>
                <a:gd name="T9" fmla="*/ 20 h 517"/>
                <a:gd name="T10" fmla="*/ 355 w 375"/>
                <a:gd name="T11" fmla="*/ 0 h 517"/>
              </a:gdLst>
              <a:ahLst/>
              <a:cxnLst>
                <a:cxn ang="0">
                  <a:pos x="T0" y="T1"/>
                </a:cxn>
                <a:cxn ang="0">
                  <a:pos x="T2" y="T3"/>
                </a:cxn>
                <a:cxn ang="0">
                  <a:pos x="T4" y="T5"/>
                </a:cxn>
                <a:cxn ang="0">
                  <a:pos x="T6" y="T7"/>
                </a:cxn>
                <a:cxn ang="0">
                  <a:pos x="T8" y="T9"/>
                </a:cxn>
                <a:cxn ang="0">
                  <a:pos x="T10" y="T11"/>
                </a:cxn>
              </a:cxnLst>
              <a:rect l="0" t="0" r="r" b="b"/>
              <a:pathLst>
                <a:path w="375" h="517">
                  <a:moveTo>
                    <a:pt x="355" y="0"/>
                  </a:moveTo>
                  <a:cubicBezTo>
                    <a:pt x="0" y="0"/>
                    <a:pt x="0" y="0"/>
                    <a:pt x="0" y="0"/>
                  </a:cubicBezTo>
                  <a:cubicBezTo>
                    <a:pt x="0" y="517"/>
                    <a:pt x="0" y="517"/>
                    <a:pt x="0" y="517"/>
                  </a:cubicBezTo>
                  <a:cubicBezTo>
                    <a:pt x="375" y="517"/>
                    <a:pt x="375" y="517"/>
                    <a:pt x="375" y="517"/>
                  </a:cubicBezTo>
                  <a:cubicBezTo>
                    <a:pt x="375" y="20"/>
                    <a:pt x="375" y="20"/>
                    <a:pt x="375" y="20"/>
                  </a:cubicBezTo>
                  <a:cubicBezTo>
                    <a:pt x="375" y="9"/>
                    <a:pt x="366" y="0"/>
                    <a:pt x="355"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64" name="组合 163"/>
          <p:cNvGrpSpPr/>
          <p:nvPr/>
        </p:nvGrpSpPr>
        <p:grpSpPr>
          <a:xfrm>
            <a:off x="8069263" y="996097"/>
            <a:ext cx="1895476" cy="1585913"/>
            <a:chOff x="8069263" y="679450"/>
            <a:chExt cx="1895476" cy="1585913"/>
          </a:xfrm>
        </p:grpSpPr>
        <p:sp>
          <p:nvSpPr>
            <p:cNvPr id="165" name="Freeform 145"/>
            <p:cNvSpPr>
              <a:spLocks/>
            </p:cNvSpPr>
            <p:nvPr/>
          </p:nvSpPr>
          <p:spPr bwMode="auto">
            <a:xfrm>
              <a:off x="8756651" y="1889125"/>
              <a:ext cx="250825" cy="39688"/>
            </a:xfrm>
            <a:custGeom>
              <a:avLst/>
              <a:gdLst>
                <a:gd name="T0" fmla="*/ 0 w 166"/>
                <a:gd name="T1" fmla="*/ 22 h 26"/>
                <a:gd name="T2" fmla="*/ 0 w 166"/>
                <a:gd name="T3" fmla="*/ 24 h 26"/>
                <a:gd name="T4" fmla="*/ 0 w 166"/>
                <a:gd name="T5" fmla="*/ 26 h 26"/>
                <a:gd name="T6" fmla="*/ 36 w 166"/>
                <a:gd name="T7" fmla="*/ 24 h 26"/>
                <a:gd name="T8" fmla="*/ 89 w 166"/>
                <a:gd name="T9" fmla="*/ 23 h 26"/>
                <a:gd name="T10" fmla="*/ 143 w 166"/>
                <a:gd name="T11" fmla="*/ 24 h 26"/>
                <a:gd name="T12" fmla="*/ 166 w 166"/>
                <a:gd name="T13" fmla="*/ 25 h 26"/>
                <a:gd name="T14" fmla="*/ 166 w 166"/>
                <a:gd name="T15" fmla="*/ 24 h 26"/>
                <a:gd name="T16" fmla="*/ 166 w 166"/>
                <a:gd name="T17" fmla="*/ 22 h 26"/>
                <a:gd name="T18" fmla="*/ 166 w 166"/>
                <a:gd name="T19" fmla="*/ 20 h 26"/>
                <a:gd name="T20" fmla="*/ 166 w 166"/>
                <a:gd name="T21" fmla="*/ 17 h 26"/>
                <a:gd name="T22" fmla="*/ 144 w 166"/>
                <a:gd name="T23" fmla="*/ 11 h 26"/>
                <a:gd name="T24" fmla="*/ 144 w 166"/>
                <a:gd name="T25" fmla="*/ 11 h 26"/>
                <a:gd name="T26" fmla="*/ 141 w 166"/>
                <a:gd name="T27" fmla="*/ 9 h 26"/>
                <a:gd name="T28" fmla="*/ 140 w 166"/>
                <a:gd name="T29" fmla="*/ 7 h 26"/>
                <a:gd name="T30" fmla="*/ 140 w 166"/>
                <a:gd name="T31" fmla="*/ 7 h 26"/>
                <a:gd name="T32" fmla="*/ 140 w 166"/>
                <a:gd name="T33" fmla="*/ 4 h 26"/>
                <a:gd name="T34" fmla="*/ 112 w 166"/>
                <a:gd name="T35" fmla="*/ 5 h 26"/>
                <a:gd name="T36" fmla="*/ 97 w 166"/>
                <a:gd name="T37" fmla="*/ 5 h 26"/>
                <a:gd name="T38" fmla="*/ 12 w 166"/>
                <a:gd name="T39" fmla="*/ 0 h 26"/>
                <a:gd name="T40" fmla="*/ 12 w 166"/>
                <a:gd name="T41" fmla="*/ 9 h 26"/>
                <a:gd name="T42" fmla="*/ 12 w 166"/>
                <a:gd name="T43" fmla="*/ 11 h 26"/>
                <a:gd name="T44" fmla="*/ 12 w 166"/>
                <a:gd name="T45" fmla="*/ 13 h 26"/>
                <a:gd name="T46" fmla="*/ 12 w 166"/>
                <a:gd name="T47" fmla="*/ 15 h 26"/>
                <a:gd name="T48" fmla="*/ 8 w 166"/>
                <a:gd name="T49" fmla="*/ 19 h 26"/>
                <a:gd name="T50" fmla="*/ 7 w 166"/>
                <a:gd name="T51" fmla="*/ 20 h 26"/>
                <a:gd name="T52" fmla="*/ 2 w 166"/>
                <a:gd name="T53" fmla="*/ 22 h 26"/>
                <a:gd name="T54" fmla="*/ 0 w 166"/>
                <a:gd name="T55" fmla="*/ 22 h 26"/>
                <a:gd name="T56" fmla="*/ 0 w 166"/>
                <a:gd name="T57" fmla="*/ 2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6" h="26">
                  <a:moveTo>
                    <a:pt x="0" y="22"/>
                  </a:moveTo>
                  <a:cubicBezTo>
                    <a:pt x="0" y="24"/>
                    <a:pt x="0" y="24"/>
                    <a:pt x="0" y="24"/>
                  </a:cubicBezTo>
                  <a:cubicBezTo>
                    <a:pt x="0" y="26"/>
                    <a:pt x="0" y="26"/>
                    <a:pt x="0" y="26"/>
                  </a:cubicBezTo>
                  <a:cubicBezTo>
                    <a:pt x="11" y="25"/>
                    <a:pt x="23" y="25"/>
                    <a:pt x="36" y="24"/>
                  </a:cubicBezTo>
                  <a:cubicBezTo>
                    <a:pt x="53" y="23"/>
                    <a:pt x="70" y="23"/>
                    <a:pt x="89" y="23"/>
                  </a:cubicBezTo>
                  <a:cubicBezTo>
                    <a:pt x="108" y="23"/>
                    <a:pt x="126" y="23"/>
                    <a:pt x="143" y="24"/>
                  </a:cubicBezTo>
                  <a:cubicBezTo>
                    <a:pt x="151" y="24"/>
                    <a:pt x="159" y="25"/>
                    <a:pt x="166" y="25"/>
                  </a:cubicBezTo>
                  <a:cubicBezTo>
                    <a:pt x="166" y="24"/>
                    <a:pt x="166" y="24"/>
                    <a:pt x="166" y="24"/>
                  </a:cubicBezTo>
                  <a:cubicBezTo>
                    <a:pt x="166" y="22"/>
                    <a:pt x="166" y="22"/>
                    <a:pt x="166" y="22"/>
                  </a:cubicBezTo>
                  <a:cubicBezTo>
                    <a:pt x="166" y="20"/>
                    <a:pt x="166" y="20"/>
                    <a:pt x="166" y="20"/>
                  </a:cubicBezTo>
                  <a:cubicBezTo>
                    <a:pt x="166" y="17"/>
                    <a:pt x="166" y="17"/>
                    <a:pt x="166" y="17"/>
                  </a:cubicBezTo>
                  <a:cubicBezTo>
                    <a:pt x="156" y="15"/>
                    <a:pt x="148" y="13"/>
                    <a:pt x="144" y="11"/>
                  </a:cubicBezTo>
                  <a:cubicBezTo>
                    <a:pt x="144" y="11"/>
                    <a:pt x="144" y="11"/>
                    <a:pt x="144" y="11"/>
                  </a:cubicBezTo>
                  <a:cubicBezTo>
                    <a:pt x="143" y="11"/>
                    <a:pt x="142" y="10"/>
                    <a:pt x="141" y="9"/>
                  </a:cubicBezTo>
                  <a:cubicBezTo>
                    <a:pt x="141" y="9"/>
                    <a:pt x="140" y="8"/>
                    <a:pt x="140" y="7"/>
                  </a:cubicBezTo>
                  <a:cubicBezTo>
                    <a:pt x="140" y="7"/>
                    <a:pt x="140" y="7"/>
                    <a:pt x="140" y="7"/>
                  </a:cubicBezTo>
                  <a:cubicBezTo>
                    <a:pt x="140" y="4"/>
                    <a:pt x="140" y="4"/>
                    <a:pt x="140" y="4"/>
                  </a:cubicBezTo>
                  <a:cubicBezTo>
                    <a:pt x="131" y="5"/>
                    <a:pt x="122" y="5"/>
                    <a:pt x="112" y="5"/>
                  </a:cubicBezTo>
                  <a:cubicBezTo>
                    <a:pt x="107" y="5"/>
                    <a:pt x="102" y="5"/>
                    <a:pt x="97" y="5"/>
                  </a:cubicBezTo>
                  <a:cubicBezTo>
                    <a:pt x="64" y="4"/>
                    <a:pt x="34" y="3"/>
                    <a:pt x="12" y="0"/>
                  </a:cubicBezTo>
                  <a:cubicBezTo>
                    <a:pt x="12" y="9"/>
                    <a:pt x="12" y="9"/>
                    <a:pt x="12" y="9"/>
                  </a:cubicBezTo>
                  <a:cubicBezTo>
                    <a:pt x="12" y="11"/>
                    <a:pt x="12" y="11"/>
                    <a:pt x="12" y="11"/>
                  </a:cubicBezTo>
                  <a:cubicBezTo>
                    <a:pt x="12" y="13"/>
                    <a:pt x="12" y="13"/>
                    <a:pt x="12" y="13"/>
                  </a:cubicBezTo>
                  <a:cubicBezTo>
                    <a:pt x="12" y="15"/>
                    <a:pt x="12" y="15"/>
                    <a:pt x="12" y="15"/>
                  </a:cubicBezTo>
                  <a:cubicBezTo>
                    <a:pt x="12" y="17"/>
                    <a:pt x="10" y="18"/>
                    <a:pt x="8" y="19"/>
                  </a:cubicBezTo>
                  <a:cubicBezTo>
                    <a:pt x="8" y="20"/>
                    <a:pt x="8" y="20"/>
                    <a:pt x="7" y="20"/>
                  </a:cubicBezTo>
                  <a:cubicBezTo>
                    <a:pt x="6" y="21"/>
                    <a:pt x="4" y="21"/>
                    <a:pt x="2" y="22"/>
                  </a:cubicBezTo>
                  <a:cubicBezTo>
                    <a:pt x="1" y="22"/>
                    <a:pt x="1" y="22"/>
                    <a:pt x="0" y="22"/>
                  </a:cubicBezTo>
                  <a:cubicBezTo>
                    <a:pt x="0" y="22"/>
                    <a:pt x="0" y="22"/>
                    <a:pt x="0" y="2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6" name="Freeform 146"/>
            <p:cNvSpPr>
              <a:spLocks/>
            </p:cNvSpPr>
            <p:nvPr/>
          </p:nvSpPr>
          <p:spPr bwMode="auto">
            <a:xfrm>
              <a:off x="8774113" y="1838325"/>
              <a:ext cx="193675" cy="52388"/>
            </a:xfrm>
            <a:custGeom>
              <a:avLst/>
              <a:gdLst>
                <a:gd name="T0" fmla="*/ 84 w 128"/>
                <a:gd name="T1" fmla="*/ 34 h 34"/>
                <a:gd name="T2" fmla="*/ 100 w 128"/>
                <a:gd name="T3" fmla="*/ 34 h 34"/>
                <a:gd name="T4" fmla="*/ 128 w 128"/>
                <a:gd name="T5" fmla="*/ 33 h 34"/>
                <a:gd name="T6" fmla="*/ 128 w 128"/>
                <a:gd name="T7" fmla="*/ 33 h 34"/>
                <a:gd name="T8" fmla="*/ 128 w 128"/>
                <a:gd name="T9" fmla="*/ 24 h 34"/>
                <a:gd name="T10" fmla="*/ 128 w 128"/>
                <a:gd name="T11" fmla="*/ 22 h 34"/>
                <a:gd name="T12" fmla="*/ 128 w 128"/>
                <a:gd name="T13" fmla="*/ 20 h 34"/>
                <a:gd name="T14" fmla="*/ 128 w 128"/>
                <a:gd name="T15" fmla="*/ 10 h 34"/>
                <a:gd name="T16" fmla="*/ 128 w 128"/>
                <a:gd name="T17" fmla="*/ 8 h 34"/>
                <a:gd name="T18" fmla="*/ 128 w 128"/>
                <a:gd name="T19" fmla="*/ 6 h 34"/>
                <a:gd name="T20" fmla="*/ 128 w 128"/>
                <a:gd name="T21" fmla="*/ 6 h 34"/>
                <a:gd name="T22" fmla="*/ 128 w 128"/>
                <a:gd name="T23" fmla="*/ 6 h 34"/>
                <a:gd name="T24" fmla="*/ 128 w 128"/>
                <a:gd name="T25" fmla="*/ 6 h 34"/>
                <a:gd name="T26" fmla="*/ 128 w 128"/>
                <a:gd name="T27" fmla="*/ 4 h 34"/>
                <a:gd name="T28" fmla="*/ 111 w 128"/>
                <a:gd name="T29" fmla="*/ 4 h 34"/>
                <a:gd name="T30" fmla="*/ 95 w 128"/>
                <a:gd name="T31" fmla="*/ 4 h 34"/>
                <a:gd name="T32" fmla="*/ 12 w 128"/>
                <a:gd name="T33" fmla="*/ 0 h 34"/>
                <a:gd name="T34" fmla="*/ 12 w 128"/>
                <a:gd name="T35" fmla="*/ 9 h 34"/>
                <a:gd name="T36" fmla="*/ 12 w 128"/>
                <a:gd name="T37" fmla="*/ 11 h 34"/>
                <a:gd name="T38" fmla="*/ 12 w 128"/>
                <a:gd name="T39" fmla="*/ 13 h 34"/>
                <a:gd name="T40" fmla="*/ 11 w 128"/>
                <a:gd name="T41" fmla="*/ 13 h 34"/>
                <a:gd name="T42" fmla="*/ 8 w 128"/>
                <a:gd name="T43" fmla="*/ 17 h 34"/>
                <a:gd name="T44" fmla="*/ 1 w 128"/>
                <a:gd name="T45" fmla="*/ 20 h 34"/>
                <a:gd name="T46" fmla="*/ 0 w 128"/>
                <a:gd name="T47" fmla="*/ 20 h 34"/>
                <a:gd name="T48" fmla="*/ 0 w 128"/>
                <a:gd name="T49" fmla="*/ 20 h 34"/>
                <a:gd name="T50" fmla="*/ 0 w 128"/>
                <a:gd name="T51" fmla="*/ 22 h 34"/>
                <a:gd name="T52" fmla="*/ 0 w 128"/>
                <a:gd name="T53" fmla="*/ 24 h 34"/>
                <a:gd name="T54" fmla="*/ 0 w 128"/>
                <a:gd name="T55" fmla="*/ 28 h 34"/>
                <a:gd name="T56" fmla="*/ 12 w 128"/>
                <a:gd name="T57" fmla="*/ 30 h 34"/>
                <a:gd name="T58" fmla="*/ 84 w 128"/>
                <a:gd name="T59"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8" h="34">
                  <a:moveTo>
                    <a:pt x="84" y="34"/>
                  </a:moveTo>
                  <a:cubicBezTo>
                    <a:pt x="89" y="34"/>
                    <a:pt x="94" y="34"/>
                    <a:pt x="100" y="34"/>
                  </a:cubicBezTo>
                  <a:cubicBezTo>
                    <a:pt x="110" y="34"/>
                    <a:pt x="119" y="34"/>
                    <a:pt x="128" y="33"/>
                  </a:cubicBezTo>
                  <a:cubicBezTo>
                    <a:pt x="128" y="33"/>
                    <a:pt x="128" y="33"/>
                    <a:pt x="128" y="33"/>
                  </a:cubicBezTo>
                  <a:cubicBezTo>
                    <a:pt x="128" y="24"/>
                    <a:pt x="128" y="24"/>
                    <a:pt x="128" y="24"/>
                  </a:cubicBezTo>
                  <a:cubicBezTo>
                    <a:pt x="128" y="22"/>
                    <a:pt x="128" y="22"/>
                    <a:pt x="128" y="22"/>
                  </a:cubicBezTo>
                  <a:cubicBezTo>
                    <a:pt x="128" y="20"/>
                    <a:pt x="128" y="20"/>
                    <a:pt x="128" y="20"/>
                  </a:cubicBezTo>
                  <a:cubicBezTo>
                    <a:pt x="128" y="10"/>
                    <a:pt x="128" y="10"/>
                    <a:pt x="128" y="10"/>
                  </a:cubicBezTo>
                  <a:cubicBezTo>
                    <a:pt x="128" y="8"/>
                    <a:pt x="128" y="8"/>
                    <a:pt x="128" y="8"/>
                  </a:cubicBezTo>
                  <a:cubicBezTo>
                    <a:pt x="128" y="6"/>
                    <a:pt x="128" y="6"/>
                    <a:pt x="128" y="6"/>
                  </a:cubicBezTo>
                  <a:cubicBezTo>
                    <a:pt x="128" y="6"/>
                    <a:pt x="128" y="6"/>
                    <a:pt x="128" y="6"/>
                  </a:cubicBezTo>
                  <a:cubicBezTo>
                    <a:pt x="128" y="6"/>
                    <a:pt x="128" y="6"/>
                    <a:pt x="128" y="6"/>
                  </a:cubicBezTo>
                  <a:cubicBezTo>
                    <a:pt x="128" y="6"/>
                    <a:pt x="128" y="6"/>
                    <a:pt x="128" y="6"/>
                  </a:cubicBezTo>
                  <a:cubicBezTo>
                    <a:pt x="128" y="4"/>
                    <a:pt x="128" y="4"/>
                    <a:pt x="128" y="4"/>
                  </a:cubicBezTo>
                  <a:cubicBezTo>
                    <a:pt x="122" y="4"/>
                    <a:pt x="117" y="4"/>
                    <a:pt x="111" y="4"/>
                  </a:cubicBezTo>
                  <a:cubicBezTo>
                    <a:pt x="105" y="4"/>
                    <a:pt x="100" y="4"/>
                    <a:pt x="95" y="4"/>
                  </a:cubicBezTo>
                  <a:cubicBezTo>
                    <a:pt x="62" y="4"/>
                    <a:pt x="33" y="3"/>
                    <a:pt x="12" y="0"/>
                  </a:cubicBezTo>
                  <a:cubicBezTo>
                    <a:pt x="12" y="9"/>
                    <a:pt x="12" y="9"/>
                    <a:pt x="12" y="9"/>
                  </a:cubicBezTo>
                  <a:cubicBezTo>
                    <a:pt x="12" y="11"/>
                    <a:pt x="12" y="11"/>
                    <a:pt x="12" y="11"/>
                  </a:cubicBezTo>
                  <a:cubicBezTo>
                    <a:pt x="12" y="13"/>
                    <a:pt x="12" y="13"/>
                    <a:pt x="12" y="13"/>
                  </a:cubicBezTo>
                  <a:cubicBezTo>
                    <a:pt x="12" y="13"/>
                    <a:pt x="12" y="13"/>
                    <a:pt x="11" y="13"/>
                  </a:cubicBezTo>
                  <a:cubicBezTo>
                    <a:pt x="11" y="15"/>
                    <a:pt x="10" y="16"/>
                    <a:pt x="8" y="17"/>
                  </a:cubicBezTo>
                  <a:cubicBezTo>
                    <a:pt x="6" y="18"/>
                    <a:pt x="4" y="19"/>
                    <a:pt x="1" y="20"/>
                  </a:cubicBezTo>
                  <a:cubicBezTo>
                    <a:pt x="1" y="20"/>
                    <a:pt x="1" y="20"/>
                    <a:pt x="0" y="20"/>
                  </a:cubicBezTo>
                  <a:cubicBezTo>
                    <a:pt x="0" y="20"/>
                    <a:pt x="0" y="20"/>
                    <a:pt x="0" y="20"/>
                  </a:cubicBezTo>
                  <a:cubicBezTo>
                    <a:pt x="0" y="22"/>
                    <a:pt x="0" y="22"/>
                    <a:pt x="0" y="22"/>
                  </a:cubicBezTo>
                  <a:cubicBezTo>
                    <a:pt x="0" y="24"/>
                    <a:pt x="0" y="24"/>
                    <a:pt x="0" y="24"/>
                  </a:cubicBezTo>
                  <a:cubicBezTo>
                    <a:pt x="0" y="28"/>
                    <a:pt x="0" y="28"/>
                    <a:pt x="0" y="28"/>
                  </a:cubicBezTo>
                  <a:cubicBezTo>
                    <a:pt x="3" y="29"/>
                    <a:pt x="7" y="29"/>
                    <a:pt x="12" y="30"/>
                  </a:cubicBezTo>
                  <a:cubicBezTo>
                    <a:pt x="31" y="32"/>
                    <a:pt x="56" y="33"/>
                    <a:pt x="84" y="3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7" name="Freeform 147"/>
            <p:cNvSpPr>
              <a:spLocks/>
            </p:cNvSpPr>
            <p:nvPr/>
          </p:nvSpPr>
          <p:spPr bwMode="auto">
            <a:xfrm>
              <a:off x="8793163" y="1789113"/>
              <a:ext cx="201613" cy="49213"/>
            </a:xfrm>
            <a:custGeom>
              <a:avLst/>
              <a:gdLst>
                <a:gd name="T0" fmla="*/ 82 w 133"/>
                <a:gd name="T1" fmla="*/ 33 h 33"/>
                <a:gd name="T2" fmla="*/ 99 w 133"/>
                <a:gd name="T3" fmla="*/ 33 h 33"/>
                <a:gd name="T4" fmla="*/ 123 w 133"/>
                <a:gd name="T5" fmla="*/ 33 h 33"/>
                <a:gd name="T6" fmla="*/ 125 w 133"/>
                <a:gd name="T7" fmla="*/ 33 h 33"/>
                <a:gd name="T8" fmla="*/ 127 w 133"/>
                <a:gd name="T9" fmla="*/ 32 h 33"/>
                <a:gd name="T10" fmla="*/ 133 w 133"/>
                <a:gd name="T11" fmla="*/ 31 h 33"/>
                <a:gd name="T12" fmla="*/ 132 w 133"/>
                <a:gd name="T13" fmla="*/ 30 h 33"/>
                <a:gd name="T14" fmla="*/ 132 w 133"/>
                <a:gd name="T15" fmla="*/ 23 h 33"/>
                <a:gd name="T16" fmla="*/ 132 w 133"/>
                <a:gd name="T17" fmla="*/ 21 h 33"/>
                <a:gd name="T18" fmla="*/ 132 w 133"/>
                <a:gd name="T19" fmla="*/ 19 h 33"/>
                <a:gd name="T20" fmla="*/ 132 w 133"/>
                <a:gd name="T21" fmla="*/ 10 h 33"/>
                <a:gd name="T22" fmla="*/ 132 w 133"/>
                <a:gd name="T23" fmla="*/ 8 h 33"/>
                <a:gd name="T24" fmla="*/ 132 w 133"/>
                <a:gd name="T25" fmla="*/ 6 h 33"/>
                <a:gd name="T26" fmla="*/ 132 w 133"/>
                <a:gd name="T27" fmla="*/ 4 h 33"/>
                <a:gd name="T28" fmla="*/ 99 w 133"/>
                <a:gd name="T29" fmla="*/ 4 h 33"/>
                <a:gd name="T30" fmla="*/ 14 w 133"/>
                <a:gd name="T31" fmla="*/ 0 h 33"/>
                <a:gd name="T32" fmla="*/ 14 w 133"/>
                <a:gd name="T33" fmla="*/ 8 h 33"/>
                <a:gd name="T34" fmla="*/ 14 w 133"/>
                <a:gd name="T35" fmla="*/ 10 h 33"/>
                <a:gd name="T36" fmla="*/ 14 w 133"/>
                <a:gd name="T37" fmla="*/ 11 h 33"/>
                <a:gd name="T38" fmla="*/ 14 w 133"/>
                <a:gd name="T39" fmla="*/ 12 h 33"/>
                <a:gd name="T40" fmla="*/ 11 w 133"/>
                <a:gd name="T41" fmla="*/ 15 h 33"/>
                <a:gd name="T42" fmla="*/ 3 w 133"/>
                <a:gd name="T43" fmla="*/ 18 h 33"/>
                <a:gd name="T44" fmla="*/ 0 w 133"/>
                <a:gd name="T45" fmla="*/ 19 h 33"/>
                <a:gd name="T46" fmla="*/ 0 w 133"/>
                <a:gd name="T47" fmla="*/ 19 h 33"/>
                <a:gd name="T48" fmla="*/ 0 w 133"/>
                <a:gd name="T49" fmla="*/ 21 h 33"/>
                <a:gd name="T50" fmla="*/ 0 w 133"/>
                <a:gd name="T51" fmla="*/ 23 h 33"/>
                <a:gd name="T52" fmla="*/ 0 w 133"/>
                <a:gd name="T53" fmla="*/ 28 h 33"/>
                <a:gd name="T54" fmla="*/ 10 w 133"/>
                <a:gd name="T55" fmla="*/ 29 h 33"/>
                <a:gd name="T56" fmla="*/ 82 w 133"/>
                <a:gd name="T5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33">
                  <a:moveTo>
                    <a:pt x="82" y="33"/>
                  </a:moveTo>
                  <a:cubicBezTo>
                    <a:pt x="87" y="33"/>
                    <a:pt x="93" y="33"/>
                    <a:pt x="99" y="33"/>
                  </a:cubicBezTo>
                  <a:cubicBezTo>
                    <a:pt x="107" y="33"/>
                    <a:pt x="115" y="33"/>
                    <a:pt x="123" y="33"/>
                  </a:cubicBezTo>
                  <a:cubicBezTo>
                    <a:pt x="124" y="33"/>
                    <a:pt x="124" y="33"/>
                    <a:pt x="125" y="33"/>
                  </a:cubicBezTo>
                  <a:cubicBezTo>
                    <a:pt x="125" y="32"/>
                    <a:pt x="126" y="32"/>
                    <a:pt x="127" y="32"/>
                  </a:cubicBezTo>
                  <a:cubicBezTo>
                    <a:pt x="129" y="31"/>
                    <a:pt x="131" y="31"/>
                    <a:pt x="133" y="31"/>
                  </a:cubicBezTo>
                  <a:cubicBezTo>
                    <a:pt x="133" y="31"/>
                    <a:pt x="132" y="31"/>
                    <a:pt x="132" y="30"/>
                  </a:cubicBezTo>
                  <a:cubicBezTo>
                    <a:pt x="132" y="23"/>
                    <a:pt x="132" y="23"/>
                    <a:pt x="132" y="23"/>
                  </a:cubicBezTo>
                  <a:cubicBezTo>
                    <a:pt x="132" y="21"/>
                    <a:pt x="132" y="21"/>
                    <a:pt x="132" y="21"/>
                  </a:cubicBezTo>
                  <a:cubicBezTo>
                    <a:pt x="132" y="19"/>
                    <a:pt x="132" y="19"/>
                    <a:pt x="132" y="19"/>
                  </a:cubicBezTo>
                  <a:cubicBezTo>
                    <a:pt x="132" y="10"/>
                    <a:pt x="132" y="10"/>
                    <a:pt x="132" y="10"/>
                  </a:cubicBezTo>
                  <a:cubicBezTo>
                    <a:pt x="132" y="8"/>
                    <a:pt x="132" y="8"/>
                    <a:pt x="132" y="8"/>
                  </a:cubicBezTo>
                  <a:cubicBezTo>
                    <a:pt x="132" y="6"/>
                    <a:pt x="132" y="6"/>
                    <a:pt x="132" y="6"/>
                  </a:cubicBezTo>
                  <a:cubicBezTo>
                    <a:pt x="132" y="4"/>
                    <a:pt x="132" y="4"/>
                    <a:pt x="132" y="4"/>
                  </a:cubicBezTo>
                  <a:cubicBezTo>
                    <a:pt x="122" y="4"/>
                    <a:pt x="110" y="4"/>
                    <a:pt x="99" y="4"/>
                  </a:cubicBezTo>
                  <a:cubicBezTo>
                    <a:pt x="66" y="4"/>
                    <a:pt x="37" y="3"/>
                    <a:pt x="14" y="0"/>
                  </a:cubicBezTo>
                  <a:cubicBezTo>
                    <a:pt x="14" y="8"/>
                    <a:pt x="14" y="8"/>
                    <a:pt x="14" y="8"/>
                  </a:cubicBezTo>
                  <a:cubicBezTo>
                    <a:pt x="14" y="10"/>
                    <a:pt x="14" y="10"/>
                    <a:pt x="14" y="10"/>
                  </a:cubicBezTo>
                  <a:cubicBezTo>
                    <a:pt x="14" y="11"/>
                    <a:pt x="14" y="11"/>
                    <a:pt x="14" y="11"/>
                  </a:cubicBezTo>
                  <a:cubicBezTo>
                    <a:pt x="14" y="11"/>
                    <a:pt x="14" y="12"/>
                    <a:pt x="14" y="12"/>
                  </a:cubicBezTo>
                  <a:cubicBezTo>
                    <a:pt x="13" y="14"/>
                    <a:pt x="12" y="15"/>
                    <a:pt x="11" y="15"/>
                  </a:cubicBezTo>
                  <a:cubicBezTo>
                    <a:pt x="9" y="17"/>
                    <a:pt x="6" y="17"/>
                    <a:pt x="3" y="18"/>
                  </a:cubicBezTo>
                  <a:cubicBezTo>
                    <a:pt x="2" y="19"/>
                    <a:pt x="1" y="19"/>
                    <a:pt x="0" y="19"/>
                  </a:cubicBezTo>
                  <a:cubicBezTo>
                    <a:pt x="0" y="19"/>
                    <a:pt x="0" y="19"/>
                    <a:pt x="0" y="19"/>
                  </a:cubicBezTo>
                  <a:cubicBezTo>
                    <a:pt x="0" y="21"/>
                    <a:pt x="0" y="21"/>
                    <a:pt x="0" y="21"/>
                  </a:cubicBezTo>
                  <a:cubicBezTo>
                    <a:pt x="0" y="23"/>
                    <a:pt x="0" y="23"/>
                    <a:pt x="0" y="23"/>
                  </a:cubicBezTo>
                  <a:cubicBezTo>
                    <a:pt x="0" y="28"/>
                    <a:pt x="0" y="28"/>
                    <a:pt x="0" y="28"/>
                  </a:cubicBezTo>
                  <a:cubicBezTo>
                    <a:pt x="3" y="28"/>
                    <a:pt x="6" y="29"/>
                    <a:pt x="10" y="29"/>
                  </a:cubicBezTo>
                  <a:cubicBezTo>
                    <a:pt x="29" y="31"/>
                    <a:pt x="54" y="33"/>
                    <a:pt x="82" y="3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8" name="Freeform 148"/>
            <p:cNvSpPr>
              <a:spLocks/>
            </p:cNvSpPr>
            <p:nvPr/>
          </p:nvSpPr>
          <p:spPr bwMode="auto">
            <a:xfrm>
              <a:off x="8778876" y="1725613"/>
              <a:ext cx="339725" cy="60325"/>
            </a:xfrm>
            <a:custGeom>
              <a:avLst/>
              <a:gdLst>
                <a:gd name="T0" fmla="*/ 220 w 224"/>
                <a:gd name="T1" fmla="*/ 24 h 40"/>
                <a:gd name="T2" fmla="*/ 224 w 224"/>
                <a:gd name="T3" fmla="*/ 24 h 40"/>
                <a:gd name="T4" fmla="*/ 224 w 224"/>
                <a:gd name="T5" fmla="*/ 23 h 40"/>
                <a:gd name="T6" fmla="*/ 224 w 224"/>
                <a:gd name="T7" fmla="*/ 0 h 40"/>
                <a:gd name="T8" fmla="*/ 217 w 224"/>
                <a:gd name="T9" fmla="*/ 2 h 40"/>
                <a:gd name="T10" fmla="*/ 190 w 224"/>
                <a:gd name="T11" fmla="*/ 7 h 40"/>
                <a:gd name="T12" fmla="*/ 101 w 224"/>
                <a:gd name="T13" fmla="*/ 11 h 40"/>
                <a:gd name="T14" fmla="*/ 0 w 224"/>
                <a:gd name="T15" fmla="*/ 5 h 40"/>
                <a:gd name="T16" fmla="*/ 0 w 224"/>
                <a:gd name="T17" fmla="*/ 10 h 40"/>
                <a:gd name="T18" fmla="*/ 20 w 224"/>
                <a:gd name="T19" fmla="*/ 15 h 40"/>
                <a:gd name="T20" fmla="*/ 23 w 224"/>
                <a:gd name="T21" fmla="*/ 18 h 40"/>
                <a:gd name="T22" fmla="*/ 23 w 224"/>
                <a:gd name="T23" fmla="*/ 18 h 40"/>
                <a:gd name="T24" fmla="*/ 23 w 224"/>
                <a:gd name="T25" fmla="*/ 18 h 40"/>
                <a:gd name="T26" fmla="*/ 23 w 224"/>
                <a:gd name="T27" fmla="*/ 20 h 40"/>
                <a:gd name="T28" fmla="*/ 23 w 224"/>
                <a:gd name="T29" fmla="*/ 20 h 40"/>
                <a:gd name="T30" fmla="*/ 23 w 224"/>
                <a:gd name="T31" fmla="*/ 22 h 40"/>
                <a:gd name="T32" fmla="*/ 23 w 224"/>
                <a:gd name="T33" fmla="*/ 28 h 40"/>
                <a:gd name="T34" fmla="*/ 23 w 224"/>
                <a:gd name="T35" fmla="*/ 30 h 40"/>
                <a:gd name="T36" fmla="*/ 23 w 224"/>
                <a:gd name="T37" fmla="*/ 32 h 40"/>
                <a:gd name="T38" fmla="*/ 23 w 224"/>
                <a:gd name="T39" fmla="*/ 37 h 40"/>
                <a:gd name="T40" fmla="*/ 101 w 224"/>
                <a:gd name="T41" fmla="*/ 40 h 40"/>
                <a:gd name="T42" fmla="*/ 141 w 224"/>
                <a:gd name="T43" fmla="*/ 40 h 40"/>
                <a:gd name="T44" fmla="*/ 141 w 224"/>
                <a:gd name="T45" fmla="*/ 39 h 40"/>
                <a:gd name="T46" fmla="*/ 141 w 224"/>
                <a:gd name="T47" fmla="*/ 37 h 40"/>
                <a:gd name="T48" fmla="*/ 142 w 224"/>
                <a:gd name="T49" fmla="*/ 37 h 40"/>
                <a:gd name="T50" fmla="*/ 145 w 224"/>
                <a:gd name="T51" fmla="*/ 35 h 40"/>
                <a:gd name="T52" fmla="*/ 151 w 224"/>
                <a:gd name="T53" fmla="*/ 32 h 40"/>
                <a:gd name="T54" fmla="*/ 153 w 224"/>
                <a:gd name="T55" fmla="*/ 32 h 40"/>
                <a:gd name="T56" fmla="*/ 160 w 224"/>
                <a:gd name="T57" fmla="*/ 30 h 40"/>
                <a:gd name="T58" fmla="*/ 172 w 224"/>
                <a:gd name="T59" fmla="*/ 28 h 40"/>
                <a:gd name="T60" fmla="*/ 180 w 224"/>
                <a:gd name="T61" fmla="*/ 27 h 40"/>
                <a:gd name="T62" fmla="*/ 212 w 224"/>
                <a:gd name="T63" fmla="*/ 25 h 40"/>
                <a:gd name="T64" fmla="*/ 220 w 224"/>
                <a:gd name="T65" fmla="*/ 2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4" h="40">
                  <a:moveTo>
                    <a:pt x="220" y="24"/>
                  </a:moveTo>
                  <a:cubicBezTo>
                    <a:pt x="222" y="24"/>
                    <a:pt x="223" y="24"/>
                    <a:pt x="224" y="24"/>
                  </a:cubicBezTo>
                  <a:cubicBezTo>
                    <a:pt x="224" y="23"/>
                    <a:pt x="224" y="23"/>
                    <a:pt x="224" y="23"/>
                  </a:cubicBezTo>
                  <a:cubicBezTo>
                    <a:pt x="224" y="0"/>
                    <a:pt x="224" y="0"/>
                    <a:pt x="224" y="0"/>
                  </a:cubicBezTo>
                  <a:cubicBezTo>
                    <a:pt x="222" y="1"/>
                    <a:pt x="220" y="2"/>
                    <a:pt x="217" y="2"/>
                  </a:cubicBezTo>
                  <a:cubicBezTo>
                    <a:pt x="210" y="4"/>
                    <a:pt x="201" y="6"/>
                    <a:pt x="190" y="7"/>
                  </a:cubicBezTo>
                  <a:cubicBezTo>
                    <a:pt x="167" y="9"/>
                    <a:pt x="136" y="11"/>
                    <a:pt x="101" y="11"/>
                  </a:cubicBezTo>
                  <a:cubicBezTo>
                    <a:pt x="59" y="11"/>
                    <a:pt x="23" y="9"/>
                    <a:pt x="0" y="5"/>
                  </a:cubicBezTo>
                  <a:cubicBezTo>
                    <a:pt x="0" y="10"/>
                    <a:pt x="0" y="10"/>
                    <a:pt x="0" y="10"/>
                  </a:cubicBezTo>
                  <a:cubicBezTo>
                    <a:pt x="9" y="11"/>
                    <a:pt x="16" y="13"/>
                    <a:pt x="20" y="15"/>
                  </a:cubicBezTo>
                  <a:cubicBezTo>
                    <a:pt x="21" y="16"/>
                    <a:pt x="22" y="17"/>
                    <a:pt x="23" y="18"/>
                  </a:cubicBezTo>
                  <a:cubicBezTo>
                    <a:pt x="23" y="18"/>
                    <a:pt x="23" y="18"/>
                    <a:pt x="23" y="18"/>
                  </a:cubicBezTo>
                  <a:cubicBezTo>
                    <a:pt x="23" y="18"/>
                    <a:pt x="23" y="18"/>
                    <a:pt x="23" y="18"/>
                  </a:cubicBezTo>
                  <a:cubicBezTo>
                    <a:pt x="23" y="20"/>
                    <a:pt x="23" y="20"/>
                    <a:pt x="23" y="20"/>
                  </a:cubicBezTo>
                  <a:cubicBezTo>
                    <a:pt x="23" y="20"/>
                    <a:pt x="23" y="20"/>
                    <a:pt x="23" y="20"/>
                  </a:cubicBezTo>
                  <a:cubicBezTo>
                    <a:pt x="23" y="22"/>
                    <a:pt x="23" y="22"/>
                    <a:pt x="23" y="22"/>
                  </a:cubicBezTo>
                  <a:cubicBezTo>
                    <a:pt x="23" y="28"/>
                    <a:pt x="23" y="28"/>
                    <a:pt x="23" y="28"/>
                  </a:cubicBezTo>
                  <a:cubicBezTo>
                    <a:pt x="23" y="30"/>
                    <a:pt x="23" y="30"/>
                    <a:pt x="23" y="30"/>
                  </a:cubicBezTo>
                  <a:cubicBezTo>
                    <a:pt x="23" y="32"/>
                    <a:pt x="23" y="32"/>
                    <a:pt x="23" y="32"/>
                  </a:cubicBezTo>
                  <a:cubicBezTo>
                    <a:pt x="23" y="37"/>
                    <a:pt x="23" y="37"/>
                    <a:pt x="23" y="37"/>
                  </a:cubicBezTo>
                  <a:cubicBezTo>
                    <a:pt x="45" y="39"/>
                    <a:pt x="72" y="40"/>
                    <a:pt x="101" y="40"/>
                  </a:cubicBezTo>
                  <a:cubicBezTo>
                    <a:pt x="115" y="40"/>
                    <a:pt x="129" y="40"/>
                    <a:pt x="141" y="40"/>
                  </a:cubicBezTo>
                  <a:cubicBezTo>
                    <a:pt x="141" y="39"/>
                    <a:pt x="141" y="39"/>
                    <a:pt x="141" y="39"/>
                  </a:cubicBezTo>
                  <a:cubicBezTo>
                    <a:pt x="141" y="37"/>
                    <a:pt x="141" y="37"/>
                    <a:pt x="141" y="37"/>
                  </a:cubicBezTo>
                  <a:cubicBezTo>
                    <a:pt x="142" y="37"/>
                    <a:pt x="142" y="37"/>
                    <a:pt x="142" y="37"/>
                  </a:cubicBezTo>
                  <a:cubicBezTo>
                    <a:pt x="143" y="36"/>
                    <a:pt x="144" y="35"/>
                    <a:pt x="145" y="35"/>
                  </a:cubicBezTo>
                  <a:cubicBezTo>
                    <a:pt x="147" y="34"/>
                    <a:pt x="149" y="33"/>
                    <a:pt x="151" y="32"/>
                  </a:cubicBezTo>
                  <a:cubicBezTo>
                    <a:pt x="152" y="32"/>
                    <a:pt x="152" y="32"/>
                    <a:pt x="153" y="32"/>
                  </a:cubicBezTo>
                  <a:cubicBezTo>
                    <a:pt x="155" y="31"/>
                    <a:pt x="157" y="31"/>
                    <a:pt x="160" y="30"/>
                  </a:cubicBezTo>
                  <a:cubicBezTo>
                    <a:pt x="163" y="29"/>
                    <a:pt x="168" y="29"/>
                    <a:pt x="172" y="28"/>
                  </a:cubicBezTo>
                  <a:cubicBezTo>
                    <a:pt x="175" y="28"/>
                    <a:pt x="177" y="28"/>
                    <a:pt x="180" y="27"/>
                  </a:cubicBezTo>
                  <a:cubicBezTo>
                    <a:pt x="189" y="26"/>
                    <a:pt x="200" y="25"/>
                    <a:pt x="212" y="25"/>
                  </a:cubicBezTo>
                  <a:cubicBezTo>
                    <a:pt x="215" y="25"/>
                    <a:pt x="218" y="24"/>
                    <a:pt x="220" y="2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9" name="Freeform 149"/>
            <p:cNvSpPr>
              <a:spLocks/>
            </p:cNvSpPr>
            <p:nvPr/>
          </p:nvSpPr>
          <p:spPr bwMode="auto">
            <a:xfrm>
              <a:off x="9097963" y="1712913"/>
              <a:ext cx="19050" cy="12700"/>
            </a:xfrm>
            <a:custGeom>
              <a:avLst/>
              <a:gdLst>
                <a:gd name="T0" fmla="*/ 9 w 13"/>
                <a:gd name="T1" fmla="*/ 0 h 8"/>
                <a:gd name="T2" fmla="*/ 9 w 13"/>
                <a:gd name="T3" fmla="*/ 1 h 8"/>
                <a:gd name="T4" fmla="*/ 9 w 13"/>
                <a:gd name="T5" fmla="*/ 1 h 8"/>
                <a:gd name="T6" fmla="*/ 8 w 13"/>
                <a:gd name="T7" fmla="*/ 3 h 8"/>
                <a:gd name="T8" fmla="*/ 6 w 13"/>
                <a:gd name="T9" fmla="*/ 5 h 8"/>
                <a:gd name="T10" fmla="*/ 5 w 13"/>
                <a:gd name="T11" fmla="*/ 6 h 8"/>
                <a:gd name="T12" fmla="*/ 0 w 13"/>
                <a:gd name="T13" fmla="*/ 8 h 8"/>
                <a:gd name="T14" fmla="*/ 4 w 13"/>
                <a:gd name="T15" fmla="*/ 7 h 8"/>
                <a:gd name="T16" fmla="*/ 10 w 13"/>
                <a:gd name="T17" fmla="*/ 5 h 8"/>
                <a:gd name="T18" fmla="*/ 13 w 13"/>
                <a:gd name="T19" fmla="*/ 4 h 8"/>
                <a:gd name="T20" fmla="*/ 13 w 13"/>
                <a:gd name="T21" fmla="*/ 3 h 8"/>
                <a:gd name="T22" fmla="*/ 13 w 13"/>
                <a:gd name="T23" fmla="*/ 2 h 8"/>
                <a:gd name="T24" fmla="*/ 11 w 13"/>
                <a:gd name="T25" fmla="*/ 1 h 8"/>
                <a:gd name="T26" fmla="*/ 9 w 13"/>
                <a:gd name="T2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8">
                  <a:moveTo>
                    <a:pt x="9" y="0"/>
                  </a:moveTo>
                  <a:cubicBezTo>
                    <a:pt x="9" y="1"/>
                    <a:pt x="9" y="1"/>
                    <a:pt x="9" y="1"/>
                  </a:cubicBezTo>
                  <a:cubicBezTo>
                    <a:pt x="9" y="1"/>
                    <a:pt x="9" y="1"/>
                    <a:pt x="9" y="1"/>
                  </a:cubicBezTo>
                  <a:cubicBezTo>
                    <a:pt x="9" y="2"/>
                    <a:pt x="9" y="3"/>
                    <a:pt x="8" y="3"/>
                  </a:cubicBezTo>
                  <a:cubicBezTo>
                    <a:pt x="8" y="4"/>
                    <a:pt x="7" y="5"/>
                    <a:pt x="6" y="5"/>
                  </a:cubicBezTo>
                  <a:cubicBezTo>
                    <a:pt x="6" y="5"/>
                    <a:pt x="6" y="6"/>
                    <a:pt x="5" y="6"/>
                  </a:cubicBezTo>
                  <a:cubicBezTo>
                    <a:pt x="4" y="7"/>
                    <a:pt x="2" y="7"/>
                    <a:pt x="0" y="8"/>
                  </a:cubicBezTo>
                  <a:cubicBezTo>
                    <a:pt x="2" y="8"/>
                    <a:pt x="3" y="7"/>
                    <a:pt x="4" y="7"/>
                  </a:cubicBezTo>
                  <a:cubicBezTo>
                    <a:pt x="7" y="6"/>
                    <a:pt x="9" y="6"/>
                    <a:pt x="10" y="5"/>
                  </a:cubicBezTo>
                  <a:cubicBezTo>
                    <a:pt x="12" y="5"/>
                    <a:pt x="13" y="4"/>
                    <a:pt x="13" y="4"/>
                  </a:cubicBezTo>
                  <a:cubicBezTo>
                    <a:pt x="13" y="4"/>
                    <a:pt x="13" y="3"/>
                    <a:pt x="13" y="3"/>
                  </a:cubicBezTo>
                  <a:cubicBezTo>
                    <a:pt x="13" y="3"/>
                    <a:pt x="13" y="2"/>
                    <a:pt x="13" y="2"/>
                  </a:cubicBezTo>
                  <a:cubicBezTo>
                    <a:pt x="12" y="2"/>
                    <a:pt x="11" y="1"/>
                    <a:pt x="11" y="1"/>
                  </a:cubicBezTo>
                  <a:cubicBezTo>
                    <a:pt x="10" y="1"/>
                    <a:pt x="9" y="1"/>
                    <a:pt x="9"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0" name="Freeform 150"/>
            <p:cNvSpPr>
              <a:spLocks/>
            </p:cNvSpPr>
            <p:nvPr/>
          </p:nvSpPr>
          <p:spPr bwMode="auto">
            <a:xfrm>
              <a:off x="8778876" y="1671638"/>
              <a:ext cx="325438" cy="61913"/>
            </a:xfrm>
            <a:custGeom>
              <a:avLst/>
              <a:gdLst>
                <a:gd name="T0" fmla="*/ 92 w 215"/>
                <a:gd name="T1" fmla="*/ 40 h 40"/>
                <a:gd name="T2" fmla="*/ 205 w 215"/>
                <a:gd name="T3" fmla="*/ 32 h 40"/>
                <a:gd name="T4" fmla="*/ 205 w 215"/>
                <a:gd name="T5" fmla="*/ 32 h 40"/>
                <a:gd name="T6" fmla="*/ 212 w 215"/>
                <a:gd name="T7" fmla="*/ 30 h 40"/>
                <a:gd name="T8" fmla="*/ 215 w 215"/>
                <a:gd name="T9" fmla="*/ 28 h 40"/>
                <a:gd name="T10" fmla="*/ 215 w 215"/>
                <a:gd name="T11" fmla="*/ 28 h 40"/>
                <a:gd name="T12" fmla="*/ 215 w 215"/>
                <a:gd name="T13" fmla="*/ 26 h 40"/>
                <a:gd name="T14" fmla="*/ 215 w 215"/>
                <a:gd name="T15" fmla="*/ 24 h 40"/>
                <a:gd name="T16" fmla="*/ 215 w 215"/>
                <a:gd name="T17" fmla="*/ 22 h 40"/>
                <a:gd name="T18" fmla="*/ 215 w 215"/>
                <a:gd name="T19" fmla="*/ 0 h 40"/>
                <a:gd name="T20" fmla="*/ 207 w 215"/>
                <a:gd name="T21" fmla="*/ 2 h 40"/>
                <a:gd name="T22" fmla="*/ 180 w 215"/>
                <a:gd name="T23" fmla="*/ 7 h 40"/>
                <a:gd name="T24" fmla="*/ 92 w 215"/>
                <a:gd name="T25" fmla="*/ 11 h 40"/>
                <a:gd name="T26" fmla="*/ 16 w 215"/>
                <a:gd name="T27" fmla="*/ 8 h 40"/>
                <a:gd name="T28" fmla="*/ 16 w 215"/>
                <a:gd name="T29" fmla="*/ 14 h 40"/>
                <a:gd name="T30" fmla="*/ 13 w 215"/>
                <a:gd name="T31" fmla="*/ 18 h 40"/>
                <a:gd name="T32" fmla="*/ 12 w 215"/>
                <a:gd name="T33" fmla="*/ 19 h 40"/>
                <a:gd name="T34" fmla="*/ 5 w 215"/>
                <a:gd name="T35" fmla="*/ 21 h 40"/>
                <a:gd name="T36" fmla="*/ 4 w 215"/>
                <a:gd name="T37" fmla="*/ 21 h 40"/>
                <a:gd name="T38" fmla="*/ 0 w 215"/>
                <a:gd name="T39" fmla="*/ 22 h 40"/>
                <a:gd name="T40" fmla="*/ 0 w 215"/>
                <a:gd name="T41" fmla="*/ 24 h 40"/>
                <a:gd name="T42" fmla="*/ 0 w 215"/>
                <a:gd name="T43" fmla="*/ 28 h 40"/>
                <a:gd name="T44" fmla="*/ 0 w 215"/>
                <a:gd name="T45" fmla="*/ 30 h 40"/>
                <a:gd name="T46" fmla="*/ 0 w 215"/>
                <a:gd name="T47" fmla="*/ 32 h 40"/>
                <a:gd name="T48" fmla="*/ 0 w 215"/>
                <a:gd name="T49" fmla="*/ 36 h 40"/>
                <a:gd name="T50" fmla="*/ 4 w 215"/>
                <a:gd name="T51" fmla="*/ 36 h 40"/>
                <a:gd name="T52" fmla="*/ 92 w 215"/>
                <a:gd name="T53"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15" h="40">
                  <a:moveTo>
                    <a:pt x="92" y="40"/>
                  </a:moveTo>
                  <a:cubicBezTo>
                    <a:pt x="142" y="40"/>
                    <a:pt x="185" y="37"/>
                    <a:pt x="205" y="32"/>
                  </a:cubicBezTo>
                  <a:cubicBezTo>
                    <a:pt x="205" y="32"/>
                    <a:pt x="205" y="32"/>
                    <a:pt x="205" y="32"/>
                  </a:cubicBezTo>
                  <a:cubicBezTo>
                    <a:pt x="208" y="31"/>
                    <a:pt x="210" y="31"/>
                    <a:pt x="212" y="30"/>
                  </a:cubicBezTo>
                  <a:cubicBezTo>
                    <a:pt x="213" y="29"/>
                    <a:pt x="215" y="29"/>
                    <a:pt x="215" y="28"/>
                  </a:cubicBezTo>
                  <a:cubicBezTo>
                    <a:pt x="215" y="28"/>
                    <a:pt x="215" y="28"/>
                    <a:pt x="215" y="28"/>
                  </a:cubicBezTo>
                  <a:cubicBezTo>
                    <a:pt x="215" y="26"/>
                    <a:pt x="215" y="26"/>
                    <a:pt x="215" y="26"/>
                  </a:cubicBezTo>
                  <a:cubicBezTo>
                    <a:pt x="215" y="24"/>
                    <a:pt x="215" y="24"/>
                    <a:pt x="215" y="24"/>
                  </a:cubicBezTo>
                  <a:cubicBezTo>
                    <a:pt x="215" y="22"/>
                    <a:pt x="215" y="22"/>
                    <a:pt x="215" y="22"/>
                  </a:cubicBezTo>
                  <a:cubicBezTo>
                    <a:pt x="215" y="0"/>
                    <a:pt x="215" y="0"/>
                    <a:pt x="215" y="0"/>
                  </a:cubicBezTo>
                  <a:cubicBezTo>
                    <a:pt x="213" y="1"/>
                    <a:pt x="211" y="1"/>
                    <a:pt x="207" y="2"/>
                  </a:cubicBezTo>
                  <a:cubicBezTo>
                    <a:pt x="201" y="4"/>
                    <a:pt x="192" y="5"/>
                    <a:pt x="180" y="7"/>
                  </a:cubicBezTo>
                  <a:cubicBezTo>
                    <a:pt x="158" y="9"/>
                    <a:pt x="126" y="11"/>
                    <a:pt x="92" y="11"/>
                  </a:cubicBezTo>
                  <a:cubicBezTo>
                    <a:pt x="63" y="11"/>
                    <a:pt x="37" y="10"/>
                    <a:pt x="16" y="8"/>
                  </a:cubicBezTo>
                  <a:cubicBezTo>
                    <a:pt x="16" y="14"/>
                    <a:pt x="16" y="14"/>
                    <a:pt x="16" y="14"/>
                  </a:cubicBezTo>
                  <a:cubicBezTo>
                    <a:pt x="16" y="16"/>
                    <a:pt x="14" y="17"/>
                    <a:pt x="13" y="18"/>
                  </a:cubicBezTo>
                  <a:cubicBezTo>
                    <a:pt x="12" y="18"/>
                    <a:pt x="12" y="18"/>
                    <a:pt x="12" y="19"/>
                  </a:cubicBezTo>
                  <a:cubicBezTo>
                    <a:pt x="10" y="20"/>
                    <a:pt x="8" y="20"/>
                    <a:pt x="5" y="21"/>
                  </a:cubicBezTo>
                  <a:cubicBezTo>
                    <a:pt x="5" y="21"/>
                    <a:pt x="5" y="21"/>
                    <a:pt x="4" y="21"/>
                  </a:cubicBezTo>
                  <a:cubicBezTo>
                    <a:pt x="3" y="22"/>
                    <a:pt x="1" y="22"/>
                    <a:pt x="0" y="22"/>
                  </a:cubicBezTo>
                  <a:cubicBezTo>
                    <a:pt x="0" y="24"/>
                    <a:pt x="0" y="24"/>
                    <a:pt x="0" y="24"/>
                  </a:cubicBezTo>
                  <a:cubicBezTo>
                    <a:pt x="0" y="28"/>
                    <a:pt x="0" y="28"/>
                    <a:pt x="0" y="28"/>
                  </a:cubicBezTo>
                  <a:cubicBezTo>
                    <a:pt x="0" y="30"/>
                    <a:pt x="0" y="30"/>
                    <a:pt x="0" y="30"/>
                  </a:cubicBezTo>
                  <a:cubicBezTo>
                    <a:pt x="0" y="32"/>
                    <a:pt x="0" y="32"/>
                    <a:pt x="0" y="32"/>
                  </a:cubicBezTo>
                  <a:cubicBezTo>
                    <a:pt x="0" y="36"/>
                    <a:pt x="0" y="36"/>
                    <a:pt x="0" y="36"/>
                  </a:cubicBezTo>
                  <a:cubicBezTo>
                    <a:pt x="1" y="36"/>
                    <a:pt x="2" y="36"/>
                    <a:pt x="4" y="36"/>
                  </a:cubicBezTo>
                  <a:cubicBezTo>
                    <a:pt x="26" y="39"/>
                    <a:pt x="57" y="40"/>
                    <a:pt x="92" y="4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1" name="Freeform 151"/>
            <p:cNvSpPr>
              <a:spLocks/>
            </p:cNvSpPr>
            <p:nvPr/>
          </p:nvSpPr>
          <p:spPr bwMode="auto">
            <a:xfrm>
              <a:off x="8802688" y="1676400"/>
              <a:ext cx="77788" cy="6350"/>
            </a:xfrm>
            <a:custGeom>
              <a:avLst/>
              <a:gdLst>
                <a:gd name="T0" fmla="*/ 0 w 51"/>
                <a:gd name="T1" fmla="*/ 0 h 4"/>
                <a:gd name="T2" fmla="*/ 0 w 51"/>
                <a:gd name="T3" fmla="*/ 1 h 4"/>
                <a:gd name="T4" fmla="*/ 51 w 51"/>
                <a:gd name="T5" fmla="*/ 4 h 4"/>
                <a:gd name="T6" fmla="*/ 0 w 51"/>
                <a:gd name="T7" fmla="*/ 0 h 4"/>
              </a:gdLst>
              <a:ahLst/>
              <a:cxnLst>
                <a:cxn ang="0">
                  <a:pos x="T0" y="T1"/>
                </a:cxn>
                <a:cxn ang="0">
                  <a:pos x="T2" y="T3"/>
                </a:cxn>
                <a:cxn ang="0">
                  <a:pos x="T4" y="T5"/>
                </a:cxn>
                <a:cxn ang="0">
                  <a:pos x="T6" y="T7"/>
                </a:cxn>
              </a:cxnLst>
              <a:rect l="0" t="0" r="r" b="b"/>
              <a:pathLst>
                <a:path w="51" h="4">
                  <a:moveTo>
                    <a:pt x="0" y="0"/>
                  </a:moveTo>
                  <a:cubicBezTo>
                    <a:pt x="0" y="1"/>
                    <a:pt x="0" y="1"/>
                    <a:pt x="0" y="1"/>
                  </a:cubicBezTo>
                  <a:cubicBezTo>
                    <a:pt x="14" y="2"/>
                    <a:pt x="32" y="3"/>
                    <a:pt x="51" y="4"/>
                  </a:cubicBezTo>
                  <a:cubicBezTo>
                    <a:pt x="31" y="3"/>
                    <a:pt x="14" y="2"/>
                    <a:pt x="0"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2" name="Freeform 152"/>
            <p:cNvSpPr>
              <a:spLocks/>
            </p:cNvSpPr>
            <p:nvPr/>
          </p:nvSpPr>
          <p:spPr bwMode="auto">
            <a:xfrm>
              <a:off x="8802688" y="1616075"/>
              <a:ext cx="315913" cy="60325"/>
            </a:xfrm>
            <a:custGeom>
              <a:avLst/>
              <a:gdLst>
                <a:gd name="T0" fmla="*/ 174 w 208"/>
                <a:gd name="T1" fmla="*/ 7 h 40"/>
                <a:gd name="T2" fmla="*/ 85 w 208"/>
                <a:gd name="T3" fmla="*/ 11 h 40"/>
                <a:gd name="T4" fmla="*/ 9 w 208"/>
                <a:gd name="T5" fmla="*/ 8 h 40"/>
                <a:gd name="T6" fmla="*/ 9 w 208"/>
                <a:gd name="T7" fmla="*/ 11 h 40"/>
                <a:gd name="T8" fmla="*/ 5 w 208"/>
                <a:gd name="T9" fmla="*/ 15 h 40"/>
                <a:gd name="T10" fmla="*/ 0 w 208"/>
                <a:gd name="T11" fmla="*/ 17 h 40"/>
                <a:gd name="T12" fmla="*/ 0 w 208"/>
                <a:gd name="T13" fmla="*/ 18 h 40"/>
                <a:gd name="T14" fmla="*/ 0 w 208"/>
                <a:gd name="T15" fmla="*/ 18 h 40"/>
                <a:gd name="T16" fmla="*/ 0 w 208"/>
                <a:gd name="T17" fmla="*/ 18 h 40"/>
                <a:gd name="T18" fmla="*/ 0 w 208"/>
                <a:gd name="T19" fmla="*/ 19 h 40"/>
                <a:gd name="T20" fmla="*/ 0 w 208"/>
                <a:gd name="T21" fmla="*/ 21 h 40"/>
                <a:gd name="T22" fmla="*/ 0 w 208"/>
                <a:gd name="T23" fmla="*/ 23 h 40"/>
                <a:gd name="T24" fmla="*/ 0 w 208"/>
                <a:gd name="T25" fmla="*/ 30 h 40"/>
                <a:gd name="T26" fmla="*/ 0 w 208"/>
                <a:gd name="T27" fmla="*/ 32 h 40"/>
                <a:gd name="T28" fmla="*/ 0 w 208"/>
                <a:gd name="T29" fmla="*/ 34 h 40"/>
                <a:gd name="T30" fmla="*/ 0 w 208"/>
                <a:gd name="T31" fmla="*/ 36 h 40"/>
                <a:gd name="T32" fmla="*/ 85 w 208"/>
                <a:gd name="T33" fmla="*/ 40 h 40"/>
                <a:gd name="T34" fmla="*/ 189 w 208"/>
                <a:gd name="T35" fmla="*/ 34 h 40"/>
                <a:gd name="T36" fmla="*/ 198 w 208"/>
                <a:gd name="T37" fmla="*/ 32 h 40"/>
                <a:gd name="T38" fmla="*/ 199 w 208"/>
                <a:gd name="T39" fmla="*/ 32 h 40"/>
                <a:gd name="T40" fmla="*/ 199 w 208"/>
                <a:gd name="T41" fmla="*/ 32 h 40"/>
                <a:gd name="T42" fmla="*/ 201 w 208"/>
                <a:gd name="T43" fmla="*/ 31 h 40"/>
                <a:gd name="T44" fmla="*/ 203 w 208"/>
                <a:gd name="T45" fmla="*/ 31 h 40"/>
                <a:gd name="T46" fmla="*/ 203 w 208"/>
                <a:gd name="T47" fmla="*/ 31 h 40"/>
                <a:gd name="T48" fmla="*/ 208 w 208"/>
                <a:gd name="T49" fmla="*/ 28 h 40"/>
                <a:gd name="T50" fmla="*/ 208 w 208"/>
                <a:gd name="T51" fmla="*/ 0 h 40"/>
                <a:gd name="T52" fmla="*/ 201 w 208"/>
                <a:gd name="T53" fmla="*/ 2 h 40"/>
                <a:gd name="T54" fmla="*/ 174 w 208"/>
                <a:gd name="T55" fmla="*/ 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08" h="40">
                  <a:moveTo>
                    <a:pt x="174" y="7"/>
                  </a:moveTo>
                  <a:cubicBezTo>
                    <a:pt x="151" y="9"/>
                    <a:pt x="120" y="11"/>
                    <a:pt x="85" y="11"/>
                  </a:cubicBezTo>
                  <a:cubicBezTo>
                    <a:pt x="56" y="11"/>
                    <a:pt x="30" y="10"/>
                    <a:pt x="9" y="8"/>
                  </a:cubicBezTo>
                  <a:cubicBezTo>
                    <a:pt x="9" y="11"/>
                    <a:pt x="9" y="11"/>
                    <a:pt x="9" y="11"/>
                  </a:cubicBezTo>
                  <a:cubicBezTo>
                    <a:pt x="9" y="13"/>
                    <a:pt x="7" y="14"/>
                    <a:pt x="5" y="15"/>
                  </a:cubicBezTo>
                  <a:cubicBezTo>
                    <a:pt x="4" y="16"/>
                    <a:pt x="2" y="17"/>
                    <a:pt x="0" y="17"/>
                  </a:cubicBezTo>
                  <a:cubicBezTo>
                    <a:pt x="0" y="18"/>
                    <a:pt x="0" y="18"/>
                    <a:pt x="0" y="18"/>
                  </a:cubicBezTo>
                  <a:cubicBezTo>
                    <a:pt x="0" y="18"/>
                    <a:pt x="0" y="18"/>
                    <a:pt x="0" y="18"/>
                  </a:cubicBezTo>
                  <a:cubicBezTo>
                    <a:pt x="0" y="18"/>
                    <a:pt x="0" y="18"/>
                    <a:pt x="0" y="18"/>
                  </a:cubicBezTo>
                  <a:cubicBezTo>
                    <a:pt x="0" y="19"/>
                    <a:pt x="0" y="19"/>
                    <a:pt x="0" y="19"/>
                  </a:cubicBezTo>
                  <a:cubicBezTo>
                    <a:pt x="0" y="21"/>
                    <a:pt x="0" y="21"/>
                    <a:pt x="0" y="21"/>
                  </a:cubicBezTo>
                  <a:cubicBezTo>
                    <a:pt x="0" y="23"/>
                    <a:pt x="0" y="23"/>
                    <a:pt x="0" y="23"/>
                  </a:cubicBezTo>
                  <a:cubicBezTo>
                    <a:pt x="0" y="30"/>
                    <a:pt x="0" y="30"/>
                    <a:pt x="0" y="30"/>
                  </a:cubicBezTo>
                  <a:cubicBezTo>
                    <a:pt x="0" y="32"/>
                    <a:pt x="0" y="32"/>
                    <a:pt x="0" y="32"/>
                  </a:cubicBezTo>
                  <a:cubicBezTo>
                    <a:pt x="0" y="34"/>
                    <a:pt x="0" y="34"/>
                    <a:pt x="0" y="34"/>
                  </a:cubicBezTo>
                  <a:cubicBezTo>
                    <a:pt x="0" y="36"/>
                    <a:pt x="0" y="36"/>
                    <a:pt x="0" y="36"/>
                  </a:cubicBezTo>
                  <a:cubicBezTo>
                    <a:pt x="22" y="39"/>
                    <a:pt x="52" y="40"/>
                    <a:pt x="85" y="40"/>
                  </a:cubicBezTo>
                  <a:cubicBezTo>
                    <a:pt x="129" y="40"/>
                    <a:pt x="167" y="38"/>
                    <a:pt x="189" y="34"/>
                  </a:cubicBezTo>
                  <a:cubicBezTo>
                    <a:pt x="192" y="33"/>
                    <a:pt x="195" y="33"/>
                    <a:pt x="198" y="32"/>
                  </a:cubicBezTo>
                  <a:cubicBezTo>
                    <a:pt x="198" y="32"/>
                    <a:pt x="199" y="32"/>
                    <a:pt x="199" y="32"/>
                  </a:cubicBezTo>
                  <a:cubicBezTo>
                    <a:pt x="199" y="32"/>
                    <a:pt x="199" y="32"/>
                    <a:pt x="199" y="32"/>
                  </a:cubicBezTo>
                  <a:cubicBezTo>
                    <a:pt x="200" y="32"/>
                    <a:pt x="200" y="32"/>
                    <a:pt x="201" y="31"/>
                  </a:cubicBezTo>
                  <a:cubicBezTo>
                    <a:pt x="201" y="31"/>
                    <a:pt x="202" y="31"/>
                    <a:pt x="203" y="31"/>
                  </a:cubicBezTo>
                  <a:cubicBezTo>
                    <a:pt x="203" y="31"/>
                    <a:pt x="203" y="31"/>
                    <a:pt x="203" y="31"/>
                  </a:cubicBezTo>
                  <a:cubicBezTo>
                    <a:pt x="206" y="30"/>
                    <a:pt x="208" y="29"/>
                    <a:pt x="208" y="28"/>
                  </a:cubicBezTo>
                  <a:cubicBezTo>
                    <a:pt x="208" y="0"/>
                    <a:pt x="208" y="0"/>
                    <a:pt x="208" y="0"/>
                  </a:cubicBezTo>
                  <a:cubicBezTo>
                    <a:pt x="206" y="1"/>
                    <a:pt x="204" y="1"/>
                    <a:pt x="201" y="2"/>
                  </a:cubicBezTo>
                  <a:cubicBezTo>
                    <a:pt x="194" y="4"/>
                    <a:pt x="185" y="5"/>
                    <a:pt x="174" y="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3" name="Freeform 153"/>
            <p:cNvSpPr>
              <a:spLocks/>
            </p:cNvSpPr>
            <p:nvPr/>
          </p:nvSpPr>
          <p:spPr bwMode="auto">
            <a:xfrm>
              <a:off x="8816976" y="1608138"/>
              <a:ext cx="301625" cy="19050"/>
            </a:xfrm>
            <a:custGeom>
              <a:avLst/>
              <a:gdLst>
                <a:gd name="T0" fmla="*/ 199 w 199"/>
                <a:gd name="T1" fmla="*/ 0 h 12"/>
                <a:gd name="T2" fmla="*/ 199 w 199"/>
                <a:gd name="T3" fmla="*/ 0 h 12"/>
                <a:gd name="T4" fmla="*/ 188 w 199"/>
                <a:gd name="T5" fmla="*/ 2 h 12"/>
                <a:gd name="T6" fmla="*/ 173 w 199"/>
                <a:gd name="T7" fmla="*/ 4 h 12"/>
                <a:gd name="T8" fmla="*/ 85 w 199"/>
                <a:gd name="T9" fmla="*/ 8 h 12"/>
                <a:gd name="T10" fmla="*/ 0 w 199"/>
                <a:gd name="T11" fmla="*/ 4 h 12"/>
                <a:gd name="T12" fmla="*/ 0 w 199"/>
                <a:gd name="T13" fmla="*/ 9 h 12"/>
                <a:gd name="T14" fmla="*/ 76 w 199"/>
                <a:gd name="T15" fmla="*/ 12 h 12"/>
                <a:gd name="T16" fmla="*/ 189 w 199"/>
                <a:gd name="T17" fmla="*/ 4 h 12"/>
                <a:gd name="T18" fmla="*/ 195 w 199"/>
                <a:gd name="T19" fmla="*/ 2 h 12"/>
                <a:gd name="T20" fmla="*/ 199 w 199"/>
                <a:gd name="T21" fmla="*/ 0 h 12"/>
                <a:gd name="T22" fmla="*/ 199 w 199"/>
                <a:gd name="T23" fmla="*/ 0 h 12"/>
                <a:gd name="T24" fmla="*/ 199 w 199"/>
                <a:gd name="T25" fmla="*/ 0 h 12"/>
                <a:gd name="T26" fmla="*/ 199 w 199"/>
                <a:gd name="T2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9" h="12">
                  <a:moveTo>
                    <a:pt x="199" y="0"/>
                  </a:moveTo>
                  <a:cubicBezTo>
                    <a:pt x="199" y="0"/>
                    <a:pt x="199" y="0"/>
                    <a:pt x="199" y="0"/>
                  </a:cubicBezTo>
                  <a:cubicBezTo>
                    <a:pt x="196" y="1"/>
                    <a:pt x="192" y="1"/>
                    <a:pt x="188" y="2"/>
                  </a:cubicBezTo>
                  <a:cubicBezTo>
                    <a:pt x="184" y="3"/>
                    <a:pt x="179" y="3"/>
                    <a:pt x="173" y="4"/>
                  </a:cubicBezTo>
                  <a:cubicBezTo>
                    <a:pt x="151" y="6"/>
                    <a:pt x="119" y="8"/>
                    <a:pt x="85" y="8"/>
                  </a:cubicBezTo>
                  <a:cubicBezTo>
                    <a:pt x="52" y="8"/>
                    <a:pt x="22" y="7"/>
                    <a:pt x="0" y="4"/>
                  </a:cubicBezTo>
                  <a:cubicBezTo>
                    <a:pt x="0" y="9"/>
                    <a:pt x="0" y="9"/>
                    <a:pt x="0" y="9"/>
                  </a:cubicBezTo>
                  <a:cubicBezTo>
                    <a:pt x="21" y="11"/>
                    <a:pt x="47" y="12"/>
                    <a:pt x="76" y="12"/>
                  </a:cubicBezTo>
                  <a:cubicBezTo>
                    <a:pt x="126" y="12"/>
                    <a:pt x="170" y="8"/>
                    <a:pt x="189" y="4"/>
                  </a:cubicBezTo>
                  <a:cubicBezTo>
                    <a:pt x="192" y="3"/>
                    <a:pt x="194" y="3"/>
                    <a:pt x="195" y="2"/>
                  </a:cubicBezTo>
                  <a:cubicBezTo>
                    <a:pt x="198" y="1"/>
                    <a:pt x="199" y="0"/>
                    <a:pt x="199" y="0"/>
                  </a:cubicBezTo>
                  <a:cubicBezTo>
                    <a:pt x="199" y="0"/>
                    <a:pt x="199" y="0"/>
                    <a:pt x="199" y="0"/>
                  </a:cubicBezTo>
                  <a:cubicBezTo>
                    <a:pt x="199" y="0"/>
                    <a:pt x="199" y="0"/>
                    <a:pt x="199" y="0"/>
                  </a:cubicBezTo>
                  <a:cubicBezTo>
                    <a:pt x="199" y="0"/>
                    <a:pt x="199" y="0"/>
                    <a:pt x="199"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4" name="Freeform 154"/>
            <p:cNvSpPr>
              <a:spLocks/>
            </p:cNvSpPr>
            <p:nvPr/>
          </p:nvSpPr>
          <p:spPr bwMode="auto">
            <a:xfrm>
              <a:off x="8805863" y="1554163"/>
              <a:ext cx="327025" cy="60325"/>
            </a:xfrm>
            <a:custGeom>
              <a:avLst/>
              <a:gdLst>
                <a:gd name="T0" fmla="*/ 215 w 215"/>
                <a:gd name="T1" fmla="*/ 28 h 40"/>
                <a:gd name="T2" fmla="*/ 215 w 215"/>
                <a:gd name="T3" fmla="*/ 0 h 40"/>
                <a:gd name="T4" fmla="*/ 208 w 215"/>
                <a:gd name="T5" fmla="*/ 2 h 40"/>
                <a:gd name="T6" fmla="*/ 180 w 215"/>
                <a:gd name="T7" fmla="*/ 7 h 40"/>
                <a:gd name="T8" fmla="*/ 92 w 215"/>
                <a:gd name="T9" fmla="*/ 11 h 40"/>
                <a:gd name="T10" fmla="*/ 0 w 215"/>
                <a:gd name="T11" fmla="*/ 6 h 40"/>
                <a:gd name="T12" fmla="*/ 0 w 215"/>
                <a:gd name="T13" fmla="*/ 12 h 40"/>
                <a:gd name="T14" fmla="*/ 3 w 215"/>
                <a:gd name="T15" fmla="*/ 14 h 40"/>
                <a:gd name="T16" fmla="*/ 6 w 215"/>
                <a:gd name="T17" fmla="*/ 16 h 40"/>
                <a:gd name="T18" fmla="*/ 7 w 215"/>
                <a:gd name="T19" fmla="*/ 16 h 40"/>
                <a:gd name="T20" fmla="*/ 7 w 215"/>
                <a:gd name="T21" fmla="*/ 18 h 40"/>
                <a:gd name="T22" fmla="*/ 7 w 215"/>
                <a:gd name="T23" fmla="*/ 23 h 40"/>
                <a:gd name="T24" fmla="*/ 7 w 215"/>
                <a:gd name="T25" fmla="*/ 25 h 40"/>
                <a:gd name="T26" fmla="*/ 7 w 215"/>
                <a:gd name="T27" fmla="*/ 27 h 40"/>
                <a:gd name="T28" fmla="*/ 7 w 215"/>
                <a:gd name="T29" fmla="*/ 34 h 40"/>
                <a:gd name="T30" fmla="*/ 7 w 215"/>
                <a:gd name="T31" fmla="*/ 36 h 40"/>
                <a:gd name="T32" fmla="*/ 7 w 215"/>
                <a:gd name="T33" fmla="*/ 36 h 40"/>
                <a:gd name="T34" fmla="*/ 26 w 215"/>
                <a:gd name="T35" fmla="*/ 38 h 40"/>
                <a:gd name="T36" fmla="*/ 92 w 215"/>
                <a:gd name="T37" fmla="*/ 40 h 40"/>
                <a:gd name="T38" fmla="*/ 157 w 215"/>
                <a:gd name="T39" fmla="*/ 38 h 40"/>
                <a:gd name="T40" fmla="*/ 180 w 215"/>
                <a:gd name="T41" fmla="*/ 36 h 40"/>
                <a:gd name="T42" fmla="*/ 195 w 215"/>
                <a:gd name="T43" fmla="*/ 34 h 40"/>
                <a:gd name="T44" fmla="*/ 200 w 215"/>
                <a:gd name="T45" fmla="*/ 33 h 40"/>
                <a:gd name="T46" fmla="*/ 204 w 215"/>
                <a:gd name="T47" fmla="*/ 32 h 40"/>
                <a:gd name="T48" fmla="*/ 205 w 215"/>
                <a:gd name="T49" fmla="*/ 32 h 40"/>
                <a:gd name="T50" fmla="*/ 207 w 215"/>
                <a:gd name="T51" fmla="*/ 32 h 40"/>
                <a:gd name="T52" fmla="*/ 215 w 215"/>
                <a:gd name="T53" fmla="*/ 2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15" h="40">
                  <a:moveTo>
                    <a:pt x="215" y="28"/>
                  </a:moveTo>
                  <a:cubicBezTo>
                    <a:pt x="215" y="0"/>
                    <a:pt x="215" y="0"/>
                    <a:pt x="215" y="0"/>
                  </a:cubicBezTo>
                  <a:cubicBezTo>
                    <a:pt x="213" y="0"/>
                    <a:pt x="211" y="1"/>
                    <a:pt x="208" y="2"/>
                  </a:cubicBezTo>
                  <a:cubicBezTo>
                    <a:pt x="201" y="4"/>
                    <a:pt x="192" y="5"/>
                    <a:pt x="180" y="7"/>
                  </a:cubicBezTo>
                  <a:cubicBezTo>
                    <a:pt x="158" y="9"/>
                    <a:pt x="126" y="11"/>
                    <a:pt x="92" y="11"/>
                  </a:cubicBezTo>
                  <a:cubicBezTo>
                    <a:pt x="55" y="11"/>
                    <a:pt x="23" y="9"/>
                    <a:pt x="0" y="6"/>
                  </a:cubicBezTo>
                  <a:cubicBezTo>
                    <a:pt x="0" y="12"/>
                    <a:pt x="0" y="12"/>
                    <a:pt x="0" y="12"/>
                  </a:cubicBezTo>
                  <a:cubicBezTo>
                    <a:pt x="1" y="13"/>
                    <a:pt x="2" y="13"/>
                    <a:pt x="3" y="14"/>
                  </a:cubicBezTo>
                  <a:cubicBezTo>
                    <a:pt x="5" y="14"/>
                    <a:pt x="6" y="15"/>
                    <a:pt x="6" y="16"/>
                  </a:cubicBezTo>
                  <a:cubicBezTo>
                    <a:pt x="7" y="16"/>
                    <a:pt x="7" y="16"/>
                    <a:pt x="7" y="16"/>
                  </a:cubicBezTo>
                  <a:cubicBezTo>
                    <a:pt x="7" y="18"/>
                    <a:pt x="7" y="18"/>
                    <a:pt x="7" y="18"/>
                  </a:cubicBezTo>
                  <a:cubicBezTo>
                    <a:pt x="7" y="23"/>
                    <a:pt x="7" y="23"/>
                    <a:pt x="7" y="23"/>
                  </a:cubicBezTo>
                  <a:cubicBezTo>
                    <a:pt x="7" y="25"/>
                    <a:pt x="7" y="25"/>
                    <a:pt x="7" y="25"/>
                  </a:cubicBezTo>
                  <a:cubicBezTo>
                    <a:pt x="7" y="27"/>
                    <a:pt x="7" y="27"/>
                    <a:pt x="7" y="27"/>
                  </a:cubicBezTo>
                  <a:cubicBezTo>
                    <a:pt x="7" y="34"/>
                    <a:pt x="7" y="34"/>
                    <a:pt x="7" y="34"/>
                  </a:cubicBezTo>
                  <a:cubicBezTo>
                    <a:pt x="7" y="36"/>
                    <a:pt x="7" y="36"/>
                    <a:pt x="7" y="36"/>
                  </a:cubicBezTo>
                  <a:cubicBezTo>
                    <a:pt x="7" y="36"/>
                    <a:pt x="7" y="36"/>
                    <a:pt x="7" y="36"/>
                  </a:cubicBezTo>
                  <a:cubicBezTo>
                    <a:pt x="13" y="37"/>
                    <a:pt x="19" y="37"/>
                    <a:pt x="26" y="38"/>
                  </a:cubicBezTo>
                  <a:cubicBezTo>
                    <a:pt x="45" y="39"/>
                    <a:pt x="68" y="40"/>
                    <a:pt x="92" y="40"/>
                  </a:cubicBezTo>
                  <a:cubicBezTo>
                    <a:pt x="116" y="40"/>
                    <a:pt x="138" y="39"/>
                    <a:pt x="157" y="38"/>
                  </a:cubicBezTo>
                  <a:cubicBezTo>
                    <a:pt x="166" y="37"/>
                    <a:pt x="173" y="37"/>
                    <a:pt x="180" y="36"/>
                  </a:cubicBezTo>
                  <a:cubicBezTo>
                    <a:pt x="186" y="35"/>
                    <a:pt x="191" y="35"/>
                    <a:pt x="195" y="34"/>
                  </a:cubicBezTo>
                  <a:cubicBezTo>
                    <a:pt x="197" y="34"/>
                    <a:pt x="198" y="33"/>
                    <a:pt x="200" y="33"/>
                  </a:cubicBezTo>
                  <a:cubicBezTo>
                    <a:pt x="201" y="33"/>
                    <a:pt x="203" y="32"/>
                    <a:pt x="204" y="32"/>
                  </a:cubicBezTo>
                  <a:cubicBezTo>
                    <a:pt x="204" y="32"/>
                    <a:pt x="204" y="32"/>
                    <a:pt x="205" y="32"/>
                  </a:cubicBezTo>
                  <a:cubicBezTo>
                    <a:pt x="205" y="32"/>
                    <a:pt x="206" y="32"/>
                    <a:pt x="207" y="32"/>
                  </a:cubicBezTo>
                  <a:cubicBezTo>
                    <a:pt x="212" y="30"/>
                    <a:pt x="215" y="29"/>
                    <a:pt x="215" y="2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5" name="Freeform 155"/>
            <p:cNvSpPr>
              <a:spLocks/>
            </p:cNvSpPr>
            <p:nvPr/>
          </p:nvSpPr>
          <p:spPr bwMode="auto">
            <a:xfrm>
              <a:off x="8904288" y="1541463"/>
              <a:ext cx="228600" cy="22225"/>
            </a:xfrm>
            <a:custGeom>
              <a:avLst/>
              <a:gdLst>
                <a:gd name="T0" fmla="*/ 144 w 150"/>
                <a:gd name="T1" fmla="*/ 1 h 15"/>
                <a:gd name="T2" fmla="*/ 142 w 150"/>
                <a:gd name="T3" fmla="*/ 3 h 15"/>
                <a:gd name="T4" fmla="*/ 142 w 150"/>
                <a:gd name="T5" fmla="*/ 3 h 15"/>
                <a:gd name="T6" fmla="*/ 138 w 150"/>
                <a:gd name="T7" fmla="*/ 5 h 15"/>
                <a:gd name="T8" fmla="*/ 134 w 150"/>
                <a:gd name="T9" fmla="*/ 6 h 15"/>
                <a:gd name="T10" fmla="*/ 107 w 150"/>
                <a:gd name="T11" fmla="*/ 10 h 15"/>
                <a:gd name="T12" fmla="*/ 18 w 150"/>
                <a:gd name="T13" fmla="*/ 14 h 15"/>
                <a:gd name="T14" fmla="*/ 0 w 150"/>
                <a:gd name="T15" fmla="*/ 14 h 15"/>
                <a:gd name="T16" fmla="*/ 27 w 150"/>
                <a:gd name="T17" fmla="*/ 15 h 15"/>
                <a:gd name="T18" fmla="*/ 140 w 150"/>
                <a:gd name="T19" fmla="*/ 7 h 15"/>
                <a:gd name="T20" fmla="*/ 146 w 150"/>
                <a:gd name="T21" fmla="*/ 5 h 15"/>
                <a:gd name="T22" fmla="*/ 150 w 150"/>
                <a:gd name="T23" fmla="*/ 3 h 15"/>
                <a:gd name="T24" fmla="*/ 150 w 150"/>
                <a:gd name="T25" fmla="*/ 3 h 15"/>
                <a:gd name="T26" fmla="*/ 150 w 150"/>
                <a:gd name="T27" fmla="*/ 3 h 15"/>
                <a:gd name="T28" fmla="*/ 148 w 150"/>
                <a:gd name="T29" fmla="*/ 2 h 15"/>
                <a:gd name="T30" fmla="*/ 146 w 150"/>
                <a:gd name="T31" fmla="*/ 1 h 15"/>
                <a:gd name="T32" fmla="*/ 145 w 150"/>
                <a:gd name="T33" fmla="*/ 0 h 15"/>
                <a:gd name="T34" fmla="*/ 144 w 150"/>
                <a:gd name="T35"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0" h="15">
                  <a:moveTo>
                    <a:pt x="144" y="1"/>
                  </a:moveTo>
                  <a:cubicBezTo>
                    <a:pt x="144" y="2"/>
                    <a:pt x="143" y="2"/>
                    <a:pt x="142" y="3"/>
                  </a:cubicBezTo>
                  <a:cubicBezTo>
                    <a:pt x="142" y="3"/>
                    <a:pt x="142" y="3"/>
                    <a:pt x="142" y="3"/>
                  </a:cubicBezTo>
                  <a:cubicBezTo>
                    <a:pt x="141" y="4"/>
                    <a:pt x="139" y="4"/>
                    <a:pt x="138" y="5"/>
                  </a:cubicBezTo>
                  <a:cubicBezTo>
                    <a:pt x="137" y="5"/>
                    <a:pt x="135" y="6"/>
                    <a:pt x="134" y="6"/>
                  </a:cubicBezTo>
                  <a:cubicBezTo>
                    <a:pt x="127" y="8"/>
                    <a:pt x="118" y="9"/>
                    <a:pt x="107" y="10"/>
                  </a:cubicBezTo>
                  <a:cubicBezTo>
                    <a:pt x="84" y="13"/>
                    <a:pt x="53" y="14"/>
                    <a:pt x="18" y="14"/>
                  </a:cubicBezTo>
                  <a:cubicBezTo>
                    <a:pt x="12" y="14"/>
                    <a:pt x="6" y="14"/>
                    <a:pt x="0" y="14"/>
                  </a:cubicBezTo>
                  <a:cubicBezTo>
                    <a:pt x="8" y="15"/>
                    <a:pt x="17" y="15"/>
                    <a:pt x="27" y="15"/>
                  </a:cubicBezTo>
                  <a:cubicBezTo>
                    <a:pt x="77" y="15"/>
                    <a:pt x="120" y="11"/>
                    <a:pt x="140" y="7"/>
                  </a:cubicBezTo>
                  <a:cubicBezTo>
                    <a:pt x="142" y="6"/>
                    <a:pt x="144" y="5"/>
                    <a:pt x="146" y="5"/>
                  </a:cubicBezTo>
                  <a:cubicBezTo>
                    <a:pt x="148" y="4"/>
                    <a:pt x="150" y="3"/>
                    <a:pt x="150" y="3"/>
                  </a:cubicBezTo>
                  <a:cubicBezTo>
                    <a:pt x="150" y="3"/>
                    <a:pt x="150" y="3"/>
                    <a:pt x="150" y="3"/>
                  </a:cubicBezTo>
                  <a:cubicBezTo>
                    <a:pt x="150" y="3"/>
                    <a:pt x="150" y="3"/>
                    <a:pt x="150" y="3"/>
                  </a:cubicBezTo>
                  <a:cubicBezTo>
                    <a:pt x="150" y="2"/>
                    <a:pt x="149" y="2"/>
                    <a:pt x="148" y="2"/>
                  </a:cubicBezTo>
                  <a:cubicBezTo>
                    <a:pt x="148" y="1"/>
                    <a:pt x="147" y="1"/>
                    <a:pt x="146" y="1"/>
                  </a:cubicBezTo>
                  <a:cubicBezTo>
                    <a:pt x="146" y="1"/>
                    <a:pt x="145" y="0"/>
                    <a:pt x="145" y="0"/>
                  </a:cubicBezTo>
                  <a:cubicBezTo>
                    <a:pt x="145" y="0"/>
                    <a:pt x="145" y="1"/>
                    <a:pt x="144" y="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6" name="Freeform 156"/>
            <p:cNvSpPr>
              <a:spLocks/>
            </p:cNvSpPr>
            <p:nvPr/>
          </p:nvSpPr>
          <p:spPr bwMode="auto">
            <a:xfrm>
              <a:off x="8785226" y="1495425"/>
              <a:ext cx="333375" cy="61913"/>
            </a:xfrm>
            <a:custGeom>
              <a:avLst/>
              <a:gdLst>
                <a:gd name="T0" fmla="*/ 213 w 220"/>
                <a:gd name="T1" fmla="*/ 3 h 40"/>
                <a:gd name="T2" fmla="*/ 186 w 220"/>
                <a:gd name="T3" fmla="*/ 7 h 40"/>
                <a:gd name="T4" fmla="*/ 97 w 220"/>
                <a:gd name="T5" fmla="*/ 11 h 40"/>
                <a:gd name="T6" fmla="*/ 0 w 220"/>
                <a:gd name="T7" fmla="*/ 6 h 40"/>
                <a:gd name="T8" fmla="*/ 0 w 220"/>
                <a:gd name="T9" fmla="*/ 14 h 40"/>
                <a:gd name="T10" fmla="*/ 10 w 220"/>
                <a:gd name="T11" fmla="*/ 17 h 40"/>
                <a:gd name="T12" fmla="*/ 13 w 220"/>
                <a:gd name="T13" fmla="*/ 20 h 40"/>
                <a:gd name="T14" fmla="*/ 14 w 220"/>
                <a:gd name="T15" fmla="*/ 20 h 40"/>
                <a:gd name="T16" fmla="*/ 14 w 220"/>
                <a:gd name="T17" fmla="*/ 21 h 40"/>
                <a:gd name="T18" fmla="*/ 14 w 220"/>
                <a:gd name="T19" fmla="*/ 22 h 40"/>
                <a:gd name="T20" fmla="*/ 14 w 220"/>
                <a:gd name="T21" fmla="*/ 22 h 40"/>
                <a:gd name="T22" fmla="*/ 14 w 220"/>
                <a:gd name="T23" fmla="*/ 22 h 40"/>
                <a:gd name="T24" fmla="*/ 14 w 220"/>
                <a:gd name="T25" fmla="*/ 23 h 40"/>
                <a:gd name="T26" fmla="*/ 14 w 220"/>
                <a:gd name="T27" fmla="*/ 25 h 40"/>
                <a:gd name="T28" fmla="*/ 14 w 220"/>
                <a:gd name="T29" fmla="*/ 31 h 40"/>
                <a:gd name="T30" fmla="*/ 14 w 220"/>
                <a:gd name="T31" fmla="*/ 33 h 40"/>
                <a:gd name="T32" fmla="*/ 14 w 220"/>
                <a:gd name="T33" fmla="*/ 35 h 40"/>
                <a:gd name="T34" fmla="*/ 14 w 220"/>
                <a:gd name="T35" fmla="*/ 37 h 40"/>
                <a:gd name="T36" fmla="*/ 97 w 220"/>
                <a:gd name="T37" fmla="*/ 40 h 40"/>
                <a:gd name="T38" fmla="*/ 198 w 220"/>
                <a:gd name="T39" fmla="*/ 35 h 40"/>
                <a:gd name="T40" fmla="*/ 209 w 220"/>
                <a:gd name="T41" fmla="*/ 33 h 40"/>
                <a:gd name="T42" fmla="*/ 210 w 220"/>
                <a:gd name="T43" fmla="*/ 33 h 40"/>
                <a:gd name="T44" fmla="*/ 216 w 220"/>
                <a:gd name="T45" fmla="*/ 31 h 40"/>
                <a:gd name="T46" fmla="*/ 220 w 220"/>
                <a:gd name="T47" fmla="*/ 29 h 40"/>
                <a:gd name="T48" fmla="*/ 220 w 220"/>
                <a:gd name="T49" fmla="*/ 29 h 40"/>
                <a:gd name="T50" fmla="*/ 220 w 220"/>
                <a:gd name="T51" fmla="*/ 29 h 40"/>
                <a:gd name="T52" fmla="*/ 220 w 220"/>
                <a:gd name="T53" fmla="*/ 27 h 40"/>
                <a:gd name="T54" fmla="*/ 220 w 220"/>
                <a:gd name="T55" fmla="*/ 25 h 40"/>
                <a:gd name="T56" fmla="*/ 220 w 220"/>
                <a:gd name="T57" fmla="*/ 0 h 40"/>
                <a:gd name="T58" fmla="*/ 213 w 220"/>
                <a:gd name="T59"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20" h="40">
                  <a:moveTo>
                    <a:pt x="213" y="3"/>
                  </a:moveTo>
                  <a:cubicBezTo>
                    <a:pt x="206" y="4"/>
                    <a:pt x="197" y="6"/>
                    <a:pt x="186" y="7"/>
                  </a:cubicBezTo>
                  <a:cubicBezTo>
                    <a:pt x="163" y="10"/>
                    <a:pt x="132" y="11"/>
                    <a:pt x="97" y="11"/>
                  </a:cubicBezTo>
                  <a:cubicBezTo>
                    <a:pt x="58" y="11"/>
                    <a:pt x="23" y="9"/>
                    <a:pt x="0" y="6"/>
                  </a:cubicBezTo>
                  <a:cubicBezTo>
                    <a:pt x="0" y="14"/>
                    <a:pt x="0" y="14"/>
                    <a:pt x="0" y="14"/>
                  </a:cubicBezTo>
                  <a:cubicBezTo>
                    <a:pt x="4" y="15"/>
                    <a:pt x="8" y="16"/>
                    <a:pt x="10" y="17"/>
                  </a:cubicBezTo>
                  <a:cubicBezTo>
                    <a:pt x="12" y="18"/>
                    <a:pt x="13" y="19"/>
                    <a:pt x="13" y="20"/>
                  </a:cubicBezTo>
                  <a:cubicBezTo>
                    <a:pt x="14" y="20"/>
                    <a:pt x="14" y="20"/>
                    <a:pt x="14" y="20"/>
                  </a:cubicBezTo>
                  <a:cubicBezTo>
                    <a:pt x="14" y="21"/>
                    <a:pt x="14" y="21"/>
                    <a:pt x="14" y="21"/>
                  </a:cubicBezTo>
                  <a:cubicBezTo>
                    <a:pt x="14" y="22"/>
                    <a:pt x="14" y="22"/>
                    <a:pt x="14" y="22"/>
                  </a:cubicBezTo>
                  <a:cubicBezTo>
                    <a:pt x="14" y="22"/>
                    <a:pt x="14" y="22"/>
                    <a:pt x="14" y="22"/>
                  </a:cubicBezTo>
                  <a:cubicBezTo>
                    <a:pt x="14" y="22"/>
                    <a:pt x="14" y="22"/>
                    <a:pt x="14" y="22"/>
                  </a:cubicBezTo>
                  <a:cubicBezTo>
                    <a:pt x="14" y="23"/>
                    <a:pt x="14" y="23"/>
                    <a:pt x="14" y="23"/>
                  </a:cubicBezTo>
                  <a:cubicBezTo>
                    <a:pt x="14" y="25"/>
                    <a:pt x="14" y="25"/>
                    <a:pt x="14" y="25"/>
                  </a:cubicBezTo>
                  <a:cubicBezTo>
                    <a:pt x="14" y="31"/>
                    <a:pt x="14" y="31"/>
                    <a:pt x="14" y="31"/>
                  </a:cubicBezTo>
                  <a:cubicBezTo>
                    <a:pt x="14" y="33"/>
                    <a:pt x="14" y="33"/>
                    <a:pt x="14" y="33"/>
                  </a:cubicBezTo>
                  <a:cubicBezTo>
                    <a:pt x="14" y="35"/>
                    <a:pt x="14" y="35"/>
                    <a:pt x="14" y="35"/>
                  </a:cubicBezTo>
                  <a:cubicBezTo>
                    <a:pt x="14" y="37"/>
                    <a:pt x="14" y="37"/>
                    <a:pt x="14" y="37"/>
                  </a:cubicBezTo>
                  <a:cubicBezTo>
                    <a:pt x="36" y="39"/>
                    <a:pt x="65" y="40"/>
                    <a:pt x="97" y="40"/>
                  </a:cubicBezTo>
                  <a:cubicBezTo>
                    <a:pt x="139" y="40"/>
                    <a:pt x="176" y="38"/>
                    <a:pt x="198" y="35"/>
                  </a:cubicBezTo>
                  <a:cubicBezTo>
                    <a:pt x="202" y="34"/>
                    <a:pt x="206" y="33"/>
                    <a:pt x="209" y="33"/>
                  </a:cubicBezTo>
                  <a:cubicBezTo>
                    <a:pt x="209" y="33"/>
                    <a:pt x="210" y="33"/>
                    <a:pt x="210" y="33"/>
                  </a:cubicBezTo>
                  <a:cubicBezTo>
                    <a:pt x="212" y="32"/>
                    <a:pt x="214" y="31"/>
                    <a:pt x="216" y="31"/>
                  </a:cubicBezTo>
                  <a:cubicBezTo>
                    <a:pt x="218" y="30"/>
                    <a:pt x="219" y="30"/>
                    <a:pt x="220" y="29"/>
                  </a:cubicBezTo>
                  <a:cubicBezTo>
                    <a:pt x="220" y="29"/>
                    <a:pt x="220" y="29"/>
                    <a:pt x="220" y="29"/>
                  </a:cubicBezTo>
                  <a:cubicBezTo>
                    <a:pt x="220" y="29"/>
                    <a:pt x="220" y="29"/>
                    <a:pt x="220" y="29"/>
                  </a:cubicBezTo>
                  <a:cubicBezTo>
                    <a:pt x="220" y="27"/>
                    <a:pt x="220" y="27"/>
                    <a:pt x="220" y="27"/>
                  </a:cubicBezTo>
                  <a:cubicBezTo>
                    <a:pt x="220" y="25"/>
                    <a:pt x="220" y="25"/>
                    <a:pt x="220" y="25"/>
                  </a:cubicBezTo>
                  <a:cubicBezTo>
                    <a:pt x="220" y="0"/>
                    <a:pt x="220" y="0"/>
                    <a:pt x="220" y="0"/>
                  </a:cubicBezTo>
                  <a:cubicBezTo>
                    <a:pt x="218" y="1"/>
                    <a:pt x="216" y="2"/>
                    <a:pt x="213" y="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7" name="Freeform 157"/>
            <p:cNvSpPr>
              <a:spLocks/>
            </p:cNvSpPr>
            <p:nvPr/>
          </p:nvSpPr>
          <p:spPr bwMode="auto">
            <a:xfrm>
              <a:off x="9088438" y="1485900"/>
              <a:ext cx="30163" cy="11113"/>
            </a:xfrm>
            <a:custGeom>
              <a:avLst/>
              <a:gdLst>
                <a:gd name="T0" fmla="*/ 15 w 20"/>
                <a:gd name="T1" fmla="*/ 0 h 8"/>
                <a:gd name="T2" fmla="*/ 15 w 20"/>
                <a:gd name="T3" fmla="*/ 0 h 8"/>
                <a:gd name="T4" fmla="*/ 14 w 20"/>
                <a:gd name="T5" fmla="*/ 2 h 8"/>
                <a:gd name="T6" fmla="*/ 12 w 20"/>
                <a:gd name="T7" fmla="*/ 4 h 8"/>
                <a:gd name="T8" fmla="*/ 11 w 20"/>
                <a:gd name="T9" fmla="*/ 5 h 8"/>
                <a:gd name="T10" fmla="*/ 3 w 20"/>
                <a:gd name="T11" fmla="*/ 7 h 8"/>
                <a:gd name="T12" fmla="*/ 0 w 20"/>
                <a:gd name="T13" fmla="*/ 8 h 8"/>
                <a:gd name="T14" fmla="*/ 10 w 20"/>
                <a:gd name="T15" fmla="*/ 6 h 8"/>
                <a:gd name="T16" fmla="*/ 16 w 20"/>
                <a:gd name="T17" fmla="*/ 4 h 8"/>
                <a:gd name="T18" fmla="*/ 20 w 20"/>
                <a:gd name="T19" fmla="*/ 2 h 8"/>
                <a:gd name="T20" fmla="*/ 20 w 20"/>
                <a:gd name="T21" fmla="*/ 2 h 8"/>
                <a:gd name="T22" fmla="*/ 20 w 20"/>
                <a:gd name="T23" fmla="*/ 2 h 8"/>
                <a:gd name="T24" fmla="*/ 19 w 20"/>
                <a:gd name="T25" fmla="*/ 1 h 8"/>
                <a:gd name="T26" fmla="*/ 17 w 20"/>
                <a:gd name="T27" fmla="*/ 0 h 8"/>
                <a:gd name="T28" fmla="*/ 15 w 20"/>
                <a:gd name="T2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8">
                  <a:moveTo>
                    <a:pt x="15" y="0"/>
                  </a:moveTo>
                  <a:cubicBezTo>
                    <a:pt x="15" y="0"/>
                    <a:pt x="15" y="0"/>
                    <a:pt x="15" y="0"/>
                  </a:cubicBezTo>
                  <a:cubicBezTo>
                    <a:pt x="15" y="1"/>
                    <a:pt x="14" y="2"/>
                    <a:pt x="14" y="2"/>
                  </a:cubicBezTo>
                  <a:cubicBezTo>
                    <a:pt x="13" y="3"/>
                    <a:pt x="13" y="4"/>
                    <a:pt x="12" y="4"/>
                  </a:cubicBezTo>
                  <a:cubicBezTo>
                    <a:pt x="11" y="4"/>
                    <a:pt x="11" y="4"/>
                    <a:pt x="11" y="5"/>
                  </a:cubicBezTo>
                  <a:cubicBezTo>
                    <a:pt x="9" y="6"/>
                    <a:pt x="7" y="6"/>
                    <a:pt x="3" y="7"/>
                  </a:cubicBezTo>
                  <a:cubicBezTo>
                    <a:pt x="2" y="8"/>
                    <a:pt x="1" y="8"/>
                    <a:pt x="0" y="8"/>
                  </a:cubicBezTo>
                  <a:cubicBezTo>
                    <a:pt x="4" y="8"/>
                    <a:pt x="7" y="7"/>
                    <a:pt x="10" y="6"/>
                  </a:cubicBezTo>
                  <a:cubicBezTo>
                    <a:pt x="13" y="6"/>
                    <a:pt x="15" y="5"/>
                    <a:pt x="16" y="4"/>
                  </a:cubicBezTo>
                  <a:cubicBezTo>
                    <a:pt x="19" y="3"/>
                    <a:pt x="20" y="3"/>
                    <a:pt x="20" y="2"/>
                  </a:cubicBezTo>
                  <a:cubicBezTo>
                    <a:pt x="20" y="2"/>
                    <a:pt x="20" y="2"/>
                    <a:pt x="20" y="2"/>
                  </a:cubicBezTo>
                  <a:cubicBezTo>
                    <a:pt x="20" y="2"/>
                    <a:pt x="20" y="2"/>
                    <a:pt x="20" y="2"/>
                  </a:cubicBezTo>
                  <a:cubicBezTo>
                    <a:pt x="20" y="2"/>
                    <a:pt x="19" y="2"/>
                    <a:pt x="19" y="1"/>
                  </a:cubicBezTo>
                  <a:cubicBezTo>
                    <a:pt x="18" y="1"/>
                    <a:pt x="17" y="1"/>
                    <a:pt x="17" y="0"/>
                  </a:cubicBezTo>
                  <a:cubicBezTo>
                    <a:pt x="16" y="0"/>
                    <a:pt x="15" y="0"/>
                    <a:pt x="15"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8" name="Freeform 158"/>
            <p:cNvSpPr>
              <a:spLocks/>
            </p:cNvSpPr>
            <p:nvPr/>
          </p:nvSpPr>
          <p:spPr bwMode="auto">
            <a:xfrm>
              <a:off x="8785226" y="1443038"/>
              <a:ext cx="319088" cy="60325"/>
            </a:xfrm>
            <a:custGeom>
              <a:avLst/>
              <a:gdLst>
                <a:gd name="T0" fmla="*/ 203 w 211"/>
                <a:gd name="T1" fmla="*/ 2 h 40"/>
                <a:gd name="T2" fmla="*/ 176 w 211"/>
                <a:gd name="T3" fmla="*/ 6 h 40"/>
                <a:gd name="T4" fmla="*/ 88 w 211"/>
                <a:gd name="T5" fmla="*/ 11 h 40"/>
                <a:gd name="T6" fmla="*/ 14 w 211"/>
                <a:gd name="T7" fmla="*/ 8 h 40"/>
                <a:gd name="T8" fmla="*/ 14 w 211"/>
                <a:gd name="T9" fmla="*/ 18 h 40"/>
                <a:gd name="T10" fmla="*/ 14 w 211"/>
                <a:gd name="T11" fmla="*/ 20 h 40"/>
                <a:gd name="T12" fmla="*/ 14 w 211"/>
                <a:gd name="T13" fmla="*/ 20 h 40"/>
                <a:gd name="T14" fmla="*/ 13 w 211"/>
                <a:gd name="T15" fmla="*/ 22 h 40"/>
                <a:gd name="T16" fmla="*/ 10 w 211"/>
                <a:gd name="T17" fmla="*/ 24 h 40"/>
                <a:gd name="T18" fmla="*/ 2 w 211"/>
                <a:gd name="T19" fmla="*/ 27 h 40"/>
                <a:gd name="T20" fmla="*/ 0 w 211"/>
                <a:gd name="T21" fmla="*/ 27 h 40"/>
                <a:gd name="T22" fmla="*/ 0 w 211"/>
                <a:gd name="T23" fmla="*/ 28 h 40"/>
                <a:gd name="T24" fmla="*/ 0 w 211"/>
                <a:gd name="T25" fmla="*/ 28 h 40"/>
                <a:gd name="T26" fmla="*/ 0 w 211"/>
                <a:gd name="T27" fmla="*/ 30 h 40"/>
                <a:gd name="T28" fmla="*/ 0 w 211"/>
                <a:gd name="T29" fmla="*/ 32 h 40"/>
                <a:gd name="T30" fmla="*/ 0 w 211"/>
                <a:gd name="T31" fmla="*/ 36 h 40"/>
                <a:gd name="T32" fmla="*/ 88 w 211"/>
                <a:gd name="T33" fmla="*/ 40 h 40"/>
                <a:gd name="T34" fmla="*/ 199 w 211"/>
                <a:gd name="T35" fmla="*/ 32 h 40"/>
                <a:gd name="T36" fmla="*/ 201 w 211"/>
                <a:gd name="T37" fmla="*/ 32 h 40"/>
                <a:gd name="T38" fmla="*/ 206 w 211"/>
                <a:gd name="T39" fmla="*/ 30 h 40"/>
                <a:gd name="T40" fmla="*/ 210 w 211"/>
                <a:gd name="T41" fmla="*/ 28 h 40"/>
                <a:gd name="T42" fmla="*/ 211 w 211"/>
                <a:gd name="T43" fmla="*/ 28 h 40"/>
                <a:gd name="T44" fmla="*/ 211 w 211"/>
                <a:gd name="T45" fmla="*/ 27 h 40"/>
                <a:gd name="T46" fmla="*/ 211 w 211"/>
                <a:gd name="T47" fmla="*/ 24 h 40"/>
                <a:gd name="T48" fmla="*/ 211 w 211"/>
                <a:gd name="T49" fmla="*/ 22 h 40"/>
                <a:gd name="T50" fmla="*/ 211 w 211"/>
                <a:gd name="T51" fmla="*/ 0 h 40"/>
                <a:gd name="T52" fmla="*/ 209 w 211"/>
                <a:gd name="T53" fmla="*/ 0 h 40"/>
                <a:gd name="T54" fmla="*/ 203 w 211"/>
                <a:gd name="T55" fmla="*/ 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1" h="40">
                  <a:moveTo>
                    <a:pt x="203" y="2"/>
                  </a:moveTo>
                  <a:cubicBezTo>
                    <a:pt x="197" y="4"/>
                    <a:pt x="188" y="5"/>
                    <a:pt x="176" y="6"/>
                  </a:cubicBezTo>
                  <a:cubicBezTo>
                    <a:pt x="154" y="9"/>
                    <a:pt x="122" y="11"/>
                    <a:pt x="88" y="11"/>
                  </a:cubicBezTo>
                  <a:cubicBezTo>
                    <a:pt x="60" y="10"/>
                    <a:pt x="34" y="10"/>
                    <a:pt x="14" y="8"/>
                  </a:cubicBezTo>
                  <a:cubicBezTo>
                    <a:pt x="14" y="18"/>
                    <a:pt x="14" y="18"/>
                    <a:pt x="14" y="18"/>
                  </a:cubicBezTo>
                  <a:cubicBezTo>
                    <a:pt x="14" y="20"/>
                    <a:pt x="14" y="20"/>
                    <a:pt x="14" y="20"/>
                  </a:cubicBezTo>
                  <a:cubicBezTo>
                    <a:pt x="14" y="20"/>
                    <a:pt x="14" y="20"/>
                    <a:pt x="14" y="20"/>
                  </a:cubicBezTo>
                  <a:cubicBezTo>
                    <a:pt x="13" y="21"/>
                    <a:pt x="13" y="22"/>
                    <a:pt x="13" y="22"/>
                  </a:cubicBezTo>
                  <a:cubicBezTo>
                    <a:pt x="12" y="23"/>
                    <a:pt x="11" y="24"/>
                    <a:pt x="10" y="24"/>
                  </a:cubicBezTo>
                  <a:cubicBezTo>
                    <a:pt x="8" y="25"/>
                    <a:pt x="6" y="26"/>
                    <a:pt x="2" y="27"/>
                  </a:cubicBezTo>
                  <a:cubicBezTo>
                    <a:pt x="2" y="27"/>
                    <a:pt x="1" y="27"/>
                    <a:pt x="0" y="27"/>
                  </a:cubicBezTo>
                  <a:cubicBezTo>
                    <a:pt x="0" y="28"/>
                    <a:pt x="0" y="28"/>
                    <a:pt x="0" y="28"/>
                  </a:cubicBezTo>
                  <a:cubicBezTo>
                    <a:pt x="0" y="28"/>
                    <a:pt x="0" y="28"/>
                    <a:pt x="0" y="28"/>
                  </a:cubicBezTo>
                  <a:cubicBezTo>
                    <a:pt x="0" y="30"/>
                    <a:pt x="0" y="30"/>
                    <a:pt x="0" y="30"/>
                  </a:cubicBezTo>
                  <a:cubicBezTo>
                    <a:pt x="0" y="32"/>
                    <a:pt x="0" y="32"/>
                    <a:pt x="0" y="32"/>
                  </a:cubicBezTo>
                  <a:cubicBezTo>
                    <a:pt x="0" y="36"/>
                    <a:pt x="0" y="36"/>
                    <a:pt x="0" y="36"/>
                  </a:cubicBezTo>
                  <a:cubicBezTo>
                    <a:pt x="22" y="38"/>
                    <a:pt x="53" y="40"/>
                    <a:pt x="88" y="40"/>
                  </a:cubicBezTo>
                  <a:cubicBezTo>
                    <a:pt x="136" y="40"/>
                    <a:pt x="179" y="37"/>
                    <a:pt x="199" y="32"/>
                  </a:cubicBezTo>
                  <a:cubicBezTo>
                    <a:pt x="200" y="32"/>
                    <a:pt x="200" y="32"/>
                    <a:pt x="201" y="32"/>
                  </a:cubicBezTo>
                  <a:cubicBezTo>
                    <a:pt x="203" y="31"/>
                    <a:pt x="205" y="31"/>
                    <a:pt x="206" y="30"/>
                  </a:cubicBezTo>
                  <a:cubicBezTo>
                    <a:pt x="208" y="30"/>
                    <a:pt x="210" y="29"/>
                    <a:pt x="210" y="28"/>
                  </a:cubicBezTo>
                  <a:cubicBezTo>
                    <a:pt x="211" y="28"/>
                    <a:pt x="211" y="28"/>
                    <a:pt x="211" y="28"/>
                  </a:cubicBezTo>
                  <a:cubicBezTo>
                    <a:pt x="211" y="27"/>
                    <a:pt x="211" y="27"/>
                    <a:pt x="211" y="27"/>
                  </a:cubicBezTo>
                  <a:cubicBezTo>
                    <a:pt x="211" y="24"/>
                    <a:pt x="211" y="24"/>
                    <a:pt x="211" y="24"/>
                  </a:cubicBezTo>
                  <a:cubicBezTo>
                    <a:pt x="211" y="22"/>
                    <a:pt x="211" y="22"/>
                    <a:pt x="211" y="22"/>
                  </a:cubicBezTo>
                  <a:cubicBezTo>
                    <a:pt x="211" y="0"/>
                    <a:pt x="211" y="0"/>
                    <a:pt x="211" y="0"/>
                  </a:cubicBezTo>
                  <a:cubicBezTo>
                    <a:pt x="210" y="0"/>
                    <a:pt x="210" y="0"/>
                    <a:pt x="209" y="0"/>
                  </a:cubicBezTo>
                  <a:cubicBezTo>
                    <a:pt x="208" y="1"/>
                    <a:pt x="206" y="1"/>
                    <a:pt x="203" y="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9" name="Freeform 159"/>
            <p:cNvSpPr>
              <a:spLocks/>
            </p:cNvSpPr>
            <p:nvPr/>
          </p:nvSpPr>
          <p:spPr bwMode="auto">
            <a:xfrm>
              <a:off x="8745538" y="1387475"/>
              <a:ext cx="373063" cy="61913"/>
            </a:xfrm>
            <a:custGeom>
              <a:avLst/>
              <a:gdLst>
                <a:gd name="T0" fmla="*/ 36 w 246"/>
                <a:gd name="T1" fmla="*/ 19 h 41"/>
                <a:gd name="T2" fmla="*/ 39 w 246"/>
                <a:gd name="T3" fmla="*/ 21 h 41"/>
                <a:gd name="T4" fmla="*/ 39 w 246"/>
                <a:gd name="T5" fmla="*/ 21 h 41"/>
                <a:gd name="T6" fmla="*/ 40 w 246"/>
                <a:gd name="T7" fmla="*/ 21 h 41"/>
                <a:gd name="T8" fmla="*/ 40 w 246"/>
                <a:gd name="T9" fmla="*/ 22 h 41"/>
                <a:gd name="T10" fmla="*/ 40 w 246"/>
                <a:gd name="T11" fmla="*/ 23 h 41"/>
                <a:gd name="T12" fmla="*/ 40 w 246"/>
                <a:gd name="T13" fmla="*/ 30 h 41"/>
                <a:gd name="T14" fmla="*/ 40 w 246"/>
                <a:gd name="T15" fmla="*/ 32 h 41"/>
                <a:gd name="T16" fmla="*/ 40 w 246"/>
                <a:gd name="T17" fmla="*/ 34 h 41"/>
                <a:gd name="T18" fmla="*/ 40 w 246"/>
                <a:gd name="T19" fmla="*/ 37 h 41"/>
                <a:gd name="T20" fmla="*/ 123 w 246"/>
                <a:gd name="T21" fmla="*/ 41 h 41"/>
                <a:gd name="T22" fmla="*/ 232 w 246"/>
                <a:gd name="T23" fmla="*/ 34 h 41"/>
                <a:gd name="T24" fmla="*/ 234 w 246"/>
                <a:gd name="T25" fmla="*/ 33 h 41"/>
                <a:gd name="T26" fmla="*/ 236 w 246"/>
                <a:gd name="T27" fmla="*/ 33 h 41"/>
                <a:gd name="T28" fmla="*/ 239 w 246"/>
                <a:gd name="T29" fmla="*/ 32 h 41"/>
                <a:gd name="T30" fmla="*/ 239 w 246"/>
                <a:gd name="T31" fmla="*/ 32 h 41"/>
                <a:gd name="T32" fmla="*/ 241 w 246"/>
                <a:gd name="T33" fmla="*/ 32 h 41"/>
                <a:gd name="T34" fmla="*/ 241 w 246"/>
                <a:gd name="T35" fmla="*/ 32 h 41"/>
                <a:gd name="T36" fmla="*/ 246 w 246"/>
                <a:gd name="T37" fmla="*/ 29 h 41"/>
                <a:gd name="T38" fmla="*/ 246 w 246"/>
                <a:gd name="T39" fmla="*/ 0 h 41"/>
                <a:gd name="T40" fmla="*/ 239 w 246"/>
                <a:gd name="T41" fmla="*/ 3 h 41"/>
                <a:gd name="T42" fmla="*/ 212 w 246"/>
                <a:gd name="T43" fmla="*/ 7 h 41"/>
                <a:gd name="T44" fmla="*/ 123 w 246"/>
                <a:gd name="T45" fmla="*/ 11 h 41"/>
                <a:gd name="T46" fmla="*/ 0 w 246"/>
                <a:gd name="T47" fmla="*/ 0 h 41"/>
                <a:gd name="T48" fmla="*/ 0 w 246"/>
                <a:gd name="T49" fmla="*/ 11 h 41"/>
                <a:gd name="T50" fmla="*/ 36 w 246"/>
                <a:gd name="T51" fmla="*/ 19 h 41"/>
                <a:gd name="T52" fmla="*/ 36 w 246"/>
                <a:gd name="T53" fmla="*/ 1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6" h="41">
                  <a:moveTo>
                    <a:pt x="36" y="19"/>
                  </a:moveTo>
                  <a:cubicBezTo>
                    <a:pt x="37" y="19"/>
                    <a:pt x="38" y="20"/>
                    <a:pt x="39" y="21"/>
                  </a:cubicBezTo>
                  <a:cubicBezTo>
                    <a:pt x="39" y="21"/>
                    <a:pt x="39" y="21"/>
                    <a:pt x="39" y="21"/>
                  </a:cubicBezTo>
                  <a:cubicBezTo>
                    <a:pt x="40" y="21"/>
                    <a:pt x="40" y="21"/>
                    <a:pt x="40" y="21"/>
                  </a:cubicBezTo>
                  <a:cubicBezTo>
                    <a:pt x="40" y="22"/>
                    <a:pt x="40" y="22"/>
                    <a:pt x="40" y="22"/>
                  </a:cubicBezTo>
                  <a:cubicBezTo>
                    <a:pt x="40" y="23"/>
                    <a:pt x="40" y="23"/>
                    <a:pt x="40" y="23"/>
                  </a:cubicBezTo>
                  <a:cubicBezTo>
                    <a:pt x="40" y="30"/>
                    <a:pt x="40" y="30"/>
                    <a:pt x="40" y="30"/>
                  </a:cubicBezTo>
                  <a:cubicBezTo>
                    <a:pt x="40" y="32"/>
                    <a:pt x="40" y="32"/>
                    <a:pt x="40" y="32"/>
                  </a:cubicBezTo>
                  <a:cubicBezTo>
                    <a:pt x="40" y="34"/>
                    <a:pt x="40" y="34"/>
                    <a:pt x="40" y="34"/>
                  </a:cubicBezTo>
                  <a:cubicBezTo>
                    <a:pt x="40" y="37"/>
                    <a:pt x="40" y="37"/>
                    <a:pt x="40" y="37"/>
                  </a:cubicBezTo>
                  <a:cubicBezTo>
                    <a:pt x="62" y="39"/>
                    <a:pt x="91" y="41"/>
                    <a:pt x="123" y="41"/>
                  </a:cubicBezTo>
                  <a:cubicBezTo>
                    <a:pt x="170" y="41"/>
                    <a:pt x="211" y="38"/>
                    <a:pt x="232" y="34"/>
                  </a:cubicBezTo>
                  <a:cubicBezTo>
                    <a:pt x="233" y="34"/>
                    <a:pt x="233" y="33"/>
                    <a:pt x="234" y="33"/>
                  </a:cubicBezTo>
                  <a:cubicBezTo>
                    <a:pt x="235" y="33"/>
                    <a:pt x="235" y="33"/>
                    <a:pt x="236" y="33"/>
                  </a:cubicBezTo>
                  <a:cubicBezTo>
                    <a:pt x="237" y="33"/>
                    <a:pt x="238" y="32"/>
                    <a:pt x="239" y="32"/>
                  </a:cubicBezTo>
                  <a:cubicBezTo>
                    <a:pt x="239" y="32"/>
                    <a:pt x="239" y="32"/>
                    <a:pt x="239" y="32"/>
                  </a:cubicBezTo>
                  <a:cubicBezTo>
                    <a:pt x="240" y="32"/>
                    <a:pt x="240" y="32"/>
                    <a:pt x="241" y="32"/>
                  </a:cubicBezTo>
                  <a:cubicBezTo>
                    <a:pt x="241" y="32"/>
                    <a:pt x="241" y="32"/>
                    <a:pt x="241" y="32"/>
                  </a:cubicBezTo>
                  <a:cubicBezTo>
                    <a:pt x="244" y="30"/>
                    <a:pt x="246" y="29"/>
                    <a:pt x="246" y="29"/>
                  </a:cubicBezTo>
                  <a:cubicBezTo>
                    <a:pt x="246" y="0"/>
                    <a:pt x="246" y="0"/>
                    <a:pt x="246" y="0"/>
                  </a:cubicBezTo>
                  <a:cubicBezTo>
                    <a:pt x="244" y="1"/>
                    <a:pt x="242" y="2"/>
                    <a:pt x="239" y="3"/>
                  </a:cubicBezTo>
                  <a:cubicBezTo>
                    <a:pt x="232" y="5"/>
                    <a:pt x="223" y="6"/>
                    <a:pt x="212" y="7"/>
                  </a:cubicBezTo>
                  <a:cubicBezTo>
                    <a:pt x="189" y="10"/>
                    <a:pt x="158" y="11"/>
                    <a:pt x="123" y="11"/>
                  </a:cubicBezTo>
                  <a:cubicBezTo>
                    <a:pt x="63" y="11"/>
                    <a:pt x="14" y="7"/>
                    <a:pt x="0" y="0"/>
                  </a:cubicBezTo>
                  <a:cubicBezTo>
                    <a:pt x="0" y="11"/>
                    <a:pt x="0" y="11"/>
                    <a:pt x="0" y="11"/>
                  </a:cubicBezTo>
                  <a:cubicBezTo>
                    <a:pt x="18" y="13"/>
                    <a:pt x="31" y="16"/>
                    <a:pt x="36" y="19"/>
                  </a:cubicBezTo>
                  <a:cubicBezTo>
                    <a:pt x="36" y="19"/>
                    <a:pt x="36" y="19"/>
                    <a:pt x="36" y="1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0" name="Freeform 160"/>
            <p:cNvSpPr>
              <a:spLocks/>
            </p:cNvSpPr>
            <p:nvPr/>
          </p:nvSpPr>
          <p:spPr bwMode="auto">
            <a:xfrm>
              <a:off x="8748713" y="1371600"/>
              <a:ext cx="369888" cy="25400"/>
            </a:xfrm>
            <a:custGeom>
              <a:avLst/>
              <a:gdLst>
                <a:gd name="T0" fmla="*/ 227 w 244"/>
                <a:gd name="T1" fmla="*/ 0 h 17"/>
                <a:gd name="T2" fmla="*/ 226 w 244"/>
                <a:gd name="T3" fmla="*/ 1 h 17"/>
                <a:gd name="T4" fmla="*/ 220 w 244"/>
                <a:gd name="T5" fmla="*/ 4 h 17"/>
                <a:gd name="T6" fmla="*/ 218 w 244"/>
                <a:gd name="T7" fmla="*/ 4 h 17"/>
                <a:gd name="T8" fmla="*/ 212 w 244"/>
                <a:gd name="T9" fmla="*/ 6 h 17"/>
                <a:gd name="T10" fmla="*/ 199 w 244"/>
                <a:gd name="T11" fmla="*/ 8 h 17"/>
                <a:gd name="T12" fmla="*/ 191 w 244"/>
                <a:gd name="T13" fmla="*/ 9 h 17"/>
                <a:gd name="T14" fmla="*/ 102 w 244"/>
                <a:gd name="T15" fmla="*/ 13 h 17"/>
                <a:gd name="T16" fmla="*/ 5 w 244"/>
                <a:gd name="T17" fmla="*/ 8 h 17"/>
                <a:gd name="T18" fmla="*/ 0 w 244"/>
                <a:gd name="T19" fmla="*/ 7 h 17"/>
                <a:gd name="T20" fmla="*/ 2 w 244"/>
                <a:gd name="T21" fmla="*/ 8 h 17"/>
                <a:gd name="T22" fmla="*/ 7 w 244"/>
                <a:gd name="T23" fmla="*/ 9 h 17"/>
                <a:gd name="T24" fmla="*/ 33 w 244"/>
                <a:gd name="T25" fmla="*/ 13 h 17"/>
                <a:gd name="T26" fmla="*/ 121 w 244"/>
                <a:gd name="T27" fmla="*/ 17 h 17"/>
                <a:gd name="T28" fmla="*/ 234 w 244"/>
                <a:gd name="T29" fmla="*/ 9 h 17"/>
                <a:gd name="T30" fmla="*/ 240 w 244"/>
                <a:gd name="T31" fmla="*/ 8 h 17"/>
                <a:gd name="T32" fmla="*/ 244 w 244"/>
                <a:gd name="T33" fmla="*/ 6 h 17"/>
                <a:gd name="T34" fmla="*/ 244 w 244"/>
                <a:gd name="T35" fmla="*/ 6 h 17"/>
                <a:gd name="T36" fmla="*/ 244 w 244"/>
                <a:gd name="T37" fmla="*/ 5 h 17"/>
                <a:gd name="T38" fmla="*/ 243 w 244"/>
                <a:gd name="T39" fmla="*/ 5 h 17"/>
                <a:gd name="T40" fmla="*/ 241 w 244"/>
                <a:gd name="T41" fmla="*/ 4 h 17"/>
                <a:gd name="T42" fmla="*/ 236 w 244"/>
                <a:gd name="T43" fmla="*/ 2 h 17"/>
                <a:gd name="T44" fmla="*/ 227 w 244"/>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4" h="17">
                  <a:moveTo>
                    <a:pt x="227" y="0"/>
                  </a:moveTo>
                  <a:cubicBezTo>
                    <a:pt x="227" y="1"/>
                    <a:pt x="226" y="1"/>
                    <a:pt x="226" y="1"/>
                  </a:cubicBezTo>
                  <a:cubicBezTo>
                    <a:pt x="224" y="2"/>
                    <a:pt x="222" y="3"/>
                    <a:pt x="220" y="4"/>
                  </a:cubicBezTo>
                  <a:cubicBezTo>
                    <a:pt x="219" y="4"/>
                    <a:pt x="219" y="4"/>
                    <a:pt x="218" y="4"/>
                  </a:cubicBezTo>
                  <a:cubicBezTo>
                    <a:pt x="216" y="5"/>
                    <a:pt x="214" y="5"/>
                    <a:pt x="212" y="6"/>
                  </a:cubicBezTo>
                  <a:cubicBezTo>
                    <a:pt x="208" y="6"/>
                    <a:pt x="204" y="7"/>
                    <a:pt x="199" y="8"/>
                  </a:cubicBezTo>
                  <a:cubicBezTo>
                    <a:pt x="197" y="8"/>
                    <a:pt x="194" y="8"/>
                    <a:pt x="191" y="9"/>
                  </a:cubicBezTo>
                  <a:cubicBezTo>
                    <a:pt x="168" y="11"/>
                    <a:pt x="137" y="13"/>
                    <a:pt x="102" y="13"/>
                  </a:cubicBezTo>
                  <a:cubicBezTo>
                    <a:pt x="63" y="13"/>
                    <a:pt x="28" y="11"/>
                    <a:pt x="5" y="8"/>
                  </a:cubicBezTo>
                  <a:cubicBezTo>
                    <a:pt x="3" y="7"/>
                    <a:pt x="2" y="7"/>
                    <a:pt x="0" y="7"/>
                  </a:cubicBezTo>
                  <a:cubicBezTo>
                    <a:pt x="1" y="7"/>
                    <a:pt x="1" y="7"/>
                    <a:pt x="2" y="8"/>
                  </a:cubicBezTo>
                  <a:cubicBezTo>
                    <a:pt x="3" y="8"/>
                    <a:pt x="5" y="9"/>
                    <a:pt x="7" y="9"/>
                  </a:cubicBezTo>
                  <a:cubicBezTo>
                    <a:pt x="13" y="11"/>
                    <a:pt x="22" y="12"/>
                    <a:pt x="33" y="13"/>
                  </a:cubicBezTo>
                  <a:cubicBezTo>
                    <a:pt x="56" y="16"/>
                    <a:pt x="87" y="17"/>
                    <a:pt x="121" y="17"/>
                  </a:cubicBezTo>
                  <a:cubicBezTo>
                    <a:pt x="171" y="17"/>
                    <a:pt x="215" y="14"/>
                    <a:pt x="234" y="9"/>
                  </a:cubicBezTo>
                  <a:cubicBezTo>
                    <a:pt x="237" y="9"/>
                    <a:pt x="239" y="8"/>
                    <a:pt x="240" y="8"/>
                  </a:cubicBezTo>
                  <a:cubicBezTo>
                    <a:pt x="243" y="7"/>
                    <a:pt x="244" y="6"/>
                    <a:pt x="244" y="6"/>
                  </a:cubicBezTo>
                  <a:cubicBezTo>
                    <a:pt x="244" y="6"/>
                    <a:pt x="244" y="6"/>
                    <a:pt x="244" y="6"/>
                  </a:cubicBezTo>
                  <a:cubicBezTo>
                    <a:pt x="244" y="6"/>
                    <a:pt x="244" y="6"/>
                    <a:pt x="244" y="5"/>
                  </a:cubicBezTo>
                  <a:cubicBezTo>
                    <a:pt x="244" y="5"/>
                    <a:pt x="243" y="5"/>
                    <a:pt x="243" y="5"/>
                  </a:cubicBezTo>
                  <a:cubicBezTo>
                    <a:pt x="242" y="4"/>
                    <a:pt x="241" y="4"/>
                    <a:pt x="241" y="4"/>
                  </a:cubicBezTo>
                  <a:cubicBezTo>
                    <a:pt x="239" y="3"/>
                    <a:pt x="238" y="3"/>
                    <a:pt x="236" y="2"/>
                  </a:cubicBezTo>
                  <a:cubicBezTo>
                    <a:pt x="233" y="1"/>
                    <a:pt x="231" y="1"/>
                    <a:pt x="227"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1" name="Freeform 161"/>
            <p:cNvSpPr>
              <a:spLocks/>
            </p:cNvSpPr>
            <p:nvPr/>
          </p:nvSpPr>
          <p:spPr bwMode="auto">
            <a:xfrm>
              <a:off x="8716963" y="1323975"/>
              <a:ext cx="373063" cy="61913"/>
            </a:xfrm>
            <a:custGeom>
              <a:avLst/>
              <a:gdLst>
                <a:gd name="T0" fmla="*/ 20 w 246"/>
                <a:gd name="T1" fmla="*/ 35 h 41"/>
                <a:gd name="T2" fmla="*/ 24 w 246"/>
                <a:gd name="T3" fmla="*/ 35 h 41"/>
                <a:gd name="T4" fmla="*/ 26 w 246"/>
                <a:gd name="T5" fmla="*/ 36 h 41"/>
                <a:gd name="T6" fmla="*/ 35 w 246"/>
                <a:gd name="T7" fmla="*/ 37 h 41"/>
                <a:gd name="T8" fmla="*/ 44 w 246"/>
                <a:gd name="T9" fmla="*/ 38 h 41"/>
                <a:gd name="T10" fmla="*/ 74 w 246"/>
                <a:gd name="T11" fmla="*/ 40 h 41"/>
                <a:gd name="T12" fmla="*/ 123 w 246"/>
                <a:gd name="T13" fmla="*/ 41 h 41"/>
                <a:gd name="T14" fmla="*/ 172 w 246"/>
                <a:gd name="T15" fmla="*/ 40 h 41"/>
                <a:gd name="T16" fmla="*/ 202 w 246"/>
                <a:gd name="T17" fmla="*/ 38 h 41"/>
                <a:gd name="T18" fmla="*/ 220 w 246"/>
                <a:gd name="T19" fmla="*/ 36 h 41"/>
                <a:gd name="T20" fmla="*/ 236 w 246"/>
                <a:gd name="T21" fmla="*/ 33 h 41"/>
                <a:gd name="T22" fmla="*/ 242 w 246"/>
                <a:gd name="T23" fmla="*/ 31 h 41"/>
                <a:gd name="T24" fmla="*/ 245 w 246"/>
                <a:gd name="T25" fmla="*/ 30 h 41"/>
                <a:gd name="T26" fmla="*/ 246 w 246"/>
                <a:gd name="T27" fmla="*/ 29 h 41"/>
                <a:gd name="T28" fmla="*/ 246 w 246"/>
                <a:gd name="T29" fmla="*/ 28 h 41"/>
                <a:gd name="T30" fmla="*/ 246 w 246"/>
                <a:gd name="T31" fmla="*/ 0 h 41"/>
                <a:gd name="T32" fmla="*/ 239 w 246"/>
                <a:gd name="T33" fmla="*/ 3 h 41"/>
                <a:gd name="T34" fmla="*/ 212 w 246"/>
                <a:gd name="T35" fmla="*/ 7 h 41"/>
                <a:gd name="T36" fmla="*/ 123 w 246"/>
                <a:gd name="T37" fmla="*/ 11 h 41"/>
                <a:gd name="T38" fmla="*/ 0 w 246"/>
                <a:gd name="T39" fmla="*/ 0 h 41"/>
                <a:gd name="T40" fmla="*/ 0 w 246"/>
                <a:gd name="T41" fmla="*/ 29 h 41"/>
                <a:gd name="T42" fmla="*/ 0 w 246"/>
                <a:gd name="T43" fmla="*/ 29 h 41"/>
                <a:gd name="T44" fmla="*/ 2 w 246"/>
                <a:gd name="T45" fmla="*/ 30 h 41"/>
                <a:gd name="T46" fmla="*/ 9 w 246"/>
                <a:gd name="T47" fmla="*/ 32 h 41"/>
                <a:gd name="T48" fmla="*/ 17 w 246"/>
                <a:gd name="T49" fmla="*/ 34 h 41"/>
                <a:gd name="T50" fmla="*/ 20 w 246"/>
                <a:gd name="T51" fmla="*/ 3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46" h="41">
                  <a:moveTo>
                    <a:pt x="20" y="35"/>
                  </a:moveTo>
                  <a:cubicBezTo>
                    <a:pt x="21" y="35"/>
                    <a:pt x="23" y="35"/>
                    <a:pt x="24" y="35"/>
                  </a:cubicBezTo>
                  <a:cubicBezTo>
                    <a:pt x="25" y="35"/>
                    <a:pt x="25" y="35"/>
                    <a:pt x="26" y="36"/>
                  </a:cubicBezTo>
                  <a:cubicBezTo>
                    <a:pt x="29" y="36"/>
                    <a:pt x="32" y="36"/>
                    <a:pt x="35" y="37"/>
                  </a:cubicBezTo>
                  <a:cubicBezTo>
                    <a:pt x="38" y="37"/>
                    <a:pt x="41" y="37"/>
                    <a:pt x="44" y="38"/>
                  </a:cubicBezTo>
                  <a:cubicBezTo>
                    <a:pt x="53" y="38"/>
                    <a:pt x="63" y="39"/>
                    <a:pt x="74" y="40"/>
                  </a:cubicBezTo>
                  <a:cubicBezTo>
                    <a:pt x="89" y="40"/>
                    <a:pt x="106" y="41"/>
                    <a:pt x="123" y="41"/>
                  </a:cubicBezTo>
                  <a:cubicBezTo>
                    <a:pt x="141" y="41"/>
                    <a:pt x="157" y="40"/>
                    <a:pt x="172" y="40"/>
                  </a:cubicBezTo>
                  <a:cubicBezTo>
                    <a:pt x="183" y="39"/>
                    <a:pt x="193" y="38"/>
                    <a:pt x="202" y="38"/>
                  </a:cubicBezTo>
                  <a:cubicBezTo>
                    <a:pt x="209" y="37"/>
                    <a:pt x="215" y="36"/>
                    <a:pt x="220" y="36"/>
                  </a:cubicBezTo>
                  <a:cubicBezTo>
                    <a:pt x="226" y="35"/>
                    <a:pt x="232" y="34"/>
                    <a:pt x="236" y="33"/>
                  </a:cubicBezTo>
                  <a:cubicBezTo>
                    <a:pt x="238" y="32"/>
                    <a:pt x="240" y="32"/>
                    <a:pt x="242" y="31"/>
                  </a:cubicBezTo>
                  <a:cubicBezTo>
                    <a:pt x="243" y="31"/>
                    <a:pt x="244" y="30"/>
                    <a:pt x="245" y="30"/>
                  </a:cubicBezTo>
                  <a:cubicBezTo>
                    <a:pt x="246" y="29"/>
                    <a:pt x="246" y="29"/>
                    <a:pt x="246" y="29"/>
                  </a:cubicBezTo>
                  <a:cubicBezTo>
                    <a:pt x="246" y="28"/>
                    <a:pt x="246" y="28"/>
                    <a:pt x="246" y="28"/>
                  </a:cubicBezTo>
                  <a:cubicBezTo>
                    <a:pt x="246" y="0"/>
                    <a:pt x="246" y="0"/>
                    <a:pt x="246" y="0"/>
                  </a:cubicBezTo>
                  <a:cubicBezTo>
                    <a:pt x="244" y="1"/>
                    <a:pt x="242" y="2"/>
                    <a:pt x="239" y="3"/>
                  </a:cubicBezTo>
                  <a:cubicBezTo>
                    <a:pt x="232" y="5"/>
                    <a:pt x="223" y="6"/>
                    <a:pt x="212" y="7"/>
                  </a:cubicBezTo>
                  <a:cubicBezTo>
                    <a:pt x="189" y="10"/>
                    <a:pt x="158" y="11"/>
                    <a:pt x="123" y="11"/>
                  </a:cubicBezTo>
                  <a:cubicBezTo>
                    <a:pt x="63" y="11"/>
                    <a:pt x="14" y="7"/>
                    <a:pt x="0" y="0"/>
                  </a:cubicBezTo>
                  <a:cubicBezTo>
                    <a:pt x="0" y="29"/>
                    <a:pt x="0" y="29"/>
                    <a:pt x="0" y="29"/>
                  </a:cubicBezTo>
                  <a:cubicBezTo>
                    <a:pt x="0" y="29"/>
                    <a:pt x="0" y="29"/>
                    <a:pt x="0" y="29"/>
                  </a:cubicBezTo>
                  <a:cubicBezTo>
                    <a:pt x="1" y="29"/>
                    <a:pt x="1" y="29"/>
                    <a:pt x="2" y="30"/>
                  </a:cubicBezTo>
                  <a:cubicBezTo>
                    <a:pt x="3" y="31"/>
                    <a:pt x="6" y="31"/>
                    <a:pt x="9" y="32"/>
                  </a:cubicBezTo>
                  <a:cubicBezTo>
                    <a:pt x="11" y="33"/>
                    <a:pt x="14" y="34"/>
                    <a:pt x="17" y="34"/>
                  </a:cubicBezTo>
                  <a:cubicBezTo>
                    <a:pt x="18" y="34"/>
                    <a:pt x="19" y="34"/>
                    <a:pt x="20" y="3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2" name="Freeform 162"/>
            <p:cNvSpPr>
              <a:spLocks/>
            </p:cNvSpPr>
            <p:nvPr/>
          </p:nvSpPr>
          <p:spPr bwMode="auto">
            <a:xfrm>
              <a:off x="8716963" y="1308100"/>
              <a:ext cx="373063" cy="25400"/>
            </a:xfrm>
            <a:custGeom>
              <a:avLst/>
              <a:gdLst>
                <a:gd name="T0" fmla="*/ 2 w 246"/>
                <a:gd name="T1" fmla="*/ 7 h 17"/>
                <a:gd name="T2" fmla="*/ 4 w 246"/>
                <a:gd name="T3" fmla="*/ 8 h 17"/>
                <a:gd name="T4" fmla="*/ 9 w 246"/>
                <a:gd name="T5" fmla="*/ 9 h 17"/>
                <a:gd name="T6" fmla="*/ 35 w 246"/>
                <a:gd name="T7" fmla="*/ 13 h 17"/>
                <a:gd name="T8" fmla="*/ 123 w 246"/>
                <a:gd name="T9" fmla="*/ 17 h 17"/>
                <a:gd name="T10" fmla="*/ 236 w 246"/>
                <a:gd name="T11" fmla="*/ 9 h 17"/>
                <a:gd name="T12" fmla="*/ 242 w 246"/>
                <a:gd name="T13" fmla="*/ 8 h 17"/>
                <a:gd name="T14" fmla="*/ 246 w 246"/>
                <a:gd name="T15" fmla="*/ 6 h 17"/>
                <a:gd name="T16" fmla="*/ 246 w 246"/>
                <a:gd name="T17" fmla="*/ 5 h 17"/>
                <a:gd name="T18" fmla="*/ 246 w 246"/>
                <a:gd name="T19" fmla="*/ 5 h 17"/>
                <a:gd name="T20" fmla="*/ 245 w 246"/>
                <a:gd name="T21" fmla="*/ 4 h 17"/>
                <a:gd name="T22" fmla="*/ 244 w 246"/>
                <a:gd name="T23" fmla="*/ 4 h 17"/>
                <a:gd name="T24" fmla="*/ 233 w 246"/>
                <a:gd name="T25" fmla="*/ 5 h 17"/>
                <a:gd name="T26" fmla="*/ 228 w 246"/>
                <a:gd name="T27" fmla="*/ 6 h 17"/>
                <a:gd name="T28" fmla="*/ 214 w 246"/>
                <a:gd name="T29" fmla="*/ 8 h 17"/>
                <a:gd name="T30" fmla="*/ 139 w 246"/>
                <a:gd name="T31" fmla="*/ 10 h 17"/>
                <a:gd name="T32" fmla="*/ 65 w 246"/>
                <a:gd name="T33" fmla="*/ 8 h 17"/>
                <a:gd name="T34" fmla="*/ 45 w 246"/>
                <a:gd name="T35" fmla="*/ 5 h 17"/>
                <a:gd name="T36" fmla="*/ 32 w 246"/>
                <a:gd name="T37" fmla="*/ 3 h 17"/>
                <a:gd name="T38" fmla="*/ 18 w 246"/>
                <a:gd name="T39" fmla="*/ 0 h 17"/>
                <a:gd name="T40" fmla="*/ 10 w 246"/>
                <a:gd name="T41" fmla="*/ 2 h 17"/>
                <a:gd name="T42" fmla="*/ 4 w 246"/>
                <a:gd name="T43" fmla="*/ 3 h 17"/>
                <a:gd name="T44" fmla="*/ 0 w 246"/>
                <a:gd name="T45" fmla="*/ 5 h 17"/>
                <a:gd name="T46" fmla="*/ 0 w 246"/>
                <a:gd name="T47" fmla="*/ 5 h 17"/>
                <a:gd name="T48" fmla="*/ 0 w 246"/>
                <a:gd name="T49" fmla="*/ 6 h 17"/>
                <a:gd name="T50" fmla="*/ 2 w 246"/>
                <a:gd name="T51"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46" h="17">
                  <a:moveTo>
                    <a:pt x="2" y="7"/>
                  </a:moveTo>
                  <a:cubicBezTo>
                    <a:pt x="2" y="7"/>
                    <a:pt x="3" y="7"/>
                    <a:pt x="4" y="8"/>
                  </a:cubicBezTo>
                  <a:cubicBezTo>
                    <a:pt x="5" y="8"/>
                    <a:pt x="7" y="8"/>
                    <a:pt x="9" y="9"/>
                  </a:cubicBezTo>
                  <a:cubicBezTo>
                    <a:pt x="15" y="11"/>
                    <a:pt x="24" y="12"/>
                    <a:pt x="35" y="13"/>
                  </a:cubicBezTo>
                  <a:cubicBezTo>
                    <a:pt x="58" y="16"/>
                    <a:pt x="89" y="17"/>
                    <a:pt x="123" y="17"/>
                  </a:cubicBezTo>
                  <a:cubicBezTo>
                    <a:pt x="173" y="17"/>
                    <a:pt x="217" y="14"/>
                    <a:pt x="236" y="9"/>
                  </a:cubicBezTo>
                  <a:cubicBezTo>
                    <a:pt x="239" y="9"/>
                    <a:pt x="241" y="8"/>
                    <a:pt x="242" y="8"/>
                  </a:cubicBezTo>
                  <a:cubicBezTo>
                    <a:pt x="245" y="7"/>
                    <a:pt x="246" y="6"/>
                    <a:pt x="246" y="6"/>
                  </a:cubicBezTo>
                  <a:cubicBezTo>
                    <a:pt x="246" y="6"/>
                    <a:pt x="246" y="6"/>
                    <a:pt x="246" y="5"/>
                  </a:cubicBezTo>
                  <a:cubicBezTo>
                    <a:pt x="246" y="5"/>
                    <a:pt x="246" y="5"/>
                    <a:pt x="246" y="5"/>
                  </a:cubicBezTo>
                  <a:cubicBezTo>
                    <a:pt x="246" y="5"/>
                    <a:pt x="245" y="5"/>
                    <a:pt x="245" y="4"/>
                  </a:cubicBezTo>
                  <a:cubicBezTo>
                    <a:pt x="244" y="4"/>
                    <a:pt x="244" y="4"/>
                    <a:pt x="244" y="4"/>
                  </a:cubicBezTo>
                  <a:cubicBezTo>
                    <a:pt x="241" y="5"/>
                    <a:pt x="237" y="5"/>
                    <a:pt x="233" y="5"/>
                  </a:cubicBezTo>
                  <a:cubicBezTo>
                    <a:pt x="232" y="6"/>
                    <a:pt x="230" y="6"/>
                    <a:pt x="228" y="6"/>
                  </a:cubicBezTo>
                  <a:cubicBezTo>
                    <a:pt x="224" y="7"/>
                    <a:pt x="219" y="7"/>
                    <a:pt x="214" y="8"/>
                  </a:cubicBezTo>
                  <a:cubicBezTo>
                    <a:pt x="193" y="9"/>
                    <a:pt x="167" y="10"/>
                    <a:pt x="139" y="10"/>
                  </a:cubicBezTo>
                  <a:cubicBezTo>
                    <a:pt x="112" y="10"/>
                    <a:pt x="86" y="9"/>
                    <a:pt x="65" y="8"/>
                  </a:cubicBezTo>
                  <a:cubicBezTo>
                    <a:pt x="58" y="7"/>
                    <a:pt x="51" y="6"/>
                    <a:pt x="45" y="5"/>
                  </a:cubicBezTo>
                  <a:cubicBezTo>
                    <a:pt x="41" y="5"/>
                    <a:pt x="36" y="4"/>
                    <a:pt x="32" y="3"/>
                  </a:cubicBezTo>
                  <a:cubicBezTo>
                    <a:pt x="26" y="2"/>
                    <a:pt x="22" y="1"/>
                    <a:pt x="18" y="0"/>
                  </a:cubicBezTo>
                  <a:cubicBezTo>
                    <a:pt x="15" y="0"/>
                    <a:pt x="13" y="1"/>
                    <a:pt x="10" y="2"/>
                  </a:cubicBezTo>
                  <a:cubicBezTo>
                    <a:pt x="8" y="2"/>
                    <a:pt x="6" y="3"/>
                    <a:pt x="4" y="3"/>
                  </a:cubicBezTo>
                  <a:cubicBezTo>
                    <a:pt x="2" y="4"/>
                    <a:pt x="1" y="5"/>
                    <a:pt x="0" y="5"/>
                  </a:cubicBezTo>
                  <a:cubicBezTo>
                    <a:pt x="0" y="5"/>
                    <a:pt x="0" y="5"/>
                    <a:pt x="0" y="5"/>
                  </a:cubicBezTo>
                  <a:cubicBezTo>
                    <a:pt x="0" y="6"/>
                    <a:pt x="0" y="6"/>
                    <a:pt x="0" y="6"/>
                  </a:cubicBezTo>
                  <a:cubicBezTo>
                    <a:pt x="1" y="6"/>
                    <a:pt x="1" y="6"/>
                    <a:pt x="2" y="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3" name="Freeform 163"/>
            <p:cNvSpPr>
              <a:spLocks/>
            </p:cNvSpPr>
            <p:nvPr/>
          </p:nvSpPr>
          <p:spPr bwMode="auto">
            <a:xfrm>
              <a:off x="8740776" y="1255713"/>
              <a:ext cx="373063" cy="61913"/>
            </a:xfrm>
            <a:custGeom>
              <a:avLst/>
              <a:gdLst>
                <a:gd name="T0" fmla="*/ 9 w 246"/>
                <a:gd name="T1" fmla="*/ 32 h 40"/>
                <a:gd name="T2" fmla="*/ 12 w 246"/>
                <a:gd name="T3" fmla="*/ 33 h 40"/>
                <a:gd name="T4" fmla="*/ 35 w 246"/>
                <a:gd name="T5" fmla="*/ 36 h 40"/>
                <a:gd name="T6" fmla="*/ 49 w 246"/>
                <a:gd name="T7" fmla="*/ 37 h 40"/>
                <a:gd name="T8" fmla="*/ 84 w 246"/>
                <a:gd name="T9" fmla="*/ 39 h 40"/>
                <a:gd name="T10" fmla="*/ 123 w 246"/>
                <a:gd name="T11" fmla="*/ 40 h 40"/>
                <a:gd name="T12" fmla="*/ 163 w 246"/>
                <a:gd name="T13" fmla="*/ 39 h 40"/>
                <a:gd name="T14" fmla="*/ 198 w 246"/>
                <a:gd name="T15" fmla="*/ 37 h 40"/>
                <a:gd name="T16" fmla="*/ 219 w 246"/>
                <a:gd name="T17" fmla="*/ 35 h 40"/>
                <a:gd name="T18" fmla="*/ 224 w 246"/>
                <a:gd name="T19" fmla="*/ 35 h 40"/>
                <a:gd name="T20" fmla="*/ 228 w 246"/>
                <a:gd name="T21" fmla="*/ 34 h 40"/>
                <a:gd name="T22" fmla="*/ 236 w 246"/>
                <a:gd name="T23" fmla="*/ 32 h 40"/>
                <a:gd name="T24" fmla="*/ 246 w 246"/>
                <a:gd name="T25" fmla="*/ 28 h 40"/>
                <a:gd name="T26" fmla="*/ 246 w 246"/>
                <a:gd name="T27" fmla="*/ 0 h 40"/>
                <a:gd name="T28" fmla="*/ 239 w 246"/>
                <a:gd name="T29" fmla="*/ 2 h 40"/>
                <a:gd name="T30" fmla="*/ 212 w 246"/>
                <a:gd name="T31" fmla="*/ 7 h 40"/>
                <a:gd name="T32" fmla="*/ 123 w 246"/>
                <a:gd name="T33" fmla="*/ 11 h 40"/>
                <a:gd name="T34" fmla="*/ 0 w 246"/>
                <a:gd name="T35" fmla="*/ 0 h 40"/>
                <a:gd name="T36" fmla="*/ 0 w 246"/>
                <a:gd name="T37" fmla="*/ 28 h 40"/>
                <a:gd name="T38" fmla="*/ 1 w 246"/>
                <a:gd name="T39" fmla="*/ 28 h 40"/>
                <a:gd name="T40" fmla="*/ 2 w 246"/>
                <a:gd name="T41" fmla="*/ 29 h 40"/>
                <a:gd name="T42" fmla="*/ 3 w 246"/>
                <a:gd name="T43" fmla="*/ 30 h 40"/>
                <a:gd name="T44" fmla="*/ 7 w 246"/>
                <a:gd name="T45" fmla="*/ 31 h 40"/>
                <a:gd name="T46" fmla="*/ 9 w 246"/>
                <a:gd name="T4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6" h="40">
                  <a:moveTo>
                    <a:pt x="9" y="32"/>
                  </a:moveTo>
                  <a:cubicBezTo>
                    <a:pt x="10" y="32"/>
                    <a:pt x="11" y="32"/>
                    <a:pt x="12" y="33"/>
                  </a:cubicBezTo>
                  <a:cubicBezTo>
                    <a:pt x="18" y="34"/>
                    <a:pt x="26" y="35"/>
                    <a:pt x="35" y="36"/>
                  </a:cubicBezTo>
                  <a:cubicBezTo>
                    <a:pt x="40" y="37"/>
                    <a:pt x="44" y="37"/>
                    <a:pt x="49" y="37"/>
                  </a:cubicBezTo>
                  <a:cubicBezTo>
                    <a:pt x="60" y="38"/>
                    <a:pt x="71" y="39"/>
                    <a:pt x="84" y="39"/>
                  </a:cubicBezTo>
                  <a:cubicBezTo>
                    <a:pt x="96" y="40"/>
                    <a:pt x="110" y="40"/>
                    <a:pt x="123" y="40"/>
                  </a:cubicBezTo>
                  <a:cubicBezTo>
                    <a:pt x="137" y="40"/>
                    <a:pt x="150" y="40"/>
                    <a:pt x="163" y="39"/>
                  </a:cubicBezTo>
                  <a:cubicBezTo>
                    <a:pt x="175" y="39"/>
                    <a:pt x="187" y="38"/>
                    <a:pt x="198" y="37"/>
                  </a:cubicBezTo>
                  <a:cubicBezTo>
                    <a:pt x="205" y="37"/>
                    <a:pt x="213" y="36"/>
                    <a:pt x="219" y="35"/>
                  </a:cubicBezTo>
                  <a:cubicBezTo>
                    <a:pt x="221" y="35"/>
                    <a:pt x="222" y="35"/>
                    <a:pt x="224" y="35"/>
                  </a:cubicBezTo>
                  <a:cubicBezTo>
                    <a:pt x="225" y="34"/>
                    <a:pt x="227" y="34"/>
                    <a:pt x="228" y="34"/>
                  </a:cubicBezTo>
                  <a:cubicBezTo>
                    <a:pt x="231" y="33"/>
                    <a:pt x="234" y="33"/>
                    <a:pt x="236" y="32"/>
                  </a:cubicBezTo>
                  <a:cubicBezTo>
                    <a:pt x="242" y="31"/>
                    <a:pt x="246" y="29"/>
                    <a:pt x="246" y="28"/>
                  </a:cubicBezTo>
                  <a:cubicBezTo>
                    <a:pt x="246" y="0"/>
                    <a:pt x="246" y="0"/>
                    <a:pt x="246" y="0"/>
                  </a:cubicBezTo>
                  <a:cubicBezTo>
                    <a:pt x="245" y="1"/>
                    <a:pt x="242" y="2"/>
                    <a:pt x="239" y="2"/>
                  </a:cubicBezTo>
                  <a:cubicBezTo>
                    <a:pt x="233" y="4"/>
                    <a:pt x="223" y="6"/>
                    <a:pt x="212" y="7"/>
                  </a:cubicBezTo>
                  <a:cubicBezTo>
                    <a:pt x="189" y="9"/>
                    <a:pt x="158" y="11"/>
                    <a:pt x="123" y="11"/>
                  </a:cubicBezTo>
                  <a:cubicBezTo>
                    <a:pt x="63" y="11"/>
                    <a:pt x="14" y="6"/>
                    <a:pt x="0" y="0"/>
                  </a:cubicBezTo>
                  <a:cubicBezTo>
                    <a:pt x="0" y="28"/>
                    <a:pt x="0" y="28"/>
                    <a:pt x="0" y="28"/>
                  </a:cubicBezTo>
                  <a:cubicBezTo>
                    <a:pt x="0" y="28"/>
                    <a:pt x="1" y="28"/>
                    <a:pt x="1" y="28"/>
                  </a:cubicBezTo>
                  <a:cubicBezTo>
                    <a:pt x="1" y="29"/>
                    <a:pt x="1" y="29"/>
                    <a:pt x="2" y="29"/>
                  </a:cubicBezTo>
                  <a:cubicBezTo>
                    <a:pt x="2" y="30"/>
                    <a:pt x="3" y="30"/>
                    <a:pt x="3" y="30"/>
                  </a:cubicBezTo>
                  <a:cubicBezTo>
                    <a:pt x="4" y="30"/>
                    <a:pt x="5" y="31"/>
                    <a:pt x="7" y="31"/>
                  </a:cubicBezTo>
                  <a:cubicBezTo>
                    <a:pt x="7" y="31"/>
                    <a:pt x="8" y="32"/>
                    <a:pt x="9" y="3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4" name="Freeform 164"/>
            <p:cNvSpPr>
              <a:spLocks/>
            </p:cNvSpPr>
            <p:nvPr/>
          </p:nvSpPr>
          <p:spPr bwMode="auto">
            <a:xfrm>
              <a:off x="8742363" y="1230313"/>
              <a:ext cx="371475" cy="36513"/>
            </a:xfrm>
            <a:custGeom>
              <a:avLst/>
              <a:gdLst>
                <a:gd name="T0" fmla="*/ 1 w 245"/>
                <a:gd name="T1" fmla="*/ 13 h 24"/>
                <a:gd name="T2" fmla="*/ 3 w 245"/>
                <a:gd name="T3" fmla="*/ 14 h 24"/>
                <a:gd name="T4" fmla="*/ 8 w 245"/>
                <a:gd name="T5" fmla="*/ 15 h 24"/>
                <a:gd name="T6" fmla="*/ 34 w 245"/>
                <a:gd name="T7" fmla="*/ 20 h 24"/>
                <a:gd name="T8" fmla="*/ 122 w 245"/>
                <a:gd name="T9" fmla="*/ 24 h 24"/>
                <a:gd name="T10" fmla="*/ 235 w 245"/>
                <a:gd name="T11" fmla="*/ 16 h 24"/>
                <a:gd name="T12" fmla="*/ 242 w 245"/>
                <a:gd name="T13" fmla="*/ 14 h 24"/>
                <a:gd name="T14" fmla="*/ 245 w 245"/>
                <a:gd name="T15" fmla="*/ 12 h 24"/>
                <a:gd name="T16" fmla="*/ 245 w 245"/>
                <a:gd name="T17" fmla="*/ 12 h 24"/>
                <a:gd name="T18" fmla="*/ 245 w 245"/>
                <a:gd name="T19" fmla="*/ 12 h 24"/>
                <a:gd name="T20" fmla="*/ 244 w 245"/>
                <a:gd name="T21" fmla="*/ 11 h 24"/>
                <a:gd name="T22" fmla="*/ 242 w 245"/>
                <a:gd name="T23" fmla="*/ 10 h 24"/>
                <a:gd name="T24" fmla="*/ 237 w 245"/>
                <a:gd name="T25" fmla="*/ 9 h 24"/>
                <a:gd name="T26" fmla="*/ 211 w 245"/>
                <a:gd name="T27" fmla="*/ 4 h 24"/>
                <a:gd name="T28" fmla="*/ 122 w 245"/>
                <a:gd name="T29" fmla="*/ 0 h 24"/>
                <a:gd name="T30" fmla="*/ 10 w 245"/>
                <a:gd name="T31" fmla="*/ 8 h 24"/>
                <a:gd name="T32" fmla="*/ 3 w 245"/>
                <a:gd name="T33" fmla="*/ 10 h 24"/>
                <a:gd name="T34" fmla="*/ 0 w 245"/>
                <a:gd name="T35" fmla="*/ 12 h 24"/>
                <a:gd name="T36" fmla="*/ 0 w 245"/>
                <a:gd name="T37" fmla="*/ 12 h 24"/>
                <a:gd name="T38" fmla="*/ 0 w 245"/>
                <a:gd name="T39" fmla="*/ 12 h 24"/>
                <a:gd name="T40" fmla="*/ 1 w 245"/>
                <a:gd name="T41" fmla="*/ 1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5" h="24">
                  <a:moveTo>
                    <a:pt x="1" y="13"/>
                  </a:moveTo>
                  <a:cubicBezTo>
                    <a:pt x="2" y="13"/>
                    <a:pt x="2" y="14"/>
                    <a:pt x="3" y="14"/>
                  </a:cubicBezTo>
                  <a:cubicBezTo>
                    <a:pt x="4" y="14"/>
                    <a:pt x="6" y="15"/>
                    <a:pt x="8" y="15"/>
                  </a:cubicBezTo>
                  <a:cubicBezTo>
                    <a:pt x="14" y="17"/>
                    <a:pt x="23" y="19"/>
                    <a:pt x="34" y="20"/>
                  </a:cubicBezTo>
                  <a:cubicBezTo>
                    <a:pt x="57" y="22"/>
                    <a:pt x="88" y="24"/>
                    <a:pt x="122" y="24"/>
                  </a:cubicBezTo>
                  <a:cubicBezTo>
                    <a:pt x="172" y="24"/>
                    <a:pt x="216" y="21"/>
                    <a:pt x="235" y="16"/>
                  </a:cubicBezTo>
                  <a:cubicBezTo>
                    <a:pt x="238" y="15"/>
                    <a:pt x="240" y="15"/>
                    <a:pt x="242" y="14"/>
                  </a:cubicBezTo>
                  <a:cubicBezTo>
                    <a:pt x="244" y="13"/>
                    <a:pt x="245" y="12"/>
                    <a:pt x="245" y="12"/>
                  </a:cubicBezTo>
                  <a:cubicBezTo>
                    <a:pt x="245" y="12"/>
                    <a:pt x="245" y="12"/>
                    <a:pt x="245" y="12"/>
                  </a:cubicBezTo>
                  <a:cubicBezTo>
                    <a:pt x="245" y="12"/>
                    <a:pt x="245" y="12"/>
                    <a:pt x="245" y="12"/>
                  </a:cubicBezTo>
                  <a:cubicBezTo>
                    <a:pt x="245" y="12"/>
                    <a:pt x="245" y="11"/>
                    <a:pt x="244" y="11"/>
                  </a:cubicBezTo>
                  <a:cubicBezTo>
                    <a:pt x="243" y="11"/>
                    <a:pt x="243" y="10"/>
                    <a:pt x="242" y="10"/>
                  </a:cubicBezTo>
                  <a:cubicBezTo>
                    <a:pt x="240" y="10"/>
                    <a:pt x="239" y="9"/>
                    <a:pt x="237" y="9"/>
                  </a:cubicBezTo>
                  <a:cubicBezTo>
                    <a:pt x="231" y="7"/>
                    <a:pt x="222" y="5"/>
                    <a:pt x="211" y="4"/>
                  </a:cubicBezTo>
                  <a:cubicBezTo>
                    <a:pt x="188" y="2"/>
                    <a:pt x="157" y="0"/>
                    <a:pt x="122" y="0"/>
                  </a:cubicBezTo>
                  <a:cubicBezTo>
                    <a:pt x="72" y="0"/>
                    <a:pt x="29" y="3"/>
                    <a:pt x="10" y="8"/>
                  </a:cubicBezTo>
                  <a:cubicBezTo>
                    <a:pt x="7" y="9"/>
                    <a:pt x="5" y="9"/>
                    <a:pt x="3" y="10"/>
                  </a:cubicBezTo>
                  <a:cubicBezTo>
                    <a:pt x="1" y="11"/>
                    <a:pt x="0" y="12"/>
                    <a:pt x="0" y="12"/>
                  </a:cubicBezTo>
                  <a:cubicBezTo>
                    <a:pt x="0" y="12"/>
                    <a:pt x="0" y="12"/>
                    <a:pt x="0" y="12"/>
                  </a:cubicBezTo>
                  <a:cubicBezTo>
                    <a:pt x="0" y="12"/>
                    <a:pt x="0" y="12"/>
                    <a:pt x="0" y="12"/>
                  </a:cubicBezTo>
                  <a:cubicBezTo>
                    <a:pt x="0" y="12"/>
                    <a:pt x="0" y="13"/>
                    <a:pt x="1" y="1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5" name="Freeform 165"/>
            <p:cNvSpPr>
              <a:spLocks/>
            </p:cNvSpPr>
            <p:nvPr/>
          </p:nvSpPr>
          <p:spPr bwMode="auto">
            <a:xfrm>
              <a:off x="9080501" y="2033588"/>
              <a:ext cx="296863" cy="60325"/>
            </a:xfrm>
            <a:custGeom>
              <a:avLst/>
              <a:gdLst>
                <a:gd name="T0" fmla="*/ 189 w 196"/>
                <a:gd name="T1" fmla="*/ 3 h 40"/>
                <a:gd name="T2" fmla="*/ 162 w 196"/>
                <a:gd name="T3" fmla="*/ 7 h 40"/>
                <a:gd name="T4" fmla="*/ 73 w 196"/>
                <a:gd name="T5" fmla="*/ 11 h 40"/>
                <a:gd name="T6" fmla="*/ 23 w 196"/>
                <a:gd name="T7" fmla="*/ 10 h 40"/>
                <a:gd name="T8" fmla="*/ 21 w 196"/>
                <a:gd name="T9" fmla="*/ 10 h 40"/>
                <a:gd name="T10" fmla="*/ 19 w 196"/>
                <a:gd name="T11" fmla="*/ 10 h 40"/>
                <a:gd name="T12" fmla="*/ 9 w 196"/>
                <a:gd name="T13" fmla="*/ 9 h 40"/>
                <a:gd name="T14" fmla="*/ 9 w 196"/>
                <a:gd name="T15" fmla="*/ 19 h 40"/>
                <a:gd name="T16" fmla="*/ 5 w 196"/>
                <a:gd name="T17" fmla="*/ 24 h 40"/>
                <a:gd name="T18" fmla="*/ 0 w 196"/>
                <a:gd name="T19" fmla="*/ 26 h 40"/>
                <a:gd name="T20" fmla="*/ 0 w 196"/>
                <a:gd name="T21" fmla="*/ 37 h 40"/>
                <a:gd name="T22" fmla="*/ 0 w 196"/>
                <a:gd name="T23" fmla="*/ 38 h 40"/>
                <a:gd name="T24" fmla="*/ 4 w 196"/>
                <a:gd name="T25" fmla="*/ 38 h 40"/>
                <a:gd name="T26" fmla="*/ 11 w 196"/>
                <a:gd name="T27" fmla="*/ 39 h 40"/>
                <a:gd name="T28" fmla="*/ 43 w 196"/>
                <a:gd name="T29" fmla="*/ 40 h 40"/>
                <a:gd name="T30" fmla="*/ 43 w 196"/>
                <a:gd name="T31" fmla="*/ 27 h 40"/>
                <a:gd name="T32" fmla="*/ 43 w 196"/>
                <a:gd name="T33" fmla="*/ 27 h 40"/>
                <a:gd name="T34" fmla="*/ 43 w 196"/>
                <a:gd name="T35" fmla="*/ 27 h 40"/>
                <a:gd name="T36" fmla="*/ 43 w 196"/>
                <a:gd name="T37" fmla="*/ 25 h 40"/>
                <a:gd name="T38" fmla="*/ 44 w 196"/>
                <a:gd name="T39" fmla="*/ 25 h 40"/>
                <a:gd name="T40" fmla="*/ 47 w 196"/>
                <a:gd name="T41" fmla="*/ 22 h 40"/>
                <a:gd name="T42" fmla="*/ 55 w 196"/>
                <a:gd name="T43" fmla="*/ 19 h 40"/>
                <a:gd name="T44" fmla="*/ 82 w 196"/>
                <a:gd name="T45" fmla="*/ 15 h 40"/>
                <a:gd name="T46" fmla="*/ 170 w 196"/>
                <a:gd name="T47" fmla="*/ 11 h 40"/>
                <a:gd name="T48" fmla="*/ 196 w 196"/>
                <a:gd name="T49" fmla="*/ 11 h 40"/>
                <a:gd name="T50" fmla="*/ 196 w 196"/>
                <a:gd name="T51" fmla="*/ 0 h 40"/>
                <a:gd name="T52" fmla="*/ 189 w 196"/>
                <a:gd name="T53"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6" h="40">
                  <a:moveTo>
                    <a:pt x="189" y="3"/>
                  </a:moveTo>
                  <a:cubicBezTo>
                    <a:pt x="183" y="4"/>
                    <a:pt x="173" y="6"/>
                    <a:pt x="162" y="7"/>
                  </a:cubicBezTo>
                  <a:cubicBezTo>
                    <a:pt x="139" y="10"/>
                    <a:pt x="108" y="11"/>
                    <a:pt x="73" y="11"/>
                  </a:cubicBezTo>
                  <a:cubicBezTo>
                    <a:pt x="55" y="11"/>
                    <a:pt x="38" y="11"/>
                    <a:pt x="23" y="10"/>
                  </a:cubicBezTo>
                  <a:cubicBezTo>
                    <a:pt x="22" y="10"/>
                    <a:pt x="21" y="10"/>
                    <a:pt x="21" y="10"/>
                  </a:cubicBezTo>
                  <a:cubicBezTo>
                    <a:pt x="20" y="10"/>
                    <a:pt x="19" y="10"/>
                    <a:pt x="19" y="10"/>
                  </a:cubicBezTo>
                  <a:cubicBezTo>
                    <a:pt x="15" y="10"/>
                    <a:pt x="12" y="10"/>
                    <a:pt x="9" y="9"/>
                  </a:cubicBezTo>
                  <a:cubicBezTo>
                    <a:pt x="9" y="19"/>
                    <a:pt x="9" y="19"/>
                    <a:pt x="9" y="19"/>
                  </a:cubicBezTo>
                  <a:cubicBezTo>
                    <a:pt x="9" y="22"/>
                    <a:pt x="7" y="23"/>
                    <a:pt x="5" y="24"/>
                  </a:cubicBezTo>
                  <a:cubicBezTo>
                    <a:pt x="4" y="25"/>
                    <a:pt x="2" y="25"/>
                    <a:pt x="0" y="26"/>
                  </a:cubicBezTo>
                  <a:cubicBezTo>
                    <a:pt x="0" y="37"/>
                    <a:pt x="0" y="37"/>
                    <a:pt x="0" y="37"/>
                  </a:cubicBezTo>
                  <a:cubicBezTo>
                    <a:pt x="0" y="38"/>
                    <a:pt x="0" y="38"/>
                    <a:pt x="0" y="38"/>
                  </a:cubicBezTo>
                  <a:cubicBezTo>
                    <a:pt x="1" y="38"/>
                    <a:pt x="3" y="38"/>
                    <a:pt x="4" y="38"/>
                  </a:cubicBezTo>
                  <a:cubicBezTo>
                    <a:pt x="6" y="38"/>
                    <a:pt x="9" y="39"/>
                    <a:pt x="11" y="39"/>
                  </a:cubicBezTo>
                  <a:cubicBezTo>
                    <a:pt x="21" y="39"/>
                    <a:pt x="32" y="40"/>
                    <a:pt x="43" y="40"/>
                  </a:cubicBezTo>
                  <a:cubicBezTo>
                    <a:pt x="43" y="27"/>
                    <a:pt x="43" y="27"/>
                    <a:pt x="43" y="27"/>
                  </a:cubicBezTo>
                  <a:cubicBezTo>
                    <a:pt x="43" y="27"/>
                    <a:pt x="43" y="27"/>
                    <a:pt x="43" y="27"/>
                  </a:cubicBezTo>
                  <a:cubicBezTo>
                    <a:pt x="43" y="27"/>
                    <a:pt x="43" y="27"/>
                    <a:pt x="43" y="27"/>
                  </a:cubicBezTo>
                  <a:cubicBezTo>
                    <a:pt x="43" y="25"/>
                    <a:pt x="43" y="25"/>
                    <a:pt x="43" y="25"/>
                  </a:cubicBezTo>
                  <a:cubicBezTo>
                    <a:pt x="44" y="25"/>
                    <a:pt x="44" y="25"/>
                    <a:pt x="44" y="25"/>
                  </a:cubicBezTo>
                  <a:cubicBezTo>
                    <a:pt x="45" y="23"/>
                    <a:pt x="46" y="23"/>
                    <a:pt x="47" y="22"/>
                  </a:cubicBezTo>
                  <a:cubicBezTo>
                    <a:pt x="49" y="21"/>
                    <a:pt x="51" y="20"/>
                    <a:pt x="55" y="19"/>
                  </a:cubicBezTo>
                  <a:cubicBezTo>
                    <a:pt x="61" y="18"/>
                    <a:pt x="70" y="16"/>
                    <a:pt x="82" y="15"/>
                  </a:cubicBezTo>
                  <a:cubicBezTo>
                    <a:pt x="104" y="12"/>
                    <a:pt x="136" y="11"/>
                    <a:pt x="170" y="11"/>
                  </a:cubicBezTo>
                  <a:cubicBezTo>
                    <a:pt x="179" y="11"/>
                    <a:pt x="188" y="11"/>
                    <a:pt x="196" y="11"/>
                  </a:cubicBezTo>
                  <a:cubicBezTo>
                    <a:pt x="196" y="0"/>
                    <a:pt x="196" y="0"/>
                    <a:pt x="196" y="0"/>
                  </a:cubicBezTo>
                  <a:cubicBezTo>
                    <a:pt x="195" y="1"/>
                    <a:pt x="192" y="2"/>
                    <a:pt x="189" y="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6" name="Freeform 166"/>
            <p:cNvSpPr>
              <a:spLocks/>
            </p:cNvSpPr>
            <p:nvPr/>
          </p:nvSpPr>
          <p:spPr bwMode="auto">
            <a:xfrm>
              <a:off x="9094788" y="2019300"/>
              <a:ext cx="282575" cy="23813"/>
            </a:xfrm>
            <a:custGeom>
              <a:avLst/>
              <a:gdLst>
                <a:gd name="T0" fmla="*/ 177 w 187"/>
                <a:gd name="T1" fmla="*/ 0 h 16"/>
                <a:gd name="T2" fmla="*/ 172 w 187"/>
                <a:gd name="T3" fmla="*/ 2 h 16"/>
                <a:gd name="T4" fmla="*/ 170 w 187"/>
                <a:gd name="T5" fmla="*/ 3 h 16"/>
                <a:gd name="T6" fmla="*/ 164 w 187"/>
                <a:gd name="T7" fmla="*/ 4 h 16"/>
                <a:gd name="T8" fmla="*/ 152 w 187"/>
                <a:gd name="T9" fmla="*/ 6 h 16"/>
                <a:gd name="T10" fmla="*/ 143 w 187"/>
                <a:gd name="T11" fmla="*/ 7 h 16"/>
                <a:gd name="T12" fmla="*/ 55 w 187"/>
                <a:gd name="T13" fmla="*/ 12 h 16"/>
                <a:gd name="T14" fmla="*/ 14 w 187"/>
                <a:gd name="T15" fmla="*/ 11 h 16"/>
                <a:gd name="T16" fmla="*/ 12 w 187"/>
                <a:gd name="T17" fmla="*/ 11 h 16"/>
                <a:gd name="T18" fmla="*/ 11 w 187"/>
                <a:gd name="T19" fmla="*/ 11 h 16"/>
                <a:gd name="T20" fmla="*/ 10 w 187"/>
                <a:gd name="T21" fmla="*/ 11 h 16"/>
                <a:gd name="T22" fmla="*/ 8 w 187"/>
                <a:gd name="T23" fmla="*/ 11 h 16"/>
                <a:gd name="T24" fmla="*/ 2 w 187"/>
                <a:gd name="T25" fmla="*/ 10 h 16"/>
                <a:gd name="T26" fmla="*/ 0 w 187"/>
                <a:gd name="T27" fmla="*/ 10 h 16"/>
                <a:gd name="T28" fmla="*/ 0 w 187"/>
                <a:gd name="T29" fmla="*/ 11 h 16"/>
                <a:gd name="T30" fmla="*/ 0 w 187"/>
                <a:gd name="T31" fmla="*/ 13 h 16"/>
                <a:gd name="T32" fmla="*/ 0 w 187"/>
                <a:gd name="T33" fmla="*/ 14 h 16"/>
                <a:gd name="T34" fmla="*/ 2 w 187"/>
                <a:gd name="T35" fmla="*/ 14 h 16"/>
                <a:gd name="T36" fmla="*/ 10 w 187"/>
                <a:gd name="T37" fmla="*/ 15 h 16"/>
                <a:gd name="T38" fmla="*/ 12 w 187"/>
                <a:gd name="T39" fmla="*/ 15 h 16"/>
                <a:gd name="T40" fmla="*/ 14 w 187"/>
                <a:gd name="T41" fmla="*/ 15 h 16"/>
                <a:gd name="T42" fmla="*/ 64 w 187"/>
                <a:gd name="T43" fmla="*/ 16 h 16"/>
                <a:gd name="T44" fmla="*/ 177 w 187"/>
                <a:gd name="T45" fmla="*/ 8 h 16"/>
                <a:gd name="T46" fmla="*/ 184 w 187"/>
                <a:gd name="T47" fmla="*/ 6 h 16"/>
                <a:gd name="T48" fmla="*/ 187 w 187"/>
                <a:gd name="T49" fmla="*/ 4 h 16"/>
                <a:gd name="T50" fmla="*/ 187 w 187"/>
                <a:gd name="T51" fmla="*/ 4 h 16"/>
                <a:gd name="T52" fmla="*/ 187 w 187"/>
                <a:gd name="T53" fmla="*/ 4 h 16"/>
                <a:gd name="T54" fmla="*/ 186 w 187"/>
                <a:gd name="T55" fmla="*/ 3 h 16"/>
                <a:gd name="T56" fmla="*/ 184 w 187"/>
                <a:gd name="T57" fmla="*/ 2 h 16"/>
                <a:gd name="T58" fmla="*/ 179 w 187"/>
                <a:gd name="T59" fmla="*/ 1 h 16"/>
                <a:gd name="T60" fmla="*/ 177 w 187"/>
                <a:gd name="T6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87" h="16">
                  <a:moveTo>
                    <a:pt x="177" y="0"/>
                  </a:moveTo>
                  <a:cubicBezTo>
                    <a:pt x="176" y="1"/>
                    <a:pt x="174" y="2"/>
                    <a:pt x="172" y="2"/>
                  </a:cubicBezTo>
                  <a:cubicBezTo>
                    <a:pt x="172" y="3"/>
                    <a:pt x="171" y="3"/>
                    <a:pt x="170" y="3"/>
                  </a:cubicBezTo>
                  <a:cubicBezTo>
                    <a:pt x="168" y="3"/>
                    <a:pt x="166" y="4"/>
                    <a:pt x="164" y="4"/>
                  </a:cubicBezTo>
                  <a:cubicBezTo>
                    <a:pt x="160" y="5"/>
                    <a:pt x="156" y="6"/>
                    <a:pt x="152" y="6"/>
                  </a:cubicBezTo>
                  <a:cubicBezTo>
                    <a:pt x="149" y="7"/>
                    <a:pt x="146" y="7"/>
                    <a:pt x="143" y="7"/>
                  </a:cubicBezTo>
                  <a:cubicBezTo>
                    <a:pt x="120" y="10"/>
                    <a:pt x="89" y="12"/>
                    <a:pt x="55" y="12"/>
                  </a:cubicBezTo>
                  <a:cubicBezTo>
                    <a:pt x="40" y="12"/>
                    <a:pt x="26" y="11"/>
                    <a:pt x="14" y="11"/>
                  </a:cubicBezTo>
                  <a:cubicBezTo>
                    <a:pt x="13" y="11"/>
                    <a:pt x="12" y="11"/>
                    <a:pt x="12" y="11"/>
                  </a:cubicBezTo>
                  <a:cubicBezTo>
                    <a:pt x="12" y="11"/>
                    <a:pt x="12" y="11"/>
                    <a:pt x="11" y="11"/>
                  </a:cubicBezTo>
                  <a:cubicBezTo>
                    <a:pt x="11" y="11"/>
                    <a:pt x="10" y="11"/>
                    <a:pt x="10" y="11"/>
                  </a:cubicBezTo>
                  <a:cubicBezTo>
                    <a:pt x="9" y="11"/>
                    <a:pt x="8" y="11"/>
                    <a:pt x="8" y="11"/>
                  </a:cubicBezTo>
                  <a:cubicBezTo>
                    <a:pt x="6" y="10"/>
                    <a:pt x="4" y="10"/>
                    <a:pt x="2" y="10"/>
                  </a:cubicBezTo>
                  <a:cubicBezTo>
                    <a:pt x="2" y="10"/>
                    <a:pt x="1" y="10"/>
                    <a:pt x="0" y="10"/>
                  </a:cubicBezTo>
                  <a:cubicBezTo>
                    <a:pt x="0" y="11"/>
                    <a:pt x="0" y="11"/>
                    <a:pt x="0" y="11"/>
                  </a:cubicBezTo>
                  <a:cubicBezTo>
                    <a:pt x="0" y="13"/>
                    <a:pt x="0" y="13"/>
                    <a:pt x="0" y="13"/>
                  </a:cubicBezTo>
                  <a:cubicBezTo>
                    <a:pt x="0" y="14"/>
                    <a:pt x="0" y="14"/>
                    <a:pt x="0" y="14"/>
                  </a:cubicBezTo>
                  <a:cubicBezTo>
                    <a:pt x="1" y="14"/>
                    <a:pt x="1" y="14"/>
                    <a:pt x="2" y="14"/>
                  </a:cubicBezTo>
                  <a:cubicBezTo>
                    <a:pt x="5" y="15"/>
                    <a:pt x="7" y="15"/>
                    <a:pt x="10" y="15"/>
                  </a:cubicBezTo>
                  <a:cubicBezTo>
                    <a:pt x="10" y="15"/>
                    <a:pt x="11" y="15"/>
                    <a:pt x="12" y="15"/>
                  </a:cubicBezTo>
                  <a:cubicBezTo>
                    <a:pt x="12" y="15"/>
                    <a:pt x="13" y="15"/>
                    <a:pt x="14" y="15"/>
                  </a:cubicBezTo>
                  <a:cubicBezTo>
                    <a:pt x="29" y="16"/>
                    <a:pt x="46" y="16"/>
                    <a:pt x="64" y="16"/>
                  </a:cubicBezTo>
                  <a:cubicBezTo>
                    <a:pt x="115" y="16"/>
                    <a:pt x="158" y="13"/>
                    <a:pt x="177" y="8"/>
                  </a:cubicBezTo>
                  <a:cubicBezTo>
                    <a:pt x="180" y="8"/>
                    <a:pt x="182" y="7"/>
                    <a:pt x="184" y="6"/>
                  </a:cubicBezTo>
                  <a:cubicBezTo>
                    <a:pt x="186" y="6"/>
                    <a:pt x="187" y="5"/>
                    <a:pt x="187" y="4"/>
                  </a:cubicBezTo>
                  <a:cubicBezTo>
                    <a:pt x="187" y="4"/>
                    <a:pt x="187" y="4"/>
                    <a:pt x="187" y="4"/>
                  </a:cubicBezTo>
                  <a:cubicBezTo>
                    <a:pt x="187" y="4"/>
                    <a:pt x="187" y="4"/>
                    <a:pt x="187" y="4"/>
                  </a:cubicBezTo>
                  <a:cubicBezTo>
                    <a:pt x="187" y="4"/>
                    <a:pt x="187" y="4"/>
                    <a:pt x="186" y="3"/>
                  </a:cubicBezTo>
                  <a:cubicBezTo>
                    <a:pt x="185" y="3"/>
                    <a:pt x="185" y="3"/>
                    <a:pt x="184" y="2"/>
                  </a:cubicBezTo>
                  <a:cubicBezTo>
                    <a:pt x="182" y="2"/>
                    <a:pt x="181" y="1"/>
                    <a:pt x="179" y="1"/>
                  </a:cubicBezTo>
                  <a:cubicBezTo>
                    <a:pt x="179" y="1"/>
                    <a:pt x="178" y="1"/>
                    <a:pt x="177"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7" name="Freeform 167"/>
            <p:cNvSpPr>
              <a:spLocks/>
            </p:cNvSpPr>
            <p:nvPr/>
          </p:nvSpPr>
          <p:spPr bwMode="auto">
            <a:xfrm>
              <a:off x="9094788" y="1970088"/>
              <a:ext cx="269875" cy="61913"/>
            </a:xfrm>
            <a:custGeom>
              <a:avLst/>
              <a:gdLst>
                <a:gd name="T0" fmla="*/ 178 w 178"/>
                <a:gd name="T1" fmla="*/ 29 h 41"/>
                <a:gd name="T2" fmla="*/ 178 w 178"/>
                <a:gd name="T3" fmla="*/ 0 h 41"/>
                <a:gd name="T4" fmla="*/ 170 w 178"/>
                <a:gd name="T5" fmla="*/ 3 h 41"/>
                <a:gd name="T6" fmla="*/ 143 w 178"/>
                <a:gd name="T7" fmla="*/ 7 h 41"/>
                <a:gd name="T8" fmla="*/ 55 w 178"/>
                <a:gd name="T9" fmla="*/ 11 h 41"/>
                <a:gd name="T10" fmla="*/ 3 w 178"/>
                <a:gd name="T11" fmla="*/ 10 h 41"/>
                <a:gd name="T12" fmla="*/ 3 w 178"/>
                <a:gd name="T13" fmla="*/ 23 h 41"/>
                <a:gd name="T14" fmla="*/ 3 w 178"/>
                <a:gd name="T15" fmla="*/ 23 h 41"/>
                <a:gd name="T16" fmla="*/ 3 w 178"/>
                <a:gd name="T17" fmla="*/ 23 h 41"/>
                <a:gd name="T18" fmla="*/ 2 w 178"/>
                <a:gd name="T19" fmla="*/ 25 h 41"/>
                <a:gd name="T20" fmla="*/ 0 w 178"/>
                <a:gd name="T21" fmla="*/ 27 h 41"/>
                <a:gd name="T22" fmla="*/ 0 w 178"/>
                <a:gd name="T23" fmla="*/ 28 h 41"/>
                <a:gd name="T24" fmla="*/ 0 w 178"/>
                <a:gd name="T25" fmla="*/ 32 h 41"/>
                <a:gd name="T26" fmla="*/ 0 w 178"/>
                <a:gd name="T27" fmla="*/ 34 h 41"/>
                <a:gd name="T28" fmla="*/ 0 w 178"/>
                <a:gd name="T29" fmla="*/ 35 h 41"/>
                <a:gd name="T30" fmla="*/ 0 w 178"/>
                <a:gd name="T31" fmla="*/ 36 h 41"/>
                <a:gd name="T32" fmla="*/ 0 w 178"/>
                <a:gd name="T33" fmla="*/ 37 h 41"/>
                <a:gd name="T34" fmla="*/ 0 w 178"/>
                <a:gd name="T35" fmla="*/ 38 h 41"/>
                <a:gd name="T36" fmla="*/ 0 w 178"/>
                <a:gd name="T37" fmla="*/ 39 h 41"/>
                <a:gd name="T38" fmla="*/ 5 w 178"/>
                <a:gd name="T39" fmla="*/ 39 h 41"/>
                <a:gd name="T40" fmla="*/ 9 w 178"/>
                <a:gd name="T41" fmla="*/ 40 h 41"/>
                <a:gd name="T42" fmla="*/ 12 w 178"/>
                <a:gd name="T43" fmla="*/ 40 h 41"/>
                <a:gd name="T44" fmla="*/ 14 w 178"/>
                <a:gd name="T45" fmla="*/ 40 h 41"/>
                <a:gd name="T46" fmla="*/ 14 w 178"/>
                <a:gd name="T47" fmla="*/ 40 h 41"/>
                <a:gd name="T48" fmla="*/ 55 w 178"/>
                <a:gd name="T49" fmla="*/ 41 h 41"/>
                <a:gd name="T50" fmla="*/ 104 w 178"/>
                <a:gd name="T51" fmla="*/ 39 h 41"/>
                <a:gd name="T52" fmla="*/ 133 w 178"/>
                <a:gd name="T53" fmla="*/ 37 h 41"/>
                <a:gd name="T54" fmla="*/ 151 w 178"/>
                <a:gd name="T55" fmla="*/ 35 h 41"/>
                <a:gd name="T56" fmla="*/ 167 w 178"/>
                <a:gd name="T57" fmla="*/ 33 h 41"/>
                <a:gd name="T58" fmla="*/ 170 w 178"/>
                <a:gd name="T59" fmla="*/ 32 h 41"/>
                <a:gd name="T60" fmla="*/ 174 w 178"/>
                <a:gd name="T61" fmla="*/ 31 h 41"/>
                <a:gd name="T62" fmla="*/ 177 w 178"/>
                <a:gd name="T63" fmla="*/ 29 h 41"/>
                <a:gd name="T64" fmla="*/ 178 w 178"/>
                <a:gd name="T65" fmla="*/ 2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8" h="41">
                  <a:moveTo>
                    <a:pt x="178" y="29"/>
                  </a:moveTo>
                  <a:cubicBezTo>
                    <a:pt x="178" y="0"/>
                    <a:pt x="178" y="0"/>
                    <a:pt x="178" y="0"/>
                  </a:cubicBezTo>
                  <a:cubicBezTo>
                    <a:pt x="176" y="1"/>
                    <a:pt x="173" y="2"/>
                    <a:pt x="170" y="3"/>
                  </a:cubicBezTo>
                  <a:cubicBezTo>
                    <a:pt x="164" y="4"/>
                    <a:pt x="155" y="6"/>
                    <a:pt x="143" y="7"/>
                  </a:cubicBezTo>
                  <a:cubicBezTo>
                    <a:pt x="120" y="10"/>
                    <a:pt x="89" y="11"/>
                    <a:pt x="55" y="11"/>
                  </a:cubicBezTo>
                  <a:cubicBezTo>
                    <a:pt x="36" y="11"/>
                    <a:pt x="19" y="11"/>
                    <a:pt x="3" y="10"/>
                  </a:cubicBezTo>
                  <a:cubicBezTo>
                    <a:pt x="3" y="23"/>
                    <a:pt x="3" y="23"/>
                    <a:pt x="3" y="23"/>
                  </a:cubicBezTo>
                  <a:cubicBezTo>
                    <a:pt x="3" y="23"/>
                    <a:pt x="3" y="23"/>
                    <a:pt x="3" y="23"/>
                  </a:cubicBezTo>
                  <a:cubicBezTo>
                    <a:pt x="3" y="23"/>
                    <a:pt x="3" y="23"/>
                    <a:pt x="3" y="23"/>
                  </a:cubicBezTo>
                  <a:cubicBezTo>
                    <a:pt x="2" y="24"/>
                    <a:pt x="2" y="25"/>
                    <a:pt x="2" y="25"/>
                  </a:cubicBezTo>
                  <a:cubicBezTo>
                    <a:pt x="1" y="26"/>
                    <a:pt x="1" y="26"/>
                    <a:pt x="0" y="27"/>
                  </a:cubicBezTo>
                  <a:cubicBezTo>
                    <a:pt x="0" y="28"/>
                    <a:pt x="0" y="28"/>
                    <a:pt x="0" y="28"/>
                  </a:cubicBezTo>
                  <a:cubicBezTo>
                    <a:pt x="0" y="32"/>
                    <a:pt x="0" y="32"/>
                    <a:pt x="0" y="32"/>
                  </a:cubicBezTo>
                  <a:cubicBezTo>
                    <a:pt x="0" y="34"/>
                    <a:pt x="0" y="34"/>
                    <a:pt x="0" y="34"/>
                  </a:cubicBezTo>
                  <a:cubicBezTo>
                    <a:pt x="0" y="35"/>
                    <a:pt x="0" y="35"/>
                    <a:pt x="0" y="35"/>
                  </a:cubicBezTo>
                  <a:cubicBezTo>
                    <a:pt x="0" y="36"/>
                    <a:pt x="0" y="36"/>
                    <a:pt x="0" y="36"/>
                  </a:cubicBezTo>
                  <a:cubicBezTo>
                    <a:pt x="0" y="37"/>
                    <a:pt x="0" y="37"/>
                    <a:pt x="0" y="37"/>
                  </a:cubicBezTo>
                  <a:cubicBezTo>
                    <a:pt x="0" y="38"/>
                    <a:pt x="0" y="38"/>
                    <a:pt x="0" y="38"/>
                  </a:cubicBezTo>
                  <a:cubicBezTo>
                    <a:pt x="0" y="39"/>
                    <a:pt x="0" y="39"/>
                    <a:pt x="0" y="39"/>
                  </a:cubicBezTo>
                  <a:cubicBezTo>
                    <a:pt x="2" y="39"/>
                    <a:pt x="4" y="39"/>
                    <a:pt x="5" y="39"/>
                  </a:cubicBezTo>
                  <a:cubicBezTo>
                    <a:pt x="7" y="39"/>
                    <a:pt x="8" y="40"/>
                    <a:pt x="9" y="40"/>
                  </a:cubicBezTo>
                  <a:cubicBezTo>
                    <a:pt x="10" y="40"/>
                    <a:pt x="11" y="40"/>
                    <a:pt x="12" y="40"/>
                  </a:cubicBezTo>
                  <a:cubicBezTo>
                    <a:pt x="12" y="40"/>
                    <a:pt x="13" y="40"/>
                    <a:pt x="14" y="40"/>
                  </a:cubicBezTo>
                  <a:cubicBezTo>
                    <a:pt x="14" y="40"/>
                    <a:pt x="14" y="40"/>
                    <a:pt x="14" y="40"/>
                  </a:cubicBezTo>
                  <a:cubicBezTo>
                    <a:pt x="26" y="40"/>
                    <a:pt x="40" y="41"/>
                    <a:pt x="55" y="41"/>
                  </a:cubicBezTo>
                  <a:cubicBezTo>
                    <a:pt x="72" y="41"/>
                    <a:pt x="89" y="40"/>
                    <a:pt x="104" y="39"/>
                  </a:cubicBezTo>
                  <a:cubicBezTo>
                    <a:pt x="115" y="39"/>
                    <a:pt x="124" y="38"/>
                    <a:pt x="133" y="37"/>
                  </a:cubicBezTo>
                  <a:cubicBezTo>
                    <a:pt x="140" y="37"/>
                    <a:pt x="146" y="36"/>
                    <a:pt x="151" y="35"/>
                  </a:cubicBezTo>
                  <a:cubicBezTo>
                    <a:pt x="158" y="35"/>
                    <a:pt x="163" y="34"/>
                    <a:pt x="167" y="33"/>
                  </a:cubicBezTo>
                  <a:cubicBezTo>
                    <a:pt x="168" y="32"/>
                    <a:pt x="169" y="32"/>
                    <a:pt x="170" y="32"/>
                  </a:cubicBezTo>
                  <a:cubicBezTo>
                    <a:pt x="171" y="32"/>
                    <a:pt x="173" y="31"/>
                    <a:pt x="174" y="31"/>
                  </a:cubicBezTo>
                  <a:cubicBezTo>
                    <a:pt x="175" y="30"/>
                    <a:pt x="176" y="30"/>
                    <a:pt x="177" y="29"/>
                  </a:cubicBezTo>
                  <a:cubicBezTo>
                    <a:pt x="177" y="29"/>
                    <a:pt x="177" y="29"/>
                    <a:pt x="178" y="2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8" name="Freeform 168"/>
            <p:cNvSpPr>
              <a:spLocks/>
            </p:cNvSpPr>
            <p:nvPr/>
          </p:nvSpPr>
          <p:spPr bwMode="auto">
            <a:xfrm>
              <a:off x="9099551" y="1962150"/>
              <a:ext cx="265113" cy="17463"/>
            </a:xfrm>
            <a:custGeom>
              <a:avLst/>
              <a:gdLst>
                <a:gd name="T0" fmla="*/ 161 w 175"/>
                <a:gd name="T1" fmla="*/ 2 h 12"/>
                <a:gd name="T2" fmla="*/ 156 w 175"/>
                <a:gd name="T3" fmla="*/ 3 h 12"/>
                <a:gd name="T4" fmla="*/ 67 w 175"/>
                <a:gd name="T5" fmla="*/ 7 h 12"/>
                <a:gd name="T6" fmla="*/ 0 w 175"/>
                <a:gd name="T7" fmla="*/ 5 h 12"/>
                <a:gd name="T8" fmla="*/ 0 w 175"/>
                <a:gd name="T9" fmla="*/ 11 h 12"/>
                <a:gd name="T10" fmla="*/ 52 w 175"/>
                <a:gd name="T11" fmla="*/ 12 h 12"/>
                <a:gd name="T12" fmla="*/ 164 w 175"/>
                <a:gd name="T13" fmla="*/ 4 h 12"/>
                <a:gd name="T14" fmla="*/ 171 w 175"/>
                <a:gd name="T15" fmla="*/ 2 h 12"/>
                <a:gd name="T16" fmla="*/ 175 w 175"/>
                <a:gd name="T17" fmla="*/ 0 h 12"/>
                <a:gd name="T18" fmla="*/ 174 w 175"/>
                <a:gd name="T19" fmla="*/ 0 h 12"/>
                <a:gd name="T20" fmla="*/ 174 w 175"/>
                <a:gd name="T21" fmla="*/ 0 h 12"/>
                <a:gd name="T22" fmla="*/ 174 w 175"/>
                <a:gd name="T23" fmla="*/ 0 h 12"/>
                <a:gd name="T24" fmla="*/ 161 w 175"/>
                <a:gd name="T25"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5" h="12">
                  <a:moveTo>
                    <a:pt x="161" y="2"/>
                  </a:moveTo>
                  <a:cubicBezTo>
                    <a:pt x="159" y="3"/>
                    <a:pt x="158" y="3"/>
                    <a:pt x="156" y="3"/>
                  </a:cubicBezTo>
                  <a:cubicBezTo>
                    <a:pt x="133" y="5"/>
                    <a:pt x="102" y="7"/>
                    <a:pt x="67" y="7"/>
                  </a:cubicBezTo>
                  <a:cubicBezTo>
                    <a:pt x="42" y="7"/>
                    <a:pt x="19" y="6"/>
                    <a:pt x="0" y="5"/>
                  </a:cubicBezTo>
                  <a:cubicBezTo>
                    <a:pt x="0" y="11"/>
                    <a:pt x="0" y="11"/>
                    <a:pt x="0" y="11"/>
                  </a:cubicBezTo>
                  <a:cubicBezTo>
                    <a:pt x="16" y="12"/>
                    <a:pt x="33" y="12"/>
                    <a:pt x="52" y="12"/>
                  </a:cubicBezTo>
                  <a:cubicBezTo>
                    <a:pt x="102" y="12"/>
                    <a:pt x="145" y="9"/>
                    <a:pt x="164" y="4"/>
                  </a:cubicBezTo>
                  <a:cubicBezTo>
                    <a:pt x="167" y="4"/>
                    <a:pt x="169" y="3"/>
                    <a:pt x="171" y="2"/>
                  </a:cubicBezTo>
                  <a:cubicBezTo>
                    <a:pt x="173" y="1"/>
                    <a:pt x="174" y="1"/>
                    <a:pt x="175" y="0"/>
                  </a:cubicBezTo>
                  <a:cubicBezTo>
                    <a:pt x="174" y="0"/>
                    <a:pt x="174" y="0"/>
                    <a:pt x="174" y="0"/>
                  </a:cubicBezTo>
                  <a:cubicBezTo>
                    <a:pt x="174" y="0"/>
                    <a:pt x="174" y="0"/>
                    <a:pt x="174" y="0"/>
                  </a:cubicBezTo>
                  <a:cubicBezTo>
                    <a:pt x="174" y="0"/>
                    <a:pt x="174" y="0"/>
                    <a:pt x="174" y="0"/>
                  </a:cubicBezTo>
                  <a:cubicBezTo>
                    <a:pt x="170" y="1"/>
                    <a:pt x="166" y="2"/>
                    <a:pt x="161" y="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9" name="Freeform 169"/>
            <p:cNvSpPr>
              <a:spLocks/>
            </p:cNvSpPr>
            <p:nvPr/>
          </p:nvSpPr>
          <p:spPr bwMode="auto">
            <a:xfrm>
              <a:off x="9013826" y="1905000"/>
              <a:ext cx="373063" cy="61913"/>
            </a:xfrm>
            <a:custGeom>
              <a:avLst/>
              <a:gdLst>
                <a:gd name="T0" fmla="*/ 212 w 246"/>
                <a:gd name="T1" fmla="*/ 7 h 40"/>
                <a:gd name="T2" fmla="*/ 141 w 246"/>
                <a:gd name="T3" fmla="*/ 11 h 40"/>
                <a:gd name="T4" fmla="*/ 97 w 246"/>
                <a:gd name="T5" fmla="*/ 11 h 40"/>
                <a:gd name="T6" fmla="*/ 60 w 246"/>
                <a:gd name="T7" fmla="*/ 11 h 40"/>
                <a:gd name="T8" fmla="*/ 58 w 246"/>
                <a:gd name="T9" fmla="*/ 11 h 40"/>
                <a:gd name="T10" fmla="*/ 56 w 246"/>
                <a:gd name="T11" fmla="*/ 11 h 40"/>
                <a:gd name="T12" fmla="*/ 49 w 246"/>
                <a:gd name="T13" fmla="*/ 10 h 40"/>
                <a:gd name="T14" fmla="*/ 49 w 246"/>
                <a:gd name="T15" fmla="*/ 10 h 40"/>
                <a:gd name="T16" fmla="*/ 47 w 246"/>
                <a:gd name="T17" fmla="*/ 10 h 40"/>
                <a:gd name="T18" fmla="*/ 44 w 246"/>
                <a:gd name="T19" fmla="*/ 10 h 40"/>
                <a:gd name="T20" fmla="*/ 25 w 246"/>
                <a:gd name="T21" fmla="*/ 9 h 40"/>
                <a:gd name="T22" fmla="*/ 0 w 246"/>
                <a:gd name="T23" fmla="*/ 6 h 40"/>
                <a:gd name="T24" fmla="*/ 0 w 246"/>
                <a:gd name="T25" fmla="*/ 9 h 40"/>
                <a:gd name="T26" fmla="*/ 0 w 246"/>
                <a:gd name="T27" fmla="*/ 11 h 40"/>
                <a:gd name="T28" fmla="*/ 0 w 246"/>
                <a:gd name="T29" fmla="*/ 13 h 40"/>
                <a:gd name="T30" fmla="*/ 0 w 246"/>
                <a:gd name="T31" fmla="*/ 15 h 40"/>
                <a:gd name="T32" fmla="*/ 23 w 246"/>
                <a:gd name="T33" fmla="*/ 17 h 40"/>
                <a:gd name="T34" fmla="*/ 29 w 246"/>
                <a:gd name="T35" fmla="*/ 18 h 40"/>
                <a:gd name="T36" fmla="*/ 29 w 246"/>
                <a:gd name="T37" fmla="*/ 18 h 40"/>
                <a:gd name="T38" fmla="*/ 35 w 246"/>
                <a:gd name="T39" fmla="*/ 19 h 40"/>
                <a:gd name="T40" fmla="*/ 35 w 246"/>
                <a:gd name="T41" fmla="*/ 19 h 40"/>
                <a:gd name="T42" fmla="*/ 40 w 246"/>
                <a:gd name="T43" fmla="*/ 20 h 40"/>
                <a:gd name="T44" fmla="*/ 45 w 246"/>
                <a:gd name="T45" fmla="*/ 21 h 40"/>
                <a:gd name="T46" fmla="*/ 47 w 246"/>
                <a:gd name="T47" fmla="*/ 22 h 40"/>
                <a:gd name="T48" fmla="*/ 49 w 246"/>
                <a:gd name="T49" fmla="*/ 22 h 40"/>
                <a:gd name="T50" fmla="*/ 50 w 246"/>
                <a:gd name="T51" fmla="*/ 23 h 40"/>
                <a:gd name="T52" fmla="*/ 52 w 246"/>
                <a:gd name="T53" fmla="*/ 24 h 40"/>
                <a:gd name="T54" fmla="*/ 53 w 246"/>
                <a:gd name="T55" fmla="*/ 25 h 40"/>
                <a:gd name="T56" fmla="*/ 55 w 246"/>
                <a:gd name="T57" fmla="*/ 27 h 40"/>
                <a:gd name="T58" fmla="*/ 56 w 246"/>
                <a:gd name="T59" fmla="*/ 27 h 40"/>
                <a:gd name="T60" fmla="*/ 56 w 246"/>
                <a:gd name="T61" fmla="*/ 27 h 40"/>
                <a:gd name="T62" fmla="*/ 56 w 246"/>
                <a:gd name="T63" fmla="*/ 29 h 40"/>
                <a:gd name="T64" fmla="*/ 56 w 246"/>
                <a:gd name="T65" fmla="*/ 35 h 40"/>
                <a:gd name="T66" fmla="*/ 56 w 246"/>
                <a:gd name="T67" fmla="*/ 37 h 40"/>
                <a:gd name="T68" fmla="*/ 56 w 246"/>
                <a:gd name="T69" fmla="*/ 38 h 40"/>
                <a:gd name="T70" fmla="*/ 85 w 246"/>
                <a:gd name="T71" fmla="*/ 39 h 40"/>
                <a:gd name="T72" fmla="*/ 123 w 246"/>
                <a:gd name="T73" fmla="*/ 40 h 40"/>
                <a:gd name="T74" fmla="*/ 162 w 246"/>
                <a:gd name="T75" fmla="*/ 39 h 40"/>
                <a:gd name="T76" fmla="*/ 197 w 246"/>
                <a:gd name="T77" fmla="*/ 37 h 40"/>
                <a:gd name="T78" fmla="*/ 217 w 246"/>
                <a:gd name="T79" fmla="*/ 35 h 40"/>
                <a:gd name="T80" fmla="*/ 224 w 246"/>
                <a:gd name="T81" fmla="*/ 34 h 40"/>
                <a:gd name="T82" fmla="*/ 228 w 246"/>
                <a:gd name="T83" fmla="*/ 34 h 40"/>
                <a:gd name="T84" fmla="*/ 231 w 246"/>
                <a:gd name="T85" fmla="*/ 33 h 40"/>
                <a:gd name="T86" fmla="*/ 236 w 246"/>
                <a:gd name="T87" fmla="*/ 32 h 40"/>
                <a:gd name="T88" fmla="*/ 246 w 246"/>
                <a:gd name="T89" fmla="*/ 28 h 40"/>
                <a:gd name="T90" fmla="*/ 246 w 246"/>
                <a:gd name="T91" fmla="*/ 0 h 40"/>
                <a:gd name="T92" fmla="*/ 239 w 246"/>
                <a:gd name="T93" fmla="*/ 2 h 40"/>
                <a:gd name="T94" fmla="*/ 212 w 246"/>
                <a:gd name="T95" fmla="*/ 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6" h="40">
                  <a:moveTo>
                    <a:pt x="212" y="7"/>
                  </a:moveTo>
                  <a:cubicBezTo>
                    <a:pt x="193" y="9"/>
                    <a:pt x="168" y="10"/>
                    <a:pt x="141" y="11"/>
                  </a:cubicBezTo>
                  <a:cubicBezTo>
                    <a:pt x="127" y="11"/>
                    <a:pt x="113" y="11"/>
                    <a:pt x="97" y="11"/>
                  </a:cubicBezTo>
                  <a:cubicBezTo>
                    <a:pt x="84" y="11"/>
                    <a:pt x="71" y="11"/>
                    <a:pt x="60" y="11"/>
                  </a:cubicBezTo>
                  <a:cubicBezTo>
                    <a:pt x="59" y="11"/>
                    <a:pt x="58" y="11"/>
                    <a:pt x="58" y="11"/>
                  </a:cubicBezTo>
                  <a:cubicBezTo>
                    <a:pt x="57" y="11"/>
                    <a:pt x="56" y="11"/>
                    <a:pt x="56" y="11"/>
                  </a:cubicBezTo>
                  <a:cubicBezTo>
                    <a:pt x="53" y="11"/>
                    <a:pt x="51" y="10"/>
                    <a:pt x="49" y="10"/>
                  </a:cubicBezTo>
                  <a:cubicBezTo>
                    <a:pt x="49" y="10"/>
                    <a:pt x="49" y="10"/>
                    <a:pt x="49" y="10"/>
                  </a:cubicBezTo>
                  <a:cubicBezTo>
                    <a:pt x="48" y="10"/>
                    <a:pt x="47" y="10"/>
                    <a:pt x="47" y="10"/>
                  </a:cubicBezTo>
                  <a:cubicBezTo>
                    <a:pt x="46" y="10"/>
                    <a:pt x="45" y="10"/>
                    <a:pt x="44" y="10"/>
                  </a:cubicBezTo>
                  <a:cubicBezTo>
                    <a:pt x="37" y="10"/>
                    <a:pt x="31" y="9"/>
                    <a:pt x="25" y="9"/>
                  </a:cubicBezTo>
                  <a:cubicBezTo>
                    <a:pt x="16" y="8"/>
                    <a:pt x="8" y="7"/>
                    <a:pt x="0" y="6"/>
                  </a:cubicBezTo>
                  <a:cubicBezTo>
                    <a:pt x="0" y="9"/>
                    <a:pt x="0" y="9"/>
                    <a:pt x="0" y="9"/>
                  </a:cubicBezTo>
                  <a:cubicBezTo>
                    <a:pt x="0" y="11"/>
                    <a:pt x="0" y="11"/>
                    <a:pt x="0" y="11"/>
                  </a:cubicBezTo>
                  <a:cubicBezTo>
                    <a:pt x="0" y="13"/>
                    <a:pt x="0" y="13"/>
                    <a:pt x="0" y="13"/>
                  </a:cubicBezTo>
                  <a:cubicBezTo>
                    <a:pt x="0" y="15"/>
                    <a:pt x="0" y="15"/>
                    <a:pt x="0" y="15"/>
                  </a:cubicBezTo>
                  <a:cubicBezTo>
                    <a:pt x="9" y="15"/>
                    <a:pt x="16" y="16"/>
                    <a:pt x="23" y="17"/>
                  </a:cubicBezTo>
                  <a:cubicBezTo>
                    <a:pt x="25" y="17"/>
                    <a:pt x="27" y="18"/>
                    <a:pt x="29" y="18"/>
                  </a:cubicBezTo>
                  <a:cubicBezTo>
                    <a:pt x="29" y="18"/>
                    <a:pt x="29" y="18"/>
                    <a:pt x="29" y="18"/>
                  </a:cubicBezTo>
                  <a:cubicBezTo>
                    <a:pt x="31" y="18"/>
                    <a:pt x="33" y="19"/>
                    <a:pt x="35" y="19"/>
                  </a:cubicBezTo>
                  <a:cubicBezTo>
                    <a:pt x="35" y="19"/>
                    <a:pt x="35" y="19"/>
                    <a:pt x="35" y="19"/>
                  </a:cubicBezTo>
                  <a:cubicBezTo>
                    <a:pt x="37" y="19"/>
                    <a:pt x="39" y="20"/>
                    <a:pt x="40" y="20"/>
                  </a:cubicBezTo>
                  <a:cubicBezTo>
                    <a:pt x="42" y="20"/>
                    <a:pt x="43" y="21"/>
                    <a:pt x="45" y="21"/>
                  </a:cubicBezTo>
                  <a:cubicBezTo>
                    <a:pt x="46" y="21"/>
                    <a:pt x="46" y="22"/>
                    <a:pt x="47" y="22"/>
                  </a:cubicBezTo>
                  <a:cubicBezTo>
                    <a:pt x="48" y="22"/>
                    <a:pt x="48" y="22"/>
                    <a:pt x="49" y="22"/>
                  </a:cubicBezTo>
                  <a:cubicBezTo>
                    <a:pt x="49" y="23"/>
                    <a:pt x="50" y="23"/>
                    <a:pt x="50" y="23"/>
                  </a:cubicBezTo>
                  <a:cubicBezTo>
                    <a:pt x="51" y="23"/>
                    <a:pt x="51" y="24"/>
                    <a:pt x="52" y="24"/>
                  </a:cubicBezTo>
                  <a:cubicBezTo>
                    <a:pt x="52" y="24"/>
                    <a:pt x="53" y="24"/>
                    <a:pt x="53" y="25"/>
                  </a:cubicBezTo>
                  <a:cubicBezTo>
                    <a:pt x="54" y="25"/>
                    <a:pt x="55" y="26"/>
                    <a:pt x="55" y="27"/>
                  </a:cubicBezTo>
                  <a:cubicBezTo>
                    <a:pt x="56" y="27"/>
                    <a:pt x="56" y="27"/>
                    <a:pt x="56" y="27"/>
                  </a:cubicBezTo>
                  <a:cubicBezTo>
                    <a:pt x="56" y="27"/>
                    <a:pt x="56" y="27"/>
                    <a:pt x="56" y="27"/>
                  </a:cubicBezTo>
                  <a:cubicBezTo>
                    <a:pt x="56" y="29"/>
                    <a:pt x="56" y="29"/>
                    <a:pt x="56" y="29"/>
                  </a:cubicBezTo>
                  <a:cubicBezTo>
                    <a:pt x="56" y="35"/>
                    <a:pt x="56" y="35"/>
                    <a:pt x="56" y="35"/>
                  </a:cubicBezTo>
                  <a:cubicBezTo>
                    <a:pt x="56" y="37"/>
                    <a:pt x="56" y="37"/>
                    <a:pt x="56" y="37"/>
                  </a:cubicBezTo>
                  <a:cubicBezTo>
                    <a:pt x="56" y="38"/>
                    <a:pt x="56" y="38"/>
                    <a:pt x="56" y="38"/>
                  </a:cubicBezTo>
                  <a:cubicBezTo>
                    <a:pt x="65" y="38"/>
                    <a:pt x="75" y="39"/>
                    <a:pt x="85" y="39"/>
                  </a:cubicBezTo>
                  <a:cubicBezTo>
                    <a:pt x="97" y="40"/>
                    <a:pt x="110" y="40"/>
                    <a:pt x="123" y="40"/>
                  </a:cubicBezTo>
                  <a:cubicBezTo>
                    <a:pt x="137" y="40"/>
                    <a:pt x="150" y="40"/>
                    <a:pt x="162" y="39"/>
                  </a:cubicBezTo>
                  <a:cubicBezTo>
                    <a:pt x="174" y="39"/>
                    <a:pt x="186" y="38"/>
                    <a:pt x="197" y="37"/>
                  </a:cubicBezTo>
                  <a:cubicBezTo>
                    <a:pt x="204" y="37"/>
                    <a:pt x="211" y="36"/>
                    <a:pt x="217" y="35"/>
                  </a:cubicBezTo>
                  <a:cubicBezTo>
                    <a:pt x="219" y="35"/>
                    <a:pt x="222" y="35"/>
                    <a:pt x="224" y="34"/>
                  </a:cubicBezTo>
                  <a:cubicBezTo>
                    <a:pt x="225" y="34"/>
                    <a:pt x="227" y="34"/>
                    <a:pt x="228" y="34"/>
                  </a:cubicBezTo>
                  <a:cubicBezTo>
                    <a:pt x="229" y="33"/>
                    <a:pt x="230" y="33"/>
                    <a:pt x="231" y="33"/>
                  </a:cubicBezTo>
                  <a:cubicBezTo>
                    <a:pt x="233" y="33"/>
                    <a:pt x="235" y="32"/>
                    <a:pt x="236" y="32"/>
                  </a:cubicBezTo>
                  <a:cubicBezTo>
                    <a:pt x="242" y="31"/>
                    <a:pt x="246" y="29"/>
                    <a:pt x="246" y="28"/>
                  </a:cubicBezTo>
                  <a:cubicBezTo>
                    <a:pt x="246" y="0"/>
                    <a:pt x="246" y="0"/>
                    <a:pt x="246" y="0"/>
                  </a:cubicBezTo>
                  <a:cubicBezTo>
                    <a:pt x="245" y="0"/>
                    <a:pt x="242" y="1"/>
                    <a:pt x="239" y="2"/>
                  </a:cubicBezTo>
                  <a:cubicBezTo>
                    <a:pt x="233" y="4"/>
                    <a:pt x="223" y="5"/>
                    <a:pt x="212" y="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0" name="Freeform 170"/>
            <p:cNvSpPr>
              <a:spLocks/>
            </p:cNvSpPr>
            <p:nvPr/>
          </p:nvSpPr>
          <p:spPr bwMode="auto">
            <a:xfrm>
              <a:off x="9340851" y="1889125"/>
              <a:ext cx="46038" cy="19050"/>
            </a:xfrm>
            <a:custGeom>
              <a:avLst/>
              <a:gdLst>
                <a:gd name="T0" fmla="*/ 9 w 31"/>
                <a:gd name="T1" fmla="*/ 4 h 13"/>
                <a:gd name="T2" fmla="*/ 9 w 31"/>
                <a:gd name="T3" fmla="*/ 6 h 13"/>
                <a:gd name="T4" fmla="*/ 9 w 31"/>
                <a:gd name="T5" fmla="*/ 7 h 13"/>
                <a:gd name="T6" fmla="*/ 9 w 31"/>
                <a:gd name="T7" fmla="*/ 8 h 13"/>
                <a:gd name="T8" fmla="*/ 5 w 31"/>
                <a:gd name="T9" fmla="*/ 11 h 13"/>
                <a:gd name="T10" fmla="*/ 0 w 31"/>
                <a:gd name="T11" fmla="*/ 13 h 13"/>
                <a:gd name="T12" fmla="*/ 21 w 31"/>
                <a:gd name="T13" fmla="*/ 10 h 13"/>
                <a:gd name="T14" fmla="*/ 28 w 31"/>
                <a:gd name="T15" fmla="*/ 8 h 13"/>
                <a:gd name="T16" fmla="*/ 31 w 31"/>
                <a:gd name="T17" fmla="*/ 6 h 13"/>
                <a:gd name="T18" fmla="*/ 31 w 31"/>
                <a:gd name="T19" fmla="*/ 6 h 13"/>
                <a:gd name="T20" fmla="*/ 31 w 31"/>
                <a:gd name="T21" fmla="*/ 6 h 13"/>
                <a:gd name="T22" fmla="*/ 30 w 31"/>
                <a:gd name="T23" fmla="*/ 5 h 13"/>
                <a:gd name="T24" fmla="*/ 28 w 31"/>
                <a:gd name="T25" fmla="*/ 4 h 13"/>
                <a:gd name="T26" fmla="*/ 23 w 31"/>
                <a:gd name="T27" fmla="*/ 2 h 13"/>
                <a:gd name="T28" fmla="*/ 9 w 31"/>
                <a:gd name="T29" fmla="*/ 0 h 13"/>
                <a:gd name="T30" fmla="*/ 9 w 31"/>
                <a:gd name="T31"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3">
                  <a:moveTo>
                    <a:pt x="9" y="4"/>
                  </a:moveTo>
                  <a:cubicBezTo>
                    <a:pt x="9" y="6"/>
                    <a:pt x="9" y="6"/>
                    <a:pt x="9" y="6"/>
                  </a:cubicBezTo>
                  <a:cubicBezTo>
                    <a:pt x="9" y="7"/>
                    <a:pt x="9" y="7"/>
                    <a:pt x="9" y="7"/>
                  </a:cubicBezTo>
                  <a:cubicBezTo>
                    <a:pt x="9" y="7"/>
                    <a:pt x="9" y="7"/>
                    <a:pt x="9" y="8"/>
                  </a:cubicBezTo>
                  <a:cubicBezTo>
                    <a:pt x="8" y="9"/>
                    <a:pt x="7" y="10"/>
                    <a:pt x="5" y="11"/>
                  </a:cubicBezTo>
                  <a:cubicBezTo>
                    <a:pt x="4" y="12"/>
                    <a:pt x="2" y="13"/>
                    <a:pt x="0" y="13"/>
                  </a:cubicBezTo>
                  <a:cubicBezTo>
                    <a:pt x="9" y="12"/>
                    <a:pt x="16" y="11"/>
                    <a:pt x="21" y="10"/>
                  </a:cubicBezTo>
                  <a:cubicBezTo>
                    <a:pt x="24" y="9"/>
                    <a:pt x="26" y="8"/>
                    <a:pt x="28" y="8"/>
                  </a:cubicBezTo>
                  <a:cubicBezTo>
                    <a:pt x="30" y="7"/>
                    <a:pt x="31" y="6"/>
                    <a:pt x="31" y="6"/>
                  </a:cubicBezTo>
                  <a:cubicBezTo>
                    <a:pt x="31" y="6"/>
                    <a:pt x="31" y="6"/>
                    <a:pt x="31" y="6"/>
                  </a:cubicBezTo>
                  <a:cubicBezTo>
                    <a:pt x="31" y="6"/>
                    <a:pt x="31" y="6"/>
                    <a:pt x="31" y="6"/>
                  </a:cubicBezTo>
                  <a:cubicBezTo>
                    <a:pt x="31" y="5"/>
                    <a:pt x="31" y="5"/>
                    <a:pt x="30" y="5"/>
                  </a:cubicBezTo>
                  <a:cubicBezTo>
                    <a:pt x="29" y="4"/>
                    <a:pt x="29" y="4"/>
                    <a:pt x="28" y="4"/>
                  </a:cubicBezTo>
                  <a:cubicBezTo>
                    <a:pt x="26" y="3"/>
                    <a:pt x="25" y="3"/>
                    <a:pt x="23" y="2"/>
                  </a:cubicBezTo>
                  <a:cubicBezTo>
                    <a:pt x="19" y="1"/>
                    <a:pt x="15" y="0"/>
                    <a:pt x="9" y="0"/>
                  </a:cubicBezTo>
                  <a:lnTo>
                    <a:pt x="9" y="4"/>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1" name="Freeform 171"/>
            <p:cNvSpPr>
              <a:spLocks/>
            </p:cNvSpPr>
            <p:nvPr/>
          </p:nvSpPr>
          <p:spPr bwMode="auto">
            <a:xfrm>
              <a:off x="8974138" y="1855788"/>
              <a:ext cx="373063" cy="60325"/>
            </a:xfrm>
            <a:custGeom>
              <a:avLst/>
              <a:gdLst>
                <a:gd name="T0" fmla="*/ 239 w 246"/>
                <a:gd name="T1" fmla="*/ 3 h 40"/>
                <a:gd name="T2" fmla="*/ 212 w 246"/>
                <a:gd name="T3" fmla="*/ 7 h 40"/>
                <a:gd name="T4" fmla="*/ 123 w 246"/>
                <a:gd name="T5" fmla="*/ 11 h 40"/>
                <a:gd name="T6" fmla="*/ 95 w 246"/>
                <a:gd name="T7" fmla="*/ 11 h 40"/>
                <a:gd name="T8" fmla="*/ 93 w 246"/>
                <a:gd name="T9" fmla="*/ 11 h 40"/>
                <a:gd name="T10" fmla="*/ 91 w 246"/>
                <a:gd name="T11" fmla="*/ 11 h 40"/>
                <a:gd name="T12" fmla="*/ 86 w 246"/>
                <a:gd name="T13" fmla="*/ 10 h 40"/>
                <a:gd name="T14" fmla="*/ 85 w 246"/>
                <a:gd name="T15" fmla="*/ 10 h 40"/>
                <a:gd name="T16" fmla="*/ 83 w 246"/>
                <a:gd name="T17" fmla="*/ 10 h 40"/>
                <a:gd name="T18" fmla="*/ 81 w 246"/>
                <a:gd name="T19" fmla="*/ 10 h 40"/>
                <a:gd name="T20" fmla="*/ 52 w 246"/>
                <a:gd name="T21" fmla="*/ 9 h 40"/>
                <a:gd name="T22" fmla="*/ 0 w 246"/>
                <a:gd name="T23" fmla="*/ 0 h 40"/>
                <a:gd name="T24" fmla="*/ 0 w 246"/>
                <a:gd name="T25" fmla="*/ 9 h 40"/>
                <a:gd name="T26" fmla="*/ 0 w 246"/>
                <a:gd name="T27" fmla="*/ 11 h 40"/>
                <a:gd name="T28" fmla="*/ 0 w 246"/>
                <a:gd name="T29" fmla="*/ 13 h 40"/>
                <a:gd name="T30" fmla="*/ 0 w 246"/>
                <a:gd name="T31" fmla="*/ 22 h 40"/>
                <a:gd name="T32" fmla="*/ 0 w 246"/>
                <a:gd name="T33" fmla="*/ 22 h 40"/>
                <a:gd name="T34" fmla="*/ 0 w 246"/>
                <a:gd name="T35" fmla="*/ 24 h 40"/>
                <a:gd name="T36" fmla="*/ 0 w 246"/>
                <a:gd name="T37" fmla="*/ 24 h 40"/>
                <a:gd name="T38" fmla="*/ 0 w 246"/>
                <a:gd name="T39" fmla="*/ 26 h 40"/>
                <a:gd name="T40" fmla="*/ 0 w 246"/>
                <a:gd name="T41" fmla="*/ 26 h 40"/>
                <a:gd name="T42" fmla="*/ 0 w 246"/>
                <a:gd name="T43" fmla="*/ 28 h 40"/>
                <a:gd name="T44" fmla="*/ 0 w 246"/>
                <a:gd name="T45" fmla="*/ 29 h 40"/>
                <a:gd name="T46" fmla="*/ 1 w 246"/>
                <a:gd name="T47" fmla="*/ 29 h 40"/>
                <a:gd name="T48" fmla="*/ 2 w 246"/>
                <a:gd name="T49" fmla="*/ 30 h 40"/>
                <a:gd name="T50" fmla="*/ 7 w 246"/>
                <a:gd name="T51" fmla="*/ 32 h 40"/>
                <a:gd name="T52" fmla="*/ 8 w 246"/>
                <a:gd name="T53" fmla="*/ 32 h 40"/>
                <a:gd name="T54" fmla="*/ 22 w 246"/>
                <a:gd name="T55" fmla="*/ 35 h 40"/>
                <a:gd name="T56" fmla="*/ 23 w 246"/>
                <a:gd name="T57" fmla="*/ 35 h 40"/>
                <a:gd name="T58" fmla="*/ 24 w 246"/>
                <a:gd name="T59" fmla="*/ 35 h 40"/>
                <a:gd name="T60" fmla="*/ 26 w 246"/>
                <a:gd name="T61" fmla="*/ 35 h 40"/>
                <a:gd name="T62" fmla="*/ 35 w 246"/>
                <a:gd name="T63" fmla="*/ 36 h 40"/>
                <a:gd name="T64" fmla="*/ 44 w 246"/>
                <a:gd name="T65" fmla="*/ 37 h 40"/>
                <a:gd name="T66" fmla="*/ 48 w 246"/>
                <a:gd name="T67" fmla="*/ 38 h 40"/>
                <a:gd name="T68" fmla="*/ 64 w 246"/>
                <a:gd name="T69" fmla="*/ 39 h 40"/>
                <a:gd name="T70" fmla="*/ 71 w 246"/>
                <a:gd name="T71" fmla="*/ 39 h 40"/>
                <a:gd name="T72" fmla="*/ 82 w 246"/>
                <a:gd name="T73" fmla="*/ 40 h 40"/>
                <a:gd name="T74" fmla="*/ 84 w 246"/>
                <a:gd name="T75" fmla="*/ 40 h 40"/>
                <a:gd name="T76" fmla="*/ 86 w 246"/>
                <a:gd name="T77" fmla="*/ 40 h 40"/>
                <a:gd name="T78" fmla="*/ 87 w 246"/>
                <a:gd name="T79" fmla="*/ 40 h 40"/>
                <a:gd name="T80" fmla="*/ 123 w 246"/>
                <a:gd name="T81" fmla="*/ 40 h 40"/>
                <a:gd name="T82" fmla="*/ 167 w 246"/>
                <a:gd name="T83" fmla="*/ 40 h 40"/>
                <a:gd name="T84" fmla="*/ 236 w 246"/>
                <a:gd name="T85" fmla="*/ 32 h 40"/>
                <a:gd name="T86" fmla="*/ 244 w 246"/>
                <a:gd name="T87" fmla="*/ 30 h 40"/>
                <a:gd name="T88" fmla="*/ 246 w 246"/>
                <a:gd name="T89" fmla="*/ 28 h 40"/>
                <a:gd name="T90" fmla="*/ 246 w 246"/>
                <a:gd name="T91" fmla="*/ 28 h 40"/>
                <a:gd name="T92" fmla="*/ 246 w 246"/>
                <a:gd name="T93" fmla="*/ 26 h 40"/>
                <a:gd name="T94" fmla="*/ 246 w 246"/>
                <a:gd name="T95" fmla="*/ 21 h 40"/>
                <a:gd name="T96" fmla="*/ 246 w 246"/>
                <a:gd name="T97" fmla="*/ 19 h 40"/>
                <a:gd name="T98" fmla="*/ 246 w 246"/>
                <a:gd name="T99" fmla="*/ 17 h 40"/>
                <a:gd name="T100" fmla="*/ 246 w 246"/>
                <a:gd name="T101" fmla="*/ 0 h 40"/>
                <a:gd name="T102" fmla="*/ 239 w 246"/>
                <a:gd name="T103"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40">
                  <a:moveTo>
                    <a:pt x="239" y="3"/>
                  </a:moveTo>
                  <a:cubicBezTo>
                    <a:pt x="232" y="4"/>
                    <a:pt x="223" y="6"/>
                    <a:pt x="212" y="7"/>
                  </a:cubicBezTo>
                  <a:cubicBezTo>
                    <a:pt x="189" y="10"/>
                    <a:pt x="158" y="11"/>
                    <a:pt x="123" y="11"/>
                  </a:cubicBezTo>
                  <a:cubicBezTo>
                    <a:pt x="113" y="11"/>
                    <a:pt x="104" y="11"/>
                    <a:pt x="95" y="11"/>
                  </a:cubicBezTo>
                  <a:cubicBezTo>
                    <a:pt x="94" y="11"/>
                    <a:pt x="93" y="11"/>
                    <a:pt x="93" y="11"/>
                  </a:cubicBezTo>
                  <a:cubicBezTo>
                    <a:pt x="92" y="11"/>
                    <a:pt x="91" y="11"/>
                    <a:pt x="91" y="11"/>
                  </a:cubicBezTo>
                  <a:cubicBezTo>
                    <a:pt x="89" y="11"/>
                    <a:pt x="87" y="10"/>
                    <a:pt x="86" y="10"/>
                  </a:cubicBezTo>
                  <a:cubicBezTo>
                    <a:pt x="86" y="10"/>
                    <a:pt x="86" y="10"/>
                    <a:pt x="85" y="10"/>
                  </a:cubicBezTo>
                  <a:cubicBezTo>
                    <a:pt x="85" y="10"/>
                    <a:pt x="84" y="10"/>
                    <a:pt x="83" y="10"/>
                  </a:cubicBezTo>
                  <a:cubicBezTo>
                    <a:pt x="83" y="10"/>
                    <a:pt x="82" y="10"/>
                    <a:pt x="81" y="10"/>
                  </a:cubicBezTo>
                  <a:cubicBezTo>
                    <a:pt x="71" y="10"/>
                    <a:pt x="61" y="9"/>
                    <a:pt x="52" y="9"/>
                  </a:cubicBezTo>
                  <a:cubicBezTo>
                    <a:pt x="27" y="7"/>
                    <a:pt x="8" y="4"/>
                    <a:pt x="0" y="0"/>
                  </a:cubicBezTo>
                  <a:cubicBezTo>
                    <a:pt x="0" y="9"/>
                    <a:pt x="0" y="9"/>
                    <a:pt x="0" y="9"/>
                  </a:cubicBezTo>
                  <a:cubicBezTo>
                    <a:pt x="0" y="11"/>
                    <a:pt x="0" y="11"/>
                    <a:pt x="0" y="11"/>
                  </a:cubicBezTo>
                  <a:cubicBezTo>
                    <a:pt x="0" y="13"/>
                    <a:pt x="0" y="13"/>
                    <a:pt x="0" y="13"/>
                  </a:cubicBezTo>
                  <a:cubicBezTo>
                    <a:pt x="0" y="22"/>
                    <a:pt x="0" y="22"/>
                    <a:pt x="0" y="22"/>
                  </a:cubicBezTo>
                  <a:cubicBezTo>
                    <a:pt x="0" y="22"/>
                    <a:pt x="0" y="22"/>
                    <a:pt x="0" y="22"/>
                  </a:cubicBezTo>
                  <a:cubicBezTo>
                    <a:pt x="0" y="24"/>
                    <a:pt x="0" y="24"/>
                    <a:pt x="0" y="24"/>
                  </a:cubicBezTo>
                  <a:cubicBezTo>
                    <a:pt x="0" y="24"/>
                    <a:pt x="0" y="24"/>
                    <a:pt x="0" y="24"/>
                  </a:cubicBezTo>
                  <a:cubicBezTo>
                    <a:pt x="0" y="26"/>
                    <a:pt x="0" y="26"/>
                    <a:pt x="0" y="26"/>
                  </a:cubicBezTo>
                  <a:cubicBezTo>
                    <a:pt x="0" y="26"/>
                    <a:pt x="0" y="26"/>
                    <a:pt x="0" y="26"/>
                  </a:cubicBezTo>
                  <a:cubicBezTo>
                    <a:pt x="0" y="28"/>
                    <a:pt x="0" y="28"/>
                    <a:pt x="0" y="28"/>
                  </a:cubicBezTo>
                  <a:cubicBezTo>
                    <a:pt x="0" y="28"/>
                    <a:pt x="0" y="29"/>
                    <a:pt x="0" y="29"/>
                  </a:cubicBezTo>
                  <a:cubicBezTo>
                    <a:pt x="0" y="29"/>
                    <a:pt x="1" y="29"/>
                    <a:pt x="1" y="29"/>
                  </a:cubicBezTo>
                  <a:cubicBezTo>
                    <a:pt x="1" y="29"/>
                    <a:pt x="1" y="29"/>
                    <a:pt x="2" y="30"/>
                  </a:cubicBezTo>
                  <a:cubicBezTo>
                    <a:pt x="3" y="30"/>
                    <a:pt x="5" y="31"/>
                    <a:pt x="7" y="32"/>
                  </a:cubicBezTo>
                  <a:cubicBezTo>
                    <a:pt x="8" y="32"/>
                    <a:pt x="8" y="32"/>
                    <a:pt x="8" y="32"/>
                  </a:cubicBezTo>
                  <a:cubicBezTo>
                    <a:pt x="12" y="33"/>
                    <a:pt x="17" y="34"/>
                    <a:pt x="22" y="35"/>
                  </a:cubicBezTo>
                  <a:cubicBezTo>
                    <a:pt x="23" y="35"/>
                    <a:pt x="23" y="35"/>
                    <a:pt x="23" y="35"/>
                  </a:cubicBezTo>
                  <a:cubicBezTo>
                    <a:pt x="24" y="35"/>
                    <a:pt x="24" y="35"/>
                    <a:pt x="24" y="35"/>
                  </a:cubicBezTo>
                  <a:cubicBezTo>
                    <a:pt x="25" y="35"/>
                    <a:pt x="26" y="35"/>
                    <a:pt x="26" y="35"/>
                  </a:cubicBezTo>
                  <a:cubicBezTo>
                    <a:pt x="29" y="36"/>
                    <a:pt x="32" y="36"/>
                    <a:pt x="35" y="36"/>
                  </a:cubicBezTo>
                  <a:cubicBezTo>
                    <a:pt x="38" y="37"/>
                    <a:pt x="41" y="37"/>
                    <a:pt x="44" y="37"/>
                  </a:cubicBezTo>
                  <a:cubicBezTo>
                    <a:pt x="45" y="37"/>
                    <a:pt x="47" y="37"/>
                    <a:pt x="48" y="38"/>
                  </a:cubicBezTo>
                  <a:cubicBezTo>
                    <a:pt x="53" y="38"/>
                    <a:pt x="58" y="38"/>
                    <a:pt x="64" y="39"/>
                  </a:cubicBezTo>
                  <a:cubicBezTo>
                    <a:pt x="66" y="39"/>
                    <a:pt x="68" y="39"/>
                    <a:pt x="71" y="39"/>
                  </a:cubicBezTo>
                  <a:cubicBezTo>
                    <a:pt x="74" y="39"/>
                    <a:pt x="78" y="39"/>
                    <a:pt x="82" y="40"/>
                  </a:cubicBezTo>
                  <a:cubicBezTo>
                    <a:pt x="82" y="40"/>
                    <a:pt x="83" y="40"/>
                    <a:pt x="84" y="40"/>
                  </a:cubicBezTo>
                  <a:cubicBezTo>
                    <a:pt x="84" y="40"/>
                    <a:pt x="85" y="40"/>
                    <a:pt x="86" y="40"/>
                  </a:cubicBezTo>
                  <a:cubicBezTo>
                    <a:pt x="86" y="40"/>
                    <a:pt x="87" y="40"/>
                    <a:pt x="87" y="40"/>
                  </a:cubicBezTo>
                  <a:cubicBezTo>
                    <a:pt x="99" y="40"/>
                    <a:pt x="111" y="40"/>
                    <a:pt x="123" y="40"/>
                  </a:cubicBezTo>
                  <a:cubicBezTo>
                    <a:pt x="138" y="40"/>
                    <a:pt x="153" y="40"/>
                    <a:pt x="167" y="40"/>
                  </a:cubicBezTo>
                  <a:cubicBezTo>
                    <a:pt x="197" y="38"/>
                    <a:pt x="222" y="36"/>
                    <a:pt x="236" y="32"/>
                  </a:cubicBezTo>
                  <a:cubicBezTo>
                    <a:pt x="240" y="32"/>
                    <a:pt x="242" y="31"/>
                    <a:pt x="244" y="30"/>
                  </a:cubicBezTo>
                  <a:cubicBezTo>
                    <a:pt x="245" y="29"/>
                    <a:pt x="246" y="29"/>
                    <a:pt x="246" y="28"/>
                  </a:cubicBezTo>
                  <a:cubicBezTo>
                    <a:pt x="246" y="28"/>
                    <a:pt x="246" y="28"/>
                    <a:pt x="246" y="28"/>
                  </a:cubicBezTo>
                  <a:cubicBezTo>
                    <a:pt x="246" y="26"/>
                    <a:pt x="246" y="26"/>
                    <a:pt x="246" y="26"/>
                  </a:cubicBezTo>
                  <a:cubicBezTo>
                    <a:pt x="246" y="21"/>
                    <a:pt x="246" y="21"/>
                    <a:pt x="246" y="21"/>
                  </a:cubicBezTo>
                  <a:cubicBezTo>
                    <a:pt x="246" y="19"/>
                    <a:pt x="246" y="19"/>
                    <a:pt x="246" y="19"/>
                  </a:cubicBezTo>
                  <a:cubicBezTo>
                    <a:pt x="246" y="17"/>
                    <a:pt x="246" y="17"/>
                    <a:pt x="246" y="17"/>
                  </a:cubicBezTo>
                  <a:cubicBezTo>
                    <a:pt x="246" y="0"/>
                    <a:pt x="246" y="0"/>
                    <a:pt x="246" y="0"/>
                  </a:cubicBezTo>
                  <a:cubicBezTo>
                    <a:pt x="244" y="1"/>
                    <a:pt x="242" y="2"/>
                    <a:pt x="239" y="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2" name="Freeform 172"/>
            <p:cNvSpPr>
              <a:spLocks/>
            </p:cNvSpPr>
            <p:nvPr/>
          </p:nvSpPr>
          <p:spPr bwMode="auto">
            <a:xfrm>
              <a:off x="8974138" y="1839913"/>
              <a:ext cx="371475" cy="26988"/>
            </a:xfrm>
            <a:custGeom>
              <a:avLst/>
              <a:gdLst>
                <a:gd name="T0" fmla="*/ 228 w 245"/>
                <a:gd name="T1" fmla="*/ 8 h 17"/>
                <a:gd name="T2" fmla="*/ 139 w 245"/>
                <a:gd name="T3" fmla="*/ 12 h 17"/>
                <a:gd name="T4" fmla="*/ 95 w 245"/>
                <a:gd name="T5" fmla="*/ 11 h 17"/>
                <a:gd name="T6" fmla="*/ 93 w 245"/>
                <a:gd name="T7" fmla="*/ 11 h 17"/>
                <a:gd name="T8" fmla="*/ 91 w 245"/>
                <a:gd name="T9" fmla="*/ 11 h 17"/>
                <a:gd name="T10" fmla="*/ 43 w 245"/>
                <a:gd name="T11" fmla="*/ 7 h 17"/>
                <a:gd name="T12" fmla="*/ 30 w 245"/>
                <a:gd name="T13" fmla="*/ 5 h 17"/>
                <a:gd name="T14" fmla="*/ 22 w 245"/>
                <a:gd name="T15" fmla="*/ 3 h 17"/>
                <a:gd name="T16" fmla="*/ 20 w 245"/>
                <a:gd name="T17" fmla="*/ 3 h 17"/>
                <a:gd name="T18" fmla="*/ 19 w 245"/>
                <a:gd name="T19" fmla="*/ 2 h 17"/>
                <a:gd name="T20" fmla="*/ 16 w 245"/>
                <a:gd name="T21" fmla="*/ 1 h 17"/>
                <a:gd name="T22" fmla="*/ 16 w 245"/>
                <a:gd name="T23" fmla="*/ 1 h 17"/>
                <a:gd name="T24" fmla="*/ 15 w 245"/>
                <a:gd name="T25" fmla="*/ 0 h 17"/>
                <a:gd name="T26" fmla="*/ 15 w 245"/>
                <a:gd name="T27" fmla="*/ 0 h 17"/>
                <a:gd name="T28" fmla="*/ 15 w 245"/>
                <a:gd name="T29" fmla="*/ 0 h 17"/>
                <a:gd name="T30" fmla="*/ 12 w 245"/>
                <a:gd name="T31" fmla="*/ 1 h 17"/>
                <a:gd name="T32" fmla="*/ 10 w 245"/>
                <a:gd name="T33" fmla="*/ 1 h 17"/>
                <a:gd name="T34" fmla="*/ 5 w 245"/>
                <a:gd name="T35" fmla="*/ 3 h 17"/>
                <a:gd name="T36" fmla="*/ 4 w 245"/>
                <a:gd name="T37" fmla="*/ 3 h 17"/>
                <a:gd name="T38" fmla="*/ 4 w 245"/>
                <a:gd name="T39" fmla="*/ 3 h 17"/>
                <a:gd name="T40" fmla="*/ 0 w 245"/>
                <a:gd name="T41" fmla="*/ 5 h 17"/>
                <a:gd name="T42" fmla="*/ 0 w 245"/>
                <a:gd name="T43" fmla="*/ 5 h 17"/>
                <a:gd name="T44" fmla="*/ 0 w 245"/>
                <a:gd name="T45" fmla="*/ 5 h 17"/>
                <a:gd name="T46" fmla="*/ 1 w 245"/>
                <a:gd name="T47" fmla="*/ 6 h 17"/>
                <a:gd name="T48" fmla="*/ 2 w 245"/>
                <a:gd name="T49" fmla="*/ 6 h 17"/>
                <a:gd name="T50" fmla="*/ 4 w 245"/>
                <a:gd name="T51" fmla="*/ 7 h 17"/>
                <a:gd name="T52" fmla="*/ 5 w 245"/>
                <a:gd name="T53" fmla="*/ 8 h 17"/>
                <a:gd name="T54" fmla="*/ 8 w 245"/>
                <a:gd name="T55" fmla="*/ 9 h 17"/>
                <a:gd name="T56" fmla="*/ 16 w 245"/>
                <a:gd name="T57" fmla="*/ 10 h 17"/>
                <a:gd name="T58" fmla="*/ 35 w 245"/>
                <a:gd name="T59" fmla="*/ 13 h 17"/>
                <a:gd name="T60" fmla="*/ 66 w 245"/>
                <a:gd name="T61" fmla="*/ 16 h 17"/>
                <a:gd name="T62" fmla="*/ 77 w 245"/>
                <a:gd name="T63" fmla="*/ 16 h 17"/>
                <a:gd name="T64" fmla="*/ 82 w 245"/>
                <a:gd name="T65" fmla="*/ 16 h 17"/>
                <a:gd name="T66" fmla="*/ 91 w 245"/>
                <a:gd name="T67" fmla="*/ 17 h 17"/>
                <a:gd name="T68" fmla="*/ 93 w 245"/>
                <a:gd name="T69" fmla="*/ 17 h 17"/>
                <a:gd name="T70" fmla="*/ 95 w 245"/>
                <a:gd name="T71" fmla="*/ 17 h 17"/>
                <a:gd name="T72" fmla="*/ 123 w 245"/>
                <a:gd name="T73" fmla="*/ 17 h 17"/>
                <a:gd name="T74" fmla="*/ 236 w 245"/>
                <a:gd name="T75" fmla="*/ 9 h 17"/>
                <a:gd name="T76" fmla="*/ 242 w 245"/>
                <a:gd name="T77" fmla="*/ 7 h 17"/>
                <a:gd name="T78" fmla="*/ 245 w 245"/>
                <a:gd name="T79" fmla="*/ 6 h 17"/>
                <a:gd name="T80" fmla="*/ 236 w 245"/>
                <a:gd name="T81" fmla="*/ 7 h 17"/>
                <a:gd name="T82" fmla="*/ 228 w 245"/>
                <a:gd name="T83"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5" h="17">
                  <a:moveTo>
                    <a:pt x="228" y="8"/>
                  </a:moveTo>
                  <a:cubicBezTo>
                    <a:pt x="205" y="11"/>
                    <a:pt x="174" y="12"/>
                    <a:pt x="139" y="12"/>
                  </a:cubicBezTo>
                  <a:cubicBezTo>
                    <a:pt x="124" y="12"/>
                    <a:pt x="109" y="12"/>
                    <a:pt x="95" y="11"/>
                  </a:cubicBezTo>
                  <a:cubicBezTo>
                    <a:pt x="94" y="11"/>
                    <a:pt x="93" y="11"/>
                    <a:pt x="93" y="11"/>
                  </a:cubicBezTo>
                  <a:cubicBezTo>
                    <a:pt x="92" y="11"/>
                    <a:pt x="91" y="11"/>
                    <a:pt x="91" y="11"/>
                  </a:cubicBezTo>
                  <a:cubicBezTo>
                    <a:pt x="72" y="10"/>
                    <a:pt x="56" y="9"/>
                    <a:pt x="43" y="7"/>
                  </a:cubicBezTo>
                  <a:cubicBezTo>
                    <a:pt x="38" y="7"/>
                    <a:pt x="34" y="6"/>
                    <a:pt x="30" y="5"/>
                  </a:cubicBezTo>
                  <a:cubicBezTo>
                    <a:pt x="27" y="5"/>
                    <a:pt x="24" y="4"/>
                    <a:pt x="22" y="3"/>
                  </a:cubicBezTo>
                  <a:cubicBezTo>
                    <a:pt x="21" y="3"/>
                    <a:pt x="21" y="3"/>
                    <a:pt x="20" y="3"/>
                  </a:cubicBezTo>
                  <a:cubicBezTo>
                    <a:pt x="20" y="2"/>
                    <a:pt x="19" y="2"/>
                    <a:pt x="19" y="2"/>
                  </a:cubicBezTo>
                  <a:cubicBezTo>
                    <a:pt x="18" y="2"/>
                    <a:pt x="17" y="1"/>
                    <a:pt x="16" y="1"/>
                  </a:cubicBezTo>
                  <a:cubicBezTo>
                    <a:pt x="16" y="1"/>
                    <a:pt x="16" y="1"/>
                    <a:pt x="16" y="1"/>
                  </a:cubicBezTo>
                  <a:cubicBezTo>
                    <a:pt x="16" y="1"/>
                    <a:pt x="15" y="0"/>
                    <a:pt x="15" y="0"/>
                  </a:cubicBezTo>
                  <a:cubicBezTo>
                    <a:pt x="15" y="0"/>
                    <a:pt x="15" y="0"/>
                    <a:pt x="15" y="0"/>
                  </a:cubicBezTo>
                  <a:cubicBezTo>
                    <a:pt x="15" y="0"/>
                    <a:pt x="15" y="0"/>
                    <a:pt x="15" y="0"/>
                  </a:cubicBezTo>
                  <a:cubicBezTo>
                    <a:pt x="14" y="0"/>
                    <a:pt x="13" y="1"/>
                    <a:pt x="12" y="1"/>
                  </a:cubicBezTo>
                  <a:cubicBezTo>
                    <a:pt x="11" y="1"/>
                    <a:pt x="11" y="1"/>
                    <a:pt x="10" y="1"/>
                  </a:cubicBezTo>
                  <a:cubicBezTo>
                    <a:pt x="8" y="2"/>
                    <a:pt x="7" y="2"/>
                    <a:pt x="5" y="3"/>
                  </a:cubicBezTo>
                  <a:cubicBezTo>
                    <a:pt x="5" y="3"/>
                    <a:pt x="4" y="3"/>
                    <a:pt x="4" y="3"/>
                  </a:cubicBezTo>
                  <a:cubicBezTo>
                    <a:pt x="4" y="3"/>
                    <a:pt x="4" y="3"/>
                    <a:pt x="4" y="3"/>
                  </a:cubicBezTo>
                  <a:cubicBezTo>
                    <a:pt x="2" y="4"/>
                    <a:pt x="0" y="5"/>
                    <a:pt x="0" y="5"/>
                  </a:cubicBezTo>
                  <a:cubicBezTo>
                    <a:pt x="0" y="5"/>
                    <a:pt x="0" y="5"/>
                    <a:pt x="0" y="5"/>
                  </a:cubicBezTo>
                  <a:cubicBezTo>
                    <a:pt x="0" y="5"/>
                    <a:pt x="0" y="5"/>
                    <a:pt x="0" y="5"/>
                  </a:cubicBezTo>
                  <a:cubicBezTo>
                    <a:pt x="0" y="5"/>
                    <a:pt x="0" y="5"/>
                    <a:pt x="1" y="6"/>
                  </a:cubicBezTo>
                  <a:cubicBezTo>
                    <a:pt x="1" y="6"/>
                    <a:pt x="1" y="6"/>
                    <a:pt x="2" y="6"/>
                  </a:cubicBezTo>
                  <a:cubicBezTo>
                    <a:pt x="2" y="7"/>
                    <a:pt x="3" y="7"/>
                    <a:pt x="4" y="7"/>
                  </a:cubicBezTo>
                  <a:cubicBezTo>
                    <a:pt x="4" y="7"/>
                    <a:pt x="5" y="8"/>
                    <a:pt x="5" y="8"/>
                  </a:cubicBezTo>
                  <a:cubicBezTo>
                    <a:pt x="6" y="8"/>
                    <a:pt x="7" y="8"/>
                    <a:pt x="8" y="9"/>
                  </a:cubicBezTo>
                  <a:cubicBezTo>
                    <a:pt x="11" y="9"/>
                    <a:pt x="13" y="10"/>
                    <a:pt x="16" y="10"/>
                  </a:cubicBezTo>
                  <a:cubicBezTo>
                    <a:pt x="21" y="11"/>
                    <a:pt x="28" y="12"/>
                    <a:pt x="35" y="13"/>
                  </a:cubicBezTo>
                  <a:cubicBezTo>
                    <a:pt x="44" y="14"/>
                    <a:pt x="54" y="15"/>
                    <a:pt x="66" y="16"/>
                  </a:cubicBezTo>
                  <a:cubicBezTo>
                    <a:pt x="69" y="16"/>
                    <a:pt x="73" y="16"/>
                    <a:pt x="77" y="16"/>
                  </a:cubicBezTo>
                  <a:cubicBezTo>
                    <a:pt x="78" y="16"/>
                    <a:pt x="80" y="16"/>
                    <a:pt x="82" y="16"/>
                  </a:cubicBezTo>
                  <a:cubicBezTo>
                    <a:pt x="85" y="16"/>
                    <a:pt x="88" y="17"/>
                    <a:pt x="91" y="17"/>
                  </a:cubicBezTo>
                  <a:cubicBezTo>
                    <a:pt x="91" y="17"/>
                    <a:pt x="92" y="17"/>
                    <a:pt x="93" y="17"/>
                  </a:cubicBezTo>
                  <a:cubicBezTo>
                    <a:pt x="93" y="17"/>
                    <a:pt x="94" y="17"/>
                    <a:pt x="95" y="17"/>
                  </a:cubicBezTo>
                  <a:cubicBezTo>
                    <a:pt x="104" y="17"/>
                    <a:pt x="113" y="17"/>
                    <a:pt x="123" y="17"/>
                  </a:cubicBezTo>
                  <a:cubicBezTo>
                    <a:pt x="173" y="17"/>
                    <a:pt x="216" y="14"/>
                    <a:pt x="236" y="9"/>
                  </a:cubicBezTo>
                  <a:cubicBezTo>
                    <a:pt x="239" y="9"/>
                    <a:pt x="241" y="8"/>
                    <a:pt x="242" y="7"/>
                  </a:cubicBezTo>
                  <a:cubicBezTo>
                    <a:pt x="244" y="7"/>
                    <a:pt x="245" y="6"/>
                    <a:pt x="245" y="6"/>
                  </a:cubicBezTo>
                  <a:cubicBezTo>
                    <a:pt x="242" y="6"/>
                    <a:pt x="239" y="7"/>
                    <a:pt x="236" y="7"/>
                  </a:cubicBezTo>
                  <a:cubicBezTo>
                    <a:pt x="234" y="8"/>
                    <a:pt x="231" y="8"/>
                    <a:pt x="228" y="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3" name="Freeform 173"/>
            <p:cNvSpPr>
              <a:spLocks/>
            </p:cNvSpPr>
            <p:nvPr/>
          </p:nvSpPr>
          <p:spPr bwMode="auto">
            <a:xfrm>
              <a:off x="8999538" y="1792288"/>
              <a:ext cx="373063" cy="60325"/>
            </a:xfrm>
            <a:custGeom>
              <a:avLst/>
              <a:gdLst>
                <a:gd name="T0" fmla="*/ 246 w 246"/>
                <a:gd name="T1" fmla="*/ 28 h 40"/>
                <a:gd name="T2" fmla="*/ 246 w 246"/>
                <a:gd name="T3" fmla="*/ 0 h 40"/>
                <a:gd name="T4" fmla="*/ 239 w 246"/>
                <a:gd name="T5" fmla="*/ 2 h 40"/>
                <a:gd name="T6" fmla="*/ 212 w 246"/>
                <a:gd name="T7" fmla="*/ 7 h 40"/>
                <a:gd name="T8" fmla="*/ 123 w 246"/>
                <a:gd name="T9" fmla="*/ 11 h 40"/>
                <a:gd name="T10" fmla="*/ 89 w 246"/>
                <a:gd name="T11" fmla="*/ 10 h 40"/>
                <a:gd name="T12" fmla="*/ 87 w 246"/>
                <a:gd name="T13" fmla="*/ 10 h 40"/>
                <a:gd name="T14" fmla="*/ 85 w 246"/>
                <a:gd name="T15" fmla="*/ 10 h 40"/>
                <a:gd name="T16" fmla="*/ 4 w 246"/>
                <a:gd name="T17" fmla="*/ 1 h 40"/>
                <a:gd name="T18" fmla="*/ 0 w 246"/>
                <a:gd name="T19" fmla="*/ 0 h 40"/>
                <a:gd name="T20" fmla="*/ 0 w 246"/>
                <a:gd name="T21" fmla="*/ 1 h 40"/>
                <a:gd name="T22" fmla="*/ 0 w 246"/>
                <a:gd name="T23" fmla="*/ 5 h 40"/>
                <a:gd name="T24" fmla="*/ 0 w 246"/>
                <a:gd name="T25" fmla="*/ 7 h 40"/>
                <a:gd name="T26" fmla="*/ 0 w 246"/>
                <a:gd name="T27" fmla="*/ 9 h 40"/>
                <a:gd name="T28" fmla="*/ 0 w 246"/>
                <a:gd name="T29" fmla="*/ 17 h 40"/>
                <a:gd name="T30" fmla="*/ 0 w 246"/>
                <a:gd name="T31" fmla="*/ 19 h 40"/>
                <a:gd name="T32" fmla="*/ 0 w 246"/>
                <a:gd name="T33" fmla="*/ 21 h 40"/>
                <a:gd name="T34" fmla="*/ 0 w 246"/>
                <a:gd name="T35" fmla="*/ 28 h 40"/>
                <a:gd name="T36" fmla="*/ 0 w 246"/>
                <a:gd name="T37" fmla="*/ 28 h 40"/>
                <a:gd name="T38" fmla="*/ 1 w 246"/>
                <a:gd name="T39" fmla="*/ 28 h 40"/>
                <a:gd name="T40" fmla="*/ 2 w 246"/>
                <a:gd name="T41" fmla="*/ 29 h 40"/>
                <a:gd name="T42" fmla="*/ 2 w 246"/>
                <a:gd name="T43" fmla="*/ 30 h 40"/>
                <a:gd name="T44" fmla="*/ 3 w 246"/>
                <a:gd name="T45" fmla="*/ 30 h 40"/>
                <a:gd name="T46" fmla="*/ 5 w 246"/>
                <a:gd name="T47" fmla="*/ 31 h 40"/>
                <a:gd name="T48" fmla="*/ 6 w 246"/>
                <a:gd name="T49" fmla="*/ 31 h 40"/>
                <a:gd name="T50" fmla="*/ 9 w 246"/>
                <a:gd name="T51" fmla="*/ 32 h 40"/>
                <a:gd name="T52" fmla="*/ 9 w 246"/>
                <a:gd name="T53" fmla="*/ 32 h 40"/>
                <a:gd name="T54" fmla="*/ 11 w 246"/>
                <a:gd name="T55" fmla="*/ 32 h 40"/>
                <a:gd name="T56" fmla="*/ 16 w 246"/>
                <a:gd name="T57" fmla="*/ 33 h 40"/>
                <a:gd name="T58" fmla="*/ 19 w 246"/>
                <a:gd name="T59" fmla="*/ 34 h 40"/>
                <a:gd name="T60" fmla="*/ 27 w 246"/>
                <a:gd name="T61" fmla="*/ 35 h 40"/>
                <a:gd name="T62" fmla="*/ 35 w 246"/>
                <a:gd name="T63" fmla="*/ 36 h 40"/>
                <a:gd name="T64" fmla="*/ 45 w 246"/>
                <a:gd name="T65" fmla="*/ 37 h 40"/>
                <a:gd name="T66" fmla="*/ 75 w 246"/>
                <a:gd name="T67" fmla="*/ 39 h 40"/>
                <a:gd name="T68" fmla="*/ 75 w 246"/>
                <a:gd name="T69" fmla="*/ 39 h 40"/>
                <a:gd name="T70" fmla="*/ 77 w 246"/>
                <a:gd name="T71" fmla="*/ 39 h 40"/>
                <a:gd name="T72" fmla="*/ 79 w 246"/>
                <a:gd name="T73" fmla="*/ 39 h 40"/>
                <a:gd name="T74" fmla="*/ 123 w 246"/>
                <a:gd name="T75" fmla="*/ 40 h 40"/>
                <a:gd name="T76" fmla="*/ 172 w 246"/>
                <a:gd name="T77" fmla="*/ 39 h 40"/>
                <a:gd name="T78" fmla="*/ 202 w 246"/>
                <a:gd name="T79" fmla="*/ 37 h 40"/>
                <a:gd name="T80" fmla="*/ 220 w 246"/>
                <a:gd name="T81" fmla="*/ 35 h 40"/>
                <a:gd name="T82" fmla="*/ 224 w 246"/>
                <a:gd name="T83" fmla="*/ 35 h 40"/>
                <a:gd name="T84" fmla="*/ 228 w 246"/>
                <a:gd name="T85" fmla="*/ 34 h 40"/>
                <a:gd name="T86" fmla="*/ 232 w 246"/>
                <a:gd name="T87" fmla="*/ 33 h 40"/>
                <a:gd name="T88" fmla="*/ 236 w 246"/>
                <a:gd name="T89" fmla="*/ 32 h 40"/>
                <a:gd name="T90" fmla="*/ 246 w 246"/>
                <a:gd name="T91" fmla="*/ 2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46" h="40">
                  <a:moveTo>
                    <a:pt x="246" y="28"/>
                  </a:moveTo>
                  <a:cubicBezTo>
                    <a:pt x="246" y="0"/>
                    <a:pt x="246" y="0"/>
                    <a:pt x="246" y="0"/>
                  </a:cubicBezTo>
                  <a:cubicBezTo>
                    <a:pt x="245" y="1"/>
                    <a:pt x="242" y="2"/>
                    <a:pt x="239" y="2"/>
                  </a:cubicBezTo>
                  <a:cubicBezTo>
                    <a:pt x="233" y="4"/>
                    <a:pt x="223" y="6"/>
                    <a:pt x="212" y="7"/>
                  </a:cubicBezTo>
                  <a:cubicBezTo>
                    <a:pt x="189" y="9"/>
                    <a:pt x="158" y="11"/>
                    <a:pt x="123" y="11"/>
                  </a:cubicBezTo>
                  <a:cubicBezTo>
                    <a:pt x="112" y="11"/>
                    <a:pt x="100" y="11"/>
                    <a:pt x="89" y="10"/>
                  </a:cubicBezTo>
                  <a:cubicBezTo>
                    <a:pt x="89" y="10"/>
                    <a:pt x="88" y="10"/>
                    <a:pt x="87" y="10"/>
                  </a:cubicBezTo>
                  <a:cubicBezTo>
                    <a:pt x="87" y="10"/>
                    <a:pt x="86" y="10"/>
                    <a:pt x="85" y="10"/>
                  </a:cubicBezTo>
                  <a:cubicBezTo>
                    <a:pt x="47" y="9"/>
                    <a:pt x="17" y="6"/>
                    <a:pt x="4" y="1"/>
                  </a:cubicBezTo>
                  <a:cubicBezTo>
                    <a:pt x="3" y="1"/>
                    <a:pt x="1" y="0"/>
                    <a:pt x="0" y="0"/>
                  </a:cubicBezTo>
                  <a:cubicBezTo>
                    <a:pt x="0" y="1"/>
                    <a:pt x="0" y="1"/>
                    <a:pt x="0" y="1"/>
                  </a:cubicBezTo>
                  <a:cubicBezTo>
                    <a:pt x="0" y="5"/>
                    <a:pt x="0" y="5"/>
                    <a:pt x="0" y="5"/>
                  </a:cubicBezTo>
                  <a:cubicBezTo>
                    <a:pt x="0" y="7"/>
                    <a:pt x="0" y="7"/>
                    <a:pt x="0" y="7"/>
                  </a:cubicBezTo>
                  <a:cubicBezTo>
                    <a:pt x="0" y="9"/>
                    <a:pt x="0" y="9"/>
                    <a:pt x="0" y="9"/>
                  </a:cubicBezTo>
                  <a:cubicBezTo>
                    <a:pt x="0" y="17"/>
                    <a:pt x="0" y="17"/>
                    <a:pt x="0" y="17"/>
                  </a:cubicBezTo>
                  <a:cubicBezTo>
                    <a:pt x="0" y="19"/>
                    <a:pt x="0" y="19"/>
                    <a:pt x="0" y="19"/>
                  </a:cubicBezTo>
                  <a:cubicBezTo>
                    <a:pt x="0" y="21"/>
                    <a:pt x="0" y="21"/>
                    <a:pt x="0" y="21"/>
                  </a:cubicBezTo>
                  <a:cubicBezTo>
                    <a:pt x="0" y="28"/>
                    <a:pt x="0" y="28"/>
                    <a:pt x="0" y="28"/>
                  </a:cubicBezTo>
                  <a:cubicBezTo>
                    <a:pt x="0" y="28"/>
                    <a:pt x="0" y="28"/>
                    <a:pt x="0" y="28"/>
                  </a:cubicBezTo>
                  <a:cubicBezTo>
                    <a:pt x="0" y="28"/>
                    <a:pt x="1" y="28"/>
                    <a:pt x="1" y="28"/>
                  </a:cubicBezTo>
                  <a:cubicBezTo>
                    <a:pt x="1" y="29"/>
                    <a:pt x="1" y="29"/>
                    <a:pt x="2" y="29"/>
                  </a:cubicBezTo>
                  <a:cubicBezTo>
                    <a:pt x="2" y="30"/>
                    <a:pt x="2" y="30"/>
                    <a:pt x="2" y="30"/>
                  </a:cubicBezTo>
                  <a:cubicBezTo>
                    <a:pt x="3" y="30"/>
                    <a:pt x="3" y="30"/>
                    <a:pt x="3" y="30"/>
                  </a:cubicBezTo>
                  <a:cubicBezTo>
                    <a:pt x="4" y="30"/>
                    <a:pt x="4" y="30"/>
                    <a:pt x="5" y="31"/>
                  </a:cubicBezTo>
                  <a:cubicBezTo>
                    <a:pt x="5" y="31"/>
                    <a:pt x="6" y="31"/>
                    <a:pt x="6" y="31"/>
                  </a:cubicBezTo>
                  <a:cubicBezTo>
                    <a:pt x="7" y="31"/>
                    <a:pt x="8" y="32"/>
                    <a:pt x="9" y="32"/>
                  </a:cubicBezTo>
                  <a:cubicBezTo>
                    <a:pt x="9" y="32"/>
                    <a:pt x="9" y="32"/>
                    <a:pt x="9" y="32"/>
                  </a:cubicBezTo>
                  <a:cubicBezTo>
                    <a:pt x="9" y="32"/>
                    <a:pt x="10" y="32"/>
                    <a:pt x="11" y="32"/>
                  </a:cubicBezTo>
                  <a:cubicBezTo>
                    <a:pt x="12" y="33"/>
                    <a:pt x="14" y="33"/>
                    <a:pt x="16" y="33"/>
                  </a:cubicBezTo>
                  <a:cubicBezTo>
                    <a:pt x="17" y="34"/>
                    <a:pt x="18" y="34"/>
                    <a:pt x="19" y="34"/>
                  </a:cubicBezTo>
                  <a:cubicBezTo>
                    <a:pt x="21" y="34"/>
                    <a:pt x="24" y="35"/>
                    <a:pt x="27" y="35"/>
                  </a:cubicBezTo>
                  <a:cubicBezTo>
                    <a:pt x="30" y="36"/>
                    <a:pt x="32" y="36"/>
                    <a:pt x="35" y="36"/>
                  </a:cubicBezTo>
                  <a:cubicBezTo>
                    <a:pt x="38" y="37"/>
                    <a:pt x="42" y="37"/>
                    <a:pt x="45" y="37"/>
                  </a:cubicBezTo>
                  <a:cubicBezTo>
                    <a:pt x="54" y="38"/>
                    <a:pt x="64" y="39"/>
                    <a:pt x="75" y="39"/>
                  </a:cubicBezTo>
                  <a:cubicBezTo>
                    <a:pt x="75" y="39"/>
                    <a:pt x="75" y="39"/>
                    <a:pt x="75" y="39"/>
                  </a:cubicBezTo>
                  <a:cubicBezTo>
                    <a:pt x="76" y="39"/>
                    <a:pt x="76" y="39"/>
                    <a:pt x="77" y="39"/>
                  </a:cubicBezTo>
                  <a:cubicBezTo>
                    <a:pt x="77" y="39"/>
                    <a:pt x="78" y="39"/>
                    <a:pt x="79" y="39"/>
                  </a:cubicBezTo>
                  <a:cubicBezTo>
                    <a:pt x="93" y="40"/>
                    <a:pt x="108" y="40"/>
                    <a:pt x="123" y="40"/>
                  </a:cubicBezTo>
                  <a:cubicBezTo>
                    <a:pt x="141" y="40"/>
                    <a:pt x="157" y="40"/>
                    <a:pt x="172" y="39"/>
                  </a:cubicBezTo>
                  <a:cubicBezTo>
                    <a:pt x="183" y="39"/>
                    <a:pt x="193" y="38"/>
                    <a:pt x="202" y="37"/>
                  </a:cubicBezTo>
                  <a:cubicBezTo>
                    <a:pt x="208" y="37"/>
                    <a:pt x="214" y="36"/>
                    <a:pt x="220" y="35"/>
                  </a:cubicBezTo>
                  <a:cubicBezTo>
                    <a:pt x="221" y="35"/>
                    <a:pt x="223" y="35"/>
                    <a:pt x="224" y="35"/>
                  </a:cubicBezTo>
                  <a:cubicBezTo>
                    <a:pt x="226" y="34"/>
                    <a:pt x="227" y="34"/>
                    <a:pt x="228" y="34"/>
                  </a:cubicBezTo>
                  <a:cubicBezTo>
                    <a:pt x="230" y="34"/>
                    <a:pt x="231" y="34"/>
                    <a:pt x="232" y="33"/>
                  </a:cubicBezTo>
                  <a:cubicBezTo>
                    <a:pt x="233" y="33"/>
                    <a:pt x="235" y="33"/>
                    <a:pt x="236" y="32"/>
                  </a:cubicBezTo>
                  <a:cubicBezTo>
                    <a:pt x="242" y="31"/>
                    <a:pt x="246" y="29"/>
                    <a:pt x="246" y="2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4" name="Freeform 174"/>
            <p:cNvSpPr>
              <a:spLocks/>
            </p:cNvSpPr>
            <p:nvPr/>
          </p:nvSpPr>
          <p:spPr bwMode="auto">
            <a:xfrm>
              <a:off x="8999538" y="1766888"/>
              <a:ext cx="373063" cy="34925"/>
            </a:xfrm>
            <a:custGeom>
              <a:avLst/>
              <a:gdLst>
                <a:gd name="T0" fmla="*/ 85 w 245"/>
                <a:gd name="T1" fmla="*/ 1 h 24"/>
                <a:gd name="T2" fmla="*/ 82 w 245"/>
                <a:gd name="T3" fmla="*/ 1 h 24"/>
                <a:gd name="T4" fmla="*/ 80 w 245"/>
                <a:gd name="T5" fmla="*/ 1 h 24"/>
                <a:gd name="T6" fmla="*/ 80 w 245"/>
                <a:gd name="T7" fmla="*/ 1 h 24"/>
                <a:gd name="T8" fmla="*/ 78 w 245"/>
                <a:gd name="T9" fmla="*/ 1 h 24"/>
                <a:gd name="T10" fmla="*/ 76 w 245"/>
                <a:gd name="T11" fmla="*/ 1 h 24"/>
                <a:gd name="T12" fmla="*/ 45 w 245"/>
                <a:gd name="T13" fmla="*/ 3 h 24"/>
                <a:gd name="T14" fmla="*/ 27 w 245"/>
                <a:gd name="T15" fmla="*/ 5 h 24"/>
                <a:gd name="T16" fmla="*/ 10 w 245"/>
                <a:gd name="T17" fmla="*/ 8 h 24"/>
                <a:gd name="T18" fmla="*/ 3 w 245"/>
                <a:gd name="T19" fmla="*/ 10 h 24"/>
                <a:gd name="T20" fmla="*/ 0 w 245"/>
                <a:gd name="T21" fmla="*/ 12 h 24"/>
                <a:gd name="T22" fmla="*/ 0 w 245"/>
                <a:gd name="T23" fmla="*/ 12 h 24"/>
                <a:gd name="T24" fmla="*/ 0 w 245"/>
                <a:gd name="T25" fmla="*/ 12 h 24"/>
                <a:gd name="T26" fmla="*/ 0 w 245"/>
                <a:gd name="T27" fmla="*/ 12 h 24"/>
                <a:gd name="T28" fmla="*/ 1 w 245"/>
                <a:gd name="T29" fmla="*/ 13 h 24"/>
                <a:gd name="T30" fmla="*/ 3 w 245"/>
                <a:gd name="T31" fmla="*/ 14 h 24"/>
                <a:gd name="T32" fmla="*/ 3 w 245"/>
                <a:gd name="T33" fmla="*/ 14 h 24"/>
                <a:gd name="T34" fmla="*/ 4 w 245"/>
                <a:gd name="T35" fmla="*/ 14 h 24"/>
                <a:gd name="T36" fmla="*/ 8 w 245"/>
                <a:gd name="T37" fmla="*/ 16 h 24"/>
                <a:gd name="T38" fmla="*/ 9 w 245"/>
                <a:gd name="T39" fmla="*/ 16 h 24"/>
                <a:gd name="T40" fmla="*/ 10 w 245"/>
                <a:gd name="T41" fmla="*/ 16 h 24"/>
                <a:gd name="T42" fmla="*/ 18 w 245"/>
                <a:gd name="T43" fmla="*/ 18 h 24"/>
                <a:gd name="T44" fmla="*/ 34 w 245"/>
                <a:gd name="T45" fmla="*/ 20 h 24"/>
                <a:gd name="T46" fmla="*/ 84 w 245"/>
                <a:gd name="T47" fmla="*/ 23 h 24"/>
                <a:gd name="T48" fmla="*/ 86 w 245"/>
                <a:gd name="T49" fmla="*/ 23 h 24"/>
                <a:gd name="T50" fmla="*/ 88 w 245"/>
                <a:gd name="T51" fmla="*/ 23 h 24"/>
                <a:gd name="T52" fmla="*/ 122 w 245"/>
                <a:gd name="T53" fmla="*/ 24 h 24"/>
                <a:gd name="T54" fmla="*/ 235 w 245"/>
                <a:gd name="T55" fmla="*/ 16 h 24"/>
                <a:gd name="T56" fmla="*/ 242 w 245"/>
                <a:gd name="T57" fmla="*/ 14 h 24"/>
                <a:gd name="T58" fmla="*/ 245 w 245"/>
                <a:gd name="T59" fmla="*/ 12 h 24"/>
                <a:gd name="T60" fmla="*/ 245 w 245"/>
                <a:gd name="T61" fmla="*/ 12 h 24"/>
                <a:gd name="T62" fmla="*/ 245 w 245"/>
                <a:gd name="T63" fmla="*/ 12 h 24"/>
                <a:gd name="T64" fmla="*/ 244 w 245"/>
                <a:gd name="T65" fmla="*/ 11 h 24"/>
                <a:gd name="T66" fmla="*/ 242 w 245"/>
                <a:gd name="T67" fmla="*/ 10 h 24"/>
                <a:gd name="T68" fmla="*/ 237 w 245"/>
                <a:gd name="T69" fmla="*/ 9 h 24"/>
                <a:gd name="T70" fmla="*/ 211 w 245"/>
                <a:gd name="T71" fmla="*/ 4 h 24"/>
                <a:gd name="T72" fmla="*/ 166 w 245"/>
                <a:gd name="T73" fmla="*/ 1 h 24"/>
                <a:gd name="T74" fmla="*/ 145 w 245"/>
                <a:gd name="T75" fmla="*/ 10 h 24"/>
                <a:gd name="T76" fmla="*/ 133 w 245"/>
                <a:gd name="T77" fmla="*/ 11 h 24"/>
                <a:gd name="T78" fmla="*/ 121 w 245"/>
                <a:gd name="T79" fmla="*/ 10 h 24"/>
                <a:gd name="T80" fmla="*/ 116 w 245"/>
                <a:gd name="T81" fmla="*/ 9 h 24"/>
                <a:gd name="T82" fmla="*/ 99 w 245"/>
                <a:gd name="T83" fmla="*/ 0 h 24"/>
                <a:gd name="T84" fmla="*/ 88 w 245"/>
                <a:gd name="T85" fmla="*/ 1 h 24"/>
                <a:gd name="T86" fmla="*/ 85 w 245"/>
                <a:gd name="T87" fmla="*/ 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5" h="24">
                  <a:moveTo>
                    <a:pt x="85" y="1"/>
                  </a:moveTo>
                  <a:cubicBezTo>
                    <a:pt x="84" y="1"/>
                    <a:pt x="83" y="1"/>
                    <a:pt x="82" y="1"/>
                  </a:cubicBezTo>
                  <a:cubicBezTo>
                    <a:pt x="82" y="1"/>
                    <a:pt x="81" y="1"/>
                    <a:pt x="80" y="1"/>
                  </a:cubicBezTo>
                  <a:cubicBezTo>
                    <a:pt x="80" y="1"/>
                    <a:pt x="80" y="1"/>
                    <a:pt x="80" y="1"/>
                  </a:cubicBezTo>
                  <a:cubicBezTo>
                    <a:pt x="80" y="1"/>
                    <a:pt x="79" y="1"/>
                    <a:pt x="78" y="1"/>
                  </a:cubicBezTo>
                  <a:cubicBezTo>
                    <a:pt x="77" y="1"/>
                    <a:pt x="77" y="1"/>
                    <a:pt x="76" y="1"/>
                  </a:cubicBezTo>
                  <a:cubicBezTo>
                    <a:pt x="64" y="2"/>
                    <a:pt x="54" y="2"/>
                    <a:pt x="45" y="3"/>
                  </a:cubicBezTo>
                  <a:cubicBezTo>
                    <a:pt x="38" y="4"/>
                    <a:pt x="32" y="4"/>
                    <a:pt x="27" y="5"/>
                  </a:cubicBezTo>
                  <a:cubicBezTo>
                    <a:pt x="20" y="6"/>
                    <a:pt x="14" y="7"/>
                    <a:pt x="10" y="8"/>
                  </a:cubicBezTo>
                  <a:cubicBezTo>
                    <a:pt x="7" y="9"/>
                    <a:pt x="5" y="9"/>
                    <a:pt x="3" y="10"/>
                  </a:cubicBezTo>
                  <a:cubicBezTo>
                    <a:pt x="1" y="11"/>
                    <a:pt x="0" y="12"/>
                    <a:pt x="0" y="12"/>
                  </a:cubicBezTo>
                  <a:cubicBezTo>
                    <a:pt x="0" y="12"/>
                    <a:pt x="0" y="12"/>
                    <a:pt x="0" y="12"/>
                  </a:cubicBezTo>
                  <a:cubicBezTo>
                    <a:pt x="0" y="12"/>
                    <a:pt x="0" y="12"/>
                    <a:pt x="0" y="12"/>
                  </a:cubicBezTo>
                  <a:cubicBezTo>
                    <a:pt x="0" y="12"/>
                    <a:pt x="0" y="12"/>
                    <a:pt x="0" y="12"/>
                  </a:cubicBezTo>
                  <a:cubicBezTo>
                    <a:pt x="0" y="13"/>
                    <a:pt x="0" y="13"/>
                    <a:pt x="1" y="13"/>
                  </a:cubicBezTo>
                  <a:cubicBezTo>
                    <a:pt x="2" y="13"/>
                    <a:pt x="2" y="14"/>
                    <a:pt x="3" y="14"/>
                  </a:cubicBezTo>
                  <a:cubicBezTo>
                    <a:pt x="3" y="14"/>
                    <a:pt x="3" y="14"/>
                    <a:pt x="3" y="14"/>
                  </a:cubicBezTo>
                  <a:cubicBezTo>
                    <a:pt x="4" y="14"/>
                    <a:pt x="4" y="14"/>
                    <a:pt x="4" y="14"/>
                  </a:cubicBezTo>
                  <a:cubicBezTo>
                    <a:pt x="5" y="15"/>
                    <a:pt x="6" y="15"/>
                    <a:pt x="8" y="16"/>
                  </a:cubicBezTo>
                  <a:cubicBezTo>
                    <a:pt x="8" y="16"/>
                    <a:pt x="9" y="16"/>
                    <a:pt x="9" y="16"/>
                  </a:cubicBezTo>
                  <a:cubicBezTo>
                    <a:pt x="9" y="16"/>
                    <a:pt x="10" y="16"/>
                    <a:pt x="10" y="16"/>
                  </a:cubicBezTo>
                  <a:cubicBezTo>
                    <a:pt x="12" y="17"/>
                    <a:pt x="15" y="17"/>
                    <a:pt x="18" y="18"/>
                  </a:cubicBezTo>
                  <a:cubicBezTo>
                    <a:pt x="22" y="18"/>
                    <a:pt x="28" y="19"/>
                    <a:pt x="34" y="20"/>
                  </a:cubicBezTo>
                  <a:cubicBezTo>
                    <a:pt x="48" y="21"/>
                    <a:pt x="65" y="23"/>
                    <a:pt x="84" y="23"/>
                  </a:cubicBezTo>
                  <a:cubicBezTo>
                    <a:pt x="85" y="23"/>
                    <a:pt x="86" y="23"/>
                    <a:pt x="86" y="23"/>
                  </a:cubicBezTo>
                  <a:cubicBezTo>
                    <a:pt x="87" y="23"/>
                    <a:pt x="88" y="23"/>
                    <a:pt x="88" y="23"/>
                  </a:cubicBezTo>
                  <a:cubicBezTo>
                    <a:pt x="99" y="24"/>
                    <a:pt x="111" y="24"/>
                    <a:pt x="122" y="24"/>
                  </a:cubicBezTo>
                  <a:cubicBezTo>
                    <a:pt x="172" y="24"/>
                    <a:pt x="216" y="21"/>
                    <a:pt x="235" y="16"/>
                  </a:cubicBezTo>
                  <a:cubicBezTo>
                    <a:pt x="238" y="15"/>
                    <a:pt x="240" y="15"/>
                    <a:pt x="242" y="14"/>
                  </a:cubicBezTo>
                  <a:cubicBezTo>
                    <a:pt x="244" y="13"/>
                    <a:pt x="245" y="12"/>
                    <a:pt x="245" y="12"/>
                  </a:cubicBezTo>
                  <a:cubicBezTo>
                    <a:pt x="245" y="12"/>
                    <a:pt x="245" y="12"/>
                    <a:pt x="245" y="12"/>
                  </a:cubicBezTo>
                  <a:cubicBezTo>
                    <a:pt x="245" y="12"/>
                    <a:pt x="245" y="12"/>
                    <a:pt x="245" y="12"/>
                  </a:cubicBezTo>
                  <a:cubicBezTo>
                    <a:pt x="245" y="12"/>
                    <a:pt x="245" y="11"/>
                    <a:pt x="244" y="11"/>
                  </a:cubicBezTo>
                  <a:cubicBezTo>
                    <a:pt x="243" y="11"/>
                    <a:pt x="243" y="10"/>
                    <a:pt x="242" y="10"/>
                  </a:cubicBezTo>
                  <a:cubicBezTo>
                    <a:pt x="240" y="10"/>
                    <a:pt x="239" y="9"/>
                    <a:pt x="237" y="9"/>
                  </a:cubicBezTo>
                  <a:cubicBezTo>
                    <a:pt x="231" y="7"/>
                    <a:pt x="222" y="5"/>
                    <a:pt x="211" y="4"/>
                  </a:cubicBezTo>
                  <a:cubicBezTo>
                    <a:pt x="198" y="3"/>
                    <a:pt x="183" y="2"/>
                    <a:pt x="166" y="1"/>
                  </a:cubicBezTo>
                  <a:cubicBezTo>
                    <a:pt x="160" y="5"/>
                    <a:pt x="153" y="8"/>
                    <a:pt x="145" y="10"/>
                  </a:cubicBezTo>
                  <a:cubicBezTo>
                    <a:pt x="141" y="11"/>
                    <a:pt x="137" y="11"/>
                    <a:pt x="133" y="11"/>
                  </a:cubicBezTo>
                  <a:cubicBezTo>
                    <a:pt x="129" y="11"/>
                    <a:pt x="125" y="11"/>
                    <a:pt x="121" y="10"/>
                  </a:cubicBezTo>
                  <a:cubicBezTo>
                    <a:pt x="119" y="10"/>
                    <a:pt x="118" y="9"/>
                    <a:pt x="116" y="9"/>
                  </a:cubicBezTo>
                  <a:cubicBezTo>
                    <a:pt x="110" y="7"/>
                    <a:pt x="104" y="4"/>
                    <a:pt x="99" y="0"/>
                  </a:cubicBezTo>
                  <a:cubicBezTo>
                    <a:pt x="95" y="1"/>
                    <a:pt x="91" y="1"/>
                    <a:pt x="88" y="1"/>
                  </a:cubicBezTo>
                  <a:cubicBezTo>
                    <a:pt x="87" y="1"/>
                    <a:pt x="86" y="1"/>
                    <a:pt x="85" y="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5" name="Freeform 175"/>
            <p:cNvSpPr>
              <a:spLocks/>
            </p:cNvSpPr>
            <p:nvPr/>
          </p:nvSpPr>
          <p:spPr bwMode="auto">
            <a:xfrm>
              <a:off x="8577263" y="1989138"/>
              <a:ext cx="107950" cy="47625"/>
            </a:xfrm>
            <a:custGeom>
              <a:avLst/>
              <a:gdLst>
                <a:gd name="T0" fmla="*/ 47 w 71"/>
                <a:gd name="T1" fmla="*/ 31 h 31"/>
                <a:gd name="T2" fmla="*/ 68 w 71"/>
                <a:gd name="T3" fmla="*/ 29 h 31"/>
                <a:gd name="T4" fmla="*/ 68 w 71"/>
                <a:gd name="T5" fmla="*/ 10 h 31"/>
                <a:gd name="T6" fmla="*/ 69 w 71"/>
                <a:gd name="T7" fmla="*/ 10 h 31"/>
                <a:gd name="T8" fmla="*/ 71 w 71"/>
                <a:gd name="T9" fmla="*/ 8 h 31"/>
                <a:gd name="T10" fmla="*/ 71 w 71"/>
                <a:gd name="T11" fmla="*/ 0 h 31"/>
                <a:gd name="T12" fmla="*/ 0 w 71"/>
                <a:gd name="T13" fmla="*/ 2 h 31"/>
                <a:gd name="T14" fmla="*/ 37 w 71"/>
                <a:gd name="T15" fmla="*/ 21 h 31"/>
                <a:gd name="T16" fmla="*/ 47 w 71"/>
                <a:gd name="T17" fmla="*/ 30 h 31"/>
                <a:gd name="T18" fmla="*/ 47 w 71"/>
                <a:gd name="T19" fmla="*/ 30 h 31"/>
                <a:gd name="T20" fmla="*/ 47 w 71"/>
                <a:gd name="T21"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31">
                  <a:moveTo>
                    <a:pt x="47" y="31"/>
                  </a:moveTo>
                  <a:cubicBezTo>
                    <a:pt x="55" y="30"/>
                    <a:pt x="62" y="30"/>
                    <a:pt x="68" y="29"/>
                  </a:cubicBezTo>
                  <a:cubicBezTo>
                    <a:pt x="68" y="10"/>
                    <a:pt x="68" y="10"/>
                    <a:pt x="68" y="10"/>
                  </a:cubicBezTo>
                  <a:cubicBezTo>
                    <a:pt x="69" y="10"/>
                    <a:pt x="69" y="10"/>
                    <a:pt x="69" y="10"/>
                  </a:cubicBezTo>
                  <a:cubicBezTo>
                    <a:pt x="70" y="9"/>
                    <a:pt x="70" y="9"/>
                    <a:pt x="71" y="8"/>
                  </a:cubicBezTo>
                  <a:cubicBezTo>
                    <a:pt x="71" y="0"/>
                    <a:pt x="71" y="0"/>
                    <a:pt x="71" y="0"/>
                  </a:cubicBezTo>
                  <a:cubicBezTo>
                    <a:pt x="51" y="1"/>
                    <a:pt x="27" y="2"/>
                    <a:pt x="0" y="2"/>
                  </a:cubicBezTo>
                  <a:cubicBezTo>
                    <a:pt x="16" y="9"/>
                    <a:pt x="29" y="16"/>
                    <a:pt x="37" y="21"/>
                  </a:cubicBezTo>
                  <a:cubicBezTo>
                    <a:pt x="42" y="24"/>
                    <a:pt x="46" y="27"/>
                    <a:pt x="47" y="30"/>
                  </a:cubicBezTo>
                  <a:cubicBezTo>
                    <a:pt x="47" y="30"/>
                    <a:pt x="47" y="30"/>
                    <a:pt x="47" y="30"/>
                  </a:cubicBezTo>
                  <a:lnTo>
                    <a:pt x="47" y="31"/>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6" name="Freeform 176"/>
            <p:cNvSpPr>
              <a:spLocks/>
            </p:cNvSpPr>
            <p:nvPr/>
          </p:nvSpPr>
          <p:spPr bwMode="auto">
            <a:xfrm>
              <a:off x="8415338" y="1925638"/>
              <a:ext cx="334963" cy="60325"/>
            </a:xfrm>
            <a:custGeom>
              <a:avLst/>
              <a:gdLst>
                <a:gd name="T0" fmla="*/ 103 w 221"/>
                <a:gd name="T1" fmla="*/ 40 h 40"/>
                <a:gd name="T2" fmla="*/ 178 w 221"/>
                <a:gd name="T3" fmla="*/ 37 h 40"/>
                <a:gd name="T4" fmla="*/ 178 w 221"/>
                <a:gd name="T5" fmla="*/ 30 h 40"/>
                <a:gd name="T6" fmla="*/ 178 w 221"/>
                <a:gd name="T7" fmla="*/ 28 h 40"/>
                <a:gd name="T8" fmla="*/ 178 w 221"/>
                <a:gd name="T9" fmla="*/ 26 h 40"/>
                <a:gd name="T10" fmla="*/ 178 w 221"/>
                <a:gd name="T11" fmla="*/ 19 h 40"/>
                <a:gd name="T12" fmla="*/ 178 w 221"/>
                <a:gd name="T13" fmla="*/ 17 h 40"/>
                <a:gd name="T14" fmla="*/ 178 w 221"/>
                <a:gd name="T15" fmla="*/ 16 h 40"/>
                <a:gd name="T16" fmla="*/ 178 w 221"/>
                <a:gd name="T17" fmla="*/ 15 h 40"/>
                <a:gd name="T18" fmla="*/ 178 w 221"/>
                <a:gd name="T19" fmla="*/ 14 h 40"/>
                <a:gd name="T20" fmla="*/ 179 w 221"/>
                <a:gd name="T21" fmla="*/ 14 h 40"/>
                <a:gd name="T22" fmla="*/ 182 w 221"/>
                <a:gd name="T23" fmla="*/ 11 h 40"/>
                <a:gd name="T24" fmla="*/ 190 w 221"/>
                <a:gd name="T25" fmla="*/ 8 h 40"/>
                <a:gd name="T26" fmla="*/ 190 w 221"/>
                <a:gd name="T27" fmla="*/ 8 h 40"/>
                <a:gd name="T28" fmla="*/ 192 w 221"/>
                <a:gd name="T29" fmla="*/ 7 h 40"/>
                <a:gd name="T30" fmla="*/ 194 w 221"/>
                <a:gd name="T31" fmla="*/ 7 h 40"/>
                <a:gd name="T32" fmla="*/ 202 w 221"/>
                <a:gd name="T33" fmla="*/ 5 h 40"/>
                <a:gd name="T34" fmla="*/ 207 w 221"/>
                <a:gd name="T35" fmla="*/ 5 h 40"/>
                <a:gd name="T36" fmla="*/ 209 w 221"/>
                <a:gd name="T37" fmla="*/ 4 h 40"/>
                <a:gd name="T38" fmla="*/ 214 w 221"/>
                <a:gd name="T39" fmla="*/ 4 h 40"/>
                <a:gd name="T40" fmla="*/ 214 w 221"/>
                <a:gd name="T41" fmla="*/ 4 h 40"/>
                <a:gd name="T42" fmla="*/ 219 w 221"/>
                <a:gd name="T43" fmla="*/ 3 h 40"/>
                <a:gd name="T44" fmla="*/ 220 w 221"/>
                <a:gd name="T45" fmla="*/ 3 h 40"/>
                <a:gd name="T46" fmla="*/ 221 w 221"/>
                <a:gd name="T47" fmla="*/ 3 h 40"/>
                <a:gd name="T48" fmla="*/ 221 w 221"/>
                <a:gd name="T49" fmla="*/ 0 h 40"/>
                <a:gd name="T50" fmla="*/ 216 w 221"/>
                <a:gd name="T51" fmla="*/ 2 h 40"/>
                <a:gd name="T52" fmla="*/ 214 w 221"/>
                <a:gd name="T53" fmla="*/ 2 h 40"/>
                <a:gd name="T54" fmla="*/ 211 w 221"/>
                <a:gd name="T55" fmla="*/ 3 h 40"/>
                <a:gd name="T56" fmla="*/ 211 w 221"/>
                <a:gd name="T57" fmla="*/ 3 h 40"/>
                <a:gd name="T58" fmla="*/ 208 w 221"/>
                <a:gd name="T59" fmla="*/ 4 h 40"/>
                <a:gd name="T60" fmla="*/ 206 w 221"/>
                <a:gd name="T61" fmla="*/ 4 h 40"/>
                <a:gd name="T62" fmla="*/ 201 w 221"/>
                <a:gd name="T63" fmla="*/ 5 h 40"/>
                <a:gd name="T64" fmla="*/ 194 w 221"/>
                <a:gd name="T65" fmla="*/ 6 h 40"/>
                <a:gd name="T66" fmla="*/ 192 w 221"/>
                <a:gd name="T67" fmla="*/ 6 h 40"/>
                <a:gd name="T68" fmla="*/ 190 w 221"/>
                <a:gd name="T69" fmla="*/ 7 h 40"/>
                <a:gd name="T70" fmla="*/ 187 w 221"/>
                <a:gd name="T71" fmla="*/ 7 h 40"/>
                <a:gd name="T72" fmla="*/ 98 w 221"/>
                <a:gd name="T73" fmla="*/ 11 h 40"/>
                <a:gd name="T74" fmla="*/ 0 w 221"/>
                <a:gd name="T75" fmla="*/ 6 h 40"/>
                <a:gd name="T76" fmla="*/ 31 w 221"/>
                <a:gd name="T77" fmla="*/ 15 h 40"/>
                <a:gd name="T78" fmla="*/ 35 w 221"/>
                <a:gd name="T79" fmla="*/ 17 h 40"/>
                <a:gd name="T80" fmla="*/ 39 w 221"/>
                <a:gd name="T81" fmla="*/ 18 h 40"/>
                <a:gd name="T82" fmla="*/ 40 w 221"/>
                <a:gd name="T83" fmla="*/ 19 h 40"/>
                <a:gd name="T84" fmla="*/ 62 w 221"/>
                <a:gd name="T85" fmla="*/ 26 h 40"/>
                <a:gd name="T86" fmla="*/ 68 w 221"/>
                <a:gd name="T87" fmla="*/ 28 h 40"/>
                <a:gd name="T88" fmla="*/ 73 w 221"/>
                <a:gd name="T89" fmla="*/ 30 h 40"/>
                <a:gd name="T90" fmla="*/ 98 w 221"/>
                <a:gd name="T91" fmla="*/ 40 h 40"/>
                <a:gd name="T92" fmla="*/ 98 w 221"/>
                <a:gd name="T93" fmla="*/ 40 h 40"/>
                <a:gd name="T94" fmla="*/ 98 w 221"/>
                <a:gd name="T95" fmla="*/ 40 h 40"/>
                <a:gd name="T96" fmla="*/ 103 w 221"/>
                <a:gd name="T97"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1" h="40">
                  <a:moveTo>
                    <a:pt x="103" y="40"/>
                  </a:moveTo>
                  <a:cubicBezTo>
                    <a:pt x="132" y="40"/>
                    <a:pt x="158" y="39"/>
                    <a:pt x="178" y="37"/>
                  </a:cubicBezTo>
                  <a:cubicBezTo>
                    <a:pt x="178" y="30"/>
                    <a:pt x="178" y="30"/>
                    <a:pt x="178" y="30"/>
                  </a:cubicBezTo>
                  <a:cubicBezTo>
                    <a:pt x="178" y="28"/>
                    <a:pt x="178" y="28"/>
                    <a:pt x="178" y="28"/>
                  </a:cubicBezTo>
                  <a:cubicBezTo>
                    <a:pt x="178" y="26"/>
                    <a:pt x="178" y="26"/>
                    <a:pt x="178" y="26"/>
                  </a:cubicBezTo>
                  <a:cubicBezTo>
                    <a:pt x="178" y="19"/>
                    <a:pt x="178" y="19"/>
                    <a:pt x="178" y="19"/>
                  </a:cubicBezTo>
                  <a:cubicBezTo>
                    <a:pt x="178" y="17"/>
                    <a:pt x="178" y="17"/>
                    <a:pt x="178" y="17"/>
                  </a:cubicBezTo>
                  <a:cubicBezTo>
                    <a:pt x="178" y="16"/>
                    <a:pt x="178" y="16"/>
                    <a:pt x="178" y="16"/>
                  </a:cubicBezTo>
                  <a:cubicBezTo>
                    <a:pt x="178" y="15"/>
                    <a:pt x="178" y="15"/>
                    <a:pt x="178" y="15"/>
                  </a:cubicBezTo>
                  <a:cubicBezTo>
                    <a:pt x="178" y="14"/>
                    <a:pt x="178" y="14"/>
                    <a:pt x="178" y="14"/>
                  </a:cubicBezTo>
                  <a:cubicBezTo>
                    <a:pt x="179" y="14"/>
                    <a:pt x="179" y="14"/>
                    <a:pt x="179" y="14"/>
                  </a:cubicBezTo>
                  <a:cubicBezTo>
                    <a:pt x="180" y="12"/>
                    <a:pt x="181" y="12"/>
                    <a:pt x="182" y="11"/>
                  </a:cubicBezTo>
                  <a:cubicBezTo>
                    <a:pt x="184" y="10"/>
                    <a:pt x="187" y="9"/>
                    <a:pt x="190" y="8"/>
                  </a:cubicBezTo>
                  <a:cubicBezTo>
                    <a:pt x="190" y="8"/>
                    <a:pt x="190" y="8"/>
                    <a:pt x="190" y="8"/>
                  </a:cubicBezTo>
                  <a:cubicBezTo>
                    <a:pt x="191" y="8"/>
                    <a:pt x="191" y="8"/>
                    <a:pt x="192" y="7"/>
                  </a:cubicBezTo>
                  <a:cubicBezTo>
                    <a:pt x="193" y="7"/>
                    <a:pt x="193" y="7"/>
                    <a:pt x="194" y="7"/>
                  </a:cubicBezTo>
                  <a:cubicBezTo>
                    <a:pt x="196" y="6"/>
                    <a:pt x="199" y="6"/>
                    <a:pt x="202" y="5"/>
                  </a:cubicBezTo>
                  <a:cubicBezTo>
                    <a:pt x="204" y="5"/>
                    <a:pt x="206" y="5"/>
                    <a:pt x="207" y="5"/>
                  </a:cubicBezTo>
                  <a:cubicBezTo>
                    <a:pt x="208" y="5"/>
                    <a:pt x="208" y="4"/>
                    <a:pt x="209" y="4"/>
                  </a:cubicBezTo>
                  <a:cubicBezTo>
                    <a:pt x="210" y="4"/>
                    <a:pt x="212" y="4"/>
                    <a:pt x="214" y="4"/>
                  </a:cubicBezTo>
                  <a:cubicBezTo>
                    <a:pt x="214" y="4"/>
                    <a:pt x="214" y="4"/>
                    <a:pt x="214" y="4"/>
                  </a:cubicBezTo>
                  <a:cubicBezTo>
                    <a:pt x="216" y="3"/>
                    <a:pt x="217" y="3"/>
                    <a:pt x="219" y="3"/>
                  </a:cubicBezTo>
                  <a:cubicBezTo>
                    <a:pt x="219" y="3"/>
                    <a:pt x="220" y="3"/>
                    <a:pt x="220" y="3"/>
                  </a:cubicBezTo>
                  <a:cubicBezTo>
                    <a:pt x="220" y="3"/>
                    <a:pt x="221" y="3"/>
                    <a:pt x="221" y="3"/>
                  </a:cubicBezTo>
                  <a:cubicBezTo>
                    <a:pt x="221" y="0"/>
                    <a:pt x="221" y="0"/>
                    <a:pt x="221" y="0"/>
                  </a:cubicBezTo>
                  <a:cubicBezTo>
                    <a:pt x="220" y="1"/>
                    <a:pt x="218" y="1"/>
                    <a:pt x="216" y="2"/>
                  </a:cubicBezTo>
                  <a:cubicBezTo>
                    <a:pt x="215" y="2"/>
                    <a:pt x="215" y="2"/>
                    <a:pt x="214" y="2"/>
                  </a:cubicBezTo>
                  <a:cubicBezTo>
                    <a:pt x="213" y="3"/>
                    <a:pt x="212" y="3"/>
                    <a:pt x="211" y="3"/>
                  </a:cubicBezTo>
                  <a:cubicBezTo>
                    <a:pt x="211" y="3"/>
                    <a:pt x="211" y="3"/>
                    <a:pt x="211" y="3"/>
                  </a:cubicBezTo>
                  <a:cubicBezTo>
                    <a:pt x="210" y="3"/>
                    <a:pt x="209" y="4"/>
                    <a:pt x="208" y="4"/>
                  </a:cubicBezTo>
                  <a:cubicBezTo>
                    <a:pt x="207" y="4"/>
                    <a:pt x="206" y="4"/>
                    <a:pt x="206" y="4"/>
                  </a:cubicBezTo>
                  <a:cubicBezTo>
                    <a:pt x="204" y="5"/>
                    <a:pt x="203" y="5"/>
                    <a:pt x="201" y="5"/>
                  </a:cubicBezTo>
                  <a:cubicBezTo>
                    <a:pt x="199" y="5"/>
                    <a:pt x="196" y="6"/>
                    <a:pt x="194" y="6"/>
                  </a:cubicBezTo>
                  <a:cubicBezTo>
                    <a:pt x="193" y="6"/>
                    <a:pt x="193" y="6"/>
                    <a:pt x="192" y="6"/>
                  </a:cubicBezTo>
                  <a:cubicBezTo>
                    <a:pt x="191" y="6"/>
                    <a:pt x="191" y="7"/>
                    <a:pt x="190" y="7"/>
                  </a:cubicBezTo>
                  <a:cubicBezTo>
                    <a:pt x="189" y="7"/>
                    <a:pt x="188" y="7"/>
                    <a:pt x="187" y="7"/>
                  </a:cubicBezTo>
                  <a:cubicBezTo>
                    <a:pt x="164" y="9"/>
                    <a:pt x="133" y="11"/>
                    <a:pt x="98" y="11"/>
                  </a:cubicBezTo>
                  <a:cubicBezTo>
                    <a:pt x="58" y="11"/>
                    <a:pt x="23" y="9"/>
                    <a:pt x="0" y="6"/>
                  </a:cubicBezTo>
                  <a:cubicBezTo>
                    <a:pt x="10" y="9"/>
                    <a:pt x="20" y="12"/>
                    <a:pt x="31" y="15"/>
                  </a:cubicBezTo>
                  <a:cubicBezTo>
                    <a:pt x="32" y="16"/>
                    <a:pt x="34" y="17"/>
                    <a:pt x="35" y="17"/>
                  </a:cubicBezTo>
                  <a:cubicBezTo>
                    <a:pt x="37" y="17"/>
                    <a:pt x="38" y="18"/>
                    <a:pt x="39" y="18"/>
                  </a:cubicBezTo>
                  <a:cubicBezTo>
                    <a:pt x="39" y="18"/>
                    <a:pt x="40" y="19"/>
                    <a:pt x="40" y="19"/>
                  </a:cubicBezTo>
                  <a:cubicBezTo>
                    <a:pt x="48" y="21"/>
                    <a:pt x="55" y="24"/>
                    <a:pt x="62" y="26"/>
                  </a:cubicBezTo>
                  <a:cubicBezTo>
                    <a:pt x="64" y="27"/>
                    <a:pt x="66" y="28"/>
                    <a:pt x="68" y="28"/>
                  </a:cubicBezTo>
                  <a:cubicBezTo>
                    <a:pt x="69" y="29"/>
                    <a:pt x="71" y="30"/>
                    <a:pt x="73" y="30"/>
                  </a:cubicBezTo>
                  <a:cubicBezTo>
                    <a:pt x="82" y="34"/>
                    <a:pt x="90" y="37"/>
                    <a:pt x="98" y="40"/>
                  </a:cubicBezTo>
                  <a:cubicBezTo>
                    <a:pt x="98" y="40"/>
                    <a:pt x="98" y="40"/>
                    <a:pt x="98" y="40"/>
                  </a:cubicBezTo>
                  <a:cubicBezTo>
                    <a:pt x="98" y="40"/>
                    <a:pt x="98" y="40"/>
                    <a:pt x="98" y="40"/>
                  </a:cubicBezTo>
                  <a:cubicBezTo>
                    <a:pt x="100" y="40"/>
                    <a:pt x="102" y="40"/>
                    <a:pt x="103" y="4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7" name="Freeform 177"/>
            <p:cNvSpPr>
              <a:spLocks/>
            </p:cNvSpPr>
            <p:nvPr/>
          </p:nvSpPr>
          <p:spPr bwMode="auto">
            <a:xfrm>
              <a:off x="8378826" y="1912938"/>
              <a:ext cx="236538" cy="23813"/>
            </a:xfrm>
            <a:custGeom>
              <a:avLst/>
              <a:gdLst>
                <a:gd name="T0" fmla="*/ 1 w 156"/>
                <a:gd name="T1" fmla="*/ 4 h 15"/>
                <a:gd name="T2" fmla="*/ 3 w 156"/>
                <a:gd name="T3" fmla="*/ 5 h 15"/>
                <a:gd name="T4" fmla="*/ 8 w 156"/>
                <a:gd name="T5" fmla="*/ 7 h 15"/>
                <a:gd name="T6" fmla="*/ 34 w 156"/>
                <a:gd name="T7" fmla="*/ 11 h 15"/>
                <a:gd name="T8" fmla="*/ 122 w 156"/>
                <a:gd name="T9" fmla="*/ 15 h 15"/>
                <a:gd name="T10" fmla="*/ 156 w 156"/>
                <a:gd name="T11" fmla="*/ 15 h 15"/>
                <a:gd name="T12" fmla="*/ 134 w 156"/>
                <a:gd name="T13" fmla="*/ 15 h 15"/>
                <a:gd name="T14" fmla="*/ 15 w 156"/>
                <a:gd name="T15" fmla="*/ 5 h 15"/>
                <a:gd name="T16" fmla="*/ 10 w 156"/>
                <a:gd name="T17" fmla="*/ 3 h 15"/>
                <a:gd name="T18" fmla="*/ 10 w 156"/>
                <a:gd name="T19" fmla="*/ 3 h 15"/>
                <a:gd name="T20" fmla="*/ 8 w 156"/>
                <a:gd name="T21" fmla="*/ 1 h 15"/>
                <a:gd name="T22" fmla="*/ 7 w 156"/>
                <a:gd name="T23" fmla="*/ 0 h 15"/>
                <a:gd name="T24" fmla="*/ 3 w 156"/>
                <a:gd name="T25" fmla="*/ 1 h 15"/>
                <a:gd name="T26" fmla="*/ 0 w 156"/>
                <a:gd name="T27" fmla="*/ 3 h 15"/>
                <a:gd name="T28" fmla="*/ 0 w 156"/>
                <a:gd name="T29" fmla="*/ 3 h 15"/>
                <a:gd name="T30" fmla="*/ 0 w 156"/>
                <a:gd name="T31" fmla="*/ 3 h 15"/>
                <a:gd name="T32" fmla="*/ 1 w 156"/>
                <a:gd name="T33"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6" h="15">
                  <a:moveTo>
                    <a:pt x="1" y="4"/>
                  </a:moveTo>
                  <a:cubicBezTo>
                    <a:pt x="2" y="5"/>
                    <a:pt x="2" y="5"/>
                    <a:pt x="3" y="5"/>
                  </a:cubicBezTo>
                  <a:cubicBezTo>
                    <a:pt x="4" y="6"/>
                    <a:pt x="6" y="6"/>
                    <a:pt x="8" y="7"/>
                  </a:cubicBezTo>
                  <a:cubicBezTo>
                    <a:pt x="14" y="8"/>
                    <a:pt x="23" y="10"/>
                    <a:pt x="34" y="11"/>
                  </a:cubicBezTo>
                  <a:cubicBezTo>
                    <a:pt x="57" y="13"/>
                    <a:pt x="88" y="15"/>
                    <a:pt x="122" y="15"/>
                  </a:cubicBezTo>
                  <a:cubicBezTo>
                    <a:pt x="134" y="15"/>
                    <a:pt x="145" y="15"/>
                    <a:pt x="156" y="15"/>
                  </a:cubicBezTo>
                  <a:cubicBezTo>
                    <a:pt x="149" y="15"/>
                    <a:pt x="141" y="15"/>
                    <a:pt x="134" y="15"/>
                  </a:cubicBezTo>
                  <a:cubicBezTo>
                    <a:pt x="78" y="15"/>
                    <a:pt x="32" y="11"/>
                    <a:pt x="15" y="5"/>
                  </a:cubicBezTo>
                  <a:cubicBezTo>
                    <a:pt x="13" y="5"/>
                    <a:pt x="12" y="4"/>
                    <a:pt x="10" y="3"/>
                  </a:cubicBezTo>
                  <a:cubicBezTo>
                    <a:pt x="10" y="3"/>
                    <a:pt x="10" y="3"/>
                    <a:pt x="10" y="3"/>
                  </a:cubicBezTo>
                  <a:cubicBezTo>
                    <a:pt x="9" y="3"/>
                    <a:pt x="8" y="2"/>
                    <a:pt x="8" y="1"/>
                  </a:cubicBezTo>
                  <a:cubicBezTo>
                    <a:pt x="7" y="1"/>
                    <a:pt x="7" y="0"/>
                    <a:pt x="7" y="0"/>
                  </a:cubicBezTo>
                  <a:cubicBezTo>
                    <a:pt x="6" y="0"/>
                    <a:pt x="4" y="1"/>
                    <a:pt x="3" y="1"/>
                  </a:cubicBezTo>
                  <a:cubicBezTo>
                    <a:pt x="1" y="2"/>
                    <a:pt x="0" y="3"/>
                    <a:pt x="0" y="3"/>
                  </a:cubicBezTo>
                  <a:cubicBezTo>
                    <a:pt x="0" y="3"/>
                    <a:pt x="0" y="3"/>
                    <a:pt x="0" y="3"/>
                  </a:cubicBezTo>
                  <a:cubicBezTo>
                    <a:pt x="0" y="3"/>
                    <a:pt x="0" y="3"/>
                    <a:pt x="0" y="3"/>
                  </a:cubicBezTo>
                  <a:cubicBezTo>
                    <a:pt x="0" y="3"/>
                    <a:pt x="0" y="4"/>
                    <a:pt x="1" y="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8" name="Freeform 178"/>
            <p:cNvSpPr>
              <a:spLocks/>
            </p:cNvSpPr>
            <p:nvPr/>
          </p:nvSpPr>
          <p:spPr bwMode="auto">
            <a:xfrm>
              <a:off x="8394701" y="1868488"/>
              <a:ext cx="373063" cy="61913"/>
            </a:xfrm>
            <a:custGeom>
              <a:avLst/>
              <a:gdLst>
                <a:gd name="T0" fmla="*/ 0 w 246"/>
                <a:gd name="T1" fmla="*/ 29 h 41"/>
                <a:gd name="T2" fmla="*/ 0 w 246"/>
                <a:gd name="T3" fmla="*/ 29 h 41"/>
                <a:gd name="T4" fmla="*/ 1 w 246"/>
                <a:gd name="T5" fmla="*/ 30 h 41"/>
                <a:gd name="T6" fmla="*/ 4 w 246"/>
                <a:gd name="T7" fmla="*/ 31 h 41"/>
                <a:gd name="T8" fmla="*/ 8 w 246"/>
                <a:gd name="T9" fmla="*/ 32 h 41"/>
                <a:gd name="T10" fmla="*/ 12 w 246"/>
                <a:gd name="T11" fmla="*/ 33 h 41"/>
                <a:gd name="T12" fmla="*/ 23 w 246"/>
                <a:gd name="T13" fmla="*/ 35 h 41"/>
                <a:gd name="T14" fmla="*/ 35 w 246"/>
                <a:gd name="T15" fmla="*/ 37 h 41"/>
                <a:gd name="T16" fmla="*/ 123 w 246"/>
                <a:gd name="T17" fmla="*/ 41 h 41"/>
                <a:gd name="T18" fmla="*/ 203 w 246"/>
                <a:gd name="T19" fmla="*/ 38 h 41"/>
                <a:gd name="T20" fmla="*/ 203 w 246"/>
                <a:gd name="T21" fmla="*/ 37 h 41"/>
                <a:gd name="T22" fmla="*/ 205 w 246"/>
                <a:gd name="T23" fmla="*/ 37 h 41"/>
                <a:gd name="T24" fmla="*/ 206 w 246"/>
                <a:gd name="T25" fmla="*/ 37 h 41"/>
                <a:gd name="T26" fmla="*/ 208 w 246"/>
                <a:gd name="T27" fmla="*/ 37 h 41"/>
                <a:gd name="T28" fmla="*/ 214 w 246"/>
                <a:gd name="T29" fmla="*/ 36 h 41"/>
                <a:gd name="T30" fmla="*/ 216 w 246"/>
                <a:gd name="T31" fmla="*/ 36 h 41"/>
                <a:gd name="T32" fmla="*/ 218 w 246"/>
                <a:gd name="T33" fmla="*/ 36 h 41"/>
                <a:gd name="T34" fmla="*/ 218 w 246"/>
                <a:gd name="T35" fmla="*/ 36 h 41"/>
                <a:gd name="T36" fmla="*/ 223 w 246"/>
                <a:gd name="T37" fmla="*/ 35 h 41"/>
                <a:gd name="T38" fmla="*/ 230 w 246"/>
                <a:gd name="T39" fmla="*/ 34 h 41"/>
                <a:gd name="T40" fmla="*/ 234 w 246"/>
                <a:gd name="T41" fmla="*/ 33 h 41"/>
                <a:gd name="T42" fmla="*/ 234 w 246"/>
                <a:gd name="T43" fmla="*/ 33 h 41"/>
                <a:gd name="T44" fmla="*/ 236 w 246"/>
                <a:gd name="T45" fmla="*/ 33 h 41"/>
                <a:gd name="T46" fmla="*/ 236 w 246"/>
                <a:gd name="T47" fmla="*/ 33 h 41"/>
                <a:gd name="T48" fmla="*/ 238 w 246"/>
                <a:gd name="T49" fmla="*/ 32 h 41"/>
                <a:gd name="T50" fmla="*/ 238 w 246"/>
                <a:gd name="T51" fmla="*/ 32 h 41"/>
                <a:gd name="T52" fmla="*/ 246 w 246"/>
                <a:gd name="T53" fmla="*/ 29 h 41"/>
                <a:gd name="T54" fmla="*/ 246 w 246"/>
                <a:gd name="T55" fmla="*/ 28 h 41"/>
                <a:gd name="T56" fmla="*/ 246 w 246"/>
                <a:gd name="T57" fmla="*/ 26 h 41"/>
                <a:gd name="T58" fmla="*/ 246 w 246"/>
                <a:gd name="T59" fmla="*/ 24 h 41"/>
                <a:gd name="T60" fmla="*/ 246 w 246"/>
                <a:gd name="T61" fmla="*/ 14 h 41"/>
                <a:gd name="T62" fmla="*/ 246 w 246"/>
                <a:gd name="T63" fmla="*/ 12 h 41"/>
                <a:gd name="T64" fmla="*/ 246 w 246"/>
                <a:gd name="T65" fmla="*/ 12 h 41"/>
                <a:gd name="T66" fmla="*/ 246 w 246"/>
                <a:gd name="T67" fmla="*/ 10 h 41"/>
                <a:gd name="T68" fmla="*/ 246 w 246"/>
                <a:gd name="T69" fmla="*/ 10 h 41"/>
                <a:gd name="T70" fmla="*/ 246 w 246"/>
                <a:gd name="T71" fmla="*/ 8 h 41"/>
                <a:gd name="T72" fmla="*/ 246 w 246"/>
                <a:gd name="T73" fmla="*/ 5 h 41"/>
                <a:gd name="T74" fmla="*/ 246 w 246"/>
                <a:gd name="T75" fmla="*/ 3 h 41"/>
                <a:gd name="T76" fmla="*/ 246 w 246"/>
                <a:gd name="T77" fmla="*/ 2 h 41"/>
                <a:gd name="T78" fmla="*/ 242 w 246"/>
                <a:gd name="T79" fmla="*/ 3 h 41"/>
                <a:gd name="T80" fmla="*/ 233 w 246"/>
                <a:gd name="T81" fmla="*/ 4 h 41"/>
                <a:gd name="T82" fmla="*/ 230 w 246"/>
                <a:gd name="T83" fmla="*/ 5 h 41"/>
                <a:gd name="T84" fmla="*/ 230 w 246"/>
                <a:gd name="T85" fmla="*/ 5 h 41"/>
                <a:gd name="T86" fmla="*/ 227 w 246"/>
                <a:gd name="T87" fmla="*/ 5 h 41"/>
                <a:gd name="T88" fmla="*/ 224 w 246"/>
                <a:gd name="T89" fmla="*/ 6 h 41"/>
                <a:gd name="T90" fmla="*/ 224 w 246"/>
                <a:gd name="T91" fmla="*/ 6 h 41"/>
                <a:gd name="T92" fmla="*/ 220 w 246"/>
                <a:gd name="T93" fmla="*/ 6 h 41"/>
                <a:gd name="T94" fmla="*/ 218 w 246"/>
                <a:gd name="T95" fmla="*/ 7 h 41"/>
                <a:gd name="T96" fmla="*/ 216 w 246"/>
                <a:gd name="T97" fmla="*/ 7 h 41"/>
                <a:gd name="T98" fmla="*/ 216 w 246"/>
                <a:gd name="T99" fmla="*/ 7 h 41"/>
                <a:gd name="T100" fmla="*/ 214 w 246"/>
                <a:gd name="T101" fmla="*/ 7 h 41"/>
                <a:gd name="T102" fmla="*/ 211 w 246"/>
                <a:gd name="T103" fmla="*/ 7 h 41"/>
                <a:gd name="T104" fmla="*/ 123 w 246"/>
                <a:gd name="T105" fmla="*/ 11 h 41"/>
                <a:gd name="T106" fmla="*/ 0 w 246"/>
                <a:gd name="T107" fmla="*/ 0 h 41"/>
                <a:gd name="T108" fmla="*/ 0 w 246"/>
                <a:gd name="T109" fmla="*/ 25 h 41"/>
                <a:gd name="T110" fmla="*/ 0 w 246"/>
                <a:gd name="T111" fmla="*/ 27 h 41"/>
                <a:gd name="T112" fmla="*/ 0 w 246"/>
                <a:gd name="T113" fmla="*/ 29 h 41"/>
                <a:gd name="T114" fmla="*/ 0 w 246"/>
                <a:gd name="T115" fmla="*/ 2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46" h="41">
                  <a:moveTo>
                    <a:pt x="0" y="29"/>
                  </a:moveTo>
                  <a:cubicBezTo>
                    <a:pt x="0" y="29"/>
                    <a:pt x="0" y="29"/>
                    <a:pt x="0" y="29"/>
                  </a:cubicBezTo>
                  <a:cubicBezTo>
                    <a:pt x="0" y="29"/>
                    <a:pt x="1" y="30"/>
                    <a:pt x="1" y="30"/>
                  </a:cubicBezTo>
                  <a:cubicBezTo>
                    <a:pt x="2" y="30"/>
                    <a:pt x="3" y="31"/>
                    <a:pt x="4" y="31"/>
                  </a:cubicBezTo>
                  <a:cubicBezTo>
                    <a:pt x="5" y="32"/>
                    <a:pt x="7" y="32"/>
                    <a:pt x="8" y="32"/>
                  </a:cubicBezTo>
                  <a:cubicBezTo>
                    <a:pt x="9" y="33"/>
                    <a:pt x="10" y="33"/>
                    <a:pt x="12" y="33"/>
                  </a:cubicBezTo>
                  <a:cubicBezTo>
                    <a:pt x="15" y="34"/>
                    <a:pt x="18" y="35"/>
                    <a:pt x="23" y="35"/>
                  </a:cubicBezTo>
                  <a:cubicBezTo>
                    <a:pt x="26" y="36"/>
                    <a:pt x="30" y="36"/>
                    <a:pt x="35" y="37"/>
                  </a:cubicBezTo>
                  <a:cubicBezTo>
                    <a:pt x="57" y="39"/>
                    <a:pt x="88" y="41"/>
                    <a:pt x="123" y="41"/>
                  </a:cubicBezTo>
                  <a:cubicBezTo>
                    <a:pt x="153" y="41"/>
                    <a:pt x="181" y="40"/>
                    <a:pt x="203" y="38"/>
                  </a:cubicBezTo>
                  <a:cubicBezTo>
                    <a:pt x="203" y="38"/>
                    <a:pt x="203" y="37"/>
                    <a:pt x="203" y="37"/>
                  </a:cubicBezTo>
                  <a:cubicBezTo>
                    <a:pt x="204" y="37"/>
                    <a:pt x="204" y="37"/>
                    <a:pt x="205" y="37"/>
                  </a:cubicBezTo>
                  <a:cubicBezTo>
                    <a:pt x="205" y="37"/>
                    <a:pt x="205" y="37"/>
                    <a:pt x="206" y="37"/>
                  </a:cubicBezTo>
                  <a:cubicBezTo>
                    <a:pt x="207" y="37"/>
                    <a:pt x="208" y="37"/>
                    <a:pt x="208" y="37"/>
                  </a:cubicBezTo>
                  <a:cubicBezTo>
                    <a:pt x="210" y="37"/>
                    <a:pt x="212" y="37"/>
                    <a:pt x="214" y="36"/>
                  </a:cubicBezTo>
                  <a:cubicBezTo>
                    <a:pt x="214" y="36"/>
                    <a:pt x="215" y="36"/>
                    <a:pt x="216" y="36"/>
                  </a:cubicBezTo>
                  <a:cubicBezTo>
                    <a:pt x="216" y="36"/>
                    <a:pt x="217" y="36"/>
                    <a:pt x="218" y="36"/>
                  </a:cubicBezTo>
                  <a:cubicBezTo>
                    <a:pt x="218" y="36"/>
                    <a:pt x="218" y="36"/>
                    <a:pt x="218" y="36"/>
                  </a:cubicBezTo>
                  <a:cubicBezTo>
                    <a:pt x="219" y="36"/>
                    <a:pt x="221" y="35"/>
                    <a:pt x="223" y="35"/>
                  </a:cubicBezTo>
                  <a:cubicBezTo>
                    <a:pt x="226" y="35"/>
                    <a:pt x="228" y="34"/>
                    <a:pt x="230" y="34"/>
                  </a:cubicBezTo>
                  <a:cubicBezTo>
                    <a:pt x="232" y="34"/>
                    <a:pt x="233" y="33"/>
                    <a:pt x="234" y="33"/>
                  </a:cubicBezTo>
                  <a:cubicBezTo>
                    <a:pt x="234" y="33"/>
                    <a:pt x="234" y="33"/>
                    <a:pt x="234" y="33"/>
                  </a:cubicBezTo>
                  <a:cubicBezTo>
                    <a:pt x="235" y="33"/>
                    <a:pt x="235" y="33"/>
                    <a:pt x="236" y="33"/>
                  </a:cubicBezTo>
                  <a:cubicBezTo>
                    <a:pt x="236" y="33"/>
                    <a:pt x="236" y="33"/>
                    <a:pt x="236" y="33"/>
                  </a:cubicBezTo>
                  <a:cubicBezTo>
                    <a:pt x="237" y="32"/>
                    <a:pt x="238" y="32"/>
                    <a:pt x="238" y="32"/>
                  </a:cubicBezTo>
                  <a:cubicBezTo>
                    <a:pt x="238" y="32"/>
                    <a:pt x="238" y="32"/>
                    <a:pt x="238" y="32"/>
                  </a:cubicBezTo>
                  <a:cubicBezTo>
                    <a:pt x="243" y="31"/>
                    <a:pt x="246" y="29"/>
                    <a:pt x="246" y="29"/>
                  </a:cubicBezTo>
                  <a:cubicBezTo>
                    <a:pt x="246" y="28"/>
                    <a:pt x="246" y="28"/>
                    <a:pt x="246" y="28"/>
                  </a:cubicBezTo>
                  <a:cubicBezTo>
                    <a:pt x="246" y="26"/>
                    <a:pt x="246" y="26"/>
                    <a:pt x="246" y="26"/>
                  </a:cubicBezTo>
                  <a:cubicBezTo>
                    <a:pt x="246" y="24"/>
                    <a:pt x="246" y="24"/>
                    <a:pt x="246" y="24"/>
                  </a:cubicBezTo>
                  <a:cubicBezTo>
                    <a:pt x="246" y="14"/>
                    <a:pt x="246" y="14"/>
                    <a:pt x="246" y="14"/>
                  </a:cubicBezTo>
                  <a:cubicBezTo>
                    <a:pt x="246" y="12"/>
                    <a:pt x="246" y="12"/>
                    <a:pt x="246" y="12"/>
                  </a:cubicBezTo>
                  <a:cubicBezTo>
                    <a:pt x="246" y="12"/>
                    <a:pt x="246" y="12"/>
                    <a:pt x="246" y="12"/>
                  </a:cubicBezTo>
                  <a:cubicBezTo>
                    <a:pt x="246" y="10"/>
                    <a:pt x="246" y="10"/>
                    <a:pt x="246" y="10"/>
                  </a:cubicBezTo>
                  <a:cubicBezTo>
                    <a:pt x="246" y="10"/>
                    <a:pt x="246" y="10"/>
                    <a:pt x="246" y="10"/>
                  </a:cubicBezTo>
                  <a:cubicBezTo>
                    <a:pt x="246" y="8"/>
                    <a:pt x="246" y="8"/>
                    <a:pt x="246" y="8"/>
                  </a:cubicBezTo>
                  <a:cubicBezTo>
                    <a:pt x="246" y="5"/>
                    <a:pt x="246" y="5"/>
                    <a:pt x="246" y="5"/>
                  </a:cubicBezTo>
                  <a:cubicBezTo>
                    <a:pt x="246" y="3"/>
                    <a:pt x="246" y="3"/>
                    <a:pt x="246" y="3"/>
                  </a:cubicBezTo>
                  <a:cubicBezTo>
                    <a:pt x="246" y="2"/>
                    <a:pt x="246" y="2"/>
                    <a:pt x="246" y="2"/>
                  </a:cubicBezTo>
                  <a:cubicBezTo>
                    <a:pt x="245" y="2"/>
                    <a:pt x="243" y="2"/>
                    <a:pt x="242" y="3"/>
                  </a:cubicBezTo>
                  <a:cubicBezTo>
                    <a:pt x="239" y="3"/>
                    <a:pt x="236" y="4"/>
                    <a:pt x="233" y="4"/>
                  </a:cubicBezTo>
                  <a:cubicBezTo>
                    <a:pt x="232" y="4"/>
                    <a:pt x="231" y="4"/>
                    <a:pt x="230" y="5"/>
                  </a:cubicBezTo>
                  <a:cubicBezTo>
                    <a:pt x="230" y="5"/>
                    <a:pt x="230" y="5"/>
                    <a:pt x="230" y="5"/>
                  </a:cubicBezTo>
                  <a:cubicBezTo>
                    <a:pt x="229" y="5"/>
                    <a:pt x="228" y="5"/>
                    <a:pt x="227" y="5"/>
                  </a:cubicBezTo>
                  <a:cubicBezTo>
                    <a:pt x="226" y="5"/>
                    <a:pt x="225" y="6"/>
                    <a:pt x="224" y="6"/>
                  </a:cubicBezTo>
                  <a:cubicBezTo>
                    <a:pt x="224" y="6"/>
                    <a:pt x="224" y="6"/>
                    <a:pt x="224" y="6"/>
                  </a:cubicBezTo>
                  <a:cubicBezTo>
                    <a:pt x="223" y="6"/>
                    <a:pt x="221" y="6"/>
                    <a:pt x="220" y="6"/>
                  </a:cubicBezTo>
                  <a:cubicBezTo>
                    <a:pt x="219" y="6"/>
                    <a:pt x="218" y="7"/>
                    <a:pt x="218" y="7"/>
                  </a:cubicBezTo>
                  <a:cubicBezTo>
                    <a:pt x="217" y="7"/>
                    <a:pt x="217" y="7"/>
                    <a:pt x="216" y="7"/>
                  </a:cubicBezTo>
                  <a:cubicBezTo>
                    <a:pt x="216" y="7"/>
                    <a:pt x="216" y="7"/>
                    <a:pt x="216" y="7"/>
                  </a:cubicBezTo>
                  <a:cubicBezTo>
                    <a:pt x="215" y="7"/>
                    <a:pt x="214" y="7"/>
                    <a:pt x="214" y="7"/>
                  </a:cubicBezTo>
                  <a:cubicBezTo>
                    <a:pt x="213" y="7"/>
                    <a:pt x="212" y="7"/>
                    <a:pt x="211" y="7"/>
                  </a:cubicBezTo>
                  <a:cubicBezTo>
                    <a:pt x="189" y="10"/>
                    <a:pt x="157" y="11"/>
                    <a:pt x="123" y="11"/>
                  </a:cubicBezTo>
                  <a:cubicBezTo>
                    <a:pt x="63" y="11"/>
                    <a:pt x="13" y="7"/>
                    <a:pt x="0" y="0"/>
                  </a:cubicBezTo>
                  <a:cubicBezTo>
                    <a:pt x="0" y="25"/>
                    <a:pt x="0" y="25"/>
                    <a:pt x="0" y="25"/>
                  </a:cubicBezTo>
                  <a:cubicBezTo>
                    <a:pt x="0" y="27"/>
                    <a:pt x="0" y="27"/>
                    <a:pt x="0" y="27"/>
                  </a:cubicBezTo>
                  <a:cubicBezTo>
                    <a:pt x="0" y="29"/>
                    <a:pt x="0" y="29"/>
                    <a:pt x="0" y="29"/>
                  </a:cubicBezTo>
                  <a:cubicBezTo>
                    <a:pt x="0" y="29"/>
                    <a:pt x="0" y="29"/>
                    <a:pt x="0" y="2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9" name="Freeform 179"/>
            <p:cNvSpPr>
              <a:spLocks/>
            </p:cNvSpPr>
            <p:nvPr/>
          </p:nvSpPr>
          <p:spPr bwMode="auto">
            <a:xfrm>
              <a:off x="8394701" y="1855788"/>
              <a:ext cx="36513" cy="14288"/>
            </a:xfrm>
            <a:custGeom>
              <a:avLst/>
              <a:gdLst>
                <a:gd name="T0" fmla="*/ 1 w 24"/>
                <a:gd name="T1" fmla="*/ 5 h 10"/>
                <a:gd name="T2" fmla="*/ 3 w 24"/>
                <a:gd name="T3" fmla="*/ 6 h 10"/>
                <a:gd name="T4" fmla="*/ 8 w 24"/>
                <a:gd name="T5" fmla="*/ 7 h 10"/>
                <a:gd name="T6" fmla="*/ 24 w 24"/>
                <a:gd name="T7" fmla="*/ 10 h 10"/>
                <a:gd name="T8" fmla="*/ 11 w 24"/>
                <a:gd name="T9" fmla="*/ 6 h 10"/>
                <a:gd name="T10" fmla="*/ 10 w 24"/>
                <a:gd name="T11" fmla="*/ 6 h 10"/>
                <a:gd name="T12" fmla="*/ 8 w 24"/>
                <a:gd name="T13" fmla="*/ 4 h 10"/>
                <a:gd name="T14" fmla="*/ 8 w 24"/>
                <a:gd name="T15" fmla="*/ 2 h 10"/>
                <a:gd name="T16" fmla="*/ 8 w 24"/>
                <a:gd name="T17" fmla="*/ 2 h 10"/>
                <a:gd name="T18" fmla="*/ 8 w 24"/>
                <a:gd name="T19" fmla="*/ 0 h 10"/>
                <a:gd name="T20" fmla="*/ 4 w 24"/>
                <a:gd name="T21" fmla="*/ 2 h 10"/>
                <a:gd name="T22" fmla="*/ 0 w 24"/>
                <a:gd name="T23" fmla="*/ 4 h 10"/>
                <a:gd name="T24" fmla="*/ 0 w 24"/>
                <a:gd name="T25" fmla="*/ 4 h 10"/>
                <a:gd name="T26" fmla="*/ 0 w 24"/>
                <a:gd name="T27" fmla="*/ 4 h 10"/>
                <a:gd name="T28" fmla="*/ 1 w 24"/>
                <a:gd name="T2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10">
                  <a:moveTo>
                    <a:pt x="1" y="5"/>
                  </a:moveTo>
                  <a:cubicBezTo>
                    <a:pt x="2" y="5"/>
                    <a:pt x="3" y="5"/>
                    <a:pt x="3" y="6"/>
                  </a:cubicBezTo>
                  <a:cubicBezTo>
                    <a:pt x="5" y="6"/>
                    <a:pt x="6" y="7"/>
                    <a:pt x="8" y="7"/>
                  </a:cubicBezTo>
                  <a:cubicBezTo>
                    <a:pt x="12" y="8"/>
                    <a:pt x="18" y="9"/>
                    <a:pt x="24" y="10"/>
                  </a:cubicBezTo>
                  <a:cubicBezTo>
                    <a:pt x="18" y="9"/>
                    <a:pt x="14" y="8"/>
                    <a:pt x="11" y="6"/>
                  </a:cubicBezTo>
                  <a:cubicBezTo>
                    <a:pt x="11" y="6"/>
                    <a:pt x="11" y="6"/>
                    <a:pt x="10" y="6"/>
                  </a:cubicBezTo>
                  <a:cubicBezTo>
                    <a:pt x="9" y="5"/>
                    <a:pt x="9" y="4"/>
                    <a:pt x="8" y="4"/>
                  </a:cubicBezTo>
                  <a:cubicBezTo>
                    <a:pt x="8" y="3"/>
                    <a:pt x="8" y="2"/>
                    <a:pt x="8" y="2"/>
                  </a:cubicBezTo>
                  <a:cubicBezTo>
                    <a:pt x="8" y="2"/>
                    <a:pt x="8" y="2"/>
                    <a:pt x="8" y="2"/>
                  </a:cubicBezTo>
                  <a:cubicBezTo>
                    <a:pt x="8" y="0"/>
                    <a:pt x="8" y="0"/>
                    <a:pt x="8" y="0"/>
                  </a:cubicBezTo>
                  <a:cubicBezTo>
                    <a:pt x="6" y="1"/>
                    <a:pt x="5" y="1"/>
                    <a:pt x="4" y="2"/>
                  </a:cubicBezTo>
                  <a:cubicBezTo>
                    <a:pt x="1" y="2"/>
                    <a:pt x="0" y="3"/>
                    <a:pt x="0" y="4"/>
                  </a:cubicBezTo>
                  <a:cubicBezTo>
                    <a:pt x="0" y="4"/>
                    <a:pt x="0" y="4"/>
                    <a:pt x="0" y="4"/>
                  </a:cubicBezTo>
                  <a:cubicBezTo>
                    <a:pt x="0" y="4"/>
                    <a:pt x="0" y="4"/>
                    <a:pt x="0" y="4"/>
                  </a:cubicBezTo>
                  <a:cubicBezTo>
                    <a:pt x="0" y="4"/>
                    <a:pt x="1" y="4"/>
                    <a:pt x="1" y="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0" name="Freeform 180"/>
            <p:cNvSpPr>
              <a:spLocks/>
            </p:cNvSpPr>
            <p:nvPr/>
          </p:nvSpPr>
          <p:spPr bwMode="auto">
            <a:xfrm>
              <a:off x="8413751" y="1814513"/>
              <a:ext cx="373063" cy="60325"/>
            </a:xfrm>
            <a:custGeom>
              <a:avLst/>
              <a:gdLst>
                <a:gd name="T0" fmla="*/ 0 w 246"/>
                <a:gd name="T1" fmla="*/ 28 h 40"/>
                <a:gd name="T2" fmla="*/ 0 w 246"/>
                <a:gd name="T3" fmla="*/ 29 h 40"/>
                <a:gd name="T4" fmla="*/ 0 w 246"/>
                <a:gd name="T5" fmla="*/ 29 h 40"/>
                <a:gd name="T6" fmla="*/ 1 w 246"/>
                <a:gd name="T7" fmla="*/ 30 h 40"/>
                <a:gd name="T8" fmla="*/ 3 w 246"/>
                <a:gd name="T9" fmla="*/ 31 h 40"/>
                <a:gd name="T10" fmla="*/ 8 w 246"/>
                <a:gd name="T11" fmla="*/ 32 h 40"/>
                <a:gd name="T12" fmla="*/ 10 w 246"/>
                <a:gd name="T13" fmla="*/ 33 h 40"/>
                <a:gd name="T14" fmla="*/ 34 w 246"/>
                <a:gd name="T15" fmla="*/ 36 h 40"/>
                <a:gd name="T16" fmla="*/ 123 w 246"/>
                <a:gd name="T17" fmla="*/ 40 h 40"/>
                <a:gd name="T18" fmla="*/ 202 w 246"/>
                <a:gd name="T19" fmla="*/ 37 h 40"/>
                <a:gd name="T20" fmla="*/ 202 w 246"/>
                <a:gd name="T21" fmla="*/ 37 h 40"/>
                <a:gd name="T22" fmla="*/ 204 w 246"/>
                <a:gd name="T23" fmla="*/ 37 h 40"/>
                <a:gd name="T24" fmla="*/ 207 w 246"/>
                <a:gd name="T25" fmla="*/ 37 h 40"/>
                <a:gd name="T26" fmla="*/ 211 w 246"/>
                <a:gd name="T27" fmla="*/ 36 h 40"/>
                <a:gd name="T28" fmla="*/ 213 w 246"/>
                <a:gd name="T29" fmla="*/ 36 h 40"/>
                <a:gd name="T30" fmla="*/ 215 w 246"/>
                <a:gd name="T31" fmla="*/ 36 h 40"/>
                <a:gd name="T32" fmla="*/ 217 w 246"/>
                <a:gd name="T33" fmla="*/ 36 h 40"/>
                <a:gd name="T34" fmla="*/ 220 w 246"/>
                <a:gd name="T35" fmla="*/ 35 h 40"/>
                <a:gd name="T36" fmla="*/ 234 w 246"/>
                <a:gd name="T37" fmla="*/ 33 h 40"/>
                <a:gd name="T38" fmla="*/ 234 w 246"/>
                <a:gd name="T39" fmla="*/ 33 h 40"/>
                <a:gd name="T40" fmla="*/ 235 w 246"/>
                <a:gd name="T41" fmla="*/ 32 h 40"/>
                <a:gd name="T42" fmla="*/ 236 w 246"/>
                <a:gd name="T43" fmla="*/ 32 h 40"/>
                <a:gd name="T44" fmla="*/ 237 w 246"/>
                <a:gd name="T45" fmla="*/ 32 h 40"/>
                <a:gd name="T46" fmla="*/ 238 w 246"/>
                <a:gd name="T47" fmla="*/ 32 h 40"/>
                <a:gd name="T48" fmla="*/ 244 w 246"/>
                <a:gd name="T49" fmla="*/ 29 h 40"/>
                <a:gd name="T50" fmla="*/ 246 w 246"/>
                <a:gd name="T51" fmla="*/ 29 h 40"/>
                <a:gd name="T52" fmla="*/ 246 w 246"/>
                <a:gd name="T53" fmla="*/ 27 h 40"/>
                <a:gd name="T54" fmla="*/ 246 w 246"/>
                <a:gd name="T55" fmla="*/ 25 h 40"/>
                <a:gd name="T56" fmla="*/ 246 w 246"/>
                <a:gd name="T57" fmla="*/ 16 h 40"/>
                <a:gd name="T58" fmla="*/ 246 w 246"/>
                <a:gd name="T59" fmla="*/ 14 h 40"/>
                <a:gd name="T60" fmla="*/ 246 w 246"/>
                <a:gd name="T61" fmla="*/ 14 h 40"/>
                <a:gd name="T62" fmla="*/ 246 w 246"/>
                <a:gd name="T63" fmla="*/ 12 h 40"/>
                <a:gd name="T64" fmla="*/ 246 w 246"/>
                <a:gd name="T65" fmla="*/ 12 h 40"/>
                <a:gd name="T66" fmla="*/ 246 w 246"/>
                <a:gd name="T67" fmla="*/ 10 h 40"/>
                <a:gd name="T68" fmla="*/ 246 w 246"/>
                <a:gd name="T69" fmla="*/ 6 h 40"/>
                <a:gd name="T70" fmla="*/ 246 w 246"/>
                <a:gd name="T71" fmla="*/ 4 h 40"/>
                <a:gd name="T72" fmla="*/ 246 w 246"/>
                <a:gd name="T73" fmla="*/ 3 h 40"/>
                <a:gd name="T74" fmla="*/ 236 w 246"/>
                <a:gd name="T75" fmla="*/ 4 h 40"/>
                <a:gd name="T76" fmla="*/ 227 w 246"/>
                <a:gd name="T77" fmla="*/ 6 h 40"/>
                <a:gd name="T78" fmla="*/ 226 w 246"/>
                <a:gd name="T79" fmla="*/ 6 h 40"/>
                <a:gd name="T80" fmla="*/ 224 w 246"/>
                <a:gd name="T81" fmla="*/ 6 h 40"/>
                <a:gd name="T82" fmla="*/ 222 w 246"/>
                <a:gd name="T83" fmla="*/ 6 h 40"/>
                <a:gd name="T84" fmla="*/ 219 w 246"/>
                <a:gd name="T85" fmla="*/ 6 h 40"/>
                <a:gd name="T86" fmla="*/ 219 w 246"/>
                <a:gd name="T87" fmla="*/ 6 h 40"/>
                <a:gd name="T88" fmla="*/ 215 w 246"/>
                <a:gd name="T89" fmla="*/ 7 h 40"/>
                <a:gd name="T90" fmla="*/ 215 w 246"/>
                <a:gd name="T91" fmla="*/ 7 h 40"/>
                <a:gd name="T92" fmla="*/ 213 w 246"/>
                <a:gd name="T93" fmla="*/ 7 h 40"/>
                <a:gd name="T94" fmla="*/ 212 w 246"/>
                <a:gd name="T95" fmla="*/ 7 h 40"/>
                <a:gd name="T96" fmla="*/ 211 w 246"/>
                <a:gd name="T97" fmla="*/ 7 h 40"/>
                <a:gd name="T98" fmla="*/ 208 w 246"/>
                <a:gd name="T99" fmla="*/ 7 h 40"/>
                <a:gd name="T100" fmla="*/ 123 w 246"/>
                <a:gd name="T101" fmla="*/ 11 h 40"/>
                <a:gd name="T102" fmla="*/ 0 w 246"/>
                <a:gd name="T103" fmla="*/ 0 h 40"/>
                <a:gd name="T104" fmla="*/ 0 w 246"/>
                <a:gd name="T105" fmla="*/ 22 h 40"/>
                <a:gd name="T106" fmla="*/ 0 w 246"/>
                <a:gd name="T107" fmla="*/ 24 h 40"/>
                <a:gd name="T108" fmla="*/ 0 w 246"/>
                <a:gd name="T109" fmla="*/ 26 h 40"/>
                <a:gd name="T110" fmla="*/ 0 w 246"/>
                <a:gd name="T111" fmla="*/ 2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6" h="40">
                  <a:moveTo>
                    <a:pt x="0" y="28"/>
                  </a:moveTo>
                  <a:cubicBezTo>
                    <a:pt x="0" y="28"/>
                    <a:pt x="0" y="29"/>
                    <a:pt x="0" y="29"/>
                  </a:cubicBezTo>
                  <a:cubicBezTo>
                    <a:pt x="0" y="29"/>
                    <a:pt x="0" y="29"/>
                    <a:pt x="0" y="29"/>
                  </a:cubicBezTo>
                  <a:cubicBezTo>
                    <a:pt x="0" y="29"/>
                    <a:pt x="0" y="29"/>
                    <a:pt x="1" y="30"/>
                  </a:cubicBezTo>
                  <a:cubicBezTo>
                    <a:pt x="2" y="30"/>
                    <a:pt x="2" y="30"/>
                    <a:pt x="3" y="31"/>
                  </a:cubicBezTo>
                  <a:cubicBezTo>
                    <a:pt x="5" y="31"/>
                    <a:pt x="6" y="32"/>
                    <a:pt x="8" y="32"/>
                  </a:cubicBezTo>
                  <a:cubicBezTo>
                    <a:pt x="9" y="32"/>
                    <a:pt x="9" y="32"/>
                    <a:pt x="10" y="33"/>
                  </a:cubicBezTo>
                  <a:cubicBezTo>
                    <a:pt x="16" y="34"/>
                    <a:pt x="24" y="35"/>
                    <a:pt x="34" y="36"/>
                  </a:cubicBezTo>
                  <a:cubicBezTo>
                    <a:pt x="57" y="39"/>
                    <a:pt x="88" y="40"/>
                    <a:pt x="123" y="40"/>
                  </a:cubicBezTo>
                  <a:cubicBezTo>
                    <a:pt x="153" y="40"/>
                    <a:pt x="180" y="39"/>
                    <a:pt x="202" y="37"/>
                  </a:cubicBezTo>
                  <a:cubicBezTo>
                    <a:pt x="202" y="37"/>
                    <a:pt x="202" y="37"/>
                    <a:pt x="202" y="37"/>
                  </a:cubicBezTo>
                  <a:cubicBezTo>
                    <a:pt x="202" y="37"/>
                    <a:pt x="203" y="37"/>
                    <a:pt x="204" y="37"/>
                  </a:cubicBezTo>
                  <a:cubicBezTo>
                    <a:pt x="205" y="37"/>
                    <a:pt x="206" y="37"/>
                    <a:pt x="207" y="37"/>
                  </a:cubicBezTo>
                  <a:cubicBezTo>
                    <a:pt x="208" y="37"/>
                    <a:pt x="210" y="37"/>
                    <a:pt x="211" y="36"/>
                  </a:cubicBezTo>
                  <a:cubicBezTo>
                    <a:pt x="212" y="36"/>
                    <a:pt x="212" y="36"/>
                    <a:pt x="213" y="36"/>
                  </a:cubicBezTo>
                  <a:cubicBezTo>
                    <a:pt x="214" y="36"/>
                    <a:pt x="214" y="36"/>
                    <a:pt x="215" y="36"/>
                  </a:cubicBezTo>
                  <a:cubicBezTo>
                    <a:pt x="215" y="36"/>
                    <a:pt x="216" y="36"/>
                    <a:pt x="217" y="36"/>
                  </a:cubicBezTo>
                  <a:cubicBezTo>
                    <a:pt x="218" y="36"/>
                    <a:pt x="219" y="35"/>
                    <a:pt x="220" y="35"/>
                  </a:cubicBezTo>
                  <a:cubicBezTo>
                    <a:pt x="226" y="34"/>
                    <a:pt x="230" y="34"/>
                    <a:pt x="234" y="33"/>
                  </a:cubicBezTo>
                  <a:cubicBezTo>
                    <a:pt x="234" y="33"/>
                    <a:pt x="234" y="33"/>
                    <a:pt x="234" y="33"/>
                  </a:cubicBezTo>
                  <a:cubicBezTo>
                    <a:pt x="235" y="33"/>
                    <a:pt x="235" y="33"/>
                    <a:pt x="235" y="32"/>
                  </a:cubicBezTo>
                  <a:cubicBezTo>
                    <a:pt x="236" y="32"/>
                    <a:pt x="236" y="32"/>
                    <a:pt x="236" y="32"/>
                  </a:cubicBezTo>
                  <a:cubicBezTo>
                    <a:pt x="236" y="32"/>
                    <a:pt x="237" y="32"/>
                    <a:pt x="237" y="32"/>
                  </a:cubicBezTo>
                  <a:cubicBezTo>
                    <a:pt x="238" y="32"/>
                    <a:pt x="238" y="32"/>
                    <a:pt x="238" y="32"/>
                  </a:cubicBezTo>
                  <a:cubicBezTo>
                    <a:pt x="241" y="31"/>
                    <a:pt x="243" y="30"/>
                    <a:pt x="244" y="29"/>
                  </a:cubicBezTo>
                  <a:cubicBezTo>
                    <a:pt x="245" y="29"/>
                    <a:pt x="245" y="29"/>
                    <a:pt x="246" y="29"/>
                  </a:cubicBezTo>
                  <a:cubicBezTo>
                    <a:pt x="246" y="27"/>
                    <a:pt x="246" y="27"/>
                    <a:pt x="246" y="27"/>
                  </a:cubicBezTo>
                  <a:cubicBezTo>
                    <a:pt x="246" y="25"/>
                    <a:pt x="246" y="25"/>
                    <a:pt x="246" y="25"/>
                  </a:cubicBezTo>
                  <a:cubicBezTo>
                    <a:pt x="246" y="16"/>
                    <a:pt x="246" y="16"/>
                    <a:pt x="246" y="16"/>
                  </a:cubicBezTo>
                  <a:cubicBezTo>
                    <a:pt x="246" y="14"/>
                    <a:pt x="246" y="14"/>
                    <a:pt x="246" y="14"/>
                  </a:cubicBezTo>
                  <a:cubicBezTo>
                    <a:pt x="246" y="14"/>
                    <a:pt x="246" y="14"/>
                    <a:pt x="246" y="14"/>
                  </a:cubicBezTo>
                  <a:cubicBezTo>
                    <a:pt x="246" y="12"/>
                    <a:pt x="246" y="12"/>
                    <a:pt x="246" y="12"/>
                  </a:cubicBezTo>
                  <a:cubicBezTo>
                    <a:pt x="246" y="12"/>
                    <a:pt x="246" y="12"/>
                    <a:pt x="246" y="12"/>
                  </a:cubicBezTo>
                  <a:cubicBezTo>
                    <a:pt x="246" y="10"/>
                    <a:pt x="246" y="10"/>
                    <a:pt x="246" y="10"/>
                  </a:cubicBezTo>
                  <a:cubicBezTo>
                    <a:pt x="246" y="6"/>
                    <a:pt x="246" y="6"/>
                    <a:pt x="246" y="6"/>
                  </a:cubicBezTo>
                  <a:cubicBezTo>
                    <a:pt x="246" y="4"/>
                    <a:pt x="246" y="4"/>
                    <a:pt x="246" y="4"/>
                  </a:cubicBezTo>
                  <a:cubicBezTo>
                    <a:pt x="246" y="3"/>
                    <a:pt x="246" y="3"/>
                    <a:pt x="246" y="3"/>
                  </a:cubicBezTo>
                  <a:cubicBezTo>
                    <a:pt x="243" y="3"/>
                    <a:pt x="240" y="4"/>
                    <a:pt x="236" y="4"/>
                  </a:cubicBezTo>
                  <a:cubicBezTo>
                    <a:pt x="233" y="5"/>
                    <a:pt x="230" y="5"/>
                    <a:pt x="227" y="6"/>
                  </a:cubicBezTo>
                  <a:cubicBezTo>
                    <a:pt x="227" y="6"/>
                    <a:pt x="226" y="6"/>
                    <a:pt x="226" y="6"/>
                  </a:cubicBezTo>
                  <a:cubicBezTo>
                    <a:pt x="225" y="6"/>
                    <a:pt x="225" y="6"/>
                    <a:pt x="224" y="6"/>
                  </a:cubicBezTo>
                  <a:cubicBezTo>
                    <a:pt x="223" y="6"/>
                    <a:pt x="223" y="6"/>
                    <a:pt x="222" y="6"/>
                  </a:cubicBezTo>
                  <a:cubicBezTo>
                    <a:pt x="221" y="6"/>
                    <a:pt x="220" y="6"/>
                    <a:pt x="219" y="6"/>
                  </a:cubicBezTo>
                  <a:cubicBezTo>
                    <a:pt x="219" y="6"/>
                    <a:pt x="219" y="6"/>
                    <a:pt x="219" y="6"/>
                  </a:cubicBezTo>
                  <a:cubicBezTo>
                    <a:pt x="217" y="7"/>
                    <a:pt x="216" y="7"/>
                    <a:pt x="215" y="7"/>
                  </a:cubicBezTo>
                  <a:cubicBezTo>
                    <a:pt x="215" y="7"/>
                    <a:pt x="215" y="7"/>
                    <a:pt x="215" y="7"/>
                  </a:cubicBezTo>
                  <a:cubicBezTo>
                    <a:pt x="214" y="7"/>
                    <a:pt x="213" y="7"/>
                    <a:pt x="213" y="7"/>
                  </a:cubicBezTo>
                  <a:cubicBezTo>
                    <a:pt x="213" y="7"/>
                    <a:pt x="212" y="7"/>
                    <a:pt x="212" y="7"/>
                  </a:cubicBezTo>
                  <a:cubicBezTo>
                    <a:pt x="212" y="7"/>
                    <a:pt x="211" y="7"/>
                    <a:pt x="211" y="7"/>
                  </a:cubicBezTo>
                  <a:cubicBezTo>
                    <a:pt x="210" y="7"/>
                    <a:pt x="209" y="7"/>
                    <a:pt x="208" y="7"/>
                  </a:cubicBezTo>
                  <a:cubicBezTo>
                    <a:pt x="185" y="10"/>
                    <a:pt x="155" y="11"/>
                    <a:pt x="123" y="11"/>
                  </a:cubicBezTo>
                  <a:cubicBezTo>
                    <a:pt x="63" y="11"/>
                    <a:pt x="13" y="7"/>
                    <a:pt x="0" y="0"/>
                  </a:cubicBezTo>
                  <a:cubicBezTo>
                    <a:pt x="0" y="22"/>
                    <a:pt x="0" y="22"/>
                    <a:pt x="0" y="22"/>
                  </a:cubicBezTo>
                  <a:cubicBezTo>
                    <a:pt x="0" y="24"/>
                    <a:pt x="0" y="24"/>
                    <a:pt x="0" y="24"/>
                  </a:cubicBezTo>
                  <a:cubicBezTo>
                    <a:pt x="0" y="26"/>
                    <a:pt x="0" y="26"/>
                    <a:pt x="0" y="26"/>
                  </a:cubicBezTo>
                  <a:lnTo>
                    <a:pt x="0" y="28"/>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1" name="Freeform 181"/>
            <p:cNvSpPr>
              <a:spLocks/>
            </p:cNvSpPr>
            <p:nvPr/>
          </p:nvSpPr>
          <p:spPr bwMode="auto">
            <a:xfrm>
              <a:off x="8413751" y="1801813"/>
              <a:ext cx="34925" cy="15875"/>
            </a:xfrm>
            <a:custGeom>
              <a:avLst/>
              <a:gdLst>
                <a:gd name="T0" fmla="*/ 1 w 23"/>
                <a:gd name="T1" fmla="*/ 5 h 11"/>
                <a:gd name="T2" fmla="*/ 3 w 23"/>
                <a:gd name="T3" fmla="*/ 6 h 11"/>
                <a:gd name="T4" fmla="*/ 8 w 23"/>
                <a:gd name="T5" fmla="*/ 8 h 11"/>
                <a:gd name="T6" fmla="*/ 23 w 23"/>
                <a:gd name="T7" fmla="*/ 11 h 11"/>
                <a:gd name="T8" fmla="*/ 14 w 23"/>
                <a:gd name="T9" fmla="*/ 7 h 11"/>
                <a:gd name="T10" fmla="*/ 12 w 23"/>
                <a:gd name="T11" fmla="*/ 6 h 11"/>
                <a:gd name="T12" fmla="*/ 11 w 23"/>
                <a:gd name="T13" fmla="*/ 4 h 11"/>
                <a:gd name="T14" fmla="*/ 10 w 23"/>
                <a:gd name="T15" fmla="*/ 3 h 11"/>
                <a:gd name="T16" fmla="*/ 10 w 23"/>
                <a:gd name="T17" fmla="*/ 2 h 11"/>
                <a:gd name="T18" fmla="*/ 10 w 23"/>
                <a:gd name="T19" fmla="*/ 0 h 11"/>
                <a:gd name="T20" fmla="*/ 10 w 23"/>
                <a:gd name="T21" fmla="*/ 0 h 11"/>
                <a:gd name="T22" fmla="*/ 3 w 23"/>
                <a:gd name="T23" fmla="*/ 2 h 11"/>
                <a:gd name="T24" fmla="*/ 0 w 23"/>
                <a:gd name="T25" fmla="*/ 4 h 11"/>
                <a:gd name="T26" fmla="*/ 0 w 23"/>
                <a:gd name="T27" fmla="*/ 4 h 11"/>
                <a:gd name="T28" fmla="*/ 0 w 23"/>
                <a:gd name="T29" fmla="*/ 4 h 11"/>
                <a:gd name="T30" fmla="*/ 1 w 23"/>
                <a:gd name="T31"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11">
                  <a:moveTo>
                    <a:pt x="1" y="5"/>
                  </a:moveTo>
                  <a:cubicBezTo>
                    <a:pt x="2" y="6"/>
                    <a:pt x="2" y="6"/>
                    <a:pt x="3" y="6"/>
                  </a:cubicBezTo>
                  <a:cubicBezTo>
                    <a:pt x="5" y="7"/>
                    <a:pt x="6" y="7"/>
                    <a:pt x="8" y="8"/>
                  </a:cubicBezTo>
                  <a:cubicBezTo>
                    <a:pt x="12" y="9"/>
                    <a:pt x="17" y="10"/>
                    <a:pt x="23" y="11"/>
                  </a:cubicBezTo>
                  <a:cubicBezTo>
                    <a:pt x="19" y="10"/>
                    <a:pt x="16" y="9"/>
                    <a:pt x="14" y="7"/>
                  </a:cubicBezTo>
                  <a:cubicBezTo>
                    <a:pt x="13" y="7"/>
                    <a:pt x="13" y="7"/>
                    <a:pt x="12" y="6"/>
                  </a:cubicBezTo>
                  <a:cubicBezTo>
                    <a:pt x="11" y="6"/>
                    <a:pt x="11" y="5"/>
                    <a:pt x="11" y="4"/>
                  </a:cubicBezTo>
                  <a:cubicBezTo>
                    <a:pt x="10" y="4"/>
                    <a:pt x="10" y="3"/>
                    <a:pt x="10" y="3"/>
                  </a:cubicBezTo>
                  <a:cubicBezTo>
                    <a:pt x="10" y="2"/>
                    <a:pt x="10" y="2"/>
                    <a:pt x="10" y="2"/>
                  </a:cubicBezTo>
                  <a:cubicBezTo>
                    <a:pt x="10" y="0"/>
                    <a:pt x="10" y="0"/>
                    <a:pt x="10" y="0"/>
                  </a:cubicBezTo>
                  <a:cubicBezTo>
                    <a:pt x="10" y="0"/>
                    <a:pt x="10" y="0"/>
                    <a:pt x="10" y="0"/>
                  </a:cubicBezTo>
                  <a:cubicBezTo>
                    <a:pt x="7" y="1"/>
                    <a:pt x="5" y="2"/>
                    <a:pt x="3" y="2"/>
                  </a:cubicBezTo>
                  <a:cubicBezTo>
                    <a:pt x="1" y="3"/>
                    <a:pt x="0" y="4"/>
                    <a:pt x="0" y="4"/>
                  </a:cubicBezTo>
                  <a:cubicBezTo>
                    <a:pt x="0" y="4"/>
                    <a:pt x="0" y="4"/>
                    <a:pt x="0" y="4"/>
                  </a:cubicBezTo>
                  <a:cubicBezTo>
                    <a:pt x="0" y="4"/>
                    <a:pt x="0" y="4"/>
                    <a:pt x="0" y="4"/>
                  </a:cubicBezTo>
                  <a:cubicBezTo>
                    <a:pt x="0" y="5"/>
                    <a:pt x="0" y="5"/>
                    <a:pt x="1" y="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2" name="Freeform 182"/>
            <p:cNvSpPr>
              <a:spLocks/>
            </p:cNvSpPr>
            <p:nvPr/>
          </p:nvSpPr>
          <p:spPr bwMode="auto">
            <a:xfrm>
              <a:off x="8434388" y="1762125"/>
              <a:ext cx="373063" cy="61913"/>
            </a:xfrm>
            <a:custGeom>
              <a:avLst/>
              <a:gdLst>
                <a:gd name="T0" fmla="*/ 0 w 246"/>
                <a:gd name="T1" fmla="*/ 28 h 41"/>
                <a:gd name="T2" fmla="*/ 0 w 246"/>
                <a:gd name="T3" fmla="*/ 29 h 41"/>
                <a:gd name="T4" fmla="*/ 0 w 246"/>
                <a:gd name="T5" fmla="*/ 29 h 41"/>
                <a:gd name="T6" fmla="*/ 2 w 246"/>
                <a:gd name="T7" fmla="*/ 30 h 41"/>
                <a:gd name="T8" fmla="*/ 2 w 246"/>
                <a:gd name="T9" fmla="*/ 30 h 41"/>
                <a:gd name="T10" fmla="*/ 8 w 246"/>
                <a:gd name="T11" fmla="*/ 32 h 41"/>
                <a:gd name="T12" fmla="*/ 9 w 246"/>
                <a:gd name="T13" fmla="*/ 32 h 41"/>
                <a:gd name="T14" fmla="*/ 35 w 246"/>
                <a:gd name="T15" fmla="*/ 37 h 41"/>
                <a:gd name="T16" fmla="*/ 123 w 246"/>
                <a:gd name="T17" fmla="*/ 41 h 41"/>
                <a:gd name="T18" fmla="*/ 194 w 246"/>
                <a:gd name="T19" fmla="*/ 38 h 41"/>
                <a:gd name="T20" fmla="*/ 197 w 246"/>
                <a:gd name="T21" fmla="*/ 38 h 41"/>
                <a:gd name="T22" fmla="*/ 197 w 246"/>
                <a:gd name="T23" fmla="*/ 38 h 41"/>
                <a:gd name="T24" fmla="*/ 200 w 246"/>
                <a:gd name="T25" fmla="*/ 38 h 41"/>
                <a:gd name="T26" fmla="*/ 204 w 246"/>
                <a:gd name="T27" fmla="*/ 37 h 41"/>
                <a:gd name="T28" fmla="*/ 205 w 246"/>
                <a:gd name="T29" fmla="*/ 37 h 41"/>
                <a:gd name="T30" fmla="*/ 208 w 246"/>
                <a:gd name="T31" fmla="*/ 37 h 41"/>
                <a:gd name="T32" fmla="*/ 210 w 246"/>
                <a:gd name="T33" fmla="*/ 37 h 41"/>
                <a:gd name="T34" fmla="*/ 212 w 246"/>
                <a:gd name="T35" fmla="*/ 37 h 41"/>
                <a:gd name="T36" fmla="*/ 227 w 246"/>
                <a:gd name="T37" fmla="*/ 35 h 41"/>
                <a:gd name="T38" fmla="*/ 232 w 246"/>
                <a:gd name="T39" fmla="*/ 34 h 41"/>
                <a:gd name="T40" fmla="*/ 234 w 246"/>
                <a:gd name="T41" fmla="*/ 33 h 41"/>
                <a:gd name="T42" fmla="*/ 234 w 246"/>
                <a:gd name="T43" fmla="*/ 33 h 41"/>
                <a:gd name="T44" fmla="*/ 236 w 246"/>
                <a:gd name="T45" fmla="*/ 33 h 41"/>
                <a:gd name="T46" fmla="*/ 236 w 246"/>
                <a:gd name="T47" fmla="*/ 33 h 41"/>
                <a:gd name="T48" fmla="*/ 243 w 246"/>
                <a:gd name="T49" fmla="*/ 31 h 41"/>
                <a:gd name="T50" fmla="*/ 246 w 246"/>
                <a:gd name="T51" fmla="*/ 29 h 41"/>
                <a:gd name="T52" fmla="*/ 246 w 246"/>
                <a:gd name="T53" fmla="*/ 29 h 41"/>
                <a:gd name="T54" fmla="*/ 246 w 246"/>
                <a:gd name="T55" fmla="*/ 27 h 41"/>
                <a:gd name="T56" fmla="*/ 246 w 246"/>
                <a:gd name="T57" fmla="*/ 18 h 41"/>
                <a:gd name="T58" fmla="*/ 246 w 246"/>
                <a:gd name="T59" fmla="*/ 17 h 41"/>
                <a:gd name="T60" fmla="*/ 246 w 246"/>
                <a:gd name="T61" fmla="*/ 16 h 41"/>
                <a:gd name="T62" fmla="*/ 246 w 246"/>
                <a:gd name="T63" fmla="*/ 15 h 41"/>
                <a:gd name="T64" fmla="*/ 246 w 246"/>
                <a:gd name="T65" fmla="*/ 14 h 41"/>
                <a:gd name="T66" fmla="*/ 246 w 246"/>
                <a:gd name="T67" fmla="*/ 13 h 41"/>
                <a:gd name="T68" fmla="*/ 246 w 246"/>
                <a:gd name="T69" fmla="*/ 8 h 41"/>
                <a:gd name="T70" fmla="*/ 246 w 246"/>
                <a:gd name="T71" fmla="*/ 6 h 41"/>
                <a:gd name="T72" fmla="*/ 246 w 246"/>
                <a:gd name="T73" fmla="*/ 4 h 41"/>
                <a:gd name="T74" fmla="*/ 246 w 246"/>
                <a:gd name="T75" fmla="*/ 0 h 41"/>
                <a:gd name="T76" fmla="*/ 239 w 246"/>
                <a:gd name="T77" fmla="*/ 3 h 41"/>
                <a:gd name="T78" fmla="*/ 233 w 246"/>
                <a:gd name="T79" fmla="*/ 4 h 41"/>
                <a:gd name="T80" fmla="*/ 221 w 246"/>
                <a:gd name="T81" fmla="*/ 6 h 41"/>
                <a:gd name="T82" fmla="*/ 213 w 246"/>
                <a:gd name="T83" fmla="*/ 7 h 41"/>
                <a:gd name="T84" fmla="*/ 212 w 246"/>
                <a:gd name="T85" fmla="*/ 7 h 41"/>
                <a:gd name="T86" fmla="*/ 212 w 246"/>
                <a:gd name="T87" fmla="*/ 7 h 41"/>
                <a:gd name="T88" fmla="*/ 210 w 246"/>
                <a:gd name="T89" fmla="*/ 8 h 41"/>
                <a:gd name="T90" fmla="*/ 210 w 246"/>
                <a:gd name="T91" fmla="*/ 8 h 41"/>
                <a:gd name="T92" fmla="*/ 208 w 246"/>
                <a:gd name="T93" fmla="*/ 8 h 41"/>
                <a:gd name="T94" fmla="*/ 208 w 246"/>
                <a:gd name="T95" fmla="*/ 8 h 41"/>
                <a:gd name="T96" fmla="*/ 207 w 246"/>
                <a:gd name="T97" fmla="*/ 8 h 41"/>
                <a:gd name="T98" fmla="*/ 204 w 246"/>
                <a:gd name="T99" fmla="*/ 8 h 41"/>
                <a:gd name="T100" fmla="*/ 123 w 246"/>
                <a:gd name="T101" fmla="*/ 11 h 41"/>
                <a:gd name="T102" fmla="*/ 16 w 246"/>
                <a:gd name="T103" fmla="*/ 5 h 41"/>
                <a:gd name="T104" fmla="*/ 0 w 246"/>
                <a:gd name="T105" fmla="*/ 3 h 41"/>
                <a:gd name="T106" fmla="*/ 0 w 246"/>
                <a:gd name="T107" fmla="*/ 21 h 41"/>
                <a:gd name="T108" fmla="*/ 0 w 246"/>
                <a:gd name="T109" fmla="*/ 23 h 41"/>
                <a:gd name="T110" fmla="*/ 0 w 246"/>
                <a:gd name="T111" fmla="*/ 25 h 41"/>
                <a:gd name="T112" fmla="*/ 0 w 246"/>
                <a:gd name="T113" fmla="*/ 2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6" h="41">
                  <a:moveTo>
                    <a:pt x="0" y="28"/>
                  </a:moveTo>
                  <a:cubicBezTo>
                    <a:pt x="0" y="29"/>
                    <a:pt x="0" y="29"/>
                    <a:pt x="0" y="29"/>
                  </a:cubicBezTo>
                  <a:cubicBezTo>
                    <a:pt x="0" y="29"/>
                    <a:pt x="0" y="29"/>
                    <a:pt x="0" y="29"/>
                  </a:cubicBezTo>
                  <a:cubicBezTo>
                    <a:pt x="1" y="29"/>
                    <a:pt x="1" y="30"/>
                    <a:pt x="2" y="30"/>
                  </a:cubicBezTo>
                  <a:cubicBezTo>
                    <a:pt x="2" y="30"/>
                    <a:pt x="2" y="30"/>
                    <a:pt x="2" y="30"/>
                  </a:cubicBezTo>
                  <a:cubicBezTo>
                    <a:pt x="4" y="31"/>
                    <a:pt x="6" y="32"/>
                    <a:pt x="8" y="32"/>
                  </a:cubicBezTo>
                  <a:cubicBezTo>
                    <a:pt x="8" y="32"/>
                    <a:pt x="8" y="32"/>
                    <a:pt x="9" y="32"/>
                  </a:cubicBezTo>
                  <a:cubicBezTo>
                    <a:pt x="15" y="34"/>
                    <a:pt x="24" y="36"/>
                    <a:pt x="35" y="37"/>
                  </a:cubicBezTo>
                  <a:cubicBezTo>
                    <a:pt x="58" y="39"/>
                    <a:pt x="89" y="41"/>
                    <a:pt x="123" y="41"/>
                  </a:cubicBezTo>
                  <a:cubicBezTo>
                    <a:pt x="150" y="41"/>
                    <a:pt x="174" y="40"/>
                    <a:pt x="194" y="38"/>
                  </a:cubicBezTo>
                  <a:cubicBezTo>
                    <a:pt x="195" y="38"/>
                    <a:pt x="196" y="38"/>
                    <a:pt x="197" y="38"/>
                  </a:cubicBezTo>
                  <a:cubicBezTo>
                    <a:pt x="197" y="38"/>
                    <a:pt x="197" y="38"/>
                    <a:pt x="197" y="38"/>
                  </a:cubicBezTo>
                  <a:cubicBezTo>
                    <a:pt x="198" y="38"/>
                    <a:pt x="199" y="38"/>
                    <a:pt x="200" y="38"/>
                  </a:cubicBezTo>
                  <a:cubicBezTo>
                    <a:pt x="201" y="38"/>
                    <a:pt x="203" y="38"/>
                    <a:pt x="204" y="37"/>
                  </a:cubicBezTo>
                  <a:cubicBezTo>
                    <a:pt x="205" y="37"/>
                    <a:pt x="205" y="37"/>
                    <a:pt x="205" y="37"/>
                  </a:cubicBezTo>
                  <a:cubicBezTo>
                    <a:pt x="206" y="37"/>
                    <a:pt x="207" y="37"/>
                    <a:pt x="208" y="37"/>
                  </a:cubicBezTo>
                  <a:cubicBezTo>
                    <a:pt x="208" y="37"/>
                    <a:pt x="209" y="37"/>
                    <a:pt x="210" y="37"/>
                  </a:cubicBezTo>
                  <a:cubicBezTo>
                    <a:pt x="210" y="37"/>
                    <a:pt x="211" y="37"/>
                    <a:pt x="212" y="37"/>
                  </a:cubicBezTo>
                  <a:cubicBezTo>
                    <a:pt x="217" y="36"/>
                    <a:pt x="223" y="35"/>
                    <a:pt x="227" y="35"/>
                  </a:cubicBezTo>
                  <a:cubicBezTo>
                    <a:pt x="229" y="34"/>
                    <a:pt x="230" y="34"/>
                    <a:pt x="232" y="34"/>
                  </a:cubicBezTo>
                  <a:cubicBezTo>
                    <a:pt x="232" y="34"/>
                    <a:pt x="233" y="34"/>
                    <a:pt x="234" y="33"/>
                  </a:cubicBezTo>
                  <a:cubicBezTo>
                    <a:pt x="234" y="33"/>
                    <a:pt x="234" y="33"/>
                    <a:pt x="234" y="33"/>
                  </a:cubicBezTo>
                  <a:cubicBezTo>
                    <a:pt x="235" y="33"/>
                    <a:pt x="235" y="33"/>
                    <a:pt x="236" y="33"/>
                  </a:cubicBezTo>
                  <a:cubicBezTo>
                    <a:pt x="236" y="33"/>
                    <a:pt x="236" y="33"/>
                    <a:pt x="236" y="33"/>
                  </a:cubicBezTo>
                  <a:cubicBezTo>
                    <a:pt x="239" y="32"/>
                    <a:pt x="241" y="32"/>
                    <a:pt x="243" y="31"/>
                  </a:cubicBezTo>
                  <a:cubicBezTo>
                    <a:pt x="245" y="30"/>
                    <a:pt x="246" y="29"/>
                    <a:pt x="246" y="29"/>
                  </a:cubicBezTo>
                  <a:cubicBezTo>
                    <a:pt x="246" y="29"/>
                    <a:pt x="246" y="29"/>
                    <a:pt x="246" y="29"/>
                  </a:cubicBezTo>
                  <a:cubicBezTo>
                    <a:pt x="246" y="27"/>
                    <a:pt x="246" y="27"/>
                    <a:pt x="246" y="27"/>
                  </a:cubicBezTo>
                  <a:cubicBezTo>
                    <a:pt x="246" y="18"/>
                    <a:pt x="246" y="18"/>
                    <a:pt x="246" y="18"/>
                  </a:cubicBezTo>
                  <a:cubicBezTo>
                    <a:pt x="246" y="17"/>
                    <a:pt x="246" y="17"/>
                    <a:pt x="246" y="17"/>
                  </a:cubicBezTo>
                  <a:cubicBezTo>
                    <a:pt x="246" y="16"/>
                    <a:pt x="246" y="16"/>
                    <a:pt x="246" y="16"/>
                  </a:cubicBezTo>
                  <a:cubicBezTo>
                    <a:pt x="246" y="15"/>
                    <a:pt x="246" y="15"/>
                    <a:pt x="246" y="15"/>
                  </a:cubicBezTo>
                  <a:cubicBezTo>
                    <a:pt x="246" y="14"/>
                    <a:pt x="246" y="14"/>
                    <a:pt x="246" y="14"/>
                  </a:cubicBezTo>
                  <a:cubicBezTo>
                    <a:pt x="246" y="13"/>
                    <a:pt x="246" y="13"/>
                    <a:pt x="246" y="13"/>
                  </a:cubicBezTo>
                  <a:cubicBezTo>
                    <a:pt x="246" y="8"/>
                    <a:pt x="246" y="8"/>
                    <a:pt x="246" y="8"/>
                  </a:cubicBezTo>
                  <a:cubicBezTo>
                    <a:pt x="246" y="6"/>
                    <a:pt x="246" y="6"/>
                    <a:pt x="246" y="6"/>
                  </a:cubicBezTo>
                  <a:cubicBezTo>
                    <a:pt x="246" y="4"/>
                    <a:pt x="246" y="4"/>
                    <a:pt x="246" y="4"/>
                  </a:cubicBezTo>
                  <a:cubicBezTo>
                    <a:pt x="246" y="0"/>
                    <a:pt x="246" y="0"/>
                    <a:pt x="246" y="0"/>
                  </a:cubicBezTo>
                  <a:cubicBezTo>
                    <a:pt x="244" y="1"/>
                    <a:pt x="242" y="2"/>
                    <a:pt x="239" y="3"/>
                  </a:cubicBezTo>
                  <a:cubicBezTo>
                    <a:pt x="237" y="3"/>
                    <a:pt x="235" y="4"/>
                    <a:pt x="233" y="4"/>
                  </a:cubicBezTo>
                  <a:cubicBezTo>
                    <a:pt x="230" y="5"/>
                    <a:pt x="226" y="6"/>
                    <a:pt x="221" y="6"/>
                  </a:cubicBezTo>
                  <a:cubicBezTo>
                    <a:pt x="219" y="7"/>
                    <a:pt x="216" y="7"/>
                    <a:pt x="213" y="7"/>
                  </a:cubicBezTo>
                  <a:cubicBezTo>
                    <a:pt x="213" y="7"/>
                    <a:pt x="212" y="7"/>
                    <a:pt x="212" y="7"/>
                  </a:cubicBezTo>
                  <a:cubicBezTo>
                    <a:pt x="212" y="7"/>
                    <a:pt x="212" y="7"/>
                    <a:pt x="212" y="7"/>
                  </a:cubicBezTo>
                  <a:cubicBezTo>
                    <a:pt x="211" y="7"/>
                    <a:pt x="211" y="8"/>
                    <a:pt x="210" y="8"/>
                  </a:cubicBezTo>
                  <a:cubicBezTo>
                    <a:pt x="210" y="8"/>
                    <a:pt x="210" y="8"/>
                    <a:pt x="210" y="8"/>
                  </a:cubicBezTo>
                  <a:cubicBezTo>
                    <a:pt x="209" y="8"/>
                    <a:pt x="208" y="8"/>
                    <a:pt x="208" y="8"/>
                  </a:cubicBezTo>
                  <a:cubicBezTo>
                    <a:pt x="208" y="8"/>
                    <a:pt x="208" y="8"/>
                    <a:pt x="208" y="8"/>
                  </a:cubicBezTo>
                  <a:cubicBezTo>
                    <a:pt x="207" y="8"/>
                    <a:pt x="207" y="8"/>
                    <a:pt x="207" y="8"/>
                  </a:cubicBezTo>
                  <a:cubicBezTo>
                    <a:pt x="206" y="8"/>
                    <a:pt x="205" y="8"/>
                    <a:pt x="204" y="8"/>
                  </a:cubicBezTo>
                  <a:cubicBezTo>
                    <a:pt x="182" y="10"/>
                    <a:pt x="154" y="11"/>
                    <a:pt x="123" y="11"/>
                  </a:cubicBezTo>
                  <a:cubicBezTo>
                    <a:pt x="78" y="11"/>
                    <a:pt x="38" y="9"/>
                    <a:pt x="16" y="5"/>
                  </a:cubicBezTo>
                  <a:cubicBezTo>
                    <a:pt x="10" y="4"/>
                    <a:pt x="5" y="4"/>
                    <a:pt x="0" y="3"/>
                  </a:cubicBezTo>
                  <a:cubicBezTo>
                    <a:pt x="0" y="21"/>
                    <a:pt x="0" y="21"/>
                    <a:pt x="0" y="21"/>
                  </a:cubicBezTo>
                  <a:cubicBezTo>
                    <a:pt x="0" y="23"/>
                    <a:pt x="0" y="23"/>
                    <a:pt x="0" y="23"/>
                  </a:cubicBezTo>
                  <a:cubicBezTo>
                    <a:pt x="0" y="25"/>
                    <a:pt x="0" y="25"/>
                    <a:pt x="0" y="25"/>
                  </a:cubicBezTo>
                  <a:lnTo>
                    <a:pt x="0" y="28"/>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3" name="Freeform 183"/>
            <p:cNvSpPr>
              <a:spLocks/>
            </p:cNvSpPr>
            <p:nvPr/>
          </p:nvSpPr>
          <p:spPr bwMode="auto">
            <a:xfrm>
              <a:off x="8662988" y="1746250"/>
              <a:ext cx="144463" cy="25400"/>
            </a:xfrm>
            <a:custGeom>
              <a:avLst/>
              <a:gdLst>
                <a:gd name="T0" fmla="*/ 95 w 95"/>
                <a:gd name="T1" fmla="*/ 6 h 17"/>
                <a:gd name="T2" fmla="*/ 95 w 95"/>
                <a:gd name="T3" fmla="*/ 6 h 17"/>
                <a:gd name="T4" fmla="*/ 95 w 95"/>
                <a:gd name="T5" fmla="*/ 6 h 17"/>
                <a:gd name="T6" fmla="*/ 94 w 95"/>
                <a:gd name="T7" fmla="*/ 5 h 17"/>
                <a:gd name="T8" fmla="*/ 94 w 95"/>
                <a:gd name="T9" fmla="*/ 5 h 17"/>
                <a:gd name="T10" fmla="*/ 92 w 95"/>
                <a:gd name="T11" fmla="*/ 4 h 17"/>
                <a:gd name="T12" fmla="*/ 87 w 95"/>
                <a:gd name="T13" fmla="*/ 2 h 17"/>
                <a:gd name="T14" fmla="*/ 76 w 95"/>
                <a:gd name="T15" fmla="*/ 0 h 17"/>
                <a:gd name="T16" fmla="*/ 76 w 95"/>
                <a:gd name="T17" fmla="*/ 2 h 17"/>
                <a:gd name="T18" fmla="*/ 76 w 95"/>
                <a:gd name="T19" fmla="*/ 4 h 17"/>
                <a:gd name="T20" fmla="*/ 74 w 95"/>
                <a:gd name="T21" fmla="*/ 6 h 17"/>
                <a:gd name="T22" fmla="*/ 72 w 95"/>
                <a:gd name="T23" fmla="*/ 7 h 17"/>
                <a:gd name="T24" fmla="*/ 71 w 95"/>
                <a:gd name="T25" fmla="*/ 8 h 17"/>
                <a:gd name="T26" fmla="*/ 67 w 95"/>
                <a:gd name="T27" fmla="*/ 9 h 17"/>
                <a:gd name="T28" fmla="*/ 65 w 95"/>
                <a:gd name="T29" fmla="*/ 10 h 17"/>
                <a:gd name="T30" fmla="*/ 65 w 95"/>
                <a:gd name="T31" fmla="*/ 10 h 17"/>
                <a:gd name="T32" fmla="*/ 54 w 95"/>
                <a:gd name="T33" fmla="*/ 12 h 17"/>
                <a:gd name="T34" fmla="*/ 52 w 95"/>
                <a:gd name="T35" fmla="*/ 12 h 17"/>
                <a:gd name="T36" fmla="*/ 50 w 95"/>
                <a:gd name="T37" fmla="*/ 13 h 17"/>
                <a:gd name="T38" fmla="*/ 37 w 95"/>
                <a:gd name="T39" fmla="*/ 14 h 17"/>
                <a:gd name="T40" fmla="*/ 0 w 95"/>
                <a:gd name="T41" fmla="*/ 17 h 17"/>
                <a:gd name="T42" fmla="*/ 50 w 95"/>
                <a:gd name="T43" fmla="*/ 14 h 17"/>
                <a:gd name="T44" fmla="*/ 52 w 95"/>
                <a:gd name="T45" fmla="*/ 14 h 17"/>
                <a:gd name="T46" fmla="*/ 54 w 95"/>
                <a:gd name="T47" fmla="*/ 14 h 17"/>
                <a:gd name="T48" fmla="*/ 58 w 95"/>
                <a:gd name="T49" fmla="*/ 14 h 17"/>
                <a:gd name="T50" fmla="*/ 61 w 95"/>
                <a:gd name="T51" fmla="*/ 13 h 17"/>
                <a:gd name="T52" fmla="*/ 73 w 95"/>
                <a:gd name="T53" fmla="*/ 12 h 17"/>
                <a:gd name="T54" fmla="*/ 83 w 95"/>
                <a:gd name="T55" fmla="*/ 10 h 17"/>
                <a:gd name="T56" fmla="*/ 85 w 95"/>
                <a:gd name="T57" fmla="*/ 10 h 17"/>
                <a:gd name="T58" fmla="*/ 92 w 95"/>
                <a:gd name="T59" fmla="*/ 8 h 17"/>
                <a:gd name="T60" fmla="*/ 94 w 95"/>
                <a:gd name="T61" fmla="*/ 7 h 17"/>
                <a:gd name="T62" fmla="*/ 95 w 95"/>
                <a:gd name="T63"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5" h="17">
                  <a:moveTo>
                    <a:pt x="95" y="6"/>
                  </a:moveTo>
                  <a:cubicBezTo>
                    <a:pt x="95" y="6"/>
                    <a:pt x="95" y="6"/>
                    <a:pt x="95" y="6"/>
                  </a:cubicBezTo>
                  <a:cubicBezTo>
                    <a:pt x="95" y="6"/>
                    <a:pt x="95" y="6"/>
                    <a:pt x="95" y="6"/>
                  </a:cubicBezTo>
                  <a:cubicBezTo>
                    <a:pt x="95" y="5"/>
                    <a:pt x="94" y="5"/>
                    <a:pt x="94" y="5"/>
                  </a:cubicBezTo>
                  <a:cubicBezTo>
                    <a:pt x="94" y="5"/>
                    <a:pt x="94" y="5"/>
                    <a:pt x="94" y="5"/>
                  </a:cubicBezTo>
                  <a:cubicBezTo>
                    <a:pt x="93" y="4"/>
                    <a:pt x="92" y="4"/>
                    <a:pt x="92" y="4"/>
                  </a:cubicBezTo>
                  <a:cubicBezTo>
                    <a:pt x="90" y="3"/>
                    <a:pt x="89" y="3"/>
                    <a:pt x="87" y="2"/>
                  </a:cubicBezTo>
                  <a:cubicBezTo>
                    <a:pt x="84" y="1"/>
                    <a:pt x="80" y="1"/>
                    <a:pt x="76" y="0"/>
                  </a:cubicBezTo>
                  <a:cubicBezTo>
                    <a:pt x="76" y="2"/>
                    <a:pt x="76" y="2"/>
                    <a:pt x="76" y="2"/>
                  </a:cubicBezTo>
                  <a:cubicBezTo>
                    <a:pt x="76" y="3"/>
                    <a:pt x="76" y="3"/>
                    <a:pt x="76" y="4"/>
                  </a:cubicBezTo>
                  <a:cubicBezTo>
                    <a:pt x="75" y="4"/>
                    <a:pt x="75" y="5"/>
                    <a:pt x="74" y="6"/>
                  </a:cubicBezTo>
                  <a:cubicBezTo>
                    <a:pt x="74" y="6"/>
                    <a:pt x="73" y="7"/>
                    <a:pt x="72" y="7"/>
                  </a:cubicBezTo>
                  <a:cubicBezTo>
                    <a:pt x="72" y="7"/>
                    <a:pt x="71" y="7"/>
                    <a:pt x="71" y="8"/>
                  </a:cubicBezTo>
                  <a:cubicBezTo>
                    <a:pt x="70" y="8"/>
                    <a:pt x="69" y="9"/>
                    <a:pt x="67" y="9"/>
                  </a:cubicBezTo>
                  <a:cubicBezTo>
                    <a:pt x="67" y="9"/>
                    <a:pt x="66" y="9"/>
                    <a:pt x="65" y="10"/>
                  </a:cubicBezTo>
                  <a:cubicBezTo>
                    <a:pt x="65" y="10"/>
                    <a:pt x="65" y="10"/>
                    <a:pt x="65" y="10"/>
                  </a:cubicBezTo>
                  <a:cubicBezTo>
                    <a:pt x="62" y="11"/>
                    <a:pt x="58" y="11"/>
                    <a:pt x="54" y="12"/>
                  </a:cubicBezTo>
                  <a:cubicBezTo>
                    <a:pt x="54" y="12"/>
                    <a:pt x="53" y="12"/>
                    <a:pt x="52" y="12"/>
                  </a:cubicBezTo>
                  <a:cubicBezTo>
                    <a:pt x="52" y="12"/>
                    <a:pt x="51" y="13"/>
                    <a:pt x="50" y="13"/>
                  </a:cubicBezTo>
                  <a:cubicBezTo>
                    <a:pt x="46" y="13"/>
                    <a:pt x="42" y="14"/>
                    <a:pt x="37" y="14"/>
                  </a:cubicBezTo>
                  <a:cubicBezTo>
                    <a:pt x="27" y="15"/>
                    <a:pt x="14" y="16"/>
                    <a:pt x="0" y="17"/>
                  </a:cubicBezTo>
                  <a:cubicBezTo>
                    <a:pt x="18" y="17"/>
                    <a:pt x="36" y="16"/>
                    <a:pt x="50" y="14"/>
                  </a:cubicBezTo>
                  <a:cubicBezTo>
                    <a:pt x="51" y="14"/>
                    <a:pt x="52" y="14"/>
                    <a:pt x="52" y="14"/>
                  </a:cubicBezTo>
                  <a:cubicBezTo>
                    <a:pt x="53" y="14"/>
                    <a:pt x="54" y="14"/>
                    <a:pt x="54" y="14"/>
                  </a:cubicBezTo>
                  <a:cubicBezTo>
                    <a:pt x="55" y="14"/>
                    <a:pt x="56" y="14"/>
                    <a:pt x="58" y="14"/>
                  </a:cubicBezTo>
                  <a:cubicBezTo>
                    <a:pt x="59" y="14"/>
                    <a:pt x="60" y="13"/>
                    <a:pt x="61" y="13"/>
                  </a:cubicBezTo>
                  <a:cubicBezTo>
                    <a:pt x="65" y="13"/>
                    <a:pt x="69" y="12"/>
                    <a:pt x="73" y="12"/>
                  </a:cubicBezTo>
                  <a:cubicBezTo>
                    <a:pt x="77" y="11"/>
                    <a:pt x="80" y="11"/>
                    <a:pt x="83" y="10"/>
                  </a:cubicBezTo>
                  <a:cubicBezTo>
                    <a:pt x="84" y="10"/>
                    <a:pt x="84" y="10"/>
                    <a:pt x="85" y="10"/>
                  </a:cubicBezTo>
                  <a:cubicBezTo>
                    <a:pt x="88" y="9"/>
                    <a:pt x="90" y="8"/>
                    <a:pt x="92" y="8"/>
                  </a:cubicBezTo>
                  <a:cubicBezTo>
                    <a:pt x="92" y="7"/>
                    <a:pt x="93" y="7"/>
                    <a:pt x="94" y="7"/>
                  </a:cubicBezTo>
                  <a:cubicBezTo>
                    <a:pt x="95" y="6"/>
                    <a:pt x="95" y="6"/>
                    <a:pt x="95" y="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4" name="Freeform 184"/>
            <p:cNvSpPr>
              <a:spLocks/>
            </p:cNvSpPr>
            <p:nvPr/>
          </p:nvSpPr>
          <p:spPr bwMode="auto">
            <a:xfrm>
              <a:off x="8399463" y="1706563"/>
              <a:ext cx="373063" cy="60325"/>
            </a:xfrm>
            <a:custGeom>
              <a:avLst/>
              <a:gdLst>
                <a:gd name="T0" fmla="*/ 20 w 246"/>
                <a:gd name="T1" fmla="*/ 34 h 40"/>
                <a:gd name="T2" fmla="*/ 21 w 246"/>
                <a:gd name="T3" fmla="*/ 35 h 40"/>
                <a:gd name="T4" fmla="*/ 23 w 246"/>
                <a:gd name="T5" fmla="*/ 35 h 40"/>
                <a:gd name="T6" fmla="*/ 25 w 246"/>
                <a:gd name="T7" fmla="*/ 35 h 40"/>
                <a:gd name="T8" fmla="*/ 35 w 246"/>
                <a:gd name="T9" fmla="*/ 36 h 40"/>
                <a:gd name="T10" fmla="*/ 39 w 246"/>
                <a:gd name="T11" fmla="*/ 37 h 40"/>
                <a:gd name="T12" fmla="*/ 123 w 246"/>
                <a:gd name="T13" fmla="*/ 40 h 40"/>
                <a:gd name="T14" fmla="*/ 224 w 246"/>
                <a:gd name="T15" fmla="*/ 35 h 40"/>
                <a:gd name="T16" fmla="*/ 226 w 246"/>
                <a:gd name="T17" fmla="*/ 34 h 40"/>
                <a:gd name="T18" fmla="*/ 228 w 246"/>
                <a:gd name="T19" fmla="*/ 34 h 40"/>
                <a:gd name="T20" fmla="*/ 230 w 246"/>
                <a:gd name="T21" fmla="*/ 34 h 40"/>
                <a:gd name="T22" fmla="*/ 236 w 246"/>
                <a:gd name="T23" fmla="*/ 32 h 40"/>
                <a:gd name="T24" fmla="*/ 239 w 246"/>
                <a:gd name="T25" fmla="*/ 32 h 40"/>
                <a:gd name="T26" fmla="*/ 244 w 246"/>
                <a:gd name="T27" fmla="*/ 30 h 40"/>
                <a:gd name="T28" fmla="*/ 246 w 246"/>
                <a:gd name="T29" fmla="*/ 28 h 40"/>
                <a:gd name="T30" fmla="*/ 246 w 246"/>
                <a:gd name="T31" fmla="*/ 25 h 40"/>
                <a:gd name="T32" fmla="*/ 246 w 246"/>
                <a:gd name="T33" fmla="*/ 23 h 40"/>
                <a:gd name="T34" fmla="*/ 246 w 246"/>
                <a:gd name="T35" fmla="*/ 21 h 40"/>
                <a:gd name="T36" fmla="*/ 246 w 246"/>
                <a:gd name="T37" fmla="*/ 17 h 40"/>
                <a:gd name="T38" fmla="*/ 246 w 246"/>
                <a:gd name="T39" fmla="*/ 16 h 40"/>
                <a:gd name="T40" fmla="*/ 246 w 246"/>
                <a:gd name="T41" fmla="*/ 15 h 40"/>
                <a:gd name="T42" fmla="*/ 246 w 246"/>
                <a:gd name="T43" fmla="*/ 14 h 40"/>
                <a:gd name="T44" fmla="*/ 246 w 246"/>
                <a:gd name="T45" fmla="*/ 12 h 40"/>
                <a:gd name="T46" fmla="*/ 246 w 246"/>
                <a:gd name="T47" fmla="*/ 12 h 40"/>
                <a:gd name="T48" fmla="*/ 246 w 246"/>
                <a:gd name="T49" fmla="*/ 9 h 40"/>
                <a:gd name="T50" fmla="*/ 246 w 246"/>
                <a:gd name="T51" fmla="*/ 7 h 40"/>
                <a:gd name="T52" fmla="*/ 246 w 246"/>
                <a:gd name="T53" fmla="*/ 5 h 40"/>
                <a:gd name="T54" fmla="*/ 246 w 246"/>
                <a:gd name="T55" fmla="*/ 2 h 40"/>
                <a:gd name="T56" fmla="*/ 246 w 246"/>
                <a:gd name="T57" fmla="*/ 0 h 40"/>
                <a:gd name="T58" fmla="*/ 245 w 246"/>
                <a:gd name="T59" fmla="*/ 0 h 40"/>
                <a:gd name="T60" fmla="*/ 239 w 246"/>
                <a:gd name="T61" fmla="*/ 2 h 40"/>
                <a:gd name="T62" fmla="*/ 228 w 246"/>
                <a:gd name="T63" fmla="*/ 5 h 40"/>
                <a:gd name="T64" fmla="*/ 226 w 246"/>
                <a:gd name="T65" fmla="*/ 5 h 40"/>
                <a:gd name="T66" fmla="*/ 225 w 246"/>
                <a:gd name="T67" fmla="*/ 5 h 40"/>
                <a:gd name="T68" fmla="*/ 224 w 246"/>
                <a:gd name="T69" fmla="*/ 5 h 40"/>
                <a:gd name="T70" fmla="*/ 220 w 246"/>
                <a:gd name="T71" fmla="*/ 6 h 40"/>
                <a:gd name="T72" fmla="*/ 217 w 246"/>
                <a:gd name="T73" fmla="*/ 6 h 40"/>
                <a:gd name="T74" fmla="*/ 215 w 246"/>
                <a:gd name="T75" fmla="*/ 7 h 40"/>
                <a:gd name="T76" fmla="*/ 211 w 246"/>
                <a:gd name="T77" fmla="*/ 7 h 40"/>
                <a:gd name="T78" fmla="*/ 123 w 246"/>
                <a:gd name="T79" fmla="*/ 11 h 40"/>
                <a:gd name="T80" fmla="*/ 0 w 246"/>
                <a:gd name="T81" fmla="*/ 0 h 40"/>
                <a:gd name="T82" fmla="*/ 0 w 246"/>
                <a:gd name="T83" fmla="*/ 28 h 40"/>
                <a:gd name="T84" fmla="*/ 0 w 246"/>
                <a:gd name="T85" fmla="*/ 29 h 40"/>
                <a:gd name="T86" fmla="*/ 1 w 246"/>
                <a:gd name="T87" fmla="*/ 30 h 40"/>
                <a:gd name="T88" fmla="*/ 8 w 246"/>
                <a:gd name="T89" fmla="*/ 32 h 40"/>
                <a:gd name="T90" fmla="*/ 19 w 246"/>
                <a:gd name="T91" fmla="*/ 34 h 40"/>
                <a:gd name="T92" fmla="*/ 20 w 246"/>
                <a:gd name="T93" fmla="*/ 3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46" h="40">
                  <a:moveTo>
                    <a:pt x="20" y="34"/>
                  </a:moveTo>
                  <a:cubicBezTo>
                    <a:pt x="21" y="34"/>
                    <a:pt x="21" y="34"/>
                    <a:pt x="21" y="35"/>
                  </a:cubicBezTo>
                  <a:cubicBezTo>
                    <a:pt x="22" y="35"/>
                    <a:pt x="23" y="35"/>
                    <a:pt x="23" y="35"/>
                  </a:cubicBezTo>
                  <a:cubicBezTo>
                    <a:pt x="24" y="35"/>
                    <a:pt x="25" y="35"/>
                    <a:pt x="25" y="35"/>
                  </a:cubicBezTo>
                  <a:cubicBezTo>
                    <a:pt x="28" y="36"/>
                    <a:pt x="31" y="36"/>
                    <a:pt x="35" y="36"/>
                  </a:cubicBezTo>
                  <a:cubicBezTo>
                    <a:pt x="36" y="36"/>
                    <a:pt x="38" y="37"/>
                    <a:pt x="39" y="37"/>
                  </a:cubicBezTo>
                  <a:cubicBezTo>
                    <a:pt x="61" y="39"/>
                    <a:pt x="91" y="40"/>
                    <a:pt x="123" y="40"/>
                  </a:cubicBezTo>
                  <a:cubicBezTo>
                    <a:pt x="165" y="40"/>
                    <a:pt x="202" y="38"/>
                    <a:pt x="224" y="35"/>
                  </a:cubicBezTo>
                  <a:cubicBezTo>
                    <a:pt x="225" y="34"/>
                    <a:pt x="226" y="34"/>
                    <a:pt x="226" y="34"/>
                  </a:cubicBezTo>
                  <a:cubicBezTo>
                    <a:pt x="227" y="34"/>
                    <a:pt x="228" y="34"/>
                    <a:pt x="228" y="34"/>
                  </a:cubicBezTo>
                  <a:cubicBezTo>
                    <a:pt x="229" y="34"/>
                    <a:pt x="229" y="34"/>
                    <a:pt x="230" y="34"/>
                  </a:cubicBezTo>
                  <a:cubicBezTo>
                    <a:pt x="232" y="33"/>
                    <a:pt x="234" y="33"/>
                    <a:pt x="236" y="32"/>
                  </a:cubicBezTo>
                  <a:cubicBezTo>
                    <a:pt x="237" y="32"/>
                    <a:pt x="238" y="32"/>
                    <a:pt x="239" y="32"/>
                  </a:cubicBezTo>
                  <a:cubicBezTo>
                    <a:pt x="241" y="31"/>
                    <a:pt x="243" y="30"/>
                    <a:pt x="244" y="30"/>
                  </a:cubicBezTo>
                  <a:cubicBezTo>
                    <a:pt x="245" y="29"/>
                    <a:pt x="246" y="29"/>
                    <a:pt x="246" y="28"/>
                  </a:cubicBezTo>
                  <a:cubicBezTo>
                    <a:pt x="246" y="25"/>
                    <a:pt x="246" y="25"/>
                    <a:pt x="246" y="25"/>
                  </a:cubicBezTo>
                  <a:cubicBezTo>
                    <a:pt x="246" y="23"/>
                    <a:pt x="246" y="23"/>
                    <a:pt x="246" y="23"/>
                  </a:cubicBezTo>
                  <a:cubicBezTo>
                    <a:pt x="246" y="21"/>
                    <a:pt x="246" y="21"/>
                    <a:pt x="246" y="21"/>
                  </a:cubicBezTo>
                  <a:cubicBezTo>
                    <a:pt x="246" y="17"/>
                    <a:pt x="246" y="17"/>
                    <a:pt x="246" y="17"/>
                  </a:cubicBezTo>
                  <a:cubicBezTo>
                    <a:pt x="246" y="16"/>
                    <a:pt x="246" y="16"/>
                    <a:pt x="246" y="16"/>
                  </a:cubicBezTo>
                  <a:cubicBezTo>
                    <a:pt x="246" y="15"/>
                    <a:pt x="246" y="15"/>
                    <a:pt x="246" y="15"/>
                  </a:cubicBezTo>
                  <a:cubicBezTo>
                    <a:pt x="246" y="14"/>
                    <a:pt x="246" y="14"/>
                    <a:pt x="246" y="14"/>
                  </a:cubicBezTo>
                  <a:cubicBezTo>
                    <a:pt x="246" y="12"/>
                    <a:pt x="246" y="12"/>
                    <a:pt x="246" y="12"/>
                  </a:cubicBezTo>
                  <a:cubicBezTo>
                    <a:pt x="246" y="12"/>
                    <a:pt x="246" y="12"/>
                    <a:pt x="246" y="12"/>
                  </a:cubicBezTo>
                  <a:cubicBezTo>
                    <a:pt x="246" y="9"/>
                    <a:pt x="246" y="9"/>
                    <a:pt x="246" y="9"/>
                  </a:cubicBezTo>
                  <a:cubicBezTo>
                    <a:pt x="246" y="7"/>
                    <a:pt x="246" y="7"/>
                    <a:pt x="246" y="7"/>
                  </a:cubicBezTo>
                  <a:cubicBezTo>
                    <a:pt x="246" y="5"/>
                    <a:pt x="246" y="5"/>
                    <a:pt x="246" y="5"/>
                  </a:cubicBezTo>
                  <a:cubicBezTo>
                    <a:pt x="246" y="2"/>
                    <a:pt x="246" y="2"/>
                    <a:pt x="246" y="2"/>
                  </a:cubicBezTo>
                  <a:cubicBezTo>
                    <a:pt x="246" y="0"/>
                    <a:pt x="246" y="0"/>
                    <a:pt x="246" y="0"/>
                  </a:cubicBezTo>
                  <a:cubicBezTo>
                    <a:pt x="246" y="0"/>
                    <a:pt x="245" y="0"/>
                    <a:pt x="245" y="0"/>
                  </a:cubicBezTo>
                  <a:cubicBezTo>
                    <a:pt x="243" y="1"/>
                    <a:pt x="241" y="2"/>
                    <a:pt x="239" y="2"/>
                  </a:cubicBezTo>
                  <a:cubicBezTo>
                    <a:pt x="236" y="3"/>
                    <a:pt x="232" y="4"/>
                    <a:pt x="228" y="5"/>
                  </a:cubicBezTo>
                  <a:cubicBezTo>
                    <a:pt x="227" y="5"/>
                    <a:pt x="227" y="5"/>
                    <a:pt x="226" y="5"/>
                  </a:cubicBezTo>
                  <a:cubicBezTo>
                    <a:pt x="225" y="5"/>
                    <a:pt x="225" y="5"/>
                    <a:pt x="225" y="5"/>
                  </a:cubicBezTo>
                  <a:cubicBezTo>
                    <a:pt x="225" y="5"/>
                    <a:pt x="224" y="5"/>
                    <a:pt x="224" y="5"/>
                  </a:cubicBezTo>
                  <a:cubicBezTo>
                    <a:pt x="223" y="6"/>
                    <a:pt x="221" y="6"/>
                    <a:pt x="220" y="6"/>
                  </a:cubicBezTo>
                  <a:cubicBezTo>
                    <a:pt x="219" y="6"/>
                    <a:pt x="218" y="6"/>
                    <a:pt x="217" y="6"/>
                  </a:cubicBezTo>
                  <a:cubicBezTo>
                    <a:pt x="217" y="6"/>
                    <a:pt x="216" y="6"/>
                    <a:pt x="215" y="7"/>
                  </a:cubicBezTo>
                  <a:cubicBezTo>
                    <a:pt x="214" y="7"/>
                    <a:pt x="213" y="7"/>
                    <a:pt x="211" y="7"/>
                  </a:cubicBezTo>
                  <a:cubicBezTo>
                    <a:pt x="189" y="9"/>
                    <a:pt x="157" y="11"/>
                    <a:pt x="123" y="11"/>
                  </a:cubicBezTo>
                  <a:cubicBezTo>
                    <a:pt x="63" y="11"/>
                    <a:pt x="13" y="7"/>
                    <a:pt x="0" y="0"/>
                  </a:cubicBezTo>
                  <a:cubicBezTo>
                    <a:pt x="0" y="28"/>
                    <a:pt x="0" y="28"/>
                    <a:pt x="0" y="28"/>
                  </a:cubicBezTo>
                  <a:cubicBezTo>
                    <a:pt x="0" y="28"/>
                    <a:pt x="0" y="28"/>
                    <a:pt x="0" y="29"/>
                  </a:cubicBezTo>
                  <a:cubicBezTo>
                    <a:pt x="0" y="29"/>
                    <a:pt x="1" y="29"/>
                    <a:pt x="1" y="30"/>
                  </a:cubicBezTo>
                  <a:cubicBezTo>
                    <a:pt x="3" y="30"/>
                    <a:pt x="5" y="31"/>
                    <a:pt x="8" y="32"/>
                  </a:cubicBezTo>
                  <a:cubicBezTo>
                    <a:pt x="11" y="33"/>
                    <a:pt x="15" y="33"/>
                    <a:pt x="19" y="34"/>
                  </a:cubicBezTo>
                  <a:cubicBezTo>
                    <a:pt x="20" y="34"/>
                    <a:pt x="20" y="34"/>
                    <a:pt x="20" y="3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5" name="Freeform 185"/>
            <p:cNvSpPr>
              <a:spLocks/>
            </p:cNvSpPr>
            <p:nvPr/>
          </p:nvSpPr>
          <p:spPr bwMode="auto">
            <a:xfrm>
              <a:off x="8399463" y="1693863"/>
              <a:ext cx="212725" cy="23813"/>
            </a:xfrm>
            <a:custGeom>
              <a:avLst/>
              <a:gdLst>
                <a:gd name="T0" fmla="*/ 1 w 140"/>
                <a:gd name="T1" fmla="*/ 5 h 16"/>
                <a:gd name="T2" fmla="*/ 4 w 140"/>
                <a:gd name="T3" fmla="*/ 6 h 16"/>
                <a:gd name="T4" fmla="*/ 8 w 140"/>
                <a:gd name="T5" fmla="*/ 8 h 16"/>
                <a:gd name="T6" fmla="*/ 35 w 140"/>
                <a:gd name="T7" fmla="*/ 12 h 16"/>
                <a:gd name="T8" fmla="*/ 123 w 140"/>
                <a:gd name="T9" fmla="*/ 16 h 16"/>
                <a:gd name="T10" fmla="*/ 140 w 140"/>
                <a:gd name="T11" fmla="*/ 16 h 16"/>
                <a:gd name="T12" fmla="*/ 139 w 140"/>
                <a:gd name="T13" fmla="*/ 16 h 16"/>
                <a:gd name="T14" fmla="*/ 19 w 140"/>
                <a:gd name="T15" fmla="*/ 6 h 16"/>
                <a:gd name="T16" fmla="*/ 15 w 140"/>
                <a:gd name="T17" fmla="*/ 5 h 16"/>
                <a:gd name="T18" fmla="*/ 15 w 140"/>
                <a:gd name="T19" fmla="*/ 4 h 16"/>
                <a:gd name="T20" fmla="*/ 13 w 140"/>
                <a:gd name="T21" fmla="*/ 2 h 16"/>
                <a:gd name="T22" fmla="*/ 12 w 140"/>
                <a:gd name="T23" fmla="*/ 0 h 16"/>
                <a:gd name="T24" fmla="*/ 12 w 140"/>
                <a:gd name="T25" fmla="*/ 0 h 16"/>
                <a:gd name="T26" fmla="*/ 10 w 140"/>
                <a:gd name="T27" fmla="*/ 0 h 16"/>
                <a:gd name="T28" fmla="*/ 4 w 140"/>
                <a:gd name="T29" fmla="*/ 2 h 16"/>
                <a:gd name="T30" fmla="*/ 0 w 140"/>
                <a:gd name="T31" fmla="*/ 4 h 16"/>
                <a:gd name="T32" fmla="*/ 0 w 140"/>
                <a:gd name="T33" fmla="*/ 4 h 16"/>
                <a:gd name="T34" fmla="*/ 0 w 140"/>
                <a:gd name="T35" fmla="*/ 4 h 16"/>
                <a:gd name="T36" fmla="*/ 1 w 140"/>
                <a:gd name="T37"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0" h="16">
                  <a:moveTo>
                    <a:pt x="1" y="5"/>
                  </a:moveTo>
                  <a:cubicBezTo>
                    <a:pt x="2" y="6"/>
                    <a:pt x="3" y="6"/>
                    <a:pt x="4" y="6"/>
                  </a:cubicBezTo>
                  <a:cubicBezTo>
                    <a:pt x="5" y="7"/>
                    <a:pt x="6" y="7"/>
                    <a:pt x="8" y="8"/>
                  </a:cubicBezTo>
                  <a:cubicBezTo>
                    <a:pt x="14" y="9"/>
                    <a:pt x="23" y="11"/>
                    <a:pt x="35" y="12"/>
                  </a:cubicBezTo>
                  <a:cubicBezTo>
                    <a:pt x="57" y="14"/>
                    <a:pt x="88" y="16"/>
                    <a:pt x="123" y="16"/>
                  </a:cubicBezTo>
                  <a:cubicBezTo>
                    <a:pt x="129" y="16"/>
                    <a:pt x="135" y="16"/>
                    <a:pt x="140" y="16"/>
                  </a:cubicBezTo>
                  <a:cubicBezTo>
                    <a:pt x="140" y="16"/>
                    <a:pt x="139" y="16"/>
                    <a:pt x="139" y="16"/>
                  </a:cubicBezTo>
                  <a:cubicBezTo>
                    <a:pt x="83" y="16"/>
                    <a:pt x="36" y="12"/>
                    <a:pt x="19" y="6"/>
                  </a:cubicBezTo>
                  <a:cubicBezTo>
                    <a:pt x="18" y="6"/>
                    <a:pt x="16" y="5"/>
                    <a:pt x="15" y="5"/>
                  </a:cubicBezTo>
                  <a:cubicBezTo>
                    <a:pt x="15" y="4"/>
                    <a:pt x="15" y="4"/>
                    <a:pt x="15" y="4"/>
                  </a:cubicBezTo>
                  <a:cubicBezTo>
                    <a:pt x="14" y="4"/>
                    <a:pt x="13" y="3"/>
                    <a:pt x="13" y="2"/>
                  </a:cubicBezTo>
                  <a:cubicBezTo>
                    <a:pt x="12" y="2"/>
                    <a:pt x="12" y="1"/>
                    <a:pt x="12" y="0"/>
                  </a:cubicBezTo>
                  <a:cubicBezTo>
                    <a:pt x="12" y="0"/>
                    <a:pt x="12" y="0"/>
                    <a:pt x="12" y="0"/>
                  </a:cubicBezTo>
                  <a:cubicBezTo>
                    <a:pt x="11" y="0"/>
                    <a:pt x="11" y="0"/>
                    <a:pt x="10" y="0"/>
                  </a:cubicBezTo>
                  <a:cubicBezTo>
                    <a:pt x="7" y="1"/>
                    <a:pt x="5" y="1"/>
                    <a:pt x="4" y="2"/>
                  </a:cubicBezTo>
                  <a:cubicBezTo>
                    <a:pt x="2" y="3"/>
                    <a:pt x="0" y="4"/>
                    <a:pt x="0" y="4"/>
                  </a:cubicBezTo>
                  <a:cubicBezTo>
                    <a:pt x="0" y="4"/>
                    <a:pt x="0" y="4"/>
                    <a:pt x="0" y="4"/>
                  </a:cubicBezTo>
                  <a:cubicBezTo>
                    <a:pt x="0" y="4"/>
                    <a:pt x="0" y="4"/>
                    <a:pt x="0" y="4"/>
                  </a:cubicBezTo>
                  <a:cubicBezTo>
                    <a:pt x="0" y="4"/>
                    <a:pt x="1" y="5"/>
                    <a:pt x="1" y="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6" name="Freeform 186"/>
            <p:cNvSpPr>
              <a:spLocks/>
            </p:cNvSpPr>
            <p:nvPr/>
          </p:nvSpPr>
          <p:spPr bwMode="auto">
            <a:xfrm>
              <a:off x="8423276" y="1649413"/>
              <a:ext cx="373063" cy="61913"/>
            </a:xfrm>
            <a:custGeom>
              <a:avLst/>
              <a:gdLst>
                <a:gd name="T0" fmla="*/ 0 w 246"/>
                <a:gd name="T1" fmla="*/ 29 h 41"/>
                <a:gd name="T2" fmla="*/ 0 w 246"/>
                <a:gd name="T3" fmla="*/ 29 h 41"/>
                <a:gd name="T4" fmla="*/ 1 w 246"/>
                <a:gd name="T5" fmla="*/ 30 h 41"/>
                <a:gd name="T6" fmla="*/ 4 w 246"/>
                <a:gd name="T7" fmla="*/ 31 h 41"/>
                <a:gd name="T8" fmla="*/ 8 w 246"/>
                <a:gd name="T9" fmla="*/ 32 h 41"/>
                <a:gd name="T10" fmla="*/ 11 w 246"/>
                <a:gd name="T11" fmla="*/ 33 h 41"/>
                <a:gd name="T12" fmla="*/ 22 w 246"/>
                <a:gd name="T13" fmla="*/ 35 h 41"/>
                <a:gd name="T14" fmla="*/ 35 w 246"/>
                <a:gd name="T15" fmla="*/ 37 h 41"/>
                <a:gd name="T16" fmla="*/ 123 w 246"/>
                <a:gd name="T17" fmla="*/ 41 h 41"/>
                <a:gd name="T18" fmla="*/ 199 w 246"/>
                <a:gd name="T19" fmla="*/ 38 h 41"/>
                <a:gd name="T20" fmla="*/ 201 w 246"/>
                <a:gd name="T21" fmla="*/ 38 h 41"/>
                <a:gd name="T22" fmla="*/ 203 w 246"/>
                <a:gd name="T23" fmla="*/ 38 h 41"/>
                <a:gd name="T24" fmla="*/ 224 w 246"/>
                <a:gd name="T25" fmla="*/ 35 h 41"/>
                <a:gd name="T26" fmla="*/ 227 w 246"/>
                <a:gd name="T27" fmla="*/ 35 h 41"/>
                <a:gd name="T28" fmla="*/ 232 w 246"/>
                <a:gd name="T29" fmla="*/ 34 h 41"/>
                <a:gd name="T30" fmla="*/ 232 w 246"/>
                <a:gd name="T31" fmla="*/ 34 h 41"/>
                <a:gd name="T32" fmla="*/ 234 w 246"/>
                <a:gd name="T33" fmla="*/ 33 h 41"/>
                <a:gd name="T34" fmla="*/ 234 w 246"/>
                <a:gd name="T35" fmla="*/ 33 h 41"/>
                <a:gd name="T36" fmla="*/ 236 w 246"/>
                <a:gd name="T37" fmla="*/ 33 h 41"/>
                <a:gd name="T38" fmla="*/ 246 w 246"/>
                <a:gd name="T39" fmla="*/ 29 h 41"/>
                <a:gd name="T40" fmla="*/ 246 w 246"/>
                <a:gd name="T41" fmla="*/ 23 h 41"/>
                <a:gd name="T42" fmla="*/ 246 w 246"/>
                <a:gd name="T43" fmla="*/ 21 h 41"/>
                <a:gd name="T44" fmla="*/ 246 w 246"/>
                <a:gd name="T45" fmla="*/ 19 h 41"/>
                <a:gd name="T46" fmla="*/ 246 w 246"/>
                <a:gd name="T47" fmla="*/ 18 h 41"/>
                <a:gd name="T48" fmla="*/ 246 w 246"/>
                <a:gd name="T49" fmla="*/ 16 h 41"/>
                <a:gd name="T50" fmla="*/ 246 w 246"/>
                <a:gd name="T51" fmla="*/ 14 h 41"/>
                <a:gd name="T52" fmla="*/ 246 w 246"/>
                <a:gd name="T53" fmla="*/ 12 h 41"/>
                <a:gd name="T54" fmla="*/ 246 w 246"/>
                <a:gd name="T55" fmla="*/ 10 h 41"/>
                <a:gd name="T56" fmla="*/ 246 w 246"/>
                <a:gd name="T57" fmla="*/ 8 h 41"/>
                <a:gd name="T58" fmla="*/ 246 w 246"/>
                <a:gd name="T59" fmla="*/ 1 h 41"/>
                <a:gd name="T60" fmla="*/ 246 w 246"/>
                <a:gd name="T61" fmla="*/ 0 h 41"/>
                <a:gd name="T62" fmla="*/ 243 w 246"/>
                <a:gd name="T63" fmla="*/ 2 h 41"/>
                <a:gd name="T64" fmla="*/ 238 w 246"/>
                <a:gd name="T65" fmla="*/ 3 h 41"/>
                <a:gd name="T66" fmla="*/ 214 w 246"/>
                <a:gd name="T67" fmla="*/ 7 h 41"/>
                <a:gd name="T68" fmla="*/ 211 w 246"/>
                <a:gd name="T69" fmla="*/ 8 h 41"/>
                <a:gd name="T70" fmla="*/ 211 w 246"/>
                <a:gd name="T71" fmla="*/ 8 h 41"/>
                <a:gd name="T72" fmla="*/ 209 w 246"/>
                <a:gd name="T73" fmla="*/ 8 h 41"/>
                <a:gd name="T74" fmla="*/ 207 w 246"/>
                <a:gd name="T75" fmla="*/ 8 h 41"/>
                <a:gd name="T76" fmla="*/ 206 w 246"/>
                <a:gd name="T77" fmla="*/ 8 h 41"/>
                <a:gd name="T78" fmla="*/ 202 w 246"/>
                <a:gd name="T79" fmla="*/ 8 h 41"/>
                <a:gd name="T80" fmla="*/ 199 w 246"/>
                <a:gd name="T81" fmla="*/ 9 h 41"/>
                <a:gd name="T82" fmla="*/ 199 w 246"/>
                <a:gd name="T83" fmla="*/ 9 h 41"/>
                <a:gd name="T84" fmla="*/ 123 w 246"/>
                <a:gd name="T85" fmla="*/ 12 h 41"/>
                <a:gd name="T86" fmla="*/ 0 w 246"/>
                <a:gd name="T87" fmla="*/ 0 h 41"/>
                <a:gd name="T88" fmla="*/ 0 w 246"/>
                <a:gd name="T89" fmla="*/ 24 h 41"/>
                <a:gd name="T90" fmla="*/ 0 w 246"/>
                <a:gd name="T91" fmla="*/ 26 h 41"/>
                <a:gd name="T92" fmla="*/ 0 w 246"/>
                <a:gd name="T93" fmla="*/ 28 h 41"/>
                <a:gd name="T94" fmla="*/ 0 w 246"/>
                <a:gd name="T95" fmla="*/ 2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6" h="41">
                  <a:moveTo>
                    <a:pt x="0" y="29"/>
                  </a:moveTo>
                  <a:cubicBezTo>
                    <a:pt x="0" y="29"/>
                    <a:pt x="0" y="29"/>
                    <a:pt x="0" y="29"/>
                  </a:cubicBezTo>
                  <a:cubicBezTo>
                    <a:pt x="0" y="29"/>
                    <a:pt x="1" y="30"/>
                    <a:pt x="1" y="30"/>
                  </a:cubicBezTo>
                  <a:cubicBezTo>
                    <a:pt x="2" y="30"/>
                    <a:pt x="3" y="31"/>
                    <a:pt x="4" y="31"/>
                  </a:cubicBezTo>
                  <a:cubicBezTo>
                    <a:pt x="5" y="32"/>
                    <a:pt x="6" y="32"/>
                    <a:pt x="8" y="32"/>
                  </a:cubicBezTo>
                  <a:cubicBezTo>
                    <a:pt x="9" y="33"/>
                    <a:pt x="10" y="33"/>
                    <a:pt x="11" y="33"/>
                  </a:cubicBezTo>
                  <a:cubicBezTo>
                    <a:pt x="14" y="34"/>
                    <a:pt x="18" y="35"/>
                    <a:pt x="22" y="35"/>
                  </a:cubicBezTo>
                  <a:cubicBezTo>
                    <a:pt x="26" y="36"/>
                    <a:pt x="30" y="36"/>
                    <a:pt x="35" y="37"/>
                  </a:cubicBezTo>
                  <a:cubicBezTo>
                    <a:pt x="57" y="39"/>
                    <a:pt x="88" y="41"/>
                    <a:pt x="123" y="41"/>
                  </a:cubicBezTo>
                  <a:cubicBezTo>
                    <a:pt x="151" y="41"/>
                    <a:pt x="178" y="40"/>
                    <a:pt x="199" y="38"/>
                  </a:cubicBezTo>
                  <a:cubicBezTo>
                    <a:pt x="200" y="38"/>
                    <a:pt x="200" y="38"/>
                    <a:pt x="201" y="38"/>
                  </a:cubicBezTo>
                  <a:cubicBezTo>
                    <a:pt x="202" y="38"/>
                    <a:pt x="202" y="38"/>
                    <a:pt x="203" y="38"/>
                  </a:cubicBezTo>
                  <a:cubicBezTo>
                    <a:pt x="211" y="37"/>
                    <a:pt x="218" y="36"/>
                    <a:pt x="224" y="35"/>
                  </a:cubicBezTo>
                  <a:cubicBezTo>
                    <a:pt x="225" y="35"/>
                    <a:pt x="226" y="35"/>
                    <a:pt x="227" y="35"/>
                  </a:cubicBezTo>
                  <a:cubicBezTo>
                    <a:pt x="229" y="34"/>
                    <a:pt x="230" y="34"/>
                    <a:pt x="232" y="34"/>
                  </a:cubicBezTo>
                  <a:cubicBezTo>
                    <a:pt x="232" y="34"/>
                    <a:pt x="232" y="34"/>
                    <a:pt x="232" y="34"/>
                  </a:cubicBezTo>
                  <a:cubicBezTo>
                    <a:pt x="233" y="34"/>
                    <a:pt x="233" y="33"/>
                    <a:pt x="234" y="33"/>
                  </a:cubicBezTo>
                  <a:cubicBezTo>
                    <a:pt x="234" y="33"/>
                    <a:pt x="234" y="33"/>
                    <a:pt x="234" y="33"/>
                  </a:cubicBezTo>
                  <a:cubicBezTo>
                    <a:pt x="234" y="33"/>
                    <a:pt x="235" y="33"/>
                    <a:pt x="236" y="33"/>
                  </a:cubicBezTo>
                  <a:cubicBezTo>
                    <a:pt x="242" y="32"/>
                    <a:pt x="245" y="30"/>
                    <a:pt x="246" y="29"/>
                  </a:cubicBezTo>
                  <a:cubicBezTo>
                    <a:pt x="246" y="23"/>
                    <a:pt x="246" y="23"/>
                    <a:pt x="246" y="23"/>
                  </a:cubicBezTo>
                  <a:cubicBezTo>
                    <a:pt x="246" y="21"/>
                    <a:pt x="246" y="21"/>
                    <a:pt x="246" y="21"/>
                  </a:cubicBezTo>
                  <a:cubicBezTo>
                    <a:pt x="246" y="19"/>
                    <a:pt x="246" y="19"/>
                    <a:pt x="246" y="19"/>
                  </a:cubicBezTo>
                  <a:cubicBezTo>
                    <a:pt x="246" y="18"/>
                    <a:pt x="246" y="18"/>
                    <a:pt x="246" y="18"/>
                  </a:cubicBezTo>
                  <a:cubicBezTo>
                    <a:pt x="246" y="16"/>
                    <a:pt x="246" y="16"/>
                    <a:pt x="246" y="16"/>
                  </a:cubicBezTo>
                  <a:cubicBezTo>
                    <a:pt x="246" y="14"/>
                    <a:pt x="246" y="14"/>
                    <a:pt x="246" y="14"/>
                  </a:cubicBezTo>
                  <a:cubicBezTo>
                    <a:pt x="246" y="12"/>
                    <a:pt x="246" y="12"/>
                    <a:pt x="246" y="12"/>
                  </a:cubicBezTo>
                  <a:cubicBezTo>
                    <a:pt x="246" y="10"/>
                    <a:pt x="246" y="10"/>
                    <a:pt x="246" y="10"/>
                  </a:cubicBezTo>
                  <a:cubicBezTo>
                    <a:pt x="246" y="8"/>
                    <a:pt x="246" y="8"/>
                    <a:pt x="246" y="8"/>
                  </a:cubicBezTo>
                  <a:cubicBezTo>
                    <a:pt x="246" y="1"/>
                    <a:pt x="246" y="1"/>
                    <a:pt x="246" y="1"/>
                  </a:cubicBezTo>
                  <a:cubicBezTo>
                    <a:pt x="246" y="0"/>
                    <a:pt x="246" y="0"/>
                    <a:pt x="246" y="0"/>
                  </a:cubicBezTo>
                  <a:cubicBezTo>
                    <a:pt x="245" y="1"/>
                    <a:pt x="244" y="1"/>
                    <a:pt x="243" y="2"/>
                  </a:cubicBezTo>
                  <a:cubicBezTo>
                    <a:pt x="242" y="2"/>
                    <a:pt x="240" y="3"/>
                    <a:pt x="238" y="3"/>
                  </a:cubicBezTo>
                  <a:cubicBezTo>
                    <a:pt x="232" y="5"/>
                    <a:pt x="224" y="6"/>
                    <a:pt x="214" y="7"/>
                  </a:cubicBezTo>
                  <a:cubicBezTo>
                    <a:pt x="213" y="7"/>
                    <a:pt x="212" y="7"/>
                    <a:pt x="211" y="8"/>
                  </a:cubicBezTo>
                  <a:cubicBezTo>
                    <a:pt x="211" y="8"/>
                    <a:pt x="211" y="8"/>
                    <a:pt x="211" y="8"/>
                  </a:cubicBezTo>
                  <a:cubicBezTo>
                    <a:pt x="210" y="8"/>
                    <a:pt x="209" y="8"/>
                    <a:pt x="209" y="8"/>
                  </a:cubicBezTo>
                  <a:cubicBezTo>
                    <a:pt x="208" y="8"/>
                    <a:pt x="208" y="8"/>
                    <a:pt x="207" y="8"/>
                  </a:cubicBezTo>
                  <a:cubicBezTo>
                    <a:pt x="207" y="8"/>
                    <a:pt x="207" y="8"/>
                    <a:pt x="206" y="8"/>
                  </a:cubicBezTo>
                  <a:cubicBezTo>
                    <a:pt x="205" y="8"/>
                    <a:pt x="203" y="8"/>
                    <a:pt x="202" y="8"/>
                  </a:cubicBezTo>
                  <a:cubicBezTo>
                    <a:pt x="201" y="9"/>
                    <a:pt x="200" y="9"/>
                    <a:pt x="199" y="9"/>
                  </a:cubicBezTo>
                  <a:cubicBezTo>
                    <a:pt x="199" y="9"/>
                    <a:pt x="199" y="9"/>
                    <a:pt x="199" y="9"/>
                  </a:cubicBezTo>
                  <a:cubicBezTo>
                    <a:pt x="178" y="11"/>
                    <a:pt x="151" y="12"/>
                    <a:pt x="123" y="12"/>
                  </a:cubicBezTo>
                  <a:cubicBezTo>
                    <a:pt x="63" y="12"/>
                    <a:pt x="13" y="7"/>
                    <a:pt x="0" y="0"/>
                  </a:cubicBezTo>
                  <a:cubicBezTo>
                    <a:pt x="0" y="24"/>
                    <a:pt x="0" y="24"/>
                    <a:pt x="0" y="24"/>
                  </a:cubicBezTo>
                  <a:cubicBezTo>
                    <a:pt x="0" y="26"/>
                    <a:pt x="0" y="26"/>
                    <a:pt x="0" y="26"/>
                  </a:cubicBezTo>
                  <a:cubicBezTo>
                    <a:pt x="0" y="28"/>
                    <a:pt x="0" y="28"/>
                    <a:pt x="0" y="28"/>
                  </a:cubicBezTo>
                  <a:lnTo>
                    <a:pt x="0" y="29"/>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7" name="Freeform 187"/>
            <p:cNvSpPr>
              <a:spLocks/>
            </p:cNvSpPr>
            <p:nvPr/>
          </p:nvSpPr>
          <p:spPr bwMode="auto">
            <a:xfrm>
              <a:off x="8423276" y="1636713"/>
              <a:ext cx="371475" cy="25400"/>
            </a:xfrm>
            <a:custGeom>
              <a:avLst/>
              <a:gdLst>
                <a:gd name="T0" fmla="*/ 1 w 244"/>
                <a:gd name="T1" fmla="*/ 5 h 16"/>
                <a:gd name="T2" fmla="*/ 3 w 244"/>
                <a:gd name="T3" fmla="*/ 6 h 16"/>
                <a:gd name="T4" fmla="*/ 8 w 244"/>
                <a:gd name="T5" fmla="*/ 7 h 16"/>
                <a:gd name="T6" fmla="*/ 35 w 244"/>
                <a:gd name="T7" fmla="*/ 12 h 16"/>
                <a:gd name="T8" fmla="*/ 123 w 244"/>
                <a:gd name="T9" fmla="*/ 16 h 16"/>
                <a:gd name="T10" fmla="*/ 205 w 244"/>
                <a:gd name="T11" fmla="*/ 12 h 16"/>
                <a:gd name="T12" fmla="*/ 208 w 244"/>
                <a:gd name="T13" fmla="*/ 12 h 16"/>
                <a:gd name="T14" fmla="*/ 210 w 244"/>
                <a:gd name="T15" fmla="*/ 12 h 16"/>
                <a:gd name="T16" fmla="*/ 212 w 244"/>
                <a:gd name="T17" fmla="*/ 11 h 16"/>
                <a:gd name="T18" fmla="*/ 236 w 244"/>
                <a:gd name="T19" fmla="*/ 8 h 16"/>
                <a:gd name="T20" fmla="*/ 242 w 244"/>
                <a:gd name="T21" fmla="*/ 6 h 16"/>
                <a:gd name="T22" fmla="*/ 242 w 244"/>
                <a:gd name="T23" fmla="*/ 6 h 16"/>
                <a:gd name="T24" fmla="*/ 244 w 244"/>
                <a:gd name="T25" fmla="*/ 5 h 16"/>
                <a:gd name="T26" fmla="*/ 239 w 244"/>
                <a:gd name="T27" fmla="*/ 6 h 16"/>
                <a:gd name="T28" fmla="*/ 236 w 244"/>
                <a:gd name="T29" fmla="*/ 6 h 16"/>
                <a:gd name="T30" fmla="*/ 222 w 244"/>
                <a:gd name="T31" fmla="*/ 8 h 16"/>
                <a:gd name="T32" fmla="*/ 221 w 244"/>
                <a:gd name="T33" fmla="*/ 8 h 16"/>
                <a:gd name="T34" fmla="*/ 212 w 244"/>
                <a:gd name="T35" fmla="*/ 9 h 16"/>
                <a:gd name="T36" fmla="*/ 210 w 244"/>
                <a:gd name="T37" fmla="*/ 9 h 16"/>
                <a:gd name="T38" fmla="*/ 208 w 244"/>
                <a:gd name="T39" fmla="*/ 10 h 16"/>
                <a:gd name="T40" fmla="*/ 132 w 244"/>
                <a:gd name="T41" fmla="*/ 12 h 16"/>
                <a:gd name="T42" fmla="*/ 25 w 244"/>
                <a:gd name="T43" fmla="*/ 6 h 16"/>
                <a:gd name="T44" fmla="*/ 16 w 244"/>
                <a:gd name="T45" fmla="*/ 4 h 16"/>
                <a:gd name="T46" fmla="*/ 10 w 244"/>
                <a:gd name="T47" fmla="*/ 2 h 16"/>
                <a:gd name="T48" fmla="*/ 9 w 244"/>
                <a:gd name="T49" fmla="*/ 1 h 16"/>
                <a:gd name="T50" fmla="*/ 7 w 244"/>
                <a:gd name="T51" fmla="*/ 0 h 16"/>
                <a:gd name="T52" fmla="*/ 3 w 244"/>
                <a:gd name="T53" fmla="*/ 2 h 16"/>
                <a:gd name="T54" fmla="*/ 0 w 244"/>
                <a:gd name="T55" fmla="*/ 4 h 16"/>
                <a:gd name="T56" fmla="*/ 0 w 244"/>
                <a:gd name="T57" fmla="*/ 4 h 16"/>
                <a:gd name="T58" fmla="*/ 0 w 244"/>
                <a:gd name="T59" fmla="*/ 4 h 16"/>
                <a:gd name="T60" fmla="*/ 1 w 244"/>
                <a:gd name="T6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44" h="16">
                  <a:moveTo>
                    <a:pt x="1" y="5"/>
                  </a:moveTo>
                  <a:cubicBezTo>
                    <a:pt x="2" y="5"/>
                    <a:pt x="3" y="5"/>
                    <a:pt x="3" y="6"/>
                  </a:cubicBezTo>
                  <a:cubicBezTo>
                    <a:pt x="5" y="6"/>
                    <a:pt x="6" y="7"/>
                    <a:pt x="8" y="7"/>
                  </a:cubicBezTo>
                  <a:cubicBezTo>
                    <a:pt x="14" y="9"/>
                    <a:pt x="23" y="10"/>
                    <a:pt x="35" y="12"/>
                  </a:cubicBezTo>
                  <a:cubicBezTo>
                    <a:pt x="57" y="14"/>
                    <a:pt x="88" y="16"/>
                    <a:pt x="123" y="16"/>
                  </a:cubicBezTo>
                  <a:cubicBezTo>
                    <a:pt x="154" y="16"/>
                    <a:pt x="183" y="14"/>
                    <a:pt x="205" y="12"/>
                  </a:cubicBezTo>
                  <a:cubicBezTo>
                    <a:pt x="206" y="12"/>
                    <a:pt x="207" y="12"/>
                    <a:pt x="208" y="12"/>
                  </a:cubicBezTo>
                  <a:cubicBezTo>
                    <a:pt x="209" y="12"/>
                    <a:pt x="210" y="12"/>
                    <a:pt x="210" y="12"/>
                  </a:cubicBezTo>
                  <a:cubicBezTo>
                    <a:pt x="211" y="12"/>
                    <a:pt x="212" y="11"/>
                    <a:pt x="212" y="11"/>
                  </a:cubicBezTo>
                  <a:cubicBezTo>
                    <a:pt x="222" y="10"/>
                    <a:pt x="230" y="9"/>
                    <a:pt x="236" y="8"/>
                  </a:cubicBezTo>
                  <a:cubicBezTo>
                    <a:pt x="238" y="7"/>
                    <a:pt x="240" y="6"/>
                    <a:pt x="242" y="6"/>
                  </a:cubicBezTo>
                  <a:cubicBezTo>
                    <a:pt x="242" y="6"/>
                    <a:pt x="242" y="6"/>
                    <a:pt x="242" y="6"/>
                  </a:cubicBezTo>
                  <a:cubicBezTo>
                    <a:pt x="243" y="5"/>
                    <a:pt x="244" y="5"/>
                    <a:pt x="244" y="5"/>
                  </a:cubicBezTo>
                  <a:cubicBezTo>
                    <a:pt x="243" y="5"/>
                    <a:pt x="241" y="5"/>
                    <a:pt x="239" y="6"/>
                  </a:cubicBezTo>
                  <a:cubicBezTo>
                    <a:pt x="238" y="6"/>
                    <a:pt x="237" y="6"/>
                    <a:pt x="236" y="6"/>
                  </a:cubicBezTo>
                  <a:cubicBezTo>
                    <a:pt x="232" y="7"/>
                    <a:pt x="227" y="8"/>
                    <a:pt x="222" y="8"/>
                  </a:cubicBezTo>
                  <a:cubicBezTo>
                    <a:pt x="221" y="8"/>
                    <a:pt x="221" y="8"/>
                    <a:pt x="221" y="8"/>
                  </a:cubicBezTo>
                  <a:cubicBezTo>
                    <a:pt x="218" y="9"/>
                    <a:pt x="215" y="9"/>
                    <a:pt x="212" y="9"/>
                  </a:cubicBezTo>
                  <a:cubicBezTo>
                    <a:pt x="212" y="9"/>
                    <a:pt x="211" y="9"/>
                    <a:pt x="210" y="9"/>
                  </a:cubicBezTo>
                  <a:cubicBezTo>
                    <a:pt x="210" y="9"/>
                    <a:pt x="209" y="10"/>
                    <a:pt x="208" y="10"/>
                  </a:cubicBezTo>
                  <a:cubicBezTo>
                    <a:pt x="187" y="11"/>
                    <a:pt x="161" y="12"/>
                    <a:pt x="132" y="12"/>
                  </a:cubicBezTo>
                  <a:cubicBezTo>
                    <a:pt x="86" y="12"/>
                    <a:pt x="47" y="10"/>
                    <a:pt x="25" y="6"/>
                  </a:cubicBezTo>
                  <a:cubicBezTo>
                    <a:pt x="21" y="5"/>
                    <a:pt x="18" y="4"/>
                    <a:pt x="16" y="4"/>
                  </a:cubicBezTo>
                  <a:cubicBezTo>
                    <a:pt x="13" y="3"/>
                    <a:pt x="11" y="2"/>
                    <a:pt x="10" y="2"/>
                  </a:cubicBezTo>
                  <a:cubicBezTo>
                    <a:pt x="9" y="2"/>
                    <a:pt x="9" y="1"/>
                    <a:pt x="9" y="1"/>
                  </a:cubicBezTo>
                  <a:cubicBezTo>
                    <a:pt x="8" y="1"/>
                    <a:pt x="8" y="1"/>
                    <a:pt x="7" y="0"/>
                  </a:cubicBezTo>
                  <a:cubicBezTo>
                    <a:pt x="6" y="1"/>
                    <a:pt x="5" y="1"/>
                    <a:pt x="3" y="2"/>
                  </a:cubicBezTo>
                  <a:cubicBezTo>
                    <a:pt x="1" y="3"/>
                    <a:pt x="0" y="3"/>
                    <a:pt x="0" y="4"/>
                  </a:cubicBezTo>
                  <a:cubicBezTo>
                    <a:pt x="0" y="4"/>
                    <a:pt x="0" y="4"/>
                    <a:pt x="0" y="4"/>
                  </a:cubicBezTo>
                  <a:cubicBezTo>
                    <a:pt x="0" y="4"/>
                    <a:pt x="0" y="4"/>
                    <a:pt x="0" y="4"/>
                  </a:cubicBezTo>
                  <a:cubicBezTo>
                    <a:pt x="0" y="4"/>
                    <a:pt x="1" y="4"/>
                    <a:pt x="1" y="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8" name="Freeform 188"/>
            <p:cNvSpPr>
              <a:spLocks/>
            </p:cNvSpPr>
            <p:nvPr/>
          </p:nvSpPr>
          <p:spPr bwMode="auto">
            <a:xfrm>
              <a:off x="8437563" y="1589088"/>
              <a:ext cx="373063" cy="60325"/>
            </a:xfrm>
            <a:custGeom>
              <a:avLst/>
              <a:gdLst>
                <a:gd name="T0" fmla="*/ 0 w 246"/>
                <a:gd name="T1" fmla="*/ 28 h 40"/>
                <a:gd name="T2" fmla="*/ 0 w 246"/>
                <a:gd name="T3" fmla="*/ 29 h 40"/>
                <a:gd name="T4" fmla="*/ 1 w 246"/>
                <a:gd name="T5" fmla="*/ 30 h 40"/>
                <a:gd name="T6" fmla="*/ 1 w 246"/>
                <a:gd name="T7" fmla="*/ 30 h 40"/>
                <a:gd name="T8" fmla="*/ 5 w 246"/>
                <a:gd name="T9" fmla="*/ 31 h 40"/>
                <a:gd name="T10" fmla="*/ 8 w 246"/>
                <a:gd name="T11" fmla="*/ 32 h 40"/>
                <a:gd name="T12" fmla="*/ 16 w 246"/>
                <a:gd name="T13" fmla="*/ 34 h 40"/>
                <a:gd name="T14" fmla="*/ 29 w 246"/>
                <a:gd name="T15" fmla="*/ 36 h 40"/>
                <a:gd name="T16" fmla="*/ 35 w 246"/>
                <a:gd name="T17" fmla="*/ 36 h 40"/>
                <a:gd name="T18" fmla="*/ 49 w 246"/>
                <a:gd name="T19" fmla="*/ 38 h 40"/>
                <a:gd name="T20" fmla="*/ 123 w 246"/>
                <a:gd name="T21" fmla="*/ 40 h 40"/>
                <a:gd name="T22" fmla="*/ 198 w 246"/>
                <a:gd name="T23" fmla="*/ 38 h 40"/>
                <a:gd name="T24" fmla="*/ 199 w 246"/>
                <a:gd name="T25" fmla="*/ 38 h 40"/>
                <a:gd name="T26" fmla="*/ 201 w 246"/>
                <a:gd name="T27" fmla="*/ 37 h 40"/>
                <a:gd name="T28" fmla="*/ 203 w 246"/>
                <a:gd name="T29" fmla="*/ 37 h 40"/>
                <a:gd name="T30" fmla="*/ 217 w 246"/>
                <a:gd name="T31" fmla="*/ 36 h 40"/>
                <a:gd name="T32" fmla="*/ 230 w 246"/>
                <a:gd name="T33" fmla="*/ 34 h 40"/>
                <a:gd name="T34" fmla="*/ 232 w 246"/>
                <a:gd name="T35" fmla="*/ 33 h 40"/>
                <a:gd name="T36" fmla="*/ 235 w 246"/>
                <a:gd name="T37" fmla="*/ 33 h 40"/>
                <a:gd name="T38" fmla="*/ 236 w 246"/>
                <a:gd name="T39" fmla="*/ 33 h 40"/>
                <a:gd name="T40" fmla="*/ 238 w 246"/>
                <a:gd name="T41" fmla="*/ 32 h 40"/>
                <a:gd name="T42" fmla="*/ 246 w 246"/>
                <a:gd name="T43" fmla="*/ 29 h 40"/>
                <a:gd name="T44" fmla="*/ 246 w 246"/>
                <a:gd name="T45" fmla="*/ 26 h 40"/>
                <a:gd name="T46" fmla="*/ 246 w 246"/>
                <a:gd name="T47" fmla="*/ 24 h 40"/>
                <a:gd name="T48" fmla="*/ 246 w 246"/>
                <a:gd name="T49" fmla="*/ 22 h 40"/>
                <a:gd name="T50" fmla="*/ 246 w 246"/>
                <a:gd name="T51" fmla="*/ 17 h 40"/>
                <a:gd name="T52" fmla="*/ 246 w 246"/>
                <a:gd name="T53" fmla="*/ 15 h 40"/>
                <a:gd name="T54" fmla="*/ 246 w 246"/>
                <a:gd name="T55" fmla="*/ 15 h 40"/>
                <a:gd name="T56" fmla="*/ 246 w 246"/>
                <a:gd name="T57" fmla="*/ 13 h 40"/>
                <a:gd name="T58" fmla="*/ 246 w 246"/>
                <a:gd name="T59" fmla="*/ 13 h 40"/>
                <a:gd name="T60" fmla="*/ 246 w 246"/>
                <a:gd name="T61" fmla="*/ 11 h 40"/>
                <a:gd name="T62" fmla="*/ 246 w 246"/>
                <a:gd name="T63" fmla="*/ 4 h 40"/>
                <a:gd name="T64" fmla="*/ 246 w 246"/>
                <a:gd name="T65" fmla="*/ 2 h 40"/>
                <a:gd name="T66" fmla="*/ 246 w 246"/>
                <a:gd name="T67" fmla="*/ 0 h 40"/>
                <a:gd name="T68" fmla="*/ 246 w 246"/>
                <a:gd name="T69" fmla="*/ 0 h 40"/>
                <a:gd name="T70" fmla="*/ 245 w 246"/>
                <a:gd name="T71" fmla="*/ 0 h 40"/>
                <a:gd name="T72" fmla="*/ 239 w 246"/>
                <a:gd name="T73" fmla="*/ 3 h 40"/>
                <a:gd name="T74" fmla="*/ 235 w 246"/>
                <a:gd name="T75" fmla="*/ 3 h 40"/>
                <a:gd name="T76" fmla="*/ 215 w 246"/>
                <a:gd name="T77" fmla="*/ 7 h 40"/>
                <a:gd name="T78" fmla="*/ 214 w 246"/>
                <a:gd name="T79" fmla="*/ 7 h 40"/>
                <a:gd name="T80" fmla="*/ 212 w 246"/>
                <a:gd name="T81" fmla="*/ 7 h 40"/>
                <a:gd name="T82" fmla="*/ 211 w 246"/>
                <a:gd name="T83" fmla="*/ 7 h 40"/>
                <a:gd name="T84" fmla="*/ 209 w 246"/>
                <a:gd name="T85" fmla="*/ 7 h 40"/>
                <a:gd name="T86" fmla="*/ 204 w 246"/>
                <a:gd name="T87" fmla="*/ 8 h 40"/>
                <a:gd name="T88" fmla="*/ 123 w 246"/>
                <a:gd name="T89" fmla="*/ 11 h 40"/>
                <a:gd name="T90" fmla="*/ 23 w 246"/>
                <a:gd name="T91" fmla="*/ 6 h 40"/>
                <a:gd name="T92" fmla="*/ 0 w 246"/>
                <a:gd name="T93" fmla="*/ 2 h 40"/>
                <a:gd name="T94" fmla="*/ 0 w 246"/>
                <a:gd name="T95" fmla="*/ 2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6" h="40">
                  <a:moveTo>
                    <a:pt x="0" y="28"/>
                  </a:moveTo>
                  <a:cubicBezTo>
                    <a:pt x="0" y="29"/>
                    <a:pt x="0" y="29"/>
                    <a:pt x="0" y="29"/>
                  </a:cubicBezTo>
                  <a:cubicBezTo>
                    <a:pt x="0" y="29"/>
                    <a:pt x="1" y="29"/>
                    <a:pt x="1" y="30"/>
                  </a:cubicBezTo>
                  <a:cubicBezTo>
                    <a:pt x="1" y="30"/>
                    <a:pt x="1" y="30"/>
                    <a:pt x="1" y="30"/>
                  </a:cubicBezTo>
                  <a:cubicBezTo>
                    <a:pt x="2" y="30"/>
                    <a:pt x="3" y="31"/>
                    <a:pt x="5" y="31"/>
                  </a:cubicBezTo>
                  <a:cubicBezTo>
                    <a:pt x="6" y="31"/>
                    <a:pt x="7" y="32"/>
                    <a:pt x="8" y="32"/>
                  </a:cubicBezTo>
                  <a:cubicBezTo>
                    <a:pt x="10" y="33"/>
                    <a:pt x="13" y="33"/>
                    <a:pt x="16" y="34"/>
                  </a:cubicBezTo>
                  <a:cubicBezTo>
                    <a:pt x="20" y="34"/>
                    <a:pt x="24" y="35"/>
                    <a:pt x="29" y="36"/>
                  </a:cubicBezTo>
                  <a:cubicBezTo>
                    <a:pt x="31" y="36"/>
                    <a:pt x="33" y="36"/>
                    <a:pt x="35" y="36"/>
                  </a:cubicBezTo>
                  <a:cubicBezTo>
                    <a:pt x="39" y="37"/>
                    <a:pt x="44" y="37"/>
                    <a:pt x="49" y="38"/>
                  </a:cubicBezTo>
                  <a:cubicBezTo>
                    <a:pt x="69" y="39"/>
                    <a:pt x="95" y="40"/>
                    <a:pt x="123" y="40"/>
                  </a:cubicBezTo>
                  <a:cubicBezTo>
                    <a:pt x="151" y="40"/>
                    <a:pt x="177" y="39"/>
                    <a:pt x="198" y="38"/>
                  </a:cubicBezTo>
                  <a:cubicBezTo>
                    <a:pt x="198" y="38"/>
                    <a:pt x="199" y="38"/>
                    <a:pt x="199" y="38"/>
                  </a:cubicBezTo>
                  <a:cubicBezTo>
                    <a:pt x="200" y="38"/>
                    <a:pt x="201" y="37"/>
                    <a:pt x="201" y="37"/>
                  </a:cubicBezTo>
                  <a:cubicBezTo>
                    <a:pt x="202" y="37"/>
                    <a:pt x="203" y="37"/>
                    <a:pt x="203" y="37"/>
                  </a:cubicBezTo>
                  <a:cubicBezTo>
                    <a:pt x="208" y="37"/>
                    <a:pt x="213" y="36"/>
                    <a:pt x="217" y="36"/>
                  </a:cubicBezTo>
                  <a:cubicBezTo>
                    <a:pt x="222" y="35"/>
                    <a:pt x="226" y="34"/>
                    <a:pt x="230" y="34"/>
                  </a:cubicBezTo>
                  <a:cubicBezTo>
                    <a:pt x="231" y="34"/>
                    <a:pt x="231" y="33"/>
                    <a:pt x="232" y="33"/>
                  </a:cubicBezTo>
                  <a:cubicBezTo>
                    <a:pt x="233" y="33"/>
                    <a:pt x="234" y="33"/>
                    <a:pt x="235" y="33"/>
                  </a:cubicBezTo>
                  <a:cubicBezTo>
                    <a:pt x="236" y="33"/>
                    <a:pt x="236" y="33"/>
                    <a:pt x="236" y="33"/>
                  </a:cubicBezTo>
                  <a:cubicBezTo>
                    <a:pt x="237" y="32"/>
                    <a:pt x="238" y="32"/>
                    <a:pt x="238" y="32"/>
                  </a:cubicBezTo>
                  <a:cubicBezTo>
                    <a:pt x="243" y="31"/>
                    <a:pt x="246" y="29"/>
                    <a:pt x="246" y="29"/>
                  </a:cubicBezTo>
                  <a:cubicBezTo>
                    <a:pt x="246" y="26"/>
                    <a:pt x="246" y="26"/>
                    <a:pt x="246" y="26"/>
                  </a:cubicBezTo>
                  <a:cubicBezTo>
                    <a:pt x="246" y="24"/>
                    <a:pt x="246" y="24"/>
                    <a:pt x="246" y="24"/>
                  </a:cubicBezTo>
                  <a:cubicBezTo>
                    <a:pt x="246" y="22"/>
                    <a:pt x="246" y="22"/>
                    <a:pt x="246" y="22"/>
                  </a:cubicBezTo>
                  <a:cubicBezTo>
                    <a:pt x="246" y="17"/>
                    <a:pt x="246" y="17"/>
                    <a:pt x="246" y="17"/>
                  </a:cubicBezTo>
                  <a:cubicBezTo>
                    <a:pt x="246" y="15"/>
                    <a:pt x="246" y="15"/>
                    <a:pt x="246" y="15"/>
                  </a:cubicBezTo>
                  <a:cubicBezTo>
                    <a:pt x="246" y="15"/>
                    <a:pt x="246" y="15"/>
                    <a:pt x="246" y="15"/>
                  </a:cubicBezTo>
                  <a:cubicBezTo>
                    <a:pt x="246" y="13"/>
                    <a:pt x="246" y="13"/>
                    <a:pt x="246" y="13"/>
                  </a:cubicBezTo>
                  <a:cubicBezTo>
                    <a:pt x="246" y="13"/>
                    <a:pt x="246" y="13"/>
                    <a:pt x="246" y="13"/>
                  </a:cubicBezTo>
                  <a:cubicBezTo>
                    <a:pt x="246" y="11"/>
                    <a:pt x="246" y="11"/>
                    <a:pt x="246" y="11"/>
                  </a:cubicBezTo>
                  <a:cubicBezTo>
                    <a:pt x="246" y="4"/>
                    <a:pt x="246" y="4"/>
                    <a:pt x="246" y="4"/>
                  </a:cubicBezTo>
                  <a:cubicBezTo>
                    <a:pt x="246" y="2"/>
                    <a:pt x="246" y="2"/>
                    <a:pt x="246" y="2"/>
                  </a:cubicBezTo>
                  <a:cubicBezTo>
                    <a:pt x="246" y="0"/>
                    <a:pt x="246" y="0"/>
                    <a:pt x="246" y="0"/>
                  </a:cubicBezTo>
                  <a:cubicBezTo>
                    <a:pt x="246" y="0"/>
                    <a:pt x="246" y="0"/>
                    <a:pt x="246" y="0"/>
                  </a:cubicBezTo>
                  <a:cubicBezTo>
                    <a:pt x="246" y="0"/>
                    <a:pt x="245" y="0"/>
                    <a:pt x="245" y="0"/>
                  </a:cubicBezTo>
                  <a:cubicBezTo>
                    <a:pt x="243" y="1"/>
                    <a:pt x="241" y="2"/>
                    <a:pt x="239" y="3"/>
                  </a:cubicBezTo>
                  <a:cubicBezTo>
                    <a:pt x="238" y="3"/>
                    <a:pt x="236" y="3"/>
                    <a:pt x="235" y="3"/>
                  </a:cubicBezTo>
                  <a:cubicBezTo>
                    <a:pt x="230" y="5"/>
                    <a:pt x="223" y="6"/>
                    <a:pt x="215" y="7"/>
                  </a:cubicBezTo>
                  <a:cubicBezTo>
                    <a:pt x="214" y="7"/>
                    <a:pt x="214" y="7"/>
                    <a:pt x="214" y="7"/>
                  </a:cubicBezTo>
                  <a:cubicBezTo>
                    <a:pt x="213" y="7"/>
                    <a:pt x="212" y="7"/>
                    <a:pt x="212" y="7"/>
                  </a:cubicBezTo>
                  <a:cubicBezTo>
                    <a:pt x="211" y="7"/>
                    <a:pt x="211" y="7"/>
                    <a:pt x="211" y="7"/>
                  </a:cubicBezTo>
                  <a:cubicBezTo>
                    <a:pt x="210" y="7"/>
                    <a:pt x="210" y="7"/>
                    <a:pt x="209" y="7"/>
                  </a:cubicBezTo>
                  <a:cubicBezTo>
                    <a:pt x="207" y="8"/>
                    <a:pt x="206" y="8"/>
                    <a:pt x="204" y="8"/>
                  </a:cubicBezTo>
                  <a:cubicBezTo>
                    <a:pt x="182" y="10"/>
                    <a:pt x="154" y="11"/>
                    <a:pt x="123" y="11"/>
                  </a:cubicBezTo>
                  <a:cubicBezTo>
                    <a:pt x="82" y="11"/>
                    <a:pt x="46" y="9"/>
                    <a:pt x="23" y="6"/>
                  </a:cubicBezTo>
                  <a:cubicBezTo>
                    <a:pt x="14" y="4"/>
                    <a:pt x="6" y="3"/>
                    <a:pt x="0" y="2"/>
                  </a:cubicBezTo>
                  <a:cubicBezTo>
                    <a:pt x="0" y="28"/>
                    <a:pt x="0" y="28"/>
                    <a:pt x="0" y="2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9" name="Freeform 189"/>
            <p:cNvSpPr>
              <a:spLocks/>
            </p:cNvSpPr>
            <p:nvPr/>
          </p:nvSpPr>
          <p:spPr bwMode="auto">
            <a:xfrm>
              <a:off x="8802688" y="1579563"/>
              <a:ext cx="7938" cy="6350"/>
            </a:xfrm>
            <a:custGeom>
              <a:avLst/>
              <a:gdLst>
                <a:gd name="T0" fmla="*/ 5 w 5"/>
                <a:gd name="T1" fmla="*/ 1 h 4"/>
                <a:gd name="T2" fmla="*/ 5 w 5"/>
                <a:gd name="T3" fmla="*/ 1 h 4"/>
                <a:gd name="T4" fmla="*/ 5 w 5"/>
                <a:gd name="T5" fmla="*/ 1 h 4"/>
                <a:gd name="T6" fmla="*/ 3 w 5"/>
                <a:gd name="T7" fmla="*/ 0 h 4"/>
                <a:gd name="T8" fmla="*/ 2 w 5"/>
                <a:gd name="T9" fmla="*/ 0 h 4"/>
                <a:gd name="T10" fmla="*/ 2 w 5"/>
                <a:gd name="T11" fmla="*/ 0 h 4"/>
                <a:gd name="T12" fmla="*/ 2 w 5"/>
                <a:gd name="T13" fmla="*/ 1 h 4"/>
                <a:gd name="T14" fmla="*/ 1 w 5"/>
                <a:gd name="T15" fmla="*/ 3 h 4"/>
                <a:gd name="T16" fmla="*/ 0 w 5"/>
                <a:gd name="T17" fmla="*/ 4 h 4"/>
                <a:gd name="T18" fmla="*/ 1 w 5"/>
                <a:gd name="T19" fmla="*/ 3 h 4"/>
                <a:gd name="T20" fmla="*/ 5 w 5"/>
                <a:gd name="T21"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4">
                  <a:moveTo>
                    <a:pt x="5" y="1"/>
                  </a:moveTo>
                  <a:cubicBezTo>
                    <a:pt x="5" y="1"/>
                    <a:pt x="5" y="1"/>
                    <a:pt x="5" y="1"/>
                  </a:cubicBezTo>
                  <a:cubicBezTo>
                    <a:pt x="5" y="1"/>
                    <a:pt x="5" y="1"/>
                    <a:pt x="5" y="1"/>
                  </a:cubicBezTo>
                  <a:cubicBezTo>
                    <a:pt x="5" y="1"/>
                    <a:pt x="4" y="1"/>
                    <a:pt x="3" y="0"/>
                  </a:cubicBezTo>
                  <a:cubicBezTo>
                    <a:pt x="3" y="0"/>
                    <a:pt x="3" y="0"/>
                    <a:pt x="2" y="0"/>
                  </a:cubicBezTo>
                  <a:cubicBezTo>
                    <a:pt x="2" y="0"/>
                    <a:pt x="2" y="0"/>
                    <a:pt x="2" y="0"/>
                  </a:cubicBezTo>
                  <a:cubicBezTo>
                    <a:pt x="2" y="1"/>
                    <a:pt x="2" y="1"/>
                    <a:pt x="2" y="1"/>
                  </a:cubicBezTo>
                  <a:cubicBezTo>
                    <a:pt x="2" y="2"/>
                    <a:pt x="1" y="3"/>
                    <a:pt x="1" y="3"/>
                  </a:cubicBezTo>
                  <a:cubicBezTo>
                    <a:pt x="1" y="3"/>
                    <a:pt x="0" y="4"/>
                    <a:pt x="0" y="4"/>
                  </a:cubicBezTo>
                  <a:cubicBezTo>
                    <a:pt x="1" y="4"/>
                    <a:pt x="1" y="3"/>
                    <a:pt x="1" y="3"/>
                  </a:cubicBezTo>
                  <a:cubicBezTo>
                    <a:pt x="3" y="2"/>
                    <a:pt x="5" y="2"/>
                    <a:pt x="5" y="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10" name="Freeform 190"/>
            <p:cNvSpPr>
              <a:spLocks/>
            </p:cNvSpPr>
            <p:nvPr/>
          </p:nvSpPr>
          <p:spPr bwMode="auto">
            <a:xfrm>
              <a:off x="8426451" y="1536700"/>
              <a:ext cx="373063" cy="60325"/>
            </a:xfrm>
            <a:custGeom>
              <a:avLst/>
              <a:gdLst>
                <a:gd name="T0" fmla="*/ 3 w 246"/>
                <a:gd name="T1" fmla="*/ 30 h 40"/>
                <a:gd name="T2" fmla="*/ 5 w 246"/>
                <a:gd name="T3" fmla="*/ 31 h 40"/>
                <a:gd name="T4" fmla="*/ 6 w 246"/>
                <a:gd name="T5" fmla="*/ 31 h 40"/>
                <a:gd name="T6" fmla="*/ 7 w 246"/>
                <a:gd name="T7" fmla="*/ 31 h 40"/>
                <a:gd name="T8" fmla="*/ 8 w 246"/>
                <a:gd name="T9" fmla="*/ 32 h 40"/>
                <a:gd name="T10" fmla="*/ 30 w 246"/>
                <a:gd name="T11" fmla="*/ 36 h 40"/>
                <a:gd name="T12" fmla="*/ 35 w 246"/>
                <a:gd name="T13" fmla="*/ 36 h 40"/>
                <a:gd name="T14" fmla="*/ 123 w 246"/>
                <a:gd name="T15" fmla="*/ 40 h 40"/>
                <a:gd name="T16" fmla="*/ 215 w 246"/>
                <a:gd name="T17" fmla="*/ 36 h 40"/>
                <a:gd name="T18" fmla="*/ 217 w 246"/>
                <a:gd name="T19" fmla="*/ 35 h 40"/>
                <a:gd name="T20" fmla="*/ 219 w 246"/>
                <a:gd name="T21" fmla="*/ 35 h 40"/>
                <a:gd name="T22" fmla="*/ 236 w 246"/>
                <a:gd name="T23" fmla="*/ 32 h 40"/>
                <a:gd name="T24" fmla="*/ 240 w 246"/>
                <a:gd name="T25" fmla="*/ 31 h 40"/>
                <a:gd name="T26" fmla="*/ 245 w 246"/>
                <a:gd name="T27" fmla="*/ 29 h 40"/>
                <a:gd name="T28" fmla="*/ 246 w 246"/>
                <a:gd name="T29" fmla="*/ 28 h 40"/>
                <a:gd name="T30" fmla="*/ 246 w 246"/>
                <a:gd name="T31" fmla="*/ 27 h 40"/>
                <a:gd name="T32" fmla="*/ 246 w 246"/>
                <a:gd name="T33" fmla="*/ 26 h 40"/>
                <a:gd name="T34" fmla="*/ 246 w 246"/>
                <a:gd name="T35" fmla="*/ 24 h 40"/>
                <a:gd name="T36" fmla="*/ 246 w 246"/>
                <a:gd name="T37" fmla="*/ 22 h 40"/>
                <a:gd name="T38" fmla="*/ 246 w 246"/>
                <a:gd name="T39" fmla="*/ 17 h 40"/>
                <a:gd name="T40" fmla="*/ 246 w 246"/>
                <a:gd name="T41" fmla="*/ 15 h 40"/>
                <a:gd name="T42" fmla="*/ 246 w 246"/>
                <a:gd name="T43" fmla="*/ 14 h 40"/>
                <a:gd name="T44" fmla="*/ 246 w 246"/>
                <a:gd name="T45" fmla="*/ 13 h 40"/>
                <a:gd name="T46" fmla="*/ 246 w 246"/>
                <a:gd name="T47" fmla="*/ 12 h 40"/>
                <a:gd name="T48" fmla="*/ 246 w 246"/>
                <a:gd name="T49" fmla="*/ 10 h 40"/>
                <a:gd name="T50" fmla="*/ 246 w 246"/>
                <a:gd name="T51" fmla="*/ 8 h 40"/>
                <a:gd name="T52" fmla="*/ 246 w 246"/>
                <a:gd name="T53" fmla="*/ 6 h 40"/>
                <a:gd name="T54" fmla="*/ 246 w 246"/>
                <a:gd name="T55" fmla="*/ 4 h 40"/>
                <a:gd name="T56" fmla="*/ 246 w 246"/>
                <a:gd name="T57" fmla="*/ 0 h 40"/>
                <a:gd name="T58" fmla="*/ 239 w 246"/>
                <a:gd name="T59" fmla="*/ 2 h 40"/>
                <a:gd name="T60" fmla="*/ 232 w 246"/>
                <a:gd name="T61" fmla="*/ 4 h 40"/>
                <a:gd name="T62" fmla="*/ 232 w 246"/>
                <a:gd name="T63" fmla="*/ 4 h 40"/>
                <a:gd name="T64" fmla="*/ 227 w 246"/>
                <a:gd name="T65" fmla="*/ 6 h 40"/>
                <a:gd name="T66" fmla="*/ 225 w 246"/>
                <a:gd name="T67" fmla="*/ 6 h 40"/>
                <a:gd name="T68" fmla="*/ 224 w 246"/>
                <a:gd name="T69" fmla="*/ 6 h 40"/>
                <a:gd name="T70" fmla="*/ 221 w 246"/>
                <a:gd name="T71" fmla="*/ 7 h 40"/>
                <a:gd name="T72" fmla="*/ 220 w 246"/>
                <a:gd name="T73" fmla="*/ 7 h 40"/>
                <a:gd name="T74" fmla="*/ 218 w 246"/>
                <a:gd name="T75" fmla="*/ 8 h 40"/>
                <a:gd name="T76" fmla="*/ 217 w 246"/>
                <a:gd name="T77" fmla="*/ 8 h 40"/>
                <a:gd name="T78" fmla="*/ 216 w 246"/>
                <a:gd name="T79" fmla="*/ 8 h 40"/>
                <a:gd name="T80" fmla="*/ 216 w 246"/>
                <a:gd name="T81" fmla="*/ 8 h 40"/>
                <a:gd name="T82" fmla="*/ 215 w 246"/>
                <a:gd name="T83" fmla="*/ 8 h 40"/>
                <a:gd name="T84" fmla="*/ 197 w 246"/>
                <a:gd name="T85" fmla="*/ 11 h 40"/>
                <a:gd name="T86" fmla="*/ 159 w 246"/>
                <a:gd name="T87" fmla="*/ 14 h 40"/>
                <a:gd name="T88" fmla="*/ 109 w 246"/>
                <a:gd name="T89" fmla="*/ 15 h 40"/>
                <a:gd name="T90" fmla="*/ 79 w 246"/>
                <a:gd name="T91" fmla="*/ 15 h 40"/>
                <a:gd name="T92" fmla="*/ 0 w 246"/>
                <a:gd name="T93" fmla="*/ 8 h 40"/>
                <a:gd name="T94" fmla="*/ 0 w 246"/>
                <a:gd name="T95" fmla="*/ 28 h 40"/>
                <a:gd name="T96" fmla="*/ 0 w 246"/>
                <a:gd name="T97" fmla="*/ 28 h 40"/>
                <a:gd name="T98" fmla="*/ 2 w 246"/>
                <a:gd name="T99" fmla="*/ 29 h 40"/>
                <a:gd name="T100" fmla="*/ 3 w 246"/>
                <a:gd name="T101" fmla="*/ 30 h 40"/>
                <a:gd name="T102" fmla="*/ 3 w 246"/>
                <a:gd name="T103" fmla="*/ 3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40">
                  <a:moveTo>
                    <a:pt x="3" y="30"/>
                  </a:moveTo>
                  <a:cubicBezTo>
                    <a:pt x="4" y="30"/>
                    <a:pt x="4" y="31"/>
                    <a:pt x="5" y="31"/>
                  </a:cubicBezTo>
                  <a:cubicBezTo>
                    <a:pt x="5" y="31"/>
                    <a:pt x="6" y="31"/>
                    <a:pt x="6" y="31"/>
                  </a:cubicBezTo>
                  <a:cubicBezTo>
                    <a:pt x="6" y="31"/>
                    <a:pt x="7" y="31"/>
                    <a:pt x="7" y="31"/>
                  </a:cubicBezTo>
                  <a:cubicBezTo>
                    <a:pt x="7" y="32"/>
                    <a:pt x="8" y="32"/>
                    <a:pt x="8" y="32"/>
                  </a:cubicBezTo>
                  <a:cubicBezTo>
                    <a:pt x="14" y="33"/>
                    <a:pt x="21" y="34"/>
                    <a:pt x="30" y="36"/>
                  </a:cubicBezTo>
                  <a:cubicBezTo>
                    <a:pt x="32" y="36"/>
                    <a:pt x="33" y="36"/>
                    <a:pt x="35" y="36"/>
                  </a:cubicBezTo>
                  <a:cubicBezTo>
                    <a:pt x="57" y="39"/>
                    <a:pt x="89" y="40"/>
                    <a:pt x="123" y="40"/>
                  </a:cubicBezTo>
                  <a:cubicBezTo>
                    <a:pt x="159" y="40"/>
                    <a:pt x="192" y="38"/>
                    <a:pt x="215" y="36"/>
                  </a:cubicBezTo>
                  <a:cubicBezTo>
                    <a:pt x="216" y="36"/>
                    <a:pt x="216" y="36"/>
                    <a:pt x="217" y="35"/>
                  </a:cubicBezTo>
                  <a:cubicBezTo>
                    <a:pt x="218" y="35"/>
                    <a:pt x="218" y="35"/>
                    <a:pt x="219" y="35"/>
                  </a:cubicBezTo>
                  <a:cubicBezTo>
                    <a:pt x="226" y="34"/>
                    <a:pt x="231" y="33"/>
                    <a:pt x="236" y="32"/>
                  </a:cubicBezTo>
                  <a:cubicBezTo>
                    <a:pt x="237" y="32"/>
                    <a:pt x="239" y="32"/>
                    <a:pt x="240" y="31"/>
                  </a:cubicBezTo>
                  <a:cubicBezTo>
                    <a:pt x="242" y="31"/>
                    <a:pt x="244" y="30"/>
                    <a:pt x="245" y="29"/>
                  </a:cubicBezTo>
                  <a:cubicBezTo>
                    <a:pt x="245" y="29"/>
                    <a:pt x="246" y="28"/>
                    <a:pt x="246" y="28"/>
                  </a:cubicBezTo>
                  <a:cubicBezTo>
                    <a:pt x="246" y="27"/>
                    <a:pt x="246" y="27"/>
                    <a:pt x="246" y="27"/>
                  </a:cubicBezTo>
                  <a:cubicBezTo>
                    <a:pt x="246" y="26"/>
                    <a:pt x="246" y="26"/>
                    <a:pt x="246" y="26"/>
                  </a:cubicBezTo>
                  <a:cubicBezTo>
                    <a:pt x="246" y="24"/>
                    <a:pt x="246" y="24"/>
                    <a:pt x="246" y="24"/>
                  </a:cubicBezTo>
                  <a:cubicBezTo>
                    <a:pt x="246" y="22"/>
                    <a:pt x="246" y="22"/>
                    <a:pt x="246" y="22"/>
                  </a:cubicBezTo>
                  <a:cubicBezTo>
                    <a:pt x="246" y="17"/>
                    <a:pt x="246" y="17"/>
                    <a:pt x="246" y="17"/>
                  </a:cubicBezTo>
                  <a:cubicBezTo>
                    <a:pt x="246" y="15"/>
                    <a:pt x="246" y="15"/>
                    <a:pt x="246" y="15"/>
                  </a:cubicBezTo>
                  <a:cubicBezTo>
                    <a:pt x="246" y="14"/>
                    <a:pt x="246" y="14"/>
                    <a:pt x="246" y="14"/>
                  </a:cubicBezTo>
                  <a:cubicBezTo>
                    <a:pt x="246" y="13"/>
                    <a:pt x="246" y="13"/>
                    <a:pt x="246" y="13"/>
                  </a:cubicBezTo>
                  <a:cubicBezTo>
                    <a:pt x="246" y="12"/>
                    <a:pt x="246" y="12"/>
                    <a:pt x="246" y="12"/>
                  </a:cubicBezTo>
                  <a:cubicBezTo>
                    <a:pt x="246" y="10"/>
                    <a:pt x="246" y="10"/>
                    <a:pt x="246" y="10"/>
                  </a:cubicBezTo>
                  <a:cubicBezTo>
                    <a:pt x="246" y="8"/>
                    <a:pt x="246" y="8"/>
                    <a:pt x="246" y="8"/>
                  </a:cubicBezTo>
                  <a:cubicBezTo>
                    <a:pt x="246" y="6"/>
                    <a:pt x="246" y="6"/>
                    <a:pt x="246" y="6"/>
                  </a:cubicBezTo>
                  <a:cubicBezTo>
                    <a:pt x="246" y="4"/>
                    <a:pt x="246" y="4"/>
                    <a:pt x="246" y="4"/>
                  </a:cubicBezTo>
                  <a:cubicBezTo>
                    <a:pt x="246" y="0"/>
                    <a:pt x="246" y="0"/>
                    <a:pt x="246" y="0"/>
                  </a:cubicBezTo>
                  <a:cubicBezTo>
                    <a:pt x="244" y="1"/>
                    <a:pt x="242" y="2"/>
                    <a:pt x="239" y="2"/>
                  </a:cubicBezTo>
                  <a:cubicBezTo>
                    <a:pt x="237" y="3"/>
                    <a:pt x="235" y="3"/>
                    <a:pt x="232" y="4"/>
                  </a:cubicBezTo>
                  <a:cubicBezTo>
                    <a:pt x="232" y="4"/>
                    <a:pt x="232" y="4"/>
                    <a:pt x="232" y="4"/>
                  </a:cubicBezTo>
                  <a:cubicBezTo>
                    <a:pt x="230" y="5"/>
                    <a:pt x="229" y="5"/>
                    <a:pt x="227" y="6"/>
                  </a:cubicBezTo>
                  <a:cubicBezTo>
                    <a:pt x="226" y="6"/>
                    <a:pt x="225" y="6"/>
                    <a:pt x="225" y="6"/>
                  </a:cubicBezTo>
                  <a:cubicBezTo>
                    <a:pt x="225" y="6"/>
                    <a:pt x="225" y="6"/>
                    <a:pt x="224" y="6"/>
                  </a:cubicBezTo>
                  <a:cubicBezTo>
                    <a:pt x="223" y="7"/>
                    <a:pt x="222" y="7"/>
                    <a:pt x="221" y="7"/>
                  </a:cubicBezTo>
                  <a:cubicBezTo>
                    <a:pt x="221" y="7"/>
                    <a:pt x="220" y="7"/>
                    <a:pt x="220" y="7"/>
                  </a:cubicBezTo>
                  <a:cubicBezTo>
                    <a:pt x="219" y="8"/>
                    <a:pt x="219" y="8"/>
                    <a:pt x="218" y="8"/>
                  </a:cubicBezTo>
                  <a:cubicBezTo>
                    <a:pt x="218" y="8"/>
                    <a:pt x="217" y="8"/>
                    <a:pt x="217" y="8"/>
                  </a:cubicBezTo>
                  <a:cubicBezTo>
                    <a:pt x="217" y="8"/>
                    <a:pt x="216" y="8"/>
                    <a:pt x="216" y="8"/>
                  </a:cubicBezTo>
                  <a:cubicBezTo>
                    <a:pt x="216" y="8"/>
                    <a:pt x="216" y="8"/>
                    <a:pt x="216" y="8"/>
                  </a:cubicBezTo>
                  <a:cubicBezTo>
                    <a:pt x="215" y="8"/>
                    <a:pt x="215" y="8"/>
                    <a:pt x="215" y="8"/>
                  </a:cubicBezTo>
                  <a:cubicBezTo>
                    <a:pt x="210" y="9"/>
                    <a:pt x="204" y="10"/>
                    <a:pt x="197" y="11"/>
                  </a:cubicBezTo>
                  <a:cubicBezTo>
                    <a:pt x="187" y="12"/>
                    <a:pt x="174" y="13"/>
                    <a:pt x="159" y="14"/>
                  </a:cubicBezTo>
                  <a:cubicBezTo>
                    <a:pt x="144" y="15"/>
                    <a:pt x="127" y="15"/>
                    <a:pt x="109" y="15"/>
                  </a:cubicBezTo>
                  <a:cubicBezTo>
                    <a:pt x="99" y="15"/>
                    <a:pt x="89" y="15"/>
                    <a:pt x="79" y="15"/>
                  </a:cubicBezTo>
                  <a:cubicBezTo>
                    <a:pt x="46" y="14"/>
                    <a:pt x="17" y="11"/>
                    <a:pt x="0" y="8"/>
                  </a:cubicBezTo>
                  <a:cubicBezTo>
                    <a:pt x="0" y="28"/>
                    <a:pt x="0" y="28"/>
                    <a:pt x="0" y="28"/>
                  </a:cubicBezTo>
                  <a:cubicBezTo>
                    <a:pt x="0" y="28"/>
                    <a:pt x="0" y="28"/>
                    <a:pt x="0" y="28"/>
                  </a:cubicBezTo>
                  <a:cubicBezTo>
                    <a:pt x="0" y="29"/>
                    <a:pt x="1" y="29"/>
                    <a:pt x="2" y="29"/>
                  </a:cubicBezTo>
                  <a:cubicBezTo>
                    <a:pt x="2" y="30"/>
                    <a:pt x="2" y="30"/>
                    <a:pt x="3" y="30"/>
                  </a:cubicBezTo>
                  <a:cubicBezTo>
                    <a:pt x="3" y="30"/>
                    <a:pt x="3" y="30"/>
                    <a:pt x="3" y="3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11" name="Freeform 191"/>
            <p:cNvSpPr>
              <a:spLocks/>
            </p:cNvSpPr>
            <p:nvPr/>
          </p:nvSpPr>
          <p:spPr bwMode="auto">
            <a:xfrm>
              <a:off x="8785226" y="1524000"/>
              <a:ext cx="14288" cy="11113"/>
            </a:xfrm>
            <a:custGeom>
              <a:avLst/>
              <a:gdLst>
                <a:gd name="T0" fmla="*/ 10 w 10"/>
                <a:gd name="T1" fmla="*/ 4 h 8"/>
                <a:gd name="T2" fmla="*/ 10 w 10"/>
                <a:gd name="T3" fmla="*/ 4 h 8"/>
                <a:gd name="T4" fmla="*/ 10 w 10"/>
                <a:gd name="T5" fmla="*/ 4 h 8"/>
                <a:gd name="T6" fmla="*/ 10 w 10"/>
                <a:gd name="T7" fmla="*/ 4 h 8"/>
                <a:gd name="T8" fmla="*/ 9 w 10"/>
                <a:gd name="T9" fmla="*/ 3 h 8"/>
                <a:gd name="T10" fmla="*/ 6 w 10"/>
                <a:gd name="T11" fmla="*/ 2 h 8"/>
                <a:gd name="T12" fmla="*/ 2 w 10"/>
                <a:gd name="T13" fmla="*/ 1 h 8"/>
                <a:gd name="T14" fmla="*/ 0 w 10"/>
                <a:gd name="T15" fmla="*/ 0 h 8"/>
                <a:gd name="T16" fmla="*/ 0 w 10"/>
                <a:gd name="T17" fmla="*/ 2 h 8"/>
                <a:gd name="T18" fmla="*/ 0 w 10"/>
                <a:gd name="T19" fmla="*/ 4 h 8"/>
                <a:gd name="T20" fmla="*/ 0 w 10"/>
                <a:gd name="T21" fmla="*/ 5 h 8"/>
                <a:gd name="T22" fmla="*/ 0 w 10"/>
                <a:gd name="T23" fmla="*/ 6 h 8"/>
                <a:gd name="T24" fmla="*/ 0 w 10"/>
                <a:gd name="T25" fmla="*/ 7 h 8"/>
                <a:gd name="T26" fmla="*/ 0 w 10"/>
                <a:gd name="T27" fmla="*/ 8 h 8"/>
                <a:gd name="T28" fmla="*/ 0 w 10"/>
                <a:gd name="T29" fmla="*/ 8 h 8"/>
                <a:gd name="T30" fmla="*/ 5 w 10"/>
                <a:gd name="T31" fmla="*/ 7 h 8"/>
                <a:gd name="T32" fmla="*/ 6 w 10"/>
                <a:gd name="T33" fmla="*/ 6 h 8"/>
                <a:gd name="T34" fmla="*/ 10 w 10"/>
                <a:gd name="T3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 h="8">
                  <a:moveTo>
                    <a:pt x="10" y="4"/>
                  </a:moveTo>
                  <a:cubicBezTo>
                    <a:pt x="10" y="4"/>
                    <a:pt x="10" y="4"/>
                    <a:pt x="10" y="4"/>
                  </a:cubicBezTo>
                  <a:cubicBezTo>
                    <a:pt x="10" y="4"/>
                    <a:pt x="10" y="4"/>
                    <a:pt x="10" y="4"/>
                  </a:cubicBezTo>
                  <a:cubicBezTo>
                    <a:pt x="10" y="4"/>
                    <a:pt x="10" y="4"/>
                    <a:pt x="10" y="4"/>
                  </a:cubicBezTo>
                  <a:cubicBezTo>
                    <a:pt x="10" y="4"/>
                    <a:pt x="9" y="3"/>
                    <a:pt x="9" y="3"/>
                  </a:cubicBezTo>
                  <a:cubicBezTo>
                    <a:pt x="8" y="3"/>
                    <a:pt x="7" y="2"/>
                    <a:pt x="6" y="2"/>
                  </a:cubicBezTo>
                  <a:cubicBezTo>
                    <a:pt x="5" y="2"/>
                    <a:pt x="4" y="1"/>
                    <a:pt x="2" y="1"/>
                  </a:cubicBezTo>
                  <a:cubicBezTo>
                    <a:pt x="1" y="0"/>
                    <a:pt x="0" y="0"/>
                    <a:pt x="0" y="0"/>
                  </a:cubicBezTo>
                  <a:cubicBezTo>
                    <a:pt x="0" y="2"/>
                    <a:pt x="0" y="2"/>
                    <a:pt x="0" y="2"/>
                  </a:cubicBezTo>
                  <a:cubicBezTo>
                    <a:pt x="0" y="4"/>
                    <a:pt x="0" y="4"/>
                    <a:pt x="0" y="4"/>
                  </a:cubicBezTo>
                  <a:cubicBezTo>
                    <a:pt x="0" y="5"/>
                    <a:pt x="0" y="5"/>
                    <a:pt x="0" y="5"/>
                  </a:cubicBezTo>
                  <a:cubicBezTo>
                    <a:pt x="0" y="6"/>
                    <a:pt x="0" y="6"/>
                    <a:pt x="0" y="6"/>
                  </a:cubicBezTo>
                  <a:cubicBezTo>
                    <a:pt x="0" y="7"/>
                    <a:pt x="0" y="7"/>
                    <a:pt x="0" y="7"/>
                  </a:cubicBezTo>
                  <a:cubicBezTo>
                    <a:pt x="0" y="8"/>
                    <a:pt x="0" y="8"/>
                    <a:pt x="0" y="8"/>
                  </a:cubicBezTo>
                  <a:cubicBezTo>
                    <a:pt x="0" y="8"/>
                    <a:pt x="0" y="8"/>
                    <a:pt x="0" y="8"/>
                  </a:cubicBezTo>
                  <a:cubicBezTo>
                    <a:pt x="2" y="8"/>
                    <a:pt x="3" y="7"/>
                    <a:pt x="5" y="7"/>
                  </a:cubicBezTo>
                  <a:cubicBezTo>
                    <a:pt x="5" y="6"/>
                    <a:pt x="6" y="6"/>
                    <a:pt x="6" y="6"/>
                  </a:cubicBezTo>
                  <a:cubicBezTo>
                    <a:pt x="8" y="5"/>
                    <a:pt x="10" y="4"/>
                    <a:pt x="10" y="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12" name="Freeform 192"/>
            <p:cNvSpPr>
              <a:spLocks/>
            </p:cNvSpPr>
            <p:nvPr/>
          </p:nvSpPr>
          <p:spPr bwMode="auto">
            <a:xfrm>
              <a:off x="8405813" y="1492250"/>
              <a:ext cx="373063" cy="61913"/>
            </a:xfrm>
            <a:custGeom>
              <a:avLst/>
              <a:gdLst>
                <a:gd name="T0" fmla="*/ 12 w 246"/>
                <a:gd name="T1" fmla="*/ 33 h 41"/>
                <a:gd name="T2" fmla="*/ 14 w 246"/>
                <a:gd name="T3" fmla="*/ 34 h 41"/>
                <a:gd name="T4" fmla="*/ 35 w 246"/>
                <a:gd name="T5" fmla="*/ 37 h 41"/>
                <a:gd name="T6" fmla="*/ 123 w 246"/>
                <a:gd name="T7" fmla="*/ 41 h 41"/>
                <a:gd name="T8" fmla="*/ 135 w 246"/>
                <a:gd name="T9" fmla="*/ 41 h 41"/>
                <a:gd name="T10" fmla="*/ 223 w 246"/>
                <a:gd name="T11" fmla="*/ 35 h 41"/>
                <a:gd name="T12" fmla="*/ 226 w 246"/>
                <a:gd name="T13" fmla="*/ 35 h 41"/>
                <a:gd name="T14" fmla="*/ 228 w 246"/>
                <a:gd name="T15" fmla="*/ 34 h 41"/>
                <a:gd name="T16" fmla="*/ 229 w 246"/>
                <a:gd name="T17" fmla="*/ 34 h 41"/>
                <a:gd name="T18" fmla="*/ 229 w 246"/>
                <a:gd name="T19" fmla="*/ 34 h 41"/>
                <a:gd name="T20" fmla="*/ 230 w 246"/>
                <a:gd name="T21" fmla="*/ 34 h 41"/>
                <a:gd name="T22" fmla="*/ 232 w 246"/>
                <a:gd name="T23" fmla="*/ 34 h 41"/>
                <a:gd name="T24" fmla="*/ 232 w 246"/>
                <a:gd name="T25" fmla="*/ 34 h 41"/>
                <a:gd name="T26" fmla="*/ 236 w 246"/>
                <a:gd name="T27" fmla="*/ 33 h 41"/>
                <a:gd name="T28" fmla="*/ 244 w 246"/>
                <a:gd name="T29" fmla="*/ 30 h 41"/>
                <a:gd name="T30" fmla="*/ 246 w 246"/>
                <a:gd name="T31" fmla="*/ 29 h 41"/>
                <a:gd name="T32" fmla="*/ 246 w 246"/>
                <a:gd name="T33" fmla="*/ 29 h 41"/>
                <a:gd name="T34" fmla="*/ 246 w 246"/>
                <a:gd name="T35" fmla="*/ 27 h 41"/>
                <a:gd name="T36" fmla="*/ 246 w 246"/>
                <a:gd name="T37" fmla="*/ 27 h 41"/>
                <a:gd name="T38" fmla="*/ 246 w 246"/>
                <a:gd name="T39" fmla="*/ 25 h 41"/>
                <a:gd name="T40" fmla="*/ 246 w 246"/>
                <a:gd name="T41" fmla="*/ 23 h 41"/>
                <a:gd name="T42" fmla="*/ 246 w 246"/>
                <a:gd name="T43" fmla="*/ 20 h 41"/>
                <a:gd name="T44" fmla="*/ 246 w 246"/>
                <a:gd name="T45" fmla="*/ 18 h 41"/>
                <a:gd name="T46" fmla="*/ 246 w 246"/>
                <a:gd name="T47" fmla="*/ 16 h 41"/>
                <a:gd name="T48" fmla="*/ 246 w 246"/>
                <a:gd name="T49" fmla="*/ 8 h 41"/>
                <a:gd name="T50" fmla="*/ 246 w 246"/>
                <a:gd name="T51" fmla="*/ 7 h 41"/>
                <a:gd name="T52" fmla="*/ 246 w 246"/>
                <a:gd name="T53" fmla="*/ 6 h 41"/>
                <a:gd name="T54" fmla="*/ 246 w 246"/>
                <a:gd name="T55" fmla="*/ 5 h 41"/>
                <a:gd name="T56" fmla="*/ 246 w 246"/>
                <a:gd name="T57" fmla="*/ 4 h 41"/>
                <a:gd name="T58" fmla="*/ 246 w 246"/>
                <a:gd name="T59" fmla="*/ 3 h 41"/>
                <a:gd name="T60" fmla="*/ 246 w 246"/>
                <a:gd name="T61" fmla="*/ 1 h 41"/>
                <a:gd name="T62" fmla="*/ 240 w 246"/>
                <a:gd name="T63" fmla="*/ 3 h 41"/>
                <a:gd name="T64" fmla="*/ 239 w 246"/>
                <a:gd name="T65" fmla="*/ 3 h 41"/>
                <a:gd name="T66" fmla="*/ 238 w 246"/>
                <a:gd name="T67" fmla="*/ 3 h 41"/>
                <a:gd name="T68" fmla="*/ 235 w 246"/>
                <a:gd name="T69" fmla="*/ 4 h 41"/>
                <a:gd name="T70" fmla="*/ 234 w 246"/>
                <a:gd name="T71" fmla="*/ 4 h 41"/>
                <a:gd name="T72" fmla="*/ 230 w 246"/>
                <a:gd name="T73" fmla="*/ 5 h 41"/>
                <a:gd name="T74" fmla="*/ 230 w 246"/>
                <a:gd name="T75" fmla="*/ 5 h 41"/>
                <a:gd name="T76" fmla="*/ 224 w 246"/>
                <a:gd name="T77" fmla="*/ 6 h 41"/>
                <a:gd name="T78" fmla="*/ 222 w 246"/>
                <a:gd name="T79" fmla="*/ 6 h 41"/>
                <a:gd name="T80" fmla="*/ 220 w 246"/>
                <a:gd name="T81" fmla="*/ 6 h 41"/>
                <a:gd name="T82" fmla="*/ 211 w 246"/>
                <a:gd name="T83" fmla="*/ 8 h 41"/>
                <a:gd name="T84" fmla="*/ 181 w 246"/>
                <a:gd name="T85" fmla="*/ 10 h 41"/>
                <a:gd name="T86" fmla="*/ 153 w 246"/>
                <a:gd name="T87" fmla="*/ 11 h 41"/>
                <a:gd name="T88" fmla="*/ 123 w 246"/>
                <a:gd name="T89" fmla="*/ 12 h 41"/>
                <a:gd name="T90" fmla="*/ 108 w 246"/>
                <a:gd name="T91" fmla="*/ 12 h 41"/>
                <a:gd name="T92" fmla="*/ 79 w 246"/>
                <a:gd name="T93" fmla="*/ 11 h 41"/>
                <a:gd name="T94" fmla="*/ 0 w 246"/>
                <a:gd name="T95" fmla="*/ 0 h 41"/>
                <a:gd name="T96" fmla="*/ 0 w 246"/>
                <a:gd name="T97" fmla="*/ 29 h 41"/>
                <a:gd name="T98" fmla="*/ 0 w 246"/>
                <a:gd name="T99" fmla="*/ 29 h 41"/>
                <a:gd name="T100" fmla="*/ 1 w 246"/>
                <a:gd name="T101" fmla="*/ 30 h 41"/>
                <a:gd name="T102" fmla="*/ 8 w 246"/>
                <a:gd name="T103" fmla="*/ 33 h 41"/>
                <a:gd name="T104" fmla="*/ 10 w 246"/>
                <a:gd name="T105" fmla="*/ 33 h 41"/>
                <a:gd name="T106" fmla="*/ 12 w 246"/>
                <a:gd name="T107" fmla="*/ 33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46" h="41">
                  <a:moveTo>
                    <a:pt x="12" y="33"/>
                  </a:moveTo>
                  <a:cubicBezTo>
                    <a:pt x="13" y="34"/>
                    <a:pt x="13" y="34"/>
                    <a:pt x="14" y="34"/>
                  </a:cubicBezTo>
                  <a:cubicBezTo>
                    <a:pt x="20" y="35"/>
                    <a:pt x="27" y="36"/>
                    <a:pt x="35" y="37"/>
                  </a:cubicBezTo>
                  <a:cubicBezTo>
                    <a:pt x="57" y="39"/>
                    <a:pt x="88" y="41"/>
                    <a:pt x="123" y="41"/>
                  </a:cubicBezTo>
                  <a:cubicBezTo>
                    <a:pt x="127" y="41"/>
                    <a:pt x="131" y="41"/>
                    <a:pt x="135" y="41"/>
                  </a:cubicBezTo>
                  <a:cubicBezTo>
                    <a:pt x="171" y="40"/>
                    <a:pt x="202" y="38"/>
                    <a:pt x="223" y="35"/>
                  </a:cubicBezTo>
                  <a:cubicBezTo>
                    <a:pt x="224" y="35"/>
                    <a:pt x="225" y="35"/>
                    <a:pt x="226" y="35"/>
                  </a:cubicBezTo>
                  <a:cubicBezTo>
                    <a:pt x="227" y="35"/>
                    <a:pt x="228" y="35"/>
                    <a:pt x="228" y="34"/>
                  </a:cubicBezTo>
                  <a:cubicBezTo>
                    <a:pt x="229" y="34"/>
                    <a:pt x="229" y="34"/>
                    <a:pt x="229" y="34"/>
                  </a:cubicBezTo>
                  <a:cubicBezTo>
                    <a:pt x="229" y="34"/>
                    <a:pt x="229" y="34"/>
                    <a:pt x="229" y="34"/>
                  </a:cubicBezTo>
                  <a:cubicBezTo>
                    <a:pt x="229" y="34"/>
                    <a:pt x="230" y="34"/>
                    <a:pt x="230" y="34"/>
                  </a:cubicBezTo>
                  <a:cubicBezTo>
                    <a:pt x="231" y="34"/>
                    <a:pt x="231" y="34"/>
                    <a:pt x="232" y="34"/>
                  </a:cubicBezTo>
                  <a:cubicBezTo>
                    <a:pt x="232" y="34"/>
                    <a:pt x="232" y="34"/>
                    <a:pt x="232" y="34"/>
                  </a:cubicBezTo>
                  <a:cubicBezTo>
                    <a:pt x="233" y="34"/>
                    <a:pt x="235" y="33"/>
                    <a:pt x="236" y="33"/>
                  </a:cubicBezTo>
                  <a:cubicBezTo>
                    <a:pt x="240" y="32"/>
                    <a:pt x="243" y="31"/>
                    <a:pt x="244" y="30"/>
                  </a:cubicBezTo>
                  <a:cubicBezTo>
                    <a:pt x="245" y="30"/>
                    <a:pt x="245" y="29"/>
                    <a:pt x="246" y="29"/>
                  </a:cubicBezTo>
                  <a:cubicBezTo>
                    <a:pt x="246" y="29"/>
                    <a:pt x="246" y="29"/>
                    <a:pt x="246" y="29"/>
                  </a:cubicBezTo>
                  <a:cubicBezTo>
                    <a:pt x="246" y="27"/>
                    <a:pt x="246" y="27"/>
                    <a:pt x="246" y="27"/>
                  </a:cubicBezTo>
                  <a:cubicBezTo>
                    <a:pt x="246" y="27"/>
                    <a:pt x="246" y="27"/>
                    <a:pt x="246" y="27"/>
                  </a:cubicBezTo>
                  <a:cubicBezTo>
                    <a:pt x="246" y="25"/>
                    <a:pt x="246" y="25"/>
                    <a:pt x="246" y="25"/>
                  </a:cubicBezTo>
                  <a:cubicBezTo>
                    <a:pt x="246" y="23"/>
                    <a:pt x="246" y="23"/>
                    <a:pt x="246" y="23"/>
                  </a:cubicBezTo>
                  <a:cubicBezTo>
                    <a:pt x="246" y="20"/>
                    <a:pt x="246" y="20"/>
                    <a:pt x="246" y="20"/>
                  </a:cubicBezTo>
                  <a:cubicBezTo>
                    <a:pt x="246" y="18"/>
                    <a:pt x="246" y="18"/>
                    <a:pt x="246" y="18"/>
                  </a:cubicBezTo>
                  <a:cubicBezTo>
                    <a:pt x="246" y="16"/>
                    <a:pt x="246" y="16"/>
                    <a:pt x="246" y="16"/>
                  </a:cubicBezTo>
                  <a:cubicBezTo>
                    <a:pt x="246" y="8"/>
                    <a:pt x="246" y="8"/>
                    <a:pt x="246" y="8"/>
                  </a:cubicBezTo>
                  <a:cubicBezTo>
                    <a:pt x="246" y="7"/>
                    <a:pt x="246" y="7"/>
                    <a:pt x="246" y="7"/>
                  </a:cubicBezTo>
                  <a:cubicBezTo>
                    <a:pt x="246" y="6"/>
                    <a:pt x="246" y="6"/>
                    <a:pt x="246" y="6"/>
                  </a:cubicBezTo>
                  <a:cubicBezTo>
                    <a:pt x="246" y="5"/>
                    <a:pt x="246" y="5"/>
                    <a:pt x="246" y="5"/>
                  </a:cubicBezTo>
                  <a:cubicBezTo>
                    <a:pt x="246" y="4"/>
                    <a:pt x="246" y="4"/>
                    <a:pt x="246" y="4"/>
                  </a:cubicBezTo>
                  <a:cubicBezTo>
                    <a:pt x="246" y="3"/>
                    <a:pt x="246" y="3"/>
                    <a:pt x="246" y="3"/>
                  </a:cubicBezTo>
                  <a:cubicBezTo>
                    <a:pt x="246" y="1"/>
                    <a:pt x="246" y="1"/>
                    <a:pt x="246" y="1"/>
                  </a:cubicBezTo>
                  <a:cubicBezTo>
                    <a:pt x="244" y="1"/>
                    <a:pt x="242" y="2"/>
                    <a:pt x="240" y="3"/>
                  </a:cubicBezTo>
                  <a:cubicBezTo>
                    <a:pt x="240" y="3"/>
                    <a:pt x="239" y="3"/>
                    <a:pt x="239" y="3"/>
                  </a:cubicBezTo>
                  <a:cubicBezTo>
                    <a:pt x="239" y="3"/>
                    <a:pt x="239" y="3"/>
                    <a:pt x="238" y="3"/>
                  </a:cubicBezTo>
                  <a:cubicBezTo>
                    <a:pt x="237" y="3"/>
                    <a:pt x="236" y="4"/>
                    <a:pt x="235" y="4"/>
                  </a:cubicBezTo>
                  <a:cubicBezTo>
                    <a:pt x="235" y="4"/>
                    <a:pt x="234" y="4"/>
                    <a:pt x="234" y="4"/>
                  </a:cubicBezTo>
                  <a:cubicBezTo>
                    <a:pt x="233" y="4"/>
                    <a:pt x="231" y="5"/>
                    <a:pt x="230" y="5"/>
                  </a:cubicBezTo>
                  <a:cubicBezTo>
                    <a:pt x="230" y="5"/>
                    <a:pt x="230" y="5"/>
                    <a:pt x="230" y="5"/>
                  </a:cubicBezTo>
                  <a:cubicBezTo>
                    <a:pt x="228" y="5"/>
                    <a:pt x="226" y="6"/>
                    <a:pt x="224" y="6"/>
                  </a:cubicBezTo>
                  <a:cubicBezTo>
                    <a:pt x="224" y="6"/>
                    <a:pt x="223" y="6"/>
                    <a:pt x="222" y="6"/>
                  </a:cubicBezTo>
                  <a:cubicBezTo>
                    <a:pt x="222" y="6"/>
                    <a:pt x="221" y="6"/>
                    <a:pt x="220" y="6"/>
                  </a:cubicBezTo>
                  <a:cubicBezTo>
                    <a:pt x="217" y="7"/>
                    <a:pt x="215" y="7"/>
                    <a:pt x="211" y="8"/>
                  </a:cubicBezTo>
                  <a:cubicBezTo>
                    <a:pt x="203" y="9"/>
                    <a:pt x="192" y="9"/>
                    <a:pt x="181" y="10"/>
                  </a:cubicBezTo>
                  <a:cubicBezTo>
                    <a:pt x="172" y="11"/>
                    <a:pt x="163" y="11"/>
                    <a:pt x="153" y="11"/>
                  </a:cubicBezTo>
                  <a:cubicBezTo>
                    <a:pt x="143" y="11"/>
                    <a:pt x="133" y="12"/>
                    <a:pt x="123" y="12"/>
                  </a:cubicBezTo>
                  <a:cubicBezTo>
                    <a:pt x="118" y="12"/>
                    <a:pt x="113" y="12"/>
                    <a:pt x="108" y="12"/>
                  </a:cubicBezTo>
                  <a:cubicBezTo>
                    <a:pt x="97" y="11"/>
                    <a:pt x="88" y="11"/>
                    <a:pt x="79" y="11"/>
                  </a:cubicBezTo>
                  <a:cubicBezTo>
                    <a:pt x="39" y="9"/>
                    <a:pt x="10" y="5"/>
                    <a:pt x="0" y="0"/>
                  </a:cubicBezTo>
                  <a:cubicBezTo>
                    <a:pt x="0" y="29"/>
                    <a:pt x="0" y="29"/>
                    <a:pt x="0" y="29"/>
                  </a:cubicBezTo>
                  <a:cubicBezTo>
                    <a:pt x="0" y="29"/>
                    <a:pt x="0" y="29"/>
                    <a:pt x="0" y="29"/>
                  </a:cubicBezTo>
                  <a:cubicBezTo>
                    <a:pt x="0" y="29"/>
                    <a:pt x="1" y="30"/>
                    <a:pt x="1" y="30"/>
                  </a:cubicBezTo>
                  <a:cubicBezTo>
                    <a:pt x="3" y="31"/>
                    <a:pt x="5" y="32"/>
                    <a:pt x="8" y="33"/>
                  </a:cubicBezTo>
                  <a:cubicBezTo>
                    <a:pt x="9" y="33"/>
                    <a:pt x="9" y="33"/>
                    <a:pt x="10" y="33"/>
                  </a:cubicBezTo>
                  <a:cubicBezTo>
                    <a:pt x="11" y="33"/>
                    <a:pt x="11" y="33"/>
                    <a:pt x="12" y="3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13" name="Freeform 193"/>
            <p:cNvSpPr>
              <a:spLocks/>
            </p:cNvSpPr>
            <p:nvPr/>
          </p:nvSpPr>
          <p:spPr bwMode="auto">
            <a:xfrm>
              <a:off x="8405813" y="1477963"/>
              <a:ext cx="371475" cy="25400"/>
            </a:xfrm>
            <a:custGeom>
              <a:avLst/>
              <a:gdLst>
                <a:gd name="T0" fmla="*/ 1 w 245"/>
                <a:gd name="T1" fmla="*/ 6 h 17"/>
                <a:gd name="T2" fmla="*/ 4 w 245"/>
                <a:gd name="T3" fmla="*/ 7 h 17"/>
                <a:gd name="T4" fmla="*/ 8 w 245"/>
                <a:gd name="T5" fmla="*/ 8 h 17"/>
                <a:gd name="T6" fmla="*/ 35 w 245"/>
                <a:gd name="T7" fmla="*/ 13 h 17"/>
                <a:gd name="T8" fmla="*/ 123 w 245"/>
                <a:gd name="T9" fmla="*/ 17 h 17"/>
                <a:gd name="T10" fmla="*/ 220 w 245"/>
                <a:gd name="T11" fmla="*/ 12 h 17"/>
                <a:gd name="T12" fmla="*/ 220 w 245"/>
                <a:gd name="T13" fmla="*/ 11 h 17"/>
                <a:gd name="T14" fmla="*/ 222 w 245"/>
                <a:gd name="T15" fmla="*/ 11 h 17"/>
                <a:gd name="T16" fmla="*/ 223 w 245"/>
                <a:gd name="T17" fmla="*/ 11 h 17"/>
                <a:gd name="T18" fmla="*/ 224 w 245"/>
                <a:gd name="T19" fmla="*/ 11 h 17"/>
                <a:gd name="T20" fmla="*/ 224 w 245"/>
                <a:gd name="T21" fmla="*/ 11 h 17"/>
                <a:gd name="T22" fmla="*/ 226 w 245"/>
                <a:gd name="T23" fmla="*/ 11 h 17"/>
                <a:gd name="T24" fmla="*/ 230 w 245"/>
                <a:gd name="T25" fmla="*/ 10 h 17"/>
                <a:gd name="T26" fmla="*/ 230 w 245"/>
                <a:gd name="T27" fmla="*/ 10 h 17"/>
                <a:gd name="T28" fmla="*/ 233 w 245"/>
                <a:gd name="T29" fmla="*/ 9 h 17"/>
                <a:gd name="T30" fmla="*/ 236 w 245"/>
                <a:gd name="T31" fmla="*/ 9 h 17"/>
                <a:gd name="T32" fmla="*/ 241 w 245"/>
                <a:gd name="T33" fmla="*/ 7 h 17"/>
                <a:gd name="T34" fmla="*/ 242 w 245"/>
                <a:gd name="T35" fmla="*/ 7 h 17"/>
                <a:gd name="T36" fmla="*/ 245 w 245"/>
                <a:gd name="T37" fmla="*/ 6 h 17"/>
                <a:gd name="T38" fmla="*/ 237 w 245"/>
                <a:gd name="T39" fmla="*/ 7 h 17"/>
                <a:gd name="T40" fmla="*/ 234 w 245"/>
                <a:gd name="T41" fmla="*/ 7 h 17"/>
                <a:gd name="T42" fmla="*/ 226 w 245"/>
                <a:gd name="T43" fmla="*/ 8 h 17"/>
                <a:gd name="T44" fmla="*/ 225 w 245"/>
                <a:gd name="T45" fmla="*/ 8 h 17"/>
                <a:gd name="T46" fmla="*/ 223 w 245"/>
                <a:gd name="T47" fmla="*/ 8 h 17"/>
                <a:gd name="T48" fmla="*/ 223 w 245"/>
                <a:gd name="T49" fmla="*/ 9 h 17"/>
                <a:gd name="T50" fmla="*/ 222 w 245"/>
                <a:gd name="T51" fmla="*/ 9 h 17"/>
                <a:gd name="T52" fmla="*/ 221 w 245"/>
                <a:gd name="T53" fmla="*/ 9 h 17"/>
                <a:gd name="T54" fmla="*/ 220 w 245"/>
                <a:gd name="T55" fmla="*/ 9 h 17"/>
                <a:gd name="T56" fmla="*/ 218 w 245"/>
                <a:gd name="T57" fmla="*/ 9 h 17"/>
                <a:gd name="T58" fmla="*/ 214 w 245"/>
                <a:gd name="T59" fmla="*/ 9 h 17"/>
                <a:gd name="T60" fmla="*/ 137 w 245"/>
                <a:gd name="T61" fmla="*/ 12 h 17"/>
                <a:gd name="T62" fmla="*/ 36 w 245"/>
                <a:gd name="T63" fmla="*/ 7 h 17"/>
                <a:gd name="T64" fmla="*/ 25 w 245"/>
                <a:gd name="T65" fmla="*/ 5 h 17"/>
                <a:gd name="T66" fmla="*/ 18 w 245"/>
                <a:gd name="T67" fmla="*/ 3 h 17"/>
                <a:gd name="T68" fmla="*/ 13 w 245"/>
                <a:gd name="T69" fmla="*/ 1 h 17"/>
                <a:gd name="T70" fmla="*/ 12 w 245"/>
                <a:gd name="T71" fmla="*/ 0 h 17"/>
                <a:gd name="T72" fmla="*/ 10 w 245"/>
                <a:gd name="T73" fmla="*/ 1 h 17"/>
                <a:gd name="T74" fmla="*/ 4 w 245"/>
                <a:gd name="T75" fmla="*/ 3 h 17"/>
                <a:gd name="T76" fmla="*/ 0 w 245"/>
                <a:gd name="T77" fmla="*/ 5 h 17"/>
                <a:gd name="T78" fmla="*/ 0 w 245"/>
                <a:gd name="T79" fmla="*/ 5 h 17"/>
                <a:gd name="T80" fmla="*/ 0 w 245"/>
                <a:gd name="T81" fmla="*/ 5 h 17"/>
                <a:gd name="T82" fmla="*/ 1 w 245"/>
                <a:gd name="T83"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5" h="17">
                  <a:moveTo>
                    <a:pt x="1" y="6"/>
                  </a:moveTo>
                  <a:cubicBezTo>
                    <a:pt x="2" y="6"/>
                    <a:pt x="3" y="6"/>
                    <a:pt x="4" y="7"/>
                  </a:cubicBezTo>
                  <a:cubicBezTo>
                    <a:pt x="5" y="7"/>
                    <a:pt x="6" y="8"/>
                    <a:pt x="8" y="8"/>
                  </a:cubicBezTo>
                  <a:cubicBezTo>
                    <a:pt x="14" y="10"/>
                    <a:pt x="23" y="11"/>
                    <a:pt x="35" y="13"/>
                  </a:cubicBezTo>
                  <a:cubicBezTo>
                    <a:pt x="57" y="15"/>
                    <a:pt x="88" y="17"/>
                    <a:pt x="123" y="17"/>
                  </a:cubicBezTo>
                  <a:cubicBezTo>
                    <a:pt x="162" y="17"/>
                    <a:pt x="197" y="15"/>
                    <a:pt x="220" y="12"/>
                  </a:cubicBezTo>
                  <a:cubicBezTo>
                    <a:pt x="220" y="11"/>
                    <a:pt x="220" y="11"/>
                    <a:pt x="220" y="11"/>
                  </a:cubicBezTo>
                  <a:cubicBezTo>
                    <a:pt x="221" y="11"/>
                    <a:pt x="222" y="11"/>
                    <a:pt x="222" y="11"/>
                  </a:cubicBezTo>
                  <a:cubicBezTo>
                    <a:pt x="222" y="11"/>
                    <a:pt x="223" y="11"/>
                    <a:pt x="223" y="11"/>
                  </a:cubicBezTo>
                  <a:cubicBezTo>
                    <a:pt x="223" y="11"/>
                    <a:pt x="224" y="11"/>
                    <a:pt x="224" y="11"/>
                  </a:cubicBezTo>
                  <a:cubicBezTo>
                    <a:pt x="224" y="11"/>
                    <a:pt x="224" y="11"/>
                    <a:pt x="224" y="11"/>
                  </a:cubicBezTo>
                  <a:cubicBezTo>
                    <a:pt x="225" y="11"/>
                    <a:pt x="225" y="11"/>
                    <a:pt x="226" y="11"/>
                  </a:cubicBezTo>
                  <a:cubicBezTo>
                    <a:pt x="227" y="10"/>
                    <a:pt x="229" y="10"/>
                    <a:pt x="230" y="10"/>
                  </a:cubicBezTo>
                  <a:cubicBezTo>
                    <a:pt x="230" y="10"/>
                    <a:pt x="230" y="10"/>
                    <a:pt x="230" y="10"/>
                  </a:cubicBezTo>
                  <a:cubicBezTo>
                    <a:pt x="231" y="10"/>
                    <a:pt x="232" y="9"/>
                    <a:pt x="233" y="9"/>
                  </a:cubicBezTo>
                  <a:cubicBezTo>
                    <a:pt x="234" y="9"/>
                    <a:pt x="235" y="9"/>
                    <a:pt x="236" y="9"/>
                  </a:cubicBezTo>
                  <a:cubicBezTo>
                    <a:pt x="238" y="8"/>
                    <a:pt x="239" y="8"/>
                    <a:pt x="241" y="7"/>
                  </a:cubicBezTo>
                  <a:cubicBezTo>
                    <a:pt x="241" y="7"/>
                    <a:pt x="242" y="7"/>
                    <a:pt x="242" y="7"/>
                  </a:cubicBezTo>
                  <a:cubicBezTo>
                    <a:pt x="243" y="6"/>
                    <a:pt x="244" y="6"/>
                    <a:pt x="245" y="6"/>
                  </a:cubicBezTo>
                  <a:cubicBezTo>
                    <a:pt x="242" y="6"/>
                    <a:pt x="240" y="6"/>
                    <a:pt x="237" y="7"/>
                  </a:cubicBezTo>
                  <a:cubicBezTo>
                    <a:pt x="236" y="7"/>
                    <a:pt x="235" y="7"/>
                    <a:pt x="234" y="7"/>
                  </a:cubicBezTo>
                  <a:cubicBezTo>
                    <a:pt x="231" y="8"/>
                    <a:pt x="228" y="8"/>
                    <a:pt x="226" y="8"/>
                  </a:cubicBezTo>
                  <a:cubicBezTo>
                    <a:pt x="226" y="8"/>
                    <a:pt x="225" y="8"/>
                    <a:pt x="225" y="8"/>
                  </a:cubicBezTo>
                  <a:cubicBezTo>
                    <a:pt x="225" y="8"/>
                    <a:pt x="224" y="8"/>
                    <a:pt x="223" y="8"/>
                  </a:cubicBezTo>
                  <a:cubicBezTo>
                    <a:pt x="223" y="9"/>
                    <a:pt x="223" y="9"/>
                    <a:pt x="223" y="9"/>
                  </a:cubicBezTo>
                  <a:cubicBezTo>
                    <a:pt x="223" y="9"/>
                    <a:pt x="222" y="9"/>
                    <a:pt x="222" y="9"/>
                  </a:cubicBezTo>
                  <a:cubicBezTo>
                    <a:pt x="222" y="9"/>
                    <a:pt x="221" y="9"/>
                    <a:pt x="221" y="9"/>
                  </a:cubicBezTo>
                  <a:cubicBezTo>
                    <a:pt x="221" y="9"/>
                    <a:pt x="220" y="9"/>
                    <a:pt x="220" y="9"/>
                  </a:cubicBezTo>
                  <a:cubicBezTo>
                    <a:pt x="220" y="9"/>
                    <a:pt x="219" y="9"/>
                    <a:pt x="218" y="9"/>
                  </a:cubicBezTo>
                  <a:cubicBezTo>
                    <a:pt x="217" y="9"/>
                    <a:pt x="216" y="9"/>
                    <a:pt x="214" y="9"/>
                  </a:cubicBezTo>
                  <a:cubicBezTo>
                    <a:pt x="193" y="11"/>
                    <a:pt x="166" y="12"/>
                    <a:pt x="137" y="12"/>
                  </a:cubicBezTo>
                  <a:cubicBezTo>
                    <a:pt x="95" y="12"/>
                    <a:pt x="59" y="10"/>
                    <a:pt x="36" y="7"/>
                  </a:cubicBezTo>
                  <a:cubicBezTo>
                    <a:pt x="32" y="6"/>
                    <a:pt x="28" y="5"/>
                    <a:pt x="25" y="5"/>
                  </a:cubicBezTo>
                  <a:cubicBezTo>
                    <a:pt x="22" y="4"/>
                    <a:pt x="20" y="3"/>
                    <a:pt x="18" y="3"/>
                  </a:cubicBezTo>
                  <a:cubicBezTo>
                    <a:pt x="16" y="2"/>
                    <a:pt x="14" y="2"/>
                    <a:pt x="13" y="1"/>
                  </a:cubicBezTo>
                  <a:cubicBezTo>
                    <a:pt x="13" y="1"/>
                    <a:pt x="13" y="1"/>
                    <a:pt x="12" y="0"/>
                  </a:cubicBezTo>
                  <a:cubicBezTo>
                    <a:pt x="11" y="1"/>
                    <a:pt x="11" y="1"/>
                    <a:pt x="10" y="1"/>
                  </a:cubicBezTo>
                  <a:cubicBezTo>
                    <a:pt x="7" y="1"/>
                    <a:pt x="5" y="2"/>
                    <a:pt x="4" y="3"/>
                  </a:cubicBezTo>
                  <a:cubicBezTo>
                    <a:pt x="1" y="4"/>
                    <a:pt x="0" y="4"/>
                    <a:pt x="0" y="5"/>
                  </a:cubicBezTo>
                  <a:cubicBezTo>
                    <a:pt x="0" y="5"/>
                    <a:pt x="0" y="5"/>
                    <a:pt x="0" y="5"/>
                  </a:cubicBezTo>
                  <a:cubicBezTo>
                    <a:pt x="0" y="5"/>
                    <a:pt x="0" y="5"/>
                    <a:pt x="0" y="5"/>
                  </a:cubicBezTo>
                  <a:cubicBezTo>
                    <a:pt x="0" y="5"/>
                    <a:pt x="1" y="5"/>
                    <a:pt x="1" y="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14" name="Freeform 194"/>
            <p:cNvSpPr>
              <a:spLocks/>
            </p:cNvSpPr>
            <p:nvPr/>
          </p:nvSpPr>
          <p:spPr bwMode="auto">
            <a:xfrm>
              <a:off x="8426451" y="1428750"/>
              <a:ext cx="373063" cy="61913"/>
            </a:xfrm>
            <a:custGeom>
              <a:avLst/>
              <a:gdLst>
                <a:gd name="T0" fmla="*/ 0 w 246"/>
                <a:gd name="T1" fmla="*/ 29 h 40"/>
                <a:gd name="T2" fmla="*/ 1 w 246"/>
                <a:gd name="T3" fmla="*/ 30 h 40"/>
                <a:gd name="T4" fmla="*/ 1 w 246"/>
                <a:gd name="T5" fmla="*/ 30 h 40"/>
                <a:gd name="T6" fmla="*/ 5 w 246"/>
                <a:gd name="T7" fmla="*/ 31 h 40"/>
                <a:gd name="T8" fmla="*/ 8 w 246"/>
                <a:gd name="T9" fmla="*/ 32 h 40"/>
                <a:gd name="T10" fmla="*/ 22 w 246"/>
                <a:gd name="T11" fmla="*/ 35 h 40"/>
                <a:gd name="T12" fmla="*/ 35 w 246"/>
                <a:gd name="T13" fmla="*/ 36 h 40"/>
                <a:gd name="T14" fmla="*/ 39 w 246"/>
                <a:gd name="T15" fmla="*/ 37 h 40"/>
                <a:gd name="T16" fmla="*/ 64 w 246"/>
                <a:gd name="T17" fmla="*/ 39 h 40"/>
                <a:gd name="T18" fmla="*/ 123 w 246"/>
                <a:gd name="T19" fmla="*/ 40 h 40"/>
                <a:gd name="T20" fmla="*/ 181 w 246"/>
                <a:gd name="T21" fmla="*/ 39 h 40"/>
                <a:gd name="T22" fmla="*/ 197 w 246"/>
                <a:gd name="T23" fmla="*/ 38 h 40"/>
                <a:gd name="T24" fmla="*/ 199 w 246"/>
                <a:gd name="T25" fmla="*/ 37 h 40"/>
                <a:gd name="T26" fmla="*/ 201 w 246"/>
                <a:gd name="T27" fmla="*/ 37 h 40"/>
                <a:gd name="T28" fmla="*/ 207 w 246"/>
                <a:gd name="T29" fmla="*/ 37 h 40"/>
                <a:gd name="T30" fmla="*/ 207 w 246"/>
                <a:gd name="T31" fmla="*/ 37 h 40"/>
                <a:gd name="T32" fmla="*/ 211 w 246"/>
                <a:gd name="T33" fmla="*/ 36 h 40"/>
                <a:gd name="T34" fmla="*/ 223 w 246"/>
                <a:gd name="T35" fmla="*/ 35 h 40"/>
                <a:gd name="T36" fmla="*/ 224 w 246"/>
                <a:gd name="T37" fmla="*/ 35 h 40"/>
                <a:gd name="T38" fmla="*/ 227 w 246"/>
                <a:gd name="T39" fmla="*/ 34 h 40"/>
                <a:gd name="T40" fmla="*/ 230 w 246"/>
                <a:gd name="T41" fmla="*/ 34 h 40"/>
                <a:gd name="T42" fmla="*/ 232 w 246"/>
                <a:gd name="T43" fmla="*/ 33 h 40"/>
                <a:gd name="T44" fmla="*/ 233 w 246"/>
                <a:gd name="T45" fmla="*/ 33 h 40"/>
                <a:gd name="T46" fmla="*/ 236 w 246"/>
                <a:gd name="T47" fmla="*/ 32 h 40"/>
                <a:gd name="T48" fmla="*/ 244 w 246"/>
                <a:gd name="T49" fmla="*/ 30 h 40"/>
                <a:gd name="T50" fmla="*/ 246 w 246"/>
                <a:gd name="T51" fmla="*/ 28 h 40"/>
                <a:gd name="T52" fmla="*/ 246 w 246"/>
                <a:gd name="T53" fmla="*/ 27 h 40"/>
                <a:gd name="T54" fmla="*/ 246 w 246"/>
                <a:gd name="T55" fmla="*/ 16 h 40"/>
                <a:gd name="T56" fmla="*/ 246 w 246"/>
                <a:gd name="T57" fmla="*/ 14 h 40"/>
                <a:gd name="T58" fmla="*/ 246 w 246"/>
                <a:gd name="T59" fmla="*/ 13 h 40"/>
                <a:gd name="T60" fmla="*/ 246 w 246"/>
                <a:gd name="T61" fmla="*/ 12 h 40"/>
                <a:gd name="T62" fmla="*/ 246 w 246"/>
                <a:gd name="T63" fmla="*/ 11 h 40"/>
                <a:gd name="T64" fmla="*/ 246 w 246"/>
                <a:gd name="T65" fmla="*/ 9 h 40"/>
                <a:gd name="T66" fmla="*/ 246 w 246"/>
                <a:gd name="T67" fmla="*/ 6 h 40"/>
                <a:gd name="T68" fmla="*/ 246 w 246"/>
                <a:gd name="T69" fmla="*/ 4 h 40"/>
                <a:gd name="T70" fmla="*/ 246 w 246"/>
                <a:gd name="T71" fmla="*/ 2 h 40"/>
                <a:gd name="T72" fmla="*/ 246 w 246"/>
                <a:gd name="T73" fmla="*/ 0 h 40"/>
                <a:gd name="T74" fmla="*/ 241 w 246"/>
                <a:gd name="T75" fmla="*/ 2 h 40"/>
                <a:gd name="T76" fmla="*/ 238 w 246"/>
                <a:gd name="T77" fmla="*/ 3 h 40"/>
                <a:gd name="T78" fmla="*/ 234 w 246"/>
                <a:gd name="T79" fmla="*/ 4 h 40"/>
                <a:gd name="T80" fmla="*/ 223 w 246"/>
                <a:gd name="T81" fmla="*/ 5 h 40"/>
                <a:gd name="T82" fmla="*/ 222 w 246"/>
                <a:gd name="T83" fmla="*/ 6 h 40"/>
                <a:gd name="T84" fmla="*/ 218 w 246"/>
                <a:gd name="T85" fmla="*/ 6 h 40"/>
                <a:gd name="T86" fmla="*/ 213 w 246"/>
                <a:gd name="T87" fmla="*/ 7 h 40"/>
                <a:gd name="T88" fmla="*/ 211 w 246"/>
                <a:gd name="T89" fmla="*/ 7 h 40"/>
                <a:gd name="T90" fmla="*/ 209 w 246"/>
                <a:gd name="T91" fmla="*/ 7 h 40"/>
                <a:gd name="T92" fmla="*/ 204 w 246"/>
                <a:gd name="T93" fmla="*/ 8 h 40"/>
                <a:gd name="T94" fmla="*/ 201 w 246"/>
                <a:gd name="T95" fmla="*/ 8 h 40"/>
                <a:gd name="T96" fmla="*/ 200 w 246"/>
                <a:gd name="T97" fmla="*/ 8 h 40"/>
                <a:gd name="T98" fmla="*/ 199 w 246"/>
                <a:gd name="T99" fmla="*/ 8 h 40"/>
                <a:gd name="T100" fmla="*/ 197 w 246"/>
                <a:gd name="T101" fmla="*/ 8 h 40"/>
                <a:gd name="T102" fmla="*/ 123 w 246"/>
                <a:gd name="T103" fmla="*/ 11 h 40"/>
                <a:gd name="T104" fmla="*/ 0 w 246"/>
                <a:gd name="T105" fmla="*/ 0 h 40"/>
                <a:gd name="T106" fmla="*/ 0 w 246"/>
                <a:gd name="T107" fmla="*/ 28 h 40"/>
                <a:gd name="T108" fmla="*/ 0 w 246"/>
                <a:gd name="T109" fmla="*/ 28 h 40"/>
                <a:gd name="T110" fmla="*/ 0 w 246"/>
                <a:gd name="T111" fmla="*/ 2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6" h="40">
                  <a:moveTo>
                    <a:pt x="0" y="29"/>
                  </a:moveTo>
                  <a:cubicBezTo>
                    <a:pt x="0" y="29"/>
                    <a:pt x="1" y="29"/>
                    <a:pt x="1" y="30"/>
                  </a:cubicBezTo>
                  <a:cubicBezTo>
                    <a:pt x="1" y="30"/>
                    <a:pt x="1" y="30"/>
                    <a:pt x="1" y="30"/>
                  </a:cubicBezTo>
                  <a:cubicBezTo>
                    <a:pt x="2" y="30"/>
                    <a:pt x="4" y="31"/>
                    <a:pt x="5" y="31"/>
                  </a:cubicBezTo>
                  <a:cubicBezTo>
                    <a:pt x="6" y="31"/>
                    <a:pt x="7" y="32"/>
                    <a:pt x="8" y="32"/>
                  </a:cubicBezTo>
                  <a:cubicBezTo>
                    <a:pt x="12" y="33"/>
                    <a:pt x="17" y="34"/>
                    <a:pt x="22" y="35"/>
                  </a:cubicBezTo>
                  <a:cubicBezTo>
                    <a:pt x="26" y="35"/>
                    <a:pt x="30" y="36"/>
                    <a:pt x="35" y="36"/>
                  </a:cubicBezTo>
                  <a:cubicBezTo>
                    <a:pt x="36" y="36"/>
                    <a:pt x="37" y="37"/>
                    <a:pt x="39" y="37"/>
                  </a:cubicBezTo>
                  <a:cubicBezTo>
                    <a:pt x="47" y="38"/>
                    <a:pt x="55" y="38"/>
                    <a:pt x="64" y="39"/>
                  </a:cubicBezTo>
                  <a:cubicBezTo>
                    <a:pt x="82" y="40"/>
                    <a:pt x="102" y="40"/>
                    <a:pt x="123" y="40"/>
                  </a:cubicBezTo>
                  <a:cubicBezTo>
                    <a:pt x="144" y="40"/>
                    <a:pt x="164" y="40"/>
                    <a:pt x="181" y="39"/>
                  </a:cubicBezTo>
                  <a:cubicBezTo>
                    <a:pt x="187" y="38"/>
                    <a:pt x="192" y="38"/>
                    <a:pt x="197" y="38"/>
                  </a:cubicBezTo>
                  <a:cubicBezTo>
                    <a:pt x="198" y="38"/>
                    <a:pt x="198" y="38"/>
                    <a:pt x="199" y="37"/>
                  </a:cubicBezTo>
                  <a:cubicBezTo>
                    <a:pt x="200" y="37"/>
                    <a:pt x="201" y="37"/>
                    <a:pt x="201" y="37"/>
                  </a:cubicBezTo>
                  <a:cubicBezTo>
                    <a:pt x="203" y="37"/>
                    <a:pt x="205" y="37"/>
                    <a:pt x="207" y="37"/>
                  </a:cubicBezTo>
                  <a:cubicBezTo>
                    <a:pt x="207" y="37"/>
                    <a:pt x="207" y="37"/>
                    <a:pt x="207" y="37"/>
                  </a:cubicBezTo>
                  <a:cubicBezTo>
                    <a:pt x="209" y="37"/>
                    <a:pt x="210" y="36"/>
                    <a:pt x="211" y="36"/>
                  </a:cubicBezTo>
                  <a:cubicBezTo>
                    <a:pt x="215" y="36"/>
                    <a:pt x="219" y="35"/>
                    <a:pt x="223" y="35"/>
                  </a:cubicBezTo>
                  <a:cubicBezTo>
                    <a:pt x="223" y="35"/>
                    <a:pt x="223" y="35"/>
                    <a:pt x="224" y="35"/>
                  </a:cubicBezTo>
                  <a:cubicBezTo>
                    <a:pt x="225" y="35"/>
                    <a:pt x="226" y="34"/>
                    <a:pt x="227" y="34"/>
                  </a:cubicBezTo>
                  <a:cubicBezTo>
                    <a:pt x="228" y="34"/>
                    <a:pt x="229" y="34"/>
                    <a:pt x="230" y="34"/>
                  </a:cubicBezTo>
                  <a:cubicBezTo>
                    <a:pt x="231" y="33"/>
                    <a:pt x="232" y="33"/>
                    <a:pt x="232" y="33"/>
                  </a:cubicBezTo>
                  <a:cubicBezTo>
                    <a:pt x="233" y="33"/>
                    <a:pt x="233" y="33"/>
                    <a:pt x="233" y="33"/>
                  </a:cubicBezTo>
                  <a:cubicBezTo>
                    <a:pt x="234" y="33"/>
                    <a:pt x="235" y="33"/>
                    <a:pt x="236" y="32"/>
                  </a:cubicBezTo>
                  <a:cubicBezTo>
                    <a:pt x="239" y="32"/>
                    <a:pt x="242" y="30"/>
                    <a:pt x="244" y="30"/>
                  </a:cubicBezTo>
                  <a:cubicBezTo>
                    <a:pt x="245" y="29"/>
                    <a:pt x="246" y="29"/>
                    <a:pt x="246" y="28"/>
                  </a:cubicBezTo>
                  <a:cubicBezTo>
                    <a:pt x="246" y="27"/>
                    <a:pt x="246" y="27"/>
                    <a:pt x="246" y="27"/>
                  </a:cubicBezTo>
                  <a:cubicBezTo>
                    <a:pt x="246" y="16"/>
                    <a:pt x="246" y="16"/>
                    <a:pt x="246" y="16"/>
                  </a:cubicBezTo>
                  <a:cubicBezTo>
                    <a:pt x="246" y="14"/>
                    <a:pt x="246" y="14"/>
                    <a:pt x="246" y="14"/>
                  </a:cubicBezTo>
                  <a:cubicBezTo>
                    <a:pt x="246" y="13"/>
                    <a:pt x="246" y="13"/>
                    <a:pt x="246" y="13"/>
                  </a:cubicBezTo>
                  <a:cubicBezTo>
                    <a:pt x="246" y="12"/>
                    <a:pt x="246" y="12"/>
                    <a:pt x="246" y="12"/>
                  </a:cubicBezTo>
                  <a:cubicBezTo>
                    <a:pt x="246" y="11"/>
                    <a:pt x="246" y="11"/>
                    <a:pt x="246" y="11"/>
                  </a:cubicBezTo>
                  <a:cubicBezTo>
                    <a:pt x="246" y="9"/>
                    <a:pt x="246" y="9"/>
                    <a:pt x="246" y="9"/>
                  </a:cubicBezTo>
                  <a:cubicBezTo>
                    <a:pt x="246" y="6"/>
                    <a:pt x="246" y="6"/>
                    <a:pt x="246" y="6"/>
                  </a:cubicBezTo>
                  <a:cubicBezTo>
                    <a:pt x="246" y="4"/>
                    <a:pt x="246" y="4"/>
                    <a:pt x="246" y="4"/>
                  </a:cubicBezTo>
                  <a:cubicBezTo>
                    <a:pt x="246" y="2"/>
                    <a:pt x="246" y="2"/>
                    <a:pt x="246" y="2"/>
                  </a:cubicBezTo>
                  <a:cubicBezTo>
                    <a:pt x="246" y="0"/>
                    <a:pt x="246" y="0"/>
                    <a:pt x="246" y="0"/>
                  </a:cubicBezTo>
                  <a:cubicBezTo>
                    <a:pt x="244" y="1"/>
                    <a:pt x="243" y="1"/>
                    <a:pt x="241" y="2"/>
                  </a:cubicBezTo>
                  <a:cubicBezTo>
                    <a:pt x="240" y="2"/>
                    <a:pt x="239" y="2"/>
                    <a:pt x="238" y="3"/>
                  </a:cubicBezTo>
                  <a:cubicBezTo>
                    <a:pt x="237" y="3"/>
                    <a:pt x="235" y="3"/>
                    <a:pt x="234" y="4"/>
                  </a:cubicBezTo>
                  <a:cubicBezTo>
                    <a:pt x="230" y="4"/>
                    <a:pt x="227" y="5"/>
                    <a:pt x="223" y="5"/>
                  </a:cubicBezTo>
                  <a:cubicBezTo>
                    <a:pt x="223" y="6"/>
                    <a:pt x="222" y="6"/>
                    <a:pt x="222" y="6"/>
                  </a:cubicBezTo>
                  <a:cubicBezTo>
                    <a:pt x="221" y="6"/>
                    <a:pt x="219" y="6"/>
                    <a:pt x="218" y="6"/>
                  </a:cubicBezTo>
                  <a:cubicBezTo>
                    <a:pt x="216" y="6"/>
                    <a:pt x="215" y="7"/>
                    <a:pt x="213" y="7"/>
                  </a:cubicBezTo>
                  <a:cubicBezTo>
                    <a:pt x="212" y="7"/>
                    <a:pt x="212" y="7"/>
                    <a:pt x="211" y="7"/>
                  </a:cubicBezTo>
                  <a:cubicBezTo>
                    <a:pt x="211" y="7"/>
                    <a:pt x="210" y="7"/>
                    <a:pt x="209" y="7"/>
                  </a:cubicBezTo>
                  <a:cubicBezTo>
                    <a:pt x="208" y="7"/>
                    <a:pt x="206" y="8"/>
                    <a:pt x="204" y="8"/>
                  </a:cubicBezTo>
                  <a:cubicBezTo>
                    <a:pt x="203" y="8"/>
                    <a:pt x="202" y="8"/>
                    <a:pt x="201" y="8"/>
                  </a:cubicBezTo>
                  <a:cubicBezTo>
                    <a:pt x="201" y="8"/>
                    <a:pt x="200" y="8"/>
                    <a:pt x="200" y="8"/>
                  </a:cubicBezTo>
                  <a:cubicBezTo>
                    <a:pt x="200" y="8"/>
                    <a:pt x="199" y="8"/>
                    <a:pt x="199" y="8"/>
                  </a:cubicBezTo>
                  <a:cubicBezTo>
                    <a:pt x="198" y="8"/>
                    <a:pt x="198" y="8"/>
                    <a:pt x="197" y="8"/>
                  </a:cubicBezTo>
                  <a:cubicBezTo>
                    <a:pt x="176" y="10"/>
                    <a:pt x="150" y="11"/>
                    <a:pt x="123" y="11"/>
                  </a:cubicBezTo>
                  <a:cubicBezTo>
                    <a:pt x="63" y="11"/>
                    <a:pt x="13" y="7"/>
                    <a:pt x="0" y="0"/>
                  </a:cubicBezTo>
                  <a:cubicBezTo>
                    <a:pt x="0" y="28"/>
                    <a:pt x="0" y="28"/>
                    <a:pt x="0" y="28"/>
                  </a:cubicBezTo>
                  <a:cubicBezTo>
                    <a:pt x="0" y="28"/>
                    <a:pt x="0" y="28"/>
                    <a:pt x="0" y="28"/>
                  </a:cubicBezTo>
                  <a:cubicBezTo>
                    <a:pt x="0" y="28"/>
                    <a:pt x="0" y="28"/>
                    <a:pt x="0" y="2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15" name="Freeform 195"/>
            <p:cNvSpPr>
              <a:spLocks/>
            </p:cNvSpPr>
            <p:nvPr/>
          </p:nvSpPr>
          <p:spPr bwMode="auto">
            <a:xfrm>
              <a:off x="8426451" y="1403350"/>
              <a:ext cx="373063" cy="36513"/>
            </a:xfrm>
            <a:custGeom>
              <a:avLst/>
              <a:gdLst>
                <a:gd name="T0" fmla="*/ 1 w 246"/>
                <a:gd name="T1" fmla="*/ 13 h 24"/>
                <a:gd name="T2" fmla="*/ 3 w 246"/>
                <a:gd name="T3" fmla="*/ 14 h 24"/>
                <a:gd name="T4" fmla="*/ 8 w 246"/>
                <a:gd name="T5" fmla="*/ 16 h 24"/>
                <a:gd name="T6" fmla="*/ 35 w 246"/>
                <a:gd name="T7" fmla="*/ 20 h 24"/>
                <a:gd name="T8" fmla="*/ 123 w 246"/>
                <a:gd name="T9" fmla="*/ 24 h 24"/>
                <a:gd name="T10" fmla="*/ 197 w 246"/>
                <a:gd name="T11" fmla="*/ 21 h 24"/>
                <a:gd name="T12" fmla="*/ 197 w 246"/>
                <a:gd name="T13" fmla="*/ 21 h 24"/>
                <a:gd name="T14" fmla="*/ 199 w 246"/>
                <a:gd name="T15" fmla="*/ 21 h 24"/>
                <a:gd name="T16" fmla="*/ 199 w 246"/>
                <a:gd name="T17" fmla="*/ 21 h 24"/>
                <a:gd name="T18" fmla="*/ 201 w 246"/>
                <a:gd name="T19" fmla="*/ 21 h 24"/>
                <a:gd name="T20" fmla="*/ 205 w 246"/>
                <a:gd name="T21" fmla="*/ 21 h 24"/>
                <a:gd name="T22" fmla="*/ 207 w 246"/>
                <a:gd name="T23" fmla="*/ 20 h 24"/>
                <a:gd name="T24" fmla="*/ 210 w 246"/>
                <a:gd name="T25" fmla="*/ 20 h 24"/>
                <a:gd name="T26" fmla="*/ 213 w 246"/>
                <a:gd name="T27" fmla="*/ 20 h 24"/>
                <a:gd name="T28" fmla="*/ 222 w 246"/>
                <a:gd name="T29" fmla="*/ 19 h 24"/>
                <a:gd name="T30" fmla="*/ 236 w 246"/>
                <a:gd name="T31" fmla="*/ 16 h 24"/>
                <a:gd name="T32" fmla="*/ 242 w 246"/>
                <a:gd name="T33" fmla="*/ 14 h 24"/>
                <a:gd name="T34" fmla="*/ 246 w 246"/>
                <a:gd name="T35" fmla="*/ 12 h 24"/>
                <a:gd name="T36" fmla="*/ 246 w 246"/>
                <a:gd name="T37" fmla="*/ 12 h 24"/>
                <a:gd name="T38" fmla="*/ 246 w 246"/>
                <a:gd name="T39" fmla="*/ 12 h 24"/>
                <a:gd name="T40" fmla="*/ 245 w 246"/>
                <a:gd name="T41" fmla="*/ 12 h 24"/>
                <a:gd name="T42" fmla="*/ 244 w 246"/>
                <a:gd name="T43" fmla="*/ 11 h 24"/>
                <a:gd name="T44" fmla="*/ 242 w 246"/>
                <a:gd name="T45" fmla="*/ 10 h 24"/>
                <a:gd name="T46" fmla="*/ 242 w 246"/>
                <a:gd name="T47" fmla="*/ 10 h 24"/>
                <a:gd name="T48" fmla="*/ 237 w 246"/>
                <a:gd name="T49" fmla="*/ 9 h 24"/>
                <a:gd name="T50" fmla="*/ 237 w 246"/>
                <a:gd name="T51" fmla="*/ 9 h 24"/>
                <a:gd name="T52" fmla="*/ 211 w 246"/>
                <a:gd name="T53" fmla="*/ 4 h 24"/>
                <a:gd name="T54" fmla="*/ 210 w 246"/>
                <a:gd name="T55" fmla="*/ 4 h 24"/>
                <a:gd name="T56" fmla="*/ 208 w 246"/>
                <a:gd name="T57" fmla="*/ 4 h 24"/>
                <a:gd name="T58" fmla="*/ 206 w 246"/>
                <a:gd name="T59" fmla="*/ 4 h 24"/>
                <a:gd name="T60" fmla="*/ 123 w 246"/>
                <a:gd name="T61" fmla="*/ 0 h 24"/>
                <a:gd name="T62" fmla="*/ 10 w 246"/>
                <a:gd name="T63" fmla="*/ 8 h 24"/>
                <a:gd name="T64" fmla="*/ 3 w 246"/>
                <a:gd name="T65" fmla="*/ 10 h 24"/>
                <a:gd name="T66" fmla="*/ 0 w 246"/>
                <a:gd name="T67" fmla="*/ 12 h 24"/>
                <a:gd name="T68" fmla="*/ 0 w 246"/>
                <a:gd name="T69" fmla="*/ 12 h 24"/>
                <a:gd name="T70" fmla="*/ 0 w 246"/>
                <a:gd name="T71" fmla="*/ 12 h 24"/>
                <a:gd name="T72" fmla="*/ 1 w 246"/>
                <a:gd name="T73" fmla="*/ 1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46" h="24">
                  <a:moveTo>
                    <a:pt x="1" y="13"/>
                  </a:moveTo>
                  <a:cubicBezTo>
                    <a:pt x="2" y="14"/>
                    <a:pt x="3" y="14"/>
                    <a:pt x="3" y="14"/>
                  </a:cubicBezTo>
                  <a:cubicBezTo>
                    <a:pt x="5" y="15"/>
                    <a:pt x="6" y="15"/>
                    <a:pt x="8" y="16"/>
                  </a:cubicBezTo>
                  <a:cubicBezTo>
                    <a:pt x="14" y="17"/>
                    <a:pt x="23" y="19"/>
                    <a:pt x="35" y="20"/>
                  </a:cubicBezTo>
                  <a:cubicBezTo>
                    <a:pt x="57" y="23"/>
                    <a:pt x="88" y="24"/>
                    <a:pt x="123" y="24"/>
                  </a:cubicBezTo>
                  <a:cubicBezTo>
                    <a:pt x="150" y="24"/>
                    <a:pt x="176" y="23"/>
                    <a:pt x="197" y="21"/>
                  </a:cubicBezTo>
                  <a:cubicBezTo>
                    <a:pt x="197" y="21"/>
                    <a:pt x="197" y="21"/>
                    <a:pt x="197" y="21"/>
                  </a:cubicBezTo>
                  <a:cubicBezTo>
                    <a:pt x="198" y="21"/>
                    <a:pt x="198" y="21"/>
                    <a:pt x="199" y="21"/>
                  </a:cubicBezTo>
                  <a:cubicBezTo>
                    <a:pt x="199" y="21"/>
                    <a:pt x="199" y="21"/>
                    <a:pt x="199" y="21"/>
                  </a:cubicBezTo>
                  <a:cubicBezTo>
                    <a:pt x="200" y="21"/>
                    <a:pt x="201" y="21"/>
                    <a:pt x="201" y="21"/>
                  </a:cubicBezTo>
                  <a:cubicBezTo>
                    <a:pt x="202" y="21"/>
                    <a:pt x="204" y="21"/>
                    <a:pt x="205" y="21"/>
                  </a:cubicBezTo>
                  <a:cubicBezTo>
                    <a:pt x="206" y="21"/>
                    <a:pt x="206" y="20"/>
                    <a:pt x="207" y="20"/>
                  </a:cubicBezTo>
                  <a:cubicBezTo>
                    <a:pt x="208" y="20"/>
                    <a:pt x="209" y="20"/>
                    <a:pt x="210" y="20"/>
                  </a:cubicBezTo>
                  <a:cubicBezTo>
                    <a:pt x="211" y="20"/>
                    <a:pt x="212" y="20"/>
                    <a:pt x="213" y="20"/>
                  </a:cubicBezTo>
                  <a:cubicBezTo>
                    <a:pt x="216" y="19"/>
                    <a:pt x="219" y="19"/>
                    <a:pt x="222" y="19"/>
                  </a:cubicBezTo>
                  <a:cubicBezTo>
                    <a:pt x="227" y="18"/>
                    <a:pt x="232" y="17"/>
                    <a:pt x="236" y="16"/>
                  </a:cubicBezTo>
                  <a:cubicBezTo>
                    <a:pt x="238" y="16"/>
                    <a:pt x="240" y="15"/>
                    <a:pt x="242" y="14"/>
                  </a:cubicBezTo>
                  <a:cubicBezTo>
                    <a:pt x="244" y="13"/>
                    <a:pt x="245" y="13"/>
                    <a:pt x="246" y="12"/>
                  </a:cubicBezTo>
                  <a:cubicBezTo>
                    <a:pt x="246" y="12"/>
                    <a:pt x="246" y="12"/>
                    <a:pt x="246" y="12"/>
                  </a:cubicBezTo>
                  <a:cubicBezTo>
                    <a:pt x="246" y="12"/>
                    <a:pt x="246" y="12"/>
                    <a:pt x="246" y="12"/>
                  </a:cubicBezTo>
                  <a:cubicBezTo>
                    <a:pt x="245" y="12"/>
                    <a:pt x="245" y="12"/>
                    <a:pt x="245" y="12"/>
                  </a:cubicBezTo>
                  <a:cubicBezTo>
                    <a:pt x="245" y="12"/>
                    <a:pt x="245" y="11"/>
                    <a:pt x="244" y="11"/>
                  </a:cubicBezTo>
                  <a:cubicBezTo>
                    <a:pt x="244" y="11"/>
                    <a:pt x="243" y="11"/>
                    <a:pt x="242" y="10"/>
                  </a:cubicBezTo>
                  <a:cubicBezTo>
                    <a:pt x="242" y="10"/>
                    <a:pt x="242" y="10"/>
                    <a:pt x="242" y="10"/>
                  </a:cubicBezTo>
                  <a:cubicBezTo>
                    <a:pt x="241" y="10"/>
                    <a:pt x="239" y="9"/>
                    <a:pt x="237" y="9"/>
                  </a:cubicBezTo>
                  <a:cubicBezTo>
                    <a:pt x="237" y="9"/>
                    <a:pt x="237" y="9"/>
                    <a:pt x="237" y="9"/>
                  </a:cubicBezTo>
                  <a:cubicBezTo>
                    <a:pt x="231" y="7"/>
                    <a:pt x="222" y="6"/>
                    <a:pt x="211" y="4"/>
                  </a:cubicBezTo>
                  <a:cubicBezTo>
                    <a:pt x="211" y="4"/>
                    <a:pt x="210" y="4"/>
                    <a:pt x="210" y="4"/>
                  </a:cubicBezTo>
                  <a:cubicBezTo>
                    <a:pt x="210" y="4"/>
                    <a:pt x="209" y="4"/>
                    <a:pt x="208" y="4"/>
                  </a:cubicBezTo>
                  <a:cubicBezTo>
                    <a:pt x="208" y="4"/>
                    <a:pt x="207" y="4"/>
                    <a:pt x="206" y="4"/>
                  </a:cubicBezTo>
                  <a:cubicBezTo>
                    <a:pt x="184" y="2"/>
                    <a:pt x="155" y="0"/>
                    <a:pt x="123" y="0"/>
                  </a:cubicBezTo>
                  <a:cubicBezTo>
                    <a:pt x="73" y="0"/>
                    <a:pt x="29" y="4"/>
                    <a:pt x="10" y="8"/>
                  </a:cubicBezTo>
                  <a:cubicBezTo>
                    <a:pt x="7" y="9"/>
                    <a:pt x="5" y="10"/>
                    <a:pt x="3" y="10"/>
                  </a:cubicBezTo>
                  <a:cubicBezTo>
                    <a:pt x="1" y="11"/>
                    <a:pt x="0" y="12"/>
                    <a:pt x="0" y="12"/>
                  </a:cubicBezTo>
                  <a:cubicBezTo>
                    <a:pt x="0" y="12"/>
                    <a:pt x="0" y="12"/>
                    <a:pt x="0" y="12"/>
                  </a:cubicBezTo>
                  <a:cubicBezTo>
                    <a:pt x="0" y="12"/>
                    <a:pt x="0" y="12"/>
                    <a:pt x="0" y="12"/>
                  </a:cubicBezTo>
                  <a:cubicBezTo>
                    <a:pt x="0" y="12"/>
                    <a:pt x="1" y="13"/>
                    <a:pt x="1" y="1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16" name="Freeform 196"/>
            <p:cNvSpPr>
              <a:spLocks/>
            </p:cNvSpPr>
            <p:nvPr/>
          </p:nvSpPr>
          <p:spPr bwMode="auto">
            <a:xfrm>
              <a:off x="8293101" y="2135188"/>
              <a:ext cx="373063" cy="61913"/>
            </a:xfrm>
            <a:custGeom>
              <a:avLst/>
              <a:gdLst>
                <a:gd name="T0" fmla="*/ 246 w 246"/>
                <a:gd name="T1" fmla="*/ 29 h 41"/>
                <a:gd name="T2" fmla="*/ 246 w 246"/>
                <a:gd name="T3" fmla="*/ 0 h 41"/>
                <a:gd name="T4" fmla="*/ 239 w 246"/>
                <a:gd name="T5" fmla="*/ 3 h 41"/>
                <a:gd name="T6" fmla="*/ 212 w 246"/>
                <a:gd name="T7" fmla="*/ 7 h 41"/>
                <a:gd name="T8" fmla="*/ 123 w 246"/>
                <a:gd name="T9" fmla="*/ 11 h 41"/>
                <a:gd name="T10" fmla="*/ 5 w 246"/>
                <a:gd name="T11" fmla="*/ 2 h 41"/>
                <a:gd name="T12" fmla="*/ 0 w 246"/>
                <a:gd name="T13" fmla="*/ 4 h 41"/>
                <a:gd name="T14" fmla="*/ 0 w 246"/>
                <a:gd name="T15" fmla="*/ 29 h 41"/>
                <a:gd name="T16" fmla="*/ 0 w 246"/>
                <a:gd name="T17" fmla="*/ 29 h 41"/>
                <a:gd name="T18" fmla="*/ 1 w 246"/>
                <a:gd name="T19" fmla="*/ 30 h 41"/>
                <a:gd name="T20" fmla="*/ 8 w 246"/>
                <a:gd name="T21" fmla="*/ 32 h 41"/>
                <a:gd name="T22" fmla="*/ 35 w 246"/>
                <a:gd name="T23" fmla="*/ 37 h 41"/>
                <a:gd name="T24" fmla="*/ 123 w 246"/>
                <a:gd name="T25" fmla="*/ 41 h 41"/>
                <a:gd name="T26" fmla="*/ 236 w 246"/>
                <a:gd name="T27" fmla="*/ 33 h 41"/>
                <a:gd name="T28" fmla="*/ 246 w 246"/>
                <a:gd name="T29" fmla="*/ 2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6" h="41">
                  <a:moveTo>
                    <a:pt x="246" y="29"/>
                  </a:moveTo>
                  <a:cubicBezTo>
                    <a:pt x="246" y="0"/>
                    <a:pt x="246" y="0"/>
                    <a:pt x="246" y="0"/>
                  </a:cubicBezTo>
                  <a:cubicBezTo>
                    <a:pt x="244" y="1"/>
                    <a:pt x="242" y="2"/>
                    <a:pt x="239" y="3"/>
                  </a:cubicBezTo>
                  <a:cubicBezTo>
                    <a:pt x="232" y="5"/>
                    <a:pt x="223" y="6"/>
                    <a:pt x="212" y="7"/>
                  </a:cubicBezTo>
                  <a:cubicBezTo>
                    <a:pt x="189" y="10"/>
                    <a:pt x="158" y="11"/>
                    <a:pt x="123" y="11"/>
                  </a:cubicBezTo>
                  <a:cubicBezTo>
                    <a:pt x="69" y="11"/>
                    <a:pt x="23" y="8"/>
                    <a:pt x="5" y="2"/>
                  </a:cubicBezTo>
                  <a:cubicBezTo>
                    <a:pt x="3" y="3"/>
                    <a:pt x="2" y="3"/>
                    <a:pt x="0" y="4"/>
                  </a:cubicBezTo>
                  <a:cubicBezTo>
                    <a:pt x="0" y="29"/>
                    <a:pt x="0" y="29"/>
                    <a:pt x="0" y="29"/>
                  </a:cubicBezTo>
                  <a:cubicBezTo>
                    <a:pt x="0" y="29"/>
                    <a:pt x="0" y="29"/>
                    <a:pt x="0" y="29"/>
                  </a:cubicBezTo>
                  <a:cubicBezTo>
                    <a:pt x="0" y="29"/>
                    <a:pt x="1" y="30"/>
                    <a:pt x="1" y="30"/>
                  </a:cubicBezTo>
                  <a:cubicBezTo>
                    <a:pt x="3" y="31"/>
                    <a:pt x="5" y="32"/>
                    <a:pt x="8" y="32"/>
                  </a:cubicBezTo>
                  <a:cubicBezTo>
                    <a:pt x="14" y="34"/>
                    <a:pt x="24" y="35"/>
                    <a:pt x="35" y="37"/>
                  </a:cubicBezTo>
                  <a:cubicBezTo>
                    <a:pt x="57" y="39"/>
                    <a:pt x="89" y="41"/>
                    <a:pt x="123" y="41"/>
                  </a:cubicBezTo>
                  <a:cubicBezTo>
                    <a:pt x="173" y="41"/>
                    <a:pt x="216" y="37"/>
                    <a:pt x="236" y="33"/>
                  </a:cubicBezTo>
                  <a:cubicBezTo>
                    <a:pt x="242" y="32"/>
                    <a:pt x="246" y="29"/>
                    <a:pt x="246" y="2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17" name="Freeform 197"/>
            <p:cNvSpPr>
              <a:spLocks/>
            </p:cNvSpPr>
            <p:nvPr/>
          </p:nvSpPr>
          <p:spPr bwMode="auto">
            <a:xfrm>
              <a:off x="8313738" y="2109788"/>
              <a:ext cx="352425" cy="34925"/>
            </a:xfrm>
            <a:custGeom>
              <a:avLst/>
              <a:gdLst>
                <a:gd name="T0" fmla="*/ 231 w 233"/>
                <a:gd name="T1" fmla="*/ 11 h 23"/>
                <a:gd name="T2" fmla="*/ 229 w 233"/>
                <a:gd name="T3" fmla="*/ 10 h 23"/>
                <a:gd name="T4" fmla="*/ 225 w 233"/>
                <a:gd name="T5" fmla="*/ 8 h 23"/>
                <a:gd name="T6" fmla="*/ 198 w 233"/>
                <a:gd name="T7" fmla="*/ 4 h 23"/>
                <a:gd name="T8" fmla="*/ 110 w 233"/>
                <a:gd name="T9" fmla="*/ 0 h 23"/>
                <a:gd name="T10" fmla="*/ 48 w 233"/>
                <a:gd name="T11" fmla="*/ 2 h 23"/>
                <a:gd name="T12" fmla="*/ 23 w 233"/>
                <a:gd name="T13" fmla="*/ 10 h 23"/>
                <a:gd name="T14" fmla="*/ 16 w 233"/>
                <a:gd name="T15" fmla="*/ 12 h 23"/>
                <a:gd name="T16" fmla="*/ 9 w 233"/>
                <a:gd name="T17" fmla="*/ 14 h 23"/>
                <a:gd name="T18" fmla="*/ 0 w 233"/>
                <a:gd name="T19" fmla="*/ 16 h 23"/>
                <a:gd name="T20" fmla="*/ 22 w 233"/>
                <a:gd name="T21" fmla="*/ 19 h 23"/>
                <a:gd name="T22" fmla="*/ 110 w 233"/>
                <a:gd name="T23" fmla="*/ 23 h 23"/>
                <a:gd name="T24" fmla="*/ 223 w 233"/>
                <a:gd name="T25" fmla="*/ 16 h 23"/>
                <a:gd name="T26" fmla="*/ 229 w 233"/>
                <a:gd name="T27" fmla="*/ 14 h 23"/>
                <a:gd name="T28" fmla="*/ 233 w 233"/>
                <a:gd name="T29" fmla="*/ 12 h 23"/>
                <a:gd name="T30" fmla="*/ 233 w 233"/>
                <a:gd name="T31" fmla="*/ 12 h 23"/>
                <a:gd name="T32" fmla="*/ 233 w 233"/>
                <a:gd name="T33" fmla="*/ 12 h 23"/>
                <a:gd name="T34" fmla="*/ 231 w 233"/>
                <a:gd name="T35"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3" h="23">
                  <a:moveTo>
                    <a:pt x="231" y="11"/>
                  </a:moveTo>
                  <a:cubicBezTo>
                    <a:pt x="231" y="10"/>
                    <a:pt x="230" y="10"/>
                    <a:pt x="229" y="10"/>
                  </a:cubicBezTo>
                  <a:cubicBezTo>
                    <a:pt x="228" y="9"/>
                    <a:pt x="226" y="9"/>
                    <a:pt x="225" y="8"/>
                  </a:cubicBezTo>
                  <a:cubicBezTo>
                    <a:pt x="218" y="6"/>
                    <a:pt x="209" y="5"/>
                    <a:pt x="198" y="4"/>
                  </a:cubicBezTo>
                  <a:cubicBezTo>
                    <a:pt x="176" y="1"/>
                    <a:pt x="144" y="0"/>
                    <a:pt x="110" y="0"/>
                  </a:cubicBezTo>
                  <a:cubicBezTo>
                    <a:pt x="88" y="0"/>
                    <a:pt x="67" y="0"/>
                    <a:pt x="48" y="2"/>
                  </a:cubicBezTo>
                  <a:cubicBezTo>
                    <a:pt x="41" y="4"/>
                    <a:pt x="32" y="7"/>
                    <a:pt x="23" y="10"/>
                  </a:cubicBezTo>
                  <a:cubicBezTo>
                    <a:pt x="21" y="10"/>
                    <a:pt x="19" y="11"/>
                    <a:pt x="16" y="12"/>
                  </a:cubicBezTo>
                  <a:cubicBezTo>
                    <a:pt x="14" y="12"/>
                    <a:pt x="12" y="13"/>
                    <a:pt x="9" y="14"/>
                  </a:cubicBezTo>
                  <a:cubicBezTo>
                    <a:pt x="6" y="14"/>
                    <a:pt x="3" y="15"/>
                    <a:pt x="0" y="16"/>
                  </a:cubicBezTo>
                  <a:cubicBezTo>
                    <a:pt x="6" y="17"/>
                    <a:pt x="13" y="18"/>
                    <a:pt x="22" y="19"/>
                  </a:cubicBezTo>
                  <a:cubicBezTo>
                    <a:pt x="44" y="22"/>
                    <a:pt x="76" y="23"/>
                    <a:pt x="110" y="23"/>
                  </a:cubicBezTo>
                  <a:cubicBezTo>
                    <a:pt x="160" y="23"/>
                    <a:pt x="203" y="20"/>
                    <a:pt x="223" y="16"/>
                  </a:cubicBezTo>
                  <a:cubicBezTo>
                    <a:pt x="225" y="15"/>
                    <a:pt x="228" y="14"/>
                    <a:pt x="229" y="14"/>
                  </a:cubicBezTo>
                  <a:cubicBezTo>
                    <a:pt x="231" y="13"/>
                    <a:pt x="233" y="12"/>
                    <a:pt x="233" y="12"/>
                  </a:cubicBezTo>
                  <a:cubicBezTo>
                    <a:pt x="233" y="12"/>
                    <a:pt x="233" y="12"/>
                    <a:pt x="233" y="12"/>
                  </a:cubicBezTo>
                  <a:cubicBezTo>
                    <a:pt x="233" y="12"/>
                    <a:pt x="233" y="12"/>
                    <a:pt x="233" y="12"/>
                  </a:cubicBezTo>
                  <a:cubicBezTo>
                    <a:pt x="233" y="11"/>
                    <a:pt x="232" y="11"/>
                    <a:pt x="231" y="1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18" name="Freeform 198"/>
            <p:cNvSpPr>
              <a:spLocks/>
            </p:cNvSpPr>
            <p:nvPr/>
          </p:nvSpPr>
          <p:spPr bwMode="auto">
            <a:xfrm>
              <a:off x="9151938" y="2079625"/>
              <a:ext cx="373063" cy="57150"/>
            </a:xfrm>
            <a:custGeom>
              <a:avLst/>
              <a:gdLst>
                <a:gd name="T0" fmla="*/ 246 w 246"/>
                <a:gd name="T1" fmla="*/ 29 h 37"/>
                <a:gd name="T2" fmla="*/ 246 w 246"/>
                <a:gd name="T3" fmla="*/ 29 h 37"/>
                <a:gd name="T4" fmla="*/ 246 w 246"/>
                <a:gd name="T5" fmla="*/ 0 h 37"/>
                <a:gd name="T6" fmla="*/ 239 w 246"/>
                <a:gd name="T7" fmla="*/ 3 h 37"/>
                <a:gd name="T8" fmla="*/ 212 w 246"/>
                <a:gd name="T9" fmla="*/ 7 h 37"/>
                <a:gd name="T10" fmla="*/ 123 w 246"/>
                <a:gd name="T11" fmla="*/ 11 h 37"/>
                <a:gd name="T12" fmla="*/ 98 w 246"/>
                <a:gd name="T13" fmla="*/ 11 h 37"/>
                <a:gd name="T14" fmla="*/ 77 w 246"/>
                <a:gd name="T15" fmla="*/ 10 h 37"/>
                <a:gd name="T16" fmla="*/ 55 w 246"/>
                <a:gd name="T17" fmla="*/ 9 h 37"/>
                <a:gd name="T18" fmla="*/ 0 w 246"/>
                <a:gd name="T19" fmla="*/ 0 h 37"/>
                <a:gd name="T20" fmla="*/ 0 w 246"/>
                <a:gd name="T21" fmla="*/ 9 h 37"/>
                <a:gd name="T22" fmla="*/ 0 w 246"/>
                <a:gd name="T23" fmla="*/ 11 h 37"/>
                <a:gd name="T24" fmla="*/ 0 w 246"/>
                <a:gd name="T25" fmla="*/ 13 h 37"/>
                <a:gd name="T26" fmla="*/ 0 w 246"/>
                <a:gd name="T27" fmla="*/ 27 h 37"/>
                <a:gd name="T28" fmla="*/ 82 w 246"/>
                <a:gd name="T29" fmla="*/ 24 h 37"/>
                <a:gd name="T30" fmla="*/ 205 w 246"/>
                <a:gd name="T31" fmla="*/ 35 h 37"/>
                <a:gd name="T32" fmla="*/ 208 w 246"/>
                <a:gd name="T33" fmla="*/ 37 h 37"/>
                <a:gd name="T34" fmla="*/ 236 w 246"/>
                <a:gd name="T35" fmla="*/ 33 h 37"/>
                <a:gd name="T36" fmla="*/ 246 w 246"/>
                <a:gd name="T37" fmla="*/ 2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6" h="37">
                  <a:moveTo>
                    <a:pt x="246" y="29"/>
                  </a:moveTo>
                  <a:cubicBezTo>
                    <a:pt x="246" y="29"/>
                    <a:pt x="246" y="29"/>
                    <a:pt x="246" y="29"/>
                  </a:cubicBezTo>
                  <a:cubicBezTo>
                    <a:pt x="246" y="0"/>
                    <a:pt x="246" y="0"/>
                    <a:pt x="246" y="0"/>
                  </a:cubicBezTo>
                  <a:cubicBezTo>
                    <a:pt x="244" y="1"/>
                    <a:pt x="242" y="2"/>
                    <a:pt x="239" y="3"/>
                  </a:cubicBezTo>
                  <a:cubicBezTo>
                    <a:pt x="232" y="5"/>
                    <a:pt x="223" y="6"/>
                    <a:pt x="212" y="7"/>
                  </a:cubicBezTo>
                  <a:cubicBezTo>
                    <a:pt x="189" y="10"/>
                    <a:pt x="158" y="11"/>
                    <a:pt x="123" y="11"/>
                  </a:cubicBezTo>
                  <a:cubicBezTo>
                    <a:pt x="114" y="11"/>
                    <a:pt x="106" y="11"/>
                    <a:pt x="98" y="11"/>
                  </a:cubicBezTo>
                  <a:cubicBezTo>
                    <a:pt x="90" y="11"/>
                    <a:pt x="83" y="11"/>
                    <a:pt x="77" y="10"/>
                  </a:cubicBezTo>
                  <a:cubicBezTo>
                    <a:pt x="69" y="10"/>
                    <a:pt x="62" y="10"/>
                    <a:pt x="55" y="9"/>
                  </a:cubicBezTo>
                  <a:cubicBezTo>
                    <a:pt x="28" y="7"/>
                    <a:pt x="8" y="4"/>
                    <a:pt x="0" y="0"/>
                  </a:cubicBezTo>
                  <a:cubicBezTo>
                    <a:pt x="0" y="9"/>
                    <a:pt x="0" y="9"/>
                    <a:pt x="0" y="9"/>
                  </a:cubicBezTo>
                  <a:cubicBezTo>
                    <a:pt x="0" y="11"/>
                    <a:pt x="0" y="11"/>
                    <a:pt x="0" y="11"/>
                  </a:cubicBezTo>
                  <a:cubicBezTo>
                    <a:pt x="0" y="13"/>
                    <a:pt x="0" y="13"/>
                    <a:pt x="0" y="13"/>
                  </a:cubicBezTo>
                  <a:cubicBezTo>
                    <a:pt x="0" y="27"/>
                    <a:pt x="0" y="27"/>
                    <a:pt x="0" y="27"/>
                  </a:cubicBezTo>
                  <a:cubicBezTo>
                    <a:pt x="22" y="25"/>
                    <a:pt x="50" y="24"/>
                    <a:pt x="82" y="24"/>
                  </a:cubicBezTo>
                  <a:cubicBezTo>
                    <a:pt x="142" y="24"/>
                    <a:pt x="192" y="28"/>
                    <a:pt x="205" y="35"/>
                  </a:cubicBezTo>
                  <a:cubicBezTo>
                    <a:pt x="206" y="36"/>
                    <a:pt x="207" y="36"/>
                    <a:pt x="208" y="37"/>
                  </a:cubicBezTo>
                  <a:cubicBezTo>
                    <a:pt x="219" y="36"/>
                    <a:pt x="229" y="34"/>
                    <a:pt x="236" y="33"/>
                  </a:cubicBezTo>
                  <a:cubicBezTo>
                    <a:pt x="242" y="32"/>
                    <a:pt x="246" y="29"/>
                    <a:pt x="246" y="2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19" name="Freeform 199"/>
            <p:cNvSpPr>
              <a:spLocks/>
            </p:cNvSpPr>
            <p:nvPr/>
          </p:nvSpPr>
          <p:spPr bwMode="auto">
            <a:xfrm>
              <a:off x="9151938" y="2055813"/>
              <a:ext cx="373063" cy="34925"/>
            </a:xfrm>
            <a:custGeom>
              <a:avLst/>
              <a:gdLst>
                <a:gd name="T0" fmla="*/ 151 w 246"/>
                <a:gd name="T1" fmla="*/ 0 h 23"/>
                <a:gd name="T2" fmla="*/ 149 w 246"/>
                <a:gd name="T3" fmla="*/ 0 h 23"/>
                <a:gd name="T4" fmla="*/ 123 w 246"/>
                <a:gd name="T5" fmla="*/ 0 h 23"/>
                <a:gd name="T6" fmla="*/ 10 w 246"/>
                <a:gd name="T7" fmla="*/ 8 h 23"/>
                <a:gd name="T8" fmla="*/ 4 w 246"/>
                <a:gd name="T9" fmla="*/ 10 h 23"/>
                <a:gd name="T10" fmla="*/ 0 w 246"/>
                <a:gd name="T11" fmla="*/ 12 h 23"/>
                <a:gd name="T12" fmla="*/ 0 w 246"/>
                <a:gd name="T13" fmla="*/ 12 h 23"/>
                <a:gd name="T14" fmla="*/ 0 w 246"/>
                <a:gd name="T15" fmla="*/ 12 h 23"/>
                <a:gd name="T16" fmla="*/ 2 w 246"/>
                <a:gd name="T17" fmla="*/ 13 h 23"/>
                <a:gd name="T18" fmla="*/ 4 w 246"/>
                <a:gd name="T19" fmla="*/ 14 h 23"/>
                <a:gd name="T20" fmla="*/ 9 w 246"/>
                <a:gd name="T21" fmla="*/ 15 h 23"/>
                <a:gd name="T22" fmla="*/ 35 w 246"/>
                <a:gd name="T23" fmla="*/ 19 h 23"/>
                <a:gd name="T24" fmla="*/ 97 w 246"/>
                <a:gd name="T25" fmla="*/ 23 h 23"/>
                <a:gd name="T26" fmla="*/ 116 w 246"/>
                <a:gd name="T27" fmla="*/ 23 h 23"/>
                <a:gd name="T28" fmla="*/ 123 w 246"/>
                <a:gd name="T29" fmla="*/ 23 h 23"/>
                <a:gd name="T30" fmla="*/ 131 w 246"/>
                <a:gd name="T31" fmla="*/ 23 h 23"/>
                <a:gd name="T32" fmla="*/ 236 w 246"/>
                <a:gd name="T33" fmla="*/ 16 h 23"/>
                <a:gd name="T34" fmla="*/ 242 w 246"/>
                <a:gd name="T35" fmla="*/ 14 h 23"/>
                <a:gd name="T36" fmla="*/ 246 w 246"/>
                <a:gd name="T37" fmla="*/ 12 h 23"/>
                <a:gd name="T38" fmla="*/ 246 w 246"/>
                <a:gd name="T39" fmla="*/ 12 h 23"/>
                <a:gd name="T40" fmla="*/ 246 w 246"/>
                <a:gd name="T41" fmla="*/ 12 h 23"/>
                <a:gd name="T42" fmla="*/ 245 w 246"/>
                <a:gd name="T43" fmla="*/ 11 h 23"/>
                <a:gd name="T44" fmla="*/ 243 w 246"/>
                <a:gd name="T45" fmla="*/ 10 h 23"/>
                <a:gd name="T46" fmla="*/ 238 w 246"/>
                <a:gd name="T47" fmla="*/ 8 h 23"/>
                <a:gd name="T48" fmla="*/ 211 w 246"/>
                <a:gd name="T49" fmla="*/ 4 h 23"/>
                <a:gd name="T50" fmla="*/ 153 w 246"/>
                <a:gd name="T51" fmla="*/ 0 h 23"/>
                <a:gd name="T52" fmla="*/ 151 w 246"/>
                <a:gd name="T5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6" h="23">
                  <a:moveTo>
                    <a:pt x="151" y="0"/>
                  </a:moveTo>
                  <a:cubicBezTo>
                    <a:pt x="151" y="0"/>
                    <a:pt x="150" y="0"/>
                    <a:pt x="149" y="0"/>
                  </a:cubicBezTo>
                  <a:cubicBezTo>
                    <a:pt x="141" y="0"/>
                    <a:pt x="132" y="0"/>
                    <a:pt x="123" y="0"/>
                  </a:cubicBezTo>
                  <a:cubicBezTo>
                    <a:pt x="73" y="0"/>
                    <a:pt x="30" y="3"/>
                    <a:pt x="10" y="8"/>
                  </a:cubicBezTo>
                  <a:cubicBezTo>
                    <a:pt x="8" y="8"/>
                    <a:pt x="6" y="9"/>
                    <a:pt x="4" y="10"/>
                  </a:cubicBezTo>
                  <a:cubicBezTo>
                    <a:pt x="2" y="10"/>
                    <a:pt x="1" y="11"/>
                    <a:pt x="0" y="12"/>
                  </a:cubicBezTo>
                  <a:cubicBezTo>
                    <a:pt x="0" y="12"/>
                    <a:pt x="0" y="12"/>
                    <a:pt x="0" y="12"/>
                  </a:cubicBezTo>
                  <a:cubicBezTo>
                    <a:pt x="0" y="12"/>
                    <a:pt x="0" y="12"/>
                    <a:pt x="0" y="12"/>
                  </a:cubicBezTo>
                  <a:cubicBezTo>
                    <a:pt x="1" y="12"/>
                    <a:pt x="1" y="12"/>
                    <a:pt x="2" y="13"/>
                  </a:cubicBezTo>
                  <a:cubicBezTo>
                    <a:pt x="2" y="13"/>
                    <a:pt x="3" y="13"/>
                    <a:pt x="4" y="14"/>
                  </a:cubicBezTo>
                  <a:cubicBezTo>
                    <a:pt x="5" y="14"/>
                    <a:pt x="7" y="15"/>
                    <a:pt x="9" y="15"/>
                  </a:cubicBezTo>
                  <a:cubicBezTo>
                    <a:pt x="15" y="17"/>
                    <a:pt x="24" y="18"/>
                    <a:pt x="35" y="19"/>
                  </a:cubicBezTo>
                  <a:cubicBezTo>
                    <a:pt x="52" y="21"/>
                    <a:pt x="73" y="23"/>
                    <a:pt x="97" y="23"/>
                  </a:cubicBezTo>
                  <a:cubicBezTo>
                    <a:pt x="103" y="23"/>
                    <a:pt x="110" y="23"/>
                    <a:pt x="116" y="23"/>
                  </a:cubicBezTo>
                  <a:cubicBezTo>
                    <a:pt x="118" y="23"/>
                    <a:pt x="121" y="23"/>
                    <a:pt x="123" y="23"/>
                  </a:cubicBezTo>
                  <a:cubicBezTo>
                    <a:pt x="126" y="23"/>
                    <a:pt x="128" y="23"/>
                    <a:pt x="131" y="23"/>
                  </a:cubicBezTo>
                  <a:cubicBezTo>
                    <a:pt x="177" y="23"/>
                    <a:pt x="217" y="20"/>
                    <a:pt x="236" y="16"/>
                  </a:cubicBezTo>
                  <a:cubicBezTo>
                    <a:pt x="239" y="15"/>
                    <a:pt x="241" y="14"/>
                    <a:pt x="242" y="14"/>
                  </a:cubicBezTo>
                  <a:cubicBezTo>
                    <a:pt x="245" y="13"/>
                    <a:pt x="246" y="12"/>
                    <a:pt x="246" y="12"/>
                  </a:cubicBezTo>
                  <a:cubicBezTo>
                    <a:pt x="246" y="12"/>
                    <a:pt x="246" y="12"/>
                    <a:pt x="246" y="12"/>
                  </a:cubicBezTo>
                  <a:cubicBezTo>
                    <a:pt x="246" y="12"/>
                    <a:pt x="246" y="12"/>
                    <a:pt x="246" y="12"/>
                  </a:cubicBezTo>
                  <a:cubicBezTo>
                    <a:pt x="246" y="11"/>
                    <a:pt x="245" y="11"/>
                    <a:pt x="245" y="11"/>
                  </a:cubicBezTo>
                  <a:cubicBezTo>
                    <a:pt x="244" y="10"/>
                    <a:pt x="243" y="10"/>
                    <a:pt x="243" y="10"/>
                  </a:cubicBezTo>
                  <a:cubicBezTo>
                    <a:pt x="241" y="9"/>
                    <a:pt x="240" y="9"/>
                    <a:pt x="238" y="8"/>
                  </a:cubicBezTo>
                  <a:cubicBezTo>
                    <a:pt x="232" y="6"/>
                    <a:pt x="223" y="5"/>
                    <a:pt x="211" y="4"/>
                  </a:cubicBezTo>
                  <a:cubicBezTo>
                    <a:pt x="196" y="2"/>
                    <a:pt x="176" y="1"/>
                    <a:pt x="153" y="0"/>
                  </a:cubicBezTo>
                  <a:cubicBezTo>
                    <a:pt x="153" y="0"/>
                    <a:pt x="152" y="0"/>
                    <a:pt x="151"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0" name="Freeform 200"/>
            <p:cNvSpPr>
              <a:spLocks/>
            </p:cNvSpPr>
            <p:nvPr/>
          </p:nvSpPr>
          <p:spPr bwMode="auto">
            <a:xfrm>
              <a:off x="9090026" y="2146300"/>
              <a:ext cx="371475" cy="63500"/>
            </a:xfrm>
            <a:custGeom>
              <a:avLst/>
              <a:gdLst>
                <a:gd name="T0" fmla="*/ 245 w 245"/>
                <a:gd name="T1" fmla="*/ 29 h 41"/>
                <a:gd name="T2" fmla="*/ 245 w 245"/>
                <a:gd name="T3" fmla="*/ 0 h 41"/>
                <a:gd name="T4" fmla="*/ 238 w 245"/>
                <a:gd name="T5" fmla="*/ 3 h 41"/>
                <a:gd name="T6" fmla="*/ 211 w 245"/>
                <a:gd name="T7" fmla="*/ 7 h 41"/>
                <a:gd name="T8" fmla="*/ 123 w 245"/>
                <a:gd name="T9" fmla="*/ 11 h 41"/>
                <a:gd name="T10" fmla="*/ 0 w 245"/>
                <a:gd name="T11" fmla="*/ 0 h 41"/>
                <a:gd name="T12" fmla="*/ 0 w 245"/>
                <a:gd name="T13" fmla="*/ 22 h 41"/>
                <a:gd name="T14" fmla="*/ 4 w 245"/>
                <a:gd name="T15" fmla="*/ 24 h 41"/>
                <a:gd name="T16" fmla="*/ 8 w 245"/>
                <a:gd name="T17" fmla="*/ 27 h 41"/>
                <a:gd name="T18" fmla="*/ 8 w 245"/>
                <a:gd name="T19" fmla="*/ 27 h 41"/>
                <a:gd name="T20" fmla="*/ 8 w 245"/>
                <a:gd name="T21" fmla="*/ 32 h 41"/>
                <a:gd name="T22" fmla="*/ 34 w 245"/>
                <a:gd name="T23" fmla="*/ 37 h 41"/>
                <a:gd name="T24" fmla="*/ 123 w 245"/>
                <a:gd name="T25" fmla="*/ 41 h 41"/>
                <a:gd name="T26" fmla="*/ 235 w 245"/>
                <a:gd name="T27" fmla="*/ 33 h 41"/>
                <a:gd name="T28" fmla="*/ 245 w 245"/>
                <a:gd name="T29" fmla="*/ 2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5" h="41">
                  <a:moveTo>
                    <a:pt x="245" y="29"/>
                  </a:moveTo>
                  <a:cubicBezTo>
                    <a:pt x="245" y="0"/>
                    <a:pt x="245" y="0"/>
                    <a:pt x="245" y="0"/>
                  </a:cubicBezTo>
                  <a:cubicBezTo>
                    <a:pt x="244" y="1"/>
                    <a:pt x="241" y="2"/>
                    <a:pt x="238" y="3"/>
                  </a:cubicBezTo>
                  <a:cubicBezTo>
                    <a:pt x="232" y="5"/>
                    <a:pt x="222" y="6"/>
                    <a:pt x="211" y="7"/>
                  </a:cubicBezTo>
                  <a:cubicBezTo>
                    <a:pt x="188" y="10"/>
                    <a:pt x="157" y="11"/>
                    <a:pt x="123" y="11"/>
                  </a:cubicBezTo>
                  <a:cubicBezTo>
                    <a:pt x="62" y="11"/>
                    <a:pt x="13" y="7"/>
                    <a:pt x="0" y="0"/>
                  </a:cubicBezTo>
                  <a:cubicBezTo>
                    <a:pt x="0" y="22"/>
                    <a:pt x="0" y="22"/>
                    <a:pt x="0" y="22"/>
                  </a:cubicBezTo>
                  <a:cubicBezTo>
                    <a:pt x="1" y="23"/>
                    <a:pt x="3" y="24"/>
                    <a:pt x="4" y="24"/>
                  </a:cubicBezTo>
                  <a:cubicBezTo>
                    <a:pt x="6" y="25"/>
                    <a:pt x="7" y="26"/>
                    <a:pt x="8" y="27"/>
                  </a:cubicBezTo>
                  <a:cubicBezTo>
                    <a:pt x="8" y="27"/>
                    <a:pt x="8" y="27"/>
                    <a:pt x="8" y="27"/>
                  </a:cubicBezTo>
                  <a:cubicBezTo>
                    <a:pt x="8" y="32"/>
                    <a:pt x="8" y="32"/>
                    <a:pt x="8" y="32"/>
                  </a:cubicBezTo>
                  <a:cubicBezTo>
                    <a:pt x="14" y="34"/>
                    <a:pt x="23" y="36"/>
                    <a:pt x="34" y="37"/>
                  </a:cubicBezTo>
                  <a:cubicBezTo>
                    <a:pt x="57" y="39"/>
                    <a:pt x="88" y="41"/>
                    <a:pt x="123" y="41"/>
                  </a:cubicBezTo>
                  <a:cubicBezTo>
                    <a:pt x="173" y="41"/>
                    <a:pt x="216" y="37"/>
                    <a:pt x="235" y="33"/>
                  </a:cubicBezTo>
                  <a:cubicBezTo>
                    <a:pt x="241" y="32"/>
                    <a:pt x="245" y="29"/>
                    <a:pt x="245" y="2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1" name="Freeform 201"/>
            <p:cNvSpPr>
              <a:spLocks/>
            </p:cNvSpPr>
            <p:nvPr/>
          </p:nvSpPr>
          <p:spPr bwMode="auto">
            <a:xfrm>
              <a:off x="9090026" y="2122488"/>
              <a:ext cx="371475" cy="34925"/>
            </a:xfrm>
            <a:custGeom>
              <a:avLst/>
              <a:gdLst>
                <a:gd name="T0" fmla="*/ 242 w 245"/>
                <a:gd name="T1" fmla="*/ 10 h 23"/>
                <a:gd name="T2" fmla="*/ 242 w 245"/>
                <a:gd name="T3" fmla="*/ 10 h 23"/>
                <a:gd name="T4" fmla="*/ 237 w 245"/>
                <a:gd name="T5" fmla="*/ 8 h 23"/>
                <a:gd name="T6" fmla="*/ 211 w 245"/>
                <a:gd name="T7" fmla="*/ 4 h 23"/>
                <a:gd name="T8" fmla="*/ 123 w 245"/>
                <a:gd name="T9" fmla="*/ 0 h 23"/>
                <a:gd name="T10" fmla="*/ 45 w 245"/>
                <a:gd name="T11" fmla="*/ 3 h 23"/>
                <a:gd name="T12" fmla="*/ 41 w 245"/>
                <a:gd name="T13" fmla="*/ 3 h 23"/>
                <a:gd name="T14" fmla="*/ 38 w 245"/>
                <a:gd name="T15" fmla="*/ 3 h 23"/>
                <a:gd name="T16" fmla="*/ 10 w 245"/>
                <a:gd name="T17" fmla="*/ 8 h 23"/>
                <a:gd name="T18" fmla="*/ 3 w 245"/>
                <a:gd name="T19" fmla="*/ 10 h 23"/>
                <a:gd name="T20" fmla="*/ 0 w 245"/>
                <a:gd name="T21" fmla="*/ 12 h 23"/>
                <a:gd name="T22" fmla="*/ 0 w 245"/>
                <a:gd name="T23" fmla="*/ 12 h 23"/>
                <a:gd name="T24" fmla="*/ 0 w 245"/>
                <a:gd name="T25" fmla="*/ 12 h 23"/>
                <a:gd name="T26" fmla="*/ 1 w 245"/>
                <a:gd name="T27" fmla="*/ 13 h 23"/>
                <a:gd name="T28" fmla="*/ 3 w 245"/>
                <a:gd name="T29" fmla="*/ 14 h 23"/>
                <a:gd name="T30" fmla="*/ 8 w 245"/>
                <a:gd name="T31" fmla="*/ 15 h 23"/>
                <a:gd name="T32" fmla="*/ 34 w 245"/>
                <a:gd name="T33" fmla="*/ 19 h 23"/>
                <a:gd name="T34" fmla="*/ 123 w 245"/>
                <a:gd name="T35" fmla="*/ 23 h 23"/>
                <a:gd name="T36" fmla="*/ 235 w 245"/>
                <a:gd name="T37" fmla="*/ 16 h 23"/>
                <a:gd name="T38" fmla="*/ 241 w 245"/>
                <a:gd name="T39" fmla="*/ 14 h 23"/>
                <a:gd name="T40" fmla="*/ 242 w 245"/>
                <a:gd name="T41" fmla="*/ 14 h 23"/>
                <a:gd name="T42" fmla="*/ 245 w 245"/>
                <a:gd name="T43" fmla="*/ 12 h 23"/>
                <a:gd name="T44" fmla="*/ 245 w 245"/>
                <a:gd name="T45" fmla="*/ 12 h 23"/>
                <a:gd name="T46" fmla="*/ 245 w 245"/>
                <a:gd name="T47" fmla="*/ 12 h 23"/>
                <a:gd name="T48" fmla="*/ 245 w 245"/>
                <a:gd name="T49" fmla="*/ 11 h 23"/>
                <a:gd name="T50" fmla="*/ 244 w 245"/>
                <a:gd name="T51" fmla="*/ 11 h 23"/>
                <a:gd name="T52" fmla="*/ 242 w 245"/>
                <a:gd name="T53"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5" h="23">
                  <a:moveTo>
                    <a:pt x="242" y="10"/>
                  </a:moveTo>
                  <a:cubicBezTo>
                    <a:pt x="242" y="10"/>
                    <a:pt x="242" y="10"/>
                    <a:pt x="242" y="10"/>
                  </a:cubicBezTo>
                  <a:cubicBezTo>
                    <a:pt x="241" y="9"/>
                    <a:pt x="239" y="9"/>
                    <a:pt x="237" y="8"/>
                  </a:cubicBezTo>
                  <a:cubicBezTo>
                    <a:pt x="231" y="6"/>
                    <a:pt x="222" y="5"/>
                    <a:pt x="211" y="4"/>
                  </a:cubicBezTo>
                  <a:cubicBezTo>
                    <a:pt x="188" y="1"/>
                    <a:pt x="157" y="0"/>
                    <a:pt x="123" y="0"/>
                  </a:cubicBezTo>
                  <a:cubicBezTo>
                    <a:pt x="93" y="0"/>
                    <a:pt x="66" y="1"/>
                    <a:pt x="45" y="3"/>
                  </a:cubicBezTo>
                  <a:cubicBezTo>
                    <a:pt x="43" y="3"/>
                    <a:pt x="42" y="3"/>
                    <a:pt x="41" y="3"/>
                  </a:cubicBezTo>
                  <a:cubicBezTo>
                    <a:pt x="40" y="3"/>
                    <a:pt x="39" y="3"/>
                    <a:pt x="38" y="3"/>
                  </a:cubicBezTo>
                  <a:cubicBezTo>
                    <a:pt x="26" y="5"/>
                    <a:pt x="16" y="6"/>
                    <a:pt x="10" y="8"/>
                  </a:cubicBezTo>
                  <a:cubicBezTo>
                    <a:pt x="7" y="8"/>
                    <a:pt x="5" y="9"/>
                    <a:pt x="3" y="10"/>
                  </a:cubicBezTo>
                  <a:cubicBezTo>
                    <a:pt x="1" y="10"/>
                    <a:pt x="0" y="11"/>
                    <a:pt x="0" y="12"/>
                  </a:cubicBezTo>
                  <a:cubicBezTo>
                    <a:pt x="0" y="12"/>
                    <a:pt x="0" y="12"/>
                    <a:pt x="0" y="12"/>
                  </a:cubicBezTo>
                  <a:cubicBezTo>
                    <a:pt x="0" y="12"/>
                    <a:pt x="0" y="12"/>
                    <a:pt x="0" y="12"/>
                  </a:cubicBezTo>
                  <a:cubicBezTo>
                    <a:pt x="0" y="12"/>
                    <a:pt x="0" y="12"/>
                    <a:pt x="1" y="13"/>
                  </a:cubicBezTo>
                  <a:cubicBezTo>
                    <a:pt x="2" y="13"/>
                    <a:pt x="2" y="13"/>
                    <a:pt x="3" y="14"/>
                  </a:cubicBezTo>
                  <a:cubicBezTo>
                    <a:pt x="4" y="14"/>
                    <a:pt x="6" y="15"/>
                    <a:pt x="8" y="15"/>
                  </a:cubicBezTo>
                  <a:cubicBezTo>
                    <a:pt x="14" y="17"/>
                    <a:pt x="23" y="18"/>
                    <a:pt x="34" y="19"/>
                  </a:cubicBezTo>
                  <a:cubicBezTo>
                    <a:pt x="57" y="22"/>
                    <a:pt x="88" y="23"/>
                    <a:pt x="123" y="23"/>
                  </a:cubicBezTo>
                  <a:cubicBezTo>
                    <a:pt x="173" y="23"/>
                    <a:pt x="216" y="20"/>
                    <a:pt x="235" y="16"/>
                  </a:cubicBezTo>
                  <a:cubicBezTo>
                    <a:pt x="238" y="15"/>
                    <a:pt x="240" y="14"/>
                    <a:pt x="241" y="14"/>
                  </a:cubicBezTo>
                  <a:cubicBezTo>
                    <a:pt x="241" y="14"/>
                    <a:pt x="242" y="14"/>
                    <a:pt x="242" y="14"/>
                  </a:cubicBezTo>
                  <a:cubicBezTo>
                    <a:pt x="244" y="13"/>
                    <a:pt x="245" y="12"/>
                    <a:pt x="245" y="12"/>
                  </a:cubicBezTo>
                  <a:cubicBezTo>
                    <a:pt x="245" y="12"/>
                    <a:pt x="245" y="12"/>
                    <a:pt x="245" y="12"/>
                  </a:cubicBezTo>
                  <a:cubicBezTo>
                    <a:pt x="245" y="12"/>
                    <a:pt x="245" y="12"/>
                    <a:pt x="245" y="12"/>
                  </a:cubicBezTo>
                  <a:cubicBezTo>
                    <a:pt x="245" y="12"/>
                    <a:pt x="245" y="11"/>
                    <a:pt x="245" y="11"/>
                  </a:cubicBezTo>
                  <a:cubicBezTo>
                    <a:pt x="245" y="11"/>
                    <a:pt x="245" y="11"/>
                    <a:pt x="244" y="11"/>
                  </a:cubicBezTo>
                  <a:cubicBezTo>
                    <a:pt x="243" y="10"/>
                    <a:pt x="243" y="10"/>
                    <a:pt x="242" y="1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2" name="Freeform 202"/>
            <p:cNvSpPr>
              <a:spLocks/>
            </p:cNvSpPr>
            <p:nvPr/>
          </p:nvSpPr>
          <p:spPr bwMode="auto">
            <a:xfrm>
              <a:off x="8070851" y="2041525"/>
              <a:ext cx="373063" cy="127000"/>
            </a:xfrm>
            <a:custGeom>
              <a:avLst/>
              <a:gdLst>
                <a:gd name="T0" fmla="*/ 143 w 246"/>
                <a:gd name="T1" fmla="*/ 61 h 83"/>
                <a:gd name="T2" fmla="*/ 145 w 246"/>
                <a:gd name="T3" fmla="*/ 61 h 83"/>
                <a:gd name="T4" fmla="*/ 146 w 246"/>
                <a:gd name="T5" fmla="*/ 61 h 83"/>
                <a:gd name="T6" fmla="*/ 147 w 246"/>
                <a:gd name="T7" fmla="*/ 60 h 83"/>
                <a:gd name="T8" fmla="*/ 149 w 246"/>
                <a:gd name="T9" fmla="*/ 60 h 83"/>
                <a:gd name="T10" fmla="*/ 152 w 246"/>
                <a:gd name="T11" fmla="*/ 59 h 83"/>
                <a:gd name="T12" fmla="*/ 154 w 246"/>
                <a:gd name="T13" fmla="*/ 59 h 83"/>
                <a:gd name="T14" fmla="*/ 162 w 246"/>
                <a:gd name="T15" fmla="*/ 57 h 83"/>
                <a:gd name="T16" fmla="*/ 169 w 246"/>
                <a:gd name="T17" fmla="*/ 55 h 83"/>
                <a:gd name="T18" fmla="*/ 192 w 246"/>
                <a:gd name="T19" fmla="*/ 48 h 83"/>
                <a:gd name="T20" fmla="*/ 200 w 246"/>
                <a:gd name="T21" fmla="*/ 45 h 83"/>
                <a:gd name="T22" fmla="*/ 208 w 246"/>
                <a:gd name="T23" fmla="*/ 43 h 83"/>
                <a:gd name="T24" fmla="*/ 209 w 246"/>
                <a:gd name="T25" fmla="*/ 42 h 83"/>
                <a:gd name="T26" fmla="*/ 246 w 246"/>
                <a:gd name="T27" fmla="*/ 25 h 83"/>
                <a:gd name="T28" fmla="*/ 246 w 246"/>
                <a:gd name="T29" fmla="*/ 24 h 83"/>
                <a:gd name="T30" fmla="*/ 241 w 246"/>
                <a:gd name="T31" fmla="*/ 1 h 83"/>
                <a:gd name="T32" fmla="*/ 235 w 246"/>
                <a:gd name="T33" fmla="*/ 0 h 83"/>
                <a:gd name="T34" fmla="*/ 232 w 246"/>
                <a:gd name="T35" fmla="*/ 1 h 83"/>
                <a:gd name="T36" fmla="*/ 207 w 246"/>
                <a:gd name="T37" fmla="*/ 12 h 83"/>
                <a:gd name="T38" fmla="*/ 123 w 246"/>
                <a:gd name="T39" fmla="*/ 36 h 83"/>
                <a:gd name="T40" fmla="*/ 10 w 246"/>
                <a:gd name="T41" fmla="*/ 55 h 83"/>
                <a:gd name="T42" fmla="*/ 1 w 246"/>
                <a:gd name="T43" fmla="*/ 54 h 83"/>
                <a:gd name="T44" fmla="*/ 0 w 246"/>
                <a:gd name="T45" fmla="*/ 54 h 83"/>
                <a:gd name="T46" fmla="*/ 7 w 246"/>
                <a:gd name="T47" fmla="*/ 82 h 83"/>
                <a:gd name="T48" fmla="*/ 7 w 246"/>
                <a:gd name="T49" fmla="*/ 82 h 83"/>
                <a:gd name="T50" fmla="*/ 9 w 246"/>
                <a:gd name="T51" fmla="*/ 83 h 83"/>
                <a:gd name="T52" fmla="*/ 18 w 246"/>
                <a:gd name="T53" fmla="*/ 83 h 83"/>
                <a:gd name="T54" fmla="*/ 129 w 246"/>
                <a:gd name="T55" fmla="*/ 65 h 83"/>
                <a:gd name="T56" fmla="*/ 143 w 246"/>
                <a:gd name="T57" fmla="*/ 6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6" h="83">
                  <a:moveTo>
                    <a:pt x="143" y="61"/>
                  </a:moveTo>
                  <a:cubicBezTo>
                    <a:pt x="144" y="61"/>
                    <a:pt x="144" y="61"/>
                    <a:pt x="145" y="61"/>
                  </a:cubicBezTo>
                  <a:cubicBezTo>
                    <a:pt x="145" y="61"/>
                    <a:pt x="146" y="61"/>
                    <a:pt x="146" y="61"/>
                  </a:cubicBezTo>
                  <a:cubicBezTo>
                    <a:pt x="146" y="61"/>
                    <a:pt x="147" y="61"/>
                    <a:pt x="147" y="60"/>
                  </a:cubicBezTo>
                  <a:cubicBezTo>
                    <a:pt x="148" y="60"/>
                    <a:pt x="148" y="60"/>
                    <a:pt x="149" y="60"/>
                  </a:cubicBezTo>
                  <a:cubicBezTo>
                    <a:pt x="150" y="60"/>
                    <a:pt x="151" y="59"/>
                    <a:pt x="152" y="59"/>
                  </a:cubicBezTo>
                  <a:cubicBezTo>
                    <a:pt x="153" y="59"/>
                    <a:pt x="153" y="59"/>
                    <a:pt x="154" y="59"/>
                  </a:cubicBezTo>
                  <a:cubicBezTo>
                    <a:pt x="157" y="58"/>
                    <a:pt x="159" y="57"/>
                    <a:pt x="162" y="57"/>
                  </a:cubicBezTo>
                  <a:cubicBezTo>
                    <a:pt x="164" y="56"/>
                    <a:pt x="166" y="55"/>
                    <a:pt x="169" y="55"/>
                  </a:cubicBezTo>
                  <a:cubicBezTo>
                    <a:pt x="177" y="52"/>
                    <a:pt x="185" y="50"/>
                    <a:pt x="192" y="48"/>
                  </a:cubicBezTo>
                  <a:cubicBezTo>
                    <a:pt x="195" y="47"/>
                    <a:pt x="198" y="46"/>
                    <a:pt x="200" y="45"/>
                  </a:cubicBezTo>
                  <a:cubicBezTo>
                    <a:pt x="203" y="44"/>
                    <a:pt x="205" y="43"/>
                    <a:pt x="208" y="43"/>
                  </a:cubicBezTo>
                  <a:cubicBezTo>
                    <a:pt x="208" y="42"/>
                    <a:pt x="209" y="42"/>
                    <a:pt x="209" y="42"/>
                  </a:cubicBezTo>
                  <a:cubicBezTo>
                    <a:pt x="230" y="35"/>
                    <a:pt x="244" y="28"/>
                    <a:pt x="246" y="25"/>
                  </a:cubicBezTo>
                  <a:cubicBezTo>
                    <a:pt x="246" y="25"/>
                    <a:pt x="246" y="24"/>
                    <a:pt x="246" y="24"/>
                  </a:cubicBezTo>
                  <a:cubicBezTo>
                    <a:pt x="241" y="1"/>
                    <a:pt x="241" y="1"/>
                    <a:pt x="241" y="1"/>
                  </a:cubicBezTo>
                  <a:cubicBezTo>
                    <a:pt x="239" y="1"/>
                    <a:pt x="237" y="0"/>
                    <a:pt x="235" y="0"/>
                  </a:cubicBezTo>
                  <a:cubicBezTo>
                    <a:pt x="234" y="0"/>
                    <a:pt x="233" y="1"/>
                    <a:pt x="232" y="1"/>
                  </a:cubicBezTo>
                  <a:cubicBezTo>
                    <a:pt x="226" y="5"/>
                    <a:pt x="217" y="8"/>
                    <a:pt x="207" y="12"/>
                  </a:cubicBezTo>
                  <a:cubicBezTo>
                    <a:pt x="185" y="20"/>
                    <a:pt x="156" y="28"/>
                    <a:pt x="123" y="36"/>
                  </a:cubicBezTo>
                  <a:cubicBezTo>
                    <a:pt x="74" y="48"/>
                    <a:pt x="31" y="55"/>
                    <a:pt x="10" y="55"/>
                  </a:cubicBezTo>
                  <a:cubicBezTo>
                    <a:pt x="6" y="55"/>
                    <a:pt x="3" y="55"/>
                    <a:pt x="1" y="54"/>
                  </a:cubicBezTo>
                  <a:cubicBezTo>
                    <a:pt x="1" y="54"/>
                    <a:pt x="0" y="54"/>
                    <a:pt x="0" y="54"/>
                  </a:cubicBezTo>
                  <a:cubicBezTo>
                    <a:pt x="7" y="82"/>
                    <a:pt x="7" y="82"/>
                    <a:pt x="7" y="82"/>
                  </a:cubicBezTo>
                  <a:cubicBezTo>
                    <a:pt x="7" y="82"/>
                    <a:pt x="7" y="82"/>
                    <a:pt x="7" y="82"/>
                  </a:cubicBezTo>
                  <a:cubicBezTo>
                    <a:pt x="8" y="82"/>
                    <a:pt x="8" y="83"/>
                    <a:pt x="9" y="83"/>
                  </a:cubicBezTo>
                  <a:cubicBezTo>
                    <a:pt x="11" y="83"/>
                    <a:pt x="14" y="83"/>
                    <a:pt x="18" y="83"/>
                  </a:cubicBezTo>
                  <a:cubicBezTo>
                    <a:pt x="38" y="83"/>
                    <a:pt x="81" y="77"/>
                    <a:pt x="129" y="65"/>
                  </a:cubicBezTo>
                  <a:cubicBezTo>
                    <a:pt x="134" y="64"/>
                    <a:pt x="139" y="63"/>
                    <a:pt x="143" y="6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3" name="Freeform 203"/>
            <p:cNvSpPr>
              <a:spLocks/>
            </p:cNvSpPr>
            <p:nvPr/>
          </p:nvSpPr>
          <p:spPr bwMode="auto">
            <a:xfrm>
              <a:off x="8069263" y="2028825"/>
              <a:ext cx="350838" cy="90488"/>
            </a:xfrm>
            <a:custGeom>
              <a:avLst/>
              <a:gdLst>
                <a:gd name="T0" fmla="*/ 2 w 231"/>
                <a:gd name="T1" fmla="*/ 59 h 60"/>
                <a:gd name="T2" fmla="*/ 4 w 231"/>
                <a:gd name="T3" fmla="*/ 60 h 60"/>
                <a:gd name="T4" fmla="*/ 11 w 231"/>
                <a:gd name="T5" fmla="*/ 60 h 60"/>
                <a:gd name="T6" fmla="*/ 123 w 231"/>
                <a:gd name="T7" fmla="*/ 41 h 60"/>
                <a:gd name="T8" fmla="*/ 202 w 231"/>
                <a:gd name="T9" fmla="*/ 19 h 60"/>
                <a:gd name="T10" fmla="*/ 231 w 231"/>
                <a:gd name="T11" fmla="*/ 7 h 60"/>
                <a:gd name="T12" fmla="*/ 229 w 231"/>
                <a:gd name="T13" fmla="*/ 6 h 60"/>
                <a:gd name="T14" fmla="*/ 225 w 231"/>
                <a:gd name="T15" fmla="*/ 5 h 60"/>
                <a:gd name="T16" fmla="*/ 222 w 231"/>
                <a:gd name="T17" fmla="*/ 3 h 60"/>
                <a:gd name="T18" fmla="*/ 214 w 231"/>
                <a:gd name="T19" fmla="*/ 0 h 60"/>
                <a:gd name="T20" fmla="*/ 117 w 231"/>
                <a:gd name="T21" fmla="*/ 18 h 60"/>
                <a:gd name="T22" fmla="*/ 37 w 231"/>
                <a:gd name="T23" fmla="*/ 41 h 60"/>
                <a:gd name="T24" fmla="*/ 3 w 231"/>
                <a:gd name="T25" fmla="*/ 56 h 60"/>
                <a:gd name="T26" fmla="*/ 1 w 231"/>
                <a:gd name="T27" fmla="*/ 58 h 60"/>
                <a:gd name="T28" fmla="*/ 0 w 231"/>
                <a:gd name="T29" fmla="*/ 59 h 60"/>
                <a:gd name="T30" fmla="*/ 0 w 231"/>
                <a:gd name="T31" fmla="*/ 59 h 60"/>
                <a:gd name="T32" fmla="*/ 1 w 231"/>
                <a:gd name="T33" fmla="*/ 59 h 60"/>
                <a:gd name="T34" fmla="*/ 2 w 231"/>
                <a:gd name="T35" fmla="*/ 5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1" h="60">
                  <a:moveTo>
                    <a:pt x="2" y="59"/>
                  </a:moveTo>
                  <a:cubicBezTo>
                    <a:pt x="3" y="60"/>
                    <a:pt x="4" y="60"/>
                    <a:pt x="4" y="60"/>
                  </a:cubicBezTo>
                  <a:cubicBezTo>
                    <a:pt x="6" y="60"/>
                    <a:pt x="8" y="60"/>
                    <a:pt x="11" y="60"/>
                  </a:cubicBezTo>
                  <a:cubicBezTo>
                    <a:pt x="31" y="60"/>
                    <a:pt x="74" y="53"/>
                    <a:pt x="123" y="41"/>
                  </a:cubicBezTo>
                  <a:cubicBezTo>
                    <a:pt x="154" y="34"/>
                    <a:pt x="181" y="26"/>
                    <a:pt x="202" y="19"/>
                  </a:cubicBezTo>
                  <a:cubicBezTo>
                    <a:pt x="215" y="14"/>
                    <a:pt x="225" y="10"/>
                    <a:pt x="231" y="7"/>
                  </a:cubicBezTo>
                  <a:cubicBezTo>
                    <a:pt x="231" y="6"/>
                    <a:pt x="230" y="6"/>
                    <a:pt x="229" y="6"/>
                  </a:cubicBezTo>
                  <a:cubicBezTo>
                    <a:pt x="227" y="5"/>
                    <a:pt x="226" y="5"/>
                    <a:pt x="225" y="5"/>
                  </a:cubicBezTo>
                  <a:cubicBezTo>
                    <a:pt x="224" y="4"/>
                    <a:pt x="223" y="4"/>
                    <a:pt x="222" y="3"/>
                  </a:cubicBezTo>
                  <a:cubicBezTo>
                    <a:pt x="219" y="2"/>
                    <a:pt x="217" y="1"/>
                    <a:pt x="214" y="0"/>
                  </a:cubicBezTo>
                  <a:cubicBezTo>
                    <a:pt x="191" y="3"/>
                    <a:pt x="156" y="9"/>
                    <a:pt x="117" y="18"/>
                  </a:cubicBezTo>
                  <a:cubicBezTo>
                    <a:pt x="86" y="26"/>
                    <a:pt x="58" y="34"/>
                    <a:pt x="37" y="41"/>
                  </a:cubicBezTo>
                  <a:cubicBezTo>
                    <a:pt x="21" y="47"/>
                    <a:pt x="9" y="52"/>
                    <a:pt x="3" y="56"/>
                  </a:cubicBezTo>
                  <a:cubicBezTo>
                    <a:pt x="2" y="57"/>
                    <a:pt x="1" y="58"/>
                    <a:pt x="1" y="58"/>
                  </a:cubicBezTo>
                  <a:cubicBezTo>
                    <a:pt x="0" y="58"/>
                    <a:pt x="0" y="59"/>
                    <a:pt x="0" y="59"/>
                  </a:cubicBezTo>
                  <a:cubicBezTo>
                    <a:pt x="0" y="59"/>
                    <a:pt x="0" y="59"/>
                    <a:pt x="0" y="59"/>
                  </a:cubicBezTo>
                  <a:cubicBezTo>
                    <a:pt x="0" y="59"/>
                    <a:pt x="0" y="59"/>
                    <a:pt x="1" y="59"/>
                  </a:cubicBezTo>
                  <a:cubicBezTo>
                    <a:pt x="1" y="59"/>
                    <a:pt x="2" y="59"/>
                    <a:pt x="2" y="5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4" name="Freeform 204"/>
            <p:cNvSpPr>
              <a:spLocks/>
            </p:cNvSpPr>
            <p:nvPr/>
          </p:nvSpPr>
          <p:spPr bwMode="auto">
            <a:xfrm>
              <a:off x="8272463" y="1922463"/>
              <a:ext cx="366713" cy="161925"/>
            </a:xfrm>
            <a:custGeom>
              <a:avLst/>
              <a:gdLst>
                <a:gd name="T0" fmla="*/ 8 w 242"/>
                <a:gd name="T1" fmla="*/ 34 h 107"/>
                <a:gd name="T2" fmla="*/ 32 w 242"/>
                <a:gd name="T3" fmla="*/ 46 h 107"/>
                <a:gd name="T4" fmla="*/ 74 w 242"/>
                <a:gd name="T5" fmla="*/ 64 h 107"/>
                <a:gd name="T6" fmla="*/ 76 w 242"/>
                <a:gd name="T7" fmla="*/ 65 h 107"/>
                <a:gd name="T8" fmla="*/ 81 w 242"/>
                <a:gd name="T9" fmla="*/ 66 h 107"/>
                <a:gd name="T10" fmla="*/ 85 w 242"/>
                <a:gd name="T11" fmla="*/ 68 h 107"/>
                <a:gd name="T12" fmla="*/ 90 w 242"/>
                <a:gd name="T13" fmla="*/ 70 h 107"/>
                <a:gd name="T14" fmla="*/ 92 w 242"/>
                <a:gd name="T15" fmla="*/ 71 h 107"/>
                <a:gd name="T16" fmla="*/ 95 w 242"/>
                <a:gd name="T17" fmla="*/ 72 h 107"/>
                <a:gd name="T18" fmla="*/ 98 w 242"/>
                <a:gd name="T19" fmla="*/ 73 h 107"/>
                <a:gd name="T20" fmla="*/ 102 w 242"/>
                <a:gd name="T21" fmla="*/ 74 h 107"/>
                <a:gd name="T22" fmla="*/ 102 w 242"/>
                <a:gd name="T23" fmla="*/ 74 h 107"/>
                <a:gd name="T24" fmla="*/ 103 w 242"/>
                <a:gd name="T25" fmla="*/ 74 h 107"/>
                <a:gd name="T26" fmla="*/ 104 w 242"/>
                <a:gd name="T27" fmla="*/ 75 h 107"/>
                <a:gd name="T28" fmla="*/ 107 w 242"/>
                <a:gd name="T29" fmla="*/ 76 h 107"/>
                <a:gd name="T30" fmla="*/ 107 w 242"/>
                <a:gd name="T31" fmla="*/ 76 h 107"/>
                <a:gd name="T32" fmla="*/ 109 w 242"/>
                <a:gd name="T33" fmla="*/ 77 h 107"/>
                <a:gd name="T34" fmla="*/ 111 w 242"/>
                <a:gd name="T35" fmla="*/ 77 h 107"/>
                <a:gd name="T36" fmla="*/ 113 w 242"/>
                <a:gd name="T37" fmla="*/ 78 h 107"/>
                <a:gd name="T38" fmla="*/ 228 w 242"/>
                <a:gd name="T39" fmla="*/ 107 h 107"/>
                <a:gd name="T40" fmla="*/ 233 w 242"/>
                <a:gd name="T41" fmla="*/ 106 h 107"/>
                <a:gd name="T42" fmla="*/ 233 w 242"/>
                <a:gd name="T43" fmla="*/ 106 h 107"/>
                <a:gd name="T44" fmla="*/ 242 w 242"/>
                <a:gd name="T45" fmla="*/ 79 h 107"/>
                <a:gd name="T46" fmla="*/ 238 w 242"/>
                <a:gd name="T47" fmla="*/ 80 h 107"/>
                <a:gd name="T48" fmla="*/ 232 w 242"/>
                <a:gd name="T49" fmla="*/ 79 h 107"/>
                <a:gd name="T50" fmla="*/ 220 w 242"/>
                <a:gd name="T51" fmla="*/ 78 h 107"/>
                <a:gd name="T52" fmla="*/ 211 w 242"/>
                <a:gd name="T53" fmla="*/ 76 h 107"/>
                <a:gd name="T54" fmla="*/ 122 w 242"/>
                <a:gd name="T55" fmla="*/ 50 h 107"/>
                <a:gd name="T56" fmla="*/ 98 w 242"/>
                <a:gd name="T57" fmla="*/ 42 h 107"/>
                <a:gd name="T58" fmla="*/ 92 w 242"/>
                <a:gd name="T59" fmla="*/ 39 h 107"/>
                <a:gd name="T60" fmla="*/ 89 w 242"/>
                <a:gd name="T61" fmla="*/ 38 h 107"/>
                <a:gd name="T62" fmla="*/ 78 w 242"/>
                <a:gd name="T63" fmla="*/ 34 h 107"/>
                <a:gd name="T64" fmla="*/ 78 w 242"/>
                <a:gd name="T65" fmla="*/ 34 h 107"/>
                <a:gd name="T66" fmla="*/ 76 w 242"/>
                <a:gd name="T67" fmla="*/ 33 h 107"/>
                <a:gd name="T68" fmla="*/ 75 w 242"/>
                <a:gd name="T69" fmla="*/ 33 h 107"/>
                <a:gd name="T70" fmla="*/ 74 w 242"/>
                <a:gd name="T71" fmla="*/ 32 h 107"/>
                <a:gd name="T72" fmla="*/ 70 w 242"/>
                <a:gd name="T73" fmla="*/ 31 h 107"/>
                <a:gd name="T74" fmla="*/ 67 w 242"/>
                <a:gd name="T75" fmla="*/ 30 h 107"/>
                <a:gd name="T76" fmla="*/ 65 w 242"/>
                <a:gd name="T77" fmla="*/ 29 h 107"/>
                <a:gd name="T78" fmla="*/ 17 w 242"/>
                <a:gd name="T79" fmla="*/ 6 h 107"/>
                <a:gd name="T80" fmla="*/ 9 w 242"/>
                <a:gd name="T81" fmla="*/ 0 h 107"/>
                <a:gd name="T82" fmla="*/ 0 w 242"/>
                <a:gd name="T83" fmla="*/ 27 h 107"/>
                <a:gd name="T84" fmla="*/ 2 w 242"/>
                <a:gd name="T85" fmla="*/ 29 h 107"/>
                <a:gd name="T86" fmla="*/ 8 w 242"/>
                <a:gd name="T87" fmla="*/ 34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2" h="107">
                  <a:moveTo>
                    <a:pt x="8" y="34"/>
                  </a:moveTo>
                  <a:cubicBezTo>
                    <a:pt x="14" y="37"/>
                    <a:pt x="22" y="42"/>
                    <a:pt x="32" y="46"/>
                  </a:cubicBezTo>
                  <a:cubicBezTo>
                    <a:pt x="44" y="52"/>
                    <a:pt x="58" y="58"/>
                    <a:pt x="74" y="64"/>
                  </a:cubicBezTo>
                  <a:cubicBezTo>
                    <a:pt x="75" y="64"/>
                    <a:pt x="75" y="64"/>
                    <a:pt x="76" y="65"/>
                  </a:cubicBezTo>
                  <a:cubicBezTo>
                    <a:pt x="78" y="65"/>
                    <a:pt x="79" y="66"/>
                    <a:pt x="81" y="66"/>
                  </a:cubicBezTo>
                  <a:cubicBezTo>
                    <a:pt x="82" y="67"/>
                    <a:pt x="84" y="68"/>
                    <a:pt x="85" y="68"/>
                  </a:cubicBezTo>
                  <a:cubicBezTo>
                    <a:pt x="87" y="69"/>
                    <a:pt x="88" y="69"/>
                    <a:pt x="90" y="70"/>
                  </a:cubicBezTo>
                  <a:cubicBezTo>
                    <a:pt x="91" y="70"/>
                    <a:pt x="92" y="70"/>
                    <a:pt x="92" y="71"/>
                  </a:cubicBezTo>
                  <a:cubicBezTo>
                    <a:pt x="93" y="71"/>
                    <a:pt x="94" y="71"/>
                    <a:pt x="95" y="72"/>
                  </a:cubicBezTo>
                  <a:cubicBezTo>
                    <a:pt x="96" y="72"/>
                    <a:pt x="97" y="72"/>
                    <a:pt x="98" y="73"/>
                  </a:cubicBezTo>
                  <a:cubicBezTo>
                    <a:pt x="99" y="73"/>
                    <a:pt x="101" y="74"/>
                    <a:pt x="102" y="74"/>
                  </a:cubicBezTo>
                  <a:cubicBezTo>
                    <a:pt x="102" y="74"/>
                    <a:pt x="102" y="74"/>
                    <a:pt x="102" y="74"/>
                  </a:cubicBezTo>
                  <a:cubicBezTo>
                    <a:pt x="102" y="74"/>
                    <a:pt x="103" y="74"/>
                    <a:pt x="103" y="74"/>
                  </a:cubicBezTo>
                  <a:cubicBezTo>
                    <a:pt x="103" y="75"/>
                    <a:pt x="104" y="75"/>
                    <a:pt x="104" y="75"/>
                  </a:cubicBezTo>
                  <a:cubicBezTo>
                    <a:pt x="105" y="75"/>
                    <a:pt x="106" y="75"/>
                    <a:pt x="107" y="76"/>
                  </a:cubicBezTo>
                  <a:cubicBezTo>
                    <a:pt x="107" y="76"/>
                    <a:pt x="107" y="76"/>
                    <a:pt x="107" y="76"/>
                  </a:cubicBezTo>
                  <a:cubicBezTo>
                    <a:pt x="107" y="76"/>
                    <a:pt x="108" y="76"/>
                    <a:pt x="109" y="77"/>
                  </a:cubicBezTo>
                  <a:cubicBezTo>
                    <a:pt x="110" y="77"/>
                    <a:pt x="110" y="77"/>
                    <a:pt x="111" y="77"/>
                  </a:cubicBezTo>
                  <a:cubicBezTo>
                    <a:pt x="112" y="78"/>
                    <a:pt x="112" y="78"/>
                    <a:pt x="113" y="78"/>
                  </a:cubicBezTo>
                  <a:cubicBezTo>
                    <a:pt x="165" y="96"/>
                    <a:pt x="211" y="107"/>
                    <a:pt x="228" y="107"/>
                  </a:cubicBezTo>
                  <a:cubicBezTo>
                    <a:pt x="231" y="107"/>
                    <a:pt x="233" y="107"/>
                    <a:pt x="233" y="106"/>
                  </a:cubicBezTo>
                  <a:cubicBezTo>
                    <a:pt x="233" y="106"/>
                    <a:pt x="233" y="106"/>
                    <a:pt x="233" y="106"/>
                  </a:cubicBezTo>
                  <a:cubicBezTo>
                    <a:pt x="242" y="79"/>
                    <a:pt x="242" y="79"/>
                    <a:pt x="242" y="79"/>
                  </a:cubicBezTo>
                  <a:cubicBezTo>
                    <a:pt x="241" y="79"/>
                    <a:pt x="240" y="80"/>
                    <a:pt x="238" y="80"/>
                  </a:cubicBezTo>
                  <a:cubicBezTo>
                    <a:pt x="237" y="80"/>
                    <a:pt x="235" y="79"/>
                    <a:pt x="232" y="79"/>
                  </a:cubicBezTo>
                  <a:cubicBezTo>
                    <a:pt x="229" y="79"/>
                    <a:pt x="225" y="78"/>
                    <a:pt x="220" y="78"/>
                  </a:cubicBezTo>
                  <a:cubicBezTo>
                    <a:pt x="217" y="77"/>
                    <a:pt x="214" y="76"/>
                    <a:pt x="211" y="76"/>
                  </a:cubicBezTo>
                  <a:cubicBezTo>
                    <a:pt x="188" y="71"/>
                    <a:pt x="157" y="62"/>
                    <a:pt x="122" y="50"/>
                  </a:cubicBezTo>
                  <a:cubicBezTo>
                    <a:pt x="114" y="47"/>
                    <a:pt x="106" y="44"/>
                    <a:pt x="98" y="42"/>
                  </a:cubicBezTo>
                  <a:cubicBezTo>
                    <a:pt x="96" y="41"/>
                    <a:pt x="94" y="40"/>
                    <a:pt x="92" y="39"/>
                  </a:cubicBezTo>
                  <a:cubicBezTo>
                    <a:pt x="91" y="39"/>
                    <a:pt x="90" y="39"/>
                    <a:pt x="89" y="38"/>
                  </a:cubicBezTo>
                  <a:cubicBezTo>
                    <a:pt x="85" y="37"/>
                    <a:pt x="82" y="35"/>
                    <a:pt x="78" y="34"/>
                  </a:cubicBezTo>
                  <a:cubicBezTo>
                    <a:pt x="78" y="34"/>
                    <a:pt x="78" y="34"/>
                    <a:pt x="78" y="34"/>
                  </a:cubicBezTo>
                  <a:cubicBezTo>
                    <a:pt x="77" y="34"/>
                    <a:pt x="76" y="33"/>
                    <a:pt x="76" y="33"/>
                  </a:cubicBezTo>
                  <a:cubicBezTo>
                    <a:pt x="75" y="33"/>
                    <a:pt x="75" y="33"/>
                    <a:pt x="75" y="33"/>
                  </a:cubicBezTo>
                  <a:cubicBezTo>
                    <a:pt x="74" y="33"/>
                    <a:pt x="74" y="32"/>
                    <a:pt x="74" y="32"/>
                  </a:cubicBezTo>
                  <a:cubicBezTo>
                    <a:pt x="72" y="32"/>
                    <a:pt x="71" y="31"/>
                    <a:pt x="70" y="31"/>
                  </a:cubicBezTo>
                  <a:cubicBezTo>
                    <a:pt x="69" y="30"/>
                    <a:pt x="68" y="30"/>
                    <a:pt x="67" y="30"/>
                  </a:cubicBezTo>
                  <a:cubicBezTo>
                    <a:pt x="67" y="29"/>
                    <a:pt x="66" y="29"/>
                    <a:pt x="65" y="29"/>
                  </a:cubicBezTo>
                  <a:cubicBezTo>
                    <a:pt x="44" y="20"/>
                    <a:pt x="27" y="12"/>
                    <a:pt x="17" y="6"/>
                  </a:cubicBezTo>
                  <a:cubicBezTo>
                    <a:pt x="14" y="3"/>
                    <a:pt x="11" y="2"/>
                    <a:pt x="9" y="0"/>
                  </a:cubicBezTo>
                  <a:cubicBezTo>
                    <a:pt x="0" y="27"/>
                    <a:pt x="0" y="27"/>
                    <a:pt x="0" y="27"/>
                  </a:cubicBezTo>
                  <a:cubicBezTo>
                    <a:pt x="0" y="27"/>
                    <a:pt x="1" y="28"/>
                    <a:pt x="2" y="29"/>
                  </a:cubicBezTo>
                  <a:cubicBezTo>
                    <a:pt x="3" y="30"/>
                    <a:pt x="5" y="32"/>
                    <a:pt x="8" y="3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5" name="Freeform 205"/>
            <p:cNvSpPr>
              <a:spLocks/>
            </p:cNvSpPr>
            <p:nvPr/>
          </p:nvSpPr>
          <p:spPr bwMode="auto">
            <a:xfrm>
              <a:off x="8288338" y="1914525"/>
              <a:ext cx="354013" cy="123825"/>
            </a:xfrm>
            <a:custGeom>
              <a:avLst/>
              <a:gdLst>
                <a:gd name="T0" fmla="*/ 3 w 233"/>
                <a:gd name="T1" fmla="*/ 3 h 81"/>
                <a:gd name="T2" fmla="*/ 8 w 233"/>
                <a:gd name="T3" fmla="*/ 7 h 81"/>
                <a:gd name="T4" fmla="*/ 32 w 233"/>
                <a:gd name="T5" fmla="*/ 20 h 81"/>
                <a:gd name="T6" fmla="*/ 54 w 233"/>
                <a:gd name="T7" fmla="*/ 30 h 81"/>
                <a:gd name="T8" fmla="*/ 56 w 233"/>
                <a:gd name="T9" fmla="*/ 30 h 81"/>
                <a:gd name="T10" fmla="*/ 58 w 233"/>
                <a:gd name="T11" fmla="*/ 31 h 81"/>
                <a:gd name="T12" fmla="*/ 64 w 233"/>
                <a:gd name="T13" fmla="*/ 33 h 81"/>
                <a:gd name="T14" fmla="*/ 64 w 233"/>
                <a:gd name="T15" fmla="*/ 33 h 81"/>
                <a:gd name="T16" fmla="*/ 65 w 233"/>
                <a:gd name="T17" fmla="*/ 34 h 81"/>
                <a:gd name="T18" fmla="*/ 68 w 233"/>
                <a:gd name="T19" fmla="*/ 35 h 81"/>
                <a:gd name="T20" fmla="*/ 69 w 233"/>
                <a:gd name="T21" fmla="*/ 35 h 81"/>
                <a:gd name="T22" fmla="*/ 74 w 233"/>
                <a:gd name="T23" fmla="*/ 37 h 81"/>
                <a:gd name="T24" fmla="*/ 82 w 233"/>
                <a:gd name="T25" fmla="*/ 41 h 81"/>
                <a:gd name="T26" fmla="*/ 88 w 233"/>
                <a:gd name="T27" fmla="*/ 43 h 81"/>
                <a:gd name="T28" fmla="*/ 92 w 233"/>
                <a:gd name="T29" fmla="*/ 44 h 81"/>
                <a:gd name="T30" fmla="*/ 96 w 233"/>
                <a:gd name="T31" fmla="*/ 46 h 81"/>
                <a:gd name="T32" fmla="*/ 101 w 233"/>
                <a:gd name="T33" fmla="*/ 47 h 81"/>
                <a:gd name="T34" fmla="*/ 104 w 233"/>
                <a:gd name="T35" fmla="*/ 48 h 81"/>
                <a:gd name="T36" fmla="*/ 113 w 233"/>
                <a:gd name="T37" fmla="*/ 51 h 81"/>
                <a:gd name="T38" fmla="*/ 222 w 233"/>
                <a:gd name="T39" fmla="*/ 80 h 81"/>
                <a:gd name="T40" fmla="*/ 227 w 233"/>
                <a:gd name="T41" fmla="*/ 81 h 81"/>
                <a:gd name="T42" fmla="*/ 229 w 233"/>
                <a:gd name="T43" fmla="*/ 81 h 81"/>
                <a:gd name="T44" fmla="*/ 233 w 233"/>
                <a:gd name="T45" fmla="*/ 80 h 81"/>
                <a:gd name="T46" fmla="*/ 233 w 233"/>
                <a:gd name="T47" fmla="*/ 80 h 81"/>
                <a:gd name="T48" fmla="*/ 231 w 233"/>
                <a:gd name="T49" fmla="*/ 78 h 81"/>
                <a:gd name="T50" fmla="*/ 230 w 233"/>
                <a:gd name="T51" fmla="*/ 77 h 81"/>
                <a:gd name="T52" fmla="*/ 225 w 233"/>
                <a:gd name="T53" fmla="*/ 73 h 81"/>
                <a:gd name="T54" fmla="*/ 201 w 233"/>
                <a:gd name="T55" fmla="*/ 60 h 81"/>
                <a:gd name="T56" fmla="*/ 180 w 233"/>
                <a:gd name="T57" fmla="*/ 51 h 81"/>
                <a:gd name="T58" fmla="*/ 180 w 233"/>
                <a:gd name="T59" fmla="*/ 51 h 81"/>
                <a:gd name="T60" fmla="*/ 175 w 233"/>
                <a:gd name="T61" fmla="*/ 49 h 81"/>
                <a:gd name="T62" fmla="*/ 175 w 233"/>
                <a:gd name="T63" fmla="*/ 49 h 81"/>
                <a:gd name="T64" fmla="*/ 170 w 233"/>
                <a:gd name="T65" fmla="*/ 47 h 81"/>
                <a:gd name="T66" fmla="*/ 170 w 233"/>
                <a:gd name="T67" fmla="*/ 47 h 81"/>
                <a:gd name="T68" fmla="*/ 144 w 233"/>
                <a:gd name="T69" fmla="*/ 37 h 81"/>
                <a:gd name="T70" fmla="*/ 139 w 233"/>
                <a:gd name="T71" fmla="*/ 35 h 81"/>
                <a:gd name="T72" fmla="*/ 133 w 233"/>
                <a:gd name="T73" fmla="*/ 33 h 81"/>
                <a:gd name="T74" fmla="*/ 120 w 233"/>
                <a:gd name="T75" fmla="*/ 29 h 81"/>
                <a:gd name="T76" fmla="*/ 113 w 233"/>
                <a:gd name="T77" fmla="*/ 27 h 81"/>
                <a:gd name="T78" fmla="*/ 108 w 233"/>
                <a:gd name="T79" fmla="*/ 25 h 81"/>
                <a:gd name="T80" fmla="*/ 104 w 233"/>
                <a:gd name="T81" fmla="*/ 23 h 81"/>
                <a:gd name="T82" fmla="*/ 58 w 233"/>
                <a:gd name="T83" fmla="*/ 10 h 81"/>
                <a:gd name="T84" fmla="*/ 56 w 233"/>
                <a:gd name="T85" fmla="*/ 9 h 81"/>
                <a:gd name="T86" fmla="*/ 54 w 233"/>
                <a:gd name="T87" fmla="*/ 9 h 81"/>
                <a:gd name="T88" fmla="*/ 5 w 233"/>
                <a:gd name="T89" fmla="*/ 0 h 81"/>
                <a:gd name="T90" fmla="*/ 4 w 233"/>
                <a:gd name="T91" fmla="*/ 0 h 81"/>
                <a:gd name="T92" fmla="*/ 0 w 233"/>
                <a:gd name="T93" fmla="*/ 0 h 81"/>
                <a:gd name="T94" fmla="*/ 0 w 233"/>
                <a:gd name="T95" fmla="*/ 0 h 81"/>
                <a:gd name="T96" fmla="*/ 2 w 233"/>
                <a:gd name="T97" fmla="*/ 3 h 81"/>
                <a:gd name="T98" fmla="*/ 3 w 233"/>
                <a:gd name="T99" fmla="*/ 3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33" h="81">
                  <a:moveTo>
                    <a:pt x="3" y="3"/>
                  </a:moveTo>
                  <a:cubicBezTo>
                    <a:pt x="4" y="5"/>
                    <a:pt x="6" y="6"/>
                    <a:pt x="8" y="7"/>
                  </a:cubicBezTo>
                  <a:cubicBezTo>
                    <a:pt x="14" y="11"/>
                    <a:pt x="22" y="15"/>
                    <a:pt x="32" y="20"/>
                  </a:cubicBezTo>
                  <a:cubicBezTo>
                    <a:pt x="39" y="23"/>
                    <a:pt x="46" y="26"/>
                    <a:pt x="54" y="30"/>
                  </a:cubicBezTo>
                  <a:cubicBezTo>
                    <a:pt x="55" y="30"/>
                    <a:pt x="56" y="30"/>
                    <a:pt x="56" y="30"/>
                  </a:cubicBezTo>
                  <a:cubicBezTo>
                    <a:pt x="57" y="31"/>
                    <a:pt x="58" y="31"/>
                    <a:pt x="58" y="31"/>
                  </a:cubicBezTo>
                  <a:cubicBezTo>
                    <a:pt x="60" y="32"/>
                    <a:pt x="62" y="33"/>
                    <a:pt x="64" y="33"/>
                  </a:cubicBezTo>
                  <a:cubicBezTo>
                    <a:pt x="64" y="33"/>
                    <a:pt x="64" y="33"/>
                    <a:pt x="64" y="33"/>
                  </a:cubicBezTo>
                  <a:cubicBezTo>
                    <a:pt x="64" y="34"/>
                    <a:pt x="65" y="34"/>
                    <a:pt x="65" y="34"/>
                  </a:cubicBezTo>
                  <a:cubicBezTo>
                    <a:pt x="66" y="34"/>
                    <a:pt x="67" y="35"/>
                    <a:pt x="68" y="35"/>
                  </a:cubicBezTo>
                  <a:cubicBezTo>
                    <a:pt x="68" y="35"/>
                    <a:pt x="69" y="35"/>
                    <a:pt x="69" y="35"/>
                  </a:cubicBezTo>
                  <a:cubicBezTo>
                    <a:pt x="71" y="36"/>
                    <a:pt x="72" y="37"/>
                    <a:pt x="74" y="37"/>
                  </a:cubicBezTo>
                  <a:cubicBezTo>
                    <a:pt x="77" y="38"/>
                    <a:pt x="79" y="39"/>
                    <a:pt x="82" y="41"/>
                  </a:cubicBezTo>
                  <a:cubicBezTo>
                    <a:pt x="84" y="41"/>
                    <a:pt x="86" y="42"/>
                    <a:pt x="88" y="43"/>
                  </a:cubicBezTo>
                  <a:cubicBezTo>
                    <a:pt x="89" y="43"/>
                    <a:pt x="91" y="44"/>
                    <a:pt x="92" y="44"/>
                  </a:cubicBezTo>
                  <a:cubicBezTo>
                    <a:pt x="93" y="45"/>
                    <a:pt x="95" y="45"/>
                    <a:pt x="96" y="46"/>
                  </a:cubicBezTo>
                  <a:cubicBezTo>
                    <a:pt x="98" y="46"/>
                    <a:pt x="99" y="47"/>
                    <a:pt x="101" y="47"/>
                  </a:cubicBezTo>
                  <a:cubicBezTo>
                    <a:pt x="102" y="48"/>
                    <a:pt x="103" y="48"/>
                    <a:pt x="104" y="48"/>
                  </a:cubicBezTo>
                  <a:cubicBezTo>
                    <a:pt x="107" y="49"/>
                    <a:pt x="110" y="50"/>
                    <a:pt x="113" y="51"/>
                  </a:cubicBezTo>
                  <a:cubicBezTo>
                    <a:pt x="160" y="67"/>
                    <a:pt x="202" y="78"/>
                    <a:pt x="222" y="80"/>
                  </a:cubicBezTo>
                  <a:cubicBezTo>
                    <a:pt x="224" y="80"/>
                    <a:pt x="226" y="81"/>
                    <a:pt x="227" y="81"/>
                  </a:cubicBezTo>
                  <a:cubicBezTo>
                    <a:pt x="228" y="81"/>
                    <a:pt x="228" y="81"/>
                    <a:pt x="229" y="81"/>
                  </a:cubicBezTo>
                  <a:cubicBezTo>
                    <a:pt x="231" y="80"/>
                    <a:pt x="232" y="80"/>
                    <a:pt x="233" y="80"/>
                  </a:cubicBezTo>
                  <a:cubicBezTo>
                    <a:pt x="233" y="80"/>
                    <a:pt x="233" y="80"/>
                    <a:pt x="233" y="80"/>
                  </a:cubicBezTo>
                  <a:cubicBezTo>
                    <a:pt x="233" y="80"/>
                    <a:pt x="232" y="79"/>
                    <a:pt x="231" y="78"/>
                  </a:cubicBezTo>
                  <a:cubicBezTo>
                    <a:pt x="231" y="77"/>
                    <a:pt x="230" y="77"/>
                    <a:pt x="230" y="77"/>
                  </a:cubicBezTo>
                  <a:cubicBezTo>
                    <a:pt x="229" y="76"/>
                    <a:pt x="227" y="74"/>
                    <a:pt x="225" y="73"/>
                  </a:cubicBezTo>
                  <a:cubicBezTo>
                    <a:pt x="219" y="70"/>
                    <a:pt x="211" y="65"/>
                    <a:pt x="201" y="60"/>
                  </a:cubicBezTo>
                  <a:cubicBezTo>
                    <a:pt x="195" y="58"/>
                    <a:pt x="188" y="55"/>
                    <a:pt x="180" y="51"/>
                  </a:cubicBezTo>
                  <a:cubicBezTo>
                    <a:pt x="180" y="51"/>
                    <a:pt x="180" y="51"/>
                    <a:pt x="180" y="51"/>
                  </a:cubicBezTo>
                  <a:cubicBezTo>
                    <a:pt x="178" y="51"/>
                    <a:pt x="177" y="50"/>
                    <a:pt x="175" y="49"/>
                  </a:cubicBezTo>
                  <a:cubicBezTo>
                    <a:pt x="175" y="49"/>
                    <a:pt x="175" y="49"/>
                    <a:pt x="175" y="49"/>
                  </a:cubicBezTo>
                  <a:cubicBezTo>
                    <a:pt x="173" y="49"/>
                    <a:pt x="172" y="48"/>
                    <a:pt x="170" y="47"/>
                  </a:cubicBezTo>
                  <a:cubicBezTo>
                    <a:pt x="170" y="47"/>
                    <a:pt x="170" y="47"/>
                    <a:pt x="170" y="47"/>
                  </a:cubicBezTo>
                  <a:cubicBezTo>
                    <a:pt x="162" y="44"/>
                    <a:pt x="153" y="41"/>
                    <a:pt x="144" y="37"/>
                  </a:cubicBezTo>
                  <a:cubicBezTo>
                    <a:pt x="143" y="37"/>
                    <a:pt x="141" y="36"/>
                    <a:pt x="139" y="35"/>
                  </a:cubicBezTo>
                  <a:cubicBezTo>
                    <a:pt x="137" y="35"/>
                    <a:pt x="135" y="34"/>
                    <a:pt x="133" y="33"/>
                  </a:cubicBezTo>
                  <a:cubicBezTo>
                    <a:pt x="129" y="32"/>
                    <a:pt x="125" y="30"/>
                    <a:pt x="120" y="29"/>
                  </a:cubicBezTo>
                  <a:cubicBezTo>
                    <a:pt x="118" y="28"/>
                    <a:pt x="116" y="27"/>
                    <a:pt x="113" y="27"/>
                  </a:cubicBezTo>
                  <a:cubicBezTo>
                    <a:pt x="112" y="26"/>
                    <a:pt x="110" y="25"/>
                    <a:pt x="108" y="25"/>
                  </a:cubicBezTo>
                  <a:cubicBezTo>
                    <a:pt x="107" y="24"/>
                    <a:pt x="105" y="24"/>
                    <a:pt x="104" y="23"/>
                  </a:cubicBezTo>
                  <a:cubicBezTo>
                    <a:pt x="88" y="18"/>
                    <a:pt x="72" y="14"/>
                    <a:pt x="58" y="10"/>
                  </a:cubicBezTo>
                  <a:cubicBezTo>
                    <a:pt x="58" y="10"/>
                    <a:pt x="57" y="10"/>
                    <a:pt x="56" y="9"/>
                  </a:cubicBezTo>
                  <a:cubicBezTo>
                    <a:pt x="56" y="9"/>
                    <a:pt x="55" y="9"/>
                    <a:pt x="54" y="9"/>
                  </a:cubicBezTo>
                  <a:cubicBezTo>
                    <a:pt x="32" y="3"/>
                    <a:pt x="14" y="0"/>
                    <a:pt x="5" y="0"/>
                  </a:cubicBezTo>
                  <a:cubicBezTo>
                    <a:pt x="5" y="0"/>
                    <a:pt x="5" y="0"/>
                    <a:pt x="4" y="0"/>
                  </a:cubicBezTo>
                  <a:cubicBezTo>
                    <a:pt x="2" y="0"/>
                    <a:pt x="0" y="0"/>
                    <a:pt x="0" y="0"/>
                  </a:cubicBezTo>
                  <a:cubicBezTo>
                    <a:pt x="0" y="0"/>
                    <a:pt x="0" y="0"/>
                    <a:pt x="0" y="0"/>
                  </a:cubicBezTo>
                  <a:cubicBezTo>
                    <a:pt x="0" y="1"/>
                    <a:pt x="1" y="2"/>
                    <a:pt x="2" y="3"/>
                  </a:cubicBezTo>
                  <a:cubicBezTo>
                    <a:pt x="2" y="3"/>
                    <a:pt x="2" y="3"/>
                    <a:pt x="3" y="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6" name="Freeform 206"/>
            <p:cNvSpPr>
              <a:spLocks noEditPoints="1"/>
            </p:cNvSpPr>
            <p:nvPr/>
          </p:nvSpPr>
          <p:spPr bwMode="auto">
            <a:xfrm>
              <a:off x="9118601" y="965200"/>
              <a:ext cx="846138" cy="1117600"/>
            </a:xfrm>
            <a:custGeom>
              <a:avLst/>
              <a:gdLst>
                <a:gd name="T0" fmla="*/ 80 w 558"/>
                <a:gd name="T1" fmla="*/ 271 h 737"/>
                <a:gd name="T2" fmla="*/ 115 w 558"/>
                <a:gd name="T3" fmla="*/ 324 h 737"/>
                <a:gd name="T4" fmla="*/ 147 w 558"/>
                <a:gd name="T5" fmla="*/ 287 h 737"/>
                <a:gd name="T6" fmla="*/ 142 w 558"/>
                <a:gd name="T7" fmla="*/ 255 h 737"/>
                <a:gd name="T8" fmla="*/ 141 w 558"/>
                <a:gd name="T9" fmla="*/ 194 h 737"/>
                <a:gd name="T10" fmla="*/ 170 w 558"/>
                <a:gd name="T11" fmla="*/ 255 h 737"/>
                <a:gd name="T12" fmla="*/ 151 w 558"/>
                <a:gd name="T13" fmla="*/ 263 h 737"/>
                <a:gd name="T14" fmla="*/ 148 w 558"/>
                <a:gd name="T15" fmla="*/ 316 h 737"/>
                <a:gd name="T16" fmla="*/ 115 w 558"/>
                <a:gd name="T17" fmla="*/ 332 h 737"/>
                <a:gd name="T18" fmla="*/ 72 w 558"/>
                <a:gd name="T19" fmla="*/ 276 h 737"/>
                <a:gd name="T20" fmla="*/ 7 w 558"/>
                <a:gd name="T21" fmla="*/ 467 h 737"/>
                <a:gd name="T22" fmla="*/ 33 w 558"/>
                <a:gd name="T23" fmla="*/ 526 h 737"/>
                <a:gd name="T24" fmla="*/ 41 w 558"/>
                <a:gd name="T25" fmla="*/ 529 h 737"/>
                <a:gd name="T26" fmla="*/ 72 w 558"/>
                <a:gd name="T27" fmla="*/ 529 h 737"/>
                <a:gd name="T28" fmla="*/ 80 w 558"/>
                <a:gd name="T29" fmla="*/ 525 h 737"/>
                <a:gd name="T30" fmla="*/ 143 w 558"/>
                <a:gd name="T31" fmla="*/ 363 h 737"/>
                <a:gd name="T32" fmla="*/ 288 w 558"/>
                <a:gd name="T33" fmla="*/ 371 h 737"/>
                <a:gd name="T34" fmla="*/ 337 w 558"/>
                <a:gd name="T35" fmla="*/ 737 h 737"/>
                <a:gd name="T36" fmla="*/ 387 w 558"/>
                <a:gd name="T37" fmla="*/ 256 h 737"/>
                <a:gd name="T38" fmla="*/ 386 w 558"/>
                <a:gd name="T39" fmla="*/ 153 h 737"/>
                <a:gd name="T40" fmla="*/ 432 w 558"/>
                <a:gd name="T41" fmla="*/ 191 h 737"/>
                <a:gd name="T42" fmla="*/ 464 w 558"/>
                <a:gd name="T43" fmla="*/ 199 h 737"/>
                <a:gd name="T44" fmla="*/ 537 w 558"/>
                <a:gd name="T45" fmla="*/ 131 h 737"/>
                <a:gd name="T46" fmla="*/ 528 w 558"/>
                <a:gd name="T47" fmla="*/ 2 h 737"/>
                <a:gd name="T48" fmla="*/ 471 w 558"/>
                <a:gd name="T49" fmla="*/ 124 h 737"/>
                <a:gd name="T50" fmla="*/ 463 w 558"/>
                <a:gd name="T51" fmla="*/ 135 h 737"/>
                <a:gd name="T52" fmla="*/ 408 w 558"/>
                <a:gd name="T53" fmla="*/ 74 h 737"/>
                <a:gd name="T54" fmla="*/ 393 w 558"/>
                <a:gd name="T55" fmla="*/ 48 h 737"/>
                <a:gd name="T56" fmla="*/ 363 w 558"/>
                <a:gd name="T57" fmla="*/ 28 h 737"/>
                <a:gd name="T58" fmla="*/ 201 w 558"/>
                <a:gd name="T59" fmla="*/ 27 h 737"/>
                <a:gd name="T60" fmla="*/ 188 w 558"/>
                <a:gd name="T61" fmla="*/ 29 h 737"/>
                <a:gd name="T62" fmla="*/ 76 w 558"/>
                <a:gd name="T63" fmla="*/ 194 h 737"/>
                <a:gd name="T64" fmla="*/ 79 w 558"/>
                <a:gd name="T65" fmla="*/ 262 h 737"/>
                <a:gd name="T66" fmla="*/ 278 w 558"/>
                <a:gd name="T67" fmla="*/ 57 h 737"/>
                <a:gd name="T68" fmla="*/ 301 w 558"/>
                <a:gd name="T69" fmla="*/ 87 h 737"/>
                <a:gd name="T70" fmla="*/ 278 w 558"/>
                <a:gd name="T71" fmla="*/ 96 h 737"/>
                <a:gd name="T72" fmla="*/ 255 w 558"/>
                <a:gd name="T73" fmla="*/ 87 h 737"/>
                <a:gd name="T74" fmla="*/ 262 w 558"/>
                <a:gd name="T75" fmla="*/ 105 h 737"/>
                <a:gd name="T76" fmla="*/ 278 w 558"/>
                <a:gd name="T77" fmla="*/ 108 h 737"/>
                <a:gd name="T78" fmla="*/ 294 w 558"/>
                <a:gd name="T79" fmla="*/ 105 h 737"/>
                <a:gd name="T80" fmla="*/ 315 w 558"/>
                <a:gd name="T81" fmla="*/ 261 h 737"/>
                <a:gd name="T82" fmla="*/ 314 w 558"/>
                <a:gd name="T83" fmla="*/ 269 h 737"/>
                <a:gd name="T84" fmla="*/ 278 w 558"/>
                <a:gd name="T85" fmla="*/ 315 h 737"/>
                <a:gd name="T86" fmla="*/ 240 w 558"/>
                <a:gd name="T87" fmla="*/ 263 h 737"/>
                <a:gd name="T88" fmla="*/ 262 w 558"/>
                <a:gd name="T89" fmla="*/ 105 h 7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58" h="737">
                  <a:moveTo>
                    <a:pt x="79" y="262"/>
                  </a:moveTo>
                  <a:cubicBezTo>
                    <a:pt x="79" y="265"/>
                    <a:pt x="79" y="268"/>
                    <a:pt x="80" y="271"/>
                  </a:cubicBezTo>
                  <a:cubicBezTo>
                    <a:pt x="81" y="279"/>
                    <a:pt x="82" y="288"/>
                    <a:pt x="84" y="298"/>
                  </a:cubicBezTo>
                  <a:cubicBezTo>
                    <a:pt x="86" y="313"/>
                    <a:pt x="100" y="324"/>
                    <a:pt x="115" y="324"/>
                  </a:cubicBezTo>
                  <a:cubicBezTo>
                    <a:pt x="117" y="324"/>
                    <a:pt x="119" y="324"/>
                    <a:pt x="121" y="324"/>
                  </a:cubicBezTo>
                  <a:cubicBezTo>
                    <a:pt x="138" y="321"/>
                    <a:pt x="150" y="305"/>
                    <a:pt x="147" y="287"/>
                  </a:cubicBezTo>
                  <a:cubicBezTo>
                    <a:pt x="145" y="279"/>
                    <a:pt x="144" y="271"/>
                    <a:pt x="143" y="263"/>
                  </a:cubicBezTo>
                  <a:cubicBezTo>
                    <a:pt x="143" y="261"/>
                    <a:pt x="143" y="258"/>
                    <a:pt x="142" y="255"/>
                  </a:cubicBezTo>
                  <a:cubicBezTo>
                    <a:pt x="141" y="240"/>
                    <a:pt x="140" y="226"/>
                    <a:pt x="140" y="213"/>
                  </a:cubicBezTo>
                  <a:cubicBezTo>
                    <a:pt x="140" y="207"/>
                    <a:pt x="140" y="200"/>
                    <a:pt x="141" y="194"/>
                  </a:cubicBezTo>
                  <a:cubicBezTo>
                    <a:pt x="144" y="147"/>
                    <a:pt x="158" y="123"/>
                    <a:pt x="170" y="110"/>
                  </a:cubicBezTo>
                  <a:cubicBezTo>
                    <a:pt x="170" y="255"/>
                    <a:pt x="170" y="255"/>
                    <a:pt x="170" y="255"/>
                  </a:cubicBezTo>
                  <a:cubicBezTo>
                    <a:pt x="170" y="263"/>
                    <a:pt x="170" y="263"/>
                    <a:pt x="170" y="263"/>
                  </a:cubicBezTo>
                  <a:cubicBezTo>
                    <a:pt x="151" y="263"/>
                    <a:pt x="151" y="263"/>
                    <a:pt x="151" y="263"/>
                  </a:cubicBezTo>
                  <a:cubicBezTo>
                    <a:pt x="152" y="271"/>
                    <a:pt x="153" y="278"/>
                    <a:pt x="155" y="286"/>
                  </a:cubicBezTo>
                  <a:cubicBezTo>
                    <a:pt x="157" y="296"/>
                    <a:pt x="154" y="307"/>
                    <a:pt x="148" y="316"/>
                  </a:cubicBezTo>
                  <a:cubicBezTo>
                    <a:pt x="142" y="324"/>
                    <a:pt x="133" y="330"/>
                    <a:pt x="122" y="332"/>
                  </a:cubicBezTo>
                  <a:cubicBezTo>
                    <a:pt x="120" y="332"/>
                    <a:pt x="117" y="332"/>
                    <a:pt x="115" y="332"/>
                  </a:cubicBezTo>
                  <a:cubicBezTo>
                    <a:pt x="96" y="332"/>
                    <a:pt x="79" y="319"/>
                    <a:pt x="76" y="299"/>
                  </a:cubicBezTo>
                  <a:cubicBezTo>
                    <a:pt x="75" y="291"/>
                    <a:pt x="73" y="284"/>
                    <a:pt x="72" y="276"/>
                  </a:cubicBezTo>
                  <a:cubicBezTo>
                    <a:pt x="65" y="282"/>
                    <a:pt x="60" y="290"/>
                    <a:pt x="57" y="299"/>
                  </a:cubicBezTo>
                  <a:cubicBezTo>
                    <a:pt x="7" y="467"/>
                    <a:pt x="7" y="467"/>
                    <a:pt x="7" y="467"/>
                  </a:cubicBezTo>
                  <a:cubicBezTo>
                    <a:pt x="0" y="489"/>
                    <a:pt x="10" y="513"/>
                    <a:pt x="29" y="524"/>
                  </a:cubicBezTo>
                  <a:cubicBezTo>
                    <a:pt x="31" y="525"/>
                    <a:pt x="32" y="526"/>
                    <a:pt x="33" y="526"/>
                  </a:cubicBezTo>
                  <a:cubicBezTo>
                    <a:pt x="34" y="527"/>
                    <a:pt x="36" y="528"/>
                    <a:pt x="38" y="528"/>
                  </a:cubicBezTo>
                  <a:cubicBezTo>
                    <a:pt x="39" y="529"/>
                    <a:pt x="40" y="529"/>
                    <a:pt x="41" y="529"/>
                  </a:cubicBezTo>
                  <a:cubicBezTo>
                    <a:pt x="45" y="531"/>
                    <a:pt x="50" y="531"/>
                    <a:pt x="55" y="531"/>
                  </a:cubicBezTo>
                  <a:cubicBezTo>
                    <a:pt x="61" y="531"/>
                    <a:pt x="66" y="530"/>
                    <a:pt x="72" y="529"/>
                  </a:cubicBezTo>
                  <a:cubicBezTo>
                    <a:pt x="73" y="528"/>
                    <a:pt x="75" y="527"/>
                    <a:pt x="76" y="527"/>
                  </a:cubicBezTo>
                  <a:cubicBezTo>
                    <a:pt x="77" y="526"/>
                    <a:pt x="79" y="525"/>
                    <a:pt x="80" y="525"/>
                  </a:cubicBezTo>
                  <a:cubicBezTo>
                    <a:pt x="91" y="519"/>
                    <a:pt x="99" y="509"/>
                    <a:pt x="103" y="496"/>
                  </a:cubicBezTo>
                  <a:cubicBezTo>
                    <a:pt x="143" y="363"/>
                    <a:pt x="143" y="363"/>
                    <a:pt x="143" y="363"/>
                  </a:cubicBezTo>
                  <a:cubicBezTo>
                    <a:pt x="288" y="363"/>
                    <a:pt x="288" y="363"/>
                    <a:pt x="288" y="363"/>
                  </a:cubicBezTo>
                  <a:cubicBezTo>
                    <a:pt x="288" y="371"/>
                    <a:pt x="288" y="371"/>
                    <a:pt x="288" y="371"/>
                  </a:cubicBezTo>
                  <a:cubicBezTo>
                    <a:pt x="288" y="688"/>
                    <a:pt x="288" y="688"/>
                    <a:pt x="288" y="688"/>
                  </a:cubicBezTo>
                  <a:cubicBezTo>
                    <a:pt x="288" y="715"/>
                    <a:pt x="310" y="737"/>
                    <a:pt x="337" y="737"/>
                  </a:cubicBezTo>
                  <a:cubicBezTo>
                    <a:pt x="365" y="737"/>
                    <a:pt x="387" y="715"/>
                    <a:pt x="387" y="688"/>
                  </a:cubicBezTo>
                  <a:cubicBezTo>
                    <a:pt x="387" y="256"/>
                    <a:pt x="387" y="256"/>
                    <a:pt x="387" y="256"/>
                  </a:cubicBezTo>
                  <a:cubicBezTo>
                    <a:pt x="387" y="254"/>
                    <a:pt x="386" y="251"/>
                    <a:pt x="386" y="249"/>
                  </a:cubicBezTo>
                  <a:cubicBezTo>
                    <a:pt x="386" y="153"/>
                    <a:pt x="386" y="153"/>
                    <a:pt x="386" y="153"/>
                  </a:cubicBezTo>
                  <a:cubicBezTo>
                    <a:pt x="393" y="161"/>
                    <a:pt x="400" y="168"/>
                    <a:pt x="407" y="175"/>
                  </a:cubicBezTo>
                  <a:cubicBezTo>
                    <a:pt x="415" y="181"/>
                    <a:pt x="423" y="187"/>
                    <a:pt x="432" y="191"/>
                  </a:cubicBezTo>
                  <a:cubicBezTo>
                    <a:pt x="441" y="196"/>
                    <a:pt x="452" y="199"/>
                    <a:pt x="464" y="199"/>
                  </a:cubicBezTo>
                  <a:cubicBezTo>
                    <a:pt x="464" y="199"/>
                    <a:pt x="464" y="199"/>
                    <a:pt x="464" y="199"/>
                  </a:cubicBezTo>
                  <a:cubicBezTo>
                    <a:pt x="477" y="199"/>
                    <a:pt x="491" y="194"/>
                    <a:pt x="502" y="186"/>
                  </a:cubicBezTo>
                  <a:cubicBezTo>
                    <a:pt x="519" y="173"/>
                    <a:pt x="529" y="155"/>
                    <a:pt x="537" y="131"/>
                  </a:cubicBezTo>
                  <a:cubicBezTo>
                    <a:pt x="546" y="107"/>
                    <a:pt x="552" y="77"/>
                    <a:pt x="556" y="37"/>
                  </a:cubicBezTo>
                  <a:cubicBezTo>
                    <a:pt x="558" y="20"/>
                    <a:pt x="546" y="4"/>
                    <a:pt x="528" y="2"/>
                  </a:cubicBezTo>
                  <a:cubicBezTo>
                    <a:pt x="511" y="0"/>
                    <a:pt x="495" y="12"/>
                    <a:pt x="493" y="30"/>
                  </a:cubicBezTo>
                  <a:cubicBezTo>
                    <a:pt x="488" y="78"/>
                    <a:pt x="479" y="109"/>
                    <a:pt x="471" y="124"/>
                  </a:cubicBezTo>
                  <a:cubicBezTo>
                    <a:pt x="467" y="131"/>
                    <a:pt x="464" y="134"/>
                    <a:pt x="463" y="135"/>
                  </a:cubicBezTo>
                  <a:cubicBezTo>
                    <a:pt x="463" y="135"/>
                    <a:pt x="463" y="135"/>
                    <a:pt x="463" y="135"/>
                  </a:cubicBezTo>
                  <a:cubicBezTo>
                    <a:pt x="461" y="135"/>
                    <a:pt x="453" y="130"/>
                    <a:pt x="444" y="122"/>
                  </a:cubicBezTo>
                  <a:cubicBezTo>
                    <a:pt x="431" y="109"/>
                    <a:pt x="417" y="90"/>
                    <a:pt x="408" y="74"/>
                  </a:cubicBezTo>
                  <a:cubicBezTo>
                    <a:pt x="403" y="66"/>
                    <a:pt x="399" y="59"/>
                    <a:pt x="396" y="54"/>
                  </a:cubicBezTo>
                  <a:cubicBezTo>
                    <a:pt x="394" y="51"/>
                    <a:pt x="393" y="49"/>
                    <a:pt x="393" y="48"/>
                  </a:cubicBezTo>
                  <a:cubicBezTo>
                    <a:pt x="392" y="46"/>
                    <a:pt x="392" y="46"/>
                    <a:pt x="392" y="46"/>
                  </a:cubicBezTo>
                  <a:cubicBezTo>
                    <a:pt x="386" y="35"/>
                    <a:pt x="375" y="28"/>
                    <a:pt x="363" y="28"/>
                  </a:cubicBezTo>
                  <a:cubicBezTo>
                    <a:pt x="360" y="28"/>
                    <a:pt x="358" y="27"/>
                    <a:pt x="355" y="27"/>
                  </a:cubicBezTo>
                  <a:cubicBezTo>
                    <a:pt x="201" y="27"/>
                    <a:pt x="201" y="27"/>
                    <a:pt x="201" y="27"/>
                  </a:cubicBezTo>
                  <a:cubicBezTo>
                    <a:pt x="198" y="27"/>
                    <a:pt x="196" y="28"/>
                    <a:pt x="193" y="28"/>
                  </a:cubicBezTo>
                  <a:cubicBezTo>
                    <a:pt x="192" y="28"/>
                    <a:pt x="190" y="28"/>
                    <a:pt x="188" y="29"/>
                  </a:cubicBezTo>
                  <a:cubicBezTo>
                    <a:pt x="184" y="29"/>
                    <a:pt x="156" y="34"/>
                    <a:pt x="128" y="61"/>
                  </a:cubicBezTo>
                  <a:cubicBezTo>
                    <a:pt x="102" y="86"/>
                    <a:pt x="80" y="129"/>
                    <a:pt x="76" y="194"/>
                  </a:cubicBezTo>
                  <a:cubicBezTo>
                    <a:pt x="76" y="201"/>
                    <a:pt x="76" y="207"/>
                    <a:pt x="76" y="213"/>
                  </a:cubicBezTo>
                  <a:cubicBezTo>
                    <a:pt x="76" y="228"/>
                    <a:pt x="77" y="245"/>
                    <a:pt x="79" y="262"/>
                  </a:cubicBezTo>
                  <a:close/>
                  <a:moveTo>
                    <a:pt x="263" y="57"/>
                  </a:moveTo>
                  <a:cubicBezTo>
                    <a:pt x="278" y="57"/>
                    <a:pt x="278" y="57"/>
                    <a:pt x="278" y="57"/>
                  </a:cubicBezTo>
                  <a:cubicBezTo>
                    <a:pt x="293" y="57"/>
                    <a:pt x="293" y="57"/>
                    <a:pt x="293" y="57"/>
                  </a:cubicBezTo>
                  <a:cubicBezTo>
                    <a:pt x="301" y="87"/>
                    <a:pt x="301" y="87"/>
                    <a:pt x="301" y="87"/>
                  </a:cubicBezTo>
                  <a:cubicBezTo>
                    <a:pt x="300" y="89"/>
                    <a:pt x="300" y="89"/>
                    <a:pt x="300" y="89"/>
                  </a:cubicBezTo>
                  <a:cubicBezTo>
                    <a:pt x="293" y="94"/>
                    <a:pt x="286" y="96"/>
                    <a:pt x="278" y="96"/>
                  </a:cubicBezTo>
                  <a:cubicBezTo>
                    <a:pt x="270" y="96"/>
                    <a:pt x="263" y="94"/>
                    <a:pt x="256" y="89"/>
                  </a:cubicBezTo>
                  <a:cubicBezTo>
                    <a:pt x="255" y="87"/>
                    <a:pt x="255" y="87"/>
                    <a:pt x="255" y="87"/>
                  </a:cubicBezTo>
                  <a:lnTo>
                    <a:pt x="263" y="57"/>
                  </a:lnTo>
                  <a:close/>
                  <a:moveTo>
                    <a:pt x="262" y="105"/>
                  </a:moveTo>
                  <a:cubicBezTo>
                    <a:pt x="267" y="107"/>
                    <a:pt x="273" y="108"/>
                    <a:pt x="278" y="108"/>
                  </a:cubicBezTo>
                  <a:cubicBezTo>
                    <a:pt x="278" y="108"/>
                    <a:pt x="278" y="108"/>
                    <a:pt x="278" y="108"/>
                  </a:cubicBezTo>
                  <a:cubicBezTo>
                    <a:pt x="278" y="108"/>
                    <a:pt x="278" y="108"/>
                    <a:pt x="278" y="108"/>
                  </a:cubicBezTo>
                  <a:cubicBezTo>
                    <a:pt x="283" y="108"/>
                    <a:pt x="289" y="107"/>
                    <a:pt x="294" y="105"/>
                  </a:cubicBezTo>
                  <a:cubicBezTo>
                    <a:pt x="309" y="215"/>
                    <a:pt x="309" y="215"/>
                    <a:pt x="309" y="215"/>
                  </a:cubicBezTo>
                  <a:cubicBezTo>
                    <a:pt x="315" y="261"/>
                    <a:pt x="315" y="261"/>
                    <a:pt x="315" y="261"/>
                  </a:cubicBezTo>
                  <a:cubicBezTo>
                    <a:pt x="316" y="267"/>
                    <a:pt x="316" y="267"/>
                    <a:pt x="316" y="267"/>
                  </a:cubicBezTo>
                  <a:cubicBezTo>
                    <a:pt x="314" y="269"/>
                    <a:pt x="314" y="269"/>
                    <a:pt x="314" y="269"/>
                  </a:cubicBezTo>
                  <a:cubicBezTo>
                    <a:pt x="288" y="302"/>
                    <a:pt x="288" y="302"/>
                    <a:pt x="288" y="302"/>
                  </a:cubicBezTo>
                  <a:cubicBezTo>
                    <a:pt x="278" y="315"/>
                    <a:pt x="278" y="315"/>
                    <a:pt x="278" y="315"/>
                  </a:cubicBezTo>
                  <a:cubicBezTo>
                    <a:pt x="240" y="267"/>
                    <a:pt x="240" y="267"/>
                    <a:pt x="240" y="267"/>
                  </a:cubicBezTo>
                  <a:cubicBezTo>
                    <a:pt x="240" y="263"/>
                    <a:pt x="240" y="263"/>
                    <a:pt x="240" y="263"/>
                  </a:cubicBezTo>
                  <a:cubicBezTo>
                    <a:pt x="242" y="255"/>
                    <a:pt x="242" y="255"/>
                    <a:pt x="242" y="255"/>
                  </a:cubicBezTo>
                  <a:lnTo>
                    <a:pt x="262" y="105"/>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7" name="Freeform 207"/>
            <p:cNvSpPr>
              <a:spLocks/>
            </p:cNvSpPr>
            <p:nvPr/>
          </p:nvSpPr>
          <p:spPr bwMode="auto">
            <a:xfrm>
              <a:off x="9390063" y="679450"/>
              <a:ext cx="300038" cy="300038"/>
            </a:xfrm>
            <a:custGeom>
              <a:avLst/>
              <a:gdLst>
                <a:gd name="T0" fmla="*/ 119 w 198"/>
                <a:gd name="T1" fmla="*/ 186 h 197"/>
                <a:gd name="T2" fmla="*/ 187 w 198"/>
                <a:gd name="T3" fmla="*/ 78 h 197"/>
                <a:gd name="T4" fmla="*/ 79 w 198"/>
                <a:gd name="T5" fmla="*/ 11 h 197"/>
                <a:gd name="T6" fmla="*/ 11 w 198"/>
                <a:gd name="T7" fmla="*/ 119 h 197"/>
                <a:gd name="T8" fmla="*/ 119 w 198"/>
                <a:gd name="T9" fmla="*/ 186 h 197"/>
              </a:gdLst>
              <a:ahLst/>
              <a:cxnLst>
                <a:cxn ang="0">
                  <a:pos x="T0" y="T1"/>
                </a:cxn>
                <a:cxn ang="0">
                  <a:pos x="T2" y="T3"/>
                </a:cxn>
                <a:cxn ang="0">
                  <a:pos x="T4" y="T5"/>
                </a:cxn>
                <a:cxn ang="0">
                  <a:pos x="T6" y="T7"/>
                </a:cxn>
                <a:cxn ang="0">
                  <a:pos x="T8" y="T9"/>
                </a:cxn>
              </a:cxnLst>
              <a:rect l="0" t="0" r="r" b="b"/>
              <a:pathLst>
                <a:path w="198" h="197">
                  <a:moveTo>
                    <a:pt x="119" y="186"/>
                  </a:moveTo>
                  <a:cubicBezTo>
                    <a:pt x="168" y="175"/>
                    <a:pt x="198" y="126"/>
                    <a:pt x="187" y="78"/>
                  </a:cubicBezTo>
                  <a:cubicBezTo>
                    <a:pt x="175" y="30"/>
                    <a:pt x="127" y="0"/>
                    <a:pt x="79" y="11"/>
                  </a:cubicBezTo>
                  <a:cubicBezTo>
                    <a:pt x="30" y="22"/>
                    <a:pt x="0" y="70"/>
                    <a:pt x="11" y="119"/>
                  </a:cubicBezTo>
                  <a:cubicBezTo>
                    <a:pt x="23" y="167"/>
                    <a:pt x="71" y="197"/>
                    <a:pt x="119" y="18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8" name="Freeform 208"/>
            <p:cNvSpPr>
              <a:spLocks/>
            </p:cNvSpPr>
            <p:nvPr/>
          </p:nvSpPr>
          <p:spPr bwMode="auto">
            <a:xfrm>
              <a:off x="8694738" y="2198688"/>
              <a:ext cx="401638" cy="66675"/>
            </a:xfrm>
            <a:custGeom>
              <a:avLst/>
              <a:gdLst>
                <a:gd name="T0" fmla="*/ 263 w 264"/>
                <a:gd name="T1" fmla="*/ 1 h 44"/>
                <a:gd name="T2" fmla="*/ 256 w 264"/>
                <a:gd name="T3" fmla="*/ 3 h 44"/>
                <a:gd name="T4" fmla="*/ 227 w 264"/>
                <a:gd name="T5" fmla="*/ 8 h 44"/>
                <a:gd name="T6" fmla="*/ 132 w 264"/>
                <a:gd name="T7" fmla="*/ 12 h 44"/>
                <a:gd name="T8" fmla="*/ 0 w 264"/>
                <a:gd name="T9" fmla="*/ 0 h 44"/>
                <a:gd name="T10" fmla="*/ 0 w 264"/>
                <a:gd name="T11" fmla="*/ 31 h 44"/>
                <a:gd name="T12" fmla="*/ 0 w 264"/>
                <a:gd name="T13" fmla="*/ 31 h 44"/>
                <a:gd name="T14" fmla="*/ 1 w 264"/>
                <a:gd name="T15" fmla="*/ 32 h 44"/>
                <a:gd name="T16" fmla="*/ 9 w 264"/>
                <a:gd name="T17" fmla="*/ 35 h 44"/>
                <a:gd name="T18" fmla="*/ 37 w 264"/>
                <a:gd name="T19" fmla="*/ 40 h 44"/>
                <a:gd name="T20" fmla="*/ 132 w 264"/>
                <a:gd name="T21" fmla="*/ 44 h 44"/>
                <a:gd name="T22" fmla="*/ 253 w 264"/>
                <a:gd name="T23" fmla="*/ 35 h 44"/>
                <a:gd name="T24" fmla="*/ 264 w 264"/>
                <a:gd name="T25" fmla="*/ 31 h 44"/>
                <a:gd name="T26" fmla="*/ 264 w 264"/>
                <a:gd name="T27" fmla="*/ 1 h 44"/>
                <a:gd name="T28" fmla="*/ 264 w 264"/>
                <a:gd name="T29" fmla="*/ 0 h 44"/>
                <a:gd name="T30" fmla="*/ 263 w 264"/>
                <a:gd name="T31" fmla="*/ 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4" h="44">
                  <a:moveTo>
                    <a:pt x="263" y="1"/>
                  </a:moveTo>
                  <a:cubicBezTo>
                    <a:pt x="261" y="2"/>
                    <a:pt x="259" y="3"/>
                    <a:pt x="256" y="3"/>
                  </a:cubicBezTo>
                  <a:cubicBezTo>
                    <a:pt x="249" y="5"/>
                    <a:pt x="239" y="7"/>
                    <a:pt x="227" y="8"/>
                  </a:cubicBezTo>
                  <a:cubicBezTo>
                    <a:pt x="203" y="11"/>
                    <a:pt x="169" y="12"/>
                    <a:pt x="132" y="12"/>
                  </a:cubicBezTo>
                  <a:cubicBezTo>
                    <a:pt x="67" y="12"/>
                    <a:pt x="14" y="8"/>
                    <a:pt x="0" y="0"/>
                  </a:cubicBezTo>
                  <a:cubicBezTo>
                    <a:pt x="0" y="31"/>
                    <a:pt x="0" y="31"/>
                    <a:pt x="0" y="31"/>
                  </a:cubicBezTo>
                  <a:cubicBezTo>
                    <a:pt x="0" y="31"/>
                    <a:pt x="0" y="31"/>
                    <a:pt x="0" y="31"/>
                  </a:cubicBezTo>
                  <a:cubicBezTo>
                    <a:pt x="0" y="31"/>
                    <a:pt x="1" y="32"/>
                    <a:pt x="1" y="32"/>
                  </a:cubicBezTo>
                  <a:cubicBezTo>
                    <a:pt x="3" y="33"/>
                    <a:pt x="6" y="34"/>
                    <a:pt x="9" y="35"/>
                  </a:cubicBezTo>
                  <a:cubicBezTo>
                    <a:pt x="15" y="37"/>
                    <a:pt x="25" y="38"/>
                    <a:pt x="37" y="40"/>
                  </a:cubicBezTo>
                  <a:cubicBezTo>
                    <a:pt x="61" y="42"/>
                    <a:pt x="95" y="44"/>
                    <a:pt x="132" y="44"/>
                  </a:cubicBezTo>
                  <a:cubicBezTo>
                    <a:pt x="186" y="44"/>
                    <a:pt x="232" y="40"/>
                    <a:pt x="253" y="35"/>
                  </a:cubicBezTo>
                  <a:cubicBezTo>
                    <a:pt x="260" y="34"/>
                    <a:pt x="264" y="32"/>
                    <a:pt x="264" y="31"/>
                  </a:cubicBezTo>
                  <a:cubicBezTo>
                    <a:pt x="264" y="1"/>
                    <a:pt x="264" y="1"/>
                    <a:pt x="264" y="1"/>
                  </a:cubicBezTo>
                  <a:cubicBezTo>
                    <a:pt x="264" y="0"/>
                    <a:pt x="264" y="0"/>
                    <a:pt x="264" y="0"/>
                  </a:cubicBezTo>
                  <a:cubicBezTo>
                    <a:pt x="264" y="1"/>
                    <a:pt x="263" y="1"/>
                    <a:pt x="263" y="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9" name="Freeform 209"/>
            <p:cNvSpPr>
              <a:spLocks/>
            </p:cNvSpPr>
            <p:nvPr/>
          </p:nvSpPr>
          <p:spPr bwMode="auto">
            <a:xfrm>
              <a:off x="8755063" y="2185988"/>
              <a:ext cx="341313" cy="25400"/>
            </a:xfrm>
            <a:custGeom>
              <a:avLst/>
              <a:gdLst>
                <a:gd name="T0" fmla="*/ 219 w 225"/>
                <a:gd name="T1" fmla="*/ 0 h 16"/>
                <a:gd name="T2" fmla="*/ 217 w 225"/>
                <a:gd name="T3" fmla="*/ 0 h 16"/>
                <a:gd name="T4" fmla="*/ 216 w 225"/>
                <a:gd name="T5" fmla="*/ 0 h 16"/>
                <a:gd name="T6" fmla="*/ 216 w 225"/>
                <a:gd name="T7" fmla="*/ 0 h 16"/>
                <a:gd name="T8" fmla="*/ 214 w 225"/>
                <a:gd name="T9" fmla="*/ 1 h 16"/>
                <a:gd name="T10" fmla="*/ 212 w 225"/>
                <a:gd name="T11" fmla="*/ 3 h 16"/>
                <a:gd name="T12" fmla="*/ 211 w 225"/>
                <a:gd name="T13" fmla="*/ 3 h 16"/>
                <a:gd name="T14" fmla="*/ 205 w 225"/>
                <a:gd name="T15" fmla="*/ 5 h 16"/>
                <a:gd name="T16" fmla="*/ 204 w 225"/>
                <a:gd name="T17" fmla="*/ 6 h 16"/>
                <a:gd name="T18" fmla="*/ 175 w 225"/>
                <a:gd name="T19" fmla="*/ 10 h 16"/>
                <a:gd name="T20" fmla="*/ 80 w 225"/>
                <a:gd name="T21" fmla="*/ 15 h 16"/>
                <a:gd name="T22" fmla="*/ 0 w 225"/>
                <a:gd name="T23" fmla="*/ 12 h 16"/>
                <a:gd name="T24" fmla="*/ 93 w 225"/>
                <a:gd name="T25" fmla="*/ 16 h 16"/>
                <a:gd name="T26" fmla="*/ 214 w 225"/>
                <a:gd name="T27" fmla="*/ 8 h 16"/>
                <a:gd name="T28" fmla="*/ 218 w 225"/>
                <a:gd name="T29" fmla="*/ 6 h 16"/>
                <a:gd name="T30" fmla="*/ 221 w 225"/>
                <a:gd name="T31" fmla="*/ 6 h 16"/>
                <a:gd name="T32" fmla="*/ 221 w 225"/>
                <a:gd name="T33" fmla="*/ 5 h 16"/>
                <a:gd name="T34" fmla="*/ 223 w 225"/>
                <a:gd name="T35" fmla="*/ 5 h 16"/>
                <a:gd name="T36" fmla="*/ 225 w 225"/>
                <a:gd name="T37" fmla="*/ 3 h 16"/>
                <a:gd name="T38" fmla="*/ 225 w 225"/>
                <a:gd name="T39" fmla="*/ 3 h 16"/>
                <a:gd name="T40" fmla="*/ 225 w 225"/>
                <a:gd name="T41" fmla="*/ 3 h 16"/>
                <a:gd name="T42" fmla="*/ 223 w 225"/>
                <a:gd name="T43" fmla="*/ 2 h 16"/>
                <a:gd name="T44" fmla="*/ 221 w 225"/>
                <a:gd name="T45" fmla="*/ 1 h 16"/>
                <a:gd name="T46" fmla="*/ 221 w 225"/>
                <a:gd name="T47" fmla="*/ 1 h 16"/>
                <a:gd name="T48" fmla="*/ 219 w 225"/>
                <a:gd name="T4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5" h="16">
                  <a:moveTo>
                    <a:pt x="219" y="0"/>
                  </a:moveTo>
                  <a:cubicBezTo>
                    <a:pt x="218" y="0"/>
                    <a:pt x="217" y="0"/>
                    <a:pt x="217" y="0"/>
                  </a:cubicBezTo>
                  <a:cubicBezTo>
                    <a:pt x="216" y="0"/>
                    <a:pt x="216" y="0"/>
                    <a:pt x="216" y="0"/>
                  </a:cubicBezTo>
                  <a:cubicBezTo>
                    <a:pt x="216" y="0"/>
                    <a:pt x="216" y="0"/>
                    <a:pt x="216" y="0"/>
                  </a:cubicBezTo>
                  <a:cubicBezTo>
                    <a:pt x="215" y="0"/>
                    <a:pt x="215" y="1"/>
                    <a:pt x="214" y="1"/>
                  </a:cubicBezTo>
                  <a:cubicBezTo>
                    <a:pt x="214" y="2"/>
                    <a:pt x="213" y="2"/>
                    <a:pt x="212" y="3"/>
                  </a:cubicBezTo>
                  <a:cubicBezTo>
                    <a:pt x="212" y="3"/>
                    <a:pt x="211" y="3"/>
                    <a:pt x="211" y="3"/>
                  </a:cubicBezTo>
                  <a:cubicBezTo>
                    <a:pt x="209" y="4"/>
                    <a:pt x="207" y="5"/>
                    <a:pt x="205" y="5"/>
                  </a:cubicBezTo>
                  <a:cubicBezTo>
                    <a:pt x="204" y="6"/>
                    <a:pt x="204" y="6"/>
                    <a:pt x="204" y="6"/>
                  </a:cubicBezTo>
                  <a:cubicBezTo>
                    <a:pt x="197" y="7"/>
                    <a:pt x="187" y="9"/>
                    <a:pt x="175" y="10"/>
                  </a:cubicBezTo>
                  <a:cubicBezTo>
                    <a:pt x="151" y="13"/>
                    <a:pt x="117" y="15"/>
                    <a:pt x="80" y="15"/>
                  </a:cubicBezTo>
                  <a:cubicBezTo>
                    <a:pt x="50" y="15"/>
                    <a:pt x="23" y="14"/>
                    <a:pt x="0" y="12"/>
                  </a:cubicBezTo>
                  <a:cubicBezTo>
                    <a:pt x="24" y="15"/>
                    <a:pt x="57" y="16"/>
                    <a:pt x="93" y="16"/>
                  </a:cubicBezTo>
                  <a:cubicBezTo>
                    <a:pt x="147" y="16"/>
                    <a:pt x="193" y="13"/>
                    <a:pt x="214" y="8"/>
                  </a:cubicBezTo>
                  <a:cubicBezTo>
                    <a:pt x="216" y="7"/>
                    <a:pt x="217" y="7"/>
                    <a:pt x="218" y="6"/>
                  </a:cubicBezTo>
                  <a:cubicBezTo>
                    <a:pt x="219" y="6"/>
                    <a:pt x="220" y="6"/>
                    <a:pt x="221" y="6"/>
                  </a:cubicBezTo>
                  <a:cubicBezTo>
                    <a:pt x="221" y="6"/>
                    <a:pt x="221" y="6"/>
                    <a:pt x="221" y="5"/>
                  </a:cubicBezTo>
                  <a:cubicBezTo>
                    <a:pt x="222" y="5"/>
                    <a:pt x="223" y="5"/>
                    <a:pt x="223" y="5"/>
                  </a:cubicBezTo>
                  <a:cubicBezTo>
                    <a:pt x="224" y="4"/>
                    <a:pt x="225" y="4"/>
                    <a:pt x="225" y="3"/>
                  </a:cubicBezTo>
                  <a:cubicBezTo>
                    <a:pt x="225" y="3"/>
                    <a:pt x="225" y="3"/>
                    <a:pt x="225" y="3"/>
                  </a:cubicBezTo>
                  <a:cubicBezTo>
                    <a:pt x="225" y="3"/>
                    <a:pt x="225" y="3"/>
                    <a:pt x="225" y="3"/>
                  </a:cubicBezTo>
                  <a:cubicBezTo>
                    <a:pt x="225" y="3"/>
                    <a:pt x="224" y="3"/>
                    <a:pt x="223" y="2"/>
                  </a:cubicBezTo>
                  <a:cubicBezTo>
                    <a:pt x="223" y="2"/>
                    <a:pt x="222" y="2"/>
                    <a:pt x="221" y="1"/>
                  </a:cubicBezTo>
                  <a:cubicBezTo>
                    <a:pt x="221" y="1"/>
                    <a:pt x="221" y="1"/>
                    <a:pt x="221" y="1"/>
                  </a:cubicBezTo>
                  <a:cubicBezTo>
                    <a:pt x="220" y="1"/>
                    <a:pt x="219" y="1"/>
                    <a:pt x="219"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30" name="Freeform 210"/>
            <p:cNvSpPr>
              <a:spLocks/>
            </p:cNvSpPr>
            <p:nvPr/>
          </p:nvSpPr>
          <p:spPr bwMode="auto">
            <a:xfrm>
              <a:off x="8675688" y="2136775"/>
              <a:ext cx="400050" cy="66675"/>
            </a:xfrm>
            <a:custGeom>
              <a:avLst/>
              <a:gdLst>
                <a:gd name="T0" fmla="*/ 9 w 264"/>
                <a:gd name="T1" fmla="*/ 34 h 44"/>
                <a:gd name="T2" fmla="*/ 9 w 264"/>
                <a:gd name="T3" fmla="*/ 35 h 44"/>
                <a:gd name="T4" fmla="*/ 11 w 264"/>
                <a:gd name="T5" fmla="*/ 35 h 44"/>
                <a:gd name="T6" fmla="*/ 14 w 264"/>
                <a:gd name="T7" fmla="*/ 36 h 44"/>
                <a:gd name="T8" fmla="*/ 17 w 264"/>
                <a:gd name="T9" fmla="*/ 36 h 44"/>
                <a:gd name="T10" fmla="*/ 31 w 264"/>
                <a:gd name="T11" fmla="*/ 38 h 44"/>
                <a:gd name="T12" fmla="*/ 37 w 264"/>
                <a:gd name="T13" fmla="*/ 39 h 44"/>
                <a:gd name="T14" fmla="*/ 132 w 264"/>
                <a:gd name="T15" fmla="*/ 44 h 44"/>
                <a:gd name="T16" fmla="*/ 232 w 264"/>
                <a:gd name="T17" fmla="*/ 38 h 44"/>
                <a:gd name="T18" fmla="*/ 246 w 264"/>
                <a:gd name="T19" fmla="*/ 36 h 44"/>
                <a:gd name="T20" fmla="*/ 253 w 264"/>
                <a:gd name="T21" fmla="*/ 35 h 44"/>
                <a:gd name="T22" fmla="*/ 256 w 264"/>
                <a:gd name="T23" fmla="*/ 34 h 44"/>
                <a:gd name="T24" fmla="*/ 263 w 264"/>
                <a:gd name="T25" fmla="*/ 31 h 44"/>
                <a:gd name="T26" fmla="*/ 264 w 264"/>
                <a:gd name="T27" fmla="*/ 31 h 44"/>
                <a:gd name="T28" fmla="*/ 264 w 264"/>
                <a:gd name="T29" fmla="*/ 29 h 44"/>
                <a:gd name="T30" fmla="*/ 264 w 264"/>
                <a:gd name="T31" fmla="*/ 27 h 44"/>
                <a:gd name="T32" fmla="*/ 264 w 264"/>
                <a:gd name="T33" fmla="*/ 0 h 44"/>
                <a:gd name="T34" fmla="*/ 256 w 264"/>
                <a:gd name="T35" fmla="*/ 3 h 44"/>
                <a:gd name="T36" fmla="*/ 227 w 264"/>
                <a:gd name="T37" fmla="*/ 8 h 44"/>
                <a:gd name="T38" fmla="*/ 132 w 264"/>
                <a:gd name="T39" fmla="*/ 12 h 44"/>
                <a:gd name="T40" fmla="*/ 0 w 264"/>
                <a:gd name="T41" fmla="*/ 0 h 44"/>
                <a:gd name="T42" fmla="*/ 0 w 264"/>
                <a:gd name="T43" fmla="*/ 31 h 44"/>
                <a:gd name="T44" fmla="*/ 0 w 264"/>
                <a:gd name="T45" fmla="*/ 31 h 44"/>
                <a:gd name="T46" fmla="*/ 1 w 264"/>
                <a:gd name="T47" fmla="*/ 32 h 44"/>
                <a:gd name="T48" fmla="*/ 9 w 264"/>
                <a:gd name="T49" fmla="*/ 34 h 44"/>
                <a:gd name="T50" fmla="*/ 9 w 264"/>
                <a:gd name="T51" fmla="*/ 3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4" h="44">
                  <a:moveTo>
                    <a:pt x="9" y="34"/>
                  </a:moveTo>
                  <a:cubicBezTo>
                    <a:pt x="9" y="35"/>
                    <a:pt x="9" y="35"/>
                    <a:pt x="9" y="35"/>
                  </a:cubicBezTo>
                  <a:cubicBezTo>
                    <a:pt x="10" y="35"/>
                    <a:pt x="10" y="35"/>
                    <a:pt x="11" y="35"/>
                  </a:cubicBezTo>
                  <a:cubicBezTo>
                    <a:pt x="12" y="35"/>
                    <a:pt x="13" y="35"/>
                    <a:pt x="14" y="36"/>
                  </a:cubicBezTo>
                  <a:cubicBezTo>
                    <a:pt x="15" y="36"/>
                    <a:pt x="16" y="36"/>
                    <a:pt x="17" y="36"/>
                  </a:cubicBezTo>
                  <a:cubicBezTo>
                    <a:pt x="21" y="37"/>
                    <a:pt x="26" y="38"/>
                    <a:pt x="31" y="38"/>
                  </a:cubicBezTo>
                  <a:cubicBezTo>
                    <a:pt x="33" y="39"/>
                    <a:pt x="35" y="39"/>
                    <a:pt x="37" y="39"/>
                  </a:cubicBezTo>
                  <a:cubicBezTo>
                    <a:pt x="61" y="42"/>
                    <a:pt x="95" y="44"/>
                    <a:pt x="132" y="44"/>
                  </a:cubicBezTo>
                  <a:cubicBezTo>
                    <a:pt x="172" y="44"/>
                    <a:pt x="208" y="42"/>
                    <a:pt x="232" y="38"/>
                  </a:cubicBezTo>
                  <a:cubicBezTo>
                    <a:pt x="238" y="38"/>
                    <a:pt x="242" y="37"/>
                    <a:pt x="246" y="36"/>
                  </a:cubicBezTo>
                  <a:cubicBezTo>
                    <a:pt x="249" y="36"/>
                    <a:pt x="251" y="35"/>
                    <a:pt x="253" y="35"/>
                  </a:cubicBezTo>
                  <a:cubicBezTo>
                    <a:pt x="254" y="35"/>
                    <a:pt x="255" y="34"/>
                    <a:pt x="256" y="34"/>
                  </a:cubicBezTo>
                  <a:cubicBezTo>
                    <a:pt x="259" y="33"/>
                    <a:pt x="262" y="32"/>
                    <a:pt x="263" y="31"/>
                  </a:cubicBezTo>
                  <a:cubicBezTo>
                    <a:pt x="264" y="31"/>
                    <a:pt x="264" y="31"/>
                    <a:pt x="264" y="31"/>
                  </a:cubicBezTo>
                  <a:cubicBezTo>
                    <a:pt x="264" y="29"/>
                    <a:pt x="264" y="29"/>
                    <a:pt x="264" y="29"/>
                  </a:cubicBezTo>
                  <a:cubicBezTo>
                    <a:pt x="264" y="27"/>
                    <a:pt x="264" y="27"/>
                    <a:pt x="264" y="27"/>
                  </a:cubicBezTo>
                  <a:cubicBezTo>
                    <a:pt x="264" y="0"/>
                    <a:pt x="264" y="0"/>
                    <a:pt x="264" y="0"/>
                  </a:cubicBezTo>
                  <a:cubicBezTo>
                    <a:pt x="262" y="1"/>
                    <a:pt x="259" y="2"/>
                    <a:pt x="256" y="3"/>
                  </a:cubicBezTo>
                  <a:cubicBezTo>
                    <a:pt x="249" y="5"/>
                    <a:pt x="239" y="6"/>
                    <a:pt x="227" y="8"/>
                  </a:cubicBezTo>
                  <a:cubicBezTo>
                    <a:pt x="203" y="10"/>
                    <a:pt x="169" y="12"/>
                    <a:pt x="132" y="12"/>
                  </a:cubicBezTo>
                  <a:cubicBezTo>
                    <a:pt x="67" y="12"/>
                    <a:pt x="14" y="7"/>
                    <a:pt x="0" y="0"/>
                  </a:cubicBezTo>
                  <a:cubicBezTo>
                    <a:pt x="0" y="31"/>
                    <a:pt x="0" y="31"/>
                    <a:pt x="0" y="31"/>
                  </a:cubicBezTo>
                  <a:cubicBezTo>
                    <a:pt x="0" y="31"/>
                    <a:pt x="0" y="31"/>
                    <a:pt x="0" y="31"/>
                  </a:cubicBezTo>
                  <a:cubicBezTo>
                    <a:pt x="0" y="31"/>
                    <a:pt x="1" y="31"/>
                    <a:pt x="1" y="32"/>
                  </a:cubicBezTo>
                  <a:cubicBezTo>
                    <a:pt x="3" y="33"/>
                    <a:pt x="5" y="34"/>
                    <a:pt x="9" y="34"/>
                  </a:cubicBezTo>
                  <a:cubicBezTo>
                    <a:pt x="9" y="34"/>
                    <a:pt x="9" y="34"/>
                    <a:pt x="9" y="3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31" name="Freeform 211"/>
            <p:cNvSpPr>
              <a:spLocks/>
            </p:cNvSpPr>
            <p:nvPr/>
          </p:nvSpPr>
          <p:spPr bwMode="auto">
            <a:xfrm>
              <a:off x="8916988" y="2132013"/>
              <a:ext cx="153988" cy="14288"/>
            </a:xfrm>
            <a:custGeom>
              <a:avLst/>
              <a:gdLst>
                <a:gd name="T0" fmla="*/ 101 w 102"/>
                <a:gd name="T1" fmla="*/ 0 h 10"/>
                <a:gd name="T2" fmla="*/ 102 w 102"/>
                <a:gd name="T3" fmla="*/ 0 h 10"/>
                <a:gd name="T4" fmla="*/ 101 w 102"/>
                <a:gd name="T5" fmla="*/ 0 h 10"/>
                <a:gd name="T6" fmla="*/ 96 w 102"/>
                <a:gd name="T7" fmla="*/ 2 h 10"/>
                <a:gd name="T8" fmla="*/ 67 w 102"/>
                <a:gd name="T9" fmla="*/ 6 h 10"/>
                <a:gd name="T10" fmla="*/ 0 w 102"/>
                <a:gd name="T11" fmla="*/ 10 h 10"/>
                <a:gd name="T12" fmla="*/ 94 w 102"/>
                <a:gd name="T13" fmla="*/ 2 h 10"/>
                <a:gd name="T14" fmla="*/ 101 w 102"/>
                <a:gd name="T15" fmla="*/ 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 h="10">
                  <a:moveTo>
                    <a:pt x="101" y="0"/>
                  </a:moveTo>
                  <a:cubicBezTo>
                    <a:pt x="101" y="0"/>
                    <a:pt x="102" y="0"/>
                    <a:pt x="102" y="0"/>
                  </a:cubicBezTo>
                  <a:cubicBezTo>
                    <a:pt x="102" y="0"/>
                    <a:pt x="101" y="0"/>
                    <a:pt x="101" y="0"/>
                  </a:cubicBezTo>
                  <a:cubicBezTo>
                    <a:pt x="99" y="1"/>
                    <a:pt x="98" y="1"/>
                    <a:pt x="96" y="2"/>
                  </a:cubicBezTo>
                  <a:cubicBezTo>
                    <a:pt x="89" y="3"/>
                    <a:pt x="79" y="5"/>
                    <a:pt x="67" y="6"/>
                  </a:cubicBezTo>
                  <a:cubicBezTo>
                    <a:pt x="49" y="8"/>
                    <a:pt x="26" y="10"/>
                    <a:pt x="0" y="10"/>
                  </a:cubicBezTo>
                  <a:cubicBezTo>
                    <a:pt x="42" y="9"/>
                    <a:pt x="77" y="6"/>
                    <a:pt x="94" y="2"/>
                  </a:cubicBezTo>
                  <a:cubicBezTo>
                    <a:pt x="97" y="2"/>
                    <a:pt x="99" y="1"/>
                    <a:pt x="101"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32" name="Freeform 212"/>
            <p:cNvSpPr>
              <a:spLocks/>
            </p:cNvSpPr>
            <p:nvPr/>
          </p:nvSpPr>
          <p:spPr bwMode="auto">
            <a:xfrm>
              <a:off x="8674101" y="2074863"/>
              <a:ext cx="400050" cy="66675"/>
            </a:xfrm>
            <a:custGeom>
              <a:avLst/>
              <a:gdLst>
                <a:gd name="T0" fmla="*/ 237 w 264"/>
                <a:gd name="T1" fmla="*/ 6 h 43"/>
                <a:gd name="T2" fmla="*/ 231 w 264"/>
                <a:gd name="T3" fmla="*/ 7 h 43"/>
                <a:gd name="T4" fmla="*/ 227 w 264"/>
                <a:gd name="T5" fmla="*/ 8 h 43"/>
                <a:gd name="T6" fmla="*/ 225 w 264"/>
                <a:gd name="T7" fmla="*/ 8 h 43"/>
                <a:gd name="T8" fmla="*/ 132 w 264"/>
                <a:gd name="T9" fmla="*/ 12 h 43"/>
                <a:gd name="T10" fmla="*/ 67 w 264"/>
                <a:gd name="T11" fmla="*/ 10 h 43"/>
                <a:gd name="T12" fmla="*/ 49 w 264"/>
                <a:gd name="T13" fmla="*/ 9 h 43"/>
                <a:gd name="T14" fmla="*/ 40 w 264"/>
                <a:gd name="T15" fmla="*/ 8 h 43"/>
                <a:gd name="T16" fmla="*/ 0 w 264"/>
                <a:gd name="T17" fmla="*/ 0 h 43"/>
                <a:gd name="T18" fmla="*/ 0 w 264"/>
                <a:gd name="T19" fmla="*/ 30 h 43"/>
                <a:gd name="T20" fmla="*/ 0 w 264"/>
                <a:gd name="T21" fmla="*/ 31 h 43"/>
                <a:gd name="T22" fmla="*/ 0 w 264"/>
                <a:gd name="T23" fmla="*/ 31 h 43"/>
                <a:gd name="T24" fmla="*/ 1 w 264"/>
                <a:gd name="T25" fmla="*/ 32 h 43"/>
                <a:gd name="T26" fmla="*/ 2 w 264"/>
                <a:gd name="T27" fmla="*/ 32 h 43"/>
                <a:gd name="T28" fmla="*/ 4 w 264"/>
                <a:gd name="T29" fmla="*/ 33 h 43"/>
                <a:gd name="T30" fmla="*/ 4 w 264"/>
                <a:gd name="T31" fmla="*/ 33 h 43"/>
                <a:gd name="T32" fmla="*/ 9 w 264"/>
                <a:gd name="T33" fmla="*/ 34 h 43"/>
                <a:gd name="T34" fmla="*/ 11 w 264"/>
                <a:gd name="T35" fmla="*/ 35 h 43"/>
                <a:gd name="T36" fmla="*/ 22 w 264"/>
                <a:gd name="T37" fmla="*/ 37 h 43"/>
                <a:gd name="T38" fmla="*/ 37 w 264"/>
                <a:gd name="T39" fmla="*/ 39 h 43"/>
                <a:gd name="T40" fmla="*/ 132 w 264"/>
                <a:gd name="T41" fmla="*/ 43 h 43"/>
                <a:gd name="T42" fmla="*/ 241 w 264"/>
                <a:gd name="T43" fmla="*/ 37 h 43"/>
                <a:gd name="T44" fmla="*/ 253 w 264"/>
                <a:gd name="T45" fmla="*/ 35 h 43"/>
                <a:gd name="T46" fmla="*/ 253 w 264"/>
                <a:gd name="T47" fmla="*/ 35 h 43"/>
                <a:gd name="T48" fmla="*/ 260 w 264"/>
                <a:gd name="T49" fmla="*/ 33 h 43"/>
                <a:gd name="T50" fmla="*/ 260 w 264"/>
                <a:gd name="T51" fmla="*/ 33 h 43"/>
                <a:gd name="T52" fmla="*/ 263 w 264"/>
                <a:gd name="T53" fmla="*/ 31 h 43"/>
                <a:gd name="T54" fmla="*/ 264 w 264"/>
                <a:gd name="T55" fmla="*/ 31 h 43"/>
                <a:gd name="T56" fmla="*/ 264 w 264"/>
                <a:gd name="T57" fmla="*/ 29 h 43"/>
                <a:gd name="T58" fmla="*/ 264 w 264"/>
                <a:gd name="T59" fmla="*/ 14 h 43"/>
                <a:gd name="T60" fmla="*/ 264 w 264"/>
                <a:gd name="T61" fmla="*/ 14 h 43"/>
                <a:gd name="T62" fmla="*/ 264 w 264"/>
                <a:gd name="T63" fmla="*/ 12 h 43"/>
                <a:gd name="T64" fmla="*/ 264 w 264"/>
                <a:gd name="T65" fmla="*/ 12 h 43"/>
                <a:gd name="T66" fmla="*/ 264 w 264"/>
                <a:gd name="T67" fmla="*/ 10 h 43"/>
                <a:gd name="T68" fmla="*/ 264 w 264"/>
                <a:gd name="T69" fmla="*/ 10 h 43"/>
                <a:gd name="T70" fmla="*/ 264 w 264"/>
                <a:gd name="T71" fmla="*/ 0 h 43"/>
                <a:gd name="T72" fmla="*/ 256 w 264"/>
                <a:gd name="T73" fmla="*/ 3 h 43"/>
                <a:gd name="T74" fmla="*/ 237 w 264"/>
                <a:gd name="T75" fmla="*/ 6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64" h="43">
                  <a:moveTo>
                    <a:pt x="237" y="6"/>
                  </a:moveTo>
                  <a:cubicBezTo>
                    <a:pt x="235" y="7"/>
                    <a:pt x="233" y="7"/>
                    <a:pt x="231" y="7"/>
                  </a:cubicBezTo>
                  <a:cubicBezTo>
                    <a:pt x="230" y="7"/>
                    <a:pt x="228" y="7"/>
                    <a:pt x="227" y="8"/>
                  </a:cubicBezTo>
                  <a:cubicBezTo>
                    <a:pt x="226" y="8"/>
                    <a:pt x="226" y="8"/>
                    <a:pt x="225" y="8"/>
                  </a:cubicBezTo>
                  <a:cubicBezTo>
                    <a:pt x="201" y="10"/>
                    <a:pt x="168" y="12"/>
                    <a:pt x="132" y="12"/>
                  </a:cubicBezTo>
                  <a:cubicBezTo>
                    <a:pt x="108" y="12"/>
                    <a:pt x="86" y="11"/>
                    <a:pt x="67" y="10"/>
                  </a:cubicBezTo>
                  <a:cubicBezTo>
                    <a:pt x="60" y="10"/>
                    <a:pt x="54" y="9"/>
                    <a:pt x="49" y="9"/>
                  </a:cubicBezTo>
                  <a:cubicBezTo>
                    <a:pt x="46" y="9"/>
                    <a:pt x="43" y="8"/>
                    <a:pt x="40" y="8"/>
                  </a:cubicBezTo>
                  <a:cubicBezTo>
                    <a:pt x="21" y="6"/>
                    <a:pt x="6" y="3"/>
                    <a:pt x="0" y="0"/>
                  </a:cubicBezTo>
                  <a:cubicBezTo>
                    <a:pt x="0" y="30"/>
                    <a:pt x="0" y="30"/>
                    <a:pt x="0" y="30"/>
                  </a:cubicBezTo>
                  <a:cubicBezTo>
                    <a:pt x="0" y="31"/>
                    <a:pt x="0" y="31"/>
                    <a:pt x="0" y="31"/>
                  </a:cubicBezTo>
                  <a:cubicBezTo>
                    <a:pt x="0" y="31"/>
                    <a:pt x="0" y="31"/>
                    <a:pt x="0" y="31"/>
                  </a:cubicBezTo>
                  <a:cubicBezTo>
                    <a:pt x="0" y="31"/>
                    <a:pt x="1" y="31"/>
                    <a:pt x="1" y="32"/>
                  </a:cubicBezTo>
                  <a:cubicBezTo>
                    <a:pt x="1" y="32"/>
                    <a:pt x="2" y="32"/>
                    <a:pt x="2" y="32"/>
                  </a:cubicBezTo>
                  <a:cubicBezTo>
                    <a:pt x="2" y="32"/>
                    <a:pt x="3" y="33"/>
                    <a:pt x="4" y="33"/>
                  </a:cubicBezTo>
                  <a:cubicBezTo>
                    <a:pt x="4" y="33"/>
                    <a:pt x="4" y="33"/>
                    <a:pt x="4" y="33"/>
                  </a:cubicBezTo>
                  <a:cubicBezTo>
                    <a:pt x="6" y="34"/>
                    <a:pt x="7" y="34"/>
                    <a:pt x="9" y="34"/>
                  </a:cubicBezTo>
                  <a:cubicBezTo>
                    <a:pt x="9" y="35"/>
                    <a:pt x="10" y="35"/>
                    <a:pt x="11" y="35"/>
                  </a:cubicBezTo>
                  <a:cubicBezTo>
                    <a:pt x="14" y="36"/>
                    <a:pt x="18" y="36"/>
                    <a:pt x="22" y="37"/>
                  </a:cubicBezTo>
                  <a:cubicBezTo>
                    <a:pt x="27" y="38"/>
                    <a:pt x="32" y="39"/>
                    <a:pt x="37" y="39"/>
                  </a:cubicBezTo>
                  <a:cubicBezTo>
                    <a:pt x="61" y="42"/>
                    <a:pt x="95" y="43"/>
                    <a:pt x="132" y="43"/>
                  </a:cubicBezTo>
                  <a:cubicBezTo>
                    <a:pt x="177" y="43"/>
                    <a:pt x="217" y="41"/>
                    <a:pt x="241" y="37"/>
                  </a:cubicBezTo>
                  <a:cubicBezTo>
                    <a:pt x="246" y="36"/>
                    <a:pt x="250" y="36"/>
                    <a:pt x="253" y="35"/>
                  </a:cubicBezTo>
                  <a:cubicBezTo>
                    <a:pt x="253" y="35"/>
                    <a:pt x="253" y="35"/>
                    <a:pt x="253" y="35"/>
                  </a:cubicBezTo>
                  <a:cubicBezTo>
                    <a:pt x="256" y="34"/>
                    <a:pt x="258" y="34"/>
                    <a:pt x="260" y="33"/>
                  </a:cubicBezTo>
                  <a:cubicBezTo>
                    <a:pt x="260" y="33"/>
                    <a:pt x="260" y="33"/>
                    <a:pt x="260" y="33"/>
                  </a:cubicBezTo>
                  <a:cubicBezTo>
                    <a:pt x="262" y="32"/>
                    <a:pt x="262" y="32"/>
                    <a:pt x="263" y="31"/>
                  </a:cubicBezTo>
                  <a:cubicBezTo>
                    <a:pt x="264" y="31"/>
                    <a:pt x="264" y="31"/>
                    <a:pt x="264" y="31"/>
                  </a:cubicBezTo>
                  <a:cubicBezTo>
                    <a:pt x="264" y="29"/>
                    <a:pt x="264" y="29"/>
                    <a:pt x="264" y="29"/>
                  </a:cubicBezTo>
                  <a:cubicBezTo>
                    <a:pt x="264" y="14"/>
                    <a:pt x="264" y="14"/>
                    <a:pt x="264" y="14"/>
                  </a:cubicBezTo>
                  <a:cubicBezTo>
                    <a:pt x="264" y="14"/>
                    <a:pt x="264" y="14"/>
                    <a:pt x="264" y="14"/>
                  </a:cubicBezTo>
                  <a:cubicBezTo>
                    <a:pt x="264" y="12"/>
                    <a:pt x="264" y="12"/>
                    <a:pt x="264" y="12"/>
                  </a:cubicBezTo>
                  <a:cubicBezTo>
                    <a:pt x="264" y="12"/>
                    <a:pt x="264" y="12"/>
                    <a:pt x="264" y="12"/>
                  </a:cubicBezTo>
                  <a:cubicBezTo>
                    <a:pt x="264" y="10"/>
                    <a:pt x="264" y="10"/>
                    <a:pt x="264" y="10"/>
                  </a:cubicBezTo>
                  <a:cubicBezTo>
                    <a:pt x="264" y="10"/>
                    <a:pt x="264" y="10"/>
                    <a:pt x="264" y="10"/>
                  </a:cubicBezTo>
                  <a:cubicBezTo>
                    <a:pt x="264" y="0"/>
                    <a:pt x="264" y="0"/>
                    <a:pt x="264" y="0"/>
                  </a:cubicBezTo>
                  <a:cubicBezTo>
                    <a:pt x="262" y="1"/>
                    <a:pt x="259" y="2"/>
                    <a:pt x="256" y="3"/>
                  </a:cubicBezTo>
                  <a:cubicBezTo>
                    <a:pt x="251" y="4"/>
                    <a:pt x="245" y="5"/>
                    <a:pt x="237" y="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33" name="Freeform 213"/>
            <p:cNvSpPr>
              <a:spLocks/>
            </p:cNvSpPr>
            <p:nvPr/>
          </p:nvSpPr>
          <p:spPr bwMode="auto">
            <a:xfrm>
              <a:off x="8674101" y="2063750"/>
              <a:ext cx="127000" cy="22225"/>
            </a:xfrm>
            <a:custGeom>
              <a:avLst/>
              <a:gdLst>
                <a:gd name="T0" fmla="*/ 1 w 84"/>
                <a:gd name="T1" fmla="*/ 4 h 15"/>
                <a:gd name="T2" fmla="*/ 4 w 84"/>
                <a:gd name="T3" fmla="*/ 5 h 15"/>
                <a:gd name="T4" fmla="*/ 9 w 84"/>
                <a:gd name="T5" fmla="*/ 7 h 15"/>
                <a:gd name="T6" fmla="*/ 37 w 84"/>
                <a:gd name="T7" fmla="*/ 11 h 15"/>
                <a:gd name="T8" fmla="*/ 37 w 84"/>
                <a:gd name="T9" fmla="*/ 11 h 15"/>
                <a:gd name="T10" fmla="*/ 39 w 84"/>
                <a:gd name="T11" fmla="*/ 11 h 15"/>
                <a:gd name="T12" fmla="*/ 41 w 84"/>
                <a:gd name="T13" fmla="*/ 12 h 15"/>
                <a:gd name="T14" fmla="*/ 84 w 84"/>
                <a:gd name="T15" fmla="*/ 15 h 15"/>
                <a:gd name="T16" fmla="*/ 41 w 84"/>
                <a:gd name="T17" fmla="*/ 11 h 15"/>
                <a:gd name="T18" fmla="*/ 39 w 84"/>
                <a:gd name="T19" fmla="*/ 11 h 15"/>
                <a:gd name="T20" fmla="*/ 37 w 84"/>
                <a:gd name="T21" fmla="*/ 11 h 15"/>
                <a:gd name="T22" fmla="*/ 11 w 84"/>
                <a:gd name="T23" fmla="*/ 5 h 15"/>
                <a:gd name="T24" fmla="*/ 8 w 84"/>
                <a:gd name="T25" fmla="*/ 4 h 15"/>
                <a:gd name="T26" fmla="*/ 7 w 84"/>
                <a:gd name="T27" fmla="*/ 3 h 15"/>
                <a:gd name="T28" fmla="*/ 5 w 84"/>
                <a:gd name="T29" fmla="*/ 1 h 15"/>
                <a:gd name="T30" fmla="*/ 5 w 84"/>
                <a:gd name="T31" fmla="*/ 0 h 15"/>
                <a:gd name="T32" fmla="*/ 4 w 84"/>
                <a:gd name="T33" fmla="*/ 1 h 15"/>
                <a:gd name="T34" fmla="*/ 0 w 84"/>
                <a:gd name="T35" fmla="*/ 3 h 15"/>
                <a:gd name="T36" fmla="*/ 0 w 84"/>
                <a:gd name="T37" fmla="*/ 3 h 15"/>
                <a:gd name="T38" fmla="*/ 0 w 84"/>
                <a:gd name="T39" fmla="*/ 3 h 15"/>
                <a:gd name="T40" fmla="*/ 1 w 84"/>
                <a:gd name="T41"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 h="15">
                  <a:moveTo>
                    <a:pt x="1" y="4"/>
                  </a:moveTo>
                  <a:cubicBezTo>
                    <a:pt x="2" y="4"/>
                    <a:pt x="3" y="5"/>
                    <a:pt x="4" y="5"/>
                  </a:cubicBezTo>
                  <a:cubicBezTo>
                    <a:pt x="5" y="6"/>
                    <a:pt x="7" y="6"/>
                    <a:pt x="9" y="7"/>
                  </a:cubicBezTo>
                  <a:cubicBezTo>
                    <a:pt x="15" y="8"/>
                    <a:pt x="25" y="10"/>
                    <a:pt x="37" y="11"/>
                  </a:cubicBezTo>
                  <a:cubicBezTo>
                    <a:pt x="37" y="11"/>
                    <a:pt x="37" y="11"/>
                    <a:pt x="37" y="11"/>
                  </a:cubicBezTo>
                  <a:cubicBezTo>
                    <a:pt x="38" y="11"/>
                    <a:pt x="38" y="11"/>
                    <a:pt x="39" y="11"/>
                  </a:cubicBezTo>
                  <a:cubicBezTo>
                    <a:pt x="40" y="12"/>
                    <a:pt x="40" y="12"/>
                    <a:pt x="41" y="12"/>
                  </a:cubicBezTo>
                  <a:cubicBezTo>
                    <a:pt x="53" y="13"/>
                    <a:pt x="68" y="14"/>
                    <a:pt x="84" y="15"/>
                  </a:cubicBezTo>
                  <a:cubicBezTo>
                    <a:pt x="67" y="14"/>
                    <a:pt x="53" y="13"/>
                    <a:pt x="41" y="11"/>
                  </a:cubicBezTo>
                  <a:cubicBezTo>
                    <a:pt x="40" y="11"/>
                    <a:pt x="39" y="11"/>
                    <a:pt x="39" y="11"/>
                  </a:cubicBezTo>
                  <a:cubicBezTo>
                    <a:pt x="38" y="11"/>
                    <a:pt x="37" y="11"/>
                    <a:pt x="37" y="11"/>
                  </a:cubicBezTo>
                  <a:cubicBezTo>
                    <a:pt x="25" y="9"/>
                    <a:pt x="16" y="7"/>
                    <a:pt x="11" y="5"/>
                  </a:cubicBezTo>
                  <a:cubicBezTo>
                    <a:pt x="10" y="5"/>
                    <a:pt x="9" y="4"/>
                    <a:pt x="8" y="4"/>
                  </a:cubicBezTo>
                  <a:cubicBezTo>
                    <a:pt x="8" y="4"/>
                    <a:pt x="7" y="3"/>
                    <a:pt x="7" y="3"/>
                  </a:cubicBezTo>
                  <a:cubicBezTo>
                    <a:pt x="6" y="2"/>
                    <a:pt x="5" y="2"/>
                    <a:pt x="5" y="1"/>
                  </a:cubicBezTo>
                  <a:cubicBezTo>
                    <a:pt x="5" y="1"/>
                    <a:pt x="5" y="1"/>
                    <a:pt x="5" y="0"/>
                  </a:cubicBezTo>
                  <a:cubicBezTo>
                    <a:pt x="4" y="1"/>
                    <a:pt x="4" y="1"/>
                    <a:pt x="4" y="1"/>
                  </a:cubicBezTo>
                  <a:cubicBezTo>
                    <a:pt x="2" y="2"/>
                    <a:pt x="0" y="3"/>
                    <a:pt x="0" y="3"/>
                  </a:cubicBezTo>
                  <a:cubicBezTo>
                    <a:pt x="0" y="3"/>
                    <a:pt x="0" y="3"/>
                    <a:pt x="0" y="3"/>
                  </a:cubicBezTo>
                  <a:cubicBezTo>
                    <a:pt x="0" y="3"/>
                    <a:pt x="0" y="3"/>
                    <a:pt x="0" y="3"/>
                  </a:cubicBezTo>
                  <a:cubicBezTo>
                    <a:pt x="0" y="3"/>
                    <a:pt x="1" y="4"/>
                    <a:pt x="1" y="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34" name="Freeform 214"/>
            <p:cNvSpPr>
              <a:spLocks/>
            </p:cNvSpPr>
            <p:nvPr/>
          </p:nvSpPr>
          <p:spPr bwMode="auto">
            <a:xfrm>
              <a:off x="8688388" y="2014538"/>
              <a:ext cx="400050" cy="66675"/>
            </a:xfrm>
            <a:custGeom>
              <a:avLst/>
              <a:gdLst>
                <a:gd name="T0" fmla="*/ 262 w 264"/>
                <a:gd name="T1" fmla="*/ 1 h 44"/>
                <a:gd name="T2" fmla="*/ 260 w 264"/>
                <a:gd name="T3" fmla="*/ 2 h 44"/>
                <a:gd name="T4" fmla="*/ 256 w 264"/>
                <a:gd name="T5" fmla="*/ 3 h 44"/>
                <a:gd name="T6" fmla="*/ 245 w 264"/>
                <a:gd name="T7" fmla="*/ 5 h 44"/>
                <a:gd name="T8" fmla="*/ 231 w 264"/>
                <a:gd name="T9" fmla="*/ 7 h 44"/>
                <a:gd name="T10" fmla="*/ 227 w 264"/>
                <a:gd name="T11" fmla="*/ 8 h 44"/>
                <a:gd name="T12" fmla="*/ 220 w 264"/>
                <a:gd name="T13" fmla="*/ 9 h 44"/>
                <a:gd name="T14" fmla="*/ 211 w 264"/>
                <a:gd name="T15" fmla="*/ 9 h 44"/>
                <a:gd name="T16" fmla="*/ 209 w 264"/>
                <a:gd name="T17" fmla="*/ 10 h 44"/>
                <a:gd name="T18" fmla="*/ 206 w 264"/>
                <a:gd name="T19" fmla="*/ 10 h 44"/>
                <a:gd name="T20" fmla="*/ 203 w 264"/>
                <a:gd name="T21" fmla="*/ 10 h 44"/>
                <a:gd name="T22" fmla="*/ 132 w 264"/>
                <a:gd name="T23" fmla="*/ 12 h 44"/>
                <a:gd name="T24" fmla="*/ 61 w 264"/>
                <a:gd name="T25" fmla="*/ 10 h 44"/>
                <a:gd name="T26" fmla="*/ 41 w 264"/>
                <a:gd name="T27" fmla="*/ 8 h 44"/>
                <a:gd name="T28" fmla="*/ 36 w 264"/>
                <a:gd name="T29" fmla="*/ 8 h 44"/>
                <a:gd name="T30" fmla="*/ 32 w 264"/>
                <a:gd name="T31" fmla="*/ 7 h 44"/>
                <a:gd name="T32" fmla="*/ 14 w 264"/>
                <a:gd name="T33" fmla="*/ 5 h 44"/>
                <a:gd name="T34" fmla="*/ 10 w 264"/>
                <a:gd name="T35" fmla="*/ 4 h 44"/>
                <a:gd name="T36" fmla="*/ 0 w 264"/>
                <a:gd name="T37" fmla="*/ 12 h 44"/>
                <a:gd name="T38" fmla="*/ 0 w 264"/>
                <a:gd name="T39" fmla="*/ 16 h 44"/>
                <a:gd name="T40" fmla="*/ 0 w 264"/>
                <a:gd name="T41" fmla="*/ 29 h 44"/>
                <a:gd name="T42" fmla="*/ 0 w 264"/>
                <a:gd name="T43" fmla="*/ 31 h 44"/>
                <a:gd name="T44" fmla="*/ 1 w 264"/>
                <a:gd name="T45" fmla="*/ 32 h 44"/>
                <a:gd name="T46" fmla="*/ 9 w 264"/>
                <a:gd name="T47" fmla="*/ 35 h 44"/>
                <a:gd name="T48" fmla="*/ 20 w 264"/>
                <a:gd name="T49" fmla="*/ 37 h 44"/>
                <a:gd name="T50" fmla="*/ 30 w 264"/>
                <a:gd name="T51" fmla="*/ 39 h 44"/>
                <a:gd name="T52" fmla="*/ 37 w 264"/>
                <a:gd name="T53" fmla="*/ 39 h 44"/>
                <a:gd name="T54" fmla="*/ 206 w 264"/>
                <a:gd name="T55" fmla="*/ 41 h 44"/>
                <a:gd name="T56" fmla="*/ 210 w 264"/>
                <a:gd name="T57" fmla="*/ 41 h 44"/>
                <a:gd name="T58" fmla="*/ 253 w 264"/>
                <a:gd name="T59" fmla="*/ 35 h 44"/>
                <a:gd name="T60" fmla="*/ 255 w 264"/>
                <a:gd name="T61" fmla="*/ 35 h 44"/>
                <a:gd name="T62" fmla="*/ 259 w 264"/>
                <a:gd name="T63" fmla="*/ 34 h 44"/>
                <a:gd name="T64" fmla="*/ 264 w 264"/>
                <a:gd name="T65" fmla="*/ 31 h 44"/>
                <a:gd name="T66" fmla="*/ 264 w 264"/>
                <a:gd name="T67" fmla="*/ 19 h 44"/>
                <a:gd name="T68" fmla="*/ 264 w 264"/>
                <a:gd name="T69" fmla="*/ 17 h 44"/>
                <a:gd name="T70" fmla="*/ 264 w 264"/>
                <a:gd name="T71" fmla="*/ 15 h 44"/>
                <a:gd name="T72" fmla="*/ 264 w 264"/>
                <a:gd name="T73" fmla="*/ 12 h 44"/>
                <a:gd name="T74" fmla="*/ 264 w 264"/>
                <a:gd name="T75" fmla="*/ 10 h 44"/>
                <a:gd name="T76" fmla="*/ 264 w 264"/>
                <a:gd name="T77" fmla="*/ 9 h 44"/>
                <a:gd name="T78" fmla="*/ 264 w 264"/>
                <a:gd name="T79" fmla="*/ 7 h 44"/>
                <a:gd name="T80" fmla="*/ 264 w 264"/>
                <a:gd name="T81" fmla="*/ 5 h 44"/>
                <a:gd name="T82" fmla="*/ 264 w 264"/>
                <a:gd name="T83" fmla="*/ 1 h 44"/>
                <a:gd name="T84" fmla="*/ 264 w 264"/>
                <a:gd name="T85"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4" h="44">
                  <a:moveTo>
                    <a:pt x="264" y="0"/>
                  </a:moveTo>
                  <a:cubicBezTo>
                    <a:pt x="263" y="1"/>
                    <a:pt x="263" y="1"/>
                    <a:pt x="262" y="1"/>
                  </a:cubicBezTo>
                  <a:cubicBezTo>
                    <a:pt x="262" y="1"/>
                    <a:pt x="262" y="1"/>
                    <a:pt x="262" y="1"/>
                  </a:cubicBezTo>
                  <a:cubicBezTo>
                    <a:pt x="261" y="1"/>
                    <a:pt x="261" y="2"/>
                    <a:pt x="260" y="2"/>
                  </a:cubicBezTo>
                  <a:cubicBezTo>
                    <a:pt x="259" y="2"/>
                    <a:pt x="259" y="2"/>
                    <a:pt x="259" y="2"/>
                  </a:cubicBezTo>
                  <a:cubicBezTo>
                    <a:pt x="258" y="3"/>
                    <a:pt x="257" y="3"/>
                    <a:pt x="256" y="3"/>
                  </a:cubicBezTo>
                  <a:cubicBezTo>
                    <a:pt x="255" y="3"/>
                    <a:pt x="255" y="3"/>
                    <a:pt x="254" y="4"/>
                  </a:cubicBezTo>
                  <a:cubicBezTo>
                    <a:pt x="251" y="4"/>
                    <a:pt x="248" y="5"/>
                    <a:pt x="245" y="5"/>
                  </a:cubicBezTo>
                  <a:cubicBezTo>
                    <a:pt x="243" y="6"/>
                    <a:pt x="240" y="6"/>
                    <a:pt x="237" y="7"/>
                  </a:cubicBezTo>
                  <a:cubicBezTo>
                    <a:pt x="235" y="7"/>
                    <a:pt x="233" y="7"/>
                    <a:pt x="231" y="7"/>
                  </a:cubicBezTo>
                  <a:cubicBezTo>
                    <a:pt x="230" y="8"/>
                    <a:pt x="229" y="8"/>
                    <a:pt x="228" y="8"/>
                  </a:cubicBezTo>
                  <a:cubicBezTo>
                    <a:pt x="228" y="8"/>
                    <a:pt x="227" y="8"/>
                    <a:pt x="227" y="8"/>
                  </a:cubicBezTo>
                  <a:cubicBezTo>
                    <a:pt x="227" y="8"/>
                    <a:pt x="226" y="8"/>
                    <a:pt x="226" y="8"/>
                  </a:cubicBezTo>
                  <a:cubicBezTo>
                    <a:pt x="224" y="8"/>
                    <a:pt x="222" y="8"/>
                    <a:pt x="220" y="9"/>
                  </a:cubicBezTo>
                  <a:cubicBezTo>
                    <a:pt x="218" y="9"/>
                    <a:pt x="215" y="9"/>
                    <a:pt x="213" y="9"/>
                  </a:cubicBezTo>
                  <a:cubicBezTo>
                    <a:pt x="212" y="9"/>
                    <a:pt x="212" y="9"/>
                    <a:pt x="211" y="9"/>
                  </a:cubicBezTo>
                  <a:cubicBezTo>
                    <a:pt x="211" y="9"/>
                    <a:pt x="210" y="9"/>
                    <a:pt x="210" y="10"/>
                  </a:cubicBezTo>
                  <a:cubicBezTo>
                    <a:pt x="209" y="10"/>
                    <a:pt x="209" y="10"/>
                    <a:pt x="209" y="10"/>
                  </a:cubicBezTo>
                  <a:cubicBezTo>
                    <a:pt x="209" y="10"/>
                    <a:pt x="208" y="10"/>
                    <a:pt x="208" y="10"/>
                  </a:cubicBezTo>
                  <a:cubicBezTo>
                    <a:pt x="207" y="10"/>
                    <a:pt x="207" y="10"/>
                    <a:pt x="206" y="10"/>
                  </a:cubicBezTo>
                  <a:cubicBezTo>
                    <a:pt x="206" y="10"/>
                    <a:pt x="206" y="10"/>
                    <a:pt x="206" y="10"/>
                  </a:cubicBezTo>
                  <a:cubicBezTo>
                    <a:pt x="205" y="10"/>
                    <a:pt x="204" y="10"/>
                    <a:pt x="203" y="10"/>
                  </a:cubicBezTo>
                  <a:cubicBezTo>
                    <a:pt x="189" y="11"/>
                    <a:pt x="173" y="12"/>
                    <a:pt x="156" y="12"/>
                  </a:cubicBezTo>
                  <a:cubicBezTo>
                    <a:pt x="148" y="12"/>
                    <a:pt x="140" y="12"/>
                    <a:pt x="132" y="12"/>
                  </a:cubicBezTo>
                  <a:cubicBezTo>
                    <a:pt x="124" y="12"/>
                    <a:pt x="116" y="12"/>
                    <a:pt x="108" y="12"/>
                  </a:cubicBezTo>
                  <a:cubicBezTo>
                    <a:pt x="91" y="12"/>
                    <a:pt x="75" y="11"/>
                    <a:pt x="61" y="10"/>
                  </a:cubicBezTo>
                  <a:cubicBezTo>
                    <a:pt x="56" y="10"/>
                    <a:pt x="51" y="9"/>
                    <a:pt x="46" y="9"/>
                  </a:cubicBezTo>
                  <a:cubicBezTo>
                    <a:pt x="45" y="9"/>
                    <a:pt x="43" y="9"/>
                    <a:pt x="41" y="8"/>
                  </a:cubicBezTo>
                  <a:cubicBezTo>
                    <a:pt x="40" y="8"/>
                    <a:pt x="39" y="8"/>
                    <a:pt x="38" y="8"/>
                  </a:cubicBezTo>
                  <a:cubicBezTo>
                    <a:pt x="37" y="8"/>
                    <a:pt x="36" y="8"/>
                    <a:pt x="36" y="8"/>
                  </a:cubicBezTo>
                  <a:cubicBezTo>
                    <a:pt x="36" y="8"/>
                    <a:pt x="35" y="8"/>
                    <a:pt x="35" y="8"/>
                  </a:cubicBezTo>
                  <a:cubicBezTo>
                    <a:pt x="34" y="8"/>
                    <a:pt x="33" y="7"/>
                    <a:pt x="32" y="7"/>
                  </a:cubicBezTo>
                  <a:cubicBezTo>
                    <a:pt x="31" y="7"/>
                    <a:pt x="30" y="7"/>
                    <a:pt x="29" y="7"/>
                  </a:cubicBezTo>
                  <a:cubicBezTo>
                    <a:pt x="23" y="6"/>
                    <a:pt x="18" y="5"/>
                    <a:pt x="14" y="5"/>
                  </a:cubicBezTo>
                  <a:cubicBezTo>
                    <a:pt x="13" y="4"/>
                    <a:pt x="13" y="4"/>
                    <a:pt x="12" y="4"/>
                  </a:cubicBezTo>
                  <a:cubicBezTo>
                    <a:pt x="11" y="4"/>
                    <a:pt x="11" y="4"/>
                    <a:pt x="10" y="4"/>
                  </a:cubicBezTo>
                  <a:cubicBezTo>
                    <a:pt x="6" y="3"/>
                    <a:pt x="2" y="2"/>
                    <a:pt x="0" y="0"/>
                  </a:cubicBezTo>
                  <a:cubicBezTo>
                    <a:pt x="0" y="12"/>
                    <a:pt x="0" y="12"/>
                    <a:pt x="0" y="12"/>
                  </a:cubicBezTo>
                  <a:cubicBezTo>
                    <a:pt x="0" y="14"/>
                    <a:pt x="0" y="14"/>
                    <a:pt x="0" y="14"/>
                  </a:cubicBezTo>
                  <a:cubicBezTo>
                    <a:pt x="0" y="16"/>
                    <a:pt x="0" y="16"/>
                    <a:pt x="0" y="16"/>
                  </a:cubicBezTo>
                  <a:cubicBezTo>
                    <a:pt x="0" y="27"/>
                    <a:pt x="0" y="27"/>
                    <a:pt x="0" y="27"/>
                  </a:cubicBezTo>
                  <a:cubicBezTo>
                    <a:pt x="0" y="29"/>
                    <a:pt x="0" y="29"/>
                    <a:pt x="0" y="29"/>
                  </a:cubicBezTo>
                  <a:cubicBezTo>
                    <a:pt x="0" y="31"/>
                    <a:pt x="0" y="31"/>
                    <a:pt x="0" y="31"/>
                  </a:cubicBezTo>
                  <a:cubicBezTo>
                    <a:pt x="0" y="31"/>
                    <a:pt x="0" y="31"/>
                    <a:pt x="0" y="31"/>
                  </a:cubicBezTo>
                  <a:cubicBezTo>
                    <a:pt x="0" y="31"/>
                    <a:pt x="0" y="31"/>
                    <a:pt x="0" y="31"/>
                  </a:cubicBezTo>
                  <a:cubicBezTo>
                    <a:pt x="0" y="31"/>
                    <a:pt x="1" y="32"/>
                    <a:pt x="1" y="32"/>
                  </a:cubicBezTo>
                  <a:cubicBezTo>
                    <a:pt x="2" y="32"/>
                    <a:pt x="2" y="33"/>
                    <a:pt x="3" y="33"/>
                  </a:cubicBezTo>
                  <a:cubicBezTo>
                    <a:pt x="4" y="33"/>
                    <a:pt x="6" y="34"/>
                    <a:pt x="9" y="35"/>
                  </a:cubicBezTo>
                  <a:cubicBezTo>
                    <a:pt x="9" y="35"/>
                    <a:pt x="9" y="35"/>
                    <a:pt x="9" y="35"/>
                  </a:cubicBezTo>
                  <a:cubicBezTo>
                    <a:pt x="12" y="36"/>
                    <a:pt x="16" y="36"/>
                    <a:pt x="20" y="37"/>
                  </a:cubicBezTo>
                  <a:cubicBezTo>
                    <a:pt x="22" y="37"/>
                    <a:pt x="25" y="38"/>
                    <a:pt x="28" y="38"/>
                  </a:cubicBezTo>
                  <a:cubicBezTo>
                    <a:pt x="28" y="38"/>
                    <a:pt x="29" y="38"/>
                    <a:pt x="30" y="39"/>
                  </a:cubicBezTo>
                  <a:cubicBezTo>
                    <a:pt x="30" y="39"/>
                    <a:pt x="31" y="39"/>
                    <a:pt x="32" y="39"/>
                  </a:cubicBezTo>
                  <a:cubicBezTo>
                    <a:pt x="33" y="39"/>
                    <a:pt x="35" y="39"/>
                    <a:pt x="37" y="39"/>
                  </a:cubicBezTo>
                  <a:cubicBezTo>
                    <a:pt x="61" y="42"/>
                    <a:pt x="95" y="44"/>
                    <a:pt x="132" y="44"/>
                  </a:cubicBezTo>
                  <a:cubicBezTo>
                    <a:pt x="159" y="44"/>
                    <a:pt x="184" y="43"/>
                    <a:pt x="206" y="41"/>
                  </a:cubicBezTo>
                  <a:cubicBezTo>
                    <a:pt x="206" y="41"/>
                    <a:pt x="207" y="41"/>
                    <a:pt x="208" y="41"/>
                  </a:cubicBezTo>
                  <a:cubicBezTo>
                    <a:pt x="208" y="41"/>
                    <a:pt x="209" y="41"/>
                    <a:pt x="210" y="41"/>
                  </a:cubicBezTo>
                  <a:cubicBezTo>
                    <a:pt x="223" y="40"/>
                    <a:pt x="235" y="39"/>
                    <a:pt x="244" y="37"/>
                  </a:cubicBezTo>
                  <a:cubicBezTo>
                    <a:pt x="247" y="36"/>
                    <a:pt x="250" y="36"/>
                    <a:pt x="253" y="35"/>
                  </a:cubicBezTo>
                  <a:cubicBezTo>
                    <a:pt x="253" y="35"/>
                    <a:pt x="254" y="35"/>
                    <a:pt x="254" y="35"/>
                  </a:cubicBezTo>
                  <a:cubicBezTo>
                    <a:pt x="254" y="35"/>
                    <a:pt x="255" y="35"/>
                    <a:pt x="255" y="35"/>
                  </a:cubicBezTo>
                  <a:cubicBezTo>
                    <a:pt x="256" y="35"/>
                    <a:pt x="256" y="34"/>
                    <a:pt x="257" y="34"/>
                  </a:cubicBezTo>
                  <a:cubicBezTo>
                    <a:pt x="258" y="34"/>
                    <a:pt x="258" y="34"/>
                    <a:pt x="259" y="34"/>
                  </a:cubicBezTo>
                  <a:cubicBezTo>
                    <a:pt x="259" y="34"/>
                    <a:pt x="259" y="33"/>
                    <a:pt x="259" y="33"/>
                  </a:cubicBezTo>
                  <a:cubicBezTo>
                    <a:pt x="262" y="32"/>
                    <a:pt x="264" y="31"/>
                    <a:pt x="264" y="31"/>
                  </a:cubicBezTo>
                  <a:cubicBezTo>
                    <a:pt x="264" y="21"/>
                    <a:pt x="264" y="21"/>
                    <a:pt x="264" y="21"/>
                  </a:cubicBezTo>
                  <a:cubicBezTo>
                    <a:pt x="264" y="19"/>
                    <a:pt x="264" y="19"/>
                    <a:pt x="264" y="19"/>
                  </a:cubicBezTo>
                  <a:cubicBezTo>
                    <a:pt x="264" y="19"/>
                    <a:pt x="264" y="19"/>
                    <a:pt x="264" y="19"/>
                  </a:cubicBezTo>
                  <a:cubicBezTo>
                    <a:pt x="264" y="17"/>
                    <a:pt x="264" y="17"/>
                    <a:pt x="264" y="17"/>
                  </a:cubicBezTo>
                  <a:cubicBezTo>
                    <a:pt x="264" y="17"/>
                    <a:pt x="264" y="17"/>
                    <a:pt x="264" y="17"/>
                  </a:cubicBezTo>
                  <a:cubicBezTo>
                    <a:pt x="264" y="15"/>
                    <a:pt x="264" y="15"/>
                    <a:pt x="264" y="15"/>
                  </a:cubicBezTo>
                  <a:cubicBezTo>
                    <a:pt x="264" y="13"/>
                    <a:pt x="264" y="13"/>
                    <a:pt x="264" y="13"/>
                  </a:cubicBezTo>
                  <a:cubicBezTo>
                    <a:pt x="264" y="12"/>
                    <a:pt x="264" y="12"/>
                    <a:pt x="264" y="12"/>
                  </a:cubicBezTo>
                  <a:cubicBezTo>
                    <a:pt x="264" y="11"/>
                    <a:pt x="264" y="11"/>
                    <a:pt x="264" y="11"/>
                  </a:cubicBezTo>
                  <a:cubicBezTo>
                    <a:pt x="264" y="10"/>
                    <a:pt x="264" y="10"/>
                    <a:pt x="264" y="10"/>
                  </a:cubicBezTo>
                  <a:cubicBezTo>
                    <a:pt x="264" y="9"/>
                    <a:pt x="264" y="9"/>
                    <a:pt x="264" y="9"/>
                  </a:cubicBezTo>
                  <a:cubicBezTo>
                    <a:pt x="264" y="9"/>
                    <a:pt x="264" y="9"/>
                    <a:pt x="264" y="9"/>
                  </a:cubicBezTo>
                  <a:cubicBezTo>
                    <a:pt x="264" y="8"/>
                    <a:pt x="264" y="8"/>
                    <a:pt x="264" y="8"/>
                  </a:cubicBezTo>
                  <a:cubicBezTo>
                    <a:pt x="264" y="7"/>
                    <a:pt x="264" y="7"/>
                    <a:pt x="264" y="7"/>
                  </a:cubicBezTo>
                  <a:cubicBezTo>
                    <a:pt x="264" y="5"/>
                    <a:pt x="264" y="5"/>
                    <a:pt x="264" y="5"/>
                  </a:cubicBezTo>
                  <a:cubicBezTo>
                    <a:pt x="264" y="5"/>
                    <a:pt x="264" y="5"/>
                    <a:pt x="264" y="5"/>
                  </a:cubicBezTo>
                  <a:cubicBezTo>
                    <a:pt x="264" y="3"/>
                    <a:pt x="264" y="3"/>
                    <a:pt x="264" y="3"/>
                  </a:cubicBezTo>
                  <a:cubicBezTo>
                    <a:pt x="264" y="1"/>
                    <a:pt x="264" y="1"/>
                    <a:pt x="264" y="1"/>
                  </a:cubicBezTo>
                  <a:cubicBezTo>
                    <a:pt x="264" y="0"/>
                    <a:pt x="264" y="0"/>
                    <a:pt x="264" y="0"/>
                  </a:cubicBezTo>
                  <a:cubicBezTo>
                    <a:pt x="264" y="0"/>
                    <a:pt x="264" y="0"/>
                    <a:pt x="264"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35" name="Freeform 215"/>
            <p:cNvSpPr>
              <a:spLocks/>
            </p:cNvSpPr>
            <p:nvPr/>
          </p:nvSpPr>
          <p:spPr bwMode="auto">
            <a:xfrm>
              <a:off x="8691563" y="1957388"/>
              <a:ext cx="400050" cy="65088"/>
            </a:xfrm>
            <a:custGeom>
              <a:avLst/>
              <a:gdLst>
                <a:gd name="T0" fmla="*/ 264 w 264"/>
                <a:gd name="T1" fmla="*/ 5 h 43"/>
                <a:gd name="T2" fmla="*/ 264 w 264"/>
                <a:gd name="T3" fmla="*/ 3 h 43"/>
                <a:gd name="T4" fmla="*/ 264 w 264"/>
                <a:gd name="T5" fmla="*/ 0 h 43"/>
                <a:gd name="T6" fmla="*/ 261 w 264"/>
                <a:gd name="T7" fmla="*/ 1 h 43"/>
                <a:gd name="T8" fmla="*/ 258 w 264"/>
                <a:gd name="T9" fmla="*/ 2 h 43"/>
                <a:gd name="T10" fmla="*/ 256 w 264"/>
                <a:gd name="T11" fmla="*/ 3 h 43"/>
                <a:gd name="T12" fmla="*/ 250 w 264"/>
                <a:gd name="T13" fmla="*/ 4 h 43"/>
                <a:gd name="T14" fmla="*/ 245 w 264"/>
                <a:gd name="T15" fmla="*/ 5 h 43"/>
                <a:gd name="T16" fmla="*/ 243 w 264"/>
                <a:gd name="T17" fmla="*/ 5 h 43"/>
                <a:gd name="T18" fmla="*/ 228 w 264"/>
                <a:gd name="T19" fmla="*/ 7 h 43"/>
                <a:gd name="T20" fmla="*/ 208 w 264"/>
                <a:gd name="T21" fmla="*/ 9 h 43"/>
                <a:gd name="T22" fmla="*/ 202 w 264"/>
                <a:gd name="T23" fmla="*/ 10 h 43"/>
                <a:gd name="T24" fmla="*/ 196 w 264"/>
                <a:gd name="T25" fmla="*/ 10 h 43"/>
                <a:gd name="T26" fmla="*/ 162 w 264"/>
                <a:gd name="T27" fmla="*/ 11 h 43"/>
                <a:gd name="T28" fmla="*/ 103 w 264"/>
                <a:gd name="T29" fmla="*/ 11 h 43"/>
                <a:gd name="T30" fmla="*/ 52 w 264"/>
                <a:gd name="T31" fmla="*/ 9 h 43"/>
                <a:gd name="T32" fmla="*/ 50 w 264"/>
                <a:gd name="T33" fmla="*/ 9 h 43"/>
                <a:gd name="T34" fmla="*/ 46 w 264"/>
                <a:gd name="T35" fmla="*/ 8 h 43"/>
                <a:gd name="T36" fmla="*/ 41 w 264"/>
                <a:gd name="T37" fmla="*/ 8 h 43"/>
                <a:gd name="T38" fmla="*/ 38 w 264"/>
                <a:gd name="T39" fmla="*/ 7 h 43"/>
                <a:gd name="T40" fmla="*/ 23 w 264"/>
                <a:gd name="T41" fmla="*/ 5 h 43"/>
                <a:gd name="T42" fmla="*/ 17 w 264"/>
                <a:gd name="T43" fmla="*/ 5 h 43"/>
                <a:gd name="T44" fmla="*/ 10 w 264"/>
                <a:gd name="T45" fmla="*/ 3 h 43"/>
                <a:gd name="T46" fmla="*/ 0 w 264"/>
                <a:gd name="T47" fmla="*/ 0 h 43"/>
                <a:gd name="T48" fmla="*/ 0 w 264"/>
                <a:gd name="T49" fmla="*/ 7 h 43"/>
                <a:gd name="T50" fmla="*/ 0 w 264"/>
                <a:gd name="T51" fmla="*/ 16 h 43"/>
                <a:gd name="T52" fmla="*/ 0 w 264"/>
                <a:gd name="T53" fmla="*/ 18 h 43"/>
                <a:gd name="T54" fmla="*/ 0 w 264"/>
                <a:gd name="T55" fmla="*/ 20 h 43"/>
                <a:gd name="T56" fmla="*/ 0 w 264"/>
                <a:gd name="T57" fmla="*/ 27 h 43"/>
                <a:gd name="T58" fmla="*/ 0 w 264"/>
                <a:gd name="T59" fmla="*/ 30 h 43"/>
                <a:gd name="T60" fmla="*/ 1 w 264"/>
                <a:gd name="T61" fmla="*/ 31 h 43"/>
                <a:gd name="T62" fmla="*/ 2 w 264"/>
                <a:gd name="T63" fmla="*/ 32 h 43"/>
                <a:gd name="T64" fmla="*/ 8 w 264"/>
                <a:gd name="T65" fmla="*/ 34 h 43"/>
                <a:gd name="T66" fmla="*/ 10 w 264"/>
                <a:gd name="T67" fmla="*/ 34 h 43"/>
                <a:gd name="T68" fmla="*/ 14 w 264"/>
                <a:gd name="T69" fmla="*/ 35 h 43"/>
                <a:gd name="T70" fmla="*/ 43 w 264"/>
                <a:gd name="T71" fmla="*/ 39 h 43"/>
                <a:gd name="T72" fmla="*/ 50 w 264"/>
                <a:gd name="T73" fmla="*/ 40 h 43"/>
                <a:gd name="T74" fmla="*/ 52 w 264"/>
                <a:gd name="T75" fmla="*/ 40 h 43"/>
                <a:gd name="T76" fmla="*/ 132 w 264"/>
                <a:gd name="T77" fmla="*/ 43 h 43"/>
                <a:gd name="T78" fmla="*/ 202 w 264"/>
                <a:gd name="T79" fmla="*/ 41 h 43"/>
                <a:gd name="T80" fmla="*/ 208 w 264"/>
                <a:gd name="T81" fmla="*/ 41 h 43"/>
                <a:gd name="T82" fmla="*/ 227 w 264"/>
                <a:gd name="T83" fmla="*/ 39 h 43"/>
                <a:gd name="T84" fmla="*/ 244 w 264"/>
                <a:gd name="T85" fmla="*/ 37 h 43"/>
                <a:gd name="T86" fmla="*/ 254 w 264"/>
                <a:gd name="T87" fmla="*/ 35 h 43"/>
                <a:gd name="T88" fmla="*/ 258 w 264"/>
                <a:gd name="T89" fmla="*/ 34 h 43"/>
                <a:gd name="T90" fmla="*/ 260 w 264"/>
                <a:gd name="T91" fmla="*/ 33 h 43"/>
                <a:gd name="T92" fmla="*/ 262 w 264"/>
                <a:gd name="T93" fmla="*/ 32 h 43"/>
                <a:gd name="T94" fmla="*/ 263 w 264"/>
                <a:gd name="T95" fmla="*/ 31 h 43"/>
                <a:gd name="T96" fmla="*/ 264 w 264"/>
                <a:gd name="T97" fmla="*/ 30 h 43"/>
                <a:gd name="T98" fmla="*/ 264 w 264"/>
                <a:gd name="T99" fmla="*/ 18 h 43"/>
                <a:gd name="T100" fmla="*/ 264 w 264"/>
                <a:gd name="T101" fmla="*/ 14 h 43"/>
                <a:gd name="T102" fmla="*/ 264 w 264"/>
                <a:gd name="T103" fmla="*/ 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64" h="43">
                  <a:moveTo>
                    <a:pt x="264" y="5"/>
                  </a:moveTo>
                  <a:cubicBezTo>
                    <a:pt x="264" y="5"/>
                    <a:pt x="264" y="5"/>
                    <a:pt x="264" y="5"/>
                  </a:cubicBezTo>
                  <a:cubicBezTo>
                    <a:pt x="264" y="3"/>
                    <a:pt x="264" y="3"/>
                    <a:pt x="264" y="3"/>
                  </a:cubicBezTo>
                  <a:cubicBezTo>
                    <a:pt x="264" y="3"/>
                    <a:pt x="264" y="3"/>
                    <a:pt x="264" y="3"/>
                  </a:cubicBezTo>
                  <a:cubicBezTo>
                    <a:pt x="264" y="1"/>
                    <a:pt x="264" y="1"/>
                    <a:pt x="264" y="1"/>
                  </a:cubicBezTo>
                  <a:cubicBezTo>
                    <a:pt x="264" y="0"/>
                    <a:pt x="264" y="0"/>
                    <a:pt x="264" y="0"/>
                  </a:cubicBezTo>
                  <a:cubicBezTo>
                    <a:pt x="264" y="0"/>
                    <a:pt x="263" y="1"/>
                    <a:pt x="262" y="1"/>
                  </a:cubicBezTo>
                  <a:cubicBezTo>
                    <a:pt x="262" y="1"/>
                    <a:pt x="261" y="1"/>
                    <a:pt x="261" y="1"/>
                  </a:cubicBezTo>
                  <a:cubicBezTo>
                    <a:pt x="261" y="1"/>
                    <a:pt x="260" y="2"/>
                    <a:pt x="260" y="2"/>
                  </a:cubicBezTo>
                  <a:cubicBezTo>
                    <a:pt x="259" y="2"/>
                    <a:pt x="259" y="2"/>
                    <a:pt x="258" y="2"/>
                  </a:cubicBezTo>
                  <a:cubicBezTo>
                    <a:pt x="257" y="2"/>
                    <a:pt x="257" y="2"/>
                    <a:pt x="257" y="3"/>
                  </a:cubicBezTo>
                  <a:cubicBezTo>
                    <a:pt x="256" y="3"/>
                    <a:pt x="256" y="3"/>
                    <a:pt x="256" y="3"/>
                  </a:cubicBezTo>
                  <a:cubicBezTo>
                    <a:pt x="255" y="3"/>
                    <a:pt x="255" y="3"/>
                    <a:pt x="254" y="3"/>
                  </a:cubicBezTo>
                  <a:cubicBezTo>
                    <a:pt x="253" y="4"/>
                    <a:pt x="251" y="4"/>
                    <a:pt x="250" y="4"/>
                  </a:cubicBezTo>
                  <a:cubicBezTo>
                    <a:pt x="250" y="4"/>
                    <a:pt x="250" y="4"/>
                    <a:pt x="250" y="4"/>
                  </a:cubicBezTo>
                  <a:cubicBezTo>
                    <a:pt x="249" y="4"/>
                    <a:pt x="247" y="5"/>
                    <a:pt x="245" y="5"/>
                  </a:cubicBezTo>
                  <a:cubicBezTo>
                    <a:pt x="245" y="5"/>
                    <a:pt x="244" y="5"/>
                    <a:pt x="243" y="5"/>
                  </a:cubicBezTo>
                  <a:cubicBezTo>
                    <a:pt x="243" y="5"/>
                    <a:pt x="243" y="5"/>
                    <a:pt x="243" y="5"/>
                  </a:cubicBezTo>
                  <a:cubicBezTo>
                    <a:pt x="242" y="6"/>
                    <a:pt x="241" y="6"/>
                    <a:pt x="240" y="6"/>
                  </a:cubicBezTo>
                  <a:cubicBezTo>
                    <a:pt x="236" y="6"/>
                    <a:pt x="232" y="7"/>
                    <a:pt x="228" y="7"/>
                  </a:cubicBezTo>
                  <a:cubicBezTo>
                    <a:pt x="224" y="8"/>
                    <a:pt x="219" y="8"/>
                    <a:pt x="215" y="9"/>
                  </a:cubicBezTo>
                  <a:cubicBezTo>
                    <a:pt x="212" y="9"/>
                    <a:pt x="210" y="9"/>
                    <a:pt x="208" y="9"/>
                  </a:cubicBezTo>
                  <a:cubicBezTo>
                    <a:pt x="207" y="9"/>
                    <a:pt x="206" y="9"/>
                    <a:pt x="205" y="9"/>
                  </a:cubicBezTo>
                  <a:cubicBezTo>
                    <a:pt x="204" y="9"/>
                    <a:pt x="203" y="10"/>
                    <a:pt x="202" y="10"/>
                  </a:cubicBezTo>
                  <a:cubicBezTo>
                    <a:pt x="200" y="10"/>
                    <a:pt x="199" y="10"/>
                    <a:pt x="198" y="10"/>
                  </a:cubicBezTo>
                  <a:cubicBezTo>
                    <a:pt x="197" y="10"/>
                    <a:pt x="196" y="10"/>
                    <a:pt x="196" y="10"/>
                  </a:cubicBezTo>
                  <a:cubicBezTo>
                    <a:pt x="195" y="10"/>
                    <a:pt x="194" y="10"/>
                    <a:pt x="194" y="10"/>
                  </a:cubicBezTo>
                  <a:cubicBezTo>
                    <a:pt x="184" y="11"/>
                    <a:pt x="173" y="11"/>
                    <a:pt x="162" y="11"/>
                  </a:cubicBezTo>
                  <a:cubicBezTo>
                    <a:pt x="153" y="12"/>
                    <a:pt x="143" y="12"/>
                    <a:pt x="132" y="12"/>
                  </a:cubicBezTo>
                  <a:cubicBezTo>
                    <a:pt x="122" y="12"/>
                    <a:pt x="113" y="12"/>
                    <a:pt x="103" y="11"/>
                  </a:cubicBezTo>
                  <a:cubicBezTo>
                    <a:pt x="87" y="11"/>
                    <a:pt x="73" y="10"/>
                    <a:pt x="60" y="9"/>
                  </a:cubicBezTo>
                  <a:cubicBezTo>
                    <a:pt x="57" y="9"/>
                    <a:pt x="54" y="9"/>
                    <a:pt x="52" y="9"/>
                  </a:cubicBezTo>
                  <a:cubicBezTo>
                    <a:pt x="52" y="9"/>
                    <a:pt x="52" y="9"/>
                    <a:pt x="51" y="9"/>
                  </a:cubicBezTo>
                  <a:cubicBezTo>
                    <a:pt x="51" y="9"/>
                    <a:pt x="50" y="9"/>
                    <a:pt x="50" y="9"/>
                  </a:cubicBezTo>
                  <a:cubicBezTo>
                    <a:pt x="50" y="9"/>
                    <a:pt x="49" y="9"/>
                    <a:pt x="49" y="9"/>
                  </a:cubicBezTo>
                  <a:cubicBezTo>
                    <a:pt x="48" y="9"/>
                    <a:pt x="47" y="8"/>
                    <a:pt x="46" y="8"/>
                  </a:cubicBezTo>
                  <a:cubicBezTo>
                    <a:pt x="45" y="8"/>
                    <a:pt x="44" y="8"/>
                    <a:pt x="43" y="8"/>
                  </a:cubicBezTo>
                  <a:cubicBezTo>
                    <a:pt x="43" y="8"/>
                    <a:pt x="42" y="8"/>
                    <a:pt x="41" y="8"/>
                  </a:cubicBezTo>
                  <a:cubicBezTo>
                    <a:pt x="41" y="8"/>
                    <a:pt x="40" y="8"/>
                    <a:pt x="39" y="8"/>
                  </a:cubicBezTo>
                  <a:cubicBezTo>
                    <a:pt x="39" y="8"/>
                    <a:pt x="38" y="8"/>
                    <a:pt x="38" y="7"/>
                  </a:cubicBezTo>
                  <a:cubicBezTo>
                    <a:pt x="34" y="7"/>
                    <a:pt x="31" y="7"/>
                    <a:pt x="28" y="6"/>
                  </a:cubicBezTo>
                  <a:cubicBezTo>
                    <a:pt x="26" y="6"/>
                    <a:pt x="24" y="6"/>
                    <a:pt x="23" y="5"/>
                  </a:cubicBezTo>
                  <a:cubicBezTo>
                    <a:pt x="23" y="5"/>
                    <a:pt x="22" y="5"/>
                    <a:pt x="22" y="5"/>
                  </a:cubicBezTo>
                  <a:cubicBezTo>
                    <a:pt x="21" y="5"/>
                    <a:pt x="19" y="5"/>
                    <a:pt x="17" y="5"/>
                  </a:cubicBezTo>
                  <a:cubicBezTo>
                    <a:pt x="15" y="4"/>
                    <a:pt x="14" y="4"/>
                    <a:pt x="12" y="3"/>
                  </a:cubicBezTo>
                  <a:cubicBezTo>
                    <a:pt x="11" y="3"/>
                    <a:pt x="11" y="3"/>
                    <a:pt x="10" y="3"/>
                  </a:cubicBezTo>
                  <a:cubicBezTo>
                    <a:pt x="9" y="3"/>
                    <a:pt x="9" y="3"/>
                    <a:pt x="8" y="2"/>
                  </a:cubicBezTo>
                  <a:cubicBezTo>
                    <a:pt x="5" y="2"/>
                    <a:pt x="2" y="1"/>
                    <a:pt x="0" y="0"/>
                  </a:cubicBezTo>
                  <a:cubicBezTo>
                    <a:pt x="0" y="5"/>
                    <a:pt x="0" y="5"/>
                    <a:pt x="0" y="5"/>
                  </a:cubicBezTo>
                  <a:cubicBezTo>
                    <a:pt x="0" y="7"/>
                    <a:pt x="0" y="7"/>
                    <a:pt x="0" y="7"/>
                  </a:cubicBezTo>
                  <a:cubicBezTo>
                    <a:pt x="0" y="9"/>
                    <a:pt x="0" y="9"/>
                    <a:pt x="0" y="9"/>
                  </a:cubicBezTo>
                  <a:cubicBezTo>
                    <a:pt x="0" y="16"/>
                    <a:pt x="0" y="16"/>
                    <a:pt x="0" y="16"/>
                  </a:cubicBezTo>
                  <a:cubicBezTo>
                    <a:pt x="0" y="17"/>
                    <a:pt x="0" y="17"/>
                    <a:pt x="0" y="17"/>
                  </a:cubicBezTo>
                  <a:cubicBezTo>
                    <a:pt x="0" y="18"/>
                    <a:pt x="0" y="18"/>
                    <a:pt x="0" y="18"/>
                  </a:cubicBezTo>
                  <a:cubicBezTo>
                    <a:pt x="0" y="19"/>
                    <a:pt x="0" y="19"/>
                    <a:pt x="0" y="19"/>
                  </a:cubicBezTo>
                  <a:cubicBezTo>
                    <a:pt x="0" y="20"/>
                    <a:pt x="0" y="20"/>
                    <a:pt x="0" y="20"/>
                  </a:cubicBezTo>
                  <a:cubicBezTo>
                    <a:pt x="0" y="21"/>
                    <a:pt x="0" y="21"/>
                    <a:pt x="0" y="21"/>
                  </a:cubicBezTo>
                  <a:cubicBezTo>
                    <a:pt x="0" y="27"/>
                    <a:pt x="0" y="27"/>
                    <a:pt x="0" y="27"/>
                  </a:cubicBezTo>
                  <a:cubicBezTo>
                    <a:pt x="0" y="29"/>
                    <a:pt x="0" y="29"/>
                    <a:pt x="0" y="29"/>
                  </a:cubicBezTo>
                  <a:cubicBezTo>
                    <a:pt x="0" y="30"/>
                    <a:pt x="0" y="30"/>
                    <a:pt x="0" y="30"/>
                  </a:cubicBezTo>
                  <a:cubicBezTo>
                    <a:pt x="0" y="30"/>
                    <a:pt x="0" y="31"/>
                    <a:pt x="1" y="31"/>
                  </a:cubicBezTo>
                  <a:cubicBezTo>
                    <a:pt x="1" y="31"/>
                    <a:pt x="1" y="31"/>
                    <a:pt x="1" y="31"/>
                  </a:cubicBezTo>
                  <a:cubicBezTo>
                    <a:pt x="1" y="31"/>
                    <a:pt x="1" y="31"/>
                    <a:pt x="1" y="31"/>
                  </a:cubicBezTo>
                  <a:cubicBezTo>
                    <a:pt x="2" y="31"/>
                    <a:pt x="2" y="32"/>
                    <a:pt x="2" y="32"/>
                  </a:cubicBezTo>
                  <a:cubicBezTo>
                    <a:pt x="3" y="32"/>
                    <a:pt x="4" y="33"/>
                    <a:pt x="6" y="33"/>
                  </a:cubicBezTo>
                  <a:cubicBezTo>
                    <a:pt x="7" y="33"/>
                    <a:pt x="7" y="34"/>
                    <a:pt x="8" y="34"/>
                  </a:cubicBezTo>
                  <a:cubicBezTo>
                    <a:pt x="8" y="34"/>
                    <a:pt x="9" y="34"/>
                    <a:pt x="9" y="34"/>
                  </a:cubicBezTo>
                  <a:cubicBezTo>
                    <a:pt x="10" y="34"/>
                    <a:pt x="10" y="34"/>
                    <a:pt x="10" y="34"/>
                  </a:cubicBezTo>
                  <a:cubicBezTo>
                    <a:pt x="11" y="35"/>
                    <a:pt x="11" y="35"/>
                    <a:pt x="12" y="35"/>
                  </a:cubicBezTo>
                  <a:cubicBezTo>
                    <a:pt x="13" y="35"/>
                    <a:pt x="13" y="35"/>
                    <a:pt x="14" y="35"/>
                  </a:cubicBezTo>
                  <a:cubicBezTo>
                    <a:pt x="20" y="37"/>
                    <a:pt x="28" y="38"/>
                    <a:pt x="38" y="39"/>
                  </a:cubicBezTo>
                  <a:cubicBezTo>
                    <a:pt x="39" y="39"/>
                    <a:pt x="41" y="39"/>
                    <a:pt x="43" y="39"/>
                  </a:cubicBezTo>
                  <a:cubicBezTo>
                    <a:pt x="44" y="40"/>
                    <a:pt x="46" y="40"/>
                    <a:pt x="48" y="40"/>
                  </a:cubicBezTo>
                  <a:cubicBezTo>
                    <a:pt x="48" y="40"/>
                    <a:pt x="49" y="40"/>
                    <a:pt x="50" y="40"/>
                  </a:cubicBezTo>
                  <a:cubicBezTo>
                    <a:pt x="50" y="40"/>
                    <a:pt x="50" y="40"/>
                    <a:pt x="50" y="40"/>
                  </a:cubicBezTo>
                  <a:cubicBezTo>
                    <a:pt x="51" y="40"/>
                    <a:pt x="51" y="40"/>
                    <a:pt x="52" y="40"/>
                  </a:cubicBezTo>
                  <a:cubicBezTo>
                    <a:pt x="54" y="40"/>
                    <a:pt x="57" y="41"/>
                    <a:pt x="59" y="41"/>
                  </a:cubicBezTo>
                  <a:cubicBezTo>
                    <a:pt x="80" y="42"/>
                    <a:pt x="105" y="43"/>
                    <a:pt x="132" y="43"/>
                  </a:cubicBezTo>
                  <a:cubicBezTo>
                    <a:pt x="156" y="43"/>
                    <a:pt x="178" y="43"/>
                    <a:pt x="198" y="41"/>
                  </a:cubicBezTo>
                  <a:cubicBezTo>
                    <a:pt x="199" y="41"/>
                    <a:pt x="201" y="41"/>
                    <a:pt x="202" y="41"/>
                  </a:cubicBezTo>
                  <a:cubicBezTo>
                    <a:pt x="204" y="41"/>
                    <a:pt x="206" y="41"/>
                    <a:pt x="207" y="41"/>
                  </a:cubicBezTo>
                  <a:cubicBezTo>
                    <a:pt x="208" y="41"/>
                    <a:pt x="208" y="41"/>
                    <a:pt x="208" y="41"/>
                  </a:cubicBezTo>
                  <a:cubicBezTo>
                    <a:pt x="210" y="40"/>
                    <a:pt x="213" y="40"/>
                    <a:pt x="215" y="40"/>
                  </a:cubicBezTo>
                  <a:cubicBezTo>
                    <a:pt x="219" y="40"/>
                    <a:pt x="223" y="39"/>
                    <a:pt x="227" y="39"/>
                  </a:cubicBezTo>
                  <a:cubicBezTo>
                    <a:pt x="230" y="39"/>
                    <a:pt x="234" y="38"/>
                    <a:pt x="236" y="38"/>
                  </a:cubicBezTo>
                  <a:cubicBezTo>
                    <a:pt x="239" y="37"/>
                    <a:pt x="242" y="37"/>
                    <a:pt x="244" y="37"/>
                  </a:cubicBezTo>
                  <a:cubicBezTo>
                    <a:pt x="247" y="36"/>
                    <a:pt x="249" y="36"/>
                    <a:pt x="251" y="35"/>
                  </a:cubicBezTo>
                  <a:cubicBezTo>
                    <a:pt x="252" y="35"/>
                    <a:pt x="253" y="35"/>
                    <a:pt x="254" y="35"/>
                  </a:cubicBezTo>
                  <a:cubicBezTo>
                    <a:pt x="254" y="35"/>
                    <a:pt x="255" y="34"/>
                    <a:pt x="255" y="34"/>
                  </a:cubicBezTo>
                  <a:cubicBezTo>
                    <a:pt x="256" y="34"/>
                    <a:pt x="257" y="34"/>
                    <a:pt x="258" y="34"/>
                  </a:cubicBezTo>
                  <a:cubicBezTo>
                    <a:pt x="258" y="33"/>
                    <a:pt x="259" y="33"/>
                    <a:pt x="259" y="33"/>
                  </a:cubicBezTo>
                  <a:cubicBezTo>
                    <a:pt x="259" y="33"/>
                    <a:pt x="260" y="33"/>
                    <a:pt x="260" y="33"/>
                  </a:cubicBezTo>
                  <a:cubicBezTo>
                    <a:pt x="260" y="33"/>
                    <a:pt x="261" y="33"/>
                    <a:pt x="261" y="33"/>
                  </a:cubicBezTo>
                  <a:cubicBezTo>
                    <a:pt x="261" y="32"/>
                    <a:pt x="262" y="32"/>
                    <a:pt x="262" y="32"/>
                  </a:cubicBezTo>
                  <a:cubicBezTo>
                    <a:pt x="262" y="32"/>
                    <a:pt x="262" y="32"/>
                    <a:pt x="263" y="32"/>
                  </a:cubicBezTo>
                  <a:cubicBezTo>
                    <a:pt x="263" y="32"/>
                    <a:pt x="263" y="32"/>
                    <a:pt x="263" y="31"/>
                  </a:cubicBezTo>
                  <a:cubicBezTo>
                    <a:pt x="263" y="31"/>
                    <a:pt x="264" y="31"/>
                    <a:pt x="264" y="31"/>
                  </a:cubicBezTo>
                  <a:cubicBezTo>
                    <a:pt x="264" y="31"/>
                    <a:pt x="264" y="31"/>
                    <a:pt x="264" y="30"/>
                  </a:cubicBezTo>
                  <a:cubicBezTo>
                    <a:pt x="264" y="30"/>
                    <a:pt x="264" y="30"/>
                    <a:pt x="264" y="30"/>
                  </a:cubicBezTo>
                  <a:cubicBezTo>
                    <a:pt x="264" y="18"/>
                    <a:pt x="264" y="18"/>
                    <a:pt x="264" y="18"/>
                  </a:cubicBezTo>
                  <a:cubicBezTo>
                    <a:pt x="264" y="16"/>
                    <a:pt x="264" y="16"/>
                    <a:pt x="264" y="16"/>
                  </a:cubicBezTo>
                  <a:cubicBezTo>
                    <a:pt x="264" y="14"/>
                    <a:pt x="264" y="14"/>
                    <a:pt x="264" y="14"/>
                  </a:cubicBezTo>
                  <a:cubicBezTo>
                    <a:pt x="264" y="7"/>
                    <a:pt x="264" y="7"/>
                    <a:pt x="264" y="7"/>
                  </a:cubicBezTo>
                  <a:lnTo>
                    <a:pt x="264" y="5"/>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36" name="Freeform 216"/>
            <p:cNvSpPr>
              <a:spLocks/>
            </p:cNvSpPr>
            <p:nvPr/>
          </p:nvSpPr>
          <p:spPr bwMode="auto">
            <a:xfrm>
              <a:off x="8691563" y="1930400"/>
              <a:ext cx="400050" cy="38100"/>
            </a:xfrm>
            <a:custGeom>
              <a:avLst/>
              <a:gdLst>
                <a:gd name="T0" fmla="*/ 209 w 264"/>
                <a:gd name="T1" fmla="*/ 3 h 25"/>
                <a:gd name="T2" fmla="*/ 56 w 264"/>
                <a:gd name="T3" fmla="*/ 3 h 25"/>
                <a:gd name="T4" fmla="*/ 46 w 264"/>
                <a:gd name="T5" fmla="*/ 3 h 25"/>
                <a:gd name="T6" fmla="*/ 41 w 264"/>
                <a:gd name="T7" fmla="*/ 4 h 25"/>
                <a:gd name="T8" fmla="*/ 39 w 264"/>
                <a:gd name="T9" fmla="*/ 4 h 25"/>
                <a:gd name="T10" fmla="*/ 33 w 264"/>
                <a:gd name="T11" fmla="*/ 5 h 25"/>
                <a:gd name="T12" fmla="*/ 11 w 264"/>
                <a:gd name="T13" fmla="*/ 9 h 25"/>
                <a:gd name="T14" fmla="*/ 8 w 264"/>
                <a:gd name="T15" fmla="*/ 9 h 25"/>
                <a:gd name="T16" fmla="*/ 1 w 264"/>
                <a:gd name="T17" fmla="*/ 12 h 25"/>
                <a:gd name="T18" fmla="*/ 0 w 264"/>
                <a:gd name="T19" fmla="*/ 13 h 25"/>
                <a:gd name="T20" fmla="*/ 2 w 264"/>
                <a:gd name="T21" fmla="*/ 14 h 25"/>
                <a:gd name="T22" fmla="*/ 4 w 264"/>
                <a:gd name="T23" fmla="*/ 15 h 25"/>
                <a:gd name="T24" fmla="*/ 9 w 264"/>
                <a:gd name="T25" fmla="*/ 16 h 25"/>
                <a:gd name="T26" fmla="*/ 12 w 264"/>
                <a:gd name="T27" fmla="*/ 17 h 25"/>
                <a:gd name="T28" fmla="*/ 29 w 264"/>
                <a:gd name="T29" fmla="*/ 20 h 25"/>
                <a:gd name="T30" fmla="*/ 36 w 264"/>
                <a:gd name="T31" fmla="*/ 21 h 25"/>
                <a:gd name="T32" fmla="*/ 39 w 264"/>
                <a:gd name="T33" fmla="*/ 21 h 25"/>
                <a:gd name="T34" fmla="*/ 43 w 264"/>
                <a:gd name="T35" fmla="*/ 22 h 25"/>
                <a:gd name="T36" fmla="*/ 46 w 264"/>
                <a:gd name="T37" fmla="*/ 22 h 25"/>
                <a:gd name="T38" fmla="*/ 132 w 264"/>
                <a:gd name="T39" fmla="*/ 25 h 25"/>
                <a:gd name="T40" fmla="*/ 195 w 264"/>
                <a:gd name="T41" fmla="*/ 24 h 25"/>
                <a:gd name="T42" fmla="*/ 197 w 264"/>
                <a:gd name="T43" fmla="*/ 24 h 25"/>
                <a:gd name="T44" fmla="*/ 201 w 264"/>
                <a:gd name="T45" fmla="*/ 23 h 25"/>
                <a:gd name="T46" fmla="*/ 223 w 264"/>
                <a:gd name="T47" fmla="*/ 22 h 25"/>
                <a:gd name="T48" fmla="*/ 228 w 264"/>
                <a:gd name="T49" fmla="*/ 21 h 25"/>
                <a:gd name="T50" fmla="*/ 235 w 264"/>
                <a:gd name="T51" fmla="*/ 20 h 25"/>
                <a:gd name="T52" fmla="*/ 241 w 264"/>
                <a:gd name="T53" fmla="*/ 19 h 25"/>
                <a:gd name="T54" fmla="*/ 254 w 264"/>
                <a:gd name="T55" fmla="*/ 17 h 25"/>
                <a:gd name="T56" fmla="*/ 260 w 264"/>
                <a:gd name="T57" fmla="*/ 15 h 25"/>
                <a:gd name="T58" fmla="*/ 262 w 264"/>
                <a:gd name="T59" fmla="*/ 14 h 25"/>
                <a:gd name="T60" fmla="*/ 264 w 264"/>
                <a:gd name="T61" fmla="*/ 13 h 25"/>
                <a:gd name="T62" fmla="*/ 263 w 264"/>
                <a:gd name="T63" fmla="*/ 12 h 25"/>
                <a:gd name="T64" fmla="*/ 262 w 264"/>
                <a:gd name="T65" fmla="*/ 11 h 25"/>
                <a:gd name="T66" fmla="*/ 260 w 264"/>
                <a:gd name="T67" fmla="*/ 10 h 25"/>
                <a:gd name="T68" fmla="*/ 257 w 264"/>
                <a:gd name="T69" fmla="*/ 9 h 25"/>
                <a:gd name="T70" fmla="*/ 250 w 264"/>
                <a:gd name="T71" fmla="*/ 8 h 25"/>
                <a:gd name="T72" fmla="*/ 235 w 264"/>
                <a:gd name="T73" fmla="*/ 5 h 25"/>
                <a:gd name="T74" fmla="*/ 227 w 264"/>
                <a:gd name="T75" fmla="*/ 4 h 25"/>
                <a:gd name="T76" fmla="*/ 223 w 264"/>
                <a:gd name="T77" fmla="*/ 4 h 25"/>
                <a:gd name="T78" fmla="*/ 213 w 264"/>
                <a:gd name="T79" fmla="*/ 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64" h="25">
                  <a:moveTo>
                    <a:pt x="211" y="3"/>
                  </a:moveTo>
                  <a:cubicBezTo>
                    <a:pt x="211" y="3"/>
                    <a:pt x="210" y="3"/>
                    <a:pt x="209" y="3"/>
                  </a:cubicBezTo>
                  <a:cubicBezTo>
                    <a:pt x="188" y="1"/>
                    <a:pt x="161" y="0"/>
                    <a:pt x="132" y="0"/>
                  </a:cubicBezTo>
                  <a:cubicBezTo>
                    <a:pt x="104" y="0"/>
                    <a:pt x="78" y="1"/>
                    <a:pt x="56" y="3"/>
                  </a:cubicBezTo>
                  <a:cubicBezTo>
                    <a:pt x="54" y="3"/>
                    <a:pt x="52" y="3"/>
                    <a:pt x="50" y="3"/>
                  </a:cubicBezTo>
                  <a:cubicBezTo>
                    <a:pt x="49" y="3"/>
                    <a:pt x="48" y="3"/>
                    <a:pt x="46" y="3"/>
                  </a:cubicBezTo>
                  <a:cubicBezTo>
                    <a:pt x="45" y="4"/>
                    <a:pt x="44" y="4"/>
                    <a:pt x="43" y="4"/>
                  </a:cubicBezTo>
                  <a:cubicBezTo>
                    <a:pt x="43" y="4"/>
                    <a:pt x="42" y="4"/>
                    <a:pt x="41" y="4"/>
                  </a:cubicBezTo>
                  <a:cubicBezTo>
                    <a:pt x="41" y="4"/>
                    <a:pt x="41" y="4"/>
                    <a:pt x="41" y="4"/>
                  </a:cubicBezTo>
                  <a:cubicBezTo>
                    <a:pt x="40" y="4"/>
                    <a:pt x="40" y="4"/>
                    <a:pt x="39" y="4"/>
                  </a:cubicBezTo>
                  <a:cubicBezTo>
                    <a:pt x="39" y="4"/>
                    <a:pt x="39" y="4"/>
                    <a:pt x="39" y="4"/>
                  </a:cubicBezTo>
                  <a:cubicBezTo>
                    <a:pt x="37" y="4"/>
                    <a:pt x="35" y="5"/>
                    <a:pt x="33" y="5"/>
                  </a:cubicBezTo>
                  <a:cubicBezTo>
                    <a:pt x="24" y="6"/>
                    <a:pt x="17" y="7"/>
                    <a:pt x="12" y="8"/>
                  </a:cubicBezTo>
                  <a:cubicBezTo>
                    <a:pt x="12" y="8"/>
                    <a:pt x="11" y="8"/>
                    <a:pt x="11" y="9"/>
                  </a:cubicBezTo>
                  <a:cubicBezTo>
                    <a:pt x="11" y="9"/>
                    <a:pt x="10" y="9"/>
                    <a:pt x="10" y="9"/>
                  </a:cubicBezTo>
                  <a:cubicBezTo>
                    <a:pt x="9" y="9"/>
                    <a:pt x="9" y="9"/>
                    <a:pt x="8" y="9"/>
                  </a:cubicBezTo>
                  <a:cubicBezTo>
                    <a:pt x="7" y="10"/>
                    <a:pt x="5" y="10"/>
                    <a:pt x="4" y="11"/>
                  </a:cubicBezTo>
                  <a:cubicBezTo>
                    <a:pt x="3" y="11"/>
                    <a:pt x="1" y="12"/>
                    <a:pt x="1" y="12"/>
                  </a:cubicBezTo>
                  <a:cubicBezTo>
                    <a:pt x="1" y="13"/>
                    <a:pt x="1" y="13"/>
                    <a:pt x="0" y="13"/>
                  </a:cubicBezTo>
                  <a:cubicBezTo>
                    <a:pt x="0" y="13"/>
                    <a:pt x="0" y="13"/>
                    <a:pt x="0" y="13"/>
                  </a:cubicBezTo>
                  <a:cubicBezTo>
                    <a:pt x="0" y="13"/>
                    <a:pt x="1" y="13"/>
                    <a:pt x="1" y="13"/>
                  </a:cubicBezTo>
                  <a:cubicBezTo>
                    <a:pt x="1" y="13"/>
                    <a:pt x="1" y="13"/>
                    <a:pt x="2" y="14"/>
                  </a:cubicBezTo>
                  <a:cubicBezTo>
                    <a:pt x="3" y="14"/>
                    <a:pt x="3" y="14"/>
                    <a:pt x="4" y="15"/>
                  </a:cubicBezTo>
                  <a:cubicBezTo>
                    <a:pt x="4" y="15"/>
                    <a:pt x="4" y="15"/>
                    <a:pt x="4" y="15"/>
                  </a:cubicBezTo>
                  <a:cubicBezTo>
                    <a:pt x="5" y="15"/>
                    <a:pt x="7" y="16"/>
                    <a:pt x="8" y="16"/>
                  </a:cubicBezTo>
                  <a:cubicBezTo>
                    <a:pt x="8" y="16"/>
                    <a:pt x="9" y="16"/>
                    <a:pt x="9" y="16"/>
                  </a:cubicBezTo>
                  <a:cubicBezTo>
                    <a:pt x="10" y="17"/>
                    <a:pt x="10" y="17"/>
                    <a:pt x="10" y="17"/>
                  </a:cubicBezTo>
                  <a:cubicBezTo>
                    <a:pt x="11" y="17"/>
                    <a:pt x="11" y="17"/>
                    <a:pt x="12" y="17"/>
                  </a:cubicBezTo>
                  <a:cubicBezTo>
                    <a:pt x="13" y="17"/>
                    <a:pt x="15" y="18"/>
                    <a:pt x="17" y="18"/>
                  </a:cubicBezTo>
                  <a:cubicBezTo>
                    <a:pt x="20" y="19"/>
                    <a:pt x="24" y="19"/>
                    <a:pt x="29" y="20"/>
                  </a:cubicBezTo>
                  <a:cubicBezTo>
                    <a:pt x="30" y="20"/>
                    <a:pt x="32" y="20"/>
                    <a:pt x="33" y="21"/>
                  </a:cubicBezTo>
                  <a:cubicBezTo>
                    <a:pt x="34" y="21"/>
                    <a:pt x="35" y="21"/>
                    <a:pt x="36" y="21"/>
                  </a:cubicBezTo>
                  <a:cubicBezTo>
                    <a:pt x="37" y="21"/>
                    <a:pt x="37" y="21"/>
                    <a:pt x="38" y="21"/>
                  </a:cubicBezTo>
                  <a:cubicBezTo>
                    <a:pt x="38" y="21"/>
                    <a:pt x="39" y="21"/>
                    <a:pt x="39" y="21"/>
                  </a:cubicBezTo>
                  <a:cubicBezTo>
                    <a:pt x="40" y="21"/>
                    <a:pt x="41" y="21"/>
                    <a:pt x="41" y="22"/>
                  </a:cubicBezTo>
                  <a:cubicBezTo>
                    <a:pt x="42" y="22"/>
                    <a:pt x="43" y="22"/>
                    <a:pt x="43" y="22"/>
                  </a:cubicBezTo>
                  <a:cubicBezTo>
                    <a:pt x="44" y="22"/>
                    <a:pt x="44" y="22"/>
                    <a:pt x="45" y="22"/>
                  </a:cubicBezTo>
                  <a:cubicBezTo>
                    <a:pt x="45" y="22"/>
                    <a:pt x="45" y="22"/>
                    <a:pt x="46" y="22"/>
                  </a:cubicBezTo>
                  <a:cubicBezTo>
                    <a:pt x="47" y="22"/>
                    <a:pt x="49" y="22"/>
                    <a:pt x="50" y="22"/>
                  </a:cubicBezTo>
                  <a:cubicBezTo>
                    <a:pt x="73" y="24"/>
                    <a:pt x="101" y="25"/>
                    <a:pt x="132" y="25"/>
                  </a:cubicBezTo>
                  <a:cubicBezTo>
                    <a:pt x="154" y="25"/>
                    <a:pt x="175" y="25"/>
                    <a:pt x="194" y="24"/>
                  </a:cubicBezTo>
                  <a:cubicBezTo>
                    <a:pt x="194" y="24"/>
                    <a:pt x="194" y="24"/>
                    <a:pt x="195" y="24"/>
                  </a:cubicBezTo>
                  <a:cubicBezTo>
                    <a:pt x="195" y="24"/>
                    <a:pt x="195" y="24"/>
                    <a:pt x="196" y="24"/>
                  </a:cubicBezTo>
                  <a:cubicBezTo>
                    <a:pt x="196" y="24"/>
                    <a:pt x="197" y="24"/>
                    <a:pt x="197" y="24"/>
                  </a:cubicBezTo>
                  <a:cubicBezTo>
                    <a:pt x="197" y="24"/>
                    <a:pt x="198" y="24"/>
                    <a:pt x="198" y="24"/>
                  </a:cubicBezTo>
                  <a:cubicBezTo>
                    <a:pt x="199" y="24"/>
                    <a:pt x="200" y="23"/>
                    <a:pt x="201" y="23"/>
                  </a:cubicBezTo>
                  <a:cubicBezTo>
                    <a:pt x="202" y="23"/>
                    <a:pt x="202" y="23"/>
                    <a:pt x="202" y="23"/>
                  </a:cubicBezTo>
                  <a:cubicBezTo>
                    <a:pt x="209" y="23"/>
                    <a:pt x="217" y="22"/>
                    <a:pt x="223" y="22"/>
                  </a:cubicBezTo>
                  <a:cubicBezTo>
                    <a:pt x="224" y="21"/>
                    <a:pt x="225" y="21"/>
                    <a:pt x="225" y="21"/>
                  </a:cubicBezTo>
                  <a:cubicBezTo>
                    <a:pt x="226" y="21"/>
                    <a:pt x="227" y="21"/>
                    <a:pt x="228" y="21"/>
                  </a:cubicBezTo>
                  <a:cubicBezTo>
                    <a:pt x="229" y="21"/>
                    <a:pt x="230" y="21"/>
                    <a:pt x="232" y="21"/>
                  </a:cubicBezTo>
                  <a:cubicBezTo>
                    <a:pt x="233" y="20"/>
                    <a:pt x="234" y="20"/>
                    <a:pt x="235" y="20"/>
                  </a:cubicBezTo>
                  <a:cubicBezTo>
                    <a:pt x="236" y="20"/>
                    <a:pt x="237" y="20"/>
                    <a:pt x="239" y="20"/>
                  </a:cubicBezTo>
                  <a:cubicBezTo>
                    <a:pt x="239" y="20"/>
                    <a:pt x="240" y="19"/>
                    <a:pt x="241" y="19"/>
                  </a:cubicBezTo>
                  <a:cubicBezTo>
                    <a:pt x="241" y="19"/>
                    <a:pt x="242" y="19"/>
                    <a:pt x="242" y="19"/>
                  </a:cubicBezTo>
                  <a:cubicBezTo>
                    <a:pt x="246" y="18"/>
                    <a:pt x="250" y="18"/>
                    <a:pt x="254" y="17"/>
                  </a:cubicBezTo>
                  <a:cubicBezTo>
                    <a:pt x="255" y="17"/>
                    <a:pt x="257" y="16"/>
                    <a:pt x="258" y="16"/>
                  </a:cubicBezTo>
                  <a:cubicBezTo>
                    <a:pt x="259" y="16"/>
                    <a:pt x="259" y="15"/>
                    <a:pt x="260" y="15"/>
                  </a:cubicBezTo>
                  <a:cubicBezTo>
                    <a:pt x="260" y="15"/>
                    <a:pt x="260" y="15"/>
                    <a:pt x="261" y="15"/>
                  </a:cubicBezTo>
                  <a:cubicBezTo>
                    <a:pt x="261" y="15"/>
                    <a:pt x="261" y="14"/>
                    <a:pt x="262" y="14"/>
                  </a:cubicBezTo>
                  <a:cubicBezTo>
                    <a:pt x="263" y="14"/>
                    <a:pt x="264" y="13"/>
                    <a:pt x="264" y="13"/>
                  </a:cubicBezTo>
                  <a:cubicBezTo>
                    <a:pt x="264" y="13"/>
                    <a:pt x="264" y="13"/>
                    <a:pt x="264" y="13"/>
                  </a:cubicBezTo>
                  <a:cubicBezTo>
                    <a:pt x="264" y="13"/>
                    <a:pt x="264" y="13"/>
                    <a:pt x="264" y="13"/>
                  </a:cubicBezTo>
                  <a:cubicBezTo>
                    <a:pt x="264" y="12"/>
                    <a:pt x="264" y="12"/>
                    <a:pt x="263" y="12"/>
                  </a:cubicBezTo>
                  <a:cubicBezTo>
                    <a:pt x="263" y="11"/>
                    <a:pt x="262" y="11"/>
                    <a:pt x="262" y="11"/>
                  </a:cubicBezTo>
                  <a:cubicBezTo>
                    <a:pt x="262" y="11"/>
                    <a:pt x="262" y="11"/>
                    <a:pt x="262" y="11"/>
                  </a:cubicBezTo>
                  <a:cubicBezTo>
                    <a:pt x="261" y="11"/>
                    <a:pt x="261" y="11"/>
                    <a:pt x="261" y="11"/>
                  </a:cubicBezTo>
                  <a:cubicBezTo>
                    <a:pt x="260" y="10"/>
                    <a:pt x="260" y="10"/>
                    <a:pt x="260" y="10"/>
                  </a:cubicBezTo>
                  <a:cubicBezTo>
                    <a:pt x="259" y="10"/>
                    <a:pt x="259" y="10"/>
                    <a:pt x="258" y="10"/>
                  </a:cubicBezTo>
                  <a:cubicBezTo>
                    <a:pt x="258" y="10"/>
                    <a:pt x="257" y="9"/>
                    <a:pt x="257" y="9"/>
                  </a:cubicBezTo>
                  <a:cubicBezTo>
                    <a:pt x="256" y="9"/>
                    <a:pt x="256" y="9"/>
                    <a:pt x="256" y="9"/>
                  </a:cubicBezTo>
                  <a:cubicBezTo>
                    <a:pt x="254" y="9"/>
                    <a:pt x="252" y="8"/>
                    <a:pt x="250" y="8"/>
                  </a:cubicBezTo>
                  <a:cubicBezTo>
                    <a:pt x="248" y="7"/>
                    <a:pt x="244" y="7"/>
                    <a:pt x="240" y="6"/>
                  </a:cubicBezTo>
                  <a:cubicBezTo>
                    <a:pt x="239" y="6"/>
                    <a:pt x="237" y="6"/>
                    <a:pt x="235" y="5"/>
                  </a:cubicBezTo>
                  <a:cubicBezTo>
                    <a:pt x="234" y="5"/>
                    <a:pt x="233" y="5"/>
                    <a:pt x="233" y="5"/>
                  </a:cubicBezTo>
                  <a:cubicBezTo>
                    <a:pt x="231" y="5"/>
                    <a:pt x="229" y="5"/>
                    <a:pt x="227" y="4"/>
                  </a:cubicBezTo>
                  <a:cubicBezTo>
                    <a:pt x="227" y="4"/>
                    <a:pt x="227" y="4"/>
                    <a:pt x="227" y="4"/>
                  </a:cubicBezTo>
                  <a:cubicBezTo>
                    <a:pt x="226" y="4"/>
                    <a:pt x="224" y="4"/>
                    <a:pt x="223" y="4"/>
                  </a:cubicBezTo>
                  <a:cubicBezTo>
                    <a:pt x="221" y="4"/>
                    <a:pt x="219" y="4"/>
                    <a:pt x="217" y="3"/>
                  </a:cubicBezTo>
                  <a:cubicBezTo>
                    <a:pt x="216" y="3"/>
                    <a:pt x="215" y="3"/>
                    <a:pt x="213" y="3"/>
                  </a:cubicBezTo>
                  <a:cubicBezTo>
                    <a:pt x="213" y="3"/>
                    <a:pt x="212" y="3"/>
                    <a:pt x="211" y="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236787858"/>
      </p:ext>
    </p:extLst>
  </p:cSld>
  <p:clrMapOvr>
    <a:masterClrMapping/>
  </p:clrMapOvr>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10420160" y="1257300"/>
            <a:ext cx="1127125" cy="1603375"/>
            <a:chOff x="4387850" y="1257300"/>
            <a:chExt cx="1127125" cy="1603375"/>
          </a:xfrm>
          <a:solidFill>
            <a:schemeClr val="tx1">
              <a:lumMod val="65000"/>
              <a:lumOff val="35000"/>
            </a:schemeClr>
          </a:solidFill>
        </p:grpSpPr>
        <p:sp>
          <p:nvSpPr>
            <p:cNvPr id="3" name="Freeform 8"/>
            <p:cNvSpPr>
              <a:spLocks/>
            </p:cNvSpPr>
            <p:nvPr/>
          </p:nvSpPr>
          <p:spPr bwMode="auto">
            <a:xfrm>
              <a:off x="4497388" y="1257300"/>
              <a:ext cx="293688" cy="295275"/>
            </a:xfrm>
            <a:custGeom>
              <a:avLst/>
              <a:gdLst>
                <a:gd name="T0" fmla="*/ 81 w 194"/>
                <a:gd name="T1" fmla="*/ 186 h 195"/>
                <a:gd name="T2" fmla="*/ 185 w 194"/>
                <a:gd name="T3" fmla="*/ 113 h 195"/>
                <a:gd name="T4" fmla="*/ 112 w 194"/>
                <a:gd name="T5" fmla="*/ 9 h 195"/>
                <a:gd name="T6" fmla="*/ 8 w 194"/>
                <a:gd name="T7" fmla="*/ 82 h 195"/>
                <a:gd name="T8" fmla="*/ 81 w 194"/>
                <a:gd name="T9" fmla="*/ 186 h 195"/>
              </a:gdLst>
              <a:ahLst/>
              <a:cxnLst>
                <a:cxn ang="0">
                  <a:pos x="T0" y="T1"/>
                </a:cxn>
                <a:cxn ang="0">
                  <a:pos x="T2" y="T3"/>
                </a:cxn>
                <a:cxn ang="0">
                  <a:pos x="T4" y="T5"/>
                </a:cxn>
                <a:cxn ang="0">
                  <a:pos x="T6" y="T7"/>
                </a:cxn>
                <a:cxn ang="0">
                  <a:pos x="T8" y="T9"/>
                </a:cxn>
              </a:cxnLst>
              <a:rect l="0" t="0" r="r" b="b"/>
              <a:pathLst>
                <a:path w="194" h="195">
                  <a:moveTo>
                    <a:pt x="81" y="186"/>
                  </a:moveTo>
                  <a:cubicBezTo>
                    <a:pt x="130" y="195"/>
                    <a:pt x="177" y="162"/>
                    <a:pt x="185" y="113"/>
                  </a:cubicBezTo>
                  <a:cubicBezTo>
                    <a:pt x="194" y="64"/>
                    <a:pt x="161" y="18"/>
                    <a:pt x="112" y="9"/>
                  </a:cubicBezTo>
                  <a:cubicBezTo>
                    <a:pt x="63" y="0"/>
                    <a:pt x="17" y="33"/>
                    <a:pt x="8" y="82"/>
                  </a:cubicBezTo>
                  <a:cubicBezTo>
                    <a:pt x="0" y="131"/>
                    <a:pt x="32" y="178"/>
                    <a:pt x="81" y="1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Freeform 9"/>
            <p:cNvSpPr>
              <a:spLocks/>
            </p:cNvSpPr>
            <p:nvPr/>
          </p:nvSpPr>
          <p:spPr bwMode="auto">
            <a:xfrm>
              <a:off x="4387850" y="1541463"/>
              <a:ext cx="728663" cy="1114425"/>
            </a:xfrm>
            <a:custGeom>
              <a:avLst/>
              <a:gdLst>
                <a:gd name="T0" fmla="*/ 68 w 481"/>
                <a:gd name="T1" fmla="*/ 365 h 735"/>
                <a:gd name="T2" fmla="*/ 68 w 481"/>
                <a:gd name="T3" fmla="*/ 365 h 735"/>
                <a:gd name="T4" fmla="*/ 82 w 481"/>
                <a:gd name="T5" fmla="*/ 386 h 735"/>
                <a:gd name="T6" fmla="*/ 97 w 481"/>
                <a:gd name="T7" fmla="*/ 451 h 735"/>
                <a:gd name="T8" fmla="*/ 17 w 481"/>
                <a:gd name="T9" fmla="*/ 657 h 735"/>
                <a:gd name="T10" fmla="*/ 30 w 481"/>
                <a:gd name="T11" fmla="*/ 726 h 735"/>
                <a:gd name="T12" fmla="*/ 58 w 481"/>
                <a:gd name="T13" fmla="*/ 735 h 735"/>
                <a:gd name="T14" fmla="*/ 99 w 481"/>
                <a:gd name="T15" fmla="*/ 713 h 735"/>
                <a:gd name="T16" fmla="*/ 99 w 481"/>
                <a:gd name="T17" fmla="*/ 713 h 735"/>
                <a:gd name="T18" fmla="*/ 197 w 481"/>
                <a:gd name="T19" fmla="*/ 451 h 735"/>
                <a:gd name="T20" fmla="*/ 181 w 481"/>
                <a:gd name="T21" fmla="*/ 363 h 735"/>
                <a:gd name="T22" fmla="*/ 263 w 481"/>
                <a:gd name="T23" fmla="*/ 347 h 735"/>
                <a:gd name="T24" fmla="*/ 233 w 481"/>
                <a:gd name="T25" fmla="*/ 455 h 735"/>
                <a:gd name="T26" fmla="*/ 268 w 481"/>
                <a:gd name="T27" fmla="*/ 516 h 735"/>
                <a:gd name="T28" fmla="*/ 329 w 481"/>
                <a:gd name="T29" fmla="*/ 481 h 735"/>
                <a:gd name="T30" fmla="*/ 380 w 481"/>
                <a:gd name="T31" fmla="*/ 297 h 735"/>
                <a:gd name="T32" fmla="*/ 369 w 481"/>
                <a:gd name="T33" fmla="*/ 250 h 735"/>
                <a:gd name="T34" fmla="*/ 323 w 481"/>
                <a:gd name="T35" fmla="*/ 234 h 735"/>
                <a:gd name="T36" fmla="*/ 154 w 481"/>
                <a:gd name="T37" fmla="*/ 266 h 735"/>
                <a:gd name="T38" fmla="*/ 158 w 481"/>
                <a:gd name="T39" fmla="*/ 171 h 735"/>
                <a:gd name="T40" fmla="*/ 118 w 481"/>
                <a:gd name="T41" fmla="*/ 146 h 735"/>
                <a:gd name="T42" fmla="*/ 72 w 481"/>
                <a:gd name="T43" fmla="*/ 98 h 735"/>
                <a:gd name="T44" fmla="*/ 74 w 481"/>
                <a:gd name="T45" fmla="*/ 51 h 735"/>
                <a:gd name="T46" fmla="*/ 83 w 481"/>
                <a:gd name="T47" fmla="*/ 42 h 735"/>
                <a:gd name="T48" fmla="*/ 105 w 481"/>
                <a:gd name="T49" fmla="*/ 36 h 735"/>
                <a:gd name="T50" fmla="*/ 139 w 481"/>
                <a:gd name="T51" fmla="*/ 53 h 735"/>
                <a:gd name="T52" fmla="*/ 140 w 481"/>
                <a:gd name="T53" fmla="*/ 55 h 735"/>
                <a:gd name="T54" fmla="*/ 145 w 481"/>
                <a:gd name="T55" fmla="*/ 62 h 735"/>
                <a:gd name="T56" fmla="*/ 168 w 481"/>
                <a:gd name="T57" fmla="*/ 83 h 735"/>
                <a:gd name="T58" fmla="*/ 171 w 481"/>
                <a:gd name="T59" fmla="*/ 85 h 735"/>
                <a:gd name="T60" fmla="*/ 250 w 481"/>
                <a:gd name="T61" fmla="*/ 113 h 735"/>
                <a:gd name="T62" fmla="*/ 295 w 481"/>
                <a:gd name="T63" fmla="*/ 106 h 735"/>
                <a:gd name="T64" fmla="*/ 329 w 481"/>
                <a:gd name="T65" fmla="*/ 92 h 735"/>
                <a:gd name="T66" fmla="*/ 347 w 481"/>
                <a:gd name="T67" fmla="*/ 87 h 735"/>
                <a:gd name="T68" fmla="*/ 379 w 481"/>
                <a:gd name="T69" fmla="*/ 103 h 735"/>
                <a:gd name="T70" fmla="*/ 383 w 481"/>
                <a:gd name="T71" fmla="*/ 109 h 735"/>
                <a:gd name="T72" fmla="*/ 385 w 481"/>
                <a:gd name="T73" fmla="*/ 139 h 735"/>
                <a:gd name="T74" fmla="*/ 366 w 481"/>
                <a:gd name="T75" fmla="*/ 163 h 735"/>
                <a:gd name="T76" fmla="*/ 310 w 481"/>
                <a:gd name="T77" fmla="*/ 185 h 735"/>
                <a:gd name="T78" fmla="*/ 317 w 481"/>
                <a:gd name="T79" fmla="*/ 192 h 735"/>
                <a:gd name="T80" fmla="*/ 444 w 481"/>
                <a:gd name="T81" fmla="*/ 194 h 735"/>
                <a:gd name="T82" fmla="*/ 446 w 481"/>
                <a:gd name="T83" fmla="*/ 67 h 735"/>
                <a:gd name="T84" fmla="*/ 319 w 481"/>
                <a:gd name="T85" fmla="*/ 65 h 735"/>
                <a:gd name="T86" fmla="*/ 300 w 481"/>
                <a:gd name="T87" fmla="*/ 91 h 735"/>
                <a:gd name="T88" fmla="*/ 250 w 481"/>
                <a:gd name="T89" fmla="*/ 99 h 735"/>
                <a:gd name="T90" fmla="*/ 171 w 481"/>
                <a:gd name="T91" fmla="*/ 73 h 735"/>
                <a:gd name="T92" fmla="*/ 126 w 481"/>
                <a:gd name="T93" fmla="*/ 6 h 735"/>
                <a:gd name="T94" fmla="*/ 26 w 481"/>
                <a:gd name="T95" fmla="*/ 80 h 735"/>
                <a:gd name="T96" fmla="*/ 15 w 481"/>
                <a:gd name="T97" fmla="*/ 303 h 735"/>
                <a:gd name="T98" fmla="*/ 68 w 481"/>
                <a:gd name="T99" fmla="*/ 365 h 7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81" h="735">
                  <a:moveTo>
                    <a:pt x="68" y="365"/>
                  </a:moveTo>
                  <a:cubicBezTo>
                    <a:pt x="68" y="365"/>
                    <a:pt x="68" y="365"/>
                    <a:pt x="68" y="365"/>
                  </a:cubicBezTo>
                  <a:cubicBezTo>
                    <a:pt x="69" y="366"/>
                    <a:pt x="76" y="373"/>
                    <a:pt x="82" y="386"/>
                  </a:cubicBezTo>
                  <a:cubicBezTo>
                    <a:pt x="90" y="400"/>
                    <a:pt x="97" y="421"/>
                    <a:pt x="97" y="451"/>
                  </a:cubicBezTo>
                  <a:cubicBezTo>
                    <a:pt x="97" y="495"/>
                    <a:pt x="81" y="562"/>
                    <a:pt x="17" y="657"/>
                  </a:cubicBezTo>
                  <a:cubicBezTo>
                    <a:pt x="1" y="680"/>
                    <a:pt x="7" y="711"/>
                    <a:pt x="30" y="726"/>
                  </a:cubicBezTo>
                  <a:cubicBezTo>
                    <a:pt x="38" y="732"/>
                    <a:pt x="48" y="735"/>
                    <a:pt x="58" y="735"/>
                  </a:cubicBezTo>
                  <a:cubicBezTo>
                    <a:pt x="74" y="735"/>
                    <a:pt x="90" y="728"/>
                    <a:pt x="99" y="713"/>
                  </a:cubicBezTo>
                  <a:cubicBezTo>
                    <a:pt x="99" y="713"/>
                    <a:pt x="99" y="713"/>
                    <a:pt x="99" y="713"/>
                  </a:cubicBezTo>
                  <a:cubicBezTo>
                    <a:pt x="172" y="607"/>
                    <a:pt x="197" y="520"/>
                    <a:pt x="197" y="451"/>
                  </a:cubicBezTo>
                  <a:cubicBezTo>
                    <a:pt x="197" y="416"/>
                    <a:pt x="190" y="387"/>
                    <a:pt x="181" y="363"/>
                  </a:cubicBezTo>
                  <a:cubicBezTo>
                    <a:pt x="263" y="347"/>
                    <a:pt x="263" y="347"/>
                    <a:pt x="263" y="347"/>
                  </a:cubicBezTo>
                  <a:cubicBezTo>
                    <a:pt x="233" y="455"/>
                    <a:pt x="233" y="455"/>
                    <a:pt x="233" y="455"/>
                  </a:cubicBezTo>
                  <a:cubicBezTo>
                    <a:pt x="225" y="481"/>
                    <a:pt x="241" y="509"/>
                    <a:pt x="268" y="516"/>
                  </a:cubicBezTo>
                  <a:cubicBezTo>
                    <a:pt x="294" y="524"/>
                    <a:pt x="322" y="508"/>
                    <a:pt x="329" y="481"/>
                  </a:cubicBezTo>
                  <a:cubicBezTo>
                    <a:pt x="380" y="297"/>
                    <a:pt x="380" y="297"/>
                    <a:pt x="380" y="297"/>
                  </a:cubicBezTo>
                  <a:cubicBezTo>
                    <a:pt x="385" y="280"/>
                    <a:pt x="381" y="262"/>
                    <a:pt x="369" y="250"/>
                  </a:cubicBezTo>
                  <a:cubicBezTo>
                    <a:pt x="357" y="237"/>
                    <a:pt x="340" y="231"/>
                    <a:pt x="323" y="234"/>
                  </a:cubicBezTo>
                  <a:cubicBezTo>
                    <a:pt x="154" y="266"/>
                    <a:pt x="154" y="266"/>
                    <a:pt x="154" y="266"/>
                  </a:cubicBezTo>
                  <a:cubicBezTo>
                    <a:pt x="152" y="235"/>
                    <a:pt x="155" y="202"/>
                    <a:pt x="158" y="171"/>
                  </a:cubicBezTo>
                  <a:cubicBezTo>
                    <a:pt x="142" y="163"/>
                    <a:pt x="129" y="154"/>
                    <a:pt x="118" y="146"/>
                  </a:cubicBezTo>
                  <a:cubicBezTo>
                    <a:pt x="91" y="125"/>
                    <a:pt x="76" y="104"/>
                    <a:pt x="72" y="98"/>
                  </a:cubicBezTo>
                  <a:cubicBezTo>
                    <a:pt x="63" y="83"/>
                    <a:pt x="64" y="65"/>
                    <a:pt x="74" y="51"/>
                  </a:cubicBezTo>
                  <a:cubicBezTo>
                    <a:pt x="76" y="48"/>
                    <a:pt x="80" y="45"/>
                    <a:pt x="83" y="42"/>
                  </a:cubicBezTo>
                  <a:cubicBezTo>
                    <a:pt x="90" y="38"/>
                    <a:pt x="98" y="36"/>
                    <a:pt x="105" y="36"/>
                  </a:cubicBezTo>
                  <a:cubicBezTo>
                    <a:pt x="119" y="36"/>
                    <a:pt x="131" y="42"/>
                    <a:pt x="139" y="53"/>
                  </a:cubicBezTo>
                  <a:cubicBezTo>
                    <a:pt x="139" y="54"/>
                    <a:pt x="139" y="54"/>
                    <a:pt x="140" y="55"/>
                  </a:cubicBezTo>
                  <a:cubicBezTo>
                    <a:pt x="142" y="57"/>
                    <a:pt x="143" y="59"/>
                    <a:pt x="145" y="62"/>
                  </a:cubicBezTo>
                  <a:cubicBezTo>
                    <a:pt x="150" y="67"/>
                    <a:pt x="157" y="75"/>
                    <a:pt x="168" y="83"/>
                  </a:cubicBezTo>
                  <a:cubicBezTo>
                    <a:pt x="169" y="84"/>
                    <a:pt x="170" y="84"/>
                    <a:pt x="171" y="85"/>
                  </a:cubicBezTo>
                  <a:cubicBezTo>
                    <a:pt x="195" y="104"/>
                    <a:pt x="222" y="113"/>
                    <a:pt x="250" y="113"/>
                  </a:cubicBezTo>
                  <a:cubicBezTo>
                    <a:pt x="265" y="113"/>
                    <a:pt x="279" y="111"/>
                    <a:pt x="295" y="106"/>
                  </a:cubicBezTo>
                  <a:cubicBezTo>
                    <a:pt x="306" y="102"/>
                    <a:pt x="317" y="98"/>
                    <a:pt x="329" y="92"/>
                  </a:cubicBezTo>
                  <a:cubicBezTo>
                    <a:pt x="335" y="89"/>
                    <a:pt x="341" y="87"/>
                    <a:pt x="347" y="87"/>
                  </a:cubicBezTo>
                  <a:cubicBezTo>
                    <a:pt x="360" y="87"/>
                    <a:pt x="372" y="93"/>
                    <a:pt x="379" y="103"/>
                  </a:cubicBezTo>
                  <a:cubicBezTo>
                    <a:pt x="380" y="105"/>
                    <a:pt x="382" y="107"/>
                    <a:pt x="383" y="109"/>
                  </a:cubicBezTo>
                  <a:cubicBezTo>
                    <a:pt x="388" y="118"/>
                    <a:pt x="389" y="129"/>
                    <a:pt x="385" y="139"/>
                  </a:cubicBezTo>
                  <a:cubicBezTo>
                    <a:pt x="382" y="150"/>
                    <a:pt x="375" y="158"/>
                    <a:pt x="366" y="163"/>
                  </a:cubicBezTo>
                  <a:cubicBezTo>
                    <a:pt x="347" y="172"/>
                    <a:pt x="329" y="180"/>
                    <a:pt x="310" y="185"/>
                  </a:cubicBezTo>
                  <a:cubicBezTo>
                    <a:pt x="312" y="187"/>
                    <a:pt x="314" y="189"/>
                    <a:pt x="317" y="192"/>
                  </a:cubicBezTo>
                  <a:cubicBezTo>
                    <a:pt x="351" y="228"/>
                    <a:pt x="408" y="229"/>
                    <a:pt x="444" y="194"/>
                  </a:cubicBezTo>
                  <a:cubicBezTo>
                    <a:pt x="480" y="160"/>
                    <a:pt x="481" y="103"/>
                    <a:pt x="446" y="67"/>
                  </a:cubicBezTo>
                  <a:cubicBezTo>
                    <a:pt x="412" y="31"/>
                    <a:pt x="355" y="30"/>
                    <a:pt x="319" y="65"/>
                  </a:cubicBezTo>
                  <a:cubicBezTo>
                    <a:pt x="311" y="72"/>
                    <a:pt x="305" y="81"/>
                    <a:pt x="300" y="91"/>
                  </a:cubicBezTo>
                  <a:cubicBezTo>
                    <a:pt x="282" y="97"/>
                    <a:pt x="265" y="99"/>
                    <a:pt x="250" y="99"/>
                  </a:cubicBezTo>
                  <a:cubicBezTo>
                    <a:pt x="217" y="99"/>
                    <a:pt x="191" y="87"/>
                    <a:pt x="171" y="73"/>
                  </a:cubicBezTo>
                  <a:cubicBezTo>
                    <a:pt x="169" y="41"/>
                    <a:pt x="153" y="11"/>
                    <a:pt x="126" y="6"/>
                  </a:cubicBezTo>
                  <a:cubicBezTo>
                    <a:pt x="91" y="0"/>
                    <a:pt x="43" y="21"/>
                    <a:pt x="26" y="80"/>
                  </a:cubicBezTo>
                  <a:cubicBezTo>
                    <a:pt x="3" y="162"/>
                    <a:pt x="0" y="215"/>
                    <a:pt x="15" y="303"/>
                  </a:cubicBezTo>
                  <a:cubicBezTo>
                    <a:pt x="25" y="342"/>
                    <a:pt x="45" y="359"/>
                    <a:pt x="68" y="3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 name="Freeform 10"/>
            <p:cNvSpPr>
              <a:spLocks/>
            </p:cNvSpPr>
            <p:nvPr/>
          </p:nvSpPr>
          <p:spPr bwMode="auto">
            <a:xfrm>
              <a:off x="5064125" y="1768475"/>
              <a:ext cx="450850" cy="1092200"/>
            </a:xfrm>
            <a:custGeom>
              <a:avLst/>
              <a:gdLst>
                <a:gd name="T0" fmla="*/ 42 w 298"/>
                <a:gd name="T1" fmla="*/ 136 h 720"/>
                <a:gd name="T2" fmla="*/ 56 w 298"/>
                <a:gd name="T3" fmla="*/ 152 h 720"/>
                <a:gd name="T4" fmla="*/ 57 w 298"/>
                <a:gd name="T5" fmla="*/ 147 h 720"/>
                <a:gd name="T6" fmla="*/ 46 w 298"/>
                <a:gd name="T7" fmla="*/ 100 h 720"/>
                <a:gd name="T8" fmla="*/ 45 w 298"/>
                <a:gd name="T9" fmla="*/ 100 h 720"/>
                <a:gd name="T10" fmla="*/ 61 w 298"/>
                <a:gd name="T11" fmla="*/ 46 h 720"/>
                <a:gd name="T12" fmla="*/ 80 w 298"/>
                <a:gd name="T13" fmla="*/ 41 h 720"/>
                <a:gd name="T14" fmla="*/ 116 w 298"/>
                <a:gd name="T15" fmla="*/ 62 h 720"/>
                <a:gd name="T16" fmla="*/ 116 w 298"/>
                <a:gd name="T17" fmla="*/ 62 h 720"/>
                <a:gd name="T18" fmla="*/ 116 w 298"/>
                <a:gd name="T19" fmla="*/ 62 h 720"/>
                <a:gd name="T20" fmla="*/ 116 w 298"/>
                <a:gd name="T21" fmla="*/ 63 h 720"/>
                <a:gd name="T22" fmla="*/ 137 w 298"/>
                <a:gd name="T23" fmla="*/ 147 h 720"/>
                <a:gd name="T24" fmla="*/ 117 w 298"/>
                <a:gd name="T25" fmla="*/ 222 h 720"/>
                <a:gd name="T26" fmla="*/ 163 w 298"/>
                <a:gd name="T27" fmla="*/ 296 h 720"/>
                <a:gd name="T28" fmla="*/ 151 w 298"/>
                <a:gd name="T29" fmla="*/ 325 h 720"/>
                <a:gd name="T30" fmla="*/ 115 w 298"/>
                <a:gd name="T31" fmla="*/ 513 h 720"/>
                <a:gd name="T32" fmla="*/ 168 w 298"/>
                <a:gd name="T33" fmla="*/ 697 h 720"/>
                <a:gd name="T34" fmla="*/ 209 w 298"/>
                <a:gd name="T35" fmla="*/ 720 h 720"/>
                <a:gd name="T36" fmla="*/ 237 w 298"/>
                <a:gd name="T37" fmla="*/ 711 h 720"/>
                <a:gd name="T38" fmla="*/ 251 w 298"/>
                <a:gd name="T39" fmla="*/ 642 h 720"/>
                <a:gd name="T40" fmla="*/ 251 w 298"/>
                <a:gd name="T41" fmla="*/ 642 h 720"/>
                <a:gd name="T42" fmla="*/ 215 w 298"/>
                <a:gd name="T43" fmla="*/ 513 h 720"/>
                <a:gd name="T44" fmla="*/ 245 w 298"/>
                <a:gd name="T45" fmla="*/ 360 h 720"/>
                <a:gd name="T46" fmla="*/ 266 w 298"/>
                <a:gd name="T47" fmla="*/ 310 h 720"/>
                <a:gd name="T48" fmla="*/ 267 w 298"/>
                <a:gd name="T49" fmla="*/ 308 h 720"/>
                <a:gd name="T50" fmla="*/ 283 w 298"/>
                <a:gd name="T51" fmla="*/ 219 h 720"/>
                <a:gd name="T52" fmla="*/ 149 w 298"/>
                <a:gd name="T53" fmla="*/ 40 h 720"/>
                <a:gd name="T54" fmla="*/ 25 w 298"/>
                <a:gd name="T55" fmla="*/ 35 h 720"/>
                <a:gd name="T56" fmla="*/ 42 w 298"/>
                <a:gd name="T57" fmla="*/ 136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8" h="720">
                  <a:moveTo>
                    <a:pt x="42" y="136"/>
                  </a:moveTo>
                  <a:cubicBezTo>
                    <a:pt x="47" y="141"/>
                    <a:pt x="51" y="147"/>
                    <a:pt x="56" y="152"/>
                  </a:cubicBezTo>
                  <a:cubicBezTo>
                    <a:pt x="57" y="151"/>
                    <a:pt x="57" y="149"/>
                    <a:pt x="57" y="147"/>
                  </a:cubicBezTo>
                  <a:cubicBezTo>
                    <a:pt x="57" y="126"/>
                    <a:pt x="48" y="104"/>
                    <a:pt x="46" y="100"/>
                  </a:cubicBezTo>
                  <a:cubicBezTo>
                    <a:pt x="45" y="100"/>
                    <a:pt x="45" y="100"/>
                    <a:pt x="45" y="100"/>
                  </a:cubicBezTo>
                  <a:cubicBezTo>
                    <a:pt x="35" y="80"/>
                    <a:pt x="42" y="56"/>
                    <a:pt x="61" y="46"/>
                  </a:cubicBezTo>
                  <a:cubicBezTo>
                    <a:pt x="67" y="43"/>
                    <a:pt x="74" y="41"/>
                    <a:pt x="80" y="41"/>
                  </a:cubicBezTo>
                  <a:cubicBezTo>
                    <a:pt x="95" y="41"/>
                    <a:pt x="108" y="49"/>
                    <a:pt x="116" y="62"/>
                  </a:cubicBezTo>
                  <a:cubicBezTo>
                    <a:pt x="116" y="62"/>
                    <a:pt x="116" y="62"/>
                    <a:pt x="116" y="62"/>
                  </a:cubicBezTo>
                  <a:cubicBezTo>
                    <a:pt x="116" y="62"/>
                    <a:pt x="116" y="62"/>
                    <a:pt x="116" y="62"/>
                  </a:cubicBezTo>
                  <a:cubicBezTo>
                    <a:pt x="116" y="63"/>
                    <a:pt x="116" y="63"/>
                    <a:pt x="116" y="63"/>
                  </a:cubicBezTo>
                  <a:cubicBezTo>
                    <a:pt x="129" y="88"/>
                    <a:pt x="136" y="118"/>
                    <a:pt x="137" y="147"/>
                  </a:cubicBezTo>
                  <a:cubicBezTo>
                    <a:pt x="137" y="166"/>
                    <a:pt x="133" y="194"/>
                    <a:pt x="117" y="222"/>
                  </a:cubicBezTo>
                  <a:cubicBezTo>
                    <a:pt x="135" y="245"/>
                    <a:pt x="151" y="270"/>
                    <a:pt x="163" y="296"/>
                  </a:cubicBezTo>
                  <a:cubicBezTo>
                    <a:pt x="159" y="305"/>
                    <a:pt x="155" y="315"/>
                    <a:pt x="151" y="325"/>
                  </a:cubicBezTo>
                  <a:cubicBezTo>
                    <a:pt x="133" y="374"/>
                    <a:pt x="115" y="440"/>
                    <a:pt x="115" y="513"/>
                  </a:cubicBezTo>
                  <a:cubicBezTo>
                    <a:pt x="115" y="573"/>
                    <a:pt x="128" y="639"/>
                    <a:pt x="168" y="697"/>
                  </a:cubicBezTo>
                  <a:cubicBezTo>
                    <a:pt x="177" y="712"/>
                    <a:pt x="193" y="720"/>
                    <a:pt x="209" y="720"/>
                  </a:cubicBezTo>
                  <a:cubicBezTo>
                    <a:pt x="219" y="720"/>
                    <a:pt x="229" y="717"/>
                    <a:pt x="237" y="711"/>
                  </a:cubicBezTo>
                  <a:cubicBezTo>
                    <a:pt x="260" y="696"/>
                    <a:pt x="266" y="665"/>
                    <a:pt x="251" y="642"/>
                  </a:cubicBezTo>
                  <a:cubicBezTo>
                    <a:pt x="251" y="642"/>
                    <a:pt x="251" y="642"/>
                    <a:pt x="251" y="642"/>
                  </a:cubicBezTo>
                  <a:cubicBezTo>
                    <a:pt x="225" y="603"/>
                    <a:pt x="215" y="559"/>
                    <a:pt x="215" y="513"/>
                  </a:cubicBezTo>
                  <a:cubicBezTo>
                    <a:pt x="215" y="458"/>
                    <a:pt x="230" y="401"/>
                    <a:pt x="245" y="360"/>
                  </a:cubicBezTo>
                  <a:cubicBezTo>
                    <a:pt x="253" y="339"/>
                    <a:pt x="260" y="322"/>
                    <a:pt x="266" y="310"/>
                  </a:cubicBezTo>
                  <a:cubicBezTo>
                    <a:pt x="266" y="309"/>
                    <a:pt x="266" y="308"/>
                    <a:pt x="267" y="308"/>
                  </a:cubicBezTo>
                  <a:cubicBezTo>
                    <a:pt x="286" y="289"/>
                    <a:pt x="298" y="262"/>
                    <a:pt x="283" y="219"/>
                  </a:cubicBezTo>
                  <a:cubicBezTo>
                    <a:pt x="246" y="138"/>
                    <a:pt x="214" y="96"/>
                    <a:pt x="149" y="40"/>
                  </a:cubicBezTo>
                  <a:cubicBezTo>
                    <a:pt x="102" y="0"/>
                    <a:pt x="50" y="10"/>
                    <a:pt x="25" y="35"/>
                  </a:cubicBezTo>
                  <a:cubicBezTo>
                    <a:pt x="0" y="59"/>
                    <a:pt x="12" y="108"/>
                    <a:pt x="42" y="1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Freeform 11"/>
            <p:cNvSpPr>
              <a:spLocks/>
            </p:cNvSpPr>
            <p:nvPr/>
          </p:nvSpPr>
          <p:spPr bwMode="auto">
            <a:xfrm>
              <a:off x="5024438" y="1835150"/>
              <a:ext cx="234950" cy="377825"/>
            </a:xfrm>
            <a:custGeom>
              <a:avLst/>
              <a:gdLst>
                <a:gd name="T0" fmla="*/ 135 w 155"/>
                <a:gd name="T1" fmla="*/ 21 h 249"/>
                <a:gd name="T2" fmla="*/ 91 w 155"/>
                <a:gd name="T3" fmla="*/ 9 h 249"/>
                <a:gd name="T4" fmla="*/ 78 w 155"/>
                <a:gd name="T5" fmla="*/ 52 h 249"/>
                <a:gd name="T6" fmla="*/ 78 w 155"/>
                <a:gd name="T7" fmla="*/ 52 h 249"/>
                <a:gd name="T8" fmla="*/ 78 w 155"/>
                <a:gd name="T9" fmla="*/ 52 h 249"/>
                <a:gd name="T10" fmla="*/ 78 w 155"/>
                <a:gd name="T11" fmla="*/ 52 h 249"/>
                <a:gd name="T12" fmla="*/ 78 w 155"/>
                <a:gd name="T13" fmla="*/ 52 h 249"/>
                <a:gd name="T14" fmla="*/ 78 w 155"/>
                <a:gd name="T15" fmla="*/ 52 h 249"/>
                <a:gd name="T16" fmla="*/ 91 w 155"/>
                <a:gd name="T17" fmla="*/ 103 h 249"/>
                <a:gd name="T18" fmla="*/ 90 w 155"/>
                <a:gd name="T19" fmla="*/ 116 h 249"/>
                <a:gd name="T20" fmla="*/ 79 w 155"/>
                <a:gd name="T21" fmla="*/ 146 h 249"/>
                <a:gd name="T22" fmla="*/ 23 w 155"/>
                <a:gd name="T23" fmla="*/ 188 h 249"/>
                <a:gd name="T24" fmla="*/ 7 w 155"/>
                <a:gd name="T25" fmla="*/ 230 h 249"/>
                <a:gd name="T26" fmla="*/ 36 w 155"/>
                <a:gd name="T27" fmla="*/ 249 h 249"/>
                <a:gd name="T28" fmla="*/ 49 w 155"/>
                <a:gd name="T29" fmla="*/ 246 h 249"/>
                <a:gd name="T30" fmla="*/ 132 w 155"/>
                <a:gd name="T31" fmla="*/ 180 h 249"/>
                <a:gd name="T32" fmla="*/ 137 w 155"/>
                <a:gd name="T33" fmla="*/ 172 h 249"/>
                <a:gd name="T34" fmla="*/ 155 w 155"/>
                <a:gd name="T35" fmla="*/ 103 h 249"/>
                <a:gd name="T36" fmla="*/ 135 w 155"/>
                <a:gd name="T37" fmla="*/ 21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5" h="249">
                  <a:moveTo>
                    <a:pt x="135" y="21"/>
                  </a:moveTo>
                  <a:cubicBezTo>
                    <a:pt x="126" y="6"/>
                    <a:pt x="107" y="0"/>
                    <a:pt x="91" y="9"/>
                  </a:cubicBezTo>
                  <a:cubicBezTo>
                    <a:pt x="76" y="17"/>
                    <a:pt x="70" y="37"/>
                    <a:pt x="78" y="52"/>
                  </a:cubicBezTo>
                  <a:cubicBezTo>
                    <a:pt x="78" y="52"/>
                    <a:pt x="78" y="52"/>
                    <a:pt x="78" y="52"/>
                  </a:cubicBezTo>
                  <a:cubicBezTo>
                    <a:pt x="78" y="52"/>
                    <a:pt x="78" y="52"/>
                    <a:pt x="78" y="52"/>
                  </a:cubicBezTo>
                  <a:cubicBezTo>
                    <a:pt x="78" y="52"/>
                    <a:pt x="78" y="52"/>
                    <a:pt x="78" y="52"/>
                  </a:cubicBezTo>
                  <a:cubicBezTo>
                    <a:pt x="78" y="52"/>
                    <a:pt x="78" y="52"/>
                    <a:pt x="78" y="52"/>
                  </a:cubicBezTo>
                  <a:cubicBezTo>
                    <a:pt x="78" y="52"/>
                    <a:pt x="78" y="52"/>
                    <a:pt x="78" y="52"/>
                  </a:cubicBezTo>
                  <a:cubicBezTo>
                    <a:pt x="80" y="54"/>
                    <a:pt x="91" y="78"/>
                    <a:pt x="91" y="103"/>
                  </a:cubicBezTo>
                  <a:cubicBezTo>
                    <a:pt x="91" y="107"/>
                    <a:pt x="90" y="112"/>
                    <a:pt x="90" y="116"/>
                  </a:cubicBezTo>
                  <a:cubicBezTo>
                    <a:pt x="88" y="126"/>
                    <a:pt x="85" y="136"/>
                    <a:pt x="79" y="146"/>
                  </a:cubicBezTo>
                  <a:cubicBezTo>
                    <a:pt x="69" y="160"/>
                    <a:pt x="53" y="175"/>
                    <a:pt x="23" y="188"/>
                  </a:cubicBezTo>
                  <a:cubicBezTo>
                    <a:pt x="7" y="195"/>
                    <a:pt x="0" y="214"/>
                    <a:pt x="7" y="230"/>
                  </a:cubicBezTo>
                  <a:cubicBezTo>
                    <a:pt x="12" y="242"/>
                    <a:pt x="24" y="249"/>
                    <a:pt x="36" y="249"/>
                  </a:cubicBezTo>
                  <a:cubicBezTo>
                    <a:pt x="40" y="249"/>
                    <a:pt x="45" y="248"/>
                    <a:pt x="49" y="246"/>
                  </a:cubicBezTo>
                  <a:cubicBezTo>
                    <a:pt x="88" y="229"/>
                    <a:pt x="115" y="206"/>
                    <a:pt x="132" y="180"/>
                  </a:cubicBezTo>
                  <a:cubicBezTo>
                    <a:pt x="134" y="177"/>
                    <a:pt x="136" y="175"/>
                    <a:pt x="137" y="172"/>
                  </a:cubicBezTo>
                  <a:cubicBezTo>
                    <a:pt x="150" y="148"/>
                    <a:pt x="155" y="124"/>
                    <a:pt x="155" y="103"/>
                  </a:cubicBezTo>
                  <a:cubicBezTo>
                    <a:pt x="154" y="57"/>
                    <a:pt x="136" y="24"/>
                    <a:pt x="135"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12"/>
            <p:cNvSpPr>
              <a:spLocks/>
            </p:cNvSpPr>
            <p:nvPr/>
          </p:nvSpPr>
          <p:spPr bwMode="auto">
            <a:xfrm>
              <a:off x="4495800" y="1600200"/>
              <a:ext cx="471488" cy="222250"/>
            </a:xfrm>
            <a:custGeom>
              <a:avLst/>
              <a:gdLst>
                <a:gd name="T0" fmla="*/ 305 w 311"/>
                <a:gd name="T1" fmla="*/ 77 h 146"/>
                <a:gd name="T2" fmla="*/ 304 w 311"/>
                <a:gd name="T3" fmla="*/ 74 h 146"/>
                <a:gd name="T4" fmla="*/ 261 w 311"/>
                <a:gd name="T5" fmla="*/ 60 h 146"/>
                <a:gd name="T6" fmla="*/ 221 w 311"/>
                <a:gd name="T7" fmla="*/ 76 h 146"/>
                <a:gd name="T8" fmla="*/ 178 w 311"/>
                <a:gd name="T9" fmla="*/ 82 h 146"/>
                <a:gd name="T10" fmla="*/ 98 w 311"/>
                <a:gd name="T11" fmla="*/ 55 h 146"/>
                <a:gd name="T12" fmla="*/ 91 w 311"/>
                <a:gd name="T13" fmla="*/ 50 h 146"/>
                <a:gd name="T14" fmla="*/ 67 w 311"/>
                <a:gd name="T15" fmla="*/ 28 h 146"/>
                <a:gd name="T16" fmla="*/ 62 w 311"/>
                <a:gd name="T17" fmla="*/ 21 h 146"/>
                <a:gd name="T18" fmla="*/ 60 w 311"/>
                <a:gd name="T19" fmla="*/ 19 h 146"/>
                <a:gd name="T20" fmla="*/ 60 w 311"/>
                <a:gd name="T21" fmla="*/ 19 h 146"/>
                <a:gd name="T22" fmla="*/ 60 w 311"/>
                <a:gd name="T23" fmla="*/ 19 h 146"/>
                <a:gd name="T24" fmla="*/ 60 w 311"/>
                <a:gd name="T25" fmla="*/ 19 h 146"/>
                <a:gd name="T26" fmla="*/ 60 w 311"/>
                <a:gd name="T27" fmla="*/ 19 h 146"/>
                <a:gd name="T28" fmla="*/ 16 w 311"/>
                <a:gd name="T29" fmla="*/ 10 h 146"/>
                <a:gd name="T30" fmla="*/ 3 w 311"/>
                <a:gd name="T31" fmla="*/ 26 h 146"/>
                <a:gd name="T32" fmla="*/ 7 w 311"/>
                <a:gd name="T33" fmla="*/ 54 h 146"/>
                <a:gd name="T34" fmla="*/ 7 w 311"/>
                <a:gd name="T35" fmla="*/ 54 h 146"/>
                <a:gd name="T36" fmla="*/ 51 w 311"/>
                <a:gd name="T37" fmla="*/ 100 h 146"/>
                <a:gd name="T38" fmla="*/ 88 w 311"/>
                <a:gd name="T39" fmla="*/ 124 h 146"/>
                <a:gd name="T40" fmla="*/ 178 w 311"/>
                <a:gd name="T41" fmla="*/ 146 h 146"/>
                <a:gd name="T42" fmla="*/ 179 w 311"/>
                <a:gd name="T43" fmla="*/ 146 h 146"/>
                <a:gd name="T44" fmla="*/ 234 w 311"/>
                <a:gd name="T45" fmla="*/ 139 h 146"/>
                <a:gd name="T46" fmla="*/ 290 w 311"/>
                <a:gd name="T47" fmla="*/ 117 h 146"/>
                <a:gd name="T48" fmla="*/ 305 w 311"/>
                <a:gd name="T49" fmla="*/ 7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1" h="146">
                  <a:moveTo>
                    <a:pt x="305" y="77"/>
                  </a:moveTo>
                  <a:cubicBezTo>
                    <a:pt x="305" y="76"/>
                    <a:pt x="304" y="75"/>
                    <a:pt x="304" y="74"/>
                  </a:cubicBezTo>
                  <a:cubicBezTo>
                    <a:pt x="296" y="58"/>
                    <a:pt x="276" y="52"/>
                    <a:pt x="261" y="60"/>
                  </a:cubicBezTo>
                  <a:cubicBezTo>
                    <a:pt x="246" y="67"/>
                    <a:pt x="233" y="72"/>
                    <a:pt x="221" y="76"/>
                  </a:cubicBezTo>
                  <a:cubicBezTo>
                    <a:pt x="205" y="80"/>
                    <a:pt x="191" y="82"/>
                    <a:pt x="178" y="82"/>
                  </a:cubicBezTo>
                  <a:cubicBezTo>
                    <a:pt x="145" y="82"/>
                    <a:pt x="118" y="70"/>
                    <a:pt x="98" y="55"/>
                  </a:cubicBezTo>
                  <a:cubicBezTo>
                    <a:pt x="95" y="54"/>
                    <a:pt x="93" y="52"/>
                    <a:pt x="91" y="50"/>
                  </a:cubicBezTo>
                  <a:cubicBezTo>
                    <a:pt x="80" y="42"/>
                    <a:pt x="72" y="34"/>
                    <a:pt x="67" y="28"/>
                  </a:cubicBezTo>
                  <a:cubicBezTo>
                    <a:pt x="65" y="25"/>
                    <a:pt x="63" y="22"/>
                    <a:pt x="62" y="21"/>
                  </a:cubicBezTo>
                  <a:cubicBezTo>
                    <a:pt x="61" y="20"/>
                    <a:pt x="61"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50" y="4"/>
                    <a:pt x="31" y="0"/>
                    <a:pt x="16" y="10"/>
                  </a:cubicBezTo>
                  <a:cubicBezTo>
                    <a:pt x="10" y="14"/>
                    <a:pt x="6" y="19"/>
                    <a:pt x="3" y="26"/>
                  </a:cubicBezTo>
                  <a:cubicBezTo>
                    <a:pt x="0" y="35"/>
                    <a:pt x="1" y="45"/>
                    <a:pt x="7" y="54"/>
                  </a:cubicBezTo>
                  <a:cubicBezTo>
                    <a:pt x="7" y="54"/>
                    <a:pt x="7" y="54"/>
                    <a:pt x="7" y="54"/>
                  </a:cubicBezTo>
                  <a:cubicBezTo>
                    <a:pt x="8" y="56"/>
                    <a:pt x="23" y="78"/>
                    <a:pt x="51" y="100"/>
                  </a:cubicBezTo>
                  <a:cubicBezTo>
                    <a:pt x="61" y="109"/>
                    <a:pt x="73" y="117"/>
                    <a:pt x="88" y="124"/>
                  </a:cubicBezTo>
                  <a:cubicBezTo>
                    <a:pt x="112" y="137"/>
                    <a:pt x="143" y="146"/>
                    <a:pt x="178" y="146"/>
                  </a:cubicBezTo>
                  <a:cubicBezTo>
                    <a:pt x="178" y="146"/>
                    <a:pt x="179" y="146"/>
                    <a:pt x="179" y="146"/>
                  </a:cubicBezTo>
                  <a:cubicBezTo>
                    <a:pt x="196" y="146"/>
                    <a:pt x="214" y="144"/>
                    <a:pt x="234" y="139"/>
                  </a:cubicBezTo>
                  <a:cubicBezTo>
                    <a:pt x="252" y="134"/>
                    <a:pt x="271" y="127"/>
                    <a:pt x="290" y="117"/>
                  </a:cubicBezTo>
                  <a:cubicBezTo>
                    <a:pt x="304" y="109"/>
                    <a:pt x="311" y="92"/>
                    <a:pt x="305"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 name="组合 7"/>
          <p:cNvGrpSpPr/>
          <p:nvPr/>
        </p:nvGrpSpPr>
        <p:grpSpPr>
          <a:xfrm>
            <a:off x="6579998" y="3065463"/>
            <a:ext cx="1419225" cy="1439863"/>
            <a:chOff x="547688" y="3065463"/>
            <a:chExt cx="1419225" cy="1439863"/>
          </a:xfrm>
          <a:solidFill>
            <a:schemeClr val="tx1">
              <a:lumMod val="65000"/>
              <a:lumOff val="35000"/>
            </a:schemeClr>
          </a:solidFill>
        </p:grpSpPr>
        <p:sp>
          <p:nvSpPr>
            <p:cNvPr id="9" name="Freeform 13"/>
            <p:cNvSpPr>
              <a:spLocks/>
            </p:cNvSpPr>
            <p:nvPr/>
          </p:nvSpPr>
          <p:spPr bwMode="auto">
            <a:xfrm>
              <a:off x="587375" y="3065463"/>
              <a:ext cx="300038" cy="300038"/>
            </a:xfrm>
            <a:custGeom>
              <a:avLst/>
              <a:gdLst>
                <a:gd name="T0" fmla="*/ 119 w 198"/>
                <a:gd name="T1" fmla="*/ 186 h 198"/>
                <a:gd name="T2" fmla="*/ 186 w 198"/>
                <a:gd name="T3" fmla="*/ 78 h 198"/>
                <a:gd name="T4" fmla="*/ 78 w 198"/>
                <a:gd name="T5" fmla="*/ 11 h 198"/>
                <a:gd name="T6" fmla="*/ 11 w 198"/>
                <a:gd name="T7" fmla="*/ 119 h 198"/>
                <a:gd name="T8" fmla="*/ 119 w 198"/>
                <a:gd name="T9" fmla="*/ 186 h 198"/>
              </a:gdLst>
              <a:ahLst/>
              <a:cxnLst>
                <a:cxn ang="0">
                  <a:pos x="T0" y="T1"/>
                </a:cxn>
                <a:cxn ang="0">
                  <a:pos x="T2" y="T3"/>
                </a:cxn>
                <a:cxn ang="0">
                  <a:pos x="T4" y="T5"/>
                </a:cxn>
                <a:cxn ang="0">
                  <a:pos x="T6" y="T7"/>
                </a:cxn>
                <a:cxn ang="0">
                  <a:pos x="T8" y="T9"/>
                </a:cxn>
              </a:cxnLst>
              <a:rect l="0" t="0" r="r" b="b"/>
              <a:pathLst>
                <a:path w="198" h="198">
                  <a:moveTo>
                    <a:pt x="119" y="186"/>
                  </a:moveTo>
                  <a:cubicBezTo>
                    <a:pt x="168" y="175"/>
                    <a:pt x="198" y="126"/>
                    <a:pt x="186" y="78"/>
                  </a:cubicBezTo>
                  <a:cubicBezTo>
                    <a:pt x="175" y="30"/>
                    <a:pt x="126" y="0"/>
                    <a:pt x="78" y="11"/>
                  </a:cubicBezTo>
                  <a:cubicBezTo>
                    <a:pt x="30" y="23"/>
                    <a:pt x="0" y="71"/>
                    <a:pt x="11" y="119"/>
                  </a:cubicBezTo>
                  <a:cubicBezTo>
                    <a:pt x="23" y="168"/>
                    <a:pt x="71" y="198"/>
                    <a:pt x="119" y="1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14"/>
            <p:cNvSpPr>
              <a:spLocks/>
            </p:cNvSpPr>
            <p:nvPr/>
          </p:nvSpPr>
          <p:spPr bwMode="auto">
            <a:xfrm>
              <a:off x="547688" y="3363913"/>
              <a:ext cx="1049338" cy="1141413"/>
            </a:xfrm>
            <a:custGeom>
              <a:avLst/>
              <a:gdLst>
                <a:gd name="T0" fmla="*/ 691 w 692"/>
                <a:gd name="T1" fmla="*/ 216 h 753"/>
                <a:gd name="T2" fmla="*/ 638 w 692"/>
                <a:gd name="T3" fmla="*/ 168 h 753"/>
                <a:gd name="T4" fmla="*/ 262 w 692"/>
                <a:gd name="T5" fmla="*/ 256 h 753"/>
                <a:gd name="T6" fmla="*/ 240 w 692"/>
                <a:gd name="T7" fmla="*/ 212 h 753"/>
                <a:gd name="T8" fmla="*/ 167 w 692"/>
                <a:gd name="T9" fmla="*/ 193 h 753"/>
                <a:gd name="T10" fmla="*/ 118 w 692"/>
                <a:gd name="T11" fmla="*/ 149 h 753"/>
                <a:gd name="T12" fmla="*/ 96 w 692"/>
                <a:gd name="T13" fmla="*/ 103 h 753"/>
                <a:gd name="T14" fmla="*/ 92 w 692"/>
                <a:gd name="T15" fmla="*/ 86 h 753"/>
                <a:gd name="T16" fmla="*/ 92 w 692"/>
                <a:gd name="T17" fmla="*/ 86 h 753"/>
                <a:gd name="T18" fmla="*/ 99 w 692"/>
                <a:gd name="T19" fmla="*/ 56 h 753"/>
                <a:gd name="T20" fmla="*/ 125 w 692"/>
                <a:gd name="T21" fmla="*/ 40 h 753"/>
                <a:gd name="T22" fmla="*/ 131 w 692"/>
                <a:gd name="T23" fmla="*/ 40 h 753"/>
                <a:gd name="T24" fmla="*/ 153 w 692"/>
                <a:gd name="T25" fmla="*/ 46 h 753"/>
                <a:gd name="T26" fmla="*/ 171 w 692"/>
                <a:gd name="T27" fmla="*/ 73 h 753"/>
                <a:gd name="T28" fmla="*/ 171 w 692"/>
                <a:gd name="T29" fmla="*/ 73 h 753"/>
                <a:gd name="T30" fmla="*/ 171 w 692"/>
                <a:gd name="T31" fmla="*/ 74 h 753"/>
                <a:gd name="T32" fmla="*/ 172 w 692"/>
                <a:gd name="T33" fmla="*/ 77 h 753"/>
                <a:gd name="T34" fmla="*/ 177 w 692"/>
                <a:gd name="T35" fmla="*/ 91 h 753"/>
                <a:gd name="T36" fmla="*/ 206 w 692"/>
                <a:gd name="T37" fmla="*/ 123 h 753"/>
                <a:gd name="T38" fmla="*/ 212 w 692"/>
                <a:gd name="T39" fmla="*/ 125 h 753"/>
                <a:gd name="T40" fmla="*/ 199 w 692"/>
                <a:gd name="T41" fmla="*/ 77 h 753"/>
                <a:gd name="T42" fmla="*/ 122 w 692"/>
                <a:gd name="T43" fmla="*/ 8 h 753"/>
                <a:gd name="T44" fmla="*/ 92 w 692"/>
                <a:gd name="T45" fmla="*/ 23 h 753"/>
                <a:gd name="T46" fmla="*/ 54 w 692"/>
                <a:gd name="T47" fmla="*/ 54 h 753"/>
                <a:gd name="T48" fmla="*/ 1 w 692"/>
                <a:gd name="T49" fmla="*/ 187 h 753"/>
                <a:gd name="T50" fmla="*/ 24 w 692"/>
                <a:gd name="T51" fmla="*/ 292 h 753"/>
                <a:gd name="T52" fmla="*/ 54 w 692"/>
                <a:gd name="T53" fmla="*/ 312 h 753"/>
                <a:gd name="T54" fmla="*/ 66 w 692"/>
                <a:gd name="T55" fmla="*/ 309 h 753"/>
                <a:gd name="T56" fmla="*/ 83 w 692"/>
                <a:gd name="T57" fmla="*/ 267 h 753"/>
                <a:gd name="T58" fmla="*/ 65 w 692"/>
                <a:gd name="T59" fmla="*/ 187 h 753"/>
                <a:gd name="T60" fmla="*/ 67 w 692"/>
                <a:gd name="T61" fmla="*/ 160 h 753"/>
                <a:gd name="T62" fmla="*/ 138 w 692"/>
                <a:gd name="T63" fmla="*/ 325 h 753"/>
                <a:gd name="T64" fmla="*/ 189 w 692"/>
                <a:gd name="T65" fmla="*/ 360 h 753"/>
                <a:gd name="T66" fmla="*/ 207 w 692"/>
                <a:gd name="T67" fmla="*/ 519 h 753"/>
                <a:gd name="T68" fmla="*/ 189 w 692"/>
                <a:gd name="T69" fmla="*/ 693 h 753"/>
                <a:gd name="T70" fmla="*/ 228 w 692"/>
                <a:gd name="T71" fmla="*/ 752 h 753"/>
                <a:gd name="T72" fmla="*/ 238 w 692"/>
                <a:gd name="T73" fmla="*/ 753 h 753"/>
                <a:gd name="T74" fmla="*/ 287 w 692"/>
                <a:gd name="T75" fmla="*/ 713 h 753"/>
                <a:gd name="T76" fmla="*/ 307 w 692"/>
                <a:gd name="T77" fmla="*/ 519 h 753"/>
                <a:gd name="T78" fmla="*/ 290 w 692"/>
                <a:gd name="T79" fmla="*/ 354 h 753"/>
                <a:gd name="T80" fmla="*/ 643 w 692"/>
                <a:gd name="T81" fmla="*/ 268 h 753"/>
                <a:gd name="T82" fmla="*/ 691 w 692"/>
                <a:gd name="T83" fmla="*/ 216 h 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92" h="753">
                  <a:moveTo>
                    <a:pt x="691" y="216"/>
                  </a:moveTo>
                  <a:cubicBezTo>
                    <a:pt x="689" y="188"/>
                    <a:pt x="666" y="167"/>
                    <a:pt x="638" y="168"/>
                  </a:cubicBezTo>
                  <a:cubicBezTo>
                    <a:pt x="455" y="177"/>
                    <a:pt x="330" y="223"/>
                    <a:pt x="262" y="256"/>
                  </a:cubicBezTo>
                  <a:cubicBezTo>
                    <a:pt x="254" y="242"/>
                    <a:pt x="247" y="227"/>
                    <a:pt x="240" y="212"/>
                  </a:cubicBezTo>
                  <a:cubicBezTo>
                    <a:pt x="214" y="211"/>
                    <a:pt x="188" y="204"/>
                    <a:pt x="167" y="193"/>
                  </a:cubicBezTo>
                  <a:cubicBezTo>
                    <a:pt x="148" y="182"/>
                    <a:pt x="131" y="167"/>
                    <a:pt x="118" y="149"/>
                  </a:cubicBezTo>
                  <a:cubicBezTo>
                    <a:pt x="107" y="132"/>
                    <a:pt x="100" y="116"/>
                    <a:pt x="96" y="103"/>
                  </a:cubicBezTo>
                  <a:cubicBezTo>
                    <a:pt x="94" y="96"/>
                    <a:pt x="93" y="91"/>
                    <a:pt x="92" y="86"/>
                  </a:cubicBezTo>
                  <a:cubicBezTo>
                    <a:pt x="92" y="86"/>
                    <a:pt x="92" y="86"/>
                    <a:pt x="92" y="86"/>
                  </a:cubicBezTo>
                  <a:cubicBezTo>
                    <a:pt x="90" y="75"/>
                    <a:pt x="93" y="64"/>
                    <a:pt x="99" y="56"/>
                  </a:cubicBezTo>
                  <a:cubicBezTo>
                    <a:pt x="105" y="47"/>
                    <a:pt x="115" y="42"/>
                    <a:pt x="125" y="40"/>
                  </a:cubicBezTo>
                  <a:cubicBezTo>
                    <a:pt x="127" y="40"/>
                    <a:pt x="129" y="40"/>
                    <a:pt x="131" y="40"/>
                  </a:cubicBezTo>
                  <a:cubicBezTo>
                    <a:pt x="139" y="40"/>
                    <a:pt x="147" y="42"/>
                    <a:pt x="153" y="46"/>
                  </a:cubicBezTo>
                  <a:cubicBezTo>
                    <a:pt x="162" y="52"/>
                    <a:pt x="169" y="62"/>
                    <a:pt x="171" y="73"/>
                  </a:cubicBezTo>
                  <a:cubicBezTo>
                    <a:pt x="171" y="73"/>
                    <a:pt x="171" y="73"/>
                    <a:pt x="171" y="73"/>
                  </a:cubicBezTo>
                  <a:cubicBezTo>
                    <a:pt x="171" y="74"/>
                    <a:pt x="171" y="74"/>
                    <a:pt x="171" y="74"/>
                  </a:cubicBezTo>
                  <a:cubicBezTo>
                    <a:pt x="171" y="74"/>
                    <a:pt x="171" y="76"/>
                    <a:pt x="172" y="77"/>
                  </a:cubicBezTo>
                  <a:cubicBezTo>
                    <a:pt x="172" y="80"/>
                    <a:pt x="174" y="85"/>
                    <a:pt x="177" y="91"/>
                  </a:cubicBezTo>
                  <a:cubicBezTo>
                    <a:pt x="184" y="105"/>
                    <a:pt x="194" y="116"/>
                    <a:pt x="206" y="123"/>
                  </a:cubicBezTo>
                  <a:cubicBezTo>
                    <a:pt x="208" y="124"/>
                    <a:pt x="210" y="125"/>
                    <a:pt x="212" y="125"/>
                  </a:cubicBezTo>
                  <a:cubicBezTo>
                    <a:pt x="207" y="108"/>
                    <a:pt x="203" y="92"/>
                    <a:pt x="199" y="77"/>
                  </a:cubicBezTo>
                  <a:cubicBezTo>
                    <a:pt x="191" y="36"/>
                    <a:pt x="157" y="0"/>
                    <a:pt x="122" y="8"/>
                  </a:cubicBezTo>
                  <a:cubicBezTo>
                    <a:pt x="112" y="10"/>
                    <a:pt x="101" y="15"/>
                    <a:pt x="92" y="23"/>
                  </a:cubicBezTo>
                  <a:cubicBezTo>
                    <a:pt x="82" y="30"/>
                    <a:pt x="68" y="40"/>
                    <a:pt x="54" y="54"/>
                  </a:cubicBezTo>
                  <a:cubicBezTo>
                    <a:pt x="28" y="82"/>
                    <a:pt x="0" y="126"/>
                    <a:pt x="1" y="187"/>
                  </a:cubicBezTo>
                  <a:cubicBezTo>
                    <a:pt x="1" y="219"/>
                    <a:pt x="8" y="254"/>
                    <a:pt x="24" y="292"/>
                  </a:cubicBezTo>
                  <a:cubicBezTo>
                    <a:pt x="29" y="305"/>
                    <a:pt x="41" y="312"/>
                    <a:pt x="54" y="312"/>
                  </a:cubicBezTo>
                  <a:cubicBezTo>
                    <a:pt x="58" y="312"/>
                    <a:pt x="62" y="311"/>
                    <a:pt x="66" y="309"/>
                  </a:cubicBezTo>
                  <a:cubicBezTo>
                    <a:pt x="82" y="302"/>
                    <a:pt x="90" y="284"/>
                    <a:pt x="83" y="267"/>
                  </a:cubicBezTo>
                  <a:cubicBezTo>
                    <a:pt x="69" y="235"/>
                    <a:pt x="65" y="209"/>
                    <a:pt x="65" y="187"/>
                  </a:cubicBezTo>
                  <a:cubicBezTo>
                    <a:pt x="65" y="178"/>
                    <a:pt x="66" y="169"/>
                    <a:pt x="67" y="160"/>
                  </a:cubicBezTo>
                  <a:cubicBezTo>
                    <a:pt x="79" y="220"/>
                    <a:pt x="99" y="264"/>
                    <a:pt x="138" y="325"/>
                  </a:cubicBezTo>
                  <a:cubicBezTo>
                    <a:pt x="155" y="346"/>
                    <a:pt x="172" y="357"/>
                    <a:pt x="189" y="360"/>
                  </a:cubicBezTo>
                  <a:cubicBezTo>
                    <a:pt x="195" y="384"/>
                    <a:pt x="207" y="440"/>
                    <a:pt x="207" y="519"/>
                  </a:cubicBezTo>
                  <a:cubicBezTo>
                    <a:pt x="207" y="569"/>
                    <a:pt x="202" y="627"/>
                    <a:pt x="189" y="693"/>
                  </a:cubicBezTo>
                  <a:cubicBezTo>
                    <a:pt x="184" y="720"/>
                    <a:pt x="201" y="747"/>
                    <a:pt x="228" y="752"/>
                  </a:cubicBezTo>
                  <a:cubicBezTo>
                    <a:pt x="232" y="753"/>
                    <a:pt x="235" y="753"/>
                    <a:pt x="238" y="753"/>
                  </a:cubicBezTo>
                  <a:cubicBezTo>
                    <a:pt x="262" y="753"/>
                    <a:pt x="282" y="737"/>
                    <a:pt x="287" y="713"/>
                  </a:cubicBezTo>
                  <a:cubicBezTo>
                    <a:pt x="302" y="640"/>
                    <a:pt x="307" y="575"/>
                    <a:pt x="307" y="519"/>
                  </a:cubicBezTo>
                  <a:cubicBezTo>
                    <a:pt x="307" y="445"/>
                    <a:pt x="298" y="389"/>
                    <a:pt x="290" y="354"/>
                  </a:cubicBezTo>
                  <a:cubicBezTo>
                    <a:pt x="341" y="327"/>
                    <a:pt x="458" y="277"/>
                    <a:pt x="643" y="268"/>
                  </a:cubicBezTo>
                  <a:cubicBezTo>
                    <a:pt x="671" y="267"/>
                    <a:pt x="692" y="243"/>
                    <a:pt x="691" y="2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5"/>
            <p:cNvSpPr>
              <a:spLocks/>
            </p:cNvSpPr>
            <p:nvPr/>
          </p:nvSpPr>
          <p:spPr bwMode="auto">
            <a:xfrm>
              <a:off x="695325" y="3435350"/>
              <a:ext cx="395288" cy="238125"/>
            </a:xfrm>
            <a:custGeom>
              <a:avLst/>
              <a:gdLst>
                <a:gd name="T0" fmla="*/ 73 w 261"/>
                <a:gd name="T1" fmla="*/ 48 h 157"/>
                <a:gd name="T2" fmla="*/ 67 w 261"/>
                <a:gd name="T3" fmla="*/ 32 h 157"/>
                <a:gd name="T4" fmla="*/ 66 w 261"/>
                <a:gd name="T5" fmla="*/ 28 h 157"/>
                <a:gd name="T6" fmla="*/ 66 w 261"/>
                <a:gd name="T7" fmla="*/ 28 h 157"/>
                <a:gd name="T8" fmla="*/ 66 w 261"/>
                <a:gd name="T9" fmla="*/ 28 h 157"/>
                <a:gd name="T10" fmla="*/ 54 w 261"/>
                <a:gd name="T11" fmla="*/ 8 h 157"/>
                <a:gd name="T12" fmla="*/ 29 w 261"/>
                <a:gd name="T13" fmla="*/ 1 h 157"/>
                <a:gd name="T14" fmla="*/ 3 w 261"/>
                <a:gd name="T15" fmla="*/ 37 h 157"/>
                <a:gd name="T16" fmla="*/ 5 w 261"/>
                <a:gd name="T17" fmla="*/ 50 h 157"/>
                <a:gd name="T18" fmla="*/ 28 w 261"/>
                <a:gd name="T19" fmla="*/ 97 h 157"/>
                <a:gd name="T20" fmla="*/ 74 w 261"/>
                <a:gd name="T21" fmla="*/ 139 h 157"/>
                <a:gd name="T22" fmla="*/ 140 w 261"/>
                <a:gd name="T23" fmla="*/ 157 h 157"/>
                <a:gd name="T24" fmla="*/ 151 w 261"/>
                <a:gd name="T25" fmla="*/ 157 h 157"/>
                <a:gd name="T26" fmla="*/ 152 w 261"/>
                <a:gd name="T27" fmla="*/ 157 h 157"/>
                <a:gd name="T28" fmla="*/ 234 w 261"/>
                <a:gd name="T29" fmla="*/ 143 h 157"/>
                <a:gd name="T30" fmla="*/ 255 w 261"/>
                <a:gd name="T31" fmla="*/ 103 h 157"/>
                <a:gd name="T32" fmla="*/ 215 w 261"/>
                <a:gd name="T33" fmla="*/ 82 h 157"/>
                <a:gd name="T34" fmla="*/ 152 w 261"/>
                <a:gd name="T35" fmla="*/ 93 h 157"/>
                <a:gd name="T36" fmla="*/ 117 w 261"/>
                <a:gd name="T37" fmla="*/ 88 h 157"/>
                <a:gd name="T38" fmla="*/ 105 w 261"/>
                <a:gd name="T39" fmla="*/ 83 h 157"/>
                <a:gd name="T40" fmla="*/ 73 w 261"/>
                <a:gd name="T41" fmla="*/ 48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1" h="157">
                  <a:moveTo>
                    <a:pt x="73" y="48"/>
                  </a:moveTo>
                  <a:cubicBezTo>
                    <a:pt x="70" y="42"/>
                    <a:pt x="68" y="36"/>
                    <a:pt x="67" y="32"/>
                  </a:cubicBezTo>
                  <a:cubicBezTo>
                    <a:pt x="67" y="31"/>
                    <a:pt x="66" y="29"/>
                    <a:pt x="66" y="28"/>
                  </a:cubicBezTo>
                  <a:cubicBezTo>
                    <a:pt x="66" y="28"/>
                    <a:pt x="66" y="28"/>
                    <a:pt x="66" y="28"/>
                  </a:cubicBezTo>
                  <a:cubicBezTo>
                    <a:pt x="66" y="28"/>
                    <a:pt x="66" y="28"/>
                    <a:pt x="66" y="28"/>
                  </a:cubicBezTo>
                  <a:cubicBezTo>
                    <a:pt x="65" y="19"/>
                    <a:pt x="60" y="12"/>
                    <a:pt x="54" y="8"/>
                  </a:cubicBezTo>
                  <a:cubicBezTo>
                    <a:pt x="48" y="2"/>
                    <a:pt x="39" y="0"/>
                    <a:pt x="29" y="1"/>
                  </a:cubicBezTo>
                  <a:cubicBezTo>
                    <a:pt x="12" y="4"/>
                    <a:pt x="0" y="20"/>
                    <a:pt x="3" y="37"/>
                  </a:cubicBezTo>
                  <a:cubicBezTo>
                    <a:pt x="3" y="38"/>
                    <a:pt x="3" y="43"/>
                    <a:pt x="5" y="50"/>
                  </a:cubicBezTo>
                  <a:cubicBezTo>
                    <a:pt x="8" y="61"/>
                    <a:pt x="15" y="79"/>
                    <a:pt x="28" y="97"/>
                  </a:cubicBezTo>
                  <a:cubicBezTo>
                    <a:pt x="38" y="112"/>
                    <a:pt x="53" y="127"/>
                    <a:pt x="74" y="139"/>
                  </a:cubicBezTo>
                  <a:cubicBezTo>
                    <a:pt x="92" y="149"/>
                    <a:pt x="114" y="155"/>
                    <a:pt x="140" y="157"/>
                  </a:cubicBezTo>
                  <a:cubicBezTo>
                    <a:pt x="144" y="157"/>
                    <a:pt x="147" y="157"/>
                    <a:pt x="151" y="157"/>
                  </a:cubicBezTo>
                  <a:cubicBezTo>
                    <a:pt x="151" y="157"/>
                    <a:pt x="151" y="157"/>
                    <a:pt x="152" y="157"/>
                  </a:cubicBezTo>
                  <a:cubicBezTo>
                    <a:pt x="176" y="157"/>
                    <a:pt x="203" y="153"/>
                    <a:pt x="234" y="143"/>
                  </a:cubicBezTo>
                  <a:cubicBezTo>
                    <a:pt x="251" y="138"/>
                    <a:pt x="261" y="120"/>
                    <a:pt x="255" y="103"/>
                  </a:cubicBezTo>
                  <a:cubicBezTo>
                    <a:pt x="250" y="86"/>
                    <a:pt x="232" y="77"/>
                    <a:pt x="215" y="82"/>
                  </a:cubicBezTo>
                  <a:cubicBezTo>
                    <a:pt x="189" y="90"/>
                    <a:pt x="168" y="93"/>
                    <a:pt x="152" y="93"/>
                  </a:cubicBezTo>
                  <a:cubicBezTo>
                    <a:pt x="138" y="93"/>
                    <a:pt x="127" y="91"/>
                    <a:pt x="117" y="88"/>
                  </a:cubicBezTo>
                  <a:cubicBezTo>
                    <a:pt x="113" y="86"/>
                    <a:pt x="109" y="85"/>
                    <a:pt x="105" y="83"/>
                  </a:cubicBezTo>
                  <a:cubicBezTo>
                    <a:pt x="89" y="74"/>
                    <a:pt x="79" y="60"/>
                    <a:pt x="73"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16"/>
            <p:cNvSpPr>
              <a:spLocks/>
            </p:cNvSpPr>
            <p:nvPr/>
          </p:nvSpPr>
          <p:spPr bwMode="auto">
            <a:xfrm>
              <a:off x="1271588" y="3108325"/>
              <a:ext cx="304800" cy="303213"/>
            </a:xfrm>
            <a:custGeom>
              <a:avLst/>
              <a:gdLst>
                <a:gd name="T0" fmla="*/ 160 w 201"/>
                <a:gd name="T1" fmla="*/ 167 h 200"/>
                <a:gd name="T2" fmla="*/ 168 w 201"/>
                <a:gd name="T3" fmla="*/ 40 h 200"/>
                <a:gd name="T4" fmla="*/ 41 w 201"/>
                <a:gd name="T5" fmla="*/ 32 h 200"/>
                <a:gd name="T6" fmla="*/ 33 w 201"/>
                <a:gd name="T7" fmla="*/ 159 h 200"/>
                <a:gd name="T8" fmla="*/ 160 w 201"/>
                <a:gd name="T9" fmla="*/ 167 h 200"/>
              </a:gdLst>
              <a:ahLst/>
              <a:cxnLst>
                <a:cxn ang="0">
                  <a:pos x="T0" y="T1"/>
                </a:cxn>
                <a:cxn ang="0">
                  <a:pos x="T2" y="T3"/>
                </a:cxn>
                <a:cxn ang="0">
                  <a:pos x="T4" y="T5"/>
                </a:cxn>
                <a:cxn ang="0">
                  <a:pos x="T6" y="T7"/>
                </a:cxn>
                <a:cxn ang="0">
                  <a:pos x="T8" y="T9"/>
                </a:cxn>
              </a:cxnLst>
              <a:rect l="0" t="0" r="r" b="b"/>
              <a:pathLst>
                <a:path w="201" h="200">
                  <a:moveTo>
                    <a:pt x="160" y="167"/>
                  </a:moveTo>
                  <a:cubicBezTo>
                    <a:pt x="197" y="134"/>
                    <a:pt x="201" y="78"/>
                    <a:pt x="168" y="40"/>
                  </a:cubicBezTo>
                  <a:cubicBezTo>
                    <a:pt x="135" y="3"/>
                    <a:pt x="78" y="0"/>
                    <a:pt x="41" y="32"/>
                  </a:cubicBezTo>
                  <a:cubicBezTo>
                    <a:pt x="4" y="65"/>
                    <a:pt x="0" y="122"/>
                    <a:pt x="33" y="159"/>
                  </a:cubicBezTo>
                  <a:cubicBezTo>
                    <a:pt x="66" y="197"/>
                    <a:pt x="123" y="200"/>
                    <a:pt x="160" y="1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7"/>
            <p:cNvSpPr>
              <a:spLocks/>
            </p:cNvSpPr>
            <p:nvPr/>
          </p:nvSpPr>
          <p:spPr bwMode="auto">
            <a:xfrm>
              <a:off x="1216025" y="3302000"/>
              <a:ext cx="750888" cy="936625"/>
            </a:xfrm>
            <a:custGeom>
              <a:avLst/>
              <a:gdLst>
                <a:gd name="T0" fmla="*/ 350 w 495"/>
                <a:gd name="T1" fmla="*/ 42 h 618"/>
                <a:gd name="T2" fmla="*/ 226 w 495"/>
                <a:gd name="T3" fmla="*/ 31 h 618"/>
                <a:gd name="T4" fmla="*/ 213 w 495"/>
                <a:gd name="T5" fmla="*/ 51 h 618"/>
                <a:gd name="T6" fmla="*/ 261 w 495"/>
                <a:gd name="T7" fmla="*/ 33 h 618"/>
                <a:gd name="T8" fmla="*/ 262 w 495"/>
                <a:gd name="T9" fmla="*/ 33 h 618"/>
                <a:gd name="T10" fmla="*/ 278 w 495"/>
                <a:gd name="T11" fmla="*/ 29 h 618"/>
                <a:gd name="T12" fmla="*/ 315 w 495"/>
                <a:gd name="T13" fmla="*/ 53 h 618"/>
                <a:gd name="T14" fmla="*/ 316 w 495"/>
                <a:gd name="T15" fmla="*/ 84 h 618"/>
                <a:gd name="T16" fmla="*/ 311 w 495"/>
                <a:gd name="T17" fmla="*/ 93 h 618"/>
                <a:gd name="T18" fmla="*/ 294 w 495"/>
                <a:gd name="T19" fmla="*/ 106 h 618"/>
                <a:gd name="T20" fmla="*/ 293 w 495"/>
                <a:gd name="T21" fmla="*/ 107 h 618"/>
                <a:gd name="T22" fmla="*/ 234 w 495"/>
                <a:gd name="T23" fmla="*/ 129 h 618"/>
                <a:gd name="T24" fmla="*/ 18 w 495"/>
                <a:gd name="T25" fmla="*/ 176 h 618"/>
                <a:gd name="T26" fmla="*/ 15 w 495"/>
                <a:gd name="T27" fmla="*/ 176 h 618"/>
                <a:gd name="T28" fmla="*/ 0 w 495"/>
                <a:gd name="T29" fmla="*/ 173 h 618"/>
                <a:gd name="T30" fmla="*/ 31 w 495"/>
                <a:gd name="T31" fmla="*/ 196 h 618"/>
                <a:gd name="T32" fmla="*/ 31 w 495"/>
                <a:gd name="T33" fmla="*/ 196 h 618"/>
                <a:gd name="T34" fmla="*/ 252 w 495"/>
                <a:gd name="T35" fmla="*/ 150 h 618"/>
                <a:gd name="T36" fmla="*/ 336 w 495"/>
                <a:gd name="T37" fmla="*/ 265 h 618"/>
                <a:gd name="T38" fmla="*/ 278 w 495"/>
                <a:gd name="T39" fmla="*/ 308 h 618"/>
                <a:gd name="T40" fmla="*/ 124 w 495"/>
                <a:gd name="T41" fmla="*/ 557 h 618"/>
                <a:gd name="T42" fmla="*/ 162 w 495"/>
                <a:gd name="T43" fmla="*/ 617 h 618"/>
                <a:gd name="T44" fmla="*/ 173 w 495"/>
                <a:gd name="T45" fmla="*/ 618 h 618"/>
                <a:gd name="T46" fmla="*/ 222 w 495"/>
                <a:gd name="T47" fmla="*/ 579 h 618"/>
                <a:gd name="T48" fmla="*/ 343 w 495"/>
                <a:gd name="T49" fmla="*/ 384 h 618"/>
                <a:gd name="T50" fmla="*/ 397 w 495"/>
                <a:gd name="T51" fmla="*/ 345 h 618"/>
                <a:gd name="T52" fmla="*/ 426 w 495"/>
                <a:gd name="T53" fmla="*/ 333 h 618"/>
                <a:gd name="T54" fmla="*/ 475 w 495"/>
                <a:gd name="T55" fmla="*/ 227 h 618"/>
                <a:gd name="T56" fmla="*/ 350 w 495"/>
                <a:gd name="T57" fmla="*/ 42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95" h="618">
                  <a:moveTo>
                    <a:pt x="350" y="42"/>
                  </a:moveTo>
                  <a:cubicBezTo>
                    <a:pt x="304" y="0"/>
                    <a:pt x="252" y="8"/>
                    <a:pt x="226" y="31"/>
                  </a:cubicBezTo>
                  <a:cubicBezTo>
                    <a:pt x="220" y="37"/>
                    <a:pt x="216" y="44"/>
                    <a:pt x="213" y="51"/>
                  </a:cubicBezTo>
                  <a:cubicBezTo>
                    <a:pt x="242" y="41"/>
                    <a:pt x="261" y="33"/>
                    <a:pt x="261" y="33"/>
                  </a:cubicBezTo>
                  <a:cubicBezTo>
                    <a:pt x="262" y="33"/>
                    <a:pt x="262" y="33"/>
                    <a:pt x="262" y="33"/>
                  </a:cubicBezTo>
                  <a:cubicBezTo>
                    <a:pt x="267" y="30"/>
                    <a:pt x="273" y="29"/>
                    <a:pt x="278" y="29"/>
                  </a:cubicBezTo>
                  <a:cubicBezTo>
                    <a:pt x="294" y="29"/>
                    <a:pt x="309" y="39"/>
                    <a:pt x="315" y="53"/>
                  </a:cubicBezTo>
                  <a:cubicBezTo>
                    <a:pt x="319" y="63"/>
                    <a:pt x="319" y="74"/>
                    <a:pt x="316" y="84"/>
                  </a:cubicBezTo>
                  <a:cubicBezTo>
                    <a:pt x="314" y="87"/>
                    <a:pt x="313" y="90"/>
                    <a:pt x="311" y="93"/>
                  </a:cubicBezTo>
                  <a:cubicBezTo>
                    <a:pt x="306" y="99"/>
                    <a:pt x="301" y="103"/>
                    <a:pt x="294" y="106"/>
                  </a:cubicBezTo>
                  <a:cubicBezTo>
                    <a:pt x="293" y="107"/>
                    <a:pt x="293" y="107"/>
                    <a:pt x="293" y="107"/>
                  </a:cubicBezTo>
                  <a:cubicBezTo>
                    <a:pt x="282" y="111"/>
                    <a:pt x="261" y="120"/>
                    <a:pt x="234" y="129"/>
                  </a:cubicBezTo>
                  <a:cubicBezTo>
                    <a:pt x="180" y="147"/>
                    <a:pt x="101" y="170"/>
                    <a:pt x="18" y="176"/>
                  </a:cubicBezTo>
                  <a:cubicBezTo>
                    <a:pt x="17" y="176"/>
                    <a:pt x="16" y="176"/>
                    <a:pt x="15" y="176"/>
                  </a:cubicBezTo>
                  <a:cubicBezTo>
                    <a:pt x="10" y="176"/>
                    <a:pt x="5" y="175"/>
                    <a:pt x="0" y="173"/>
                  </a:cubicBezTo>
                  <a:cubicBezTo>
                    <a:pt x="4" y="186"/>
                    <a:pt x="17" y="196"/>
                    <a:pt x="31" y="196"/>
                  </a:cubicBezTo>
                  <a:cubicBezTo>
                    <a:pt x="31" y="196"/>
                    <a:pt x="31" y="196"/>
                    <a:pt x="31" y="196"/>
                  </a:cubicBezTo>
                  <a:cubicBezTo>
                    <a:pt x="134" y="195"/>
                    <a:pt x="208" y="170"/>
                    <a:pt x="252" y="150"/>
                  </a:cubicBezTo>
                  <a:cubicBezTo>
                    <a:pt x="279" y="182"/>
                    <a:pt x="312" y="222"/>
                    <a:pt x="336" y="265"/>
                  </a:cubicBezTo>
                  <a:cubicBezTo>
                    <a:pt x="319" y="276"/>
                    <a:pt x="299" y="290"/>
                    <a:pt x="278" y="308"/>
                  </a:cubicBezTo>
                  <a:cubicBezTo>
                    <a:pt x="218" y="359"/>
                    <a:pt x="150" y="440"/>
                    <a:pt x="124" y="557"/>
                  </a:cubicBezTo>
                  <a:cubicBezTo>
                    <a:pt x="118" y="584"/>
                    <a:pt x="135" y="611"/>
                    <a:pt x="162" y="617"/>
                  </a:cubicBezTo>
                  <a:cubicBezTo>
                    <a:pt x="166" y="618"/>
                    <a:pt x="169" y="618"/>
                    <a:pt x="173" y="618"/>
                  </a:cubicBezTo>
                  <a:cubicBezTo>
                    <a:pt x="196" y="618"/>
                    <a:pt x="217" y="602"/>
                    <a:pt x="222" y="579"/>
                  </a:cubicBezTo>
                  <a:cubicBezTo>
                    <a:pt x="242" y="490"/>
                    <a:pt x="294" y="426"/>
                    <a:pt x="343" y="384"/>
                  </a:cubicBezTo>
                  <a:cubicBezTo>
                    <a:pt x="363" y="367"/>
                    <a:pt x="381" y="354"/>
                    <a:pt x="397" y="345"/>
                  </a:cubicBezTo>
                  <a:cubicBezTo>
                    <a:pt x="405" y="344"/>
                    <a:pt x="415" y="340"/>
                    <a:pt x="426" y="333"/>
                  </a:cubicBezTo>
                  <a:cubicBezTo>
                    <a:pt x="459" y="316"/>
                    <a:pt x="495" y="290"/>
                    <a:pt x="475" y="227"/>
                  </a:cubicBezTo>
                  <a:cubicBezTo>
                    <a:pt x="442" y="144"/>
                    <a:pt x="412" y="100"/>
                    <a:pt x="350"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8"/>
            <p:cNvSpPr>
              <a:spLocks/>
            </p:cNvSpPr>
            <p:nvPr/>
          </p:nvSpPr>
          <p:spPr bwMode="auto">
            <a:xfrm>
              <a:off x="1189038" y="3352800"/>
              <a:ext cx="498475" cy="204788"/>
            </a:xfrm>
            <a:custGeom>
              <a:avLst/>
              <a:gdLst>
                <a:gd name="T0" fmla="*/ 35 w 329"/>
                <a:gd name="T1" fmla="*/ 135 h 135"/>
                <a:gd name="T2" fmla="*/ 247 w 329"/>
                <a:gd name="T3" fmla="*/ 89 h 135"/>
                <a:gd name="T4" fmla="*/ 309 w 329"/>
                <a:gd name="T5" fmla="*/ 66 h 135"/>
                <a:gd name="T6" fmla="*/ 325 w 329"/>
                <a:gd name="T7" fmla="*/ 50 h 135"/>
                <a:gd name="T8" fmla="*/ 326 w 329"/>
                <a:gd name="T9" fmla="*/ 23 h 135"/>
                <a:gd name="T10" fmla="*/ 283 w 329"/>
                <a:gd name="T11" fmla="*/ 7 h 135"/>
                <a:gd name="T12" fmla="*/ 282 w 329"/>
                <a:gd name="T13" fmla="*/ 7 h 135"/>
                <a:gd name="T14" fmla="*/ 229 w 329"/>
                <a:gd name="T15" fmla="*/ 27 h 135"/>
                <a:gd name="T16" fmla="*/ 31 w 329"/>
                <a:gd name="T17" fmla="*/ 71 h 135"/>
                <a:gd name="T18" fmla="*/ 1 w 329"/>
                <a:gd name="T19" fmla="*/ 105 h 135"/>
                <a:gd name="T20" fmla="*/ 17 w 329"/>
                <a:gd name="T21" fmla="*/ 131 h 135"/>
                <a:gd name="T22" fmla="*/ 33 w 329"/>
                <a:gd name="T23" fmla="*/ 135 h 135"/>
                <a:gd name="T24" fmla="*/ 35 w 329"/>
                <a:gd name="T25"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9" h="135">
                  <a:moveTo>
                    <a:pt x="35" y="135"/>
                  </a:moveTo>
                  <a:cubicBezTo>
                    <a:pt x="117" y="129"/>
                    <a:pt x="195" y="107"/>
                    <a:pt x="247" y="89"/>
                  </a:cubicBezTo>
                  <a:cubicBezTo>
                    <a:pt x="285" y="76"/>
                    <a:pt x="308" y="66"/>
                    <a:pt x="309" y="66"/>
                  </a:cubicBezTo>
                  <a:cubicBezTo>
                    <a:pt x="317" y="62"/>
                    <a:pt x="322" y="57"/>
                    <a:pt x="325" y="50"/>
                  </a:cubicBezTo>
                  <a:cubicBezTo>
                    <a:pt x="329" y="42"/>
                    <a:pt x="329" y="32"/>
                    <a:pt x="326" y="23"/>
                  </a:cubicBezTo>
                  <a:cubicBezTo>
                    <a:pt x="319" y="7"/>
                    <a:pt x="300" y="0"/>
                    <a:pt x="283" y="7"/>
                  </a:cubicBezTo>
                  <a:cubicBezTo>
                    <a:pt x="283" y="7"/>
                    <a:pt x="283" y="7"/>
                    <a:pt x="282" y="7"/>
                  </a:cubicBezTo>
                  <a:cubicBezTo>
                    <a:pt x="277" y="10"/>
                    <a:pt x="258" y="18"/>
                    <a:pt x="229" y="27"/>
                  </a:cubicBezTo>
                  <a:cubicBezTo>
                    <a:pt x="181" y="44"/>
                    <a:pt x="105" y="66"/>
                    <a:pt x="31" y="71"/>
                  </a:cubicBezTo>
                  <a:cubicBezTo>
                    <a:pt x="13" y="72"/>
                    <a:pt x="0" y="88"/>
                    <a:pt x="1" y="105"/>
                  </a:cubicBezTo>
                  <a:cubicBezTo>
                    <a:pt x="2" y="116"/>
                    <a:pt x="8" y="126"/>
                    <a:pt x="17" y="131"/>
                  </a:cubicBezTo>
                  <a:cubicBezTo>
                    <a:pt x="22" y="133"/>
                    <a:pt x="27" y="135"/>
                    <a:pt x="33" y="135"/>
                  </a:cubicBezTo>
                  <a:cubicBezTo>
                    <a:pt x="34" y="135"/>
                    <a:pt x="35" y="135"/>
                    <a:pt x="35"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5" name="组合 14"/>
          <p:cNvGrpSpPr/>
          <p:nvPr/>
        </p:nvGrpSpPr>
        <p:grpSpPr>
          <a:xfrm>
            <a:off x="6483160" y="1517650"/>
            <a:ext cx="1584325" cy="1349375"/>
            <a:chOff x="450850" y="1517650"/>
            <a:chExt cx="1584325" cy="1349375"/>
          </a:xfrm>
          <a:solidFill>
            <a:schemeClr val="tx1">
              <a:lumMod val="65000"/>
              <a:lumOff val="35000"/>
            </a:schemeClr>
          </a:solidFill>
        </p:grpSpPr>
        <p:sp>
          <p:nvSpPr>
            <p:cNvPr id="16" name="Freeform 19"/>
            <p:cNvSpPr>
              <a:spLocks/>
            </p:cNvSpPr>
            <p:nvPr/>
          </p:nvSpPr>
          <p:spPr bwMode="auto">
            <a:xfrm>
              <a:off x="1450975" y="1517650"/>
              <a:ext cx="295275" cy="295275"/>
            </a:xfrm>
            <a:custGeom>
              <a:avLst/>
              <a:gdLst>
                <a:gd name="T0" fmla="*/ 114 w 195"/>
                <a:gd name="T1" fmla="*/ 186 h 195"/>
                <a:gd name="T2" fmla="*/ 186 w 195"/>
                <a:gd name="T3" fmla="*/ 81 h 195"/>
                <a:gd name="T4" fmla="*/ 81 w 195"/>
                <a:gd name="T5" fmla="*/ 9 h 195"/>
                <a:gd name="T6" fmla="*/ 9 w 195"/>
                <a:gd name="T7" fmla="*/ 114 h 195"/>
                <a:gd name="T8" fmla="*/ 114 w 195"/>
                <a:gd name="T9" fmla="*/ 186 h 195"/>
              </a:gdLst>
              <a:ahLst/>
              <a:cxnLst>
                <a:cxn ang="0">
                  <a:pos x="T0" y="T1"/>
                </a:cxn>
                <a:cxn ang="0">
                  <a:pos x="T2" y="T3"/>
                </a:cxn>
                <a:cxn ang="0">
                  <a:pos x="T4" y="T5"/>
                </a:cxn>
                <a:cxn ang="0">
                  <a:pos x="T6" y="T7"/>
                </a:cxn>
                <a:cxn ang="0">
                  <a:pos x="T8" y="T9"/>
                </a:cxn>
              </a:cxnLst>
              <a:rect l="0" t="0" r="r" b="b"/>
              <a:pathLst>
                <a:path w="195" h="195">
                  <a:moveTo>
                    <a:pt x="114" y="186"/>
                  </a:moveTo>
                  <a:cubicBezTo>
                    <a:pt x="163" y="177"/>
                    <a:pt x="195" y="130"/>
                    <a:pt x="186" y="81"/>
                  </a:cubicBezTo>
                  <a:cubicBezTo>
                    <a:pt x="177" y="32"/>
                    <a:pt x="130" y="0"/>
                    <a:pt x="81" y="9"/>
                  </a:cubicBezTo>
                  <a:cubicBezTo>
                    <a:pt x="32" y="18"/>
                    <a:pt x="0" y="65"/>
                    <a:pt x="9" y="114"/>
                  </a:cubicBezTo>
                  <a:cubicBezTo>
                    <a:pt x="18" y="163"/>
                    <a:pt x="65" y="195"/>
                    <a:pt x="114" y="1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20"/>
            <p:cNvSpPr>
              <a:spLocks/>
            </p:cNvSpPr>
            <p:nvPr/>
          </p:nvSpPr>
          <p:spPr bwMode="auto">
            <a:xfrm>
              <a:off x="1355725" y="1800225"/>
              <a:ext cx="679450" cy="1066800"/>
            </a:xfrm>
            <a:custGeom>
              <a:avLst/>
              <a:gdLst>
                <a:gd name="T0" fmla="*/ 430 w 449"/>
                <a:gd name="T1" fmla="*/ 615 h 704"/>
                <a:gd name="T2" fmla="*/ 324 w 449"/>
                <a:gd name="T3" fmla="*/ 420 h 704"/>
                <a:gd name="T4" fmla="*/ 308 w 449"/>
                <a:gd name="T5" fmla="*/ 350 h 704"/>
                <a:gd name="T6" fmla="*/ 306 w 449"/>
                <a:gd name="T7" fmla="*/ 336 h 704"/>
                <a:gd name="T8" fmla="*/ 320 w 449"/>
                <a:gd name="T9" fmla="*/ 303 h 704"/>
                <a:gd name="T10" fmla="*/ 307 w 449"/>
                <a:gd name="T11" fmla="*/ 80 h 704"/>
                <a:gd name="T12" fmla="*/ 206 w 449"/>
                <a:gd name="T13" fmla="*/ 7 h 704"/>
                <a:gd name="T14" fmla="*/ 194 w 449"/>
                <a:gd name="T15" fmla="*/ 11 h 704"/>
                <a:gd name="T16" fmla="*/ 173 w 449"/>
                <a:gd name="T17" fmla="*/ 30 h 704"/>
                <a:gd name="T18" fmla="*/ 173 w 449"/>
                <a:gd name="T19" fmla="*/ 30 h 704"/>
                <a:gd name="T20" fmla="*/ 173 w 449"/>
                <a:gd name="T21" fmla="*/ 30 h 704"/>
                <a:gd name="T22" fmla="*/ 155 w 449"/>
                <a:gd name="T23" fmla="*/ 60 h 704"/>
                <a:gd name="T24" fmla="*/ 137 w 449"/>
                <a:gd name="T25" fmla="*/ 77 h 704"/>
                <a:gd name="T26" fmla="*/ 118 w 449"/>
                <a:gd name="T27" fmla="*/ 83 h 704"/>
                <a:gd name="T28" fmla="*/ 95 w 449"/>
                <a:gd name="T29" fmla="*/ 76 h 704"/>
                <a:gd name="T30" fmla="*/ 58 w 449"/>
                <a:gd name="T31" fmla="*/ 47 h 704"/>
                <a:gd name="T32" fmla="*/ 13 w 449"/>
                <a:gd name="T33" fmla="*/ 45 h 704"/>
                <a:gd name="T34" fmla="*/ 12 w 449"/>
                <a:gd name="T35" fmla="*/ 91 h 704"/>
                <a:gd name="T36" fmla="*/ 46 w 449"/>
                <a:gd name="T37" fmla="*/ 121 h 704"/>
                <a:gd name="T38" fmla="*/ 58 w 449"/>
                <a:gd name="T39" fmla="*/ 119 h 704"/>
                <a:gd name="T40" fmla="*/ 80 w 449"/>
                <a:gd name="T41" fmla="*/ 125 h 704"/>
                <a:gd name="T42" fmla="*/ 128 w 449"/>
                <a:gd name="T43" fmla="*/ 146 h 704"/>
                <a:gd name="T44" fmla="*/ 165 w 449"/>
                <a:gd name="T45" fmla="*/ 135 h 704"/>
                <a:gd name="T46" fmla="*/ 169 w 449"/>
                <a:gd name="T47" fmla="*/ 130 h 704"/>
                <a:gd name="T48" fmla="*/ 177 w 449"/>
                <a:gd name="T49" fmla="*/ 117 h 704"/>
                <a:gd name="T50" fmla="*/ 192 w 449"/>
                <a:gd name="T51" fmla="*/ 73 h 704"/>
                <a:gd name="T52" fmla="*/ 232 w 449"/>
                <a:gd name="T53" fmla="*/ 39 h 704"/>
                <a:gd name="T54" fmla="*/ 235 w 449"/>
                <a:gd name="T55" fmla="*/ 39 h 704"/>
                <a:gd name="T56" fmla="*/ 237 w 449"/>
                <a:gd name="T57" fmla="*/ 39 h 704"/>
                <a:gd name="T58" fmla="*/ 264 w 449"/>
                <a:gd name="T59" fmla="*/ 55 h 704"/>
                <a:gd name="T60" fmla="*/ 271 w 449"/>
                <a:gd name="T61" fmla="*/ 84 h 704"/>
                <a:gd name="T62" fmla="*/ 260 w 449"/>
                <a:gd name="T63" fmla="*/ 126 h 704"/>
                <a:gd name="T64" fmla="*/ 211 w 449"/>
                <a:gd name="T65" fmla="*/ 201 h 704"/>
                <a:gd name="T66" fmla="*/ 180 w 449"/>
                <a:gd name="T67" fmla="*/ 219 h 704"/>
                <a:gd name="T68" fmla="*/ 176 w 449"/>
                <a:gd name="T69" fmla="*/ 307 h 704"/>
                <a:gd name="T70" fmla="*/ 175 w 449"/>
                <a:gd name="T71" fmla="*/ 318 h 704"/>
                <a:gd name="T72" fmla="*/ 136 w 449"/>
                <a:gd name="T73" fmla="*/ 356 h 704"/>
                <a:gd name="T74" fmla="*/ 42 w 449"/>
                <a:gd name="T75" fmla="*/ 649 h 704"/>
                <a:gd name="T76" fmla="*/ 92 w 449"/>
                <a:gd name="T77" fmla="*/ 699 h 704"/>
                <a:gd name="T78" fmla="*/ 142 w 449"/>
                <a:gd name="T79" fmla="*/ 649 h 704"/>
                <a:gd name="T80" fmla="*/ 211 w 449"/>
                <a:gd name="T81" fmla="*/ 422 h 704"/>
                <a:gd name="T82" fmla="*/ 219 w 449"/>
                <a:gd name="T83" fmla="*/ 414 h 704"/>
                <a:gd name="T84" fmla="*/ 228 w 449"/>
                <a:gd name="T85" fmla="*/ 449 h 704"/>
                <a:gd name="T86" fmla="*/ 356 w 449"/>
                <a:gd name="T87" fmla="*/ 681 h 704"/>
                <a:gd name="T88" fmla="*/ 426 w 449"/>
                <a:gd name="T89" fmla="*/ 685 h 704"/>
                <a:gd name="T90" fmla="*/ 430 w 449"/>
                <a:gd name="T91" fmla="*/ 615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49" h="704">
                  <a:moveTo>
                    <a:pt x="430" y="615"/>
                  </a:moveTo>
                  <a:cubicBezTo>
                    <a:pt x="373" y="550"/>
                    <a:pt x="341" y="477"/>
                    <a:pt x="324" y="420"/>
                  </a:cubicBezTo>
                  <a:cubicBezTo>
                    <a:pt x="315" y="391"/>
                    <a:pt x="311" y="367"/>
                    <a:pt x="308" y="350"/>
                  </a:cubicBezTo>
                  <a:cubicBezTo>
                    <a:pt x="307" y="345"/>
                    <a:pt x="306" y="340"/>
                    <a:pt x="306" y="336"/>
                  </a:cubicBezTo>
                  <a:cubicBezTo>
                    <a:pt x="312" y="328"/>
                    <a:pt x="316" y="317"/>
                    <a:pt x="320" y="303"/>
                  </a:cubicBezTo>
                  <a:cubicBezTo>
                    <a:pt x="334" y="214"/>
                    <a:pt x="330" y="162"/>
                    <a:pt x="307" y="80"/>
                  </a:cubicBezTo>
                  <a:cubicBezTo>
                    <a:pt x="289" y="20"/>
                    <a:pt x="240" y="0"/>
                    <a:pt x="206" y="7"/>
                  </a:cubicBezTo>
                  <a:cubicBezTo>
                    <a:pt x="202" y="8"/>
                    <a:pt x="198" y="9"/>
                    <a:pt x="194" y="11"/>
                  </a:cubicBezTo>
                  <a:cubicBezTo>
                    <a:pt x="185" y="14"/>
                    <a:pt x="177" y="21"/>
                    <a:pt x="173" y="30"/>
                  </a:cubicBezTo>
                  <a:cubicBezTo>
                    <a:pt x="173" y="30"/>
                    <a:pt x="173" y="30"/>
                    <a:pt x="173" y="30"/>
                  </a:cubicBezTo>
                  <a:cubicBezTo>
                    <a:pt x="173" y="30"/>
                    <a:pt x="173" y="30"/>
                    <a:pt x="173" y="30"/>
                  </a:cubicBezTo>
                  <a:cubicBezTo>
                    <a:pt x="173" y="32"/>
                    <a:pt x="166" y="47"/>
                    <a:pt x="155" y="60"/>
                  </a:cubicBezTo>
                  <a:cubicBezTo>
                    <a:pt x="150" y="67"/>
                    <a:pt x="144" y="73"/>
                    <a:pt x="137" y="77"/>
                  </a:cubicBezTo>
                  <a:cubicBezTo>
                    <a:pt x="131" y="81"/>
                    <a:pt x="125" y="83"/>
                    <a:pt x="118" y="83"/>
                  </a:cubicBezTo>
                  <a:cubicBezTo>
                    <a:pt x="112" y="83"/>
                    <a:pt x="105" y="81"/>
                    <a:pt x="95" y="76"/>
                  </a:cubicBezTo>
                  <a:cubicBezTo>
                    <a:pt x="85" y="71"/>
                    <a:pt x="73" y="62"/>
                    <a:pt x="58" y="47"/>
                  </a:cubicBezTo>
                  <a:cubicBezTo>
                    <a:pt x="46" y="34"/>
                    <a:pt x="26" y="33"/>
                    <a:pt x="13" y="45"/>
                  </a:cubicBezTo>
                  <a:cubicBezTo>
                    <a:pt x="0" y="58"/>
                    <a:pt x="0" y="78"/>
                    <a:pt x="12" y="91"/>
                  </a:cubicBezTo>
                  <a:cubicBezTo>
                    <a:pt x="23" y="103"/>
                    <a:pt x="34" y="113"/>
                    <a:pt x="46" y="121"/>
                  </a:cubicBezTo>
                  <a:cubicBezTo>
                    <a:pt x="50" y="119"/>
                    <a:pt x="54" y="119"/>
                    <a:pt x="58" y="119"/>
                  </a:cubicBezTo>
                  <a:cubicBezTo>
                    <a:pt x="66" y="119"/>
                    <a:pt x="74" y="121"/>
                    <a:pt x="80" y="125"/>
                  </a:cubicBezTo>
                  <a:cubicBezTo>
                    <a:pt x="101" y="139"/>
                    <a:pt x="117" y="144"/>
                    <a:pt x="128" y="146"/>
                  </a:cubicBezTo>
                  <a:cubicBezTo>
                    <a:pt x="142" y="145"/>
                    <a:pt x="154" y="141"/>
                    <a:pt x="165" y="135"/>
                  </a:cubicBezTo>
                  <a:cubicBezTo>
                    <a:pt x="166" y="134"/>
                    <a:pt x="167" y="132"/>
                    <a:pt x="169" y="130"/>
                  </a:cubicBezTo>
                  <a:cubicBezTo>
                    <a:pt x="172" y="126"/>
                    <a:pt x="175" y="122"/>
                    <a:pt x="177" y="117"/>
                  </a:cubicBezTo>
                  <a:cubicBezTo>
                    <a:pt x="188" y="97"/>
                    <a:pt x="192" y="73"/>
                    <a:pt x="192" y="73"/>
                  </a:cubicBezTo>
                  <a:cubicBezTo>
                    <a:pt x="195" y="53"/>
                    <a:pt x="212" y="39"/>
                    <a:pt x="232" y="39"/>
                  </a:cubicBezTo>
                  <a:cubicBezTo>
                    <a:pt x="233" y="39"/>
                    <a:pt x="234" y="39"/>
                    <a:pt x="235" y="39"/>
                  </a:cubicBezTo>
                  <a:cubicBezTo>
                    <a:pt x="236" y="39"/>
                    <a:pt x="236" y="39"/>
                    <a:pt x="237" y="39"/>
                  </a:cubicBezTo>
                  <a:cubicBezTo>
                    <a:pt x="248" y="40"/>
                    <a:pt x="257" y="46"/>
                    <a:pt x="264" y="55"/>
                  </a:cubicBezTo>
                  <a:cubicBezTo>
                    <a:pt x="270" y="63"/>
                    <a:pt x="273" y="74"/>
                    <a:pt x="271" y="84"/>
                  </a:cubicBezTo>
                  <a:cubicBezTo>
                    <a:pt x="270" y="90"/>
                    <a:pt x="267" y="107"/>
                    <a:pt x="260" y="126"/>
                  </a:cubicBezTo>
                  <a:cubicBezTo>
                    <a:pt x="253" y="147"/>
                    <a:pt x="239" y="178"/>
                    <a:pt x="211" y="201"/>
                  </a:cubicBezTo>
                  <a:cubicBezTo>
                    <a:pt x="201" y="209"/>
                    <a:pt x="191" y="215"/>
                    <a:pt x="180" y="219"/>
                  </a:cubicBezTo>
                  <a:cubicBezTo>
                    <a:pt x="182" y="249"/>
                    <a:pt x="181" y="279"/>
                    <a:pt x="176" y="307"/>
                  </a:cubicBezTo>
                  <a:cubicBezTo>
                    <a:pt x="176" y="311"/>
                    <a:pt x="176" y="315"/>
                    <a:pt x="175" y="318"/>
                  </a:cubicBezTo>
                  <a:cubicBezTo>
                    <a:pt x="163" y="328"/>
                    <a:pt x="149" y="341"/>
                    <a:pt x="136" y="356"/>
                  </a:cubicBezTo>
                  <a:cubicBezTo>
                    <a:pt x="87" y="412"/>
                    <a:pt x="41" y="506"/>
                    <a:pt x="42" y="649"/>
                  </a:cubicBezTo>
                  <a:cubicBezTo>
                    <a:pt x="42" y="676"/>
                    <a:pt x="64" y="699"/>
                    <a:pt x="92" y="699"/>
                  </a:cubicBezTo>
                  <a:cubicBezTo>
                    <a:pt x="119" y="699"/>
                    <a:pt x="142" y="676"/>
                    <a:pt x="142" y="649"/>
                  </a:cubicBezTo>
                  <a:cubicBezTo>
                    <a:pt x="142" y="526"/>
                    <a:pt x="178" y="460"/>
                    <a:pt x="211" y="422"/>
                  </a:cubicBezTo>
                  <a:cubicBezTo>
                    <a:pt x="214" y="419"/>
                    <a:pt x="216" y="416"/>
                    <a:pt x="219" y="414"/>
                  </a:cubicBezTo>
                  <a:cubicBezTo>
                    <a:pt x="221" y="425"/>
                    <a:pt x="224" y="436"/>
                    <a:pt x="228" y="449"/>
                  </a:cubicBezTo>
                  <a:cubicBezTo>
                    <a:pt x="248" y="515"/>
                    <a:pt x="285" y="602"/>
                    <a:pt x="356" y="681"/>
                  </a:cubicBezTo>
                  <a:cubicBezTo>
                    <a:pt x="374" y="702"/>
                    <a:pt x="406" y="704"/>
                    <a:pt x="426" y="685"/>
                  </a:cubicBezTo>
                  <a:cubicBezTo>
                    <a:pt x="447" y="667"/>
                    <a:pt x="449" y="635"/>
                    <a:pt x="430" y="6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21"/>
            <p:cNvSpPr>
              <a:spLocks/>
            </p:cNvSpPr>
            <p:nvPr/>
          </p:nvSpPr>
          <p:spPr bwMode="auto">
            <a:xfrm>
              <a:off x="1389063" y="1868488"/>
              <a:ext cx="369888" cy="263525"/>
            </a:xfrm>
            <a:custGeom>
              <a:avLst/>
              <a:gdLst>
                <a:gd name="T0" fmla="*/ 231 w 244"/>
                <a:gd name="T1" fmla="*/ 79 h 174"/>
                <a:gd name="T2" fmla="*/ 241 w 244"/>
                <a:gd name="T3" fmla="*/ 38 h 174"/>
                <a:gd name="T4" fmla="*/ 214 w 244"/>
                <a:gd name="T5" fmla="*/ 2 h 174"/>
                <a:gd name="T6" fmla="*/ 213 w 244"/>
                <a:gd name="T7" fmla="*/ 2 h 174"/>
                <a:gd name="T8" fmla="*/ 178 w 244"/>
                <a:gd name="T9" fmla="*/ 29 h 174"/>
                <a:gd name="T10" fmla="*/ 178 w 244"/>
                <a:gd name="T11" fmla="*/ 29 h 174"/>
                <a:gd name="T12" fmla="*/ 178 w 244"/>
                <a:gd name="T13" fmla="*/ 29 h 174"/>
                <a:gd name="T14" fmla="*/ 178 w 244"/>
                <a:gd name="T15" fmla="*/ 29 h 174"/>
                <a:gd name="T16" fmla="*/ 162 w 244"/>
                <a:gd name="T17" fmla="*/ 75 h 174"/>
                <a:gd name="T18" fmla="*/ 161 w 244"/>
                <a:gd name="T19" fmla="*/ 78 h 174"/>
                <a:gd name="T20" fmla="*/ 148 w 244"/>
                <a:gd name="T21" fmla="*/ 96 h 174"/>
                <a:gd name="T22" fmla="*/ 142 w 244"/>
                <a:gd name="T23" fmla="*/ 101 h 174"/>
                <a:gd name="T24" fmla="*/ 116 w 244"/>
                <a:gd name="T25" fmla="*/ 110 h 174"/>
                <a:gd name="T26" fmla="*/ 77 w 244"/>
                <a:gd name="T27" fmla="*/ 100 h 174"/>
                <a:gd name="T28" fmla="*/ 54 w 244"/>
                <a:gd name="T29" fmla="*/ 87 h 174"/>
                <a:gd name="T30" fmla="*/ 33 w 244"/>
                <a:gd name="T31" fmla="*/ 82 h 174"/>
                <a:gd name="T32" fmla="*/ 9 w 244"/>
                <a:gd name="T33" fmla="*/ 96 h 174"/>
                <a:gd name="T34" fmla="*/ 19 w 244"/>
                <a:gd name="T35" fmla="*/ 140 h 174"/>
                <a:gd name="T36" fmla="*/ 116 w 244"/>
                <a:gd name="T37" fmla="*/ 174 h 174"/>
                <a:gd name="T38" fmla="*/ 116 w 244"/>
                <a:gd name="T39" fmla="*/ 174 h 174"/>
                <a:gd name="T40" fmla="*/ 157 w 244"/>
                <a:gd name="T41" fmla="*/ 166 h 174"/>
                <a:gd name="T42" fmla="*/ 184 w 244"/>
                <a:gd name="T43" fmla="*/ 150 h 174"/>
                <a:gd name="T44" fmla="*/ 231 w 244"/>
                <a:gd name="T45" fmla="*/ 79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4" h="174">
                  <a:moveTo>
                    <a:pt x="231" y="79"/>
                  </a:moveTo>
                  <a:cubicBezTo>
                    <a:pt x="239" y="57"/>
                    <a:pt x="241" y="40"/>
                    <a:pt x="241" y="38"/>
                  </a:cubicBezTo>
                  <a:cubicBezTo>
                    <a:pt x="244" y="21"/>
                    <a:pt x="232" y="4"/>
                    <a:pt x="214" y="2"/>
                  </a:cubicBezTo>
                  <a:cubicBezTo>
                    <a:pt x="214" y="2"/>
                    <a:pt x="213" y="2"/>
                    <a:pt x="213" y="2"/>
                  </a:cubicBezTo>
                  <a:cubicBezTo>
                    <a:pt x="196" y="0"/>
                    <a:pt x="180" y="12"/>
                    <a:pt x="178" y="29"/>
                  </a:cubicBezTo>
                  <a:cubicBezTo>
                    <a:pt x="178" y="29"/>
                    <a:pt x="178" y="29"/>
                    <a:pt x="178" y="29"/>
                  </a:cubicBezTo>
                  <a:cubicBezTo>
                    <a:pt x="178" y="29"/>
                    <a:pt x="178" y="29"/>
                    <a:pt x="178" y="29"/>
                  </a:cubicBezTo>
                  <a:cubicBezTo>
                    <a:pt x="178" y="29"/>
                    <a:pt x="178" y="29"/>
                    <a:pt x="178" y="29"/>
                  </a:cubicBezTo>
                  <a:cubicBezTo>
                    <a:pt x="178" y="31"/>
                    <a:pt x="173" y="55"/>
                    <a:pt x="162" y="75"/>
                  </a:cubicBezTo>
                  <a:cubicBezTo>
                    <a:pt x="162" y="76"/>
                    <a:pt x="162" y="77"/>
                    <a:pt x="161" y="78"/>
                  </a:cubicBezTo>
                  <a:cubicBezTo>
                    <a:pt x="158" y="84"/>
                    <a:pt x="153" y="91"/>
                    <a:pt x="148" y="96"/>
                  </a:cubicBezTo>
                  <a:cubicBezTo>
                    <a:pt x="146" y="98"/>
                    <a:pt x="144" y="99"/>
                    <a:pt x="142" y="101"/>
                  </a:cubicBezTo>
                  <a:cubicBezTo>
                    <a:pt x="135" y="107"/>
                    <a:pt x="127" y="110"/>
                    <a:pt x="116" y="110"/>
                  </a:cubicBezTo>
                  <a:cubicBezTo>
                    <a:pt x="106" y="110"/>
                    <a:pt x="94" y="108"/>
                    <a:pt x="77" y="100"/>
                  </a:cubicBezTo>
                  <a:cubicBezTo>
                    <a:pt x="70" y="97"/>
                    <a:pt x="62" y="92"/>
                    <a:pt x="54" y="87"/>
                  </a:cubicBezTo>
                  <a:cubicBezTo>
                    <a:pt x="47" y="83"/>
                    <a:pt x="40" y="81"/>
                    <a:pt x="33" y="82"/>
                  </a:cubicBezTo>
                  <a:cubicBezTo>
                    <a:pt x="24" y="83"/>
                    <a:pt x="15" y="88"/>
                    <a:pt x="9" y="96"/>
                  </a:cubicBezTo>
                  <a:cubicBezTo>
                    <a:pt x="0" y="111"/>
                    <a:pt x="4" y="131"/>
                    <a:pt x="19" y="140"/>
                  </a:cubicBezTo>
                  <a:cubicBezTo>
                    <a:pt x="54" y="163"/>
                    <a:pt x="86" y="174"/>
                    <a:pt x="116" y="174"/>
                  </a:cubicBezTo>
                  <a:cubicBezTo>
                    <a:pt x="116" y="174"/>
                    <a:pt x="116" y="174"/>
                    <a:pt x="116" y="174"/>
                  </a:cubicBezTo>
                  <a:cubicBezTo>
                    <a:pt x="131" y="174"/>
                    <a:pt x="145" y="171"/>
                    <a:pt x="157" y="166"/>
                  </a:cubicBezTo>
                  <a:cubicBezTo>
                    <a:pt x="167" y="162"/>
                    <a:pt x="176" y="156"/>
                    <a:pt x="184" y="150"/>
                  </a:cubicBezTo>
                  <a:cubicBezTo>
                    <a:pt x="209" y="129"/>
                    <a:pt x="223" y="101"/>
                    <a:pt x="231"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22"/>
            <p:cNvSpPr>
              <a:spLocks/>
            </p:cNvSpPr>
            <p:nvPr/>
          </p:nvSpPr>
          <p:spPr bwMode="auto">
            <a:xfrm>
              <a:off x="741363" y="1517650"/>
              <a:ext cx="295275" cy="295275"/>
            </a:xfrm>
            <a:custGeom>
              <a:avLst/>
              <a:gdLst>
                <a:gd name="T0" fmla="*/ 81 w 195"/>
                <a:gd name="T1" fmla="*/ 186 h 195"/>
                <a:gd name="T2" fmla="*/ 186 w 195"/>
                <a:gd name="T3" fmla="*/ 114 h 195"/>
                <a:gd name="T4" fmla="*/ 114 w 195"/>
                <a:gd name="T5" fmla="*/ 9 h 195"/>
                <a:gd name="T6" fmla="*/ 9 w 195"/>
                <a:gd name="T7" fmla="*/ 81 h 195"/>
                <a:gd name="T8" fmla="*/ 81 w 195"/>
                <a:gd name="T9" fmla="*/ 186 h 195"/>
              </a:gdLst>
              <a:ahLst/>
              <a:cxnLst>
                <a:cxn ang="0">
                  <a:pos x="T0" y="T1"/>
                </a:cxn>
                <a:cxn ang="0">
                  <a:pos x="T2" y="T3"/>
                </a:cxn>
                <a:cxn ang="0">
                  <a:pos x="T4" y="T5"/>
                </a:cxn>
                <a:cxn ang="0">
                  <a:pos x="T6" y="T7"/>
                </a:cxn>
                <a:cxn ang="0">
                  <a:pos x="T8" y="T9"/>
                </a:cxn>
              </a:cxnLst>
              <a:rect l="0" t="0" r="r" b="b"/>
              <a:pathLst>
                <a:path w="195" h="195">
                  <a:moveTo>
                    <a:pt x="81" y="186"/>
                  </a:moveTo>
                  <a:cubicBezTo>
                    <a:pt x="130" y="195"/>
                    <a:pt x="177" y="163"/>
                    <a:pt x="186" y="114"/>
                  </a:cubicBezTo>
                  <a:cubicBezTo>
                    <a:pt x="195" y="65"/>
                    <a:pt x="163" y="18"/>
                    <a:pt x="114" y="9"/>
                  </a:cubicBezTo>
                  <a:cubicBezTo>
                    <a:pt x="65" y="0"/>
                    <a:pt x="18" y="32"/>
                    <a:pt x="9" y="81"/>
                  </a:cubicBezTo>
                  <a:cubicBezTo>
                    <a:pt x="0" y="130"/>
                    <a:pt x="32" y="177"/>
                    <a:pt x="81" y="1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23"/>
            <p:cNvSpPr>
              <a:spLocks/>
            </p:cNvSpPr>
            <p:nvPr/>
          </p:nvSpPr>
          <p:spPr bwMode="auto">
            <a:xfrm>
              <a:off x="450850" y="1800225"/>
              <a:ext cx="647700" cy="1066800"/>
            </a:xfrm>
            <a:custGeom>
              <a:avLst/>
              <a:gdLst>
                <a:gd name="T0" fmla="*/ 23 w 427"/>
                <a:gd name="T1" fmla="*/ 685 h 704"/>
                <a:gd name="T2" fmla="*/ 93 w 427"/>
                <a:gd name="T3" fmla="*/ 681 h 704"/>
                <a:gd name="T4" fmla="*/ 93 w 427"/>
                <a:gd name="T5" fmla="*/ 681 h 704"/>
                <a:gd name="T6" fmla="*/ 221 w 427"/>
                <a:gd name="T7" fmla="*/ 449 h 704"/>
                <a:gd name="T8" fmla="*/ 230 w 427"/>
                <a:gd name="T9" fmla="*/ 414 h 704"/>
                <a:gd name="T10" fmla="*/ 247 w 427"/>
                <a:gd name="T11" fmla="*/ 433 h 704"/>
                <a:gd name="T12" fmla="*/ 307 w 427"/>
                <a:gd name="T13" fmla="*/ 649 h 704"/>
                <a:gd name="T14" fmla="*/ 357 w 427"/>
                <a:gd name="T15" fmla="*/ 699 h 704"/>
                <a:gd name="T16" fmla="*/ 407 w 427"/>
                <a:gd name="T17" fmla="*/ 649 h 704"/>
                <a:gd name="T18" fmla="*/ 313 w 427"/>
                <a:gd name="T19" fmla="*/ 356 h 704"/>
                <a:gd name="T20" fmla="*/ 274 w 427"/>
                <a:gd name="T21" fmla="*/ 318 h 704"/>
                <a:gd name="T22" fmla="*/ 273 w 427"/>
                <a:gd name="T23" fmla="*/ 307 h 704"/>
                <a:gd name="T24" fmla="*/ 271 w 427"/>
                <a:gd name="T25" fmla="*/ 199 h 704"/>
                <a:gd name="T26" fmla="*/ 333 w 427"/>
                <a:gd name="T27" fmla="*/ 214 h 704"/>
                <a:gd name="T28" fmla="*/ 334 w 427"/>
                <a:gd name="T29" fmla="*/ 214 h 704"/>
                <a:gd name="T30" fmla="*/ 402 w 427"/>
                <a:gd name="T31" fmla="*/ 202 h 704"/>
                <a:gd name="T32" fmla="*/ 421 w 427"/>
                <a:gd name="T33" fmla="*/ 161 h 704"/>
                <a:gd name="T34" fmla="*/ 380 w 427"/>
                <a:gd name="T35" fmla="*/ 141 h 704"/>
                <a:gd name="T36" fmla="*/ 334 w 427"/>
                <a:gd name="T37" fmla="*/ 150 h 704"/>
                <a:gd name="T38" fmla="*/ 307 w 427"/>
                <a:gd name="T39" fmla="*/ 145 h 704"/>
                <a:gd name="T40" fmla="*/ 279 w 427"/>
                <a:gd name="T41" fmla="*/ 141 h 704"/>
                <a:gd name="T42" fmla="*/ 230 w 427"/>
                <a:gd name="T43" fmla="*/ 121 h 704"/>
                <a:gd name="T44" fmla="*/ 200 w 427"/>
                <a:gd name="T45" fmla="*/ 98 h 704"/>
                <a:gd name="T46" fmla="*/ 197 w 427"/>
                <a:gd name="T47" fmla="*/ 95 h 704"/>
                <a:gd name="T48" fmla="*/ 187 w 427"/>
                <a:gd name="T49" fmla="*/ 66 h 704"/>
                <a:gd name="T50" fmla="*/ 199 w 427"/>
                <a:gd name="T51" fmla="*/ 39 h 704"/>
                <a:gd name="T52" fmla="*/ 227 w 427"/>
                <a:gd name="T53" fmla="*/ 28 h 704"/>
                <a:gd name="T54" fmla="*/ 256 w 427"/>
                <a:gd name="T55" fmla="*/ 40 h 704"/>
                <a:gd name="T56" fmla="*/ 256 w 427"/>
                <a:gd name="T57" fmla="*/ 41 h 704"/>
                <a:gd name="T58" fmla="*/ 256 w 427"/>
                <a:gd name="T59" fmla="*/ 41 h 704"/>
                <a:gd name="T60" fmla="*/ 259 w 427"/>
                <a:gd name="T61" fmla="*/ 43 h 704"/>
                <a:gd name="T62" fmla="*/ 272 w 427"/>
                <a:gd name="T63" fmla="*/ 53 h 704"/>
                <a:gd name="T64" fmla="*/ 286 w 427"/>
                <a:gd name="T65" fmla="*/ 60 h 704"/>
                <a:gd name="T66" fmla="*/ 243 w 427"/>
                <a:gd name="T67" fmla="*/ 7 h 704"/>
                <a:gd name="T68" fmla="*/ 142 w 427"/>
                <a:gd name="T69" fmla="*/ 80 h 704"/>
                <a:gd name="T70" fmla="*/ 129 w 427"/>
                <a:gd name="T71" fmla="*/ 303 h 704"/>
                <a:gd name="T72" fmla="*/ 143 w 427"/>
                <a:gd name="T73" fmla="*/ 336 h 704"/>
                <a:gd name="T74" fmla="*/ 123 w 427"/>
                <a:gd name="T75" fmla="*/ 425 h 704"/>
                <a:gd name="T76" fmla="*/ 19 w 427"/>
                <a:gd name="T77" fmla="*/ 615 h 704"/>
                <a:gd name="T78" fmla="*/ 23 w 427"/>
                <a:gd name="T79" fmla="*/ 685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7" h="704">
                  <a:moveTo>
                    <a:pt x="23" y="685"/>
                  </a:moveTo>
                  <a:cubicBezTo>
                    <a:pt x="43" y="704"/>
                    <a:pt x="75" y="702"/>
                    <a:pt x="93" y="681"/>
                  </a:cubicBezTo>
                  <a:cubicBezTo>
                    <a:pt x="93" y="681"/>
                    <a:pt x="93" y="681"/>
                    <a:pt x="93" y="681"/>
                  </a:cubicBezTo>
                  <a:cubicBezTo>
                    <a:pt x="164" y="602"/>
                    <a:pt x="201" y="515"/>
                    <a:pt x="221" y="449"/>
                  </a:cubicBezTo>
                  <a:cubicBezTo>
                    <a:pt x="225" y="436"/>
                    <a:pt x="228" y="425"/>
                    <a:pt x="230" y="414"/>
                  </a:cubicBezTo>
                  <a:cubicBezTo>
                    <a:pt x="236" y="420"/>
                    <a:pt x="242" y="426"/>
                    <a:pt x="247" y="433"/>
                  </a:cubicBezTo>
                  <a:cubicBezTo>
                    <a:pt x="277" y="473"/>
                    <a:pt x="307" y="538"/>
                    <a:pt x="307" y="649"/>
                  </a:cubicBezTo>
                  <a:cubicBezTo>
                    <a:pt x="307" y="676"/>
                    <a:pt x="330" y="699"/>
                    <a:pt x="357" y="699"/>
                  </a:cubicBezTo>
                  <a:cubicBezTo>
                    <a:pt x="385" y="699"/>
                    <a:pt x="407" y="676"/>
                    <a:pt x="407" y="649"/>
                  </a:cubicBezTo>
                  <a:cubicBezTo>
                    <a:pt x="408" y="506"/>
                    <a:pt x="362" y="412"/>
                    <a:pt x="313" y="356"/>
                  </a:cubicBezTo>
                  <a:cubicBezTo>
                    <a:pt x="300" y="341"/>
                    <a:pt x="286" y="328"/>
                    <a:pt x="274" y="318"/>
                  </a:cubicBezTo>
                  <a:cubicBezTo>
                    <a:pt x="273" y="315"/>
                    <a:pt x="273" y="311"/>
                    <a:pt x="273" y="307"/>
                  </a:cubicBezTo>
                  <a:cubicBezTo>
                    <a:pt x="267" y="273"/>
                    <a:pt x="267" y="235"/>
                    <a:pt x="271" y="199"/>
                  </a:cubicBezTo>
                  <a:cubicBezTo>
                    <a:pt x="288" y="209"/>
                    <a:pt x="310" y="214"/>
                    <a:pt x="333" y="214"/>
                  </a:cubicBezTo>
                  <a:cubicBezTo>
                    <a:pt x="333" y="214"/>
                    <a:pt x="334" y="214"/>
                    <a:pt x="334" y="214"/>
                  </a:cubicBezTo>
                  <a:cubicBezTo>
                    <a:pt x="355" y="214"/>
                    <a:pt x="377" y="210"/>
                    <a:pt x="402" y="202"/>
                  </a:cubicBezTo>
                  <a:cubicBezTo>
                    <a:pt x="418" y="196"/>
                    <a:pt x="427" y="178"/>
                    <a:pt x="421" y="161"/>
                  </a:cubicBezTo>
                  <a:cubicBezTo>
                    <a:pt x="415" y="144"/>
                    <a:pt x="397" y="136"/>
                    <a:pt x="380" y="141"/>
                  </a:cubicBezTo>
                  <a:cubicBezTo>
                    <a:pt x="361" y="148"/>
                    <a:pt x="346" y="150"/>
                    <a:pt x="334" y="150"/>
                  </a:cubicBezTo>
                  <a:cubicBezTo>
                    <a:pt x="323" y="150"/>
                    <a:pt x="314" y="148"/>
                    <a:pt x="307" y="145"/>
                  </a:cubicBezTo>
                  <a:cubicBezTo>
                    <a:pt x="297" y="145"/>
                    <a:pt x="288" y="143"/>
                    <a:pt x="279" y="141"/>
                  </a:cubicBezTo>
                  <a:cubicBezTo>
                    <a:pt x="262" y="137"/>
                    <a:pt x="246" y="130"/>
                    <a:pt x="230" y="121"/>
                  </a:cubicBezTo>
                  <a:cubicBezTo>
                    <a:pt x="215" y="112"/>
                    <a:pt x="205" y="103"/>
                    <a:pt x="200" y="98"/>
                  </a:cubicBezTo>
                  <a:cubicBezTo>
                    <a:pt x="199" y="97"/>
                    <a:pt x="198" y="96"/>
                    <a:pt x="197" y="95"/>
                  </a:cubicBezTo>
                  <a:cubicBezTo>
                    <a:pt x="190" y="87"/>
                    <a:pt x="186" y="77"/>
                    <a:pt x="187" y="66"/>
                  </a:cubicBezTo>
                  <a:cubicBezTo>
                    <a:pt x="187" y="56"/>
                    <a:pt x="192" y="46"/>
                    <a:pt x="199" y="39"/>
                  </a:cubicBezTo>
                  <a:cubicBezTo>
                    <a:pt x="207" y="32"/>
                    <a:pt x="217" y="28"/>
                    <a:pt x="227" y="28"/>
                  </a:cubicBezTo>
                  <a:cubicBezTo>
                    <a:pt x="238" y="28"/>
                    <a:pt x="248" y="32"/>
                    <a:pt x="256" y="40"/>
                  </a:cubicBezTo>
                  <a:cubicBezTo>
                    <a:pt x="256" y="41"/>
                    <a:pt x="256" y="41"/>
                    <a:pt x="256" y="41"/>
                  </a:cubicBezTo>
                  <a:cubicBezTo>
                    <a:pt x="256" y="41"/>
                    <a:pt x="256" y="41"/>
                    <a:pt x="256" y="41"/>
                  </a:cubicBezTo>
                  <a:cubicBezTo>
                    <a:pt x="257" y="41"/>
                    <a:pt x="258" y="42"/>
                    <a:pt x="259" y="43"/>
                  </a:cubicBezTo>
                  <a:cubicBezTo>
                    <a:pt x="261" y="45"/>
                    <a:pt x="266" y="49"/>
                    <a:pt x="272" y="53"/>
                  </a:cubicBezTo>
                  <a:cubicBezTo>
                    <a:pt x="276" y="55"/>
                    <a:pt x="280" y="58"/>
                    <a:pt x="286" y="60"/>
                  </a:cubicBezTo>
                  <a:cubicBezTo>
                    <a:pt x="281" y="34"/>
                    <a:pt x="266" y="11"/>
                    <a:pt x="243" y="7"/>
                  </a:cubicBezTo>
                  <a:cubicBezTo>
                    <a:pt x="208" y="0"/>
                    <a:pt x="160" y="20"/>
                    <a:pt x="142" y="80"/>
                  </a:cubicBezTo>
                  <a:cubicBezTo>
                    <a:pt x="119" y="162"/>
                    <a:pt x="115" y="214"/>
                    <a:pt x="129" y="303"/>
                  </a:cubicBezTo>
                  <a:cubicBezTo>
                    <a:pt x="133" y="317"/>
                    <a:pt x="137" y="328"/>
                    <a:pt x="143" y="336"/>
                  </a:cubicBezTo>
                  <a:cubicBezTo>
                    <a:pt x="141" y="352"/>
                    <a:pt x="136" y="385"/>
                    <a:pt x="123" y="425"/>
                  </a:cubicBezTo>
                  <a:cubicBezTo>
                    <a:pt x="106" y="481"/>
                    <a:pt x="75" y="552"/>
                    <a:pt x="19" y="615"/>
                  </a:cubicBezTo>
                  <a:cubicBezTo>
                    <a:pt x="0" y="635"/>
                    <a:pt x="2" y="667"/>
                    <a:pt x="23" y="6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24"/>
            <p:cNvSpPr>
              <a:spLocks/>
            </p:cNvSpPr>
            <p:nvPr/>
          </p:nvSpPr>
          <p:spPr bwMode="auto">
            <a:xfrm>
              <a:off x="744538" y="1833563"/>
              <a:ext cx="398463" cy="176213"/>
            </a:xfrm>
            <a:custGeom>
              <a:avLst/>
              <a:gdLst>
                <a:gd name="T0" fmla="*/ 63 w 263"/>
                <a:gd name="T1" fmla="*/ 30 h 116"/>
                <a:gd name="T2" fmla="*/ 60 w 263"/>
                <a:gd name="T3" fmla="*/ 28 h 116"/>
                <a:gd name="T4" fmla="*/ 57 w 263"/>
                <a:gd name="T5" fmla="*/ 25 h 116"/>
                <a:gd name="T6" fmla="*/ 56 w 263"/>
                <a:gd name="T7" fmla="*/ 24 h 116"/>
                <a:gd name="T8" fmla="*/ 56 w 263"/>
                <a:gd name="T9" fmla="*/ 24 h 116"/>
                <a:gd name="T10" fmla="*/ 11 w 263"/>
                <a:gd name="T11" fmla="*/ 22 h 116"/>
                <a:gd name="T12" fmla="*/ 1 w 263"/>
                <a:gd name="T13" fmla="*/ 47 h 116"/>
                <a:gd name="T14" fmla="*/ 1 w 263"/>
                <a:gd name="T15" fmla="*/ 53 h 116"/>
                <a:gd name="T16" fmla="*/ 9 w 263"/>
                <a:gd name="T17" fmla="*/ 68 h 116"/>
                <a:gd name="T18" fmla="*/ 40 w 263"/>
                <a:gd name="T19" fmla="*/ 92 h 116"/>
                <a:gd name="T20" fmla="*/ 86 w 263"/>
                <a:gd name="T21" fmla="*/ 111 h 116"/>
                <a:gd name="T22" fmla="*/ 97 w 263"/>
                <a:gd name="T23" fmla="*/ 114 h 116"/>
                <a:gd name="T24" fmla="*/ 122 w 263"/>
                <a:gd name="T25" fmla="*/ 116 h 116"/>
                <a:gd name="T26" fmla="*/ 123 w 263"/>
                <a:gd name="T27" fmla="*/ 116 h 116"/>
                <a:gd name="T28" fmla="*/ 249 w 263"/>
                <a:gd name="T29" fmla="*/ 59 h 116"/>
                <a:gd name="T30" fmla="*/ 251 w 263"/>
                <a:gd name="T31" fmla="*/ 13 h 116"/>
                <a:gd name="T32" fmla="*/ 205 w 263"/>
                <a:gd name="T33" fmla="*/ 12 h 116"/>
                <a:gd name="T34" fmla="*/ 122 w 263"/>
                <a:gd name="T35" fmla="*/ 52 h 116"/>
                <a:gd name="T36" fmla="*/ 93 w 263"/>
                <a:gd name="T37" fmla="*/ 47 h 116"/>
                <a:gd name="T38" fmla="*/ 74 w 263"/>
                <a:gd name="T39" fmla="*/ 38 h 116"/>
                <a:gd name="T40" fmla="*/ 63 w 263"/>
                <a:gd name="T41" fmla="*/ 3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3" h="116">
                  <a:moveTo>
                    <a:pt x="63" y="30"/>
                  </a:moveTo>
                  <a:cubicBezTo>
                    <a:pt x="62" y="29"/>
                    <a:pt x="61" y="28"/>
                    <a:pt x="60" y="28"/>
                  </a:cubicBezTo>
                  <a:cubicBezTo>
                    <a:pt x="58" y="26"/>
                    <a:pt x="57" y="25"/>
                    <a:pt x="57" y="25"/>
                  </a:cubicBezTo>
                  <a:cubicBezTo>
                    <a:pt x="56" y="24"/>
                    <a:pt x="56" y="24"/>
                    <a:pt x="56" y="24"/>
                  </a:cubicBezTo>
                  <a:cubicBezTo>
                    <a:pt x="56" y="24"/>
                    <a:pt x="56" y="24"/>
                    <a:pt x="56" y="24"/>
                  </a:cubicBezTo>
                  <a:cubicBezTo>
                    <a:pt x="44" y="11"/>
                    <a:pt x="24" y="10"/>
                    <a:pt x="11" y="22"/>
                  </a:cubicBezTo>
                  <a:cubicBezTo>
                    <a:pt x="4" y="29"/>
                    <a:pt x="0" y="38"/>
                    <a:pt x="1" y="47"/>
                  </a:cubicBezTo>
                  <a:cubicBezTo>
                    <a:pt x="1" y="49"/>
                    <a:pt x="1" y="51"/>
                    <a:pt x="1" y="53"/>
                  </a:cubicBezTo>
                  <a:cubicBezTo>
                    <a:pt x="3" y="58"/>
                    <a:pt x="5" y="63"/>
                    <a:pt x="9" y="68"/>
                  </a:cubicBezTo>
                  <a:cubicBezTo>
                    <a:pt x="11" y="69"/>
                    <a:pt x="21" y="81"/>
                    <a:pt x="40" y="92"/>
                  </a:cubicBezTo>
                  <a:cubicBezTo>
                    <a:pt x="52" y="99"/>
                    <a:pt x="68" y="107"/>
                    <a:pt x="86" y="111"/>
                  </a:cubicBezTo>
                  <a:cubicBezTo>
                    <a:pt x="90" y="112"/>
                    <a:pt x="93" y="113"/>
                    <a:pt x="97" y="114"/>
                  </a:cubicBezTo>
                  <a:cubicBezTo>
                    <a:pt x="105" y="115"/>
                    <a:pt x="113" y="116"/>
                    <a:pt x="122" y="116"/>
                  </a:cubicBezTo>
                  <a:cubicBezTo>
                    <a:pt x="122" y="116"/>
                    <a:pt x="122" y="116"/>
                    <a:pt x="123" y="116"/>
                  </a:cubicBezTo>
                  <a:cubicBezTo>
                    <a:pt x="161" y="116"/>
                    <a:pt x="206" y="99"/>
                    <a:pt x="249" y="59"/>
                  </a:cubicBezTo>
                  <a:cubicBezTo>
                    <a:pt x="262" y="46"/>
                    <a:pt x="263" y="26"/>
                    <a:pt x="251" y="13"/>
                  </a:cubicBezTo>
                  <a:cubicBezTo>
                    <a:pt x="239" y="0"/>
                    <a:pt x="218" y="0"/>
                    <a:pt x="205" y="12"/>
                  </a:cubicBezTo>
                  <a:cubicBezTo>
                    <a:pt x="171" y="44"/>
                    <a:pt x="144" y="52"/>
                    <a:pt x="122" y="52"/>
                  </a:cubicBezTo>
                  <a:cubicBezTo>
                    <a:pt x="111" y="52"/>
                    <a:pt x="102" y="50"/>
                    <a:pt x="93" y="47"/>
                  </a:cubicBezTo>
                  <a:cubicBezTo>
                    <a:pt x="86" y="44"/>
                    <a:pt x="79" y="41"/>
                    <a:pt x="74" y="38"/>
                  </a:cubicBezTo>
                  <a:cubicBezTo>
                    <a:pt x="69" y="35"/>
                    <a:pt x="66" y="32"/>
                    <a:pt x="63"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2" name="组合 21"/>
          <p:cNvGrpSpPr/>
          <p:nvPr/>
        </p:nvGrpSpPr>
        <p:grpSpPr>
          <a:xfrm>
            <a:off x="8281798" y="3132138"/>
            <a:ext cx="1614487" cy="1379538"/>
            <a:chOff x="2249488" y="3132138"/>
            <a:chExt cx="1614487" cy="1379538"/>
          </a:xfrm>
          <a:solidFill>
            <a:schemeClr val="tx1">
              <a:lumMod val="65000"/>
              <a:lumOff val="35000"/>
            </a:schemeClr>
          </a:solidFill>
        </p:grpSpPr>
        <p:sp>
          <p:nvSpPr>
            <p:cNvPr id="23" name="Freeform 5"/>
            <p:cNvSpPr>
              <a:spLocks/>
            </p:cNvSpPr>
            <p:nvPr/>
          </p:nvSpPr>
          <p:spPr bwMode="auto">
            <a:xfrm>
              <a:off x="2249488" y="3175000"/>
              <a:ext cx="306388" cy="306388"/>
            </a:xfrm>
            <a:custGeom>
              <a:avLst/>
              <a:gdLst>
                <a:gd name="T0" fmla="*/ 158 w 202"/>
                <a:gd name="T1" fmla="*/ 170 h 202"/>
                <a:gd name="T2" fmla="*/ 170 w 202"/>
                <a:gd name="T3" fmla="*/ 44 h 202"/>
                <a:gd name="T4" fmla="*/ 44 w 202"/>
                <a:gd name="T5" fmla="*/ 32 h 202"/>
                <a:gd name="T6" fmla="*/ 32 w 202"/>
                <a:gd name="T7" fmla="*/ 158 h 202"/>
                <a:gd name="T8" fmla="*/ 158 w 202"/>
                <a:gd name="T9" fmla="*/ 170 h 202"/>
              </a:gdLst>
              <a:ahLst/>
              <a:cxnLst>
                <a:cxn ang="0">
                  <a:pos x="T0" y="T1"/>
                </a:cxn>
                <a:cxn ang="0">
                  <a:pos x="T2" y="T3"/>
                </a:cxn>
                <a:cxn ang="0">
                  <a:pos x="T4" y="T5"/>
                </a:cxn>
                <a:cxn ang="0">
                  <a:pos x="T6" y="T7"/>
                </a:cxn>
                <a:cxn ang="0">
                  <a:pos x="T8" y="T9"/>
                </a:cxn>
              </a:cxnLst>
              <a:rect l="0" t="0" r="r" b="b"/>
              <a:pathLst>
                <a:path w="202" h="202">
                  <a:moveTo>
                    <a:pt x="158" y="170"/>
                  </a:moveTo>
                  <a:cubicBezTo>
                    <a:pt x="197" y="139"/>
                    <a:pt x="202" y="82"/>
                    <a:pt x="170" y="44"/>
                  </a:cubicBezTo>
                  <a:cubicBezTo>
                    <a:pt x="139" y="5"/>
                    <a:pt x="82" y="0"/>
                    <a:pt x="44" y="32"/>
                  </a:cubicBezTo>
                  <a:cubicBezTo>
                    <a:pt x="5" y="63"/>
                    <a:pt x="0" y="120"/>
                    <a:pt x="32" y="158"/>
                  </a:cubicBezTo>
                  <a:cubicBezTo>
                    <a:pt x="63" y="197"/>
                    <a:pt x="120" y="202"/>
                    <a:pt x="158" y="1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6"/>
            <p:cNvSpPr>
              <a:spLocks/>
            </p:cNvSpPr>
            <p:nvPr/>
          </p:nvSpPr>
          <p:spPr bwMode="auto">
            <a:xfrm>
              <a:off x="2405063" y="3132138"/>
              <a:ext cx="801688" cy="1373188"/>
            </a:xfrm>
            <a:custGeom>
              <a:avLst/>
              <a:gdLst>
                <a:gd name="T0" fmla="*/ 151 w 529"/>
                <a:gd name="T1" fmla="*/ 353 h 906"/>
                <a:gd name="T2" fmla="*/ 84 w 529"/>
                <a:gd name="T3" fmla="*/ 334 h 906"/>
                <a:gd name="T4" fmla="*/ 56 w 529"/>
                <a:gd name="T5" fmla="*/ 316 h 906"/>
                <a:gd name="T6" fmla="*/ 43 w 529"/>
                <a:gd name="T7" fmla="*/ 288 h 906"/>
                <a:gd name="T8" fmla="*/ 52 w 529"/>
                <a:gd name="T9" fmla="*/ 259 h 906"/>
                <a:gd name="T10" fmla="*/ 83 w 529"/>
                <a:gd name="T11" fmla="*/ 246 h 906"/>
                <a:gd name="T12" fmla="*/ 109 w 529"/>
                <a:gd name="T13" fmla="*/ 255 h 906"/>
                <a:gd name="T14" fmla="*/ 109 w 529"/>
                <a:gd name="T15" fmla="*/ 255 h 906"/>
                <a:gd name="T16" fmla="*/ 109 w 529"/>
                <a:gd name="T17" fmla="*/ 256 h 906"/>
                <a:gd name="T18" fmla="*/ 112 w 529"/>
                <a:gd name="T19" fmla="*/ 257 h 906"/>
                <a:gd name="T20" fmla="*/ 122 w 529"/>
                <a:gd name="T21" fmla="*/ 264 h 906"/>
                <a:gd name="T22" fmla="*/ 151 w 529"/>
                <a:gd name="T23" fmla="*/ 273 h 906"/>
                <a:gd name="T24" fmla="*/ 158 w 529"/>
                <a:gd name="T25" fmla="*/ 272 h 906"/>
                <a:gd name="T26" fmla="*/ 142 w 529"/>
                <a:gd name="T27" fmla="*/ 254 h 906"/>
                <a:gd name="T28" fmla="*/ 43 w 529"/>
                <a:gd name="T29" fmla="*/ 225 h 906"/>
                <a:gd name="T30" fmla="*/ 35 w 529"/>
                <a:gd name="T31" fmla="*/ 350 h 906"/>
                <a:gd name="T32" fmla="*/ 197 w 529"/>
                <a:gd name="T33" fmla="*/ 502 h 906"/>
                <a:gd name="T34" fmla="*/ 233 w 529"/>
                <a:gd name="T35" fmla="*/ 513 h 906"/>
                <a:gd name="T36" fmla="*/ 237 w 529"/>
                <a:gd name="T37" fmla="*/ 606 h 906"/>
                <a:gd name="T38" fmla="*/ 213 w 529"/>
                <a:gd name="T39" fmla="*/ 846 h 906"/>
                <a:gd name="T40" fmla="*/ 253 w 529"/>
                <a:gd name="T41" fmla="*/ 905 h 906"/>
                <a:gd name="T42" fmla="*/ 263 w 529"/>
                <a:gd name="T43" fmla="*/ 906 h 906"/>
                <a:gd name="T44" fmla="*/ 311 w 529"/>
                <a:gd name="T45" fmla="*/ 866 h 906"/>
                <a:gd name="T46" fmla="*/ 337 w 529"/>
                <a:gd name="T47" fmla="*/ 606 h 906"/>
                <a:gd name="T48" fmla="*/ 327 w 529"/>
                <a:gd name="T49" fmla="*/ 455 h 906"/>
                <a:gd name="T50" fmla="*/ 359 w 529"/>
                <a:gd name="T51" fmla="*/ 336 h 906"/>
                <a:gd name="T52" fmla="*/ 510 w 529"/>
                <a:gd name="T53" fmla="*/ 90 h 906"/>
                <a:gd name="T54" fmla="*/ 509 w 529"/>
                <a:gd name="T55" fmla="*/ 19 h 906"/>
                <a:gd name="T56" fmla="*/ 438 w 529"/>
                <a:gd name="T57" fmla="*/ 21 h 906"/>
                <a:gd name="T58" fmla="*/ 264 w 529"/>
                <a:gd name="T59" fmla="*/ 306 h 906"/>
                <a:gd name="T60" fmla="*/ 246 w 529"/>
                <a:gd name="T61" fmla="*/ 362 h 906"/>
                <a:gd name="T62" fmla="*/ 215 w 529"/>
                <a:gd name="T63" fmla="*/ 333 h 906"/>
                <a:gd name="T64" fmla="*/ 152 w 529"/>
                <a:gd name="T65" fmla="*/ 353 h 906"/>
                <a:gd name="T66" fmla="*/ 151 w 529"/>
                <a:gd name="T67" fmla="*/ 353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29" h="906">
                  <a:moveTo>
                    <a:pt x="151" y="353"/>
                  </a:moveTo>
                  <a:cubicBezTo>
                    <a:pt x="129" y="353"/>
                    <a:pt x="107" y="347"/>
                    <a:pt x="84" y="334"/>
                  </a:cubicBezTo>
                  <a:cubicBezTo>
                    <a:pt x="69" y="327"/>
                    <a:pt x="60" y="319"/>
                    <a:pt x="56" y="316"/>
                  </a:cubicBezTo>
                  <a:cubicBezTo>
                    <a:pt x="48" y="309"/>
                    <a:pt x="43" y="299"/>
                    <a:pt x="43" y="288"/>
                  </a:cubicBezTo>
                  <a:cubicBezTo>
                    <a:pt x="42" y="278"/>
                    <a:pt x="45" y="267"/>
                    <a:pt x="52" y="259"/>
                  </a:cubicBezTo>
                  <a:cubicBezTo>
                    <a:pt x="60" y="251"/>
                    <a:pt x="71" y="246"/>
                    <a:pt x="83" y="246"/>
                  </a:cubicBezTo>
                  <a:cubicBezTo>
                    <a:pt x="92" y="246"/>
                    <a:pt x="101" y="249"/>
                    <a:pt x="109" y="255"/>
                  </a:cubicBezTo>
                  <a:cubicBezTo>
                    <a:pt x="109" y="255"/>
                    <a:pt x="109" y="255"/>
                    <a:pt x="109" y="255"/>
                  </a:cubicBezTo>
                  <a:cubicBezTo>
                    <a:pt x="109" y="256"/>
                    <a:pt x="109" y="256"/>
                    <a:pt x="109" y="256"/>
                  </a:cubicBezTo>
                  <a:cubicBezTo>
                    <a:pt x="110" y="256"/>
                    <a:pt x="110" y="257"/>
                    <a:pt x="112" y="257"/>
                  </a:cubicBezTo>
                  <a:cubicBezTo>
                    <a:pt x="114" y="259"/>
                    <a:pt x="117" y="262"/>
                    <a:pt x="122" y="264"/>
                  </a:cubicBezTo>
                  <a:cubicBezTo>
                    <a:pt x="132" y="269"/>
                    <a:pt x="143" y="273"/>
                    <a:pt x="151" y="273"/>
                  </a:cubicBezTo>
                  <a:cubicBezTo>
                    <a:pt x="153" y="273"/>
                    <a:pt x="156" y="273"/>
                    <a:pt x="158" y="272"/>
                  </a:cubicBezTo>
                  <a:cubicBezTo>
                    <a:pt x="153" y="266"/>
                    <a:pt x="147" y="259"/>
                    <a:pt x="142" y="254"/>
                  </a:cubicBezTo>
                  <a:cubicBezTo>
                    <a:pt x="117" y="220"/>
                    <a:pt x="70" y="203"/>
                    <a:pt x="43" y="225"/>
                  </a:cubicBezTo>
                  <a:cubicBezTo>
                    <a:pt x="15" y="247"/>
                    <a:pt x="0" y="298"/>
                    <a:pt x="35" y="350"/>
                  </a:cubicBezTo>
                  <a:cubicBezTo>
                    <a:pt x="82" y="420"/>
                    <a:pt x="121" y="457"/>
                    <a:pt x="197" y="502"/>
                  </a:cubicBezTo>
                  <a:cubicBezTo>
                    <a:pt x="211" y="509"/>
                    <a:pt x="223" y="512"/>
                    <a:pt x="233" y="513"/>
                  </a:cubicBezTo>
                  <a:cubicBezTo>
                    <a:pt x="235" y="537"/>
                    <a:pt x="237" y="569"/>
                    <a:pt x="237" y="606"/>
                  </a:cubicBezTo>
                  <a:cubicBezTo>
                    <a:pt x="237" y="671"/>
                    <a:pt x="232" y="754"/>
                    <a:pt x="213" y="846"/>
                  </a:cubicBezTo>
                  <a:cubicBezTo>
                    <a:pt x="208" y="873"/>
                    <a:pt x="226" y="900"/>
                    <a:pt x="253" y="905"/>
                  </a:cubicBezTo>
                  <a:cubicBezTo>
                    <a:pt x="256" y="906"/>
                    <a:pt x="259" y="906"/>
                    <a:pt x="263" y="906"/>
                  </a:cubicBezTo>
                  <a:cubicBezTo>
                    <a:pt x="286" y="906"/>
                    <a:pt x="307" y="890"/>
                    <a:pt x="311" y="866"/>
                  </a:cubicBezTo>
                  <a:cubicBezTo>
                    <a:pt x="331" y="766"/>
                    <a:pt x="337" y="677"/>
                    <a:pt x="337" y="606"/>
                  </a:cubicBezTo>
                  <a:cubicBezTo>
                    <a:pt x="337" y="529"/>
                    <a:pt x="330" y="475"/>
                    <a:pt x="327" y="455"/>
                  </a:cubicBezTo>
                  <a:cubicBezTo>
                    <a:pt x="330" y="440"/>
                    <a:pt x="338" y="394"/>
                    <a:pt x="359" y="336"/>
                  </a:cubicBezTo>
                  <a:cubicBezTo>
                    <a:pt x="386" y="264"/>
                    <a:pt x="432" y="172"/>
                    <a:pt x="510" y="90"/>
                  </a:cubicBezTo>
                  <a:cubicBezTo>
                    <a:pt x="529" y="70"/>
                    <a:pt x="529" y="38"/>
                    <a:pt x="509" y="19"/>
                  </a:cubicBezTo>
                  <a:cubicBezTo>
                    <a:pt x="489" y="0"/>
                    <a:pt x="457" y="1"/>
                    <a:pt x="438" y="21"/>
                  </a:cubicBezTo>
                  <a:cubicBezTo>
                    <a:pt x="346" y="117"/>
                    <a:pt x="294" y="224"/>
                    <a:pt x="264" y="306"/>
                  </a:cubicBezTo>
                  <a:cubicBezTo>
                    <a:pt x="257" y="326"/>
                    <a:pt x="251" y="345"/>
                    <a:pt x="246" y="362"/>
                  </a:cubicBezTo>
                  <a:cubicBezTo>
                    <a:pt x="235" y="353"/>
                    <a:pt x="225" y="343"/>
                    <a:pt x="215" y="333"/>
                  </a:cubicBezTo>
                  <a:cubicBezTo>
                    <a:pt x="196" y="346"/>
                    <a:pt x="174" y="353"/>
                    <a:pt x="152" y="353"/>
                  </a:cubicBezTo>
                  <a:lnTo>
                    <a:pt x="151" y="3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7"/>
            <p:cNvSpPr>
              <a:spLocks/>
            </p:cNvSpPr>
            <p:nvPr/>
          </p:nvSpPr>
          <p:spPr bwMode="auto">
            <a:xfrm>
              <a:off x="2476500" y="3409950"/>
              <a:ext cx="352425" cy="246063"/>
            </a:xfrm>
            <a:custGeom>
              <a:avLst/>
              <a:gdLst>
                <a:gd name="T0" fmla="*/ 207 w 233"/>
                <a:gd name="T1" fmla="*/ 6 h 162"/>
                <a:gd name="T2" fmla="*/ 166 w 233"/>
                <a:gd name="T3" fmla="*/ 26 h 162"/>
                <a:gd name="T4" fmla="*/ 132 w 233"/>
                <a:gd name="T5" fmla="*/ 87 h 162"/>
                <a:gd name="T6" fmla="*/ 117 w 233"/>
                <a:gd name="T7" fmla="*/ 96 h 162"/>
                <a:gd name="T8" fmla="*/ 104 w 233"/>
                <a:gd name="T9" fmla="*/ 98 h 162"/>
                <a:gd name="T10" fmla="*/ 71 w 233"/>
                <a:gd name="T11" fmla="*/ 88 h 162"/>
                <a:gd name="T12" fmla="*/ 60 w 233"/>
                <a:gd name="T13" fmla="*/ 81 h 162"/>
                <a:gd name="T14" fmla="*/ 57 w 233"/>
                <a:gd name="T15" fmla="*/ 79 h 162"/>
                <a:gd name="T16" fmla="*/ 56 w 233"/>
                <a:gd name="T17" fmla="*/ 78 h 162"/>
                <a:gd name="T18" fmla="*/ 11 w 233"/>
                <a:gd name="T19" fmla="*/ 82 h 162"/>
                <a:gd name="T20" fmla="*/ 15 w 233"/>
                <a:gd name="T21" fmla="*/ 127 h 162"/>
                <a:gd name="T22" fmla="*/ 15 w 233"/>
                <a:gd name="T23" fmla="*/ 127 h 162"/>
                <a:gd name="T24" fmla="*/ 41 w 233"/>
                <a:gd name="T25" fmla="*/ 144 h 162"/>
                <a:gd name="T26" fmla="*/ 104 w 233"/>
                <a:gd name="T27" fmla="*/ 162 h 162"/>
                <a:gd name="T28" fmla="*/ 105 w 233"/>
                <a:gd name="T29" fmla="*/ 162 h 162"/>
                <a:gd name="T30" fmla="*/ 162 w 233"/>
                <a:gd name="T31" fmla="*/ 144 h 162"/>
                <a:gd name="T32" fmla="*/ 174 w 233"/>
                <a:gd name="T33" fmla="*/ 135 h 162"/>
                <a:gd name="T34" fmla="*/ 227 w 233"/>
                <a:gd name="T35" fmla="*/ 46 h 162"/>
                <a:gd name="T36" fmla="*/ 207 w 233"/>
                <a:gd name="T37" fmla="*/ 6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3" h="162">
                  <a:moveTo>
                    <a:pt x="207" y="6"/>
                  </a:moveTo>
                  <a:cubicBezTo>
                    <a:pt x="190" y="0"/>
                    <a:pt x="172" y="9"/>
                    <a:pt x="166" y="26"/>
                  </a:cubicBezTo>
                  <a:cubicBezTo>
                    <a:pt x="155" y="59"/>
                    <a:pt x="142" y="78"/>
                    <a:pt x="132" y="87"/>
                  </a:cubicBezTo>
                  <a:cubicBezTo>
                    <a:pt x="126" y="91"/>
                    <a:pt x="122" y="94"/>
                    <a:pt x="117" y="96"/>
                  </a:cubicBezTo>
                  <a:cubicBezTo>
                    <a:pt x="113" y="97"/>
                    <a:pt x="109" y="98"/>
                    <a:pt x="104" y="98"/>
                  </a:cubicBezTo>
                  <a:cubicBezTo>
                    <a:pt x="93" y="98"/>
                    <a:pt x="81" y="93"/>
                    <a:pt x="71" y="88"/>
                  </a:cubicBezTo>
                  <a:cubicBezTo>
                    <a:pt x="66" y="86"/>
                    <a:pt x="62" y="83"/>
                    <a:pt x="60" y="81"/>
                  </a:cubicBezTo>
                  <a:cubicBezTo>
                    <a:pt x="59" y="80"/>
                    <a:pt x="58" y="79"/>
                    <a:pt x="57" y="79"/>
                  </a:cubicBezTo>
                  <a:cubicBezTo>
                    <a:pt x="57" y="79"/>
                    <a:pt x="57" y="78"/>
                    <a:pt x="56" y="78"/>
                  </a:cubicBezTo>
                  <a:cubicBezTo>
                    <a:pt x="43" y="67"/>
                    <a:pt x="23" y="68"/>
                    <a:pt x="11" y="82"/>
                  </a:cubicBezTo>
                  <a:cubicBezTo>
                    <a:pt x="0" y="95"/>
                    <a:pt x="1" y="115"/>
                    <a:pt x="15" y="127"/>
                  </a:cubicBezTo>
                  <a:cubicBezTo>
                    <a:pt x="15" y="127"/>
                    <a:pt x="15" y="127"/>
                    <a:pt x="15" y="127"/>
                  </a:cubicBezTo>
                  <a:cubicBezTo>
                    <a:pt x="16" y="128"/>
                    <a:pt x="25" y="136"/>
                    <a:pt x="41" y="144"/>
                  </a:cubicBezTo>
                  <a:cubicBezTo>
                    <a:pt x="56" y="153"/>
                    <a:pt x="78" y="162"/>
                    <a:pt x="104" y="162"/>
                  </a:cubicBezTo>
                  <a:cubicBezTo>
                    <a:pt x="104" y="162"/>
                    <a:pt x="105" y="162"/>
                    <a:pt x="105" y="162"/>
                  </a:cubicBezTo>
                  <a:cubicBezTo>
                    <a:pt x="123" y="162"/>
                    <a:pt x="143" y="156"/>
                    <a:pt x="162" y="144"/>
                  </a:cubicBezTo>
                  <a:cubicBezTo>
                    <a:pt x="166" y="141"/>
                    <a:pt x="170" y="138"/>
                    <a:pt x="174" y="135"/>
                  </a:cubicBezTo>
                  <a:cubicBezTo>
                    <a:pt x="196" y="115"/>
                    <a:pt x="213" y="87"/>
                    <a:pt x="227" y="46"/>
                  </a:cubicBezTo>
                  <a:cubicBezTo>
                    <a:pt x="233" y="30"/>
                    <a:pt x="223" y="11"/>
                    <a:pt x="207"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25"/>
            <p:cNvSpPr>
              <a:spLocks/>
            </p:cNvSpPr>
            <p:nvPr/>
          </p:nvSpPr>
          <p:spPr bwMode="auto">
            <a:xfrm>
              <a:off x="3381375" y="3176588"/>
              <a:ext cx="296863" cy="295275"/>
            </a:xfrm>
            <a:custGeom>
              <a:avLst/>
              <a:gdLst>
                <a:gd name="T0" fmla="*/ 114 w 196"/>
                <a:gd name="T1" fmla="*/ 186 h 195"/>
                <a:gd name="T2" fmla="*/ 186 w 196"/>
                <a:gd name="T3" fmla="*/ 81 h 195"/>
                <a:gd name="T4" fmla="*/ 81 w 196"/>
                <a:gd name="T5" fmla="*/ 9 h 195"/>
                <a:gd name="T6" fmla="*/ 9 w 196"/>
                <a:gd name="T7" fmla="*/ 114 h 195"/>
                <a:gd name="T8" fmla="*/ 114 w 196"/>
                <a:gd name="T9" fmla="*/ 186 h 195"/>
              </a:gdLst>
              <a:ahLst/>
              <a:cxnLst>
                <a:cxn ang="0">
                  <a:pos x="T0" y="T1"/>
                </a:cxn>
                <a:cxn ang="0">
                  <a:pos x="T2" y="T3"/>
                </a:cxn>
                <a:cxn ang="0">
                  <a:pos x="T4" y="T5"/>
                </a:cxn>
                <a:cxn ang="0">
                  <a:pos x="T6" y="T7"/>
                </a:cxn>
                <a:cxn ang="0">
                  <a:pos x="T8" y="T9"/>
                </a:cxn>
              </a:cxnLst>
              <a:rect l="0" t="0" r="r" b="b"/>
              <a:pathLst>
                <a:path w="196" h="195">
                  <a:moveTo>
                    <a:pt x="114" y="186"/>
                  </a:moveTo>
                  <a:cubicBezTo>
                    <a:pt x="163" y="177"/>
                    <a:pt x="196" y="130"/>
                    <a:pt x="186" y="81"/>
                  </a:cubicBezTo>
                  <a:cubicBezTo>
                    <a:pt x="177" y="32"/>
                    <a:pt x="130" y="0"/>
                    <a:pt x="81" y="9"/>
                  </a:cubicBezTo>
                  <a:cubicBezTo>
                    <a:pt x="33" y="18"/>
                    <a:pt x="0" y="65"/>
                    <a:pt x="9" y="114"/>
                  </a:cubicBezTo>
                  <a:cubicBezTo>
                    <a:pt x="19" y="163"/>
                    <a:pt x="66" y="195"/>
                    <a:pt x="114" y="1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26"/>
            <p:cNvSpPr>
              <a:spLocks/>
            </p:cNvSpPr>
            <p:nvPr/>
          </p:nvSpPr>
          <p:spPr bwMode="auto">
            <a:xfrm>
              <a:off x="3178175" y="3386138"/>
              <a:ext cx="685800" cy="1125538"/>
            </a:xfrm>
            <a:custGeom>
              <a:avLst/>
              <a:gdLst>
                <a:gd name="T0" fmla="*/ 377 w 453"/>
                <a:gd name="T1" fmla="*/ 556 h 743"/>
                <a:gd name="T2" fmla="*/ 363 w 453"/>
                <a:gd name="T3" fmla="*/ 469 h 743"/>
                <a:gd name="T4" fmla="*/ 369 w 453"/>
                <a:gd name="T5" fmla="*/ 413 h 743"/>
                <a:gd name="T6" fmla="*/ 372 w 453"/>
                <a:gd name="T7" fmla="*/ 398 h 743"/>
                <a:gd name="T8" fmla="*/ 373 w 453"/>
                <a:gd name="T9" fmla="*/ 394 h 743"/>
                <a:gd name="T10" fmla="*/ 374 w 453"/>
                <a:gd name="T11" fmla="*/ 394 h 743"/>
                <a:gd name="T12" fmla="*/ 374 w 453"/>
                <a:gd name="T13" fmla="*/ 394 h 743"/>
                <a:gd name="T14" fmla="*/ 375 w 453"/>
                <a:gd name="T15" fmla="*/ 389 h 743"/>
                <a:gd name="T16" fmla="*/ 391 w 453"/>
                <a:gd name="T17" fmla="*/ 352 h 743"/>
                <a:gd name="T18" fmla="*/ 378 w 453"/>
                <a:gd name="T19" fmla="*/ 129 h 743"/>
                <a:gd name="T20" fmla="*/ 277 w 453"/>
                <a:gd name="T21" fmla="*/ 56 h 743"/>
                <a:gd name="T22" fmla="*/ 240 w 453"/>
                <a:gd name="T23" fmla="*/ 91 h 743"/>
                <a:gd name="T24" fmla="*/ 257 w 453"/>
                <a:gd name="T25" fmla="*/ 92 h 743"/>
                <a:gd name="T26" fmla="*/ 258 w 453"/>
                <a:gd name="T27" fmla="*/ 92 h 743"/>
                <a:gd name="T28" fmla="*/ 294 w 453"/>
                <a:gd name="T29" fmla="*/ 89 h 743"/>
                <a:gd name="T30" fmla="*/ 303 w 453"/>
                <a:gd name="T31" fmla="*/ 88 h 743"/>
                <a:gd name="T32" fmla="*/ 342 w 453"/>
                <a:gd name="T33" fmla="*/ 119 h 743"/>
                <a:gd name="T34" fmla="*/ 316 w 453"/>
                <a:gd name="T35" fmla="*/ 165 h 743"/>
                <a:gd name="T36" fmla="*/ 312 w 453"/>
                <a:gd name="T37" fmla="*/ 167 h 743"/>
                <a:gd name="T38" fmla="*/ 258 w 453"/>
                <a:gd name="T39" fmla="*/ 172 h 743"/>
                <a:gd name="T40" fmla="*/ 258 w 453"/>
                <a:gd name="T41" fmla="*/ 172 h 743"/>
                <a:gd name="T42" fmla="*/ 258 w 453"/>
                <a:gd name="T43" fmla="*/ 172 h 743"/>
                <a:gd name="T44" fmla="*/ 239 w 453"/>
                <a:gd name="T45" fmla="*/ 171 h 743"/>
                <a:gd name="T46" fmla="*/ 140 w 453"/>
                <a:gd name="T47" fmla="*/ 145 h 743"/>
                <a:gd name="T48" fmla="*/ 33 w 453"/>
                <a:gd name="T49" fmla="*/ 19 h 743"/>
                <a:gd name="T50" fmla="*/ 31 w 453"/>
                <a:gd name="T51" fmla="*/ 0 h 743"/>
                <a:gd name="T52" fmla="*/ 23 w 453"/>
                <a:gd name="T53" fmla="*/ 2 h 743"/>
                <a:gd name="T54" fmla="*/ 8 w 453"/>
                <a:gd name="T55" fmla="*/ 45 h 743"/>
                <a:gd name="T56" fmla="*/ 105 w 453"/>
                <a:gd name="T57" fmla="*/ 168 h 743"/>
                <a:gd name="T58" fmla="*/ 206 w 453"/>
                <a:gd name="T59" fmla="*/ 202 h 743"/>
                <a:gd name="T60" fmla="*/ 207 w 453"/>
                <a:gd name="T61" fmla="*/ 202 h 743"/>
                <a:gd name="T62" fmla="*/ 243 w 453"/>
                <a:gd name="T63" fmla="*/ 198 h 743"/>
                <a:gd name="T64" fmla="*/ 248 w 453"/>
                <a:gd name="T65" fmla="*/ 356 h 743"/>
                <a:gd name="T66" fmla="*/ 248 w 453"/>
                <a:gd name="T67" fmla="*/ 357 h 743"/>
                <a:gd name="T68" fmla="*/ 191 w 453"/>
                <a:gd name="T69" fmla="*/ 396 h 743"/>
                <a:gd name="T70" fmla="*/ 108 w 453"/>
                <a:gd name="T71" fmla="*/ 508 h 743"/>
                <a:gd name="T72" fmla="*/ 71 w 453"/>
                <a:gd name="T73" fmla="*/ 689 h 743"/>
                <a:gd name="T74" fmla="*/ 121 w 453"/>
                <a:gd name="T75" fmla="*/ 739 h 743"/>
                <a:gd name="T76" fmla="*/ 171 w 453"/>
                <a:gd name="T77" fmla="*/ 689 h 743"/>
                <a:gd name="T78" fmla="*/ 198 w 453"/>
                <a:gd name="T79" fmla="*/ 550 h 743"/>
                <a:gd name="T80" fmla="*/ 263 w 453"/>
                <a:gd name="T81" fmla="*/ 466 h 743"/>
                <a:gd name="T82" fmla="*/ 263 w 453"/>
                <a:gd name="T83" fmla="*/ 469 h 743"/>
                <a:gd name="T84" fmla="*/ 282 w 453"/>
                <a:gd name="T85" fmla="*/ 588 h 743"/>
                <a:gd name="T86" fmla="*/ 360 w 453"/>
                <a:gd name="T87" fmla="*/ 720 h 743"/>
                <a:gd name="T88" fmla="*/ 430 w 453"/>
                <a:gd name="T89" fmla="*/ 724 h 743"/>
                <a:gd name="T90" fmla="*/ 434 w 453"/>
                <a:gd name="T91" fmla="*/ 654 h 743"/>
                <a:gd name="T92" fmla="*/ 377 w 453"/>
                <a:gd name="T93" fmla="*/ 556 h 7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53" h="743">
                  <a:moveTo>
                    <a:pt x="377" y="556"/>
                  </a:moveTo>
                  <a:cubicBezTo>
                    <a:pt x="367" y="525"/>
                    <a:pt x="363" y="495"/>
                    <a:pt x="363" y="469"/>
                  </a:cubicBezTo>
                  <a:cubicBezTo>
                    <a:pt x="363" y="446"/>
                    <a:pt x="366" y="426"/>
                    <a:pt x="369" y="413"/>
                  </a:cubicBezTo>
                  <a:cubicBezTo>
                    <a:pt x="370" y="406"/>
                    <a:pt x="371" y="401"/>
                    <a:pt x="372" y="398"/>
                  </a:cubicBezTo>
                  <a:cubicBezTo>
                    <a:pt x="373" y="396"/>
                    <a:pt x="373" y="395"/>
                    <a:pt x="373" y="394"/>
                  </a:cubicBezTo>
                  <a:cubicBezTo>
                    <a:pt x="373" y="394"/>
                    <a:pt x="373" y="394"/>
                    <a:pt x="374" y="394"/>
                  </a:cubicBezTo>
                  <a:cubicBezTo>
                    <a:pt x="374" y="394"/>
                    <a:pt x="374" y="394"/>
                    <a:pt x="374" y="394"/>
                  </a:cubicBezTo>
                  <a:cubicBezTo>
                    <a:pt x="374" y="392"/>
                    <a:pt x="374" y="391"/>
                    <a:pt x="375" y="389"/>
                  </a:cubicBezTo>
                  <a:cubicBezTo>
                    <a:pt x="382" y="380"/>
                    <a:pt x="387" y="368"/>
                    <a:pt x="391" y="352"/>
                  </a:cubicBezTo>
                  <a:cubicBezTo>
                    <a:pt x="405" y="263"/>
                    <a:pt x="402" y="211"/>
                    <a:pt x="378" y="129"/>
                  </a:cubicBezTo>
                  <a:cubicBezTo>
                    <a:pt x="360" y="70"/>
                    <a:pt x="312" y="49"/>
                    <a:pt x="277" y="56"/>
                  </a:cubicBezTo>
                  <a:cubicBezTo>
                    <a:pt x="260" y="59"/>
                    <a:pt x="247" y="73"/>
                    <a:pt x="240" y="91"/>
                  </a:cubicBezTo>
                  <a:cubicBezTo>
                    <a:pt x="246" y="92"/>
                    <a:pt x="252" y="92"/>
                    <a:pt x="257" y="92"/>
                  </a:cubicBezTo>
                  <a:cubicBezTo>
                    <a:pt x="258" y="92"/>
                    <a:pt x="258" y="92"/>
                    <a:pt x="258" y="92"/>
                  </a:cubicBezTo>
                  <a:cubicBezTo>
                    <a:pt x="279" y="92"/>
                    <a:pt x="294" y="89"/>
                    <a:pt x="294" y="89"/>
                  </a:cubicBezTo>
                  <a:cubicBezTo>
                    <a:pt x="297" y="88"/>
                    <a:pt x="300" y="88"/>
                    <a:pt x="303" y="88"/>
                  </a:cubicBezTo>
                  <a:cubicBezTo>
                    <a:pt x="322" y="88"/>
                    <a:pt x="338" y="100"/>
                    <a:pt x="342" y="119"/>
                  </a:cubicBezTo>
                  <a:cubicBezTo>
                    <a:pt x="346" y="139"/>
                    <a:pt x="335" y="159"/>
                    <a:pt x="316" y="165"/>
                  </a:cubicBezTo>
                  <a:cubicBezTo>
                    <a:pt x="315" y="166"/>
                    <a:pt x="313" y="166"/>
                    <a:pt x="312" y="167"/>
                  </a:cubicBezTo>
                  <a:cubicBezTo>
                    <a:pt x="306" y="168"/>
                    <a:pt x="286" y="172"/>
                    <a:pt x="258" y="172"/>
                  </a:cubicBezTo>
                  <a:cubicBezTo>
                    <a:pt x="258" y="172"/>
                    <a:pt x="258" y="172"/>
                    <a:pt x="258" y="172"/>
                  </a:cubicBezTo>
                  <a:cubicBezTo>
                    <a:pt x="258" y="172"/>
                    <a:pt x="258" y="172"/>
                    <a:pt x="258" y="172"/>
                  </a:cubicBezTo>
                  <a:cubicBezTo>
                    <a:pt x="251" y="172"/>
                    <a:pt x="245" y="172"/>
                    <a:pt x="239" y="171"/>
                  </a:cubicBezTo>
                  <a:cubicBezTo>
                    <a:pt x="203" y="169"/>
                    <a:pt x="170" y="160"/>
                    <a:pt x="140" y="145"/>
                  </a:cubicBezTo>
                  <a:cubicBezTo>
                    <a:pt x="106" y="127"/>
                    <a:pt x="60" y="91"/>
                    <a:pt x="33" y="19"/>
                  </a:cubicBezTo>
                  <a:cubicBezTo>
                    <a:pt x="31" y="13"/>
                    <a:pt x="30" y="6"/>
                    <a:pt x="31" y="0"/>
                  </a:cubicBezTo>
                  <a:cubicBezTo>
                    <a:pt x="28" y="0"/>
                    <a:pt x="25" y="1"/>
                    <a:pt x="23" y="2"/>
                  </a:cubicBezTo>
                  <a:cubicBezTo>
                    <a:pt x="7" y="10"/>
                    <a:pt x="0" y="29"/>
                    <a:pt x="8" y="45"/>
                  </a:cubicBezTo>
                  <a:cubicBezTo>
                    <a:pt x="38" y="104"/>
                    <a:pt x="71" y="143"/>
                    <a:pt x="105" y="168"/>
                  </a:cubicBezTo>
                  <a:cubicBezTo>
                    <a:pt x="139" y="193"/>
                    <a:pt x="175" y="202"/>
                    <a:pt x="206" y="202"/>
                  </a:cubicBezTo>
                  <a:cubicBezTo>
                    <a:pt x="206" y="202"/>
                    <a:pt x="207" y="202"/>
                    <a:pt x="207" y="202"/>
                  </a:cubicBezTo>
                  <a:cubicBezTo>
                    <a:pt x="220" y="202"/>
                    <a:pt x="232" y="200"/>
                    <a:pt x="243" y="198"/>
                  </a:cubicBezTo>
                  <a:cubicBezTo>
                    <a:pt x="250" y="248"/>
                    <a:pt x="257" y="305"/>
                    <a:pt x="248" y="356"/>
                  </a:cubicBezTo>
                  <a:cubicBezTo>
                    <a:pt x="248" y="356"/>
                    <a:pt x="248" y="356"/>
                    <a:pt x="248" y="357"/>
                  </a:cubicBezTo>
                  <a:cubicBezTo>
                    <a:pt x="230" y="366"/>
                    <a:pt x="210" y="379"/>
                    <a:pt x="191" y="396"/>
                  </a:cubicBezTo>
                  <a:cubicBezTo>
                    <a:pt x="160" y="423"/>
                    <a:pt x="130" y="459"/>
                    <a:pt x="108" y="508"/>
                  </a:cubicBezTo>
                  <a:cubicBezTo>
                    <a:pt x="85" y="556"/>
                    <a:pt x="71" y="616"/>
                    <a:pt x="71" y="689"/>
                  </a:cubicBezTo>
                  <a:cubicBezTo>
                    <a:pt x="71" y="717"/>
                    <a:pt x="93" y="739"/>
                    <a:pt x="121" y="739"/>
                  </a:cubicBezTo>
                  <a:cubicBezTo>
                    <a:pt x="149" y="739"/>
                    <a:pt x="171" y="717"/>
                    <a:pt x="171" y="689"/>
                  </a:cubicBezTo>
                  <a:cubicBezTo>
                    <a:pt x="171" y="629"/>
                    <a:pt x="182" y="584"/>
                    <a:pt x="198" y="550"/>
                  </a:cubicBezTo>
                  <a:cubicBezTo>
                    <a:pt x="216" y="511"/>
                    <a:pt x="240" y="485"/>
                    <a:pt x="263" y="466"/>
                  </a:cubicBezTo>
                  <a:cubicBezTo>
                    <a:pt x="263" y="467"/>
                    <a:pt x="263" y="468"/>
                    <a:pt x="263" y="469"/>
                  </a:cubicBezTo>
                  <a:cubicBezTo>
                    <a:pt x="263" y="503"/>
                    <a:pt x="268" y="544"/>
                    <a:pt x="282" y="588"/>
                  </a:cubicBezTo>
                  <a:cubicBezTo>
                    <a:pt x="297" y="631"/>
                    <a:pt x="321" y="677"/>
                    <a:pt x="360" y="720"/>
                  </a:cubicBezTo>
                  <a:cubicBezTo>
                    <a:pt x="378" y="741"/>
                    <a:pt x="409" y="743"/>
                    <a:pt x="430" y="724"/>
                  </a:cubicBezTo>
                  <a:cubicBezTo>
                    <a:pt x="451" y="706"/>
                    <a:pt x="453" y="674"/>
                    <a:pt x="434" y="654"/>
                  </a:cubicBezTo>
                  <a:cubicBezTo>
                    <a:pt x="405" y="621"/>
                    <a:pt x="388" y="588"/>
                    <a:pt x="377" y="5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27"/>
            <p:cNvSpPr>
              <a:spLocks/>
            </p:cNvSpPr>
            <p:nvPr/>
          </p:nvSpPr>
          <p:spPr bwMode="auto">
            <a:xfrm>
              <a:off x="3235325" y="3338513"/>
              <a:ext cx="452438" cy="295275"/>
            </a:xfrm>
            <a:custGeom>
              <a:avLst/>
              <a:gdLst>
                <a:gd name="T0" fmla="*/ 3 w 298"/>
                <a:gd name="T1" fmla="*/ 47 h 195"/>
                <a:gd name="T2" fmla="*/ 106 w 298"/>
                <a:gd name="T3" fmla="*/ 169 h 195"/>
                <a:gd name="T4" fmla="*/ 199 w 298"/>
                <a:gd name="T5" fmla="*/ 194 h 195"/>
                <a:gd name="T6" fmla="*/ 220 w 298"/>
                <a:gd name="T7" fmla="*/ 195 h 195"/>
                <a:gd name="T8" fmla="*/ 272 w 298"/>
                <a:gd name="T9" fmla="*/ 190 h 195"/>
                <a:gd name="T10" fmla="*/ 288 w 298"/>
                <a:gd name="T11" fmla="*/ 180 h 195"/>
                <a:gd name="T12" fmla="*/ 296 w 298"/>
                <a:gd name="T13" fmla="*/ 152 h 195"/>
                <a:gd name="T14" fmla="*/ 258 w 298"/>
                <a:gd name="T15" fmla="*/ 127 h 195"/>
                <a:gd name="T16" fmla="*/ 258 w 298"/>
                <a:gd name="T17" fmla="*/ 127 h 195"/>
                <a:gd name="T18" fmla="*/ 220 w 298"/>
                <a:gd name="T19" fmla="*/ 131 h 195"/>
                <a:gd name="T20" fmla="*/ 199 w 298"/>
                <a:gd name="T21" fmla="*/ 130 h 195"/>
                <a:gd name="T22" fmla="*/ 135 w 298"/>
                <a:gd name="T23" fmla="*/ 112 h 195"/>
                <a:gd name="T24" fmla="*/ 63 w 298"/>
                <a:gd name="T25" fmla="*/ 25 h 195"/>
                <a:gd name="T26" fmla="*/ 22 w 298"/>
                <a:gd name="T27" fmla="*/ 6 h 195"/>
                <a:gd name="T28" fmla="*/ 1 w 298"/>
                <a:gd name="T29" fmla="*/ 30 h 195"/>
                <a:gd name="T30" fmla="*/ 3 w 298"/>
                <a:gd name="T31" fmla="*/ 47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8" h="195">
                  <a:moveTo>
                    <a:pt x="3" y="47"/>
                  </a:moveTo>
                  <a:cubicBezTo>
                    <a:pt x="25" y="109"/>
                    <a:pt x="65" y="148"/>
                    <a:pt x="106" y="169"/>
                  </a:cubicBezTo>
                  <a:cubicBezTo>
                    <a:pt x="139" y="186"/>
                    <a:pt x="172" y="192"/>
                    <a:pt x="199" y="194"/>
                  </a:cubicBezTo>
                  <a:cubicBezTo>
                    <a:pt x="207" y="195"/>
                    <a:pt x="213" y="195"/>
                    <a:pt x="220" y="195"/>
                  </a:cubicBezTo>
                  <a:cubicBezTo>
                    <a:pt x="250" y="195"/>
                    <a:pt x="270" y="190"/>
                    <a:pt x="272" y="190"/>
                  </a:cubicBezTo>
                  <a:cubicBezTo>
                    <a:pt x="279" y="188"/>
                    <a:pt x="284" y="185"/>
                    <a:pt x="288" y="180"/>
                  </a:cubicBezTo>
                  <a:cubicBezTo>
                    <a:pt x="295" y="173"/>
                    <a:pt x="298" y="162"/>
                    <a:pt x="296" y="152"/>
                  </a:cubicBezTo>
                  <a:cubicBezTo>
                    <a:pt x="292" y="134"/>
                    <a:pt x="275" y="124"/>
                    <a:pt x="258" y="127"/>
                  </a:cubicBezTo>
                  <a:cubicBezTo>
                    <a:pt x="258" y="127"/>
                    <a:pt x="258" y="127"/>
                    <a:pt x="258" y="127"/>
                  </a:cubicBezTo>
                  <a:cubicBezTo>
                    <a:pt x="257" y="128"/>
                    <a:pt x="242" y="131"/>
                    <a:pt x="220" y="131"/>
                  </a:cubicBezTo>
                  <a:cubicBezTo>
                    <a:pt x="213" y="131"/>
                    <a:pt x="206" y="131"/>
                    <a:pt x="199" y="130"/>
                  </a:cubicBezTo>
                  <a:cubicBezTo>
                    <a:pt x="179" y="128"/>
                    <a:pt x="156" y="123"/>
                    <a:pt x="135" y="112"/>
                  </a:cubicBezTo>
                  <a:cubicBezTo>
                    <a:pt x="107" y="97"/>
                    <a:pt x="81" y="72"/>
                    <a:pt x="63" y="25"/>
                  </a:cubicBezTo>
                  <a:cubicBezTo>
                    <a:pt x="57" y="8"/>
                    <a:pt x="38" y="0"/>
                    <a:pt x="22" y="6"/>
                  </a:cubicBezTo>
                  <a:cubicBezTo>
                    <a:pt x="11" y="10"/>
                    <a:pt x="3" y="19"/>
                    <a:pt x="1" y="30"/>
                  </a:cubicBezTo>
                  <a:cubicBezTo>
                    <a:pt x="0" y="36"/>
                    <a:pt x="1" y="41"/>
                    <a:pt x="3"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9" name="组合 28"/>
          <p:cNvGrpSpPr/>
          <p:nvPr/>
        </p:nvGrpSpPr>
        <p:grpSpPr>
          <a:xfrm>
            <a:off x="10218548" y="3176588"/>
            <a:ext cx="1376363" cy="1335088"/>
            <a:chOff x="4186238" y="3176588"/>
            <a:chExt cx="1376363" cy="1335088"/>
          </a:xfrm>
          <a:solidFill>
            <a:schemeClr val="tx1">
              <a:lumMod val="65000"/>
              <a:lumOff val="35000"/>
            </a:schemeClr>
          </a:solidFill>
        </p:grpSpPr>
        <p:sp>
          <p:nvSpPr>
            <p:cNvPr id="30" name="Freeform 28"/>
            <p:cNvSpPr>
              <a:spLocks/>
            </p:cNvSpPr>
            <p:nvPr/>
          </p:nvSpPr>
          <p:spPr bwMode="auto">
            <a:xfrm>
              <a:off x="5170488" y="3176588"/>
              <a:ext cx="277813" cy="285750"/>
            </a:xfrm>
            <a:custGeom>
              <a:avLst/>
              <a:gdLst>
                <a:gd name="T0" fmla="*/ 69 w 184"/>
                <a:gd name="T1" fmla="*/ 9 h 189"/>
                <a:gd name="T2" fmla="*/ 0 w 184"/>
                <a:gd name="T3" fmla="*/ 72 h 189"/>
                <a:gd name="T4" fmla="*/ 9 w 184"/>
                <a:gd name="T5" fmla="*/ 71 h 189"/>
                <a:gd name="T6" fmla="*/ 12 w 184"/>
                <a:gd name="T7" fmla="*/ 71 h 189"/>
                <a:gd name="T8" fmla="*/ 39 w 184"/>
                <a:gd name="T9" fmla="*/ 85 h 189"/>
                <a:gd name="T10" fmla="*/ 49 w 184"/>
                <a:gd name="T11" fmla="*/ 114 h 189"/>
                <a:gd name="T12" fmla="*/ 48 w 184"/>
                <a:gd name="T13" fmla="*/ 134 h 189"/>
                <a:gd name="T14" fmla="*/ 54 w 184"/>
                <a:gd name="T15" fmla="*/ 182 h 189"/>
                <a:gd name="T16" fmla="*/ 103 w 184"/>
                <a:gd name="T17" fmla="*/ 186 h 189"/>
                <a:gd name="T18" fmla="*/ 174 w 184"/>
                <a:gd name="T19" fmla="*/ 81 h 189"/>
                <a:gd name="T20" fmla="*/ 69 w 184"/>
                <a:gd name="T21" fmla="*/ 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4" h="189">
                  <a:moveTo>
                    <a:pt x="69" y="9"/>
                  </a:moveTo>
                  <a:cubicBezTo>
                    <a:pt x="35" y="16"/>
                    <a:pt x="9" y="41"/>
                    <a:pt x="0" y="72"/>
                  </a:cubicBezTo>
                  <a:cubicBezTo>
                    <a:pt x="3" y="71"/>
                    <a:pt x="6" y="71"/>
                    <a:pt x="9" y="71"/>
                  </a:cubicBezTo>
                  <a:cubicBezTo>
                    <a:pt x="10" y="71"/>
                    <a:pt x="11" y="71"/>
                    <a:pt x="12" y="71"/>
                  </a:cubicBezTo>
                  <a:cubicBezTo>
                    <a:pt x="23" y="72"/>
                    <a:pt x="32" y="77"/>
                    <a:pt x="39" y="85"/>
                  </a:cubicBezTo>
                  <a:cubicBezTo>
                    <a:pt x="46" y="93"/>
                    <a:pt x="50" y="103"/>
                    <a:pt x="49" y="114"/>
                  </a:cubicBezTo>
                  <a:cubicBezTo>
                    <a:pt x="48" y="121"/>
                    <a:pt x="48" y="128"/>
                    <a:pt x="48" y="134"/>
                  </a:cubicBezTo>
                  <a:cubicBezTo>
                    <a:pt x="48" y="153"/>
                    <a:pt x="50" y="169"/>
                    <a:pt x="54" y="182"/>
                  </a:cubicBezTo>
                  <a:cubicBezTo>
                    <a:pt x="69" y="188"/>
                    <a:pt x="86" y="189"/>
                    <a:pt x="103" y="186"/>
                  </a:cubicBezTo>
                  <a:cubicBezTo>
                    <a:pt x="151" y="177"/>
                    <a:pt x="184" y="130"/>
                    <a:pt x="174" y="81"/>
                  </a:cubicBezTo>
                  <a:cubicBezTo>
                    <a:pt x="165" y="32"/>
                    <a:pt x="118" y="0"/>
                    <a:pt x="69"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29"/>
            <p:cNvSpPr>
              <a:spLocks/>
            </p:cNvSpPr>
            <p:nvPr/>
          </p:nvSpPr>
          <p:spPr bwMode="auto">
            <a:xfrm>
              <a:off x="5056188" y="3336925"/>
              <a:ext cx="506413" cy="1174750"/>
            </a:xfrm>
            <a:custGeom>
              <a:avLst/>
              <a:gdLst>
                <a:gd name="T0" fmla="*/ 198 w 334"/>
                <a:gd name="T1" fmla="*/ 123 h 775"/>
                <a:gd name="T2" fmla="*/ 222 w 334"/>
                <a:gd name="T3" fmla="*/ 121 h 775"/>
                <a:gd name="T4" fmla="*/ 232 w 334"/>
                <a:gd name="T5" fmla="*/ 120 h 775"/>
                <a:gd name="T6" fmla="*/ 271 w 334"/>
                <a:gd name="T7" fmla="*/ 150 h 775"/>
                <a:gd name="T8" fmla="*/ 266 w 334"/>
                <a:gd name="T9" fmla="*/ 180 h 775"/>
                <a:gd name="T10" fmla="*/ 245 w 334"/>
                <a:gd name="T11" fmla="*/ 197 h 775"/>
                <a:gd name="T12" fmla="*/ 242 w 334"/>
                <a:gd name="T13" fmla="*/ 198 h 775"/>
                <a:gd name="T14" fmla="*/ 198 w 334"/>
                <a:gd name="T15" fmla="*/ 203 h 775"/>
                <a:gd name="T16" fmla="*/ 198 w 334"/>
                <a:gd name="T17" fmla="*/ 203 h 775"/>
                <a:gd name="T18" fmla="*/ 198 w 334"/>
                <a:gd name="T19" fmla="*/ 203 h 775"/>
                <a:gd name="T20" fmla="*/ 167 w 334"/>
                <a:gd name="T21" fmla="*/ 201 h 775"/>
                <a:gd name="T22" fmla="*/ 125 w 334"/>
                <a:gd name="T23" fmla="*/ 187 h 775"/>
                <a:gd name="T24" fmla="*/ 58 w 334"/>
                <a:gd name="T25" fmla="*/ 114 h 775"/>
                <a:gd name="T26" fmla="*/ 43 w 334"/>
                <a:gd name="T27" fmla="*/ 28 h 775"/>
                <a:gd name="T28" fmla="*/ 44 w 334"/>
                <a:gd name="T29" fmla="*/ 2 h 775"/>
                <a:gd name="T30" fmla="*/ 44 w 334"/>
                <a:gd name="T31" fmla="*/ 0 h 775"/>
                <a:gd name="T32" fmla="*/ 18 w 334"/>
                <a:gd name="T33" fmla="*/ 32 h 775"/>
                <a:gd name="T34" fmla="*/ 64 w 334"/>
                <a:gd name="T35" fmla="*/ 179 h 775"/>
                <a:gd name="T36" fmla="*/ 112 w 334"/>
                <a:gd name="T37" fmla="*/ 210 h 775"/>
                <a:gd name="T38" fmla="*/ 161 w 334"/>
                <a:gd name="T39" fmla="*/ 218 h 775"/>
                <a:gd name="T40" fmla="*/ 170 w 334"/>
                <a:gd name="T41" fmla="*/ 218 h 775"/>
                <a:gd name="T42" fmla="*/ 177 w 334"/>
                <a:gd name="T43" fmla="*/ 383 h 775"/>
                <a:gd name="T44" fmla="*/ 121 w 334"/>
                <a:gd name="T45" fmla="*/ 425 h 775"/>
                <a:gd name="T46" fmla="*/ 37 w 334"/>
                <a:gd name="T47" fmla="*/ 538 h 775"/>
                <a:gd name="T48" fmla="*/ 0 w 334"/>
                <a:gd name="T49" fmla="*/ 721 h 775"/>
                <a:gd name="T50" fmla="*/ 50 w 334"/>
                <a:gd name="T51" fmla="*/ 771 h 775"/>
                <a:gd name="T52" fmla="*/ 100 w 334"/>
                <a:gd name="T53" fmla="*/ 721 h 775"/>
                <a:gd name="T54" fmla="*/ 128 w 334"/>
                <a:gd name="T55" fmla="*/ 580 h 775"/>
                <a:gd name="T56" fmla="*/ 151 w 334"/>
                <a:gd name="T57" fmla="*/ 539 h 775"/>
                <a:gd name="T58" fmla="*/ 151 w 334"/>
                <a:gd name="T59" fmla="*/ 549 h 775"/>
                <a:gd name="T60" fmla="*/ 229 w 334"/>
                <a:gd name="T61" fmla="*/ 750 h 775"/>
                <a:gd name="T62" fmla="*/ 299 w 334"/>
                <a:gd name="T63" fmla="*/ 758 h 775"/>
                <a:gd name="T64" fmla="*/ 307 w 334"/>
                <a:gd name="T65" fmla="*/ 688 h 775"/>
                <a:gd name="T66" fmla="*/ 307 w 334"/>
                <a:gd name="T67" fmla="*/ 688 h 775"/>
                <a:gd name="T68" fmla="*/ 251 w 334"/>
                <a:gd name="T69" fmla="*/ 549 h 775"/>
                <a:gd name="T70" fmla="*/ 273 w 334"/>
                <a:gd name="T71" fmla="*/ 465 h 775"/>
                <a:gd name="T72" fmla="*/ 289 w 334"/>
                <a:gd name="T73" fmla="*/ 442 h 775"/>
                <a:gd name="T74" fmla="*/ 293 w 334"/>
                <a:gd name="T75" fmla="*/ 437 h 775"/>
                <a:gd name="T76" fmla="*/ 294 w 334"/>
                <a:gd name="T77" fmla="*/ 436 h 775"/>
                <a:gd name="T78" fmla="*/ 294 w 334"/>
                <a:gd name="T79" fmla="*/ 436 h 775"/>
                <a:gd name="T80" fmla="*/ 304 w 334"/>
                <a:gd name="T81" fmla="*/ 421 h 775"/>
                <a:gd name="T82" fmla="*/ 320 w 334"/>
                <a:gd name="T83" fmla="*/ 384 h 775"/>
                <a:gd name="T84" fmla="*/ 307 w 334"/>
                <a:gd name="T85" fmla="*/ 161 h 775"/>
                <a:gd name="T86" fmla="*/ 206 w 334"/>
                <a:gd name="T87" fmla="*/ 88 h 775"/>
                <a:gd name="T88" fmla="*/ 170 w 334"/>
                <a:gd name="T89" fmla="*/ 119 h 775"/>
                <a:gd name="T90" fmla="*/ 198 w 334"/>
                <a:gd name="T91" fmla="*/ 123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34" h="775">
                  <a:moveTo>
                    <a:pt x="198" y="123"/>
                  </a:moveTo>
                  <a:cubicBezTo>
                    <a:pt x="212" y="123"/>
                    <a:pt x="222" y="121"/>
                    <a:pt x="222" y="121"/>
                  </a:cubicBezTo>
                  <a:cubicBezTo>
                    <a:pt x="225" y="120"/>
                    <a:pt x="229" y="120"/>
                    <a:pt x="232" y="120"/>
                  </a:cubicBezTo>
                  <a:cubicBezTo>
                    <a:pt x="250" y="120"/>
                    <a:pt x="266" y="132"/>
                    <a:pt x="271" y="150"/>
                  </a:cubicBezTo>
                  <a:cubicBezTo>
                    <a:pt x="273" y="160"/>
                    <a:pt x="272" y="171"/>
                    <a:pt x="266" y="180"/>
                  </a:cubicBezTo>
                  <a:cubicBezTo>
                    <a:pt x="262" y="188"/>
                    <a:pt x="254" y="194"/>
                    <a:pt x="245" y="197"/>
                  </a:cubicBezTo>
                  <a:cubicBezTo>
                    <a:pt x="244" y="198"/>
                    <a:pt x="243" y="198"/>
                    <a:pt x="242" y="198"/>
                  </a:cubicBezTo>
                  <a:cubicBezTo>
                    <a:pt x="236" y="200"/>
                    <a:pt x="219" y="203"/>
                    <a:pt x="198" y="203"/>
                  </a:cubicBezTo>
                  <a:cubicBezTo>
                    <a:pt x="198" y="203"/>
                    <a:pt x="198" y="203"/>
                    <a:pt x="198" y="203"/>
                  </a:cubicBezTo>
                  <a:cubicBezTo>
                    <a:pt x="198" y="203"/>
                    <a:pt x="198" y="203"/>
                    <a:pt x="198" y="203"/>
                  </a:cubicBezTo>
                  <a:cubicBezTo>
                    <a:pt x="187" y="203"/>
                    <a:pt x="177" y="202"/>
                    <a:pt x="167" y="201"/>
                  </a:cubicBezTo>
                  <a:cubicBezTo>
                    <a:pt x="152" y="198"/>
                    <a:pt x="138" y="194"/>
                    <a:pt x="125" y="187"/>
                  </a:cubicBezTo>
                  <a:cubicBezTo>
                    <a:pt x="95" y="173"/>
                    <a:pt x="71" y="147"/>
                    <a:pt x="58" y="114"/>
                  </a:cubicBezTo>
                  <a:cubicBezTo>
                    <a:pt x="48" y="89"/>
                    <a:pt x="43" y="61"/>
                    <a:pt x="43" y="28"/>
                  </a:cubicBezTo>
                  <a:cubicBezTo>
                    <a:pt x="43" y="20"/>
                    <a:pt x="43" y="11"/>
                    <a:pt x="44" y="2"/>
                  </a:cubicBezTo>
                  <a:cubicBezTo>
                    <a:pt x="44" y="1"/>
                    <a:pt x="44" y="0"/>
                    <a:pt x="44" y="0"/>
                  </a:cubicBezTo>
                  <a:cubicBezTo>
                    <a:pt x="29" y="2"/>
                    <a:pt x="18" y="16"/>
                    <a:pt x="18" y="32"/>
                  </a:cubicBezTo>
                  <a:cubicBezTo>
                    <a:pt x="19" y="100"/>
                    <a:pt x="36" y="148"/>
                    <a:pt x="64" y="179"/>
                  </a:cubicBezTo>
                  <a:cubicBezTo>
                    <a:pt x="79" y="194"/>
                    <a:pt x="95" y="204"/>
                    <a:pt x="112" y="210"/>
                  </a:cubicBezTo>
                  <a:cubicBezTo>
                    <a:pt x="129" y="216"/>
                    <a:pt x="146" y="218"/>
                    <a:pt x="161" y="218"/>
                  </a:cubicBezTo>
                  <a:cubicBezTo>
                    <a:pt x="164" y="218"/>
                    <a:pt x="167" y="218"/>
                    <a:pt x="170" y="218"/>
                  </a:cubicBezTo>
                  <a:cubicBezTo>
                    <a:pt x="178" y="268"/>
                    <a:pt x="186" y="329"/>
                    <a:pt x="177" y="383"/>
                  </a:cubicBezTo>
                  <a:cubicBezTo>
                    <a:pt x="160" y="393"/>
                    <a:pt x="140" y="407"/>
                    <a:pt x="121" y="425"/>
                  </a:cubicBezTo>
                  <a:cubicBezTo>
                    <a:pt x="90" y="452"/>
                    <a:pt x="60" y="489"/>
                    <a:pt x="37" y="538"/>
                  </a:cubicBezTo>
                  <a:cubicBezTo>
                    <a:pt x="14" y="588"/>
                    <a:pt x="0" y="648"/>
                    <a:pt x="0" y="721"/>
                  </a:cubicBezTo>
                  <a:cubicBezTo>
                    <a:pt x="0" y="749"/>
                    <a:pt x="22" y="771"/>
                    <a:pt x="50" y="771"/>
                  </a:cubicBezTo>
                  <a:cubicBezTo>
                    <a:pt x="78" y="771"/>
                    <a:pt x="100" y="749"/>
                    <a:pt x="100" y="721"/>
                  </a:cubicBezTo>
                  <a:cubicBezTo>
                    <a:pt x="100" y="661"/>
                    <a:pt x="112" y="616"/>
                    <a:pt x="128" y="580"/>
                  </a:cubicBezTo>
                  <a:cubicBezTo>
                    <a:pt x="135" y="565"/>
                    <a:pt x="143" y="551"/>
                    <a:pt x="151" y="539"/>
                  </a:cubicBezTo>
                  <a:cubicBezTo>
                    <a:pt x="151" y="542"/>
                    <a:pt x="151" y="546"/>
                    <a:pt x="151" y="549"/>
                  </a:cubicBezTo>
                  <a:cubicBezTo>
                    <a:pt x="151" y="609"/>
                    <a:pt x="172" y="679"/>
                    <a:pt x="229" y="750"/>
                  </a:cubicBezTo>
                  <a:cubicBezTo>
                    <a:pt x="246" y="772"/>
                    <a:pt x="277" y="775"/>
                    <a:pt x="299" y="758"/>
                  </a:cubicBezTo>
                  <a:cubicBezTo>
                    <a:pt x="321" y="741"/>
                    <a:pt x="324" y="710"/>
                    <a:pt x="307" y="688"/>
                  </a:cubicBezTo>
                  <a:cubicBezTo>
                    <a:pt x="307" y="688"/>
                    <a:pt x="307" y="688"/>
                    <a:pt x="307" y="688"/>
                  </a:cubicBezTo>
                  <a:cubicBezTo>
                    <a:pt x="263" y="632"/>
                    <a:pt x="252" y="586"/>
                    <a:pt x="251" y="549"/>
                  </a:cubicBezTo>
                  <a:cubicBezTo>
                    <a:pt x="251" y="514"/>
                    <a:pt x="262" y="486"/>
                    <a:pt x="273" y="465"/>
                  </a:cubicBezTo>
                  <a:cubicBezTo>
                    <a:pt x="279" y="455"/>
                    <a:pt x="285" y="447"/>
                    <a:pt x="289" y="442"/>
                  </a:cubicBezTo>
                  <a:cubicBezTo>
                    <a:pt x="291" y="440"/>
                    <a:pt x="292" y="438"/>
                    <a:pt x="293" y="437"/>
                  </a:cubicBezTo>
                  <a:cubicBezTo>
                    <a:pt x="293" y="436"/>
                    <a:pt x="294" y="436"/>
                    <a:pt x="294" y="436"/>
                  </a:cubicBezTo>
                  <a:cubicBezTo>
                    <a:pt x="294" y="436"/>
                    <a:pt x="294" y="436"/>
                    <a:pt x="294" y="436"/>
                  </a:cubicBezTo>
                  <a:cubicBezTo>
                    <a:pt x="298" y="432"/>
                    <a:pt x="301" y="427"/>
                    <a:pt x="304" y="421"/>
                  </a:cubicBezTo>
                  <a:cubicBezTo>
                    <a:pt x="310" y="412"/>
                    <a:pt x="316" y="400"/>
                    <a:pt x="320" y="384"/>
                  </a:cubicBezTo>
                  <a:cubicBezTo>
                    <a:pt x="334" y="295"/>
                    <a:pt x="331" y="243"/>
                    <a:pt x="307" y="161"/>
                  </a:cubicBezTo>
                  <a:cubicBezTo>
                    <a:pt x="289" y="102"/>
                    <a:pt x="241" y="81"/>
                    <a:pt x="206" y="88"/>
                  </a:cubicBezTo>
                  <a:cubicBezTo>
                    <a:pt x="190" y="91"/>
                    <a:pt x="178" y="103"/>
                    <a:pt x="170" y="119"/>
                  </a:cubicBezTo>
                  <a:cubicBezTo>
                    <a:pt x="181" y="123"/>
                    <a:pt x="191" y="123"/>
                    <a:pt x="198"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30"/>
            <p:cNvSpPr>
              <a:spLocks/>
            </p:cNvSpPr>
            <p:nvPr/>
          </p:nvSpPr>
          <p:spPr bwMode="auto">
            <a:xfrm>
              <a:off x="5133975" y="3295650"/>
              <a:ext cx="325438" cy="336550"/>
            </a:xfrm>
            <a:custGeom>
              <a:avLst/>
              <a:gdLst>
                <a:gd name="T0" fmla="*/ 65 w 215"/>
                <a:gd name="T1" fmla="*/ 34 h 222"/>
                <a:gd name="T2" fmla="*/ 35 w 215"/>
                <a:gd name="T3" fmla="*/ 0 h 222"/>
                <a:gd name="T4" fmla="*/ 22 w 215"/>
                <a:gd name="T5" fmla="*/ 2 h 222"/>
                <a:gd name="T6" fmla="*/ 2 w 215"/>
                <a:gd name="T7" fmla="*/ 26 h 222"/>
                <a:gd name="T8" fmla="*/ 1 w 215"/>
                <a:gd name="T9" fmla="*/ 30 h 222"/>
                <a:gd name="T10" fmla="*/ 0 w 215"/>
                <a:gd name="T11" fmla="*/ 55 h 222"/>
                <a:gd name="T12" fmla="*/ 14 w 215"/>
                <a:gd name="T13" fmla="*/ 138 h 222"/>
                <a:gd name="T14" fmla="*/ 77 w 215"/>
                <a:gd name="T15" fmla="*/ 207 h 222"/>
                <a:gd name="T16" fmla="*/ 115 w 215"/>
                <a:gd name="T17" fmla="*/ 219 h 222"/>
                <a:gd name="T18" fmla="*/ 147 w 215"/>
                <a:gd name="T19" fmla="*/ 222 h 222"/>
                <a:gd name="T20" fmla="*/ 189 w 215"/>
                <a:gd name="T21" fmla="*/ 218 h 222"/>
                <a:gd name="T22" fmla="*/ 205 w 215"/>
                <a:gd name="T23" fmla="*/ 208 h 222"/>
                <a:gd name="T24" fmla="*/ 212 w 215"/>
                <a:gd name="T25" fmla="*/ 179 h 222"/>
                <a:gd name="T26" fmla="*/ 173 w 215"/>
                <a:gd name="T27" fmla="*/ 156 h 222"/>
                <a:gd name="T28" fmla="*/ 173 w 215"/>
                <a:gd name="T29" fmla="*/ 156 h 222"/>
                <a:gd name="T30" fmla="*/ 147 w 215"/>
                <a:gd name="T31" fmla="*/ 158 h 222"/>
                <a:gd name="T32" fmla="*/ 116 w 215"/>
                <a:gd name="T33" fmla="*/ 154 h 222"/>
                <a:gd name="T34" fmla="*/ 93 w 215"/>
                <a:gd name="T35" fmla="*/ 142 h 222"/>
                <a:gd name="T36" fmla="*/ 74 w 215"/>
                <a:gd name="T37" fmla="*/ 114 h 222"/>
                <a:gd name="T38" fmla="*/ 69 w 215"/>
                <a:gd name="T39" fmla="*/ 99 h 222"/>
                <a:gd name="T40" fmla="*/ 64 w 215"/>
                <a:gd name="T41" fmla="*/ 55 h 222"/>
                <a:gd name="T42" fmla="*/ 65 w 215"/>
                <a:gd name="T43" fmla="*/ 34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5" h="222">
                  <a:moveTo>
                    <a:pt x="65" y="34"/>
                  </a:moveTo>
                  <a:cubicBezTo>
                    <a:pt x="66" y="17"/>
                    <a:pt x="53" y="1"/>
                    <a:pt x="35" y="0"/>
                  </a:cubicBezTo>
                  <a:cubicBezTo>
                    <a:pt x="30" y="0"/>
                    <a:pt x="26" y="1"/>
                    <a:pt x="22" y="2"/>
                  </a:cubicBezTo>
                  <a:cubicBezTo>
                    <a:pt x="11" y="6"/>
                    <a:pt x="4" y="15"/>
                    <a:pt x="2" y="26"/>
                  </a:cubicBezTo>
                  <a:cubicBezTo>
                    <a:pt x="1" y="27"/>
                    <a:pt x="1" y="28"/>
                    <a:pt x="1" y="30"/>
                  </a:cubicBezTo>
                  <a:cubicBezTo>
                    <a:pt x="0" y="39"/>
                    <a:pt x="0" y="47"/>
                    <a:pt x="0" y="55"/>
                  </a:cubicBezTo>
                  <a:cubicBezTo>
                    <a:pt x="0" y="88"/>
                    <a:pt x="5" y="115"/>
                    <a:pt x="14" y="138"/>
                  </a:cubicBezTo>
                  <a:cubicBezTo>
                    <a:pt x="28" y="172"/>
                    <a:pt x="52" y="195"/>
                    <a:pt x="77" y="207"/>
                  </a:cubicBezTo>
                  <a:cubicBezTo>
                    <a:pt x="90" y="213"/>
                    <a:pt x="103" y="217"/>
                    <a:pt x="115" y="219"/>
                  </a:cubicBezTo>
                  <a:cubicBezTo>
                    <a:pt x="127" y="222"/>
                    <a:pt x="137" y="222"/>
                    <a:pt x="147" y="222"/>
                  </a:cubicBezTo>
                  <a:cubicBezTo>
                    <a:pt x="171" y="222"/>
                    <a:pt x="187" y="218"/>
                    <a:pt x="189" y="218"/>
                  </a:cubicBezTo>
                  <a:cubicBezTo>
                    <a:pt x="195" y="216"/>
                    <a:pt x="201" y="213"/>
                    <a:pt x="205" y="208"/>
                  </a:cubicBezTo>
                  <a:cubicBezTo>
                    <a:pt x="212" y="201"/>
                    <a:pt x="215" y="190"/>
                    <a:pt x="212" y="179"/>
                  </a:cubicBezTo>
                  <a:cubicBezTo>
                    <a:pt x="208" y="162"/>
                    <a:pt x="190" y="151"/>
                    <a:pt x="173" y="156"/>
                  </a:cubicBezTo>
                  <a:cubicBezTo>
                    <a:pt x="173" y="156"/>
                    <a:pt x="173" y="156"/>
                    <a:pt x="173" y="156"/>
                  </a:cubicBezTo>
                  <a:cubicBezTo>
                    <a:pt x="172" y="156"/>
                    <a:pt x="161" y="158"/>
                    <a:pt x="147" y="158"/>
                  </a:cubicBezTo>
                  <a:cubicBezTo>
                    <a:pt x="137" y="158"/>
                    <a:pt x="126" y="157"/>
                    <a:pt x="116" y="154"/>
                  </a:cubicBezTo>
                  <a:cubicBezTo>
                    <a:pt x="108" y="151"/>
                    <a:pt x="100" y="147"/>
                    <a:pt x="93" y="142"/>
                  </a:cubicBezTo>
                  <a:cubicBezTo>
                    <a:pt x="86" y="136"/>
                    <a:pt x="79" y="127"/>
                    <a:pt x="74" y="114"/>
                  </a:cubicBezTo>
                  <a:cubicBezTo>
                    <a:pt x="72" y="109"/>
                    <a:pt x="70" y="104"/>
                    <a:pt x="69" y="99"/>
                  </a:cubicBezTo>
                  <a:cubicBezTo>
                    <a:pt x="66" y="87"/>
                    <a:pt x="64" y="73"/>
                    <a:pt x="64" y="55"/>
                  </a:cubicBezTo>
                  <a:cubicBezTo>
                    <a:pt x="64" y="49"/>
                    <a:pt x="64" y="42"/>
                    <a:pt x="65"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31"/>
            <p:cNvSpPr>
              <a:spLocks/>
            </p:cNvSpPr>
            <p:nvPr/>
          </p:nvSpPr>
          <p:spPr bwMode="auto">
            <a:xfrm>
              <a:off x="4576763" y="3192463"/>
              <a:ext cx="307975" cy="309563"/>
            </a:xfrm>
            <a:custGeom>
              <a:avLst/>
              <a:gdLst>
                <a:gd name="T0" fmla="*/ 136 w 204"/>
                <a:gd name="T1" fmla="*/ 19 h 205"/>
                <a:gd name="T2" fmla="*/ 19 w 204"/>
                <a:gd name="T3" fmla="*/ 69 h 205"/>
                <a:gd name="T4" fmla="*/ 68 w 204"/>
                <a:gd name="T5" fmla="*/ 186 h 205"/>
                <a:gd name="T6" fmla="*/ 186 w 204"/>
                <a:gd name="T7" fmla="*/ 136 h 205"/>
                <a:gd name="T8" fmla="*/ 136 w 204"/>
                <a:gd name="T9" fmla="*/ 19 h 205"/>
              </a:gdLst>
              <a:ahLst/>
              <a:cxnLst>
                <a:cxn ang="0">
                  <a:pos x="T0" y="T1"/>
                </a:cxn>
                <a:cxn ang="0">
                  <a:pos x="T2" y="T3"/>
                </a:cxn>
                <a:cxn ang="0">
                  <a:pos x="T4" y="T5"/>
                </a:cxn>
                <a:cxn ang="0">
                  <a:pos x="T6" y="T7"/>
                </a:cxn>
                <a:cxn ang="0">
                  <a:pos x="T8" y="T9"/>
                </a:cxn>
              </a:cxnLst>
              <a:rect l="0" t="0" r="r" b="b"/>
              <a:pathLst>
                <a:path w="204" h="205">
                  <a:moveTo>
                    <a:pt x="136" y="19"/>
                  </a:moveTo>
                  <a:cubicBezTo>
                    <a:pt x="90" y="0"/>
                    <a:pt x="37" y="23"/>
                    <a:pt x="19" y="69"/>
                  </a:cubicBezTo>
                  <a:cubicBezTo>
                    <a:pt x="0" y="115"/>
                    <a:pt x="22" y="167"/>
                    <a:pt x="68" y="186"/>
                  </a:cubicBezTo>
                  <a:cubicBezTo>
                    <a:pt x="115" y="205"/>
                    <a:pt x="167" y="182"/>
                    <a:pt x="186" y="136"/>
                  </a:cubicBezTo>
                  <a:cubicBezTo>
                    <a:pt x="204" y="90"/>
                    <a:pt x="182" y="38"/>
                    <a:pt x="136"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32"/>
            <p:cNvSpPr>
              <a:spLocks/>
            </p:cNvSpPr>
            <p:nvPr/>
          </p:nvSpPr>
          <p:spPr bwMode="auto">
            <a:xfrm>
              <a:off x="4186238" y="3443288"/>
              <a:ext cx="542925" cy="1068388"/>
            </a:xfrm>
            <a:custGeom>
              <a:avLst/>
              <a:gdLst>
                <a:gd name="T0" fmla="*/ 22 w 359"/>
                <a:gd name="T1" fmla="*/ 686 h 705"/>
                <a:gd name="T2" fmla="*/ 93 w 359"/>
                <a:gd name="T3" fmla="*/ 682 h 705"/>
                <a:gd name="T4" fmla="*/ 93 w 359"/>
                <a:gd name="T5" fmla="*/ 682 h 705"/>
                <a:gd name="T6" fmla="*/ 204 w 359"/>
                <a:gd name="T7" fmla="*/ 479 h 705"/>
                <a:gd name="T8" fmla="*/ 213 w 359"/>
                <a:gd name="T9" fmla="*/ 442 h 705"/>
                <a:gd name="T10" fmla="*/ 259 w 359"/>
                <a:gd name="T11" fmla="*/ 651 h 705"/>
                <a:gd name="T12" fmla="*/ 309 w 359"/>
                <a:gd name="T13" fmla="*/ 701 h 705"/>
                <a:gd name="T14" fmla="*/ 359 w 359"/>
                <a:gd name="T15" fmla="*/ 651 h 705"/>
                <a:gd name="T16" fmla="*/ 281 w 359"/>
                <a:gd name="T17" fmla="*/ 365 h 705"/>
                <a:gd name="T18" fmla="*/ 242 w 359"/>
                <a:gd name="T19" fmla="*/ 322 h 705"/>
                <a:gd name="T20" fmla="*/ 243 w 359"/>
                <a:gd name="T21" fmla="*/ 314 h 705"/>
                <a:gd name="T22" fmla="*/ 250 w 359"/>
                <a:gd name="T23" fmla="*/ 256 h 705"/>
                <a:gd name="T24" fmla="*/ 314 w 359"/>
                <a:gd name="T25" fmla="*/ 275 h 705"/>
                <a:gd name="T26" fmla="*/ 317 w 359"/>
                <a:gd name="T27" fmla="*/ 275 h 705"/>
                <a:gd name="T28" fmla="*/ 349 w 359"/>
                <a:gd name="T29" fmla="*/ 246 h 705"/>
                <a:gd name="T30" fmla="*/ 321 w 359"/>
                <a:gd name="T31" fmla="*/ 211 h 705"/>
                <a:gd name="T32" fmla="*/ 267 w 359"/>
                <a:gd name="T33" fmla="*/ 192 h 705"/>
                <a:gd name="T34" fmla="*/ 286 w 359"/>
                <a:gd name="T35" fmla="*/ 140 h 705"/>
                <a:gd name="T36" fmla="*/ 241 w 359"/>
                <a:gd name="T37" fmla="*/ 127 h 705"/>
                <a:gd name="T38" fmla="*/ 223 w 359"/>
                <a:gd name="T39" fmla="*/ 120 h 705"/>
                <a:gd name="T40" fmla="*/ 223 w 359"/>
                <a:gd name="T41" fmla="*/ 120 h 705"/>
                <a:gd name="T42" fmla="*/ 223 w 359"/>
                <a:gd name="T43" fmla="*/ 119 h 705"/>
                <a:gd name="T44" fmla="*/ 203 w 359"/>
                <a:gd name="T45" fmla="*/ 96 h 705"/>
                <a:gd name="T46" fmla="*/ 205 w 359"/>
                <a:gd name="T47" fmla="*/ 66 h 705"/>
                <a:gd name="T48" fmla="*/ 239 w 359"/>
                <a:gd name="T49" fmla="*/ 44 h 705"/>
                <a:gd name="T50" fmla="*/ 241 w 359"/>
                <a:gd name="T51" fmla="*/ 44 h 705"/>
                <a:gd name="T52" fmla="*/ 258 w 359"/>
                <a:gd name="T53" fmla="*/ 48 h 705"/>
                <a:gd name="T54" fmla="*/ 259 w 359"/>
                <a:gd name="T55" fmla="*/ 48 h 705"/>
                <a:gd name="T56" fmla="*/ 264 w 359"/>
                <a:gd name="T57" fmla="*/ 50 h 705"/>
                <a:gd name="T58" fmla="*/ 284 w 359"/>
                <a:gd name="T59" fmla="*/ 57 h 705"/>
                <a:gd name="T60" fmla="*/ 304 w 359"/>
                <a:gd name="T61" fmla="*/ 62 h 705"/>
                <a:gd name="T62" fmla="*/ 273 w 359"/>
                <a:gd name="T63" fmla="*/ 14 h 705"/>
                <a:gd name="T64" fmla="*/ 160 w 359"/>
                <a:gd name="T65" fmla="*/ 66 h 705"/>
                <a:gd name="T66" fmla="*/ 103 w 359"/>
                <a:gd name="T67" fmla="*/ 282 h 705"/>
                <a:gd name="T68" fmla="*/ 123 w 359"/>
                <a:gd name="T69" fmla="*/ 339 h 705"/>
                <a:gd name="T70" fmla="*/ 123 w 359"/>
                <a:gd name="T71" fmla="*/ 340 h 705"/>
                <a:gd name="T72" fmla="*/ 123 w 359"/>
                <a:gd name="T73" fmla="*/ 340 h 705"/>
                <a:gd name="T74" fmla="*/ 123 w 359"/>
                <a:gd name="T75" fmla="*/ 346 h 705"/>
                <a:gd name="T76" fmla="*/ 107 w 359"/>
                <a:gd name="T77" fmla="*/ 451 h 705"/>
                <a:gd name="T78" fmla="*/ 18 w 359"/>
                <a:gd name="T79" fmla="*/ 616 h 705"/>
                <a:gd name="T80" fmla="*/ 22 w 359"/>
                <a:gd name="T81" fmla="*/ 686 h 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59" h="705">
                  <a:moveTo>
                    <a:pt x="22" y="686"/>
                  </a:moveTo>
                  <a:cubicBezTo>
                    <a:pt x="43" y="705"/>
                    <a:pt x="74" y="703"/>
                    <a:pt x="93" y="682"/>
                  </a:cubicBezTo>
                  <a:cubicBezTo>
                    <a:pt x="93" y="682"/>
                    <a:pt x="93" y="682"/>
                    <a:pt x="93" y="682"/>
                  </a:cubicBezTo>
                  <a:cubicBezTo>
                    <a:pt x="154" y="614"/>
                    <a:pt x="186" y="540"/>
                    <a:pt x="204" y="479"/>
                  </a:cubicBezTo>
                  <a:cubicBezTo>
                    <a:pt x="207" y="466"/>
                    <a:pt x="210" y="454"/>
                    <a:pt x="213" y="442"/>
                  </a:cubicBezTo>
                  <a:cubicBezTo>
                    <a:pt x="236" y="481"/>
                    <a:pt x="259" y="545"/>
                    <a:pt x="259" y="651"/>
                  </a:cubicBezTo>
                  <a:cubicBezTo>
                    <a:pt x="259" y="679"/>
                    <a:pt x="281" y="701"/>
                    <a:pt x="309" y="701"/>
                  </a:cubicBezTo>
                  <a:cubicBezTo>
                    <a:pt x="337" y="701"/>
                    <a:pt x="359" y="679"/>
                    <a:pt x="359" y="651"/>
                  </a:cubicBezTo>
                  <a:cubicBezTo>
                    <a:pt x="359" y="510"/>
                    <a:pt x="322" y="420"/>
                    <a:pt x="281" y="365"/>
                  </a:cubicBezTo>
                  <a:cubicBezTo>
                    <a:pt x="268" y="347"/>
                    <a:pt x="254" y="333"/>
                    <a:pt x="242" y="322"/>
                  </a:cubicBezTo>
                  <a:cubicBezTo>
                    <a:pt x="242" y="320"/>
                    <a:pt x="242" y="317"/>
                    <a:pt x="243" y="314"/>
                  </a:cubicBezTo>
                  <a:cubicBezTo>
                    <a:pt x="243" y="295"/>
                    <a:pt x="246" y="276"/>
                    <a:pt x="250" y="256"/>
                  </a:cubicBezTo>
                  <a:cubicBezTo>
                    <a:pt x="268" y="266"/>
                    <a:pt x="289" y="272"/>
                    <a:pt x="314" y="275"/>
                  </a:cubicBezTo>
                  <a:cubicBezTo>
                    <a:pt x="315" y="275"/>
                    <a:pt x="316" y="275"/>
                    <a:pt x="317" y="275"/>
                  </a:cubicBezTo>
                  <a:cubicBezTo>
                    <a:pt x="334" y="275"/>
                    <a:pt x="347" y="263"/>
                    <a:pt x="349" y="246"/>
                  </a:cubicBezTo>
                  <a:cubicBezTo>
                    <a:pt x="351" y="229"/>
                    <a:pt x="338" y="213"/>
                    <a:pt x="321" y="211"/>
                  </a:cubicBezTo>
                  <a:cubicBezTo>
                    <a:pt x="294" y="208"/>
                    <a:pt x="278" y="201"/>
                    <a:pt x="267" y="192"/>
                  </a:cubicBezTo>
                  <a:cubicBezTo>
                    <a:pt x="273" y="174"/>
                    <a:pt x="280" y="156"/>
                    <a:pt x="286" y="140"/>
                  </a:cubicBezTo>
                  <a:cubicBezTo>
                    <a:pt x="267" y="136"/>
                    <a:pt x="252" y="131"/>
                    <a:pt x="241" y="127"/>
                  </a:cubicBezTo>
                  <a:cubicBezTo>
                    <a:pt x="233" y="124"/>
                    <a:pt x="227" y="121"/>
                    <a:pt x="223" y="120"/>
                  </a:cubicBezTo>
                  <a:cubicBezTo>
                    <a:pt x="223" y="120"/>
                    <a:pt x="223" y="120"/>
                    <a:pt x="223" y="120"/>
                  </a:cubicBezTo>
                  <a:cubicBezTo>
                    <a:pt x="223" y="119"/>
                    <a:pt x="223" y="119"/>
                    <a:pt x="223" y="119"/>
                  </a:cubicBezTo>
                  <a:cubicBezTo>
                    <a:pt x="213" y="115"/>
                    <a:pt x="206" y="107"/>
                    <a:pt x="203" y="96"/>
                  </a:cubicBezTo>
                  <a:cubicBezTo>
                    <a:pt x="199" y="86"/>
                    <a:pt x="200" y="75"/>
                    <a:pt x="205" y="66"/>
                  </a:cubicBezTo>
                  <a:cubicBezTo>
                    <a:pt x="212" y="53"/>
                    <a:pt x="225" y="44"/>
                    <a:pt x="239" y="44"/>
                  </a:cubicBezTo>
                  <a:cubicBezTo>
                    <a:pt x="240" y="44"/>
                    <a:pt x="240" y="44"/>
                    <a:pt x="241" y="44"/>
                  </a:cubicBezTo>
                  <a:cubicBezTo>
                    <a:pt x="247" y="44"/>
                    <a:pt x="253" y="45"/>
                    <a:pt x="258" y="48"/>
                  </a:cubicBezTo>
                  <a:cubicBezTo>
                    <a:pt x="259" y="48"/>
                    <a:pt x="259" y="48"/>
                    <a:pt x="259" y="48"/>
                  </a:cubicBezTo>
                  <a:cubicBezTo>
                    <a:pt x="260" y="49"/>
                    <a:pt x="262" y="49"/>
                    <a:pt x="264" y="50"/>
                  </a:cubicBezTo>
                  <a:cubicBezTo>
                    <a:pt x="268" y="52"/>
                    <a:pt x="275" y="54"/>
                    <a:pt x="284" y="57"/>
                  </a:cubicBezTo>
                  <a:cubicBezTo>
                    <a:pt x="289" y="58"/>
                    <a:pt x="296" y="60"/>
                    <a:pt x="304" y="62"/>
                  </a:cubicBezTo>
                  <a:cubicBezTo>
                    <a:pt x="301" y="40"/>
                    <a:pt x="291" y="21"/>
                    <a:pt x="273" y="14"/>
                  </a:cubicBezTo>
                  <a:cubicBezTo>
                    <a:pt x="240" y="0"/>
                    <a:pt x="189" y="11"/>
                    <a:pt x="160" y="66"/>
                  </a:cubicBezTo>
                  <a:cubicBezTo>
                    <a:pt x="120" y="141"/>
                    <a:pt x="106" y="192"/>
                    <a:pt x="103" y="282"/>
                  </a:cubicBezTo>
                  <a:cubicBezTo>
                    <a:pt x="104" y="308"/>
                    <a:pt x="112" y="327"/>
                    <a:pt x="123" y="339"/>
                  </a:cubicBezTo>
                  <a:cubicBezTo>
                    <a:pt x="123" y="339"/>
                    <a:pt x="123" y="340"/>
                    <a:pt x="123" y="340"/>
                  </a:cubicBezTo>
                  <a:cubicBezTo>
                    <a:pt x="123" y="340"/>
                    <a:pt x="123" y="340"/>
                    <a:pt x="123" y="340"/>
                  </a:cubicBezTo>
                  <a:cubicBezTo>
                    <a:pt x="123" y="340"/>
                    <a:pt x="123" y="343"/>
                    <a:pt x="123" y="346"/>
                  </a:cubicBezTo>
                  <a:cubicBezTo>
                    <a:pt x="123" y="361"/>
                    <a:pt x="122" y="402"/>
                    <a:pt x="107" y="451"/>
                  </a:cubicBezTo>
                  <a:cubicBezTo>
                    <a:pt x="93" y="501"/>
                    <a:pt x="67" y="561"/>
                    <a:pt x="18" y="616"/>
                  </a:cubicBezTo>
                  <a:cubicBezTo>
                    <a:pt x="0" y="636"/>
                    <a:pt x="2" y="668"/>
                    <a:pt x="22" y="6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33"/>
            <p:cNvSpPr>
              <a:spLocks/>
            </p:cNvSpPr>
            <p:nvPr/>
          </p:nvSpPr>
          <p:spPr bwMode="auto">
            <a:xfrm>
              <a:off x="4494213" y="3459163"/>
              <a:ext cx="563563" cy="195263"/>
            </a:xfrm>
            <a:custGeom>
              <a:avLst/>
              <a:gdLst>
                <a:gd name="T0" fmla="*/ 57 w 372"/>
                <a:gd name="T1" fmla="*/ 48 h 129"/>
                <a:gd name="T2" fmla="*/ 52 w 372"/>
                <a:gd name="T3" fmla="*/ 45 h 129"/>
                <a:gd name="T4" fmla="*/ 51 w 372"/>
                <a:gd name="T5" fmla="*/ 45 h 129"/>
                <a:gd name="T6" fmla="*/ 42 w 372"/>
                <a:gd name="T7" fmla="*/ 42 h 129"/>
                <a:gd name="T8" fmla="*/ 8 w 372"/>
                <a:gd name="T9" fmla="*/ 59 h 129"/>
                <a:gd name="T10" fmla="*/ 23 w 372"/>
                <a:gd name="T11" fmla="*/ 102 h 129"/>
                <a:gd name="T12" fmla="*/ 37 w 372"/>
                <a:gd name="T13" fmla="*/ 109 h 129"/>
                <a:gd name="T14" fmla="*/ 85 w 372"/>
                <a:gd name="T15" fmla="*/ 122 h 129"/>
                <a:gd name="T16" fmla="*/ 152 w 372"/>
                <a:gd name="T17" fmla="*/ 129 h 129"/>
                <a:gd name="T18" fmla="*/ 153 w 372"/>
                <a:gd name="T19" fmla="*/ 129 h 129"/>
                <a:gd name="T20" fmla="*/ 354 w 372"/>
                <a:gd name="T21" fmla="*/ 62 h 129"/>
                <a:gd name="T22" fmla="*/ 362 w 372"/>
                <a:gd name="T23" fmla="*/ 17 h 129"/>
                <a:gd name="T24" fmla="*/ 317 w 372"/>
                <a:gd name="T25" fmla="*/ 10 h 129"/>
                <a:gd name="T26" fmla="*/ 152 w 372"/>
                <a:gd name="T27" fmla="*/ 65 h 129"/>
                <a:gd name="T28" fmla="*/ 100 w 372"/>
                <a:gd name="T29" fmla="*/ 60 h 129"/>
                <a:gd name="T30" fmla="*/ 77 w 372"/>
                <a:gd name="T31" fmla="*/ 54 h 129"/>
                <a:gd name="T32" fmla="*/ 57 w 372"/>
                <a:gd name="T33" fmla="*/ 48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2" h="129">
                  <a:moveTo>
                    <a:pt x="57" y="48"/>
                  </a:moveTo>
                  <a:cubicBezTo>
                    <a:pt x="55" y="47"/>
                    <a:pt x="53" y="46"/>
                    <a:pt x="52" y="45"/>
                  </a:cubicBezTo>
                  <a:cubicBezTo>
                    <a:pt x="52" y="45"/>
                    <a:pt x="51" y="45"/>
                    <a:pt x="51" y="45"/>
                  </a:cubicBezTo>
                  <a:cubicBezTo>
                    <a:pt x="48" y="43"/>
                    <a:pt x="45" y="42"/>
                    <a:pt x="42" y="42"/>
                  </a:cubicBezTo>
                  <a:cubicBezTo>
                    <a:pt x="28" y="40"/>
                    <a:pt x="14" y="47"/>
                    <a:pt x="8" y="59"/>
                  </a:cubicBezTo>
                  <a:cubicBezTo>
                    <a:pt x="0" y="75"/>
                    <a:pt x="7" y="94"/>
                    <a:pt x="23" y="102"/>
                  </a:cubicBezTo>
                  <a:cubicBezTo>
                    <a:pt x="23" y="103"/>
                    <a:pt x="29" y="105"/>
                    <a:pt x="37" y="109"/>
                  </a:cubicBezTo>
                  <a:cubicBezTo>
                    <a:pt x="48" y="113"/>
                    <a:pt x="64" y="118"/>
                    <a:pt x="85" y="122"/>
                  </a:cubicBezTo>
                  <a:cubicBezTo>
                    <a:pt x="104" y="126"/>
                    <a:pt x="126" y="129"/>
                    <a:pt x="152" y="129"/>
                  </a:cubicBezTo>
                  <a:cubicBezTo>
                    <a:pt x="152" y="129"/>
                    <a:pt x="152" y="129"/>
                    <a:pt x="153" y="129"/>
                  </a:cubicBezTo>
                  <a:cubicBezTo>
                    <a:pt x="210" y="129"/>
                    <a:pt x="282" y="113"/>
                    <a:pt x="354" y="62"/>
                  </a:cubicBezTo>
                  <a:cubicBezTo>
                    <a:pt x="369" y="52"/>
                    <a:pt x="372" y="32"/>
                    <a:pt x="362" y="17"/>
                  </a:cubicBezTo>
                  <a:cubicBezTo>
                    <a:pt x="352" y="3"/>
                    <a:pt x="332" y="0"/>
                    <a:pt x="317" y="10"/>
                  </a:cubicBezTo>
                  <a:cubicBezTo>
                    <a:pt x="256" y="53"/>
                    <a:pt x="199" y="65"/>
                    <a:pt x="152" y="65"/>
                  </a:cubicBezTo>
                  <a:cubicBezTo>
                    <a:pt x="133" y="65"/>
                    <a:pt x="115" y="63"/>
                    <a:pt x="100" y="60"/>
                  </a:cubicBezTo>
                  <a:cubicBezTo>
                    <a:pt x="92" y="58"/>
                    <a:pt x="84" y="56"/>
                    <a:pt x="77" y="54"/>
                  </a:cubicBezTo>
                  <a:cubicBezTo>
                    <a:pt x="69" y="52"/>
                    <a:pt x="62" y="49"/>
                    <a:pt x="57"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6" name="组合 35"/>
          <p:cNvGrpSpPr/>
          <p:nvPr/>
        </p:nvGrpSpPr>
        <p:grpSpPr>
          <a:xfrm>
            <a:off x="6500623" y="4808538"/>
            <a:ext cx="1473200" cy="1265238"/>
            <a:chOff x="468313" y="4808538"/>
            <a:chExt cx="1473200" cy="1265238"/>
          </a:xfrm>
          <a:solidFill>
            <a:schemeClr val="tx1">
              <a:lumMod val="65000"/>
              <a:lumOff val="35000"/>
            </a:schemeClr>
          </a:solidFill>
        </p:grpSpPr>
        <p:sp>
          <p:nvSpPr>
            <p:cNvPr id="37" name="Freeform 34"/>
            <p:cNvSpPr>
              <a:spLocks/>
            </p:cNvSpPr>
            <p:nvPr/>
          </p:nvSpPr>
          <p:spPr bwMode="auto">
            <a:xfrm>
              <a:off x="876300" y="5186363"/>
              <a:ext cx="1065213" cy="887413"/>
            </a:xfrm>
            <a:custGeom>
              <a:avLst/>
              <a:gdLst>
                <a:gd name="T0" fmla="*/ 661 w 703"/>
                <a:gd name="T1" fmla="*/ 105 h 586"/>
                <a:gd name="T2" fmla="*/ 631 w 703"/>
                <a:gd name="T3" fmla="*/ 108 h 586"/>
                <a:gd name="T4" fmla="*/ 577 w 703"/>
                <a:gd name="T5" fmla="*/ 93 h 586"/>
                <a:gd name="T6" fmla="*/ 543 w 703"/>
                <a:gd name="T7" fmla="*/ 63 h 586"/>
                <a:gd name="T8" fmla="*/ 520 w 703"/>
                <a:gd name="T9" fmla="*/ 80 h 586"/>
                <a:gd name="T10" fmla="*/ 510 w 703"/>
                <a:gd name="T11" fmla="*/ 85 h 586"/>
                <a:gd name="T12" fmla="*/ 485 w 703"/>
                <a:gd name="T13" fmla="*/ 93 h 586"/>
                <a:gd name="T14" fmla="*/ 453 w 703"/>
                <a:gd name="T15" fmla="*/ 97 h 586"/>
                <a:gd name="T16" fmla="*/ 452 w 703"/>
                <a:gd name="T17" fmla="*/ 97 h 586"/>
                <a:gd name="T18" fmla="*/ 452 w 703"/>
                <a:gd name="T19" fmla="*/ 97 h 586"/>
                <a:gd name="T20" fmla="*/ 451 w 703"/>
                <a:gd name="T21" fmla="*/ 97 h 586"/>
                <a:gd name="T22" fmla="*/ 411 w 703"/>
                <a:gd name="T23" fmla="*/ 57 h 586"/>
                <a:gd name="T24" fmla="*/ 443 w 703"/>
                <a:gd name="T25" fmla="*/ 18 h 586"/>
                <a:gd name="T26" fmla="*/ 399 w 703"/>
                <a:gd name="T27" fmla="*/ 0 h 586"/>
                <a:gd name="T28" fmla="*/ 397 w 703"/>
                <a:gd name="T29" fmla="*/ 1 h 586"/>
                <a:gd name="T30" fmla="*/ 364 w 703"/>
                <a:gd name="T31" fmla="*/ 128 h 586"/>
                <a:gd name="T32" fmla="*/ 286 w 703"/>
                <a:gd name="T33" fmla="*/ 182 h 586"/>
                <a:gd name="T34" fmla="*/ 277 w 703"/>
                <a:gd name="T35" fmla="*/ 212 h 586"/>
                <a:gd name="T36" fmla="*/ 283 w 703"/>
                <a:gd name="T37" fmla="*/ 274 h 586"/>
                <a:gd name="T38" fmla="*/ 32 w 703"/>
                <a:gd name="T39" fmla="*/ 493 h 586"/>
                <a:gd name="T40" fmla="*/ 14 w 703"/>
                <a:gd name="T41" fmla="*/ 561 h 586"/>
                <a:gd name="T42" fmla="*/ 57 w 703"/>
                <a:gd name="T43" fmla="*/ 586 h 586"/>
                <a:gd name="T44" fmla="*/ 82 w 703"/>
                <a:gd name="T45" fmla="*/ 580 h 586"/>
                <a:gd name="T46" fmla="*/ 82 w 703"/>
                <a:gd name="T47" fmla="*/ 580 h 586"/>
                <a:gd name="T48" fmla="*/ 355 w 703"/>
                <a:gd name="T49" fmla="*/ 345 h 586"/>
                <a:gd name="T50" fmla="*/ 384 w 703"/>
                <a:gd name="T51" fmla="*/ 358 h 586"/>
                <a:gd name="T52" fmla="*/ 416 w 703"/>
                <a:gd name="T53" fmla="*/ 385 h 586"/>
                <a:gd name="T54" fmla="*/ 427 w 703"/>
                <a:gd name="T55" fmla="*/ 420 h 586"/>
                <a:gd name="T56" fmla="*/ 401 w 703"/>
                <a:gd name="T57" fmla="*/ 497 h 586"/>
                <a:gd name="T58" fmla="*/ 418 w 703"/>
                <a:gd name="T59" fmla="*/ 565 h 586"/>
                <a:gd name="T60" fmla="*/ 487 w 703"/>
                <a:gd name="T61" fmla="*/ 548 h 586"/>
                <a:gd name="T62" fmla="*/ 527 w 703"/>
                <a:gd name="T63" fmla="*/ 420 h 586"/>
                <a:gd name="T64" fmla="*/ 495 w 703"/>
                <a:gd name="T65" fmla="*/ 323 h 586"/>
                <a:gd name="T66" fmla="*/ 410 w 703"/>
                <a:gd name="T67" fmla="*/ 259 h 586"/>
                <a:gd name="T68" fmla="*/ 495 w 703"/>
                <a:gd name="T69" fmla="*/ 106 h 586"/>
                <a:gd name="T70" fmla="*/ 544 w 703"/>
                <a:gd name="T71" fmla="*/ 148 h 586"/>
                <a:gd name="T72" fmla="*/ 631 w 703"/>
                <a:gd name="T73" fmla="*/ 172 h 586"/>
                <a:gd name="T74" fmla="*/ 631 w 703"/>
                <a:gd name="T75" fmla="*/ 172 h 586"/>
                <a:gd name="T76" fmla="*/ 676 w 703"/>
                <a:gd name="T77" fmla="*/ 167 h 586"/>
                <a:gd name="T78" fmla="*/ 700 w 703"/>
                <a:gd name="T79" fmla="*/ 129 h 586"/>
                <a:gd name="T80" fmla="*/ 661 w 703"/>
                <a:gd name="T81" fmla="*/ 105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03" h="586">
                  <a:moveTo>
                    <a:pt x="661" y="105"/>
                  </a:moveTo>
                  <a:cubicBezTo>
                    <a:pt x="650" y="107"/>
                    <a:pt x="640" y="108"/>
                    <a:pt x="631" y="108"/>
                  </a:cubicBezTo>
                  <a:cubicBezTo>
                    <a:pt x="610" y="108"/>
                    <a:pt x="592" y="102"/>
                    <a:pt x="577" y="93"/>
                  </a:cubicBezTo>
                  <a:cubicBezTo>
                    <a:pt x="564" y="85"/>
                    <a:pt x="553" y="75"/>
                    <a:pt x="543" y="63"/>
                  </a:cubicBezTo>
                  <a:cubicBezTo>
                    <a:pt x="535" y="71"/>
                    <a:pt x="527" y="76"/>
                    <a:pt x="520" y="80"/>
                  </a:cubicBezTo>
                  <a:cubicBezTo>
                    <a:pt x="517" y="81"/>
                    <a:pt x="513" y="83"/>
                    <a:pt x="510" y="85"/>
                  </a:cubicBezTo>
                  <a:cubicBezTo>
                    <a:pt x="502" y="88"/>
                    <a:pt x="493" y="91"/>
                    <a:pt x="485" y="93"/>
                  </a:cubicBezTo>
                  <a:cubicBezTo>
                    <a:pt x="474" y="96"/>
                    <a:pt x="464" y="97"/>
                    <a:pt x="453" y="97"/>
                  </a:cubicBezTo>
                  <a:cubicBezTo>
                    <a:pt x="452" y="97"/>
                    <a:pt x="452" y="97"/>
                    <a:pt x="452" y="97"/>
                  </a:cubicBezTo>
                  <a:cubicBezTo>
                    <a:pt x="452" y="97"/>
                    <a:pt x="452" y="97"/>
                    <a:pt x="452" y="97"/>
                  </a:cubicBezTo>
                  <a:cubicBezTo>
                    <a:pt x="451" y="97"/>
                    <a:pt x="451" y="97"/>
                    <a:pt x="451" y="97"/>
                  </a:cubicBezTo>
                  <a:cubicBezTo>
                    <a:pt x="429" y="97"/>
                    <a:pt x="411" y="79"/>
                    <a:pt x="411" y="57"/>
                  </a:cubicBezTo>
                  <a:cubicBezTo>
                    <a:pt x="411" y="38"/>
                    <a:pt x="425" y="22"/>
                    <a:pt x="443" y="18"/>
                  </a:cubicBezTo>
                  <a:cubicBezTo>
                    <a:pt x="427" y="16"/>
                    <a:pt x="412" y="9"/>
                    <a:pt x="399" y="0"/>
                  </a:cubicBezTo>
                  <a:cubicBezTo>
                    <a:pt x="399" y="0"/>
                    <a:pt x="398" y="1"/>
                    <a:pt x="397" y="1"/>
                  </a:cubicBezTo>
                  <a:cubicBezTo>
                    <a:pt x="416" y="35"/>
                    <a:pt x="412" y="89"/>
                    <a:pt x="364" y="128"/>
                  </a:cubicBezTo>
                  <a:cubicBezTo>
                    <a:pt x="336" y="150"/>
                    <a:pt x="311" y="168"/>
                    <a:pt x="286" y="182"/>
                  </a:cubicBezTo>
                  <a:cubicBezTo>
                    <a:pt x="283" y="191"/>
                    <a:pt x="280" y="201"/>
                    <a:pt x="277" y="212"/>
                  </a:cubicBezTo>
                  <a:cubicBezTo>
                    <a:pt x="271" y="239"/>
                    <a:pt x="275" y="259"/>
                    <a:pt x="283" y="274"/>
                  </a:cubicBezTo>
                  <a:cubicBezTo>
                    <a:pt x="260" y="307"/>
                    <a:pt x="184" y="406"/>
                    <a:pt x="32" y="493"/>
                  </a:cubicBezTo>
                  <a:cubicBezTo>
                    <a:pt x="8" y="507"/>
                    <a:pt x="0" y="537"/>
                    <a:pt x="14" y="561"/>
                  </a:cubicBezTo>
                  <a:cubicBezTo>
                    <a:pt x="23" y="577"/>
                    <a:pt x="40" y="586"/>
                    <a:pt x="57" y="586"/>
                  </a:cubicBezTo>
                  <a:cubicBezTo>
                    <a:pt x="66" y="586"/>
                    <a:pt x="74" y="584"/>
                    <a:pt x="82" y="580"/>
                  </a:cubicBezTo>
                  <a:cubicBezTo>
                    <a:pt x="82" y="580"/>
                    <a:pt x="82" y="580"/>
                    <a:pt x="82" y="580"/>
                  </a:cubicBezTo>
                  <a:cubicBezTo>
                    <a:pt x="233" y="493"/>
                    <a:pt x="319" y="395"/>
                    <a:pt x="355" y="345"/>
                  </a:cubicBezTo>
                  <a:cubicBezTo>
                    <a:pt x="365" y="348"/>
                    <a:pt x="375" y="352"/>
                    <a:pt x="384" y="358"/>
                  </a:cubicBezTo>
                  <a:cubicBezTo>
                    <a:pt x="397" y="365"/>
                    <a:pt x="408" y="375"/>
                    <a:pt x="416" y="385"/>
                  </a:cubicBezTo>
                  <a:cubicBezTo>
                    <a:pt x="423" y="395"/>
                    <a:pt x="427" y="405"/>
                    <a:pt x="427" y="420"/>
                  </a:cubicBezTo>
                  <a:cubicBezTo>
                    <a:pt x="427" y="437"/>
                    <a:pt x="421" y="462"/>
                    <a:pt x="401" y="497"/>
                  </a:cubicBezTo>
                  <a:cubicBezTo>
                    <a:pt x="387" y="521"/>
                    <a:pt x="395" y="551"/>
                    <a:pt x="418" y="565"/>
                  </a:cubicBezTo>
                  <a:cubicBezTo>
                    <a:pt x="442" y="579"/>
                    <a:pt x="473" y="572"/>
                    <a:pt x="487" y="548"/>
                  </a:cubicBezTo>
                  <a:cubicBezTo>
                    <a:pt x="514" y="502"/>
                    <a:pt x="527" y="460"/>
                    <a:pt x="527" y="420"/>
                  </a:cubicBezTo>
                  <a:cubicBezTo>
                    <a:pt x="527" y="382"/>
                    <a:pt x="514" y="348"/>
                    <a:pt x="495" y="323"/>
                  </a:cubicBezTo>
                  <a:cubicBezTo>
                    <a:pt x="469" y="291"/>
                    <a:pt x="438" y="272"/>
                    <a:pt x="410" y="259"/>
                  </a:cubicBezTo>
                  <a:cubicBezTo>
                    <a:pt x="429" y="203"/>
                    <a:pt x="467" y="148"/>
                    <a:pt x="495" y="106"/>
                  </a:cubicBezTo>
                  <a:cubicBezTo>
                    <a:pt x="508" y="121"/>
                    <a:pt x="524" y="136"/>
                    <a:pt x="544" y="148"/>
                  </a:cubicBezTo>
                  <a:cubicBezTo>
                    <a:pt x="568" y="162"/>
                    <a:pt x="597" y="172"/>
                    <a:pt x="631" y="172"/>
                  </a:cubicBezTo>
                  <a:cubicBezTo>
                    <a:pt x="631" y="172"/>
                    <a:pt x="631" y="172"/>
                    <a:pt x="631" y="172"/>
                  </a:cubicBezTo>
                  <a:cubicBezTo>
                    <a:pt x="645" y="172"/>
                    <a:pt x="660" y="171"/>
                    <a:pt x="676" y="167"/>
                  </a:cubicBezTo>
                  <a:cubicBezTo>
                    <a:pt x="693" y="163"/>
                    <a:pt x="703" y="146"/>
                    <a:pt x="700" y="129"/>
                  </a:cubicBezTo>
                  <a:cubicBezTo>
                    <a:pt x="696" y="112"/>
                    <a:pt x="678" y="101"/>
                    <a:pt x="661" y="10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35"/>
            <p:cNvSpPr>
              <a:spLocks/>
            </p:cNvSpPr>
            <p:nvPr/>
          </p:nvSpPr>
          <p:spPr bwMode="auto">
            <a:xfrm>
              <a:off x="1689100" y="4924425"/>
              <a:ext cx="230188" cy="285750"/>
            </a:xfrm>
            <a:custGeom>
              <a:avLst/>
              <a:gdLst>
                <a:gd name="T0" fmla="*/ 35 w 152"/>
                <a:gd name="T1" fmla="*/ 49 h 188"/>
                <a:gd name="T2" fmla="*/ 50 w 152"/>
                <a:gd name="T3" fmla="*/ 132 h 188"/>
                <a:gd name="T4" fmla="*/ 41 w 152"/>
                <a:gd name="T5" fmla="*/ 185 h 188"/>
                <a:gd name="T6" fmla="*/ 124 w 152"/>
                <a:gd name="T7" fmla="*/ 148 h 188"/>
                <a:gd name="T8" fmla="*/ 103 w 152"/>
                <a:gd name="T9" fmla="*/ 23 h 188"/>
                <a:gd name="T10" fmla="*/ 0 w 152"/>
                <a:gd name="T11" fmla="*/ 21 h 188"/>
                <a:gd name="T12" fmla="*/ 35 w 152"/>
                <a:gd name="T13" fmla="*/ 49 h 188"/>
              </a:gdLst>
              <a:ahLst/>
              <a:cxnLst>
                <a:cxn ang="0">
                  <a:pos x="T0" y="T1"/>
                </a:cxn>
                <a:cxn ang="0">
                  <a:pos x="T2" y="T3"/>
                </a:cxn>
                <a:cxn ang="0">
                  <a:pos x="T4" y="T5"/>
                </a:cxn>
                <a:cxn ang="0">
                  <a:pos x="T6" y="T7"/>
                </a:cxn>
                <a:cxn ang="0">
                  <a:pos x="T8" y="T9"/>
                </a:cxn>
                <a:cxn ang="0">
                  <a:pos x="T10" y="T11"/>
                </a:cxn>
                <a:cxn ang="0">
                  <a:pos x="T12" y="T13"/>
                </a:cxn>
              </a:cxnLst>
              <a:rect l="0" t="0" r="r" b="b"/>
              <a:pathLst>
                <a:path w="152" h="188">
                  <a:moveTo>
                    <a:pt x="35" y="49"/>
                  </a:moveTo>
                  <a:cubicBezTo>
                    <a:pt x="45" y="80"/>
                    <a:pt x="50" y="107"/>
                    <a:pt x="50" y="132"/>
                  </a:cubicBezTo>
                  <a:cubicBezTo>
                    <a:pt x="50" y="151"/>
                    <a:pt x="47" y="169"/>
                    <a:pt x="41" y="185"/>
                  </a:cubicBezTo>
                  <a:cubicBezTo>
                    <a:pt x="72" y="188"/>
                    <a:pt x="104" y="175"/>
                    <a:pt x="124" y="148"/>
                  </a:cubicBezTo>
                  <a:cubicBezTo>
                    <a:pt x="152" y="108"/>
                    <a:pt x="143" y="51"/>
                    <a:pt x="103" y="23"/>
                  </a:cubicBezTo>
                  <a:cubicBezTo>
                    <a:pt x="71" y="0"/>
                    <a:pt x="30" y="1"/>
                    <a:pt x="0" y="21"/>
                  </a:cubicBezTo>
                  <a:cubicBezTo>
                    <a:pt x="17" y="22"/>
                    <a:pt x="31" y="33"/>
                    <a:pt x="35"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36"/>
            <p:cNvSpPr>
              <a:spLocks/>
            </p:cNvSpPr>
            <p:nvPr/>
          </p:nvSpPr>
          <p:spPr bwMode="auto">
            <a:xfrm>
              <a:off x="1416050" y="4919663"/>
              <a:ext cx="242888" cy="284163"/>
            </a:xfrm>
            <a:custGeom>
              <a:avLst/>
              <a:gdLst>
                <a:gd name="T0" fmla="*/ 50 w 160"/>
                <a:gd name="T1" fmla="*/ 171 h 188"/>
                <a:gd name="T2" fmla="*/ 90 w 160"/>
                <a:gd name="T3" fmla="*/ 187 h 188"/>
                <a:gd name="T4" fmla="*/ 129 w 160"/>
                <a:gd name="T5" fmla="*/ 184 h 188"/>
                <a:gd name="T6" fmla="*/ 142 w 160"/>
                <a:gd name="T7" fmla="*/ 171 h 188"/>
                <a:gd name="T8" fmla="*/ 144 w 160"/>
                <a:gd name="T9" fmla="*/ 167 h 188"/>
                <a:gd name="T10" fmla="*/ 145 w 160"/>
                <a:gd name="T11" fmla="*/ 165 h 188"/>
                <a:gd name="T12" fmla="*/ 150 w 160"/>
                <a:gd name="T13" fmla="*/ 139 h 188"/>
                <a:gd name="T14" fmla="*/ 150 w 160"/>
                <a:gd name="T15" fmla="*/ 136 h 188"/>
                <a:gd name="T16" fmla="*/ 142 w 160"/>
                <a:gd name="T17" fmla="*/ 85 h 188"/>
                <a:gd name="T18" fmla="*/ 139 w 160"/>
                <a:gd name="T19" fmla="*/ 77 h 188"/>
                <a:gd name="T20" fmla="*/ 142 w 160"/>
                <a:gd name="T21" fmla="*/ 46 h 188"/>
                <a:gd name="T22" fmla="*/ 160 w 160"/>
                <a:gd name="T23" fmla="*/ 29 h 188"/>
                <a:gd name="T24" fmla="*/ 53 w 160"/>
                <a:gd name="T25" fmla="*/ 22 h 188"/>
                <a:gd name="T26" fmla="*/ 27 w 160"/>
                <a:gd name="T27" fmla="*/ 147 h 188"/>
                <a:gd name="T28" fmla="*/ 50 w 160"/>
                <a:gd name="T29" fmla="*/ 171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0" h="188">
                  <a:moveTo>
                    <a:pt x="50" y="171"/>
                  </a:moveTo>
                  <a:cubicBezTo>
                    <a:pt x="62" y="179"/>
                    <a:pt x="76" y="185"/>
                    <a:pt x="90" y="187"/>
                  </a:cubicBezTo>
                  <a:cubicBezTo>
                    <a:pt x="103" y="188"/>
                    <a:pt x="116" y="187"/>
                    <a:pt x="129" y="184"/>
                  </a:cubicBezTo>
                  <a:cubicBezTo>
                    <a:pt x="134" y="180"/>
                    <a:pt x="139" y="176"/>
                    <a:pt x="142" y="171"/>
                  </a:cubicBezTo>
                  <a:cubicBezTo>
                    <a:pt x="142" y="169"/>
                    <a:pt x="143" y="168"/>
                    <a:pt x="144" y="167"/>
                  </a:cubicBezTo>
                  <a:cubicBezTo>
                    <a:pt x="144" y="166"/>
                    <a:pt x="144" y="166"/>
                    <a:pt x="145" y="165"/>
                  </a:cubicBezTo>
                  <a:cubicBezTo>
                    <a:pt x="148" y="158"/>
                    <a:pt x="149" y="150"/>
                    <a:pt x="150" y="139"/>
                  </a:cubicBezTo>
                  <a:cubicBezTo>
                    <a:pt x="150" y="138"/>
                    <a:pt x="150" y="137"/>
                    <a:pt x="150" y="136"/>
                  </a:cubicBezTo>
                  <a:cubicBezTo>
                    <a:pt x="150" y="121"/>
                    <a:pt x="147" y="104"/>
                    <a:pt x="142" y="85"/>
                  </a:cubicBezTo>
                  <a:cubicBezTo>
                    <a:pt x="141" y="83"/>
                    <a:pt x="140" y="80"/>
                    <a:pt x="139" y="77"/>
                  </a:cubicBezTo>
                  <a:cubicBezTo>
                    <a:pt x="136" y="67"/>
                    <a:pt x="137" y="56"/>
                    <a:pt x="142" y="46"/>
                  </a:cubicBezTo>
                  <a:cubicBezTo>
                    <a:pt x="146" y="39"/>
                    <a:pt x="153" y="32"/>
                    <a:pt x="160" y="29"/>
                  </a:cubicBezTo>
                  <a:cubicBezTo>
                    <a:pt x="131" y="4"/>
                    <a:pt x="87" y="0"/>
                    <a:pt x="53" y="22"/>
                  </a:cubicBezTo>
                  <a:cubicBezTo>
                    <a:pt x="11" y="50"/>
                    <a:pt x="0" y="106"/>
                    <a:pt x="27" y="147"/>
                  </a:cubicBezTo>
                  <a:cubicBezTo>
                    <a:pt x="34" y="157"/>
                    <a:pt x="41" y="164"/>
                    <a:pt x="50" y="1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37"/>
            <p:cNvSpPr>
              <a:spLocks/>
            </p:cNvSpPr>
            <p:nvPr/>
          </p:nvSpPr>
          <p:spPr bwMode="auto">
            <a:xfrm>
              <a:off x="468313" y="4927600"/>
              <a:ext cx="1025525" cy="782638"/>
            </a:xfrm>
            <a:custGeom>
              <a:avLst/>
              <a:gdLst>
                <a:gd name="T0" fmla="*/ 408 w 677"/>
                <a:gd name="T1" fmla="*/ 248 h 516"/>
                <a:gd name="T2" fmla="*/ 387 w 677"/>
                <a:gd name="T3" fmla="*/ 216 h 516"/>
                <a:gd name="T4" fmla="*/ 319 w 677"/>
                <a:gd name="T5" fmla="*/ 151 h 516"/>
                <a:gd name="T6" fmla="*/ 209 w 677"/>
                <a:gd name="T7" fmla="*/ 119 h 516"/>
                <a:gd name="T8" fmla="*/ 29 w 677"/>
                <a:gd name="T9" fmla="*/ 185 h 516"/>
                <a:gd name="T10" fmla="*/ 16 w 677"/>
                <a:gd name="T11" fmla="*/ 254 h 516"/>
                <a:gd name="T12" fmla="*/ 85 w 677"/>
                <a:gd name="T13" fmla="*/ 267 h 516"/>
                <a:gd name="T14" fmla="*/ 209 w 677"/>
                <a:gd name="T15" fmla="*/ 219 h 516"/>
                <a:gd name="T16" fmla="*/ 265 w 677"/>
                <a:gd name="T17" fmla="*/ 235 h 516"/>
                <a:gd name="T18" fmla="*/ 295 w 677"/>
                <a:gd name="T19" fmla="*/ 261 h 516"/>
                <a:gd name="T20" fmla="*/ 169 w 677"/>
                <a:gd name="T21" fmla="*/ 296 h 516"/>
                <a:gd name="T22" fmla="*/ 40 w 677"/>
                <a:gd name="T23" fmla="*/ 445 h 516"/>
                <a:gd name="T24" fmla="*/ 64 w 677"/>
                <a:gd name="T25" fmla="*/ 511 h 516"/>
                <a:gd name="T26" fmla="*/ 85 w 677"/>
                <a:gd name="T27" fmla="*/ 516 h 516"/>
                <a:gd name="T28" fmla="*/ 130 w 677"/>
                <a:gd name="T29" fmla="*/ 487 h 516"/>
                <a:gd name="T30" fmla="*/ 218 w 677"/>
                <a:gd name="T31" fmla="*/ 383 h 516"/>
                <a:gd name="T32" fmla="*/ 308 w 677"/>
                <a:gd name="T33" fmla="*/ 361 h 516"/>
                <a:gd name="T34" fmla="*/ 349 w 677"/>
                <a:gd name="T35" fmla="*/ 365 h 516"/>
                <a:gd name="T36" fmla="*/ 429 w 677"/>
                <a:gd name="T37" fmla="*/ 390 h 516"/>
                <a:gd name="T38" fmla="*/ 560 w 677"/>
                <a:gd name="T39" fmla="*/ 341 h 516"/>
                <a:gd name="T40" fmla="*/ 629 w 677"/>
                <a:gd name="T41" fmla="*/ 292 h 516"/>
                <a:gd name="T42" fmla="*/ 661 w 677"/>
                <a:gd name="T43" fmla="*/ 177 h 516"/>
                <a:gd name="T44" fmla="*/ 657 w 677"/>
                <a:gd name="T45" fmla="*/ 171 h 516"/>
                <a:gd name="T46" fmla="*/ 621 w 677"/>
                <a:gd name="T47" fmla="*/ 150 h 516"/>
                <a:gd name="T48" fmla="*/ 641 w 677"/>
                <a:gd name="T49" fmla="*/ 189 h 516"/>
                <a:gd name="T50" fmla="*/ 642 w 677"/>
                <a:gd name="T51" fmla="*/ 190 h 516"/>
                <a:gd name="T52" fmla="*/ 645 w 677"/>
                <a:gd name="T53" fmla="*/ 194 h 516"/>
                <a:gd name="T54" fmla="*/ 640 w 677"/>
                <a:gd name="T55" fmla="*/ 247 h 516"/>
                <a:gd name="T56" fmla="*/ 612 w 677"/>
                <a:gd name="T57" fmla="*/ 257 h 516"/>
                <a:gd name="T58" fmla="*/ 612 w 677"/>
                <a:gd name="T59" fmla="*/ 257 h 516"/>
                <a:gd name="T60" fmla="*/ 600 w 677"/>
                <a:gd name="T61" fmla="*/ 255 h 516"/>
                <a:gd name="T62" fmla="*/ 585 w 677"/>
                <a:gd name="T63" fmla="*/ 246 h 516"/>
                <a:gd name="T64" fmla="*/ 583 w 677"/>
                <a:gd name="T65" fmla="*/ 244 h 516"/>
                <a:gd name="T66" fmla="*/ 556 w 677"/>
                <a:gd name="T67" fmla="*/ 202 h 516"/>
                <a:gd name="T68" fmla="*/ 544 w 677"/>
                <a:gd name="T69" fmla="*/ 175 h 516"/>
                <a:gd name="T70" fmla="*/ 542 w 677"/>
                <a:gd name="T71" fmla="*/ 167 h 516"/>
                <a:gd name="T72" fmla="*/ 534 w 677"/>
                <a:gd name="T73" fmla="*/ 134 h 516"/>
                <a:gd name="T74" fmla="*/ 522 w 677"/>
                <a:gd name="T75" fmla="*/ 72 h 516"/>
                <a:gd name="T76" fmla="*/ 525 w 677"/>
                <a:gd name="T77" fmla="*/ 38 h 516"/>
                <a:gd name="T78" fmla="*/ 497 w 677"/>
                <a:gd name="T79" fmla="*/ 2 h 516"/>
                <a:gd name="T80" fmla="*/ 461 w 677"/>
                <a:gd name="T81" fmla="*/ 30 h 516"/>
                <a:gd name="T82" fmla="*/ 458 w 677"/>
                <a:gd name="T83" fmla="*/ 72 h 516"/>
                <a:gd name="T84" fmla="*/ 476 w 677"/>
                <a:gd name="T85" fmla="*/ 160 h 516"/>
                <a:gd name="T86" fmla="*/ 497 w 677"/>
                <a:gd name="T87" fmla="*/ 194 h 516"/>
                <a:gd name="T88" fmla="*/ 502 w 677"/>
                <a:gd name="T89" fmla="*/ 201 h 516"/>
                <a:gd name="T90" fmla="*/ 408 w 677"/>
                <a:gd name="T91" fmla="*/ 248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77" h="516">
                  <a:moveTo>
                    <a:pt x="408" y="248"/>
                  </a:moveTo>
                  <a:cubicBezTo>
                    <a:pt x="402" y="238"/>
                    <a:pt x="395" y="227"/>
                    <a:pt x="387" y="216"/>
                  </a:cubicBezTo>
                  <a:cubicBezTo>
                    <a:pt x="370" y="193"/>
                    <a:pt x="348" y="169"/>
                    <a:pt x="319" y="151"/>
                  </a:cubicBezTo>
                  <a:cubicBezTo>
                    <a:pt x="289" y="132"/>
                    <a:pt x="252" y="119"/>
                    <a:pt x="209" y="119"/>
                  </a:cubicBezTo>
                  <a:cubicBezTo>
                    <a:pt x="154" y="119"/>
                    <a:pt x="94" y="139"/>
                    <a:pt x="29" y="185"/>
                  </a:cubicBezTo>
                  <a:cubicBezTo>
                    <a:pt x="6" y="200"/>
                    <a:pt x="0" y="232"/>
                    <a:pt x="16" y="254"/>
                  </a:cubicBezTo>
                  <a:cubicBezTo>
                    <a:pt x="31" y="277"/>
                    <a:pt x="63" y="283"/>
                    <a:pt x="85" y="267"/>
                  </a:cubicBezTo>
                  <a:cubicBezTo>
                    <a:pt x="140" y="230"/>
                    <a:pt x="180" y="219"/>
                    <a:pt x="209" y="219"/>
                  </a:cubicBezTo>
                  <a:cubicBezTo>
                    <a:pt x="232" y="219"/>
                    <a:pt x="249" y="225"/>
                    <a:pt x="265" y="235"/>
                  </a:cubicBezTo>
                  <a:cubicBezTo>
                    <a:pt x="276" y="242"/>
                    <a:pt x="286" y="251"/>
                    <a:pt x="295" y="261"/>
                  </a:cubicBezTo>
                  <a:cubicBezTo>
                    <a:pt x="257" y="263"/>
                    <a:pt x="213" y="272"/>
                    <a:pt x="169" y="296"/>
                  </a:cubicBezTo>
                  <a:cubicBezTo>
                    <a:pt x="120" y="324"/>
                    <a:pt x="73" y="372"/>
                    <a:pt x="40" y="445"/>
                  </a:cubicBezTo>
                  <a:cubicBezTo>
                    <a:pt x="28" y="470"/>
                    <a:pt x="39" y="500"/>
                    <a:pt x="64" y="511"/>
                  </a:cubicBezTo>
                  <a:cubicBezTo>
                    <a:pt x="71" y="514"/>
                    <a:pt x="78" y="516"/>
                    <a:pt x="85" y="516"/>
                  </a:cubicBezTo>
                  <a:cubicBezTo>
                    <a:pt x="104" y="516"/>
                    <a:pt x="122" y="505"/>
                    <a:pt x="130" y="487"/>
                  </a:cubicBezTo>
                  <a:cubicBezTo>
                    <a:pt x="157" y="430"/>
                    <a:pt x="188" y="401"/>
                    <a:pt x="218" y="383"/>
                  </a:cubicBezTo>
                  <a:cubicBezTo>
                    <a:pt x="249" y="366"/>
                    <a:pt x="281" y="361"/>
                    <a:pt x="308" y="361"/>
                  </a:cubicBezTo>
                  <a:cubicBezTo>
                    <a:pt x="324" y="361"/>
                    <a:pt x="339" y="363"/>
                    <a:pt x="349" y="365"/>
                  </a:cubicBezTo>
                  <a:cubicBezTo>
                    <a:pt x="364" y="384"/>
                    <a:pt x="388" y="397"/>
                    <a:pt x="429" y="390"/>
                  </a:cubicBezTo>
                  <a:cubicBezTo>
                    <a:pt x="483" y="377"/>
                    <a:pt x="522" y="363"/>
                    <a:pt x="560" y="341"/>
                  </a:cubicBezTo>
                  <a:cubicBezTo>
                    <a:pt x="582" y="328"/>
                    <a:pt x="604" y="312"/>
                    <a:pt x="629" y="292"/>
                  </a:cubicBezTo>
                  <a:cubicBezTo>
                    <a:pt x="674" y="255"/>
                    <a:pt x="677" y="207"/>
                    <a:pt x="661" y="177"/>
                  </a:cubicBezTo>
                  <a:cubicBezTo>
                    <a:pt x="660" y="175"/>
                    <a:pt x="659" y="172"/>
                    <a:pt x="657" y="171"/>
                  </a:cubicBezTo>
                  <a:cubicBezTo>
                    <a:pt x="649" y="159"/>
                    <a:pt x="636" y="152"/>
                    <a:pt x="621" y="150"/>
                  </a:cubicBezTo>
                  <a:cubicBezTo>
                    <a:pt x="628" y="172"/>
                    <a:pt x="638" y="185"/>
                    <a:pt x="641" y="189"/>
                  </a:cubicBezTo>
                  <a:cubicBezTo>
                    <a:pt x="642" y="190"/>
                    <a:pt x="642" y="190"/>
                    <a:pt x="642" y="190"/>
                  </a:cubicBezTo>
                  <a:cubicBezTo>
                    <a:pt x="643" y="192"/>
                    <a:pt x="644" y="193"/>
                    <a:pt x="645" y="194"/>
                  </a:cubicBezTo>
                  <a:cubicBezTo>
                    <a:pt x="656" y="210"/>
                    <a:pt x="654" y="233"/>
                    <a:pt x="640" y="247"/>
                  </a:cubicBezTo>
                  <a:cubicBezTo>
                    <a:pt x="632" y="253"/>
                    <a:pt x="623" y="257"/>
                    <a:pt x="612" y="257"/>
                  </a:cubicBezTo>
                  <a:cubicBezTo>
                    <a:pt x="612" y="257"/>
                    <a:pt x="612" y="257"/>
                    <a:pt x="612" y="257"/>
                  </a:cubicBezTo>
                  <a:cubicBezTo>
                    <a:pt x="608" y="257"/>
                    <a:pt x="604" y="256"/>
                    <a:pt x="600" y="255"/>
                  </a:cubicBezTo>
                  <a:cubicBezTo>
                    <a:pt x="594" y="253"/>
                    <a:pt x="589" y="250"/>
                    <a:pt x="585" y="246"/>
                  </a:cubicBezTo>
                  <a:cubicBezTo>
                    <a:pt x="584" y="245"/>
                    <a:pt x="584" y="245"/>
                    <a:pt x="583" y="244"/>
                  </a:cubicBezTo>
                  <a:cubicBezTo>
                    <a:pt x="580" y="241"/>
                    <a:pt x="568" y="226"/>
                    <a:pt x="556" y="202"/>
                  </a:cubicBezTo>
                  <a:cubicBezTo>
                    <a:pt x="552" y="195"/>
                    <a:pt x="548" y="185"/>
                    <a:pt x="544" y="175"/>
                  </a:cubicBezTo>
                  <a:cubicBezTo>
                    <a:pt x="543" y="172"/>
                    <a:pt x="543" y="170"/>
                    <a:pt x="542" y="167"/>
                  </a:cubicBezTo>
                  <a:cubicBezTo>
                    <a:pt x="539" y="157"/>
                    <a:pt x="536" y="146"/>
                    <a:pt x="534" y="134"/>
                  </a:cubicBezTo>
                  <a:cubicBezTo>
                    <a:pt x="527" y="119"/>
                    <a:pt x="523" y="100"/>
                    <a:pt x="522" y="72"/>
                  </a:cubicBezTo>
                  <a:cubicBezTo>
                    <a:pt x="522" y="62"/>
                    <a:pt x="523" y="50"/>
                    <a:pt x="525" y="38"/>
                  </a:cubicBezTo>
                  <a:cubicBezTo>
                    <a:pt x="527" y="20"/>
                    <a:pt x="515" y="4"/>
                    <a:pt x="497" y="2"/>
                  </a:cubicBezTo>
                  <a:cubicBezTo>
                    <a:pt x="480" y="0"/>
                    <a:pt x="464" y="12"/>
                    <a:pt x="461" y="30"/>
                  </a:cubicBezTo>
                  <a:cubicBezTo>
                    <a:pt x="459" y="45"/>
                    <a:pt x="458" y="59"/>
                    <a:pt x="458" y="72"/>
                  </a:cubicBezTo>
                  <a:cubicBezTo>
                    <a:pt x="458" y="107"/>
                    <a:pt x="465" y="137"/>
                    <a:pt x="476" y="160"/>
                  </a:cubicBezTo>
                  <a:cubicBezTo>
                    <a:pt x="482" y="174"/>
                    <a:pt x="489" y="185"/>
                    <a:pt x="497" y="194"/>
                  </a:cubicBezTo>
                  <a:cubicBezTo>
                    <a:pt x="499" y="197"/>
                    <a:pt x="500" y="199"/>
                    <a:pt x="502" y="201"/>
                  </a:cubicBezTo>
                  <a:cubicBezTo>
                    <a:pt x="473" y="218"/>
                    <a:pt x="441" y="236"/>
                    <a:pt x="408" y="2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38"/>
            <p:cNvSpPr>
              <a:spLocks/>
            </p:cNvSpPr>
            <p:nvPr/>
          </p:nvSpPr>
          <p:spPr bwMode="auto">
            <a:xfrm>
              <a:off x="1284288" y="4808538"/>
              <a:ext cx="165100" cy="496888"/>
            </a:xfrm>
            <a:custGeom>
              <a:avLst/>
              <a:gdLst>
                <a:gd name="T0" fmla="*/ 64 w 109"/>
                <a:gd name="T1" fmla="*/ 172 h 328"/>
                <a:gd name="T2" fmla="*/ 96 w 109"/>
                <a:gd name="T3" fmla="*/ 52 h 328"/>
                <a:gd name="T4" fmla="*/ 83 w 109"/>
                <a:gd name="T5" fmla="*/ 9 h 328"/>
                <a:gd name="T6" fmla="*/ 40 w 109"/>
                <a:gd name="T7" fmla="*/ 22 h 328"/>
                <a:gd name="T8" fmla="*/ 0 w 109"/>
                <a:gd name="T9" fmla="*/ 172 h 328"/>
                <a:gd name="T10" fmla="*/ 7 w 109"/>
                <a:gd name="T11" fmla="*/ 233 h 328"/>
                <a:gd name="T12" fmla="*/ 10 w 109"/>
                <a:gd name="T13" fmla="*/ 242 h 328"/>
                <a:gd name="T14" fmla="*/ 12 w 109"/>
                <a:gd name="T15" fmla="*/ 249 h 328"/>
                <a:gd name="T16" fmla="*/ 24 w 109"/>
                <a:gd name="T17" fmla="*/ 278 h 328"/>
                <a:gd name="T18" fmla="*/ 50 w 109"/>
                <a:gd name="T19" fmla="*/ 318 h 328"/>
                <a:gd name="T20" fmla="*/ 56 w 109"/>
                <a:gd name="T21" fmla="*/ 323 h 328"/>
                <a:gd name="T22" fmla="*/ 65 w 109"/>
                <a:gd name="T23" fmla="*/ 327 h 328"/>
                <a:gd name="T24" fmla="*/ 73 w 109"/>
                <a:gd name="T25" fmla="*/ 328 h 328"/>
                <a:gd name="T26" fmla="*/ 95 w 109"/>
                <a:gd name="T27" fmla="*/ 320 h 328"/>
                <a:gd name="T28" fmla="*/ 101 w 109"/>
                <a:gd name="T29" fmla="*/ 280 h 328"/>
                <a:gd name="T30" fmla="*/ 97 w 109"/>
                <a:gd name="T31" fmla="*/ 275 h 328"/>
                <a:gd name="T32" fmla="*/ 96 w 109"/>
                <a:gd name="T33" fmla="*/ 273 h 328"/>
                <a:gd name="T34" fmla="*/ 73 w 109"/>
                <a:gd name="T35" fmla="*/ 228 h 328"/>
                <a:gd name="T36" fmla="*/ 70 w 109"/>
                <a:gd name="T37" fmla="*/ 221 h 328"/>
                <a:gd name="T38" fmla="*/ 64 w 109"/>
                <a:gd name="T39" fmla="*/ 172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9" h="328">
                  <a:moveTo>
                    <a:pt x="64" y="172"/>
                  </a:moveTo>
                  <a:cubicBezTo>
                    <a:pt x="64" y="139"/>
                    <a:pt x="72" y="100"/>
                    <a:pt x="96" y="52"/>
                  </a:cubicBezTo>
                  <a:cubicBezTo>
                    <a:pt x="105" y="36"/>
                    <a:pt x="98" y="17"/>
                    <a:pt x="83" y="9"/>
                  </a:cubicBezTo>
                  <a:cubicBezTo>
                    <a:pt x="67" y="0"/>
                    <a:pt x="48" y="7"/>
                    <a:pt x="40" y="22"/>
                  </a:cubicBezTo>
                  <a:cubicBezTo>
                    <a:pt x="11" y="78"/>
                    <a:pt x="0" y="129"/>
                    <a:pt x="0" y="172"/>
                  </a:cubicBezTo>
                  <a:cubicBezTo>
                    <a:pt x="0" y="195"/>
                    <a:pt x="3" y="215"/>
                    <a:pt x="7" y="233"/>
                  </a:cubicBezTo>
                  <a:cubicBezTo>
                    <a:pt x="8" y="236"/>
                    <a:pt x="9" y="239"/>
                    <a:pt x="10" y="242"/>
                  </a:cubicBezTo>
                  <a:cubicBezTo>
                    <a:pt x="11" y="244"/>
                    <a:pt x="11" y="247"/>
                    <a:pt x="12" y="249"/>
                  </a:cubicBezTo>
                  <a:cubicBezTo>
                    <a:pt x="16" y="260"/>
                    <a:pt x="20" y="270"/>
                    <a:pt x="24" y="278"/>
                  </a:cubicBezTo>
                  <a:cubicBezTo>
                    <a:pt x="36" y="303"/>
                    <a:pt x="48" y="316"/>
                    <a:pt x="50" y="318"/>
                  </a:cubicBezTo>
                  <a:cubicBezTo>
                    <a:pt x="52" y="320"/>
                    <a:pt x="54" y="322"/>
                    <a:pt x="56" y="323"/>
                  </a:cubicBezTo>
                  <a:cubicBezTo>
                    <a:pt x="59" y="325"/>
                    <a:pt x="62" y="326"/>
                    <a:pt x="65" y="327"/>
                  </a:cubicBezTo>
                  <a:cubicBezTo>
                    <a:pt x="68" y="328"/>
                    <a:pt x="71" y="328"/>
                    <a:pt x="73" y="328"/>
                  </a:cubicBezTo>
                  <a:cubicBezTo>
                    <a:pt x="81" y="328"/>
                    <a:pt x="89" y="325"/>
                    <a:pt x="95" y="320"/>
                  </a:cubicBezTo>
                  <a:cubicBezTo>
                    <a:pt x="107" y="309"/>
                    <a:pt x="109" y="292"/>
                    <a:pt x="101" y="280"/>
                  </a:cubicBezTo>
                  <a:cubicBezTo>
                    <a:pt x="100" y="278"/>
                    <a:pt x="98" y="276"/>
                    <a:pt x="97" y="275"/>
                  </a:cubicBezTo>
                  <a:cubicBezTo>
                    <a:pt x="97" y="275"/>
                    <a:pt x="97" y="274"/>
                    <a:pt x="96" y="273"/>
                  </a:cubicBezTo>
                  <a:cubicBezTo>
                    <a:pt x="92" y="268"/>
                    <a:pt x="81" y="253"/>
                    <a:pt x="73" y="228"/>
                  </a:cubicBezTo>
                  <a:cubicBezTo>
                    <a:pt x="72" y="226"/>
                    <a:pt x="71" y="223"/>
                    <a:pt x="70" y="221"/>
                  </a:cubicBezTo>
                  <a:cubicBezTo>
                    <a:pt x="67" y="207"/>
                    <a:pt x="64" y="190"/>
                    <a:pt x="64" y="1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39"/>
            <p:cNvSpPr>
              <a:spLocks/>
            </p:cNvSpPr>
            <p:nvPr/>
          </p:nvSpPr>
          <p:spPr bwMode="auto">
            <a:xfrm>
              <a:off x="1511300" y="4968875"/>
              <a:ext cx="241300" cy="352425"/>
            </a:xfrm>
            <a:custGeom>
              <a:avLst/>
              <a:gdLst>
                <a:gd name="T0" fmla="*/ 106 w 159"/>
                <a:gd name="T1" fmla="*/ 1 h 232"/>
                <a:gd name="T2" fmla="*/ 105 w 159"/>
                <a:gd name="T3" fmla="*/ 1 h 232"/>
                <a:gd name="T4" fmla="*/ 104 w 159"/>
                <a:gd name="T5" fmla="*/ 2 h 232"/>
                <a:gd name="T6" fmla="*/ 83 w 159"/>
                <a:gd name="T7" fmla="*/ 37 h 232"/>
                <a:gd name="T8" fmla="*/ 84 w 159"/>
                <a:gd name="T9" fmla="*/ 42 h 232"/>
                <a:gd name="T10" fmla="*/ 95 w 159"/>
                <a:gd name="T11" fmla="*/ 103 h 232"/>
                <a:gd name="T12" fmla="*/ 94 w 159"/>
                <a:gd name="T13" fmla="*/ 118 h 232"/>
                <a:gd name="T14" fmla="*/ 88 w 159"/>
                <a:gd name="T15" fmla="*/ 137 h 232"/>
                <a:gd name="T16" fmla="*/ 86 w 159"/>
                <a:gd name="T17" fmla="*/ 141 h 232"/>
                <a:gd name="T18" fmla="*/ 86 w 159"/>
                <a:gd name="T19" fmla="*/ 142 h 232"/>
                <a:gd name="T20" fmla="*/ 86 w 159"/>
                <a:gd name="T21" fmla="*/ 142 h 232"/>
                <a:gd name="T22" fmla="*/ 69 w 159"/>
                <a:gd name="T23" fmla="*/ 158 h 232"/>
                <a:gd name="T24" fmla="*/ 55 w 159"/>
                <a:gd name="T25" fmla="*/ 164 h 232"/>
                <a:gd name="T26" fmla="*/ 33 w 159"/>
                <a:gd name="T27" fmla="*/ 168 h 232"/>
                <a:gd name="T28" fmla="*/ 32 w 159"/>
                <a:gd name="T29" fmla="*/ 168 h 232"/>
                <a:gd name="T30" fmla="*/ 29 w 159"/>
                <a:gd name="T31" fmla="*/ 168 h 232"/>
                <a:gd name="T32" fmla="*/ 0 w 159"/>
                <a:gd name="T33" fmla="*/ 200 h 232"/>
                <a:gd name="T34" fmla="*/ 32 w 159"/>
                <a:gd name="T35" fmla="*/ 232 h 232"/>
                <a:gd name="T36" fmla="*/ 32 w 159"/>
                <a:gd name="T37" fmla="*/ 232 h 232"/>
                <a:gd name="T38" fmla="*/ 33 w 159"/>
                <a:gd name="T39" fmla="*/ 232 h 232"/>
                <a:gd name="T40" fmla="*/ 61 w 159"/>
                <a:gd name="T41" fmla="*/ 229 h 232"/>
                <a:gd name="T42" fmla="*/ 97 w 159"/>
                <a:gd name="T43" fmla="*/ 216 h 232"/>
                <a:gd name="T44" fmla="*/ 97 w 159"/>
                <a:gd name="T45" fmla="*/ 216 h 232"/>
                <a:gd name="T46" fmla="*/ 119 w 159"/>
                <a:gd name="T47" fmla="*/ 200 h 232"/>
                <a:gd name="T48" fmla="*/ 140 w 159"/>
                <a:gd name="T49" fmla="*/ 175 h 232"/>
                <a:gd name="T50" fmla="*/ 150 w 159"/>
                <a:gd name="T51" fmla="*/ 155 h 232"/>
                <a:gd name="T52" fmla="*/ 159 w 159"/>
                <a:gd name="T53" fmla="*/ 103 h 232"/>
                <a:gd name="T54" fmla="*/ 145 w 159"/>
                <a:gd name="T55" fmla="*/ 22 h 232"/>
                <a:gd name="T56" fmla="*/ 113 w 159"/>
                <a:gd name="T57" fmla="*/ 0 h 232"/>
                <a:gd name="T58" fmla="*/ 106 w 159"/>
                <a:gd name="T59" fmla="*/ 1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9" h="232">
                  <a:moveTo>
                    <a:pt x="106" y="1"/>
                  </a:moveTo>
                  <a:cubicBezTo>
                    <a:pt x="105" y="1"/>
                    <a:pt x="105" y="1"/>
                    <a:pt x="105" y="1"/>
                  </a:cubicBezTo>
                  <a:cubicBezTo>
                    <a:pt x="104" y="2"/>
                    <a:pt x="104" y="2"/>
                    <a:pt x="104" y="2"/>
                  </a:cubicBezTo>
                  <a:cubicBezTo>
                    <a:pt x="89" y="7"/>
                    <a:pt x="80" y="22"/>
                    <a:pt x="83" y="37"/>
                  </a:cubicBezTo>
                  <a:cubicBezTo>
                    <a:pt x="83" y="38"/>
                    <a:pt x="83" y="40"/>
                    <a:pt x="84" y="42"/>
                  </a:cubicBezTo>
                  <a:cubicBezTo>
                    <a:pt x="92" y="67"/>
                    <a:pt x="95" y="87"/>
                    <a:pt x="95" y="103"/>
                  </a:cubicBezTo>
                  <a:cubicBezTo>
                    <a:pt x="95" y="109"/>
                    <a:pt x="94" y="114"/>
                    <a:pt x="94" y="118"/>
                  </a:cubicBezTo>
                  <a:cubicBezTo>
                    <a:pt x="92" y="126"/>
                    <a:pt x="90" y="132"/>
                    <a:pt x="88" y="137"/>
                  </a:cubicBezTo>
                  <a:cubicBezTo>
                    <a:pt x="88" y="138"/>
                    <a:pt x="87" y="139"/>
                    <a:pt x="86" y="141"/>
                  </a:cubicBezTo>
                  <a:cubicBezTo>
                    <a:pt x="86" y="141"/>
                    <a:pt x="86" y="141"/>
                    <a:pt x="86" y="142"/>
                  </a:cubicBezTo>
                  <a:cubicBezTo>
                    <a:pt x="86" y="142"/>
                    <a:pt x="86" y="142"/>
                    <a:pt x="86" y="142"/>
                  </a:cubicBezTo>
                  <a:cubicBezTo>
                    <a:pt x="81" y="149"/>
                    <a:pt x="76" y="154"/>
                    <a:pt x="69" y="158"/>
                  </a:cubicBezTo>
                  <a:cubicBezTo>
                    <a:pt x="65" y="161"/>
                    <a:pt x="60" y="163"/>
                    <a:pt x="55" y="164"/>
                  </a:cubicBezTo>
                  <a:cubicBezTo>
                    <a:pt x="44" y="168"/>
                    <a:pt x="33" y="168"/>
                    <a:pt x="33" y="168"/>
                  </a:cubicBezTo>
                  <a:cubicBezTo>
                    <a:pt x="32" y="168"/>
                    <a:pt x="32" y="168"/>
                    <a:pt x="32" y="168"/>
                  </a:cubicBezTo>
                  <a:cubicBezTo>
                    <a:pt x="31" y="168"/>
                    <a:pt x="30" y="168"/>
                    <a:pt x="29" y="168"/>
                  </a:cubicBezTo>
                  <a:cubicBezTo>
                    <a:pt x="13" y="170"/>
                    <a:pt x="0" y="184"/>
                    <a:pt x="0" y="200"/>
                  </a:cubicBezTo>
                  <a:cubicBezTo>
                    <a:pt x="0" y="218"/>
                    <a:pt x="15" y="232"/>
                    <a:pt x="32" y="232"/>
                  </a:cubicBezTo>
                  <a:cubicBezTo>
                    <a:pt x="32" y="232"/>
                    <a:pt x="32" y="232"/>
                    <a:pt x="32" y="232"/>
                  </a:cubicBezTo>
                  <a:cubicBezTo>
                    <a:pt x="32" y="232"/>
                    <a:pt x="32" y="232"/>
                    <a:pt x="33" y="232"/>
                  </a:cubicBezTo>
                  <a:cubicBezTo>
                    <a:pt x="36" y="232"/>
                    <a:pt x="47" y="232"/>
                    <a:pt x="61" y="229"/>
                  </a:cubicBezTo>
                  <a:cubicBezTo>
                    <a:pt x="71" y="227"/>
                    <a:pt x="84" y="223"/>
                    <a:pt x="97" y="216"/>
                  </a:cubicBezTo>
                  <a:cubicBezTo>
                    <a:pt x="97" y="216"/>
                    <a:pt x="97" y="216"/>
                    <a:pt x="97" y="216"/>
                  </a:cubicBezTo>
                  <a:cubicBezTo>
                    <a:pt x="104" y="212"/>
                    <a:pt x="112" y="207"/>
                    <a:pt x="119" y="200"/>
                  </a:cubicBezTo>
                  <a:cubicBezTo>
                    <a:pt x="127" y="193"/>
                    <a:pt x="134" y="185"/>
                    <a:pt x="140" y="175"/>
                  </a:cubicBezTo>
                  <a:cubicBezTo>
                    <a:pt x="144" y="169"/>
                    <a:pt x="147" y="162"/>
                    <a:pt x="150" y="155"/>
                  </a:cubicBezTo>
                  <a:cubicBezTo>
                    <a:pt x="156" y="140"/>
                    <a:pt x="159" y="122"/>
                    <a:pt x="159" y="103"/>
                  </a:cubicBezTo>
                  <a:cubicBezTo>
                    <a:pt x="159" y="79"/>
                    <a:pt x="154" y="53"/>
                    <a:pt x="145" y="22"/>
                  </a:cubicBezTo>
                  <a:cubicBezTo>
                    <a:pt x="140" y="8"/>
                    <a:pt x="127" y="0"/>
                    <a:pt x="113" y="0"/>
                  </a:cubicBezTo>
                  <a:cubicBezTo>
                    <a:pt x="111" y="0"/>
                    <a:pt x="108" y="1"/>
                    <a:pt x="106"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3" name="组合 42"/>
          <p:cNvGrpSpPr/>
          <p:nvPr/>
        </p:nvGrpSpPr>
        <p:grpSpPr>
          <a:xfrm>
            <a:off x="8121460" y="742950"/>
            <a:ext cx="1989138" cy="2117726"/>
            <a:chOff x="2089150" y="742950"/>
            <a:chExt cx="1989138" cy="2117726"/>
          </a:xfrm>
          <a:solidFill>
            <a:schemeClr val="tx1">
              <a:lumMod val="65000"/>
              <a:lumOff val="35000"/>
            </a:schemeClr>
          </a:solidFill>
        </p:grpSpPr>
        <p:sp>
          <p:nvSpPr>
            <p:cNvPr id="44" name="Freeform 40"/>
            <p:cNvSpPr>
              <a:spLocks/>
            </p:cNvSpPr>
            <p:nvPr/>
          </p:nvSpPr>
          <p:spPr bwMode="auto">
            <a:xfrm>
              <a:off x="2233613" y="874713"/>
              <a:ext cx="309563" cy="309563"/>
            </a:xfrm>
            <a:custGeom>
              <a:avLst/>
              <a:gdLst>
                <a:gd name="T0" fmla="*/ 18 w 204"/>
                <a:gd name="T1" fmla="*/ 135 h 204"/>
                <a:gd name="T2" fmla="*/ 136 w 204"/>
                <a:gd name="T3" fmla="*/ 185 h 204"/>
                <a:gd name="T4" fmla="*/ 185 w 204"/>
                <a:gd name="T5" fmla="*/ 68 h 204"/>
                <a:gd name="T6" fmla="*/ 68 w 204"/>
                <a:gd name="T7" fmla="*/ 18 h 204"/>
                <a:gd name="T8" fmla="*/ 18 w 204"/>
                <a:gd name="T9" fmla="*/ 135 h 204"/>
              </a:gdLst>
              <a:ahLst/>
              <a:cxnLst>
                <a:cxn ang="0">
                  <a:pos x="T0" y="T1"/>
                </a:cxn>
                <a:cxn ang="0">
                  <a:pos x="T2" y="T3"/>
                </a:cxn>
                <a:cxn ang="0">
                  <a:pos x="T4" y="T5"/>
                </a:cxn>
                <a:cxn ang="0">
                  <a:pos x="T6" y="T7"/>
                </a:cxn>
                <a:cxn ang="0">
                  <a:pos x="T8" y="T9"/>
                </a:cxn>
              </a:cxnLst>
              <a:rect l="0" t="0" r="r" b="b"/>
              <a:pathLst>
                <a:path w="204" h="204">
                  <a:moveTo>
                    <a:pt x="18" y="135"/>
                  </a:moveTo>
                  <a:cubicBezTo>
                    <a:pt x="37" y="181"/>
                    <a:pt x="90" y="204"/>
                    <a:pt x="136" y="185"/>
                  </a:cubicBezTo>
                  <a:cubicBezTo>
                    <a:pt x="182" y="166"/>
                    <a:pt x="204" y="114"/>
                    <a:pt x="185" y="68"/>
                  </a:cubicBezTo>
                  <a:cubicBezTo>
                    <a:pt x="167" y="22"/>
                    <a:pt x="114" y="0"/>
                    <a:pt x="68" y="18"/>
                  </a:cubicBezTo>
                  <a:cubicBezTo>
                    <a:pt x="22" y="37"/>
                    <a:pt x="0" y="89"/>
                    <a:pt x="18"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41"/>
            <p:cNvSpPr>
              <a:spLocks/>
            </p:cNvSpPr>
            <p:nvPr/>
          </p:nvSpPr>
          <p:spPr bwMode="auto">
            <a:xfrm>
              <a:off x="2089150" y="742950"/>
              <a:ext cx="1149350" cy="1228725"/>
            </a:xfrm>
            <a:custGeom>
              <a:avLst/>
              <a:gdLst>
                <a:gd name="T0" fmla="*/ 238 w 759"/>
                <a:gd name="T1" fmla="*/ 811 h 811"/>
                <a:gd name="T2" fmla="*/ 357 w 759"/>
                <a:gd name="T3" fmla="*/ 790 h 811"/>
                <a:gd name="T4" fmla="*/ 417 w 759"/>
                <a:gd name="T5" fmla="*/ 770 h 811"/>
                <a:gd name="T6" fmla="*/ 444 w 759"/>
                <a:gd name="T7" fmla="*/ 708 h 811"/>
                <a:gd name="T8" fmla="*/ 381 w 759"/>
                <a:gd name="T9" fmla="*/ 681 h 811"/>
                <a:gd name="T10" fmla="*/ 381 w 759"/>
                <a:gd name="T11" fmla="*/ 681 h 811"/>
                <a:gd name="T12" fmla="*/ 324 w 759"/>
                <a:gd name="T13" fmla="*/ 700 h 811"/>
                <a:gd name="T14" fmla="*/ 238 w 759"/>
                <a:gd name="T15" fmla="*/ 715 h 811"/>
                <a:gd name="T16" fmla="*/ 221 w 759"/>
                <a:gd name="T17" fmla="*/ 713 h 811"/>
                <a:gd name="T18" fmla="*/ 220 w 759"/>
                <a:gd name="T19" fmla="*/ 713 h 811"/>
                <a:gd name="T20" fmla="*/ 216 w 759"/>
                <a:gd name="T21" fmla="*/ 701 h 811"/>
                <a:gd name="T22" fmla="*/ 214 w 759"/>
                <a:gd name="T23" fmla="*/ 670 h 811"/>
                <a:gd name="T24" fmla="*/ 215 w 759"/>
                <a:gd name="T25" fmla="*/ 646 h 811"/>
                <a:gd name="T26" fmla="*/ 304 w 759"/>
                <a:gd name="T27" fmla="*/ 621 h 811"/>
                <a:gd name="T28" fmla="*/ 323 w 759"/>
                <a:gd name="T29" fmla="*/ 617 h 811"/>
                <a:gd name="T30" fmla="*/ 329 w 759"/>
                <a:gd name="T31" fmla="*/ 615 h 811"/>
                <a:gd name="T32" fmla="*/ 346 w 759"/>
                <a:gd name="T33" fmla="*/ 612 h 811"/>
                <a:gd name="T34" fmla="*/ 596 w 759"/>
                <a:gd name="T35" fmla="*/ 581 h 811"/>
                <a:gd name="T36" fmla="*/ 699 w 759"/>
                <a:gd name="T37" fmla="*/ 590 h 811"/>
                <a:gd name="T38" fmla="*/ 754 w 759"/>
                <a:gd name="T39" fmla="*/ 550 h 811"/>
                <a:gd name="T40" fmla="*/ 715 w 759"/>
                <a:gd name="T41" fmla="*/ 495 h 811"/>
                <a:gd name="T42" fmla="*/ 596 w 759"/>
                <a:gd name="T43" fmla="*/ 485 h 811"/>
                <a:gd name="T44" fmla="*/ 333 w 759"/>
                <a:gd name="T45" fmla="*/ 516 h 811"/>
                <a:gd name="T46" fmla="*/ 307 w 759"/>
                <a:gd name="T47" fmla="*/ 388 h 811"/>
                <a:gd name="T48" fmla="*/ 499 w 759"/>
                <a:gd name="T49" fmla="*/ 465 h 811"/>
                <a:gd name="T50" fmla="*/ 507 w 759"/>
                <a:gd name="T51" fmla="*/ 466 h 811"/>
                <a:gd name="T52" fmla="*/ 538 w 759"/>
                <a:gd name="T53" fmla="*/ 442 h 811"/>
                <a:gd name="T54" fmla="*/ 516 w 759"/>
                <a:gd name="T55" fmla="*/ 403 h 811"/>
                <a:gd name="T56" fmla="*/ 346 w 759"/>
                <a:gd name="T57" fmla="*/ 337 h 811"/>
                <a:gd name="T58" fmla="*/ 303 w 759"/>
                <a:gd name="T59" fmla="*/ 311 h 811"/>
                <a:gd name="T60" fmla="*/ 292 w 759"/>
                <a:gd name="T61" fmla="*/ 304 h 811"/>
                <a:gd name="T62" fmla="*/ 289 w 759"/>
                <a:gd name="T63" fmla="*/ 302 h 811"/>
                <a:gd name="T64" fmla="*/ 289 w 759"/>
                <a:gd name="T65" fmla="*/ 302 h 811"/>
                <a:gd name="T66" fmla="*/ 289 w 759"/>
                <a:gd name="T67" fmla="*/ 302 h 811"/>
                <a:gd name="T68" fmla="*/ 283 w 759"/>
                <a:gd name="T69" fmla="*/ 298 h 811"/>
                <a:gd name="T70" fmla="*/ 254 w 759"/>
                <a:gd name="T71" fmla="*/ 289 h 811"/>
                <a:gd name="T72" fmla="*/ 114 w 759"/>
                <a:gd name="T73" fmla="*/ 318 h 811"/>
                <a:gd name="T74" fmla="*/ 78 w 759"/>
                <a:gd name="T75" fmla="*/ 278 h 811"/>
                <a:gd name="T76" fmla="*/ 64 w 759"/>
                <a:gd name="T77" fmla="*/ 222 h 811"/>
                <a:gd name="T78" fmla="*/ 101 w 759"/>
                <a:gd name="T79" fmla="*/ 109 h 811"/>
                <a:gd name="T80" fmla="*/ 128 w 759"/>
                <a:gd name="T81" fmla="*/ 71 h 811"/>
                <a:gd name="T82" fmla="*/ 136 w 759"/>
                <a:gd name="T83" fmla="*/ 60 h 811"/>
                <a:gd name="T84" fmla="*/ 138 w 759"/>
                <a:gd name="T85" fmla="*/ 58 h 811"/>
                <a:gd name="T86" fmla="*/ 139 w 759"/>
                <a:gd name="T87" fmla="*/ 57 h 811"/>
                <a:gd name="T88" fmla="*/ 139 w 759"/>
                <a:gd name="T89" fmla="*/ 57 h 811"/>
                <a:gd name="T90" fmla="*/ 137 w 759"/>
                <a:gd name="T91" fmla="*/ 12 h 811"/>
                <a:gd name="T92" fmla="*/ 92 w 759"/>
                <a:gd name="T93" fmla="*/ 14 h 811"/>
                <a:gd name="T94" fmla="*/ 92 w 759"/>
                <a:gd name="T95" fmla="*/ 14 h 811"/>
                <a:gd name="T96" fmla="*/ 46 w 759"/>
                <a:gd name="T97" fmla="*/ 76 h 811"/>
                <a:gd name="T98" fmla="*/ 0 w 759"/>
                <a:gd name="T99" fmla="*/ 222 h 811"/>
                <a:gd name="T100" fmla="*/ 22 w 759"/>
                <a:gd name="T101" fmla="*/ 309 h 811"/>
                <a:gd name="T102" fmla="*/ 83 w 759"/>
                <a:gd name="T103" fmla="*/ 375 h 811"/>
                <a:gd name="T104" fmla="*/ 126 w 759"/>
                <a:gd name="T105" fmla="*/ 584 h 811"/>
                <a:gd name="T106" fmla="*/ 118 w 759"/>
                <a:gd name="T107" fmla="*/ 670 h 811"/>
                <a:gd name="T108" fmla="*/ 124 w 759"/>
                <a:gd name="T109" fmla="*/ 726 h 811"/>
                <a:gd name="T110" fmla="*/ 152 w 759"/>
                <a:gd name="T111" fmla="*/ 782 h 811"/>
                <a:gd name="T112" fmla="*/ 195 w 759"/>
                <a:gd name="T113" fmla="*/ 806 h 811"/>
                <a:gd name="T114" fmla="*/ 238 w 759"/>
                <a:gd name="T115" fmla="*/ 811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9" h="811">
                  <a:moveTo>
                    <a:pt x="238" y="811"/>
                  </a:moveTo>
                  <a:cubicBezTo>
                    <a:pt x="280" y="811"/>
                    <a:pt x="322" y="800"/>
                    <a:pt x="357" y="790"/>
                  </a:cubicBezTo>
                  <a:cubicBezTo>
                    <a:pt x="391" y="780"/>
                    <a:pt x="416" y="771"/>
                    <a:pt x="417" y="770"/>
                  </a:cubicBezTo>
                  <a:cubicBezTo>
                    <a:pt x="441" y="761"/>
                    <a:pt x="453" y="733"/>
                    <a:pt x="444" y="708"/>
                  </a:cubicBezTo>
                  <a:cubicBezTo>
                    <a:pt x="434" y="683"/>
                    <a:pt x="406" y="671"/>
                    <a:pt x="381" y="681"/>
                  </a:cubicBezTo>
                  <a:cubicBezTo>
                    <a:pt x="381" y="681"/>
                    <a:pt x="381" y="681"/>
                    <a:pt x="381" y="681"/>
                  </a:cubicBezTo>
                  <a:cubicBezTo>
                    <a:pt x="376" y="683"/>
                    <a:pt x="353" y="692"/>
                    <a:pt x="324" y="700"/>
                  </a:cubicBezTo>
                  <a:cubicBezTo>
                    <a:pt x="295" y="708"/>
                    <a:pt x="260" y="715"/>
                    <a:pt x="238" y="715"/>
                  </a:cubicBezTo>
                  <a:cubicBezTo>
                    <a:pt x="230" y="715"/>
                    <a:pt x="224" y="714"/>
                    <a:pt x="221" y="713"/>
                  </a:cubicBezTo>
                  <a:cubicBezTo>
                    <a:pt x="221" y="713"/>
                    <a:pt x="221" y="713"/>
                    <a:pt x="220" y="713"/>
                  </a:cubicBezTo>
                  <a:cubicBezTo>
                    <a:pt x="219" y="711"/>
                    <a:pt x="218" y="707"/>
                    <a:pt x="216" y="701"/>
                  </a:cubicBezTo>
                  <a:cubicBezTo>
                    <a:pt x="215" y="693"/>
                    <a:pt x="214" y="682"/>
                    <a:pt x="214" y="670"/>
                  </a:cubicBezTo>
                  <a:cubicBezTo>
                    <a:pt x="214" y="662"/>
                    <a:pt x="214" y="654"/>
                    <a:pt x="215" y="646"/>
                  </a:cubicBezTo>
                  <a:cubicBezTo>
                    <a:pt x="228" y="642"/>
                    <a:pt x="260" y="632"/>
                    <a:pt x="304" y="621"/>
                  </a:cubicBezTo>
                  <a:cubicBezTo>
                    <a:pt x="323" y="617"/>
                    <a:pt x="323" y="617"/>
                    <a:pt x="323" y="617"/>
                  </a:cubicBezTo>
                  <a:cubicBezTo>
                    <a:pt x="325" y="617"/>
                    <a:pt x="327" y="616"/>
                    <a:pt x="329" y="615"/>
                  </a:cubicBezTo>
                  <a:cubicBezTo>
                    <a:pt x="335" y="614"/>
                    <a:pt x="340" y="613"/>
                    <a:pt x="346" y="612"/>
                  </a:cubicBezTo>
                  <a:cubicBezTo>
                    <a:pt x="418" y="596"/>
                    <a:pt x="510" y="581"/>
                    <a:pt x="596" y="581"/>
                  </a:cubicBezTo>
                  <a:cubicBezTo>
                    <a:pt x="632" y="581"/>
                    <a:pt x="667" y="584"/>
                    <a:pt x="699" y="590"/>
                  </a:cubicBezTo>
                  <a:cubicBezTo>
                    <a:pt x="725" y="594"/>
                    <a:pt x="750" y="577"/>
                    <a:pt x="754" y="550"/>
                  </a:cubicBezTo>
                  <a:cubicBezTo>
                    <a:pt x="759" y="524"/>
                    <a:pt x="741" y="499"/>
                    <a:pt x="715" y="495"/>
                  </a:cubicBezTo>
                  <a:cubicBezTo>
                    <a:pt x="676" y="488"/>
                    <a:pt x="636" y="485"/>
                    <a:pt x="596" y="485"/>
                  </a:cubicBezTo>
                  <a:cubicBezTo>
                    <a:pt x="502" y="486"/>
                    <a:pt x="408" y="500"/>
                    <a:pt x="333" y="516"/>
                  </a:cubicBezTo>
                  <a:cubicBezTo>
                    <a:pt x="307" y="388"/>
                    <a:pt x="307" y="388"/>
                    <a:pt x="307" y="388"/>
                  </a:cubicBezTo>
                  <a:cubicBezTo>
                    <a:pt x="349" y="412"/>
                    <a:pt x="414" y="442"/>
                    <a:pt x="499" y="465"/>
                  </a:cubicBezTo>
                  <a:cubicBezTo>
                    <a:pt x="502" y="466"/>
                    <a:pt x="505" y="466"/>
                    <a:pt x="507" y="466"/>
                  </a:cubicBezTo>
                  <a:cubicBezTo>
                    <a:pt x="521" y="466"/>
                    <a:pt x="534" y="457"/>
                    <a:pt x="538" y="442"/>
                  </a:cubicBezTo>
                  <a:cubicBezTo>
                    <a:pt x="543" y="425"/>
                    <a:pt x="533" y="408"/>
                    <a:pt x="516" y="403"/>
                  </a:cubicBezTo>
                  <a:cubicBezTo>
                    <a:pt x="442" y="384"/>
                    <a:pt x="385" y="358"/>
                    <a:pt x="346" y="337"/>
                  </a:cubicBezTo>
                  <a:cubicBezTo>
                    <a:pt x="327" y="327"/>
                    <a:pt x="312" y="318"/>
                    <a:pt x="303" y="311"/>
                  </a:cubicBezTo>
                  <a:cubicBezTo>
                    <a:pt x="298" y="308"/>
                    <a:pt x="294" y="305"/>
                    <a:pt x="292" y="304"/>
                  </a:cubicBezTo>
                  <a:cubicBezTo>
                    <a:pt x="291" y="303"/>
                    <a:pt x="290" y="302"/>
                    <a:pt x="289" y="302"/>
                  </a:cubicBezTo>
                  <a:cubicBezTo>
                    <a:pt x="289" y="302"/>
                    <a:pt x="289" y="302"/>
                    <a:pt x="289" y="302"/>
                  </a:cubicBezTo>
                  <a:cubicBezTo>
                    <a:pt x="289" y="302"/>
                    <a:pt x="289" y="302"/>
                    <a:pt x="289" y="302"/>
                  </a:cubicBezTo>
                  <a:cubicBezTo>
                    <a:pt x="287" y="300"/>
                    <a:pt x="285" y="299"/>
                    <a:pt x="283" y="298"/>
                  </a:cubicBezTo>
                  <a:cubicBezTo>
                    <a:pt x="276" y="291"/>
                    <a:pt x="265" y="287"/>
                    <a:pt x="254" y="289"/>
                  </a:cubicBezTo>
                  <a:cubicBezTo>
                    <a:pt x="114" y="318"/>
                    <a:pt x="114" y="318"/>
                    <a:pt x="114" y="318"/>
                  </a:cubicBezTo>
                  <a:cubicBezTo>
                    <a:pt x="97" y="305"/>
                    <a:pt x="86" y="291"/>
                    <a:pt x="78" y="278"/>
                  </a:cubicBezTo>
                  <a:cubicBezTo>
                    <a:pt x="68" y="259"/>
                    <a:pt x="64" y="241"/>
                    <a:pt x="64" y="222"/>
                  </a:cubicBezTo>
                  <a:cubicBezTo>
                    <a:pt x="64" y="183"/>
                    <a:pt x="82" y="141"/>
                    <a:pt x="101" y="109"/>
                  </a:cubicBezTo>
                  <a:cubicBezTo>
                    <a:pt x="111" y="93"/>
                    <a:pt x="120" y="80"/>
                    <a:pt x="128" y="71"/>
                  </a:cubicBezTo>
                  <a:cubicBezTo>
                    <a:pt x="131" y="66"/>
                    <a:pt x="134" y="63"/>
                    <a:pt x="136" y="60"/>
                  </a:cubicBezTo>
                  <a:cubicBezTo>
                    <a:pt x="137" y="59"/>
                    <a:pt x="138" y="58"/>
                    <a:pt x="138" y="58"/>
                  </a:cubicBezTo>
                  <a:cubicBezTo>
                    <a:pt x="139" y="57"/>
                    <a:pt x="139" y="57"/>
                    <a:pt x="139" y="57"/>
                  </a:cubicBezTo>
                  <a:cubicBezTo>
                    <a:pt x="139" y="57"/>
                    <a:pt x="139" y="57"/>
                    <a:pt x="139" y="57"/>
                  </a:cubicBezTo>
                  <a:cubicBezTo>
                    <a:pt x="151" y="44"/>
                    <a:pt x="150" y="24"/>
                    <a:pt x="137" y="12"/>
                  </a:cubicBezTo>
                  <a:cubicBezTo>
                    <a:pt x="124" y="0"/>
                    <a:pt x="104" y="1"/>
                    <a:pt x="92" y="14"/>
                  </a:cubicBezTo>
                  <a:cubicBezTo>
                    <a:pt x="92" y="14"/>
                    <a:pt x="92" y="14"/>
                    <a:pt x="92" y="14"/>
                  </a:cubicBezTo>
                  <a:cubicBezTo>
                    <a:pt x="91" y="15"/>
                    <a:pt x="69" y="39"/>
                    <a:pt x="46" y="76"/>
                  </a:cubicBezTo>
                  <a:cubicBezTo>
                    <a:pt x="24" y="113"/>
                    <a:pt x="0" y="164"/>
                    <a:pt x="0" y="222"/>
                  </a:cubicBezTo>
                  <a:cubicBezTo>
                    <a:pt x="0" y="250"/>
                    <a:pt x="6" y="280"/>
                    <a:pt x="22" y="309"/>
                  </a:cubicBezTo>
                  <a:cubicBezTo>
                    <a:pt x="36" y="333"/>
                    <a:pt x="56" y="355"/>
                    <a:pt x="83" y="375"/>
                  </a:cubicBezTo>
                  <a:cubicBezTo>
                    <a:pt x="126" y="584"/>
                    <a:pt x="126" y="584"/>
                    <a:pt x="126" y="584"/>
                  </a:cubicBezTo>
                  <a:cubicBezTo>
                    <a:pt x="122" y="607"/>
                    <a:pt x="118" y="638"/>
                    <a:pt x="118" y="670"/>
                  </a:cubicBezTo>
                  <a:cubicBezTo>
                    <a:pt x="118" y="688"/>
                    <a:pt x="119" y="707"/>
                    <a:pt x="124" y="726"/>
                  </a:cubicBezTo>
                  <a:cubicBezTo>
                    <a:pt x="128" y="745"/>
                    <a:pt x="136" y="764"/>
                    <a:pt x="152" y="782"/>
                  </a:cubicBezTo>
                  <a:cubicBezTo>
                    <a:pt x="166" y="795"/>
                    <a:pt x="181" y="802"/>
                    <a:pt x="195" y="806"/>
                  </a:cubicBezTo>
                  <a:cubicBezTo>
                    <a:pt x="210" y="810"/>
                    <a:pt x="224" y="811"/>
                    <a:pt x="238" y="8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42"/>
            <p:cNvSpPr>
              <a:spLocks/>
            </p:cNvSpPr>
            <p:nvPr/>
          </p:nvSpPr>
          <p:spPr bwMode="auto">
            <a:xfrm>
              <a:off x="3770313" y="1465263"/>
              <a:ext cx="307975" cy="304800"/>
            </a:xfrm>
            <a:custGeom>
              <a:avLst/>
              <a:gdLst>
                <a:gd name="T0" fmla="*/ 44 w 203"/>
                <a:gd name="T1" fmla="*/ 170 h 202"/>
                <a:gd name="T2" fmla="*/ 171 w 203"/>
                <a:gd name="T3" fmla="*/ 158 h 202"/>
                <a:gd name="T4" fmla="*/ 159 w 203"/>
                <a:gd name="T5" fmla="*/ 31 h 202"/>
                <a:gd name="T6" fmla="*/ 32 w 203"/>
                <a:gd name="T7" fmla="*/ 43 h 202"/>
                <a:gd name="T8" fmla="*/ 44 w 203"/>
                <a:gd name="T9" fmla="*/ 170 h 202"/>
              </a:gdLst>
              <a:ahLst/>
              <a:cxnLst>
                <a:cxn ang="0">
                  <a:pos x="T0" y="T1"/>
                </a:cxn>
                <a:cxn ang="0">
                  <a:pos x="T2" y="T3"/>
                </a:cxn>
                <a:cxn ang="0">
                  <a:pos x="T4" y="T5"/>
                </a:cxn>
                <a:cxn ang="0">
                  <a:pos x="T6" y="T7"/>
                </a:cxn>
                <a:cxn ang="0">
                  <a:pos x="T8" y="T9"/>
                </a:cxn>
              </a:cxnLst>
              <a:rect l="0" t="0" r="r" b="b"/>
              <a:pathLst>
                <a:path w="203" h="202">
                  <a:moveTo>
                    <a:pt x="44" y="170"/>
                  </a:moveTo>
                  <a:cubicBezTo>
                    <a:pt x="83" y="202"/>
                    <a:pt x="139" y="196"/>
                    <a:pt x="171" y="158"/>
                  </a:cubicBezTo>
                  <a:cubicBezTo>
                    <a:pt x="203" y="119"/>
                    <a:pt x="197" y="63"/>
                    <a:pt x="159" y="31"/>
                  </a:cubicBezTo>
                  <a:cubicBezTo>
                    <a:pt x="120" y="0"/>
                    <a:pt x="64" y="5"/>
                    <a:pt x="32" y="43"/>
                  </a:cubicBezTo>
                  <a:cubicBezTo>
                    <a:pt x="0" y="82"/>
                    <a:pt x="6" y="138"/>
                    <a:pt x="44" y="1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43"/>
            <p:cNvSpPr>
              <a:spLocks/>
            </p:cNvSpPr>
            <p:nvPr/>
          </p:nvSpPr>
          <p:spPr bwMode="auto">
            <a:xfrm>
              <a:off x="2919413" y="1674813"/>
              <a:ext cx="1101725" cy="1185863"/>
            </a:xfrm>
            <a:custGeom>
              <a:avLst/>
              <a:gdLst>
                <a:gd name="T0" fmla="*/ 673 w 727"/>
                <a:gd name="T1" fmla="*/ 115 h 782"/>
                <a:gd name="T2" fmla="*/ 533 w 727"/>
                <a:gd name="T3" fmla="*/ 39 h 782"/>
                <a:gd name="T4" fmla="*/ 519 w 727"/>
                <a:gd name="T5" fmla="*/ 43 h 782"/>
                <a:gd name="T6" fmla="*/ 321 w 727"/>
                <a:gd name="T7" fmla="*/ 10 h 782"/>
                <a:gd name="T8" fmla="*/ 285 w 727"/>
                <a:gd name="T9" fmla="*/ 62 h 782"/>
                <a:gd name="T10" fmla="*/ 455 w 727"/>
                <a:gd name="T11" fmla="*/ 119 h 782"/>
                <a:gd name="T12" fmla="*/ 412 w 727"/>
                <a:gd name="T13" fmla="*/ 242 h 782"/>
                <a:gd name="T14" fmla="*/ 8 w 727"/>
                <a:gd name="T15" fmla="*/ 101 h 782"/>
                <a:gd name="T16" fmla="*/ 339 w 727"/>
                <a:gd name="T17" fmla="*/ 308 h 782"/>
                <a:gd name="T18" fmla="*/ 438 w 727"/>
                <a:gd name="T19" fmla="*/ 387 h 782"/>
                <a:gd name="T20" fmla="*/ 443 w 727"/>
                <a:gd name="T21" fmla="*/ 393 h 782"/>
                <a:gd name="T22" fmla="*/ 452 w 727"/>
                <a:gd name="T23" fmla="*/ 400 h 782"/>
                <a:gd name="T24" fmla="*/ 470 w 727"/>
                <a:gd name="T25" fmla="*/ 753 h 782"/>
                <a:gd name="T26" fmla="*/ 533 w 727"/>
                <a:gd name="T27" fmla="*/ 778 h 782"/>
                <a:gd name="T28" fmla="*/ 524 w 727"/>
                <a:gd name="T29" fmla="*/ 552 h 782"/>
                <a:gd name="T30" fmla="*/ 556 w 727"/>
                <a:gd name="T31" fmla="*/ 397 h 782"/>
                <a:gd name="T32" fmla="*/ 561 w 727"/>
                <a:gd name="T33" fmla="*/ 388 h 782"/>
                <a:gd name="T34" fmla="*/ 590 w 727"/>
                <a:gd name="T35" fmla="*/ 333 h 782"/>
                <a:gd name="T36" fmla="*/ 557 w 727"/>
                <a:gd name="T37" fmla="*/ 328 h 782"/>
                <a:gd name="T38" fmla="*/ 541 w 727"/>
                <a:gd name="T39" fmla="*/ 320 h 782"/>
                <a:gd name="T40" fmla="*/ 565 w 727"/>
                <a:gd name="T41" fmla="*/ 248 h 782"/>
                <a:gd name="T42" fmla="*/ 574 w 727"/>
                <a:gd name="T43" fmla="*/ 250 h 782"/>
                <a:gd name="T44" fmla="*/ 586 w 727"/>
                <a:gd name="T45" fmla="*/ 252 h 782"/>
                <a:gd name="T46" fmla="*/ 617 w 727"/>
                <a:gd name="T47" fmla="*/ 254 h 782"/>
                <a:gd name="T48" fmla="*/ 656 w 727"/>
                <a:gd name="T49" fmla="*/ 209 h 782"/>
                <a:gd name="T50" fmla="*/ 661 w 727"/>
                <a:gd name="T51" fmla="*/ 250 h 782"/>
                <a:gd name="T52" fmla="*/ 648 w 727"/>
                <a:gd name="T53" fmla="*/ 258 h 782"/>
                <a:gd name="T54" fmla="*/ 616 w 727"/>
                <a:gd name="T55" fmla="*/ 262 h 782"/>
                <a:gd name="T56" fmla="*/ 575 w 727"/>
                <a:gd name="T57" fmla="*/ 258 h 782"/>
                <a:gd name="T58" fmla="*/ 572 w 727"/>
                <a:gd name="T59" fmla="*/ 257 h 782"/>
                <a:gd name="T60" fmla="*/ 558 w 727"/>
                <a:gd name="T61" fmla="*/ 320 h 782"/>
                <a:gd name="T62" fmla="*/ 616 w 727"/>
                <a:gd name="T63" fmla="*/ 326 h 782"/>
                <a:gd name="T64" fmla="*/ 684 w 727"/>
                <a:gd name="T65" fmla="*/ 312 h 782"/>
                <a:gd name="T66" fmla="*/ 727 w 727"/>
                <a:gd name="T67" fmla="*/ 240 h 7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27" h="782">
                  <a:moveTo>
                    <a:pt x="684" y="127"/>
                  </a:moveTo>
                  <a:cubicBezTo>
                    <a:pt x="682" y="122"/>
                    <a:pt x="678" y="118"/>
                    <a:pt x="673" y="115"/>
                  </a:cubicBezTo>
                  <a:cubicBezTo>
                    <a:pt x="550" y="43"/>
                    <a:pt x="550" y="43"/>
                    <a:pt x="550" y="43"/>
                  </a:cubicBezTo>
                  <a:cubicBezTo>
                    <a:pt x="545" y="40"/>
                    <a:pt x="539" y="39"/>
                    <a:pt x="533" y="39"/>
                  </a:cubicBezTo>
                  <a:cubicBezTo>
                    <a:pt x="528" y="39"/>
                    <a:pt x="523" y="40"/>
                    <a:pt x="519" y="43"/>
                  </a:cubicBezTo>
                  <a:cubicBezTo>
                    <a:pt x="519" y="43"/>
                    <a:pt x="519" y="43"/>
                    <a:pt x="519" y="43"/>
                  </a:cubicBezTo>
                  <a:cubicBezTo>
                    <a:pt x="518" y="43"/>
                    <a:pt x="493" y="55"/>
                    <a:pt x="455" y="55"/>
                  </a:cubicBezTo>
                  <a:cubicBezTo>
                    <a:pt x="420" y="55"/>
                    <a:pt x="374" y="46"/>
                    <a:pt x="321" y="10"/>
                  </a:cubicBezTo>
                  <a:cubicBezTo>
                    <a:pt x="307" y="0"/>
                    <a:pt x="287" y="3"/>
                    <a:pt x="277" y="18"/>
                  </a:cubicBezTo>
                  <a:cubicBezTo>
                    <a:pt x="267" y="32"/>
                    <a:pt x="270" y="52"/>
                    <a:pt x="285" y="62"/>
                  </a:cubicBezTo>
                  <a:cubicBezTo>
                    <a:pt x="348" y="106"/>
                    <a:pt x="408" y="119"/>
                    <a:pt x="454" y="119"/>
                  </a:cubicBezTo>
                  <a:cubicBezTo>
                    <a:pt x="454" y="119"/>
                    <a:pt x="454" y="119"/>
                    <a:pt x="455" y="119"/>
                  </a:cubicBezTo>
                  <a:cubicBezTo>
                    <a:pt x="463" y="119"/>
                    <a:pt x="471" y="118"/>
                    <a:pt x="478" y="118"/>
                  </a:cubicBezTo>
                  <a:cubicBezTo>
                    <a:pt x="412" y="242"/>
                    <a:pt x="412" y="242"/>
                    <a:pt x="412" y="242"/>
                  </a:cubicBezTo>
                  <a:cubicBezTo>
                    <a:pt x="337" y="187"/>
                    <a:pt x="220" y="117"/>
                    <a:pt x="68" y="69"/>
                  </a:cubicBezTo>
                  <a:cubicBezTo>
                    <a:pt x="43" y="61"/>
                    <a:pt x="16" y="75"/>
                    <a:pt x="8" y="101"/>
                  </a:cubicBezTo>
                  <a:cubicBezTo>
                    <a:pt x="0" y="126"/>
                    <a:pt x="14" y="153"/>
                    <a:pt x="40" y="161"/>
                  </a:cubicBezTo>
                  <a:cubicBezTo>
                    <a:pt x="168" y="201"/>
                    <a:pt x="270" y="260"/>
                    <a:pt x="339" y="308"/>
                  </a:cubicBezTo>
                  <a:cubicBezTo>
                    <a:pt x="374" y="332"/>
                    <a:pt x="400" y="354"/>
                    <a:pt x="418" y="369"/>
                  </a:cubicBezTo>
                  <a:cubicBezTo>
                    <a:pt x="427" y="377"/>
                    <a:pt x="433" y="383"/>
                    <a:pt x="438" y="387"/>
                  </a:cubicBezTo>
                  <a:cubicBezTo>
                    <a:pt x="440" y="389"/>
                    <a:pt x="441" y="391"/>
                    <a:pt x="442" y="392"/>
                  </a:cubicBezTo>
                  <a:cubicBezTo>
                    <a:pt x="443" y="392"/>
                    <a:pt x="443" y="393"/>
                    <a:pt x="443" y="393"/>
                  </a:cubicBezTo>
                  <a:cubicBezTo>
                    <a:pt x="443" y="393"/>
                    <a:pt x="443" y="393"/>
                    <a:pt x="444" y="393"/>
                  </a:cubicBezTo>
                  <a:cubicBezTo>
                    <a:pt x="446" y="396"/>
                    <a:pt x="449" y="398"/>
                    <a:pt x="452" y="400"/>
                  </a:cubicBezTo>
                  <a:cubicBezTo>
                    <a:pt x="440" y="437"/>
                    <a:pt x="428" y="489"/>
                    <a:pt x="428" y="552"/>
                  </a:cubicBezTo>
                  <a:cubicBezTo>
                    <a:pt x="427" y="611"/>
                    <a:pt x="438" y="679"/>
                    <a:pt x="470" y="753"/>
                  </a:cubicBezTo>
                  <a:cubicBezTo>
                    <a:pt x="478" y="771"/>
                    <a:pt x="495" y="782"/>
                    <a:pt x="514" y="782"/>
                  </a:cubicBezTo>
                  <a:cubicBezTo>
                    <a:pt x="520" y="782"/>
                    <a:pt x="527" y="780"/>
                    <a:pt x="533" y="778"/>
                  </a:cubicBezTo>
                  <a:cubicBezTo>
                    <a:pt x="557" y="767"/>
                    <a:pt x="569" y="739"/>
                    <a:pt x="558" y="715"/>
                  </a:cubicBezTo>
                  <a:cubicBezTo>
                    <a:pt x="532" y="654"/>
                    <a:pt x="524" y="599"/>
                    <a:pt x="524" y="552"/>
                  </a:cubicBezTo>
                  <a:cubicBezTo>
                    <a:pt x="524" y="501"/>
                    <a:pt x="533" y="459"/>
                    <a:pt x="543" y="430"/>
                  </a:cubicBezTo>
                  <a:cubicBezTo>
                    <a:pt x="548" y="416"/>
                    <a:pt x="553" y="405"/>
                    <a:pt x="556" y="397"/>
                  </a:cubicBezTo>
                  <a:cubicBezTo>
                    <a:pt x="558" y="394"/>
                    <a:pt x="559" y="391"/>
                    <a:pt x="560" y="389"/>
                  </a:cubicBezTo>
                  <a:cubicBezTo>
                    <a:pt x="561" y="389"/>
                    <a:pt x="561" y="388"/>
                    <a:pt x="561" y="388"/>
                  </a:cubicBezTo>
                  <a:cubicBezTo>
                    <a:pt x="562" y="386"/>
                    <a:pt x="563" y="384"/>
                    <a:pt x="564" y="383"/>
                  </a:cubicBezTo>
                  <a:cubicBezTo>
                    <a:pt x="590" y="333"/>
                    <a:pt x="590" y="333"/>
                    <a:pt x="590" y="333"/>
                  </a:cubicBezTo>
                  <a:cubicBezTo>
                    <a:pt x="575" y="331"/>
                    <a:pt x="563" y="329"/>
                    <a:pt x="557" y="328"/>
                  </a:cubicBezTo>
                  <a:cubicBezTo>
                    <a:pt x="557" y="328"/>
                    <a:pt x="557" y="328"/>
                    <a:pt x="557" y="328"/>
                  </a:cubicBezTo>
                  <a:cubicBezTo>
                    <a:pt x="554" y="327"/>
                    <a:pt x="551" y="326"/>
                    <a:pt x="549" y="325"/>
                  </a:cubicBezTo>
                  <a:cubicBezTo>
                    <a:pt x="546" y="324"/>
                    <a:pt x="543" y="322"/>
                    <a:pt x="541" y="320"/>
                  </a:cubicBezTo>
                  <a:cubicBezTo>
                    <a:pt x="529" y="311"/>
                    <a:pt x="523" y="295"/>
                    <a:pt x="526" y="280"/>
                  </a:cubicBezTo>
                  <a:cubicBezTo>
                    <a:pt x="530" y="261"/>
                    <a:pt x="546" y="248"/>
                    <a:pt x="565" y="248"/>
                  </a:cubicBezTo>
                  <a:cubicBezTo>
                    <a:pt x="568" y="248"/>
                    <a:pt x="571" y="249"/>
                    <a:pt x="574" y="249"/>
                  </a:cubicBezTo>
                  <a:cubicBezTo>
                    <a:pt x="574" y="250"/>
                    <a:pt x="574" y="250"/>
                    <a:pt x="574" y="250"/>
                  </a:cubicBezTo>
                  <a:cubicBezTo>
                    <a:pt x="575" y="250"/>
                    <a:pt x="576" y="250"/>
                    <a:pt x="577" y="250"/>
                  </a:cubicBezTo>
                  <a:cubicBezTo>
                    <a:pt x="579" y="250"/>
                    <a:pt x="582" y="251"/>
                    <a:pt x="586" y="252"/>
                  </a:cubicBezTo>
                  <a:cubicBezTo>
                    <a:pt x="592" y="252"/>
                    <a:pt x="604" y="254"/>
                    <a:pt x="616" y="254"/>
                  </a:cubicBezTo>
                  <a:cubicBezTo>
                    <a:pt x="617" y="254"/>
                    <a:pt x="617" y="254"/>
                    <a:pt x="617" y="254"/>
                  </a:cubicBezTo>
                  <a:cubicBezTo>
                    <a:pt x="622" y="254"/>
                    <a:pt x="628" y="254"/>
                    <a:pt x="633" y="253"/>
                  </a:cubicBezTo>
                  <a:cubicBezTo>
                    <a:pt x="656" y="209"/>
                    <a:pt x="656" y="209"/>
                    <a:pt x="656" y="209"/>
                  </a:cubicBezTo>
                  <a:cubicBezTo>
                    <a:pt x="661" y="223"/>
                    <a:pt x="663" y="234"/>
                    <a:pt x="663" y="240"/>
                  </a:cubicBezTo>
                  <a:cubicBezTo>
                    <a:pt x="663" y="246"/>
                    <a:pt x="662" y="248"/>
                    <a:pt x="661" y="250"/>
                  </a:cubicBezTo>
                  <a:cubicBezTo>
                    <a:pt x="660" y="252"/>
                    <a:pt x="657" y="254"/>
                    <a:pt x="652" y="256"/>
                  </a:cubicBezTo>
                  <a:cubicBezTo>
                    <a:pt x="651" y="257"/>
                    <a:pt x="649" y="257"/>
                    <a:pt x="648" y="258"/>
                  </a:cubicBezTo>
                  <a:cubicBezTo>
                    <a:pt x="642" y="260"/>
                    <a:pt x="636" y="261"/>
                    <a:pt x="628" y="261"/>
                  </a:cubicBezTo>
                  <a:cubicBezTo>
                    <a:pt x="624" y="262"/>
                    <a:pt x="620" y="262"/>
                    <a:pt x="616" y="262"/>
                  </a:cubicBezTo>
                  <a:cubicBezTo>
                    <a:pt x="605" y="262"/>
                    <a:pt x="593" y="261"/>
                    <a:pt x="585" y="259"/>
                  </a:cubicBezTo>
                  <a:cubicBezTo>
                    <a:pt x="581" y="259"/>
                    <a:pt x="578" y="258"/>
                    <a:pt x="575" y="258"/>
                  </a:cubicBezTo>
                  <a:cubicBezTo>
                    <a:pt x="574" y="258"/>
                    <a:pt x="573" y="258"/>
                    <a:pt x="573" y="257"/>
                  </a:cubicBezTo>
                  <a:cubicBezTo>
                    <a:pt x="572" y="257"/>
                    <a:pt x="572" y="257"/>
                    <a:pt x="572" y="257"/>
                  </a:cubicBezTo>
                  <a:cubicBezTo>
                    <a:pt x="555" y="253"/>
                    <a:pt x="538" y="264"/>
                    <a:pt x="534" y="281"/>
                  </a:cubicBezTo>
                  <a:cubicBezTo>
                    <a:pt x="530" y="299"/>
                    <a:pt x="541" y="316"/>
                    <a:pt x="558" y="320"/>
                  </a:cubicBezTo>
                  <a:cubicBezTo>
                    <a:pt x="559" y="320"/>
                    <a:pt x="574" y="323"/>
                    <a:pt x="594" y="325"/>
                  </a:cubicBezTo>
                  <a:cubicBezTo>
                    <a:pt x="601" y="325"/>
                    <a:pt x="609" y="326"/>
                    <a:pt x="616" y="326"/>
                  </a:cubicBezTo>
                  <a:cubicBezTo>
                    <a:pt x="631" y="326"/>
                    <a:pt x="648" y="325"/>
                    <a:pt x="664" y="320"/>
                  </a:cubicBezTo>
                  <a:cubicBezTo>
                    <a:pt x="671" y="318"/>
                    <a:pt x="678" y="315"/>
                    <a:pt x="684" y="312"/>
                  </a:cubicBezTo>
                  <a:cubicBezTo>
                    <a:pt x="696" y="306"/>
                    <a:pt x="707" y="297"/>
                    <a:pt x="715" y="284"/>
                  </a:cubicBezTo>
                  <a:cubicBezTo>
                    <a:pt x="723" y="272"/>
                    <a:pt x="727" y="256"/>
                    <a:pt x="727" y="240"/>
                  </a:cubicBezTo>
                  <a:cubicBezTo>
                    <a:pt x="727" y="207"/>
                    <a:pt x="713" y="172"/>
                    <a:pt x="684" y="1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8" name="组合 47"/>
          <p:cNvGrpSpPr/>
          <p:nvPr/>
        </p:nvGrpSpPr>
        <p:grpSpPr>
          <a:xfrm>
            <a:off x="8397685" y="4883150"/>
            <a:ext cx="1238251" cy="1190625"/>
            <a:chOff x="2365375" y="4883150"/>
            <a:chExt cx="1238251" cy="1190625"/>
          </a:xfrm>
          <a:solidFill>
            <a:schemeClr val="tx1">
              <a:lumMod val="65000"/>
              <a:lumOff val="35000"/>
            </a:schemeClr>
          </a:solidFill>
        </p:grpSpPr>
        <p:sp>
          <p:nvSpPr>
            <p:cNvPr id="49" name="Freeform 44"/>
            <p:cNvSpPr>
              <a:spLocks/>
            </p:cNvSpPr>
            <p:nvPr/>
          </p:nvSpPr>
          <p:spPr bwMode="auto">
            <a:xfrm>
              <a:off x="2514600" y="5140325"/>
              <a:ext cx="750888" cy="933450"/>
            </a:xfrm>
            <a:custGeom>
              <a:avLst/>
              <a:gdLst>
                <a:gd name="T0" fmla="*/ 137 w 496"/>
                <a:gd name="T1" fmla="*/ 369 h 616"/>
                <a:gd name="T2" fmla="*/ 144 w 496"/>
                <a:gd name="T3" fmla="*/ 339 h 616"/>
                <a:gd name="T4" fmla="*/ 170 w 496"/>
                <a:gd name="T5" fmla="*/ 410 h 616"/>
                <a:gd name="T6" fmla="*/ 179 w 496"/>
                <a:gd name="T7" fmla="*/ 450 h 616"/>
                <a:gd name="T8" fmla="*/ 190 w 496"/>
                <a:gd name="T9" fmla="*/ 552 h 616"/>
                <a:gd name="T10" fmla="*/ 190 w 496"/>
                <a:gd name="T11" fmla="*/ 566 h 616"/>
                <a:gd name="T12" fmla="*/ 240 w 496"/>
                <a:gd name="T13" fmla="*/ 616 h 616"/>
                <a:gd name="T14" fmla="*/ 288 w 496"/>
                <a:gd name="T15" fmla="*/ 579 h 616"/>
                <a:gd name="T16" fmla="*/ 289 w 496"/>
                <a:gd name="T17" fmla="*/ 575 h 616"/>
                <a:gd name="T18" fmla="*/ 290 w 496"/>
                <a:gd name="T19" fmla="*/ 566 h 616"/>
                <a:gd name="T20" fmla="*/ 286 w 496"/>
                <a:gd name="T21" fmla="*/ 484 h 616"/>
                <a:gd name="T22" fmla="*/ 284 w 496"/>
                <a:gd name="T23" fmla="*/ 472 h 616"/>
                <a:gd name="T24" fmla="*/ 268 w 496"/>
                <a:gd name="T25" fmla="*/ 389 h 616"/>
                <a:gd name="T26" fmla="*/ 216 w 496"/>
                <a:gd name="T27" fmla="*/ 263 h 616"/>
                <a:gd name="T28" fmla="*/ 195 w 496"/>
                <a:gd name="T29" fmla="*/ 231 h 616"/>
                <a:gd name="T30" fmla="*/ 319 w 496"/>
                <a:gd name="T31" fmla="*/ 135 h 616"/>
                <a:gd name="T32" fmla="*/ 371 w 496"/>
                <a:gd name="T33" fmla="*/ 244 h 616"/>
                <a:gd name="T34" fmla="*/ 404 w 496"/>
                <a:gd name="T35" fmla="*/ 227 h 616"/>
                <a:gd name="T36" fmla="*/ 417 w 496"/>
                <a:gd name="T37" fmla="*/ 229 h 616"/>
                <a:gd name="T38" fmla="*/ 440 w 496"/>
                <a:gd name="T39" fmla="*/ 249 h 616"/>
                <a:gd name="T40" fmla="*/ 443 w 496"/>
                <a:gd name="T41" fmla="*/ 279 h 616"/>
                <a:gd name="T42" fmla="*/ 437 w 496"/>
                <a:gd name="T43" fmla="*/ 302 h 616"/>
                <a:gd name="T44" fmla="*/ 446 w 496"/>
                <a:gd name="T45" fmla="*/ 307 h 616"/>
                <a:gd name="T46" fmla="*/ 460 w 496"/>
                <a:gd name="T47" fmla="*/ 310 h 616"/>
                <a:gd name="T48" fmla="*/ 489 w 496"/>
                <a:gd name="T49" fmla="*/ 292 h 616"/>
                <a:gd name="T50" fmla="*/ 474 w 496"/>
                <a:gd name="T51" fmla="*/ 249 h 616"/>
                <a:gd name="T52" fmla="*/ 474 w 496"/>
                <a:gd name="T53" fmla="*/ 249 h 616"/>
                <a:gd name="T54" fmla="*/ 473 w 496"/>
                <a:gd name="T55" fmla="*/ 249 h 616"/>
                <a:gd name="T56" fmla="*/ 423 w 496"/>
                <a:gd name="T57" fmla="*/ 206 h 616"/>
                <a:gd name="T58" fmla="*/ 374 w 496"/>
                <a:gd name="T59" fmla="*/ 69 h 616"/>
                <a:gd name="T60" fmla="*/ 369 w 496"/>
                <a:gd name="T61" fmla="*/ 34 h 616"/>
                <a:gd name="T62" fmla="*/ 322 w 496"/>
                <a:gd name="T63" fmla="*/ 0 h 616"/>
                <a:gd name="T64" fmla="*/ 334 w 496"/>
                <a:gd name="T65" fmla="*/ 21 h 616"/>
                <a:gd name="T66" fmla="*/ 340 w 496"/>
                <a:gd name="T67" fmla="*/ 30 h 616"/>
                <a:gd name="T68" fmla="*/ 342 w 496"/>
                <a:gd name="T69" fmla="*/ 33 h 616"/>
                <a:gd name="T70" fmla="*/ 342 w 496"/>
                <a:gd name="T71" fmla="*/ 33 h 616"/>
                <a:gd name="T72" fmla="*/ 331 w 496"/>
                <a:gd name="T73" fmla="*/ 89 h 616"/>
                <a:gd name="T74" fmla="*/ 312 w 496"/>
                <a:gd name="T75" fmla="*/ 95 h 616"/>
                <a:gd name="T76" fmla="*/ 309 w 496"/>
                <a:gd name="T77" fmla="*/ 96 h 616"/>
                <a:gd name="T78" fmla="*/ 276 w 496"/>
                <a:gd name="T79" fmla="*/ 78 h 616"/>
                <a:gd name="T80" fmla="*/ 275 w 496"/>
                <a:gd name="T81" fmla="*/ 76 h 616"/>
                <a:gd name="T82" fmla="*/ 239 w 496"/>
                <a:gd name="T83" fmla="*/ 14 h 616"/>
                <a:gd name="T84" fmla="*/ 75 w 496"/>
                <a:gd name="T85" fmla="*/ 153 h 616"/>
                <a:gd name="T86" fmla="*/ 58 w 496"/>
                <a:gd name="T87" fmla="*/ 194 h 616"/>
                <a:gd name="T88" fmla="*/ 58 w 496"/>
                <a:gd name="T89" fmla="*/ 195 h 616"/>
                <a:gd name="T90" fmla="*/ 57 w 496"/>
                <a:gd name="T91" fmla="*/ 197 h 616"/>
                <a:gd name="T92" fmla="*/ 57 w 496"/>
                <a:gd name="T93" fmla="*/ 200 h 616"/>
                <a:gd name="T94" fmla="*/ 56 w 496"/>
                <a:gd name="T95" fmla="*/ 202 h 616"/>
                <a:gd name="T96" fmla="*/ 56 w 496"/>
                <a:gd name="T97" fmla="*/ 205 h 616"/>
                <a:gd name="T98" fmla="*/ 56 w 496"/>
                <a:gd name="T99" fmla="*/ 207 h 616"/>
                <a:gd name="T100" fmla="*/ 56 w 496"/>
                <a:gd name="T101" fmla="*/ 210 h 616"/>
                <a:gd name="T102" fmla="*/ 56 w 496"/>
                <a:gd name="T103" fmla="*/ 211 h 616"/>
                <a:gd name="T104" fmla="*/ 56 w 496"/>
                <a:gd name="T105" fmla="*/ 211 h 616"/>
                <a:gd name="T106" fmla="*/ 56 w 496"/>
                <a:gd name="T107" fmla="*/ 217 h 616"/>
                <a:gd name="T108" fmla="*/ 40 w 496"/>
                <a:gd name="T109" fmla="*/ 346 h 616"/>
                <a:gd name="T110" fmla="*/ 0 w 496"/>
                <a:gd name="T111" fmla="*/ 455 h 616"/>
                <a:gd name="T112" fmla="*/ 116 w 496"/>
                <a:gd name="T113" fmla="*/ 439 h 616"/>
                <a:gd name="T114" fmla="*/ 137 w 496"/>
                <a:gd name="T115" fmla="*/ 369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96" h="616">
                  <a:moveTo>
                    <a:pt x="137" y="369"/>
                  </a:moveTo>
                  <a:cubicBezTo>
                    <a:pt x="140" y="359"/>
                    <a:pt x="142" y="349"/>
                    <a:pt x="144" y="339"/>
                  </a:cubicBezTo>
                  <a:cubicBezTo>
                    <a:pt x="153" y="359"/>
                    <a:pt x="163" y="383"/>
                    <a:pt x="170" y="410"/>
                  </a:cubicBezTo>
                  <a:cubicBezTo>
                    <a:pt x="174" y="423"/>
                    <a:pt x="177" y="436"/>
                    <a:pt x="179" y="450"/>
                  </a:cubicBezTo>
                  <a:cubicBezTo>
                    <a:pt x="185" y="480"/>
                    <a:pt x="189" y="514"/>
                    <a:pt x="190" y="552"/>
                  </a:cubicBezTo>
                  <a:cubicBezTo>
                    <a:pt x="190" y="557"/>
                    <a:pt x="190" y="562"/>
                    <a:pt x="190" y="566"/>
                  </a:cubicBezTo>
                  <a:cubicBezTo>
                    <a:pt x="190" y="594"/>
                    <a:pt x="212" y="616"/>
                    <a:pt x="240" y="616"/>
                  </a:cubicBezTo>
                  <a:cubicBezTo>
                    <a:pt x="263" y="616"/>
                    <a:pt x="283" y="600"/>
                    <a:pt x="288" y="579"/>
                  </a:cubicBezTo>
                  <a:cubicBezTo>
                    <a:pt x="288" y="578"/>
                    <a:pt x="289" y="577"/>
                    <a:pt x="289" y="575"/>
                  </a:cubicBezTo>
                  <a:cubicBezTo>
                    <a:pt x="290" y="572"/>
                    <a:pt x="290" y="569"/>
                    <a:pt x="290" y="566"/>
                  </a:cubicBezTo>
                  <a:cubicBezTo>
                    <a:pt x="290" y="537"/>
                    <a:pt x="288" y="510"/>
                    <a:pt x="286" y="484"/>
                  </a:cubicBezTo>
                  <a:cubicBezTo>
                    <a:pt x="285" y="480"/>
                    <a:pt x="285" y="476"/>
                    <a:pt x="284" y="472"/>
                  </a:cubicBezTo>
                  <a:cubicBezTo>
                    <a:pt x="280" y="442"/>
                    <a:pt x="275" y="414"/>
                    <a:pt x="268" y="389"/>
                  </a:cubicBezTo>
                  <a:cubicBezTo>
                    <a:pt x="254" y="337"/>
                    <a:pt x="235" y="295"/>
                    <a:pt x="216" y="263"/>
                  </a:cubicBezTo>
                  <a:cubicBezTo>
                    <a:pt x="209" y="251"/>
                    <a:pt x="202" y="241"/>
                    <a:pt x="195" y="231"/>
                  </a:cubicBezTo>
                  <a:cubicBezTo>
                    <a:pt x="233" y="193"/>
                    <a:pt x="281" y="161"/>
                    <a:pt x="319" y="135"/>
                  </a:cubicBezTo>
                  <a:cubicBezTo>
                    <a:pt x="330" y="182"/>
                    <a:pt x="350" y="218"/>
                    <a:pt x="371" y="244"/>
                  </a:cubicBezTo>
                  <a:cubicBezTo>
                    <a:pt x="379" y="234"/>
                    <a:pt x="391" y="227"/>
                    <a:pt x="404" y="227"/>
                  </a:cubicBezTo>
                  <a:cubicBezTo>
                    <a:pt x="409" y="227"/>
                    <a:pt x="413" y="227"/>
                    <a:pt x="417" y="229"/>
                  </a:cubicBezTo>
                  <a:cubicBezTo>
                    <a:pt x="427" y="232"/>
                    <a:pt x="435" y="239"/>
                    <a:pt x="440" y="249"/>
                  </a:cubicBezTo>
                  <a:cubicBezTo>
                    <a:pt x="445" y="258"/>
                    <a:pt x="446" y="269"/>
                    <a:pt x="443" y="279"/>
                  </a:cubicBezTo>
                  <a:cubicBezTo>
                    <a:pt x="440" y="287"/>
                    <a:pt x="438" y="295"/>
                    <a:pt x="437" y="302"/>
                  </a:cubicBezTo>
                  <a:cubicBezTo>
                    <a:pt x="442" y="305"/>
                    <a:pt x="446" y="307"/>
                    <a:pt x="446" y="307"/>
                  </a:cubicBezTo>
                  <a:cubicBezTo>
                    <a:pt x="451" y="309"/>
                    <a:pt x="455" y="310"/>
                    <a:pt x="460" y="310"/>
                  </a:cubicBezTo>
                  <a:cubicBezTo>
                    <a:pt x="472" y="310"/>
                    <a:pt x="483" y="303"/>
                    <a:pt x="489" y="292"/>
                  </a:cubicBezTo>
                  <a:cubicBezTo>
                    <a:pt x="496" y="276"/>
                    <a:pt x="489" y="257"/>
                    <a:pt x="474" y="249"/>
                  </a:cubicBezTo>
                  <a:cubicBezTo>
                    <a:pt x="474" y="249"/>
                    <a:pt x="474" y="249"/>
                    <a:pt x="474" y="249"/>
                  </a:cubicBezTo>
                  <a:cubicBezTo>
                    <a:pt x="474" y="249"/>
                    <a:pt x="474" y="249"/>
                    <a:pt x="473" y="249"/>
                  </a:cubicBezTo>
                  <a:cubicBezTo>
                    <a:pt x="471" y="248"/>
                    <a:pt x="446" y="235"/>
                    <a:pt x="423" y="206"/>
                  </a:cubicBezTo>
                  <a:cubicBezTo>
                    <a:pt x="400" y="178"/>
                    <a:pt x="377" y="135"/>
                    <a:pt x="374" y="69"/>
                  </a:cubicBezTo>
                  <a:cubicBezTo>
                    <a:pt x="376" y="56"/>
                    <a:pt x="375" y="44"/>
                    <a:pt x="369" y="34"/>
                  </a:cubicBezTo>
                  <a:cubicBezTo>
                    <a:pt x="360" y="19"/>
                    <a:pt x="343" y="6"/>
                    <a:pt x="322" y="0"/>
                  </a:cubicBezTo>
                  <a:cubicBezTo>
                    <a:pt x="327" y="9"/>
                    <a:pt x="331" y="16"/>
                    <a:pt x="334" y="21"/>
                  </a:cubicBezTo>
                  <a:cubicBezTo>
                    <a:pt x="337" y="26"/>
                    <a:pt x="340" y="29"/>
                    <a:pt x="340" y="30"/>
                  </a:cubicBezTo>
                  <a:cubicBezTo>
                    <a:pt x="342" y="33"/>
                    <a:pt x="342" y="33"/>
                    <a:pt x="342" y="33"/>
                  </a:cubicBezTo>
                  <a:cubicBezTo>
                    <a:pt x="342" y="33"/>
                    <a:pt x="342" y="33"/>
                    <a:pt x="342" y="33"/>
                  </a:cubicBezTo>
                  <a:cubicBezTo>
                    <a:pt x="355" y="51"/>
                    <a:pt x="350" y="76"/>
                    <a:pt x="331" y="89"/>
                  </a:cubicBezTo>
                  <a:cubicBezTo>
                    <a:pt x="326" y="93"/>
                    <a:pt x="319" y="95"/>
                    <a:pt x="312" y="95"/>
                  </a:cubicBezTo>
                  <a:cubicBezTo>
                    <a:pt x="311" y="95"/>
                    <a:pt x="310" y="96"/>
                    <a:pt x="309" y="96"/>
                  </a:cubicBezTo>
                  <a:cubicBezTo>
                    <a:pt x="296" y="96"/>
                    <a:pt x="283" y="89"/>
                    <a:pt x="276" y="78"/>
                  </a:cubicBezTo>
                  <a:cubicBezTo>
                    <a:pt x="275" y="76"/>
                    <a:pt x="275" y="76"/>
                    <a:pt x="275" y="76"/>
                  </a:cubicBezTo>
                  <a:cubicBezTo>
                    <a:pt x="261" y="55"/>
                    <a:pt x="249" y="34"/>
                    <a:pt x="239" y="14"/>
                  </a:cubicBezTo>
                  <a:cubicBezTo>
                    <a:pt x="168" y="51"/>
                    <a:pt x="128" y="85"/>
                    <a:pt x="75" y="153"/>
                  </a:cubicBezTo>
                  <a:cubicBezTo>
                    <a:pt x="65" y="168"/>
                    <a:pt x="60" y="181"/>
                    <a:pt x="58" y="194"/>
                  </a:cubicBezTo>
                  <a:cubicBezTo>
                    <a:pt x="58" y="194"/>
                    <a:pt x="58" y="194"/>
                    <a:pt x="58" y="195"/>
                  </a:cubicBezTo>
                  <a:cubicBezTo>
                    <a:pt x="58" y="196"/>
                    <a:pt x="57" y="196"/>
                    <a:pt x="57" y="197"/>
                  </a:cubicBezTo>
                  <a:cubicBezTo>
                    <a:pt x="57" y="198"/>
                    <a:pt x="57" y="199"/>
                    <a:pt x="57" y="200"/>
                  </a:cubicBezTo>
                  <a:cubicBezTo>
                    <a:pt x="57" y="200"/>
                    <a:pt x="56" y="201"/>
                    <a:pt x="56" y="202"/>
                  </a:cubicBezTo>
                  <a:cubicBezTo>
                    <a:pt x="56" y="203"/>
                    <a:pt x="56" y="204"/>
                    <a:pt x="56" y="205"/>
                  </a:cubicBezTo>
                  <a:cubicBezTo>
                    <a:pt x="56" y="205"/>
                    <a:pt x="56" y="206"/>
                    <a:pt x="56" y="207"/>
                  </a:cubicBezTo>
                  <a:cubicBezTo>
                    <a:pt x="56" y="208"/>
                    <a:pt x="56" y="209"/>
                    <a:pt x="56" y="210"/>
                  </a:cubicBezTo>
                  <a:cubicBezTo>
                    <a:pt x="56" y="210"/>
                    <a:pt x="56" y="210"/>
                    <a:pt x="56" y="211"/>
                  </a:cubicBezTo>
                  <a:cubicBezTo>
                    <a:pt x="56" y="211"/>
                    <a:pt x="56" y="211"/>
                    <a:pt x="56" y="211"/>
                  </a:cubicBezTo>
                  <a:cubicBezTo>
                    <a:pt x="56" y="211"/>
                    <a:pt x="56" y="213"/>
                    <a:pt x="56" y="217"/>
                  </a:cubicBezTo>
                  <a:cubicBezTo>
                    <a:pt x="56" y="234"/>
                    <a:pt x="54" y="286"/>
                    <a:pt x="40" y="346"/>
                  </a:cubicBezTo>
                  <a:cubicBezTo>
                    <a:pt x="32" y="381"/>
                    <a:pt x="19" y="419"/>
                    <a:pt x="0" y="455"/>
                  </a:cubicBezTo>
                  <a:cubicBezTo>
                    <a:pt x="37" y="445"/>
                    <a:pt x="75" y="439"/>
                    <a:pt x="116" y="439"/>
                  </a:cubicBezTo>
                  <a:cubicBezTo>
                    <a:pt x="125" y="415"/>
                    <a:pt x="132" y="391"/>
                    <a:pt x="137" y="3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45"/>
            <p:cNvSpPr>
              <a:spLocks/>
            </p:cNvSpPr>
            <p:nvPr/>
          </p:nvSpPr>
          <p:spPr bwMode="auto">
            <a:xfrm>
              <a:off x="2428875" y="5991225"/>
              <a:ext cx="165100" cy="79375"/>
            </a:xfrm>
            <a:custGeom>
              <a:avLst/>
              <a:gdLst>
                <a:gd name="T0" fmla="*/ 16 w 109"/>
                <a:gd name="T1" fmla="*/ 30 h 52"/>
                <a:gd name="T2" fmla="*/ 0 w 109"/>
                <a:gd name="T3" fmla="*/ 27 h 52"/>
                <a:gd name="T4" fmla="*/ 10 w 109"/>
                <a:gd name="T5" fmla="*/ 40 h 52"/>
                <a:gd name="T6" fmla="*/ 43 w 109"/>
                <a:gd name="T7" fmla="*/ 52 h 52"/>
                <a:gd name="T8" fmla="*/ 81 w 109"/>
                <a:gd name="T9" fmla="*/ 35 h 52"/>
                <a:gd name="T10" fmla="*/ 109 w 109"/>
                <a:gd name="T11" fmla="*/ 0 h 52"/>
                <a:gd name="T12" fmla="*/ 43 w 109"/>
                <a:gd name="T13" fmla="*/ 23 h 52"/>
                <a:gd name="T14" fmla="*/ 16 w 109"/>
                <a:gd name="T15" fmla="*/ 30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 h="52">
                  <a:moveTo>
                    <a:pt x="16" y="30"/>
                  </a:moveTo>
                  <a:cubicBezTo>
                    <a:pt x="11" y="30"/>
                    <a:pt x="5" y="29"/>
                    <a:pt x="0" y="27"/>
                  </a:cubicBezTo>
                  <a:cubicBezTo>
                    <a:pt x="3" y="32"/>
                    <a:pt x="6" y="36"/>
                    <a:pt x="10" y="40"/>
                  </a:cubicBezTo>
                  <a:cubicBezTo>
                    <a:pt x="20" y="48"/>
                    <a:pt x="31" y="52"/>
                    <a:pt x="43" y="52"/>
                  </a:cubicBezTo>
                  <a:cubicBezTo>
                    <a:pt x="57" y="52"/>
                    <a:pt x="71" y="47"/>
                    <a:pt x="81" y="35"/>
                  </a:cubicBezTo>
                  <a:cubicBezTo>
                    <a:pt x="91" y="24"/>
                    <a:pt x="100" y="12"/>
                    <a:pt x="109" y="0"/>
                  </a:cubicBezTo>
                  <a:cubicBezTo>
                    <a:pt x="85" y="5"/>
                    <a:pt x="63" y="13"/>
                    <a:pt x="43" y="23"/>
                  </a:cubicBezTo>
                  <a:cubicBezTo>
                    <a:pt x="35" y="27"/>
                    <a:pt x="25" y="30"/>
                    <a:pt x="16"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46"/>
            <p:cNvSpPr>
              <a:spLocks/>
            </p:cNvSpPr>
            <p:nvPr/>
          </p:nvSpPr>
          <p:spPr bwMode="auto">
            <a:xfrm>
              <a:off x="3303588" y="5362575"/>
              <a:ext cx="300038" cy="300038"/>
            </a:xfrm>
            <a:custGeom>
              <a:avLst/>
              <a:gdLst>
                <a:gd name="T0" fmla="*/ 37 w 198"/>
                <a:gd name="T1" fmla="*/ 34 h 198"/>
                <a:gd name="T2" fmla="*/ 34 w 198"/>
                <a:gd name="T3" fmla="*/ 162 h 198"/>
                <a:gd name="T4" fmla="*/ 162 w 198"/>
                <a:gd name="T5" fmla="*/ 164 h 198"/>
                <a:gd name="T6" fmla="*/ 164 w 198"/>
                <a:gd name="T7" fmla="*/ 37 h 198"/>
                <a:gd name="T8" fmla="*/ 37 w 198"/>
                <a:gd name="T9" fmla="*/ 34 h 198"/>
              </a:gdLst>
              <a:ahLst/>
              <a:cxnLst>
                <a:cxn ang="0">
                  <a:pos x="T0" y="T1"/>
                </a:cxn>
                <a:cxn ang="0">
                  <a:pos x="T2" y="T3"/>
                </a:cxn>
                <a:cxn ang="0">
                  <a:pos x="T4" y="T5"/>
                </a:cxn>
                <a:cxn ang="0">
                  <a:pos x="T6" y="T7"/>
                </a:cxn>
                <a:cxn ang="0">
                  <a:pos x="T8" y="T9"/>
                </a:cxn>
              </a:cxnLst>
              <a:rect l="0" t="0" r="r" b="b"/>
              <a:pathLst>
                <a:path w="198" h="198">
                  <a:moveTo>
                    <a:pt x="37" y="34"/>
                  </a:moveTo>
                  <a:cubicBezTo>
                    <a:pt x="1" y="69"/>
                    <a:pt x="0" y="126"/>
                    <a:pt x="34" y="162"/>
                  </a:cubicBezTo>
                  <a:cubicBezTo>
                    <a:pt x="69" y="197"/>
                    <a:pt x="126" y="198"/>
                    <a:pt x="162" y="164"/>
                  </a:cubicBezTo>
                  <a:cubicBezTo>
                    <a:pt x="197" y="129"/>
                    <a:pt x="198" y="72"/>
                    <a:pt x="164" y="37"/>
                  </a:cubicBezTo>
                  <a:cubicBezTo>
                    <a:pt x="129" y="1"/>
                    <a:pt x="72" y="0"/>
                    <a:pt x="37"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47"/>
            <p:cNvSpPr>
              <a:spLocks/>
            </p:cNvSpPr>
            <p:nvPr/>
          </p:nvSpPr>
          <p:spPr bwMode="auto">
            <a:xfrm>
              <a:off x="2957513" y="5614988"/>
              <a:ext cx="465138" cy="447675"/>
            </a:xfrm>
            <a:custGeom>
              <a:avLst/>
              <a:gdLst>
                <a:gd name="T0" fmla="*/ 175 w 307"/>
                <a:gd name="T1" fmla="*/ 37 h 296"/>
                <a:gd name="T2" fmla="*/ 207 w 307"/>
                <a:gd name="T3" fmla="*/ 40 h 296"/>
                <a:gd name="T4" fmla="*/ 208 w 307"/>
                <a:gd name="T5" fmla="*/ 40 h 296"/>
                <a:gd name="T6" fmla="*/ 222 w 307"/>
                <a:gd name="T7" fmla="*/ 40 h 296"/>
                <a:gd name="T8" fmla="*/ 227 w 307"/>
                <a:gd name="T9" fmla="*/ 39 h 296"/>
                <a:gd name="T10" fmla="*/ 266 w 307"/>
                <a:gd name="T11" fmla="*/ 74 h 296"/>
                <a:gd name="T12" fmla="*/ 231 w 307"/>
                <a:gd name="T13" fmla="*/ 119 h 296"/>
                <a:gd name="T14" fmla="*/ 208 w 307"/>
                <a:gd name="T15" fmla="*/ 120 h 296"/>
                <a:gd name="T16" fmla="*/ 208 w 307"/>
                <a:gd name="T17" fmla="*/ 120 h 296"/>
                <a:gd name="T18" fmla="*/ 208 w 307"/>
                <a:gd name="T19" fmla="*/ 120 h 296"/>
                <a:gd name="T20" fmla="*/ 148 w 307"/>
                <a:gd name="T21" fmla="*/ 112 h 296"/>
                <a:gd name="T22" fmla="*/ 111 w 307"/>
                <a:gd name="T23" fmla="*/ 94 h 296"/>
                <a:gd name="T24" fmla="*/ 7 w 307"/>
                <a:gd name="T25" fmla="*/ 164 h 296"/>
                <a:gd name="T26" fmla="*/ 0 w 307"/>
                <a:gd name="T27" fmla="*/ 161 h 296"/>
                <a:gd name="T28" fmla="*/ 1 w 307"/>
                <a:gd name="T29" fmla="*/ 167 h 296"/>
                <a:gd name="T30" fmla="*/ 6 w 307"/>
                <a:gd name="T31" fmla="*/ 253 h 296"/>
                <a:gd name="T32" fmla="*/ 4 w 307"/>
                <a:gd name="T33" fmla="*/ 269 h 296"/>
                <a:gd name="T34" fmla="*/ 4 w 307"/>
                <a:gd name="T35" fmla="*/ 269 h 296"/>
                <a:gd name="T36" fmla="*/ 88 w 307"/>
                <a:gd name="T37" fmla="*/ 282 h 296"/>
                <a:gd name="T38" fmla="*/ 267 w 307"/>
                <a:gd name="T39" fmla="*/ 148 h 296"/>
                <a:gd name="T40" fmla="*/ 273 w 307"/>
                <a:gd name="T41" fmla="*/ 24 h 296"/>
                <a:gd name="T42" fmla="*/ 175 w 307"/>
                <a:gd name="T43" fmla="*/ 37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7" h="296">
                  <a:moveTo>
                    <a:pt x="175" y="37"/>
                  </a:moveTo>
                  <a:cubicBezTo>
                    <a:pt x="186" y="39"/>
                    <a:pt x="197" y="40"/>
                    <a:pt x="207" y="40"/>
                  </a:cubicBezTo>
                  <a:cubicBezTo>
                    <a:pt x="208" y="40"/>
                    <a:pt x="208" y="40"/>
                    <a:pt x="208" y="40"/>
                  </a:cubicBezTo>
                  <a:cubicBezTo>
                    <a:pt x="216" y="40"/>
                    <a:pt x="222" y="40"/>
                    <a:pt x="222" y="40"/>
                  </a:cubicBezTo>
                  <a:cubicBezTo>
                    <a:pt x="223" y="39"/>
                    <a:pt x="225" y="39"/>
                    <a:pt x="227" y="39"/>
                  </a:cubicBezTo>
                  <a:cubicBezTo>
                    <a:pt x="247" y="39"/>
                    <a:pt x="264" y="54"/>
                    <a:pt x="266" y="74"/>
                  </a:cubicBezTo>
                  <a:cubicBezTo>
                    <a:pt x="269" y="96"/>
                    <a:pt x="253" y="116"/>
                    <a:pt x="231" y="119"/>
                  </a:cubicBezTo>
                  <a:cubicBezTo>
                    <a:pt x="228" y="119"/>
                    <a:pt x="220" y="120"/>
                    <a:pt x="208" y="120"/>
                  </a:cubicBezTo>
                  <a:cubicBezTo>
                    <a:pt x="208" y="120"/>
                    <a:pt x="208" y="120"/>
                    <a:pt x="208" y="120"/>
                  </a:cubicBezTo>
                  <a:cubicBezTo>
                    <a:pt x="208" y="120"/>
                    <a:pt x="208" y="120"/>
                    <a:pt x="208" y="120"/>
                  </a:cubicBezTo>
                  <a:cubicBezTo>
                    <a:pt x="186" y="120"/>
                    <a:pt x="167" y="117"/>
                    <a:pt x="148" y="112"/>
                  </a:cubicBezTo>
                  <a:cubicBezTo>
                    <a:pt x="134" y="108"/>
                    <a:pt x="122" y="102"/>
                    <a:pt x="111" y="94"/>
                  </a:cubicBezTo>
                  <a:cubicBezTo>
                    <a:pt x="80" y="121"/>
                    <a:pt x="44" y="147"/>
                    <a:pt x="7" y="164"/>
                  </a:cubicBezTo>
                  <a:cubicBezTo>
                    <a:pt x="5" y="163"/>
                    <a:pt x="3" y="162"/>
                    <a:pt x="0" y="161"/>
                  </a:cubicBezTo>
                  <a:cubicBezTo>
                    <a:pt x="1" y="163"/>
                    <a:pt x="1" y="165"/>
                    <a:pt x="1" y="167"/>
                  </a:cubicBezTo>
                  <a:cubicBezTo>
                    <a:pt x="4" y="193"/>
                    <a:pt x="6" y="222"/>
                    <a:pt x="6" y="253"/>
                  </a:cubicBezTo>
                  <a:cubicBezTo>
                    <a:pt x="6" y="259"/>
                    <a:pt x="5" y="264"/>
                    <a:pt x="4" y="269"/>
                  </a:cubicBezTo>
                  <a:cubicBezTo>
                    <a:pt x="4" y="269"/>
                    <a:pt x="4" y="269"/>
                    <a:pt x="4" y="269"/>
                  </a:cubicBezTo>
                  <a:cubicBezTo>
                    <a:pt x="22" y="287"/>
                    <a:pt x="48" y="296"/>
                    <a:pt x="88" y="282"/>
                  </a:cubicBezTo>
                  <a:cubicBezTo>
                    <a:pt x="170" y="245"/>
                    <a:pt x="212" y="213"/>
                    <a:pt x="267" y="148"/>
                  </a:cubicBezTo>
                  <a:cubicBezTo>
                    <a:pt x="307" y="101"/>
                    <a:pt x="298" y="49"/>
                    <a:pt x="273" y="24"/>
                  </a:cubicBezTo>
                  <a:cubicBezTo>
                    <a:pt x="249" y="0"/>
                    <a:pt x="204" y="10"/>
                    <a:pt x="175"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48"/>
            <p:cNvSpPr>
              <a:spLocks/>
            </p:cNvSpPr>
            <p:nvPr/>
          </p:nvSpPr>
          <p:spPr bwMode="auto">
            <a:xfrm>
              <a:off x="3041650" y="4883150"/>
              <a:ext cx="279400" cy="307975"/>
            </a:xfrm>
            <a:custGeom>
              <a:avLst/>
              <a:gdLst>
                <a:gd name="T0" fmla="*/ 85 w 184"/>
                <a:gd name="T1" fmla="*/ 124 h 204"/>
                <a:gd name="T2" fmla="*/ 80 w 184"/>
                <a:gd name="T3" fmla="*/ 154 h 204"/>
                <a:gd name="T4" fmla="*/ 46 w 184"/>
                <a:gd name="T5" fmla="*/ 174 h 204"/>
                <a:gd name="T6" fmla="*/ 26 w 184"/>
                <a:gd name="T7" fmla="*/ 168 h 204"/>
                <a:gd name="T8" fmla="*/ 12 w 184"/>
                <a:gd name="T9" fmla="*/ 160 h 204"/>
                <a:gd name="T10" fmla="*/ 130 w 184"/>
                <a:gd name="T11" fmla="*/ 179 h 204"/>
                <a:gd name="T12" fmla="*/ 158 w 184"/>
                <a:gd name="T13" fmla="*/ 55 h 204"/>
                <a:gd name="T14" fmla="*/ 33 w 184"/>
                <a:gd name="T15" fmla="*/ 27 h 204"/>
                <a:gd name="T16" fmla="*/ 0 w 184"/>
                <a:gd name="T17" fmla="*/ 65 h 204"/>
                <a:gd name="T18" fmla="*/ 66 w 184"/>
                <a:gd name="T19" fmla="*/ 99 h 204"/>
                <a:gd name="T20" fmla="*/ 85 w 184"/>
                <a:gd name="T21" fmla="*/ 12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4" h="204">
                  <a:moveTo>
                    <a:pt x="85" y="124"/>
                  </a:moveTo>
                  <a:cubicBezTo>
                    <a:pt x="87" y="134"/>
                    <a:pt x="86" y="145"/>
                    <a:pt x="80" y="154"/>
                  </a:cubicBezTo>
                  <a:cubicBezTo>
                    <a:pt x="73" y="166"/>
                    <a:pt x="60" y="174"/>
                    <a:pt x="46" y="174"/>
                  </a:cubicBezTo>
                  <a:cubicBezTo>
                    <a:pt x="39" y="174"/>
                    <a:pt x="32" y="172"/>
                    <a:pt x="26" y="168"/>
                  </a:cubicBezTo>
                  <a:cubicBezTo>
                    <a:pt x="21" y="165"/>
                    <a:pt x="17" y="163"/>
                    <a:pt x="12" y="160"/>
                  </a:cubicBezTo>
                  <a:cubicBezTo>
                    <a:pt x="41" y="195"/>
                    <a:pt x="91" y="204"/>
                    <a:pt x="130" y="179"/>
                  </a:cubicBezTo>
                  <a:cubicBezTo>
                    <a:pt x="172" y="152"/>
                    <a:pt x="184" y="97"/>
                    <a:pt x="158" y="55"/>
                  </a:cubicBezTo>
                  <a:cubicBezTo>
                    <a:pt x="131" y="13"/>
                    <a:pt x="75" y="0"/>
                    <a:pt x="33" y="27"/>
                  </a:cubicBezTo>
                  <a:cubicBezTo>
                    <a:pt x="18" y="37"/>
                    <a:pt x="7" y="50"/>
                    <a:pt x="0" y="65"/>
                  </a:cubicBezTo>
                  <a:cubicBezTo>
                    <a:pt x="19" y="73"/>
                    <a:pt x="41" y="84"/>
                    <a:pt x="66" y="99"/>
                  </a:cubicBezTo>
                  <a:cubicBezTo>
                    <a:pt x="75" y="104"/>
                    <a:pt x="82" y="113"/>
                    <a:pt x="85" y="1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49"/>
            <p:cNvSpPr>
              <a:spLocks/>
            </p:cNvSpPr>
            <p:nvPr/>
          </p:nvSpPr>
          <p:spPr bwMode="auto">
            <a:xfrm>
              <a:off x="2857500" y="4965700"/>
              <a:ext cx="307975" cy="307975"/>
            </a:xfrm>
            <a:custGeom>
              <a:avLst/>
              <a:gdLst>
                <a:gd name="T0" fmla="*/ 83 w 204"/>
                <a:gd name="T1" fmla="*/ 203 h 203"/>
                <a:gd name="T2" fmla="*/ 85 w 204"/>
                <a:gd name="T3" fmla="*/ 202 h 203"/>
                <a:gd name="T4" fmla="*/ 101 w 204"/>
                <a:gd name="T5" fmla="*/ 197 h 203"/>
                <a:gd name="T6" fmla="*/ 110 w 204"/>
                <a:gd name="T7" fmla="*/ 153 h 203"/>
                <a:gd name="T8" fmla="*/ 110 w 204"/>
                <a:gd name="T9" fmla="*/ 153 h 203"/>
                <a:gd name="T10" fmla="*/ 108 w 204"/>
                <a:gd name="T11" fmla="*/ 150 h 203"/>
                <a:gd name="T12" fmla="*/ 101 w 204"/>
                <a:gd name="T13" fmla="*/ 139 h 203"/>
                <a:gd name="T14" fmla="*/ 86 w 204"/>
                <a:gd name="T15" fmla="*/ 113 h 203"/>
                <a:gd name="T16" fmla="*/ 81 w 204"/>
                <a:gd name="T17" fmla="*/ 104 h 203"/>
                <a:gd name="T18" fmla="*/ 68 w 204"/>
                <a:gd name="T19" fmla="*/ 75 h 203"/>
                <a:gd name="T20" fmla="*/ 66 w 204"/>
                <a:gd name="T21" fmla="*/ 65 h 203"/>
                <a:gd name="T22" fmla="*/ 86 w 204"/>
                <a:gd name="T23" fmla="*/ 72 h 203"/>
                <a:gd name="T24" fmla="*/ 125 w 204"/>
                <a:gd name="T25" fmla="*/ 91 h 203"/>
                <a:gd name="T26" fmla="*/ 152 w 204"/>
                <a:gd name="T27" fmla="*/ 106 h 203"/>
                <a:gd name="T28" fmla="*/ 195 w 204"/>
                <a:gd name="T29" fmla="*/ 95 h 203"/>
                <a:gd name="T30" fmla="*/ 184 w 204"/>
                <a:gd name="T31" fmla="*/ 51 h 203"/>
                <a:gd name="T32" fmla="*/ 119 w 204"/>
                <a:gd name="T33" fmla="*/ 17 h 203"/>
                <a:gd name="T34" fmla="*/ 110 w 204"/>
                <a:gd name="T35" fmla="*/ 13 h 203"/>
                <a:gd name="T36" fmla="*/ 56 w 204"/>
                <a:gd name="T37" fmla="*/ 0 h 203"/>
                <a:gd name="T38" fmla="*/ 34 w 204"/>
                <a:gd name="T39" fmla="*/ 4 h 203"/>
                <a:gd name="T40" fmla="*/ 7 w 204"/>
                <a:gd name="T41" fmla="*/ 26 h 203"/>
                <a:gd name="T42" fmla="*/ 0 w 204"/>
                <a:gd name="T43" fmla="*/ 55 h 203"/>
                <a:gd name="T44" fmla="*/ 10 w 204"/>
                <a:gd name="T45" fmla="*/ 101 h 203"/>
                <a:gd name="T46" fmla="*/ 20 w 204"/>
                <a:gd name="T47" fmla="*/ 125 h 203"/>
                <a:gd name="T48" fmla="*/ 57 w 204"/>
                <a:gd name="T49" fmla="*/ 188 h 203"/>
                <a:gd name="T50" fmla="*/ 83 w 204"/>
                <a:gd name="T51" fmla="*/ 20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4" h="203">
                  <a:moveTo>
                    <a:pt x="83" y="203"/>
                  </a:moveTo>
                  <a:cubicBezTo>
                    <a:pt x="84" y="203"/>
                    <a:pt x="84" y="202"/>
                    <a:pt x="85" y="202"/>
                  </a:cubicBezTo>
                  <a:cubicBezTo>
                    <a:pt x="91" y="202"/>
                    <a:pt x="96" y="200"/>
                    <a:pt x="101" y="197"/>
                  </a:cubicBezTo>
                  <a:cubicBezTo>
                    <a:pt x="116" y="187"/>
                    <a:pt x="119" y="167"/>
                    <a:pt x="110" y="153"/>
                  </a:cubicBezTo>
                  <a:cubicBezTo>
                    <a:pt x="110" y="153"/>
                    <a:pt x="110" y="153"/>
                    <a:pt x="110" y="153"/>
                  </a:cubicBezTo>
                  <a:cubicBezTo>
                    <a:pt x="110" y="153"/>
                    <a:pt x="109" y="152"/>
                    <a:pt x="108" y="150"/>
                  </a:cubicBezTo>
                  <a:cubicBezTo>
                    <a:pt x="106" y="147"/>
                    <a:pt x="104" y="144"/>
                    <a:pt x="101" y="139"/>
                  </a:cubicBezTo>
                  <a:cubicBezTo>
                    <a:pt x="97" y="132"/>
                    <a:pt x="91" y="123"/>
                    <a:pt x="86" y="113"/>
                  </a:cubicBezTo>
                  <a:cubicBezTo>
                    <a:pt x="84" y="110"/>
                    <a:pt x="83" y="107"/>
                    <a:pt x="81" y="104"/>
                  </a:cubicBezTo>
                  <a:cubicBezTo>
                    <a:pt x="76" y="94"/>
                    <a:pt x="72" y="84"/>
                    <a:pt x="68" y="75"/>
                  </a:cubicBezTo>
                  <a:cubicBezTo>
                    <a:pt x="67" y="71"/>
                    <a:pt x="66" y="68"/>
                    <a:pt x="66" y="65"/>
                  </a:cubicBezTo>
                  <a:cubicBezTo>
                    <a:pt x="71" y="67"/>
                    <a:pt x="78" y="69"/>
                    <a:pt x="86" y="72"/>
                  </a:cubicBezTo>
                  <a:cubicBezTo>
                    <a:pt x="96" y="77"/>
                    <a:pt x="109" y="83"/>
                    <a:pt x="125" y="91"/>
                  </a:cubicBezTo>
                  <a:cubicBezTo>
                    <a:pt x="133" y="95"/>
                    <a:pt x="142" y="100"/>
                    <a:pt x="152" y="106"/>
                  </a:cubicBezTo>
                  <a:cubicBezTo>
                    <a:pt x="167" y="115"/>
                    <a:pt x="186" y="110"/>
                    <a:pt x="195" y="95"/>
                  </a:cubicBezTo>
                  <a:cubicBezTo>
                    <a:pt x="204" y="80"/>
                    <a:pt x="199" y="60"/>
                    <a:pt x="184" y="51"/>
                  </a:cubicBezTo>
                  <a:cubicBezTo>
                    <a:pt x="159" y="36"/>
                    <a:pt x="138" y="25"/>
                    <a:pt x="119" y="17"/>
                  </a:cubicBezTo>
                  <a:cubicBezTo>
                    <a:pt x="116" y="15"/>
                    <a:pt x="113" y="14"/>
                    <a:pt x="110" y="13"/>
                  </a:cubicBezTo>
                  <a:cubicBezTo>
                    <a:pt x="89" y="5"/>
                    <a:pt x="73" y="0"/>
                    <a:pt x="56" y="0"/>
                  </a:cubicBezTo>
                  <a:cubicBezTo>
                    <a:pt x="48" y="0"/>
                    <a:pt x="41" y="1"/>
                    <a:pt x="34" y="4"/>
                  </a:cubicBezTo>
                  <a:cubicBezTo>
                    <a:pt x="23" y="7"/>
                    <a:pt x="12" y="16"/>
                    <a:pt x="7" y="26"/>
                  </a:cubicBezTo>
                  <a:cubicBezTo>
                    <a:pt x="1" y="37"/>
                    <a:pt x="0" y="47"/>
                    <a:pt x="0" y="55"/>
                  </a:cubicBezTo>
                  <a:cubicBezTo>
                    <a:pt x="0" y="72"/>
                    <a:pt x="5" y="87"/>
                    <a:pt x="10" y="101"/>
                  </a:cubicBezTo>
                  <a:cubicBezTo>
                    <a:pt x="13" y="109"/>
                    <a:pt x="17" y="117"/>
                    <a:pt x="20" y="125"/>
                  </a:cubicBezTo>
                  <a:cubicBezTo>
                    <a:pt x="36" y="159"/>
                    <a:pt x="56" y="188"/>
                    <a:pt x="57" y="188"/>
                  </a:cubicBezTo>
                  <a:cubicBezTo>
                    <a:pt x="63" y="198"/>
                    <a:pt x="73" y="203"/>
                    <a:pt x="83" y="2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50"/>
            <p:cNvSpPr>
              <a:spLocks/>
            </p:cNvSpPr>
            <p:nvPr/>
          </p:nvSpPr>
          <p:spPr bwMode="auto">
            <a:xfrm>
              <a:off x="3065463" y="5491163"/>
              <a:ext cx="285750" cy="293688"/>
            </a:xfrm>
            <a:custGeom>
              <a:avLst/>
              <a:gdLst>
                <a:gd name="T0" fmla="*/ 71 w 188"/>
                <a:gd name="T1" fmla="*/ 45 h 193"/>
                <a:gd name="T2" fmla="*/ 50 w 188"/>
                <a:gd name="T3" fmla="*/ 4 h 193"/>
                <a:gd name="T4" fmla="*/ 13 w 188"/>
                <a:gd name="T5" fmla="*/ 19 h 193"/>
                <a:gd name="T6" fmla="*/ 10 w 188"/>
                <a:gd name="T7" fmla="*/ 25 h 193"/>
                <a:gd name="T8" fmla="*/ 0 w 188"/>
                <a:gd name="T9" fmla="*/ 83 h 193"/>
                <a:gd name="T10" fmla="*/ 17 w 188"/>
                <a:gd name="T11" fmla="*/ 142 h 193"/>
                <a:gd name="T12" fmla="*/ 45 w 188"/>
                <a:gd name="T13" fmla="*/ 170 h 193"/>
                <a:gd name="T14" fmla="*/ 79 w 188"/>
                <a:gd name="T15" fmla="*/ 185 h 193"/>
                <a:gd name="T16" fmla="*/ 136 w 188"/>
                <a:gd name="T17" fmla="*/ 193 h 193"/>
                <a:gd name="T18" fmla="*/ 158 w 188"/>
                <a:gd name="T19" fmla="*/ 192 h 193"/>
                <a:gd name="T20" fmla="*/ 186 w 188"/>
                <a:gd name="T21" fmla="*/ 156 h 193"/>
                <a:gd name="T22" fmla="*/ 151 w 188"/>
                <a:gd name="T23" fmla="*/ 129 h 193"/>
                <a:gd name="T24" fmla="*/ 151 w 188"/>
                <a:gd name="T25" fmla="*/ 129 h 193"/>
                <a:gd name="T26" fmla="*/ 136 w 188"/>
                <a:gd name="T27" fmla="*/ 129 h 193"/>
                <a:gd name="T28" fmla="*/ 97 w 188"/>
                <a:gd name="T29" fmla="*/ 124 h 193"/>
                <a:gd name="T30" fmla="*/ 86 w 188"/>
                <a:gd name="T31" fmla="*/ 120 h 193"/>
                <a:gd name="T32" fmla="*/ 70 w 188"/>
                <a:gd name="T33" fmla="*/ 107 h 193"/>
                <a:gd name="T34" fmla="*/ 64 w 188"/>
                <a:gd name="T35" fmla="*/ 83 h 193"/>
                <a:gd name="T36" fmla="*/ 66 w 188"/>
                <a:gd name="T37" fmla="*/ 66 h 193"/>
                <a:gd name="T38" fmla="*/ 71 w 188"/>
                <a:gd name="T39" fmla="*/ 45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8" h="193">
                  <a:moveTo>
                    <a:pt x="71" y="45"/>
                  </a:moveTo>
                  <a:cubicBezTo>
                    <a:pt x="76" y="28"/>
                    <a:pt x="67" y="10"/>
                    <a:pt x="50" y="4"/>
                  </a:cubicBezTo>
                  <a:cubicBezTo>
                    <a:pt x="36" y="0"/>
                    <a:pt x="20" y="6"/>
                    <a:pt x="13" y="19"/>
                  </a:cubicBezTo>
                  <a:cubicBezTo>
                    <a:pt x="12" y="21"/>
                    <a:pt x="11" y="23"/>
                    <a:pt x="10" y="25"/>
                  </a:cubicBezTo>
                  <a:cubicBezTo>
                    <a:pt x="3" y="46"/>
                    <a:pt x="0" y="65"/>
                    <a:pt x="0" y="83"/>
                  </a:cubicBezTo>
                  <a:cubicBezTo>
                    <a:pt x="0" y="105"/>
                    <a:pt x="6" y="126"/>
                    <a:pt x="17" y="142"/>
                  </a:cubicBezTo>
                  <a:cubicBezTo>
                    <a:pt x="25" y="154"/>
                    <a:pt x="35" y="163"/>
                    <a:pt x="45" y="170"/>
                  </a:cubicBezTo>
                  <a:cubicBezTo>
                    <a:pt x="56" y="177"/>
                    <a:pt x="68" y="182"/>
                    <a:pt x="79" y="185"/>
                  </a:cubicBezTo>
                  <a:cubicBezTo>
                    <a:pt x="101" y="192"/>
                    <a:pt x="121" y="193"/>
                    <a:pt x="136" y="193"/>
                  </a:cubicBezTo>
                  <a:cubicBezTo>
                    <a:pt x="149" y="193"/>
                    <a:pt x="157" y="192"/>
                    <a:pt x="158" y="192"/>
                  </a:cubicBezTo>
                  <a:cubicBezTo>
                    <a:pt x="176" y="190"/>
                    <a:pt x="188" y="174"/>
                    <a:pt x="186" y="156"/>
                  </a:cubicBezTo>
                  <a:cubicBezTo>
                    <a:pt x="184" y="139"/>
                    <a:pt x="168" y="126"/>
                    <a:pt x="151" y="129"/>
                  </a:cubicBezTo>
                  <a:cubicBezTo>
                    <a:pt x="151" y="129"/>
                    <a:pt x="151" y="129"/>
                    <a:pt x="151" y="129"/>
                  </a:cubicBezTo>
                  <a:cubicBezTo>
                    <a:pt x="150" y="129"/>
                    <a:pt x="144" y="129"/>
                    <a:pt x="136" y="129"/>
                  </a:cubicBezTo>
                  <a:cubicBezTo>
                    <a:pt x="125" y="129"/>
                    <a:pt x="110" y="128"/>
                    <a:pt x="97" y="124"/>
                  </a:cubicBezTo>
                  <a:cubicBezTo>
                    <a:pt x="93" y="123"/>
                    <a:pt x="89" y="121"/>
                    <a:pt x="86" y="120"/>
                  </a:cubicBezTo>
                  <a:cubicBezTo>
                    <a:pt x="78" y="116"/>
                    <a:pt x="74" y="112"/>
                    <a:pt x="70" y="107"/>
                  </a:cubicBezTo>
                  <a:cubicBezTo>
                    <a:pt x="67" y="102"/>
                    <a:pt x="64" y="95"/>
                    <a:pt x="64" y="83"/>
                  </a:cubicBezTo>
                  <a:cubicBezTo>
                    <a:pt x="64" y="78"/>
                    <a:pt x="64" y="72"/>
                    <a:pt x="66" y="66"/>
                  </a:cubicBezTo>
                  <a:cubicBezTo>
                    <a:pt x="67" y="59"/>
                    <a:pt x="68" y="52"/>
                    <a:pt x="71"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51"/>
            <p:cNvSpPr>
              <a:spLocks/>
            </p:cNvSpPr>
            <p:nvPr/>
          </p:nvSpPr>
          <p:spPr bwMode="auto">
            <a:xfrm>
              <a:off x="2365375" y="5818188"/>
              <a:ext cx="425450" cy="207963"/>
            </a:xfrm>
            <a:custGeom>
              <a:avLst/>
              <a:gdLst>
                <a:gd name="T0" fmla="*/ 231 w 280"/>
                <a:gd name="T1" fmla="*/ 0 h 138"/>
                <a:gd name="T2" fmla="*/ 219 w 280"/>
                <a:gd name="T3" fmla="*/ 0 h 138"/>
                <a:gd name="T4" fmla="*/ 211 w 280"/>
                <a:gd name="T5" fmla="*/ 0 h 138"/>
                <a:gd name="T6" fmla="*/ 93 w 280"/>
                <a:gd name="T7" fmla="*/ 18 h 138"/>
                <a:gd name="T8" fmla="*/ 34 w 280"/>
                <a:gd name="T9" fmla="*/ 42 h 138"/>
                <a:gd name="T10" fmla="*/ 13 w 280"/>
                <a:gd name="T11" fmla="*/ 109 h 138"/>
                <a:gd name="T12" fmla="*/ 37 w 280"/>
                <a:gd name="T13" fmla="*/ 132 h 138"/>
                <a:gd name="T14" fmla="*/ 80 w 280"/>
                <a:gd name="T15" fmla="*/ 131 h 138"/>
                <a:gd name="T16" fmla="*/ 157 w 280"/>
                <a:gd name="T17" fmla="*/ 105 h 138"/>
                <a:gd name="T18" fmla="*/ 218 w 280"/>
                <a:gd name="T19" fmla="*/ 100 h 138"/>
                <a:gd name="T20" fmla="*/ 219 w 280"/>
                <a:gd name="T21" fmla="*/ 100 h 138"/>
                <a:gd name="T22" fmla="*/ 280 w 280"/>
                <a:gd name="T23" fmla="*/ 104 h 138"/>
                <a:gd name="T24" fmla="*/ 269 w 280"/>
                <a:gd name="T25" fmla="*/ 2 h 138"/>
                <a:gd name="T26" fmla="*/ 231 w 280"/>
                <a:gd name="T27"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0" h="138">
                  <a:moveTo>
                    <a:pt x="231" y="0"/>
                  </a:moveTo>
                  <a:cubicBezTo>
                    <a:pt x="227" y="0"/>
                    <a:pt x="223" y="0"/>
                    <a:pt x="219" y="0"/>
                  </a:cubicBezTo>
                  <a:cubicBezTo>
                    <a:pt x="216" y="0"/>
                    <a:pt x="214" y="0"/>
                    <a:pt x="211" y="0"/>
                  </a:cubicBezTo>
                  <a:cubicBezTo>
                    <a:pt x="174" y="0"/>
                    <a:pt x="133" y="5"/>
                    <a:pt x="93" y="18"/>
                  </a:cubicBezTo>
                  <a:cubicBezTo>
                    <a:pt x="73" y="24"/>
                    <a:pt x="54" y="32"/>
                    <a:pt x="34" y="42"/>
                  </a:cubicBezTo>
                  <a:cubicBezTo>
                    <a:pt x="10" y="55"/>
                    <a:pt x="0" y="85"/>
                    <a:pt x="13" y="109"/>
                  </a:cubicBezTo>
                  <a:cubicBezTo>
                    <a:pt x="18" y="120"/>
                    <a:pt x="27" y="128"/>
                    <a:pt x="37" y="132"/>
                  </a:cubicBezTo>
                  <a:cubicBezTo>
                    <a:pt x="50" y="138"/>
                    <a:pt x="66" y="138"/>
                    <a:pt x="80" y="131"/>
                  </a:cubicBezTo>
                  <a:cubicBezTo>
                    <a:pt x="105" y="118"/>
                    <a:pt x="131" y="110"/>
                    <a:pt x="157" y="105"/>
                  </a:cubicBezTo>
                  <a:cubicBezTo>
                    <a:pt x="177" y="101"/>
                    <a:pt x="198" y="100"/>
                    <a:pt x="218" y="100"/>
                  </a:cubicBezTo>
                  <a:cubicBezTo>
                    <a:pt x="218" y="100"/>
                    <a:pt x="219" y="100"/>
                    <a:pt x="219" y="100"/>
                  </a:cubicBezTo>
                  <a:cubicBezTo>
                    <a:pt x="240" y="100"/>
                    <a:pt x="260" y="101"/>
                    <a:pt x="280" y="104"/>
                  </a:cubicBezTo>
                  <a:cubicBezTo>
                    <a:pt x="279" y="68"/>
                    <a:pt x="275" y="34"/>
                    <a:pt x="269" y="2"/>
                  </a:cubicBezTo>
                  <a:cubicBezTo>
                    <a:pt x="257" y="1"/>
                    <a:pt x="244" y="0"/>
                    <a:pt x="23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7" name="组合 56"/>
          <p:cNvGrpSpPr/>
          <p:nvPr/>
        </p:nvGrpSpPr>
        <p:grpSpPr>
          <a:xfrm>
            <a:off x="9940735" y="4862513"/>
            <a:ext cx="1768475" cy="1211262"/>
            <a:chOff x="3908425" y="4862513"/>
            <a:chExt cx="1768475" cy="1211262"/>
          </a:xfrm>
          <a:solidFill>
            <a:schemeClr val="tx1">
              <a:lumMod val="65000"/>
              <a:lumOff val="35000"/>
            </a:schemeClr>
          </a:solidFill>
        </p:grpSpPr>
        <p:sp>
          <p:nvSpPr>
            <p:cNvPr id="58" name="Freeform 52"/>
            <p:cNvSpPr>
              <a:spLocks/>
            </p:cNvSpPr>
            <p:nvPr/>
          </p:nvSpPr>
          <p:spPr bwMode="auto">
            <a:xfrm>
              <a:off x="3908425" y="5414963"/>
              <a:ext cx="925513" cy="609600"/>
            </a:xfrm>
            <a:custGeom>
              <a:avLst/>
              <a:gdLst>
                <a:gd name="T0" fmla="*/ 573 w 611"/>
                <a:gd name="T1" fmla="*/ 11 h 403"/>
                <a:gd name="T2" fmla="*/ 491 w 611"/>
                <a:gd name="T3" fmla="*/ 14 h 403"/>
                <a:gd name="T4" fmla="*/ 311 w 611"/>
                <a:gd name="T5" fmla="*/ 147 h 403"/>
                <a:gd name="T6" fmla="*/ 296 w 611"/>
                <a:gd name="T7" fmla="*/ 224 h 403"/>
                <a:gd name="T8" fmla="*/ 255 w 611"/>
                <a:gd name="T9" fmla="*/ 256 h 403"/>
                <a:gd name="T10" fmla="*/ 86 w 611"/>
                <a:gd name="T11" fmla="*/ 303 h 403"/>
                <a:gd name="T12" fmla="*/ 56 w 611"/>
                <a:gd name="T13" fmla="*/ 302 h 403"/>
                <a:gd name="T14" fmla="*/ 2 w 611"/>
                <a:gd name="T15" fmla="*/ 348 h 403"/>
                <a:gd name="T16" fmla="*/ 48 w 611"/>
                <a:gd name="T17" fmla="*/ 402 h 403"/>
                <a:gd name="T18" fmla="*/ 48 w 611"/>
                <a:gd name="T19" fmla="*/ 402 h 403"/>
                <a:gd name="T20" fmla="*/ 86 w 611"/>
                <a:gd name="T21" fmla="*/ 403 h 403"/>
                <a:gd name="T22" fmla="*/ 86 w 611"/>
                <a:gd name="T23" fmla="*/ 403 h 403"/>
                <a:gd name="T24" fmla="*/ 319 w 611"/>
                <a:gd name="T25" fmla="*/ 333 h 403"/>
                <a:gd name="T26" fmla="*/ 387 w 611"/>
                <a:gd name="T27" fmla="*/ 272 h 403"/>
                <a:gd name="T28" fmla="*/ 400 w 611"/>
                <a:gd name="T29" fmla="*/ 259 h 403"/>
                <a:gd name="T30" fmla="*/ 469 w 611"/>
                <a:gd name="T31" fmla="*/ 198 h 403"/>
                <a:gd name="T32" fmla="*/ 466 w 611"/>
                <a:gd name="T33" fmla="*/ 170 h 403"/>
                <a:gd name="T34" fmla="*/ 495 w 611"/>
                <a:gd name="T35" fmla="*/ 78 h 403"/>
                <a:gd name="T36" fmla="*/ 524 w 611"/>
                <a:gd name="T37" fmla="*/ 42 h 403"/>
                <a:gd name="T38" fmla="*/ 553 w 611"/>
                <a:gd name="T39" fmla="*/ 30 h 403"/>
                <a:gd name="T40" fmla="*/ 581 w 611"/>
                <a:gd name="T41" fmla="*/ 42 h 403"/>
                <a:gd name="T42" fmla="*/ 581 w 611"/>
                <a:gd name="T43" fmla="*/ 98 h 403"/>
                <a:gd name="T44" fmla="*/ 580 w 611"/>
                <a:gd name="T45" fmla="*/ 99 h 403"/>
                <a:gd name="T46" fmla="*/ 576 w 611"/>
                <a:gd name="T47" fmla="*/ 104 h 403"/>
                <a:gd name="T48" fmla="*/ 563 w 611"/>
                <a:gd name="T49" fmla="*/ 122 h 403"/>
                <a:gd name="T50" fmla="*/ 550 w 611"/>
                <a:gd name="T51" fmla="*/ 146 h 403"/>
                <a:gd name="T52" fmla="*/ 566 w 611"/>
                <a:gd name="T53" fmla="*/ 137 h 403"/>
                <a:gd name="T54" fmla="*/ 611 w 611"/>
                <a:gd name="T55" fmla="*/ 91 h 403"/>
                <a:gd name="T56" fmla="*/ 587 w 611"/>
                <a:gd name="T57" fmla="*/ 49 h 403"/>
                <a:gd name="T58" fmla="*/ 573 w 611"/>
                <a:gd name="T59" fmla="*/ 11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11" h="403">
                  <a:moveTo>
                    <a:pt x="573" y="11"/>
                  </a:moveTo>
                  <a:cubicBezTo>
                    <a:pt x="551" y="2"/>
                    <a:pt x="523" y="0"/>
                    <a:pt x="491" y="14"/>
                  </a:cubicBezTo>
                  <a:cubicBezTo>
                    <a:pt x="413" y="48"/>
                    <a:pt x="370" y="79"/>
                    <a:pt x="311" y="147"/>
                  </a:cubicBezTo>
                  <a:cubicBezTo>
                    <a:pt x="289" y="177"/>
                    <a:pt x="288" y="203"/>
                    <a:pt x="296" y="224"/>
                  </a:cubicBezTo>
                  <a:cubicBezTo>
                    <a:pt x="286" y="233"/>
                    <a:pt x="272" y="245"/>
                    <a:pt x="255" y="256"/>
                  </a:cubicBezTo>
                  <a:cubicBezTo>
                    <a:pt x="217" y="280"/>
                    <a:pt x="163" y="303"/>
                    <a:pt x="86" y="303"/>
                  </a:cubicBezTo>
                  <a:cubicBezTo>
                    <a:pt x="76" y="303"/>
                    <a:pt x="66" y="303"/>
                    <a:pt x="56" y="302"/>
                  </a:cubicBezTo>
                  <a:cubicBezTo>
                    <a:pt x="28" y="300"/>
                    <a:pt x="4" y="321"/>
                    <a:pt x="2" y="348"/>
                  </a:cubicBezTo>
                  <a:cubicBezTo>
                    <a:pt x="0" y="376"/>
                    <a:pt x="21" y="400"/>
                    <a:pt x="48" y="402"/>
                  </a:cubicBezTo>
                  <a:cubicBezTo>
                    <a:pt x="48" y="402"/>
                    <a:pt x="48" y="402"/>
                    <a:pt x="48" y="402"/>
                  </a:cubicBezTo>
                  <a:cubicBezTo>
                    <a:pt x="61" y="403"/>
                    <a:pt x="74" y="403"/>
                    <a:pt x="86" y="403"/>
                  </a:cubicBezTo>
                  <a:cubicBezTo>
                    <a:pt x="86" y="403"/>
                    <a:pt x="86" y="403"/>
                    <a:pt x="86" y="403"/>
                  </a:cubicBezTo>
                  <a:cubicBezTo>
                    <a:pt x="190" y="403"/>
                    <a:pt x="268" y="369"/>
                    <a:pt x="319" y="333"/>
                  </a:cubicBezTo>
                  <a:cubicBezTo>
                    <a:pt x="353" y="310"/>
                    <a:pt x="375" y="286"/>
                    <a:pt x="387" y="272"/>
                  </a:cubicBezTo>
                  <a:cubicBezTo>
                    <a:pt x="391" y="268"/>
                    <a:pt x="396" y="264"/>
                    <a:pt x="400" y="259"/>
                  </a:cubicBezTo>
                  <a:cubicBezTo>
                    <a:pt x="419" y="237"/>
                    <a:pt x="444" y="216"/>
                    <a:pt x="469" y="198"/>
                  </a:cubicBezTo>
                  <a:cubicBezTo>
                    <a:pt x="466" y="187"/>
                    <a:pt x="466" y="178"/>
                    <a:pt x="466" y="170"/>
                  </a:cubicBezTo>
                  <a:cubicBezTo>
                    <a:pt x="466" y="140"/>
                    <a:pt x="476" y="110"/>
                    <a:pt x="495" y="78"/>
                  </a:cubicBezTo>
                  <a:cubicBezTo>
                    <a:pt x="508" y="59"/>
                    <a:pt x="520" y="46"/>
                    <a:pt x="524" y="42"/>
                  </a:cubicBezTo>
                  <a:cubicBezTo>
                    <a:pt x="532" y="34"/>
                    <a:pt x="542" y="30"/>
                    <a:pt x="553" y="30"/>
                  </a:cubicBezTo>
                  <a:cubicBezTo>
                    <a:pt x="563" y="30"/>
                    <a:pt x="573" y="34"/>
                    <a:pt x="581" y="42"/>
                  </a:cubicBezTo>
                  <a:cubicBezTo>
                    <a:pt x="597" y="57"/>
                    <a:pt x="597" y="83"/>
                    <a:pt x="581" y="98"/>
                  </a:cubicBezTo>
                  <a:cubicBezTo>
                    <a:pt x="580" y="99"/>
                    <a:pt x="580" y="99"/>
                    <a:pt x="580" y="99"/>
                  </a:cubicBezTo>
                  <a:cubicBezTo>
                    <a:pt x="579" y="100"/>
                    <a:pt x="578" y="102"/>
                    <a:pt x="576" y="104"/>
                  </a:cubicBezTo>
                  <a:cubicBezTo>
                    <a:pt x="573" y="108"/>
                    <a:pt x="568" y="114"/>
                    <a:pt x="563" y="122"/>
                  </a:cubicBezTo>
                  <a:cubicBezTo>
                    <a:pt x="558" y="130"/>
                    <a:pt x="553" y="138"/>
                    <a:pt x="550" y="146"/>
                  </a:cubicBezTo>
                  <a:cubicBezTo>
                    <a:pt x="556" y="143"/>
                    <a:pt x="561" y="140"/>
                    <a:pt x="566" y="137"/>
                  </a:cubicBezTo>
                  <a:cubicBezTo>
                    <a:pt x="586" y="127"/>
                    <a:pt x="603" y="109"/>
                    <a:pt x="611" y="91"/>
                  </a:cubicBezTo>
                  <a:cubicBezTo>
                    <a:pt x="602" y="76"/>
                    <a:pt x="594" y="63"/>
                    <a:pt x="587" y="49"/>
                  </a:cubicBezTo>
                  <a:cubicBezTo>
                    <a:pt x="581" y="36"/>
                    <a:pt x="576" y="23"/>
                    <a:pt x="573"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53"/>
            <p:cNvSpPr>
              <a:spLocks/>
            </p:cNvSpPr>
            <p:nvPr/>
          </p:nvSpPr>
          <p:spPr bwMode="auto">
            <a:xfrm>
              <a:off x="4625975" y="5467350"/>
              <a:ext cx="201613" cy="388938"/>
            </a:xfrm>
            <a:custGeom>
              <a:avLst/>
              <a:gdLst>
                <a:gd name="T0" fmla="*/ 100 w 133"/>
                <a:gd name="T1" fmla="*/ 59 h 256"/>
                <a:gd name="T2" fmla="*/ 101 w 133"/>
                <a:gd name="T3" fmla="*/ 58 h 256"/>
                <a:gd name="T4" fmla="*/ 101 w 133"/>
                <a:gd name="T5" fmla="*/ 58 h 256"/>
                <a:gd name="T6" fmla="*/ 101 w 133"/>
                <a:gd name="T7" fmla="*/ 58 h 256"/>
                <a:gd name="T8" fmla="*/ 101 w 133"/>
                <a:gd name="T9" fmla="*/ 12 h 256"/>
                <a:gd name="T10" fmla="*/ 56 w 133"/>
                <a:gd name="T11" fmla="*/ 12 h 256"/>
                <a:gd name="T12" fmla="*/ 56 w 133"/>
                <a:gd name="T13" fmla="*/ 12 h 256"/>
                <a:gd name="T14" fmla="*/ 28 w 133"/>
                <a:gd name="T15" fmla="*/ 48 h 256"/>
                <a:gd name="T16" fmla="*/ 0 w 133"/>
                <a:gd name="T17" fmla="*/ 135 h 256"/>
                <a:gd name="T18" fmla="*/ 2 w 133"/>
                <a:gd name="T19" fmla="*/ 158 h 256"/>
                <a:gd name="T20" fmla="*/ 19 w 133"/>
                <a:gd name="T21" fmla="*/ 198 h 256"/>
                <a:gd name="T22" fmla="*/ 81 w 133"/>
                <a:gd name="T23" fmla="*/ 252 h 256"/>
                <a:gd name="T24" fmla="*/ 96 w 133"/>
                <a:gd name="T25" fmla="*/ 256 h 256"/>
                <a:gd name="T26" fmla="*/ 124 w 133"/>
                <a:gd name="T27" fmla="*/ 240 h 256"/>
                <a:gd name="T28" fmla="*/ 111 w 133"/>
                <a:gd name="T29" fmla="*/ 196 h 256"/>
                <a:gd name="T30" fmla="*/ 72 w 133"/>
                <a:gd name="T31" fmla="*/ 163 h 256"/>
                <a:gd name="T32" fmla="*/ 64 w 133"/>
                <a:gd name="T33" fmla="*/ 135 h 256"/>
                <a:gd name="T34" fmla="*/ 66 w 133"/>
                <a:gd name="T35" fmla="*/ 117 h 256"/>
                <a:gd name="T36" fmla="*/ 82 w 133"/>
                <a:gd name="T37" fmla="*/ 82 h 256"/>
                <a:gd name="T38" fmla="*/ 96 w 133"/>
                <a:gd name="T39" fmla="*/ 64 h 256"/>
                <a:gd name="T40" fmla="*/ 100 w 133"/>
                <a:gd name="T41" fmla="*/ 59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3" h="256">
                  <a:moveTo>
                    <a:pt x="100" y="59"/>
                  </a:moveTo>
                  <a:cubicBezTo>
                    <a:pt x="101" y="58"/>
                    <a:pt x="101" y="58"/>
                    <a:pt x="101" y="58"/>
                  </a:cubicBezTo>
                  <a:cubicBezTo>
                    <a:pt x="101" y="58"/>
                    <a:pt x="101" y="58"/>
                    <a:pt x="101" y="58"/>
                  </a:cubicBezTo>
                  <a:cubicBezTo>
                    <a:pt x="101" y="58"/>
                    <a:pt x="101" y="58"/>
                    <a:pt x="101" y="58"/>
                  </a:cubicBezTo>
                  <a:cubicBezTo>
                    <a:pt x="114" y="45"/>
                    <a:pt x="114" y="25"/>
                    <a:pt x="101" y="12"/>
                  </a:cubicBezTo>
                  <a:cubicBezTo>
                    <a:pt x="89" y="0"/>
                    <a:pt x="69" y="0"/>
                    <a:pt x="56" y="12"/>
                  </a:cubicBezTo>
                  <a:cubicBezTo>
                    <a:pt x="56" y="12"/>
                    <a:pt x="56" y="12"/>
                    <a:pt x="56" y="12"/>
                  </a:cubicBezTo>
                  <a:cubicBezTo>
                    <a:pt x="55" y="13"/>
                    <a:pt x="42" y="27"/>
                    <a:pt x="28" y="48"/>
                  </a:cubicBezTo>
                  <a:cubicBezTo>
                    <a:pt x="15" y="69"/>
                    <a:pt x="0" y="99"/>
                    <a:pt x="0" y="135"/>
                  </a:cubicBezTo>
                  <a:cubicBezTo>
                    <a:pt x="0" y="142"/>
                    <a:pt x="0" y="150"/>
                    <a:pt x="2" y="158"/>
                  </a:cubicBezTo>
                  <a:cubicBezTo>
                    <a:pt x="5" y="172"/>
                    <a:pt x="10" y="186"/>
                    <a:pt x="19" y="198"/>
                  </a:cubicBezTo>
                  <a:cubicBezTo>
                    <a:pt x="32" y="219"/>
                    <a:pt x="53" y="237"/>
                    <a:pt x="81" y="252"/>
                  </a:cubicBezTo>
                  <a:cubicBezTo>
                    <a:pt x="86" y="255"/>
                    <a:pt x="91" y="256"/>
                    <a:pt x="96" y="256"/>
                  </a:cubicBezTo>
                  <a:cubicBezTo>
                    <a:pt x="107" y="256"/>
                    <a:pt x="118" y="250"/>
                    <a:pt x="124" y="240"/>
                  </a:cubicBezTo>
                  <a:cubicBezTo>
                    <a:pt x="133" y="224"/>
                    <a:pt x="127" y="205"/>
                    <a:pt x="111" y="196"/>
                  </a:cubicBezTo>
                  <a:cubicBezTo>
                    <a:pt x="90" y="185"/>
                    <a:pt x="79" y="173"/>
                    <a:pt x="72" y="163"/>
                  </a:cubicBezTo>
                  <a:cubicBezTo>
                    <a:pt x="66" y="153"/>
                    <a:pt x="64" y="145"/>
                    <a:pt x="64" y="135"/>
                  </a:cubicBezTo>
                  <a:cubicBezTo>
                    <a:pt x="64" y="129"/>
                    <a:pt x="64" y="123"/>
                    <a:pt x="66" y="117"/>
                  </a:cubicBezTo>
                  <a:cubicBezTo>
                    <a:pt x="69" y="105"/>
                    <a:pt x="75" y="93"/>
                    <a:pt x="82" y="82"/>
                  </a:cubicBezTo>
                  <a:cubicBezTo>
                    <a:pt x="87" y="75"/>
                    <a:pt x="92" y="68"/>
                    <a:pt x="96" y="64"/>
                  </a:cubicBezTo>
                  <a:cubicBezTo>
                    <a:pt x="98" y="62"/>
                    <a:pt x="99" y="60"/>
                    <a:pt x="100"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54"/>
            <p:cNvSpPr>
              <a:spLocks/>
            </p:cNvSpPr>
            <p:nvPr/>
          </p:nvSpPr>
          <p:spPr bwMode="auto">
            <a:xfrm>
              <a:off x="5003800" y="4862513"/>
              <a:ext cx="300038" cy="300038"/>
            </a:xfrm>
            <a:custGeom>
              <a:avLst/>
              <a:gdLst>
                <a:gd name="T0" fmla="*/ 120 w 198"/>
                <a:gd name="T1" fmla="*/ 12 h 198"/>
                <a:gd name="T2" fmla="*/ 12 w 198"/>
                <a:gd name="T3" fmla="*/ 79 h 198"/>
                <a:gd name="T4" fmla="*/ 79 w 198"/>
                <a:gd name="T5" fmla="*/ 187 h 198"/>
                <a:gd name="T6" fmla="*/ 187 w 198"/>
                <a:gd name="T7" fmla="*/ 120 h 198"/>
                <a:gd name="T8" fmla="*/ 120 w 198"/>
                <a:gd name="T9" fmla="*/ 12 h 198"/>
              </a:gdLst>
              <a:ahLst/>
              <a:cxnLst>
                <a:cxn ang="0">
                  <a:pos x="T0" y="T1"/>
                </a:cxn>
                <a:cxn ang="0">
                  <a:pos x="T2" y="T3"/>
                </a:cxn>
                <a:cxn ang="0">
                  <a:pos x="T4" y="T5"/>
                </a:cxn>
                <a:cxn ang="0">
                  <a:pos x="T6" y="T7"/>
                </a:cxn>
                <a:cxn ang="0">
                  <a:pos x="T8" y="T9"/>
                </a:cxn>
              </a:cxnLst>
              <a:rect l="0" t="0" r="r" b="b"/>
              <a:pathLst>
                <a:path w="198" h="198">
                  <a:moveTo>
                    <a:pt x="120" y="12"/>
                  </a:moveTo>
                  <a:cubicBezTo>
                    <a:pt x="71" y="0"/>
                    <a:pt x="23" y="31"/>
                    <a:pt x="12" y="79"/>
                  </a:cubicBezTo>
                  <a:cubicBezTo>
                    <a:pt x="0" y="127"/>
                    <a:pt x="30" y="176"/>
                    <a:pt x="79" y="187"/>
                  </a:cubicBezTo>
                  <a:cubicBezTo>
                    <a:pt x="127" y="198"/>
                    <a:pt x="176" y="168"/>
                    <a:pt x="187" y="120"/>
                  </a:cubicBezTo>
                  <a:cubicBezTo>
                    <a:pt x="198" y="71"/>
                    <a:pt x="168" y="23"/>
                    <a:pt x="12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55"/>
            <p:cNvSpPr>
              <a:spLocks/>
            </p:cNvSpPr>
            <p:nvPr/>
          </p:nvSpPr>
          <p:spPr bwMode="auto">
            <a:xfrm>
              <a:off x="4829175" y="5543550"/>
              <a:ext cx="847725" cy="530225"/>
            </a:xfrm>
            <a:custGeom>
              <a:avLst/>
              <a:gdLst>
                <a:gd name="T0" fmla="*/ 545 w 559"/>
                <a:gd name="T1" fmla="*/ 275 h 350"/>
                <a:gd name="T2" fmla="*/ 335 w 559"/>
                <a:gd name="T3" fmla="*/ 53 h 350"/>
                <a:gd name="T4" fmla="*/ 322 w 559"/>
                <a:gd name="T5" fmla="*/ 45 h 350"/>
                <a:gd name="T6" fmla="*/ 322 w 559"/>
                <a:gd name="T7" fmla="*/ 12 h 350"/>
                <a:gd name="T8" fmla="*/ 290 w 559"/>
                <a:gd name="T9" fmla="*/ 28 h 350"/>
                <a:gd name="T10" fmla="*/ 250 w 559"/>
                <a:gd name="T11" fmla="*/ 40 h 350"/>
                <a:gd name="T12" fmla="*/ 177 w 559"/>
                <a:gd name="T13" fmla="*/ 53 h 350"/>
                <a:gd name="T14" fmla="*/ 172 w 559"/>
                <a:gd name="T15" fmla="*/ 53 h 350"/>
                <a:gd name="T16" fmla="*/ 162 w 559"/>
                <a:gd name="T17" fmla="*/ 52 h 350"/>
                <a:gd name="T18" fmla="*/ 132 w 559"/>
                <a:gd name="T19" fmla="*/ 18 h 350"/>
                <a:gd name="T20" fmla="*/ 132 w 559"/>
                <a:gd name="T21" fmla="*/ 15 h 350"/>
                <a:gd name="T22" fmla="*/ 134 w 559"/>
                <a:gd name="T23" fmla="*/ 0 h 350"/>
                <a:gd name="T24" fmla="*/ 106 w 559"/>
                <a:gd name="T25" fmla="*/ 8 h 350"/>
                <a:gd name="T26" fmla="*/ 106 w 559"/>
                <a:gd name="T27" fmla="*/ 30 h 350"/>
                <a:gd name="T28" fmla="*/ 105 w 559"/>
                <a:gd name="T29" fmla="*/ 30 h 350"/>
                <a:gd name="T30" fmla="*/ 92 w 559"/>
                <a:gd name="T31" fmla="*/ 53 h 350"/>
                <a:gd name="T32" fmla="*/ 69 w 559"/>
                <a:gd name="T33" fmla="*/ 62 h 350"/>
                <a:gd name="T34" fmla="*/ 47 w 559"/>
                <a:gd name="T35" fmla="*/ 93 h 350"/>
                <a:gd name="T36" fmla="*/ 0 w 559"/>
                <a:gd name="T37" fmla="*/ 299 h 350"/>
                <a:gd name="T38" fmla="*/ 49 w 559"/>
                <a:gd name="T39" fmla="*/ 350 h 350"/>
                <a:gd name="T40" fmla="*/ 50 w 559"/>
                <a:gd name="T41" fmla="*/ 350 h 350"/>
                <a:gd name="T42" fmla="*/ 100 w 559"/>
                <a:gd name="T43" fmla="*/ 301 h 350"/>
                <a:gd name="T44" fmla="*/ 118 w 559"/>
                <a:gd name="T45" fmla="*/ 179 h 350"/>
                <a:gd name="T46" fmla="*/ 164 w 559"/>
                <a:gd name="T47" fmla="*/ 111 h 350"/>
                <a:gd name="T48" fmla="*/ 195 w 559"/>
                <a:gd name="T49" fmla="*/ 102 h 350"/>
                <a:gd name="T50" fmla="*/ 196 w 559"/>
                <a:gd name="T51" fmla="*/ 102 h 350"/>
                <a:gd name="T52" fmla="*/ 205 w 559"/>
                <a:gd name="T53" fmla="*/ 102 h 350"/>
                <a:gd name="T54" fmla="*/ 288 w 559"/>
                <a:gd name="T55" fmla="*/ 141 h 350"/>
                <a:gd name="T56" fmla="*/ 459 w 559"/>
                <a:gd name="T57" fmla="*/ 326 h 350"/>
                <a:gd name="T58" fmla="*/ 502 w 559"/>
                <a:gd name="T59" fmla="*/ 350 h 350"/>
                <a:gd name="T60" fmla="*/ 528 w 559"/>
                <a:gd name="T61" fmla="*/ 343 h 350"/>
                <a:gd name="T62" fmla="*/ 545 w 559"/>
                <a:gd name="T63" fmla="*/ 275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59" h="350">
                  <a:moveTo>
                    <a:pt x="545" y="275"/>
                  </a:moveTo>
                  <a:cubicBezTo>
                    <a:pt x="477" y="160"/>
                    <a:pt x="398" y="91"/>
                    <a:pt x="335" y="53"/>
                  </a:cubicBezTo>
                  <a:cubicBezTo>
                    <a:pt x="331" y="50"/>
                    <a:pt x="327" y="47"/>
                    <a:pt x="322" y="45"/>
                  </a:cubicBezTo>
                  <a:cubicBezTo>
                    <a:pt x="322" y="12"/>
                    <a:pt x="322" y="12"/>
                    <a:pt x="322" y="12"/>
                  </a:cubicBezTo>
                  <a:cubicBezTo>
                    <a:pt x="312" y="18"/>
                    <a:pt x="302" y="23"/>
                    <a:pt x="290" y="28"/>
                  </a:cubicBezTo>
                  <a:cubicBezTo>
                    <a:pt x="278" y="32"/>
                    <a:pt x="265" y="36"/>
                    <a:pt x="250" y="40"/>
                  </a:cubicBezTo>
                  <a:cubicBezTo>
                    <a:pt x="228" y="45"/>
                    <a:pt x="204" y="50"/>
                    <a:pt x="177" y="53"/>
                  </a:cubicBezTo>
                  <a:cubicBezTo>
                    <a:pt x="175" y="53"/>
                    <a:pt x="173" y="53"/>
                    <a:pt x="172" y="53"/>
                  </a:cubicBezTo>
                  <a:cubicBezTo>
                    <a:pt x="169" y="53"/>
                    <a:pt x="165" y="53"/>
                    <a:pt x="162" y="52"/>
                  </a:cubicBezTo>
                  <a:cubicBezTo>
                    <a:pt x="146" y="48"/>
                    <a:pt x="134" y="34"/>
                    <a:pt x="132" y="18"/>
                  </a:cubicBezTo>
                  <a:cubicBezTo>
                    <a:pt x="132" y="17"/>
                    <a:pt x="132" y="16"/>
                    <a:pt x="132" y="15"/>
                  </a:cubicBezTo>
                  <a:cubicBezTo>
                    <a:pt x="132" y="10"/>
                    <a:pt x="132" y="5"/>
                    <a:pt x="134" y="0"/>
                  </a:cubicBezTo>
                  <a:cubicBezTo>
                    <a:pt x="125" y="4"/>
                    <a:pt x="116" y="7"/>
                    <a:pt x="106" y="8"/>
                  </a:cubicBezTo>
                  <a:cubicBezTo>
                    <a:pt x="106" y="30"/>
                    <a:pt x="106" y="30"/>
                    <a:pt x="106" y="30"/>
                  </a:cubicBezTo>
                  <a:cubicBezTo>
                    <a:pt x="106" y="30"/>
                    <a:pt x="105" y="30"/>
                    <a:pt x="105" y="30"/>
                  </a:cubicBezTo>
                  <a:cubicBezTo>
                    <a:pt x="103" y="39"/>
                    <a:pt x="99" y="47"/>
                    <a:pt x="92" y="53"/>
                  </a:cubicBezTo>
                  <a:cubicBezTo>
                    <a:pt x="85" y="58"/>
                    <a:pt x="78" y="61"/>
                    <a:pt x="69" y="62"/>
                  </a:cubicBezTo>
                  <a:cubicBezTo>
                    <a:pt x="62" y="71"/>
                    <a:pt x="54" y="82"/>
                    <a:pt x="47" y="93"/>
                  </a:cubicBezTo>
                  <a:cubicBezTo>
                    <a:pt x="19" y="140"/>
                    <a:pt x="1" y="206"/>
                    <a:pt x="0" y="299"/>
                  </a:cubicBezTo>
                  <a:cubicBezTo>
                    <a:pt x="0" y="327"/>
                    <a:pt x="22" y="350"/>
                    <a:pt x="49" y="350"/>
                  </a:cubicBezTo>
                  <a:cubicBezTo>
                    <a:pt x="49" y="350"/>
                    <a:pt x="50" y="350"/>
                    <a:pt x="50" y="350"/>
                  </a:cubicBezTo>
                  <a:cubicBezTo>
                    <a:pt x="77" y="350"/>
                    <a:pt x="100" y="328"/>
                    <a:pt x="100" y="301"/>
                  </a:cubicBezTo>
                  <a:cubicBezTo>
                    <a:pt x="101" y="247"/>
                    <a:pt x="108" y="207"/>
                    <a:pt x="118" y="179"/>
                  </a:cubicBezTo>
                  <a:cubicBezTo>
                    <a:pt x="132" y="137"/>
                    <a:pt x="150" y="120"/>
                    <a:pt x="164" y="111"/>
                  </a:cubicBezTo>
                  <a:cubicBezTo>
                    <a:pt x="178" y="103"/>
                    <a:pt x="191" y="102"/>
                    <a:pt x="195" y="102"/>
                  </a:cubicBezTo>
                  <a:cubicBezTo>
                    <a:pt x="196" y="102"/>
                    <a:pt x="196" y="102"/>
                    <a:pt x="196" y="102"/>
                  </a:cubicBezTo>
                  <a:cubicBezTo>
                    <a:pt x="199" y="102"/>
                    <a:pt x="202" y="102"/>
                    <a:pt x="205" y="102"/>
                  </a:cubicBezTo>
                  <a:cubicBezTo>
                    <a:pt x="215" y="105"/>
                    <a:pt x="247" y="115"/>
                    <a:pt x="288" y="141"/>
                  </a:cubicBezTo>
                  <a:cubicBezTo>
                    <a:pt x="337" y="172"/>
                    <a:pt x="401" y="228"/>
                    <a:pt x="459" y="326"/>
                  </a:cubicBezTo>
                  <a:cubicBezTo>
                    <a:pt x="469" y="341"/>
                    <a:pt x="485" y="350"/>
                    <a:pt x="502" y="350"/>
                  </a:cubicBezTo>
                  <a:cubicBezTo>
                    <a:pt x="511" y="350"/>
                    <a:pt x="520" y="348"/>
                    <a:pt x="528" y="343"/>
                  </a:cubicBezTo>
                  <a:cubicBezTo>
                    <a:pt x="552" y="329"/>
                    <a:pt x="559" y="298"/>
                    <a:pt x="545" y="2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56"/>
            <p:cNvSpPr>
              <a:spLocks/>
            </p:cNvSpPr>
            <p:nvPr/>
          </p:nvSpPr>
          <p:spPr bwMode="auto">
            <a:xfrm>
              <a:off x="4783138" y="5173663"/>
              <a:ext cx="628650" cy="450850"/>
            </a:xfrm>
            <a:custGeom>
              <a:avLst/>
              <a:gdLst>
                <a:gd name="T0" fmla="*/ 6 w 415"/>
                <a:gd name="T1" fmla="*/ 175 h 298"/>
                <a:gd name="T2" fmla="*/ 18 w 415"/>
                <a:gd name="T3" fmla="*/ 205 h 298"/>
                <a:gd name="T4" fmla="*/ 37 w 415"/>
                <a:gd name="T5" fmla="*/ 240 h 298"/>
                <a:gd name="T6" fmla="*/ 73 w 415"/>
                <a:gd name="T7" fmla="*/ 287 h 298"/>
                <a:gd name="T8" fmla="*/ 97 w 415"/>
                <a:gd name="T9" fmla="*/ 298 h 298"/>
                <a:gd name="T10" fmla="*/ 111 w 415"/>
                <a:gd name="T11" fmla="*/ 295 h 298"/>
                <a:gd name="T12" fmla="*/ 118 w 415"/>
                <a:gd name="T13" fmla="*/ 291 h 298"/>
                <a:gd name="T14" fmla="*/ 124 w 415"/>
                <a:gd name="T15" fmla="*/ 283 h 298"/>
                <a:gd name="T16" fmla="*/ 126 w 415"/>
                <a:gd name="T17" fmla="*/ 253 h 298"/>
                <a:gd name="T18" fmla="*/ 124 w 415"/>
                <a:gd name="T19" fmla="*/ 253 h 298"/>
                <a:gd name="T20" fmla="*/ 123 w 415"/>
                <a:gd name="T21" fmla="*/ 253 h 298"/>
                <a:gd name="T22" fmla="*/ 26 w 415"/>
                <a:gd name="T23" fmla="*/ 155 h 298"/>
                <a:gd name="T24" fmla="*/ 41 w 415"/>
                <a:gd name="T25" fmla="*/ 103 h 298"/>
                <a:gd name="T26" fmla="*/ 124 w 415"/>
                <a:gd name="T27" fmla="*/ 57 h 298"/>
                <a:gd name="T28" fmla="*/ 125 w 415"/>
                <a:gd name="T29" fmla="*/ 57 h 298"/>
                <a:gd name="T30" fmla="*/ 137 w 415"/>
                <a:gd name="T31" fmla="*/ 58 h 298"/>
                <a:gd name="T32" fmla="*/ 162 w 415"/>
                <a:gd name="T33" fmla="*/ 65 h 298"/>
                <a:gd name="T34" fmla="*/ 194 w 415"/>
                <a:gd name="T35" fmla="*/ 87 h 298"/>
                <a:gd name="T36" fmla="*/ 222 w 415"/>
                <a:gd name="T37" fmla="*/ 156 h 298"/>
                <a:gd name="T38" fmla="*/ 200 w 415"/>
                <a:gd name="T39" fmla="*/ 217 h 298"/>
                <a:gd name="T40" fmla="*/ 305 w 415"/>
                <a:gd name="T41" fmla="*/ 192 h 298"/>
                <a:gd name="T42" fmla="*/ 346 w 415"/>
                <a:gd name="T43" fmla="*/ 169 h 298"/>
                <a:gd name="T44" fmla="*/ 308 w 415"/>
                <a:gd name="T45" fmla="*/ 199 h 298"/>
                <a:gd name="T46" fmla="*/ 199 w 415"/>
                <a:gd name="T47" fmla="*/ 225 h 298"/>
                <a:gd name="T48" fmla="*/ 189 w 415"/>
                <a:gd name="T49" fmla="*/ 228 h 298"/>
                <a:gd name="T50" fmla="*/ 178 w 415"/>
                <a:gd name="T51" fmla="*/ 237 h 298"/>
                <a:gd name="T52" fmla="*/ 171 w 415"/>
                <a:gd name="T53" fmla="*/ 256 h 298"/>
                <a:gd name="T54" fmla="*/ 171 w 415"/>
                <a:gd name="T55" fmla="*/ 261 h 298"/>
                <a:gd name="T56" fmla="*/ 194 w 415"/>
                <a:gd name="T57" fmla="*/ 288 h 298"/>
                <a:gd name="T58" fmla="*/ 203 w 415"/>
                <a:gd name="T59" fmla="*/ 289 h 298"/>
                <a:gd name="T60" fmla="*/ 207 w 415"/>
                <a:gd name="T61" fmla="*/ 289 h 298"/>
                <a:gd name="T62" fmla="*/ 279 w 415"/>
                <a:gd name="T63" fmla="*/ 276 h 298"/>
                <a:gd name="T64" fmla="*/ 310 w 415"/>
                <a:gd name="T65" fmla="*/ 267 h 298"/>
                <a:gd name="T66" fmla="*/ 353 w 415"/>
                <a:gd name="T67" fmla="*/ 247 h 298"/>
                <a:gd name="T68" fmla="*/ 364 w 415"/>
                <a:gd name="T69" fmla="*/ 240 h 298"/>
                <a:gd name="T70" fmla="*/ 403 w 415"/>
                <a:gd name="T71" fmla="*/ 197 h 298"/>
                <a:gd name="T72" fmla="*/ 414 w 415"/>
                <a:gd name="T73" fmla="*/ 162 h 298"/>
                <a:gd name="T74" fmla="*/ 415 w 415"/>
                <a:gd name="T75" fmla="*/ 148 h 298"/>
                <a:gd name="T76" fmla="*/ 379 w 415"/>
                <a:gd name="T77" fmla="*/ 50 h 298"/>
                <a:gd name="T78" fmla="*/ 344 w 415"/>
                <a:gd name="T79" fmla="*/ 9 h 298"/>
                <a:gd name="T80" fmla="*/ 332 w 415"/>
                <a:gd name="T81" fmla="*/ 2 h 298"/>
                <a:gd name="T82" fmla="*/ 331 w 415"/>
                <a:gd name="T83" fmla="*/ 1 h 298"/>
                <a:gd name="T84" fmla="*/ 330 w 415"/>
                <a:gd name="T85" fmla="*/ 1 h 298"/>
                <a:gd name="T86" fmla="*/ 328 w 415"/>
                <a:gd name="T87" fmla="*/ 1 h 298"/>
                <a:gd name="T88" fmla="*/ 327 w 415"/>
                <a:gd name="T89" fmla="*/ 1 h 298"/>
                <a:gd name="T90" fmla="*/ 325 w 415"/>
                <a:gd name="T91" fmla="*/ 0 h 298"/>
                <a:gd name="T92" fmla="*/ 324 w 415"/>
                <a:gd name="T93" fmla="*/ 0 h 298"/>
                <a:gd name="T94" fmla="*/ 322 w 415"/>
                <a:gd name="T95" fmla="*/ 0 h 298"/>
                <a:gd name="T96" fmla="*/ 168 w 415"/>
                <a:gd name="T97" fmla="*/ 0 h 298"/>
                <a:gd name="T98" fmla="*/ 166 w 415"/>
                <a:gd name="T99" fmla="*/ 0 h 298"/>
                <a:gd name="T100" fmla="*/ 166 w 415"/>
                <a:gd name="T101" fmla="*/ 0 h 298"/>
                <a:gd name="T102" fmla="*/ 165 w 415"/>
                <a:gd name="T103" fmla="*/ 0 h 298"/>
                <a:gd name="T104" fmla="*/ 164 w 415"/>
                <a:gd name="T105" fmla="*/ 0 h 298"/>
                <a:gd name="T106" fmla="*/ 88 w 415"/>
                <a:gd name="T107" fmla="*/ 19 h 298"/>
                <a:gd name="T108" fmla="*/ 30 w 415"/>
                <a:gd name="T109" fmla="*/ 58 h 298"/>
                <a:gd name="T110" fmla="*/ 4 w 415"/>
                <a:gd name="T111" fmla="*/ 103 h 298"/>
                <a:gd name="T112" fmla="*/ 0 w 415"/>
                <a:gd name="T113" fmla="*/ 134 h 298"/>
                <a:gd name="T114" fmla="*/ 6 w 415"/>
                <a:gd name="T115" fmla="*/ 175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15" h="298">
                  <a:moveTo>
                    <a:pt x="6" y="175"/>
                  </a:moveTo>
                  <a:cubicBezTo>
                    <a:pt x="9" y="185"/>
                    <a:pt x="13" y="195"/>
                    <a:pt x="18" y="205"/>
                  </a:cubicBezTo>
                  <a:cubicBezTo>
                    <a:pt x="23" y="216"/>
                    <a:pt x="30" y="228"/>
                    <a:pt x="37" y="240"/>
                  </a:cubicBezTo>
                  <a:cubicBezTo>
                    <a:pt x="47" y="255"/>
                    <a:pt x="59" y="271"/>
                    <a:pt x="73" y="287"/>
                  </a:cubicBezTo>
                  <a:cubicBezTo>
                    <a:pt x="79" y="294"/>
                    <a:pt x="88" y="298"/>
                    <a:pt x="97" y="298"/>
                  </a:cubicBezTo>
                  <a:cubicBezTo>
                    <a:pt x="102" y="298"/>
                    <a:pt x="107" y="297"/>
                    <a:pt x="111" y="295"/>
                  </a:cubicBezTo>
                  <a:cubicBezTo>
                    <a:pt x="113" y="294"/>
                    <a:pt x="116" y="293"/>
                    <a:pt x="118" y="291"/>
                  </a:cubicBezTo>
                  <a:cubicBezTo>
                    <a:pt x="120" y="289"/>
                    <a:pt x="122" y="286"/>
                    <a:pt x="124" y="283"/>
                  </a:cubicBezTo>
                  <a:cubicBezTo>
                    <a:pt x="130" y="274"/>
                    <a:pt x="131" y="263"/>
                    <a:pt x="126" y="253"/>
                  </a:cubicBezTo>
                  <a:cubicBezTo>
                    <a:pt x="125" y="253"/>
                    <a:pt x="125" y="253"/>
                    <a:pt x="124" y="253"/>
                  </a:cubicBezTo>
                  <a:cubicBezTo>
                    <a:pt x="123" y="253"/>
                    <a:pt x="123" y="253"/>
                    <a:pt x="123" y="253"/>
                  </a:cubicBezTo>
                  <a:cubicBezTo>
                    <a:pt x="69" y="253"/>
                    <a:pt x="25" y="209"/>
                    <a:pt x="26" y="155"/>
                  </a:cubicBezTo>
                  <a:cubicBezTo>
                    <a:pt x="26" y="136"/>
                    <a:pt x="32" y="118"/>
                    <a:pt x="41" y="103"/>
                  </a:cubicBezTo>
                  <a:cubicBezTo>
                    <a:pt x="59" y="76"/>
                    <a:pt x="89" y="57"/>
                    <a:pt x="124" y="57"/>
                  </a:cubicBezTo>
                  <a:cubicBezTo>
                    <a:pt x="125" y="57"/>
                    <a:pt x="125" y="57"/>
                    <a:pt x="125" y="57"/>
                  </a:cubicBezTo>
                  <a:cubicBezTo>
                    <a:pt x="129" y="57"/>
                    <a:pt x="133" y="58"/>
                    <a:pt x="137" y="58"/>
                  </a:cubicBezTo>
                  <a:cubicBezTo>
                    <a:pt x="146" y="60"/>
                    <a:pt x="154" y="62"/>
                    <a:pt x="162" y="65"/>
                  </a:cubicBezTo>
                  <a:cubicBezTo>
                    <a:pt x="174" y="70"/>
                    <a:pt x="184" y="77"/>
                    <a:pt x="194" y="87"/>
                  </a:cubicBezTo>
                  <a:cubicBezTo>
                    <a:pt x="212" y="105"/>
                    <a:pt x="222" y="130"/>
                    <a:pt x="222" y="156"/>
                  </a:cubicBezTo>
                  <a:cubicBezTo>
                    <a:pt x="222" y="179"/>
                    <a:pt x="213" y="200"/>
                    <a:pt x="200" y="217"/>
                  </a:cubicBezTo>
                  <a:cubicBezTo>
                    <a:pt x="244" y="212"/>
                    <a:pt x="280" y="203"/>
                    <a:pt x="305" y="192"/>
                  </a:cubicBezTo>
                  <a:cubicBezTo>
                    <a:pt x="319" y="185"/>
                    <a:pt x="337" y="177"/>
                    <a:pt x="346" y="169"/>
                  </a:cubicBezTo>
                  <a:cubicBezTo>
                    <a:pt x="341" y="178"/>
                    <a:pt x="330" y="188"/>
                    <a:pt x="308" y="199"/>
                  </a:cubicBezTo>
                  <a:cubicBezTo>
                    <a:pt x="285" y="210"/>
                    <a:pt x="250" y="219"/>
                    <a:pt x="199" y="225"/>
                  </a:cubicBezTo>
                  <a:cubicBezTo>
                    <a:pt x="196" y="226"/>
                    <a:pt x="192" y="227"/>
                    <a:pt x="189" y="228"/>
                  </a:cubicBezTo>
                  <a:cubicBezTo>
                    <a:pt x="186" y="231"/>
                    <a:pt x="182" y="234"/>
                    <a:pt x="178" y="237"/>
                  </a:cubicBezTo>
                  <a:cubicBezTo>
                    <a:pt x="174" y="242"/>
                    <a:pt x="171" y="249"/>
                    <a:pt x="171" y="256"/>
                  </a:cubicBezTo>
                  <a:cubicBezTo>
                    <a:pt x="171" y="258"/>
                    <a:pt x="171" y="259"/>
                    <a:pt x="171" y="261"/>
                  </a:cubicBezTo>
                  <a:cubicBezTo>
                    <a:pt x="173" y="274"/>
                    <a:pt x="182" y="284"/>
                    <a:pt x="194" y="288"/>
                  </a:cubicBezTo>
                  <a:cubicBezTo>
                    <a:pt x="197" y="289"/>
                    <a:pt x="200" y="289"/>
                    <a:pt x="203" y="289"/>
                  </a:cubicBezTo>
                  <a:cubicBezTo>
                    <a:pt x="204" y="289"/>
                    <a:pt x="205" y="289"/>
                    <a:pt x="207" y="289"/>
                  </a:cubicBezTo>
                  <a:cubicBezTo>
                    <a:pt x="234" y="286"/>
                    <a:pt x="258" y="281"/>
                    <a:pt x="279" y="276"/>
                  </a:cubicBezTo>
                  <a:cubicBezTo>
                    <a:pt x="290" y="273"/>
                    <a:pt x="301" y="270"/>
                    <a:pt x="310" y="267"/>
                  </a:cubicBezTo>
                  <a:cubicBezTo>
                    <a:pt x="327" y="261"/>
                    <a:pt x="341" y="255"/>
                    <a:pt x="353" y="247"/>
                  </a:cubicBezTo>
                  <a:cubicBezTo>
                    <a:pt x="357" y="245"/>
                    <a:pt x="361" y="242"/>
                    <a:pt x="364" y="240"/>
                  </a:cubicBezTo>
                  <a:cubicBezTo>
                    <a:pt x="381" y="228"/>
                    <a:pt x="394" y="213"/>
                    <a:pt x="403" y="197"/>
                  </a:cubicBezTo>
                  <a:cubicBezTo>
                    <a:pt x="409" y="186"/>
                    <a:pt x="412" y="174"/>
                    <a:pt x="414" y="162"/>
                  </a:cubicBezTo>
                  <a:cubicBezTo>
                    <a:pt x="415" y="157"/>
                    <a:pt x="415" y="153"/>
                    <a:pt x="415" y="148"/>
                  </a:cubicBezTo>
                  <a:cubicBezTo>
                    <a:pt x="414" y="108"/>
                    <a:pt x="396" y="75"/>
                    <a:pt x="379" y="50"/>
                  </a:cubicBezTo>
                  <a:cubicBezTo>
                    <a:pt x="362" y="26"/>
                    <a:pt x="345" y="10"/>
                    <a:pt x="344" y="9"/>
                  </a:cubicBezTo>
                  <a:cubicBezTo>
                    <a:pt x="341" y="6"/>
                    <a:pt x="337" y="3"/>
                    <a:pt x="332" y="2"/>
                  </a:cubicBezTo>
                  <a:cubicBezTo>
                    <a:pt x="332" y="2"/>
                    <a:pt x="332" y="2"/>
                    <a:pt x="331" y="1"/>
                  </a:cubicBezTo>
                  <a:cubicBezTo>
                    <a:pt x="331" y="1"/>
                    <a:pt x="330" y="1"/>
                    <a:pt x="330" y="1"/>
                  </a:cubicBezTo>
                  <a:cubicBezTo>
                    <a:pt x="329" y="1"/>
                    <a:pt x="329" y="1"/>
                    <a:pt x="328" y="1"/>
                  </a:cubicBezTo>
                  <a:cubicBezTo>
                    <a:pt x="328" y="1"/>
                    <a:pt x="327" y="1"/>
                    <a:pt x="327" y="1"/>
                  </a:cubicBezTo>
                  <a:cubicBezTo>
                    <a:pt x="326" y="0"/>
                    <a:pt x="326" y="0"/>
                    <a:pt x="325" y="0"/>
                  </a:cubicBezTo>
                  <a:cubicBezTo>
                    <a:pt x="325" y="0"/>
                    <a:pt x="324" y="0"/>
                    <a:pt x="324" y="0"/>
                  </a:cubicBezTo>
                  <a:cubicBezTo>
                    <a:pt x="323" y="0"/>
                    <a:pt x="323" y="0"/>
                    <a:pt x="322" y="0"/>
                  </a:cubicBezTo>
                  <a:cubicBezTo>
                    <a:pt x="168" y="0"/>
                    <a:pt x="168" y="0"/>
                    <a:pt x="168" y="0"/>
                  </a:cubicBezTo>
                  <a:cubicBezTo>
                    <a:pt x="167" y="0"/>
                    <a:pt x="167" y="0"/>
                    <a:pt x="166" y="0"/>
                  </a:cubicBezTo>
                  <a:cubicBezTo>
                    <a:pt x="166" y="0"/>
                    <a:pt x="166" y="0"/>
                    <a:pt x="166" y="0"/>
                  </a:cubicBezTo>
                  <a:cubicBezTo>
                    <a:pt x="165" y="0"/>
                    <a:pt x="165" y="0"/>
                    <a:pt x="165" y="0"/>
                  </a:cubicBezTo>
                  <a:cubicBezTo>
                    <a:pt x="165" y="0"/>
                    <a:pt x="165" y="0"/>
                    <a:pt x="164" y="0"/>
                  </a:cubicBezTo>
                  <a:cubicBezTo>
                    <a:pt x="158" y="1"/>
                    <a:pt x="124" y="4"/>
                    <a:pt x="88" y="19"/>
                  </a:cubicBezTo>
                  <a:cubicBezTo>
                    <a:pt x="68" y="28"/>
                    <a:pt x="47" y="39"/>
                    <a:pt x="30" y="58"/>
                  </a:cubicBezTo>
                  <a:cubicBezTo>
                    <a:pt x="18" y="70"/>
                    <a:pt x="9" y="85"/>
                    <a:pt x="4" y="103"/>
                  </a:cubicBezTo>
                  <a:cubicBezTo>
                    <a:pt x="1" y="113"/>
                    <a:pt x="0" y="123"/>
                    <a:pt x="0" y="134"/>
                  </a:cubicBezTo>
                  <a:cubicBezTo>
                    <a:pt x="0" y="147"/>
                    <a:pt x="2" y="161"/>
                    <a:pt x="6" y="1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57"/>
            <p:cNvSpPr>
              <a:spLocks/>
            </p:cNvSpPr>
            <p:nvPr/>
          </p:nvSpPr>
          <p:spPr bwMode="auto">
            <a:xfrm>
              <a:off x="4832350" y="5272088"/>
              <a:ext cx="274638" cy="273050"/>
            </a:xfrm>
            <a:custGeom>
              <a:avLst/>
              <a:gdLst>
                <a:gd name="T0" fmla="*/ 104 w 181"/>
                <a:gd name="T1" fmla="*/ 179 h 180"/>
                <a:gd name="T2" fmla="*/ 140 w 181"/>
                <a:gd name="T3" fmla="*/ 166 h 180"/>
                <a:gd name="T4" fmla="*/ 152 w 181"/>
                <a:gd name="T5" fmla="*/ 156 h 180"/>
                <a:gd name="T6" fmla="*/ 181 w 181"/>
                <a:gd name="T7" fmla="*/ 91 h 180"/>
                <a:gd name="T8" fmla="*/ 113 w 181"/>
                <a:gd name="T9" fmla="*/ 3 h 180"/>
                <a:gd name="T10" fmla="*/ 104 w 181"/>
                <a:gd name="T11" fmla="*/ 1 h 180"/>
                <a:gd name="T12" fmla="*/ 91 w 181"/>
                <a:gd name="T13" fmla="*/ 0 h 180"/>
                <a:gd name="T14" fmla="*/ 18 w 181"/>
                <a:gd name="T15" fmla="*/ 38 h 180"/>
                <a:gd name="T16" fmla="*/ 1 w 181"/>
                <a:gd name="T17" fmla="*/ 90 h 180"/>
                <a:gd name="T18" fmla="*/ 88 w 181"/>
                <a:gd name="T19" fmla="*/ 180 h 180"/>
                <a:gd name="T20" fmla="*/ 90 w 181"/>
                <a:gd name="T21" fmla="*/ 180 h 180"/>
                <a:gd name="T22" fmla="*/ 98 w 181"/>
                <a:gd name="T23" fmla="*/ 180 h 180"/>
                <a:gd name="T24" fmla="*/ 104 w 181"/>
                <a:gd name="T25" fmla="*/ 179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1" h="180">
                  <a:moveTo>
                    <a:pt x="104" y="179"/>
                  </a:moveTo>
                  <a:cubicBezTo>
                    <a:pt x="117" y="178"/>
                    <a:pt x="129" y="173"/>
                    <a:pt x="140" y="166"/>
                  </a:cubicBezTo>
                  <a:cubicBezTo>
                    <a:pt x="144" y="163"/>
                    <a:pt x="148" y="160"/>
                    <a:pt x="152" y="156"/>
                  </a:cubicBezTo>
                  <a:cubicBezTo>
                    <a:pt x="170" y="140"/>
                    <a:pt x="181" y="117"/>
                    <a:pt x="181" y="91"/>
                  </a:cubicBezTo>
                  <a:cubicBezTo>
                    <a:pt x="181" y="49"/>
                    <a:pt x="152" y="13"/>
                    <a:pt x="113" y="3"/>
                  </a:cubicBezTo>
                  <a:cubicBezTo>
                    <a:pt x="110" y="2"/>
                    <a:pt x="107" y="2"/>
                    <a:pt x="104" y="1"/>
                  </a:cubicBezTo>
                  <a:cubicBezTo>
                    <a:pt x="100" y="1"/>
                    <a:pt x="96" y="0"/>
                    <a:pt x="91" y="0"/>
                  </a:cubicBezTo>
                  <a:cubicBezTo>
                    <a:pt x="61" y="0"/>
                    <a:pt x="34" y="15"/>
                    <a:pt x="18" y="38"/>
                  </a:cubicBezTo>
                  <a:cubicBezTo>
                    <a:pt x="7" y="53"/>
                    <a:pt x="1" y="70"/>
                    <a:pt x="1" y="90"/>
                  </a:cubicBezTo>
                  <a:cubicBezTo>
                    <a:pt x="0" y="139"/>
                    <a:pt x="39" y="179"/>
                    <a:pt x="88" y="180"/>
                  </a:cubicBezTo>
                  <a:cubicBezTo>
                    <a:pt x="89" y="180"/>
                    <a:pt x="89" y="180"/>
                    <a:pt x="90" y="180"/>
                  </a:cubicBezTo>
                  <a:cubicBezTo>
                    <a:pt x="93" y="180"/>
                    <a:pt x="95" y="180"/>
                    <a:pt x="98" y="180"/>
                  </a:cubicBezTo>
                  <a:cubicBezTo>
                    <a:pt x="100" y="180"/>
                    <a:pt x="102" y="180"/>
                    <a:pt x="104" y="1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4" name="组合 63"/>
          <p:cNvGrpSpPr/>
          <p:nvPr/>
        </p:nvGrpSpPr>
        <p:grpSpPr>
          <a:xfrm>
            <a:off x="503238" y="842963"/>
            <a:ext cx="674687" cy="1441450"/>
            <a:chOff x="503238" y="842963"/>
            <a:chExt cx="674687" cy="1441450"/>
          </a:xfrm>
        </p:grpSpPr>
        <p:sp>
          <p:nvSpPr>
            <p:cNvPr id="65" name="Oval 6"/>
            <p:cNvSpPr>
              <a:spLocks noChangeArrowheads="1"/>
            </p:cNvSpPr>
            <p:nvPr/>
          </p:nvSpPr>
          <p:spPr bwMode="auto">
            <a:xfrm>
              <a:off x="704850" y="842963"/>
              <a:ext cx="273050" cy="271463"/>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6" name="Freeform 7"/>
            <p:cNvSpPr>
              <a:spLocks/>
            </p:cNvSpPr>
            <p:nvPr/>
          </p:nvSpPr>
          <p:spPr bwMode="auto">
            <a:xfrm>
              <a:off x="503238" y="1147763"/>
              <a:ext cx="674687" cy="595313"/>
            </a:xfrm>
            <a:custGeom>
              <a:avLst/>
              <a:gdLst>
                <a:gd name="T0" fmla="*/ 55 w 445"/>
                <a:gd name="T1" fmla="*/ 392 h 392"/>
                <a:gd name="T2" fmla="*/ 62 w 445"/>
                <a:gd name="T3" fmla="*/ 391 h 392"/>
                <a:gd name="T4" fmla="*/ 92 w 445"/>
                <a:gd name="T5" fmla="*/ 346 h 392"/>
                <a:gd name="T6" fmla="*/ 76 w 445"/>
                <a:gd name="T7" fmla="*/ 211 h 392"/>
                <a:gd name="T8" fmla="*/ 83 w 445"/>
                <a:gd name="T9" fmla="*/ 145 h 392"/>
                <a:gd name="T10" fmla="*/ 114 w 445"/>
                <a:gd name="T11" fmla="*/ 206 h 392"/>
                <a:gd name="T12" fmla="*/ 114 w 445"/>
                <a:gd name="T13" fmla="*/ 265 h 392"/>
                <a:gd name="T14" fmla="*/ 193 w 445"/>
                <a:gd name="T15" fmla="*/ 328 h 392"/>
                <a:gd name="T16" fmla="*/ 222 w 445"/>
                <a:gd name="T17" fmla="*/ 338 h 392"/>
                <a:gd name="T18" fmla="*/ 223 w 445"/>
                <a:gd name="T19" fmla="*/ 336 h 392"/>
                <a:gd name="T20" fmla="*/ 223 w 445"/>
                <a:gd name="T21" fmla="*/ 338 h 392"/>
                <a:gd name="T22" fmla="*/ 253 w 445"/>
                <a:gd name="T23" fmla="*/ 328 h 392"/>
                <a:gd name="T24" fmla="*/ 331 w 445"/>
                <a:gd name="T25" fmla="*/ 265 h 392"/>
                <a:gd name="T26" fmla="*/ 331 w 445"/>
                <a:gd name="T27" fmla="*/ 206 h 392"/>
                <a:gd name="T28" fmla="*/ 363 w 445"/>
                <a:gd name="T29" fmla="*/ 145 h 392"/>
                <a:gd name="T30" fmla="*/ 369 w 445"/>
                <a:gd name="T31" fmla="*/ 211 h 392"/>
                <a:gd name="T32" fmla="*/ 353 w 445"/>
                <a:gd name="T33" fmla="*/ 346 h 392"/>
                <a:gd name="T34" fmla="*/ 383 w 445"/>
                <a:gd name="T35" fmla="*/ 391 h 392"/>
                <a:gd name="T36" fmla="*/ 391 w 445"/>
                <a:gd name="T37" fmla="*/ 392 h 392"/>
                <a:gd name="T38" fmla="*/ 428 w 445"/>
                <a:gd name="T39" fmla="*/ 362 h 392"/>
                <a:gd name="T40" fmla="*/ 445 w 445"/>
                <a:gd name="T41" fmla="*/ 211 h 392"/>
                <a:gd name="T42" fmla="*/ 429 w 445"/>
                <a:gd name="T43" fmla="*/ 100 h 392"/>
                <a:gd name="T44" fmla="*/ 361 w 445"/>
                <a:gd name="T45" fmla="*/ 15 h 392"/>
                <a:gd name="T46" fmla="*/ 305 w 445"/>
                <a:gd name="T47" fmla="*/ 0 h 392"/>
                <a:gd name="T48" fmla="*/ 302 w 445"/>
                <a:gd name="T49" fmla="*/ 0 h 392"/>
                <a:gd name="T50" fmla="*/ 300 w 445"/>
                <a:gd name="T51" fmla="*/ 0 h 392"/>
                <a:gd name="T52" fmla="*/ 300 w 445"/>
                <a:gd name="T53" fmla="*/ 0 h 392"/>
                <a:gd name="T54" fmla="*/ 145 w 445"/>
                <a:gd name="T55" fmla="*/ 0 h 392"/>
                <a:gd name="T56" fmla="*/ 145 w 445"/>
                <a:gd name="T57" fmla="*/ 0 h 392"/>
                <a:gd name="T58" fmla="*/ 143 w 445"/>
                <a:gd name="T59" fmla="*/ 0 h 392"/>
                <a:gd name="T60" fmla="*/ 140 w 445"/>
                <a:gd name="T61" fmla="*/ 0 h 392"/>
                <a:gd name="T62" fmla="*/ 108 w 445"/>
                <a:gd name="T63" fmla="*/ 5 h 392"/>
                <a:gd name="T64" fmla="*/ 36 w 445"/>
                <a:gd name="T65" fmla="*/ 61 h 392"/>
                <a:gd name="T66" fmla="*/ 0 w 445"/>
                <a:gd name="T67" fmla="*/ 211 h 392"/>
                <a:gd name="T68" fmla="*/ 17 w 445"/>
                <a:gd name="T69" fmla="*/ 362 h 392"/>
                <a:gd name="T70" fmla="*/ 55 w 445"/>
                <a:gd name="T71" fmla="*/ 392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45" h="392">
                  <a:moveTo>
                    <a:pt x="55" y="392"/>
                  </a:moveTo>
                  <a:cubicBezTo>
                    <a:pt x="57" y="392"/>
                    <a:pt x="60" y="392"/>
                    <a:pt x="62" y="391"/>
                  </a:cubicBezTo>
                  <a:cubicBezTo>
                    <a:pt x="83" y="387"/>
                    <a:pt x="96" y="367"/>
                    <a:pt x="92" y="346"/>
                  </a:cubicBezTo>
                  <a:cubicBezTo>
                    <a:pt x="81" y="291"/>
                    <a:pt x="76" y="246"/>
                    <a:pt x="76" y="211"/>
                  </a:cubicBezTo>
                  <a:cubicBezTo>
                    <a:pt x="76" y="184"/>
                    <a:pt x="79" y="162"/>
                    <a:pt x="83" y="145"/>
                  </a:cubicBezTo>
                  <a:cubicBezTo>
                    <a:pt x="90" y="166"/>
                    <a:pt x="101" y="189"/>
                    <a:pt x="114" y="206"/>
                  </a:cubicBezTo>
                  <a:cubicBezTo>
                    <a:pt x="114" y="265"/>
                    <a:pt x="114" y="265"/>
                    <a:pt x="114" y="265"/>
                  </a:cubicBezTo>
                  <a:cubicBezTo>
                    <a:pt x="193" y="328"/>
                    <a:pt x="193" y="328"/>
                    <a:pt x="193" y="328"/>
                  </a:cubicBezTo>
                  <a:cubicBezTo>
                    <a:pt x="193" y="328"/>
                    <a:pt x="208" y="338"/>
                    <a:pt x="222" y="338"/>
                  </a:cubicBezTo>
                  <a:cubicBezTo>
                    <a:pt x="223" y="336"/>
                    <a:pt x="223" y="336"/>
                    <a:pt x="223" y="336"/>
                  </a:cubicBezTo>
                  <a:cubicBezTo>
                    <a:pt x="223" y="338"/>
                    <a:pt x="223" y="338"/>
                    <a:pt x="223" y="338"/>
                  </a:cubicBezTo>
                  <a:cubicBezTo>
                    <a:pt x="237" y="338"/>
                    <a:pt x="253" y="328"/>
                    <a:pt x="253" y="328"/>
                  </a:cubicBezTo>
                  <a:cubicBezTo>
                    <a:pt x="331" y="265"/>
                    <a:pt x="331" y="265"/>
                    <a:pt x="331" y="265"/>
                  </a:cubicBezTo>
                  <a:cubicBezTo>
                    <a:pt x="331" y="206"/>
                    <a:pt x="331" y="206"/>
                    <a:pt x="331" y="206"/>
                  </a:cubicBezTo>
                  <a:cubicBezTo>
                    <a:pt x="344" y="189"/>
                    <a:pt x="355" y="166"/>
                    <a:pt x="363" y="145"/>
                  </a:cubicBezTo>
                  <a:cubicBezTo>
                    <a:pt x="367" y="162"/>
                    <a:pt x="369" y="184"/>
                    <a:pt x="369" y="211"/>
                  </a:cubicBezTo>
                  <a:cubicBezTo>
                    <a:pt x="369" y="246"/>
                    <a:pt x="365" y="291"/>
                    <a:pt x="353" y="346"/>
                  </a:cubicBezTo>
                  <a:cubicBezTo>
                    <a:pt x="349" y="367"/>
                    <a:pt x="363" y="387"/>
                    <a:pt x="383" y="391"/>
                  </a:cubicBezTo>
                  <a:cubicBezTo>
                    <a:pt x="386" y="392"/>
                    <a:pt x="388" y="392"/>
                    <a:pt x="391" y="392"/>
                  </a:cubicBezTo>
                  <a:cubicBezTo>
                    <a:pt x="408" y="392"/>
                    <a:pt x="424" y="380"/>
                    <a:pt x="428" y="362"/>
                  </a:cubicBezTo>
                  <a:cubicBezTo>
                    <a:pt x="440" y="302"/>
                    <a:pt x="445" y="252"/>
                    <a:pt x="445" y="211"/>
                  </a:cubicBezTo>
                  <a:cubicBezTo>
                    <a:pt x="445" y="165"/>
                    <a:pt x="439" y="129"/>
                    <a:pt x="429" y="100"/>
                  </a:cubicBezTo>
                  <a:cubicBezTo>
                    <a:pt x="413" y="56"/>
                    <a:pt x="386" y="29"/>
                    <a:pt x="361" y="15"/>
                  </a:cubicBezTo>
                  <a:cubicBezTo>
                    <a:pt x="335" y="1"/>
                    <a:pt x="314" y="0"/>
                    <a:pt x="305" y="0"/>
                  </a:cubicBezTo>
                  <a:cubicBezTo>
                    <a:pt x="304" y="0"/>
                    <a:pt x="303" y="0"/>
                    <a:pt x="302" y="0"/>
                  </a:cubicBezTo>
                  <a:cubicBezTo>
                    <a:pt x="302" y="0"/>
                    <a:pt x="301" y="0"/>
                    <a:pt x="300" y="0"/>
                  </a:cubicBezTo>
                  <a:cubicBezTo>
                    <a:pt x="300" y="0"/>
                    <a:pt x="300" y="0"/>
                    <a:pt x="300" y="0"/>
                  </a:cubicBezTo>
                  <a:cubicBezTo>
                    <a:pt x="145" y="0"/>
                    <a:pt x="145" y="0"/>
                    <a:pt x="145" y="0"/>
                  </a:cubicBezTo>
                  <a:cubicBezTo>
                    <a:pt x="145" y="0"/>
                    <a:pt x="145" y="0"/>
                    <a:pt x="145" y="0"/>
                  </a:cubicBezTo>
                  <a:cubicBezTo>
                    <a:pt x="144" y="0"/>
                    <a:pt x="144" y="0"/>
                    <a:pt x="143" y="0"/>
                  </a:cubicBezTo>
                  <a:cubicBezTo>
                    <a:pt x="142" y="0"/>
                    <a:pt x="141" y="0"/>
                    <a:pt x="140" y="0"/>
                  </a:cubicBezTo>
                  <a:cubicBezTo>
                    <a:pt x="134" y="0"/>
                    <a:pt x="123" y="1"/>
                    <a:pt x="108" y="5"/>
                  </a:cubicBezTo>
                  <a:cubicBezTo>
                    <a:pt x="87" y="11"/>
                    <a:pt x="57" y="28"/>
                    <a:pt x="36" y="61"/>
                  </a:cubicBezTo>
                  <a:cubicBezTo>
                    <a:pt x="14" y="95"/>
                    <a:pt x="0" y="143"/>
                    <a:pt x="0" y="211"/>
                  </a:cubicBezTo>
                  <a:cubicBezTo>
                    <a:pt x="0" y="252"/>
                    <a:pt x="5" y="302"/>
                    <a:pt x="17" y="362"/>
                  </a:cubicBezTo>
                  <a:cubicBezTo>
                    <a:pt x="21" y="380"/>
                    <a:pt x="37" y="392"/>
                    <a:pt x="55" y="39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7" name="Freeform 8"/>
            <p:cNvSpPr>
              <a:spLocks/>
            </p:cNvSpPr>
            <p:nvPr/>
          </p:nvSpPr>
          <p:spPr bwMode="auto">
            <a:xfrm>
              <a:off x="592138" y="1597025"/>
              <a:ext cx="231775" cy="687388"/>
            </a:xfrm>
            <a:custGeom>
              <a:avLst/>
              <a:gdLst>
                <a:gd name="T0" fmla="*/ 144 w 153"/>
                <a:gd name="T1" fmla="*/ 117 h 454"/>
                <a:gd name="T2" fmla="*/ 56 w 153"/>
                <a:gd name="T3" fmla="*/ 0 h 454"/>
                <a:gd name="T4" fmla="*/ 56 w 153"/>
                <a:gd name="T5" fmla="*/ 4 h 454"/>
                <a:gd name="T6" fmla="*/ 4 w 153"/>
                <a:gd name="T7" fmla="*/ 391 h 454"/>
                <a:gd name="T8" fmla="*/ 53 w 153"/>
                <a:gd name="T9" fmla="*/ 453 h 454"/>
                <a:gd name="T10" fmla="*/ 60 w 153"/>
                <a:gd name="T11" fmla="*/ 454 h 454"/>
                <a:gd name="T12" fmla="*/ 115 w 153"/>
                <a:gd name="T13" fmla="*/ 405 h 454"/>
                <a:gd name="T14" fmla="*/ 153 w 153"/>
                <a:gd name="T15" fmla="*/ 125 h 454"/>
                <a:gd name="T16" fmla="*/ 144 w 153"/>
                <a:gd name="T17" fmla="*/ 117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3" h="454">
                  <a:moveTo>
                    <a:pt x="144" y="117"/>
                  </a:moveTo>
                  <a:cubicBezTo>
                    <a:pt x="144" y="117"/>
                    <a:pt x="144" y="70"/>
                    <a:pt x="56" y="0"/>
                  </a:cubicBezTo>
                  <a:cubicBezTo>
                    <a:pt x="56" y="4"/>
                    <a:pt x="56" y="4"/>
                    <a:pt x="56" y="4"/>
                  </a:cubicBezTo>
                  <a:cubicBezTo>
                    <a:pt x="4" y="391"/>
                    <a:pt x="4" y="391"/>
                    <a:pt x="4" y="391"/>
                  </a:cubicBezTo>
                  <a:cubicBezTo>
                    <a:pt x="0" y="421"/>
                    <a:pt x="22" y="449"/>
                    <a:pt x="53" y="453"/>
                  </a:cubicBezTo>
                  <a:cubicBezTo>
                    <a:pt x="55" y="454"/>
                    <a:pt x="58" y="454"/>
                    <a:pt x="60" y="454"/>
                  </a:cubicBezTo>
                  <a:cubicBezTo>
                    <a:pt x="88" y="454"/>
                    <a:pt x="112" y="434"/>
                    <a:pt x="115" y="405"/>
                  </a:cubicBezTo>
                  <a:cubicBezTo>
                    <a:pt x="153" y="125"/>
                    <a:pt x="153" y="125"/>
                    <a:pt x="153" y="125"/>
                  </a:cubicBezTo>
                  <a:cubicBezTo>
                    <a:pt x="147" y="122"/>
                    <a:pt x="144" y="117"/>
                    <a:pt x="144" y="11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8" name="Freeform 9"/>
            <p:cNvSpPr>
              <a:spLocks/>
            </p:cNvSpPr>
            <p:nvPr/>
          </p:nvSpPr>
          <p:spPr bwMode="auto">
            <a:xfrm>
              <a:off x="857250" y="1597025"/>
              <a:ext cx="233362" cy="687388"/>
            </a:xfrm>
            <a:custGeom>
              <a:avLst/>
              <a:gdLst>
                <a:gd name="T0" fmla="*/ 9 w 153"/>
                <a:gd name="T1" fmla="*/ 117 h 454"/>
                <a:gd name="T2" fmla="*/ 0 w 153"/>
                <a:gd name="T3" fmla="*/ 125 h 454"/>
                <a:gd name="T4" fmla="*/ 38 w 153"/>
                <a:gd name="T5" fmla="*/ 405 h 454"/>
                <a:gd name="T6" fmla="*/ 93 w 153"/>
                <a:gd name="T7" fmla="*/ 454 h 454"/>
                <a:gd name="T8" fmla="*/ 101 w 153"/>
                <a:gd name="T9" fmla="*/ 453 h 454"/>
                <a:gd name="T10" fmla="*/ 149 w 153"/>
                <a:gd name="T11" fmla="*/ 391 h 454"/>
                <a:gd name="T12" fmla="*/ 97 w 153"/>
                <a:gd name="T13" fmla="*/ 4 h 454"/>
                <a:gd name="T14" fmla="*/ 97 w 153"/>
                <a:gd name="T15" fmla="*/ 0 h 454"/>
                <a:gd name="T16" fmla="*/ 9 w 153"/>
                <a:gd name="T17" fmla="*/ 117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3" h="454">
                  <a:moveTo>
                    <a:pt x="9" y="117"/>
                  </a:moveTo>
                  <a:cubicBezTo>
                    <a:pt x="9" y="117"/>
                    <a:pt x="6" y="122"/>
                    <a:pt x="0" y="125"/>
                  </a:cubicBezTo>
                  <a:cubicBezTo>
                    <a:pt x="38" y="405"/>
                    <a:pt x="38" y="405"/>
                    <a:pt x="38" y="405"/>
                  </a:cubicBezTo>
                  <a:cubicBezTo>
                    <a:pt x="42" y="434"/>
                    <a:pt x="66" y="454"/>
                    <a:pt x="93" y="454"/>
                  </a:cubicBezTo>
                  <a:cubicBezTo>
                    <a:pt x="96" y="454"/>
                    <a:pt x="98" y="454"/>
                    <a:pt x="101" y="453"/>
                  </a:cubicBezTo>
                  <a:cubicBezTo>
                    <a:pt x="131" y="449"/>
                    <a:pt x="153" y="421"/>
                    <a:pt x="149" y="391"/>
                  </a:cubicBezTo>
                  <a:cubicBezTo>
                    <a:pt x="97" y="4"/>
                    <a:pt x="97" y="4"/>
                    <a:pt x="97" y="4"/>
                  </a:cubicBezTo>
                  <a:cubicBezTo>
                    <a:pt x="97" y="0"/>
                    <a:pt x="97" y="0"/>
                    <a:pt x="97" y="0"/>
                  </a:cubicBezTo>
                  <a:cubicBezTo>
                    <a:pt x="9" y="70"/>
                    <a:pt x="9" y="117"/>
                    <a:pt x="9" y="11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69" name="组合 68"/>
          <p:cNvGrpSpPr/>
          <p:nvPr/>
        </p:nvGrpSpPr>
        <p:grpSpPr>
          <a:xfrm>
            <a:off x="354013" y="2679700"/>
            <a:ext cx="674687" cy="1370013"/>
            <a:chOff x="354013" y="2679700"/>
            <a:chExt cx="674687" cy="1370013"/>
          </a:xfrm>
        </p:grpSpPr>
        <p:sp>
          <p:nvSpPr>
            <p:cNvPr id="70" name="Freeform 10"/>
            <p:cNvSpPr>
              <a:spLocks/>
            </p:cNvSpPr>
            <p:nvPr/>
          </p:nvSpPr>
          <p:spPr bwMode="auto">
            <a:xfrm>
              <a:off x="509588" y="2679700"/>
              <a:ext cx="273050" cy="222250"/>
            </a:xfrm>
            <a:custGeom>
              <a:avLst/>
              <a:gdLst>
                <a:gd name="T0" fmla="*/ 41 w 180"/>
                <a:gd name="T1" fmla="*/ 146 h 147"/>
                <a:gd name="T2" fmla="*/ 43 w 180"/>
                <a:gd name="T3" fmla="*/ 146 h 147"/>
                <a:gd name="T4" fmla="*/ 160 w 180"/>
                <a:gd name="T5" fmla="*/ 146 h 147"/>
                <a:gd name="T6" fmla="*/ 180 w 180"/>
                <a:gd name="T7" fmla="*/ 90 h 147"/>
                <a:gd name="T8" fmla="*/ 90 w 180"/>
                <a:gd name="T9" fmla="*/ 0 h 147"/>
                <a:gd name="T10" fmla="*/ 0 w 180"/>
                <a:gd name="T11" fmla="*/ 90 h 147"/>
                <a:gd name="T12" fmla="*/ 21 w 180"/>
                <a:gd name="T13" fmla="*/ 147 h 147"/>
                <a:gd name="T14" fmla="*/ 37 w 180"/>
                <a:gd name="T15" fmla="*/ 146 h 147"/>
                <a:gd name="T16" fmla="*/ 41 w 180"/>
                <a:gd name="T17" fmla="*/ 14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0" h="147">
                  <a:moveTo>
                    <a:pt x="41" y="146"/>
                  </a:moveTo>
                  <a:cubicBezTo>
                    <a:pt x="41" y="146"/>
                    <a:pt x="42" y="146"/>
                    <a:pt x="43" y="146"/>
                  </a:cubicBezTo>
                  <a:cubicBezTo>
                    <a:pt x="160" y="146"/>
                    <a:pt x="160" y="146"/>
                    <a:pt x="160" y="146"/>
                  </a:cubicBezTo>
                  <a:cubicBezTo>
                    <a:pt x="173" y="131"/>
                    <a:pt x="180" y="111"/>
                    <a:pt x="180" y="90"/>
                  </a:cubicBezTo>
                  <a:cubicBezTo>
                    <a:pt x="180" y="40"/>
                    <a:pt x="140" y="0"/>
                    <a:pt x="90" y="0"/>
                  </a:cubicBezTo>
                  <a:cubicBezTo>
                    <a:pt x="40" y="0"/>
                    <a:pt x="0" y="40"/>
                    <a:pt x="0" y="90"/>
                  </a:cubicBezTo>
                  <a:cubicBezTo>
                    <a:pt x="0" y="112"/>
                    <a:pt x="8" y="132"/>
                    <a:pt x="21" y="147"/>
                  </a:cubicBezTo>
                  <a:cubicBezTo>
                    <a:pt x="27" y="146"/>
                    <a:pt x="33" y="146"/>
                    <a:pt x="37" y="146"/>
                  </a:cubicBezTo>
                  <a:cubicBezTo>
                    <a:pt x="39" y="146"/>
                    <a:pt x="40" y="146"/>
                    <a:pt x="41" y="14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1" name="Freeform 11"/>
            <p:cNvSpPr>
              <a:spLocks/>
            </p:cNvSpPr>
            <p:nvPr/>
          </p:nvSpPr>
          <p:spPr bwMode="auto">
            <a:xfrm>
              <a:off x="442913" y="3414713"/>
              <a:ext cx="231775" cy="635000"/>
            </a:xfrm>
            <a:custGeom>
              <a:avLst/>
              <a:gdLst>
                <a:gd name="T0" fmla="*/ 59 w 153"/>
                <a:gd name="T1" fmla="*/ 419 h 419"/>
                <a:gd name="T2" fmla="*/ 115 w 153"/>
                <a:gd name="T3" fmla="*/ 370 h 419"/>
                <a:gd name="T4" fmla="*/ 153 w 153"/>
                <a:gd name="T5" fmla="*/ 87 h 419"/>
                <a:gd name="T6" fmla="*/ 52 w 153"/>
                <a:gd name="T7" fmla="*/ 0 h 419"/>
                <a:gd name="T8" fmla="*/ 4 w 153"/>
                <a:gd name="T9" fmla="*/ 355 h 419"/>
                <a:gd name="T10" fmla="*/ 52 w 153"/>
                <a:gd name="T11" fmla="*/ 418 h 419"/>
                <a:gd name="T12" fmla="*/ 59 w 153"/>
                <a:gd name="T13" fmla="*/ 419 h 419"/>
              </a:gdLst>
              <a:ahLst/>
              <a:cxnLst>
                <a:cxn ang="0">
                  <a:pos x="T0" y="T1"/>
                </a:cxn>
                <a:cxn ang="0">
                  <a:pos x="T2" y="T3"/>
                </a:cxn>
                <a:cxn ang="0">
                  <a:pos x="T4" y="T5"/>
                </a:cxn>
                <a:cxn ang="0">
                  <a:pos x="T6" y="T7"/>
                </a:cxn>
                <a:cxn ang="0">
                  <a:pos x="T8" y="T9"/>
                </a:cxn>
                <a:cxn ang="0">
                  <a:pos x="T10" y="T11"/>
                </a:cxn>
                <a:cxn ang="0">
                  <a:pos x="T12" y="T13"/>
                </a:cxn>
              </a:cxnLst>
              <a:rect l="0" t="0" r="r" b="b"/>
              <a:pathLst>
                <a:path w="153" h="419">
                  <a:moveTo>
                    <a:pt x="59" y="419"/>
                  </a:moveTo>
                  <a:cubicBezTo>
                    <a:pt x="87" y="419"/>
                    <a:pt x="111" y="399"/>
                    <a:pt x="115" y="370"/>
                  </a:cubicBezTo>
                  <a:cubicBezTo>
                    <a:pt x="153" y="87"/>
                    <a:pt x="153" y="87"/>
                    <a:pt x="153" y="87"/>
                  </a:cubicBezTo>
                  <a:cubicBezTo>
                    <a:pt x="141" y="77"/>
                    <a:pt x="118" y="52"/>
                    <a:pt x="52" y="0"/>
                  </a:cubicBezTo>
                  <a:cubicBezTo>
                    <a:pt x="4" y="355"/>
                    <a:pt x="4" y="355"/>
                    <a:pt x="4" y="355"/>
                  </a:cubicBezTo>
                  <a:cubicBezTo>
                    <a:pt x="0" y="386"/>
                    <a:pt x="21" y="414"/>
                    <a:pt x="52" y="418"/>
                  </a:cubicBezTo>
                  <a:cubicBezTo>
                    <a:pt x="54" y="419"/>
                    <a:pt x="57" y="419"/>
                    <a:pt x="59" y="41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2" name="Freeform 12"/>
            <p:cNvSpPr>
              <a:spLocks/>
            </p:cNvSpPr>
            <p:nvPr/>
          </p:nvSpPr>
          <p:spPr bwMode="auto">
            <a:xfrm>
              <a:off x="354013" y="2913063"/>
              <a:ext cx="674687" cy="593725"/>
            </a:xfrm>
            <a:custGeom>
              <a:avLst/>
              <a:gdLst>
                <a:gd name="T0" fmla="*/ 76 w 446"/>
                <a:gd name="T1" fmla="*/ 211 h 392"/>
                <a:gd name="T2" fmla="*/ 83 w 446"/>
                <a:gd name="T3" fmla="*/ 145 h 392"/>
                <a:gd name="T4" fmla="*/ 115 w 446"/>
                <a:gd name="T5" fmla="*/ 206 h 392"/>
                <a:gd name="T6" fmla="*/ 115 w 446"/>
                <a:gd name="T7" fmla="*/ 264 h 392"/>
                <a:gd name="T8" fmla="*/ 223 w 446"/>
                <a:gd name="T9" fmla="*/ 286 h 392"/>
                <a:gd name="T10" fmla="*/ 331 w 446"/>
                <a:gd name="T11" fmla="*/ 264 h 392"/>
                <a:gd name="T12" fmla="*/ 331 w 446"/>
                <a:gd name="T13" fmla="*/ 206 h 392"/>
                <a:gd name="T14" fmla="*/ 363 w 446"/>
                <a:gd name="T15" fmla="*/ 145 h 392"/>
                <a:gd name="T16" fmla="*/ 370 w 446"/>
                <a:gd name="T17" fmla="*/ 211 h 392"/>
                <a:gd name="T18" fmla="*/ 354 w 446"/>
                <a:gd name="T19" fmla="*/ 346 h 392"/>
                <a:gd name="T20" fmla="*/ 383 w 446"/>
                <a:gd name="T21" fmla="*/ 391 h 392"/>
                <a:gd name="T22" fmla="*/ 391 w 446"/>
                <a:gd name="T23" fmla="*/ 392 h 392"/>
                <a:gd name="T24" fmla="*/ 428 w 446"/>
                <a:gd name="T25" fmla="*/ 361 h 392"/>
                <a:gd name="T26" fmla="*/ 446 w 446"/>
                <a:gd name="T27" fmla="*/ 211 h 392"/>
                <a:gd name="T28" fmla="*/ 429 w 446"/>
                <a:gd name="T29" fmla="*/ 100 h 392"/>
                <a:gd name="T30" fmla="*/ 361 w 446"/>
                <a:gd name="T31" fmla="*/ 15 h 392"/>
                <a:gd name="T32" fmla="*/ 306 w 446"/>
                <a:gd name="T33" fmla="*/ 0 h 392"/>
                <a:gd name="T34" fmla="*/ 303 w 446"/>
                <a:gd name="T35" fmla="*/ 0 h 392"/>
                <a:gd name="T36" fmla="*/ 301 w 446"/>
                <a:gd name="T37" fmla="*/ 0 h 392"/>
                <a:gd name="T38" fmla="*/ 300 w 446"/>
                <a:gd name="T39" fmla="*/ 0 h 392"/>
                <a:gd name="T40" fmla="*/ 146 w 446"/>
                <a:gd name="T41" fmla="*/ 0 h 392"/>
                <a:gd name="T42" fmla="*/ 145 w 446"/>
                <a:gd name="T43" fmla="*/ 0 h 392"/>
                <a:gd name="T44" fmla="*/ 143 w 446"/>
                <a:gd name="T45" fmla="*/ 0 h 392"/>
                <a:gd name="T46" fmla="*/ 140 w 446"/>
                <a:gd name="T47" fmla="*/ 0 h 392"/>
                <a:gd name="T48" fmla="*/ 109 w 446"/>
                <a:gd name="T49" fmla="*/ 5 h 392"/>
                <a:gd name="T50" fmla="*/ 36 w 446"/>
                <a:gd name="T51" fmla="*/ 61 h 392"/>
                <a:gd name="T52" fmla="*/ 0 w 446"/>
                <a:gd name="T53" fmla="*/ 211 h 392"/>
                <a:gd name="T54" fmla="*/ 18 w 446"/>
                <a:gd name="T55" fmla="*/ 362 h 392"/>
                <a:gd name="T56" fmla="*/ 55 w 446"/>
                <a:gd name="T57" fmla="*/ 392 h 392"/>
                <a:gd name="T58" fmla="*/ 63 w 446"/>
                <a:gd name="T59" fmla="*/ 391 h 392"/>
                <a:gd name="T60" fmla="*/ 92 w 446"/>
                <a:gd name="T61" fmla="*/ 346 h 392"/>
                <a:gd name="T62" fmla="*/ 76 w 446"/>
                <a:gd name="T63" fmla="*/ 211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46" h="392">
                  <a:moveTo>
                    <a:pt x="76" y="211"/>
                  </a:moveTo>
                  <a:cubicBezTo>
                    <a:pt x="76" y="184"/>
                    <a:pt x="79" y="162"/>
                    <a:pt x="83" y="145"/>
                  </a:cubicBezTo>
                  <a:cubicBezTo>
                    <a:pt x="91" y="166"/>
                    <a:pt x="101" y="189"/>
                    <a:pt x="115" y="206"/>
                  </a:cubicBezTo>
                  <a:cubicBezTo>
                    <a:pt x="115" y="264"/>
                    <a:pt x="115" y="264"/>
                    <a:pt x="115" y="264"/>
                  </a:cubicBezTo>
                  <a:cubicBezTo>
                    <a:pt x="128" y="267"/>
                    <a:pt x="210" y="286"/>
                    <a:pt x="223" y="286"/>
                  </a:cubicBezTo>
                  <a:cubicBezTo>
                    <a:pt x="236" y="286"/>
                    <a:pt x="318" y="267"/>
                    <a:pt x="331" y="264"/>
                  </a:cubicBezTo>
                  <a:cubicBezTo>
                    <a:pt x="331" y="206"/>
                    <a:pt x="331" y="206"/>
                    <a:pt x="331" y="206"/>
                  </a:cubicBezTo>
                  <a:cubicBezTo>
                    <a:pt x="344" y="189"/>
                    <a:pt x="355" y="166"/>
                    <a:pt x="363" y="145"/>
                  </a:cubicBezTo>
                  <a:cubicBezTo>
                    <a:pt x="367" y="162"/>
                    <a:pt x="369" y="184"/>
                    <a:pt x="370" y="211"/>
                  </a:cubicBezTo>
                  <a:cubicBezTo>
                    <a:pt x="370" y="246"/>
                    <a:pt x="365" y="291"/>
                    <a:pt x="354" y="346"/>
                  </a:cubicBezTo>
                  <a:cubicBezTo>
                    <a:pt x="350" y="367"/>
                    <a:pt x="363" y="387"/>
                    <a:pt x="383" y="391"/>
                  </a:cubicBezTo>
                  <a:cubicBezTo>
                    <a:pt x="386" y="392"/>
                    <a:pt x="388" y="392"/>
                    <a:pt x="391" y="392"/>
                  </a:cubicBezTo>
                  <a:cubicBezTo>
                    <a:pt x="409" y="392"/>
                    <a:pt x="425" y="380"/>
                    <a:pt x="428" y="361"/>
                  </a:cubicBezTo>
                  <a:cubicBezTo>
                    <a:pt x="440" y="302"/>
                    <a:pt x="446" y="252"/>
                    <a:pt x="446" y="211"/>
                  </a:cubicBezTo>
                  <a:cubicBezTo>
                    <a:pt x="446" y="165"/>
                    <a:pt x="439" y="129"/>
                    <a:pt x="429" y="100"/>
                  </a:cubicBezTo>
                  <a:cubicBezTo>
                    <a:pt x="413" y="56"/>
                    <a:pt x="386" y="29"/>
                    <a:pt x="361" y="15"/>
                  </a:cubicBezTo>
                  <a:cubicBezTo>
                    <a:pt x="336" y="1"/>
                    <a:pt x="314" y="0"/>
                    <a:pt x="306" y="0"/>
                  </a:cubicBezTo>
                  <a:cubicBezTo>
                    <a:pt x="304" y="0"/>
                    <a:pt x="303" y="0"/>
                    <a:pt x="303" y="0"/>
                  </a:cubicBezTo>
                  <a:cubicBezTo>
                    <a:pt x="302" y="0"/>
                    <a:pt x="301" y="0"/>
                    <a:pt x="301" y="0"/>
                  </a:cubicBezTo>
                  <a:cubicBezTo>
                    <a:pt x="300" y="0"/>
                    <a:pt x="300" y="0"/>
                    <a:pt x="300" y="0"/>
                  </a:cubicBezTo>
                  <a:cubicBezTo>
                    <a:pt x="146" y="0"/>
                    <a:pt x="146" y="0"/>
                    <a:pt x="146" y="0"/>
                  </a:cubicBezTo>
                  <a:cubicBezTo>
                    <a:pt x="146" y="0"/>
                    <a:pt x="146" y="0"/>
                    <a:pt x="145" y="0"/>
                  </a:cubicBezTo>
                  <a:cubicBezTo>
                    <a:pt x="145" y="0"/>
                    <a:pt x="144" y="0"/>
                    <a:pt x="143" y="0"/>
                  </a:cubicBezTo>
                  <a:cubicBezTo>
                    <a:pt x="143" y="0"/>
                    <a:pt x="142" y="0"/>
                    <a:pt x="140" y="0"/>
                  </a:cubicBezTo>
                  <a:cubicBezTo>
                    <a:pt x="135" y="0"/>
                    <a:pt x="123" y="1"/>
                    <a:pt x="109" y="5"/>
                  </a:cubicBezTo>
                  <a:cubicBezTo>
                    <a:pt x="87" y="11"/>
                    <a:pt x="58" y="28"/>
                    <a:pt x="36" y="61"/>
                  </a:cubicBezTo>
                  <a:cubicBezTo>
                    <a:pt x="14" y="95"/>
                    <a:pt x="0" y="143"/>
                    <a:pt x="0" y="211"/>
                  </a:cubicBezTo>
                  <a:cubicBezTo>
                    <a:pt x="0" y="252"/>
                    <a:pt x="6" y="302"/>
                    <a:pt x="18" y="362"/>
                  </a:cubicBezTo>
                  <a:cubicBezTo>
                    <a:pt x="21" y="380"/>
                    <a:pt x="37" y="392"/>
                    <a:pt x="55" y="392"/>
                  </a:cubicBezTo>
                  <a:cubicBezTo>
                    <a:pt x="57" y="392"/>
                    <a:pt x="60" y="392"/>
                    <a:pt x="63" y="391"/>
                  </a:cubicBezTo>
                  <a:cubicBezTo>
                    <a:pt x="83" y="387"/>
                    <a:pt x="96" y="367"/>
                    <a:pt x="92" y="346"/>
                  </a:cubicBezTo>
                  <a:cubicBezTo>
                    <a:pt x="81" y="291"/>
                    <a:pt x="76" y="246"/>
                    <a:pt x="76" y="21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3" name="Freeform 13"/>
            <p:cNvSpPr>
              <a:spLocks/>
            </p:cNvSpPr>
            <p:nvPr/>
          </p:nvSpPr>
          <p:spPr bwMode="auto">
            <a:xfrm>
              <a:off x="708025" y="3414713"/>
              <a:ext cx="231775" cy="635000"/>
            </a:xfrm>
            <a:custGeom>
              <a:avLst/>
              <a:gdLst>
                <a:gd name="T0" fmla="*/ 0 w 153"/>
                <a:gd name="T1" fmla="*/ 87 h 419"/>
                <a:gd name="T2" fmla="*/ 38 w 153"/>
                <a:gd name="T3" fmla="*/ 370 h 419"/>
                <a:gd name="T4" fmla="*/ 94 w 153"/>
                <a:gd name="T5" fmla="*/ 419 h 419"/>
                <a:gd name="T6" fmla="*/ 101 w 153"/>
                <a:gd name="T7" fmla="*/ 418 h 419"/>
                <a:gd name="T8" fmla="*/ 149 w 153"/>
                <a:gd name="T9" fmla="*/ 355 h 419"/>
                <a:gd name="T10" fmla="*/ 101 w 153"/>
                <a:gd name="T11" fmla="*/ 0 h 419"/>
                <a:gd name="T12" fmla="*/ 0 w 153"/>
                <a:gd name="T13" fmla="*/ 87 h 419"/>
              </a:gdLst>
              <a:ahLst/>
              <a:cxnLst>
                <a:cxn ang="0">
                  <a:pos x="T0" y="T1"/>
                </a:cxn>
                <a:cxn ang="0">
                  <a:pos x="T2" y="T3"/>
                </a:cxn>
                <a:cxn ang="0">
                  <a:pos x="T4" y="T5"/>
                </a:cxn>
                <a:cxn ang="0">
                  <a:pos x="T6" y="T7"/>
                </a:cxn>
                <a:cxn ang="0">
                  <a:pos x="T8" y="T9"/>
                </a:cxn>
                <a:cxn ang="0">
                  <a:pos x="T10" y="T11"/>
                </a:cxn>
                <a:cxn ang="0">
                  <a:pos x="T12" y="T13"/>
                </a:cxn>
              </a:cxnLst>
              <a:rect l="0" t="0" r="r" b="b"/>
              <a:pathLst>
                <a:path w="153" h="419">
                  <a:moveTo>
                    <a:pt x="0" y="87"/>
                  </a:moveTo>
                  <a:cubicBezTo>
                    <a:pt x="38" y="370"/>
                    <a:pt x="38" y="370"/>
                    <a:pt x="38" y="370"/>
                  </a:cubicBezTo>
                  <a:cubicBezTo>
                    <a:pt x="42" y="399"/>
                    <a:pt x="66" y="419"/>
                    <a:pt x="94" y="419"/>
                  </a:cubicBezTo>
                  <a:cubicBezTo>
                    <a:pt x="96" y="419"/>
                    <a:pt x="99" y="419"/>
                    <a:pt x="101" y="418"/>
                  </a:cubicBezTo>
                  <a:cubicBezTo>
                    <a:pt x="132" y="414"/>
                    <a:pt x="153" y="386"/>
                    <a:pt x="149" y="355"/>
                  </a:cubicBezTo>
                  <a:cubicBezTo>
                    <a:pt x="101" y="0"/>
                    <a:pt x="101" y="0"/>
                    <a:pt x="101" y="0"/>
                  </a:cubicBezTo>
                  <a:cubicBezTo>
                    <a:pt x="35" y="52"/>
                    <a:pt x="12" y="77"/>
                    <a:pt x="0" y="8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74" name="组合 73"/>
          <p:cNvGrpSpPr/>
          <p:nvPr/>
        </p:nvGrpSpPr>
        <p:grpSpPr>
          <a:xfrm>
            <a:off x="3524250" y="842963"/>
            <a:ext cx="801687" cy="1441450"/>
            <a:chOff x="3524250" y="842963"/>
            <a:chExt cx="801687" cy="1441450"/>
          </a:xfrm>
        </p:grpSpPr>
        <p:sp>
          <p:nvSpPr>
            <p:cNvPr id="75" name="Freeform 14"/>
            <p:cNvSpPr>
              <a:spLocks/>
            </p:cNvSpPr>
            <p:nvPr/>
          </p:nvSpPr>
          <p:spPr bwMode="auto">
            <a:xfrm>
              <a:off x="3524250" y="879475"/>
              <a:ext cx="801687" cy="863600"/>
            </a:xfrm>
            <a:custGeom>
              <a:avLst/>
              <a:gdLst>
                <a:gd name="T0" fmla="*/ 65 w 529"/>
                <a:gd name="T1" fmla="*/ 260 h 569"/>
                <a:gd name="T2" fmla="*/ 125 w 529"/>
                <a:gd name="T3" fmla="*/ 268 h 569"/>
                <a:gd name="T4" fmla="*/ 163 w 529"/>
                <a:gd name="T5" fmla="*/ 266 h 569"/>
                <a:gd name="T6" fmla="*/ 199 w 529"/>
                <a:gd name="T7" fmla="*/ 379 h 569"/>
                <a:gd name="T8" fmla="*/ 199 w 529"/>
                <a:gd name="T9" fmla="*/ 442 h 569"/>
                <a:gd name="T10" fmla="*/ 277 w 529"/>
                <a:gd name="T11" fmla="*/ 505 h 569"/>
                <a:gd name="T12" fmla="*/ 307 w 529"/>
                <a:gd name="T13" fmla="*/ 515 h 569"/>
                <a:gd name="T14" fmla="*/ 307 w 529"/>
                <a:gd name="T15" fmla="*/ 513 h 569"/>
                <a:gd name="T16" fmla="*/ 307 w 529"/>
                <a:gd name="T17" fmla="*/ 515 h 569"/>
                <a:gd name="T18" fmla="*/ 337 w 529"/>
                <a:gd name="T19" fmla="*/ 505 h 569"/>
                <a:gd name="T20" fmla="*/ 415 w 529"/>
                <a:gd name="T21" fmla="*/ 442 h 569"/>
                <a:gd name="T22" fmla="*/ 415 w 529"/>
                <a:gd name="T23" fmla="*/ 383 h 569"/>
                <a:gd name="T24" fmla="*/ 447 w 529"/>
                <a:gd name="T25" fmla="*/ 322 h 569"/>
                <a:gd name="T26" fmla="*/ 453 w 529"/>
                <a:gd name="T27" fmla="*/ 388 h 569"/>
                <a:gd name="T28" fmla="*/ 438 w 529"/>
                <a:gd name="T29" fmla="*/ 523 h 569"/>
                <a:gd name="T30" fmla="*/ 467 w 529"/>
                <a:gd name="T31" fmla="*/ 568 h 569"/>
                <a:gd name="T32" fmla="*/ 475 w 529"/>
                <a:gd name="T33" fmla="*/ 569 h 569"/>
                <a:gd name="T34" fmla="*/ 512 w 529"/>
                <a:gd name="T35" fmla="*/ 539 h 569"/>
                <a:gd name="T36" fmla="*/ 529 w 529"/>
                <a:gd name="T37" fmla="*/ 388 h 569"/>
                <a:gd name="T38" fmla="*/ 513 w 529"/>
                <a:gd name="T39" fmla="*/ 277 h 569"/>
                <a:gd name="T40" fmla="*/ 445 w 529"/>
                <a:gd name="T41" fmla="*/ 192 h 569"/>
                <a:gd name="T42" fmla="*/ 390 w 529"/>
                <a:gd name="T43" fmla="*/ 177 h 569"/>
                <a:gd name="T44" fmla="*/ 386 w 529"/>
                <a:gd name="T45" fmla="*/ 177 h 569"/>
                <a:gd name="T46" fmla="*/ 384 w 529"/>
                <a:gd name="T47" fmla="*/ 177 h 569"/>
                <a:gd name="T48" fmla="*/ 384 w 529"/>
                <a:gd name="T49" fmla="*/ 177 h 569"/>
                <a:gd name="T50" fmla="*/ 230 w 529"/>
                <a:gd name="T51" fmla="*/ 177 h 569"/>
                <a:gd name="T52" fmla="*/ 230 w 529"/>
                <a:gd name="T53" fmla="*/ 177 h 569"/>
                <a:gd name="T54" fmla="*/ 214 w 529"/>
                <a:gd name="T55" fmla="*/ 179 h 569"/>
                <a:gd name="T56" fmla="*/ 214 w 529"/>
                <a:gd name="T57" fmla="*/ 179 h 569"/>
                <a:gd name="T58" fmla="*/ 214 w 529"/>
                <a:gd name="T59" fmla="*/ 179 h 569"/>
                <a:gd name="T60" fmla="*/ 159 w 529"/>
                <a:gd name="T61" fmla="*/ 190 h 569"/>
                <a:gd name="T62" fmla="*/ 122 w 529"/>
                <a:gd name="T63" fmla="*/ 161 h 569"/>
                <a:gd name="T64" fmla="*/ 77 w 529"/>
                <a:gd name="T65" fmla="*/ 176 h 569"/>
                <a:gd name="T66" fmla="*/ 76 w 529"/>
                <a:gd name="T67" fmla="*/ 168 h 569"/>
                <a:gd name="T68" fmla="*/ 119 w 529"/>
                <a:gd name="T69" fmla="*/ 63 h 569"/>
                <a:gd name="T70" fmla="*/ 107 w 529"/>
                <a:gd name="T71" fmla="*/ 11 h 569"/>
                <a:gd name="T72" fmla="*/ 55 w 529"/>
                <a:gd name="T73" fmla="*/ 23 h 569"/>
                <a:gd name="T74" fmla="*/ 0 w 529"/>
                <a:gd name="T75" fmla="*/ 168 h 569"/>
                <a:gd name="T76" fmla="*/ 12 w 529"/>
                <a:gd name="T77" fmla="*/ 217 h 569"/>
                <a:gd name="T78" fmla="*/ 65 w 529"/>
                <a:gd name="T79" fmla="*/ 260 h 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29" h="569">
                  <a:moveTo>
                    <a:pt x="65" y="260"/>
                  </a:moveTo>
                  <a:cubicBezTo>
                    <a:pt x="86" y="266"/>
                    <a:pt x="106" y="268"/>
                    <a:pt x="125" y="268"/>
                  </a:cubicBezTo>
                  <a:cubicBezTo>
                    <a:pt x="138" y="268"/>
                    <a:pt x="151" y="267"/>
                    <a:pt x="163" y="266"/>
                  </a:cubicBezTo>
                  <a:cubicBezTo>
                    <a:pt x="171" y="304"/>
                    <a:pt x="182" y="350"/>
                    <a:pt x="199" y="379"/>
                  </a:cubicBezTo>
                  <a:cubicBezTo>
                    <a:pt x="199" y="442"/>
                    <a:pt x="199" y="442"/>
                    <a:pt x="199" y="442"/>
                  </a:cubicBezTo>
                  <a:cubicBezTo>
                    <a:pt x="277" y="505"/>
                    <a:pt x="277" y="505"/>
                    <a:pt x="277" y="505"/>
                  </a:cubicBezTo>
                  <a:cubicBezTo>
                    <a:pt x="277" y="505"/>
                    <a:pt x="292" y="515"/>
                    <a:pt x="307" y="515"/>
                  </a:cubicBezTo>
                  <a:cubicBezTo>
                    <a:pt x="307" y="513"/>
                    <a:pt x="307" y="513"/>
                    <a:pt x="307" y="513"/>
                  </a:cubicBezTo>
                  <a:cubicBezTo>
                    <a:pt x="307" y="515"/>
                    <a:pt x="307" y="515"/>
                    <a:pt x="307" y="515"/>
                  </a:cubicBezTo>
                  <a:cubicBezTo>
                    <a:pt x="321" y="515"/>
                    <a:pt x="337" y="505"/>
                    <a:pt x="337" y="505"/>
                  </a:cubicBezTo>
                  <a:cubicBezTo>
                    <a:pt x="415" y="442"/>
                    <a:pt x="415" y="442"/>
                    <a:pt x="415" y="442"/>
                  </a:cubicBezTo>
                  <a:cubicBezTo>
                    <a:pt x="415" y="383"/>
                    <a:pt x="415" y="383"/>
                    <a:pt x="415" y="383"/>
                  </a:cubicBezTo>
                  <a:cubicBezTo>
                    <a:pt x="428" y="366"/>
                    <a:pt x="439" y="343"/>
                    <a:pt x="447" y="322"/>
                  </a:cubicBezTo>
                  <a:cubicBezTo>
                    <a:pt x="451" y="339"/>
                    <a:pt x="453" y="361"/>
                    <a:pt x="453" y="388"/>
                  </a:cubicBezTo>
                  <a:cubicBezTo>
                    <a:pt x="453" y="423"/>
                    <a:pt x="449" y="468"/>
                    <a:pt x="438" y="523"/>
                  </a:cubicBezTo>
                  <a:cubicBezTo>
                    <a:pt x="433" y="544"/>
                    <a:pt x="447" y="564"/>
                    <a:pt x="467" y="568"/>
                  </a:cubicBezTo>
                  <a:cubicBezTo>
                    <a:pt x="470" y="569"/>
                    <a:pt x="472" y="569"/>
                    <a:pt x="475" y="569"/>
                  </a:cubicBezTo>
                  <a:cubicBezTo>
                    <a:pt x="493" y="569"/>
                    <a:pt x="508" y="557"/>
                    <a:pt x="512" y="539"/>
                  </a:cubicBezTo>
                  <a:cubicBezTo>
                    <a:pt x="524" y="479"/>
                    <a:pt x="529" y="429"/>
                    <a:pt x="529" y="388"/>
                  </a:cubicBezTo>
                  <a:cubicBezTo>
                    <a:pt x="529" y="342"/>
                    <a:pt x="523" y="306"/>
                    <a:pt x="513" y="277"/>
                  </a:cubicBezTo>
                  <a:cubicBezTo>
                    <a:pt x="497" y="233"/>
                    <a:pt x="470" y="206"/>
                    <a:pt x="445" y="192"/>
                  </a:cubicBezTo>
                  <a:cubicBezTo>
                    <a:pt x="420" y="178"/>
                    <a:pt x="398" y="177"/>
                    <a:pt x="390" y="177"/>
                  </a:cubicBezTo>
                  <a:cubicBezTo>
                    <a:pt x="388" y="177"/>
                    <a:pt x="387" y="177"/>
                    <a:pt x="386" y="177"/>
                  </a:cubicBezTo>
                  <a:cubicBezTo>
                    <a:pt x="386" y="177"/>
                    <a:pt x="385" y="177"/>
                    <a:pt x="384" y="177"/>
                  </a:cubicBezTo>
                  <a:cubicBezTo>
                    <a:pt x="384" y="177"/>
                    <a:pt x="384" y="177"/>
                    <a:pt x="384" y="177"/>
                  </a:cubicBezTo>
                  <a:cubicBezTo>
                    <a:pt x="230" y="177"/>
                    <a:pt x="230" y="177"/>
                    <a:pt x="230" y="177"/>
                  </a:cubicBezTo>
                  <a:cubicBezTo>
                    <a:pt x="230" y="177"/>
                    <a:pt x="230" y="177"/>
                    <a:pt x="230" y="177"/>
                  </a:cubicBezTo>
                  <a:cubicBezTo>
                    <a:pt x="224" y="177"/>
                    <a:pt x="219" y="177"/>
                    <a:pt x="214" y="179"/>
                  </a:cubicBezTo>
                  <a:cubicBezTo>
                    <a:pt x="214" y="179"/>
                    <a:pt x="214" y="179"/>
                    <a:pt x="214" y="179"/>
                  </a:cubicBezTo>
                  <a:cubicBezTo>
                    <a:pt x="214" y="179"/>
                    <a:pt x="214" y="179"/>
                    <a:pt x="214" y="179"/>
                  </a:cubicBezTo>
                  <a:cubicBezTo>
                    <a:pt x="211" y="180"/>
                    <a:pt x="187" y="186"/>
                    <a:pt x="159" y="190"/>
                  </a:cubicBezTo>
                  <a:cubicBezTo>
                    <a:pt x="154" y="176"/>
                    <a:pt x="140" y="165"/>
                    <a:pt x="122" y="161"/>
                  </a:cubicBezTo>
                  <a:cubicBezTo>
                    <a:pt x="103" y="158"/>
                    <a:pt x="86" y="165"/>
                    <a:pt x="77" y="176"/>
                  </a:cubicBezTo>
                  <a:cubicBezTo>
                    <a:pt x="76" y="174"/>
                    <a:pt x="76" y="172"/>
                    <a:pt x="76" y="168"/>
                  </a:cubicBezTo>
                  <a:cubicBezTo>
                    <a:pt x="75" y="152"/>
                    <a:pt x="85" y="116"/>
                    <a:pt x="119" y="63"/>
                  </a:cubicBezTo>
                  <a:cubicBezTo>
                    <a:pt x="130" y="45"/>
                    <a:pt x="125" y="22"/>
                    <a:pt x="107" y="11"/>
                  </a:cubicBezTo>
                  <a:cubicBezTo>
                    <a:pt x="89" y="0"/>
                    <a:pt x="66" y="5"/>
                    <a:pt x="55" y="23"/>
                  </a:cubicBezTo>
                  <a:cubicBezTo>
                    <a:pt x="18" y="82"/>
                    <a:pt x="0" y="127"/>
                    <a:pt x="0" y="168"/>
                  </a:cubicBezTo>
                  <a:cubicBezTo>
                    <a:pt x="0" y="186"/>
                    <a:pt x="4" y="203"/>
                    <a:pt x="12" y="217"/>
                  </a:cubicBezTo>
                  <a:cubicBezTo>
                    <a:pt x="25" y="240"/>
                    <a:pt x="46" y="253"/>
                    <a:pt x="65" y="26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6" name="Freeform 15"/>
            <p:cNvSpPr>
              <a:spLocks/>
            </p:cNvSpPr>
            <p:nvPr/>
          </p:nvSpPr>
          <p:spPr bwMode="auto">
            <a:xfrm>
              <a:off x="3741738" y="1597025"/>
              <a:ext cx="230187" cy="687388"/>
            </a:xfrm>
            <a:custGeom>
              <a:avLst/>
              <a:gdLst>
                <a:gd name="T0" fmla="*/ 143 w 152"/>
                <a:gd name="T1" fmla="*/ 117 h 454"/>
                <a:gd name="T2" fmla="*/ 56 w 152"/>
                <a:gd name="T3" fmla="*/ 0 h 454"/>
                <a:gd name="T4" fmla="*/ 56 w 152"/>
                <a:gd name="T5" fmla="*/ 4 h 454"/>
                <a:gd name="T6" fmla="*/ 4 w 152"/>
                <a:gd name="T7" fmla="*/ 391 h 454"/>
                <a:gd name="T8" fmla="*/ 52 w 152"/>
                <a:gd name="T9" fmla="*/ 453 h 454"/>
                <a:gd name="T10" fmla="*/ 59 w 152"/>
                <a:gd name="T11" fmla="*/ 454 h 454"/>
                <a:gd name="T12" fmla="*/ 115 w 152"/>
                <a:gd name="T13" fmla="*/ 405 h 454"/>
                <a:gd name="T14" fmla="*/ 152 w 152"/>
                <a:gd name="T15" fmla="*/ 125 h 454"/>
                <a:gd name="T16" fmla="*/ 143 w 152"/>
                <a:gd name="T17" fmla="*/ 117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2" h="454">
                  <a:moveTo>
                    <a:pt x="143" y="117"/>
                  </a:moveTo>
                  <a:cubicBezTo>
                    <a:pt x="143" y="117"/>
                    <a:pt x="143" y="70"/>
                    <a:pt x="56" y="0"/>
                  </a:cubicBezTo>
                  <a:cubicBezTo>
                    <a:pt x="56" y="4"/>
                    <a:pt x="56" y="4"/>
                    <a:pt x="56" y="4"/>
                  </a:cubicBezTo>
                  <a:cubicBezTo>
                    <a:pt x="4" y="391"/>
                    <a:pt x="4" y="391"/>
                    <a:pt x="4" y="391"/>
                  </a:cubicBezTo>
                  <a:cubicBezTo>
                    <a:pt x="0" y="421"/>
                    <a:pt x="21" y="449"/>
                    <a:pt x="52" y="453"/>
                  </a:cubicBezTo>
                  <a:cubicBezTo>
                    <a:pt x="54" y="454"/>
                    <a:pt x="57" y="454"/>
                    <a:pt x="59" y="454"/>
                  </a:cubicBezTo>
                  <a:cubicBezTo>
                    <a:pt x="87" y="454"/>
                    <a:pt x="111" y="434"/>
                    <a:pt x="115" y="405"/>
                  </a:cubicBezTo>
                  <a:cubicBezTo>
                    <a:pt x="152" y="125"/>
                    <a:pt x="152" y="125"/>
                    <a:pt x="152" y="125"/>
                  </a:cubicBezTo>
                  <a:cubicBezTo>
                    <a:pt x="146" y="122"/>
                    <a:pt x="143" y="117"/>
                    <a:pt x="143" y="11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7" name="Freeform 16"/>
            <p:cNvSpPr>
              <a:spLocks/>
            </p:cNvSpPr>
            <p:nvPr/>
          </p:nvSpPr>
          <p:spPr bwMode="auto">
            <a:xfrm>
              <a:off x="4006850" y="1597025"/>
              <a:ext cx="231775" cy="687388"/>
            </a:xfrm>
            <a:custGeom>
              <a:avLst/>
              <a:gdLst>
                <a:gd name="T0" fmla="*/ 10 w 153"/>
                <a:gd name="T1" fmla="*/ 117 h 454"/>
                <a:gd name="T2" fmla="*/ 0 w 153"/>
                <a:gd name="T3" fmla="*/ 125 h 454"/>
                <a:gd name="T4" fmla="*/ 38 w 153"/>
                <a:gd name="T5" fmla="*/ 405 h 454"/>
                <a:gd name="T6" fmla="*/ 93 w 153"/>
                <a:gd name="T7" fmla="*/ 454 h 454"/>
                <a:gd name="T8" fmla="*/ 101 w 153"/>
                <a:gd name="T9" fmla="*/ 453 h 454"/>
                <a:gd name="T10" fmla="*/ 149 w 153"/>
                <a:gd name="T11" fmla="*/ 391 h 454"/>
                <a:gd name="T12" fmla="*/ 97 w 153"/>
                <a:gd name="T13" fmla="*/ 4 h 454"/>
                <a:gd name="T14" fmla="*/ 97 w 153"/>
                <a:gd name="T15" fmla="*/ 0 h 454"/>
                <a:gd name="T16" fmla="*/ 10 w 153"/>
                <a:gd name="T17" fmla="*/ 117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3" h="454">
                  <a:moveTo>
                    <a:pt x="10" y="117"/>
                  </a:moveTo>
                  <a:cubicBezTo>
                    <a:pt x="10" y="117"/>
                    <a:pt x="7" y="122"/>
                    <a:pt x="0" y="125"/>
                  </a:cubicBezTo>
                  <a:cubicBezTo>
                    <a:pt x="38" y="405"/>
                    <a:pt x="38" y="405"/>
                    <a:pt x="38" y="405"/>
                  </a:cubicBezTo>
                  <a:cubicBezTo>
                    <a:pt x="42" y="434"/>
                    <a:pt x="66" y="454"/>
                    <a:pt x="93" y="454"/>
                  </a:cubicBezTo>
                  <a:cubicBezTo>
                    <a:pt x="96" y="454"/>
                    <a:pt x="98" y="454"/>
                    <a:pt x="101" y="453"/>
                  </a:cubicBezTo>
                  <a:cubicBezTo>
                    <a:pt x="132" y="449"/>
                    <a:pt x="153" y="421"/>
                    <a:pt x="149" y="391"/>
                  </a:cubicBezTo>
                  <a:cubicBezTo>
                    <a:pt x="97" y="4"/>
                    <a:pt x="97" y="4"/>
                    <a:pt x="97" y="4"/>
                  </a:cubicBezTo>
                  <a:cubicBezTo>
                    <a:pt x="97" y="0"/>
                    <a:pt x="97" y="0"/>
                    <a:pt x="97" y="0"/>
                  </a:cubicBezTo>
                  <a:cubicBezTo>
                    <a:pt x="9" y="70"/>
                    <a:pt x="10" y="117"/>
                    <a:pt x="10" y="11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8" name="Oval 17"/>
            <p:cNvSpPr>
              <a:spLocks noChangeArrowheads="1"/>
            </p:cNvSpPr>
            <p:nvPr/>
          </p:nvSpPr>
          <p:spPr bwMode="auto">
            <a:xfrm>
              <a:off x="3852863" y="842963"/>
              <a:ext cx="273050" cy="271463"/>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79" name="组合 78"/>
          <p:cNvGrpSpPr/>
          <p:nvPr/>
        </p:nvGrpSpPr>
        <p:grpSpPr>
          <a:xfrm>
            <a:off x="4471988" y="1041400"/>
            <a:ext cx="1047749" cy="1243013"/>
            <a:chOff x="4471988" y="1041400"/>
            <a:chExt cx="1047749" cy="1243013"/>
          </a:xfrm>
        </p:grpSpPr>
        <p:sp>
          <p:nvSpPr>
            <p:cNvPr id="80" name="Freeform 18"/>
            <p:cNvSpPr>
              <a:spLocks/>
            </p:cNvSpPr>
            <p:nvPr/>
          </p:nvSpPr>
          <p:spPr bwMode="auto">
            <a:xfrm>
              <a:off x="4471988" y="1819275"/>
              <a:ext cx="496887" cy="465138"/>
            </a:xfrm>
            <a:custGeom>
              <a:avLst/>
              <a:gdLst>
                <a:gd name="T0" fmla="*/ 40 w 328"/>
                <a:gd name="T1" fmla="*/ 302 h 307"/>
                <a:gd name="T2" fmla="*/ 64 w 328"/>
                <a:gd name="T3" fmla="*/ 307 h 307"/>
                <a:gd name="T4" fmla="*/ 115 w 328"/>
                <a:gd name="T5" fmla="*/ 274 h 307"/>
                <a:gd name="T6" fmla="*/ 185 w 328"/>
                <a:gd name="T7" fmla="*/ 119 h 307"/>
                <a:gd name="T8" fmla="*/ 325 w 328"/>
                <a:gd name="T9" fmla="*/ 138 h 307"/>
                <a:gd name="T10" fmla="*/ 328 w 328"/>
                <a:gd name="T11" fmla="*/ 139 h 307"/>
                <a:gd name="T12" fmla="*/ 241 w 328"/>
                <a:gd name="T13" fmla="*/ 14 h 307"/>
                <a:gd name="T14" fmla="*/ 241 w 328"/>
                <a:gd name="T15" fmla="*/ 14 h 307"/>
                <a:gd name="T16" fmla="*/ 159 w 328"/>
                <a:gd name="T17" fmla="*/ 3 h 307"/>
                <a:gd name="T18" fmla="*/ 101 w 328"/>
                <a:gd name="T19" fmla="*/ 35 h 307"/>
                <a:gd name="T20" fmla="*/ 13 w 328"/>
                <a:gd name="T21" fmla="*/ 228 h 307"/>
                <a:gd name="T22" fmla="*/ 40 w 328"/>
                <a:gd name="T23" fmla="*/ 302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8" h="307">
                  <a:moveTo>
                    <a:pt x="40" y="302"/>
                  </a:moveTo>
                  <a:cubicBezTo>
                    <a:pt x="48" y="305"/>
                    <a:pt x="56" y="307"/>
                    <a:pt x="64" y="307"/>
                  </a:cubicBezTo>
                  <a:cubicBezTo>
                    <a:pt x="85" y="307"/>
                    <a:pt x="105" y="295"/>
                    <a:pt x="115" y="274"/>
                  </a:cubicBezTo>
                  <a:cubicBezTo>
                    <a:pt x="185" y="119"/>
                    <a:pt x="185" y="119"/>
                    <a:pt x="185" y="119"/>
                  </a:cubicBezTo>
                  <a:cubicBezTo>
                    <a:pt x="325" y="138"/>
                    <a:pt x="325" y="138"/>
                    <a:pt x="325" y="138"/>
                  </a:cubicBezTo>
                  <a:cubicBezTo>
                    <a:pt x="326" y="139"/>
                    <a:pt x="327" y="139"/>
                    <a:pt x="328" y="139"/>
                  </a:cubicBezTo>
                  <a:cubicBezTo>
                    <a:pt x="325" y="126"/>
                    <a:pt x="310" y="74"/>
                    <a:pt x="241" y="14"/>
                  </a:cubicBezTo>
                  <a:cubicBezTo>
                    <a:pt x="241" y="14"/>
                    <a:pt x="241" y="14"/>
                    <a:pt x="241" y="14"/>
                  </a:cubicBezTo>
                  <a:cubicBezTo>
                    <a:pt x="159" y="3"/>
                    <a:pt x="159" y="3"/>
                    <a:pt x="159" y="3"/>
                  </a:cubicBezTo>
                  <a:cubicBezTo>
                    <a:pt x="135" y="0"/>
                    <a:pt x="111" y="13"/>
                    <a:pt x="101" y="35"/>
                  </a:cubicBezTo>
                  <a:cubicBezTo>
                    <a:pt x="13" y="228"/>
                    <a:pt x="13" y="228"/>
                    <a:pt x="13" y="228"/>
                  </a:cubicBezTo>
                  <a:cubicBezTo>
                    <a:pt x="0" y="256"/>
                    <a:pt x="12" y="289"/>
                    <a:pt x="40" y="30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1" name="Freeform 19"/>
            <p:cNvSpPr>
              <a:spLocks/>
            </p:cNvSpPr>
            <p:nvPr/>
          </p:nvSpPr>
          <p:spPr bwMode="auto">
            <a:xfrm>
              <a:off x="4545013" y="1041400"/>
              <a:ext cx="846137" cy="873125"/>
            </a:xfrm>
            <a:custGeom>
              <a:avLst/>
              <a:gdLst>
                <a:gd name="T0" fmla="*/ 280 w 559"/>
                <a:gd name="T1" fmla="*/ 567 h 577"/>
                <a:gd name="T2" fmla="*/ 310 w 559"/>
                <a:gd name="T3" fmla="*/ 577 h 577"/>
                <a:gd name="T4" fmla="*/ 340 w 559"/>
                <a:gd name="T5" fmla="*/ 567 h 577"/>
                <a:gd name="T6" fmla="*/ 418 w 559"/>
                <a:gd name="T7" fmla="*/ 526 h 577"/>
                <a:gd name="T8" fmla="*/ 418 w 559"/>
                <a:gd name="T9" fmla="*/ 492 h 577"/>
                <a:gd name="T10" fmla="*/ 410 w 559"/>
                <a:gd name="T11" fmla="*/ 493 h 577"/>
                <a:gd name="T12" fmla="*/ 368 w 559"/>
                <a:gd name="T13" fmla="*/ 464 h 577"/>
                <a:gd name="T14" fmla="*/ 368 w 559"/>
                <a:gd name="T15" fmla="*/ 429 h 577"/>
                <a:gd name="T16" fmla="*/ 393 w 559"/>
                <a:gd name="T17" fmla="*/ 404 h 577"/>
                <a:gd name="T18" fmla="*/ 453 w 559"/>
                <a:gd name="T19" fmla="*/ 375 h 577"/>
                <a:gd name="T20" fmla="*/ 453 w 559"/>
                <a:gd name="T21" fmla="*/ 374 h 577"/>
                <a:gd name="T22" fmla="*/ 464 w 559"/>
                <a:gd name="T23" fmla="*/ 339 h 577"/>
                <a:gd name="T24" fmla="*/ 468 w 559"/>
                <a:gd name="T25" fmla="*/ 342 h 577"/>
                <a:gd name="T26" fmla="*/ 482 w 559"/>
                <a:gd name="T27" fmla="*/ 354 h 577"/>
                <a:gd name="T28" fmla="*/ 483 w 559"/>
                <a:gd name="T29" fmla="*/ 356 h 577"/>
                <a:gd name="T30" fmla="*/ 483 w 559"/>
                <a:gd name="T31" fmla="*/ 356 h 577"/>
                <a:gd name="T32" fmla="*/ 481 w 559"/>
                <a:gd name="T33" fmla="*/ 360 h 577"/>
                <a:gd name="T34" fmla="*/ 472 w 559"/>
                <a:gd name="T35" fmla="*/ 371 h 577"/>
                <a:gd name="T36" fmla="*/ 457 w 559"/>
                <a:gd name="T37" fmla="*/ 381 h 577"/>
                <a:gd name="T38" fmla="*/ 396 w 559"/>
                <a:gd name="T39" fmla="*/ 412 h 577"/>
                <a:gd name="T40" fmla="*/ 375 w 559"/>
                <a:gd name="T41" fmla="*/ 461 h 577"/>
                <a:gd name="T42" fmla="*/ 410 w 559"/>
                <a:gd name="T43" fmla="*/ 485 h 577"/>
                <a:gd name="T44" fmla="*/ 425 w 559"/>
                <a:gd name="T45" fmla="*/ 482 h 577"/>
                <a:gd name="T46" fmla="*/ 517 w 559"/>
                <a:gd name="T47" fmla="*/ 432 h 577"/>
                <a:gd name="T48" fmla="*/ 522 w 559"/>
                <a:gd name="T49" fmla="*/ 427 h 577"/>
                <a:gd name="T50" fmla="*/ 544 w 559"/>
                <a:gd name="T51" fmla="*/ 403 h 577"/>
                <a:gd name="T52" fmla="*/ 559 w 559"/>
                <a:gd name="T53" fmla="*/ 368 h 577"/>
                <a:gd name="T54" fmla="*/ 559 w 559"/>
                <a:gd name="T55" fmla="*/ 368 h 577"/>
                <a:gd name="T56" fmla="*/ 559 w 559"/>
                <a:gd name="T57" fmla="*/ 368 h 577"/>
                <a:gd name="T58" fmla="*/ 559 w 559"/>
                <a:gd name="T59" fmla="*/ 356 h 577"/>
                <a:gd name="T60" fmla="*/ 552 w 559"/>
                <a:gd name="T61" fmla="*/ 323 h 577"/>
                <a:gd name="T62" fmla="*/ 517 w 559"/>
                <a:gd name="T63" fmla="*/ 283 h 577"/>
                <a:gd name="T64" fmla="*/ 452 w 559"/>
                <a:gd name="T65" fmla="*/ 251 h 577"/>
                <a:gd name="T66" fmla="*/ 391 w 559"/>
                <a:gd name="T67" fmla="*/ 239 h 577"/>
                <a:gd name="T68" fmla="*/ 387 w 559"/>
                <a:gd name="T69" fmla="*/ 239 h 577"/>
                <a:gd name="T70" fmla="*/ 387 w 559"/>
                <a:gd name="T71" fmla="*/ 239 h 577"/>
                <a:gd name="T72" fmla="*/ 232 w 559"/>
                <a:gd name="T73" fmla="*/ 239 h 577"/>
                <a:gd name="T74" fmla="*/ 232 w 559"/>
                <a:gd name="T75" fmla="*/ 239 h 577"/>
                <a:gd name="T76" fmla="*/ 224 w 559"/>
                <a:gd name="T77" fmla="*/ 239 h 577"/>
                <a:gd name="T78" fmla="*/ 224 w 559"/>
                <a:gd name="T79" fmla="*/ 239 h 577"/>
                <a:gd name="T80" fmla="*/ 202 w 559"/>
                <a:gd name="T81" fmla="*/ 240 h 577"/>
                <a:gd name="T82" fmla="*/ 159 w 559"/>
                <a:gd name="T83" fmla="*/ 237 h 577"/>
                <a:gd name="T84" fmla="*/ 119 w 559"/>
                <a:gd name="T85" fmla="*/ 198 h 577"/>
                <a:gd name="T86" fmla="*/ 85 w 559"/>
                <a:gd name="T87" fmla="*/ 204 h 577"/>
                <a:gd name="T88" fmla="*/ 77 w 559"/>
                <a:gd name="T89" fmla="*/ 175 h 577"/>
                <a:gd name="T90" fmla="*/ 120 w 559"/>
                <a:gd name="T91" fmla="*/ 63 h 577"/>
                <a:gd name="T92" fmla="*/ 108 w 559"/>
                <a:gd name="T93" fmla="*/ 11 h 577"/>
                <a:gd name="T94" fmla="*/ 56 w 559"/>
                <a:gd name="T95" fmla="*/ 23 h 577"/>
                <a:gd name="T96" fmla="*/ 1 w 559"/>
                <a:gd name="T97" fmla="*/ 175 h 577"/>
                <a:gd name="T98" fmla="*/ 27 w 559"/>
                <a:gd name="T99" fmla="*/ 254 h 577"/>
                <a:gd name="T100" fmla="*/ 118 w 559"/>
                <a:gd name="T101" fmla="*/ 307 h 577"/>
                <a:gd name="T102" fmla="*/ 163 w 559"/>
                <a:gd name="T103" fmla="*/ 314 h 577"/>
                <a:gd name="T104" fmla="*/ 201 w 559"/>
                <a:gd name="T105" fmla="*/ 441 h 577"/>
                <a:gd name="T106" fmla="*/ 201 w 559"/>
                <a:gd name="T107" fmla="*/ 504 h 577"/>
                <a:gd name="T108" fmla="*/ 280 w 559"/>
                <a:gd name="T109" fmla="*/ 567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59" h="577">
                  <a:moveTo>
                    <a:pt x="280" y="567"/>
                  </a:moveTo>
                  <a:cubicBezTo>
                    <a:pt x="280" y="567"/>
                    <a:pt x="296" y="577"/>
                    <a:pt x="310" y="577"/>
                  </a:cubicBezTo>
                  <a:cubicBezTo>
                    <a:pt x="324" y="577"/>
                    <a:pt x="340" y="567"/>
                    <a:pt x="340" y="567"/>
                  </a:cubicBezTo>
                  <a:cubicBezTo>
                    <a:pt x="418" y="526"/>
                    <a:pt x="418" y="526"/>
                    <a:pt x="418" y="526"/>
                  </a:cubicBezTo>
                  <a:cubicBezTo>
                    <a:pt x="418" y="492"/>
                    <a:pt x="418" y="492"/>
                    <a:pt x="418" y="492"/>
                  </a:cubicBezTo>
                  <a:cubicBezTo>
                    <a:pt x="415" y="493"/>
                    <a:pt x="413" y="493"/>
                    <a:pt x="410" y="493"/>
                  </a:cubicBezTo>
                  <a:cubicBezTo>
                    <a:pt x="392" y="493"/>
                    <a:pt x="375" y="482"/>
                    <a:pt x="368" y="464"/>
                  </a:cubicBezTo>
                  <a:cubicBezTo>
                    <a:pt x="363" y="453"/>
                    <a:pt x="363" y="440"/>
                    <a:pt x="368" y="429"/>
                  </a:cubicBezTo>
                  <a:cubicBezTo>
                    <a:pt x="373" y="418"/>
                    <a:pt x="382" y="409"/>
                    <a:pt x="393" y="404"/>
                  </a:cubicBezTo>
                  <a:cubicBezTo>
                    <a:pt x="418" y="395"/>
                    <a:pt x="438" y="384"/>
                    <a:pt x="453" y="375"/>
                  </a:cubicBezTo>
                  <a:cubicBezTo>
                    <a:pt x="453" y="375"/>
                    <a:pt x="453" y="374"/>
                    <a:pt x="453" y="374"/>
                  </a:cubicBezTo>
                  <a:cubicBezTo>
                    <a:pt x="459" y="359"/>
                    <a:pt x="462" y="347"/>
                    <a:pt x="464" y="339"/>
                  </a:cubicBezTo>
                  <a:cubicBezTo>
                    <a:pt x="466" y="340"/>
                    <a:pt x="467" y="341"/>
                    <a:pt x="468" y="342"/>
                  </a:cubicBezTo>
                  <a:cubicBezTo>
                    <a:pt x="475" y="346"/>
                    <a:pt x="480" y="351"/>
                    <a:pt x="482" y="354"/>
                  </a:cubicBezTo>
                  <a:cubicBezTo>
                    <a:pt x="483" y="355"/>
                    <a:pt x="483" y="356"/>
                    <a:pt x="483" y="356"/>
                  </a:cubicBezTo>
                  <a:cubicBezTo>
                    <a:pt x="483" y="356"/>
                    <a:pt x="483" y="356"/>
                    <a:pt x="483" y="356"/>
                  </a:cubicBezTo>
                  <a:cubicBezTo>
                    <a:pt x="483" y="357"/>
                    <a:pt x="483" y="358"/>
                    <a:pt x="481" y="360"/>
                  </a:cubicBezTo>
                  <a:cubicBezTo>
                    <a:pt x="480" y="363"/>
                    <a:pt x="477" y="366"/>
                    <a:pt x="472" y="371"/>
                  </a:cubicBezTo>
                  <a:cubicBezTo>
                    <a:pt x="468" y="374"/>
                    <a:pt x="463" y="378"/>
                    <a:pt x="457" y="381"/>
                  </a:cubicBezTo>
                  <a:cubicBezTo>
                    <a:pt x="443" y="391"/>
                    <a:pt x="423" y="401"/>
                    <a:pt x="396" y="412"/>
                  </a:cubicBezTo>
                  <a:cubicBezTo>
                    <a:pt x="377" y="420"/>
                    <a:pt x="367" y="442"/>
                    <a:pt x="375" y="461"/>
                  </a:cubicBezTo>
                  <a:cubicBezTo>
                    <a:pt x="381" y="476"/>
                    <a:pt x="395" y="485"/>
                    <a:pt x="410" y="485"/>
                  </a:cubicBezTo>
                  <a:cubicBezTo>
                    <a:pt x="415" y="485"/>
                    <a:pt x="420" y="484"/>
                    <a:pt x="425" y="482"/>
                  </a:cubicBezTo>
                  <a:cubicBezTo>
                    <a:pt x="465" y="466"/>
                    <a:pt x="495" y="450"/>
                    <a:pt x="517" y="432"/>
                  </a:cubicBezTo>
                  <a:cubicBezTo>
                    <a:pt x="519" y="430"/>
                    <a:pt x="521" y="429"/>
                    <a:pt x="522" y="427"/>
                  </a:cubicBezTo>
                  <a:cubicBezTo>
                    <a:pt x="531" y="420"/>
                    <a:pt x="538" y="412"/>
                    <a:pt x="544" y="403"/>
                  </a:cubicBezTo>
                  <a:cubicBezTo>
                    <a:pt x="551" y="393"/>
                    <a:pt x="557" y="381"/>
                    <a:pt x="559" y="368"/>
                  </a:cubicBezTo>
                  <a:cubicBezTo>
                    <a:pt x="559" y="368"/>
                    <a:pt x="559" y="368"/>
                    <a:pt x="559" y="368"/>
                  </a:cubicBezTo>
                  <a:cubicBezTo>
                    <a:pt x="559" y="368"/>
                    <a:pt x="559" y="368"/>
                    <a:pt x="559" y="368"/>
                  </a:cubicBezTo>
                  <a:cubicBezTo>
                    <a:pt x="559" y="364"/>
                    <a:pt x="559" y="360"/>
                    <a:pt x="559" y="356"/>
                  </a:cubicBezTo>
                  <a:cubicBezTo>
                    <a:pt x="559" y="344"/>
                    <a:pt x="556" y="333"/>
                    <a:pt x="552" y="323"/>
                  </a:cubicBezTo>
                  <a:cubicBezTo>
                    <a:pt x="543" y="305"/>
                    <a:pt x="530" y="293"/>
                    <a:pt x="517" y="283"/>
                  </a:cubicBezTo>
                  <a:cubicBezTo>
                    <a:pt x="497" y="268"/>
                    <a:pt x="474" y="258"/>
                    <a:pt x="452" y="251"/>
                  </a:cubicBezTo>
                  <a:cubicBezTo>
                    <a:pt x="430" y="243"/>
                    <a:pt x="410" y="239"/>
                    <a:pt x="391" y="239"/>
                  </a:cubicBezTo>
                  <a:cubicBezTo>
                    <a:pt x="390" y="239"/>
                    <a:pt x="388" y="239"/>
                    <a:pt x="387" y="239"/>
                  </a:cubicBezTo>
                  <a:cubicBezTo>
                    <a:pt x="387" y="239"/>
                    <a:pt x="387" y="239"/>
                    <a:pt x="387" y="239"/>
                  </a:cubicBezTo>
                  <a:cubicBezTo>
                    <a:pt x="232" y="239"/>
                    <a:pt x="232" y="239"/>
                    <a:pt x="232" y="239"/>
                  </a:cubicBezTo>
                  <a:cubicBezTo>
                    <a:pt x="232" y="239"/>
                    <a:pt x="232" y="239"/>
                    <a:pt x="232" y="239"/>
                  </a:cubicBezTo>
                  <a:cubicBezTo>
                    <a:pt x="230" y="239"/>
                    <a:pt x="227" y="239"/>
                    <a:pt x="224" y="239"/>
                  </a:cubicBezTo>
                  <a:cubicBezTo>
                    <a:pt x="224" y="239"/>
                    <a:pt x="224" y="239"/>
                    <a:pt x="224" y="239"/>
                  </a:cubicBezTo>
                  <a:cubicBezTo>
                    <a:pt x="223" y="239"/>
                    <a:pt x="214" y="240"/>
                    <a:pt x="202" y="240"/>
                  </a:cubicBezTo>
                  <a:cubicBezTo>
                    <a:pt x="190" y="240"/>
                    <a:pt x="175" y="239"/>
                    <a:pt x="159" y="237"/>
                  </a:cubicBezTo>
                  <a:cubicBezTo>
                    <a:pt x="159" y="219"/>
                    <a:pt x="142" y="202"/>
                    <a:pt x="119" y="198"/>
                  </a:cubicBezTo>
                  <a:cubicBezTo>
                    <a:pt x="106" y="196"/>
                    <a:pt x="94" y="198"/>
                    <a:pt x="85" y="204"/>
                  </a:cubicBezTo>
                  <a:cubicBezTo>
                    <a:pt x="80" y="197"/>
                    <a:pt x="77" y="188"/>
                    <a:pt x="77" y="175"/>
                  </a:cubicBezTo>
                  <a:cubicBezTo>
                    <a:pt x="76" y="153"/>
                    <a:pt x="87" y="116"/>
                    <a:pt x="120" y="63"/>
                  </a:cubicBezTo>
                  <a:cubicBezTo>
                    <a:pt x="131" y="45"/>
                    <a:pt x="126" y="22"/>
                    <a:pt x="108" y="11"/>
                  </a:cubicBezTo>
                  <a:cubicBezTo>
                    <a:pt x="90" y="0"/>
                    <a:pt x="67" y="5"/>
                    <a:pt x="56" y="23"/>
                  </a:cubicBezTo>
                  <a:cubicBezTo>
                    <a:pt x="18" y="82"/>
                    <a:pt x="1" y="131"/>
                    <a:pt x="1" y="175"/>
                  </a:cubicBezTo>
                  <a:cubicBezTo>
                    <a:pt x="0" y="205"/>
                    <a:pt x="11" y="233"/>
                    <a:pt x="27" y="254"/>
                  </a:cubicBezTo>
                  <a:cubicBezTo>
                    <a:pt x="52" y="284"/>
                    <a:pt x="87" y="299"/>
                    <a:pt x="118" y="307"/>
                  </a:cubicBezTo>
                  <a:cubicBezTo>
                    <a:pt x="134" y="310"/>
                    <a:pt x="149" y="313"/>
                    <a:pt x="163" y="314"/>
                  </a:cubicBezTo>
                  <a:cubicBezTo>
                    <a:pt x="171" y="354"/>
                    <a:pt x="183" y="409"/>
                    <a:pt x="201" y="441"/>
                  </a:cubicBezTo>
                  <a:cubicBezTo>
                    <a:pt x="201" y="504"/>
                    <a:pt x="201" y="504"/>
                    <a:pt x="201" y="504"/>
                  </a:cubicBezTo>
                  <a:lnTo>
                    <a:pt x="280" y="567"/>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2" name="Freeform 20"/>
            <p:cNvSpPr>
              <a:spLocks/>
            </p:cNvSpPr>
            <p:nvPr/>
          </p:nvSpPr>
          <p:spPr bwMode="auto">
            <a:xfrm>
              <a:off x="5035550" y="1878013"/>
              <a:ext cx="484187" cy="406400"/>
            </a:xfrm>
            <a:custGeom>
              <a:avLst/>
              <a:gdLst>
                <a:gd name="T0" fmla="*/ 0 w 320"/>
                <a:gd name="T1" fmla="*/ 98 h 269"/>
                <a:gd name="T2" fmla="*/ 21 w 320"/>
                <a:gd name="T3" fmla="*/ 222 h 269"/>
                <a:gd name="T4" fmla="*/ 76 w 320"/>
                <a:gd name="T5" fmla="*/ 269 h 269"/>
                <a:gd name="T6" fmla="*/ 264 w 320"/>
                <a:gd name="T7" fmla="*/ 269 h 269"/>
                <a:gd name="T8" fmla="*/ 320 w 320"/>
                <a:gd name="T9" fmla="*/ 213 h 269"/>
                <a:gd name="T10" fmla="*/ 264 w 320"/>
                <a:gd name="T11" fmla="*/ 157 h 269"/>
                <a:gd name="T12" fmla="*/ 124 w 320"/>
                <a:gd name="T13" fmla="*/ 157 h 269"/>
                <a:gd name="T14" fmla="*/ 97 w 320"/>
                <a:gd name="T15" fmla="*/ 0 h 269"/>
                <a:gd name="T16" fmla="*/ 0 w 320"/>
                <a:gd name="T17" fmla="*/ 98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0" h="269">
                  <a:moveTo>
                    <a:pt x="0" y="98"/>
                  </a:moveTo>
                  <a:cubicBezTo>
                    <a:pt x="21" y="222"/>
                    <a:pt x="21" y="222"/>
                    <a:pt x="21" y="222"/>
                  </a:cubicBezTo>
                  <a:cubicBezTo>
                    <a:pt x="26" y="249"/>
                    <a:pt x="49" y="269"/>
                    <a:pt x="76" y="269"/>
                  </a:cubicBezTo>
                  <a:cubicBezTo>
                    <a:pt x="264" y="269"/>
                    <a:pt x="264" y="269"/>
                    <a:pt x="264" y="269"/>
                  </a:cubicBezTo>
                  <a:cubicBezTo>
                    <a:pt x="295" y="269"/>
                    <a:pt x="320" y="244"/>
                    <a:pt x="320" y="213"/>
                  </a:cubicBezTo>
                  <a:cubicBezTo>
                    <a:pt x="320" y="182"/>
                    <a:pt x="295" y="157"/>
                    <a:pt x="264" y="157"/>
                  </a:cubicBezTo>
                  <a:cubicBezTo>
                    <a:pt x="124" y="157"/>
                    <a:pt x="124" y="157"/>
                    <a:pt x="124" y="157"/>
                  </a:cubicBezTo>
                  <a:cubicBezTo>
                    <a:pt x="97" y="0"/>
                    <a:pt x="97" y="0"/>
                    <a:pt x="97" y="0"/>
                  </a:cubicBezTo>
                  <a:cubicBezTo>
                    <a:pt x="22" y="41"/>
                    <a:pt x="10" y="79"/>
                    <a:pt x="0" y="9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3" name="Oval 21"/>
            <p:cNvSpPr>
              <a:spLocks noChangeArrowheads="1"/>
            </p:cNvSpPr>
            <p:nvPr/>
          </p:nvSpPr>
          <p:spPr bwMode="auto">
            <a:xfrm>
              <a:off x="4868863" y="1111250"/>
              <a:ext cx="273050" cy="271463"/>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84" name="组合 83"/>
          <p:cNvGrpSpPr/>
          <p:nvPr/>
        </p:nvGrpSpPr>
        <p:grpSpPr>
          <a:xfrm>
            <a:off x="2486025" y="796925"/>
            <a:ext cx="895350" cy="1487488"/>
            <a:chOff x="2486025" y="796925"/>
            <a:chExt cx="895350" cy="1487488"/>
          </a:xfrm>
        </p:grpSpPr>
        <p:sp>
          <p:nvSpPr>
            <p:cNvPr id="85" name="Oval 22"/>
            <p:cNvSpPr>
              <a:spLocks noChangeArrowheads="1"/>
            </p:cNvSpPr>
            <p:nvPr/>
          </p:nvSpPr>
          <p:spPr bwMode="auto">
            <a:xfrm>
              <a:off x="2797175" y="842963"/>
              <a:ext cx="273050" cy="271463"/>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6" name="Freeform 23"/>
            <p:cNvSpPr>
              <a:spLocks/>
            </p:cNvSpPr>
            <p:nvPr/>
          </p:nvSpPr>
          <p:spPr bwMode="auto">
            <a:xfrm>
              <a:off x="2486025" y="796925"/>
              <a:ext cx="895350" cy="863600"/>
            </a:xfrm>
            <a:custGeom>
              <a:avLst/>
              <a:gdLst>
                <a:gd name="T0" fmla="*/ 137 w 590"/>
                <a:gd name="T1" fmla="*/ 301 h 570"/>
                <a:gd name="T2" fmla="*/ 148 w 590"/>
                <a:gd name="T3" fmla="*/ 303 h 570"/>
                <a:gd name="T4" fmla="*/ 187 w 590"/>
                <a:gd name="T5" fmla="*/ 434 h 570"/>
                <a:gd name="T6" fmla="*/ 187 w 590"/>
                <a:gd name="T7" fmla="*/ 497 h 570"/>
                <a:gd name="T8" fmla="*/ 265 w 590"/>
                <a:gd name="T9" fmla="*/ 560 h 570"/>
                <a:gd name="T10" fmla="*/ 295 w 590"/>
                <a:gd name="T11" fmla="*/ 570 h 570"/>
                <a:gd name="T12" fmla="*/ 295 w 590"/>
                <a:gd name="T13" fmla="*/ 568 h 570"/>
                <a:gd name="T14" fmla="*/ 295 w 590"/>
                <a:gd name="T15" fmla="*/ 570 h 570"/>
                <a:gd name="T16" fmla="*/ 325 w 590"/>
                <a:gd name="T17" fmla="*/ 560 h 570"/>
                <a:gd name="T18" fmla="*/ 403 w 590"/>
                <a:gd name="T19" fmla="*/ 497 h 570"/>
                <a:gd name="T20" fmla="*/ 403 w 590"/>
                <a:gd name="T21" fmla="*/ 436 h 570"/>
                <a:gd name="T22" fmla="*/ 443 w 590"/>
                <a:gd name="T23" fmla="*/ 302 h 570"/>
                <a:gd name="T24" fmla="*/ 487 w 590"/>
                <a:gd name="T25" fmla="*/ 291 h 570"/>
                <a:gd name="T26" fmla="*/ 555 w 590"/>
                <a:gd name="T27" fmla="*/ 250 h 570"/>
                <a:gd name="T28" fmla="*/ 589 w 590"/>
                <a:gd name="T29" fmla="*/ 164 h 570"/>
                <a:gd name="T30" fmla="*/ 535 w 590"/>
                <a:gd name="T31" fmla="*/ 22 h 570"/>
                <a:gd name="T32" fmla="*/ 482 w 590"/>
                <a:gd name="T33" fmla="*/ 11 h 570"/>
                <a:gd name="T34" fmla="*/ 472 w 590"/>
                <a:gd name="T35" fmla="*/ 64 h 570"/>
                <a:gd name="T36" fmla="*/ 513 w 590"/>
                <a:gd name="T37" fmla="*/ 164 h 570"/>
                <a:gd name="T38" fmla="*/ 510 w 590"/>
                <a:gd name="T39" fmla="*/ 182 h 570"/>
                <a:gd name="T40" fmla="*/ 477 w 590"/>
                <a:gd name="T41" fmla="*/ 183 h 570"/>
                <a:gd name="T42" fmla="*/ 443 w 590"/>
                <a:gd name="T43" fmla="*/ 225 h 570"/>
                <a:gd name="T44" fmla="*/ 437 w 590"/>
                <a:gd name="T45" fmla="*/ 226 h 570"/>
                <a:gd name="T46" fmla="*/ 381 w 590"/>
                <a:gd name="T47" fmla="*/ 232 h 570"/>
                <a:gd name="T48" fmla="*/ 379 w 590"/>
                <a:gd name="T49" fmla="*/ 232 h 570"/>
                <a:gd name="T50" fmla="*/ 378 w 590"/>
                <a:gd name="T51" fmla="*/ 232 h 570"/>
                <a:gd name="T52" fmla="*/ 373 w 590"/>
                <a:gd name="T53" fmla="*/ 232 h 570"/>
                <a:gd name="T54" fmla="*/ 372 w 590"/>
                <a:gd name="T55" fmla="*/ 232 h 570"/>
                <a:gd name="T56" fmla="*/ 218 w 590"/>
                <a:gd name="T57" fmla="*/ 232 h 570"/>
                <a:gd name="T58" fmla="*/ 217 w 590"/>
                <a:gd name="T59" fmla="*/ 232 h 570"/>
                <a:gd name="T60" fmla="*/ 212 w 590"/>
                <a:gd name="T61" fmla="*/ 232 h 570"/>
                <a:gd name="T62" fmla="*/ 211 w 590"/>
                <a:gd name="T63" fmla="*/ 232 h 570"/>
                <a:gd name="T64" fmla="*/ 209 w 590"/>
                <a:gd name="T65" fmla="*/ 232 h 570"/>
                <a:gd name="T66" fmla="*/ 147 w 590"/>
                <a:gd name="T67" fmla="*/ 225 h 570"/>
                <a:gd name="T68" fmla="*/ 113 w 590"/>
                <a:gd name="T69" fmla="*/ 183 h 570"/>
                <a:gd name="T70" fmla="*/ 80 w 590"/>
                <a:gd name="T71" fmla="*/ 182 h 570"/>
                <a:gd name="T72" fmla="*/ 77 w 590"/>
                <a:gd name="T73" fmla="*/ 164 h 570"/>
                <a:gd name="T74" fmla="*/ 118 w 590"/>
                <a:gd name="T75" fmla="*/ 64 h 570"/>
                <a:gd name="T76" fmla="*/ 108 w 590"/>
                <a:gd name="T77" fmla="*/ 11 h 570"/>
                <a:gd name="T78" fmla="*/ 55 w 590"/>
                <a:gd name="T79" fmla="*/ 22 h 570"/>
                <a:gd name="T80" fmla="*/ 1 w 590"/>
                <a:gd name="T81" fmla="*/ 164 h 570"/>
                <a:gd name="T82" fmla="*/ 35 w 590"/>
                <a:gd name="T83" fmla="*/ 250 h 570"/>
                <a:gd name="T84" fmla="*/ 137 w 590"/>
                <a:gd name="T85" fmla="*/ 301 h 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90" h="570">
                  <a:moveTo>
                    <a:pt x="137" y="301"/>
                  </a:moveTo>
                  <a:cubicBezTo>
                    <a:pt x="141" y="301"/>
                    <a:pt x="144" y="302"/>
                    <a:pt x="148" y="303"/>
                  </a:cubicBezTo>
                  <a:cubicBezTo>
                    <a:pt x="155" y="343"/>
                    <a:pt x="168" y="400"/>
                    <a:pt x="187" y="434"/>
                  </a:cubicBezTo>
                  <a:cubicBezTo>
                    <a:pt x="187" y="497"/>
                    <a:pt x="187" y="497"/>
                    <a:pt x="187" y="497"/>
                  </a:cubicBezTo>
                  <a:cubicBezTo>
                    <a:pt x="265" y="560"/>
                    <a:pt x="265" y="560"/>
                    <a:pt x="265" y="560"/>
                  </a:cubicBezTo>
                  <a:cubicBezTo>
                    <a:pt x="265" y="560"/>
                    <a:pt x="281" y="570"/>
                    <a:pt x="295" y="570"/>
                  </a:cubicBezTo>
                  <a:cubicBezTo>
                    <a:pt x="295" y="568"/>
                    <a:pt x="295" y="568"/>
                    <a:pt x="295" y="568"/>
                  </a:cubicBezTo>
                  <a:cubicBezTo>
                    <a:pt x="295" y="570"/>
                    <a:pt x="295" y="570"/>
                    <a:pt x="295" y="570"/>
                  </a:cubicBezTo>
                  <a:cubicBezTo>
                    <a:pt x="309" y="570"/>
                    <a:pt x="325" y="560"/>
                    <a:pt x="325" y="560"/>
                  </a:cubicBezTo>
                  <a:cubicBezTo>
                    <a:pt x="403" y="497"/>
                    <a:pt x="403" y="497"/>
                    <a:pt x="403" y="497"/>
                  </a:cubicBezTo>
                  <a:cubicBezTo>
                    <a:pt x="403" y="436"/>
                    <a:pt x="403" y="436"/>
                    <a:pt x="403" y="436"/>
                  </a:cubicBezTo>
                  <a:cubicBezTo>
                    <a:pt x="423" y="402"/>
                    <a:pt x="436" y="343"/>
                    <a:pt x="443" y="302"/>
                  </a:cubicBezTo>
                  <a:cubicBezTo>
                    <a:pt x="457" y="300"/>
                    <a:pt x="472" y="296"/>
                    <a:pt x="487" y="291"/>
                  </a:cubicBezTo>
                  <a:cubicBezTo>
                    <a:pt x="511" y="283"/>
                    <a:pt x="535" y="271"/>
                    <a:pt x="555" y="250"/>
                  </a:cubicBezTo>
                  <a:cubicBezTo>
                    <a:pt x="575" y="230"/>
                    <a:pt x="590" y="199"/>
                    <a:pt x="589" y="164"/>
                  </a:cubicBezTo>
                  <a:cubicBezTo>
                    <a:pt x="589" y="122"/>
                    <a:pt x="572" y="77"/>
                    <a:pt x="535" y="22"/>
                  </a:cubicBezTo>
                  <a:cubicBezTo>
                    <a:pt x="523" y="4"/>
                    <a:pt x="500" y="0"/>
                    <a:pt x="482" y="11"/>
                  </a:cubicBezTo>
                  <a:cubicBezTo>
                    <a:pt x="465" y="23"/>
                    <a:pt x="460" y="47"/>
                    <a:pt x="472" y="64"/>
                  </a:cubicBezTo>
                  <a:cubicBezTo>
                    <a:pt x="504" y="112"/>
                    <a:pt x="513" y="145"/>
                    <a:pt x="513" y="164"/>
                  </a:cubicBezTo>
                  <a:cubicBezTo>
                    <a:pt x="513" y="172"/>
                    <a:pt x="512" y="177"/>
                    <a:pt x="510" y="182"/>
                  </a:cubicBezTo>
                  <a:cubicBezTo>
                    <a:pt x="500" y="179"/>
                    <a:pt x="488" y="179"/>
                    <a:pt x="477" y="183"/>
                  </a:cubicBezTo>
                  <a:cubicBezTo>
                    <a:pt x="455" y="190"/>
                    <a:pt x="442" y="208"/>
                    <a:pt x="443" y="225"/>
                  </a:cubicBezTo>
                  <a:cubicBezTo>
                    <a:pt x="441" y="225"/>
                    <a:pt x="439" y="226"/>
                    <a:pt x="437" y="226"/>
                  </a:cubicBezTo>
                  <a:cubicBezTo>
                    <a:pt x="412" y="231"/>
                    <a:pt x="388" y="232"/>
                    <a:pt x="381" y="232"/>
                  </a:cubicBezTo>
                  <a:cubicBezTo>
                    <a:pt x="380" y="232"/>
                    <a:pt x="379" y="232"/>
                    <a:pt x="379" y="232"/>
                  </a:cubicBezTo>
                  <a:cubicBezTo>
                    <a:pt x="378" y="232"/>
                    <a:pt x="378" y="232"/>
                    <a:pt x="378" y="232"/>
                  </a:cubicBezTo>
                  <a:cubicBezTo>
                    <a:pt x="376" y="232"/>
                    <a:pt x="375" y="232"/>
                    <a:pt x="373" y="232"/>
                  </a:cubicBezTo>
                  <a:cubicBezTo>
                    <a:pt x="373" y="232"/>
                    <a:pt x="372" y="232"/>
                    <a:pt x="372" y="232"/>
                  </a:cubicBezTo>
                  <a:cubicBezTo>
                    <a:pt x="218" y="232"/>
                    <a:pt x="218" y="232"/>
                    <a:pt x="218" y="232"/>
                  </a:cubicBezTo>
                  <a:cubicBezTo>
                    <a:pt x="218" y="232"/>
                    <a:pt x="217" y="232"/>
                    <a:pt x="217" y="232"/>
                  </a:cubicBezTo>
                  <a:cubicBezTo>
                    <a:pt x="215" y="232"/>
                    <a:pt x="214" y="232"/>
                    <a:pt x="212" y="232"/>
                  </a:cubicBezTo>
                  <a:cubicBezTo>
                    <a:pt x="212" y="232"/>
                    <a:pt x="212" y="232"/>
                    <a:pt x="211" y="232"/>
                  </a:cubicBezTo>
                  <a:cubicBezTo>
                    <a:pt x="211" y="232"/>
                    <a:pt x="210" y="232"/>
                    <a:pt x="209" y="232"/>
                  </a:cubicBezTo>
                  <a:cubicBezTo>
                    <a:pt x="202" y="232"/>
                    <a:pt x="174" y="231"/>
                    <a:pt x="147" y="225"/>
                  </a:cubicBezTo>
                  <a:cubicBezTo>
                    <a:pt x="148" y="208"/>
                    <a:pt x="135" y="190"/>
                    <a:pt x="113" y="183"/>
                  </a:cubicBezTo>
                  <a:cubicBezTo>
                    <a:pt x="102" y="179"/>
                    <a:pt x="90" y="179"/>
                    <a:pt x="80" y="182"/>
                  </a:cubicBezTo>
                  <a:cubicBezTo>
                    <a:pt x="78" y="177"/>
                    <a:pt x="77" y="172"/>
                    <a:pt x="77" y="164"/>
                  </a:cubicBezTo>
                  <a:cubicBezTo>
                    <a:pt x="77" y="145"/>
                    <a:pt x="86" y="112"/>
                    <a:pt x="118" y="64"/>
                  </a:cubicBezTo>
                  <a:cubicBezTo>
                    <a:pt x="130" y="47"/>
                    <a:pt x="125" y="23"/>
                    <a:pt x="108" y="11"/>
                  </a:cubicBezTo>
                  <a:cubicBezTo>
                    <a:pt x="90" y="0"/>
                    <a:pt x="67" y="4"/>
                    <a:pt x="55" y="22"/>
                  </a:cubicBezTo>
                  <a:cubicBezTo>
                    <a:pt x="18" y="77"/>
                    <a:pt x="1" y="122"/>
                    <a:pt x="1" y="164"/>
                  </a:cubicBezTo>
                  <a:cubicBezTo>
                    <a:pt x="0" y="199"/>
                    <a:pt x="15" y="230"/>
                    <a:pt x="35" y="250"/>
                  </a:cubicBezTo>
                  <a:cubicBezTo>
                    <a:pt x="65" y="281"/>
                    <a:pt x="104" y="293"/>
                    <a:pt x="137" y="30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7" name="Freeform 24"/>
            <p:cNvSpPr>
              <a:spLocks/>
            </p:cNvSpPr>
            <p:nvPr/>
          </p:nvSpPr>
          <p:spPr bwMode="auto">
            <a:xfrm>
              <a:off x="2684463" y="1597025"/>
              <a:ext cx="233362" cy="687388"/>
            </a:xfrm>
            <a:custGeom>
              <a:avLst/>
              <a:gdLst>
                <a:gd name="T0" fmla="*/ 143 w 153"/>
                <a:gd name="T1" fmla="*/ 117 h 454"/>
                <a:gd name="T2" fmla="*/ 56 w 153"/>
                <a:gd name="T3" fmla="*/ 0 h 454"/>
                <a:gd name="T4" fmla="*/ 56 w 153"/>
                <a:gd name="T5" fmla="*/ 4 h 454"/>
                <a:gd name="T6" fmla="*/ 4 w 153"/>
                <a:gd name="T7" fmla="*/ 391 h 454"/>
                <a:gd name="T8" fmla="*/ 52 w 153"/>
                <a:gd name="T9" fmla="*/ 453 h 454"/>
                <a:gd name="T10" fmla="*/ 59 w 153"/>
                <a:gd name="T11" fmla="*/ 454 h 454"/>
                <a:gd name="T12" fmla="*/ 115 w 153"/>
                <a:gd name="T13" fmla="*/ 405 h 454"/>
                <a:gd name="T14" fmla="*/ 153 w 153"/>
                <a:gd name="T15" fmla="*/ 125 h 454"/>
                <a:gd name="T16" fmla="*/ 143 w 153"/>
                <a:gd name="T17" fmla="*/ 117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3" h="454">
                  <a:moveTo>
                    <a:pt x="143" y="117"/>
                  </a:moveTo>
                  <a:cubicBezTo>
                    <a:pt x="143" y="117"/>
                    <a:pt x="144" y="70"/>
                    <a:pt x="56" y="0"/>
                  </a:cubicBezTo>
                  <a:cubicBezTo>
                    <a:pt x="56" y="4"/>
                    <a:pt x="56" y="4"/>
                    <a:pt x="56" y="4"/>
                  </a:cubicBezTo>
                  <a:cubicBezTo>
                    <a:pt x="4" y="391"/>
                    <a:pt x="4" y="391"/>
                    <a:pt x="4" y="391"/>
                  </a:cubicBezTo>
                  <a:cubicBezTo>
                    <a:pt x="0" y="421"/>
                    <a:pt x="21" y="449"/>
                    <a:pt x="52" y="453"/>
                  </a:cubicBezTo>
                  <a:cubicBezTo>
                    <a:pt x="54" y="454"/>
                    <a:pt x="57" y="454"/>
                    <a:pt x="59" y="454"/>
                  </a:cubicBezTo>
                  <a:cubicBezTo>
                    <a:pt x="87" y="454"/>
                    <a:pt x="111" y="434"/>
                    <a:pt x="115" y="405"/>
                  </a:cubicBezTo>
                  <a:cubicBezTo>
                    <a:pt x="153" y="125"/>
                    <a:pt x="153" y="125"/>
                    <a:pt x="153" y="125"/>
                  </a:cubicBezTo>
                  <a:cubicBezTo>
                    <a:pt x="146" y="122"/>
                    <a:pt x="143" y="117"/>
                    <a:pt x="143" y="11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8" name="Freeform 25"/>
            <p:cNvSpPr>
              <a:spLocks/>
            </p:cNvSpPr>
            <p:nvPr/>
          </p:nvSpPr>
          <p:spPr bwMode="auto">
            <a:xfrm>
              <a:off x="2951163" y="1597025"/>
              <a:ext cx="231775" cy="687388"/>
            </a:xfrm>
            <a:custGeom>
              <a:avLst/>
              <a:gdLst>
                <a:gd name="T0" fmla="*/ 10 w 153"/>
                <a:gd name="T1" fmla="*/ 117 h 454"/>
                <a:gd name="T2" fmla="*/ 0 w 153"/>
                <a:gd name="T3" fmla="*/ 125 h 454"/>
                <a:gd name="T4" fmla="*/ 38 w 153"/>
                <a:gd name="T5" fmla="*/ 405 h 454"/>
                <a:gd name="T6" fmla="*/ 94 w 153"/>
                <a:gd name="T7" fmla="*/ 454 h 454"/>
                <a:gd name="T8" fmla="*/ 101 w 153"/>
                <a:gd name="T9" fmla="*/ 453 h 454"/>
                <a:gd name="T10" fmla="*/ 149 w 153"/>
                <a:gd name="T11" fmla="*/ 391 h 454"/>
                <a:gd name="T12" fmla="*/ 97 w 153"/>
                <a:gd name="T13" fmla="*/ 4 h 454"/>
                <a:gd name="T14" fmla="*/ 97 w 153"/>
                <a:gd name="T15" fmla="*/ 0 h 454"/>
                <a:gd name="T16" fmla="*/ 10 w 153"/>
                <a:gd name="T17" fmla="*/ 117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3" h="454">
                  <a:moveTo>
                    <a:pt x="10" y="117"/>
                  </a:moveTo>
                  <a:cubicBezTo>
                    <a:pt x="10" y="117"/>
                    <a:pt x="7" y="122"/>
                    <a:pt x="0" y="125"/>
                  </a:cubicBezTo>
                  <a:cubicBezTo>
                    <a:pt x="38" y="405"/>
                    <a:pt x="38" y="405"/>
                    <a:pt x="38" y="405"/>
                  </a:cubicBezTo>
                  <a:cubicBezTo>
                    <a:pt x="42" y="434"/>
                    <a:pt x="66" y="454"/>
                    <a:pt x="94" y="454"/>
                  </a:cubicBezTo>
                  <a:cubicBezTo>
                    <a:pt x="96" y="454"/>
                    <a:pt x="99" y="454"/>
                    <a:pt x="101" y="453"/>
                  </a:cubicBezTo>
                  <a:cubicBezTo>
                    <a:pt x="132" y="449"/>
                    <a:pt x="153" y="421"/>
                    <a:pt x="149" y="391"/>
                  </a:cubicBezTo>
                  <a:cubicBezTo>
                    <a:pt x="97" y="4"/>
                    <a:pt x="97" y="4"/>
                    <a:pt x="97" y="4"/>
                  </a:cubicBezTo>
                  <a:cubicBezTo>
                    <a:pt x="97" y="0"/>
                    <a:pt x="97" y="0"/>
                    <a:pt x="97" y="0"/>
                  </a:cubicBezTo>
                  <a:cubicBezTo>
                    <a:pt x="9" y="70"/>
                    <a:pt x="10" y="117"/>
                    <a:pt x="10" y="11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89" name="组合 88"/>
          <p:cNvGrpSpPr/>
          <p:nvPr/>
        </p:nvGrpSpPr>
        <p:grpSpPr>
          <a:xfrm>
            <a:off x="1139825" y="2543175"/>
            <a:ext cx="781050" cy="1506538"/>
            <a:chOff x="1139825" y="2543175"/>
            <a:chExt cx="781050" cy="1506538"/>
          </a:xfrm>
        </p:grpSpPr>
        <p:sp>
          <p:nvSpPr>
            <p:cNvPr id="90" name="Oval 26"/>
            <p:cNvSpPr>
              <a:spLocks noChangeArrowheads="1"/>
            </p:cNvSpPr>
            <p:nvPr/>
          </p:nvSpPr>
          <p:spPr bwMode="auto">
            <a:xfrm>
              <a:off x="1449388" y="2605088"/>
              <a:ext cx="271462" cy="273050"/>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1" name="Freeform 27"/>
            <p:cNvSpPr>
              <a:spLocks/>
            </p:cNvSpPr>
            <p:nvPr/>
          </p:nvSpPr>
          <p:spPr bwMode="auto">
            <a:xfrm>
              <a:off x="1139825" y="2752725"/>
              <a:ext cx="781050" cy="754063"/>
            </a:xfrm>
            <a:custGeom>
              <a:avLst/>
              <a:gdLst>
                <a:gd name="T0" fmla="*/ 500 w 516"/>
                <a:gd name="T1" fmla="*/ 205 h 497"/>
                <a:gd name="T2" fmla="*/ 432 w 516"/>
                <a:gd name="T3" fmla="*/ 120 h 497"/>
                <a:gd name="T4" fmla="*/ 377 w 516"/>
                <a:gd name="T5" fmla="*/ 105 h 497"/>
                <a:gd name="T6" fmla="*/ 374 w 516"/>
                <a:gd name="T7" fmla="*/ 105 h 497"/>
                <a:gd name="T8" fmla="*/ 371 w 516"/>
                <a:gd name="T9" fmla="*/ 105 h 497"/>
                <a:gd name="T10" fmla="*/ 371 w 516"/>
                <a:gd name="T11" fmla="*/ 105 h 497"/>
                <a:gd name="T12" fmla="*/ 217 w 516"/>
                <a:gd name="T13" fmla="*/ 105 h 497"/>
                <a:gd name="T14" fmla="*/ 215 w 516"/>
                <a:gd name="T15" fmla="*/ 105 h 497"/>
                <a:gd name="T16" fmla="*/ 182 w 516"/>
                <a:gd name="T17" fmla="*/ 105 h 497"/>
                <a:gd name="T18" fmla="*/ 156 w 516"/>
                <a:gd name="T19" fmla="*/ 115 h 497"/>
                <a:gd name="T20" fmla="*/ 156 w 516"/>
                <a:gd name="T21" fmla="*/ 115 h 497"/>
                <a:gd name="T22" fmla="*/ 130 w 516"/>
                <a:gd name="T23" fmla="*/ 135 h 497"/>
                <a:gd name="T24" fmla="*/ 109 w 516"/>
                <a:gd name="T25" fmla="*/ 146 h 497"/>
                <a:gd name="T26" fmla="*/ 93 w 516"/>
                <a:gd name="T27" fmla="*/ 150 h 497"/>
                <a:gd name="T28" fmla="*/ 89 w 516"/>
                <a:gd name="T29" fmla="*/ 150 h 497"/>
                <a:gd name="T30" fmla="*/ 83 w 516"/>
                <a:gd name="T31" fmla="*/ 139 h 497"/>
                <a:gd name="T32" fmla="*/ 76 w 516"/>
                <a:gd name="T33" fmla="*/ 86 h 497"/>
                <a:gd name="T34" fmla="*/ 79 w 516"/>
                <a:gd name="T35" fmla="*/ 39 h 497"/>
                <a:gd name="T36" fmla="*/ 54 w 516"/>
                <a:gd name="T37" fmla="*/ 0 h 497"/>
                <a:gd name="T38" fmla="*/ 54 w 516"/>
                <a:gd name="T39" fmla="*/ 8 h 497"/>
                <a:gd name="T40" fmla="*/ 45 w 516"/>
                <a:gd name="T41" fmla="*/ 8 h 497"/>
                <a:gd name="T42" fmla="*/ 45 w 516"/>
                <a:gd name="T43" fmla="*/ 23 h 497"/>
                <a:gd name="T44" fmla="*/ 54 w 516"/>
                <a:gd name="T45" fmla="*/ 23 h 497"/>
                <a:gd name="T46" fmla="*/ 54 w 516"/>
                <a:gd name="T47" fmla="*/ 37 h 497"/>
                <a:gd name="T48" fmla="*/ 26 w 516"/>
                <a:gd name="T49" fmla="*/ 37 h 497"/>
                <a:gd name="T50" fmla="*/ 26 w 516"/>
                <a:gd name="T51" fmla="*/ 23 h 497"/>
                <a:gd name="T52" fmla="*/ 37 w 516"/>
                <a:gd name="T53" fmla="*/ 23 h 497"/>
                <a:gd name="T54" fmla="*/ 37 w 516"/>
                <a:gd name="T55" fmla="*/ 8 h 497"/>
                <a:gd name="T56" fmla="*/ 26 w 516"/>
                <a:gd name="T57" fmla="*/ 8 h 497"/>
                <a:gd name="T58" fmla="*/ 26 w 516"/>
                <a:gd name="T59" fmla="*/ 0 h 497"/>
                <a:gd name="T60" fmla="*/ 3 w 516"/>
                <a:gd name="T61" fmla="*/ 32 h 497"/>
                <a:gd name="T62" fmla="*/ 0 w 516"/>
                <a:gd name="T63" fmla="*/ 86 h 497"/>
                <a:gd name="T64" fmla="*/ 22 w 516"/>
                <a:gd name="T65" fmla="*/ 187 h 497"/>
                <a:gd name="T66" fmla="*/ 54 w 516"/>
                <a:gd name="T67" fmla="*/ 217 h 497"/>
                <a:gd name="T68" fmla="*/ 92 w 516"/>
                <a:gd name="T69" fmla="*/ 226 h 497"/>
                <a:gd name="T70" fmla="*/ 93 w 516"/>
                <a:gd name="T71" fmla="*/ 226 h 497"/>
                <a:gd name="T72" fmla="*/ 138 w 516"/>
                <a:gd name="T73" fmla="*/ 216 h 497"/>
                <a:gd name="T74" fmla="*/ 142 w 516"/>
                <a:gd name="T75" fmla="*/ 215 h 497"/>
                <a:gd name="T76" fmla="*/ 186 w 516"/>
                <a:gd name="T77" fmla="*/ 311 h 497"/>
                <a:gd name="T78" fmla="*/ 186 w 516"/>
                <a:gd name="T79" fmla="*/ 370 h 497"/>
                <a:gd name="T80" fmla="*/ 264 w 516"/>
                <a:gd name="T81" fmla="*/ 433 h 497"/>
                <a:gd name="T82" fmla="*/ 294 w 516"/>
                <a:gd name="T83" fmla="*/ 443 h 497"/>
                <a:gd name="T84" fmla="*/ 294 w 516"/>
                <a:gd name="T85" fmla="*/ 441 h 497"/>
                <a:gd name="T86" fmla="*/ 294 w 516"/>
                <a:gd name="T87" fmla="*/ 443 h 497"/>
                <a:gd name="T88" fmla="*/ 324 w 516"/>
                <a:gd name="T89" fmla="*/ 433 h 497"/>
                <a:gd name="T90" fmla="*/ 402 w 516"/>
                <a:gd name="T91" fmla="*/ 370 h 497"/>
                <a:gd name="T92" fmla="*/ 402 w 516"/>
                <a:gd name="T93" fmla="*/ 311 h 497"/>
                <a:gd name="T94" fmla="*/ 434 w 516"/>
                <a:gd name="T95" fmla="*/ 250 h 497"/>
                <a:gd name="T96" fmla="*/ 440 w 516"/>
                <a:gd name="T97" fmla="*/ 316 h 497"/>
                <a:gd name="T98" fmla="*/ 425 w 516"/>
                <a:gd name="T99" fmla="*/ 451 h 497"/>
                <a:gd name="T100" fmla="*/ 454 w 516"/>
                <a:gd name="T101" fmla="*/ 496 h 497"/>
                <a:gd name="T102" fmla="*/ 462 w 516"/>
                <a:gd name="T103" fmla="*/ 497 h 497"/>
                <a:gd name="T104" fmla="*/ 499 w 516"/>
                <a:gd name="T105" fmla="*/ 466 h 497"/>
                <a:gd name="T106" fmla="*/ 516 w 516"/>
                <a:gd name="T107" fmla="*/ 316 h 497"/>
                <a:gd name="T108" fmla="*/ 500 w 516"/>
                <a:gd name="T109" fmla="*/ 205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16" h="497">
                  <a:moveTo>
                    <a:pt x="500" y="205"/>
                  </a:moveTo>
                  <a:cubicBezTo>
                    <a:pt x="484" y="161"/>
                    <a:pt x="457" y="134"/>
                    <a:pt x="432" y="120"/>
                  </a:cubicBezTo>
                  <a:cubicBezTo>
                    <a:pt x="407" y="106"/>
                    <a:pt x="385" y="105"/>
                    <a:pt x="377" y="105"/>
                  </a:cubicBezTo>
                  <a:cubicBezTo>
                    <a:pt x="375" y="105"/>
                    <a:pt x="374" y="105"/>
                    <a:pt x="374" y="105"/>
                  </a:cubicBezTo>
                  <a:cubicBezTo>
                    <a:pt x="373" y="105"/>
                    <a:pt x="372" y="105"/>
                    <a:pt x="371" y="105"/>
                  </a:cubicBezTo>
                  <a:cubicBezTo>
                    <a:pt x="371" y="105"/>
                    <a:pt x="371" y="105"/>
                    <a:pt x="371" y="105"/>
                  </a:cubicBezTo>
                  <a:cubicBezTo>
                    <a:pt x="217" y="105"/>
                    <a:pt x="217" y="105"/>
                    <a:pt x="217" y="105"/>
                  </a:cubicBezTo>
                  <a:cubicBezTo>
                    <a:pt x="216" y="105"/>
                    <a:pt x="215" y="105"/>
                    <a:pt x="215" y="105"/>
                  </a:cubicBezTo>
                  <a:cubicBezTo>
                    <a:pt x="182" y="105"/>
                    <a:pt x="182" y="105"/>
                    <a:pt x="182" y="105"/>
                  </a:cubicBezTo>
                  <a:cubicBezTo>
                    <a:pt x="172" y="105"/>
                    <a:pt x="163" y="109"/>
                    <a:pt x="156" y="115"/>
                  </a:cubicBezTo>
                  <a:cubicBezTo>
                    <a:pt x="156" y="115"/>
                    <a:pt x="156" y="115"/>
                    <a:pt x="156" y="115"/>
                  </a:cubicBezTo>
                  <a:cubicBezTo>
                    <a:pt x="155" y="116"/>
                    <a:pt x="144" y="126"/>
                    <a:pt x="130" y="135"/>
                  </a:cubicBezTo>
                  <a:cubicBezTo>
                    <a:pt x="123" y="139"/>
                    <a:pt x="116" y="143"/>
                    <a:pt x="109" y="146"/>
                  </a:cubicBezTo>
                  <a:cubicBezTo>
                    <a:pt x="102" y="149"/>
                    <a:pt x="96" y="150"/>
                    <a:pt x="93" y="150"/>
                  </a:cubicBezTo>
                  <a:cubicBezTo>
                    <a:pt x="90" y="150"/>
                    <a:pt x="90" y="150"/>
                    <a:pt x="89" y="150"/>
                  </a:cubicBezTo>
                  <a:cubicBezTo>
                    <a:pt x="89" y="149"/>
                    <a:pt x="87" y="149"/>
                    <a:pt x="83" y="139"/>
                  </a:cubicBezTo>
                  <a:cubicBezTo>
                    <a:pt x="80" y="130"/>
                    <a:pt x="76" y="113"/>
                    <a:pt x="76" y="86"/>
                  </a:cubicBezTo>
                  <a:cubicBezTo>
                    <a:pt x="76" y="73"/>
                    <a:pt x="77" y="57"/>
                    <a:pt x="79" y="39"/>
                  </a:cubicBezTo>
                  <a:cubicBezTo>
                    <a:pt x="81" y="22"/>
                    <a:pt x="70" y="6"/>
                    <a:pt x="54" y="0"/>
                  </a:cubicBezTo>
                  <a:cubicBezTo>
                    <a:pt x="54" y="8"/>
                    <a:pt x="54" y="8"/>
                    <a:pt x="54" y="8"/>
                  </a:cubicBezTo>
                  <a:cubicBezTo>
                    <a:pt x="45" y="8"/>
                    <a:pt x="45" y="8"/>
                    <a:pt x="45" y="8"/>
                  </a:cubicBezTo>
                  <a:cubicBezTo>
                    <a:pt x="45" y="23"/>
                    <a:pt x="45" y="23"/>
                    <a:pt x="45" y="23"/>
                  </a:cubicBezTo>
                  <a:cubicBezTo>
                    <a:pt x="54" y="23"/>
                    <a:pt x="54" y="23"/>
                    <a:pt x="54" y="23"/>
                  </a:cubicBezTo>
                  <a:cubicBezTo>
                    <a:pt x="54" y="37"/>
                    <a:pt x="54" y="37"/>
                    <a:pt x="54" y="37"/>
                  </a:cubicBezTo>
                  <a:cubicBezTo>
                    <a:pt x="26" y="37"/>
                    <a:pt x="26" y="37"/>
                    <a:pt x="26" y="37"/>
                  </a:cubicBezTo>
                  <a:cubicBezTo>
                    <a:pt x="26" y="23"/>
                    <a:pt x="26" y="23"/>
                    <a:pt x="26" y="23"/>
                  </a:cubicBezTo>
                  <a:cubicBezTo>
                    <a:pt x="37" y="23"/>
                    <a:pt x="37" y="23"/>
                    <a:pt x="37" y="23"/>
                  </a:cubicBezTo>
                  <a:cubicBezTo>
                    <a:pt x="37" y="8"/>
                    <a:pt x="37" y="8"/>
                    <a:pt x="37" y="8"/>
                  </a:cubicBezTo>
                  <a:cubicBezTo>
                    <a:pt x="26" y="8"/>
                    <a:pt x="26" y="8"/>
                    <a:pt x="26" y="8"/>
                  </a:cubicBezTo>
                  <a:cubicBezTo>
                    <a:pt x="26" y="0"/>
                    <a:pt x="26" y="0"/>
                    <a:pt x="26" y="0"/>
                  </a:cubicBezTo>
                  <a:cubicBezTo>
                    <a:pt x="14" y="6"/>
                    <a:pt x="5" y="17"/>
                    <a:pt x="3" y="32"/>
                  </a:cubicBezTo>
                  <a:cubicBezTo>
                    <a:pt x="1" y="52"/>
                    <a:pt x="0" y="70"/>
                    <a:pt x="0" y="86"/>
                  </a:cubicBezTo>
                  <a:cubicBezTo>
                    <a:pt x="1" y="129"/>
                    <a:pt x="7" y="161"/>
                    <a:pt x="22" y="187"/>
                  </a:cubicBezTo>
                  <a:cubicBezTo>
                    <a:pt x="30" y="200"/>
                    <a:pt x="41" y="210"/>
                    <a:pt x="54" y="217"/>
                  </a:cubicBezTo>
                  <a:cubicBezTo>
                    <a:pt x="67" y="223"/>
                    <a:pt x="80" y="226"/>
                    <a:pt x="92" y="226"/>
                  </a:cubicBezTo>
                  <a:cubicBezTo>
                    <a:pt x="92" y="226"/>
                    <a:pt x="92" y="226"/>
                    <a:pt x="93" y="226"/>
                  </a:cubicBezTo>
                  <a:cubicBezTo>
                    <a:pt x="110" y="226"/>
                    <a:pt x="125" y="222"/>
                    <a:pt x="138" y="216"/>
                  </a:cubicBezTo>
                  <a:cubicBezTo>
                    <a:pt x="139" y="216"/>
                    <a:pt x="141" y="215"/>
                    <a:pt x="142" y="215"/>
                  </a:cubicBezTo>
                  <a:cubicBezTo>
                    <a:pt x="149" y="238"/>
                    <a:pt x="164" y="282"/>
                    <a:pt x="186" y="311"/>
                  </a:cubicBezTo>
                  <a:cubicBezTo>
                    <a:pt x="186" y="370"/>
                    <a:pt x="186" y="370"/>
                    <a:pt x="186" y="370"/>
                  </a:cubicBezTo>
                  <a:cubicBezTo>
                    <a:pt x="264" y="433"/>
                    <a:pt x="264" y="433"/>
                    <a:pt x="264" y="433"/>
                  </a:cubicBezTo>
                  <a:cubicBezTo>
                    <a:pt x="264" y="433"/>
                    <a:pt x="280" y="443"/>
                    <a:pt x="294" y="443"/>
                  </a:cubicBezTo>
                  <a:cubicBezTo>
                    <a:pt x="294" y="441"/>
                    <a:pt x="294" y="441"/>
                    <a:pt x="294" y="441"/>
                  </a:cubicBezTo>
                  <a:cubicBezTo>
                    <a:pt x="294" y="443"/>
                    <a:pt x="294" y="443"/>
                    <a:pt x="294" y="443"/>
                  </a:cubicBezTo>
                  <a:cubicBezTo>
                    <a:pt x="308" y="443"/>
                    <a:pt x="324" y="433"/>
                    <a:pt x="324" y="433"/>
                  </a:cubicBezTo>
                  <a:cubicBezTo>
                    <a:pt x="402" y="370"/>
                    <a:pt x="402" y="370"/>
                    <a:pt x="402" y="370"/>
                  </a:cubicBezTo>
                  <a:cubicBezTo>
                    <a:pt x="402" y="311"/>
                    <a:pt x="402" y="311"/>
                    <a:pt x="402" y="311"/>
                  </a:cubicBezTo>
                  <a:cubicBezTo>
                    <a:pt x="415" y="294"/>
                    <a:pt x="426" y="271"/>
                    <a:pt x="434" y="250"/>
                  </a:cubicBezTo>
                  <a:cubicBezTo>
                    <a:pt x="438" y="267"/>
                    <a:pt x="440" y="288"/>
                    <a:pt x="440" y="316"/>
                  </a:cubicBezTo>
                  <a:cubicBezTo>
                    <a:pt x="440" y="351"/>
                    <a:pt x="436" y="396"/>
                    <a:pt x="425" y="451"/>
                  </a:cubicBezTo>
                  <a:cubicBezTo>
                    <a:pt x="421" y="472"/>
                    <a:pt x="434" y="492"/>
                    <a:pt x="454" y="496"/>
                  </a:cubicBezTo>
                  <a:cubicBezTo>
                    <a:pt x="457" y="497"/>
                    <a:pt x="459" y="497"/>
                    <a:pt x="462" y="497"/>
                  </a:cubicBezTo>
                  <a:cubicBezTo>
                    <a:pt x="480" y="497"/>
                    <a:pt x="496" y="485"/>
                    <a:pt x="499" y="466"/>
                  </a:cubicBezTo>
                  <a:cubicBezTo>
                    <a:pt x="511" y="407"/>
                    <a:pt x="516" y="357"/>
                    <a:pt x="516" y="316"/>
                  </a:cubicBezTo>
                  <a:cubicBezTo>
                    <a:pt x="516" y="270"/>
                    <a:pt x="510" y="234"/>
                    <a:pt x="500" y="20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2" name="Freeform 28"/>
            <p:cNvSpPr>
              <a:spLocks/>
            </p:cNvSpPr>
            <p:nvPr/>
          </p:nvSpPr>
          <p:spPr bwMode="auto">
            <a:xfrm>
              <a:off x="1336675" y="3360738"/>
              <a:ext cx="231775" cy="688975"/>
            </a:xfrm>
            <a:custGeom>
              <a:avLst/>
              <a:gdLst>
                <a:gd name="T0" fmla="*/ 143 w 153"/>
                <a:gd name="T1" fmla="*/ 117 h 454"/>
                <a:gd name="T2" fmla="*/ 56 w 153"/>
                <a:gd name="T3" fmla="*/ 0 h 454"/>
                <a:gd name="T4" fmla="*/ 56 w 153"/>
                <a:gd name="T5" fmla="*/ 4 h 454"/>
                <a:gd name="T6" fmla="*/ 4 w 153"/>
                <a:gd name="T7" fmla="*/ 390 h 454"/>
                <a:gd name="T8" fmla="*/ 52 w 153"/>
                <a:gd name="T9" fmla="*/ 453 h 454"/>
                <a:gd name="T10" fmla="*/ 59 w 153"/>
                <a:gd name="T11" fmla="*/ 454 h 454"/>
                <a:gd name="T12" fmla="*/ 115 w 153"/>
                <a:gd name="T13" fmla="*/ 405 h 454"/>
                <a:gd name="T14" fmla="*/ 153 w 153"/>
                <a:gd name="T15" fmla="*/ 125 h 454"/>
                <a:gd name="T16" fmla="*/ 143 w 153"/>
                <a:gd name="T17" fmla="*/ 117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3" h="454">
                  <a:moveTo>
                    <a:pt x="143" y="117"/>
                  </a:moveTo>
                  <a:cubicBezTo>
                    <a:pt x="143" y="117"/>
                    <a:pt x="143" y="70"/>
                    <a:pt x="56" y="0"/>
                  </a:cubicBezTo>
                  <a:cubicBezTo>
                    <a:pt x="56" y="4"/>
                    <a:pt x="56" y="4"/>
                    <a:pt x="56" y="4"/>
                  </a:cubicBezTo>
                  <a:cubicBezTo>
                    <a:pt x="4" y="390"/>
                    <a:pt x="4" y="390"/>
                    <a:pt x="4" y="390"/>
                  </a:cubicBezTo>
                  <a:cubicBezTo>
                    <a:pt x="0" y="421"/>
                    <a:pt x="21" y="449"/>
                    <a:pt x="52" y="453"/>
                  </a:cubicBezTo>
                  <a:cubicBezTo>
                    <a:pt x="54" y="454"/>
                    <a:pt x="57" y="454"/>
                    <a:pt x="59" y="454"/>
                  </a:cubicBezTo>
                  <a:cubicBezTo>
                    <a:pt x="87" y="454"/>
                    <a:pt x="111" y="434"/>
                    <a:pt x="115" y="405"/>
                  </a:cubicBezTo>
                  <a:cubicBezTo>
                    <a:pt x="153" y="125"/>
                    <a:pt x="153" y="125"/>
                    <a:pt x="153" y="125"/>
                  </a:cubicBezTo>
                  <a:cubicBezTo>
                    <a:pt x="146" y="122"/>
                    <a:pt x="143" y="117"/>
                    <a:pt x="143" y="11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3" name="Freeform 29"/>
            <p:cNvSpPr>
              <a:spLocks/>
            </p:cNvSpPr>
            <p:nvPr/>
          </p:nvSpPr>
          <p:spPr bwMode="auto">
            <a:xfrm>
              <a:off x="1601788" y="3360738"/>
              <a:ext cx="231775" cy="688975"/>
            </a:xfrm>
            <a:custGeom>
              <a:avLst/>
              <a:gdLst>
                <a:gd name="T0" fmla="*/ 10 w 153"/>
                <a:gd name="T1" fmla="*/ 117 h 454"/>
                <a:gd name="T2" fmla="*/ 0 w 153"/>
                <a:gd name="T3" fmla="*/ 125 h 454"/>
                <a:gd name="T4" fmla="*/ 38 w 153"/>
                <a:gd name="T5" fmla="*/ 405 h 454"/>
                <a:gd name="T6" fmla="*/ 94 w 153"/>
                <a:gd name="T7" fmla="*/ 454 h 454"/>
                <a:gd name="T8" fmla="*/ 101 w 153"/>
                <a:gd name="T9" fmla="*/ 453 h 454"/>
                <a:gd name="T10" fmla="*/ 149 w 153"/>
                <a:gd name="T11" fmla="*/ 390 h 454"/>
                <a:gd name="T12" fmla="*/ 97 w 153"/>
                <a:gd name="T13" fmla="*/ 4 h 454"/>
                <a:gd name="T14" fmla="*/ 97 w 153"/>
                <a:gd name="T15" fmla="*/ 0 h 454"/>
                <a:gd name="T16" fmla="*/ 10 w 153"/>
                <a:gd name="T17" fmla="*/ 117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3" h="454">
                  <a:moveTo>
                    <a:pt x="10" y="117"/>
                  </a:moveTo>
                  <a:cubicBezTo>
                    <a:pt x="10" y="117"/>
                    <a:pt x="7" y="122"/>
                    <a:pt x="0" y="125"/>
                  </a:cubicBezTo>
                  <a:cubicBezTo>
                    <a:pt x="38" y="405"/>
                    <a:pt x="38" y="405"/>
                    <a:pt x="38" y="405"/>
                  </a:cubicBezTo>
                  <a:cubicBezTo>
                    <a:pt x="42" y="434"/>
                    <a:pt x="66" y="454"/>
                    <a:pt x="94" y="454"/>
                  </a:cubicBezTo>
                  <a:cubicBezTo>
                    <a:pt x="96" y="454"/>
                    <a:pt x="99" y="454"/>
                    <a:pt x="101" y="453"/>
                  </a:cubicBezTo>
                  <a:cubicBezTo>
                    <a:pt x="132" y="449"/>
                    <a:pt x="153" y="421"/>
                    <a:pt x="149" y="390"/>
                  </a:cubicBezTo>
                  <a:cubicBezTo>
                    <a:pt x="97" y="4"/>
                    <a:pt x="97" y="4"/>
                    <a:pt x="97" y="4"/>
                  </a:cubicBezTo>
                  <a:cubicBezTo>
                    <a:pt x="97" y="0"/>
                    <a:pt x="97" y="0"/>
                    <a:pt x="97" y="0"/>
                  </a:cubicBezTo>
                  <a:cubicBezTo>
                    <a:pt x="9" y="70"/>
                    <a:pt x="10" y="117"/>
                    <a:pt x="10" y="11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4" name="Freeform 30"/>
            <p:cNvSpPr>
              <a:spLocks/>
            </p:cNvSpPr>
            <p:nvPr/>
          </p:nvSpPr>
          <p:spPr bwMode="auto">
            <a:xfrm>
              <a:off x="1179513" y="2543175"/>
              <a:ext cx="42862" cy="198438"/>
            </a:xfrm>
            <a:custGeom>
              <a:avLst/>
              <a:gdLst>
                <a:gd name="T0" fmla="*/ 27 w 27"/>
                <a:gd name="T1" fmla="*/ 68 h 125"/>
                <a:gd name="T2" fmla="*/ 18 w 27"/>
                <a:gd name="T3" fmla="*/ 68 h 125"/>
                <a:gd name="T4" fmla="*/ 18 w 27"/>
                <a:gd name="T5" fmla="*/ 0 h 125"/>
                <a:gd name="T6" fmla="*/ 10 w 27"/>
                <a:gd name="T7" fmla="*/ 0 h 125"/>
                <a:gd name="T8" fmla="*/ 10 w 27"/>
                <a:gd name="T9" fmla="*/ 68 h 125"/>
                <a:gd name="T10" fmla="*/ 0 w 27"/>
                <a:gd name="T11" fmla="*/ 68 h 125"/>
                <a:gd name="T12" fmla="*/ 0 w 27"/>
                <a:gd name="T13" fmla="*/ 125 h 125"/>
                <a:gd name="T14" fmla="*/ 27 w 27"/>
                <a:gd name="T15" fmla="*/ 125 h 125"/>
                <a:gd name="T16" fmla="*/ 27 w 27"/>
                <a:gd name="T17" fmla="*/ 68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25">
                  <a:moveTo>
                    <a:pt x="27" y="68"/>
                  </a:moveTo>
                  <a:lnTo>
                    <a:pt x="18" y="68"/>
                  </a:lnTo>
                  <a:lnTo>
                    <a:pt x="18" y="0"/>
                  </a:lnTo>
                  <a:lnTo>
                    <a:pt x="10" y="0"/>
                  </a:lnTo>
                  <a:lnTo>
                    <a:pt x="10" y="68"/>
                  </a:lnTo>
                  <a:lnTo>
                    <a:pt x="0" y="68"/>
                  </a:lnTo>
                  <a:lnTo>
                    <a:pt x="0" y="125"/>
                  </a:lnTo>
                  <a:lnTo>
                    <a:pt x="27" y="125"/>
                  </a:lnTo>
                  <a:lnTo>
                    <a:pt x="27" y="68"/>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95" name="组合 94"/>
          <p:cNvGrpSpPr/>
          <p:nvPr/>
        </p:nvGrpSpPr>
        <p:grpSpPr>
          <a:xfrm>
            <a:off x="2025650" y="2605088"/>
            <a:ext cx="868362" cy="1444625"/>
            <a:chOff x="2025650" y="2605088"/>
            <a:chExt cx="868362" cy="1444625"/>
          </a:xfrm>
        </p:grpSpPr>
        <p:sp>
          <p:nvSpPr>
            <p:cNvPr id="96" name="Freeform 31"/>
            <p:cNvSpPr>
              <a:spLocks/>
            </p:cNvSpPr>
            <p:nvPr/>
          </p:nvSpPr>
          <p:spPr bwMode="auto">
            <a:xfrm>
              <a:off x="2025650" y="2844800"/>
              <a:ext cx="868362" cy="579438"/>
            </a:xfrm>
            <a:custGeom>
              <a:avLst/>
              <a:gdLst>
                <a:gd name="T0" fmla="*/ 10 w 573"/>
                <a:gd name="T1" fmla="*/ 61 h 383"/>
                <a:gd name="T2" fmla="*/ 3 w 573"/>
                <a:gd name="T3" fmla="*/ 71 h 383"/>
                <a:gd name="T4" fmla="*/ 0 w 573"/>
                <a:gd name="T5" fmla="*/ 88 h 383"/>
                <a:gd name="T6" fmla="*/ 5 w 573"/>
                <a:gd name="T7" fmla="*/ 107 h 383"/>
                <a:gd name="T8" fmla="*/ 21 w 573"/>
                <a:gd name="T9" fmla="*/ 123 h 383"/>
                <a:gd name="T10" fmla="*/ 37 w 573"/>
                <a:gd name="T11" fmla="*/ 128 h 383"/>
                <a:gd name="T12" fmla="*/ 77 w 573"/>
                <a:gd name="T13" fmla="*/ 131 h 383"/>
                <a:gd name="T14" fmla="*/ 160 w 573"/>
                <a:gd name="T15" fmla="*/ 128 h 383"/>
                <a:gd name="T16" fmla="*/ 218 w 573"/>
                <a:gd name="T17" fmla="*/ 251 h 383"/>
                <a:gd name="T18" fmla="*/ 218 w 573"/>
                <a:gd name="T19" fmla="*/ 310 h 383"/>
                <a:gd name="T20" fmla="*/ 296 w 573"/>
                <a:gd name="T21" fmla="*/ 373 h 383"/>
                <a:gd name="T22" fmla="*/ 326 w 573"/>
                <a:gd name="T23" fmla="*/ 383 h 383"/>
                <a:gd name="T24" fmla="*/ 319 w 573"/>
                <a:gd name="T25" fmla="*/ 364 h 383"/>
                <a:gd name="T26" fmla="*/ 319 w 573"/>
                <a:gd name="T27" fmla="*/ 364 h 383"/>
                <a:gd name="T28" fmla="*/ 319 w 573"/>
                <a:gd name="T29" fmla="*/ 364 h 383"/>
                <a:gd name="T30" fmla="*/ 319 w 573"/>
                <a:gd name="T31" fmla="*/ 228 h 383"/>
                <a:gd name="T32" fmla="*/ 338 w 573"/>
                <a:gd name="T33" fmla="*/ 191 h 383"/>
                <a:gd name="T34" fmla="*/ 336 w 573"/>
                <a:gd name="T35" fmla="*/ 183 h 383"/>
                <a:gd name="T36" fmla="*/ 336 w 573"/>
                <a:gd name="T37" fmla="*/ 164 h 383"/>
                <a:gd name="T38" fmla="*/ 353 w 573"/>
                <a:gd name="T39" fmla="*/ 146 h 383"/>
                <a:gd name="T40" fmla="*/ 466 w 573"/>
                <a:gd name="T41" fmla="*/ 146 h 383"/>
                <a:gd name="T42" fmla="*/ 456 w 573"/>
                <a:gd name="T43" fmla="*/ 141 h 383"/>
                <a:gd name="T44" fmla="*/ 447 w 573"/>
                <a:gd name="T45" fmla="*/ 137 h 383"/>
                <a:gd name="T46" fmla="*/ 452 w 573"/>
                <a:gd name="T47" fmla="*/ 130 h 383"/>
                <a:gd name="T48" fmla="*/ 459 w 573"/>
                <a:gd name="T49" fmla="*/ 133 h 383"/>
                <a:gd name="T50" fmla="*/ 486 w 573"/>
                <a:gd name="T51" fmla="*/ 153 h 383"/>
                <a:gd name="T52" fmla="*/ 497 w 573"/>
                <a:gd name="T53" fmla="*/ 187 h 383"/>
                <a:gd name="T54" fmla="*/ 460 w 573"/>
                <a:gd name="T55" fmla="*/ 289 h 383"/>
                <a:gd name="T56" fmla="*/ 473 w 573"/>
                <a:gd name="T57" fmla="*/ 342 h 383"/>
                <a:gd name="T58" fmla="*/ 492 w 573"/>
                <a:gd name="T59" fmla="*/ 347 h 383"/>
                <a:gd name="T60" fmla="*/ 525 w 573"/>
                <a:gd name="T61" fmla="*/ 329 h 383"/>
                <a:gd name="T62" fmla="*/ 573 w 573"/>
                <a:gd name="T63" fmla="*/ 187 h 383"/>
                <a:gd name="T64" fmla="*/ 544 w 573"/>
                <a:gd name="T65" fmla="*/ 104 h 383"/>
                <a:gd name="T66" fmla="*/ 493 w 573"/>
                <a:gd name="T67" fmla="*/ 65 h 383"/>
                <a:gd name="T68" fmla="*/ 458 w 573"/>
                <a:gd name="T69" fmla="*/ 53 h 383"/>
                <a:gd name="T70" fmla="*/ 409 w 573"/>
                <a:gd name="T71" fmla="*/ 45 h 383"/>
                <a:gd name="T72" fmla="*/ 404 w 573"/>
                <a:gd name="T73" fmla="*/ 45 h 383"/>
                <a:gd name="T74" fmla="*/ 403 w 573"/>
                <a:gd name="T75" fmla="*/ 45 h 383"/>
                <a:gd name="T76" fmla="*/ 375 w 573"/>
                <a:gd name="T77" fmla="*/ 45 h 383"/>
                <a:gd name="T78" fmla="*/ 375 w 573"/>
                <a:gd name="T79" fmla="*/ 66 h 383"/>
                <a:gd name="T80" fmla="*/ 339 w 573"/>
                <a:gd name="T81" fmla="*/ 102 h 383"/>
                <a:gd name="T82" fmla="*/ 304 w 573"/>
                <a:gd name="T83" fmla="*/ 102 h 383"/>
                <a:gd name="T84" fmla="*/ 271 w 573"/>
                <a:gd name="T85" fmla="*/ 83 h 383"/>
                <a:gd name="T86" fmla="*/ 254 w 573"/>
                <a:gd name="T87" fmla="*/ 78 h 383"/>
                <a:gd name="T88" fmla="*/ 234 w 573"/>
                <a:gd name="T89" fmla="*/ 87 h 383"/>
                <a:gd name="T90" fmla="*/ 100 w 573"/>
                <a:gd name="T91" fmla="*/ 114 h 383"/>
                <a:gd name="T92" fmla="*/ 98 w 573"/>
                <a:gd name="T93" fmla="*/ 106 h 383"/>
                <a:gd name="T94" fmla="*/ 232 w 573"/>
                <a:gd name="T95" fmla="*/ 79 h 383"/>
                <a:gd name="T96" fmla="*/ 263 w 573"/>
                <a:gd name="T97" fmla="*/ 35 h 383"/>
                <a:gd name="T98" fmla="*/ 219 w 573"/>
                <a:gd name="T99" fmla="*/ 4 h 383"/>
                <a:gd name="T100" fmla="*/ 76 w 573"/>
                <a:gd name="T101" fmla="*/ 34 h 383"/>
                <a:gd name="T102" fmla="*/ 75 w 573"/>
                <a:gd name="T103" fmla="*/ 34 h 383"/>
                <a:gd name="T104" fmla="*/ 75 w 573"/>
                <a:gd name="T105" fmla="*/ 34 h 383"/>
                <a:gd name="T106" fmla="*/ 35 w 573"/>
                <a:gd name="T107" fmla="*/ 45 h 383"/>
                <a:gd name="T108" fmla="*/ 20 w 573"/>
                <a:gd name="T109" fmla="*/ 52 h 383"/>
                <a:gd name="T110" fmla="*/ 10 w 573"/>
                <a:gd name="T111" fmla="*/ 61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73" h="383">
                  <a:moveTo>
                    <a:pt x="10" y="61"/>
                  </a:moveTo>
                  <a:cubicBezTo>
                    <a:pt x="8" y="64"/>
                    <a:pt x="6" y="67"/>
                    <a:pt x="3" y="71"/>
                  </a:cubicBezTo>
                  <a:cubicBezTo>
                    <a:pt x="1" y="75"/>
                    <a:pt x="0" y="81"/>
                    <a:pt x="0" y="88"/>
                  </a:cubicBezTo>
                  <a:cubicBezTo>
                    <a:pt x="0" y="95"/>
                    <a:pt x="2" y="102"/>
                    <a:pt x="5" y="107"/>
                  </a:cubicBezTo>
                  <a:cubicBezTo>
                    <a:pt x="11" y="117"/>
                    <a:pt x="17" y="120"/>
                    <a:pt x="21" y="123"/>
                  </a:cubicBezTo>
                  <a:cubicBezTo>
                    <a:pt x="29" y="127"/>
                    <a:pt x="33" y="127"/>
                    <a:pt x="37" y="128"/>
                  </a:cubicBezTo>
                  <a:cubicBezTo>
                    <a:pt x="49" y="130"/>
                    <a:pt x="61" y="131"/>
                    <a:pt x="77" y="131"/>
                  </a:cubicBezTo>
                  <a:cubicBezTo>
                    <a:pt x="100" y="131"/>
                    <a:pt x="131" y="129"/>
                    <a:pt x="160" y="128"/>
                  </a:cubicBezTo>
                  <a:cubicBezTo>
                    <a:pt x="168" y="152"/>
                    <a:pt x="190" y="215"/>
                    <a:pt x="218" y="251"/>
                  </a:cubicBezTo>
                  <a:cubicBezTo>
                    <a:pt x="218" y="310"/>
                    <a:pt x="218" y="310"/>
                    <a:pt x="218" y="310"/>
                  </a:cubicBezTo>
                  <a:cubicBezTo>
                    <a:pt x="296" y="373"/>
                    <a:pt x="296" y="373"/>
                    <a:pt x="296" y="373"/>
                  </a:cubicBezTo>
                  <a:cubicBezTo>
                    <a:pt x="296" y="373"/>
                    <a:pt x="312" y="383"/>
                    <a:pt x="326" y="383"/>
                  </a:cubicBezTo>
                  <a:cubicBezTo>
                    <a:pt x="322" y="377"/>
                    <a:pt x="320" y="370"/>
                    <a:pt x="319" y="364"/>
                  </a:cubicBezTo>
                  <a:cubicBezTo>
                    <a:pt x="319" y="364"/>
                    <a:pt x="319" y="364"/>
                    <a:pt x="319" y="364"/>
                  </a:cubicBezTo>
                  <a:cubicBezTo>
                    <a:pt x="319" y="364"/>
                    <a:pt x="319" y="364"/>
                    <a:pt x="319" y="364"/>
                  </a:cubicBezTo>
                  <a:cubicBezTo>
                    <a:pt x="319" y="228"/>
                    <a:pt x="319" y="228"/>
                    <a:pt x="319" y="228"/>
                  </a:cubicBezTo>
                  <a:cubicBezTo>
                    <a:pt x="319" y="215"/>
                    <a:pt x="326" y="202"/>
                    <a:pt x="338" y="191"/>
                  </a:cubicBezTo>
                  <a:cubicBezTo>
                    <a:pt x="336" y="189"/>
                    <a:pt x="336" y="186"/>
                    <a:pt x="336" y="183"/>
                  </a:cubicBezTo>
                  <a:cubicBezTo>
                    <a:pt x="336" y="164"/>
                    <a:pt x="336" y="164"/>
                    <a:pt x="336" y="164"/>
                  </a:cubicBezTo>
                  <a:cubicBezTo>
                    <a:pt x="336" y="154"/>
                    <a:pt x="344" y="146"/>
                    <a:pt x="353" y="146"/>
                  </a:cubicBezTo>
                  <a:cubicBezTo>
                    <a:pt x="466" y="146"/>
                    <a:pt x="466" y="146"/>
                    <a:pt x="466" y="146"/>
                  </a:cubicBezTo>
                  <a:cubicBezTo>
                    <a:pt x="463" y="144"/>
                    <a:pt x="459" y="142"/>
                    <a:pt x="456" y="141"/>
                  </a:cubicBezTo>
                  <a:cubicBezTo>
                    <a:pt x="453" y="139"/>
                    <a:pt x="450" y="138"/>
                    <a:pt x="447" y="137"/>
                  </a:cubicBezTo>
                  <a:cubicBezTo>
                    <a:pt x="452" y="130"/>
                    <a:pt x="452" y="130"/>
                    <a:pt x="452" y="130"/>
                  </a:cubicBezTo>
                  <a:cubicBezTo>
                    <a:pt x="454" y="131"/>
                    <a:pt x="456" y="132"/>
                    <a:pt x="459" y="133"/>
                  </a:cubicBezTo>
                  <a:cubicBezTo>
                    <a:pt x="470" y="138"/>
                    <a:pt x="480" y="145"/>
                    <a:pt x="486" y="153"/>
                  </a:cubicBezTo>
                  <a:cubicBezTo>
                    <a:pt x="493" y="161"/>
                    <a:pt x="497" y="170"/>
                    <a:pt x="497" y="187"/>
                  </a:cubicBezTo>
                  <a:cubicBezTo>
                    <a:pt x="497" y="208"/>
                    <a:pt x="488" y="242"/>
                    <a:pt x="460" y="289"/>
                  </a:cubicBezTo>
                  <a:cubicBezTo>
                    <a:pt x="449" y="307"/>
                    <a:pt x="455" y="331"/>
                    <a:pt x="473" y="342"/>
                  </a:cubicBezTo>
                  <a:cubicBezTo>
                    <a:pt x="479" y="345"/>
                    <a:pt x="486" y="347"/>
                    <a:pt x="492" y="347"/>
                  </a:cubicBezTo>
                  <a:cubicBezTo>
                    <a:pt x="505" y="347"/>
                    <a:pt x="518" y="340"/>
                    <a:pt x="525" y="329"/>
                  </a:cubicBezTo>
                  <a:cubicBezTo>
                    <a:pt x="558" y="273"/>
                    <a:pt x="573" y="228"/>
                    <a:pt x="573" y="187"/>
                  </a:cubicBezTo>
                  <a:cubicBezTo>
                    <a:pt x="573" y="154"/>
                    <a:pt x="562" y="125"/>
                    <a:pt x="544" y="104"/>
                  </a:cubicBezTo>
                  <a:cubicBezTo>
                    <a:pt x="529" y="86"/>
                    <a:pt x="511" y="74"/>
                    <a:pt x="493" y="65"/>
                  </a:cubicBezTo>
                  <a:cubicBezTo>
                    <a:pt x="481" y="60"/>
                    <a:pt x="469" y="56"/>
                    <a:pt x="458" y="53"/>
                  </a:cubicBezTo>
                  <a:cubicBezTo>
                    <a:pt x="431" y="46"/>
                    <a:pt x="411" y="45"/>
                    <a:pt x="409" y="45"/>
                  </a:cubicBezTo>
                  <a:cubicBezTo>
                    <a:pt x="407" y="45"/>
                    <a:pt x="405" y="45"/>
                    <a:pt x="404" y="45"/>
                  </a:cubicBezTo>
                  <a:cubicBezTo>
                    <a:pt x="404" y="45"/>
                    <a:pt x="403" y="45"/>
                    <a:pt x="403" y="45"/>
                  </a:cubicBezTo>
                  <a:cubicBezTo>
                    <a:pt x="375" y="45"/>
                    <a:pt x="375" y="45"/>
                    <a:pt x="375" y="45"/>
                  </a:cubicBezTo>
                  <a:cubicBezTo>
                    <a:pt x="375" y="66"/>
                    <a:pt x="375" y="66"/>
                    <a:pt x="375" y="66"/>
                  </a:cubicBezTo>
                  <a:cubicBezTo>
                    <a:pt x="375" y="86"/>
                    <a:pt x="358" y="102"/>
                    <a:pt x="339" y="102"/>
                  </a:cubicBezTo>
                  <a:cubicBezTo>
                    <a:pt x="304" y="102"/>
                    <a:pt x="304" y="102"/>
                    <a:pt x="304" y="102"/>
                  </a:cubicBezTo>
                  <a:cubicBezTo>
                    <a:pt x="290" y="102"/>
                    <a:pt x="278" y="95"/>
                    <a:pt x="271" y="83"/>
                  </a:cubicBezTo>
                  <a:cubicBezTo>
                    <a:pt x="265" y="82"/>
                    <a:pt x="259" y="80"/>
                    <a:pt x="254" y="78"/>
                  </a:cubicBezTo>
                  <a:cubicBezTo>
                    <a:pt x="248" y="82"/>
                    <a:pt x="242" y="85"/>
                    <a:pt x="234" y="87"/>
                  </a:cubicBezTo>
                  <a:cubicBezTo>
                    <a:pt x="176" y="98"/>
                    <a:pt x="131" y="107"/>
                    <a:pt x="100" y="114"/>
                  </a:cubicBezTo>
                  <a:cubicBezTo>
                    <a:pt x="98" y="106"/>
                    <a:pt x="98" y="106"/>
                    <a:pt x="98" y="106"/>
                  </a:cubicBezTo>
                  <a:cubicBezTo>
                    <a:pt x="127" y="100"/>
                    <a:pt x="170" y="91"/>
                    <a:pt x="232" y="79"/>
                  </a:cubicBezTo>
                  <a:cubicBezTo>
                    <a:pt x="253" y="75"/>
                    <a:pt x="267" y="55"/>
                    <a:pt x="263" y="35"/>
                  </a:cubicBezTo>
                  <a:cubicBezTo>
                    <a:pt x="259" y="14"/>
                    <a:pt x="239" y="0"/>
                    <a:pt x="219" y="4"/>
                  </a:cubicBezTo>
                  <a:cubicBezTo>
                    <a:pt x="152" y="17"/>
                    <a:pt x="106" y="26"/>
                    <a:pt x="76" y="34"/>
                  </a:cubicBezTo>
                  <a:cubicBezTo>
                    <a:pt x="75" y="34"/>
                    <a:pt x="75" y="34"/>
                    <a:pt x="75" y="34"/>
                  </a:cubicBezTo>
                  <a:cubicBezTo>
                    <a:pt x="75" y="34"/>
                    <a:pt x="75" y="34"/>
                    <a:pt x="75" y="34"/>
                  </a:cubicBezTo>
                  <a:cubicBezTo>
                    <a:pt x="58" y="38"/>
                    <a:pt x="45" y="42"/>
                    <a:pt x="35" y="45"/>
                  </a:cubicBezTo>
                  <a:cubicBezTo>
                    <a:pt x="30" y="47"/>
                    <a:pt x="26" y="49"/>
                    <a:pt x="20" y="52"/>
                  </a:cubicBezTo>
                  <a:cubicBezTo>
                    <a:pt x="17" y="54"/>
                    <a:pt x="14" y="57"/>
                    <a:pt x="10" y="6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7" name="Freeform 32"/>
            <p:cNvSpPr>
              <a:spLocks/>
            </p:cNvSpPr>
            <p:nvPr/>
          </p:nvSpPr>
          <p:spPr bwMode="auto">
            <a:xfrm>
              <a:off x="2384425" y="2605088"/>
              <a:ext cx="271462" cy="250825"/>
            </a:xfrm>
            <a:custGeom>
              <a:avLst/>
              <a:gdLst>
                <a:gd name="T0" fmla="*/ 31 w 180"/>
                <a:gd name="T1" fmla="*/ 144 h 166"/>
                <a:gd name="T2" fmla="*/ 31 w 180"/>
                <a:gd name="T3" fmla="*/ 136 h 166"/>
                <a:gd name="T4" fmla="*/ 39 w 180"/>
                <a:gd name="T5" fmla="*/ 136 h 166"/>
                <a:gd name="T6" fmla="*/ 131 w 180"/>
                <a:gd name="T7" fmla="*/ 136 h 166"/>
                <a:gd name="T8" fmla="*/ 139 w 180"/>
                <a:gd name="T9" fmla="*/ 136 h 166"/>
                <a:gd name="T10" fmla="*/ 139 w 180"/>
                <a:gd name="T11" fmla="*/ 144 h 166"/>
                <a:gd name="T12" fmla="*/ 139 w 180"/>
                <a:gd name="T13" fmla="*/ 166 h 166"/>
                <a:gd name="T14" fmla="*/ 180 w 180"/>
                <a:gd name="T15" fmla="*/ 90 h 166"/>
                <a:gd name="T16" fmla="*/ 90 w 180"/>
                <a:gd name="T17" fmla="*/ 0 h 166"/>
                <a:gd name="T18" fmla="*/ 0 w 180"/>
                <a:gd name="T19" fmla="*/ 90 h 166"/>
                <a:gd name="T20" fmla="*/ 21 w 180"/>
                <a:gd name="T21" fmla="*/ 148 h 166"/>
                <a:gd name="T22" fmla="*/ 31 w 180"/>
                <a:gd name="T23" fmla="*/ 144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0" h="166">
                  <a:moveTo>
                    <a:pt x="31" y="144"/>
                  </a:moveTo>
                  <a:cubicBezTo>
                    <a:pt x="31" y="136"/>
                    <a:pt x="31" y="136"/>
                    <a:pt x="31" y="136"/>
                  </a:cubicBezTo>
                  <a:cubicBezTo>
                    <a:pt x="39" y="136"/>
                    <a:pt x="39" y="136"/>
                    <a:pt x="39" y="136"/>
                  </a:cubicBezTo>
                  <a:cubicBezTo>
                    <a:pt x="131" y="136"/>
                    <a:pt x="131" y="136"/>
                    <a:pt x="131" y="136"/>
                  </a:cubicBezTo>
                  <a:cubicBezTo>
                    <a:pt x="139" y="136"/>
                    <a:pt x="139" y="136"/>
                    <a:pt x="139" y="136"/>
                  </a:cubicBezTo>
                  <a:cubicBezTo>
                    <a:pt x="139" y="144"/>
                    <a:pt x="139" y="144"/>
                    <a:pt x="139" y="144"/>
                  </a:cubicBezTo>
                  <a:cubicBezTo>
                    <a:pt x="139" y="166"/>
                    <a:pt x="139" y="166"/>
                    <a:pt x="139" y="166"/>
                  </a:cubicBezTo>
                  <a:cubicBezTo>
                    <a:pt x="164" y="150"/>
                    <a:pt x="180" y="122"/>
                    <a:pt x="180" y="90"/>
                  </a:cubicBezTo>
                  <a:cubicBezTo>
                    <a:pt x="180" y="41"/>
                    <a:pt x="140" y="0"/>
                    <a:pt x="90" y="0"/>
                  </a:cubicBezTo>
                  <a:cubicBezTo>
                    <a:pt x="40" y="0"/>
                    <a:pt x="0" y="41"/>
                    <a:pt x="0" y="90"/>
                  </a:cubicBezTo>
                  <a:cubicBezTo>
                    <a:pt x="0" y="112"/>
                    <a:pt x="8" y="132"/>
                    <a:pt x="21" y="148"/>
                  </a:cubicBezTo>
                  <a:cubicBezTo>
                    <a:pt x="24" y="146"/>
                    <a:pt x="28" y="145"/>
                    <a:pt x="31" y="14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8" name="Freeform 33"/>
            <p:cNvSpPr>
              <a:spLocks/>
            </p:cNvSpPr>
            <p:nvPr/>
          </p:nvSpPr>
          <p:spPr bwMode="auto">
            <a:xfrm>
              <a:off x="2271713" y="3360738"/>
              <a:ext cx="231775" cy="688975"/>
            </a:xfrm>
            <a:custGeom>
              <a:avLst/>
              <a:gdLst>
                <a:gd name="T0" fmla="*/ 143 w 153"/>
                <a:gd name="T1" fmla="*/ 117 h 454"/>
                <a:gd name="T2" fmla="*/ 56 w 153"/>
                <a:gd name="T3" fmla="*/ 0 h 454"/>
                <a:gd name="T4" fmla="*/ 56 w 153"/>
                <a:gd name="T5" fmla="*/ 4 h 454"/>
                <a:gd name="T6" fmla="*/ 4 w 153"/>
                <a:gd name="T7" fmla="*/ 390 h 454"/>
                <a:gd name="T8" fmla="*/ 52 w 153"/>
                <a:gd name="T9" fmla="*/ 453 h 454"/>
                <a:gd name="T10" fmla="*/ 60 w 153"/>
                <a:gd name="T11" fmla="*/ 454 h 454"/>
                <a:gd name="T12" fmla="*/ 115 w 153"/>
                <a:gd name="T13" fmla="*/ 405 h 454"/>
                <a:gd name="T14" fmla="*/ 153 w 153"/>
                <a:gd name="T15" fmla="*/ 125 h 454"/>
                <a:gd name="T16" fmla="*/ 143 w 153"/>
                <a:gd name="T17" fmla="*/ 117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3" h="454">
                  <a:moveTo>
                    <a:pt x="143" y="117"/>
                  </a:moveTo>
                  <a:cubicBezTo>
                    <a:pt x="143" y="117"/>
                    <a:pt x="144" y="70"/>
                    <a:pt x="56" y="0"/>
                  </a:cubicBezTo>
                  <a:cubicBezTo>
                    <a:pt x="56" y="4"/>
                    <a:pt x="56" y="4"/>
                    <a:pt x="56" y="4"/>
                  </a:cubicBezTo>
                  <a:cubicBezTo>
                    <a:pt x="4" y="390"/>
                    <a:pt x="4" y="390"/>
                    <a:pt x="4" y="390"/>
                  </a:cubicBezTo>
                  <a:cubicBezTo>
                    <a:pt x="0" y="421"/>
                    <a:pt x="21" y="449"/>
                    <a:pt x="52" y="453"/>
                  </a:cubicBezTo>
                  <a:cubicBezTo>
                    <a:pt x="55" y="454"/>
                    <a:pt x="57" y="454"/>
                    <a:pt x="60" y="454"/>
                  </a:cubicBezTo>
                  <a:cubicBezTo>
                    <a:pt x="87" y="454"/>
                    <a:pt x="111" y="434"/>
                    <a:pt x="115" y="405"/>
                  </a:cubicBezTo>
                  <a:cubicBezTo>
                    <a:pt x="153" y="125"/>
                    <a:pt x="153" y="125"/>
                    <a:pt x="153" y="125"/>
                  </a:cubicBezTo>
                  <a:cubicBezTo>
                    <a:pt x="146" y="122"/>
                    <a:pt x="143" y="117"/>
                    <a:pt x="143" y="11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9" name="Freeform 34"/>
            <p:cNvSpPr>
              <a:spLocks/>
            </p:cNvSpPr>
            <p:nvPr/>
          </p:nvSpPr>
          <p:spPr bwMode="auto">
            <a:xfrm>
              <a:off x="2538413" y="3451225"/>
              <a:ext cx="230187" cy="598488"/>
            </a:xfrm>
            <a:custGeom>
              <a:avLst/>
              <a:gdLst>
                <a:gd name="T0" fmla="*/ 9 w 152"/>
                <a:gd name="T1" fmla="*/ 57 h 394"/>
                <a:gd name="T2" fmla="*/ 0 w 152"/>
                <a:gd name="T3" fmla="*/ 65 h 394"/>
                <a:gd name="T4" fmla="*/ 37 w 152"/>
                <a:gd name="T5" fmla="*/ 345 h 394"/>
                <a:gd name="T6" fmla="*/ 93 w 152"/>
                <a:gd name="T7" fmla="*/ 394 h 394"/>
                <a:gd name="T8" fmla="*/ 100 w 152"/>
                <a:gd name="T9" fmla="*/ 393 h 394"/>
                <a:gd name="T10" fmla="*/ 148 w 152"/>
                <a:gd name="T11" fmla="*/ 330 h 394"/>
                <a:gd name="T12" fmla="*/ 104 w 152"/>
                <a:gd name="T13" fmla="*/ 0 h 394"/>
                <a:gd name="T14" fmla="*/ 35 w 152"/>
                <a:gd name="T15" fmla="*/ 0 h 394"/>
                <a:gd name="T16" fmla="*/ 9 w 152"/>
                <a:gd name="T17" fmla="*/ 57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2" h="394">
                  <a:moveTo>
                    <a:pt x="9" y="57"/>
                  </a:moveTo>
                  <a:cubicBezTo>
                    <a:pt x="9" y="57"/>
                    <a:pt x="6" y="62"/>
                    <a:pt x="0" y="65"/>
                  </a:cubicBezTo>
                  <a:cubicBezTo>
                    <a:pt x="37" y="345"/>
                    <a:pt x="37" y="345"/>
                    <a:pt x="37" y="345"/>
                  </a:cubicBezTo>
                  <a:cubicBezTo>
                    <a:pt x="41" y="374"/>
                    <a:pt x="65" y="394"/>
                    <a:pt x="93" y="394"/>
                  </a:cubicBezTo>
                  <a:cubicBezTo>
                    <a:pt x="95" y="394"/>
                    <a:pt x="98" y="394"/>
                    <a:pt x="100" y="393"/>
                  </a:cubicBezTo>
                  <a:cubicBezTo>
                    <a:pt x="131" y="389"/>
                    <a:pt x="152" y="361"/>
                    <a:pt x="148" y="330"/>
                  </a:cubicBezTo>
                  <a:cubicBezTo>
                    <a:pt x="104" y="0"/>
                    <a:pt x="104" y="0"/>
                    <a:pt x="104" y="0"/>
                  </a:cubicBezTo>
                  <a:cubicBezTo>
                    <a:pt x="35" y="0"/>
                    <a:pt x="35" y="0"/>
                    <a:pt x="35" y="0"/>
                  </a:cubicBezTo>
                  <a:cubicBezTo>
                    <a:pt x="9" y="36"/>
                    <a:pt x="9" y="57"/>
                    <a:pt x="9" y="5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0" name="Freeform 35"/>
            <p:cNvSpPr>
              <a:spLocks noEditPoints="1"/>
            </p:cNvSpPr>
            <p:nvPr/>
          </p:nvSpPr>
          <p:spPr bwMode="auto">
            <a:xfrm>
              <a:off x="2520950" y="3078163"/>
              <a:ext cx="274637" cy="361950"/>
            </a:xfrm>
            <a:custGeom>
              <a:avLst/>
              <a:gdLst>
                <a:gd name="T0" fmla="*/ 142 w 181"/>
                <a:gd name="T1" fmla="*/ 194 h 239"/>
                <a:gd name="T2" fmla="*/ 126 w 181"/>
                <a:gd name="T3" fmla="*/ 131 h 239"/>
                <a:gd name="T4" fmla="*/ 159 w 181"/>
                <a:gd name="T5" fmla="*/ 38 h 239"/>
                <a:gd name="T6" fmla="*/ 162 w 181"/>
                <a:gd name="T7" fmla="*/ 33 h 239"/>
                <a:gd name="T8" fmla="*/ 149 w 181"/>
                <a:gd name="T9" fmla="*/ 0 h 239"/>
                <a:gd name="T10" fmla="*/ 17 w 181"/>
                <a:gd name="T11" fmla="*/ 10 h 239"/>
                <a:gd name="T12" fmla="*/ 23 w 181"/>
                <a:gd name="T13" fmla="*/ 38 h 239"/>
                <a:gd name="T14" fmla="*/ 0 w 181"/>
                <a:gd name="T15" fmla="*/ 210 h 239"/>
                <a:gd name="T16" fmla="*/ 149 w 181"/>
                <a:gd name="T17" fmla="*/ 239 h 239"/>
                <a:gd name="T18" fmla="*/ 181 w 181"/>
                <a:gd name="T19" fmla="*/ 198 h 239"/>
                <a:gd name="T20" fmla="*/ 79 w 181"/>
                <a:gd name="T21" fmla="*/ 90 h 239"/>
                <a:gd name="T22" fmla="*/ 102 w 181"/>
                <a:gd name="T23" fmla="*/ 96 h 239"/>
                <a:gd name="T24" fmla="*/ 79 w 181"/>
                <a:gd name="T25" fmla="*/ 90 h 239"/>
                <a:gd name="T26" fmla="*/ 104 w 181"/>
                <a:gd name="T27" fmla="*/ 142 h 239"/>
                <a:gd name="T28" fmla="*/ 113 w 181"/>
                <a:gd name="T29" fmla="*/ 199 h 239"/>
                <a:gd name="T30" fmla="*/ 106 w 181"/>
                <a:gd name="T31" fmla="*/ 207 h 239"/>
                <a:gd name="T32" fmla="*/ 91 w 181"/>
                <a:gd name="T33" fmla="*/ 153 h 239"/>
                <a:gd name="T34" fmla="*/ 82 w 181"/>
                <a:gd name="T35" fmla="*/ 201 h 239"/>
                <a:gd name="T36" fmla="*/ 74 w 181"/>
                <a:gd name="T37" fmla="*/ 207 h 239"/>
                <a:gd name="T38" fmla="*/ 78 w 181"/>
                <a:gd name="T39" fmla="*/ 143 h 239"/>
                <a:gd name="T40" fmla="*/ 72 w 181"/>
                <a:gd name="T41" fmla="*/ 116 h 239"/>
                <a:gd name="T42" fmla="*/ 57 w 181"/>
                <a:gd name="T43" fmla="*/ 107 h 239"/>
                <a:gd name="T44" fmla="*/ 57 w 181"/>
                <a:gd name="T45" fmla="*/ 88 h 239"/>
                <a:gd name="T46" fmla="*/ 75 w 181"/>
                <a:gd name="T47" fmla="*/ 80 h 239"/>
                <a:gd name="T48" fmla="*/ 64 w 181"/>
                <a:gd name="T49" fmla="*/ 94 h 239"/>
                <a:gd name="T50" fmla="*/ 64 w 181"/>
                <a:gd name="T51" fmla="*/ 100 h 239"/>
                <a:gd name="T52" fmla="*/ 76 w 181"/>
                <a:gd name="T53" fmla="*/ 107 h 239"/>
                <a:gd name="T54" fmla="*/ 105 w 181"/>
                <a:gd name="T55" fmla="*/ 107 h 239"/>
                <a:gd name="T56" fmla="*/ 106 w 181"/>
                <a:gd name="T57" fmla="*/ 107 h 239"/>
                <a:gd name="T58" fmla="*/ 118 w 181"/>
                <a:gd name="T59" fmla="*/ 100 h 239"/>
                <a:gd name="T60" fmla="*/ 117 w 181"/>
                <a:gd name="T61" fmla="*/ 94 h 239"/>
                <a:gd name="T62" fmla="*/ 107 w 181"/>
                <a:gd name="T63" fmla="*/ 80 h 239"/>
                <a:gd name="T64" fmla="*/ 125 w 181"/>
                <a:gd name="T65" fmla="*/ 88 h 239"/>
                <a:gd name="T66" fmla="*/ 125 w 181"/>
                <a:gd name="T67" fmla="*/ 107 h 239"/>
                <a:gd name="T68" fmla="*/ 110 w 181"/>
                <a:gd name="T69" fmla="*/ 116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1" h="239">
                  <a:moveTo>
                    <a:pt x="165" y="201"/>
                  </a:moveTo>
                  <a:cubicBezTo>
                    <a:pt x="157" y="201"/>
                    <a:pt x="149" y="199"/>
                    <a:pt x="142" y="194"/>
                  </a:cubicBezTo>
                  <a:cubicBezTo>
                    <a:pt x="131" y="188"/>
                    <a:pt x="124" y="178"/>
                    <a:pt x="121" y="166"/>
                  </a:cubicBezTo>
                  <a:cubicBezTo>
                    <a:pt x="118" y="154"/>
                    <a:pt x="119" y="142"/>
                    <a:pt x="126" y="131"/>
                  </a:cubicBezTo>
                  <a:cubicBezTo>
                    <a:pt x="153" y="86"/>
                    <a:pt x="160" y="56"/>
                    <a:pt x="162" y="40"/>
                  </a:cubicBezTo>
                  <a:cubicBezTo>
                    <a:pt x="161" y="39"/>
                    <a:pt x="160" y="38"/>
                    <a:pt x="159" y="38"/>
                  </a:cubicBezTo>
                  <a:cubicBezTo>
                    <a:pt x="160" y="37"/>
                    <a:pt x="161" y="36"/>
                    <a:pt x="162" y="35"/>
                  </a:cubicBezTo>
                  <a:cubicBezTo>
                    <a:pt x="162" y="35"/>
                    <a:pt x="162" y="34"/>
                    <a:pt x="162" y="33"/>
                  </a:cubicBezTo>
                  <a:cubicBezTo>
                    <a:pt x="162" y="19"/>
                    <a:pt x="158" y="11"/>
                    <a:pt x="153" y="4"/>
                  </a:cubicBezTo>
                  <a:cubicBezTo>
                    <a:pt x="152" y="3"/>
                    <a:pt x="151" y="1"/>
                    <a:pt x="149" y="0"/>
                  </a:cubicBezTo>
                  <a:cubicBezTo>
                    <a:pt x="26" y="0"/>
                    <a:pt x="26" y="0"/>
                    <a:pt x="26" y="0"/>
                  </a:cubicBezTo>
                  <a:cubicBezTo>
                    <a:pt x="21" y="0"/>
                    <a:pt x="17" y="4"/>
                    <a:pt x="17" y="10"/>
                  </a:cubicBezTo>
                  <a:cubicBezTo>
                    <a:pt x="17" y="29"/>
                    <a:pt x="17" y="29"/>
                    <a:pt x="17" y="29"/>
                  </a:cubicBezTo>
                  <a:cubicBezTo>
                    <a:pt x="17" y="33"/>
                    <a:pt x="19" y="36"/>
                    <a:pt x="23" y="38"/>
                  </a:cubicBezTo>
                  <a:cubicBezTo>
                    <a:pt x="12" y="46"/>
                    <a:pt x="0" y="58"/>
                    <a:pt x="0" y="74"/>
                  </a:cubicBezTo>
                  <a:cubicBezTo>
                    <a:pt x="0" y="105"/>
                    <a:pt x="0" y="210"/>
                    <a:pt x="0" y="210"/>
                  </a:cubicBezTo>
                  <a:cubicBezTo>
                    <a:pt x="0" y="210"/>
                    <a:pt x="3" y="239"/>
                    <a:pt x="33" y="239"/>
                  </a:cubicBezTo>
                  <a:cubicBezTo>
                    <a:pt x="62" y="239"/>
                    <a:pt x="119" y="239"/>
                    <a:pt x="149" y="239"/>
                  </a:cubicBezTo>
                  <a:cubicBezTo>
                    <a:pt x="179" y="239"/>
                    <a:pt x="181" y="210"/>
                    <a:pt x="181" y="210"/>
                  </a:cubicBezTo>
                  <a:cubicBezTo>
                    <a:pt x="181" y="210"/>
                    <a:pt x="181" y="205"/>
                    <a:pt x="181" y="198"/>
                  </a:cubicBezTo>
                  <a:cubicBezTo>
                    <a:pt x="176" y="200"/>
                    <a:pt x="171" y="201"/>
                    <a:pt x="165" y="201"/>
                  </a:cubicBezTo>
                  <a:close/>
                  <a:moveTo>
                    <a:pt x="79" y="90"/>
                  </a:moveTo>
                  <a:cubicBezTo>
                    <a:pt x="81" y="84"/>
                    <a:pt x="87" y="80"/>
                    <a:pt x="93" y="82"/>
                  </a:cubicBezTo>
                  <a:cubicBezTo>
                    <a:pt x="100" y="83"/>
                    <a:pt x="104" y="89"/>
                    <a:pt x="102" y="96"/>
                  </a:cubicBezTo>
                  <a:cubicBezTo>
                    <a:pt x="101" y="102"/>
                    <a:pt x="94" y="106"/>
                    <a:pt x="88" y="105"/>
                  </a:cubicBezTo>
                  <a:cubicBezTo>
                    <a:pt x="82" y="103"/>
                    <a:pt x="78" y="97"/>
                    <a:pt x="79" y="90"/>
                  </a:cubicBezTo>
                  <a:close/>
                  <a:moveTo>
                    <a:pt x="110" y="116"/>
                  </a:moveTo>
                  <a:cubicBezTo>
                    <a:pt x="104" y="142"/>
                    <a:pt x="104" y="142"/>
                    <a:pt x="104" y="142"/>
                  </a:cubicBezTo>
                  <a:cubicBezTo>
                    <a:pt x="104" y="142"/>
                    <a:pt x="104" y="143"/>
                    <a:pt x="104" y="143"/>
                  </a:cubicBezTo>
                  <a:cubicBezTo>
                    <a:pt x="113" y="199"/>
                    <a:pt x="113" y="199"/>
                    <a:pt x="113" y="199"/>
                  </a:cubicBezTo>
                  <a:cubicBezTo>
                    <a:pt x="114" y="203"/>
                    <a:pt x="111" y="207"/>
                    <a:pt x="108" y="207"/>
                  </a:cubicBezTo>
                  <a:cubicBezTo>
                    <a:pt x="107" y="207"/>
                    <a:pt x="107" y="207"/>
                    <a:pt x="106" y="207"/>
                  </a:cubicBezTo>
                  <a:cubicBezTo>
                    <a:pt x="103" y="207"/>
                    <a:pt x="100" y="205"/>
                    <a:pt x="99" y="201"/>
                  </a:cubicBezTo>
                  <a:cubicBezTo>
                    <a:pt x="91" y="153"/>
                    <a:pt x="91" y="153"/>
                    <a:pt x="91" y="153"/>
                  </a:cubicBezTo>
                  <a:cubicBezTo>
                    <a:pt x="90" y="153"/>
                    <a:pt x="90" y="153"/>
                    <a:pt x="90" y="153"/>
                  </a:cubicBezTo>
                  <a:cubicBezTo>
                    <a:pt x="82" y="201"/>
                    <a:pt x="82" y="201"/>
                    <a:pt x="82" y="201"/>
                  </a:cubicBezTo>
                  <a:cubicBezTo>
                    <a:pt x="82" y="205"/>
                    <a:pt x="79" y="207"/>
                    <a:pt x="75" y="207"/>
                  </a:cubicBezTo>
                  <a:cubicBezTo>
                    <a:pt x="75" y="207"/>
                    <a:pt x="74" y="207"/>
                    <a:pt x="74" y="207"/>
                  </a:cubicBezTo>
                  <a:cubicBezTo>
                    <a:pt x="70" y="207"/>
                    <a:pt x="67" y="203"/>
                    <a:pt x="68" y="199"/>
                  </a:cubicBezTo>
                  <a:cubicBezTo>
                    <a:pt x="78" y="143"/>
                    <a:pt x="78" y="143"/>
                    <a:pt x="78" y="143"/>
                  </a:cubicBezTo>
                  <a:cubicBezTo>
                    <a:pt x="78" y="143"/>
                    <a:pt x="78" y="142"/>
                    <a:pt x="78" y="142"/>
                  </a:cubicBezTo>
                  <a:cubicBezTo>
                    <a:pt x="72" y="116"/>
                    <a:pt x="72" y="116"/>
                    <a:pt x="72" y="116"/>
                  </a:cubicBezTo>
                  <a:cubicBezTo>
                    <a:pt x="71" y="115"/>
                    <a:pt x="69" y="115"/>
                    <a:pt x="68" y="114"/>
                  </a:cubicBezTo>
                  <a:cubicBezTo>
                    <a:pt x="64" y="113"/>
                    <a:pt x="60" y="110"/>
                    <a:pt x="57" y="107"/>
                  </a:cubicBezTo>
                  <a:cubicBezTo>
                    <a:pt x="55" y="105"/>
                    <a:pt x="53" y="101"/>
                    <a:pt x="53" y="97"/>
                  </a:cubicBezTo>
                  <a:cubicBezTo>
                    <a:pt x="53" y="94"/>
                    <a:pt x="54" y="91"/>
                    <a:pt x="57" y="88"/>
                  </a:cubicBezTo>
                  <a:cubicBezTo>
                    <a:pt x="59" y="85"/>
                    <a:pt x="63" y="82"/>
                    <a:pt x="68" y="79"/>
                  </a:cubicBezTo>
                  <a:cubicBezTo>
                    <a:pt x="71" y="77"/>
                    <a:pt x="73" y="78"/>
                    <a:pt x="75" y="80"/>
                  </a:cubicBezTo>
                  <a:cubicBezTo>
                    <a:pt x="76" y="83"/>
                    <a:pt x="75" y="86"/>
                    <a:pt x="73" y="87"/>
                  </a:cubicBezTo>
                  <a:cubicBezTo>
                    <a:pt x="68" y="90"/>
                    <a:pt x="66" y="92"/>
                    <a:pt x="64" y="94"/>
                  </a:cubicBezTo>
                  <a:cubicBezTo>
                    <a:pt x="62" y="96"/>
                    <a:pt x="62" y="97"/>
                    <a:pt x="62" y="97"/>
                  </a:cubicBezTo>
                  <a:cubicBezTo>
                    <a:pt x="62" y="98"/>
                    <a:pt x="63" y="99"/>
                    <a:pt x="64" y="100"/>
                  </a:cubicBezTo>
                  <a:cubicBezTo>
                    <a:pt x="65" y="101"/>
                    <a:pt x="66" y="103"/>
                    <a:pt x="68" y="104"/>
                  </a:cubicBezTo>
                  <a:cubicBezTo>
                    <a:pt x="71" y="106"/>
                    <a:pt x="75" y="107"/>
                    <a:pt x="76" y="107"/>
                  </a:cubicBezTo>
                  <a:cubicBezTo>
                    <a:pt x="76" y="107"/>
                    <a:pt x="77" y="107"/>
                    <a:pt x="77" y="107"/>
                  </a:cubicBezTo>
                  <a:cubicBezTo>
                    <a:pt x="105" y="107"/>
                    <a:pt x="105" y="107"/>
                    <a:pt x="105" y="107"/>
                  </a:cubicBezTo>
                  <a:cubicBezTo>
                    <a:pt x="105" y="107"/>
                    <a:pt x="105" y="107"/>
                    <a:pt x="105" y="107"/>
                  </a:cubicBezTo>
                  <a:cubicBezTo>
                    <a:pt x="105" y="107"/>
                    <a:pt x="106" y="107"/>
                    <a:pt x="106" y="107"/>
                  </a:cubicBezTo>
                  <a:cubicBezTo>
                    <a:pt x="107" y="107"/>
                    <a:pt x="108" y="106"/>
                    <a:pt x="110" y="106"/>
                  </a:cubicBezTo>
                  <a:cubicBezTo>
                    <a:pt x="113" y="104"/>
                    <a:pt x="116" y="102"/>
                    <a:pt x="118" y="100"/>
                  </a:cubicBezTo>
                  <a:cubicBezTo>
                    <a:pt x="119" y="99"/>
                    <a:pt x="119" y="98"/>
                    <a:pt x="119" y="97"/>
                  </a:cubicBezTo>
                  <a:cubicBezTo>
                    <a:pt x="119" y="97"/>
                    <a:pt x="119" y="96"/>
                    <a:pt x="117" y="94"/>
                  </a:cubicBezTo>
                  <a:cubicBezTo>
                    <a:pt x="116" y="92"/>
                    <a:pt x="113" y="90"/>
                    <a:pt x="109" y="87"/>
                  </a:cubicBezTo>
                  <a:cubicBezTo>
                    <a:pt x="106" y="86"/>
                    <a:pt x="105" y="83"/>
                    <a:pt x="107" y="80"/>
                  </a:cubicBezTo>
                  <a:cubicBezTo>
                    <a:pt x="108" y="78"/>
                    <a:pt x="111" y="77"/>
                    <a:pt x="113" y="79"/>
                  </a:cubicBezTo>
                  <a:cubicBezTo>
                    <a:pt x="118" y="82"/>
                    <a:pt x="122" y="85"/>
                    <a:pt x="125" y="88"/>
                  </a:cubicBezTo>
                  <a:cubicBezTo>
                    <a:pt x="127" y="91"/>
                    <a:pt x="129" y="94"/>
                    <a:pt x="129" y="97"/>
                  </a:cubicBezTo>
                  <a:cubicBezTo>
                    <a:pt x="129" y="101"/>
                    <a:pt x="127" y="105"/>
                    <a:pt x="125" y="107"/>
                  </a:cubicBezTo>
                  <a:cubicBezTo>
                    <a:pt x="122" y="109"/>
                    <a:pt x="120" y="111"/>
                    <a:pt x="117" y="112"/>
                  </a:cubicBezTo>
                  <a:cubicBezTo>
                    <a:pt x="114" y="114"/>
                    <a:pt x="112" y="115"/>
                    <a:pt x="110" y="11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1" name="Freeform 36"/>
            <p:cNvSpPr>
              <a:spLocks/>
            </p:cNvSpPr>
            <p:nvPr/>
          </p:nvSpPr>
          <p:spPr bwMode="auto">
            <a:xfrm>
              <a:off x="2405063" y="2822575"/>
              <a:ext cx="177800" cy="163513"/>
            </a:xfrm>
            <a:custGeom>
              <a:avLst/>
              <a:gdLst>
                <a:gd name="T0" fmla="*/ 14 w 117"/>
                <a:gd name="T1" fmla="*/ 31 h 108"/>
                <a:gd name="T2" fmla="*/ 25 w 117"/>
                <a:gd name="T3" fmla="*/ 27 h 108"/>
                <a:gd name="T4" fmla="*/ 25 w 117"/>
                <a:gd name="T5" fmla="*/ 69 h 108"/>
                <a:gd name="T6" fmla="*/ 20 w 117"/>
                <a:gd name="T7" fmla="*/ 68 h 108"/>
                <a:gd name="T8" fmla="*/ 10 w 117"/>
                <a:gd name="T9" fmla="*/ 86 h 108"/>
                <a:gd name="T10" fmla="*/ 26 w 117"/>
                <a:gd name="T11" fmla="*/ 89 h 108"/>
                <a:gd name="T12" fmla="*/ 27 w 117"/>
                <a:gd name="T13" fmla="*/ 89 h 108"/>
                <a:gd name="T14" fmla="*/ 54 w 117"/>
                <a:gd name="T15" fmla="*/ 108 h 108"/>
                <a:gd name="T16" fmla="*/ 89 w 117"/>
                <a:gd name="T17" fmla="*/ 108 h 108"/>
                <a:gd name="T18" fmla="*/ 117 w 117"/>
                <a:gd name="T19" fmla="*/ 80 h 108"/>
                <a:gd name="T20" fmla="*/ 117 w 117"/>
                <a:gd name="T21" fmla="*/ 0 h 108"/>
                <a:gd name="T22" fmla="*/ 25 w 117"/>
                <a:gd name="T23" fmla="*/ 0 h 108"/>
                <a:gd name="T24" fmla="*/ 25 w 117"/>
                <a:gd name="T25" fmla="*/ 8 h 108"/>
                <a:gd name="T26" fmla="*/ 0 w 117"/>
                <a:gd name="T27" fmla="*/ 17 h 108"/>
                <a:gd name="T28" fmla="*/ 14 w 117"/>
                <a:gd name="T29" fmla="*/ 3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7" h="108">
                  <a:moveTo>
                    <a:pt x="14" y="31"/>
                  </a:moveTo>
                  <a:cubicBezTo>
                    <a:pt x="17" y="29"/>
                    <a:pt x="21" y="27"/>
                    <a:pt x="25" y="27"/>
                  </a:cubicBezTo>
                  <a:cubicBezTo>
                    <a:pt x="25" y="69"/>
                    <a:pt x="25" y="69"/>
                    <a:pt x="25" y="69"/>
                  </a:cubicBezTo>
                  <a:cubicBezTo>
                    <a:pt x="23" y="69"/>
                    <a:pt x="22" y="69"/>
                    <a:pt x="20" y="68"/>
                  </a:cubicBezTo>
                  <a:cubicBezTo>
                    <a:pt x="18" y="75"/>
                    <a:pt x="15" y="81"/>
                    <a:pt x="10" y="86"/>
                  </a:cubicBezTo>
                  <a:cubicBezTo>
                    <a:pt x="15" y="88"/>
                    <a:pt x="20" y="89"/>
                    <a:pt x="26" y="89"/>
                  </a:cubicBezTo>
                  <a:cubicBezTo>
                    <a:pt x="26" y="89"/>
                    <a:pt x="26" y="89"/>
                    <a:pt x="27" y="89"/>
                  </a:cubicBezTo>
                  <a:cubicBezTo>
                    <a:pt x="30" y="100"/>
                    <a:pt x="41" y="108"/>
                    <a:pt x="54" y="108"/>
                  </a:cubicBezTo>
                  <a:cubicBezTo>
                    <a:pt x="89" y="108"/>
                    <a:pt x="89" y="108"/>
                    <a:pt x="89" y="108"/>
                  </a:cubicBezTo>
                  <a:cubicBezTo>
                    <a:pt x="104" y="108"/>
                    <a:pt x="117" y="96"/>
                    <a:pt x="117" y="80"/>
                  </a:cubicBezTo>
                  <a:cubicBezTo>
                    <a:pt x="117" y="0"/>
                    <a:pt x="117" y="0"/>
                    <a:pt x="117" y="0"/>
                  </a:cubicBezTo>
                  <a:cubicBezTo>
                    <a:pt x="25" y="0"/>
                    <a:pt x="25" y="0"/>
                    <a:pt x="25" y="0"/>
                  </a:cubicBezTo>
                  <a:cubicBezTo>
                    <a:pt x="25" y="8"/>
                    <a:pt x="25" y="8"/>
                    <a:pt x="25" y="8"/>
                  </a:cubicBezTo>
                  <a:cubicBezTo>
                    <a:pt x="16" y="8"/>
                    <a:pt x="7" y="11"/>
                    <a:pt x="0" y="17"/>
                  </a:cubicBezTo>
                  <a:cubicBezTo>
                    <a:pt x="6" y="20"/>
                    <a:pt x="11" y="25"/>
                    <a:pt x="14" y="3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02" name="组合 101"/>
          <p:cNvGrpSpPr/>
          <p:nvPr/>
        </p:nvGrpSpPr>
        <p:grpSpPr>
          <a:xfrm>
            <a:off x="1755775" y="4330700"/>
            <a:ext cx="2162175" cy="1719263"/>
            <a:chOff x="1755775" y="4330700"/>
            <a:chExt cx="2162175" cy="1719263"/>
          </a:xfrm>
        </p:grpSpPr>
        <p:sp>
          <p:nvSpPr>
            <p:cNvPr id="103" name="Oval 37"/>
            <p:cNvSpPr>
              <a:spLocks noChangeArrowheads="1"/>
            </p:cNvSpPr>
            <p:nvPr/>
          </p:nvSpPr>
          <p:spPr bwMode="auto">
            <a:xfrm>
              <a:off x="2701925" y="4606925"/>
              <a:ext cx="273050" cy="273050"/>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4" name="Freeform 38"/>
            <p:cNvSpPr>
              <a:spLocks/>
            </p:cNvSpPr>
            <p:nvPr/>
          </p:nvSpPr>
          <p:spPr bwMode="auto">
            <a:xfrm>
              <a:off x="2587625" y="5360988"/>
              <a:ext cx="231775" cy="688975"/>
            </a:xfrm>
            <a:custGeom>
              <a:avLst/>
              <a:gdLst>
                <a:gd name="T0" fmla="*/ 144 w 153"/>
                <a:gd name="T1" fmla="*/ 118 h 454"/>
                <a:gd name="T2" fmla="*/ 56 w 153"/>
                <a:gd name="T3" fmla="*/ 0 h 454"/>
                <a:gd name="T4" fmla="*/ 56 w 153"/>
                <a:gd name="T5" fmla="*/ 5 h 454"/>
                <a:gd name="T6" fmla="*/ 4 w 153"/>
                <a:gd name="T7" fmla="*/ 391 h 454"/>
                <a:gd name="T8" fmla="*/ 52 w 153"/>
                <a:gd name="T9" fmla="*/ 454 h 454"/>
                <a:gd name="T10" fmla="*/ 60 w 153"/>
                <a:gd name="T11" fmla="*/ 454 h 454"/>
                <a:gd name="T12" fmla="*/ 115 w 153"/>
                <a:gd name="T13" fmla="*/ 406 h 454"/>
                <a:gd name="T14" fmla="*/ 153 w 153"/>
                <a:gd name="T15" fmla="*/ 125 h 454"/>
                <a:gd name="T16" fmla="*/ 144 w 153"/>
                <a:gd name="T17" fmla="*/ 118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3" h="454">
                  <a:moveTo>
                    <a:pt x="144" y="118"/>
                  </a:moveTo>
                  <a:cubicBezTo>
                    <a:pt x="144" y="118"/>
                    <a:pt x="144" y="70"/>
                    <a:pt x="56" y="0"/>
                  </a:cubicBezTo>
                  <a:cubicBezTo>
                    <a:pt x="56" y="5"/>
                    <a:pt x="56" y="5"/>
                    <a:pt x="56" y="5"/>
                  </a:cubicBezTo>
                  <a:cubicBezTo>
                    <a:pt x="4" y="391"/>
                    <a:pt x="4" y="391"/>
                    <a:pt x="4" y="391"/>
                  </a:cubicBezTo>
                  <a:cubicBezTo>
                    <a:pt x="0" y="422"/>
                    <a:pt x="22" y="450"/>
                    <a:pt x="52" y="454"/>
                  </a:cubicBezTo>
                  <a:cubicBezTo>
                    <a:pt x="55" y="454"/>
                    <a:pt x="58" y="454"/>
                    <a:pt x="60" y="454"/>
                  </a:cubicBezTo>
                  <a:cubicBezTo>
                    <a:pt x="88" y="454"/>
                    <a:pt x="112" y="434"/>
                    <a:pt x="115" y="406"/>
                  </a:cubicBezTo>
                  <a:cubicBezTo>
                    <a:pt x="153" y="125"/>
                    <a:pt x="153" y="125"/>
                    <a:pt x="153" y="125"/>
                  </a:cubicBezTo>
                  <a:cubicBezTo>
                    <a:pt x="147" y="122"/>
                    <a:pt x="144" y="118"/>
                    <a:pt x="144" y="11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5" name="Freeform 39"/>
            <p:cNvSpPr>
              <a:spLocks/>
            </p:cNvSpPr>
            <p:nvPr/>
          </p:nvSpPr>
          <p:spPr bwMode="auto">
            <a:xfrm>
              <a:off x="2854325" y="5360988"/>
              <a:ext cx="231775" cy="688975"/>
            </a:xfrm>
            <a:custGeom>
              <a:avLst/>
              <a:gdLst>
                <a:gd name="T0" fmla="*/ 9 w 153"/>
                <a:gd name="T1" fmla="*/ 118 h 454"/>
                <a:gd name="T2" fmla="*/ 0 w 153"/>
                <a:gd name="T3" fmla="*/ 125 h 454"/>
                <a:gd name="T4" fmla="*/ 38 w 153"/>
                <a:gd name="T5" fmla="*/ 406 h 454"/>
                <a:gd name="T6" fmla="*/ 93 w 153"/>
                <a:gd name="T7" fmla="*/ 454 h 454"/>
                <a:gd name="T8" fmla="*/ 101 w 153"/>
                <a:gd name="T9" fmla="*/ 454 h 454"/>
                <a:gd name="T10" fmla="*/ 149 w 153"/>
                <a:gd name="T11" fmla="*/ 391 h 454"/>
                <a:gd name="T12" fmla="*/ 97 w 153"/>
                <a:gd name="T13" fmla="*/ 5 h 454"/>
                <a:gd name="T14" fmla="*/ 97 w 153"/>
                <a:gd name="T15" fmla="*/ 0 h 454"/>
                <a:gd name="T16" fmla="*/ 9 w 153"/>
                <a:gd name="T17" fmla="*/ 118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3" h="454">
                  <a:moveTo>
                    <a:pt x="9" y="118"/>
                  </a:moveTo>
                  <a:cubicBezTo>
                    <a:pt x="9" y="118"/>
                    <a:pt x="6" y="122"/>
                    <a:pt x="0" y="125"/>
                  </a:cubicBezTo>
                  <a:cubicBezTo>
                    <a:pt x="38" y="406"/>
                    <a:pt x="38" y="406"/>
                    <a:pt x="38" y="406"/>
                  </a:cubicBezTo>
                  <a:cubicBezTo>
                    <a:pt x="42" y="434"/>
                    <a:pt x="66" y="454"/>
                    <a:pt x="93" y="454"/>
                  </a:cubicBezTo>
                  <a:cubicBezTo>
                    <a:pt x="96" y="454"/>
                    <a:pt x="98" y="454"/>
                    <a:pt x="101" y="454"/>
                  </a:cubicBezTo>
                  <a:cubicBezTo>
                    <a:pt x="131" y="450"/>
                    <a:pt x="153" y="422"/>
                    <a:pt x="149" y="391"/>
                  </a:cubicBezTo>
                  <a:cubicBezTo>
                    <a:pt x="97" y="5"/>
                    <a:pt x="97" y="5"/>
                    <a:pt x="97" y="5"/>
                  </a:cubicBezTo>
                  <a:cubicBezTo>
                    <a:pt x="97" y="0"/>
                    <a:pt x="97" y="0"/>
                    <a:pt x="97" y="0"/>
                  </a:cubicBezTo>
                  <a:cubicBezTo>
                    <a:pt x="9" y="70"/>
                    <a:pt x="9" y="118"/>
                    <a:pt x="9" y="11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6" name="Freeform 40"/>
            <p:cNvSpPr>
              <a:spLocks noEditPoints="1"/>
            </p:cNvSpPr>
            <p:nvPr/>
          </p:nvSpPr>
          <p:spPr bwMode="auto">
            <a:xfrm>
              <a:off x="1755775" y="4330700"/>
              <a:ext cx="2162175" cy="1095375"/>
            </a:xfrm>
            <a:custGeom>
              <a:avLst/>
              <a:gdLst>
                <a:gd name="T0" fmla="*/ 1413 w 1427"/>
                <a:gd name="T1" fmla="*/ 153 h 723"/>
                <a:gd name="T2" fmla="*/ 1421 w 1427"/>
                <a:gd name="T3" fmla="*/ 43 h 723"/>
                <a:gd name="T4" fmla="*/ 1317 w 1427"/>
                <a:gd name="T5" fmla="*/ 134 h 723"/>
                <a:gd name="T6" fmla="*/ 1322 w 1427"/>
                <a:gd name="T7" fmla="*/ 25 h 723"/>
                <a:gd name="T8" fmla="*/ 1222 w 1427"/>
                <a:gd name="T9" fmla="*/ 119 h 723"/>
                <a:gd name="T10" fmla="*/ 1225 w 1427"/>
                <a:gd name="T11" fmla="*/ 11 h 723"/>
                <a:gd name="T12" fmla="*/ 1127 w 1427"/>
                <a:gd name="T13" fmla="*/ 108 h 723"/>
                <a:gd name="T14" fmla="*/ 979 w 1427"/>
                <a:gd name="T15" fmla="*/ 80 h 723"/>
                <a:gd name="T16" fmla="*/ 714 w 1427"/>
                <a:gd name="T17" fmla="*/ 80 h 723"/>
                <a:gd name="T18" fmla="*/ 448 w 1427"/>
                <a:gd name="T19" fmla="*/ 80 h 723"/>
                <a:gd name="T20" fmla="*/ 300 w 1427"/>
                <a:gd name="T21" fmla="*/ 108 h 723"/>
                <a:gd name="T22" fmla="*/ 202 w 1427"/>
                <a:gd name="T23" fmla="*/ 11 h 723"/>
                <a:gd name="T24" fmla="*/ 206 w 1427"/>
                <a:gd name="T25" fmla="*/ 119 h 723"/>
                <a:gd name="T26" fmla="*/ 105 w 1427"/>
                <a:gd name="T27" fmla="*/ 25 h 723"/>
                <a:gd name="T28" fmla="*/ 110 w 1427"/>
                <a:gd name="T29" fmla="*/ 134 h 723"/>
                <a:gd name="T30" fmla="*/ 7 w 1427"/>
                <a:gd name="T31" fmla="*/ 43 h 723"/>
                <a:gd name="T32" fmla="*/ 14 w 1427"/>
                <a:gd name="T33" fmla="*/ 153 h 723"/>
                <a:gd name="T34" fmla="*/ 18 w 1427"/>
                <a:gd name="T35" fmla="*/ 184 h 723"/>
                <a:gd name="T36" fmla="*/ 32 w 1427"/>
                <a:gd name="T37" fmla="*/ 182 h 723"/>
                <a:gd name="T38" fmla="*/ 136 w 1427"/>
                <a:gd name="T39" fmla="*/ 277 h 723"/>
                <a:gd name="T40" fmla="*/ 126 w 1427"/>
                <a:gd name="T41" fmla="*/ 163 h 723"/>
                <a:gd name="T42" fmla="*/ 228 w 1427"/>
                <a:gd name="T43" fmla="*/ 263 h 723"/>
                <a:gd name="T44" fmla="*/ 220 w 1427"/>
                <a:gd name="T45" fmla="*/ 150 h 723"/>
                <a:gd name="T46" fmla="*/ 319 w 1427"/>
                <a:gd name="T47" fmla="*/ 251 h 723"/>
                <a:gd name="T48" fmla="*/ 428 w 1427"/>
                <a:gd name="T49" fmla="*/ 128 h 723"/>
                <a:gd name="T50" fmla="*/ 562 w 1427"/>
                <a:gd name="T51" fmla="*/ 426 h 723"/>
                <a:gd name="T52" fmla="*/ 605 w 1427"/>
                <a:gd name="T53" fmla="*/ 650 h 723"/>
                <a:gd name="T54" fmla="*/ 713 w 1427"/>
                <a:gd name="T55" fmla="*/ 723 h 723"/>
                <a:gd name="T56" fmla="*/ 714 w 1427"/>
                <a:gd name="T57" fmla="*/ 723 h 723"/>
                <a:gd name="T58" fmla="*/ 822 w 1427"/>
                <a:gd name="T59" fmla="*/ 650 h 723"/>
                <a:gd name="T60" fmla="*/ 867 w 1427"/>
                <a:gd name="T61" fmla="*/ 423 h 723"/>
                <a:gd name="T62" fmla="*/ 999 w 1427"/>
                <a:gd name="T63" fmla="*/ 128 h 723"/>
                <a:gd name="T64" fmla="*/ 1109 w 1427"/>
                <a:gd name="T65" fmla="*/ 251 h 723"/>
                <a:gd name="T66" fmla="*/ 1208 w 1427"/>
                <a:gd name="T67" fmla="*/ 150 h 723"/>
                <a:gd name="T68" fmla="*/ 1200 w 1427"/>
                <a:gd name="T69" fmla="*/ 263 h 723"/>
                <a:gd name="T70" fmla="*/ 1301 w 1427"/>
                <a:gd name="T71" fmla="*/ 163 h 723"/>
                <a:gd name="T72" fmla="*/ 1291 w 1427"/>
                <a:gd name="T73" fmla="*/ 277 h 723"/>
                <a:gd name="T74" fmla="*/ 1395 w 1427"/>
                <a:gd name="T75" fmla="*/ 182 h 723"/>
                <a:gd name="T76" fmla="*/ 1425 w 1427"/>
                <a:gd name="T77" fmla="*/ 172 h 723"/>
                <a:gd name="T78" fmla="*/ 800 w 1427"/>
                <a:gd name="T79" fmla="*/ 386 h 723"/>
                <a:gd name="T80" fmla="*/ 636 w 1427"/>
                <a:gd name="T81" fmla="*/ 385 h 723"/>
                <a:gd name="T82" fmla="*/ 508 w 1427"/>
                <a:gd name="T83" fmla="*/ 122 h 723"/>
                <a:gd name="T84" fmla="*/ 919 w 1427"/>
                <a:gd name="T85" fmla="*/ 122 h 7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27" h="723">
                  <a:moveTo>
                    <a:pt x="1413" y="153"/>
                  </a:moveTo>
                  <a:cubicBezTo>
                    <a:pt x="1413" y="153"/>
                    <a:pt x="1413" y="153"/>
                    <a:pt x="1413" y="153"/>
                  </a:cubicBezTo>
                  <a:cubicBezTo>
                    <a:pt x="1409" y="152"/>
                    <a:pt x="1405" y="151"/>
                    <a:pt x="1401" y="150"/>
                  </a:cubicBezTo>
                  <a:cubicBezTo>
                    <a:pt x="1421" y="43"/>
                    <a:pt x="1421" y="43"/>
                    <a:pt x="1421" y="43"/>
                  </a:cubicBezTo>
                  <a:cubicBezTo>
                    <a:pt x="1337" y="27"/>
                    <a:pt x="1337" y="27"/>
                    <a:pt x="1337" y="27"/>
                  </a:cubicBezTo>
                  <a:cubicBezTo>
                    <a:pt x="1317" y="134"/>
                    <a:pt x="1317" y="134"/>
                    <a:pt x="1317" y="134"/>
                  </a:cubicBezTo>
                  <a:cubicBezTo>
                    <a:pt x="1314" y="133"/>
                    <a:pt x="1310" y="132"/>
                    <a:pt x="1306" y="132"/>
                  </a:cubicBezTo>
                  <a:cubicBezTo>
                    <a:pt x="1322" y="25"/>
                    <a:pt x="1322" y="25"/>
                    <a:pt x="1322" y="25"/>
                  </a:cubicBezTo>
                  <a:cubicBezTo>
                    <a:pt x="1238" y="12"/>
                    <a:pt x="1238" y="12"/>
                    <a:pt x="1238" y="12"/>
                  </a:cubicBezTo>
                  <a:cubicBezTo>
                    <a:pt x="1222" y="119"/>
                    <a:pt x="1222" y="119"/>
                    <a:pt x="1222" y="119"/>
                  </a:cubicBezTo>
                  <a:cubicBezTo>
                    <a:pt x="1218" y="119"/>
                    <a:pt x="1215" y="118"/>
                    <a:pt x="1212" y="118"/>
                  </a:cubicBezTo>
                  <a:cubicBezTo>
                    <a:pt x="1225" y="11"/>
                    <a:pt x="1225" y="11"/>
                    <a:pt x="1225" y="11"/>
                  </a:cubicBezTo>
                  <a:cubicBezTo>
                    <a:pt x="1141" y="0"/>
                    <a:pt x="1141" y="0"/>
                    <a:pt x="1141" y="0"/>
                  </a:cubicBezTo>
                  <a:cubicBezTo>
                    <a:pt x="1127" y="108"/>
                    <a:pt x="1127" y="108"/>
                    <a:pt x="1127" y="108"/>
                  </a:cubicBezTo>
                  <a:cubicBezTo>
                    <a:pt x="1082" y="103"/>
                    <a:pt x="1038" y="99"/>
                    <a:pt x="996" y="95"/>
                  </a:cubicBezTo>
                  <a:cubicBezTo>
                    <a:pt x="992" y="89"/>
                    <a:pt x="987" y="84"/>
                    <a:pt x="979" y="80"/>
                  </a:cubicBezTo>
                  <a:cubicBezTo>
                    <a:pt x="963" y="73"/>
                    <a:pt x="945" y="78"/>
                    <a:pt x="934" y="91"/>
                  </a:cubicBezTo>
                  <a:cubicBezTo>
                    <a:pt x="826" y="83"/>
                    <a:pt x="740" y="80"/>
                    <a:pt x="714" y="80"/>
                  </a:cubicBezTo>
                  <a:cubicBezTo>
                    <a:pt x="687" y="80"/>
                    <a:pt x="601" y="83"/>
                    <a:pt x="493" y="91"/>
                  </a:cubicBezTo>
                  <a:cubicBezTo>
                    <a:pt x="482" y="78"/>
                    <a:pt x="464" y="73"/>
                    <a:pt x="448" y="80"/>
                  </a:cubicBezTo>
                  <a:cubicBezTo>
                    <a:pt x="441" y="84"/>
                    <a:pt x="435" y="89"/>
                    <a:pt x="431" y="95"/>
                  </a:cubicBezTo>
                  <a:cubicBezTo>
                    <a:pt x="389" y="99"/>
                    <a:pt x="345" y="103"/>
                    <a:pt x="300" y="108"/>
                  </a:cubicBezTo>
                  <a:cubicBezTo>
                    <a:pt x="287" y="0"/>
                    <a:pt x="287" y="0"/>
                    <a:pt x="287" y="0"/>
                  </a:cubicBezTo>
                  <a:cubicBezTo>
                    <a:pt x="202" y="11"/>
                    <a:pt x="202" y="11"/>
                    <a:pt x="202" y="11"/>
                  </a:cubicBezTo>
                  <a:cubicBezTo>
                    <a:pt x="216" y="118"/>
                    <a:pt x="216" y="118"/>
                    <a:pt x="216" y="118"/>
                  </a:cubicBezTo>
                  <a:cubicBezTo>
                    <a:pt x="212" y="118"/>
                    <a:pt x="209" y="119"/>
                    <a:pt x="206" y="119"/>
                  </a:cubicBezTo>
                  <a:cubicBezTo>
                    <a:pt x="189" y="12"/>
                    <a:pt x="189" y="12"/>
                    <a:pt x="189" y="12"/>
                  </a:cubicBezTo>
                  <a:cubicBezTo>
                    <a:pt x="105" y="25"/>
                    <a:pt x="105" y="25"/>
                    <a:pt x="105" y="25"/>
                  </a:cubicBezTo>
                  <a:cubicBezTo>
                    <a:pt x="121" y="132"/>
                    <a:pt x="121" y="132"/>
                    <a:pt x="121" y="132"/>
                  </a:cubicBezTo>
                  <a:cubicBezTo>
                    <a:pt x="118" y="132"/>
                    <a:pt x="114" y="133"/>
                    <a:pt x="110" y="134"/>
                  </a:cubicBezTo>
                  <a:cubicBezTo>
                    <a:pt x="90" y="27"/>
                    <a:pt x="90" y="27"/>
                    <a:pt x="90" y="27"/>
                  </a:cubicBezTo>
                  <a:cubicBezTo>
                    <a:pt x="7" y="43"/>
                    <a:pt x="7" y="43"/>
                    <a:pt x="7" y="43"/>
                  </a:cubicBezTo>
                  <a:cubicBezTo>
                    <a:pt x="26" y="150"/>
                    <a:pt x="26" y="150"/>
                    <a:pt x="26" y="150"/>
                  </a:cubicBezTo>
                  <a:cubicBezTo>
                    <a:pt x="22" y="151"/>
                    <a:pt x="18" y="152"/>
                    <a:pt x="14" y="153"/>
                  </a:cubicBezTo>
                  <a:cubicBezTo>
                    <a:pt x="5" y="155"/>
                    <a:pt x="0" y="163"/>
                    <a:pt x="2" y="172"/>
                  </a:cubicBezTo>
                  <a:cubicBezTo>
                    <a:pt x="4" y="179"/>
                    <a:pt x="10" y="184"/>
                    <a:pt x="18" y="184"/>
                  </a:cubicBezTo>
                  <a:cubicBezTo>
                    <a:pt x="19" y="184"/>
                    <a:pt x="20" y="184"/>
                    <a:pt x="21" y="184"/>
                  </a:cubicBezTo>
                  <a:cubicBezTo>
                    <a:pt x="25" y="183"/>
                    <a:pt x="28" y="182"/>
                    <a:pt x="32" y="182"/>
                  </a:cubicBezTo>
                  <a:cubicBezTo>
                    <a:pt x="52" y="292"/>
                    <a:pt x="52" y="292"/>
                    <a:pt x="52" y="292"/>
                  </a:cubicBezTo>
                  <a:cubicBezTo>
                    <a:pt x="136" y="277"/>
                    <a:pt x="136" y="277"/>
                    <a:pt x="136" y="277"/>
                  </a:cubicBezTo>
                  <a:cubicBezTo>
                    <a:pt x="116" y="165"/>
                    <a:pt x="116" y="165"/>
                    <a:pt x="116" y="165"/>
                  </a:cubicBezTo>
                  <a:cubicBezTo>
                    <a:pt x="119" y="165"/>
                    <a:pt x="123" y="164"/>
                    <a:pt x="126" y="163"/>
                  </a:cubicBezTo>
                  <a:cubicBezTo>
                    <a:pt x="143" y="275"/>
                    <a:pt x="143" y="275"/>
                    <a:pt x="143" y="275"/>
                  </a:cubicBezTo>
                  <a:cubicBezTo>
                    <a:pt x="228" y="263"/>
                    <a:pt x="228" y="263"/>
                    <a:pt x="228" y="263"/>
                  </a:cubicBezTo>
                  <a:cubicBezTo>
                    <a:pt x="211" y="151"/>
                    <a:pt x="211" y="151"/>
                    <a:pt x="211" y="151"/>
                  </a:cubicBezTo>
                  <a:cubicBezTo>
                    <a:pt x="214" y="150"/>
                    <a:pt x="217" y="150"/>
                    <a:pt x="220" y="150"/>
                  </a:cubicBezTo>
                  <a:cubicBezTo>
                    <a:pt x="234" y="262"/>
                    <a:pt x="234" y="262"/>
                    <a:pt x="234" y="262"/>
                  </a:cubicBezTo>
                  <a:cubicBezTo>
                    <a:pt x="319" y="251"/>
                    <a:pt x="319" y="251"/>
                    <a:pt x="319" y="251"/>
                  </a:cubicBezTo>
                  <a:cubicBezTo>
                    <a:pt x="304" y="140"/>
                    <a:pt x="304" y="140"/>
                    <a:pt x="304" y="140"/>
                  </a:cubicBezTo>
                  <a:cubicBezTo>
                    <a:pt x="346" y="135"/>
                    <a:pt x="388" y="131"/>
                    <a:pt x="428" y="128"/>
                  </a:cubicBezTo>
                  <a:cubicBezTo>
                    <a:pt x="428" y="129"/>
                    <a:pt x="429" y="130"/>
                    <a:pt x="429" y="131"/>
                  </a:cubicBezTo>
                  <a:cubicBezTo>
                    <a:pt x="562" y="426"/>
                    <a:pt x="562" y="426"/>
                    <a:pt x="562" y="426"/>
                  </a:cubicBezTo>
                  <a:cubicBezTo>
                    <a:pt x="567" y="460"/>
                    <a:pt x="581" y="543"/>
                    <a:pt x="605" y="587"/>
                  </a:cubicBezTo>
                  <a:cubicBezTo>
                    <a:pt x="605" y="650"/>
                    <a:pt x="605" y="650"/>
                    <a:pt x="605" y="650"/>
                  </a:cubicBezTo>
                  <a:cubicBezTo>
                    <a:pt x="684" y="713"/>
                    <a:pt x="684" y="713"/>
                    <a:pt x="684" y="713"/>
                  </a:cubicBezTo>
                  <a:cubicBezTo>
                    <a:pt x="684" y="713"/>
                    <a:pt x="699" y="723"/>
                    <a:pt x="713" y="723"/>
                  </a:cubicBezTo>
                  <a:cubicBezTo>
                    <a:pt x="714" y="721"/>
                    <a:pt x="714" y="721"/>
                    <a:pt x="714" y="721"/>
                  </a:cubicBezTo>
                  <a:cubicBezTo>
                    <a:pt x="714" y="723"/>
                    <a:pt x="714" y="723"/>
                    <a:pt x="714" y="723"/>
                  </a:cubicBezTo>
                  <a:cubicBezTo>
                    <a:pt x="728" y="723"/>
                    <a:pt x="743" y="713"/>
                    <a:pt x="743" y="713"/>
                  </a:cubicBezTo>
                  <a:cubicBezTo>
                    <a:pt x="822" y="650"/>
                    <a:pt x="822" y="650"/>
                    <a:pt x="822" y="650"/>
                  </a:cubicBezTo>
                  <a:cubicBezTo>
                    <a:pt x="822" y="588"/>
                    <a:pt x="822" y="588"/>
                    <a:pt x="822" y="588"/>
                  </a:cubicBezTo>
                  <a:cubicBezTo>
                    <a:pt x="848" y="544"/>
                    <a:pt x="862" y="455"/>
                    <a:pt x="867" y="423"/>
                  </a:cubicBezTo>
                  <a:cubicBezTo>
                    <a:pt x="998" y="131"/>
                    <a:pt x="998" y="131"/>
                    <a:pt x="998" y="131"/>
                  </a:cubicBezTo>
                  <a:cubicBezTo>
                    <a:pt x="999" y="130"/>
                    <a:pt x="999" y="129"/>
                    <a:pt x="999" y="128"/>
                  </a:cubicBezTo>
                  <a:cubicBezTo>
                    <a:pt x="1039" y="131"/>
                    <a:pt x="1081" y="135"/>
                    <a:pt x="1123" y="140"/>
                  </a:cubicBezTo>
                  <a:cubicBezTo>
                    <a:pt x="1109" y="251"/>
                    <a:pt x="1109" y="251"/>
                    <a:pt x="1109" y="251"/>
                  </a:cubicBezTo>
                  <a:cubicBezTo>
                    <a:pt x="1193" y="262"/>
                    <a:pt x="1193" y="262"/>
                    <a:pt x="1193" y="262"/>
                  </a:cubicBezTo>
                  <a:cubicBezTo>
                    <a:pt x="1208" y="150"/>
                    <a:pt x="1208" y="150"/>
                    <a:pt x="1208" y="150"/>
                  </a:cubicBezTo>
                  <a:cubicBezTo>
                    <a:pt x="1211" y="150"/>
                    <a:pt x="1214" y="150"/>
                    <a:pt x="1217" y="151"/>
                  </a:cubicBezTo>
                  <a:cubicBezTo>
                    <a:pt x="1200" y="263"/>
                    <a:pt x="1200" y="263"/>
                    <a:pt x="1200" y="263"/>
                  </a:cubicBezTo>
                  <a:cubicBezTo>
                    <a:pt x="1284" y="275"/>
                    <a:pt x="1284" y="275"/>
                    <a:pt x="1284" y="275"/>
                  </a:cubicBezTo>
                  <a:cubicBezTo>
                    <a:pt x="1301" y="163"/>
                    <a:pt x="1301" y="163"/>
                    <a:pt x="1301" y="163"/>
                  </a:cubicBezTo>
                  <a:cubicBezTo>
                    <a:pt x="1305" y="164"/>
                    <a:pt x="1308" y="165"/>
                    <a:pt x="1312" y="165"/>
                  </a:cubicBezTo>
                  <a:cubicBezTo>
                    <a:pt x="1291" y="277"/>
                    <a:pt x="1291" y="277"/>
                    <a:pt x="1291" y="277"/>
                  </a:cubicBezTo>
                  <a:cubicBezTo>
                    <a:pt x="1375" y="292"/>
                    <a:pt x="1375" y="292"/>
                    <a:pt x="1375" y="292"/>
                  </a:cubicBezTo>
                  <a:cubicBezTo>
                    <a:pt x="1395" y="182"/>
                    <a:pt x="1395" y="182"/>
                    <a:pt x="1395" y="182"/>
                  </a:cubicBezTo>
                  <a:cubicBezTo>
                    <a:pt x="1399" y="182"/>
                    <a:pt x="1402" y="183"/>
                    <a:pt x="1406" y="184"/>
                  </a:cubicBezTo>
                  <a:cubicBezTo>
                    <a:pt x="1415" y="186"/>
                    <a:pt x="1423" y="181"/>
                    <a:pt x="1425" y="172"/>
                  </a:cubicBezTo>
                  <a:cubicBezTo>
                    <a:pt x="1427" y="163"/>
                    <a:pt x="1422" y="155"/>
                    <a:pt x="1413" y="153"/>
                  </a:cubicBezTo>
                  <a:close/>
                  <a:moveTo>
                    <a:pt x="800" y="386"/>
                  </a:moveTo>
                  <a:cubicBezTo>
                    <a:pt x="797" y="385"/>
                    <a:pt x="794" y="385"/>
                    <a:pt x="791" y="385"/>
                  </a:cubicBezTo>
                  <a:cubicBezTo>
                    <a:pt x="636" y="385"/>
                    <a:pt x="636" y="385"/>
                    <a:pt x="636" y="385"/>
                  </a:cubicBezTo>
                  <a:cubicBezTo>
                    <a:pt x="633" y="385"/>
                    <a:pt x="630" y="385"/>
                    <a:pt x="627" y="386"/>
                  </a:cubicBezTo>
                  <a:cubicBezTo>
                    <a:pt x="508" y="122"/>
                    <a:pt x="508" y="122"/>
                    <a:pt x="508" y="122"/>
                  </a:cubicBezTo>
                  <a:cubicBezTo>
                    <a:pt x="610" y="115"/>
                    <a:pt x="689" y="112"/>
                    <a:pt x="714" y="112"/>
                  </a:cubicBezTo>
                  <a:cubicBezTo>
                    <a:pt x="738" y="112"/>
                    <a:pt x="817" y="115"/>
                    <a:pt x="919" y="122"/>
                  </a:cubicBezTo>
                  <a:lnTo>
                    <a:pt x="800" y="386"/>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07" name="组合 106"/>
          <p:cNvGrpSpPr/>
          <p:nvPr/>
        </p:nvGrpSpPr>
        <p:grpSpPr>
          <a:xfrm>
            <a:off x="358775" y="4551363"/>
            <a:ext cx="1212850" cy="1498600"/>
            <a:chOff x="358775" y="4551363"/>
            <a:chExt cx="1212850" cy="1498600"/>
          </a:xfrm>
        </p:grpSpPr>
        <p:sp>
          <p:nvSpPr>
            <p:cNvPr id="108" name="Oval 41"/>
            <p:cNvSpPr>
              <a:spLocks noChangeArrowheads="1"/>
            </p:cNvSpPr>
            <p:nvPr/>
          </p:nvSpPr>
          <p:spPr bwMode="auto">
            <a:xfrm>
              <a:off x="828675" y="4606925"/>
              <a:ext cx="273050" cy="273050"/>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9" name="Freeform 42"/>
            <p:cNvSpPr>
              <a:spLocks/>
            </p:cNvSpPr>
            <p:nvPr/>
          </p:nvSpPr>
          <p:spPr bwMode="auto">
            <a:xfrm>
              <a:off x="715963" y="5360988"/>
              <a:ext cx="231775" cy="688975"/>
            </a:xfrm>
            <a:custGeom>
              <a:avLst/>
              <a:gdLst>
                <a:gd name="T0" fmla="*/ 144 w 153"/>
                <a:gd name="T1" fmla="*/ 118 h 454"/>
                <a:gd name="T2" fmla="*/ 56 w 153"/>
                <a:gd name="T3" fmla="*/ 0 h 454"/>
                <a:gd name="T4" fmla="*/ 56 w 153"/>
                <a:gd name="T5" fmla="*/ 5 h 454"/>
                <a:gd name="T6" fmla="*/ 4 w 153"/>
                <a:gd name="T7" fmla="*/ 391 h 454"/>
                <a:gd name="T8" fmla="*/ 53 w 153"/>
                <a:gd name="T9" fmla="*/ 454 h 454"/>
                <a:gd name="T10" fmla="*/ 60 w 153"/>
                <a:gd name="T11" fmla="*/ 454 h 454"/>
                <a:gd name="T12" fmla="*/ 115 w 153"/>
                <a:gd name="T13" fmla="*/ 406 h 454"/>
                <a:gd name="T14" fmla="*/ 153 w 153"/>
                <a:gd name="T15" fmla="*/ 125 h 454"/>
                <a:gd name="T16" fmla="*/ 144 w 153"/>
                <a:gd name="T17" fmla="*/ 118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3" h="454">
                  <a:moveTo>
                    <a:pt x="144" y="118"/>
                  </a:moveTo>
                  <a:cubicBezTo>
                    <a:pt x="144" y="118"/>
                    <a:pt x="144" y="70"/>
                    <a:pt x="56" y="0"/>
                  </a:cubicBezTo>
                  <a:cubicBezTo>
                    <a:pt x="56" y="5"/>
                    <a:pt x="56" y="5"/>
                    <a:pt x="56" y="5"/>
                  </a:cubicBezTo>
                  <a:cubicBezTo>
                    <a:pt x="4" y="391"/>
                    <a:pt x="4" y="391"/>
                    <a:pt x="4" y="391"/>
                  </a:cubicBezTo>
                  <a:cubicBezTo>
                    <a:pt x="0" y="422"/>
                    <a:pt x="22" y="450"/>
                    <a:pt x="53" y="454"/>
                  </a:cubicBezTo>
                  <a:cubicBezTo>
                    <a:pt x="55" y="454"/>
                    <a:pt x="58" y="454"/>
                    <a:pt x="60" y="454"/>
                  </a:cubicBezTo>
                  <a:cubicBezTo>
                    <a:pt x="88" y="454"/>
                    <a:pt x="112" y="434"/>
                    <a:pt x="115" y="406"/>
                  </a:cubicBezTo>
                  <a:cubicBezTo>
                    <a:pt x="153" y="125"/>
                    <a:pt x="153" y="125"/>
                    <a:pt x="153" y="125"/>
                  </a:cubicBezTo>
                  <a:cubicBezTo>
                    <a:pt x="147" y="122"/>
                    <a:pt x="144" y="118"/>
                    <a:pt x="144" y="11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0" name="Freeform 43"/>
            <p:cNvSpPr>
              <a:spLocks/>
            </p:cNvSpPr>
            <p:nvPr/>
          </p:nvSpPr>
          <p:spPr bwMode="auto">
            <a:xfrm>
              <a:off x="982663" y="5360988"/>
              <a:ext cx="231775" cy="688975"/>
            </a:xfrm>
            <a:custGeom>
              <a:avLst/>
              <a:gdLst>
                <a:gd name="T0" fmla="*/ 9 w 153"/>
                <a:gd name="T1" fmla="*/ 118 h 454"/>
                <a:gd name="T2" fmla="*/ 0 w 153"/>
                <a:gd name="T3" fmla="*/ 125 h 454"/>
                <a:gd name="T4" fmla="*/ 38 w 153"/>
                <a:gd name="T5" fmla="*/ 406 h 454"/>
                <a:gd name="T6" fmla="*/ 93 w 153"/>
                <a:gd name="T7" fmla="*/ 454 h 454"/>
                <a:gd name="T8" fmla="*/ 101 w 153"/>
                <a:gd name="T9" fmla="*/ 454 h 454"/>
                <a:gd name="T10" fmla="*/ 149 w 153"/>
                <a:gd name="T11" fmla="*/ 391 h 454"/>
                <a:gd name="T12" fmla="*/ 97 w 153"/>
                <a:gd name="T13" fmla="*/ 5 h 454"/>
                <a:gd name="T14" fmla="*/ 97 w 153"/>
                <a:gd name="T15" fmla="*/ 0 h 454"/>
                <a:gd name="T16" fmla="*/ 9 w 153"/>
                <a:gd name="T17" fmla="*/ 118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3" h="454">
                  <a:moveTo>
                    <a:pt x="9" y="118"/>
                  </a:moveTo>
                  <a:cubicBezTo>
                    <a:pt x="9" y="118"/>
                    <a:pt x="6" y="122"/>
                    <a:pt x="0" y="125"/>
                  </a:cubicBezTo>
                  <a:cubicBezTo>
                    <a:pt x="38" y="406"/>
                    <a:pt x="38" y="406"/>
                    <a:pt x="38" y="406"/>
                  </a:cubicBezTo>
                  <a:cubicBezTo>
                    <a:pt x="42" y="434"/>
                    <a:pt x="66" y="454"/>
                    <a:pt x="93" y="454"/>
                  </a:cubicBezTo>
                  <a:cubicBezTo>
                    <a:pt x="96" y="454"/>
                    <a:pt x="98" y="454"/>
                    <a:pt x="101" y="454"/>
                  </a:cubicBezTo>
                  <a:cubicBezTo>
                    <a:pt x="131" y="450"/>
                    <a:pt x="153" y="422"/>
                    <a:pt x="149" y="391"/>
                  </a:cubicBezTo>
                  <a:cubicBezTo>
                    <a:pt x="97" y="5"/>
                    <a:pt x="97" y="5"/>
                    <a:pt x="97" y="5"/>
                  </a:cubicBezTo>
                  <a:cubicBezTo>
                    <a:pt x="97" y="0"/>
                    <a:pt x="97" y="0"/>
                    <a:pt x="97" y="0"/>
                  </a:cubicBezTo>
                  <a:cubicBezTo>
                    <a:pt x="9" y="70"/>
                    <a:pt x="9" y="118"/>
                    <a:pt x="9" y="11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1" name="Freeform 44"/>
            <p:cNvSpPr>
              <a:spLocks/>
            </p:cNvSpPr>
            <p:nvPr/>
          </p:nvSpPr>
          <p:spPr bwMode="auto">
            <a:xfrm>
              <a:off x="358775" y="4551363"/>
              <a:ext cx="1212850" cy="874713"/>
            </a:xfrm>
            <a:custGeom>
              <a:avLst/>
              <a:gdLst>
                <a:gd name="T0" fmla="*/ 747 w 801"/>
                <a:gd name="T1" fmla="*/ 22 h 578"/>
                <a:gd name="T2" fmla="*/ 713 w 801"/>
                <a:gd name="T3" fmla="*/ 0 h 578"/>
                <a:gd name="T4" fmla="*/ 701 w 801"/>
                <a:gd name="T5" fmla="*/ 68 h 578"/>
                <a:gd name="T6" fmla="*/ 627 w 801"/>
                <a:gd name="T7" fmla="*/ 68 h 578"/>
                <a:gd name="T8" fmla="*/ 618 w 801"/>
                <a:gd name="T9" fmla="*/ 0 h 578"/>
                <a:gd name="T10" fmla="*/ 584 w 801"/>
                <a:gd name="T11" fmla="*/ 23 h 578"/>
                <a:gd name="T12" fmla="*/ 552 w 801"/>
                <a:gd name="T13" fmla="*/ 44 h 578"/>
                <a:gd name="T14" fmla="*/ 530 w 801"/>
                <a:gd name="T15" fmla="*/ 116 h 578"/>
                <a:gd name="T16" fmla="*/ 552 w 801"/>
                <a:gd name="T17" fmla="*/ 136 h 578"/>
                <a:gd name="T18" fmla="*/ 584 w 801"/>
                <a:gd name="T19" fmla="*/ 159 h 578"/>
                <a:gd name="T20" fmla="*/ 618 w 801"/>
                <a:gd name="T21" fmla="*/ 91 h 578"/>
                <a:gd name="T22" fmla="*/ 626 w 801"/>
                <a:gd name="T23" fmla="*/ 215 h 578"/>
                <a:gd name="T24" fmla="*/ 550 w 801"/>
                <a:gd name="T25" fmla="*/ 229 h 578"/>
                <a:gd name="T26" fmla="*/ 327 w 801"/>
                <a:gd name="T27" fmla="*/ 240 h 578"/>
                <a:gd name="T28" fmla="*/ 215 w 801"/>
                <a:gd name="T29" fmla="*/ 205 h 578"/>
                <a:gd name="T30" fmla="*/ 175 w 801"/>
                <a:gd name="T31" fmla="*/ 91 h 578"/>
                <a:gd name="T32" fmla="*/ 183 w 801"/>
                <a:gd name="T33" fmla="*/ 159 h 578"/>
                <a:gd name="T34" fmla="*/ 217 w 801"/>
                <a:gd name="T35" fmla="*/ 136 h 578"/>
                <a:gd name="T36" fmla="*/ 249 w 801"/>
                <a:gd name="T37" fmla="*/ 116 h 578"/>
                <a:gd name="T38" fmla="*/ 272 w 801"/>
                <a:gd name="T39" fmla="*/ 44 h 578"/>
                <a:gd name="T40" fmla="*/ 249 w 801"/>
                <a:gd name="T41" fmla="*/ 23 h 578"/>
                <a:gd name="T42" fmla="*/ 217 w 801"/>
                <a:gd name="T43" fmla="*/ 0 h 578"/>
                <a:gd name="T44" fmla="*/ 183 w 801"/>
                <a:gd name="T45" fmla="*/ 68 h 578"/>
                <a:gd name="T46" fmla="*/ 137 w 801"/>
                <a:gd name="T47" fmla="*/ 38 h 578"/>
                <a:gd name="T48" fmla="*/ 88 w 801"/>
                <a:gd name="T49" fmla="*/ 68 h 578"/>
                <a:gd name="T50" fmla="*/ 54 w 801"/>
                <a:gd name="T51" fmla="*/ 0 h 578"/>
                <a:gd name="T52" fmla="*/ 23 w 801"/>
                <a:gd name="T53" fmla="*/ 22 h 578"/>
                <a:gd name="T54" fmla="*/ 0 w 801"/>
                <a:gd name="T55" fmla="*/ 42 h 578"/>
                <a:gd name="T56" fmla="*/ 23 w 801"/>
                <a:gd name="T57" fmla="*/ 114 h 578"/>
                <a:gd name="T58" fmla="*/ 54 w 801"/>
                <a:gd name="T59" fmla="*/ 135 h 578"/>
                <a:gd name="T60" fmla="*/ 88 w 801"/>
                <a:gd name="T61" fmla="*/ 159 h 578"/>
                <a:gd name="T62" fmla="*/ 99 w 801"/>
                <a:gd name="T63" fmla="*/ 91 h 578"/>
                <a:gd name="T64" fmla="*/ 132 w 801"/>
                <a:gd name="T65" fmla="*/ 289 h 578"/>
                <a:gd name="T66" fmla="*/ 292 w 801"/>
                <a:gd name="T67" fmla="*/ 442 h 578"/>
                <a:gd name="T68" fmla="*/ 371 w 801"/>
                <a:gd name="T69" fmla="*/ 568 h 578"/>
                <a:gd name="T70" fmla="*/ 401 w 801"/>
                <a:gd name="T71" fmla="*/ 576 h 578"/>
                <a:gd name="T72" fmla="*/ 431 w 801"/>
                <a:gd name="T73" fmla="*/ 568 h 578"/>
                <a:gd name="T74" fmla="*/ 509 w 801"/>
                <a:gd name="T75" fmla="*/ 443 h 578"/>
                <a:gd name="T76" fmla="*/ 670 w 801"/>
                <a:gd name="T77" fmla="*/ 289 h 578"/>
                <a:gd name="T78" fmla="*/ 702 w 801"/>
                <a:gd name="T79" fmla="*/ 91 h 578"/>
                <a:gd name="T80" fmla="*/ 713 w 801"/>
                <a:gd name="T81" fmla="*/ 159 h 578"/>
                <a:gd name="T82" fmla="*/ 747 w 801"/>
                <a:gd name="T83" fmla="*/ 135 h 578"/>
                <a:gd name="T84" fmla="*/ 779 w 801"/>
                <a:gd name="T85" fmla="*/ 114 h 578"/>
                <a:gd name="T86" fmla="*/ 801 w 801"/>
                <a:gd name="T87" fmla="*/ 42 h 578"/>
                <a:gd name="T88" fmla="*/ 779 w 801"/>
                <a:gd name="T89" fmla="*/ 22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01" h="578">
                  <a:moveTo>
                    <a:pt x="779" y="22"/>
                  </a:moveTo>
                  <a:cubicBezTo>
                    <a:pt x="747" y="22"/>
                    <a:pt x="747" y="22"/>
                    <a:pt x="747" y="22"/>
                  </a:cubicBezTo>
                  <a:cubicBezTo>
                    <a:pt x="747" y="0"/>
                    <a:pt x="747" y="0"/>
                    <a:pt x="747" y="0"/>
                  </a:cubicBezTo>
                  <a:cubicBezTo>
                    <a:pt x="713" y="0"/>
                    <a:pt x="713" y="0"/>
                    <a:pt x="713" y="0"/>
                  </a:cubicBezTo>
                  <a:cubicBezTo>
                    <a:pt x="713" y="68"/>
                    <a:pt x="713" y="68"/>
                    <a:pt x="713" y="68"/>
                  </a:cubicBezTo>
                  <a:cubicBezTo>
                    <a:pt x="701" y="68"/>
                    <a:pt x="701" y="68"/>
                    <a:pt x="701" y="68"/>
                  </a:cubicBezTo>
                  <a:cubicBezTo>
                    <a:pt x="697" y="51"/>
                    <a:pt x="682" y="38"/>
                    <a:pt x="664" y="38"/>
                  </a:cubicBezTo>
                  <a:cubicBezTo>
                    <a:pt x="646" y="38"/>
                    <a:pt x="631" y="51"/>
                    <a:pt x="627" y="68"/>
                  </a:cubicBezTo>
                  <a:cubicBezTo>
                    <a:pt x="618" y="68"/>
                    <a:pt x="618" y="68"/>
                    <a:pt x="618" y="68"/>
                  </a:cubicBezTo>
                  <a:cubicBezTo>
                    <a:pt x="618" y="0"/>
                    <a:pt x="618" y="0"/>
                    <a:pt x="618" y="0"/>
                  </a:cubicBezTo>
                  <a:cubicBezTo>
                    <a:pt x="584" y="0"/>
                    <a:pt x="584" y="0"/>
                    <a:pt x="584" y="0"/>
                  </a:cubicBezTo>
                  <a:cubicBezTo>
                    <a:pt x="584" y="23"/>
                    <a:pt x="584" y="23"/>
                    <a:pt x="584" y="23"/>
                  </a:cubicBezTo>
                  <a:cubicBezTo>
                    <a:pt x="552" y="23"/>
                    <a:pt x="552" y="23"/>
                    <a:pt x="552" y="23"/>
                  </a:cubicBezTo>
                  <a:cubicBezTo>
                    <a:pt x="552" y="44"/>
                    <a:pt x="552" y="44"/>
                    <a:pt x="552" y="44"/>
                  </a:cubicBezTo>
                  <a:cubicBezTo>
                    <a:pt x="530" y="44"/>
                    <a:pt x="530" y="44"/>
                    <a:pt x="530" y="44"/>
                  </a:cubicBezTo>
                  <a:cubicBezTo>
                    <a:pt x="530" y="116"/>
                    <a:pt x="530" y="116"/>
                    <a:pt x="530" y="116"/>
                  </a:cubicBezTo>
                  <a:cubicBezTo>
                    <a:pt x="552" y="116"/>
                    <a:pt x="552" y="116"/>
                    <a:pt x="552" y="116"/>
                  </a:cubicBezTo>
                  <a:cubicBezTo>
                    <a:pt x="552" y="136"/>
                    <a:pt x="552" y="136"/>
                    <a:pt x="552" y="136"/>
                  </a:cubicBezTo>
                  <a:cubicBezTo>
                    <a:pt x="584" y="136"/>
                    <a:pt x="584" y="136"/>
                    <a:pt x="584" y="136"/>
                  </a:cubicBezTo>
                  <a:cubicBezTo>
                    <a:pt x="584" y="159"/>
                    <a:pt x="584" y="159"/>
                    <a:pt x="584" y="159"/>
                  </a:cubicBezTo>
                  <a:cubicBezTo>
                    <a:pt x="618" y="159"/>
                    <a:pt x="618" y="159"/>
                    <a:pt x="618" y="159"/>
                  </a:cubicBezTo>
                  <a:cubicBezTo>
                    <a:pt x="618" y="91"/>
                    <a:pt x="618" y="91"/>
                    <a:pt x="618" y="91"/>
                  </a:cubicBezTo>
                  <a:cubicBezTo>
                    <a:pt x="626" y="91"/>
                    <a:pt x="626" y="91"/>
                    <a:pt x="626" y="91"/>
                  </a:cubicBezTo>
                  <a:cubicBezTo>
                    <a:pt x="626" y="215"/>
                    <a:pt x="626" y="215"/>
                    <a:pt x="626" y="215"/>
                  </a:cubicBezTo>
                  <a:cubicBezTo>
                    <a:pt x="617" y="206"/>
                    <a:pt x="602" y="202"/>
                    <a:pt x="586" y="205"/>
                  </a:cubicBezTo>
                  <a:cubicBezTo>
                    <a:pt x="570" y="208"/>
                    <a:pt x="556" y="217"/>
                    <a:pt x="550" y="229"/>
                  </a:cubicBezTo>
                  <a:cubicBezTo>
                    <a:pt x="474" y="240"/>
                    <a:pt x="474" y="240"/>
                    <a:pt x="474" y="240"/>
                  </a:cubicBezTo>
                  <a:cubicBezTo>
                    <a:pt x="327" y="240"/>
                    <a:pt x="327" y="240"/>
                    <a:pt x="327" y="240"/>
                  </a:cubicBezTo>
                  <a:cubicBezTo>
                    <a:pt x="251" y="229"/>
                    <a:pt x="251" y="229"/>
                    <a:pt x="251" y="229"/>
                  </a:cubicBezTo>
                  <a:cubicBezTo>
                    <a:pt x="245" y="217"/>
                    <a:pt x="232" y="208"/>
                    <a:pt x="215" y="205"/>
                  </a:cubicBezTo>
                  <a:cubicBezTo>
                    <a:pt x="200" y="202"/>
                    <a:pt x="185" y="206"/>
                    <a:pt x="175" y="215"/>
                  </a:cubicBezTo>
                  <a:cubicBezTo>
                    <a:pt x="175" y="91"/>
                    <a:pt x="175" y="91"/>
                    <a:pt x="175" y="91"/>
                  </a:cubicBezTo>
                  <a:cubicBezTo>
                    <a:pt x="183" y="91"/>
                    <a:pt x="183" y="91"/>
                    <a:pt x="183" y="91"/>
                  </a:cubicBezTo>
                  <a:cubicBezTo>
                    <a:pt x="183" y="159"/>
                    <a:pt x="183" y="159"/>
                    <a:pt x="183" y="159"/>
                  </a:cubicBezTo>
                  <a:cubicBezTo>
                    <a:pt x="217" y="159"/>
                    <a:pt x="217" y="159"/>
                    <a:pt x="217" y="159"/>
                  </a:cubicBezTo>
                  <a:cubicBezTo>
                    <a:pt x="217" y="136"/>
                    <a:pt x="217" y="136"/>
                    <a:pt x="217" y="136"/>
                  </a:cubicBezTo>
                  <a:cubicBezTo>
                    <a:pt x="249" y="136"/>
                    <a:pt x="249" y="136"/>
                    <a:pt x="249" y="136"/>
                  </a:cubicBezTo>
                  <a:cubicBezTo>
                    <a:pt x="249" y="116"/>
                    <a:pt x="249" y="116"/>
                    <a:pt x="249" y="116"/>
                  </a:cubicBezTo>
                  <a:cubicBezTo>
                    <a:pt x="272" y="116"/>
                    <a:pt x="272" y="116"/>
                    <a:pt x="272" y="116"/>
                  </a:cubicBezTo>
                  <a:cubicBezTo>
                    <a:pt x="272" y="44"/>
                    <a:pt x="272" y="44"/>
                    <a:pt x="272" y="44"/>
                  </a:cubicBezTo>
                  <a:cubicBezTo>
                    <a:pt x="249" y="44"/>
                    <a:pt x="249" y="44"/>
                    <a:pt x="249" y="44"/>
                  </a:cubicBezTo>
                  <a:cubicBezTo>
                    <a:pt x="249" y="23"/>
                    <a:pt x="249" y="23"/>
                    <a:pt x="249" y="23"/>
                  </a:cubicBezTo>
                  <a:cubicBezTo>
                    <a:pt x="217" y="23"/>
                    <a:pt x="217" y="23"/>
                    <a:pt x="217" y="23"/>
                  </a:cubicBezTo>
                  <a:cubicBezTo>
                    <a:pt x="217" y="0"/>
                    <a:pt x="217" y="0"/>
                    <a:pt x="217" y="0"/>
                  </a:cubicBezTo>
                  <a:cubicBezTo>
                    <a:pt x="183" y="0"/>
                    <a:pt x="183" y="0"/>
                    <a:pt x="183" y="0"/>
                  </a:cubicBezTo>
                  <a:cubicBezTo>
                    <a:pt x="183" y="68"/>
                    <a:pt x="183" y="68"/>
                    <a:pt x="183" y="68"/>
                  </a:cubicBezTo>
                  <a:cubicBezTo>
                    <a:pt x="174" y="68"/>
                    <a:pt x="174" y="68"/>
                    <a:pt x="174" y="68"/>
                  </a:cubicBezTo>
                  <a:cubicBezTo>
                    <a:pt x="170" y="51"/>
                    <a:pt x="155" y="38"/>
                    <a:pt x="137" y="38"/>
                  </a:cubicBezTo>
                  <a:cubicBezTo>
                    <a:pt x="119" y="38"/>
                    <a:pt x="104" y="51"/>
                    <a:pt x="100" y="68"/>
                  </a:cubicBezTo>
                  <a:cubicBezTo>
                    <a:pt x="88" y="68"/>
                    <a:pt x="88" y="68"/>
                    <a:pt x="88" y="68"/>
                  </a:cubicBezTo>
                  <a:cubicBezTo>
                    <a:pt x="88" y="0"/>
                    <a:pt x="88" y="0"/>
                    <a:pt x="88" y="0"/>
                  </a:cubicBezTo>
                  <a:cubicBezTo>
                    <a:pt x="54" y="0"/>
                    <a:pt x="54" y="0"/>
                    <a:pt x="54" y="0"/>
                  </a:cubicBezTo>
                  <a:cubicBezTo>
                    <a:pt x="54" y="22"/>
                    <a:pt x="54" y="22"/>
                    <a:pt x="54" y="22"/>
                  </a:cubicBezTo>
                  <a:cubicBezTo>
                    <a:pt x="23" y="22"/>
                    <a:pt x="23" y="22"/>
                    <a:pt x="23" y="22"/>
                  </a:cubicBezTo>
                  <a:cubicBezTo>
                    <a:pt x="23" y="42"/>
                    <a:pt x="23" y="42"/>
                    <a:pt x="23" y="42"/>
                  </a:cubicBezTo>
                  <a:cubicBezTo>
                    <a:pt x="0" y="42"/>
                    <a:pt x="0" y="42"/>
                    <a:pt x="0" y="42"/>
                  </a:cubicBezTo>
                  <a:cubicBezTo>
                    <a:pt x="0" y="114"/>
                    <a:pt x="0" y="114"/>
                    <a:pt x="0" y="114"/>
                  </a:cubicBezTo>
                  <a:cubicBezTo>
                    <a:pt x="23" y="114"/>
                    <a:pt x="23" y="114"/>
                    <a:pt x="23" y="114"/>
                  </a:cubicBezTo>
                  <a:cubicBezTo>
                    <a:pt x="23" y="135"/>
                    <a:pt x="23" y="135"/>
                    <a:pt x="23" y="135"/>
                  </a:cubicBezTo>
                  <a:cubicBezTo>
                    <a:pt x="54" y="135"/>
                    <a:pt x="54" y="135"/>
                    <a:pt x="54" y="135"/>
                  </a:cubicBezTo>
                  <a:cubicBezTo>
                    <a:pt x="54" y="159"/>
                    <a:pt x="54" y="159"/>
                    <a:pt x="54" y="159"/>
                  </a:cubicBezTo>
                  <a:cubicBezTo>
                    <a:pt x="88" y="159"/>
                    <a:pt x="88" y="159"/>
                    <a:pt x="88" y="159"/>
                  </a:cubicBezTo>
                  <a:cubicBezTo>
                    <a:pt x="88" y="91"/>
                    <a:pt x="88" y="91"/>
                    <a:pt x="88" y="91"/>
                  </a:cubicBezTo>
                  <a:cubicBezTo>
                    <a:pt x="99" y="91"/>
                    <a:pt x="99" y="91"/>
                    <a:pt x="99" y="91"/>
                  </a:cubicBezTo>
                  <a:cubicBezTo>
                    <a:pt x="99" y="251"/>
                    <a:pt x="99" y="251"/>
                    <a:pt x="99" y="251"/>
                  </a:cubicBezTo>
                  <a:cubicBezTo>
                    <a:pt x="99" y="270"/>
                    <a:pt x="113" y="286"/>
                    <a:pt x="132" y="289"/>
                  </a:cubicBezTo>
                  <a:cubicBezTo>
                    <a:pt x="253" y="306"/>
                    <a:pt x="253" y="306"/>
                    <a:pt x="253" y="306"/>
                  </a:cubicBezTo>
                  <a:cubicBezTo>
                    <a:pt x="260" y="346"/>
                    <a:pt x="273" y="407"/>
                    <a:pt x="292" y="442"/>
                  </a:cubicBezTo>
                  <a:cubicBezTo>
                    <a:pt x="292" y="505"/>
                    <a:pt x="292" y="505"/>
                    <a:pt x="292" y="505"/>
                  </a:cubicBezTo>
                  <a:cubicBezTo>
                    <a:pt x="371" y="568"/>
                    <a:pt x="371" y="568"/>
                    <a:pt x="371" y="568"/>
                  </a:cubicBezTo>
                  <a:cubicBezTo>
                    <a:pt x="371" y="568"/>
                    <a:pt x="386" y="578"/>
                    <a:pt x="400" y="578"/>
                  </a:cubicBezTo>
                  <a:cubicBezTo>
                    <a:pt x="401" y="576"/>
                    <a:pt x="401" y="576"/>
                    <a:pt x="401" y="576"/>
                  </a:cubicBezTo>
                  <a:cubicBezTo>
                    <a:pt x="401" y="578"/>
                    <a:pt x="401" y="578"/>
                    <a:pt x="401" y="578"/>
                  </a:cubicBezTo>
                  <a:cubicBezTo>
                    <a:pt x="415" y="578"/>
                    <a:pt x="431" y="568"/>
                    <a:pt x="431" y="568"/>
                  </a:cubicBezTo>
                  <a:cubicBezTo>
                    <a:pt x="509" y="505"/>
                    <a:pt x="509" y="505"/>
                    <a:pt x="509" y="505"/>
                  </a:cubicBezTo>
                  <a:cubicBezTo>
                    <a:pt x="509" y="443"/>
                    <a:pt x="509" y="443"/>
                    <a:pt x="509" y="443"/>
                  </a:cubicBezTo>
                  <a:cubicBezTo>
                    <a:pt x="529" y="409"/>
                    <a:pt x="542" y="347"/>
                    <a:pt x="550" y="306"/>
                  </a:cubicBezTo>
                  <a:cubicBezTo>
                    <a:pt x="670" y="289"/>
                    <a:pt x="670" y="289"/>
                    <a:pt x="670" y="289"/>
                  </a:cubicBezTo>
                  <a:cubicBezTo>
                    <a:pt x="688" y="286"/>
                    <a:pt x="702" y="270"/>
                    <a:pt x="702" y="251"/>
                  </a:cubicBezTo>
                  <a:cubicBezTo>
                    <a:pt x="702" y="91"/>
                    <a:pt x="702" y="91"/>
                    <a:pt x="702" y="91"/>
                  </a:cubicBezTo>
                  <a:cubicBezTo>
                    <a:pt x="713" y="91"/>
                    <a:pt x="713" y="91"/>
                    <a:pt x="713" y="91"/>
                  </a:cubicBezTo>
                  <a:cubicBezTo>
                    <a:pt x="713" y="159"/>
                    <a:pt x="713" y="159"/>
                    <a:pt x="713" y="159"/>
                  </a:cubicBezTo>
                  <a:cubicBezTo>
                    <a:pt x="747" y="159"/>
                    <a:pt x="747" y="159"/>
                    <a:pt x="747" y="159"/>
                  </a:cubicBezTo>
                  <a:cubicBezTo>
                    <a:pt x="747" y="135"/>
                    <a:pt x="747" y="135"/>
                    <a:pt x="747" y="135"/>
                  </a:cubicBezTo>
                  <a:cubicBezTo>
                    <a:pt x="779" y="135"/>
                    <a:pt x="779" y="135"/>
                    <a:pt x="779" y="135"/>
                  </a:cubicBezTo>
                  <a:cubicBezTo>
                    <a:pt x="779" y="114"/>
                    <a:pt x="779" y="114"/>
                    <a:pt x="779" y="114"/>
                  </a:cubicBezTo>
                  <a:cubicBezTo>
                    <a:pt x="801" y="114"/>
                    <a:pt x="801" y="114"/>
                    <a:pt x="801" y="114"/>
                  </a:cubicBezTo>
                  <a:cubicBezTo>
                    <a:pt x="801" y="42"/>
                    <a:pt x="801" y="42"/>
                    <a:pt x="801" y="42"/>
                  </a:cubicBezTo>
                  <a:cubicBezTo>
                    <a:pt x="779" y="42"/>
                    <a:pt x="779" y="42"/>
                    <a:pt x="779" y="42"/>
                  </a:cubicBezTo>
                  <a:lnTo>
                    <a:pt x="779" y="22"/>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12" name="组合 111"/>
          <p:cNvGrpSpPr/>
          <p:nvPr/>
        </p:nvGrpSpPr>
        <p:grpSpPr>
          <a:xfrm>
            <a:off x="3984625" y="4198938"/>
            <a:ext cx="1511300" cy="1851025"/>
            <a:chOff x="3984625" y="4198938"/>
            <a:chExt cx="1511300" cy="1851025"/>
          </a:xfrm>
        </p:grpSpPr>
        <p:sp>
          <p:nvSpPr>
            <p:cNvPr id="113" name="Freeform 45"/>
            <p:cNvSpPr>
              <a:spLocks/>
            </p:cNvSpPr>
            <p:nvPr/>
          </p:nvSpPr>
          <p:spPr bwMode="auto">
            <a:xfrm>
              <a:off x="4732338" y="4198938"/>
              <a:ext cx="763587" cy="1851025"/>
            </a:xfrm>
            <a:custGeom>
              <a:avLst/>
              <a:gdLst>
                <a:gd name="T0" fmla="*/ 0 w 504"/>
                <a:gd name="T1" fmla="*/ 483 h 1221"/>
                <a:gd name="T2" fmla="*/ 16 w 504"/>
                <a:gd name="T3" fmla="*/ 479 h 1221"/>
                <a:gd name="T4" fmla="*/ 16 w 504"/>
                <a:gd name="T5" fmla="*/ 16 h 1221"/>
                <a:gd name="T6" fmla="*/ 488 w 504"/>
                <a:gd name="T7" fmla="*/ 16 h 1221"/>
                <a:gd name="T8" fmla="*/ 488 w 504"/>
                <a:gd name="T9" fmla="*/ 978 h 1221"/>
                <a:gd name="T10" fmla="*/ 16 w 504"/>
                <a:gd name="T11" fmla="*/ 978 h 1221"/>
                <a:gd name="T12" fmla="*/ 16 w 504"/>
                <a:gd name="T13" fmla="*/ 581 h 1221"/>
                <a:gd name="T14" fmla="*/ 0 w 504"/>
                <a:gd name="T15" fmla="*/ 584 h 1221"/>
                <a:gd name="T16" fmla="*/ 0 w 504"/>
                <a:gd name="T17" fmla="*/ 994 h 1221"/>
                <a:gd name="T18" fmla="*/ 83 w 504"/>
                <a:gd name="T19" fmla="*/ 994 h 1221"/>
                <a:gd name="T20" fmla="*/ 14 w 504"/>
                <a:gd name="T21" fmla="*/ 1180 h 1221"/>
                <a:gd name="T22" fmla="*/ 48 w 504"/>
                <a:gd name="T23" fmla="*/ 1192 h 1221"/>
                <a:gd name="T24" fmla="*/ 122 w 504"/>
                <a:gd name="T25" fmla="*/ 994 h 1221"/>
                <a:gd name="T26" fmla="*/ 234 w 504"/>
                <a:gd name="T27" fmla="*/ 994 h 1221"/>
                <a:gd name="T28" fmla="*/ 234 w 504"/>
                <a:gd name="T29" fmla="*/ 1221 h 1221"/>
                <a:gd name="T30" fmla="*/ 270 w 504"/>
                <a:gd name="T31" fmla="*/ 1221 h 1221"/>
                <a:gd name="T32" fmla="*/ 270 w 504"/>
                <a:gd name="T33" fmla="*/ 994 h 1221"/>
                <a:gd name="T34" fmla="*/ 383 w 504"/>
                <a:gd name="T35" fmla="*/ 994 h 1221"/>
                <a:gd name="T36" fmla="*/ 456 w 504"/>
                <a:gd name="T37" fmla="*/ 1192 h 1221"/>
                <a:gd name="T38" fmla="*/ 490 w 504"/>
                <a:gd name="T39" fmla="*/ 1180 h 1221"/>
                <a:gd name="T40" fmla="*/ 421 w 504"/>
                <a:gd name="T41" fmla="*/ 994 h 1221"/>
                <a:gd name="T42" fmla="*/ 504 w 504"/>
                <a:gd name="T43" fmla="*/ 994 h 1221"/>
                <a:gd name="T44" fmla="*/ 504 w 504"/>
                <a:gd name="T45" fmla="*/ 0 h 1221"/>
                <a:gd name="T46" fmla="*/ 0 w 504"/>
                <a:gd name="T47" fmla="*/ 0 h 1221"/>
                <a:gd name="T48" fmla="*/ 0 w 504"/>
                <a:gd name="T49" fmla="*/ 483 h 1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04" h="1221">
                  <a:moveTo>
                    <a:pt x="0" y="483"/>
                  </a:moveTo>
                  <a:cubicBezTo>
                    <a:pt x="6" y="482"/>
                    <a:pt x="11" y="480"/>
                    <a:pt x="16" y="479"/>
                  </a:cubicBezTo>
                  <a:cubicBezTo>
                    <a:pt x="16" y="16"/>
                    <a:pt x="16" y="16"/>
                    <a:pt x="16" y="16"/>
                  </a:cubicBezTo>
                  <a:cubicBezTo>
                    <a:pt x="488" y="16"/>
                    <a:pt x="488" y="16"/>
                    <a:pt x="488" y="16"/>
                  </a:cubicBezTo>
                  <a:cubicBezTo>
                    <a:pt x="488" y="978"/>
                    <a:pt x="488" y="978"/>
                    <a:pt x="488" y="978"/>
                  </a:cubicBezTo>
                  <a:cubicBezTo>
                    <a:pt x="16" y="978"/>
                    <a:pt x="16" y="978"/>
                    <a:pt x="16" y="978"/>
                  </a:cubicBezTo>
                  <a:cubicBezTo>
                    <a:pt x="16" y="581"/>
                    <a:pt x="16" y="581"/>
                    <a:pt x="16" y="581"/>
                  </a:cubicBezTo>
                  <a:cubicBezTo>
                    <a:pt x="11" y="582"/>
                    <a:pt x="6" y="583"/>
                    <a:pt x="0" y="584"/>
                  </a:cubicBezTo>
                  <a:cubicBezTo>
                    <a:pt x="0" y="994"/>
                    <a:pt x="0" y="994"/>
                    <a:pt x="0" y="994"/>
                  </a:cubicBezTo>
                  <a:cubicBezTo>
                    <a:pt x="83" y="994"/>
                    <a:pt x="83" y="994"/>
                    <a:pt x="83" y="994"/>
                  </a:cubicBezTo>
                  <a:cubicBezTo>
                    <a:pt x="14" y="1180"/>
                    <a:pt x="14" y="1180"/>
                    <a:pt x="14" y="1180"/>
                  </a:cubicBezTo>
                  <a:cubicBezTo>
                    <a:pt x="48" y="1192"/>
                    <a:pt x="48" y="1192"/>
                    <a:pt x="48" y="1192"/>
                  </a:cubicBezTo>
                  <a:cubicBezTo>
                    <a:pt x="122" y="994"/>
                    <a:pt x="122" y="994"/>
                    <a:pt x="122" y="994"/>
                  </a:cubicBezTo>
                  <a:cubicBezTo>
                    <a:pt x="234" y="994"/>
                    <a:pt x="234" y="994"/>
                    <a:pt x="234" y="994"/>
                  </a:cubicBezTo>
                  <a:cubicBezTo>
                    <a:pt x="234" y="1221"/>
                    <a:pt x="234" y="1221"/>
                    <a:pt x="234" y="1221"/>
                  </a:cubicBezTo>
                  <a:cubicBezTo>
                    <a:pt x="270" y="1221"/>
                    <a:pt x="270" y="1221"/>
                    <a:pt x="270" y="1221"/>
                  </a:cubicBezTo>
                  <a:cubicBezTo>
                    <a:pt x="270" y="994"/>
                    <a:pt x="270" y="994"/>
                    <a:pt x="270" y="994"/>
                  </a:cubicBezTo>
                  <a:cubicBezTo>
                    <a:pt x="383" y="994"/>
                    <a:pt x="383" y="994"/>
                    <a:pt x="383" y="994"/>
                  </a:cubicBezTo>
                  <a:cubicBezTo>
                    <a:pt x="456" y="1192"/>
                    <a:pt x="456" y="1192"/>
                    <a:pt x="456" y="1192"/>
                  </a:cubicBezTo>
                  <a:cubicBezTo>
                    <a:pt x="490" y="1180"/>
                    <a:pt x="490" y="1180"/>
                    <a:pt x="490" y="1180"/>
                  </a:cubicBezTo>
                  <a:cubicBezTo>
                    <a:pt x="421" y="994"/>
                    <a:pt x="421" y="994"/>
                    <a:pt x="421" y="994"/>
                  </a:cubicBezTo>
                  <a:cubicBezTo>
                    <a:pt x="504" y="994"/>
                    <a:pt x="504" y="994"/>
                    <a:pt x="504" y="994"/>
                  </a:cubicBezTo>
                  <a:cubicBezTo>
                    <a:pt x="504" y="0"/>
                    <a:pt x="504" y="0"/>
                    <a:pt x="504" y="0"/>
                  </a:cubicBezTo>
                  <a:cubicBezTo>
                    <a:pt x="0" y="0"/>
                    <a:pt x="0" y="0"/>
                    <a:pt x="0" y="0"/>
                  </a:cubicBezTo>
                  <a:lnTo>
                    <a:pt x="0" y="483"/>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4" name="Rectangle 46"/>
            <p:cNvSpPr>
              <a:spLocks noChangeArrowheads="1"/>
            </p:cNvSpPr>
            <p:nvPr/>
          </p:nvSpPr>
          <p:spPr bwMode="auto">
            <a:xfrm>
              <a:off x="4811713" y="4735513"/>
              <a:ext cx="609600" cy="19050"/>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5" name="Rectangle 47"/>
            <p:cNvSpPr>
              <a:spLocks noChangeArrowheads="1"/>
            </p:cNvSpPr>
            <p:nvPr/>
          </p:nvSpPr>
          <p:spPr bwMode="auto">
            <a:xfrm>
              <a:off x="4811713" y="4335463"/>
              <a:ext cx="609600" cy="19050"/>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6" name="Freeform 48"/>
            <p:cNvSpPr>
              <a:spLocks noEditPoints="1"/>
            </p:cNvSpPr>
            <p:nvPr/>
          </p:nvSpPr>
          <p:spPr bwMode="auto">
            <a:xfrm>
              <a:off x="4814888" y="4424363"/>
              <a:ext cx="144462" cy="239713"/>
            </a:xfrm>
            <a:custGeom>
              <a:avLst/>
              <a:gdLst>
                <a:gd name="T0" fmla="*/ 88 w 95"/>
                <a:gd name="T1" fmla="*/ 64 h 158"/>
                <a:gd name="T2" fmla="*/ 92 w 95"/>
                <a:gd name="T3" fmla="*/ 45 h 158"/>
                <a:gd name="T4" fmla="*/ 86 w 95"/>
                <a:gd name="T5" fmla="*/ 15 h 158"/>
                <a:gd name="T6" fmla="*/ 70 w 95"/>
                <a:gd name="T7" fmla="*/ 3 h 158"/>
                <a:gd name="T8" fmla="*/ 41 w 95"/>
                <a:gd name="T9" fmla="*/ 0 h 158"/>
                <a:gd name="T10" fmla="*/ 0 w 95"/>
                <a:gd name="T11" fmla="*/ 0 h 158"/>
                <a:gd name="T12" fmla="*/ 0 w 95"/>
                <a:gd name="T13" fmla="*/ 158 h 158"/>
                <a:gd name="T14" fmla="*/ 47 w 95"/>
                <a:gd name="T15" fmla="*/ 158 h 158"/>
                <a:gd name="T16" fmla="*/ 80 w 95"/>
                <a:gd name="T17" fmla="*/ 155 h 158"/>
                <a:gd name="T18" fmla="*/ 91 w 95"/>
                <a:gd name="T19" fmla="*/ 144 h 158"/>
                <a:gd name="T20" fmla="*/ 95 w 95"/>
                <a:gd name="T21" fmla="*/ 121 h 158"/>
                <a:gd name="T22" fmla="*/ 95 w 95"/>
                <a:gd name="T23" fmla="*/ 106 h 158"/>
                <a:gd name="T24" fmla="*/ 90 w 95"/>
                <a:gd name="T25" fmla="*/ 83 h 158"/>
                <a:gd name="T26" fmla="*/ 71 w 95"/>
                <a:gd name="T27" fmla="*/ 72 h 158"/>
                <a:gd name="T28" fmla="*/ 88 w 95"/>
                <a:gd name="T29" fmla="*/ 64 h 158"/>
                <a:gd name="T30" fmla="*/ 54 w 95"/>
                <a:gd name="T31" fmla="*/ 116 h 158"/>
                <a:gd name="T32" fmla="*/ 52 w 95"/>
                <a:gd name="T33" fmla="*/ 128 h 158"/>
                <a:gd name="T34" fmla="*/ 41 w 95"/>
                <a:gd name="T35" fmla="*/ 131 h 158"/>
                <a:gd name="T36" fmla="*/ 41 w 95"/>
                <a:gd name="T37" fmla="*/ 86 h 158"/>
                <a:gd name="T38" fmla="*/ 52 w 95"/>
                <a:gd name="T39" fmla="*/ 89 h 158"/>
                <a:gd name="T40" fmla="*/ 54 w 95"/>
                <a:gd name="T41" fmla="*/ 101 h 158"/>
                <a:gd name="T42" fmla="*/ 54 w 95"/>
                <a:gd name="T43" fmla="*/ 116 h 158"/>
                <a:gd name="T44" fmla="*/ 52 w 95"/>
                <a:gd name="T45" fmla="*/ 59 h 158"/>
                <a:gd name="T46" fmla="*/ 45 w 95"/>
                <a:gd name="T47" fmla="*/ 62 h 158"/>
                <a:gd name="T48" fmla="*/ 41 w 95"/>
                <a:gd name="T49" fmla="*/ 62 h 158"/>
                <a:gd name="T50" fmla="*/ 41 w 95"/>
                <a:gd name="T51" fmla="*/ 27 h 158"/>
                <a:gd name="T52" fmla="*/ 49 w 95"/>
                <a:gd name="T53" fmla="*/ 28 h 158"/>
                <a:gd name="T54" fmla="*/ 53 w 95"/>
                <a:gd name="T55" fmla="*/ 31 h 158"/>
                <a:gd name="T56" fmla="*/ 54 w 95"/>
                <a:gd name="T57" fmla="*/ 42 h 158"/>
                <a:gd name="T58" fmla="*/ 52 w 95"/>
                <a:gd name="T59" fmla="*/ 59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5" h="158">
                  <a:moveTo>
                    <a:pt x="88" y="64"/>
                  </a:moveTo>
                  <a:cubicBezTo>
                    <a:pt x="91" y="60"/>
                    <a:pt x="92" y="54"/>
                    <a:pt x="92" y="45"/>
                  </a:cubicBezTo>
                  <a:cubicBezTo>
                    <a:pt x="92" y="31"/>
                    <a:pt x="90" y="21"/>
                    <a:pt x="86" y="15"/>
                  </a:cubicBezTo>
                  <a:cubicBezTo>
                    <a:pt x="82" y="9"/>
                    <a:pt x="77" y="5"/>
                    <a:pt x="70" y="3"/>
                  </a:cubicBezTo>
                  <a:cubicBezTo>
                    <a:pt x="63" y="1"/>
                    <a:pt x="53" y="0"/>
                    <a:pt x="41" y="0"/>
                  </a:cubicBezTo>
                  <a:cubicBezTo>
                    <a:pt x="0" y="0"/>
                    <a:pt x="0" y="0"/>
                    <a:pt x="0" y="0"/>
                  </a:cubicBezTo>
                  <a:cubicBezTo>
                    <a:pt x="0" y="158"/>
                    <a:pt x="0" y="158"/>
                    <a:pt x="0" y="158"/>
                  </a:cubicBezTo>
                  <a:cubicBezTo>
                    <a:pt x="47" y="158"/>
                    <a:pt x="47" y="158"/>
                    <a:pt x="47" y="158"/>
                  </a:cubicBezTo>
                  <a:cubicBezTo>
                    <a:pt x="64" y="158"/>
                    <a:pt x="74" y="157"/>
                    <a:pt x="80" y="155"/>
                  </a:cubicBezTo>
                  <a:cubicBezTo>
                    <a:pt x="85" y="153"/>
                    <a:pt x="89" y="149"/>
                    <a:pt x="91" y="144"/>
                  </a:cubicBezTo>
                  <a:cubicBezTo>
                    <a:pt x="94" y="139"/>
                    <a:pt x="95" y="131"/>
                    <a:pt x="95" y="121"/>
                  </a:cubicBezTo>
                  <a:cubicBezTo>
                    <a:pt x="95" y="106"/>
                    <a:pt x="95" y="106"/>
                    <a:pt x="95" y="106"/>
                  </a:cubicBezTo>
                  <a:cubicBezTo>
                    <a:pt x="95" y="96"/>
                    <a:pt x="93" y="88"/>
                    <a:pt x="90" y="83"/>
                  </a:cubicBezTo>
                  <a:cubicBezTo>
                    <a:pt x="87" y="78"/>
                    <a:pt x="80" y="74"/>
                    <a:pt x="71" y="72"/>
                  </a:cubicBezTo>
                  <a:cubicBezTo>
                    <a:pt x="79" y="70"/>
                    <a:pt x="85" y="68"/>
                    <a:pt x="88" y="64"/>
                  </a:cubicBezTo>
                  <a:close/>
                  <a:moveTo>
                    <a:pt x="54" y="116"/>
                  </a:moveTo>
                  <a:cubicBezTo>
                    <a:pt x="54" y="122"/>
                    <a:pt x="53" y="126"/>
                    <a:pt x="52" y="128"/>
                  </a:cubicBezTo>
                  <a:cubicBezTo>
                    <a:pt x="50" y="129"/>
                    <a:pt x="46" y="130"/>
                    <a:pt x="41" y="131"/>
                  </a:cubicBezTo>
                  <a:cubicBezTo>
                    <a:pt x="41" y="86"/>
                    <a:pt x="41" y="86"/>
                    <a:pt x="41" y="86"/>
                  </a:cubicBezTo>
                  <a:cubicBezTo>
                    <a:pt x="47" y="87"/>
                    <a:pt x="50" y="87"/>
                    <a:pt x="52" y="89"/>
                  </a:cubicBezTo>
                  <a:cubicBezTo>
                    <a:pt x="53" y="90"/>
                    <a:pt x="54" y="94"/>
                    <a:pt x="54" y="101"/>
                  </a:cubicBezTo>
                  <a:lnTo>
                    <a:pt x="54" y="116"/>
                  </a:lnTo>
                  <a:close/>
                  <a:moveTo>
                    <a:pt x="52" y="59"/>
                  </a:moveTo>
                  <a:cubicBezTo>
                    <a:pt x="51" y="61"/>
                    <a:pt x="49" y="62"/>
                    <a:pt x="45" y="62"/>
                  </a:cubicBezTo>
                  <a:cubicBezTo>
                    <a:pt x="44" y="62"/>
                    <a:pt x="42" y="62"/>
                    <a:pt x="41" y="62"/>
                  </a:cubicBezTo>
                  <a:cubicBezTo>
                    <a:pt x="41" y="27"/>
                    <a:pt x="41" y="27"/>
                    <a:pt x="41" y="27"/>
                  </a:cubicBezTo>
                  <a:cubicBezTo>
                    <a:pt x="45" y="27"/>
                    <a:pt x="48" y="27"/>
                    <a:pt x="49" y="28"/>
                  </a:cubicBezTo>
                  <a:cubicBezTo>
                    <a:pt x="51" y="28"/>
                    <a:pt x="52" y="29"/>
                    <a:pt x="53" y="31"/>
                  </a:cubicBezTo>
                  <a:cubicBezTo>
                    <a:pt x="54" y="33"/>
                    <a:pt x="54" y="37"/>
                    <a:pt x="54" y="42"/>
                  </a:cubicBezTo>
                  <a:cubicBezTo>
                    <a:pt x="54" y="51"/>
                    <a:pt x="53" y="57"/>
                    <a:pt x="52" y="5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7" name="Freeform 49"/>
            <p:cNvSpPr>
              <a:spLocks/>
            </p:cNvSpPr>
            <p:nvPr/>
          </p:nvSpPr>
          <p:spPr bwMode="auto">
            <a:xfrm>
              <a:off x="4979988" y="4424363"/>
              <a:ext cx="142875" cy="244475"/>
            </a:xfrm>
            <a:custGeom>
              <a:avLst/>
              <a:gdLst>
                <a:gd name="T0" fmla="*/ 0 w 94"/>
                <a:gd name="T1" fmla="*/ 0 h 161"/>
                <a:gd name="T2" fmla="*/ 0 w 94"/>
                <a:gd name="T3" fmla="*/ 93 h 161"/>
                <a:gd name="T4" fmla="*/ 1 w 94"/>
                <a:gd name="T5" fmla="*/ 128 h 161"/>
                <a:gd name="T6" fmla="*/ 8 w 94"/>
                <a:gd name="T7" fmla="*/ 144 h 161"/>
                <a:gd name="T8" fmla="*/ 24 w 94"/>
                <a:gd name="T9" fmla="*/ 156 h 161"/>
                <a:gd name="T10" fmla="*/ 49 w 94"/>
                <a:gd name="T11" fmla="*/ 161 h 161"/>
                <a:gd name="T12" fmla="*/ 71 w 94"/>
                <a:gd name="T13" fmla="*/ 157 h 161"/>
                <a:gd name="T14" fmla="*/ 86 w 94"/>
                <a:gd name="T15" fmla="*/ 145 h 161"/>
                <a:gd name="T16" fmla="*/ 93 w 94"/>
                <a:gd name="T17" fmla="*/ 130 h 161"/>
                <a:gd name="T18" fmla="*/ 94 w 94"/>
                <a:gd name="T19" fmla="*/ 105 h 161"/>
                <a:gd name="T20" fmla="*/ 94 w 94"/>
                <a:gd name="T21" fmla="*/ 0 h 161"/>
                <a:gd name="T22" fmla="*/ 53 w 94"/>
                <a:gd name="T23" fmla="*/ 0 h 161"/>
                <a:gd name="T24" fmla="*/ 53 w 94"/>
                <a:gd name="T25" fmla="*/ 116 h 161"/>
                <a:gd name="T26" fmla="*/ 52 w 94"/>
                <a:gd name="T27" fmla="*/ 131 h 161"/>
                <a:gd name="T28" fmla="*/ 47 w 94"/>
                <a:gd name="T29" fmla="*/ 134 h 161"/>
                <a:gd name="T30" fmla="*/ 42 w 94"/>
                <a:gd name="T31" fmla="*/ 131 h 161"/>
                <a:gd name="T32" fmla="*/ 41 w 94"/>
                <a:gd name="T33" fmla="*/ 118 h 161"/>
                <a:gd name="T34" fmla="*/ 41 w 94"/>
                <a:gd name="T35" fmla="*/ 0 h 161"/>
                <a:gd name="T36" fmla="*/ 0 w 94"/>
                <a:gd name="T37"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4" h="161">
                  <a:moveTo>
                    <a:pt x="0" y="0"/>
                  </a:moveTo>
                  <a:cubicBezTo>
                    <a:pt x="0" y="93"/>
                    <a:pt x="0" y="93"/>
                    <a:pt x="0" y="93"/>
                  </a:cubicBezTo>
                  <a:cubicBezTo>
                    <a:pt x="0" y="111"/>
                    <a:pt x="1" y="123"/>
                    <a:pt x="1" y="128"/>
                  </a:cubicBezTo>
                  <a:cubicBezTo>
                    <a:pt x="2" y="134"/>
                    <a:pt x="4" y="139"/>
                    <a:pt x="8" y="144"/>
                  </a:cubicBezTo>
                  <a:cubicBezTo>
                    <a:pt x="11" y="149"/>
                    <a:pt x="17" y="153"/>
                    <a:pt x="24" y="156"/>
                  </a:cubicBezTo>
                  <a:cubicBezTo>
                    <a:pt x="31" y="159"/>
                    <a:pt x="39" y="161"/>
                    <a:pt x="49" y="161"/>
                  </a:cubicBezTo>
                  <a:cubicBezTo>
                    <a:pt x="57" y="161"/>
                    <a:pt x="65" y="160"/>
                    <a:pt x="71" y="157"/>
                  </a:cubicBezTo>
                  <a:cubicBezTo>
                    <a:pt x="77" y="154"/>
                    <a:pt x="82" y="150"/>
                    <a:pt x="86" y="145"/>
                  </a:cubicBezTo>
                  <a:cubicBezTo>
                    <a:pt x="90" y="140"/>
                    <a:pt x="92" y="135"/>
                    <a:pt x="93" y="130"/>
                  </a:cubicBezTo>
                  <a:cubicBezTo>
                    <a:pt x="94" y="126"/>
                    <a:pt x="94" y="117"/>
                    <a:pt x="94" y="105"/>
                  </a:cubicBezTo>
                  <a:cubicBezTo>
                    <a:pt x="94" y="0"/>
                    <a:pt x="94" y="0"/>
                    <a:pt x="94" y="0"/>
                  </a:cubicBezTo>
                  <a:cubicBezTo>
                    <a:pt x="53" y="0"/>
                    <a:pt x="53" y="0"/>
                    <a:pt x="53" y="0"/>
                  </a:cubicBezTo>
                  <a:cubicBezTo>
                    <a:pt x="53" y="116"/>
                    <a:pt x="53" y="116"/>
                    <a:pt x="53" y="116"/>
                  </a:cubicBezTo>
                  <a:cubicBezTo>
                    <a:pt x="53" y="124"/>
                    <a:pt x="53" y="129"/>
                    <a:pt x="52" y="131"/>
                  </a:cubicBezTo>
                  <a:cubicBezTo>
                    <a:pt x="51" y="133"/>
                    <a:pt x="50" y="134"/>
                    <a:pt x="47" y="134"/>
                  </a:cubicBezTo>
                  <a:cubicBezTo>
                    <a:pt x="45" y="134"/>
                    <a:pt x="43" y="133"/>
                    <a:pt x="42" y="131"/>
                  </a:cubicBezTo>
                  <a:cubicBezTo>
                    <a:pt x="42" y="129"/>
                    <a:pt x="41" y="125"/>
                    <a:pt x="41" y="118"/>
                  </a:cubicBezTo>
                  <a:cubicBezTo>
                    <a:pt x="41" y="0"/>
                    <a:pt x="41" y="0"/>
                    <a:pt x="41" y="0"/>
                  </a:cubicBezTo>
                  <a:lnTo>
                    <a:pt x="0"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8" name="Freeform 50"/>
            <p:cNvSpPr>
              <a:spLocks/>
            </p:cNvSpPr>
            <p:nvPr/>
          </p:nvSpPr>
          <p:spPr bwMode="auto">
            <a:xfrm>
              <a:off x="5146675" y="4424363"/>
              <a:ext cx="100012" cy="239713"/>
            </a:xfrm>
            <a:custGeom>
              <a:avLst/>
              <a:gdLst>
                <a:gd name="T0" fmla="*/ 0 w 63"/>
                <a:gd name="T1" fmla="*/ 0 h 151"/>
                <a:gd name="T2" fmla="*/ 0 w 63"/>
                <a:gd name="T3" fmla="*/ 151 h 151"/>
                <a:gd name="T4" fmla="*/ 63 w 63"/>
                <a:gd name="T5" fmla="*/ 151 h 151"/>
                <a:gd name="T6" fmla="*/ 63 w 63"/>
                <a:gd name="T7" fmla="*/ 121 h 151"/>
                <a:gd name="T8" fmla="*/ 40 w 63"/>
                <a:gd name="T9" fmla="*/ 121 h 151"/>
                <a:gd name="T10" fmla="*/ 40 w 63"/>
                <a:gd name="T11" fmla="*/ 0 h 151"/>
                <a:gd name="T12" fmla="*/ 0 w 63"/>
                <a:gd name="T13" fmla="*/ 0 h 151"/>
              </a:gdLst>
              <a:ahLst/>
              <a:cxnLst>
                <a:cxn ang="0">
                  <a:pos x="T0" y="T1"/>
                </a:cxn>
                <a:cxn ang="0">
                  <a:pos x="T2" y="T3"/>
                </a:cxn>
                <a:cxn ang="0">
                  <a:pos x="T4" y="T5"/>
                </a:cxn>
                <a:cxn ang="0">
                  <a:pos x="T6" y="T7"/>
                </a:cxn>
                <a:cxn ang="0">
                  <a:pos x="T8" y="T9"/>
                </a:cxn>
                <a:cxn ang="0">
                  <a:pos x="T10" y="T11"/>
                </a:cxn>
                <a:cxn ang="0">
                  <a:pos x="T12" y="T13"/>
                </a:cxn>
              </a:cxnLst>
              <a:rect l="0" t="0" r="r" b="b"/>
              <a:pathLst>
                <a:path w="63" h="151">
                  <a:moveTo>
                    <a:pt x="0" y="0"/>
                  </a:moveTo>
                  <a:lnTo>
                    <a:pt x="0" y="151"/>
                  </a:lnTo>
                  <a:lnTo>
                    <a:pt x="63" y="151"/>
                  </a:lnTo>
                  <a:lnTo>
                    <a:pt x="63" y="121"/>
                  </a:lnTo>
                  <a:lnTo>
                    <a:pt x="40" y="121"/>
                  </a:lnTo>
                  <a:lnTo>
                    <a:pt x="40" y="0"/>
                  </a:lnTo>
                  <a:lnTo>
                    <a:pt x="0"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9" name="Freeform 51"/>
            <p:cNvSpPr>
              <a:spLocks/>
            </p:cNvSpPr>
            <p:nvPr/>
          </p:nvSpPr>
          <p:spPr bwMode="auto">
            <a:xfrm>
              <a:off x="5262563" y="4424363"/>
              <a:ext cx="150812" cy="239713"/>
            </a:xfrm>
            <a:custGeom>
              <a:avLst/>
              <a:gdLst>
                <a:gd name="T0" fmla="*/ 0 w 95"/>
                <a:gd name="T1" fmla="*/ 0 h 151"/>
                <a:gd name="T2" fmla="*/ 0 w 95"/>
                <a:gd name="T3" fmla="*/ 151 h 151"/>
                <a:gd name="T4" fmla="*/ 39 w 95"/>
                <a:gd name="T5" fmla="*/ 151 h 151"/>
                <a:gd name="T6" fmla="*/ 39 w 95"/>
                <a:gd name="T7" fmla="*/ 86 h 151"/>
                <a:gd name="T8" fmla="*/ 55 w 95"/>
                <a:gd name="T9" fmla="*/ 151 h 151"/>
                <a:gd name="T10" fmla="*/ 95 w 95"/>
                <a:gd name="T11" fmla="*/ 151 h 151"/>
                <a:gd name="T12" fmla="*/ 71 w 95"/>
                <a:gd name="T13" fmla="*/ 68 h 151"/>
                <a:gd name="T14" fmla="*/ 93 w 95"/>
                <a:gd name="T15" fmla="*/ 0 h 151"/>
                <a:gd name="T16" fmla="*/ 56 w 95"/>
                <a:gd name="T17" fmla="*/ 0 h 151"/>
                <a:gd name="T18" fmla="*/ 39 w 95"/>
                <a:gd name="T19" fmla="*/ 59 h 151"/>
                <a:gd name="T20" fmla="*/ 39 w 95"/>
                <a:gd name="T21" fmla="*/ 0 h 151"/>
                <a:gd name="T22" fmla="*/ 0 w 95"/>
                <a:gd name="T23"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5" h="151">
                  <a:moveTo>
                    <a:pt x="0" y="0"/>
                  </a:moveTo>
                  <a:lnTo>
                    <a:pt x="0" y="151"/>
                  </a:lnTo>
                  <a:lnTo>
                    <a:pt x="39" y="151"/>
                  </a:lnTo>
                  <a:lnTo>
                    <a:pt x="39" y="86"/>
                  </a:lnTo>
                  <a:lnTo>
                    <a:pt x="55" y="151"/>
                  </a:lnTo>
                  <a:lnTo>
                    <a:pt x="95" y="151"/>
                  </a:lnTo>
                  <a:lnTo>
                    <a:pt x="71" y="68"/>
                  </a:lnTo>
                  <a:lnTo>
                    <a:pt x="93" y="0"/>
                  </a:lnTo>
                  <a:lnTo>
                    <a:pt x="56" y="0"/>
                  </a:lnTo>
                  <a:lnTo>
                    <a:pt x="39" y="59"/>
                  </a:lnTo>
                  <a:lnTo>
                    <a:pt x="39" y="0"/>
                  </a:lnTo>
                  <a:lnTo>
                    <a:pt x="0"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0" name="Freeform 52"/>
            <p:cNvSpPr>
              <a:spLocks noEditPoints="1"/>
            </p:cNvSpPr>
            <p:nvPr/>
          </p:nvSpPr>
          <p:spPr bwMode="auto">
            <a:xfrm>
              <a:off x="4902200" y="4894263"/>
              <a:ext cx="438150" cy="581025"/>
            </a:xfrm>
            <a:custGeom>
              <a:avLst/>
              <a:gdLst>
                <a:gd name="T0" fmla="*/ 289 w 289"/>
                <a:gd name="T1" fmla="*/ 336 h 383"/>
                <a:gd name="T2" fmla="*/ 289 w 289"/>
                <a:gd name="T3" fmla="*/ 119 h 383"/>
                <a:gd name="T4" fmla="*/ 253 w 289"/>
                <a:gd name="T5" fmla="*/ 60 h 383"/>
                <a:gd name="T6" fmla="*/ 263 w 289"/>
                <a:gd name="T7" fmla="*/ 46 h 383"/>
                <a:gd name="T8" fmla="*/ 263 w 289"/>
                <a:gd name="T9" fmla="*/ 15 h 383"/>
                <a:gd name="T10" fmla="*/ 248 w 289"/>
                <a:gd name="T11" fmla="*/ 0 h 383"/>
                <a:gd name="T12" fmla="*/ 68 w 289"/>
                <a:gd name="T13" fmla="*/ 0 h 383"/>
                <a:gd name="T14" fmla="*/ 48 w 289"/>
                <a:gd name="T15" fmla="*/ 62 h 383"/>
                <a:gd name="T16" fmla="*/ 12 w 289"/>
                <a:gd name="T17" fmla="*/ 83 h 383"/>
                <a:gd name="T18" fmla="*/ 0 w 289"/>
                <a:gd name="T19" fmla="*/ 119 h 383"/>
                <a:gd name="T20" fmla="*/ 0 w 289"/>
                <a:gd name="T21" fmla="*/ 336 h 383"/>
                <a:gd name="T22" fmla="*/ 51 w 289"/>
                <a:gd name="T23" fmla="*/ 383 h 383"/>
                <a:gd name="T24" fmla="*/ 238 w 289"/>
                <a:gd name="T25" fmla="*/ 383 h 383"/>
                <a:gd name="T26" fmla="*/ 289 w 289"/>
                <a:gd name="T27" fmla="*/ 336 h 383"/>
                <a:gd name="T28" fmla="*/ 126 w 289"/>
                <a:gd name="T29" fmla="*/ 145 h 383"/>
                <a:gd name="T30" fmla="*/ 149 w 289"/>
                <a:gd name="T31" fmla="*/ 131 h 383"/>
                <a:gd name="T32" fmla="*/ 163 w 289"/>
                <a:gd name="T33" fmla="*/ 153 h 383"/>
                <a:gd name="T34" fmla="*/ 140 w 289"/>
                <a:gd name="T35" fmla="*/ 168 h 383"/>
                <a:gd name="T36" fmla="*/ 126 w 289"/>
                <a:gd name="T37" fmla="*/ 145 h 383"/>
                <a:gd name="T38" fmla="*/ 181 w 289"/>
                <a:gd name="T39" fmla="*/ 319 h 383"/>
                <a:gd name="T40" fmla="*/ 171 w 289"/>
                <a:gd name="T41" fmla="*/ 332 h 383"/>
                <a:gd name="T42" fmla="*/ 169 w 289"/>
                <a:gd name="T43" fmla="*/ 332 h 383"/>
                <a:gd name="T44" fmla="*/ 158 w 289"/>
                <a:gd name="T45" fmla="*/ 323 h 383"/>
                <a:gd name="T46" fmla="*/ 145 w 289"/>
                <a:gd name="T47" fmla="*/ 246 h 383"/>
                <a:gd name="T48" fmla="*/ 144 w 289"/>
                <a:gd name="T49" fmla="*/ 246 h 383"/>
                <a:gd name="T50" fmla="*/ 131 w 289"/>
                <a:gd name="T51" fmla="*/ 323 h 383"/>
                <a:gd name="T52" fmla="*/ 119 w 289"/>
                <a:gd name="T53" fmla="*/ 332 h 383"/>
                <a:gd name="T54" fmla="*/ 117 w 289"/>
                <a:gd name="T55" fmla="*/ 332 h 383"/>
                <a:gd name="T56" fmla="*/ 108 w 289"/>
                <a:gd name="T57" fmla="*/ 319 h 383"/>
                <a:gd name="T58" fmla="*/ 123 w 289"/>
                <a:gd name="T59" fmla="*/ 229 h 383"/>
                <a:gd name="T60" fmla="*/ 124 w 289"/>
                <a:gd name="T61" fmla="*/ 228 h 383"/>
                <a:gd name="T62" fmla="*/ 114 w 289"/>
                <a:gd name="T63" fmla="*/ 186 h 383"/>
                <a:gd name="T64" fmla="*/ 108 w 289"/>
                <a:gd name="T65" fmla="*/ 183 h 383"/>
                <a:gd name="T66" fmla="*/ 90 w 289"/>
                <a:gd name="T67" fmla="*/ 171 h 383"/>
                <a:gd name="T68" fmla="*/ 84 w 289"/>
                <a:gd name="T69" fmla="*/ 156 h 383"/>
                <a:gd name="T70" fmla="*/ 90 w 289"/>
                <a:gd name="T71" fmla="*/ 140 h 383"/>
                <a:gd name="T72" fmla="*/ 108 w 289"/>
                <a:gd name="T73" fmla="*/ 126 h 383"/>
                <a:gd name="T74" fmla="*/ 119 w 289"/>
                <a:gd name="T75" fmla="*/ 129 h 383"/>
                <a:gd name="T76" fmla="*/ 116 w 289"/>
                <a:gd name="T77" fmla="*/ 139 h 383"/>
                <a:gd name="T78" fmla="*/ 102 w 289"/>
                <a:gd name="T79" fmla="*/ 150 h 383"/>
                <a:gd name="T80" fmla="*/ 99 w 289"/>
                <a:gd name="T81" fmla="*/ 156 h 383"/>
                <a:gd name="T82" fmla="*/ 101 w 289"/>
                <a:gd name="T83" fmla="*/ 160 h 383"/>
                <a:gd name="T84" fmla="*/ 108 w 289"/>
                <a:gd name="T85" fmla="*/ 166 h 383"/>
                <a:gd name="T86" fmla="*/ 121 w 289"/>
                <a:gd name="T87" fmla="*/ 172 h 383"/>
                <a:gd name="T88" fmla="*/ 122 w 289"/>
                <a:gd name="T89" fmla="*/ 172 h 383"/>
                <a:gd name="T90" fmla="*/ 167 w 289"/>
                <a:gd name="T91" fmla="*/ 172 h 383"/>
                <a:gd name="T92" fmla="*/ 168 w 289"/>
                <a:gd name="T93" fmla="*/ 172 h 383"/>
                <a:gd name="T94" fmla="*/ 169 w 289"/>
                <a:gd name="T95" fmla="*/ 172 h 383"/>
                <a:gd name="T96" fmla="*/ 175 w 289"/>
                <a:gd name="T97" fmla="*/ 169 h 383"/>
                <a:gd name="T98" fmla="*/ 188 w 289"/>
                <a:gd name="T99" fmla="*/ 161 h 383"/>
                <a:gd name="T100" fmla="*/ 190 w 289"/>
                <a:gd name="T101" fmla="*/ 156 h 383"/>
                <a:gd name="T102" fmla="*/ 187 w 289"/>
                <a:gd name="T103" fmla="*/ 150 h 383"/>
                <a:gd name="T104" fmla="*/ 173 w 289"/>
                <a:gd name="T105" fmla="*/ 139 h 383"/>
                <a:gd name="T106" fmla="*/ 170 w 289"/>
                <a:gd name="T107" fmla="*/ 129 h 383"/>
                <a:gd name="T108" fmla="*/ 181 w 289"/>
                <a:gd name="T109" fmla="*/ 126 h 383"/>
                <a:gd name="T110" fmla="*/ 199 w 289"/>
                <a:gd name="T111" fmla="*/ 140 h 383"/>
                <a:gd name="T112" fmla="*/ 205 w 289"/>
                <a:gd name="T113" fmla="*/ 156 h 383"/>
                <a:gd name="T114" fmla="*/ 199 w 289"/>
                <a:gd name="T115" fmla="*/ 171 h 383"/>
                <a:gd name="T116" fmla="*/ 187 w 289"/>
                <a:gd name="T117" fmla="*/ 180 h 383"/>
                <a:gd name="T118" fmla="*/ 175 w 289"/>
                <a:gd name="T119" fmla="*/ 186 h 383"/>
                <a:gd name="T120" fmla="*/ 165 w 289"/>
                <a:gd name="T121" fmla="*/ 228 h 383"/>
                <a:gd name="T122" fmla="*/ 165 w 289"/>
                <a:gd name="T123" fmla="*/ 229 h 383"/>
                <a:gd name="T124" fmla="*/ 181 w 289"/>
                <a:gd name="T125" fmla="*/ 319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9" h="383">
                  <a:moveTo>
                    <a:pt x="289" y="336"/>
                  </a:moveTo>
                  <a:cubicBezTo>
                    <a:pt x="289" y="336"/>
                    <a:pt x="289" y="169"/>
                    <a:pt x="289" y="119"/>
                  </a:cubicBezTo>
                  <a:cubicBezTo>
                    <a:pt x="289" y="93"/>
                    <a:pt x="271" y="73"/>
                    <a:pt x="253" y="60"/>
                  </a:cubicBezTo>
                  <a:cubicBezTo>
                    <a:pt x="259" y="58"/>
                    <a:pt x="263" y="52"/>
                    <a:pt x="263" y="46"/>
                  </a:cubicBezTo>
                  <a:cubicBezTo>
                    <a:pt x="263" y="15"/>
                    <a:pt x="263" y="15"/>
                    <a:pt x="263" y="15"/>
                  </a:cubicBezTo>
                  <a:cubicBezTo>
                    <a:pt x="263" y="7"/>
                    <a:pt x="256" y="0"/>
                    <a:pt x="248" y="0"/>
                  </a:cubicBezTo>
                  <a:cubicBezTo>
                    <a:pt x="68" y="0"/>
                    <a:pt x="68" y="0"/>
                    <a:pt x="68" y="0"/>
                  </a:cubicBezTo>
                  <a:cubicBezTo>
                    <a:pt x="77" y="22"/>
                    <a:pt x="69" y="49"/>
                    <a:pt x="48" y="62"/>
                  </a:cubicBezTo>
                  <a:cubicBezTo>
                    <a:pt x="36" y="70"/>
                    <a:pt x="24" y="77"/>
                    <a:pt x="12" y="83"/>
                  </a:cubicBezTo>
                  <a:cubicBezTo>
                    <a:pt x="5" y="94"/>
                    <a:pt x="0" y="105"/>
                    <a:pt x="0" y="119"/>
                  </a:cubicBezTo>
                  <a:cubicBezTo>
                    <a:pt x="0" y="169"/>
                    <a:pt x="0" y="336"/>
                    <a:pt x="0" y="336"/>
                  </a:cubicBezTo>
                  <a:cubicBezTo>
                    <a:pt x="0" y="336"/>
                    <a:pt x="4" y="383"/>
                    <a:pt x="51" y="383"/>
                  </a:cubicBezTo>
                  <a:cubicBezTo>
                    <a:pt x="98" y="383"/>
                    <a:pt x="190" y="383"/>
                    <a:pt x="238" y="383"/>
                  </a:cubicBezTo>
                  <a:cubicBezTo>
                    <a:pt x="285" y="383"/>
                    <a:pt x="289" y="336"/>
                    <a:pt x="289" y="336"/>
                  </a:cubicBezTo>
                  <a:close/>
                  <a:moveTo>
                    <a:pt x="126" y="145"/>
                  </a:moveTo>
                  <a:cubicBezTo>
                    <a:pt x="128" y="135"/>
                    <a:pt x="139" y="128"/>
                    <a:pt x="149" y="131"/>
                  </a:cubicBezTo>
                  <a:cubicBezTo>
                    <a:pt x="159" y="133"/>
                    <a:pt x="165" y="143"/>
                    <a:pt x="163" y="153"/>
                  </a:cubicBezTo>
                  <a:cubicBezTo>
                    <a:pt x="161" y="164"/>
                    <a:pt x="150" y="170"/>
                    <a:pt x="140" y="168"/>
                  </a:cubicBezTo>
                  <a:cubicBezTo>
                    <a:pt x="130" y="165"/>
                    <a:pt x="123" y="155"/>
                    <a:pt x="126" y="145"/>
                  </a:cubicBezTo>
                  <a:close/>
                  <a:moveTo>
                    <a:pt x="181" y="319"/>
                  </a:moveTo>
                  <a:cubicBezTo>
                    <a:pt x="182" y="325"/>
                    <a:pt x="178" y="331"/>
                    <a:pt x="171" y="332"/>
                  </a:cubicBezTo>
                  <a:cubicBezTo>
                    <a:pt x="171" y="332"/>
                    <a:pt x="170" y="332"/>
                    <a:pt x="169" y="332"/>
                  </a:cubicBezTo>
                  <a:cubicBezTo>
                    <a:pt x="164" y="332"/>
                    <a:pt x="159" y="328"/>
                    <a:pt x="158" y="323"/>
                  </a:cubicBezTo>
                  <a:cubicBezTo>
                    <a:pt x="145" y="246"/>
                    <a:pt x="145" y="246"/>
                    <a:pt x="145" y="246"/>
                  </a:cubicBezTo>
                  <a:cubicBezTo>
                    <a:pt x="144" y="246"/>
                    <a:pt x="144" y="246"/>
                    <a:pt x="144" y="246"/>
                  </a:cubicBezTo>
                  <a:cubicBezTo>
                    <a:pt x="131" y="323"/>
                    <a:pt x="131" y="323"/>
                    <a:pt x="131" y="323"/>
                  </a:cubicBezTo>
                  <a:cubicBezTo>
                    <a:pt x="130" y="328"/>
                    <a:pt x="125" y="332"/>
                    <a:pt x="119" y="332"/>
                  </a:cubicBezTo>
                  <a:cubicBezTo>
                    <a:pt x="119" y="332"/>
                    <a:pt x="118" y="332"/>
                    <a:pt x="117" y="332"/>
                  </a:cubicBezTo>
                  <a:cubicBezTo>
                    <a:pt x="111" y="331"/>
                    <a:pt x="107" y="325"/>
                    <a:pt x="108" y="319"/>
                  </a:cubicBezTo>
                  <a:cubicBezTo>
                    <a:pt x="123" y="229"/>
                    <a:pt x="123" y="229"/>
                    <a:pt x="123" y="229"/>
                  </a:cubicBezTo>
                  <a:cubicBezTo>
                    <a:pt x="124" y="229"/>
                    <a:pt x="124" y="228"/>
                    <a:pt x="124" y="228"/>
                  </a:cubicBezTo>
                  <a:cubicBezTo>
                    <a:pt x="114" y="186"/>
                    <a:pt x="114" y="186"/>
                    <a:pt x="114" y="186"/>
                  </a:cubicBezTo>
                  <a:cubicBezTo>
                    <a:pt x="112" y="185"/>
                    <a:pt x="110" y="184"/>
                    <a:pt x="108" y="183"/>
                  </a:cubicBezTo>
                  <a:cubicBezTo>
                    <a:pt x="102" y="181"/>
                    <a:pt x="95" y="177"/>
                    <a:pt x="90" y="171"/>
                  </a:cubicBezTo>
                  <a:cubicBezTo>
                    <a:pt x="87" y="167"/>
                    <a:pt x="84" y="162"/>
                    <a:pt x="84" y="156"/>
                  </a:cubicBezTo>
                  <a:cubicBezTo>
                    <a:pt x="84" y="150"/>
                    <a:pt x="86" y="145"/>
                    <a:pt x="90" y="140"/>
                  </a:cubicBezTo>
                  <a:cubicBezTo>
                    <a:pt x="94" y="135"/>
                    <a:pt x="100" y="131"/>
                    <a:pt x="108" y="126"/>
                  </a:cubicBezTo>
                  <a:cubicBezTo>
                    <a:pt x="112" y="124"/>
                    <a:pt x="117" y="125"/>
                    <a:pt x="119" y="129"/>
                  </a:cubicBezTo>
                  <a:cubicBezTo>
                    <a:pt x="121" y="133"/>
                    <a:pt x="120" y="137"/>
                    <a:pt x="116" y="139"/>
                  </a:cubicBezTo>
                  <a:cubicBezTo>
                    <a:pt x="109" y="143"/>
                    <a:pt x="104" y="147"/>
                    <a:pt x="102" y="150"/>
                  </a:cubicBezTo>
                  <a:cubicBezTo>
                    <a:pt x="99" y="153"/>
                    <a:pt x="99" y="155"/>
                    <a:pt x="99" y="156"/>
                  </a:cubicBezTo>
                  <a:cubicBezTo>
                    <a:pt x="99" y="157"/>
                    <a:pt x="99" y="159"/>
                    <a:pt x="101" y="160"/>
                  </a:cubicBezTo>
                  <a:cubicBezTo>
                    <a:pt x="103" y="162"/>
                    <a:pt x="105" y="164"/>
                    <a:pt x="108" y="166"/>
                  </a:cubicBezTo>
                  <a:cubicBezTo>
                    <a:pt x="113" y="169"/>
                    <a:pt x="119" y="171"/>
                    <a:pt x="121" y="172"/>
                  </a:cubicBezTo>
                  <a:cubicBezTo>
                    <a:pt x="121" y="172"/>
                    <a:pt x="122" y="172"/>
                    <a:pt x="122" y="172"/>
                  </a:cubicBezTo>
                  <a:cubicBezTo>
                    <a:pt x="167" y="172"/>
                    <a:pt x="167" y="172"/>
                    <a:pt x="167" y="172"/>
                  </a:cubicBezTo>
                  <a:cubicBezTo>
                    <a:pt x="167" y="172"/>
                    <a:pt x="167" y="172"/>
                    <a:pt x="168" y="172"/>
                  </a:cubicBezTo>
                  <a:cubicBezTo>
                    <a:pt x="168" y="172"/>
                    <a:pt x="168" y="172"/>
                    <a:pt x="169" y="172"/>
                  </a:cubicBezTo>
                  <a:cubicBezTo>
                    <a:pt x="170" y="171"/>
                    <a:pt x="172" y="170"/>
                    <a:pt x="175" y="169"/>
                  </a:cubicBezTo>
                  <a:cubicBezTo>
                    <a:pt x="179" y="167"/>
                    <a:pt x="185" y="164"/>
                    <a:pt x="188" y="161"/>
                  </a:cubicBezTo>
                  <a:cubicBezTo>
                    <a:pt x="189" y="159"/>
                    <a:pt x="190" y="157"/>
                    <a:pt x="190" y="156"/>
                  </a:cubicBezTo>
                  <a:cubicBezTo>
                    <a:pt x="190" y="155"/>
                    <a:pt x="190" y="153"/>
                    <a:pt x="187" y="150"/>
                  </a:cubicBezTo>
                  <a:cubicBezTo>
                    <a:pt x="185" y="147"/>
                    <a:pt x="180" y="143"/>
                    <a:pt x="173" y="139"/>
                  </a:cubicBezTo>
                  <a:cubicBezTo>
                    <a:pt x="169" y="137"/>
                    <a:pt x="168" y="133"/>
                    <a:pt x="170" y="129"/>
                  </a:cubicBezTo>
                  <a:cubicBezTo>
                    <a:pt x="172" y="125"/>
                    <a:pt x="177" y="124"/>
                    <a:pt x="181" y="126"/>
                  </a:cubicBezTo>
                  <a:cubicBezTo>
                    <a:pt x="189" y="131"/>
                    <a:pt x="195" y="135"/>
                    <a:pt x="199" y="140"/>
                  </a:cubicBezTo>
                  <a:cubicBezTo>
                    <a:pt x="203" y="145"/>
                    <a:pt x="205" y="150"/>
                    <a:pt x="205" y="156"/>
                  </a:cubicBezTo>
                  <a:cubicBezTo>
                    <a:pt x="205" y="162"/>
                    <a:pt x="202" y="167"/>
                    <a:pt x="199" y="171"/>
                  </a:cubicBezTo>
                  <a:cubicBezTo>
                    <a:pt x="195" y="175"/>
                    <a:pt x="191" y="178"/>
                    <a:pt x="187" y="180"/>
                  </a:cubicBezTo>
                  <a:cubicBezTo>
                    <a:pt x="182" y="183"/>
                    <a:pt x="178" y="184"/>
                    <a:pt x="175" y="186"/>
                  </a:cubicBezTo>
                  <a:cubicBezTo>
                    <a:pt x="165" y="228"/>
                    <a:pt x="165" y="228"/>
                    <a:pt x="165" y="228"/>
                  </a:cubicBezTo>
                  <a:cubicBezTo>
                    <a:pt x="165" y="228"/>
                    <a:pt x="165" y="229"/>
                    <a:pt x="165" y="229"/>
                  </a:cubicBezTo>
                  <a:lnTo>
                    <a:pt x="181" y="319"/>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1" name="Oval 53"/>
            <p:cNvSpPr>
              <a:spLocks noChangeArrowheads="1"/>
            </p:cNvSpPr>
            <p:nvPr/>
          </p:nvSpPr>
          <p:spPr bwMode="auto">
            <a:xfrm>
              <a:off x="4186238" y="4587875"/>
              <a:ext cx="273050" cy="271463"/>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2" name="Freeform 54"/>
            <p:cNvSpPr>
              <a:spLocks/>
            </p:cNvSpPr>
            <p:nvPr/>
          </p:nvSpPr>
          <p:spPr bwMode="auto">
            <a:xfrm>
              <a:off x="4073525" y="5343525"/>
              <a:ext cx="231775" cy="687388"/>
            </a:xfrm>
            <a:custGeom>
              <a:avLst/>
              <a:gdLst>
                <a:gd name="T0" fmla="*/ 144 w 153"/>
                <a:gd name="T1" fmla="*/ 117 h 454"/>
                <a:gd name="T2" fmla="*/ 56 w 153"/>
                <a:gd name="T3" fmla="*/ 0 h 454"/>
                <a:gd name="T4" fmla="*/ 56 w 153"/>
                <a:gd name="T5" fmla="*/ 4 h 454"/>
                <a:gd name="T6" fmla="*/ 5 w 153"/>
                <a:gd name="T7" fmla="*/ 391 h 454"/>
                <a:gd name="T8" fmla="*/ 53 w 153"/>
                <a:gd name="T9" fmla="*/ 453 h 454"/>
                <a:gd name="T10" fmla="*/ 60 w 153"/>
                <a:gd name="T11" fmla="*/ 454 h 454"/>
                <a:gd name="T12" fmla="*/ 116 w 153"/>
                <a:gd name="T13" fmla="*/ 405 h 454"/>
                <a:gd name="T14" fmla="*/ 153 w 153"/>
                <a:gd name="T15" fmla="*/ 125 h 454"/>
                <a:gd name="T16" fmla="*/ 144 w 153"/>
                <a:gd name="T17" fmla="*/ 117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3" h="454">
                  <a:moveTo>
                    <a:pt x="144" y="117"/>
                  </a:moveTo>
                  <a:cubicBezTo>
                    <a:pt x="144" y="117"/>
                    <a:pt x="144" y="70"/>
                    <a:pt x="56" y="0"/>
                  </a:cubicBezTo>
                  <a:cubicBezTo>
                    <a:pt x="56" y="4"/>
                    <a:pt x="56" y="4"/>
                    <a:pt x="56" y="4"/>
                  </a:cubicBezTo>
                  <a:cubicBezTo>
                    <a:pt x="5" y="391"/>
                    <a:pt x="5" y="391"/>
                    <a:pt x="5" y="391"/>
                  </a:cubicBezTo>
                  <a:cubicBezTo>
                    <a:pt x="0" y="421"/>
                    <a:pt x="22" y="449"/>
                    <a:pt x="53" y="453"/>
                  </a:cubicBezTo>
                  <a:cubicBezTo>
                    <a:pt x="55" y="454"/>
                    <a:pt x="58" y="454"/>
                    <a:pt x="60" y="454"/>
                  </a:cubicBezTo>
                  <a:cubicBezTo>
                    <a:pt x="88" y="454"/>
                    <a:pt x="112" y="434"/>
                    <a:pt x="116" y="405"/>
                  </a:cubicBezTo>
                  <a:cubicBezTo>
                    <a:pt x="153" y="125"/>
                    <a:pt x="153" y="125"/>
                    <a:pt x="153" y="125"/>
                  </a:cubicBezTo>
                  <a:cubicBezTo>
                    <a:pt x="147" y="122"/>
                    <a:pt x="144" y="117"/>
                    <a:pt x="144" y="11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3" name="Freeform 55"/>
            <p:cNvSpPr>
              <a:spLocks/>
            </p:cNvSpPr>
            <p:nvPr/>
          </p:nvSpPr>
          <p:spPr bwMode="auto">
            <a:xfrm>
              <a:off x="4340225" y="5343525"/>
              <a:ext cx="231775" cy="687388"/>
            </a:xfrm>
            <a:custGeom>
              <a:avLst/>
              <a:gdLst>
                <a:gd name="T0" fmla="*/ 97 w 153"/>
                <a:gd name="T1" fmla="*/ 0 h 454"/>
                <a:gd name="T2" fmla="*/ 9 w 153"/>
                <a:gd name="T3" fmla="*/ 117 h 454"/>
                <a:gd name="T4" fmla="*/ 0 w 153"/>
                <a:gd name="T5" fmla="*/ 125 h 454"/>
                <a:gd name="T6" fmla="*/ 38 w 153"/>
                <a:gd name="T7" fmla="*/ 405 h 454"/>
                <a:gd name="T8" fmla="*/ 93 w 153"/>
                <a:gd name="T9" fmla="*/ 454 h 454"/>
                <a:gd name="T10" fmla="*/ 101 w 153"/>
                <a:gd name="T11" fmla="*/ 453 h 454"/>
                <a:gd name="T12" fmla="*/ 149 w 153"/>
                <a:gd name="T13" fmla="*/ 391 h 454"/>
                <a:gd name="T14" fmla="*/ 97 w 153"/>
                <a:gd name="T15" fmla="*/ 4 h 454"/>
                <a:gd name="T16" fmla="*/ 97 w 153"/>
                <a:gd name="T17" fmla="*/ 0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3" h="454">
                  <a:moveTo>
                    <a:pt x="97" y="0"/>
                  </a:moveTo>
                  <a:cubicBezTo>
                    <a:pt x="9" y="70"/>
                    <a:pt x="9" y="117"/>
                    <a:pt x="9" y="117"/>
                  </a:cubicBezTo>
                  <a:cubicBezTo>
                    <a:pt x="9" y="117"/>
                    <a:pt x="6" y="122"/>
                    <a:pt x="0" y="125"/>
                  </a:cubicBezTo>
                  <a:cubicBezTo>
                    <a:pt x="38" y="405"/>
                    <a:pt x="38" y="405"/>
                    <a:pt x="38" y="405"/>
                  </a:cubicBezTo>
                  <a:cubicBezTo>
                    <a:pt x="42" y="434"/>
                    <a:pt x="66" y="454"/>
                    <a:pt x="93" y="454"/>
                  </a:cubicBezTo>
                  <a:cubicBezTo>
                    <a:pt x="96" y="454"/>
                    <a:pt x="98" y="454"/>
                    <a:pt x="101" y="453"/>
                  </a:cubicBezTo>
                  <a:cubicBezTo>
                    <a:pt x="131" y="449"/>
                    <a:pt x="153" y="421"/>
                    <a:pt x="149" y="391"/>
                  </a:cubicBezTo>
                  <a:cubicBezTo>
                    <a:pt x="97" y="4"/>
                    <a:pt x="97" y="4"/>
                    <a:pt x="97" y="4"/>
                  </a:cubicBezTo>
                  <a:lnTo>
                    <a:pt x="97"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4" name="Freeform 56"/>
            <p:cNvSpPr>
              <a:spLocks/>
            </p:cNvSpPr>
            <p:nvPr/>
          </p:nvSpPr>
          <p:spPr bwMode="auto">
            <a:xfrm>
              <a:off x="3984625" y="4859338"/>
              <a:ext cx="1016000" cy="630238"/>
            </a:xfrm>
            <a:custGeom>
              <a:avLst/>
              <a:gdLst>
                <a:gd name="T0" fmla="*/ 647 w 670"/>
                <a:gd name="T1" fmla="*/ 75 h 415"/>
                <a:gd name="T2" fmla="*/ 659 w 670"/>
                <a:gd name="T3" fmla="*/ 23 h 415"/>
                <a:gd name="T4" fmla="*/ 606 w 670"/>
                <a:gd name="T5" fmla="*/ 11 h 415"/>
                <a:gd name="T6" fmla="*/ 463 w 670"/>
                <a:gd name="T7" fmla="*/ 62 h 415"/>
                <a:gd name="T8" fmla="*/ 388 w 670"/>
                <a:gd name="T9" fmla="*/ 45 h 415"/>
                <a:gd name="T10" fmla="*/ 352 w 670"/>
                <a:gd name="T11" fmla="*/ 31 h 415"/>
                <a:gd name="T12" fmla="*/ 310 w 670"/>
                <a:gd name="T13" fmla="*/ 23 h 415"/>
                <a:gd name="T14" fmla="*/ 304 w 670"/>
                <a:gd name="T15" fmla="*/ 24 h 415"/>
                <a:gd name="T16" fmla="*/ 300 w 670"/>
                <a:gd name="T17" fmla="*/ 23 h 415"/>
                <a:gd name="T18" fmla="*/ 145 w 670"/>
                <a:gd name="T19" fmla="*/ 23 h 415"/>
                <a:gd name="T20" fmla="*/ 145 w 670"/>
                <a:gd name="T21" fmla="*/ 23 h 415"/>
                <a:gd name="T22" fmla="*/ 143 w 670"/>
                <a:gd name="T23" fmla="*/ 23 h 415"/>
                <a:gd name="T24" fmla="*/ 143 w 670"/>
                <a:gd name="T25" fmla="*/ 23 h 415"/>
                <a:gd name="T26" fmla="*/ 140 w 670"/>
                <a:gd name="T27" fmla="*/ 23 h 415"/>
                <a:gd name="T28" fmla="*/ 108 w 670"/>
                <a:gd name="T29" fmla="*/ 28 h 415"/>
                <a:gd name="T30" fmla="*/ 36 w 670"/>
                <a:gd name="T31" fmla="*/ 84 h 415"/>
                <a:gd name="T32" fmla="*/ 0 w 670"/>
                <a:gd name="T33" fmla="*/ 234 h 415"/>
                <a:gd name="T34" fmla="*/ 17 w 670"/>
                <a:gd name="T35" fmla="*/ 385 h 415"/>
                <a:gd name="T36" fmla="*/ 55 w 670"/>
                <a:gd name="T37" fmla="*/ 415 h 415"/>
                <a:gd name="T38" fmla="*/ 62 w 670"/>
                <a:gd name="T39" fmla="*/ 414 h 415"/>
                <a:gd name="T40" fmla="*/ 92 w 670"/>
                <a:gd name="T41" fmla="*/ 369 h 415"/>
                <a:gd name="T42" fmla="*/ 76 w 670"/>
                <a:gd name="T43" fmla="*/ 234 h 415"/>
                <a:gd name="T44" fmla="*/ 83 w 670"/>
                <a:gd name="T45" fmla="*/ 168 h 415"/>
                <a:gd name="T46" fmla="*/ 114 w 670"/>
                <a:gd name="T47" fmla="*/ 229 h 415"/>
                <a:gd name="T48" fmla="*/ 114 w 670"/>
                <a:gd name="T49" fmla="*/ 288 h 415"/>
                <a:gd name="T50" fmla="*/ 193 w 670"/>
                <a:gd name="T51" fmla="*/ 351 h 415"/>
                <a:gd name="T52" fmla="*/ 222 w 670"/>
                <a:gd name="T53" fmla="*/ 361 h 415"/>
                <a:gd name="T54" fmla="*/ 223 w 670"/>
                <a:gd name="T55" fmla="*/ 359 h 415"/>
                <a:gd name="T56" fmla="*/ 223 w 670"/>
                <a:gd name="T57" fmla="*/ 361 h 415"/>
                <a:gd name="T58" fmla="*/ 253 w 670"/>
                <a:gd name="T59" fmla="*/ 351 h 415"/>
                <a:gd name="T60" fmla="*/ 331 w 670"/>
                <a:gd name="T61" fmla="*/ 288 h 415"/>
                <a:gd name="T62" fmla="*/ 331 w 670"/>
                <a:gd name="T63" fmla="*/ 229 h 415"/>
                <a:gd name="T64" fmla="*/ 379 w 670"/>
                <a:gd name="T65" fmla="*/ 123 h 415"/>
                <a:gd name="T66" fmla="*/ 463 w 670"/>
                <a:gd name="T67" fmla="*/ 138 h 415"/>
                <a:gd name="T68" fmla="*/ 463 w 670"/>
                <a:gd name="T69" fmla="*/ 138 h 415"/>
                <a:gd name="T70" fmla="*/ 647 w 670"/>
                <a:gd name="T71" fmla="*/ 75 h 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70" h="415">
                  <a:moveTo>
                    <a:pt x="647" y="75"/>
                  </a:moveTo>
                  <a:cubicBezTo>
                    <a:pt x="665" y="64"/>
                    <a:pt x="670" y="40"/>
                    <a:pt x="659" y="23"/>
                  </a:cubicBezTo>
                  <a:cubicBezTo>
                    <a:pt x="648" y="5"/>
                    <a:pt x="624" y="0"/>
                    <a:pt x="606" y="11"/>
                  </a:cubicBezTo>
                  <a:cubicBezTo>
                    <a:pt x="542" y="51"/>
                    <a:pt x="497" y="62"/>
                    <a:pt x="463" y="62"/>
                  </a:cubicBezTo>
                  <a:cubicBezTo>
                    <a:pt x="434" y="62"/>
                    <a:pt x="411" y="54"/>
                    <a:pt x="388" y="45"/>
                  </a:cubicBezTo>
                  <a:cubicBezTo>
                    <a:pt x="376" y="40"/>
                    <a:pt x="365" y="35"/>
                    <a:pt x="352" y="31"/>
                  </a:cubicBezTo>
                  <a:cubicBezTo>
                    <a:pt x="340" y="27"/>
                    <a:pt x="326" y="23"/>
                    <a:pt x="310" y="23"/>
                  </a:cubicBezTo>
                  <a:cubicBezTo>
                    <a:pt x="308" y="23"/>
                    <a:pt x="306" y="23"/>
                    <a:pt x="304" y="24"/>
                  </a:cubicBezTo>
                  <a:cubicBezTo>
                    <a:pt x="303" y="23"/>
                    <a:pt x="301" y="23"/>
                    <a:pt x="300" y="23"/>
                  </a:cubicBezTo>
                  <a:cubicBezTo>
                    <a:pt x="145" y="23"/>
                    <a:pt x="145" y="23"/>
                    <a:pt x="145" y="23"/>
                  </a:cubicBezTo>
                  <a:cubicBezTo>
                    <a:pt x="145" y="23"/>
                    <a:pt x="145" y="23"/>
                    <a:pt x="145" y="23"/>
                  </a:cubicBezTo>
                  <a:cubicBezTo>
                    <a:pt x="144" y="23"/>
                    <a:pt x="144" y="23"/>
                    <a:pt x="143" y="23"/>
                  </a:cubicBezTo>
                  <a:cubicBezTo>
                    <a:pt x="143" y="23"/>
                    <a:pt x="143" y="23"/>
                    <a:pt x="143" y="23"/>
                  </a:cubicBezTo>
                  <a:cubicBezTo>
                    <a:pt x="142" y="23"/>
                    <a:pt x="141" y="23"/>
                    <a:pt x="140" y="23"/>
                  </a:cubicBezTo>
                  <a:cubicBezTo>
                    <a:pt x="134" y="23"/>
                    <a:pt x="123" y="24"/>
                    <a:pt x="108" y="28"/>
                  </a:cubicBezTo>
                  <a:cubicBezTo>
                    <a:pt x="87" y="34"/>
                    <a:pt x="57" y="51"/>
                    <a:pt x="36" y="84"/>
                  </a:cubicBezTo>
                  <a:cubicBezTo>
                    <a:pt x="14" y="118"/>
                    <a:pt x="0" y="166"/>
                    <a:pt x="0" y="234"/>
                  </a:cubicBezTo>
                  <a:cubicBezTo>
                    <a:pt x="0" y="275"/>
                    <a:pt x="5" y="325"/>
                    <a:pt x="17" y="385"/>
                  </a:cubicBezTo>
                  <a:cubicBezTo>
                    <a:pt x="21" y="403"/>
                    <a:pt x="37" y="415"/>
                    <a:pt x="55" y="415"/>
                  </a:cubicBezTo>
                  <a:cubicBezTo>
                    <a:pt x="57" y="415"/>
                    <a:pt x="60" y="415"/>
                    <a:pt x="62" y="414"/>
                  </a:cubicBezTo>
                  <a:cubicBezTo>
                    <a:pt x="83" y="410"/>
                    <a:pt x="96" y="390"/>
                    <a:pt x="92" y="369"/>
                  </a:cubicBezTo>
                  <a:cubicBezTo>
                    <a:pt x="81" y="314"/>
                    <a:pt x="76" y="269"/>
                    <a:pt x="76" y="234"/>
                  </a:cubicBezTo>
                  <a:cubicBezTo>
                    <a:pt x="76" y="207"/>
                    <a:pt x="79" y="185"/>
                    <a:pt x="83" y="168"/>
                  </a:cubicBezTo>
                  <a:cubicBezTo>
                    <a:pt x="90" y="189"/>
                    <a:pt x="101" y="212"/>
                    <a:pt x="114" y="229"/>
                  </a:cubicBezTo>
                  <a:cubicBezTo>
                    <a:pt x="114" y="288"/>
                    <a:pt x="114" y="288"/>
                    <a:pt x="114" y="288"/>
                  </a:cubicBezTo>
                  <a:cubicBezTo>
                    <a:pt x="193" y="351"/>
                    <a:pt x="193" y="351"/>
                    <a:pt x="193" y="351"/>
                  </a:cubicBezTo>
                  <a:cubicBezTo>
                    <a:pt x="193" y="351"/>
                    <a:pt x="208" y="361"/>
                    <a:pt x="222" y="361"/>
                  </a:cubicBezTo>
                  <a:cubicBezTo>
                    <a:pt x="223" y="359"/>
                    <a:pt x="223" y="359"/>
                    <a:pt x="223" y="359"/>
                  </a:cubicBezTo>
                  <a:cubicBezTo>
                    <a:pt x="223" y="361"/>
                    <a:pt x="223" y="361"/>
                    <a:pt x="223" y="361"/>
                  </a:cubicBezTo>
                  <a:cubicBezTo>
                    <a:pt x="237" y="361"/>
                    <a:pt x="253" y="351"/>
                    <a:pt x="253" y="351"/>
                  </a:cubicBezTo>
                  <a:cubicBezTo>
                    <a:pt x="331" y="288"/>
                    <a:pt x="331" y="288"/>
                    <a:pt x="331" y="288"/>
                  </a:cubicBezTo>
                  <a:cubicBezTo>
                    <a:pt x="331" y="229"/>
                    <a:pt x="331" y="229"/>
                    <a:pt x="331" y="229"/>
                  </a:cubicBezTo>
                  <a:cubicBezTo>
                    <a:pt x="353" y="199"/>
                    <a:pt x="370" y="152"/>
                    <a:pt x="379" y="123"/>
                  </a:cubicBezTo>
                  <a:cubicBezTo>
                    <a:pt x="402" y="131"/>
                    <a:pt x="430" y="138"/>
                    <a:pt x="463" y="138"/>
                  </a:cubicBezTo>
                  <a:cubicBezTo>
                    <a:pt x="463" y="138"/>
                    <a:pt x="463" y="138"/>
                    <a:pt x="463" y="138"/>
                  </a:cubicBezTo>
                  <a:cubicBezTo>
                    <a:pt x="514" y="138"/>
                    <a:pt x="574" y="121"/>
                    <a:pt x="647" y="7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25" name="组合 124"/>
          <p:cNvGrpSpPr/>
          <p:nvPr/>
        </p:nvGrpSpPr>
        <p:grpSpPr>
          <a:xfrm>
            <a:off x="3127375" y="2665413"/>
            <a:ext cx="717550" cy="1384300"/>
            <a:chOff x="3127375" y="2665413"/>
            <a:chExt cx="717550" cy="1384300"/>
          </a:xfrm>
        </p:grpSpPr>
        <p:sp>
          <p:nvSpPr>
            <p:cNvPr id="126" name="Freeform 57"/>
            <p:cNvSpPr>
              <a:spLocks/>
            </p:cNvSpPr>
            <p:nvPr/>
          </p:nvSpPr>
          <p:spPr bwMode="auto">
            <a:xfrm>
              <a:off x="3262313" y="3443288"/>
              <a:ext cx="223837" cy="603250"/>
            </a:xfrm>
            <a:custGeom>
              <a:avLst/>
              <a:gdLst>
                <a:gd name="T0" fmla="*/ 63 w 148"/>
                <a:gd name="T1" fmla="*/ 0 h 398"/>
                <a:gd name="T2" fmla="*/ 49 w 148"/>
                <a:gd name="T3" fmla="*/ 20 h 398"/>
                <a:gd name="T4" fmla="*/ 0 w 148"/>
                <a:gd name="T5" fmla="*/ 201 h 398"/>
                <a:gd name="T6" fmla="*/ 32 w 148"/>
                <a:gd name="T7" fmla="*/ 362 h 398"/>
                <a:gd name="T8" fmla="*/ 84 w 148"/>
                <a:gd name="T9" fmla="*/ 398 h 398"/>
                <a:gd name="T10" fmla="*/ 104 w 148"/>
                <a:gd name="T11" fmla="*/ 394 h 398"/>
                <a:gd name="T12" fmla="*/ 137 w 148"/>
                <a:gd name="T13" fmla="*/ 322 h 398"/>
                <a:gd name="T14" fmla="*/ 112 w 148"/>
                <a:gd name="T15" fmla="*/ 201 h 398"/>
                <a:gd name="T16" fmla="*/ 141 w 148"/>
                <a:gd name="T17" fmla="*/ 85 h 398"/>
                <a:gd name="T18" fmla="*/ 63 w 148"/>
                <a:gd name="T19" fmla="*/ 0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8" h="398">
                  <a:moveTo>
                    <a:pt x="63" y="0"/>
                  </a:moveTo>
                  <a:cubicBezTo>
                    <a:pt x="58" y="6"/>
                    <a:pt x="54" y="13"/>
                    <a:pt x="49" y="20"/>
                  </a:cubicBezTo>
                  <a:cubicBezTo>
                    <a:pt x="25" y="61"/>
                    <a:pt x="0" y="122"/>
                    <a:pt x="0" y="201"/>
                  </a:cubicBezTo>
                  <a:cubicBezTo>
                    <a:pt x="0" y="249"/>
                    <a:pt x="9" y="303"/>
                    <a:pt x="32" y="362"/>
                  </a:cubicBezTo>
                  <a:cubicBezTo>
                    <a:pt x="40" y="384"/>
                    <a:pt x="62" y="398"/>
                    <a:pt x="84" y="398"/>
                  </a:cubicBezTo>
                  <a:cubicBezTo>
                    <a:pt x="91" y="398"/>
                    <a:pt x="98" y="397"/>
                    <a:pt x="104" y="394"/>
                  </a:cubicBezTo>
                  <a:cubicBezTo>
                    <a:pt x="133" y="383"/>
                    <a:pt x="148" y="351"/>
                    <a:pt x="137" y="322"/>
                  </a:cubicBezTo>
                  <a:cubicBezTo>
                    <a:pt x="119" y="275"/>
                    <a:pt x="112" y="235"/>
                    <a:pt x="112" y="201"/>
                  </a:cubicBezTo>
                  <a:cubicBezTo>
                    <a:pt x="112" y="150"/>
                    <a:pt x="126" y="112"/>
                    <a:pt x="141" y="85"/>
                  </a:cubicBezTo>
                  <a:cubicBezTo>
                    <a:pt x="130" y="64"/>
                    <a:pt x="107" y="35"/>
                    <a:pt x="63"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7" name="Freeform 58"/>
            <p:cNvSpPr>
              <a:spLocks/>
            </p:cNvSpPr>
            <p:nvPr/>
          </p:nvSpPr>
          <p:spPr bwMode="auto">
            <a:xfrm>
              <a:off x="3411538" y="3381375"/>
              <a:ext cx="277812" cy="130175"/>
            </a:xfrm>
            <a:custGeom>
              <a:avLst/>
              <a:gdLst>
                <a:gd name="T0" fmla="*/ 109 w 184"/>
                <a:gd name="T1" fmla="*/ 40 h 86"/>
                <a:gd name="T2" fmla="*/ 90 w 184"/>
                <a:gd name="T3" fmla="*/ 44 h 86"/>
                <a:gd name="T4" fmla="*/ 74 w 184"/>
                <a:gd name="T5" fmla="*/ 41 h 86"/>
                <a:gd name="T6" fmla="*/ 44 w 184"/>
                <a:gd name="T7" fmla="*/ 52 h 86"/>
                <a:gd name="T8" fmla="*/ 29 w 184"/>
                <a:gd name="T9" fmla="*/ 50 h 86"/>
                <a:gd name="T10" fmla="*/ 0 w 184"/>
                <a:gd name="T11" fmla="*/ 39 h 86"/>
                <a:gd name="T12" fmla="*/ 46 w 184"/>
                <a:gd name="T13" fmla="*/ 76 h 86"/>
                <a:gd name="T14" fmla="*/ 76 w 184"/>
                <a:gd name="T15" fmla="*/ 86 h 86"/>
                <a:gd name="T16" fmla="*/ 106 w 184"/>
                <a:gd name="T17" fmla="*/ 76 h 86"/>
                <a:gd name="T18" fmla="*/ 184 w 184"/>
                <a:gd name="T19" fmla="*/ 13 h 86"/>
                <a:gd name="T20" fmla="*/ 184 w 184"/>
                <a:gd name="T21" fmla="*/ 0 h 86"/>
                <a:gd name="T22" fmla="*/ 109 w 184"/>
                <a:gd name="T23" fmla="*/ 4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4" h="86">
                  <a:moveTo>
                    <a:pt x="109" y="40"/>
                  </a:moveTo>
                  <a:cubicBezTo>
                    <a:pt x="103" y="43"/>
                    <a:pt x="96" y="44"/>
                    <a:pt x="90" y="44"/>
                  </a:cubicBezTo>
                  <a:cubicBezTo>
                    <a:pt x="84" y="44"/>
                    <a:pt x="79" y="43"/>
                    <a:pt x="74" y="41"/>
                  </a:cubicBezTo>
                  <a:cubicBezTo>
                    <a:pt x="66" y="48"/>
                    <a:pt x="55" y="52"/>
                    <a:pt x="44" y="52"/>
                  </a:cubicBezTo>
                  <a:cubicBezTo>
                    <a:pt x="39" y="52"/>
                    <a:pt x="34" y="51"/>
                    <a:pt x="29" y="50"/>
                  </a:cubicBezTo>
                  <a:cubicBezTo>
                    <a:pt x="19" y="46"/>
                    <a:pt x="9" y="43"/>
                    <a:pt x="0" y="39"/>
                  </a:cubicBezTo>
                  <a:cubicBezTo>
                    <a:pt x="46" y="76"/>
                    <a:pt x="46" y="76"/>
                    <a:pt x="46" y="76"/>
                  </a:cubicBezTo>
                  <a:cubicBezTo>
                    <a:pt x="46" y="76"/>
                    <a:pt x="62" y="86"/>
                    <a:pt x="76" y="86"/>
                  </a:cubicBezTo>
                  <a:cubicBezTo>
                    <a:pt x="90" y="86"/>
                    <a:pt x="106" y="76"/>
                    <a:pt x="106" y="76"/>
                  </a:cubicBezTo>
                  <a:cubicBezTo>
                    <a:pt x="184" y="13"/>
                    <a:pt x="184" y="13"/>
                    <a:pt x="184" y="13"/>
                  </a:cubicBezTo>
                  <a:cubicBezTo>
                    <a:pt x="184" y="0"/>
                    <a:pt x="184" y="0"/>
                    <a:pt x="184" y="0"/>
                  </a:cubicBezTo>
                  <a:cubicBezTo>
                    <a:pt x="163" y="13"/>
                    <a:pt x="138" y="26"/>
                    <a:pt x="109" y="4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8" name="Freeform 59"/>
            <p:cNvSpPr>
              <a:spLocks/>
            </p:cNvSpPr>
            <p:nvPr/>
          </p:nvSpPr>
          <p:spPr bwMode="auto">
            <a:xfrm>
              <a:off x="3563938" y="3438525"/>
              <a:ext cx="200025" cy="611188"/>
            </a:xfrm>
            <a:custGeom>
              <a:avLst/>
              <a:gdLst>
                <a:gd name="T0" fmla="*/ 6 w 132"/>
                <a:gd name="T1" fmla="*/ 93 h 403"/>
                <a:gd name="T2" fmla="*/ 20 w 132"/>
                <a:gd name="T3" fmla="*/ 209 h 403"/>
                <a:gd name="T4" fmla="*/ 6 w 132"/>
                <a:gd name="T5" fmla="*/ 336 h 403"/>
                <a:gd name="T6" fmla="*/ 50 w 132"/>
                <a:gd name="T7" fmla="*/ 402 h 403"/>
                <a:gd name="T8" fmla="*/ 61 w 132"/>
                <a:gd name="T9" fmla="*/ 403 h 403"/>
                <a:gd name="T10" fmla="*/ 116 w 132"/>
                <a:gd name="T11" fmla="*/ 358 h 403"/>
                <a:gd name="T12" fmla="*/ 132 w 132"/>
                <a:gd name="T13" fmla="*/ 209 h 403"/>
                <a:gd name="T14" fmla="*/ 91 w 132"/>
                <a:gd name="T15" fmla="*/ 0 h 403"/>
                <a:gd name="T16" fmla="*/ 6 w 132"/>
                <a:gd name="T17" fmla="*/ 93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403">
                  <a:moveTo>
                    <a:pt x="6" y="93"/>
                  </a:moveTo>
                  <a:cubicBezTo>
                    <a:pt x="13" y="122"/>
                    <a:pt x="20" y="161"/>
                    <a:pt x="20" y="209"/>
                  </a:cubicBezTo>
                  <a:cubicBezTo>
                    <a:pt x="20" y="246"/>
                    <a:pt x="16" y="288"/>
                    <a:pt x="6" y="336"/>
                  </a:cubicBezTo>
                  <a:cubicBezTo>
                    <a:pt x="0" y="366"/>
                    <a:pt x="20" y="396"/>
                    <a:pt x="50" y="402"/>
                  </a:cubicBezTo>
                  <a:cubicBezTo>
                    <a:pt x="54" y="403"/>
                    <a:pt x="58" y="403"/>
                    <a:pt x="61" y="403"/>
                  </a:cubicBezTo>
                  <a:cubicBezTo>
                    <a:pt x="87" y="403"/>
                    <a:pt x="111" y="385"/>
                    <a:pt x="116" y="358"/>
                  </a:cubicBezTo>
                  <a:cubicBezTo>
                    <a:pt x="127" y="303"/>
                    <a:pt x="132" y="253"/>
                    <a:pt x="132" y="209"/>
                  </a:cubicBezTo>
                  <a:cubicBezTo>
                    <a:pt x="132" y="110"/>
                    <a:pt x="109" y="40"/>
                    <a:pt x="91" y="0"/>
                  </a:cubicBezTo>
                  <a:cubicBezTo>
                    <a:pt x="40" y="39"/>
                    <a:pt x="17" y="71"/>
                    <a:pt x="6" y="9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9" name="Freeform 60"/>
            <p:cNvSpPr>
              <a:spLocks/>
            </p:cNvSpPr>
            <p:nvPr/>
          </p:nvSpPr>
          <p:spPr bwMode="auto">
            <a:xfrm>
              <a:off x="3195638" y="3006725"/>
              <a:ext cx="638175" cy="441325"/>
            </a:xfrm>
            <a:custGeom>
              <a:avLst/>
              <a:gdLst>
                <a:gd name="T0" fmla="*/ 23 w 421"/>
                <a:gd name="T1" fmla="*/ 77 h 291"/>
                <a:gd name="T2" fmla="*/ 0 w 421"/>
                <a:gd name="T3" fmla="*/ 140 h 291"/>
                <a:gd name="T4" fmla="*/ 12 w 421"/>
                <a:gd name="T5" fmla="*/ 186 h 291"/>
                <a:gd name="T6" fmla="*/ 69 w 421"/>
                <a:gd name="T7" fmla="*/ 242 h 291"/>
                <a:gd name="T8" fmla="*/ 174 w 421"/>
                <a:gd name="T9" fmla="*/ 289 h 291"/>
                <a:gd name="T10" fmla="*/ 186 w 421"/>
                <a:gd name="T11" fmla="*/ 291 h 291"/>
                <a:gd name="T12" fmla="*/ 208 w 421"/>
                <a:gd name="T13" fmla="*/ 285 h 291"/>
                <a:gd name="T14" fmla="*/ 190 w 421"/>
                <a:gd name="T15" fmla="*/ 265 h 291"/>
                <a:gd name="T16" fmla="*/ 188 w 421"/>
                <a:gd name="T17" fmla="*/ 230 h 291"/>
                <a:gd name="T18" fmla="*/ 196 w 421"/>
                <a:gd name="T19" fmla="*/ 216 h 291"/>
                <a:gd name="T20" fmla="*/ 94 w 421"/>
                <a:gd name="T21" fmla="*/ 166 h 291"/>
                <a:gd name="T22" fmla="*/ 78 w 421"/>
                <a:gd name="T23" fmla="*/ 149 h 291"/>
                <a:gd name="T24" fmla="*/ 76 w 421"/>
                <a:gd name="T25" fmla="*/ 140 h 291"/>
                <a:gd name="T26" fmla="*/ 84 w 421"/>
                <a:gd name="T27" fmla="*/ 123 h 291"/>
                <a:gd name="T28" fmla="*/ 112 w 421"/>
                <a:gd name="T29" fmla="*/ 96 h 291"/>
                <a:gd name="T30" fmla="*/ 121 w 421"/>
                <a:gd name="T31" fmla="*/ 100 h 291"/>
                <a:gd name="T32" fmla="*/ 90 w 421"/>
                <a:gd name="T33" fmla="*/ 127 h 291"/>
                <a:gd name="T34" fmla="*/ 84 w 421"/>
                <a:gd name="T35" fmla="*/ 140 h 291"/>
                <a:gd name="T36" fmla="*/ 85 w 421"/>
                <a:gd name="T37" fmla="*/ 145 h 291"/>
                <a:gd name="T38" fmla="*/ 99 w 421"/>
                <a:gd name="T39" fmla="*/ 160 h 291"/>
                <a:gd name="T40" fmla="*/ 201 w 421"/>
                <a:gd name="T41" fmla="*/ 210 h 291"/>
                <a:gd name="T42" fmla="*/ 202 w 421"/>
                <a:gd name="T43" fmla="*/ 210 h 291"/>
                <a:gd name="T44" fmla="*/ 212 w 421"/>
                <a:gd name="T45" fmla="*/ 204 h 291"/>
                <a:gd name="T46" fmla="*/ 303 w 421"/>
                <a:gd name="T47" fmla="*/ 152 h 291"/>
                <a:gd name="T48" fmla="*/ 335 w 421"/>
                <a:gd name="T49" fmla="*/ 119 h 291"/>
                <a:gd name="T50" fmla="*/ 337 w 421"/>
                <a:gd name="T51" fmla="*/ 114 h 291"/>
                <a:gd name="T52" fmla="*/ 335 w 421"/>
                <a:gd name="T53" fmla="*/ 110 h 291"/>
                <a:gd name="T54" fmla="*/ 319 w 421"/>
                <a:gd name="T55" fmla="*/ 97 h 291"/>
                <a:gd name="T56" fmla="*/ 327 w 421"/>
                <a:gd name="T57" fmla="*/ 93 h 291"/>
                <a:gd name="T58" fmla="*/ 341 w 421"/>
                <a:gd name="T59" fmla="*/ 105 h 291"/>
                <a:gd name="T60" fmla="*/ 345 w 421"/>
                <a:gd name="T61" fmla="*/ 114 h 291"/>
                <a:gd name="T62" fmla="*/ 342 w 421"/>
                <a:gd name="T63" fmla="*/ 123 h 291"/>
                <a:gd name="T64" fmla="*/ 308 w 421"/>
                <a:gd name="T65" fmla="*/ 158 h 291"/>
                <a:gd name="T66" fmla="*/ 215 w 421"/>
                <a:gd name="T67" fmla="*/ 211 h 291"/>
                <a:gd name="T68" fmla="*/ 197 w 421"/>
                <a:gd name="T69" fmla="*/ 261 h 291"/>
                <a:gd name="T70" fmla="*/ 232 w 421"/>
                <a:gd name="T71" fmla="*/ 283 h 291"/>
                <a:gd name="T72" fmla="*/ 248 w 421"/>
                <a:gd name="T73" fmla="*/ 280 h 291"/>
                <a:gd name="T74" fmla="*/ 377 w 421"/>
                <a:gd name="T75" fmla="*/ 199 h 291"/>
                <a:gd name="T76" fmla="*/ 409 w 421"/>
                <a:gd name="T77" fmla="*/ 158 h 291"/>
                <a:gd name="T78" fmla="*/ 421 w 421"/>
                <a:gd name="T79" fmla="*/ 114 h 291"/>
                <a:gd name="T80" fmla="*/ 399 w 421"/>
                <a:gd name="T81" fmla="*/ 56 h 291"/>
                <a:gd name="T82" fmla="*/ 398 w 421"/>
                <a:gd name="T83" fmla="*/ 55 h 291"/>
                <a:gd name="T84" fmla="*/ 343 w 421"/>
                <a:gd name="T85" fmla="*/ 14 h 291"/>
                <a:gd name="T86" fmla="*/ 311 w 421"/>
                <a:gd name="T87" fmla="*/ 2 h 291"/>
                <a:gd name="T88" fmla="*/ 296 w 421"/>
                <a:gd name="T89" fmla="*/ 0 h 291"/>
                <a:gd name="T90" fmla="*/ 295 w 421"/>
                <a:gd name="T91" fmla="*/ 0 h 291"/>
                <a:gd name="T92" fmla="*/ 287 w 421"/>
                <a:gd name="T93" fmla="*/ 0 h 291"/>
                <a:gd name="T94" fmla="*/ 190 w 421"/>
                <a:gd name="T95" fmla="*/ 85 h 291"/>
                <a:gd name="T96" fmla="*/ 96 w 421"/>
                <a:gd name="T97" fmla="*/ 16 h 291"/>
                <a:gd name="T98" fmla="*/ 64 w 421"/>
                <a:gd name="T99" fmla="*/ 37 h 291"/>
                <a:gd name="T100" fmla="*/ 38 w 421"/>
                <a:gd name="T101" fmla="*/ 59 h 291"/>
                <a:gd name="T102" fmla="*/ 23 w 421"/>
                <a:gd name="T103" fmla="*/ 77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21" h="291">
                  <a:moveTo>
                    <a:pt x="23" y="77"/>
                  </a:moveTo>
                  <a:cubicBezTo>
                    <a:pt x="10" y="94"/>
                    <a:pt x="0" y="115"/>
                    <a:pt x="0" y="140"/>
                  </a:cubicBezTo>
                  <a:cubicBezTo>
                    <a:pt x="0" y="156"/>
                    <a:pt x="4" y="171"/>
                    <a:pt x="12" y="186"/>
                  </a:cubicBezTo>
                  <a:cubicBezTo>
                    <a:pt x="24" y="207"/>
                    <a:pt x="43" y="225"/>
                    <a:pt x="69" y="242"/>
                  </a:cubicBezTo>
                  <a:cubicBezTo>
                    <a:pt x="96" y="259"/>
                    <a:pt x="130" y="274"/>
                    <a:pt x="174" y="289"/>
                  </a:cubicBezTo>
                  <a:cubicBezTo>
                    <a:pt x="178" y="291"/>
                    <a:pt x="182" y="291"/>
                    <a:pt x="186" y="291"/>
                  </a:cubicBezTo>
                  <a:cubicBezTo>
                    <a:pt x="194" y="291"/>
                    <a:pt x="201" y="289"/>
                    <a:pt x="208" y="285"/>
                  </a:cubicBezTo>
                  <a:cubicBezTo>
                    <a:pt x="200" y="280"/>
                    <a:pt x="194" y="273"/>
                    <a:pt x="190" y="265"/>
                  </a:cubicBezTo>
                  <a:cubicBezTo>
                    <a:pt x="185" y="254"/>
                    <a:pt x="184" y="241"/>
                    <a:pt x="188" y="230"/>
                  </a:cubicBezTo>
                  <a:cubicBezTo>
                    <a:pt x="190" y="225"/>
                    <a:pt x="193" y="220"/>
                    <a:pt x="196" y="216"/>
                  </a:cubicBezTo>
                  <a:cubicBezTo>
                    <a:pt x="143" y="199"/>
                    <a:pt x="111" y="181"/>
                    <a:pt x="94" y="166"/>
                  </a:cubicBezTo>
                  <a:cubicBezTo>
                    <a:pt x="85" y="159"/>
                    <a:pt x="81" y="153"/>
                    <a:pt x="78" y="149"/>
                  </a:cubicBezTo>
                  <a:cubicBezTo>
                    <a:pt x="76" y="145"/>
                    <a:pt x="76" y="143"/>
                    <a:pt x="76" y="140"/>
                  </a:cubicBezTo>
                  <a:cubicBezTo>
                    <a:pt x="76" y="137"/>
                    <a:pt x="77" y="131"/>
                    <a:pt x="84" y="123"/>
                  </a:cubicBezTo>
                  <a:cubicBezTo>
                    <a:pt x="90" y="114"/>
                    <a:pt x="101" y="104"/>
                    <a:pt x="112" y="96"/>
                  </a:cubicBezTo>
                  <a:cubicBezTo>
                    <a:pt x="121" y="100"/>
                    <a:pt x="121" y="100"/>
                    <a:pt x="121" y="100"/>
                  </a:cubicBezTo>
                  <a:cubicBezTo>
                    <a:pt x="107" y="109"/>
                    <a:pt x="96" y="119"/>
                    <a:pt x="90" y="127"/>
                  </a:cubicBezTo>
                  <a:cubicBezTo>
                    <a:pt x="85" y="134"/>
                    <a:pt x="84" y="139"/>
                    <a:pt x="84" y="140"/>
                  </a:cubicBezTo>
                  <a:cubicBezTo>
                    <a:pt x="84" y="141"/>
                    <a:pt x="84" y="142"/>
                    <a:pt x="85" y="145"/>
                  </a:cubicBezTo>
                  <a:cubicBezTo>
                    <a:pt x="87" y="148"/>
                    <a:pt x="90" y="153"/>
                    <a:pt x="99" y="160"/>
                  </a:cubicBezTo>
                  <a:cubicBezTo>
                    <a:pt x="110" y="170"/>
                    <a:pt x="138" y="189"/>
                    <a:pt x="201" y="210"/>
                  </a:cubicBezTo>
                  <a:cubicBezTo>
                    <a:pt x="201" y="210"/>
                    <a:pt x="202" y="210"/>
                    <a:pt x="202" y="210"/>
                  </a:cubicBezTo>
                  <a:cubicBezTo>
                    <a:pt x="205" y="208"/>
                    <a:pt x="208" y="205"/>
                    <a:pt x="212" y="204"/>
                  </a:cubicBezTo>
                  <a:cubicBezTo>
                    <a:pt x="250" y="186"/>
                    <a:pt x="281" y="168"/>
                    <a:pt x="303" y="152"/>
                  </a:cubicBezTo>
                  <a:cubicBezTo>
                    <a:pt x="326" y="134"/>
                    <a:pt x="333" y="122"/>
                    <a:pt x="335" y="119"/>
                  </a:cubicBezTo>
                  <a:cubicBezTo>
                    <a:pt x="337" y="116"/>
                    <a:pt x="337" y="115"/>
                    <a:pt x="337" y="114"/>
                  </a:cubicBezTo>
                  <a:cubicBezTo>
                    <a:pt x="337" y="113"/>
                    <a:pt x="337" y="112"/>
                    <a:pt x="335" y="110"/>
                  </a:cubicBezTo>
                  <a:cubicBezTo>
                    <a:pt x="332" y="106"/>
                    <a:pt x="326" y="101"/>
                    <a:pt x="319" y="97"/>
                  </a:cubicBezTo>
                  <a:cubicBezTo>
                    <a:pt x="327" y="93"/>
                    <a:pt x="327" y="93"/>
                    <a:pt x="327" y="93"/>
                  </a:cubicBezTo>
                  <a:cubicBezTo>
                    <a:pt x="333" y="97"/>
                    <a:pt x="338" y="101"/>
                    <a:pt x="341" y="105"/>
                  </a:cubicBezTo>
                  <a:cubicBezTo>
                    <a:pt x="345" y="110"/>
                    <a:pt x="345" y="112"/>
                    <a:pt x="345" y="114"/>
                  </a:cubicBezTo>
                  <a:cubicBezTo>
                    <a:pt x="345" y="115"/>
                    <a:pt x="345" y="118"/>
                    <a:pt x="342" y="123"/>
                  </a:cubicBezTo>
                  <a:cubicBezTo>
                    <a:pt x="338" y="130"/>
                    <a:pt x="328" y="143"/>
                    <a:pt x="308" y="158"/>
                  </a:cubicBezTo>
                  <a:cubicBezTo>
                    <a:pt x="287" y="173"/>
                    <a:pt x="257" y="191"/>
                    <a:pt x="215" y="211"/>
                  </a:cubicBezTo>
                  <a:cubicBezTo>
                    <a:pt x="196" y="220"/>
                    <a:pt x="188" y="242"/>
                    <a:pt x="197" y="261"/>
                  </a:cubicBezTo>
                  <a:cubicBezTo>
                    <a:pt x="204" y="275"/>
                    <a:pt x="217" y="283"/>
                    <a:pt x="232" y="283"/>
                  </a:cubicBezTo>
                  <a:cubicBezTo>
                    <a:pt x="237" y="283"/>
                    <a:pt x="242" y="282"/>
                    <a:pt x="248" y="280"/>
                  </a:cubicBezTo>
                  <a:cubicBezTo>
                    <a:pt x="308" y="251"/>
                    <a:pt x="349" y="225"/>
                    <a:pt x="377" y="199"/>
                  </a:cubicBezTo>
                  <a:cubicBezTo>
                    <a:pt x="391" y="186"/>
                    <a:pt x="402" y="173"/>
                    <a:pt x="409" y="158"/>
                  </a:cubicBezTo>
                  <a:cubicBezTo>
                    <a:pt x="417" y="144"/>
                    <a:pt x="421" y="129"/>
                    <a:pt x="421" y="114"/>
                  </a:cubicBezTo>
                  <a:cubicBezTo>
                    <a:pt x="421" y="90"/>
                    <a:pt x="411" y="70"/>
                    <a:pt x="399" y="56"/>
                  </a:cubicBezTo>
                  <a:cubicBezTo>
                    <a:pt x="399" y="56"/>
                    <a:pt x="399" y="56"/>
                    <a:pt x="398" y="55"/>
                  </a:cubicBezTo>
                  <a:cubicBezTo>
                    <a:pt x="381" y="35"/>
                    <a:pt x="360" y="23"/>
                    <a:pt x="343" y="14"/>
                  </a:cubicBezTo>
                  <a:cubicBezTo>
                    <a:pt x="326" y="6"/>
                    <a:pt x="312" y="2"/>
                    <a:pt x="311" y="2"/>
                  </a:cubicBezTo>
                  <a:cubicBezTo>
                    <a:pt x="306" y="0"/>
                    <a:pt x="301" y="0"/>
                    <a:pt x="296" y="0"/>
                  </a:cubicBezTo>
                  <a:cubicBezTo>
                    <a:pt x="295" y="0"/>
                    <a:pt x="295" y="0"/>
                    <a:pt x="295" y="0"/>
                  </a:cubicBezTo>
                  <a:cubicBezTo>
                    <a:pt x="287" y="0"/>
                    <a:pt x="287" y="0"/>
                    <a:pt x="287" y="0"/>
                  </a:cubicBezTo>
                  <a:cubicBezTo>
                    <a:pt x="281" y="48"/>
                    <a:pt x="240" y="85"/>
                    <a:pt x="190" y="85"/>
                  </a:cubicBezTo>
                  <a:cubicBezTo>
                    <a:pt x="146" y="85"/>
                    <a:pt x="109" y="56"/>
                    <a:pt x="96" y="16"/>
                  </a:cubicBezTo>
                  <a:cubicBezTo>
                    <a:pt x="87" y="21"/>
                    <a:pt x="76" y="28"/>
                    <a:pt x="64" y="37"/>
                  </a:cubicBezTo>
                  <a:cubicBezTo>
                    <a:pt x="56" y="43"/>
                    <a:pt x="47" y="51"/>
                    <a:pt x="38" y="59"/>
                  </a:cubicBezTo>
                  <a:cubicBezTo>
                    <a:pt x="33" y="65"/>
                    <a:pt x="28" y="71"/>
                    <a:pt x="23" y="7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0" name="Oval 61"/>
            <p:cNvSpPr>
              <a:spLocks noChangeArrowheads="1"/>
            </p:cNvSpPr>
            <p:nvPr/>
          </p:nvSpPr>
          <p:spPr bwMode="auto">
            <a:xfrm>
              <a:off x="3348038" y="2849563"/>
              <a:ext cx="271462" cy="273050"/>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1" name="Freeform 62"/>
            <p:cNvSpPr>
              <a:spLocks/>
            </p:cNvSpPr>
            <p:nvPr/>
          </p:nvSpPr>
          <p:spPr bwMode="auto">
            <a:xfrm>
              <a:off x="3152775" y="3092450"/>
              <a:ext cx="55562" cy="49213"/>
            </a:xfrm>
            <a:custGeom>
              <a:avLst/>
              <a:gdLst>
                <a:gd name="T0" fmla="*/ 4 w 36"/>
                <a:gd name="T1" fmla="*/ 32 h 32"/>
                <a:gd name="T2" fmla="*/ 5 w 36"/>
                <a:gd name="T3" fmla="*/ 32 h 32"/>
                <a:gd name="T4" fmla="*/ 9 w 36"/>
                <a:gd name="T5" fmla="*/ 29 h 32"/>
                <a:gd name="T6" fmla="*/ 17 w 36"/>
                <a:gd name="T7" fmla="*/ 11 h 32"/>
                <a:gd name="T8" fmla="*/ 29 w 36"/>
                <a:gd name="T9" fmla="*/ 8 h 32"/>
                <a:gd name="T10" fmla="*/ 31 w 36"/>
                <a:gd name="T11" fmla="*/ 8 h 32"/>
                <a:gd name="T12" fmla="*/ 36 w 36"/>
                <a:gd name="T13" fmla="*/ 5 h 32"/>
                <a:gd name="T14" fmla="*/ 32 w 36"/>
                <a:gd name="T15" fmla="*/ 0 h 32"/>
                <a:gd name="T16" fmla="*/ 29 w 36"/>
                <a:gd name="T17" fmla="*/ 0 h 32"/>
                <a:gd name="T18" fmla="*/ 13 w 36"/>
                <a:gd name="T19" fmla="*/ 5 h 32"/>
                <a:gd name="T20" fmla="*/ 1 w 36"/>
                <a:gd name="T21" fmla="*/ 28 h 32"/>
                <a:gd name="T22" fmla="*/ 4 w 36"/>
                <a:gd name="T23"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32">
                  <a:moveTo>
                    <a:pt x="4" y="32"/>
                  </a:moveTo>
                  <a:cubicBezTo>
                    <a:pt x="4" y="32"/>
                    <a:pt x="5" y="32"/>
                    <a:pt x="5" y="32"/>
                  </a:cubicBezTo>
                  <a:cubicBezTo>
                    <a:pt x="7" y="32"/>
                    <a:pt x="8" y="31"/>
                    <a:pt x="9" y="29"/>
                  </a:cubicBezTo>
                  <a:cubicBezTo>
                    <a:pt x="9" y="19"/>
                    <a:pt x="13" y="14"/>
                    <a:pt x="17" y="11"/>
                  </a:cubicBezTo>
                  <a:cubicBezTo>
                    <a:pt x="22" y="9"/>
                    <a:pt x="27" y="8"/>
                    <a:pt x="29" y="8"/>
                  </a:cubicBezTo>
                  <a:cubicBezTo>
                    <a:pt x="31" y="8"/>
                    <a:pt x="31" y="8"/>
                    <a:pt x="31" y="8"/>
                  </a:cubicBezTo>
                  <a:cubicBezTo>
                    <a:pt x="33" y="9"/>
                    <a:pt x="35" y="7"/>
                    <a:pt x="36" y="5"/>
                  </a:cubicBezTo>
                  <a:cubicBezTo>
                    <a:pt x="36" y="3"/>
                    <a:pt x="34" y="1"/>
                    <a:pt x="32" y="0"/>
                  </a:cubicBezTo>
                  <a:cubicBezTo>
                    <a:pt x="32" y="0"/>
                    <a:pt x="31" y="0"/>
                    <a:pt x="29" y="0"/>
                  </a:cubicBezTo>
                  <a:cubicBezTo>
                    <a:pt x="26" y="0"/>
                    <a:pt x="19" y="1"/>
                    <a:pt x="13" y="5"/>
                  </a:cubicBezTo>
                  <a:cubicBezTo>
                    <a:pt x="7" y="8"/>
                    <a:pt x="2" y="16"/>
                    <a:pt x="1" y="28"/>
                  </a:cubicBezTo>
                  <a:cubicBezTo>
                    <a:pt x="0" y="30"/>
                    <a:pt x="2" y="32"/>
                    <a:pt x="4" y="3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2" name="Freeform 63"/>
            <p:cNvSpPr>
              <a:spLocks/>
            </p:cNvSpPr>
            <p:nvPr/>
          </p:nvSpPr>
          <p:spPr bwMode="auto">
            <a:xfrm>
              <a:off x="3127375" y="3065463"/>
              <a:ext cx="73025" cy="71438"/>
            </a:xfrm>
            <a:custGeom>
              <a:avLst/>
              <a:gdLst>
                <a:gd name="T0" fmla="*/ 42 w 48"/>
                <a:gd name="T1" fmla="*/ 8 h 47"/>
                <a:gd name="T2" fmla="*/ 43 w 48"/>
                <a:gd name="T3" fmla="*/ 8 h 47"/>
                <a:gd name="T4" fmla="*/ 48 w 48"/>
                <a:gd name="T5" fmla="*/ 4 h 47"/>
                <a:gd name="T6" fmla="*/ 44 w 48"/>
                <a:gd name="T7" fmla="*/ 0 h 47"/>
                <a:gd name="T8" fmla="*/ 44 w 48"/>
                <a:gd name="T9" fmla="*/ 0 h 47"/>
                <a:gd name="T10" fmla="*/ 42 w 48"/>
                <a:gd name="T11" fmla="*/ 0 h 47"/>
                <a:gd name="T12" fmla="*/ 19 w 48"/>
                <a:gd name="T13" fmla="*/ 6 h 47"/>
                <a:gd name="T14" fmla="*/ 0 w 48"/>
                <a:gd name="T15" fmla="*/ 43 h 47"/>
                <a:gd name="T16" fmla="*/ 4 w 48"/>
                <a:gd name="T17" fmla="*/ 47 h 47"/>
                <a:gd name="T18" fmla="*/ 4 w 48"/>
                <a:gd name="T19" fmla="*/ 47 h 47"/>
                <a:gd name="T20" fmla="*/ 8 w 48"/>
                <a:gd name="T21" fmla="*/ 43 h 47"/>
                <a:gd name="T22" fmla="*/ 23 w 48"/>
                <a:gd name="T23" fmla="*/ 13 h 47"/>
                <a:gd name="T24" fmla="*/ 42 w 48"/>
                <a:gd name="T25" fmla="*/ 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 h="47">
                  <a:moveTo>
                    <a:pt x="42" y="8"/>
                  </a:moveTo>
                  <a:cubicBezTo>
                    <a:pt x="43" y="8"/>
                    <a:pt x="43" y="8"/>
                    <a:pt x="43" y="8"/>
                  </a:cubicBezTo>
                  <a:cubicBezTo>
                    <a:pt x="46" y="8"/>
                    <a:pt x="47" y="6"/>
                    <a:pt x="48" y="4"/>
                  </a:cubicBezTo>
                  <a:cubicBezTo>
                    <a:pt x="48" y="2"/>
                    <a:pt x="46" y="0"/>
                    <a:pt x="44" y="0"/>
                  </a:cubicBezTo>
                  <a:cubicBezTo>
                    <a:pt x="44" y="0"/>
                    <a:pt x="44" y="0"/>
                    <a:pt x="44" y="0"/>
                  </a:cubicBezTo>
                  <a:cubicBezTo>
                    <a:pt x="44" y="0"/>
                    <a:pt x="43" y="0"/>
                    <a:pt x="42" y="0"/>
                  </a:cubicBezTo>
                  <a:cubicBezTo>
                    <a:pt x="39" y="0"/>
                    <a:pt x="29" y="0"/>
                    <a:pt x="19" y="6"/>
                  </a:cubicBezTo>
                  <a:cubicBezTo>
                    <a:pt x="10" y="12"/>
                    <a:pt x="1" y="23"/>
                    <a:pt x="0" y="43"/>
                  </a:cubicBezTo>
                  <a:cubicBezTo>
                    <a:pt x="0" y="45"/>
                    <a:pt x="2" y="47"/>
                    <a:pt x="4" y="47"/>
                  </a:cubicBezTo>
                  <a:cubicBezTo>
                    <a:pt x="4" y="47"/>
                    <a:pt x="4" y="47"/>
                    <a:pt x="4" y="47"/>
                  </a:cubicBezTo>
                  <a:cubicBezTo>
                    <a:pt x="6" y="47"/>
                    <a:pt x="8" y="45"/>
                    <a:pt x="8" y="43"/>
                  </a:cubicBezTo>
                  <a:cubicBezTo>
                    <a:pt x="9" y="26"/>
                    <a:pt x="16" y="18"/>
                    <a:pt x="23" y="13"/>
                  </a:cubicBezTo>
                  <a:cubicBezTo>
                    <a:pt x="31" y="8"/>
                    <a:pt x="39" y="8"/>
                    <a:pt x="42" y="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3" name="Freeform 64"/>
            <p:cNvSpPr>
              <a:spLocks/>
            </p:cNvSpPr>
            <p:nvPr/>
          </p:nvSpPr>
          <p:spPr bwMode="auto">
            <a:xfrm>
              <a:off x="3648075" y="2957513"/>
              <a:ext cx="60325" cy="42863"/>
            </a:xfrm>
            <a:custGeom>
              <a:avLst/>
              <a:gdLst>
                <a:gd name="T0" fmla="*/ 11 w 39"/>
                <a:gd name="T1" fmla="*/ 0 h 28"/>
                <a:gd name="T2" fmla="*/ 4 w 39"/>
                <a:gd name="T3" fmla="*/ 0 h 28"/>
                <a:gd name="T4" fmla="*/ 0 w 39"/>
                <a:gd name="T5" fmla="*/ 5 h 28"/>
                <a:gd name="T6" fmla="*/ 5 w 39"/>
                <a:gd name="T7" fmla="*/ 8 h 28"/>
                <a:gd name="T8" fmla="*/ 11 w 39"/>
                <a:gd name="T9" fmla="*/ 8 h 28"/>
                <a:gd name="T10" fmla="*/ 27 w 39"/>
                <a:gd name="T11" fmla="*/ 16 h 28"/>
                <a:gd name="T12" fmla="*/ 30 w 39"/>
                <a:gd name="T13" fmla="*/ 22 h 28"/>
                <a:gd name="T14" fmla="*/ 31 w 39"/>
                <a:gd name="T15" fmla="*/ 24 h 28"/>
                <a:gd name="T16" fmla="*/ 35 w 39"/>
                <a:gd name="T17" fmla="*/ 28 h 28"/>
                <a:gd name="T18" fmla="*/ 35 w 39"/>
                <a:gd name="T19" fmla="*/ 28 h 28"/>
                <a:gd name="T20" fmla="*/ 39 w 39"/>
                <a:gd name="T21" fmla="*/ 23 h 28"/>
                <a:gd name="T22" fmla="*/ 39 w 39"/>
                <a:gd name="T23" fmla="*/ 23 h 28"/>
                <a:gd name="T24" fmla="*/ 34 w 39"/>
                <a:gd name="T25" fmla="*/ 12 h 28"/>
                <a:gd name="T26" fmla="*/ 11 w 39"/>
                <a:gd name="T2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 h="28">
                  <a:moveTo>
                    <a:pt x="11" y="0"/>
                  </a:moveTo>
                  <a:cubicBezTo>
                    <a:pt x="9" y="0"/>
                    <a:pt x="6" y="0"/>
                    <a:pt x="4" y="0"/>
                  </a:cubicBezTo>
                  <a:cubicBezTo>
                    <a:pt x="1" y="1"/>
                    <a:pt x="0" y="3"/>
                    <a:pt x="0" y="5"/>
                  </a:cubicBezTo>
                  <a:cubicBezTo>
                    <a:pt x="1" y="7"/>
                    <a:pt x="3" y="9"/>
                    <a:pt x="5" y="8"/>
                  </a:cubicBezTo>
                  <a:cubicBezTo>
                    <a:pt x="7" y="8"/>
                    <a:pt x="10" y="8"/>
                    <a:pt x="11" y="8"/>
                  </a:cubicBezTo>
                  <a:cubicBezTo>
                    <a:pt x="20" y="8"/>
                    <a:pt x="24" y="12"/>
                    <a:pt x="27" y="16"/>
                  </a:cubicBezTo>
                  <a:cubicBezTo>
                    <a:pt x="29" y="18"/>
                    <a:pt x="30" y="20"/>
                    <a:pt x="30" y="22"/>
                  </a:cubicBezTo>
                  <a:cubicBezTo>
                    <a:pt x="31" y="24"/>
                    <a:pt x="31" y="24"/>
                    <a:pt x="31" y="24"/>
                  </a:cubicBezTo>
                  <a:cubicBezTo>
                    <a:pt x="31" y="26"/>
                    <a:pt x="33" y="28"/>
                    <a:pt x="35" y="28"/>
                  </a:cubicBezTo>
                  <a:cubicBezTo>
                    <a:pt x="35" y="28"/>
                    <a:pt x="35" y="28"/>
                    <a:pt x="35" y="28"/>
                  </a:cubicBezTo>
                  <a:cubicBezTo>
                    <a:pt x="37" y="27"/>
                    <a:pt x="39" y="25"/>
                    <a:pt x="39" y="23"/>
                  </a:cubicBezTo>
                  <a:cubicBezTo>
                    <a:pt x="39" y="23"/>
                    <a:pt x="39" y="23"/>
                    <a:pt x="39" y="23"/>
                  </a:cubicBezTo>
                  <a:cubicBezTo>
                    <a:pt x="39" y="23"/>
                    <a:pt x="38" y="17"/>
                    <a:pt x="34" y="12"/>
                  </a:cubicBezTo>
                  <a:cubicBezTo>
                    <a:pt x="30" y="6"/>
                    <a:pt x="23" y="0"/>
                    <a:pt x="11"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4" name="Freeform 65"/>
            <p:cNvSpPr>
              <a:spLocks/>
            </p:cNvSpPr>
            <p:nvPr/>
          </p:nvSpPr>
          <p:spPr bwMode="auto">
            <a:xfrm>
              <a:off x="3646488" y="2928938"/>
              <a:ext cx="87312" cy="55563"/>
            </a:xfrm>
            <a:custGeom>
              <a:avLst/>
              <a:gdLst>
                <a:gd name="T0" fmla="*/ 1 w 58"/>
                <a:gd name="T1" fmla="*/ 7 h 37"/>
                <a:gd name="T2" fmla="*/ 6 w 58"/>
                <a:gd name="T3" fmla="*/ 10 h 37"/>
                <a:gd name="T4" fmla="*/ 18 w 58"/>
                <a:gd name="T5" fmla="*/ 8 h 37"/>
                <a:gd name="T6" fmla="*/ 43 w 58"/>
                <a:gd name="T7" fmla="*/ 21 h 37"/>
                <a:gd name="T8" fmla="*/ 48 w 58"/>
                <a:gd name="T9" fmla="*/ 30 h 37"/>
                <a:gd name="T10" fmla="*/ 49 w 58"/>
                <a:gd name="T11" fmla="*/ 34 h 37"/>
                <a:gd name="T12" fmla="*/ 53 w 58"/>
                <a:gd name="T13" fmla="*/ 37 h 37"/>
                <a:gd name="T14" fmla="*/ 54 w 58"/>
                <a:gd name="T15" fmla="*/ 37 h 37"/>
                <a:gd name="T16" fmla="*/ 57 w 58"/>
                <a:gd name="T17" fmla="*/ 32 h 37"/>
                <a:gd name="T18" fmla="*/ 50 w 58"/>
                <a:gd name="T19" fmla="*/ 16 h 37"/>
                <a:gd name="T20" fmla="*/ 18 w 58"/>
                <a:gd name="T21" fmla="*/ 0 h 37"/>
                <a:gd name="T22" fmla="*/ 4 w 58"/>
                <a:gd name="T23" fmla="*/ 2 h 37"/>
                <a:gd name="T24" fmla="*/ 1 w 58"/>
                <a:gd name="T25" fmla="*/ 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8" h="37">
                  <a:moveTo>
                    <a:pt x="1" y="7"/>
                  </a:moveTo>
                  <a:cubicBezTo>
                    <a:pt x="1" y="9"/>
                    <a:pt x="4" y="10"/>
                    <a:pt x="6" y="10"/>
                  </a:cubicBezTo>
                  <a:cubicBezTo>
                    <a:pt x="10" y="8"/>
                    <a:pt x="14" y="8"/>
                    <a:pt x="18" y="8"/>
                  </a:cubicBezTo>
                  <a:cubicBezTo>
                    <a:pt x="31" y="8"/>
                    <a:pt x="38" y="14"/>
                    <a:pt x="43" y="21"/>
                  </a:cubicBezTo>
                  <a:cubicBezTo>
                    <a:pt x="46" y="24"/>
                    <a:pt x="47" y="27"/>
                    <a:pt x="48" y="30"/>
                  </a:cubicBezTo>
                  <a:cubicBezTo>
                    <a:pt x="49" y="32"/>
                    <a:pt x="49" y="34"/>
                    <a:pt x="49" y="34"/>
                  </a:cubicBezTo>
                  <a:cubicBezTo>
                    <a:pt x="50" y="36"/>
                    <a:pt x="51" y="37"/>
                    <a:pt x="53" y="37"/>
                  </a:cubicBezTo>
                  <a:cubicBezTo>
                    <a:pt x="53" y="37"/>
                    <a:pt x="54" y="37"/>
                    <a:pt x="54" y="37"/>
                  </a:cubicBezTo>
                  <a:cubicBezTo>
                    <a:pt x="56" y="36"/>
                    <a:pt x="58" y="34"/>
                    <a:pt x="57" y="32"/>
                  </a:cubicBezTo>
                  <a:cubicBezTo>
                    <a:pt x="57" y="32"/>
                    <a:pt x="55" y="24"/>
                    <a:pt x="50" y="16"/>
                  </a:cubicBezTo>
                  <a:cubicBezTo>
                    <a:pt x="44" y="8"/>
                    <a:pt x="34" y="0"/>
                    <a:pt x="18" y="0"/>
                  </a:cubicBezTo>
                  <a:cubicBezTo>
                    <a:pt x="13" y="0"/>
                    <a:pt x="9" y="1"/>
                    <a:pt x="4" y="2"/>
                  </a:cubicBezTo>
                  <a:cubicBezTo>
                    <a:pt x="2" y="2"/>
                    <a:pt x="0" y="4"/>
                    <a:pt x="1" y="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5" name="Freeform 66"/>
            <p:cNvSpPr>
              <a:spLocks/>
            </p:cNvSpPr>
            <p:nvPr/>
          </p:nvSpPr>
          <p:spPr bwMode="auto">
            <a:xfrm>
              <a:off x="3786188" y="3703638"/>
              <a:ext cx="28575" cy="66675"/>
            </a:xfrm>
            <a:custGeom>
              <a:avLst/>
              <a:gdLst>
                <a:gd name="T0" fmla="*/ 18 w 18"/>
                <a:gd name="T1" fmla="*/ 22 h 44"/>
                <a:gd name="T2" fmla="*/ 10 w 18"/>
                <a:gd name="T3" fmla="*/ 2 h 44"/>
                <a:gd name="T4" fmla="*/ 4 w 18"/>
                <a:gd name="T5" fmla="*/ 1 h 44"/>
                <a:gd name="T6" fmla="*/ 4 w 18"/>
                <a:gd name="T7" fmla="*/ 7 h 44"/>
                <a:gd name="T8" fmla="*/ 10 w 18"/>
                <a:gd name="T9" fmla="*/ 22 h 44"/>
                <a:gd name="T10" fmla="*/ 6 w 18"/>
                <a:gd name="T11" fmla="*/ 33 h 44"/>
                <a:gd name="T12" fmla="*/ 3 w 18"/>
                <a:gd name="T13" fmla="*/ 36 h 44"/>
                <a:gd name="T14" fmla="*/ 2 w 18"/>
                <a:gd name="T15" fmla="*/ 37 h 44"/>
                <a:gd name="T16" fmla="*/ 2 w 18"/>
                <a:gd name="T17" fmla="*/ 43 h 44"/>
                <a:gd name="T18" fmla="*/ 5 w 18"/>
                <a:gd name="T19" fmla="*/ 44 h 44"/>
                <a:gd name="T20" fmla="*/ 7 w 18"/>
                <a:gd name="T21" fmla="*/ 43 h 44"/>
                <a:gd name="T22" fmla="*/ 7 w 18"/>
                <a:gd name="T23" fmla="*/ 43 h 44"/>
                <a:gd name="T24" fmla="*/ 18 w 18"/>
                <a:gd name="T25" fmla="*/ 2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44">
                  <a:moveTo>
                    <a:pt x="18" y="22"/>
                  </a:moveTo>
                  <a:cubicBezTo>
                    <a:pt x="18" y="15"/>
                    <a:pt x="16" y="9"/>
                    <a:pt x="10" y="2"/>
                  </a:cubicBezTo>
                  <a:cubicBezTo>
                    <a:pt x="8" y="0"/>
                    <a:pt x="6" y="0"/>
                    <a:pt x="4" y="1"/>
                  </a:cubicBezTo>
                  <a:cubicBezTo>
                    <a:pt x="2" y="3"/>
                    <a:pt x="2" y="5"/>
                    <a:pt x="4" y="7"/>
                  </a:cubicBezTo>
                  <a:cubicBezTo>
                    <a:pt x="9" y="13"/>
                    <a:pt x="10" y="18"/>
                    <a:pt x="10" y="22"/>
                  </a:cubicBezTo>
                  <a:cubicBezTo>
                    <a:pt x="10" y="26"/>
                    <a:pt x="8" y="30"/>
                    <a:pt x="6" y="33"/>
                  </a:cubicBezTo>
                  <a:cubicBezTo>
                    <a:pt x="5" y="34"/>
                    <a:pt x="4" y="35"/>
                    <a:pt x="3" y="36"/>
                  </a:cubicBezTo>
                  <a:cubicBezTo>
                    <a:pt x="3" y="37"/>
                    <a:pt x="2" y="37"/>
                    <a:pt x="2" y="37"/>
                  </a:cubicBezTo>
                  <a:cubicBezTo>
                    <a:pt x="1" y="38"/>
                    <a:pt x="0" y="41"/>
                    <a:pt x="2" y="43"/>
                  </a:cubicBezTo>
                  <a:cubicBezTo>
                    <a:pt x="2" y="44"/>
                    <a:pt x="4" y="44"/>
                    <a:pt x="5" y="44"/>
                  </a:cubicBezTo>
                  <a:cubicBezTo>
                    <a:pt x="6" y="44"/>
                    <a:pt x="7" y="44"/>
                    <a:pt x="7" y="43"/>
                  </a:cubicBezTo>
                  <a:cubicBezTo>
                    <a:pt x="7" y="43"/>
                    <a:pt x="7" y="43"/>
                    <a:pt x="7" y="43"/>
                  </a:cubicBezTo>
                  <a:cubicBezTo>
                    <a:pt x="8" y="43"/>
                    <a:pt x="18" y="35"/>
                    <a:pt x="18" y="2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6" name="Freeform 67"/>
            <p:cNvSpPr>
              <a:spLocks/>
            </p:cNvSpPr>
            <p:nvPr/>
          </p:nvSpPr>
          <p:spPr bwMode="auto">
            <a:xfrm>
              <a:off x="3813175" y="3687763"/>
              <a:ext cx="31750" cy="98425"/>
            </a:xfrm>
            <a:custGeom>
              <a:avLst/>
              <a:gdLst>
                <a:gd name="T0" fmla="*/ 4 w 21"/>
                <a:gd name="T1" fmla="*/ 64 h 64"/>
                <a:gd name="T2" fmla="*/ 7 w 21"/>
                <a:gd name="T3" fmla="*/ 63 h 64"/>
                <a:gd name="T4" fmla="*/ 7 w 21"/>
                <a:gd name="T5" fmla="*/ 63 h 64"/>
                <a:gd name="T6" fmla="*/ 21 w 21"/>
                <a:gd name="T7" fmla="*/ 32 h 64"/>
                <a:gd name="T8" fmla="*/ 7 w 21"/>
                <a:gd name="T9" fmla="*/ 1 h 64"/>
                <a:gd name="T10" fmla="*/ 2 w 21"/>
                <a:gd name="T11" fmla="*/ 1 h 64"/>
                <a:gd name="T12" fmla="*/ 1 w 21"/>
                <a:gd name="T13" fmla="*/ 7 h 64"/>
                <a:gd name="T14" fmla="*/ 13 w 21"/>
                <a:gd name="T15" fmla="*/ 32 h 64"/>
                <a:gd name="T16" fmla="*/ 7 w 21"/>
                <a:gd name="T17" fmla="*/ 50 h 64"/>
                <a:gd name="T18" fmla="*/ 3 w 21"/>
                <a:gd name="T19" fmla="*/ 55 h 64"/>
                <a:gd name="T20" fmla="*/ 2 w 21"/>
                <a:gd name="T21" fmla="*/ 57 h 64"/>
                <a:gd name="T22" fmla="*/ 1 w 21"/>
                <a:gd name="T23" fmla="*/ 62 h 64"/>
                <a:gd name="T24" fmla="*/ 4 w 21"/>
                <a:gd name="T25"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64">
                  <a:moveTo>
                    <a:pt x="4" y="64"/>
                  </a:moveTo>
                  <a:cubicBezTo>
                    <a:pt x="5" y="64"/>
                    <a:pt x="6" y="63"/>
                    <a:pt x="7" y="63"/>
                  </a:cubicBezTo>
                  <a:cubicBezTo>
                    <a:pt x="7" y="63"/>
                    <a:pt x="7" y="63"/>
                    <a:pt x="7" y="63"/>
                  </a:cubicBezTo>
                  <a:cubicBezTo>
                    <a:pt x="7" y="62"/>
                    <a:pt x="21" y="51"/>
                    <a:pt x="21" y="32"/>
                  </a:cubicBezTo>
                  <a:cubicBezTo>
                    <a:pt x="21" y="23"/>
                    <a:pt x="17" y="12"/>
                    <a:pt x="7" y="1"/>
                  </a:cubicBezTo>
                  <a:cubicBezTo>
                    <a:pt x="6" y="0"/>
                    <a:pt x="3" y="0"/>
                    <a:pt x="2" y="1"/>
                  </a:cubicBezTo>
                  <a:cubicBezTo>
                    <a:pt x="0" y="3"/>
                    <a:pt x="0" y="5"/>
                    <a:pt x="1" y="7"/>
                  </a:cubicBezTo>
                  <a:cubicBezTo>
                    <a:pt x="10" y="16"/>
                    <a:pt x="13" y="25"/>
                    <a:pt x="13" y="32"/>
                  </a:cubicBezTo>
                  <a:cubicBezTo>
                    <a:pt x="13" y="39"/>
                    <a:pt x="10" y="46"/>
                    <a:pt x="7" y="50"/>
                  </a:cubicBezTo>
                  <a:cubicBezTo>
                    <a:pt x="6" y="52"/>
                    <a:pt x="5" y="54"/>
                    <a:pt x="3" y="55"/>
                  </a:cubicBezTo>
                  <a:cubicBezTo>
                    <a:pt x="2" y="56"/>
                    <a:pt x="2" y="57"/>
                    <a:pt x="2" y="57"/>
                  </a:cubicBezTo>
                  <a:cubicBezTo>
                    <a:pt x="0" y="58"/>
                    <a:pt x="0" y="61"/>
                    <a:pt x="1" y="62"/>
                  </a:cubicBezTo>
                  <a:cubicBezTo>
                    <a:pt x="2" y="63"/>
                    <a:pt x="3" y="64"/>
                    <a:pt x="4" y="6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7" name="Freeform 68"/>
            <p:cNvSpPr>
              <a:spLocks/>
            </p:cNvSpPr>
            <p:nvPr/>
          </p:nvSpPr>
          <p:spPr bwMode="auto">
            <a:xfrm>
              <a:off x="3213100" y="3686175"/>
              <a:ext cx="23812" cy="66675"/>
            </a:xfrm>
            <a:custGeom>
              <a:avLst/>
              <a:gdLst>
                <a:gd name="T0" fmla="*/ 14 w 16"/>
                <a:gd name="T1" fmla="*/ 8 h 44"/>
                <a:gd name="T2" fmla="*/ 15 w 16"/>
                <a:gd name="T3" fmla="*/ 7 h 44"/>
                <a:gd name="T4" fmla="*/ 15 w 16"/>
                <a:gd name="T5" fmla="*/ 2 h 44"/>
                <a:gd name="T6" fmla="*/ 9 w 16"/>
                <a:gd name="T7" fmla="*/ 1 h 44"/>
                <a:gd name="T8" fmla="*/ 0 w 16"/>
                <a:gd name="T9" fmla="*/ 22 h 44"/>
                <a:gd name="T10" fmla="*/ 9 w 16"/>
                <a:gd name="T11" fmla="*/ 43 h 44"/>
                <a:gd name="T12" fmla="*/ 12 w 16"/>
                <a:gd name="T13" fmla="*/ 44 h 44"/>
                <a:gd name="T14" fmla="*/ 15 w 16"/>
                <a:gd name="T15" fmla="*/ 43 h 44"/>
                <a:gd name="T16" fmla="*/ 15 w 16"/>
                <a:gd name="T17" fmla="*/ 38 h 44"/>
                <a:gd name="T18" fmla="*/ 8 w 16"/>
                <a:gd name="T19" fmla="*/ 22 h 44"/>
                <a:gd name="T20" fmla="*/ 11 w 16"/>
                <a:gd name="T21" fmla="*/ 12 h 44"/>
                <a:gd name="T22" fmla="*/ 14 w 16"/>
                <a:gd name="T23"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44">
                  <a:moveTo>
                    <a:pt x="14" y="8"/>
                  </a:moveTo>
                  <a:cubicBezTo>
                    <a:pt x="14" y="8"/>
                    <a:pt x="15" y="7"/>
                    <a:pt x="15" y="7"/>
                  </a:cubicBezTo>
                  <a:cubicBezTo>
                    <a:pt x="16" y="6"/>
                    <a:pt x="16" y="3"/>
                    <a:pt x="15" y="2"/>
                  </a:cubicBezTo>
                  <a:cubicBezTo>
                    <a:pt x="14" y="0"/>
                    <a:pt x="11" y="0"/>
                    <a:pt x="9" y="1"/>
                  </a:cubicBezTo>
                  <a:cubicBezTo>
                    <a:pt x="9" y="2"/>
                    <a:pt x="0" y="9"/>
                    <a:pt x="0" y="22"/>
                  </a:cubicBezTo>
                  <a:cubicBezTo>
                    <a:pt x="0" y="29"/>
                    <a:pt x="2" y="36"/>
                    <a:pt x="9" y="43"/>
                  </a:cubicBezTo>
                  <a:cubicBezTo>
                    <a:pt x="10" y="44"/>
                    <a:pt x="11" y="44"/>
                    <a:pt x="12" y="44"/>
                  </a:cubicBezTo>
                  <a:cubicBezTo>
                    <a:pt x="13" y="44"/>
                    <a:pt x="14" y="44"/>
                    <a:pt x="15" y="43"/>
                  </a:cubicBezTo>
                  <a:cubicBezTo>
                    <a:pt x="16" y="42"/>
                    <a:pt x="16" y="39"/>
                    <a:pt x="15" y="38"/>
                  </a:cubicBezTo>
                  <a:cubicBezTo>
                    <a:pt x="9" y="32"/>
                    <a:pt x="8" y="27"/>
                    <a:pt x="8" y="22"/>
                  </a:cubicBezTo>
                  <a:cubicBezTo>
                    <a:pt x="8" y="18"/>
                    <a:pt x="9" y="14"/>
                    <a:pt x="11" y="12"/>
                  </a:cubicBezTo>
                  <a:cubicBezTo>
                    <a:pt x="12" y="10"/>
                    <a:pt x="13" y="9"/>
                    <a:pt x="14" y="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8" name="Freeform 69"/>
            <p:cNvSpPr>
              <a:spLocks/>
            </p:cNvSpPr>
            <p:nvPr/>
          </p:nvSpPr>
          <p:spPr bwMode="auto">
            <a:xfrm>
              <a:off x="3182938" y="3671888"/>
              <a:ext cx="33337" cy="96838"/>
            </a:xfrm>
            <a:custGeom>
              <a:avLst/>
              <a:gdLst>
                <a:gd name="T0" fmla="*/ 16 w 22"/>
                <a:gd name="T1" fmla="*/ 9 h 64"/>
                <a:gd name="T2" fmla="*/ 18 w 22"/>
                <a:gd name="T3" fmla="*/ 7 h 64"/>
                <a:gd name="T4" fmla="*/ 18 w 22"/>
                <a:gd name="T5" fmla="*/ 2 h 64"/>
                <a:gd name="T6" fmla="*/ 12 w 22"/>
                <a:gd name="T7" fmla="*/ 2 h 64"/>
                <a:gd name="T8" fmla="*/ 0 w 22"/>
                <a:gd name="T9" fmla="*/ 31 h 64"/>
                <a:gd name="T10" fmla="*/ 15 w 22"/>
                <a:gd name="T11" fmla="*/ 63 h 64"/>
                <a:gd name="T12" fmla="*/ 18 w 22"/>
                <a:gd name="T13" fmla="*/ 64 h 64"/>
                <a:gd name="T14" fmla="*/ 21 w 22"/>
                <a:gd name="T15" fmla="*/ 63 h 64"/>
                <a:gd name="T16" fmla="*/ 20 w 22"/>
                <a:gd name="T17" fmla="*/ 57 h 64"/>
                <a:gd name="T18" fmla="*/ 8 w 22"/>
                <a:gd name="T19" fmla="*/ 31 h 64"/>
                <a:gd name="T20" fmla="*/ 13 w 22"/>
                <a:gd name="T21" fmla="*/ 14 h 64"/>
                <a:gd name="T22" fmla="*/ 16 w 22"/>
                <a:gd name="T23" fmla="*/ 9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64">
                  <a:moveTo>
                    <a:pt x="16" y="9"/>
                  </a:moveTo>
                  <a:cubicBezTo>
                    <a:pt x="17" y="8"/>
                    <a:pt x="18" y="7"/>
                    <a:pt x="18" y="7"/>
                  </a:cubicBezTo>
                  <a:cubicBezTo>
                    <a:pt x="19" y="6"/>
                    <a:pt x="19" y="3"/>
                    <a:pt x="18" y="2"/>
                  </a:cubicBezTo>
                  <a:cubicBezTo>
                    <a:pt x="16" y="0"/>
                    <a:pt x="14" y="0"/>
                    <a:pt x="12" y="2"/>
                  </a:cubicBezTo>
                  <a:cubicBezTo>
                    <a:pt x="12" y="2"/>
                    <a:pt x="0" y="14"/>
                    <a:pt x="0" y="31"/>
                  </a:cubicBezTo>
                  <a:cubicBezTo>
                    <a:pt x="0" y="41"/>
                    <a:pt x="4" y="52"/>
                    <a:pt x="15" y="63"/>
                  </a:cubicBezTo>
                  <a:cubicBezTo>
                    <a:pt x="16" y="64"/>
                    <a:pt x="17" y="64"/>
                    <a:pt x="18" y="64"/>
                  </a:cubicBezTo>
                  <a:cubicBezTo>
                    <a:pt x="19" y="64"/>
                    <a:pt x="20" y="64"/>
                    <a:pt x="21" y="63"/>
                  </a:cubicBezTo>
                  <a:cubicBezTo>
                    <a:pt x="22" y="61"/>
                    <a:pt x="22" y="59"/>
                    <a:pt x="20" y="57"/>
                  </a:cubicBezTo>
                  <a:cubicBezTo>
                    <a:pt x="10" y="48"/>
                    <a:pt x="8" y="39"/>
                    <a:pt x="8" y="31"/>
                  </a:cubicBezTo>
                  <a:cubicBezTo>
                    <a:pt x="8" y="24"/>
                    <a:pt x="10" y="18"/>
                    <a:pt x="13" y="14"/>
                  </a:cubicBezTo>
                  <a:cubicBezTo>
                    <a:pt x="14" y="12"/>
                    <a:pt x="15" y="10"/>
                    <a:pt x="16" y="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9" name="Freeform 70"/>
            <p:cNvSpPr>
              <a:spLocks noEditPoints="1"/>
            </p:cNvSpPr>
            <p:nvPr/>
          </p:nvSpPr>
          <p:spPr bwMode="auto">
            <a:xfrm>
              <a:off x="3268663" y="2732088"/>
              <a:ext cx="68262" cy="88900"/>
            </a:xfrm>
            <a:custGeom>
              <a:avLst/>
              <a:gdLst>
                <a:gd name="T0" fmla="*/ 6 w 45"/>
                <a:gd name="T1" fmla="*/ 49 h 59"/>
                <a:gd name="T2" fmla="*/ 16 w 45"/>
                <a:gd name="T3" fmla="*/ 57 h 59"/>
                <a:gd name="T4" fmla="*/ 28 w 45"/>
                <a:gd name="T5" fmla="*/ 56 h 59"/>
                <a:gd name="T6" fmla="*/ 41 w 45"/>
                <a:gd name="T7" fmla="*/ 42 h 59"/>
                <a:gd name="T8" fmla="*/ 45 w 45"/>
                <a:gd name="T9" fmla="*/ 20 h 59"/>
                <a:gd name="T10" fmla="*/ 45 w 45"/>
                <a:gd name="T11" fmla="*/ 20 h 59"/>
                <a:gd name="T12" fmla="*/ 43 w 45"/>
                <a:gd name="T13" fmla="*/ 13 h 59"/>
                <a:gd name="T14" fmla="*/ 33 w 45"/>
                <a:gd name="T15" fmla="*/ 2 h 59"/>
                <a:gd name="T16" fmla="*/ 17 w 45"/>
                <a:gd name="T17" fmla="*/ 3 h 59"/>
                <a:gd name="T18" fmla="*/ 2 w 45"/>
                <a:gd name="T19" fmla="*/ 23 h 59"/>
                <a:gd name="T20" fmla="*/ 6 w 45"/>
                <a:gd name="T21" fmla="*/ 49 h 59"/>
                <a:gd name="T22" fmla="*/ 15 w 45"/>
                <a:gd name="T23" fmla="*/ 17 h 59"/>
                <a:gd name="T24" fmla="*/ 15 w 45"/>
                <a:gd name="T25" fmla="*/ 17 h 59"/>
                <a:gd name="T26" fmla="*/ 20 w 45"/>
                <a:gd name="T27" fmla="*/ 12 h 59"/>
                <a:gd name="T28" fmla="*/ 27 w 45"/>
                <a:gd name="T29" fmla="*/ 12 h 59"/>
                <a:gd name="T30" fmla="*/ 32 w 45"/>
                <a:gd name="T31" fmla="*/ 19 h 59"/>
                <a:gd name="T32" fmla="*/ 33 w 45"/>
                <a:gd name="T33" fmla="*/ 35 h 59"/>
                <a:gd name="T34" fmla="*/ 25 w 45"/>
                <a:gd name="T35" fmla="*/ 47 h 59"/>
                <a:gd name="T36" fmla="*/ 20 w 45"/>
                <a:gd name="T37" fmla="*/ 47 h 59"/>
                <a:gd name="T38" fmla="*/ 16 w 45"/>
                <a:gd name="T39" fmla="*/ 42 h 59"/>
                <a:gd name="T40" fmla="*/ 13 w 45"/>
                <a:gd name="T41" fmla="*/ 29 h 59"/>
                <a:gd name="T42" fmla="*/ 15 w 45"/>
                <a:gd name="T43" fmla="*/ 1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5" h="59">
                  <a:moveTo>
                    <a:pt x="6" y="49"/>
                  </a:moveTo>
                  <a:cubicBezTo>
                    <a:pt x="9" y="53"/>
                    <a:pt x="12" y="56"/>
                    <a:pt x="16" y="57"/>
                  </a:cubicBezTo>
                  <a:cubicBezTo>
                    <a:pt x="21" y="59"/>
                    <a:pt x="25" y="58"/>
                    <a:pt x="28" y="56"/>
                  </a:cubicBezTo>
                  <a:cubicBezTo>
                    <a:pt x="33" y="54"/>
                    <a:pt x="37" y="49"/>
                    <a:pt x="41" y="42"/>
                  </a:cubicBezTo>
                  <a:cubicBezTo>
                    <a:pt x="44" y="35"/>
                    <a:pt x="45" y="28"/>
                    <a:pt x="45" y="20"/>
                  </a:cubicBezTo>
                  <a:cubicBezTo>
                    <a:pt x="45" y="20"/>
                    <a:pt x="45" y="20"/>
                    <a:pt x="45" y="20"/>
                  </a:cubicBezTo>
                  <a:cubicBezTo>
                    <a:pt x="44" y="18"/>
                    <a:pt x="44" y="16"/>
                    <a:pt x="43" y="13"/>
                  </a:cubicBezTo>
                  <a:cubicBezTo>
                    <a:pt x="41" y="8"/>
                    <a:pt x="38" y="5"/>
                    <a:pt x="33" y="2"/>
                  </a:cubicBezTo>
                  <a:cubicBezTo>
                    <a:pt x="28" y="0"/>
                    <a:pt x="22" y="0"/>
                    <a:pt x="17" y="3"/>
                  </a:cubicBezTo>
                  <a:cubicBezTo>
                    <a:pt x="9" y="6"/>
                    <a:pt x="3" y="13"/>
                    <a:pt x="2" y="23"/>
                  </a:cubicBezTo>
                  <a:cubicBezTo>
                    <a:pt x="0" y="33"/>
                    <a:pt x="2" y="42"/>
                    <a:pt x="6" y="49"/>
                  </a:cubicBezTo>
                  <a:close/>
                  <a:moveTo>
                    <a:pt x="15" y="17"/>
                  </a:moveTo>
                  <a:cubicBezTo>
                    <a:pt x="15" y="17"/>
                    <a:pt x="15" y="17"/>
                    <a:pt x="15" y="17"/>
                  </a:cubicBezTo>
                  <a:cubicBezTo>
                    <a:pt x="16" y="15"/>
                    <a:pt x="18" y="13"/>
                    <a:pt x="20" y="12"/>
                  </a:cubicBezTo>
                  <a:cubicBezTo>
                    <a:pt x="22" y="11"/>
                    <a:pt x="25" y="11"/>
                    <a:pt x="27" y="12"/>
                  </a:cubicBezTo>
                  <a:cubicBezTo>
                    <a:pt x="29" y="14"/>
                    <a:pt x="31" y="16"/>
                    <a:pt x="32" y="19"/>
                  </a:cubicBezTo>
                  <a:cubicBezTo>
                    <a:pt x="35" y="24"/>
                    <a:pt x="34" y="29"/>
                    <a:pt x="33" y="35"/>
                  </a:cubicBezTo>
                  <a:cubicBezTo>
                    <a:pt x="31" y="41"/>
                    <a:pt x="28" y="45"/>
                    <a:pt x="25" y="47"/>
                  </a:cubicBezTo>
                  <a:cubicBezTo>
                    <a:pt x="23" y="48"/>
                    <a:pt x="22" y="48"/>
                    <a:pt x="20" y="47"/>
                  </a:cubicBezTo>
                  <a:cubicBezTo>
                    <a:pt x="18" y="46"/>
                    <a:pt x="17" y="44"/>
                    <a:pt x="16" y="42"/>
                  </a:cubicBezTo>
                  <a:cubicBezTo>
                    <a:pt x="14" y="38"/>
                    <a:pt x="13" y="34"/>
                    <a:pt x="13" y="29"/>
                  </a:cubicBezTo>
                  <a:cubicBezTo>
                    <a:pt x="13" y="24"/>
                    <a:pt x="13" y="20"/>
                    <a:pt x="15" y="1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0" name="Freeform 71"/>
            <p:cNvSpPr>
              <a:spLocks/>
            </p:cNvSpPr>
            <p:nvPr/>
          </p:nvSpPr>
          <p:spPr bwMode="auto">
            <a:xfrm>
              <a:off x="3348038" y="2708275"/>
              <a:ext cx="80962" cy="79375"/>
            </a:xfrm>
            <a:custGeom>
              <a:avLst/>
              <a:gdLst>
                <a:gd name="T0" fmla="*/ 5 w 54"/>
                <a:gd name="T1" fmla="*/ 41 h 53"/>
                <a:gd name="T2" fmla="*/ 12 w 54"/>
                <a:gd name="T3" fmla="*/ 51 h 53"/>
                <a:gd name="T4" fmla="*/ 20 w 54"/>
                <a:gd name="T5" fmla="*/ 52 h 53"/>
                <a:gd name="T6" fmla="*/ 30 w 54"/>
                <a:gd name="T7" fmla="*/ 44 h 53"/>
                <a:gd name="T8" fmla="*/ 37 w 54"/>
                <a:gd name="T9" fmla="*/ 30 h 53"/>
                <a:gd name="T10" fmla="*/ 42 w 54"/>
                <a:gd name="T11" fmla="*/ 42 h 53"/>
                <a:gd name="T12" fmla="*/ 48 w 54"/>
                <a:gd name="T13" fmla="*/ 46 h 53"/>
                <a:gd name="T14" fmla="*/ 52 w 54"/>
                <a:gd name="T15" fmla="*/ 44 h 53"/>
                <a:gd name="T16" fmla="*/ 54 w 54"/>
                <a:gd name="T17" fmla="*/ 40 h 53"/>
                <a:gd name="T18" fmla="*/ 52 w 54"/>
                <a:gd name="T19" fmla="*/ 39 h 53"/>
                <a:gd name="T20" fmla="*/ 46 w 54"/>
                <a:gd name="T21" fmla="*/ 26 h 53"/>
                <a:gd name="T22" fmla="*/ 45 w 54"/>
                <a:gd name="T23" fmla="*/ 8 h 53"/>
                <a:gd name="T24" fmla="*/ 46 w 54"/>
                <a:gd name="T25" fmla="*/ 5 h 53"/>
                <a:gd name="T26" fmla="*/ 39 w 54"/>
                <a:gd name="T27" fmla="*/ 1 h 53"/>
                <a:gd name="T28" fmla="*/ 35 w 54"/>
                <a:gd name="T29" fmla="*/ 4 h 53"/>
                <a:gd name="T30" fmla="*/ 33 w 54"/>
                <a:gd name="T31" fmla="*/ 15 h 53"/>
                <a:gd name="T32" fmla="*/ 27 w 54"/>
                <a:gd name="T33" fmla="*/ 32 h 53"/>
                <a:gd name="T34" fmla="*/ 19 w 54"/>
                <a:gd name="T35" fmla="*/ 42 h 53"/>
                <a:gd name="T36" fmla="*/ 14 w 54"/>
                <a:gd name="T37" fmla="*/ 37 h 53"/>
                <a:gd name="T38" fmla="*/ 13 w 54"/>
                <a:gd name="T39" fmla="*/ 28 h 53"/>
                <a:gd name="T40" fmla="*/ 14 w 54"/>
                <a:gd name="T41" fmla="*/ 18 h 53"/>
                <a:gd name="T42" fmla="*/ 14 w 54"/>
                <a:gd name="T43" fmla="*/ 9 h 53"/>
                <a:gd name="T44" fmla="*/ 11 w 54"/>
                <a:gd name="T45" fmla="*/ 6 h 53"/>
                <a:gd name="T46" fmla="*/ 6 w 54"/>
                <a:gd name="T47" fmla="*/ 5 h 53"/>
                <a:gd name="T48" fmla="*/ 0 w 54"/>
                <a:gd name="T49" fmla="*/ 11 h 53"/>
                <a:gd name="T50" fmla="*/ 2 w 54"/>
                <a:gd name="T51" fmla="*/ 25 h 53"/>
                <a:gd name="T52" fmla="*/ 5 w 54"/>
                <a:gd name="T53" fmla="*/ 4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4" h="53">
                  <a:moveTo>
                    <a:pt x="5" y="41"/>
                  </a:moveTo>
                  <a:cubicBezTo>
                    <a:pt x="7" y="46"/>
                    <a:pt x="9" y="49"/>
                    <a:pt x="12" y="51"/>
                  </a:cubicBezTo>
                  <a:cubicBezTo>
                    <a:pt x="15" y="52"/>
                    <a:pt x="18" y="53"/>
                    <a:pt x="20" y="52"/>
                  </a:cubicBezTo>
                  <a:cubicBezTo>
                    <a:pt x="24" y="51"/>
                    <a:pt x="27" y="48"/>
                    <a:pt x="30" y="44"/>
                  </a:cubicBezTo>
                  <a:cubicBezTo>
                    <a:pt x="33" y="40"/>
                    <a:pt x="35" y="35"/>
                    <a:pt x="37" y="30"/>
                  </a:cubicBezTo>
                  <a:cubicBezTo>
                    <a:pt x="38" y="35"/>
                    <a:pt x="40" y="39"/>
                    <a:pt x="42" y="42"/>
                  </a:cubicBezTo>
                  <a:cubicBezTo>
                    <a:pt x="43" y="45"/>
                    <a:pt x="46" y="46"/>
                    <a:pt x="48" y="46"/>
                  </a:cubicBezTo>
                  <a:cubicBezTo>
                    <a:pt x="49" y="46"/>
                    <a:pt x="51" y="45"/>
                    <a:pt x="52" y="44"/>
                  </a:cubicBezTo>
                  <a:cubicBezTo>
                    <a:pt x="53" y="43"/>
                    <a:pt x="54" y="41"/>
                    <a:pt x="54" y="40"/>
                  </a:cubicBezTo>
                  <a:cubicBezTo>
                    <a:pt x="53" y="40"/>
                    <a:pt x="53" y="39"/>
                    <a:pt x="52" y="39"/>
                  </a:cubicBezTo>
                  <a:cubicBezTo>
                    <a:pt x="49" y="38"/>
                    <a:pt x="47" y="34"/>
                    <a:pt x="46" y="26"/>
                  </a:cubicBezTo>
                  <a:cubicBezTo>
                    <a:pt x="44" y="20"/>
                    <a:pt x="44" y="14"/>
                    <a:pt x="45" y="8"/>
                  </a:cubicBezTo>
                  <a:cubicBezTo>
                    <a:pt x="46" y="7"/>
                    <a:pt x="46" y="6"/>
                    <a:pt x="46" y="5"/>
                  </a:cubicBezTo>
                  <a:cubicBezTo>
                    <a:pt x="45" y="2"/>
                    <a:pt x="43" y="0"/>
                    <a:pt x="39" y="1"/>
                  </a:cubicBezTo>
                  <a:cubicBezTo>
                    <a:pt x="37" y="1"/>
                    <a:pt x="36" y="2"/>
                    <a:pt x="35" y="4"/>
                  </a:cubicBezTo>
                  <a:cubicBezTo>
                    <a:pt x="34" y="6"/>
                    <a:pt x="33" y="9"/>
                    <a:pt x="33" y="15"/>
                  </a:cubicBezTo>
                  <a:cubicBezTo>
                    <a:pt x="33" y="20"/>
                    <a:pt x="31" y="26"/>
                    <a:pt x="27" y="32"/>
                  </a:cubicBezTo>
                  <a:cubicBezTo>
                    <a:pt x="24" y="38"/>
                    <a:pt x="21" y="41"/>
                    <a:pt x="19" y="42"/>
                  </a:cubicBezTo>
                  <a:cubicBezTo>
                    <a:pt x="17" y="42"/>
                    <a:pt x="16" y="41"/>
                    <a:pt x="14" y="37"/>
                  </a:cubicBezTo>
                  <a:cubicBezTo>
                    <a:pt x="14" y="36"/>
                    <a:pt x="14" y="33"/>
                    <a:pt x="13" y="28"/>
                  </a:cubicBezTo>
                  <a:cubicBezTo>
                    <a:pt x="13" y="24"/>
                    <a:pt x="13" y="20"/>
                    <a:pt x="14" y="18"/>
                  </a:cubicBezTo>
                  <a:cubicBezTo>
                    <a:pt x="14" y="14"/>
                    <a:pt x="14" y="11"/>
                    <a:pt x="14" y="9"/>
                  </a:cubicBezTo>
                  <a:cubicBezTo>
                    <a:pt x="13" y="7"/>
                    <a:pt x="12" y="6"/>
                    <a:pt x="11" y="6"/>
                  </a:cubicBezTo>
                  <a:cubicBezTo>
                    <a:pt x="9" y="5"/>
                    <a:pt x="8" y="5"/>
                    <a:pt x="6" y="5"/>
                  </a:cubicBezTo>
                  <a:cubicBezTo>
                    <a:pt x="3" y="6"/>
                    <a:pt x="1" y="8"/>
                    <a:pt x="0" y="11"/>
                  </a:cubicBezTo>
                  <a:cubicBezTo>
                    <a:pt x="1" y="14"/>
                    <a:pt x="2" y="18"/>
                    <a:pt x="2" y="25"/>
                  </a:cubicBezTo>
                  <a:cubicBezTo>
                    <a:pt x="3" y="32"/>
                    <a:pt x="4" y="38"/>
                    <a:pt x="5" y="4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1" name="Freeform 72"/>
            <p:cNvSpPr>
              <a:spLocks/>
            </p:cNvSpPr>
            <p:nvPr/>
          </p:nvSpPr>
          <p:spPr bwMode="auto">
            <a:xfrm>
              <a:off x="3438525" y="2693988"/>
              <a:ext cx="63500" cy="79375"/>
            </a:xfrm>
            <a:custGeom>
              <a:avLst/>
              <a:gdLst>
                <a:gd name="T0" fmla="*/ 6 w 42"/>
                <a:gd name="T1" fmla="*/ 48 h 52"/>
                <a:gd name="T2" fmla="*/ 17 w 42"/>
                <a:gd name="T3" fmla="*/ 51 h 52"/>
                <a:gd name="T4" fmla="*/ 34 w 42"/>
                <a:gd name="T5" fmla="*/ 45 h 52"/>
                <a:gd name="T6" fmla="*/ 42 w 42"/>
                <a:gd name="T7" fmla="*/ 37 h 52"/>
                <a:gd name="T8" fmla="*/ 39 w 42"/>
                <a:gd name="T9" fmla="*/ 34 h 52"/>
                <a:gd name="T10" fmla="*/ 34 w 42"/>
                <a:gd name="T11" fmla="*/ 37 h 52"/>
                <a:gd name="T12" fmla="*/ 19 w 42"/>
                <a:gd name="T13" fmla="*/ 42 h 52"/>
                <a:gd name="T14" fmla="*/ 12 w 42"/>
                <a:gd name="T15" fmla="*/ 37 h 52"/>
                <a:gd name="T16" fmla="*/ 16 w 42"/>
                <a:gd name="T17" fmla="*/ 20 h 52"/>
                <a:gd name="T18" fmla="*/ 26 w 42"/>
                <a:gd name="T19" fmla="*/ 10 h 52"/>
                <a:gd name="T20" fmla="*/ 29 w 42"/>
                <a:gd name="T21" fmla="*/ 14 h 52"/>
                <a:gd name="T22" fmla="*/ 35 w 42"/>
                <a:gd name="T23" fmla="*/ 20 h 52"/>
                <a:gd name="T24" fmla="*/ 38 w 42"/>
                <a:gd name="T25" fmla="*/ 18 h 52"/>
                <a:gd name="T26" fmla="*/ 40 w 42"/>
                <a:gd name="T27" fmla="*/ 13 h 52"/>
                <a:gd name="T28" fmla="*/ 37 w 42"/>
                <a:gd name="T29" fmla="*/ 4 h 52"/>
                <a:gd name="T30" fmla="*/ 28 w 42"/>
                <a:gd name="T31" fmla="*/ 0 h 52"/>
                <a:gd name="T32" fmla="*/ 8 w 42"/>
                <a:gd name="T33" fmla="*/ 13 h 52"/>
                <a:gd name="T34" fmla="*/ 1 w 42"/>
                <a:gd name="T35" fmla="*/ 38 h 52"/>
                <a:gd name="T36" fmla="*/ 6 w 42"/>
                <a:gd name="T37" fmla="*/ 4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52">
                  <a:moveTo>
                    <a:pt x="6" y="48"/>
                  </a:moveTo>
                  <a:cubicBezTo>
                    <a:pt x="9" y="51"/>
                    <a:pt x="13" y="52"/>
                    <a:pt x="17" y="51"/>
                  </a:cubicBezTo>
                  <a:cubicBezTo>
                    <a:pt x="23" y="51"/>
                    <a:pt x="28" y="49"/>
                    <a:pt x="34" y="45"/>
                  </a:cubicBezTo>
                  <a:cubicBezTo>
                    <a:pt x="39" y="42"/>
                    <a:pt x="42" y="39"/>
                    <a:pt x="42" y="37"/>
                  </a:cubicBezTo>
                  <a:cubicBezTo>
                    <a:pt x="42" y="35"/>
                    <a:pt x="41" y="34"/>
                    <a:pt x="39" y="34"/>
                  </a:cubicBezTo>
                  <a:cubicBezTo>
                    <a:pt x="38" y="34"/>
                    <a:pt x="36" y="35"/>
                    <a:pt x="34" y="37"/>
                  </a:cubicBezTo>
                  <a:cubicBezTo>
                    <a:pt x="29" y="40"/>
                    <a:pt x="24" y="42"/>
                    <a:pt x="19" y="42"/>
                  </a:cubicBezTo>
                  <a:cubicBezTo>
                    <a:pt x="14" y="42"/>
                    <a:pt x="12" y="41"/>
                    <a:pt x="12" y="37"/>
                  </a:cubicBezTo>
                  <a:cubicBezTo>
                    <a:pt x="11" y="32"/>
                    <a:pt x="13" y="26"/>
                    <a:pt x="16" y="20"/>
                  </a:cubicBezTo>
                  <a:cubicBezTo>
                    <a:pt x="20" y="13"/>
                    <a:pt x="24" y="10"/>
                    <a:pt x="26" y="10"/>
                  </a:cubicBezTo>
                  <a:cubicBezTo>
                    <a:pt x="28" y="10"/>
                    <a:pt x="28" y="11"/>
                    <a:pt x="29" y="14"/>
                  </a:cubicBezTo>
                  <a:cubicBezTo>
                    <a:pt x="30" y="18"/>
                    <a:pt x="32" y="20"/>
                    <a:pt x="35" y="20"/>
                  </a:cubicBezTo>
                  <a:cubicBezTo>
                    <a:pt x="36" y="20"/>
                    <a:pt x="37" y="19"/>
                    <a:pt x="38" y="18"/>
                  </a:cubicBezTo>
                  <a:cubicBezTo>
                    <a:pt x="39" y="17"/>
                    <a:pt x="40" y="15"/>
                    <a:pt x="40" y="13"/>
                  </a:cubicBezTo>
                  <a:cubicBezTo>
                    <a:pt x="40" y="10"/>
                    <a:pt x="39" y="7"/>
                    <a:pt x="37" y="4"/>
                  </a:cubicBezTo>
                  <a:cubicBezTo>
                    <a:pt x="34" y="2"/>
                    <a:pt x="31" y="0"/>
                    <a:pt x="28" y="0"/>
                  </a:cubicBezTo>
                  <a:cubicBezTo>
                    <a:pt x="21" y="0"/>
                    <a:pt x="14" y="5"/>
                    <a:pt x="8" y="13"/>
                  </a:cubicBezTo>
                  <a:cubicBezTo>
                    <a:pt x="2" y="22"/>
                    <a:pt x="0" y="31"/>
                    <a:pt x="1" y="38"/>
                  </a:cubicBezTo>
                  <a:cubicBezTo>
                    <a:pt x="1" y="43"/>
                    <a:pt x="3" y="46"/>
                    <a:pt x="6" y="4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2" name="Freeform 73"/>
            <p:cNvSpPr>
              <a:spLocks/>
            </p:cNvSpPr>
            <p:nvPr/>
          </p:nvSpPr>
          <p:spPr bwMode="auto">
            <a:xfrm>
              <a:off x="3511550" y="2665413"/>
              <a:ext cx="80962" cy="109538"/>
            </a:xfrm>
            <a:custGeom>
              <a:avLst/>
              <a:gdLst>
                <a:gd name="T0" fmla="*/ 6 w 54"/>
                <a:gd name="T1" fmla="*/ 69 h 72"/>
                <a:gd name="T2" fmla="*/ 9 w 54"/>
                <a:gd name="T3" fmla="*/ 68 h 72"/>
                <a:gd name="T4" fmla="*/ 13 w 54"/>
                <a:gd name="T5" fmla="*/ 63 h 72"/>
                <a:gd name="T6" fmla="*/ 26 w 54"/>
                <a:gd name="T7" fmla="*/ 49 h 72"/>
                <a:gd name="T8" fmla="*/ 38 w 54"/>
                <a:gd name="T9" fmla="*/ 41 h 72"/>
                <a:gd name="T10" fmla="*/ 41 w 54"/>
                <a:gd name="T11" fmla="*/ 44 h 72"/>
                <a:gd name="T12" fmla="*/ 40 w 54"/>
                <a:gd name="T13" fmla="*/ 55 h 72"/>
                <a:gd name="T14" fmla="*/ 42 w 54"/>
                <a:gd name="T15" fmla="*/ 67 h 72"/>
                <a:gd name="T16" fmla="*/ 48 w 54"/>
                <a:gd name="T17" fmla="*/ 72 h 72"/>
                <a:gd name="T18" fmla="*/ 52 w 54"/>
                <a:gd name="T19" fmla="*/ 72 h 72"/>
                <a:gd name="T20" fmla="*/ 54 w 54"/>
                <a:gd name="T21" fmla="*/ 70 h 72"/>
                <a:gd name="T22" fmla="*/ 54 w 54"/>
                <a:gd name="T23" fmla="*/ 66 h 72"/>
                <a:gd name="T24" fmla="*/ 52 w 54"/>
                <a:gd name="T25" fmla="*/ 62 h 72"/>
                <a:gd name="T26" fmla="*/ 51 w 54"/>
                <a:gd name="T27" fmla="*/ 56 h 72"/>
                <a:gd name="T28" fmla="*/ 52 w 54"/>
                <a:gd name="T29" fmla="*/ 48 h 72"/>
                <a:gd name="T30" fmla="*/ 50 w 54"/>
                <a:gd name="T31" fmla="*/ 35 h 72"/>
                <a:gd name="T32" fmla="*/ 44 w 54"/>
                <a:gd name="T33" fmla="*/ 31 h 72"/>
                <a:gd name="T34" fmla="*/ 30 w 54"/>
                <a:gd name="T35" fmla="*/ 34 h 72"/>
                <a:gd name="T36" fmla="*/ 14 w 54"/>
                <a:gd name="T37" fmla="*/ 49 h 72"/>
                <a:gd name="T38" fmla="*/ 19 w 54"/>
                <a:gd name="T39" fmla="*/ 37 h 72"/>
                <a:gd name="T40" fmla="*/ 26 w 54"/>
                <a:gd name="T41" fmla="*/ 18 h 72"/>
                <a:gd name="T42" fmla="*/ 29 w 54"/>
                <a:gd name="T43" fmla="*/ 8 h 72"/>
                <a:gd name="T44" fmla="*/ 27 w 54"/>
                <a:gd name="T45" fmla="*/ 3 h 72"/>
                <a:gd name="T46" fmla="*/ 22 w 54"/>
                <a:gd name="T47" fmla="*/ 0 h 72"/>
                <a:gd name="T48" fmla="*/ 17 w 54"/>
                <a:gd name="T49" fmla="*/ 2 h 72"/>
                <a:gd name="T50" fmla="*/ 13 w 54"/>
                <a:gd name="T51" fmla="*/ 10 h 72"/>
                <a:gd name="T52" fmla="*/ 2 w 54"/>
                <a:gd name="T53" fmla="*/ 57 h 72"/>
                <a:gd name="T54" fmla="*/ 0 w 54"/>
                <a:gd name="T55" fmla="*/ 64 h 72"/>
                <a:gd name="T56" fmla="*/ 2 w 54"/>
                <a:gd name="T57" fmla="*/ 68 h 72"/>
                <a:gd name="T58" fmla="*/ 6 w 54"/>
                <a:gd name="T59" fmla="*/ 6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4" h="72">
                  <a:moveTo>
                    <a:pt x="6" y="69"/>
                  </a:moveTo>
                  <a:cubicBezTo>
                    <a:pt x="7" y="69"/>
                    <a:pt x="8" y="69"/>
                    <a:pt x="9" y="68"/>
                  </a:cubicBezTo>
                  <a:cubicBezTo>
                    <a:pt x="10" y="67"/>
                    <a:pt x="11" y="65"/>
                    <a:pt x="13" y="63"/>
                  </a:cubicBezTo>
                  <a:cubicBezTo>
                    <a:pt x="15" y="59"/>
                    <a:pt x="19" y="54"/>
                    <a:pt x="26" y="49"/>
                  </a:cubicBezTo>
                  <a:cubicBezTo>
                    <a:pt x="32" y="43"/>
                    <a:pt x="36" y="41"/>
                    <a:pt x="38" y="41"/>
                  </a:cubicBezTo>
                  <a:cubicBezTo>
                    <a:pt x="40" y="42"/>
                    <a:pt x="40" y="43"/>
                    <a:pt x="41" y="44"/>
                  </a:cubicBezTo>
                  <a:cubicBezTo>
                    <a:pt x="41" y="46"/>
                    <a:pt x="41" y="50"/>
                    <a:pt x="40" y="55"/>
                  </a:cubicBezTo>
                  <a:cubicBezTo>
                    <a:pt x="40" y="60"/>
                    <a:pt x="40" y="64"/>
                    <a:pt x="42" y="67"/>
                  </a:cubicBezTo>
                  <a:cubicBezTo>
                    <a:pt x="43" y="70"/>
                    <a:pt x="45" y="71"/>
                    <a:pt x="48" y="72"/>
                  </a:cubicBezTo>
                  <a:cubicBezTo>
                    <a:pt x="49" y="72"/>
                    <a:pt x="51" y="72"/>
                    <a:pt x="52" y="72"/>
                  </a:cubicBezTo>
                  <a:cubicBezTo>
                    <a:pt x="53" y="71"/>
                    <a:pt x="54" y="70"/>
                    <a:pt x="54" y="70"/>
                  </a:cubicBezTo>
                  <a:cubicBezTo>
                    <a:pt x="54" y="69"/>
                    <a:pt x="54" y="67"/>
                    <a:pt x="54" y="66"/>
                  </a:cubicBezTo>
                  <a:cubicBezTo>
                    <a:pt x="53" y="65"/>
                    <a:pt x="52" y="63"/>
                    <a:pt x="52" y="62"/>
                  </a:cubicBezTo>
                  <a:cubicBezTo>
                    <a:pt x="52" y="60"/>
                    <a:pt x="51" y="58"/>
                    <a:pt x="51" y="56"/>
                  </a:cubicBezTo>
                  <a:cubicBezTo>
                    <a:pt x="51" y="54"/>
                    <a:pt x="51" y="52"/>
                    <a:pt x="52" y="48"/>
                  </a:cubicBezTo>
                  <a:cubicBezTo>
                    <a:pt x="52" y="42"/>
                    <a:pt x="52" y="37"/>
                    <a:pt x="50" y="35"/>
                  </a:cubicBezTo>
                  <a:cubicBezTo>
                    <a:pt x="49" y="33"/>
                    <a:pt x="47" y="32"/>
                    <a:pt x="44" y="31"/>
                  </a:cubicBezTo>
                  <a:cubicBezTo>
                    <a:pt x="39" y="30"/>
                    <a:pt x="35" y="31"/>
                    <a:pt x="30" y="34"/>
                  </a:cubicBezTo>
                  <a:cubicBezTo>
                    <a:pt x="26" y="36"/>
                    <a:pt x="20" y="41"/>
                    <a:pt x="14" y="49"/>
                  </a:cubicBezTo>
                  <a:cubicBezTo>
                    <a:pt x="15" y="46"/>
                    <a:pt x="17" y="42"/>
                    <a:pt x="19" y="37"/>
                  </a:cubicBezTo>
                  <a:cubicBezTo>
                    <a:pt x="22" y="28"/>
                    <a:pt x="25" y="22"/>
                    <a:pt x="26" y="18"/>
                  </a:cubicBezTo>
                  <a:cubicBezTo>
                    <a:pt x="28" y="14"/>
                    <a:pt x="29" y="11"/>
                    <a:pt x="29" y="8"/>
                  </a:cubicBezTo>
                  <a:cubicBezTo>
                    <a:pt x="29" y="6"/>
                    <a:pt x="29" y="4"/>
                    <a:pt x="27" y="3"/>
                  </a:cubicBezTo>
                  <a:cubicBezTo>
                    <a:pt x="26" y="2"/>
                    <a:pt x="24" y="1"/>
                    <a:pt x="22" y="0"/>
                  </a:cubicBezTo>
                  <a:cubicBezTo>
                    <a:pt x="21" y="0"/>
                    <a:pt x="19" y="1"/>
                    <a:pt x="17" y="2"/>
                  </a:cubicBezTo>
                  <a:cubicBezTo>
                    <a:pt x="16" y="3"/>
                    <a:pt x="14" y="6"/>
                    <a:pt x="13" y="10"/>
                  </a:cubicBezTo>
                  <a:cubicBezTo>
                    <a:pt x="10" y="26"/>
                    <a:pt x="6" y="42"/>
                    <a:pt x="2" y="57"/>
                  </a:cubicBezTo>
                  <a:cubicBezTo>
                    <a:pt x="1" y="61"/>
                    <a:pt x="0" y="63"/>
                    <a:pt x="0" y="64"/>
                  </a:cubicBezTo>
                  <a:cubicBezTo>
                    <a:pt x="0" y="65"/>
                    <a:pt x="1" y="67"/>
                    <a:pt x="2" y="68"/>
                  </a:cubicBezTo>
                  <a:cubicBezTo>
                    <a:pt x="3" y="68"/>
                    <a:pt x="4" y="69"/>
                    <a:pt x="6" y="6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3" name="Freeform 74"/>
            <p:cNvSpPr>
              <a:spLocks/>
            </p:cNvSpPr>
            <p:nvPr/>
          </p:nvSpPr>
          <p:spPr bwMode="auto">
            <a:xfrm>
              <a:off x="3600450" y="2763838"/>
              <a:ext cx="23812" cy="19050"/>
            </a:xfrm>
            <a:custGeom>
              <a:avLst/>
              <a:gdLst>
                <a:gd name="T0" fmla="*/ 9 w 16"/>
                <a:gd name="T1" fmla="*/ 11 h 12"/>
                <a:gd name="T2" fmla="*/ 13 w 16"/>
                <a:gd name="T3" fmla="*/ 10 h 12"/>
                <a:gd name="T4" fmla="*/ 15 w 16"/>
                <a:gd name="T5" fmla="*/ 7 h 12"/>
                <a:gd name="T6" fmla="*/ 15 w 16"/>
                <a:gd name="T7" fmla="*/ 4 h 12"/>
                <a:gd name="T8" fmla="*/ 11 w 16"/>
                <a:gd name="T9" fmla="*/ 1 h 12"/>
                <a:gd name="T10" fmla="*/ 5 w 16"/>
                <a:gd name="T11" fmla="*/ 0 h 12"/>
                <a:gd name="T12" fmla="*/ 2 w 16"/>
                <a:gd name="T13" fmla="*/ 1 h 12"/>
                <a:gd name="T14" fmla="*/ 1 w 16"/>
                <a:gd name="T15" fmla="*/ 5 h 12"/>
                <a:gd name="T16" fmla="*/ 1 w 16"/>
                <a:gd name="T17" fmla="*/ 10 h 12"/>
                <a:gd name="T18" fmla="*/ 4 w 16"/>
                <a:gd name="T19" fmla="*/ 12 h 12"/>
                <a:gd name="T20" fmla="*/ 9 w 16"/>
                <a:gd name="T21"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2">
                  <a:moveTo>
                    <a:pt x="9" y="11"/>
                  </a:moveTo>
                  <a:cubicBezTo>
                    <a:pt x="11" y="11"/>
                    <a:pt x="13" y="10"/>
                    <a:pt x="13" y="10"/>
                  </a:cubicBezTo>
                  <a:cubicBezTo>
                    <a:pt x="14" y="9"/>
                    <a:pt x="15" y="8"/>
                    <a:pt x="15" y="7"/>
                  </a:cubicBezTo>
                  <a:cubicBezTo>
                    <a:pt x="16" y="6"/>
                    <a:pt x="15" y="5"/>
                    <a:pt x="15" y="4"/>
                  </a:cubicBezTo>
                  <a:cubicBezTo>
                    <a:pt x="14" y="3"/>
                    <a:pt x="13" y="2"/>
                    <a:pt x="11" y="1"/>
                  </a:cubicBezTo>
                  <a:cubicBezTo>
                    <a:pt x="8" y="1"/>
                    <a:pt x="6" y="0"/>
                    <a:pt x="5" y="0"/>
                  </a:cubicBezTo>
                  <a:cubicBezTo>
                    <a:pt x="3" y="0"/>
                    <a:pt x="3" y="1"/>
                    <a:pt x="2" y="1"/>
                  </a:cubicBezTo>
                  <a:cubicBezTo>
                    <a:pt x="2" y="2"/>
                    <a:pt x="1" y="3"/>
                    <a:pt x="1" y="5"/>
                  </a:cubicBezTo>
                  <a:cubicBezTo>
                    <a:pt x="0" y="7"/>
                    <a:pt x="0" y="9"/>
                    <a:pt x="1" y="10"/>
                  </a:cubicBezTo>
                  <a:cubicBezTo>
                    <a:pt x="2" y="11"/>
                    <a:pt x="3" y="11"/>
                    <a:pt x="4" y="12"/>
                  </a:cubicBezTo>
                  <a:cubicBezTo>
                    <a:pt x="5" y="12"/>
                    <a:pt x="7" y="12"/>
                    <a:pt x="9" y="1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4" name="Freeform 75"/>
            <p:cNvSpPr>
              <a:spLocks/>
            </p:cNvSpPr>
            <p:nvPr/>
          </p:nvSpPr>
          <p:spPr bwMode="auto">
            <a:xfrm>
              <a:off x="3633788" y="2776538"/>
              <a:ext cx="23812" cy="17463"/>
            </a:xfrm>
            <a:custGeom>
              <a:avLst/>
              <a:gdLst>
                <a:gd name="T0" fmla="*/ 12 w 16"/>
                <a:gd name="T1" fmla="*/ 2 h 12"/>
                <a:gd name="T2" fmla="*/ 6 w 16"/>
                <a:gd name="T3" fmla="*/ 0 h 12"/>
                <a:gd name="T4" fmla="*/ 3 w 16"/>
                <a:gd name="T5" fmla="*/ 1 h 12"/>
                <a:gd name="T6" fmla="*/ 2 w 16"/>
                <a:gd name="T7" fmla="*/ 4 h 12"/>
                <a:gd name="T8" fmla="*/ 1 w 16"/>
                <a:gd name="T9" fmla="*/ 9 h 12"/>
                <a:gd name="T10" fmla="*/ 4 w 16"/>
                <a:gd name="T11" fmla="*/ 11 h 12"/>
                <a:gd name="T12" fmla="*/ 9 w 16"/>
                <a:gd name="T13" fmla="*/ 12 h 12"/>
                <a:gd name="T14" fmla="*/ 14 w 16"/>
                <a:gd name="T15" fmla="*/ 10 h 12"/>
                <a:gd name="T16" fmla="*/ 16 w 16"/>
                <a:gd name="T17" fmla="*/ 8 h 12"/>
                <a:gd name="T18" fmla="*/ 15 w 16"/>
                <a:gd name="T19" fmla="*/ 5 h 12"/>
                <a:gd name="T20" fmla="*/ 12 w 16"/>
                <a:gd name="T21"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2">
                  <a:moveTo>
                    <a:pt x="12" y="2"/>
                  </a:moveTo>
                  <a:cubicBezTo>
                    <a:pt x="9" y="1"/>
                    <a:pt x="7" y="0"/>
                    <a:pt x="6" y="0"/>
                  </a:cubicBezTo>
                  <a:cubicBezTo>
                    <a:pt x="4" y="0"/>
                    <a:pt x="3" y="1"/>
                    <a:pt x="3" y="1"/>
                  </a:cubicBezTo>
                  <a:cubicBezTo>
                    <a:pt x="3" y="2"/>
                    <a:pt x="2" y="3"/>
                    <a:pt x="2" y="4"/>
                  </a:cubicBezTo>
                  <a:cubicBezTo>
                    <a:pt x="1" y="7"/>
                    <a:pt x="0" y="8"/>
                    <a:pt x="1" y="9"/>
                  </a:cubicBezTo>
                  <a:cubicBezTo>
                    <a:pt x="2" y="10"/>
                    <a:pt x="3" y="11"/>
                    <a:pt x="4" y="11"/>
                  </a:cubicBezTo>
                  <a:cubicBezTo>
                    <a:pt x="5" y="12"/>
                    <a:pt x="7" y="12"/>
                    <a:pt x="9" y="12"/>
                  </a:cubicBezTo>
                  <a:cubicBezTo>
                    <a:pt x="11" y="11"/>
                    <a:pt x="13" y="11"/>
                    <a:pt x="14" y="10"/>
                  </a:cubicBezTo>
                  <a:cubicBezTo>
                    <a:pt x="14" y="10"/>
                    <a:pt x="15" y="9"/>
                    <a:pt x="16" y="8"/>
                  </a:cubicBezTo>
                  <a:cubicBezTo>
                    <a:pt x="16" y="7"/>
                    <a:pt x="16" y="6"/>
                    <a:pt x="15" y="5"/>
                  </a:cubicBezTo>
                  <a:cubicBezTo>
                    <a:pt x="15" y="4"/>
                    <a:pt x="14" y="3"/>
                    <a:pt x="12" y="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5" name="Freeform 76"/>
            <p:cNvSpPr>
              <a:spLocks/>
            </p:cNvSpPr>
            <p:nvPr/>
          </p:nvSpPr>
          <p:spPr bwMode="auto">
            <a:xfrm>
              <a:off x="3667125" y="2790825"/>
              <a:ext cx="23812" cy="19050"/>
            </a:xfrm>
            <a:custGeom>
              <a:avLst/>
              <a:gdLst>
                <a:gd name="T0" fmla="*/ 4 w 16"/>
                <a:gd name="T1" fmla="*/ 11 h 12"/>
                <a:gd name="T2" fmla="*/ 9 w 16"/>
                <a:gd name="T3" fmla="*/ 12 h 12"/>
                <a:gd name="T4" fmla="*/ 13 w 16"/>
                <a:gd name="T5" fmla="*/ 11 h 12"/>
                <a:gd name="T6" fmla="*/ 16 w 16"/>
                <a:gd name="T7" fmla="*/ 9 h 12"/>
                <a:gd name="T8" fmla="*/ 15 w 16"/>
                <a:gd name="T9" fmla="*/ 6 h 12"/>
                <a:gd name="T10" fmla="*/ 12 w 16"/>
                <a:gd name="T11" fmla="*/ 3 h 12"/>
                <a:gd name="T12" fmla="*/ 6 w 16"/>
                <a:gd name="T13" fmla="*/ 1 h 12"/>
                <a:gd name="T14" fmla="*/ 3 w 16"/>
                <a:gd name="T15" fmla="*/ 1 h 12"/>
                <a:gd name="T16" fmla="*/ 2 w 16"/>
                <a:gd name="T17" fmla="*/ 4 h 12"/>
                <a:gd name="T18" fmla="*/ 1 w 16"/>
                <a:gd name="T19" fmla="*/ 9 h 12"/>
                <a:gd name="T20" fmla="*/ 4 w 16"/>
                <a:gd name="T21"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2">
                  <a:moveTo>
                    <a:pt x="4" y="11"/>
                  </a:moveTo>
                  <a:cubicBezTo>
                    <a:pt x="5" y="12"/>
                    <a:pt x="6" y="12"/>
                    <a:pt x="9" y="12"/>
                  </a:cubicBezTo>
                  <a:cubicBezTo>
                    <a:pt x="11" y="12"/>
                    <a:pt x="12" y="11"/>
                    <a:pt x="13" y="11"/>
                  </a:cubicBezTo>
                  <a:cubicBezTo>
                    <a:pt x="14" y="11"/>
                    <a:pt x="15" y="10"/>
                    <a:pt x="16" y="9"/>
                  </a:cubicBezTo>
                  <a:cubicBezTo>
                    <a:pt x="16" y="8"/>
                    <a:pt x="16" y="7"/>
                    <a:pt x="15" y="6"/>
                  </a:cubicBezTo>
                  <a:cubicBezTo>
                    <a:pt x="15" y="5"/>
                    <a:pt x="14" y="4"/>
                    <a:pt x="12" y="3"/>
                  </a:cubicBezTo>
                  <a:cubicBezTo>
                    <a:pt x="10" y="2"/>
                    <a:pt x="8" y="1"/>
                    <a:pt x="6" y="1"/>
                  </a:cubicBezTo>
                  <a:cubicBezTo>
                    <a:pt x="5" y="0"/>
                    <a:pt x="4" y="0"/>
                    <a:pt x="3" y="1"/>
                  </a:cubicBezTo>
                  <a:cubicBezTo>
                    <a:pt x="3" y="2"/>
                    <a:pt x="2" y="3"/>
                    <a:pt x="2" y="4"/>
                  </a:cubicBezTo>
                  <a:cubicBezTo>
                    <a:pt x="0" y="6"/>
                    <a:pt x="0" y="8"/>
                    <a:pt x="1" y="9"/>
                  </a:cubicBezTo>
                  <a:cubicBezTo>
                    <a:pt x="1" y="10"/>
                    <a:pt x="2" y="10"/>
                    <a:pt x="4" y="1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46" name="组合 145"/>
          <p:cNvGrpSpPr/>
          <p:nvPr/>
        </p:nvGrpSpPr>
        <p:grpSpPr>
          <a:xfrm>
            <a:off x="3929063" y="2490788"/>
            <a:ext cx="1703387" cy="1558925"/>
            <a:chOff x="3929063" y="2490788"/>
            <a:chExt cx="1703387" cy="1558925"/>
          </a:xfrm>
        </p:grpSpPr>
        <p:sp>
          <p:nvSpPr>
            <p:cNvPr id="147" name="Oval 77"/>
            <p:cNvSpPr>
              <a:spLocks noChangeArrowheads="1"/>
            </p:cNvSpPr>
            <p:nvPr/>
          </p:nvSpPr>
          <p:spPr bwMode="auto">
            <a:xfrm>
              <a:off x="4240213" y="2605088"/>
              <a:ext cx="273050" cy="273050"/>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8" name="Freeform 78"/>
            <p:cNvSpPr>
              <a:spLocks/>
            </p:cNvSpPr>
            <p:nvPr/>
          </p:nvSpPr>
          <p:spPr bwMode="auto">
            <a:xfrm>
              <a:off x="4127500" y="3360738"/>
              <a:ext cx="230187" cy="688975"/>
            </a:xfrm>
            <a:custGeom>
              <a:avLst/>
              <a:gdLst>
                <a:gd name="T0" fmla="*/ 143 w 152"/>
                <a:gd name="T1" fmla="*/ 117 h 454"/>
                <a:gd name="T2" fmla="*/ 56 w 152"/>
                <a:gd name="T3" fmla="*/ 0 h 454"/>
                <a:gd name="T4" fmla="*/ 56 w 152"/>
                <a:gd name="T5" fmla="*/ 4 h 454"/>
                <a:gd name="T6" fmla="*/ 4 w 152"/>
                <a:gd name="T7" fmla="*/ 390 h 454"/>
                <a:gd name="T8" fmla="*/ 52 w 152"/>
                <a:gd name="T9" fmla="*/ 453 h 454"/>
                <a:gd name="T10" fmla="*/ 59 w 152"/>
                <a:gd name="T11" fmla="*/ 454 h 454"/>
                <a:gd name="T12" fmla="*/ 115 w 152"/>
                <a:gd name="T13" fmla="*/ 405 h 454"/>
                <a:gd name="T14" fmla="*/ 152 w 152"/>
                <a:gd name="T15" fmla="*/ 125 h 454"/>
                <a:gd name="T16" fmla="*/ 143 w 152"/>
                <a:gd name="T17" fmla="*/ 117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2" h="454">
                  <a:moveTo>
                    <a:pt x="143" y="117"/>
                  </a:moveTo>
                  <a:cubicBezTo>
                    <a:pt x="143" y="117"/>
                    <a:pt x="143" y="70"/>
                    <a:pt x="56" y="0"/>
                  </a:cubicBezTo>
                  <a:cubicBezTo>
                    <a:pt x="56" y="4"/>
                    <a:pt x="56" y="4"/>
                    <a:pt x="56" y="4"/>
                  </a:cubicBezTo>
                  <a:cubicBezTo>
                    <a:pt x="4" y="390"/>
                    <a:pt x="4" y="390"/>
                    <a:pt x="4" y="390"/>
                  </a:cubicBezTo>
                  <a:cubicBezTo>
                    <a:pt x="0" y="421"/>
                    <a:pt x="21" y="449"/>
                    <a:pt x="52" y="453"/>
                  </a:cubicBezTo>
                  <a:cubicBezTo>
                    <a:pt x="54" y="454"/>
                    <a:pt x="57" y="454"/>
                    <a:pt x="59" y="454"/>
                  </a:cubicBezTo>
                  <a:cubicBezTo>
                    <a:pt x="87" y="454"/>
                    <a:pt x="111" y="434"/>
                    <a:pt x="115" y="405"/>
                  </a:cubicBezTo>
                  <a:cubicBezTo>
                    <a:pt x="152" y="125"/>
                    <a:pt x="152" y="125"/>
                    <a:pt x="152" y="125"/>
                  </a:cubicBezTo>
                  <a:cubicBezTo>
                    <a:pt x="146" y="122"/>
                    <a:pt x="143" y="117"/>
                    <a:pt x="143" y="11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9" name="Freeform 79"/>
            <p:cNvSpPr>
              <a:spLocks/>
            </p:cNvSpPr>
            <p:nvPr/>
          </p:nvSpPr>
          <p:spPr bwMode="auto">
            <a:xfrm>
              <a:off x="4392613" y="3360738"/>
              <a:ext cx="231775" cy="688975"/>
            </a:xfrm>
            <a:custGeom>
              <a:avLst/>
              <a:gdLst>
                <a:gd name="T0" fmla="*/ 10 w 153"/>
                <a:gd name="T1" fmla="*/ 117 h 454"/>
                <a:gd name="T2" fmla="*/ 0 w 153"/>
                <a:gd name="T3" fmla="*/ 125 h 454"/>
                <a:gd name="T4" fmla="*/ 38 w 153"/>
                <a:gd name="T5" fmla="*/ 405 h 454"/>
                <a:gd name="T6" fmla="*/ 93 w 153"/>
                <a:gd name="T7" fmla="*/ 454 h 454"/>
                <a:gd name="T8" fmla="*/ 101 w 153"/>
                <a:gd name="T9" fmla="*/ 453 h 454"/>
                <a:gd name="T10" fmla="*/ 149 w 153"/>
                <a:gd name="T11" fmla="*/ 390 h 454"/>
                <a:gd name="T12" fmla="*/ 97 w 153"/>
                <a:gd name="T13" fmla="*/ 4 h 454"/>
                <a:gd name="T14" fmla="*/ 97 w 153"/>
                <a:gd name="T15" fmla="*/ 0 h 454"/>
                <a:gd name="T16" fmla="*/ 10 w 153"/>
                <a:gd name="T17" fmla="*/ 117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3" h="454">
                  <a:moveTo>
                    <a:pt x="10" y="117"/>
                  </a:moveTo>
                  <a:cubicBezTo>
                    <a:pt x="10" y="117"/>
                    <a:pt x="7" y="122"/>
                    <a:pt x="0" y="125"/>
                  </a:cubicBezTo>
                  <a:cubicBezTo>
                    <a:pt x="38" y="405"/>
                    <a:pt x="38" y="405"/>
                    <a:pt x="38" y="405"/>
                  </a:cubicBezTo>
                  <a:cubicBezTo>
                    <a:pt x="42" y="434"/>
                    <a:pt x="66" y="454"/>
                    <a:pt x="93" y="454"/>
                  </a:cubicBezTo>
                  <a:cubicBezTo>
                    <a:pt x="96" y="454"/>
                    <a:pt x="98" y="454"/>
                    <a:pt x="101" y="453"/>
                  </a:cubicBezTo>
                  <a:cubicBezTo>
                    <a:pt x="132" y="449"/>
                    <a:pt x="153" y="421"/>
                    <a:pt x="149" y="390"/>
                  </a:cubicBezTo>
                  <a:cubicBezTo>
                    <a:pt x="97" y="4"/>
                    <a:pt x="97" y="4"/>
                    <a:pt x="97" y="4"/>
                  </a:cubicBezTo>
                  <a:cubicBezTo>
                    <a:pt x="97" y="0"/>
                    <a:pt x="97" y="0"/>
                    <a:pt x="97" y="0"/>
                  </a:cubicBezTo>
                  <a:cubicBezTo>
                    <a:pt x="9" y="70"/>
                    <a:pt x="10" y="117"/>
                    <a:pt x="10" y="11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0" name="Freeform 80"/>
            <p:cNvSpPr>
              <a:spLocks/>
            </p:cNvSpPr>
            <p:nvPr/>
          </p:nvSpPr>
          <p:spPr bwMode="auto">
            <a:xfrm>
              <a:off x="3929063" y="2560638"/>
              <a:ext cx="892175" cy="863600"/>
            </a:xfrm>
            <a:custGeom>
              <a:avLst/>
              <a:gdLst>
                <a:gd name="T0" fmla="*/ 476 w 589"/>
                <a:gd name="T1" fmla="*/ 246 h 570"/>
                <a:gd name="T2" fmla="*/ 476 w 589"/>
                <a:gd name="T3" fmla="*/ 221 h 570"/>
                <a:gd name="T4" fmla="*/ 506 w 589"/>
                <a:gd name="T5" fmla="*/ 201 h 570"/>
                <a:gd name="T6" fmla="*/ 518 w 589"/>
                <a:gd name="T7" fmla="*/ 204 h 570"/>
                <a:gd name="T8" fmla="*/ 573 w 589"/>
                <a:gd name="T9" fmla="*/ 226 h 570"/>
                <a:gd name="T10" fmla="*/ 589 w 589"/>
                <a:gd name="T11" fmla="*/ 164 h 570"/>
                <a:gd name="T12" fmla="*/ 535 w 589"/>
                <a:gd name="T13" fmla="*/ 22 h 570"/>
                <a:gd name="T14" fmla="*/ 482 w 589"/>
                <a:gd name="T15" fmla="*/ 11 h 570"/>
                <a:gd name="T16" fmla="*/ 472 w 589"/>
                <a:gd name="T17" fmla="*/ 64 h 570"/>
                <a:gd name="T18" fmla="*/ 513 w 589"/>
                <a:gd name="T19" fmla="*/ 164 h 570"/>
                <a:gd name="T20" fmla="*/ 510 w 589"/>
                <a:gd name="T21" fmla="*/ 182 h 570"/>
                <a:gd name="T22" fmla="*/ 476 w 589"/>
                <a:gd name="T23" fmla="*/ 182 h 570"/>
                <a:gd name="T24" fmla="*/ 443 w 589"/>
                <a:gd name="T25" fmla="*/ 225 h 570"/>
                <a:gd name="T26" fmla="*/ 437 w 589"/>
                <a:gd name="T27" fmla="*/ 226 h 570"/>
                <a:gd name="T28" fmla="*/ 380 w 589"/>
                <a:gd name="T29" fmla="*/ 232 h 570"/>
                <a:gd name="T30" fmla="*/ 379 w 589"/>
                <a:gd name="T31" fmla="*/ 232 h 570"/>
                <a:gd name="T32" fmla="*/ 378 w 589"/>
                <a:gd name="T33" fmla="*/ 232 h 570"/>
                <a:gd name="T34" fmla="*/ 373 w 589"/>
                <a:gd name="T35" fmla="*/ 232 h 570"/>
                <a:gd name="T36" fmla="*/ 372 w 589"/>
                <a:gd name="T37" fmla="*/ 232 h 570"/>
                <a:gd name="T38" fmla="*/ 218 w 589"/>
                <a:gd name="T39" fmla="*/ 232 h 570"/>
                <a:gd name="T40" fmla="*/ 217 w 589"/>
                <a:gd name="T41" fmla="*/ 232 h 570"/>
                <a:gd name="T42" fmla="*/ 212 w 589"/>
                <a:gd name="T43" fmla="*/ 232 h 570"/>
                <a:gd name="T44" fmla="*/ 212 w 589"/>
                <a:gd name="T45" fmla="*/ 232 h 570"/>
                <a:gd name="T46" fmla="*/ 211 w 589"/>
                <a:gd name="T47" fmla="*/ 232 h 570"/>
                <a:gd name="T48" fmla="*/ 209 w 589"/>
                <a:gd name="T49" fmla="*/ 232 h 570"/>
                <a:gd name="T50" fmla="*/ 147 w 589"/>
                <a:gd name="T51" fmla="*/ 225 h 570"/>
                <a:gd name="T52" fmla="*/ 113 w 589"/>
                <a:gd name="T53" fmla="*/ 182 h 570"/>
                <a:gd name="T54" fmla="*/ 80 w 589"/>
                <a:gd name="T55" fmla="*/ 182 h 570"/>
                <a:gd name="T56" fmla="*/ 77 w 589"/>
                <a:gd name="T57" fmla="*/ 164 h 570"/>
                <a:gd name="T58" fmla="*/ 118 w 589"/>
                <a:gd name="T59" fmla="*/ 64 h 570"/>
                <a:gd name="T60" fmla="*/ 108 w 589"/>
                <a:gd name="T61" fmla="*/ 11 h 570"/>
                <a:gd name="T62" fmla="*/ 55 w 589"/>
                <a:gd name="T63" fmla="*/ 22 h 570"/>
                <a:gd name="T64" fmla="*/ 1 w 589"/>
                <a:gd name="T65" fmla="*/ 164 h 570"/>
                <a:gd name="T66" fmla="*/ 35 w 589"/>
                <a:gd name="T67" fmla="*/ 250 h 570"/>
                <a:gd name="T68" fmla="*/ 137 w 589"/>
                <a:gd name="T69" fmla="*/ 301 h 570"/>
                <a:gd name="T70" fmla="*/ 148 w 589"/>
                <a:gd name="T71" fmla="*/ 303 h 570"/>
                <a:gd name="T72" fmla="*/ 187 w 589"/>
                <a:gd name="T73" fmla="*/ 434 h 570"/>
                <a:gd name="T74" fmla="*/ 187 w 589"/>
                <a:gd name="T75" fmla="*/ 497 h 570"/>
                <a:gd name="T76" fmla="*/ 265 w 589"/>
                <a:gd name="T77" fmla="*/ 560 h 570"/>
                <a:gd name="T78" fmla="*/ 295 w 589"/>
                <a:gd name="T79" fmla="*/ 570 h 570"/>
                <a:gd name="T80" fmla="*/ 295 w 589"/>
                <a:gd name="T81" fmla="*/ 568 h 570"/>
                <a:gd name="T82" fmla="*/ 295 w 589"/>
                <a:gd name="T83" fmla="*/ 570 h 570"/>
                <a:gd name="T84" fmla="*/ 325 w 589"/>
                <a:gd name="T85" fmla="*/ 560 h 570"/>
                <a:gd name="T86" fmla="*/ 403 w 589"/>
                <a:gd name="T87" fmla="*/ 497 h 570"/>
                <a:gd name="T88" fmla="*/ 403 w 589"/>
                <a:gd name="T89" fmla="*/ 436 h 570"/>
                <a:gd name="T90" fmla="*/ 443 w 589"/>
                <a:gd name="T91" fmla="*/ 302 h 570"/>
                <a:gd name="T92" fmla="*/ 487 w 589"/>
                <a:gd name="T93" fmla="*/ 291 h 570"/>
                <a:gd name="T94" fmla="*/ 523 w 589"/>
                <a:gd name="T95" fmla="*/ 275 h 570"/>
                <a:gd name="T96" fmla="*/ 494 w 589"/>
                <a:gd name="T97" fmla="*/ 263 h 570"/>
                <a:gd name="T98" fmla="*/ 476 w 589"/>
                <a:gd name="T99" fmla="*/ 246 h 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89" h="570">
                  <a:moveTo>
                    <a:pt x="476" y="246"/>
                  </a:moveTo>
                  <a:cubicBezTo>
                    <a:pt x="473" y="238"/>
                    <a:pt x="473" y="229"/>
                    <a:pt x="476" y="221"/>
                  </a:cubicBezTo>
                  <a:cubicBezTo>
                    <a:pt x="481" y="209"/>
                    <a:pt x="493" y="201"/>
                    <a:pt x="506" y="201"/>
                  </a:cubicBezTo>
                  <a:cubicBezTo>
                    <a:pt x="510" y="201"/>
                    <a:pt x="514" y="202"/>
                    <a:pt x="518" y="204"/>
                  </a:cubicBezTo>
                  <a:cubicBezTo>
                    <a:pt x="573" y="226"/>
                    <a:pt x="573" y="226"/>
                    <a:pt x="573" y="226"/>
                  </a:cubicBezTo>
                  <a:cubicBezTo>
                    <a:pt x="583" y="209"/>
                    <a:pt x="589" y="187"/>
                    <a:pt x="589" y="164"/>
                  </a:cubicBezTo>
                  <a:cubicBezTo>
                    <a:pt x="589" y="122"/>
                    <a:pt x="571" y="76"/>
                    <a:pt x="535" y="22"/>
                  </a:cubicBezTo>
                  <a:cubicBezTo>
                    <a:pt x="523" y="4"/>
                    <a:pt x="499" y="0"/>
                    <a:pt x="482" y="11"/>
                  </a:cubicBezTo>
                  <a:cubicBezTo>
                    <a:pt x="465" y="23"/>
                    <a:pt x="460" y="47"/>
                    <a:pt x="472" y="64"/>
                  </a:cubicBezTo>
                  <a:cubicBezTo>
                    <a:pt x="504" y="112"/>
                    <a:pt x="513" y="145"/>
                    <a:pt x="513" y="164"/>
                  </a:cubicBezTo>
                  <a:cubicBezTo>
                    <a:pt x="513" y="172"/>
                    <a:pt x="512" y="177"/>
                    <a:pt x="510" y="182"/>
                  </a:cubicBezTo>
                  <a:cubicBezTo>
                    <a:pt x="500" y="179"/>
                    <a:pt x="488" y="179"/>
                    <a:pt x="476" y="182"/>
                  </a:cubicBezTo>
                  <a:cubicBezTo>
                    <a:pt x="455" y="190"/>
                    <a:pt x="441" y="208"/>
                    <a:pt x="443" y="225"/>
                  </a:cubicBezTo>
                  <a:cubicBezTo>
                    <a:pt x="441" y="225"/>
                    <a:pt x="439" y="226"/>
                    <a:pt x="437" y="226"/>
                  </a:cubicBezTo>
                  <a:cubicBezTo>
                    <a:pt x="412" y="231"/>
                    <a:pt x="388" y="232"/>
                    <a:pt x="380" y="232"/>
                  </a:cubicBezTo>
                  <a:cubicBezTo>
                    <a:pt x="380" y="232"/>
                    <a:pt x="379" y="232"/>
                    <a:pt x="379" y="232"/>
                  </a:cubicBezTo>
                  <a:cubicBezTo>
                    <a:pt x="378" y="232"/>
                    <a:pt x="378" y="232"/>
                    <a:pt x="378" y="232"/>
                  </a:cubicBezTo>
                  <a:cubicBezTo>
                    <a:pt x="376" y="232"/>
                    <a:pt x="374" y="232"/>
                    <a:pt x="373" y="232"/>
                  </a:cubicBezTo>
                  <a:cubicBezTo>
                    <a:pt x="373" y="232"/>
                    <a:pt x="372" y="232"/>
                    <a:pt x="372" y="232"/>
                  </a:cubicBezTo>
                  <a:cubicBezTo>
                    <a:pt x="218" y="232"/>
                    <a:pt x="218" y="232"/>
                    <a:pt x="218" y="232"/>
                  </a:cubicBezTo>
                  <a:cubicBezTo>
                    <a:pt x="217" y="232"/>
                    <a:pt x="217" y="232"/>
                    <a:pt x="217" y="232"/>
                  </a:cubicBezTo>
                  <a:cubicBezTo>
                    <a:pt x="215" y="232"/>
                    <a:pt x="213" y="232"/>
                    <a:pt x="212" y="232"/>
                  </a:cubicBezTo>
                  <a:cubicBezTo>
                    <a:pt x="212" y="232"/>
                    <a:pt x="212" y="232"/>
                    <a:pt x="212" y="232"/>
                  </a:cubicBezTo>
                  <a:cubicBezTo>
                    <a:pt x="212" y="232"/>
                    <a:pt x="212" y="232"/>
                    <a:pt x="211" y="232"/>
                  </a:cubicBezTo>
                  <a:cubicBezTo>
                    <a:pt x="211" y="232"/>
                    <a:pt x="210" y="232"/>
                    <a:pt x="209" y="232"/>
                  </a:cubicBezTo>
                  <a:cubicBezTo>
                    <a:pt x="202" y="232"/>
                    <a:pt x="174" y="231"/>
                    <a:pt x="147" y="225"/>
                  </a:cubicBezTo>
                  <a:cubicBezTo>
                    <a:pt x="148" y="208"/>
                    <a:pt x="135" y="190"/>
                    <a:pt x="113" y="182"/>
                  </a:cubicBezTo>
                  <a:cubicBezTo>
                    <a:pt x="101" y="179"/>
                    <a:pt x="89" y="179"/>
                    <a:pt x="80" y="182"/>
                  </a:cubicBezTo>
                  <a:cubicBezTo>
                    <a:pt x="78" y="177"/>
                    <a:pt x="77" y="172"/>
                    <a:pt x="77" y="164"/>
                  </a:cubicBezTo>
                  <a:cubicBezTo>
                    <a:pt x="76" y="145"/>
                    <a:pt x="86" y="112"/>
                    <a:pt x="118" y="64"/>
                  </a:cubicBezTo>
                  <a:cubicBezTo>
                    <a:pt x="130" y="47"/>
                    <a:pt x="125" y="23"/>
                    <a:pt x="108" y="11"/>
                  </a:cubicBezTo>
                  <a:cubicBezTo>
                    <a:pt x="90" y="0"/>
                    <a:pt x="67" y="4"/>
                    <a:pt x="55" y="22"/>
                  </a:cubicBezTo>
                  <a:cubicBezTo>
                    <a:pt x="18" y="76"/>
                    <a:pt x="1" y="122"/>
                    <a:pt x="1" y="164"/>
                  </a:cubicBezTo>
                  <a:cubicBezTo>
                    <a:pt x="0" y="199"/>
                    <a:pt x="14" y="230"/>
                    <a:pt x="35" y="250"/>
                  </a:cubicBezTo>
                  <a:cubicBezTo>
                    <a:pt x="65" y="281"/>
                    <a:pt x="104" y="293"/>
                    <a:pt x="137" y="301"/>
                  </a:cubicBezTo>
                  <a:cubicBezTo>
                    <a:pt x="141" y="301"/>
                    <a:pt x="144" y="302"/>
                    <a:pt x="148" y="303"/>
                  </a:cubicBezTo>
                  <a:cubicBezTo>
                    <a:pt x="155" y="342"/>
                    <a:pt x="168" y="400"/>
                    <a:pt x="187" y="434"/>
                  </a:cubicBezTo>
                  <a:cubicBezTo>
                    <a:pt x="187" y="497"/>
                    <a:pt x="187" y="497"/>
                    <a:pt x="187" y="497"/>
                  </a:cubicBezTo>
                  <a:cubicBezTo>
                    <a:pt x="265" y="560"/>
                    <a:pt x="265" y="560"/>
                    <a:pt x="265" y="560"/>
                  </a:cubicBezTo>
                  <a:cubicBezTo>
                    <a:pt x="265" y="560"/>
                    <a:pt x="281" y="570"/>
                    <a:pt x="295" y="570"/>
                  </a:cubicBezTo>
                  <a:cubicBezTo>
                    <a:pt x="295" y="568"/>
                    <a:pt x="295" y="568"/>
                    <a:pt x="295" y="568"/>
                  </a:cubicBezTo>
                  <a:cubicBezTo>
                    <a:pt x="295" y="570"/>
                    <a:pt x="295" y="570"/>
                    <a:pt x="295" y="570"/>
                  </a:cubicBezTo>
                  <a:cubicBezTo>
                    <a:pt x="309" y="570"/>
                    <a:pt x="325" y="560"/>
                    <a:pt x="325" y="560"/>
                  </a:cubicBezTo>
                  <a:cubicBezTo>
                    <a:pt x="403" y="497"/>
                    <a:pt x="403" y="497"/>
                    <a:pt x="403" y="497"/>
                  </a:cubicBezTo>
                  <a:cubicBezTo>
                    <a:pt x="403" y="436"/>
                    <a:pt x="403" y="436"/>
                    <a:pt x="403" y="436"/>
                  </a:cubicBezTo>
                  <a:cubicBezTo>
                    <a:pt x="423" y="402"/>
                    <a:pt x="436" y="343"/>
                    <a:pt x="443" y="302"/>
                  </a:cubicBezTo>
                  <a:cubicBezTo>
                    <a:pt x="457" y="300"/>
                    <a:pt x="472" y="296"/>
                    <a:pt x="487" y="291"/>
                  </a:cubicBezTo>
                  <a:cubicBezTo>
                    <a:pt x="499" y="287"/>
                    <a:pt x="511" y="282"/>
                    <a:pt x="523" y="275"/>
                  </a:cubicBezTo>
                  <a:cubicBezTo>
                    <a:pt x="494" y="263"/>
                    <a:pt x="494" y="263"/>
                    <a:pt x="494" y="263"/>
                  </a:cubicBezTo>
                  <a:cubicBezTo>
                    <a:pt x="486" y="260"/>
                    <a:pt x="479" y="254"/>
                    <a:pt x="476" y="24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1" name="Freeform 81"/>
            <p:cNvSpPr>
              <a:spLocks/>
            </p:cNvSpPr>
            <p:nvPr/>
          </p:nvSpPr>
          <p:spPr bwMode="auto">
            <a:xfrm>
              <a:off x="4937125" y="3573463"/>
              <a:ext cx="695325" cy="469900"/>
            </a:xfrm>
            <a:custGeom>
              <a:avLst/>
              <a:gdLst>
                <a:gd name="T0" fmla="*/ 452 w 459"/>
                <a:gd name="T1" fmla="*/ 32 h 310"/>
                <a:gd name="T2" fmla="*/ 401 w 459"/>
                <a:gd name="T3" fmla="*/ 8 h 310"/>
                <a:gd name="T4" fmla="*/ 282 w 459"/>
                <a:gd name="T5" fmla="*/ 49 h 310"/>
                <a:gd name="T6" fmla="*/ 271 w 459"/>
                <a:gd name="T7" fmla="*/ 24 h 310"/>
                <a:gd name="T8" fmla="*/ 197 w 459"/>
                <a:gd name="T9" fmla="*/ 30 h 310"/>
                <a:gd name="T10" fmla="*/ 118 w 459"/>
                <a:gd name="T11" fmla="*/ 21 h 310"/>
                <a:gd name="T12" fmla="*/ 10 w 459"/>
                <a:gd name="T13" fmla="*/ 253 h 310"/>
                <a:gd name="T14" fmla="*/ 29 w 459"/>
                <a:gd name="T15" fmla="*/ 306 h 310"/>
                <a:gd name="T16" fmla="*/ 46 w 459"/>
                <a:gd name="T17" fmla="*/ 310 h 310"/>
                <a:gd name="T18" fmla="*/ 82 w 459"/>
                <a:gd name="T19" fmla="*/ 287 h 310"/>
                <a:gd name="T20" fmla="*/ 194 w 459"/>
                <a:gd name="T21" fmla="*/ 48 h 310"/>
                <a:gd name="T22" fmla="*/ 223 w 459"/>
                <a:gd name="T23" fmla="*/ 115 h 310"/>
                <a:gd name="T24" fmla="*/ 260 w 459"/>
                <a:gd name="T25" fmla="*/ 140 h 310"/>
                <a:gd name="T26" fmla="*/ 273 w 459"/>
                <a:gd name="T27" fmla="*/ 137 h 310"/>
                <a:gd name="T28" fmla="*/ 427 w 459"/>
                <a:gd name="T29" fmla="*/ 83 h 310"/>
                <a:gd name="T30" fmla="*/ 452 w 459"/>
                <a:gd name="T31" fmla="*/ 32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9" h="310">
                  <a:moveTo>
                    <a:pt x="452" y="32"/>
                  </a:moveTo>
                  <a:cubicBezTo>
                    <a:pt x="444" y="11"/>
                    <a:pt x="422" y="0"/>
                    <a:pt x="401" y="8"/>
                  </a:cubicBezTo>
                  <a:cubicBezTo>
                    <a:pt x="282" y="49"/>
                    <a:pt x="282" y="49"/>
                    <a:pt x="282" y="49"/>
                  </a:cubicBezTo>
                  <a:cubicBezTo>
                    <a:pt x="271" y="24"/>
                    <a:pt x="271" y="24"/>
                    <a:pt x="271" y="24"/>
                  </a:cubicBezTo>
                  <a:cubicBezTo>
                    <a:pt x="252" y="28"/>
                    <a:pt x="227" y="30"/>
                    <a:pt x="197" y="30"/>
                  </a:cubicBezTo>
                  <a:cubicBezTo>
                    <a:pt x="163" y="30"/>
                    <a:pt x="137" y="26"/>
                    <a:pt x="118" y="21"/>
                  </a:cubicBezTo>
                  <a:cubicBezTo>
                    <a:pt x="10" y="253"/>
                    <a:pt x="10" y="253"/>
                    <a:pt x="10" y="253"/>
                  </a:cubicBezTo>
                  <a:cubicBezTo>
                    <a:pt x="0" y="273"/>
                    <a:pt x="9" y="297"/>
                    <a:pt x="29" y="306"/>
                  </a:cubicBezTo>
                  <a:cubicBezTo>
                    <a:pt x="35" y="309"/>
                    <a:pt x="40" y="310"/>
                    <a:pt x="46" y="310"/>
                  </a:cubicBezTo>
                  <a:cubicBezTo>
                    <a:pt x="61" y="310"/>
                    <a:pt x="75" y="301"/>
                    <a:pt x="82" y="287"/>
                  </a:cubicBezTo>
                  <a:cubicBezTo>
                    <a:pt x="194" y="48"/>
                    <a:pt x="194" y="48"/>
                    <a:pt x="194" y="48"/>
                  </a:cubicBezTo>
                  <a:cubicBezTo>
                    <a:pt x="223" y="115"/>
                    <a:pt x="223" y="115"/>
                    <a:pt x="223" y="115"/>
                  </a:cubicBezTo>
                  <a:cubicBezTo>
                    <a:pt x="230" y="131"/>
                    <a:pt x="244" y="140"/>
                    <a:pt x="260" y="140"/>
                  </a:cubicBezTo>
                  <a:cubicBezTo>
                    <a:pt x="264" y="140"/>
                    <a:pt x="269" y="139"/>
                    <a:pt x="273" y="137"/>
                  </a:cubicBezTo>
                  <a:cubicBezTo>
                    <a:pt x="427" y="83"/>
                    <a:pt x="427" y="83"/>
                    <a:pt x="427" y="83"/>
                  </a:cubicBezTo>
                  <a:cubicBezTo>
                    <a:pt x="448" y="76"/>
                    <a:pt x="459" y="53"/>
                    <a:pt x="452" y="3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2" name="Freeform 82"/>
            <p:cNvSpPr>
              <a:spLocks/>
            </p:cNvSpPr>
            <p:nvPr/>
          </p:nvSpPr>
          <p:spPr bwMode="auto">
            <a:xfrm>
              <a:off x="4895850" y="2709863"/>
              <a:ext cx="261937" cy="263525"/>
            </a:xfrm>
            <a:custGeom>
              <a:avLst/>
              <a:gdLst>
                <a:gd name="T0" fmla="*/ 101 w 173"/>
                <a:gd name="T1" fmla="*/ 8 h 174"/>
                <a:gd name="T2" fmla="*/ 8 w 173"/>
                <a:gd name="T3" fmla="*/ 73 h 174"/>
                <a:gd name="T4" fmla="*/ 72 w 173"/>
                <a:gd name="T5" fmla="*/ 166 h 174"/>
                <a:gd name="T6" fmla="*/ 165 w 173"/>
                <a:gd name="T7" fmla="*/ 102 h 174"/>
                <a:gd name="T8" fmla="*/ 101 w 173"/>
                <a:gd name="T9" fmla="*/ 8 h 174"/>
              </a:gdLst>
              <a:ahLst/>
              <a:cxnLst>
                <a:cxn ang="0">
                  <a:pos x="T0" y="T1"/>
                </a:cxn>
                <a:cxn ang="0">
                  <a:pos x="T2" y="T3"/>
                </a:cxn>
                <a:cxn ang="0">
                  <a:pos x="T4" y="T5"/>
                </a:cxn>
                <a:cxn ang="0">
                  <a:pos x="T6" y="T7"/>
                </a:cxn>
                <a:cxn ang="0">
                  <a:pos x="T8" y="T9"/>
                </a:cxn>
              </a:cxnLst>
              <a:rect l="0" t="0" r="r" b="b"/>
              <a:pathLst>
                <a:path w="173" h="174">
                  <a:moveTo>
                    <a:pt x="101" y="8"/>
                  </a:moveTo>
                  <a:cubicBezTo>
                    <a:pt x="58" y="0"/>
                    <a:pt x="16" y="29"/>
                    <a:pt x="8" y="73"/>
                  </a:cubicBezTo>
                  <a:cubicBezTo>
                    <a:pt x="0" y="116"/>
                    <a:pt x="29" y="158"/>
                    <a:pt x="72" y="166"/>
                  </a:cubicBezTo>
                  <a:cubicBezTo>
                    <a:pt x="116" y="174"/>
                    <a:pt x="157" y="145"/>
                    <a:pt x="165" y="102"/>
                  </a:cubicBezTo>
                  <a:cubicBezTo>
                    <a:pt x="173" y="58"/>
                    <a:pt x="145" y="16"/>
                    <a:pt x="101" y="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3" name="Freeform 83"/>
            <p:cNvSpPr>
              <a:spLocks/>
            </p:cNvSpPr>
            <p:nvPr/>
          </p:nvSpPr>
          <p:spPr bwMode="auto">
            <a:xfrm>
              <a:off x="4973638" y="2971800"/>
              <a:ext cx="450850" cy="635000"/>
            </a:xfrm>
            <a:custGeom>
              <a:avLst/>
              <a:gdLst>
                <a:gd name="T0" fmla="*/ 173 w 298"/>
                <a:gd name="T1" fmla="*/ 419 h 419"/>
                <a:gd name="T2" fmla="*/ 295 w 298"/>
                <a:gd name="T3" fmla="*/ 401 h 419"/>
                <a:gd name="T4" fmla="*/ 298 w 298"/>
                <a:gd name="T5" fmla="*/ 400 h 419"/>
                <a:gd name="T6" fmla="*/ 245 w 298"/>
                <a:gd name="T7" fmla="*/ 267 h 419"/>
                <a:gd name="T8" fmla="*/ 223 w 298"/>
                <a:gd name="T9" fmla="*/ 230 h 419"/>
                <a:gd name="T10" fmla="*/ 135 w 298"/>
                <a:gd name="T11" fmla="*/ 35 h 419"/>
                <a:gd name="T12" fmla="*/ 72 w 298"/>
                <a:gd name="T13" fmla="*/ 2 h 419"/>
                <a:gd name="T14" fmla="*/ 34 w 298"/>
                <a:gd name="T15" fmla="*/ 16 h 419"/>
                <a:gd name="T16" fmla="*/ 79 w 298"/>
                <a:gd name="T17" fmla="*/ 35 h 419"/>
                <a:gd name="T18" fmla="*/ 96 w 298"/>
                <a:gd name="T19" fmla="*/ 52 h 419"/>
                <a:gd name="T20" fmla="*/ 96 w 298"/>
                <a:gd name="T21" fmla="*/ 77 h 419"/>
                <a:gd name="T22" fmla="*/ 67 w 298"/>
                <a:gd name="T23" fmla="*/ 96 h 419"/>
                <a:gd name="T24" fmla="*/ 55 w 298"/>
                <a:gd name="T25" fmla="*/ 94 h 419"/>
                <a:gd name="T26" fmla="*/ 5 w 298"/>
                <a:gd name="T27" fmla="*/ 74 h 419"/>
                <a:gd name="T28" fmla="*/ 8 w 298"/>
                <a:gd name="T29" fmla="*/ 141 h 419"/>
                <a:gd name="T30" fmla="*/ 63 w 298"/>
                <a:gd name="T31" fmla="*/ 180 h 419"/>
                <a:gd name="T32" fmla="*/ 110 w 298"/>
                <a:gd name="T33" fmla="*/ 271 h 419"/>
                <a:gd name="T34" fmla="*/ 55 w 298"/>
                <a:gd name="T35" fmla="*/ 395 h 419"/>
                <a:gd name="T36" fmla="*/ 58 w 298"/>
                <a:gd name="T37" fmla="*/ 397 h 419"/>
                <a:gd name="T38" fmla="*/ 173 w 298"/>
                <a:gd name="T39" fmla="*/ 419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8" h="419">
                  <a:moveTo>
                    <a:pt x="173" y="419"/>
                  </a:moveTo>
                  <a:cubicBezTo>
                    <a:pt x="243" y="419"/>
                    <a:pt x="284" y="405"/>
                    <a:pt x="295" y="401"/>
                  </a:cubicBezTo>
                  <a:cubicBezTo>
                    <a:pt x="297" y="400"/>
                    <a:pt x="298" y="400"/>
                    <a:pt x="298" y="400"/>
                  </a:cubicBezTo>
                  <a:cubicBezTo>
                    <a:pt x="245" y="267"/>
                    <a:pt x="245" y="267"/>
                    <a:pt x="245" y="267"/>
                  </a:cubicBezTo>
                  <a:cubicBezTo>
                    <a:pt x="242" y="255"/>
                    <a:pt x="235" y="242"/>
                    <a:pt x="223" y="230"/>
                  </a:cubicBezTo>
                  <a:cubicBezTo>
                    <a:pt x="121" y="119"/>
                    <a:pt x="168" y="79"/>
                    <a:pt x="135" y="35"/>
                  </a:cubicBezTo>
                  <a:cubicBezTo>
                    <a:pt x="117" y="9"/>
                    <a:pt x="87" y="0"/>
                    <a:pt x="72" y="2"/>
                  </a:cubicBezTo>
                  <a:cubicBezTo>
                    <a:pt x="57" y="4"/>
                    <a:pt x="44" y="8"/>
                    <a:pt x="34" y="16"/>
                  </a:cubicBezTo>
                  <a:cubicBezTo>
                    <a:pt x="79" y="35"/>
                    <a:pt x="79" y="35"/>
                    <a:pt x="79" y="35"/>
                  </a:cubicBezTo>
                  <a:cubicBezTo>
                    <a:pt x="87" y="38"/>
                    <a:pt x="93" y="44"/>
                    <a:pt x="96" y="52"/>
                  </a:cubicBezTo>
                  <a:cubicBezTo>
                    <a:pt x="100" y="60"/>
                    <a:pt x="100" y="69"/>
                    <a:pt x="96" y="77"/>
                  </a:cubicBezTo>
                  <a:cubicBezTo>
                    <a:pt x="91" y="89"/>
                    <a:pt x="80" y="96"/>
                    <a:pt x="67" y="96"/>
                  </a:cubicBezTo>
                  <a:cubicBezTo>
                    <a:pt x="63" y="96"/>
                    <a:pt x="58" y="96"/>
                    <a:pt x="55" y="94"/>
                  </a:cubicBezTo>
                  <a:cubicBezTo>
                    <a:pt x="5" y="74"/>
                    <a:pt x="5" y="74"/>
                    <a:pt x="5" y="74"/>
                  </a:cubicBezTo>
                  <a:cubicBezTo>
                    <a:pt x="0" y="96"/>
                    <a:pt x="1" y="120"/>
                    <a:pt x="8" y="141"/>
                  </a:cubicBezTo>
                  <a:cubicBezTo>
                    <a:pt x="19" y="171"/>
                    <a:pt x="41" y="185"/>
                    <a:pt x="63" y="180"/>
                  </a:cubicBezTo>
                  <a:cubicBezTo>
                    <a:pt x="87" y="215"/>
                    <a:pt x="101" y="246"/>
                    <a:pt x="110" y="271"/>
                  </a:cubicBezTo>
                  <a:cubicBezTo>
                    <a:pt x="55" y="395"/>
                    <a:pt x="55" y="395"/>
                    <a:pt x="55" y="395"/>
                  </a:cubicBezTo>
                  <a:cubicBezTo>
                    <a:pt x="55" y="395"/>
                    <a:pt x="56" y="396"/>
                    <a:pt x="58" y="397"/>
                  </a:cubicBezTo>
                  <a:cubicBezTo>
                    <a:pt x="68" y="402"/>
                    <a:pt x="104" y="419"/>
                    <a:pt x="173" y="41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4" name="Freeform 84"/>
            <p:cNvSpPr>
              <a:spLocks/>
            </p:cNvSpPr>
            <p:nvPr/>
          </p:nvSpPr>
          <p:spPr bwMode="auto">
            <a:xfrm>
              <a:off x="4652963" y="2873375"/>
              <a:ext cx="461962" cy="231775"/>
            </a:xfrm>
            <a:custGeom>
              <a:avLst/>
              <a:gdLst>
                <a:gd name="T0" fmla="*/ 278 w 305"/>
                <a:gd name="T1" fmla="*/ 153 h 153"/>
                <a:gd name="T2" fmla="*/ 300 w 305"/>
                <a:gd name="T3" fmla="*/ 138 h 153"/>
                <a:gd name="T4" fmla="*/ 287 w 305"/>
                <a:gd name="T5" fmla="*/ 107 h 153"/>
                <a:gd name="T6" fmla="*/ 37 w 305"/>
                <a:gd name="T7" fmla="*/ 5 h 153"/>
                <a:gd name="T8" fmla="*/ 5 w 305"/>
                <a:gd name="T9" fmla="*/ 18 h 153"/>
                <a:gd name="T10" fmla="*/ 19 w 305"/>
                <a:gd name="T11" fmla="*/ 50 h 153"/>
                <a:gd name="T12" fmla="*/ 269 w 305"/>
                <a:gd name="T13" fmla="*/ 152 h 153"/>
                <a:gd name="T14" fmla="*/ 278 w 305"/>
                <a:gd name="T15" fmla="*/ 153 h 1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5" h="153">
                  <a:moveTo>
                    <a:pt x="278" y="153"/>
                  </a:moveTo>
                  <a:cubicBezTo>
                    <a:pt x="287" y="153"/>
                    <a:pt x="296" y="148"/>
                    <a:pt x="300" y="138"/>
                  </a:cubicBezTo>
                  <a:cubicBezTo>
                    <a:pt x="305" y="126"/>
                    <a:pt x="299" y="112"/>
                    <a:pt x="287" y="107"/>
                  </a:cubicBezTo>
                  <a:cubicBezTo>
                    <a:pt x="37" y="5"/>
                    <a:pt x="37" y="5"/>
                    <a:pt x="37" y="5"/>
                  </a:cubicBezTo>
                  <a:cubicBezTo>
                    <a:pt x="24" y="0"/>
                    <a:pt x="10" y="6"/>
                    <a:pt x="5" y="18"/>
                  </a:cubicBezTo>
                  <a:cubicBezTo>
                    <a:pt x="0" y="31"/>
                    <a:pt x="6" y="45"/>
                    <a:pt x="19" y="50"/>
                  </a:cubicBezTo>
                  <a:cubicBezTo>
                    <a:pt x="269" y="152"/>
                    <a:pt x="269" y="152"/>
                    <a:pt x="269" y="152"/>
                  </a:cubicBezTo>
                  <a:cubicBezTo>
                    <a:pt x="272" y="153"/>
                    <a:pt x="275" y="153"/>
                    <a:pt x="278" y="15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5" name="Freeform 85"/>
            <p:cNvSpPr>
              <a:spLocks/>
            </p:cNvSpPr>
            <p:nvPr/>
          </p:nvSpPr>
          <p:spPr bwMode="auto">
            <a:xfrm>
              <a:off x="5062538" y="2490788"/>
              <a:ext cx="385762" cy="234950"/>
            </a:xfrm>
            <a:custGeom>
              <a:avLst/>
              <a:gdLst>
                <a:gd name="T0" fmla="*/ 181 w 255"/>
                <a:gd name="T1" fmla="*/ 43 h 155"/>
                <a:gd name="T2" fmla="*/ 138 w 255"/>
                <a:gd name="T3" fmla="*/ 47 h 155"/>
                <a:gd name="T4" fmla="*/ 114 w 255"/>
                <a:gd name="T5" fmla="*/ 12 h 155"/>
                <a:gd name="T6" fmla="*/ 89 w 255"/>
                <a:gd name="T7" fmla="*/ 155 h 155"/>
                <a:gd name="T8" fmla="*/ 181 w 255"/>
                <a:gd name="T9" fmla="*/ 43 h 155"/>
              </a:gdLst>
              <a:ahLst/>
              <a:cxnLst>
                <a:cxn ang="0">
                  <a:pos x="T0" y="T1"/>
                </a:cxn>
                <a:cxn ang="0">
                  <a:pos x="T2" y="T3"/>
                </a:cxn>
                <a:cxn ang="0">
                  <a:pos x="T4" y="T5"/>
                </a:cxn>
                <a:cxn ang="0">
                  <a:pos x="T6" y="T7"/>
                </a:cxn>
                <a:cxn ang="0">
                  <a:pos x="T8" y="T9"/>
                </a:cxn>
              </a:cxnLst>
              <a:rect l="0" t="0" r="r" b="b"/>
              <a:pathLst>
                <a:path w="255" h="155">
                  <a:moveTo>
                    <a:pt x="181" y="43"/>
                  </a:moveTo>
                  <a:cubicBezTo>
                    <a:pt x="156" y="31"/>
                    <a:pt x="138" y="47"/>
                    <a:pt x="138" y="47"/>
                  </a:cubicBezTo>
                  <a:cubicBezTo>
                    <a:pt x="138" y="47"/>
                    <a:pt x="140" y="24"/>
                    <a:pt x="114" y="12"/>
                  </a:cubicBezTo>
                  <a:cubicBezTo>
                    <a:pt x="88" y="0"/>
                    <a:pt x="0" y="12"/>
                    <a:pt x="89" y="155"/>
                  </a:cubicBezTo>
                  <a:cubicBezTo>
                    <a:pt x="255" y="130"/>
                    <a:pt x="207" y="55"/>
                    <a:pt x="181" y="4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56" name="组合 155"/>
          <p:cNvGrpSpPr/>
          <p:nvPr/>
        </p:nvGrpSpPr>
        <p:grpSpPr>
          <a:xfrm>
            <a:off x="1452563" y="750888"/>
            <a:ext cx="701675" cy="1533525"/>
            <a:chOff x="1452563" y="750888"/>
            <a:chExt cx="701675" cy="1533525"/>
          </a:xfrm>
        </p:grpSpPr>
        <p:sp>
          <p:nvSpPr>
            <p:cNvPr id="157" name="Freeform 86"/>
            <p:cNvSpPr>
              <a:spLocks/>
            </p:cNvSpPr>
            <p:nvPr/>
          </p:nvSpPr>
          <p:spPr bwMode="auto">
            <a:xfrm>
              <a:off x="1452563" y="863600"/>
              <a:ext cx="701675" cy="879475"/>
            </a:xfrm>
            <a:custGeom>
              <a:avLst/>
              <a:gdLst>
                <a:gd name="T0" fmla="*/ 50 w 464"/>
                <a:gd name="T1" fmla="*/ 219 h 580"/>
                <a:gd name="T2" fmla="*/ 92 w 464"/>
                <a:gd name="T3" fmla="*/ 242 h 580"/>
                <a:gd name="T4" fmla="*/ 134 w 464"/>
                <a:gd name="T5" fmla="*/ 390 h 580"/>
                <a:gd name="T6" fmla="*/ 134 w 464"/>
                <a:gd name="T7" fmla="*/ 453 h 580"/>
                <a:gd name="T8" fmla="*/ 212 w 464"/>
                <a:gd name="T9" fmla="*/ 516 h 580"/>
                <a:gd name="T10" fmla="*/ 242 w 464"/>
                <a:gd name="T11" fmla="*/ 526 h 580"/>
                <a:gd name="T12" fmla="*/ 242 w 464"/>
                <a:gd name="T13" fmla="*/ 524 h 580"/>
                <a:gd name="T14" fmla="*/ 242 w 464"/>
                <a:gd name="T15" fmla="*/ 526 h 580"/>
                <a:gd name="T16" fmla="*/ 272 w 464"/>
                <a:gd name="T17" fmla="*/ 516 h 580"/>
                <a:gd name="T18" fmla="*/ 350 w 464"/>
                <a:gd name="T19" fmla="*/ 453 h 580"/>
                <a:gd name="T20" fmla="*/ 350 w 464"/>
                <a:gd name="T21" fmla="*/ 394 h 580"/>
                <a:gd name="T22" fmla="*/ 382 w 464"/>
                <a:gd name="T23" fmla="*/ 333 h 580"/>
                <a:gd name="T24" fmla="*/ 388 w 464"/>
                <a:gd name="T25" fmla="*/ 399 h 580"/>
                <a:gd name="T26" fmla="*/ 373 w 464"/>
                <a:gd name="T27" fmla="*/ 534 h 580"/>
                <a:gd name="T28" fmla="*/ 402 w 464"/>
                <a:gd name="T29" fmla="*/ 579 h 580"/>
                <a:gd name="T30" fmla="*/ 410 w 464"/>
                <a:gd name="T31" fmla="*/ 580 h 580"/>
                <a:gd name="T32" fmla="*/ 447 w 464"/>
                <a:gd name="T33" fmla="*/ 550 h 580"/>
                <a:gd name="T34" fmla="*/ 464 w 464"/>
                <a:gd name="T35" fmla="*/ 399 h 580"/>
                <a:gd name="T36" fmla="*/ 448 w 464"/>
                <a:gd name="T37" fmla="*/ 288 h 580"/>
                <a:gd name="T38" fmla="*/ 380 w 464"/>
                <a:gd name="T39" fmla="*/ 203 h 580"/>
                <a:gd name="T40" fmla="*/ 325 w 464"/>
                <a:gd name="T41" fmla="*/ 188 h 580"/>
                <a:gd name="T42" fmla="*/ 322 w 464"/>
                <a:gd name="T43" fmla="*/ 188 h 580"/>
                <a:gd name="T44" fmla="*/ 319 w 464"/>
                <a:gd name="T45" fmla="*/ 188 h 580"/>
                <a:gd name="T46" fmla="*/ 319 w 464"/>
                <a:gd name="T47" fmla="*/ 188 h 580"/>
                <a:gd name="T48" fmla="*/ 166 w 464"/>
                <a:gd name="T49" fmla="*/ 188 h 580"/>
                <a:gd name="T50" fmla="*/ 111 w 464"/>
                <a:gd name="T51" fmla="*/ 167 h 580"/>
                <a:gd name="T52" fmla="*/ 82 w 464"/>
                <a:gd name="T53" fmla="*/ 147 h 580"/>
                <a:gd name="T54" fmla="*/ 77 w 464"/>
                <a:gd name="T55" fmla="*/ 140 h 580"/>
                <a:gd name="T56" fmla="*/ 77 w 464"/>
                <a:gd name="T57" fmla="*/ 139 h 580"/>
                <a:gd name="T58" fmla="*/ 78 w 464"/>
                <a:gd name="T59" fmla="*/ 136 h 580"/>
                <a:gd name="T60" fmla="*/ 102 w 464"/>
                <a:gd name="T61" fmla="*/ 112 h 580"/>
                <a:gd name="T62" fmla="*/ 145 w 464"/>
                <a:gd name="T63" fmla="*/ 87 h 580"/>
                <a:gd name="T64" fmla="*/ 144 w 464"/>
                <a:gd name="T65" fmla="*/ 76 h 580"/>
                <a:gd name="T66" fmla="*/ 173 w 464"/>
                <a:gd name="T67" fmla="*/ 6 h 580"/>
                <a:gd name="T68" fmla="*/ 141 w 464"/>
                <a:gd name="T69" fmla="*/ 5 h 580"/>
                <a:gd name="T70" fmla="*/ 39 w 464"/>
                <a:gd name="T71" fmla="*/ 65 h 580"/>
                <a:gd name="T72" fmla="*/ 11 w 464"/>
                <a:gd name="T73" fmla="*/ 99 h 580"/>
                <a:gd name="T74" fmla="*/ 1 w 464"/>
                <a:gd name="T75" fmla="*/ 139 h 580"/>
                <a:gd name="T76" fmla="*/ 10 w 464"/>
                <a:gd name="T77" fmla="*/ 177 h 580"/>
                <a:gd name="T78" fmla="*/ 50 w 464"/>
                <a:gd name="T79" fmla="*/ 219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64" h="580">
                  <a:moveTo>
                    <a:pt x="50" y="219"/>
                  </a:moveTo>
                  <a:cubicBezTo>
                    <a:pt x="64" y="228"/>
                    <a:pt x="78" y="236"/>
                    <a:pt x="92" y="242"/>
                  </a:cubicBezTo>
                  <a:cubicBezTo>
                    <a:pt x="98" y="280"/>
                    <a:pt x="112" y="351"/>
                    <a:pt x="134" y="390"/>
                  </a:cubicBezTo>
                  <a:cubicBezTo>
                    <a:pt x="134" y="453"/>
                    <a:pt x="134" y="453"/>
                    <a:pt x="134" y="453"/>
                  </a:cubicBezTo>
                  <a:cubicBezTo>
                    <a:pt x="212" y="516"/>
                    <a:pt x="212" y="516"/>
                    <a:pt x="212" y="516"/>
                  </a:cubicBezTo>
                  <a:cubicBezTo>
                    <a:pt x="212" y="516"/>
                    <a:pt x="228" y="526"/>
                    <a:pt x="242" y="526"/>
                  </a:cubicBezTo>
                  <a:cubicBezTo>
                    <a:pt x="242" y="524"/>
                    <a:pt x="242" y="524"/>
                    <a:pt x="242" y="524"/>
                  </a:cubicBezTo>
                  <a:cubicBezTo>
                    <a:pt x="242" y="526"/>
                    <a:pt x="242" y="526"/>
                    <a:pt x="242" y="526"/>
                  </a:cubicBezTo>
                  <a:cubicBezTo>
                    <a:pt x="256" y="526"/>
                    <a:pt x="272" y="516"/>
                    <a:pt x="272" y="516"/>
                  </a:cubicBezTo>
                  <a:cubicBezTo>
                    <a:pt x="350" y="453"/>
                    <a:pt x="350" y="453"/>
                    <a:pt x="350" y="453"/>
                  </a:cubicBezTo>
                  <a:cubicBezTo>
                    <a:pt x="350" y="394"/>
                    <a:pt x="350" y="394"/>
                    <a:pt x="350" y="394"/>
                  </a:cubicBezTo>
                  <a:cubicBezTo>
                    <a:pt x="363" y="377"/>
                    <a:pt x="374" y="354"/>
                    <a:pt x="382" y="333"/>
                  </a:cubicBezTo>
                  <a:cubicBezTo>
                    <a:pt x="386" y="350"/>
                    <a:pt x="388" y="372"/>
                    <a:pt x="388" y="399"/>
                  </a:cubicBezTo>
                  <a:cubicBezTo>
                    <a:pt x="388" y="434"/>
                    <a:pt x="384" y="479"/>
                    <a:pt x="373" y="534"/>
                  </a:cubicBezTo>
                  <a:cubicBezTo>
                    <a:pt x="368" y="555"/>
                    <a:pt x="382" y="575"/>
                    <a:pt x="402" y="579"/>
                  </a:cubicBezTo>
                  <a:cubicBezTo>
                    <a:pt x="405" y="580"/>
                    <a:pt x="407" y="580"/>
                    <a:pt x="410" y="580"/>
                  </a:cubicBezTo>
                  <a:cubicBezTo>
                    <a:pt x="428" y="580"/>
                    <a:pt x="443" y="568"/>
                    <a:pt x="447" y="550"/>
                  </a:cubicBezTo>
                  <a:cubicBezTo>
                    <a:pt x="459" y="490"/>
                    <a:pt x="464" y="440"/>
                    <a:pt x="464" y="399"/>
                  </a:cubicBezTo>
                  <a:cubicBezTo>
                    <a:pt x="464" y="353"/>
                    <a:pt x="458" y="317"/>
                    <a:pt x="448" y="288"/>
                  </a:cubicBezTo>
                  <a:cubicBezTo>
                    <a:pt x="432" y="244"/>
                    <a:pt x="405" y="217"/>
                    <a:pt x="380" y="203"/>
                  </a:cubicBezTo>
                  <a:cubicBezTo>
                    <a:pt x="355" y="189"/>
                    <a:pt x="333" y="188"/>
                    <a:pt x="325" y="188"/>
                  </a:cubicBezTo>
                  <a:cubicBezTo>
                    <a:pt x="323" y="188"/>
                    <a:pt x="322" y="188"/>
                    <a:pt x="322" y="188"/>
                  </a:cubicBezTo>
                  <a:cubicBezTo>
                    <a:pt x="321" y="188"/>
                    <a:pt x="320" y="188"/>
                    <a:pt x="319" y="188"/>
                  </a:cubicBezTo>
                  <a:cubicBezTo>
                    <a:pt x="319" y="188"/>
                    <a:pt x="319" y="188"/>
                    <a:pt x="319" y="188"/>
                  </a:cubicBezTo>
                  <a:cubicBezTo>
                    <a:pt x="166" y="188"/>
                    <a:pt x="166" y="188"/>
                    <a:pt x="166" y="188"/>
                  </a:cubicBezTo>
                  <a:cubicBezTo>
                    <a:pt x="157" y="186"/>
                    <a:pt x="133" y="178"/>
                    <a:pt x="111" y="167"/>
                  </a:cubicBezTo>
                  <a:cubicBezTo>
                    <a:pt x="99" y="161"/>
                    <a:pt x="88" y="153"/>
                    <a:pt x="82" y="147"/>
                  </a:cubicBezTo>
                  <a:cubicBezTo>
                    <a:pt x="79" y="144"/>
                    <a:pt x="78" y="142"/>
                    <a:pt x="77" y="140"/>
                  </a:cubicBezTo>
                  <a:cubicBezTo>
                    <a:pt x="76" y="139"/>
                    <a:pt x="77" y="139"/>
                    <a:pt x="77" y="139"/>
                  </a:cubicBezTo>
                  <a:cubicBezTo>
                    <a:pt x="77" y="139"/>
                    <a:pt x="76" y="138"/>
                    <a:pt x="78" y="136"/>
                  </a:cubicBezTo>
                  <a:cubicBezTo>
                    <a:pt x="80" y="131"/>
                    <a:pt x="87" y="123"/>
                    <a:pt x="102" y="112"/>
                  </a:cubicBezTo>
                  <a:cubicBezTo>
                    <a:pt x="113" y="104"/>
                    <a:pt x="127" y="96"/>
                    <a:pt x="145" y="87"/>
                  </a:cubicBezTo>
                  <a:cubicBezTo>
                    <a:pt x="144" y="83"/>
                    <a:pt x="144" y="79"/>
                    <a:pt x="144" y="76"/>
                  </a:cubicBezTo>
                  <a:cubicBezTo>
                    <a:pt x="144" y="48"/>
                    <a:pt x="155" y="24"/>
                    <a:pt x="173" y="6"/>
                  </a:cubicBezTo>
                  <a:cubicBezTo>
                    <a:pt x="163" y="1"/>
                    <a:pt x="152" y="0"/>
                    <a:pt x="141" y="5"/>
                  </a:cubicBezTo>
                  <a:cubicBezTo>
                    <a:pt x="95" y="25"/>
                    <a:pt x="62" y="45"/>
                    <a:pt x="39" y="65"/>
                  </a:cubicBezTo>
                  <a:cubicBezTo>
                    <a:pt x="27" y="76"/>
                    <a:pt x="18" y="87"/>
                    <a:pt x="11" y="99"/>
                  </a:cubicBezTo>
                  <a:cubicBezTo>
                    <a:pt x="4" y="111"/>
                    <a:pt x="0" y="125"/>
                    <a:pt x="1" y="139"/>
                  </a:cubicBezTo>
                  <a:cubicBezTo>
                    <a:pt x="0" y="153"/>
                    <a:pt x="4" y="166"/>
                    <a:pt x="10" y="177"/>
                  </a:cubicBezTo>
                  <a:cubicBezTo>
                    <a:pt x="21" y="195"/>
                    <a:pt x="35" y="208"/>
                    <a:pt x="50" y="21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8" name="Freeform 87"/>
            <p:cNvSpPr>
              <a:spLocks/>
            </p:cNvSpPr>
            <p:nvPr/>
          </p:nvSpPr>
          <p:spPr bwMode="auto">
            <a:xfrm>
              <a:off x="1570038" y="1597025"/>
              <a:ext cx="231775" cy="687388"/>
            </a:xfrm>
            <a:custGeom>
              <a:avLst/>
              <a:gdLst>
                <a:gd name="T0" fmla="*/ 143 w 153"/>
                <a:gd name="T1" fmla="*/ 117 h 454"/>
                <a:gd name="T2" fmla="*/ 56 w 153"/>
                <a:gd name="T3" fmla="*/ 0 h 454"/>
                <a:gd name="T4" fmla="*/ 56 w 153"/>
                <a:gd name="T5" fmla="*/ 4 h 454"/>
                <a:gd name="T6" fmla="*/ 4 w 153"/>
                <a:gd name="T7" fmla="*/ 391 h 454"/>
                <a:gd name="T8" fmla="*/ 52 w 153"/>
                <a:gd name="T9" fmla="*/ 453 h 454"/>
                <a:gd name="T10" fmla="*/ 59 w 153"/>
                <a:gd name="T11" fmla="*/ 454 h 454"/>
                <a:gd name="T12" fmla="*/ 115 w 153"/>
                <a:gd name="T13" fmla="*/ 405 h 454"/>
                <a:gd name="T14" fmla="*/ 153 w 153"/>
                <a:gd name="T15" fmla="*/ 125 h 454"/>
                <a:gd name="T16" fmla="*/ 143 w 153"/>
                <a:gd name="T17" fmla="*/ 117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3" h="454">
                  <a:moveTo>
                    <a:pt x="143" y="117"/>
                  </a:moveTo>
                  <a:cubicBezTo>
                    <a:pt x="143" y="117"/>
                    <a:pt x="143" y="70"/>
                    <a:pt x="56" y="0"/>
                  </a:cubicBezTo>
                  <a:cubicBezTo>
                    <a:pt x="56" y="4"/>
                    <a:pt x="56" y="4"/>
                    <a:pt x="56" y="4"/>
                  </a:cubicBezTo>
                  <a:cubicBezTo>
                    <a:pt x="4" y="391"/>
                    <a:pt x="4" y="391"/>
                    <a:pt x="4" y="391"/>
                  </a:cubicBezTo>
                  <a:cubicBezTo>
                    <a:pt x="0" y="421"/>
                    <a:pt x="21" y="449"/>
                    <a:pt x="52" y="453"/>
                  </a:cubicBezTo>
                  <a:cubicBezTo>
                    <a:pt x="54" y="454"/>
                    <a:pt x="57" y="454"/>
                    <a:pt x="59" y="454"/>
                  </a:cubicBezTo>
                  <a:cubicBezTo>
                    <a:pt x="87" y="454"/>
                    <a:pt x="111" y="434"/>
                    <a:pt x="115" y="405"/>
                  </a:cubicBezTo>
                  <a:cubicBezTo>
                    <a:pt x="153" y="125"/>
                    <a:pt x="153" y="125"/>
                    <a:pt x="153" y="125"/>
                  </a:cubicBezTo>
                  <a:cubicBezTo>
                    <a:pt x="146" y="122"/>
                    <a:pt x="143" y="117"/>
                    <a:pt x="143" y="11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9" name="Freeform 88"/>
            <p:cNvSpPr>
              <a:spLocks/>
            </p:cNvSpPr>
            <p:nvPr/>
          </p:nvSpPr>
          <p:spPr bwMode="auto">
            <a:xfrm>
              <a:off x="1835150" y="1597025"/>
              <a:ext cx="231775" cy="687388"/>
            </a:xfrm>
            <a:custGeom>
              <a:avLst/>
              <a:gdLst>
                <a:gd name="T0" fmla="*/ 10 w 153"/>
                <a:gd name="T1" fmla="*/ 117 h 454"/>
                <a:gd name="T2" fmla="*/ 0 w 153"/>
                <a:gd name="T3" fmla="*/ 125 h 454"/>
                <a:gd name="T4" fmla="*/ 38 w 153"/>
                <a:gd name="T5" fmla="*/ 405 h 454"/>
                <a:gd name="T6" fmla="*/ 94 w 153"/>
                <a:gd name="T7" fmla="*/ 454 h 454"/>
                <a:gd name="T8" fmla="*/ 101 w 153"/>
                <a:gd name="T9" fmla="*/ 453 h 454"/>
                <a:gd name="T10" fmla="*/ 149 w 153"/>
                <a:gd name="T11" fmla="*/ 391 h 454"/>
                <a:gd name="T12" fmla="*/ 97 w 153"/>
                <a:gd name="T13" fmla="*/ 4 h 454"/>
                <a:gd name="T14" fmla="*/ 97 w 153"/>
                <a:gd name="T15" fmla="*/ 0 h 454"/>
                <a:gd name="T16" fmla="*/ 10 w 153"/>
                <a:gd name="T17" fmla="*/ 117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3" h="454">
                  <a:moveTo>
                    <a:pt x="10" y="117"/>
                  </a:moveTo>
                  <a:cubicBezTo>
                    <a:pt x="10" y="117"/>
                    <a:pt x="7" y="122"/>
                    <a:pt x="0" y="125"/>
                  </a:cubicBezTo>
                  <a:cubicBezTo>
                    <a:pt x="38" y="405"/>
                    <a:pt x="38" y="405"/>
                    <a:pt x="38" y="405"/>
                  </a:cubicBezTo>
                  <a:cubicBezTo>
                    <a:pt x="42" y="434"/>
                    <a:pt x="66" y="454"/>
                    <a:pt x="94" y="454"/>
                  </a:cubicBezTo>
                  <a:cubicBezTo>
                    <a:pt x="96" y="454"/>
                    <a:pt x="99" y="454"/>
                    <a:pt x="101" y="453"/>
                  </a:cubicBezTo>
                  <a:cubicBezTo>
                    <a:pt x="132" y="449"/>
                    <a:pt x="153" y="421"/>
                    <a:pt x="149" y="391"/>
                  </a:cubicBezTo>
                  <a:cubicBezTo>
                    <a:pt x="97" y="4"/>
                    <a:pt x="97" y="4"/>
                    <a:pt x="97" y="4"/>
                  </a:cubicBezTo>
                  <a:cubicBezTo>
                    <a:pt x="97" y="0"/>
                    <a:pt x="97" y="0"/>
                    <a:pt x="97" y="0"/>
                  </a:cubicBezTo>
                  <a:cubicBezTo>
                    <a:pt x="9" y="70"/>
                    <a:pt x="10" y="117"/>
                    <a:pt x="10" y="11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0" name="Oval 89"/>
            <p:cNvSpPr>
              <a:spLocks noChangeArrowheads="1"/>
            </p:cNvSpPr>
            <p:nvPr/>
          </p:nvSpPr>
          <p:spPr bwMode="auto">
            <a:xfrm>
              <a:off x="1682750" y="842963"/>
              <a:ext cx="271462" cy="271463"/>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1" name="Freeform 90"/>
            <p:cNvSpPr>
              <a:spLocks/>
            </p:cNvSpPr>
            <p:nvPr/>
          </p:nvSpPr>
          <p:spPr bwMode="auto">
            <a:xfrm>
              <a:off x="1995488" y="911225"/>
              <a:ext cx="47625" cy="34925"/>
            </a:xfrm>
            <a:custGeom>
              <a:avLst/>
              <a:gdLst>
                <a:gd name="T0" fmla="*/ 11 w 31"/>
                <a:gd name="T1" fmla="*/ 23 h 24"/>
                <a:gd name="T2" fmla="*/ 23 w 31"/>
                <a:gd name="T3" fmla="*/ 22 h 24"/>
                <a:gd name="T4" fmla="*/ 31 w 31"/>
                <a:gd name="T5" fmla="*/ 14 h 24"/>
                <a:gd name="T6" fmla="*/ 24 w 31"/>
                <a:gd name="T7" fmla="*/ 5 h 24"/>
                <a:gd name="T8" fmla="*/ 18 w 31"/>
                <a:gd name="T9" fmla="*/ 1 h 24"/>
                <a:gd name="T10" fmla="*/ 11 w 31"/>
                <a:gd name="T11" fmla="*/ 1 h 24"/>
                <a:gd name="T12" fmla="*/ 9 w 31"/>
                <a:gd name="T13" fmla="*/ 2 h 24"/>
                <a:gd name="T14" fmla="*/ 1 w 31"/>
                <a:gd name="T15" fmla="*/ 9 h 24"/>
                <a:gd name="T16" fmla="*/ 3 w 31"/>
                <a:gd name="T17" fmla="*/ 18 h 24"/>
                <a:gd name="T18" fmla="*/ 11 w 31"/>
                <a:gd name="T19"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24">
                  <a:moveTo>
                    <a:pt x="11" y="23"/>
                  </a:moveTo>
                  <a:cubicBezTo>
                    <a:pt x="14" y="24"/>
                    <a:pt x="18" y="23"/>
                    <a:pt x="23" y="22"/>
                  </a:cubicBezTo>
                  <a:cubicBezTo>
                    <a:pt x="27" y="20"/>
                    <a:pt x="30" y="17"/>
                    <a:pt x="31" y="14"/>
                  </a:cubicBezTo>
                  <a:cubicBezTo>
                    <a:pt x="31" y="9"/>
                    <a:pt x="29" y="6"/>
                    <a:pt x="24" y="5"/>
                  </a:cubicBezTo>
                  <a:cubicBezTo>
                    <a:pt x="22" y="2"/>
                    <a:pt x="20" y="1"/>
                    <a:pt x="18" y="1"/>
                  </a:cubicBezTo>
                  <a:cubicBezTo>
                    <a:pt x="15" y="0"/>
                    <a:pt x="13" y="0"/>
                    <a:pt x="11" y="1"/>
                  </a:cubicBezTo>
                  <a:cubicBezTo>
                    <a:pt x="11" y="1"/>
                    <a:pt x="10" y="2"/>
                    <a:pt x="9" y="2"/>
                  </a:cubicBezTo>
                  <a:cubicBezTo>
                    <a:pt x="4" y="4"/>
                    <a:pt x="1" y="7"/>
                    <a:pt x="1" y="9"/>
                  </a:cubicBezTo>
                  <a:cubicBezTo>
                    <a:pt x="0" y="13"/>
                    <a:pt x="1" y="16"/>
                    <a:pt x="3" y="18"/>
                  </a:cubicBezTo>
                  <a:cubicBezTo>
                    <a:pt x="5" y="21"/>
                    <a:pt x="7" y="22"/>
                    <a:pt x="11" y="2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2" name="Freeform 91"/>
            <p:cNvSpPr>
              <a:spLocks/>
            </p:cNvSpPr>
            <p:nvPr/>
          </p:nvSpPr>
          <p:spPr bwMode="auto">
            <a:xfrm>
              <a:off x="2022475" y="750888"/>
              <a:ext cx="125412" cy="142875"/>
            </a:xfrm>
            <a:custGeom>
              <a:avLst/>
              <a:gdLst>
                <a:gd name="T0" fmla="*/ 3 w 82"/>
                <a:gd name="T1" fmla="*/ 93 h 94"/>
                <a:gd name="T2" fmla="*/ 14 w 82"/>
                <a:gd name="T3" fmla="*/ 93 h 94"/>
                <a:gd name="T4" fmla="*/ 19 w 82"/>
                <a:gd name="T5" fmla="*/ 87 h 94"/>
                <a:gd name="T6" fmla="*/ 26 w 82"/>
                <a:gd name="T7" fmla="*/ 74 h 94"/>
                <a:gd name="T8" fmla="*/ 57 w 82"/>
                <a:gd name="T9" fmla="*/ 69 h 94"/>
                <a:gd name="T10" fmla="*/ 71 w 82"/>
                <a:gd name="T11" fmla="*/ 60 h 94"/>
                <a:gd name="T12" fmla="*/ 80 w 82"/>
                <a:gd name="T13" fmla="*/ 40 h 94"/>
                <a:gd name="T14" fmla="*/ 80 w 82"/>
                <a:gd name="T15" fmla="*/ 40 h 94"/>
                <a:gd name="T16" fmla="*/ 81 w 82"/>
                <a:gd name="T17" fmla="*/ 23 h 94"/>
                <a:gd name="T18" fmla="*/ 72 w 82"/>
                <a:gd name="T19" fmla="*/ 9 h 94"/>
                <a:gd name="T20" fmla="*/ 57 w 82"/>
                <a:gd name="T21" fmla="*/ 2 h 94"/>
                <a:gd name="T22" fmla="*/ 47 w 82"/>
                <a:gd name="T23" fmla="*/ 0 h 94"/>
                <a:gd name="T24" fmla="*/ 33 w 82"/>
                <a:gd name="T25" fmla="*/ 2 h 94"/>
                <a:gd name="T26" fmla="*/ 33 w 82"/>
                <a:gd name="T27" fmla="*/ 2 h 94"/>
                <a:gd name="T28" fmla="*/ 18 w 82"/>
                <a:gd name="T29" fmla="*/ 9 h 94"/>
                <a:gd name="T30" fmla="*/ 11 w 82"/>
                <a:gd name="T31" fmla="*/ 19 h 94"/>
                <a:gd name="T32" fmla="*/ 18 w 82"/>
                <a:gd name="T33" fmla="*/ 28 h 94"/>
                <a:gd name="T34" fmla="*/ 32 w 82"/>
                <a:gd name="T35" fmla="*/ 23 h 94"/>
                <a:gd name="T36" fmla="*/ 37 w 82"/>
                <a:gd name="T37" fmla="*/ 19 h 94"/>
                <a:gd name="T38" fmla="*/ 50 w 82"/>
                <a:gd name="T39" fmla="*/ 19 h 94"/>
                <a:gd name="T40" fmla="*/ 56 w 82"/>
                <a:gd name="T41" fmla="*/ 22 h 94"/>
                <a:gd name="T42" fmla="*/ 60 w 82"/>
                <a:gd name="T43" fmla="*/ 25 h 94"/>
                <a:gd name="T44" fmla="*/ 61 w 82"/>
                <a:gd name="T45" fmla="*/ 31 h 94"/>
                <a:gd name="T46" fmla="*/ 61 w 82"/>
                <a:gd name="T47" fmla="*/ 39 h 94"/>
                <a:gd name="T48" fmla="*/ 57 w 82"/>
                <a:gd name="T49" fmla="*/ 47 h 94"/>
                <a:gd name="T50" fmla="*/ 51 w 82"/>
                <a:gd name="T51" fmla="*/ 52 h 94"/>
                <a:gd name="T52" fmla="*/ 38 w 82"/>
                <a:gd name="T53" fmla="*/ 54 h 94"/>
                <a:gd name="T54" fmla="*/ 22 w 82"/>
                <a:gd name="T55" fmla="*/ 57 h 94"/>
                <a:gd name="T56" fmla="*/ 12 w 82"/>
                <a:gd name="T57" fmla="*/ 61 h 94"/>
                <a:gd name="T58" fmla="*/ 3 w 82"/>
                <a:gd name="T59" fmla="*/ 74 h 94"/>
                <a:gd name="T60" fmla="*/ 0 w 82"/>
                <a:gd name="T61" fmla="*/ 81 h 94"/>
                <a:gd name="T62" fmla="*/ 0 w 82"/>
                <a:gd name="T63" fmla="*/ 89 h 94"/>
                <a:gd name="T64" fmla="*/ 3 w 82"/>
                <a:gd name="T65" fmla="*/ 93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2" h="94">
                  <a:moveTo>
                    <a:pt x="3" y="93"/>
                  </a:moveTo>
                  <a:cubicBezTo>
                    <a:pt x="8" y="94"/>
                    <a:pt x="12" y="94"/>
                    <a:pt x="14" y="93"/>
                  </a:cubicBezTo>
                  <a:cubicBezTo>
                    <a:pt x="17" y="92"/>
                    <a:pt x="18" y="90"/>
                    <a:pt x="19" y="87"/>
                  </a:cubicBezTo>
                  <a:cubicBezTo>
                    <a:pt x="22" y="82"/>
                    <a:pt x="24" y="77"/>
                    <a:pt x="26" y="74"/>
                  </a:cubicBezTo>
                  <a:cubicBezTo>
                    <a:pt x="42" y="72"/>
                    <a:pt x="52" y="70"/>
                    <a:pt x="57" y="69"/>
                  </a:cubicBezTo>
                  <a:cubicBezTo>
                    <a:pt x="62" y="68"/>
                    <a:pt x="67" y="65"/>
                    <a:pt x="71" y="60"/>
                  </a:cubicBezTo>
                  <a:cubicBezTo>
                    <a:pt x="76" y="55"/>
                    <a:pt x="79" y="49"/>
                    <a:pt x="80" y="40"/>
                  </a:cubicBezTo>
                  <a:cubicBezTo>
                    <a:pt x="80" y="40"/>
                    <a:pt x="80" y="40"/>
                    <a:pt x="80" y="40"/>
                  </a:cubicBezTo>
                  <a:cubicBezTo>
                    <a:pt x="82" y="33"/>
                    <a:pt x="82" y="27"/>
                    <a:pt x="81" y="23"/>
                  </a:cubicBezTo>
                  <a:cubicBezTo>
                    <a:pt x="80" y="19"/>
                    <a:pt x="77" y="14"/>
                    <a:pt x="72" y="9"/>
                  </a:cubicBezTo>
                  <a:cubicBezTo>
                    <a:pt x="68" y="5"/>
                    <a:pt x="64" y="3"/>
                    <a:pt x="57" y="2"/>
                  </a:cubicBezTo>
                  <a:cubicBezTo>
                    <a:pt x="54" y="2"/>
                    <a:pt x="51" y="1"/>
                    <a:pt x="47" y="0"/>
                  </a:cubicBezTo>
                  <a:cubicBezTo>
                    <a:pt x="42" y="0"/>
                    <a:pt x="38" y="0"/>
                    <a:pt x="33" y="2"/>
                  </a:cubicBezTo>
                  <a:cubicBezTo>
                    <a:pt x="33" y="2"/>
                    <a:pt x="33" y="2"/>
                    <a:pt x="33" y="2"/>
                  </a:cubicBezTo>
                  <a:cubicBezTo>
                    <a:pt x="27" y="4"/>
                    <a:pt x="22" y="6"/>
                    <a:pt x="18" y="9"/>
                  </a:cubicBezTo>
                  <a:cubicBezTo>
                    <a:pt x="14" y="12"/>
                    <a:pt x="12" y="16"/>
                    <a:pt x="11" y="19"/>
                  </a:cubicBezTo>
                  <a:cubicBezTo>
                    <a:pt x="10" y="24"/>
                    <a:pt x="12" y="27"/>
                    <a:pt x="18" y="28"/>
                  </a:cubicBezTo>
                  <a:cubicBezTo>
                    <a:pt x="26" y="29"/>
                    <a:pt x="31" y="28"/>
                    <a:pt x="32" y="23"/>
                  </a:cubicBezTo>
                  <a:cubicBezTo>
                    <a:pt x="33" y="21"/>
                    <a:pt x="34" y="20"/>
                    <a:pt x="37" y="19"/>
                  </a:cubicBezTo>
                  <a:cubicBezTo>
                    <a:pt x="39" y="18"/>
                    <a:pt x="44" y="18"/>
                    <a:pt x="50" y="19"/>
                  </a:cubicBezTo>
                  <a:cubicBezTo>
                    <a:pt x="52" y="20"/>
                    <a:pt x="54" y="20"/>
                    <a:pt x="56" y="22"/>
                  </a:cubicBezTo>
                  <a:cubicBezTo>
                    <a:pt x="58" y="23"/>
                    <a:pt x="59" y="24"/>
                    <a:pt x="60" y="25"/>
                  </a:cubicBezTo>
                  <a:cubicBezTo>
                    <a:pt x="60" y="26"/>
                    <a:pt x="61" y="28"/>
                    <a:pt x="61" y="31"/>
                  </a:cubicBezTo>
                  <a:cubicBezTo>
                    <a:pt x="61" y="35"/>
                    <a:pt x="61" y="38"/>
                    <a:pt x="61" y="39"/>
                  </a:cubicBezTo>
                  <a:cubicBezTo>
                    <a:pt x="60" y="42"/>
                    <a:pt x="59" y="45"/>
                    <a:pt x="57" y="47"/>
                  </a:cubicBezTo>
                  <a:cubicBezTo>
                    <a:pt x="55" y="50"/>
                    <a:pt x="53" y="51"/>
                    <a:pt x="51" y="52"/>
                  </a:cubicBezTo>
                  <a:cubicBezTo>
                    <a:pt x="38" y="54"/>
                    <a:pt x="38" y="54"/>
                    <a:pt x="38" y="54"/>
                  </a:cubicBezTo>
                  <a:cubicBezTo>
                    <a:pt x="31" y="55"/>
                    <a:pt x="25" y="56"/>
                    <a:pt x="22" y="57"/>
                  </a:cubicBezTo>
                  <a:cubicBezTo>
                    <a:pt x="19" y="58"/>
                    <a:pt x="16" y="60"/>
                    <a:pt x="12" y="61"/>
                  </a:cubicBezTo>
                  <a:cubicBezTo>
                    <a:pt x="8" y="68"/>
                    <a:pt x="4" y="72"/>
                    <a:pt x="3" y="74"/>
                  </a:cubicBezTo>
                  <a:cubicBezTo>
                    <a:pt x="2" y="76"/>
                    <a:pt x="1" y="79"/>
                    <a:pt x="0" y="81"/>
                  </a:cubicBezTo>
                  <a:cubicBezTo>
                    <a:pt x="0" y="84"/>
                    <a:pt x="0" y="86"/>
                    <a:pt x="0" y="89"/>
                  </a:cubicBezTo>
                  <a:cubicBezTo>
                    <a:pt x="1" y="91"/>
                    <a:pt x="2" y="93"/>
                    <a:pt x="3" y="9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3941317962"/>
      </p:ext>
    </p:extLst>
  </p:cSld>
  <p:clrMapOvr>
    <a:masterClrMapping/>
  </p:clrMapOvr>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184411" y="796039"/>
            <a:ext cx="1135053" cy="1433548"/>
            <a:chOff x="196850" y="166688"/>
            <a:chExt cx="1406526" cy="1776412"/>
          </a:xfrm>
          <a:solidFill>
            <a:schemeClr val="tx1">
              <a:lumMod val="65000"/>
              <a:lumOff val="35000"/>
            </a:schemeClr>
          </a:solidFill>
        </p:grpSpPr>
        <p:sp>
          <p:nvSpPr>
            <p:cNvPr id="3" name="Freeform 5"/>
            <p:cNvSpPr>
              <a:spLocks/>
            </p:cNvSpPr>
            <p:nvPr/>
          </p:nvSpPr>
          <p:spPr bwMode="auto">
            <a:xfrm>
              <a:off x="1214438" y="166688"/>
              <a:ext cx="388938" cy="387350"/>
            </a:xfrm>
            <a:custGeom>
              <a:avLst/>
              <a:gdLst>
                <a:gd name="T0" fmla="*/ 48 w 204"/>
                <a:gd name="T1" fmla="*/ 175 h 204"/>
                <a:gd name="T2" fmla="*/ 174 w 204"/>
                <a:gd name="T3" fmla="*/ 156 h 204"/>
                <a:gd name="T4" fmla="*/ 156 w 204"/>
                <a:gd name="T5" fmla="*/ 30 h 204"/>
                <a:gd name="T6" fmla="*/ 30 w 204"/>
                <a:gd name="T7" fmla="*/ 49 h 204"/>
                <a:gd name="T8" fmla="*/ 48 w 204"/>
                <a:gd name="T9" fmla="*/ 175 h 204"/>
              </a:gdLst>
              <a:ahLst/>
              <a:cxnLst>
                <a:cxn ang="0">
                  <a:pos x="T0" y="T1"/>
                </a:cxn>
                <a:cxn ang="0">
                  <a:pos x="T2" y="T3"/>
                </a:cxn>
                <a:cxn ang="0">
                  <a:pos x="T4" y="T5"/>
                </a:cxn>
                <a:cxn ang="0">
                  <a:pos x="T6" y="T7"/>
                </a:cxn>
                <a:cxn ang="0">
                  <a:pos x="T8" y="T9"/>
                </a:cxn>
              </a:cxnLst>
              <a:rect l="0" t="0" r="r" b="b"/>
              <a:pathLst>
                <a:path w="204" h="204">
                  <a:moveTo>
                    <a:pt x="48" y="175"/>
                  </a:moveTo>
                  <a:cubicBezTo>
                    <a:pt x="88" y="204"/>
                    <a:pt x="145" y="196"/>
                    <a:pt x="174" y="156"/>
                  </a:cubicBezTo>
                  <a:cubicBezTo>
                    <a:pt x="204" y="116"/>
                    <a:pt x="195" y="60"/>
                    <a:pt x="156" y="30"/>
                  </a:cubicBezTo>
                  <a:cubicBezTo>
                    <a:pt x="116" y="0"/>
                    <a:pt x="59" y="9"/>
                    <a:pt x="30" y="49"/>
                  </a:cubicBezTo>
                  <a:cubicBezTo>
                    <a:pt x="0" y="89"/>
                    <a:pt x="9" y="145"/>
                    <a:pt x="48" y="1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Freeform 6"/>
            <p:cNvSpPr>
              <a:spLocks/>
            </p:cNvSpPr>
            <p:nvPr/>
          </p:nvSpPr>
          <p:spPr bwMode="auto">
            <a:xfrm>
              <a:off x="1073150" y="596900"/>
              <a:ext cx="428625" cy="344487"/>
            </a:xfrm>
            <a:custGeom>
              <a:avLst/>
              <a:gdLst>
                <a:gd name="T0" fmla="*/ 64 w 225"/>
                <a:gd name="T1" fmla="*/ 46 h 181"/>
                <a:gd name="T2" fmla="*/ 64 w 225"/>
                <a:gd name="T3" fmla="*/ 39 h 181"/>
                <a:gd name="T4" fmla="*/ 64 w 225"/>
                <a:gd name="T5" fmla="*/ 37 h 181"/>
                <a:gd name="T6" fmla="*/ 64 w 225"/>
                <a:gd name="T7" fmla="*/ 37 h 181"/>
                <a:gd name="T8" fmla="*/ 36 w 225"/>
                <a:gd name="T9" fmla="*/ 2 h 181"/>
                <a:gd name="T10" fmla="*/ 1 w 225"/>
                <a:gd name="T11" fmla="*/ 30 h 181"/>
                <a:gd name="T12" fmla="*/ 1 w 225"/>
                <a:gd name="T13" fmla="*/ 30 h 181"/>
                <a:gd name="T14" fmla="*/ 0 w 225"/>
                <a:gd name="T15" fmla="*/ 46 h 181"/>
                <a:gd name="T16" fmla="*/ 18 w 225"/>
                <a:gd name="T17" fmla="*/ 124 h 181"/>
                <a:gd name="T18" fmla="*/ 56 w 225"/>
                <a:gd name="T19" fmla="*/ 164 h 181"/>
                <a:gd name="T20" fmla="*/ 120 w 225"/>
                <a:gd name="T21" fmla="*/ 181 h 181"/>
                <a:gd name="T22" fmla="*/ 120 w 225"/>
                <a:gd name="T23" fmla="*/ 181 h 181"/>
                <a:gd name="T24" fmla="*/ 199 w 225"/>
                <a:gd name="T25" fmla="*/ 166 h 181"/>
                <a:gd name="T26" fmla="*/ 219 w 225"/>
                <a:gd name="T27" fmla="*/ 126 h 181"/>
                <a:gd name="T28" fmla="*/ 178 w 225"/>
                <a:gd name="T29" fmla="*/ 106 h 181"/>
                <a:gd name="T30" fmla="*/ 120 w 225"/>
                <a:gd name="T31" fmla="*/ 117 h 181"/>
                <a:gd name="T32" fmla="*/ 89 w 225"/>
                <a:gd name="T33" fmla="*/ 110 h 181"/>
                <a:gd name="T34" fmla="*/ 69 w 225"/>
                <a:gd name="T35" fmla="*/ 82 h 181"/>
                <a:gd name="T36" fmla="*/ 64 w 225"/>
                <a:gd name="T37" fmla="*/ 46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5" h="181">
                  <a:moveTo>
                    <a:pt x="64" y="46"/>
                  </a:moveTo>
                  <a:cubicBezTo>
                    <a:pt x="64" y="43"/>
                    <a:pt x="64" y="40"/>
                    <a:pt x="64" y="39"/>
                  </a:cubicBezTo>
                  <a:cubicBezTo>
                    <a:pt x="64" y="38"/>
                    <a:pt x="64" y="37"/>
                    <a:pt x="64" y="37"/>
                  </a:cubicBezTo>
                  <a:cubicBezTo>
                    <a:pt x="64" y="37"/>
                    <a:pt x="64" y="37"/>
                    <a:pt x="64" y="37"/>
                  </a:cubicBezTo>
                  <a:cubicBezTo>
                    <a:pt x="66" y="19"/>
                    <a:pt x="53" y="4"/>
                    <a:pt x="36" y="2"/>
                  </a:cubicBezTo>
                  <a:cubicBezTo>
                    <a:pt x="18" y="0"/>
                    <a:pt x="3" y="12"/>
                    <a:pt x="1" y="30"/>
                  </a:cubicBezTo>
                  <a:cubicBezTo>
                    <a:pt x="1" y="30"/>
                    <a:pt x="1" y="30"/>
                    <a:pt x="1" y="30"/>
                  </a:cubicBezTo>
                  <a:cubicBezTo>
                    <a:pt x="0" y="31"/>
                    <a:pt x="0" y="37"/>
                    <a:pt x="0" y="46"/>
                  </a:cubicBezTo>
                  <a:cubicBezTo>
                    <a:pt x="0" y="63"/>
                    <a:pt x="2" y="94"/>
                    <a:pt x="18" y="124"/>
                  </a:cubicBezTo>
                  <a:cubicBezTo>
                    <a:pt x="26" y="139"/>
                    <a:pt x="38" y="154"/>
                    <a:pt x="56" y="164"/>
                  </a:cubicBezTo>
                  <a:cubicBezTo>
                    <a:pt x="73" y="175"/>
                    <a:pt x="95" y="181"/>
                    <a:pt x="120" y="181"/>
                  </a:cubicBezTo>
                  <a:cubicBezTo>
                    <a:pt x="120" y="181"/>
                    <a:pt x="120" y="181"/>
                    <a:pt x="120" y="181"/>
                  </a:cubicBezTo>
                  <a:cubicBezTo>
                    <a:pt x="144" y="181"/>
                    <a:pt x="169" y="176"/>
                    <a:pt x="199" y="166"/>
                  </a:cubicBezTo>
                  <a:cubicBezTo>
                    <a:pt x="216" y="160"/>
                    <a:pt x="225" y="142"/>
                    <a:pt x="219" y="126"/>
                  </a:cubicBezTo>
                  <a:cubicBezTo>
                    <a:pt x="213" y="109"/>
                    <a:pt x="195" y="100"/>
                    <a:pt x="178" y="106"/>
                  </a:cubicBezTo>
                  <a:cubicBezTo>
                    <a:pt x="154" y="114"/>
                    <a:pt x="134" y="117"/>
                    <a:pt x="120" y="117"/>
                  </a:cubicBezTo>
                  <a:cubicBezTo>
                    <a:pt x="105" y="117"/>
                    <a:pt x="96" y="114"/>
                    <a:pt x="89" y="110"/>
                  </a:cubicBezTo>
                  <a:cubicBezTo>
                    <a:pt x="80" y="104"/>
                    <a:pt x="73" y="94"/>
                    <a:pt x="69" y="82"/>
                  </a:cubicBezTo>
                  <a:cubicBezTo>
                    <a:pt x="65" y="69"/>
                    <a:pt x="64" y="55"/>
                    <a:pt x="64"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 name="Freeform 7"/>
            <p:cNvSpPr>
              <a:spLocks noEditPoints="1"/>
            </p:cNvSpPr>
            <p:nvPr/>
          </p:nvSpPr>
          <p:spPr bwMode="auto">
            <a:xfrm>
              <a:off x="196850" y="433388"/>
              <a:ext cx="1112838" cy="1509712"/>
            </a:xfrm>
            <a:custGeom>
              <a:avLst/>
              <a:gdLst>
                <a:gd name="T0" fmla="*/ 69 w 584"/>
                <a:gd name="T1" fmla="*/ 540 h 793"/>
                <a:gd name="T2" fmla="*/ 181 w 584"/>
                <a:gd name="T3" fmla="*/ 551 h 793"/>
                <a:gd name="T4" fmla="*/ 298 w 584"/>
                <a:gd name="T5" fmla="*/ 544 h 793"/>
                <a:gd name="T6" fmla="*/ 403 w 584"/>
                <a:gd name="T7" fmla="*/ 420 h 793"/>
                <a:gd name="T8" fmla="*/ 454 w 584"/>
                <a:gd name="T9" fmla="*/ 596 h 793"/>
                <a:gd name="T10" fmla="*/ 423 w 584"/>
                <a:gd name="T11" fmla="*/ 680 h 793"/>
                <a:gd name="T12" fmla="*/ 390 w 584"/>
                <a:gd name="T13" fmla="*/ 741 h 793"/>
                <a:gd name="T14" fmla="*/ 458 w 584"/>
                <a:gd name="T15" fmla="*/ 750 h 793"/>
                <a:gd name="T16" fmla="*/ 474 w 584"/>
                <a:gd name="T17" fmla="*/ 754 h 793"/>
                <a:gd name="T18" fmla="*/ 509 w 584"/>
                <a:gd name="T19" fmla="*/ 793 h 793"/>
                <a:gd name="T20" fmla="*/ 529 w 584"/>
                <a:gd name="T21" fmla="*/ 730 h 793"/>
                <a:gd name="T22" fmla="*/ 561 w 584"/>
                <a:gd name="T23" fmla="*/ 622 h 793"/>
                <a:gd name="T24" fmla="*/ 551 w 584"/>
                <a:gd name="T25" fmla="*/ 620 h 793"/>
                <a:gd name="T26" fmla="*/ 570 w 584"/>
                <a:gd name="T27" fmla="*/ 459 h 793"/>
                <a:gd name="T28" fmla="*/ 488 w 584"/>
                <a:gd name="T29" fmla="*/ 238 h 793"/>
                <a:gd name="T30" fmla="*/ 452 w 584"/>
                <a:gd name="T31" fmla="*/ 132 h 793"/>
                <a:gd name="T32" fmla="*/ 492 w 584"/>
                <a:gd name="T33" fmla="*/ 79 h 793"/>
                <a:gd name="T34" fmla="*/ 532 w 584"/>
                <a:gd name="T35" fmla="*/ 124 h 793"/>
                <a:gd name="T36" fmla="*/ 532 w 584"/>
                <a:gd name="T37" fmla="*/ 132 h 793"/>
                <a:gd name="T38" fmla="*/ 545 w 584"/>
                <a:gd name="T39" fmla="*/ 152 h 793"/>
                <a:gd name="T40" fmla="*/ 535 w 584"/>
                <a:gd name="T41" fmla="*/ 41 h 793"/>
                <a:gd name="T42" fmla="*/ 366 w 584"/>
                <a:gd name="T43" fmla="*/ 0 h 793"/>
                <a:gd name="T44" fmla="*/ 219 w 584"/>
                <a:gd name="T45" fmla="*/ 77 h 793"/>
                <a:gd name="T46" fmla="*/ 366 w 584"/>
                <a:gd name="T47" fmla="*/ 64 h 793"/>
                <a:gd name="T48" fmla="*/ 426 w 584"/>
                <a:gd name="T49" fmla="*/ 71 h 793"/>
                <a:gd name="T50" fmla="*/ 333 w 584"/>
                <a:gd name="T51" fmla="*/ 341 h 793"/>
                <a:gd name="T52" fmla="*/ 188 w 584"/>
                <a:gd name="T53" fmla="*/ 439 h 793"/>
                <a:gd name="T54" fmla="*/ 99 w 584"/>
                <a:gd name="T55" fmla="*/ 426 h 793"/>
                <a:gd name="T56" fmla="*/ 33 w 584"/>
                <a:gd name="T57" fmla="*/ 405 h 793"/>
                <a:gd name="T58" fmla="*/ 37 w 584"/>
                <a:gd name="T59" fmla="*/ 474 h 793"/>
                <a:gd name="T60" fmla="*/ 36 w 584"/>
                <a:gd name="T61" fmla="*/ 490 h 793"/>
                <a:gd name="T62" fmla="*/ 4 w 584"/>
                <a:gd name="T63" fmla="*/ 531 h 793"/>
                <a:gd name="T64" fmla="*/ 425 w 584"/>
                <a:gd name="T65" fmla="*/ 757 h 793"/>
                <a:gd name="T66" fmla="*/ 425 w 584"/>
                <a:gd name="T67" fmla="*/ 726 h 793"/>
                <a:gd name="T68" fmla="*/ 425 w 584"/>
                <a:gd name="T69" fmla="*/ 757 h 793"/>
                <a:gd name="T70" fmla="*/ 493 w 584"/>
                <a:gd name="T71" fmla="*/ 758 h 793"/>
                <a:gd name="T72" fmla="*/ 524 w 584"/>
                <a:gd name="T73" fmla="*/ 758 h 793"/>
                <a:gd name="T74" fmla="*/ 544 w 584"/>
                <a:gd name="T75" fmla="*/ 658 h 793"/>
                <a:gd name="T76" fmla="*/ 510 w 584"/>
                <a:gd name="T77" fmla="*/ 662 h 793"/>
                <a:gd name="T78" fmla="*/ 537 w 584"/>
                <a:gd name="T79" fmla="*/ 687 h 793"/>
                <a:gd name="T80" fmla="*/ 503 w 584"/>
                <a:gd name="T81" fmla="*/ 691 h 793"/>
                <a:gd name="T82" fmla="*/ 532 w 584"/>
                <a:gd name="T83" fmla="*/ 707 h 793"/>
                <a:gd name="T84" fmla="*/ 509 w 584"/>
                <a:gd name="T85" fmla="*/ 724 h 793"/>
                <a:gd name="T86" fmla="*/ 469 w 584"/>
                <a:gd name="T87" fmla="*/ 745 h 793"/>
                <a:gd name="T88" fmla="*/ 459 w 584"/>
                <a:gd name="T89" fmla="*/ 741 h 793"/>
                <a:gd name="T90" fmla="*/ 431 w 584"/>
                <a:gd name="T91" fmla="*/ 682 h 793"/>
                <a:gd name="T92" fmla="*/ 551 w 584"/>
                <a:gd name="T93" fmla="*/ 628 h 793"/>
                <a:gd name="T94" fmla="*/ 99 w 584"/>
                <a:gd name="T95" fmla="*/ 434 h 793"/>
                <a:gd name="T96" fmla="*/ 174 w 584"/>
                <a:gd name="T97" fmla="*/ 543 h 793"/>
                <a:gd name="T98" fmla="*/ 145 w 584"/>
                <a:gd name="T99" fmla="*/ 509 h 793"/>
                <a:gd name="T100" fmla="*/ 130 w 584"/>
                <a:gd name="T101" fmla="*/ 540 h 793"/>
                <a:gd name="T102" fmla="*/ 116 w 584"/>
                <a:gd name="T103" fmla="*/ 508 h 793"/>
                <a:gd name="T104" fmla="*/ 101 w 584"/>
                <a:gd name="T105" fmla="*/ 538 h 793"/>
                <a:gd name="T106" fmla="*/ 72 w 584"/>
                <a:gd name="T107" fmla="*/ 532 h 793"/>
                <a:gd name="T108" fmla="*/ 44 w 584"/>
                <a:gd name="T109" fmla="*/ 491 h 793"/>
                <a:gd name="T110" fmla="*/ 45 w 584"/>
                <a:gd name="T111" fmla="*/ 473 h 793"/>
                <a:gd name="T112" fmla="*/ 74 w 584"/>
                <a:gd name="T113" fmla="*/ 439 h 793"/>
                <a:gd name="T114" fmla="*/ 42 w 584"/>
                <a:gd name="T115" fmla="*/ 454 h 793"/>
                <a:gd name="T116" fmla="*/ 36 w 584"/>
                <a:gd name="T117" fmla="*/ 424 h 793"/>
                <a:gd name="T118" fmla="*/ 42 w 584"/>
                <a:gd name="T119" fmla="*/ 454 h 793"/>
                <a:gd name="T120" fmla="*/ 35 w 584"/>
                <a:gd name="T121" fmla="*/ 510 h 793"/>
                <a:gd name="T122" fmla="*/ 41 w 584"/>
                <a:gd name="T123" fmla="*/ 540 h 7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4" h="793">
                  <a:moveTo>
                    <a:pt x="44" y="559"/>
                  </a:moveTo>
                  <a:cubicBezTo>
                    <a:pt x="56" y="557"/>
                    <a:pt x="64" y="549"/>
                    <a:pt x="69" y="540"/>
                  </a:cubicBezTo>
                  <a:cubicBezTo>
                    <a:pt x="76" y="543"/>
                    <a:pt x="84" y="545"/>
                    <a:pt x="92" y="546"/>
                  </a:cubicBezTo>
                  <a:cubicBezTo>
                    <a:pt x="181" y="551"/>
                    <a:pt x="181" y="551"/>
                    <a:pt x="181" y="551"/>
                  </a:cubicBezTo>
                  <a:cubicBezTo>
                    <a:pt x="182" y="539"/>
                    <a:pt x="182" y="539"/>
                    <a:pt x="182" y="539"/>
                  </a:cubicBezTo>
                  <a:cubicBezTo>
                    <a:pt x="298" y="544"/>
                    <a:pt x="298" y="544"/>
                    <a:pt x="298" y="544"/>
                  </a:cubicBezTo>
                  <a:cubicBezTo>
                    <a:pt x="316" y="545"/>
                    <a:pt x="333" y="536"/>
                    <a:pt x="343" y="520"/>
                  </a:cubicBezTo>
                  <a:cubicBezTo>
                    <a:pt x="403" y="420"/>
                    <a:pt x="403" y="420"/>
                    <a:pt x="403" y="420"/>
                  </a:cubicBezTo>
                  <a:cubicBezTo>
                    <a:pt x="477" y="505"/>
                    <a:pt x="477" y="505"/>
                    <a:pt x="477" y="505"/>
                  </a:cubicBezTo>
                  <a:cubicBezTo>
                    <a:pt x="454" y="596"/>
                    <a:pt x="454" y="596"/>
                    <a:pt x="454" y="596"/>
                  </a:cubicBezTo>
                  <a:cubicBezTo>
                    <a:pt x="445" y="593"/>
                    <a:pt x="445" y="593"/>
                    <a:pt x="445" y="593"/>
                  </a:cubicBezTo>
                  <a:cubicBezTo>
                    <a:pt x="423" y="680"/>
                    <a:pt x="423" y="680"/>
                    <a:pt x="423" y="680"/>
                  </a:cubicBezTo>
                  <a:cubicBezTo>
                    <a:pt x="421" y="689"/>
                    <a:pt x="421" y="698"/>
                    <a:pt x="423" y="707"/>
                  </a:cubicBezTo>
                  <a:cubicBezTo>
                    <a:pt x="404" y="708"/>
                    <a:pt x="390" y="723"/>
                    <a:pt x="390" y="741"/>
                  </a:cubicBezTo>
                  <a:cubicBezTo>
                    <a:pt x="390" y="760"/>
                    <a:pt x="406" y="776"/>
                    <a:pt x="425" y="776"/>
                  </a:cubicBezTo>
                  <a:cubicBezTo>
                    <a:pt x="441" y="776"/>
                    <a:pt x="455" y="765"/>
                    <a:pt x="458" y="750"/>
                  </a:cubicBezTo>
                  <a:cubicBezTo>
                    <a:pt x="461" y="751"/>
                    <a:pt x="464" y="752"/>
                    <a:pt x="467" y="753"/>
                  </a:cubicBezTo>
                  <a:cubicBezTo>
                    <a:pt x="469" y="753"/>
                    <a:pt x="472" y="754"/>
                    <a:pt x="474" y="754"/>
                  </a:cubicBezTo>
                  <a:cubicBezTo>
                    <a:pt x="474" y="755"/>
                    <a:pt x="474" y="757"/>
                    <a:pt x="474" y="758"/>
                  </a:cubicBezTo>
                  <a:cubicBezTo>
                    <a:pt x="474" y="777"/>
                    <a:pt x="490" y="793"/>
                    <a:pt x="509" y="793"/>
                  </a:cubicBezTo>
                  <a:cubicBezTo>
                    <a:pt x="528" y="793"/>
                    <a:pt x="543" y="777"/>
                    <a:pt x="543" y="758"/>
                  </a:cubicBezTo>
                  <a:cubicBezTo>
                    <a:pt x="543" y="747"/>
                    <a:pt x="538" y="737"/>
                    <a:pt x="529" y="730"/>
                  </a:cubicBezTo>
                  <a:cubicBezTo>
                    <a:pt x="534" y="724"/>
                    <a:pt x="538" y="717"/>
                    <a:pt x="540" y="709"/>
                  </a:cubicBezTo>
                  <a:cubicBezTo>
                    <a:pt x="561" y="622"/>
                    <a:pt x="561" y="622"/>
                    <a:pt x="561" y="622"/>
                  </a:cubicBezTo>
                  <a:cubicBezTo>
                    <a:pt x="551" y="620"/>
                    <a:pt x="551" y="620"/>
                    <a:pt x="551" y="620"/>
                  </a:cubicBezTo>
                  <a:cubicBezTo>
                    <a:pt x="551" y="620"/>
                    <a:pt x="551" y="620"/>
                    <a:pt x="551" y="620"/>
                  </a:cubicBezTo>
                  <a:cubicBezTo>
                    <a:pt x="581" y="504"/>
                    <a:pt x="581" y="504"/>
                    <a:pt x="581" y="504"/>
                  </a:cubicBezTo>
                  <a:cubicBezTo>
                    <a:pt x="584" y="488"/>
                    <a:pt x="580" y="471"/>
                    <a:pt x="570" y="459"/>
                  </a:cubicBezTo>
                  <a:cubicBezTo>
                    <a:pt x="448" y="321"/>
                    <a:pt x="448" y="321"/>
                    <a:pt x="448" y="321"/>
                  </a:cubicBezTo>
                  <a:cubicBezTo>
                    <a:pt x="457" y="292"/>
                    <a:pt x="472" y="264"/>
                    <a:pt x="488" y="238"/>
                  </a:cubicBezTo>
                  <a:cubicBezTo>
                    <a:pt x="481" y="230"/>
                    <a:pt x="476" y="222"/>
                    <a:pt x="471" y="214"/>
                  </a:cubicBezTo>
                  <a:cubicBezTo>
                    <a:pt x="454" y="183"/>
                    <a:pt x="452" y="152"/>
                    <a:pt x="452" y="132"/>
                  </a:cubicBezTo>
                  <a:cubicBezTo>
                    <a:pt x="452" y="124"/>
                    <a:pt x="452" y="118"/>
                    <a:pt x="453" y="115"/>
                  </a:cubicBezTo>
                  <a:cubicBezTo>
                    <a:pt x="455" y="95"/>
                    <a:pt x="472" y="79"/>
                    <a:pt x="492" y="79"/>
                  </a:cubicBezTo>
                  <a:cubicBezTo>
                    <a:pt x="494" y="79"/>
                    <a:pt x="495" y="80"/>
                    <a:pt x="497" y="80"/>
                  </a:cubicBezTo>
                  <a:cubicBezTo>
                    <a:pt x="519" y="82"/>
                    <a:pt x="535" y="102"/>
                    <a:pt x="532" y="124"/>
                  </a:cubicBezTo>
                  <a:cubicBezTo>
                    <a:pt x="532" y="124"/>
                    <a:pt x="532" y="125"/>
                    <a:pt x="532" y="125"/>
                  </a:cubicBezTo>
                  <a:cubicBezTo>
                    <a:pt x="532" y="127"/>
                    <a:pt x="532" y="129"/>
                    <a:pt x="532" y="132"/>
                  </a:cubicBezTo>
                  <a:cubicBezTo>
                    <a:pt x="532" y="136"/>
                    <a:pt x="532" y="151"/>
                    <a:pt x="536" y="164"/>
                  </a:cubicBezTo>
                  <a:cubicBezTo>
                    <a:pt x="540" y="160"/>
                    <a:pt x="542" y="156"/>
                    <a:pt x="545" y="152"/>
                  </a:cubicBezTo>
                  <a:cubicBezTo>
                    <a:pt x="572" y="120"/>
                    <a:pt x="577" y="70"/>
                    <a:pt x="549" y="49"/>
                  </a:cubicBezTo>
                  <a:cubicBezTo>
                    <a:pt x="545" y="46"/>
                    <a:pt x="540" y="43"/>
                    <a:pt x="535" y="41"/>
                  </a:cubicBezTo>
                  <a:cubicBezTo>
                    <a:pt x="535" y="41"/>
                    <a:pt x="535" y="41"/>
                    <a:pt x="535" y="41"/>
                  </a:cubicBezTo>
                  <a:cubicBezTo>
                    <a:pt x="533" y="40"/>
                    <a:pt x="460" y="0"/>
                    <a:pt x="366" y="0"/>
                  </a:cubicBezTo>
                  <a:cubicBezTo>
                    <a:pt x="324" y="0"/>
                    <a:pt x="277" y="8"/>
                    <a:pt x="232" y="33"/>
                  </a:cubicBezTo>
                  <a:cubicBezTo>
                    <a:pt x="216" y="42"/>
                    <a:pt x="211" y="61"/>
                    <a:pt x="219" y="77"/>
                  </a:cubicBezTo>
                  <a:cubicBezTo>
                    <a:pt x="228" y="92"/>
                    <a:pt x="247" y="98"/>
                    <a:pt x="263" y="89"/>
                  </a:cubicBezTo>
                  <a:cubicBezTo>
                    <a:pt x="296" y="71"/>
                    <a:pt x="332" y="64"/>
                    <a:pt x="366" y="64"/>
                  </a:cubicBezTo>
                  <a:cubicBezTo>
                    <a:pt x="387" y="64"/>
                    <a:pt x="408" y="67"/>
                    <a:pt x="426" y="71"/>
                  </a:cubicBezTo>
                  <a:cubicBezTo>
                    <a:pt x="426" y="71"/>
                    <a:pt x="426" y="71"/>
                    <a:pt x="426" y="71"/>
                  </a:cubicBezTo>
                  <a:cubicBezTo>
                    <a:pt x="369" y="134"/>
                    <a:pt x="343" y="180"/>
                    <a:pt x="317" y="265"/>
                  </a:cubicBezTo>
                  <a:cubicBezTo>
                    <a:pt x="309" y="302"/>
                    <a:pt x="318" y="325"/>
                    <a:pt x="333" y="341"/>
                  </a:cubicBezTo>
                  <a:cubicBezTo>
                    <a:pt x="272" y="443"/>
                    <a:pt x="272" y="443"/>
                    <a:pt x="272" y="443"/>
                  </a:cubicBezTo>
                  <a:cubicBezTo>
                    <a:pt x="188" y="439"/>
                    <a:pt x="188" y="439"/>
                    <a:pt x="188" y="439"/>
                  </a:cubicBezTo>
                  <a:cubicBezTo>
                    <a:pt x="188" y="431"/>
                    <a:pt x="188" y="431"/>
                    <a:pt x="188" y="431"/>
                  </a:cubicBezTo>
                  <a:cubicBezTo>
                    <a:pt x="99" y="426"/>
                    <a:pt x="99" y="426"/>
                    <a:pt x="99" y="426"/>
                  </a:cubicBezTo>
                  <a:cubicBezTo>
                    <a:pt x="90" y="426"/>
                    <a:pt x="81" y="427"/>
                    <a:pt x="73" y="431"/>
                  </a:cubicBezTo>
                  <a:cubicBezTo>
                    <a:pt x="68" y="413"/>
                    <a:pt x="51" y="401"/>
                    <a:pt x="33" y="405"/>
                  </a:cubicBezTo>
                  <a:cubicBezTo>
                    <a:pt x="14" y="408"/>
                    <a:pt x="1" y="427"/>
                    <a:pt x="5" y="445"/>
                  </a:cubicBezTo>
                  <a:cubicBezTo>
                    <a:pt x="8" y="461"/>
                    <a:pt x="22" y="473"/>
                    <a:pt x="37" y="474"/>
                  </a:cubicBezTo>
                  <a:cubicBezTo>
                    <a:pt x="36" y="476"/>
                    <a:pt x="36" y="479"/>
                    <a:pt x="36" y="482"/>
                  </a:cubicBezTo>
                  <a:cubicBezTo>
                    <a:pt x="36" y="485"/>
                    <a:pt x="36" y="488"/>
                    <a:pt x="36" y="490"/>
                  </a:cubicBezTo>
                  <a:cubicBezTo>
                    <a:pt x="34" y="490"/>
                    <a:pt x="33" y="490"/>
                    <a:pt x="31" y="491"/>
                  </a:cubicBezTo>
                  <a:cubicBezTo>
                    <a:pt x="13" y="494"/>
                    <a:pt x="0" y="512"/>
                    <a:pt x="4" y="531"/>
                  </a:cubicBezTo>
                  <a:cubicBezTo>
                    <a:pt x="7" y="550"/>
                    <a:pt x="25" y="562"/>
                    <a:pt x="44" y="559"/>
                  </a:cubicBezTo>
                  <a:close/>
                  <a:moveTo>
                    <a:pt x="425" y="757"/>
                  </a:moveTo>
                  <a:cubicBezTo>
                    <a:pt x="416" y="757"/>
                    <a:pt x="409" y="750"/>
                    <a:pt x="409" y="741"/>
                  </a:cubicBezTo>
                  <a:cubicBezTo>
                    <a:pt x="409" y="733"/>
                    <a:pt x="416" y="726"/>
                    <a:pt x="425" y="726"/>
                  </a:cubicBezTo>
                  <a:cubicBezTo>
                    <a:pt x="433" y="726"/>
                    <a:pt x="440" y="733"/>
                    <a:pt x="440" y="741"/>
                  </a:cubicBezTo>
                  <a:cubicBezTo>
                    <a:pt x="440" y="750"/>
                    <a:pt x="433" y="757"/>
                    <a:pt x="425" y="757"/>
                  </a:cubicBezTo>
                  <a:close/>
                  <a:moveTo>
                    <a:pt x="509" y="774"/>
                  </a:moveTo>
                  <a:cubicBezTo>
                    <a:pt x="500" y="774"/>
                    <a:pt x="493" y="767"/>
                    <a:pt x="493" y="758"/>
                  </a:cubicBezTo>
                  <a:cubicBezTo>
                    <a:pt x="493" y="750"/>
                    <a:pt x="500" y="743"/>
                    <a:pt x="509" y="743"/>
                  </a:cubicBezTo>
                  <a:cubicBezTo>
                    <a:pt x="517" y="743"/>
                    <a:pt x="524" y="750"/>
                    <a:pt x="524" y="758"/>
                  </a:cubicBezTo>
                  <a:cubicBezTo>
                    <a:pt x="524" y="767"/>
                    <a:pt x="517" y="774"/>
                    <a:pt x="509" y="774"/>
                  </a:cubicBezTo>
                  <a:close/>
                  <a:moveTo>
                    <a:pt x="544" y="658"/>
                  </a:moveTo>
                  <a:cubicBezTo>
                    <a:pt x="513" y="650"/>
                    <a:pt x="513" y="650"/>
                    <a:pt x="513" y="650"/>
                  </a:cubicBezTo>
                  <a:cubicBezTo>
                    <a:pt x="510" y="662"/>
                    <a:pt x="510" y="662"/>
                    <a:pt x="510" y="662"/>
                  </a:cubicBezTo>
                  <a:cubicBezTo>
                    <a:pt x="541" y="670"/>
                    <a:pt x="541" y="670"/>
                    <a:pt x="541" y="670"/>
                  </a:cubicBezTo>
                  <a:cubicBezTo>
                    <a:pt x="537" y="687"/>
                    <a:pt x="537" y="687"/>
                    <a:pt x="537" y="687"/>
                  </a:cubicBezTo>
                  <a:cubicBezTo>
                    <a:pt x="507" y="679"/>
                    <a:pt x="507" y="679"/>
                    <a:pt x="507" y="679"/>
                  </a:cubicBezTo>
                  <a:cubicBezTo>
                    <a:pt x="503" y="691"/>
                    <a:pt x="503" y="691"/>
                    <a:pt x="503" y="691"/>
                  </a:cubicBezTo>
                  <a:cubicBezTo>
                    <a:pt x="534" y="699"/>
                    <a:pt x="534" y="699"/>
                    <a:pt x="534" y="699"/>
                  </a:cubicBezTo>
                  <a:cubicBezTo>
                    <a:pt x="532" y="707"/>
                    <a:pt x="532" y="707"/>
                    <a:pt x="532" y="707"/>
                  </a:cubicBezTo>
                  <a:cubicBezTo>
                    <a:pt x="530" y="714"/>
                    <a:pt x="527" y="721"/>
                    <a:pt x="522" y="726"/>
                  </a:cubicBezTo>
                  <a:cubicBezTo>
                    <a:pt x="518" y="725"/>
                    <a:pt x="513" y="724"/>
                    <a:pt x="509" y="724"/>
                  </a:cubicBezTo>
                  <a:cubicBezTo>
                    <a:pt x="494" y="724"/>
                    <a:pt x="481" y="733"/>
                    <a:pt x="476" y="746"/>
                  </a:cubicBezTo>
                  <a:cubicBezTo>
                    <a:pt x="474" y="746"/>
                    <a:pt x="471" y="745"/>
                    <a:pt x="469" y="745"/>
                  </a:cubicBezTo>
                  <a:cubicBezTo>
                    <a:pt x="465" y="744"/>
                    <a:pt x="462" y="743"/>
                    <a:pt x="459" y="741"/>
                  </a:cubicBezTo>
                  <a:cubicBezTo>
                    <a:pt x="459" y="741"/>
                    <a:pt x="459" y="741"/>
                    <a:pt x="459" y="741"/>
                  </a:cubicBezTo>
                  <a:cubicBezTo>
                    <a:pt x="459" y="724"/>
                    <a:pt x="447" y="710"/>
                    <a:pt x="431" y="707"/>
                  </a:cubicBezTo>
                  <a:cubicBezTo>
                    <a:pt x="429" y="699"/>
                    <a:pt x="429" y="690"/>
                    <a:pt x="431" y="682"/>
                  </a:cubicBezTo>
                  <a:cubicBezTo>
                    <a:pt x="451" y="603"/>
                    <a:pt x="451" y="603"/>
                    <a:pt x="451" y="603"/>
                  </a:cubicBezTo>
                  <a:cubicBezTo>
                    <a:pt x="551" y="628"/>
                    <a:pt x="551" y="628"/>
                    <a:pt x="551" y="628"/>
                  </a:cubicBezTo>
                  <a:lnTo>
                    <a:pt x="544" y="658"/>
                  </a:lnTo>
                  <a:close/>
                  <a:moveTo>
                    <a:pt x="99" y="434"/>
                  </a:moveTo>
                  <a:cubicBezTo>
                    <a:pt x="180" y="439"/>
                    <a:pt x="180" y="439"/>
                    <a:pt x="180" y="439"/>
                  </a:cubicBezTo>
                  <a:cubicBezTo>
                    <a:pt x="174" y="543"/>
                    <a:pt x="174" y="543"/>
                    <a:pt x="174" y="543"/>
                  </a:cubicBezTo>
                  <a:cubicBezTo>
                    <a:pt x="143" y="541"/>
                    <a:pt x="143" y="541"/>
                    <a:pt x="143" y="541"/>
                  </a:cubicBezTo>
                  <a:cubicBezTo>
                    <a:pt x="145" y="509"/>
                    <a:pt x="145" y="509"/>
                    <a:pt x="145" y="509"/>
                  </a:cubicBezTo>
                  <a:cubicBezTo>
                    <a:pt x="132" y="508"/>
                    <a:pt x="132" y="508"/>
                    <a:pt x="132" y="508"/>
                  </a:cubicBezTo>
                  <a:cubicBezTo>
                    <a:pt x="130" y="540"/>
                    <a:pt x="130" y="540"/>
                    <a:pt x="130" y="540"/>
                  </a:cubicBezTo>
                  <a:cubicBezTo>
                    <a:pt x="114" y="539"/>
                    <a:pt x="114" y="539"/>
                    <a:pt x="114" y="539"/>
                  </a:cubicBezTo>
                  <a:cubicBezTo>
                    <a:pt x="116" y="508"/>
                    <a:pt x="116" y="508"/>
                    <a:pt x="116" y="508"/>
                  </a:cubicBezTo>
                  <a:cubicBezTo>
                    <a:pt x="103" y="507"/>
                    <a:pt x="103" y="507"/>
                    <a:pt x="103" y="507"/>
                  </a:cubicBezTo>
                  <a:cubicBezTo>
                    <a:pt x="101" y="538"/>
                    <a:pt x="101" y="538"/>
                    <a:pt x="101" y="538"/>
                  </a:cubicBezTo>
                  <a:cubicBezTo>
                    <a:pt x="93" y="538"/>
                    <a:pt x="93" y="538"/>
                    <a:pt x="93" y="538"/>
                  </a:cubicBezTo>
                  <a:cubicBezTo>
                    <a:pt x="85" y="537"/>
                    <a:pt x="78" y="535"/>
                    <a:pt x="72" y="532"/>
                  </a:cubicBezTo>
                  <a:cubicBezTo>
                    <a:pt x="73" y="528"/>
                    <a:pt x="73" y="523"/>
                    <a:pt x="72" y="518"/>
                  </a:cubicBezTo>
                  <a:cubicBezTo>
                    <a:pt x="69" y="504"/>
                    <a:pt x="58" y="493"/>
                    <a:pt x="44" y="491"/>
                  </a:cubicBezTo>
                  <a:cubicBezTo>
                    <a:pt x="44" y="488"/>
                    <a:pt x="44" y="485"/>
                    <a:pt x="44" y="483"/>
                  </a:cubicBezTo>
                  <a:cubicBezTo>
                    <a:pt x="44" y="480"/>
                    <a:pt x="45" y="476"/>
                    <a:pt x="45" y="473"/>
                  </a:cubicBezTo>
                  <a:cubicBezTo>
                    <a:pt x="45" y="473"/>
                    <a:pt x="45" y="473"/>
                    <a:pt x="45" y="473"/>
                  </a:cubicBezTo>
                  <a:cubicBezTo>
                    <a:pt x="62" y="470"/>
                    <a:pt x="74" y="455"/>
                    <a:pt x="74" y="439"/>
                  </a:cubicBezTo>
                  <a:cubicBezTo>
                    <a:pt x="81" y="435"/>
                    <a:pt x="90" y="434"/>
                    <a:pt x="99" y="434"/>
                  </a:cubicBezTo>
                  <a:close/>
                  <a:moveTo>
                    <a:pt x="42" y="454"/>
                  </a:moveTo>
                  <a:cubicBezTo>
                    <a:pt x="34" y="456"/>
                    <a:pt x="26" y="450"/>
                    <a:pt x="24" y="442"/>
                  </a:cubicBezTo>
                  <a:cubicBezTo>
                    <a:pt x="22" y="433"/>
                    <a:pt x="28" y="425"/>
                    <a:pt x="36" y="424"/>
                  </a:cubicBezTo>
                  <a:cubicBezTo>
                    <a:pt x="45" y="422"/>
                    <a:pt x="53" y="428"/>
                    <a:pt x="54" y="436"/>
                  </a:cubicBezTo>
                  <a:cubicBezTo>
                    <a:pt x="56" y="444"/>
                    <a:pt x="50" y="452"/>
                    <a:pt x="42" y="454"/>
                  </a:cubicBezTo>
                  <a:close/>
                  <a:moveTo>
                    <a:pt x="23" y="528"/>
                  </a:moveTo>
                  <a:cubicBezTo>
                    <a:pt x="21" y="519"/>
                    <a:pt x="27" y="511"/>
                    <a:pt x="35" y="510"/>
                  </a:cubicBezTo>
                  <a:cubicBezTo>
                    <a:pt x="43" y="508"/>
                    <a:pt x="51" y="514"/>
                    <a:pt x="53" y="522"/>
                  </a:cubicBezTo>
                  <a:cubicBezTo>
                    <a:pt x="55" y="530"/>
                    <a:pt x="49" y="538"/>
                    <a:pt x="41" y="540"/>
                  </a:cubicBezTo>
                  <a:cubicBezTo>
                    <a:pt x="32" y="541"/>
                    <a:pt x="24" y="536"/>
                    <a:pt x="23" y="5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 name="组合 5"/>
          <p:cNvGrpSpPr/>
          <p:nvPr/>
        </p:nvGrpSpPr>
        <p:grpSpPr>
          <a:xfrm>
            <a:off x="4386411" y="658962"/>
            <a:ext cx="1177329" cy="1700016"/>
            <a:chOff x="5403850" y="-3174"/>
            <a:chExt cx="1458913" cy="2106612"/>
          </a:xfrm>
          <a:solidFill>
            <a:schemeClr val="tx1">
              <a:lumMod val="65000"/>
              <a:lumOff val="35000"/>
            </a:schemeClr>
          </a:solidFill>
        </p:grpSpPr>
        <p:sp>
          <p:nvSpPr>
            <p:cNvPr id="7" name="Freeform 8"/>
            <p:cNvSpPr>
              <a:spLocks noEditPoints="1"/>
            </p:cNvSpPr>
            <p:nvPr/>
          </p:nvSpPr>
          <p:spPr bwMode="auto">
            <a:xfrm>
              <a:off x="5403850" y="1017588"/>
              <a:ext cx="1458913" cy="1085850"/>
            </a:xfrm>
            <a:custGeom>
              <a:avLst/>
              <a:gdLst>
                <a:gd name="T0" fmla="*/ 181 w 766"/>
                <a:gd name="T1" fmla="*/ 498 h 570"/>
                <a:gd name="T2" fmla="*/ 674 w 766"/>
                <a:gd name="T3" fmla="*/ 570 h 570"/>
                <a:gd name="T4" fmla="*/ 677 w 766"/>
                <a:gd name="T5" fmla="*/ 386 h 570"/>
                <a:gd name="T6" fmla="*/ 663 w 766"/>
                <a:gd name="T7" fmla="*/ 224 h 570"/>
                <a:gd name="T8" fmla="*/ 673 w 766"/>
                <a:gd name="T9" fmla="*/ 211 h 570"/>
                <a:gd name="T10" fmla="*/ 642 w 766"/>
                <a:gd name="T11" fmla="*/ 201 h 570"/>
                <a:gd name="T12" fmla="*/ 647 w 766"/>
                <a:gd name="T13" fmla="*/ 36 h 570"/>
                <a:gd name="T14" fmla="*/ 663 w 766"/>
                <a:gd name="T15" fmla="*/ 16 h 570"/>
                <a:gd name="T16" fmla="*/ 616 w 766"/>
                <a:gd name="T17" fmla="*/ 0 h 570"/>
                <a:gd name="T18" fmla="*/ 579 w 766"/>
                <a:gd name="T19" fmla="*/ 24 h 570"/>
                <a:gd name="T20" fmla="*/ 542 w 766"/>
                <a:gd name="T21" fmla="*/ 0 h 570"/>
                <a:gd name="T22" fmla="*/ 513 w 766"/>
                <a:gd name="T23" fmla="*/ 16 h 570"/>
                <a:gd name="T24" fmla="*/ 529 w 766"/>
                <a:gd name="T25" fmla="*/ 36 h 570"/>
                <a:gd name="T26" fmla="*/ 601 w 766"/>
                <a:gd name="T27" fmla="*/ 201 h 570"/>
                <a:gd name="T28" fmla="*/ 577 w 766"/>
                <a:gd name="T29" fmla="*/ 211 h 570"/>
                <a:gd name="T30" fmla="*/ 587 w 766"/>
                <a:gd name="T31" fmla="*/ 224 h 570"/>
                <a:gd name="T32" fmla="*/ 623 w 766"/>
                <a:gd name="T33" fmla="*/ 314 h 570"/>
                <a:gd name="T34" fmla="*/ 498 w 766"/>
                <a:gd name="T35" fmla="*/ 458 h 570"/>
                <a:gd name="T36" fmla="*/ 92 w 766"/>
                <a:gd name="T37" fmla="*/ 386 h 570"/>
                <a:gd name="T38" fmla="*/ 92 w 766"/>
                <a:gd name="T39" fmla="*/ 570 h 570"/>
                <a:gd name="T40" fmla="*/ 617 w 766"/>
                <a:gd name="T41" fmla="*/ 458 h 570"/>
                <a:gd name="T42" fmla="*/ 650 w 766"/>
                <a:gd name="T43" fmla="*/ 458 h 570"/>
                <a:gd name="T44" fmla="*/ 674 w 766"/>
                <a:gd name="T45" fmla="*/ 538 h 570"/>
                <a:gd name="T46" fmla="*/ 674 w 766"/>
                <a:gd name="T47" fmla="*/ 498 h 570"/>
                <a:gd name="T48" fmla="*/ 693 w 766"/>
                <a:gd name="T49" fmla="*/ 474 h 570"/>
                <a:gd name="T50" fmla="*/ 734 w 766"/>
                <a:gd name="T51" fmla="*/ 478 h 570"/>
                <a:gd name="T52" fmla="*/ 637 w 766"/>
                <a:gd name="T53" fmla="*/ 393 h 570"/>
                <a:gd name="T54" fmla="*/ 551 w 766"/>
                <a:gd name="T55" fmla="*/ 458 h 570"/>
                <a:gd name="T56" fmla="*/ 92 w 766"/>
                <a:gd name="T57" fmla="*/ 418 h 570"/>
                <a:gd name="T58" fmla="*/ 90 w 766"/>
                <a:gd name="T59" fmla="*/ 458 h 570"/>
                <a:gd name="T60" fmla="*/ 90 w 766"/>
                <a:gd name="T61" fmla="*/ 498 h 570"/>
                <a:gd name="T62" fmla="*/ 92 w 766"/>
                <a:gd name="T63" fmla="*/ 538 h 570"/>
                <a:gd name="T64" fmla="*/ 92 w 766"/>
                <a:gd name="T65" fmla="*/ 418 h 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66" h="570">
                  <a:moveTo>
                    <a:pt x="92" y="570"/>
                  </a:moveTo>
                  <a:cubicBezTo>
                    <a:pt x="136" y="570"/>
                    <a:pt x="172" y="539"/>
                    <a:pt x="181" y="498"/>
                  </a:cubicBezTo>
                  <a:cubicBezTo>
                    <a:pt x="584" y="498"/>
                    <a:pt x="584" y="498"/>
                    <a:pt x="584" y="498"/>
                  </a:cubicBezTo>
                  <a:cubicBezTo>
                    <a:pt x="593" y="539"/>
                    <a:pt x="630" y="570"/>
                    <a:pt x="674" y="570"/>
                  </a:cubicBezTo>
                  <a:cubicBezTo>
                    <a:pt x="724" y="570"/>
                    <a:pt x="766" y="529"/>
                    <a:pt x="766" y="478"/>
                  </a:cubicBezTo>
                  <a:cubicBezTo>
                    <a:pt x="766" y="428"/>
                    <a:pt x="726" y="388"/>
                    <a:pt x="677" y="386"/>
                  </a:cubicBezTo>
                  <a:cubicBezTo>
                    <a:pt x="646" y="224"/>
                    <a:pt x="646" y="224"/>
                    <a:pt x="646" y="224"/>
                  </a:cubicBezTo>
                  <a:cubicBezTo>
                    <a:pt x="663" y="224"/>
                    <a:pt x="663" y="224"/>
                    <a:pt x="663" y="224"/>
                  </a:cubicBezTo>
                  <a:cubicBezTo>
                    <a:pt x="668" y="224"/>
                    <a:pt x="673" y="219"/>
                    <a:pt x="673" y="214"/>
                  </a:cubicBezTo>
                  <a:cubicBezTo>
                    <a:pt x="673" y="211"/>
                    <a:pt x="673" y="211"/>
                    <a:pt x="673" y="211"/>
                  </a:cubicBezTo>
                  <a:cubicBezTo>
                    <a:pt x="673" y="205"/>
                    <a:pt x="668" y="201"/>
                    <a:pt x="663" y="201"/>
                  </a:cubicBezTo>
                  <a:cubicBezTo>
                    <a:pt x="642" y="201"/>
                    <a:pt x="642" y="201"/>
                    <a:pt x="642" y="201"/>
                  </a:cubicBezTo>
                  <a:cubicBezTo>
                    <a:pt x="611" y="36"/>
                    <a:pt x="611" y="36"/>
                    <a:pt x="611" y="36"/>
                  </a:cubicBezTo>
                  <a:cubicBezTo>
                    <a:pt x="647" y="36"/>
                    <a:pt x="647" y="36"/>
                    <a:pt x="647" y="36"/>
                  </a:cubicBezTo>
                  <a:cubicBezTo>
                    <a:pt x="656" y="36"/>
                    <a:pt x="663" y="29"/>
                    <a:pt x="663" y="20"/>
                  </a:cubicBezTo>
                  <a:cubicBezTo>
                    <a:pt x="663" y="16"/>
                    <a:pt x="663" y="16"/>
                    <a:pt x="663" y="16"/>
                  </a:cubicBezTo>
                  <a:cubicBezTo>
                    <a:pt x="663" y="7"/>
                    <a:pt x="656" y="0"/>
                    <a:pt x="647" y="0"/>
                  </a:cubicBezTo>
                  <a:cubicBezTo>
                    <a:pt x="616" y="0"/>
                    <a:pt x="616" y="0"/>
                    <a:pt x="616" y="0"/>
                  </a:cubicBezTo>
                  <a:cubicBezTo>
                    <a:pt x="612" y="8"/>
                    <a:pt x="606" y="15"/>
                    <a:pt x="598" y="19"/>
                  </a:cubicBezTo>
                  <a:cubicBezTo>
                    <a:pt x="592" y="22"/>
                    <a:pt x="586" y="24"/>
                    <a:pt x="579" y="24"/>
                  </a:cubicBezTo>
                  <a:cubicBezTo>
                    <a:pt x="564" y="24"/>
                    <a:pt x="551" y="16"/>
                    <a:pt x="544" y="3"/>
                  </a:cubicBezTo>
                  <a:cubicBezTo>
                    <a:pt x="542" y="0"/>
                    <a:pt x="542" y="0"/>
                    <a:pt x="542" y="0"/>
                  </a:cubicBezTo>
                  <a:cubicBezTo>
                    <a:pt x="529" y="0"/>
                    <a:pt x="529" y="0"/>
                    <a:pt x="529" y="0"/>
                  </a:cubicBezTo>
                  <a:cubicBezTo>
                    <a:pt x="520" y="0"/>
                    <a:pt x="513" y="7"/>
                    <a:pt x="513" y="16"/>
                  </a:cubicBezTo>
                  <a:cubicBezTo>
                    <a:pt x="513" y="20"/>
                    <a:pt x="513" y="20"/>
                    <a:pt x="513" y="20"/>
                  </a:cubicBezTo>
                  <a:cubicBezTo>
                    <a:pt x="513" y="29"/>
                    <a:pt x="520" y="36"/>
                    <a:pt x="529" y="36"/>
                  </a:cubicBezTo>
                  <a:cubicBezTo>
                    <a:pt x="571" y="36"/>
                    <a:pt x="571" y="36"/>
                    <a:pt x="571" y="36"/>
                  </a:cubicBezTo>
                  <a:cubicBezTo>
                    <a:pt x="601" y="201"/>
                    <a:pt x="601" y="201"/>
                    <a:pt x="601" y="201"/>
                  </a:cubicBezTo>
                  <a:cubicBezTo>
                    <a:pt x="587" y="201"/>
                    <a:pt x="587" y="201"/>
                    <a:pt x="587" y="201"/>
                  </a:cubicBezTo>
                  <a:cubicBezTo>
                    <a:pt x="582" y="201"/>
                    <a:pt x="577" y="205"/>
                    <a:pt x="577" y="211"/>
                  </a:cubicBezTo>
                  <a:cubicBezTo>
                    <a:pt x="577" y="214"/>
                    <a:pt x="577" y="214"/>
                    <a:pt x="577" y="214"/>
                  </a:cubicBezTo>
                  <a:cubicBezTo>
                    <a:pt x="577" y="219"/>
                    <a:pt x="582" y="224"/>
                    <a:pt x="587" y="224"/>
                  </a:cubicBezTo>
                  <a:cubicBezTo>
                    <a:pt x="606" y="224"/>
                    <a:pt x="606" y="224"/>
                    <a:pt x="606" y="224"/>
                  </a:cubicBezTo>
                  <a:cubicBezTo>
                    <a:pt x="623" y="314"/>
                    <a:pt x="623" y="314"/>
                    <a:pt x="623" y="314"/>
                  </a:cubicBezTo>
                  <a:cubicBezTo>
                    <a:pt x="499" y="457"/>
                    <a:pt x="499" y="457"/>
                    <a:pt x="499" y="457"/>
                  </a:cubicBezTo>
                  <a:cubicBezTo>
                    <a:pt x="498" y="457"/>
                    <a:pt x="498" y="458"/>
                    <a:pt x="498" y="458"/>
                  </a:cubicBezTo>
                  <a:cubicBezTo>
                    <a:pt x="181" y="458"/>
                    <a:pt x="181" y="458"/>
                    <a:pt x="181" y="458"/>
                  </a:cubicBezTo>
                  <a:cubicBezTo>
                    <a:pt x="172" y="417"/>
                    <a:pt x="136" y="386"/>
                    <a:pt x="92" y="386"/>
                  </a:cubicBezTo>
                  <a:cubicBezTo>
                    <a:pt x="41" y="386"/>
                    <a:pt x="0" y="427"/>
                    <a:pt x="0" y="478"/>
                  </a:cubicBezTo>
                  <a:cubicBezTo>
                    <a:pt x="0" y="529"/>
                    <a:pt x="41" y="570"/>
                    <a:pt x="92" y="570"/>
                  </a:cubicBezTo>
                  <a:close/>
                  <a:moveTo>
                    <a:pt x="650" y="458"/>
                  </a:moveTo>
                  <a:cubicBezTo>
                    <a:pt x="617" y="458"/>
                    <a:pt x="617" y="458"/>
                    <a:pt x="617" y="458"/>
                  </a:cubicBezTo>
                  <a:cubicBezTo>
                    <a:pt x="622" y="444"/>
                    <a:pt x="631" y="433"/>
                    <a:pt x="644" y="426"/>
                  </a:cubicBezTo>
                  <a:lnTo>
                    <a:pt x="650" y="458"/>
                  </a:lnTo>
                  <a:close/>
                  <a:moveTo>
                    <a:pt x="734" y="478"/>
                  </a:moveTo>
                  <a:cubicBezTo>
                    <a:pt x="734" y="511"/>
                    <a:pt x="707" y="538"/>
                    <a:pt x="674" y="538"/>
                  </a:cubicBezTo>
                  <a:cubicBezTo>
                    <a:pt x="648" y="538"/>
                    <a:pt x="625" y="521"/>
                    <a:pt x="617" y="498"/>
                  </a:cubicBezTo>
                  <a:cubicBezTo>
                    <a:pt x="674" y="498"/>
                    <a:pt x="674" y="498"/>
                    <a:pt x="674" y="498"/>
                  </a:cubicBezTo>
                  <a:cubicBezTo>
                    <a:pt x="680" y="498"/>
                    <a:pt x="685" y="495"/>
                    <a:pt x="689" y="491"/>
                  </a:cubicBezTo>
                  <a:cubicBezTo>
                    <a:pt x="693" y="486"/>
                    <a:pt x="694" y="480"/>
                    <a:pt x="693" y="474"/>
                  </a:cubicBezTo>
                  <a:cubicBezTo>
                    <a:pt x="683" y="419"/>
                    <a:pt x="683" y="419"/>
                    <a:pt x="683" y="419"/>
                  </a:cubicBezTo>
                  <a:cubicBezTo>
                    <a:pt x="712" y="423"/>
                    <a:pt x="734" y="448"/>
                    <a:pt x="734" y="478"/>
                  </a:cubicBezTo>
                  <a:close/>
                  <a:moveTo>
                    <a:pt x="632" y="365"/>
                  </a:moveTo>
                  <a:cubicBezTo>
                    <a:pt x="637" y="393"/>
                    <a:pt x="637" y="393"/>
                    <a:pt x="637" y="393"/>
                  </a:cubicBezTo>
                  <a:cubicBezTo>
                    <a:pt x="611" y="405"/>
                    <a:pt x="590" y="429"/>
                    <a:pt x="584" y="458"/>
                  </a:cubicBezTo>
                  <a:cubicBezTo>
                    <a:pt x="551" y="458"/>
                    <a:pt x="551" y="458"/>
                    <a:pt x="551" y="458"/>
                  </a:cubicBezTo>
                  <a:lnTo>
                    <a:pt x="632" y="365"/>
                  </a:lnTo>
                  <a:close/>
                  <a:moveTo>
                    <a:pt x="92" y="418"/>
                  </a:moveTo>
                  <a:cubicBezTo>
                    <a:pt x="118" y="418"/>
                    <a:pt x="140" y="435"/>
                    <a:pt x="148" y="458"/>
                  </a:cubicBezTo>
                  <a:cubicBezTo>
                    <a:pt x="90" y="458"/>
                    <a:pt x="90" y="458"/>
                    <a:pt x="90" y="458"/>
                  </a:cubicBezTo>
                  <a:cubicBezTo>
                    <a:pt x="79" y="458"/>
                    <a:pt x="70" y="467"/>
                    <a:pt x="70" y="478"/>
                  </a:cubicBezTo>
                  <a:cubicBezTo>
                    <a:pt x="70" y="489"/>
                    <a:pt x="79" y="498"/>
                    <a:pt x="90" y="498"/>
                  </a:cubicBezTo>
                  <a:cubicBezTo>
                    <a:pt x="148" y="498"/>
                    <a:pt x="148" y="498"/>
                    <a:pt x="148" y="498"/>
                  </a:cubicBezTo>
                  <a:cubicBezTo>
                    <a:pt x="140" y="521"/>
                    <a:pt x="118" y="538"/>
                    <a:pt x="92" y="538"/>
                  </a:cubicBezTo>
                  <a:cubicBezTo>
                    <a:pt x="59" y="538"/>
                    <a:pt x="32" y="511"/>
                    <a:pt x="32" y="478"/>
                  </a:cubicBezTo>
                  <a:cubicBezTo>
                    <a:pt x="32" y="445"/>
                    <a:pt x="59" y="418"/>
                    <a:pt x="92" y="4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9"/>
            <p:cNvSpPr>
              <a:spLocks/>
            </p:cNvSpPr>
            <p:nvPr/>
          </p:nvSpPr>
          <p:spPr bwMode="auto">
            <a:xfrm>
              <a:off x="6184900" y="-3174"/>
              <a:ext cx="390525" cy="388937"/>
            </a:xfrm>
            <a:custGeom>
              <a:avLst/>
              <a:gdLst>
                <a:gd name="T0" fmla="*/ 68 w 205"/>
                <a:gd name="T1" fmla="*/ 186 h 204"/>
                <a:gd name="T2" fmla="*/ 186 w 205"/>
                <a:gd name="T3" fmla="*/ 136 h 204"/>
                <a:gd name="T4" fmla="*/ 137 w 205"/>
                <a:gd name="T5" fmla="*/ 19 h 204"/>
                <a:gd name="T6" fmla="*/ 19 w 205"/>
                <a:gd name="T7" fmla="*/ 68 h 204"/>
                <a:gd name="T8" fmla="*/ 68 w 205"/>
                <a:gd name="T9" fmla="*/ 186 h 204"/>
              </a:gdLst>
              <a:ahLst/>
              <a:cxnLst>
                <a:cxn ang="0">
                  <a:pos x="T0" y="T1"/>
                </a:cxn>
                <a:cxn ang="0">
                  <a:pos x="T2" y="T3"/>
                </a:cxn>
                <a:cxn ang="0">
                  <a:pos x="T4" y="T5"/>
                </a:cxn>
                <a:cxn ang="0">
                  <a:pos x="T6" y="T7"/>
                </a:cxn>
                <a:cxn ang="0">
                  <a:pos x="T8" y="T9"/>
                </a:cxn>
              </a:cxnLst>
              <a:rect l="0" t="0" r="r" b="b"/>
              <a:pathLst>
                <a:path w="205" h="204">
                  <a:moveTo>
                    <a:pt x="68" y="186"/>
                  </a:moveTo>
                  <a:cubicBezTo>
                    <a:pt x="114" y="204"/>
                    <a:pt x="167" y="182"/>
                    <a:pt x="186" y="136"/>
                  </a:cubicBezTo>
                  <a:cubicBezTo>
                    <a:pt x="205" y="90"/>
                    <a:pt x="183" y="38"/>
                    <a:pt x="137" y="19"/>
                  </a:cubicBezTo>
                  <a:cubicBezTo>
                    <a:pt x="91" y="0"/>
                    <a:pt x="38" y="22"/>
                    <a:pt x="19" y="68"/>
                  </a:cubicBezTo>
                  <a:cubicBezTo>
                    <a:pt x="0" y="114"/>
                    <a:pt x="22" y="167"/>
                    <a:pt x="68" y="1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10"/>
            <p:cNvSpPr>
              <a:spLocks/>
            </p:cNvSpPr>
            <p:nvPr/>
          </p:nvSpPr>
          <p:spPr bwMode="auto">
            <a:xfrm>
              <a:off x="5961063" y="368300"/>
              <a:ext cx="427038" cy="1493837"/>
            </a:xfrm>
            <a:custGeom>
              <a:avLst/>
              <a:gdLst>
                <a:gd name="T0" fmla="*/ 135 w 224"/>
                <a:gd name="T1" fmla="*/ 40 h 784"/>
                <a:gd name="T2" fmla="*/ 154 w 224"/>
                <a:gd name="T3" fmla="*/ 35 h 784"/>
                <a:gd name="T4" fmla="*/ 189 w 224"/>
                <a:gd name="T5" fmla="*/ 57 h 784"/>
                <a:gd name="T6" fmla="*/ 213 w 224"/>
                <a:gd name="T7" fmla="*/ 102 h 784"/>
                <a:gd name="T8" fmla="*/ 186 w 224"/>
                <a:gd name="T9" fmla="*/ 14 h 784"/>
                <a:gd name="T10" fmla="*/ 73 w 224"/>
                <a:gd name="T11" fmla="*/ 65 h 784"/>
                <a:gd name="T12" fmla="*/ 15 w 224"/>
                <a:gd name="T13" fmla="*/ 281 h 784"/>
                <a:gd name="T14" fmla="*/ 51 w 224"/>
                <a:gd name="T15" fmla="*/ 351 h 784"/>
                <a:gd name="T16" fmla="*/ 4 w 224"/>
                <a:gd name="T17" fmla="*/ 727 h 784"/>
                <a:gd name="T18" fmla="*/ 47 w 224"/>
                <a:gd name="T19" fmla="*/ 783 h 784"/>
                <a:gd name="T20" fmla="*/ 53 w 224"/>
                <a:gd name="T21" fmla="*/ 784 h 784"/>
                <a:gd name="T22" fmla="*/ 103 w 224"/>
                <a:gd name="T23" fmla="*/ 740 h 784"/>
                <a:gd name="T24" fmla="*/ 158 w 224"/>
                <a:gd name="T25" fmla="*/ 303 h 784"/>
                <a:gd name="T26" fmla="*/ 158 w 224"/>
                <a:gd name="T27" fmla="*/ 295 h 784"/>
                <a:gd name="T28" fmla="*/ 179 w 224"/>
                <a:gd name="T29" fmla="*/ 208 h 784"/>
                <a:gd name="T30" fmla="*/ 118 w 224"/>
                <a:gd name="T31" fmla="*/ 94 h 784"/>
                <a:gd name="T32" fmla="*/ 135 w 224"/>
                <a:gd name="T33" fmla="*/ 40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4" h="784">
                  <a:moveTo>
                    <a:pt x="135" y="40"/>
                  </a:moveTo>
                  <a:cubicBezTo>
                    <a:pt x="141" y="37"/>
                    <a:pt x="147" y="35"/>
                    <a:pt x="154" y="35"/>
                  </a:cubicBezTo>
                  <a:cubicBezTo>
                    <a:pt x="168" y="35"/>
                    <a:pt x="182" y="44"/>
                    <a:pt x="189" y="57"/>
                  </a:cubicBezTo>
                  <a:cubicBezTo>
                    <a:pt x="213" y="102"/>
                    <a:pt x="213" y="102"/>
                    <a:pt x="213" y="102"/>
                  </a:cubicBezTo>
                  <a:cubicBezTo>
                    <a:pt x="224" y="67"/>
                    <a:pt x="215" y="26"/>
                    <a:pt x="186" y="14"/>
                  </a:cubicBezTo>
                  <a:cubicBezTo>
                    <a:pt x="154" y="0"/>
                    <a:pt x="102" y="11"/>
                    <a:pt x="73" y="65"/>
                  </a:cubicBezTo>
                  <a:cubicBezTo>
                    <a:pt x="33" y="141"/>
                    <a:pt x="19" y="191"/>
                    <a:pt x="15" y="281"/>
                  </a:cubicBezTo>
                  <a:cubicBezTo>
                    <a:pt x="16" y="319"/>
                    <a:pt x="31" y="340"/>
                    <a:pt x="51" y="351"/>
                  </a:cubicBezTo>
                  <a:cubicBezTo>
                    <a:pt x="4" y="727"/>
                    <a:pt x="4" y="727"/>
                    <a:pt x="4" y="727"/>
                  </a:cubicBezTo>
                  <a:cubicBezTo>
                    <a:pt x="0" y="755"/>
                    <a:pt x="20" y="780"/>
                    <a:pt x="47" y="783"/>
                  </a:cubicBezTo>
                  <a:cubicBezTo>
                    <a:pt x="49" y="784"/>
                    <a:pt x="51" y="784"/>
                    <a:pt x="53" y="784"/>
                  </a:cubicBezTo>
                  <a:cubicBezTo>
                    <a:pt x="78" y="784"/>
                    <a:pt x="100" y="765"/>
                    <a:pt x="103" y="740"/>
                  </a:cubicBezTo>
                  <a:cubicBezTo>
                    <a:pt x="158" y="303"/>
                    <a:pt x="158" y="303"/>
                    <a:pt x="158" y="303"/>
                  </a:cubicBezTo>
                  <a:cubicBezTo>
                    <a:pt x="158" y="300"/>
                    <a:pt x="158" y="297"/>
                    <a:pt x="158" y="295"/>
                  </a:cubicBezTo>
                  <a:cubicBezTo>
                    <a:pt x="163" y="271"/>
                    <a:pt x="170" y="240"/>
                    <a:pt x="179" y="208"/>
                  </a:cubicBezTo>
                  <a:cubicBezTo>
                    <a:pt x="118" y="94"/>
                    <a:pt x="118" y="94"/>
                    <a:pt x="118" y="94"/>
                  </a:cubicBezTo>
                  <a:cubicBezTo>
                    <a:pt x="108" y="75"/>
                    <a:pt x="115" y="50"/>
                    <a:pt x="135"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11"/>
            <p:cNvSpPr>
              <a:spLocks/>
            </p:cNvSpPr>
            <p:nvPr/>
          </p:nvSpPr>
          <p:spPr bwMode="auto">
            <a:xfrm>
              <a:off x="6184900" y="442913"/>
              <a:ext cx="392113" cy="604837"/>
            </a:xfrm>
            <a:custGeom>
              <a:avLst/>
              <a:gdLst>
                <a:gd name="T0" fmla="*/ 169 w 206"/>
                <a:gd name="T1" fmla="*/ 318 h 318"/>
                <a:gd name="T2" fmla="*/ 184 w 206"/>
                <a:gd name="T3" fmla="*/ 314 h 318"/>
                <a:gd name="T4" fmla="*/ 197 w 206"/>
                <a:gd name="T5" fmla="*/ 271 h 318"/>
                <a:gd name="T6" fmla="*/ 65 w 206"/>
                <a:gd name="T7" fmla="*/ 21 h 318"/>
                <a:gd name="T8" fmla="*/ 22 w 206"/>
                <a:gd name="T9" fmla="*/ 8 h 318"/>
                <a:gd name="T10" fmla="*/ 8 w 206"/>
                <a:gd name="T11" fmla="*/ 51 h 318"/>
                <a:gd name="T12" fmla="*/ 141 w 206"/>
                <a:gd name="T13" fmla="*/ 301 h 318"/>
                <a:gd name="T14" fmla="*/ 169 w 206"/>
                <a:gd name="T15" fmla="*/ 318 h 3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6" h="318">
                  <a:moveTo>
                    <a:pt x="169" y="318"/>
                  </a:moveTo>
                  <a:cubicBezTo>
                    <a:pt x="174" y="318"/>
                    <a:pt x="179" y="317"/>
                    <a:pt x="184" y="314"/>
                  </a:cubicBezTo>
                  <a:cubicBezTo>
                    <a:pt x="200" y="306"/>
                    <a:pt x="206" y="287"/>
                    <a:pt x="197" y="271"/>
                  </a:cubicBezTo>
                  <a:cubicBezTo>
                    <a:pt x="65" y="21"/>
                    <a:pt x="65" y="21"/>
                    <a:pt x="65" y="21"/>
                  </a:cubicBezTo>
                  <a:cubicBezTo>
                    <a:pt x="57" y="6"/>
                    <a:pt x="37" y="0"/>
                    <a:pt x="22" y="8"/>
                  </a:cubicBezTo>
                  <a:cubicBezTo>
                    <a:pt x="6" y="17"/>
                    <a:pt x="0" y="36"/>
                    <a:pt x="8" y="51"/>
                  </a:cubicBezTo>
                  <a:cubicBezTo>
                    <a:pt x="141" y="301"/>
                    <a:pt x="141" y="301"/>
                    <a:pt x="141" y="301"/>
                  </a:cubicBezTo>
                  <a:cubicBezTo>
                    <a:pt x="146" y="312"/>
                    <a:pt x="158" y="318"/>
                    <a:pt x="169" y="3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1" name="组合 10"/>
          <p:cNvGrpSpPr/>
          <p:nvPr/>
        </p:nvGrpSpPr>
        <p:grpSpPr>
          <a:xfrm>
            <a:off x="1547499" y="796039"/>
            <a:ext cx="1185016" cy="1491197"/>
            <a:chOff x="1885950" y="166688"/>
            <a:chExt cx="1468438" cy="1847850"/>
          </a:xfrm>
          <a:solidFill>
            <a:schemeClr val="tx1">
              <a:lumMod val="65000"/>
              <a:lumOff val="35000"/>
            </a:schemeClr>
          </a:solidFill>
        </p:grpSpPr>
        <p:sp>
          <p:nvSpPr>
            <p:cNvPr id="12" name="Freeform 12"/>
            <p:cNvSpPr>
              <a:spLocks/>
            </p:cNvSpPr>
            <p:nvPr/>
          </p:nvSpPr>
          <p:spPr bwMode="auto">
            <a:xfrm>
              <a:off x="2965450" y="166688"/>
              <a:ext cx="388938" cy="387350"/>
            </a:xfrm>
            <a:custGeom>
              <a:avLst/>
              <a:gdLst>
                <a:gd name="T0" fmla="*/ 49 w 204"/>
                <a:gd name="T1" fmla="*/ 175 h 204"/>
                <a:gd name="T2" fmla="*/ 174 w 204"/>
                <a:gd name="T3" fmla="*/ 156 h 204"/>
                <a:gd name="T4" fmla="*/ 156 w 204"/>
                <a:gd name="T5" fmla="*/ 30 h 204"/>
                <a:gd name="T6" fmla="*/ 30 w 204"/>
                <a:gd name="T7" fmla="*/ 49 h 204"/>
                <a:gd name="T8" fmla="*/ 49 w 204"/>
                <a:gd name="T9" fmla="*/ 175 h 204"/>
              </a:gdLst>
              <a:ahLst/>
              <a:cxnLst>
                <a:cxn ang="0">
                  <a:pos x="T0" y="T1"/>
                </a:cxn>
                <a:cxn ang="0">
                  <a:pos x="T2" y="T3"/>
                </a:cxn>
                <a:cxn ang="0">
                  <a:pos x="T4" y="T5"/>
                </a:cxn>
                <a:cxn ang="0">
                  <a:pos x="T6" y="T7"/>
                </a:cxn>
                <a:cxn ang="0">
                  <a:pos x="T8" y="T9"/>
                </a:cxn>
              </a:cxnLst>
              <a:rect l="0" t="0" r="r" b="b"/>
              <a:pathLst>
                <a:path w="204" h="204">
                  <a:moveTo>
                    <a:pt x="49" y="175"/>
                  </a:moveTo>
                  <a:cubicBezTo>
                    <a:pt x="89" y="204"/>
                    <a:pt x="145" y="196"/>
                    <a:pt x="174" y="156"/>
                  </a:cubicBezTo>
                  <a:cubicBezTo>
                    <a:pt x="204" y="116"/>
                    <a:pt x="196" y="60"/>
                    <a:pt x="156" y="30"/>
                  </a:cubicBezTo>
                  <a:cubicBezTo>
                    <a:pt x="116" y="0"/>
                    <a:pt x="59" y="9"/>
                    <a:pt x="30" y="49"/>
                  </a:cubicBezTo>
                  <a:cubicBezTo>
                    <a:pt x="0" y="89"/>
                    <a:pt x="9" y="145"/>
                    <a:pt x="49" y="1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3"/>
            <p:cNvSpPr>
              <a:spLocks/>
            </p:cNvSpPr>
            <p:nvPr/>
          </p:nvSpPr>
          <p:spPr bwMode="auto">
            <a:xfrm>
              <a:off x="2824163" y="596900"/>
              <a:ext cx="428625" cy="344487"/>
            </a:xfrm>
            <a:custGeom>
              <a:avLst/>
              <a:gdLst>
                <a:gd name="T0" fmla="*/ 64 w 225"/>
                <a:gd name="T1" fmla="*/ 46 h 181"/>
                <a:gd name="T2" fmla="*/ 64 w 225"/>
                <a:gd name="T3" fmla="*/ 39 h 181"/>
                <a:gd name="T4" fmla="*/ 64 w 225"/>
                <a:gd name="T5" fmla="*/ 37 h 181"/>
                <a:gd name="T6" fmla="*/ 64 w 225"/>
                <a:gd name="T7" fmla="*/ 37 h 181"/>
                <a:gd name="T8" fmla="*/ 64 w 225"/>
                <a:gd name="T9" fmla="*/ 37 h 181"/>
                <a:gd name="T10" fmla="*/ 64 w 225"/>
                <a:gd name="T11" fmla="*/ 37 h 181"/>
                <a:gd name="T12" fmla="*/ 64 w 225"/>
                <a:gd name="T13" fmla="*/ 37 h 181"/>
                <a:gd name="T14" fmla="*/ 36 w 225"/>
                <a:gd name="T15" fmla="*/ 2 h 181"/>
                <a:gd name="T16" fmla="*/ 1 w 225"/>
                <a:gd name="T17" fmla="*/ 30 h 181"/>
                <a:gd name="T18" fmla="*/ 1 w 225"/>
                <a:gd name="T19" fmla="*/ 30 h 181"/>
                <a:gd name="T20" fmla="*/ 0 w 225"/>
                <a:gd name="T21" fmla="*/ 46 h 181"/>
                <a:gd name="T22" fmla="*/ 18 w 225"/>
                <a:gd name="T23" fmla="*/ 124 h 181"/>
                <a:gd name="T24" fmla="*/ 56 w 225"/>
                <a:gd name="T25" fmla="*/ 164 h 181"/>
                <a:gd name="T26" fmla="*/ 120 w 225"/>
                <a:gd name="T27" fmla="*/ 181 h 181"/>
                <a:gd name="T28" fmla="*/ 121 w 225"/>
                <a:gd name="T29" fmla="*/ 181 h 181"/>
                <a:gd name="T30" fmla="*/ 199 w 225"/>
                <a:gd name="T31" fmla="*/ 166 h 181"/>
                <a:gd name="T32" fmla="*/ 219 w 225"/>
                <a:gd name="T33" fmla="*/ 126 h 181"/>
                <a:gd name="T34" fmla="*/ 178 w 225"/>
                <a:gd name="T35" fmla="*/ 106 h 181"/>
                <a:gd name="T36" fmla="*/ 121 w 225"/>
                <a:gd name="T37" fmla="*/ 117 h 181"/>
                <a:gd name="T38" fmla="*/ 89 w 225"/>
                <a:gd name="T39" fmla="*/ 110 h 181"/>
                <a:gd name="T40" fmla="*/ 69 w 225"/>
                <a:gd name="T41" fmla="*/ 82 h 181"/>
                <a:gd name="T42" fmla="*/ 64 w 225"/>
                <a:gd name="T43" fmla="*/ 46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5" h="181">
                  <a:moveTo>
                    <a:pt x="64" y="46"/>
                  </a:moveTo>
                  <a:cubicBezTo>
                    <a:pt x="64" y="43"/>
                    <a:pt x="64" y="40"/>
                    <a:pt x="64" y="39"/>
                  </a:cubicBezTo>
                  <a:cubicBezTo>
                    <a:pt x="64" y="38"/>
                    <a:pt x="64" y="37"/>
                    <a:pt x="64" y="37"/>
                  </a:cubicBezTo>
                  <a:cubicBezTo>
                    <a:pt x="64" y="37"/>
                    <a:pt x="64" y="37"/>
                    <a:pt x="64" y="37"/>
                  </a:cubicBezTo>
                  <a:cubicBezTo>
                    <a:pt x="64" y="37"/>
                    <a:pt x="64" y="37"/>
                    <a:pt x="64" y="37"/>
                  </a:cubicBezTo>
                  <a:cubicBezTo>
                    <a:pt x="64" y="37"/>
                    <a:pt x="64" y="37"/>
                    <a:pt x="64" y="37"/>
                  </a:cubicBezTo>
                  <a:cubicBezTo>
                    <a:pt x="64" y="37"/>
                    <a:pt x="64" y="37"/>
                    <a:pt x="64" y="37"/>
                  </a:cubicBezTo>
                  <a:cubicBezTo>
                    <a:pt x="66" y="19"/>
                    <a:pt x="54" y="4"/>
                    <a:pt x="36" y="2"/>
                  </a:cubicBezTo>
                  <a:cubicBezTo>
                    <a:pt x="18" y="0"/>
                    <a:pt x="3" y="12"/>
                    <a:pt x="1" y="30"/>
                  </a:cubicBezTo>
                  <a:cubicBezTo>
                    <a:pt x="1" y="30"/>
                    <a:pt x="1" y="30"/>
                    <a:pt x="1" y="30"/>
                  </a:cubicBezTo>
                  <a:cubicBezTo>
                    <a:pt x="1" y="31"/>
                    <a:pt x="0" y="37"/>
                    <a:pt x="0" y="46"/>
                  </a:cubicBezTo>
                  <a:cubicBezTo>
                    <a:pt x="0" y="63"/>
                    <a:pt x="2" y="94"/>
                    <a:pt x="18" y="124"/>
                  </a:cubicBezTo>
                  <a:cubicBezTo>
                    <a:pt x="26" y="139"/>
                    <a:pt x="39" y="154"/>
                    <a:pt x="56" y="164"/>
                  </a:cubicBezTo>
                  <a:cubicBezTo>
                    <a:pt x="74" y="175"/>
                    <a:pt x="95" y="181"/>
                    <a:pt x="120" y="181"/>
                  </a:cubicBezTo>
                  <a:cubicBezTo>
                    <a:pt x="120" y="181"/>
                    <a:pt x="120" y="181"/>
                    <a:pt x="121" y="181"/>
                  </a:cubicBezTo>
                  <a:cubicBezTo>
                    <a:pt x="144" y="181"/>
                    <a:pt x="169" y="176"/>
                    <a:pt x="199" y="166"/>
                  </a:cubicBezTo>
                  <a:cubicBezTo>
                    <a:pt x="216" y="160"/>
                    <a:pt x="225" y="142"/>
                    <a:pt x="219" y="126"/>
                  </a:cubicBezTo>
                  <a:cubicBezTo>
                    <a:pt x="213" y="109"/>
                    <a:pt x="195" y="100"/>
                    <a:pt x="178" y="106"/>
                  </a:cubicBezTo>
                  <a:cubicBezTo>
                    <a:pt x="154" y="114"/>
                    <a:pt x="135" y="117"/>
                    <a:pt x="121" y="117"/>
                  </a:cubicBezTo>
                  <a:cubicBezTo>
                    <a:pt x="105" y="117"/>
                    <a:pt x="96" y="114"/>
                    <a:pt x="89" y="110"/>
                  </a:cubicBezTo>
                  <a:cubicBezTo>
                    <a:pt x="80" y="104"/>
                    <a:pt x="73" y="94"/>
                    <a:pt x="69" y="82"/>
                  </a:cubicBezTo>
                  <a:cubicBezTo>
                    <a:pt x="65" y="69"/>
                    <a:pt x="64" y="55"/>
                    <a:pt x="64"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4"/>
            <p:cNvSpPr>
              <a:spLocks noEditPoints="1"/>
            </p:cNvSpPr>
            <p:nvPr/>
          </p:nvSpPr>
          <p:spPr bwMode="auto">
            <a:xfrm>
              <a:off x="1885950" y="433388"/>
              <a:ext cx="1176338" cy="1581150"/>
            </a:xfrm>
            <a:custGeom>
              <a:avLst/>
              <a:gdLst>
                <a:gd name="T0" fmla="*/ 16 w 618"/>
                <a:gd name="T1" fmla="*/ 589 h 830"/>
                <a:gd name="T2" fmla="*/ 94 w 618"/>
                <a:gd name="T3" fmla="*/ 540 h 830"/>
                <a:gd name="T4" fmla="*/ 208 w 618"/>
                <a:gd name="T5" fmla="*/ 549 h 830"/>
                <a:gd name="T6" fmla="*/ 331 w 618"/>
                <a:gd name="T7" fmla="*/ 544 h 830"/>
                <a:gd name="T8" fmla="*/ 436 w 618"/>
                <a:gd name="T9" fmla="*/ 420 h 830"/>
                <a:gd name="T10" fmla="*/ 488 w 618"/>
                <a:gd name="T11" fmla="*/ 596 h 830"/>
                <a:gd name="T12" fmla="*/ 478 w 618"/>
                <a:gd name="T13" fmla="*/ 593 h 830"/>
                <a:gd name="T14" fmla="*/ 455 w 618"/>
                <a:gd name="T15" fmla="*/ 685 h 830"/>
                <a:gd name="T16" fmla="*/ 373 w 618"/>
                <a:gd name="T17" fmla="*/ 744 h 830"/>
                <a:gd name="T18" fmla="*/ 365 w 618"/>
                <a:gd name="T19" fmla="*/ 774 h 830"/>
                <a:gd name="T20" fmla="*/ 577 w 618"/>
                <a:gd name="T21" fmla="*/ 830 h 830"/>
                <a:gd name="T22" fmla="*/ 592 w 618"/>
                <a:gd name="T23" fmla="*/ 808 h 830"/>
                <a:gd name="T24" fmla="*/ 573 w 618"/>
                <a:gd name="T25" fmla="*/ 709 h 830"/>
                <a:gd name="T26" fmla="*/ 585 w 618"/>
                <a:gd name="T27" fmla="*/ 620 h 830"/>
                <a:gd name="T28" fmla="*/ 603 w 618"/>
                <a:gd name="T29" fmla="*/ 459 h 830"/>
                <a:gd name="T30" fmla="*/ 521 w 618"/>
                <a:gd name="T31" fmla="*/ 238 h 830"/>
                <a:gd name="T32" fmla="*/ 485 w 618"/>
                <a:gd name="T33" fmla="*/ 132 h 830"/>
                <a:gd name="T34" fmla="*/ 525 w 618"/>
                <a:gd name="T35" fmla="*/ 79 h 830"/>
                <a:gd name="T36" fmla="*/ 565 w 618"/>
                <a:gd name="T37" fmla="*/ 124 h 830"/>
                <a:gd name="T38" fmla="*/ 565 w 618"/>
                <a:gd name="T39" fmla="*/ 132 h 830"/>
                <a:gd name="T40" fmla="*/ 578 w 618"/>
                <a:gd name="T41" fmla="*/ 152 h 830"/>
                <a:gd name="T42" fmla="*/ 568 w 618"/>
                <a:gd name="T43" fmla="*/ 41 h 830"/>
                <a:gd name="T44" fmla="*/ 568 w 618"/>
                <a:gd name="T45" fmla="*/ 41 h 830"/>
                <a:gd name="T46" fmla="*/ 265 w 618"/>
                <a:gd name="T47" fmla="*/ 33 h 830"/>
                <a:gd name="T48" fmla="*/ 296 w 618"/>
                <a:gd name="T49" fmla="*/ 89 h 830"/>
                <a:gd name="T50" fmla="*/ 459 w 618"/>
                <a:gd name="T51" fmla="*/ 71 h 830"/>
                <a:gd name="T52" fmla="*/ 350 w 618"/>
                <a:gd name="T53" fmla="*/ 265 h 830"/>
                <a:gd name="T54" fmla="*/ 306 w 618"/>
                <a:gd name="T55" fmla="*/ 443 h 830"/>
                <a:gd name="T56" fmla="*/ 212 w 618"/>
                <a:gd name="T57" fmla="*/ 429 h 830"/>
                <a:gd name="T58" fmla="*/ 117 w 618"/>
                <a:gd name="T59" fmla="*/ 426 h 830"/>
                <a:gd name="T60" fmla="*/ 43 w 618"/>
                <a:gd name="T61" fmla="*/ 358 h 830"/>
                <a:gd name="T62" fmla="*/ 11 w 618"/>
                <a:gd name="T63" fmla="*/ 356 h 830"/>
                <a:gd name="T64" fmla="*/ 8 w 618"/>
                <a:gd name="T65" fmla="*/ 587 h 830"/>
                <a:gd name="T66" fmla="*/ 473 w 618"/>
                <a:gd name="T67" fmla="*/ 737 h 830"/>
                <a:gd name="T68" fmla="*/ 515 w 618"/>
                <a:gd name="T69" fmla="*/ 754 h 830"/>
                <a:gd name="T70" fmla="*/ 551 w 618"/>
                <a:gd name="T71" fmla="*/ 791 h 830"/>
                <a:gd name="T72" fmla="*/ 577 w 618"/>
                <a:gd name="T73" fmla="*/ 658 h 830"/>
                <a:gd name="T74" fmla="*/ 543 w 618"/>
                <a:gd name="T75" fmla="*/ 662 h 830"/>
                <a:gd name="T76" fmla="*/ 570 w 618"/>
                <a:gd name="T77" fmla="*/ 687 h 830"/>
                <a:gd name="T78" fmla="*/ 537 w 618"/>
                <a:gd name="T79" fmla="*/ 691 h 830"/>
                <a:gd name="T80" fmla="*/ 565 w 618"/>
                <a:gd name="T81" fmla="*/ 707 h 830"/>
                <a:gd name="T82" fmla="*/ 502 w 618"/>
                <a:gd name="T83" fmla="*/ 745 h 830"/>
                <a:gd name="T84" fmla="*/ 464 w 618"/>
                <a:gd name="T85" fmla="*/ 682 h 830"/>
                <a:gd name="T86" fmla="*/ 585 w 618"/>
                <a:gd name="T87" fmla="*/ 628 h 830"/>
                <a:gd name="T88" fmla="*/ 200 w 618"/>
                <a:gd name="T89" fmla="*/ 541 h 830"/>
                <a:gd name="T90" fmla="*/ 171 w 618"/>
                <a:gd name="T91" fmla="*/ 508 h 830"/>
                <a:gd name="T92" fmla="*/ 156 w 618"/>
                <a:gd name="T93" fmla="*/ 539 h 830"/>
                <a:gd name="T94" fmla="*/ 141 w 618"/>
                <a:gd name="T95" fmla="*/ 507 h 830"/>
                <a:gd name="T96" fmla="*/ 127 w 618"/>
                <a:gd name="T97" fmla="*/ 538 h 830"/>
                <a:gd name="T98" fmla="*/ 70 w 618"/>
                <a:gd name="T99" fmla="*/ 497 h 830"/>
                <a:gd name="T100" fmla="*/ 85 w 618"/>
                <a:gd name="T101" fmla="*/ 448 h 830"/>
                <a:gd name="T102" fmla="*/ 203 w 618"/>
                <a:gd name="T103" fmla="*/ 437 h 830"/>
                <a:gd name="T104" fmla="*/ 70 w 618"/>
                <a:gd name="T105" fmla="*/ 454 h 830"/>
                <a:gd name="T106" fmla="*/ 62 w 618"/>
                <a:gd name="T107" fmla="*/ 499 h 830"/>
                <a:gd name="T108" fmla="*/ 34 w 618"/>
                <a:gd name="T109" fmla="*/ 542 h 830"/>
                <a:gd name="T110" fmla="*/ 70 w 618"/>
                <a:gd name="T111" fmla="*/ 454 h 8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18" h="830">
                  <a:moveTo>
                    <a:pt x="8" y="587"/>
                  </a:moveTo>
                  <a:cubicBezTo>
                    <a:pt x="11" y="588"/>
                    <a:pt x="14" y="589"/>
                    <a:pt x="16" y="589"/>
                  </a:cubicBezTo>
                  <a:cubicBezTo>
                    <a:pt x="19" y="589"/>
                    <a:pt x="23" y="588"/>
                    <a:pt x="25" y="586"/>
                  </a:cubicBezTo>
                  <a:cubicBezTo>
                    <a:pt x="94" y="540"/>
                    <a:pt x="94" y="540"/>
                    <a:pt x="94" y="540"/>
                  </a:cubicBezTo>
                  <a:cubicBezTo>
                    <a:pt x="101" y="543"/>
                    <a:pt x="110" y="546"/>
                    <a:pt x="118" y="546"/>
                  </a:cubicBezTo>
                  <a:cubicBezTo>
                    <a:pt x="208" y="549"/>
                    <a:pt x="208" y="549"/>
                    <a:pt x="208" y="549"/>
                  </a:cubicBezTo>
                  <a:cubicBezTo>
                    <a:pt x="208" y="539"/>
                    <a:pt x="208" y="539"/>
                    <a:pt x="208" y="539"/>
                  </a:cubicBezTo>
                  <a:cubicBezTo>
                    <a:pt x="331" y="544"/>
                    <a:pt x="331" y="544"/>
                    <a:pt x="331" y="544"/>
                  </a:cubicBezTo>
                  <a:cubicBezTo>
                    <a:pt x="349" y="545"/>
                    <a:pt x="367" y="536"/>
                    <a:pt x="376" y="520"/>
                  </a:cubicBezTo>
                  <a:cubicBezTo>
                    <a:pt x="436" y="420"/>
                    <a:pt x="436" y="420"/>
                    <a:pt x="436" y="420"/>
                  </a:cubicBezTo>
                  <a:cubicBezTo>
                    <a:pt x="510" y="505"/>
                    <a:pt x="510" y="505"/>
                    <a:pt x="510" y="505"/>
                  </a:cubicBezTo>
                  <a:cubicBezTo>
                    <a:pt x="488" y="596"/>
                    <a:pt x="488" y="596"/>
                    <a:pt x="488" y="596"/>
                  </a:cubicBezTo>
                  <a:cubicBezTo>
                    <a:pt x="488" y="596"/>
                    <a:pt x="488" y="596"/>
                    <a:pt x="488" y="596"/>
                  </a:cubicBezTo>
                  <a:cubicBezTo>
                    <a:pt x="478" y="593"/>
                    <a:pt x="478" y="593"/>
                    <a:pt x="478" y="593"/>
                  </a:cubicBezTo>
                  <a:cubicBezTo>
                    <a:pt x="456" y="680"/>
                    <a:pt x="456" y="680"/>
                    <a:pt x="456" y="680"/>
                  </a:cubicBezTo>
                  <a:cubicBezTo>
                    <a:pt x="456" y="682"/>
                    <a:pt x="455" y="683"/>
                    <a:pt x="455" y="685"/>
                  </a:cubicBezTo>
                  <a:cubicBezTo>
                    <a:pt x="433" y="759"/>
                    <a:pt x="433" y="759"/>
                    <a:pt x="433" y="759"/>
                  </a:cubicBezTo>
                  <a:cubicBezTo>
                    <a:pt x="373" y="744"/>
                    <a:pt x="373" y="744"/>
                    <a:pt x="373" y="744"/>
                  </a:cubicBezTo>
                  <a:cubicBezTo>
                    <a:pt x="364" y="741"/>
                    <a:pt x="355" y="746"/>
                    <a:pt x="353" y="755"/>
                  </a:cubicBezTo>
                  <a:cubicBezTo>
                    <a:pt x="351" y="763"/>
                    <a:pt x="356" y="772"/>
                    <a:pt x="365" y="774"/>
                  </a:cubicBezTo>
                  <a:cubicBezTo>
                    <a:pt x="573" y="830"/>
                    <a:pt x="573" y="830"/>
                    <a:pt x="573" y="830"/>
                  </a:cubicBezTo>
                  <a:cubicBezTo>
                    <a:pt x="575" y="830"/>
                    <a:pt x="576" y="830"/>
                    <a:pt x="577" y="830"/>
                  </a:cubicBezTo>
                  <a:cubicBezTo>
                    <a:pt x="582" y="830"/>
                    <a:pt x="586" y="828"/>
                    <a:pt x="589" y="825"/>
                  </a:cubicBezTo>
                  <a:cubicBezTo>
                    <a:pt x="593" y="820"/>
                    <a:pt x="594" y="814"/>
                    <a:pt x="592" y="808"/>
                  </a:cubicBezTo>
                  <a:cubicBezTo>
                    <a:pt x="562" y="731"/>
                    <a:pt x="562" y="731"/>
                    <a:pt x="562" y="731"/>
                  </a:cubicBezTo>
                  <a:cubicBezTo>
                    <a:pt x="567" y="725"/>
                    <a:pt x="571" y="717"/>
                    <a:pt x="573" y="709"/>
                  </a:cubicBezTo>
                  <a:cubicBezTo>
                    <a:pt x="594" y="622"/>
                    <a:pt x="594" y="622"/>
                    <a:pt x="594" y="622"/>
                  </a:cubicBezTo>
                  <a:cubicBezTo>
                    <a:pt x="585" y="620"/>
                    <a:pt x="585" y="620"/>
                    <a:pt x="585" y="620"/>
                  </a:cubicBezTo>
                  <a:cubicBezTo>
                    <a:pt x="614" y="504"/>
                    <a:pt x="614" y="504"/>
                    <a:pt x="614" y="504"/>
                  </a:cubicBezTo>
                  <a:cubicBezTo>
                    <a:pt x="618" y="488"/>
                    <a:pt x="613" y="471"/>
                    <a:pt x="603" y="459"/>
                  </a:cubicBezTo>
                  <a:cubicBezTo>
                    <a:pt x="481" y="321"/>
                    <a:pt x="481" y="321"/>
                    <a:pt x="481" y="321"/>
                  </a:cubicBezTo>
                  <a:cubicBezTo>
                    <a:pt x="490" y="292"/>
                    <a:pt x="505" y="264"/>
                    <a:pt x="521" y="238"/>
                  </a:cubicBezTo>
                  <a:cubicBezTo>
                    <a:pt x="514" y="230"/>
                    <a:pt x="509" y="222"/>
                    <a:pt x="504" y="214"/>
                  </a:cubicBezTo>
                  <a:cubicBezTo>
                    <a:pt x="487" y="183"/>
                    <a:pt x="485" y="152"/>
                    <a:pt x="485" y="132"/>
                  </a:cubicBezTo>
                  <a:cubicBezTo>
                    <a:pt x="485" y="123"/>
                    <a:pt x="486" y="117"/>
                    <a:pt x="486" y="115"/>
                  </a:cubicBezTo>
                  <a:cubicBezTo>
                    <a:pt x="488" y="95"/>
                    <a:pt x="505" y="79"/>
                    <a:pt x="525" y="79"/>
                  </a:cubicBezTo>
                  <a:cubicBezTo>
                    <a:pt x="527" y="79"/>
                    <a:pt x="528" y="80"/>
                    <a:pt x="530" y="80"/>
                  </a:cubicBezTo>
                  <a:cubicBezTo>
                    <a:pt x="552" y="82"/>
                    <a:pt x="568" y="102"/>
                    <a:pt x="565" y="124"/>
                  </a:cubicBezTo>
                  <a:cubicBezTo>
                    <a:pt x="565" y="125"/>
                    <a:pt x="565" y="125"/>
                    <a:pt x="565" y="125"/>
                  </a:cubicBezTo>
                  <a:cubicBezTo>
                    <a:pt x="565" y="127"/>
                    <a:pt x="565" y="129"/>
                    <a:pt x="565" y="132"/>
                  </a:cubicBezTo>
                  <a:cubicBezTo>
                    <a:pt x="565" y="136"/>
                    <a:pt x="565" y="151"/>
                    <a:pt x="570" y="164"/>
                  </a:cubicBezTo>
                  <a:cubicBezTo>
                    <a:pt x="573" y="160"/>
                    <a:pt x="576" y="156"/>
                    <a:pt x="578" y="152"/>
                  </a:cubicBezTo>
                  <a:cubicBezTo>
                    <a:pt x="605" y="120"/>
                    <a:pt x="610" y="70"/>
                    <a:pt x="582" y="49"/>
                  </a:cubicBezTo>
                  <a:cubicBezTo>
                    <a:pt x="578" y="46"/>
                    <a:pt x="573" y="43"/>
                    <a:pt x="568" y="41"/>
                  </a:cubicBezTo>
                  <a:cubicBezTo>
                    <a:pt x="568" y="41"/>
                    <a:pt x="568" y="41"/>
                    <a:pt x="568" y="41"/>
                  </a:cubicBezTo>
                  <a:cubicBezTo>
                    <a:pt x="568" y="41"/>
                    <a:pt x="568" y="41"/>
                    <a:pt x="568" y="41"/>
                  </a:cubicBezTo>
                  <a:cubicBezTo>
                    <a:pt x="566" y="40"/>
                    <a:pt x="493" y="0"/>
                    <a:pt x="399" y="0"/>
                  </a:cubicBezTo>
                  <a:cubicBezTo>
                    <a:pt x="357" y="0"/>
                    <a:pt x="310" y="8"/>
                    <a:pt x="265" y="33"/>
                  </a:cubicBezTo>
                  <a:cubicBezTo>
                    <a:pt x="249" y="42"/>
                    <a:pt x="244" y="61"/>
                    <a:pt x="252" y="77"/>
                  </a:cubicBezTo>
                  <a:cubicBezTo>
                    <a:pt x="261" y="92"/>
                    <a:pt x="281" y="98"/>
                    <a:pt x="296" y="89"/>
                  </a:cubicBezTo>
                  <a:cubicBezTo>
                    <a:pt x="330" y="71"/>
                    <a:pt x="365" y="64"/>
                    <a:pt x="399" y="64"/>
                  </a:cubicBezTo>
                  <a:cubicBezTo>
                    <a:pt x="420" y="64"/>
                    <a:pt x="441" y="67"/>
                    <a:pt x="459" y="71"/>
                  </a:cubicBezTo>
                  <a:cubicBezTo>
                    <a:pt x="459" y="71"/>
                    <a:pt x="459" y="71"/>
                    <a:pt x="459" y="71"/>
                  </a:cubicBezTo>
                  <a:cubicBezTo>
                    <a:pt x="402" y="134"/>
                    <a:pt x="376" y="180"/>
                    <a:pt x="350" y="265"/>
                  </a:cubicBezTo>
                  <a:cubicBezTo>
                    <a:pt x="342" y="302"/>
                    <a:pt x="351" y="325"/>
                    <a:pt x="367" y="341"/>
                  </a:cubicBezTo>
                  <a:cubicBezTo>
                    <a:pt x="306" y="443"/>
                    <a:pt x="306" y="443"/>
                    <a:pt x="306" y="443"/>
                  </a:cubicBezTo>
                  <a:cubicBezTo>
                    <a:pt x="211" y="439"/>
                    <a:pt x="211" y="439"/>
                    <a:pt x="211" y="439"/>
                  </a:cubicBezTo>
                  <a:cubicBezTo>
                    <a:pt x="212" y="429"/>
                    <a:pt x="212" y="429"/>
                    <a:pt x="212" y="429"/>
                  </a:cubicBezTo>
                  <a:cubicBezTo>
                    <a:pt x="122" y="426"/>
                    <a:pt x="122" y="426"/>
                    <a:pt x="122" y="426"/>
                  </a:cubicBezTo>
                  <a:cubicBezTo>
                    <a:pt x="121" y="426"/>
                    <a:pt x="119" y="426"/>
                    <a:pt x="117" y="426"/>
                  </a:cubicBezTo>
                  <a:cubicBezTo>
                    <a:pt x="40" y="420"/>
                    <a:pt x="40" y="420"/>
                    <a:pt x="40" y="420"/>
                  </a:cubicBezTo>
                  <a:cubicBezTo>
                    <a:pt x="43" y="358"/>
                    <a:pt x="43" y="358"/>
                    <a:pt x="43" y="358"/>
                  </a:cubicBezTo>
                  <a:cubicBezTo>
                    <a:pt x="43" y="349"/>
                    <a:pt x="36" y="341"/>
                    <a:pt x="27" y="341"/>
                  </a:cubicBezTo>
                  <a:cubicBezTo>
                    <a:pt x="19" y="341"/>
                    <a:pt x="11" y="347"/>
                    <a:pt x="11" y="356"/>
                  </a:cubicBezTo>
                  <a:cubicBezTo>
                    <a:pt x="0" y="572"/>
                    <a:pt x="0" y="572"/>
                    <a:pt x="0" y="572"/>
                  </a:cubicBezTo>
                  <a:cubicBezTo>
                    <a:pt x="0" y="578"/>
                    <a:pt x="3" y="584"/>
                    <a:pt x="8" y="587"/>
                  </a:cubicBezTo>
                  <a:close/>
                  <a:moveTo>
                    <a:pt x="464" y="768"/>
                  </a:moveTo>
                  <a:cubicBezTo>
                    <a:pt x="473" y="737"/>
                    <a:pt x="473" y="737"/>
                    <a:pt x="473" y="737"/>
                  </a:cubicBezTo>
                  <a:cubicBezTo>
                    <a:pt x="480" y="745"/>
                    <a:pt x="489" y="750"/>
                    <a:pt x="500" y="753"/>
                  </a:cubicBezTo>
                  <a:cubicBezTo>
                    <a:pt x="505" y="754"/>
                    <a:pt x="510" y="754"/>
                    <a:pt x="515" y="754"/>
                  </a:cubicBezTo>
                  <a:cubicBezTo>
                    <a:pt x="522" y="754"/>
                    <a:pt x="528" y="753"/>
                    <a:pt x="535" y="751"/>
                  </a:cubicBezTo>
                  <a:cubicBezTo>
                    <a:pt x="551" y="791"/>
                    <a:pt x="551" y="791"/>
                    <a:pt x="551" y="791"/>
                  </a:cubicBezTo>
                  <a:lnTo>
                    <a:pt x="464" y="768"/>
                  </a:lnTo>
                  <a:close/>
                  <a:moveTo>
                    <a:pt x="577" y="658"/>
                  </a:moveTo>
                  <a:cubicBezTo>
                    <a:pt x="546" y="650"/>
                    <a:pt x="546" y="650"/>
                    <a:pt x="546" y="650"/>
                  </a:cubicBezTo>
                  <a:cubicBezTo>
                    <a:pt x="543" y="662"/>
                    <a:pt x="543" y="662"/>
                    <a:pt x="543" y="662"/>
                  </a:cubicBezTo>
                  <a:cubicBezTo>
                    <a:pt x="574" y="670"/>
                    <a:pt x="574" y="670"/>
                    <a:pt x="574" y="670"/>
                  </a:cubicBezTo>
                  <a:cubicBezTo>
                    <a:pt x="570" y="687"/>
                    <a:pt x="570" y="687"/>
                    <a:pt x="570" y="687"/>
                  </a:cubicBezTo>
                  <a:cubicBezTo>
                    <a:pt x="540" y="679"/>
                    <a:pt x="540" y="679"/>
                    <a:pt x="540" y="679"/>
                  </a:cubicBezTo>
                  <a:cubicBezTo>
                    <a:pt x="537" y="691"/>
                    <a:pt x="537" y="691"/>
                    <a:pt x="537" y="691"/>
                  </a:cubicBezTo>
                  <a:cubicBezTo>
                    <a:pt x="567" y="699"/>
                    <a:pt x="567" y="699"/>
                    <a:pt x="567" y="699"/>
                  </a:cubicBezTo>
                  <a:cubicBezTo>
                    <a:pt x="565" y="707"/>
                    <a:pt x="565" y="707"/>
                    <a:pt x="565" y="707"/>
                  </a:cubicBezTo>
                  <a:cubicBezTo>
                    <a:pt x="559" y="730"/>
                    <a:pt x="538" y="746"/>
                    <a:pt x="515" y="746"/>
                  </a:cubicBezTo>
                  <a:cubicBezTo>
                    <a:pt x="510" y="746"/>
                    <a:pt x="506" y="746"/>
                    <a:pt x="502" y="745"/>
                  </a:cubicBezTo>
                  <a:cubicBezTo>
                    <a:pt x="488" y="741"/>
                    <a:pt x="477" y="733"/>
                    <a:pt x="470" y="721"/>
                  </a:cubicBezTo>
                  <a:cubicBezTo>
                    <a:pt x="463" y="709"/>
                    <a:pt x="461" y="695"/>
                    <a:pt x="464" y="682"/>
                  </a:cubicBezTo>
                  <a:cubicBezTo>
                    <a:pt x="484" y="603"/>
                    <a:pt x="484" y="603"/>
                    <a:pt x="484" y="603"/>
                  </a:cubicBezTo>
                  <a:cubicBezTo>
                    <a:pt x="585" y="628"/>
                    <a:pt x="585" y="628"/>
                    <a:pt x="585" y="628"/>
                  </a:cubicBezTo>
                  <a:lnTo>
                    <a:pt x="577" y="658"/>
                  </a:lnTo>
                  <a:close/>
                  <a:moveTo>
                    <a:pt x="200" y="541"/>
                  </a:moveTo>
                  <a:cubicBezTo>
                    <a:pt x="169" y="540"/>
                    <a:pt x="169" y="540"/>
                    <a:pt x="169" y="540"/>
                  </a:cubicBezTo>
                  <a:cubicBezTo>
                    <a:pt x="171" y="508"/>
                    <a:pt x="171" y="508"/>
                    <a:pt x="171" y="508"/>
                  </a:cubicBezTo>
                  <a:cubicBezTo>
                    <a:pt x="158" y="507"/>
                    <a:pt x="158" y="507"/>
                    <a:pt x="158" y="507"/>
                  </a:cubicBezTo>
                  <a:cubicBezTo>
                    <a:pt x="156" y="539"/>
                    <a:pt x="156" y="539"/>
                    <a:pt x="156" y="539"/>
                  </a:cubicBezTo>
                  <a:cubicBezTo>
                    <a:pt x="140" y="539"/>
                    <a:pt x="140" y="539"/>
                    <a:pt x="140" y="539"/>
                  </a:cubicBezTo>
                  <a:cubicBezTo>
                    <a:pt x="141" y="507"/>
                    <a:pt x="141" y="507"/>
                    <a:pt x="141" y="507"/>
                  </a:cubicBezTo>
                  <a:cubicBezTo>
                    <a:pt x="128" y="507"/>
                    <a:pt x="128" y="507"/>
                    <a:pt x="128" y="507"/>
                  </a:cubicBezTo>
                  <a:cubicBezTo>
                    <a:pt x="127" y="538"/>
                    <a:pt x="127" y="538"/>
                    <a:pt x="127" y="538"/>
                  </a:cubicBezTo>
                  <a:cubicBezTo>
                    <a:pt x="119" y="538"/>
                    <a:pt x="119" y="538"/>
                    <a:pt x="119" y="538"/>
                  </a:cubicBezTo>
                  <a:cubicBezTo>
                    <a:pt x="95" y="537"/>
                    <a:pt x="75" y="520"/>
                    <a:pt x="70" y="497"/>
                  </a:cubicBezTo>
                  <a:cubicBezTo>
                    <a:pt x="69" y="493"/>
                    <a:pt x="68" y="488"/>
                    <a:pt x="68" y="484"/>
                  </a:cubicBezTo>
                  <a:cubicBezTo>
                    <a:pt x="69" y="470"/>
                    <a:pt x="75" y="457"/>
                    <a:pt x="85" y="448"/>
                  </a:cubicBezTo>
                  <a:cubicBezTo>
                    <a:pt x="95" y="438"/>
                    <a:pt x="108" y="433"/>
                    <a:pt x="122" y="434"/>
                  </a:cubicBezTo>
                  <a:cubicBezTo>
                    <a:pt x="203" y="437"/>
                    <a:pt x="203" y="437"/>
                    <a:pt x="203" y="437"/>
                  </a:cubicBezTo>
                  <a:lnTo>
                    <a:pt x="200" y="541"/>
                  </a:lnTo>
                  <a:close/>
                  <a:moveTo>
                    <a:pt x="70" y="454"/>
                  </a:moveTo>
                  <a:cubicBezTo>
                    <a:pt x="64" y="463"/>
                    <a:pt x="61" y="473"/>
                    <a:pt x="60" y="484"/>
                  </a:cubicBezTo>
                  <a:cubicBezTo>
                    <a:pt x="60" y="489"/>
                    <a:pt x="61" y="494"/>
                    <a:pt x="62" y="499"/>
                  </a:cubicBezTo>
                  <a:cubicBezTo>
                    <a:pt x="63" y="505"/>
                    <a:pt x="66" y="512"/>
                    <a:pt x="70" y="518"/>
                  </a:cubicBezTo>
                  <a:cubicBezTo>
                    <a:pt x="34" y="542"/>
                    <a:pt x="34" y="542"/>
                    <a:pt x="34" y="542"/>
                  </a:cubicBezTo>
                  <a:cubicBezTo>
                    <a:pt x="38" y="452"/>
                    <a:pt x="38" y="452"/>
                    <a:pt x="38" y="452"/>
                  </a:cubicBezTo>
                  <a:lnTo>
                    <a:pt x="70" y="4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5" name="组合 14"/>
          <p:cNvGrpSpPr/>
          <p:nvPr/>
        </p:nvGrpSpPr>
        <p:grpSpPr>
          <a:xfrm>
            <a:off x="3037416" y="820379"/>
            <a:ext cx="1129928" cy="1422018"/>
            <a:chOff x="3732213" y="196850"/>
            <a:chExt cx="1400175" cy="1762125"/>
          </a:xfrm>
          <a:solidFill>
            <a:schemeClr val="tx1">
              <a:lumMod val="65000"/>
              <a:lumOff val="35000"/>
            </a:schemeClr>
          </a:solidFill>
        </p:grpSpPr>
        <p:sp>
          <p:nvSpPr>
            <p:cNvPr id="16" name="Freeform 15"/>
            <p:cNvSpPr>
              <a:spLocks/>
            </p:cNvSpPr>
            <p:nvPr/>
          </p:nvSpPr>
          <p:spPr bwMode="auto">
            <a:xfrm>
              <a:off x="4745038" y="196850"/>
              <a:ext cx="387350" cy="388937"/>
            </a:xfrm>
            <a:custGeom>
              <a:avLst/>
              <a:gdLst>
                <a:gd name="T0" fmla="*/ 49 w 204"/>
                <a:gd name="T1" fmla="*/ 175 h 204"/>
                <a:gd name="T2" fmla="*/ 175 w 204"/>
                <a:gd name="T3" fmla="*/ 156 h 204"/>
                <a:gd name="T4" fmla="*/ 156 w 204"/>
                <a:gd name="T5" fmla="*/ 30 h 204"/>
                <a:gd name="T6" fmla="*/ 30 w 204"/>
                <a:gd name="T7" fmla="*/ 49 h 204"/>
                <a:gd name="T8" fmla="*/ 49 w 204"/>
                <a:gd name="T9" fmla="*/ 175 h 204"/>
              </a:gdLst>
              <a:ahLst/>
              <a:cxnLst>
                <a:cxn ang="0">
                  <a:pos x="T0" y="T1"/>
                </a:cxn>
                <a:cxn ang="0">
                  <a:pos x="T2" y="T3"/>
                </a:cxn>
                <a:cxn ang="0">
                  <a:pos x="T4" y="T5"/>
                </a:cxn>
                <a:cxn ang="0">
                  <a:pos x="T6" y="T7"/>
                </a:cxn>
                <a:cxn ang="0">
                  <a:pos x="T8" y="T9"/>
                </a:cxn>
              </a:cxnLst>
              <a:rect l="0" t="0" r="r" b="b"/>
              <a:pathLst>
                <a:path w="204" h="204">
                  <a:moveTo>
                    <a:pt x="49" y="175"/>
                  </a:moveTo>
                  <a:cubicBezTo>
                    <a:pt x="89" y="204"/>
                    <a:pt x="145" y="196"/>
                    <a:pt x="175" y="156"/>
                  </a:cubicBezTo>
                  <a:cubicBezTo>
                    <a:pt x="204" y="116"/>
                    <a:pt x="196" y="60"/>
                    <a:pt x="156" y="30"/>
                  </a:cubicBezTo>
                  <a:cubicBezTo>
                    <a:pt x="116" y="0"/>
                    <a:pt x="60" y="9"/>
                    <a:pt x="30" y="49"/>
                  </a:cubicBezTo>
                  <a:cubicBezTo>
                    <a:pt x="0" y="89"/>
                    <a:pt x="9" y="145"/>
                    <a:pt x="49" y="1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6"/>
            <p:cNvSpPr>
              <a:spLocks/>
            </p:cNvSpPr>
            <p:nvPr/>
          </p:nvSpPr>
          <p:spPr bwMode="auto">
            <a:xfrm>
              <a:off x="4603750" y="627063"/>
              <a:ext cx="428625" cy="344487"/>
            </a:xfrm>
            <a:custGeom>
              <a:avLst/>
              <a:gdLst>
                <a:gd name="T0" fmla="*/ 64 w 225"/>
                <a:gd name="T1" fmla="*/ 46 h 181"/>
                <a:gd name="T2" fmla="*/ 64 w 225"/>
                <a:gd name="T3" fmla="*/ 39 h 181"/>
                <a:gd name="T4" fmla="*/ 64 w 225"/>
                <a:gd name="T5" fmla="*/ 37 h 181"/>
                <a:gd name="T6" fmla="*/ 64 w 225"/>
                <a:gd name="T7" fmla="*/ 37 h 181"/>
                <a:gd name="T8" fmla="*/ 65 w 225"/>
                <a:gd name="T9" fmla="*/ 37 h 181"/>
                <a:gd name="T10" fmla="*/ 65 w 225"/>
                <a:gd name="T11" fmla="*/ 37 h 181"/>
                <a:gd name="T12" fmla="*/ 65 w 225"/>
                <a:gd name="T13" fmla="*/ 37 h 181"/>
                <a:gd name="T14" fmla="*/ 36 w 225"/>
                <a:gd name="T15" fmla="*/ 2 h 181"/>
                <a:gd name="T16" fmla="*/ 1 w 225"/>
                <a:gd name="T17" fmla="*/ 30 h 181"/>
                <a:gd name="T18" fmla="*/ 1 w 225"/>
                <a:gd name="T19" fmla="*/ 30 h 181"/>
                <a:gd name="T20" fmla="*/ 0 w 225"/>
                <a:gd name="T21" fmla="*/ 46 h 181"/>
                <a:gd name="T22" fmla="*/ 18 w 225"/>
                <a:gd name="T23" fmla="*/ 124 h 181"/>
                <a:gd name="T24" fmla="*/ 56 w 225"/>
                <a:gd name="T25" fmla="*/ 164 h 181"/>
                <a:gd name="T26" fmla="*/ 120 w 225"/>
                <a:gd name="T27" fmla="*/ 181 h 181"/>
                <a:gd name="T28" fmla="*/ 121 w 225"/>
                <a:gd name="T29" fmla="*/ 181 h 181"/>
                <a:gd name="T30" fmla="*/ 199 w 225"/>
                <a:gd name="T31" fmla="*/ 166 h 181"/>
                <a:gd name="T32" fmla="*/ 219 w 225"/>
                <a:gd name="T33" fmla="*/ 126 h 181"/>
                <a:gd name="T34" fmla="*/ 178 w 225"/>
                <a:gd name="T35" fmla="*/ 106 h 181"/>
                <a:gd name="T36" fmla="*/ 121 w 225"/>
                <a:gd name="T37" fmla="*/ 117 h 181"/>
                <a:gd name="T38" fmla="*/ 90 w 225"/>
                <a:gd name="T39" fmla="*/ 110 h 181"/>
                <a:gd name="T40" fmla="*/ 69 w 225"/>
                <a:gd name="T41" fmla="*/ 82 h 181"/>
                <a:gd name="T42" fmla="*/ 64 w 225"/>
                <a:gd name="T43" fmla="*/ 46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5" h="181">
                  <a:moveTo>
                    <a:pt x="64" y="46"/>
                  </a:moveTo>
                  <a:cubicBezTo>
                    <a:pt x="64" y="43"/>
                    <a:pt x="64" y="40"/>
                    <a:pt x="64" y="39"/>
                  </a:cubicBezTo>
                  <a:cubicBezTo>
                    <a:pt x="64" y="38"/>
                    <a:pt x="64" y="37"/>
                    <a:pt x="64" y="37"/>
                  </a:cubicBezTo>
                  <a:cubicBezTo>
                    <a:pt x="64" y="37"/>
                    <a:pt x="64" y="37"/>
                    <a:pt x="64" y="37"/>
                  </a:cubicBezTo>
                  <a:cubicBezTo>
                    <a:pt x="65" y="37"/>
                    <a:pt x="65" y="37"/>
                    <a:pt x="65" y="37"/>
                  </a:cubicBezTo>
                  <a:cubicBezTo>
                    <a:pt x="65" y="37"/>
                    <a:pt x="65" y="37"/>
                    <a:pt x="65" y="37"/>
                  </a:cubicBezTo>
                  <a:cubicBezTo>
                    <a:pt x="65" y="37"/>
                    <a:pt x="65" y="37"/>
                    <a:pt x="65" y="37"/>
                  </a:cubicBezTo>
                  <a:cubicBezTo>
                    <a:pt x="66" y="19"/>
                    <a:pt x="54" y="4"/>
                    <a:pt x="36" y="2"/>
                  </a:cubicBezTo>
                  <a:cubicBezTo>
                    <a:pt x="19" y="0"/>
                    <a:pt x="3" y="12"/>
                    <a:pt x="1" y="30"/>
                  </a:cubicBezTo>
                  <a:cubicBezTo>
                    <a:pt x="1" y="30"/>
                    <a:pt x="1" y="30"/>
                    <a:pt x="1" y="30"/>
                  </a:cubicBezTo>
                  <a:cubicBezTo>
                    <a:pt x="1" y="31"/>
                    <a:pt x="0" y="37"/>
                    <a:pt x="0" y="46"/>
                  </a:cubicBezTo>
                  <a:cubicBezTo>
                    <a:pt x="0" y="63"/>
                    <a:pt x="2" y="94"/>
                    <a:pt x="18" y="124"/>
                  </a:cubicBezTo>
                  <a:cubicBezTo>
                    <a:pt x="26" y="139"/>
                    <a:pt x="39" y="154"/>
                    <a:pt x="56" y="164"/>
                  </a:cubicBezTo>
                  <a:cubicBezTo>
                    <a:pt x="74" y="175"/>
                    <a:pt x="96" y="181"/>
                    <a:pt x="120" y="181"/>
                  </a:cubicBezTo>
                  <a:cubicBezTo>
                    <a:pt x="121" y="181"/>
                    <a:pt x="121" y="181"/>
                    <a:pt x="121" y="181"/>
                  </a:cubicBezTo>
                  <a:cubicBezTo>
                    <a:pt x="144" y="181"/>
                    <a:pt x="170" y="176"/>
                    <a:pt x="199" y="166"/>
                  </a:cubicBezTo>
                  <a:cubicBezTo>
                    <a:pt x="216" y="160"/>
                    <a:pt x="225" y="142"/>
                    <a:pt x="219" y="126"/>
                  </a:cubicBezTo>
                  <a:cubicBezTo>
                    <a:pt x="213" y="109"/>
                    <a:pt x="195" y="100"/>
                    <a:pt x="178" y="106"/>
                  </a:cubicBezTo>
                  <a:cubicBezTo>
                    <a:pt x="154" y="114"/>
                    <a:pt x="135" y="117"/>
                    <a:pt x="121" y="117"/>
                  </a:cubicBezTo>
                  <a:cubicBezTo>
                    <a:pt x="105" y="117"/>
                    <a:pt x="96" y="114"/>
                    <a:pt x="90" y="110"/>
                  </a:cubicBezTo>
                  <a:cubicBezTo>
                    <a:pt x="80" y="104"/>
                    <a:pt x="74" y="94"/>
                    <a:pt x="69" y="82"/>
                  </a:cubicBezTo>
                  <a:cubicBezTo>
                    <a:pt x="65" y="69"/>
                    <a:pt x="64" y="55"/>
                    <a:pt x="64"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7"/>
            <p:cNvSpPr>
              <a:spLocks noEditPoints="1"/>
            </p:cNvSpPr>
            <p:nvPr/>
          </p:nvSpPr>
          <p:spPr bwMode="auto">
            <a:xfrm>
              <a:off x="3732213" y="463550"/>
              <a:ext cx="1109663" cy="1495425"/>
            </a:xfrm>
            <a:custGeom>
              <a:avLst/>
              <a:gdLst>
                <a:gd name="T0" fmla="*/ 28 w 582"/>
                <a:gd name="T1" fmla="*/ 533 h 785"/>
                <a:gd name="T2" fmla="*/ 163 w 582"/>
                <a:gd name="T3" fmla="*/ 549 h 785"/>
                <a:gd name="T4" fmla="*/ 400 w 582"/>
                <a:gd name="T5" fmla="*/ 420 h 785"/>
                <a:gd name="T6" fmla="*/ 420 w 582"/>
                <a:gd name="T7" fmla="*/ 680 h 785"/>
                <a:gd name="T8" fmla="*/ 403 w 582"/>
                <a:gd name="T9" fmla="*/ 703 h 785"/>
                <a:gd name="T10" fmla="*/ 422 w 582"/>
                <a:gd name="T11" fmla="*/ 736 h 785"/>
                <a:gd name="T12" fmla="*/ 469 w 582"/>
                <a:gd name="T13" fmla="*/ 754 h 785"/>
                <a:gd name="T14" fmla="*/ 532 w 582"/>
                <a:gd name="T15" fmla="*/ 782 h 785"/>
                <a:gd name="T16" fmla="*/ 514 w 582"/>
                <a:gd name="T17" fmla="*/ 750 h 785"/>
                <a:gd name="T18" fmla="*/ 549 w 582"/>
                <a:gd name="T19" fmla="*/ 620 h 785"/>
                <a:gd name="T20" fmla="*/ 485 w 582"/>
                <a:gd name="T21" fmla="*/ 238 h 785"/>
                <a:gd name="T22" fmla="*/ 490 w 582"/>
                <a:gd name="T23" fmla="*/ 79 h 785"/>
                <a:gd name="T24" fmla="*/ 529 w 582"/>
                <a:gd name="T25" fmla="*/ 132 h 785"/>
                <a:gd name="T26" fmla="*/ 532 w 582"/>
                <a:gd name="T27" fmla="*/ 41 h 785"/>
                <a:gd name="T28" fmla="*/ 229 w 582"/>
                <a:gd name="T29" fmla="*/ 33 h 785"/>
                <a:gd name="T30" fmla="*/ 424 w 582"/>
                <a:gd name="T31" fmla="*/ 71 h 785"/>
                <a:gd name="T32" fmla="*/ 270 w 582"/>
                <a:gd name="T33" fmla="*/ 443 h 785"/>
                <a:gd name="T34" fmla="*/ 37 w 582"/>
                <a:gd name="T35" fmla="*/ 439 h 785"/>
                <a:gd name="T36" fmla="*/ 31 w 582"/>
                <a:gd name="T37" fmla="*/ 388 h 785"/>
                <a:gd name="T38" fmla="*/ 5 w 582"/>
                <a:gd name="T39" fmla="*/ 458 h 785"/>
                <a:gd name="T40" fmla="*/ 3 w 582"/>
                <a:gd name="T41" fmla="*/ 506 h 785"/>
                <a:gd name="T42" fmla="*/ 447 w 582"/>
                <a:gd name="T43" fmla="*/ 727 h 785"/>
                <a:gd name="T44" fmla="*/ 483 w 582"/>
                <a:gd name="T45" fmla="*/ 743 h 785"/>
                <a:gd name="T46" fmla="*/ 395 w 582"/>
                <a:gd name="T47" fmla="*/ 735 h 785"/>
                <a:gd name="T48" fmla="*/ 399 w 582"/>
                <a:gd name="T49" fmla="*/ 722 h 785"/>
                <a:gd name="T50" fmla="*/ 395 w 582"/>
                <a:gd name="T51" fmla="*/ 735 h 785"/>
                <a:gd name="T52" fmla="*/ 442 w 582"/>
                <a:gd name="T53" fmla="*/ 747 h 785"/>
                <a:gd name="T54" fmla="*/ 489 w 582"/>
                <a:gd name="T55" fmla="*/ 758 h 785"/>
                <a:gd name="T56" fmla="*/ 527 w 582"/>
                <a:gd name="T57" fmla="*/ 762 h 785"/>
                <a:gd name="T58" fmla="*/ 538 w 582"/>
                <a:gd name="T59" fmla="*/ 756 h 785"/>
                <a:gd name="T60" fmla="*/ 510 w 582"/>
                <a:gd name="T61" fmla="*/ 650 h 785"/>
                <a:gd name="T62" fmla="*/ 504 w 582"/>
                <a:gd name="T63" fmla="*/ 679 h 785"/>
                <a:gd name="T64" fmla="*/ 510 w 582"/>
                <a:gd name="T65" fmla="*/ 736 h 785"/>
                <a:gd name="T66" fmla="*/ 450 w 582"/>
                <a:gd name="T67" fmla="*/ 715 h 785"/>
                <a:gd name="T68" fmla="*/ 549 w 582"/>
                <a:gd name="T69" fmla="*/ 628 h 785"/>
                <a:gd name="T70" fmla="*/ 13 w 582"/>
                <a:gd name="T71" fmla="*/ 554 h 785"/>
                <a:gd name="T72" fmla="*/ 23 w 582"/>
                <a:gd name="T73" fmla="*/ 559 h 785"/>
                <a:gd name="T74" fmla="*/ 32 w 582"/>
                <a:gd name="T75" fmla="*/ 450 h 785"/>
                <a:gd name="T76" fmla="*/ 29 w 582"/>
                <a:gd name="T77" fmla="*/ 517 h 785"/>
                <a:gd name="T78" fmla="*/ 79 w 582"/>
                <a:gd name="T79" fmla="*/ 432 h 785"/>
                <a:gd name="T80" fmla="*/ 126 w 582"/>
                <a:gd name="T81" fmla="*/ 507 h 785"/>
                <a:gd name="T82" fmla="*/ 96 w 582"/>
                <a:gd name="T83" fmla="*/ 506 h 785"/>
                <a:gd name="T84" fmla="*/ 42 w 582"/>
                <a:gd name="T85" fmla="*/ 523 h 785"/>
                <a:gd name="T86" fmla="*/ 50 w 582"/>
                <a:gd name="T87" fmla="*/ 460 h 785"/>
                <a:gd name="T88" fmla="*/ 30 w 582"/>
                <a:gd name="T89" fmla="*/ 401 h 785"/>
                <a:gd name="T90" fmla="*/ 30 w 582"/>
                <a:gd name="T91" fmla="*/ 407 h 785"/>
                <a:gd name="T92" fmla="*/ 18 w 582"/>
                <a:gd name="T93" fmla="*/ 459 h 785"/>
                <a:gd name="T94" fmla="*/ 15 w 582"/>
                <a:gd name="T95" fmla="*/ 507 h 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2" h="785">
                  <a:moveTo>
                    <a:pt x="0" y="554"/>
                  </a:moveTo>
                  <a:cubicBezTo>
                    <a:pt x="0" y="566"/>
                    <a:pt x="10" y="577"/>
                    <a:pt x="22" y="578"/>
                  </a:cubicBezTo>
                  <a:cubicBezTo>
                    <a:pt x="35" y="578"/>
                    <a:pt x="45" y="568"/>
                    <a:pt x="46" y="556"/>
                  </a:cubicBezTo>
                  <a:cubicBezTo>
                    <a:pt x="46" y="545"/>
                    <a:pt x="39" y="535"/>
                    <a:pt x="28" y="533"/>
                  </a:cubicBezTo>
                  <a:cubicBezTo>
                    <a:pt x="28" y="530"/>
                    <a:pt x="28" y="530"/>
                    <a:pt x="28" y="530"/>
                  </a:cubicBezTo>
                  <a:cubicBezTo>
                    <a:pt x="31" y="530"/>
                    <a:pt x="33" y="529"/>
                    <a:pt x="35" y="528"/>
                  </a:cubicBezTo>
                  <a:cubicBezTo>
                    <a:pt x="45" y="538"/>
                    <a:pt x="58" y="544"/>
                    <a:pt x="73" y="544"/>
                  </a:cubicBezTo>
                  <a:cubicBezTo>
                    <a:pt x="163" y="549"/>
                    <a:pt x="163" y="549"/>
                    <a:pt x="163" y="549"/>
                  </a:cubicBezTo>
                  <a:cubicBezTo>
                    <a:pt x="163" y="539"/>
                    <a:pt x="163" y="539"/>
                    <a:pt x="163" y="539"/>
                  </a:cubicBezTo>
                  <a:cubicBezTo>
                    <a:pt x="295" y="544"/>
                    <a:pt x="295" y="544"/>
                    <a:pt x="295" y="544"/>
                  </a:cubicBezTo>
                  <a:cubicBezTo>
                    <a:pt x="314" y="545"/>
                    <a:pt x="331" y="536"/>
                    <a:pt x="340" y="520"/>
                  </a:cubicBezTo>
                  <a:cubicBezTo>
                    <a:pt x="400" y="420"/>
                    <a:pt x="400" y="420"/>
                    <a:pt x="400" y="420"/>
                  </a:cubicBezTo>
                  <a:cubicBezTo>
                    <a:pt x="474" y="505"/>
                    <a:pt x="474" y="505"/>
                    <a:pt x="474" y="505"/>
                  </a:cubicBezTo>
                  <a:cubicBezTo>
                    <a:pt x="452" y="596"/>
                    <a:pt x="452" y="596"/>
                    <a:pt x="452" y="596"/>
                  </a:cubicBezTo>
                  <a:cubicBezTo>
                    <a:pt x="442" y="593"/>
                    <a:pt x="442" y="593"/>
                    <a:pt x="442" y="593"/>
                  </a:cubicBezTo>
                  <a:cubicBezTo>
                    <a:pt x="420" y="680"/>
                    <a:pt x="420" y="680"/>
                    <a:pt x="420" y="680"/>
                  </a:cubicBezTo>
                  <a:cubicBezTo>
                    <a:pt x="417" y="695"/>
                    <a:pt x="419" y="710"/>
                    <a:pt x="426" y="723"/>
                  </a:cubicBezTo>
                  <a:cubicBezTo>
                    <a:pt x="425" y="725"/>
                    <a:pt x="424" y="726"/>
                    <a:pt x="424" y="728"/>
                  </a:cubicBezTo>
                  <a:cubicBezTo>
                    <a:pt x="420" y="727"/>
                    <a:pt x="420" y="727"/>
                    <a:pt x="420" y="727"/>
                  </a:cubicBezTo>
                  <a:cubicBezTo>
                    <a:pt x="421" y="716"/>
                    <a:pt x="414" y="706"/>
                    <a:pt x="403" y="703"/>
                  </a:cubicBezTo>
                  <a:cubicBezTo>
                    <a:pt x="391" y="700"/>
                    <a:pt x="379" y="708"/>
                    <a:pt x="376" y="720"/>
                  </a:cubicBezTo>
                  <a:cubicBezTo>
                    <a:pt x="373" y="732"/>
                    <a:pt x="380" y="744"/>
                    <a:pt x="392" y="747"/>
                  </a:cubicBezTo>
                  <a:cubicBezTo>
                    <a:pt x="403" y="750"/>
                    <a:pt x="414" y="745"/>
                    <a:pt x="418" y="735"/>
                  </a:cubicBezTo>
                  <a:cubicBezTo>
                    <a:pt x="422" y="736"/>
                    <a:pt x="422" y="736"/>
                    <a:pt x="422" y="736"/>
                  </a:cubicBezTo>
                  <a:cubicBezTo>
                    <a:pt x="421" y="746"/>
                    <a:pt x="428" y="756"/>
                    <a:pt x="439" y="759"/>
                  </a:cubicBezTo>
                  <a:cubicBezTo>
                    <a:pt x="447" y="761"/>
                    <a:pt x="456" y="758"/>
                    <a:pt x="461" y="752"/>
                  </a:cubicBezTo>
                  <a:cubicBezTo>
                    <a:pt x="462" y="752"/>
                    <a:pt x="463" y="752"/>
                    <a:pt x="464" y="753"/>
                  </a:cubicBezTo>
                  <a:cubicBezTo>
                    <a:pt x="466" y="753"/>
                    <a:pt x="467" y="753"/>
                    <a:pt x="469" y="754"/>
                  </a:cubicBezTo>
                  <a:cubicBezTo>
                    <a:pt x="471" y="762"/>
                    <a:pt x="477" y="769"/>
                    <a:pt x="486" y="771"/>
                  </a:cubicBezTo>
                  <a:cubicBezTo>
                    <a:pt x="497" y="773"/>
                    <a:pt x="508" y="768"/>
                    <a:pt x="512" y="758"/>
                  </a:cubicBezTo>
                  <a:cubicBezTo>
                    <a:pt x="515" y="759"/>
                    <a:pt x="515" y="759"/>
                    <a:pt x="515" y="759"/>
                  </a:cubicBezTo>
                  <a:cubicBezTo>
                    <a:pt x="514" y="769"/>
                    <a:pt x="521" y="780"/>
                    <a:pt x="532" y="782"/>
                  </a:cubicBezTo>
                  <a:cubicBezTo>
                    <a:pt x="544" y="785"/>
                    <a:pt x="556" y="778"/>
                    <a:pt x="559" y="766"/>
                  </a:cubicBezTo>
                  <a:cubicBezTo>
                    <a:pt x="562" y="754"/>
                    <a:pt x="555" y="741"/>
                    <a:pt x="543" y="738"/>
                  </a:cubicBezTo>
                  <a:cubicBezTo>
                    <a:pt x="532" y="736"/>
                    <a:pt x="521" y="741"/>
                    <a:pt x="517" y="751"/>
                  </a:cubicBezTo>
                  <a:cubicBezTo>
                    <a:pt x="514" y="750"/>
                    <a:pt x="514" y="750"/>
                    <a:pt x="514" y="750"/>
                  </a:cubicBezTo>
                  <a:cubicBezTo>
                    <a:pt x="514" y="748"/>
                    <a:pt x="514" y="746"/>
                    <a:pt x="513" y="743"/>
                  </a:cubicBezTo>
                  <a:cubicBezTo>
                    <a:pt x="525" y="735"/>
                    <a:pt x="533" y="723"/>
                    <a:pt x="537" y="709"/>
                  </a:cubicBezTo>
                  <a:cubicBezTo>
                    <a:pt x="559" y="622"/>
                    <a:pt x="559" y="622"/>
                    <a:pt x="559" y="622"/>
                  </a:cubicBezTo>
                  <a:cubicBezTo>
                    <a:pt x="549" y="620"/>
                    <a:pt x="549" y="620"/>
                    <a:pt x="549" y="620"/>
                  </a:cubicBezTo>
                  <a:cubicBezTo>
                    <a:pt x="578" y="504"/>
                    <a:pt x="578" y="504"/>
                    <a:pt x="578" y="504"/>
                  </a:cubicBezTo>
                  <a:cubicBezTo>
                    <a:pt x="582" y="488"/>
                    <a:pt x="578" y="471"/>
                    <a:pt x="567" y="459"/>
                  </a:cubicBezTo>
                  <a:cubicBezTo>
                    <a:pt x="445" y="321"/>
                    <a:pt x="445" y="321"/>
                    <a:pt x="445" y="321"/>
                  </a:cubicBezTo>
                  <a:cubicBezTo>
                    <a:pt x="455" y="292"/>
                    <a:pt x="469" y="264"/>
                    <a:pt x="485" y="238"/>
                  </a:cubicBezTo>
                  <a:cubicBezTo>
                    <a:pt x="479" y="230"/>
                    <a:pt x="473" y="222"/>
                    <a:pt x="468" y="214"/>
                  </a:cubicBezTo>
                  <a:cubicBezTo>
                    <a:pt x="452" y="183"/>
                    <a:pt x="449" y="152"/>
                    <a:pt x="449" y="132"/>
                  </a:cubicBezTo>
                  <a:cubicBezTo>
                    <a:pt x="449" y="123"/>
                    <a:pt x="450" y="117"/>
                    <a:pt x="450" y="115"/>
                  </a:cubicBezTo>
                  <a:cubicBezTo>
                    <a:pt x="452" y="95"/>
                    <a:pt x="469" y="79"/>
                    <a:pt x="490" y="79"/>
                  </a:cubicBezTo>
                  <a:cubicBezTo>
                    <a:pt x="491" y="79"/>
                    <a:pt x="493" y="80"/>
                    <a:pt x="494" y="80"/>
                  </a:cubicBezTo>
                  <a:cubicBezTo>
                    <a:pt x="516" y="82"/>
                    <a:pt x="532" y="102"/>
                    <a:pt x="529" y="124"/>
                  </a:cubicBezTo>
                  <a:cubicBezTo>
                    <a:pt x="529" y="125"/>
                    <a:pt x="529" y="125"/>
                    <a:pt x="529" y="125"/>
                  </a:cubicBezTo>
                  <a:cubicBezTo>
                    <a:pt x="529" y="127"/>
                    <a:pt x="529" y="129"/>
                    <a:pt x="529" y="132"/>
                  </a:cubicBezTo>
                  <a:cubicBezTo>
                    <a:pt x="529" y="136"/>
                    <a:pt x="529" y="151"/>
                    <a:pt x="534" y="165"/>
                  </a:cubicBezTo>
                  <a:cubicBezTo>
                    <a:pt x="537" y="160"/>
                    <a:pt x="540" y="156"/>
                    <a:pt x="543" y="152"/>
                  </a:cubicBezTo>
                  <a:cubicBezTo>
                    <a:pt x="569" y="120"/>
                    <a:pt x="574" y="70"/>
                    <a:pt x="546" y="49"/>
                  </a:cubicBezTo>
                  <a:cubicBezTo>
                    <a:pt x="542" y="46"/>
                    <a:pt x="537" y="43"/>
                    <a:pt x="532" y="41"/>
                  </a:cubicBezTo>
                  <a:cubicBezTo>
                    <a:pt x="532" y="41"/>
                    <a:pt x="532" y="41"/>
                    <a:pt x="532" y="41"/>
                  </a:cubicBezTo>
                  <a:cubicBezTo>
                    <a:pt x="532" y="41"/>
                    <a:pt x="532" y="41"/>
                    <a:pt x="532" y="41"/>
                  </a:cubicBezTo>
                  <a:cubicBezTo>
                    <a:pt x="530" y="40"/>
                    <a:pt x="457" y="0"/>
                    <a:pt x="363" y="0"/>
                  </a:cubicBezTo>
                  <a:cubicBezTo>
                    <a:pt x="321" y="0"/>
                    <a:pt x="274" y="8"/>
                    <a:pt x="229" y="33"/>
                  </a:cubicBezTo>
                  <a:cubicBezTo>
                    <a:pt x="214" y="42"/>
                    <a:pt x="208" y="61"/>
                    <a:pt x="217" y="77"/>
                  </a:cubicBezTo>
                  <a:cubicBezTo>
                    <a:pt x="225" y="92"/>
                    <a:pt x="245" y="98"/>
                    <a:pt x="260" y="89"/>
                  </a:cubicBezTo>
                  <a:cubicBezTo>
                    <a:pt x="294" y="71"/>
                    <a:pt x="329" y="64"/>
                    <a:pt x="363" y="64"/>
                  </a:cubicBezTo>
                  <a:cubicBezTo>
                    <a:pt x="385" y="64"/>
                    <a:pt x="405" y="67"/>
                    <a:pt x="424" y="71"/>
                  </a:cubicBezTo>
                  <a:cubicBezTo>
                    <a:pt x="424" y="71"/>
                    <a:pt x="424" y="71"/>
                    <a:pt x="424" y="71"/>
                  </a:cubicBezTo>
                  <a:cubicBezTo>
                    <a:pt x="367" y="134"/>
                    <a:pt x="340" y="180"/>
                    <a:pt x="315" y="265"/>
                  </a:cubicBezTo>
                  <a:cubicBezTo>
                    <a:pt x="307" y="302"/>
                    <a:pt x="315" y="325"/>
                    <a:pt x="331" y="341"/>
                  </a:cubicBezTo>
                  <a:cubicBezTo>
                    <a:pt x="270" y="443"/>
                    <a:pt x="270" y="443"/>
                    <a:pt x="270" y="443"/>
                  </a:cubicBezTo>
                  <a:cubicBezTo>
                    <a:pt x="168" y="439"/>
                    <a:pt x="168" y="439"/>
                    <a:pt x="168" y="439"/>
                  </a:cubicBezTo>
                  <a:cubicBezTo>
                    <a:pt x="168" y="429"/>
                    <a:pt x="168" y="429"/>
                    <a:pt x="168" y="429"/>
                  </a:cubicBezTo>
                  <a:cubicBezTo>
                    <a:pt x="79" y="424"/>
                    <a:pt x="79" y="424"/>
                    <a:pt x="79" y="424"/>
                  </a:cubicBezTo>
                  <a:cubicBezTo>
                    <a:pt x="63" y="424"/>
                    <a:pt x="49" y="429"/>
                    <a:pt x="37" y="439"/>
                  </a:cubicBezTo>
                  <a:cubicBezTo>
                    <a:pt x="36" y="438"/>
                    <a:pt x="34" y="437"/>
                    <a:pt x="33" y="437"/>
                  </a:cubicBezTo>
                  <a:cubicBezTo>
                    <a:pt x="33" y="434"/>
                    <a:pt x="33" y="434"/>
                    <a:pt x="33" y="434"/>
                  </a:cubicBezTo>
                  <a:cubicBezTo>
                    <a:pt x="43" y="432"/>
                    <a:pt x="52" y="423"/>
                    <a:pt x="52" y="412"/>
                  </a:cubicBezTo>
                  <a:cubicBezTo>
                    <a:pt x="53" y="400"/>
                    <a:pt x="43" y="389"/>
                    <a:pt x="31" y="388"/>
                  </a:cubicBezTo>
                  <a:cubicBezTo>
                    <a:pt x="18" y="388"/>
                    <a:pt x="8" y="398"/>
                    <a:pt x="7" y="410"/>
                  </a:cubicBezTo>
                  <a:cubicBezTo>
                    <a:pt x="7" y="421"/>
                    <a:pt x="14" y="431"/>
                    <a:pt x="25" y="433"/>
                  </a:cubicBezTo>
                  <a:cubicBezTo>
                    <a:pt x="25" y="437"/>
                    <a:pt x="25" y="437"/>
                    <a:pt x="25" y="437"/>
                  </a:cubicBezTo>
                  <a:cubicBezTo>
                    <a:pt x="14" y="438"/>
                    <a:pt x="5" y="447"/>
                    <a:pt x="5" y="458"/>
                  </a:cubicBezTo>
                  <a:cubicBezTo>
                    <a:pt x="4" y="467"/>
                    <a:pt x="9" y="475"/>
                    <a:pt x="17" y="479"/>
                  </a:cubicBezTo>
                  <a:cubicBezTo>
                    <a:pt x="16" y="480"/>
                    <a:pt x="16" y="481"/>
                    <a:pt x="16" y="482"/>
                  </a:cubicBezTo>
                  <a:cubicBezTo>
                    <a:pt x="16" y="483"/>
                    <a:pt x="16" y="485"/>
                    <a:pt x="16" y="487"/>
                  </a:cubicBezTo>
                  <a:cubicBezTo>
                    <a:pt x="9" y="490"/>
                    <a:pt x="3" y="498"/>
                    <a:pt x="3" y="506"/>
                  </a:cubicBezTo>
                  <a:cubicBezTo>
                    <a:pt x="2" y="518"/>
                    <a:pt x="10" y="527"/>
                    <a:pt x="20" y="530"/>
                  </a:cubicBezTo>
                  <a:cubicBezTo>
                    <a:pt x="20" y="532"/>
                    <a:pt x="20" y="532"/>
                    <a:pt x="20" y="532"/>
                  </a:cubicBezTo>
                  <a:cubicBezTo>
                    <a:pt x="9" y="534"/>
                    <a:pt x="1" y="543"/>
                    <a:pt x="0" y="554"/>
                  </a:cubicBezTo>
                  <a:close/>
                  <a:moveTo>
                    <a:pt x="447" y="727"/>
                  </a:moveTo>
                  <a:cubicBezTo>
                    <a:pt x="451" y="728"/>
                    <a:pt x="453" y="732"/>
                    <a:pt x="454" y="735"/>
                  </a:cubicBezTo>
                  <a:cubicBezTo>
                    <a:pt x="436" y="731"/>
                    <a:pt x="436" y="731"/>
                    <a:pt x="436" y="731"/>
                  </a:cubicBezTo>
                  <a:cubicBezTo>
                    <a:pt x="439" y="728"/>
                    <a:pt x="443" y="726"/>
                    <a:pt x="447" y="727"/>
                  </a:cubicBezTo>
                  <a:close/>
                  <a:moveTo>
                    <a:pt x="483" y="743"/>
                  </a:moveTo>
                  <a:cubicBezTo>
                    <a:pt x="486" y="740"/>
                    <a:pt x="490" y="738"/>
                    <a:pt x="494" y="739"/>
                  </a:cubicBezTo>
                  <a:cubicBezTo>
                    <a:pt x="498" y="740"/>
                    <a:pt x="501" y="743"/>
                    <a:pt x="501" y="747"/>
                  </a:cubicBezTo>
                  <a:lnTo>
                    <a:pt x="483" y="743"/>
                  </a:lnTo>
                  <a:close/>
                  <a:moveTo>
                    <a:pt x="395" y="735"/>
                  </a:moveTo>
                  <a:cubicBezTo>
                    <a:pt x="390" y="734"/>
                    <a:pt x="387" y="728"/>
                    <a:pt x="388" y="723"/>
                  </a:cubicBezTo>
                  <a:cubicBezTo>
                    <a:pt x="389" y="718"/>
                    <a:pt x="395" y="714"/>
                    <a:pt x="400" y="716"/>
                  </a:cubicBezTo>
                  <a:cubicBezTo>
                    <a:pt x="404" y="717"/>
                    <a:pt x="407" y="720"/>
                    <a:pt x="408" y="724"/>
                  </a:cubicBezTo>
                  <a:cubicBezTo>
                    <a:pt x="399" y="722"/>
                    <a:pt x="399" y="722"/>
                    <a:pt x="399" y="722"/>
                  </a:cubicBezTo>
                  <a:cubicBezTo>
                    <a:pt x="396" y="721"/>
                    <a:pt x="394" y="722"/>
                    <a:pt x="394" y="724"/>
                  </a:cubicBezTo>
                  <a:cubicBezTo>
                    <a:pt x="393" y="727"/>
                    <a:pt x="395" y="729"/>
                    <a:pt x="397" y="729"/>
                  </a:cubicBezTo>
                  <a:cubicBezTo>
                    <a:pt x="406" y="732"/>
                    <a:pt x="406" y="732"/>
                    <a:pt x="406" y="732"/>
                  </a:cubicBezTo>
                  <a:cubicBezTo>
                    <a:pt x="403" y="735"/>
                    <a:pt x="399" y="736"/>
                    <a:pt x="395" y="735"/>
                  </a:cubicBezTo>
                  <a:close/>
                  <a:moveTo>
                    <a:pt x="442" y="747"/>
                  </a:moveTo>
                  <a:cubicBezTo>
                    <a:pt x="438" y="746"/>
                    <a:pt x="435" y="742"/>
                    <a:pt x="434" y="739"/>
                  </a:cubicBezTo>
                  <a:cubicBezTo>
                    <a:pt x="452" y="743"/>
                    <a:pt x="452" y="743"/>
                    <a:pt x="452" y="743"/>
                  </a:cubicBezTo>
                  <a:cubicBezTo>
                    <a:pt x="450" y="746"/>
                    <a:pt x="446" y="748"/>
                    <a:pt x="442" y="747"/>
                  </a:cubicBezTo>
                  <a:close/>
                  <a:moveTo>
                    <a:pt x="489" y="758"/>
                  </a:moveTo>
                  <a:cubicBezTo>
                    <a:pt x="485" y="757"/>
                    <a:pt x="482" y="754"/>
                    <a:pt x="481" y="750"/>
                  </a:cubicBezTo>
                  <a:cubicBezTo>
                    <a:pt x="499" y="755"/>
                    <a:pt x="499" y="755"/>
                    <a:pt x="499" y="755"/>
                  </a:cubicBezTo>
                  <a:cubicBezTo>
                    <a:pt x="497" y="758"/>
                    <a:pt x="493" y="759"/>
                    <a:pt x="489" y="758"/>
                  </a:cubicBezTo>
                  <a:close/>
                  <a:moveTo>
                    <a:pt x="540" y="751"/>
                  </a:moveTo>
                  <a:cubicBezTo>
                    <a:pt x="545" y="752"/>
                    <a:pt x="548" y="757"/>
                    <a:pt x="547" y="763"/>
                  </a:cubicBezTo>
                  <a:cubicBezTo>
                    <a:pt x="546" y="768"/>
                    <a:pt x="540" y="771"/>
                    <a:pt x="535" y="770"/>
                  </a:cubicBezTo>
                  <a:cubicBezTo>
                    <a:pt x="531" y="769"/>
                    <a:pt x="528" y="766"/>
                    <a:pt x="527" y="762"/>
                  </a:cubicBezTo>
                  <a:cubicBezTo>
                    <a:pt x="536" y="764"/>
                    <a:pt x="536" y="764"/>
                    <a:pt x="536" y="764"/>
                  </a:cubicBezTo>
                  <a:cubicBezTo>
                    <a:pt x="537" y="764"/>
                    <a:pt x="537" y="764"/>
                    <a:pt x="537" y="764"/>
                  </a:cubicBezTo>
                  <a:cubicBezTo>
                    <a:pt x="539" y="764"/>
                    <a:pt x="541" y="763"/>
                    <a:pt x="541" y="761"/>
                  </a:cubicBezTo>
                  <a:cubicBezTo>
                    <a:pt x="542" y="759"/>
                    <a:pt x="540" y="757"/>
                    <a:pt x="538" y="756"/>
                  </a:cubicBezTo>
                  <a:cubicBezTo>
                    <a:pt x="529" y="754"/>
                    <a:pt x="529" y="754"/>
                    <a:pt x="529" y="754"/>
                  </a:cubicBezTo>
                  <a:cubicBezTo>
                    <a:pt x="532" y="751"/>
                    <a:pt x="536" y="750"/>
                    <a:pt x="540" y="751"/>
                  </a:cubicBezTo>
                  <a:close/>
                  <a:moveTo>
                    <a:pt x="541" y="658"/>
                  </a:moveTo>
                  <a:cubicBezTo>
                    <a:pt x="510" y="650"/>
                    <a:pt x="510" y="650"/>
                    <a:pt x="510" y="650"/>
                  </a:cubicBezTo>
                  <a:cubicBezTo>
                    <a:pt x="507" y="662"/>
                    <a:pt x="507" y="662"/>
                    <a:pt x="507" y="662"/>
                  </a:cubicBezTo>
                  <a:cubicBezTo>
                    <a:pt x="538" y="670"/>
                    <a:pt x="538" y="670"/>
                    <a:pt x="538" y="670"/>
                  </a:cubicBezTo>
                  <a:cubicBezTo>
                    <a:pt x="534" y="687"/>
                    <a:pt x="534" y="687"/>
                    <a:pt x="534" y="687"/>
                  </a:cubicBezTo>
                  <a:cubicBezTo>
                    <a:pt x="504" y="679"/>
                    <a:pt x="504" y="679"/>
                    <a:pt x="504" y="679"/>
                  </a:cubicBezTo>
                  <a:cubicBezTo>
                    <a:pt x="501" y="691"/>
                    <a:pt x="501" y="691"/>
                    <a:pt x="501" y="691"/>
                  </a:cubicBezTo>
                  <a:cubicBezTo>
                    <a:pt x="531" y="699"/>
                    <a:pt x="531" y="699"/>
                    <a:pt x="531" y="699"/>
                  </a:cubicBezTo>
                  <a:cubicBezTo>
                    <a:pt x="529" y="707"/>
                    <a:pt x="529" y="707"/>
                    <a:pt x="529" y="707"/>
                  </a:cubicBezTo>
                  <a:cubicBezTo>
                    <a:pt x="526" y="719"/>
                    <a:pt x="519" y="729"/>
                    <a:pt x="510" y="736"/>
                  </a:cubicBezTo>
                  <a:cubicBezTo>
                    <a:pt x="507" y="732"/>
                    <a:pt x="502" y="728"/>
                    <a:pt x="497" y="727"/>
                  </a:cubicBezTo>
                  <a:cubicBezTo>
                    <a:pt x="486" y="724"/>
                    <a:pt x="475" y="730"/>
                    <a:pt x="471" y="739"/>
                  </a:cubicBezTo>
                  <a:cubicBezTo>
                    <a:pt x="467" y="739"/>
                    <a:pt x="467" y="739"/>
                    <a:pt x="467" y="739"/>
                  </a:cubicBezTo>
                  <a:cubicBezTo>
                    <a:pt x="468" y="728"/>
                    <a:pt x="461" y="718"/>
                    <a:pt x="450" y="715"/>
                  </a:cubicBezTo>
                  <a:cubicBezTo>
                    <a:pt x="444" y="713"/>
                    <a:pt x="437" y="715"/>
                    <a:pt x="432" y="718"/>
                  </a:cubicBezTo>
                  <a:cubicBezTo>
                    <a:pt x="427" y="707"/>
                    <a:pt x="425" y="694"/>
                    <a:pt x="428" y="682"/>
                  </a:cubicBezTo>
                  <a:cubicBezTo>
                    <a:pt x="448" y="603"/>
                    <a:pt x="448" y="603"/>
                    <a:pt x="448" y="603"/>
                  </a:cubicBezTo>
                  <a:cubicBezTo>
                    <a:pt x="549" y="628"/>
                    <a:pt x="549" y="628"/>
                    <a:pt x="549" y="628"/>
                  </a:cubicBezTo>
                  <a:lnTo>
                    <a:pt x="541" y="658"/>
                  </a:lnTo>
                  <a:close/>
                  <a:moveTo>
                    <a:pt x="33" y="555"/>
                  </a:moveTo>
                  <a:cubicBezTo>
                    <a:pt x="33" y="561"/>
                    <a:pt x="28" y="565"/>
                    <a:pt x="23" y="565"/>
                  </a:cubicBezTo>
                  <a:cubicBezTo>
                    <a:pt x="17" y="565"/>
                    <a:pt x="13" y="560"/>
                    <a:pt x="13" y="554"/>
                  </a:cubicBezTo>
                  <a:cubicBezTo>
                    <a:pt x="13" y="550"/>
                    <a:pt x="16" y="547"/>
                    <a:pt x="20" y="546"/>
                  </a:cubicBezTo>
                  <a:cubicBezTo>
                    <a:pt x="19" y="555"/>
                    <a:pt x="19" y="555"/>
                    <a:pt x="19" y="555"/>
                  </a:cubicBezTo>
                  <a:cubicBezTo>
                    <a:pt x="19" y="557"/>
                    <a:pt x="21" y="559"/>
                    <a:pt x="23" y="559"/>
                  </a:cubicBezTo>
                  <a:cubicBezTo>
                    <a:pt x="23" y="559"/>
                    <a:pt x="23" y="559"/>
                    <a:pt x="23" y="559"/>
                  </a:cubicBezTo>
                  <a:cubicBezTo>
                    <a:pt x="25" y="559"/>
                    <a:pt x="27" y="557"/>
                    <a:pt x="27" y="555"/>
                  </a:cubicBezTo>
                  <a:cubicBezTo>
                    <a:pt x="28" y="546"/>
                    <a:pt x="28" y="546"/>
                    <a:pt x="28" y="546"/>
                  </a:cubicBezTo>
                  <a:cubicBezTo>
                    <a:pt x="31" y="548"/>
                    <a:pt x="33" y="551"/>
                    <a:pt x="33" y="555"/>
                  </a:cubicBezTo>
                  <a:close/>
                  <a:moveTo>
                    <a:pt x="32" y="450"/>
                  </a:moveTo>
                  <a:cubicBezTo>
                    <a:pt x="35" y="452"/>
                    <a:pt x="38" y="455"/>
                    <a:pt x="38" y="459"/>
                  </a:cubicBezTo>
                  <a:cubicBezTo>
                    <a:pt x="37" y="464"/>
                    <a:pt x="35" y="467"/>
                    <a:pt x="31" y="468"/>
                  </a:cubicBezTo>
                  <a:lnTo>
                    <a:pt x="32" y="450"/>
                  </a:lnTo>
                  <a:close/>
                  <a:moveTo>
                    <a:pt x="29" y="517"/>
                  </a:moveTo>
                  <a:cubicBezTo>
                    <a:pt x="30" y="498"/>
                    <a:pt x="30" y="498"/>
                    <a:pt x="30" y="498"/>
                  </a:cubicBezTo>
                  <a:cubicBezTo>
                    <a:pt x="33" y="500"/>
                    <a:pt x="35" y="504"/>
                    <a:pt x="35" y="508"/>
                  </a:cubicBezTo>
                  <a:cubicBezTo>
                    <a:pt x="35" y="512"/>
                    <a:pt x="32" y="515"/>
                    <a:pt x="29" y="517"/>
                  </a:cubicBezTo>
                  <a:close/>
                  <a:moveTo>
                    <a:pt x="79" y="432"/>
                  </a:moveTo>
                  <a:cubicBezTo>
                    <a:pt x="160" y="436"/>
                    <a:pt x="160" y="436"/>
                    <a:pt x="160" y="436"/>
                  </a:cubicBezTo>
                  <a:cubicBezTo>
                    <a:pt x="155" y="540"/>
                    <a:pt x="155" y="540"/>
                    <a:pt x="155" y="540"/>
                  </a:cubicBezTo>
                  <a:cubicBezTo>
                    <a:pt x="124" y="539"/>
                    <a:pt x="124" y="539"/>
                    <a:pt x="124" y="539"/>
                  </a:cubicBezTo>
                  <a:cubicBezTo>
                    <a:pt x="126" y="507"/>
                    <a:pt x="126" y="507"/>
                    <a:pt x="126" y="507"/>
                  </a:cubicBezTo>
                  <a:cubicBezTo>
                    <a:pt x="113" y="506"/>
                    <a:pt x="113" y="506"/>
                    <a:pt x="113" y="506"/>
                  </a:cubicBezTo>
                  <a:cubicBezTo>
                    <a:pt x="111" y="538"/>
                    <a:pt x="111" y="538"/>
                    <a:pt x="111" y="538"/>
                  </a:cubicBezTo>
                  <a:cubicBezTo>
                    <a:pt x="95" y="537"/>
                    <a:pt x="95" y="537"/>
                    <a:pt x="95" y="537"/>
                  </a:cubicBezTo>
                  <a:cubicBezTo>
                    <a:pt x="96" y="506"/>
                    <a:pt x="96" y="506"/>
                    <a:pt x="96" y="506"/>
                  </a:cubicBezTo>
                  <a:cubicBezTo>
                    <a:pt x="83" y="506"/>
                    <a:pt x="83" y="506"/>
                    <a:pt x="83" y="506"/>
                  </a:cubicBezTo>
                  <a:cubicBezTo>
                    <a:pt x="82" y="537"/>
                    <a:pt x="82" y="537"/>
                    <a:pt x="82" y="537"/>
                  </a:cubicBezTo>
                  <a:cubicBezTo>
                    <a:pt x="74" y="536"/>
                    <a:pt x="74" y="536"/>
                    <a:pt x="74" y="536"/>
                  </a:cubicBezTo>
                  <a:cubicBezTo>
                    <a:pt x="61" y="536"/>
                    <a:pt x="50" y="531"/>
                    <a:pt x="42" y="523"/>
                  </a:cubicBezTo>
                  <a:cubicBezTo>
                    <a:pt x="45" y="519"/>
                    <a:pt x="48" y="514"/>
                    <a:pt x="48" y="509"/>
                  </a:cubicBezTo>
                  <a:cubicBezTo>
                    <a:pt x="48" y="497"/>
                    <a:pt x="41" y="488"/>
                    <a:pt x="30" y="485"/>
                  </a:cubicBezTo>
                  <a:cubicBezTo>
                    <a:pt x="30" y="481"/>
                    <a:pt x="30" y="481"/>
                    <a:pt x="30" y="481"/>
                  </a:cubicBezTo>
                  <a:cubicBezTo>
                    <a:pt x="41" y="480"/>
                    <a:pt x="50" y="471"/>
                    <a:pt x="50" y="460"/>
                  </a:cubicBezTo>
                  <a:cubicBezTo>
                    <a:pt x="50" y="454"/>
                    <a:pt x="48" y="448"/>
                    <a:pt x="44" y="444"/>
                  </a:cubicBezTo>
                  <a:cubicBezTo>
                    <a:pt x="54" y="436"/>
                    <a:pt x="66" y="432"/>
                    <a:pt x="79" y="432"/>
                  </a:cubicBezTo>
                  <a:close/>
                  <a:moveTo>
                    <a:pt x="20" y="411"/>
                  </a:moveTo>
                  <a:cubicBezTo>
                    <a:pt x="20" y="405"/>
                    <a:pt x="25" y="401"/>
                    <a:pt x="30" y="401"/>
                  </a:cubicBezTo>
                  <a:cubicBezTo>
                    <a:pt x="36" y="401"/>
                    <a:pt x="40" y="406"/>
                    <a:pt x="40" y="412"/>
                  </a:cubicBezTo>
                  <a:cubicBezTo>
                    <a:pt x="40" y="416"/>
                    <a:pt x="37" y="419"/>
                    <a:pt x="33" y="420"/>
                  </a:cubicBezTo>
                  <a:cubicBezTo>
                    <a:pt x="34" y="411"/>
                    <a:pt x="34" y="411"/>
                    <a:pt x="34" y="411"/>
                  </a:cubicBezTo>
                  <a:cubicBezTo>
                    <a:pt x="34" y="409"/>
                    <a:pt x="32" y="407"/>
                    <a:pt x="30" y="407"/>
                  </a:cubicBezTo>
                  <a:cubicBezTo>
                    <a:pt x="28" y="407"/>
                    <a:pt x="26" y="409"/>
                    <a:pt x="26" y="411"/>
                  </a:cubicBezTo>
                  <a:cubicBezTo>
                    <a:pt x="25" y="420"/>
                    <a:pt x="25" y="420"/>
                    <a:pt x="25" y="420"/>
                  </a:cubicBezTo>
                  <a:cubicBezTo>
                    <a:pt x="22" y="418"/>
                    <a:pt x="20" y="415"/>
                    <a:pt x="20" y="411"/>
                  </a:cubicBezTo>
                  <a:close/>
                  <a:moveTo>
                    <a:pt x="18" y="459"/>
                  </a:moveTo>
                  <a:cubicBezTo>
                    <a:pt x="18" y="454"/>
                    <a:pt x="20" y="451"/>
                    <a:pt x="24" y="450"/>
                  </a:cubicBezTo>
                  <a:cubicBezTo>
                    <a:pt x="23" y="468"/>
                    <a:pt x="23" y="468"/>
                    <a:pt x="23" y="468"/>
                  </a:cubicBezTo>
                  <a:cubicBezTo>
                    <a:pt x="20" y="466"/>
                    <a:pt x="17" y="463"/>
                    <a:pt x="18" y="459"/>
                  </a:cubicBezTo>
                  <a:close/>
                  <a:moveTo>
                    <a:pt x="15" y="507"/>
                  </a:moveTo>
                  <a:cubicBezTo>
                    <a:pt x="15" y="503"/>
                    <a:pt x="18" y="500"/>
                    <a:pt x="22" y="498"/>
                  </a:cubicBezTo>
                  <a:cubicBezTo>
                    <a:pt x="21" y="516"/>
                    <a:pt x="21" y="516"/>
                    <a:pt x="21" y="516"/>
                  </a:cubicBezTo>
                  <a:cubicBezTo>
                    <a:pt x="17" y="515"/>
                    <a:pt x="15" y="511"/>
                    <a:pt x="15" y="5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9" name="组合 18"/>
          <p:cNvGrpSpPr/>
          <p:nvPr/>
        </p:nvGrpSpPr>
        <p:grpSpPr>
          <a:xfrm>
            <a:off x="1980510" y="2815048"/>
            <a:ext cx="1701298" cy="1325935"/>
            <a:chOff x="2422525" y="2668588"/>
            <a:chExt cx="2108201" cy="1643062"/>
          </a:xfrm>
          <a:solidFill>
            <a:schemeClr val="tx1">
              <a:lumMod val="65000"/>
              <a:lumOff val="35000"/>
            </a:schemeClr>
          </a:solidFill>
        </p:grpSpPr>
        <p:sp>
          <p:nvSpPr>
            <p:cNvPr id="20" name="Freeform 18"/>
            <p:cNvSpPr>
              <a:spLocks/>
            </p:cNvSpPr>
            <p:nvPr/>
          </p:nvSpPr>
          <p:spPr bwMode="auto">
            <a:xfrm>
              <a:off x="3406775" y="3489325"/>
              <a:ext cx="309563" cy="381000"/>
            </a:xfrm>
            <a:custGeom>
              <a:avLst/>
              <a:gdLst>
                <a:gd name="T0" fmla="*/ 8 w 162"/>
                <a:gd name="T1" fmla="*/ 31 h 200"/>
                <a:gd name="T2" fmla="*/ 51 w 162"/>
                <a:gd name="T3" fmla="*/ 54 h 200"/>
                <a:gd name="T4" fmla="*/ 26 w 162"/>
                <a:gd name="T5" fmla="*/ 151 h 200"/>
                <a:gd name="T6" fmla="*/ 40 w 162"/>
                <a:gd name="T7" fmla="*/ 200 h 200"/>
                <a:gd name="T8" fmla="*/ 83 w 162"/>
                <a:gd name="T9" fmla="*/ 200 h 200"/>
                <a:gd name="T10" fmla="*/ 138 w 162"/>
                <a:gd name="T11" fmla="*/ 119 h 200"/>
                <a:gd name="T12" fmla="*/ 158 w 162"/>
                <a:gd name="T13" fmla="*/ 42 h 200"/>
                <a:gd name="T14" fmla="*/ 150 w 162"/>
                <a:gd name="T15" fmla="*/ 0 h 200"/>
                <a:gd name="T16" fmla="*/ 0 w 162"/>
                <a:gd name="T17" fmla="*/ 0 h 200"/>
                <a:gd name="T18" fmla="*/ 8 w 162"/>
                <a:gd name="T19" fmla="*/ 31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2" h="200">
                  <a:moveTo>
                    <a:pt x="8" y="31"/>
                  </a:moveTo>
                  <a:cubicBezTo>
                    <a:pt x="51" y="54"/>
                    <a:pt x="51" y="54"/>
                    <a:pt x="51" y="54"/>
                  </a:cubicBezTo>
                  <a:cubicBezTo>
                    <a:pt x="26" y="151"/>
                    <a:pt x="26" y="151"/>
                    <a:pt x="26" y="151"/>
                  </a:cubicBezTo>
                  <a:cubicBezTo>
                    <a:pt x="22" y="169"/>
                    <a:pt x="28" y="187"/>
                    <a:pt x="40" y="200"/>
                  </a:cubicBezTo>
                  <a:cubicBezTo>
                    <a:pt x="83" y="200"/>
                    <a:pt x="83" y="200"/>
                    <a:pt x="83" y="200"/>
                  </a:cubicBezTo>
                  <a:cubicBezTo>
                    <a:pt x="138" y="119"/>
                    <a:pt x="138" y="119"/>
                    <a:pt x="138" y="119"/>
                  </a:cubicBezTo>
                  <a:cubicBezTo>
                    <a:pt x="158" y="42"/>
                    <a:pt x="158" y="42"/>
                    <a:pt x="158" y="42"/>
                  </a:cubicBezTo>
                  <a:cubicBezTo>
                    <a:pt x="162" y="27"/>
                    <a:pt x="159" y="12"/>
                    <a:pt x="150" y="0"/>
                  </a:cubicBezTo>
                  <a:cubicBezTo>
                    <a:pt x="0" y="0"/>
                    <a:pt x="0" y="0"/>
                    <a:pt x="0" y="0"/>
                  </a:cubicBezTo>
                  <a:cubicBezTo>
                    <a:pt x="3" y="10"/>
                    <a:pt x="5" y="20"/>
                    <a:pt x="8"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19"/>
            <p:cNvSpPr>
              <a:spLocks/>
            </p:cNvSpPr>
            <p:nvPr/>
          </p:nvSpPr>
          <p:spPr bwMode="auto">
            <a:xfrm>
              <a:off x="3354388" y="3316288"/>
              <a:ext cx="190500" cy="82550"/>
            </a:xfrm>
            <a:custGeom>
              <a:avLst/>
              <a:gdLst>
                <a:gd name="T0" fmla="*/ 21 w 100"/>
                <a:gd name="T1" fmla="*/ 0 h 43"/>
                <a:gd name="T2" fmla="*/ 0 w 100"/>
                <a:gd name="T3" fmla="*/ 20 h 43"/>
                <a:gd name="T4" fmla="*/ 10 w 100"/>
                <a:gd name="T5" fmla="*/ 43 h 43"/>
                <a:gd name="T6" fmla="*/ 10 w 100"/>
                <a:gd name="T7" fmla="*/ 43 h 43"/>
                <a:gd name="T8" fmla="*/ 100 w 100"/>
                <a:gd name="T9" fmla="*/ 43 h 43"/>
                <a:gd name="T10" fmla="*/ 21 w 100"/>
                <a:gd name="T11" fmla="*/ 0 h 43"/>
              </a:gdLst>
              <a:ahLst/>
              <a:cxnLst>
                <a:cxn ang="0">
                  <a:pos x="T0" y="T1"/>
                </a:cxn>
                <a:cxn ang="0">
                  <a:pos x="T2" y="T3"/>
                </a:cxn>
                <a:cxn ang="0">
                  <a:pos x="T4" y="T5"/>
                </a:cxn>
                <a:cxn ang="0">
                  <a:pos x="T6" y="T7"/>
                </a:cxn>
                <a:cxn ang="0">
                  <a:pos x="T8" y="T9"/>
                </a:cxn>
                <a:cxn ang="0">
                  <a:pos x="T10" y="T11"/>
                </a:cxn>
              </a:cxnLst>
              <a:rect l="0" t="0" r="r" b="b"/>
              <a:pathLst>
                <a:path w="100" h="43">
                  <a:moveTo>
                    <a:pt x="21" y="0"/>
                  </a:moveTo>
                  <a:cubicBezTo>
                    <a:pt x="13" y="6"/>
                    <a:pt x="6" y="13"/>
                    <a:pt x="0" y="20"/>
                  </a:cubicBezTo>
                  <a:cubicBezTo>
                    <a:pt x="4" y="27"/>
                    <a:pt x="7" y="35"/>
                    <a:pt x="10" y="43"/>
                  </a:cubicBezTo>
                  <a:cubicBezTo>
                    <a:pt x="10" y="43"/>
                    <a:pt x="10" y="43"/>
                    <a:pt x="10" y="43"/>
                  </a:cubicBezTo>
                  <a:cubicBezTo>
                    <a:pt x="100" y="43"/>
                    <a:pt x="100" y="43"/>
                    <a:pt x="100" y="43"/>
                  </a:cubicBezTo>
                  <a:lnTo>
                    <a:pt x="2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20"/>
            <p:cNvSpPr>
              <a:spLocks/>
            </p:cNvSpPr>
            <p:nvPr/>
          </p:nvSpPr>
          <p:spPr bwMode="auto">
            <a:xfrm>
              <a:off x="3668713" y="2668588"/>
              <a:ext cx="381000" cy="381000"/>
            </a:xfrm>
            <a:custGeom>
              <a:avLst/>
              <a:gdLst>
                <a:gd name="T0" fmla="*/ 167 w 200"/>
                <a:gd name="T1" fmla="*/ 160 h 200"/>
                <a:gd name="T2" fmla="*/ 161 w 200"/>
                <a:gd name="T3" fmla="*/ 33 h 200"/>
                <a:gd name="T4" fmla="*/ 34 w 200"/>
                <a:gd name="T5" fmla="*/ 39 h 200"/>
                <a:gd name="T6" fmla="*/ 40 w 200"/>
                <a:gd name="T7" fmla="*/ 166 h 200"/>
                <a:gd name="T8" fmla="*/ 167 w 200"/>
                <a:gd name="T9" fmla="*/ 160 h 200"/>
              </a:gdLst>
              <a:ahLst/>
              <a:cxnLst>
                <a:cxn ang="0">
                  <a:pos x="T0" y="T1"/>
                </a:cxn>
                <a:cxn ang="0">
                  <a:pos x="T2" y="T3"/>
                </a:cxn>
                <a:cxn ang="0">
                  <a:pos x="T4" y="T5"/>
                </a:cxn>
                <a:cxn ang="0">
                  <a:pos x="T6" y="T7"/>
                </a:cxn>
                <a:cxn ang="0">
                  <a:pos x="T8" y="T9"/>
                </a:cxn>
              </a:cxnLst>
              <a:rect l="0" t="0" r="r" b="b"/>
              <a:pathLst>
                <a:path w="200" h="200">
                  <a:moveTo>
                    <a:pt x="167" y="160"/>
                  </a:moveTo>
                  <a:cubicBezTo>
                    <a:pt x="200" y="123"/>
                    <a:pt x="197" y="67"/>
                    <a:pt x="161" y="33"/>
                  </a:cubicBezTo>
                  <a:cubicBezTo>
                    <a:pt x="124" y="0"/>
                    <a:pt x="67" y="2"/>
                    <a:pt x="34" y="39"/>
                  </a:cubicBezTo>
                  <a:cubicBezTo>
                    <a:pt x="0" y="76"/>
                    <a:pt x="3" y="133"/>
                    <a:pt x="40" y="166"/>
                  </a:cubicBezTo>
                  <a:cubicBezTo>
                    <a:pt x="76" y="200"/>
                    <a:pt x="133" y="197"/>
                    <a:pt x="167" y="1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21"/>
            <p:cNvSpPr>
              <a:spLocks/>
            </p:cNvSpPr>
            <p:nvPr/>
          </p:nvSpPr>
          <p:spPr bwMode="auto">
            <a:xfrm>
              <a:off x="3741738" y="3522663"/>
              <a:ext cx="788988" cy="788987"/>
            </a:xfrm>
            <a:custGeom>
              <a:avLst/>
              <a:gdLst>
                <a:gd name="T0" fmla="*/ 414 w 414"/>
                <a:gd name="T1" fmla="*/ 207 h 414"/>
                <a:gd name="T2" fmla="*/ 207 w 414"/>
                <a:gd name="T3" fmla="*/ 0 h 414"/>
                <a:gd name="T4" fmla="*/ 141 w 414"/>
                <a:gd name="T5" fmla="*/ 11 h 414"/>
                <a:gd name="T6" fmla="*/ 161 w 414"/>
                <a:gd name="T7" fmla="*/ 53 h 414"/>
                <a:gd name="T8" fmla="*/ 207 w 414"/>
                <a:gd name="T9" fmla="*/ 47 h 414"/>
                <a:gd name="T10" fmla="*/ 367 w 414"/>
                <a:gd name="T11" fmla="*/ 207 h 414"/>
                <a:gd name="T12" fmla="*/ 207 w 414"/>
                <a:gd name="T13" fmla="*/ 367 h 414"/>
                <a:gd name="T14" fmla="*/ 47 w 414"/>
                <a:gd name="T15" fmla="*/ 207 h 414"/>
                <a:gd name="T16" fmla="*/ 118 w 414"/>
                <a:gd name="T17" fmla="*/ 74 h 414"/>
                <a:gd name="T18" fmla="*/ 97 w 414"/>
                <a:gd name="T19" fmla="*/ 31 h 414"/>
                <a:gd name="T20" fmla="*/ 0 w 414"/>
                <a:gd name="T21" fmla="*/ 207 h 414"/>
                <a:gd name="T22" fmla="*/ 207 w 414"/>
                <a:gd name="T23" fmla="*/ 414 h 414"/>
                <a:gd name="T24" fmla="*/ 414 w 414"/>
                <a:gd name="T25" fmla="*/ 207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14" h="414">
                  <a:moveTo>
                    <a:pt x="414" y="207"/>
                  </a:moveTo>
                  <a:cubicBezTo>
                    <a:pt x="414" y="92"/>
                    <a:pt x="322" y="0"/>
                    <a:pt x="207" y="0"/>
                  </a:cubicBezTo>
                  <a:cubicBezTo>
                    <a:pt x="184" y="0"/>
                    <a:pt x="161" y="4"/>
                    <a:pt x="141" y="11"/>
                  </a:cubicBezTo>
                  <a:cubicBezTo>
                    <a:pt x="161" y="53"/>
                    <a:pt x="161" y="53"/>
                    <a:pt x="161" y="53"/>
                  </a:cubicBezTo>
                  <a:cubicBezTo>
                    <a:pt x="176" y="49"/>
                    <a:pt x="191" y="47"/>
                    <a:pt x="207" y="47"/>
                  </a:cubicBezTo>
                  <a:cubicBezTo>
                    <a:pt x="296" y="47"/>
                    <a:pt x="367" y="118"/>
                    <a:pt x="367" y="207"/>
                  </a:cubicBezTo>
                  <a:cubicBezTo>
                    <a:pt x="367" y="295"/>
                    <a:pt x="296" y="367"/>
                    <a:pt x="207" y="367"/>
                  </a:cubicBezTo>
                  <a:cubicBezTo>
                    <a:pt x="119" y="367"/>
                    <a:pt x="47" y="295"/>
                    <a:pt x="47" y="207"/>
                  </a:cubicBezTo>
                  <a:cubicBezTo>
                    <a:pt x="47" y="151"/>
                    <a:pt x="75" y="103"/>
                    <a:pt x="118" y="74"/>
                  </a:cubicBezTo>
                  <a:cubicBezTo>
                    <a:pt x="97" y="31"/>
                    <a:pt x="97" y="31"/>
                    <a:pt x="97" y="31"/>
                  </a:cubicBezTo>
                  <a:cubicBezTo>
                    <a:pt x="39" y="68"/>
                    <a:pt x="0" y="133"/>
                    <a:pt x="0" y="207"/>
                  </a:cubicBezTo>
                  <a:cubicBezTo>
                    <a:pt x="0" y="321"/>
                    <a:pt x="93" y="414"/>
                    <a:pt x="207" y="414"/>
                  </a:cubicBezTo>
                  <a:cubicBezTo>
                    <a:pt x="322" y="414"/>
                    <a:pt x="414" y="321"/>
                    <a:pt x="414" y="2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2"/>
            <p:cNvSpPr>
              <a:spLocks noEditPoints="1"/>
            </p:cNvSpPr>
            <p:nvPr/>
          </p:nvSpPr>
          <p:spPr bwMode="auto">
            <a:xfrm>
              <a:off x="2422525" y="3332163"/>
              <a:ext cx="795338" cy="979487"/>
            </a:xfrm>
            <a:custGeom>
              <a:avLst/>
              <a:gdLst>
                <a:gd name="T0" fmla="*/ 410 w 418"/>
                <a:gd name="T1" fmla="*/ 335 h 514"/>
                <a:gd name="T2" fmla="*/ 411 w 418"/>
                <a:gd name="T3" fmla="*/ 331 h 514"/>
                <a:gd name="T4" fmla="*/ 407 w 418"/>
                <a:gd name="T5" fmla="*/ 331 h 514"/>
                <a:gd name="T6" fmla="*/ 408 w 418"/>
                <a:gd name="T7" fmla="*/ 323 h 514"/>
                <a:gd name="T8" fmla="*/ 413 w 418"/>
                <a:gd name="T9" fmla="*/ 323 h 514"/>
                <a:gd name="T10" fmla="*/ 418 w 418"/>
                <a:gd name="T11" fmla="*/ 291 h 514"/>
                <a:gd name="T12" fmla="*/ 411 w 418"/>
                <a:gd name="T13" fmla="*/ 291 h 514"/>
                <a:gd name="T14" fmla="*/ 412 w 418"/>
                <a:gd name="T15" fmla="*/ 283 h 514"/>
                <a:gd name="T16" fmla="*/ 412 w 418"/>
                <a:gd name="T17" fmla="*/ 283 h 514"/>
                <a:gd name="T18" fmla="*/ 325 w 418"/>
                <a:gd name="T19" fmla="*/ 137 h 514"/>
                <a:gd name="T20" fmla="*/ 348 w 418"/>
                <a:gd name="T21" fmla="*/ 102 h 514"/>
                <a:gd name="T22" fmla="*/ 365 w 418"/>
                <a:gd name="T23" fmla="*/ 75 h 514"/>
                <a:gd name="T24" fmla="*/ 391 w 418"/>
                <a:gd name="T25" fmla="*/ 75 h 514"/>
                <a:gd name="T26" fmla="*/ 375 w 418"/>
                <a:gd name="T27" fmla="*/ 45 h 514"/>
                <a:gd name="T28" fmla="*/ 356 w 418"/>
                <a:gd name="T29" fmla="*/ 0 h 514"/>
                <a:gd name="T30" fmla="*/ 300 w 418"/>
                <a:gd name="T31" fmla="*/ 27 h 514"/>
                <a:gd name="T32" fmla="*/ 334 w 418"/>
                <a:gd name="T33" fmla="*/ 50 h 514"/>
                <a:gd name="T34" fmla="*/ 342 w 418"/>
                <a:gd name="T35" fmla="*/ 52 h 514"/>
                <a:gd name="T36" fmla="*/ 319 w 418"/>
                <a:gd name="T37" fmla="*/ 88 h 514"/>
                <a:gd name="T38" fmla="*/ 298 w 418"/>
                <a:gd name="T39" fmla="*/ 121 h 514"/>
                <a:gd name="T40" fmla="*/ 207 w 418"/>
                <a:gd name="T41" fmla="*/ 100 h 514"/>
                <a:gd name="T42" fmla="*/ 0 w 418"/>
                <a:gd name="T43" fmla="*/ 307 h 514"/>
                <a:gd name="T44" fmla="*/ 207 w 418"/>
                <a:gd name="T45" fmla="*/ 514 h 514"/>
                <a:gd name="T46" fmla="*/ 409 w 418"/>
                <a:gd name="T47" fmla="*/ 352 h 514"/>
                <a:gd name="T48" fmla="*/ 410 w 418"/>
                <a:gd name="T49" fmla="*/ 335 h 514"/>
                <a:gd name="T50" fmla="*/ 366 w 418"/>
                <a:gd name="T51" fmla="*/ 291 h 514"/>
                <a:gd name="T52" fmla="*/ 227 w 418"/>
                <a:gd name="T53" fmla="*/ 291 h 514"/>
                <a:gd name="T54" fmla="*/ 300 w 418"/>
                <a:gd name="T55" fmla="*/ 177 h 514"/>
                <a:gd name="T56" fmla="*/ 366 w 418"/>
                <a:gd name="T57" fmla="*/ 291 h 514"/>
                <a:gd name="T58" fmla="*/ 207 w 418"/>
                <a:gd name="T59" fmla="*/ 467 h 514"/>
                <a:gd name="T60" fmla="*/ 47 w 418"/>
                <a:gd name="T61" fmla="*/ 307 h 514"/>
                <a:gd name="T62" fmla="*/ 207 w 418"/>
                <a:gd name="T63" fmla="*/ 147 h 514"/>
                <a:gd name="T64" fmla="*/ 272 w 418"/>
                <a:gd name="T65" fmla="*/ 161 h 514"/>
                <a:gd name="T66" fmla="*/ 184 w 418"/>
                <a:gd name="T67" fmla="*/ 298 h 514"/>
                <a:gd name="T68" fmla="*/ 184 w 418"/>
                <a:gd name="T69" fmla="*/ 314 h 514"/>
                <a:gd name="T70" fmla="*/ 198 w 418"/>
                <a:gd name="T71" fmla="*/ 323 h 514"/>
                <a:gd name="T72" fmla="*/ 366 w 418"/>
                <a:gd name="T73" fmla="*/ 323 h 514"/>
                <a:gd name="T74" fmla="*/ 207 w 418"/>
                <a:gd name="T75" fmla="*/ 467 h 5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18" h="514">
                  <a:moveTo>
                    <a:pt x="410" y="335"/>
                  </a:moveTo>
                  <a:cubicBezTo>
                    <a:pt x="410" y="334"/>
                    <a:pt x="411" y="332"/>
                    <a:pt x="411" y="331"/>
                  </a:cubicBezTo>
                  <a:cubicBezTo>
                    <a:pt x="407" y="331"/>
                    <a:pt x="407" y="331"/>
                    <a:pt x="407" y="331"/>
                  </a:cubicBezTo>
                  <a:cubicBezTo>
                    <a:pt x="408" y="323"/>
                    <a:pt x="408" y="323"/>
                    <a:pt x="408" y="323"/>
                  </a:cubicBezTo>
                  <a:cubicBezTo>
                    <a:pt x="413" y="323"/>
                    <a:pt x="413" y="323"/>
                    <a:pt x="413" y="323"/>
                  </a:cubicBezTo>
                  <a:cubicBezTo>
                    <a:pt x="415" y="312"/>
                    <a:pt x="417" y="301"/>
                    <a:pt x="418" y="291"/>
                  </a:cubicBezTo>
                  <a:cubicBezTo>
                    <a:pt x="411" y="291"/>
                    <a:pt x="411" y="291"/>
                    <a:pt x="411" y="291"/>
                  </a:cubicBezTo>
                  <a:cubicBezTo>
                    <a:pt x="412" y="283"/>
                    <a:pt x="412" y="283"/>
                    <a:pt x="412" y="283"/>
                  </a:cubicBezTo>
                  <a:cubicBezTo>
                    <a:pt x="412" y="283"/>
                    <a:pt x="412" y="283"/>
                    <a:pt x="412" y="283"/>
                  </a:cubicBezTo>
                  <a:cubicBezTo>
                    <a:pt x="405" y="222"/>
                    <a:pt x="373" y="170"/>
                    <a:pt x="325" y="137"/>
                  </a:cubicBezTo>
                  <a:cubicBezTo>
                    <a:pt x="348" y="102"/>
                    <a:pt x="348" y="102"/>
                    <a:pt x="348" y="102"/>
                  </a:cubicBezTo>
                  <a:cubicBezTo>
                    <a:pt x="365" y="75"/>
                    <a:pt x="365" y="75"/>
                    <a:pt x="365" y="75"/>
                  </a:cubicBezTo>
                  <a:cubicBezTo>
                    <a:pt x="391" y="75"/>
                    <a:pt x="391" y="75"/>
                    <a:pt x="391" y="75"/>
                  </a:cubicBezTo>
                  <a:cubicBezTo>
                    <a:pt x="384" y="59"/>
                    <a:pt x="377" y="49"/>
                    <a:pt x="375" y="45"/>
                  </a:cubicBezTo>
                  <a:cubicBezTo>
                    <a:pt x="369" y="36"/>
                    <a:pt x="361" y="20"/>
                    <a:pt x="356" y="0"/>
                  </a:cubicBezTo>
                  <a:cubicBezTo>
                    <a:pt x="324" y="3"/>
                    <a:pt x="300" y="14"/>
                    <a:pt x="300" y="27"/>
                  </a:cubicBezTo>
                  <a:cubicBezTo>
                    <a:pt x="300" y="37"/>
                    <a:pt x="314" y="45"/>
                    <a:pt x="334" y="50"/>
                  </a:cubicBezTo>
                  <a:cubicBezTo>
                    <a:pt x="336" y="51"/>
                    <a:pt x="339" y="52"/>
                    <a:pt x="342" y="52"/>
                  </a:cubicBezTo>
                  <a:cubicBezTo>
                    <a:pt x="319" y="88"/>
                    <a:pt x="319" y="88"/>
                    <a:pt x="319" y="88"/>
                  </a:cubicBezTo>
                  <a:cubicBezTo>
                    <a:pt x="298" y="121"/>
                    <a:pt x="298" y="121"/>
                    <a:pt x="298" y="121"/>
                  </a:cubicBezTo>
                  <a:cubicBezTo>
                    <a:pt x="270" y="107"/>
                    <a:pt x="240" y="100"/>
                    <a:pt x="207" y="100"/>
                  </a:cubicBezTo>
                  <a:cubicBezTo>
                    <a:pt x="93" y="100"/>
                    <a:pt x="0" y="192"/>
                    <a:pt x="0" y="307"/>
                  </a:cubicBezTo>
                  <a:cubicBezTo>
                    <a:pt x="0" y="421"/>
                    <a:pt x="93" y="514"/>
                    <a:pt x="207" y="514"/>
                  </a:cubicBezTo>
                  <a:cubicBezTo>
                    <a:pt x="306" y="514"/>
                    <a:pt x="388" y="444"/>
                    <a:pt x="409" y="352"/>
                  </a:cubicBezTo>
                  <a:cubicBezTo>
                    <a:pt x="408" y="346"/>
                    <a:pt x="409" y="341"/>
                    <a:pt x="410" y="335"/>
                  </a:cubicBezTo>
                  <a:close/>
                  <a:moveTo>
                    <a:pt x="366" y="291"/>
                  </a:moveTo>
                  <a:cubicBezTo>
                    <a:pt x="227" y="291"/>
                    <a:pt x="227" y="291"/>
                    <a:pt x="227" y="291"/>
                  </a:cubicBezTo>
                  <a:cubicBezTo>
                    <a:pt x="300" y="177"/>
                    <a:pt x="300" y="177"/>
                    <a:pt x="300" y="177"/>
                  </a:cubicBezTo>
                  <a:cubicBezTo>
                    <a:pt x="336" y="203"/>
                    <a:pt x="361" y="244"/>
                    <a:pt x="366" y="291"/>
                  </a:cubicBezTo>
                  <a:close/>
                  <a:moveTo>
                    <a:pt x="207" y="467"/>
                  </a:moveTo>
                  <a:cubicBezTo>
                    <a:pt x="119" y="467"/>
                    <a:pt x="47" y="395"/>
                    <a:pt x="47" y="307"/>
                  </a:cubicBezTo>
                  <a:cubicBezTo>
                    <a:pt x="47" y="218"/>
                    <a:pt x="119" y="147"/>
                    <a:pt x="207" y="147"/>
                  </a:cubicBezTo>
                  <a:cubicBezTo>
                    <a:pt x="230" y="147"/>
                    <a:pt x="252" y="152"/>
                    <a:pt x="272" y="161"/>
                  </a:cubicBezTo>
                  <a:cubicBezTo>
                    <a:pt x="184" y="298"/>
                    <a:pt x="184" y="298"/>
                    <a:pt x="184" y="298"/>
                  </a:cubicBezTo>
                  <a:cubicBezTo>
                    <a:pt x="181" y="303"/>
                    <a:pt x="181" y="309"/>
                    <a:pt x="184" y="314"/>
                  </a:cubicBezTo>
                  <a:cubicBezTo>
                    <a:pt x="187" y="319"/>
                    <a:pt x="192" y="323"/>
                    <a:pt x="198" y="323"/>
                  </a:cubicBezTo>
                  <a:cubicBezTo>
                    <a:pt x="366" y="323"/>
                    <a:pt x="366" y="323"/>
                    <a:pt x="366" y="323"/>
                  </a:cubicBezTo>
                  <a:cubicBezTo>
                    <a:pt x="358" y="403"/>
                    <a:pt x="290" y="467"/>
                    <a:pt x="207" y="4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23"/>
            <p:cNvSpPr>
              <a:spLocks/>
            </p:cNvSpPr>
            <p:nvPr/>
          </p:nvSpPr>
          <p:spPr bwMode="auto">
            <a:xfrm>
              <a:off x="3379788" y="3189288"/>
              <a:ext cx="815975" cy="757237"/>
            </a:xfrm>
            <a:custGeom>
              <a:avLst/>
              <a:gdLst>
                <a:gd name="T0" fmla="*/ 397 w 428"/>
                <a:gd name="T1" fmla="*/ 398 h 398"/>
                <a:gd name="T2" fmla="*/ 404 w 428"/>
                <a:gd name="T3" fmla="*/ 396 h 398"/>
                <a:gd name="T4" fmla="*/ 412 w 428"/>
                <a:gd name="T5" fmla="*/ 375 h 398"/>
                <a:gd name="T6" fmla="*/ 303 w 428"/>
                <a:gd name="T7" fmla="*/ 147 h 398"/>
                <a:gd name="T8" fmla="*/ 337 w 428"/>
                <a:gd name="T9" fmla="*/ 132 h 398"/>
                <a:gd name="T10" fmla="*/ 424 w 428"/>
                <a:gd name="T11" fmla="*/ 25 h 398"/>
                <a:gd name="T12" fmla="*/ 416 w 428"/>
                <a:gd name="T13" fmla="*/ 4 h 398"/>
                <a:gd name="T14" fmla="*/ 395 w 428"/>
                <a:gd name="T15" fmla="*/ 11 h 398"/>
                <a:gd name="T16" fmla="*/ 395 w 428"/>
                <a:gd name="T17" fmla="*/ 11 h 398"/>
                <a:gd name="T18" fmla="*/ 374 w 428"/>
                <a:gd name="T19" fmla="*/ 49 h 398"/>
                <a:gd name="T20" fmla="*/ 378 w 428"/>
                <a:gd name="T21" fmla="*/ 69 h 398"/>
                <a:gd name="T22" fmla="*/ 338 w 428"/>
                <a:gd name="T23" fmla="*/ 105 h 398"/>
                <a:gd name="T24" fmla="*/ 335 w 428"/>
                <a:gd name="T25" fmla="*/ 105 h 398"/>
                <a:gd name="T26" fmla="*/ 321 w 428"/>
                <a:gd name="T27" fmla="*/ 104 h 398"/>
                <a:gd name="T28" fmla="*/ 320 w 428"/>
                <a:gd name="T29" fmla="*/ 105 h 398"/>
                <a:gd name="T30" fmla="*/ 280 w 428"/>
                <a:gd name="T31" fmla="*/ 118 h 398"/>
                <a:gd name="T32" fmla="*/ 280 w 428"/>
                <a:gd name="T33" fmla="*/ 118 h 398"/>
                <a:gd name="T34" fmla="*/ 280 w 428"/>
                <a:gd name="T35" fmla="*/ 118 h 398"/>
                <a:gd name="T36" fmla="*/ 279 w 428"/>
                <a:gd name="T37" fmla="*/ 118 h 398"/>
                <a:gd name="T38" fmla="*/ 0 w 428"/>
                <a:gd name="T39" fmla="*/ 118 h 398"/>
                <a:gd name="T40" fmla="*/ 11 w 428"/>
                <a:gd name="T41" fmla="*/ 150 h 398"/>
                <a:gd name="T42" fmla="*/ 249 w 428"/>
                <a:gd name="T43" fmla="*/ 150 h 398"/>
                <a:gd name="T44" fmla="*/ 101 w 428"/>
                <a:gd name="T45" fmla="*/ 366 h 398"/>
                <a:gd name="T46" fmla="*/ 32 w 428"/>
                <a:gd name="T47" fmla="*/ 366 h 398"/>
                <a:gd name="T48" fmla="*/ 28 w 428"/>
                <a:gd name="T49" fmla="*/ 398 h 398"/>
                <a:gd name="T50" fmla="*/ 109 w 428"/>
                <a:gd name="T51" fmla="*/ 398 h 398"/>
                <a:gd name="T52" fmla="*/ 123 w 428"/>
                <a:gd name="T53" fmla="*/ 391 h 398"/>
                <a:gd name="T54" fmla="*/ 277 w 428"/>
                <a:gd name="T55" fmla="*/ 166 h 398"/>
                <a:gd name="T56" fmla="*/ 383 w 428"/>
                <a:gd name="T57" fmla="*/ 388 h 398"/>
                <a:gd name="T58" fmla="*/ 397 w 428"/>
                <a:gd name="T5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28" h="398">
                  <a:moveTo>
                    <a:pt x="397" y="398"/>
                  </a:moveTo>
                  <a:cubicBezTo>
                    <a:pt x="400" y="398"/>
                    <a:pt x="402" y="397"/>
                    <a:pt x="404" y="396"/>
                  </a:cubicBezTo>
                  <a:cubicBezTo>
                    <a:pt x="412" y="392"/>
                    <a:pt x="415" y="383"/>
                    <a:pt x="412" y="375"/>
                  </a:cubicBezTo>
                  <a:cubicBezTo>
                    <a:pt x="303" y="147"/>
                    <a:pt x="303" y="147"/>
                    <a:pt x="303" y="147"/>
                  </a:cubicBezTo>
                  <a:cubicBezTo>
                    <a:pt x="312" y="144"/>
                    <a:pt x="324" y="140"/>
                    <a:pt x="337" y="132"/>
                  </a:cubicBezTo>
                  <a:cubicBezTo>
                    <a:pt x="364" y="115"/>
                    <a:pt x="397" y="83"/>
                    <a:pt x="424" y="25"/>
                  </a:cubicBezTo>
                  <a:cubicBezTo>
                    <a:pt x="428" y="17"/>
                    <a:pt x="424" y="7"/>
                    <a:pt x="416" y="4"/>
                  </a:cubicBezTo>
                  <a:cubicBezTo>
                    <a:pt x="408" y="0"/>
                    <a:pt x="399" y="3"/>
                    <a:pt x="395" y="11"/>
                  </a:cubicBezTo>
                  <a:cubicBezTo>
                    <a:pt x="395" y="11"/>
                    <a:pt x="395" y="11"/>
                    <a:pt x="395" y="11"/>
                  </a:cubicBezTo>
                  <a:cubicBezTo>
                    <a:pt x="388" y="26"/>
                    <a:pt x="381" y="38"/>
                    <a:pt x="374" y="49"/>
                  </a:cubicBezTo>
                  <a:cubicBezTo>
                    <a:pt x="377" y="55"/>
                    <a:pt x="379" y="62"/>
                    <a:pt x="378" y="69"/>
                  </a:cubicBezTo>
                  <a:cubicBezTo>
                    <a:pt x="376" y="90"/>
                    <a:pt x="359" y="105"/>
                    <a:pt x="338" y="105"/>
                  </a:cubicBezTo>
                  <a:cubicBezTo>
                    <a:pt x="337" y="105"/>
                    <a:pt x="336" y="105"/>
                    <a:pt x="335" y="105"/>
                  </a:cubicBezTo>
                  <a:cubicBezTo>
                    <a:pt x="330" y="105"/>
                    <a:pt x="326" y="104"/>
                    <a:pt x="321" y="104"/>
                  </a:cubicBezTo>
                  <a:cubicBezTo>
                    <a:pt x="321" y="104"/>
                    <a:pt x="320" y="104"/>
                    <a:pt x="320" y="105"/>
                  </a:cubicBezTo>
                  <a:cubicBezTo>
                    <a:pt x="298" y="118"/>
                    <a:pt x="282" y="118"/>
                    <a:pt x="280" y="118"/>
                  </a:cubicBezTo>
                  <a:cubicBezTo>
                    <a:pt x="280" y="118"/>
                    <a:pt x="280" y="118"/>
                    <a:pt x="280" y="118"/>
                  </a:cubicBezTo>
                  <a:cubicBezTo>
                    <a:pt x="280" y="118"/>
                    <a:pt x="280" y="118"/>
                    <a:pt x="280" y="118"/>
                  </a:cubicBezTo>
                  <a:cubicBezTo>
                    <a:pt x="280" y="118"/>
                    <a:pt x="280" y="118"/>
                    <a:pt x="279" y="118"/>
                  </a:cubicBezTo>
                  <a:cubicBezTo>
                    <a:pt x="0" y="118"/>
                    <a:pt x="0" y="118"/>
                    <a:pt x="0" y="118"/>
                  </a:cubicBezTo>
                  <a:cubicBezTo>
                    <a:pt x="4" y="128"/>
                    <a:pt x="7" y="138"/>
                    <a:pt x="11" y="150"/>
                  </a:cubicBezTo>
                  <a:cubicBezTo>
                    <a:pt x="249" y="150"/>
                    <a:pt x="249" y="150"/>
                    <a:pt x="249" y="150"/>
                  </a:cubicBezTo>
                  <a:cubicBezTo>
                    <a:pt x="101" y="366"/>
                    <a:pt x="101" y="366"/>
                    <a:pt x="101" y="366"/>
                  </a:cubicBezTo>
                  <a:cubicBezTo>
                    <a:pt x="32" y="366"/>
                    <a:pt x="32" y="366"/>
                    <a:pt x="32" y="366"/>
                  </a:cubicBezTo>
                  <a:cubicBezTo>
                    <a:pt x="31" y="376"/>
                    <a:pt x="29" y="387"/>
                    <a:pt x="28" y="398"/>
                  </a:cubicBezTo>
                  <a:cubicBezTo>
                    <a:pt x="109" y="398"/>
                    <a:pt x="109" y="398"/>
                    <a:pt x="109" y="398"/>
                  </a:cubicBezTo>
                  <a:cubicBezTo>
                    <a:pt x="115" y="398"/>
                    <a:pt x="120" y="395"/>
                    <a:pt x="123" y="391"/>
                  </a:cubicBezTo>
                  <a:cubicBezTo>
                    <a:pt x="277" y="166"/>
                    <a:pt x="277" y="166"/>
                    <a:pt x="277" y="166"/>
                  </a:cubicBezTo>
                  <a:cubicBezTo>
                    <a:pt x="383" y="388"/>
                    <a:pt x="383" y="388"/>
                    <a:pt x="383" y="388"/>
                  </a:cubicBezTo>
                  <a:cubicBezTo>
                    <a:pt x="386" y="394"/>
                    <a:pt x="391" y="398"/>
                    <a:pt x="397" y="39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24"/>
            <p:cNvSpPr>
              <a:spLocks/>
            </p:cNvSpPr>
            <p:nvPr/>
          </p:nvSpPr>
          <p:spPr bwMode="auto">
            <a:xfrm>
              <a:off x="3074988" y="2863850"/>
              <a:ext cx="633413" cy="1225550"/>
            </a:xfrm>
            <a:custGeom>
              <a:avLst/>
              <a:gdLst>
                <a:gd name="T0" fmla="*/ 187 w 332"/>
                <a:gd name="T1" fmla="*/ 477 h 644"/>
                <a:gd name="T2" fmla="*/ 149 w 332"/>
                <a:gd name="T3" fmla="*/ 284 h 644"/>
                <a:gd name="T4" fmla="*/ 136 w 332"/>
                <a:gd name="T5" fmla="*/ 256 h 644"/>
                <a:gd name="T6" fmla="*/ 266 w 332"/>
                <a:gd name="T7" fmla="*/ 156 h 644"/>
                <a:gd name="T8" fmla="*/ 222 w 332"/>
                <a:gd name="T9" fmla="*/ 96 h 644"/>
                <a:gd name="T10" fmla="*/ 219 w 332"/>
                <a:gd name="T11" fmla="*/ 65 h 644"/>
                <a:gd name="T12" fmla="*/ 238 w 332"/>
                <a:gd name="T13" fmla="*/ 42 h 644"/>
                <a:gd name="T14" fmla="*/ 257 w 332"/>
                <a:gd name="T15" fmla="*/ 37 h 644"/>
                <a:gd name="T16" fmla="*/ 292 w 332"/>
                <a:gd name="T17" fmla="*/ 58 h 644"/>
                <a:gd name="T18" fmla="*/ 293 w 332"/>
                <a:gd name="T19" fmla="*/ 58 h 644"/>
                <a:gd name="T20" fmla="*/ 295 w 332"/>
                <a:gd name="T21" fmla="*/ 62 h 644"/>
                <a:gd name="T22" fmla="*/ 304 w 332"/>
                <a:gd name="T23" fmla="*/ 76 h 644"/>
                <a:gd name="T24" fmla="*/ 324 w 332"/>
                <a:gd name="T25" fmla="*/ 101 h 644"/>
                <a:gd name="T26" fmla="*/ 323 w 332"/>
                <a:gd name="T27" fmla="*/ 53 h 644"/>
                <a:gd name="T28" fmla="*/ 202 w 332"/>
                <a:gd name="T29" fmla="*/ 27 h 644"/>
                <a:gd name="T30" fmla="*/ 27 w 332"/>
                <a:gd name="T31" fmla="*/ 166 h 644"/>
                <a:gd name="T32" fmla="*/ 38 w 332"/>
                <a:gd name="T33" fmla="*/ 286 h 644"/>
                <a:gd name="T34" fmla="*/ 87 w 332"/>
                <a:gd name="T35" fmla="*/ 477 h 644"/>
                <a:gd name="T36" fmla="*/ 75 w 332"/>
                <a:gd name="T37" fmla="*/ 583 h 644"/>
                <a:gd name="T38" fmla="*/ 113 w 332"/>
                <a:gd name="T39" fmla="*/ 643 h 644"/>
                <a:gd name="T40" fmla="*/ 124 w 332"/>
                <a:gd name="T41" fmla="*/ 644 h 644"/>
                <a:gd name="T42" fmla="*/ 172 w 332"/>
                <a:gd name="T43" fmla="*/ 605 h 644"/>
                <a:gd name="T44" fmla="*/ 187 w 332"/>
                <a:gd name="T45" fmla="*/ 477 h 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2" h="644">
                  <a:moveTo>
                    <a:pt x="187" y="477"/>
                  </a:moveTo>
                  <a:cubicBezTo>
                    <a:pt x="187" y="395"/>
                    <a:pt x="168" y="329"/>
                    <a:pt x="149" y="284"/>
                  </a:cubicBezTo>
                  <a:cubicBezTo>
                    <a:pt x="145" y="274"/>
                    <a:pt x="140" y="264"/>
                    <a:pt x="136" y="256"/>
                  </a:cubicBezTo>
                  <a:cubicBezTo>
                    <a:pt x="174" y="216"/>
                    <a:pt x="226" y="183"/>
                    <a:pt x="266" y="156"/>
                  </a:cubicBezTo>
                  <a:cubicBezTo>
                    <a:pt x="240" y="127"/>
                    <a:pt x="225" y="102"/>
                    <a:pt x="222" y="96"/>
                  </a:cubicBezTo>
                  <a:cubicBezTo>
                    <a:pt x="217" y="86"/>
                    <a:pt x="216" y="76"/>
                    <a:pt x="219" y="65"/>
                  </a:cubicBezTo>
                  <a:cubicBezTo>
                    <a:pt x="222" y="55"/>
                    <a:pt x="229" y="47"/>
                    <a:pt x="238" y="42"/>
                  </a:cubicBezTo>
                  <a:cubicBezTo>
                    <a:pt x="244" y="38"/>
                    <a:pt x="250" y="37"/>
                    <a:pt x="257" y="37"/>
                  </a:cubicBezTo>
                  <a:cubicBezTo>
                    <a:pt x="272" y="37"/>
                    <a:pt x="285" y="45"/>
                    <a:pt x="292" y="58"/>
                  </a:cubicBezTo>
                  <a:cubicBezTo>
                    <a:pt x="293" y="58"/>
                    <a:pt x="293" y="58"/>
                    <a:pt x="293" y="58"/>
                  </a:cubicBezTo>
                  <a:cubicBezTo>
                    <a:pt x="293" y="59"/>
                    <a:pt x="294" y="61"/>
                    <a:pt x="295" y="62"/>
                  </a:cubicBezTo>
                  <a:cubicBezTo>
                    <a:pt x="297" y="65"/>
                    <a:pt x="300" y="70"/>
                    <a:pt x="304" y="76"/>
                  </a:cubicBezTo>
                  <a:cubicBezTo>
                    <a:pt x="309" y="83"/>
                    <a:pt x="316" y="91"/>
                    <a:pt x="324" y="101"/>
                  </a:cubicBezTo>
                  <a:cubicBezTo>
                    <a:pt x="331" y="84"/>
                    <a:pt x="332" y="67"/>
                    <a:pt x="323" y="53"/>
                  </a:cubicBezTo>
                  <a:cubicBezTo>
                    <a:pt x="305" y="22"/>
                    <a:pt x="257" y="0"/>
                    <a:pt x="202" y="27"/>
                  </a:cubicBezTo>
                  <a:cubicBezTo>
                    <a:pt x="125" y="64"/>
                    <a:pt x="83" y="96"/>
                    <a:pt x="27" y="166"/>
                  </a:cubicBezTo>
                  <a:cubicBezTo>
                    <a:pt x="0" y="205"/>
                    <a:pt x="26" y="268"/>
                    <a:pt x="38" y="286"/>
                  </a:cubicBezTo>
                  <a:cubicBezTo>
                    <a:pt x="56" y="313"/>
                    <a:pt x="87" y="380"/>
                    <a:pt x="87" y="477"/>
                  </a:cubicBezTo>
                  <a:cubicBezTo>
                    <a:pt x="87" y="509"/>
                    <a:pt x="84" y="544"/>
                    <a:pt x="75" y="583"/>
                  </a:cubicBezTo>
                  <a:cubicBezTo>
                    <a:pt x="69" y="610"/>
                    <a:pt x="86" y="637"/>
                    <a:pt x="113" y="643"/>
                  </a:cubicBezTo>
                  <a:cubicBezTo>
                    <a:pt x="116" y="644"/>
                    <a:pt x="120" y="644"/>
                    <a:pt x="124" y="644"/>
                  </a:cubicBezTo>
                  <a:cubicBezTo>
                    <a:pt x="147" y="644"/>
                    <a:pt x="167" y="628"/>
                    <a:pt x="172" y="605"/>
                  </a:cubicBezTo>
                  <a:cubicBezTo>
                    <a:pt x="183" y="559"/>
                    <a:pt x="187" y="516"/>
                    <a:pt x="187" y="4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25"/>
            <p:cNvSpPr>
              <a:spLocks/>
            </p:cNvSpPr>
            <p:nvPr/>
          </p:nvSpPr>
          <p:spPr bwMode="auto">
            <a:xfrm>
              <a:off x="3494088" y="2940050"/>
              <a:ext cx="595313" cy="433387"/>
            </a:xfrm>
            <a:custGeom>
              <a:avLst/>
              <a:gdLst>
                <a:gd name="T0" fmla="*/ 78 w 312"/>
                <a:gd name="T1" fmla="*/ 41 h 228"/>
                <a:gd name="T2" fmla="*/ 68 w 312"/>
                <a:gd name="T3" fmla="*/ 26 h 228"/>
                <a:gd name="T4" fmla="*/ 66 w 312"/>
                <a:gd name="T5" fmla="*/ 22 h 228"/>
                <a:gd name="T6" fmla="*/ 65 w 312"/>
                <a:gd name="T7" fmla="*/ 22 h 228"/>
                <a:gd name="T8" fmla="*/ 65 w 312"/>
                <a:gd name="T9" fmla="*/ 22 h 228"/>
                <a:gd name="T10" fmla="*/ 22 w 312"/>
                <a:gd name="T11" fmla="*/ 9 h 228"/>
                <a:gd name="T12" fmla="*/ 9 w 312"/>
                <a:gd name="T13" fmla="*/ 52 h 228"/>
                <a:gd name="T14" fmla="*/ 9 w 312"/>
                <a:gd name="T15" fmla="*/ 52 h 228"/>
                <a:gd name="T16" fmla="*/ 74 w 312"/>
                <a:gd name="T17" fmla="*/ 134 h 228"/>
                <a:gd name="T18" fmla="*/ 275 w 312"/>
                <a:gd name="T19" fmla="*/ 228 h 228"/>
                <a:gd name="T20" fmla="*/ 278 w 312"/>
                <a:gd name="T21" fmla="*/ 228 h 228"/>
                <a:gd name="T22" fmla="*/ 310 w 312"/>
                <a:gd name="T23" fmla="*/ 199 h 228"/>
                <a:gd name="T24" fmla="*/ 281 w 312"/>
                <a:gd name="T25" fmla="*/ 164 h 228"/>
                <a:gd name="T26" fmla="*/ 119 w 312"/>
                <a:gd name="T27" fmla="*/ 88 h 228"/>
                <a:gd name="T28" fmla="*/ 78 w 312"/>
                <a:gd name="T29" fmla="*/ 41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2" h="228">
                  <a:moveTo>
                    <a:pt x="78" y="41"/>
                  </a:moveTo>
                  <a:cubicBezTo>
                    <a:pt x="73" y="35"/>
                    <a:pt x="70" y="30"/>
                    <a:pt x="68" y="26"/>
                  </a:cubicBezTo>
                  <a:cubicBezTo>
                    <a:pt x="67" y="24"/>
                    <a:pt x="66" y="23"/>
                    <a:pt x="66" y="22"/>
                  </a:cubicBezTo>
                  <a:cubicBezTo>
                    <a:pt x="65" y="22"/>
                    <a:pt x="65" y="22"/>
                    <a:pt x="65" y="22"/>
                  </a:cubicBezTo>
                  <a:cubicBezTo>
                    <a:pt x="65" y="22"/>
                    <a:pt x="65" y="22"/>
                    <a:pt x="65" y="22"/>
                  </a:cubicBezTo>
                  <a:cubicBezTo>
                    <a:pt x="57" y="6"/>
                    <a:pt x="37" y="0"/>
                    <a:pt x="22" y="9"/>
                  </a:cubicBezTo>
                  <a:cubicBezTo>
                    <a:pt x="6" y="17"/>
                    <a:pt x="0" y="36"/>
                    <a:pt x="9" y="52"/>
                  </a:cubicBezTo>
                  <a:cubicBezTo>
                    <a:pt x="9" y="52"/>
                    <a:pt x="9" y="52"/>
                    <a:pt x="9" y="52"/>
                  </a:cubicBezTo>
                  <a:cubicBezTo>
                    <a:pt x="10" y="54"/>
                    <a:pt x="31" y="93"/>
                    <a:pt x="74" y="134"/>
                  </a:cubicBezTo>
                  <a:cubicBezTo>
                    <a:pt x="118" y="176"/>
                    <a:pt x="185" y="220"/>
                    <a:pt x="275" y="228"/>
                  </a:cubicBezTo>
                  <a:cubicBezTo>
                    <a:pt x="276" y="228"/>
                    <a:pt x="277" y="228"/>
                    <a:pt x="278" y="228"/>
                  </a:cubicBezTo>
                  <a:cubicBezTo>
                    <a:pt x="295" y="228"/>
                    <a:pt x="308" y="216"/>
                    <a:pt x="310" y="199"/>
                  </a:cubicBezTo>
                  <a:cubicBezTo>
                    <a:pt x="312" y="182"/>
                    <a:pt x="299" y="166"/>
                    <a:pt x="281" y="164"/>
                  </a:cubicBezTo>
                  <a:cubicBezTo>
                    <a:pt x="209" y="158"/>
                    <a:pt x="155" y="123"/>
                    <a:pt x="119" y="88"/>
                  </a:cubicBezTo>
                  <a:cubicBezTo>
                    <a:pt x="100" y="71"/>
                    <a:pt x="87" y="53"/>
                    <a:pt x="78"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8" name="组合 27"/>
          <p:cNvGrpSpPr/>
          <p:nvPr/>
        </p:nvGrpSpPr>
        <p:grpSpPr>
          <a:xfrm>
            <a:off x="591800" y="4517626"/>
            <a:ext cx="2135590" cy="1450202"/>
            <a:chOff x="701675" y="4778375"/>
            <a:chExt cx="2646363" cy="1797050"/>
          </a:xfrm>
          <a:solidFill>
            <a:schemeClr val="tx1">
              <a:lumMod val="65000"/>
              <a:lumOff val="35000"/>
            </a:schemeClr>
          </a:solidFill>
        </p:grpSpPr>
        <p:sp>
          <p:nvSpPr>
            <p:cNvPr id="29" name="Freeform 26"/>
            <p:cNvSpPr>
              <a:spLocks/>
            </p:cNvSpPr>
            <p:nvPr/>
          </p:nvSpPr>
          <p:spPr bwMode="auto">
            <a:xfrm>
              <a:off x="2335213" y="5478463"/>
              <a:ext cx="328613" cy="163512"/>
            </a:xfrm>
            <a:custGeom>
              <a:avLst/>
              <a:gdLst>
                <a:gd name="T0" fmla="*/ 142 w 173"/>
                <a:gd name="T1" fmla="*/ 43 h 86"/>
                <a:gd name="T2" fmla="*/ 31 w 173"/>
                <a:gd name="T3" fmla="*/ 0 h 86"/>
                <a:gd name="T4" fmla="*/ 0 w 173"/>
                <a:gd name="T5" fmla="*/ 41 h 86"/>
                <a:gd name="T6" fmla="*/ 15 w 173"/>
                <a:gd name="T7" fmla="*/ 62 h 86"/>
                <a:gd name="T8" fmla="*/ 30 w 173"/>
                <a:gd name="T9" fmla="*/ 86 h 86"/>
                <a:gd name="T10" fmla="*/ 157 w 173"/>
                <a:gd name="T11" fmla="*/ 86 h 86"/>
                <a:gd name="T12" fmla="*/ 164 w 173"/>
                <a:gd name="T13" fmla="*/ 83 h 86"/>
                <a:gd name="T14" fmla="*/ 173 w 173"/>
                <a:gd name="T15" fmla="*/ 79 h 86"/>
                <a:gd name="T16" fmla="*/ 142 w 173"/>
                <a:gd name="T17" fmla="*/ 4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3" h="86">
                  <a:moveTo>
                    <a:pt x="142" y="43"/>
                  </a:moveTo>
                  <a:cubicBezTo>
                    <a:pt x="31" y="0"/>
                    <a:pt x="31" y="0"/>
                    <a:pt x="31" y="0"/>
                  </a:cubicBezTo>
                  <a:cubicBezTo>
                    <a:pt x="19" y="13"/>
                    <a:pt x="9" y="27"/>
                    <a:pt x="0" y="41"/>
                  </a:cubicBezTo>
                  <a:cubicBezTo>
                    <a:pt x="5" y="48"/>
                    <a:pt x="10" y="55"/>
                    <a:pt x="15" y="62"/>
                  </a:cubicBezTo>
                  <a:cubicBezTo>
                    <a:pt x="20" y="69"/>
                    <a:pt x="25" y="77"/>
                    <a:pt x="30" y="86"/>
                  </a:cubicBezTo>
                  <a:cubicBezTo>
                    <a:pt x="157" y="86"/>
                    <a:pt x="157" y="86"/>
                    <a:pt x="157" y="86"/>
                  </a:cubicBezTo>
                  <a:cubicBezTo>
                    <a:pt x="159" y="86"/>
                    <a:pt x="161" y="85"/>
                    <a:pt x="164" y="83"/>
                  </a:cubicBezTo>
                  <a:cubicBezTo>
                    <a:pt x="166" y="82"/>
                    <a:pt x="170" y="81"/>
                    <a:pt x="173" y="79"/>
                  </a:cubicBezTo>
                  <a:cubicBezTo>
                    <a:pt x="169" y="63"/>
                    <a:pt x="158" y="49"/>
                    <a:pt x="142"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27"/>
            <p:cNvSpPr>
              <a:spLocks/>
            </p:cNvSpPr>
            <p:nvPr/>
          </p:nvSpPr>
          <p:spPr bwMode="auto">
            <a:xfrm>
              <a:off x="2474913" y="5749925"/>
              <a:ext cx="190500" cy="347662"/>
            </a:xfrm>
            <a:custGeom>
              <a:avLst/>
              <a:gdLst>
                <a:gd name="T0" fmla="*/ 73 w 100"/>
                <a:gd name="T1" fmla="*/ 0 h 183"/>
                <a:gd name="T2" fmla="*/ 0 w 100"/>
                <a:gd name="T3" fmla="*/ 0 h 183"/>
                <a:gd name="T4" fmla="*/ 0 w 100"/>
                <a:gd name="T5" fmla="*/ 41 h 183"/>
                <a:gd name="T6" fmla="*/ 17 w 100"/>
                <a:gd name="T7" fmla="*/ 105 h 183"/>
                <a:gd name="T8" fmla="*/ 27 w 100"/>
                <a:gd name="T9" fmla="*/ 179 h 183"/>
                <a:gd name="T10" fmla="*/ 38 w 100"/>
                <a:gd name="T11" fmla="*/ 183 h 183"/>
                <a:gd name="T12" fmla="*/ 100 w 100"/>
                <a:gd name="T13" fmla="*/ 70 h 183"/>
                <a:gd name="T14" fmla="*/ 100 w 100"/>
                <a:gd name="T15" fmla="*/ 43 h 183"/>
                <a:gd name="T16" fmla="*/ 73 w 100"/>
                <a:gd name="T17"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183">
                  <a:moveTo>
                    <a:pt x="73" y="0"/>
                  </a:moveTo>
                  <a:cubicBezTo>
                    <a:pt x="0" y="0"/>
                    <a:pt x="0" y="0"/>
                    <a:pt x="0" y="0"/>
                  </a:cubicBezTo>
                  <a:cubicBezTo>
                    <a:pt x="0" y="41"/>
                    <a:pt x="0" y="41"/>
                    <a:pt x="0" y="41"/>
                  </a:cubicBezTo>
                  <a:cubicBezTo>
                    <a:pt x="7" y="60"/>
                    <a:pt x="13" y="82"/>
                    <a:pt x="17" y="105"/>
                  </a:cubicBezTo>
                  <a:cubicBezTo>
                    <a:pt x="22" y="129"/>
                    <a:pt x="25" y="154"/>
                    <a:pt x="27" y="179"/>
                  </a:cubicBezTo>
                  <a:cubicBezTo>
                    <a:pt x="30" y="181"/>
                    <a:pt x="34" y="182"/>
                    <a:pt x="38" y="183"/>
                  </a:cubicBezTo>
                  <a:cubicBezTo>
                    <a:pt x="46" y="139"/>
                    <a:pt x="69" y="100"/>
                    <a:pt x="100" y="70"/>
                  </a:cubicBezTo>
                  <a:cubicBezTo>
                    <a:pt x="100" y="43"/>
                    <a:pt x="100" y="43"/>
                    <a:pt x="100" y="43"/>
                  </a:cubicBezTo>
                  <a:lnTo>
                    <a:pt x="7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28"/>
            <p:cNvSpPr>
              <a:spLocks/>
            </p:cNvSpPr>
            <p:nvPr/>
          </p:nvSpPr>
          <p:spPr bwMode="auto">
            <a:xfrm>
              <a:off x="1549400" y="5478463"/>
              <a:ext cx="330200" cy="163512"/>
            </a:xfrm>
            <a:custGeom>
              <a:avLst/>
              <a:gdLst>
                <a:gd name="T0" fmla="*/ 160 w 173"/>
                <a:gd name="T1" fmla="*/ 86 h 86"/>
                <a:gd name="T2" fmla="*/ 167 w 173"/>
                <a:gd name="T3" fmla="*/ 83 h 86"/>
                <a:gd name="T4" fmla="*/ 173 w 173"/>
                <a:gd name="T5" fmla="*/ 80 h 86"/>
                <a:gd name="T6" fmla="*/ 142 w 173"/>
                <a:gd name="T7" fmla="*/ 43 h 86"/>
                <a:gd name="T8" fmla="*/ 31 w 173"/>
                <a:gd name="T9" fmla="*/ 0 h 86"/>
                <a:gd name="T10" fmla="*/ 0 w 173"/>
                <a:gd name="T11" fmla="*/ 41 h 86"/>
                <a:gd name="T12" fmla="*/ 11 w 173"/>
                <a:gd name="T13" fmla="*/ 57 h 86"/>
                <a:gd name="T14" fmla="*/ 41 w 173"/>
                <a:gd name="T15" fmla="*/ 85 h 86"/>
                <a:gd name="T16" fmla="*/ 41 w 173"/>
                <a:gd name="T17" fmla="*/ 86 h 86"/>
                <a:gd name="T18" fmla="*/ 160 w 173"/>
                <a:gd name="T19"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3" h="86">
                  <a:moveTo>
                    <a:pt x="160" y="86"/>
                  </a:moveTo>
                  <a:cubicBezTo>
                    <a:pt x="162" y="86"/>
                    <a:pt x="164" y="85"/>
                    <a:pt x="167" y="83"/>
                  </a:cubicBezTo>
                  <a:cubicBezTo>
                    <a:pt x="169" y="83"/>
                    <a:pt x="171" y="81"/>
                    <a:pt x="173" y="80"/>
                  </a:cubicBezTo>
                  <a:cubicBezTo>
                    <a:pt x="170" y="64"/>
                    <a:pt x="158" y="50"/>
                    <a:pt x="142" y="43"/>
                  </a:cubicBezTo>
                  <a:cubicBezTo>
                    <a:pt x="31" y="0"/>
                    <a:pt x="31" y="0"/>
                    <a:pt x="31" y="0"/>
                  </a:cubicBezTo>
                  <a:cubicBezTo>
                    <a:pt x="19" y="13"/>
                    <a:pt x="9" y="27"/>
                    <a:pt x="0" y="41"/>
                  </a:cubicBezTo>
                  <a:cubicBezTo>
                    <a:pt x="4" y="47"/>
                    <a:pt x="7" y="52"/>
                    <a:pt x="11" y="57"/>
                  </a:cubicBezTo>
                  <a:cubicBezTo>
                    <a:pt x="29" y="63"/>
                    <a:pt x="41" y="72"/>
                    <a:pt x="41" y="85"/>
                  </a:cubicBezTo>
                  <a:cubicBezTo>
                    <a:pt x="41" y="86"/>
                    <a:pt x="41" y="86"/>
                    <a:pt x="41" y="86"/>
                  </a:cubicBezTo>
                  <a:lnTo>
                    <a:pt x="160" y="8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29"/>
            <p:cNvSpPr>
              <a:spLocks/>
            </p:cNvSpPr>
            <p:nvPr/>
          </p:nvSpPr>
          <p:spPr bwMode="auto">
            <a:xfrm>
              <a:off x="1690688" y="5749925"/>
              <a:ext cx="44450" cy="79375"/>
            </a:xfrm>
            <a:custGeom>
              <a:avLst/>
              <a:gdLst>
                <a:gd name="T0" fmla="*/ 0 w 23"/>
                <a:gd name="T1" fmla="*/ 0 h 42"/>
                <a:gd name="T2" fmla="*/ 0 w 23"/>
                <a:gd name="T3" fmla="*/ 41 h 42"/>
                <a:gd name="T4" fmla="*/ 1 w 23"/>
                <a:gd name="T5" fmla="*/ 42 h 42"/>
                <a:gd name="T6" fmla="*/ 23 w 23"/>
                <a:gd name="T7" fmla="*/ 0 h 42"/>
                <a:gd name="T8" fmla="*/ 0 w 23"/>
                <a:gd name="T9" fmla="*/ 0 h 42"/>
              </a:gdLst>
              <a:ahLst/>
              <a:cxnLst>
                <a:cxn ang="0">
                  <a:pos x="T0" y="T1"/>
                </a:cxn>
                <a:cxn ang="0">
                  <a:pos x="T2" y="T3"/>
                </a:cxn>
                <a:cxn ang="0">
                  <a:pos x="T4" y="T5"/>
                </a:cxn>
                <a:cxn ang="0">
                  <a:pos x="T6" y="T7"/>
                </a:cxn>
                <a:cxn ang="0">
                  <a:pos x="T8" y="T9"/>
                </a:cxn>
              </a:cxnLst>
              <a:rect l="0" t="0" r="r" b="b"/>
              <a:pathLst>
                <a:path w="23" h="42">
                  <a:moveTo>
                    <a:pt x="0" y="0"/>
                  </a:moveTo>
                  <a:cubicBezTo>
                    <a:pt x="0" y="41"/>
                    <a:pt x="0" y="41"/>
                    <a:pt x="0" y="41"/>
                  </a:cubicBezTo>
                  <a:cubicBezTo>
                    <a:pt x="0" y="41"/>
                    <a:pt x="1" y="42"/>
                    <a:pt x="1" y="42"/>
                  </a:cubicBezTo>
                  <a:cubicBezTo>
                    <a:pt x="23" y="0"/>
                    <a:pt x="23" y="0"/>
                    <a:pt x="23"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30"/>
            <p:cNvSpPr>
              <a:spLocks/>
            </p:cNvSpPr>
            <p:nvPr/>
          </p:nvSpPr>
          <p:spPr bwMode="auto">
            <a:xfrm>
              <a:off x="1730375" y="5749925"/>
              <a:ext cx="150813" cy="352425"/>
            </a:xfrm>
            <a:custGeom>
              <a:avLst/>
              <a:gdLst>
                <a:gd name="T0" fmla="*/ 79 w 79"/>
                <a:gd name="T1" fmla="*/ 135 h 185"/>
                <a:gd name="T2" fmla="*/ 79 w 79"/>
                <a:gd name="T3" fmla="*/ 0 h 185"/>
                <a:gd name="T4" fmla="*/ 65 w 79"/>
                <a:gd name="T5" fmla="*/ 0 h 185"/>
                <a:gd name="T6" fmla="*/ 0 w 79"/>
                <a:gd name="T7" fmla="*/ 125 h 185"/>
                <a:gd name="T8" fmla="*/ 6 w 79"/>
                <a:gd name="T9" fmla="*/ 179 h 185"/>
                <a:gd name="T10" fmla="*/ 29 w 79"/>
                <a:gd name="T11" fmla="*/ 185 h 185"/>
                <a:gd name="T12" fmla="*/ 79 w 79"/>
                <a:gd name="T13" fmla="*/ 135 h 185"/>
              </a:gdLst>
              <a:ahLst/>
              <a:cxnLst>
                <a:cxn ang="0">
                  <a:pos x="T0" y="T1"/>
                </a:cxn>
                <a:cxn ang="0">
                  <a:pos x="T2" y="T3"/>
                </a:cxn>
                <a:cxn ang="0">
                  <a:pos x="T4" y="T5"/>
                </a:cxn>
                <a:cxn ang="0">
                  <a:pos x="T6" y="T7"/>
                </a:cxn>
                <a:cxn ang="0">
                  <a:pos x="T8" y="T9"/>
                </a:cxn>
                <a:cxn ang="0">
                  <a:pos x="T10" y="T11"/>
                </a:cxn>
                <a:cxn ang="0">
                  <a:pos x="T12" y="T13"/>
                </a:cxn>
              </a:cxnLst>
              <a:rect l="0" t="0" r="r" b="b"/>
              <a:pathLst>
                <a:path w="79" h="185">
                  <a:moveTo>
                    <a:pt x="79" y="135"/>
                  </a:moveTo>
                  <a:cubicBezTo>
                    <a:pt x="79" y="0"/>
                    <a:pt x="79" y="0"/>
                    <a:pt x="79" y="0"/>
                  </a:cubicBezTo>
                  <a:cubicBezTo>
                    <a:pt x="65" y="0"/>
                    <a:pt x="65" y="0"/>
                    <a:pt x="65" y="0"/>
                  </a:cubicBezTo>
                  <a:cubicBezTo>
                    <a:pt x="0" y="125"/>
                    <a:pt x="0" y="125"/>
                    <a:pt x="0" y="125"/>
                  </a:cubicBezTo>
                  <a:cubicBezTo>
                    <a:pt x="3" y="142"/>
                    <a:pt x="5" y="161"/>
                    <a:pt x="6" y="179"/>
                  </a:cubicBezTo>
                  <a:cubicBezTo>
                    <a:pt x="13" y="183"/>
                    <a:pt x="21" y="185"/>
                    <a:pt x="29" y="185"/>
                  </a:cubicBezTo>
                  <a:cubicBezTo>
                    <a:pt x="57" y="185"/>
                    <a:pt x="79" y="162"/>
                    <a:pt x="79"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31"/>
            <p:cNvSpPr>
              <a:spLocks/>
            </p:cNvSpPr>
            <p:nvPr/>
          </p:nvSpPr>
          <p:spPr bwMode="auto">
            <a:xfrm>
              <a:off x="701675" y="5781675"/>
              <a:ext cx="788988" cy="793750"/>
            </a:xfrm>
            <a:custGeom>
              <a:avLst/>
              <a:gdLst>
                <a:gd name="T0" fmla="*/ 399 w 414"/>
                <a:gd name="T1" fmla="*/ 237 h 417"/>
                <a:gd name="T2" fmla="*/ 365 w 414"/>
                <a:gd name="T3" fmla="*/ 237 h 417"/>
                <a:gd name="T4" fmla="*/ 208 w 414"/>
                <a:gd name="T5" fmla="*/ 368 h 417"/>
                <a:gd name="T6" fmla="*/ 48 w 414"/>
                <a:gd name="T7" fmla="*/ 209 h 417"/>
                <a:gd name="T8" fmla="*/ 208 w 414"/>
                <a:gd name="T9" fmla="*/ 49 h 417"/>
                <a:gd name="T10" fmla="*/ 267 w 414"/>
                <a:gd name="T11" fmla="*/ 61 h 417"/>
                <a:gd name="T12" fmla="*/ 294 w 414"/>
                <a:gd name="T13" fmla="*/ 19 h 417"/>
                <a:gd name="T14" fmla="*/ 208 w 414"/>
                <a:gd name="T15" fmla="*/ 0 h 417"/>
                <a:gd name="T16" fmla="*/ 0 w 414"/>
                <a:gd name="T17" fmla="*/ 209 h 417"/>
                <a:gd name="T18" fmla="*/ 208 w 414"/>
                <a:gd name="T19" fmla="*/ 417 h 417"/>
                <a:gd name="T20" fmla="*/ 414 w 414"/>
                <a:gd name="T21" fmla="*/ 237 h 417"/>
                <a:gd name="T22" fmla="*/ 399 w 414"/>
                <a:gd name="T23" fmla="*/ 237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4" h="417">
                  <a:moveTo>
                    <a:pt x="399" y="237"/>
                  </a:moveTo>
                  <a:cubicBezTo>
                    <a:pt x="365" y="237"/>
                    <a:pt x="365" y="237"/>
                    <a:pt x="365" y="237"/>
                  </a:cubicBezTo>
                  <a:cubicBezTo>
                    <a:pt x="352" y="311"/>
                    <a:pt x="286" y="368"/>
                    <a:pt x="208" y="368"/>
                  </a:cubicBezTo>
                  <a:cubicBezTo>
                    <a:pt x="120" y="368"/>
                    <a:pt x="48" y="297"/>
                    <a:pt x="48" y="209"/>
                  </a:cubicBezTo>
                  <a:cubicBezTo>
                    <a:pt x="48" y="121"/>
                    <a:pt x="120" y="49"/>
                    <a:pt x="208" y="49"/>
                  </a:cubicBezTo>
                  <a:cubicBezTo>
                    <a:pt x="229" y="49"/>
                    <a:pt x="249" y="53"/>
                    <a:pt x="267" y="61"/>
                  </a:cubicBezTo>
                  <a:cubicBezTo>
                    <a:pt x="294" y="19"/>
                    <a:pt x="294" y="19"/>
                    <a:pt x="294" y="19"/>
                  </a:cubicBezTo>
                  <a:cubicBezTo>
                    <a:pt x="267" y="7"/>
                    <a:pt x="238" y="0"/>
                    <a:pt x="208" y="0"/>
                  </a:cubicBezTo>
                  <a:cubicBezTo>
                    <a:pt x="93" y="0"/>
                    <a:pt x="0" y="94"/>
                    <a:pt x="0" y="209"/>
                  </a:cubicBezTo>
                  <a:cubicBezTo>
                    <a:pt x="0" y="324"/>
                    <a:pt x="93" y="417"/>
                    <a:pt x="208" y="417"/>
                  </a:cubicBezTo>
                  <a:cubicBezTo>
                    <a:pt x="313" y="417"/>
                    <a:pt x="401" y="338"/>
                    <a:pt x="414" y="237"/>
                  </a:cubicBezTo>
                  <a:cubicBezTo>
                    <a:pt x="399" y="237"/>
                    <a:pt x="399" y="237"/>
                    <a:pt x="399" y="2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32"/>
            <p:cNvSpPr>
              <a:spLocks/>
            </p:cNvSpPr>
            <p:nvPr/>
          </p:nvSpPr>
          <p:spPr bwMode="auto">
            <a:xfrm>
              <a:off x="1301750" y="5875338"/>
              <a:ext cx="188913" cy="250825"/>
            </a:xfrm>
            <a:custGeom>
              <a:avLst/>
              <a:gdLst>
                <a:gd name="T0" fmla="*/ 26 w 99"/>
                <a:gd name="T1" fmla="*/ 0 h 132"/>
                <a:gd name="T2" fmla="*/ 0 w 99"/>
                <a:gd name="T3" fmla="*/ 41 h 132"/>
                <a:gd name="T4" fmla="*/ 50 w 99"/>
                <a:gd name="T5" fmla="*/ 132 h 132"/>
                <a:gd name="T6" fmla="*/ 99 w 99"/>
                <a:gd name="T7" fmla="*/ 132 h 132"/>
                <a:gd name="T8" fmla="*/ 26 w 99"/>
                <a:gd name="T9" fmla="*/ 0 h 132"/>
              </a:gdLst>
              <a:ahLst/>
              <a:cxnLst>
                <a:cxn ang="0">
                  <a:pos x="T0" y="T1"/>
                </a:cxn>
                <a:cxn ang="0">
                  <a:pos x="T2" y="T3"/>
                </a:cxn>
                <a:cxn ang="0">
                  <a:pos x="T4" y="T5"/>
                </a:cxn>
                <a:cxn ang="0">
                  <a:pos x="T6" y="T7"/>
                </a:cxn>
                <a:cxn ang="0">
                  <a:pos x="T8" y="T9"/>
                </a:cxn>
              </a:cxnLst>
              <a:rect l="0" t="0" r="r" b="b"/>
              <a:pathLst>
                <a:path w="99" h="132">
                  <a:moveTo>
                    <a:pt x="26" y="0"/>
                  </a:moveTo>
                  <a:cubicBezTo>
                    <a:pt x="0" y="41"/>
                    <a:pt x="0" y="41"/>
                    <a:pt x="0" y="41"/>
                  </a:cubicBezTo>
                  <a:cubicBezTo>
                    <a:pt x="26" y="65"/>
                    <a:pt x="44" y="96"/>
                    <a:pt x="50" y="132"/>
                  </a:cubicBezTo>
                  <a:cubicBezTo>
                    <a:pt x="99" y="132"/>
                    <a:pt x="99" y="132"/>
                    <a:pt x="99" y="132"/>
                  </a:cubicBezTo>
                  <a:cubicBezTo>
                    <a:pt x="92" y="79"/>
                    <a:pt x="65" y="32"/>
                    <a:pt x="2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33"/>
            <p:cNvSpPr>
              <a:spLocks/>
            </p:cNvSpPr>
            <p:nvPr/>
          </p:nvSpPr>
          <p:spPr bwMode="auto">
            <a:xfrm>
              <a:off x="2557463" y="5781675"/>
              <a:ext cx="790575" cy="793750"/>
            </a:xfrm>
            <a:custGeom>
              <a:avLst/>
              <a:gdLst>
                <a:gd name="T0" fmla="*/ 207 w 415"/>
                <a:gd name="T1" fmla="*/ 0 h 417"/>
                <a:gd name="T2" fmla="*/ 120 w 415"/>
                <a:gd name="T3" fmla="*/ 19 h 417"/>
                <a:gd name="T4" fmla="*/ 146 w 415"/>
                <a:gd name="T5" fmla="*/ 61 h 417"/>
                <a:gd name="T6" fmla="*/ 207 w 415"/>
                <a:gd name="T7" fmla="*/ 49 h 417"/>
                <a:gd name="T8" fmla="*/ 366 w 415"/>
                <a:gd name="T9" fmla="*/ 209 h 417"/>
                <a:gd name="T10" fmla="*/ 207 w 415"/>
                <a:gd name="T11" fmla="*/ 368 h 417"/>
                <a:gd name="T12" fmla="*/ 50 w 415"/>
                <a:gd name="T13" fmla="*/ 237 h 417"/>
                <a:gd name="T14" fmla="*/ 0 w 415"/>
                <a:gd name="T15" fmla="*/ 237 h 417"/>
                <a:gd name="T16" fmla="*/ 207 w 415"/>
                <a:gd name="T17" fmla="*/ 417 h 417"/>
                <a:gd name="T18" fmla="*/ 415 w 415"/>
                <a:gd name="T19" fmla="*/ 209 h 417"/>
                <a:gd name="T20" fmla="*/ 207 w 415"/>
                <a:gd name="T21" fmla="*/ 0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5" h="417">
                  <a:moveTo>
                    <a:pt x="207" y="0"/>
                  </a:moveTo>
                  <a:cubicBezTo>
                    <a:pt x="176" y="0"/>
                    <a:pt x="146" y="7"/>
                    <a:pt x="120" y="19"/>
                  </a:cubicBezTo>
                  <a:cubicBezTo>
                    <a:pt x="146" y="61"/>
                    <a:pt x="146" y="61"/>
                    <a:pt x="146" y="61"/>
                  </a:cubicBezTo>
                  <a:cubicBezTo>
                    <a:pt x="165" y="53"/>
                    <a:pt x="185" y="49"/>
                    <a:pt x="207" y="49"/>
                  </a:cubicBezTo>
                  <a:cubicBezTo>
                    <a:pt x="295" y="49"/>
                    <a:pt x="366" y="121"/>
                    <a:pt x="366" y="209"/>
                  </a:cubicBezTo>
                  <a:cubicBezTo>
                    <a:pt x="366" y="297"/>
                    <a:pt x="295" y="368"/>
                    <a:pt x="207" y="368"/>
                  </a:cubicBezTo>
                  <a:cubicBezTo>
                    <a:pt x="128" y="368"/>
                    <a:pt x="63" y="311"/>
                    <a:pt x="50" y="237"/>
                  </a:cubicBezTo>
                  <a:cubicBezTo>
                    <a:pt x="0" y="237"/>
                    <a:pt x="0" y="237"/>
                    <a:pt x="0" y="237"/>
                  </a:cubicBezTo>
                  <a:cubicBezTo>
                    <a:pt x="14" y="338"/>
                    <a:pt x="101" y="417"/>
                    <a:pt x="207" y="417"/>
                  </a:cubicBezTo>
                  <a:cubicBezTo>
                    <a:pt x="322" y="417"/>
                    <a:pt x="415" y="324"/>
                    <a:pt x="415" y="209"/>
                  </a:cubicBezTo>
                  <a:cubicBezTo>
                    <a:pt x="415" y="94"/>
                    <a:pt x="322" y="0"/>
                    <a:pt x="20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34"/>
            <p:cNvSpPr>
              <a:spLocks/>
            </p:cNvSpPr>
            <p:nvPr/>
          </p:nvSpPr>
          <p:spPr bwMode="auto">
            <a:xfrm>
              <a:off x="2557463" y="5875338"/>
              <a:ext cx="188913" cy="250825"/>
            </a:xfrm>
            <a:custGeom>
              <a:avLst/>
              <a:gdLst>
                <a:gd name="T0" fmla="*/ 0 w 99"/>
                <a:gd name="T1" fmla="*/ 132 h 132"/>
                <a:gd name="T2" fmla="*/ 50 w 99"/>
                <a:gd name="T3" fmla="*/ 132 h 132"/>
                <a:gd name="T4" fmla="*/ 99 w 99"/>
                <a:gd name="T5" fmla="*/ 42 h 132"/>
                <a:gd name="T6" fmla="*/ 72 w 99"/>
                <a:gd name="T7" fmla="*/ 0 h 132"/>
                <a:gd name="T8" fmla="*/ 0 w 99"/>
                <a:gd name="T9" fmla="*/ 132 h 132"/>
              </a:gdLst>
              <a:ahLst/>
              <a:cxnLst>
                <a:cxn ang="0">
                  <a:pos x="T0" y="T1"/>
                </a:cxn>
                <a:cxn ang="0">
                  <a:pos x="T2" y="T3"/>
                </a:cxn>
                <a:cxn ang="0">
                  <a:pos x="T4" y="T5"/>
                </a:cxn>
                <a:cxn ang="0">
                  <a:pos x="T6" y="T7"/>
                </a:cxn>
                <a:cxn ang="0">
                  <a:pos x="T8" y="T9"/>
                </a:cxn>
              </a:cxnLst>
              <a:rect l="0" t="0" r="r" b="b"/>
              <a:pathLst>
                <a:path w="99" h="132">
                  <a:moveTo>
                    <a:pt x="0" y="132"/>
                  </a:moveTo>
                  <a:cubicBezTo>
                    <a:pt x="50" y="132"/>
                    <a:pt x="50" y="132"/>
                    <a:pt x="50" y="132"/>
                  </a:cubicBezTo>
                  <a:cubicBezTo>
                    <a:pt x="56" y="96"/>
                    <a:pt x="74" y="65"/>
                    <a:pt x="99" y="42"/>
                  </a:cubicBezTo>
                  <a:cubicBezTo>
                    <a:pt x="72" y="0"/>
                    <a:pt x="72" y="0"/>
                    <a:pt x="72" y="0"/>
                  </a:cubicBezTo>
                  <a:cubicBezTo>
                    <a:pt x="34" y="33"/>
                    <a:pt x="7" y="79"/>
                    <a:pt x="0" y="1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35"/>
            <p:cNvSpPr>
              <a:spLocks/>
            </p:cNvSpPr>
            <p:nvPr/>
          </p:nvSpPr>
          <p:spPr bwMode="auto">
            <a:xfrm>
              <a:off x="1616075" y="5541963"/>
              <a:ext cx="695325" cy="676275"/>
            </a:xfrm>
            <a:custGeom>
              <a:avLst/>
              <a:gdLst>
                <a:gd name="T0" fmla="*/ 363 w 365"/>
                <a:gd name="T1" fmla="*/ 315 h 355"/>
                <a:gd name="T2" fmla="*/ 231 w 365"/>
                <a:gd name="T3" fmla="*/ 315 h 355"/>
                <a:gd name="T4" fmla="*/ 322 w 365"/>
                <a:gd name="T5" fmla="*/ 139 h 355"/>
                <a:gd name="T6" fmla="*/ 271 w 365"/>
                <a:gd name="T7" fmla="*/ 63 h 355"/>
                <a:gd name="T8" fmla="*/ 270 w 365"/>
                <a:gd name="T9" fmla="*/ 61 h 355"/>
                <a:gd name="T10" fmla="*/ 203 w 365"/>
                <a:gd name="T11" fmla="*/ 61 h 355"/>
                <a:gd name="T12" fmla="*/ 241 w 365"/>
                <a:gd name="T13" fmla="*/ 16 h 355"/>
                <a:gd name="T14" fmla="*/ 235 w 365"/>
                <a:gd name="T15" fmla="*/ 0 h 355"/>
                <a:gd name="T16" fmla="*/ 230 w 365"/>
                <a:gd name="T17" fmla="*/ 24 h 355"/>
                <a:gd name="T18" fmla="*/ 195 w 365"/>
                <a:gd name="T19" fmla="*/ 44 h 355"/>
                <a:gd name="T20" fmla="*/ 176 w 365"/>
                <a:gd name="T21" fmla="*/ 39 h 355"/>
                <a:gd name="T22" fmla="*/ 170 w 365"/>
                <a:gd name="T23" fmla="*/ 36 h 355"/>
                <a:gd name="T24" fmla="*/ 163 w 365"/>
                <a:gd name="T25" fmla="*/ 41 h 355"/>
                <a:gd name="T26" fmla="*/ 135 w 365"/>
                <a:gd name="T27" fmla="*/ 58 h 355"/>
                <a:gd name="T28" fmla="*/ 127 w 365"/>
                <a:gd name="T29" fmla="*/ 61 h 355"/>
                <a:gd name="T30" fmla="*/ 0 w 365"/>
                <a:gd name="T31" fmla="*/ 61 h 355"/>
                <a:gd name="T32" fmla="*/ 20 w 365"/>
                <a:gd name="T33" fmla="*/ 101 h 355"/>
                <a:gd name="T34" fmla="*/ 75 w 365"/>
                <a:gd name="T35" fmla="*/ 101 h 355"/>
                <a:gd name="T36" fmla="*/ 43 w 365"/>
                <a:gd name="T37" fmla="*/ 162 h 355"/>
                <a:gd name="T38" fmla="*/ 56 w 365"/>
                <a:gd name="T39" fmla="*/ 214 h 355"/>
                <a:gd name="T40" fmla="*/ 58 w 365"/>
                <a:gd name="T41" fmla="*/ 221 h 355"/>
                <a:gd name="T42" fmla="*/ 120 w 365"/>
                <a:gd name="T43" fmla="*/ 101 h 355"/>
                <a:gd name="T44" fmla="*/ 297 w 365"/>
                <a:gd name="T45" fmla="*/ 101 h 355"/>
                <a:gd name="T46" fmla="*/ 185 w 365"/>
                <a:gd name="T47" fmla="*/ 315 h 355"/>
                <a:gd name="T48" fmla="*/ 67 w 365"/>
                <a:gd name="T49" fmla="*/ 315 h 355"/>
                <a:gd name="T50" fmla="*/ 67 w 365"/>
                <a:gd name="T51" fmla="*/ 344 h 355"/>
                <a:gd name="T52" fmla="*/ 66 w 365"/>
                <a:gd name="T53" fmla="*/ 355 h 355"/>
                <a:gd name="T54" fmla="*/ 365 w 365"/>
                <a:gd name="T55" fmla="*/ 355 h 355"/>
                <a:gd name="T56" fmla="*/ 363 w 365"/>
                <a:gd name="T57" fmla="*/ 341 h 355"/>
                <a:gd name="T58" fmla="*/ 363 w 365"/>
                <a:gd name="T59" fmla="*/ 315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65" h="355">
                  <a:moveTo>
                    <a:pt x="363" y="315"/>
                  </a:moveTo>
                  <a:cubicBezTo>
                    <a:pt x="231" y="315"/>
                    <a:pt x="231" y="315"/>
                    <a:pt x="231" y="315"/>
                  </a:cubicBezTo>
                  <a:cubicBezTo>
                    <a:pt x="322" y="139"/>
                    <a:pt x="322" y="139"/>
                    <a:pt x="322" y="139"/>
                  </a:cubicBezTo>
                  <a:cubicBezTo>
                    <a:pt x="301" y="95"/>
                    <a:pt x="278" y="70"/>
                    <a:pt x="271" y="63"/>
                  </a:cubicBezTo>
                  <a:cubicBezTo>
                    <a:pt x="271" y="63"/>
                    <a:pt x="270" y="62"/>
                    <a:pt x="270" y="61"/>
                  </a:cubicBezTo>
                  <a:cubicBezTo>
                    <a:pt x="203" y="61"/>
                    <a:pt x="203" y="61"/>
                    <a:pt x="203" y="61"/>
                  </a:cubicBezTo>
                  <a:cubicBezTo>
                    <a:pt x="217" y="50"/>
                    <a:pt x="231" y="35"/>
                    <a:pt x="241" y="16"/>
                  </a:cubicBezTo>
                  <a:cubicBezTo>
                    <a:pt x="239" y="11"/>
                    <a:pt x="237" y="5"/>
                    <a:pt x="235" y="0"/>
                  </a:cubicBezTo>
                  <a:cubicBezTo>
                    <a:pt x="236" y="8"/>
                    <a:pt x="234" y="16"/>
                    <a:pt x="230" y="24"/>
                  </a:cubicBezTo>
                  <a:cubicBezTo>
                    <a:pt x="223" y="36"/>
                    <a:pt x="210" y="44"/>
                    <a:pt x="195" y="44"/>
                  </a:cubicBezTo>
                  <a:cubicBezTo>
                    <a:pt x="188" y="44"/>
                    <a:pt x="182" y="43"/>
                    <a:pt x="176" y="39"/>
                  </a:cubicBezTo>
                  <a:cubicBezTo>
                    <a:pt x="174" y="38"/>
                    <a:pt x="172" y="37"/>
                    <a:pt x="170" y="36"/>
                  </a:cubicBezTo>
                  <a:cubicBezTo>
                    <a:pt x="168" y="38"/>
                    <a:pt x="166" y="40"/>
                    <a:pt x="163" y="41"/>
                  </a:cubicBezTo>
                  <a:cubicBezTo>
                    <a:pt x="153" y="49"/>
                    <a:pt x="143" y="54"/>
                    <a:pt x="135" y="58"/>
                  </a:cubicBezTo>
                  <a:cubicBezTo>
                    <a:pt x="132" y="59"/>
                    <a:pt x="129" y="61"/>
                    <a:pt x="127" y="61"/>
                  </a:cubicBezTo>
                  <a:cubicBezTo>
                    <a:pt x="0" y="61"/>
                    <a:pt x="0" y="61"/>
                    <a:pt x="0" y="61"/>
                  </a:cubicBezTo>
                  <a:cubicBezTo>
                    <a:pt x="7" y="73"/>
                    <a:pt x="14" y="87"/>
                    <a:pt x="20" y="101"/>
                  </a:cubicBezTo>
                  <a:cubicBezTo>
                    <a:pt x="75" y="101"/>
                    <a:pt x="75" y="101"/>
                    <a:pt x="75" y="101"/>
                  </a:cubicBezTo>
                  <a:cubicBezTo>
                    <a:pt x="43" y="162"/>
                    <a:pt x="43" y="162"/>
                    <a:pt x="43" y="162"/>
                  </a:cubicBezTo>
                  <a:cubicBezTo>
                    <a:pt x="48" y="178"/>
                    <a:pt x="53" y="195"/>
                    <a:pt x="56" y="214"/>
                  </a:cubicBezTo>
                  <a:cubicBezTo>
                    <a:pt x="57" y="216"/>
                    <a:pt x="57" y="218"/>
                    <a:pt x="58" y="221"/>
                  </a:cubicBezTo>
                  <a:cubicBezTo>
                    <a:pt x="120" y="101"/>
                    <a:pt x="120" y="101"/>
                    <a:pt x="120" y="101"/>
                  </a:cubicBezTo>
                  <a:cubicBezTo>
                    <a:pt x="297" y="101"/>
                    <a:pt x="297" y="101"/>
                    <a:pt x="297" y="101"/>
                  </a:cubicBezTo>
                  <a:cubicBezTo>
                    <a:pt x="185" y="315"/>
                    <a:pt x="185" y="315"/>
                    <a:pt x="185" y="315"/>
                  </a:cubicBezTo>
                  <a:cubicBezTo>
                    <a:pt x="67" y="315"/>
                    <a:pt x="67" y="315"/>
                    <a:pt x="67" y="315"/>
                  </a:cubicBezTo>
                  <a:cubicBezTo>
                    <a:pt x="67" y="324"/>
                    <a:pt x="67" y="334"/>
                    <a:pt x="67" y="344"/>
                  </a:cubicBezTo>
                  <a:cubicBezTo>
                    <a:pt x="67" y="348"/>
                    <a:pt x="67" y="351"/>
                    <a:pt x="66" y="355"/>
                  </a:cubicBezTo>
                  <a:cubicBezTo>
                    <a:pt x="365" y="355"/>
                    <a:pt x="365" y="355"/>
                    <a:pt x="365" y="355"/>
                  </a:cubicBezTo>
                  <a:cubicBezTo>
                    <a:pt x="364" y="350"/>
                    <a:pt x="363" y="346"/>
                    <a:pt x="363" y="341"/>
                  </a:cubicBezTo>
                  <a:cubicBezTo>
                    <a:pt x="363" y="332"/>
                    <a:pt x="363" y="323"/>
                    <a:pt x="363" y="3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36"/>
            <p:cNvSpPr>
              <a:spLocks/>
            </p:cNvSpPr>
            <p:nvPr/>
          </p:nvSpPr>
          <p:spPr bwMode="auto">
            <a:xfrm>
              <a:off x="2030413" y="5470525"/>
              <a:ext cx="28575" cy="50800"/>
            </a:xfrm>
            <a:custGeom>
              <a:avLst/>
              <a:gdLst>
                <a:gd name="T0" fmla="*/ 15 w 15"/>
                <a:gd name="T1" fmla="*/ 26 h 26"/>
                <a:gd name="T2" fmla="*/ 13 w 15"/>
                <a:gd name="T3" fmla="*/ 0 h 26"/>
                <a:gd name="T4" fmla="*/ 0 w 15"/>
                <a:gd name="T5" fmla="*/ 8 h 26"/>
                <a:gd name="T6" fmla="*/ 15 w 15"/>
                <a:gd name="T7" fmla="*/ 26 h 26"/>
              </a:gdLst>
              <a:ahLst/>
              <a:cxnLst>
                <a:cxn ang="0">
                  <a:pos x="T0" y="T1"/>
                </a:cxn>
                <a:cxn ang="0">
                  <a:pos x="T2" y="T3"/>
                </a:cxn>
                <a:cxn ang="0">
                  <a:pos x="T4" y="T5"/>
                </a:cxn>
                <a:cxn ang="0">
                  <a:pos x="T6" y="T7"/>
                </a:cxn>
              </a:cxnLst>
              <a:rect l="0" t="0" r="r" b="b"/>
              <a:pathLst>
                <a:path w="15" h="26">
                  <a:moveTo>
                    <a:pt x="15" y="26"/>
                  </a:moveTo>
                  <a:cubicBezTo>
                    <a:pt x="13" y="17"/>
                    <a:pt x="12" y="9"/>
                    <a:pt x="13" y="0"/>
                  </a:cubicBezTo>
                  <a:cubicBezTo>
                    <a:pt x="8" y="1"/>
                    <a:pt x="3" y="4"/>
                    <a:pt x="0" y="8"/>
                  </a:cubicBezTo>
                  <a:cubicBezTo>
                    <a:pt x="7" y="12"/>
                    <a:pt x="12" y="19"/>
                    <a:pt x="15"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37"/>
            <p:cNvSpPr>
              <a:spLocks/>
            </p:cNvSpPr>
            <p:nvPr/>
          </p:nvSpPr>
          <p:spPr bwMode="auto">
            <a:xfrm>
              <a:off x="1060450" y="5680075"/>
              <a:ext cx="466725" cy="538162"/>
            </a:xfrm>
            <a:custGeom>
              <a:avLst/>
              <a:gdLst>
                <a:gd name="T0" fmla="*/ 243 w 245"/>
                <a:gd name="T1" fmla="*/ 242 h 282"/>
                <a:gd name="T2" fmla="*/ 56 w 245"/>
                <a:gd name="T3" fmla="*/ 242 h 282"/>
                <a:gd name="T4" fmla="*/ 185 w 245"/>
                <a:gd name="T5" fmla="*/ 35 h 282"/>
                <a:gd name="T6" fmla="*/ 160 w 245"/>
                <a:gd name="T7" fmla="*/ 0 h 282"/>
                <a:gd name="T8" fmla="*/ 3 w 245"/>
                <a:gd name="T9" fmla="*/ 251 h 282"/>
                <a:gd name="T10" fmla="*/ 2 w 245"/>
                <a:gd name="T11" fmla="*/ 252 h 282"/>
                <a:gd name="T12" fmla="*/ 1 w 245"/>
                <a:gd name="T13" fmla="*/ 254 h 282"/>
                <a:gd name="T14" fmla="*/ 1 w 245"/>
                <a:gd name="T15" fmla="*/ 256 h 282"/>
                <a:gd name="T16" fmla="*/ 0 w 245"/>
                <a:gd name="T17" fmla="*/ 258 h 282"/>
                <a:gd name="T18" fmla="*/ 0 w 245"/>
                <a:gd name="T19" fmla="*/ 260 h 282"/>
                <a:gd name="T20" fmla="*/ 0 w 245"/>
                <a:gd name="T21" fmla="*/ 262 h 282"/>
                <a:gd name="T22" fmla="*/ 0 w 245"/>
                <a:gd name="T23" fmla="*/ 262 h 282"/>
                <a:gd name="T24" fmla="*/ 0 w 245"/>
                <a:gd name="T25" fmla="*/ 264 h 282"/>
                <a:gd name="T26" fmla="*/ 0 w 245"/>
                <a:gd name="T27" fmla="*/ 266 h 282"/>
                <a:gd name="T28" fmla="*/ 1 w 245"/>
                <a:gd name="T29" fmla="*/ 268 h 282"/>
                <a:gd name="T30" fmla="*/ 2 w 245"/>
                <a:gd name="T31" fmla="*/ 270 h 282"/>
                <a:gd name="T32" fmla="*/ 2 w 245"/>
                <a:gd name="T33" fmla="*/ 271 h 282"/>
                <a:gd name="T34" fmla="*/ 3 w 245"/>
                <a:gd name="T35" fmla="*/ 273 h 282"/>
                <a:gd name="T36" fmla="*/ 5 w 245"/>
                <a:gd name="T37" fmla="*/ 274 h 282"/>
                <a:gd name="T38" fmla="*/ 6 w 245"/>
                <a:gd name="T39" fmla="*/ 276 h 282"/>
                <a:gd name="T40" fmla="*/ 7 w 245"/>
                <a:gd name="T41" fmla="*/ 277 h 282"/>
                <a:gd name="T42" fmla="*/ 9 w 245"/>
                <a:gd name="T43" fmla="*/ 278 h 282"/>
                <a:gd name="T44" fmla="*/ 9 w 245"/>
                <a:gd name="T45" fmla="*/ 279 h 282"/>
                <a:gd name="T46" fmla="*/ 12 w 245"/>
                <a:gd name="T47" fmla="*/ 280 h 282"/>
                <a:gd name="T48" fmla="*/ 13 w 245"/>
                <a:gd name="T49" fmla="*/ 280 h 282"/>
                <a:gd name="T50" fmla="*/ 15 w 245"/>
                <a:gd name="T51" fmla="*/ 281 h 282"/>
                <a:gd name="T52" fmla="*/ 16 w 245"/>
                <a:gd name="T53" fmla="*/ 281 h 282"/>
                <a:gd name="T54" fmla="*/ 20 w 245"/>
                <a:gd name="T55" fmla="*/ 282 h 282"/>
                <a:gd name="T56" fmla="*/ 20 w 245"/>
                <a:gd name="T57" fmla="*/ 282 h 282"/>
                <a:gd name="T58" fmla="*/ 20 w 245"/>
                <a:gd name="T59" fmla="*/ 282 h 282"/>
                <a:gd name="T60" fmla="*/ 211 w 245"/>
                <a:gd name="T61" fmla="*/ 282 h 282"/>
                <a:gd name="T62" fmla="*/ 211 w 245"/>
                <a:gd name="T63" fmla="*/ 282 h 282"/>
                <a:gd name="T64" fmla="*/ 245 w 245"/>
                <a:gd name="T65" fmla="*/ 282 h 282"/>
                <a:gd name="T66" fmla="*/ 243 w 245"/>
                <a:gd name="T67" fmla="*/ 268 h 282"/>
                <a:gd name="T68" fmla="*/ 243 w 245"/>
                <a:gd name="T69" fmla="*/ 242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5" h="282">
                  <a:moveTo>
                    <a:pt x="243" y="242"/>
                  </a:moveTo>
                  <a:cubicBezTo>
                    <a:pt x="56" y="242"/>
                    <a:pt x="56" y="242"/>
                    <a:pt x="56" y="242"/>
                  </a:cubicBezTo>
                  <a:cubicBezTo>
                    <a:pt x="185" y="35"/>
                    <a:pt x="185" y="35"/>
                    <a:pt x="185" y="35"/>
                  </a:cubicBezTo>
                  <a:cubicBezTo>
                    <a:pt x="176" y="19"/>
                    <a:pt x="167" y="7"/>
                    <a:pt x="160" y="0"/>
                  </a:cubicBezTo>
                  <a:cubicBezTo>
                    <a:pt x="3" y="251"/>
                    <a:pt x="3" y="251"/>
                    <a:pt x="3" y="251"/>
                  </a:cubicBezTo>
                  <a:cubicBezTo>
                    <a:pt x="3" y="251"/>
                    <a:pt x="3" y="252"/>
                    <a:pt x="2" y="252"/>
                  </a:cubicBezTo>
                  <a:cubicBezTo>
                    <a:pt x="2" y="253"/>
                    <a:pt x="2" y="254"/>
                    <a:pt x="1" y="254"/>
                  </a:cubicBezTo>
                  <a:cubicBezTo>
                    <a:pt x="1" y="255"/>
                    <a:pt x="1" y="255"/>
                    <a:pt x="1" y="256"/>
                  </a:cubicBezTo>
                  <a:cubicBezTo>
                    <a:pt x="1" y="257"/>
                    <a:pt x="0" y="257"/>
                    <a:pt x="0" y="258"/>
                  </a:cubicBezTo>
                  <a:cubicBezTo>
                    <a:pt x="0" y="259"/>
                    <a:pt x="0" y="259"/>
                    <a:pt x="0" y="260"/>
                  </a:cubicBezTo>
                  <a:cubicBezTo>
                    <a:pt x="0" y="261"/>
                    <a:pt x="0" y="261"/>
                    <a:pt x="0" y="262"/>
                  </a:cubicBezTo>
                  <a:cubicBezTo>
                    <a:pt x="0" y="262"/>
                    <a:pt x="0" y="262"/>
                    <a:pt x="0" y="262"/>
                  </a:cubicBezTo>
                  <a:cubicBezTo>
                    <a:pt x="0" y="263"/>
                    <a:pt x="0" y="263"/>
                    <a:pt x="0" y="264"/>
                  </a:cubicBezTo>
                  <a:cubicBezTo>
                    <a:pt x="0" y="265"/>
                    <a:pt x="0" y="265"/>
                    <a:pt x="0" y="266"/>
                  </a:cubicBezTo>
                  <a:cubicBezTo>
                    <a:pt x="0" y="267"/>
                    <a:pt x="1" y="267"/>
                    <a:pt x="1" y="268"/>
                  </a:cubicBezTo>
                  <a:cubicBezTo>
                    <a:pt x="1" y="268"/>
                    <a:pt x="1" y="269"/>
                    <a:pt x="2" y="270"/>
                  </a:cubicBezTo>
                  <a:cubicBezTo>
                    <a:pt x="2" y="270"/>
                    <a:pt x="2" y="271"/>
                    <a:pt x="2" y="271"/>
                  </a:cubicBezTo>
                  <a:cubicBezTo>
                    <a:pt x="3" y="272"/>
                    <a:pt x="3" y="272"/>
                    <a:pt x="3" y="273"/>
                  </a:cubicBezTo>
                  <a:cubicBezTo>
                    <a:pt x="4" y="273"/>
                    <a:pt x="4" y="274"/>
                    <a:pt x="5" y="274"/>
                  </a:cubicBezTo>
                  <a:cubicBezTo>
                    <a:pt x="5" y="275"/>
                    <a:pt x="5" y="275"/>
                    <a:pt x="6" y="276"/>
                  </a:cubicBezTo>
                  <a:cubicBezTo>
                    <a:pt x="6" y="276"/>
                    <a:pt x="7" y="277"/>
                    <a:pt x="7" y="277"/>
                  </a:cubicBezTo>
                  <a:cubicBezTo>
                    <a:pt x="8" y="277"/>
                    <a:pt x="8" y="278"/>
                    <a:pt x="9" y="278"/>
                  </a:cubicBezTo>
                  <a:cubicBezTo>
                    <a:pt x="9" y="278"/>
                    <a:pt x="9" y="279"/>
                    <a:pt x="9" y="279"/>
                  </a:cubicBezTo>
                  <a:cubicBezTo>
                    <a:pt x="10" y="279"/>
                    <a:pt x="11" y="280"/>
                    <a:pt x="12" y="280"/>
                  </a:cubicBezTo>
                  <a:cubicBezTo>
                    <a:pt x="12" y="280"/>
                    <a:pt x="12" y="280"/>
                    <a:pt x="13" y="280"/>
                  </a:cubicBezTo>
                  <a:cubicBezTo>
                    <a:pt x="13" y="281"/>
                    <a:pt x="14" y="281"/>
                    <a:pt x="15" y="281"/>
                  </a:cubicBezTo>
                  <a:cubicBezTo>
                    <a:pt x="16" y="281"/>
                    <a:pt x="16" y="281"/>
                    <a:pt x="16" y="281"/>
                  </a:cubicBezTo>
                  <a:cubicBezTo>
                    <a:pt x="17" y="282"/>
                    <a:pt x="19" y="282"/>
                    <a:pt x="20" y="282"/>
                  </a:cubicBezTo>
                  <a:cubicBezTo>
                    <a:pt x="20" y="282"/>
                    <a:pt x="20" y="282"/>
                    <a:pt x="20" y="282"/>
                  </a:cubicBezTo>
                  <a:cubicBezTo>
                    <a:pt x="20" y="282"/>
                    <a:pt x="20" y="282"/>
                    <a:pt x="20" y="282"/>
                  </a:cubicBezTo>
                  <a:cubicBezTo>
                    <a:pt x="211" y="282"/>
                    <a:pt x="211" y="282"/>
                    <a:pt x="211" y="282"/>
                  </a:cubicBezTo>
                  <a:cubicBezTo>
                    <a:pt x="211" y="282"/>
                    <a:pt x="211" y="282"/>
                    <a:pt x="211" y="282"/>
                  </a:cubicBezTo>
                  <a:cubicBezTo>
                    <a:pt x="245" y="282"/>
                    <a:pt x="245" y="282"/>
                    <a:pt x="245" y="282"/>
                  </a:cubicBezTo>
                  <a:cubicBezTo>
                    <a:pt x="244" y="277"/>
                    <a:pt x="243" y="273"/>
                    <a:pt x="243" y="268"/>
                  </a:cubicBezTo>
                  <a:cubicBezTo>
                    <a:pt x="243" y="259"/>
                    <a:pt x="243" y="250"/>
                    <a:pt x="243" y="2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38"/>
            <p:cNvSpPr>
              <a:spLocks/>
            </p:cNvSpPr>
            <p:nvPr/>
          </p:nvSpPr>
          <p:spPr bwMode="auto">
            <a:xfrm>
              <a:off x="1585913" y="5610225"/>
              <a:ext cx="26988" cy="39687"/>
            </a:xfrm>
            <a:custGeom>
              <a:avLst/>
              <a:gdLst>
                <a:gd name="T0" fmla="*/ 0 w 14"/>
                <a:gd name="T1" fmla="*/ 0 h 21"/>
                <a:gd name="T2" fmla="*/ 13 w 14"/>
                <a:gd name="T3" fmla="*/ 21 h 21"/>
                <a:gd name="T4" fmla="*/ 14 w 14"/>
                <a:gd name="T5" fmla="*/ 16 h 21"/>
                <a:gd name="T6" fmla="*/ 0 w 14"/>
                <a:gd name="T7" fmla="*/ 0 h 21"/>
              </a:gdLst>
              <a:ahLst/>
              <a:cxnLst>
                <a:cxn ang="0">
                  <a:pos x="T0" y="T1"/>
                </a:cxn>
                <a:cxn ang="0">
                  <a:pos x="T2" y="T3"/>
                </a:cxn>
                <a:cxn ang="0">
                  <a:pos x="T4" y="T5"/>
                </a:cxn>
                <a:cxn ang="0">
                  <a:pos x="T6" y="T7"/>
                </a:cxn>
              </a:cxnLst>
              <a:rect l="0" t="0" r="r" b="b"/>
              <a:pathLst>
                <a:path w="14" h="21">
                  <a:moveTo>
                    <a:pt x="0" y="0"/>
                  </a:moveTo>
                  <a:cubicBezTo>
                    <a:pt x="5" y="6"/>
                    <a:pt x="9" y="13"/>
                    <a:pt x="13" y="21"/>
                  </a:cubicBezTo>
                  <a:cubicBezTo>
                    <a:pt x="14" y="19"/>
                    <a:pt x="14" y="18"/>
                    <a:pt x="14" y="16"/>
                  </a:cubicBezTo>
                  <a:cubicBezTo>
                    <a:pt x="14" y="10"/>
                    <a:pt x="9" y="5"/>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39"/>
            <p:cNvSpPr>
              <a:spLocks/>
            </p:cNvSpPr>
            <p:nvPr/>
          </p:nvSpPr>
          <p:spPr bwMode="auto">
            <a:xfrm>
              <a:off x="2401888" y="5468938"/>
              <a:ext cx="590550" cy="749300"/>
            </a:xfrm>
            <a:custGeom>
              <a:avLst/>
              <a:gdLst>
                <a:gd name="T0" fmla="*/ 289 w 310"/>
                <a:gd name="T1" fmla="*/ 393 h 393"/>
                <a:gd name="T2" fmla="*/ 306 w 310"/>
                <a:gd name="T3" fmla="*/ 382 h 393"/>
                <a:gd name="T4" fmla="*/ 306 w 310"/>
                <a:gd name="T5" fmla="*/ 362 h 393"/>
                <a:gd name="T6" fmla="*/ 157 w 310"/>
                <a:gd name="T7" fmla="*/ 128 h 393"/>
                <a:gd name="T8" fmla="*/ 183 w 310"/>
                <a:gd name="T9" fmla="*/ 112 h 393"/>
                <a:gd name="T10" fmla="*/ 249 w 310"/>
                <a:gd name="T11" fmla="*/ 26 h 393"/>
                <a:gd name="T12" fmla="*/ 235 w 310"/>
                <a:gd name="T13" fmla="*/ 2 h 393"/>
                <a:gd name="T14" fmla="*/ 215 w 310"/>
                <a:gd name="T15" fmla="*/ 8 h 393"/>
                <a:gd name="T16" fmla="*/ 230 w 310"/>
                <a:gd name="T17" fmla="*/ 62 h 393"/>
                <a:gd name="T18" fmla="*/ 195 w 310"/>
                <a:gd name="T19" fmla="*/ 82 h 393"/>
                <a:gd name="T20" fmla="*/ 176 w 310"/>
                <a:gd name="T21" fmla="*/ 77 h 393"/>
                <a:gd name="T22" fmla="*/ 169 w 310"/>
                <a:gd name="T23" fmla="*/ 73 h 393"/>
                <a:gd name="T24" fmla="*/ 160 w 310"/>
                <a:gd name="T25" fmla="*/ 79 h 393"/>
                <a:gd name="T26" fmla="*/ 132 w 310"/>
                <a:gd name="T27" fmla="*/ 96 h 393"/>
                <a:gd name="T28" fmla="*/ 124 w 310"/>
                <a:gd name="T29" fmla="*/ 99 h 393"/>
                <a:gd name="T30" fmla="*/ 0 w 310"/>
                <a:gd name="T31" fmla="*/ 99 h 393"/>
                <a:gd name="T32" fmla="*/ 20 w 310"/>
                <a:gd name="T33" fmla="*/ 139 h 393"/>
                <a:gd name="T34" fmla="*/ 117 w 310"/>
                <a:gd name="T35" fmla="*/ 139 h 393"/>
                <a:gd name="T36" fmla="*/ 252 w 310"/>
                <a:gd name="T37" fmla="*/ 353 h 393"/>
                <a:gd name="T38" fmla="*/ 67 w 310"/>
                <a:gd name="T39" fmla="*/ 353 h 393"/>
                <a:gd name="T40" fmla="*/ 67 w 310"/>
                <a:gd name="T41" fmla="*/ 382 h 393"/>
                <a:gd name="T42" fmla="*/ 66 w 310"/>
                <a:gd name="T43" fmla="*/ 393 h 393"/>
                <a:gd name="T44" fmla="*/ 289 w 310"/>
                <a:gd name="T45" fmla="*/ 393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0" h="393">
                  <a:moveTo>
                    <a:pt x="289" y="393"/>
                  </a:moveTo>
                  <a:cubicBezTo>
                    <a:pt x="296" y="393"/>
                    <a:pt x="303" y="389"/>
                    <a:pt x="306" y="382"/>
                  </a:cubicBezTo>
                  <a:cubicBezTo>
                    <a:pt x="310" y="376"/>
                    <a:pt x="309" y="368"/>
                    <a:pt x="306" y="362"/>
                  </a:cubicBezTo>
                  <a:cubicBezTo>
                    <a:pt x="157" y="128"/>
                    <a:pt x="157" y="128"/>
                    <a:pt x="157" y="128"/>
                  </a:cubicBezTo>
                  <a:cubicBezTo>
                    <a:pt x="165" y="124"/>
                    <a:pt x="174" y="119"/>
                    <a:pt x="183" y="112"/>
                  </a:cubicBezTo>
                  <a:cubicBezTo>
                    <a:pt x="208" y="95"/>
                    <a:pt x="238" y="67"/>
                    <a:pt x="249" y="26"/>
                  </a:cubicBezTo>
                  <a:cubicBezTo>
                    <a:pt x="252" y="16"/>
                    <a:pt x="246" y="5"/>
                    <a:pt x="235" y="2"/>
                  </a:cubicBezTo>
                  <a:cubicBezTo>
                    <a:pt x="228" y="0"/>
                    <a:pt x="220" y="2"/>
                    <a:pt x="215" y="8"/>
                  </a:cubicBezTo>
                  <a:cubicBezTo>
                    <a:pt x="234" y="19"/>
                    <a:pt x="241" y="43"/>
                    <a:pt x="230" y="62"/>
                  </a:cubicBezTo>
                  <a:cubicBezTo>
                    <a:pt x="223" y="74"/>
                    <a:pt x="210" y="82"/>
                    <a:pt x="195" y="82"/>
                  </a:cubicBezTo>
                  <a:cubicBezTo>
                    <a:pt x="188" y="82"/>
                    <a:pt x="182" y="81"/>
                    <a:pt x="176" y="77"/>
                  </a:cubicBezTo>
                  <a:cubicBezTo>
                    <a:pt x="173" y="76"/>
                    <a:pt x="171" y="75"/>
                    <a:pt x="169" y="73"/>
                  </a:cubicBezTo>
                  <a:cubicBezTo>
                    <a:pt x="166" y="75"/>
                    <a:pt x="163" y="77"/>
                    <a:pt x="160" y="79"/>
                  </a:cubicBezTo>
                  <a:cubicBezTo>
                    <a:pt x="150" y="87"/>
                    <a:pt x="140" y="92"/>
                    <a:pt x="132" y="96"/>
                  </a:cubicBezTo>
                  <a:cubicBezTo>
                    <a:pt x="129" y="97"/>
                    <a:pt x="126" y="99"/>
                    <a:pt x="124" y="99"/>
                  </a:cubicBezTo>
                  <a:cubicBezTo>
                    <a:pt x="0" y="99"/>
                    <a:pt x="0" y="99"/>
                    <a:pt x="0" y="99"/>
                  </a:cubicBezTo>
                  <a:cubicBezTo>
                    <a:pt x="7" y="111"/>
                    <a:pt x="14" y="125"/>
                    <a:pt x="20" y="139"/>
                  </a:cubicBezTo>
                  <a:cubicBezTo>
                    <a:pt x="117" y="139"/>
                    <a:pt x="117" y="139"/>
                    <a:pt x="117" y="139"/>
                  </a:cubicBezTo>
                  <a:cubicBezTo>
                    <a:pt x="252" y="353"/>
                    <a:pt x="252" y="353"/>
                    <a:pt x="252" y="353"/>
                  </a:cubicBezTo>
                  <a:cubicBezTo>
                    <a:pt x="67" y="353"/>
                    <a:pt x="67" y="353"/>
                    <a:pt x="67" y="353"/>
                  </a:cubicBezTo>
                  <a:cubicBezTo>
                    <a:pt x="67" y="362"/>
                    <a:pt x="67" y="372"/>
                    <a:pt x="67" y="382"/>
                  </a:cubicBezTo>
                  <a:cubicBezTo>
                    <a:pt x="67" y="386"/>
                    <a:pt x="67" y="389"/>
                    <a:pt x="66" y="393"/>
                  </a:cubicBezTo>
                  <a:lnTo>
                    <a:pt x="289" y="39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40"/>
            <p:cNvSpPr>
              <a:spLocks/>
            </p:cNvSpPr>
            <p:nvPr/>
          </p:nvSpPr>
          <p:spPr bwMode="auto">
            <a:xfrm>
              <a:off x="1752600" y="4778375"/>
              <a:ext cx="392113" cy="390525"/>
            </a:xfrm>
            <a:custGeom>
              <a:avLst/>
              <a:gdLst>
                <a:gd name="T0" fmla="*/ 57 w 206"/>
                <a:gd name="T1" fmla="*/ 180 h 205"/>
                <a:gd name="T2" fmla="*/ 180 w 206"/>
                <a:gd name="T3" fmla="*/ 149 h 205"/>
                <a:gd name="T4" fmla="*/ 149 w 206"/>
                <a:gd name="T5" fmla="*/ 25 h 205"/>
                <a:gd name="T6" fmla="*/ 26 w 206"/>
                <a:gd name="T7" fmla="*/ 56 h 205"/>
                <a:gd name="T8" fmla="*/ 57 w 206"/>
                <a:gd name="T9" fmla="*/ 180 h 205"/>
              </a:gdLst>
              <a:ahLst/>
              <a:cxnLst>
                <a:cxn ang="0">
                  <a:pos x="T0" y="T1"/>
                </a:cxn>
                <a:cxn ang="0">
                  <a:pos x="T2" y="T3"/>
                </a:cxn>
                <a:cxn ang="0">
                  <a:pos x="T4" y="T5"/>
                </a:cxn>
                <a:cxn ang="0">
                  <a:pos x="T6" y="T7"/>
                </a:cxn>
                <a:cxn ang="0">
                  <a:pos x="T8" y="T9"/>
                </a:cxn>
              </a:cxnLst>
              <a:rect l="0" t="0" r="r" b="b"/>
              <a:pathLst>
                <a:path w="206" h="205">
                  <a:moveTo>
                    <a:pt x="57" y="180"/>
                  </a:moveTo>
                  <a:cubicBezTo>
                    <a:pt x="99" y="205"/>
                    <a:pt x="155" y="191"/>
                    <a:pt x="180" y="149"/>
                  </a:cubicBezTo>
                  <a:cubicBezTo>
                    <a:pt x="206" y="106"/>
                    <a:pt x="192" y="51"/>
                    <a:pt x="149" y="25"/>
                  </a:cubicBezTo>
                  <a:cubicBezTo>
                    <a:pt x="106" y="0"/>
                    <a:pt x="51" y="14"/>
                    <a:pt x="26" y="56"/>
                  </a:cubicBezTo>
                  <a:cubicBezTo>
                    <a:pt x="0" y="99"/>
                    <a:pt x="14" y="154"/>
                    <a:pt x="57" y="1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41"/>
            <p:cNvSpPr>
              <a:spLocks/>
            </p:cNvSpPr>
            <p:nvPr/>
          </p:nvSpPr>
          <p:spPr bwMode="auto">
            <a:xfrm>
              <a:off x="1258888" y="5035550"/>
              <a:ext cx="579438" cy="1254125"/>
            </a:xfrm>
            <a:custGeom>
              <a:avLst/>
              <a:gdLst>
                <a:gd name="T0" fmla="*/ 247 w 304"/>
                <a:gd name="T1" fmla="*/ 610 h 659"/>
                <a:gd name="T2" fmla="*/ 236 w 304"/>
                <a:gd name="T3" fmla="*/ 481 h 659"/>
                <a:gd name="T4" fmla="*/ 161 w 304"/>
                <a:gd name="T5" fmla="*/ 299 h 659"/>
                <a:gd name="T6" fmla="*/ 143 w 304"/>
                <a:gd name="T7" fmla="*/ 275 h 659"/>
                <a:gd name="T8" fmla="*/ 226 w 304"/>
                <a:gd name="T9" fmla="*/ 176 h 659"/>
                <a:gd name="T10" fmla="*/ 221 w 304"/>
                <a:gd name="T11" fmla="*/ 167 h 659"/>
                <a:gd name="T12" fmla="*/ 195 w 304"/>
                <a:gd name="T13" fmla="*/ 88 h 659"/>
                <a:gd name="T14" fmla="*/ 205 w 304"/>
                <a:gd name="T15" fmla="*/ 59 h 659"/>
                <a:gd name="T16" fmla="*/ 232 w 304"/>
                <a:gd name="T17" fmla="*/ 45 h 659"/>
                <a:gd name="T18" fmla="*/ 235 w 304"/>
                <a:gd name="T19" fmla="*/ 45 h 659"/>
                <a:gd name="T20" fmla="*/ 275 w 304"/>
                <a:gd name="T21" fmla="*/ 82 h 659"/>
                <a:gd name="T22" fmla="*/ 275 w 304"/>
                <a:gd name="T23" fmla="*/ 84 h 659"/>
                <a:gd name="T24" fmla="*/ 277 w 304"/>
                <a:gd name="T25" fmla="*/ 93 h 659"/>
                <a:gd name="T26" fmla="*/ 285 w 304"/>
                <a:gd name="T27" fmla="*/ 115 h 659"/>
                <a:gd name="T28" fmla="*/ 286 w 304"/>
                <a:gd name="T29" fmla="*/ 38 h 659"/>
                <a:gd name="T30" fmla="*/ 162 w 304"/>
                <a:gd name="T31" fmla="*/ 37 h 659"/>
                <a:gd name="T32" fmla="*/ 18 w 304"/>
                <a:gd name="T33" fmla="*/ 208 h 659"/>
                <a:gd name="T34" fmla="*/ 53 w 304"/>
                <a:gd name="T35" fmla="*/ 323 h 659"/>
                <a:gd name="T36" fmla="*/ 138 w 304"/>
                <a:gd name="T37" fmla="*/ 501 h 659"/>
                <a:gd name="T38" fmla="*/ 147 w 304"/>
                <a:gd name="T39" fmla="*/ 607 h 659"/>
                <a:gd name="T40" fmla="*/ 196 w 304"/>
                <a:gd name="T41" fmla="*/ 658 h 659"/>
                <a:gd name="T42" fmla="*/ 207 w 304"/>
                <a:gd name="T43" fmla="*/ 657 h 659"/>
                <a:gd name="T44" fmla="*/ 247 w 304"/>
                <a:gd name="T45" fmla="*/ 610 h 6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04" h="659">
                  <a:moveTo>
                    <a:pt x="247" y="610"/>
                  </a:moveTo>
                  <a:cubicBezTo>
                    <a:pt x="248" y="563"/>
                    <a:pt x="244" y="520"/>
                    <a:pt x="236" y="481"/>
                  </a:cubicBezTo>
                  <a:cubicBezTo>
                    <a:pt x="220" y="401"/>
                    <a:pt x="189" y="340"/>
                    <a:pt x="161" y="299"/>
                  </a:cubicBezTo>
                  <a:cubicBezTo>
                    <a:pt x="155" y="290"/>
                    <a:pt x="149" y="282"/>
                    <a:pt x="143" y="275"/>
                  </a:cubicBezTo>
                  <a:cubicBezTo>
                    <a:pt x="166" y="239"/>
                    <a:pt x="197" y="205"/>
                    <a:pt x="226" y="176"/>
                  </a:cubicBezTo>
                  <a:cubicBezTo>
                    <a:pt x="224" y="173"/>
                    <a:pt x="223" y="170"/>
                    <a:pt x="221" y="167"/>
                  </a:cubicBezTo>
                  <a:cubicBezTo>
                    <a:pt x="199" y="126"/>
                    <a:pt x="196" y="94"/>
                    <a:pt x="195" y="88"/>
                  </a:cubicBezTo>
                  <a:cubicBezTo>
                    <a:pt x="194" y="77"/>
                    <a:pt x="198" y="67"/>
                    <a:pt x="205" y="59"/>
                  </a:cubicBezTo>
                  <a:cubicBezTo>
                    <a:pt x="212" y="51"/>
                    <a:pt x="221" y="46"/>
                    <a:pt x="232" y="45"/>
                  </a:cubicBezTo>
                  <a:cubicBezTo>
                    <a:pt x="233" y="45"/>
                    <a:pt x="234" y="45"/>
                    <a:pt x="235" y="45"/>
                  </a:cubicBezTo>
                  <a:cubicBezTo>
                    <a:pt x="256" y="45"/>
                    <a:pt x="273" y="61"/>
                    <a:pt x="275" y="82"/>
                  </a:cubicBezTo>
                  <a:cubicBezTo>
                    <a:pt x="275" y="82"/>
                    <a:pt x="275" y="83"/>
                    <a:pt x="275" y="84"/>
                  </a:cubicBezTo>
                  <a:cubicBezTo>
                    <a:pt x="276" y="85"/>
                    <a:pt x="276" y="89"/>
                    <a:pt x="277" y="93"/>
                  </a:cubicBezTo>
                  <a:cubicBezTo>
                    <a:pt x="279" y="98"/>
                    <a:pt x="281" y="106"/>
                    <a:pt x="285" y="115"/>
                  </a:cubicBezTo>
                  <a:cubicBezTo>
                    <a:pt x="300" y="89"/>
                    <a:pt x="304" y="58"/>
                    <a:pt x="286" y="38"/>
                  </a:cubicBezTo>
                  <a:cubicBezTo>
                    <a:pt x="263" y="12"/>
                    <a:pt x="212" y="0"/>
                    <a:pt x="162" y="37"/>
                  </a:cubicBezTo>
                  <a:cubicBezTo>
                    <a:pt x="94" y="88"/>
                    <a:pt x="60" y="128"/>
                    <a:pt x="18" y="208"/>
                  </a:cubicBezTo>
                  <a:cubicBezTo>
                    <a:pt x="0" y="251"/>
                    <a:pt x="38" y="308"/>
                    <a:pt x="53" y="323"/>
                  </a:cubicBezTo>
                  <a:cubicBezTo>
                    <a:pt x="76" y="346"/>
                    <a:pt x="119" y="406"/>
                    <a:pt x="138" y="501"/>
                  </a:cubicBezTo>
                  <a:cubicBezTo>
                    <a:pt x="145" y="532"/>
                    <a:pt x="148" y="568"/>
                    <a:pt x="147" y="607"/>
                  </a:cubicBezTo>
                  <a:cubicBezTo>
                    <a:pt x="147" y="635"/>
                    <a:pt x="168" y="658"/>
                    <a:pt x="196" y="658"/>
                  </a:cubicBezTo>
                  <a:cubicBezTo>
                    <a:pt x="200" y="659"/>
                    <a:pt x="204" y="658"/>
                    <a:pt x="207" y="657"/>
                  </a:cubicBezTo>
                  <a:cubicBezTo>
                    <a:pt x="229" y="653"/>
                    <a:pt x="247" y="633"/>
                    <a:pt x="247" y="6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42"/>
            <p:cNvSpPr>
              <a:spLocks/>
            </p:cNvSpPr>
            <p:nvPr/>
          </p:nvSpPr>
          <p:spPr bwMode="auto">
            <a:xfrm>
              <a:off x="2536825" y="4778375"/>
              <a:ext cx="392113" cy="390525"/>
            </a:xfrm>
            <a:custGeom>
              <a:avLst/>
              <a:gdLst>
                <a:gd name="T0" fmla="*/ 57 w 206"/>
                <a:gd name="T1" fmla="*/ 180 h 205"/>
                <a:gd name="T2" fmla="*/ 180 w 206"/>
                <a:gd name="T3" fmla="*/ 149 h 205"/>
                <a:gd name="T4" fmla="*/ 149 w 206"/>
                <a:gd name="T5" fmla="*/ 25 h 205"/>
                <a:gd name="T6" fmla="*/ 26 w 206"/>
                <a:gd name="T7" fmla="*/ 56 h 205"/>
                <a:gd name="T8" fmla="*/ 57 w 206"/>
                <a:gd name="T9" fmla="*/ 180 h 205"/>
              </a:gdLst>
              <a:ahLst/>
              <a:cxnLst>
                <a:cxn ang="0">
                  <a:pos x="T0" y="T1"/>
                </a:cxn>
                <a:cxn ang="0">
                  <a:pos x="T2" y="T3"/>
                </a:cxn>
                <a:cxn ang="0">
                  <a:pos x="T4" y="T5"/>
                </a:cxn>
                <a:cxn ang="0">
                  <a:pos x="T6" y="T7"/>
                </a:cxn>
                <a:cxn ang="0">
                  <a:pos x="T8" y="T9"/>
                </a:cxn>
              </a:cxnLst>
              <a:rect l="0" t="0" r="r" b="b"/>
              <a:pathLst>
                <a:path w="206" h="205">
                  <a:moveTo>
                    <a:pt x="57" y="180"/>
                  </a:moveTo>
                  <a:cubicBezTo>
                    <a:pt x="99" y="205"/>
                    <a:pt x="155" y="191"/>
                    <a:pt x="180" y="149"/>
                  </a:cubicBezTo>
                  <a:cubicBezTo>
                    <a:pt x="206" y="106"/>
                    <a:pt x="192" y="51"/>
                    <a:pt x="149" y="25"/>
                  </a:cubicBezTo>
                  <a:cubicBezTo>
                    <a:pt x="106" y="0"/>
                    <a:pt x="51" y="14"/>
                    <a:pt x="26" y="56"/>
                  </a:cubicBezTo>
                  <a:cubicBezTo>
                    <a:pt x="0" y="99"/>
                    <a:pt x="14" y="154"/>
                    <a:pt x="57" y="1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43"/>
            <p:cNvSpPr>
              <a:spLocks/>
            </p:cNvSpPr>
            <p:nvPr/>
          </p:nvSpPr>
          <p:spPr bwMode="auto">
            <a:xfrm>
              <a:off x="2043113" y="5035550"/>
              <a:ext cx="579438" cy="1254125"/>
            </a:xfrm>
            <a:custGeom>
              <a:avLst/>
              <a:gdLst>
                <a:gd name="T0" fmla="*/ 247 w 304"/>
                <a:gd name="T1" fmla="*/ 610 h 659"/>
                <a:gd name="T2" fmla="*/ 236 w 304"/>
                <a:gd name="T3" fmla="*/ 481 h 659"/>
                <a:gd name="T4" fmla="*/ 161 w 304"/>
                <a:gd name="T5" fmla="*/ 299 h 659"/>
                <a:gd name="T6" fmla="*/ 143 w 304"/>
                <a:gd name="T7" fmla="*/ 275 h 659"/>
                <a:gd name="T8" fmla="*/ 226 w 304"/>
                <a:gd name="T9" fmla="*/ 176 h 659"/>
                <a:gd name="T10" fmla="*/ 221 w 304"/>
                <a:gd name="T11" fmla="*/ 167 h 659"/>
                <a:gd name="T12" fmla="*/ 195 w 304"/>
                <a:gd name="T13" fmla="*/ 88 h 659"/>
                <a:gd name="T14" fmla="*/ 205 w 304"/>
                <a:gd name="T15" fmla="*/ 59 h 659"/>
                <a:gd name="T16" fmla="*/ 232 w 304"/>
                <a:gd name="T17" fmla="*/ 45 h 659"/>
                <a:gd name="T18" fmla="*/ 235 w 304"/>
                <a:gd name="T19" fmla="*/ 45 h 659"/>
                <a:gd name="T20" fmla="*/ 275 w 304"/>
                <a:gd name="T21" fmla="*/ 82 h 659"/>
                <a:gd name="T22" fmla="*/ 275 w 304"/>
                <a:gd name="T23" fmla="*/ 84 h 659"/>
                <a:gd name="T24" fmla="*/ 277 w 304"/>
                <a:gd name="T25" fmla="*/ 93 h 659"/>
                <a:gd name="T26" fmla="*/ 285 w 304"/>
                <a:gd name="T27" fmla="*/ 115 h 659"/>
                <a:gd name="T28" fmla="*/ 286 w 304"/>
                <a:gd name="T29" fmla="*/ 38 h 659"/>
                <a:gd name="T30" fmla="*/ 162 w 304"/>
                <a:gd name="T31" fmla="*/ 37 h 659"/>
                <a:gd name="T32" fmla="*/ 18 w 304"/>
                <a:gd name="T33" fmla="*/ 208 h 659"/>
                <a:gd name="T34" fmla="*/ 53 w 304"/>
                <a:gd name="T35" fmla="*/ 323 h 659"/>
                <a:gd name="T36" fmla="*/ 138 w 304"/>
                <a:gd name="T37" fmla="*/ 501 h 659"/>
                <a:gd name="T38" fmla="*/ 147 w 304"/>
                <a:gd name="T39" fmla="*/ 607 h 659"/>
                <a:gd name="T40" fmla="*/ 196 w 304"/>
                <a:gd name="T41" fmla="*/ 658 h 659"/>
                <a:gd name="T42" fmla="*/ 207 w 304"/>
                <a:gd name="T43" fmla="*/ 657 h 659"/>
                <a:gd name="T44" fmla="*/ 247 w 304"/>
                <a:gd name="T45" fmla="*/ 610 h 6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04" h="659">
                  <a:moveTo>
                    <a:pt x="247" y="610"/>
                  </a:moveTo>
                  <a:cubicBezTo>
                    <a:pt x="248" y="563"/>
                    <a:pt x="244" y="520"/>
                    <a:pt x="236" y="481"/>
                  </a:cubicBezTo>
                  <a:cubicBezTo>
                    <a:pt x="220" y="401"/>
                    <a:pt x="189" y="340"/>
                    <a:pt x="161" y="299"/>
                  </a:cubicBezTo>
                  <a:cubicBezTo>
                    <a:pt x="155" y="290"/>
                    <a:pt x="149" y="282"/>
                    <a:pt x="143" y="275"/>
                  </a:cubicBezTo>
                  <a:cubicBezTo>
                    <a:pt x="166" y="239"/>
                    <a:pt x="197" y="205"/>
                    <a:pt x="226" y="176"/>
                  </a:cubicBezTo>
                  <a:cubicBezTo>
                    <a:pt x="224" y="173"/>
                    <a:pt x="223" y="170"/>
                    <a:pt x="221" y="167"/>
                  </a:cubicBezTo>
                  <a:cubicBezTo>
                    <a:pt x="199" y="126"/>
                    <a:pt x="196" y="94"/>
                    <a:pt x="195" y="88"/>
                  </a:cubicBezTo>
                  <a:cubicBezTo>
                    <a:pt x="194" y="77"/>
                    <a:pt x="198" y="67"/>
                    <a:pt x="205" y="59"/>
                  </a:cubicBezTo>
                  <a:cubicBezTo>
                    <a:pt x="212" y="51"/>
                    <a:pt x="221" y="46"/>
                    <a:pt x="232" y="45"/>
                  </a:cubicBezTo>
                  <a:cubicBezTo>
                    <a:pt x="233" y="45"/>
                    <a:pt x="234" y="45"/>
                    <a:pt x="235" y="45"/>
                  </a:cubicBezTo>
                  <a:cubicBezTo>
                    <a:pt x="256" y="45"/>
                    <a:pt x="273" y="61"/>
                    <a:pt x="275" y="82"/>
                  </a:cubicBezTo>
                  <a:cubicBezTo>
                    <a:pt x="275" y="82"/>
                    <a:pt x="275" y="83"/>
                    <a:pt x="275" y="84"/>
                  </a:cubicBezTo>
                  <a:cubicBezTo>
                    <a:pt x="276" y="85"/>
                    <a:pt x="276" y="89"/>
                    <a:pt x="277" y="93"/>
                  </a:cubicBezTo>
                  <a:cubicBezTo>
                    <a:pt x="279" y="98"/>
                    <a:pt x="281" y="106"/>
                    <a:pt x="285" y="115"/>
                  </a:cubicBezTo>
                  <a:cubicBezTo>
                    <a:pt x="300" y="89"/>
                    <a:pt x="304" y="58"/>
                    <a:pt x="286" y="38"/>
                  </a:cubicBezTo>
                  <a:cubicBezTo>
                    <a:pt x="263" y="12"/>
                    <a:pt x="212" y="0"/>
                    <a:pt x="162" y="37"/>
                  </a:cubicBezTo>
                  <a:cubicBezTo>
                    <a:pt x="94" y="88"/>
                    <a:pt x="60" y="128"/>
                    <a:pt x="18" y="208"/>
                  </a:cubicBezTo>
                  <a:cubicBezTo>
                    <a:pt x="0" y="251"/>
                    <a:pt x="38" y="308"/>
                    <a:pt x="53" y="323"/>
                  </a:cubicBezTo>
                  <a:cubicBezTo>
                    <a:pt x="76" y="346"/>
                    <a:pt x="119" y="406"/>
                    <a:pt x="138" y="501"/>
                  </a:cubicBezTo>
                  <a:cubicBezTo>
                    <a:pt x="145" y="532"/>
                    <a:pt x="148" y="568"/>
                    <a:pt x="147" y="607"/>
                  </a:cubicBezTo>
                  <a:cubicBezTo>
                    <a:pt x="147" y="635"/>
                    <a:pt x="168" y="658"/>
                    <a:pt x="196" y="658"/>
                  </a:cubicBezTo>
                  <a:cubicBezTo>
                    <a:pt x="200" y="659"/>
                    <a:pt x="204" y="658"/>
                    <a:pt x="207" y="657"/>
                  </a:cubicBezTo>
                  <a:cubicBezTo>
                    <a:pt x="229" y="653"/>
                    <a:pt x="247" y="633"/>
                    <a:pt x="247" y="6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44"/>
            <p:cNvSpPr>
              <a:spLocks/>
            </p:cNvSpPr>
            <p:nvPr/>
          </p:nvSpPr>
          <p:spPr bwMode="auto">
            <a:xfrm>
              <a:off x="2427288" y="5133975"/>
              <a:ext cx="415925" cy="476250"/>
            </a:xfrm>
            <a:custGeom>
              <a:avLst/>
              <a:gdLst>
                <a:gd name="T0" fmla="*/ 67 w 218"/>
                <a:gd name="T1" fmla="*/ 43 h 250"/>
                <a:gd name="T2" fmla="*/ 65 w 218"/>
                <a:gd name="T3" fmla="*/ 33 h 250"/>
                <a:gd name="T4" fmla="*/ 65 w 218"/>
                <a:gd name="T5" fmla="*/ 31 h 250"/>
                <a:gd name="T6" fmla="*/ 65 w 218"/>
                <a:gd name="T7" fmla="*/ 31 h 250"/>
                <a:gd name="T8" fmla="*/ 31 w 218"/>
                <a:gd name="T9" fmla="*/ 1 h 250"/>
                <a:gd name="T10" fmla="*/ 1 w 218"/>
                <a:gd name="T11" fmla="*/ 35 h 250"/>
                <a:gd name="T12" fmla="*/ 1 w 218"/>
                <a:gd name="T13" fmla="*/ 35 h 250"/>
                <a:gd name="T14" fmla="*/ 26 w 218"/>
                <a:gd name="T15" fmla="*/ 112 h 250"/>
                <a:gd name="T16" fmla="*/ 166 w 218"/>
                <a:gd name="T17" fmla="*/ 246 h 250"/>
                <a:gd name="T18" fmla="*/ 181 w 218"/>
                <a:gd name="T19" fmla="*/ 250 h 250"/>
                <a:gd name="T20" fmla="*/ 209 w 218"/>
                <a:gd name="T21" fmla="*/ 234 h 250"/>
                <a:gd name="T22" fmla="*/ 197 w 218"/>
                <a:gd name="T23" fmla="*/ 190 h 250"/>
                <a:gd name="T24" fmla="*/ 83 w 218"/>
                <a:gd name="T25" fmla="*/ 82 h 250"/>
                <a:gd name="T26" fmla="*/ 67 w 218"/>
                <a:gd name="T27" fmla="*/ 43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8" h="250">
                  <a:moveTo>
                    <a:pt x="67" y="43"/>
                  </a:moveTo>
                  <a:cubicBezTo>
                    <a:pt x="66" y="38"/>
                    <a:pt x="66" y="35"/>
                    <a:pt x="65" y="33"/>
                  </a:cubicBezTo>
                  <a:cubicBezTo>
                    <a:pt x="65" y="32"/>
                    <a:pt x="65" y="31"/>
                    <a:pt x="65" y="31"/>
                  </a:cubicBezTo>
                  <a:cubicBezTo>
                    <a:pt x="65" y="31"/>
                    <a:pt x="65" y="31"/>
                    <a:pt x="65" y="31"/>
                  </a:cubicBezTo>
                  <a:cubicBezTo>
                    <a:pt x="64" y="13"/>
                    <a:pt x="48" y="0"/>
                    <a:pt x="31" y="1"/>
                  </a:cubicBezTo>
                  <a:cubicBezTo>
                    <a:pt x="13" y="2"/>
                    <a:pt x="0" y="18"/>
                    <a:pt x="1" y="35"/>
                  </a:cubicBezTo>
                  <a:cubicBezTo>
                    <a:pt x="1" y="35"/>
                    <a:pt x="1" y="35"/>
                    <a:pt x="1" y="35"/>
                  </a:cubicBezTo>
                  <a:cubicBezTo>
                    <a:pt x="1" y="39"/>
                    <a:pt x="4" y="70"/>
                    <a:pt x="26" y="112"/>
                  </a:cubicBezTo>
                  <a:cubicBezTo>
                    <a:pt x="48" y="153"/>
                    <a:pt x="90" y="205"/>
                    <a:pt x="166" y="246"/>
                  </a:cubicBezTo>
                  <a:cubicBezTo>
                    <a:pt x="171" y="249"/>
                    <a:pt x="176" y="250"/>
                    <a:pt x="181" y="250"/>
                  </a:cubicBezTo>
                  <a:cubicBezTo>
                    <a:pt x="192" y="250"/>
                    <a:pt x="203" y="244"/>
                    <a:pt x="209" y="234"/>
                  </a:cubicBezTo>
                  <a:cubicBezTo>
                    <a:pt x="218" y="218"/>
                    <a:pt x="212" y="199"/>
                    <a:pt x="197" y="190"/>
                  </a:cubicBezTo>
                  <a:cubicBezTo>
                    <a:pt x="132" y="154"/>
                    <a:pt x="100" y="113"/>
                    <a:pt x="83" y="82"/>
                  </a:cubicBezTo>
                  <a:cubicBezTo>
                    <a:pt x="74" y="66"/>
                    <a:pt x="70" y="52"/>
                    <a:pt x="67"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45"/>
            <p:cNvSpPr>
              <a:spLocks/>
            </p:cNvSpPr>
            <p:nvPr/>
          </p:nvSpPr>
          <p:spPr bwMode="auto">
            <a:xfrm>
              <a:off x="1643063" y="5133975"/>
              <a:ext cx="415925" cy="476250"/>
            </a:xfrm>
            <a:custGeom>
              <a:avLst/>
              <a:gdLst>
                <a:gd name="T0" fmla="*/ 68 w 218"/>
                <a:gd name="T1" fmla="*/ 43 h 250"/>
                <a:gd name="T2" fmla="*/ 65 w 218"/>
                <a:gd name="T3" fmla="*/ 33 h 250"/>
                <a:gd name="T4" fmla="*/ 65 w 218"/>
                <a:gd name="T5" fmla="*/ 31 h 250"/>
                <a:gd name="T6" fmla="*/ 65 w 218"/>
                <a:gd name="T7" fmla="*/ 31 h 250"/>
                <a:gd name="T8" fmla="*/ 31 w 218"/>
                <a:gd name="T9" fmla="*/ 1 h 250"/>
                <a:gd name="T10" fmla="*/ 1 w 218"/>
                <a:gd name="T11" fmla="*/ 35 h 250"/>
                <a:gd name="T12" fmla="*/ 1 w 218"/>
                <a:gd name="T13" fmla="*/ 35 h 250"/>
                <a:gd name="T14" fmla="*/ 26 w 218"/>
                <a:gd name="T15" fmla="*/ 112 h 250"/>
                <a:gd name="T16" fmla="*/ 166 w 218"/>
                <a:gd name="T17" fmla="*/ 246 h 250"/>
                <a:gd name="T18" fmla="*/ 181 w 218"/>
                <a:gd name="T19" fmla="*/ 250 h 250"/>
                <a:gd name="T20" fmla="*/ 209 w 218"/>
                <a:gd name="T21" fmla="*/ 234 h 250"/>
                <a:gd name="T22" fmla="*/ 197 w 218"/>
                <a:gd name="T23" fmla="*/ 190 h 250"/>
                <a:gd name="T24" fmla="*/ 83 w 218"/>
                <a:gd name="T25" fmla="*/ 82 h 250"/>
                <a:gd name="T26" fmla="*/ 68 w 218"/>
                <a:gd name="T27" fmla="*/ 43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8" h="250">
                  <a:moveTo>
                    <a:pt x="68" y="43"/>
                  </a:moveTo>
                  <a:cubicBezTo>
                    <a:pt x="66" y="38"/>
                    <a:pt x="66" y="35"/>
                    <a:pt x="65" y="33"/>
                  </a:cubicBezTo>
                  <a:cubicBezTo>
                    <a:pt x="65" y="32"/>
                    <a:pt x="65" y="31"/>
                    <a:pt x="65" y="31"/>
                  </a:cubicBezTo>
                  <a:cubicBezTo>
                    <a:pt x="65" y="31"/>
                    <a:pt x="65" y="31"/>
                    <a:pt x="65" y="31"/>
                  </a:cubicBezTo>
                  <a:cubicBezTo>
                    <a:pt x="64" y="13"/>
                    <a:pt x="48" y="0"/>
                    <a:pt x="31" y="1"/>
                  </a:cubicBezTo>
                  <a:cubicBezTo>
                    <a:pt x="13" y="2"/>
                    <a:pt x="0" y="18"/>
                    <a:pt x="1" y="35"/>
                  </a:cubicBezTo>
                  <a:cubicBezTo>
                    <a:pt x="1" y="35"/>
                    <a:pt x="1" y="35"/>
                    <a:pt x="1" y="35"/>
                  </a:cubicBezTo>
                  <a:cubicBezTo>
                    <a:pt x="1" y="39"/>
                    <a:pt x="4" y="70"/>
                    <a:pt x="26" y="112"/>
                  </a:cubicBezTo>
                  <a:cubicBezTo>
                    <a:pt x="48" y="153"/>
                    <a:pt x="90" y="205"/>
                    <a:pt x="166" y="246"/>
                  </a:cubicBezTo>
                  <a:cubicBezTo>
                    <a:pt x="171" y="249"/>
                    <a:pt x="176" y="250"/>
                    <a:pt x="181" y="250"/>
                  </a:cubicBezTo>
                  <a:cubicBezTo>
                    <a:pt x="192" y="250"/>
                    <a:pt x="203" y="244"/>
                    <a:pt x="209" y="234"/>
                  </a:cubicBezTo>
                  <a:cubicBezTo>
                    <a:pt x="218" y="218"/>
                    <a:pt x="212" y="199"/>
                    <a:pt x="197" y="190"/>
                  </a:cubicBezTo>
                  <a:cubicBezTo>
                    <a:pt x="132" y="154"/>
                    <a:pt x="100" y="113"/>
                    <a:pt x="83" y="82"/>
                  </a:cubicBezTo>
                  <a:cubicBezTo>
                    <a:pt x="74" y="66"/>
                    <a:pt x="70" y="52"/>
                    <a:pt x="68"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9" name="组合 48"/>
          <p:cNvGrpSpPr/>
          <p:nvPr/>
        </p:nvGrpSpPr>
        <p:grpSpPr>
          <a:xfrm>
            <a:off x="229250" y="2546018"/>
            <a:ext cx="1169642" cy="1676956"/>
            <a:chOff x="252413" y="2335213"/>
            <a:chExt cx="1449388" cy="2078037"/>
          </a:xfrm>
          <a:solidFill>
            <a:schemeClr val="tx1">
              <a:lumMod val="65000"/>
              <a:lumOff val="35000"/>
            </a:schemeClr>
          </a:solidFill>
        </p:grpSpPr>
        <p:sp>
          <p:nvSpPr>
            <p:cNvPr id="50" name="Freeform 46"/>
            <p:cNvSpPr>
              <a:spLocks/>
            </p:cNvSpPr>
            <p:nvPr/>
          </p:nvSpPr>
          <p:spPr bwMode="auto">
            <a:xfrm>
              <a:off x="252413" y="2674938"/>
              <a:ext cx="1449388" cy="1384300"/>
            </a:xfrm>
            <a:custGeom>
              <a:avLst/>
              <a:gdLst>
                <a:gd name="T0" fmla="*/ 262 w 761"/>
                <a:gd name="T1" fmla="*/ 65 h 727"/>
                <a:gd name="T2" fmla="*/ 285 w 761"/>
                <a:gd name="T3" fmla="*/ 326 h 727"/>
                <a:gd name="T4" fmla="*/ 290 w 761"/>
                <a:gd name="T5" fmla="*/ 339 h 727"/>
                <a:gd name="T6" fmla="*/ 299 w 761"/>
                <a:gd name="T7" fmla="*/ 420 h 727"/>
                <a:gd name="T8" fmla="*/ 226 w 761"/>
                <a:gd name="T9" fmla="*/ 649 h 727"/>
                <a:gd name="T10" fmla="*/ 239 w 761"/>
                <a:gd name="T11" fmla="*/ 718 h 727"/>
                <a:gd name="T12" fmla="*/ 267 w 761"/>
                <a:gd name="T13" fmla="*/ 727 h 727"/>
                <a:gd name="T14" fmla="*/ 308 w 761"/>
                <a:gd name="T15" fmla="*/ 705 h 727"/>
                <a:gd name="T16" fmla="*/ 399 w 761"/>
                <a:gd name="T17" fmla="*/ 420 h 727"/>
                <a:gd name="T18" fmla="*/ 395 w 761"/>
                <a:gd name="T19" fmla="*/ 359 h 727"/>
                <a:gd name="T20" fmla="*/ 397 w 761"/>
                <a:gd name="T21" fmla="*/ 360 h 727"/>
                <a:gd name="T22" fmla="*/ 401 w 761"/>
                <a:gd name="T23" fmla="*/ 362 h 727"/>
                <a:gd name="T24" fmla="*/ 401 w 761"/>
                <a:gd name="T25" fmla="*/ 362 h 727"/>
                <a:gd name="T26" fmla="*/ 402 w 761"/>
                <a:gd name="T27" fmla="*/ 362 h 727"/>
                <a:gd name="T28" fmla="*/ 402 w 761"/>
                <a:gd name="T29" fmla="*/ 362 h 727"/>
                <a:gd name="T30" fmla="*/ 402 w 761"/>
                <a:gd name="T31" fmla="*/ 362 h 727"/>
                <a:gd name="T32" fmla="*/ 465 w 761"/>
                <a:gd name="T33" fmla="*/ 409 h 727"/>
                <a:gd name="T34" fmla="*/ 505 w 761"/>
                <a:gd name="T35" fmla="*/ 470 h 727"/>
                <a:gd name="T36" fmla="*/ 524 w 761"/>
                <a:gd name="T37" fmla="*/ 563 h 727"/>
                <a:gd name="T38" fmla="*/ 509 w 761"/>
                <a:gd name="T39" fmla="*/ 661 h 727"/>
                <a:gd name="T40" fmla="*/ 543 w 761"/>
                <a:gd name="T41" fmla="*/ 723 h 727"/>
                <a:gd name="T42" fmla="*/ 557 w 761"/>
                <a:gd name="T43" fmla="*/ 725 h 727"/>
                <a:gd name="T44" fmla="*/ 605 w 761"/>
                <a:gd name="T45" fmla="*/ 688 h 727"/>
                <a:gd name="T46" fmla="*/ 624 w 761"/>
                <a:gd name="T47" fmla="*/ 563 h 727"/>
                <a:gd name="T48" fmla="*/ 596 w 761"/>
                <a:gd name="T49" fmla="*/ 427 h 727"/>
                <a:gd name="T50" fmla="*/ 500 w 761"/>
                <a:gd name="T51" fmla="*/ 306 h 727"/>
                <a:gd name="T52" fmla="*/ 459 w 761"/>
                <a:gd name="T53" fmla="*/ 279 h 727"/>
                <a:gd name="T54" fmla="*/ 487 w 761"/>
                <a:gd name="T55" fmla="*/ 115 h 727"/>
                <a:gd name="T56" fmla="*/ 706 w 761"/>
                <a:gd name="T57" fmla="*/ 233 h 727"/>
                <a:gd name="T58" fmla="*/ 725 w 761"/>
                <a:gd name="T59" fmla="*/ 239 h 727"/>
                <a:gd name="T60" fmla="*/ 751 w 761"/>
                <a:gd name="T61" fmla="*/ 226 h 727"/>
                <a:gd name="T62" fmla="*/ 743 w 761"/>
                <a:gd name="T63" fmla="*/ 181 h 727"/>
                <a:gd name="T64" fmla="*/ 476 w 761"/>
                <a:gd name="T65" fmla="*/ 44 h 727"/>
                <a:gd name="T66" fmla="*/ 472 w 761"/>
                <a:gd name="T67" fmla="*/ 43 h 727"/>
                <a:gd name="T68" fmla="*/ 325 w 761"/>
                <a:gd name="T69" fmla="*/ 9 h 727"/>
                <a:gd name="T70" fmla="*/ 321 w 761"/>
                <a:gd name="T71" fmla="*/ 8 h 727"/>
                <a:gd name="T72" fmla="*/ 257 w 761"/>
                <a:gd name="T73" fmla="*/ 1 h 727"/>
                <a:gd name="T74" fmla="*/ 18 w 761"/>
                <a:gd name="T75" fmla="*/ 85 h 727"/>
                <a:gd name="T76" fmla="*/ 10 w 761"/>
                <a:gd name="T77" fmla="*/ 129 h 727"/>
                <a:gd name="T78" fmla="*/ 37 w 761"/>
                <a:gd name="T79" fmla="*/ 143 h 727"/>
                <a:gd name="T80" fmla="*/ 55 w 761"/>
                <a:gd name="T81" fmla="*/ 137 h 727"/>
                <a:gd name="T82" fmla="*/ 257 w 761"/>
                <a:gd name="T83" fmla="*/ 65 h 727"/>
                <a:gd name="T84" fmla="*/ 262 w 761"/>
                <a:gd name="T85" fmla="*/ 65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61" h="727">
                  <a:moveTo>
                    <a:pt x="262" y="65"/>
                  </a:moveTo>
                  <a:cubicBezTo>
                    <a:pt x="245" y="161"/>
                    <a:pt x="262" y="225"/>
                    <a:pt x="285" y="326"/>
                  </a:cubicBezTo>
                  <a:cubicBezTo>
                    <a:pt x="286" y="331"/>
                    <a:pt x="288" y="335"/>
                    <a:pt x="290" y="339"/>
                  </a:cubicBezTo>
                  <a:cubicBezTo>
                    <a:pt x="295" y="358"/>
                    <a:pt x="299" y="386"/>
                    <a:pt x="299" y="420"/>
                  </a:cubicBezTo>
                  <a:cubicBezTo>
                    <a:pt x="299" y="483"/>
                    <a:pt x="284" y="564"/>
                    <a:pt x="226" y="649"/>
                  </a:cubicBezTo>
                  <a:cubicBezTo>
                    <a:pt x="210" y="671"/>
                    <a:pt x="216" y="702"/>
                    <a:pt x="239" y="718"/>
                  </a:cubicBezTo>
                  <a:cubicBezTo>
                    <a:pt x="247" y="724"/>
                    <a:pt x="257" y="727"/>
                    <a:pt x="267" y="727"/>
                  </a:cubicBezTo>
                  <a:cubicBezTo>
                    <a:pt x="283" y="727"/>
                    <a:pt x="298" y="719"/>
                    <a:pt x="308" y="705"/>
                  </a:cubicBezTo>
                  <a:cubicBezTo>
                    <a:pt x="380" y="602"/>
                    <a:pt x="399" y="498"/>
                    <a:pt x="399" y="420"/>
                  </a:cubicBezTo>
                  <a:cubicBezTo>
                    <a:pt x="399" y="398"/>
                    <a:pt x="398" y="377"/>
                    <a:pt x="395" y="359"/>
                  </a:cubicBezTo>
                  <a:cubicBezTo>
                    <a:pt x="396" y="359"/>
                    <a:pt x="396" y="360"/>
                    <a:pt x="397" y="360"/>
                  </a:cubicBezTo>
                  <a:cubicBezTo>
                    <a:pt x="398" y="360"/>
                    <a:pt x="400" y="361"/>
                    <a:pt x="401" y="362"/>
                  </a:cubicBezTo>
                  <a:cubicBezTo>
                    <a:pt x="401" y="362"/>
                    <a:pt x="401" y="362"/>
                    <a:pt x="401" y="362"/>
                  </a:cubicBezTo>
                  <a:cubicBezTo>
                    <a:pt x="401" y="362"/>
                    <a:pt x="401" y="362"/>
                    <a:pt x="402" y="362"/>
                  </a:cubicBezTo>
                  <a:cubicBezTo>
                    <a:pt x="402" y="362"/>
                    <a:pt x="402" y="362"/>
                    <a:pt x="402" y="362"/>
                  </a:cubicBezTo>
                  <a:cubicBezTo>
                    <a:pt x="402" y="362"/>
                    <a:pt x="402" y="362"/>
                    <a:pt x="402" y="362"/>
                  </a:cubicBezTo>
                  <a:cubicBezTo>
                    <a:pt x="405" y="364"/>
                    <a:pt x="436" y="378"/>
                    <a:pt x="465" y="409"/>
                  </a:cubicBezTo>
                  <a:cubicBezTo>
                    <a:pt x="480" y="425"/>
                    <a:pt x="495" y="445"/>
                    <a:pt x="505" y="470"/>
                  </a:cubicBezTo>
                  <a:cubicBezTo>
                    <a:pt x="516" y="495"/>
                    <a:pt x="524" y="525"/>
                    <a:pt x="524" y="563"/>
                  </a:cubicBezTo>
                  <a:cubicBezTo>
                    <a:pt x="524" y="591"/>
                    <a:pt x="520" y="624"/>
                    <a:pt x="509" y="661"/>
                  </a:cubicBezTo>
                  <a:cubicBezTo>
                    <a:pt x="501" y="687"/>
                    <a:pt x="517" y="715"/>
                    <a:pt x="543" y="723"/>
                  </a:cubicBezTo>
                  <a:cubicBezTo>
                    <a:pt x="548" y="724"/>
                    <a:pt x="552" y="725"/>
                    <a:pt x="557" y="725"/>
                  </a:cubicBezTo>
                  <a:cubicBezTo>
                    <a:pt x="579" y="725"/>
                    <a:pt x="599" y="710"/>
                    <a:pt x="605" y="688"/>
                  </a:cubicBezTo>
                  <a:cubicBezTo>
                    <a:pt x="618" y="643"/>
                    <a:pt x="624" y="601"/>
                    <a:pt x="624" y="563"/>
                  </a:cubicBezTo>
                  <a:cubicBezTo>
                    <a:pt x="624" y="510"/>
                    <a:pt x="613" y="465"/>
                    <a:pt x="596" y="427"/>
                  </a:cubicBezTo>
                  <a:cubicBezTo>
                    <a:pt x="570" y="370"/>
                    <a:pt x="532" y="331"/>
                    <a:pt x="500" y="306"/>
                  </a:cubicBezTo>
                  <a:cubicBezTo>
                    <a:pt x="484" y="294"/>
                    <a:pt x="469" y="285"/>
                    <a:pt x="459" y="279"/>
                  </a:cubicBezTo>
                  <a:cubicBezTo>
                    <a:pt x="441" y="207"/>
                    <a:pt x="457" y="164"/>
                    <a:pt x="487" y="115"/>
                  </a:cubicBezTo>
                  <a:cubicBezTo>
                    <a:pt x="529" y="130"/>
                    <a:pt x="610" y="164"/>
                    <a:pt x="706" y="233"/>
                  </a:cubicBezTo>
                  <a:cubicBezTo>
                    <a:pt x="712" y="237"/>
                    <a:pt x="718" y="239"/>
                    <a:pt x="725" y="239"/>
                  </a:cubicBezTo>
                  <a:cubicBezTo>
                    <a:pt x="735" y="239"/>
                    <a:pt x="744" y="234"/>
                    <a:pt x="751" y="226"/>
                  </a:cubicBezTo>
                  <a:cubicBezTo>
                    <a:pt x="761" y="211"/>
                    <a:pt x="758" y="191"/>
                    <a:pt x="743" y="181"/>
                  </a:cubicBezTo>
                  <a:cubicBezTo>
                    <a:pt x="608" y="84"/>
                    <a:pt x="501" y="51"/>
                    <a:pt x="476" y="44"/>
                  </a:cubicBezTo>
                  <a:cubicBezTo>
                    <a:pt x="474" y="43"/>
                    <a:pt x="473" y="43"/>
                    <a:pt x="472" y="43"/>
                  </a:cubicBezTo>
                  <a:cubicBezTo>
                    <a:pt x="423" y="31"/>
                    <a:pt x="374" y="20"/>
                    <a:pt x="325" y="9"/>
                  </a:cubicBezTo>
                  <a:cubicBezTo>
                    <a:pt x="324" y="8"/>
                    <a:pt x="322" y="8"/>
                    <a:pt x="321" y="8"/>
                  </a:cubicBezTo>
                  <a:cubicBezTo>
                    <a:pt x="309" y="5"/>
                    <a:pt x="287" y="1"/>
                    <a:pt x="257" y="1"/>
                  </a:cubicBezTo>
                  <a:cubicBezTo>
                    <a:pt x="201" y="0"/>
                    <a:pt x="116" y="17"/>
                    <a:pt x="18" y="85"/>
                  </a:cubicBezTo>
                  <a:cubicBezTo>
                    <a:pt x="4" y="95"/>
                    <a:pt x="0" y="115"/>
                    <a:pt x="10" y="129"/>
                  </a:cubicBezTo>
                  <a:cubicBezTo>
                    <a:pt x="17" y="138"/>
                    <a:pt x="27" y="143"/>
                    <a:pt x="37" y="143"/>
                  </a:cubicBezTo>
                  <a:cubicBezTo>
                    <a:pt x="43" y="143"/>
                    <a:pt x="49" y="141"/>
                    <a:pt x="55" y="137"/>
                  </a:cubicBezTo>
                  <a:cubicBezTo>
                    <a:pt x="142" y="77"/>
                    <a:pt x="212" y="65"/>
                    <a:pt x="257" y="65"/>
                  </a:cubicBezTo>
                  <a:cubicBezTo>
                    <a:pt x="259" y="65"/>
                    <a:pt x="260" y="65"/>
                    <a:pt x="262"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47"/>
            <p:cNvSpPr>
              <a:spLocks/>
            </p:cNvSpPr>
            <p:nvPr/>
          </p:nvSpPr>
          <p:spPr bwMode="auto">
            <a:xfrm>
              <a:off x="363538" y="4010025"/>
              <a:ext cx="1331913" cy="188912"/>
            </a:xfrm>
            <a:custGeom>
              <a:avLst/>
              <a:gdLst>
                <a:gd name="T0" fmla="*/ 679 w 699"/>
                <a:gd name="T1" fmla="*/ 99 h 99"/>
                <a:gd name="T2" fmla="*/ 699 w 699"/>
                <a:gd name="T3" fmla="*/ 79 h 99"/>
                <a:gd name="T4" fmla="*/ 679 w 699"/>
                <a:gd name="T5" fmla="*/ 59 h 99"/>
                <a:gd name="T6" fmla="*/ 444 w 699"/>
                <a:gd name="T7" fmla="*/ 59 h 99"/>
                <a:gd name="T8" fmla="*/ 155 w 699"/>
                <a:gd name="T9" fmla="*/ 59 h 99"/>
                <a:gd name="T10" fmla="*/ 71 w 699"/>
                <a:gd name="T11" fmla="*/ 33 h 99"/>
                <a:gd name="T12" fmla="*/ 45 w 699"/>
                <a:gd name="T13" fmla="*/ 15 h 99"/>
                <a:gd name="T14" fmla="*/ 38 w 699"/>
                <a:gd name="T15" fmla="*/ 9 h 99"/>
                <a:gd name="T16" fmla="*/ 36 w 699"/>
                <a:gd name="T17" fmla="*/ 7 h 99"/>
                <a:gd name="T18" fmla="*/ 35 w 699"/>
                <a:gd name="T19" fmla="*/ 7 h 99"/>
                <a:gd name="T20" fmla="*/ 7 w 699"/>
                <a:gd name="T21" fmla="*/ 8 h 99"/>
                <a:gd name="T22" fmla="*/ 8 w 699"/>
                <a:gd name="T23" fmla="*/ 36 h 99"/>
                <a:gd name="T24" fmla="*/ 51 w 699"/>
                <a:gd name="T25" fmla="*/ 68 h 99"/>
                <a:gd name="T26" fmla="*/ 155 w 699"/>
                <a:gd name="T27" fmla="*/ 99 h 99"/>
                <a:gd name="T28" fmla="*/ 679 w 699"/>
                <a:gd name="T29"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99" h="99">
                  <a:moveTo>
                    <a:pt x="679" y="99"/>
                  </a:moveTo>
                  <a:cubicBezTo>
                    <a:pt x="690" y="99"/>
                    <a:pt x="699" y="90"/>
                    <a:pt x="699" y="79"/>
                  </a:cubicBezTo>
                  <a:cubicBezTo>
                    <a:pt x="699" y="68"/>
                    <a:pt x="690" y="59"/>
                    <a:pt x="679" y="59"/>
                  </a:cubicBezTo>
                  <a:cubicBezTo>
                    <a:pt x="679" y="59"/>
                    <a:pt x="566" y="59"/>
                    <a:pt x="444" y="59"/>
                  </a:cubicBezTo>
                  <a:cubicBezTo>
                    <a:pt x="322" y="59"/>
                    <a:pt x="191" y="59"/>
                    <a:pt x="155" y="59"/>
                  </a:cubicBezTo>
                  <a:cubicBezTo>
                    <a:pt x="124" y="59"/>
                    <a:pt x="94" y="46"/>
                    <a:pt x="71" y="33"/>
                  </a:cubicBezTo>
                  <a:cubicBezTo>
                    <a:pt x="60" y="26"/>
                    <a:pt x="51" y="20"/>
                    <a:pt x="45" y="15"/>
                  </a:cubicBezTo>
                  <a:cubicBezTo>
                    <a:pt x="42" y="12"/>
                    <a:pt x="39" y="10"/>
                    <a:pt x="38" y="9"/>
                  </a:cubicBezTo>
                  <a:cubicBezTo>
                    <a:pt x="37" y="8"/>
                    <a:pt x="36" y="8"/>
                    <a:pt x="36" y="7"/>
                  </a:cubicBezTo>
                  <a:cubicBezTo>
                    <a:pt x="35" y="7"/>
                    <a:pt x="35" y="7"/>
                    <a:pt x="35" y="7"/>
                  </a:cubicBezTo>
                  <a:cubicBezTo>
                    <a:pt x="27" y="0"/>
                    <a:pt x="15" y="0"/>
                    <a:pt x="7" y="8"/>
                  </a:cubicBezTo>
                  <a:cubicBezTo>
                    <a:pt x="0" y="16"/>
                    <a:pt x="0" y="29"/>
                    <a:pt x="8" y="36"/>
                  </a:cubicBezTo>
                  <a:cubicBezTo>
                    <a:pt x="9" y="37"/>
                    <a:pt x="25" y="52"/>
                    <a:pt x="51" y="68"/>
                  </a:cubicBezTo>
                  <a:cubicBezTo>
                    <a:pt x="77" y="83"/>
                    <a:pt x="114" y="99"/>
                    <a:pt x="155" y="99"/>
                  </a:cubicBezTo>
                  <a:cubicBezTo>
                    <a:pt x="227" y="99"/>
                    <a:pt x="679" y="99"/>
                    <a:pt x="679"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48"/>
            <p:cNvSpPr>
              <a:spLocks noEditPoints="1"/>
            </p:cNvSpPr>
            <p:nvPr/>
          </p:nvSpPr>
          <p:spPr bwMode="auto">
            <a:xfrm>
              <a:off x="523875" y="4216400"/>
              <a:ext cx="196850" cy="196850"/>
            </a:xfrm>
            <a:custGeom>
              <a:avLst/>
              <a:gdLst>
                <a:gd name="T0" fmla="*/ 52 w 104"/>
                <a:gd name="T1" fmla="*/ 0 h 104"/>
                <a:gd name="T2" fmla="*/ 0 w 104"/>
                <a:gd name="T3" fmla="*/ 52 h 104"/>
                <a:gd name="T4" fmla="*/ 52 w 104"/>
                <a:gd name="T5" fmla="*/ 104 h 104"/>
                <a:gd name="T6" fmla="*/ 104 w 104"/>
                <a:gd name="T7" fmla="*/ 52 h 104"/>
                <a:gd name="T8" fmla="*/ 52 w 104"/>
                <a:gd name="T9" fmla="*/ 0 h 104"/>
                <a:gd name="T10" fmla="*/ 52 w 104"/>
                <a:gd name="T11" fmla="*/ 77 h 104"/>
                <a:gd name="T12" fmla="*/ 28 w 104"/>
                <a:gd name="T13" fmla="*/ 52 h 104"/>
                <a:gd name="T14" fmla="*/ 52 w 104"/>
                <a:gd name="T15" fmla="*/ 28 h 104"/>
                <a:gd name="T16" fmla="*/ 77 w 104"/>
                <a:gd name="T17" fmla="*/ 52 h 104"/>
                <a:gd name="T18" fmla="*/ 52 w 104"/>
                <a:gd name="T19" fmla="*/ 77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4" h="104">
                  <a:moveTo>
                    <a:pt x="52" y="0"/>
                  </a:moveTo>
                  <a:cubicBezTo>
                    <a:pt x="24" y="0"/>
                    <a:pt x="0" y="24"/>
                    <a:pt x="0" y="52"/>
                  </a:cubicBezTo>
                  <a:cubicBezTo>
                    <a:pt x="0" y="81"/>
                    <a:pt x="24" y="104"/>
                    <a:pt x="52" y="104"/>
                  </a:cubicBezTo>
                  <a:cubicBezTo>
                    <a:pt x="81" y="104"/>
                    <a:pt x="104" y="81"/>
                    <a:pt x="104" y="52"/>
                  </a:cubicBezTo>
                  <a:cubicBezTo>
                    <a:pt x="104" y="24"/>
                    <a:pt x="81" y="0"/>
                    <a:pt x="52" y="0"/>
                  </a:cubicBezTo>
                  <a:close/>
                  <a:moveTo>
                    <a:pt x="52" y="77"/>
                  </a:moveTo>
                  <a:cubicBezTo>
                    <a:pt x="39" y="77"/>
                    <a:pt x="28" y="66"/>
                    <a:pt x="28" y="52"/>
                  </a:cubicBezTo>
                  <a:cubicBezTo>
                    <a:pt x="28" y="39"/>
                    <a:pt x="39" y="28"/>
                    <a:pt x="52" y="28"/>
                  </a:cubicBezTo>
                  <a:cubicBezTo>
                    <a:pt x="66" y="28"/>
                    <a:pt x="77" y="39"/>
                    <a:pt x="77" y="52"/>
                  </a:cubicBezTo>
                  <a:cubicBezTo>
                    <a:pt x="77" y="66"/>
                    <a:pt x="66" y="77"/>
                    <a:pt x="52"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49"/>
            <p:cNvSpPr>
              <a:spLocks noEditPoints="1"/>
            </p:cNvSpPr>
            <p:nvPr/>
          </p:nvSpPr>
          <p:spPr bwMode="auto">
            <a:xfrm>
              <a:off x="1397000" y="4216400"/>
              <a:ext cx="198438" cy="196850"/>
            </a:xfrm>
            <a:custGeom>
              <a:avLst/>
              <a:gdLst>
                <a:gd name="T0" fmla="*/ 0 w 104"/>
                <a:gd name="T1" fmla="*/ 52 h 104"/>
                <a:gd name="T2" fmla="*/ 52 w 104"/>
                <a:gd name="T3" fmla="*/ 104 h 104"/>
                <a:gd name="T4" fmla="*/ 104 w 104"/>
                <a:gd name="T5" fmla="*/ 52 h 104"/>
                <a:gd name="T6" fmla="*/ 52 w 104"/>
                <a:gd name="T7" fmla="*/ 0 h 104"/>
                <a:gd name="T8" fmla="*/ 0 w 104"/>
                <a:gd name="T9" fmla="*/ 52 h 104"/>
                <a:gd name="T10" fmla="*/ 77 w 104"/>
                <a:gd name="T11" fmla="*/ 52 h 104"/>
                <a:gd name="T12" fmla="*/ 52 w 104"/>
                <a:gd name="T13" fmla="*/ 77 h 104"/>
                <a:gd name="T14" fmla="*/ 27 w 104"/>
                <a:gd name="T15" fmla="*/ 52 h 104"/>
                <a:gd name="T16" fmla="*/ 52 w 104"/>
                <a:gd name="T17" fmla="*/ 28 h 104"/>
                <a:gd name="T18" fmla="*/ 77 w 104"/>
                <a:gd name="T19" fmla="*/ 5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4" h="104">
                  <a:moveTo>
                    <a:pt x="0" y="52"/>
                  </a:moveTo>
                  <a:cubicBezTo>
                    <a:pt x="0" y="81"/>
                    <a:pt x="23" y="104"/>
                    <a:pt x="52" y="104"/>
                  </a:cubicBezTo>
                  <a:cubicBezTo>
                    <a:pt x="81" y="104"/>
                    <a:pt x="104" y="81"/>
                    <a:pt x="104" y="52"/>
                  </a:cubicBezTo>
                  <a:cubicBezTo>
                    <a:pt x="104" y="24"/>
                    <a:pt x="81" y="0"/>
                    <a:pt x="52" y="0"/>
                  </a:cubicBezTo>
                  <a:cubicBezTo>
                    <a:pt x="23" y="0"/>
                    <a:pt x="0" y="24"/>
                    <a:pt x="0" y="52"/>
                  </a:cubicBezTo>
                  <a:close/>
                  <a:moveTo>
                    <a:pt x="77" y="52"/>
                  </a:moveTo>
                  <a:cubicBezTo>
                    <a:pt x="77" y="66"/>
                    <a:pt x="66" y="77"/>
                    <a:pt x="52" y="77"/>
                  </a:cubicBezTo>
                  <a:cubicBezTo>
                    <a:pt x="38" y="77"/>
                    <a:pt x="27" y="66"/>
                    <a:pt x="27" y="52"/>
                  </a:cubicBezTo>
                  <a:cubicBezTo>
                    <a:pt x="27" y="39"/>
                    <a:pt x="38" y="28"/>
                    <a:pt x="52" y="28"/>
                  </a:cubicBezTo>
                  <a:cubicBezTo>
                    <a:pt x="66" y="28"/>
                    <a:pt x="77" y="39"/>
                    <a:pt x="77"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50"/>
            <p:cNvSpPr>
              <a:spLocks/>
            </p:cNvSpPr>
            <p:nvPr/>
          </p:nvSpPr>
          <p:spPr bwMode="auto">
            <a:xfrm>
              <a:off x="982663" y="2335213"/>
              <a:ext cx="342900" cy="346075"/>
            </a:xfrm>
            <a:custGeom>
              <a:avLst/>
              <a:gdLst>
                <a:gd name="T0" fmla="*/ 91 w 180"/>
                <a:gd name="T1" fmla="*/ 1 h 181"/>
                <a:gd name="T2" fmla="*/ 0 w 180"/>
                <a:gd name="T3" fmla="*/ 90 h 181"/>
                <a:gd name="T4" fmla="*/ 89 w 180"/>
                <a:gd name="T5" fmla="*/ 181 h 181"/>
                <a:gd name="T6" fmla="*/ 180 w 180"/>
                <a:gd name="T7" fmla="*/ 91 h 181"/>
                <a:gd name="T8" fmla="*/ 91 w 180"/>
                <a:gd name="T9" fmla="*/ 1 h 181"/>
              </a:gdLst>
              <a:ahLst/>
              <a:cxnLst>
                <a:cxn ang="0">
                  <a:pos x="T0" y="T1"/>
                </a:cxn>
                <a:cxn ang="0">
                  <a:pos x="T2" y="T3"/>
                </a:cxn>
                <a:cxn ang="0">
                  <a:pos x="T4" y="T5"/>
                </a:cxn>
                <a:cxn ang="0">
                  <a:pos x="T6" y="T7"/>
                </a:cxn>
                <a:cxn ang="0">
                  <a:pos x="T8" y="T9"/>
                </a:cxn>
              </a:cxnLst>
              <a:rect l="0" t="0" r="r" b="b"/>
              <a:pathLst>
                <a:path w="180" h="181">
                  <a:moveTo>
                    <a:pt x="91" y="1"/>
                  </a:moveTo>
                  <a:cubicBezTo>
                    <a:pt x="41" y="0"/>
                    <a:pt x="0" y="40"/>
                    <a:pt x="0" y="90"/>
                  </a:cubicBezTo>
                  <a:cubicBezTo>
                    <a:pt x="0" y="140"/>
                    <a:pt x="40" y="180"/>
                    <a:pt x="89" y="181"/>
                  </a:cubicBezTo>
                  <a:cubicBezTo>
                    <a:pt x="139" y="181"/>
                    <a:pt x="180" y="141"/>
                    <a:pt x="180" y="91"/>
                  </a:cubicBezTo>
                  <a:cubicBezTo>
                    <a:pt x="180" y="42"/>
                    <a:pt x="140" y="1"/>
                    <a:pt x="9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5" name="组合 54"/>
          <p:cNvGrpSpPr/>
          <p:nvPr/>
        </p:nvGrpSpPr>
        <p:grpSpPr>
          <a:xfrm>
            <a:off x="3972617" y="2660035"/>
            <a:ext cx="1297751" cy="1701297"/>
            <a:chOff x="4891088" y="2476500"/>
            <a:chExt cx="1608137" cy="2108200"/>
          </a:xfrm>
          <a:solidFill>
            <a:schemeClr val="tx1">
              <a:lumMod val="65000"/>
              <a:lumOff val="35000"/>
            </a:schemeClr>
          </a:solidFill>
        </p:grpSpPr>
        <p:sp>
          <p:nvSpPr>
            <p:cNvPr id="56" name="Freeform 51"/>
            <p:cNvSpPr>
              <a:spLocks/>
            </p:cNvSpPr>
            <p:nvPr/>
          </p:nvSpPr>
          <p:spPr bwMode="auto">
            <a:xfrm>
              <a:off x="5475288" y="3216275"/>
              <a:ext cx="763588" cy="1368425"/>
            </a:xfrm>
            <a:custGeom>
              <a:avLst/>
              <a:gdLst>
                <a:gd name="T0" fmla="*/ 286 w 401"/>
                <a:gd name="T1" fmla="*/ 525 h 719"/>
                <a:gd name="T2" fmla="*/ 286 w 401"/>
                <a:gd name="T3" fmla="*/ 525 h 719"/>
                <a:gd name="T4" fmla="*/ 263 w 401"/>
                <a:gd name="T5" fmla="*/ 520 h 719"/>
                <a:gd name="T6" fmla="*/ 232 w 401"/>
                <a:gd name="T7" fmla="*/ 489 h 719"/>
                <a:gd name="T8" fmla="*/ 233 w 401"/>
                <a:gd name="T9" fmla="*/ 444 h 719"/>
                <a:gd name="T10" fmla="*/ 270 w 401"/>
                <a:gd name="T11" fmla="*/ 318 h 719"/>
                <a:gd name="T12" fmla="*/ 202 w 401"/>
                <a:gd name="T13" fmla="*/ 174 h 719"/>
                <a:gd name="T14" fmla="*/ 218 w 401"/>
                <a:gd name="T15" fmla="*/ 221 h 719"/>
                <a:gd name="T16" fmla="*/ 219 w 401"/>
                <a:gd name="T17" fmla="*/ 265 h 719"/>
                <a:gd name="T18" fmla="*/ 188 w 401"/>
                <a:gd name="T19" fmla="*/ 297 h 719"/>
                <a:gd name="T20" fmla="*/ 165 w 401"/>
                <a:gd name="T21" fmla="*/ 302 h 719"/>
                <a:gd name="T22" fmla="*/ 112 w 401"/>
                <a:gd name="T23" fmla="*/ 268 h 719"/>
                <a:gd name="T24" fmla="*/ 83 w 401"/>
                <a:gd name="T25" fmla="*/ 152 h 719"/>
                <a:gd name="T26" fmla="*/ 109 w 401"/>
                <a:gd name="T27" fmla="*/ 64 h 719"/>
                <a:gd name="T28" fmla="*/ 137 w 401"/>
                <a:gd name="T29" fmla="*/ 35 h 719"/>
                <a:gd name="T30" fmla="*/ 93 w 401"/>
                <a:gd name="T31" fmla="*/ 5 h 719"/>
                <a:gd name="T32" fmla="*/ 20 w 401"/>
                <a:gd name="T33" fmla="*/ 32 h 719"/>
                <a:gd name="T34" fmla="*/ 11 w 401"/>
                <a:gd name="T35" fmla="*/ 95 h 719"/>
                <a:gd name="T36" fmla="*/ 163 w 401"/>
                <a:gd name="T37" fmla="*/ 644 h 719"/>
                <a:gd name="T38" fmla="*/ 243 w 401"/>
                <a:gd name="T39" fmla="*/ 709 h 719"/>
                <a:gd name="T40" fmla="*/ 366 w 401"/>
                <a:gd name="T41" fmla="*/ 663 h 719"/>
                <a:gd name="T42" fmla="*/ 384 w 401"/>
                <a:gd name="T43" fmla="*/ 562 h 719"/>
                <a:gd name="T44" fmla="*/ 344 w 401"/>
                <a:gd name="T45" fmla="*/ 477 h 719"/>
                <a:gd name="T46" fmla="*/ 339 w 401"/>
                <a:gd name="T47" fmla="*/ 489 h 719"/>
                <a:gd name="T48" fmla="*/ 286 w 401"/>
                <a:gd name="T49" fmla="*/ 525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01" h="719">
                  <a:moveTo>
                    <a:pt x="286" y="525"/>
                  </a:moveTo>
                  <a:cubicBezTo>
                    <a:pt x="286" y="525"/>
                    <a:pt x="286" y="525"/>
                    <a:pt x="286" y="525"/>
                  </a:cubicBezTo>
                  <a:cubicBezTo>
                    <a:pt x="278" y="525"/>
                    <a:pt x="271" y="523"/>
                    <a:pt x="263" y="520"/>
                  </a:cubicBezTo>
                  <a:cubicBezTo>
                    <a:pt x="249" y="514"/>
                    <a:pt x="238" y="503"/>
                    <a:pt x="232" y="489"/>
                  </a:cubicBezTo>
                  <a:cubicBezTo>
                    <a:pt x="226" y="474"/>
                    <a:pt x="227" y="458"/>
                    <a:pt x="233" y="444"/>
                  </a:cubicBezTo>
                  <a:cubicBezTo>
                    <a:pt x="248" y="408"/>
                    <a:pt x="260" y="363"/>
                    <a:pt x="270" y="318"/>
                  </a:cubicBezTo>
                  <a:cubicBezTo>
                    <a:pt x="202" y="174"/>
                    <a:pt x="202" y="174"/>
                    <a:pt x="202" y="174"/>
                  </a:cubicBezTo>
                  <a:cubicBezTo>
                    <a:pt x="204" y="185"/>
                    <a:pt x="209" y="201"/>
                    <a:pt x="218" y="221"/>
                  </a:cubicBezTo>
                  <a:cubicBezTo>
                    <a:pt x="224" y="235"/>
                    <a:pt x="224" y="251"/>
                    <a:pt x="219" y="265"/>
                  </a:cubicBezTo>
                  <a:cubicBezTo>
                    <a:pt x="213" y="279"/>
                    <a:pt x="202" y="291"/>
                    <a:pt x="188" y="297"/>
                  </a:cubicBezTo>
                  <a:cubicBezTo>
                    <a:pt x="181" y="300"/>
                    <a:pt x="173" y="302"/>
                    <a:pt x="165" y="302"/>
                  </a:cubicBezTo>
                  <a:cubicBezTo>
                    <a:pt x="142" y="302"/>
                    <a:pt x="121" y="288"/>
                    <a:pt x="112" y="268"/>
                  </a:cubicBezTo>
                  <a:cubicBezTo>
                    <a:pt x="93" y="224"/>
                    <a:pt x="83" y="187"/>
                    <a:pt x="83" y="152"/>
                  </a:cubicBezTo>
                  <a:cubicBezTo>
                    <a:pt x="83" y="119"/>
                    <a:pt x="92" y="88"/>
                    <a:pt x="109" y="64"/>
                  </a:cubicBezTo>
                  <a:cubicBezTo>
                    <a:pt x="117" y="53"/>
                    <a:pt x="126" y="43"/>
                    <a:pt x="137" y="35"/>
                  </a:cubicBezTo>
                  <a:cubicBezTo>
                    <a:pt x="125" y="13"/>
                    <a:pt x="107" y="0"/>
                    <a:pt x="93" y="5"/>
                  </a:cubicBezTo>
                  <a:cubicBezTo>
                    <a:pt x="20" y="32"/>
                    <a:pt x="20" y="32"/>
                    <a:pt x="20" y="32"/>
                  </a:cubicBezTo>
                  <a:cubicBezTo>
                    <a:pt x="4" y="38"/>
                    <a:pt x="0" y="66"/>
                    <a:pt x="11" y="95"/>
                  </a:cubicBezTo>
                  <a:cubicBezTo>
                    <a:pt x="163" y="644"/>
                    <a:pt x="163" y="644"/>
                    <a:pt x="163" y="644"/>
                  </a:cubicBezTo>
                  <a:cubicBezTo>
                    <a:pt x="180" y="690"/>
                    <a:pt x="216" y="719"/>
                    <a:pt x="243" y="709"/>
                  </a:cubicBezTo>
                  <a:cubicBezTo>
                    <a:pt x="366" y="663"/>
                    <a:pt x="366" y="663"/>
                    <a:pt x="366" y="663"/>
                  </a:cubicBezTo>
                  <a:cubicBezTo>
                    <a:pt x="393" y="653"/>
                    <a:pt x="401" y="608"/>
                    <a:pt x="384" y="562"/>
                  </a:cubicBezTo>
                  <a:cubicBezTo>
                    <a:pt x="344" y="477"/>
                    <a:pt x="344" y="477"/>
                    <a:pt x="344" y="477"/>
                  </a:cubicBezTo>
                  <a:cubicBezTo>
                    <a:pt x="343" y="481"/>
                    <a:pt x="341" y="485"/>
                    <a:pt x="339" y="489"/>
                  </a:cubicBezTo>
                  <a:cubicBezTo>
                    <a:pt x="330" y="511"/>
                    <a:pt x="309" y="525"/>
                    <a:pt x="286" y="5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52"/>
            <p:cNvSpPr>
              <a:spLocks/>
            </p:cNvSpPr>
            <p:nvPr/>
          </p:nvSpPr>
          <p:spPr bwMode="auto">
            <a:xfrm>
              <a:off x="5372100" y="2598738"/>
              <a:ext cx="1127125" cy="1601787"/>
            </a:xfrm>
            <a:custGeom>
              <a:avLst/>
              <a:gdLst>
                <a:gd name="T0" fmla="*/ 56 w 591"/>
                <a:gd name="T1" fmla="*/ 84 h 841"/>
                <a:gd name="T2" fmla="*/ 108 w 591"/>
                <a:gd name="T3" fmla="*/ 64 h 841"/>
                <a:gd name="T4" fmla="*/ 157 w 591"/>
                <a:gd name="T5" fmla="*/ 78 h 841"/>
                <a:gd name="T6" fmla="*/ 221 w 591"/>
                <a:gd name="T7" fmla="*/ 129 h 841"/>
                <a:gd name="T8" fmla="*/ 240 w 591"/>
                <a:gd name="T9" fmla="*/ 152 h 841"/>
                <a:gd name="T10" fmla="*/ 245 w 591"/>
                <a:gd name="T11" fmla="*/ 159 h 841"/>
                <a:gd name="T12" fmla="*/ 247 w 591"/>
                <a:gd name="T13" fmla="*/ 160 h 841"/>
                <a:gd name="T14" fmla="*/ 247 w 591"/>
                <a:gd name="T15" fmla="*/ 161 h 841"/>
                <a:gd name="T16" fmla="*/ 251 w 591"/>
                <a:gd name="T17" fmla="*/ 165 h 841"/>
                <a:gd name="T18" fmla="*/ 296 w 591"/>
                <a:gd name="T19" fmla="*/ 326 h 841"/>
                <a:gd name="T20" fmla="*/ 227 w 591"/>
                <a:gd name="T21" fmla="*/ 345 h 841"/>
                <a:gd name="T22" fmla="*/ 170 w 591"/>
                <a:gd name="T23" fmla="*/ 393 h 841"/>
                <a:gd name="T24" fmla="*/ 145 w 591"/>
                <a:gd name="T25" fmla="*/ 476 h 841"/>
                <a:gd name="T26" fmla="*/ 173 w 591"/>
                <a:gd name="T27" fmla="*/ 588 h 841"/>
                <a:gd name="T28" fmla="*/ 219 w 591"/>
                <a:gd name="T29" fmla="*/ 618 h 841"/>
                <a:gd name="T30" fmla="*/ 239 w 591"/>
                <a:gd name="T31" fmla="*/ 614 h 841"/>
                <a:gd name="T32" fmla="*/ 264 w 591"/>
                <a:gd name="T33" fmla="*/ 548 h 841"/>
                <a:gd name="T34" fmla="*/ 245 w 591"/>
                <a:gd name="T35" fmla="*/ 476 h 841"/>
                <a:gd name="T36" fmla="*/ 252 w 591"/>
                <a:gd name="T37" fmla="*/ 450 h 841"/>
                <a:gd name="T38" fmla="*/ 264 w 591"/>
                <a:gd name="T39" fmla="*/ 439 h 841"/>
                <a:gd name="T40" fmla="*/ 298 w 591"/>
                <a:gd name="T41" fmla="*/ 427 h 841"/>
                <a:gd name="T42" fmla="*/ 336 w 591"/>
                <a:gd name="T43" fmla="*/ 424 h 841"/>
                <a:gd name="T44" fmla="*/ 349 w 591"/>
                <a:gd name="T45" fmla="*/ 424 h 841"/>
                <a:gd name="T46" fmla="*/ 353 w 591"/>
                <a:gd name="T47" fmla="*/ 424 h 841"/>
                <a:gd name="T48" fmla="*/ 353 w 591"/>
                <a:gd name="T49" fmla="*/ 424 h 841"/>
                <a:gd name="T50" fmla="*/ 362 w 591"/>
                <a:gd name="T51" fmla="*/ 425 h 841"/>
                <a:gd name="T52" fmla="*/ 355 w 591"/>
                <a:gd name="T53" fmla="*/ 495 h 841"/>
                <a:gd name="T54" fmla="*/ 294 w 591"/>
                <a:gd name="T55" fmla="*/ 771 h 841"/>
                <a:gd name="T56" fmla="*/ 321 w 591"/>
                <a:gd name="T57" fmla="*/ 837 h 841"/>
                <a:gd name="T58" fmla="*/ 340 w 591"/>
                <a:gd name="T59" fmla="*/ 841 h 841"/>
                <a:gd name="T60" fmla="*/ 386 w 591"/>
                <a:gd name="T61" fmla="*/ 810 h 841"/>
                <a:gd name="T62" fmla="*/ 432 w 591"/>
                <a:gd name="T63" fmla="*/ 652 h 841"/>
                <a:gd name="T64" fmla="*/ 466 w 591"/>
                <a:gd name="T65" fmla="*/ 385 h 841"/>
                <a:gd name="T66" fmla="*/ 466 w 591"/>
                <a:gd name="T67" fmla="*/ 382 h 841"/>
                <a:gd name="T68" fmla="*/ 491 w 591"/>
                <a:gd name="T69" fmla="*/ 190 h 841"/>
                <a:gd name="T70" fmla="*/ 527 w 591"/>
                <a:gd name="T71" fmla="*/ 319 h 841"/>
                <a:gd name="T72" fmla="*/ 524 w 591"/>
                <a:gd name="T73" fmla="*/ 357 h 841"/>
                <a:gd name="T74" fmla="*/ 552 w 591"/>
                <a:gd name="T75" fmla="*/ 393 h 841"/>
                <a:gd name="T76" fmla="*/ 556 w 591"/>
                <a:gd name="T77" fmla="*/ 393 h 841"/>
                <a:gd name="T78" fmla="*/ 588 w 591"/>
                <a:gd name="T79" fmla="*/ 365 h 841"/>
                <a:gd name="T80" fmla="*/ 591 w 591"/>
                <a:gd name="T81" fmla="*/ 319 h 841"/>
                <a:gd name="T82" fmla="*/ 522 w 591"/>
                <a:gd name="T83" fmla="*/ 126 h 841"/>
                <a:gd name="T84" fmla="*/ 452 w 591"/>
                <a:gd name="T85" fmla="*/ 66 h 841"/>
                <a:gd name="T86" fmla="*/ 426 w 591"/>
                <a:gd name="T87" fmla="*/ 65 h 841"/>
                <a:gd name="T88" fmla="*/ 339 w 591"/>
                <a:gd name="T89" fmla="*/ 126 h 841"/>
                <a:gd name="T90" fmla="*/ 335 w 591"/>
                <a:gd name="T91" fmla="*/ 126 h 841"/>
                <a:gd name="T92" fmla="*/ 243 w 591"/>
                <a:gd name="T93" fmla="*/ 61 h 841"/>
                <a:gd name="T94" fmla="*/ 187 w 591"/>
                <a:gd name="T95" fmla="*/ 21 h 841"/>
                <a:gd name="T96" fmla="*/ 108 w 591"/>
                <a:gd name="T97" fmla="*/ 0 h 841"/>
                <a:gd name="T98" fmla="*/ 16 w 591"/>
                <a:gd name="T99" fmla="*/ 34 h 841"/>
                <a:gd name="T100" fmla="*/ 11 w 591"/>
                <a:gd name="T101" fmla="*/ 78 h 841"/>
                <a:gd name="T102" fmla="*/ 56 w 591"/>
                <a:gd name="T103" fmla="*/ 84 h 8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91" h="841">
                  <a:moveTo>
                    <a:pt x="56" y="84"/>
                  </a:moveTo>
                  <a:cubicBezTo>
                    <a:pt x="75" y="69"/>
                    <a:pt x="92" y="64"/>
                    <a:pt x="108" y="64"/>
                  </a:cubicBezTo>
                  <a:cubicBezTo>
                    <a:pt x="124" y="64"/>
                    <a:pt x="140" y="69"/>
                    <a:pt x="157" y="78"/>
                  </a:cubicBezTo>
                  <a:cubicBezTo>
                    <a:pt x="181" y="91"/>
                    <a:pt x="205" y="112"/>
                    <a:pt x="221" y="129"/>
                  </a:cubicBezTo>
                  <a:cubicBezTo>
                    <a:pt x="229" y="138"/>
                    <a:pt x="236" y="146"/>
                    <a:pt x="240" y="152"/>
                  </a:cubicBezTo>
                  <a:cubicBezTo>
                    <a:pt x="243" y="155"/>
                    <a:pt x="244" y="157"/>
                    <a:pt x="245" y="159"/>
                  </a:cubicBezTo>
                  <a:cubicBezTo>
                    <a:pt x="246" y="160"/>
                    <a:pt x="246" y="160"/>
                    <a:pt x="247" y="160"/>
                  </a:cubicBezTo>
                  <a:cubicBezTo>
                    <a:pt x="247" y="161"/>
                    <a:pt x="247" y="161"/>
                    <a:pt x="247" y="161"/>
                  </a:cubicBezTo>
                  <a:cubicBezTo>
                    <a:pt x="248" y="162"/>
                    <a:pt x="249" y="164"/>
                    <a:pt x="251" y="165"/>
                  </a:cubicBezTo>
                  <a:cubicBezTo>
                    <a:pt x="291" y="219"/>
                    <a:pt x="319" y="239"/>
                    <a:pt x="296" y="326"/>
                  </a:cubicBezTo>
                  <a:cubicBezTo>
                    <a:pt x="275" y="329"/>
                    <a:pt x="251" y="334"/>
                    <a:pt x="227" y="345"/>
                  </a:cubicBezTo>
                  <a:cubicBezTo>
                    <a:pt x="207" y="355"/>
                    <a:pt x="186" y="370"/>
                    <a:pt x="170" y="393"/>
                  </a:cubicBezTo>
                  <a:cubicBezTo>
                    <a:pt x="154" y="415"/>
                    <a:pt x="145" y="444"/>
                    <a:pt x="145" y="476"/>
                  </a:cubicBezTo>
                  <a:cubicBezTo>
                    <a:pt x="145" y="510"/>
                    <a:pt x="154" y="546"/>
                    <a:pt x="173" y="588"/>
                  </a:cubicBezTo>
                  <a:cubicBezTo>
                    <a:pt x="181" y="607"/>
                    <a:pt x="199" y="618"/>
                    <a:pt x="219" y="618"/>
                  </a:cubicBezTo>
                  <a:cubicBezTo>
                    <a:pt x="225" y="618"/>
                    <a:pt x="232" y="617"/>
                    <a:pt x="239" y="614"/>
                  </a:cubicBezTo>
                  <a:cubicBezTo>
                    <a:pt x="264" y="603"/>
                    <a:pt x="276" y="573"/>
                    <a:pt x="264" y="548"/>
                  </a:cubicBezTo>
                  <a:cubicBezTo>
                    <a:pt x="250" y="515"/>
                    <a:pt x="245" y="491"/>
                    <a:pt x="245" y="476"/>
                  </a:cubicBezTo>
                  <a:cubicBezTo>
                    <a:pt x="245" y="462"/>
                    <a:pt x="248" y="455"/>
                    <a:pt x="252" y="450"/>
                  </a:cubicBezTo>
                  <a:cubicBezTo>
                    <a:pt x="255" y="446"/>
                    <a:pt x="258" y="442"/>
                    <a:pt x="264" y="439"/>
                  </a:cubicBezTo>
                  <a:cubicBezTo>
                    <a:pt x="272" y="434"/>
                    <a:pt x="285" y="429"/>
                    <a:pt x="298" y="427"/>
                  </a:cubicBezTo>
                  <a:cubicBezTo>
                    <a:pt x="312" y="424"/>
                    <a:pt x="325" y="424"/>
                    <a:pt x="336" y="424"/>
                  </a:cubicBezTo>
                  <a:cubicBezTo>
                    <a:pt x="341" y="424"/>
                    <a:pt x="346" y="424"/>
                    <a:pt x="349" y="424"/>
                  </a:cubicBezTo>
                  <a:cubicBezTo>
                    <a:pt x="351" y="424"/>
                    <a:pt x="352" y="424"/>
                    <a:pt x="353" y="424"/>
                  </a:cubicBezTo>
                  <a:cubicBezTo>
                    <a:pt x="353" y="424"/>
                    <a:pt x="353" y="424"/>
                    <a:pt x="353" y="424"/>
                  </a:cubicBezTo>
                  <a:cubicBezTo>
                    <a:pt x="356" y="425"/>
                    <a:pt x="359" y="425"/>
                    <a:pt x="362" y="425"/>
                  </a:cubicBezTo>
                  <a:cubicBezTo>
                    <a:pt x="360" y="446"/>
                    <a:pt x="358" y="470"/>
                    <a:pt x="355" y="495"/>
                  </a:cubicBezTo>
                  <a:cubicBezTo>
                    <a:pt x="344" y="590"/>
                    <a:pt x="324" y="700"/>
                    <a:pt x="294" y="771"/>
                  </a:cubicBezTo>
                  <a:cubicBezTo>
                    <a:pt x="283" y="797"/>
                    <a:pt x="295" y="826"/>
                    <a:pt x="321" y="837"/>
                  </a:cubicBezTo>
                  <a:cubicBezTo>
                    <a:pt x="327" y="839"/>
                    <a:pt x="333" y="841"/>
                    <a:pt x="340" y="841"/>
                  </a:cubicBezTo>
                  <a:cubicBezTo>
                    <a:pt x="359" y="841"/>
                    <a:pt x="378" y="829"/>
                    <a:pt x="386" y="810"/>
                  </a:cubicBezTo>
                  <a:cubicBezTo>
                    <a:pt x="406" y="763"/>
                    <a:pt x="421" y="708"/>
                    <a:pt x="432" y="652"/>
                  </a:cubicBezTo>
                  <a:cubicBezTo>
                    <a:pt x="451" y="555"/>
                    <a:pt x="461" y="454"/>
                    <a:pt x="466" y="385"/>
                  </a:cubicBezTo>
                  <a:cubicBezTo>
                    <a:pt x="466" y="384"/>
                    <a:pt x="466" y="383"/>
                    <a:pt x="466" y="382"/>
                  </a:cubicBezTo>
                  <a:cubicBezTo>
                    <a:pt x="481" y="307"/>
                    <a:pt x="493" y="252"/>
                    <a:pt x="491" y="190"/>
                  </a:cubicBezTo>
                  <a:cubicBezTo>
                    <a:pt x="510" y="221"/>
                    <a:pt x="527" y="262"/>
                    <a:pt x="527" y="319"/>
                  </a:cubicBezTo>
                  <a:cubicBezTo>
                    <a:pt x="527" y="331"/>
                    <a:pt x="526" y="344"/>
                    <a:pt x="524" y="357"/>
                  </a:cubicBezTo>
                  <a:cubicBezTo>
                    <a:pt x="522" y="375"/>
                    <a:pt x="534" y="391"/>
                    <a:pt x="552" y="393"/>
                  </a:cubicBezTo>
                  <a:cubicBezTo>
                    <a:pt x="553" y="393"/>
                    <a:pt x="555" y="393"/>
                    <a:pt x="556" y="393"/>
                  </a:cubicBezTo>
                  <a:cubicBezTo>
                    <a:pt x="572" y="393"/>
                    <a:pt x="586" y="382"/>
                    <a:pt x="588" y="365"/>
                  </a:cubicBezTo>
                  <a:cubicBezTo>
                    <a:pt x="590" y="349"/>
                    <a:pt x="591" y="334"/>
                    <a:pt x="591" y="319"/>
                  </a:cubicBezTo>
                  <a:cubicBezTo>
                    <a:pt x="591" y="230"/>
                    <a:pt x="557" y="166"/>
                    <a:pt x="522" y="126"/>
                  </a:cubicBezTo>
                  <a:cubicBezTo>
                    <a:pt x="488" y="85"/>
                    <a:pt x="455" y="68"/>
                    <a:pt x="452" y="66"/>
                  </a:cubicBezTo>
                  <a:cubicBezTo>
                    <a:pt x="444" y="62"/>
                    <a:pt x="434" y="62"/>
                    <a:pt x="426" y="65"/>
                  </a:cubicBezTo>
                  <a:cubicBezTo>
                    <a:pt x="412" y="99"/>
                    <a:pt x="379" y="124"/>
                    <a:pt x="339" y="126"/>
                  </a:cubicBezTo>
                  <a:cubicBezTo>
                    <a:pt x="338" y="126"/>
                    <a:pt x="337" y="126"/>
                    <a:pt x="335" y="126"/>
                  </a:cubicBezTo>
                  <a:cubicBezTo>
                    <a:pt x="293" y="126"/>
                    <a:pt x="257" y="99"/>
                    <a:pt x="243" y="61"/>
                  </a:cubicBezTo>
                  <a:cubicBezTo>
                    <a:pt x="227" y="47"/>
                    <a:pt x="208" y="32"/>
                    <a:pt x="187" y="21"/>
                  </a:cubicBezTo>
                  <a:cubicBezTo>
                    <a:pt x="164" y="9"/>
                    <a:pt x="137" y="0"/>
                    <a:pt x="108" y="0"/>
                  </a:cubicBezTo>
                  <a:cubicBezTo>
                    <a:pt x="78" y="0"/>
                    <a:pt x="45" y="10"/>
                    <a:pt x="16" y="34"/>
                  </a:cubicBezTo>
                  <a:cubicBezTo>
                    <a:pt x="2" y="44"/>
                    <a:pt x="0" y="65"/>
                    <a:pt x="11" y="78"/>
                  </a:cubicBezTo>
                  <a:cubicBezTo>
                    <a:pt x="22" y="92"/>
                    <a:pt x="42" y="95"/>
                    <a:pt x="56"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53"/>
            <p:cNvSpPr>
              <a:spLocks/>
            </p:cNvSpPr>
            <p:nvPr/>
          </p:nvSpPr>
          <p:spPr bwMode="auto">
            <a:xfrm>
              <a:off x="5835650" y="2476500"/>
              <a:ext cx="350838" cy="350837"/>
            </a:xfrm>
            <a:custGeom>
              <a:avLst/>
              <a:gdLst>
                <a:gd name="T0" fmla="*/ 96 w 184"/>
                <a:gd name="T1" fmla="*/ 182 h 184"/>
                <a:gd name="T2" fmla="*/ 182 w 184"/>
                <a:gd name="T3" fmla="*/ 89 h 184"/>
                <a:gd name="T4" fmla="*/ 89 w 184"/>
                <a:gd name="T5" fmla="*/ 2 h 184"/>
                <a:gd name="T6" fmla="*/ 2 w 184"/>
                <a:gd name="T7" fmla="*/ 96 h 184"/>
                <a:gd name="T8" fmla="*/ 96 w 184"/>
                <a:gd name="T9" fmla="*/ 182 h 184"/>
              </a:gdLst>
              <a:ahLst/>
              <a:cxnLst>
                <a:cxn ang="0">
                  <a:pos x="T0" y="T1"/>
                </a:cxn>
                <a:cxn ang="0">
                  <a:pos x="T2" y="T3"/>
                </a:cxn>
                <a:cxn ang="0">
                  <a:pos x="T4" y="T5"/>
                </a:cxn>
                <a:cxn ang="0">
                  <a:pos x="T6" y="T7"/>
                </a:cxn>
                <a:cxn ang="0">
                  <a:pos x="T8" y="T9"/>
                </a:cxn>
              </a:cxnLst>
              <a:rect l="0" t="0" r="r" b="b"/>
              <a:pathLst>
                <a:path w="184" h="184">
                  <a:moveTo>
                    <a:pt x="96" y="182"/>
                  </a:moveTo>
                  <a:cubicBezTo>
                    <a:pt x="145" y="180"/>
                    <a:pt x="184" y="138"/>
                    <a:pt x="182" y="89"/>
                  </a:cubicBezTo>
                  <a:cubicBezTo>
                    <a:pt x="180" y="39"/>
                    <a:pt x="138" y="0"/>
                    <a:pt x="89" y="2"/>
                  </a:cubicBezTo>
                  <a:cubicBezTo>
                    <a:pt x="39" y="4"/>
                    <a:pt x="0" y="46"/>
                    <a:pt x="2" y="96"/>
                  </a:cubicBezTo>
                  <a:cubicBezTo>
                    <a:pt x="4" y="145"/>
                    <a:pt x="46" y="184"/>
                    <a:pt x="96" y="1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54"/>
            <p:cNvSpPr>
              <a:spLocks/>
            </p:cNvSpPr>
            <p:nvPr/>
          </p:nvSpPr>
          <p:spPr bwMode="auto">
            <a:xfrm>
              <a:off x="4891088" y="2876550"/>
              <a:ext cx="855663" cy="744537"/>
            </a:xfrm>
            <a:custGeom>
              <a:avLst/>
              <a:gdLst>
                <a:gd name="T0" fmla="*/ 189 w 539"/>
                <a:gd name="T1" fmla="*/ 214 h 469"/>
                <a:gd name="T2" fmla="*/ 0 w 539"/>
                <a:gd name="T3" fmla="*/ 194 h 469"/>
                <a:gd name="T4" fmla="*/ 204 w 539"/>
                <a:gd name="T5" fmla="*/ 347 h 469"/>
                <a:gd name="T6" fmla="*/ 80 w 539"/>
                <a:gd name="T7" fmla="*/ 382 h 469"/>
                <a:gd name="T8" fmla="*/ 236 w 539"/>
                <a:gd name="T9" fmla="*/ 469 h 469"/>
                <a:gd name="T10" fmla="*/ 254 w 539"/>
                <a:gd name="T11" fmla="*/ 436 h 469"/>
                <a:gd name="T12" fmla="*/ 254 w 539"/>
                <a:gd name="T13" fmla="*/ 436 h 469"/>
                <a:gd name="T14" fmla="*/ 180 w 539"/>
                <a:gd name="T15" fmla="*/ 394 h 469"/>
                <a:gd name="T16" fmla="*/ 289 w 539"/>
                <a:gd name="T17" fmla="*/ 364 h 469"/>
                <a:gd name="T18" fmla="*/ 133 w 539"/>
                <a:gd name="T19" fmla="*/ 246 h 469"/>
                <a:gd name="T20" fmla="*/ 247 w 539"/>
                <a:gd name="T21" fmla="*/ 258 h 469"/>
                <a:gd name="T22" fmla="*/ 195 w 539"/>
                <a:gd name="T23" fmla="*/ 120 h 469"/>
                <a:gd name="T24" fmla="*/ 299 w 539"/>
                <a:gd name="T25" fmla="*/ 169 h 469"/>
                <a:gd name="T26" fmla="*/ 314 w 539"/>
                <a:gd name="T27" fmla="*/ 91 h 469"/>
                <a:gd name="T28" fmla="*/ 361 w 539"/>
                <a:gd name="T29" fmla="*/ 155 h 469"/>
                <a:gd name="T30" fmla="*/ 409 w 539"/>
                <a:gd name="T31" fmla="*/ 83 h 469"/>
                <a:gd name="T32" fmla="*/ 445 w 539"/>
                <a:gd name="T33" fmla="*/ 145 h 469"/>
                <a:gd name="T34" fmla="*/ 499 w 539"/>
                <a:gd name="T35" fmla="*/ 115 h 469"/>
                <a:gd name="T36" fmla="*/ 500 w 539"/>
                <a:gd name="T37" fmla="*/ 166 h 469"/>
                <a:gd name="T38" fmla="*/ 539 w 539"/>
                <a:gd name="T39" fmla="*/ 166 h 469"/>
                <a:gd name="T40" fmla="*/ 536 w 539"/>
                <a:gd name="T41" fmla="*/ 50 h 469"/>
                <a:gd name="T42" fmla="*/ 459 w 539"/>
                <a:gd name="T43" fmla="*/ 92 h 469"/>
                <a:gd name="T44" fmla="*/ 410 w 539"/>
                <a:gd name="T45" fmla="*/ 11 h 469"/>
                <a:gd name="T46" fmla="*/ 360 w 539"/>
                <a:gd name="T47" fmla="*/ 88 h 469"/>
                <a:gd name="T48" fmla="*/ 294 w 539"/>
                <a:gd name="T49" fmla="*/ 0 h 469"/>
                <a:gd name="T50" fmla="*/ 271 w 539"/>
                <a:gd name="T51" fmla="*/ 114 h 469"/>
                <a:gd name="T52" fmla="*/ 126 w 539"/>
                <a:gd name="T53" fmla="*/ 43 h 469"/>
                <a:gd name="T54" fmla="*/ 189 w 539"/>
                <a:gd name="T55" fmla="*/ 214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39" h="469">
                  <a:moveTo>
                    <a:pt x="189" y="214"/>
                  </a:moveTo>
                  <a:lnTo>
                    <a:pt x="0" y="194"/>
                  </a:lnTo>
                  <a:lnTo>
                    <a:pt x="204" y="347"/>
                  </a:lnTo>
                  <a:lnTo>
                    <a:pt x="80" y="382"/>
                  </a:lnTo>
                  <a:lnTo>
                    <a:pt x="236" y="469"/>
                  </a:lnTo>
                  <a:lnTo>
                    <a:pt x="254" y="436"/>
                  </a:lnTo>
                  <a:lnTo>
                    <a:pt x="254" y="436"/>
                  </a:lnTo>
                  <a:lnTo>
                    <a:pt x="180" y="394"/>
                  </a:lnTo>
                  <a:lnTo>
                    <a:pt x="289" y="364"/>
                  </a:lnTo>
                  <a:lnTo>
                    <a:pt x="133" y="246"/>
                  </a:lnTo>
                  <a:lnTo>
                    <a:pt x="247" y="258"/>
                  </a:lnTo>
                  <a:lnTo>
                    <a:pt x="195" y="120"/>
                  </a:lnTo>
                  <a:lnTo>
                    <a:pt x="299" y="169"/>
                  </a:lnTo>
                  <a:lnTo>
                    <a:pt x="314" y="91"/>
                  </a:lnTo>
                  <a:lnTo>
                    <a:pt x="361" y="155"/>
                  </a:lnTo>
                  <a:lnTo>
                    <a:pt x="409" y="83"/>
                  </a:lnTo>
                  <a:lnTo>
                    <a:pt x="445" y="145"/>
                  </a:lnTo>
                  <a:lnTo>
                    <a:pt x="499" y="115"/>
                  </a:lnTo>
                  <a:lnTo>
                    <a:pt x="500" y="166"/>
                  </a:lnTo>
                  <a:lnTo>
                    <a:pt x="539" y="166"/>
                  </a:lnTo>
                  <a:lnTo>
                    <a:pt x="536" y="50"/>
                  </a:lnTo>
                  <a:lnTo>
                    <a:pt x="459" y="92"/>
                  </a:lnTo>
                  <a:lnTo>
                    <a:pt x="410" y="11"/>
                  </a:lnTo>
                  <a:lnTo>
                    <a:pt x="360" y="88"/>
                  </a:lnTo>
                  <a:lnTo>
                    <a:pt x="294" y="0"/>
                  </a:lnTo>
                  <a:lnTo>
                    <a:pt x="271" y="114"/>
                  </a:lnTo>
                  <a:lnTo>
                    <a:pt x="126" y="43"/>
                  </a:lnTo>
                  <a:lnTo>
                    <a:pt x="189" y="2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0" name="组合 59"/>
          <p:cNvGrpSpPr/>
          <p:nvPr/>
        </p:nvGrpSpPr>
        <p:grpSpPr>
          <a:xfrm>
            <a:off x="3587006" y="4529157"/>
            <a:ext cx="2199645" cy="1666707"/>
            <a:chOff x="4413250" y="4792663"/>
            <a:chExt cx="2725738" cy="2065337"/>
          </a:xfrm>
          <a:solidFill>
            <a:schemeClr val="tx1">
              <a:lumMod val="65000"/>
              <a:lumOff val="35000"/>
            </a:schemeClr>
          </a:solidFill>
        </p:grpSpPr>
        <p:sp>
          <p:nvSpPr>
            <p:cNvPr id="61" name="Freeform 55"/>
            <p:cNvSpPr>
              <a:spLocks/>
            </p:cNvSpPr>
            <p:nvPr/>
          </p:nvSpPr>
          <p:spPr bwMode="auto">
            <a:xfrm>
              <a:off x="4413250" y="6011863"/>
              <a:ext cx="2725738" cy="846137"/>
            </a:xfrm>
            <a:custGeom>
              <a:avLst/>
              <a:gdLst>
                <a:gd name="T0" fmla="*/ 0 w 1717"/>
                <a:gd name="T1" fmla="*/ 504 h 533"/>
                <a:gd name="T2" fmla="*/ 0 w 1717"/>
                <a:gd name="T3" fmla="*/ 533 h 533"/>
                <a:gd name="T4" fmla="*/ 1717 w 1717"/>
                <a:gd name="T5" fmla="*/ 533 h 533"/>
                <a:gd name="T6" fmla="*/ 1717 w 1717"/>
                <a:gd name="T7" fmla="*/ 0 h 533"/>
                <a:gd name="T8" fmla="*/ 0 w 1717"/>
                <a:gd name="T9" fmla="*/ 504 h 533"/>
              </a:gdLst>
              <a:ahLst/>
              <a:cxnLst>
                <a:cxn ang="0">
                  <a:pos x="T0" y="T1"/>
                </a:cxn>
                <a:cxn ang="0">
                  <a:pos x="T2" y="T3"/>
                </a:cxn>
                <a:cxn ang="0">
                  <a:pos x="T4" y="T5"/>
                </a:cxn>
                <a:cxn ang="0">
                  <a:pos x="T6" y="T7"/>
                </a:cxn>
                <a:cxn ang="0">
                  <a:pos x="T8" y="T9"/>
                </a:cxn>
              </a:cxnLst>
              <a:rect l="0" t="0" r="r" b="b"/>
              <a:pathLst>
                <a:path w="1717" h="533">
                  <a:moveTo>
                    <a:pt x="0" y="504"/>
                  </a:moveTo>
                  <a:lnTo>
                    <a:pt x="0" y="533"/>
                  </a:lnTo>
                  <a:lnTo>
                    <a:pt x="1717" y="533"/>
                  </a:lnTo>
                  <a:lnTo>
                    <a:pt x="1717" y="0"/>
                  </a:lnTo>
                  <a:lnTo>
                    <a:pt x="0" y="5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56"/>
            <p:cNvSpPr>
              <a:spLocks/>
            </p:cNvSpPr>
            <p:nvPr/>
          </p:nvSpPr>
          <p:spPr bwMode="auto">
            <a:xfrm>
              <a:off x="5056188" y="6011863"/>
              <a:ext cx="1579563" cy="501650"/>
            </a:xfrm>
            <a:custGeom>
              <a:avLst/>
              <a:gdLst>
                <a:gd name="T0" fmla="*/ 11 w 829"/>
                <a:gd name="T1" fmla="*/ 237 h 263"/>
                <a:gd name="T2" fmla="*/ 59 w 829"/>
                <a:gd name="T3" fmla="*/ 263 h 263"/>
                <a:gd name="T4" fmla="*/ 816 w 829"/>
                <a:gd name="T5" fmla="*/ 33 h 263"/>
                <a:gd name="T6" fmla="*/ 826 w 829"/>
                <a:gd name="T7" fmla="*/ 13 h 263"/>
                <a:gd name="T8" fmla="*/ 806 w 829"/>
                <a:gd name="T9" fmla="*/ 2 h 263"/>
                <a:gd name="T10" fmla="*/ 63 w 829"/>
                <a:gd name="T11" fmla="*/ 229 h 263"/>
                <a:gd name="T12" fmla="*/ 26 w 829"/>
                <a:gd name="T13" fmla="*/ 209 h 263"/>
                <a:gd name="T14" fmla="*/ 5 w 829"/>
                <a:gd name="T15" fmla="*/ 216 h 263"/>
                <a:gd name="T16" fmla="*/ 11 w 829"/>
                <a:gd name="T17" fmla="*/ 237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9" h="263">
                  <a:moveTo>
                    <a:pt x="11" y="237"/>
                  </a:moveTo>
                  <a:cubicBezTo>
                    <a:pt x="59" y="263"/>
                    <a:pt x="59" y="263"/>
                    <a:pt x="59" y="263"/>
                  </a:cubicBezTo>
                  <a:cubicBezTo>
                    <a:pt x="816" y="33"/>
                    <a:pt x="816" y="33"/>
                    <a:pt x="816" y="33"/>
                  </a:cubicBezTo>
                  <a:cubicBezTo>
                    <a:pt x="824" y="30"/>
                    <a:pt x="829" y="21"/>
                    <a:pt x="826" y="13"/>
                  </a:cubicBezTo>
                  <a:cubicBezTo>
                    <a:pt x="824" y="5"/>
                    <a:pt x="815" y="0"/>
                    <a:pt x="806" y="2"/>
                  </a:cubicBezTo>
                  <a:cubicBezTo>
                    <a:pt x="63" y="229"/>
                    <a:pt x="63" y="229"/>
                    <a:pt x="63" y="229"/>
                  </a:cubicBezTo>
                  <a:cubicBezTo>
                    <a:pt x="26" y="209"/>
                    <a:pt x="26" y="209"/>
                    <a:pt x="26" y="209"/>
                  </a:cubicBezTo>
                  <a:cubicBezTo>
                    <a:pt x="18" y="205"/>
                    <a:pt x="9" y="208"/>
                    <a:pt x="5" y="216"/>
                  </a:cubicBezTo>
                  <a:cubicBezTo>
                    <a:pt x="0" y="224"/>
                    <a:pt x="3" y="233"/>
                    <a:pt x="11" y="2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57"/>
            <p:cNvSpPr>
              <a:spLocks/>
            </p:cNvSpPr>
            <p:nvPr/>
          </p:nvSpPr>
          <p:spPr bwMode="auto">
            <a:xfrm>
              <a:off x="4792663" y="4903788"/>
              <a:ext cx="388938" cy="388937"/>
            </a:xfrm>
            <a:custGeom>
              <a:avLst/>
              <a:gdLst>
                <a:gd name="T0" fmla="*/ 139 w 205"/>
                <a:gd name="T1" fmla="*/ 20 h 204"/>
                <a:gd name="T2" fmla="*/ 20 w 205"/>
                <a:gd name="T3" fmla="*/ 66 h 204"/>
                <a:gd name="T4" fmla="*/ 66 w 205"/>
                <a:gd name="T5" fmla="*/ 184 h 204"/>
                <a:gd name="T6" fmla="*/ 185 w 205"/>
                <a:gd name="T7" fmla="*/ 138 h 204"/>
                <a:gd name="T8" fmla="*/ 139 w 205"/>
                <a:gd name="T9" fmla="*/ 20 h 204"/>
              </a:gdLst>
              <a:ahLst/>
              <a:cxnLst>
                <a:cxn ang="0">
                  <a:pos x="T0" y="T1"/>
                </a:cxn>
                <a:cxn ang="0">
                  <a:pos x="T2" y="T3"/>
                </a:cxn>
                <a:cxn ang="0">
                  <a:pos x="T4" y="T5"/>
                </a:cxn>
                <a:cxn ang="0">
                  <a:pos x="T6" y="T7"/>
                </a:cxn>
                <a:cxn ang="0">
                  <a:pos x="T8" y="T9"/>
                </a:cxn>
              </a:cxnLst>
              <a:rect l="0" t="0" r="r" b="b"/>
              <a:pathLst>
                <a:path w="205" h="204">
                  <a:moveTo>
                    <a:pt x="139" y="20"/>
                  </a:moveTo>
                  <a:cubicBezTo>
                    <a:pt x="93" y="0"/>
                    <a:pt x="40" y="20"/>
                    <a:pt x="20" y="66"/>
                  </a:cubicBezTo>
                  <a:cubicBezTo>
                    <a:pt x="0" y="111"/>
                    <a:pt x="20" y="164"/>
                    <a:pt x="66" y="184"/>
                  </a:cubicBezTo>
                  <a:cubicBezTo>
                    <a:pt x="111" y="204"/>
                    <a:pt x="165" y="184"/>
                    <a:pt x="185" y="138"/>
                  </a:cubicBezTo>
                  <a:cubicBezTo>
                    <a:pt x="205" y="93"/>
                    <a:pt x="184" y="40"/>
                    <a:pt x="139"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58"/>
            <p:cNvSpPr>
              <a:spLocks/>
            </p:cNvSpPr>
            <p:nvPr/>
          </p:nvSpPr>
          <p:spPr bwMode="auto">
            <a:xfrm>
              <a:off x="5140325" y="5118100"/>
              <a:ext cx="685800" cy="593725"/>
            </a:xfrm>
            <a:custGeom>
              <a:avLst/>
              <a:gdLst>
                <a:gd name="T0" fmla="*/ 101 w 360"/>
                <a:gd name="T1" fmla="*/ 140 h 311"/>
                <a:gd name="T2" fmla="*/ 82 w 360"/>
                <a:gd name="T3" fmla="*/ 121 h 311"/>
                <a:gd name="T4" fmla="*/ 76 w 360"/>
                <a:gd name="T5" fmla="*/ 117 h 311"/>
                <a:gd name="T6" fmla="*/ 61 w 360"/>
                <a:gd name="T7" fmla="*/ 63 h 311"/>
                <a:gd name="T8" fmla="*/ 96 w 360"/>
                <a:gd name="T9" fmla="*/ 42 h 311"/>
                <a:gd name="T10" fmla="*/ 115 w 360"/>
                <a:gd name="T11" fmla="*/ 47 h 311"/>
                <a:gd name="T12" fmla="*/ 138 w 360"/>
                <a:gd name="T13" fmla="*/ 64 h 311"/>
                <a:gd name="T14" fmla="*/ 177 w 360"/>
                <a:gd name="T15" fmla="*/ 111 h 311"/>
                <a:gd name="T16" fmla="*/ 189 w 360"/>
                <a:gd name="T17" fmla="*/ 164 h 311"/>
                <a:gd name="T18" fmla="*/ 181 w 360"/>
                <a:gd name="T19" fmla="*/ 207 h 311"/>
                <a:gd name="T20" fmla="*/ 225 w 360"/>
                <a:gd name="T21" fmla="*/ 237 h 311"/>
                <a:gd name="T22" fmla="*/ 203 w 360"/>
                <a:gd name="T23" fmla="*/ 292 h 311"/>
                <a:gd name="T24" fmla="*/ 303 w 360"/>
                <a:gd name="T25" fmla="*/ 311 h 311"/>
                <a:gd name="T26" fmla="*/ 332 w 360"/>
                <a:gd name="T27" fmla="*/ 238 h 311"/>
                <a:gd name="T28" fmla="*/ 332 w 360"/>
                <a:gd name="T29" fmla="*/ 238 h 311"/>
                <a:gd name="T30" fmla="*/ 322 w 360"/>
                <a:gd name="T31" fmla="*/ 134 h 311"/>
                <a:gd name="T32" fmla="*/ 131 w 360"/>
                <a:gd name="T33" fmla="*/ 19 h 311"/>
                <a:gd name="T34" fmla="*/ 14 w 360"/>
                <a:gd name="T35" fmla="*/ 61 h 311"/>
                <a:gd name="T36" fmla="*/ 68 w 360"/>
                <a:gd name="T37" fmla="*/ 149 h 311"/>
                <a:gd name="T38" fmla="*/ 109 w 360"/>
                <a:gd name="T39" fmla="*/ 168 h 311"/>
                <a:gd name="T40" fmla="*/ 109 w 360"/>
                <a:gd name="T41" fmla="*/ 163 h 311"/>
                <a:gd name="T42" fmla="*/ 101 w 360"/>
                <a:gd name="T43" fmla="*/ 140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0" h="311">
                  <a:moveTo>
                    <a:pt x="101" y="140"/>
                  </a:moveTo>
                  <a:cubicBezTo>
                    <a:pt x="94" y="130"/>
                    <a:pt x="85" y="123"/>
                    <a:pt x="82" y="121"/>
                  </a:cubicBezTo>
                  <a:cubicBezTo>
                    <a:pt x="79" y="119"/>
                    <a:pt x="76" y="117"/>
                    <a:pt x="76" y="117"/>
                  </a:cubicBezTo>
                  <a:cubicBezTo>
                    <a:pt x="57" y="107"/>
                    <a:pt x="50" y="82"/>
                    <a:pt x="61" y="63"/>
                  </a:cubicBezTo>
                  <a:cubicBezTo>
                    <a:pt x="68" y="50"/>
                    <a:pt x="81" y="42"/>
                    <a:pt x="96" y="42"/>
                  </a:cubicBezTo>
                  <a:cubicBezTo>
                    <a:pt x="102" y="42"/>
                    <a:pt x="109" y="44"/>
                    <a:pt x="115" y="47"/>
                  </a:cubicBezTo>
                  <a:cubicBezTo>
                    <a:pt x="119" y="49"/>
                    <a:pt x="128" y="55"/>
                    <a:pt x="138" y="64"/>
                  </a:cubicBezTo>
                  <a:cubicBezTo>
                    <a:pt x="155" y="78"/>
                    <a:pt x="168" y="94"/>
                    <a:pt x="177" y="111"/>
                  </a:cubicBezTo>
                  <a:cubicBezTo>
                    <a:pt x="185" y="128"/>
                    <a:pt x="189" y="146"/>
                    <a:pt x="189" y="164"/>
                  </a:cubicBezTo>
                  <a:cubicBezTo>
                    <a:pt x="189" y="178"/>
                    <a:pt x="186" y="192"/>
                    <a:pt x="181" y="207"/>
                  </a:cubicBezTo>
                  <a:cubicBezTo>
                    <a:pt x="196" y="216"/>
                    <a:pt x="211" y="226"/>
                    <a:pt x="225" y="237"/>
                  </a:cubicBezTo>
                  <a:cubicBezTo>
                    <a:pt x="203" y="292"/>
                    <a:pt x="203" y="292"/>
                    <a:pt x="203" y="292"/>
                  </a:cubicBezTo>
                  <a:cubicBezTo>
                    <a:pt x="303" y="311"/>
                    <a:pt x="303" y="311"/>
                    <a:pt x="303" y="311"/>
                  </a:cubicBezTo>
                  <a:cubicBezTo>
                    <a:pt x="332" y="238"/>
                    <a:pt x="332" y="238"/>
                    <a:pt x="332" y="238"/>
                  </a:cubicBezTo>
                  <a:cubicBezTo>
                    <a:pt x="332" y="238"/>
                    <a:pt x="332" y="238"/>
                    <a:pt x="332" y="238"/>
                  </a:cubicBezTo>
                  <a:cubicBezTo>
                    <a:pt x="350" y="211"/>
                    <a:pt x="360" y="176"/>
                    <a:pt x="322" y="134"/>
                  </a:cubicBezTo>
                  <a:cubicBezTo>
                    <a:pt x="257" y="73"/>
                    <a:pt x="212" y="46"/>
                    <a:pt x="131" y="19"/>
                  </a:cubicBezTo>
                  <a:cubicBezTo>
                    <a:pt x="72" y="0"/>
                    <a:pt x="28" y="28"/>
                    <a:pt x="14" y="61"/>
                  </a:cubicBezTo>
                  <a:cubicBezTo>
                    <a:pt x="0" y="93"/>
                    <a:pt x="29" y="134"/>
                    <a:pt x="68" y="149"/>
                  </a:cubicBezTo>
                  <a:cubicBezTo>
                    <a:pt x="80" y="155"/>
                    <a:pt x="94" y="161"/>
                    <a:pt x="109" y="168"/>
                  </a:cubicBezTo>
                  <a:cubicBezTo>
                    <a:pt x="109" y="166"/>
                    <a:pt x="109" y="165"/>
                    <a:pt x="109" y="163"/>
                  </a:cubicBezTo>
                  <a:cubicBezTo>
                    <a:pt x="109" y="156"/>
                    <a:pt x="106" y="148"/>
                    <a:pt x="101" y="1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59"/>
            <p:cNvSpPr>
              <a:spLocks/>
            </p:cNvSpPr>
            <p:nvPr/>
          </p:nvSpPr>
          <p:spPr bwMode="auto">
            <a:xfrm>
              <a:off x="5475288" y="5746750"/>
              <a:ext cx="452438" cy="473075"/>
            </a:xfrm>
            <a:custGeom>
              <a:avLst/>
              <a:gdLst>
                <a:gd name="T0" fmla="*/ 7 w 237"/>
                <a:gd name="T1" fmla="*/ 14 h 248"/>
                <a:gd name="T2" fmla="*/ 13 w 237"/>
                <a:gd name="T3" fmla="*/ 63 h 248"/>
                <a:gd name="T4" fmla="*/ 141 w 237"/>
                <a:gd name="T5" fmla="*/ 228 h 248"/>
                <a:gd name="T6" fmla="*/ 181 w 237"/>
                <a:gd name="T7" fmla="*/ 248 h 248"/>
                <a:gd name="T8" fmla="*/ 212 w 237"/>
                <a:gd name="T9" fmla="*/ 237 h 248"/>
                <a:gd name="T10" fmla="*/ 221 w 237"/>
                <a:gd name="T11" fmla="*/ 167 h 248"/>
                <a:gd name="T12" fmla="*/ 110 w 237"/>
                <a:gd name="T13" fmla="*/ 24 h 248"/>
                <a:gd name="T14" fmla="*/ 112 w 237"/>
                <a:gd name="T15" fmla="*/ 19 h 248"/>
                <a:gd name="T16" fmla="*/ 12 w 237"/>
                <a:gd name="T17" fmla="*/ 0 h 248"/>
                <a:gd name="T18" fmla="*/ 7 w 237"/>
                <a:gd name="T19" fmla="*/ 14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7" h="248">
                  <a:moveTo>
                    <a:pt x="7" y="14"/>
                  </a:moveTo>
                  <a:cubicBezTo>
                    <a:pt x="0" y="30"/>
                    <a:pt x="3" y="49"/>
                    <a:pt x="13" y="63"/>
                  </a:cubicBezTo>
                  <a:cubicBezTo>
                    <a:pt x="141" y="228"/>
                    <a:pt x="141" y="228"/>
                    <a:pt x="141" y="228"/>
                  </a:cubicBezTo>
                  <a:cubicBezTo>
                    <a:pt x="151" y="241"/>
                    <a:pt x="166" y="248"/>
                    <a:pt x="181" y="248"/>
                  </a:cubicBezTo>
                  <a:cubicBezTo>
                    <a:pt x="192" y="248"/>
                    <a:pt x="202" y="244"/>
                    <a:pt x="212" y="237"/>
                  </a:cubicBezTo>
                  <a:cubicBezTo>
                    <a:pt x="233" y="220"/>
                    <a:pt x="237" y="189"/>
                    <a:pt x="221" y="167"/>
                  </a:cubicBezTo>
                  <a:cubicBezTo>
                    <a:pt x="110" y="24"/>
                    <a:pt x="110" y="24"/>
                    <a:pt x="110" y="24"/>
                  </a:cubicBezTo>
                  <a:cubicBezTo>
                    <a:pt x="112" y="19"/>
                    <a:pt x="112" y="19"/>
                    <a:pt x="112" y="19"/>
                  </a:cubicBezTo>
                  <a:cubicBezTo>
                    <a:pt x="12" y="0"/>
                    <a:pt x="12" y="0"/>
                    <a:pt x="12" y="0"/>
                  </a:cubicBezTo>
                  <a:lnTo>
                    <a:pt x="7"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60"/>
            <p:cNvSpPr>
              <a:spLocks/>
            </p:cNvSpPr>
            <p:nvPr/>
          </p:nvSpPr>
          <p:spPr bwMode="auto">
            <a:xfrm>
              <a:off x="5099050" y="5611813"/>
              <a:ext cx="77788" cy="55562"/>
            </a:xfrm>
            <a:custGeom>
              <a:avLst/>
              <a:gdLst>
                <a:gd name="T0" fmla="*/ 33 w 41"/>
                <a:gd name="T1" fmla="*/ 23 h 29"/>
                <a:gd name="T2" fmla="*/ 41 w 41"/>
                <a:gd name="T3" fmla="*/ 6 h 29"/>
                <a:gd name="T4" fmla="*/ 15 w 41"/>
                <a:gd name="T5" fmla="*/ 1 h 29"/>
                <a:gd name="T6" fmla="*/ 1 w 41"/>
                <a:gd name="T7" fmla="*/ 11 h 29"/>
                <a:gd name="T8" fmla="*/ 11 w 41"/>
                <a:gd name="T9" fmla="*/ 25 h 29"/>
                <a:gd name="T10" fmla="*/ 32 w 41"/>
                <a:gd name="T11" fmla="*/ 29 h 29"/>
                <a:gd name="T12" fmla="*/ 33 w 41"/>
                <a:gd name="T13" fmla="*/ 23 h 29"/>
              </a:gdLst>
              <a:ahLst/>
              <a:cxnLst>
                <a:cxn ang="0">
                  <a:pos x="T0" y="T1"/>
                </a:cxn>
                <a:cxn ang="0">
                  <a:pos x="T2" y="T3"/>
                </a:cxn>
                <a:cxn ang="0">
                  <a:pos x="T4" y="T5"/>
                </a:cxn>
                <a:cxn ang="0">
                  <a:pos x="T6" y="T7"/>
                </a:cxn>
                <a:cxn ang="0">
                  <a:pos x="T8" y="T9"/>
                </a:cxn>
                <a:cxn ang="0">
                  <a:pos x="T10" y="T11"/>
                </a:cxn>
                <a:cxn ang="0">
                  <a:pos x="T12" y="T13"/>
                </a:cxn>
              </a:cxnLst>
              <a:rect l="0" t="0" r="r" b="b"/>
              <a:pathLst>
                <a:path w="41" h="29">
                  <a:moveTo>
                    <a:pt x="33" y="23"/>
                  </a:moveTo>
                  <a:cubicBezTo>
                    <a:pt x="34" y="17"/>
                    <a:pt x="37" y="11"/>
                    <a:pt x="41" y="6"/>
                  </a:cubicBezTo>
                  <a:cubicBezTo>
                    <a:pt x="15" y="1"/>
                    <a:pt x="15" y="1"/>
                    <a:pt x="15" y="1"/>
                  </a:cubicBezTo>
                  <a:cubicBezTo>
                    <a:pt x="9" y="0"/>
                    <a:pt x="3" y="4"/>
                    <a:pt x="1" y="11"/>
                  </a:cubicBezTo>
                  <a:cubicBezTo>
                    <a:pt x="0" y="17"/>
                    <a:pt x="4" y="24"/>
                    <a:pt x="11" y="25"/>
                  </a:cubicBezTo>
                  <a:cubicBezTo>
                    <a:pt x="32" y="29"/>
                    <a:pt x="32" y="29"/>
                    <a:pt x="32" y="29"/>
                  </a:cubicBezTo>
                  <a:cubicBezTo>
                    <a:pt x="33" y="27"/>
                    <a:pt x="33" y="25"/>
                    <a:pt x="33"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61"/>
            <p:cNvSpPr>
              <a:spLocks/>
            </p:cNvSpPr>
            <p:nvPr/>
          </p:nvSpPr>
          <p:spPr bwMode="auto">
            <a:xfrm>
              <a:off x="5329238" y="5661025"/>
              <a:ext cx="944563" cy="279400"/>
            </a:xfrm>
            <a:custGeom>
              <a:avLst/>
              <a:gdLst>
                <a:gd name="T0" fmla="*/ 443 w 496"/>
                <a:gd name="T1" fmla="*/ 104 h 146"/>
                <a:gd name="T2" fmla="*/ 446 w 496"/>
                <a:gd name="T3" fmla="*/ 145 h 146"/>
                <a:gd name="T4" fmla="*/ 464 w 496"/>
                <a:gd name="T5" fmla="*/ 108 h 146"/>
                <a:gd name="T6" fmla="*/ 481 w 496"/>
                <a:gd name="T7" fmla="*/ 111 h 146"/>
                <a:gd name="T8" fmla="*/ 490 w 496"/>
                <a:gd name="T9" fmla="*/ 109 h 146"/>
                <a:gd name="T10" fmla="*/ 495 w 496"/>
                <a:gd name="T11" fmla="*/ 102 h 146"/>
                <a:gd name="T12" fmla="*/ 485 w 496"/>
                <a:gd name="T13" fmla="*/ 88 h 146"/>
                <a:gd name="T14" fmla="*/ 468 w 496"/>
                <a:gd name="T15" fmla="*/ 85 h 146"/>
                <a:gd name="T16" fmla="*/ 465 w 496"/>
                <a:gd name="T17" fmla="*/ 43 h 146"/>
                <a:gd name="T18" fmla="*/ 447 w 496"/>
                <a:gd name="T19" fmla="*/ 81 h 146"/>
                <a:gd name="T20" fmla="*/ 24 w 496"/>
                <a:gd name="T21" fmla="*/ 0 h 146"/>
                <a:gd name="T22" fmla="*/ 0 w 496"/>
                <a:gd name="T23" fmla="*/ 20 h 146"/>
                <a:gd name="T24" fmla="*/ 443 w 496"/>
                <a:gd name="T25" fmla="*/ 104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6" h="146">
                  <a:moveTo>
                    <a:pt x="443" y="104"/>
                  </a:moveTo>
                  <a:cubicBezTo>
                    <a:pt x="440" y="127"/>
                    <a:pt x="441" y="144"/>
                    <a:pt x="446" y="145"/>
                  </a:cubicBezTo>
                  <a:cubicBezTo>
                    <a:pt x="451" y="146"/>
                    <a:pt x="458" y="130"/>
                    <a:pt x="464" y="108"/>
                  </a:cubicBezTo>
                  <a:cubicBezTo>
                    <a:pt x="481" y="111"/>
                    <a:pt x="481" y="111"/>
                    <a:pt x="481" y="111"/>
                  </a:cubicBezTo>
                  <a:cubicBezTo>
                    <a:pt x="484" y="112"/>
                    <a:pt x="488" y="111"/>
                    <a:pt x="490" y="109"/>
                  </a:cubicBezTo>
                  <a:cubicBezTo>
                    <a:pt x="492" y="107"/>
                    <a:pt x="494" y="105"/>
                    <a:pt x="495" y="102"/>
                  </a:cubicBezTo>
                  <a:cubicBezTo>
                    <a:pt x="496" y="95"/>
                    <a:pt x="492" y="89"/>
                    <a:pt x="485" y="88"/>
                  </a:cubicBezTo>
                  <a:cubicBezTo>
                    <a:pt x="468" y="85"/>
                    <a:pt x="468" y="85"/>
                    <a:pt x="468" y="85"/>
                  </a:cubicBezTo>
                  <a:cubicBezTo>
                    <a:pt x="472" y="62"/>
                    <a:pt x="471" y="44"/>
                    <a:pt x="465" y="43"/>
                  </a:cubicBezTo>
                  <a:cubicBezTo>
                    <a:pt x="460" y="42"/>
                    <a:pt x="453" y="58"/>
                    <a:pt x="447" y="81"/>
                  </a:cubicBezTo>
                  <a:cubicBezTo>
                    <a:pt x="24" y="0"/>
                    <a:pt x="24" y="0"/>
                    <a:pt x="24" y="0"/>
                  </a:cubicBezTo>
                  <a:cubicBezTo>
                    <a:pt x="17" y="7"/>
                    <a:pt x="9" y="13"/>
                    <a:pt x="0" y="20"/>
                  </a:cubicBezTo>
                  <a:lnTo>
                    <a:pt x="443" y="1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62"/>
            <p:cNvSpPr>
              <a:spLocks/>
            </p:cNvSpPr>
            <p:nvPr/>
          </p:nvSpPr>
          <p:spPr bwMode="auto">
            <a:xfrm>
              <a:off x="5167313" y="5207000"/>
              <a:ext cx="317500" cy="525462"/>
            </a:xfrm>
            <a:custGeom>
              <a:avLst/>
              <a:gdLst>
                <a:gd name="T0" fmla="*/ 19 w 167"/>
                <a:gd name="T1" fmla="*/ 218 h 276"/>
                <a:gd name="T2" fmla="*/ 10 w 167"/>
                <a:gd name="T3" fmla="*/ 262 h 276"/>
                <a:gd name="T4" fmla="*/ 36 w 167"/>
                <a:gd name="T5" fmla="*/ 276 h 276"/>
                <a:gd name="T6" fmla="*/ 54 w 167"/>
                <a:gd name="T7" fmla="*/ 271 h 276"/>
                <a:gd name="T8" fmla="*/ 140 w 167"/>
                <a:gd name="T9" fmla="*/ 193 h 276"/>
                <a:gd name="T10" fmla="*/ 167 w 167"/>
                <a:gd name="T11" fmla="*/ 118 h 276"/>
                <a:gd name="T12" fmla="*/ 155 w 167"/>
                <a:gd name="T13" fmla="*/ 69 h 276"/>
                <a:gd name="T14" fmla="*/ 119 w 167"/>
                <a:gd name="T15" fmla="*/ 24 h 276"/>
                <a:gd name="T16" fmla="*/ 97 w 167"/>
                <a:gd name="T17" fmla="*/ 8 h 276"/>
                <a:gd name="T18" fmla="*/ 54 w 167"/>
                <a:gd name="T19" fmla="*/ 21 h 276"/>
                <a:gd name="T20" fmla="*/ 66 w 167"/>
                <a:gd name="T21" fmla="*/ 64 h 276"/>
                <a:gd name="T22" fmla="*/ 73 w 167"/>
                <a:gd name="T23" fmla="*/ 69 h 276"/>
                <a:gd name="T24" fmla="*/ 93 w 167"/>
                <a:gd name="T25" fmla="*/ 89 h 276"/>
                <a:gd name="T26" fmla="*/ 103 w 167"/>
                <a:gd name="T27" fmla="*/ 118 h 276"/>
                <a:gd name="T28" fmla="*/ 88 w 167"/>
                <a:gd name="T29" fmla="*/ 156 h 276"/>
                <a:gd name="T30" fmla="*/ 19 w 167"/>
                <a:gd name="T31" fmla="*/ 218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7" h="276">
                  <a:moveTo>
                    <a:pt x="19" y="218"/>
                  </a:moveTo>
                  <a:cubicBezTo>
                    <a:pt x="4" y="227"/>
                    <a:pt x="0" y="247"/>
                    <a:pt x="10" y="262"/>
                  </a:cubicBezTo>
                  <a:cubicBezTo>
                    <a:pt x="16" y="271"/>
                    <a:pt x="26" y="276"/>
                    <a:pt x="36" y="276"/>
                  </a:cubicBezTo>
                  <a:cubicBezTo>
                    <a:pt x="42" y="276"/>
                    <a:pt x="49" y="275"/>
                    <a:pt x="54" y="271"/>
                  </a:cubicBezTo>
                  <a:cubicBezTo>
                    <a:pt x="94" y="244"/>
                    <a:pt x="122" y="219"/>
                    <a:pt x="140" y="193"/>
                  </a:cubicBezTo>
                  <a:cubicBezTo>
                    <a:pt x="159" y="168"/>
                    <a:pt x="167" y="142"/>
                    <a:pt x="167" y="118"/>
                  </a:cubicBezTo>
                  <a:cubicBezTo>
                    <a:pt x="167" y="99"/>
                    <a:pt x="162" y="82"/>
                    <a:pt x="155" y="69"/>
                  </a:cubicBezTo>
                  <a:cubicBezTo>
                    <a:pt x="145" y="48"/>
                    <a:pt x="131" y="34"/>
                    <a:pt x="119" y="24"/>
                  </a:cubicBezTo>
                  <a:cubicBezTo>
                    <a:pt x="108" y="14"/>
                    <a:pt x="98" y="9"/>
                    <a:pt x="97" y="8"/>
                  </a:cubicBezTo>
                  <a:cubicBezTo>
                    <a:pt x="82" y="0"/>
                    <a:pt x="62" y="5"/>
                    <a:pt x="54" y="21"/>
                  </a:cubicBezTo>
                  <a:cubicBezTo>
                    <a:pt x="45" y="36"/>
                    <a:pt x="51" y="56"/>
                    <a:pt x="66" y="64"/>
                  </a:cubicBezTo>
                  <a:cubicBezTo>
                    <a:pt x="67" y="65"/>
                    <a:pt x="69" y="66"/>
                    <a:pt x="73" y="69"/>
                  </a:cubicBezTo>
                  <a:cubicBezTo>
                    <a:pt x="78" y="73"/>
                    <a:pt x="87" y="80"/>
                    <a:pt x="93" y="89"/>
                  </a:cubicBezTo>
                  <a:cubicBezTo>
                    <a:pt x="99" y="98"/>
                    <a:pt x="103" y="107"/>
                    <a:pt x="103" y="118"/>
                  </a:cubicBezTo>
                  <a:cubicBezTo>
                    <a:pt x="103" y="127"/>
                    <a:pt x="100" y="139"/>
                    <a:pt x="88" y="156"/>
                  </a:cubicBezTo>
                  <a:cubicBezTo>
                    <a:pt x="76" y="173"/>
                    <a:pt x="54" y="194"/>
                    <a:pt x="19" y="2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63"/>
            <p:cNvSpPr>
              <a:spLocks/>
            </p:cNvSpPr>
            <p:nvPr/>
          </p:nvSpPr>
          <p:spPr bwMode="auto">
            <a:xfrm>
              <a:off x="5607050" y="4792663"/>
              <a:ext cx="808038" cy="304800"/>
            </a:xfrm>
            <a:custGeom>
              <a:avLst/>
              <a:gdLst>
                <a:gd name="T0" fmla="*/ 8 w 509"/>
                <a:gd name="T1" fmla="*/ 192 h 192"/>
                <a:gd name="T2" fmla="*/ 509 w 509"/>
                <a:gd name="T3" fmla="*/ 24 h 192"/>
                <a:gd name="T4" fmla="*/ 500 w 509"/>
                <a:gd name="T5" fmla="*/ 0 h 192"/>
                <a:gd name="T6" fmla="*/ 0 w 509"/>
                <a:gd name="T7" fmla="*/ 168 h 192"/>
                <a:gd name="T8" fmla="*/ 8 w 509"/>
                <a:gd name="T9" fmla="*/ 192 h 192"/>
              </a:gdLst>
              <a:ahLst/>
              <a:cxnLst>
                <a:cxn ang="0">
                  <a:pos x="T0" y="T1"/>
                </a:cxn>
                <a:cxn ang="0">
                  <a:pos x="T2" y="T3"/>
                </a:cxn>
                <a:cxn ang="0">
                  <a:pos x="T4" y="T5"/>
                </a:cxn>
                <a:cxn ang="0">
                  <a:pos x="T6" y="T7"/>
                </a:cxn>
                <a:cxn ang="0">
                  <a:pos x="T8" y="T9"/>
                </a:cxn>
              </a:cxnLst>
              <a:rect l="0" t="0" r="r" b="b"/>
              <a:pathLst>
                <a:path w="509" h="192">
                  <a:moveTo>
                    <a:pt x="8" y="192"/>
                  </a:moveTo>
                  <a:lnTo>
                    <a:pt x="509" y="24"/>
                  </a:lnTo>
                  <a:lnTo>
                    <a:pt x="500" y="0"/>
                  </a:lnTo>
                  <a:lnTo>
                    <a:pt x="0" y="168"/>
                  </a:lnTo>
                  <a:lnTo>
                    <a:pt x="8" y="1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64"/>
            <p:cNvSpPr>
              <a:spLocks/>
            </p:cNvSpPr>
            <p:nvPr/>
          </p:nvSpPr>
          <p:spPr bwMode="auto">
            <a:xfrm>
              <a:off x="5969000" y="4926013"/>
              <a:ext cx="382588" cy="163512"/>
            </a:xfrm>
            <a:custGeom>
              <a:avLst/>
              <a:gdLst>
                <a:gd name="T0" fmla="*/ 8 w 241"/>
                <a:gd name="T1" fmla="*/ 103 h 103"/>
                <a:gd name="T2" fmla="*/ 241 w 241"/>
                <a:gd name="T3" fmla="*/ 24 h 103"/>
                <a:gd name="T4" fmla="*/ 233 w 241"/>
                <a:gd name="T5" fmla="*/ 0 h 103"/>
                <a:gd name="T6" fmla="*/ 0 w 241"/>
                <a:gd name="T7" fmla="*/ 78 h 103"/>
                <a:gd name="T8" fmla="*/ 8 w 241"/>
                <a:gd name="T9" fmla="*/ 103 h 103"/>
              </a:gdLst>
              <a:ahLst/>
              <a:cxnLst>
                <a:cxn ang="0">
                  <a:pos x="T0" y="T1"/>
                </a:cxn>
                <a:cxn ang="0">
                  <a:pos x="T2" y="T3"/>
                </a:cxn>
                <a:cxn ang="0">
                  <a:pos x="T4" y="T5"/>
                </a:cxn>
                <a:cxn ang="0">
                  <a:pos x="T6" y="T7"/>
                </a:cxn>
                <a:cxn ang="0">
                  <a:pos x="T8" y="T9"/>
                </a:cxn>
              </a:cxnLst>
              <a:rect l="0" t="0" r="r" b="b"/>
              <a:pathLst>
                <a:path w="241" h="103">
                  <a:moveTo>
                    <a:pt x="8" y="103"/>
                  </a:moveTo>
                  <a:lnTo>
                    <a:pt x="241" y="24"/>
                  </a:lnTo>
                  <a:lnTo>
                    <a:pt x="233" y="0"/>
                  </a:lnTo>
                  <a:lnTo>
                    <a:pt x="0" y="78"/>
                  </a:lnTo>
                  <a:lnTo>
                    <a:pt x="8" y="10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65"/>
            <p:cNvSpPr>
              <a:spLocks/>
            </p:cNvSpPr>
            <p:nvPr/>
          </p:nvSpPr>
          <p:spPr bwMode="auto">
            <a:xfrm>
              <a:off x="5689600" y="4794250"/>
              <a:ext cx="382588" cy="165100"/>
            </a:xfrm>
            <a:custGeom>
              <a:avLst/>
              <a:gdLst>
                <a:gd name="T0" fmla="*/ 232 w 241"/>
                <a:gd name="T1" fmla="*/ 0 h 104"/>
                <a:gd name="T2" fmla="*/ 0 w 241"/>
                <a:gd name="T3" fmla="*/ 80 h 104"/>
                <a:gd name="T4" fmla="*/ 8 w 241"/>
                <a:gd name="T5" fmla="*/ 104 h 104"/>
                <a:gd name="T6" fmla="*/ 241 w 241"/>
                <a:gd name="T7" fmla="*/ 24 h 104"/>
                <a:gd name="T8" fmla="*/ 232 w 241"/>
                <a:gd name="T9" fmla="*/ 0 h 104"/>
              </a:gdLst>
              <a:ahLst/>
              <a:cxnLst>
                <a:cxn ang="0">
                  <a:pos x="T0" y="T1"/>
                </a:cxn>
                <a:cxn ang="0">
                  <a:pos x="T2" y="T3"/>
                </a:cxn>
                <a:cxn ang="0">
                  <a:pos x="T4" y="T5"/>
                </a:cxn>
                <a:cxn ang="0">
                  <a:pos x="T6" y="T7"/>
                </a:cxn>
                <a:cxn ang="0">
                  <a:pos x="T8" y="T9"/>
                </a:cxn>
              </a:cxnLst>
              <a:rect l="0" t="0" r="r" b="b"/>
              <a:pathLst>
                <a:path w="241" h="104">
                  <a:moveTo>
                    <a:pt x="232" y="0"/>
                  </a:moveTo>
                  <a:lnTo>
                    <a:pt x="0" y="80"/>
                  </a:lnTo>
                  <a:lnTo>
                    <a:pt x="8" y="104"/>
                  </a:lnTo>
                  <a:lnTo>
                    <a:pt x="241" y="24"/>
                  </a:lnTo>
                  <a:lnTo>
                    <a:pt x="2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2" name="组合 71"/>
          <p:cNvGrpSpPr/>
          <p:nvPr/>
        </p:nvGrpSpPr>
        <p:grpSpPr>
          <a:xfrm>
            <a:off x="6503988" y="512762"/>
            <a:ext cx="1485900" cy="1820864"/>
            <a:chOff x="6503988" y="512762"/>
            <a:chExt cx="1485900" cy="1820864"/>
          </a:xfrm>
          <a:solidFill>
            <a:schemeClr val="tx1">
              <a:lumMod val="65000"/>
              <a:lumOff val="35000"/>
            </a:schemeClr>
          </a:solidFill>
        </p:grpSpPr>
        <p:sp>
          <p:nvSpPr>
            <p:cNvPr id="73" name="Freeform 69"/>
            <p:cNvSpPr>
              <a:spLocks/>
            </p:cNvSpPr>
            <p:nvPr/>
          </p:nvSpPr>
          <p:spPr bwMode="auto">
            <a:xfrm>
              <a:off x="7164388" y="798513"/>
              <a:ext cx="506413" cy="950913"/>
            </a:xfrm>
            <a:custGeom>
              <a:avLst/>
              <a:gdLst>
                <a:gd name="T0" fmla="*/ 152 w 328"/>
                <a:gd name="T1" fmla="*/ 373 h 618"/>
                <a:gd name="T2" fmla="*/ 185 w 328"/>
                <a:gd name="T3" fmla="*/ 383 h 618"/>
                <a:gd name="T4" fmla="*/ 217 w 328"/>
                <a:gd name="T5" fmla="*/ 404 h 618"/>
                <a:gd name="T6" fmla="*/ 228 w 328"/>
                <a:gd name="T7" fmla="*/ 441 h 618"/>
                <a:gd name="T8" fmla="*/ 195 w 328"/>
                <a:gd name="T9" fmla="*/ 544 h 618"/>
                <a:gd name="T10" fmla="*/ 203 w 328"/>
                <a:gd name="T11" fmla="*/ 603 h 618"/>
                <a:gd name="T12" fmla="*/ 215 w 328"/>
                <a:gd name="T13" fmla="*/ 612 h 618"/>
                <a:gd name="T14" fmla="*/ 239 w 328"/>
                <a:gd name="T15" fmla="*/ 618 h 618"/>
                <a:gd name="T16" fmla="*/ 249 w 328"/>
                <a:gd name="T17" fmla="*/ 617 h 618"/>
                <a:gd name="T18" fmla="*/ 283 w 328"/>
                <a:gd name="T19" fmla="*/ 592 h 618"/>
                <a:gd name="T20" fmla="*/ 328 w 328"/>
                <a:gd name="T21" fmla="*/ 441 h 618"/>
                <a:gd name="T22" fmla="*/ 294 w 328"/>
                <a:gd name="T23" fmla="*/ 341 h 618"/>
                <a:gd name="T24" fmla="*/ 186 w 328"/>
                <a:gd name="T25" fmla="*/ 279 h 618"/>
                <a:gd name="T26" fmla="*/ 182 w 328"/>
                <a:gd name="T27" fmla="*/ 278 h 618"/>
                <a:gd name="T28" fmla="*/ 187 w 328"/>
                <a:gd name="T29" fmla="*/ 205 h 618"/>
                <a:gd name="T30" fmla="*/ 204 w 328"/>
                <a:gd name="T31" fmla="*/ 223 h 618"/>
                <a:gd name="T32" fmla="*/ 293 w 328"/>
                <a:gd name="T33" fmla="*/ 256 h 618"/>
                <a:gd name="T34" fmla="*/ 294 w 328"/>
                <a:gd name="T35" fmla="*/ 256 h 618"/>
                <a:gd name="T36" fmla="*/ 315 w 328"/>
                <a:gd name="T37" fmla="*/ 255 h 618"/>
                <a:gd name="T38" fmla="*/ 287 w 328"/>
                <a:gd name="T39" fmla="*/ 192 h 618"/>
                <a:gd name="T40" fmla="*/ 253 w 328"/>
                <a:gd name="T41" fmla="*/ 180 h 618"/>
                <a:gd name="T42" fmla="*/ 194 w 328"/>
                <a:gd name="T43" fmla="*/ 160 h 618"/>
                <a:gd name="T44" fmla="*/ 172 w 328"/>
                <a:gd name="T45" fmla="*/ 149 h 618"/>
                <a:gd name="T46" fmla="*/ 147 w 328"/>
                <a:gd name="T47" fmla="*/ 134 h 618"/>
                <a:gd name="T48" fmla="*/ 109 w 328"/>
                <a:gd name="T49" fmla="*/ 103 h 618"/>
                <a:gd name="T50" fmla="*/ 112 w 328"/>
                <a:gd name="T51" fmla="*/ 46 h 618"/>
                <a:gd name="T52" fmla="*/ 139 w 328"/>
                <a:gd name="T53" fmla="*/ 36 h 618"/>
                <a:gd name="T54" fmla="*/ 140 w 328"/>
                <a:gd name="T55" fmla="*/ 36 h 618"/>
                <a:gd name="T56" fmla="*/ 168 w 328"/>
                <a:gd name="T57" fmla="*/ 49 h 618"/>
                <a:gd name="T58" fmla="*/ 170 w 328"/>
                <a:gd name="T59" fmla="*/ 50 h 618"/>
                <a:gd name="T60" fmla="*/ 177 w 328"/>
                <a:gd name="T61" fmla="*/ 57 h 618"/>
                <a:gd name="T62" fmla="*/ 196 w 328"/>
                <a:gd name="T63" fmla="*/ 71 h 618"/>
                <a:gd name="T64" fmla="*/ 209 w 328"/>
                <a:gd name="T65" fmla="*/ 78 h 618"/>
                <a:gd name="T66" fmla="*/ 168 w 328"/>
                <a:gd name="T67" fmla="*/ 8 h 618"/>
                <a:gd name="T68" fmla="*/ 64 w 328"/>
                <a:gd name="T69" fmla="*/ 77 h 618"/>
                <a:gd name="T70" fmla="*/ 41 w 328"/>
                <a:gd name="T71" fmla="*/ 299 h 618"/>
                <a:gd name="T72" fmla="*/ 58 w 328"/>
                <a:gd name="T73" fmla="*/ 340 h 618"/>
                <a:gd name="T74" fmla="*/ 0 w 328"/>
                <a:gd name="T75" fmla="*/ 553 h 618"/>
                <a:gd name="T76" fmla="*/ 98 w 328"/>
                <a:gd name="T77" fmla="*/ 575 h 618"/>
                <a:gd name="T78" fmla="*/ 152 w 328"/>
                <a:gd name="T79" fmla="*/ 373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8" h="618">
                  <a:moveTo>
                    <a:pt x="152" y="373"/>
                  </a:moveTo>
                  <a:cubicBezTo>
                    <a:pt x="163" y="375"/>
                    <a:pt x="174" y="378"/>
                    <a:pt x="185" y="383"/>
                  </a:cubicBezTo>
                  <a:cubicBezTo>
                    <a:pt x="199" y="388"/>
                    <a:pt x="210" y="396"/>
                    <a:pt x="217" y="404"/>
                  </a:cubicBezTo>
                  <a:cubicBezTo>
                    <a:pt x="223" y="413"/>
                    <a:pt x="228" y="422"/>
                    <a:pt x="228" y="441"/>
                  </a:cubicBezTo>
                  <a:cubicBezTo>
                    <a:pt x="228" y="462"/>
                    <a:pt x="220" y="496"/>
                    <a:pt x="195" y="544"/>
                  </a:cubicBezTo>
                  <a:cubicBezTo>
                    <a:pt x="184" y="564"/>
                    <a:pt x="188" y="588"/>
                    <a:pt x="203" y="603"/>
                  </a:cubicBezTo>
                  <a:cubicBezTo>
                    <a:pt x="207" y="607"/>
                    <a:pt x="211" y="610"/>
                    <a:pt x="215" y="612"/>
                  </a:cubicBezTo>
                  <a:cubicBezTo>
                    <a:pt x="223" y="616"/>
                    <a:pt x="231" y="618"/>
                    <a:pt x="239" y="618"/>
                  </a:cubicBezTo>
                  <a:cubicBezTo>
                    <a:pt x="242" y="618"/>
                    <a:pt x="245" y="617"/>
                    <a:pt x="249" y="617"/>
                  </a:cubicBezTo>
                  <a:cubicBezTo>
                    <a:pt x="263" y="614"/>
                    <a:pt x="276" y="605"/>
                    <a:pt x="283" y="592"/>
                  </a:cubicBezTo>
                  <a:cubicBezTo>
                    <a:pt x="313" y="534"/>
                    <a:pt x="328" y="485"/>
                    <a:pt x="328" y="441"/>
                  </a:cubicBezTo>
                  <a:cubicBezTo>
                    <a:pt x="328" y="401"/>
                    <a:pt x="315" y="366"/>
                    <a:pt x="294" y="341"/>
                  </a:cubicBezTo>
                  <a:cubicBezTo>
                    <a:pt x="262" y="303"/>
                    <a:pt x="220" y="287"/>
                    <a:pt x="186" y="279"/>
                  </a:cubicBezTo>
                  <a:cubicBezTo>
                    <a:pt x="185" y="278"/>
                    <a:pt x="183" y="278"/>
                    <a:pt x="182" y="278"/>
                  </a:cubicBezTo>
                  <a:cubicBezTo>
                    <a:pt x="181" y="254"/>
                    <a:pt x="183" y="229"/>
                    <a:pt x="187" y="205"/>
                  </a:cubicBezTo>
                  <a:cubicBezTo>
                    <a:pt x="192" y="212"/>
                    <a:pt x="197" y="217"/>
                    <a:pt x="204" y="223"/>
                  </a:cubicBezTo>
                  <a:cubicBezTo>
                    <a:pt x="226" y="242"/>
                    <a:pt x="257" y="256"/>
                    <a:pt x="293" y="256"/>
                  </a:cubicBezTo>
                  <a:cubicBezTo>
                    <a:pt x="294" y="256"/>
                    <a:pt x="294" y="256"/>
                    <a:pt x="294" y="256"/>
                  </a:cubicBezTo>
                  <a:cubicBezTo>
                    <a:pt x="301" y="256"/>
                    <a:pt x="308" y="256"/>
                    <a:pt x="315" y="255"/>
                  </a:cubicBezTo>
                  <a:cubicBezTo>
                    <a:pt x="304" y="232"/>
                    <a:pt x="294" y="211"/>
                    <a:pt x="287" y="192"/>
                  </a:cubicBezTo>
                  <a:cubicBezTo>
                    <a:pt x="273" y="191"/>
                    <a:pt x="262" y="187"/>
                    <a:pt x="253" y="180"/>
                  </a:cubicBezTo>
                  <a:cubicBezTo>
                    <a:pt x="230" y="174"/>
                    <a:pt x="211" y="167"/>
                    <a:pt x="194" y="160"/>
                  </a:cubicBezTo>
                  <a:cubicBezTo>
                    <a:pt x="186" y="156"/>
                    <a:pt x="178" y="153"/>
                    <a:pt x="172" y="149"/>
                  </a:cubicBezTo>
                  <a:cubicBezTo>
                    <a:pt x="162" y="144"/>
                    <a:pt x="154" y="139"/>
                    <a:pt x="147" y="134"/>
                  </a:cubicBezTo>
                  <a:cubicBezTo>
                    <a:pt x="124" y="119"/>
                    <a:pt x="112" y="106"/>
                    <a:pt x="109" y="103"/>
                  </a:cubicBezTo>
                  <a:cubicBezTo>
                    <a:pt x="94" y="86"/>
                    <a:pt x="95" y="61"/>
                    <a:pt x="112" y="46"/>
                  </a:cubicBezTo>
                  <a:cubicBezTo>
                    <a:pt x="119" y="40"/>
                    <a:pt x="129" y="36"/>
                    <a:pt x="139" y="36"/>
                  </a:cubicBezTo>
                  <a:cubicBezTo>
                    <a:pt x="139" y="36"/>
                    <a:pt x="140" y="36"/>
                    <a:pt x="140" y="36"/>
                  </a:cubicBezTo>
                  <a:cubicBezTo>
                    <a:pt x="151" y="36"/>
                    <a:pt x="161" y="41"/>
                    <a:pt x="168" y="49"/>
                  </a:cubicBezTo>
                  <a:cubicBezTo>
                    <a:pt x="170" y="50"/>
                    <a:pt x="170" y="50"/>
                    <a:pt x="170" y="50"/>
                  </a:cubicBezTo>
                  <a:cubicBezTo>
                    <a:pt x="172" y="52"/>
                    <a:pt x="174" y="55"/>
                    <a:pt x="177" y="57"/>
                  </a:cubicBezTo>
                  <a:cubicBezTo>
                    <a:pt x="181" y="60"/>
                    <a:pt x="188" y="65"/>
                    <a:pt x="196" y="71"/>
                  </a:cubicBezTo>
                  <a:cubicBezTo>
                    <a:pt x="200" y="73"/>
                    <a:pt x="204" y="76"/>
                    <a:pt x="209" y="78"/>
                  </a:cubicBezTo>
                  <a:cubicBezTo>
                    <a:pt x="210" y="46"/>
                    <a:pt x="195" y="15"/>
                    <a:pt x="168" y="8"/>
                  </a:cubicBezTo>
                  <a:cubicBezTo>
                    <a:pt x="134" y="0"/>
                    <a:pt x="84" y="18"/>
                    <a:pt x="64" y="77"/>
                  </a:cubicBezTo>
                  <a:cubicBezTo>
                    <a:pt x="37" y="158"/>
                    <a:pt x="31" y="210"/>
                    <a:pt x="41" y="299"/>
                  </a:cubicBezTo>
                  <a:cubicBezTo>
                    <a:pt x="45" y="316"/>
                    <a:pt x="50" y="330"/>
                    <a:pt x="58" y="340"/>
                  </a:cubicBezTo>
                  <a:cubicBezTo>
                    <a:pt x="0" y="553"/>
                    <a:pt x="0" y="553"/>
                    <a:pt x="0" y="553"/>
                  </a:cubicBezTo>
                  <a:cubicBezTo>
                    <a:pt x="32" y="559"/>
                    <a:pt x="65" y="567"/>
                    <a:pt x="98" y="575"/>
                  </a:cubicBezTo>
                  <a:lnTo>
                    <a:pt x="152" y="3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70"/>
            <p:cNvSpPr>
              <a:spLocks/>
            </p:cNvSpPr>
            <p:nvPr/>
          </p:nvSpPr>
          <p:spPr bwMode="auto">
            <a:xfrm>
              <a:off x="7699375" y="1093788"/>
              <a:ext cx="34925" cy="60325"/>
            </a:xfrm>
            <a:custGeom>
              <a:avLst/>
              <a:gdLst>
                <a:gd name="T0" fmla="*/ 20 w 23"/>
                <a:gd name="T1" fmla="*/ 17 h 39"/>
                <a:gd name="T2" fmla="*/ 8 w 23"/>
                <a:gd name="T3" fmla="*/ 0 h 39"/>
                <a:gd name="T4" fmla="*/ 4 w 23"/>
                <a:gd name="T5" fmla="*/ 0 h 39"/>
                <a:gd name="T6" fmla="*/ 4 w 23"/>
                <a:gd name="T7" fmla="*/ 0 h 39"/>
                <a:gd name="T8" fmla="*/ 0 w 23"/>
                <a:gd name="T9" fmla="*/ 0 h 39"/>
                <a:gd name="T10" fmla="*/ 19 w 23"/>
                <a:gd name="T11" fmla="*/ 39 h 39"/>
                <a:gd name="T12" fmla="*/ 20 w 23"/>
                <a:gd name="T13" fmla="*/ 17 h 39"/>
              </a:gdLst>
              <a:ahLst/>
              <a:cxnLst>
                <a:cxn ang="0">
                  <a:pos x="T0" y="T1"/>
                </a:cxn>
                <a:cxn ang="0">
                  <a:pos x="T2" y="T3"/>
                </a:cxn>
                <a:cxn ang="0">
                  <a:pos x="T4" y="T5"/>
                </a:cxn>
                <a:cxn ang="0">
                  <a:pos x="T6" y="T7"/>
                </a:cxn>
                <a:cxn ang="0">
                  <a:pos x="T8" y="T9"/>
                </a:cxn>
                <a:cxn ang="0">
                  <a:pos x="T10" y="T11"/>
                </a:cxn>
                <a:cxn ang="0">
                  <a:pos x="T12" y="T13"/>
                </a:cxn>
              </a:cxnLst>
              <a:rect l="0" t="0" r="r" b="b"/>
              <a:pathLst>
                <a:path w="23" h="39">
                  <a:moveTo>
                    <a:pt x="20" y="17"/>
                  </a:moveTo>
                  <a:cubicBezTo>
                    <a:pt x="18" y="10"/>
                    <a:pt x="14" y="4"/>
                    <a:pt x="8" y="0"/>
                  </a:cubicBezTo>
                  <a:cubicBezTo>
                    <a:pt x="7" y="0"/>
                    <a:pt x="6" y="0"/>
                    <a:pt x="4" y="0"/>
                  </a:cubicBezTo>
                  <a:cubicBezTo>
                    <a:pt x="4" y="0"/>
                    <a:pt x="4" y="0"/>
                    <a:pt x="4" y="0"/>
                  </a:cubicBezTo>
                  <a:cubicBezTo>
                    <a:pt x="3" y="0"/>
                    <a:pt x="1" y="0"/>
                    <a:pt x="0" y="0"/>
                  </a:cubicBezTo>
                  <a:cubicBezTo>
                    <a:pt x="5" y="12"/>
                    <a:pt x="11" y="25"/>
                    <a:pt x="19" y="39"/>
                  </a:cubicBezTo>
                  <a:cubicBezTo>
                    <a:pt x="22" y="32"/>
                    <a:pt x="23" y="25"/>
                    <a:pt x="20"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71"/>
            <p:cNvSpPr>
              <a:spLocks/>
            </p:cNvSpPr>
            <p:nvPr/>
          </p:nvSpPr>
          <p:spPr bwMode="auto">
            <a:xfrm>
              <a:off x="7618413" y="1087438"/>
              <a:ext cx="257175" cy="493713"/>
            </a:xfrm>
            <a:custGeom>
              <a:avLst/>
              <a:gdLst>
                <a:gd name="T0" fmla="*/ 165 w 168"/>
                <a:gd name="T1" fmla="*/ 209 h 321"/>
                <a:gd name="T2" fmla="*/ 130 w 168"/>
                <a:gd name="T3" fmla="*/ 152 h 321"/>
                <a:gd name="T4" fmla="*/ 67 w 168"/>
                <a:gd name="T5" fmla="*/ 51 h 321"/>
                <a:gd name="T6" fmla="*/ 44 w 168"/>
                <a:gd name="T7" fmla="*/ 3 h 321"/>
                <a:gd name="T8" fmla="*/ 22 w 168"/>
                <a:gd name="T9" fmla="*/ 2 h 321"/>
                <a:gd name="T10" fmla="*/ 0 w 168"/>
                <a:gd name="T11" fmla="*/ 0 h 321"/>
                <a:gd name="T12" fmla="*/ 1 w 168"/>
                <a:gd name="T13" fmla="*/ 4 h 321"/>
                <a:gd name="T14" fmla="*/ 30 w 168"/>
                <a:gd name="T15" fmla="*/ 66 h 321"/>
                <a:gd name="T16" fmla="*/ 97 w 168"/>
                <a:gd name="T17" fmla="*/ 175 h 321"/>
                <a:gd name="T18" fmla="*/ 162 w 168"/>
                <a:gd name="T19" fmla="*/ 321 h 321"/>
                <a:gd name="T20" fmla="*/ 168 w 168"/>
                <a:gd name="T21" fmla="*/ 258 h 321"/>
                <a:gd name="T22" fmla="*/ 165 w 168"/>
                <a:gd name="T23" fmla="*/ 209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8" h="321">
                  <a:moveTo>
                    <a:pt x="165" y="209"/>
                  </a:moveTo>
                  <a:cubicBezTo>
                    <a:pt x="155" y="191"/>
                    <a:pt x="143" y="171"/>
                    <a:pt x="130" y="152"/>
                  </a:cubicBezTo>
                  <a:cubicBezTo>
                    <a:pt x="103" y="114"/>
                    <a:pt x="83" y="81"/>
                    <a:pt x="67" y="51"/>
                  </a:cubicBezTo>
                  <a:cubicBezTo>
                    <a:pt x="58" y="34"/>
                    <a:pt x="50" y="18"/>
                    <a:pt x="44" y="3"/>
                  </a:cubicBezTo>
                  <a:cubicBezTo>
                    <a:pt x="36" y="3"/>
                    <a:pt x="29" y="3"/>
                    <a:pt x="22" y="2"/>
                  </a:cubicBezTo>
                  <a:cubicBezTo>
                    <a:pt x="14" y="1"/>
                    <a:pt x="7" y="1"/>
                    <a:pt x="0" y="0"/>
                  </a:cubicBezTo>
                  <a:cubicBezTo>
                    <a:pt x="0" y="1"/>
                    <a:pt x="1" y="3"/>
                    <a:pt x="1" y="4"/>
                  </a:cubicBezTo>
                  <a:cubicBezTo>
                    <a:pt x="9" y="23"/>
                    <a:pt x="18" y="44"/>
                    <a:pt x="30" y="66"/>
                  </a:cubicBezTo>
                  <a:cubicBezTo>
                    <a:pt x="47" y="98"/>
                    <a:pt x="69" y="135"/>
                    <a:pt x="97" y="175"/>
                  </a:cubicBezTo>
                  <a:cubicBezTo>
                    <a:pt x="134" y="227"/>
                    <a:pt x="153" y="276"/>
                    <a:pt x="162" y="321"/>
                  </a:cubicBezTo>
                  <a:cubicBezTo>
                    <a:pt x="166" y="301"/>
                    <a:pt x="168" y="280"/>
                    <a:pt x="168" y="258"/>
                  </a:cubicBezTo>
                  <a:cubicBezTo>
                    <a:pt x="168" y="242"/>
                    <a:pt x="167" y="226"/>
                    <a:pt x="165" y="2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72"/>
            <p:cNvSpPr>
              <a:spLocks/>
            </p:cNvSpPr>
            <p:nvPr/>
          </p:nvSpPr>
          <p:spPr bwMode="auto">
            <a:xfrm>
              <a:off x="7845425" y="1654175"/>
              <a:ext cx="93663" cy="249238"/>
            </a:xfrm>
            <a:custGeom>
              <a:avLst/>
              <a:gdLst>
                <a:gd name="T0" fmla="*/ 10 w 61"/>
                <a:gd name="T1" fmla="*/ 108 h 162"/>
                <a:gd name="T2" fmla="*/ 2 w 61"/>
                <a:gd name="T3" fmla="*/ 135 h 162"/>
                <a:gd name="T4" fmla="*/ 0 w 61"/>
                <a:gd name="T5" fmla="*/ 140 h 162"/>
                <a:gd name="T6" fmla="*/ 34 w 61"/>
                <a:gd name="T7" fmla="*/ 162 h 162"/>
                <a:gd name="T8" fmla="*/ 61 w 61"/>
                <a:gd name="T9" fmla="*/ 21 h 162"/>
                <a:gd name="T10" fmla="*/ 60 w 61"/>
                <a:gd name="T11" fmla="*/ 0 h 162"/>
                <a:gd name="T12" fmla="*/ 21 w 61"/>
                <a:gd name="T13" fmla="*/ 90 h 162"/>
                <a:gd name="T14" fmla="*/ 10 w 61"/>
                <a:gd name="T15" fmla="*/ 108 h 1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162">
                  <a:moveTo>
                    <a:pt x="10" y="108"/>
                  </a:moveTo>
                  <a:cubicBezTo>
                    <a:pt x="7" y="118"/>
                    <a:pt x="4" y="127"/>
                    <a:pt x="2" y="135"/>
                  </a:cubicBezTo>
                  <a:cubicBezTo>
                    <a:pt x="1" y="136"/>
                    <a:pt x="0" y="138"/>
                    <a:pt x="0" y="140"/>
                  </a:cubicBezTo>
                  <a:cubicBezTo>
                    <a:pt x="12" y="147"/>
                    <a:pt x="24" y="155"/>
                    <a:pt x="34" y="162"/>
                  </a:cubicBezTo>
                  <a:cubicBezTo>
                    <a:pt x="46" y="132"/>
                    <a:pt x="61" y="82"/>
                    <a:pt x="61" y="21"/>
                  </a:cubicBezTo>
                  <a:cubicBezTo>
                    <a:pt x="61" y="14"/>
                    <a:pt x="61" y="7"/>
                    <a:pt x="60" y="0"/>
                  </a:cubicBezTo>
                  <a:cubicBezTo>
                    <a:pt x="50" y="37"/>
                    <a:pt x="35" y="67"/>
                    <a:pt x="21" y="90"/>
                  </a:cubicBezTo>
                  <a:cubicBezTo>
                    <a:pt x="17" y="97"/>
                    <a:pt x="13" y="103"/>
                    <a:pt x="10" y="1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73"/>
            <p:cNvSpPr>
              <a:spLocks/>
            </p:cNvSpPr>
            <p:nvPr/>
          </p:nvSpPr>
          <p:spPr bwMode="auto">
            <a:xfrm>
              <a:off x="7578725" y="839788"/>
              <a:ext cx="69850" cy="125413"/>
            </a:xfrm>
            <a:custGeom>
              <a:avLst/>
              <a:gdLst>
                <a:gd name="T0" fmla="*/ 40 w 45"/>
                <a:gd name="T1" fmla="*/ 48 h 82"/>
                <a:gd name="T2" fmla="*/ 41 w 45"/>
                <a:gd name="T3" fmla="*/ 32 h 82"/>
                <a:gd name="T4" fmla="*/ 42 w 45"/>
                <a:gd name="T5" fmla="*/ 29 h 82"/>
                <a:gd name="T6" fmla="*/ 42 w 45"/>
                <a:gd name="T7" fmla="*/ 29 h 82"/>
                <a:gd name="T8" fmla="*/ 29 w 45"/>
                <a:gd name="T9" fmla="*/ 4 h 82"/>
                <a:gd name="T10" fmla="*/ 4 w 45"/>
                <a:gd name="T11" fmla="*/ 16 h 82"/>
                <a:gd name="T12" fmla="*/ 0 w 45"/>
                <a:gd name="T13" fmla="*/ 48 h 82"/>
                <a:gd name="T14" fmla="*/ 2 w 45"/>
                <a:gd name="T15" fmla="*/ 75 h 82"/>
                <a:gd name="T16" fmla="*/ 43 w 45"/>
                <a:gd name="T17" fmla="*/ 82 h 82"/>
                <a:gd name="T18" fmla="*/ 40 w 45"/>
                <a:gd name="T19" fmla="*/ 4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82">
                  <a:moveTo>
                    <a:pt x="40" y="48"/>
                  </a:moveTo>
                  <a:cubicBezTo>
                    <a:pt x="40" y="41"/>
                    <a:pt x="41" y="35"/>
                    <a:pt x="41" y="32"/>
                  </a:cubicBezTo>
                  <a:cubicBezTo>
                    <a:pt x="41" y="30"/>
                    <a:pt x="42" y="29"/>
                    <a:pt x="42" y="29"/>
                  </a:cubicBezTo>
                  <a:cubicBezTo>
                    <a:pt x="42" y="29"/>
                    <a:pt x="42" y="29"/>
                    <a:pt x="42" y="29"/>
                  </a:cubicBezTo>
                  <a:cubicBezTo>
                    <a:pt x="45" y="18"/>
                    <a:pt x="40" y="7"/>
                    <a:pt x="29" y="4"/>
                  </a:cubicBezTo>
                  <a:cubicBezTo>
                    <a:pt x="19" y="0"/>
                    <a:pt x="7" y="6"/>
                    <a:pt x="4" y="16"/>
                  </a:cubicBezTo>
                  <a:cubicBezTo>
                    <a:pt x="3" y="18"/>
                    <a:pt x="0" y="29"/>
                    <a:pt x="0" y="48"/>
                  </a:cubicBezTo>
                  <a:cubicBezTo>
                    <a:pt x="0" y="56"/>
                    <a:pt x="1" y="65"/>
                    <a:pt x="2" y="75"/>
                  </a:cubicBezTo>
                  <a:cubicBezTo>
                    <a:pt x="15" y="78"/>
                    <a:pt x="29" y="81"/>
                    <a:pt x="43" y="82"/>
                  </a:cubicBezTo>
                  <a:cubicBezTo>
                    <a:pt x="41" y="68"/>
                    <a:pt x="40" y="57"/>
                    <a:pt x="40"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74"/>
            <p:cNvSpPr>
              <a:spLocks/>
            </p:cNvSpPr>
            <p:nvPr/>
          </p:nvSpPr>
          <p:spPr bwMode="auto">
            <a:xfrm>
              <a:off x="7713663" y="1817688"/>
              <a:ext cx="3175" cy="1588"/>
            </a:xfrm>
            <a:custGeom>
              <a:avLst/>
              <a:gdLst>
                <a:gd name="T0" fmla="*/ 2 w 2"/>
                <a:gd name="T1" fmla="*/ 1 h 1"/>
                <a:gd name="T2" fmla="*/ 0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1"/>
                    <a:pt x="1" y="1"/>
                    <a:pt x="0" y="0"/>
                  </a:cubicBezTo>
                  <a:cubicBezTo>
                    <a:pt x="0" y="1"/>
                    <a:pt x="0" y="1"/>
                    <a:pt x="0" y="1"/>
                  </a:cubicBez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75"/>
            <p:cNvSpPr>
              <a:spLocks/>
            </p:cNvSpPr>
            <p:nvPr/>
          </p:nvSpPr>
          <p:spPr bwMode="auto">
            <a:xfrm>
              <a:off x="7346950" y="512762"/>
              <a:ext cx="304800" cy="304800"/>
            </a:xfrm>
            <a:custGeom>
              <a:avLst/>
              <a:gdLst>
                <a:gd name="T0" fmla="*/ 79 w 198"/>
                <a:gd name="T1" fmla="*/ 187 h 198"/>
                <a:gd name="T2" fmla="*/ 187 w 198"/>
                <a:gd name="T3" fmla="*/ 120 h 198"/>
                <a:gd name="T4" fmla="*/ 120 w 198"/>
                <a:gd name="T5" fmla="*/ 12 h 198"/>
                <a:gd name="T6" fmla="*/ 12 w 198"/>
                <a:gd name="T7" fmla="*/ 79 h 198"/>
                <a:gd name="T8" fmla="*/ 79 w 198"/>
                <a:gd name="T9" fmla="*/ 187 h 198"/>
              </a:gdLst>
              <a:ahLst/>
              <a:cxnLst>
                <a:cxn ang="0">
                  <a:pos x="T0" y="T1"/>
                </a:cxn>
                <a:cxn ang="0">
                  <a:pos x="T2" y="T3"/>
                </a:cxn>
                <a:cxn ang="0">
                  <a:pos x="T4" y="T5"/>
                </a:cxn>
                <a:cxn ang="0">
                  <a:pos x="T6" y="T7"/>
                </a:cxn>
                <a:cxn ang="0">
                  <a:pos x="T8" y="T9"/>
                </a:cxn>
              </a:cxnLst>
              <a:rect l="0" t="0" r="r" b="b"/>
              <a:pathLst>
                <a:path w="198" h="198">
                  <a:moveTo>
                    <a:pt x="79" y="187"/>
                  </a:moveTo>
                  <a:cubicBezTo>
                    <a:pt x="127" y="198"/>
                    <a:pt x="176" y="168"/>
                    <a:pt x="187" y="120"/>
                  </a:cubicBezTo>
                  <a:cubicBezTo>
                    <a:pt x="198" y="71"/>
                    <a:pt x="168" y="23"/>
                    <a:pt x="120" y="12"/>
                  </a:cubicBezTo>
                  <a:cubicBezTo>
                    <a:pt x="71" y="0"/>
                    <a:pt x="23" y="30"/>
                    <a:pt x="12" y="79"/>
                  </a:cubicBezTo>
                  <a:cubicBezTo>
                    <a:pt x="0" y="127"/>
                    <a:pt x="30" y="176"/>
                    <a:pt x="79" y="1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76"/>
            <p:cNvSpPr>
              <a:spLocks/>
            </p:cNvSpPr>
            <p:nvPr/>
          </p:nvSpPr>
          <p:spPr bwMode="auto">
            <a:xfrm>
              <a:off x="6503988" y="1608138"/>
              <a:ext cx="1485900" cy="725488"/>
            </a:xfrm>
            <a:custGeom>
              <a:avLst/>
              <a:gdLst>
                <a:gd name="T0" fmla="*/ 60 w 966"/>
                <a:gd name="T1" fmla="*/ 352 h 472"/>
                <a:gd name="T2" fmla="*/ 0 w 966"/>
                <a:gd name="T3" fmla="*/ 412 h 472"/>
                <a:gd name="T4" fmla="*/ 60 w 966"/>
                <a:gd name="T5" fmla="*/ 472 h 472"/>
                <a:gd name="T6" fmla="*/ 120 w 966"/>
                <a:gd name="T7" fmla="*/ 412 h 472"/>
                <a:gd name="T8" fmla="*/ 113 w 966"/>
                <a:gd name="T9" fmla="*/ 383 h 472"/>
                <a:gd name="T10" fmla="*/ 134 w 966"/>
                <a:gd name="T11" fmla="*/ 362 h 472"/>
                <a:gd name="T12" fmla="*/ 140 w 966"/>
                <a:gd name="T13" fmla="*/ 355 h 472"/>
                <a:gd name="T14" fmla="*/ 207 w 966"/>
                <a:gd name="T15" fmla="*/ 368 h 472"/>
                <a:gd name="T16" fmla="*/ 809 w 966"/>
                <a:gd name="T17" fmla="*/ 339 h 472"/>
                <a:gd name="T18" fmla="*/ 816 w 966"/>
                <a:gd name="T19" fmla="*/ 346 h 472"/>
                <a:gd name="T20" fmla="*/ 853 w 966"/>
                <a:gd name="T21" fmla="*/ 383 h 472"/>
                <a:gd name="T22" fmla="*/ 846 w 966"/>
                <a:gd name="T23" fmla="*/ 412 h 472"/>
                <a:gd name="T24" fmla="*/ 906 w 966"/>
                <a:gd name="T25" fmla="*/ 472 h 472"/>
                <a:gd name="T26" fmla="*/ 966 w 966"/>
                <a:gd name="T27" fmla="*/ 412 h 472"/>
                <a:gd name="T28" fmla="*/ 906 w 966"/>
                <a:gd name="T29" fmla="*/ 352 h 472"/>
                <a:gd name="T30" fmla="*/ 894 w 966"/>
                <a:gd name="T31" fmla="*/ 353 h 472"/>
                <a:gd name="T32" fmla="*/ 872 w 966"/>
                <a:gd name="T33" fmla="*/ 331 h 472"/>
                <a:gd name="T34" fmla="*/ 866 w 966"/>
                <a:gd name="T35" fmla="*/ 324 h 472"/>
                <a:gd name="T36" fmla="*/ 942 w 966"/>
                <a:gd name="T37" fmla="*/ 259 h 472"/>
                <a:gd name="T38" fmla="*/ 909 w 966"/>
                <a:gd name="T39" fmla="*/ 205 h 472"/>
                <a:gd name="T40" fmla="*/ 903 w 966"/>
                <a:gd name="T41" fmla="*/ 200 h 472"/>
                <a:gd name="T42" fmla="*/ 869 w 966"/>
                <a:gd name="T43" fmla="*/ 177 h 472"/>
                <a:gd name="T44" fmla="*/ 862 w 966"/>
                <a:gd name="T45" fmla="*/ 173 h 472"/>
                <a:gd name="T46" fmla="*/ 857 w 966"/>
                <a:gd name="T47" fmla="*/ 171 h 472"/>
                <a:gd name="T48" fmla="*/ 837 w 966"/>
                <a:gd name="T49" fmla="*/ 192 h 472"/>
                <a:gd name="T50" fmla="*/ 836 w 966"/>
                <a:gd name="T51" fmla="*/ 194 h 472"/>
                <a:gd name="T52" fmla="*/ 818 w 966"/>
                <a:gd name="T53" fmla="*/ 200 h 472"/>
                <a:gd name="T54" fmla="*/ 814 w 966"/>
                <a:gd name="T55" fmla="*/ 199 h 472"/>
                <a:gd name="T56" fmla="*/ 804 w 966"/>
                <a:gd name="T57" fmla="*/ 198 h 472"/>
                <a:gd name="T58" fmla="*/ 776 w 966"/>
                <a:gd name="T59" fmla="*/ 193 h 472"/>
                <a:gd name="T60" fmla="*/ 759 w 966"/>
                <a:gd name="T61" fmla="*/ 203 h 472"/>
                <a:gd name="T62" fmla="*/ 743 w 966"/>
                <a:gd name="T63" fmla="*/ 206 h 472"/>
                <a:gd name="T64" fmla="*/ 738 w 966"/>
                <a:gd name="T65" fmla="*/ 206 h 472"/>
                <a:gd name="T66" fmla="*/ 735 w 966"/>
                <a:gd name="T67" fmla="*/ 205 h 472"/>
                <a:gd name="T68" fmla="*/ 497 w 966"/>
                <a:gd name="T69" fmla="*/ 166 h 472"/>
                <a:gd name="T70" fmla="*/ 477 w 966"/>
                <a:gd name="T71" fmla="*/ 162 h 472"/>
                <a:gd name="T72" fmla="*/ 442 w 966"/>
                <a:gd name="T73" fmla="*/ 137 h 472"/>
                <a:gd name="T74" fmla="*/ 403 w 966"/>
                <a:gd name="T75" fmla="*/ 131 h 472"/>
                <a:gd name="T76" fmla="*/ 329 w 966"/>
                <a:gd name="T77" fmla="*/ 118 h 472"/>
                <a:gd name="T78" fmla="*/ 343 w 966"/>
                <a:gd name="T79" fmla="*/ 178 h 472"/>
                <a:gd name="T80" fmla="*/ 315 w 966"/>
                <a:gd name="T81" fmla="*/ 259 h 472"/>
                <a:gd name="T82" fmla="*/ 308 w 966"/>
                <a:gd name="T83" fmla="*/ 268 h 472"/>
                <a:gd name="T84" fmla="*/ 237 w 966"/>
                <a:gd name="T85" fmla="*/ 309 h 472"/>
                <a:gd name="T86" fmla="*/ 228 w 966"/>
                <a:gd name="T87" fmla="*/ 310 h 472"/>
                <a:gd name="T88" fmla="*/ 209 w 966"/>
                <a:gd name="T89" fmla="*/ 312 h 472"/>
                <a:gd name="T90" fmla="*/ 75 w 966"/>
                <a:gd name="T91" fmla="*/ 178 h 472"/>
                <a:gd name="T92" fmla="*/ 148 w 966"/>
                <a:gd name="T93" fmla="*/ 59 h 472"/>
                <a:gd name="T94" fmla="*/ 202 w 966"/>
                <a:gd name="T95" fmla="*/ 14 h 472"/>
                <a:gd name="T96" fmla="*/ 253 w 966"/>
                <a:gd name="T97" fmla="*/ 49 h 472"/>
                <a:gd name="T98" fmla="*/ 417 w 966"/>
                <a:gd name="T99" fmla="*/ 76 h 472"/>
                <a:gd name="T100" fmla="*/ 450 w 966"/>
                <a:gd name="T101" fmla="*/ 82 h 472"/>
                <a:gd name="T102" fmla="*/ 484 w 966"/>
                <a:gd name="T103" fmla="*/ 67 h 472"/>
                <a:gd name="T104" fmla="*/ 492 w 966"/>
                <a:gd name="T105" fmla="*/ 68 h 472"/>
                <a:gd name="T106" fmla="*/ 522 w 966"/>
                <a:gd name="T107" fmla="*/ 73 h 472"/>
                <a:gd name="T108" fmla="*/ 675 w 966"/>
                <a:gd name="T109" fmla="*/ 98 h 472"/>
                <a:gd name="T110" fmla="*/ 526 w 966"/>
                <a:gd name="T111" fmla="*/ 57 h 472"/>
                <a:gd name="T112" fmla="*/ 428 w 966"/>
                <a:gd name="T113" fmla="*/ 34 h 472"/>
                <a:gd name="T114" fmla="*/ 207 w 966"/>
                <a:gd name="T115" fmla="*/ 0 h 472"/>
                <a:gd name="T116" fmla="*/ 23 w 966"/>
                <a:gd name="T117" fmla="*/ 184 h 472"/>
                <a:gd name="T118" fmla="*/ 95 w 966"/>
                <a:gd name="T119" fmla="*/ 330 h 472"/>
                <a:gd name="T120" fmla="*/ 89 w 966"/>
                <a:gd name="T121" fmla="*/ 335 h 472"/>
                <a:gd name="T122" fmla="*/ 71 w 966"/>
                <a:gd name="T123" fmla="*/ 353 h 472"/>
                <a:gd name="T124" fmla="*/ 60 w 966"/>
                <a:gd name="T125" fmla="*/ 352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66" h="472">
                  <a:moveTo>
                    <a:pt x="60" y="352"/>
                  </a:moveTo>
                  <a:cubicBezTo>
                    <a:pt x="27" y="352"/>
                    <a:pt x="0" y="379"/>
                    <a:pt x="0" y="412"/>
                  </a:cubicBezTo>
                  <a:cubicBezTo>
                    <a:pt x="0" y="445"/>
                    <a:pt x="27" y="472"/>
                    <a:pt x="60" y="472"/>
                  </a:cubicBezTo>
                  <a:cubicBezTo>
                    <a:pt x="93" y="472"/>
                    <a:pt x="120" y="445"/>
                    <a:pt x="120" y="412"/>
                  </a:cubicBezTo>
                  <a:cubicBezTo>
                    <a:pt x="120" y="401"/>
                    <a:pt x="117" y="392"/>
                    <a:pt x="113" y="383"/>
                  </a:cubicBezTo>
                  <a:cubicBezTo>
                    <a:pt x="134" y="362"/>
                    <a:pt x="134" y="362"/>
                    <a:pt x="134" y="362"/>
                  </a:cubicBezTo>
                  <a:cubicBezTo>
                    <a:pt x="140" y="355"/>
                    <a:pt x="140" y="355"/>
                    <a:pt x="140" y="355"/>
                  </a:cubicBezTo>
                  <a:cubicBezTo>
                    <a:pt x="161" y="363"/>
                    <a:pt x="183" y="368"/>
                    <a:pt x="207" y="368"/>
                  </a:cubicBezTo>
                  <a:cubicBezTo>
                    <a:pt x="279" y="368"/>
                    <a:pt x="618" y="380"/>
                    <a:pt x="809" y="339"/>
                  </a:cubicBezTo>
                  <a:cubicBezTo>
                    <a:pt x="816" y="346"/>
                    <a:pt x="816" y="346"/>
                    <a:pt x="816" y="346"/>
                  </a:cubicBezTo>
                  <a:cubicBezTo>
                    <a:pt x="853" y="383"/>
                    <a:pt x="853" y="383"/>
                    <a:pt x="853" y="383"/>
                  </a:cubicBezTo>
                  <a:cubicBezTo>
                    <a:pt x="848" y="392"/>
                    <a:pt x="846" y="401"/>
                    <a:pt x="846" y="412"/>
                  </a:cubicBezTo>
                  <a:cubicBezTo>
                    <a:pt x="846" y="445"/>
                    <a:pt x="872" y="472"/>
                    <a:pt x="906" y="472"/>
                  </a:cubicBezTo>
                  <a:cubicBezTo>
                    <a:pt x="939" y="472"/>
                    <a:pt x="966" y="445"/>
                    <a:pt x="966" y="412"/>
                  </a:cubicBezTo>
                  <a:cubicBezTo>
                    <a:pt x="966" y="379"/>
                    <a:pt x="939" y="352"/>
                    <a:pt x="906" y="352"/>
                  </a:cubicBezTo>
                  <a:cubicBezTo>
                    <a:pt x="902" y="352"/>
                    <a:pt x="898" y="352"/>
                    <a:pt x="894" y="353"/>
                  </a:cubicBezTo>
                  <a:cubicBezTo>
                    <a:pt x="872" y="331"/>
                    <a:pt x="872" y="331"/>
                    <a:pt x="872" y="331"/>
                  </a:cubicBezTo>
                  <a:cubicBezTo>
                    <a:pt x="866" y="324"/>
                    <a:pt x="866" y="324"/>
                    <a:pt x="866" y="324"/>
                  </a:cubicBezTo>
                  <a:cubicBezTo>
                    <a:pt x="913" y="308"/>
                    <a:pt x="942" y="287"/>
                    <a:pt x="942" y="259"/>
                  </a:cubicBezTo>
                  <a:cubicBezTo>
                    <a:pt x="942" y="241"/>
                    <a:pt x="930" y="223"/>
                    <a:pt x="909" y="205"/>
                  </a:cubicBezTo>
                  <a:cubicBezTo>
                    <a:pt x="907" y="203"/>
                    <a:pt x="905" y="201"/>
                    <a:pt x="903" y="200"/>
                  </a:cubicBezTo>
                  <a:cubicBezTo>
                    <a:pt x="893" y="192"/>
                    <a:pt x="882" y="185"/>
                    <a:pt x="869" y="177"/>
                  </a:cubicBezTo>
                  <a:cubicBezTo>
                    <a:pt x="867" y="176"/>
                    <a:pt x="864" y="174"/>
                    <a:pt x="862" y="173"/>
                  </a:cubicBezTo>
                  <a:cubicBezTo>
                    <a:pt x="860" y="172"/>
                    <a:pt x="859" y="171"/>
                    <a:pt x="857" y="171"/>
                  </a:cubicBezTo>
                  <a:cubicBezTo>
                    <a:pt x="847" y="184"/>
                    <a:pt x="839" y="191"/>
                    <a:pt x="837" y="192"/>
                  </a:cubicBezTo>
                  <a:cubicBezTo>
                    <a:pt x="837" y="193"/>
                    <a:pt x="836" y="193"/>
                    <a:pt x="836" y="194"/>
                  </a:cubicBezTo>
                  <a:cubicBezTo>
                    <a:pt x="831" y="198"/>
                    <a:pt x="825" y="200"/>
                    <a:pt x="818" y="200"/>
                  </a:cubicBezTo>
                  <a:cubicBezTo>
                    <a:pt x="817" y="200"/>
                    <a:pt x="815" y="200"/>
                    <a:pt x="814" y="199"/>
                  </a:cubicBezTo>
                  <a:cubicBezTo>
                    <a:pt x="804" y="198"/>
                    <a:pt x="804" y="198"/>
                    <a:pt x="804" y="198"/>
                  </a:cubicBezTo>
                  <a:cubicBezTo>
                    <a:pt x="776" y="193"/>
                    <a:pt x="776" y="193"/>
                    <a:pt x="776" y="193"/>
                  </a:cubicBezTo>
                  <a:cubicBezTo>
                    <a:pt x="771" y="198"/>
                    <a:pt x="765" y="201"/>
                    <a:pt x="759" y="203"/>
                  </a:cubicBezTo>
                  <a:cubicBezTo>
                    <a:pt x="754" y="205"/>
                    <a:pt x="748" y="206"/>
                    <a:pt x="743" y="206"/>
                  </a:cubicBezTo>
                  <a:cubicBezTo>
                    <a:pt x="741" y="206"/>
                    <a:pt x="740" y="206"/>
                    <a:pt x="738" y="206"/>
                  </a:cubicBezTo>
                  <a:cubicBezTo>
                    <a:pt x="737" y="206"/>
                    <a:pt x="736" y="206"/>
                    <a:pt x="735" y="205"/>
                  </a:cubicBezTo>
                  <a:cubicBezTo>
                    <a:pt x="497" y="166"/>
                    <a:pt x="497" y="166"/>
                    <a:pt x="497" y="166"/>
                  </a:cubicBezTo>
                  <a:cubicBezTo>
                    <a:pt x="477" y="162"/>
                    <a:pt x="477" y="162"/>
                    <a:pt x="477" y="162"/>
                  </a:cubicBezTo>
                  <a:cubicBezTo>
                    <a:pt x="462" y="160"/>
                    <a:pt x="449" y="151"/>
                    <a:pt x="442" y="137"/>
                  </a:cubicBezTo>
                  <a:cubicBezTo>
                    <a:pt x="403" y="131"/>
                    <a:pt x="403" y="131"/>
                    <a:pt x="403" y="131"/>
                  </a:cubicBezTo>
                  <a:cubicBezTo>
                    <a:pt x="329" y="118"/>
                    <a:pt x="329" y="118"/>
                    <a:pt x="329" y="118"/>
                  </a:cubicBezTo>
                  <a:cubicBezTo>
                    <a:pt x="338" y="136"/>
                    <a:pt x="343" y="157"/>
                    <a:pt x="343" y="178"/>
                  </a:cubicBezTo>
                  <a:cubicBezTo>
                    <a:pt x="343" y="208"/>
                    <a:pt x="333" y="236"/>
                    <a:pt x="315" y="259"/>
                  </a:cubicBezTo>
                  <a:cubicBezTo>
                    <a:pt x="313" y="262"/>
                    <a:pt x="311" y="265"/>
                    <a:pt x="308" y="268"/>
                  </a:cubicBezTo>
                  <a:cubicBezTo>
                    <a:pt x="290" y="288"/>
                    <a:pt x="265" y="303"/>
                    <a:pt x="237" y="309"/>
                  </a:cubicBezTo>
                  <a:cubicBezTo>
                    <a:pt x="234" y="309"/>
                    <a:pt x="231" y="310"/>
                    <a:pt x="228" y="310"/>
                  </a:cubicBezTo>
                  <a:cubicBezTo>
                    <a:pt x="222" y="311"/>
                    <a:pt x="215" y="312"/>
                    <a:pt x="209" y="312"/>
                  </a:cubicBezTo>
                  <a:cubicBezTo>
                    <a:pt x="135" y="312"/>
                    <a:pt x="75" y="252"/>
                    <a:pt x="75" y="178"/>
                  </a:cubicBezTo>
                  <a:cubicBezTo>
                    <a:pt x="75" y="126"/>
                    <a:pt x="104" y="81"/>
                    <a:pt x="148" y="59"/>
                  </a:cubicBezTo>
                  <a:cubicBezTo>
                    <a:pt x="153" y="33"/>
                    <a:pt x="175" y="14"/>
                    <a:pt x="202" y="14"/>
                  </a:cubicBezTo>
                  <a:cubicBezTo>
                    <a:pt x="225" y="14"/>
                    <a:pt x="245" y="29"/>
                    <a:pt x="253" y="49"/>
                  </a:cubicBezTo>
                  <a:cubicBezTo>
                    <a:pt x="417" y="76"/>
                    <a:pt x="417" y="76"/>
                    <a:pt x="417" y="76"/>
                  </a:cubicBezTo>
                  <a:cubicBezTo>
                    <a:pt x="450" y="82"/>
                    <a:pt x="450" y="82"/>
                    <a:pt x="450" y="82"/>
                  </a:cubicBezTo>
                  <a:cubicBezTo>
                    <a:pt x="459" y="73"/>
                    <a:pt x="471" y="67"/>
                    <a:pt x="484" y="67"/>
                  </a:cubicBezTo>
                  <a:cubicBezTo>
                    <a:pt x="487" y="67"/>
                    <a:pt x="490" y="67"/>
                    <a:pt x="492" y="68"/>
                  </a:cubicBezTo>
                  <a:cubicBezTo>
                    <a:pt x="522" y="73"/>
                    <a:pt x="522" y="73"/>
                    <a:pt x="522" y="73"/>
                  </a:cubicBezTo>
                  <a:cubicBezTo>
                    <a:pt x="675" y="98"/>
                    <a:pt x="675" y="98"/>
                    <a:pt x="675" y="98"/>
                  </a:cubicBezTo>
                  <a:cubicBezTo>
                    <a:pt x="627" y="83"/>
                    <a:pt x="576" y="69"/>
                    <a:pt x="526" y="57"/>
                  </a:cubicBezTo>
                  <a:cubicBezTo>
                    <a:pt x="493" y="49"/>
                    <a:pt x="460" y="41"/>
                    <a:pt x="428" y="34"/>
                  </a:cubicBezTo>
                  <a:cubicBezTo>
                    <a:pt x="326" y="13"/>
                    <a:pt x="239" y="0"/>
                    <a:pt x="207" y="0"/>
                  </a:cubicBezTo>
                  <a:cubicBezTo>
                    <a:pt x="105" y="0"/>
                    <a:pt x="23" y="82"/>
                    <a:pt x="23" y="184"/>
                  </a:cubicBezTo>
                  <a:cubicBezTo>
                    <a:pt x="23" y="243"/>
                    <a:pt x="51" y="296"/>
                    <a:pt x="95" y="330"/>
                  </a:cubicBezTo>
                  <a:cubicBezTo>
                    <a:pt x="89" y="335"/>
                    <a:pt x="89" y="335"/>
                    <a:pt x="89" y="335"/>
                  </a:cubicBezTo>
                  <a:cubicBezTo>
                    <a:pt x="71" y="353"/>
                    <a:pt x="71" y="353"/>
                    <a:pt x="71" y="353"/>
                  </a:cubicBezTo>
                  <a:cubicBezTo>
                    <a:pt x="68" y="352"/>
                    <a:pt x="64" y="352"/>
                    <a:pt x="60" y="3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77"/>
            <p:cNvSpPr>
              <a:spLocks/>
            </p:cNvSpPr>
            <p:nvPr/>
          </p:nvSpPr>
          <p:spPr bwMode="auto">
            <a:xfrm>
              <a:off x="6667500" y="1751013"/>
              <a:ext cx="314325" cy="287338"/>
            </a:xfrm>
            <a:custGeom>
              <a:avLst/>
              <a:gdLst>
                <a:gd name="T0" fmla="*/ 95 w 204"/>
                <a:gd name="T1" fmla="*/ 31 h 187"/>
                <a:gd name="T2" fmla="*/ 45 w 204"/>
                <a:gd name="T3" fmla="*/ 0 h 187"/>
                <a:gd name="T4" fmla="*/ 0 w 204"/>
                <a:gd name="T5" fmla="*/ 85 h 187"/>
                <a:gd name="T6" fmla="*/ 102 w 204"/>
                <a:gd name="T7" fmla="*/ 187 h 187"/>
                <a:gd name="T8" fmla="*/ 123 w 204"/>
                <a:gd name="T9" fmla="*/ 185 h 187"/>
                <a:gd name="T10" fmla="*/ 153 w 204"/>
                <a:gd name="T11" fmla="*/ 173 h 187"/>
                <a:gd name="T12" fmla="*/ 204 w 204"/>
                <a:gd name="T13" fmla="*/ 85 h 187"/>
                <a:gd name="T14" fmla="*/ 179 w 204"/>
                <a:gd name="T15" fmla="*/ 18 h 187"/>
                <a:gd name="T16" fmla="*/ 137 w 204"/>
                <a:gd name="T17" fmla="*/ 11 h 187"/>
                <a:gd name="T18" fmla="*/ 95 w 204"/>
                <a:gd name="T19" fmla="*/ 31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4" h="187">
                  <a:moveTo>
                    <a:pt x="95" y="31"/>
                  </a:moveTo>
                  <a:cubicBezTo>
                    <a:pt x="73" y="31"/>
                    <a:pt x="54" y="18"/>
                    <a:pt x="45" y="0"/>
                  </a:cubicBezTo>
                  <a:cubicBezTo>
                    <a:pt x="18" y="18"/>
                    <a:pt x="0" y="49"/>
                    <a:pt x="0" y="85"/>
                  </a:cubicBezTo>
                  <a:cubicBezTo>
                    <a:pt x="0" y="141"/>
                    <a:pt x="45" y="187"/>
                    <a:pt x="102" y="187"/>
                  </a:cubicBezTo>
                  <a:cubicBezTo>
                    <a:pt x="109" y="187"/>
                    <a:pt x="116" y="186"/>
                    <a:pt x="123" y="185"/>
                  </a:cubicBezTo>
                  <a:cubicBezTo>
                    <a:pt x="134" y="182"/>
                    <a:pt x="144" y="178"/>
                    <a:pt x="153" y="173"/>
                  </a:cubicBezTo>
                  <a:cubicBezTo>
                    <a:pt x="184" y="155"/>
                    <a:pt x="204" y="122"/>
                    <a:pt x="204" y="85"/>
                  </a:cubicBezTo>
                  <a:cubicBezTo>
                    <a:pt x="204" y="59"/>
                    <a:pt x="194" y="36"/>
                    <a:pt x="179" y="18"/>
                  </a:cubicBezTo>
                  <a:cubicBezTo>
                    <a:pt x="137" y="11"/>
                    <a:pt x="137" y="11"/>
                    <a:pt x="137" y="11"/>
                  </a:cubicBezTo>
                  <a:cubicBezTo>
                    <a:pt x="127" y="23"/>
                    <a:pt x="112" y="31"/>
                    <a:pt x="95"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78"/>
            <p:cNvSpPr>
              <a:spLocks/>
            </p:cNvSpPr>
            <p:nvPr/>
          </p:nvSpPr>
          <p:spPr bwMode="auto">
            <a:xfrm>
              <a:off x="6750050" y="1649413"/>
              <a:ext cx="117475" cy="128588"/>
            </a:xfrm>
            <a:custGeom>
              <a:avLst/>
              <a:gdLst>
                <a:gd name="T0" fmla="*/ 4 w 77"/>
                <a:gd name="T1" fmla="*/ 59 h 84"/>
                <a:gd name="T2" fmla="*/ 42 w 77"/>
                <a:gd name="T3" fmla="*/ 84 h 84"/>
                <a:gd name="T4" fmla="*/ 68 w 77"/>
                <a:gd name="T5" fmla="*/ 75 h 84"/>
                <a:gd name="T6" fmla="*/ 37 w 77"/>
                <a:gd name="T7" fmla="*/ 70 h 84"/>
                <a:gd name="T8" fmla="*/ 17 w 77"/>
                <a:gd name="T9" fmla="*/ 54 h 84"/>
                <a:gd name="T10" fmla="*/ 14 w 77"/>
                <a:gd name="T11" fmla="*/ 37 h 84"/>
                <a:gd name="T12" fmla="*/ 26 w 77"/>
                <a:gd name="T13" fmla="*/ 19 h 84"/>
                <a:gd name="T14" fmla="*/ 42 w 77"/>
                <a:gd name="T15" fmla="*/ 14 h 84"/>
                <a:gd name="T16" fmla="*/ 46 w 77"/>
                <a:gd name="T17" fmla="*/ 14 h 84"/>
                <a:gd name="T18" fmla="*/ 77 w 77"/>
                <a:gd name="T19" fmla="*/ 19 h 84"/>
                <a:gd name="T20" fmla="*/ 42 w 77"/>
                <a:gd name="T21" fmla="*/ 0 h 84"/>
                <a:gd name="T22" fmla="*/ 4 w 77"/>
                <a:gd name="T23" fmla="*/ 25 h 84"/>
                <a:gd name="T24" fmla="*/ 0 w 77"/>
                <a:gd name="T25" fmla="*/ 42 h 84"/>
                <a:gd name="T26" fmla="*/ 4 w 77"/>
                <a:gd name="T27" fmla="*/ 59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84">
                  <a:moveTo>
                    <a:pt x="4" y="59"/>
                  </a:moveTo>
                  <a:cubicBezTo>
                    <a:pt x="10" y="74"/>
                    <a:pt x="25" y="84"/>
                    <a:pt x="42" y="84"/>
                  </a:cubicBezTo>
                  <a:cubicBezTo>
                    <a:pt x="52" y="84"/>
                    <a:pt x="61" y="80"/>
                    <a:pt x="68" y="75"/>
                  </a:cubicBezTo>
                  <a:cubicBezTo>
                    <a:pt x="37" y="70"/>
                    <a:pt x="37" y="70"/>
                    <a:pt x="37" y="70"/>
                  </a:cubicBezTo>
                  <a:cubicBezTo>
                    <a:pt x="28" y="68"/>
                    <a:pt x="20" y="62"/>
                    <a:pt x="17" y="54"/>
                  </a:cubicBezTo>
                  <a:cubicBezTo>
                    <a:pt x="14" y="49"/>
                    <a:pt x="13" y="43"/>
                    <a:pt x="14" y="37"/>
                  </a:cubicBezTo>
                  <a:cubicBezTo>
                    <a:pt x="15" y="30"/>
                    <a:pt x="20" y="23"/>
                    <a:pt x="26" y="19"/>
                  </a:cubicBezTo>
                  <a:cubicBezTo>
                    <a:pt x="30" y="16"/>
                    <a:pt x="36" y="14"/>
                    <a:pt x="42" y="14"/>
                  </a:cubicBezTo>
                  <a:cubicBezTo>
                    <a:pt x="43" y="14"/>
                    <a:pt x="45" y="14"/>
                    <a:pt x="46" y="14"/>
                  </a:cubicBezTo>
                  <a:cubicBezTo>
                    <a:pt x="77" y="19"/>
                    <a:pt x="77" y="19"/>
                    <a:pt x="77" y="19"/>
                  </a:cubicBezTo>
                  <a:cubicBezTo>
                    <a:pt x="70" y="8"/>
                    <a:pt x="57" y="0"/>
                    <a:pt x="42" y="0"/>
                  </a:cubicBezTo>
                  <a:cubicBezTo>
                    <a:pt x="25" y="0"/>
                    <a:pt x="10" y="10"/>
                    <a:pt x="4" y="25"/>
                  </a:cubicBezTo>
                  <a:cubicBezTo>
                    <a:pt x="1" y="30"/>
                    <a:pt x="0" y="36"/>
                    <a:pt x="0" y="42"/>
                  </a:cubicBezTo>
                  <a:cubicBezTo>
                    <a:pt x="0" y="48"/>
                    <a:pt x="1" y="54"/>
                    <a:pt x="4"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79"/>
            <p:cNvSpPr>
              <a:spLocks/>
            </p:cNvSpPr>
            <p:nvPr/>
          </p:nvSpPr>
          <p:spPr bwMode="auto">
            <a:xfrm>
              <a:off x="7785100" y="747713"/>
              <a:ext cx="95250" cy="219075"/>
            </a:xfrm>
            <a:custGeom>
              <a:avLst/>
              <a:gdLst>
                <a:gd name="T0" fmla="*/ 23 w 62"/>
                <a:gd name="T1" fmla="*/ 138 h 143"/>
                <a:gd name="T2" fmla="*/ 41 w 62"/>
                <a:gd name="T3" fmla="*/ 143 h 143"/>
                <a:gd name="T4" fmla="*/ 40 w 62"/>
                <a:gd name="T5" fmla="*/ 121 h 143"/>
                <a:gd name="T6" fmla="*/ 49 w 62"/>
                <a:gd name="T7" fmla="*/ 51 h 143"/>
                <a:gd name="T8" fmla="*/ 55 w 62"/>
                <a:gd name="T9" fmla="*/ 37 h 143"/>
                <a:gd name="T10" fmla="*/ 56 w 62"/>
                <a:gd name="T11" fmla="*/ 34 h 143"/>
                <a:gd name="T12" fmla="*/ 56 w 62"/>
                <a:gd name="T13" fmla="*/ 34 h 143"/>
                <a:gd name="T14" fmla="*/ 51 w 62"/>
                <a:gd name="T15" fmla="*/ 7 h 143"/>
                <a:gd name="T16" fmla="*/ 23 w 62"/>
                <a:gd name="T17" fmla="*/ 11 h 143"/>
                <a:gd name="T18" fmla="*/ 0 w 62"/>
                <a:gd name="T19" fmla="*/ 121 h 143"/>
                <a:gd name="T20" fmla="*/ 1 w 62"/>
                <a:gd name="T21" fmla="*/ 141 h 143"/>
                <a:gd name="T22" fmla="*/ 16 w 62"/>
                <a:gd name="T23" fmla="*/ 139 h 143"/>
                <a:gd name="T24" fmla="*/ 23 w 62"/>
                <a:gd name="T25" fmla="*/ 138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 h="143">
                  <a:moveTo>
                    <a:pt x="23" y="138"/>
                  </a:moveTo>
                  <a:cubicBezTo>
                    <a:pt x="29" y="138"/>
                    <a:pt x="36" y="140"/>
                    <a:pt x="41" y="143"/>
                  </a:cubicBezTo>
                  <a:cubicBezTo>
                    <a:pt x="41" y="135"/>
                    <a:pt x="40" y="128"/>
                    <a:pt x="40" y="121"/>
                  </a:cubicBezTo>
                  <a:cubicBezTo>
                    <a:pt x="40" y="88"/>
                    <a:pt x="45" y="65"/>
                    <a:pt x="49" y="51"/>
                  </a:cubicBezTo>
                  <a:cubicBezTo>
                    <a:pt x="51" y="45"/>
                    <a:pt x="53" y="40"/>
                    <a:pt x="55" y="37"/>
                  </a:cubicBezTo>
                  <a:cubicBezTo>
                    <a:pt x="55" y="36"/>
                    <a:pt x="56" y="35"/>
                    <a:pt x="56" y="34"/>
                  </a:cubicBezTo>
                  <a:cubicBezTo>
                    <a:pt x="56" y="34"/>
                    <a:pt x="56" y="34"/>
                    <a:pt x="56" y="34"/>
                  </a:cubicBezTo>
                  <a:cubicBezTo>
                    <a:pt x="62" y="25"/>
                    <a:pt x="60" y="13"/>
                    <a:pt x="51" y="7"/>
                  </a:cubicBezTo>
                  <a:cubicBezTo>
                    <a:pt x="42" y="0"/>
                    <a:pt x="30" y="2"/>
                    <a:pt x="23" y="11"/>
                  </a:cubicBezTo>
                  <a:cubicBezTo>
                    <a:pt x="21" y="15"/>
                    <a:pt x="0" y="47"/>
                    <a:pt x="0" y="121"/>
                  </a:cubicBezTo>
                  <a:cubicBezTo>
                    <a:pt x="0" y="128"/>
                    <a:pt x="1" y="134"/>
                    <a:pt x="1" y="141"/>
                  </a:cubicBezTo>
                  <a:cubicBezTo>
                    <a:pt x="6" y="140"/>
                    <a:pt x="11" y="140"/>
                    <a:pt x="16" y="139"/>
                  </a:cubicBezTo>
                  <a:cubicBezTo>
                    <a:pt x="18" y="139"/>
                    <a:pt x="21" y="138"/>
                    <a:pt x="23" y="1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80"/>
            <p:cNvSpPr>
              <a:spLocks/>
            </p:cNvSpPr>
            <p:nvPr/>
          </p:nvSpPr>
          <p:spPr bwMode="auto">
            <a:xfrm>
              <a:off x="6781800" y="1068388"/>
              <a:ext cx="1168400" cy="842963"/>
            </a:xfrm>
            <a:custGeom>
              <a:avLst/>
              <a:gdLst>
                <a:gd name="T0" fmla="*/ 339 w 759"/>
                <a:gd name="T1" fmla="*/ 430 h 548"/>
                <a:gd name="T2" fmla="*/ 310 w 759"/>
                <a:gd name="T3" fmla="*/ 426 h 548"/>
                <a:gd name="T4" fmla="*/ 272 w 759"/>
                <a:gd name="T5" fmla="*/ 441 h 548"/>
                <a:gd name="T6" fmla="*/ 234 w 759"/>
                <a:gd name="T7" fmla="*/ 434 h 548"/>
                <a:gd name="T8" fmla="*/ 93 w 759"/>
                <a:gd name="T9" fmla="*/ 411 h 548"/>
                <a:gd name="T10" fmla="*/ 75 w 759"/>
                <a:gd name="T11" fmla="*/ 408 h 548"/>
                <a:gd name="T12" fmla="*/ 60 w 759"/>
                <a:gd name="T13" fmla="*/ 405 h 548"/>
                <a:gd name="T14" fmla="*/ 24 w 759"/>
                <a:gd name="T15" fmla="*/ 399 h 548"/>
                <a:gd name="T16" fmla="*/ 1 w 759"/>
                <a:gd name="T17" fmla="*/ 416 h 548"/>
                <a:gd name="T18" fmla="*/ 3 w 759"/>
                <a:gd name="T19" fmla="*/ 429 h 548"/>
                <a:gd name="T20" fmla="*/ 17 w 759"/>
                <a:gd name="T21" fmla="*/ 439 h 548"/>
                <a:gd name="T22" fmla="*/ 17 w 759"/>
                <a:gd name="T23" fmla="*/ 439 h 548"/>
                <a:gd name="T24" fmla="*/ 54 w 759"/>
                <a:gd name="T25" fmla="*/ 445 h 548"/>
                <a:gd name="T26" fmla="*/ 68 w 759"/>
                <a:gd name="T27" fmla="*/ 447 h 548"/>
                <a:gd name="T28" fmla="*/ 95 w 759"/>
                <a:gd name="T29" fmla="*/ 452 h 548"/>
                <a:gd name="T30" fmla="*/ 143 w 759"/>
                <a:gd name="T31" fmla="*/ 460 h 548"/>
                <a:gd name="T32" fmla="*/ 224 w 759"/>
                <a:gd name="T33" fmla="*/ 473 h 548"/>
                <a:gd name="T34" fmla="*/ 267 w 759"/>
                <a:gd name="T35" fmla="*/ 480 h 548"/>
                <a:gd name="T36" fmla="*/ 297 w 759"/>
                <a:gd name="T37" fmla="*/ 504 h 548"/>
                <a:gd name="T38" fmla="*/ 318 w 759"/>
                <a:gd name="T39" fmla="*/ 508 h 548"/>
                <a:gd name="T40" fmla="*/ 555 w 759"/>
                <a:gd name="T41" fmla="*/ 548 h 548"/>
                <a:gd name="T42" fmla="*/ 562 w 759"/>
                <a:gd name="T43" fmla="*/ 548 h 548"/>
                <a:gd name="T44" fmla="*/ 592 w 759"/>
                <a:gd name="T45" fmla="*/ 534 h 548"/>
                <a:gd name="T46" fmla="*/ 634 w 759"/>
                <a:gd name="T47" fmla="*/ 541 h 548"/>
                <a:gd name="T48" fmla="*/ 637 w 759"/>
                <a:gd name="T49" fmla="*/ 542 h 548"/>
                <a:gd name="T50" fmla="*/ 651 w 759"/>
                <a:gd name="T51" fmla="*/ 537 h 548"/>
                <a:gd name="T52" fmla="*/ 669 w 759"/>
                <a:gd name="T53" fmla="*/ 517 h 548"/>
                <a:gd name="T54" fmla="*/ 674 w 759"/>
                <a:gd name="T55" fmla="*/ 511 h 548"/>
                <a:gd name="T56" fmla="*/ 693 w 759"/>
                <a:gd name="T57" fmla="*/ 485 h 548"/>
                <a:gd name="T58" fmla="*/ 705 w 759"/>
                <a:gd name="T59" fmla="*/ 466 h 548"/>
                <a:gd name="T60" fmla="*/ 706 w 759"/>
                <a:gd name="T61" fmla="*/ 465 h 548"/>
                <a:gd name="T62" fmla="*/ 749 w 759"/>
                <a:gd name="T63" fmla="*/ 356 h 548"/>
                <a:gd name="T64" fmla="*/ 754 w 759"/>
                <a:gd name="T65" fmla="*/ 333 h 548"/>
                <a:gd name="T66" fmla="*/ 759 w 759"/>
                <a:gd name="T67" fmla="*/ 270 h 548"/>
                <a:gd name="T68" fmla="*/ 735 w 759"/>
                <a:gd name="T69" fmla="*/ 130 h 548"/>
                <a:gd name="T70" fmla="*/ 701 w 759"/>
                <a:gd name="T71" fmla="*/ 0 h 548"/>
                <a:gd name="T72" fmla="*/ 681 w 759"/>
                <a:gd name="T73" fmla="*/ 9 h 548"/>
                <a:gd name="T74" fmla="*/ 662 w 759"/>
                <a:gd name="T75" fmla="*/ 12 h 548"/>
                <a:gd name="T76" fmla="*/ 697 w 759"/>
                <a:gd name="T77" fmla="*/ 143 h 548"/>
                <a:gd name="T78" fmla="*/ 715 w 759"/>
                <a:gd name="T79" fmla="*/ 219 h 548"/>
                <a:gd name="T80" fmla="*/ 718 w 759"/>
                <a:gd name="T81" fmla="*/ 243 h 548"/>
                <a:gd name="T82" fmla="*/ 719 w 759"/>
                <a:gd name="T83" fmla="*/ 270 h 548"/>
                <a:gd name="T84" fmla="*/ 709 w 759"/>
                <a:gd name="T85" fmla="*/ 354 h 548"/>
                <a:gd name="T86" fmla="*/ 703 w 759"/>
                <a:gd name="T87" fmla="*/ 375 h 548"/>
                <a:gd name="T88" fmla="*/ 671 w 759"/>
                <a:gd name="T89" fmla="*/ 446 h 548"/>
                <a:gd name="T90" fmla="*/ 638 w 759"/>
                <a:gd name="T91" fmla="*/ 492 h 548"/>
                <a:gd name="T92" fmla="*/ 637 w 759"/>
                <a:gd name="T93" fmla="*/ 493 h 548"/>
                <a:gd name="T94" fmla="*/ 632 w 759"/>
                <a:gd name="T95" fmla="*/ 499 h 548"/>
                <a:gd name="T96" fmla="*/ 630 w 759"/>
                <a:gd name="T97" fmla="*/ 500 h 548"/>
                <a:gd name="T98" fmla="*/ 600 w 759"/>
                <a:gd name="T99" fmla="*/ 495 h 548"/>
                <a:gd name="T100" fmla="*/ 592 w 759"/>
                <a:gd name="T101" fmla="*/ 482 h 548"/>
                <a:gd name="T102" fmla="*/ 568 w 759"/>
                <a:gd name="T103" fmla="*/ 469 h 548"/>
                <a:gd name="T104" fmla="*/ 544 w 759"/>
                <a:gd name="T105" fmla="*/ 465 h 548"/>
                <a:gd name="T106" fmla="*/ 339 w 759"/>
                <a:gd name="T107" fmla="*/ 430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59" h="548">
                  <a:moveTo>
                    <a:pt x="339" y="430"/>
                  </a:moveTo>
                  <a:cubicBezTo>
                    <a:pt x="310" y="426"/>
                    <a:pt x="310" y="426"/>
                    <a:pt x="310" y="426"/>
                  </a:cubicBezTo>
                  <a:cubicBezTo>
                    <a:pt x="295" y="423"/>
                    <a:pt x="281" y="429"/>
                    <a:pt x="272" y="441"/>
                  </a:cubicBezTo>
                  <a:cubicBezTo>
                    <a:pt x="234" y="434"/>
                    <a:pt x="234" y="434"/>
                    <a:pt x="234" y="434"/>
                  </a:cubicBezTo>
                  <a:cubicBezTo>
                    <a:pt x="93" y="411"/>
                    <a:pt x="93" y="411"/>
                    <a:pt x="93" y="411"/>
                  </a:cubicBezTo>
                  <a:cubicBezTo>
                    <a:pt x="75" y="408"/>
                    <a:pt x="75" y="408"/>
                    <a:pt x="75" y="408"/>
                  </a:cubicBezTo>
                  <a:cubicBezTo>
                    <a:pt x="60" y="405"/>
                    <a:pt x="60" y="405"/>
                    <a:pt x="60" y="405"/>
                  </a:cubicBezTo>
                  <a:cubicBezTo>
                    <a:pt x="24" y="399"/>
                    <a:pt x="24" y="399"/>
                    <a:pt x="24" y="399"/>
                  </a:cubicBezTo>
                  <a:cubicBezTo>
                    <a:pt x="13" y="397"/>
                    <a:pt x="3" y="405"/>
                    <a:pt x="1" y="416"/>
                  </a:cubicBezTo>
                  <a:cubicBezTo>
                    <a:pt x="0" y="420"/>
                    <a:pt x="1" y="425"/>
                    <a:pt x="3" y="429"/>
                  </a:cubicBezTo>
                  <a:cubicBezTo>
                    <a:pt x="6" y="434"/>
                    <a:pt x="11" y="438"/>
                    <a:pt x="17" y="439"/>
                  </a:cubicBezTo>
                  <a:cubicBezTo>
                    <a:pt x="17" y="439"/>
                    <a:pt x="17" y="439"/>
                    <a:pt x="17" y="439"/>
                  </a:cubicBezTo>
                  <a:cubicBezTo>
                    <a:pt x="54" y="445"/>
                    <a:pt x="54" y="445"/>
                    <a:pt x="54" y="445"/>
                  </a:cubicBezTo>
                  <a:cubicBezTo>
                    <a:pt x="68" y="447"/>
                    <a:pt x="68" y="447"/>
                    <a:pt x="68" y="447"/>
                  </a:cubicBezTo>
                  <a:cubicBezTo>
                    <a:pt x="95" y="452"/>
                    <a:pt x="95" y="452"/>
                    <a:pt x="95" y="452"/>
                  </a:cubicBezTo>
                  <a:cubicBezTo>
                    <a:pt x="143" y="460"/>
                    <a:pt x="143" y="460"/>
                    <a:pt x="143" y="460"/>
                  </a:cubicBezTo>
                  <a:cubicBezTo>
                    <a:pt x="224" y="473"/>
                    <a:pt x="224" y="473"/>
                    <a:pt x="224" y="473"/>
                  </a:cubicBezTo>
                  <a:cubicBezTo>
                    <a:pt x="267" y="480"/>
                    <a:pt x="267" y="480"/>
                    <a:pt x="267" y="480"/>
                  </a:cubicBezTo>
                  <a:cubicBezTo>
                    <a:pt x="272" y="493"/>
                    <a:pt x="283" y="502"/>
                    <a:pt x="297" y="504"/>
                  </a:cubicBezTo>
                  <a:cubicBezTo>
                    <a:pt x="318" y="508"/>
                    <a:pt x="318" y="508"/>
                    <a:pt x="318" y="508"/>
                  </a:cubicBezTo>
                  <a:cubicBezTo>
                    <a:pt x="555" y="548"/>
                    <a:pt x="555" y="548"/>
                    <a:pt x="555" y="548"/>
                  </a:cubicBezTo>
                  <a:cubicBezTo>
                    <a:pt x="557" y="548"/>
                    <a:pt x="560" y="548"/>
                    <a:pt x="562" y="548"/>
                  </a:cubicBezTo>
                  <a:cubicBezTo>
                    <a:pt x="574" y="548"/>
                    <a:pt x="584" y="543"/>
                    <a:pt x="592" y="534"/>
                  </a:cubicBezTo>
                  <a:cubicBezTo>
                    <a:pt x="634" y="541"/>
                    <a:pt x="634" y="541"/>
                    <a:pt x="634" y="541"/>
                  </a:cubicBezTo>
                  <a:cubicBezTo>
                    <a:pt x="635" y="542"/>
                    <a:pt x="636" y="542"/>
                    <a:pt x="637" y="542"/>
                  </a:cubicBezTo>
                  <a:cubicBezTo>
                    <a:pt x="642" y="542"/>
                    <a:pt x="647" y="540"/>
                    <a:pt x="651" y="537"/>
                  </a:cubicBezTo>
                  <a:cubicBezTo>
                    <a:pt x="651" y="536"/>
                    <a:pt x="659" y="529"/>
                    <a:pt x="669" y="517"/>
                  </a:cubicBezTo>
                  <a:cubicBezTo>
                    <a:pt x="671" y="515"/>
                    <a:pt x="673" y="513"/>
                    <a:pt x="674" y="511"/>
                  </a:cubicBezTo>
                  <a:cubicBezTo>
                    <a:pt x="680" y="504"/>
                    <a:pt x="687" y="495"/>
                    <a:pt x="693" y="485"/>
                  </a:cubicBezTo>
                  <a:cubicBezTo>
                    <a:pt x="697" y="479"/>
                    <a:pt x="701" y="473"/>
                    <a:pt x="705" y="466"/>
                  </a:cubicBezTo>
                  <a:cubicBezTo>
                    <a:pt x="706" y="466"/>
                    <a:pt x="706" y="465"/>
                    <a:pt x="706" y="465"/>
                  </a:cubicBezTo>
                  <a:cubicBezTo>
                    <a:pt x="723" y="437"/>
                    <a:pt x="739" y="400"/>
                    <a:pt x="749" y="356"/>
                  </a:cubicBezTo>
                  <a:cubicBezTo>
                    <a:pt x="751" y="349"/>
                    <a:pt x="753" y="341"/>
                    <a:pt x="754" y="333"/>
                  </a:cubicBezTo>
                  <a:cubicBezTo>
                    <a:pt x="757" y="313"/>
                    <a:pt x="759" y="292"/>
                    <a:pt x="759" y="270"/>
                  </a:cubicBezTo>
                  <a:cubicBezTo>
                    <a:pt x="759" y="228"/>
                    <a:pt x="752" y="181"/>
                    <a:pt x="735" y="130"/>
                  </a:cubicBezTo>
                  <a:cubicBezTo>
                    <a:pt x="718" y="79"/>
                    <a:pt x="707" y="36"/>
                    <a:pt x="701" y="0"/>
                  </a:cubicBezTo>
                  <a:cubicBezTo>
                    <a:pt x="695" y="4"/>
                    <a:pt x="689" y="8"/>
                    <a:pt x="681" y="9"/>
                  </a:cubicBezTo>
                  <a:cubicBezTo>
                    <a:pt x="675" y="10"/>
                    <a:pt x="669" y="11"/>
                    <a:pt x="662" y="12"/>
                  </a:cubicBezTo>
                  <a:cubicBezTo>
                    <a:pt x="669" y="49"/>
                    <a:pt x="680" y="93"/>
                    <a:pt x="697" y="143"/>
                  </a:cubicBezTo>
                  <a:cubicBezTo>
                    <a:pt x="706" y="169"/>
                    <a:pt x="712" y="195"/>
                    <a:pt x="715" y="219"/>
                  </a:cubicBezTo>
                  <a:cubicBezTo>
                    <a:pt x="717" y="227"/>
                    <a:pt x="717" y="235"/>
                    <a:pt x="718" y="243"/>
                  </a:cubicBezTo>
                  <a:cubicBezTo>
                    <a:pt x="719" y="252"/>
                    <a:pt x="719" y="262"/>
                    <a:pt x="719" y="270"/>
                  </a:cubicBezTo>
                  <a:cubicBezTo>
                    <a:pt x="719" y="301"/>
                    <a:pt x="715" y="329"/>
                    <a:pt x="709" y="354"/>
                  </a:cubicBezTo>
                  <a:cubicBezTo>
                    <a:pt x="707" y="361"/>
                    <a:pt x="705" y="368"/>
                    <a:pt x="703" y="375"/>
                  </a:cubicBezTo>
                  <a:cubicBezTo>
                    <a:pt x="694" y="402"/>
                    <a:pt x="683" y="426"/>
                    <a:pt x="671" y="446"/>
                  </a:cubicBezTo>
                  <a:cubicBezTo>
                    <a:pt x="659" y="466"/>
                    <a:pt x="647" y="481"/>
                    <a:pt x="638" y="492"/>
                  </a:cubicBezTo>
                  <a:cubicBezTo>
                    <a:pt x="638" y="492"/>
                    <a:pt x="638" y="492"/>
                    <a:pt x="637" y="493"/>
                  </a:cubicBezTo>
                  <a:cubicBezTo>
                    <a:pt x="635" y="495"/>
                    <a:pt x="633" y="497"/>
                    <a:pt x="632" y="499"/>
                  </a:cubicBezTo>
                  <a:cubicBezTo>
                    <a:pt x="631" y="499"/>
                    <a:pt x="631" y="500"/>
                    <a:pt x="630" y="500"/>
                  </a:cubicBezTo>
                  <a:cubicBezTo>
                    <a:pt x="600" y="495"/>
                    <a:pt x="600" y="495"/>
                    <a:pt x="600" y="495"/>
                  </a:cubicBezTo>
                  <a:cubicBezTo>
                    <a:pt x="598" y="490"/>
                    <a:pt x="595" y="486"/>
                    <a:pt x="592" y="482"/>
                  </a:cubicBezTo>
                  <a:cubicBezTo>
                    <a:pt x="586" y="475"/>
                    <a:pt x="578" y="470"/>
                    <a:pt x="568" y="469"/>
                  </a:cubicBezTo>
                  <a:cubicBezTo>
                    <a:pt x="544" y="465"/>
                    <a:pt x="544" y="465"/>
                    <a:pt x="544" y="465"/>
                  </a:cubicBezTo>
                  <a:lnTo>
                    <a:pt x="339" y="4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81"/>
            <p:cNvSpPr>
              <a:spLocks/>
            </p:cNvSpPr>
            <p:nvPr/>
          </p:nvSpPr>
          <p:spPr bwMode="auto">
            <a:xfrm>
              <a:off x="7323138" y="863600"/>
              <a:ext cx="547688" cy="217488"/>
            </a:xfrm>
            <a:custGeom>
              <a:avLst/>
              <a:gdLst>
                <a:gd name="T0" fmla="*/ 232 w 355"/>
                <a:gd name="T1" fmla="*/ 140 h 141"/>
                <a:gd name="T2" fmla="*/ 240 w 355"/>
                <a:gd name="T3" fmla="*/ 140 h 141"/>
                <a:gd name="T4" fmla="*/ 248 w 355"/>
                <a:gd name="T5" fmla="*/ 141 h 141"/>
                <a:gd name="T6" fmla="*/ 248 w 355"/>
                <a:gd name="T7" fmla="*/ 141 h 141"/>
                <a:gd name="T8" fmla="*/ 301 w 355"/>
                <a:gd name="T9" fmla="*/ 138 h 141"/>
                <a:gd name="T10" fmla="*/ 309 w 355"/>
                <a:gd name="T11" fmla="*/ 137 h 141"/>
                <a:gd name="T12" fmla="*/ 328 w 355"/>
                <a:gd name="T13" fmla="*/ 134 h 141"/>
                <a:gd name="T14" fmla="*/ 347 w 355"/>
                <a:gd name="T15" fmla="*/ 123 h 141"/>
                <a:gd name="T16" fmla="*/ 354 w 355"/>
                <a:gd name="T17" fmla="*/ 111 h 141"/>
                <a:gd name="T18" fmla="*/ 354 w 355"/>
                <a:gd name="T19" fmla="*/ 97 h 141"/>
                <a:gd name="T20" fmla="*/ 351 w 355"/>
                <a:gd name="T21" fmla="*/ 87 h 141"/>
                <a:gd name="T22" fmla="*/ 342 w 355"/>
                <a:gd name="T23" fmla="*/ 77 h 141"/>
                <a:gd name="T24" fmla="*/ 318 w 355"/>
                <a:gd name="T25" fmla="*/ 71 h 141"/>
                <a:gd name="T26" fmla="*/ 301 w 355"/>
                <a:gd name="T27" fmla="*/ 73 h 141"/>
                <a:gd name="T28" fmla="*/ 293 w 355"/>
                <a:gd name="T29" fmla="*/ 74 h 141"/>
                <a:gd name="T30" fmla="*/ 248 w 355"/>
                <a:gd name="T31" fmla="*/ 77 h 141"/>
                <a:gd name="T32" fmla="*/ 219 w 355"/>
                <a:gd name="T33" fmla="*/ 75 h 141"/>
                <a:gd name="T34" fmla="*/ 211 w 355"/>
                <a:gd name="T35" fmla="*/ 75 h 141"/>
                <a:gd name="T36" fmla="*/ 169 w 355"/>
                <a:gd name="T37" fmla="*/ 68 h 141"/>
                <a:gd name="T38" fmla="*/ 161 w 355"/>
                <a:gd name="T39" fmla="*/ 65 h 141"/>
                <a:gd name="T40" fmla="*/ 106 w 355"/>
                <a:gd name="T41" fmla="*/ 44 h 141"/>
                <a:gd name="T42" fmla="*/ 103 w 355"/>
                <a:gd name="T43" fmla="*/ 43 h 141"/>
                <a:gd name="T44" fmla="*/ 95 w 355"/>
                <a:gd name="T45" fmla="*/ 38 h 141"/>
                <a:gd name="T46" fmla="*/ 69 w 355"/>
                <a:gd name="T47" fmla="*/ 20 h 141"/>
                <a:gd name="T48" fmla="*/ 61 w 355"/>
                <a:gd name="T49" fmla="*/ 13 h 141"/>
                <a:gd name="T50" fmla="*/ 59 w 355"/>
                <a:gd name="T51" fmla="*/ 12 h 141"/>
                <a:gd name="T52" fmla="*/ 59 w 355"/>
                <a:gd name="T53" fmla="*/ 11 h 141"/>
                <a:gd name="T54" fmla="*/ 31 w 355"/>
                <a:gd name="T55" fmla="*/ 1 h 141"/>
                <a:gd name="T56" fmla="*/ 14 w 355"/>
                <a:gd name="T57" fmla="*/ 9 h 141"/>
                <a:gd name="T58" fmla="*/ 12 w 355"/>
                <a:gd name="T59" fmla="*/ 54 h 141"/>
                <a:gd name="T60" fmla="*/ 40 w 355"/>
                <a:gd name="T61" fmla="*/ 79 h 141"/>
                <a:gd name="T62" fmla="*/ 73 w 355"/>
                <a:gd name="T63" fmla="*/ 99 h 141"/>
                <a:gd name="T64" fmla="*/ 93 w 355"/>
                <a:gd name="T65" fmla="*/ 109 h 141"/>
                <a:gd name="T66" fmla="*/ 136 w 355"/>
                <a:gd name="T67" fmla="*/ 125 h 141"/>
                <a:gd name="T68" fmla="*/ 179 w 355"/>
                <a:gd name="T69" fmla="*/ 135 h 141"/>
                <a:gd name="T70" fmla="*/ 187 w 355"/>
                <a:gd name="T71" fmla="*/ 136 h 141"/>
                <a:gd name="T72" fmla="*/ 232 w 355"/>
                <a:gd name="T73" fmla="*/ 14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55" h="141">
                  <a:moveTo>
                    <a:pt x="232" y="140"/>
                  </a:moveTo>
                  <a:cubicBezTo>
                    <a:pt x="235" y="140"/>
                    <a:pt x="237" y="140"/>
                    <a:pt x="240" y="140"/>
                  </a:cubicBezTo>
                  <a:cubicBezTo>
                    <a:pt x="243" y="141"/>
                    <a:pt x="246" y="141"/>
                    <a:pt x="248" y="141"/>
                  </a:cubicBezTo>
                  <a:cubicBezTo>
                    <a:pt x="248" y="141"/>
                    <a:pt x="248" y="141"/>
                    <a:pt x="248" y="141"/>
                  </a:cubicBezTo>
                  <a:cubicBezTo>
                    <a:pt x="265" y="141"/>
                    <a:pt x="283" y="140"/>
                    <a:pt x="301" y="138"/>
                  </a:cubicBezTo>
                  <a:cubicBezTo>
                    <a:pt x="304" y="137"/>
                    <a:pt x="306" y="137"/>
                    <a:pt x="309" y="137"/>
                  </a:cubicBezTo>
                  <a:cubicBezTo>
                    <a:pt x="315" y="136"/>
                    <a:pt x="322" y="135"/>
                    <a:pt x="328" y="134"/>
                  </a:cubicBezTo>
                  <a:cubicBezTo>
                    <a:pt x="336" y="133"/>
                    <a:pt x="343" y="129"/>
                    <a:pt x="347" y="123"/>
                  </a:cubicBezTo>
                  <a:cubicBezTo>
                    <a:pt x="350" y="119"/>
                    <a:pt x="352" y="115"/>
                    <a:pt x="354" y="111"/>
                  </a:cubicBezTo>
                  <a:cubicBezTo>
                    <a:pt x="355" y="107"/>
                    <a:pt x="355" y="102"/>
                    <a:pt x="354" y="97"/>
                  </a:cubicBezTo>
                  <a:cubicBezTo>
                    <a:pt x="354" y="93"/>
                    <a:pt x="352" y="90"/>
                    <a:pt x="351" y="87"/>
                  </a:cubicBezTo>
                  <a:cubicBezTo>
                    <a:pt x="348" y="83"/>
                    <a:pt x="345" y="79"/>
                    <a:pt x="342" y="77"/>
                  </a:cubicBezTo>
                  <a:cubicBezTo>
                    <a:pt x="335" y="72"/>
                    <a:pt x="326" y="69"/>
                    <a:pt x="318" y="71"/>
                  </a:cubicBezTo>
                  <a:cubicBezTo>
                    <a:pt x="312" y="72"/>
                    <a:pt x="307" y="72"/>
                    <a:pt x="301" y="73"/>
                  </a:cubicBezTo>
                  <a:cubicBezTo>
                    <a:pt x="299" y="73"/>
                    <a:pt x="296" y="74"/>
                    <a:pt x="293" y="74"/>
                  </a:cubicBezTo>
                  <a:cubicBezTo>
                    <a:pt x="278" y="76"/>
                    <a:pt x="263" y="77"/>
                    <a:pt x="248" y="77"/>
                  </a:cubicBezTo>
                  <a:cubicBezTo>
                    <a:pt x="238" y="77"/>
                    <a:pt x="229" y="76"/>
                    <a:pt x="219" y="75"/>
                  </a:cubicBezTo>
                  <a:cubicBezTo>
                    <a:pt x="217" y="75"/>
                    <a:pt x="214" y="75"/>
                    <a:pt x="211" y="75"/>
                  </a:cubicBezTo>
                  <a:cubicBezTo>
                    <a:pt x="196" y="73"/>
                    <a:pt x="182" y="71"/>
                    <a:pt x="169" y="68"/>
                  </a:cubicBezTo>
                  <a:cubicBezTo>
                    <a:pt x="166" y="67"/>
                    <a:pt x="163" y="66"/>
                    <a:pt x="161" y="65"/>
                  </a:cubicBezTo>
                  <a:cubicBezTo>
                    <a:pt x="139" y="59"/>
                    <a:pt x="120" y="52"/>
                    <a:pt x="106" y="44"/>
                  </a:cubicBezTo>
                  <a:cubicBezTo>
                    <a:pt x="105" y="44"/>
                    <a:pt x="104" y="43"/>
                    <a:pt x="103" y="43"/>
                  </a:cubicBezTo>
                  <a:cubicBezTo>
                    <a:pt x="100" y="41"/>
                    <a:pt x="98" y="40"/>
                    <a:pt x="95" y="38"/>
                  </a:cubicBezTo>
                  <a:cubicBezTo>
                    <a:pt x="84" y="31"/>
                    <a:pt x="75" y="25"/>
                    <a:pt x="69" y="20"/>
                  </a:cubicBezTo>
                  <a:cubicBezTo>
                    <a:pt x="65" y="17"/>
                    <a:pt x="63" y="15"/>
                    <a:pt x="61" y="13"/>
                  </a:cubicBezTo>
                  <a:cubicBezTo>
                    <a:pt x="60" y="12"/>
                    <a:pt x="60" y="12"/>
                    <a:pt x="59" y="12"/>
                  </a:cubicBezTo>
                  <a:cubicBezTo>
                    <a:pt x="59" y="11"/>
                    <a:pt x="59" y="11"/>
                    <a:pt x="59" y="11"/>
                  </a:cubicBezTo>
                  <a:cubicBezTo>
                    <a:pt x="52" y="3"/>
                    <a:pt x="41" y="0"/>
                    <a:pt x="31" y="1"/>
                  </a:cubicBezTo>
                  <a:cubicBezTo>
                    <a:pt x="25" y="2"/>
                    <a:pt x="19" y="5"/>
                    <a:pt x="14" y="9"/>
                  </a:cubicBezTo>
                  <a:cubicBezTo>
                    <a:pt x="1" y="21"/>
                    <a:pt x="0" y="41"/>
                    <a:pt x="12" y="54"/>
                  </a:cubicBezTo>
                  <a:cubicBezTo>
                    <a:pt x="13" y="56"/>
                    <a:pt x="22" y="66"/>
                    <a:pt x="40" y="79"/>
                  </a:cubicBezTo>
                  <a:cubicBezTo>
                    <a:pt x="49" y="85"/>
                    <a:pt x="60" y="92"/>
                    <a:pt x="73" y="99"/>
                  </a:cubicBezTo>
                  <a:cubicBezTo>
                    <a:pt x="79" y="102"/>
                    <a:pt x="86" y="106"/>
                    <a:pt x="93" y="109"/>
                  </a:cubicBezTo>
                  <a:cubicBezTo>
                    <a:pt x="106" y="115"/>
                    <a:pt x="120" y="120"/>
                    <a:pt x="136" y="125"/>
                  </a:cubicBezTo>
                  <a:cubicBezTo>
                    <a:pt x="149" y="129"/>
                    <a:pt x="163" y="132"/>
                    <a:pt x="179" y="135"/>
                  </a:cubicBezTo>
                  <a:cubicBezTo>
                    <a:pt x="181" y="135"/>
                    <a:pt x="184" y="136"/>
                    <a:pt x="187" y="136"/>
                  </a:cubicBezTo>
                  <a:cubicBezTo>
                    <a:pt x="201" y="138"/>
                    <a:pt x="216" y="140"/>
                    <a:pt x="232" y="1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6" name="组合 85"/>
          <p:cNvGrpSpPr/>
          <p:nvPr/>
        </p:nvGrpSpPr>
        <p:grpSpPr>
          <a:xfrm>
            <a:off x="8350250" y="603250"/>
            <a:ext cx="1706563" cy="1730376"/>
            <a:chOff x="8350250" y="603250"/>
            <a:chExt cx="1706563" cy="1730376"/>
          </a:xfrm>
          <a:solidFill>
            <a:schemeClr val="tx1">
              <a:lumMod val="65000"/>
              <a:lumOff val="35000"/>
            </a:schemeClr>
          </a:solidFill>
        </p:grpSpPr>
        <p:sp>
          <p:nvSpPr>
            <p:cNvPr id="87" name="Freeform 82"/>
            <p:cNvSpPr>
              <a:spLocks/>
            </p:cNvSpPr>
            <p:nvPr/>
          </p:nvSpPr>
          <p:spPr bwMode="auto">
            <a:xfrm>
              <a:off x="8507413" y="2255838"/>
              <a:ext cx="153988" cy="77788"/>
            </a:xfrm>
            <a:custGeom>
              <a:avLst/>
              <a:gdLst>
                <a:gd name="T0" fmla="*/ 0 w 100"/>
                <a:gd name="T1" fmla="*/ 1 h 51"/>
                <a:gd name="T2" fmla="*/ 50 w 100"/>
                <a:gd name="T3" fmla="*/ 51 h 51"/>
                <a:gd name="T4" fmla="*/ 100 w 100"/>
                <a:gd name="T5" fmla="*/ 1 h 51"/>
                <a:gd name="T6" fmla="*/ 100 w 100"/>
                <a:gd name="T7" fmla="*/ 0 h 51"/>
                <a:gd name="T8" fmla="*/ 1 w 100"/>
                <a:gd name="T9" fmla="*/ 0 h 51"/>
                <a:gd name="T10" fmla="*/ 0 w 100"/>
                <a:gd name="T11" fmla="*/ 1 h 51"/>
              </a:gdLst>
              <a:ahLst/>
              <a:cxnLst>
                <a:cxn ang="0">
                  <a:pos x="T0" y="T1"/>
                </a:cxn>
                <a:cxn ang="0">
                  <a:pos x="T2" y="T3"/>
                </a:cxn>
                <a:cxn ang="0">
                  <a:pos x="T4" y="T5"/>
                </a:cxn>
                <a:cxn ang="0">
                  <a:pos x="T6" y="T7"/>
                </a:cxn>
                <a:cxn ang="0">
                  <a:pos x="T8" y="T9"/>
                </a:cxn>
                <a:cxn ang="0">
                  <a:pos x="T10" y="T11"/>
                </a:cxn>
              </a:cxnLst>
              <a:rect l="0" t="0" r="r" b="b"/>
              <a:pathLst>
                <a:path w="100" h="51">
                  <a:moveTo>
                    <a:pt x="0" y="1"/>
                  </a:moveTo>
                  <a:cubicBezTo>
                    <a:pt x="0" y="29"/>
                    <a:pt x="23" y="51"/>
                    <a:pt x="50" y="51"/>
                  </a:cubicBezTo>
                  <a:cubicBezTo>
                    <a:pt x="78" y="51"/>
                    <a:pt x="100" y="29"/>
                    <a:pt x="100" y="1"/>
                  </a:cubicBezTo>
                  <a:cubicBezTo>
                    <a:pt x="100" y="1"/>
                    <a:pt x="100" y="0"/>
                    <a:pt x="100" y="0"/>
                  </a:cubicBezTo>
                  <a:cubicBezTo>
                    <a:pt x="1" y="0"/>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83"/>
            <p:cNvSpPr>
              <a:spLocks/>
            </p:cNvSpPr>
            <p:nvPr/>
          </p:nvSpPr>
          <p:spPr bwMode="auto">
            <a:xfrm>
              <a:off x="9744075" y="2255838"/>
              <a:ext cx="153988" cy="77788"/>
            </a:xfrm>
            <a:custGeom>
              <a:avLst/>
              <a:gdLst>
                <a:gd name="T0" fmla="*/ 0 w 100"/>
                <a:gd name="T1" fmla="*/ 1 h 51"/>
                <a:gd name="T2" fmla="*/ 50 w 100"/>
                <a:gd name="T3" fmla="*/ 51 h 51"/>
                <a:gd name="T4" fmla="*/ 100 w 100"/>
                <a:gd name="T5" fmla="*/ 1 h 51"/>
                <a:gd name="T6" fmla="*/ 100 w 100"/>
                <a:gd name="T7" fmla="*/ 0 h 51"/>
                <a:gd name="T8" fmla="*/ 1 w 100"/>
                <a:gd name="T9" fmla="*/ 0 h 51"/>
                <a:gd name="T10" fmla="*/ 0 w 100"/>
                <a:gd name="T11" fmla="*/ 1 h 51"/>
              </a:gdLst>
              <a:ahLst/>
              <a:cxnLst>
                <a:cxn ang="0">
                  <a:pos x="T0" y="T1"/>
                </a:cxn>
                <a:cxn ang="0">
                  <a:pos x="T2" y="T3"/>
                </a:cxn>
                <a:cxn ang="0">
                  <a:pos x="T4" y="T5"/>
                </a:cxn>
                <a:cxn ang="0">
                  <a:pos x="T6" y="T7"/>
                </a:cxn>
                <a:cxn ang="0">
                  <a:pos x="T8" y="T9"/>
                </a:cxn>
                <a:cxn ang="0">
                  <a:pos x="T10" y="T11"/>
                </a:cxn>
              </a:cxnLst>
              <a:rect l="0" t="0" r="r" b="b"/>
              <a:pathLst>
                <a:path w="100" h="51">
                  <a:moveTo>
                    <a:pt x="0" y="1"/>
                  </a:moveTo>
                  <a:cubicBezTo>
                    <a:pt x="0" y="29"/>
                    <a:pt x="23" y="51"/>
                    <a:pt x="50" y="51"/>
                  </a:cubicBezTo>
                  <a:cubicBezTo>
                    <a:pt x="78" y="51"/>
                    <a:pt x="100" y="29"/>
                    <a:pt x="100" y="1"/>
                  </a:cubicBezTo>
                  <a:cubicBezTo>
                    <a:pt x="100" y="1"/>
                    <a:pt x="100" y="0"/>
                    <a:pt x="100" y="0"/>
                  </a:cubicBezTo>
                  <a:cubicBezTo>
                    <a:pt x="1" y="0"/>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84"/>
            <p:cNvSpPr>
              <a:spLocks/>
            </p:cNvSpPr>
            <p:nvPr/>
          </p:nvSpPr>
          <p:spPr bwMode="auto">
            <a:xfrm>
              <a:off x="9051925" y="603250"/>
              <a:ext cx="303213" cy="303213"/>
            </a:xfrm>
            <a:custGeom>
              <a:avLst/>
              <a:gdLst>
                <a:gd name="T0" fmla="*/ 78 w 197"/>
                <a:gd name="T1" fmla="*/ 187 h 198"/>
                <a:gd name="T2" fmla="*/ 186 w 197"/>
                <a:gd name="T3" fmla="*/ 119 h 198"/>
                <a:gd name="T4" fmla="*/ 119 w 197"/>
                <a:gd name="T5" fmla="*/ 11 h 198"/>
                <a:gd name="T6" fmla="*/ 11 w 197"/>
                <a:gd name="T7" fmla="*/ 79 h 198"/>
                <a:gd name="T8" fmla="*/ 78 w 197"/>
                <a:gd name="T9" fmla="*/ 187 h 198"/>
              </a:gdLst>
              <a:ahLst/>
              <a:cxnLst>
                <a:cxn ang="0">
                  <a:pos x="T0" y="T1"/>
                </a:cxn>
                <a:cxn ang="0">
                  <a:pos x="T2" y="T3"/>
                </a:cxn>
                <a:cxn ang="0">
                  <a:pos x="T4" y="T5"/>
                </a:cxn>
                <a:cxn ang="0">
                  <a:pos x="T6" y="T7"/>
                </a:cxn>
                <a:cxn ang="0">
                  <a:pos x="T8" y="T9"/>
                </a:cxn>
              </a:cxnLst>
              <a:rect l="0" t="0" r="r" b="b"/>
              <a:pathLst>
                <a:path w="197" h="198">
                  <a:moveTo>
                    <a:pt x="78" y="187"/>
                  </a:moveTo>
                  <a:cubicBezTo>
                    <a:pt x="126" y="198"/>
                    <a:pt x="175" y="168"/>
                    <a:pt x="186" y="119"/>
                  </a:cubicBezTo>
                  <a:cubicBezTo>
                    <a:pt x="197" y="71"/>
                    <a:pt x="167" y="23"/>
                    <a:pt x="119" y="11"/>
                  </a:cubicBezTo>
                  <a:cubicBezTo>
                    <a:pt x="70" y="0"/>
                    <a:pt x="22" y="30"/>
                    <a:pt x="11" y="79"/>
                  </a:cubicBezTo>
                  <a:cubicBezTo>
                    <a:pt x="0" y="127"/>
                    <a:pt x="30" y="175"/>
                    <a:pt x="78" y="1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85"/>
            <p:cNvSpPr>
              <a:spLocks/>
            </p:cNvSpPr>
            <p:nvPr/>
          </p:nvSpPr>
          <p:spPr bwMode="auto">
            <a:xfrm>
              <a:off x="8963025" y="904875"/>
              <a:ext cx="476250" cy="487363"/>
            </a:xfrm>
            <a:custGeom>
              <a:avLst/>
              <a:gdLst>
                <a:gd name="T0" fmla="*/ 148 w 309"/>
                <a:gd name="T1" fmla="*/ 317 h 317"/>
                <a:gd name="T2" fmla="*/ 194 w 309"/>
                <a:gd name="T3" fmla="*/ 317 h 317"/>
                <a:gd name="T4" fmla="*/ 146 w 309"/>
                <a:gd name="T5" fmla="*/ 289 h 317"/>
                <a:gd name="T6" fmla="*/ 149 w 309"/>
                <a:gd name="T7" fmla="*/ 208 h 317"/>
                <a:gd name="T8" fmla="*/ 183 w 309"/>
                <a:gd name="T9" fmla="*/ 215 h 317"/>
                <a:gd name="T10" fmla="*/ 184 w 309"/>
                <a:gd name="T11" fmla="*/ 215 h 317"/>
                <a:gd name="T12" fmla="*/ 290 w 309"/>
                <a:gd name="T13" fmla="*/ 175 h 317"/>
                <a:gd name="T14" fmla="*/ 299 w 309"/>
                <a:gd name="T15" fmla="*/ 131 h 317"/>
                <a:gd name="T16" fmla="*/ 255 w 309"/>
                <a:gd name="T17" fmla="*/ 122 h 317"/>
                <a:gd name="T18" fmla="*/ 184 w 309"/>
                <a:gd name="T19" fmla="*/ 151 h 317"/>
                <a:gd name="T20" fmla="*/ 165 w 309"/>
                <a:gd name="T21" fmla="*/ 144 h 317"/>
                <a:gd name="T22" fmla="*/ 161 w 309"/>
                <a:gd name="T23" fmla="*/ 140 h 317"/>
                <a:gd name="T24" fmla="*/ 169 w 309"/>
                <a:gd name="T25" fmla="*/ 101 h 317"/>
                <a:gd name="T26" fmla="*/ 131 w 309"/>
                <a:gd name="T27" fmla="*/ 5 h 317"/>
                <a:gd name="T28" fmla="*/ 123 w 309"/>
                <a:gd name="T29" fmla="*/ 4 h 317"/>
                <a:gd name="T30" fmla="*/ 113 w 309"/>
                <a:gd name="T31" fmla="*/ 1 h 317"/>
                <a:gd name="T32" fmla="*/ 91 w 309"/>
                <a:gd name="T33" fmla="*/ 7 h 317"/>
                <a:gd name="T34" fmla="*/ 53 w 309"/>
                <a:gd name="T35" fmla="*/ 30 h 317"/>
                <a:gd name="T36" fmla="*/ 78 w 309"/>
                <a:gd name="T37" fmla="*/ 31 h 317"/>
                <a:gd name="T38" fmla="*/ 106 w 309"/>
                <a:gd name="T39" fmla="*/ 33 h 317"/>
                <a:gd name="T40" fmla="*/ 141 w 309"/>
                <a:gd name="T41" fmla="*/ 67 h 317"/>
                <a:gd name="T42" fmla="*/ 142 w 309"/>
                <a:gd name="T43" fmla="*/ 74 h 317"/>
                <a:gd name="T44" fmla="*/ 142 w 309"/>
                <a:gd name="T45" fmla="*/ 77 h 317"/>
                <a:gd name="T46" fmla="*/ 102 w 309"/>
                <a:gd name="T47" fmla="*/ 113 h 317"/>
                <a:gd name="T48" fmla="*/ 97 w 309"/>
                <a:gd name="T49" fmla="*/ 112 h 317"/>
                <a:gd name="T50" fmla="*/ 94 w 309"/>
                <a:gd name="T51" fmla="*/ 112 h 317"/>
                <a:gd name="T52" fmla="*/ 84 w 309"/>
                <a:gd name="T53" fmla="*/ 111 h 317"/>
                <a:gd name="T54" fmla="*/ 82 w 309"/>
                <a:gd name="T55" fmla="*/ 111 h 317"/>
                <a:gd name="T56" fmla="*/ 53 w 309"/>
                <a:gd name="T57" fmla="*/ 110 h 317"/>
                <a:gd name="T58" fmla="*/ 15 w 309"/>
                <a:gd name="T59" fmla="*/ 112 h 317"/>
                <a:gd name="T60" fmla="*/ 10 w 309"/>
                <a:gd name="T61" fmla="*/ 131 h 317"/>
                <a:gd name="T62" fmla="*/ 63 w 309"/>
                <a:gd name="T63" fmla="*/ 179 h 317"/>
                <a:gd name="T64" fmla="*/ 78 w 309"/>
                <a:gd name="T65" fmla="*/ 205 h 317"/>
                <a:gd name="T66" fmla="*/ 69 w 309"/>
                <a:gd name="T67" fmla="*/ 235 h 317"/>
                <a:gd name="T68" fmla="*/ 38 w 309"/>
                <a:gd name="T69" fmla="*/ 250 h 317"/>
                <a:gd name="T70" fmla="*/ 13 w 309"/>
                <a:gd name="T71" fmla="*/ 241 h 317"/>
                <a:gd name="T72" fmla="*/ 0 w 309"/>
                <a:gd name="T73" fmla="*/ 230 h 317"/>
                <a:gd name="T74" fmla="*/ 4 w 309"/>
                <a:gd name="T75" fmla="*/ 296 h 317"/>
                <a:gd name="T76" fmla="*/ 10 w 309"/>
                <a:gd name="T77" fmla="*/ 317 h 317"/>
                <a:gd name="T78" fmla="*/ 27 w 309"/>
                <a:gd name="T79" fmla="*/ 317 h 317"/>
                <a:gd name="T80" fmla="*/ 148 w 309"/>
                <a:gd name="T81"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09" h="317">
                  <a:moveTo>
                    <a:pt x="148" y="317"/>
                  </a:moveTo>
                  <a:cubicBezTo>
                    <a:pt x="194" y="317"/>
                    <a:pt x="194" y="317"/>
                    <a:pt x="194" y="317"/>
                  </a:cubicBezTo>
                  <a:cubicBezTo>
                    <a:pt x="177" y="305"/>
                    <a:pt x="161" y="296"/>
                    <a:pt x="146" y="289"/>
                  </a:cubicBezTo>
                  <a:cubicBezTo>
                    <a:pt x="144" y="263"/>
                    <a:pt x="146" y="235"/>
                    <a:pt x="149" y="208"/>
                  </a:cubicBezTo>
                  <a:cubicBezTo>
                    <a:pt x="160" y="212"/>
                    <a:pt x="171" y="215"/>
                    <a:pt x="183" y="215"/>
                  </a:cubicBezTo>
                  <a:cubicBezTo>
                    <a:pt x="184" y="215"/>
                    <a:pt x="184" y="215"/>
                    <a:pt x="184" y="215"/>
                  </a:cubicBezTo>
                  <a:cubicBezTo>
                    <a:pt x="216" y="214"/>
                    <a:pt x="250" y="202"/>
                    <a:pt x="290" y="175"/>
                  </a:cubicBezTo>
                  <a:cubicBezTo>
                    <a:pt x="305" y="166"/>
                    <a:pt x="309" y="146"/>
                    <a:pt x="299" y="131"/>
                  </a:cubicBezTo>
                  <a:cubicBezTo>
                    <a:pt x="290" y="116"/>
                    <a:pt x="270" y="112"/>
                    <a:pt x="255" y="122"/>
                  </a:cubicBezTo>
                  <a:cubicBezTo>
                    <a:pt x="221" y="144"/>
                    <a:pt x="197" y="151"/>
                    <a:pt x="184" y="151"/>
                  </a:cubicBezTo>
                  <a:cubicBezTo>
                    <a:pt x="174" y="150"/>
                    <a:pt x="170" y="148"/>
                    <a:pt x="165" y="144"/>
                  </a:cubicBezTo>
                  <a:cubicBezTo>
                    <a:pt x="164" y="143"/>
                    <a:pt x="162" y="141"/>
                    <a:pt x="161" y="140"/>
                  </a:cubicBezTo>
                  <a:cubicBezTo>
                    <a:pt x="164" y="126"/>
                    <a:pt x="166" y="113"/>
                    <a:pt x="169" y="101"/>
                  </a:cubicBezTo>
                  <a:cubicBezTo>
                    <a:pt x="180" y="61"/>
                    <a:pt x="165" y="13"/>
                    <a:pt x="131" y="5"/>
                  </a:cubicBezTo>
                  <a:cubicBezTo>
                    <a:pt x="128" y="4"/>
                    <a:pt x="126" y="4"/>
                    <a:pt x="123" y="4"/>
                  </a:cubicBezTo>
                  <a:cubicBezTo>
                    <a:pt x="120" y="2"/>
                    <a:pt x="116" y="1"/>
                    <a:pt x="113" y="1"/>
                  </a:cubicBezTo>
                  <a:cubicBezTo>
                    <a:pt x="105" y="0"/>
                    <a:pt x="97" y="2"/>
                    <a:pt x="91" y="7"/>
                  </a:cubicBezTo>
                  <a:cubicBezTo>
                    <a:pt x="78" y="11"/>
                    <a:pt x="65" y="18"/>
                    <a:pt x="53" y="30"/>
                  </a:cubicBezTo>
                  <a:cubicBezTo>
                    <a:pt x="62" y="30"/>
                    <a:pt x="71" y="30"/>
                    <a:pt x="78" y="31"/>
                  </a:cubicBezTo>
                  <a:cubicBezTo>
                    <a:pt x="93" y="31"/>
                    <a:pt x="104" y="33"/>
                    <a:pt x="106" y="33"/>
                  </a:cubicBezTo>
                  <a:cubicBezTo>
                    <a:pt x="125" y="35"/>
                    <a:pt x="139" y="50"/>
                    <a:pt x="141" y="67"/>
                  </a:cubicBezTo>
                  <a:cubicBezTo>
                    <a:pt x="142" y="69"/>
                    <a:pt x="142" y="71"/>
                    <a:pt x="142" y="74"/>
                  </a:cubicBezTo>
                  <a:cubicBezTo>
                    <a:pt x="142" y="75"/>
                    <a:pt x="142" y="76"/>
                    <a:pt x="142" y="77"/>
                  </a:cubicBezTo>
                  <a:cubicBezTo>
                    <a:pt x="139" y="97"/>
                    <a:pt x="122" y="113"/>
                    <a:pt x="102" y="113"/>
                  </a:cubicBezTo>
                  <a:cubicBezTo>
                    <a:pt x="100" y="113"/>
                    <a:pt x="99" y="113"/>
                    <a:pt x="97" y="112"/>
                  </a:cubicBezTo>
                  <a:cubicBezTo>
                    <a:pt x="97" y="112"/>
                    <a:pt x="96" y="112"/>
                    <a:pt x="94" y="112"/>
                  </a:cubicBezTo>
                  <a:cubicBezTo>
                    <a:pt x="92" y="112"/>
                    <a:pt x="89" y="112"/>
                    <a:pt x="84" y="111"/>
                  </a:cubicBezTo>
                  <a:cubicBezTo>
                    <a:pt x="84" y="111"/>
                    <a:pt x="83" y="111"/>
                    <a:pt x="82" y="111"/>
                  </a:cubicBezTo>
                  <a:cubicBezTo>
                    <a:pt x="75" y="111"/>
                    <a:pt x="64" y="110"/>
                    <a:pt x="53" y="110"/>
                  </a:cubicBezTo>
                  <a:cubicBezTo>
                    <a:pt x="39" y="110"/>
                    <a:pt x="26" y="111"/>
                    <a:pt x="15" y="112"/>
                  </a:cubicBezTo>
                  <a:cubicBezTo>
                    <a:pt x="13" y="119"/>
                    <a:pt x="12" y="125"/>
                    <a:pt x="10" y="131"/>
                  </a:cubicBezTo>
                  <a:cubicBezTo>
                    <a:pt x="20" y="141"/>
                    <a:pt x="35" y="157"/>
                    <a:pt x="63" y="179"/>
                  </a:cubicBezTo>
                  <a:cubicBezTo>
                    <a:pt x="71" y="185"/>
                    <a:pt x="76" y="195"/>
                    <a:pt x="78" y="205"/>
                  </a:cubicBezTo>
                  <a:cubicBezTo>
                    <a:pt x="79" y="216"/>
                    <a:pt x="76" y="226"/>
                    <a:pt x="69" y="235"/>
                  </a:cubicBezTo>
                  <a:cubicBezTo>
                    <a:pt x="62" y="244"/>
                    <a:pt x="50" y="250"/>
                    <a:pt x="38" y="250"/>
                  </a:cubicBezTo>
                  <a:cubicBezTo>
                    <a:pt x="29" y="250"/>
                    <a:pt x="20" y="247"/>
                    <a:pt x="13" y="241"/>
                  </a:cubicBezTo>
                  <a:cubicBezTo>
                    <a:pt x="8" y="238"/>
                    <a:pt x="4" y="234"/>
                    <a:pt x="0" y="230"/>
                  </a:cubicBezTo>
                  <a:cubicBezTo>
                    <a:pt x="0" y="250"/>
                    <a:pt x="2" y="272"/>
                    <a:pt x="4" y="296"/>
                  </a:cubicBezTo>
                  <a:cubicBezTo>
                    <a:pt x="6" y="303"/>
                    <a:pt x="8" y="310"/>
                    <a:pt x="10" y="317"/>
                  </a:cubicBezTo>
                  <a:cubicBezTo>
                    <a:pt x="27" y="317"/>
                    <a:pt x="27" y="317"/>
                    <a:pt x="27" y="317"/>
                  </a:cubicBezTo>
                  <a:lnTo>
                    <a:pt x="148" y="3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86"/>
            <p:cNvSpPr>
              <a:spLocks/>
            </p:cNvSpPr>
            <p:nvPr/>
          </p:nvSpPr>
          <p:spPr bwMode="auto">
            <a:xfrm>
              <a:off x="8845550" y="962025"/>
              <a:ext cx="327025" cy="314325"/>
            </a:xfrm>
            <a:custGeom>
              <a:avLst/>
              <a:gdLst>
                <a:gd name="T0" fmla="*/ 114 w 212"/>
                <a:gd name="T1" fmla="*/ 204 h 204"/>
                <a:gd name="T2" fmla="*/ 139 w 212"/>
                <a:gd name="T3" fmla="*/ 192 h 204"/>
                <a:gd name="T4" fmla="*/ 134 w 212"/>
                <a:gd name="T5" fmla="*/ 147 h 204"/>
                <a:gd name="T6" fmla="*/ 84 w 212"/>
                <a:gd name="T7" fmla="*/ 102 h 204"/>
                <a:gd name="T8" fmla="*/ 76 w 212"/>
                <a:gd name="T9" fmla="*/ 92 h 204"/>
                <a:gd name="T10" fmla="*/ 66 w 212"/>
                <a:gd name="T11" fmla="*/ 77 h 204"/>
                <a:gd name="T12" fmla="*/ 65 w 212"/>
                <a:gd name="T13" fmla="*/ 74 h 204"/>
                <a:gd name="T14" fmla="*/ 85 w 212"/>
                <a:gd name="T15" fmla="*/ 67 h 204"/>
                <a:gd name="T16" fmla="*/ 94 w 212"/>
                <a:gd name="T17" fmla="*/ 66 h 204"/>
                <a:gd name="T18" fmla="*/ 129 w 212"/>
                <a:gd name="T19" fmla="*/ 64 h 204"/>
                <a:gd name="T20" fmla="*/ 157 w 212"/>
                <a:gd name="T21" fmla="*/ 65 h 204"/>
                <a:gd name="T22" fmla="*/ 161 w 212"/>
                <a:gd name="T23" fmla="*/ 65 h 204"/>
                <a:gd name="T24" fmla="*/ 171 w 212"/>
                <a:gd name="T25" fmla="*/ 66 h 204"/>
                <a:gd name="T26" fmla="*/ 174 w 212"/>
                <a:gd name="T27" fmla="*/ 66 h 204"/>
                <a:gd name="T28" fmla="*/ 210 w 212"/>
                <a:gd name="T29" fmla="*/ 38 h 204"/>
                <a:gd name="T30" fmla="*/ 182 w 212"/>
                <a:gd name="T31" fmla="*/ 3 h 204"/>
                <a:gd name="T32" fmla="*/ 153 w 212"/>
                <a:gd name="T33" fmla="*/ 1 h 204"/>
                <a:gd name="T34" fmla="*/ 129 w 212"/>
                <a:gd name="T35" fmla="*/ 0 h 204"/>
                <a:gd name="T36" fmla="*/ 122 w 212"/>
                <a:gd name="T37" fmla="*/ 0 h 204"/>
                <a:gd name="T38" fmla="*/ 55 w 212"/>
                <a:gd name="T39" fmla="*/ 9 h 204"/>
                <a:gd name="T40" fmla="*/ 20 w 212"/>
                <a:gd name="T41" fmla="*/ 28 h 204"/>
                <a:gd name="T42" fmla="*/ 0 w 212"/>
                <a:gd name="T43" fmla="*/ 72 h 204"/>
                <a:gd name="T44" fmla="*/ 25 w 212"/>
                <a:gd name="T45" fmla="*/ 132 h 204"/>
                <a:gd name="T46" fmla="*/ 76 w 212"/>
                <a:gd name="T47" fmla="*/ 182 h 204"/>
                <a:gd name="T48" fmla="*/ 94 w 212"/>
                <a:gd name="T49" fmla="*/ 197 h 204"/>
                <a:gd name="T50" fmla="*/ 114 w 212"/>
                <a:gd name="T51"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12" h="204">
                  <a:moveTo>
                    <a:pt x="114" y="204"/>
                  </a:moveTo>
                  <a:cubicBezTo>
                    <a:pt x="123" y="204"/>
                    <a:pt x="133" y="200"/>
                    <a:pt x="139" y="192"/>
                  </a:cubicBezTo>
                  <a:cubicBezTo>
                    <a:pt x="150" y="178"/>
                    <a:pt x="148" y="158"/>
                    <a:pt x="134" y="147"/>
                  </a:cubicBezTo>
                  <a:cubicBezTo>
                    <a:pt x="112" y="129"/>
                    <a:pt x="95" y="114"/>
                    <a:pt x="84" y="102"/>
                  </a:cubicBezTo>
                  <a:cubicBezTo>
                    <a:pt x="81" y="99"/>
                    <a:pt x="78" y="95"/>
                    <a:pt x="76" y="92"/>
                  </a:cubicBezTo>
                  <a:cubicBezTo>
                    <a:pt x="70" y="85"/>
                    <a:pt x="67" y="80"/>
                    <a:pt x="66" y="77"/>
                  </a:cubicBezTo>
                  <a:cubicBezTo>
                    <a:pt x="65" y="75"/>
                    <a:pt x="65" y="75"/>
                    <a:pt x="65" y="74"/>
                  </a:cubicBezTo>
                  <a:cubicBezTo>
                    <a:pt x="68" y="72"/>
                    <a:pt x="75" y="69"/>
                    <a:pt x="85" y="67"/>
                  </a:cubicBezTo>
                  <a:cubicBezTo>
                    <a:pt x="87" y="67"/>
                    <a:pt x="90" y="66"/>
                    <a:pt x="94" y="66"/>
                  </a:cubicBezTo>
                  <a:cubicBezTo>
                    <a:pt x="105" y="65"/>
                    <a:pt x="117" y="64"/>
                    <a:pt x="129" y="64"/>
                  </a:cubicBezTo>
                  <a:cubicBezTo>
                    <a:pt x="139" y="64"/>
                    <a:pt x="149" y="64"/>
                    <a:pt x="157" y="65"/>
                  </a:cubicBezTo>
                  <a:cubicBezTo>
                    <a:pt x="158" y="65"/>
                    <a:pt x="160" y="65"/>
                    <a:pt x="161" y="65"/>
                  </a:cubicBezTo>
                  <a:cubicBezTo>
                    <a:pt x="165" y="66"/>
                    <a:pt x="169" y="66"/>
                    <a:pt x="171" y="66"/>
                  </a:cubicBezTo>
                  <a:cubicBezTo>
                    <a:pt x="173" y="66"/>
                    <a:pt x="174" y="66"/>
                    <a:pt x="174" y="66"/>
                  </a:cubicBezTo>
                  <a:cubicBezTo>
                    <a:pt x="192" y="68"/>
                    <a:pt x="208" y="56"/>
                    <a:pt x="210" y="38"/>
                  </a:cubicBezTo>
                  <a:cubicBezTo>
                    <a:pt x="212" y="21"/>
                    <a:pt x="199" y="5"/>
                    <a:pt x="182" y="3"/>
                  </a:cubicBezTo>
                  <a:cubicBezTo>
                    <a:pt x="181" y="3"/>
                    <a:pt x="170" y="1"/>
                    <a:pt x="153" y="1"/>
                  </a:cubicBezTo>
                  <a:cubicBezTo>
                    <a:pt x="146" y="0"/>
                    <a:pt x="138" y="0"/>
                    <a:pt x="129" y="0"/>
                  </a:cubicBezTo>
                  <a:cubicBezTo>
                    <a:pt x="127" y="0"/>
                    <a:pt x="124" y="0"/>
                    <a:pt x="122" y="0"/>
                  </a:cubicBezTo>
                  <a:cubicBezTo>
                    <a:pt x="101" y="0"/>
                    <a:pt x="77" y="2"/>
                    <a:pt x="55" y="9"/>
                  </a:cubicBezTo>
                  <a:cubicBezTo>
                    <a:pt x="43" y="13"/>
                    <a:pt x="31" y="18"/>
                    <a:pt x="20" y="28"/>
                  </a:cubicBezTo>
                  <a:cubicBezTo>
                    <a:pt x="9" y="38"/>
                    <a:pt x="0" y="54"/>
                    <a:pt x="0" y="72"/>
                  </a:cubicBezTo>
                  <a:cubicBezTo>
                    <a:pt x="0" y="94"/>
                    <a:pt x="10" y="112"/>
                    <a:pt x="25" y="132"/>
                  </a:cubicBezTo>
                  <a:cubicBezTo>
                    <a:pt x="37" y="147"/>
                    <a:pt x="54" y="164"/>
                    <a:pt x="76" y="182"/>
                  </a:cubicBezTo>
                  <a:cubicBezTo>
                    <a:pt x="81" y="187"/>
                    <a:pt x="88" y="192"/>
                    <a:pt x="94" y="197"/>
                  </a:cubicBezTo>
                  <a:cubicBezTo>
                    <a:pt x="100" y="202"/>
                    <a:pt x="107" y="204"/>
                    <a:pt x="114" y="2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87"/>
            <p:cNvSpPr>
              <a:spLocks/>
            </p:cNvSpPr>
            <p:nvPr/>
          </p:nvSpPr>
          <p:spPr bwMode="auto">
            <a:xfrm>
              <a:off x="8785225" y="1477963"/>
              <a:ext cx="595313" cy="576263"/>
            </a:xfrm>
            <a:custGeom>
              <a:avLst/>
              <a:gdLst>
                <a:gd name="T0" fmla="*/ 36 w 386"/>
                <a:gd name="T1" fmla="*/ 369 h 374"/>
                <a:gd name="T2" fmla="*/ 57 w 386"/>
                <a:gd name="T3" fmla="*/ 374 h 374"/>
                <a:gd name="T4" fmla="*/ 102 w 386"/>
                <a:gd name="T5" fmla="*/ 345 h 374"/>
                <a:gd name="T6" fmla="*/ 227 w 386"/>
                <a:gd name="T7" fmla="*/ 11 h 374"/>
                <a:gd name="T8" fmla="*/ 241 w 386"/>
                <a:gd name="T9" fmla="*/ 19 h 374"/>
                <a:gd name="T10" fmla="*/ 275 w 386"/>
                <a:gd name="T11" fmla="*/ 48 h 374"/>
                <a:gd name="T12" fmla="*/ 286 w 386"/>
                <a:gd name="T13" fmla="*/ 78 h 374"/>
                <a:gd name="T14" fmla="*/ 274 w 386"/>
                <a:gd name="T15" fmla="*/ 116 h 374"/>
                <a:gd name="T16" fmla="*/ 222 w 386"/>
                <a:gd name="T17" fmla="*/ 180 h 374"/>
                <a:gd name="T18" fmla="*/ 220 w 386"/>
                <a:gd name="T19" fmla="*/ 250 h 374"/>
                <a:gd name="T20" fmla="*/ 291 w 386"/>
                <a:gd name="T21" fmla="*/ 252 h 374"/>
                <a:gd name="T22" fmla="*/ 362 w 386"/>
                <a:gd name="T23" fmla="*/ 164 h 374"/>
                <a:gd name="T24" fmla="*/ 386 w 386"/>
                <a:gd name="T25" fmla="*/ 78 h 374"/>
                <a:gd name="T26" fmla="*/ 363 w 386"/>
                <a:gd name="T27" fmla="*/ 0 h 374"/>
                <a:gd name="T28" fmla="*/ 127 w 386"/>
                <a:gd name="T29" fmla="*/ 0 h 374"/>
                <a:gd name="T30" fmla="*/ 12 w 386"/>
                <a:gd name="T31" fmla="*/ 303 h 374"/>
                <a:gd name="T32" fmla="*/ 36 w 386"/>
                <a:gd name="T33" fmla="*/ 369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86" h="374">
                  <a:moveTo>
                    <a:pt x="36" y="369"/>
                  </a:moveTo>
                  <a:cubicBezTo>
                    <a:pt x="43" y="372"/>
                    <a:pt x="50" y="374"/>
                    <a:pt x="57" y="374"/>
                  </a:cubicBezTo>
                  <a:cubicBezTo>
                    <a:pt x="76" y="374"/>
                    <a:pt x="94" y="363"/>
                    <a:pt x="102" y="345"/>
                  </a:cubicBezTo>
                  <a:cubicBezTo>
                    <a:pt x="171" y="197"/>
                    <a:pt x="209" y="78"/>
                    <a:pt x="227" y="11"/>
                  </a:cubicBezTo>
                  <a:cubicBezTo>
                    <a:pt x="232" y="14"/>
                    <a:pt x="237" y="16"/>
                    <a:pt x="241" y="19"/>
                  </a:cubicBezTo>
                  <a:cubicBezTo>
                    <a:pt x="255" y="28"/>
                    <a:pt x="268" y="38"/>
                    <a:pt x="275" y="48"/>
                  </a:cubicBezTo>
                  <a:cubicBezTo>
                    <a:pt x="283" y="58"/>
                    <a:pt x="286" y="67"/>
                    <a:pt x="286" y="78"/>
                  </a:cubicBezTo>
                  <a:cubicBezTo>
                    <a:pt x="286" y="87"/>
                    <a:pt x="284" y="99"/>
                    <a:pt x="274" y="116"/>
                  </a:cubicBezTo>
                  <a:cubicBezTo>
                    <a:pt x="265" y="133"/>
                    <a:pt x="249" y="155"/>
                    <a:pt x="222" y="180"/>
                  </a:cubicBezTo>
                  <a:cubicBezTo>
                    <a:pt x="202" y="199"/>
                    <a:pt x="201" y="230"/>
                    <a:pt x="220" y="250"/>
                  </a:cubicBezTo>
                  <a:cubicBezTo>
                    <a:pt x="239" y="270"/>
                    <a:pt x="271" y="271"/>
                    <a:pt x="291" y="252"/>
                  </a:cubicBezTo>
                  <a:cubicBezTo>
                    <a:pt x="323" y="222"/>
                    <a:pt x="346" y="193"/>
                    <a:pt x="362" y="164"/>
                  </a:cubicBezTo>
                  <a:cubicBezTo>
                    <a:pt x="378" y="135"/>
                    <a:pt x="386" y="106"/>
                    <a:pt x="386" y="78"/>
                  </a:cubicBezTo>
                  <a:cubicBezTo>
                    <a:pt x="386" y="48"/>
                    <a:pt x="377" y="21"/>
                    <a:pt x="363" y="0"/>
                  </a:cubicBezTo>
                  <a:cubicBezTo>
                    <a:pt x="127" y="0"/>
                    <a:pt x="127" y="0"/>
                    <a:pt x="127" y="0"/>
                  </a:cubicBezTo>
                  <a:cubicBezTo>
                    <a:pt x="108" y="64"/>
                    <a:pt x="72" y="172"/>
                    <a:pt x="12" y="303"/>
                  </a:cubicBezTo>
                  <a:cubicBezTo>
                    <a:pt x="0" y="328"/>
                    <a:pt x="11" y="357"/>
                    <a:pt x="36" y="3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88"/>
            <p:cNvSpPr>
              <a:spLocks noEditPoints="1"/>
            </p:cNvSpPr>
            <p:nvPr/>
          </p:nvSpPr>
          <p:spPr bwMode="auto">
            <a:xfrm>
              <a:off x="8350250" y="1062038"/>
              <a:ext cx="1706563" cy="1181100"/>
            </a:xfrm>
            <a:custGeom>
              <a:avLst/>
              <a:gdLst>
                <a:gd name="T0" fmla="*/ 12 w 1109"/>
                <a:gd name="T1" fmla="*/ 767 h 767"/>
                <a:gd name="T2" fmla="*/ 103 w 1109"/>
                <a:gd name="T3" fmla="*/ 767 h 767"/>
                <a:gd name="T4" fmla="*/ 202 w 1109"/>
                <a:gd name="T5" fmla="*/ 767 h 767"/>
                <a:gd name="T6" fmla="*/ 907 w 1109"/>
                <a:gd name="T7" fmla="*/ 767 h 767"/>
                <a:gd name="T8" fmla="*/ 1006 w 1109"/>
                <a:gd name="T9" fmla="*/ 767 h 767"/>
                <a:gd name="T10" fmla="*/ 1097 w 1109"/>
                <a:gd name="T11" fmla="*/ 767 h 767"/>
                <a:gd name="T12" fmla="*/ 1109 w 1109"/>
                <a:gd name="T13" fmla="*/ 755 h 767"/>
                <a:gd name="T14" fmla="*/ 1109 w 1109"/>
                <a:gd name="T15" fmla="*/ 671 h 767"/>
                <a:gd name="T16" fmla="*/ 1097 w 1109"/>
                <a:gd name="T17" fmla="*/ 659 h 767"/>
                <a:gd name="T18" fmla="*/ 1045 w 1109"/>
                <a:gd name="T19" fmla="*/ 659 h 767"/>
                <a:gd name="T20" fmla="*/ 886 w 1109"/>
                <a:gd name="T21" fmla="*/ 158 h 767"/>
                <a:gd name="T22" fmla="*/ 877 w 1109"/>
                <a:gd name="T23" fmla="*/ 151 h 767"/>
                <a:gd name="T24" fmla="*/ 977 w 1109"/>
                <a:gd name="T25" fmla="*/ 29 h 767"/>
                <a:gd name="T26" fmla="*/ 976 w 1109"/>
                <a:gd name="T27" fmla="*/ 21 h 767"/>
                <a:gd name="T28" fmla="*/ 952 w 1109"/>
                <a:gd name="T29" fmla="*/ 2 h 767"/>
                <a:gd name="T30" fmla="*/ 944 w 1109"/>
                <a:gd name="T31" fmla="*/ 3 h 767"/>
                <a:gd name="T32" fmla="*/ 765 w 1109"/>
                <a:gd name="T33" fmla="*/ 222 h 767"/>
                <a:gd name="T34" fmla="*/ 602 w 1109"/>
                <a:gd name="T35" fmla="*/ 222 h 767"/>
                <a:gd name="T36" fmla="*/ 546 w 1109"/>
                <a:gd name="T37" fmla="*/ 222 h 767"/>
                <a:gd name="T38" fmla="*/ 423 w 1109"/>
                <a:gd name="T39" fmla="*/ 222 h 767"/>
                <a:gd name="T40" fmla="*/ 412 w 1109"/>
                <a:gd name="T41" fmla="*/ 222 h 767"/>
                <a:gd name="T42" fmla="*/ 260 w 1109"/>
                <a:gd name="T43" fmla="*/ 222 h 767"/>
                <a:gd name="T44" fmla="*/ 160 w 1109"/>
                <a:gd name="T45" fmla="*/ 322 h 767"/>
                <a:gd name="T46" fmla="*/ 160 w 1109"/>
                <a:gd name="T47" fmla="*/ 659 h 767"/>
                <a:gd name="T48" fmla="*/ 12 w 1109"/>
                <a:gd name="T49" fmla="*/ 659 h 767"/>
                <a:gd name="T50" fmla="*/ 0 w 1109"/>
                <a:gd name="T51" fmla="*/ 671 h 767"/>
                <a:gd name="T52" fmla="*/ 0 w 1109"/>
                <a:gd name="T53" fmla="*/ 755 h 767"/>
                <a:gd name="T54" fmla="*/ 12 w 1109"/>
                <a:gd name="T55" fmla="*/ 767 h 767"/>
                <a:gd name="T56" fmla="*/ 412 w 1109"/>
                <a:gd name="T57" fmla="*/ 262 h 767"/>
                <a:gd name="T58" fmla="*/ 469 w 1109"/>
                <a:gd name="T59" fmla="*/ 262 h 767"/>
                <a:gd name="T60" fmla="*/ 519 w 1109"/>
                <a:gd name="T61" fmla="*/ 262 h 767"/>
                <a:gd name="T62" fmla="*/ 641 w 1109"/>
                <a:gd name="T63" fmla="*/ 262 h 767"/>
                <a:gd name="T64" fmla="*/ 826 w 1109"/>
                <a:gd name="T65" fmla="*/ 262 h 767"/>
                <a:gd name="T66" fmla="*/ 953 w 1109"/>
                <a:gd name="T67" fmla="*/ 659 h 767"/>
                <a:gd name="T68" fmla="*/ 200 w 1109"/>
                <a:gd name="T69" fmla="*/ 659 h 767"/>
                <a:gd name="T70" fmla="*/ 200 w 1109"/>
                <a:gd name="T71" fmla="*/ 322 h 767"/>
                <a:gd name="T72" fmla="*/ 260 w 1109"/>
                <a:gd name="T73" fmla="*/ 262 h 767"/>
                <a:gd name="T74" fmla="*/ 412 w 1109"/>
                <a:gd name="T75" fmla="*/ 262 h 7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09" h="767">
                  <a:moveTo>
                    <a:pt x="12" y="767"/>
                  </a:moveTo>
                  <a:cubicBezTo>
                    <a:pt x="103" y="767"/>
                    <a:pt x="103" y="767"/>
                    <a:pt x="103" y="767"/>
                  </a:cubicBezTo>
                  <a:cubicBezTo>
                    <a:pt x="202" y="767"/>
                    <a:pt x="202" y="767"/>
                    <a:pt x="202" y="767"/>
                  </a:cubicBezTo>
                  <a:cubicBezTo>
                    <a:pt x="907" y="767"/>
                    <a:pt x="907" y="767"/>
                    <a:pt x="907" y="767"/>
                  </a:cubicBezTo>
                  <a:cubicBezTo>
                    <a:pt x="1006" y="767"/>
                    <a:pt x="1006" y="767"/>
                    <a:pt x="1006" y="767"/>
                  </a:cubicBezTo>
                  <a:cubicBezTo>
                    <a:pt x="1097" y="767"/>
                    <a:pt x="1097" y="767"/>
                    <a:pt x="1097" y="767"/>
                  </a:cubicBezTo>
                  <a:cubicBezTo>
                    <a:pt x="1104" y="767"/>
                    <a:pt x="1109" y="762"/>
                    <a:pt x="1109" y="755"/>
                  </a:cubicBezTo>
                  <a:cubicBezTo>
                    <a:pt x="1109" y="671"/>
                    <a:pt x="1109" y="671"/>
                    <a:pt x="1109" y="671"/>
                  </a:cubicBezTo>
                  <a:cubicBezTo>
                    <a:pt x="1109" y="664"/>
                    <a:pt x="1104" y="659"/>
                    <a:pt x="1097" y="659"/>
                  </a:cubicBezTo>
                  <a:cubicBezTo>
                    <a:pt x="1045" y="659"/>
                    <a:pt x="1045" y="659"/>
                    <a:pt x="1045" y="659"/>
                  </a:cubicBezTo>
                  <a:cubicBezTo>
                    <a:pt x="886" y="158"/>
                    <a:pt x="886" y="158"/>
                    <a:pt x="886" y="158"/>
                  </a:cubicBezTo>
                  <a:cubicBezTo>
                    <a:pt x="885" y="154"/>
                    <a:pt x="881" y="152"/>
                    <a:pt x="877" y="151"/>
                  </a:cubicBezTo>
                  <a:cubicBezTo>
                    <a:pt x="977" y="29"/>
                    <a:pt x="977" y="29"/>
                    <a:pt x="977" y="29"/>
                  </a:cubicBezTo>
                  <a:cubicBezTo>
                    <a:pt x="979" y="27"/>
                    <a:pt x="978" y="23"/>
                    <a:pt x="976" y="21"/>
                  </a:cubicBezTo>
                  <a:cubicBezTo>
                    <a:pt x="952" y="2"/>
                    <a:pt x="952" y="2"/>
                    <a:pt x="952" y="2"/>
                  </a:cubicBezTo>
                  <a:cubicBezTo>
                    <a:pt x="950" y="0"/>
                    <a:pt x="946" y="0"/>
                    <a:pt x="944" y="3"/>
                  </a:cubicBezTo>
                  <a:cubicBezTo>
                    <a:pt x="765" y="222"/>
                    <a:pt x="765" y="222"/>
                    <a:pt x="765" y="222"/>
                  </a:cubicBezTo>
                  <a:cubicBezTo>
                    <a:pt x="602" y="222"/>
                    <a:pt x="602" y="222"/>
                    <a:pt x="602" y="222"/>
                  </a:cubicBezTo>
                  <a:cubicBezTo>
                    <a:pt x="546" y="222"/>
                    <a:pt x="546" y="222"/>
                    <a:pt x="546" y="222"/>
                  </a:cubicBezTo>
                  <a:cubicBezTo>
                    <a:pt x="423" y="222"/>
                    <a:pt x="423" y="222"/>
                    <a:pt x="423" y="222"/>
                  </a:cubicBezTo>
                  <a:cubicBezTo>
                    <a:pt x="412" y="222"/>
                    <a:pt x="412" y="222"/>
                    <a:pt x="412" y="222"/>
                  </a:cubicBezTo>
                  <a:cubicBezTo>
                    <a:pt x="260" y="222"/>
                    <a:pt x="260" y="222"/>
                    <a:pt x="260" y="222"/>
                  </a:cubicBezTo>
                  <a:cubicBezTo>
                    <a:pt x="205" y="222"/>
                    <a:pt x="160" y="266"/>
                    <a:pt x="160" y="322"/>
                  </a:cubicBezTo>
                  <a:cubicBezTo>
                    <a:pt x="160" y="659"/>
                    <a:pt x="160" y="659"/>
                    <a:pt x="160" y="659"/>
                  </a:cubicBezTo>
                  <a:cubicBezTo>
                    <a:pt x="12" y="659"/>
                    <a:pt x="12" y="659"/>
                    <a:pt x="12" y="659"/>
                  </a:cubicBezTo>
                  <a:cubicBezTo>
                    <a:pt x="5" y="659"/>
                    <a:pt x="0" y="664"/>
                    <a:pt x="0" y="671"/>
                  </a:cubicBezTo>
                  <a:cubicBezTo>
                    <a:pt x="0" y="755"/>
                    <a:pt x="0" y="755"/>
                    <a:pt x="0" y="755"/>
                  </a:cubicBezTo>
                  <a:cubicBezTo>
                    <a:pt x="0" y="762"/>
                    <a:pt x="5" y="767"/>
                    <a:pt x="12" y="767"/>
                  </a:cubicBezTo>
                  <a:close/>
                  <a:moveTo>
                    <a:pt x="412" y="262"/>
                  </a:moveTo>
                  <a:cubicBezTo>
                    <a:pt x="469" y="262"/>
                    <a:pt x="469" y="262"/>
                    <a:pt x="469" y="262"/>
                  </a:cubicBezTo>
                  <a:cubicBezTo>
                    <a:pt x="519" y="262"/>
                    <a:pt x="519" y="262"/>
                    <a:pt x="519" y="262"/>
                  </a:cubicBezTo>
                  <a:cubicBezTo>
                    <a:pt x="641" y="262"/>
                    <a:pt x="641" y="262"/>
                    <a:pt x="641" y="262"/>
                  </a:cubicBezTo>
                  <a:cubicBezTo>
                    <a:pt x="826" y="262"/>
                    <a:pt x="826" y="262"/>
                    <a:pt x="826" y="262"/>
                  </a:cubicBezTo>
                  <a:cubicBezTo>
                    <a:pt x="953" y="659"/>
                    <a:pt x="953" y="659"/>
                    <a:pt x="953" y="659"/>
                  </a:cubicBezTo>
                  <a:cubicBezTo>
                    <a:pt x="200" y="659"/>
                    <a:pt x="200" y="659"/>
                    <a:pt x="200" y="659"/>
                  </a:cubicBezTo>
                  <a:cubicBezTo>
                    <a:pt x="200" y="322"/>
                    <a:pt x="200" y="322"/>
                    <a:pt x="200" y="322"/>
                  </a:cubicBezTo>
                  <a:cubicBezTo>
                    <a:pt x="200" y="288"/>
                    <a:pt x="227" y="262"/>
                    <a:pt x="260" y="262"/>
                  </a:cubicBezTo>
                  <a:lnTo>
                    <a:pt x="412" y="2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4" name="组合 93"/>
          <p:cNvGrpSpPr/>
          <p:nvPr/>
        </p:nvGrpSpPr>
        <p:grpSpPr>
          <a:xfrm>
            <a:off x="10353675" y="604838"/>
            <a:ext cx="1708150" cy="1728788"/>
            <a:chOff x="10353675" y="604838"/>
            <a:chExt cx="1708150" cy="1728788"/>
          </a:xfrm>
          <a:solidFill>
            <a:schemeClr val="tx1">
              <a:lumMod val="65000"/>
              <a:lumOff val="35000"/>
            </a:schemeClr>
          </a:solidFill>
        </p:grpSpPr>
        <p:sp>
          <p:nvSpPr>
            <p:cNvPr id="95" name="Freeform 89"/>
            <p:cNvSpPr>
              <a:spLocks/>
            </p:cNvSpPr>
            <p:nvPr/>
          </p:nvSpPr>
          <p:spPr bwMode="auto">
            <a:xfrm>
              <a:off x="10512425" y="2255838"/>
              <a:ext cx="153988" cy="77788"/>
            </a:xfrm>
            <a:custGeom>
              <a:avLst/>
              <a:gdLst>
                <a:gd name="T0" fmla="*/ 0 w 100"/>
                <a:gd name="T1" fmla="*/ 1 h 51"/>
                <a:gd name="T2" fmla="*/ 50 w 100"/>
                <a:gd name="T3" fmla="*/ 51 h 51"/>
                <a:gd name="T4" fmla="*/ 100 w 100"/>
                <a:gd name="T5" fmla="*/ 1 h 51"/>
                <a:gd name="T6" fmla="*/ 100 w 100"/>
                <a:gd name="T7" fmla="*/ 0 h 51"/>
                <a:gd name="T8" fmla="*/ 0 w 100"/>
                <a:gd name="T9" fmla="*/ 0 h 51"/>
                <a:gd name="T10" fmla="*/ 0 w 100"/>
                <a:gd name="T11" fmla="*/ 1 h 51"/>
              </a:gdLst>
              <a:ahLst/>
              <a:cxnLst>
                <a:cxn ang="0">
                  <a:pos x="T0" y="T1"/>
                </a:cxn>
                <a:cxn ang="0">
                  <a:pos x="T2" y="T3"/>
                </a:cxn>
                <a:cxn ang="0">
                  <a:pos x="T4" y="T5"/>
                </a:cxn>
                <a:cxn ang="0">
                  <a:pos x="T6" y="T7"/>
                </a:cxn>
                <a:cxn ang="0">
                  <a:pos x="T8" y="T9"/>
                </a:cxn>
                <a:cxn ang="0">
                  <a:pos x="T10" y="T11"/>
                </a:cxn>
              </a:cxnLst>
              <a:rect l="0" t="0" r="r" b="b"/>
              <a:pathLst>
                <a:path w="100" h="51">
                  <a:moveTo>
                    <a:pt x="0" y="1"/>
                  </a:moveTo>
                  <a:cubicBezTo>
                    <a:pt x="0" y="29"/>
                    <a:pt x="22" y="51"/>
                    <a:pt x="50" y="51"/>
                  </a:cubicBezTo>
                  <a:cubicBezTo>
                    <a:pt x="77" y="51"/>
                    <a:pt x="100" y="29"/>
                    <a:pt x="100" y="1"/>
                  </a:cubicBezTo>
                  <a:cubicBezTo>
                    <a:pt x="100" y="1"/>
                    <a:pt x="100" y="0"/>
                    <a:pt x="100"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90"/>
            <p:cNvSpPr>
              <a:spLocks/>
            </p:cNvSpPr>
            <p:nvPr/>
          </p:nvSpPr>
          <p:spPr bwMode="auto">
            <a:xfrm>
              <a:off x="11750675" y="2255838"/>
              <a:ext cx="153988" cy="77788"/>
            </a:xfrm>
            <a:custGeom>
              <a:avLst/>
              <a:gdLst>
                <a:gd name="T0" fmla="*/ 0 w 100"/>
                <a:gd name="T1" fmla="*/ 1 h 51"/>
                <a:gd name="T2" fmla="*/ 50 w 100"/>
                <a:gd name="T3" fmla="*/ 51 h 51"/>
                <a:gd name="T4" fmla="*/ 100 w 100"/>
                <a:gd name="T5" fmla="*/ 1 h 51"/>
                <a:gd name="T6" fmla="*/ 100 w 100"/>
                <a:gd name="T7" fmla="*/ 0 h 51"/>
                <a:gd name="T8" fmla="*/ 0 w 100"/>
                <a:gd name="T9" fmla="*/ 0 h 51"/>
                <a:gd name="T10" fmla="*/ 0 w 100"/>
                <a:gd name="T11" fmla="*/ 1 h 51"/>
              </a:gdLst>
              <a:ahLst/>
              <a:cxnLst>
                <a:cxn ang="0">
                  <a:pos x="T0" y="T1"/>
                </a:cxn>
                <a:cxn ang="0">
                  <a:pos x="T2" y="T3"/>
                </a:cxn>
                <a:cxn ang="0">
                  <a:pos x="T4" y="T5"/>
                </a:cxn>
                <a:cxn ang="0">
                  <a:pos x="T6" y="T7"/>
                </a:cxn>
                <a:cxn ang="0">
                  <a:pos x="T8" y="T9"/>
                </a:cxn>
                <a:cxn ang="0">
                  <a:pos x="T10" y="T11"/>
                </a:cxn>
              </a:cxnLst>
              <a:rect l="0" t="0" r="r" b="b"/>
              <a:pathLst>
                <a:path w="100" h="51">
                  <a:moveTo>
                    <a:pt x="0" y="1"/>
                  </a:moveTo>
                  <a:cubicBezTo>
                    <a:pt x="0" y="29"/>
                    <a:pt x="22" y="51"/>
                    <a:pt x="50" y="51"/>
                  </a:cubicBezTo>
                  <a:cubicBezTo>
                    <a:pt x="77" y="51"/>
                    <a:pt x="100" y="29"/>
                    <a:pt x="100" y="1"/>
                  </a:cubicBezTo>
                  <a:cubicBezTo>
                    <a:pt x="100" y="1"/>
                    <a:pt x="100" y="0"/>
                    <a:pt x="100"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91"/>
            <p:cNvSpPr>
              <a:spLocks/>
            </p:cNvSpPr>
            <p:nvPr/>
          </p:nvSpPr>
          <p:spPr bwMode="auto">
            <a:xfrm>
              <a:off x="11153775" y="604838"/>
              <a:ext cx="309563" cy="309563"/>
            </a:xfrm>
            <a:custGeom>
              <a:avLst/>
              <a:gdLst>
                <a:gd name="T0" fmla="*/ 73 w 202"/>
                <a:gd name="T1" fmla="*/ 186 h 202"/>
                <a:gd name="T2" fmla="*/ 186 w 202"/>
                <a:gd name="T3" fmla="*/ 129 h 202"/>
                <a:gd name="T4" fmla="*/ 130 w 202"/>
                <a:gd name="T5" fmla="*/ 15 h 202"/>
                <a:gd name="T6" fmla="*/ 16 w 202"/>
                <a:gd name="T7" fmla="*/ 72 h 202"/>
                <a:gd name="T8" fmla="*/ 73 w 202"/>
                <a:gd name="T9" fmla="*/ 186 h 202"/>
              </a:gdLst>
              <a:ahLst/>
              <a:cxnLst>
                <a:cxn ang="0">
                  <a:pos x="T0" y="T1"/>
                </a:cxn>
                <a:cxn ang="0">
                  <a:pos x="T2" y="T3"/>
                </a:cxn>
                <a:cxn ang="0">
                  <a:pos x="T4" y="T5"/>
                </a:cxn>
                <a:cxn ang="0">
                  <a:pos x="T6" y="T7"/>
                </a:cxn>
                <a:cxn ang="0">
                  <a:pos x="T8" y="T9"/>
                </a:cxn>
              </a:cxnLst>
              <a:rect l="0" t="0" r="r" b="b"/>
              <a:pathLst>
                <a:path w="202" h="202">
                  <a:moveTo>
                    <a:pt x="73" y="186"/>
                  </a:moveTo>
                  <a:cubicBezTo>
                    <a:pt x="120" y="202"/>
                    <a:pt x="171" y="176"/>
                    <a:pt x="186" y="129"/>
                  </a:cubicBezTo>
                  <a:cubicBezTo>
                    <a:pt x="202" y="82"/>
                    <a:pt x="177" y="31"/>
                    <a:pt x="130" y="15"/>
                  </a:cubicBezTo>
                  <a:cubicBezTo>
                    <a:pt x="82" y="0"/>
                    <a:pt x="31" y="25"/>
                    <a:pt x="16" y="72"/>
                  </a:cubicBezTo>
                  <a:cubicBezTo>
                    <a:pt x="0" y="119"/>
                    <a:pt x="25" y="170"/>
                    <a:pt x="73" y="1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92"/>
            <p:cNvSpPr>
              <a:spLocks/>
            </p:cNvSpPr>
            <p:nvPr/>
          </p:nvSpPr>
          <p:spPr bwMode="auto">
            <a:xfrm>
              <a:off x="11015663" y="893763"/>
              <a:ext cx="415925" cy="498475"/>
            </a:xfrm>
            <a:custGeom>
              <a:avLst/>
              <a:gdLst>
                <a:gd name="T0" fmla="*/ 74 w 270"/>
                <a:gd name="T1" fmla="*/ 324 h 324"/>
                <a:gd name="T2" fmla="*/ 50 w 270"/>
                <a:gd name="T3" fmla="*/ 286 h 324"/>
                <a:gd name="T4" fmla="*/ 48 w 270"/>
                <a:gd name="T5" fmla="*/ 282 h 324"/>
                <a:gd name="T6" fmla="*/ 22 w 270"/>
                <a:gd name="T7" fmla="*/ 184 h 324"/>
                <a:gd name="T8" fmla="*/ 60 w 270"/>
                <a:gd name="T9" fmla="*/ 78 h 324"/>
                <a:gd name="T10" fmla="*/ 99 w 270"/>
                <a:gd name="T11" fmla="*/ 43 h 324"/>
                <a:gd name="T12" fmla="*/ 105 w 270"/>
                <a:gd name="T13" fmla="*/ 39 h 324"/>
                <a:gd name="T14" fmla="*/ 120 w 270"/>
                <a:gd name="T15" fmla="*/ 37 h 324"/>
                <a:gd name="T16" fmla="*/ 154 w 270"/>
                <a:gd name="T17" fmla="*/ 55 h 324"/>
                <a:gd name="T18" fmla="*/ 141 w 270"/>
                <a:gd name="T19" fmla="*/ 110 h 324"/>
                <a:gd name="T20" fmla="*/ 141 w 270"/>
                <a:gd name="T21" fmla="*/ 110 h 324"/>
                <a:gd name="T22" fmla="*/ 141 w 270"/>
                <a:gd name="T23" fmla="*/ 111 h 324"/>
                <a:gd name="T24" fmla="*/ 136 w 270"/>
                <a:gd name="T25" fmla="*/ 114 h 324"/>
                <a:gd name="T26" fmla="*/ 122 w 270"/>
                <a:gd name="T27" fmla="*/ 129 h 324"/>
                <a:gd name="T28" fmla="*/ 107 w 270"/>
                <a:gd name="T29" fmla="*/ 155 h 324"/>
                <a:gd name="T30" fmla="*/ 102 w 270"/>
                <a:gd name="T31" fmla="*/ 184 h 324"/>
                <a:gd name="T32" fmla="*/ 119 w 270"/>
                <a:gd name="T33" fmla="*/ 245 h 324"/>
                <a:gd name="T34" fmla="*/ 144 w 270"/>
                <a:gd name="T35" fmla="*/ 284 h 324"/>
                <a:gd name="T36" fmla="*/ 145 w 270"/>
                <a:gd name="T37" fmla="*/ 273 h 324"/>
                <a:gd name="T38" fmla="*/ 183 w 270"/>
                <a:gd name="T39" fmla="*/ 324 h 324"/>
                <a:gd name="T40" fmla="*/ 270 w 270"/>
                <a:gd name="T41" fmla="*/ 324 h 324"/>
                <a:gd name="T42" fmla="*/ 256 w 270"/>
                <a:gd name="T43" fmla="*/ 301 h 324"/>
                <a:gd name="T44" fmla="*/ 182 w 270"/>
                <a:gd name="T45" fmla="*/ 200 h 324"/>
                <a:gd name="T46" fmla="*/ 171 w 270"/>
                <a:gd name="T47" fmla="*/ 153 h 324"/>
                <a:gd name="T48" fmla="*/ 184 w 270"/>
                <a:gd name="T49" fmla="*/ 111 h 324"/>
                <a:gd name="T50" fmla="*/ 155 w 270"/>
                <a:gd name="T51" fmla="*/ 12 h 324"/>
                <a:gd name="T52" fmla="*/ 45 w 270"/>
                <a:gd name="T53" fmla="*/ 70 h 324"/>
                <a:gd name="T54" fmla="*/ 2 w 270"/>
                <a:gd name="T55" fmla="*/ 289 h 324"/>
                <a:gd name="T56" fmla="*/ 11 w 270"/>
                <a:gd name="T57" fmla="*/ 324 h 324"/>
                <a:gd name="T58" fmla="*/ 32 w 270"/>
                <a:gd name="T59" fmla="*/ 324 h 324"/>
                <a:gd name="T60" fmla="*/ 74 w 270"/>
                <a:gd name="T61" fmla="*/ 324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70" h="324">
                  <a:moveTo>
                    <a:pt x="74" y="324"/>
                  </a:moveTo>
                  <a:cubicBezTo>
                    <a:pt x="65" y="311"/>
                    <a:pt x="57" y="298"/>
                    <a:pt x="50" y="286"/>
                  </a:cubicBezTo>
                  <a:cubicBezTo>
                    <a:pt x="49" y="284"/>
                    <a:pt x="48" y="283"/>
                    <a:pt x="48" y="282"/>
                  </a:cubicBezTo>
                  <a:cubicBezTo>
                    <a:pt x="30" y="248"/>
                    <a:pt x="22" y="216"/>
                    <a:pt x="22" y="184"/>
                  </a:cubicBezTo>
                  <a:cubicBezTo>
                    <a:pt x="21" y="135"/>
                    <a:pt x="42" y="100"/>
                    <a:pt x="60" y="78"/>
                  </a:cubicBezTo>
                  <a:cubicBezTo>
                    <a:pt x="76" y="58"/>
                    <a:pt x="92" y="47"/>
                    <a:pt x="99" y="43"/>
                  </a:cubicBezTo>
                  <a:cubicBezTo>
                    <a:pt x="101" y="41"/>
                    <a:pt x="103" y="40"/>
                    <a:pt x="105" y="39"/>
                  </a:cubicBezTo>
                  <a:cubicBezTo>
                    <a:pt x="110" y="38"/>
                    <a:pt x="115" y="37"/>
                    <a:pt x="120" y="37"/>
                  </a:cubicBezTo>
                  <a:cubicBezTo>
                    <a:pt x="134" y="37"/>
                    <a:pt x="147" y="44"/>
                    <a:pt x="154" y="55"/>
                  </a:cubicBezTo>
                  <a:cubicBezTo>
                    <a:pt x="165" y="74"/>
                    <a:pt x="160" y="99"/>
                    <a:pt x="141" y="110"/>
                  </a:cubicBezTo>
                  <a:cubicBezTo>
                    <a:pt x="141" y="110"/>
                    <a:pt x="141" y="110"/>
                    <a:pt x="141" y="110"/>
                  </a:cubicBezTo>
                  <a:cubicBezTo>
                    <a:pt x="141" y="111"/>
                    <a:pt x="141" y="111"/>
                    <a:pt x="141" y="111"/>
                  </a:cubicBezTo>
                  <a:cubicBezTo>
                    <a:pt x="140" y="112"/>
                    <a:pt x="138" y="113"/>
                    <a:pt x="136" y="114"/>
                  </a:cubicBezTo>
                  <a:cubicBezTo>
                    <a:pt x="133" y="117"/>
                    <a:pt x="128" y="122"/>
                    <a:pt x="122" y="129"/>
                  </a:cubicBezTo>
                  <a:cubicBezTo>
                    <a:pt x="115" y="137"/>
                    <a:pt x="110" y="146"/>
                    <a:pt x="107" y="155"/>
                  </a:cubicBezTo>
                  <a:cubicBezTo>
                    <a:pt x="103" y="164"/>
                    <a:pt x="102" y="174"/>
                    <a:pt x="102" y="184"/>
                  </a:cubicBezTo>
                  <a:cubicBezTo>
                    <a:pt x="102" y="203"/>
                    <a:pt x="107" y="223"/>
                    <a:pt x="119" y="245"/>
                  </a:cubicBezTo>
                  <a:cubicBezTo>
                    <a:pt x="125" y="257"/>
                    <a:pt x="134" y="270"/>
                    <a:pt x="144" y="284"/>
                  </a:cubicBezTo>
                  <a:cubicBezTo>
                    <a:pt x="144" y="280"/>
                    <a:pt x="145" y="276"/>
                    <a:pt x="145" y="273"/>
                  </a:cubicBezTo>
                  <a:cubicBezTo>
                    <a:pt x="155" y="291"/>
                    <a:pt x="168" y="308"/>
                    <a:pt x="183" y="324"/>
                  </a:cubicBezTo>
                  <a:cubicBezTo>
                    <a:pt x="270" y="324"/>
                    <a:pt x="270" y="324"/>
                    <a:pt x="270" y="324"/>
                  </a:cubicBezTo>
                  <a:cubicBezTo>
                    <a:pt x="269" y="315"/>
                    <a:pt x="264" y="306"/>
                    <a:pt x="256" y="301"/>
                  </a:cubicBezTo>
                  <a:cubicBezTo>
                    <a:pt x="218" y="276"/>
                    <a:pt x="196" y="239"/>
                    <a:pt x="182" y="200"/>
                  </a:cubicBezTo>
                  <a:cubicBezTo>
                    <a:pt x="177" y="184"/>
                    <a:pt x="174" y="168"/>
                    <a:pt x="171" y="153"/>
                  </a:cubicBezTo>
                  <a:cubicBezTo>
                    <a:pt x="176" y="138"/>
                    <a:pt x="180" y="124"/>
                    <a:pt x="184" y="111"/>
                  </a:cubicBezTo>
                  <a:cubicBezTo>
                    <a:pt x="199" y="72"/>
                    <a:pt x="188" y="24"/>
                    <a:pt x="155" y="12"/>
                  </a:cubicBezTo>
                  <a:cubicBezTo>
                    <a:pt x="122" y="0"/>
                    <a:pt x="71" y="14"/>
                    <a:pt x="45" y="70"/>
                  </a:cubicBezTo>
                  <a:cubicBezTo>
                    <a:pt x="11" y="148"/>
                    <a:pt x="0" y="200"/>
                    <a:pt x="2" y="289"/>
                  </a:cubicBezTo>
                  <a:cubicBezTo>
                    <a:pt x="3" y="303"/>
                    <a:pt x="6" y="314"/>
                    <a:pt x="11" y="324"/>
                  </a:cubicBezTo>
                  <a:cubicBezTo>
                    <a:pt x="32" y="324"/>
                    <a:pt x="32" y="324"/>
                    <a:pt x="32" y="324"/>
                  </a:cubicBezTo>
                  <a:lnTo>
                    <a:pt x="74" y="3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93"/>
            <p:cNvSpPr>
              <a:spLocks/>
            </p:cNvSpPr>
            <p:nvPr/>
          </p:nvSpPr>
          <p:spPr bwMode="auto">
            <a:xfrm>
              <a:off x="10877550" y="1477963"/>
              <a:ext cx="542925" cy="584200"/>
            </a:xfrm>
            <a:custGeom>
              <a:avLst/>
              <a:gdLst>
                <a:gd name="T0" fmla="*/ 26 w 353"/>
                <a:gd name="T1" fmla="*/ 364 h 380"/>
                <a:gd name="T2" fmla="*/ 96 w 353"/>
                <a:gd name="T3" fmla="*/ 354 h 380"/>
                <a:gd name="T4" fmla="*/ 217 w 353"/>
                <a:gd name="T5" fmla="*/ 56 h 380"/>
                <a:gd name="T6" fmla="*/ 253 w 353"/>
                <a:gd name="T7" fmla="*/ 169 h 380"/>
                <a:gd name="T8" fmla="*/ 215 w 353"/>
                <a:gd name="T9" fmla="*/ 302 h 380"/>
                <a:gd name="T10" fmla="*/ 235 w 353"/>
                <a:gd name="T11" fmla="*/ 369 h 380"/>
                <a:gd name="T12" fmla="*/ 259 w 353"/>
                <a:gd name="T13" fmla="*/ 375 h 380"/>
                <a:gd name="T14" fmla="*/ 303 w 353"/>
                <a:gd name="T15" fmla="*/ 349 h 380"/>
                <a:gd name="T16" fmla="*/ 353 w 353"/>
                <a:gd name="T17" fmla="*/ 169 h 380"/>
                <a:gd name="T18" fmla="*/ 300 w 353"/>
                <a:gd name="T19" fmla="*/ 0 h 380"/>
                <a:gd name="T20" fmla="*/ 289 w 353"/>
                <a:gd name="T21" fmla="*/ 0 h 380"/>
                <a:gd name="T22" fmla="*/ 282 w 353"/>
                <a:gd name="T23" fmla="*/ 11 h 380"/>
                <a:gd name="T24" fmla="*/ 253 w 353"/>
                <a:gd name="T25" fmla="*/ 23 h 380"/>
                <a:gd name="T26" fmla="*/ 225 w 353"/>
                <a:gd name="T27" fmla="*/ 12 h 380"/>
                <a:gd name="T28" fmla="*/ 212 w 353"/>
                <a:gd name="T29" fmla="*/ 0 h 380"/>
                <a:gd name="T30" fmla="*/ 122 w 353"/>
                <a:gd name="T31" fmla="*/ 0 h 380"/>
                <a:gd name="T32" fmla="*/ 16 w 353"/>
                <a:gd name="T33" fmla="*/ 293 h 380"/>
                <a:gd name="T34" fmla="*/ 26 w 353"/>
                <a:gd name="T35" fmla="*/ 364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3" h="380">
                  <a:moveTo>
                    <a:pt x="26" y="364"/>
                  </a:moveTo>
                  <a:cubicBezTo>
                    <a:pt x="48" y="380"/>
                    <a:pt x="79" y="376"/>
                    <a:pt x="96" y="354"/>
                  </a:cubicBezTo>
                  <a:cubicBezTo>
                    <a:pt x="176" y="247"/>
                    <a:pt x="206" y="136"/>
                    <a:pt x="217" y="56"/>
                  </a:cubicBezTo>
                  <a:cubicBezTo>
                    <a:pt x="237" y="85"/>
                    <a:pt x="253" y="122"/>
                    <a:pt x="253" y="169"/>
                  </a:cubicBezTo>
                  <a:cubicBezTo>
                    <a:pt x="253" y="205"/>
                    <a:pt x="243" y="249"/>
                    <a:pt x="215" y="302"/>
                  </a:cubicBezTo>
                  <a:cubicBezTo>
                    <a:pt x="202" y="326"/>
                    <a:pt x="211" y="356"/>
                    <a:pt x="235" y="369"/>
                  </a:cubicBezTo>
                  <a:cubicBezTo>
                    <a:pt x="243" y="373"/>
                    <a:pt x="251" y="375"/>
                    <a:pt x="259" y="375"/>
                  </a:cubicBezTo>
                  <a:cubicBezTo>
                    <a:pt x="277" y="375"/>
                    <a:pt x="294" y="366"/>
                    <a:pt x="303" y="349"/>
                  </a:cubicBezTo>
                  <a:cubicBezTo>
                    <a:pt x="338" y="284"/>
                    <a:pt x="353" y="223"/>
                    <a:pt x="353" y="169"/>
                  </a:cubicBezTo>
                  <a:cubicBezTo>
                    <a:pt x="353" y="99"/>
                    <a:pt x="329" y="42"/>
                    <a:pt x="300" y="0"/>
                  </a:cubicBezTo>
                  <a:cubicBezTo>
                    <a:pt x="289" y="0"/>
                    <a:pt x="289" y="0"/>
                    <a:pt x="289" y="0"/>
                  </a:cubicBezTo>
                  <a:cubicBezTo>
                    <a:pt x="287" y="4"/>
                    <a:pt x="285" y="8"/>
                    <a:pt x="282" y="11"/>
                  </a:cubicBezTo>
                  <a:cubicBezTo>
                    <a:pt x="274" y="19"/>
                    <a:pt x="264" y="23"/>
                    <a:pt x="253" y="23"/>
                  </a:cubicBezTo>
                  <a:cubicBezTo>
                    <a:pt x="242" y="23"/>
                    <a:pt x="233" y="19"/>
                    <a:pt x="225" y="12"/>
                  </a:cubicBezTo>
                  <a:cubicBezTo>
                    <a:pt x="221" y="8"/>
                    <a:pt x="216" y="4"/>
                    <a:pt x="212" y="0"/>
                  </a:cubicBezTo>
                  <a:cubicBezTo>
                    <a:pt x="122" y="0"/>
                    <a:pt x="122" y="0"/>
                    <a:pt x="122" y="0"/>
                  </a:cubicBezTo>
                  <a:cubicBezTo>
                    <a:pt x="119" y="66"/>
                    <a:pt x="99" y="185"/>
                    <a:pt x="16" y="293"/>
                  </a:cubicBezTo>
                  <a:cubicBezTo>
                    <a:pt x="0" y="316"/>
                    <a:pt x="4" y="347"/>
                    <a:pt x="26" y="3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94"/>
            <p:cNvSpPr>
              <a:spLocks/>
            </p:cNvSpPr>
            <p:nvPr/>
          </p:nvSpPr>
          <p:spPr bwMode="auto">
            <a:xfrm>
              <a:off x="10353675" y="1062038"/>
              <a:ext cx="1708150" cy="1181100"/>
            </a:xfrm>
            <a:custGeom>
              <a:avLst/>
              <a:gdLst>
                <a:gd name="T0" fmla="*/ 12 w 1109"/>
                <a:gd name="T1" fmla="*/ 767 h 767"/>
                <a:gd name="T2" fmla="*/ 104 w 1109"/>
                <a:gd name="T3" fmla="*/ 767 h 767"/>
                <a:gd name="T4" fmla="*/ 202 w 1109"/>
                <a:gd name="T5" fmla="*/ 767 h 767"/>
                <a:gd name="T6" fmla="*/ 908 w 1109"/>
                <a:gd name="T7" fmla="*/ 767 h 767"/>
                <a:gd name="T8" fmla="*/ 1006 w 1109"/>
                <a:gd name="T9" fmla="*/ 767 h 767"/>
                <a:gd name="T10" fmla="*/ 1097 w 1109"/>
                <a:gd name="T11" fmla="*/ 767 h 767"/>
                <a:gd name="T12" fmla="*/ 1109 w 1109"/>
                <a:gd name="T13" fmla="*/ 755 h 767"/>
                <a:gd name="T14" fmla="*/ 1109 w 1109"/>
                <a:gd name="T15" fmla="*/ 671 h 767"/>
                <a:gd name="T16" fmla="*/ 1097 w 1109"/>
                <a:gd name="T17" fmla="*/ 659 h 767"/>
                <a:gd name="T18" fmla="*/ 1045 w 1109"/>
                <a:gd name="T19" fmla="*/ 659 h 767"/>
                <a:gd name="T20" fmla="*/ 886 w 1109"/>
                <a:gd name="T21" fmla="*/ 158 h 767"/>
                <a:gd name="T22" fmla="*/ 878 w 1109"/>
                <a:gd name="T23" fmla="*/ 151 h 767"/>
                <a:gd name="T24" fmla="*/ 977 w 1109"/>
                <a:gd name="T25" fmla="*/ 29 h 767"/>
                <a:gd name="T26" fmla="*/ 976 w 1109"/>
                <a:gd name="T27" fmla="*/ 21 h 767"/>
                <a:gd name="T28" fmla="*/ 952 w 1109"/>
                <a:gd name="T29" fmla="*/ 2 h 767"/>
                <a:gd name="T30" fmla="*/ 944 w 1109"/>
                <a:gd name="T31" fmla="*/ 3 h 767"/>
                <a:gd name="T32" fmla="*/ 766 w 1109"/>
                <a:gd name="T33" fmla="*/ 222 h 767"/>
                <a:gd name="T34" fmla="*/ 700 w 1109"/>
                <a:gd name="T35" fmla="*/ 222 h 767"/>
                <a:gd name="T36" fmla="*/ 621 w 1109"/>
                <a:gd name="T37" fmla="*/ 222 h 767"/>
                <a:gd name="T38" fmla="*/ 617 w 1109"/>
                <a:gd name="T39" fmla="*/ 222 h 767"/>
                <a:gd name="T40" fmla="*/ 620 w 1109"/>
                <a:gd name="T41" fmla="*/ 224 h 767"/>
                <a:gd name="T42" fmla="*/ 633 w 1109"/>
                <a:gd name="T43" fmla="*/ 252 h 767"/>
                <a:gd name="T44" fmla="*/ 633 w 1109"/>
                <a:gd name="T45" fmla="*/ 254 h 767"/>
                <a:gd name="T46" fmla="*/ 632 w 1109"/>
                <a:gd name="T47" fmla="*/ 259 h 767"/>
                <a:gd name="T48" fmla="*/ 632 w 1109"/>
                <a:gd name="T49" fmla="*/ 262 h 767"/>
                <a:gd name="T50" fmla="*/ 634 w 1109"/>
                <a:gd name="T51" fmla="*/ 262 h 767"/>
                <a:gd name="T52" fmla="*/ 827 w 1109"/>
                <a:gd name="T53" fmla="*/ 262 h 767"/>
                <a:gd name="T54" fmla="*/ 953 w 1109"/>
                <a:gd name="T55" fmla="*/ 659 h 767"/>
                <a:gd name="T56" fmla="*/ 200 w 1109"/>
                <a:gd name="T57" fmla="*/ 659 h 767"/>
                <a:gd name="T58" fmla="*/ 200 w 1109"/>
                <a:gd name="T59" fmla="*/ 322 h 767"/>
                <a:gd name="T60" fmla="*/ 260 w 1109"/>
                <a:gd name="T61" fmla="*/ 262 h 767"/>
                <a:gd name="T62" fmla="*/ 463 w 1109"/>
                <a:gd name="T63" fmla="*/ 262 h 767"/>
                <a:gd name="T64" fmla="*/ 544 w 1109"/>
                <a:gd name="T65" fmla="*/ 262 h 767"/>
                <a:gd name="T66" fmla="*/ 542 w 1109"/>
                <a:gd name="T67" fmla="*/ 259 h 767"/>
                <a:gd name="T68" fmla="*/ 537 w 1109"/>
                <a:gd name="T69" fmla="*/ 254 h 767"/>
                <a:gd name="T70" fmla="*/ 510 w 1109"/>
                <a:gd name="T71" fmla="*/ 222 h 767"/>
                <a:gd name="T72" fmla="*/ 463 w 1109"/>
                <a:gd name="T73" fmla="*/ 222 h 767"/>
                <a:gd name="T74" fmla="*/ 445 w 1109"/>
                <a:gd name="T75" fmla="*/ 222 h 767"/>
                <a:gd name="T76" fmla="*/ 260 w 1109"/>
                <a:gd name="T77" fmla="*/ 222 h 767"/>
                <a:gd name="T78" fmla="*/ 160 w 1109"/>
                <a:gd name="T79" fmla="*/ 322 h 767"/>
                <a:gd name="T80" fmla="*/ 160 w 1109"/>
                <a:gd name="T81" fmla="*/ 659 h 767"/>
                <a:gd name="T82" fmla="*/ 12 w 1109"/>
                <a:gd name="T83" fmla="*/ 659 h 767"/>
                <a:gd name="T84" fmla="*/ 0 w 1109"/>
                <a:gd name="T85" fmla="*/ 671 h 767"/>
                <a:gd name="T86" fmla="*/ 0 w 1109"/>
                <a:gd name="T87" fmla="*/ 755 h 767"/>
                <a:gd name="T88" fmla="*/ 12 w 1109"/>
                <a:gd name="T89" fmla="*/ 767 h 7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09" h="767">
                  <a:moveTo>
                    <a:pt x="12" y="767"/>
                  </a:moveTo>
                  <a:cubicBezTo>
                    <a:pt x="104" y="767"/>
                    <a:pt x="104" y="767"/>
                    <a:pt x="104" y="767"/>
                  </a:cubicBezTo>
                  <a:cubicBezTo>
                    <a:pt x="202" y="767"/>
                    <a:pt x="202" y="767"/>
                    <a:pt x="202" y="767"/>
                  </a:cubicBezTo>
                  <a:cubicBezTo>
                    <a:pt x="908" y="767"/>
                    <a:pt x="908" y="767"/>
                    <a:pt x="908" y="767"/>
                  </a:cubicBezTo>
                  <a:cubicBezTo>
                    <a:pt x="1006" y="767"/>
                    <a:pt x="1006" y="767"/>
                    <a:pt x="1006" y="767"/>
                  </a:cubicBezTo>
                  <a:cubicBezTo>
                    <a:pt x="1097" y="767"/>
                    <a:pt x="1097" y="767"/>
                    <a:pt x="1097" y="767"/>
                  </a:cubicBezTo>
                  <a:cubicBezTo>
                    <a:pt x="1104" y="767"/>
                    <a:pt x="1109" y="762"/>
                    <a:pt x="1109" y="755"/>
                  </a:cubicBezTo>
                  <a:cubicBezTo>
                    <a:pt x="1109" y="671"/>
                    <a:pt x="1109" y="671"/>
                    <a:pt x="1109" y="671"/>
                  </a:cubicBezTo>
                  <a:cubicBezTo>
                    <a:pt x="1109" y="664"/>
                    <a:pt x="1104" y="659"/>
                    <a:pt x="1097" y="659"/>
                  </a:cubicBezTo>
                  <a:cubicBezTo>
                    <a:pt x="1045" y="659"/>
                    <a:pt x="1045" y="659"/>
                    <a:pt x="1045" y="659"/>
                  </a:cubicBezTo>
                  <a:cubicBezTo>
                    <a:pt x="886" y="158"/>
                    <a:pt x="886" y="158"/>
                    <a:pt x="886" y="158"/>
                  </a:cubicBezTo>
                  <a:cubicBezTo>
                    <a:pt x="885" y="154"/>
                    <a:pt x="882" y="152"/>
                    <a:pt x="878" y="151"/>
                  </a:cubicBezTo>
                  <a:cubicBezTo>
                    <a:pt x="977" y="29"/>
                    <a:pt x="977" y="29"/>
                    <a:pt x="977" y="29"/>
                  </a:cubicBezTo>
                  <a:cubicBezTo>
                    <a:pt x="979" y="27"/>
                    <a:pt x="978" y="23"/>
                    <a:pt x="976" y="21"/>
                  </a:cubicBezTo>
                  <a:cubicBezTo>
                    <a:pt x="952" y="2"/>
                    <a:pt x="952" y="2"/>
                    <a:pt x="952" y="2"/>
                  </a:cubicBezTo>
                  <a:cubicBezTo>
                    <a:pt x="950" y="0"/>
                    <a:pt x="946" y="0"/>
                    <a:pt x="944" y="3"/>
                  </a:cubicBezTo>
                  <a:cubicBezTo>
                    <a:pt x="766" y="222"/>
                    <a:pt x="766" y="222"/>
                    <a:pt x="766" y="222"/>
                  </a:cubicBezTo>
                  <a:cubicBezTo>
                    <a:pt x="700" y="222"/>
                    <a:pt x="700" y="222"/>
                    <a:pt x="700" y="222"/>
                  </a:cubicBezTo>
                  <a:cubicBezTo>
                    <a:pt x="621" y="222"/>
                    <a:pt x="621" y="222"/>
                    <a:pt x="621" y="222"/>
                  </a:cubicBezTo>
                  <a:cubicBezTo>
                    <a:pt x="617" y="222"/>
                    <a:pt x="617" y="222"/>
                    <a:pt x="617" y="222"/>
                  </a:cubicBezTo>
                  <a:cubicBezTo>
                    <a:pt x="618" y="223"/>
                    <a:pt x="619" y="224"/>
                    <a:pt x="620" y="224"/>
                  </a:cubicBezTo>
                  <a:cubicBezTo>
                    <a:pt x="628" y="232"/>
                    <a:pt x="632" y="242"/>
                    <a:pt x="633" y="252"/>
                  </a:cubicBezTo>
                  <a:cubicBezTo>
                    <a:pt x="633" y="253"/>
                    <a:pt x="633" y="253"/>
                    <a:pt x="633" y="254"/>
                  </a:cubicBezTo>
                  <a:cubicBezTo>
                    <a:pt x="633" y="255"/>
                    <a:pt x="633" y="257"/>
                    <a:pt x="632" y="259"/>
                  </a:cubicBezTo>
                  <a:cubicBezTo>
                    <a:pt x="632" y="260"/>
                    <a:pt x="632" y="261"/>
                    <a:pt x="632" y="262"/>
                  </a:cubicBezTo>
                  <a:cubicBezTo>
                    <a:pt x="634" y="262"/>
                    <a:pt x="634" y="262"/>
                    <a:pt x="634" y="262"/>
                  </a:cubicBezTo>
                  <a:cubicBezTo>
                    <a:pt x="827" y="262"/>
                    <a:pt x="827" y="262"/>
                    <a:pt x="827" y="262"/>
                  </a:cubicBezTo>
                  <a:cubicBezTo>
                    <a:pt x="953" y="659"/>
                    <a:pt x="953" y="659"/>
                    <a:pt x="953" y="659"/>
                  </a:cubicBezTo>
                  <a:cubicBezTo>
                    <a:pt x="200" y="659"/>
                    <a:pt x="200" y="659"/>
                    <a:pt x="200" y="659"/>
                  </a:cubicBezTo>
                  <a:cubicBezTo>
                    <a:pt x="200" y="322"/>
                    <a:pt x="200" y="322"/>
                    <a:pt x="200" y="322"/>
                  </a:cubicBezTo>
                  <a:cubicBezTo>
                    <a:pt x="200" y="288"/>
                    <a:pt x="227" y="262"/>
                    <a:pt x="260" y="262"/>
                  </a:cubicBezTo>
                  <a:cubicBezTo>
                    <a:pt x="463" y="262"/>
                    <a:pt x="463" y="262"/>
                    <a:pt x="463" y="262"/>
                  </a:cubicBezTo>
                  <a:cubicBezTo>
                    <a:pt x="544" y="262"/>
                    <a:pt x="544" y="262"/>
                    <a:pt x="544" y="262"/>
                  </a:cubicBezTo>
                  <a:cubicBezTo>
                    <a:pt x="544" y="261"/>
                    <a:pt x="543" y="260"/>
                    <a:pt x="542" y="259"/>
                  </a:cubicBezTo>
                  <a:cubicBezTo>
                    <a:pt x="540" y="257"/>
                    <a:pt x="539" y="255"/>
                    <a:pt x="537" y="254"/>
                  </a:cubicBezTo>
                  <a:cubicBezTo>
                    <a:pt x="527" y="243"/>
                    <a:pt x="518" y="232"/>
                    <a:pt x="510" y="222"/>
                  </a:cubicBezTo>
                  <a:cubicBezTo>
                    <a:pt x="463" y="222"/>
                    <a:pt x="463" y="222"/>
                    <a:pt x="463" y="222"/>
                  </a:cubicBezTo>
                  <a:cubicBezTo>
                    <a:pt x="445" y="222"/>
                    <a:pt x="445" y="222"/>
                    <a:pt x="445" y="222"/>
                  </a:cubicBezTo>
                  <a:cubicBezTo>
                    <a:pt x="260" y="222"/>
                    <a:pt x="260" y="222"/>
                    <a:pt x="260" y="222"/>
                  </a:cubicBezTo>
                  <a:cubicBezTo>
                    <a:pt x="205" y="222"/>
                    <a:pt x="160" y="266"/>
                    <a:pt x="160" y="322"/>
                  </a:cubicBezTo>
                  <a:cubicBezTo>
                    <a:pt x="160" y="659"/>
                    <a:pt x="160" y="659"/>
                    <a:pt x="160" y="659"/>
                  </a:cubicBezTo>
                  <a:cubicBezTo>
                    <a:pt x="12" y="659"/>
                    <a:pt x="12" y="659"/>
                    <a:pt x="12" y="659"/>
                  </a:cubicBezTo>
                  <a:cubicBezTo>
                    <a:pt x="6" y="659"/>
                    <a:pt x="0" y="664"/>
                    <a:pt x="0" y="671"/>
                  </a:cubicBezTo>
                  <a:cubicBezTo>
                    <a:pt x="0" y="755"/>
                    <a:pt x="0" y="755"/>
                    <a:pt x="0" y="755"/>
                  </a:cubicBezTo>
                  <a:cubicBezTo>
                    <a:pt x="0" y="762"/>
                    <a:pt x="6" y="767"/>
                    <a:pt x="12" y="7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95"/>
            <p:cNvSpPr>
              <a:spLocks/>
            </p:cNvSpPr>
            <p:nvPr/>
          </p:nvSpPr>
          <p:spPr bwMode="auto">
            <a:xfrm>
              <a:off x="11060113" y="955675"/>
              <a:ext cx="255588" cy="546100"/>
            </a:xfrm>
            <a:custGeom>
              <a:avLst/>
              <a:gdLst>
                <a:gd name="T0" fmla="*/ 89 w 166"/>
                <a:gd name="T1" fmla="*/ 324 h 355"/>
                <a:gd name="T2" fmla="*/ 92 w 166"/>
                <a:gd name="T3" fmla="*/ 327 h 355"/>
                <a:gd name="T4" fmla="*/ 97 w 166"/>
                <a:gd name="T5" fmla="*/ 332 h 355"/>
                <a:gd name="T6" fmla="*/ 104 w 166"/>
                <a:gd name="T7" fmla="*/ 340 h 355"/>
                <a:gd name="T8" fmla="*/ 112 w 166"/>
                <a:gd name="T9" fmla="*/ 347 h 355"/>
                <a:gd name="T10" fmla="*/ 134 w 166"/>
                <a:gd name="T11" fmla="*/ 355 h 355"/>
                <a:gd name="T12" fmla="*/ 157 w 166"/>
                <a:gd name="T13" fmla="*/ 345 h 355"/>
                <a:gd name="T14" fmla="*/ 161 w 166"/>
                <a:gd name="T15" fmla="*/ 340 h 355"/>
                <a:gd name="T16" fmla="*/ 165 w 166"/>
                <a:gd name="T17" fmla="*/ 332 h 355"/>
                <a:gd name="T18" fmla="*/ 166 w 166"/>
                <a:gd name="T19" fmla="*/ 324 h 355"/>
                <a:gd name="T20" fmla="*/ 165 w 166"/>
                <a:gd name="T21" fmla="*/ 318 h 355"/>
                <a:gd name="T22" fmla="*/ 156 w 166"/>
                <a:gd name="T23" fmla="*/ 300 h 355"/>
                <a:gd name="T24" fmla="*/ 147 w 166"/>
                <a:gd name="T25" fmla="*/ 292 h 355"/>
                <a:gd name="T26" fmla="*/ 139 w 166"/>
                <a:gd name="T27" fmla="*/ 284 h 355"/>
                <a:gd name="T28" fmla="*/ 114 w 166"/>
                <a:gd name="T29" fmla="*/ 256 h 355"/>
                <a:gd name="T30" fmla="*/ 82 w 166"/>
                <a:gd name="T31" fmla="*/ 208 h 355"/>
                <a:gd name="T32" fmla="*/ 65 w 166"/>
                <a:gd name="T33" fmla="*/ 144 h 355"/>
                <a:gd name="T34" fmla="*/ 76 w 166"/>
                <a:gd name="T35" fmla="*/ 100 h 355"/>
                <a:gd name="T36" fmla="*/ 87 w 166"/>
                <a:gd name="T37" fmla="*/ 84 h 355"/>
                <a:gd name="T38" fmla="*/ 102 w 166"/>
                <a:gd name="T39" fmla="*/ 68 h 355"/>
                <a:gd name="T40" fmla="*/ 107 w 166"/>
                <a:gd name="T41" fmla="*/ 64 h 355"/>
                <a:gd name="T42" fmla="*/ 108 w 166"/>
                <a:gd name="T43" fmla="*/ 64 h 355"/>
                <a:gd name="T44" fmla="*/ 108 w 166"/>
                <a:gd name="T45" fmla="*/ 64 h 355"/>
                <a:gd name="T46" fmla="*/ 108 w 166"/>
                <a:gd name="T47" fmla="*/ 64 h 355"/>
                <a:gd name="T48" fmla="*/ 118 w 166"/>
                <a:gd name="T49" fmla="*/ 20 h 355"/>
                <a:gd name="T50" fmla="*/ 75 w 166"/>
                <a:gd name="T51" fmla="*/ 9 h 355"/>
                <a:gd name="T52" fmla="*/ 74 w 166"/>
                <a:gd name="T53" fmla="*/ 9 h 355"/>
                <a:gd name="T54" fmla="*/ 37 w 166"/>
                <a:gd name="T55" fmla="*/ 43 h 355"/>
                <a:gd name="T56" fmla="*/ 1 w 166"/>
                <a:gd name="T57" fmla="*/ 144 h 355"/>
                <a:gd name="T58" fmla="*/ 26 w 166"/>
                <a:gd name="T59" fmla="*/ 238 h 355"/>
                <a:gd name="T60" fmla="*/ 27 w 166"/>
                <a:gd name="T61" fmla="*/ 241 h 355"/>
                <a:gd name="T62" fmla="*/ 55 w 166"/>
                <a:gd name="T63" fmla="*/ 284 h 355"/>
                <a:gd name="T64" fmla="*/ 61 w 166"/>
                <a:gd name="T65" fmla="*/ 292 h 355"/>
                <a:gd name="T66" fmla="*/ 89 w 166"/>
                <a:gd name="T67" fmla="*/ 324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6" h="355">
                  <a:moveTo>
                    <a:pt x="89" y="324"/>
                  </a:moveTo>
                  <a:cubicBezTo>
                    <a:pt x="90" y="325"/>
                    <a:pt x="91" y="326"/>
                    <a:pt x="92" y="327"/>
                  </a:cubicBezTo>
                  <a:cubicBezTo>
                    <a:pt x="94" y="329"/>
                    <a:pt x="95" y="330"/>
                    <a:pt x="97" y="332"/>
                  </a:cubicBezTo>
                  <a:cubicBezTo>
                    <a:pt x="99" y="334"/>
                    <a:pt x="102" y="337"/>
                    <a:pt x="104" y="340"/>
                  </a:cubicBezTo>
                  <a:cubicBezTo>
                    <a:pt x="107" y="342"/>
                    <a:pt x="109" y="344"/>
                    <a:pt x="112" y="347"/>
                  </a:cubicBezTo>
                  <a:cubicBezTo>
                    <a:pt x="118" y="352"/>
                    <a:pt x="126" y="355"/>
                    <a:pt x="134" y="355"/>
                  </a:cubicBezTo>
                  <a:cubicBezTo>
                    <a:pt x="142" y="355"/>
                    <a:pt x="151" y="352"/>
                    <a:pt x="157" y="345"/>
                  </a:cubicBezTo>
                  <a:cubicBezTo>
                    <a:pt x="159" y="344"/>
                    <a:pt x="160" y="342"/>
                    <a:pt x="161" y="340"/>
                  </a:cubicBezTo>
                  <a:cubicBezTo>
                    <a:pt x="163" y="337"/>
                    <a:pt x="164" y="334"/>
                    <a:pt x="165" y="332"/>
                  </a:cubicBezTo>
                  <a:cubicBezTo>
                    <a:pt x="165" y="329"/>
                    <a:pt x="166" y="326"/>
                    <a:pt x="166" y="324"/>
                  </a:cubicBezTo>
                  <a:cubicBezTo>
                    <a:pt x="166" y="322"/>
                    <a:pt x="166" y="320"/>
                    <a:pt x="165" y="318"/>
                  </a:cubicBezTo>
                  <a:cubicBezTo>
                    <a:pt x="164" y="312"/>
                    <a:pt x="161" y="305"/>
                    <a:pt x="156" y="300"/>
                  </a:cubicBezTo>
                  <a:cubicBezTo>
                    <a:pt x="153" y="297"/>
                    <a:pt x="150" y="294"/>
                    <a:pt x="147" y="292"/>
                  </a:cubicBezTo>
                  <a:cubicBezTo>
                    <a:pt x="144" y="289"/>
                    <a:pt x="142" y="286"/>
                    <a:pt x="139" y="284"/>
                  </a:cubicBezTo>
                  <a:cubicBezTo>
                    <a:pt x="130" y="274"/>
                    <a:pt x="122" y="265"/>
                    <a:pt x="114" y="256"/>
                  </a:cubicBezTo>
                  <a:cubicBezTo>
                    <a:pt x="100" y="239"/>
                    <a:pt x="90" y="223"/>
                    <a:pt x="82" y="208"/>
                  </a:cubicBezTo>
                  <a:cubicBezTo>
                    <a:pt x="69" y="182"/>
                    <a:pt x="65" y="161"/>
                    <a:pt x="65" y="144"/>
                  </a:cubicBezTo>
                  <a:cubicBezTo>
                    <a:pt x="65" y="126"/>
                    <a:pt x="69" y="112"/>
                    <a:pt x="76" y="100"/>
                  </a:cubicBezTo>
                  <a:cubicBezTo>
                    <a:pt x="79" y="94"/>
                    <a:pt x="83" y="88"/>
                    <a:pt x="87" y="84"/>
                  </a:cubicBezTo>
                  <a:cubicBezTo>
                    <a:pt x="92" y="77"/>
                    <a:pt x="98" y="71"/>
                    <a:pt x="102" y="68"/>
                  </a:cubicBezTo>
                  <a:cubicBezTo>
                    <a:pt x="104" y="66"/>
                    <a:pt x="106" y="65"/>
                    <a:pt x="107" y="64"/>
                  </a:cubicBezTo>
                  <a:cubicBezTo>
                    <a:pt x="107" y="64"/>
                    <a:pt x="108" y="64"/>
                    <a:pt x="108" y="64"/>
                  </a:cubicBezTo>
                  <a:cubicBezTo>
                    <a:pt x="108" y="64"/>
                    <a:pt x="108" y="64"/>
                    <a:pt x="108" y="64"/>
                  </a:cubicBezTo>
                  <a:cubicBezTo>
                    <a:pt x="108" y="64"/>
                    <a:pt x="108" y="64"/>
                    <a:pt x="108" y="64"/>
                  </a:cubicBezTo>
                  <a:cubicBezTo>
                    <a:pt x="123" y="54"/>
                    <a:pt x="127" y="35"/>
                    <a:pt x="118" y="20"/>
                  </a:cubicBezTo>
                  <a:cubicBezTo>
                    <a:pt x="109" y="5"/>
                    <a:pt x="90" y="0"/>
                    <a:pt x="75" y="9"/>
                  </a:cubicBezTo>
                  <a:cubicBezTo>
                    <a:pt x="75" y="9"/>
                    <a:pt x="74" y="9"/>
                    <a:pt x="74" y="9"/>
                  </a:cubicBezTo>
                  <a:cubicBezTo>
                    <a:pt x="72" y="11"/>
                    <a:pt x="55" y="21"/>
                    <a:pt x="37" y="43"/>
                  </a:cubicBezTo>
                  <a:cubicBezTo>
                    <a:pt x="19" y="65"/>
                    <a:pt x="0" y="99"/>
                    <a:pt x="1" y="144"/>
                  </a:cubicBezTo>
                  <a:cubicBezTo>
                    <a:pt x="1" y="172"/>
                    <a:pt x="8" y="204"/>
                    <a:pt x="26" y="238"/>
                  </a:cubicBezTo>
                  <a:cubicBezTo>
                    <a:pt x="26" y="239"/>
                    <a:pt x="27" y="240"/>
                    <a:pt x="27" y="241"/>
                  </a:cubicBezTo>
                  <a:cubicBezTo>
                    <a:pt x="35" y="255"/>
                    <a:pt x="44" y="269"/>
                    <a:pt x="55" y="284"/>
                  </a:cubicBezTo>
                  <a:cubicBezTo>
                    <a:pt x="57" y="286"/>
                    <a:pt x="59" y="289"/>
                    <a:pt x="61" y="292"/>
                  </a:cubicBezTo>
                  <a:cubicBezTo>
                    <a:pt x="69" y="302"/>
                    <a:pt x="79" y="313"/>
                    <a:pt x="89" y="3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2" name="组合 101"/>
          <p:cNvGrpSpPr/>
          <p:nvPr/>
        </p:nvGrpSpPr>
        <p:grpSpPr>
          <a:xfrm>
            <a:off x="6434138" y="2551113"/>
            <a:ext cx="1341438" cy="1763712"/>
            <a:chOff x="6434138" y="2551113"/>
            <a:chExt cx="1341438" cy="1763712"/>
          </a:xfrm>
          <a:solidFill>
            <a:schemeClr val="tx1">
              <a:lumMod val="65000"/>
              <a:lumOff val="35000"/>
            </a:schemeClr>
          </a:solidFill>
        </p:grpSpPr>
        <p:sp>
          <p:nvSpPr>
            <p:cNvPr id="103" name="Freeform 96"/>
            <p:cNvSpPr>
              <a:spLocks/>
            </p:cNvSpPr>
            <p:nvPr/>
          </p:nvSpPr>
          <p:spPr bwMode="auto">
            <a:xfrm>
              <a:off x="6954838" y="3494088"/>
              <a:ext cx="188913" cy="246063"/>
            </a:xfrm>
            <a:custGeom>
              <a:avLst/>
              <a:gdLst>
                <a:gd name="T0" fmla="*/ 123 w 123"/>
                <a:gd name="T1" fmla="*/ 80 h 160"/>
                <a:gd name="T2" fmla="*/ 89 w 123"/>
                <a:gd name="T3" fmla="*/ 0 h 160"/>
                <a:gd name="T4" fmla="*/ 36 w 123"/>
                <a:gd name="T5" fmla="*/ 0 h 160"/>
                <a:gd name="T6" fmla="*/ 29 w 123"/>
                <a:gd name="T7" fmla="*/ 40 h 160"/>
                <a:gd name="T8" fmla="*/ 0 w 123"/>
                <a:gd name="T9" fmla="*/ 160 h 160"/>
                <a:gd name="T10" fmla="*/ 111 w 123"/>
                <a:gd name="T11" fmla="*/ 133 h 160"/>
                <a:gd name="T12" fmla="*/ 123 w 123"/>
                <a:gd name="T13" fmla="*/ 80 h 160"/>
              </a:gdLst>
              <a:ahLst/>
              <a:cxnLst>
                <a:cxn ang="0">
                  <a:pos x="T0" y="T1"/>
                </a:cxn>
                <a:cxn ang="0">
                  <a:pos x="T2" y="T3"/>
                </a:cxn>
                <a:cxn ang="0">
                  <a:pos x="T4" y="T5"/>
                </a:cxn>
                <a:cxn ang="0">
                  <a:pos x="T6" y="T7"/>
                </a:cxn>
                <a:cxn ang="0">
                  <a:pos x="T8" y="T9"/>
                </a:cxn>
                <a:cxn ang="0">
                  <a:pos x="T10" y="T11"/>
                </a:cxn>
                <a:cxn ang="0">
                  <a:pos x="T12" y="T13"/>
                </a:cxn>
              </a:cxnLst>
              <a:rect l="0" t="0" r="r" b="b"/>
              <a:pathLst>
                <a:path w="123" h="160">
                  <a:moveTo>
                    <a:pt x="123" y="80"/>
                  </a:moveTo>
                  <a:cubicBezTo>
                    <a:pt x="89" y="0"/>
                    <a:pt x="89" y="0"/>
                    <a:pt x="89" y="0"/>
                  </a:cubicBezTo>
                  <a:cubicBezTo>
                    <a:pt x="36" y="0"/>
                    <a:pt x="36" y="0"/>
                    <a:pt x="36" y="0"/>
                  </a:cubicBezTo>
                  <a:cubicBezTo>
                    <a:pt x="34" y="12"/>
                    <a:pt x="32" y="26"/>
                    <a:pt x="29" y="40"/>
                  </a:cubicBezTo>
                  <a:cubicBezTo>
                    <a:pt x="22" y="78"/>
                    <a:pt x="13" y="119"/>
                    <a:pt x="0" y="160"/>
                  </a:cubicBezTo>
                  <a:cubicBezTo>
                    <a:pt x="36" y="148"/>
                    <a:pt x="74" y="139"/>
                    <a:pt x="111" y="133"/>
                  </a:cubicBezTo>
                  <a:cubicBezTo>
                    <a:pt x="116" y="115"/>
                    <a:pt x="120" y="97"/>
                    <a:pt x="123"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97"/>
            <p:cNvSpPr>
              <a:spLocks/>
            </p:cNvSpPr>
            <p:nvPr/>
          </p:nvSpPr>
          <p:spPr bwMode="auto">
            <a:xfrm>
              <a:off x="7021513" y="3365500"/>
              <a:ext cx="36513" cy="22225"/>
            </a:xfrm>
            <a:custGeom>
              <a:avLst/>
              <a:gdLst>
                <a:gd name="T0" fmla="*/ 22 w 23"/>
                <a:gd name="T1" fmla="*/ 14 h 14"/>
                <a:gd name="T2" fmla="*/ 2 w 23"/>
                <a:gd name="T3" fmla="*/ 0 h 14"/>
                <a:gd name="T4" fmla="*/ 0 w 23"/>
                <a:gd name="T5" fmla="*/ 14 h 14"/>
                <a:gd name="T6" fmla="*/ 23 w 23"/>
                <a:gd name="T7" fmla="*/ 14 h 14"/>
                <a:gd name="T8" fmla="*/ 22 w 23"/>
                <a:gd name="T9" fmla="*/ 14 h 14"/>
              </a:gdLst>
              <a:ahLst/>
              <a:cxnLst>
                <a:cxn ang="0">
                  <a:pos x="T0" y="T1"/>
                </a:cxn>
                <a:cxn ang="0">
                  <a:pos x="T2" y="T3"/>
                </a:cxn>
                <a:cxn ang="0">
                  <a:pos x="T4" y="T5"/>
                </a:cxn>
                <a:cxn ang="0">
                  <a:pos x="T6" y="T7"/>
                </a:cxn>
                <a:cxn ang="0">
                  <a:pos x="T8" y="T9"/>
                </a:cxn>
              </a:cxnLst>
              <a:rect l="0" t="0" r="r" b="b"/>
              <a:pathLst>
                <a:path w="23" h="14">
                  <a:moveTo>
                    <a:pt x="22" y="14"/>
                  </a:moveTo>
                  <a:cubicBezTo>
                    <a:pt x="14" y="10"/>
                    <a:pt x="7" y="5"/>
                    <a:pt x="2" y="0"/>
                  </a:cubicBezTo>
                  <a:cubicBezTo>
                    <a:pt x="1" y="4"/>
                    <a:pt x="1" y="9"/>
                    <a:pt x="0" y="14"/>
                  </a:cubicBezTo>
                  <a:cubicBezTo>
                    <a:pt x="23" y="14"/>
                    <a:pt x="23" y="14"/>
                    <a:pt x="23" y="14"/>
                  </a:cubicBezTo>
                  <a:cubicBezTo>
                    <a:pt x="23" y="14"/>
                    <a:pt x="22" y="14"/>
                    <a:pt x="22"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98"/>
            <p:cNvSpPr>
              <a:spLocks/>
            </p:cNvSpPr>
            <p:nvPr/>
          </p:nvSpPr>
          <p:spPr bwMode="auto">
            <a:xfrm>
              <a:off x="7464425" y="3154363"/>
              <a:ext cx="198438" cy="611188"/>
            </a:xfrm>
            <a:custGeom>
              <a:avLst/>
              <a:gdLst>
                <a:gd name="T0" fmla="*/ 61 w 129"/>
                <a:gd name="T1" fmla="*/ 1 h 397"/>
                <a:gd name="T2" fmla="*/ 55 w 129"/>
                <a:gd name="T3" fmla="*/ 0 h 397"/>
                <a:gd name="T4" fmla="*/ 55 w 129"/>
                <a:gd name="T5" fmla="*/ 1 h 397"/>
                <a:gd name="T6" fmla="*/ 72 w 129"/>
                <a:gd name="T7" fmla="*/ 86 h 397"/>
                <a:gd name="T8" fmla="*/ 89 w 129"/>
                <a:gd name="T9" fmla="*/ 175 h 397"/>
                <a:gd name="T10" fmla="*/ 49 w 129"/>
                <a:gd name="T11" fmla="*/ 309 h 397"/>
                <a:gd name="T12" fmla="*/ 0 w 129"/>
                <a:gd name="T13" fmla="*/ 375 h 397"/>
                <a:gd name="T14" fmla="*/ 34 w 129"/>
                <a:gd name="T15" fmla="*/ 397 h 397"/>
                <a:gd name="T16" fmla="*/ 84 w 129"/>
                <a:gd name="T17" fmla="*/ 330 h 397"/>
                <a:gd name="T18" fmla="*/ 129 w 129"/>
                <a:gd name="T19" fmla="*/ 175 h 397"/>
                <a:gd name="T20" fmla="*/ 109 w 129"/>
                <a:gd name="T21" fmla="*/ 71 h 397"/>
                <a:gd name="T22" fmla="*/ 95 w 129"/>
                <a:gd name="T23" fmla="*/ 1 h 397"/>
                <a:gd name="T24" fmla="*/ 95 w 129"/>
                <a:gd name="T25" fmla="*/ 0 h 397"/>
                <a:gd name="T26" fmla="*/ 62 w 129"/>
                <a:gd name="T27" fmla="*/ 1 h 397"/>
                <a:gd name="T28" fmla="*/ 61 w 129"/>
                <a:gd name="T29" fmla="*/ 1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9" h="397">
                  <a:moveTo>
                    <a:pt x="61" y="1"/>
                  </a:moveTo>
                  <a:cubicBezTo>
                    <a:pt x="59" y="1"/>
                    <a:pt x="57" y="0"/>
                    <a:pt x="55" y="0"/>
                  </a:cubicBezTo>
                  <a:cubicBezTo>
                    <a:pt x="55" y="1"/>
                    <a:pt x="55" y="1"/>
                    <a:pt x="55" y="1"/>
                  </a:cubicBezTo>
                  <a:cubicBezTo>
                    <a:pt x="55" y="27"/>
                    <a:pt x="60" y="55"/>
                    <a:pt x="72" y="86"/>
                  </a:cubicBezTo>
                  <a:cubicBezTo>
                    <a:pt x="84" y="117"/>
                    <a:pt x="89" y="147"/>
                    <a:pt x="89" y="175"/>
                  </a:cubicBezTo>
                  <a:cubicBezTo>
                    <a:pt x="89" y="224"/>
                    <a:pt x="74" y="268"/>
                    <a:pt x="49" y="309"/>
                  </a:cubicBezTo>
                  <a:cubicBezTo>
                    <a:pt x="35" y="333"/>
                    <a:pt x="18" y="355"/>
                    <a:pt x="0" y="375"/>
                  </a:cubicBezTo>
                  <a:cubicBezTo>
                    <a:pt x="12" y="381"/>
                    <a:pt x="23" y="388"/>
                    <a:pt x="34" y="397"/>
                  </a:cubicBezTo>
                  <a:cubicBezTo>
                    <a:pt x="52" y="376"/>
                    <a:pt x="69" y="354"/>
                    <a:pt x="84" y="330"/>
                  </a:cubicBezTo>
                  <a:cubicBezTo>
                    <a:pt x="111" y="284"/>
                    <a:pt x="129" y="232"/>
                    <a:pt x="129" y="175"/>
                  </a:cubicBezTo>
                  <a:cubicBezTo>
                    <a:pt x="129" y="142"/>
                    <a:pt x="123" y="107"/>
                    <a:pt x="109" y="71"/>
                  </a:cubicBezTo>
                  <a:cubicBezTo>
                    <a:pt x="99" y="45"/>
                    <a:pt x="95" y="22"/>
                    <a:pt x="95" y="1"/>
                  </a:cubicBezTo>
                  <a:cubicBezTo>
                    <a:pt x="95" y="0"/>
                    <a:pt x="95" y="0"/>
                    <a:pt x="95" y="0"/>
                  </a:cubicBezTo>
                  <a:cubicBezTo>
                    <a:pt x="84" y="0"/>
                    <a:pt x="73" y="1"/>
                    <a:pt x="62" y="1"/>
                  </a:cubicBezTo>
                  <a:lnTo>
                    <a:pt x="6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99"/>
            <p:cNvSpPr>
              <a:spLocks/>
            </p:cNvSpPr>
            <p:nvPr/>
          </p:nvSpPr>
          <p:spPr bwMode="auto">
            <a:xfrm>
              <a:off x="6969125" y="3400425"/>
              <a:ext cx="296863" cy="296863"/>
            </a:xfrm>
            <a:custGeom>
              <a:avLst/>
              <a:gdLst>
                <a:gd name="T0" fmla="*/ 153 w 193"/>
                <a:gd name="T1" fmla="*/ 150 h 193"/>
                <a:gd name="T2" fmla="*/ 163 w 193"/>
                <a:gd name="T3" fmla="*/ 135 h 193"/>
                <a:gd name="T4" fmla="*/ 128 w 193"/>
                <a:gd name="T5" fmla="*/ 53 h 193"/>
                <a:gd name="T6" fmla="*/ 128 w 193"/>
                <a:gd name="T7" fmla="*/ 53 h 193"/>
                <a:gd name="T8" fmla="*/ 128 w 193"/>
                <a:gd name="T9" fmla="*/ 53 h 193"/>
                <a:gd name="T10" fmla="*/ 186 w 193"/>
                <a:gd name="T11" fmla="*/ 53 h 193"/>
                <a:gd name="T12" fmla="*/ 193 w 193"/>
                <a:gd name="T13" fmla="*/ 51 h 193"/>
                <a:gd name="T14" fmla="*/ 185 w 193"/>
                <a:gd name="T15" fmla="*/ 31 h 193"/>
                <a:gd name="T16" fmla="*/ 154 w 193"/>
                <a:gd name="T17" fmla="*/ 13 h 193"/>
                <a:gd name="T18" fmla="*/ 133 w 193"/>
                <a:gd name="T19" fmla="*/ 7 h 193"/>
                <a:gd name="T20" fmla="*/ 112 w 193"/>
                <a:gd name="T21" fmla="*/ 3 h 193"/>
                <a:gd name="T22" fmla="*/ 102 w 193"/>
                <a:gd name="T23" fmla="*/ 2 h 193"/>
                <a:gd name="T24" fmla="*/ 91 w 193"/>
                <a:gd name="T25" fmla="*/ 1 h 193"/>
                <a:gd name="T26" fmla="*/ 89 w 193"/>
                <a:gd name="T27" fmla="*/ 1 h 193"/>
                <a:gd name="T28" fmla="*/ 88 w 193"/>
                <a:gd name="T29" fmla="*/ 1 h 193"/>
                <a:gd name="T30" fmla="*/ 78 w 193"/>
                <a:gd name="T31" fmla="*/ 0 h 193"/>
                <a:gd name="T32" fmla="*/ 34 w 193"/>
                <a:gd name="T33" fmla="*/ 0 h 193"/>
                <a:gd name="T34" fmla="*/ 17 w 193"/>
                <a:gd name="T35" fmla="*/ 0 h 193"/>
                <a:gd name="T36" fmla="*/ 0 w 193"/>
                <a:gd name="T37" fmla="*/ 18 h 193"/>
                <a:gd name="T38" fmla="*/ 0 w 193"/>
                <a:gd name="T39" fmla="*/ 35 h 193"/>
                <a:gd name="T40" fmla="*/ 17 w 193"/>
                <a:gd name="T41" fmla="*/ 53 h 193"/>
                <a:gd name="T42" fmla="*/ 27 w 193"/>
                <a:gd name="T43" fmla="*/ 53 h 193"/>
                <a:gd name="T44" fmla="*/ 85 w 193"/>
                <a:gd name="T45" fmla="*/ 53 h 193"/>
                <a:gd name="T46" fmla="*/ 116 w 193"/>
                <a:gd name="T47" fmla="*/ 127 h 193"/>
                <a:gd name="T48" fmla="*/ 144 w 193"/>
                <a:gd name="T49" fmla="*/ 193 h 193"/>
                <a:gd name="T50" fmla="*/ 153 w 193"/>
                <a:gd name="T51" fmla="*/ 15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3" h="193">
                  <a:moveTo>
                    <a:pt x="153" y="150"/>
                  </a:moveTo>
                  <a:cubicBezTo>
                    <a:pt x="157" y="145"/>
                    <a:pt x="160" y="140"/>
                    <a:pt x="163" y="135"/>
                  </a:cubicBezTo>
                  <a:cubicBezTo>
                    <a:pt x="128" y="53"/>
                    <a:pt x="128" y="53"/>
                    <a:pt x="128" y="53"/>
                  </a:cubicBezTo>
                  <a:cubicBezTo>
                    <a:pt x="128" y="53"/>
                    <a:pt x="128" y="53"/>
                    <a:pt x="128" y="53"/>
                  </a:cubicBezTo>
                  <a:cubicBezTo>
                    <a:pt x="128" y="53"/>
                    <a:pt x="128" y="53"/>
                    <a:pt x="128" y="53"/>
                  </a:cubicBezTo>
                  <a:cubicBezTo>
                    <a:pt x="186" y="53"/>
                    <a:pt x="186" y="53"/>
                    <a:pt x="186" y="53"/>
                  </a:cubicBezTo>
                  <a:cubicBezTo>
                    <a:pt x="189" y="53"/>
                    <a:pt x="191" y="52"/>
                    <a:pt x="193" y="51"/>
                  </a:cubicBezTo>
                  <a:cubicBezTo>
                    <a:pt x="193" y="41"/>
                    <a:pt x="190" y="37"/>
                    <a:pt x="185" y="31"/>
                  </a:cubicBezTo>
                  <a:cubicBezTo>
                    <a:pt x="179" y="24"/>
                    <a:pt x="168" y="18"/>
                    <a:pt x="154" y="13"/>
                  </a:cubicBezTo>
                  <a:cubicBezTo>
                    <a:pt x="147" y="10"/>
                    <a:pt x="140" y="8"/>
                    <a:pt x="133" y="7"/>
                  </a:cubicBezTo>
                  <a:cubicBezTo>
                    <a:pt x="125" y="5"/>
                    <a:pt x="118" y="4"/>
                    <a:pt x="112" y="3"/>
                  </a:cubicBezTo>
                  <a:cubicBezTo>
                    <a:pt x="109" y="3"/>
                    <a:pt x="105" y="3"/>
                    <a:pt x="102" y="2"/>
                  </a:cubicBezTo>
                  <a:cubicBezTo>
                    <a:pt x="98" y="2"/>
                    <a:pt x="94" y="2"/>
                    <a:pt x="91" y="1"/>
                  </a:cubicBezTo>
                  <a:cubicBezTo>
                    <a:pt x="90" y="1"/>
                    <a:pt x="89" y="1"/>
                    <a:pt x="89" y="1"/>
                  </a:cubicBezTo>
                  <a:cubicBezTo>
                    <a:pt x="88" y="1"/>
                    <a:pt x="88" y="1"/>
                    <a:pt x="88" y="1"/>
                  </a:cubicBezTo>
                  <a:cubicBezTo>
                    <a:pt x="84" y="1"/>
                    <a:pt x="81" y="1"/>
                    <a:pt x="78" y="0"/>
                  </a:cubicBezTo>
                  <a:cubicBezTo>
                    <a:pt x="34" y="0"/>
                    <a:pt x="34" y="0"/>
                    <a:pt x="34" y="0"/>
                  </a:cubicBezTo>
                  <a:cubicBezTo>
                    <a:pt x="17" y="0"/>
                    <a:pt x="17" y="0"/>
                    <a:pt x="17" y="0"/>
                  </a:cubicBezTo>
                  <a:cubicBezTo>
                    <a:pt x="8" y="0"/>
                    <a:pt x="0" y="8"/>
                    <a:pt x="0" y="18"/>
                  </a:cubicBezTo>
                  <a:cubicBezTo>
                    <a:pt x="0" y="35"/>
                    <a:pt x="0" y="35"/>
                    <a:pt x="0" y="35"/>
                  </a:cubicBezTo>
                  <a:cubicBezTo>
                    <a:pt x="0" y="45"/>
                    <a:pt x="8" y="53"/>
                    <a:pt x="17" y="53"/>
                  </a:cubicBezTo>
                  <a:cubicBezTo>
                    <a:pt x="27" y="53"/>
                    <a:pt x="27" y="53"/>
                    <a:pt x="27" y="53"/>
                  </a:cubicBezTo>
                  <a:cubicBezTo>
                    <a:pt x="85" y="53"/>
                    <a:pt x="85" y="53"/>
                    <a:pt x="85" y="53"/>
                  </a:cubicBezTo>
                  <a:cubicBezTo>
                    <a:pt x="116" y="127"/>
                    <a:pt x="116" y="127"/>
                    <a:pt x="116" y="127"/>
                  </a:cubicBezTo>
                  <a:cubicBezTo>
                    <a:pt x="144" y="193"/>
                    <a:pt x="144" y="193"/>
                    <a:pt x="144" y="193"/>
                  </a:cubicBezTo>
                  <a:cubicBezTo>
                    <a:pt x="142" y="179"/>
                    <a:pt x="144" y="163"/>
                    <a:pt x="153" y="1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100"/>
            <p:cNvSpPr>
              <a:spLocks noEditPoints="1"/>
            </p:cNvSpPr>
            <p:nvPr/>
          </p:nvSpPr>
          <p:spPr bwMode="auto">
            <a:xfrm>
              <a:off x="6434138" y="3702050"/>
              <a:ext cx="1341438" cy="612775"/>
            </a:xfrm>
            <a:custGeom>
              <a:avLst/>
              <a:gdLst>
                <a:gd name="T0" fmla="*/ 60 w 872"/>
                <a:gd name="T1" fmla="*/ 398 h 398"/>
                <a:gd name="T2" fmla="*/ 120 w 872"/>
                <a:gd name="T3" fmla="*/ 338 h 398"/>
                <a:gd name="T4" fmla="*/ 112 w 872"/>
                <a:gd name="T5" fmla="*/ 309 h 398"/>
                <a:gd name="T6" fmla="*/ 134 w 872"/>
                <a:gd name="T7" fmla="*/ 287 h 398"/>
                <a:gd name="T8" fmla="*/ 734 w 872"/>
                <a:gd name="T9" fmla="*/ 283 h 398"/>
                <a:gd name="T10" fmla="*/ 759 w 872"/>
                <a:gd name="T11" fmla="*/ 309 h 398"/>
                <a:gd name="T12" fmla="*/ 752 w 872"/>
                <a:gd name="T13" fmla="*/ 338 h 398"/>
                <a:gd name="T14" fmla="*/ 812 w 872"/>
                <a:gd name="T15" fmla="*/ 398 h 398"/>
                <a:gd name="T16" fmla="*/ 872 w 872"/>
                <a:gd name="T17" fmla="*/ 338 h 398"/>
                <a:gd name="T18" fmla="*/ 812 w 872"/>
                <a:gd name="T19" fmla="*/ 278 h 398"/>
                <a:gd name="T20" fmla="*/ 801 w 872"/>
                <a:gd name="T21" fmla="*/ 279 h 398"/>
                <a:gd name="T22" fmla="*/ 771 w 872"/>
                <a:gd name="T23" fmla="*/ 249 h 398"/>
                <a:gd name="T24" fmla="*/ 774 w 872"/>
                <a:gd name="T25" fmla="*/ 238 h 398"/>
                <a:gd name="T26" fmla="*/ 697 w 872"/>
                <a:gd name="T27" fmla="*/ 47 h 398"/>
                <a:gd name="T28" fmla="*/ 663 w 872"/>
                <a:gd name="T29" fmla="*/ 25 h 398"/>
                <a:gd name="T30" fmla="*/ 606 w 872"/>
                <a:gd name="T31" fmla="*/ 5 h 398"/>
                <a:gd name="T32" fmla="*/ 597 w 872"/>
                <a:gd name="T33" fmla="*/ 18 h 398"/>
                <a:gd name="T34" fmla="*/ 549 w 872"/>
                <a:gd name="T35" fmla="*/ 44 h 398"/>
                <a:gd name="T36" fmla="*/ 517 w 872"/>
                <a:gd name="T37" fmla="*/ 34 h 398"/>
                <a:gd name="T38" fmla="*/ 493 w 872"/>
                <a:gd name="T39" fmla="*/ 0 h 398"/>
                <a:gd name="T40" fmla="*/ 447 w 872"/>
                <a:gd name="T41" fmla="*/ 6 h 398"/>
                <a:gd name="T42" fmla="*/ 335 w 872"/>
                <a:gd name="T43" fmla="*/ 35 h 398"/>
                <a:gd name="T44" fmla="*/ 88 w 872"/>
                <a:gd name="T45" fmla="*/ 238 h 398"/>
                <a:gd name="T46" fmla="*/ 93 w 872"/>
                <a:gd name="T47" fmla="*/ 256 h 398"/>
                <a:gd name="T48" fmla="*/ 71 w 872"/>
                <a:gd name="T49" fmla="*/ 279 h 398"/>
                <a:gd name="T50" fmla="*/ 60 w 872"/>
                <a:gd name="T51" fmla="*/ 278 h 398"/>
                <a:gd name="T52" fmla="*/ 0 w 872"/>
                <a:gd name="T53" fmla="*/ 338 h 398"/>
                <a:gd name="T54" fmla="*/ 60 w 872"/>
                <a:gd name="T55" fmla="*/ 398 h 398"/>
                <a:gd name="T56" fmla="*/ 484 w 872"/>
                <a:gd name="T57" fmla="*/ 172 h 398"/>
                <a:gd name="T58" fmla="*/ 440 w 872"/>
                <a:gd name="T59" fmla="*/ 216 h 398"/>
                <a:gd name="T60" fmla="*/ 396 w 872"/>
                <a:gd name="T61" fmla="*/ 172 h 398"/>
                <a:gd name="T62" fmla="*/ 440 w 872"/>
                <a:gd name="T63" fmla="*/ 128 h 398"/>
                <a:gd name="T64" fmla="*/ 456 w 872"/>
                <a:gd name="T65" fmla="*/ 131 h 398"/>
                <a:gd name="T66" fmla="*/ 428 w 872"/>
                <a:gd name="T67" fmla="*/ 161 h 398"/>
                <a:gd name="T68" fmla="*/ 429 w 872"/>
                <a:gd name="T69" fmla="*/ 184 h 398"/>
                <a:gd name="T70" fmla="*/ 440 w 872"/>
                <a:gd name="T71" fmla="*/ 188 h 398"/>
                <a:gd name="T72" fmla="*/ 452 w 872"/>
                <a:gd name="T73" fmla="*/ 182 h 398"/>
                <a:gd name="T74" fmla="*/ 479 w 872"/>
                <a:gd name="T75" fmla="*/ 152 h 398"/>
                <a:gd name="T76" fmla="*/ 484 w 872"/>
                <a:gd name="T77" fmla="*/ 172 h 398"/>
                <a:gd name="T78" fmla="*/ 429 w 872"/>
                <a:gd name="T79" fmla="*/ 69 h 398"/>
                <a:gd name="T80" fmla="*/ 440 w 872"/>
                <a:gd name="T81" fmla="*/ 69 h 398"/>
                <a:gd name="T82" fmla="*/ 496 w 872"/>
                <a:gd name="T83" fmla="*/ 86 h 398"/>
                <a:gd name="T84" fmla="*/ 488 w 872"/>
                <a:gd name="T85" fmla="*/ 95 h 398"/>
                <a:gd name="T86" fmla="*/ 440 w 872"/>
                <a:gd name="T87" fmla="*/ 82 h 398"/>
                <a:gd name="T88" fmla="*/ 424 w 872"/>
                <a:gd name="T89" fmla="*/ 83 h 398"/>
                <a:gd name="T90" fmla="*/ 350 w 872"/>
                <a:gd name="T91" fmla="*/ 172 h 398"/>
                <a:gd name="T92" fmla="*/ 361 w 872"/>
                <a:gd name="T93" fmla="*/ 215 h 398"/>
                <a:gd name="T94" fmla="*/ 440 w 872"/>
                <a:gd name="T95" fmla="*/ 262 h 398"/>
                <a:gd name="T96" fmla="*/ 530 w 872"/>
                <a:gd name="T97" fmla="*/ 179 h 398"/>
                <a:gd name="T98" fmla="*/ 530 w 872"/>
                <a:gd name="T99" fmla="*/ 172 h 398"/>
                <a:gd name="T100" fmla="*/ 523 w 872"/>
                <a:gd name="T101" fmla="*/ 137 h 398"/>
                <a:gd name="T102" fmla="*/ 511 w 872"/>
                <a:gd name="T103" fmla="*/ 117 h 398"/>
                <a:gd name="T104" fmla="*/ 520 w 872"/>
                <a:gd name="T105" fmla="*/ 107 h 398"/>
                <a:gd name="T106" fmla="*/ 534 w 872"/>
                <a:gd name="T107" fmla="*/ 130 h 398"/>
                <a:gd name="T108" fmla="*/ 543 w 872"/>
                <a:gd name="T109" fmla="*/ 171 h 398"/>
                <a:gd name="T110" fmla="*/ 543 w 872"/>
                <a:gd name="T111" fmla="*/ 172 h 398"/>
                <a:gd name="T112" fmla="*/ 440 w 872"/>
                <a:gd name="T113" fmla="*/ 275 h 398"/>
                <a:gd name="T114" fmla="*/ 350 w 872"/>
                <a:gd name="T115" fmla="*/ 223 h 398"/>
                <a:gd name="T116" fmla="*/ 337 w 872"/>
                <a:gd name="T117" fmla="*/ 172 h 398"/>
                <a:gd name="T118" fmla="*/ 429 w 872"/>
                <a:gd name="T119" fmla="*/ 69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72" h="398">
                  <a:moveTo>
                    <a:pt x="60" y="398"/>
                  </a:moveTo>
                  <a:cubicBezTo>
                    <a:pt x="93" y="398"/>
                    <a:pt x="120" y="371"/>
                    <a:pt x="120" y="338"/>
                  </a:cubicBezTo>
                  <a:cubicBezTo>
                    <a:pt x="120" y="327"/>
                    <a:pt x="117" y="317"/>
                    <a:pt x="112" y="309"/>
                  </a:cubicBezTo>
                  <a:cubicBezTo>
                    <a:pt x="134" y="287"/>
                    <a:pt x="134" y="287"/>
                    <a:pt x="134" y="287"/>
                  </a:cubicBezTo>
                  <a:cubicBezTo>
                    <a:pt x="262" y="344"/>
                    <a:pt x="615" y="343"/>
                    <a:pt x="734" y="283"/>
                  </a:cubicBezTo>
                  <a:cubicBezTo>
                    <a:pt x="759" y="309"/>
                    <a:pt x="759" y="309"/>
                    <a:pt x="759" y="309"/>
                  </a:cubicBezTo>
                  <a:cubicBezTo>
                    <a:pt x="755" y="317"/>
                    <a:pt x="752" y="327"/>
                    <a:pt x="752" y="338"/>
                  </a:cubicBezTo>
                  <a:cubicBezTo>
                    <a:pt x="752" y="371"/>
                    <a:pt x="779" y="398"/>
                    <a:pt x="812" y="398"/>
                  </a:cubicBezTo>
                  <a:cubicBezTo>
                    <a:pt x="845" y="398"/>
                    <a:pt x="872" y="371"/>
                    <a:pt x="872" y="338"/>
                  </a:cubicBezTo>
                  <a:cubicBezTo>
                    <a:pt x="872" y="304"/>
                    <a:pt x="845" y="278"/>
                    <a:pt x="812" y="278"/>
                  </a:cubicBezTo>
                  <a:cubicBezTo>
                    <a:pt x="808" y="278"/>
                    <a:pt x="804" y="278"/>
                    <a:pt x="801" y="279"/>
                  </a:cubicBezTo>
                  <a:cubicBezTo>
                    <a:pt x="771" y="249"/>
                    <a:pt x="771" y="249"/>
                    <a:pt x="771" y="249"/>
                  </a:cubicBezTo>
                  <a:cubicBezTo>
                    <a:pt x="773" y="246"/>
                    <a:pt x="774" y="242"/>
                    <a:pt x="774" y="238"/>
                  </a:cubicBezTo>
                  <a:cubicBezTo>
                    <a:pt x="774" y="165"/>
                    <a:pt x="753" y="93"/>
                    <a:pt x="697" y="47"/>
                  </a:cubicBezTo>
                  <a:cubicBezTo>
                    <a:pt x="687" y="39"/>
                    <a:pt x="676" y="31"/>
                    <a:pt x="663" y="25"/>
                  </a:cubicBezTo>
                  <a:cubicBezTo>
                    <a:pt x="647" y="16"/>
                    <a:pt x="628" y="10"/>
                    <a:pt x="606" y="5"/>
                  </a:cubicBezTo>
                  <a:cubicBezTo>
                    <a:pt x="603" y="9"/>
                    <a:pt x="600" y="14"/>
                    <a:pt x="597" y="18"/>
                  </a:cubicBezTo>
                  <a:cubicBezTo>
                    <a:pt x="587" y="35"/>
                    <a:pt x="569" y="44"/>
                    <a:pt x="549" y="44"/>
                  </a:cubicBezTo>
                  <a:cubicBezTo>
                    <a:pt x="538" y="44"/>
                    <a:pt x="527" y="41"/>
                    <a:pt x="517" y="34"/>
                  </a:cubicBezTo>
                  <a:cubicBezTo>
                    <a:pt x="504" y="26"/>
                    <a:pt x="496" y="14"/>
                    <a:pt x="493" y="0"/>
                  </a:cubicBezTo>
                  <a:cubicBezTo>
                    <a:pt x="478" y="1"/>
                    <a:pt x="463" y="3"/>
                    <a:pt x="447" y="6"/>
                  </a:cubicBezTo>
                  <a:cubicBezTo>
                    <a:pt x="410" y="12"/>
                    <a:pt x="372" y="22"/>
                    <a:pt x="335" y="35"/>
                  </a:cubicBezTo>
                  <a:cubicBezTo>
                    <a:pt x="204" y="80"/>
                    <a:pt x="88" y="159"/>
                    <a:pt x="88" y="238"/>
                  </a:cubicBezTo>
                  <a:cubicBezTo>
                    <a:pt x="88" y="245"/>
                    <a:pt x="90" y="251"/>
                    <a:pt x="93" y="256"/>
                  </a:cubicBezTo>
                  <a:cubicBezTo>
                    <a:pt x="71" y="279"/>
                    <a:pt x="71" y="279"/>
                    <a:pt x="71" y="279"/>
                  </a:cubicBezTo>
                  <a:cubicBezTo>
                    <a:pt x="67" y="278"/>
                    <a:pt x="64" y="278"/>
                    <a:pt x="60" y="278"/>
                  </a:cubicBezTo>
                  <a:cubicBezTo>
                    <a:pt x="27" y="278"/>
                    <a:pt x="0" y="304"/>
                    <a:pt x="0" y="338"/>
                  </a:cubicBezTo>
                  <a:cubicBezTo>
                    <a:pt x="0" y="371"/>
                    <a:pt x="27" y="398"/>
                    <a:pt x="60" y="398"/>
                  </a:cubicBezTo>
                  <a:close/>
                  <a:moveTo>
                    <a:pt x="484" y="172"/>
                  </a:moveTo>
                  <a:cubicBezTo>
                    <a:pt x="484" y="196"/>
                    <a:pt x="464" y="216"/>
                    <a:pt x="440" y="216"/>
                  </a:cubicBezTo>
                  <a:cubicBezTo>
                    <a:pt x="416" y="216"/>
                    <a:pt x="396" y="196"/>
                    <a:pt x="396" y="172"/>
                  </a:cubicBezTo>
                  <a:cubicBezTo>
                    <a:pt x="396" y="147"/>
                    <a:pt x="416" y="128"/>
                    <a:pt x="440" y="128"/>
                  </a:cubicBezTo>
                  <a:cubicBezTo>
                    <a:pt x="445" y="128"/>
                    <a:pt x="451" y="129"/>
                    <a:pt x="456" y="131"/>
                  </a:cubicBezTo>
                  <a:cubicBezTo>
                    <a:pt x="428" y="161"/>
                    <a:pt x="428" y="161"/>
                    <a:pt x="428" y="161"/>
                  </a:cubicBezTo>
                  <a:cubicBezTo>
                    <a:pt x="422" y="168"/>
                    <a:pt x="423" y="178"/>
                    <a:pt x="429" y="184"/>
                  </a:cubicBezTo>
                  <a:cubicBezTo>
                    <a:pt x="432" y="186"/>
                    <a:pt x="436" y="188"/>
                    <a:pt x="440" y="188"/>
                  </a:cubicBezTo>
                  <a:cubicBezTo>
                    <a:pt x="444" y="188"/>
                    <a:pt x="449" y="186"/>
                    <a:pt x="452" y="182"/>
                  </a:cubicBezTo>
                  <a:cubicBezTo>
                    <a:pt x="479" y="152"/>
                    <a:pt x="479" y="152"/>
                    <a:pt x="479" y="152"/>
                  </a:cubicBezTo>
                  <a:cubicBezTo>
                    <a:pt x="482" y="158"/>
                    <a:pt x="484" y="165"/>
                    <a:pt x="484" y="172"/>
                  </a:cubicBezTo>
                  <a:close/>
                  <a:moveTo>
                    <a:pt x="429" y="69"/>
                  </a:moveTo>
                  <a:cubicBezTo>
                    <a:pt x="432" y="69"/>
                    <a:pt x="436" y="69"/>
                    <a:pt x="440" y="69"/>
                  </a:cubicBezTo>
                  <a:cubicBezTo>
                    <a:pt x="461" y="69"/>
                    <a:pt x="480" y="75"/>
                    <a:pt x="496" y="86"/>
                  </a:cubicBezTo>
                  <a:cubicBezTo>
                    <a:pt x="488" y="95"/>
                    <a:pt x="488" y="95"/>
                    <a:pt x="488" y="95"/>
                  </a:cubicBezTo>
                  <a:cubicBezTo>
                    <a:pt x="474" y="87"/>
                    <a:pt x="457" y="82"/>
                    <a:pt x="440" y="82"/>
                  </a:cubicBezTo>
                  <a:cubicBezTo>
                    <a:pt x="434" y="82"/>
                    <a:pt x="429" y="82"/>
                    <a:pt x="424" y="83"/>
                  </a:cubicBezTo>
                  <a:cubicBezTo>
                    <a:pt x="382" y="91"/>
                    <a:pt x="350" y="128"/>
                    <a:pt x="350" y="172"/>
                  </a:cubicBezTo>
                  <a:cubicBezTo>
                    <a:pt x="350" y="187"/>
                    <a:pt x="354" y="202"/>
                    <a:pt x="361" y="215"/>
                  </a:cubicBezTo>
                  <a:cubicBezTo>
                    <a:pt x="376" y="243"/>
                    <a:pt x="406" y="262"/>
                    <a:pt x="440" y="262"/>
                  </a:cubicBezTo>
                  <a:cubicBezTo>
                    <a:pt x="487" y="262"/>
                    <a:pt x="526" y="225"/>
                    <a:pt x="530" y="179"/>
                  </a:cubicBezTo>
                  <a:cubicBezTo>
                    <a:pt x="530" y="177"/>
                    <a:pt x="530" y="174"/>
                    <a:pt x="530" y="172"/>
                  </a:cubicBezTo>
                  <a:cubicBezTo>
                    <a:pt x="530" y="159"/>
                    <a:pt x="527" y="147"/>
                    <a:pt x="523" y="137"/>
                  </a:cubicBezTo>
                  <a:cubicBezTo>
                    <a:pt x="520" y="130"/>
                    <a:pt x="516" y="123"/>
                    <a:pt x="511" y="117"/>
                  </a:cubicBezTo>
                  <a:cubicBezTo>
                    <a:pt x="520" y="107"/>
                    <a:pt x="520" y="107"/>
                    <a:pt x="520" y="107"/>
                  </a:cubicBezTo>
                  <a:cubicBezTo>
                    <a:pt x="526" y="114"/>
                    <a:pt x="530" y="121"/>
                    <a:pt x="534" y="130"/>
                  </a:cubicBezTo>
                  <a:cubicBezTo>
                    <a:pt x="540" y="142"/>
                    <a:pt x="543" y="156"/>
                    <a:pt x="543" y="171"/>
                  </a:cubicBezTo>
                  <a:cubicBezTo>
                    <a:pt x="543" y="171"/>
                    <a:pt x="543" y="172"/>
                    <a:pt x="543" y="172"/>
                  </a:cubicBezTo>
                  <a:cubicBezTo>
                    <a:pt x="543" y="229"/>
                    <a:pt x="497" y="275"/>
                    <a:pt x="440" y="275"/>
                  </a:cubicBezTo>
                  <a:cubicBezTo>
                    <a:pt x="401" y="275"/>
                    <a:pt x="368" y="254"/>
                    <a:pt x="350" y="223"/>
                  </a:cubicBezTo>
                  <a:cubicBezTo>
                    <a:pt x="342" y="208"/>
                    <a:pt x="337" y="190"/>
                    <a:pt x="337" y="172"/>
                  </a:cubicBezTo>
                  <a:cubicBezTo>
                    <a:pt x="337" y="119"/>
                    <a:pt x="377" y="75"/>
                    <a:pt x="42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101"/>
            <p:cNvSpPr>
              <a:spLocks/>
            </p:cNvSpPr>
            <p:nvPr/>
          </p:nvSpPr>
          <p:spPr bwMode="auto">
            <a:xfrm>
              <a:off x="7165975" y="2551113"/>
              <a:ext cx="311150" cy="311150"/>
            </a:xfrm>
            <a:custGeom>
              <a:avLst/>
              <a:gdLst>
                <a:gd name="T0" fmla="*/ 16 w 202"/>
                <a:gd name="T1" fmla="*/ 72 h 202"/>
                <a:gd name="T2" fmla="*/ 72 w 202"/>
                <a:gd name="T3" fmla="*/ 186 h 202"/>
                <a:gd name="T4" fmla="*/ 186 w 202"/>
                <a:gd name="T5" fmla="*/ 130 h 202"/>
                <a:gd name="T6" fmla="*/ 130 w 202"/>
                <a:gd name="T7" fmla="*/ 16 h 202"/>
                <a:gd name="T8" fmla="*/ 16 w 202"/>
                <a:gd name="T9" fmla="*/ 72 h 202"/>
              </a:gdLst>
              <a:ahLst/>
              <a:cxnLst>
                <a:cxn ang="0">
                  <a:pos x="T0" y="T1"/>
                </a:cxn>
                <a:cxn ang="0">
                  <a:pos x="T2" y="T3"/>
                </a:cxn>
                <a:cxn ang="0">
                  <a:pos x="T4" y="T5"/>
                </a:cxn>
                <a:cxn ang="0">
                  <a:pos x="T6" y="T7"/>
                </a:cxn>
                <a:cxn ang="0">
                  <a:pos x="T8" y="T9"/>
                </a:cxn>
              </a:cxnLst>
              <a:rect l="0" t="0" r="r" b="b"/>
              <a:pathLst>
                <a:path w="202" h="202">
                  <a:moveTo>
                    <a:pt x="16" y="72"/>
                  </a:moveTo>
                  <a:cubicBezTo>
                    <a:pt x="0" y="119"/>
                    <a:pt x="25" y="171"/>
                    <a:pt x="72" y="186"/>
                  </a:cubicBezTo>
                  <a:cubicBezTo>
                    <a:pt x="119" y="202"/>
                    <a:pt x="171" y="177"/>
                    <a:pt x="186" y="130"/>
                  </a:cubicBezTo>
                  <a:cubicBezTo>
                    <a:pt x="202" y="83"/>
                    <a:pt x="177" y="32"/>
                    <a:pt x="130" y="16"/>
                  </a:cubicBezTo>
                  <a:cubicBezTo>
                    <a:pt x="83" y="0"/>
                    <a:pt x="32" y="25"/>
                    <a:pt x="16" y="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102"/>
            <p:cNvSpPr>
              <a:spLocks/>
            </p:cNvSpPr>
            <p:nvPr/>
          </p:nvSpPr>
          <p:spPr bwMode="auto">
            <a:xfrm>
              <a:off x="6992938" y="2824163"/>
              <a:ext cx="738188" cy="933450"/>
            </a:xfrm>
            <a:custGeom>
              <a:avLst/>
              <a:gdLst>
                <a:gd name="T0" fmla="*/ 21 w 480"/>
                <a:gd name="T1" fmla="*/ 341 h 606"/>
                <a:gd name="T2" fmla="*/ 63 w 480"/>
                <a:gd name="T3" fmla="*/ 366 h 606"/>
                <a:gd name="T4" fmla="*/ 77 w 480"/>
                <a:gd name="T5" fmla="*/ 367 h 606"/>
                <a:gd name="T6" fmla="*/ 97 w 480"/>
                <a:gd name="T7" fmla="*/ 369 h 606"/>
                <a:gd name="T8" fmla="*/ 125 w 480"/>
                <a:gd name="T9" fmla="*/ 374 h 606"/>
                <a:gd name="T10" fmla="*/ 176 w 480"/>
                <a:gd name="T11" fmla="*/ 399 h 606"/>
                <a:gd name="T12" fmla="*/ 186 w 480"/>
                <a:gd name="T13" fmla="*/ 428 h 606"/>
                <a:gd name="T14" fmla="*/ 157 w 480"/>
                <a:gd name="T15" fmla="*/ 509 h 606"/>
                <a:gd name="T16" fmla="*/ 145 w 480"/>
                <a:gd name="T17" fmla="*/ 528 h 606"/>
                <a:gd name="T18" fmla="*/ 186 w 480"/>
                <a:gd name="T19" fmla="*/ 606 h 606"/>
                <a:gd name="T20" fmla="*/ 235 w 480"/>
                <a:gd name="T21" fmla="*/ 573 h 606"/>
                <a:gd name="T22" fmla="*/ 286 w 480"/>
                <a:gd name="T23" fmla="*/ 428 h 606"/>
                <a:gd name="T24" fmla="*/ 219 w 480"/>
                <a:gd name="T25" fmla="*/ 306 h 606"/>
                <a:gd name="T26" fmla="*/ 166 w 480"/>
                <a:gd name="T27" fmla="*/ 173 h 606"/>
                <a:gd name="T28" fmla="*/ 157 w 480"/>
                <a:gd name="T29" fmla="*/ 160 h 606"/>
                <a:gd name="T30" fmla="*/ 81 w 480"/>
                <a:gd name="T31" fmla="*/ 71 h 606"/>
                <a:gd name="T32" fmla="*/ 120 w 480"/>
                <a:gd name="T33" fmla="*/ 37 h 606"/>
                <a:gd name="T34" fmla="*/ 152 w 480"/>
                <a:gd name="T35" fmla="*/ 53 h 606"/>
                <a:gd name="T36" fmla="*/ 162 w 480"/>
                <a:gd name="T37" fmla="*/ 63 h 606"/>
                <a:gd name="T38" fmla="*/ 199 w 480"/>
                <a:gd name="T39" fmla="*/ 91 h 606"/>
                <a:gd name="T40" fmla="*/ 378 w 480"/>
                <a:gd name="T41" fmla="*/ 134 h 606"/>
                <a:gd name="T42" fmla="*/ 399 w 480"/>
                <a:gd name="T43" fmla="*/ 134 h 606"/>
                <a:gd name="T44" fmla="*/ 431 w 480"/>
                <a:gd name="T45" fmla="*/ 150 h 606"/>
                <a:gd name="T46" fmla="*/ 425 w 480"/>
                <a:gd name="T47" fmla="*/ 130 h 606"/>
                <a:gd name="T48" fmla="*/ 459 w 480"/>
                <a:gd name="T49" fmla="*/ 89 h 606"/>
                <a:gd name="T50" fmla="*/ 469 w 480"/>
                <a:gd name="T51" fmla="*/ 81 h 606"/>
                <a:gd name="T52" fmla="*/ 474 w 480"/>
                <a:gd name="T53" fmla="*/ 52 h 606"/>
                <a:gd name="T54" fmla="*/ 403 w 480"/>
                <a:gd name="T55" fmla="*/ 91 h 606"/>
                <a:gd name="T56" fmla="*/ 351 w 480"/>
                <a:gd name="T57" fmla="*/ 121 h 606"/>
                <a:gd name="T58" fmla="*/ 192 w 480"/>
                <a:gd name="T59" fmla="*/ 47 h 606"/>
                <a:gd name="T60" fmla="*/ 182 w 480"/>
                <a:gd name="T61" fmla="*/ 35 h 606"/>
                <a:gd name="T62" fmla="*/ 182 w 480"/>
                <a:gd name="T63" fmla="*/ 34 h 606"/>
                <a:gd name="T64" fmla="*/ 180 w 480"/>
                <a:gd name="T65" fmla="*/ 32 h 606"/>
                <a:gd name="T66" fmla="*/ 46 w 480"/>
                <a:gd name="T67" fmla="*/ 70 h 606"/>
                <a:gd name="T68" fmla="*/ 2 w 480"/>
                <a:gd name="T69" fmla="*/ 289 h 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80" h="606">
                  <a:moveTo>
                    <a:pt x="2" y="289"/>
                  </a:moveTo>
                  <a:cubicBezTo>
                    <a:pt x="4" y="313"/>
                    <a:pt x="11" y="330"/>
                    <a:pt x="21" y="341"/>
                  </a:cubicBezTo>
                  <a:cubicBezTo>
                    <a:pt x="28" y="349"/>
                    <a:pt x="36" y="355"/>
                    <a:pt x="45" y="359"/>
                  </a:cubicBezTo>
                  <a:cubicBezTo>
                    <a:pt x="51" y="362"/>
                    <a:pt x="57" y="365"/>
                    <a:pt x="63" y="366"/>
                  </a:cubicBezTo>
                  <a:cubicBezTo>
                    <a:pt x="67" y="367"/>
                    <a:pt x="70" y="367"/>
                    <a:pt x="74" y="367"/>
                  </a:cubicBezTo>
                  <a:cubicBezTo>
                    <a:pt x="74" y="367"/>
                    <a:pt x="75" y="367"/>
                    <a:pt x="77" y="367"/>
                  </a:cubicBezTo>
                  <a:cubicBezTo>
                    <a:pt x="80" y="368"/>
                    <a:pt x="84" y="368"/>
                    <a:pt x="88" y="368"/>
                  </a:cubicBezTo>
                  <a:cubicBezTo>
                    <a:pt x="91" y="369"/>
                    <a:pt x="94" y="369"/>
                    <a:pt x="97" y="369"/>
                  </a:cubicBezTo>
                  <a:cubicBezTo>
                    <a:pt x="104" y="370"/>
                    <a:pt x="111" y="371"/>
                    <a:pt x="119" y="373"/>
                  </a:cubicBezTo>
                  <a:cubicBezTo>
                    <a:pt x="121" y="373"/>
                    <a:pt x="123" y="374"/>
                    <a:pt x="125" y="374"/>
                  </a:cubicBezTo>
                  <a:cubicBezTo>
                    <a:pt x="131" y="376"/>
                    <a:pt x="136" y="377"/>
                    <a:pt x="142" y="379"/>
                  </a:cubicBezTo>
                  <a:cubicBezTo>
                    <a:pt x="157" y="385"/>
                    <a:pt x="169" y="392"/>
                    <a:pt x="176" y="399"/>
                  </a:cubicBezTo>
                  <a:cubicBezTo>
                    <a:pt x="181" y="405"/>
                    <a:pt x="184" y="410"/>
                    <a:pt x="186" y="419"/>
                  </a:cubicBezTo>
                  <a:cubicBezTo>
                    <a:pt x="186" y="422"/>
                    <a:pt x="186" y="424"/>
                    <a:pt x="186" y="428"/>
                  </a:cubicBezTo>
                  <a:cubicBezTo>
                    <a:pt x="186" y="428"/>
                    <a:pt x="186" y="429"/>
                    <a:pt x="186" y="430"/>
                  </a:cubicBezTo>
                  <a:cubicBezTo>
                    <a:pt x="186" y="445"/>
                    <a:pt x="179" y="472"/>
                    <a:pt x="157" y="509"/>
                  </a:cubicBezTo>
                  <a:cubicBezTo>
                    <a:pt x="155" y="512"/>
                    <a:pt x="153" y="515"/>
                    <a:pt x="152" y="518"/>
                  </a:cubicBezTo>
                  <a:cubicBezTo>
                    <a:pt x="149" y="521"/>
                    <a:pt x="147" y="525"/>
                    <a:pt x="145" y="528"/>
                  </a:cubicBezTo>
                  <a:cubicBezTo>
                    <a:pt x="129" y="551"/>
                    <a:pt x="135" y="582"/>
                    <a:pt x="158" y="598"/>
                  </a:cubicBezTo>
                  <a:cubicBezTo>
                    <a:pt x="167" y="603"/>
                    <a:pt x="177" y="606"/>
                    <a:pt x="186" y="606"/>
                  </a:cubicBezTo>
                  <a:cubicBezTo>
                    <a:pt x="202" y="606"/>
                    <a:pt x="218" y="598"/>
                    <a:pt x="228" y="584"/>
                  </a:cubicBezTo>
                  <a:cubicBezTo>
                    <a:pt x="230" y="580"/>
                    <a:pt x="232" y="577"/>
                    <a:pt x="235" y="573"/>
                  </a:cubicBezTo>
                  <a:cubicBezTo>
                    <a:pt x="236" y="571"/>
                    <a:pt x="238" y="568"/>
                    <a:pt x="239" y="566"/>
                  </a:cubicBezTo>
                  <a:cubicBezTo>
                    <a:pt x="271" y="515"/>
                    <a:pt x="286" y="470"/>
                    <a:pt x="286" y="428"/>
                  </a:cubicBezTo>
                  <a:cubicBezTo>
                    <a:pt x="286" y="408"/>
                    <a:pt x="283" y="389"/>
                    <a:pt x="276" y="372"/>
                  </a:cubicBezTo>
                  <a:cubicBezTo>
                    <a:pt x="263" y="342"/>
                    <a:pt x="241" y="321"/>
                    <a:pt x="219" y="306"/>
                  </a:cubicBezTo>
                  <a:cubicBezTo>
                    <a:pt x="194" y="290"/>
                    <a:pt x="168" y="281"/>
                    <a:pt x="144" y="276"/>
                  </a:cubicBezTo>
                  <a:cubicBezTo>
                    <a:pt x="148" y="241"/>
                    <a:pt x="156" y="205"/>
                    <a:pt x="166" y="173"/>
                  </a:cubicBezTo>
                  <a:cubicBezTo>
                    <a:pt x="166" y="170"/>
                    <a:pt x="167" y="168"/>
                    <a:pt x="168" y="166"/>
                  </a:cubicBezTo>
                  <a:cubicBezTo>
                    <a:pt x="164" y="164"/>
                    <a:pt x="161" y="162"/>
                    <a:pt x="157" y="160"/>
                  </a:cubicBezTo>
                  <a:cubicBezTo>
                    <a:pt x="112" y="132"/>
                    <a:pt x="90" y="103"/>
                    <a:pt x="88" y="100"/>
                  </a:cubicBezTo>
                  <a:cubicBezTo>
                    <a:pt x="82" y="92"/>
                    <a:pt x="79" y="81"/>
                    <a:pt x="81" y="71"/>
                  </a:cubicBezTo>
                  <a:cubicBezTo>
                    <a:pt x="82" y="60"/>
                    <a:pt x="88" y="51"/>
                    <a:pt x="97" y="44"/>
                  </a:cubicBezTo>
                  <a:cubicBezTo>
                    <a:pt x="103" y="39"/>
                    <a:pt x="112" y="37"/>
                    <a:pt x="120" y="37"/>
                  </a:cubicBezTo>
                  <a:cubicBezTo>
                    <a:pt x="123" y="37"/>
                    <a:pt x="125" y="37"/>
                    <a:pt x="127" y="37"/>
                  </a:cubicBezTo>
                  <a:cubicBezTo>
                    <a:pt x="137" y="39"/>
                    <a:pt x="146" y="44"/>
                    <a:pt x="152" y="53"/>
                  </a:cubicBezTo>
                  <a:cubicBezTo>
                    <a:pt x="153" y="53"/>
                    <a:pt x="153" y="54"/>
                    <a:pt x="154" y="54"/>
                  </a:cubicBezTo>
                  <a:cubicBezTo>
                    <a:pt x="155" y="56"/>
                    <a:pt x="158" y="59"/>
                    <a:pt x="162" y="63"/>
                  </a:cubicBezTo>
                  <a:cubicBezTo>
                    <a:pt x="168" y="69"/>
                    <a:pt x="177" y="77"/>
                    <a:pt x="190" y="86"/>
                  </a:cubicBezTo>
                  <a:cubicBezTo>
                    <a:pt x="193" y="88"/>
                    <a:pt x="196" y="90"/>
                    <a:pt x="199" y="91"/>
                  </a:cubicBezTo>
                  <a:cubicBezTo>
                    <a:pt x="246" y="120"/>
                    <a:pt x="303" y="135"/>
                    <a:pt x="368" y="135"/>
                  </a:cubicBezTo>
                  <a:cubicBezTo>
                    <a:pt x="371" y="135"/>
                    <a:pt x="374" y="135"/>
                    <a:pt x="378" y="134"/>
                  </a:cubicBezTo>
                  <a:cubicBezTo>
                    <a:pt x="384" y="134"/>
                    <a:pt x="390" y="134"/>
                    <a:pt x="397" y="134"/>
                  </a:cubicBezTo>
                  <a:cubicBezTo>
                    <a:pt x="398" y="134"/>
                    <a:pt x="399" y="134"/>
                    <a:pt x="399" y="134"/>
                  </a:cubicBezTo>
                  <a:cubicBezTo>
                    <a:pt x="407" y="134"/>
                    <a:pt x="414" y="136"/>
                    <a:pt x="420" y="139"/>
                  </a:cubicBezTo>
                  <a:cubicBezTo>
                    <a:pt x="424" y="142"/>
                    <a:pt x="428" y="146"/>
                    <a:pt x="431" y="150"/>
                  </a:cubicBezTo>
                  <a:cubicBezTo>
                    <a:pt x="432" y="147"/>
                    <a:pt x="431" y="145"/>
                    <a:pt x="431" y="143"/>
                  </a:cubicBezTo>
                  <a:cubicBezTo>
                    <a:pt x="430" y="138"/>
                    <a:pt x="428" y="133"/>
                    <a:pt x="425" y="130"/>
                  </a:cubicBezTo>
                  <a:cubicBezTo>
                    <a:pt x="429" y="125"/>
                    <a:pt x="432" y="120"/>
                    <a:pt x="435" y="115"/>
                  </a:cubicBezTo>
                  <a:cubicBezTo>
                    <a:pt x="444" y="104"/>
                    <a:pt x="453" y="95"/>
                    <a:pt x="459" y="89"/>
                  </a:cubicBezTo>
                  <a:cubicBezTo>
                    <a:pt x="462" y="86"/>
                    <a:pt x="465" y="84"/>
                    <a:pt x="467" y="82"/>
                  </a:cubicBezTo>
                  <a:cubicBezTo>
                    <a:pt x="468" y="81"/>
                    <a:pt x="468" y="81"/>
                    <a:pt x="469" y="81"/>
                  </a:cubicBezTo>
                  <a:cubicBezTo>
                    <a:pt x="469" y="80"/>
                    <a:pt x="469" y="80"/>
                    <a:pt x="469" y="80"/>
                  </a:cubicBezTo>
                  <a:cubicBezTo>
                    <a:pt x="478" y="74"/>
                    <a:pt x="480" y="61"/>
                    <a:pt x="474" y="52"/>
                  </a:cubicBezTo>
                  <a:cubicBezTo>
                    <a:pt x="468" y="43"/>
                    <a:pt x="455" y="41"/>
                    <a:pt x="446" y="48"/>
                  </a:cubicBezTo>
                  <a:cubicBezTo>
                    <a:pt x="445" y="48"/>
                    <a:pt x="424" y="63"/>
                    <a:pt x="403" y="91"/>
                  </a:cubicBezTo>
                  <a:cubicBezTo>
                    <a:pt x="397" y="99"/>
                    <a:pt x="391" y="108"/>
                    <a:pt x="386" y="119"/>
                  </a:cubicBezTo>
                  <a:cubicBezTo>
                    <a:pt x="374" y="120"/>
                    <a:pt x="362" y="121"/>
                    <a:pt x="351" y="121"/>
                  </a:cubicBezTo>
                  <a:cubicBezTo>
                    <a:pt x="296" y="121"/>
                    <a:pt x="254" y="100"/>
                    <a:pt x="225" y="77"/>
                  </a:cubicBezTo>
                  <a:cubicBezTo>
                    <a:pt x="210" y="66"/>
                    <a:pt x="199" y="55"/>
                    <a:pt x="192" y="47"/>
                  </a:cubicBezTo>
                  <a:cubicBezTo>
                    <a:pt x="188" y="43"/>
                    <a:pt x="185" y="39"/>
                    <a:pt x="184" y="37"/>
                  </a:cubicBezTo>
                  <a:cubicBezTo>
                    <a:pt x="183" y="36"/>
                    <a:pt x="182" y="35"/>
                    <a:pt x="182" y="35"/>
                  </a:cubicBezTo>
                  <a:cubicBezTo>
                    <a:pt x="182" y="35"/>
                    <a:pt x="182" y="35"/>
                    <a:pt x="182" y="34"/>
                  </a:cubicBezTo>
                  <a:cubicBezTo>
                    <a:pt x="182" y="34"/>
                    <a:pt x="182" y="34"/>
                    <a:pt x="182" y="34"/>
                  </a:cubicBezTo>
                  <a:cubicBezTo>
                    <a:pt x="182" y="34"/>
                    <a:pt x="182" y="34"/>
                    <a:pt x="182" y="34"/>
                  </a:cubicBezTo>
                  <a:cubicBezTo>
                    <a:pt x="181" y="34"/>
                    <a:pt x="181" y="33"/>
                    <a:pt x="180" y="32"/>
                  </a:cubicBezTo>
                  <a:cubicBezTo>
                    <a:pt x="174" y="23"/>
                    <a:pt x="166" y="16"/>
                    <a:pt x="156" y="12"/>
                  </a:cubicBezTo>
                  <a:cubicBezTo>
                    <a:pt x="123" y="0"/>
                    <a:pt x="72" y="14"/>
                    <a:pt x="46" y="70"/>
                  </a:cubicBezTo>
                  <a:cubicBezTo>
                    <a:pt x="37" y="90"/>
                    <a:pt x="30" y="108"/>
                    <a:pt x="24" y="126"/>
                  </a:cubicBezTo>
                  <a:cubicBezTo>
                    <a:pt x="6" y="177"/>
                    <a:pt x="0" y="223"/>
                    <a:pt x="2" y="2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103"/>
            <p:cNvSpPr>
              <a:spLocks/>
            </p:cNvSpPr>
            <p:nvPr/>
          </p:nvSpPr>
          <p:spPr bwMode="auto">
            <a:xfrm>
              <a:off x="7121525" y="2892425"/>
              <a:ext cx="536575" cy="250825"/>
            </a:xfrm>
            <a:custGeom>
              <a:avLst/>
              <a:gdLst>
                <a:gd name="T0" fmla="*/ 332 w 348"/>
                <a:gd name="T1" fmla="*/ 102 h 163"/>
                <a:gd name="T2" fmla="*/ 313 w 348"/>
                <a:gd name="T3" fmla="*/ 98 h 163"/>
                <a:gd name="T4" fmla="*/ 290 w 348"/>
                <a:gd name="T5" fmla="*/ 98 h 163"/>
                <a:gd name="T6" fmla="*/ 284 w 348"/>
                <a:gd name="T7" fmla="*/ 99 h 163"/>
                <a:gd name="T8" fmla="*/ 111 w 348"/>
                <a:gd name="T9" fmla="*/ 54 h 163"/>
                <a:gd name="T10" fmla="*/ 105 w 348"/>
                <a:gd name="T11" fmla="*/ 50 h 163"/>
                <a:gd name="T12" fmla="*/ 73 w 348"/>
                <a:gd name="T13" fmla="*/ 25 h 163"/>
                <a:gd name="T14" fmla="*/ 64 w 348"/>
                <a:gd name="T15" fmla="*/ 16 h 163"/>
                <a:gd name="T16" fmla="*/ 62 w 348"/>
                <a:gd name="T17" fmla="*/ 14 h 163"/>
                <a:gd name="T18" fmla="*/ 62 w 348"/>
                <a:gd name="T19" fmla="*/ 13 h 163"/>
                <a:gd name="T20" fmla="*/ 62 w 348"/>
                <a:gd name="T21" fmla="*/ 13 h 163"/>
                <a:gd name="T22" fmla="*/ 40 w 348"/>
                <a:gd name="T23" fmla="*/ 1 h 163"/>
                <a:gd name="T24" fmla="*/ 17 w 348"/>
                <a:gd name="T25" fmla="*/ 7 h 163"/>
                <a:gd name="T26" fmla="*/ 11 w 348"/>
                <a:gd name="T27" fmla="*/ 51 h 163"/>
                <a:gd name="T28" fmla="*/ 11 w 348"/>
                <a:gd name="T29" fmla="*/ 51 h 163"/>
                <a:gd name="T30" fmla="*/ 78 w 348"/>
                <a:gd name="T31" fmla="*/ 109 h 163"/>
                <a:gd name="T32" fmla="*/ 86 w 348"/>
                <a:gd name="T33" fmla="*/ 114 h 163"/>
                <a:gd name="T34" fmla="*/ 277 w 348"/>
                <a:gd name="T35" fmla="*/ 162 h 163"/>
                <a:gd name="T36" fmla="*/ 283 w 348"/>
                <a:gd name="T37" fmla="*/ 163 h 163"/>
                <a:gd name="T38" fmla="*/ 284 w 348"/>
                <a:gd name="T39" fmla="*/ 163 h 163"/>
                <a:gd name="T40" fmla="*/ 317 w 348"/>
                <a:gd name="T41" fmla="*/ 162 h 163"/>
                <a:gd name="T42" fmla="*/ 317 w 348"/>
                <a:gd name="T43" fmla="*/ 162 h 163"/>
                <a:gd name="T44" fmla="*/ 347 w 348"/>
                <a:gd name="T45" fmla="*/ 128 h 163"/>
                <a:gd name="T46" fmla="*/ 345 w 348"/>
                <a:gd name="T47" fmla="*/ 117 h 163"/>
                <a:gd name="T48" fmla="*/ 332 w 348"/>
                <a:gd name="T49" fmla="*/ 102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48" h="163">
                  <a:moveTo>
                    <a:pt x="332" y="102"/>
                  </a:moveTo>
                  <a:cubicBezTo>
                    <a:pt x="327" y="99"/>
                    <a:pt x="320" y="97"/>
                    <a:pt x="313" y="98"/>
                  </a:cubicBezTo>
                  <a:cubicBezTo>
                    <a:pt x="305" y="98"/>
                    <a:pt x="298" y="98"/>
                    <a:pt x="290" y="98"/>
                  </a:cubicBezTo>
                  <a:cubicBezTo>
                    <a:pt x="288" y="99"/>
                    <a:pt x="286" y="99"/>
                    <a:pt x="284" y="99"/>
                  </a:cubicBezTo>
                  <a:cubicBezTo>
                    <a:pt x="202" y="99"/>
                    <a:pt x="147" y="76"/>
                    <a:pt x="111" y="54"/>
                  </a:cubicBezTo>
                  <a:cubicBezTo>
                    <a:pt x="109" y="53"/>
                    <a:pt x="107" y="52"/>
                    <a:pt x="105" y="50"/>
                  </a:cubicBezTo>
                  <a:cubicBezTo>
                    <a:pt x="90" y="41"/>
                    <a:pt x="80" y="32"/>
                    <a:pt x="73" y="25"/>
                  </a:cubicBezTo>
                  <a:cubicBezTo>
                    <a:pt x="69" y="21"/>
                    <a:pt x="66" y="18"/>
                    <a:pt x="64" y="16"/>
                  </a:cubicBezTo>
                  <a:cubicBezTo>
                    <a:pt x="63" y="15"/>
                    <a:pt x="63" y="14"/>
                    <a:pt x="62" y="14"/>
                  </a:cubicBezTo>
                  <a:cubicBezTo>
                    <a:pt x="62" y="13"/>
                    <a:pt x="62" y="13"/>
                    <a:pt x="62" y="13"/>
                  </a:cubicBezTo>
                  <a:cubicBezTo>
                    <a:pt x="62" y="13"/>
                    <a:pt x="62" y="13"/>
                    <a:pt x="62" y="13"/>
                  </a:cubicBezTo>
                  <a:cubicBezTo>
                    <a:pt x="56" y="6"/>
                    <a:pt x="49" y="2"/>
                    <a:pt x="40" y="1"/>
                  </a:cubicBezTo>
                  <a:cubicBezTo>
                    <a:pt x="32" y="0"/>
                    <a:pt x="24" y="2"/>
                    <a:pt x="17" y="7"/>
                  </a:cubicBezTo>
                  <a:cubicBezTo>
                    <a:pt x="3" y="17"/>
                    <a:pt x="0" y="37"/>
                    <a:pt x="11" y="51"/>
                  </a:cubicBezTo>
                  <a:cubicBezTo>
                    <a:pt x="11" y="51"/>
                    <a:pt x="11" y="51"/>
                    <a:pt x="11" y="51"/>
                  </a:cubicBezTo>
                  <a:cubicBezTo>
                    <a:pt x="12" y="54"/>
                    <a:pt x="33" y="82"/>
                    <a:pt x="78" y="109"/>
                  </a:cubicBezTo>
                  <a:cubicBezTo>
                    <a:pt x="80" y="110"/>
                    <a:pt x="83" y="112"/>
                    <a:pt x="86" y="114"/>
                  </a:cubicBezTo>
                  <a:cubicBezTo>
                    <a:pt x="129" y="139"/>
                    <a:pt x="192" y="161"/>
                    <a:pt x="277" y="162"/>
                  </a:cubicBezTo>
                  <a:cubicBezTo>
                    <a:pt x="279" y="163"/>
                    <a:pt x="281" y="163"/>
                    <a:pt x="283" y="163"/>
                  </a:cubicBezTo>
                  <a:cubicBezTo>
                    <a:pt x="283" y="163"/>
                    <a:pt x="284" y="163"/>
                    <a:pt x="284" y="163"/>
                  </a:cubicBezTo>
                  <a:cubicBezTo>
                    <a:pt x="295" y="163"/>
                    <a:pt x="306" y="162"/>
                    <a:pt x="317" y="162"/>
                  </a:cubicBezTo>
                  <a:cubicBezTo>
                    <a:pt x="317" y="162"/>
                    <a:pt x="317" y="162"/>
                    <a:pt x="317" y="162"/>
                  </a:cubicBezTo>
                  <a:cubicBezTo>
                    <a:pt x="335" y="160"/>
                    <a:pt x="348" y="145"/>
                    <a:pt x="347" y="128"/>
                  </a:cubicBezTo>
                  <a:cubicBezTo>
                    <a:pt x="347" y="124"/>
                    <a:pt x="346" y="121"/>
                    <a:pt x="345" y="117"/>
                  </a:cubicBezTo>
                  <a:cubicBezTo>
                    <a:pt x="342" y="111"/>
                    <a:pt x="338" y="106"/>
                    <a:pt x="332"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11" name="组合 110"/>
          <p:cNvGrpSpPr/>
          <p:nvPr/>
        </p:nvGrpSpPr>
        <p:grpSpPr>
          <a:xfrm>
            <a:off x="8012113" y="2830513"/>
            <a:ext cx="1484313" cy="1484313"/>
            <a:chOff x="8012113" y="2830513"/>
            <a:chExt cx="1484313" cy="1484313"/>
          </a:xfrm>
          <a:solidFill>
            <a:schemeClr val="tx1">
              <a:lumMod val="65000"/>
              <a:lumOff val="35000"/>
            </a:schemeClr>
          </a:solidFill>
        </p:grpSpPr>
        <p:sp>
          <p:nvSpPr>
            <p:cNvPr id="112" name="Freeform 104"/>
            <p:cNvSpPr>
              <a:spLocks/>
            </p:cNvSpPr>
            <p:nvPr/>
          </p:nvSpPr>
          <p:spPr bwMode="auto">
            <a:xfrm>
              <a:off x="8524875" y="3638550"/>
              <a:ext cx="190500" cy="60325"/>
            </a:xfrm>
            <a:custGeom>
              <a:avLst/>
              <a:gdLst>
                <a:gd name="T0" fmla="*/ 99 w 120"/>
                <a:gd name="T1" fmla="*/ 0 h 38"/>
                <a:gd name="T2" fmla="*/ 0 w 120"/>
                <a:gd name="T3" fmla="*/ 38 h 38"/>
                <a:gd name="T4" fmla="*/ 120 w 120"/>
                <a:gd name="T5" fmla="*/ 30 h 38"/>
                <a:gd name="T6" fmla="*/ 99 w 120"/>
                <a:gd name="T7" fmla="*/ 0 h 38"/>
              </a:gdLst>
              <a:ahLst/>
              <a:cxnLst>
                <a:cxn ang="0">
                  <a:pos x="T0" y="T1"/>
                </a:cxn>
                <a:cxn ang="0">
                  <a:pos x="T2" y="T3"/>
                </a:cxn>
                <a:cxn ang="0">
                  <a:pos x="T4" y="T5"/>
                </a:cxn>
                <a:cxn ang="0">
                  <a:pos x="T6" y="T7"/>
                </a:cxn>
              </a:cxnLst>
              <a:rect l="0" t="0" r="r" b="b"/>
              <a:pathLst>
                <a:path w="120" h="38">
                  <a:moveTo>
                    <a:pt x="99" y="0"/>
                  </a:moveTo>
                  <a:lnTo>
                    <a:pt x="0" y="38"/>
                  </a:lnTo>
                  <a:lnTo>
                    <a:pt x="120" y="30"/>
                  </a:lnTo>
                  <a:lnTo>
                    <a:pt x="9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105"/>
            <p:cNvSpPr>
              <a:spLocks noEditPoints="1"/>
            </p:cNvSpPr>
            <p:nvPr/>
          </p:nvSpPr>
          <p:spPr bwMode="auto">
            <a:xfrm>
              <a:off x="8012113" y="3109913"/>
              <a:ext cx="1484313" cy="1204913"/>
            </a:xfrm>
            <a:custGeom>
              <a:avLst/>
              <a:gdLst>
                <a:gd name="T0" fmla="*/ 828 w 965"/>
                <a:gd name="T1" fmla="*/ 669 h 783"/>
                <a:gd name="T2" fmla="*/ 845 w 965"/>
                <a:gd name="T3" fmla="*/ 723 h 783"/>
                <a:gd name="T4" fmla="*/ 965 w 965"/>
                <a:gd name="T5" fmla="*/ 723 h 783"/>
                <a:gd name="T6" fmla="*/ 894 w 965"/>
                <a:gd name="T7" fmla="*/ 664 h 783"/>
                <a:gd name="T8" fmla="*/ 955 w 965"/>
                <a:gd name="T9" fmla="*/ 580 h 783"/>
                <a:gd name="T10" fmla="*/ 952 w 965"/>
                <a:gd name="T11" fmla="*/ 289 h 783"/>
                <a:gd name="T12" fmla="*/ 840 w 965"/>
                <a:gd name="T13" fmla="*/ 123 h 783"/>
                <a:gd name="T14" fmla="*/ 896 w 965"/>
                <a:gd name="T15" fmla="*/ 19 h 783"/>
                <a:gd name="T16" fmla="*/ 859 w 965"/>
                <a:gd name="T17" fmla="*/ 4 h 783"/>
                <a:gd name="T18" fmla="*/ 725 w 965"/>
                <a:gd name="T19" fmla="*/ 235 h 783"/>
                <a:gd name="T20" fmla="*/ 762 w 965"/>
                <a:gd name="T21" fmla="*/ 250 h 783"/>
                <a:gd name="T22" fmla="*/ 869 w 965"/>
                <a:gd name="T23" fmla="*/ 186 h 783"/>
                <a:gd name="T24" fmla="*/ 880 w 965"/>
                <a:gd name="T25" fmla="*/ 405 h 783"/>
                <a:gd name="T26" fmla="*/ 655 w 965"/>
                <a:gd name="T27" fmla="*/ 345 h 783"/>
                <a:gd name="T28" fmla="*/ 529 w 965"/>
                <a:gd name="T29" fmla="*/ 274 h 783"/>
                <a:gd name="T30" fmla="*/ 631 w 965"/>
                <a:gd name="T31" fmla="*/ 425 h 783"/>
                <a:gd name="T32" fmla="*/ 774 w 965"/>
                <a:gd name="T33" fmla="*/ 401 h 783"/>
                <a:gd name="T34" fmla="*/ 791 w 965"/>
                <a:gd name="T35" fmla="*/ 603 h 783"/>
                <a:gd name="T36" fmla="*/ 646 w 965"/>
                <a:gd name="T37" fmla="*/ 603 h 783"/>
                <a:gd name="T38" fmla="*/ 628 w 965"/>
                <a:gd name="T39" fmla="*/ 560 h 783"/>
                <a:gd name="T40" fmla="*/ 676 w 965"/>
                <a:gd name="T41" fmla="*/ 603 h 783"/>
                <a:gd name="T42" fmla="*/ 811 w 965"/>
                <a:gd name="T43" fmla="*/ 556 h 783"/>
                <a:gd name="T44" fmla="*/ 752 w 965"/>
                <a:gd name="T45" fmla="*/ 408 h 783"/>
                <a:gd name="T46" fmla="*/ 640 w 965"/>
                <a:gd name="T47" fmla="*/ 438 h 783"/>
                <a:gd name="T48" fmla="*/ 651 w 965"/>
                <a:gd name="T49" fmla="*/ 458 h 783"/>
                <a:gd name="T50" fmla="*/ 643 w 965"/>
                <a:gd name="T51" fmla="*/ 515 h 783"/>
                <a:gd name="T52" fmla="*/ 617 w 965"/>
                <a:gd name="T53" fmla="*/ 533 h 783"/>
                <a:gd name="T54" fmla="*/ 597 w 965"/>
                <a:gd name="T55" fmla="*/ 537 h 783"/>
                <a:gd name="T56" fmla="*/ 586 w 965"/>
                <a:gd name="T57" fmla="*/ 535 h 783"/>
                <a:gd name="T58" fmla="*/ 528 w 965"/>
                <a:gd name="T59" fmla="*/ 480 h 783"/>
                <a:gd name="T60" fmla="*/ 495 w 965"/>
                <a:gd name="T61" fmla="*/ 430 h 783"/>
                <a:gd name="T62" fmla="*/ 290 w 965"/>
                <a:gd name="T63" fmla="*/ 442 h 783"/>
                <a:gd name="T64" fmla="*/ 235 w 965"/>
                <a:gd name="T65" fmla="*/ 432 h 783"/>
                <a:gd name="T66" fmla="*/ 179 w 965"/>
                <a:gd name="T67" fmla="*/ 413 h 783"/>
                <a:gd name="T68" fmla="*/ 134 w 965"/>
                <a:gd name="T69" fmla="*/ 157 h 783"/>
                <a:gd name="T70" fmla="*/ 89 w 965"/>
                <a:gd name="T71" fmla="*/ 171 h 783"/>
                <a:gd name="T72" fmla="*/ 42 w 965"/>
                <a:gd name="T73" fmla="*/ 617 h 783"/>
                <a:gd name="T74" fmla="*/ 64 w 965"/>
                <a:gd name="T75" fmla="*/ 651 h 783"/>
                <a:gd name="T76" fmla="*/ 71 w 965"/>
                <a:gd name="T77" fmla="*/ 664 h 783"/>
                <a:gd name="T78" fmla="*/ 0 w 965"/>
                <a:gd name="T79" fmla="*/ 723 h 783"/>
                <a:gd name="T80" fmla="*/ 120 w 965"/>
                <a:gd name="T81" fmla="*/ 723 h 783"/>
                <a:gd name="T82" fmla="*/ 156 w 965"/>
                <a:gd name="T83" fmla="*/ 651 h 783"/>
                <a:gd name="T84" fmla="*/ 671 w 965"/>
                <a:gd name="T85" fmla="*/ 488 h 783"/>
                <a:gd name="T86" fmla="*/ 679 w 965"/>
                <a:gd name="T87" fmla="*/ 474 h 783"/>
                <a:gd name="T88" fmla="*/ 748 w 965"/>
                <a:gd name="T89" fmla="*/ 465 h 783"/>
                <a:gd name="T90" fmla="*/ 764 w 965"/>
                <a:gd name="T91" fmla="*/ 531 h 783"/>
                <a:gd name="T92" fmla="*/ 680 w 965"/>
                <a:gd name="T93" fmla="*/ 541 h 783"/>
                <a:gd name="T94" fmla="*/ 736 w 965"/>
                <a:gd name="T95" fmla="*/ 500 h 783"/>
                <a:gd name="T96" fmla="*/ 727 w 965"/>
                <a:gd name="T97" fmla="*/ 490 h 783"/>
                <a:gd name="T98" fmla="*/ 711 w 965"/>
                <a:gd name="T99" fmla="*/ 490 h 783"/>
                <a:gd name="T100" fmla="*/ 671 w 965"/>
                <a:gd name="T101" fmla="*/ 488 h 783"/>
                <a:gd name="T102" fmla="*/ 494 w 965"/>
                <a:gd name="T103" fmla="*/ 478 h 783"/>
                <a:gd name="T104" fmla="*/ 476 w 965"/>
                <a:gd name="T105" fmla="*/ 603 h 783"/>
                <a:gd name="T106" fmla="*/ 166 w 965"/>
                <a:gd name="T107" fmla="*/ 461 h 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65" h="783">
                  <a:moveTo>
                    <a:pt x="536" y="651"/>
                  </a:moveTo>
                  <a:cubicBezTo>
                    <a:pt x="610" y="682"/>
                    <a:pt x="734" y="688"/>
                    <a:pt x="828" y="669"/>
                  </a:cubicBezTo>
                  <a:cubicBezTo>
                    <a:pt x="853" y="694"/>
                    <a:pt x="853" y="694"/>
                    <a:pt x="853" y="694"/>
                  </a:cubicBezTo>
                  <a:cubicBezTo>
                    <a:pt x="848" y="702"/>
                    <a:pt x="845" y="712"/>
                    <a:pt x="845" y="723"/>
                  </a:cubicBezTo>
                  <a:cubicBezTo>
                    <a:pt x="845" y="756"/>
                    <a:pt x="872" y="783"/>
                    <a:pt x="905" y="783"/>
                  </a:cubicBezTo>
                  <a:cubicBezTo>
                    <a:pt x="938" y="783"/>
                    <a:pt x="965" y="756"/>
                    <a:pt x="965" y="723"/>
                  </a:cubicBezTo>
                  <a:cubicBezTo>
                    <a:pt x="965" y="689"/>
                    <a:pt x="938" y="663"/>
                    <a:pt x="905" y="663"/>
                  </a:cubicBezTo>
                  <a:cubicBezTo>
                    <a:pt x="901" y="663"/>
                    <a:pt x="898" y="663"/>
                    <a:pt x="894" y="664"/>
                  </a:cubicBezTo>
                  <a:cubicBezTo>
                    <a:pt x="884" y="653"/>
                    <a:pt x="884" y="653"/>
                    <a:pt x="884" y="653"/>
                  </a:cubicBezTo>
                  <a:cubicBezTo>
                    <a:pt x="927" y="637"/>
                    <a:pt x="955" y="612"/>
                    <a:pt x="955" y="580"/>
                  </a:cubicBezTo>
                  <a:cubicBezTo>
                    <a:pt x="955" y="525"/>
                    <a:pt x="936" y="474"/>
                    <a:pt x="905" y="433"/>
                  </a:cubicBezTo>
                  <a:cubicBezTo>
                    <a:pt x="938" y="377"/>
                    <a:pt x="952" y="330"/>
                    <a:pt x="952" y="289"/>
                  </a:cubicBezTo>
                  <a:cubicBezTo>
                    <a:pt x="952" y="225"/>
                    <a:pt x="919" y="181"/>
                    <a:pt x="888" y="154"/>
                  </a:cubicBezTo>
                  <a:cubicBezTo>
                    <a:pt x="870" y="139"/>
                    <a:pt x="852" y="129"/>
                    <a:pt x="840" y="123"/>
                  </a:cubicBezTo>
                  <a:cubicBezTo>
                    <a:pt x="898" y="28"/>
                    <a:pt x="898" y="28"/>
                    <a:pt x="898" y="28"/>
                  </a:cubicBezTo>
                  <a:cubicBezTo>
                    <a:pt x="900" y="25"/>
                    <a:pt x="899" y="21"/>
                    <a:pt x="896" y="19"/>
                  </a:cubicBezTo>
                  <a:cubicBezTo>
                    <a:pt x="869" y="2"/>
                    <a:pt x="869" y="2"/>
                    <a:pt x="869" y="2"/>
                  </a:cubicBezTo>
                  <a:cubicBezTo>
                    <a:pt x="866" y="0"/>
                    <a:pt x="861" y="1"/>
                    <a:pt x="859" y="4"/>
                  </a:cubicBezTo>
                  <a:cubicBezTo>
                    <a:pt x="723" y="226"/>
                    <a:pt x="723" y="226"/>
                    <a:pt x="723" y="226"/>
                  </a:cubicBezTo>
                  <a:cubicBezTo>
                    <a:pt x="721" y="229"/>
                    <a:pt x="722" y="233"/>
                    <a:pt x="725" y="235"/>
                  </a:cubicBezTo>
                  <a:cubicBezTo>
                    <a:pt x="753" y="252"/>
                    <a:pt x="753" y="252"/>
                    <a:pt x="753" y="252"/>
                  </a:cubicBezTo>
                  <a:cubicBezTo>
                    <a:pt x="756" y="254"/>
                    <a:pt x="760" y="253"/>
                    <a:pt x="762" y="250"/>
                  </a:cubicBezTo>
                  <a:cubicBezTo>
                    <a:pt x="821" y="153"/>
                    <a:pt x="821" y="153"/>
                    <a:pt x="821" y="153"/>
                  </a:cubicBezTo>
                  <a:cubicBezTo>
                    <a:pt x="832" y="159"/>
                    <a:pt x="851" y="169"/>
                    <a:pt x="869" y="186"/>
                  </a:cubicBezTo>
                  <a:cubicBezTo>
                    <a:pt x="894" y="209"/>
                    <a:pt x="916" y="241"/>
                    <a:pt x="916" y="289"/>
                  </a:cubicBezTo>
                  <a:cubicBezTo>
                    <a:pt x="916" y="320"/>
                    <a:pt x="906" y="358"/>
                    <a:pt x="880" y="405"/>
                  </a:cubicBezTo>
                  <a:cubicBezTo>
                    <a:pt x="836" y="364"/>
                    <a:pt x="778" y="338"/>
                    <a:pt x="713" y="338"/>
                  </a:cubicBezTo>
                  <a:cubicBezTo>
                    <a:pt x="693" y="338"/>
                    <a:pt x="674" y="341"/>
                    <a:pt x="655" y="345"/>
                  </a:cubicBezTo>
                  <a:cubicBezTo>
                    <a:pt x="537" y="278"/>
                    <a:pt x="537" y="278"/>
                    <a:pt x="537" y="278"/>
                  </a:cubicBezTo>
                  <a:cubicBezTo>
                    <a:pt x="534" y="276"/>
                    <a:pt x="532" y="275"/>
                    <a:pt x="529" y="274"/>
                  </a:cubicBezTo>
                  <a:cubicBezTo>
                    <a:pt x="594" y="370"/>
                    <a:pt x="594" y="370"/>
                    <a:pt x="594" y="370"/>
                  </a:cubicBezTo>
                  <a:cubicBezTo>
                    <a:pt x="631" y="425"/>
                    <a:pt x="631" y="425"/>
                    <a:pt x="631" y="425"/>
                  </a:cubicBezTo>
                  <a:cubicBezTo>
                    <a:pt x="656" y="398"/>
                    <a:pt x="693" y="384"/>
                    <a:pt x="730" y="387"/>
                  </a:cubicBezTo>
                  <a:cubicBezTo>
                    <a:pt x="745" y="389"/>
                    <a:pt x="760" y="393"/>
                    <a:pt x="774" y="401"/>
                  </a:cubicBezTo>
                  <a:cubicBezTo>
                    <a:pt x="833" y="432"/>
                    <a:pt x="855" y="504"/>
                    <a:pt x="825" y="563"/>
                  </a:cubicBezTo>
                  <a:cubicBezTo>
                    <a:pt x="816" y="579"/>
                    <a:pt x="804" y="592"/>
                    <a:pt x="791" y="603"/>
                  </a:cubicBezTo>
                  <a:cubicBezTo>
                    <a:pt x="755" y="630"/>
                    <a:pt x="705" y="635"/>
                    <a:pt x="663" y="613"/>
                  </a:cubicBezTo>
                  <a:cubicBezTo>
                    <a:pt x="657" y="610"/>
                    <a:pt x="651" y="606"/>
                    <a:pt x="646" y="603"/>
                  </a:cubicBezTo>
                  <a:cubicBezTo>
                    <a:pt x="632" y="592"/>
                    <a:pt x="621" y="579"/>
                    <a:pt x="614" y="565"/>
                  </a:cubicBezTo>
                  <a:cubicBezTo>
                    <a:pt x="628" y="560"/>
                    <a:pt x="628" y="560"/>
                    <a:pt x="628" y="560"/>
                  </a:cubicBezTo>
                  <a:cubicBezTo>
                    <a:pt x="638" y="576"/>
                    <a:pt x="652" y="590"/>
                    <a:pt x="670" y="600"/>
                  </a:cubicBezTo>
                  <a:cubicBezTo>
                    <a:pt x="672" y="601"/>
                    <a:pt x="674" y="602"/>
                    <a:pt x="676" y="603"/>
                  </a:cubicBezTo>
                  <a:cubicBezTo>
                    <a:pt x="704" y="615"/>
                    <a:pt x="735" y="614"/>
                    <a:pt x="761" y="603"/>
                  </a:cubicBezTo>
                  <a:cubicBezTo>
                    <a:pt x="782" y="593"/>
                    <a:pt x="800" y="577"/>
                    <a:pt x="811" y="556"/>
                  </a:cubicBezTo>
                  <a:cubicBezTo>
                    <a:pt x="838" y="504"/>
                    <a:pt x="818" y="441"/>
                    <a:pt x="767" y="414"/>
                  </a:cubicBezTo>
                  <a:cubicBezTo>
                    <a:pt x="762" y="412"/>
                    <a:pt x="757" y="410"/>
                    <a:pt x="752" y="408"/>
                  </a:cubicBezTo>
                  <a:cubicBezTo>
                    <a:pt x="712" y="394"/>
                    <a:pt x="667" y="406"/>
                    <a:pt x="640" y="438"/>
                  </a:cubicBezTo>
                  <a:cubicBezTo>
                    <a:pt x="640" y="438"/>
                    <a:pt x="640" y="438"/>
                    <a:pt x="640" y="438"/>
                  </a:cubicBezTo>
                  <a:cubicBezTo>
                    <a:pt x="645" y="446"/>
                    <a:pt x="645" y="446"/>
                    <a:pt x="645" y="446"/>
                  </a:cubicBezTo>
                  <a:cubicBezTo>
                    <a:pt x="648" y="450"/>
                    <a:pt x="650" y="454"/>
                    <a:pt x="651" y="458"/>
                  </a:cubicBezTo>
                  <a:cubicBezTo>
                    <a:pt x="655" y="467"/>
                    <a:pt x="656" y="477"/>
                    <a:pt x="655" y="487"/>
                  </a:cubicBezTo>
                  <a:cubicBezTo>
                    <a:pt x="653" y="497"/>
                    <a:pt x="649" y="507"/>
                    <a:pt x="643" y="515"/>
                  </a:cubicBezTo>
                  <a:cubicBezTo>
                    <a:pt x="639" y="519"/>
                    <a:pt x="635" y="523"/>
                    <a:pt x="630" y="527"/>
                  </a:cubicBezTo>
                  <a:cubicBezTo>
                    <a:pt x="626" y="529"/>
                    <a:pt x="621" y="531"/>
                    <a:pt x="617" y="533"/>
                  </a:cubicBezTo>
                  <a:cubicBezTo>
                    <a:pt x="612" y="535"/>
                    <a:pt x="607" y="536"/>
                    <a:pt x="602" y="536"/>
                  </a:cubicBezTo>
                  <a:cubicBezTo>
                    <a:pt x="601" y="537"/>
                    <a:pt x="599" y="537"/>
                    <a:pt x="597" y="537"/>
                  </a:cubicBezTo>
                  <a:cubicBezTo>
                    <a:pt x="597" y="537"/>
                    <a:pt x="597" y="537"/>
                    <a:pt x="597" y="537"/>
                  </a:cubicBezTo>
                  <a:cubicBezTo>
                    <a:pt x="594" y="537"/>
                    <a:pt x="590" y="536"/>
                    <a:pt x="586" y="535"/>
                  </a:cubicBezTo>
                  <a:cubicBezTo>
                    <a:pt x="571" y="533"/>
                    <a:pt x="558" y="524"/>
                    <a:pt x="549" y="511"/>
                  </a:cubicBezTo>
                  <a:cubicBezTo>
                    <a:pt x="528" y="480"/>
                    <a:pt x="528" y="480"/>
                    <a:pt x="528" y="480"/>
                  </a:cubicBezTo>
                  <a:cubicBezTo>
                    <a:pt x="509" y="451"/>
                    <a:pt x="509" y="451"/>
                    <a:pt x="509" y="451"/>
                  </a:cubicBezTo>
                  <a:cubicBezTo>
                    <a:pt x="495" y="430"/>
                    <a:pt x="495" y="430"/>
                    <a:pt x="495" y="430"/>
                  </a:cubicBezTo>
                  <a:cubicBezTo>
                    <a:pt x="306" y="420"/>
                    <a:pt x="306" y="420"/>
                    <a:pt x="306" y="420"/>
                  </a:cubicBezTo>
                  <a:cubicBezTo>
                    <a:pt x="304" y="429"/>
                    <a:pt x="298" y="437"/>
                    <a:pt x="290" y="442"/>
                  </a:cubicBezTo>
                  <a:cubicBezTo>
                    <a:pt x="284" y="447"/>
                    <a:pt x="276" y="449"/>
                    <a:pt x="268" y="449"/>
                  </a:cubicBezTo>
                  <a:cubicBezTo>
                    <a:pt x="255" y="449"/>
                    <a:pt x="242" y="443"/>
                    <a:pt x="235" y="432"/>
                  </a:cubicBezTo>
                  <a:cubicBezTo>
                    <a:pt x="231" y="426"/>
                    <a:pt x="228" y="421"/>
                    <a:pt x="225" y="416"/>
                  </a:cubicBezTo>
                  <a:cubicBezTo>
                    <a:pt x="179" y="413"/>
                    <a:pt x="179" y="413"/>
                    <a:pt x="179" y="413"/>
                  </a:cubicBezTo>
                  <a:cubicBezTo>
                    <a:pt x="143" y="163"/>
                    <a:pt x="143" y="163"/>
                    <a:pt x="143" y="163"/>
                  </a:cubicBezTo>
                  <a:cubicBezTo>
                    <a:pt x="142" y="159"/>
                    <a:pt x="138" y="156"/>
                    <a:pt x="134" y="157"/>
                  </a:cubicBezTo>
                  <a:cubicBezTo>
                    <a:pt x="96" y="162"/>
                    <a:pt x="96" y="162"/>
                    <a:pt x="96" y="162"/>
                  </a:cubicBezTo>
                  <a:cubicBezTo>
                    <a:pt x="92" y="163"/>
                    <a:pt x="89" y="167"/>
                    <a:pt x="89" y="171"/>
                  </a:cubicBezTo>
                  <a:cubicBezTo>
                    <a:pt x="127" y="430"/>
                    <a:pt x="127" y="430"/>
                    <a:pt x="127" y="430"/>
                  </a:cubicBezTo>
                  <a:cubicBezTo>
                    <a:pt x="42" y="617"/>
                    <a:pt x="42" y="617"/>
                    <a:pt x="42" y="617"/>
                  </a:cubicBezTo>
                  <a:cubicBezTo>
                    <a:pt x="39" y="624"/>
                    <a:pt x="39" y="633"/>
                    <a:pt x="44" y="640"/>
                  </a:cubicBezTo>
                  <a:cubicBezTo>
                    <a:pt x="48" y="646"/>
                    <a:pt x="56" y="651"/>
                    <a:pt x="64" y="651"/>
                  </a:cubicBezTo>
                  <a:cubicBezTo>
                    <a:pt x="84" y="651"/>
                    <a:pt x="84" y="651"/>
                    <a:pt x="84" y="651"/>
                  </a:cubicBezTo>
                  <a:cubicBezTo>
                    <a:pt x="71" y="664"/>
                    <a:pt x="71" y="664"/>
                    <a:pt x="71" y="664"/>
                  </a:cubicBezTo>
                  <a:cubicBezTo>
                    <a:pt x="67" y="663"/>
                    <a:pt x="64" y="663"/>
                    <a:pt x="60" y="663"/>
                  </a:cubicBezTo>
                  <a:cubicBezTo>
                    <a:pt x="27" y="663"/>
                    <a:pt x="0" y="689"/>
                    <a:pt x="0" y="723"/>
                  </a:cubicBezTo>
                  <a:cubicBezTo>
                    <a:pt x="0" y="756"/>
                    <a:pt x="27" y="783"/>
                    <a:pt x="60" y="783"/>
                  </a:cubicBezTo>
                  <a:cubicBezTo>
                    <a:pt x="93" y="783"/>
                    <a:pt x="120" y="756"/>
                    <a:pt x="120" y="723"/>
                  </a:cubicBezTo>
                  <a:cubicBezTo>
                    <a:pt x="120" y="712"/>
                    <a:pt x="117" y="702"/>
                    <a:pt x="112" y="694"/>
                  </a:cubicBezTo>
                  <a:cubicBezTo>
                    <a:pt x="156" y="651"/>
                    <a:pt x="156" y="651"/>
                    <a:pt x="156" y="651"/>
                  </a:cubicBezTo>
                  <a:lnTo>
                    <a:pt x="536" y="651"/>
                  </a:lnTo>
                  <a:close/>
                  <a:moveTo>
                    <a:pt x="671" y="488"/>
                  </a:moveTo>
                  <a:cubicBezTo>
                    <a:pt x="672" y="486"/>
                    <a:pt x="672" y="485"/>
                    <a:pt x="673" y="483"/>
                  </a:cubicBezTo>
                  <a:cubicBezTo>
                    <a:pt x="675" y="480"/>
                    <a:pt x="677" y="477"/>
                    <a:pt x="679" y="474"/>
                  </a:cubicBezTo>
                  <a:cubicBezTo>
                    <a:pt x="695" y="456"/>
                    <a:pt x="721" y="450"/>
                    <a:pt x="742" y="462"/>
                  </a:cubicBezTo>
                  <a:cubicBezTo>
                    <a:pt x="744" y="463"/>
                    <a:pt x="746" y="464"/>
                    <a:pt x="748" y="465"/>
                  </a:cubicBezTo>
                  <a:cubicBezTo>
                    <a:pt x="756" y="471"/>
                    <a:pt x="762" y="479"/>
                    <a:pt x="766" y="488"/>
                  </a:cubicBezTo>
                  <a:cubicBezTo>
                    <a:pt x="771" y="501"/>
                    <a:pt x="771" y="517"/>
                    <a:pt x="764" y="531"/>
                  </a:cubicBezTo>
                  <a:cubicBezTo>
                    <a:pt x="751" y="556"/>
                    <a:pt x="720" y="565"/>
                    <a:pt x="695" y="552"/>
                  </a:cubicBezTo>
                  <a:cubicBezTo>
                    <a:pt x="689" y="549"/>
                    <a:pt x="684" y="545"/>
                    <a:pt x="680" y="541"/>
                  </a:cubicBezTo>
                  <a:cubicBezTo>
                    <a:pt x="725" y="524"/>
                    <a:pt x="725" y="524"/>
                    <a:pt x="725" y="524"/>
                  </a:cubicBezTo>
                  <a:cubicBezTo>
                    <a:pt x="734" y="521"/>
                    <a:pt x="739" y="510"/>
                    <a:pt x="736" y="500"/>
                  </a:cubicBezTo>
                  <a:cubicBezTo>
                    <a:pt x="734" y="496"/>
                    <a:pt x="731" y="493"/>
                    <a:pt x="727" y="491"/>
                  </a:cubicBezTo>
                  <a:cubicBezTo>
                    <a:pt x="727" y="491"/>
                    <a:pt x="727" y="490"/>
                    <a:pt x="727" y="490"/>
                  </a:cubicBezTo>
                  <a:cubicBezTo>
                    <a:pt x="723" y="488"/>
                    <a:pt x="717" y="488"/>
                    <a:pt x="712" y="489"/>
                  </a:cubicBezTo>
                  <a:cubicBezTo>
                    <a:pt x="711" y="490"/>
                    <a:pt x="711" y="490"/>
                    <a:pt x="711" y="490"/>
                  </a:cubicBezTo>
                  <a:cubicBezTo>
                    <a:pt x="667" y="506"/>
                    <a:pt x="667" y="506"/>
                    <a:pt x="667" y="506"/>
                  </a:cubicBezTo>
                  <a:cubicBezTo>
                    <a:pt x="667" y="500"/>
                    <a:pt x="669" y="494"/>
                    <a:pt x="671" y="488"/>
                  </a:cubicBezTo>
                  <a:close/>
                  <a:moveTo>
                    <a:pt x="166" y="461"/>
                  </a:moveTo>
                  <a:cubicBezTo>
                    <a:pt x="494" y="478"/>
                    <a:pt x="494" y="478"/>
                    <a:pt x="494" y="478"/>
                  </a:cubicBezTo>
                  <a:cubicBezTo>
                    <a:pt x="479" y="509"/>
                    <a:pt x="471" y="544"/>
                    <a:pt x="471" y="580"/>
                  </a:cubicBezTo>
                  <a:cubicBezTo>
                    <a:pt x="471" y="588"/>
                    <a:pt x="473" y="596"/>
                    <a:pt x="476" y="603"/>
                  </a:cubicBezTo>
                  <a:cubicBezTo>
                    <a:pt x="101" y="603"/>
                    <a:pt x="101" y="603"/>
                    <a:pt x="101" y="603"/>
                  </a:cubicBezTo>
                  <a:lnTo>
                    <a:pt x="166" y="4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106"/>
            <p:cNvSpPr>
              <a:spLocks/>
            </p:cNvSpPr>
            <p:nvPr/>
          </p:nvSpPr>
          <p:spPr bwMode="auto">
            <a:xfrm>
              <a:off x="8267700" y="2830513"/>
              <a:ext cx="295275" cy="293688"/>
            </a:xfrm>
            <a:custGeom>
              <a:avLst/>
              <a:gdLst>
                <a:gd name="T0" fmla="*/ 108 w 192"/>
                <a:gd name="T1" fmla="*/ 185 h 191"/>
                <a:gd name="T2" fmla="*/ 185 w 192"/>
                <a:gd name="T3" fmla="*/ 84 h 191"/>
                <a:gd name="T4" fmla="*/ 84 w 192"/>
                <a:gd name="T5" fmla="*/ 7 h 191"/>
                <a:gd name="T6" fmla="*/ 7 w 192"/>
                <a:gd name="T7" fmla="*/ 108 h 191"/>
                <a:gd name="T8" fmla="*/ 108 w 192"/>
                <a:gd name="T9" fmla="*/ 185 h 191"/>
              </a:gdLst>
              <a:ahLst/>
              <a:cxnLst>
                <a:cxn ang="0">
                  <a:pos x="T0" y="T1"/>
                </a:cxn>
                <a:cxn ang="0">
                  <a:pos x="T2" y="T3"/>
                </a:cxn>
                <a:cxn ang="0">
                  <a:pos x="T4" y="T5"/>
                </a:cxn>
                <a:cxn ang="0">
                  <a:pos x="T6" y="T7"/>
                </a:cxn>
                <a:cxn ang="0">
                  <a:pos x="T8" y="T9"/>
                </a:cxn>
              </a:cxnLst>
              <a:rect l="0" t="0" r="r" b="b"/>
              <a:pathLst>
                <a:path w="192" h="191">
                  <a:moveTo>
                    <a:pt x="108" y="185"/>
                  </a:moveTo>
                  <a:cubicBezTo>
                    <a:pt x="157" y="178"/>
                    <a:pt x="192" y="133"/>
                    <a:pt x="185" y="84"/>
                  </a:cubicBezTo>
                  <a:cubicBezTo>
                    <a:pt x="178" y="35"/>
                    <a:pt x="133" y="0"/>
                    <a:pt x="84" y="7"/>
                  </a:cubicBezTo>
                  <a:cubicBezTo>
                    <a:pt x="35" y="13"/>
                    <a:pt x="0" y="58"/>
                    <a:pt x="7" y="108"/>
                  </a:cubicBezTo>
                  <a:cubicBezTo>
                    <a:pt x="13" y="157"/>
                    <a:pt x="58" y="191"/>
                    <a:pt x="108" y="1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107"/>
            <p:cNvSpPr>
              <a:spLocks/>
            </p:cNvSpPr>
            <p:nvPr/>
          </p:nvSpPr>
          <p:spPr bwMode="auto">
            <a:xfrm>
              <a:off x="8278813" y="3133725"/>
              <a:ext cx="730250" cy="788988"/>
            </a:xfrm>
            <a:custGeom>
              <a:avLst/>
              <a:gdLst>
                <a:gd name="T0" fmla="*/ 36 w 474"/>
                <a:gd name="T1" fmla="*/ 59 h 513"/>
                <a:gd name="T2" fmla="*/ 72 w 474"/>
                <a:gd name="T3" fmla="*/ 38 h 513"/>
                <a:gd name="T4" fmla="*/ 91 w 474"/>
                <a:gd name="T5" fmla="*/ 43 h 513"/>
                <a:gd name="T6" fmla="*/ 107 w 474"/>
                <a:gd name="T7" fmla="*/ 97 h 513"/>
                <a:gd name="T8" fmla="*/ 106 w 474"/>
                <a:gd name="T9" fmla="*/ 98 h 513"/>
                <a:gd name="T10" fmla="*/ 103 w 474"/>
                <a:gd name="T11" fmla="*/ 104 h 513"/>
                <a:gd name="T12" fmla="*/ 94 w 474"/>
                <a:gd name="T13" fmla="*/ 130 h 513"/>
                <a:gd name="T14" fmla="*/ 79 w 474"/>
                <a:gd name="T15" fmla="*/ 218 h 513"/>
                <a:gd name="T16" fmla="*/ 87 w 474"/>
                <a:gd name="T17" fmla="*/ 283 h 513"/>
                <a:gd name="T18" fmla="*/ 126 w 474"/>
                <a:gd name="T19" fmla="*/ 369 h 513"/>
                <a:gd name="T20" fmla="*/ 139 w 474"/>
                <a:gd name="T21" fmla="*/ 366 h 513"/>
                <a:gd name="T22" fmla="*/ 139 w 474"/>
                <a:gd name="T23" fmla="*/ 366 h 513"/>
                <a:gd name="T24" fmla="*/ 265 w 474"/>
                <a:gd name="T25" fmla="*/ 318 h 513"/>
                <a:gd name="T26" fmla="*/ 293 w 474"/>
                <a:gd name="T27" fmla="*/ 358 h 513"/>
                <a:gd name="T28" fmla="*/ 331 w 474"/>
                <a:gd name="T29" fmla="*/ 415 h 513"/>
                <a:gd name="T30" fmla="*/ 339 w 474"/>
                <a:gd name="T31" fmla="*/ 428 h 513"/>
                <a:gd name="T32" fmla="*/ 364 w 474"/>
                <a:gd name="T33" fmla="*/ 465 h 513"/>
                <a:gd name="T34" fmla="*/ 382 w 474"/>
                <a:gd name="T35" fmla="*/ 491 h 513"/>
                <a:gd name="T36" fmla="*/ 423 w 474"/>
                <a:gd name="T37" fmla="*/ 513 h 513"/>
                <a:gd name="T38" fmla="*/ 426 w 474"/>
                <a:gd name="T39" fmla="*/ 512 h 513"/>
                <a:gd name="T40" fmla="*/ 434 w 474"/>
                <a:gd name="T41" fmla="*/ 511 h 513"/>
                <a:gd name="T42" fmla="*/ 441 w 474"/>
                <a:gd name="T43" fmla="*/ 509 h 513"/>
                <a:gd name="T44" fmla="*/ 446 w 474"/>
                <a:gd name="T45" fmla="*/ 507 h 513"/>
                <a:gd name="T46" fmla="*/ 451 w 474"/>
                <a:gd name="T47" fmla="*/ 504 h 513"/>
                <a:gd name="T48" fmla="*/ 473 w 474"/>
                <a:gd name="T49" fmla="*/ 470 h 513"/>
                <a:gd name="T50" fmla="*/ 465 w 474"/>
                <a:gd name="T51" fmla="*/ 435 h 513"/>
                <a:gd name="T52" fmla="*/ 465 w 474"/>
                <a:gd name="T53" fmla="*/ 435 h 513"/>
                <a:gd name="T54" fmla="*/ 460 w 474"/>
                <a:gd name="T55" fmla="*/ 428 h 513"/>
                <a:gd name="T56" fmla="*/ 456 w 474"/>
                <a:gd name="T57" fmla="*/ 421 h 513"/>
                <a:gd name="T58" fmla="*/ 451 w 474"/>
                <a:gd name="T59" fmla="*/ 415 h 513"/>
                <a:gd name="T60" fmla="*/ 413 w 474"/>
                <a:gd name="T61" fmla="*/ 358 h 513"/>
                <a:gd name="T62" fmla="*/ 344 w 474"/>
                <a:gd name="T63" fmla="*/ 256 h 513"/>
                <a:gd name="T64" fmla="*/ 326 w 474"/>
                <a:gd name="T65" fmla="*/ 229 h 513"/>
                <a:gd name="T66" fmla="*/ 267 w 474"/>
                <a:gd name="T67" fmla="*/ 211 h 513"/>
                <a:gd name="T68" fmla="*/ 180 w 474"/>
                <a:gd name="T69" fmla="*/ 243 h 513"/>
                <a:gd name="T70" fmla="*/ 144 w 474"/>
                <a:gd name="T71" fmla="*/ 81 h 513"/>
                <a:gd name="T72" fmla="*/ 75 w 474"/>
                <a:gd name="T73" fmla="*/ 4 h 513"/>
                <a:gd name="T74" fmla="*/ 2 w 474"/>
                <a:gd name="T75" fmla="*/ 105 h 513"/>
                <a:gd name="T76" fmla="*/ 5 w 474"/>
                <a:gd name="T77" fmla="*/ 153 h 513"/>
                <a:gd name="T78" fmla="*/ 36 w 474"/>
                <a:gd name="T79" fmla="*/ 59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74" h="513">
                  <a:moveTo>
                    <a:pt x="36" y="59"/>
                  </a:moveTo>
                  <a:cubicBezTo>
                    <a:pt x="44" y="46"/>
                    <a:pt x="57" y="38"/>
                    <a:pt x="72" y="38"/>
                  </a:cubicBezTo>
                  <a:cubicBezTo>
                    <a:pt x="78" y="38"/>
                    <a:pt x="85" y="39"/>
                    <a:pt x="91" y="43"/>
                  </a:cubicBezTo>
                  <a:cubicBezTo>
                    <a:pt x="110" y="53"/>
                    <a:pt x="117" y="78"/>
                    <a:pt x="107" y="97"/>
                  </a:cubicBezTo>
                  <a:cubicBezTo>
                    <a:pt x="106" y="97"/>
                    <a:pt x="106" y="98"/>
                    <a:pt x="106" y="98"/>
                  </a:cubicBezTo>
                  <a:cubicBezTo>
                    <a:pt x="105" y="100"/>
                    <a:pt x="104" y="102"/>
                    <a:pt x="103" y="104"/>
                  </a:cubicBezTo>
                  <a:cubicBezTo>
                    <a:pt x="101" y="110"/>
                    <a:pt x="97" y="118"/>
                    <a:pt x="94" y="130"/>
                  </a:cubicBezTo>
                  <a:cubicBezTo>
                    <a:pt x="87" y="150"/>
                    <a:pt x="79" y="181"/>
                    <a:pt x="79" y="218"/>
                  </a:cubicBezTo>
                  <a:cubicBezTo>
                    <a:pt x="79" y="241"/>
                    <a:pt x="82" y="262"/>
                    <a:pt x="87" y="283"/>
                  </a:cubicBezTo>
                  <a:cubicBezTo>
                    <a:pt x="95" y="313"/>
                    <a:pt x="108" y="342"/>
                    <a:pt x="126" y="369"/>
                  </a:cubicBezTo>
                  <a:cubicBezTo>
                    <a:pt x="130" y="369"/>
                    <a:pt x="135" y="368"/>
                    <a:pt x="139" y="366"/>
                  </a:cubicBezTo>
                  <a:cubicBezTo>
                    <a:pt x="139" y="366"/>
                    <a:pt x="139" y="366"/>
                    <a:pt x="139" y="366"/>
                  </a:cubicBezTo>
                  <a:cubicBezTo>
                    <a:pt x="265" y="318"/>
                    <a:pt x="265" y="318"/>
                    <a:pt x="265" y="318"/>
                  </a:cubicBezTo>
                  <a:cubicBezTo>
                    <a:pt x="293" y="358"/>
                    <a:pt x="293" y="358"/>
                    <a:pt x="293" y="358"/>
                  </a:cubicBezTo>
                  <a:cubicBezTo>
                    <a:pt x="331" y="415"/>
                    <a:pt x="331" y="415"/>
                    <a:pt x="331" y="415"/>
                  </a:cubicBezTo>
                  <a:cubicBezTo>
                    <a:pt x="339" y="428"/>
                    <a:pt x="339" y="428"/>
                    <a:pt x="339" y="428"/>
                  </a:cubicBezTo>
                  <a:cubicBezTo>
                    <a:pt x="364" y="465"/>
                    <a:pt x="364" y="465"/>
                    <a:pt x="364" y="465"/>
                  </a:cubicBezTo>
                  <a:cubicBezTo>
                    <a:pt x="382" y="491"/>
                    <a:pt x="382" y="491"/>
                    <a:pt x="382" y="491"/>
                  </a:cubicBezTo>
                  <a:cubicBezTo>
                    <a:pt x="391" y="505"/>
                    <a:pt x="407" y="513"/>
                    <a:pt x="423" y="513"/>
                  </a:cubicBezTo>
                  <a:cubicBezTo>
                    <a:pt x="424" y="513"/>
                    <a:pt x="425" y="513"/>
                    <a:pt x="426" y="512"/>
                  </a:cubicBezTo>
                  <a:cubicBezTo>
                    <a:pt x="429" y="512"/>
                    <a:pt x="432" y="512"/>
                    <a:pt x="434" y="511"/>
                  </a:cubicBezTo>
                  <a:cubicBezTo>
                    <a:pt x="437" y="511"/>
                    <a:pt x="439" y="510"/>
                    <a:pt x="441" y="509"/>
                  </a:cubicBezTo>
                  <a:cubicBezTo>
                    <a:pt x="443" y="509"/>
                    <a:pt x="444" y="508"/>
                    <a:pt x="446" y="507"/>
                  </a:cubicBezTo>
                  <a:cubicBezTo>
                    <a:pt x="448" y="506"/>
                    <a:pt x="450" y="505"/>
                    <a:pt x="451" y="504"/>
                  </a:cubicBezTo>
                  <a:cubicBezTo>
                    <a:pt x="463" y="496"/>
                    <a:pt x="471" y="484"/>
                    <a:pt x="473" y="470"/>
                  </a:cubicBezTo>
                  <a:cubicBezTo>
                    <a:pt x="474" y="458"/>
                    <a:pt x="472" y="446"/>
                    <a:pt x="465" y="435"/>
                  </a:cubicBezTo>
                  <a:cubicBezTo>
                    <a:pt x="465" y="435"/>
                    <a:pt x="465" y="435"/>
                    <a:pt x="465" y="435"/>
                  </a:cubicBezTo>
                  <a:cubicBezTo>
                    <a:pt x="460" y="428"/>
                    <a:pt x="460" y="428"/>
                    <a:pt x="460" y="428"/>
                  </a:cubicBezTo>
                  <a:cubicBezTo>
                    <a:pt x="456" y="421"/>
                    <a:pt x="456" y="421"/>
                    <a:pt x="456" y="421"/>
                  </a:cubicBezTo>
                  <a:cubicBezTo>
                    <a:pt x="451" y="415"/>
                    <a:pt x="451" y="415"/>
                    <a:pt x="451" y="415"/>
                  </a:cubicBezTo>
                  <a:cubicBezTo>
                    <a:pt x="413" y="358"/>
                    <a:pt x="413" y="358"/>
                    <a:pt x="413" y="358"/>
                  </a:cubicBezTo>
                  <a:cubicBezTo>
                    <a:pt x="344" y="256"/>
                    <a:pt x="344" y="256"/>
                    <a:pt x="344" y="256"/>
                  </a:cubicBezTo>
                  <a:cubicBezTo>
                    <a:pt x="326" y="229"/>
                    <a:pt x="326" y="229"/>
                    <a:pt x="326" y="229"/>
                  </a:cubicBezTo>
                  <a:cubicBezTo>
                    <a:pt x="313" y="210"/>
                    <a:pt x="288" y="202"/>
                    <a:pt x="267" y="211"/>
                  </a:cubicBezTo>
                  <a:cubicBezTo>
                    <a:pt x="180" y="243"/>
                    <a:pt x="180" y="243"/>
                    <a:pt x="180" y="243"/>
                  </a:cubicBezTo>
                  <a:cubicBezTo>
                    <a:pt x="160" y="189"/>
                    <a:pt x="152" y="126"/>
                    <a:pt x="144" y="81"/>
                  </a:cubicBezTo>
                  <a:cubicBezTo>
                    <a:pt x="141" y="39"/>
                    <a:pt x="110" y="0"/>
                    <a:pt x="75" y="4"/>
                  </a:cubicBezTo>
                  <a:cubicBezTo>
                    <a:pt x="40" y="8"/>
                    <a:pt x="0" y="43"/>
                    <a:pt x="2" y="105"/>
                  </a:cubicBezTo>
                  <a:cubicBezTo>
                    <a:pt x="3" y="122"/>
                    <a:pt x="4" y="138"/>
                    <a:pt x="5" y="153"/>
                  </a:cubicBezTo>
                  <a:cubicBezTo>
                    <a:pt x="14" y="105"/>
                    <a:pt x="30" y="71"/>
                    <a:pt x="36"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108"/>
            <p:cNvSpPr>
              <a:spLocks/>
            </p:cNvSpPr>
            <p:nvPr/>
          </p:nvSpPr>
          <p:spPr bwMode="auto">
            <a:xfrm>
              <a:off x="8289925" y="3197225"/>
              <a:ext cx="185738" cy="590550"/>
            </a:xfrm>
            <a:custGeom>
              <a:avLst/>
              <a:gdLst>
                <a:gd name="T0" fmla="*/ 87 w 120"/>
                <a:gd name="T1" fmla="*/ 384 h 384"/>
                <a:gd name="T2" fmla="*/ 105 w 120"/>
                <a:gd name="T3" fmla="*/ 379 h 384"/>
                <a:gd name="T4" fmla="*/ 117 w 120"/>
                <a:gd name="T5" fmla="*/ 363 h 384"/>
                <a:gd name="T6" fmla="*/ 115 w 120"/>
                <a:gd name="T7" fmla="*/ 337 h 384"/>
                <a:gd name="T8" fmla="*/ 113 w 120"/>
                <a:gd name="T9" fmla="*/ 334 h 384"/>
                <a:gd name="T10" fmla="*/ 110 w 120"/>
                <a:gd name="T11" fmla="*/ 328 h 384"/>
                <a:gd name="T12" fmla="*/ 110 w 120"/>
                <a:gd name="T13" fmla="*/ 328 h 384"/>
                <a:gd name="T14" fmla="*/ 74 w 120"/>
                <a:gd name="T15" fmla="*/ 249 h 384"/>
                <a:gd name="T16" fmla="*/ 64 w 120"/>
                <a:gd name="T17" fmla="*/ 177 h 384"/>
                <a:gd name="T18" fmla="*/ 79 w 120"/>
                <a:gd name="T19" fmla="*/ 86 h 384"/>
                <a:gd name="T20" fmla="*/ 89 w 120"/>
                <a:gd name="T21" fmla="*/ 60 h 384"/>
                <a:gd name="T22" fmla="*/ 92 w 120"/>
                <a:gd name="T23" fmla="*/ 54 h 384"/>
                <a:gd name="T24" fmla="*/ 93 w 120"/>
                <a:gd name="T25" fmla="*/ 52 h 384"/>
                <a:gd name="T26" fmla="*/ 93 w 120"/>
                <a:gd name="T27" fmla="*/ 52 h 384"/>
                <a:gd name="T28" fmla="*/ 93 w 120"/>
                <a:gd name="T29" fmla="*/ 52 h 384"/>
                <a:gd name="T30" fmla="*/ 93 w 120"/>
                <a:gd name="T31" fmla="*/ 52 h 384"/>
                <a:gd name="T32" fmla="*/ 80 w 120"/>
                <a:gd name="T33" fmla="*/ 9 h 384"/>
                <a:gd name="T34" fmla="*/ 37 w 120"/>
                <a:gd name="T35" fmla="*/ 21 h 384"/>
                <a:gd name="T36" fmla="*/ 2 w 120"/>
                <a:gd name="T37" fmla="*/ 141 h 384"/>
                <a:gd name="T38" fmla="*/ 0 w 120"/>
                <a:gd name="T39" fmla="*/ 171 h 384"/>
                <a:gd name="T40" fmla="*/ 0 w 120"/>
                <a:gd name="T41" fmla="*/ 177 h 384"/>
                <a:gd name="T42" fmla="*/ 53 w 120"/>
                <a:gd name="T43" fmla="*/ 359 h 384"/>
                <a:gd name="T44" fmla="*/ 60 w 120"/>
                <a:gd name="T45" fmla="*/ 370 h 384"/>
                <a:gd name="T46" fmla="*/ 87 w 120"/>
                <a:gd name="T47" fmla="*/ 384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0" h="384">
                  <a:moveTo>
                    <a:pt x="87" y="384"/>
                  </a:moveTo>
                  <a:cubicBezTo>
                    <a:pt x="93" y="384"/>
                    <a:pt x="99" y="382"/>
                    <a:pt x="105" y="379"/>
                  </a:cubicBezTo>
                  <a:cubicBezTo>
                    <a:pt x="111" y="375"/>
                    <a:pt x="115" y="369"/>
                    <a:pt x="117" y="363"/>
                  </a:cubicBezTo>
                  <a:cubicBezTo>
                    <a:pt x="120" y="354"/>
                    <a:pt x="119" y="345"/>
                    <a:pt x="115" y="337"/>
                  </a:cubicBezTo>
                  <a:cubicBezTo>
                    <a:pt x="114" y="336"/>
                    <a:pt x="114" y="335"/>
                    <a:pt x="113" y="334"/>
                  </a:cubicBezTo>
                  <a:cubicBezTo>
                    <a:pt x="112" y="332"/>
                    <a:pt x="111" y="330"/>
                    <a:pt x="110" y="328"/>
                  </a:cubicBezTo>
                  <a:cubicBezTo>
                    <a:pt x="110" y="328"/>
                    <a:pt x="110" y="328"/>
                    <a:pt x="110" y="328"/>
                  </a:cubicBezTo>
                  <a:cubicBezTo>
                    <a:pt x="92" y="301"/>
                    <a:pt x="81" y="274"/>
                    <a:pt x="74" y="249"/>
                  </a:cubicBezTo>
                  <a:cubicBezTo>
                    <a:pt x="67" y="224"/>
                    <a:pt x="64" y="200"/>
                    <a:pt x="64" y="177"/>
                  </a:cubicBezTo>
                  <a:cubicBezTo>
                    <a:pt x="64" y="140"/>
                    <a:pt x="72" y="109"/>
                    <a:pt x="79" y="86"/>
                  </a:cubicBezTo>
                  <a:cubicBezTo>
                    <a:pt x="83" y="75"/>
                    <a:pt x="86" y="66"/>
                    <a:pt x="89" y="60"/>
                  </a:cubicBezTo>
                  <a:cubicBezTo>
                    <a:pt x="90" y="57"/>
                    <a:pt x="91" y="55"/>
                    <a:pt x="92" y="54"/>
                  </a:cubicBezTo>
                  <a:cubicBezTo>
                    <a:pt x="92" y="53"/>
                    <a:pt x="92" y="53"/>
                    <a:pt x="93" y="52"/>
                  </a:cubicBezTo>
                  <a:cubicBezTo>
                    <a:pt x="93" y="52"/>
                    <a:pt x="93" y="52"/>
                    <a:pt x="93" y="52"/>
                  </a:cubicBezTo>
                  <a:cubicBezTo>
                    <a:pt x="93" y="52"/>
                    <a:pt x="93" y="52"/>
                    <a:pt x="93" y="52"/>
                  </a:cubicBezTo>
                  <a:cubicBezTo>
                    <a:pt x="93" y="52"/>
                    <a:pt x="93" y="52"/>
                    <a:pt x="93" y="52"/>
                  </a:cubicBezTo>
                  <a:cubicBezTo>
                    <a:pt x="101" y="37"/>
                    <a:pt x="95" y="17"/>
                    <a:pt x="80" y="9"/>
                  </a:cubicBezTo>
                  <a:cubicBezTo>
                    <a:pt x="64" y="0"/>
                    <a:pt x="45" y="6"/>
                    <a:pt x="37" y="21"/>
                  </a:cubicBezTo>
                  <a:cubicBezTo>
                    <a:pt x="35" y="24"/>
                    <a:pt x="10" y="70"/>
                    <a:pt x="2" y="141"/>
                  </a:cubicBezTo>
                  <a:cubicBezTo>
                    <a:pt x="1" y="151"/>
                    <a:pt x="1" y="160"/>
                    <a:pt x="0" y="171"/>
                  </a:cubicBezTo>
                  <a:cubicBezTo>
                    <a:pt x="0" y="173"/>
                    <a:pt x="0" y="175"/>
                    <a:pt x="0" y="177"/>
                  </a:cubicBezTo>
                  <a:cubicBezTo>
                    <a:pt x="0" y="231"/>
                    <a:pt x="13" y="295"/>
                    <a:pt x="53" y="359"/>
                  </a:cubicBezTo>
                  <a:cubicBezTo>
                    <a:pt x="56" y="363"/>
                    <a:pt x="58" y="367"/>
                    <a:pt x="60" y="370"/>
                  </a:cubicBezTo>
                  <a:cubicBezTo>
                    <a:pt x="67" y="379"/>
                    <a:pt x="77" y="384"/>
                    <a:pt x="87" y="3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17" name="组合 116"/>
          <p:cNvGrpSpPr/>
          <p:nvPr/>
        </p:nvGrpSpPr>
        <p:grpSpPr>
          <a:xfrm>
            <a:off x="6548438" y="4629150"/>
            <a:ext cx="1646238" cy="1566863"/>
            <a:chOff x="6548438" y="4629150"/>
            <a:chExt cx="1646238" cy="1566863"/>
          </a:xfrm>
          <a:solidFill>
            <a:schemeClr val="tx1">
              <a:lumMod val="65000"/>
              <a:lumOff val="35000"/>
            </a:schemeClr>
          </a:solidFill>
        </p:grpSpPr>
        <p:sp>
          <p:nvSpPr>
            <p:cNvPr id="118" name="Freeform 109"/>
            <p:cNvSpPr>
              <a:spLocks/>
            </p:cNvSpPr>
            <p:nvPr/>
          </p:nvSpPr>
          <p:spPr bwMode="auto">
            <a:xfrm>
              <a:off x="6548438" y="5868988"/>
              <a:ext cx="490538" cy="327025"/>
            </a:xfrm>
            <a:custGeom>
              <a:avLst/>
              <a:gdLst>
                <a:gd name="T0" fmla="*/ 278 w 319"/>
                <a:gd name="T1" fmla="*/ 0 h 213"/>
                <a:gd name="T2" fmla="*/ 91 w 319"/>
                <a:gd name="T3" fmla="*/ 164 h 213"/>
                <a:gd name="T4" fmla="*/ 9 w 319"/>
                <a:gd name="T5" fmla="*/ 164 h 213"/>
                <a:gd name="T6" fmla="*/ 0 w 319"/>
                <a:gd name="T7" fmla="*/ 174 h 213"/>
                <a:gd name="T8" fmla="*/ 0 w 319"/>
                <a:gd name="T9" fmla="*/ 213 h 213"/>
                <a:gd name="T10" fmla="*/ 278 w 319"/>
                <a:gd name="T11" fmla="*/ 213 h 213"/>
                <a:gd name="T12" fmla="*/ 278 w 319"/>
                <a:gd name="T13" fmla="*/ 174 h 213"/>
                <a:gd name="T14" fmla="*/ 269 w 319"/>
                <a:gd name="T15" fmla="*/ 164 h 213"/>
                <a:gd name="T16" fmla="*/ 188 w 319"/>
                <a:gd name="T17" fmla="*/ 164 h 213"/>
                <a:gd name="T18" fmla="*/ 319 w 319"/>
                <a:gd name="T19" fmla="*/ 49 h 213"/>
                <a:gd name="T20" fmla="*/ 278 w 319"/>
                <a:gd name="T21" fmla="*/ 0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9" h="213">
                  <a:moveTo>
                    <a:pt x="278" y="0"/>
                  </a:moveTo>
                  <a:cubicBezTo>
                    <a:pt x="91" y="164"/>
                    <a:pt x="91" y="164"/>
                    <a:pt x="91" y="164"/>
                  </a:cubicBezTo>
                  <a:cubicBezTo>
                    <a:pt x="9" y="164"/>
                    <a:pt x="9" y="164"/>
                    <a:pt x="9" y="164"/>
                  </a:cubicBezTo>
                  <a:cubicBezTo>
                    <a:pt x="4" y="164"/>
                    <a:pt x="0" y="169"/>
                    <a:pt x="0" y="174"/>
                  </a:cubicBezTo>
                  <a:cubicBezTo>
                    <a:pt x="0" y="213"/>
                    <a:pt x="0" y="213"/>
                    <a:pt x="0" y="213"/>
                  </a:cubicBezTo>
                  <a:cubicBezTo>
                    <a:pt x="278" y="213"/>
                    <a:pt x="278" y="213"/>
                    <a:pt x="278" y="213"/>
                  </a:cubicBezTo>
                  <a:cubicBezTo>
                    <a:pt x="278" y="174"/>
                    <a:pt x="278" y="174"/>
                    <a:pt x="278" y="174"/>
                  </a:cubicBezTo>
                  <a:cubicBezTo>
                    <a:pt x="278" y="169"/>
                    <a:pt x="274" y="164"/>
                    <a:pt x="269" y="164"/>
                  </a:cubicBezTo>
                  <a:cubicBezTo>
                    <a:pt x="188" y="164"/>
                    <a:pt x="188" y="164"/>
                    <a:pt x="188" y="164"/>
                  </a:cubicBezTo>
                  <a:cubicBezTo>
                    <a:pt x="319" y="49"/>
                    <a:pt x="319" y="49"/>
                    <a:pt x="319" y="49"/>
                  </a:cubicBezTo>
                  <a:cubicBezTo>
                    <a:pt x="301" y="38"/>
                    <a:pt x="287" y="2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110"/>
            <p:cNvSpPr>
              <a:spLocks/>
            </p:cNvSpPr>
            <p:nvPr/>
          </p:nvSpPr>
          <p:spPr bwMode="auto">
            <a:xfrm>
              <a:off x="6997700" y="5338763"/>
              <a:ext cx="209550" cy="303213"/>
            </a:xfrm>
            <a:custGeom>
              <a:avLst/>
              <a:gdLst>
                <a:gd name="T0" fmla="*/ 0 w 136"/>
                <a:gd name="T1" fmla="*/ 46 h 197"/>
                <a:gd name="T2" fmla="*/ 27 w 136"/>
                <a:gd name="T3" fmla="*/ 103 h 197"/>
                <a:gd name="T4" fmla="*/ 115 w 136"/>
                <a:gd name="T5" fmla="*/ 196 h 197"/>
                <a:gd name="T6" fmla="*/ 136 w 136"/>
                <a:gd name="T7" fmla="*/ 197 h 197"/>
                <a:gd name="T8" fmla="*/ 128 w 136"/>
                <a:gd name="T9" fmla="*/ 165 h 197"/>
                <a:gd name="T10" fmla="*/ 128 w 136"/>
                <a:gd name="T11" fmla="*/ 156 h 197"/>
                <a:gd name="T12" fmla="*/ 108 w 136"/>
                <a:gd name="T13" fmla="*/ 70 h 197"/>
                <a:gd name="T14" fmla="*/ 62 w 136"/>
                <a:gd name="T15" fmla="*/ 22 h 197"/>
                <a:gd name="T16" fmla="*/ 19 w 136"/>
                <a:gd name="T17" fmla="*/ 0 h 197"/>
                <a:gd name="T18" fmla="*/ 17 w 136"/>
                <a:gd name="T19" fmla="*/ 25 h 197"/>
                <a:gd name="T20" fmla="*/ 0 w 136"/>
                <a:gd name="T21" fmla="*/ 46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6" h="197">
                  <a:moveTo>
                    <a:pt x="0" y="46"/>
                  </a:moveTo>
                  <a:cubicBezTo>
                    <a:pt x="11" y="63"/>
                    <a:pt x="20" y="81"/>
                    <a:pt x="27" y="103"/>
                  </a:cubicBezTo>
                  <a:cubicBezTo>
                    <a:pt x="115" y="196"/>
                    <a:pt x="115" y="196"/>
                    <a:pt x="115" y="196"/>
                  </a:cubicBezTo>
                  <a:cubicBezTo>
                    <a:pt x="122" y="196"/>
                    <a:pt x="129" y="197"/>
                    <a:pt x="136" y="197"/>
                  </a:cubicBezTo>
                  <a:cubicBezTo>
                    <a:pt x="130" y="187"/>
                    <a:pt x="128" y="177"/>
                    <a:pt x="128" y="165"/>
                  </a:cubicBezTo>
                  <a:cubicBezTo>
                    <a:pt x="128" y="162"/>
                    <a:pt x="128" y="159"/>
                    <a:pt x="128" y="156"/>
                  </a:cubicBezTo>
                  <a:cubicBezTo>
                    <a:pt x="128" y="122"/>
                    <a:pt x="121" y="94"/>
                    <a:pt x="108" y="70"/>
                  </a:cubicBezTo>
                  <a:cubicBezTo>
                    <a:pt x="97" y="51"/>
                    <a:pt x="82" y="35"/>
                    <a:pt x="62" y="22"/>
                  </a:cubicBezTo>
                  <a:cubicBezTo>
                    <a:pt x="48" y="12"/>
                    <a:pt x="33" y="5"/>
                    <a:pt x="19" y="0"/>
                  </a:cubicBezTo>
                  <a:cubicBezTo>
                    <a:pt x="17" y="25"/>
                    <a:pt x="17" y="25"/>
                    <a:pt x="17" y="25"/>
                  </a:cubicBezTo>
                  <a:cubicBezTo>
                    <a:pt x="16" y="35"/>
                    <a:pt x="9" y="43"/>
                    <a:pt x="0"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111"/>
            <p:cNvSpPr>
              <a:spLocks noEditPoints="1"/>
            </p:cNvSpPr>
            <p:nvPr/>
          </p:nvSpPr>
          <p:spPr bwMode="auto">
            <a:xfrm>
              <a:off x="6704013" y="5032375"/>
              <a:ext cx="1490663" cy="1163638"/>
            </a:xfrm>
            <a:custGeom>
              <a:avLst/>
              <a:gdLst>
                <a:gd name="T0" fmla="*/ 802 w 969"/>
                <a:gd name="T1" fmla="*/ 614 h 756"/>
                <a:gd name="T2" fmla="*/ 655 w 969"/>
                <a:gd name="T3" fmla="*/ 209 h 756"/>
                <a:gd name="T4" fmla="*/ 678 w 969"/>
                <a:gd name="T5" fmla="*/ 125 h 756"/>
                <a:gd name="T6" fmla="*/ 605 w 969"/>
                <a:gd name="T7" fmla="*/ 65 h 756"/>
                <a:gd name="T8" fmla="*/ 628 w 969"/>
                <a:gd name="T9" fmla="*/ 5 h 756"/>
                <a:gd name="T10" fmla="*/ 582 w 969"/>
                <a:gd name="T11" fmla="*/ 87 h 756"/>
                <a:gd name="T12" fmla="*/ 607 w 969"/>
                <a:gd name="T13" fmla="*/ 166 h 756"/>
                <a:gd name="T14" fmla="*/ 435 w 969"/>
                <a:gd name="T15" fmla="*/ 368 h 756"/>
                <a:gd name="T16" fmla="*/ 607 w 969"/>
                <a:gd name="T17" fmla="*/ 251 h 756"/>
                <a:gd name="T18" fmla="*/ 514 w 969"/>
                <a:gd name="T19" fmla="*/ 417 h 756"/>
                <a:gd name="T20" fmla="*/ 377 w 969"/>
                <a:gd name="T21" fmla="*/ 424 h 756"/>
                <a:gd name="T22" fmla="*/ 349 w 969"/>
                <a:gd name="T23" fmla="*/ 417 h 756"/>
                <a:gd name="T24" fmla="*/ 333 w 969"/>
                <a:gd name="T25" fmla="*/ 404 h 756"/>
                <a:gd name="T26" fmla="*/ 223 w 969"/>
                <a:gd name="T27" fmla="*/ 318 h 756"/>
                <a:gd name="T28" fmla="*/ 187 w 969"/>
                <a:gd name="T29" fmla="*/ 238 h 756"/>
                <a:gd name="T30" fmla="*/ 179 w 969"/>
                <a:gd name="T31" fmla="*/ 190 h 756"/>
                <a:gd name="T32" fmla="*/ 110 w 969"/>
                <a:gd name="T33" fmla="*/ 169 h 756"/>
                <a:gd name="T34" fmla="*/ 80 w 969"/>
                <a:gd name="T35" fmla="*/ 166 h 756"/>
                <a:gd name="T36" fmla="*/ 1 w 969"/>
                <a:gd name="T37" fmla="*/ 209 h 756"/>
                <a:gd name="T38" fmla="*/ 227 w 969"/>
                <a:gd name="T39" fmla="*/ 404 h 756"/>
                <a:gd name="T40" fmla="*/ 177 w 969"/>
                <a:gd name="T41" fmla="*/ 503 h 756"/>
                <a:gd name="T42" fmla="*/ 277 w 969"/>
                <a:gd name="T43" fmla="*/ 602 h 756"/>
                <a:gd name="T44" fmla="*/ 659 w 969"/>
                <a:gd name="T45" fmla="*/ 689 h 756"/>
                <a:gd name="T46" fmla="*/ 700 w 969"/>
                <a:gd name="T47" fmla="*/ 707 h 756"/>
                <a:gd name="T48" fmla="*/ 969 w 969"/>
                <a:gd name="T49" fmla="*/ 756 h 756"/>
                <a:gd name="T50" fmla="*/ 318 w 969"/>
                <a:gd name="T51" fmla="*/ 504 h 756"/>
                <a:gd name="T52" fmla="*/ 286 w 969"/>
                <a:gd name="T53" fmla="*/ 536 h 756"/>
                <a:gd name="T54" fmla="*/ 286 w 969"/>
                <a:gd name="T55" fmla="*/ 472 h 756"/>
                <a:gd name="T56" fmla="*/ 278 w 969"/>
                <a:gd name="T57" fmla="*/ 513 h 756"/>
                <a:gd name="T58" fmla="*/ 307 w 969"/>
                <a:gd name="T59" fmla="*/ 498 h 756"/>
                <a:gd name="T60" fmla="*/ 286 w 969"/>
                <a:gd name="T61" fmla="*/ 579 h 756"/>
                <a:gd name="T62" fmla="*/ 211 w 969"/>
                <a:gd name="T63" fmla="*/ 513 h 756"/>
                <a:gd name="T64" fmla="*/ 305 w 969"/>
                <a:gd name="T65" fmla="*/ 431 h 756"/>
                <a:gd name="T66" fmla="*/ 321 w 969"/>
                <a:gd name="T67" fmla="*/ 448 h 756"/>
                <a:gd name="T68" fmla="*/ 286 w 969"/>
                <a:gd name="T69" fmla="*/ 438 h 756"/>
                <a:gd name="T70" fmla="*/ 237 w 969"/>
                <a:gd name="T71" fmla="*/ 548 h 756"/>
                <a:gd name="T72" fmla="*/ 352 w 969"/>
                <a:gd name="T73" fmla="*/ 504 h 756"/>
                <a:gd name="T74" fmla="*/ 345 w 969"/>
                <a:gd name="T75" fmla="*/ 457 h 756"/>
                <a:gd name="T76" fmla="*/ 286 w 969"/>
                <a:gd name="T77" fmla="*/ 579 h 756"/>
                <a:gd name="T78" fmla="*/ 562 w 969"/>
                <a:gd name="T79" fmla="*/ 588 h 756"/>
                <a:gd name="T80" fmla="*/ 573 w 969"/>
                <a:gd name="T81" fmla="*/ 428 h 756"/>
                <a:gd name="T82" fmla="*/ 659 w 969"/>
                <a:gd name="T83" fmla="*/ 392 h 756"/>
                <a:gd name="T84" fmla="*/ 777 w 969"/>
                <a:gd name="T85" fmla="*/ 546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69" h="756">
                  <a:moveTo>
                    <a:pt x="960" y="707"/>
                  </a:moveTo>
                  <a:cubicBezTo>
                    <a:pt x="835" y="707"/>
                    <a:pt x="835" y="707"/>
                    <a:pt x="835" y="707"/>
                  </a:cubicBezTo>
                  <a:cubicBezTo>
                    <a:pt x="802" y="614"/>
                    <a:pt x="802" y="614"/>
                    <a:pt x="802" y="614"/>
                  </a:cubicBezTo>
                  <a:cubicBezTo>
                    <a:pt x="821" y="586"/>
                    <a:pt x="833" y="552"/>
                    <a:pt x="833" y="514"/>
                  </a:cubicBezTo>
                  <a:cubicBezTo>
                    <a:pt x="833" y="434"/>
                    <a:pt x="779" y="366"/>
                    <a:pt x="705" y="346"/>
                  </a:cubicBezTo>
                  <a:cubicBezTo>
                    <a:pt x="655" y="209"/>
                    <a:pt x="655" y="209"/>
                    <a:pt x="655" y="209"/>
                  </a:cubicBezTo>
                  <a:cubicBezTo>
                    <a:pt x="698" y="171"/>
                    <a:pt x="698" y="171"/>
                    <a:pt x="698" y="171"/>
                  </a:cubicBezTo>
                  <a:cubicBezTo>
                    <a:pt x="705" y="165"/>
                    <a:pt x="705" y="155"/>
                    <a:pt x="699" y="149"/>
                  </a:cubicBezTo>
                  <a:cubicBezTo>
                    <a:pt x="678" y="125"/>
                    <a:pt x="678" y="125"/>
                    <a:pt x="678" y="125"/>
                  </a:cubicBezTo>
                  <a:cubicBezTo>
                    <a:pt x="673" y="118"/>
                    <a:pt x="662" y="117"/>
                    <a:pt x="656" y="123"/>
                  </a:cubicBezTo>
                  <a:cubicBezTo>
                    <a:pt x="633" y="143"/>
                    <a:pt x="633" y="143"/>
                    <a:pt x="633" y="143"/>
                  </a:cubicBezTo>
                  <a:cubicBezTo>
                    <a:pt x="605" y="65"/>
                    <a:pt x="605" y="65"/>
                    <a:pt x="605" y="65"/>
                  </a:cubicBezTo>
                  <a:cubicBezTo>
                    <a:pt x="648" y="28"/>
                    <a:pt x="648" y="28"/>
                    <a:pt x="648" y="28"/>
                  </a:cubicBezTo>
                  <a:cubicBezTo>
                    <a:pt x="654" y="22"/>
                    <a:pt x="655" y="13"/>
                    <a:pt x="649" y="7"/>
                  </a:cubicBezTo>
                  <a:cubicBezTo>
                    <a:pt x="644" y="0"/>
                    <a:pt x="634" y="0"/>
                    <a:pt x="628" y="5"/>
                  </a:cubicBezTo>
                  <a:cubicBezTo>
                    <a:pt x="569" y="58"/>
                    <a:pt x="569" y="58"/>
                    <a:pt x="569" y="58"/>
                  </a:cubicBezTo>
                  <a:cubicBezTo>
                    <a:pt x="572" y="61"/>
                    <a:pt x="575" y="65"/>
                    <a:pt x="577" y="69"/>
                  </a:cubicBezTo>
                  <a:cubicBezTo>
                    <a:pt x="580" y="74"/>
                    <a:pt x="582" y="80"/>
                    <a:pt x="582" y="87"/>
                  </a:cubicBezTo>
                  <a:cubicBezTo>
                    <a:pt x="582" y="88"/>
                    <a:pt x="582" y="89"/>
                    <a:pt x="581" y="91"/>
                  </a:cubicBezTo>
                  <a:cubicBezTo>
                    <a:pt x="581" y="92"/>
                    <a:pt x="581" y="93"/>
                    <a:pt x="581" y="94"/>
                  </a:cubicBezTo>
                  <a:cubicBezTo>
                    <a:pt x="607" y="166"/>
                    <a:pt x="607" y="166"/>
                    <a:pt x="607" y="166"/>
                  </a:cubicBezTo>
                  <a:cubicBezTo>
                    <a:pt x="433" y="319"/>
                    <a:pt x="433" y="319"/>
                    <a:pt x="433" y="319"/>
                  </a:cubicBezTo>
                  <a:cubicBezTo>
                    <a:pt x="434" y="330"/>
                    <a:pt x="435" y="343"/>
                    <a:pt x="435" y="355"/>
                  </a:cubicBezTo>
                  <a:cubicBezTo>
                    <a:pt x="435" y="359"/>
                    <a:pt x="435" y="364"/>
                    <a:pt x="435" y="368"/>
                  </a:cubicBezTo>
                  <a:cubicBezTo>
                    <a:pt x="434" y="380"/>
                    <a:pt x="431" y="391"/>
                    <a:pt x="424" y="400"/>
                  </a:cubicBezTo>
                  <a:cubicBezTo>
                    <a:pt x="428" y="400"/>
                    <a:pt x="432" y="401"/>
                    <a:pt x="436" y="401"/>
                  </a:cubicBezTo>
                  <a:cubicBezTo>
                    <a:pt x="607" y="251"/>
                    <a:pt x="607" y="251"/>
                    <a:pt x="607" y="251"/>
                  </a:cubicBezTo>
                  <a:cubicBezTo>
                    <a:pt x="639" y="341"/>
                    <a:pt x="639" y="341"/>
                    <a:pt x="639" y="341"/>
                  </a:cubicBezTo>
                  <a:cubicBezTo>
                    <a:pt x="590" y="347"/>
                    <a:pt x="547" y="372"/>
                    <a:pt x="519" y="410"/>
                  </a:cubicBezTo>
                  <a:cubicBezTo>
                    <a:pt x="518" y="412"/>
                    <a:pt x="516" y="415"/>
                    <a:pt x="514" y="417"/>
                  </a:cubicBezTo>
                  <a:cubicBezTo>
                    <a:pt x="485" y="414"/>
                    <a:pt x="456" y="411"/>
                    <a:pt x="428" y="409"/>
                  </a:cubicBezTo>
                  <a:cubicBezTo>
                    <a:pt x="424" y="408"/>
                    <a:pt x="421" y="408"/>
                    <a:pt x="417" y="408"/>
                  </a:cubicBezTo>
                  <a:cubicBezTo>
                    <a:pt x="407" y="418"/>
                    <a:pt x="393" y="424"/>
                    <a:pt x="377" y="424"/>
                  </a:cubicBezTo>
                  <a:cubicBezTo>
                    <a:pt x="376" y="424"/>
                    <a:pt x="376" y="424"/>
                    <a:pt x="375" y="424"/>
                  </a:cubicBezTo>
                  <a:cubicBezTo>
                    <a:pt x="374" y="424"/>
                    <a:pt x="373" y="424"/>
                    <a:pt x="371" y="424"/>
                  </a:cubicBezTo>
                  <a:cubicBezTo>
                    <a:pt x="363" y="423"/>
                    <a:pt x="356" y="421"/>
                    <a:pt x="349" y="417"/>
                  </a:cubicBezTo>
                  <a:cubicBezTo>
                    <a:pt x="344" y="414"/>
                    <a:pt x="339" y="410"/>
                    <a:pt x="335" y="406"/>
                  </a:cubicBezTo>
                  <a:cubicBezTo>
                    <a:pt x="334" y="406"/>
                    <a:pt x="334" y="406"/>
                    <a:pt x="334" y="405"/>
                  </a:cubicBezTo>
                  <a:cubicBezTo>
                    <a:pt x="334" y="405"/>
                    <a:pt x="333" y="404"/>
                    <a:pt x="333" y="404"/>
                  </a:cubicBezTo>
                  <a:cubicBezTo>
                    <a:pt x="331" y="404"/>
                    <a:pt x="329" y="404"/>
                    <a:pt x="328" y="404"/>
                  </a:cubicBezTo>
                  <a:cubicBezTo>
                    <a:pt x="318" y="404"/>
                    <a:pt x="310" y="403"/>
                    <a:pt x="302" y="403"/>
                  </a:cubicBezTo>
                  <a:cubicBezTo>
                    <a:pt x="223" y="318"/>
                    <a:pt x="223" y="318"/>
                    <a:pt x="223" y="318"/>
                  </a:cubicBezTo>
                  <a:cubicBezTo>
                    <a:pt x="145" y="235"/>
                    <a:pt x="145" y="235"/>
                    <a:pt x="145" y="235"/>
                  </a:cubicBezTo>
                  <a:cubicBezTo>
                    <a:pt x="183" y="238"/>
                    <a:pt x="183" y="238"/>
                    <a:pt x="183" y="238"/>
                  </a:cubicBezTo>
                  <a:cubicBezTo>
                    <a:pt x="184" y="238"/>
                    <a:pt x="185" y="238"/>
                    <a:pt x="187" y="238"/>
                  </a:cubicBezTo>
                  <a:cubicBezTo>
                    <a:pt x="194" y="237"/>
                    <a:pt x="200" y="231"/>
                    <a:pt x="200" y="223"/>
                  </a:cubicBezTo>
                  <a:cubicBezTo>
                    <a:pt x="202" y="197"/>
                    <a:pt x="202" y="197"/>
                    <a:pt x="202" y="197"/>
                  </a:cubicBezTo>
                  <a:cubicBezTo>
                    <a:pt x="194" y="194"/>
                    <a:pt x="186" y="192"/>
                    <a:pt x="179" y="190"/>
                  </a:cubicBezTo>
                  <a:cubicBezTo>
                    <a:pt x="179" y="190"/>
                    <a:pt x="179" y="190"/>
                    <a:pt x="179" y="190"/>
                  </a:cubicBezTo>
                  <a:cubicBezTo>
                    <a:pt x="169" y="190"/>
                    <a:pt x="153" y="187"/>
                    <a:pt x="136" y="181"/>
                  </a:cubicBezTo>
                  <a:cubicBezTo>
                    <a:pt x="127" y="178"/>
                    <a:pt x="118" y="174"/>
                    <a:pt x="110" y="169"/>
                  </a:cubicBezTo>
                  <a:cubicBezTo>
                    <a:pt x="80" y="166"/>
                    <a:pt x="80" y="166"/>
                    <a:pt x="80" y="166"/>
                  </a:cubicBezTo>
                  <a:cubicBezTo>
                    <a:pt x="80" y="166"/>
                    <a:pt x="80" y="166"/>
                    <a:pt x="80" y="166"/>
                  </a:cubicBezTo>
                  <a:cubicBezTo>
                    <a:pt x="80" y="166"/>
                    <a:pt x="80" y="166"/>
                    <a:pt x="80" y="166"/>
                  </a:cubicBezTo>
                  <a:cubicBezTo>
                    <a:pt x="20" y="162"/>
                    <a:pt x="20" y="162"/>
                    <a:pt x="20" y="162"/>
                  </a:cubicBezTo>
                  <a:cubicBezTo>
                    <a:pt x="11" y="161"/>
                    <a:pt x="4" y="168"/>
                    <a:pt x="3" y="177"/>
                  </a:cubicBezTo>
                  <a:cubicBezTo>
                    <a:pt x="1" y="209"/>
                    <a:pt x="1" y="209"/>
                    <a:pt x="1" y="209"/>
                  </a:cubicBezTo>
                  <a:cubicBezTo>
                    <a:pt x="0" y="218"/>
                    <a:pt x="7" y="225"/>
                    <a:pt x="15" y="226"/>
                  </a:cubicBezTo>
                  <a:cubicBezTo>
                    <a:pt x="64" y="229"/>
                    <a:pt x="64" y="229"/>
                    <a:pt x="64" y="229"/>
                  </a:cubicBezTo>
                  <a:cubicBezTo>
                    <a:pt x="227" y="404"/>
                    <a:pt x="227" y="404"/>
                    <a:pt x="227" y="404"/>
                  </a:cubicBezTo>
                  <a:cubicBezTo>
                    <a:pt x="235" y="412"/>
                    <a:pt x="235" y="412"/>
                    <a:pt x="235" y="412"/>
                  </a:cubicBezTo>
                  <a:cubicBezTo>
                    <a:pt x="232" y="414"/>
                    <a:pt x="228" y="416"/>
                    <a:pt x="225" y="418"/>
                  </a:cubicBezTo>
                  <a:cubicBezTo>
                    <a:pt x="197" y="435"/>
                    <a:pt x="177" y="467"/>
                    <a:pt x="177" y="503"/>
                  </a:cubicBezTo>
                  <a:cubicBezTo>
                    <a:pt x="177" y="515"/>
                    <a:pt x="180" y="527"/>
                    <a:pt x="184" y="537"/>
                  </a:cubicBezTo>
                  <a:cubicBezTo>
                    <a:pt x="191" y="558"/>
                    <a:pt x="206" y="575"/>
                    <a:pt x="224" y="587"/>
                  </a:cubicBezTo>
                  <a:cubicBezTo>
                    <a:pt x="240" y="597"/>
                    <a:pt x="258" y="602"/>
                    <a:pt x="277" y="602"/>
                  </a:cubicBezTo>
                  <a:cubicBezTo>
                    <a:pt x="304" y="602"/>
                    <a:pt x="405" y="602"/>
                    <a:pt x="502" y="589"/>
                  </a:cubicBezTo>
                  <a:cubicBezTo>
                    <a:pt x="503" y="592"/>
                    <a:pt x="504" y="595"/>
                    <a:pt x="505" y="597"/>
                  </a:cubicBezTo>
                  <a:cubicBezTo>
                    <a:pt x="535" y="652"/>
                    <a:pt x="592" y="689"/>
                    <a:pt x="659" y="689"/>
                  </a:cubicBezTo>
                  <a:cubicBezTo>
                    <a:pt x="694" y="689"/>
                    <a:pt x="727" y="678"/>
                    <a:pt x="754" y="660"/>
                  </a:cubicBezTo>
                  <a:cubicBezTo>
                    <a:pt x="771" y="707"/>
                    <a:pt x="771" y="707"/>
                    <a:pt x="771" y="707"/>
                  </a:cubicBezTo>
                  <a:cubicBezTo>
                    <a:pt x="700" y="707"/>
                    <a:pt x="700" y="707"/>
                    <a:pt x="700" y="707"/>
                  </a:cubicBezTo>
                  <a:cubicBezTo>
                    <a:pt x="695" y="707"/>
                    <a:pt x="691" y="712"/>
                    <a:pt x="691" y="717"/>
                  </a:cubicBezTo>
                  <a:cubicBezTo>
                    <a:pt x="691" y="756"/>
                    <a:pt x="691" y="756"/>
                    <a:pt x="691" y="756"/>
                  </a:cubicBezTo>
                  <a:cubicBezTo>
                    <a:pt x="969" y="756"/>
                    <a:pt x="969" y="756"/>
                    <a:pt x="969" y="756"/>
                  </a:cubicBezTo>
                  <a:cubicBezTo>
                    <a:pt x="969" y="717"/>
                    <a:pt x="969" y="717"/>
                    <a:pt x="969" y="717"/>
                  </a:cubicBezTo>
                  <a:cubicBezTo>
                    <a:pt x="969" y="712"/>
                    <a:pt x="965" y="707"/>
                    <a:pt x="960" y="707"/>
                  </a:cubicBezTo>
                  <a:close/>
                  <a:moveTo>
                    <a:pt x="318" y="504"/>
                  </a:moveTo>
                  <a:cubicBezTo>
                    <a:pt x="318" y="504"/>
                    <a:pt x="318" y="504"/>
                    <a:pt x="318" y="505"/>
                  </a:cubicBezTo>
                  <a:cubicBezTo>
                    <a:pt x="318" y="521"/>
                    <a:pt x="305" y="535"/>
                    <a:pt x="288" y="536"/>
                  </a:cubicBezTo>
                  <a:cubicBezTo>
                    <a:pt x="287" y="536"/>
                    <a:pt x="287" y="536"/>
                    <a:pt x="286" y="536"/>
                  </a:cubicBezTo>
                  <a:cubicBezTo>
                    <a:pt x="285" y="536"/>
                    <a:pt x="284" y="536"/>
                    <a:pt x="283" y="536"/>
                  </a:cubicBezTo>
                  <a:cubicBezTo>
                    <a:pt x="266" y="534"/>
                    <a:pt x="254" y="520"/>
                    <a:pt x="254" y="504"/>
                  </a:cubicBezTo>
                  <a:cubicBezTo>
                    <a:pt x="254" y="486"/>
                    <a:pt x="268" y="472"/>
                    <a:pt x="286" y="472"/>
                  </a:cubicBezTo>
                  <a:cubicBezTo>
                    <a:pt x="290" y="472"/>
                    <a:pt x="294" y="472"/>
                    <a:pt x="297" y="474"/>
                  </a:cubicBezTo>
                  <a:cubicBezTo>
                    <a:pt x="277" y="496"/>
                    <a:pt x="277" y="496"/>
                    <a:pt x="277" y="496"/>
                  </a:cubicBezTo>
                  <a:cubicBezTo>
                    <a:pt x="273" y="501"/>
                    <a:pt x="273" y="508"/>
                    <a:pt x="278" y="513"/>
                  </a:cubicBezTo>
                  <a:cubicBezTo>
                    <a:pt x="280" y="515"/>
                    <a:pt x="283" y="516"/>
                    <a:pt x="286" y="516"/>
                  </a:cubicBezTo>
                  <a:cubicBezTo>
                    <a:pt x="289" y="516"/>
                    <a:pt x="292" y="514"/>
                    <a:pt x="295" y="512"/>
                  </a:cubicBezTo>
                  <a:cubicBezTo>
                    <a:pt x="307" y="498"/>
                    <a:pt x="307" y="498"/>
                    <a:pt x="307" y="498"/>
                  </a:cubicBezTo>
                  <a:cubicBezTo>
                    <a:pt x="315" y="490"/>
                    <a:pt x="315" y="490"/>
                    <a:pt x="315" y="490"/>
                  </a:cubicBezTo>
                  <a:cubicBezTo>
                    <a:pt x="317" y="494"/>
                    <a:pt x="318" y="499"/>
                    <a:pt x="318" y="504"/>
                  </a:cubicBezTo>
                  <a:close/>
                  <a:moveTo>
                    <a:pt x="286" y="579"/>
                  </a:moveTo>
                  <a:cubicBezTo>
                    <a:pt x="271" y="579"/>
                    <a:pt x="258" y="575"/>
                    <a:pt x="246" y="568"/>
                  </a:cubicBezTo>
                  <a:cubicBezTo>
                    <a:pt x="234" y="560"/>
                    <a:pt x="224" y="549"/>
                    <a:pt x="218" y="536"/>
                  </a:cubicBezTo>
                  <a:cubicBezTo>
                    <a:pt x="214" y="529"/>
                    <a:pt x="212" y="521"/>
                    <a:pt x="211" y="513"/>
                  </a:cubicBezTo>
                  <a:cubicBezTo>
                    <a:pt x="211" y="510"/>
                    <a:pt x="211" y="507"/>
                    <a:pt x="211" y="504"/>
                  </a:cubicBezTo>
                  <a:cubicBezTo>
                    <a:pt x="211" y="462"/>
                    <a:pt x="244" y="428"/>
                    <a:pt x="286" y="428"/>
                  </a:cubicBezTo>
                  <a:cubicBezTo>
                    <a:pt x="293" y="428"/>
                    <a:pt x="299" y="429"/>
                    <a:pt x="305" y="431"/>
                  </a:cubicBezTo>
                  <a:cubicBezTo>
                    <a:pt x="311" y="433"/>
                    <a:pt x="317" y="435"/>
                    <a:pt x="323" y="438"/>
                  </a:cubicBezTo>
                  <a:cubicBezTo>
                    <a:pt x="324" y="439"/>
                    <a:pt x="326" y="440"/>
                    <a:pt x="327" y="441"/>
                  </a:cubicBezTo>
                  <a:cubicBezTo>
                    <a:pt x="321" y="448"/>
                    <a:pt x="321" y="448"/>
                    <a:pt x="321" y="448"/>
                  </a:cubicBezTo>
                  <a:cubicBezTo>
                    <a:pt x="321" y="448"/>
                    <a:pt x="321" y="448"/>
                    <a:pt x="321" y="448"/>
                  </a:cubicBezTo>
                  <a:cubicBezTo>
                    <a:pt x="313" y="443"/>
                    <a:pt x="305" y="440"/>
                    <a:pt x="296" y="439"/>
                  </a:cubicBezTo>
                  <a:cubicBezTo>
                    <a:pt x="293" y="438"/>
                    <a:pt x="289" y="438"/>
                    <a:pt x="286" y="438"/>
                  </a:cubicBezTo>
                  <a:cubicBezTo>
                    <a:pt x="250" y="438"/>
                    <a:pt x="220" y="468"/>
                    <a:pt x="220" y="504"/>
                  </a:cubicBezTo>
                  <a:cubicBezTo>
                    <a:pt x="220" y="504"/>
                    <a:pt x="220" y="505"/>
                    <a:pt x="220" y="505"/>
                  </a:cubicBezTo>
                  <a:cubicBezTo>
                    <a:pt x="221" y="522"/>
                    <a:pt x="227" y="536"/>
                    <a:pt x="237" y="548"/>
                  </a:cubicBezTo>
                  <a:cubicBezTo>
                    <a:pt x="242" y="553"/>
                    <a:pt x="247" y="558"/>
                    <a:pt x="254" y="561"/>
                  </a:cubicBezTo>
                  <a:cubicBezTo>
                    <a:pt x="263" y="567"/>
                    <a:pt x="274" y="570"/>
                    <a:pt x="286" y="570"/>
                  </a:cubicBezTo>
                  <a:cubicBezTo>
                    <a:pt x="322" y="570"/>
                    <a:pt x="352" y="540"/>
                    <a:pt x="352" y="504"/>
                  </a:cubicBezTo>
                  <a:cubicBezTo>
                    <a:pt x="352" y="495"/>
                    <a:pt x="350" y="487"/>
                    <a:pt x="347" y="479"/>
                  </a:cubicBezTo>
                  <a:cubicBezTo>
                    <a:pt x="345" y="474"/>
                    <a:pt x="342" y="469"/>
                    <a:pt x="338" y="464"/>
                  </a:cubicBezTo>
                  <a:cubicBezTo>
                    <a:pt x="345" y="457"/>
                    <a:pt x="345" y="457"/>
                    <a:pt x="345" y="457"/>
                  </a:cubicBezTo>
                  <a:cubicBezTo>
                    <a:pt x="349" y="461"/>
                    <a:pt x="352" y="467"/>
                    <a:pt x="354" y="473"/>
                  </a:cubicBezTo>
                  <a:cubicBezTo>
                    <a:pt x="359" y="482"/>
                    <a:pt x="361" y="493"/>
                    <a:pt x="361" y="504"/>
                  </a:cubicBezTo>
                  <a:cubicBezTo>
                    <a:pt x="361" y="545"/>
                    <a:pt x="328" y="579"/>
                    <a:pt x="286" y="579"/>
                  </a:cubicBezTo>
                  <a:close/>
                  <a:moveTo>
                    <a:pt x="736" y="609"/>
                  </a:moveTo>
                  <a:cubicBezTo>
                    <a:pt x="715" y="626"/>
                    <a:pt x="688" y="636"/>
                    <a:pt x="659" y="636"/>
                  </a:cubicBezTo>
                  <a:cubicBezTo>
                    <a:pt x="619" y="636"/>
                    <a:pt x="584" y="618"/>
                    <a:pt x="562" y="588"/>
                  </a:cubicBezTo>
                  <a:cubicBezTo>
                    <a:pt x="560" y="586"/>
                    <a:pt x="558" y="583"/>
                    <a:pt x="557" y="581"/>
                  </a:cubicBezTo>
                  <a:cubicBezTo>
                    <a:pt x="544" y="562"/>
                    <a:pt x="537" y="539"/>
                    <a:pt x="537" y="514"/>
                  </a:cubicBezTo>
                  <a:cubicBezTo>
                    <a:pt x="537" y="480"/>
                    <a:pt x="551" y="450"/>
                    <a:pt x="573" y="428"/>
                  </a:cubicBezTo>
                  <a:cubicBezTo>
                    <a:pt x="575" y="425"/>
                    <a:pt x="578" y="423"/>
                    <a:pt x="580" y="421"/>
                  </a:cubicBezTo>
                  <a:cubicBezTo>
                    <a:pt x="601" y="403"/>
                    <a:pt x="628" y="393"/>
                    <a:pt x="658" y="392"/>
                  </a:cubicBezTo>
                  <a:cubicBezTo>
                    <a:pt x="658" y="392"/>
                    <a:pt x="658" y="392"/>
                    <a:pt x="659" y="392"/>
                  </a:cubicBezTo>
                  <a:cubicBezTo>
                    <a:pt x="685" y="392"/>
                    <a:pt x="709" y="401"/>
                    <a:pt x="729" y="415"/>
                  </a:cubicBezTo>
                  <a:cubicBezTo>
                    <a:pt x="761" y="437"/>
                    <a:pt x="781" y="473"/>
                    <a:pt x="781" y="514"/>
                  </a:cubicBezTo>
                  <a:cubicBezTo>
                    <a:pt x="781" y="525"/>
                    <a:pt x="779" y="536"/>
                    <a:pt x="777" y="546"/>
                  </a:cubicBezTo>
                  <a:cubicBezTo>
                    <a:pt x="770" y="571"/>
                    <a:pt x="756" y="593"/>
                    <a:pt x="736" y="6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112"/>
            <p:cNvSpPr>
              <a:spLocks noEditPoints="1"/>
            </p:cNvSpPr>
            <p:nvPr/>
          </p:nvSpPr>
          <p:spPr bwMode="auto">
            <a:xfrm>
              <a:off x="7553325" y="5661025"/>
              <a:ext cx="327025" cy="327025"/>
            </a:xfrm>
            <a:custGeom>
              <a:avLst/>
              <a:gdLst>
                <a:gd name="T0" fmla="*/ 111 w 213"/>
                <a:gd name="T1" fmla="*/ 0 h 213"/>
                <a:gd name="T2" fmla="*/ 107 w 213"/>
                <a:gd name="T3" fmla="*/ 0 h 213"/>
                <a:gd name="T4" fmla="*/ 48 w 213"/>
                <a:gd name="T5" fmla="*/ 18 h 213"/>
                <a:gd name="T6" fmla="*/ 40 w 213"/>
                <a:gd name="T7" fmla="*/ 24 h 213"/>
                <a:gd name="T8" fmla="*/ 0 w 213"/>
                <a:gd name="T9" fmla="*/ 106 h 213"/>
                <a:gd name="T10" fmla="*/ 21 w 213"/>
                <a:gd name="T11" fmla="*/ 170 h 213"/>
                <a:gd name="T12" fmla="*/ 27 w 213"/>
                <a:gd name="T13" fmla="*/ 177 h 213"/>
                <a:gd name="T14" fmla="*/ 107 w 213"/>
                <a:gd name="T15" fmla="*/ 213 h 213"/>
                <a:gd name="T16" fmla="*/ 178 w 213"/>
                <a:gd name="T17" fmla="*/ 185 h 213"/>
                <a:gd name="T18" fmla="*/ 213 w 213"/>
                <a:gd name="T19" fmla="*/ 106 h 213"/>
                <a:gd name="T20" fmla="*/ 213 w 213"/>
                <a:gd name="T21" fmla="*/ 106 h 213"/>
                <a:gd name="T22" fmla="*/ 189 w 213"/>
                <a:gd name="T23" fmla="*/ 39 h 213"/>
                <a:gd name="T24" fmla="*/ 111 w 213"/>
                <a:gd name="T25" fmla="*/ 0 h 213"/>
                <a:gd name="T26" fmla="*/ 107 w 213"/>
                <a:gd name="T27" fmla="*/ 158 h 213"/>
                <a:gd name="T28" fmla="*/ 94 w 213"/>
                <a:gd name="T29" fmla="*/ 157 h 213"/>
                <a:gd name="T30" fmla="*/ 82 w 213"/>
                <a:gd name="T31" fmla="*/ 152 h 213"/>
                <a:gd name="T32" fmla="*/ 55 w 213"/>
                <a:gd name="T33" fmla="*/ 106 h 213"/>
                <a:gd name="T34" fmla="*/ 107 w 213"/>
                <a:gd name="T35" fmla="*/ 54 h 213"/>
                <a:gd name="T36" fmla="*/ 120 w 213"/>
                <a:gd name="T37" fmla="*/ 56 h 213"/>
                <a:gd name="T38" fmla="*/ 134 w 213"/>
                <a:gd name="T39" fmla="*/ 62 h 213"/>
                <a:gd name="T40" fmla="*/ 144 w 213"/>
                <a:gd name="T41" fmla="*/ 70 h 213"/>
                <a:gd name="T42" fmla="*/ 159 w 213"/>
                <a:gd name="T43" fmla="*/ 106 h 213"/>
                <a:gd name="T44" fmla="*/ 156 w 213"/>
                <a:gd name="T45" fmla="*/ 124 h 213"/>
                <a:gd name="T46" fmla="*/ 107 w 213"/>
                <a:gd name="T47" fmla="*/ 158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3" h="213">
                  <a:moveTo>
                    <a:pt x="111" y="0"/>
                  </a:moveTo>
                  <a:cubicBezTo>
                    <a:pt x="110" y="0"/>
                    <a:pt x="108" y="0"/>
                    <a:pt x="107" y="0"/>
                  </a:cubicBezTo>
                  <a:cubicBezTo>
                    <a:pt x="85" y="0"/>
                    <a:pt x="65" y="6"/>
                    <a:pt x="48" y="18"/>
                  </a:cubicBezTo>
                  <a:cubicBezTo>
                    <a:pt x="45" y="19"/>
                    <a:pt x="42" y="22"/>
                    <a:pt x="40" y="24"/>
                  </a:cubicBezTo>
                  <a:cubicBezTo>
                    <a:pt x="16" y="43"/>
                    <a:pt x="0" y="73"/>
                    <a:pt x="0" y="106"/>
                  </a:cubicBezTo>
                  <a:cubicBezTo>
                    <a:pt x="0" y="130"/>
                    <a:pt x="8" y="152"/>
                    <a:pt x="21" y="170"/>
                  </a:cubicBezTo>
                  <a:cubicBezTo>
                    <a:pt x="23" y="172"/>
                    <a:pt x="25" y="174"/>
                    <a:pt x="27" y="177"/>
                  </a:cubicBezTo>
                  <a:cubicBezTo>
                    <a:pt x="46" y="199"/>
                    <a:pt x="75" y="213"/>
                    <a:pt x="107" y="213"/>
                  </a:cubicBezTo>
                  <a:cubicBezTo>
                    <a:pt x="134" y="213"/>
                    <a:pt x="159" y="202"/>
                    <a:pt x="178" y="185"/>
                  </a:cubicBezTo>
                  <a:cubicBezTo>
                    <a:pt x="200" y="166"/>
                    <a:pt x="213" y="138"/>
                    <a:pt x="213" y="106"/>
                  </a:cubicBezTo>
                  <a:cubicBezTo>
                    <a:pt x="213" y="106"/>
                    <a:pt x="213" y="106"/>
                    <a:pt x="213" y="106"/>
                  </a:cubicBezTo>
                  <a:cubicBezTo>
                    <a:pt x="213" y="80"/>
                    <a:pt x="204" y="57"/>
                    <a:pt x="189" y="39"/>
                  </a:cubicBezTo>
                  <a:cubicBezTo>
                    <a:pt x="170" y="16"/>
                    <a:pt x="142" y="1"/>
                    <a:pt x="111" y="0"/>
                  </a:cubicBezTo>
                  <a:close/>
                  <a:moveTo>
                    <a:pt x="107" y="158"/>
                  </a:moveTo>
                  <a:cubicBezTo>
                    <a:pt x="102" y="158"/>
                    <a:pt x="98" y="158"/>
                    <a:pt x="94" y="157"/>
                  </a:cubicBezTo>
                  <a:cubicBezTo>
                    <a:pt x="90" y="156"/>
                    <a:pt x="86" y="154"/>
                    <a:pt x="82" y="152"/>
                  </a:cubicBezTo>
                  <a:cubicBezTo>
                    <a:pt x="66" y="144"/>
                    <a:pt x="55" y="126"/>
                    <a:pt x="55" y="106"/>
                  </a:cubicBezTo>
                  <a:cubicBezTo>
                    <a:pt x="55" y="78"/>
                    <a:pt x="78" y="54"/>
                    <a:pt x="107" y="54"/>
                  </a:cubicBezTo>
                  <a:cubicBezTo>
                    <a:pt x="111" y="54"/>
                    <a:pt x="115" y="55"/>
                    <a:pt x="120" y="56"/>
                  </a:cubicBezTo>
                  <a:cubicBezTo>
                    <a:pt x="125" y="57"/>
                    <a:pt x="129" y="59"/>
                    <a:pt x="134" y="62"/>
                  </a:cubicBezTo>
                  <a:cubicBezTo>
                    <a:pt x="137" y="64"/>
                    <a:pt x="141" y="67"/>
                    <a:pt x="144" y="70"/>
                  </a:cubicBezTo>
                  <a:cubicBezTo>
                    <a:pt x="153" y="79"/>
                    <a:pt x="159" y="92"/>
                    <a:pt x="159" y="106"/>
                  </a:cubicBezTo>
                  <a:cubicBezTo>
                    <a:pt x="159" y="112"/>
                    <a:pt x="158" y="118"/>
                    <a:pt x="156" y="124"/>
                  </a:cubicBezTo>
                  <a:cubicBezTo>
                    <a:pt x="149" y="144"/>
                    <a:pt x="130" y="158"/>
                    <a:pt x="107"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113"/>
            <p:cNvSpPr>
              <a:spLocks/>
            </p:cNvSpPr>
            <p:nvPr/>
          </p:nvSpPr>
          <p:spPr bwMode="auto">
            <a:xfrm>
              <a:off x="7242175" y="5124450"/>
              <a:ext cx="311150" cy="190500"/>
            </a:xfrm>
            <a:custGeom>
              <a:avLst/>
              <a:gdLst>
                <a:gd name="T0" fmla="*/ 52 w 202"/>
                <a:gd name="T1" fmla="*/ 56 h 123"/>
                <a:gd name="T2" fmla="*/ 118 w 202"/>
                <a:gd name="T3" fmla="*/ 87 h 123"/>
                <a:gd name="T4" fmla="*/ 109 w 202"/>
                <a:gd name="T5" fmla="*/ 95 h 123"/>
                <a:gd name="T6" fmla="*/ 108 w 202"/>
                <a:gd name="T7" fmla="*/ 116 h 123"/>
                <a:gd name="T8" fmla="*/ 129 w 202"/>
                <a:gd name="T9" fmla="*/ 117 h 123"/>
                <a:gd name="T10" fmla="*/ 157 w 202"/>
                <a:gd name="T11" fmla="*/ 92 h 123"/>
                <a:gd name="T12" fmla="*/ 164 w 202"/>
                <a:gd name="T13" fmla="*/ 92 h 123"/>
                <a:gd name="T14" fmla="*/ 165 w 202"/>
                <a:gd name="T15" fmla="*/ 92 h 123"/>
                <a:gd name="T16" fmla="*/ 172 w 202"/>
                <a:gd name="T17" fmla="*/ 92 h 123"/>
                <a:gd name="T18" fmla="*/ 202 w 202"/>
                <a:gd name="T19" fmla="*/ 66 h 123"/>
                <a:gd name="T20" fmla="*/ 192 w 202"/>
                <a:gd name="T21" fmla="*/ 67 h 123"/>
                <a:gd name="T22" fmla="*/ 188 w 202"/>
                <a:gd name="T23" fmla="*/ 67 h 123"/>
                <a:gd name="T24" fmla="*/ 186 w 202"/>
                <a:gd name="T25" fmla="*/ 67 h 123"/>
                <a:gd name="T26" fmla="*/ 147 w 202"/>
                <a:gd name="T27" fmla="*/ 61 h 123"/>
                <a:gd name="T28" fmla="*/ 0 w 202"/>
                <a:gd name="T29" fmla="*/ 0 h 123"/>
                <a:gd name="T30" fmla="*/ 52 w 202"/>
                <a:gd name="T31" fmla="*/ 56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2" h="123">
                  <a:moveTo>
                    <a:pt x="52" y="56"/>
                  </a:moveTo>
                  <a:cubicBezTo>
                    <a:pt x="70" y="70"/>
                    <a:pt x="93" y="81"/>
                    <a:pt x="118" y="87"/>
                  </a:cubicBezTo>
                  <a:cubicBezTo>
                    <a:pt x="109" y="95"/>
                    <a:pt x="109" y="95"/>
                    <a:pt x="109" y="95"/>
                  </a:cubicBezTo>
                  <a:cubicBezTo>
                    <a:pt x="103" y="100"/>
                    <a:pt x="102" y="110"/>
                    <a:pt x="108" y="116"/>
                  </a:cubicBezTo>
                  <a:cubicBezTo>
                    <a:pt x="113" y="122"/>
                    <a:pt x="123" y="123"/>
                    <a:pt x="129" y="117"/>
                  </a:cubicBezTo>
                  <a:cubicBezTo>
                    <a:pt x="157" y="92"/>
                    <a:pt x="157" y="92"/>
                    <a:pt x="157" y="92"/>
                  </a:cubicBezTo>
                  <a:cubicBezTo>
                    <a:pt x="160" y="92"/>
                    <a:pt x="162" y="92"/>
                    <a:pt x="164" y="92"/>
                  </a:cubicBezTo>
                  <a:cubicBezTo>
                    <a:pt x="165" y="92"/>
                    <a:pt x="165" y="92"/>
                    <a:pt x="165" y="92"/>
                  </a:cubicBezTo>
                  <a:cubicBezTo>
                    <a:pt x="167" y="92"/>
                    <a:pt x="170" y="92"/>
                    <a:pt x="172" y="92"/>
                  </a:cubicBezTo>
                  <a:cubicBezTo>
                    <a:pt x="187" y="92"/>
                    <a:pt x="200" y="80"/>
                    <a:pt x="202" y="66"/>
                  </a:cubicBezTo>
                  <a:cubicBezTo>
                    <a:pt x="199" y="66"/>
                    <a:pt x="195" y="67"/>
                    <a:pt x="192" y="67"/>
                  </a:cubicBezTo>
                  <a:cubicBezTo>
                    <a:pt x="190" y="67"/>
                    <a:pt x="189" y="67"/>
                    <a:pt x="188" y="67"/>
                  </a:cubicBezTo>
                  <a:cubicBezTo>
                    <a:pt x="187" y="67"/>
                    <a:pt x="187" y="67"/>
                    <a:pt x="186" y="67"/>
                  </a:cubicBezTo>
                  <a:cubicBezTo>
                    <a:pt x="173" y="65"/>
                    <a:pt x="160" y="64"/>
                    <a:pt x="147" y="61"/>
                  </a:cubicBezTo>
                  <a:cubicBezTo>
                    <a:pt x="82" y="49"/>
                    <a:pt x="34" y="25"/>
                    <a:pt x="0" y="0"/>
                  </a:cubicBezTo>
                  <a:cubicBezTo>
                    <a:pt x="13" y="20"/>
                    <a:pt x="30" y="40"/>
                    <a:pt x="52" y="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14"/>
            <p:cNvSpPr>
              <a:spLocks/>
            </p:cNvSpPr>
            <p:nvPr/>
          </p:nvSpPr>
          <p:spPr bwMode="auto">
            <a:xfrm>
              <a:off x="7232650" y="4629150"/>
              <a:ext cx="306388" cy="304800"/>
            </a:xfrm>
            <a:custGeom>
              <a:avLst/>
              <a:gdLst>
                <a:gd name="T0" fmla="*/ 37 w 199"/>
                <a:gd name="T1" fmla="*/ 35 h 198"/>
                <a:gd name="T2" fmla="*/ 35 w 199"/>
                <a:gd name="T3" fmla="*/ 162 h 198"/>
                <a:gd name="T4" fmla="*/ 162 w 199"/>
                <a:gd name="T5" fmla="*/ 164 h 198"/>
                <a:gd name="T6" fmla="*/ 164 w 199"/>
                <a:gd name="T7" fmla="*/ 36 h 198"/>
                <a:gd name="T8" fmla="*/ 37 w 199"/>
                <a:gd name="T9" fmla="*/ 35 h 198"/>
              </a:gdLst>
              <a:ahLst/>
              <a:cxnLst>
                <a:cxn ang="0">
                  <a:pos x="T0" y="T1"/>
                </a:cxn>
                <a:cxn ang="0">
                  <a:pos x="T2" y="T3"/>
                </a:cxn>
                <a:cxn ang="0">
                  <a:pos x="T4" y="T5"/>
                </a:cxn>
                <a:cxn ang="0">
                  <a:pos x="T6" y="T7"/>
                </a:cxn>
                <a:cxn ang="0">
                  <a:pos x="T8" y="T9"/>
                </a:cxn>
              </a:cxnLst>
              <a:rect l="0" t="0" r="r" b="b"/>
              <a:pathLst>
                <a:path w="199" h="198">
                  <a:moveTo>
                    <a:pt x="37" y="35"/>
                  </a:moveTo>
                  <a:cubicBezTo>
                    <a:pt x="1" y="69"/>
                    <a:pt x="0" y="126"/>
                    <a:pt x="35" y="162"/>
                  </a:cubicBezTo>
                  <a:cubicBezTo>
                    <a:pt x="70" y="197"/>
                    <a:pt x="127" y="198"/>
                    <a:pt x="162" y="164"/>
                  </a:cubicBezTo>
                  <a:cubicBezTo>
                    <a:pt x="198" y="129"/>
                    <a:pt x="199" y="72"/>
                    <a:pt x="164" y="36"/>
                  </a:cubicBezTo>
                  <a:cubicBezTo>
                    <a:pt x="129" y="1"/>
                    <a:pt x="72" y="0"/>
                    <a:pt x="37"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115"/>
            <p:cNvSpPr>
              <a:spLocks/>
            </p:cNvSpPr>
            <p:nvPr/>
          </p:nvSpPr>
          <p:spPr bwMode="auto">
            <a:xfrm>
              <a:off x="6799263" y="4806950"/>
              <a:ext cx="561975" cy="865188"/>
            </a:xfrm>
            <a:custGeom>
              <a:avLst/>
              <a:gdLst>
                <a:gd name="T0" fmla="*/ 48 w 365"/>
                <a:gd name="T1" fmla="*/ 306 h 563"/>
                <a:gd name="T2" fmla="*/ 50 w 365"/>
                <a:gd name="T3" fmla="*/ 308 h 563"/>
                <a:gd name="T4" fmla="*/ 68 w 365"/>
                <a:gd name="T5" fmla="*/ 317 h 563"/>
                <a:gd name="T6" fmla="*/ 118 w 365"/>
                <a:gd name="T7" fmla="*/ 329 h 563"/>
                <a:gd name="T8" fmla="*/ 140 w 365"/>
                <a:gd name="T9" fmla="*/ 335 h 563"/>
                <a:gd name="T10" fmla="*/ 148 w 365"/>
                <a:gd name="T11" fmla="*/ 338 h 563"/>
                <a:gd name="T12" fmla="*/ 196 w 365"/>
                <a:gd name="T13" fmla="*/ 361 h 563"/>
                <a:gd name="T14" fmla="*/ 244 w 365"/>
                <a:gd name="T15" fmla="*/ 412 h 563"/>
                <a:gd name="T16" fmla="*/ 265 w 365"/>
                <a:gd name="T17" fmla="*/ 502 h 563"/>
                <a:gd name="T18" fmla="*/ 265 w 365"/>
                <a:gd name="T19" fmla="*/ 512 h 563"/>
                <a:gd name="T20" fmla="*/ 267 w 365"/>
                <a:gd name="T21" fmla="*/ 527 h 563"/>
                <a:gd name="T22" fmla="*/ 275 w 365"/>
                <a:gd name="T23" fmla="*/ 543 h 563"/>
                <a:gd name="T24" fmla="*/ 278 w 365"/>
                <a:gd name="T25" fmla="*/ 547 h 563"/>
                <a:gd name="T26" fmla="*/ 282 w 365"/>
                <a:gd name="T27" fmla="*/ 551 h 563"/>
                <a:gd name="T28" fmla="*/ 293 w 365"/>
                <a:gd name="T29" fmla="*/ 558 h 563"/>
                <a:gd name="T30" fmla="*/ 308 w 365"/>
                <a:gd name="T31" fmla="*/ 563 h 563"/>
                <a:gd name="T32" fmla="*/ 313 w 365"/>
                <a:gd name="T33" fmla="*/ 563 h 563"/>
                <a:gd name="T34" fmla="*/ 315 w 365"/>
                <a:gd name="T35" fmla="*/ 563 h 563"/>
                <a:gd name="T36" fmla="*/ 344 w 365"/>
                <a:gd name="T37" fmla="*/ 554 h 563"/>
                <a:gd name="T38" fmla="*/ 352 w 365"/>
                <a:gd name="T39" fmla="*/ 546 h 563"/>
                <a:gd name="T40" fmla="*/ 365 w 365"/>
                <a:gd name="T41" fmla="*/ 515 h 563"/>
                <a:gd name="T42" fmla="*/ 365 w 365"/>
                <a:gd name="T43" fmla="*/ 502 h 563"/>
                <a:gd name="T44" fmla="*/ 364 w 365"/>
                <a:gd name="T45" fmla="*/ 472 h 563"/>
                <a:gd name="T46" fmla="*/ 320 w 365"/>
                <a:gd name="T47" fmla="*/ 345 h 563"/>
                <a:gd name="T48" fmla="*/ 248 w 365"/>
                <a:gd name="T49" fmla="*/ 276 h 563"/>
                <a:gd name="T50" fmla="*/ 176 w 365"/>
                <a:gd name="T51" fmla="*/ 242 h 563"/>
                <a:gd name="T52" fmla="*/ 180 w 365"/>
                <a:gd name="T53" fmla="*/ 236 h 563"/>
                <a:gd name="T54" fmla="*/ 243 w 365"/>
                <a:gd name="T55" fmla="*/ 165 h 563"/>
                <a:gd name="T56" fmla="*/ 198 w 365"/>
                <a:gd name="T57" fmla="*/ 92 h 563"/>
                <a:gd name="T58" fmla="*/ 223 w 365"/>
                <a:gd name="T59" fmla="*/ 41 h 563"/>
                <a:gd name="T60" fmla="*/ 236 w 365"/>
                <a:gd name="T61" fmla="*/ 39 h 563"/>
                <a:gd name="T62" fmla="*/ 257 w 365"/>
                <a:gd name="T63" fmla="*/ 46 h 563"/>
                <a:gd name="T64" fmla="*/ 273 w 365"/>
                <a:gd name="T65" fmla="*/ 66 h 563"/>
                <a:gd name="T66" fmla="*/ 275 w 365"/>
                <a:gd name="T67" fmla="*/ 69 h 563"/>
                <a:gd name="T68" fmla="*/ 281 w 365"/>
                <a:gd name="T69" fmla="*/ 81 h 563"/>
                <a:gd name="T70" fmla="*/ 295 w 365"/>
                <a:gd name="T71" fmla="*/ 102 h 563"/>
                <a:gd name="T72" fmla="*/ 312 w 365"/>
                <a:gd name="T73" fmla="*/ 121 h 563"/>
                <a:gd name="T74" fmla="*/ 320 w 365"/>
                <a:gd name="T75" fmla="*/ 130 h 563"/>
                <a:gd name="T76" fmla="*/ 318 w 365"/>
                <a:gd name="T77" fmla="*/ 124 h 563"/>
                <a:gd name="T78" fmla="*/ 307 w 365"/>
                <a:gd name="T79" fmla="*/ 85 h 563"/>
                <a:gd name="T80" fmla="*/ 305 w 365"/>
                <a:gd name="T81" fmla="*/ 73 h 563"/>
                <a:gd name="T82" fmla="*/ 304 w 365"/>
                <a:gd name="T83" fmla="*/ 71 h 563"/>
                <a:gd name="T84" fmla="*/ 304 w 365"/>
                <a:gd name="T85" fmla="*/ 70 h 563"/>
                <a:gd name="T86" fmla="*/ 300 w 365"/>
                <a:gd name="T87" fmla="*/ 59 h 563"/>
                <a:gd name="T88" fmla="*/ 289 w 365"/>
                <a:gd name="T89" fmla="*/ 37 h 563"/>
                <a:gd name="T90" fmla="*/ 165 w 365"/>
                <a:gd name="T91" fmla="*/ 38 h 563"/>
                <a:gd name="T92" fmla="*/ 28 w 365"/>
                <a:gd name="T93" fmla="*/ 209 h 563"/>
                <a:gd name="T94" fmla="*/ 26 w 365"/>
                <a:gd name="T95" fmla="*/ 213 h 563"/>
                <a:gd name="T96" fmla="*/ 48 w 365"/>
                <a:gd name="T97" fmla="*/ 306 h 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65" h="563">
                  <a:moveTo>
                    <a:pt x="48" y="306"/>
                  </a:moveTo>
                  <a:cubicBezTo>
                    <a:pt x="49" y="307"/>
                    <a:pt x="50" y="307"/>
                    <a:pt x="50" y="308"/>
                  </a:cubicBezTo>
                  <a:cubicBezTo>
                    <a:pt x="56" y="311"/>
                    <a:pt x="62" y="314"/>
                    <a:pt x="68" y="317"/>
                  </a:cubicBezTo>
                  <a:cubicBezTo>
                    <a:pt x="87" y="326"/>
                    <a:pt x="107" y="330"/>
                    <a:pt x="118" y="329"/>
                  </a:cubicBezTo>
                  <a:cubicBezTo>
                    <a:pt x="125" y="331"/>
                    <a:pt x="132" y="333"/>
                    <a:pt x="140" y="335"/>
                  </a:cubicBezTo>
                  <a:cubicBezTo>
                    <a:pt x="143" y="336"/>
                    <a:pt x="146" y="337"/>
                    <a:pt x="148" y="338"/>
                  </a:cubicBezTo>
                  <a:cubicBezTo>
                    <a:pt x="164" y="344"/>
                    <a:pt x="181" y="351"/>
                    <a:pt x="196" y="361"/>
                  </a:cubicBezTo>
                  <a:cubicBezTo>
                    <a:pt x="215" y="374"/>
                    <a:pt x="232" y="390"/>
                    <a:pt x="244" y="412"/>
                  </a:cubicBezTo>
                  <a:cubicBezTo>
                    <a:pt x="256" y="434"/>
                    <a:pt x="265" y="462"/>
                    <a:pt x="265" y="502"/>
                  </a:cubicBezTo>
                  <a:cubicBezTo>
                    <a:pt x="265" y="505"/>
                    <a:pt x="265" y="508"/>
                    <a:pt x="265" y="512"/>
                  </a:cubicBezTo>
                  <a:cubicBezTo>
                    <a:pt x="265" y="517"/>
                    <a:pt x="265" y="522"/>
                    <a:pt x="267" y="527"/>
                  </a:cubicBezTo>
                  <a:cubicBezTo>
                    <a:pt x="269" y="533"/>
                    <a:pt x="271" y="538"/>
                    <a:pt x="275" y="543"/>
                  </a:cubicBezTo>
                  <a:cubicBezTo>
                    <a:pt x="276" y="544"/>
                    <a:pt x="277" y="546"/>
                    <a:pt x="278" y="547"/>
                  </a:cubicBezTo>
                  <a:cubicBezTo>
                    <a:pt x="279" y="549"/>
                    <a:pt x="281" y="550"/>
                    <a:pt x="282" y="551"/>
                  </a:cubicBezTo>
                  <a:cubicBezTo>
                    <a:pt x="286" y="554"/>
                    <a:pt x="289" y="557"/>
                    <a:pt x="293" y="558"/>
                  </a:cubicBezTo>
                  <a:cubicBezTo>
                    <a:pt x="298" y="561"/>
                    <a:pt x="303" y="562"/>
                    <a:pt x="308" y="563"/>
                  </a:cubicBezTo>
                  <a:cubicBezTo>
                    <a:pt x="310" y="563"/>
                    <a:pt x="311" y="563"/>
                    <a:pt x="313" y="563"/>
                  </a:cubicBezTo>
                  <a:cubicBezTo>
                    <a:pt x="314" y="563"/>
                    <a:pt x="314" y="563"/>
                    <a:pt x="315" y="563"/>
                  </a:cubicBezTo>
                  <a:cubicBezTo>
                    <a:pt x="326" y="563"/>
                    <a:pt x="336" y="560"/>
                    <a:pt x="344" y="554"/>
                  </a:cubicBezTo>
                  <a:cubicBezTo>
                    <a:pt x="347" y="552"/>
                    <a:pt x="350" y="549"/>
                    <a:pt x="352" y="546"/>
                  </a:cubicBezTo>
                  <a:cubicBezTo>
                    <a:pt x="360" y="538"/>
                    <a:pt x="364" y="527"/>
                    <a:pt x="365" y="515"/>
                  </a:cubicBezTo>
                  <a:cubicBezTo>
                    <a:pt x="365" y="511"/>
                    <a:pt x="365" y="506"/>
                    <a:pt x="365" y="502"/>
                  </a:cubicBezTo>
                  <a:cubicBezTo>
                    <a:pt x="365" y="492"/>
                    <a:pt x="365" y="482"/>
                    <a:pt x="364" y="472"/>
                  </a:cubicBezTo>
                  <a:cubicBezTo>
                    <a:pt x="359" y="422"/>
                    <a:pt x="343" y="379"/>
                    <a:pt x="320" y="345"/>
                  </a:cubicBezTo>
                  <a:cubicBezTo>
                    <a:pt x="300" y="315"/>
                    <a:pt x="274" y="293"/>
                    <a:pt x="248" y="276"/>
                  </a:cubicBezTo>
                  <a:cubicBezTo>
                    <a:pt x="223" y="260"/>
                    <a:pt x="198" y="249"/>
                    <a:pt x="176" y="242"/>
                  </a:cubicBezTo>
                  <a:cubicBezTo>
                    <a:pt x="177" y="240"/>
                    <a:pt x="178" y="238"/>
                    <a:pt x="180" y="236"/>
                  </a:cubicBezTo>
                  <a:cubicBezTo>
                    <a:pt x="200" y="210"/>
                    <a:pt x="222" y="186"/>
                    <a:pt x="243" y="165"/>
                  </a:cubicBezTo>
                  <a:cubicBezTo>
                    <a:pt x="212" y="130"/>
                    <a:pt x="200" y="99"/>
                    <a:pt x="198" y="92"/>
                  </a:cubicBezTo>
                  <a:cubicBezTo>
                    <a:pt x="191" y="71"/>
                    <a:pt x="202" y="49"/>
                    <a:pt x="223" y="41"/>
                  </a:cubicBezTo>
                  <a:cubicBezTo>
                    <a:pt x="227" y="40"/>
                    <a:pt x="231" y="39"/>
                    <a:pt x="236" y="39"/>
                  </a:cubicBezTo>
                  <a:cubicBezTo>
                    <a:pt x="243" y="39"/>
                    <a:pt x="251" y="42"/>
                    <a:pt x="257" y="46"/>
                  </a:cubicBezTo>
                  <a:cubicBezTo>
                    <a:pt x="265" y="51"/>
                    <a:pt x="270" y="58"/>
                    <a:pt x="273" y="66"/>
                  </a:cubicBezTo>
                  <a:cubicBezTo>
                    <a:pt x="274" y="67"/>
                    <a:pt x="274" y="68"/>
                    <a:pt x="275" y="69"/>
                  </a:cubicBezTo>
                  <a:cubicBezTo>
                    <a:pt x="276" y="72"/>
                    <a:pt x="278" y="76"/>
                    <a:pt x="281" y="81"/>
                  </a:cubicBezTo>
                  <a:cubicBezTo>
                    <a:pt x="284" y="87"/>
                    <a:pt x="288" y="94"/>
                    <a:pt x="295" y="102"/>
                  </a:cubicBezTo>
                  <a:cubicBezTo>
                    <a:pt x="299" y="108"/>
                    <a:pt x="305" y="115"/>
                    <a:pt x="312" y="121"/>
                  </a:cubicBezTo>
                  <a:cubicBezTo>
                    <a:pt x="315" y="124"/>
                    <a:pt x="317" y="127"/>
                    <a:pt x="320" y="130"/>
                  </a:cubicBezTo>
                  <a:cubicBezTo>
                    <a:pt x="320" y="128"/>
                    <a:pt x="319" y="126"/>
                    <a:pt x="318" y="124"/>
                  </a:cubicBezTo>
                  <a:cubicBezTo>
                    <a:pt x="313" y="109"/>
                    <a:pt x="309" y="95"/>
                    <a:pt x="307" y="85"/>
                  </a:cubicBezTo>
                  <a:cubicBezTo>
                    <a:pt x="306" y="80"/>
                    <a:pt x="305" y="76"/>
                    <a:pt x="305" y="73"/>
                  </a:cubicBezTo>
                  <a:cubicBezTo>
                    <a:pt x="304" y="72"/>
                    <a:pt x="304" y="71"/>
                    <a:pt x="304" y="71"/>
                  </a:cubicBezTo>
                  <a:cubicBezTo>
                    <a:pt x="304" y="70"/>
                    <a:pt x="304" y="70"/>
                    <a:pt x="304" y="70"/>
                  </a:cubicBezTo>
                  <a:cubicBezTo>
                    <a:pt x="303" y="66"/>
                    <a:pt x="302" y="62"/>
                    <a:pt x="300" y="59"/>
                  </a:cubicBezTo>
                  <a:cubicBezTo>
                    <a:pt x="299" y="51"/>
                    <a:pt x="295" y="43"/>
                    <a:pt x="289" y="37"/>
                  </a:cubicBezTo>
                  <a:cubicBezTo>
                    <a:pt x="265" y="11"/>
                    <a:pt x="213" y="0"/>
                    <a:pt x="165" y="38"/>
                  </a:cubicBezTo>
                  <a:cubicBezTo>
                    <a:pt x="99" y="90"/>
                    <a:pt x="66" y="131"/>
                    <a:pt x="28" y="209"/>
                  </a:cubicBezTo>
                  <a:cubicBezTo>
                    <a:pt x="27" y="210"/>
                    <a:pt x="26" y="211"/>
                    <a:pt x="26" y="213"/>
                  </a:cubicBezTo>
                  <a:cubicBezTo>
                    <a:pt x="0" y="257"/>
                    <a:pt x="20" y="288"/>
                    <a:pt x="48" y="30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116"/>
            <p:cNvSpPr>
              <a:spLocks/>
            </p:cNvSpPr>
            <p:nvPr/>
          </p:nvSpPr>
          <p:spPr bwMode="auto">
            <a:xfrm>
              <a:off x="7107238" y="4876800"/>
              <a:ext cx="479425" cy="339725"/>
            </a:xfrm>
            <a:custGeom>
              <a:avLst/>
              <a:gdLst>
                <a:gd name="T0" fmla="*/ 91 w 312"/>
                <a:gd name="T1" fmla="*/ 64 h 220"/>
                <a:gd name="T2" fmla="*/ 74 w 312"/>
                <a:gd name="T3" fmla="*/ 39 h 220"/>
                <a:gd name="T4" fmla="*/ 67 w 312"/>
                <a:gd name="T5" fmla="*/ 26 h 220"/>
                <a:gd name="T6" fmla="*/ 66 w 312"/>
                <a:gd name="T7" fmla="*/ 23 h 220"/>
                <a:gd name="T8" fmla="*/ 66 w 312"/>
                <a:gd name="T9" fmla="*/ 23 h 220"/>
                <a:gd name="T10" fmla="*/ 50 w 312"/>
                <a:gd name="T11" fmla="*/ 5 h 220"/>
                <a:gd name="T12" fmla="*/ 25 w 312"/>
                <a:gd name="T13" fmla="*/ 3 h 220"/>
                <a:gd name="T14" fmla="*/ 5 w 312"/>
                <a:gd name="T15" fmla="*/ 44 h 220"/>
                <a:gd name="T16" fmla="*/ 5 w 312"/>
                <a:gd name="T17" fmla="*/ 44 h 220"/>
                <a:gd name="T18" fmla="*/ 48 w 312"/>
                <a:gd name="T19" fmla="*/ 113 h 220"/>
                <a:gd name="T20" fmla="*/ 61 w 312"/>
                <a:gd name="T21" fmla="*/ 126 h 220"/>
                <a:gd name="T22" fmla="*/ 77 w 312"/>
                <a:gd name="T23" fmla="*/ 141 h 220"/>
                <a:gd name="T24" fmla="*/ 243 w 312"/>
                <a:gd name="T25" fmla="*/ 215 h 220"/>
                <a:gd name="T26" fmla="*/ 277 w 312"/>
                <a:gd name="T27" fmla="*/ 220 h 220"/>
                <a:gd name="T28" fmla="*/ 280 w 312"/>
                <a:gd name="T29" fmla="*/ 220 h 220"/>
                <a:gd name="T30" fmla="*/ 283 w 312"/>
                <a:gd name="T31" fmla="*/ 220 h 220"/>
                <a:gd name="T32" fmla="*/ 291 w 312"/>
                <a:gd name="T33" fmla="*/ 218 h 220"/>
                <a:gd name="T34" fmla="*/ 311 w 312"/>
                <a:gd name="T35" fmla="*/ 195 h 220"/>
                <a:gd name="T36" fmla="*/ 311 w 312"/>
                <a:gd name="T37" fmla="*/ 191 h 220"/>
                <a:gd name="T38" fmla="*/ 301 w 312"/>
                <a:gd name="T39" fmla="*/ 164 h 220"/>
                <a:gd name="T40" fmla="*/ 283 w 312"/>
                <a:gd name="T41" fmla="*/ 156 h 220"/>
                <a:gd name="T42" fmla="*/ 128 w 312"/>
                <a:gd name="T43" fmla="*/ 100 h 220"/>
                <a:gd name="T44" fmla="*/ 106 w 312"/>
                <a:gd name="T45" fmla="*/ 81 h 220"/>
                <a:gd name="T46" fmla="*/ 91 w 312"/>
                <a:gd name="T47" fmla="*/ 64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2" h="220">
                  <a:moveTo>
                    <a:pt x="91" y="64"/>
                  </a:moveTo>
                  <a:cubicBezTo>
                    <a:pt x="83" y="55"/>
                    <a:pt x="78" y="46"/>
                    <a:pt x="74" y="39"/>
                  </a:cubicBezTo>
                  <a:cubicBezTo>
                    <a:pt x="71" y="34"/>
                    <a:pt x="68" y="29"/>
                    <a:pt x="67" y="26"/>
                  </a:cubicBezTo>
                  <a:cubicBezTo>
                    <a:pt x="67" y="25"/>
                    <a:pt x="66" y="24"/>
                    <a:pt x="66" y="23"/>
                  </a:cubicBezTo>
                  <a:cubicBezTo>
                    <a:pt x="66" y="23"/>
                    <a:pt x="66" y="23"/>
                    <a:pt x="66" y="23"/>
                  </a:cubicBezTo>
                  <a:cubicBezTo>
                    <a:pt x="63" y="15"/>
                    <a:pt x="57" y="9"/>
                    <a:pt x="50" y="5"/>
                  </a:cubicBezTo>
                  <a:cubicBezTo>
                    <a:pt x="43" y="1"/>
                    <a:pt x="34" y="0"/>
                    <a:pt x="25" y="3"/>
                  </a:cubicBezTo>
                  <a:cubicBezTo>
                    <a:pt x="9" y="9"/>
                    <a:pt x="0" y="27"/>
                    <a:pt x="5" y="44"/>
                  </a:cubicBezTo>
                  <a:cubicBezTo>
                    <a:pt x="5" y="44"/>
                    <a:pt x="5" y="44"/>
                    <a:pt x="5" y="44"/>
                  </a:cubicBezTo>
                  <a:cubicBezTo>
                    <a:pt x="6" y="46"/>
                    <a:pt x="17" y="77"/>
                    <a:pt x="48" y="113"/>
                  </a:cubicBezTo>
                  <a:cubicBezTo>
                    <a:pt x="52" y="117"/>
                    <a:pt x="56" y="122"/>
                    <a:pt x="61" y="126"/>
                  </a:cubicBezTo>
                  <a:cubicBezTo>
                    <a:pt x="66" y="131"/>
                    <a:pt x="71" y="136"/>
                    <a:pt x="77" y="141"/>
                  </a:cubicBezTo>
                  <a:cubicBezTo>
                    <a:pt x="113" y="173"/>
                    <a:pt x="168" y="203"/>
                    <a:pt x="243" y="215"/>
                  </a:cubicBezTo>
                  <a:cubicBezTo>
                    <a:pt x="254" y="217"/>
                    <a:pt x="265" y="219"/>
                    <a:pt x="277" y="220"/>
                  </a:cubicBezTo>
                  <a:cubicBezTo>
                    <a:pt x="278" y="220"/>
                    <a:pt x="279" y="220"/>
                    <a:pt x="280" y="220"/>
                  </a:cubicBezTo>
                  <a:cubicBezTo>
                    <a:pt x="281" y="220"/>
                    <a:pt x="282" y="220"/>
                    <a:pt x="283" y="220"/>
                  </a:cubicBezTo>
                  <a:cubicBezTo>
                    <a:pt x="286" y="219"/>
                    <a:pt x="288" y="219"/>
                    <a:pt x="291" y="218"/>
                  </a:cubicBezTo>
                  <a:cubicBezTo>
                    <a:pt x="300" y="214"/>
                    <a:pt x="308" y="206"/>
                    <a:pt x="311" y="195"/>
                  </a:cubicBezTo>
                  <a:cubicBezTo>
                    <a:pt x="311" y="194"/>
                    <a:pt x="311" y="193"/>
                    <a:pt x="311" y="191"/>
                  </a:cubicBezTo>
                  <a:cubicBezTo>
                    <a:pt x="312" y="180"/>
                    <a:pt x="308" y="171"/>
                    <a:pt x="301" y="164"/>
                  </a:cubicBezTo>
                  <a:cubicBezTo>
                    <a:pt x="296" y="160"/>
                    <a:pt x="290" y="157"/>
                    <a:pt x="283" y="156"/>
                  </a:cubicBezTo>
                  <a:cubicBezTo>
                    <a:pt x="209" y="149"/>
                    <a:pt x="160" y="125"/>
                    <a:pt x="128" y="100"/>
                  </a:cubicBezTo>
                  <a:cubicBezTo>
                    <a:pt x="120" y="94"/>
                    <a:pt x="112" y="87"/>
                    <a:pt x="106" y="81"/>
                  </a:cubicBezTo>
                  <a:cubicBezTo>
                    <a:pt x="100" y="75"/>
                    <a:pt x="95" y="70"/>
                    <a:pt x="91" y="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26" name="组合 125"/>
          <p:cNvGrpSpPr/>
          <p:nvPr/>
        </p:nvGrpSpPr>
        <p:grpSpPr>
          <a:xfrm>
            <a:off x="10874375" y="3965575"/>
            <a:ext cx="1268413" cy="2230438"/>
            <a:chOff x="10874375" y="3965575"/>
            <a:chExt cx="1268413" cy="2230438"/>
          </a:xfrm>
          <a:solidFill>
            <a:schemeClr val="tx1">
              <a:lumMod val="65000"/>
              <a:lumOff val="35000"/>
            </a:schemeClr>
          </a:solidFill>
        </p:grpSpPr>
        <p:sp>
          <p:nvSpPr>
            <p:cNvPr id="127" name="Freeform 117"/>
            <p:cNvSpPr>
              <a:spLocks/>
            </p:cNvSpPr>
            <p:nvPr/>
          </p:nvSpPr>
          <p:spPr bwMode="auto">
            <a:xfrm>
              <a:off x="11853863" y="4379913"/>
              <a:ext cx="139700" cy="231775"/>
            </a:xfrm>
            <a:custGeom>
              <a:avLst/>
              <a:gdLst>
                <a:gd name="T0" fmla="*/ 91 w 91"/>
                <a:gd name="T1" fmla="*/ 20 h 150"/>
                <a:gd name="T2" fmla="*/ 71 w 91"/>
                <a:gd name="T3" fmla="*/ 0 h 150"/>
                <a:gd name="T4" fmla="*/ 20 w 91"/>
                <a:gd name="T5" fmla="*/ 0 h 150"/>
                <a:gd name="T6" fmla="*/ 0 w 91"/>
                <a:gd name="T7" fmla="*/ 20 h 150"/>
                <a:gd name="T8" fmla="*/ 0 w 91"/>
                <a:gd name="T9" fmla="*/ 150 h 150"/>
                <a:gd name="T10" fmla="*/ 91 w 91"/>
                <a:gd name="T11" fmla="*/ 150 h 150"/>
                <a:gd name="T12" fmla="*/ 91 w 91"/>
                <a:gd name="T13" fmla="*/ 20 h 150"/>
              </a:gdLst>
              <a:ahLst/>
              <a:cxnLst>
                <a:cxn ang="0">
                  <a:pos x="T0" y="T1"/>
                </a:cxn>
                <a:cxn ang="0">
                  <a:pos x="T2" y="T3"/>
                </a:cxn>
                <a:cxn ang="0">
                  <a:pos x="T4" y="T5"/>
                </a:cxn>
                <a:cxn ang="0">
                  <a:pos x="T6" y="T7"/>
                </a:cxn>
                <a:cxn ang="0">
                  <a:pos x="T8" y="T9"/>
                </a:cxn>
                <a:cxn ang="0">
                  <a:pos x="T10" y="T11"/>
                </a:cxn>
                <a:cxn ang="0">
                  <a:pos x="T12" y="T13"/>
                </a:cxn>
              </a:cxnLst>
              <a:rect l="0" t="0" r="r" b="b"/>
              <a:pathLst>
                <a:path w="91" h="150">
                  <a:moveTo>
                    <a:pt x="91" y="20"/>
                  </a:moveTo>
                  <a:cubicBezTo>
                    <a:pt x="91" y="9"/>
                    <a:pt x="82" y="0"/>
                    <a:pt x="71" y="0"/>
                  </a:cubicBezTo>
                  <a:cubicBezTo>
                    <a:pt x="20" y="0"/>
                    <a:pt x="20" y="0"/>
                    <a:pt x="20" y="0"/>
                  </a:cubicBezTo>
                  <a:cubicBezTo>
                    <a:pt x="9" y="0"/>
                    <a:pt x="0" y="9"/>
                    <a:pt x="0" y="20"/>
                  </a:cubicBezTo>
                  <a:cubicBezTo>
                    <a:pt x="0" y="150"/>
                    <a:pt x="0" y="150"/>
                    <a:pt x="0" y="150"/>
                  </a:cubicBezTo>
                  <a:cubicBezTo>
                    <a:pt x="91" y="150"/>
                    <a:pt x="91" y="150"/>
                    <a:pt x="91" y="150"/>
                  </a:cubicBezTo>
                  <a:lnTo>
                    <a:pt x="91"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118"/>
            <p:cNvSpPr>
              <a:spLocks noEditPoints="1"/>
            </p:cNvSpPr>
            <p:nvPr/>
          </p:nvSpPr>
          <p:spPr bwMode="auto">
            <a:xfrm>
              <a:off x="11007725" y="4714875"/>
              <a:ext cx="1135063" cy="1481138"/>
            </a:xfrm>
            <a:custGeom>
              <a:avLst/>
              <a:gdLst>
                <a:gd name="T0" fmla="*/ 550 w 738"/>
                <a:gd name="T1" fmla="*/ 0 h 963"/>
                <a:gd name="T2" fmla="*/ 550 w 738"/>
                <a:gd name="T3" fmla="*/ 611 h 963"/>
                <a:gd name="T4" fmla="*/ 304 w 738"/>
                <a:gd name="T5" fmla="*/ 611 h 963"/>
                <a:gd name="T6" fmla="*/ 284 w 738"/>
                <a:gd name="T7" fmla="*/ 631 h 963"/>
                <a:gd name="T8" fmla="*/ 284 w 738"/>
                <a:gd name="T9" fmla="*/ 634 h 963"/>
                <a:gd name="T10" fmla="*/ 284 w 738"/>
                <a:gd name="T11" fmla="*/ 641 h 963"/>
                <a:gd name="T12" fmla="*/ 284 w 738"/>
                <a:gd name="T13" fmla="*/ 887 h 963"/>
                <a:gd name="T14" fmla="*/ 12 w 738"/>
                <a:gd name="T15" fmla="*/ 887 h 963"/>
                <a:gd name="T16" fmla="*/ 0 w 738"/>
                <a:gd name="T17" fmla="*/ 899 h 963"/>
                <a:gd name="T18" fmla="*/ 0 w 738"/>
                <a:gd name="T19" fmla="*/ 963 h 963"/>
                <a:gd name="T20" fmla="*/ 738 w 738"/>
                <a:gd name="T21" fmla="*/ 963 h 963"/>
                <a:gd name="T22" fmla="*/ 738 w 738"/>
                <a:gd name="T23" fmla="*/ 899 h 963"/>
                <a:gd name="T24" fmla="*/ 726 w 738"/>
                <a:gd name="T25" fmla="*/ 887 h 963"/>
                <a:gd name="T26" fmla="*/ 641 w 738"/>
                <a:gd name="T27" fmla="*/ 887 h 963"/>
                <a:gd name="T28" fmla="*/ 641 w 738"/>
                <a:gd name="T29" fmla="*/ 0 h 963"/>
                <a:gd name="T30" fmla="*/ 550 w 738"/>
                <a:gd name="T31" fmla="*/ 0 h 963"/>
                <a:gd name="T32" fmla="*/ 335 w 738"/>
                <a:gd name="T33" fmla="*/ 887 h 963"/>
                <a:gd name="T34" fmla="*/ 335 w 738"/>
                <a:gd name="T35" fmla="*/ 661 h 963"/>
                <a:gd name="T36" fmla="*/ 550 w 738"/>
                <a:gd name="T37" fmla="*/ 661 h 963"/>
                <a:gd name="T38" fmla="*/ 550 w 738"/>
                <a:gd name="T39" fmla="*/ 887 h 963"/>
                <a:gd name="T40" fmla="*/ 335 w 738"/>
                <a:gd name="T41" fmla="*/ 887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38" h="963">
                  <a:moveTo>
                    <a:pt x="550" y="0"/>
                  </a:moveTo>
                  <a:cubicBezTo>
                    <a:pt x="550" y="611"/>
                    <a:pt x="550" y="611"/>
                    <a:pt x="550" y="611"/>
                  </a:cubicBezTo>
                  <a:cubicBezTo>
                    <a:pt x="304" y="611"/>
                    <a:pt x="304" y="611"/>
                    <a:pt x="304" y="611"/>
                  </a:cubicBezTo>
                  <a:cubicBezTo>
                    <a:pt x="293" y="611"/>
                    <a:pt x="284" y="620"/>
                    <a:pt x="284" y="631"/>
                  </a:cubicBezTo>
                  <a:cubicBezTo>
                    <a:pt x="284" y="634"/>
                    <a:pt x="284" y="634"/>
                    <a:pt x="284" y="634"/>
                  </a:cubicBezTo>
                  <a:cubicBezTo>
                    <a:pt x="284" y="641"/>
                    <a:pt x="284" y="641"/>
                    <a:pt x="284" y="641"/>
                  </a:cubicBezTo>
                  <a:cubicBezTo>
                    <a:pt x="284" y="887"/>
                    <a:pt x="284" y="887"/>
                    <a:pt x="284" y="887"/>
                  </a:cubicBezTo>
                  <a:cubicBezTo>
                    <a:pt x="12" y="887"/>
                    <a:pt x="12" y="887"/>
                    <a:pt x="12" y="887"/>
                  </a:cubicBezTo>
                  <a:cubicBezTo>
                    <a:pt x="5" y="887"/>
                    <a:pt x="0" y="893"/>
                    <a:pt x="0" y="899"/>
                  </a:cubicBezTo>
                  <a:cubicBezTo>
                    <a:pt x="0" y="963"/>
                    <a:pt x="0" y="963"/>
                    <a:pt x="0" y="963"/>
                  </a:cubicBezTo>
                  <a:cubicBezTo>
                    <a:pt x="738" y="963"/>
                    <a:pt x="738" y="963"/>
                    <a:pt x="738" y="963"/>
                  </a:cubicBezTo>
                  <a:cubicBezTo>
                    <a:pt x="738" y="899"/>
                    <a:pt x="738" y="899"/>
                    <a:pt x="738" y="899"/>
                  </a:cubicBezTo>
                  <a:cubicBezTo>
                    <a:pt x="738" y="893"/>
                    <a:pt x="733" y="887"/>
                    <a:pt x="726" y="887"/>
                  </a:cubicBezTo>
                  <a:cubicBezTo>
                    <a:pt x="641" y="887"/>
                    <a:pt x="641" y="887"/>
                    <a:pt x="641" y="887"/>
                  </a:cubicBezTo>
                  <a:cubicBezTo>
                    <a:pt x="641" y="0"/>
                    <a:pt x="641" y="0"/>
                    <a:pt x="641" y="0"/>
                  </a:cubicBezTo>
                  <a:lnTo>
                    <a:pt x="550" y="0"/>
                  </a:lnTo>
                  <a:close/>
                  <a:moveTo>
                    <a:pt x="335" y="887"/>
                  </a:moveTo>
                  <a:cubicBezTo>
                    <a:pt x="335" y="661"/>
                    <a:pt x="335" y="661"/>
                    <a:pt x="335" y="661"/>
                  </a:cubicBezTo>
                  <a:cubicBezTo>
                    <a:pt x="550" y="661"/>
                    <a:pt x="550" y="661"/>
                    <a:pt x="550" y="661"/>
                  </a:cubicBezTo>
                  <a:cubicBezTo>
                    <a:pt x="550" y="887"/>
                    <a:pt x="550" y="887"/>
                    <a:pt x="550" y="887"/>
                  </a:cubicBezTo>
                  <a:lnTo>
                    <a:pt x="335" y="8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119"/>
            <p:cNvSpPr>
              <a:spLocks/>
            </p:cNvSpPr>
            <p:nvPr/>
          </p:nvSpPr>
          <p:spPr bwMode="auto">
            <a:xfrm>
              <a:off x="11363325" y="3965575"/>
              <a:ext cx="304800" cy="304800"/>
            </a:xfrm>
            <a:custGeom>
              <a:avLst/>
              <a:gdLst>
                <a:gd name="T0" fmla="*/ 78 w 198"/>
                <a:gd name="T1" fmla="*/ 11 h 198"/>
                <a:gd name="T2" fmla="*/ 11 w 198"/>
                <a:gd name="T3" fmla="*/ 119 h 198"/>
                <a:gd name="T4" fmla="*/ 119 w 198"/>
                <a:gd name="T5" fmla="*/ 187 h 198"/>
                <a:gd name="T6" fmla="*/ 187 w 198"/>
                <a:gd name="T7" fmla="*/ 79 h 198"/>
                <a:gd name="T8" fmla="*/ 78 w 198"/>
                <a:gd name="T9" fmla="*/ 11 h 198"/>
              </a:gdLst>
              <a:ahLst/>
              <a:cxnLst>
                <a:cxn ang="0">
                  <a:pos x="T0" y="T1"/>
                </a:cxn>
                <a:cxn ang="0">
                  <a:pos x="T2" y="T3"/>
                </a:cxn>
                <a:cxn ang="0">
                  <a:pos x="T4" y="T5"/>
                </a:cxn>
                <a:cxn ang="0">
                  <a:pos x="T6" y="T7"/>
                </a:cxn>
                <a:cxn ang="0">
                  <a:pos x="T8" y="T9"/>
                </a:cxn>
              </a:cxnLst>
              <a:rect l="0" t="0" r="r" b="b"/>
              <a:pathLst>
                <a:path w="198" h="198">
                  <a:moveTo>
                    <a:pt x="78" y="11"/>
                  </a:moveTo>
                  <a:cubicBezTo>
                    <a:pt x="30" y="23"/>
                    <a:pt x="0" y="71"/>
                    <a:pt x="11" y="119"/>
                  </a:cubicBezTo>
                  <a:cubicBezTo>
                    <a:pt x="23" y="168"/>
                    <a:pt x="71" y="198"/>
                    <a:pt x="119" y="187"/>
                  </a:cubicBezTo>
                  <a:cubicBezTo>
                    <a:pt x="168" y="175"/>
                    <a:pt x="198" y="127"/>
                    <a:pt x="187" y="79"/>
                  </a:cubicBezTo>
                  <a:cubicBezTo>
                    <a:pt x="175" y="30"/>
                    <a:pt x="127" y="0"/>
                    <a:pt x="7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120"/>
            <p:cNvSpPr>
              <a:spLocks/>
            </p:cNvSpPr>
            <p:nvPr/>
          </p:nvSpPr>
          <p:spPr bwMode="auto">
            <a:xfrm>
              <a:off x="11515725" y="4251325"/>
              <a:ext cx="280988" cy="360363"/>
            </a:xfrm>
            <a:custGeom>
              <a:avLst/>
              <a:gdLst>
                <a:gd name="T0" fmla="*/ 78 w 182"/>
                <a:gd name="T1" fmla="*/ 36 h 234"/>
                <a:gd name="T2" fmla="*/ 94 w 182"/>
                <a:gd name="T3" fmla="*/ 39 h 234"/>
                <a:gd name="T4" fmla="*/ 115 w 182"/>
                <a:gd name="T5" fmla="*/ 60 h 234"/>
                <a:gd name="T6" fmla="*/ 115 w 182"/>
                <a:gd name="T7" fmla="*/ 91 h 234"/>
                <a:gd name="T8" fmla="*/ 66 w 182"/>
                <a:gd name="T9" fmla="*/ 212 h 234"/>
                <a:gd name="T10" fmla="*/ 41 w 182"/>
                <a:gd name="T11" fmla="*/ 234 h 234"/>
                <a:gd name="T12" fmla="*/ 181 w 182"/>
                <a:gd name="T13" fmla="*/ 234 h 234"/>
                <a:gd name="T14" fmla="*/ 153 w 182"/>
                <a:gd name="T15" fmla="*/ 77 h 234"/>
                <a:gd name="T16" fmla="*/ 49 w 182"/>
                <a:gd name="T17" fmla="*/ 8 h 234"/>
                <a:gd name="T18" fmla="*/ 12 w 182"/>
                <a:gd name="T19" fmla="*/ 104 h 234"/>
                <a:gd name="T20" fmla="*/ 16 w 182"/>
                <a:gd name="T21" fmla="*/ 123 h 234"/>
                <a:gd name="T22" fmla="*/ 41 w 182"/>
                <a:gd name="T23" fmla="*/ 60 h 234"/>
                <a:gd name="T24" fmla="*/ 78 w 182"/>
                <a:gd name="T25" fmla="*/ 36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2" h="234">
                  <a:moveTo>
                    <a:pt x="78" y="36"/>
                  </a:moveTo>
                  <a:cubicBezTo>
                    <a:pt x="84" y="36"/>
                    <a:pt x="89" y="37"/>
                    <a:pt x="94" y="39"/>
                  </a:cubicBezTo>
                  <a:cubicBezTo>
                    <a:pt x="104" y="43"/>
                    <a:pt x="111" y="51"/>
                    <a:pt x="115" y="60"/>
                  </a:cubicBezTo>
                  <a:cubicBezTo>
                    <a:pt x="119" y="70"/>
                    <a:pt x="119" y="81"/>
                    <a:pt x="115" y="91"/>
                  </a:cubicBezTo>
                  <a:cubicBezTo>
                    <a:pt x="66" y="212"/>
                    <a:pt x="66" y="212"/>
                    <a:pt x="66" y="212"/>
                  </a:cubicBezTo>
                  <a:cubicBezTo>
                    <a:pt x="61" y="223"/>
                    <a:pt x="52" y="231"/>
                    <a:pt x="41" y="234"/>
                  </a:cubicBezTo>
                  <a:cubicBezTo>
                    <a:pt x="181" y="234"/>
                    <a:pt x="181" y="234"/>
                    <a:pt x="181" y="234"/>
                  </a:cubicBezTo>
                  <a:cubicBezTo>
                    <a:pt x="182" y="180"/>
                    <a:pt x="173" y="136"/>
                    <a:pt x="153" y="77"/>
                  </a:cubicBezTo>
                  <a:cubicBezTo>
                    <a:pt x="133" y="18"/>
                    <a:pt x="84" y="0"/>
                    <a:pt x="49" y="8"/>
                  </a:cubicBezTo>
                  <a:cubicBezTo>
                    <a:pt x="15" y="17"/>
                    <a:pt x="0" y="64"/>
                    <a:pt x="12" y="104"/>
                  </a:cubicBezTo>
                  <a:cubicBezTo>
                    <a:pt x="13" y="110"/>
                    <a:pt x="14" y="117"/>
                    <a:pt x="16" y="123"/>
                  </a:cubicBezTo>
                  <a:cubicBezTo>
                    <a:pt x="41" y="60"/>
                    <a:pt x="41" y="60"/>
                    <a:pt x="41" y="60"/>
                  </a:cubicBezTo>
                  <a:cubicBezTo>
                    <a:pt x="48" y="45"/>
                    <a:pt x="62" y="36"/>
                    <a:pt x="78"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121"/>
            <p:cNvSpPr>
              <a:spLocks/>
            </p:cNvSpPr>
            <p:nvPr/>
          </p:nvSpPr>
          <p:spPr bwMode="auto">
            <a:xfrm>
              <a:off x="10874375" y="4645025"/>
              <a:ext cx="911225" cy="174625"/>
            </a:xfrm>
            <a:custGeom>
              <a:avLst/>
              <a:gdLst>
                <a:gd name="T0" fmla="*/ 451 w 592"/>
                <a:gd name="T1" fmla="*/ 45 h 114"/>
                <a:gd name="T2" fmla="*/ 154 w 592"/>
                <a:gd name="T3" fmla="*/ 45 h 114"/>
                <a:gd name="T4" fmla="*/ 126 w 592"/>
                <a:gd name="T5" fmla="*/ 16 h 114"/>
                <a:gd name="T6" fmla="*/ 126 w 592"/>
                <a:gd name="T7" fmla="*/ 6 h 114"/>
                <a:gd name="T8" fmla="*/ 127 w 592"/>
                <a:gd name="T9" fmla="*/ 0 h 114"/>
                <a:gd name="T10" fmla="*/ 48 w 592"/>
                <a:gd name="T11" fmla="*/ 6 h 114"/>
                <a:gd name="T12" fmla="*/ 2 w 592"/>
                <a:gd name="T13" fmla="*/ 60 h 114"/>
                <a:gd name="T14" fmla="*/ 56 w 592"/>
                <a:gd name="T15" fmla="*/ 106 h 114"/>
                <a:gd name="T16" fmla="*/ 309 w 592"/>
                <a:gd name="T17" fmla="*/ 85 h 114"/>
                <a:gd name="T18" fmla="*/ 470 w 592"/>
                <a:gd name="T19" fmla="*/ 110 h 114"/>
                <a:gd name="T20" fmla="*/ 491 w 592"/>
                <a:gd name="T21" fmla="*/ 113 h 114"/>
                <a:gd name="T22" fmla="*/ 495 w 592"/>
                <a:gd name="T23" fmla="*/ 114 h 114"/>
                <a:gd name="T24" fmla="*/ 503 w 592"/>
                <a:gd name="T25" fmla="*/ 114 h 114"/>
                <a:gd name="T26" fmla="*/ 514 w 592"/>
                <a:gd name="T27" fmla="*/ 113 h 114"/>
                <a:gd name="T28" fmla="*/ 592 w 592"/>
                <a:gd name="T29" fmla="*/ 45 h 114"/>
                <a:gd name="T30" fmla="*/ 549 w 592"/>
                <a:gd name="T31" fmla="*/ 45 h 114"/>
                <a:gd name="T32" fmla="*/ 451 w 592"/>
                <a:gd name="T33" fmla="*/ 45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92" h="114">
                  <a:moveTo>
                    <a:pt x="451" y="45"/>
                  </a:moveTo>
                  <a:cubicBezTo>
                    <a:pt x="154" y="45"/>
                    <a:pt x="154" y="45"/>
                    <a:pt x="154" y="45"/>
                  </a:cubicBezTo>
                  <a:cubicBezTo>
                    <a:pt x="139" y="45"/>
                    <a:pt x="126" y="32"/>
                    <a:pt x="126" y="16"/>
                  </a:cubicBezTo>
                  <a:cubicBezTo>
                    <a:pt x="126" y="6"/>
                    <a:pt x="126" y="6"/>
                    <a:pt x="126" y="6"/>
                  </a:cubicBezTo>
                  <a:cubicBezTo>
                    <a:pt x="126" y="4"/>
                    <a:pt x="126" y="2"/>
                    <a:pt x="127" y="0"/>
                  </a:cubicBezTo>
                  <a:cubicBezTo>
                    <a:pt x="48" y="6"/>
                    <a:pt x="48" y="6"/>
                    <a:pt x="48" y="6"/>
                  </a:cubicBezTo>
                  <a:cubicBezTo>
                    <a:pt x="21" y="9"/>
                    <a:pt x="0" y="33"/>
                    <a:pt x="2" y="60"/>
                  </a:cubicBezTo>
                  <a:cubicBezTo>
                    <a:pt x="5" y="88"/>
                    <a:pt x="29" y="108"/>
                    <a:pt x="56" y="106"/>
                  </a:cubicBezTo>
                  <a:cubicBezTo>
                    <a:pt x="309" y="85"/>
                    <a:pt x="309" y="85"/>
                    <a:pt x="309" y="85"/>
                  </a:cubicBezTo>
                  <a:cubicBezTo>
                    <a:pt x="470" y="110"/>
                    <a:pt x="470" y="110"/>
                    <a:pt x="470" y="110"/>
                  </a:cubicBezTo>
                  <a:cubicBezTo>
                    <a:pt x="475" y="112"/>
                    <a:pt x="482" y="113"/>
                    <a:pt x="491" y="113"/>
                  </a:cubicBezTo>
                  <a:cubicBezTo>
                    <a:pt x="495" y="114"/>
                    <a:pt x="495" y="114"/>
                    <a:pt x="495" y="114"/>
                  </a:cubicBezTo>
                  <a:cubicBezTo>
                    <a:pt x="498" y="114"/>
                    <a:pt x="500" y="114"/>
                    <a:pt x="503" y="114"/>
                  </a:cubicBezTo>
                  <a:cubicBezTo>
                    <a:pt x="507" y="114"/>
                    <a:pt x="511" y="114"/>
                    <a:pt x="514" y="113"/>
                  </a:cubicBezTo>
                  <a:cubicBezTo>
                    <a:pt x="547" y="111"/>
                    <a:pt x="581" y="99"/>
                    <a:pt x="592" y="45"/>
                  </a:cubicBezTo>
                  <a:cubicBezTo>
                    <a:pt x="549" y="45"/>
                    <a:pt x="549" y="45"/>
                    <a:pt x="549" y="45"/>
                  </a:cubicBezTo>
                  <a:lnTo>
                    <a:pt x="451"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122"/>
            <p:cNvSpPr>
              <a:spLocks/>
            </p:cNvSpPr>
            <p:nvPr/>
          </p:nvSpPr>
          <p:spPr bwMode="auto">
            <a:xfrm>
              <a:off x="11277600" y="4311650"/>
              <a:ext cx="415925" cy="290513"/>
            </a:xfrm>
            <a:custGeom>
              <a:avLst/>
              <a:gdLst>
                <a:gd name="T0" fmla="*/ 184 w 270"/>
                <a:gd name="T1" fmla="*/ 189 h 189"/>
                <a:gd name="T2" fmla="*/ 188 w 270"/>
                <a:gd name="T3" fmla="*/ 189 h 189"/>
                <a:gd name="T4" fmla="*/ 213 w 270"/>
                <a:gd name="T5" fmla="*/ 170 h 189"/>
                <a:gd name="T6" fmla="*/ 263 w 270"/>
                <a:gd name="T7" fmla="*/ 49 h 189"/>
                <a:gd name="T8" fmla="*/ 246 w 270"/>
                <a:gd name="T9" fmla="*/ 7 h 189"/>
                <a:gd name="T10" fmla="*/ 204 w 270"/>
                <a:gd name="T11" fmla="*/ 25 h 189"/>
                <a:gd name="T12" fmla="*/ 173 w 270"/>
                <a:gd name="T13" fmla="*/ 98 h 189"/>
                <a:gd name="T14" fmla="*/ 162 w 270"/>
                <a:gd name="T15" fmla="*/ 125 h 189"/>
                <a:gd name="T16" fmla="*/ 32 w 270"/>
                <a:gd name="T17" fmla="*/ 125 h 189"/>
                <a:gd name="T18" fmla="*/ 0 w 270"/>
                <a:gd name="T19" fmla="*/ 157 h 189"/>
                <a:gd name="T20" fmla="*/ 32 w 270"/>
                <a:gd name="T21" fmla="*/ 189 h 189"/>
                <a:gd name="T22" fmla="*/ 184 w 270"/>
                <a:gd name="T23" fmla="*/ 18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0" h="189">
                  <a:moveTo>
                    <a:pt x="184" y="189"/>
                  </a:moveTo>
                  <a:cubicBezTo>
                    <a:pt x="185" y="189"/>
                    <a:pt x="187" y="189"/>
                    <a:pt x="188" y="189"/>
                  </a:cubicBezTo>
                  <a:cubicBezTo>
                    <a:pt x="199" y="187"/>
                    <a:pt x="209" y="180"/>
                    <a:pt x="213" y="170"/>
                  </a:cubicBezTo>
                  <a:cubicBezTo>
                    <a:pt x="263" y="49"/>
                    <a:pt x="263" y="49"/>
                    <a:pt x="263" y="49"/>
                  </a:cubicBezTo>
                  <a:cubicBezTo>
                    <a:pt x="270" y="33"/>
                    <a:pt x="262" y="14"/>
                    <a:pt x="246" y="7"/>
                  </a:cubicBezTo>
                  <a:cubicBezTo>
                    <a:pt x="229" y="0"/>
                    <a:pt x="211" y="8"/>
                    <a:pt x="204" y="25"/>
                  </a:cubicBezTo>
                  <a:cubicBezTo>
                    <a:pt x="173" y="98"/>
                    <a:pt x="173" y="98"/>
                    <a:pt x="173" y="98"/>
                  </a:cubicBezTo>
                  <a:cubicBezTo>
                    <a:pt x="162" y="125"/>
                    <a:pt x="162" y="125"/>
                    <a:pt x="162" y="125"/>
                  </a:cubicBezTo>
                  <a:cubicBezTo>
                    <a:pt x="32" y="125"/>
                    <a:pt x="32" y="125"/>
                    <a:pt x="32" y="125"/>
                  </a:cubicBezTo>
                  <a:cubicBezTo>
                    <a:pt x="15" y="125"/>
                    <a:pt x="0" y="140"/>
                    <a:pt x="0" y="157"/>
                  </a:cubicBezTo>
                  <a:cubicBezTo>
                    <a:pt x="0" y="175"/>
                    <a:pt x="15" y="189"/>
                    <a:pt x="32" y="189"/>
                  </a:cubicBezTo>
                  <a:lnTo>
                    <a:pt x="184" y="1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123"/>
            <p:cNvSpPr>
              <a:spLocks noEditPoints="1"/>
            </p:cNvSpPr>
            <p:nvPr/>
          </p:nvSpPr>
          <p:spPr bwMode="auto">
            <a:xfrm>
              <a:off x="11080750" y="4622800"/>
              <a:ext cx="1062038" cy="79375"/>
            </a:xfrm>
            <a:custGeom>
              <a:avLst/>
              <a:gdLst>
                <a:gd name="T0" fmla="*/ 670 w 690"/>
                <a:gd name="T1" fmla="*/ 51 h 51"/>
                <a:gd name="T2" fmla="*/ 690 w 690"/>
                <a:gd name="T3" fmla="*/ 30 h 51"/>
                <a:gd name="T4" fmla="*/ 690 w 690"/>
                <a:gd name="T5" fmla="*/ 20 h 51"/>
                <a:gd name="T6" fmla="*/ 670 w 690"/>
                <a:gd name="T7" fmla="*/ 0 h 51"/>
                <a:gd name="T8" fmla="*/ 593 w 690"/>
                <a:gd name="T9" fmla="*/ 0 h 51"/>
                <a:gd name="T10" fmla="*/ 502 w 690"/>
                <a:gd name="T11" fmla="*/ 0 h 51"/>
                <a:gd name="T12" fmla="*/ 463 w 690"/>
                <a:gd name="T13" fmla="*/ 0 h 51"/>
                <a:gd name="T14" fmla="*/ 317 w 690"/>
                <a:gd name="T15" fmla="*/ 0 h 51"/>
                <a:gd name="T16" fmla="*/ 189 w 690"/>
                <a:gd name="T17" fmla="*/ 0 h 51"/>
                <a:gd name="T18" fmla="*/ 160 w 690"/>
                <a:gd name="T19" fmla="*/ 0 h 51"/>
                <a:gd name="T20" fmla="*/ 20 w 690"/>
                <a:gd name="T21" fmla="*/ 0 h 51"/>
                <a:gd name="T22" fmla="*/ 2 w 690"/>
                <a:gd name="T23" fmla="*/ 13 h 51"/>
                <a:gd name="T24" fmla="*/ 0 w 690"/>
                <a:gd name="T25" fmla="*/ 20 h 51"/>
                <a:gd name="T26" fmla="*/ 0 w 690"/>
                <a:gd name="T27" fmla="*/ 30 h 51"/>
                <a:gd name="T28" fmla="*/ 20 w 690"/>
                <a:gd name="T29" fmla="*/ 51 h 51"/>
                <a:gd name="T30" fmla="*/ 317 w 690"/>
                <a:gd name="T31" fmla="*/ 51 h 51"/>
                <a:gd name="T32" fmla="*/ 410 w 690"/>
                <a:gd name="T33" fmla="*/ 51 h 51"/>
                <a:gd name="T34" fmla="*/ 460 w 690"/>
                <a:gd name="T35" fmla="*/ 51 h 51"/>
                <a:gd name="T36" fmla="*/ 502 w 690"/>
                <a:gd name="T37" fmla="*/ 51 h 51"/>
                <a:gd name="T38" fmla="*/ 593 w 690"/>
                <a:gd name="T39" fmla="*/ 51 h 51"/>
                <a:gd name="T40" fmla="*/ 670 w 690"/>
                <a:gd name="T41" fmla="*/ 51 h 51"/>
                <a:gd name="T42" fmla="*/ 526 w 690"/>
                <a:gd name="T43" fmla="*/ 38 h 51"/>
                <a:gd name="T44" fmla="*/ 513 w 690"/>
                <a:gd name="T45" fmla="*/ 25 h 51"/>
                <a:gd name="T46" fmla="*/ 526 w 690"/>
                <a:gd name="T47" fmla="*/ 12 h 51"/>
                <a:gd name="T48" fmla="*/ 540 w 690"/>
                <a:gd name="T49" fmla="*/ 25 h 51"/>
                <a:gd name="T50" fmla="*/ 526 w 690"/>
                <a:gd name="T51" fmla="*/ 38 h 51"/>
                <a:gd name="T52" fmla="*/ 569 w 690"/>
                <a:gd name="T53" fmla="*/ 38 h 51"/>
                <a:gd name="T54" fmla="*/ 556 w 690"/>
                <a:gd name="T55" fmla="*/ 25 h 51"/>
                <a:gd name="T56" fmla="*/ 569 w 690"/>
                <a:gd name="T57" fmla="*/ 12 h 51"/>
                <a:gd name="T58" fmla="*/ 582 w 690"/>
                <a:gd name="T59" fmla="*/ 25 h 51"/>
                <a:gd name="T60" fmla="*/ 569 w 690"/>
                <a:gd name="T61" fmla="*/ 3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90" h="51">
                  <a:moveTo>
                    <a:pt x="670" y="51"/>
                  </a:moveTo>
                  <a:cubicBezTo>
                    <a:pt x="681" y="51"/>
                    <a:pt x="690" y="42"/>
                    <a:pt x="690" y="30"/>
                  </a:cubicBezTo>
                  <a:cubicBezTo>
                    <a:pt x="690" y="20"/>
                    <a:pt x="690" y="20"/>
                    <a:pt x="690" y="20"/>
                  </a:cubicBezTo>
                  <a:cubicBezTo>
                    <a:pt x="690" y="9"/>
                    <a:pt x="681" y="0"/>
                    <a:pt x="670" y="0"/>
                  </a:cubicBezTo>
                  <a:cubicBezTo>
                    <a:pt x="593" y="0"/>
                    <a:pt x="593" y="0"/>
                    <a:pt x="593" y="0"/>
                  </a:cubicBezTo>
                  <a:cubicBezTo>
                    <a:pt x="502" y="0"/>
                    <a:pt x="502" y="0"/>
                    <a:pt x="502" y="0"/>
                  </a:cubicBezTo>
                  <a:cubicBezTo>
                    <a:pt x="463" y="0"/>
                    <a:pt x="463" y="0"/>
                    <a:pt x="463" y="0"/>
                  </a:cubicBezTo>
                  <a:cubicBezTo>
                    <a:pt x="317" y="0"/>
                    <a:pt x="317" y="0"/>
                    <a:pt x="317" y="0"/>
                  </a:cubicBezTo>
                  <a:cubicBezTo>
                    <a:pt x="189" y="0"/>
                    <a:pt x="189" y="0"/>
                    <a:pt x="189" y="0"/>
                  </a:cubicBezTo>
                  <a:cubicBezTo>
                    <a:pt x="160" y="0"/>
                    <a:pt x="160" y="0"/>
                    <a:pt x="160" y="0"/>
                  </a:cubicBezTo>
                  <a:cubicBezTo>
                    <a:pt x="20" y="0"/>
                    <a:pt x="20" y="0"/>
                    <a:pt x="20" y="0"/>
                  </a:cubicBezTo>
                  <a:cubicBezTo>
                    <a:pt x="12" y="0"/>
                    <a:pt x="4" y="6"/>
                    <a:pt x="2" y="13"/>
                  </a:cubicBezTo>
                  <a:cubicBezTo>
                    <a:pt x="1" y="16"/>
                    <a:pt x="0" y="18"/>
                    <a:pt x="0" y="20"/>
                  </a:cubicBezTo>
                  <a:cubicBezTo>
                    <a:pt x="0" y="30"/>
                    <a:pt x="0" y="30"/>
                    <a:pt x="0" y="30"/>
                  </a:cubicBezTo>
                  <a:cubicBezTo>
                    <a:pt x="0" y="42"/>
                    <a:pt x="9" y="51"/>
                    <a:pt x="20" y="51"/>
                  </a:cubicBezTo>
                  <a:cubicBezTo>
                    <a:pt x="317" y="51"/>
                    <a:pt x="317" y="51"/>
                    <a:pt x="317" y="51"/>
                  </a:cubicBezTo>
                  <a:cubicBezTo>
                    <a:pt x="410" y="51"/>
                    <a:pt x="410" y="51"/>
                    <a:pt x="410" y="51"/>
                  </a:cubicBezTo>
                  <a:cubicBezTo>
                    <a:pt x="460" y="51"/>
                    <a:pt x="460" y="51"/>
                    <a:pt x="460" y="51"/>
                  </a:cubicBezTo>
                  <a:cubicBezTo>
                    <a:pt x="502" y="51"/>
                    <a:pt x="502" y="51"/>
                    <a:pt x="502" y="51"/>
                  </a:cubicBezTo>
                  <a:cubicBezTo>
                    <a:pt x="593" y="51"/>
                    <a:pt x="593" y="51"/>
                    <a:pt x="593" y="51"/>
                  </a:cubicBezTo>
                  <a:lnTo>
                    <a:pt x="670" y="51"/>
                  </a:lnTo>
                  <a:close/>
                  <a:moveTo>
                    <a:pt x="526" y="38"/>
                  </a:moveTo>
                  <a:cubicBezTo>
                    <a:pt x="519" y="38"/>
                    <a:pt x="513" y="32"/>
                    <a:pt x="513" y="25"/>
                  </a:cubicBezTo>
                  <a:cubicBezTo>
                    <a:pt x="513" y="18"/>
                    <a:pt x="519" y="12"/>
                    <a:pt x="526" y="12"/>
                  </a:cubicBezTo>
                  <a:cubicBezTo>
                    <a:pt x="534" y="12"/>
                    <a:pt x="540" y="18"/>
                    <a:pt x="540" y="25"/>
                  </a:cubicBezTo>
                  <a:cubicBezTo>
                    <a:pt x="540" y="32"/>
                    <a:pt x="534" y="38"/>
                    <a:pt x="526" y="38"/>
                  </a:cubicBezTo>
                  <a:close/>
                  <a:moveTo>
                    <a:pt x="569" y="38"/>
                  </a:moveTo>
                  <a:cubicBezTo>
                    <a:pt x="561" y="38"/>
                    <a:pt x="556" y="32"/>
                    <a:pt x="556" y="25"/>
                  </a:cubicBezTo>
                  <a:cubicBezTo>
                    <a:pt x="556" y="18"/>
                    <a:pt x="561" y="12"/>
                    <a:pt x="569" y="12"/>
                  </a:cubicBezTo>
                  <a:cubicBezTo>
                    <a:pt x="576" y="12"/>
                    <a:pt x="582" y="18"/>
                    <a:pt x="582" y="25"/>
                  </a:cubicBezTo>
                  <a:cubicBezTo>
                    <a:pt x="582" y="32"/>
                    <a:pt x="576" y="38"/>
                    <a:pt x="569"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34" name="组合 133"/>
          <p:cNvGrpSpPr/>
          <p:nvPr/>
        </p:nvGrpSpPr>
        <p:grpSpPr>
          <a:xfrm>
            <a:off x="10663238" y="2541588"/>
            <a:ext cx="1457325" cy="966787"/>
            <a:chOff x="10663238" y="2541588"/>
            <a:chExt cx="1457325" cy="966787"/>
          </a:xfrm>
          <a:solidFill>
            <a:schemeClr val="tx1">
              <a:lumMod val="65000"/>
              <a:lumOff val="35000"/>
            </a:schemeClr>
          </a:solidFill>
        </p:grpSpPr>
        <p:sp>
          <p:nvSpPr>
            <p:cNvPr id="135" name="Freeform 124"/>
            <p:cNvSpPr>
              <a:spLocks noEditPoints="1"/>
            </p:cNvSpPr>
            <p:nvPr/>
          </p:nvSpPr>
          <p:spPr bwMode="auto">
            <a:xfrm>
              <a:off x="10663238" y="2946400"/>
              <a:ext cx="538163" cy="561975"/>
            </a:xfrm>
            <a:custGeom>
              <a:avLst/>
              <a:gdLst>
                <a:gd name="T0" fmla="*/ 299 w 349"/>
                <a:gd name="T1" fmla="*/ 144 h 365"/>
                <a:gd name="T2" fmla="*/ 289 w 349"/>
                <a:gd name="T3" fmla="*/ 146 h 365"/>
                <a:gd name="T4" fmla="*/ 241 w 349"/>
                <a:gd name="T5" fmla="*/ 176 h 365"/>
                <a:gd name="T6" fmla="*/ 303 w 349"/>
                <a:gd name="T7" fmla="*/ 156 h 365"/>
                <a:gd name="T8" fmla="*/ 293 w 349"/>
                <a:gd name="T9" fmla="*/ 237 h 365"/>
                <a:gd name="T10" fmla="*/ 217 w 349"/>
                <a:gd name="T11" fmla="*/ 189 h 365"/>
                <a:gd name="T12" fmla="*/ 216 w 349"/>
                <a:gd name="T13" fmla="*/ 190 h 365"/>
                <a:gd name="T14" fmla="*/ 201 w 349"/>
                <a:gd name="T15" fmla="*/ 193 h 365"/>
                <a:gd name="T16" fmla="*/ 166 w 349"/>
                <a:gd name="T17" fmla="*/ 171 h 365"/>
                <a:gd name="T18" fmla="*/ 162 w 349"/>
                <a:gd name="T19" fmla="*/ 158 h 365"/>
                <a:gd name="T20" fmla="*/ 161 w 349"/>
                <a:gd name="T21" fmla="*/ 157 h 365"/>
                <a:gd name="T22" fmla="*/ 161 w 349"/>
                <a:gd name="T23" fmla="*/ 157 h 365"/>
                <a:gd name="T24" fmla="*/ 79 w 349"/>
                <a:gd name="T25" fmla="*/ 117 h 365"/>
                <a:gd name="T26" fmla="*/ 144 w 349"/>
                <a:gd name="T27" fmla="*/ 66 h 365"/>
                <a:gd name="T28" fmla="*/ 162 w 349"/>
                <a:gd name="T29" fmla="*/ 146 h 365"/>
                <a:gd name="T30" fmla="*/ 176 w 349"/>
                <a:gd name="T31" fmla="*/ 122 h 365"/>
                <a:gd name="T32" fmla="*/ 156 w 349"/>
                <a:gd name="T33" fmla="*/ 63 h 365"/>
                <a:gd name="T34" fmla="*/ 238 w 349"/>
                <a:gd name="T35" fmla="*/ 73 h 365"/>
                <a:gd name="T36" fmla="*/ 226 w 349"/>
                <a:gd name="T37" fmla="*/ 92 h 365"/>
                <a:gd name="T38" fmla="*/ 247 w 349"/>
                <a:gd name="T39" fmla="*/ 78 h 365"/>
                <a:gd name="T40" fmla="*/ 250 w 349"/>
                <a:gd name="T41" fmla="*/ 76 h 365"/>
                <a:gd name="T42" fmla="*/ 279 w 349"/>
                <a:gd name="T43" fmla="*/ 54 h 365"/>
                <a:gd name="T44" fmla="*/ 262 w 349"/>
                <a:gd name="T45" fmla="*/ 43 h 365"/>
                <a:gd name="T46" fmla="*/ 44 w 349"/>
                <a:gd name="T47" fmla="*/ 104 h 365"/>
                <a:gd name="T48" fmla="*/ 104 w 349"/>
                <a:gd name="T49" fmla="*/ 322 h 365"/>
                <a:gd name="T50" fmla="*/ 322 w 349"/>
                <a:gd name="T51" fmla="*/ 261 h 365"/>
                <a:gd name="T52" fmla="*/ 329 w 349"/>
                <a:gd name="T53" fmla="*/ 117 h 365"/>
                <a:gd name="T54" fmla="*/ 298 w 349"/>
                <a:gd name="T55" fmla="*/ 140 h 365"/>
                <a:gd name="T56" fmla="*/ 299 w 349"/>
                <a:gd name="T57" fmla="*/ 144 h 365"/>
                <a:gd name="T58" fmla="*/ 73 w 349"/>
                <a:gd name="T59" fmla="*/ 128 h 365"/>
                <a:gd name="T60" fmla="*/ 150 w 349"/>
                <a:gd name="T61" fmla="*/ 177 h 365"/>
                <a:gd name="T62" fmla="*/ 150 w 349"/>
                <a:gd name="T63" fmla="*/ 180 h 365"/>
                <a:gd name="T64" fmla="*/ 63 w 349"/>
                <a:gd name="T65" fmla="*/ 209 h 365"/>
                <a:gd name="T66" fmla="*/ 73 w 349"/>
                <a:gd name="T67" fmla="*/ 128 h 365"/>
                <a:gd name="T68" fmla="*/ 67 w 349"/>
                <a:gd name="T69" fmla="*/ 221 h 365"/>
                <a:gd name="T70" fmla="*/ 156 w 349"/>
                <a:gd name="T71" fmla="*/ 202 h 365"/>
                <a:gd name="T72" fmla="*/ 158 w 349"/>
                <a:gd name="T73" fmla="*/ 205 h 365"/>
                <a:gd name="T74" fmla="*/ 118 w 349"/>
                <a:gd name="T75" fmla="*/ 286 h 365"/>
                <a:gd name="T76" fmla="*/ 67 w 349"/>
                <a:gd name="T77" fmla="*/ 221 h 365"/>
                <a:gd name="T78" fmla="*/ 128 w 349"/>
                <a:gd name="T79" fmla="*/ 292 h 365"/>
                <a:gd name="T80" fmla="*/ 156 w 349"/>
                <a:gd name="T81" fmla="*/ 248 h 365"/>
                <a:gd name="T82" fmla="*/ 177 w 349"/>
                <a:gd name="T83" fmla="*/ 215 h 365"/>
                <a:gd name="T84" fmla="*/ 181 w 349"/>
                <a:gd name="T85" fmla="*/ 216 h 365"/>
                <a:gd name="T86" fmla="*/ 210 w 349"/>
                <a:gd name="T87" fmla="*/ 302 h 365"/>
                <a:gd name="T88" fmla="*/ 128 w 349"/>
                <a:gd name="T89" fmla="*/ 292 h 365"/>
                <a:gd name="T90" fmla="*/ 222 w 349"/>
                <a:gd name="T91" fmla="*/ 299 h 365"/>
                <a:gd name="T92" fmla="*/ 202 w 349"/>
                <a:gd name="T93" fmla="*/ 210 h 365"/>
                <a:gd name="T94" fmla="*/ 205 w 349"/>
                <a:gd name="T95" fmla="*/ 208 h 365"/>
                <a:gd name="T96" fmla="*/ 287 w 349"/>
                <a:gd name="T97" fmla="*/ 248 h 365"/>
                <a:gd name="T98" fmla="*/ 222 w 349"/>
                <a:gd name="T99" fmla="*/ 299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9" h="365">
                  <a:moveTo>
                    <a:pt x="299" y="144"/>
                  </a:moveTo>
                  <a:cubicBezTo>
                    <a:pt x="289" y="146"/>
                    <a:pt x="289" y="146"/>
                    <a:pt x="289" y="146"/>
                  </a:cubicBezTo>
                  <a:cubicBezTo>
                    <a:pt x="274" y="156"/>
                    <a:pt x="258" y="166"/>
                    <a:pt x="241" y="176"/>
                  </a:cubicBezTo>
                  <a:cubicBezTo>
                    <a:pt x="303" y="156"/>
                    <a:pt x="303" y="156"/>
                    <a:pt x="303" y="156"/>
                  </a:cubicBezTo>
                  <a:cubicBezTo>
                    <a:pt x="309" y="182"/>
                    <a:pt x="306" y="211"/>
                    <a:pt x="293" y="237"/>
                  </a:cubicBezTo>
                  <a:cubicBezTo>
                    <a:pt x="217" y="189"/>
                    <a:pt x="217" y="189"/>
                    <a:pt x="217" y="189"/>
                  </a:cubicBezTo>
                  <a:cubicBezTo>
                    <a:pt x="217" y="189"/>
                    <a:pt x="216" y="190"/>
                    <a:pt x="216" y="190"/>
                  </a:cubicBezTo>
                  <a:cubicBezTo>
                    <a:pt x="211" y="192"/>
                    <a:pt x="206" y="193"/>
                    <a:pt x="201" y="193"/>
                  </a:cubicBezTo>
                  <a:cubicBezTo>
                    <a:pt x="186" y="193"/>
                    <a:pt x="173" y="184"/>
                    <a:pt x="166" y="171"/>
                  </a:cubicBezTo>
                  <a:cubicBezTo>
                    <a:pt x="164" y="167"/>
                    <a:pt x="162" y="162"/>
                    <a:pt x="162" y="158"/>
                  </a:cubicBezTo>
                  <a:cubicBezTo>
                    <a:pt x="162" y="157"/>
                    <a:pt x="161" y="157"/>
                    <a:pt x="161" y="157"/>
                  </a:cubicBezTo>
                  <a:cubicBezTo>
                    <a:pt x="161" y="157"/>
                    <a:pt x="161" y="157"/>
                    <a:pt x="161" y="157"/>
                  </a:cubicBezTo>
                  <a:cubicBezTo>
                    <a:pt x="79" y="117"/>
                    <a:pt x="79" y="117"/>
                    <a:pt x="79" y="117"/>
                  </a:cubicBezTo>
                  <a:cubicBezTo>
                    <a:pt x="95" y="92"/>
                    <a:pt x="118" y="75"/>
                    <a:pt x="144" y="66"/>
                  </a:cubicBezTo>
                  <a:cubicBezTo>
                    <a:pt x="162" y="146"/>
                    <a:pt x="162" y="146"/>
                    <a:pt x="162" y="146"/>
                  </a:cubicBezTo>
                  <a:cubicBezTo>
                    <a:pt x="164" y="136"/>
                    <a:pt x="168" y="128"/>
                    <a:pt x="176" y="122"/>
                  </a:cubicBezTo>
                  <a:cubicBezTo>
                    <a:pt x="156" y="63"/>
                    <a:pt x="156" y="63"/>
                    <a:pt x="156" y="63"/>
                  </a:cubicBezTo>
                  <a:cubicBezTo>
                    <a:pt x="183" y="57"/>
                    <a:pt x="212" y="60"/>
                    <a:pt x="238" y="73"/>
                  </a:cubicBezTo>
                  <a:cubicBezTo>
                    <a:pt x="226" y="92"/>
                    <a:pt x="226" y="92"/>
                    <a:pt x="226" y="92"/>
                  </a:cubicBezTo>
                  <a:cubicBezTo>
                    <a:pt x="233" y="87"/>
                    <a:pt x="240" y="83"/>
                    <a:pt x="247" y="78"/>
                  </a:cubicBezTo>
                  <a:cubicBezTo>
                    <a:pt x="248" y="77"/>
                    <a:pt x="249" y="77"/>
                    <a:pt x="250" y="76"/>
                  </a:cubicBezTo>
                  <a:cubicBezTo>
                    <a:pt x="260" y="69"/>
                    <a:pt x="270" y="61"/>
                    <a:pt x="279" y="54"/>
                  </a:cubicBezTo>
                  <a:cubicBezTo>
                    <a:pt x="274" y="50"/>
                    <a:pt x="268" y="47"/>
                    <a:pt x="262" y="43"/>
                  </a:cubicBezTo>
                  <a:cubicBezTo>
                    <a:pt x="185" y="0"/>
                    <a:pt x="87" y="27"/>
                    <a:pt x="44" y="104"/>
                  </a:cubicBezTo>
                  <a:cubicBezTo>
                    <a:pt x="0" y="181"/>
                    <a:pt x="27" y="278"/>
                    <a:pt x="104" y="322"/>
                  </a:cubicBezTo>
                  <a:cubicBezTo>
                    <a:pt x="181" y="365"/>
                    <a:pt x="279" y="338"/>
                    <a:pt x="322" y="261"/>
                  </a:cubicBezTo>
                  <a:cubicBezTo>
                    <a:pt x="348" y="215"/>
                    <a:pt x="349" y="162"/>
                    <a:pt x="329" y="117"/>
                  </a:cubicBezTo>
                  <a:cubicBezTo>
                    <a:pt x="319" y="125"/>
                    <a:pt x="309" y="132"/>
                    <a:pt x="298" y="140"/>
                  </a:cubicBezTo>
                  <a:cubicBezTo>
                    <a:pt x="298" y="141"/>
                    <a:pt x="299" y="142"/>
                    <a:pt x="299" y="144"/>
                  </a:cubicBezTo>
                  <a:close/>
                  <a:moveTo>
                    <a:pt x="73" y="128"/>
                  </a:moveTo>
                  <a:cubicBezTo>
                    <a:pt x="150" y="177"/>
                    <a:pt x="150" y="177"/>
                    <a:pt x="150" y="177"/>
                  </a:cubicBezTo>
                  <a:cubicBezTo>
                    <a:pt x="150" y="178"/>
                    <a:pt x="150" y="179"/>
                    <a:pt x="150" y="180"/>
                  </a:cubicBezTo>
                  <a:cubicBezTo>
                    <a:pt x="63" y="209"/>
                    <a:pt x="63" y="209"/>
                    <a:pt x="63" y="209"/>
                  </a:cubicBezTo>
                  <a:cubicBezTo>
                    <a:pt x="57" y="183"/>
                    <a:pt x="60" y="154"/>
                    <a:pt x="73" y="128"/>
                  </a:cubicBezTo>
                  <a:close/>
                  <a:moveTo>
                    <a:pt x="67" y="221"/>
                  </a:moveTo>
                  <a:cubicBezTo>
                    <a:pt x="156" y="202"/>
                    <a:pt x="156" y="202"/>
                    <a:pt x="156" y="202"/>
                  </a:cubicBezTo>
                  <a:cubicBezTo>
                    <a:pt x="156" y="203"/>
                    <a:pt x="157" y="204"/>
                    <a:pt x="158" y="205"/>
                  </a:cubicBezTo>
                  <a:cubicBezTo>
                    <a:pt x="118" y="286"/>
                    <a:pt x="118" y="286"/>
                    <a:pt x="118" y="286"/>
                  </a:cubicBezTo>
                  <a:cubicBezTo>
                    <a:pt x="93" y="270"/>
                    <a:pt x="75" y="247"/>
                    <a:pt x="67" y="221"/>
                  </a:cubicBezTo>
                  <a:close/>
                  <a:moveTo>
                    <a:pt x="128" y="292"/>
                  </a:moveTo>
                  <a:cubicBezTo>
                    <a:pt x="156" y="248"/>
                    <a:pt x="156" y="248"/>
                    <a:pt x="156" y="248"/>
                  </a:cubicBezTo>
                  <a:cubicBezTo>
                    <a:pt x="177" y="215"/>
                    <a:pt x="177" y="215"/>
                    <a:pt x="177" y="215"/>
                  </a:cubicBezTo>
                  <a:cubicBezTo>
                    <a:pt x="178" y="216"/>
                    <a:pt x="180" y="216"/>
                    <a:pt x="181" y="216"/>
                  </a:cubicBezTo>
                  <a:cubicBezTo>
                    <a:pt x="210" y="302"/>
                    <a:pt x="210" y="302"/>
                    <a:pt x="210" y="302"/>
                  </a:cubicBezTo>
                  <a:cubicBezTo>
                    <a:pt x="183" y="308"/>
                    <a:pt x="154" y="305"/>
                    <a:pt x="128" y="292"/>
                  </a:cubicBezTo>
                  <a:close/>
                  <a:moveTo>
                    <a:pt x="222" y="299"/>
                  </a:moveTo>
                  <a:cubicBezTo>
                    <a:pt x="202" y="210"/>
                    <a:pt x="202" y="210"/>
                    <a:pt x="202" y="210"/>
                  </a:cubicBezTo>
                  <a:cubicBezTo>
                    <a:pt x="203" y="209"/>
                    <a:pt x="204" y="208"/>
                    <a:pt x="205" y="208"/>
                  </a:cubicBezTo>
                  <a:cubicBezTo>
                    <a:pt x="287" y="248"/>
                    <a:pt x="287" y="248"/>
                    <a:pt x="287" y="248"/>
                  </a:cubicBezTo>
                  <a:cubicBezTo>
                    <a:pt x="271" y="273"/>
                    <a:pt x="248" y="290"/>
                    <a:pt x="222" y="2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125"/>
            <p:cNvSpPr>
              <a:spLocks/>
            </p:cNvSpPr>
            <p:nvPr/>
          </p:nvSpPr>
          <p:spPr bwMode="auto">
            <a:xfrm>
              <a:off x="10941050" y="2541588"/>
              <a:ext cx="315913" cy="314325"/>
            </a:xfrm>
            <a:custGeom>
              <a:avLst/>
              <a:gdLst>
                <a:gd name="T0" fmla="*/ 186 w 205"/>
                <a:gd name="T1" fmla="*/ 136 h 204"/>
                <a:gd name="T2" fmla="*/ 136 w 205"/>
                <a:gd name="T3" fmla="*/ 19 h 204"/>
                <a:gd name="T4" fmla="*/ 19 w 205"/>
                <a:gd name="T5" fmla="*/ 68 h 204"/>
                <a:gd name="T6" fmla="*/ 68 w 205"/>
                <a:gd name="T7" fmla="*/ 185 h 204"/>
                <a:gd name="T8" fmla="*/ 186 w 205"/>
                <a:gd name="T9" fmla="*/ 136 h 204"/>
              </a:gdLst>
              <a:ahLst/>
              <a:cxnLst>
                <a:cxn ang="0">
                  <a:pos x="T0" y="T1"/>
                </a:cxn>
                <a:cxn ang="0">
                  <a:pos x="T2" y="T3"/>
                </a:cxn>
                <a:cxn ang="0">
                  <a:pos x="T4" y="T5"/>
                </a:cxn>
                <a:cxn ang="0">
                  <a:pos x="T6" y="T7"/>
                </a:cxn>
                <a:cxn ang="0">
                  <a:pos x="T8" y="T9"/>
                </a:cxn>
              </a:cxnLst>
              <a:rect l="0" t="0" r="r" b="b"/>
              <a:pathLst>
                <a:path w="205" h="204">
                  <a:moveTo>
                    <a:pt x="186" y="136"/>
                  </a:moveTo>
                  <a:cubicBezTo>
                    <a:pt x="205" y="90"/>
                    <a:pt x="182" y="38"/>
                    <a:pt x="136" y="19"/>
                  </a:cubicBezTo>
                  <a:cubicBezTo>
                    <a:pt x="90" y="0"/>
                    <a:pt x="38" y="22"/>
                    <a:pt x="19" y="68"/>
                  </a:cubicBezTo>
                  <a:cubicBezTo>
                    <a:pt x="0" y="114"/>
                    <a:pt x="22" y="167"/>
                    <a:pt x="68" y="185"/>
                  </a:cubicBezTo>
                  <a:cubicBezTo>
                    <a:pt x="114" y="204"/>
                    <a:pt x="167" y="182"/>
                    <a:pt x="186" y="1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126"/>
            <p:cNvSpPr>
              <a:spLocks/>
            </p:cNvSpPr>
            <p:nvPr/>
          </p:nvSpPr>
          <p:spPr bwMode="auto">
            <a:xfrm>
              <a:off x="11188700" y="2794000"/>
              <a:ext cx="931863" cy="674688"/>
            </a:xfrm>
            <a:custGeom>
              <a:avLst/>
              <a:gdLst>
                <a:gd name="T0" fmla="*/ 346 w 606"/>
                <a:gd name="T1" fmla="*/ 320 h 439"/>
                <a:gd name="T2" fmla="*/ 380 w 606"/>
                <a:gd name="T3" fmla="*/ 119 h 439"/>
                <a:gd name="T4" fmla="*/ 338 w 606"/>
                <a:gd name="T5" fmla="*/ 62 h 439"/>
                <a:gd name="T6" fmla="*/ 323 w 606"/>
                <a:gd name="T7" fmla="*/ 62 h 439"/>
                <a:gd name="T8" fmla="*/ 307 w 606"/>
                <a:gd name="T9" fmla="*/ 60 h 439"/>
                <a:gd name="T10" fmla="*/ 106 w 606"/>
                <a:gd name="T11" fmla="*/ 16 h 439"/>
                <a:gd name="T12" fmla="*/ 6 w 606"/>
                <a:gd name="T13" fmla="*/ 43 h 439"/>
                <a:gd name="T14" fmla="*/ 5 w 606"/>
                <a:gd name="T15" fmla="*/ 91 h 439"/>
                <a:gd name="T16" fmla="*/ 33 w 606"/>
                <a:gd name="T17" fmla="*/ 57 h 439"/>
                <a:gd name="T18" fmla="*/ 67 w 606"/>
                <a:gd name="T19" fmla="*/ 38 h 439"/>
                <a:gd name="T20" fmla="*/ 88 w 606"/>
                <a:gd name="T21" fmla="*/ 45 h 439"/>
                <a:gd name="T22" fmla="*/ 101 w 606"/>
                <a:gd name="T23" fmla="*/ 100 h 439"/>
                <a:gd name="T24" fmla="*/ 59 w 606"/>
                <a:gd name="T25" fmla="*/ 152 h 439"/>
                <a:gd name="T26" fmla="*/ 63 w 606"/>
                <a:gd name="T27" fmla="*/ 154 h 439"/>
                <a:gd name="T28" fmla="*/ 264 w 606"/>
                <a:gd name="T29" fmla="*/ 201 h 439"/>
                <a:gd name="T30" fmla="*/ 238 w 606"/>
                <a:gd name="T31" fmla="*/ 357 h 439"/>
                <a:gd name="T32" fmla="*/ 248 w 606"/>
                <a:gd name="T33" fmla="*/ 396 h 439"/>
                <a:gd name="T34" fmla="*/ 283 w 606"/>
                <a:gd name="T35" fmla="*/ 415 h 439"/>
                <a:gd name="T36" fmla="*/ 549 w 606"/>
                <a:gd name="T37" fmla="*/ 439 h 439"/>
                <a:gd name="T38" fmla="*/ 554 w 606"/>
                <a:gd name="T39" fmla="*/ 439 h 439"/>
                <a:gd name="T40" fmla="*/ 603 w 606"/>
                <a:gd name="T41" fmla="*/ 394 h 439"/>
                <a:gd name="T42" fmla="*/ 558 w 606"/>
                <a:gd name="T43" fmla="*/ 339 h 439"/>
                <a:gd name="T44" fmla="*/ 346 w 606"/>
                <a:gd name="T45" fmla="*/ 320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6" h="439">
                  <a:moveTo>
                    <a:pt x="346" y="320"/>
                  </a:moveTo>
                  <a:cubicBezTo>
                    <a:pt x="380" y="119"/>
                    <a:pt x="380" y="119"/>
                    <a:pt x="380" y="119"/>
                  </a:cubicBezTo>
                  <a:cubicBezTo>
                    <a:pt x="384" y="92"/>
                    <a:pt x="366" y="66"/>
                    <a:pt x="338" y="62"/>
                  </a:cubicBezTo>
                  <a:cubicBezTo>
                    <a:pt x="333" y="61"/>
                    <a:pt x="328" y="61"/>
                    <a:pt x="323" y="62"/>
                  </a:cubicBezTo>
                  <a:cubicBezTo>
                    <a:pt x="318" y="61"/>
                    <a:pt x="313" y="61"/>
                    <a:pt x="307" y="60"/>
                  </a:cubicBezTo>
                  <a:cubicBezTo>
                    <a:pt x="238" y="62"/>
                    <a:pt x="160" y="33"/>
                    <a:pt x="106" y="16"/>
                  </a:cubicBezTo>
                  <a:cubicBezTo>
                    <a:pt x="67" y="0"/>
                    <a:pt x="18" y="10"/>
                    <a:pt x="6" y="43"/>
                  </a:cubicBezTo>
                  <a:cubicBezTo>
                    <a:pt x="1" y="57"/>
                    <a:pt x="0" y="74"/>
                    <a:pt x="5" y="91"/>
                  </a:cubicBezTo>
                  <a:cubicBezTo>
                    <a:pt x="24" y="71"/>
                    <a:pt x="33" y="57"/>
                    <a:pt x="33" y="57"/>
                  </a:cubicBezTo>
                  <a:cubicBezTo>
                    <a:pt x="41" y="45"/>
                    <a:pt x="53" y="38"/>
                    <a:pt x="67" y="38"/>
                  </a:cubicBezTo>
                  <a:cubicBezTo>
                    <a:pt x="74" y="38"/>
                    <a:pt x="82" y="40"/>
                    <a:pt x="88" y="45"/>
                  </a:cubicBezTo>
                  <a:cubicBezTo>
                    <a:pt x="107" y="56"/>
                    <a:pt x="112" y="81"/>
                    <a:pt x="101" y="100"/>
                  </a:cubicBezTo>
                  <a:cubicBezTo>
                    <a:pt x="98" y="104"/>
                    <a:pt x="84" y="124"/>
                    <a:pt x="59" y="152"/>
                  </a:cubicBezTo>
                  <a:cubicBezTo>
                    <a:pt x="60" y="152"/>
                    <a:pt x="61" y="153"/>
                    <a:pt x="63" y="154"/>
                  </a:cubicBezTo>
                  <a:cubicBezTo>
                    <a:pt x="135" y="187"/>
                    <a:pt x="185" y="200"/>
                    <a:pt x="264" y="201"/>
                  </a:cubicBezTo>
                  <a:cubicBezTo>
                    <a:pt x="238" y="357"/>
                    <a:pt x="238" y="357"/>
                    <a:pt x="238" y="357"/>
                  </a:cubicBezTo>
                  <a:cubicBezTo>
                    <a:pt x="236" y="371"/>
                    <a:pt x="239" y="385"/>
                    <a:pt x="248" y="396"/>
                  </a:cubicBezTo>
                  <a:cubicBezTo>
                    <a:pt x="256" y="407"/>
                    <a:pt x="269" y="414"/>
                    <a:pt x="283" y="415"/>
                  </a:cubicBezTo>
                  <a:cubicBezTo>
                    <a:pt x="549" y="439"/>
                    <a:pt x="549" y="439"/>
                    <a:pt x="549" y="439"/>
                  </a:cubicBezTo>
                  <a:cubicBezTo>
                    <a:pt x="551" y="439"/>
                    <a:pt x="552" y="439"/>
                    <a:pt x="554" y="439"/>
                  </a:cubicBezTo>
                  <a:cubicBezTo>
                    <a:pt x="579" y="439"/>
                    <a:pt x="601" y="420"/>
                    <a:pt x="603" y="394"/>
                  </a:cubicBezTo>
                  <a:cubicBezTo>
                    <a:pt x="606" y="366"/>
                    <a:pt x="586" y="342"/>
                    <a:pt x="558" y="339"/>
                  </a:cubicBezTo>
                  <a:lnTo>
                    <a:pt x="346" y="3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127"/>
            <p:cNvSpPr>
              <a:spLocks/>
            </p:cNvSpPr>
            <p:nvPr/>
          </p:nvSpPr>
          <p:spPr bwMode="auto">
            <a:xfrm>
              <a:off x="10923588" y="2859088"/>
              <a:ext cx="423863" cy="371475"/>
            </a:xfrm>
            <a:custGeom>
              <a:avLst/>
              <a:gdLst>
                <a:gd name="T0" fmla="*/ 256 w 275"/>
                <a:gd name="T1" fmla="*/ 9 h 242"/>
                <a:gd name="T2" fmla="*/ 212 w 275"/>
                <a:gd name="T3" fmla="*/ 19 h 242"/>
                <a:gd name="T4" fmla="*/ 212 w 275"/>
                <a:gd name="T5" fmla="*/ 19 h 242"/>
                <a:gd name="T6" fmla="*/ 180 w 275"/>
                <a:gd name="T7" fmla="*/ 58 h 242"/>
                <a:gd name="T8" fmla="*/ 116 w 275"/>
                <a:gd name="T9" fmla="*/ 117 h 242"/>
                <a:gd name="T10" fmla="*/ 85 w 275"/>
                <a:gd name="T11" fmla="*/ 140 h 242"/>
                <a:gd name="T12" fmla="*/ 74 w 275"/>
                <a:gd name="T13" fmla="*/ 147 h 242"/>
                <a:gd name="T14" fmla="*/ 47 w 275"/>
                <a:gd name="T15" fmla="*/ 165 h 242"/>
                <a:gd name="T16" fmla="*/ 17 w 275"/>
                <a:gd name="T17" fmla="*/ 181 h 242"/>
                <a:gd name="T18" fmla="*/ 10 w 275"/>
                <a:gd name="T19" fmla="*/ 187 h 242"/>
                <a:gd name="T20" fmla="*/ 0 w 275"/>
                <a:gd name="T21" fmla="*/ 209 h 242"/>
                <a:gd name="T22" fmla="*/ 4 w 275"/>
                <a:gd name="T23" fmla="*/ 225 h 242"/>
                <a:gd name="T24" fmla="*/ 32 w 275"/>
                <a:gd name="T25" fmla="*/ 242 h 242"/>
                <a:gd name="T26" fmla="*/ 47 w 275"/>
                <a:gd name="T27" fmla="*/ 238 h 242"/>
                <a:gd name="T28" fmla="*/ 47 w 275"/>
                <a:gd name="T29" fmla="*/ 238 h 242"/>
                <a:gd name="T30" fmla="*/ 99 w 275"/>
                <a:gd name="T31" fmla="*/ 208 h 242"/>
                <a:gd name="T32" fmla="*/ 126 w 275"/>
                <a:gd name="T33" fmla="*/ 189 h 242"/>
                <a:gd name="T34" fmla="*/ 156 w 275"/>
                <a:gd name="T35" fmla="*/ 167 h 242"/>
                <a:gd name="T36" fmla="*/ 223 w 275"/>
                <a:gd name="T37" fmla="*/ 106 h 242"/>
                <a:gd name="T38" fmla="*/ 266 w 275"/>
                <a:gd name="T39" fmla="*/ 53 h 242"/>
                <a:gd name="T40" fmla="*/ 256 w 275"/>
                <a:gd name="T41" fmla="*/ 9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5" h="242">
                  <a:moveTo>
                    <a:pt x="256" y="9"/>
                  </a:moveTo>
                  <a:cubicBezTo>
                    <a:pt x="241" y="0"/>
                    <a:pt x="221" y="4"/>
                    <a:pt x="212" y="19"/>
                  </a:cubicBezTo>
                  <a:cubicBezTo>
                    <a:pt x="212" y="19"/>
                    <a:pt x="212" y="19"/>
                    <a:pt x="212" y="19"/>
                  </a:cubicBezTo>
                  <a:cubicBezTo>
                    <a:pt x="211" y="20"/>
                    <a:pt x="201" y="35"/>
                    <a:pt x="180" y="58"/>
                  </a:cubicBezTo>
                  <a:cubicBezTo>
                    <a:pt x="165" y="74"/>
                    <a:pt x="144" y="95"/>
                    <a:pt x="116" y="117"/>
                  </a:cubicBezTo>
                  <a:cubicBezTo>
                    <a:pt x="107" y="124"/>
                    <a:pt x="96" y="132"/>
                    <a:pt x="85" y="140"/>
                  </a:cubicBezTo>
                  <a:cubicBezTo>
                    <a:pt x="82" y="142"/>
                    <a:pt x="78" y="145"/>
                    <a:pt x="74" y="147"/>
                  </a:cubicBezTo>
                  <a:cubicBezTo>
                    <a:pt x="65" y="153"/>
                    <a:pt x="56" y="159"/>
                    <a:pt x="47" y="165"/>
                  </a:cubicBezTo>
                  <a:cubicBezTo>
                    <a:pt x="37" y="170"/>
                    <a:pt x="27" y="176"/>
                    <a:pt x="17" y="181"/>
                  </a:cubicBezTo>
                  <a:cubicBezTo>
                    <a:pt x="14" y="183"/>
                    <a:pt x="12" y="185"/>
                    <a:pt x="10" y="187"/>
                  </a:cubicBezTo>
                  <a:cubicBezTo>
                    <a:pt x="4" y="193"/>
                    <a:pt x="0" y="201"/>
                    <a:pt x="0" y="209"/>
                  </a:cubicBezTo>
                  <a:cubicBezTo>
                    <a:pt x="0" y="214"/>
                    <a:pt x="1" y="220"/>
                    <a:pt x="4" y="225"/>
                  </a:cubicBezTo>
                  <a:cubicBezTo>
                    <a:pt x="10" y="235"/>
                    <a:pt x="21" y="242"/>
                    <a:pt x="32" y="242"/>
                  </a:cubicBezTo>
                  <a:cubicBezTo>
                    <a:pt x="37" y="242"/>
                    <a:pt x="42" y="240"/>
                    <a:pt x="47" y="238"/>
                  </a:cubicBezTo>
                  <a:cubicBezTo>
                    <a:pt x="47" y="238"/>
                    <a:pt x="47" y="238"/>
                    <a:pt x="47" y="238"/>
                  </a:cubicBezTo>
                  <a:cubicBezTo>
                    <a:pt x="66" y="228"/>
                    <a:pt x="83" y="218"/>
                    <a:pt x="99" y="208"/>
                  </a:cubicBezTo>
                  <a:cubicBezTo>
                    <a:pt x="108" y="202"/>
                    <a:pt x="117" y="195"/>
                    <a:pt x="126" y="189"/>
                  </a:cubicBezTo>
                  <a:cubicBezTo>
                    <a:pt x="137" y="182"/>
                    <a:pt x="147" y="174"/>
                    <a:pt x="156" y="167"/>
                  </a:cubicBezTo>
                  <a:cubicBezTo>
                    <a:pt x="184" y="144"/>
                    <a:pt x="206" y="123"/>
                    <a:pt x="223" y="106"/>
                  </a:cubicBezTo>
                  <a:cubicBezTo>
                    <a:pt x="252" y="76"/>
                    <a:pt x="265" y="55"/>
                    <a:pt x="266" y="53"/>
                  </a:cubicBezTo>
                  <a:cubicBezTo>
                    <a:pt x="275" y="39"/>
                    <a:pt x="271" y="19"/>
                    <a:pt x="256"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39" name="组合 138"/>
          <p:cNvGrpSpPr/>
          <p:nvPr/>
        </p:nvGrpSpPr>
        <p:grpSpPr>
          <a:xfrm>
            <a:off x="9744075" y="3362325"/>
            <a:ext cx="1435101" cy="801688"/>
            <a:chOff x="9744075" y="3362325"/>
            <a:chExt cx="1435101" cy="801688"/>
          </a:xfrm>
          <a:solidFill>
            <a:schemeClr val="tx1">
              <a:lumMod val="65000"/>
              <a:lumOff val="35000"/>
            </a:schemeClr>
          </a:solidFill>
        </p:grpSpPr>
        <p:sp>
          <p:nvSpPr>
            <p:cNvPr id="140" name="Freeform 128"/>
            <p:cNvSpPr>
              <a:spLocks noEditPoints="1"/>
            </p:cNvSpPr>
            <p:nvPr/>
          </p:nvSpPr>
          <p:spPr bwMode="auto">
            <a:xfrm>
              <a:off x="10644188" y="3614738"/>
              <a:ext cx="534988" cy="549275"/>
            </a:xfrm>
            <a:custGeom>
              <a:avLst/>
              <a:gdLst>
                <a:gd name="T0" fmla="*/ 269 w 348"/>
                <a:gd name="T1" fmla="*/ 301 h 356"/>
                <a:gd name="T2" fmla="*/ 292 w 348"/>
                <a:gd name="T3" fmla="*/ 76 h 356"/>
                <a:gd name="T4" fmla="*/ 93 w 348"/>
                <a:gd name="T5" fmla="*/ 35 h 356"/>
                <a:gd name="T6" fmla="*/ 143 w 348"/>
                <a:gd name="T7" fmla="*/ 56 h 356"/>
                <a:gd name="T8" fmla="*/ 175 w 348"/>
                <a:gd name="T9" fmla="*/ 54 h 356"/>
                <a:gd name="T10" fmla="*/ 172 w 348"/>
                <a:gd name="T11" fmla="*/ 70 h 356"/>
                <a:gd name="T12" fmla="*/ 185 w 348"/>
                <a:gd name="T13" fmla="*/ 84 h 356"/>
                <a:gd name="T14" fmla="*/ 187 w 348"/>
                <a:gd name="T15" fmla="*/ 55 h 356"/>
                <a:gd name="T16" fmla="*/ 259 w 348"/>
                <a:gd name="T17" fmla="*/ 95 h 356"/>
                <a:gd name="T18" fmla="*/ 186 w 348"/>
                <a:gd name="T19" fmla="*/ 148 h 356"/>
                <a:gd name="T20" fmla="*/ 185 w 348"/>
                <a:gd name="T21" fmla="*/ 148 h 356"/>
                <a:gd name="T22" fmla="*/ 185 w 348"/>
                <a:gd name="T23" fmla="*/ 148 h 356"/>
                <a:gd name="T24" fmla="*/ 137 w 348"/>
                <a:gd name="T25" fmla="*/ 174 h 356"/>
                <a:gd name="T26" fmla="*/ 135 w 348"/>
                <a:gd name="T27" fmla="*/ 174 h 356"/>
                <a:gd name="T28" fmla="*/ 117 w 348"/>
                <a:gd name="T29" fmla="*/ 171 h 356"/>
                <a:gd name="T30" fmla="*/ 88 w 348"/>
                <a:gd name="T31" fmla="*/ 160 h 356"/>
                <a:gd name="T32" fmla="*/ 47 w 348"/>
                <a:gd name="T33" fmla="*/ 158 h 356"/>
                <a:gd name="T34" fmla="*/ 50 w 348"/>
                <a:gd name="T35" fmla="*/ 143 h 356"/>
                <a:gd name="T36" fmla="*/ 16 w 348"/>
                <a:gd name="T37" fmla="*/ 127 h 356"/>
                <a:gd name="T38" fmla="*/ 44 w 348"/>
                <a:gd name="T39" fmla="*/ 277 h 356"/>
                <a:gd name="T40" fmla="*/ 269 w 348"/>
                <a:gd name="T41" fmla="*/ 301 h 356"/>
                <a:gd name="T42" fmla="*/ 250 w 348"/>
                <a:gd name="T43" fmla="*/ 268 h 356"/>
                <a:gd name="T44" fmla="*/ 196 w 348"/>
                <a:gd name="T45" fmla="*/ 194 h 356"/>
                <a:gd name="T46" fmla="*/ 198 w 348"/>
                <a:gd name="T47" fmla="*/ 191 h 356"/>
                <a:gd name="T48" fmla="*/ 289 w 348"/>
                <a:gd name="T49" fmla="*/ 195 h 356"/>
                <a:gd name="T50" fmla="*/ 250 w 348"/>
                <a:gd name="T51" fmla="*/ 268 h 356"/>
                <a:gd name="T52" fmla="*/ 221 w 348"/>
                <a:gd name="T53" fmla="*/ 146 h 356"/>
                <a:gd name="T54" fmla="*/ 267 w 348"/>
                <a:gd name="T55" fmla="*/ 104 h 356"/>
                <a:gd name="T56" fmla="*/ 290 w 348"/>
                <a:gd name="T57" fmla="*/ 183 h 356"/>
                <a:gd name="T58" fmla="*/ 200 w 348"/>
                <a:gd name="T59" fmla="*/ 169 h 356"/>
                <a:gd name="T60" fmla="*/ 199 w 348"/>
                <a:gd name="T61" fmla="*/ 165 h 356"/>
                <a:gd name="T62" fmla="*/ 221 w 348"/>
                <a:gd name="T63" fmla="*/ 146 h 356"/>
                <a:gd name="T64" fmla="*/ 46 w 348"/>
                <a:gd name="T65" fmla="*/ 170 h 356"/>
                <a:gd name="T66" fmla="*/ 135 w 348"/>
                <a:gd name="T67" fmla="*/ 184 h 356"/>
                <a:gd name="T68" fmla="*/ 136 w 348"/>
                <a:gd name="T69" fmla="*/ 188 h 356"/>
                <a:gd name="T70" fmla="*/ 69 w 348"/>
                <a:gd name="T71" fmla="*/ 249 h 356"/>
                <a:gd name="T72" fmla="*/ 46 w 348"/>
                <a:gd name="T73" fmla="*/ 170 h 356"/>
                <a:gd name="T74" fmla="*/ 77 w 348"/>
                <a:gd name="T75" fmla="*/ 258 h 356"/>
                <a:gd name="T76" fmla="*/ 119 w 348"/>
                <a:gd name="T77" fmla="*/ 228 h 356"/>
                <a:gd name="T78" fmla="*/ 150 w 348"/>
                <a:gd name="T79" fmla="*/ 205 h 356"/>
                <a:gd name="T80" fmla="*/ 154 w 348"/>
                <a:gd name="T81" fmla="*/ 207 h 356"/>
                <a:gd name="T82" fmla="*/ 149 w 348"/>
                <a:gd name="T83" fmla="*/ 298 h 356"/>
                <a:gd name="T84" fmla="*/ 77 w 348"/>
                <a:gd name="T85" fmla="*/ 258 h 356"/>
                <a:gd name="T86" fmla="*/ 176 w 348"/>
                <a:gd name="T87" fmla="*/ 209 h 356"/>
                <a:gd name="T88" fmla="*/ 179 w 348"/>
                <a:gd name="T89" fmla="*/ 208 h 356"/>
                <a:gd name="T90" fmla="*/ 240 w 348"/>
                <a:gd name="T91" fmla="*/ 275 h 356"/>
                <a:gd name="T92" fmla="*/ 161 w 348"/>
                <a:gd name="T93" fmla="*/ 299 h 356"/>
                <a:gd name="T94" fmla="*/ 176 w 348"/>
                <a:gd name="T95" fmla="*/ 209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8" h="356">
                  <a:moveTo>
                    <a:pt x="269" y="301"/>
                  </a:moveTo>
                  <a:cubicBezTo>
                    <a:pt x="337" y="245"/>
                    <a:pt x="348" y="144"/>
                    <a:pt x="292" y="76"/>
                  </a:cubicBezTo>
                  <a:cubicBezTo>
                    <a:pt x="243" y="15"/>
                    <a:pt x="159" y="0"/>
                    <a:pt x="93" y="35"/>
                  </a:cubicBezTo>
                  <a:cubicBezTo>
                    <a:pt x="109" y="42"/>
                    <a:pt x="125" y="50"/>
                    <a:pt x="143" y="56"/>
                  </a:cubicBezTo>
                  <a:cubicBezTo>
                    <a:pt x="153" y="54"/>
                    <a:pt x="164" y="53"/>
                    <a:pt x="175" y="54"/>
                  </a:cubicBezTo>
                  <a:cubicBezTo>
                    <a:pt x="172" y="70"/>
                    <a:pt x="172" y="70"/>
                    <a:pt x="172" y="70"/>
                  </a:cubicBezTo>
                  <a:cubicBezTo>
                    <a:pt x="177" y="74"/>
                    <a:pt x="182" y="79"/>
                    <a:pt x="185" y="84"/>
                  </a:cubicBezTo>
                  <a:cubicBezTo>
                    <a:pt x="187" y="55"/>
                    <a:pt x="187" y="55"/>
                    <a:pt x="187" y="55"/>
                  </a:cubicBezTo>
                  <a:cubicBezTo>
                    <a:pt x="214" y="60"/>
                    <a:pt x="240" y="73"/>
                    <a:pt x="259" y="95"/>
                  </a:cubicBezTo>
                  <a:cubicBezTo>
                    <a:pt x="186" y="148"/>
                    <a:pt x="186" y="148"/>
                    <a:pt x="186" y="148"/>
                  </a:cubicBezTo>
                  <a:cubicBezTo>
                    <a:pt x="185" y="148"/>
                    <a:pt x="185" y="148"/>
                    <a:pt x="185" y="148"/>
                  </a:cubicBezTo>
                  <a:cubicBezTo>
                    <a:pt x="185" y="148"/>
                    <a:pt x="185" y="148"/>
                    <a:pt x="185" y="148"/>
                  </a:cubicBezTo>
                  <a:cubicBezTo>
                    <a:pt x="175" y="164"/>
                    <a:pt x="157" y="174"/>
                    <a:pt x="137" y="174"/>
                  </a:cubicBezTo>
                  <a:cubicBezTo>
                    <a:pt x="136" y="174"/>
                    <a:pt x="135" y="174"/>
                    <a:pt x="135" y="174"/>
                  </a:cubicBezTo>
                  <a:cubicBezTo>
                    <a:pt x="128" y="174"/>
                    <a:pt x="122" y="173"/>
                    <a:pt x="117" y="171"/>
                  </a:cubicBezTo>
                  <a:cubicBezTo>
                    <a:pt x="107" y="167"/>
                    <a:pt x="98" y="163"/>
                    <a:pt x="88" y="160"/>
                  </a:cubicBezTo>
                  <a:cubicBezTo>
                    <a:pt x="47" y="158"/>
                    <a:pt x="47" y="158"/>
                    <a:pt x="47" y="158"/>
                  </a:cubicBezTo>
                  <a:cubicBezTo>
                    <a:pt x="48" y="153"/>
                    <a:pt x="49" y="148"/>
                    <a:pt x="50" y="143"/>
                  </a:cubicBezTo>
                  <a:cubicBezTo>
                    <a:pt x="38" y="138"/>
                    <a:pt x="27" y="132"/>
                    <a:pt x="16" y="127"/>
                  </a:cubicBezTo>
                  <a:cubicBezTo>
                    <a:pt x="0" y="176"/>
                    <a:pt x="8" y="233"/>
                    <a:pt x="44" y="277"/>
                  </a:cubicBezTo>
                  <a:cubicBezTo>
                    <a:pt x="99" y="346"/>
                    <a:pt x="200" y="356"/>
                    <a:pt x="269" y="301"/>
                  </a:cubicBezTo>
                  <a:close/>
                  <a:moveTo>
                    <a:pt x="250" y="268"/>
                  </a:moveTo>
                  <a:cubicBezTo>
                    <a:pt x="196" y="194"/>
                    <a:pt x="196" y="194"/>
                    <a:pt x="196" y="194"/>
                  </a:cubicBezTo>
                  <a:cubicBezTo>
                    <a:pt x="197" y="193"/>
                    <a:pt x="198" y="192"/>
                    <a:pt x="198" y="191"/>
                  </a:cubicBezTo>
                  <a:cubicBezTo>
                    <a:pt x="289" y="195"/>
                    <a:pt x="289" y="195"/>
                    <a:pt x="289" y="195"/>
                  </a:cubicBezTo>
                  <a:cubicBezTo>
                    <a:pt x="285" y="222"/>
                    <a:pt x="272" y="248"/>
                    <a:pt x="250" y="268"/>
                  </a:cubicBezTo>
                  <a:close/>
                  <a:moveTo>
                    <a:pt x="221" y="146"/>
                  </a:moveTo>
                  <a:cubicBezTo>
                    <a:pt x="267" y="104"/>
                    <a:pt x="267" y="104"/>
                    <a:pt x="267" y="104"/>
                  </a:cubicBezTo>
                  <a:cubicBezTo>
                    <a:pt x="284" y="128"/>
                    <a:pt x="292" y="156"/>
                    <a:pt x="290" y="183"/>
                  </a:cubicBezTo>
                  <a:cubicBezTo>
                    <a:pt x="200" y="169"/>
                    <a:pt x="200" y="169"/>
                    <a:pt x="200" y="169"/>
                  </a:cubicBezTo>
                  <a:cubicBezTo>
                    <a:pt x="200" y="168"/>
                    <a:pt x="200" y="166"/>
                    <a:pt x="199" y="165"/>
                  </a:cubicBezTo>
                  <a:lnTo>
                    <a:pt x="221" y="146"/>
                  </a:lnTo>
                  <a:close/>
                  <a:moveTo>
                    <a:pt x="46" y="170"/>
                  </a:moveTo>
                  <a:cubicBezTo>
                    <a:pt x="135" y="184"/>
                    <a:pt x="135" y="184"/>
                    <a:pt x="135" y="184"/>
                  </a:cubicBezTo>
                  <a:cubicBezTo>
                    <a:pt x="136" y="185"/>
                    <a:pt x="136" y="187"/>
                    <a:pt x="136" y="188"/>
                  </a:cubicBezTo>
                  <a:cubicBezTo>
                    <a:pt x="69" y="249"/>
                    <a:pt x="69" y="249"/>
                    <a:pt x="69" y="249"/>
                  </a:cubicBezTo>
                  <a:cubicBezTo>
                    <a:pt x="52" y="225"/>
                    <a:pt x="44" y="197"/>
                    <a:pt x="46" y="170"/>
                  </a:cubicBezTo>
                  <a:close/>
                  <a:moveTo>
                    <a:pt x="77" y="258"/>
                  </a:moveTo>
                  <a:cubicBezTo>
                    <a:pt x="119" y="228"/>
                    <a:pt x="119" y="228"/>
                    <a:pt x="119" y="228"/>
                  </a:cubicBezTo>
                  <a:cubicBezTo>
                    <a:pt x="150" y="205"/>
                    <a:pt x="150" y="205"/>
                    <a:pt x="150" y="205"/>
                  </a:cubicBezTo>
                  <a:cubicBezTo>
                    <a:pt x="151" y="206"/>
                    <a:pt x="152" y="206"/>
                    <a:pt x="154" y="207"/>
                  </a:cubicBezTo>
                  <a:cubicBezTo>
                    <a:pt x="149" y="298"/>
                    <a:pt x="149" y="298"/>
                    <a:pt x="149" y="298"/>
                  </a:cubicBezTo>
                  <a:cubicBezTo>
                    <a:pt x="122" y="293"/>
                    <a:pt x="96" y="280"/>
                    <a:pt x="77" y="258"/>
                  </a:cubicBezTo>
                  <a:close/>
                  <a:moveTo>
                    <a:pt x="176" y="209"/>
                  </a:moveTo>
                  <a:cubicBezTo>
                    <a:pt x="177" y="209"/>
                    <a:pt x="178" y="208"/>
                    <a:pt x="179" y="208"/>
                  </a:cubicBezTo>
                  <a:cubicBezTo>
                    <a:pt x="240" y="275"/>
                    <a:pt x="240" y="275"/>
                    <a:pt x="240" y="275"/>
                  </a:cubicBezTo>
                  <a:cubicBezTo>
                    <a:pt x="217" y="293"/>
                    <a:pt x="189" y="300"/>
                    <a:pt x="161" y="299"/>
                  </a:cubicBezTo>
                  <a:lnTo>
                    <a:pt x="176" y="2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129"/>
            <p:cNvSpPr>
              <a:spLocks/>
            </p:cNvSpPr>
            <p:nvPr/>
          </p:nvSpPr>
          <p:spPr bwMode="auto">
            <a:xfrm>
              <a:off x="9744075" y="3719513"/>
              <a:ext cx="252413" cy="306388"/>
            </a:xfrm>
            <a:custGeom>
              <a:avLst/>
              <a:gdLst>
                <a:gd name="T0" fmla="*/ 52 w 164"/>
                <a:gd name="T1" fmla="*/ 24 h 199"/>
                <a:gd name="T2" fmla="*/ 28 w 164"/>
                <a:gd name="T3" fmla="*/ 149 h 199"/>
                <a:gd name="T4" fmla="*/ 142 w 164"/>
                <a:gd name="T5" fmla="*/ 179 h 199"/>
                <a:gd name="T6" fmla="*/ 164 w 164"/>
                <a:gd name="T7" fmla="*/ 34 h 199"/>
                <a:gd name="T8" fmla="*/ 52 w 164"/>
                <a:gd name="T9" fmla="*/ 24 h 199"/>
              </a:gdLst>
              <a:ahLst/>
              <a:cxnLst>
                <a:cxn ang="0">
                  <a:pos x="T0" y="T1"/>
                </a:cxn>
                <a:cxn ang="0">
                  <a:pos x="T2" y="T3"/>
                </a:cxn>
                <a:cxn ang="0">
                  <a:pos x="T4" y="T5"/>
                </a:cxn>
                <a:cxn ang="0">
                  <a:pos x="T6" y="T7"/>
                </a:cxn>
                <a:cxn ang="0">
                  <a:pos x="T8" y="T9"/>
                </a:cxn>
              </a:cxnLst>
              <a:rect l="0" t="0" r="r" b="b"/>
              <a:pathLst>
                <a:path w="164" h="199">
                  <a:moveTo>
                    <a:pt x="52" y="24"/>
                  </a:moveTo>
                  <a:cubicBezTo>
                    <a:pt x="11" y="52"/>
                    <a:pt x="0" y="108"/>
                    <a:pt x="28" y="149"/>
                  </a:cubicBezTo>
                  <a:cubicBezTo>
                    <a:pt x="53" y="187"/>
                    <a:pt x="103" y="199"/>
                    <a:pt x="142" y="179"/>
                  </a:cubicBezTo>
                  <a:cubicBezTo>
                    <a:pt x="157" y="126"/>
                    <a:pt x="162" y="73"/>
                    <a:pt x="164" y="34"/>
                  </a:cubicBezTo>
                  <a:cubicBezTo>
                    <a:pt x="134" y="5"/>
                    <a:pt x="87" y="0"/>
                    <a:pt x="52"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130"/>
            <p:cNvSpPr>
              <a:spLocks/>
            </p:cNvSpPr>
            <p:nvPr/>
          </p:nvSpPr>
          <p:spPr bwMode="auto">
            <a:xfrm>
              <a:off x="9945688" y="3362325"/>
              <a:ext cx="987425" cy="508000"/>
            </a:xfrm>
            <a:custGeom>
              <a:avLst/>
              <a:gdLst>
                <a:gd name="T0" fmla="*/ 573 w 641"/>
                <a:gd name="T1" fmla="*/ 328 h 331"/>
                <a:gd name="T2" fmla="*/ 589 w 641"/>
                <a:gd name="T3" fmla="*/ 331 h 331"/>
                <a:gd name="T4" fmla="*/ 590 w 641"/>
                <a:gd name="T5" fmla="*/ 331 h 331"/>
                <a:gd name="T6" fmla="*/ 631 w 641"/>
                <a:gd name="T7" fmla="*/ 310 h 331"/>
                <a:gd name="T8" fmla="*/ 636 w 641"/>
                <a:gd name="T9" fmla="*/ 301 h 331"/>
                <a:gd name="T10" fmla="*/ 637 w 641"/>
                <a:gd name="T11" fmla="*/ 299 h 331"/>
                <a:gd name="T12" fmla="*/ 637 w 641"/>
                <a:gd name="T13" fmla="*/ 266 h 331"/>
                <a:gd name="T14" fmla="*/ 624 w 641"/>
                <a:gd name="T15" fmla="*/ 244 h 331"/>
                <a:gd name="T16" fmla="*/ 607 w 641"/>
                <a:gd name="T17" fmla="*/ 234 h 331"/>
                <a:gd name="T18" fmla="*/ 583 w 641"/>
                <a:gd name="T19" fmla="*/ 225 h 331"/>
                <a:gd name="T20" fmla="*/ 537 w 641"/>
                <a:gd name="T21" fmla="*/ 205 h 331"/>
                <a:gd name="T22" fmla="*/ 394 w 641"/>
                <a:gd name="T23" fmla="*/ 114 h 331"/>
                <a:gd name="T24" fmla="*/ 348 w 641"/>
                <a:gd name="T25" fmla="*/ 71 h 331"/>
                <a:gd name="T26" fmla="*/ 342 w 641"/>
                <a:gd name="T27" fmla="*/ 63 h 331"/>
                <a:gd name="T28" fmla="*/ 246 w 641"/>
                <a:gd name="T29" fmla="*/ 10 h 331"/>
                <a:gd name="T30" fmla="*/ 47 w 641"/>
                <a:gd name="T31" fmla="*/ 112 h 331"/>
                <a:gd name="T32" fmla="*/ 20 w 641"/>
                <a:gd name="T33" fmla="*/ 233 h 331"/>
                <a:gd name="T34" fmla="*/ 34 w 641"/>
                <a:gd name="T35" fmla="*/ 246 h 331"/>
                <a:gd name="T36" fmla="*/ 35 w 641"/>
                <a:gd name="T37" fmla="*/ 227 h 331"/>
                <a:gd name="T38" fmla="*/ 33 w 641"/>
                <a:gd name="T39" fmla="*/ 187 h 331"/>
                <a:gd name="T40" fmla="*/ 33 w 641"/>
                <a:gd name="T41" fmla="*/ 185 h 331"/>
                <a:gd name="T42" fmla="*/ 43 w 641"/>
                <a:gd name="T43" fmla="*/ 156 h 331"/>
                <a:gd name="T44" fmla="*/ 70 w 641"/>
                <a:gd name="T45" fmla="*/ 142 h 331"/>
                <a:gd name="T46" fmla="*/ 73 w 641"/>
                <a:gd name="T47" fmla="*/ 142 h 331"/>
                <a:gd name="T48" fmla="*/ 113 w 641"/>
                <a:gd name="T49" fmla="*/ 178 h 331"/>
                <a:gd name="T50" fmla="*/ 115 w 641"/>
                <a:gd name="T51" fmla="*/ 227 h 331"/>
                <a:gd name="T52" fmla="*/ 114 w 641"/>
                <a:gd name="T53" fmla="*/ 240 h 331"/>
                <a:gd name="T54" fmla="*/ 124 w 641"/>
                <a:gd name="T55" fmla="*/ 234 h 331"/>
                <a:gd name="T56" fmla="*/ 283 w 641"/>
                <a:gd name="T57" fmla="*/ 147 h 331"/>
                <a:gd name="T58" fmla="*/ 472 w 641"/>
                <a:gd name="T59" fmla="*/ 284 h 331"/>
                <a:gd name="T60" fmla="*/ 505 w 641"/>
                <a:gd name="T61" fmla="*/ 300 h 331"/>
                <a:gd name="T62" fmla="*/ 567 w 641"/>
                <a:gd name="T63" fmla="*/ 326 h 331"/>
                <a:gd name="T64" fmla="*/ 573 w 641"/>
                <a:gd name="T65" fmla="*/ 328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41" h="331">
                  <a:moveTo>
                    <a:pt x="573" y="328"/>
                  </a:moveTo>
                  <a:cubicBezTo>
                    <a:pt x="578" y="330"/>
                    <a:pt x="584" y="331"/>
                    <a:pt x="589" y="331"/>
                  </a:cubicBezTo>
                  <a:cubicBezTo>
                    <a:pt x="589" y="331"/>
                    <a:pt x="590" y="331"/>
                    <a:pt x="590" y="331"/>
                  </a:cubicBezTo>
                  <a:cubicBezTo>
                    <a:pt x="606" y="331"/>
                    <a:pt x="622" y="323"/>
                    <a:pt x="631" y="310"/>
                  </a:cubicBezTo>
                  <a:cubicBezTo>
                    <a:pt x="633" y="307"/>
                    <a:pt x="634" y="304"/>
                    <a:pt x="636" y="301"/>
                  </a:cubicBezTo>
                  <a:cubicBezTo>
                    <a:pt x="636" y="300"/>
                    <a:pt x="636" y="299"/>
                    <a:pt x="637" y="299"/>
                  </a:cubicBezTo>
                  <a:cubicBezTo>
                    <a:pt x="641" y="288"/>
                    <a:pt x="641" y="276"/>
                    <a:pt x="637" y="266"/>
                  </a:cubicBezTo>
                  <a:cubicBezTo>
                    <a:pt x="635" y="258"/>
                    <a:pt x="630" y="250"/>
                    <a:pt x="624" y="244"/>
                  </a:cubicBezTo>
                  <a:cubicBezTo>
                    <a:pt x="619" y="240"/>
                    <a:pt x="613" y="237"/>
                    <a:pt x="607" y="234"/>
                  </a:cubicBezTo>
                  <a:cubicBezTo>
                    <a:pt x="599" y="231"/>
                    <a:pt x="591" y="228"/>
                    <a:pt x="583" y="225"/>
                  </a:cubicBezTo>
                  <a:cubicBezTo>
                    <a:pt x="567" y="218"/>
                    <a:pt x="552" y="212"/>
                    <a:pt x="537" y="205"/>
                  </a:cubicBezTo>
                  <a:cubicBezTo>
                    <a:pt x="473" y="174"/>
                    <a:pt x="426" y="141"/>
                    <a:pt x="394" y="114"/>
                  </a:cubicBezTo>
                  <a:cubicBezTo>
                    <a:pt x="372" y="96"/>
                    <a:pt x="358" y="81"/>
                    <a:pt x="348" y="71"/>
                  </a:cubicBezTo>
                  <a:cubicBezTo>
                    <a:pt x="346" y="67"/>
                    <a:pt x="344" y="65"/>
                    <a:pt x="342" y="63"/>
                  </a:cubicBezTo>
                  <a:cubicBezTo>
                    <a:pt x="328" y="31"/>
                    <a:pt x="305" y="0"/>
                    <a:pt x="246" y="10"/>
                  </a:cubicBezTo>
                  <a:cubicBezTo>
                    <a:pt x="160" y="33"/>
                    <a:pt x="113" y="57"/>
                    <a:pt x="47" y="112"/>
                  </a:cubicBezTo>
                  <a:cubicBezTo>
                    <a:pt x="0" y="151"/>
                    <a:pt x="0" y="204"/>
                    <a:pt x="20" y="233"/>
                  </a:cubicBezTo>
                  <a:cubicBezTo>
                    <a:pt x="24" y="238"/>
                    <a:pt x="29" y="243"/>
                    <a:pt x="34" y="246"/>
                  </a:cubicBezTo>
                  <a:cubicBezTo>
                    <a:pt x="34" y="238"/>
                    <a:pt x="35" y="232"/>
                    <a:pt x="35" y="227"/>
                  </a:cubicBezTo>
                  <a:cubicBezTo>
                    <a:pt x="35" y="208"/>
                    <a:pt x="34" y="194"/>
                    <a:pt x="33" y="187"/>
                  </a:cubicBezTo>
                  <a:cubicBezTo>
                    <a:pt x="33" y="185"/>
                    <a:pt x="33" y="185"/>
                    <a:pt x="33" y="185"/>
                  </a:cubicBezTo>
                  <a:cubicBezTo>
                    <a:pt x="32" y="174"/>
                    <a:pt x="36" y="164"/>
                    <a:pt x="43" y="156"/>
                  </a:cubicBezTo>
                  <a:cubicBezTo>
                    <a:pt x="49" y="148"/>
                    <a:pt x="59" y="143"/>
                    <a:pt x="70" y="142"/>
                  </a:cubicBezTo>
                  <a:cubicBezTo>
                    <a:pt x="71" y="142"/>
                    <a:pt x="72" y="142"/>
                    <a:pt x="73" y="142"/>
                  </a:cubicBezTo>
                  <a:cubicBezTo>
                    <a:pt x="94" y="142"/>
                    <a:pt x="111" y="158"/>
                    <a:pt x="113" y="178"/>
                  </a:cubicBezTo>
                  <a:cubicBezTo>
                    <a:pt x="113" y="183"/>
                    <a:pt x="115" y="200"/>
                    <a:pt x="115" y="227"/>
                  </a:cubicBezTo>
                  <a:cubicBezTo>
                    <a:pt x="115" y="231"/>
                    <a:pt x="114" y="235"/>
                    <a:pt x="114" y="240"/>
                  </a:cubicBezTo>
                  <a:cubicBezTo>
                    <a:pt x="118" y="238"/>
                    <a:pt x="121" y="236"/>
                    <a:pt x="124" y="234"/>
                  </a:cubicBezTo>
                  <a:cubicBezTo>
                    <a:pt x="166" y="207"/>
                    <a:pt x="224" y="167"/>
                    <a:pt x="283" y="147"/>
                  </a:cubicBezTo>
                  <a:cubicBezTo>
                    <a:pt x="315" y="181"/>
                    <a:pt x="375" y="235"/>
                    <a:pt x="472" y="284"/>
                  </a:cubicBezTo>
                  <a:cubicBezTo>
                    <a:pt x="482" y="290"/>
                    <a:pt x="494" y="295"/>
                    <a:pt x="505" y="300"/>
                  </a:cubicBezTo>
                  <a:cubicBezTo>
                    <a:pt x="525" y="309"/>
                    <a:pt x="545" y="318"/>
                    <a:pt x="567" y="326"/>
                  </a:cubicBezTo>
                  <a:cubicBezTo>
                    <a:pt x="569" y="327"/>
                    <a:pt x="571" y="327"/>
                    <a:pt x="573" y="3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131"/>
            <p:cNvSpPr>
              <a:spLocks/>
            </p:cNvSpPr>
            <p:nvPr/>
          </p:nvSpPr>
          <p:spPr bwMode="auto">
            <a:xfrm>
              <a:off x="9945688" y="3589338"/>
              <a:ext cx="165100" cy="541338"/>
            </a:xfrm>
            <a:custGeom>
              <a:avLst/>
              <a:gdLst>
                <a:gd name="T0" fmla="*/ 108 w 108"/>
                <a:gd name="T1" fmla="*/ 79 h 352"/>
                <a:gd name="T2" fmla="*/ 106 w 108"/>
                <a:gd name="T3" fmla="*/ 31 h 352"/>
                <a:gd name="T4" fmla="*/ 71 w 108"/>
                <a:gd name="T5" fmla="*/ 2 h 352"/>
                <a:gd name="T6" fmla="*/ 42 w 108"/>
                <a:gd name="T7" fmla="*/ 36 h 352"/>
                <a:gd name="T8" fmla="*/ 42 w 108"/>
                <a:gd name="T9" fmla="*/ 39 h 352"/>
                <a:gd name="T10" fmla="*/ 44 w 108"/>
                <a:gd name="T11" fmla="*/ 79 h 352"/>
                <a:gd name="T12" fmla="*/ 43 w 108"/>
                <a:gd name="T13" fmla="*/ 101 h 352"/>
                <a:gd name="T14" fmla="*/ 43 w 108"/>
                <a:gd name="T15" fmla="*/ 110 h 352"/>
                <a:gd name="T16" fmla="*/ 42 w 108"/>
                <a:gd name="T17" fmla="*/ 127 h 352"/>
                <a:gd name="T18" fmla="*/ 22 w 108"/>
                <a:gd name="T19" fmla="*/ 259 h 352"/>
                <a:gd name="T20" fmla="*/ 6 w 108"/>
                <a:gd name="T21" fmla="*/ 309 h 352"/>
                <a:gd name="T22" fmla="*/ 25 w 108"/>
                <a:gd name="T23" fmla="*/ 350 h 352"/>
                <a:gd name="T24" fmla="*/ 36 w 108"/>
                <a:gd name="T25" fmla="*/ 352 h 352"/>
                <a:gd name="T26" fmla="*/ 66 w 108"/>
                <a:gd name="T27" fmla="*/ 331 h 352"/>
                <a:gd name="T28" fmla="*/ 107 w 108"/>
                <a:gd name="T29" fmla="*/ 105 h 352"/>
                <a:gd name="T30" fmla="*/ 107 w 108"/>
                <a:gd name="T31" fmla="*/ 96 h 352"/>
                <a:gd name="T32" fmla="*/ 108 w 108"/>
                <a:gd name="T33" fmla="*/ 79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8" h="352">
                  <a:moveTo>
                    <a:pt x="108" y="79"/>
                  </a:moveTo>
                  <a:cubicBezTo>
                    <a:pt x="108" y="50"/>
                    <a:pt x="106" y="32"/>
                    <a:pt x="106" y="31"/>
                  </a:cubicBezTo>
                  <a:cubicBezTo>
                    <a:pt x="105" y="13"/>
                    <a:pt x="89" y="0"/>
                    <a:pt x="71" y="2"/>
                  </a:cubicBezTo>
                  <a:cubicBezTo>
                    <a:pt x="54" y="3"/>
                    <a:pt x="41" y="19"/>
                    <a:pt x="42" y="36"/>
                  </a:cubicBezTo>
                  <a:cubicBezTo>
                    <a:pt x="42" y="36"/>
                    <a:pt x="42" y="37"/>
                    <a:pt x="42" y="39"/>
                  </a:cubicBezTo>
                  <a:cubicBezTo>
                    <a:pt x="43" y="44"/>
                    <a:pt x="44" y="59"/>
                    <a:pt x="44" y="79"/>
                  </a:cubicBezTo>
                  <a:cubicBezTo>
                    <a:pt x="44" y="86"/>
                    <a:pt x="43" y="93"/>
                    <a:pt x="43" y="101"/>
                  </a:cubicBezTo>
                  <a:cubicBezTo>
                    <a:pt x="43" y="104"/>
                    <a:pt x="43" y="107"/>
                    <a:pt x="43" y="110"/>
                  </a:cubicBezTo>
                  <a:cubicBezTo>
                    <a:pt x="43" y="116"/>
                    <a:pt x="42" y="121"/>
                    <a:pt x="42" y="127"/>
                  </a:cubicBezTo>
                  <a:cubicBezTo>
                    <a:pt x="40" y="166"/>
                    <a:pt x="34" y="213"/>
                    <a:pt x="22" y="259"/>
                  </a:cubicBezTo>
                  <a:cubicBezTo>
                    <a:pt x="18" y="276"/>
                    <a:pt x="12" y="292"/>
                    <a:pt x="6" y="309"/>
                  </a:cubicBezTo>
                  <a:cubicBezTo>
                    <a:pt x="0" y="325"/>
                    <a:pt x="8" y="344"/>
                    <a:pt x="25" y="350"/>
                  </a:cubicBezTo>
                  <a:cubicBezTo>
                    <a:pt x="29" y="351"/>
                    <a:pt x="32" y="352"/>
                    <a:pt x="36" y="352"/>
                  </a:cubicBezTo>
                  <a:cubicBezTo>
                    <a:pt x="49" y="352"/>
                    <a:pt x="61" y="344"/>
                    <a:pt x="66" y="331"/>
                  </a:cubicBezTo>
                  <a:cubicBezTo>
                    <a:pt x="97" y="250"/>
                    <a:pt x="105" y="164"/>
                    <a:pt x="107" y="105"/>
                  </a:cubicBezTo>
                  <a:cubicBezTo>
                    <a:pt x="107" y="102"/>
                    <a:pt x="107" y="99"/>
                    <a:pt x="107" y="96"/>
                  </a:cubicBezTo>
                  <a:cubicBezTo>
                    <a:pt x="107" y="90"/>
                    <a:pt x="108" y="84"/>
                    <a:pt x="108"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44" name="组合 143"/>
          <p:cNvGrpSpPr/>
          <p:nvPr/>
        </p:nvGrpSpPr>
        <p:grpSpPr>
          <a:xfrm>
            <a:off x="8597900" y="4991100"/>
            <a:ext cx="1903413" cy="1204913"/>
            <a:chOff x="8597900" y="4991100"/>
            <a:chExt cx="1903413" cy="1204913"/>
          </a:xfrm>
          <a:solidFill>
            <a:schemeClr val="tx1">
              <a:lumMod val="65000"/>
              <a:lumOff val="35000"/>
            </a:schemeClr>
          </a:solidFill>
        </p:grpSpPr>
        <p:sp>
          <p:nvSpPr>
            <p:cNvPr id="145" name="Freeform 132"/>
            <p:cNvSpPr>
              <a:spLocks noEditPoints="1"/>
            </p:cNvSpPr>
            <p:nvPr/>
          </p:nvSpPr>
          <p:spPr bwMode="auto">
            <a:xfrm>
              <a:off x="8831263" y="5600700"/>
              <a:ext cx="327025" cy="327025"/>
            </a:xfrm>
            <a:custGeom>
              <a:avLst/>
              <a:gdLst>
                <a:gd name="T0" fmla="*/ 213 w 213"/>
                <a:gd name="T1" fmla="*/ 106 h 213"/>
                <a:gd name="T2" fmla="*/ 106 w 213"/>
                <a:gd name="T3" fmla="*/ 0 h 213"/>
                <a:gd name="T4" fmla="*/ 0 w 213"/>
                <a:gd name="T5" fmla="*/ 106 h 213"/>
                <a:gd name="T6" fmla="*/ 74 w 213"/>
                <a:gd name="T7" fmla="*/ 208 h 213"/>
                <a:gd name="T8" fmla="*/ 106 w 213"/>
                <a:gd name="T9" fmla="*/ 213 h 213"/>
                <a:gd name="T10" fmla="*/ 147 w 213"/>
                <a:gd name="T11" fmla="*/ 205 h 213"/>
                <a:gd name="T12" fmla="*/ 213 w 213"/>
                <a:gd name="T13" fmla="*/ 106 h 213"/>
                <a:gd name="T14" fmla="*/ 106 w 213"/>
                <a:gd name="T15" fmla="*/ 158 h 213"/>
                <a:gd name="T16" fmla="*/ 54 w 213"/>
                <a:gd name="T17" fmla="*/ 106 h 213"/>
                <a:gd name="T18" fmla="*/ 106 w 213"/>
                <a:gd name="T19" fmla="*/ 54 h 213"/>
                <a:gd name="T20" fmla="*/ 158 w 213"/>
                <a:gd name="T21" fmla="*/ 106 h 213"/>
                <a:gd name="T22" fmla="*/ 106 w 213"/>
                <a:gd name="T23" fmla="*/ 158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3" h="213">
                  <a:moveTo>
                    <a:pt x="213" y="106"/>
                  </a:moveTo>
                  <a:cubicBezTo>
                    <a:pt x="213" y="47"/>
                    <a:pt x="165" y="0"/>
                    <a:pt x="106" y="0"/>
                  </a:cubicBezTo>
                  <a:cubicBezTo>
                    <a:pt x="47" y="0"/>
                    <a:pt x="0" y="47"/>
                    <a:pt x="0" y="106"/>
                  </a:cubicBezTo>
                  <a:cubicBezTo>
                    <a:pt x="0" y="154"/>
                    <a:pt x="31" y="194"/>
                    <a:pt x="74" y="208"/>
                  </a:cubicBezTo>
                  <a:cubicBezTo>
                    <a:pt x="84" y="211"/>
                    <a:pt x="95" y="213"/>
                    <a:pt x="106" y="213"/>
                  </a:cubicBezTo>
                  <a:cubicBezTo>
                    <a:pt x="121" y="213"/>
                    <a:pt x="134" y="210"/>
                    <a:pt x="147" y="205"/>
                  </a:cubicBezTo>
                  <a:cubicBezTo>
                    <a:pt x="185" y="189"/>
                    <a:pt x="213" y="151"/>
                    <a:pt x="213" y="106"/>
                  </a:cubicBezTo>
                  <a:close/>
                  <a:moveTo>
                    <a:pt x="106" y="158"/>
                  </a:moveTo>
                  <a:cubicBezTo>
                    <a:pt x="77" y="158"/>
                    <a:pt x="54" y="135"/>
                    <a:pt x="54" y="106"/>
                  </a:cubicBezTo>
                  <a:cubicBezTo>
                    <a:pt x="54" y="77"/>
                    <a:pt x="77" y="54"/>
                    <a:pt x="106" y="54"/>
                  </a:cubicBezTo>
                  <a:cubicBezTo>
                    <a:pt x="135" y="54"/>
                    <a:pt x="158" y="77"/>
                    <a:pt x="158" y="106"/>
                  </a:cubicBezTo>
                  <a:cubicBezTo>
                    <a:pt x="158" y="135"/>
                    <a:pt x="135" y="158"/>
                    <a:pt x="106"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133"/>
            <p:cNvSpPr>
              <a:spLocks noEditPoints="1"/>
            </p:cNvSpPr>
            <p:nvPr/>
          </p:nvSpPr>
          <p:spPr bwMode="auto">
            <a:xfrm>
              <a:off x="8597900" y="5102225"/>
              <a:ext cx="1903413" cy="1093788"/>
            </a:xfrm>
            <a:custGeom>
              <a:avLst/>
              <a:gdLst>
                <a:gd name="T0" fmla="*/ 1177 w 1237"/>
                <a:gd name="T1" fmla="*/ 591 h 711"/>
                <a:gd name="T2" fmla="*/ 1166 w 1237"/>
                <a:gd name="T3" fmla="*/ 592 h 711"/>
                <a:gd name="T4" fmla="*/ 1131 w 1237"/>
                <a:gd name="T5" fmla="*/ 558 h 711"/>
                <a:gd name="T6" fmla="*/ 1203 w 1237"/>
                <a:gd name="T7" fmla="*/ 555 h 711"/>
                <a:gd name="T8" fmla="*/ 1234 w 1237"/>
                <a:gd name="T9" fmla="*/ 522 h 711"/>
                <a:gd name="T10" fmla="*/ 1201 w 1237"/>
                <a:gd name="T11" fmla="*/ 491 h 711"/>
                <a:gd name="T12" fmla="*/ 467 w 1237"/>
                <a:gd name="T13" fmla="*/ 522 h 711"/>
                <a:gd name="T14" fmla="*/ 427 w 1237"/>
                <a:gd name="T15" fmla="*/ 467 h 711"/>
                <a:gd name="T16" fmla="*/ 431 w 1237"/>
                <a:gd name="T17" fmla="*/ 430 h 711"/>
                <a:gd name="T18" fmla="*/ 300 w 1237"/>
                <a:gd name="T19" fmla="*/ 261 h 711"/>
                <a:gd name="T20" fmla="*/ 859 w 1237"/>
                <a:gd name="T21" fmla="*/ 280 h 711"/>
                <a:gd name="T22" fmla="*/ 889 w 1237"/>
                <a:gd name="T23" fmla="*/ 317 h 711"/>
                <a:gd name="T24" fmla="*/ 895 w 1237"/>
                <a:gd name="T25" fmla="*/ 318 h 711"/>
                <a:gd name="T26" fmla="*/ 880 w 1237"/>
                <a:gd name="T27" fmla="*/ 264 h 711"/>
                <a:gd name="T28" fmla="*/ 915 w 1237"/>
                <a:gd name="T29" fmla="*/ 243 h 711"/>
                <a:gd name="T30" fmla="*/ 928 w 1237"/>
                <a:gd name="T31" fmla="*/ 245 h 711"/>
                <a:gd name="T32" fmla="*/ 904 w 1237"/>
                <a:gd name="T33" fmla="*/ 228 h 711"/>
                <a:gd name="T34" fmla="*/ 863 w 1237"/>
                <a:gd name="T35" fmla="*/ 256 h 711"/>
                <a:gd name="T36" fmla="*/ 265 w 1237"/>
                <a:gd name="T37" fmla="*/ 236 h 711"/>
                <a:gd name="T38" fmla="*/ 281 w 1237"/>
                <a:gd name="T39" fmla="*/ 222 h 711"/>
                <a:gd name="T40" fmla="*/ 331 w 1237"/>
                <a:gd name="T41" fmla="*/ 183 h 711"/>
                <a:gd name="T42" fmla="*/ 344 w 1237"/>
                <a:gd name="T43" fmla="*/ 174 h 711"/>
                <a:gd name="T44" fmla="*/ 358 w 1237"/>
                <a:gd name="T45" fmla="*/ 201 h 711"/>
                <a:gd name="T46" fmla="*/ 379 w 1237"/>
                <a:gd name="T47" fmla="*/ 208 h 711"/>
                <a:gd name="T48" fmla="*/ 401 w 1237"/>
                <a:gd name="T49" fmla="*/ 197 h 711"/>
                <a:gd name="T50" fmla="*/ 408 w 1237"/>
                <a:gd name="T51" fmla="*/ 175 h 711"/>
                <a:gd name="T52" fmla="*/ 326 w 1237"/>
                <a:gd name="T53" fmla="*/ 11 h 711"/>
                <a:gd name="T54" fmla="*/ 304 w 1237"/>
                <a:gd name="T55" fmla="*/ 4 h 711"/>
                <a:gd name="T56" fmla="*/ 283 w 1237"/>
                <a:gd name="T57" fmla="*/ 15 h 711"/>
                <a:gd name="T58" fmla="*/ 276 w 1237"/>
                <a:gd name="T59" fmla="*/ 36 h 711"/>
                <a:gd name="T60" fmla="*/ 316 w 1237"/>
                <a:gd name="T61" fmla="*/ 116 h 711"/>
                <a:gd name="T62" fmla="*/ 194 w 1237"/>
                <a:gd name="T63" fmla="*/ 216 h 711"/>
                <a:gd name="T64" fmla="*/ 109 w 1237"/>
                <a:gd name="T65" fmla="*/ 329 h 711"/>
                <a:gd name="T66" fmla="*/ 68 w 1237"/>
                <a:gd name="T67" fmla="*/ 477 h 711"/>
                <a:gd name="T68" fmla="*/ 87 w 1237"/>
                <a:gd name="T69" fmla="*/ 577 h 711"/>
                <a:gd name="T70" fmla="*/ 72 w 1237"/>
                <a:gd name="T71" fmla="*/ 592 h 711"/>
                <a:gd name="T72" fmla="*/ 60 w 1237"/>
                <a:gd name="T73" fmla="*/ 591 h 711"/>
                <a:gd name="T74" fmla="*/ 0 w 1237"/>
                <a:gd name="T75" fmla="*/ 651 h 711"/>
                <a:gd name="T76" fmla="*/ 60 w 1237"/>
                <a:gd name="T77" fmla="*/ 711 h 711"/>
                <a:gd name="T78" fmla="*/ 120 w 1237"/>
                <a:gd name="T79" fmla="*/ 651 h 711"/>
                <a:gd name="T80" fmla="*/ 113 w 1237"/>
                <a:gd name="T81" fmla="*/ 623 h 711"/>
                <a:gd name="T82" fmla="*/ 136 w 1237"/>
                <a:gd name="T83" fmla="*/ 600 h 711"/>
                <a:gd name="T84" fmla="*/ 205 w 1237"/>
                <a:gd name="T85" fmla="*/ 597 h 711"/>
                <a:gd name="T86" fmla="*/ 257 w 1237"/>
                <a:gd name="T87" fmla="*/ 604 h 711"/>
                <a:gd name="T88" fmla="*/ 323 w 1237"/>
                <a:gd name="T89" fmla="*/ 592 h 711"/>
                <a:gd name="T90" fmla="*/ 1062 w 1237"/>
                <a:gd name="T91" fmla="*/ 561 h 711"/>
                <a:gd name="T92" fmla="*/ 1124 w 1237"/>
                <a:gd name="T93" fmla="*/ 623 h 711"/>
                <a:gd name="T94" fmla="*/ 1117 w 1237"/>
                <a:gd name="T95" fmla="*/ 651 h 711"/>
                <a:gd name="T96" fmla="*/ 1177 w 1237"/>
                <a:gd name="T97" fmla="*/ 711 h 711"/>
                <a:gd name="T98" fmla="*/ 1237 w 1237"/>
                <a:gd name="T99" fmla="*/ 651 h 711"/>
                <a:gd name="T100" fmla="*/ 1177 w 1237"/>
                <a:gd name="T101" fmla="*/ 591 h 711"/>
                <a:gd name="T102" fmla="*/ 257 w 1237"/>
                <a:gd name="T103" fmla="*/ 552 h 711"/>
                <a:gd name="T104" fmla="*/ 191 w 1237"/>
                <a:gd name="T105" fmla="*/ 533 h 711"/>
                <a:gd name="T106" fmla="*/ 135 w 1237"/>
                <a:gd name="T107" fmla="*/ 440 h 711"/>
                <a:gd name="T108" fmla="*/ 135 w 1237"/>
                <a:gd name="T109" fmla="*/ 430 h 711"/>
                <a:gd name="T110" fmla="*/ 178 w 1237"/>
                <a:gd name="T111" fmla="*/ 337 h 711"/>
                <a:gd name="T112" fmla="*/ 257 w 1237"/>
                <a:gd name="T113" fmla="*/ 308 h 711"/>
                <a:gd name="T114" fmla="*/ 379 w 1237"/>
                <a:gd name="T115" fmla="*/ 430 h 711"/>
                <a:gd name="T116" fmla="*/ 331 w 1237"/>
                <a:gd name="T117" fmla="*/ 527 h 711"/>
                <a:gd name="T118" fmla="*/ 257 w 1237"/>
                <a:gd name="T119" fmla="*/ 552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37" h="711">
                  <a:moveTo>
                    <a:pt x="1177" y="591"/>
                  </a:moveTo>
                  <a:cubicBezTo>
                    <a:pt x="1173" y="591"/>
                    <a:pt x="1169" y="592"/>
                    <a:pt x="1166" y="592"/>
                  </a:cubicBezTo>
                  <a:cubicBezTo>
                    <a:pt x="1131" y="558"/>
                    <a:pt x="1131" y="558"/>
                    <a:pt x="1131" y="558"/>
                  </a:cubicBezTo>
                  <a:cubicBezTo>
                    <a:pt x="1203" y="555"/>
                    <a:pt x="1203" y="555"/>
                    <a:pt x="1203" y="555"/>
                  </a:cubicBezTo>
                  <a:cubicBezTo>
                    <a:pt x="1221" y="554"/>
                    <a:pt x="1235" y="539"/>
                    <a:pt x="1234" y="522"/>
                  </a:cubicBezTo>
                  <a:cubicBezTo>
                    <a:pt x="1233" y="504"/>
                    <a:pt x="1218" y="490"/>
                    <a:pt x="1201" y="491"/>
                  </a:cubicBezTo>
                  <a:cubicBezTo>
                    <a:pt x="467" y="522"/>
                    <a:pt x="467" y="522"/>
                    <a:pt x="467" y="522"/>
                  </a:cubicBezTo>
                  <a:cubicBezTo>
                    <a:pt x="447" y="506"/>
                    <a:pt x="435" y="485"/>
                    <a:pt x="427" y="467"/>
                  </a:cubicBezTo>
                  <a:cubicBezTo>
                    <a:pt x="430" y="455"/>
                    <a:pt x="431" y="443"/>
                    <a:pt x="431" y="430"/>
                  </a:cubicBezTo>
                  <a:cubicBezTo>
                    <a:pt x="431" y="349"/>
                    <a:pt x="376" y="281"/>
                    <a:pt x="300" y="261"/>
                  </a:cubicBezTo>
                  <a:cubicBezTo>
                    <a:pt x="859" y="280"/>
                    <a:pt x="859" y="280"/>
                    <a:pt x="859" y="280"/>
                  </a:cubicBezTo>
                  <a:cubicBezTo>
                    <a:pt x="861" y="299"/>
                    <a:pt x="872" y="314"/>
                    <a:pt x="889" y="317"/>
                  </a:cubicBezTo>
                  <a:cubicBezTo>
                    <a:pt x="891" y="318"/>
                    <a:pt x="893" y="318"/>
                    <a:pt x="895" y="318"/>
                  </a:cubicBezTo>
                  <a:cubicBezTo>
                    <a:pt x="876" y="307"/>
                    <a:pt x="870" y="283"/>
                    <a:pt x="880" y="264"/>
                  </a:cubicBezTo>
                  <a:cubicBezTo>
                    <a:pt x="887" y="251"/>
                    <a:pt x="901" y="243"/>
                    <a:pt x="915" y="243"/>
                  </a:cubicBezTo>
                  <a:cubicBezTo>
                    <a:pt x="919" y="243"/>
                    <a:pt x="924" y="244"/>
                    <a:pt x="928" y="245"/>
                  </a:cubicBezTo>
                  <a:cubicBezTo>
                    <a:pt x="922" y="236"/>
                    <a:pt x="914" y="230"/>
                    <a:pt x="904" y="228"/>
                  </a:cubicBezTo>
                  <a:cubicBezTo>
                    <a:pt x="887" y="225"/>
                    <a:pt x="870" y="237"/>
                    <a:pt x="863" y="256"/>
                  </a:cubicBezTo>
                  <a:cubicBezTo>
                    <a:pt x="265" y="236"/>
                    <a:pt x="265" y="236"/>
                    <a:pt x="265" y="236"/>
                  </a:cubicBezTo>
                  <a:cubicBezTo>
                    <a:pt x="271" y="231"/>
                    <a:pt x="276" y="227"/>
                    <a:pt x="281" y="222"/>
                  </a:cubicBezTo>
                  <a:cubicBezTo>
                    <a:pt x="301" y="205"/>
                    <a:pt x="319" y="192"/>
                    <a:pt x="331" y="183"/>
                  </a:cubicBezTo>
                  <a:cubicBezTo>
                    <a:pt x="337" y="179"/>
                    <a:pt x="341" y="176"/>
                    <a:pt x="344" y="174"/>
                  </a:cubicBezTo>
                  <a:cubicBezTo>
                    <a:pt x="358" y="201"/>
                    <a:pt x="358" y="201"/>
                    <a:pt x="358" y="201"/>
                  </a:cubicBezTo>
                  <a:cubicBezTo>
                    <a:pt x="362" y="209"/>
                    <a:pt x="371" y="212"/>
                    <a:pt x="379" y="208"/>
                  </a:cubicBezTo>
                  <a:cubicBezTo>
                    <a:pt x="401" y="197"/>
                    <a:pt x="401" y="197"/>
                    <a:pt x="401" y="197"/>
                  </a:cubicBezTo>
                  <a:cubicBezTo>
                    <a:pt x="408" y="193"/>
                    <a:pt x="412" y="183"/>
                    <a:pt x="408" y="175"/>
                  </a:cubicBezTo>
                  <a:cubicBezTo>
                    <a:pt x="326" y="11"/>
                    <a:pt x="326" y="11"/>
                    <a:pt x="326" y="11"/>
                  </a:cubicBezTo>
                  <a:cubicBezTo>
                    <a:pt x="322" y="3"/>
                    <a:pt x="312" y="0"/>
                    <a:pt x="304" y="4"/>
                  </a:cubicBezTo>
                  <a:cubicBezTo>
                    <a:pt x="283" y="15"/>
                    <a:pt x="283" y="15"/>
                    <a:pt x="283" y="15"/>
                  </a:cubicBezTo>
                  <a:cubicBezTo>
                    <a:pt x="275" y="19"/>
                    <a:pt x="272" y="28"/>
                    <a:pt x="276" y="36"/>
                  </a:cubicBezTo>
                  <a:cubicBezTo>
                    <a:pt x="316" y="116"/>
                    <a:pt x="316" y="116"/>
                    <a:pt x="316" y="116"/>
                  </a:cubicBezTo>
                  <a:cubicBezTo>
                    <a:pt x="305" y="123"/>
                    <a:pt x="250" y="159"/>
                    <a:pt x="194" y="216"/>
                  </a:cubicBezTo>
                  <a:cubicBezTo>
                    <a:pt x="164" y="247"/>
                    <a:pt x="132" y="285"/>
                    <a:pt x="109" y="329"/>
                  </a:cubicBezTo>
                  <a:cubicBezTo>
                    <a:pt x="85" y="373"/>
                    <a:pt x="68" y="423"/>
                    <a:pt x="68" y="477"/>
                  </a:cubicBezTo>
                  <a:cubicBezTo>
                    <a:pt x="68" y="509"/>
                    <a:pt x="74" y="543"/>
                    <a:pt x="87" y="577"/>
                  </a:cubicBezTo>
                  <a:cubicBezTo>
                    <a:pt x="72" y="592"/>
                    <a:pt x="72" y="592"/>
                    <a:pt x="72" y="592"/>
                  </a:cubicBezTo>
                  <a:cubicBezTo>
                    <a:pt x="68" y="592"/>
                    <a:pt x="64" y="591"/>
                    <a:pt x="60" y="591"/>
                  </a:cubicBezTo>
                  <a:cubicBezTo>
                    <a:pt x="27" y="591"/>
                    <a:pt x="0" y="618"/>
                    <a:pt x="0" y="651"/>
                  </a:cubicBezTo>
                  <a:cubicBezTo>
                    <a:pt x="0" y="684"/>
                    <a:pt x="27" y="711"/>
                    <a:pt x="60" y="711"/>
                  </a:cubicBezTo>
                  <a:cubicBezTo>
                    <a:pt x="94" y="711"/>
                    <a:pt x="120" y="684"/>
                    <a:pt x="120" y="651"/>
                  </a:cubicBezTo>
                  <a:cubicBezTo>
                    <a:pt x="120" y="641"/>
                    <a:pt x="118" y="631"/>
                    <a:pt x="113" y="623"/>
                  </a:cubicBezTo>
                  <a:cubicBezTo>
                    <a:pt x="136" y="600"/>
                    <a:pt x="136" y="600"/>
                    <a:pt x="136" y="600"/>
                  </a:cubicBezTo>
                  <a:cubicBezTo>
                    <a:pt x="205" y="597"/>
                    <a:pt x="205" y="597"/>
                    <a:pt x="205" y="597"/>
                  </a:cubicBezTo>
                  <a:cubicBezTo>
                    <a:pt x="222" y="602"/>
                    <a:pt x="239" y="604"/>
                    <a:pt x="257" y="604"/>
                  </a:cubicBezTo>
                  <a:cubicBezTo>
                    <a:pt x="280" y="604"/>
                    <a:pt x="302" y="600"/>
                    <a:pt x="323" y="592"/>
                  </a:cubicBezTo>
                  <a:cubicBezTo>
                    <a:pt x="1062" y="561"/>
                    <a:pt x="1062" y="561"/>
                    <a:pt x="1062" y="561"/>
                  </a:cubicBezTo>
                  <a:cubicBezTo>
                    <a:pt x="1124" y="623"/>
                    <a:pt x="1124" y="623"/>
                    <a:pt x="1124" y="623"/>
                  </a:cubicBezTo>
                  <a:cubicBezTo>
                    <a:pt x="1119" y="631"/>
                    <a:pt x="1117" y="641"/>
                    <a:pt x="1117" y="651"/>
                  </a:cubicBezTo>
                  <a:cubicBezTo>
                    <a:pt x="1117" y="684"/>
                    <a:pt x="1144" y="711"/>
                    <a:pt x="1177" y="711"/>
                  </a:cubicBezTo>
                  <a:cubicBezTo>
                    <a:pt x="1210" y="711"/>
                    <a:pt x="1237" y="684"/>
                    <a:pt x="1237" y="651"/>
                  </a:cubicBezTo>
                  <a:cubicBezTo>
                    <a:pt x="1237" y="618"/>
                    <a:pt x="1210" y="591"/>
                    <a:pt x="1177" y="591"/>
                  </a:cubicBezTo>
                  <a:close/>
                  <a:moveTo>
                    <a:pt x="257" y="552"/>
                  </a:moveTo>
                  <a:cubicBezTo>
                    <a:pt x="233" y="552"/>
                    <a:pt x="210" y="545"/>
                    <a:pt x="191" y="533"/>
                  </a:cubicBezTo>
                  <a:cubicBezTo>
                    <a:pt x="160" y="513"/>
                    <a:pt x="138" y="479"/>
                    <a:pt x="135" y="440"/>
                  </a:cubicBezTo>
                  <a:cubicBezTo>
                    <a:pt x="135" y="437"/>
                    <a:pt x="135" y="433"/>
                    <a:pt x="135" y="430"/>
                  </a:cubicBezTo>
                  <a:cubicBezTo>
                    <a:pt x="135" y="393"/>
                    <a:pt x="152" y="360"/>
                    <a:pt x="178" y="337"/>
                  </a:cubicBezTo>
                  <a:cubicBezTo>
                    <a:pt x="199" y="319"/>
                    <a:pt x="227" y="308"/>
                    <a:pt x="257" y="308"/>
                  </a:cubicBezTo>
                  <a:cubicBezTo>
                    <a:pt x="324" y="308"/>
                    <a:pt x="379" y="363"/>
                    <a:pt x="379" y="430"/>
                  </a:cubicBezTo>
                  <a:cubicBezTo>
                    <a:pt x="379" y="470"/>
                    <a:pt x="360" y="505"/>
                    <a:pt x="331" y="527"/>
                  </a:cubicBezTo>
                  <a:cubicBezTo>
                    <a:pt x="311" y="543"/>
                    <a:pt x="285" y="552"/>
                    <a:pt x="257" y="5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134"/>
            <p:cNvSpPr>
              <a:spLocks/>
            </p:cNvSpPr>
            <p:nvPr/>
          </p:nvSpPr>
          <p:spPr bwMode="auto">
            <a:xfrm>
              <a:off x="10044113" y="4991100"/>
              <a:ext cx="303213" cy="303213"/>
            </a:xfrm>
            <a:custGeom>
              <a:avLst/>
              <a:gdLst>
                <a:gd name="T0" fmla="*/ 79 w 197"/>
                <a:gd name="T1" fmla="*/ 186 h 197"/>
                <a:gd name="T2" fmla="*/ 186 w 197"/>
                <a:gd name="T3" fmla="*/ 118 h 197"/>
                <a:gd name="T4" fmla="*/ 117 w 197"/>
                <a:gd name="T5" fmla="*/ 11 h 197"/>
                <a:gd name="T6" fmla="*/ 10 w 197"/>
                <a:gd name="T7" fmla="*/ 79 h 197"/>
                <a:gd name="T8" fmla="*/ 79 w 197"/>
                <a:gd name="T9" fmla="*/ 186 h 197"/>
              </a:gdLst>
              <a:ahLst/>
              <a:cxnLst>
                <a:cxn ang="0">
                  <a:pos x="T0" y="T1"/>
                </a:cxn>
                <a:cxn ang="0">
                  <a:pos x="T2" y="T3"/>
                </a:cxn>
                <a:cxn ang="0">
                  <a:pos x="T4" y="T5"/>
                </a:cxn>
                <a:cxn ang="0">
                  <a:pos x="T6" y="T7"/>
                </a:cxn>
                <a:cxn ang="0">
                  <a:pos x="T8" y="T9"/>
                </a:cxn>
              </a:cxnLst>
              <a:rect l="0" t="0" r="r" b="b"/>
              <a:pathLst>
                <a:path w="197" h="197">
                  <a:moveTo>
                    <a:pt x="79" y="186"/>
                  </a:moveTo>
                  <a:cubicBezTo>
                    <a:pt x="128" y="197"/>
                    <a:pt x="176" y="166"/>
                    <a:pt x="186" y="118"/>
                  </a:cubicBezTo>
                  <a:cubicBezTo>
                    <a:pt x="197" y="69"/>
                    <a:pt x="166" y="21"/>
                    <a:pt x="117" y="11"/>
                  </a:cubicBezTo>
                  <a:cubicBezTo>
                    <a:pt x="69" y="0"/>
                    <a:pt x="21" y="31"/>
                    <a:pt x="10" y="79"/>
                  </a:cubicBezTo>
                  <a:cubicBezTo>
                    <a:pt x="0" y="128"/>
                    <a:pt x="31" y="176"/>
                    <a:pt x="79" y="1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135"/>
            <p:cNvSpPr>
              <a:spLocks/>
            </p:cNvSpPr>
            <p:nvPr/>
          </p:nvSpPr>
          <p:spPr bwMode="auto">
            <a:xfrm>
              <a:off x="9293225" y="5618163"/>
              <a:ext cx="960438" cy="261938"/>
            </a:xfrm>
            <a:custGeom>
              <a:avLst/>
              <a:gdLst>
                <a:gd name="T0" fmla="*/ 591 w 624"/>
                <a:gd name="T1" fmla="*/ 37 h 171"/>
                <a:gd name="T2" fmla="*/ 591 w 624"/>
                <a:gd name="T3" fmla="*/ 37 h 171"/>
                <a:gd name="T4" fmla="*/ 591 w 624"/>
                <a:gd name="T5" fmla="*/ 37 h 171"/>
                <a:gd name="T6" fmla="*/ 528 w 624"/>
                <a:gd name="T7" fmla="*/ 23 h 171"/>
                <a:gd name="T8" fmla="*/ 477 w 624"/>
                <a:gd name="T9" fmla="*/ 0 h 171"/>
                <a:gd name="T10" fmla="*/ 462 w 624"/>
                <a:gd name="T11" fmla="*/ 33 h 171"/>
                <a:gd name="T12" fmla="*/ 282 w 624"/>
                <a:gd name="T13" fmla="*/ 5 h 171"/>
                <a:gd name="T14" fmla="*/ 29 w 624"/>
                <a:gd name="T15" fmla="*/ 79 h 171"/>
                <a:gd name="T16" fmla="*/ 15 w 624"/>
                <a:gd name="T17" fmla="*/ 148 h 171"/>
                <a:gd name="T18" fmla="*/ 57 w 624"/>
                <a:gd name="T19" fmla="*/ 171 h 171"/>
                <a:gd name="T20" fmla="*/ 85 w 624"/>
                <a:gd name="T21" fmla="*/ 162 h 171"/>
                <a:gd name="T22" fmla="*/ 282 w 624"/>
                <a:gd name="T23" fmla="*/ 105 h 171"/>
                <a:gd name="T24" fmla="*/ 426 w 624"/>
                <a:gd name="T25" fmla="*/ 127 h 171"/>
                <a:gd name="T26" fmla="*/ 469 w 624"/>
                <a:gd name="T27" fmla="*/ 141 h 171"/>
                <a:gd name="T28" fmla="*/ 480 w 624"/>
                <a:gd name="T29" fmla="*/ 146 h 171"/>
                <a:gd name="T30" fmla="*/ 483 w 624"/>
                <a:gd name="T31" fmla="*/ 147 h 171"/>
                <a:gd name="T32" fmla="*/ 483 w 624"/>
                <a:gd name="T33" fmla="*/ 147 h 171"/>
                <a:gd name="T34" fmla="*/ 483 w 624"/>
                <a:gd name="T35" fmla="*/ 147 h 171"/>
                <a:gd name="T36" fmla="*/ 507 w 624"/>
                <a:gd name="T37" fmla="*/ 152 h 171"/>
                <a:gd name="T38" fmla="*/ 580 w 624"/>
                <a:gd name="T39" fmla="*/ 115 h 171"/>
                <a:gd name="T40" fmla="*/ 624 w 624"/>
                <a:gd name="T41" fmla="*/ 30 h 171"/>
                <a:gd name="T42" fmla="*/ 620 w 624"/>
                <a:gd name="T43" fmla="*/ 32 h 171"/>
                <a:gd name="T44" fmla="*/ 591 w 624"/>
                <a:gd name="T45" fmla="*/ 37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24" h="171">
                  <a:moveTo>
                    <a:pt x="591" y="37"/>
                  </a:moveTo>
                  <a:cubicBezTo>
                    <a:pt x="591" y="37"/>
                    <a:pt x="591" y="37"/>
                    <a:pt x="591" y="37"/>
                  </a:cubicBezTo>
                  <a:cubicBezTo>
                    <a:pt x="591" y="37"/>
                    <a:pt x="591" y="37"/>
                    <a:pt x="591" y="37"/>
                  </a:cubicBezTo>
                  <a:cubicBezTo>
                    <a:pt x="573" y="37"/>
                    <a:pt x="554" y="32"/>
                    <a:pt x="528" y="23"/>
                  </a:cubicBezTo>
                  <a:cubicBezTo>
                    <a:pt x="513" y="17"/>
                    <a:pt x="496" y="10"/>
                    <a:pt x="477" y="0"/>
                  </a:cubicBezTo>
                  <a:cubicBezTo>
                    <a:pt x="472" y="12"/>
                    <a:pt x="468" y="23"/>
                    <a:pt x="462" y="33"/>
                  </a:cubicBezTo>
                  <a:cubicBezTo>
                    <a:pt x="418" y="20"/>
                    <a:pt x="355" y="6"/>
                    <a:pt x="282" y="5"/>
                  </a:cubicBezTo>
                  <a:cubicBezTo>
                    <a:pt x="203" y="5"/>
                    <a:pt x="113" y="23"/>
                    <a:pt x="29" y="79"/>
                  </a:cubicBezTo>
                  <a:cubicBezTo>
                    <a:pt x="6" y="94"/>
                    <a:pt x="0" y="125"/>
                    <a:pt x="15" y="148"/>
                  </a:cubicBezTo>
                  <a:cubicBezTo>
                    <a:pt x="25" y="163"/>
                    <a:pt x="41" y="171"/>
                    <a:pt x="57" y="171"/>
                  </a:cubicBezTo>
                  <a:cubicBezTo>
                    <a:pt x="66" y="171"/>
                    <a:pt x="76" y="168"/>
                    <a:pt x="85" y="162"/>
                  </a:cubicBezTo>
                  <a:cubicBezTo>
                    <a:pt x="148" y="119"/>
                    <a:pt x="217" y="105"/>
                    <a:pt x="282" y="105"/>
                  </a:cubicBezTo>
                  <a:cubicBezTo>
                    <a:pt x="337" y="105"/>
                    <a:pt x="389" y="116"/>
                    <a:pt x="426" y="127"/>
                  </a:cubicBezTo>
                  <a:cubicBezTo>
                    <a:pt x="444" y="132"/>
                    <a:pt x="459" y="137"/>
                    <a:pt x="469" y="141"/>
                  </a:cubicBezTo>
                  <a:cubicBezTo>
                    <a:pt x="474" y="143"/>
                    <a:pt x="478" y="145"/>
                    <a:pt x="480" y="146"/>
                  </a:cubicBezTo>
                  <a:cubicBezTo>
                    <a:pt x="481" y="146"/>
                    <a:pt x="482" y="147"/>
                    <a:pt x="483" y="147"/>
                  </a:cubicBezTo>
                  <a:cubicBezTo>
                    <a:pt x="483" y="147"/>
                    <a:pt x="483" y="147"/>
                    <a:pt x="483" y="147"/>
                  </a:cubicBezTo>
                  <a:cubicBezTo>
                    <a:pt x="483" y="147"/>
                    <a:pt x="483" y="147"/>
                    <a:pt x="483" y="147"/>
                  </a:cubicBezTo>
                  <a:cubicBezTo>
                    <a:pt x="491" y="151"/>
                    <a:pt x="499" y="152"/>
                    <a:pt x="507" y="152"/>
                  </a:cubicBezTo>
                  <a:cubicBezTo>
                    <a:pt x="531" y="155"/>
                    <a:pt x="556" y="147"/>
                    <a:pt x="580" y="115"/>
                  </a:cubicBezTo>
                  <a:cubicBezTo>
                    <a:pt x="599" y="83"/>
                    <a:pt x="613" y="57"/>
                    <a:pt x="624" y="30"/>
                  </a:cubicBezTo>
                  <a:cubicBezTo>
                    <a:pt x="623" y="31"/>
                    <a:pt x="621" y="31"/>
                    <a:pt x="620" y="32"/>
                  </a:cubicBezTo>
                  <a:cubicBezTo>
                    <a:pt x="611" y="35"/>
                    <a:pt x="602" y="37"/>
                    <a:pt x="591"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136"/>
            <p:cNvSpPr>
              <a:spLocks/>
            </p:cNvSpPr>
            <p:nvPr/>
          </p:nvSpPr>
          <p:spPr bwMode="auto">
            <a:xfrm>
              <a:off x="10064750" y="5295900"/>
              <a:ext cx="246063" cy="254000"/>
            </a:xfrm>
            <a:custGeom>
              <a:avLst/>
              <a:gdLst>
                <a:gd name="T0" fmla="*/ 80 w 160"/>
                <a:gd name="T1" fmla="*/ 165 h 165"/>
                <a:gd name="T2" fmla="*/ 78 w 160"/>
                <a:gd name="T3" fmla="*/ 158 h 165"/>
                <a:gd name="T4" fmla="*/ 69 w 160"/>
                <a:gd name="T5" fmla="*/ 134 h 165"/>
                <a:gd name="T6" fmla="*/ 52 w 160"/>
                <a:gd name="T7" fmla="*/ 102 h 165"/>
                <a:gd name="T8" fmla="*/ 52 w 160"/>
                <a:gd name="T9" fmla="*/ 101 h 165"/>
                <a:gd name="T10" fmla="*/ 52 w 160"/>
                <a:gd name="T11" fmla="*/ 101 h 165"/>
                <a:gd name="T12" fmla="*/ 65 w 160"/>
                <a:gd name="T13" fmla="*/ 46 h 165"/>
                <a:gd name="T14" fmla="*/ 86 w 160"/>
                <a:gd name="T15" fmla="*/ 40 h 165"/>
                <a:gd name="T16" fmla="*/ 120 w 160"/>
                <a:gd name="T17" fmla="*/ 59 h 165"/>
                <a:gd name="T18" fmla="*/ 120 w 160"/>
                <a:gd name="T19" fmla="*/ 59 h 165"/>
                <a:gd name="T20" fmla="*/ 120 w 160"/>
                <a:gd name="T21" fmla="*/ 60 h 165"/>
                <a:gd name="T22" fmla="*/ 121 w 160"/>
                <a:gd name="T23" fmla="*/ 60 h 165"/>
                <a:gd name="T24" fmla="*/ 152 w 160"/>
                <a:gd name="T25" fmla="*/ 125 h 165"/>
                <a:gd name="T26" fmla="*/ 153 w 160"/>
                <a:gd name="T27" fmla="*/ 113 h 165"/>
                <a:gd name="T28" fmla="*/ 89 w 160"/>
                <a:gd name="T29" fmla="*/ 7 h 165"/>
                <a:gd name="T30" fmla="*/ 14 w 160"/>
                <a:gd name="T31" fmla="*/ 77 h 165"/>
                <a:gd name="T32" fmla="*/ 0 w 160"/>
                <a:gd name="T33" fmla="*/ 132 h 165"/>
                <a:gd name="T34" fmla="*/ 55 w 160"/>
                <a:gd name="T35" fmla="*/ 157 h 165"/>
                <a:gd name="T36" fmla="*/ 80 w 160"/>
                <a:gd name="T37"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0" h="165">
                  <a:moveTo>
                    <a:pt x="80" y="165"/>
                  </a:moveTo>
                  <a:cubicBezTo>
                    <a:pt x="80" y="163"/>
                    <a:pt x="79" y="160"/>
                    <a:pt x="78" y="158"/>
                  </a:cubicBezTo>
                  <a:cubicBezTo>
                    <a:pt x="76" y="151"/>
                    <a:pt x="73" y="143"/>
                    <a:pt x="69" y="134"/>
                  </a:cubicBezTo>
                  <a:cubicBezTo>
                    <a:pt x="61" y="116"/>
                    <a:pt x="53" y="102"/>
                    <a:pt x="52" y="102"/>
                  </a:cubicBezTo>
                  <a:cubicBezTo>
                    <a:pt x="52" y="101"/>
                    <a:pt x="52" y="101"/>
                    <a:pt x="52" y="101"/>
                  </a:cubicBezTo>
                  <a:cubicBezTo>
                    <a:pt x="52" y="101"/>
                    <a:pt x="52" y="101"/>
                    <a:pt x="52" y="101"/>
                  </a:cubicBezTo>
                  <a:cubicBezTo>
                    <a:pt x="40" y="82"/>
                    <a:pt x="46" y="58"/>
                    <a:pt x="65" y="46"/>
                  </a:cubicBezTo>
                  <a:cubicBezTo>
                    <a:pt x="71" y="42"/>
                    <a:pt x="79" y="40"/>
                    <a:pt x="86" y="40"/>
                  </a:cubicBezTo>
                  <a:cubicBezTo>
                    <a:pt x="100" y="40"/>
                    <a:pt x="113" y="47"/>
                    <a:pt x="120" y="59"/>
                  </a:cubicBezTo>
                  <a:cubicBezTo>
                    <a:pt x="120" y="59"/>
                    <a:pt x="120" y="59"/>
                    <a:pt x="120" y="59"/>
                  </a:cubicBezTo>
                  <a:cubicBezTo>
                    <a:pt x="120" y="60"/>
                    <a:pt x="120" y="60"/>
                    <a:pt x="120" y="60"/>
                  </a:cubicBezTo>
                  <a:cubicBezTo>
                    <a:pt x="121" y="60"/>
                    <a:pt x="121" y="60"/>
                    <a:pt x="121" y="60"/>
                  </a:cubicBezTo>
                  <a:cubicBezTo>
                    <a:pt x="134" y="82"/>
                    <a:pt x="144" y="105"/>
                    <a:pt x="152" y="125"/>
                  </a:cubicBezTo>
                  <a:cubicBezTo>
                    <a:pt x="152" y="121"/>
                    <a:pt x="153" y="117"/>
                    <a:pt x="153" y="113"/>
                  </a:cubicBezTo>
                  <a:cubicBezTo>
                    <a:pt x="160" y="52"/>
                    <a:pt x="123" y="14"/>
                    <a:pt x="89" y="7"/>
                  </a:cubicBezTo>
                  <a:cubicBezTo>
                    <a:pt x="54" y="0"/>
                    <a:pt x="20" y="36"/>
                    <a:pt x="14" y="77"/>
                  </a:cubicBezTo>
                  <a:cubicBezTo>
                    <a:pt x="9" y="94"/>
                    <a:pt x="5" y="112"/>
                    <a:pt x="0" y="132"/>
                  </a:cubicBezTo>
                  <a:cubicBezTo>
                    <a:pt x="21" y="143"/>
                    <a:pt x="39" y="151"/>
                    <a:pt x="55" y="157"/>
                  </a:cubicBezTo>
                  <a:cubicBezTo>
                    <a:pt x="66" y="161"/>
                    <a:pt x="74" y="163"/>
                    <a:pt x="80" y="1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137"/>
            <p:cNvSpPr>
              <a:spLocks/>
            </p:cNvSpPr>
            <p:nvPr/>
          </p:nvSpPr>
          <p:spPr bwMode="auto">
            <a:xfrm>
              <a:off x="9950450" y="5364163"/>
              <a:ext cx="350838" cy="298450"/>
            </a:xfrm>
            <a:custGeom>
              <a:avLst/>
              <a:gdLst>
                <a:gd name="T0" fmla="*/ 8 w 228"/>
                <a:gd name="T1" fmla="*/ 97 h 194"/>
                <a:gd name="T2" fmla="*/ 21 w 228"/>
                <a:gd name="T3" fmla="*/ 141 h 194"/>
                <a:gd name="T4" fmla="*/ 28 w 228"/>
                <a:gd name="T5" fmla="*/ 145 h 194"/>
                <a:gd name="T6" fmla="*/ 53 w 228"/>
                <a:gd name="T7" fmla="*/ 158 h 194"/>
                <a:gd name="T8" fmla="*/ 104 w 228"/>
                <a:gd name="T9" fmla="*/ 181 h 194"/>
                <a:gd name="T10" fmla="*/ 164 w 228"/>
                <a:gd name="T11" fmla="*/ 194 h 194"/>
                <a:gd name="T12" fmla="*/ 190 w 228"/>
                <a:gd name="T13" fmla="*/ 189 h 194"/>
                <a:gd name="T14" fmla="*/ 202 w 228"/>
                <a:gd name="T15" fmla="*/ 183 h 194"/>
                <a:gd name="T16" fmla="*/ 220 w 228"/>
                <a:gd name="T17" fmla="*/ 164 h 194"/>
                <a:gd name="T18" fmla="*/ 228 w 228"/>
                <a:gd name="T19" fmla="*/ 131 h 194"/>
                <a:gd name="T20" fmla="*/ 223 w 228"/>
                <a:gd name="T21" fmla="*/ 99 h 194"/>
                <a:gd name="T22" fmla="*/ 221 w 228"/>
                <a:gd name="T23" fmla="*/ 91 h 194"/>
                <a:gd name="T24" fmla="*/ 187 w 228"/>
                <a:gd name="T25" fmla="*/ 19 h 194"/>
                <a:gd name="T26" fmla="*/ 143 w 228"/>
                <a:gd name="T27" fmla="*/ 9 h 194"/>
                <a:gd name="T28" fmla="*/ 133 w 228"/>
                <a:gd name="T29" fmla="*/ 53 h 194"/>
                <a:gd name="T30" fmla="*/ 133 w 228"/>
                <a:gd name="T31" fmla="*/ 53 h 194"/>
                <a:gd name="T32" fmla="*/ 133 w 228"/>
                <a:gd name="T33" fmla="*/ 53 h 194"/>
                <a:gd name="T34" fmla="*/ 150 w 228"/>
                <a:gd name="T35" fmla="*/ 87 h 194"/>
                <a:gd name="T36" fmla="*/ 160 w 228"/>
                <a:gd name="T37" fmla="*/ 112 h 194"/>
                <a:gd name="T38" fmla="*/ 164 w 228"/>
                <a:gd name="T39" fmla="*/ 130 h 194"/>
                <a:gd name="T40" fmla="*/ 126 w 228"/>
                <a:gd name="T41" fmla="*/ 121 h 194"/>
                <a:gd name="T42" fmla="*/ 72 w 228"/>
                <a:gd name="T43" fmla="*/ 96 h 194"/>
                <a:gd name="T44" fmla="*/ 53 w 228"/>
                <a:gd name="T45" fmla="*/ 86 h 194"/>
                <a:gd name="T46" fmla="*/ 52 w 228"/>
                <a:gd name="T47" fmla="*/ 85 h 194"/>
                <a:gd name="T48" fmla="*/ 8 w 228"/>
                <a:gd name="T49" fmla="*/ 97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8" h="194">
                  <a:moveTo>
                    <a:pt x="8" y="97"/>
                  </a:moveTo>
                  <a:cubicBezTo>
                    <a:pt x="0" y="113"/>
                    <a:pt x="5" y="132"/>
                    <a:pt x="21" y="141"/>
                  </a:cubicBezTo>
                  <a:cubicBezTo>
                    <a:pt x="23" y="142"/>
                    <a:pt x="26" y="144"/>
                    <a:pt x="28" y="145"/>
                  </a:cubicBezTo>
                  <a:cubicBezTo>
                    <a:pt x="37" y="150"/>
                    <a:pt x="45" y="154"/>
                    <a:pt x="53" y="158"/>
                  </a:cubicBezTo>
                  <a:cubicBezTo>
                    <a:pt x="72" y="167"/>
                    <a:pt x="89" y="175"/>
                    <a:pt x="104" y="181"/>
                  </a:cubicBezTo>
                  <a:cubicBezTo>
                    <a:pt x="127" y="189"/>
                    <a:pt x="146" y="194"/>
                    <a:pt x="164" y="194"/>
                  </a:cubicBezTo>
                  <a:cubicBezTo>
                    <a:pt x="173" y="194"/>
                    <a:pt x="182" y="192"/>
                    <a:pt x="190" y="189"/>
                  </a:cubicBezTo>
                  <a:cubicBezTo>
                    <a:pt x="194" y="188"/>
                    <a:pt x="198" y="186"/>
                    <a:pt x="202" y="183"/>
                  </a:cubicBezTo>
                  <a:cubicBezTo>
                    <a:pt x="209" y="178"/>
                    <a:pt x="216" y="171"/>
                    <a:pt x="220" y="164"/>
                  </a:cubicBezTo>
                  <a:cubicBezTo>
                    <a:pt x="226" y="153"/>
                    <a:pt x="228" y="141"/>
                    <a:pt x="228" y="131"/>
                  </a:cubicBezTo>
                  <a:cubicBezTo>
                    <a:pt x="228" y="120"/>
                    <a:pt x="226" y="109"/>
                    <a:pt x="223" y="99"/>
                  </a:cubicBezTo>
                  <a:cubicBezTo>
                    <a:pt x="222" y="97"/>
                    <a:pt x="222" y="94"/>
                    <a:pt x="221" y="91"/>
                  </a:cubicBezTo>
                  <a:cubicBezTo>
                    <a:pt x="209" y="54"/>
                    <a:pt x="188" y="21"/>
                    <a:pt x="187" y="19"/>
                  </a:cubicBezTo>
                  <a:cubicBezTo>
                    <a:pt x="178" y="4"/>
                    <a:pt x="158" y="0"/>
                    <a:pt x="143" y="9"/>
                  </a:cubicBezTo>
                  <a:cubicBezTo>
                    <a:pt x="128" y="18"/>
                    <a:pt x="124" y="38"/>
                    <a:pt x="133" y="53"/>
                  </a:cubicBezTo>
                  <a:cubicBezTo>
                    <a:pt x="133" y="53"/>
                    <a:pt x="133" y="53"/>
                    <a:pt x="133" y="53"/>
                  </a:cubicBezTo>
                  <a:cubicBezTo>
                    <a:pt x="133" y="53"/>
                    <a:pt x="133" y="53"/>
                    <a:pt x="133" y="53"/>
                  </a:cubicBezTo>
                  <a:cubicBezTo>
                    <a:pt x="135" y="56"/>
                    <a:pt x="143" y="70"/>
                    <a:pt x="150" y="87"/>
                  </a:cubicBezTo>
                  <a:cubicBezTo>
                    <a:pt x="154" y="95"/>
                    <a:pt x="158" y="104"/>
                    <a:pt x="160" y="112"/>
                  </a:cubicBezTo>
                  <a:cubicBezTo>
                    <a:pt x="162" y="119"/>
                    <a:pt x="163" y="126"/>
                    <a:pt x="164" y="130"/>
                  </a:cubicBezTo>
                  <a:cubicBezTo>
                    <a:pt x="157" y="130"/>
                    <a:pt x="145" y="127"/>
                    <a:pt x="126" y="121"/>
                  </a:cubicBezTo>
                  <a:cubicBezTo>
                    <a:pt x="112" y="115"/>
                    <a:pt x="94" y="107"/>
                    <a:pt x="72" y="96"/>
                  </a:cubicBezTo>
                  <a:cubicBezTo>
                    <a:pt x="66" y="93"/>
                    <a:pt x="60" y="89"/>
                    <a:pt x="53" y="86"/>
                  </a:cubicBezTo>
                  <a:cubicBezTo>
                    <a:pt x="53" y="85"/>
                    <a:pt x="52" y="85"/>
                    <a:pt x="52" y="85"/>
                  </a:cubicBezTo>
                  <a:cubicBezTo>
                    <a:pt x="36" y="76"/>
                    <a:pt x="17" y="82"/>
                    <a:pt x="8" y="9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3230954813"/>
      </p:ext>
    </p:extLst>
  </p:cSld>
  <p:clrMapOvr>
    <a:masterClrMapping/>
  </p:clrMapOvr>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6221413" y="958850"/>
            <a:ext cx="2468563" cy="1311275"/>
            <a:chOff x="6221413" y="958850"/>
            <a:chExt cx="2468563" cy="1311275"/>
          </a:xfrm>
          <a:solidFill>
            <a:schemeClr val="tx1">
              <a:lumMod val="65000"/>
              <a:lumOff val="35000"/>
            </a:schemeClr>
          </a:solidFill>
        </p:grpSpPr>
        <p:sp>
          <p:nvSpPr>
            <p:cNvPr id="3" name="Freeform 9"/>
            <p:cNvSpPr>
              <a:spLocks/>
            </p:cNvSpPr>
            <p:nvPr/>
          </p:nvSpPr>
          <p:spPr bwMode="auto">
            <a:xfrm>
              <a:off x="7464426" y="1331913"/>
              <a:ext cx="230187" cy="219075"/>
            </a:xfrm>
            <a:custGeom>
              <a:avLst/>
              <a:gdLst>
                <a:gd name="T0" fmla="*/ 61 w 64"/>
                <a:gd name="T1" fmla="*/ 26 h 61"/>
                <a:gd name="T2" fmla="*/ 27 w 64"/>
                <a:gd name="T3" fmla="*/ 3 h 61"/>
                <a:gd name="T4" fmla="*/ 3 w 64"/>
                <a:gd name="T5" fmla="*/ 36 h 61"/>
                <a:gd name="T6" fmla="*/ 37 w 64"/>
                <a:gd name="T7" fmla="*/ 59 h 61"/>
                <a:gd name="T8" fmla="*/ 61 w 64"/>
                <a:gd name="T9" fmla="*/ 26 h 61"/>
              </a:gdLst>
              <a:ahLst/>
              <a:cxnLst>
                <a:cxn ang="0">
                  <a:pos x="T0" y="T1"/>
                </a:cxn>
                <a:cxn ang="0">
                  <a:pos x="T2" y="T3"/>
                </a:cxn>
                <a:cxn ang="0">
                  <a:pos x="T4" y="T5"/>
                </a:cxn>
                <a:cxn ang="0">
                  <a:pos x="T6" y="T7"/>
                </a:cxn>
                <a:cxn ang="0">
                  <a:pos x="T8" y="T9"/>
                </a:cxn>
              </a:cxnLst>
              <a:rect l="0" t="0" r="r" b="b"/>
              <a:pathLst>
                <a:path w="64" h="61">
                  <a:moveTo>
                    <a:pt x="61" y="26"/>
                  </a:moveTo>
                  <a:cubicBezTo>
                    <a:pt x="59" y="11"/>
                    <a:pt x="44" y="0"/>
                    <a:pt x="27" y="3"/>
                  </a:cubicBezTo>
                  <a:cubicBezTo>
                    <a:pt x="11" y="6"/>
                    <a:pt x="0" y="20"/>
                    <a:pt x="3" y="36"/>
                  </a:cubicBezTo>
                  <a:cubicBezTo>
                    <a:pt x="5" y="51"/>
                    <a:pt x="20" y="61"/>
                    <a:pt x="37" y="59"/>
                  </a:cubicBezTo>
                  <a:cubicBezTo>
                    <a:pt x="53" y="56"/>
                    <a:pt x="64" y="41"/>
                    <a:pt x="61"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Freeform 10"/>
            <p:cNvSpPr>
              <a:spLocks noEditPoints="1"/>
            </p:cNvSpPr>
            <p:nvPr/>
          </p:nvSpPr>
          <p:spPr bwMode="auto">
            <a:xfrm>
              <a:off x="6364288" y="1320800"/>
              <a:ext cx="1093787" cy="258763"/>
            </a:xfrm>
            <a:custGeom>
              <a:avLst/>
              <a:gdLst>
                <a:gd name="T0" fmla="*/ 270 w 305"/>
                <a:gd name="T1" fmla="*/ 0 h 72"/>
                <a:gd name="T2" fmla="*/ 140 w 305"/>
                <a:gd name="T3" fmla="*/ 0 h 72"/>
                <a:gd name="T4" fmla="*/ 109 w 305"/>
                <a:gd name="T5" fmla="*/ 19 h 72"/>
                <a:gd name="T6" fmla="*/ 14 w 305"/>
                <a:gd name="T7" fmla="*/ 22 h 72"/>
                <a:gd name="T8" fmla="*/ 11 w 305"/>
                <a:gd name="T9" fmla="*/ 23 h 72"/>
                <a:gd name="T10" fmla="*/ 1 w 305"/>
                <a:gd name="T11" fmla="*/ 39 h 72"/>
                <a:gd name="T12" fmla="*/ 2 w 305"/>
                <a:gd name="T13" fmla="*/ 38 h 72"/>
                <a:gd name="T14" fmla="*/ 11 w 305"/>
                <a:gd name="T15" fmla="*/ 31 h 72"/>
                <a:gd name="T16" fmla="*/ 13 w 305"/>
                <a:gd name="T17" fmla="*/ 31 h 72"/>
                <a:gd name="T18" fmla="*/ 75 w 305"/>
                <a:gd name="T19" fmla="*/ 26 h 72"/>
                <a:gd name="T20" fmla="*/ 106 w 305"/>
                <a:gd name="T21" fmla="*/ 27 h 72"/>
                <a:gd name="T22" fmla="*/ 105 w 305"/>
                <a:gd name="T23" fmla="*/ 29 h 72"/>
                <a:gd name="T24" fmla="*/ 14 w 305"/>
                <a:gd name="T25" fmla="*/ 33 h 72"/>
                <a:gd name="T26" fmla="*/ 11 w 305"/>
                <a:gd name="T27" fmla="*/ 33 h 72"/>
                <a:gd name="T28" fmla="*/ 2 w 305"/>
                <a:gd name="T29" fmla="*/ 51 h 72"/>
                <a:gd name="T30" fmla="*/ 17 w 305"/>
                <a:gd name="T31" fmla="*/ 64 h 72"/>
                <a:gd name="T32" fmla="*/ 20 w 305"/>
                <a:gd name="T33" fmla="*/ 63 h 72"/>
                <a:gd name="T34" fmla="*/ 115 w 305"/>
                <a:gd name="T35" fmla="*/ 61 h 72"/>
                <a:gd name="T36" fmla="*/ 140 w 305"/>
                <a:gd name="T37" fmla="*/ 72 h 72"/>
                <a:gd name="T38" fmla="*/ 270 w 305"/>
                <a:gd name="T39" fmla="*/ 72 h 72"/>
                <a:gd name="T40" fmla="*/ 305 w 305"/>
                <a:gd name="T41" fmla="*/ 36 h 72"/>
                <a:gd name="T42" fmla="*/ 270 w 305"/>
                <a:gd name="T43" fmla="*/ 0 h 72"/>
                <a:gd name="T44" fmla="*/ 281 w 305"/>
                <a:gd name="T45" fmla="*/ 40 h 72"/>
                <a:gd name="T46" fmla="*/ 276 w 305"/>
                <a:gd name="T47" fmla="*/ 44 h 72"/>
                <a:gd name="T48" fmla="*/ 221 w 305"/>
                <a:gd name="T49" fmla="*/ 56 h 72"/>
                <a:gd name="T50" fmla="*/ 165 w 305"/>
                <a:gd name="T51" fmla="*/ 43 h 72"/>
                <a:gd name="T52" fmla="*/ 156 w 305"/>
                <a:gd name="T53" fmla="*/ 33 h 72"/>
                <a:gd name="T54" fmla="*/ 157 w 305"/>
                <a:gd name="T55" fmla="*/ 23 h 72"/>
                <a:gd name="T56" fmla="*/ 169 w 305"/>
                <a:gd name="T57" fmla="*/ 16 h 72"/>
                <a:gd name="T58" fmla="*/ 177 w 305"/>
                <a:gd name="T59" fmla="*/ 18 h 72"/>
                <a:gd name="T60" fmla="*/ 221 w 305"/>
                <a:gd name="T61" fmla="*/ 28 h 72"/>
                <a:gd name="T62" fmla="*/ 263 w 305"/>
                <a:gd name="T63" fmla="*/ 19 h 72"/>
                <a:gd name="T64" fmla="*/ 272 w 305"/>
                <a:gd name="T65" fmla="*/ 16 h 72"/>
                <a:gd name="T66" fmla="*/ 285 w 305"/>
                <a:gd name="T67" fmla="*/ 23 h 72"/>
                <a:gd name="T68" fmla="*/ 281 w 305"/>
                <a:gd name="T69"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5" h="72">
                  <a:moveTo>
                    <a:pt x="270" y="0"/>
                  </a:moveTo>
                  <a:cubicBezTo>
                    <a:pt x="140" y="0"/>
                    <a:pt x="140" y="0"/>
                    <a:pt x="140" y="0"/>
                  </a:cubicBezTo>
                  <a:cubicBezTo>
                    <a:pt x="126" y="0"/>
                    <a:pt x="115" y="8"/>
                    <a:pt x="109" y="19"/>
                  </a:cubicBezTo>
                  <a:cubicBezTo>
                    <a:pt x="77" y="17"/>
                    <a:pt x="47" y="18"/>
                    <a:pt x="14" y="22"/>
                  </a:cubicBezTo>
                  <a:cubicBezTo>
                    <a:pt x="14" y="23"/>
                    <a:pt x="12" y="23"/>
                    <a:pt x="11" y="23"/>
                  </a:cubicBezTo>
                  <a:cubicBezTo>
                    <a:pt x="5" y="24"/>
                    <a:pt x="1" y="31"/>
                    <a:pt x="1" y="39"/>
                  </a:cubicBezTo>
                  <a:cubicBezTo>
                    <a:pt x="2" y="38"/>
                    <a:pt x="2" y="38"/>
                    <a:pt x="2" y="38"/>
                  </a:cubicBezTo>
                  <a:cubicBezTo>
                    <a:pt x="4" y="34"/>
                    <a:pt x="7" y="32"/>
                    <a:pt x="11" y="31"/>
                  </a:cubicBezTo>
                  <a:cubicBezTo>
                    <a:pt x="13" y="31"/>
                    <a:pt x="13" y="31"/>
                    <a:pt x="13" y="31"/>
                  </a:cubicBezTo>
                  <a:cubicBezTo>
                    <a:pt x="34" y="28"/>
                    <a:pt x="55" y="26"/>
                    <a:pt x="75" y="26"/>
                  </a:cubicBezTo>
                  <a:cubicBezTo>
                    <a:pt x="85" y="26"/>
                    <a:pt x="95" y="26"/>
                    <a:pt x="106" y="27"/>
                  </a:cubicBezTo>
                  <a:cubicBezTo>
                    <a:pt x="105" y="28"/>
                    <a:pt x="105" y="29"/>
                    <a:pt x="105" y="29"/>
                  </a:cubicBezTo>
                  <a:cubicBezTo>
                    <a:pt x="75" y="27"/>
                    <a:pt x="45" y="28"/>
                    <a:pt x="14" y="33"/>
                  </a:cubicBezTo>
                  <a:cubicBezTo>
                    <a:pt x="14" y="33"/>
                    <a:pt x="12" y="33"/>
                    <a:pt x="11" y="33"/>
                  </a:cubicBezTo>
                  <a:cubicBezTo>
                    <a:pt x="4" y="35"/>
                    <a:pt x="0" y="43"/>
                    <a:pt x="2" y="51"/>
                  </a:cubicBezTo>
                  <a:cubicBezTo>
                    <a:pt x="4" y="59"/>
                    <a:pt x="11" y="65"/>
                    <a:pt x="17" y="64"/>
                  </a:cubicBezTo>
                  <a:cubicBezTo>
                    <a:pt x="18" y="63"/>
                    <a:pt x="20" y="63"/>
                    <a:pt x="20" y="63"/>
                  </a:cubicBezTo>
                  <a:cubicBezTo>
                    <a:pt x="53" y="58"/>
                    <a:pt x="83" y="58"/>
                    <a:pt x="115" y="61"/>
                  </a:cubicBezTo>
                  <a:cubicBezTo>
                    <a:pt x="121" y="68"/>
                    <a:pt x="130" y="72"/>
                    <a:pt x="140" y="72"/>
                  </a:cubicBezTo>
                  <a:cubicBezTo>
                    <a:pt x="270" y="72"/>
                    <a:pt x="270" y="72"/>
                    <a:pt x="270" y="72"/>
                  </a:cubicBezTo>
                  <a:cubicBezTo>
                    <a:pt x="289" y="72"/>
                    <a:pt x="305" y="56"/>
                    <a:pt x="305" y="36"/>
                  </a:cubicBezTo>
                  <a:cubicBezTo>
                    <a:pt x="305" y="16"/>
                    <a:pt x="289" y="0"/>
                    <a:pt x="270" y="0"/>
                  </a:cubicBezTo>
                  <a:close/>
                  <a:moveTo>
                    <a:pt x="281" y="40"/>
                  </a:moveTo>
                  <a:cubicBezTo>
                    <a:pt x="279" y="42"/>
                    <a:pt x="276" y="43"/>
                    <a:pt x="276" y="44"/>
                  </a:cubicBezTo>
                  <a:cubicBezTo>
                    <a:pt x="259" y="51"/>
                    <a:pt x="240" y="56"/>
                    <a:pt x="221" y="56"/>
                  </a:cubicBezTo>
                  <a:cubicBezTo>
                    <a:pt x="201" y="56"/>
                    <a:pt x="183" y="51"/>
                    <a:pt x="165" y="43"/>
                  </a:cubicBezTo>
                  <a:cubicBezTo>
                    <a:pt x="160" y="41"/>
                    <a:pt x="157" y="38"/>
                    <a:pt x="156" y="33"/>
                  </a:cubicBezTo>
                  <a:cubicBezTo>
                    <a:pt x="154" y="29"/>
                    <a:pt x="155" y="26"/>
                    <a:pt x="157" y="23"/>
                  </a:cubicBezTo>
                  <a:cubicBezTo>
                    <a:pt x="159" y="19"/>
                    <a:pt x="164" y="16"/>
                    <a:pt x="169" y="16"/>
                  </a:cubicBezTo>
                  <a:cubicBezTo>
                    <a:pt x="172" y="16"/>
                    <a:pt x="174" y="17"/>
                    <a:pt x="177" y="18"/>
                  </a:cubicBezTo>
                  <a:cubicBezTo>
                    <a:pt x="191" y="24"/>
                    <a:pt x="206" y="28"/>
                    <a:pt x="221" y="28"/>
                  </a:cubicBezTo>
                  <a:cubicBezTo>
                    <a:pt x="236" y="28"/>
                    <a:pt x="250" y="24"/>
                    <a:pt x="263" y="19"/>
                  </a:cubicBezTo>
                  <a:cubicBezTo>
                    <a:pt x="266" y="18"/>
                    <a:pt x="270" y="16"/>
                    <a:pt x="272" y="16"/>
                  </a:cubicBezTo>
                  <a:cubicBezTo>
                    <a:pt x="278" y="16"/>
                    <a:pt x="282" y="19"/>
                    <a:pt x="285" y="23"/>
                  </a:cubicBezTo>
                  <a:cubicBezTo>
                    <a:pt x="289" y="30"/>
                    <a:pt x="285" y="36"/>
                    <a:pt x="281"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 name="Freeform 11"/>
            <p:cNvSpPr>
              <a:spLocks/>
            </p:cNvSpPr>
            <p:nvPr/>
          </p:nvSpPr>
          <p:spPr bwMode="auto">
            <a:xfrm>
              <a:off x="6919913" y="1377950"/>
              <a:ext cx="481012" cy="150813"/>
            </a:xfrm>
            <a:custGeom>
              <a:avLst/>
              <a:gdLst>
                <a:gd name="T0" fmla="*/ 109 w 134"/>
                <a:gd name="T1" fmla="*/ 5 h 42"/>
                <a:gd name="T2" fmla="*/ 21 w 134"/>
                <a:gd name="T3" fmla="*/ 4 h 42"/>
                <a:gd name="T4" fmla="*/ 3 w 134"/>
                <a:gd name="T5" fmla="*/ 8 h 42"/>
                <a:gd name="T6" fmla="*/ 11 w 134"/>
                <a:gd name="T7" fmla="*/ 26 h 42"/>
                <a:gd name="T8" fmla="*/ 121 w 134"/>
                <a:gd name="T9" fmla="*/ 26 h 42"/>
                <a:gd name="T10" fmla="*/ 128 w 134"/>
                <a:gd name="T11" fmla="*/ 8 h 42"/>
                <a:gd name="T12" fmla="*/ 109 w 134"/>
                <a:gd name="T13" fmla="*/ 5 h 42"/>
              </a:gdLst>
              <a:ahLst/>
              <a:cxnLst>
                <a:cxn ang="0">
                  <a:pos x="T0" y="T1"/>
                </a:cxn>
                <a:cxn ang="0">
                  <a:pos x="T2" y="T3"/>
                </a:cxn>
                <a:cxn ang="0">
                  <a:pos x="T4" y="T5"/>
                </a:cxn>
                <a:cxn ang="0">
                  <a:pos x="T6" y="T7"/>
                </a:cxn>
                <a:cxn ang="0">
                  <a:pos x="T8" y="T9"/>
                </a:cxn>
                <a:cxn ang="0">
                  <a:pos x="T10" y="T11"/>
                </a:cxn>
                <a:cxn ang="0">
                  <a:pos x="T12" y="T13"/>
                </a:cxn>
              </a:cxnLst>
              <a:rect l="0" t="0" r="r" b="b"/>
              <a:pathLst>
                <a:path w="134" h="42">
                  <a:moveTo>
                    <a:pt x="109" y="5"/>
                  </a:moveTo>
                  <a:cubicBezTo>
                    <a:pt x="81" y="17"/>
                    <a:pt x="49" y="17"/>
                    <a:pt x="21" y="4"/>
                  </a:cubicBezTo>
                  <a:cubicBezTo>
                    <a:pt x="15" y="1"/>
                    <a:pt x="7" y="2"/>
                    <a:pt x="3" y="8"/>
                  </a:cubicBezTo>
                  <a:cubicBezTo>
                    <a:pt x="0" y="14"/>
                    <a:pt x="3" y="22"/>
                    <a:pt x="11" y="26"/>
                  </a:cubicBezTo>
                  <a:cubicBezTo>
                    <a:pt x="46" y="42"/>
                    <a:pt x="86" y="41"/>
                    <a:pt x="121" y="26"/>
                  </a:cubicBezTo>
                  <a:cubicBezTo>
                    <a:pt x="121" y="25"/>
                    <a:pt x="134" y="17"/>
                    <a:pt x="128" y="8"/>
                  </a:cubicBezTo>
                  <a:cubicBezTo>
                    <a:pt x="123" y="0"/>
                    <a:pt x="110" y="4"/>
                    <a:pt x="109"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Rectangle 12"/>
            <p:cNvSpPr>
              <a:spLocks noChangeArrowheads="1"/>
            </p:cNvSpPr>
            <p:nvPr/>
          </p:nvSpPr>
          <p:spPr bwMode="auto">
            <a:xfrm>
              <a:off x="7712076" y="2184400"/>
              <a:ext cx="881062" cy="857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13"/>
            <p:cNvSpPr>
              <a:spLocks/>
            </p:cNvSpPr>
            <p:nvPr/>
          </p:nvSpPr>
          <p:spPr bwMode="auto">
            <a:xfrm>
              <a:off x="6221413" y="1565275"/>
              <a:ext cx="1479550" cy="704850"/>
            </a:xfrm>
            <a:custGeom>
              <a:avLst/>
              <a:gdLst>
                <a:gd name="T0" fmla="*/ 720 w 932"/>
                <a:gd name="T1" fmla="*/ 103 h 444"/>
                <a:gd name="T2" fmla="*/ 932 w 932"/>
                <a:gd name="T3" fmla="*/ 103 h 444"/>
                <a:gd name="T4" fmla="*/ 932 w 932"/>
                <a:gd name="T5" fmla="*/ 0 h 444"/>
                <a:gd name="T6" fmla="*/ 846 w 932"/>
                <a:gd name="T7" fmla="*/ 0 h 444"/>
                <a:gd name="T8" fmla="*/ 846 w 932"/>
                <a:gd name="T9" fmla="*/ 27 h 444"/>
                <a:gd name="T10" fmla="*/ 29 w 932"/>
                <a:gd name="T11" fmla="*/ 27 h 444"/>
                <a:gd name="T12" fmla="*/ 29 w 932"/>
                <a:gd name="T13" fmla="*/ 103 h 444"/>
                <a:gd name="T14" fmla="*/ 338 w 932"/>
                <a:gd name="T15" fmla="*/ 103 h 444"/>
                <a:gd name="T16" fmla="*/ 255 w 932"/>
                <a:gd name="T17" fmla="*/ 390 h 444"/>
                <a:gd name="T18" fmla="*/ 0 w 932"/>
                <a:gd name="T19" fmla="*/ 390 h 444"/>
                <a:gd name="T20" fmla="*/ 0 w 932"/>
                <a:gd name="T21" fmla="*/ 444 h 444"/>
                <a:gd name="T22" fmla="*/ 892 w 932"/>
                <a:gd name="T23" fmla="*/ 444 h 444"/>
                <a:gd name="T24" fmla="*/ 892 w 932"/>
                <a:gd name="T25" fmla="*/ 390 h 444"/>
                <a:gd name="T26" fmla="*/ 636 w 932"/>
                <a:gd name="T27" fmla="*/ 390 h 444"/>
                <a:gd name="T28" fmla="*/ 720 w 932"/>
                <a:gd name="T29" fmla="*/ 103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32" h="444">
                  <a:moveTo>
                    <a:pt x="720" y="103"/>
                  </a:moveTo>
                  <a:lnTo>
                    <a:pt x="932" y="103"/>
                  </a:lnTo>
                  <a:lnTo>
                    <a:pt x="932" y="0"/>
                  </a:lnTo>
                  <a:lnTo>
                    <a:pt x="846" y="0"/>
                  </a:lnTo>
                  <a:lnTo>
                    <a:pt x="846" y="27"/>
                  </a:lnTo>
                  <a:lnTo>
                    <a:pt x="29" y="27"/>
                  </a:lnTo>
                  <a:lnTo>
                    <a:pt x="29" y="103"/>
                  </a:lnTo>
                  <a:lnTo>
                    <a:pt x="338" y="103"/>
                  </a:lnTo>
                  <a:lnTo>
                    <a:pt x="255" y="390"/>
                  </a:lnTo>
                  <a:lnTo>
                    <a:pt x="0" y="390"/>
                  </a:lnTo>
                  <a:lnTo>
                    <a:pt x="0" y="444"/>
                  </a:lnTo>
                  <a:lnTo>
                    <a:pt x="892" y="444"/>
                  </a:lnTo>
                  <a:lnTo>
                    <a:pt x="892" y="390"/>
                  </a:lnTo>
                  <a:lnTo>
                    <a:pt x="636" y="390"/>
                  </a:lnTo>
                  <a:lnTo>
                    <a:pt x="720" y="10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14"/>
            <p:cNvSpPr>
              <a:spLocks/>
            </p:cNvSpPr>
            <p:nvPr/>
          </p:nvSpPr>
          <p:spPr bwMode="auto">
            <a:xfrm>
              <a:off x="7712076" y="1033463"/>
              <a:ext cx="182562" cy="792163"/>
            </a:xfrm>
            <a:custGeom>
              <a:avLst/>
              <a:gdLst>
                <a:gd name="T0" fmla="*/ 51 w 51"/>
                <a:gd name="T1" fmla="*/ 218 h 221"/>
                <a:gd name="T2" fmla="*/ 51 w 51"/>
                <a:gd name="T3" fmla="*/ 3 h 221"/>
                <a:gd name="T4" fmla="*/ 51 w 51"/>
                <a:gd name="T5" fmla="*/ 0 h 221"/>
                <a:gd name="T6" fmla="*/ 24 w 51"/>
                <a:gd name="T7" fmla="*/ 0 h 221"/>
                <a:gd name="T8" fmla="*/ 0 w 51"/>
                <a:gd name="T9" fmla="*/ 24 h 221"/>
                <a:gd name="T10" fmla="*/ 0 w 51"/>
                <a:gd name="T11" fmla="*/ 197 h 221"/>
                <a:gd name="T12" fmla="*/ 24 w 51"/>
                <a:gd name="T13" fmla="*/ 221 h 221"/>
                <a:gd name="T14" fmla="*/ 51 w 51"/>
                <a:gd name="T15" fmla="*/ 221 h 221"/>
                <a:gd name="T16" fmla="*/ 51 w 51"/>
                <a:gd name="T17" fmla="*/ 218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221">
                  <a:moveTo>
                    <a:pt x="51" y="218"/>
                  </a:moveTo>
                  <a:cubicBezTo>
                    <a:pt x="51" y="3"/>
                    <a:pt x="51" y="3"/>
                    <a:pt x="51" y="3"/>
                  </a:cubicBezTo>
                  <a:cubicBezTo>
                    <a:pt x="51" y="2"/>
                    <a:pt x="51" y="1"/>
                    <a:pt x="51" y="0"/>
                  </a:cubicBezTo>
                  <a:cubicBezTo>
                    <a:pt x="24" y="0"/>
                    <a:pt x="24" y="0"/>
                    <a:pt x="24" y="0"/>
                  </a:cubicBezTo>
                  <a:cubicBezTo>
                    <a:pt x="11" y="0"/>
                    <a:pt x="0" y="11"/>
                    <a:pt x="0" y="24"/>
                  </a:cubicBezTo>
                  <a:cubicBezTo>
                    <a:pt x="0" y="197"/>
                    <a:pt x="0" y="197"/>
                    <a:pt x="0" y="197"/>
                  </a:cubicBezTo>
                  <a:cubicBezTo>
                    <a:pt x="0" y="210"/>
                    <a:pt x="11" y="221"/>
                    <a:pt x="24" y="221"/>
                  </a:cubicBezTo>
                  <a:cubicBezTo>
                    <a:pt x="51" y="221"/>
                    <a:pt x="51" y="221"/>
                    <a:pt x="51" y="221"/>
                  </a:cubicBezTo>
                  <a:cubicBezTo>
                    <a:pt x="51" y="220"/>
                    <a:pt x="51" y="219"/>
                    <a:pt x="51" y="2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15"/>
            <p:cNvSpPr>
              <a:spLocks/>
            </p:cNvSpPr>
            <p:nvPr/>
          </p:nvSpPr>
          <p:spPr bwMode="auto">
            <a:xfrm>
              <a:off x="8410576" y="1033463"/>
              <a:ext cx="279400" cy="792163"/>
            </a:xfrm>
            <a:custGeom>
              <a:avLst/>
              <a:gdLst>
                <a:gd name="T0" fmla="*/ 27 w 78"/>
                <a:gd name="T1" fmla="*/ 0 h 221"/>
                <a:gd name="T2" fmla="*/ 0 w 78"/>
                <a:gd name="T3" fmla="*/ 0 h 221"/>
                <a:gd name="T4" fmla="*/ 1 w 78"/>
                <a:gd name="T5" fmla="*/ 3 h 221"/>
                <a:gd name="T6" fmla="*/ 1 w 78"/>
                <a:gd name="T7" fmla="*/ 218 h 221"/>
                <a:gd name="T8" fmla="*/ 0 w 78"/>
                <a:gd name="T9" fmla="*/ 221 h 221"/>
                <a:gd name="T10" fmla="*/ 27 w 78"/>
                <a:gd name="T11" fmla="*/ 221 h 221"/>
                <a:gd name="T12" fmla="*/ 78 w 78"/>
                <a:gd name="T13" fmla="*/ 110 h 221"/>
                <a:gd name="T14" fmla="*/ 27 w 78"/>
                <a:gd name="T15" fmla="*/ 0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221">
                  <a:moveTo>
                    <a:pt x="27" y="0"/>
                  </a:moveTo>
                  <a:cubicBezTo>
                    <a:pt x="0" y="0"/>
                    <a:pt x="0" y="0"/>
                    <a:pt x="0" y="0"/>
                  </a:cubicBezTo>
                  <a:cubicBezTo>
                    <a:pt x="1" y="1"/>
                    <a:pt x="1" y="2"/>
                    <a:pt x="1" y="3"/>
                  </a:cubicBezTo>
                  <a:cubicBezTo>
                    <a:pt x="1" y="218"/>
                    <a:pt x="1" y="218"/>
                    <a:pt x="1" y="218"/>
                  </a:cubicBezTo>
                  <a:cubicBezTo>
                    <a:pt x="1" y="219"/>
                    <a:pt x="1" y="220"/>
                    <a:pt x="0" y="221"/>
                  </a:cubicBezTo>
                  <a:cubicBezTo>
                    <a:pt x="27" y="221"/>
                    <a:pt x="27" y="221"/>
                    <a:pt x="27" y="221"/>
                  </a:cubicBezTo>
                  <a:cubicBezTo>
                    <a:pt x="38" y="221"/>
                    <a:pt x="78" y="182"/>
                    <a:pt x="78" y="110"/>
                  </a:cubicBezTo>
                  <a:cubicBezTo>
                    <a:pt x="78" y="34"/>
                    <a:pt x="38" y="0"/>
                    <a:pt x="2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16"/>
            <p:cNvSpPr>
              <a:spLocks/>
            </p:cNvSpPr>
            <p:nvPr/>
          </p:nvSpPr>
          <p:spPr bwMode="auto">
            <a:xfrm>
              <a:off x="7902576" y="958850"/>
              <a:ext cx="504825" cy="942975"/>
            </a:xfrm>
            <a:custGeom>
              <a:avLst/>
              <a:gdLst>
                <a:gd name="T0" fmla="*/ 141 w 141"/>
                <a:gd name="T1" fmla="*/ 239 h 263"/>
                <a:gd name="T2" fmla="*/ 117 w 141"/>
                <a:gd name="T3" fmla="*/ 263 h 263"/>
                <a:gd name="T4" fmla="*/ 23 w 141"/>
                <a:gd name="T5" fmla="*/ 263 h 263"/>
                <a:gd name="T6" fmla="*/ 0 w 141"/>
                <a:gd name="T7" fmla="*/ 239 h 263"/>
                <a:gd name="T8" fmla="*/ 0 w 141"/>
                <a:gd name="T9" fmla="*/ 24 h 263"/>
                <a:gd name="T10" fmla="*/ 23 w 141"/>
                <a:gd name="T11" fmla="*/ 0 h 263"/>
                <a:gd name="T12" fmla="*/ 117 w 141"/>
                <a:gd name="T13" fmla="*/ 0 h 263"/>
                <a:gd name="T14" fmla="*/ 141 w 141"/>
                <a:gd name="T15" fmla="*/ 24 h 263"/>
                <a:gd name="T16" fmla="*/ 141 w 141"/>
                <a:gd name="T17" fmla="*/ 239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263">
                  <a:moveTo>
                    <a:pt x="141" y="239"/>
                  </a:moveTo>
                  <a:cubicBezTo>
                    <a:pt x="141" y="252"/>
                    <a:pt x="130" y="263"/>
                    <a:pt x="117" y="263"/>
                  </a:cubicBezTo>
                  <a:cubicBezTo>
                    <a:pt x="23" y="263"/>
                    <a:pt x="23" y="263"/>
                    <a:pt x="23" y="263"/>
                  </a:cubicBezTo>
                  <a:cubicBezTo>
                    <a:pt x="10" y="263"/>
                    <a:pt x="0" y="252"/>
                    <a:pt x="0" y="239"/>
                  </a:cubicBezTo>
                  <a:cubicBezTo>
                    <a:pt x="0" y="24"/>
                    <a:pt x="0" y="24"/>
                    <a:pt x="0" y="24"/>
                  </a:cubicBezTo>
                  <a:cubicBezTo>
                    <a:pt x="0" y="10"/>
                    <a:pt x="10" y="0"/>
                    <a:pt x="23" y="0"/>
                  </a:cubicBezTo>
                  <a:cubicBezTo>
                    <a:pt x="117" y="0"/>
                    <a:pt x="117" y="0"/>
                    <a:pt x="117" y="0"/>
                  </a:cubicBezTo>
                  <a:cubicBezTo>
                    <a:pt x="130" y="0"/>
                    <a:pt x="141" y="10"/>
                    <a:pt x="141" y="24"/>
                  </a:cubicBezTo>
                  <a:lnTo>
                    <a:pt x="141" y="2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7"/>
            <p:cNvSpPr>
              <a:spLocks/>
            </p:cNvSpPr>
            <p:nvPr/>
          </p:nvSpPr>
          <p:spPr bwMode="auto">
            <a:xfrm>
              <a:off x="7797801" y="1833563"/>
              <a:ext cx="709612" cy="350838"/>
            </a:xfrm>
            <a:custGeom>
              <a:avLst/>
              <a:gdLst>
                <a:gd name="T0" fmla="*/ 146 w 198"/>
                <a:gd name="T1" fmla="*/ 21 h 98"/>
                <a:gd name="T2" fmla="*/ 52 w 198"/>
                <a:gd name="T3" fmla="*/ 21 h 98"/>
                <a:gd name="T4" fmla="*/ 27 w 198"/>
                <a:gd name="T5" fmla="*/ 0 h 98"/>
                <a:gd name="T6" fmla="*/ 0 w 198"/>
                <a:gd name="T7" fmla="*/ 0 h 98"/>
                <a:gd name="T8" fmla="*/ 0 w 198"/>
                <a:gd name="T9" fmla="*/ 98 h 98"/>
                <a:gd name="T10" fmla="*/ 198 w 198"/>
                <a:gd name="T11" fmla="*/ 98 h 98"/>
                <a:gd name="T12" fmla="*/ 198 w 198"/>
                <a:gd name="T13" fmla="*/ 0 h 98"/>
                <a:gd name="T14" fmla="*/ 171 w 198"/>
                <a:gd name="T15" fmla="*/ 0 h 98"/>
                <a:gd name="T16" fmla="*/ 146 w 198"/>
                <a:gd name="T17" fmla="*/ 2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8" h="98">
                  <a:moveTo>
                    <a:pt x="146" y="21"/>
                  </a:moveTo>
                  <a:cubicBezTo>
                    <a:pt x="52" y="21"/>
                    <a:pt x="52" y="21"/>
                    <a:pt x="52" y="21"/>
                  </a:cubicBezTo>
                  <a:cubicBezTo>
                    <a:pt x="40" y="21"/>
                    <a:pt x="29" y="12"/>
                    <a:pt x="27" y="0"/>
                  </a:cubicBezTo>
                  <a:cubicBezTo>
                    <a:pt x="0" y="0"/>
                    <a:pt x="0" y="0"/>
                    <a:pt x="0" y="0"/>
                  </a:cubicBezTo>
                  <a:cubicBezTo>
                    <a:pt x="0" y="98"/>
                    <a:pt x="0" y="98"/>
                    <a:pt x="0" y="98"/>
                  </a:cubicBezTo>
                  <a:cubicBezTo>
                    <a:pt x="198" y="98"/>
                    <a:pt x="198" y="98"/>
                    <a:pt x="198" y="98"/>
                  </a:cubicBezTo>
                  <a:cubicBezTo>
                    <a:pt x="198" y="0"/>
                    <a:pt x="198" y="0"/>
                    <a:pt x="198" y="0"/>
                  </a:cubicBezTo>
                  <a:cubicBezTo>
                    <a:pt x="171" y="0"/>
                    <a:pt x="171" y="0"/>
                    <a:pt x="171" y="0"/>
                  </a:cubicBezTo>
                  <a:cubicBezTo>
                    <a:pt x="169" y="12"/>
                    <a:pt x="158" y="21"/>
                    <a:pt x="146"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2" name="组合 11"/>
          <p:cNvGrpSpPr/>
          <p:nvPr/>
        </p:nvGrpSpPr>
        <p:grpSpPr>
          <a:xfrm>
            <a:off x="6221413" y="2859088"/>
            <a:ext cx="1630362" cy="1290638"/>
            <a:chOff x="6221413" y="2859088"/>
            <a:chExt cx="1630362" cy="1290638"/>
          </a:xfrm>
          <a:solidFill>
            <a:schemeClr val="tx1">
              <a:lumMod val="65000"/>
              <a:lumOff val="35000"/>
            </a:schemeClr>
          </a:solidFill>
        </p:grpSpPr>
        <p:sp>
          <p:nvSpPr>
            <p:cNvPr id="13" name="Freeform 19"/>
            <p:cNvSpPr>
              <a:spLocks/>
            </p:cNvSpPr>
            <p:nvPr/>
          </p:nvSpPr>
          <p:spPr bwMode="auto">
            <a:xfrm>
              <a:off x="6845301" y="3503613"/>
              <a:ext cx="479425" cy="150813"/>
            </a:xfrm>
            <a:custGeom>
              <a:avLst/>
              <a:gdLst>
                <a:gd name="T0" fmla="*/ 11 w 134"/>
                <a:gd name="T1" fmla="*/ 26 h 42"/>
                <a:gd name="T2" fmla="*/ 121 w 134"/>
                <a:gd name="T3" fmla="*/ 26 h 42"/>
                <a:gd name="T4" fmla="*/ 129 w 134"/>
                <a:gd name="T5" fmla="*/ 8 h 42"/>
                <a:gd name="T6" fmla="*/ 109 w 134"/>
                <a:gd name="T7" fmla="*/ 5 h 42"/>
                <a:gd name="T8" fmla="*/ 21 w 134"/>
                <a:gd name="T9" fmla="*/ 4 h 42"/>
                <a:gd name="T10" fmla="*/ 4 w 134"/>
                <a:gd name="T11" fmla="*/ 8 h 42"/>
                <a:gd name="T12" fmla="*/ 11 w 134"/>
                <a:gd name="T13" fmla="*/ 26 h 42"/>
              </a:gdLst>
              <a:ahLst/>
              <a:cxnLst>
                <a:cxn ang="0">
                  <a:pos x="T0" y="T1"/>
                </a:cxn>
                <a:cxn ang="0">
                  <a:pos x="T2" y="T3"/>
                </a:cxn>
                <a:cxn ang="0">
                  <a:pos x="T4" y="T5"/>
                </a:cxn>
                <a:cxn ang="0">
                  <a:pos x="T6" y="T7"/>
                </a:cxn>
                <a:cxn ang="0">
                  <a:pos x="T8" y="T9"/>
                </a:cxn>
                <a:cxn ang="0">
                  <a:pos x="T10" y="T11"/>
                </a:cxn>
                <a:cxn ang="0">
                  <a:pos x="T12" y="T13"/>
                </a:cxn>
              </a:cxnLst>
              <a:rect l="0" t="0" r="r" b="b"/>
              <a:pathLst>
                <a:path w="134" h="42">
                  <a:moveTo>
                    <a:pt x="11" y="26"/>
                  </a:moveTo>
                  <a:cubicBezTo>
                    <a:pt x="46" y="42"/>
                    <a:pt x="86" y="41"/>
                    <a:pt x="121" y="26"/>
                  </a:cubicBezTo>
                  <a:cubicBezTo>
                    <a:pt x="122" y="25"/>
                    <a:pt x="134" y="17"/>
                    <a:pt x="129" y="8"/>
                  </a:cubicBezTo>
                  <a:cubicBezTo>
                    <a:pt x="123" y="0"/>
                    <a:pt x="111" y="4"/>
                    <a:pt x="109" y="5"/>
                  </a:cubicBezTo>
                  <a:cubicBezTo>
                    <a:pt x="81" y="17"/>
                    <a:pt x="49" y="17"/>
                    <a:pt x="21" y="4"/>
                  </a:cubicBezTo>
                  <a:cubicBezTo>
                    <a:pt x="15" y="1"/>
                    <a:pt x="7" y="2"/>
                    <a:pt x="4" y="8"/>
                  </a:cubicBezTo>
                  <a:cubicBezTo>
                    <a:pt x="0" y="14"/>
                    <a:pt x="3" y="22"/>
                    <a:pt x="11"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20"/>
            <p:cNvSpPr>
              <a:spLocks noEditPoints="1"/>
            </p:cNvSpPr>
            <p:nvPr/>
          </p:nvSpPr>
          <p:spPr bwMode="auto">
            <a:xfrm>
              <a:off x="6261101" y="3300413"/>
              <a:ext cx="1125537" cy="404813"/>
            </a:xfrm>
            <a:custGeom>
              <a:avLst/>
              <a:gdLst>
                <a:gd name="T0" fmla="*/ 18 w 314"/>
                <a:gd name="T1" fmla="*/ 109 h 113"/>
                <a:gd name="T2" fmla="*/ 20 w 314"/>
                <a:gd name="T3" fmla="*/ 108 h 113"/>
                <a:gd name="T4" fmla="*/ 132 w 314"/>
                <a:gd name="T5" fmla="*/ 109 h 113"/>
                <a:gd name="T6" fmla="*/ 149 w 314"/>
                <a:gd name="T7" fmla="*/ 113 h 113"/>
                <a:gd name="T8" fmla="*/ 278 w 314"/>
                <a:gd name="T9" fmla="*/ 113 h 113"/>
                <a:gd name="T10" fmla="*/ 314 w 314"/>
                <a:gd name="T11" fmla="*/ 77 h 113"/>
                <a:gd name="T12" fmla="*/ 278 w 314"/>
                <a:gd name="T13" fmla="*/ 41 h 113"/>
                <a:gd name="T14" fmla="*/ 149 w 314"/>
                <a:gd name="T15" fmla="*/ 41 h 113"/>
                <a:gd name="T16" fmla="*/ 130 w 314"/>
                <a:gd name="T17" fmla="*/ 46 h 113"/>
                <a:gd name="T18" fmla="*/ 65 w 314"/>
                <a:gd name="T19" fmla="*/ 5 h 113"/>
                <a:gd name="T20" fmla="*/ 59 w 314"/>
                <a:gd name="T21" fmla="*/ 2 h 113"/>
                <a:gd name="T22" fmla="*/ 59 w 314"/>
                <a:gd name="T23" fmla="*/ 2 h 113"/>
                <a:gd name="T24" fmla="*/ 56 w 314"/>
                <a:gd name="T25" fmla="*/ 1 h 113"/>
                <a:gd name="T26" fmla="*/ 55 w 314"/>
                <a:gd name="T27" fmla="*/ 0 h 113"/>
                <a:gd name="T28" fmla="*/ 55 w 314"/>
                <a:gd name="T29" fmla="*/ 0 h 113"/>
                <a:gd name="T30" fmla="*/ 54 w 314"/>
                <a:gd name="T31" fmla="*/ 0 h 113"/>
                <a:gd name="T32" fmla="*/ 53 w 314"/>
                <a:gd name="T33" fmla="*/ 8 h 113"/>
                <a:gd name="T34" fmla="*/ 57 w 314"/>
                <a:gd name="T35" fmla="*/ 37 h 113"/>
                <a:gd name="T36" fmla="*/ 113 w 314"/>
                <a:gd name="T37" fmla="*/ 72 h 113"/>
                <a:gd name="T38" fmla="*/ 113 w 314"/>
                <a:gd name="T39" fmla="*/ 75 h 113"/>
                <a:gd name="T40" fmla="*/ 14 w 314"/>
                <a:gd name="T41" fmla="*/ 78 h 113"/>
                <a:gd name="T42" fmla="*/ 12 w 314"/>
                <a:gd name="T43" fmla="*/ 79 h 113"/>
                <a:gd name="T44" fmla="*/ 2 w 314"/>
                <a:gd name="T45" fmla="*/ 97 h 113"/>
                <a:gd name="T46" fmla="*/ 18 w 314"/>
                <a:gd name="T47" fmla="*/ 109 h 113"/>
                <a:gd name="T48" fmla="*/ 165 w 314"/>
                <a:gd name="T49" fmla="*/ 64 h 113"/>
                <a:gd name="T50" fmla="*/ 178 w 314"/>
                <a:gd name="T51" fmla="*/ 57 h 113"/>
                <a:gd name="T52" fmla="*/ 185 w 314"/>
                <a:gd name="T53" fmla="*/ 59 h 113"/>
                <a:gd name="T54" fmla="*/ 229 w 314"/>
                <a:gd name="T55" fmla="*/ 69 h 113"/>
                <a:gd name="T56" fmla="*/ 272 w 314"/>
                <a:gd name="T57" fmla="*/ 60 h 113"/>
                <a:gd name="T58" fmla="*/ 281 w 314"/>
                <a:gd name="T59" fmla="*/ 57 h 113"/>
                <a:gd name="T60" fmla="*/ 293 w 314"/>
                <a:gd name="T61" fmla="*/ 64 h 113"/>
                <a:gd name="T62" fmla="*/ 290 w 314"/>
                <a:gd name="T63" fmla="*/ 81 h 113"/>
                <a:gd name="T64" fmla="*/ 284 w 314"/>
                <a:gd name="T65" fmla="*/ 85 h 113"/>
                <a:gd name="T66" fmla="*/ 229 w 314"/>
                <a:gd name="T67" fmla="*/ 97 h 113"/>
                <a:gd name="T68" fmla="*/ 173 w 314"/>
                <a:gd name="T69" fmla="*/ 84 h 113"/>
                <a:gd name="T70" fmla="*/ 164 w 314"/>
                <a:gd name="T71" fmla="*/ 74 h 113"/>
                <a:gd name="T72" fmla="*/ 165 w 314"/>
                <a:gd name="T73" fmla="*/ 64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14" h="113">
                  <a:moveTo>
                    <a:pt x="18" y="109"/>
                  </a:moveTo>
                  <a:cubicBezTo>
                    <a:pt x="18" y="109"/>
                    <a:pt x="20" y="109"/>
                    <a:pt x="20" y="108"/>
                  </a:cubicBezTo>
                  <a:cubicBezTo>
                    <a:pt x="59" y="103"/>
                    <a:pt x="94" y="103"/>
                    <a:pt x="132" y="109"/>
                  </a:cubicBezTo>
                  <a:cubicBezTo>
                    <a:pt x="137" y="111"/>
                    <a:pt x="143" y="113"/>
                    <a:pt x="149" y="113"/>
                  </a:cubicBezTo>
                  <a:cubicBezTo>
                    <a:pt x="278" y="113"/>
                    <a:pt x="278" y="113"/>
                    <a:pt x="278" y="113"/>
                  </a:cubicBezTo>
                  <a:cubicBezTo>
                    <a:pt x="298" y="113"/>
                    <a:pt x="314" y="97"/>
                    <a:pt x="314" y="77"/>
                  </a:cubicBezTo>
                  <a:cubicBezTo>
                    <a:pt x="314" y="57"/>
                    <a:pt x="298" y="41"/>
                    <a:pt x="278" y="41"/>
                  </a:cubicBezTo>
                  <a:cubicBezTo>
                    <a:pt x="149" y="41"/>
                    <a:pt x="149" y="41"/>
                    <a:pt x="149" y="41"/>
                  </a:cubicBezTo>
                  <a:cubicBezTo>
                    <a:pt x="142" y="41"/>
                    <a:pt x="136" y="43"/>
                    <a:pt x="130" y="46"/>
                  </a:cubicBezTo>
                  <a:cubicBezTo>
                    <a:pt x="109" y="30"/>
                    <a:pt x="88" y="16"/>
                    <a:pt x="65" y="5"/>
                  </a:cubicBezTo>
                  <a:cubicBezTo>
                    <a:pt x="65" y="5"/>
                    <a:pt x="62" y="4"/>
                    <a:pt x="59" y="2"/>
                  </a:cubicBezTo>
                  <a:cubicBezTo>
                    <a:pt x="59" y="2"/>
                    <a:pt x="59" y="2"/>
                    <a:pt x="59" y="2"/>
                  </a:cubicBezTo>
                  <a:cubicBezTo>
                    <a:pt x="56" y="1"/>
                    <a:pt x="56" y="1"/>
                    <a:pt x="56" y="1"/>
                  </a:cubicBezTo>
                  <a:cubicBezTo>
                    <a:pt x="55" y="0"/>
                    <a:pt x="55" y="0"/>
                    <a:pt x="55" y="0"/>
                  </a:cubicBezTo>
                  <a:cubicBezTo>
                    <a:pt x="55" y="0"/>
                    <a:pt x="55" y="0"/>
                    <a:pt x="55" y="0"/>
                  </a:cubicBezTo>
                  <a:cubicBezTo>
                    <a:pt x="54" y="0"/>
                    <a:pt x="54" y="0"/>
                    <a:pt x="54" y="0"/>
                  </a:cubicBezTo>
                  <a:cubicBezTo>
                    <a:pt x="53" y="8"/>
                    <a:pt x="53" y="8"/>
                    <a:pt x="53" y="8"/>
                  </a:cubicBezTo>
                  <a:cubicBezTo>
                    <a:pt x="57" y="37"/>
                    <a:pt x="57" y="37"/>
                    <a:pt x="57" y="37"/>
                  </a:cubicBezTo>
                  <a:cubicBezTo>
                    <a:pt x="68" y="44"/>
                    <a:pt x="96" y="60"/>
                    <a:pt x="113" y="72"/>
                  </a:cubicBezTo>
                  <a:cubicBezTo>
                    <a:pt x="113" y="73"/>
                    <a:pt x="113" y="74"/>
                    <a:pt x="113" y="75"/>
                  </a:cubicBezTo>
                  <a:cubicBezTo>
                    <a:pt x="80" y="72"/>
                    <a:pt x="48" y="73"/>
                    <a:pt x="14" y="78"/>
                  </a:cubicBezTo>
                  <a:cubicBezTo>
                    <a:pt x="14" y="78"/>
                    <a:pt x="12" y="78"/>
                    <a:pt x="12" y="79"/>
                  </a:cubicBezTo>
                  <a:cubicBezTo>
                    <a:pt x="4" y="80"/>
                    <a:pt x="0" y="88"/>
                    <a:pt x="2" y="97"/>
                  </a:cubicBezTo>
                  <a:cubicBezTo>
                    <a:pt x="4" y="105"/>
                    <a:pt x="11" y="110"/>
                    <a:pt x="18" y="109"/>
                  </a:cubicBezTo>
                  <a:close/>
                  <a:moveTo>
                    <a:pt x="165" y="64"/>
                  </a:moveTo>
                  <a:cubicBezTo>
                    <a:pt x="168" y="60"/>
                    <a:pt x="172" y="57"/>
                    <a:pt x="178" y="57"/>
                  </a:cubicBezTo>
                  <a:cubicBezTo>
                    <a:pt x="180" y="57"/>
                    <a:pt x="183" y="58"/>
                    <a:pt x="185" y="59"/>
                  </a:cubicBezTo>
                  <a:cubicBezTo>
                    <a:pt x="199" y="65"/>
                    <a:pt x="214" y="69"/>
                    <a:pt x="229" y="69"/>
                  </a:cubicBezTo>
                  <a:cubicBezTo>
                    <a:pt x="244" y="69"/>
                    <a:pt x="258" y="65"/>
                    <a:pt x="272" y="60"/>
                  </a:cubicBezTo>
                  <a:cubicBezTo>
                    <a:pt x="274" y="59"/>
                    <a:pt x="279" y="57"/>
                    <a:pt x="281" y="57"/>
                  </a:cubicBezTo>
                  <a:cubicBezTo>
                    <a:pt x="286" y="57"/>
                    <a:pt x="291" y="60"/>
                    <a:pt x="293" y="64"/>
                  </a:cubicBezTo>
                  <a:cubicBezTo>
                    <a:pt x="298" y="71"/>
                    <a:pt x="293" y="77"/>
                    <a:pt x="290" y="81"/>
                  </a:cubicBezTo>
                  <a:cubicBezTo>
                    <a:pt x="288" y="83"/>
                    <a:pt x="285" y="84"/>
                    <a:pt x="284" y="85"/>
                  </a:cubicBezTo>
                  <a:cubicBezTo>
                    <a:pt x="267" y="92"/>
                    <a:pt x="248" y="97"/>
                    <a:pt x="229" y="97"/>
                  </a:cubicBezTo>
                  <a:cubicBezTo>
                    <a:pt x="210" y="97"/>
                    <a:pt x="191" y="92"/>
                    <a:pt x="173" y="84"/>
                  </a:cubicBezTo>
                  <a:cubicBezTo>
                    <a:pt x="169" y="82"/>
                    <a:pt x="165" y="79"/>
                    <a:pt x="164" y="74"/>
                  </a:cubicBezTo>
                  <a:cubicBezTo>
                    <a:pt x="163" y="70"/>
                    <a:pt x="163" y="67"/>
                    <a:pt x="165" y="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Rectangle 21"/>
            <p:cNvSpPr>
              <a:spLocks noChangeArrowheads="1"/>
            </p:cNvSpPr>
            <p:nvPr/>
          </p:nvSpPr>
          <p:spPr bwMode="auto">
            <a:xfrm>
              <a:off x="6275388" y="3338513"/>
              <a:ext cx="1587" cy="47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22"/>
            <p:cNvSpPr>
              <a:spLocks/>
            </p:cNvSpPr>
            <p:nvPr/>
          </p:nvSpPr>
          <p:spPr bwMode="auto">
            <a:xfrm>
              <a:off x="6264276" y="3232150"/>
              <a:ext cx="28575" cy="106363"/>
            </a:xfrm>
            <a:custGeom>
              <a:avLst/>
              <a:gdLst>
                <a:gd name="T0" fmla="*/ 8 w 8"/>
                <a:gd name="T1" fmla="*/ 0 h 30"/>
                <a:gd name="T2" fmla="*/ 4 w 8"/>
                <a:gd name="T3" fmla="*/ 7 h 30"/>
                <a:gd name="T4" fmla="*/ 3 w 8"/>
                <a:gd name="T5" fmla="*/ 30 h 30"/>
                <a:gd name="T6" fmla="*/ 8 w 8"/>
                <a:gd name="T7" fmla="*/ 0 h 30"/>
              </a:gdLst>
              <a:ahLst/>
              <a:cxnLst>
                <a:cxn ang="0">
                  <a:pos x="T0" y="T1"/>
                </a:cxn>
                <a:cxn ang="0">
                  <a:pos x="T2" y="T3"/>
                </a:cxn>
                <a:cxn ang="0">
                  <a:pos x="T4" y="T5"/>
                </a:cxn>
                <a:cxn ang="0">
                  <a:pos x="T6" y="T7"/>
                </a:cxn>
              </a:cxnLst>
              <a:rect l="0" t="0" r="r" b="b"/>
              <a:pathLst>
                <a:path w="8" h="30">
                  <a:moveTo>
                    <a:pt x="8" y="0"/>
                  </a:moveTo>
                  <a:cubicBezTo>
                    <a:pt x="7" y="2"/>
                    <a:pt x="5" y="4"/>
                    <a:pt x="4" y="7"/>
                  </a:cubicBezTo>
                  <a:cubicBezTo>
                    <a:pt x="0" y="16"/>
                    <a:pt x="0" y="26"/>
                    <a:pt x="3" y="30"/>
                  </a:cubicBezTo>
                  <a:lnTo>
                    <a:pt x="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23"/>
            <p:cNvSpPr>
              <a:spLocks/>
            </p:cNvSpPr>
            <p:nvPr/>
          </p:nvSpPr>
          <p:spPr bwMode="auto">
            <a:xfrm>
              <a:off x="6278563" y="3346450"/>
              <a:ext cx="3175"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24"/>
            <p:cNvSpPr>
              <a:spLocks/>
            </p:cNvSpPr>
            <p:nvPr/>
          </p:nvSpPr>
          <p:spPr bwMode="auto">
            <a:xfrm>
              <a:off x="6281738" y="3198813"/>
              <a:ext cx="50800" cy="158750"/>
            </a:xfrm>
            <a:custGeom>
              <a:avLst/>
              <a:gdLst>
                <a:gd name="T0" fmla="*/ 0 w 14"/>
                <a:gd name="T1" fmla="*/ 41 h 44"/>
                <a:gd name="T2" fmla="*/ 1 w 14"/>
                <a:gd name="T3" fmla="*/ 42 h 44"/>
                <a:gd name="T4" fmla="*/ 6 w 14"/>
                <a:gd name="T5" fmla="*/ 44 h 44"/>
                <a:gd name="T6" fmla="*/ 14 w 14"/>
                <a:gd name="T7" fmla="*/ 0 h 44"/>
                <a:gd name="T8" fmla="*/ 6 w 14"/>
                <a:gd name="T9" fmla="*/ 5 h 44"/>
                <a:gd name="T10" fmla="*/ 0 w 14"/>
                <a:gd name="T11" fmla="*/ 41 h 44"/>
              </a:gdLst>
              <a:ahLst/>
              <a:cxnLst>
                <a:cxn ang="0">
                  <a:pos x="T0" y="T1"/>
                </a:cxn>
                <a:cxn ang="0">
                  <a:pos x="T2" y="T3"/>
                </a:cxn>
                <a:cxn ang="0">
                  <a:pos x="T4" y="T5"/>
                </a:cxn>
                <a:cxn ang="0">
                  <a:pos x="T6" y="T7"/>
                </a:cxn>
                <a:cxn ang="0">
                  <a:pos x="T8" y="T9"/>
                </a:cxn>
                <a:cxn ang="0">
                  <a:pos x="T10" y="T11"/>
                </a:cxn>
              </a:cxnLst>
              <a:rect l="0" t="0" r="r" b="b"/>
              <a:pathLst>
                <a:path w="14" h="44">
                  <a:moveTo>
                    <a:pt x="0" y="41"/>
                  </a:moveTo>
                  <a:cubicBezTo>
                    <a:pt x="1" y="42"/>
                    <a:pt x="1" y="42"/>
                    <a:pt x="1" y="42"/>
                  </a:cubicBezTo>
                  <a:cubicBezTo>
                    <a:pt x="6" y="44"/>
                    <a:pt x="6" y="44"/>
                    <a:pt x="6" y="44"/>
                  </a:cubicBezTo>
                  <a:cubicBezTo>
                    <a:pt x="14" y="0"/>
                    <a:pt x="14" y="0"/>
                    <a:pt x="14" y="0"/>
                  </a:cubicBezTo>
                  <a:cubicBezTo>
                    <a:pt x="11" y="1"/>
                    <a:pt x="9" y="3"/>
                    <a:pt x="6" y="5"/>
                  </a:cubicBezTo>
                  <a:lnTo>
                    <a:pt x="0"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Rectangle 25"/>
            <p:cNvSpPr>
              <a:spLocks noChangeArrowheads="1"/>
            </p:cNvSpPr>
            <p:nvPr/>
          </p:nvSpPr>
          <p:spPr bwMode="auto">
            <a:xfrm>
              <a:off x="6332538" y="3198813"/>
              <a:ext cx="1587" cy="1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26"/>
            <p:cNvSpPr>
              <a:spLocks/>
            </p:cNvSpPr>
            <p:nvPr/>
          </p:nvSpPr>
          <p:spPr bwMode="auto">
            <a:xfrm>
              <a:off x="6310313" y="3195638"/>
              <a:ext cx="53975" cy="176213"/>
            </a:xfrm>
            <a:custGeom>
              <a:avLst/>
              <a:gdLst>
                <a:gd name="T0" fmla="*/ 7 w 15"/>
                <a:gd name="T1" fmla="*/ 49 h 49"/>
                <a:gd name="T2" fmla="*/ 15 w 15"/>
                <a:gd name="T3" fmla="*/ 3 h 49"/>
                <a:gd name="T4" fmla="*/ 12 w 15"/>
                <a:gd name="T5" fmla="*/ 1 h 49"/>
                <a:gd name="T6" fmla="*/ 8 w 15"/>
                <a:gd name="T7" fmla="*/ 1 h 49"/>
                <a:gd name="T8" fmla="*/ 0 w 15"/>
                <a:gd name="T9" fmla="*/ 46 h 49"/>
                <a:gd name="T10" fmla="*/ 7 w 15"/>
                <a:gd name="T11" fmla="*/ 49 h 49"/>
              </a:gdLst>
              <a:ahLst/>
              <a:cxnLst>
                <a:cxn ang="0">
                  <a:pos x="T0" y="T1"/>
                </a:cxn>
                <a:cxn ang="0">
                  <a:pos x="T2" y="T3"/>
                </a:cxn>
                <a:cxn ang="0">
                  <a:pos x="T4" y="T5"/>
                </a:cxn>
                <a:cxn ang="0">
                  <a:pos x="T6" y="T7"/>
                </a:cxn>
                <a:cxn ang="0">
                  <a:pos x="T8" y="T9"/>
                </a:cxn>
                <a:cxn ang="0">
                  <a:pos x="T10" y="T11"/>
                </a:cxn>
              </a:cxnLst>
              <a:rect l="0" t="0" r="r" b="b"/>
              <a:pathLst>
                <a:path w="15" h="49">
                  <a:moveTo>
                    <a:pt x="7" y="49"/>
                  </a:moveTo>
                  <a:cubicBezTo>
                    <a:pt x="15" y="3"/>
                    <a:pt x="15" y="3"/>
                    <a:pt x="15" y="3"/>
                  </a:cubicBezTo>
                  <a:cubicBezTo>
                    <a:pt x="14" y="2"/>
                    <a:pt x="13" y="2"/>
                    <a:pt x="12" y="1"/>
                  </a:cubicBezTo>
                  <a:cubicBezTo>
                    <a:pt x="11" y="1"/>
                    <a:pt x="10" y="0"/>
                    <a:pt x="8" y="1"/>
                  </a:cubicBezTo>
                  <a:cubicBezTo>
                    <a:pt x="0" y="46"/>
                    <a:pt x="0" y="46"/>
                    <a:pt x="0" y="46"/>
                  </a:cubicBezTo>
                  <a:lnTo>
                    <a:pt x="7"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27"/>
            <p:cNvSpPr>
              <a:spLocks/>
            </p:cNvSpPr>
            <p:nvPr/>
          </p:nvSpPr>
          <p:spPr bwMode="auto">
            <a:xfrm>
              <a:off x="6338888" y="3195638"/>
              <a:ext cx="0" cy="3175"/>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28"/>
            <p:cNvSpPr>
              <a:spLocks/>
            </p:cNvSpPr>
            <p:nvPr/>
          </p:nvSpPr>
          <p:spPr bwMode="auto">
            <a:xfrm>
              <a:off x="6343651" y="3221038"/>
              <a:ext cx="42862" cy="165100"/>
            </a:xfrm>
            <a:custGeom>
              <a:avLst/>
              <a:gdLst>
                <a:gd name="T0" fmla="*/ 7 w 12"/>
                <a:gd name="T1" fmla="*/ 0 h 46"/>
                <a:gd name="T2" fmla="*/ 0 w 12"/>
                <a:gd name="T3" fmla="*/ 43 h 46"/>
                <a:gd name="T4" fmla="*/ 6 w 12"/>
                <a:gd name="T5" fmla="*/ 46 h 46"/>
                <a:gd name="T6" fmla="*/ 12 w 12"/>
                <a:gd name="T7" fmla="*/ 13 h 46"/>
                <a:gd name="T8" fmla="*/ 7 w 12"/>
                <a:gd name="T9" fmla="*/ 11 h 46"/>
                <a:gd name="T10" fmla="*/ 7 w 12"/>
                <a:gd name="T11" fmla="*/ 0 h 46"/>
              </a:gdLst>
              <a:ahLst/>
              <a:cxnLst>
                <a:cxn ang="0">
                  <a:pos x="T0" y="T1"/>
                </a:cxn>
                <a:cxn ang="0">
                  <a:pos x="T2" y="T3"/>
                </a:cxn>
                <a:cxn ang="0">
                  <a:pos x="T4" y="T5"/>
                </a:cxn>
                <a:cxn ang="0">
                  <a:pos x="T6" y="T7"/>
                </a:cxn>
                <a:cxn ang="0">
                  <a:pos x="T8" y="T9"/>
                </a:cxn>
                <a:cxn ang="0">
                  <a:pos x="T10" y="T11"/>
                </a:cxn>
              </a:cxnLst>
              <a:rect l="0" t="0" r="r" b="b"/>
              <a:pathLst>
                <a:path w="12" h="46">
                  <a:moveTo>
                    <a:pt x="7" y="0"/>
                  </a:moveTo>
                  <a:cubicBezTo>
                    <a:pt x="0" y="43"/>
                    <a:pt x="0" y="43"/>
                    <a:pt x="0" y="43"/>
                  </a:cubicBezTo>
                  <a:cubicBezTo>
                    <a:pt x="6" y="46"/>
                    <a:pt x="6" y="46"/>
                    <a:pt x="6" y="46"/>
                  </a:cubicBezTo>
                  <a:cubicBezTo>
                    <a:pt x="12" y="13"/>
                    <a:pt x="12" y="13"/>
                    <a:pt x="12" y="13"/>
                  </a:cubicBezTo>
                  <a:cubicBezTo>
                    <a:pt x="7" y="11"/>
                    <a:pt x="7" y="11"/>
                    <a:pt x="7" y="11"/>
                  </a:cubicBezTo>
                  <a:cubicBezTo>
                    <a:pt x="8" y="7"/>
                    <a:pt x="8" y="3"/>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29"/>
            <p:cNvSpPr>
              <a:spLocks/>
            </p:cNvSpPr>
            <p:nvPr/>
          </p:nvSpPr>
          <p:spPr bwMode="auto">
            <a:xfrm>
              <a:off x="6511926" y="2905125"/>
              <a:ext cx="96837" cy="427038"/>
            </a:xfrm>
            <a:custGeom>
              <a:avLst/>
              <a:gdLst>
                <a:gd name="T0" fmla="*/ 21 w 27"/>
                <a:gd name="T1" fmla="*/ 0 h 119"/>
                <a:gd name="T2" fmla="*/ 0 w 27"/>
                <a:gd name="T3" fmla="*/ 116 h 119"/>
                <a:gd name="T4" fmla="*/ 5 w 27"/>
                <a:gd name="T5" fmla="*/ 119 h 119"/>
                <a:gd name="T6" fmla="*/ 27 w 27"/>
                <a:gd name="T7" fmla="*/ 0 h 119"/>
                <a:gd name="T8" fmla="*/ 21 w 27"/>
                <a:gd name="T9" fmla="*/ 0 h 119"/>
              </a:gdLst>
              <a:ahLst/>
              <a:cxnLst>
                <a:cxn ang="0">
                  <a:pos x="T0" y="T1"/>
                </a:cxn>
                <a:cxn ang="0">
                  <a:pos x="T2" y="T3"/>
                </a:cxn>
                <a:cxn ang="0">
                  <a:pos x="T4" y="T5"/>
                </a:cxn>
                <a:cxn ang="0">
                  <a:pos x="T6" y="T7"/>
                </a:cxn>
                <a:cxn ang="0">
                  <a:pos x="T8" y="T9"/>
                </a:cxn>
              </a:cxnLst>
              <a:rect l="0" t="0" r="r" b="b"/>
              <a:pathLst>
                <a:path w="27" h="119">
                  <a:moveTo>
                    <a:pt x="21" y="0"/>
                  </a:moveTo>
                  <a:cubicBezTo>
                    <a:pt x="0" y="116"/>
                    <a:pt x="0" y="116"/>
                    <a:pt x="0" y="116"/>
                  </a:cubicBezTo>
                  <a:cubicBezTo>
                    <a:pt x="2" y="117"/>
                    <a:pt x="4" y="118"/>
                    <a:pt x="5" y="119"/>
                  </a:cubicBezTo>
                  <a:cubicBezTo>
                    <a:pt x="27" y="0"/>
                    <a:pt x="27" y="0"/>
                    <a:pt x="27" y="0"/>
                  </a:cubicBezTo>
                  <a:lnTo>
                    <a:pt x="2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30"/>
            <p:cNvSpPr>
              <a:spLocks noEditPoints="1"/>
            </p:cNvSpPr>
            <p:nvPr/>
          </p:nvSpPr>
          <p:spPr bwMode="auto">
            <a:xfrm>
              <a:off x="6221413" y="2859088"/>
              <a:ext cx="1630362" cy="1290638"/>
            </a:xfrm>
            <a:custGeom>
              <a:avLst/>
              <a:gdLst>
                <a:gd name="T0" fmla="*/ 455 w 455"/>
                <a:gd name="T1" fmla="*/ 0 h 360"/>
                <a:gd name="T2" fmla="*/ 391 w 455"/>
                <a:gd name="T3" fmla="*/ 0 h 360"/>
                <a:gd name="T4" fmla="*/ 29 w 455"/>
                <a:gd name="T5" fmla="*/ 11 h 360"/>
                <a:gd name="T6" fmla="*/ 59 w 455"/>
                <a:gd name="T7" fmla="*/ 156 h 360"/>
                <a:gd name="T8" fmla="*/ 46 w 455"/>
                <a:gd name="T9" fmla="*/ 11 h 360"/>
                <a:gd name="T10" fmla="*/ 391 w 455"/>
                <a:gd name="T11" fmla="*/ 348 h 360"/>
                <a:gd name="T12" fmla="*/ 369 w 455"/>
                <a:gd name="T13" fmla="*/ 283 h 360"/>
                <a:gd name="T14" fmla="*/ 389 w 455"/>
                <a:gd name="T15" fmla="*/ 241 h 360"/>
                <a:gd name="T16" fmla="*/ 382 w 455"/>
                <a:gd name="T17" fmla="*/ 229 h 360"/>
                <a:gd name="T18" fmla="*/ 319 w 455"/>
                <a:gd name="T19" fmla="*/ 241 h 360"/>
                <a:gd name="T20" fmla="*/ 11 w 455"/>
                <a:gd name="T21" fmla="*/ 283 h 360"/>
                <a:gd name="T22" fmla="*/ 26 w 455"/>
                <a:gd name="T23" fmla="*/ 348 h 360"/>
                <a:gd name="T24" fmla="*/ 0 w 455"/>
                <a:gd name="T25" fmla="*/ 360 h 360"/>
                <a:gd name="T26" fmla="*/ 45 w 455"/>
                <a:gd name="T27" fmla="*/ 360 h 360"/>
                <a:gd name="T28" fmla="*/ 369 w 455"/>
                <a:gd name="T29" fmla="*/ 360 h 360"/>
                <a:gd name="T30" fmla="*/ 403 w 455"/>
                <a:gd name="T31" fmla="*/ 360 h 360"/>
                <a:gd name="T32" fmla="*/ 422 w 455"/>
                <a:gd name="T33" fmla="*/ 348 h 360"/>
                <a:gd name="T34" fmla="*/ 403 w 455"/>
                <a:gd name="T35" fmla="*/ 11 h 360"/>
                <a:gd name="T36" fmla="*/ 431 w 455"/>
                <a:gd name="T37" fmla="*/ 64 h 360"/>
                <a:gd name="T38" fmla="*/ 422 w 455"/>
                <a:gd name="T39" fmla="*/ 70 h 360"/>
                <a:gd name="T40" fmla="*/ 420 w 455"/>
                <a:gd name="T41" fmla="*/ 76 h 360"/>
                <a:gd name="T42" fmla="*/ 416 w 455"/>
                <a:gd name="T43" fmla="*/ 130 h 360"/>
                <a:gd name="T44" fmla="*/ 449 w 455"/>
                <a:gd name="T45" fmla="*/ 134 h 360"/>
                <a:gd name="T46" fmla="*/ 453 w 455"/>
                <a:gd name="T47" fmla="*/ 80 h 360"/>
                <a:gd name="T48" fmla="*/ 443 w 455"/>
                <a:gd name="T49" fmla="*/ 76 h 360"/>
                <a:gd name="T50" fmla="*/ 442 w 455"/>
                <a:gd name="T51" fmla="*/ 64 h 360"/>
                <a:gd name="T52" fmla="*/ 438 w 455"/>
                <a:gd name="T53" fmla="*/ 11 h 360"/>
                <a:gd name="T54" fmla="*/ 351 w 455"/>
                <a:gd name="T55" fmla="*/ 348 h 360"/>
                <a:gd name="T56" fmla="*/ 45 w 455"/>
                <a:gd name="T57" fmla="*/ 318 h 360"/>
                <a:gd name="T58" fmla="*/ 351 w 455"/>
                <a:gd name="T59" fmla="*/ 348 h 360"/>
                <a:gd name="T60" fmla="*/ 45 w 455"/>
                <a:gd name="T61" fmla="*/ 299 h 360"/>
                <a:gd name="T62" fmla="*/ 351 w 455"/>
                <a:gd name="T63" fmla="*/ 283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55" h="360">
                  <a:moveTo>
                    <a:pt x="455" y="11"/>
                  </a:moveTo>
                  <a:cubicBezTo>
                    <a:pt x="455" y="0"/>
                    <a:pt x="455" y="0"/>
                    <a:pt x="455" y="0"/>
                  </a:cubicBezTo>
                  <a:cubicBezTo>
                    <a:pt x="403" y="0"/>
                    <a:pt x="403" y="0"/>
                    <a:pt x="403" y="0"/>
                  </a:cubicBezTo>
                  <a:cubicBezTo>
                    <a:pt x="391" y="0"/>
                    <a:pt x="391" y="0"/>
                    <a:pt x="391" y="0"/>
                  </a:cubicBezTo>
                  <a:cubicBezTo>
                    <a:pt x="29" y="0"/>
                    <a:pt x="29" y="0"/>
                    <a:pt x="29" y="0"/>
                  </a:cubicBezTo>
                  <a:cubicBezTo>
                    <a:pt x="29" y="11"/>
                    <a:pt x="29" y="11"/>
                    <a:pt x="29" y="11"/>
                  </a:cubicBezTo>
                  <a:cubicBezTo>
                    <a:pt x="40" y="11"/>
                    <a:pt x="40" y="11"/>
                    <a:pt x="40" y="11"/>
                  </a:cubicBezTo>
                  <a:cubicBezTo>
                    <a:pt x="59" y="156"/>
                    <a:pt x="59" y="156"/>
                    <a:pt x="59" y="156"/>
                  </a:cubicBezTo>
                  <a:cubicBezTo>
                    <a:pt x="65" y="159"/>
                    <a:pt x="65" y="159"/>
                    <a:pt x="65" y="159"/>
                  </a:cubicBezTo>
                  <a:cubicBezTo>
                    <a:pt x="46" y="11"/>
                    <a:pt x="46" y="11"/>
                    <a:pt x="46" y="11"/>
                  </a:cubicBezTo>
                  <a:cubicBezTo>
                    <a:pt x="391" y="11"/>
                    <a:pt x="391" y="11"/>
                    <a:pt x="391" y="11"/>
                  </a:cubicBezTo>
                  <a:cubicBezTo>
                    <a:pt x="391" y="348"/>
                    <a:pt x="391" y="348"/>
                    <a:pt x="391" y="348"/>
                  </a:cubicBezTo>
                  <a:cubicBezTo>
                    <a:pt x="369" y="348"/>
                    <a:pt x="369" y="348"/>
                    <a:pt x="369" y="348"/>
                  </a:cubicBezTo>
                  <a:cubicBezTo>
                    <a:pt x="369" y="283"/>
                    <a:pt x="369" y="283"/>
                    <a:pt x="369" y="283"/>
                  </a:cubicBezTo>
                  <a:cubicBezTo>
                    <a:pt x="389" y="283"/>
                    <a:pt x="389" y="283"/>
                    <a:pt x="389" y="283"/>
                  </a:cubicBezTo>
                  <a:cubicBezTo>
                    <a:pt x="389" y="241"/>
                    <a:pt x="389" y="241"/>
                    <a:pt x="389" y="241"/>
                  </a:cubicBezTo>
                  <a:cubicBezTo>
                    <a:pt x="382" y="241"/>
                    <a:pt x="382" y="241"/>
                    <a:pt x="382" y="241"/>
                  </a:cubicBezTo>
                  <a:cubicBezTo>
                    <a:pt x="382" y="229"/>
                    <a:pt x="382" y="229"/>
                    <a:pt x="382" y="229"/>
                  </a:cubicBezTo>
                  <a:cubicBezTo>
                    <a:pt x="319" y="229"/>
                    <a:pt x="319" y="229"/>
                    <a:pt x="319" y="229"/>
                  </a:cubicBezTo>
                  <a:cubicBezTo>
                    <a:pt x="319" y="241"/>
                    <a:pt x="319" y="241"/>
                    <a:pt x="319" y="241"/>
                  </a:cubicBezTo>
                  <a:cubicBezTo>
                    <a:pt x="11" y="241"/>
                    <a:pt x="11" y="241"/>
                    <a:pt x="11" y="241"/>
                  </a:cubicBezTo>
                  <a:cubicBezTo>
                    <a:pt x="11" y="283"/>
                    <a:pt x="11" y="283"/>
                    <a:pt x="11" y="283"/>
                  </a:cubicBezTo>
                  <a:cubicBezTo>
                    <a:pt x="26" y="283"/>
                    <a:pt x="26" y="283"/>
                    <a:pt x="26" y="283"/>
                  </a:cubicBezTo>
                  <a:cubicBezTo>
                    <a:pt x="26" y="348"/>
                    <a:pt x="26" y="348"/>
                    <a:pt x="26" y="348"/>
                  </a:cubicBezTo>
                  <a:cubicBezTo>
                    <a:pt x="0" y="348"/>
                    <a:pt x="0" y="348"/>
                    <a:pt x="0" y="348"/>
                  </a:cubicBezTo>
                  <a:cubicBezTo>
                    <a:pt x="0" y="360"/>
                    <a:pt x="0" y="360"/>
                    <a:pt x="0" y="360"/>
                  </a:cubicBezTo>
                  <a:cubicBezTo>
                    <a:pt x="26" y="360"/>
                    <a:pt x="26" y="360"/>
                    <a:pt x="26" y="360"/>
                  </a:cubicBezTo>
                  <a:cubicBezTo>
                    <a:pt x="45" y="360"/>
                    <a:pt x="45" y="360"/>
                    <a:pt x="45" y="360"/>
                  </a:cubicBezTo>
                  <a:cubicBezTo>
                    <a:pt x="351" y="360"/>
                    <a:pt x="351" y="360"/>
                    <a:pt x="351" y="360"/>
                  </a:cubicBezTo>
                  <a:cubicBezTo>
                    <a:pt x="369" y="360"/>
                    <a:pt x="369" y="360"/>
                    <a:pt x="369" y="360"/>
                  </a:cubicBezTo>
                  <a:cubicBezTo>
                    <a:pt x="391" y="360"/>
                    <a:pt x="391" y="360"/>
                    <a:pt x="391" y="360"/>
                  </a:cubicBezTo>
                  <a:cubicBezTo>
                    <a:pt x="403" y="360"/>
                    <a:pt x="403" y="360"/>
                    <a:pt x="403" y="360"/>
                  </a:cubicBezTo>
                  <a:cubicBezTo>
                    <a:pt x="422" y="360"/>
                    <a:pt x="422" y="360"/>
                    <a:pt x="422" y="360"/>
                  </a:cubicBezTo>
                  <a:cubicBezTo>
                    <a:pt x="422" y="348"/>
                    <a:pt x="422" y="348"/>
                    <a:pt x="422" y="348"/>
                  </a:cubicBezTo>
                  <a:cubicBezTo>
                    <a:pt x="403" y="348"/>
                    <a:pt x="403" y="348"/>
                    <a:pt x="403" y="348"/>
                  </a:cubicBezTo>
                  <a:cubicBezTo>
                    <a:pt x="403" y="11"/>
                    <a:pt x="403" y="11"/>
                    <a:pt x="403" y="11"/>
                  </a:cubicBezTo>
                  <a:cubicBezTo>
                    <a:pt x="431" y="11"/>
                    <a:pt x="431" y="11"/>
                    <a:pt x="431" y="11"/>
                  </a:cubicBezTo>
                  <a:cubicBezTo>
                    <a:pt x="431" y="64"/>
                    <a:pt x="431" y="64"/>
                    <a:pt x="431" y="64"/>
                  </a:cubicBezTo>
                  <a:cubicBezTo>
                    <a:pt x="428" y="64"/>
                    <a:pt x="428" y="64"/>
                    <a:pt x="428" y="64"/>
                  </a:cubicBezTo>
                  <a:cubicBezTo>
                    <a:pt x="424" y="64"/>
                    <a:pt x="422" y="66"/>
                    <a:pt x="422" y="70"/>
                  </a:cubicBezTo>
                  <a:cubicBezTo>
                    <a:pt x="422" y="73"/>
                    <a:pt x="424" y="75"/>
                    <a:pt x="426" y="76"/>
                  </a:cubicBezTo>
                  <a:cubicBezTo>
                    <a:pt x="420" y="76"/>
                    <a:pt x="420" y="76"/>
                    <a:pt x="420" y="76"/>
                  </a:cubicBezTo>
                  <a:cubicBezTo>
                    <a:pt x="418" y="76"/>
                    <a:pt x="416" y="77"/>
                    <a:pt x="416" y="80"/>
                  </a:cubicBezTo>
                  <a:cubicBezTo>
                    <a:pt x="416" y="130"/>
                    <a:pt x="416" y="130"/>
                    <a:pt x="416" y="130"/>
                  </a:cubicBezTo>
                  <a:cubicBezTo>
                    <a:pt x="416" y="132"/>
                    <a:pt x="418" y="134"/>
                    <a:pt x="420" y="134"/>
                  </a:cubicBezTo>
                  <a:cubicBezTo>
                    <a:pt x="449" y="134"/>
                    <a:pt x="449" y="134"/>
                    <a:pt x="449" y="134"/>
                  </a:cubicBezTo>
                  <a:cubicBezTo>
                    <a:pt x="451" y="134"/>
                    <a:pt x="453" y="132"/>
                    <a:pt x="453" y="130"/>
                  </a:cubicBezTo>
                  <a:cubicBezTo>
                    <a:pt x="453" y="80"/>
                    <a:pt x="453" y="80"/>
                    <a:pt x="453" y="80"/>
                  </a:cubicBezTo>
                  <a:cubicBezTo>
                    <a:pt x="453" y="77"/>
                    <a:pt x="451" y="76"/>
                    <a:pt x="449" y="76"/>
                  </a:cubicBezTo>
                  <a:cubicBezTo>
                    <a:pt x="443" y="76"/>
                    <a:pt x="443" y="76"/>
                    <a:pt x="443" y="76"/>
                  </a:cubicBezTo>
                  <a:cubicBezTo>
                    <a:pt x="446" y="75"/>
                    <a:pt x="448" y="73"/>
                    <a:pt x="448" y="70"/>
                  </a:cubicBezTo>
                  <a:cubicBezTo>
                    <a:pt x="448" y="66"/>
                    <a:pt x="445" y="64"/>
                    <a:pt x="442" y="64"/>
                  </a:cubicBezTo>
                  <a:cubicBezTo>
                    <a:pt x="438" y="64"/>
                    <a:pt x="438" y="64"/>
                    <a:pt x="438" y="64"/>
                  </a:cubicBezTo>
                  <a:cubicBezTo>
                    <a:pt x="438" y="11"/>
                    <a:pt x="438" y="11"/>
                    <a:pt x="438" y="11"/>
                  </a:cubicBezTo>
                  <a:lnTo>
                    <a:pt x="455" y="11"/>
                  </a:lnTo>
                  <a:close/>
                  <a:moveTo>
                    <a:pt x="351" y="348"/>
                  </a:moveTo>
                  <a:cubicBezTo>
                    <a:pt x="45" y="348"/>
                    <a:pt x="45" y="348"/>
                    <a:pt x="45" y="348"/>
                  </a:cubicBezTo>
                  <a:cubicBezTo>
                    <a:pt x="45" y="318"/>
                    <a:pt x="45" y="318"/>
                    <a:pt x="45" y="318"/>
                  </a:cubicBezTo>
                  <a:cubicBezTo>
                    <a:pt x="351" y="318"/>
                    <a:pt x="351" y="318"/>
                    <a:pt x="351" y="318"/>
                  </a:cubicBezTo>
                  <a:lnTo>
                    <a:pt x="351" y="348"/>
                  </a:lnTo>
                  <a:close/>
                  <a:moveTo>
                    <a:pt x="351" y="299"/>
                  </a:moveTo>
                  <a:cubicBezTo>
                    <a:pt x="45" y="299"/>
                    <a:pt x="45" y="299"/>
                    <a:pt x="45" y="299"/>
                  </a:cubicBezTo>
                  <a:cubicBezTo>
                    <a:pt x="45" y="283"/>
                    <a:pt x="45" y="283"/>
                    <a:pt x="45" y="283"/>
                  </a:cubicBezTo>
                  <a:cubicBezTo>
                    <a:pt x="351" y="283"/>
                    <a:pt x="351" y="283"/>
                    <a:pt x="351" y="283"/>
                  </a:cubicBezTo>
                  <a:lnTo>
                    <a:pt x="351" y="29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31"/>
            <p:cNvSpPr>
              <a:spLocks/>
            </p:cNvSpPr>
            <p:nvPr/>
          </p:nvSpPr>
          <p:spPr bwMode="auto">
            <a:xfrm>
              <a:off x="7521576" y="3532188"/>
              <a:ext cx="7937" cy="28575"/>
            </a:xfrm>
            <a:custGeom>
              <a:avLst/>
              <a:gdLst>
                <a:gd name="T0" fmla="*/ 5 w 5"/>
                <a:gd name="T1" fmla="*/ 9 h 18"/>
                <a:gd name="T2" fmla="*/ 5 w 5"/>
                <a:gd name="T3" fmla="*/ 0 h 18"/>
                <a:gd name="T4" fmla="*/ 0 w 5"/>
                <a:gd name="T5" fmla="*/ 14 h 18"/>
                <a:gd name="T6" fmla="*/ 0 w 5"/>
                <a:gd name="T7" fmla="*/ 18 h 18"/>
                <a:gd name="T8" fmla="*/ 5 w 5"/>
                <a:gd name="T9" fmla="*/ 9 h 18"/>
              </a:gdLst>
              <a:ahLst/>
              <a:cxnLst>
                <a:cxn ang="0">
                  <a:pos x="T0" y="T1"/>
                </a:cxn>
                <a:cxn ang="0">
                  <a:pos x="T2" y="T3"/>
                </a:cxn>
                <a:cxn ang="0">
                  <a:pos x="T4" y="T5"/>
                </a:cxn>
                <a:cxn ang="0">
                  <a:pos x="T6" y="T7"/>
                </a:cxn>
                <a:cxn ang="0">
                  <a:pos x="T8" y="T9"/>
                </a:cxn>
              </a:cxnLst>
              <a:rect l="0" t="0" r="r" b="b"/>
              <a:pathLst>
                <a:path w="5" h="18">
                  <a:moveTo>
                    <a:pt x="5" y="9"/>
                  </a:moveTo>
                  <a:lnTo>
                    <a:pt x="5" y="0"/>
                  </a:lnTo>
                  <a:lnTo>
                    <a:pt x="0" y="14"/>
                  </a:lnTo>
                  <a:lnTo>
                    <a:pt x="0" y="18"/>
                  </a:lnTo>
                  <a:lnTo>
                    <a:pt x="5"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32"/>
            <p:cNvSpPr>
              <a:spLocks/>
            </p:cNvSpPr>
            <p:nvPr/>
          </p:nvSpPr>
          <p:spPr bwMode="auto">
            <a:xfrm>
              <a:off x="7512051" y="3471863"/>
              <a:ext cx="6350" cy="20638"/>
            </a:xfrm>
            <a:custGeom>
              <a:avLst/>
              <a:gdLst>
                <a:gd name="T0" fmla="*/ 2 w 2"/>
                <a:gd name="T1" fmla="*/ 0 h 6"/>
                <a:gd name="T2" fmla="*/ 0 w 2"/>
                <a:gd name="T3" fmla="*/ 0 h 6"/>
                <a:gd name="T4" fmla="*/ 0 w 2"/>
                <a:gd name="T5" fmla="*/ 6 h 6"/>
                <a:gd name="T6" fmla="*/ 2 w 2"/>
                <a:gd name="T7" fmla="*/ 0 h 6"/>
              </a:gdLst>
              <a:ahLst/>
              <a:cxnLst>
                <a:cxn ang="0">
                  <a:pos x="T0" y="T1"/>
                </a:cxn>
                <a:cxn ang="0">
                  <a:pos x="T2" y="T3"/>
                </a:cxn>
                <a:cxn ang="0">
                  <a:pos x="T4" y="T5"/>
                </a:cxn>
                <a:cxn ang="0">
                  <a:pos x="T6" y="T7"/>
                </a:cxn>
              </a:cxnLst>
              <a:rect l="0" t="0" r="r" b="b"/>
              <a:pathLst>
                <a:path w="2" h="6">
                  <a:moveTo>
                    <a:pt x="2" y="0"/>
                  </a:moveTo>
                  <a:cubicBezTo>
                    <a:pt x="1" y="0"/>
                    <a:pt x="0" y="0"/>
                    <a:pt x="0" y="0"/>
                  </a:cubicBezTo>
                  <a:cubicBezTo>
                    <a:pt x="0" y="6"/>
                    <a:pt x="0" y="6"/>
                    <a:pt x="0" y="6"/>
                  </a:cubicBez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33"/>
            <p:cNvSpPr>
              <a:spLocks/>
            </p:cNvSpPr>
            <p:nvPr/>
          </p:nvSpPr>
          <p:spPr bwMode="auto">
            <a:xfrm>
              <a:off x="7378701" y="3468688"/>
              <a:ext cx="114300" cy="196850"/>
            </a:xfrm>
            <a:custGeom>
              <a:avLst/>
              <a:gdLst>
                <a:gd name="T0" fmla="*/ 26 w 32"/>
                <a:gd name="T1" fmla="*/ 0 h 55"/>
                <a:gd name="T2" fmla="*/ 2 w 32"/>
                <a:gd name="T3" fmla="*/ 32 h 55"/>
                <a:gd name="T4" fmla="*/ 23 w 32"/>
                <a:gd name="T5" fmla="*/ 55 h 55"/>
                <a:gd name="T6" fmla="*/ 32 w 32"/>
                <a:gd name="T7" fmla="*/ 24 h 55"/>
                <a:gd name="T8" fmla="*/ 29 w 32"/>
                <a:gd name="T9" fmla="*/ 0 h 55"/>
                <a:gd name="T10" fmla="*/ 26 w 32"/>
                <a:gd name="T11" fmla="*/ 0 h 55"/>
              </a:gdLst>
              <a:ahLst/>
              <a:cxnLst>
                <a:cxn ang="0">
                  <a:pos x="T0" y="T1"/>
                </a:cxn>
                <a:cxn ang="0">
                  <a:pos x="T2" y="T3"/>
                </a:cxn>
                <a:cxn ang="0">
                  <a:pos x="T4" y="T5"/>
                </a:cxn>
                <a:cxn ang="0">
                  <a:pos x="T6" y="T7"/>
                </a:cxn>
                <a:cxn ang="0">
                  <a:pos x="T8" y="T9"/>
                </a:cxn>
                <a:cxn ang="0">
                  <a:pos x="T10" y="T11"/>
                </a:cxn>
              </a:cxnLst>
              <a:rect l="0" t="0" r="r" b="b"/>
              <a:pathLst>
                <a:path w="32" h="55">
                  <a:moveTo>
                    <a:pt x="26" y="0"/>
                  </a:moveTo>
                  <a:cubicBezTo>
                    <a:pt x="10" y="3"/>
                    <a:pt x="0" y="17"/>
                    <a:pt x="2" y="32"/>
                  </a:cubicBezTo>
                  <a:cubicBezTo>
                    <a:pt x="4" y="43"/>
                    <a:pt x="12" y="52"/>
                    <a:pt x="23" y="55"/>
                  </a:cubicBezTo>
                  <a:cubicBezTo>
                    <a:pt x="32" y="24"/>
                    <a:pt x="32" y="24"/>
                    <a:pt x="32" y="24"/>
                  </a:cubicBezTo>
                  <a:cubicBezTo>
                    <a:pt x="29" y="0"/>
                    <a:pt x="29" y="0"/>
                    <a:pt x="29" y="0"/>
                  </a:cubicBezTo>
                  <a:cubicBezTo>
                    <a:pt x="28" y="0"/>
                    <a:pt x="27" y="0"/>
                    <a:pt x="2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34"/>
            <p:cNvSpPr>
              <a:spLocks noEditPoints="1"/>
            </p:cNvSpPr>
            <p:nvPr/>
          </p:nvSpPr>
          <p:spPr bwMode="auto">
            <a:xfrm>
              <a:off x="7467601" y="3468688"/>
              <a:ext cx="136525" cy="200025"/>
            </a:xfrm>
            <a:custGeom>
              <a:avLst/>
              <a:gdLst>
                <a:gd name="T0" fmla="*/ 6 w 38"/>
                <a:gd name="T1" fmla="*/ 0 h 56"/>
                <a:gd name="T2" fmla="*/ 9 w 38"/>
                <a:gd name="T3" fmla="*/ 24 h 56"/>
                <a:gd name="T4" fmla="*/ 0 w 38"/>
                <a:gd name="T5" fmla="*/ 56 h 56"/>
                <a:gd name="T6" fmla="*/ 4 w 38"/>
                <a:gd name="T7" fmla="*/ 56 h 56"/>
                <a:gd name="T8" fmla="*/ 11 w 38"/>
                <a:gd name="T9" fmla="*/ 32 h 56"/>
                <a:gd name="T10" fmla="*/ 12 w 38"/>
                <a:gd name="T11" fmla="*/ 40 h 56"/>
                <a:gd name="T12" fmla="*/ 5 w 38"/>
                <a:gd name="T13" fmla="*/ 56 h 56"/>
                <a:gd name="T14" fmla="*/ 9 w 38"/>
                <a:gd name="T15" fmla="*/ 56 h 56"/>
                <a:gd name="T16" fmla="*/ 13 w 38"/>
                <a:gd name="T17" fmla="*/ 47 h 56"/>
                <a:gd name="T18" fmla="*/ 14 w 38"/>
                <a:gd name="T19" fmla="*/ 54 h 56"/>
                <a:gd name="T20" fmla="*/ 13 w 38"/>
                <a:gd name="T21" fmla="*/ 56 h 56"/>
                <a:gd name="T22" fmla="*/ 14 w 38"/>
                <a:gd name="T23" fmla="*/ 56 h 56"/>
                <a:gd name="T24" fmla="*/ 18 w 38"/>
                <a:gd name="T25" fmla="*/ 55 h 56"/>
                <a:gd name="T26" fmla="*/ 17 w 38"/>
                <a:gd name="T27" fmla="*/ 54 h 56"/>
                <a:gd name="T28" fmla="*/ 21 w 38"/>
                <a:gd name="T29" fmla="*/ 42 h 56"/>
                <a:gd name="T30" fmla="*/ 22 w 38"/>
                <a:gd name="T31" fmla="*/ 47 h 56"/>
                <a:gd name="T32" fmla="*/ 19 w 38"/>
                <a:gd name="T33" fmla="*/ 54 h 56"/>
                <a:gd name="T34" fmla="*/ 26 w 38"/>
                <a:gd name="T35" fmla="*/ 51 h 56"/>
                <a:gd name="T36" fmla="*/ 25 w 38"/>
                <a:gd name="T37" fmla="*/ 48 h 56"/>
                <a:gd name="T38" fmla="*/ 28 w 38"/>
                <a:gd name="T39" fmla="*/ 40 h 56"/>
                <a:gd name="T40" fmla="*/ 29 w 38"/>
                <a:gd name="T41" fmla="*/ 49 h 56"/>
                <a:gd name="T42" fmla="*/ 32 w 38"/>
                <a:gd name="T43" fmla="*/ 45 h 56"/>
                <a:gd name="T44" fmla="*/ 30 w 38"/>
                <a:gd name="T45" fmla="*/ 33 h 56"/>
                <a:gd name="T46" fmla="*/ 31 w 38"/>
                <a:gd name="T47" fmla="*/ 29 h 56"/>
                <a:gd name="T48" fmla="*/ 32 w 38"/>
                <a:gd name="T49" fmla="*/ 44 h 56"/>
                <a:gd name="T50" fmla="*/ 34 w 38"/>
                <a:gd name="T51" fmla="*/ 19 h 56"/>
                <a:gd name="T52" fmla="*/ 29 w 38"/>
                <a:gd name="T53" fmla="*/ 9 h 56"/>
                <a:gd name="T54" fmla="*/ 30 w 38"/>
                <a:gd name="T55" fmla="*/ 20 h 56"/>
                <a:gd name="T56" fmla="*/ 29 w 38"/>
                <a:gd name="T57" fmla="*/ 24 h 56"/>
                <a:gd name="T58" fmla="*/ 27 w 38"/>
                <a:gd name="T59" fmla="*/ 13 h 56"/>
                <a:gd name="T60" fmla="*/ 29 w 38"/>
                <a:gd name="T61" fmla="*/ 9 h 56"/>
                <a:gd name="T62" fmla="*/ 29 w 38"/>
                <a:gd name="T63" fmla="*/ 8 h 56"/>
                <a:gd name="T64" fmla="*/ 26 w 38"/>
                <a:gd name="T65" fmla="*/ 6 h 56"/>
                <a:gd name="T66" fmla="*/ 26 w 38"/>
                <a:gd name="T67" fmla="*/ 9 h 56"/>
                <a:gd name="T68" fmla="*/ 25 w 38"/>
                <a:gd name="T69" fmla="*/ 5 h 56"/>
                <a:gd name="T70" fmla="*/ 22 w 38"/>
                <a:gd name="T71" fmla="*/ 3 h 56"/>
                <a:gd name="T72" fmla="*/ 23 w 38"/>
                <a:gd name="T73" fmla="*/ 13 h 56"/>
                <a:gd name="T74" fmla="*/ 22 w 38"/>
                <a:gd name="T75" fmla="*/ 15 h 56"/>
                <a:gd name="T76" fmla="*/ 21 w 38"/>
                <a:gd name="T77" fmla="*/ 3 h 56"/>
                <a:gd name="T78" fmla="*/ 16 w 38"/>
                <a:gd name="T79" fmla="*/ 1 h 56"/>
                <a:gd name="T80" fmla="*/ 12 w 38"/>
                <a:gd name="T81" fmla="*/ 16 h 56"/>
                <a:gd name="T82" fmla="*/ 9 w 38"/>
                <a:gd name="T83" fmla="*/ 0 h 56"/>
                <a:gd name="T84" fmla="*/ 6 w 38"/>
                <a:gd name="T85" fmla="*/ 0 h 56"/>
                <a:gd name="T86" fmla="*/ 24 w 38"/>
                <a:gd name="T87" fmla="*/ 20 h 56"/>
                <a:gd name="T88" fmla="*/ 26 w 38"/>
                <a:gd name="T89" fmla="*/ 32 h 56"/>
                <a:gd name="T90" fmla="*/ 24 w 38"/>
                <a:gd name="T91" fmla="*/ 38 h 56"/>
                <a:gd name="T92" fmla="*/ 23 w 38"/>
                <a:gd name="T93" fmla="*/ 23 h 56"/>
                <a:gd name="T94" fmla="*/ 24 w 38"/>
                <a:gd name="T95" fmla="*/ 20 h 56"/>
                <a:gd name="T96" fmla="*/ 20 w 38"/>
                <a:gd name="T97" fmla="*/ 33 h 56"/>
                <a:gd name="T98" fmla="*/ 16 w 38"/>
                <a:gd name="T99" fmla="*/ 46 h 56"/>
                <a:gd name="T100" fmla="*/ 15 w 38"/>
                <a:gd name="T101" fmla="*/ 40 h 56"/>
                <a:gd name="T102" fmla="*/ 20 w 38"/>
                <a:gd name="T103" fmla="*/ 30 h 56"/>
                <a:gd name="T104" fmla="*/ 20 w 38"/>
                <a:gd name="T105" fmla="*/ 33 h 56"/>
                <a:gd name="T106" fmla="*/ 18 w 38"/>
                <a:gd name="T107" fmla="*/ 7 h 56"/>
                <a:gd name="T108" fmla="*/ 19 w 38"/>
                <a:gd name="T109" fmla="*/ 22 h 56"/>
                <a:gd name="T110" fmla="*/ 14 w 38"/>
                <a:gd name="T111" fmla="*/ 34 h 56"/>
                <a:gd name="T112" fmla="*/ 13 w 38"/>
                <a:gd name="T113" fmla="*/ 24 h 56"/>
                <a:gd name="T114" fmla="*/ 18 w 38"/>
                <a:gd name="T115" fmla="*/ 7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8" h="56">
                  <a:moveTo>
                    <a:pt x="6" y="0"/>
                  </a:moveTo>
                  <a:cubicBezTo>
                    <a:pt x="9" y="24"/>
                    <a:pt x="9" y="24"/>
                    <a:pt x="9" y="24"/>
                  </a:cubicBezTo>
                  <a:cubicBezTo>
                    <a:pt x="0" y="56"/>
                    <a:pt x="0" y="56"/>
                    <a:pt x="0" y="56"/>
                  </a:cubicBezTo>
                  <a:cubicBezTo>
                    <a:pt x="1" y="56"/>
                    <a:pt x="3" y="56"/>
                    <a:pt x="4" y="56"/>
                  </a:cubicBezTo>
                  <a:cubicBezTo>
                    <a:pt x="11" y="32"/>
                    <a:pt x="11" y="32"/>
                    <a:pt x="11" y="32"/>
                  </a:cubicBezTo>
                  <a:cubicBezTo>
                    <a:pt x="12" y="40"/>
                    <a:pt x="12" y="40"/>
                    <a:pt x="12" y="40"/>
                  </a:cubicBezTo>
                  <a:cubicBezTo>
                    <a:pt x="5" y="56"/>
                    <a:pt x="5" y="56"/>
                    <a:pt x="5" y="56"/>
                  </a:cubicBezTo>
                  <a:cubicBezTo>
                    <a:pt x="6" y="56"/>
                    <a:pt x="7" y="56"/>
                    <a:pt x="9" y="56"/>
                  </a:cubicBezTo>
                  <a:cubicBezTo>
                    <a:pt x="13" y="47"/>
                    <a:pt x="13" y="47"/>
                    <a:pt x="13" y="47"/>
                  </a:cubicBezTo>
                  <a:cubicBezTo>
                    <a:pt x="14" y="54"/>
                    <a:pt x="14" y="54"/>
                    <a:pt x="14" y="54"/>
                  </a:cubicBezTo>
                  <a:cubicBezTo>
                    <a:pt x="13" y="56"/>
                    <a:pt x="13" y="56"/>
                    <a:pt x="13" y="56"/>
                  </a:cubicBezTo>
                  <a:cubicBezTo>
                    <a:pt x="14" y="56"/>
                    <a:pt x="14" y="56"/>
                    <a:pt x="14" y="56"/>
                  </a:cubicBezTo>
                  <a:cubicBezTo>
                    <a:pt x="15" y="55"/>
                    <a:pt x="16" y="55"/>
                    <a:pt x="18" y="55"/>
                  </a:cubicBezTo>
                  <a:cubicBezTo>
                    <a:pt x="17" y="54"/>
                    <a:pt x="17" y="54"/>
                    <a:pt x="17" y="54"/>
                  </a:cubicBezTo>
                  <a:cubicBezTo>
                    <a:pt x="21" y="42"/>
                    <a:pt x="21" y="42"/>
                    <a:pt x="21" y="42"/>
                  </a:cubicBezTo>
                  <a:cubicBezTo>
                    <a:pt x="22" y="47"/>
                    <a:pt x="22" y="47"/>
                    <a:pt x="22" y="47"/>
                  </a:cubicBezTo>
                  <a:cubicBezTo>
                    <a:pt x="19" y="54"/>
                    <a:pt x="19" y="54"/>
                    <a:pt x="19" y="54"/>
                  </a:cubicBezTo>
                  <a:cubicBezTo>
                    <a:pt x="22" y="54"/>
                    <a:pt x="24" y="53"/>
                    <a:pt x="26" y="51"/>
                  </a:cubicBezTo>
                  <a:cubicBezTo>
                    <a:pt x="25" y="48"/>
                    <a:pt x="25" y="48"/>
                    <a:pt x="25" y="48"/>
                  </a:cubicBezTo>
                  <a:cubicBezTo>
                    <a:pt x="28" y="40"/>
                    <a:pt x="28" y="40"/>
                    <a:pt x="28" y="40"/>
                  </a:cubicBezTo>
                  <a:cubicBezTo>
                    <a:pt x="29" y="49"/>
                    <a:pt x="29" y="49"/>
                    <a:pt x="29" y="49"/>
                  </a:cubicBezTo>
                  <a:cubicBezTo>
                    <a:pt x="30" y="48"/>
                    <a:pt x="31" y="46"/>
                    <a:pt x="32" y="45"/>
                  </a:cubicBezTo>
                  <a:cubicBezTo>
                    <a:pt x="30" y="33"/>
                    <a:pt x="30" y="33"/>
                    <a:pt x="30" y="33"/>
                  </a:cubicBezTo>
                  <a:cubicBezTo>
                    <a:pt x="31" y="29"/>
                    <a:pt x="31" y="29"/>
                    <a:pt x="31" y="29"/>
                  </a:cubicBezTo>
                  <a:cubicBezTo>
                    <a:pt x="32" y="44"/>
                    <a:pt x="32" y="44"/>
                    <a:pt x="32" y="44"/>
                  </a:cubicBezTo>
                  <a:cubicBezTo>
                    <a:pt x="38" y="36"/>
                    <a:pt x="34" y="19"/>
                    <a:pt x="34" y="19"/>
                  </a:cubicBezTo>
                  <a:cubicBezTo>
                    <a:pt x="33" y="15"/>
                    <a:pt x="31" y="11"/>
                    <a:pt x="29" y="9"/>
                  </a:cubicBezTo>
                  <a:cubicBezTo>
                    <a:pt x="30" y="20"/>
                    <a:pt x="30" y="20"/>
                    <a:pt x="30" y="20"/>
                  </a:cubicBezTo>
                  <a:cubicBezTo>
                    <a:pt x="29" y="24"/>
                    <a:pt x="29" y="24"/>
                    <a:pt x="29" y="24"/>
                  </a:cubicBezTo>
                  <a:cubicBezTo>
                    <a:pt x="27" y="13"/>
                    <a:pt x="27" y="13"/>
                    <a:pt x="27" y="13"/>
                  </a:cubicBezTo>
                  <a:cubicBezTo>
                    <a:pt x="29" y="9"/>
                    <a:pt x="29" y="9"/>
                    <a:pt x="29" y="9"/>
                  </a:cubicBezTo>
                  <a:cubicBezTo>
                    <a:pt x="29" y="8"/>
                    <a:pt x="29" y="8"/>
                    <a:pt x="29" y="8"/>
                  </a:cubicBezTo>
                  <a:cubicBezTo>
                    <a:pt x="28" y="7"/>
                    <a:pt x="27" y="7"/>
                    <a:pt x="26" y="6"/>
                  </a:cubicBezTo>
                  <a:cubicBezTo>
                    <a:pt x="26" y="9"/>
                    <a:pt x="26" y="9"/>
                    <a:pt x="26" y="9"/>
                  </a:cubicBezTo>
                  <a:cubicBezTo>
                    <a:pt x="25" y="5"/>
                    <a:pt x="25" y="5"/>
                    <a:pt x="25" y="5"/>
                  </a:cubicBezTo>
                  <a:cubicBezTo>
                    <a:pt x="24" y="4"/>
                    <a:pt x="23" y="4"/>
                    <a:pt x="22" y="3"/>
                  </a:cubicBezTo>
                  <a:cubicBezTo>
                    <a:pt x="23" y="13"/>
                    <a:pt x="23" y="13"/>
                    <a:pt x="23" y="13"/>
                  </a:cubicBezTo>
                  <a:cubicBezTo>
                    <a:pt x="22" y="15"/>
                    <a:pt x="22" y="15"/>
                    <a:pt x="22" y="15"/>
                  </a:cubicBezTo>
                  <a:cubicBezTo>
                    <a:pt x="21" y="3"/>
                    <a:pt x="21" y="3"/>
                    <a:pt x="21" y="3"/>
                  </a:cubicBezTo>
                  <a:cubicBezTo>
                    <a:pt x="20" y="2"/>
                    <a:pt x="18" y="2"/>
                    <a:pt x="16" y="1"/>
                  </a:cubicBezTo>
                  <a:cubicBezTo>
                    <a:pt x="12" y="16"/>
                    <a:pt x="12" y="16"/>
                    <a:pt x="12" y="16"/>
                  </a:cubicBezTo>
                  <a:cubicBezTo>
                    <a:pt x="9" y="0"/>
                    <a:pt x="9" y="0"/>
                    <a:pt x="9" y="0"/>
                  </a:cubicBezTo>
                  <a:cubicBezTo>
                    <a:pt x="8" y="0"/>
                    <a:pt x="7" y="0"/>
                    <a:pt x="6" y="0"/>
                  </a:cubicBezTo>
                  <a:close/>
                  <a:moveTo>
                    <a:pt x="24" y="20"/>
                  </a:moveTo>
                  <a:cubicBezTo>
                    <a:pt x="26" y="32"/>
                    <a:pt x="26" y="32"/>
                    <a:pt x="26" y="32"/>
                  </a:cubicBezTo>
                  <a:cubicBezTo>
                    <a:pt x="24" y="38"/>
                    <a:pt x="24" y="38"/>
                    <a:pt x="24" y="38"/>
                  </a:cubicBezTo>
                  <a:cubicBezTo>
                    <a:pt x="23" y="23"/>
                    <a:pt x="23" y="23"/>
                    <a:pt x="23" y="23"/>
                  </a:cubicBezTo>
                  <a:lnTo>
                    <a:pt x="24" y="20"/>
                  </a:lnTo>
                  <a:close/>
                  <a:moveTo>
                    <a:pt x="20" y="33"/>
                  </a:moveTo>
                  <a:cubicBezTo>
                    <a:pt x="16" y="46"/>
                    <a:pt x="16" y="46"/>
                    <a:pt x="16" y="46"/>
                  </a:cubicBezTo>
                  <a:cubicBezTo>
                    <a:pt x="15" y="40"/>
                    <a:pt x="15" y="40"/>
                    <a:pt x="15" y="40"/>
                  </a:cubicBezTo>
                  <a:cubicBezTo>
                    <a:pt x="20" y="30"/>
                    <a:pt x="20" y="30"/>
                    <a:pt x="20" y="30"/>
                  </a:cubicBezTo>
                  <a:lnTo>
                    <a:pt x="20" y="33"/>
                  </a:lnTo>
                  <a:close/>
                  <a:moveTo>
                    <a:pt x="18" y="7"/>
                  </a:moveTo>
                  <a:cubicBezTo>
                    <a:pt x="19" y="22"/>
                    <a:pt x="19" y="22"/>
                    <a:pt x="19" y="22"/>
                  </a:cubicBezTo>
                  <a:cubicBezTo>
                    <a:pt x="14" y="34"/>
                    <a:pt x="14" y="34"/>
                    <a:pt x="14" y="34"/>
                  </a:cubicBezTo>
                  <a:cubicBezTo>
                    <a:pt x="13" y="24"/>
                    <a:pt x="13" y="24"/>
                    <a:pt x="13" y="24"/>
                  </a:cubicBezTo>
                  <a:lnTo>
                    <a:pt x="18"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35"/>
            <p:cNvSpPr>
              <a:spLocks/>
            </p:cNvSpPr>
            <p:nvPr/>
          </p:nvSpPr>
          <p:spPr bwMode="auto">
            <a:xfrm>
              <a:off x="6446838" y="3295650"/>
              <a:ext cx="0" cy="476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36"/>
            <p:cNvSpPr>
              <a:spLocks/>
            </p:cNvSpPr>
            <p:nvPr/>
          </p:nvSpPr>
          <p:spPr bwMode="auto">
            <a:xfrm>
              <a:off x="6403976" y="3343275"/>
              <a:ext cx="17462" cy="71438"/>
            </a:xfrm>
            <a:custGeom>
              <a:avLst/>
              <a:gdLst>
                <a:gd name="T0" fmla="*/ 7 w 11"/>
                <a:gd name="T1" fmla="*/ 0 h 45"/>
                <a:gd name="T2" fmla="*/ 0 w 11"/>
                <a:gd name="T3" fmla="*/ 38 h 45"/>
                <a:gd name="T4" fmla="*/ 11 w 11"/>
                <a:gd name="T5" fmla="*/ 45 h 45"/>
                <a:gd name="T6" fmla="*/ 7 w 11"/>
                <a:gd name="T7" fmla="*/ 0 h 45"/>
              </a:gdLst>
              <a:ahLst/>
              <a:cxnLst>
                <a:cxn ang="0">
                  <a:pos x="T0" y="T1"/>
                </a:cxn>
                <a:cxn ang="0">
                  <a:pos x="T2" y="T3"/>
                </a:cxn>
                <a:cxn ang="0">
                  <a:pos x="T4" y="T5"/>
                </a:cxn>
                <a:cxn ang="0">
                  <a:pos x="T6" y="T7"/>
                </a:cxn>
              </a:cxnLst>
              <a:rect l="0" t="0" r="r" b="b"/>
              <a:pathLst>
                <a:path w="11" h="45">
                  <a:moveTo>
                    <a:pt x="7" y="0"/>
                  </a:moveTo>
                  <a:lnTo>
                    <a:pt x="0" y="38"/>
                  </a:lnTo>
                  <a:lnTo>
                    <a:pt x="11" y="45"/>
                  </a:lnTo>
                  <a:lnTo>
                    <a:pt x="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37"/>
            <p:cNvSpPr>
              <a:spLocks/>
            </p:cNvSpPr>
            <p:nvPr/>
          </p:nvSpPr>
          <p:spPr bwMode="auto">
            <a:xfrm>
              <a:off x="6372226" y="3270250"/>
              <a:ext cx="38100" cy="130175"/>
            </a:xfrm>
            <a:custGeom>
              <a:avLst/>
              <a:gdLst>
                <a:gd name="T0" fmla="*/ 13 w 24"/>
                <a:gd name="T1" fmla="*/ 0 h 82"/>
                <a:gd name="T2" fmla="*/ 0 w 24"/>
                <a:gd name="T3" fmla="*/ 75 h 82"/>
                <a:gd name="T4" fmla="*/ 15 w 24"/>
                <a:gd name="T5" fmla="*/ 82 h 82"/>
                <a:gd name="T6" fmla="*/ 24 w 24"/>
                <a:gd name="T7" fmla="*/ 28 h 82"/>
                <a:gd name="T8" fmla="*/ 20 w 24"/>
                <a:gd name="T9" fmla="*/ 5 h 82"/>
                <a:gd name="T10" fmla="*/ 13 w 24"/>
                <a:gd name="T11" fmla="*/ 0 h 82"/>
              </a:gdLst>
              <a:ahLst/>
              <a:cxnLst>
                <a:cxn ang="0">
                  <a:pos x="T0" y="T1"/>
                </a:cxn>
                <a:cxn ang="0">
                  <a:pos x="T2" y="T3"/>
                </a:cxn>
                <a:cxn ang="0">
                  <a:pos x="T4" y="T5"/>
                </a:cxn>
                <a:cxn ang="0">
                  <a:pos x="T6" y="T7"/>
                </a:cxn>
                <a:cxn ang="0">
                  <a:pos x="T8" y="T9"/>
                </a:cxn>
                <a:cxn ang="0">
                  <a:pos x="T10" y="T11"/>
                </a:cxn>
              </a:cxnLst>
              <a:rect l="0" t="0" r="r" b="b"/>
              <a:pathLst>
                <a:path w="24" h="82">
                  <a:moveTo>
                    <a:pt x="13" y="0"/>
                  </a:moveTo>
                  <a:lnTo>
                    <a:pt x="0" y="75"/>
                  </a:lnTo>
                  <a:lnTo>
                    <a:pt x="15" y="82"/>
                  </a:lnTo>
                  <a:lnTo>
                    <a:pt x="24" y="28"/>
                  </a:lnTo>
                  <a:lnTo>
                    <a:pt x="20" y="5"/>
                  </a:lnTo>
                  <a:lnTo>
                    <a:pt x="1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2" name="组合 31"/>
          <p:cNvGrpSpPr/>
          <p:nvPr/>
        </p:nvGrpSpPr>
        <p:grpSpPr>
          <a:xfrm>
            <a:off x="6221413" y="4705351"/>
            <a:ext cx="1063625" cy="1203325"/>
            <a:chOff x="6221413" y="4705351"/>
            <a:chExt cx="1063625" cy="1203325"/>
          </a:xfrm>
          <a:solidFill>
            <a:schemeClr val="tx1">
              <a:lumMod val="65000"/>
              <a:lumOff val="35000"/>
            </a:schemeClr>
          </a:solidFill>
        </p:grpSpPr>
        <p:sp>
          <p:nvSpPr>
            <p:cNvPr id="33" name="Freeform 44"/>
            <p:cNvSpPr>
              <a:spLocks/>
            </p:cNvSpPr>
            <p:nvPr/>
          </p:nvSpPr>
          <p:spPr bwMode="auto">
            <a:xfrm>
              <a:off x="6303963" y="4945063"/>
              <a:ext cx="211137" cy="200025"/>
            </a:xfrm>
            <a:custGeom>
              <a:avLst/>
              <a:gdLst>
                <a:gd name="T0" fmla="*/ 34 w 59"/>
                <a:gd name="T1" fmla="*/ 53 h 56"/>
                <a:gd name="T2" fmla="*/ 56 w 59"/>
                <a:gd name="T3" fmla="*/ 23 h 56"/>
                <a:gd name="T4" fmla="*/ 25 w 59"/>
                <a:gd name="T5" fmla="*/ 3 h 56"/>
                <a:gd name="T6" fmla="*/ 3 w 59"/>
                <a:gd name="T7" fmla="*/ 32 h 56"/>
                <a:gd name="T8" fmla="*/ 34 w 59"/>
                <a:gd name="T9" fmla="*/ 53 h 56"/>
              </a:gdLst>
              <a:ahLst/>
              <a:cxnLst>
                <a:cxn ang="0">
                  <a:pos x="T0" y="T1"/>
                </a:cxn>
                <a:cxn ang="0">
                  <a:pos x="T2" y="T3"/>
                </a:cxn>
                <a:cxn ang="0">
                  <a:pos x="T4" y="T5"/>
                </a:cxn>
                <a:cxn ang="0">
                  <a:pos x="T6" y="T7"/>
                </a:cxn>
                <a:cxn ang="0">
                  <a:pos x="T8" y="T9"/>
                </a:cxn>
              </a:cxnLst>
              <a:rect l="0" t="0" r="r" b="b"/>
              <a:pathLst>
                <a:path w="59" h="56">
                  <a:moveTo>
                    <a:pt x="34" y="53"/>
                  </a:moveTo>
                  <a:cubicBezTo>
                    <a:pt x="49" y="51"/>
                    <a:pt x="59" y="38"/>
                    <a:pt x="56" y="23"/>
                  </a:cubicBezTo>
                  <a:cubicBezTo>
                    <a:pt x="54" y="9"/>
                    <a:pt x="40" y="0"/>
                    <a:pt x="25" y="3"/>
                  </a:cubicBezTo>
                  <a:cubicBezTo>
                    <a:pt x="10" y="5"/>
                    <a:pt x="0" y="18"/>
                    <a:pt x="3" y="32"/>
                  </a:cubicBezTo>
                  <a:cubicBezTo>
                    <a:pt x="5" y="46"/>
                    <a:pt x="19" y="56"/>
                    <a:pt x="34"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45"/>
            <p:cNvSpPr>
              <a:spLocks/>
            </p:cNvSpPr>
            <p:nvPr/>
          </p:nvSpPr>
          <p:spPr bwMode="auto">
            <a:xfrm>
              <a:off x="6221413" y="5314951"/>
              <a:ext cx="307975" cy="576263"/>
            </a:xfrm>
            <a:custGeom>
              <a:avLst/>
              <a:gdLst>
                <a:gd name="T0" fmla="*/ 25 w 194"/>
                <a:gd name="T1" fmla="*/ 0 h 363"/>
                <a:gd name="T2" fmla="*/ 0 w 194"/>
                <a:gd name="T3" fmla="*/ 0 h 363"/>
                <a:gd name="T4" fmla="*/ 0 w 194"/>
                <a:gd name="T5" fmla="*/ 266 h 363"/>
                <a:gd name="T6" fmla="*/ 25 w 194"/>
                <a:gd name="T7" fmla="*/ 266 h 363"/>
                <a:gd name="T8" fmla="*/ 25 w 194"/>
                <a:gd name="T9" fmla="*/ 363 h 363"/>
                <a:gd name="T10" fmla="*/ 45 w 194"/>
                <a:gd name="T11" fmla="*/ 363 h 363"/>
                <a:gd name="T12" fmla="*/ 45 w 194"/>
                <a:gd name="T13" fmla="*/ 266 h 363"/>
                <a:gd name="T14" fmla="*/ 153 w 194"/>
                <a:gd name="T15" fmla="*/ 266 h 363"/>
                <a:gd name="T16" fmla="*/ 153 w 194"/>
                <a:gd name="T17" fmla="*/ 363 h 363"/>
                <a:gd name="T18" fmla="*/ 171 w 194"/>
                <a:gd name="T19" fmla="*/ 363 h 363"/>
                <a:gd name="T20" fmla="*/ 171 w 194"/>
                <a:gd name="T21" fmla="*/ 266 h 363"/>
                <a:gd name="T22" fmla="*/ 194 w 194"/>
                <a:gd name="T23" fmla="*/ 266 h 363"/>
                <a:gd name="T24" fmla="*/ 194 w 194"/>
                <a:gd name="T25" fmla="*/ 219 h 363"/>
                <a:gd name="T26" fmla="*/ 25 w 194"/>
                <a:gd name="T27" fmla="*/ 219 h 363"/>
                <a:gd name="T28" fmla="*/ 25 w 194"/>
                <a:gd name="T29" fmla="*/ 0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4" h="363">
                  <a:moveTo>
                    <a:pt x="25" y="0"/>
                  </a:moveTo>
                  <a:lnTo>
                    <a:pt x="0" y="0"/>
                  </a:lnTo>
                  <a:lnTo>
                    <a:pt x="0" y="266"/>
                  </a:lnTo>
                  <a:lnTo>
                    <a:pt x="25" y="266"/>
                  </a:lnTo>
                  <a:lnTo>
                    <a:pt x="25" y="363"/>
                  </a:lnTo>
                  <a:lnTo>
                    <a:pt x="45" y="363"/>
                  </a:lnTo>
                  <a:lnTo>
                    <a:pt x="45" y="266"/>
                  </a:lnTo>
                  <a:lnTo>
                    <a:pt x="153" y="266"/>
                  </a:lnTo>
                  <a:lnTo>
                    <a:pt x="153" y="363"/>
                  </a:lnTo>
                  <a:lnTo>
                    <a:pt x="171" y="363"/>
                  </a:lnTo>
                  <a:lnTo>
                    <a:pt x="171" y="266"/>
                  </a:lnTo>
                  <a:lnTo>
                    <a:pt x="194" y="266"/>
                  </a:lnTo>
                  <a:lnTo>
                    <a:pt x="194" y="219"/>
                  </a:lnTo>
                  <a:lnTo>
                    <a:pt x="25" y="219"/>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46"/>
            <p:cNvSpPr>
              <a:spLocks/>
            </p:cNvSpPr>
            <p:nvPr/>
          </p:nvSpPr>
          <p:spPr bwMode="auto">
            <a:xfrm>
              <a:off x="6278563" y="5149851"/>
              <a:ext cx="401637" cy="758825"/>
            </a:xfrm>
            <a:custGeom>
              <a:avLst/>
              <a:gdLst>
                <a:gd name="T0" fmla="*/ 97 w 112"/>
                <a:gd name="T1" fmla="*/ 116 h 212"/>
                <a:gd name="T2" fmla="*/ 68 w 112"/>
                <a:gd name="T3" fmla="*/ 116 h 212"/>
                <a:gd name="T4" fmla="*/ 69 w 112"/>
                <a:gd name="T5" fmla="*/ 107 h 212"/>
                <a:gd name="T6" fmla="*/ 69 w 112"/>
                <a:gd name="T7" fmla="*/ 68 h 212"/>
                <a:gd name="T8" fmla="*/ 19 w 112"/>
                <a:gd name="T9" fmla="*/ 46 h 212"/>
                <a:gd name="T10" fmla="*/ 17 w 112"/>
                <a:gd name="T11" fmla="*/ 44 h 212"/>
                <a:gd name="T12" fmla="*/ 15 w 112"/>
                <a:gd name="T13" fmla="*/ 25 h 212"/>
                <a:gd name="T14" fmla="*/ 26 w 112"/>
                <a:gd name="T15" fmla="*/ 21 h 212"/>
                <a:gd name="T16" fmla="*/ 33 w 112"/>
                <a:gd name="T17" fmla="*/ 22 h 212"/>
                <a:gd name="T18" fmla="*/ 36 w 112"/>
                <a:gd name="T19" fmla="*/ 24 h 212"/>
                <a:gd name="T20" fmla="*/ 69 w 112"/>
                <a:gd name="T21" fmla="*/ 39 h 212"/>
                <a:gd name="T22" fmla="*/ 69 w 112"/>
                <a:gd name="T23" fmla="*/ 33 h 212"/>
                <a:gd name="T24" fmla="*/ 36 w 112"/>
                <a:gd name="T25" fmla="*/ 0 h 212"/>
                <a:gd name="T26" fmla="*/ 4 w 112"/>
                <a:gd name="T27" fmla="*/ 33 h 212"/>
                <a:gd name="T28" fmla="*/ 4 w 112"/>
                <a:gd name="T29" fmla="*/ 107 h 212"/>
                <a:gd name="T30" fmla="*/ 35 w 112"/>
                <a:gd name="T31" fmla="*/ 140 h 212"/>
                <a:gd name="T32" fmla="*/ 81 w 112"/>
                <a:gd name="T33" fmla="*/ 141 h 212"/>
                <a:gd name="T34" fmla="*/ 72 w 112"/>
                <a:gd name="T35" fmla="*/ 197 h 212"/>
                <a:gd name="T36" fmla="*/ 98 w 112"/>
                <a:gd name="T37" fmla="*/ 195 h 212"/>
                <a:gd name="T38" fmla="*/ 111 w 112"/>
                <a:gd name="T39" fmla="*/ 132 h 212"/>
                <a:gd name="T40" fmla="*/ 111 w 112"/>
                <a:gd name="T41" fmla="*/ 132 h 212"/>
                <a:gd name="T42" fmla="*/ 97 w 112"/>
                <a:gd name="T43" fmla="*/ 116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2" h="212">
                  <a:moveTo>
                    <a:pt x="97" y="116"/>
                  </a:moveTo>
                  <a:cubicBezTo>
                    <a:pt x="95" y="116"/>
                    <a:pt x="83" y="116"/>
                    <a:pt x="68" y="116"/>
                  </a:cubicBezTo>
                  <a:cubicBezTo>
                    <a:pt x="69" y="113"/>
                    <a:pt x="69" y="110"/>
                    <a:pt x="69" y="107"/>
                  </a:cubicBezTo>
                  <a:cubicBezTo>
                    <a:pt x="69" y="68"/>
                    <a:pt x="69" y="68"/>
                    <a:pt x="69" y="68"/>
                  </a:cubicBezTo>
                  <a:cubicBezTo>
                    <a:pt x="51" y="64"/>
                    <a:pt x="34" y="57"/>
                    <a:pt x="19" y="46"/>
                  </a:cubicBezTo>
                  <a:cubicBezTo>
                    <a:pt x="18" y="46"/>
                    <a:pt x="18" y="45"/>
                    <a:pt x="17" y="44"/>
                  </a:cubicBezTo>
                  <a:cubicBezTo>
                    <a:pt x="12" y="38"/>
                    <a:pt x="11" y="30"/>
                    <a:pt x="15" y="25"/>
                  </a:cubicBezTo>
                  <a:cubicBezTo>
                    <a:pt x="18" y="22"/>
                    <a:pt x="22" y="21"/>
                    <a:pt x="26" y="21"/>
                  </a:cubicBezTo>
                  <a:cubicBezTo>
                    <a:pt x="28" y="21"/>
                    <a:pt x="31" y="21"/>
                    <a:pt x="33" y="22"/>
                  </a:cubicBezTo>
                  <a:cubicBezTo>
                    <a:pt x="34" y="22"/>
                    <a:pt x="36" y="23"/>
                    <a:pt x="36" y="24"/>
                  </a:cubicBezTo>
                  <a:cubicBezTo>
                    <a:pt x="46" y="31"/>
                    <a:pt x="58" y="36"/>
                    <a:pt x="69" y="39"/>
                  </a:cubicBezTo>
                  <a:cubicBezTo>
                    <a:pt x="69" y="33"/>
                    <a:pt x="69" y="33"/>
                    <a:pt x="69" y="33"/>
                  </a:cubicBezTo>
                  <a:cubicBezTo>
                    <a:pt x="69" y="15"/>
                    <a:pt x="55" y="0"/>
                    <a:pt x="36" y="0"/>
                  </a:cubicBezTo>
                  <a:cubicBezTo>
                    <a:pt x="18" y="0"/>
                    <a:pt x="4" y="15"/>
                    <a:pt x="4" y="33"/>
                  </a:cubicBezTo>
                  <a:cubicBezTo>
                    <a:pt x="4" y="107"/>
                    <a:pt x="4" y="107"/>
                    <a:pt x="4" y="107"/>
                  </a:cubicBezTo>
                  <a:cubicBezTo>
                    <a:pt x="4" y="107"/>
                    <a:pt x="0" y="140"/>
                    <a:pt x="35" y="140"/>
                  </a:cubicBezTo>
                  <a:cubicBezTo>
                    <a:pt x="39" y="140"/>
                    <a:pt x="75" y="141"/>
                    <a:pt x="81" y="141"/>
                  </a:cubicBezTo>
                  <a:cubicBezTo>
                    <a:pt x="78" y="155"/>
                    <a:pt x="72" y="193"/>
                    <a:pt x="72" y="197"/>
                  </a:cubicBezTo>
                  <a:cubicBezTo>
                    <a:pt x="74" y="208"/>
                    <a:pt x="94" y="212"/>
                    <a:pt x="98" y="195"/>
                  </a:cubicBezTo>
                  <a:cubicBezTo>
                    <a:pt x="98" y="192"/>
                    <a:pt x="108" y="146"/>
                    <a:pt x="111" y="132"/>
                  </a:cubicBezTo>
                  <a:cubicBezTo>
                    <a:pt x="111" y="132"/>
                    <a:pt x="111" y="132"/>
                    <a:pt x="111" y="132"/>
                  </a:cubicBezTo>
                  <a:cubicBezTo>
                    <a:pt x="112" y="125"/>
                    <a:pt x="108" y="116"/>
                    <a:pt x="97" y="1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47"/>
            <p:cNvSpPr>
              <a:spLocks/>
            </p:cNvSpPr>
            <p:nvPr/>
          </p:nvSpPr>
          <p:spPr bwMode="auto">
            <a:xfrm>
              <a:off x="6324601" y="5227638"/>
              <a:ext cx="463550" cy="190500"/>
            </a:xfrm>
            <a:custGeom>
              <a:avLst/>
              <a:gdLst>
                <a:gd name="T0" fmla="*/ 110 w 129"/>
                <a:gd name="T1" fmla="*/ 20 h 53"/>
                <a:gd name="T2" fmla="*/ 22 w 129"/>
                <a:gd name="T3" fmla="*/ 4 h 53"/>
                <a:gd name="T4" fmla="*/ 19 w 129"/>
                <a:gd name="T5" fmla="*/ 2 h 53"/>
                <a:gd name="T6" fmla="*/ 4 w 129"/>
                <a:gd name="T7" fmla="*/ 4 h 53"/>
                <a:gd name="T8" fmla="*/ 5 w 129"/>
                <a:gd name="T9" fmla="*/ 20 h 53"/>
                <a:gd name="T10" fmla="*/ 7 w 129"/>
                <a:gd name="T11" fmla="*/ 22 h 53"/>
                <a:gd name="T12" fmla="*/ 116 w 129"/>
                <a:gd name="T13" fmla="*/ 44 h 53"/>
                <a:gd name="T14" fmla="*/ 127 w 129"/>
                <a:gd name="T15" fmla="*/ 28 h 53"/>
                <a:gd name="T16" fmla="*/ 110 w 129"/>
                <a:gd name="T17" fmla="*/ 2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9" h="53">
                  <a:moveTo>
                    <a:pt x="110" y="20"/>
                  </a:moveTo>
                  <a:cubicBezTo>
                    <a:pt x="80" y="28"/>
                    <a:pt x="48" y="22"/>
                    <a:pt x="22" y="4"/>
                  </a:cubicBezTo>
                  <a:cubicBezTo>
                    <a:pt x="21" y="3"/>
                    <a:pt x="20" y="2"/>
                    <a:pt x="19" y="2"/>
                  </a:cubicBezTo>
                  <a:cubicBezTo>
                    <a:pt x="14" y="0"/>
                    <a:pt x="8" y="0"/>
                    <a:pt x="4" y="4"/>
                  </a:cubicBezTo>
                  <a:cubicBezTo>
                    <a:pt x="0" y="8"/>
                    <a:pt x="1" y="15"/>
                    <a:pt x="5" y="20"/>
                  </a:cubicBezTo>
                  <a:cubicBezTo>
                    <a:pt x="7" y="22"/>
                    <a:pt x="7" y="22"/>
                    <a:pt x="7" y="22"/>
                  </a:cubicBezTo>
                  <a:cubicBezTo>
                    <a:pt x="38" y="45"/>
                    <a:pt x="78" y="53"/>
                    <a:pt x="116" y="44"/>
                  </a:cubicBezTo>
                  <a:cubicBezTo>
                    <a:pt x="124" y="42"/>
                    <a:pt x="129" y="34"/>
                    <a:pt x="127" y="28"/>
                  </a:cubicBezTo>
                  <a:cubicBezTo>
                    <a:pt x="124" y="22"/>
                    <a:pt x="117" y="19"/>
                    <a:pt x="110"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48"/>
            <p:cNvSpPr>
              <a:spLocks/>
            </p:cNvSpPr>
            <p:nvPr/>
          </p:nvSpPr>
          <p:spPr bwMode="auto">
            <a:xfrm>
              <a:off x="6951663" y="4933951"/>
              <a:ext cx="330200" cy="960438"/>
            </a:xfrm>
            <a:custGeom>
              <a:avLst/>
              <a:gdLst>
                <a:gd name="T0" fmla="*/ 89 w 92"/>
                <a:gd name="T1" fmla="*/ 245 h 268"/>
                <a:gd name="T2" fmla="*/ 79 w 92"/>
                <a:gd name="T3" fmla="*/ 142 h 268"/>
                <a:gd name="T4" fmla="*/ 81 w 92"/>
                <a:gd name="T5" fmla="*/ 127 h 268"/>
                <a:gd name="T6" fmla="*/ 73 w 92"/>
                <a:gd name="T7" fmla="*/ 35 h 268"/>
                <a:gd name="T8" fmla="*/ 35 w 92"/>
                <a:gd name="T9" fmla="*/ 2 h 268"/>
                <a:gd name="T10" fmla="*/ 2 w 92"/>
                <a:gd name="T11" fmla="*/ 40 h 268"/>
                <a:gd name="T12" fmla="*/ 3 w 92"/>
                <a:gd name="T13" fmla="*/ 52 h 268"/>
                <a:gd name="T14" fmla="*/ 25 w 92"/>
                <a:gd name="T15" fmla="*/ 24 h 268"/>
                <a:gd name="T16" fmla="*/ 39 w 92"/>
                <a:gd name="T17" fmla="*/ 15 h 268"/>
                <a:gd name="T18" fmla="*/ 44 w 92"/>
                <a:gd name="T19" fmla="*/ 15 h 268"/>
                <a:gd name="T20" fmla="*/ 51 w 92"/>
                <a:gd name="T21" fmla="*/ 23 h 268"/>
                <a:gd name="T22" fmla="*/ 50 w 92"/>
                <a:gd name="T23" fmla="*/ 37 h 268"/>
                <a:gd name="T24" fmla="*/ 6 w 92"/>
                <a:gd name="T25" fmla="*/ 86 h 268"/>
                <a:gd name="T26" fmla="*/ 9 w 92"/>
                <a:gd name="T27" fmla="*/ 132 h 268"/>
                <a:gd name="T28" fmla="*/ 15 w 92"/>
                <a:gd name="T29" fmla="*/ 149 h 268"/>
                <a:gd name="T30" fmla="*/ 14 w 92"/>
                <a:gd name="T31" fmla="*/ 250 h 268"/>
                <a:gd name="T32" fmla="*/ 15 w 92"/>
                <a:gd name="T33" fmla="*/ 255 h 268"/>
                <a:gd name="T34" fmla="*/ 32 w 92"/>
                <a:gd name="T35" fmla="*/ 265 h 268"/>
                <a:gd name="T36" fmla="*/ 45 w 92"/>
                <a:gd name="T37" fmla="*/ 250 h 268"/>
                <a:gd name="T38" fmla="*/ 45 w 92"/>
                <a:gd name="T39" fmla="*/ 247 h 268"/>
                <a:gd name="T40" fmla="*/ 43 w 92"/>
                <a:gd name="T41" fmla="*/ 165 h 268"/>
                <a:gd name="T42" fmla="*/ 47 w 92"/>
                <a:gd name="T43" fmla="*/ 165 h 268"/>
                <a:gd name="T44" fmla="*/ 48 w 92"/>
                <a:gd name="T45" fmla="*/ 165 h 268"/>
                <a:gd name="T46" fmla="*/ 59 w 92"/>
                <a:gd name="T47" fmla="*/ 253 h 268"/>
                <a:gd name="T48" fmla="*/ 60 w 92"/>
                <a:gd name="T49" fmla="*/ 258 h 268"/>
                <a:gd name="T50" fmla="*/ 79 w 92"/>
                <a:gd name="T51" fmla="*/ 266 h 268"/>
                <a:gd name="T52" fmla="*/ 90 w 92"/>
                <a:gd name="T53" fmla="*/ 249 h 268"/>
                <a:gd name="T54" fmla="*/ 89 w 92"/>
                <a:gd name="T55" fmla="*/ 245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2" h="268">
                  <a:moveTo>
                    <a:pt x="89" y="245"/>
                  </a:moveTo>
                  <a:cubicBezTo>
                    <a:pt x="80" y="209"/>
                    <a:pt x="77" y="177"/>
                    <a:pt x="79" y="142"/>
                  </a:cubicBezTo>
                  <a:cubicBezTo>
                    <a:pt x="80" y="137"/>
                    <a:pt x="81" y="132"/>
                    <a:pt x="81" y="127"/>
                  </a:cubicBezTo>
                  <a:cubicBezTo>
                    <a:pt x="73" y="35"/>
                    <a:pt x="73" y="35"/>
                    <a:pt x="73" y="35"/>
                  </a:cubicBezTo>
                  <a:cubicBezTo>
                    <a:pt x="72" y="15"/>
                    <a:pt x="55" y="0"/>
                    <a:pt x="35" y="2"/>
                  </a:cubicBezTo>
                  <a:cubicBezTo>
                    <a:pt x="15" y="3"/>
                    <a:pt x="0" y="20"/>
                    <a:pt x="2" y="40"/>
                  </a:cubicBezTo>
                  <a:cubicBezTo>
                    <a:pt x="3" y="52"/>
                    <a:pt x="3" y="52"/>
                    <a:pt x="3" y="52"/>
                  </a:cubicBezTo>
                  <a:cubicBezTo>
                    <a:pt x="12" y="44"/>
                    <a:pt x="19" y="35"/>
                    <a:pt x="25" y="24"/>
                  </a:cubicBezTo>
                  <a:cubicBezTo>
                    <a:pt x="28" y="18"/>
                    <a:pt x="34" y="15"/>
                    <a:pt x="39" y="15"/>
                  </a:cubicBezTo>
                  <a:cubicBezTo>
                    <a:pt x="41" y="15"/>
                    <a:pt x="43" y="15"/>
                    <a:pt x="44" y="15"/>
                  </a:cubicBezTo>
                  <a:cubicBezTo>
                    <a:pt x="47" y="17"/>
                    <a:pt x="50" y="19"/>
                    <a:pt x="51" y="23"/>
                  </a:cubicBezTo>
                  <a:cubicBezTo>
                    <a:pt x="53" y="27"/>
                    <a:pt x="52" y="32"/>
                    <a:pt x="50" y="37"/>
                  </a:cubicBezTo>
                  <a:cubicBezTo>
                    <a:pt x="39" y="57"/>
                    <a:pt x="24" y="74"/>
                    <a:pt x="6" y="86"/>
                  </a:cubicBezTo>
                  <a:cubicBezTo>
                    <a:pt x="9" y="132"/>
                    <a:pt x="9" y="132"/>
                    <a:pt x="9" y="132"/>
                  </a:cubicBezTo>
                  <a:cubicBezTo>
                    <a:pt x="10" y="138"/>
                    <a:pt x="12" y="144"/>
                    <a:pt x="15" y="149"/>
                  </a:cubicBezTo>
                  <a:cubicBezTo>
                    <a:pt x="10" y="182"/>
                    <a:pt x="10" y="215"/>
                    <a:pt x="14" y="250"/>
                  </a:cubicBezTo>
                  <a:cubicBezTo>
                    <a:pt x="14" y="251"/>
                    <a:pt x="15" y="254"/>
                    <a:pt x="15" y="255"/>
                  </a:cubicBezTo>
                  <a:cubicBezTo>
                    <a:pt x="16" y="262"/>
                    <a:pt x="24" y="266"/>
                    <a:pt x="32" y="265"/>
                  </a:cubicBezTo>
                  <a:cubicBezTo>
                    <a:pt x="41" y="263"/>
                    <a:pt x="46" y="256"/>
                    <a:pt x="45" y="250"/>
                  </a:cubicBezTo>
                  <a:cubicBezTo>
                    <a:pt x="45" y="249"/>
                    <a:pt x="45" y="247"/>
                    <a:pt x="45" y="247"/>
                  </a:cubicBezTo>
                  <a:cubicBezTo>
                    <a:pt x="41" y="218"/>
                    <a:pt x="41" y="192"/>
                    <a:pt x="43" y="165"/>
                  </a:cubicBezTo>
                  <a:cubicBezTo>
                    <a:pt x="45" y="165"/>
                    <a:pt x="46" y="165"/>
                    <a:pt x="47" y="165"/>
                  </a:cubicBezTo>
                  <a:cubicBezTo>
                    <a:pt x="48" y="165"/>
                    <a:pt x="48" y="165"/>
                    <a:pt x="48" y="165"/>
                  </a:cubicBezTo>
                  <a:cubicBezTo>
                    <a:pt x="48" y="195"/>
                    <a:pt x="52" y="223"/>
                    <a:pt x="59" y="253"/>
                  </a:cubicBezTo>
                  <a:cubicBezTo>
                    <a:pt x="59" y="254"/>
                    <a:pt x="60" y="257"/>
                    <a:pt x="60" y="258"/>
                  </a:cubicBezTo>
                  <a:cubicBezTo>
                    <a:pt x="62" y="265"/>
                    <a:pt x="71" y="268"/>
                    <a:pt x="79" y="266"/>
                  </a:cubicBezTo>
                  <a:cubicBezTo>
                    <a:pt x="87" y="263"/>
                    <a:pt x="92" y="256"/>
                    <a:pt x="90" y="249"/>
                  </a:cubicBezTo>
                  <a:cubicBezTo>
                    <a:pt x="90" y="249"/>
                    <a:pt x="89" y="246"/>
                    <a:pt x="89" y="2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49"/>
            <p:cNvSpPr>
              <a:spLocks/>
            </p:cNvSpPr>
            <p:nvPr/>
          </p:nvSpPr>
          <p:spPr bwMode="auto">
            <a:xfrm>
              <a:off x="6956426" y="4705351"/>
              <a:ext cx="328612" cy="239713"/>
            </a:xfrm>
            <a:custGeom>
              <a:avLst/>
              <a:gdLst>
                <a:gd name="T0" fmla="*/ 27 w 92"/>
                <a:gd name="T1" fmla="*/ 58 h 67"/>
                <a:gd name="T2" fmla="*/ 61 w 92"/>
                <a:gd name="T3" fmla="*/ 35 h 67"/>
                <a:gd name="T4" fmla="*/ 62 w 92"/>
                <a:gd name="T5" fmla="*/ 32 h 67"/>
                <a:gd name="T6" fmla="*/ 71 w 92"/>
                <a:gd name="T7" fmla="*/ 67 h 67"/>
                <a:gd name="T8" fmla="*/ 92 w 92"/>
                <a:gd name="T9" fmla="*/ 60 h 67"/>
                <a:gd name="T10" fmla="*/ 73 w 92"/>
                <a:gd name="T11" fmla="*/ 21 h 67"/>
                <a:gd name="T12" fmla="*/ 58 w 92"/>
                <a:gd name="T13" fmla="*/ 17 h 67"/>
                <a:gd name="T14" fmla="*/ 37 w 92"/>
                <a:gd name="T15" fmla="*/ 3 h 67"/>
                <a:gd name="T16" fmla="*/ 3 w 92"/>
                <a:gd name="T17" fmla="*/ 26 h 67"/>
                <a:gd name="T18" fmla="*/ 27 w 92"/>
                <a:gd name="T19" fmla="*/ 5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 h="67">
                  <a:moveTo>
                    <a:pt x="27" y="58"/>
                  </a:moveTo>
                  <a:cubicBezTo>
                    <a:pt x="44" y="61"/>
                    <a:pt x="59" y="51"/>
                    <a:pt x="61" y="35"/>
                  </a:cubicBezTo>
                  <a:cubicBezTo>
                    <a:pt x="62" y="34"/>
                    <a:pt x="62" y="33"/>
                    <a:pt x="62" y="32"/>
                  </a:cubicBezTo>
                  <a:cubicBezTo>
                    <a:pt x="67" y="38"/>
                    <a:pt x="71" y="67"/>
                    <a:pt x="71" y="67"/>
                  </a:cubicBezTo>
                  <a:cubicBezTo>
                    <a:pt x="92" y="60"/>
                    <a:pt x="92" y="60"/>
                    <a:pt x="92" y="60"/>
                  </a:cubicBezTo>
                  <a:cubicBezTo>
                    <a:pt x="87" y="37"/>
                    <a:pt x="82" y="27"/>
                    <a:pt x="73" y="21"/>
                  </a:cubicBezTo>
                  <a:cubicBezTo>
                    <a:pt x="65" y="17"/>
                    <a:pt x="61" y="16"/>
                    <a:pt x="58" y="17"/>
                  </a:cubicBezTo>
                  <a:cubicBezTo>
                    <a:pt x="54" y="10"/>
                    <a:pt x="46" y="4"/>
                    <a:pt x="37" y="3"/>
                  </a:cubicBezTo>
                  <a:cubicBezTo>
                    <a:pt x="20" y="0"/>
                    <a:pt x="5" y="10"/>
                    <a:pt x="3" y="26"/>
                  </a:cubicBezTo>
                  <a:cubicBezTo>
                    <a:pt x="0" y="41"/>
                    <a:pt x="11" y="56"/>
                    <a:pt x="27"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50"/>
            <p:cNvSpPr>
              <a:spLocks/>
            </p:cNvSpPr>
            <p:nvPr/>
          </p:nvSpPr>
          <p:spPr bwMode="auto">
            <a:xfrm>
              <a:off x="6751638" y="4987926"/>
              <a:ext cx="387350" cy="315913"/>
            </a:xfrm>
            <a:custGeom>
              <a:avLst/>
              <a:gdLst>
                <a:gd name="T0" fmla="*/ 104 w 108"/>
                <a:gd name="T1" fmla="*/ 21 h 88"/>
                <a:gd name="T2" fmla="*/ 99 w 108"/>
                <a:gd name="T3" fmla="*/ 2 h 88"/>
                <a:gd name="T4" fmla="*/ 83 w 108"/>
                <a:gd name="T5" fmla="*/ 10 h 88"/>
                <a:gd name="T6" fmla="*/ 12 w 108"/>
                <a:gd name="T7" fmla="*/ 64 h 88"/>
                <a:gd name="T8" fmla="*/ 9 w 108"/>
                <a:gd name="T9" fmla="*/ 65 h 88"/>
                <a:gd name="T10" fmla="*/ 0 w 108"/>
                <a:gd name="T11" fmla="*/ 78 h 88"/>
                <a:gd name="T12" fmla="*/ 13 w 108"/>
                <a:gd name="T13" fmla="*/ 88 h 88"/>
                <a:gd name="T14" fmla="*/ 15 w 108"/>
                <a:gd name="T15" fmla="*/ 88 h 88"/>
                <a:gd name="T16" fmla="*/ 104 w 108"/>
                <a:gd name="T17" fmla="*/ 2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88">
                  <a:moveTo>
                    <a:pt x="104" y="21"/>
                  </a:moveTo>
                  <a:cubicBezTo>
                    <a:pt x="108" y="13"/>
                    <a:pt x="106" y="5"/>
                    <a:pt x="99" y="2"/>
                  </a:cubicBezTo>
                  <a:cubicBezTo>
                    <a:pt x="93" y="0"/>
                    <a:pt x="86" y="3"/>
                    <a:pt x="83" y="10"/>
                  </a:cubicBezTo>
                  <a:cubicBezTo>
                    <a:pt x="68" y="37"/>
                    <a:pt x="42" y="57"/>
                    <a:pt x="12" y="64"/>
                  </a:cubicBezTo>
                  <a:cubicBezTo>
                    <a:pt x="11" y="64"/>
                    <a:pt x="9" y="65"/>
                    <a:pt x="9" y="65"/>
                  </a:cubicBezTo>
                  <a:cubicBezTo>
                    <a:pt x="4" y="68"/>
                    <a:pt x="0" y="73"/>
                    <a:pt x="0" y="78"/>
                  </a:cubicBezTo>
                  <a:cubicBezTo>
                    <a:pt x="1" y="84"/>
                    <a:pt x="6" y="88"/>
                    <a:pt x="13" y="88"/>
                  </a:cubicBezTo>
                  <a:cubicBezTo>
                    <a:pt x="14" y="88"/>
                    <a:pt x="15" y="88"/>
                    <a:pt x="15" y="88"/>
                  </a:cubicBezTo>
                  <a:cubicBezTo>
                    <a:pt x="53" y="80"/>
                    <a:pt x="86" y="55"/>
                    <a:pt x="104"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51"/>
            <p:cNvSpPr>
              <a:spLocks noEditPoints="1"/>
            </p:cNvSpPr>
            <p:nvPr/>
          </p:nvSpPr>
          <p:spPr bwMode="auto">
            <a:xfrm>
              <a:off x="6554788" y="4816476"/>
              <a:ext cx="174625" cy="136525"/>
            </a:xfrm>
            <a:custGeom>
              <a:avLst/>
              <a:gdLst>
                <a:gd name="T0" fmla="*/ 25 w 110"/>
                <a:gd name="T1" fmla="*/ 27 h 86"/>
                <a:gd name="T2" fmla="*/ 27 w 110"/>
                <a:gd name="T3" fmla="*/ 29 h 86"/>
                <a:gd name="T4" fmla="*/ 25 w 110"/>
                <a:gd name="T5" fmla="*/ 34 h 86"/>
                <a:gd name="T6" fmla="*/ 27 w 110"/>
                <a:gd name="T7" fmla="*/ 40 h 86"/>
                <a:gd name="T8" fmla="*/ 79 w 110"/>
                <a:gd name="T9" fmla="*/ 77 h 86"/>
                <a:gd name="T10" fmla="*/ 83 w 110"/>
                <a:gd name="T11" fmla="*/ 70 h 86"/>
                <a:gd name="T12" fmla="*/ 92 w 110"/>
                <a:gd name="T13" fmla="*/ 74 h 86"/>
                <a:gd name="T14" fmla="*/ 88 w 110"/>
                <a:gd name="T15" fmla="*/ 81 h 86"/>
                <a:gd name="T16" fmla="*/ 92 w 110"/>
                <a:gd name="T17" fmla="*/ 86 h 86"/>
                <a:gd name="T18" fmla="*/ 110 w 110"/>
                <a:gd name="T19" fmla="*/ 58 h 86"/>
                <a:gd name="T20" fmla="*/ 106 w 110"/>
                <a:gd name="T21" fmla="*/ 56 h 86"/>
                <a:gd name="T22" fmla="*/ 101 w 110"/>
                <a:gd name="T23" fmla="*/ 61 h 86"/>
                <a:gd name="T24" fmla="*/ 92 w 110"/>
                <a:gd name="T25" fmla="*/ 56 h 86"/>
                <a:gd name="T26" fmla="*/ 99 w 110"/>
                <a:gd name="T27" fmla="*/ 49 h 86"/>
                <a:gd name="T28" fmla="*/ 47 w 110"/>
                <a:gd name="T29" fmla="*/ 13 h 86"/>
                <a:gd name="T30" fmla="*/ 38 w 110"/>
                <a:gd name="T31" fmla="*/ 13 h 86"/>
                <a:gd name="T32" fmla="*/ 36 w 110"/>
                <a:gd name="T33" fmla="*/ 18 h 86"/>
                <a:gd name="T34" fmla="*/ 34 w 110"/>
                <a:gd name="T35" fmla="*/ 16 h 86"/>
                <a:gd name="T36" fmla="*/ 31 w 110"/>
                <a:gd name="T37" fmla="*/ 20 h 86"/>
                <a:gd name="T38" fmla="*/ 2 w 110"/>
                <a:gd name="T39" fmla="*/ 0 h 86"/>
                <a:gd name="T40" fmla="*/ 0 w 110"/>
                <a:gd name="T41" fmla="*/ 2 h 86"/>
                <a:gd name="T42" fmla="*/ 29 w 110"/>
                <a:gd name="T43" fmla="*/ 25 h 86"/>
                <a:gd name="T44" fmla="*/ 25 w 110"/>
                <a:gd name="T45" fmla="*/ 27 h 86"/>
                <a:gd name="T46" fmla="*/ 40 w 110"/>
                <a:gd name="T47" fmla="*/ 16 h 86"/>
                <a:gd name="T48" fmla="*/ 45 w 110"/>
                <a:gd name="T49" fmla="*/ 16 h 86"/>
                <a:gd name="T50" fmla="*/ 95 w 110"/>
                <a:gd name="T51" fmla="*/ 49 h 86"/>
                <a:gd name="T52" fmla="*/ 92 w 110"/>
                <a:gd name="T53" fmla="*/ 56 h 86"/>
                <a:gd name="T54" fmla="*/ 68 w 110"/>
                <a:gd name="T55" fmla="*/ 38 h 86"/>
                <a:gd name="T56" fmla="*/ 70 w 110"/>
                <a:gd name="T57" fmla="*/ 34 h 86"/>
                <a:gd name="T58" fmla="*/ 68 w 110"/>
                <a:gd name="T59" fmla="*/ 31 h 86"/>
                <a:gd name="T60" fmla="*/ 52 w 110"/>
                <a:gd name="T61" fmla="*/ 54 h 86"/>
                <a:gd name="T62" fmla="*/ 54 w 110"/>
                <a:gd name="T63" fmla="*/ 56 h 86"/>
                <a:gd name="T64" fmla="*/ 56 w 110"/>
                <a:gd name="T65" fmla="*/ 52 h 86"/>
                <a:gd name="T66" fmla="*/ 83 w 110"/>
                <a:gd name="T67" fmla="*/ 70 h 86"/>
                <a:gd name="T68" fmla="*/ 79 w 110"/>
                <a:gd name="T69" fmla="*/ 74 h 86"/>
                <a:gd name="T70" fmla="*/ 29 w 110"/>
                <a:gd name="T71" fmla="*/ 38 h 86"/>
                <a:gd name="T72" fmla="*/ 27 w 110"/>
                <a:gd name="T73" fmla="*/ 34 h 86"/>
                <a:gd name="T74" fmla="*/ 40 w 110"/>
                <a:gd name="T75" fmla="*/ 1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0" h="86">
                  <a:moveTo>
                    <a:pt x="25" y="27"/>
                  </a:moveTo>
                  <a:lnTo>
                    <a:pt x="27" y="29"/>
                  </a:lnTo>
                  <a:lnTo>
                    <a:pt x="25" y="34"/>
                  </a:lnTo>
                  <a:lnTo>
                    <a:pt x="27" y="40"/>
                  </a:lnTo>
                  <a:lnTo>
                    <a:pt x="79" y="77"/>
                  </a:lnTo>
                  <a:lnTo>
                    <a:pt x="83" y="70"/>
                  </a:lnTo>
                  <a:lnTo>
                    <a:pt x="92" y="74"/>
                  </a:lnTo>
                  <a:lnTo>
                    <a:pt x="88" y="81"/>
                  </a:lnTo>
                  <a:lnTo>
                    <a:pt x="92" y="86"/>
                  </a:lnTo>
                  <a:lnTo>
                    <a:pt x="110" y="58"/>
                  </a:lnTo>
                  <a:lnTo>
                    <a:pt x="106" y="56"/>
                  </a:lnTo>
                  <a:lnTo>
                    <a:pt x="101" y="61"/>
                  </a:lnTo>
                  <a:lnTo>
                    <a:pt x="92" y="56"/>
                  </a:lnTo>
                  <a:lnTo>
                    <a:pt x="99" y="49"/>
                  </a:lnTo>
                  <a:lnTo>
                    <a:pt x="47" y="13"/>
                  </a:lnTo>
                  <a:lnTo>
                    <a:pt x="38" y="13"/>
                  </a:lnTo>
                  <a:lnTo>
                    <a:pt x="36" y="18"/>
                  </a:lnTo>
                  <a:lnTo>
                    <a:pt x="34" y="16"/>
                  </a:lnTo>
                  <a:lnTo>
                    <a:pt x="31" y="20"/>
                  </a:lnTo>
                  <a:lnTo>
                    <a:pt x="2" y="0"/>
                  </a:lnTo>
                  <a:lnTo>
                    <a:pt x="0" y="2"/>
                  </a:lnTo>
                  <a:lnTo>
                    <a:pt x="29" y="25"/>
                  </a:lnTo>
                  <a:lnTo>
                    <a:pt x="25" y="27"/>
                  </a:lnTo>
                  <a:close/>
                  <a:moveTo>
                    <a:pt x="40" y="16"/>
                  </a:moveTo>
                  <a:lnTo>
                    <a:pt x="45" y="16"/>
                  </a:lnTo>
                  <a:lnTo>
                    <a:pt x="95" y="49"/>
                  </a:lnTo>
                  <a:lnTo>
                    <a:pt x="92" y="56"/>
                  </a:lnTo>
                  <a:lnTo>
                    <a:pt x="68" y="38"/>
                  </a:lnTo>
                  <a:lnTo>
                    <a:pt x="70" y="34"/>
                  </a:lnTo>
                  <a:lnTo>
                    <a:pt x="68" y="31"/>
                  </a:lnTo>
                  <a:lnTo>
                    <a:pt x="52" y="54"/>
                  </a:lnTo>
                  <a:lnTo>
                    <a:pt x="54" y="56"/>
                  </a:lnTo>
                  <a:lnTo>
                    <a:pt x="56" y="52"/>
                  </a:lnTo>
                  <a:lnTo>
                    <a:pt x="83" y="70"/>
                  </a:lnTo>
                  <a:lnTo>
                    <a:pt x="79" y="74"/>
                  </a:lnTo>
                  <a:lnTo>
                    <a:pt x="29" y="38"/>
                  </a:lnTo>
                  <a:lnTo>
                    <a:pt x="27" y="34"/>
                  </a:lnTo>
                  <a:lnTo>
                    <a:pt x="4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52"/>
            <p:cNvSpPr>
              <a:spLocks/>
            </p:cNvSpPr>
            <p:nvPr/>
          </p:nvSpPr>
          <p:spPr bwMode="auto">
            <a:xfrm>
              <a:off x="6705601" y="4902201"/>
              <a:ext cx="254000" cy="211138"/>
            </a:xfrm>
            <a:custGeom>
              <a:avLst/>
              <a:gdLst>
                <a:gd name="T0" fmla="*/ 3 w 71"/>
                <a:gd name="T1" fmla="*/ 23 h 59"/>
                <a:gd name="T2" fmla="*/ 6 w 71"/>
                <a:gd name="T3" fmla="*/ 27 h 59"/>
                <a:gd name="T4" fmla="*/ 29 w 71"/>
                <a:gd name="T5" fmla="*/ 59 h 59"/>
                <a:gd name="T6" fmla="*/ 70 w 71"/>
                <a:gd name="T7" fmla="*/ 59 h 59"/>
                <a:gd name="T8" fmla="*/ 71 w 71"/>
                <a:gd name="T9" fmla="*/ 34 h 59"/>
                <a:gd name="T10" fmla="*/ 40 w 71"/>
                <a:gd name="T11" fmla="*/ 35 h 59"/>
                <a:gd name="T12" fmla="*/ 22 w 71"/>
                <a:gd name="T13" fmla="*/ 8 h 59"/>
                <a:gd name="T14" fmla="*/ 6 w 71"/>
                <a:gd name="T15" fmla="*/ 7 h 59"/>
                <a:gd name="T16" fmla="*/ 3 w 71"/>
                <a:gd name="T17" fmla="*/ 23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 h="59">
                  <a:moveTo>
                    <a:pt x="3" y="23"/>
                  </a:moveTo>
                  <a:cubicBezTo>
                    <a:pt x="6" y="27"/>
                    <a:pt x="6" y="27"/>
                    <a:pt x="6" y="27"/>
                  </a:cubicBezTo>
                  <a:cubicBezTo>
                    <a:pt x="29" y="59"/>
                    <a:pt x="29" y="59"/>
                    <a:pt x="29" y="59"/>
                  </a:cubicBezTo>
                  <a:cubicBezTo>
                    <a:pt x="29" y="59"/>
                    <a:pt x="52" y="59"/>
                    <a:pt x="70" y="59"/>
                  </a:cubicBezTo>
                  <a:cubicBezTo>
                    <a:pt x="69" y="53"/>
                    <a:pt x="68" y="39"/>
                    <a:pt x="71" y="34"/>
                  </a:cubicBezTo>
                  <a:cubicBezTo>
                    <a:pt x="60" y="34"/>
                    <a:pt x="47" y="35"/>
                    <a:pt x="40" y="35"/>
                  </a:cubicBezTo>
                  <a:cubicBezTo>
                    <a:pt x="22" y="8"/>
                    <a:pt x="22" y="8"/>
                    <a:pt x="22" y="8"/>
                  </a:cubicBezTo>
                  <a:cubicBezTo>
                    <a:pt x="22" y="8"/>
                    <a:pt x="16" y="0"/>
                    <a:pt x="6" y="7"/>
                  </a:cubicBezTo>
                  <a:cubicBezTo>
                    <a:pt x="0" y="11"/>
                    <a:pt x="0" y="19"/>
                    <a:pt x="3"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2" name="组合 41"/>
          <p:cNvGrpSpPr/>
          <p:nvPr/>
        </p:nvGrpSpPr>
        <p:grpSpPr>
          <a:xfrm>
            <a:off x="7654926" y="4708526"/>
            <a:ext cx="561974" cy="1182688"/>
            <a:chOff x="7654926" y="4708526"/>
            <a:chExt cx="561974" cy="1182688"/>
          </a:xfrm>
          <a:solidFill>
            <a:schemeClr val="tx1">
              <a:lumMod val="65000"/>
              <a:lumOff val="35000"/>
            </a:schemeClr>
          </a:solidFill>
        </p:grpSpPr>
        <p:sp>
          <p:nvSpPr>
            <p:cNvPr id="43" name="Freeform 60"/>
            <p:cNvSpPr>
              <a:spLocks/>
            </p:cNvSpPr>
            <p:nvPr/>
          </p:nvSpPr>
          <p:spPr bwMode="auto">
            <a:xfrm>
              <a:off x="7794626" y="5013326"/>
              <a:ext cx="74612" cy="111125"/>
            </a:xfrm>
            <a:custGeom>
              <a:avLst/>
              <a:gdLst>
                <a:gd name="T0" fmla="*/ 4 w 21"/>
                <a:gd name="T1" fmla="*/ 21 h 31"/>
                <a:gd name="T2" fmla="*/ 17 w 21"/>
                <a:gd name="T3" fmla="*/ 31 h 31"/>
                <a:gd name="T4" fmla="*/ 18 w 21"/>
                <a:gd name="T5" fmla="*/ 15 h 31"/>
                <a:gd name="T6" fmla="*/ 15 w 21"/>
                <a:gd name="T7" fmla="*/ 6 h 31"/>
                <a:gd name="T8" fmla="*/ 14 w 21"/>
                <a:gd name="T9" fmla="*/ 6 h 31"/>
                <a:gd name="T10" fmla="*/ 14 w 21"/>
                <a:gd name="T11" fmla="*/ 6 h 31"/>
                <a:gd name="T12" fmla="*/ 5 w 21"/>
                <a:gd name="T13" fmla="*/ 2 h 31"/>
                <a:gd name="T14" fmla="*/ 4 w 21"/>
                <a:gd name="T15" fmla="*/ 2 h 31"/>
                <a:gd name="T16" fmla="*/ 1 w 21"/>
                <a:gd name="T17" fmla="*/ 12 h 31"/>
                <a:gd name="T18" fmla="*/ 1 w 21"/>
                <a:gd name="T19" fmla="*/ 12 h 31"/>
                <a:gd name="T20" fmla="*/ 1 w 21"/>
                <a:gd name="T21" fmla="*/ 12 h 31"/>
                <a:gd name="T22" fmla="*/ 4 w 21"/>
                <a:gd name="T23" fmla="*/ 2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31">
                  <a:moveTo>
                    <a:pt x="4" y="21"/>
                  </a:moveTo>
                  <a:cubicBezTo>
                    <a:pt x="6" y="25"/>
                    <a:pt x="10" y="30"/>
                    <a:pt x="17" y="31"/>
                  </a:cubicBezTo>
                  <a:cubicBezTo>
                    <a:pt x="21" y="26"/>
                    <a:pt x="20" y="19"/>
                    <a:pt x="18" y="15"/>
                  </a:cubicBezTo>
                  <a:cubicBezTo>
                    <a:pt x="15" y="6"/>
                    <a:pt x="15" y="6"/>
                    <a:pt x="15" y="6"/>
                  </a:cubicBezTo>
                  <a:cubicBezTo>
                    <a:pt x="14" y="6"/>
                    <a:pt x="14" y="6"/>
                    <a:pt x="14" y="6"/>
                  </a:cubicBezTo>
                  <a:cubicBezTo>
                    <a:pt x="14" y="6"/>
                    <a:pt x="14" y="6"/>
                    <a:pt x="14" y="6"/>
                  </a:cubicBezTo>
                  <a:cubicBezTo>
                    <a:pt x="12" y="3"/>
                    <a:pt x="8" y="0"/>
                    <a:pt x="5" y="2"/>
                  </a:cubicBezTo>
                  <a:cubicBezTo>
                    <a:pt x="4" y="2"/>
                    <a:pt x="4" y="2"/>
                    <a:pt x="4" y="2"/>
                  </a:cubicBezTo>
                  <a:cubicBezTo>
                    <a:pt x="1" y="3"/>
                    <a:pt x="0" y="8"/>
                    <a:pt x="1" y="12"/>
                  </a:cubicBezTo>
                  <a:cubicBezTo>
                    <a:pt x="1" y="12"/>
                    <a:pt x="1" y="12"/>
                    <a:pt x="1" y="12"/>
                  </a:cubicBezTo>
                  <a:cubicBezTo>
                    <a:pt x="1" y="12"/>
                    <a:pt x="1" y="12"/>
                    <a:pt x="1" y="12"/>
                  </a:cubicBezTo>
                  <a:lnTo>
                    <a:pt x="4"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61"/>
            <p:cNvSpPr>
              <a:spLocks/>
            </p:cNvSpPr>
            <p:nvPr/>
          </p:nvSpPr>
          <p:spPr bwMode="auto">
            <a:xfrm>
              <a:off x="7777163" y="5537201"/>
              <a:ext cx="100012" cy="354013"/>
            </a:xfrm>
            <a:custGeom>
              <a:avLst/>
              <a:gdLst>
                <a:gd name="T0" fmla="*/ 0 w 28"/>
                <a:gd name="T1" fmla="*/ 85 h 99"/>
                <a:gd name="T2" fmla="*/ 14 w 28"/>
                <a:gd name="T3" fmla="*/ 99 h 99"/>
                <a:gd name="T4" fmla="*/ 28 w 28"/>
                <a:gd name="T5" fmla="*/ 85 h 99"/>
                <a:gd name="T6" fmla="*/ 28 w 28"/>
                <a:gd name="T7" fmla="*/ 2 h 99"/>
                <a:gd name="T8" fmla="*/ 0 w 28"/>
                <a:gd name="T9" fmla="*/ 0 h 99"/>
                <a:gd name="T10" fmla="*/ 0 w 28"/>
                <a:gd name="T11" fmla="*/ 85 h 99"/>
              </a:gdLst>
              <a:ahLst/>
              <a:cxnLst>
                <a:cxn ang="0">
                  <a:pos x="T0" y="T1"/>
                </a:cxn>
                <a:cxn ang="0">
                  <a:pos x="T2" y="T3"/>
                </a:cxn>
                <a:cxn ang="0">
                  <a:pos x="T4" y="T5"/>
                </a:cxn>
                <a:cxn ang="0">
                  <a:pos x="T6" y="T7"/>
                </a:cxn>
                <a:cxn ang="0">
                  <a:pos x="T8" y="T9"/>
                </a:cxn>
                <a:cxn ang="0">
                  <a:pos x="T10" y="T11"/>
                </a:cxn>
              </a:cxnLst>
              <a:rect l="0" t="0" r="r" b="b"/>
              <a:pathLst>
                <a:path w="28" h="99">
                  <a:moveTo>
                    <a:pt x="0" y="85"/>
                  </a:moveTo>
                  <a:cubicBezTo>
                    <a:pt x="0" y="93"/>
                    <a:pt x="6" y="99"/>
                    <a:pt x="14" y="99"/>
                  </a:cubicBezTo>
                  <a:cubicBezTo>
                    <a:pt x="22" y="99"/>
                    <a:pt x="28" y="93"/>
                    <a:pt x="28" y="85"/>
                  </a:cubicBezTo>
                  <a:cubicBezTo>
                    <a:pt x="28" y="2"/>
                    <a:pt x="28" y="2"/>
                    <a:pt x="28" y="2"/>
                  </a:cubicBezTo>
                  <a:cubicBezTo>
                    <a:pt x="22" y="2"/>
                    <a:pt x="10" y="2"/>
                    <a:pt x="0" y="0"/>
                  </a:cubicBezTo>
                  <a:lnTo>
                    <a:pt x="0" y="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62"/>
            <p:cNvSpPr>
              <a:spLocks/>
            </p:cNvSpPr>
            <p:nvPr/>
          </p:nvSpPr>
          <p:spPr bwMode="auto">
            <a:xfrm>
              <a:off x="7797801" y="4708526"/>
              <a:ext cx="182562" cy="85725"/>
            </a:xfrm>
            <a:custGeom>
              <a:avLst/>
              <a:gdLst>
                <a:gd name="T0" fmla="*/ 51 w 51"/>
                <a:gd name="T1" fmla="*/ 13 h 24"/>
                <a:gd name="T2" fmla="*/ 51 w 51"/>
                <a:gd name="T3" fmla="*/ 13 h 24"/>
                <a:gd name="T4" fmla="*/ 25 w 51"/>
                <a:gd name="T5" fmla="*/ 0 h 24"/>
                <a:gd name="T6" fmla="*/ 0 w 51"/>
                <a:gd name="T7" fmla="*/ 13 h 24"/>
                <a:gd name="T8" fmla="*/ 0 w 51"/>
                <a:gd name="T9" fmla="*/ 13 h 24"/>
                <a:gd name="T10" fmla="*/ 0 w 51"/>
                <a:gd name="T11" fmla="*/ 24 h 24"/>
                <a:gd name="T12" fmla="*/ 51 w 51"/>
                <a:gd name="T13" fmla="*/ 24 h 24"/>
                <a:gd name="T14" fmla="*/ 51 w 51"/>
                <a:gd name="T15" fmla="*/ 13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24">
                  <a:moveTo>
                    <a:pt x="51" y="13"/>
                  </a:moveTo>
                  <a:cubicBezTo>
                    <a:pt x="51" y="13"/>
                    <a:pt x="51" y="13"/>
                    <a:pt x="51" y="13"/>
                  </a:cubicBezTo>
                  <a:cubicBezTo>
                    <a:pt x="51" y="6"/>
                    <a:pt x="39" y="0"/>
                    <a:pt x="25" y="0"/>
                  </a:cubicBezTo>
                  <a:cubicBezTo>
                    <a:pt x="11" y="0"/>
                    <a:pt x="0" y="6"/>
                    <a:pt x="0" y="13"/>
                  </a:cubicBezTo>
                  <a:cubicBezTo>
                    <a:pt x="0" y="13"/>
                    <a:pt x="0" y="13"/>
                    <a:pt x="0" y="13"/>
                  </a:cubicBezTo>
                  <a:cubicBezTo>
                    <a:pt x="0" y="24"/>
                    <a:pt x="0" y="24"/>
                    <a:pt x="0" y="24"/>
                  </a:cubicBezTo>
                  <a:cubicBezTo>
                    <a:pt x="51" y="24"/>
                    <a:pt x="51" y="24"/>
                    <a:pt x="51" y="24"/>
                  </a:cubicBezTo>
                  <a:lnTo>
                    <a:pt x="51"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63"/>
            <p:cNvSpPr>
              <a:spLocks noEditPoints="1"/>
            </p:cNvSpPr>
            <p:nvPr/>
          </p:nvSpPr>
          <p:spPr bwMode="auto">
            <a:xfrm>
              <a:off x="7654926" y="4938713"/>
              <a:ext cx="501650" cy="598488"/>
            </a:xfrm>
            <a:custGeom>
              <a:avLst/>
              <a:gdLst>
                <a:gd name="T0" fmla="*/ 87 w 140"/>
                <a:gd name="T1" fmla="*/ 141 h 167"/>
                <a:gd name="T2" fmla="*/ 104 w 140"/>
                <a:gd name="T3" fmla="*/ 134 h 167"/>
                <a:gd name="T4" fmla="*/ 109 w 140"/>
                <a:gd name="T5" fmla="*/ 115 h 167"/>
                <a:gd name="T6" fmla="*/ 117 w 140"/>
                <a:gd name="T7" fmla="*/ 131 h 167"/>
                <a:gd name="T8" fmla="*/ 133 w 140"/>
                <a:gd name="T9" fmla="*/ 120 h 167"/>
                <a:gd name="T10" fmla="*/ 91 w 140"/>
                <a:gd name="T11" fmla="*/ 2 h 167"/>
                <a:gd name="T12" fmla="*/ 88 w 140"/>
                <a:gd name="T13" fmla="*/ 39 h 167"/>
                <a:gd name="T14" fmla="*/ 84 w 140"/>
                <a:gd name="T15" fmla="*/ 48 h 167"/>
                <a:gd name="T16" fmla="*/ 85 w 140"/>
                <a:gd name="T17" fmla="*/ 38 h 167"/>
                <a:gd name="T18" fmla="*/ 90 w 140"/>
                <a:gd name="T19" fmla="*/ 6 h 167"/>
                <a:gd name="T20" fmla="*/ 79 w 140"/>
                <a:gd name="T21" fmla="*/ 0 h 167"/>
                <a:gd name="T22" fmla="*/ 51 w 140"/>
                <a:gd name="T23" fmla="*/ 0 h 167"/>
                <a:gd name="T24" fmla="*/ 44 w 140"/>
                <a:gd name="T25" fmla="*/ 19 h 167"/>
                <a:gd name="T26" fmla="*/ 56 w 140"/>
                <a:gd name="T27" fmla="*/ 26 h 167"/>
                <a:gd name="T28" fmla="*/ 59 w 140"/>
                <a:gd name="T29" fmla="*/ 35 h 167"/>
                <a:gd name="T30" fmla="*/ 63 w 140"/>
                <a:gd name="T31" fmla="*/ 52 h 167"/>
                <a:gd name="T32" fmla="*/ 66 w 140"/>
                <a:gd name="T33" fmla="*/ 52 h 167"/>
                <a:gd name="T34" fmla="*/ 63 w 140"/>
                <a:gd name="T35" fmla="*/ 54 h 167"/>
                <a:gd name="T36" fmla="*/ 51 w 140"/>
                <a:gd name="T37" fmla="*/ 59 h 167"/>
                <a:gd name="T38" fmla="*/ 48 w 140"/>
                <a:gd name="T39" fmla="*/ 59 h 167"/>
                <a:gd name="T40" fmla="*/ 50 w 140"/>
                <a:gd name="T41" fmla="*/ 57 h 167"/>
                <a:gd name="T42" fmla="*/ 41 w 140"/>
                <a:gd name="T43" fmla="*/ 42 h 167"/>
                <a:gd name="T44" fmla="*/ 37 w 140"/>
                <a:gd name="T45" fmla="*/ 34 h 167"/>
                <a:gd name="T46" fmla="*/ 41 w 140"/>
                <a:gd name="T47" fmla="*/ 20 h 167"/>
                <a:gd name="T48" fmla="*/ 41 w 140"/>
                <a:gd name="T49" fmla="*/ 8 h 167"/>
                <a:gd name="T50" fmla="*/ 44 w 140"/>
                <a:gd name="T51" fmla="*/ 3 h 167"/>
                <a:gd name="T52" fmla="*/ 24 w 140"/>
                <a:gd name="T53" fmla="*/ 12 h 167"/>
                <a:gd name="T54" fmla="*/ 17 w 140"/>
                <a:gd name="T55" fmla="*/ 21 h 167"/>
                <a:gd name="T56" fmla="*/ 19 w 140"/>
                <a:gd name="T57" fmla="*/ 110 h 167"/>
                <a:gd name="T58" fmla="*/ 38 w 140"/>
                <a:gd name="T59" fmla="*/ 101 h 167"/>
                <a:gd name="T60" fmla="*/ 28 w 140"/>
                <a:gd name="T61" fmla="*/ 52 h 167"/>
                <a:gd name="T62" fmla="*/ 29 w 140"/>
                <a:gd name="T63" fmla="*/ 73 h 167"/>
                <a:gd name="T64" fmla="*/ 39 w 140"/>
                <a:gd name="T65" fmla="*/ 101 h 167"/>
                <a:gd name="T66" fmla="*/ 27 w 140"/>
                <a:gd name="T67" fmla="*/ 116 h 167"/>
                <a:gd name="T68" fmla="*/ 27 w 140"/>
                <a:gd name="T69" fmla="*/ 122 h 167"/>
                <a:gd name="T70" fmla="*/ 64 w 140"/>
                <a:gd name="T71" fmla="*/ 167 h 167"/>
                <a:gd name="T72" fmla="*/ 81 w 140"/>
                <a:gd name="T73" fmla="*/ 167 h 167"/>
                <a:gd name="T74" fmla="*/ 65 w 140"/>
                <a:gd name="T75" fmla="*/ 144 h 167"/>
                <a:gd name="T76" fmla="*/ 65 w 140"/>
                <a:gd name="T77" fmla="*/ 138 h 167"/>
                <a:gd name="T78" fmla="*/ 65 w 140"/>
                <a:gd name="T79" fmla="*/ 144 h 167"/>
                <a:gd name="T80" fmla="*/ 62 w 140"/>
                <a:gd name="T81" fmla="*/ 116 h 167"/>
                <a:gd name="T82" fmla="*/ 68 w 140"/>
                <a:gd name="T83" fmla="*/ 116 h 167"/>
                <a:gd name="T84" fmla="*/ 65 w 140"/>
                <a:gd name="T85" fmla="*/ 94 h 167"/>
                <a:gd name="T86" fmla="*/ 65 w 140"/>
                <a:gd name="T87" fmla="*/ 88 h 167"/>
                <a:gd name="T88" fmla="*/ 65 w 140"/>
                <a:gd name="T89" fmla="*/ 94 h 167"/>
                <a:gd name="T90" fmla="*/ 62 w 140"/>
                <a:gd name="T91" fmla="*/ 66 h 167"/>
                <a:gd name="T92" fmla="*/ 68 w 140"/>
                <a:gd name="T93" fmla="*/ 66 h 167"/>
                <a:gd name="T94" fmla="*/ 65 w 140"/>
                <a:gd name="T95" fmla="*/ 45 h 167"/>
                <a:gd name="T96" fmla="*/ 65 w 140"/>
                <a:gd name="T97" fmla="*/ 38 h 167"/>
                <a:gd name="T98" fmla="*/ 65 w 140"/>
                <a:gd name="T99" fmla="*/ 45 h 167"/>
                <a:gd name="T100" fmla="*/ 62 w 140"/>
                <a:gd name="T101" fmla="*/ 17 h 167"/>
                <a:gd name="T102" fmla="*/ 68 w 140"/>
                <a:gd name="T103" fmla="*/ 1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67">
                  <a:moveTo>
                    <a:pt x="81" y="147"/>
                  </a:moveTo>
                  <a:cubicBezTo>
                    <a:pt x="81" y="144"/>
                    <a:pt x="84" y="141"/>
                    <a:pt x="87" y="141"/>
                  </a:cubicBezTo>
                  <a:cubicBezTo>
                    <a:pt x="100" y="141"/>
                    <a:pt x="100" y="141"/>
                    <a:pt x="100" y="141"/>
                  </a:cubicBezTo>
                  <a:cubicBezTo>
                    <a:pt x="101" y="138"/>
                    <a:pt x="102" y="136"/>
                    <a:pt x="104" y="134"/>
                  </a:cubicBezTo>
                  <a:cubicBezTo>
                    <a:pt x="100" y="47"/>
                    <a:pt x="100" y="47"/>
                    <a:pt x="100" y="47"/>
                  </a:cubicBezTo>
                  <a:cubicBezTo>
                    <a:pt x="111" y="68"/>
                    <a:pt x="114" y="92"/>
                    <a:pt x="109" y="115"/>
                  </a:cubicBezTo>
                  <a:cubicBezTo>
                    <a:pt x="109" y="116"/>
                    <a:pt x="109" y="118"/>
                    <a:pt x="109" y="119"/>
                  </a:cubicBezTo>
                  <a:cubicBezTo>
                    <a:pt x="109" y="124"/>
                    <a:pt x="112" y="130"/>
                    <a:pt x="117" y="131"/>
                  </a:cubicBezTo>
                  <a:cubicBezTo>
                    <a:pt x="122" y="133"/>
                    <a:pt x="128" y="130"/>
                    <a:pt x="131" y="124"/>
                  </a:cubicBezTo>
                  <a:cubicBezTo>
                    <a:pt x="131" y="124"/>
                    <a:pt x="132" y="121"/>
                    <a:pt x="133" y="120"/>
                  </a:cubicBezTo>
                  <a:cubicBezTo>
                    <a:pt x="140" y="83"/>
                    <a:pt x="131" y="44"/>
                    <a:pt x="108" y="14"/>
                  </a:cubicBezTo>
                  <a:cubicBezTo>
                    <a:pt x="108" y="14"/>
                    <a:pt x="102" y="6"/>
                    <a:pt x="91" y="2"/>
                  </a:cubicBezTo>
                  <a:cubicBezTo>
                    <a:pt x="92" y="3"/>
                    <a:pt x="92" y="4"/>
                    <a:pt x="93" y="4"/>
                  </a:cubicBezTo>
                  <a:cubicBezTo>
                    <a:pt x="98" y="15"/>
                    <a:pt x="92" y="32"/>
                    <a:pt x="88" y="39"/>
                  </a:cubicBezTo>
                  <a:cubicBezTo>
                    <a:pt x="89" y="41"/>
                    <a:pt x="90" y="42"/>
                    <a:pt x="90" y="43"/>
                  </a:cubicBezTo>
                  <a:cubicBezTo>
                    <a:pt x="89" y="46"/>
                    <a:pt x="87" y="48"/>
                    <a:pt x="84" y="48"/>
                  </a:cubicBezTo>
                  <a:cubicBezTo>
                    <a:pt x="81" y="47"/>
                    <a:pt x="79" y="45"/>
                    <a:pt x="80" y="42"/>
                  </a:cubicBezTo>
                  <a:cubicBezTo>
                    <a:pt x="80" y="39"/>
                    <a:pt x="83" y="37"/>
                    <a:pt x="85" y="38"/>
                  </a:cubicBezTo>
                  <a:cubicBezTo>
                    <a:pt x="86" y="38"/>
                    <a:pt x="86" y="38"/>
                    <a:pt x="86" y="38"/>
                  </a:cubicBezTo>
                  <a:cubicBezTo>
                    <a:pt x="88" y="31"/>
                    <a:pt x="94" y="15"/>
                    <a:pt x="90" y="6"/>
                  </a:cubicBezTo>
                  <a:cubicBezTo>
                    <a:pt x="88" y="4"/>
                    <a:pt x="87" y="2"/>
                    <a:pt x="84" y="1"/>
                  </a:cubicBezTo>
                  <a:cubicBezTo>
                    <a:pt x="82" y="0"/>
                    <a:pt x="81" y="0"/>
                    <a:pt x="79" y="0"/>
                  </a:cubicBezTo>
                  <a:cubicBezTo>
                    <a:pt x="52" y="0"/>
                    <a:pt x="52" y="0"/>
                    <a:pt x="52" y="0"/>
                  </a:cubicBezTo>
                  <a:cubicBezTo>
                    <a:pt x="51" y="0"/>
                    <a:pt x="51" y="0"/>
                    <a:pt x="51" y="0"/>
                  </a:cubicBezTo>
                  <a:cubicBezTo>
                    <a:pt x="49" y="1"/>
                    <a:pt x="48" y="3"/>
                    <a:pt x="46" y="4"/>
                  </a:cubicBezTo>
                  <a:cubicBezTo>
                    <a:pt x="43" y="9"/>
                    <a:pt x="44" y="16"/>
                    <a:pt x="44" y="19"/>
                  </a:cubicBezTo>
                  <a:cubicBezTo>
                    <a:pt x="49" y="18"/>
                    <a:pt x="54" y="21"/>
                    <a:pt x="56" y="26"/>
                  </a:cubicBezTo>
                  <a:cubicBezTo>
                    <a:pt x="56" y="26"/>
                    <a:pt x="56" y="26"/>
                    <a:pt x="56" y="26"/>
                  </a:cubicBezTo>
                  <a:cubicBezTo>
                    <a:pt x="55" y="26"/>
                    <a:pt x="55" y="26"/>
                    <a:pt x="55" y="26"/>
                  </a:cubicBezTo>
                  <a:cubicBezTo>
                    <a:pt x="59" y="35"/>
                    <a:pt x="59" y="35"/>
                    <a:pt x="59" y="35"/>
                  </a:cubicBezTo>
                  <a:cubicBezTo>
                    <a:pt x="61" y="41"/>
                    <a:pt x="61" y="47"/>
                    <a:pt x="58" y="53"/>
                  </a:cubicBezTo>
                  <a:cubicBezTo>
                    <a:pt x="59" y="53"/>
                    <a:pt x="61" y="53"/>
                    <a:pt x="63" y="52"/>
                  </a:cubicBezTo>
                  <a:cubicBezTo>
                    <a:pt x="63" y="51"/>
                    <a:pt x="64" y="51"/>
                    <a:pt x="64" y="51"/>
                  </a:cubicBezTo>
                  <a:cubicBezTo>
                    <a:pt x="65" y="50"/>
                    <a:pt x="66" y="52"/>
                    <a:pt x="66" y="52"/>
                  </a:cubicBezTo>
                  <a:cubicBezTo>
                    <a:pt x="66" y="52"/>
                    <a:pt x="67" y="54"/>
                    <a:pt x="66" y="54"/>
                  </a:cubicBezTo>
                  <a:cubicBezTo>
                    <a:pt x="65" y="55"/>
                    <a:pt x="64" y="55"/>
                    <a:pt x="63" y="54"/>
                  </a:cubicBezTo>
                  <a:cubicBezTo>
                    <a:pt x="61" y="55"/>
                    <a:pt x="59" y="55"/>
                    <a:pt x="57" y="54"/>
                  </a:cubicBezTo>
                  <a:cubicBezTo>
                    <a:pt x="55" y="56"/>
                    <a:pt x="53" y="58"/>
                    <a:pt x="51" y="59"/>
                  </a:cubicBezTo>
                  <a:cubicBezTo>
                    <a:pt x="51" y="60"/>
                    <a:pt x="51" y="61"/>
                    <a:pt x="50" y="61"/>
                  </a:cubicBezTo>
                  <a:cubicBezTo>
                    <a:pt x="49" y="61"/>
                    <a:pt x="48" y="59"/>
                    <a:pt x="48" y="59"/>
                  </a:cubicBezTo>
                  <a:cubicBezTo>
                    <a:pt x="48" y="59"/>
                    <a:pt x="47" y="58"/>
                    <a:pt x="48" y="57"/>
                  </a:cubicBezTo>
                  <a:cubicBezTo>
                    <a:pt x="49" y="57"/>
                    <a:pt x="50" y="57"/>
                    <a:pt x="50" y="57"/>
                  </a:cubicBezTo>
                  <a:cubicBezTo>
                    <a:pt x="52" y="56"/>
                    <a:pt x="53" y="55"/>
                    <a:pt x="54" y="54"/>
                  </a:cubicBezTo>
                  <a:cubicBezTo>
                    <a:pt x="48" y="53"/>
                    <a:pt x="44" y="48"/>
                    <a:pt x="41" y="42"/>
                  </a:cubicBezTo>
                  <a:cubicBezTo>
                    <a:pt x="38" y="34"/>
                    <a:pt x="38" y="34"/>
                    <a:pt x="38" y="34"/>
                  </a:cubicBezTo>
                  <a:cubicBezTo>
                    <a:pt x="37" y="34"/>
                    <a:pt x="37" y="34"/>
                    <a:pt x="37" y="34"/>
                  </a:cubicBezTo>
                  <a:cubicBezTo>
                    <a:pt x="37" y="34"/>
                    <a:pt x="37" y="34"/>
                    <a:pt x="37" y="34"/>
                  </a:cubicBezTo>
                  <a:cubicBezTo>
                    <a:pt x="34" y="28"/>
                    <a:pt x="36" y="22"/>
                    <a:pt x="41" y="20"/>
                  </a:cubicBezTo>
                  <a:cubicBezTo>
                    <a:pt x="41" y="18"/>
                    <a:pt x="40" y="13"/>
                    <a:pt x="41" y="8"/>
                  </a:cubicBezTo>
                  <a:cubicBezTo>
                    <a:pt x="41" y="8"/>
                    <a:pt x="41" y="8"/>
                    <a:pt x="41" y="8"/>
                  </a:cubicBezTo>
                  <a:cubicBezTo>
                    <a:pt x="41" y="7"/>
                    <a:pt x="41" y="7"/>
                    <a:pt x="41" y="7"/>
                  </a:cubicBezTo>
                  <a:cubicBezTo>
                    <a:pt x="42" y="6"/>
                    <a:pt x="43" y="4"/>
                    <a:pt x="44" y="3"/>
                  </a:cubicBezTo>
                  <a:cubicBezTo>
                    <a:pt x="44" y="2"/>
                    <a:pt x="44" y="1"/>
                    <a:pt x="45" y="1"/>
                  </a:cubicBezTo>
                  <a:cubicBezTo>
                    <a:pt x="35" y="3"/>
                    <a:pt x="27" y="9"/>
                    <a:pt x="24" y="12"/>
                  </a:cubicBezTo>
                  <a:cubicBezTo>
                    <a:pt x="24" y="12"/>
                    <a:pt x="24" y="12"/>
                    <a:pt x="24" y="12"/>
                  </a:cubicBezTo>
                  <a:cubicBezTo>
                    <a:pt x="21" y="15"/>
                    <a:pt x="19" y="18"/>
                    <a:pt x="17" y="21"/>
                  </a:cubicBezTo>
                  <a:cubicBezTo>
                    <a:pt x="2" y="51"/>
                    <a:pt x="0" y="79"/>
                    <a:pt x="17" y="107"/>
                  </a:cubicBezTo>
                  <a:cubicBezTo>
                    <a:pt x="18" y="107"/>
                    <a:pt x="19" y="110"/>
                    <a:pt x="19" y="110"/>
                  </a:cubicBezTo>
                  <a:cubicBezTo>
                    <a:pt x="22" y="114"/>
                    <a:pt x="27" y="116"/>
                    <a:pt x="32" y="113"/>
                  </a:cubicBezTo>
                  <a:cubicBezTo>
                    <a:pt x="37" y="111"/>
                    <a:pt x="39" y="106"/>
                    <a:pt x="38" y="101"/>
                  </a:cubicBezTo>
                  <a:cubicBezTo>
                    <a:pt x="37" y="101"/>
                    <a:pt x="37" y="99"/>
                    <a:pt x="36" y="99"/>
                  </a:cubicBezTo>
                  <a:cubicBezTo>
                    <a:pt x="27" y="82"/>
                    <a:pt x="25" y="67"/>
                    <a:pt x="28" y="52"/>
                  </a:cubicBezTo>
                  <a:cubicBezTo>
                    <a:pt x="29" y="50"/>
                    <a:pt x="30" y="48"/>
                    <a:pt x="30" y="46"/>
                  </a:cubicBezTo>
                  <a:cubicBezTo>
                    <a:pt x="29" y="73"/>
                    <a:pt x="29" y="73"/>
                    <a:pt x="29" y="73"/>
                  </a:cubicBezTo>
                  <a:cubicBezTo>
                    <a:pt x="31" y="81"/>
                    <a:pt x="34" y="89"/>
                    <a:pt x="38" y="98"/>
                  </a:cubicBezTo>
                  <a:cubicBezTo>
                    <a:pt x="38" y="98"/>
                    <a:pt x="39" y="101"/>
                    <a:pt x="39" y="101"/>
                  </a:cubicBezTo>
                  <a:cubicBezTo>
                    <a:pt x="41" y="106"/>
                    <a:pt x="39" y="113"/>
                    <a:pt x="33" y="115"/>
                  </a:cubicBezTo>
                  <a:cubicBezTo>
                    <a:pt x="31" y="116"/>
                    <a:pt x="29" y="116"/>
                    <a:pt x="27" y="116"/>
                  </a:cubicBezTo>
                  <a:cubicBezTo>
                    <a:pt x="27" y="122"/>
                    <a:pt x="27" y="122"/>
                    <a:pt x="27" y="122"/>
                  </a:cubicBezTo>
                  <a:cubicBezTo>
                    <a:pt x="27" y="122"/>
                    <a:pt x="27" y="122"/>
                    <a:pt x="27" y="122"/>
                  </a:cubicBezTo>
                  <a:cubicBezTo>
                    <a:pt x="26" y="160"/>
                    <a:pt x="26" y="160"/>
                    <a:pt x="26" y="160"/>
                  </a:cubicBezTo>
                  <a:cubicBezTo>
                    <a:pt x="26" y="164"/>
                    <a:pt x="43" y="167"/>
                    <a:pt x="64" y="167"/>
                  </a:cubicBezTo>
                  <a:cubicBezTo>
                    <a:pt x="67" y="167"/>
                    <a:pt x="67" y="167"/>
                    <a:pt x="67" y="167"/>
                  </a:cubicBezTo>
                  <a:cubicBezTo>
                    <a:pt x="72" y="167"/>
                    <a:pt x="76" y="167"/>
                    <a:pt x="81" y="167"/>
                  </a:cubicBezTo>
                  <a:lnTo>
                    <a:pt x="81" y="147"/>
                  </a:lnTo>
                  <a:close/>
                  <a:moveTo>
                    <a:pt x="65" y="144"/>
                  </a:moveTo>
                  <a:cubicBezTo>
                    <a:pt x="63" y="144"/>
                    <a:pt x="62" y="143"/>
                    <a:pt x="62" y="141"/>
                  </a:cubicBezTo>
                  <a:cubicBezTo>
                    <a:pt x="62" y="139"/>
                    <a:pt x="63" y="138"/>
                    <a:pt x="65" y="138"/>
                  </a:cubicBezTo>
                  <a:cubicBezTo>
                    <a:pt x="67" y="138"/>
                    <a:pt x="68" y="139"/>
                    <a:pt x="68" y="141"/>
                  </a:cubicBezTo>
                  <a:cubicBezTo>
                    <a:pt x="68" y="143"/>
                    <a:pt x="67" y="144"/>
                    <a:pt x="65" y="144"/>
                  </a:cubicBezTo>
                  <a:close/>
                  <a:moveTo>
                    <a:pt x="65" y="119"/>
                  </a:moveTo>
                  <a:cubicBezTo>
                    <a:pt x="63" y="119"/>
                    <a:pt x="62" y="118"/>
                    <a:pt x="62" y="116"/>
                  </a:cubicBezTo>
                  <a:cubicBezTo>
                    <a:pt x="62" y="114"/>
                    <a:pt x="63" y="113"/>
                    <a:pt x="65" y="113"/>
                  </a:cubicBezTo>
                  <a:cubicBezTo>
                    <a:pt x="67" y="113"/>
                    <a:pt x="68" y="114"/>
                    <a:pt x="68" y="116"/>
                  </a:cubicBezTo>
                  <a:cubicBezTo>
                    <a:pt x="68" y="118"/>
                    <a:pt x="67" y="119"/>
                    <a:pt x="65" y="119"/>
                  </a:cubicBezTo>
                  <a:close/>
                  <a:moveTo>
                    <a:pt x="65" y="94"/>
                  </a:moveTo>
                  <a:cubicBezTo>
                    <a:pt x="63" y="94"/>
                    <a:pt x="62" y="93"/>
                    <a:pt x="62" y="91"/>
                  </a:cubicBezTo>
                  <a:cubicBezTo>
                    <a:pt x="62" y="89"/>
                    <a:pt x="63" y="88"/>
                    <a:pt x="65" y="88"/>
                  </a:cubicBezTo>
                  <a:cubicBezTo>
                    <a:pt x="67" y="88"/>
                    <a:pt x="68" y="89"/>
                    <a:pt x="68" y="91"/>
                  </a:cubicBezTo>
                  <a:cubicBezTo>
                    <a:pt x="68" y="93"/>
                    <a:pt x="67" y="94"/>
                    <a:pt x="65" y="94"/>
                  </a:cubicBezTo>
                  <a:close/>
                  <a:moveTo>
                    <a:pt x="65" y="70"/>
                  </a:moveTo>
                  <a:cubicBezTo>
                    <a:pt x="63" y="70"/>
                    <a:pt x="62" y="68"/>
                    <a:pt x="62" y="66"/>
                  </a:cubicBezTo>
                  <a:cubicBezTo>
                    <a:pt x="62" y="65"/>
                    <a:pt x="63" y="63"/>
                    <a:pt x="65" y="63"/>
                  </a:cubicBezTo>
                  <a:cubicBezTo>
                    <a:pt x="67" y="63"/>
                    <a:pt x="68" y="65"/>
                    <a:pt x="68" y="66"/>
                  </a:cubicBezTo>
                  <a:cubicBezTo>
                    <a:pt x="68" y="68"/>
                    <a:pt x="67" y="70"/>
                    <a:pt x="65" y="70"/>
                  </a:cubicBezTo>
                  <a:close/>
                  <a:moveTo>
                    <a:pt x="65" y="45"/>
                  </a:moveTo>
                  <a:cubicBezTo>
                    <a:pt x="63" y="45"/>
                    <a:pt x="62" y="43"/>
                    <a:pt x="62" y="42"/>
                  </a:cubicBezTo>
                  <a:cubicBezTo>
                    <a:pt x="62" y="40"/>
                    <a:pt x="63" y="38"/>
                    <a:pt x="65" y="38"/>
                  </a:cubicBezTo>
                  <a:cubicBezTo>
                    <a:pt x="67" y="38"/>
                    <a:pt x="68" y="40"/>
                    <a:pt x="68" y="42"/>
                  </a:cubicBezTo>
                  <a:cubicBezTo>
                    <a:pt x="68" y="43"/>
                    <a:pt x="67" y="45"/>
                    <a:pt x="65" y="45"/>
                  </a:cubicBezTo>
                  <a:close/>
                  <a:moveTo>
                    <a:pt x="65" y="20"/>
                  </a:moveTo>
                  <a:cubicBezTo>
                    <a:pt x="63" y="20"/>
                    <a:pt x="62" y="19"/>
                    <a:pt x="62" y="17"/>
                  </a:cubicBezTo>
                  <a:cubicBezTo>
                    <a:pt x="62" y="15"/>
                    <a:pt x="63" y="14"/>
                    <a:pt x="65" y="14"/>
                  </a:cubicBezTo>
                  <a:cubicBezTo>
                    <a:pt x="67" y="14"/>
                    <a:pt x="68" y="15"/>
                    <a:pt x="68" y="17"/>
                  </a:cubicBezTo>
                  <a:cubicBezTo>
                    <a:pt x="68" y="19"/>
                    <a:pt x="67" y="20"/>
                    <a:pt x="65"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64"/>
            <p:cNvSpPr>
              <a:spLocks/>
            </p:cNvSpPr>
            <p:nvPr/>
          </p:nvSpPr>
          <p:spPr bwMode="auto">
            <a:xfrm>
              <a:off x="7897813" y="5543551"/>
              <a:ext cx="96837" cy="347663"/>
            </a:xfrm>
            <a:custGeom>
              <a:avLst/>
              <a:gdLst>
                <a:gd name="T0" fmla="*/ 13 w 27"/>
                <a:gd name="T1" fmla="*/ 22 h 97"/>
                <a:gd name="T2" fmla="*/ 13 w 27"/>
                <a:gd name="T3" fmla="*/ 0 h 97"/>
                <a:gd name="T4" fmla="*/ 0 w 27"/>
                <a:gd name="T5" fmla="*/ 0 h 97"/>
                <a:gd name="T6" fmla="*/ 0 w 27"/>
                <a:gd name="T7" fmla="*/ 83 h 97"/>
                <a:gd name="T8" fmla="*/ 14 w 27"/>
                <a:gd name="T9" fmla="*/ 97 h 97"/>
                <a:gd name="T10" fmla="*/ 27 w 27"/>
                <a:gd name="T11" fmla="*/ 83 h 97"/>
                <a:gd name="T12" fmla="*/ 27 w 27"/>
                <a:gd name="T13" fmla="*/ 28 h 97"/>
                <a:gd name="T14" fmla="*/ 19 w 27"/>
                <a:gd name="T15" fmla="*/ 28 h 97"/>
                <a:gd name="T16" fmla="*/ 13 w 27"/>
                <a:gd name="T17" fmla="*/ 2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97">
                  <a:moveTo>
                    <a:pt x="13" y="22"/>
                  </a:moveTo>
                  <a:cubicBezTo>
                    <a:pt x="13" y="0"/>
                    <a:pt x="13" y="0"/>
                    <a:pt x="13" y="0"/>
                  </a:cubicBezTo>
                  <a:cubicBezTo>
                    <a:pt x="7" y="0"/>
                    <a:pt x="3" y="0"/>
                    <a:pt x="0" y="0"/>
                  </a:cubicBezTo>
                  <a:cubicBezTo>
                    <a:pt x="0" y="83"/>
                    <a:pt x="0" y="83"/>
                    <a:pt x="0" y="83"/>
                  </a:cubicBezTo>
                  <a:cubicBezTo>
                    <a:pt x="0" y="91"/>
                    <a:pt x="6" y="97"/>
                    <a:pt x="14" y="97"/>
                  </a:cubicBezTo>
                  <a:cubicBezTo>
                    <a:pt x="21" y="97"/>
                    <a:pt x="27" y="91"/>
                    <a:pt x="27" y="83"/>
                  </a:cubicBezTo>
                  <a:cubicBezTo>
                    <a:pt x="27" y="28"/>
                    <a:pt x="27" y="28"/>
                    <a:pt x="27" y="28"/>
                  </a:cubicBezTo>
                  <a:cubicBezTo>
                    <a:pt x="19" y="28"/>
                    <a:pt x="19" y="28"/>
                    <a:pt x="19" y="28"/>
                  </a:cubicBezTo>
                  <a:cubicBezTo>
                    <a:pt x="16" y="28"/>
                    <a:pt x="13" y="25"/>
                    <a:pt x="13"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65"/>
            <p:cNvSpPr>
              <a:spLocks noEditPoints="1"/>
            </p:cNvSpPr>
            <p:nvPr/>
          </p:nvSpPr>
          <p:spPr bwMode="auto">
            <a:xfrm>
              <a:off x="7951788" y="5418138"/>
              <a:ext cx="265112" cy="219075"/>
            </a:xfrm>
            <a:custGeom>
              <a:avLst/>
              <a:gdLst>
                <a:gd name="T0" fmla="*/ 70 w 74"/>
                <a:gd name="T1" fmla="*/ 9 h 61"/>
                <a:gd name="T2" fmla="*/ 55 w 74"/>
                <a:gd name="T3" fmla="*/ 9 h 61"/>
                <a:gd name="T4" fmla="*/ 46 w 74"/>
                <a:gd name="T5" fmla="*/ 0 h 61"/>
                <a:gd name="T6" fmla="*/ 28 w 74"/>
                <a:gd name="T7" fmla="*/ 0 h 61"/>
                <a:gd name="T8" fmla="*/ 19 w 74"/>
                <a:gd name="T9" fmla="*/ 9 h 61"/>
                <a:gd name="T10" fmla="*/ 4 w 74"/>
                <a:gd name="T11" fmla="*/ 9 h 61"/>
                <a:gd name="T12" fmla="*/ 0 w 74"/>
                <a:gd name="T13" fmla="*/ 13 h 61"/>
                <a:gd name="T14" fmla="*/ 0 w 74"/>
                <a:gd name="T15" fmla="*/ 57 h 61"/>
                <a:gd name="T16" fmla="*/ 4 w 74"/>
                <a:gd name="T17" fmla="*/ 61 h 61"/>
                <a:gd name="T18" fmla="*/ 70 w 74"/>
                <a:gd name="T19" fmla="*/ 61 h 61"/>
                <a:gd name="T20" fmla="*/ 74 w 74"/>
                <a:gd name="T21" fmla="*/ 57 h 61"/>
                <a:gd name="T22" fmla="*/ 74 w 74"/>
                <a:gd name="T23" fmla="*/ 13 h 61"/>
                <a:gd name="T24" fmla="*/ 70 w 74"/>
                <a:gd name="T25" fmla="*/ 9 h 61"/>
                <a:gd name="T26" fmla="*/ 28 w 74"/>
                <a:gd name="T27" fmla="*/ 6 h 61"/>
                <a:gd name="T28" fmla="*/ 46 w 74"/>
                <a:gd name="T29" fmla="*/ 6 h 61"/>
                <a:gd name="T30" fmla="*/ 49 w 74"/>
                <a:gd name="T31" fmla="*/ 9 h 61"/>
                <a:gd name="T32" fmla="*/ 24 w 74"/>
                <a:gd name="T33" fmla="*/ 9 h 61"/>
                <a:gd name="T34" fmla="*/ 28 w 74"/>
                <a:gd name="T35" fmla="*/ 6 h 61"/>
                <a:gd name="T36" fmla="*/ 52 w 74"/>
                <a:gd name="T37" fmla="*/ 42 h 61"/>
                <a:gd name="T38" fmla="*/ 43 w 74"/>
                <a:gd name="T39" fmla="*/ 42 h 61"/>
                <a:gd name="T40" fmla="*/ 43 w 74"/>
                <a:gd name="T41" fmla="*/ 51 h 61"/>
                <a:gd name="T42" fmla="*/ 31 w 74"/>
                <a:gd name="T43" fmla="*/ 51 h 61"/>
                <a:gd name="T44" fmla="*/ 31 w 74"/>
                <a:gd name="T45" fmla="*/ 42 h 61"/>
                <a:gd name="T46" fmla="*/ 22 w 74"/>
                <a:gd name="T47" fmla="*/ 42 h 61"/>
                <a:gd name="T48" fmla="*/ 22 w 74"/>
                <a:gd name="T49" fmla="*/ 30 h 61"/>
                <a:gd name="T50" fmla="*/ 31 w 74"/>
                <a:gd name="T51" fmla="*/ 30 h 61"/>
                <a:gd name="T52" fmla="*/ 31 w 74"/>
                <a:gd name="T53" fmla="*/ 22 h 61"/>
                <a:gd name="T54" fmla="*/ 43 w 74"/>
                <a:gd name="T55" fmla="*/ 22 h 61"/>
                <a:gd name="T56" fmla="*/ 43 w 74"/>
                <a:gd name="T57" fmla="*/ 30 h 61"/>
                <a:gd name="T58" fmla="*/ 52 w 74"/>
                <a:gd name="T59" fmla="*/ 30 h 61"/>
                <a:gd name="T60" fmla="*/ 52 w 74"/>
                <a:gd name="T61" fmla="*/ 4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4" h="61">
                  <a:moveTo>
                    <a:pt x="70" y="9"/>
                  </a:moveTo>
                  <a:cubicBezTo>
                    <a:pt x="55" y="9"/>
                    <a:pt x="55" y="9"/>
                    <a:pt x="55" y="9"/>
                  </a:cubicBezTo>
                  <a:cubicBezTo>
                    <a:pt x="54" y="4"/>
                    <a:pt x="51" y="0"/>
                    <a:pt x="46" y="0"/>
                  </a:cubicBezTo>
                  <a:cubicBezTo>
                    <a:pt x="28" y="0"/>
                    <a:pt x="28" y="0"/>
                    <a:pt x="28" y="0"/>
                  </a:cubicBezTo>
                  <a:cubicBezTo>
                    <a:pt x="23" y="0"/>
                    <a:pt x="19" y="4"/>
                    <a:pt x="19" y="9"/>
                  </a:cubicBezTo>
                  <a:cubicBezTo>
                    <a:pt x="4" y="9"/>
                    <a:pt x="4" y="9"/>
                    <a:pt x="4" y="9"/>
                  </a:cubicBezTo>
                  <a:cubicBezTo>
                    <a:pt x="2" y="9"/>
                    <a:pt x="0" y="11"/>
                    <a:pt x="0" y="13"/>
                  </a:cubicBezTo>
                  <a:cubicBezTo>
                    <a:pt x="0" y="57"/>
                    <a:pt x="0" y="57"/>
                    <a:pt x="0" y="57"/>
                  </a:cubicBezTo>
                  <a:cubicBezTo>
                    <a:pt x="0" y="59"/>
                    <a:pt x="2" y="61"/>
                    <a:pt x="4" y="61"/>
                  </a:cubicBezTo>
                  <a:cubicBezTo>
                    <a:pt x="70" y="61"/>
                    <a:pt x="70" y="61"/>
                    <a:pt x="70" y="61"/>
                  </a:cubicBezTo>
                  <a:cubicBezTo>
                    <a:pt x="72" y="61"/>
                    <a:pt x="74" y="59"/>
                    <a:pt x="74" y="57"/>
                  </a:cubicBezTo>
                  <a:cubicBezTo>
                    <a:pt x="74" y="13"/>
                    <a:pt x="74" y="13"/>
                    <a:pt x="74" y="13"/>
                  </a:cubicBezTo>
                  <a:cubicBezTo>
                    <a:pt x="74" y="11"/>
                    <a:pt x="72" y="9"/>
                    <a:pt x="70" y="9"/>
                  </a:cubicBezTo>
                  <a:close/>
                  <a:moveTo>
                    <a:pt x="28" y="6"/>
                  </a:moveTo>
                  <a:cubicBezTo>
                    <a:pt x="46" y="6"/>
                    <a:pt x="46" y="6"/>
                    <a:pt x="46" y="6"/>
                  </a:cubicBezTo>
                  <a:cubicBezTo>
                    <a:pt x="48" y="6"/>
                    <a:pt x="49" y="7"/>
                    <a:pt x="49" y="9"/>
                  </a:cubicBezTo>
                  <a:cubicBezTo>
                    <a:pt x="24" y="9"/>
                    <a:pt x="24" y="9"/>
                    <a:pt x="24" y="9"/>
                  </a:cubicBezTo>
                  <a:cubicBezTo>
                    <a:pt x="24" y="7"/>
                    <a:pt x="26" y="6"/>
                    <a:pt x="28" y="6"/>
                  </a:cubicBezTo>
                  <a:close/>
                  <a:moveTo>
                    <a:pt x="52" y="42"/>
                  </a:moveTo>
                  <a:cubicBezTo>
                    <a:pt x="43" y="42"/>
                    <a:pt x="43" y="42"/>
                    <a:pt x="43" y="42"/>
                  </a:cubicBezTo>
                  <a:cubicBezTo>
                    <a:pt x="43" y="51"/>
                    <a:pt x="43" y="51"/>
                    <a:pt x="43" y="51"/>
                  </a:cubicBezTo>
                  <a:cubicBezTo>
                    <a:pt x="31" y="51"/>
                    <a:pt x="31" y="51"/>
                    <a:pt x="31" y="51"/>
                  </a:cubicBezTo>
                  <a:cubicBezTo>
                    <a:pt x="31" y="42"/>
                    <a:pt x="31" y="42"/>
                    <a:pt x="31" y="42"/>
                  </a:cubicBezTo>
                  <a:cubicBezTo>
                    <a:pt x="22" y="42"/>
                    <a:pt x="22" y="42"/>
                    <a:pt x="22" y="42"/>
                  </a:cubicBezTo>
                  <a:cubicBezTo>
                    <a:pt x="22" y="30"/>
                    <a:pt x="22" y="30"/>
                    <a:pt x="22" y="30"/>
                  </a:cubicBezTo>
                  <a:cubicBezTo>
                    <a:pt x="31" y="30"/>
                    <a:pt x="31" y="30"/>
                    <a:pt x="31" y="30"/>
                  </a:cubicBezTo>
                  <a:cubicBezTo>
                    <a:pt x="31" y="22"/>
                    <a:pt x="31" y="22"/>
                    <a:pt x="31" y="22"/>
                  </a:cubicBezTo>
                  <a:cubicBezTo>
                    <a:pt x="43" y="22"/>
                    <a:pt x="43" y="22"/>
                    <a:pt x="43" y="22"/>
                  </a:cubicBezTo>
                  <a:cubicBezTo>
                    <a:pt x="43" y="30"/>
                    <a:pt x="43" y="30"/>
                    <a:pt x="43" y="30"/>
                  </a:cubicBezTo>
                  <a:cubicBezTo>
                    <a:pt x="52" y="30"/>
                    <a:pt x="52" y="30"/>
                    <a:pt x="52" y="30"/>
                  </a:cubicBezTo>
                  <a:lnTo>
                    <a:pt x="52"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Rectangle 66"/>
            <p:cNvSpPr>
              <a:spLocks noChangeArrowheads="1"/>
            </p:cNvSpPr>
            <p:nvPr/>
          </p:nvSpPr>
          <p:spPr bwMode="auto">
            <a:xfrm>
              <a:off x="7908926" y="4841876"/>
              <a:ext cx="47625"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Rectangle 67"/>
            <p:cNvSpPr>
              <a:spLocks noChangeArrowheads="1"/>
            </p:cNvSpPr>
            <p:nvPr/>
          </p:nvSpPr>
          <p:spPr bwMode="auto">
            <a:xfrm>
              <a:off x="7820026" y="4841876"/>
              <a:ext cx="49212"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68"/>
            <p:cNvSpPr>
              <a:spLocks noEditPoints="1"/>
            </p:cNvSpPr>
            <p:nvPr/>
          </p:nvSpPr>
          <p:spPr bwMode="auto">
            <a:xfrm>
              <a:off x="7797801" y="4802188"/>
              <a:ext cx="179387" cy="128588"/>
            </a:xfrm>
            <a:custGeom>
              <a:avLst/>
              <a:gdLst>
                <a:gd name="T0" fmla="*/ 25 w 50"/>
                <a:gd name="T1" fmla="*/ 36 h 36"/>
                <a:gd name="T2" fmla="*/ 50 w 50"/>
                <a:gd name="T3" fmla="*/ 8 h 36"/>
                <a:gd name="T4" fmla="*/ 49 w 50"/>
                <a:gd name="T5" fmla="*/ 0 h 36"/>
                <a:gd name="T6" fmla="*/ 0 w 50"/>
                <a:gd name="T7" fmla="*/ 0 h 36"/>
                <a:gd name="T8" fmla="*/ 0 w 50"/>
                <a:gd name="T9" fmla="*/ 8 h 36"/>
                <a:gd name="T10" fmla="*/ 25 w 50"/>
                <a:gd name="T11" fmla="*/ 36 h 36"/>
                <a:gd name="T12" fmla="*/ 5 w 50"/>
                <a:gd name="T13" fmla="*/ 18 h 36"/>
                <a:gd name="T14" fmla="*/ 5 w 50"/>
                <a:gd name="T15" fmla="*/ 10 h 36"/>
                <a:gd name="T16" fmla="*/ 6 w 50"/>
                <a:gd name="T17" fmla="*/ 9 h 36"/>
                <a:gd name="T18" fmla="*/ 21 w 50"/>
                <a:gd name="T19" fmla="*/ 9 h 36"/>
                <a:gd name="T20" fmla="*/ 22 w 50"/>
                <a:gd name="T21" fmla="*/ 10 h 36"/>
                <a:gd name="T22" fmla="*/ 22 w 50"/>
                <a:gd name="T23" fmla="*/ 13 h 36"/>
                <a:gd name="T24" fmla="*/ 29 w 50"/>
                <a:gd name="T25" fmla="*/ 13 h 36"/>
                <a:gd name="T26" fmla="*/ 29 w 50"/>
                <a:gd name="T27" fmla="*/ 10 h 36"/>
                <a:gd name="T28" fmla="*/ 30 w 50"/>
                <a:gd name="T29" fmla="*/ 9 h 36"/>
                <a:gd name="T30" fmla="*/ 45 w 50"/>
                <a:gd name="T31" fmla="*/ 9 h 36"/>
                <a:gd name="T32" fmla="*/ 46 w 50"/>
                <a:gd name="T33" fmla="*/ 10 h 36"/>
                <a:gd name="T34" fmla="*/ 46 w 50"/>
                <a:gd name="T35" fmla="*/ 18 h 36"/>
                <a:gd name="T36" fmla="*/ 45 w 50"/>
                <a:gd name="T37" fmla="*/ 19 h 36"/>
                <a:gd name="T38" fmla="*/ 30 w 50"/>
                <a:gd name="T39" fmla="*/ 19 h 36"/>
                <a:gd name="T40" fmla="*/ 29 w 50"/>
                <a:gd name="T41" fmla="*/ 18 h 36"/>
                <a:gd name="T42" fmla="*/ 29 w 50"/>
                <a:gd name="T43" fmla="*/ 15 h 36"/>
                <a:gd name="T44" fmla="*/ 22 w 50"/>
                <a:gd name="T45" fmla="*/ 15 h 36"/>
                <a:gd name="T46" fmla="*/ 22 w 50"/>
                <a:gd name="T47" fmla="*/ 18 h 36"/>
                <a:gd name="T48" fmla="*/ 21 w 50"/>
                <a:gd name="T49" fmla="*/ 19 h 36"/>
                <a:gd name="T50" fmla="*/ 6 w 50"/>
                <a:gd name="T51" fmla="*/ 19 h 36"/>
                <a:gd name="T52" fmla="*/ 5 w 50"/>
                <a:gd name="T53" fmla="*/ 1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0" h="36">
                  <a:moveTo>
                    <a:pt x="25" y="36"/>
                  </a:moveTo>
                  <a:cubicBezTo>
                    <a:pt x="39" y="36"/>
                    <a:pt x="50" y="24"/>
                    <a:pt x="50" y="8"/>
                  </a:cubicBezTo>
                  <a:cubicBezTo>
                    <a:pt x="50" y="5"/>
                    <a:pt x="50" y="3"/>
                    <a:pt x="49" y="0"/>
                  </a:cubicBezTo>
                  <a:cubicBezTo>
                    <a:pt x="0" y="0"/>
                    <a:pt x="0" y="0"/>
                    <a:pt x="0" y="0"/>
                  </a:cubicBezTo>
                  <a:cubicBezTo>
                    <a:pt x="0" y="3"/>
                    <a:pt x="0" y="5"/>
                    <a:pt x="0" y="8"/>
                  </a:cubicBezTo>
                  <a:cubicBezTo>
                    <a:pt x="0" y="24"/>
                    <a:pt x="11" y="36"/>
                    <a:pt x="25" y="36"/>
                  </a:cubicBezTo>
                  <a:close/>
                  <a:moveTo>
                    <a:pt x="5" y="18"/>
                  </a:moveTo>
                  <a:cubicBezTo>
                    <a:pt x="5" y="10"/>
                    <a:pt x="5" y="10"/>
                    <a:pt x="5" y="10"/>
                  </a:cubicBezTo>
                  <a:cubicBezTo>
                    <a:pt x="5" y="9"/>
                    <a:pt x="5" y="9"/>
                    <a:pt x="6" y="9"/>
                  </a:cubicBezTo>
                  <a:cubicBezTo>
                    <a:pt x="21" y="9"/>
                    <a:pt x="21" y="9"/>
                    <a:pt x="21" y="9"/>
                  </a:cubicBezTo>
                  <a:cubicBezTo>
                    <a:pt x="21" y="9"/>
                    <a:pt x="22" y="9"/>
                    <a:pt x="22" y="10"/>
                  </a:cubicBezTo>
                  <a:cubicBezTo>
                    <a:pt x="22" y="13"/>
                    <a:pt x="22" y="13"/>
                    <a:pt x="22" y="13"/>
                  </a:cubicBezTo>
                  <a:cubicBezTo>
                    <a:pt x="29" y="13"/>
                    <a:pt x="29" y="13"/>
                    <a:pt x="29" y="13"/>
                  </a:cubicBezTo>
                  <a:cubicBezTo>
                    <a:pt x="29" y="10"/>
                    <a:pt x="29" y="10"/>
                    <a:pt x="29" y="10"/>
                  </a:cubicBezTo>
                  <a:cubicBezTo>
                    <a:pt x="29" y="9"/>
                    <a:pt x="29" y="9"/>
                    <a:pt x="30" y="9"/>
                  </a:cubicBezTo>
                  <a:cubicBezTo>
                    <a:pt x="45" y="9"/>
                    <a:pt x="45" y="9"/>
                    <a:pt x="45" y="9"/>
                  </a:cubicBezTo>
                  <a:cubicBezTo>
                    <a:pt x="46" y="9"/>
                    <a:pt x="46" y="9"/>
                    <a:pt x="46" y="10"/>
                  </a:cubicBezTo>
                  <a:cubicBezTo>
                    <a:pt x="46" y="18"/>
                    <a:pt x="46" y="18"/>
                    <a:pt x="46" y="18"/>
                  </a:cubicBezTo>
                  <a:cubicBezTo>
                    <a:pt x="46" y="19"/>
                    <a:pt x="46" y="19"/>
                    <a:pt x="45" y="19"/>
                  </a:cubicBezTo>
                  <a:cubicBezTo>
                    <a:pt x="30" y="19"/>
                    <a:pt x="30" y="19"/>
                    <a:pt x="30" y="19"/>
                  </a:cubicBezTo>
                  <a:cubicBezTo>
                    <a:pt x="29" y="19"/>
                    <a:pt x="29" y="19"/>
                    <a:pt x="29" y="18"/>
                  </a:cubicBezTo>
                  <a:cubicBezTo>
                    <a:pt x="29" y="15"/>
                    <a:pt x="29" y="15"/>
                    <a:pt x="29" y="15"/>
                  </a:cubicBezTo>
                  <a:cubicBezTo>
                    <a:pt x="22" y="15"/>
                    <a:pt x="22" y="15"/>
                    <a:pt x="22" y="15"/>
                  </a:cubicBezTo>
                  <a:cubicBezTo>
                    <a:pt x="22" y="18"/>
                    <a:pt x="22" y="18"/>
                    <a:pt x="22" y="18"/>
                  </a:cubicBezTo>
                  <a:cubicBezTo>
                    <a:pt x="22" y="19"/>
                    <a:pt x="21" y="19"/>
                    <a:pt x="21" y="19"/>
                  </a:cubicBezTo>
                  <a:cubicBezTo>
                    <a:pt x="6" y="19"/>
                    <a:pt x="6" y="19"/>
                    <a:pt x="6" y="19"/>
                  </a:cubicBezTo>
                  <a:cubicBezTo>
                    <a:pt x="5" y="19"/>
                    <a:pt x="5" y="19"/>
                    <a:pt x="5"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pic>
        <p:nvPicPr>
          <p:cNvPr id="52" name="Picture 73"/>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9013826" y="2605088"/>
            <a:ext cx="268287" cy="42863"/>
          </a:xfrm>
          <a:prstGeom prst="rect">
            <a:avLst/>
          </a:prstGeom>
          <a:solidFill>
            <a:schemeClr val="tx1">
              <a:lumMod val="65000"/>
              <a:lumOff val="35000"/>
            </a:schemeClr>
          </a:solidFill>
          <a:ln>
            <a:noFill/>
          </a:ln>
        </p:spPr>
      </p:pic>
      <p:pic>
        <p:nvPicPr>
          <p:cNvPr id="53" name="Picture 74"/>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9018588" y="2608263"/>
            <a:ext cx="254000" cy="34925"/>
          </a:xfrm>
          <a:prstGeom prst="rect">
            <a:avLst/>
          </a:prstGeom>
          <a:solidFill>
            <a:schemeClr val="tx1">
              <a:lumMod val="65000"/>
              <a:lumOff val="35000"/>
            </a:schemeClr>
          </a:solidFill>
          <a:ln>
            <a:noFill/>
          </a:ln>
        </p:spPr>
      </p:pic>
      <p:grpSp>
        <p:nvGrpSpPr>
          <p:cNvPr id="54" name="组合 53"/>
          <p:cNvGrpSpPr/>
          <p:nvPr/>
        </p:nvGrpSpPr>
        <p:grpSpPr>
          <a:xfrm>
            <a:off x="8912226" y="1098550"/>
            <a:ext cx="466725" cy="1171576"/>
            <a:chOff x="8912226" y="1098550"/>
            <a:chExt cx="466725" cy="1171576"/>
          </a:xfrm>
          <a:solidFill>
            <a:schemeClr val="tx1">
              <a:lumMod val="65000"/>
              <a:lumOff val="35000"/>
            </a:schemeClr>
          </a:solidFill>
        </p:grpSpPr>
        <p:sp>
          <p:nvSpPr>
            <p:cNvPr id="55" name="Freeform 75"/>
            <p:cNvSpPr>
              <a:spLocks/>
            </p:cNvSpPr>
            <p:nvPr/>
          </p:nvSpPr>
          <p:spPr bwMode="auto">
            <a:xfrm>
              <a:off x="9056688" y="1189038"/>
              <a:ext cx="177800" cy="60325"/>
            </a:xfrm>
            <a:custGeom>
              <a:avLst/>
              <a:gdLst>
                <a:gd name="T0" fmla="*/ 50 w 50"/>
                <a:gd name="T1" fmla="*/ 6 h 17"/>
                <a:gd name="T2" fmla="*/ 49 w 50"/>
                <a:gd name="T3" fmla="*/ 0 h 17"/>
                <a:gd name="T4" fmla="*/ 1 w 50"/>
                <a:gd name="T5" fmla="*/ 0 h 17"/>
                <a:gd name="T6" fmla="*/ 0 w 50"/>
                <a:gd name="T7" fmla="*/ 6 h 17"/>
                <a:gd name="T8" fmla="*/ 1 w 50"/>
                <a:gd name="T9" fmla="*/ 13 h 17"/>
                <a:gd name="T10" fmla="*/ 10 w 50"/>
                <a:gd name="T11" fmla="*/ 17 h 17"/>
                <a:gd name="T12" fmla="*/ 10 w 50"/>
                <a:gd name="T13" fmla="*/ 17 h 17"/>
                <a:gd name="T14" fmla="*/ 40 w 50"/>
                <a:gd name="T15" fmla="*/ 17 h 17"/>
                <a:gd name="T16" fmla="*/ 41 w 50"/>
                <a:gd name="T17" fmla="*/ 17 h 17"/>
                <a:gd name="T18" fmla="*/ 49 w 50"/>
                <a:gd name="T19" fmla="*/ 13 h 17"/>
                <a:gd name="T20" fmla="*/ 50 w 50"/>
                <a:gd name="T21"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17">
                  <a:moveTo>
                    <a:pt x="50" y="6"/>
                  </a:moveTo>
                  <a:cubicBezTo>
                    <a:pt x="50" y="4"/>
                    <a:pt x="49" y="1"/>
                    <a:pt x="49" y="0"/>
                  </a:cubicBezTo>
                  <a:cubicBezTo>
                    <a:pt x="1" y="0"/>
                    <a:pt x="1" y="0"/>
                    <a:pt x="1" y="0"/>
                  </a:cubicBezTo>
                  <a:cubicBezTo>
                    <a:pt x="1" y="1"/>
                    <a:pt x="0" y="4"/>
                    <a:pt x="0" y="6"/>
                  </a:cubicBezTo>
                  <a:cubicBezTo>
                    <a:pt x="0" y="8"/>
                    <a:pt x="1" y="10"/>
                    <a:pt x="1" y="13"/>
                  </a:cubicBezTo>
                  <a:cubicBezTo>
                    <a:pt x="10" y="17"/>
                    <a:pt x="10" y="17"/>
                    <a:pt x="10" y="17"/>
                  </a:cubicBezTo>
                  <a:cubicBezTo>
                    <a:pt x="10" y="17"/>
                    <a:pt x="10" y="17"/>
                    <a:pt x="10" y="17"/>
                  </a:cubicBezTo>
                  <a:cubicBezTo>
                    <a:pt x="40" y="17"/>
                    <a:pt x="40" y="17"/>
                    <a:pt x="40" y="17"/>
                  </a:cubicBezTo>
                  <a:cubicBezTo>
                    <a:pt x="41" y="17"/>
                    <a:pt x="41" y="17"/>
                    <a:pt x="41" y="17"/>
                  </a:cubicBezTo>
                  <a:cubicBezTo>
                    <a:pt x="49" y="13"/>
                    <a:pt x="49" y="13"/>
                    <a:pt x="49" y="13"/>
                  </a:cubicBezTo>
                  <a:cubicBezTo>
                    <a:pt x="49" y="11"/>
                    <a:pt x="50" y="8"/>
                    <a:pt x="5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76"/>
            <p:cNvSpPr>
              <a:spLocks/>
            </p:cNvSpPr>
            <p:nvPr/>
          </p:nvSpPr>
          <p:spPr bwMode="auto">
            <a:xfrm>
              <a:off x="9063038" y="1241425"/>
              <a:ext cx="165100" cy="68263"/>
            </a:xfrm>
            <a:custGeom>
              <a:avLst/>
              <a:gdLst>
                <a:gd name="T0" fmla="*/ 6 w 46"/>
                <a:gd name="T1" fmla="*/ 3 h 19"/>
                <a:gd name="T2" fmla="*/ 0 w 46"/>
                <a:gd name="T3" fmla="*/ 0 h 19"/>
                <a:gd name="T4" fmla="*/ 23 w 46"/>
                <a:gd name="T5" fmla="*/ 19 h 19"/>
                <a:gd name="T6" fmla="*/ 46 w 46"/>
                <a:gd name="T7" fmla="*/ 0 h 19"/>
                <a:gd name="T8" fmla="*/ 40 w 46"/>
                <a:gd name="T9" fmla="*/ 3 h 19"/>
                <a:gd name="T10" fmla="*/ 40 w 46"/>
                <a:gd name="T11" fmla="*/ 4 h 19"/>
                <a:gd name="T12" fmla="*/ 40 w 46"/>
                <a:gd name="T13" fmla="*/ 7 h 19"/>
                <a:gd name="T14" fmla="*/ 40 w 46"/>
                <a:gd name="T15" fmla="*/ 8 h 19"/>
                <a:gd name="T16" fmla="*/ 40 w 46"/>
                <a:gd name="T17" fmla="*/ 8 h 19"/>
                <a:gd name="T18" fmla="*/ 23 w 46"/>
                <a:gd name="T19" fmla="*/ 15 h 19"/>
                <a:gd name="T20" fmla="*/ 6 w 46"/>
                <a:gd name="T21" fmla="*/ 8 h 19"/>
                <a:gd name="T22" fmla="*/ 6 w 46"/>
                <a:gd name="T23" fmla="*/ 7 h 19"/>
                <a:gd name="T24" fmla="*/ 6 w 46"/>
                <a:gd name="T25" fmla="*/ 7 h 19"/>
                <a:gd name="T26" fmla="*/ 6 w 46"/>
                <a:gd name="T27" fmla="*/ 4 h 19"/>
                <a:gd name="T28" fmla="*/ 6 w 46"/>
                <a:gd name="T29"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 h="19">
                  <a:moveTo>
                    <a:pt x="6" y="3"/>
                  </a:moveTo>
                  <a:cubicBezTo>
                    <a:pt x="0" y="0"/>
                    <a:pt x="0" y="0"/>
                    <a:pt x="0" y="0"/>
                  </a:cubicBezTo>
                  <a:cubicBezTo>
                    <a:pt x="3" y="11"/>
                    <a:pt x="12" y="19"/>
                    <a:pt x="23" y="19"/>
                  </a:cubicBezTo>
                  <a:cubicBezTo>
                    <a:pt x="34" y="19"/>
                    <a:pt x="43" y="11"/>
                    <a:pt x="46" y="0"/>
                  </a:cubicBezTo>
                  <a:cubicBezTo>
                    <a:pt x="40" y="3"/>
                    <a:pt x="40" y="3"/>
                    <a:pt x="40" y="3"/>
                  </a:cubicBezTo>
                  <a:cubicBezTo>
                    <a:pt x="40" y="4"/>
                    <a:pt x="40" y="4"/>
                    <a:pt x="40" y="4"/>
                  </a:cubicBezTo>
                  <a:cubicBezTo>
                    <a:pt x="40" y="7"/>
                    <a:pt x="40" y="7"/>
                    <a:pt x="40" y="7"/>
                  </a:cubicBezTo>
                  <a:cubicBezTo>
                    <a:pt x="40" y="8"/>
                    <a:pt x="40" y="8"/>
                    <a:pt x="40" y="8"/>
                  </a:cubicBezTo>
                  <a:cubicBezTo>
                    <a:pt x="40" y="8"/>
                    <a:pt x="40" y="8"/>
                    <a:pt x="40" y="8"/>
                  </a:cubicBezTo>
                  <a:cubicBezTo>
                    <a:pt x="40" y="12"/>
                    <a:pt x="33" y="15"/>
                    <a:pt x="23" y="15"/>
                  </a:cubicBezTo>
                  <a:cubicBezTo>
                    <a:pt x="14" y="15"/>
                    <a:pt x="6" y="12"/>
                    <a:pt x="6" y="8"/>
                  </a:cubicBezTo>
                  <a:cubicBezTo>
                    <a:pt x="6" y="7"/>
                    <a:pt x="6" y="7"/>
                    <a:pt x="6" y="7"/>
                  </a:cubicBezTo>
                  <a:cubicBezTo>
                    <a:pt x="6" y="7"/>
                    <a:pt x="6" y="7"/>
                    <a:pt x="6" y="7"/>
                  </a:cubicBezTo>
                  <a:cubicBezTo>
                    <a:pt x="6" y="4"/>
                    <a:pt x="6" y="4"/>
                    <a:pt x="6" y="4"/>
                  </a:cubicBezTo>
                  <a:lnTo>
                    <a:pt x="6"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77"/>
            <p:cNvSpPr>
              <a:spLocks/>
            </p:cNvSpPr>
            <p:nvPr/>
          </p:nvSpPr>
          <p:spPr bwMode="auto">
            <a:xfrm>
              <a:off x="9156701" y="1916113"/>
              <a:ext cx="100012" cy="354013"/>
            </a:xfrm>
            <a:custGeom>
              <a:avLst/>
              <a:gdLst>
                <a:gd name="T0" fmla="*/ 0 w 28"/>
                <a:gd name="T1" fmla="*/ 85 h 99"/>
                <a:gd name="T2" fmla="*/ 14 w 28"/>
                <a:gd name="T3" fmla="*/ 99 h 99"/>
                <a:gd name="T4" fmla="*/ 28 w 28"/>
                <a:gd name="T5" fmla="*/ 85 h 99"/>
                <a:gd name="T6" fmla="*/ 28 w 28"/>
                <a:gd name="T7" fmla="*/ 0 h 99"/>
                <a:gd name="T8" fmla="*/ 0 w 28"/>
                <a:gd name="T9" fmla="*/ 3 h 99"/>
                <a:gd name="T10" fmla="*/ 0 w 28"/>
                <a:gd name="T11" fmla="*/ 85 h 99"/>
              </a:gdLst>
              <a:ahLst/>
              <a:cxnLst>
                <a:cxn ang="0">
                  <a:pos x="T0" y="T1"/>
                </a:cxn>
                <a:cxn ang="0">
                  <a:pos x="T2" y="T3"/>
                </a:cxn>
                <a:cxn ang="0">
                  <a:pos x="T4" y="T5"/>
                </a:cxn>
                <a:cxn ang="0">
                  <a:pos x="T6" y="T7"/>
                </a:cxn>
                <a:cxn ang="0">
                  <a:pos x="T8" y="T9"/>
                </a:cxn>
                <a:cxn ang="0">
                  <a:pos x="T10" y="T11"/>
                </a:cxn>
              </a:cxnLst>
              <a:rect l="0" t="0" r="r" b="b"/>
              <a:pathLst>
                <a:path w="28" h="99">
                  <a:moveTo>
                    <a:pt x="0" y="85"/>
                  </a:moveTo>
                  <a:cubicBezTo>
                    <a:pt x="0" y="93"/>
                    <a:pt x="6" y="99"/>
                    <a:pt x="14" y="99"/>
                  </a:cubicBezTo>
                  <a:cubicBezTo>
                    <a:pt x="21" y="99"/>
                    <a:pt x="28" y="93"/>
                    <a:pt x="28" y="85"/>
                  </a:cubicBezTo>
                  <a:cubicBezTo>
                    <a:pt x="28" y="0"/>
                    <a:pt x="28" y="0"/>
                    <a:pt x="28" y="0"/>
                  </a:cubicBezTo>
                  <a:cubicBezTo>
                    <a:pt x="18" y="2"/>
                    <a:pt x="5" y="3"/>
                    <a:pt x="0" y="3"/>
                  </a:cubicBezTo>
                  <a:lnTo>
                    <a:pt x="0" y="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78"/>
            <p:cNvSpPr>
              <a:spLocks/>
            </p:cNvSpPr>
            <p:nvPr/>
          </p:nvSpPr>
          <p:spPr bwMode="auto">
            <a:xfrm>
              <a:off x="9034463" y="1916113"/>
              <a:ext cx="100012" cy="354013"/>
            </a:xfrm>
            <a:custGeom>
              <a:avLst/>
              <a:gdLst>
                <a:gd name="T0" fmla="*/ 0 w 28"/>
                <a:gd name="T1" fmla="*/ 85 h 99"/>
                <a:gd name="T2" fmla="*/ 14 w 28"/>
                <a:gd name="T3" fmla="*/ 99 h 99"/>
                <a:gd name="T4" fmla="*/ 28 w 28"/>
                <a:gd name="T5" fmla="*/ 85 h 99"/>
                <a:gd name="T6" fmla="*/ 28 w 28"/>
                <a:gd name="T7" fmla="*/ 3 h 99"/>
                <a:gd name="T8" fmla="*/ 0 w 28"/>
                <a:gd name="T9" fmla="*/ 0 h 99"/>
                <a:gd name="T10" fmla="*/ 0 w 28"/>
                <a:gd name="T11" fmla="*/ 85 h 99"/>
              </a:gdLst>
              <a:ahLst/>
              <a:cxnLst>
                <a:cxn ang="0">
                  <a:pos x="T0" y="T1"/>
                </a:cxn>
                <a:cxn ang="0">
                  <a:pos x="T2" y="T3"/>
                </a:cxn>
                <a:cxn ang="0">
                  <a:pos x="T4" y="T5"/>
                </a:cxn>
                <a:cxn ang="0">
                  <a:pos x="T6" y="T7"/>
                </a:cxn>
                <a:cxn ang="0">
                  <a:pos x="T8" y="T9"/>
                </a:cxn>
                <a:cxn ang="0">
                  <a:pos x="T10" y="T11"/>
                </a:cxn>
              </a:cxnLst>
              <a:rect l="0" t="0" r="r" b="b"/>
              <a:pathLst>
                <a:path w="28" h="99">
                  <a:moveTo>
                    <a:pt x="0" y="85"/>
                  </a:moveTo>
                  <a:cubicBezTo>
                    <a:pt x="0" y="93"/>
                    <a:pt x="6" y="99"/>
                    <a:pt x="14" y="99"/>
                  </a:cubicBezTo>
                  <a:cubicBezTo>
                    <a:pt x="22" y="99"/>
                    <a:pt x="28" y="93"/>
                    <a:pt x="28" y="85"/>
                  </a:cubicBezTo>
                  <a:cubicBezTo>
                    <a:pt x="28" y="3"/>
                    <a:pt x="28" y="3"/>
                    <a:pt x="28" y="3"/>
                  </a:cubicBezTo>
                  <a:cubicBezTo>
                    <a:pt x="22" y="2"/>
                    <a:pt x="10" y="2"/>
                    <a:pt x="0" y="0"/>
                  </a:cubicBezTo>
                  <a:lnTo>
                    <a:pt x="0" y="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79"/>
            <p:cNvSpPr>
              <a:spLocks/>
            </p:cNvSpPr>
            <p:nvPr/>
          </p:nvSpPr>
          <p:spPr bwMode="auto">
            <a:xfrm>
              <a:off x="9045576" y="1400175"/>
              <a:ext cx="71437" cy="103188"/>
            </a:xfrm>
            <a:custGeom>
              <a:avLst/>
              <a:gdLst>
                <a:gd name="T0" fmla="*/ 1 w 20"/>
                <a:gd name="T1" fmla="*/ 11 h 29"/>
                <a:gd name="T2" fmla="*/ 1 w 20"/>
                <a:gd name="T3" fmla="*/ 11 h 29"/>
                <a:gd name="T4" fmla="*/ 0 w 20"/>
                <a:gd name="T5" fmla="*/ 11 h 29"/>
                <a:gd name="T6" fmla="*/ 4 w 20"/>
                <a:gd name="T7" fmla="*/ 19 h 29"/>
                <a:gd name="T8" fmla="*/ 17 w 20"/>
                <a:gd name="T9" fmla="*/ 29 h 29"/>
                <a:gd name="T10" fmla="*/ 18 w 20"/>
                <a:gd name="T11" fmla="*/ 13 h 29"/>
                <a:gd name="T12" fmla="*/ 14 w 20"/>
                <a:gd name="T13" fmla="*/ 5 h 29"/>
                <a:gd name="T14" fmla="*/ 13 w 20"/>
                <a:gd name="T15" fmla="*/ 5 h 29"/>
                <a:gd name="T16" fmla="*/ 13 w 20"/>
                <a:gd name="T17" fmla="*/ 5 h 29"/>
                <a:gd name="T18" fmla="*/ 6 w 20"/>
                <a:gd name="T19" fmla="*/ 0 h 29"/>
                <a:gd name="T20" fmla="*/ 4 w 20"/>
                <a:gd name="T21" fmla="*/ 2 h 29"/>
                <a:gd name="T22" fmla="*/ 3 w 20"/>
                <a:gd name="T23" fmla="*/ 2 h 29"/>
                <a:gd name="T24" fmla="*/ 2 w 20"/>
                <a:gd name="T25" fmla="*/ 2 h 29"/>
                <a:gd name="T26" fmla="*/ 1 w 20"/>
                <a:gd name="T27" fmla="*/ 1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29">
                  <a:moveTo>
                    <a:pt x="1" y="11"/>
                  </a:moveTo>
                  <a:cubicBezTo>
                    <a:pt x="1" y="11"/>
                    <a:pt x="1" y="11"/>
                    <a:pt x="1" y="11"/>
                  </a:cubicBezTo>
                  <a:cubicBezTo>
                    <a:pt x="0" y="11"/>
                    <a:pt x="0" y="11"/>
                    <a:pt x="0" y="11"/>
                  </a:cubicBezTo>
                  <a:cubicBezTo>
                    <a:pt x="4" y="19"/>
                    <a:pt x="4" y="19"/>
                    <a:pt x="4" y="19"/>
                  </a:cubicBezTo>
                  <a:cubicBezTo>
                    <a:pt x="6" y="23"/>
                    <a:pt x="11" y="28"/>
                    <a:pt x="17" y="29"/>
                  </a:cubicBezTo>
                  <a:cubicBezTo>
                    <a:pt x="20" y="24"/>
                    <a:pt x="20" y="17"/>
                    <a:pt x="18" y="13"/>
                  </a:cubicBezTo>
                  <a:cubicBezTo>
                    <a:pt x="14" y="5"/>
                    <a:pt x="14" y="5"/>
                    <a:pt x="14" y="5"/>
                  </a:cubicBezTo>
                  <a:cubicBezTo>
                    <a:pt x="13" y="5"/>
                    <a:pt x="13" y="5"/>
                    <a:pt x="13" y="5"/>
                  </a:cubicBezTo>
                  <a:cubicBezTo>
                    <a:pt x="13" y="5"/>
                    <a:pt x="13" y="5"/>
                    <a:pt x="13" y="5"/>
                  </a:cubicBezTo>
                  <a:cubicBezTo>
                    <a:pt x="11" y="2"/>
                    <a:pt x="8" y="0"/>
                    <a:pt x="6" y="0"/>
                  </a:cubicBezTo>
                  <a:cubicBezTo>
                    <a:pt x="5" y="1"/>
                    <a:pt x="5" y="2"/>
                    <a:pt x="4" y="2"/>
                  </a:cubicBezTo>
                  <a:cubicBezTo>
                    <a:pt x="3" y="2"/>
                    <a:pt x="3" y="2"/>
                    <a:pt x="3" y="2"/>
                  </a:cubicBezTo>
                  <a:cubicBezTo>
                    <a:pt x="2" y="2"/>
                    <a:pt x="2" y="2"/>
                    <a:pt x="2" y="2"/>
                  </a:cubicBezTo>
                  <a:cubicBezTo>
                    <a:pt x="0" y="4"/>
                    <a:pt x="0" y="7"/>
                    <a:pt x="1"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80"/>
            <p:cNvSpPr>
              <a:spLocks noEditPoints="1"/>
            </p:cNvSpPr>
            <p:nvPr/>
          </p:nvSpPr>
          <p:spPr bwMode="auto">
            <a:xfrm>
              <a:off x="8912226" y="1317625"/>
              <a:ext cx="466725" cy="601663"/>
            </a:xfrm>
            <a:custGeom>
              <a:avLst/>
              <a:gdLst>
                <a:gd name="T0" fmla="*/ 93 w 130"/>
                <a:gd name="T1" fmla="*/ 5 h 168"/>
                <a:gd name="T2" fmla="*/ 92 w 130"/>
                <a:gd name="T3" fmla="*/ 5 h 168"/>
                <a:gd name="T4" fmla="*/ 85 w 130"/>
                <a:gd name="T5" fmla="*/ 37 h 168"/>
                <a:gd name="T6" fmla="*/ 80 w 130"/>
                <a:gd name="T7" fmla="*/ 41 h 168"/>
                <a:gd name="T8" fmla="*/ 81 w 130"/>
                <a:gd name="T9" fmla="*/ 34 h 168"/>
                <a:gd name="T10" fmla="*/ 85 w 130"/>
                <a:gd name="T11" fmla="*/ 2 h 168"/>
                <a:gd name="T12" fmla="*/ 82 w 130"/>
                <a:gd name="T13" fmla="*/ 2 h 168"/>
                <a:gd name="T14" fmla="*/ 78 w 130"/>
                <a:gd name="T15" fmla="*/ 1 h 168"/>
                <a:gd name="T16" fmla="*/ 65 w 130"/>
                <a:gd name="T17" fmla="*/ 0 h 168"/>
                <a:gd name="T18" fmla="*/ 65 w 130"/>
                <a:gd name="T19" fmla="*/ 0 h 168"/>
                <a:gd name="T20" fmla="*/ 52 w 130"/>
                <a:gd name="T21" fmla="*/ 1 h 168"/>
                <a:gd name="T22" fmla="*/ 44 w 130"/>
                <a:gd name="T23" fmla="*/ 7 h 168"/>
                <a:gd name="T24" fmla="*/ 53 w 130"/>
                <a:gd name="T25" fmla="*/ 27 h 168"/>
                <a:gd name="T26" fmla="*/ 53 w 130"/>
                <a:gd name="T27" fmla="*/ 27 h 168"/>
                <a:gd name="T28" fmla="*/ 56 w 130"/>
                <a:gd name="T29" fmla="*/ 52 h 168"/>
                <a:gd name="T30" fmla="*/ 62 w 130"/>
                <a:gd name="T31" fmla="*/ 50 h 168"/>
                <a:gd name="T32" fmla="*/ 64 w 130"/>
                <a:gd name="T33" fmla="*/ 54 h 168"/>
                <a:gd name="T34" fmla="*/ 55 w 130"/>
                <a:gd name="T35" fmla="*/ 54 h 168"/>
                <a:gd name="T36" fmla="*/ 49 w 130"/>
                <a:gd name="T37" fmla="*/ 61 h 168"/>
                <a:gd name="T38" fmla="*/ 47 w 130"/>
                <a:gd name="T39" fmla="*/ 57 h 168"/>
                <a:gd name="T40" fmla="*/ 53 w 130"/>
                <a:gd name="T41" fmla="*/ 54 h 168"/>
                <a:gd name="T42" fmla="*/ 36 w 130"/>
                <a:gd name="T43" fmla="*/ 35 h 168"/>
                <a:gd name="T44" fmla="*/ 35 w 130"/>
                <a:gd name="T45" fmla="*/ 35 h 168"/>
                <a:gd name="T46" fmla="*/ 39 w 130"/>
                <a:gd name="T47" fmla="*/ 4 h 168"/>
                <a:gd name="T48" fmla="*/ 37 w 130"/>
                <a:gd name="T49" fmla="*/ 5 h 168"/>
                <a:gd name="T50" fmla="*/ 17 w 130"/>
                <a:gd name="T51" fmla="*/ 108 h 168"/>
                <a:gd name="T52" fmla="*/ 32 w 130"/>
                <a:gd name="T53" fmla="*/ 114 h 168"/>
                <a:gd name="T54" fmla="*/ 36 w 130"/>
                <a:gd name="T55" fmla="*/ 100 h 168"/>
                <a:gd name="T56" fmla="*/ 30 w 130"/>
                <a:gd name="T57" fmla="*/ 50 h 168"/>
                <a:gd name="T58" fmla="*/ 38 w 130"/>
                <a:gd name="T59" fmla="*/ 99 h 168"/>
                <a:gd name="T60" fmla="*/ 33 w 130"/>
                <a:gd name="T61" fmla="*/ 116 h 168"/>
                <a:gd name="T62" fmla="*/ 25 w 130"/>
                <a:gd name="T63" fmla="*/ 160 h 168"/>
                <a:gd name="T64" fmla="*/ 65 w 130"/>
                <a:gd name="T65" fmla="*/ 168 h 168"/>
                <a:gd name="T66" fmla="*/ 65 w 130"/>
                <a:gd name="T67" fmla="*/ 168 h 168"/>
                <a:gd name="T68" fmla="*/ 105 w 130"/>
                <a:gd name="T69" fmla="*/ 160 h 168"/>
                <a:gd name="T70" fmla="*/ 97 w 130"/>
                <a:gd name="T71" fmla="*/ 116 h 168"/>
                <a:gd name="T72" fmla="*/ 92 w 130"/>
                <a:gd name="T73" fmla="*/ 99 h 168"/>
                <a:gd name="T74" fmla="*/ 100 w 130"/>
                <a:gd name="T75" fmla="*/ 50 h 168"/>
                <a:gd name="T76" fmla="*/ 94 w 130"/>
                <a:gd name="T77" fmla="*/ 100 h 168"/>
                <a:gd name="T78" fmla="*/ 98 w 130"/>
                <a:gd name="T79" fmla="*/ 114 h 168"/>
                <a:gd name="T80" fmla="*/ 113 w 130"/>
                <a:gd name="T81" fmla="*/ 108 h 168"/>
                <a:gd name="T82" fmla="*/ 65 w 130"/>
                <a:gd name="T83" fmla="*/ 144 h 168"/>
                <a:gd name="T84" fmla="*/ 65 w 130"/>
                <a:gd name="T85" fmla="*/ 137 h 168"/>
                <a:gd name="T86" fmla="*/ 65 w 130"/>
                <a:gd name="T87" fmla="*/ 144 h 168"/>
                <a:gd name="T88" fmla="*/ 62 w 130"/>
                <a:gd name="T89" fmla="*/ 117 h 168"/>
                <a:gd name="T90" fmla="*/ 68 w 130"/>
                <a:gd name="T91" fmla="*/ 117 h 168"/>
                <a:gd name="T92" fmla="*/ 65 w 130"/>
                <a:gd name="T93" fmla="*/ 96 h 168"/>
                <a:gd name="T94" fmla="*/ 65 w 130"/>
                <a:gd name="T95" fmla="*/ 90 h 168"/>
                <a:gd name="T96" fmla="*/ 65 w 130"/>
                <a:gd name="T97" fmla="*/ 96 h 168"/>
                <a:gd name="T98" fmla="*/ 62 w 130"/>
                <a:gd name="T99" fmla="*/ 70 h 168"/>
                <a:gd name="T100" fmla="*/ 68 w 130"/>
                <a:gd name="T101" fmla="*/ 70 h 168"/>
                <a:gd name="T102" fmla="*/ 65 w 130"/>
                <a:gd name="T103" fmla="*/ 49 h 168"/>
                <a:gd name="T104" fmla="*/ 65 w 130"/>
                <a:gd name="T105" fmla="*/ 43 h 168"/>
                <a:gd name="T106" fmla="*/ 65 w 130"/>
                <a:gd name="T107" fmla="*/ 49 h 168"/>
                <a:gd name="T108" fmla="*/ 62 w 130"/>
                <a:gd name="T109" fmla="*/ 22 h 168"/>
                <a:gd name="T110" fmla="*/ 68 w 130"/>
                <a:gd name="T111" fmla="*/ 22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0" h="168">
                  <a:moveTo>
                    <a:pt x="113" y="22"/>
                  </a:moveTo>
                  <a:cubicBezTo>
                    <a:pt x="109" y="16"/>
                    <a:pt x="104" y="10"/>
                    <a:pt x="93" y="5"/>
                  </a:cubicBezTo>
                  <a:cubicBezTo>
                    <a:pt x="93" y="5"/>
                    <a:pt x="93" y="5"/>
                    <a:pt x="93" y="5"/>
                  </a:cubicBezTo>
                  <a:cubicBezTo>
                    <a:pt x="93" y="5"/>
                    <a:pt x="92" y="5"/>
                    <a:pt x="92" y="5"/>
                  </a:cubicBezTo>
                  <a:cubicBezTo>
                    <a:pt x="92" y="6"/>
                    <a:pt x="92" y="7"/>
                    <a:pt x="93" y="8"/>
                  </a:cubicBezTo>
                  <a:cubicBezTo>
                    <a:pt x="96" y="18"/>
                    <a:pt x="88" y="32"/>
                    <a:pt x="85" y="37"/>
                  </a:cubicBezTo>
                  <a:cubicBezTo>
                    <a:pt x="85" y="38"/>
                    <a:pt x="85" y="38"/>
                    <a:pt x="85" y="39"/>
                  </a:cubicBezTo>
                  <a:cubicBezTo>
                    <a:pt x="84" y="41"/>
                    <a:pt x="82" y="42"/>
                    <a:pt x="80" y="41"/>
                  </a:cubicBezTo>
                  <a:cubicBezTo>
                    <a:pt x="78" y="41"/>
                    <a:pt x="77" y="38"/>
                    <a:pt x="77" y="36"/>
                  </a:cubicBezTo>
                  <a:cubicBezTo>
                    <a:pt x="78" y="35"/>
                    <a:pt x="80" y="34"/>
                    <a:pt x="81" y="34"/>
                  </a:cubicBezTo>
                  <a:cubicBezTo>
                    <a:pt x="85" y="28"/>
                    <a:pt x="91" y="16"/>
                    <a:pt x="88" y="9"/>
                  </a:cubicBezTo>
                  <a:cubicBezTo>
                    <a:pt x="88" y="7"/>
                    <a:pt x="87" y="4"/>
                    <a:pt x="85" y="2"/>
                  </a:cubicBezTo>
                  <a:cubicBezTo>
                    <a:pt x="85" y="2"/>
                    <a:pt x="85" y="2"/>
                    <a:pt x="85" y="2"/>
                  </a:cubicBezTo>
                  <a:cubicBezTo>
                    <a:pt x="84" y="2"/>
                    <a:pt x="83" y="2"/>
                    <a:pt x="82" y="2"/>
                  </a:cubicBezTo>
                  <a:cubicBezTo>
                    <a:pt x="82" y="2"/>
                    <a:pt x="82" y="2"/>
                    <a:pt x="82" y="2"/>
                  </a:cubicBezTo>
                  <a:cubicBezTo>
                    <a:pt x="81" y="2"/>
                    <a:pt x="79" y="1"/>
                    <a:pt x="78" y="1"/>
                  </a:cubicBezTo>
                  <a:cubicBezTo>
                    <a:pt x="74" y="1"/>
                    <a:pt x="69" y="0"/>
                    <a:pt x="65" y="0"/>
                  </a:cubicBezTo>
                  <a:cubicBezTo>
                    <a:pt x="65" y="0"/>
                    <a:pt x="65" y="0"/>
                    <a:pt x="65" y="0"/>
                  </a:cubicBezTo>
                  <a:cubicBezTo>
                    <a:pt x="65" y="0"/>
                    <a:pt x="65" y="0"/>
                    <a:pt x="65" y="0"/>
                  </a:cubicBezTo>
                  <a:cubicBezTo>
                    <a:pt x="65" y="0"/>
                    <a:pt x="65" y="0"/>
                    <a:pt x="65" y="0"/>
                  </a:cubicBezTo>
                  <a:cubicBezTo>
                    <a:pt x="65" y="0"/>
                    <a:pt x="65" y="0"/>
                    <a:pt x="65" y="0"/>
                  </a:cubicBezTo>
                  <a:cubicBezTo>
                    <a:pt x="61" y="0"/>
                    <a:pt x="56" y="1"/>
                    <a:pt x="52" y="1"/>
                  </a:cubicBezTo>
                  <a:cubicBezTo>
                    <a:pt x="51" y="1"/>
                    <a:pt x="50" y="2"/>
                    <a:pt x="48" y="2"/>
                  </a:cubicBezTo>
                  <a:cubicBezTo>
                    <a:pt x="46" y="3"/>
                    <a:pt x="45" y="5"/>
                    <a:pt x="44" y="7"/>
                  </a:cubicBezTo>
                  <a:cubicBezTo>
                    <a:pt x="41" y="11"/>
                    <a:pt x="42" y="17"/>
                    <a:pt x="42" y="20"/>
                  </a:cubicBezTo>
                  <a:cubicBezTo>
                    <a:pt x="47" y="19"/>
                    <a:pt x="51" y="22"/>
                    <a:pt x="53" y="27"/>
                  </a:cubicBezTo>
                  <a:cubicBezTo>
                    <a:pt x="53" y="27"/>
                    <a:pt x="53" y="27"/>
                    <a:pt x="53" y="27"/>
                  </a:cubicBezTo>
                  <a:cubicBezTo>
                    <a:pt x="53" y="27"/>
                    <a:pt x="53" y="27"/>
                    <a:pt x="53" y="27"/>
                  </a:cubicBezTo>
                  <a:cubicBezTo>
                    <a:pt x="56" y="35"/>
                    <a:pt x="56" y="35"/>
                    <a:pt x="56" y="35"/>
                  </a:cubicBezTo>
                  <a:cubicBezTo>
                    <a:pt x="59" y="41"/>
                    <a:pt x="59" y="47"/>
                    <a:pt x="56" y="52"/>
                  </a:cubicBezTo>
                  <a:cubicBezTo>
                    <a:pt x="57" y="52"/>
                    <a:pt x="59" y="52"/>
                    <a:pt x="61" y="51"/>
                  </a:cubicBezTo>
                  <a:cubicBezTo>
                    <a:pt x="61" y="51"/>
                    <a:pt x="61" y="50"/>
                    <a:pt x="62" y="50"/>
                  </a:cubicBezTo>
                  <a:cubicBezTo>
                    <a:pt x="63" y="50"/>
                    <a:pt x="64" y="52"/>
                    <a:pt x="64" y="52"/>
                  </a:cubicBezTo>
                  <a:cubicBezTo>
                    <a:pt x="64" y="52"/>
                    <a:pt x="65" y="53"/>
                    <a:pt x="64" y="54"/>
                  </a:cubicBezTo>
                  <a:cubicBezTo>
                    <a:pt x="63" y="54"/>
                    <a:pt x="62" y="54"/>
                    <a:pt x="61" y="53"/>
                  </a:cubicBezTo>
                  <a:cubicBezTo>
                    <a:pt x="59" y="54"/>
                    <a:pt x="57" y="54"/>
                    <a:pt x="55" y="54"/>
                  </a:cubicBezTo>
                  <a:cubicBezTo>
                    <a:pt x="53" y="56"/>
                    <a:pt x="52" y="57"/>
                    <a:pt x="50" y="58"/>
                  </a:cubicBezTo>
                  <a:cubicBezTo>
                    <a:pt x="50" y="59"/>
                    <a:pt x="49" y="60"/>
                    <a:pt x="49" y="61"/>
                  </a:cubicBezTo>
                  <a:cubicBezTo>
                    <a:pt x="48" y="61"/>
                    <a:pt x="47" y="59"/>
                    <a:pt x="47" y="59"/>
                  </a:cubicBezTo>
                  <a:cubicBezTo>
                    <a:pt x="47" y="59"/>
                    <a:pt x="46" y="57"/>
                    <a:pt x="47" y="57"/>
                  </a:cubicBezTo>
                  <a:cubicBezTo>
                    <a:pt x="48" y="57"/>
                    <a:pt x="48" y="57"/>
                    <a:pt x="49" y="57"/>
                  </a:cubicBezTo>
                  <a:cubicBezTo>
                    <a:pt x="50" y="56"/>
                    <a:pt x="52" y="55"/>
                    <a:pt x="53" y="54"/>
                  </a:cubicBezTo>
                  <a:cubicBezTo>
                    <a:pt x="47" y="53"/>
                    <a:pt x="42" y="48"/>
                    <a:pt x="40" y="43"/>
                  </a:cubicBezTo>
                  <a:cubicBezTo>
                    <a:pt x="36" y="35"/>
                    <a:pt x="36" y="35"/>
                    <a:pt x="36" y="35"/>
                  </a:cubicBezTo>
                  <a:cubicBezTo>
                    <a:pt x="35" y="35"/>
                    <a:pt x="35" y="35"/>
                    <a:pt x="35" y="35"/>
                  </a:cubicBezTo>
                  <a:cubicBezTo>
                    <a:pt x="35" y="35"/>
                    <a:pt x="35" y="35"/>
                    <a:pt x="35" y="35"/>
                  </a:cubicBezTo>
                  <a:cubicBezTo>
                    <a:pt x="33" y="30"/>
                    <a:pt x="34" y="25"/>
                    <a:pt x="37" y="22"/>
                  </a:cubicBezTo>
                  <a:cubicBezTo>
                    <a:pt x="37" y="19"/>
                    <a:pt x="35" y="11"/>
                    <a:pt x="39" y="4"/>
                  </a:cubicBezTo>
                  <a:cubicBezTo>
                    <a:pt x="38" y="4"/>
                    <a:pt x="38" y="5"/>
                    <a:pt x="37" y="5"/>
                  </a:cubicBezTo>
                  <a:cubicBezTo>
                    <a:pt x="37" y="5"/>
                    <a:pt x="37" y="5"/>
                    <a:pt x="37" y="5"/>
                  </a:cubicBezTo>
                  <a:cubicBezTo>
                    <a:pt x="26" y="10"/>
                    <a:pt x="21" y="16"/>
                    <a:pt x="17" y="22"/>
                  </a:cubicBezTo>
                  <a:cubicBezTo>
                    <a:pt x="2" y="52"/>
                    <a:pt x="0" y="80"/>
                    <a:pt x="17" y="108"/>
                  </a:cubicBezTo>
                  <a:cubicBezTo>
                    <a:pt x="17" y="108"/>
                    <a:pt x="19" y="111"/>
                    <a:pt x="19" y="111"/>
                  </a:cubicBezTo>
                  <a:cubicBezTo>
                    <a:pt x="21" y="115"/>
                    <a:pt x="27" y="117"/>
                    <a:pt x="32" y="114"/>
                  </a:cubicBezTo>
                  <a:cubicBezTo>
                    <a:pt x="36" y="112"/>
                    <a:pt x="39" y="107"/>
                    <a:pt x="37" y="102"/>
                  </a:cubicBezTo>
                  <a:cubicBezTo>
                    <a:pt x="37" y="102"/>
                    <a:pt x="36" y="100"/>
                    <a:pt x="36" y="100"/>
                  </a:cubicBezTo>
                  <a:cubicBezTo>
                    <a:pt x="25" y="79"/>
                    <a:pt x="24" y="62"/>
                    <a:pt x="31" y="42"/>
                  </a:cubicBezTo>
                  <a:cubicBezTo>
                    <a:pt x="30" y="50"/>
                    <a:pt x="30" y="50"/>
                    <a:pt x="30" y="50"/>
                  </a:cubicBezTo>
                  <a:cubicBezTo>
                    <a:pt x="29" y="74"/>
                    <a:pt x="29" y="74"/>
                    <a:pt x="29" y="74"/>
                  </a:cubicBezTo>
                  <a:cubicBezTo>
                    <a:pt x="30" y="82"/>
                    <a:pt x="33" y="90"/>
                    <a:pt x="38" y="99"/>
                  </a:cubicBezTo>
                  <a:cubicBezTo>
                    <a:pt x="38" y="99"/>
                    <a:pt x="39" y="102"/>
                    <a:pt x="39" y="102"/>
                  </a:cubicBezTo>
                  <a:cubicBezTo>
                    <a:pt x="41" y="107"/>
                    <a:pt x="38" y="114"/>
                    <a:pt x="33" y="116"/>
                  </a:cubicBezTo>
                  <a:cubicBezTo>
                    <a:pt x="31" y="117"/>
                    <a:pt x="29" y="117"/>
                    <a:pt x="27" y="117"/>
                  </a:cubicBezTo>
                  <a:cubicBezTo>
                    <a:pt x="25" y="160"/>
                    <a:pt x="25" y="160"/>
                    <a:pt x="25" y="160"/>
                  </a:cubicBezTo>
                  <a:cubicBezTo>
                    <a:pt x="25" y="164"/>
                    <a:pt x="42" y="168"/>
                    <a:pt x="64" y="168"/>
                  </a:cubicBezTo>
                  <a:cubicBezTo>
                    <a:pt x="64" y="168"/>
                    <a:pt x="64" y="168"/>
                    <a:pt x="65" y="168"/>
                  </a:cubicBezTo>
                  <a:cubicBezTo>
                    <a:pt x="65" y="168"/>
                    <a:pt x="65" y="168"/>
                    <a:pt x="65" y="168"/>
                  </a:cubicBezTo>
                  <a:cubicBezTo>
                    <a:pt x="65" y="168"/>
                    <a:pt x="65" y="168"/>
                    <a:pt x="65" y="168"/>
                  </a:cubicBezTo>
                  <a:cubicBezTo>
                    <a:pt x="66" y="168"/>
                    <a:pt x="66" y="168"/>
                    <a:pt x="66" y="168"/>
                  </a:cubicBezTo>
                  <a:cubicBezTo>
                    <a:pt x="88" y="168"/>
                    <a:pt x="105" y="164"/>
                    <a:pt x="105" y="160"/>
                  </a:cubicBezTo>
                  <a:cubicBezTo>
                    <a:pt x="103" y="117"/>
                    <a:pt x="103" y="117"/>
                    <a:pt x="103" y="117"/>
                  </a:cubicBezTo>
                  <a:cubicBezTo>
                    <a:pt x="101" y="117"/>
                    <a:pt x="99" y="117"/>
                    <a:pt x="97" y="116"/>
                  </a:cubicBezTo>
                  <a:cubicBezTo>
                    <a:pt x="92" y="114"/>
                    <a:pt x="89" y="107"/>
                    <a:pt x="91" y="102"/>
                  </a:cubicBezTo>
                  <a:cubicBezTo>
                    <a:pt x="91" y="102"/>
                    <a:pt x="92" y="99"/>
                    <a:pt x="92" y="99"/>
                  </a:cubicBezTo>
                  <a:cubicBezTo>
                    <a:pt x="97" y="90"/>
                    <a:pt x="100" y="82"/>
                    <a:pt x="101" y="74"/>
                  </a:cubicBezTo>
                  <a:cubicBezTo>
                    <a:pt x="100" y="50"/>
                    <a:pt x="100" y="50"/>
                    <a:pt x="100" y="50"/>
                  </a:cubicBezTo>
                  <a:cubicBezTo>
                    <a:pt x="99" y="42"/>
                    <a:pt x="99" y="42"/>
                    <a:pt x="99" y="42"/>
                  </a:cubicBezTo>
                  <a:cubicBezTo>
                    <a:pt x="106" y="62"/>
                    <a:pt x="105" y="79"/>
                    <a:pt x="94" y="100"/>
                  </a:cubicBezTo>
                  <a:cubicBezTo>
                    <a:pt x="94" y="100"/>
                    <a:pt x="93" y="102"/>
                    <a:pt x="93" y="102"/>
                  </a:cubicBezTo>
                  <a:cubicBezTo>
                    <a:pt x="91" y="107"/>
                    <a:pt x="93" y="112"/>
                    <a:pt x="98" y="114"/>
                  </a:cubicBezTo>
                  <a:cubicBezTo>
                    <a:pt x="103" y="117"/>
                    <a:pt x="109" y="115"/>
                    <a:pt x="111" y="111"/>
                  </a:cubicBezTo>
                  <a:cubicBezTo>
                    <a:pt x="111" y="111"/>
                    <a:pt x="112" y="108"/>
                    <a:pt x="113" y="108"/>
                  </a:cubicBezTo>
                  <a:cubicBezTo>
                    <a:pt x="130" y="80"/>
                    <a:pt x="128" y="52"/>
                    <a:pt x="113" y="22"/>
                  </a:cubicBezTo>
                  <a:close/>
                  <a:moveTo>
                    <a:pt x="65" y="144"/>
                  </a:moveTo>
                  <a:cubicBezTo>
                    <a:pt x="63" y="144"/>
                    <a:pt x="62" y="142"/>
                    <a:pt x="62" y="140"/>
                  </a:cubicBezTo>
                  <a:cubicBezTo>
                    <a:pt x="62" y="139"/>
                    <a:pt x="63" y="137"/>
                    <a:pt x="65" y="137"/>
                  </a:cubicBezTo>
                  <a:cubicBezTo>
                    <a:pt x="67" y="137"/>
                    <a:pt x="68" y="139"/>
                    <a:pt x="68" y="140"/>
                  </a:cubicBezTo>
                  <a:cubicBezTo>
                    <a:pt x="68" y="142"/>
                    <a:pt x="67" y="144"/>
                    <a:pt x="65" y="144"/>
                  </a:cubicBezTo>
                  <a:close/>
                  <a:moveTo>
                    <a:pt x="65" y="120"/>
                  </a:moveTo>
                  <a:cubicBezTo>
                    <a:pt x="63" y="120"/>
                    <a:pt x="62" y="119"/>
                    <a:pt x="62" y="117"/>
                  </a:cubicBezTo>
                  <a:cubicBezTo>
                    <a:pt x="62" y="115"/>
                    <a:pt x="63" y="114"/>
                    <a:pt x="65" y="114"/>
                  </a:cubicBezTo>
                  <a:cubicBezTo>
                    <a:pt x="67" y="114"/>
                    <a:pt x="68" y="115"/>
                    <a:pt x="68" y="117"/>
                  </a:cubicBezTo>
                  <a:cubicBezTo>
                    <a:pt x="68" y="119"/>
                    <a:pt x="67" y="120"/>
                    <a:pt x="65" y="120"/>
                  </a:cubicBezTo>
                  <a:close/>
                  <a:moveTo>
                    <a:pt x="65" y="96"/>
                  </a:moveTo>
                  <a:cubicBezTo>
                    <a:pt x="63" y="96"/>
                    <a:pt x="62" y="95"/>
                    <a:pt x="62" y="93"/>
                  </a:cubicBezTo>
                  <a:cubicBezTo>
                    <a:pt x="62" y="91"/>
                    <a:pt x="63" y="90"/>
                    <a:pt x="65" y="90"/>
                  </a:cubicBezTo>
                  <a:cubicBezTo>
                    <a:pt x="67" y="90"/>
                    <a:pt x="68" y="91"/>
                    <a:pt x="68" y="93"/>
                  </a:cubicBezTo>
                  <a:cubicBezTo>
                    <a:pt x="68" y="95"/>
                    <a:pt x="67" y="96"/>
                    <a:pt x="65" y="96"/>
                  </a:cubicBezTo>
                  <a:close/>
                  <a:moveTo>
                    <a:pt x="65" y="73"/>
                  </a:moveTo>
                  <a:cubicBezTo>
                    <a:pt x="63" y="73"/>
                    <a:pt x="62" y="71"/>
                    <a:pt x="62" y="70"/>
                  </a:cubicBezTo>
                  <a:cubicBezTo>
                    <a:pt x="62" y="68"/>
                    <a:pt x="63" y="66"/>
                    <a:pt x="65" y="66"/>
                  </a:cubicBezTo>
                  <a:cubicBezTo>
                    <a:pt x="67" y="66"/>
                    <a:pt x="68" y="68"/>
                    <a:pt x="68" y="70"/>
                  </a:cubicBezTo>
                  <a:cubicBezTo>
                    <a:pt x="68" y="71"/>
                    <a:pt x="67" y="73"/>
                    <a:pt x="65" y="73"/>
                  </a:cubicBezTo>
                  <a:close/>
                  <a:moveTo>
                    <a:pt x="65" y="49"/>
                  </a:moveTo>
                  <a:cubicBezTo>
                    <a:pt x="63" y="49"/>
                    <a:pt x="62" y="48"/>
                    <a:pt x="62" y="46"/>
                  </a:cubicBezTo>
                  <a:cubicBezTo>
                    <a:pt x="62" y="44"/>
                    <a:pt x="63" y="43"/>
                    <a:pt x="65" y="43"/>
                  </a:cubicBezTo>
                  <a:cubicBezTo>
                    <a:pt x="67" y="43"/>
                    <a:pt x="68" y="44"/>
                    <a:pt x="68" y="46"/>
                  </a:cubicBezTo>
                  <a:cubicBezTo>
                    <a:pt x="68" y="48"/>
                    <a:pt x="67" y="49"/>
                    <a:pt x="65" y="49"/>
                  </a:cubicBezTo>
                  <a:close/>
                  <a:moveTo>
                    <a:pt x="65" y="25"/>
                  </a:moveTo>
                  <a:cubicBezTo>
                    <a:pt x="63" y="25"/>
                    <a:pt x="62" y="24"/>
                    <a:pt x="62" y="22"/>
                  </a:cubicBezTo>
                  <a:cubicBezTo>
                    <a:pt x="62" y="20"/>
                    <a:pt x="63" y="19"/>
                    <a:pt x="65" y="19"/>
                  </a:cubicBezTo>
                  <a:cubicBezTo>
                    <a:pt x="67" y="19"/>
                    <a:pt x="68" y="20"/>
                    <a:pt x="68" y="22"/>
                  </a:cubicBezTo>
                  <a:cubicBezTo>
                    <a:pt x="68" y="24"/>
                    <a:pt x="67" y="25"/>
                    <a:pt x="65"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81"/>
            <p:cNvSpPr>
              <a:spLocks noEditPoints="1"/>
            </p:cNvSpPr>
            <p:nvPr/>
          </p:nvSpPr>
          <p:spPr bwMode="auto">
            <a:xfrm>
              <a:off x="9056688" y="1098550"/>
              <a:ext cx="177800" cy="82550"/>
            </a:xfrm>
            <a:custGeom>
              <a:avLst/>
              <a:gdLst>
                <a:gd name="T0" fmla="*/ 50 w 50"/>
                <a:gd name="T1" fmla="*/ 12 h 23"/>
                <a:gd name="T2" fmla="*/ 50 w 50"/>
                <a:gd name="T3" fmla="*/ 12 h 23"/>
                <a:gd name="T4" fmla="*/ 25 w 50"/>
                <a:gd name="T5" fmla="*/ 0 h 23"/>
                <a:gd name="T6" fmla="*/ 0 w 50"/>
                <a:gd name="T7" fmla="*/ 12 h 23"/>
                <a:gd name="T8" fmla="*/ 0 w 50"/>
                <a:gd name="T9" fmla="*/ 12 h 23"/>
                <a:gd name="T10" fmla="*/ 0 w 50"/>
                <a:gd name="T11" fmla="*/ 23 h 23"/>
                <a:gd name="T12" fmla="*/ 50 w 50"/>
                <a:gd name="T13" fmla="*/ 23 h 23"/>
                <a:gd name="T14" fmla="*/ 50 w 50"/>
                <a:gd name="T15" fmla="*/ 12 h 23"/>
                <a:gd name="T16" fmla="*/ 32 w 50"/>
                <a:gd name="T17" fmla="*/ 14 h 23"/>
                <a:gd name="T18" fmla="*/ 28 w 50"/>
                <a:gd name="T19" fmla="*/ 14 h 23"/>
                <a:gd name="T20" fmla="*/ 28 w 50"/>
                <a:gd name="T21" fmla="*/ 19 h 23"/>
                <a:gd name="T22" fmla="*/ 22 w 50"/>
                <a:gd name="T23" fmla="*/ 19 h 23"/>
                <a:gd name="T24" fmla="*/ 22 w 50"/>
                <a:gd name="T25" fmla="*/ 14 h 23"/>
                <a:gd name="T26" fmla="*/ 18 w 50"/>
                <a:gd name="T27" fmla="*/ 14 h 23"/>
                <a:gd name="T28" fmla="*/ 18 w 50"/>
                <a:gd name="T29" fmla="*/ 8 h 23"/>
                <a:gd name="T30" fmla="*/ 22 w 50"/>
                <a:gd name="T31" fmla="*/ 8 h 23"/>
                <a:gd name="T32" fmla="*/ 22 w 50"/>
                <a:gd name="T33" fmla="*/ 4 h 23"/>
                <a:gd name="T34" fmla="*/ 28 w 50"/>
                <a:gd name="T35" fmla="*/ 4 h 23"/>
                <a:gd name="T36" fmla="*/ 28 w 50"/>
                <a:gd name="T37" fmla="*/ 8 h 23"/>
                <a:gd name="T38" fmla="*/ 32 w 50"/>
                <a:gd name="T39" fmla="*/ 8 h 23"/>
                <a:gd name="T40" fmla="*/ 32 w 50"/>
                <a:gd name="T41" fmla="*/ 1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23">
                  <a:moveTo>
                    <a:pt x="50" y="12"/>
                  </a:moveTo>
                  <a:cubicBezTo>
                    <a:pt x="50" y="12"/>
                    <a:pt x="50" y="12"/>
                    <a:pt x="50" y="12"/>
                  </a:cubicBezTo>
                  <a:cubicBezTo>
                    <a:pt x="50" y="5"/>
                    <a:pt x="39" y="0"/>
                    <a:pt x="25" y="0"/>
                  </a:cubicBezTo>
                  <a:cubicBezTo>
                    <a:pt x="11" y="0"/>
                    <a:pt x="0" y="5"/>
                    <a:pt x="0" y="12"/>
                  </a:cubicBezTo>
                  <a:cubicBezTo>
                    <a:pt x="0" y="12"/>
                    <a:pt x="0" y="12"/>
                    <a:pt x="0" y="12"/>
                  </a:cubicBezTo>
                  <a:cubicBezTo>
                    <a:pt x="0" y="23"/>
                    <a:pt x="0" y="23"/>
                    <a:pt x="0" y="23"/>
                  </a:cubicBezTo>
                  <a:cubicBezTo>
                    <a:pt x="50" y="23"/>
                    <a:pt x="50" y="23"/>
                    <a:pt x="50" y="23"/>
                  </a:cubicBezTo>
                  <a:lnTo>
                    <a:pt x="50" y="12"/>
                  </a:lnTo>
                  <a:close/>
                  <a:moveTo>
                    <a:pt x="32" y="14"/>
                  </a:moveTo>
                  <a:cubicBezTo>
                    <a:pt x="28" y="14"/>
                    <a:pt x="28" y="14"/>
                    <a:pt x="28" y="14"/>
                  </a:cubicBezTo>
                  <a:cubicBezTo>
                    <a:pt x="28" y="19"/>
                    <a:pt x="28" y="19"/>
                    <a:pt x="28" y="19"/>
                  </a:cubicBezTo>
                  <a:cubicBezTo>
                    <a:pt x="22" y="19"/>
                    <a:pt x="22" y="19"/>
                    <a:pt x="22" y="19"/>
                  </a:cubicBezTo>
                  <a:cubicBezTo>
                    <a:pt x="22" y="14"/>
                    <a:pt x="22" y="14"/>
                    <a:pt x="22" y="14"/>
                  </a:cubicBezTo>
                  <a:cubicBezTo>
                    <a:pt x="18" y="14"/>
                    <a:pt x="18" y="14"/>
                    <a:pt x="18" y="14"/>
                  </a:cubicBezTo>
                  <a:cubicBezTo>
                    <a:pt x="18" y="8"/>
                    <a:pt x="18" y="8"/>
                    <a:pt x="18" y="8"/>
                  </a:cubicBezTo>
                  <a:cubicBezTo>
                    <a:pt x="22" y="8"/>
                    <a:pt x="22" y="8"/>
                    <a:pt x="22" y="8"/>
                  </a:cubicBezTo>
                  <a:cubicBezTo>
                    <a:pt x="22" y="4"/>
                    <a:pt x="22" y="4"/>
                    <a:pt x="22" y="4"/>
                  </a:cubicBezTo>
                  <a:cubicBezTo>
                    <a:pt x="28" y="4"/>
                    <a:pt x="28" y="4"/>
                    <a:pt x="28" y="4"/>
                  </a:cubicBezTo>
                  <a:cubicBezTo>
                    <a:pt x="28" y="8"/>
                    <a:pt x="28" y="8"/>
                    <a:pt x="28" y="8"/>
                  </a:cubicBezTo>
                  <a:cubicBezTo>
                    <a:pt x="32" y="8"/>
                    <a:pt x="32" y="8"/>
                    <a:pt x="32" y="8"/>
                  </a:cubicBezTo>
                  <a:lnTo>
                    <a:pt x="32"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2" name="组合 61"/>
          <p:cNvGrpSpPr/>
          <p:nvPr/>
        </p:nvGrpSpPr>
        <p:grpSpPr>
          <a:xfrm>
            <a:off x="11750676" y="1095375"/>
            <a:ext cx="455612" cy="1174751"/>
            <a:chOff x="11750676" y="1095375"/>
            <a:chExt cx="455612" cy="1174751"/>
          </a:xfrm>
          <a:solidFill>
            <a:schemeClr val="tx1">
              <a:lumMod val="65000"/>
              <a:lumOff val="35000"/>
            </a:schemeClr>
          </a:solidFill>
        </p:grpSpPr>
        <p:sp>
          <p:nvSpPr>
            <p:cNvPr id="63" name="Freeform 88"/>
            <p:cNvSpPr>
              <a:spLocks/>
            </p:cNvSpPr>
            <p:nvPr/>
          </p:nvSpPr>
          <p:spPr bwMode="auto">
            <a:xfrm>
              <a:off x="11887201" y="1095375"/>
              <a:ext cx="171450" cy="88900"/>
            </a:xfrm>
            <a:custGeom>
              <a:avLst/>
              <a:gdLst>
                <a:gd name="T0" fmla="*/ 1 w 48"/>
                <a:gd name="T1" fmla="*/ 24 h 25"/>
                <a:gd name="T2" fmla="*/ 24 w 48"/>
                <a:gd name="T3" fmla="*/ 17 h 25"/>
                <a:gd name="T4" fmla="*/ 48 w 48"/>
                <a:gd name="T5" fmla="*/ 24 h 25"/>
                <a:gd name="T6" fmla="*/ 48 w 48"/>
                <a:gd name="T7" fmla="*/ 24 h 25"/>
                <a:gd name="T8" fmla="*/ 24 w 48"/>
                <a:gd name="T9" fmla="*/ 0 h 25"/>
                <a:gd name="T10" fmla="*/ 0 w 48"/>
                <a:gd name="T11" fmla="*/ 24 h 25"/>
                <a:gd name="T12" fmla="*/ 1 w 48"/>
                <a:gd name="T13" fmla="*/ 24 h 25"/>
              </a:gdLst>
              <a:ahLst/>
              <a:cxnLst>
                <a:cxn ang="0">
                  <a:pos x="T0" y="T1"/>
                </a:cxn>
                <a:cxn ang="0">
                  <a:pos x="T2" y="T3"/>
                </a:cxn>
                <a:cxn ang="0">
                  <a:pos x="T4" y="T5"/>
                </a:cxn>
                <a:cxn ang="0">
                  <a:pos x="T6" y="T7"/>
                </a:cxn>
                <a:cxn ang="0">
                  <a:pos x="T8" y="T9"/>
                </a:cxn>
                <a:cxn ang="0">
                  <a:pos x="T10" y="T11"/>
                </a:cxn>
                <a:cxn ang="0">
                  <a:pos x="T12" y="T13"/>
                </a:cxn>
              </a:cxnLst>
              <a:rect l="0" t="0" r="r" b="b"/>
              <a:pathLst>
                <a:path w="48" h="25">
                  <a:moveTo>
                    <a:pt x="1" y="24"/>
                  </a:moveTo>
                  <a:cubicBezTo>
                    <a:pt x="3" y="21"/>
                    <a:pt x="13" y="17"/>
                    <a:pt x="24" y="17"/>
                  </a:cubicBezTo>
                  <a:cubicBezTo>
                    <a:pt x="35" y="17"/>
                    <a:pt x="45" y="21"/>
                    <a:pt x="48" y="24"/>
                  </a:cubicBezTo>
                  <a:cubicBezTo>
                    <a:pt x="48" y="24"/>
                    <a:pt x="48" y="24"/>
                    <a:pt x="48" y="24"/>
                  </a:cubicBezTo>
                  <a:cubicBezTo>
                    <a:pt x="47" y="11"/>
                    <a:pt x="42" y="0"/>
                    <a:pt x="24" y="0"/>
                  </a:cubicBezTo>
                  <a:cubicBezTo>
                    <a:pt x="6" y="0"/>
                    <a:pt x="1" y="11"/>
                    <a:pt x="0" y="24"/>
                  </a:cubicBezTo>
                  <a:cubicBezTo>
                    <a:pt x="0" y="25"/>
                    <a:pt x="0" y="25"/>
                    <a:pt x="1"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89"/>
            <p:cNvSpPr>
              <a:spLocks/>
            </p:cNvSpPr>
            <p:nvPr/>
          </p:nvSpPr>
          <p:spPr bwMode="auto">
            <a:xfrm>
              <a:off x="11884026" y="1163638"/>
              <a:ext cx="179387" cy="85725"/>
            </a:xfrm>
            <a:custGeom>
              <a:avLst/>
              <a:gdLst>
                <a:gd name="T0" fmla="*/ 10 w 50"/>
                <a:gd name="T1" fmla="*/ 24 h 24"/>
                <a:gd name="T2" fmla="*/ 10 w 50"/>
                <a:gd name="T3" fmla="*/ 24 h 24"/>
                <a:gd name="T4" fmla="*/ 40 w 50"/>
                <a:gd name="T5" fmla="*/ 24 h 24"/>
                <a:gd name="T6" fmla="*/ 41 w 50"/>
                <a:gd name="T7" fmla="*/ 24 h 24"/>
                <a:gd name="T8" fmla="*/ 49 w 50"/>
                <a:gd name="T9" fmla="*/ 20 h 24"/>
                <a:gd name="T10" fmla="*/ 50 w 50"/>
                <a:gd name="T11" fmla="*/ 13 h 24"/>
                <a:gd name="T12" fmla="*/ 49 w 50"/>
                <a:gd name="T13" fmla="*/ 8 h 24"/>
                <a:gd name="T14" fmla="*/ 49 w 50"/>
                <a:gd name="T15" fmla="*/ 7 h 24"/>
                <a:gd name="T16" fmla="*/ 25 w 50"/>
                <a:gd name="T17" fmla="*/ 0 h 24"/>
                <a:gd name="T18" fmla="*/ 1 w 50"/>
                <a:gd name="T19" fmla="*/ 8 h 24"/>
                <a:gd name="T20" fmla="*/ 1 w 50"/>
                <a:gd name="T21" fmla="*/ 8 h 24"/>
                <a:gd name="T22" fmla="*/ 0 w 50"/>
                <a:gd name="T23" fmla="*/ 13 h 24"/>
                <a:gd name="T24" fmla="*/ 1 w 50"/>
                <a:gd name="T25" fmla="*/ 20 h 24"/>
                <a:gd name="T26" fmla="*/ 10 w 50"/>
                <a:gd name="T27"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24">
                  <a:moveTo>
                    <a:pt x="10" y="24"/>
                  </a:moveTo>
                  <a:cubicBezTo>
                    <a:pt x="10" y="24"/>
                    <a:pt x="10" y="24"/>
                    <a:pt x="10" y="24"/>
                  </a:cubicBezTo>
                  <a:cubicBezTo>
                    <a:pt x="40" y="24"/>
                    <a:pt x="40" y="24"/>
                    <a:pt x="40" y="24"/>
                  </a:cubicBezTo>
                  <a:cubicBezTo>
                    <a:pt x="41" y="24"/>
                    <a:pt x="41" y="24"/>
                    <a:pt x="41" y="24"/>
                  </a:cubicBezTo>
                  <a:cubicBezTo>
                    <a:pt x="49" y="20"/>
                    <a:pt x="49" y="20"/>
                    <a:pt x="49" y="20"/>
                  </a:cubicBezTo>
                  <a:cubicBezTo>
                    <a:pt x="49" y="18"/>
                    <a:pt x="50" y="15"/>
                    <a:pt x="50" y="13"/>
                  </a:cubicBezTo>
                  <a:cubicBezTo>
                    <a:pt x="50" y="11"/>
                    <a:pt x="49" y="9"/>
                    <a:pt x="49" y="8"/>
                  </a:cubicBezTo>
                  <a:cubicBezTo>
                    <a:pt x="49" y="7"/>
                    <a:pt x="49" y="7"/>
                    <a:pt x="49" y="7"/>
                  </a:cubicBezTo>
                  <a:cubicBezTo>
                    <a:pt x="49" y="7"/>
                    <a:pt x="38" y="0"/>
                    <a:pt x="25" y="0"/>
                  </a:cubicBezTo>
                  <a:cubicBezTo>
                    <a:pt x="9" y="0"/>
                    <a:pt x="1" y="8"/>
                    <a:pt x="1" y="8"/>
                  </a:cubicBezTo>
                  <a:cubicBezTo>
                    <a:pt x="1" y="8"/>
                    <a:pt x="1" y="8"/>
                    <a:pt x="1" y="8"/>
                  </a:cubicBezTo>
                  <a:cubicBezTo>
                    <a:pt x="1" y="10"/>
                    <a:pt x="0" y="11"/>
                    <a:pt x="0" y="13"/>
                  </a:cubicBezTo>
                  <a:cubicBezTo>
                    <a:pt x="0" y="15"/>
                    <a:pt x="1" y="17"/>
                    <a:pt x="1" y="20"/>
                  </a:cubicBezTo>
                  <a:lnTo>
                    <a:pt x="1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90"/>
            <p:cNvSpPr>
              <a:spLocks/>
            </p:cNvSpPr>
            <p:nvPr/>
          </p:nvSpPr>
          <p:spPr bwMode="auto">
            <a:xfrm>
              <a:off x="11890376" y="1241425"/>
              <a:ext cx="165100" cy="73025"/>
            </a:xfrm>
            <a:custGeom>
              <a:avLst/>
              <a:gdLst>
                <a:gd name="T0" fmla="*/ 6 w 46"/>
                <a:gd name="T1" fmla="*/ 3 h 20"/>
                <a:gd name="T2" fmla="*/ 0 w 46"/>
                <a:gd name="T3" fmla="*/ 0 h 20"/>
                <a:gd name="T4" fmla="*/ 23 w 46"/>
                <a:gd name="T5" fmla="*/ 20 h 20"/>
                <a:gd name="T6" fmla="*/ 46 w 46"/>
                <a:gd name="T7" fmla="*/ 0 h 20"/>
                <a:gd name="T8" fmla="*/ 40 w 46"/>
                <a:gd name="T9" fmla="*/ 3 h 20"/>
                <a:gd name="T10" fmla="*/ 40 w 46"/>
                <a:gd name="T11" fmla="*/ 4 h 20"/>
                <a:gd name="T12" fmla="*/ 40 w 46"/>
                <a:gd name="T13" fmla="*/ 7 h 20"/>
                <a:gd name="T14" fmla="*/ 40 w 46"/>
                <a:gd name="T15" fmla="*/ 8 h 20"/>
                <a:gd name="T16" fmla="*/ 40 w 46"/>
                <a:gd name="T17" fmla="*/ 8 h 20"/>
                <a:gd name="T18" fmla="*/ 23 w 46"/>
                <a:gd name="T19" fmla="*/ 16 h 20"/>
                <a:gd name="T20" fmla="*/ 6 w 46"/>
                <a:gd name="T21" fmla="*/ 8 h 20"/>
                <a:gd name="T22" fmla="*/ 6 w 46"/>
                <a:gd name="T23" fmla="*/ 8 h 20"/>
                <a:gd name="T24" fmla="*/ 6 w 46"/>
                <a:gd name="T25" fmla="*/ 7 h 20"/>
                <a:gd name="T26" fmla="*/ 6 w 46"/>
                <a:gd name="T27" fmla="*/ 4 h 20"/>
                <a:gd name="T28" fmla="*/ 6 w 46"/>
                <a:gd name="T29"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 h="20">
                  <a:moveTo>
                    <a:pt x="6" y="3"/>
                  </a:moveTo>
                  <a:cubicBezTo>
                    <a:pt x="0" y="0"/>
                    <a:pt x="0" y="0"/>
                    <a:pt x="0" y="0"/>
                  </a:cubicBezTo>
                  <a:cubicBezTo>
                    <a:pt x="3" y="11"/>
                    <a:pt x="12" y="20"/>
                    <a:pt x="23" y="20"/>
                  </a:cubicBezTo>
                  <a:cubicBezTo>
                    <a:pt x="34" y="20"/>
                    <a:pt x="43" y="11"/>
                    <a:pt x="46" y="0"/>
                  </a:cubicBezTo>
                  <a:cubicBezTo>
                    <a:pt x="40" y="3"/>
                    <a:pt x="40" y="3"/>
                    <a:pt x="40" y="3"/>
                  </a:cubicBezTo>
                  <a:cubicBezTo>
                    <a:pt x="40" y="4"/>
                    <a:pt x="40" y="4"/>
                    <a:pt x="40" y="4"/>
                  </a:cubicBezTo>
                  <a:cubicBezTo>
                    <a:pt x="40" y="7"/>
                    <a:pt x="40" y="7"/>
                    <a:pt x="40" y="7"/>
                  </a:cubicBezTo>
                  <a:cubicBezTo>
                    <a:pt x="40" y="8"/>
                    <a:pt x="40" y="8"/>
                    <a:pt x="40" y="8"/>
                  </a:cubicBezTo>
                  <a:cubicBezTo>
                    <a:pt x="40" y="8"/>
                    <a:pt x="40" y="8"/>
                    <a:pt x="40" y="8"/>
                  </a:cubicBezTo>
                  <a:cubicBezTo>
                    <a:pt x="40" y="12"/>
                    <a:pt x="33" y="16"/>
                    <a:pt x="23" y="16"/>
                  </a:cubicBezTo>
                  <a:cubicBezTo>
                    <a:pt x="14" y="16"/>
                    <a:pt x="6" y="12"/>
                    <a:pt x="6" y="8"/>
                  </a:cubicBezTo>
                  <a:cubicBezTo>
                    <a:pt x="6" y="8"/>
                    <a:pt x="6" y="8"/>
                    <a:pt x="6" y="8"/>
                  </a:cubicBezTo>
                  <a:cubicBezTo>
                    <a:pt x="6" y="7"/>
                    <a:pt x="6" y="7"/>
                    <a:pt x="6" y="7"/>
                  </a:cubicBezTo>
                  <a:cubicBezTo>
                    <a:pt x="6" y="4"/>
                    <a:pt x="6" y="4"/>
                    <a:pt x="6" y="4"/>
                  </a:cubicBezTo>
                  <a:lnTo>
                    <a:pt x="6"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91"/>
            <p:cNvSpPr>
              <a:spLocks/>
            </p:cNvSpPr>
            <p:nvPr/>
          </p:nvSpPr>
          <p:spPr bwMode="auto">
            <a:xfrm>
              <a:off x="11984038" y="1916113"/>
              <a:ext cx="96837" cy="354013"/>
            </a:xfrm>
            <a:custGeom>
              <a:avLst/>
              <a:gdLst>
                <a:gd name="T0" fmla="*/ 0 w 27"/>
                <a:gd name="T1" fmla="*/ 85 h 99"/>
                <a:gd name="T2" fmla="*/ 14 w 27"/>
                <a:gd name="T3" fmla="*/ 99 h 99"/>
                <a:gd name="T4" fmla="*/ 27 w 27"/>
                <a:gd name="T5" fmla="*/ 85 h 99"/>
                <a:gd name="T6" fmla="*/ 27 w 27"/>
                <a:gd name="T7" fmla="*/ 0 h 99"/>
                <a:gd name="T8" fmla="*/ 0 w 27"/>
                <a:gd name="T9" fmla="*/ 3 h 99"/>
                <a:gd name="T10" fmla="*/ 0 w 27"/>
                <a:gd name="T11" fmla="*/ 85 h 99"/>
              </a:gdLst>
              <a:ahLst/>
              <a:cxnLst>
                <a:cxn ang="0">
                  <a:pos x="T0" y="T1"/>
                </a:cxn>
                <a:cxn ang="0">
                  <a:pos x="T2" y="T3"/>
                </a:cxn>
                <a:cxn ang="0">
                  <a:pos x="T4" y="T5"/>
                </a:cxn>
                <a:cxn ang="0">
                  <a:pos x="T6" y="T7"/>
                </a:cxn>
                <a:cxn ang="0">
                  <a:pos x="T8" y="T9"/>
                </a:cxn>
                <a:cxn ang="0">
                  <a:pos x="T10" y="T11"/>
                </a:cxn>
              </a:cxnLst>
              <a:rect l="0" t="0" r="r" b="b"/>
              <a:pathLst>
                <a:path w="27" h="99">
                  <a:moveTo>
                    <a:pt x="0" y="85"/>
                  </a:moveTo>
                  <a:cubicBezTo>
                    <a:pt x="0" y="93"/>
                    <a:pt x="6" y="99"/>
                    <a:pt x="14" y="99"/>
                  </a:cubicBezTo>
                  <a:cubicBezTo>
                    <a:pt x="21" y="99"/>
                    <a:pt x="27" y="93"/>
                    <a:pt x="27" y="85"/>
                  </a:cubicBezTo>
                  <a:cubicBezTo>
                    <a:pt x="27" y="0"/>
                    <a:pt x="27" y="0"/>
                    <a:pt x="27" y="0"/>
                  </a:cubicBezTo>
                  <a:cubicBezTo>
                    <a:pt x="18" y="2"/>
                    <a:pt x="5" y="3"/>
                    <a:pt x="0" y="3"/>
                  </a:cubicBezTo>
                  <a:lnTo>
                    <a:pt x="0" y="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92"/>
            <p:cNvSpPr>
              <a:spLocks/>
            </p:cNvSpPr>
            <p:nvPr/>
          </p:nvSpPr>
          <p:spPr bwMode="auto">
            <a:xfrm>
              <a:off x="11861801" y="1916113"/>
              <a:ext cx="96837" cy="354013"/>
            </a:xfrm>
            <a:custGeom>
              <a:avLst/>
              <a:gdLst>
                <a:gd name="T0" fmla="*/ 0 w 27"/>
                <a:gd name="T1" fmla="*/ 85 h 99"/>
                <a:gd name="T2" fmla="*/ 14 w 27"/>
                <a:gd name="T3" fmla="*/ 99 h 99"/>
                <a:gd name="T4" fmla="*/ 27 w 27"/>
                <a:gd name="T5" fmla="*/ 85 h 99"/>
                <a:gd name="T6" fmla="*/ 27 w 27"/>
                <a:gd name="T7" fmla="*/ 3 h 99"/>
                <a:gd name="T8" fmla="*/ 0 w 27"/>
                <a:gd name="T9" fmla="*/ 0 h 99"/>
                <a:gd name="T10" fmla="*/ 0 w 27"/>
                <a:gd name="T11" fmla="*/ 85 h 99"/>
              </a:gdLst>
              <a:ahLst/>
              <a:cxnLst>
                <a:cxn ang="0">
                  <a:pos x="T0" y="T1"/>
                </a:cxn>
                <a:cxn ang="0">
                  <a:pos x="T2" y="T3"/>
                </a:cxn>
                <a:cxn ang="0">
                  <a:pos x="T4" y="T5"/>
                </a:cxn>
                <a:cxn ang="0">
                  <a:pos x="T6" y="T7"/>
                </a:cxn>
                <a:cxn ang="0">
                  <a:pos x="T8" y="T9"/>
                </a:cxn>
                <a:cxn ang="0">
                  <a:pos x="T10" y="T11"/>
                </a:cxn>
              </a:cxnLst>
              <a:rect l="0" t="0" r="r" b="b"/>
              <a:pathLst>
                <a:path w="27" h="99">
                  <a:moveTo>
                    <a:pt x="0" y="85"/>
                  </a:moveTo>
                  <a:cubicBezTo>
                    <a:pt x="0" y="93"/>
                    <a:pt x="6" y="99"/>
                    <a:pt x="14" y="99"/>
                  </a:cubicBezTo>
                  <a:cubicBezTo>
                    <a:pt x="21" y="99"/>
                    <a:pt x="27" y="93"/>
                    <a:pt x="27" y="85"/>
                  </a:cubicBezTo>
                  <a:cubicBezTo>
                    <a:pt x="27" y="3"/>
                    <a:pt x="27" y="3"/>
                    <a:pt x="27" y="3"/>
                  </a:cubicBezTo>
                  <a:cubicBezTo>
                    <a:pt x="22" y="2"/>
                    <a:pt x="9" y="2"/>
                    <a:pt x="0" y="0"/>
                  </a:cubicBezTo>
                  <a:lnTo>
                    <a:pt x="0" y="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93"/>
            <p:cNvSpPr>
              <a:spLocks noEditPoints="1"/>
            </p:cNvSpPr>
            <p:nvPr/>
          </p:nvSpPr>
          <p:spPr bwMode="auto">
            <a:xfrm>
              <a:off x="11858626" y="1589088"/>
              <a:ext cx="215900" cy="230188"/>
            </a:xfrm>
            <a:custGeom>
              <a:avLst/>
              <a:gdLst>
                <a:gd name="T0" fmla="*/ 46 w 60"/>
                <a:gd name="T1" fmla="*/ 6 h 64"/>
                <a:gd name="T2" fmla="*/ 41 w 60"/>
                <a:gd name="T3" fmla="*/ 6 h 64"/>
                <a:gd name="T4" fmla="*/ 41 w 60"/>
                <a:gd name="T5" fmla="*/ 6 h 64"/>
                <a:gd name="T6" fmla="*/ 39 w 60"/>
                <a:gd name="T7" fmla="*/ 5 h 64"/>
                <a:gd name="T8" fmla="*/ 38 w 60"/>
                <a:gd name="T9" fmla="*/ 7 h 64"/>
                <a:gd name="T10" fmla="*/ 27 w 60"/>
                <a:gd name="T11" fmla="*/ 0 h 64"/>
                <a:gd name="T12" fmla="*/ 0 w 60"/>
                <a:gd name="T13" fmla="*/ 44 h 64"/>
                <a:gd name="T14" fmla="*/ 33 w 60"/>
                <a:gd name="T15" fmla="*/ 64 h 64"/>
                <a:gd name="T16" fmla="*/ 60 w 60"/>
                <a:gd name="T17" fmla="*/ 20 h 64"/>
                <a:gd name="T18" fmla="*/ 49 w 60"/>
                <a:gd name="T19" fmla="*/ 13 h 64"/>
                <a:gd name="T20" fmla="*/ 50 w 60"/>
                <a:gd name="T21" fmla="*/ 11 h 64"/>
                <a:gd name="T22" fmla="*/ 48 w 60"/>
                <a:gd name="T23" fmla="*/ 10 h 64"/>
                <a:gd name="T24" fmla="*/ 48 w 60"/>
                <a:gd name="T25" fmla="*/ 10 h 64"/>
                <a:gd name="T26" fmla="*/ 46 w 60"/>
                <a:gd name="T27" fmla="*/ 6 h 64"/>
                <a:gd name="T28" fmla="*/ 56 w 60"/>
                <a:gd name="T29" fmla="*/ 21 h 64"/>
                <a:gd name="T30" fmla="*/ 32 w 60"/>
                <a:gd name="T31" fmla="*/ 60 h 64"/>
                <a:gd name="T32" fmla="*/ 4 w 60"/>
                <a:gd name="T33" fmla="*/ 43 h 64"/>
                <a:gd name="T34" fmla="*/ 27 w 60"/>
                <a:gd name="T35" fmla="*/ 4 h 64"/>
                <a:gd name="T36" fmla="*/ 56 w 60"/>
                <a:gd name="T37"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0" h="64">
                  <a:moveTo>
                    <a:pt x="46" y="6"/>
                  </a:moveTo>
                  <a:cubicBezTo>
                    <a:pt x="44" y="5"/>
                    <a:pt x="42" y="5"/>
                    <a:pt x="41" y="6"/>
                  </a:cubicBezTo>
                  <a:cubicBezTo>
                    <a:pt x="41" y="6"/>
                    <a:pt x="41" y="6"/>
                    <a:pt x="41" y="6"/>
                  </a:cubicBezTo>
                  <a:cubicBezTo>
                    <a:pt x="39" y="5"/>
                    <a:pt x="39" y="5"/>
                    <a:pt x="39" y="5"/>
                  </a:cubicBezTo>
                  <a:cubicBezTo>
                    <a:pt x="38" y="7"/>
                    <a:pt x="38" y="7"/>
                    <a:pt x="38" y="7"/>
                  </a:cubicBezTo>
                  <a:cubicBezTo>
                    <a:pt x="27" y="0"/>
                    <a:pt x="27" y="0"/>
                    <a:pt x="27" y="0"/>
                  </a:cubicBezTo>
                  <a:cubicBezTo>
                    <a:pt x="0" y="44"/>
                    <a:pt x="0" y="44"/>
                    <a:pt x="0" y="44"/>
                  </a:cubicBezTo>
                  <a:cubicBezTo>
                    <a:pt x="33" y="64"/>
                    <a:pt x="33" y="64"/>
                    <a:pt x="33" y="64"/>
                  </a:cubicBezTo>
                  <a:cubicBezTo>
                    <a:pt x="60" y="20"/>
                    <a:pt x="60" y="20"/>
                    <a:pt x="60" y="20"/>
                  </a:cubicBezTo>
                  <a:cubicBezTo>
                    <a:pt x="49" y="13"/>
                    <a:pt x="49" y="13"/>
                    <a:pt x="49" y="13"/>
                  </a:cubicBezTo>
                  <a:cubicBezTo>
                    <a:pt x="50" y="11"/>
                    <a:pt x="50" y="11"/>
                    <a:pt x="50" y="11"/>
                  </a:cubicBezTo>
                  <a:cubicBezTo>
                    <a:pt x="48" y="10"/>
                    <a:pt x="48" y="10"/>
                    <a:pt x="48" y="10"/>
                  </a:cubicBezTo>
                  <a:cubicBezTo>
                    <a:pt x="48" y="10"/>
                    <a:pt x="48" y="10"/>
                    <a:pt x="48" y="10"/>
                  </a:cubicBezTo>
                  <a:cubicBezTo>
                    <a:pt x="49" y="9"/>
                    <a:pt x="48" y="7"/>
                    <a:pt x="46" y="6"/>
                  </a:cubicBezTo>
                  <a:close/>
                  <a:moveTo>
                    <a:pt x="56" y="21"/>
                  </a:moveTo>
                  <a:cubicBezTo>
                    <a:pt x="32" y="60"/>
                    <a:pt x="32" y="60"/>
                    <a:pt x="32" y="60"/>
                  </a:cubicBezTo>
                  <a:cubicBezTo>
                    <a:pt x="4" y="43"/>
                    <a:pt x="4" y="43"/>
                    <a:pt x="4" y="43"/>
                  </a:cubicBezTo>
                  <a:cubicBezTo>
                    <a:pt x="27" y="4"/>
                    <a:pt x="27" y="4"/>
                    <a:pt x="27" y="4"/>
                  </a:cubicBezTo>
                  <a:lnTo>
                    <a:pt x="56"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94"/>
            <p:cNvSpPr>
              <a:spLocks noEditPoints="1"/>
            </p:cNvSpPr>
            <p:nvPr/>
          </p:nvSpPr>
          <p:spPr bwMode="auto">
            <a:xfrm>
              <a:off x="11830051" y="1685925"/>
              <a:ext cx="287337" cy="233363"/>
            </a:xfrm>
            <a:custGeom>
              <a:avLst/>
              <a:gdLst>
                <a:gd name="T0" fmla="*/ 72 w 80"/>
                <a:gd name="T1" fmla="*/ 13 h 65"/>
                <a:gd name="T2" fmla="*/ 65 w 80"/>
                <a:gd name="T3" fmla="*/ 0 h 65"/>
                <a:gd name="T4" fmla="*/ 42 w 80"/>
                <a:gd name="T5" fmla="*/ 39 h 65"/>
                <a:gd name="T6" fmla="*/ 6 w 80"/>
                <a:gd name="T7" fmla="*/ 17 h 65"/>
                <a:gd name="T8" fmla="*/ 9 w 80"/>
                <a:gd name="T9" fmla="*/ 12 h 65"/>
                <a:gd name="T10" fmla="*/ 8 w 80"/>
                <a:gd name="T11" fmla="*/ 13 h 65"/>
                <a:gd name="T12" fmla="*/ 2 w 80"/>
                <a:gd name="T13" fmla="*/ 14 h 65"/>
                <a:gd name="T14" fmla="*/ 0 w 80"/>
                <a:gd name="T15" fmla="*/ 57 h 65"/>
                <a:gd name="T16" fmla="*/ 39 w 80"/>
                <a:gd name="T17" fmla="*/ 65 h 65"/>
                <a:gd name="T18" fmla="*/ 40 w 80"/>
                <a:gd name="T19" fmla="*/ 65 h 65"/>
                <a:gd name="T20" fmla="*/ 40 w 80"/>
                <a:gd name="T21" fmla="*/ 65 h 65"/>
                <a:gd name="T22" fmla="*/ 40 w 80"/>
                <a:gd name="T23" fmla="*/ 65 h 65"/>
                <a:gd name="T24" fmla="*/ 41 w 80"/>
                <a:gd name="T25" fmla="*/ 65 h 65"/>
                <a:gd name="T26" fmla="*/ 80 w 80"/>
                <a:gd name="T27" fmla="*/ 57 h 65"/>
                <a:gd name="T28" fmla="*/ 78 w 80"/>
                <a:gd name="T29" fmla="*/ 14 h 65"/>
                <a:gd name="T30" fmla="*/ 72 w 80"/>
                <a:gd name="T31" fmla="*/ 13 h 65"/>
                <a:gd name="T32" fmla="*/ 40 w 80"/>
                <a:gd name="T33" fmla="*/ 54 h 65"/>
                <a:gd name="T34" fmla="*/ 37 w 80"/>
                <a:gd name="T35" fmla="*/ 51 h 65"/>
                <a:gd name="T36" fmla="*/ 40 w 80"/>
                <a:gd name="T37" fmla="*/ 48 h 65"/>
                <a:gd name="T38" fmla="*/ 43 w 80"/>
                <a:gd name="T39" fmla="*/ 51 h 65"/>
                <a:gd name="T40" fmla="*/ 40 w 80"/>
                <a:gd name="T41" fmla="*/ 54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0" h="65">
                  <a:moveTo>
                    <a:pt x="72" y="13"/>
                  </a:moveTo>
                  <a:cubicBezTo>
                    <a:pt x="67" y="11"/>
                    <a:pt x="65" y="5"/>
                    <a:pt x="65" y="0"/>
                  </a:cubicBezTo>
                  <a:cubicBezTo>
                    <a:pt x="42" y="39"/>
                    <a:pt x="42" y="39"/>
                    <a:pt x="42" y="39"/>
                  </a:cubicBezTo>
                  <a:cubicBezTo>
                    <a:pt x="6" y="17"/>
                    <a:pt x="6" y="17"/>
                    <a:pt x="6" y="17"/>
                  </a:cubicBezTo>
                  <a:cubicBezTo>
                    <a:pt x="9" y="12"/>
                    <a:pt x="9" y="12"/>
                    <a:pt x="9" y="12"/>
                  </a:cubicBezTo>
                  <a:cubicBezTo>
                    <a:pt x="8" y="13"/>
                    <a:pt x="8" y="13"/>
                    <a:pt x="8" y="13"/>
                  </a:cubicBezTo>
                  <a:cubicBezTo>
                    <a:pt x="6" y="14"/>
                    <a:pt x="4" y="14"/>
                    <a:pt x="2" y="14"/>
                  </a:cubicBezTo>
                  <a:cubicBezTo>
                    <a:pt x="0" y="57"/>
                    <a:pt x="0" y="57"/>
                    <a:pt x="0" y="57"/>
                  </a:cubicBezTo>
                  <a:cubicBezTo>
                    <a:pt x="0" y="61"/>
                    <a:pt x="17" y="64"/>
                    <a:pt x="39" y="65"/>
                  </a:cubicBezTo>
                  <a:cubicBezTo>
                    <a:pt x="39" y="65"/>
                    <a:pt x="39" y="65"/>
                    <a:pt x="40" y="65"/>
                  </a:cubicBezTo>
                  <a:cubicBezTo>
                    <a:pt x="40" y="65"/>
                    <a:pt x="40" y="65"/>
                    <a:pt x="40" y="65"/>
                  </a:cubicBezTo>
                  <a:cubicBezTo>
                    <a:pt x="40" y="65"/>
                    <a:pt x="40" y="65"/>
                    <a:pt x="40" y="65"/>
                  </a:cubicBezTo>
                  <a:cubicBezTo>
                    <a:pt x="41" y="65"/>
                    <a:pt x="41" y="65"/>
                    <a:pt x="41" y="65"/>
                  </a:cubicBezTo>
                  <a:cubicBezTo>
                    <a:pt x="63" y="64"/>
                    <a:pt x="80" y="61"/>
                    <a:pt x="80" y="57"/>
                  </a:cubicBezTo>
                  <a:cubicBezTo>
                    <a:pt x="78" y="14"/>
                    <a:pt x="78" y="14"/>
                    <a:pt x="78" y="14"/>
                  </a:cubicBezTo>
                  <a:cubicBezTo>
                    <a:pt x="76" y="14"/>
                    <a:pt x="74" y="14"/>
                    <a:pt x="72" y="13"/>
                  </a:cubicBezTo>
                  <a:close/>
                  <a:moveTo>
                    <a:pt x="40" y="54"/>
                  </a:moveTo>
                  <a:cubicBezTo>
                    <a:pt x="38" y="54"/>
                    <a:pt x="37" y="53"/>
                    <a:pt x="37" y="51"/>
                  </a:cubicBezTo>
                  <a:cubicBezTo>
                    <a:pt x="37" y="49"/>
                    <a:pt x="38" y="48"/>
                    <a:pt x="40" y="48"/>
                  </a:cubicBezTo>
                  <a:cubicBezTo>
                    <a:pt x="42" y="48"/>
                    <a:pt x="43" y="49"/>
                    <a:pt x="43" y="51"/>
                  </a:cubicBezTo>
                  <a:cubicBezTo>
                    <a:pt x="43" y="53"/>
                    <a:pt x="42" y="54"/>
                    <a:pt x="40"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95"/>
            <p:cNvSpPr>
              <a:spLocks noEditPoints="1"/>
            </p:cNvSpPr>
            <p:nvPr/>
          </p:nvSpPr>
          <p:spPr bwMode="auto">
            <a:xfrm>
              <a:off x="11750676" y="1317625"/>
              <a:ext cx="455612" cy="419100"/>
            </a:xfrm>
            <a:custGeom>
              <a:avLst/>
              <a:gdLst>
                <a:gd name="T0" fmla="*/ 90 w 127"/>
                <a:gd name="T1" fmla="*/ 5 h 117"/>
                <a:gd name="T2" fmla="*/ 82 w 127"/>
                <a:gd name="T3" fmla="*/ 2 h 117"/>
                <a:gd name="T4" fmla="*/ 79 w 127"/>
                <a:gd name="T5" fmla="*/ 2 h 117"/>
                <a:gd name="T6" fmla="*/ 75 w 127"/>
                <a:gd name="T7" fmla="*/ 1 h 117"/>
                <a:gd name="T8" fmla="*/ 62 w 127"/>
                <a:gd name="T9" fmla="*/ 0 h 117"/>
                <a:gd name="T10" fmla="*/ 62 w 127"/>
                <a:gd name="T11" fmla="*/ 0 h 117"/>
                <a:gd name="T12" fmla="*/ 49 w 127"/>
                <a:gd name="T13" fmla="*/ 1 h 117"/>
                <a:gd name="T14" fmla="*/ 45 w 127"/>
                <a:gd name="T15" fmla="*/ 2 h 117"/>
                <a:gd name="T16" fmla="*/ 42 w 127"/>
                <a:gd name="T17" fmla="*/ 2 h 117"/>
                <a:gd name="T18" fmla="*/ 34 w 127"/>
                <a:gd name="T19" fmla="*/ 5 h 117"/>
                <a:gd name="T20" fmla="*/ 2 w 127"/>
                <a:gd name="T21" fmla="*/ 75 h 117"/>
                <a:gd name="T22" fmla="*/ 16 w 127"/>
                <a:gd name="T23" fmla="*/ 111 h 117"/>
                <a:gd name="T24" fmla="*/ 34 w 127"/>
                <a:gd name="T25" fmla="*/ 102 h 117"/>
                <a:gd name="T26" fmla="*/ 24 w 127"/>
                <a:gd name="T27" fmla="*/ 70 h 117"/>
                <a:gd name="T28" fmla="*/ 27 w 127"/>
                <a:gd name="T29" fmla="*/ 50 h 117"/>
                <a:gd name="T30" fmla="*/ 35 w 127"/>
                <a:gd name="T31" fmla="*/ 99 h 117"/>
                <a:gd name="T32" fmla="*/ 37 w 127"/>
                <a:gd name="T33" fmla="*/ 106 h 117"/>
                <a:gd name="T34" fmla="*/ 67 w 127"/>
                <a:gd name="T35" fmla="*/ 80 h 117"/>
                <a:gd name="T36" fmla="*/ 71 w 127"/>
                <a:gd name="T37" fmla="*/ 80 h 117"/>
                <a:gd name="T38" fmla="*/ 77 w 127"/>
                <a:gd name="T39" fmla="*/ 81 h 117"/>
                <a:gd name="T40" fmla="*/ 80 w 127"/>
                <a:gd name="T41" fmla="*/ 85 h 117"/>
                <a:gd name="T42" fmla="*/ 81 w 127"/>
                <a:gd name="T43" fmla="*/ 89 h 117"/>
                <a:gd name="T44" fmla="*/ 98 w 127"/>
                <a:gd name="T45" fmla="*/ 74 h 117"/>
                <a:gd name="T46" fmla="*/ 96 w 127"/>
                <a:gd name="T47" fmla="*/ 42 h 117"/>
                <a:gd name="T48" fmla="*/ 90 w 127"/>
                <a:gd name="T49" fmla="*/ 102 h 117"/>
                <a:gd name="T50" fmla="*/ 108 w 127"/>
                <a:gd name="T51" fmla="*/ 111 h 117"/>
                <a:gd name="T52" fmla="*/ 110 w 127"/>
                <a:gd name="T53" fmla="*/ 22 h 117"/>
                <a:gd name="T54" fmla="*/ 59 w 127"/>
                <a:gd name="T55" fmla="*/ 54 h 117"/>
                <a:gd name="T56" fmla="*/ 65 w 127"/>
                <a:gd name="T57" fmla="*/ 54 h 117"/>
                <a:gd name="T58" fmla="*/ 62 w 127"/>
                <a:gd name="T59" fmla="*/ 31 h 117"/>
                <a:gd name="T60" fmla="*/ 62 w 127"/>
                <a:gd name="T61" fmla="*/ 25 h 117"/>
                <a:gd name="T62" fmla="*/ 62 w 127"/>
                <a:gd name="T63" fmla="*/ 31 h 117"/>
                <a:gd name="T64" fmla="*/ 75 w 127"/>
                <a:gd name="T65" fmla="*/ 53 h 117"/>
                <a:gd name="T66" fmla="*/ 90 w 127"/>
                <a:gd name="T67" fmla="*/ 39 h 117"/>
                <a:gd name="T68" fmla="*/ 75 w 127"/>
                <a:gd name="T69" fmla="*/ 38 h 117"/>
                <a:gd name="T70" fmla="*/ 90 w 127"/>
                <a:gd name="T71"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7" h="117">
                  <a:moveTo>
                    <a:pt x="110" y="22"/>
                  </a:moveTo>
                  <a:cubicBezTo>
                    <a:pt x="106" y="15"/>
                    <a:pt x="101" y="10"/>
                    <a:pt x="90" y="5"/>
                  </a:cubicBezTo>
                  <a:cubicBezTo>
                    <a:pt x="90" y="5"/>
                    <a:pt x="90" y="5"/>
                    <a:pt x="90" y="5"/>
                  </a:cubicBezTo>
                  <a:cubicBezTo>
                    <a:pt x="88" y="4"/>
                    <a:pt x="85" y="3"/>
                    <a:pt x="82" y="2"/>
                  </a:cubicBezTo>
                  <a:cubicBezTo>
                    <a:pt x="82" y="2"/>
                    <a:pt x="82" y="2"/>
                    <a:pt x="82" y="2"/>
                  </a:cubicBezTo>
                  <a:cubicBezTo>
                    <a:pt x="81" y="2"/>
                    <a:pt x="80" y="2"/>
                    <a:pt x="79" y="2"/>
                  </a:cubicBezTo>
                  <a:cubicBezTo>
                    <a:pt x="79" y="2"/>
                    <a:pt x="79" y="2"/>
                    <a:pt x="79" y="2"/>
                  </a:cubicBezTo>
                  <a:cubicBezTo>
                    <a:pt x="78" y="2"/>
                    <a:pt x="77" y="1"/>
                    <a:pt x="75" y="1"/>
                  </a:cubicBezTo>
                  <a:cubicBezTo>
                    <a:pt x="71" y="1"/>
                    <a:pt x="66" y="0"/>
                    <a:pt x="62" y="0"/>
                  </a:cubicBezTo>
                  <a:cubicBezTo>
                    <a:pt x="62" y="0"/>
                    <a:pt x="62" y="0"/>
                    <a:pt x="62" y="0"/>
                  </a:cubicBezTo>
                  <a:cubicBezTo>
                    <a:pt x="62" y="0"/>
                    <a:pt x="62" y="0"/>
                    <a:pt x="62" y="0"/>
                  </a:cubicBezTo>
                  <a:cubicBezTo>
                    <a:pt x="62" y="0"/>
                    <a:pt x="62" y="0"/>
                    <a:pt x="62" y="0"/>
                  </a:cubicBezTo>
                  <a:cubicBezTo>
                    <a:pt x="62" y="0"/>
                    <a:pt x="62" y="0"/>
                    <a:pt x="62" y="0"/>
                  </a:cubicBezTo>
                  <a:cubicBezTo>
                    <a:pt x="58" y="0"/>
                    <a:pt x="53" y="1"/>
                    <a:pt x="49" y="1"/>
                  </a:cubicBezTo>
                  <a:cubicBezTo>
                    <a:pt x="48" y="1"/>
                    <a:pt x="46" y="2"/>
                    <a:pt x="45" y="2"/>
                  </a:cubicBezTo>
                  <a:cubicBezTo>
                    <a:pt x="45" y="2"/>
                    <a:pt x="45" y="2"/>
                    <a:pt x="45" y="2"/>
                  </a:cubicBezTo>
                  <a:cubicBezTo>
                    <a:pt x="44" y="2"/>
                    <a:pt x="43" y="2"/>
                    <a:pt x="42" y="2"/>
                  </a:cubicBezTo>
                  <a:cubicBezTo>
                    <a:pt x="42" y="2"/>
                    <a:pt x="42" y="2"/>
                    <a:pt x="42" y="2"/>
                  </a:cubicBezTo>
                  <a:cubicBezTo>
                    <a:pt x="39" y="3"/>
                    <a:pt x="36" y="4"/>
                    <a:pt x="34" y="5"/>
                  </a:cubicBezTo>
                  <a:cubicBezTo>
                    <a:pt x="34" y="5"/>
                    <a:pt x="34" y="5"/>
                    <a:pt x="34" y="5"/>
                  </a:cubicBezTo>
                  <a:cubicBezTo>
                    <a:pt x="23" y="10"/>
                    <a:pt x="18" y="15"/>
                    <a:pt x="14" y="22"/>
                  </a:cubicBezTo>
                  <a:cubicBezTo>
                    <a:pt x="5" y="40"/>
                    <a:pt x="0" y="58"/>
                    <a:pt x="2" y="75"/>
                  </a:cubicBezTo>
                  <a:cubicBezTo>
                    <a:pt x="4" y="86"/>
                    <a:pt x="8" y="97"/>
                    <a:pt x="14" y="108"/>
                  </a:cubicBezTo>
                  <a:cubicBezTo>
                    <a:pt x="15" y="108"/>
                    <a:pt x="16" y="111"/>
                    <a:pt x="16" y="111"/>
                  </a:cubicBezTo>
                  <a:cubicBezTo>
                    <a:pt x="18" y="115"/>
                    <a:pt x="24" y="117"/>
                    <a:pt x="29" y="114"/>
                  </a:cubicBezTo>
                  <a:cubicBezTo>
                    <a:pt x="34" y="112"/>
                    <a:pt x="36" y="107"/>
                    <a:pt x="34" y="102"/>
                  </a:cubicBezTo>
                  <a:cubicBezTo>
                    <a:pt x="34" y="102"/>
                    <a:pt x="33" y="100"/>
                    <a:pt x="33" y="100"/>
                  </a:cubicBezTo>
                  <a:cubicBezTo>
                    <a:pt x="28" y="89"/>
                    <a:pt x="24" y="79"/>
                    <a:pt x="24" y="70"/>
                  </a:cubicBezTo>
                  <a:cubicBezTo>
                    <a:pt x="23" y="61"/>
                    <a:pt x="24" y="52"/>
                    <a:pt x="28" y="42"/>
                  </a:cubicBezTo>
                  <a:cubicBezTo>
                    <a:pt x="27" y="50"/>
                    <a:pt x="27" y="50"/>
                    <a:pt x="27" y="50"/>
                  </a:cubicBezTo>
                  <a:cubicBezTo>
                    <a:pt x="26" y="74"/>
                    <a:pt x="26" y="74"/>
                    <a:pt x="26" y="74"/>
                  </a:cubicBezTo>
                  <a:cubicBezTo>
                    <a:pt x="27" y="82"/>
                    <a:pt x="30" y="90"/>
                    <a:pt x="35" y="99"/>
                  </a:cubicBezTo>
                  <a:cubicBezTo>
                    <a:pt x="35" y="99"/>
                    <a:pt x="36" y="101"/>
                    <a:pt x="36" y="102"/>
                  </a:cubicBezTo>
                  <a:cubicBezTo>
                    <a:pt x="37" y="103"/>
                    <a:pt x="37" y="104"/>
                    <a:pt x="37" y="106"/>
                  </a:cubicBezTo>
                  <a:cubicBezTo>
                    <a:pt x="56" y="74"/>
                    <a:pt x="56" y="74"/>
                    <a:pt x="56" y="74"/>
                  </a:cubicBezTo>
                  <a:cubicBezTo>
                    <a:pt x="67" y="80"/>
                    <a:pt x="67" y="80"/>
                    <a:pt x="67" y="80"/>
                  </a:cubicBezTo>
                  <a:cubicBezTo>
                    <a:pt x="69" y="78"/>
                    <a:pt x="69" y="78"/>
                    <a:pt x="69" y="78"/>
                  </a:cubicBezTo>
                  <a:cubicBezTo>
                    <a:pt x="71" y="80"/>
                    <a:pt x="71" y="80"/>
                    <a:pt x="71" y="80"/>
                  </a:cubicBezTo>
                  <a:cubicBezTo>
                    <a:pt x="72" y="79"/>
                    <a:pt x="74" y="79"/>
                    <a:pt x="75" y="80"/>
                  </a:cubicBezTo>
                  <a:cubicBezTo>
                    <a:pt x="76" y="80"/>
                    <a:pt x="76" y="80"/>
                    <a:pt x="77" y="81"/>
                  </a:cubicBezTo>
                  <a:cubicBezTo>
                    <a:pt x="78" y="81"/>
                    <a:pt x="79" y="82"/>
                    <a:pt x="79" y="83"/>
                  </a:cubicBezTo>
                  <a:cubicBezTo>
                    <a:pt x="80" y="84"/>
                    <a:pt x="80" y="85"/>
                    <a:pt x="80" y="85"/>
                  </a:cubicBezTo>
                  <a:cubicBezTo>
                    <a:pt x="82" y="87"/>
                    <a:pt x="82" y="87"/>
                    <a:pt x="82" y="87"/>
                  </a:cubicBezTo>
                  <a:cubicBezTo>
                    <a:pt x="81" y="89"/>
                    <a:pt x="81" y="89"/>
                    <a:pt x="81" y="89"/>
                  </a:cubicBezTo>
                  <a:cubicBezTo>
                    <a:pt x="91" y="95"/>
                    <a:pt x="91" y="95"/>
                    <a:pt x="91" y="95"/>
                  </a:cubicBezTo>
                  <a:cubicBezTo>
                    <a:pt x="95" y="88"/>
                    <a:pt x="97" y="81"/>
                    <a:pt x="98" y="74"/>
                  </a:cubicBezTo>
                  <a:cubicBezTo>
                    <a:pt x="97" y="50"/>
                    <a:pt x="97" y="50"/>
                    <a:pt x="97" y="50"/>
                  </a:cubicBezTo>
                  <a:cubicBezTo>
                    <a:pt x="96" y="42"/>
                    <a:pt x="96" y="42"/>
                    <a:pt x="96" y="42"/>
                  </a:cubicBezTo>
                  <a:cubicBezTo>
                    <a:pt x="103" y="62"/>
                    <a:pt x="102" y="78"/>
                    <a:pt x="91" y="100"/>
                  </a:cubicBezTo>
                  <a:cubicBezTo>
                    <a:pt x="91" y="100"/>
                    <a:pt x="90" y="102"/>
                    <a:pt x="90" y="102"/>
                  </a:cubicBezTo>
                  <a:cubicBezTo>
                    <a:pt x="88" y="107"/>
                    <a:pt x="91" y="112"/>
                    <a:pt x="95" y="114"/>
                  </a:cubicBezTo>
                  <a:cubicBezTo>
                    <a:pt x="100" y="117"/>
                    <a:pt x="106" y="115"/>
                    <a:pt x="108" y="111"/>
                  </a:cubicBezTo>
                  <a:cubicBezTo>
                    <a:pt x="108" y="111"/>
                    <a:pt x="110" y="108"/>
                    <a:pt x="110" y="108"/>
                  </a:cubicBezTo>
                  <a:cubicBezTo>
                    <a:pt x="127" y="80"/>
                    <a:pt x="125" y="52"/>
                    <a:pt x="110" y="22"/>
                  </a:cubicBezTo>
                  <a:close/>
                  <a:moveTo>
                    <a:pt x="62" y="58"/>
                  </a:moveTo>
                  <a:cubicBezTo>
                    <a:pt x="60" y="58"/>
                    <a:pt x="59" y="56"/>
                    <a:pt x="59" y="54"/>
                  </a:cubicBezTo>
                  <a:cubicBezTo>
                    <a:pt x="59" y="52"/>
                    <a:pt x="60" y="51"/>
                    <a:pt x="62" y="51"/>
                  </a:cubicBezTo>
                  <a:cubicBezTo>
                    <a:pt x="64" y="51"/>
                    <a:pt x="65" y="52"/>
                    <a:pt x="65" y="54"/>
                  </a:cubicBezTo>
                  <a:cubicBezTo>
                    <a:pt x="65" y="56"/>
                    <a:pt x="64" y="58"/>
                    <a:pt x="62" y="58"/>
                  </a:cubicBezTo>
                  <a:close/>
                  <a:moveTo>
                    <a:pt x="62" y="31"/>
                  </a:moveTo>
                  <a:cubicBezTo>
                    <a:pt x="60" y="31"/>
                    <a:pt x="59" y="30"/>
                    <a:pt x="59" y="28"/>
                  </a:cubicBezTo>
                  <a:cubicBezTo>
                    <a:pt x="59" y="26"/>
                    <a:pt x="60" y="25"/>
                    <a:pt x="62" y="25"/>
                  </a:cubicBezTo>
                  <a:cubicBezTo>
                    <a:pt x="64" y="25"/>
                    <a:pt x="65" y="26"/>
                    <a:pt x="65" y="28"/>
                  </a:cubicBezTo>
                  <a:cubicBezTo>
                    <a:pt x="65" y="30"/>
                    <a:pt x="64" y="31"/>
                    <a:pt x="62" y="31"/>
                  </a:cubicBezTo>
                  <a:close/>
                  <a:moveTo>
                    <a:pt x="90" y="53"/>
                  </a:moveTo>
                  <a:cubicBezTo>
                    <a:pt x="75" y="53"/>
                    <a:pt x="75" y="53"/>
                    <a:pt x="75" y="53"/>
                  </a:cubicBezTo>
                  <a:cubicBezTo>
                    <a:pt x="75" y="39"/>
                    <a:pt x="75" y="39"/>
                    <a:pt x="75" y="39"/>
                  </a:cubicBezTo>
                  <a:cubicBezTo>
                    <a:pt x="90" y="39"/>
                    <a:pt x="90" y="39"/>
                    <a:pt x="90" y="39"/>
                  </a:cubicBezTo>
                  <a:cubicBezTo>
                    <a:pt x="90" y="38"/>
                    <a:pt x="90" y="38"/>
                    <a:pt x="90" y="38"/>
                  </a:cubicBezTo>
                  <a:cubicBezTo>
                    <a:pt x="75" y="38"/>
                    <a:pt x="75" y="38"/>
                    <a:pt x="75" y="38"/>
                  </a:cubicBezTo>
                  <a:cubicBezTo>
                    <a:pt x="75" y="36"/>
                    <a:pt x="75" y="36"/>
                    <a:pt x="75" y="36"/>
                  </a:cubicBezTo>
                  <a:cubicBezTo>
                    <a:pt x="90" y="36"/>
                    <a:pt x="90" y="36"/>
                    <a:pt x="90" y="36"/>
                  </a:cubicBezTo>
                  <a:lnTo>
                    <a:pt x="90" y="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96"/>
            <p:cNvSpPr>
              <a:spLocks/>
            </p:cNvSpPr>
            <p:nvPr/>
          </p:nvSpPr>
          <p:spPr bwMode="auto">
            <a:xfrm>
              <a:off x="12023726" y="1460500"/>
              <a:ext cx="42862" cy="42863"/>
            </a:xfrm>
            <a:custGeom>
              <a:avLst/>
              <a:gdLst>
                <a:gd name="T0" fmla="*/ 18 w 27"/>
                <a:gd name="T1" fmla="*/ 0 h 27"/>
                <a:gd name="T2" fmla="*/ 9 w 27"/>
                <a:gd name="T3" fmla="*/ 0 h 27"/>
                <a:gd name="T4" fmla="*/ 9 w 27"/>
                <a:gd name="T5" fmla="*/ 9 h 27"/>
                <a:gd name="T6" fmla="*/ 0 w 27"/>
                <a:gd name="T7" fmla="*/ 9 h 27"/>
                <a:gd name="T8" fmla="*/ 0 w 27"/>
                <a:gd name="T9" fmla="*/ 18 h 27"/>
                <a:gd name="T10" fmla="*/ 9 w 27"/>
                <a:gd name="T11" fmla="*/ 18 h 27"/>
                <a:gd name="T12" fmla="*/ 9 w 27"/>
                <a:gd name="T13" fmla="*/ 27 h 27"/>
                <a:gd name="T14" fmla="*/ 18 w 27"/>
                <a:gd name="T15" fmla="*/ 27 h 27"/>
                <a:gd name="T16" fmla="*/ 18 w 27"/>
                <a:gd name="T17" fmla="*/ 18 h 27"/>
                <a:gd name="T18" fmla="*/ 27 w 27"/>
                <a:gd name="T19" fmla="*/ 18 h 27"/>
                <a:gd name="T20" fmla="*/ 27 w 27"/>
                <a:gd name="T21" fmla="*/ 9 h 27"/>
                <a:gd name="T22" fmla="*/ 18 w 27"/>
                <a:gd name="T23" fmla="*/ 9 h 27"/>
                <a:gd name="T24" fmla="*/ 18 w 27"/>
                <a:gd name="T2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 h="27">
                  <a:moveTo>
                    <a:pt x="18" y="0"/>
                  </a:moveTo>
                  <a:lnTo>
                    <a:pt x="9" y="0"/>
                  </a:lnTo>
                  <a:lnTo>
                    <a:pt x="9" y="9"/>
                  </a:lnTo>
                  <a:lnTo>
                    <a:pt x="0" y="9"/>
                  </a:lnTo>
                  <a:lnTo>
                    <a:pt x="0" y="18"/>
                  </a:lnTo>
                  <a:lnTo>
                    <a:pt x="9" y="18"/>
                  </a:lnTo>
                  <a:lnTo>
                    <a:pt x="9" y="27"/>
                  </a:lnTo>
                  <a:lnTo>
                    <a:pt x="18" y="27"/>
                  </a:lnTo>
                  <a:lnTo>
                    <a:pt x="18" y="18"/>
                  </a:lnTo>
                  <a:lnTo>
                    <a:pt x="27" y="18"/>
                  </a:lnTo>
                  <a:lnTo>
                    <a:pt x="27" y="9"/>
                  </a:lnTo>
                  <a:lnTo>
                    <a:pt x="18" y="9"/>
                  </a:lnTo>
                  <a:lnTo>
                    <a:pt x="1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2" name="组合 71"/>
          <p:cNvGrpSpPr/>
          <p:nvPr/>
        </p:nvGrpSpPr>
        <p:grpSpPr>
          <a:xfrm>
            <a:off x="8324851" y="2901950"/>
            <a:ext cx="455612" cy="1182689"/>
            <a:chOff x="8324851" y="2901950"/>
            <a:chExt cx="455612" cy="1182689"/>
          </a:xfrm>
          <a:solidFill>
            <a:schemeClr val="tx1">
              <a:lumMod val="65000"/>
              <a:lumOff val="35000"/>
            </a:schemeClr>
          </a:solidFill>
        </p:grpSpPr>
        <p:sp>
          <p:nvSpPr>
            <p:cNvPr id="73" name="Freeform 103"/>
            <p:cNvSpPr>
              <a:spLocks/>
            </p:cNvSpPr>
            <p:nvPr/>
          </p:nvSpPr>
          <p:spPr bwMode="auto">
            <a:xfrm>
              <a:off x="8561388" y="3730626"/>
              <a:ext cx="100012" cy="354013"/>
            </a:xfrm>
            <a:custGeom>
              <a:avLst/>
              <a:gdLst>
                <a:gd name="T0" fmla="*/ 0 w 28"/>
                <a:gd name="T1" fmla="*/ 85 h 99"/>
                <a:gd name="T2" fmla="*/ 14 w 28"/>
                <a:gd name="T3" fmla="*/ 99 h 99"/>
                <a:gd name="T4" fmla="*/ 28 w 28"/>
                <a:gd name="T5" fmla="*/ 85 h 99"/>
                <a:gd name="T6" fmla="*/ 28 w 28"/>
                <a:gd name="T7" fmla="*/ 0 h 99"/>
                <a:gd name="T8" fmla="*/ 0 w 28"/>
                <a:gd name="T9" fmla="*/ 3 h 99"/>
                <a:gd name="T10" fmla="*/ 0 w 28"/>
                <a:gd name="T11" fmla="*/ 85 h 99"/>
              </a:gdLst>
              <a:ahLst/>
              <a:cxnLst>
                <a:cxn ang="0">
                  <a:pos x="T0" y="T1"/>
                </a:cxn>
                <a:cxn ang="0">
                  <a:pos x="T2" y="T3"/>
                </a:cxn>
                <a:cxn ang="0">
                  <a:pos x="T4" y="T5"/>
                </a:cxn>
                <a:cxn ang="0">
                  <a:pos x="T6" y="T7"/>
                </a:cxn>
                <a:cxn ang="0">
                  <a:pos x="T8" y="T9"/>
                </a:cxn>
                <a:cxn ang="0">
                  <a:pos x="T10" y="T11"/>
                </a:cxn>
              </a:cxnLst>
              <a:rect l="0" t="0" r="r" b="b"/>
              <a:pathLst>
                <a:path w="28" h="99">
                  <a:moveTo>
                    <a:pt x="0" y="85"/>
                  </a:moveTo>
                  <a:cubicBezTo>
                    <a:pt x="0" y="93"/>
                    <a:pt x="6" y="99"/>
                    <a:pt x="14" y="99"/>
                  </a:cubicBezTo>
                  <a:cubicBezTo>
                    <a:pt x="22" y="99"/>
                    <a:pt x="28" y="93"/>
                    <a:pt x="28" y="85"/>
                  </a:cubicBezTo>
                  <a:cubicBezTo>
                    <a:pt x="28" y="0"/>
                    <a:pt x="28" y="0"/>
                    <a:pt x="28" y="0"/>
                  </a:cubicBezTo>
                  <a:cubicBezTo>
                    <a:pt x="18" y="2"/>
                    <a:pt x="5" y="3"/>
                    <a:pt x="0" y="3"/>
                  </a:cubicBezTo>
                  <a:lnTo>
                    <a:pt x="0" y="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104"/>
            <p:cNvSpPr>
              <a:spLocks/>
            </p:cNvSpPr>
            <p:nvPr/>
          </p:nvSpPr>
          <p:spPr bwMode="auto">
            <a:xfrm>
              <a:off x="8439151" y="3730626"/>
              <a:ext cx="100012" cy="354013"/>
            </a:xfrm>
            <a:custGeom>
              <a:avLst/>
              <a:gdLst>
                <a:gd name="T0" fmla="*/ 0 w 28"/>
                <a:gd name="T1" fmla="*/ 85 h 99"/>
                <a:gd name="T2" fmla="*/ 14 w 28"/>
                <a:gd name="T3" fmla="*/ 99 h 99"/>
                <a:gd name="T4" fmla="*/ 28 w 28"/>
                <a:gd name="T5" fmla="*/ 85 h 99"/>
                <a:gd name="T6" fmla="*/ 28 w 28"/>
                <a:gd name="T7" fmla="*/ 3 h 99"/>
                <a:gd name="T8" fmla="*/ 0 w 28"/>
                <a:gd name="T9" fmla="*/ 0 h 99"/>
                <a:gd name="T10" fmla="*/ 0 w 28"/>
                <a:gd name="T11" fmla="*/ 85 h 99"/>
              </a:gdLst>
              <a:ahLst/>
              <a:cxnLst>
                <a:cxn ang="0">
                  <a:pos x="T0" y="T1"/>
                </a:cxn>
                <a:cxn ang="0">
                  <a:pos x="T2" y="T3"/>
                </a:cxn>
                <a:cxn ang="0">
                  <a:pos x="T4" y="T5"/>
                </a:cxn>
                <a:cxn ang="0">
                  <a:pos x="T6" y="T7"/>
                </a:cxn>
                <a:cxn ang="0">
                  <a:pos x="T8" y="T9"/>
                </a:cxn>
                <a:cxn ang="0">
                  <a:pos x="T10" y="T11"/>
                </a:cxn>
              </a:cxnLst>
              <a:rect l="0" t="0" r="r" b="b"/>
              <a:pathLst>
                <a:path w="28" h="99">
                  <a:moveTo>
                    <a:pt x="0" y="85"/>
                  </a:moveTo>
                  <a:cubicBezTo>
                    <a:pt x="0" y="93"/>
                    <a:pt x="7" y="99"/>
                    <a:pt x="14" y="99"/>
                  </a:cubicBezTo>
                  <a:cubicBezTo>
                    <a:pt x="22" y="99"/>
                    <a:pt x="28" y="93"/>
                    <a:pt x="28" y="85"/>
                  </a:cubicBezTo>
                  <a:cubicBezTo>
                    <a:pt x="28" y="3"/>
                    <a:pt x="28" y="3"/>
                    <a:pt x="28" y="3"/>
                  </a:cubicBezTo>
                  <a:cubicBezTo>
                    <a:pt x="22" y="3"/>
                    <a:pt x="10" y="2"/>
                    <a:pt x="0" y="0"/>
                  </a:cubicBezTo>
                  <a:lnTo>
                    <a:pt x="0" y="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105"/>
            <p:cNvSpPr>
              <a:spLocks noEditPoints="1"/>
            </p:cNvSpPr>
            <p:nvPr/>
          </p:nvSpPr>
          <p:spPr bwMode="auto">
            <a:xfrm>
              <a:off x="8324851" y="3135313"/>
              <a:ext cx="455612" cy="598488"/>
            </a:xfrm>
            <a:custGeom>
              <a:avLst/>
              <a:gdLst>
                <a:gd name="T0" fmla="*/ 112 w 127"/>
                <a:gd name="T1" fmla="*/ 21 h 167"/>
                <a:gd name="T2" fmla="*/ 92 w 127"/>
                <a:gd name="T3" fmla="*/ 4 h 167"/>
                <a:gd name="T4" fmla="*/ 81 w 127"/>
                <a:gd name="T5" fmla="*/ 1 h 167"/>
                <a:gd name="T6" fmla="*/ 76 w 127"/>
                <a:gd name="T7" fmla="*/ 0 h 167"/>
                <a:gd name="T8" fmla="*/ 64 w 127"/>
                <a:gd name="T9" fmla="*/ 0 h 167"/>
                <a:gd name="T10" fmla="*/ 63 w 127"/>
                <a:gd name="T11" fmla="*/ 0 h 167"/>
                <a:gd name="T12" fmla="*/ 46 w 127"/>
                <a:gd name="T13" fmla="*/ 1 h 167"/>
                <a:gd name="T14" fmla="*/ 44 w 127"/>
                <a:gd name="T15" fmla="*/ 2 h 167"/>
                <a:gd name="T16" fmla="*/ 37 w 127"/>
                <a:gd name="T17" fmla="*/ 4 h 167"/>
                <a:gd name="T18" fmla="*/ 36 w 127"/>
                <a:gd name="T19" fmla="*/ 4 h 167"/>
                <a:gd name="T20" fmla="*/ 35 w 127"/>
                <a:gd name="T21" fmla="*/ 4 h 167"/>
                <a:gd name="T22" fmla="*/ 35 w 127"/>
                <a:gd name="T23" fmla="*/ 4 h 167"/>
                <a:gd name="T24" fmla="*/ 30 w 127"/>
                <a:gd name="T25" fmla="*/ 7 h 167"/>
                <a:gd name="T26" fmla="*/ 15 w 127"/>
                <a:gd name="T27" fmla="*/ 21 h 167"/>
                <a:gd name="T28" fmla="*/ 1 w 127"/>
                <a:gd name="T29" fmla="*/ 119 h 167"/>
                <a:gd name="T30" fmla="*/ 21 w 127"/>
                <a:gd name="T31" fmla="*/ 120 h 167"/>
                <a:gd name="T32" fmla="*/ 26 w 127"/>
                <a:gd name="T33" fmla="*/ 51 h 167"/>
                <a:gd name="T34" fmla="*/ 24 w 127"/>
                <a:gd name="T35" fmla="*/ 159 h 167"/>
                <a:gd name="T36" fmla="*/ 63 w 127"/>
                <a:gd name="T37" fmla="*/ 167 h 167"/>
                <a:gd name="T38" fmla="*/ 65 w 127"/>
                <a:gd name="T39" fmla="*/ 167 h 167"/>
                <a:gd name="T40" fmla="*/ 98 w 127"/>
                <a:gd name="T41" fmla="*/ 41 h 167"/>
                <a:gd name="T42" fmla="*/ 105 w 127"/>
                <a:gd name="T43" fmla="*/ 120 h 167"/>
                <a:gd name="T44" fmla="*/ 126 w 127"/>
                <a:gd name="T45" fmla="*/ 119 h 167"/>
                <a:gd name="T46" fmla="*/ 55 w 127"/>
                <a:gd name="T47" fmla="*/ 39 h 167"/>
                <a:gd name="T48" fmla="*/ 38 w 127"/>
                <a:gd name="T49" fmla="*/ 35 h 167"/>
                <a:gd name="T50" fmla="*/ 55 w 127"/>
                <a:gd name="T51" fmla="*/ 39 h 167"/>
                <a:gd name="T52" fmla="*/ 60 w 127"/>
                <a:gd name="T53" fmla="*/ 140 h 167"/>
                <a:gd name="T54" fmla="*/ 67 w 127"/>
                <a:gd name="T55" fmla="*/ 140 h 167"/>
                <a:gd name="T56" fmla="*/ 63 w 127"/>
                <a:gd name="T57" fmla="*/ 119 h 167"/>
                <a:gd name="T58" fmla="*/ 63 w 127"/>
                <a:gd name="T59" fmla="*/ 113 h 167"/>
                <a:gd name="T60" fmla="*/ 63 w 127"/>
                <a:gd name="T61" fmla="*/ 119 h 167"/>
                <a:gd name="T62" fmla="*/ 60 w 127"/>
                <a:gd name="T63" fmla="*/ 92 h 167"/>
                <a:gd name="T64" fmla="*/ 67 w 127"/>
                <a:gd name="T65" fmla="*/ 92 h 167"/>
                <a:gd name="T66" fmla="*/ 63 w 127"/>
                <a:gd name="T67" fmla="*/ 72 h 167"/>
                <a:gd name="T68" fmla="*/ 63 w 127"/>
                <a:gd name="T69" fmla="*/ 65 h 167"/>
                <a:gd name="T70" fmla="*/ 63 w 127"/>
                <a:gd name="T71" fmla="*/ 72 h 167"/>
                <a:gd name="T72" fmla="*/ 60 w 127"/>
                <a:gd name="T73" fmla="*/ 45 h 167"/>
                <a:gd name="T74" fmla="*/ 67 w 127"/>
                <a:gd name="T75" fmla="*/ 45 h 167"/>
                <a:gd name="T76" fmla="*/ 63 w 127"/>
                <a:gd name="T77" fmla="*/ 25 h 167"/>
                <a:gd name="T78" fmla="*/ 63 w 127"/>
                <a:gd name="T79" fmla="*/ 18 h 167"/>
                <a:gd name="T80" fmla="*/ 63 w 127"/>
                <a:gd name="T81" fmla="*/ 25 h 167"/>
                <a:gd name="T82" fmla="*/ 72 w 127"/>
                <a:gd name="T83" fmla="*/ 39 h 167"/>
                <a:gd name="T84" fmla="*/ 89 w 127"/>
                <a:gd name="T85" fmla="*/ 35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7" h="167">
                  <a:moveTo>
                    <a:pt x="122" y="55"/>
                  </a:moveTo>
                  <a:cubicBezTo>
                    <a:pt x="122" y="55"/>
                    <a:pt x="122" y="38"/>
                    <a:pt x="112" y="21"/>
                  </a:cubicBezTo>
                  <a:cubicBezTo>
                    <a:pt x="108" y="15"/>
                    <a:pt x="103" y="9"/>
                    <a:pt x="92" y="4"/>
                  </a:cubicBezTo>
                  <a:cubicBezTo>
                    <a:pt x="92" y="4"/>
                    <a:pt x="92" y="4"/>
                    <a:pt x="92" y="4"/>
                  </a:cubicBezTo>
                  <a:cubicBezTo>
                    <a:pt x="89" y="3"/>
                    <a:pt x="83" y="2"/>
                    <a:pt x="83" y="2"/>
                  </a:cubicBezTo>
                  <a:cubicBezTo>
                    <a:pt x="82" y="1"/>
                    <a:pt x="82" y="1"/>
                    <a:pt x="81" y="1"/>
                  </a:cubicBezTo>
                  <a:cubicBezTo>
                    <a:pt x="81" y="1"/>
                    <a:pt x="81" y="1"/>
                    <a:pt x="81" y="1"/>
                  </a:cubicBezTo>
                  <a:cubicBezTo>
                    <a:pt x="79" y="1"/>
                    <a:pt x="78" y="1"/>
                    <a:pt x="76" y="0"/>
                  </a:cubicBezTo>
                  <a:cubicBezTo>
                    <a:pt x="73" y="0"/>
                    <a:pt x="67" y="0"/>
                    <a:pt x="64" y="0"/>
                  </a:cubicBezTo>
                  <a:cubicBezTo>
                    <a:pt x="64" y="0"/>
                    <a:pt x="64" y="0"/>
                    <a:pt x="64" y="0"/>
                  </a:cubicBezTo>
                  <a:cubicBezTo>
                    <a:pt x="63" y="0"/>
                    <a:pt x="63" y="0"/>
                    <a:pt x="63" y="0"/>
                  </a:cubicBezTo>
                  <a:cubicBezTo>
                    <a:pt x="63" y="0"/>
                    <a:pt x="63" y="0"/>
                    <a:pt x="63" y="0"/>
                  </a:cubicBezTo>
                  <a:cubicBezTo>
                    <a:pt x="60" y="0"/>
                    <a:pt x="54" y="0"/>
                    <a:pt x="50" y="0"/>
                  </a:cubicBezTo>
                  <a:cubicBezTo>
                    <a:pt x="49" y="1"/>
                    <a:pt x="47" y="1"/>
                    <a:pt x="46" y="1"/>
                  </a:cubicBezTo>
                  <a:cubicBezTo>
                    <a:pt x="46" y="1"/>
                    <a:pt x="46" y="1"/>
                    <a:pt x="46" y="1"/>
                  </a:cubicBezTo>
                  <a:cubicBezTo>
                    <a:pt x="45" y="1"/>
                    <a:pt x="45" y="1"/>
                    <a:pt x="44" y="2"/>
                  </a:cubicBezTo>
                  <a:cubicBezTo>
                    <a:pt x="44" y="2"/>
                    <a:pt x="40" y="3"/>
                    <a:pt x="37" y="3"/>
                  </a:cubicBezTo>
                  <a:cubicBezTo>
                    <a:pt x="37" y="4"/>
                    <a:pt x="37" y="4"/>
                    <a:pt x="37"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4" y="5"/>
                    <a:pt x="33" y="5"/>
                    <a:pt x="32" y="6"/>
                  </a:cubicBezTo>
                  <a:cubicBezTo>
                    <a:pt x="32" y="6"/>
                    <a:pt x="31" y="6"/>
                    <a:pt x="30" y="7"/>
                  </a:cubicBezTo>
                  <a:cubicBezTo>
                    <a:pt x="30" y="7"/>
                    <a:pt x="30" y="7"/>
                    <a:pt x="30" y="7"/>
                  </a:cubicBezTo>
                  <a:cubicBezTo>
                    <a:pt x="22" y="11"/>
                    <a:pt x="18" y="16"/>
                    <a:pt x="15" y="21"/>
                  </a:cubicBezTo>
                  <a:cubicBezTo>
                    <a:pt x="5" y="38"/>
                    <a:pt x="5" y="55"/>
                    <a:pt x="5" y="55"/>
                  </a:cubicBezTo>
                  <a:cubicBezTo>
                    <a:pt x="1" y="119"/>
                    <a:pt x="1" y="119"/>
                    <a:pt x="1" y="119"/>
                  </a:cubicBezTo>
                  <a:cubicBezTo>
                    <a:pt x="0" y="124"/>
                    <a:pt x="5" y="129"/>
                    <a:pt x="10" y="130"/>
                  </a:cubicBezTo>
                  <a:cubicBezTo>
                    <a:pt x="16" y="130"/>
                    <a:pt x="21" y="126"/>
                    <a:pt x="21" y="120"/>
                  </a:cubicBezTo>
                  <a:cubicBezTo>
                    <a:pt x="26" y="55"/>
                    <a:pt x="26" y="55"/>
                    <a:pt x="26" y="55"/>
                  </a:cubicBezTo>
                  <a:cubicBezTo>
                    <a:pt x="26" y="53"/>
                    <a:pt x="26" y="52"/>
                    <a:pt x="26" y="51"/>
                  </a:cubicBezTo>
                  <a:cubicBezTo>
                    <a:pt x="27" y="49"/>
                    <a:pt x="28" y="47"/>
                    <a:pt x="29" y="45"/>
                  </a:cubicBezTo>
                  <a:cubicBezTo>
                    <a:pt x="24" y="159"/>
                    <a:pt x="24" y="159"/>
                    <a:pt x="24" y="159"/>
                  </a:cubicBezTo>
                  <a:cubicBezTo>
                    <a:pt x="24" y="163"/>
                    <a:pt x="41" y="167"/>
                    <a:pt x="62" y="167"/>
                  </a:cubicBezTo>
                  <a:cubicBezTo>
                    <a:pt x="62" y="167"/>
                    <a:pt x="63" y="167"/>
                    <a:pt x="63" y="167"/>
                  </a:cubicBezTo>
                  <a:cubicBezTo>
                    <a:pt x="64" y="167"/>
                    <a:pt x="64" y="167"/>
                    <a:pt x="64" y="167"/>
                  </a:cubicBezTo>
                  <a:cubicBezTo>
                    <a:pt x="64" y="167"/>
                    <a:pt x="65" y="167"/>
                    <a:pt x="65" y="167"/>
                  </a:cubicBezTo>
                  <a:cubicBezTo>
                    <a:pt x="86" y="167"/>
                    <a:pt x="103" y="163"/>
                    <a:pt x="103" y="159"/>
                  </a:cubicBezTo>
                  <a:cubicBezTo>
                    <a:pt x="98" y="41"/>
                    <a:pt x="98" y="41"/>
                    <a:pt x="98" y="41"/>
                  </a:cubicBezTo>
                  <a:cubicBezTo>
                    <a:pt x="100" y="46"/>
                    <a:pt x="101" y="50"/>
                    <a:pt x="101" y="55"/>
                  </a:cubicBezTo>
                  <a:cubicBezTo>
                    <a:pt x="105" y="120"/>
                    <a:pt x="105" y="120"/>
                    <a:pt x="105" y="120"/>
                  </a:cubicBezTo>
                  <a:cubicBezTo>
                    <a:pt x="106" y="126"/>
                    <a:pt x="111" y="130"/>
                    <a:pt x="117" y="130"/>
                  </a:cubicBezTo>
                  <a:cubicBezTo>
                    <a:pt x="122" y="129"/>
                    <a:pt x="127" y="124"/>
                    <a:pt x="126" y="119"/>
                  </a:cubicBezTo>
                  <a:lnTo>
                    <a:pt x="122" y="55"/>
                  </a:lnTo>
                  <a:close/>
                  <a:moveTo>
                    <a:pt x="55" y="39"/>
                  </a:moveTo>
                  <a:cubicBezTo>
                    <a:pt x="38" y="39"/>
                    <a:pt x="38" y="39"/>
                    <a:pt x="38" y="39"/>
                  </a:cubicBezTo>
                  <a:cubicBezTo>
                    <a:pt x="38" y="35"/>
                    <a:pt x="38" y="35"/>
                    <a:pt x="38" y="35"/>
                  </a:cubicBezTo>
                  <a:cubicBezTo>
                    <a:pt x="55" y="35"/>
                    <a:pt x="55" y="35"/>
                    <a:pt x="55" y="35"/>
                  </a:cubicBezTo>
                  <a:lnTo>
                    <a:pt x="55" y="39"/>
                  </a:lnTo>
                  <a:close/>
                  <a:moveTo>
                    <a:pt x="63" y="143"/>
                  </a:moveTo>
                  <a:cubicBezTo>
                    <a:pt x="62" y="143"/>
                    <a:pt x="60" y="141"/>
                    <a:pt x="60" y="140"/>
                  </a:cubicBezTo>
                  <a:cubicBezTo>
                    <a:pt x="60" y="138"/>
                    <a:pt x="62" y="136"/>
                    <a:pt x="63" y="136"/>
                  </a:cubicBezTo>
                  <a:cubicBezTo>
                    <a:pt x="65" y="136"/>
                    <a:pt x="67" y="138"/>
                    <a:pt x="67" y="140"/>
                  </a:cubicBezTo>
                  <a:cubicBezTo>
                    <a:pt x="67" y="141"/>
                    <a:pt x="65" y="143"/>
                    <a:pt x="63" y="143"/>
                  </a:cubicBezTo>
                  <a:close/>
                  <a:moveTo>
                    <a:pt x="63" y="119"/>
                  </a:moveTo>
                  <a:cubicBezTo>
                    <a:pt x="62" y="119"/>
                    <a:pt x="60" y="118"/>
                    <a:pt x="60" y="116"/>
                  </a:cubicBezTo>
                  <a:cubicBezTo>
                    <a:pt x="60" y="114"/>
                    <a:pt x="62" y="113"/>
                    <a:pt x="63" y="113"/>
                  </a:cubicBezTo>
                  <a:cubicBezTo>
                    <a:pt x="65" y="113"/>
                    <a:pt x="67" y="114"/>
                    <a:pt x="67" y="116"/>
                  </a:cubicBezTo>
                  <a:cubicBezTo>
                    <a:pt x="67" y="118"/>
                    <a:pt x="65" y="119"/>
                    <a:pt x="63" y="119"/>
                  </a:cubicBezTo>
                  <a:close/>
                  <a:moveTo>
                    <a:pt x="63" y="96"/>
                  </a:moveTo>
                  <a:cubicBezTo>
                    <a:pt x="62" y="96"/>
                    <a:pt x="60" y="94"/>
                    <a:pt x="60" y="92"/>
                  </a:cubicBezTo>
                  <a:cubicBezTo>
                    <a:pt x="60" y="91"/>
                    <a:pt x="62" y="89"/>
                    <a:pt x="63" y="89"/>
                  </a:cubicBezTo>
                  <a:cubicBezTo>
                    <a:pt x="65" y="89"/>
                    <a:pt x="67" y="91"/>
                    <a:pt x="67" y="92"/>
                  </a:cubicBezTo>
                  <a:cubicBezTo>
                    <a:pt x="67" y="94"/>
                    <a:pt x="65" y="96"/>
                    <a:pt x="63" y="96"/>
                  </a:cubicBezTo>
                  <a:close/>
                  <a:moveTo>
                    <a:pt x="63" y="72"/>
                  </a:moveTo>
                  <a:cubicBezTo>
                    <a:pt x="62" y="72"/>
                    <a:pt x="60" y="70"/>
                    <a:pt x="60" y="69"/>
                  </a:cubicBezTo>
                  <a:cubicBezTo>
                    <a:pt x="60" y="67"/>
                    <a:pt x="62" y="65"/>
                    <a:pt x="63" y="65"/>
                  </a:cubicBezTo>
                  <a:cubicBezTo>
                    <a:pt x="65" y="65"/>
                    <a:pt x="67" y="67"/>
                    <a:pt x="67" y="69"/>
                  </a:cubicBezTo>
                  <a:cubicBezTo>
                    <a:pt x="67" y="70"/>
                    <a:pt x="65" y="72"/>
                    <a:pt x="63" y="72"/>
                  </a:cubicBezTo>
                  <a:close/>
                  <a:moveTo>
                    <a:pt x="63" y="48"/>
                  </a:moveTo>
                  <a:cubicBezTo>
                    <a:pt x="62" y="48"/>
                    <a:pt x="60" y="47"/>
                    <a:pt x="60" y="45"/>
                  </a:cubicBezTo>
                  <a:cubicBezTo>
                    <a:pt x="60" y="43"/>
                    <a:pt x="62" y="42"/>
                    <a:pt x="63" y="42"/>
                  </a:cubicBezTo>
                  <a:cubicBezTo>
                    <a:pt x="65" y="42"/>
                    <a:pt x="67" y="43"/>
                    <a:pt x="67" y="45"/>
                  </a:cubicBezTo>
                  <a:cubicBezTo>
                    <a:pt x="67" y="47"/>
                    <a:pt x="65" y="48"/>
                    <a:pt x="63" y="48"/>
                  </a:cubicBezTo>
                  <a:close/>
                  <a:moveTo>
                    <a:pt x="63" y="25"/>
                  </a:moveTo>
                  <a:cubicBezTo>
                    <a:pt x="62" y="25"/>
                    <a:pt x="60" y="23"/>
                    <a:pt x="60" y="21"/>
                  </a:cubicBezTo>
                  <a:cubicBezTo>
                    <a:pt x="60" y="20"/>
                    <a:pt x="62" y="18"/>
                    <a:pt x="63" y="18"/>
                  </a:cubicBezTo>
                  <a:cubicBezTo>
                    <a:pt x="65" y="18"/>
                    <a:pt x="67" y="20"/>
                    <a:pt x="67" y="21"/>
                  </a:cubicBezTo>
                  <a:cubicBezTo>
                    <a:pt x="67" y="23"/>
                    <a:pt x="65" y="25"/>
                    <a:pt x="63" y="25"/>
                  </a:cubicBezTo>
                  <a:close/>
                  <a:moveTo>
                    <a:pt x="89" y="39"/>
                  </a:moveTo>
                  <a:cubicBezTo>
                    <a:pt x="72" y="39"/>
                    <a:pt x="72" y="39"/>
                    <a:pt x="72" y="39"/>
                  </a:cubicBezTo>
                  <a:cubicBezTo>
                    <a:pt x="72" y="35"/>
                    <a:pt x="72" y="35"/>
                    <a:pt x="72" y="35"/>
                  </a:cubicBezTo>
                  <a:cubicBezTo>
                    <a:pt x="89" y="35"/>
                    <a:pt x="89" y="35"/>
                    <a:pt x="89" y="35"/>
                  </a:cubicBezTo>
                  <a:lnTo>
                    <a:pt x="89"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Rectangle 106"/>
            <p:cNvSpPr>
              <a:spLocks noChangeArrowheads="1"/>
            </p:cNvSpPr>
            <p:nvPr/>
          </p:nvSpPr>
          <p:spPr bwMode="auto">
            <a:xfrm>
              <a:off x="8482013" y="3005138"/>
              <a:ext cx="50800" cy="254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Rectangle 107"/>
            <p:cNvSpPr>
              <a:spLocks noChangeArrowheads="1"/>
            </p:cNvSpPr>
            <p:nvPr/>
          </p:nvSpPr>
          <p:spPr bwMode="auto">
            <a:xfrm>
              <a:off x="8572501" y="3005138"/>
              <a:ext cx="49212" cy="254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108"/>
            <p:cNvSpPr>
              <a:spLocks noEditPoints="1"/>
            </p:cNvSpPr>
            <p:nvPr/>
          </p:nvSpPr>
          <p:spPr bwMode="auto">
            <a:xfrm>
              <a:off x="8439151" y="2967038"/>
              <a:ext cx="230187" cy="163513"/>
            </a:xfrm>
            <a:custGeom>
              <a:avLst/>
              <a:gdLst>
                <a:gd name="T0" fmla="*/ 36 w 64"/>
                <a:gd name="T1" fmla="*/ 43 h 46"/>
                <a:gd name="T2" fmla="*/ 62 w 64"/>
                <a:gd name="T3" fmla="*/ 7 h 46"/>
                <a:gd name="T4" fmla="*/ 60 w 64"/>
                <a:gd name="T5" fmla="*/ 1 h 46"/>
                <a:gd name="T6" fmla="*/ 49 w 64"/>
                <a:gd name="T7" fmla="*/ 8 h 46"/>
                <a:gd name="T8" fmla="*/ 36 w 64"/>
                <a:gd name="T9" fmla="*/ 0 h 46"/>
                <a:gd name="T10" fmla="*/ 4 w 64"/>
                <a:gd name="T11" fmla="*/ 0 h 46"/>
                <a:gd name="T12" fmla="*/ 1 w 64"/>
                <a:gd name="T13" fmla="*/ 18 h 46"/>
                <a:gd name="T14" fmla="*/ 36 w 64"/>
                <a:gd name="T15" fmla="*/ 43 h 46"/>
                <a:gd name="T16" fmla="*/ 10 w 64"/>
                <a:gd name="T17" fmla="*/ 10 h 46"/>
                <a:gd name="T18" fmla="*/ 11 w 64"/>
                <a:gd name="T19" fmla="*/ 9 h 46"/>
                <a:gd name="T20" fmla="*/ 27 w 64"/>
                <a:gd name="T21" fmla="*/ 9 h 46"/>
                <a:gd name="T22" fmla="*/ 28 w 64"/>
                <a:gd name="T23" fmla="*/ 10 h 46"/>
                <a:gd name="T24" fmla="*/ 28 w 64"/>
                <a:gd name="T25" fmla="*/ 14 h 46"/>
                <a:gd name="T26" fmla="*/ 35 w 64"/>
                <a:gd name="T27" fmla="*/ 14 h 46"/>
                <a:gd name="T28" fmla="*/ 35 w 64"/>
                <a:gd name="T29" fmla="*/ 10 h 46"/>
                <a:gd name="T30" fmla="*/ 36 w 64"/>
                <a:gd name="T31" fmla="*/ 9 h 46"/>
                <a:gd name="T32" fmla="*/ 52 w 64"/>
                <a:gd name="T33" fmla="*/ 9 h 46"/>
                <a:gd name="T34" fmla="*/ 53 w 64"/>
                <a:gd name="T35" fmla="*/ 10 h 46"/>
                <a:gd name="T36" fmla="*/ 53 w 64"/>
                <a:gd name="T37" fmla="*/ 19 h 46"/>
                <a:gd name="T38" fmla="*/ 52 w 64"/>
                <a:gd name="T39" fmla="*/ 20 h 46"/>
                <a:gd name="T40" fmla="*/ 36 w 64"/>
                <a:gd name="T41" fmla="*/ 20 h 46"/>
                <a:gd name="T42" fmla="*/ 35 w 64"/>
                <a:gd name="T43" fmla="*/ 19 h 46"/>
                <a:gd name="T44" fmla="*/ 35 w 64"/>
                <a:gd name="T45" fmla="*/ 16 h 46"/>
                <a:gd name="T46" fmla="*/ 28 w 64"/>
                <a:gd name="T47" fmla="*/ 16 h 46"/>
                <a:gd name="T48" fmla="*/ 28 w 64"/>
                <a:gd name="T49" fmla="*/ 19 h 46"/>
                <a:gd name="T50" fmla="*/ 27 w 64"/>
                <a:gd name="T51" fmla="*/ 20 h 46"/>
                <a:gd name="T52" fmla="*/ 11 w 64"/>
                <a:gd name="T53" fmla="*/ 20 h 46"/>
                <a:gd name="T54" fmla="*/ 10 w 64"/>
                <a:gd name="T55" fmla="*/ 19 h 46"/>
                <a:gd name="T56" fmla="*/ 10 w 64"/>
                <a:gd name="T57" fmla="*/ 1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4" h="46">
                  <a:moveTo>
                    <a:pt x="36" y="43"/>
                  </a:moveTo>
                  <a:cubicBezTo>
                    <a:pt x="53" y="40"/>
                    <a:pt x="64" y="24"/>
                    <a:pt x="62" y="7"/>
                  </a:cubicBezTo>
                  <a:cubicBezTo>
                    <a:pt x="61" y="5"/>
                    <a:pt x="61" y="3"/>
                    <a:pt x="60" y="1"/>
                  </a:cubicBezTo>
                  <a:cubicBezTo>
                    <a:pt x="58" y="5"/>
                    <a:pt x="53" y="8"/>
                    <a:pt x="49" y="8"/>
                  </a:cubicBezTo>
                  <a:cubicBezTo>
                    <a:pt x="43" y="8"/>
                    <a:pt x="38" y="5"/>
                    <a:pt x="36" y="0"/>
                  </a:cubicBezTo>
                  <a:cubicBezTo>
                    <a:pt x="4" y="0"/>
                    <a:pt x="4" y="0"/>
                    <a:pt x="4" y="0"/>
                  </a:cubicBezTo>
                  <a:cubicBezTo>
                    <a:pt x="1" y="6"/>
                    <a:pt x="0" y="12"/>
                    <a:pt x="1" y="18"/>
                  </a:cubicBezTo>
                  <a:cubicBezTo>
                    <a:pt x="4" y="35"/>
                    <a:pt x="19" y="46"/>
                    <a:pt x="36" y="43"/>
                  </a:cubicBezTo>
                  <a:close/>
                  <a:moveTo>
                    <a:pt x="10" y="10"/>
                  </a:moveTo>
                  <a:cubicBezTo>
                    <a:pt x="10" y="10"/>
                    <a:pt x="10" y="9"/>
                    <a:pt x="11" y="9"/>
                  </a:cubicBezTo>
                  <a:cubicBezTo>
                    <a:pt x="27" y="9"/>
                    <a:pt x="27" y="9"/>
                    <a:pt x="27" y="9"/>
                  </a:cubicBezTo>
                  <a:cubicBezTo>
                    <a:pt x="27" y="9"/>
                    <a:pt x="28" y="10"/>
                    <a:pt x="28" y="10"/>
                  </a:cubicBezTo>
                  <a:cubicBezTo>
                    <a:pt x="28" y="14"/>
                    <a:pt x="28" y="14"/>
                    <a:pt x="28" y="14"/>
                  </a:cubicBezTo>
                  <a:cubicBezTo>
                    <a:pt x="35" y="14"/>
                    <a:pt x="35" y="14"/>
                    <a:pt x="35" y="14"/>
                  </a:cubicBezTo>
                  <a:cubicBezTo>
                    <a:pt x="35" y="10"/>
                    <a:pt x="35" y="10"/>
                    <a:pt x="35" y="10"/>
                  </a:cubicBezTo>
                  <a:cubicBezTo>
                    <a:pt x="35" y="10"/>
                    <a:pt x="35" y="9"/>
                    <a:pt x="36" y="9"/>
                  </a:cubicBezTo>
                  <a:cubicBezTo>
                    <a:pt x="52" y="9"/>
                    <a:pt x="52" y="9"/>
                    <a:pt x="52" y="9"/>
                  </a:cubicBezTo>
                  <a:cubicBezTo>
                    <a:pt x="52" y="9"/>
                    <a:pt x="53" y="10"/>
                    <a:pt x="53" y="10"/>
                  </a:cubicBezTo>
                  <a:cubicBezTo>
                    <a:pt x="53" y="19"/>
                    <a:pt x="53" y="19"/>
                    <a:pt x="53" y="19"/>
                  </a:cubicBezTo>
                  <a:cubicBezTo>
                    <a:pt x="53" y="19"/>
                    <a:pt x="52" y="20"/>
                    <a:pt x="52" y="20"/>
                  </a:cubicBezTo>
                  <a:cubicBezTo>
                    <a:pt x="36" y="20"/>
                    <a:pt x="36" y="20"/>
                    <a:pt x="36" y="20"/>
                  </a:cubicBezTo>
                  <a:cubicBezTo>
                    <a:pt x="35" y="20"/>
                    <a:pt x="35" y="19"/>
                    <a:pt x="35" y="19"/>
                  </a:cubicBezTo>
                  <a:cubicBezTo>
                    <a:pt x="35" y="16"/>
                    <a:pt x="35" y="16"/>
                    <a:pt x="35" y="16"/>
                  </a:cubicBezTo>
                  <a:cubicBezTo>
                    <a:pt x="28" y="16"/>
                    <a:pt x="28" y="16"/>
                    <a:pt x="28" y="16"/>
                  </a:cubicBezTo>
                  <a:cubicBezTo>
                    <a:pt x="28" y="19"/>
                    <a:pt x="28" y="19"/>
                    <a:pt x="28" y="19"/>
                  </a:cubicBezTo>
                  <a:cubicBezTo>
                    <a:pt x="28" y="19"/>
                    <a:pt x="27" y="20"/>
                    <a:pt x="27" y="20"/>
                  </a:cubicBezTo>
                  <a:cubicBezTo>
                    <a:pt x="11" y="20"/>
                    <a:pt x="11" y="20"/>
                    <a:pt x="11" y="20"/>
                  </a:cubicBezTo>
                  <a:cubicBezTo>
                    <a:pt x="10" y="20"/>
                    <a:pt x="10" y="19"/>
                    <a:pt x="10" y="19"/>
                  </a:cubicBezTo>
                  <a:lnTo>
                    <a:pt x="1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Oval 109"/>
            <p:cNvSpPr>
              <a:spLocks noChangeArrowheads="1"/>
            </p:cNvSpPr>
            <p:nvPr/>
          </p:nvSpPr>
          <p:spPr bwMode="auto">
            <a:xfrm>
              <a:off x="8607426" y="2936875"/>
              <a:ext cx="11112" cy="158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110"/>
            <p:cNvSpPr>
              <a:spLocks/>
            </p:cNvSpPr>
            <p:nvPr/>
          </p:nvSpPr>
          <p:spPr bwMode="auto">
            <a:xfrm>
              <a:off x="8461376" y="2901950"/>
              <a:ext cx="122237" cy="50800"/>
            </a:xfrm>
            <a:custGeom>
              <a:avLst/>
              <a:gdLst>
                <a:gd name="T0" fmla="*/ 28 w 34"/>
                <a:gd name="T1" fmla="*/ 12 h 14"/>
                <a:gd name="T2" fmla="*/ 34 w 34"/>
                <a:gd name="T3" fmla="*/ 1 h 14"/>
                <a:gd name="T4" fmla="*/ 21 w 34"/>
                <a:gd name="T5" fmla="*/ 0 h 14"/>
                <a:gd name="T6" fmla="*/ 0 w 34"/>
                <a:gd name="T7" fmla="*/ 14 h 14"/>
                <a:gd name="T8" fmla="*/ 29 w 34"/>
                <a:gd name="T9" fmla="*/ 14 h 14"/>
                <a:gd name="T10" fmla="*/ 28 w 34"/>
                <a:gd name="T11" fmla="*/ 12 h 14"/>
              </a:gdLst>
              <a:ahLst/>
              <a:cxnLst>
                <a:cxn ang="0">
                  <a:pos x="T0" y="T1"/>
                </a:cxn>
                <a:cxn ang="0">
                  <a:pos x="T2" y="T3"/>
                </a:cxn>
                <a:cxn ang="0">
                  <a:pos x="T4" y="T5"/>
                </a:cxn>
                <a:cxn ang="0">
                  <a:pos x="T6" y="T7"/>
                </a:cxn>
                <a:cxn ang="0">
                  <a:pos x="T8" y="T9"/>
                </a:cxn>
                <a:cxn ang="0">
                  <a:pos x="T10" y="T11"/>
                </a:cxn>
              </a:cxnLst>
              <a:rect l="0" t="0" r="r" b="b"/>
              <a:pathLst>
                <a:path w="34" h="14">
                  <a:moveTo>
                    <a:pt x="28" y="12"/>
                  </a:moveTo>
                  <a:cubicBezTo>
                    <a:pt x="28" y="7"/>
                    <a:pt x="31" y="3"/>
                    <a:pt x="34" y="1"/>
                  </a:cubicBezTo>
                  <a:cubicBezTo>
                    <a:pt x="30" y="0"/>
                    <a:pt x="25" y="0"/>
                    <a:pt x="21" y="0"/>
                  </a:cubicBezTo>
                  <a:cubicBezTo>
                    <a:pt x="12" y="2"/>
                    <a:pt x="5" y="7"/>
                    <a:pt x="0" y="14"/>
                  </a:cubicBezTo>
                  <a:cubicBezTo>
                    <a:pt x="29" y="14"/>
                    <a:pt x="29" y="14"/>
                    <a:pt x="29" y="14"/>
                  </a:cubicBezTo>
                  <a:cubicBezTo>
                    <a:pt x="29" y="13"/>
                    <a:pt x="28" y="12"/>
                    <a:pt x="2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111"/>
            <p:cNvSpPr>
              <a:spLocks noEditPoints="1"/>
            </p:cNvSpPr>
            <p:nvPr/>
          </p:nvSpPr>
          <p:spPr bwMode="auto">
            <a:xfrm>
              <a:off x="8569326" y="2901950"/>
              <a:ext cx="88900" cy="85725"/>
            </a:xfrm>
            <a:custGeom>
              <a:avLst/>
              <a:gdLst>
                <a:gd name="T0" fmla="*/ 13 w 25"/>
                <a:gd name="T1" fmla="*/ 24 h 24"/>
                <a:gd name="T2" fmla="*/ 25 w 25"/>
                <a:gd name="T3" fmla="*/ 12 h 24"/>
                <a:gd name="T4" fmla="*/ 13 w 25"/>
                <a:gd name="T5" fmla="*/ 0 h 24"/>
                <a:gd name="T6" fmla="*/ 0 w 25"/>
                <a:gd name="T7" fmla="*/ 12 h 24"/>
                <a:gd name="T8" fmla="*/ 13 w 25"/>
                <a:gd name="T9" fmla="*/ 24 h 24"/>
                <a:gd name="T10" fmla="*/ 13 w 25"/>
                <a:gd name="T11" fmla="*/ 8 h 24"/>
                <a:gd name="T12" fmla="*/ 16 w 25"/>
                <a:gd name="T13" fmla="*/ 12 h 24"/>
                <a:gd name="T14" fmla="*/ 13 w 25"/>
                <a:gd name="T15" fmla="*/ 16 h 24"/>
                <a:gd name="T16" fmla="*/ 9 w 25"/>
                <a:gd name="T17" fmla="*/ 12 h 24"/>
                <a:gd name="T18" fmla="*/ 13 w 25"/>
                <a:gd name="T19" fmla="*/ 8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24">
                  <a:moveTo>
                    <a:pt x="13" y="24"/>
                  </a:moveTo>
                  <a:cubicBezTo>
                    <a:pt x="19" y="24"/>
                    <a:pt x="25" y="19"/>
                    <a:pt x="25" y="12"/>
                  </a:cubicBezTo>
                  <a:cubicBezTo>
                    <a:pt x="25" y="5"/>
                    <a:pt x="19" y="0"/>
                    <a:pt x="13" y="0"/>
                  </a:cubicBezTo>
                  <a:cubicBezTo>
                    <a:pt x="6" y="0"/>
                    <a:pt x="0" y="5"/>
                    <a:pt x="0" y="12"/>
                  </a:cubicBezTo>
                  <a:cubicBezTo>
                    <a:pt x="0" y="19"/>
                    <a:pt x="6" y="24"/>
                    <a:pt x="13" y="24"/>
                  </a:cubicBezTo>
                  <a:close/>
                  <a:moveTo>
                    <a:pt x="13" y="8"/>
                  </a:moveTo>
                  <a:cubicBezTo>
                    <a:pt x="15" y="8"/>
                    <a:pt x="16" y="10"/>
                    <a:pt x="16" y="12"/>
                  </a:cubicBezTo>
                  <a:cubicBezTo>
                    <a:pt x="16" y="14"/>
                    <a:pt x="15" y="16"/>
                    <a:pt x="13" y="16"/>
                  </a:cubicBezTo>
                  <a:cubicBezTo>
                    <a:pt x="10" y="16"/>
                    <a:pt x="9" y="14"/>
                    <a:pt x="9" y="12"/>
                  </a:cubicBezTo>
                  <a:cubicBezTo>
                    <a:pt x="9" y="10"/>
                    <a:pt x="10" y="8"/>
                    <a:pt x="1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2" name="组合 81"/>
          <p:cNvGrpSpPr/>
          <p:nvPr/>
        </p:nvGrpSpPr>
        <p:grpSpPr>
          <a:xfrm>
            <a:off x="10958208" y="2605088"/>
            <a:ext cx="1054099" cy="1544638"/>
            <a:chOff x="11134726" y="2605088"/>
            <a:chExt cx="1054099" cy="1544638"/>
          </a:xfrm>
          <a:solidFill>
            <a:schemeClr val="tx1">
              <a:lumMod val="65000"/>
              <a:lumOff val="35000"/>
            </a:schemeClr>
          </a:solidFill>
        </p:grpSpPr>
        <p:pic>
          <p:nvPicPr>
            <p:cNvPr id="83" name="Picture 86"/>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1842751" y="2605088"/>
              <a:ext cx="257175" cy="428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84" name="Rectangle 124"/>
            <p:cNvSpPr>
              <a:spLocks noChangeArrowheads="1"/>
            </p:cNvSpPr>
            <p:nvPr/>
          </p:nvSpPr>
          <p:spPr bwMode="auto">
            <a:xfrm>
              <a:off x="11582401" y="4005263"/>
              <a:ext cx="173037"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125"/>
            <p:cNvSpPr>
              <a:spLocks/>
            </p:cNvSpPr>
            <p:nvPr/>
          </p:nvSpPr>
          <p:spPr bwMode="auto">
            <a:xfrm>
              <a:off x="11382376" y="3052763"/>
              <a:ext cx="207962" cy="200025"/>
            </a:xfrm>
            <a:custGeom>
              <a:avLst/>
              <a:gdLst>
                <a:gd name="T0" fmla="*/ 33 w 58"/>
                <a:gd name="T1" fmla="*/ 53 h 56"/>
                <a:gd name="T2" fmla="*/ 56 w 58"/>
                <a:gd name="T3" fmla="*/ 23 h 56"/>
                <a:gd name="T4" fmla="*/ 25 w 58"/>
                <a:gd name="T5" fmla="*/ 3 h 56"/>
                <a:gd name="T6" fmla="*/ 2 w 58"/>
                <a:gd name="T7" fmla="*/ 32 h 56"/>
                <a:gd name="T8" fmla="*/ 33 w 58"/>
                <a:gd name="T9" fmla="*/ 53 h 56"/>
              </a:gdLst>
              <a:ahLst/>
              <a:cxnLst>
                <a:cxn ang="0">
                  <a:pos x="T0" y="T1"/>
                </a:cxn>
                <a:cxn ang="0">
                  <a:pos x="T2" y="T3"/>
                </a:cxn>
                <a:cxn ang="0">
                  <a:pos x="T4" y="T5"/>
                </a:cxn>
                <a:cxn ang="0">
                  <a:pos x="T6" y="T7"/>
                </a:cxn>
                <a:cxn ang="0">
                  <a:pos x="T8" y="T9"/>
                </a:cxn>
              </a:cxnLst>
              <a:rect l="0" t="0" r="r" b="b"/>
              <a:pathLst>
                <a:path w="58" h="56">
                  <a:moveTo>
                    <a:pt x="33" y="53"/>
                  </a:moveTo>
                  <a:cubicBezTo>
                    <a:pt x="48" y="51"/>
                    <a:pt x="58" y="38"/>
                    <a:pt x="56" y="23"/>
                  </a:cubicBezTo>
                  <a:cubicBezTo>
                    <a:pt x="54" y="9"/>
                    <a:pt x="40" y="0"/>
                    <a:pt x="25" y="3"/>
                  </a:cubicBezTo>
                  <a:cubicBezTo>
                    <a:pt x="10" y="5"/>
                    <a:pt x="0" y="18"/>
                    <a:pt x="2" y="32"/>
                  </a:cubicBezTo>
                  <a:cubicBezTo>
                    <a:pt x="5" y="46"/>
                    <a:pt x="19" y="56"/>
                    <a:pt x="33"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126"/>
            <p:cNvSpPr>
              <a:spLocks/>
            </p:cNvSpPr>
            <p:nvPr/>
          </p:nvSpPr>
          <p:spPr bwMode="auto">
            <a:xfrm>
              <a:off x="11368088" y="3255963"/>
              <a:ext cx="390525" cy="760413"/>
            </a:xfrm>
            <a:custGeom>
              <a:avLst/>
              <a:gdLst>
                <a:gd name="T0" fmla="*/ 93 w 109"/>
                <a:gd name="T1" fmla="*/ 116 h 212"/>
                <a:gd name="T2" fmla="*/ 65 w 109"/>
                <a:gd name="T3" fmla="*/ 116 h 212"/>
                <a:gd name="T4" fmla="*/ 66 w 109"/>
                <a:gd name="T5" fmla="*/ 107 h 212"/>
                <a:gd name="T6" fmla="*/ 66 w 109"/>
                <a:gd name="T7" fmla="*/ 90 h 212"/>
                <a:gd name="T8" fmla="*/ 23 w 109"/>
                <a:gd name="T9" fmla="*/ 90 h 212"/>
                <a:gd name="T10" fmla="*/ 23 w 109"/>
                <a:gd name="T11" fmla="*/ 22 h 212"/>
                <a:gd name="T12" fmla="*/ 34 w 109"/>
                <a:gd name="T13" fmla="*/ 10 h 212"/>
                <a:gd name="T14" fmla="*/ 46 w 109"/>
                <a:gd name="T15" fmla="*/ 22 h 212"/>
                <a:gd name="T16" fmla="*/ 46 w 109"/>
                <a:gd name="T17" fmla="*/ 67 h 212"/>
                <a:gd name="T18" fmla="*/ 66 w 109"/>
                <a:gd name="T19" fmla="*/ 67 h 212"/>
                <a:gd name="T20" fmla="*/ 66 w 109"/>
                <a:gd name="T21" fmla="*/ 33 h 212"/>
                <a:gd name="T22" fmla="*/ 33 w 109"/>
                <a:gd name="T23" fmla="*/ 0 h 212"/>
                <a:gd name="T24" fmla="*/ 0 w 109"/>
                <a:gd name="T25" fmla="*/ 33 h 212"/>
                <a:gd name="T26" fmla="*/ 0 w 109"/>
                <a:gd name="T27" fmla="*/ 107 h 212"/>
                <a:gd name="T28" fmla="*/ 3 w 109"/>
                <a:gd name="T29" fmla="*/ 120 h 212"/>
                <a:gd name="T30" fmla="*/ 46 w 109"/>
                <a:gd name="T31" fmla="*/ 140 h 212"/>
                <a:gd name="T32" fmla="*/ 77 w 109"/>
                <a:gd name="T33" fmla="*/ 141 h 212"/>
                <a:gd name="T34" fmla="*/ 69 w 109"/>
                <a:gd name="T35" fmla="*/ 197 h 212"/>
                <a:gd name="T36" fmla="*/ 94 w 109"/>
                <a:gd name="T37" fmla="*/ 195 h 212"/>
                <a:gd name="T38" fmla="*/ 108 w 109"/>
                <a:gd name="T39" fmla="*/ 132 h 212"/>
                <a:gd name="T40" fmla="*/ 108 w 109"/>
                <a:gd name="T41" fmla="*/ 132 h 212"/>
                <a:gd name="T42" fmla="*/ 93 w 109"/>
                <a:gd name="T43" fmla="*/ 116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9" h="212">
                  <a:moveTo>
                    <a:pt x="93" y="116"/>
                  </a:moveTo>
                  <a:cubicBezTo>
                    <a:pt x="92" y="116"/>
                    <a:pt x="80" y="116"/>
                    <a:pt x="65" y="116"/>
                  </a:cubicBezTo>
                  <a:cubicBezTo>
                    <a:pt x="65" y="113"/>
                    <a:pt x="66" y="110"/>
                    <a:pt x="66" y="107"/>
                  </a:cubicBezTo>
                  <a:cubicBezTo>
                    <a:pt x="66" y="90"/>
                    <a:pt x="66" y="90"/>
                    <a:pt x="66" y="90"/>
                  </a:cubicBezTo>
                  <a:cubicBezTo>
                    <a:pt x="23" y="90"/>
                    <a:pt x="23" y="90"/>
                    <a:pt x="23" y="90"/>
                  </a:cubicBezTo>
                  <a:cubicBezTo>
                    <a:pt x="23" y="22"/>
                    <a:pt x="23" y="22"/>
                    <a:pt x="23" y="22"/>
                  </a:cubicBezTo>
                  <a:cubicBezTo>
                    <a:pt x="23" y="15"/>
                    <a:pt x="28" y="10"/>
                    <a:pt x="34" y="10"/>
                  </a:cubicBezTo>
                  <a:cubicBezTo>
                    <a:pt x="41" y="10"/>
                    <a:pt x="46" y="15"/>
                    <a:pt x="46" y="22"/>
                  </a:cubicBezTo>
                  <a:cubicBezTo>
                    <a:pt x="46" y="67"/>
                    <a:pt x="46" y="67"/>
                    <a:pt x="46" y="67"/>
                  </a:cubicBezTo>
                  <a:cubicBezTo>
                    <a:pt x="66" y="67"/>
                    <a:pt x="66" y="67"/>
                    <a:pt x="66" y="67"/>
                  </a:cubicBezTo>
                  <a:cubicBezTo>
                    <a:pt x="66" y="33"/>
                    <a:pt x="66" y="33"/>
                    <a:pt x="66" y="33"/>
                  </a:cubicBezTo>
                  <a:cubicBezTo>
                    <a:pt x="66" y="15"/>
                    <a:pt x="51" y="0"/>
                    <a:pt x="33" y="0"/>
                  </a:cubicBezTo>
                  <a:cubicBezTo>
                    <a:pt x="15" y="0"/>
                    <a:pt x="0" y="15"/>
                    <a:pt x="0" y="33"/>
                  </a:cubicBezTo>
                  <a:cubicBezTo>
                    <a:pt x="0" y="107"/>
                    <a:pt x="0" y="107"/>
                    <a:pt x="0" y="107"/>
                  </a:cubicBezTo>
                  <a:cubicBezTo>
                    <a:pt x="0" y="112"/>
                    <a:pt x="1" y="116"/>
                    <a:pt x="3" y="120"/>
                  </a:cubicBezTo>
                  <a:cubicBezTo>
                    <a:pt x="20" y="121"/>
                    <a:pt x="35" y="129"/>
                    <a:pt x="46" y="140"/>
                  </a:cubicBezTo>
                  <a:cubicBezTo>
                    <a:pt x="58" y="141"/>
                    <a:pt x="72" y="141"/>
                    <a:pt x="77" y="141"/>
                  </a:cubicBezTo>
                  <a:cubicBezTo>
                    <a:pt x="75" y="155"/>
                    <a:pt x="69" y="193"/>
                    <a:pt x="69" y="197"/>
                  </a:cubicBezTo>
                  <a:cubicBezTo>
                    <a:pt x="70" y="208"/>
                    <a:pt x="91" y="212"/>
                    <a:pt x="94" y="195"/>
                  </a:cubicBezTo>
                  <a:cubicBezTo>
                    <a:pt x="95" y="192"/>
                    <a:pt x="104" y="146"/>
                    <a:pt x="108" y="132"/>
                  </a:cubicBezTo>
                  <a:cubicBezTo>
                    <a:pt x="108" y="132"/>
                    <a:pt x="108" y="132"/>
                    <a:pt x="108" y="132"/>
                  </a:cubicBezTo>
                  <a:cubicBezTo>
                    <a:pt x="109" y="125"/>
                    <a:pt x="105" y="116"/>
                    <a:pt x="93" y="1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127"/>
            <p:cNvSpPr>
              <a:spLocks noEditPoints="1"/>
            </p:cNvSpPr>
            <p:nvPr/>
          </p:nvSpPr>
          <p:spPr bwMode="auto">
            <a:xfrm>
              <a:off x="11134726" y="3694113"/>
              <a:ext cx="455612" cy="455613"/>
            </a:xfrm>
            <a:custGeom>
              <a:avLst/>
              <a:gdLst>
                <a:gd name="T0" fmla="*/ 0 w 127"/>
                <a:gd name="T1" fmla="*/ 63 h 127"/>
                <a:gd name="T2" fmla="*/ 127 w 127"/>
                <a:gd name="T3" fmla="*/ 63 h 127"/>
                <a:gd name="T4" fmla="*/ 35 w 127"/>
                <a:gd name="T5" fmla="*/ 16 h 127"/>
                <a:gd name="T6" fmla="*/ 55 w 127"/>
                <a:gd name="T7" fmla="*/ 57 h 127"/>
                <a:gd name="T8" fmla="*/ 35 w 127"/>
                <a:gd name="T9" fmla="*/ 16 h 127"/>
                <a:gd name="T10" fmla="*/ 54 w 127"/>
                <a:gd name="T11" fmla="*/ 59 h 127"/>
                <a:gd name="T12" fmla="*/ 8 w 127"/>
                <a:gd name="T13" fmla="*/ 63 h 127"/>
                <a:gd name="T14" fmla="*/ 8 w 127"/>
                <a:gd name="T15" fmla="*/ 64 h 127"/>
                <a:gd name="T16" fmla="*/ 54 w 127"/>
                <a:gd name="T17" fmla="*/ 68 h 127"/>
                <a:gd name="T18" fmla="*/ 8 w 127"/>
                <a:gd name="T19" fmla="*/ 64 h 127"/>
                <a:gd name="T20" fmla="*/ 55 w 127"/>
                <a:gd name="T21" fmla="*/ 69 h 127"/>
                <a:gd name="T22" fmla="*/ 35 w 127"/>
                <a:gd name="T23" fmla="*/ 111 h 127"/>
                <a:gd name="T24" fmla="*/ 63 w 127"/>
                <a:gd name="T25" fmla="*/ 119 h 127"/>
                <a:gd name="T26" fmla="*/ 59 w 127"/>
                <a:gd name="T27" fmla="*/ 73 h 127"/>
                <a:gd name="T28" fmla="*/ 63 w 127"/>
                <a:gd name="T29" fmla="*/ 119 h 127"/>
                <a:gd name="T30" fmla="*/ 59 w 127"/>
                <a:gd name="T31" fmla="*/ 54 h 127"/>
                <a:gd name="T32" fmla="*/ 63 w 127"/>
                <a:gd name="T33" fmla="*/ 8 h 127"/>
                <a:gd name="T34" fmla="*/ 119 w 127"/>
                <a:gd name="T35" fmla="*/ 63 h 127"/>
                <a:gd name="T36" fmla="*/ 73 w 127"/>
                <a:gd name="T37" fmla="*/ 59 h 127"/>
                <a:gd name="T38" fmla="*/ 119 w 127"/>
                <a:gd name="T39" fmla="*/ 63 h 127"/>
                <a:gd name="T40" fmla="*/ 73 w 127"/>
                <a:gd name="T41" fmla="*/ 57 h 127"/>
                <a:gd name="T42" fmla="*/ 92 w 127"/>
                <a:gd name="T43" fmla="*/ 16 h 127"/>
                <a:gd name="T44" fmla="*/ 64 w 127"/>
                <a:gd name="T45" fmla="*/ 8 h 127"/>
                <a:gd name="T46" fmla="*/ 68 w 127"/>
                <a:gd name="T47" fmla="*/ 54 h 127"/>
                <a:gd name="T48" fmla="*/ 64 w 127"/>
                <a:gd name="T49" fmla="*/ 8 h 127"/>
                <a:gd name="T50" fmla="*/ 64 w 127"/>
                <a:gd name="T51" fmla="*/ 74 h 127"/>
                <a:gd name="T52" fmla="*/ 91 w 127"/>
                <a:gd name="T53" fmla="*/ 112 h 127"/>
                <a:gd name="T54" fmla="*/ 92 w 127"/>
                <a:gd name="T55" fmla="*/ 111 h 127"/>
                <a:gd name="T56" fmla="*/ 73 w 127"/>
                <a:gd name="T57" fmla="*/ 69 h 127"/>
                <a:gd name="T58" fmla="*/ 92 w 127"/>
                <a:gd name="T59" fmla="*/ 111 h 127"/>
                <a:gd name="T60" fmla="*/ 73 w 127"/>
                <a:gd name="T61" fmla="*/ 68 h 127"/>
                <a:gd name="T62" fmla="*/ 119 w 127"/>
                <a:gd name="T63" fmla="*/ 64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7" h="127">
                  <a:moveTo>
                    <a:pt x="64" y="0"/>
                  </a:moveTo>
                  <a:cubicBezTo>
                    <a:pt x="28" y="0"/>
                    <a:pt x="0" y="28"/>
                    <a:pt x="0" y="63"/>
                  </a:cubicBezTo>
                  <a:cubicBezTo>
                    <a:pt x="0" y="98"/>
                    <a:pt x="28" y="127"/>
                    <a:pt x="64" y="127"/>
                  </a:cubicBezTo>
                  <a:cubicBezTo>
                    <a:pt x="99" y="127"/>
                    <a:pt x="127" y="98"/>
                    <a:pt x="127" y="63"/>
                  </a:cubicBezTo>
                  <a:cubicBezTo>
                    <a:pt x="127" y="28"/>
                    <a:pt x="99" y="0"/>
                    <a:pt x="64" y="0"/>
                  </a:cubicBezTo>
                  <a:close/>
                  <a:moveTo>
                    <a:pt x="35" y="16"/>
                  </a:moveTo>
                  <a:cubicBezTo>
                    <a:pt x="57" y="54"/>
                    <a:pt x="57" y="54"/>
                    <a:pt x="57" y="54"/>
                  </a:cubicBezTo>
                  <a:cubicBezTo>
                    <a:pt x="56" y="55"/>
                    <a:pt x="55" y="56"/>
                    <a:pt x="55" y="57"/>
                  </a:cubicBezTo>
                  <a:cubicBezTo>
                    <a:pt x="16" y="35"/>
                    <a:pt x="16" y="35"/>
                    <a:pt x="16" y="35"/>
                  </a:cubicBezTo>
                  <a:cubicBezTo>
                    <a:pt x="20" y="27"/>
                    <a:pt x="27" y="20"/>
                    <a:pt x="35" y="16"/>
                  </a:cubicBezTo>
                  <a:close/>
                  <a:moveTo>
                    <a:pt x="15" y="36"/>
                  </a:moveTo>
                  <a:cubicBezTo>
                    <a:pt x="54" y="59"/>
                    <a:pt x="54" y="59"/>
                    <a:pt x="54" y="59"/>
                  </a:cubicBezTo>
                  <a:cubicBezTo>
                    <a:pt x="53" y="60"/>
                    <a:pt x="53" y="61"/>
                    <a:pt x="53" y="63"/>
                  </a:cubicBezTo>
                  <a:cubicBezTo>
                    <a:pt x="8" y="63"/>
                    <a:pt x="8" y="63"/>
                    <a:pt x="8" y="63"/>
                  </a:cubicBezTo>
                  <a:cubicBezTo>
                    <a:pt x="8" y="53"/>
                    <a:pt x="11" y="44"/>
                    <a:pt x="15" y="36"/>
                  </a:cubicBezTo>
                  <a:close/>
                  <a:moveTo>
                    <a:pt x="8" y="64"/>
                  </a:moveTo>
                  <a:cubicBezTo>
                    <a:pt x="53" y="64"/>
                    <a:pt x="53" y="64"/>
                    <a:pt x="53" y="64"/>
                  </a:cubicBezTo>
                  <a:cubicBezTo>
                    <a:pt x="53" y="65"/>
                    <a:pt x="53" y="67"/>
                    <a:pt x="54" y="68"/>
                  </a:cubicBezTo>
                  <a:cubicBezTo>
                    <a:pt x="15" y="91"/>
                    <a:pt x="15" y="91"/>
                    <a:pt x="15" y="91"/>
                  </a:cubicBezTo>
                  <a:cubicBezTo>
                    <a:pt x="11" y="83"/>
                    <a:pt x="8" y="74"/>
                    <a:pt x="8" y="64"/>
                  </a:cubicBezTo>
                  <a:close/>
                  <a:moveTo>
                    <a:pt x="16" y="92"/>
                  </a:moveTo>
                  <a:cubicBezTo>
                    <a:pt x="55" y="69"/>
                    <a:pt x="55" y="69"/>
                    <a:pt x="55" y="69"/>
                  </a:cubicBezTo>
                  <a:cubicBezTo>
                    <a:pt x="55" y="71"/>
                    <a:pt x="56" y="72"/>
                    <a:pt x="57" y="72"/>
                  </a:cubicBezTo>
                  <a:cubicBezTo>
                    <a:pt x="35" y="111"/>
                    <a:pt x="35" y="111"/>
                    <a:pt x="35" y="111"/>
                  </a:cubicBezTo>
                  <a:cubicBezTo>
                    <a:pt x="27" y="106"/>
                    <a:pt x="20" y="100"/>
                    <a:pt x="16" y="92"/>
                  </a:cubicBezTo>
                  <a:close/>
                  <a:moveTo>
                    <a:pt x="63" y="119"/>
                  </a:moveTo>
                  <a:cubicBezTo>
                    <a:pt x="53" y="119"/>
                    <a:pt x="44" y="116"/>
                    <a:pt x="36" y="112"/>
                  </a:cubicBezTo>
                  <a:cubicBezTo>
                    <a:pt x="59" y="73"/>
                    <a:pt x="59" y="73"/>
                    <a:pt x="59" y="73"/>
                  </a:cubicBezTo>
                  <a:cubicBezTo>
                    <a:pt x="60" y="74"/>
                    <a:pt x="61" y="74"/>
                    <a:pt x="63" y="74"/>
                  </a:cubicBezTo>
                  <a:lnTo>
                    <a:pt x="63" y="119"/>
                  </a:lnTo>
                  <a:close/>
                  <a:moveTo>
                    <a:pt x="63" y="53"/>
                  </a:moveTo>
                  <a:cubicBezTo>
                    <a:pt x="61" y="53"/>
                    <a:pt x="60" y="53"/>
                    <a:pt x="59" y="54"/>
                  </a:cubicBezTo>
                  <a:cubicBezTo>
                    <a:pt x="36" y="15"/>
                    <a:pt x="36" y="15"/>
                    <a:pt x="36" y="15"/>
                  </a:cubicBezTo>
                  <a:cubicBezTo>
                    <a:pt x="44" y="10"/>
                    <a:pt x="53" y="8"/>
                    <a:pt x="63" y="8"/>
                  </a:cubicBezTo>
                  <a:lnTo>
                    <a:pt x="63" y="53"/>
                  </a:lnTo>
                  <a:close/>
                  <a:moveTo>
                    <a:pt x="119" y="63"/>
                  </a:moveTo>
                  <a:cubicBezTo>
                    <a:pt x="74" y="63"/>
                    <a:pt x="74" y="63"/>
                    <a:pt x="74" y="63"/>
                  </a:cubicBezTo>
                  <a:cubicBezTo>
                    <a:pt x="74" y="61"/>
                    <a:pt x="74" y="60"/>
                    <a:pt x="73" y="59"/>
                  </a:cubicBezTo>
                  <a:cubicBezTo>
                    <a:pt x="112" y="36"/>
                    <a:pt x="112" y="36"/>
                    <a:pt x="112" y="36"/>
                  </a:cubicBezTo>
                  <a:cubicBezTo>
                    <a:pt x="116" y="44"/>
                    <a:pt x="119" y="53"/>
                    <a:pt x="119" y="63"/>
                  </a:cubicBezTo>
                  <a:close/>
                  <a:moveTo>
                    <a:pt x="111" y="35"/>
                  </a:moveTo>
                  <a:cubicBezTo>
                    <a:pt x="73" y="57"/>
                    <a:pt x="73" y="57"/>
                    <a:pt x="73" y="57"/>
                  </a:cubicBezTo>
                  <a:cubicBezTo>
                    <a:pt x="72" y="56"/>
                    <a:pt x="71" y="55"/>
                    <a:pt x="70" y="54"/>
                  </a:cubicBezTo>
                  <a:cubicBezTo>
                    <a:pt x="92" y="16"/>
                    <a:pt x="92" y="16"/>
                    <a:pt x="92" y="16"/>
                  </a:cubicBezTo>
                  <a:cubicBezTo>
                    <a:pt x="100" y="20"/>
                    <a:pt x="107" y="27"/>
                    <a:pt x="111" y="35"/>
                  </a:cubicBezTo>
                  <a:close/>
                  <a:moveTo>
                    <a:pt x="64" y="8"/>
                  </a:moveTo>
                  <a:cubicBezTo>
                    <a:pt x="74" y="8"/>
                    <a:pt x="83" y="10"/>
                    <a:pt x="91" y="15"/>
                  </a:cubicBezTo>
                  <a:cubicBezTo>
                    <a:pt x="68" y="54"/>
                    <a:pt x="68" y="54"/>
                    <a:pt x="68" y="54"/>
                  </a:cubicBezTo>
                  <a:cubicBezTo>
                    <a:pt x="67" y="53"/>
                    <a:pt x="66" y="53"/>
                    <a:pt x="64" y="53"/>
                  </a:cubicBezTo>
                  <a:lnTo>
                    <a:pt x="64" y="8"/>
                  </a:lnTo>
                  <a:close/>
                  <a:moveTo>
                    <a:pt x="64" y="119"/>
                  </a:moveTo>
                  <a:cubicBezTo>
                    <a:pt x="64" y="74"/>
                    <a:pt x="64" y="74"/>
                    <a:pt x="64" y="74"/>
                  </a:cubicBezTo>
                  <a:cubicBezTo>
                    <a:pt x="66" y="74"/>
                    <a:pt x="67" y="74"/>
                    <a:pt x="68" y="73"/>
                  </a:cubicBezTo>
                  <a:cubicBezTo>
                    <a:pt x="91" y="112"/>
                    <a:pt x="91" y="112"/>
                    <a:pt x="91" y="112"/>
                  </a:cubicBezTo>
                  <a:cubicBezTo>
                    <a:pt x="83" y="116"/>
                    <a:pt x="74" y="119"/>
                    <a:pt x="64" y="119"/>
                  </a:cubicBezTo>
                  <a:close/>
                  <a:moveTo>
                    <a:pt x="92" y="111"/>
                  </a:moveTo>
                  <a:cubicBezTo>
                    <a:pt x="70" y="72"/>
                    <a:pt x="70" y="72"/>
                    <a:pt x="70" y="72"/>
                  </a:cubicBezTo>
                  <a:cubicBezTo>
                    <a:pt x="71" y="72"/>
                    <a:pt x="72" y="71"/>
                    <a:pt x="73" y="69"/>
                  </a:cubicBezTo>
                  <a:cubicBezTo>
                    <a:pt x="111" y="92"/>
                    <a:pt x="111" y="92"/>
                    <a:pt x="111" y="92"/>
                  </a:cubicBezTo>
                  <a:cubicBezTo>
                    <a:pt x="107" y="100"/>
                    <a:pt x="100" y="106"/>
                    <a:pt x="92" y="111"/>
                  </a:cubicBezTo>
                  <a:close/>
                  <a:moveTo>
                    <a:pt x="112" y="91"/>
                  </a:moveTo>
                  <a:cubicBezTo>
                    <a:pt x="73" y="68"/>
                    <a:pt x="73" y="68"/>
                    <a:pt x="73" y="68"/>
                  </a:cubicBezTo>
                  <a:cubicBezTo>
                    <a:pt x="74" y="67"/>
                    <a:pt x="74" y="65"/>
                    <a:pt x="74" y="64"/>
                  </a:cubicBezTo>
                  <a:cubicBezTo>
                    <a:pt x="119" y="64"/>
                    <a:pt x="119" y="64"/>
                    <a:pt x="119" y="64"/>
                  </a:cubicBezTo>
                  <a:cubicBezTo>
                    <a:pt x="119" y="74"/>
                    <a:pt x="116" y="83"/>
                    <a:pt x="112" y="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128"/>
            <p:cNvSpPr>
              <a:spLocks/>
            </p:cNvSpPr>
            <p:nvPr/>
          </p:nvSpPr>
          <p:spPr bwMode="auto">
            <a:xfrm>
              <a:off x="11371263" y="3768726"/>
              <a:ext cx="68262" cy="50800"/>
            </a:xfrm>
            <a:custGeom>
              <a:avLst/>
              <a:gdLst>
                <a:gd name="T0" fmla="*/ 43 w 43"/>
                <a:gd name="T1" fmla="*/ 0 h 32"/>
                <a:gd name="T2" fmla="*/ 0 w 43"/>
                <a:gd name="T3" fmla="*/ 0 h 32"/>
                <a:gd name="T4" fmla="*/ 0 w 43"/>
                <a:gd name="T5" fmla="*/ 32 h 32"/>
                <a:gd name="T6" fmla="*/ 25 w 43"/>
                <a:gd name="T7" fmla="*/ 32 h 32"/>
                <a:gd name="T8" fmla="*/ 43 w 43"/>
                <a:gd name="T9" fmla="*/ 0 h 32"/>
              </a:gdLst>
              <a:ahLst/>
              <a:cxnLst>
                <a:cxn ang="0">
                  <a:pos x="T0" y="T1"/>
                </a:cxn>
                <a:cxn ang="0">
                  <a:pos x="T2" y="T3"/>
                </a:cxn>
                <a:cxn ang="0">
                  <a:pos x="T4" y="T5"/>
                </a:cxn>
                <a:cxn ang="0">
                  <a:pos x="T6" y="T7"/>
                </a:cxn>
                <a:cxn ang="0">
                  <a:pos x="T8" y="T9"/>
                </a:cxn>
              </a:cxnLst>
              <a:rect l="0" t="0" r="r" b="b"/>
              <a:pathLst>
                <a:path w="43" h="32">
                  <a:moveTo>
                    <a:pt x="43" y="0"/>
                  </a:moveTo>
                  <a:lnTo>
                    <a:pt x="0" y="0"/>
                  </a:lnTo>
                  <a:lnTo>
                    <a:pt x="0" y="32"/>
                  </a:lnTo>
                  <a:lnTo>
                    <a:pt x="25" y="32"/>
                  </a:lnTo>
                  <a:lnTo>
                    <a:pt x="4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129"/>
            <p:cNvSpPr>
              <a:spLocks/>
            </p:cNvSpPr>
            <p:nvPr/>
          </p:nvSpPr>
          <p:spPr bwMode="auto">
            <a:xfrm>
              <a:off x="11431588" y="3768726"/>
              <a:ext cx="93662" cy="50800"/>
            </a:xfrm>
            <a:custGeom>
              <a:avLst/>
              <a:gdLst>
                <a:gd name="T0" fmla="*/ 26 w 26"/>
                <a:gd name="T1" fmla="*/ 13 h 14"/>
                <a:gd name="T2" fmla="*/ 13 w 26"/>
                <a:gd name="T3" fmla="*/ 0 h 14"/>
                <a:gd name="T4" fmla="*/ 8 w 26"/>
                <a:gd name="T5" fmla="*/ 0 h 14"/>
                <a:gd name="T6" fmla="*/ 0 w 26"/>
                <a:gd name="T7" fmla="*/ 14 h 14"/>
                <a:gd name="T8" fmla="*/ 24 w 26"/>
                <a:gd name="T9" fmla="*/ 14 h 14"/>
                <a:gd name="T10" fmla="*/ 26 w 26"/>
                <a:gd name="T11" fmla="*/ 13 h 14"/>
              </a:gdLst>
              <a:ahLst/>
              <a:cxnLst>
                <a:cxn ang="0">
                  <a:pos x="T0" y="T1"/>
                </a:cxn>
                <a:cxn ang="0">
                  <a:pos x="T2" y="T3"/>
                </a:cxn>
                <a:cxn ang="0">
                  <a:pos x="T4" y="T5"/>
                </a:cxn>
                <a:cxn ang="0">
                  <a:pos x="T6" y="T7"/>
                </a:cxn>
                <a:cxn ang="0">
                  <a:pos x="T8" y="T9"/>
                </a:cxn>
                <a:cxn ang="0">
                  <a:pos x="T10" y="T11"/>
                </a:cxn>
              </a:cxnLst>
              <a:rect l="0" t="0" r="r" b="b"/>
              <a:pathLst>
                <a:path w="26" h="14">
                  <a:moveTo>
                    <a:pt x="26" y="13"/>
                  </a:moveTo>
                  <a:cubicBezTo>
                    <a:pt x="22" y="8"/>
                    <a:pt x="18" y="4"/>
                    <a:pt x="13" y="0"/>
                  </a:cubicBezTo>
                  <a:cubicBezTo>
                    <a:pt x="8" y="0"/>
                    <a:pt x="8" y="0"/>
                    <a:pt x="8" y="0"/>
                  </a:cubicBezTo>
                  <a:cubicBezTo>
                    <a:pt x="0" y="14"/>
                    <a:pt x="0" y="14"/>
                    <a:pt x="0" y="14"/>
                  </a:cubicBezTo>
                  <a:cubicBezTo>
                    <a:pt x="24" y="14"/>
                    <a:pt x="24" y="14"/>
                    <a:pt x="24" y="14"/>
                  </a:cubicBezTo>
                  <a:lnTo>
                    <a:pt x="26"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130"/>
            <p:cNvSpPr>
              <a:spLocks/>
            </p:cNvSpPr>
            <p:nvPr/>
          </p:nvSpPr>
          <p:spPr bwMode="auto">
            <a:xfrm>
              <a:off x="11317288" y="3730626"/>
              <a:ext cx="36512" cy="88900"/>
            </a:xfrm>
            <a:custGeom>
              <a:avLst/>
              <a:gdLst>
                <a:gd name="T0" fmla="*/ 10 w 10"/>
                <a:gd name="T1" fmla="*/ 25 h 25"/>
                <a:gd name="T2" fmla="*/ 10 w 10"/>
                <a:gd name="T3" fmla="*/ 0 h 25"/>
                <a:gd name="T4" fmla="*/ 0 w 10"/>
                <a:gd name="T5" fmla="*/ 1 h 25"/>
                <a:gd name="T6" fmla="*/ 0 w 10"/>
                <a:gd name="T7" fmla="*/ 11 h 25"/>
                <a:gd name="T8" fmla="*/ 0 w 10"/>
                <a:gd name="T9" fmla="*/ 25 h 25"/>
                <a:gd name="T10" fmla="*/ 0 w 10"/>
                <a:gd name="T11" fmla="*/ 25 h 25"/>
                <a:gd name="T12" fmla="*/ 10 w 10"/>
                <a:gd name="T13" fmla="*/ 25 h 25"/>
              </a:gdLst>
              <a:ahLst/>
              <a:cxnLst>
                <a:cxn ang="0">
                  <a:pos x="T0" y="T1"/>
                </a:cxn>
                <a:cxn ang="0">
                  <a:pos x="T2" y="T3"/>
                </a:cxn>
                <a:cxn ang="0">
                  <a:pos x="T4" y="T5"/>
                </a:cxn>
                <a:cxn ang="0">
                  <a:pos x="T6" y="T7"/>
                </a:cxn>
                <a:cxn ang="0">
                  <a:pos x="T8" y="T9"/>
                </a:cxn>
                <a:cxn ang="0">
                  <a:pos x="T10" y="T11"/>
                </a:cxn>
                <a:cxn ang="0">
                  <a:pos x="T12" y="T13"/>
                </a:cxn>
              </a:cxnLst>
              <a:rect l="0" t="0" r="r" b="b"/>
              <a:pathLst>
                <a:path w="10" h="25">
                  <a:moveTo>
                    <a:pt x="10" y="25"/>
                  </a:moveTo>
                  <a:cubicBezTo>
                    <a:pt x="10" y="0"/>
                    <a:pt x="10" y="0"/>
                    <a:pt x="10" y="0"/>
                  </a:cubicBezTo>
                  <a:cubicBezTo>
                    <a:pt x="6" y="0"/>
                    <a:pt x="3" y="1"/>
                    <a:pt x="0" y="1"/>
                  </a:cubicBezTo>
                  <a:cubicBezTo>
                    <a:pt x="0" y="11"/>
                    <a:pt x="0" y="11"/>
                    <a:pt x="0" y="11"/>
                  </a:cubicBezTo>
                  <a:cubicBezTo>
                    <a:pt x="0" y="25"/>
                    <a:pt x="0" y="25"/>
                    <a:pt x="0" y="25"/>
                  </a:cubicBezTo>
                  <a:cubicBezTo>
                    <a:pt x="0" y="25"/>
                    <a:pt x="0" y="25"/>
                    <a:pt x="0" y="25"/>
                  </a:cubicBezTo>
                  <a:lnTo>
                    <a:pt x="10"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131"/>
            <p:cNvSpPr>
              <a:spLocks/>
            </p:cNvSpPr>
            <p:nvPr/>
          </p:nvSpPr>
          <p:spPr bwMode="auto">
            <a:xfrm>
              <a:off x="11542713" y="3768726"/>
              <a:ext cx="76200" cy="50800"/>
            </a:xfrm>
            <a:custGeom>
              <a:avLst/>
              <a:gdLst>
                <a:gd name="T0" fmla="*/ 21 w 21"/>
                <a:gd name="T1" fmla="*/ 0 h 14"/>
                <a:gd name="T2" fmla="*/ 0 w 21"/>
                <a:gd name="T3" fmla="*/ 0 h 14"/>
                <a:gd name="T4" fmla="*/ 9 w 21"/>
                <a:gd name="T5" fmla="*/ 14 h 14"/>
                <a:gd name="T6" fmla="*/ 21 w 21"/>
                <a:gd name="T7" fmla="*/ 14 h 14"/>
                <a:gd name="T8" fmla="*/ 21 w 21"/>
                <a:gd name="T9" fmla="*/ 0 h 14"/>
              </a:gdLst>
              <a:ahLst/>
              <a:cxnLst>
                <a:cxn ang="0">
                  <a:pos x="T0" y="T1"/>
                </a:cxn>
                <a:cxn ang="0">
                  <a:pos x="T2" y="T3"/>
                </a:cxn>
                <a:cxn ang="0">
                  <a:pos x="T4" y="T5"/>
                </a:cxn>
                <a:cxn ang="0">
                  <a:pos x="T6" y="T7"/>
                </a:cxn>
                <a:cxn ang="0">
                  <a:pos x="T8" y="T9"/>
                </a:cxn>
              </a:cxnLst>
              <a:rect l="0" t="0" r="r" b="b"/>
              <a:pathLst>
                <a:path w="21" h="14">
                  <a:moveTo>
                    <a:pt x="21" y="0"/>
                  </a:moveTo>
                  <a:cubicBezTo>
                    <a:pt x="0" y="0"/>
                    <a:pt x="0" y="0"/>
                    <a:pt x="0" y="0"/>
                  </a:cubicBezTo>
                  <a:cubicBezTo>
                    <a:pt x="3" y="4"/>
                    <a:pt x="6" y="9"/>
                    <a:pt x="9" y="14"/>
                  </a:cubicBezTo>
                  <a:cubicBezTo>
                    <a:pt x="21" y="14"/>
                    <a:pt x="21" y="14"/>
                    <a:pt x="21" y="14"/>
                  </a:cubicBezTo>
                  <a:lnTo>
                    <a:pt x="2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132"/>
            <p:cNvSpPr>
              <a:spLocks/>
            </p:cNvSpPr>
            <p:nvPr/>
          </p:nvSpPr>
          <p:spPr bwMode="auto">
            <a:xfrm>
              <a:off x="11231563" y="3446463"/>
              <a:ext cx="128587" cy="244475"/>
            </a:xfrm>
            <a:custGeom>
              <a:avLst/>
              <a:gdLst>
                <a:gd name="T0" fmla="*/ 27 w 36"/>
                <a:gd name="T1" fmla="*/ 20 h 68"/>
                <a:gd name="T2" fmla="*/ 24 w 36"/>
                <a:gd name="T3" fmla="*/ 20 h 68"/>
                <a:gd name="T4" fmla="*/ 24 w 36"/>
                <a:gd name="T5" fmla="*/ 68 h 68"/>
                <a:gd name="T6" fmla="*/ 36 w 36"/>
                <a:gd name="T7" fmla="*/ 67 h 68"/>
                <a:gd name="T8" fmla="*/ 36 w 36"/>
                <a:gd name="T9" fmla="*/ 20 h 68"/>
                <a:gd name="T10" fmla="*/ 33 w 36"/>
                <a:gd name="T11" fmla="*/ 20 h 68"/>
                <a:gd name="T12" fmla="*/ 33 w 36"/>
                <a:gd name="T13" fmla="*/ 7 h 68"/>
                <a:gd name="T14" fmla="*/ 33 w 36"/>
                <a:gd name="T15" fmla="*/ 7 h 68"/>
                <a:gd name="T16" fmla="*/ 33 w 36"/>
                <a:gd name="T17" fmla="*/ 6 h 68"/>
                <a:gd name="T18" fmla="*/ 2 w 36"/>
                <a:gd name="T19" fmla="*/ 0 h 68"/>
                <a:gd name="T20" fmla="*/ 0 w 36"/>
                <a:gd name="T21" fmla="*/ 7 h 68"/>
                <a:gd name="T22" fmla="*/ 27 w 36"/>
                <a:gd name="T23" fmla="*/ 12 h 68"/>
                <a:gd name="T24" fmla="*/ 27 w 36"/>
                <a:gd name="T2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68">
                  <a:moveTo>
                    <a:pt x="27" y="20"/>
                  </a:moveTo>
                  <a:cubicBezTo>
                    <a:pt x="24" y="20"/>
                    <a:pt x="24" y="20"/>
                    <a:pt x="24" y="20"/>
                  </a:cubicBezTo>
                  <a:cubicBezTo>
                    <a:pt x="24" y="68"/>
                    <a:pt x="24" y="68"/>
                    <a:pt x="24" y="68"/>
                  </a:cubicBezTo>
                  <a:cubicBezTo>
                    <a:pt x="28" y="67"/>
                    <a:pt x="32" y="67"/>
                    <a:pt x="36" y="67"/>
                  </a:cubicBezTo>
                  <a:cubicBezTo>
                    <a:pt x="36" y="20"/>
                    <a:pt x="36" y="20"/>
                    <a:pt x="36" y="20"/>
                  </a:cubicBezTo>
                  <a:cubicBezTo>
                    <a:pt x="33" y="20"/>
                    <a:pt x="33" y="20"/>
                    <a:pt x="33" y="20"/>
                  </a:cubicBezTo>
                  <a:cubicBezTo>
                    <a:pt x="33" y="7"/>
                    <a:pt x="33" y="7"/>
                    <a:pt x="33" y="7"/>
                  </a:cubicBezTo>
                  <a:cubicBezTo>
                    <a:pt x="33" y="7"/>
                    <a:pt x="33" y="7"/>
                    <a:pt x="33" y="7"/>
                  </a:cubicBezTo>
                  <a:cubicBezTo>
                    <a:pt x="33" y="6"/>
                    <a:pt x="33" y="6"/>
                    <a:pt x="33" y="6"/>
                  </a:cubicBezTo>
                  <a:cubicBezTo>
                    <a:pt x="2" y="0"/>
                    <a:pt x="2" y="0"/>
                    <a:pt x="2" y="0"/>
                  </a:cubicBezTo>
                  <a:cubicBezTo>
                    <a:pt x="0" y="7"/>
                    <a:pt x="0" y="7"/>
                    <a:pt x="0" y="7"/>
                  </a:cubicBezTo>
                  <a:cubicBezTo>
                    <a:pt x="27" y="12"/>
                    <a:pt x="27" y="12"/>
                    <a:pt x="27" y="12"/>
                  </a:cubicBezTo>
                  <a:lnTo>
                    <a:pt x="27"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133"/>
            <p:cNvSpPr>
              <a:spLocks noEditPoints="1"/>
            </p:cNvSpPr>
            <p:nvPr/>
          </p:nvSpPr>
          <p:spPr bwMode="auto">
            <a:xfrm>
              <a:off x="11610976" y="4033838"/>
              <a:ext cx="115887" cy="115888"/>
            </a:xfrm>
            <a:custGeom>
              <a:avLst/>
              <a:gdLst>
                <a:gd name="T0" fmla="*/ 16 w 32"/>
                <a:gd name="T1" fmla="*/ 0 h 32"/>
                <a:gd name="T2" fmla="*/ 0 w 32"/>
                <a:gd name="T3" fmla="*/ 16 h 32"/>
                <a:gd name="T4" fmla="*/ 16 w 32"/>
                <a:gd name="T5" fmla="*/ 32 h 32"/>
                <a:gd name="T6" fmla="*/ 32 w 32"/>
                <a:gd name="T7" fmla="*/ 16 h 32"/>
                <a:gd name="T8" fmla="*/ 16 w 32"/>
                <a:gd name="T9" fmla="*/ 0 h 32"/>
                <a:gd name="T10" fmla="*/ 16 w 32"/>
                <a:gd name="T11" fmla="*/ 24 h 32"/>
                <a:gd name="T12" fmla="*/ 8 w 32"/>
                <a:gd name="T13" fmla="*/ 16 h 32"/>
                <a:gd name="T14" fmla="*/ 16 w 32"/>
                <a:gd name="T15" fmla="*/ 9 h 32"/>
                <a:gd name="T16" fmla="*/ 24 w 32"/>
                <a:gd name="T17" fmla="*/ 16 h 32"/>
                <a:gd name="T18" fmla="*/ 16 w 32"/>
                <a:gd name="T19" fmla="*/ 24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32">
                  <a:moveTo>
                    <a:pt x="16" y="0"/>
                  </a:moveTo>
                  <a:cubicBezTo>
                    <a:pt x="7" y="0"/>
                    <a:pt x="0" y="7"/>
                    <a:pt x="0" y="16"/>
                  </a:cubicBezTo>
                  <a:cubicBezTo>
                    <a:pt x="0" y="25"/>
                    <a:pt x="7" y="32"/>
                    <a:pt x="16" y="32"/>
                  </a:cubicBezTo>
                  <a:cubicBezTo>
                    <a:pt x="25" y="32"/>
                    <a:pt x="32" y="25"/>
                    <a:pt x="32" y="16"/>
                  </a:cubicBezTo>
                  <a:cubicBezTo>
                    <a:pt x="32" y="7"/>
                    <a:pt x="25" y="0"/>
                    <a:pt x="16" y="0"/>
                  </a:cubicBezTo>
                  <a:close/>
                  <a:moveTo>
                    <a:pt x="16" y="24"/>
                  </a:moveTo>
                  <a:cubicBezTo>
                    <a:pt x="12" y="24"/>
                    <a:pt x="8" y="20"/>
                    <a:pt x="8" y="16"/>
                  </a:cubicBezTo>
                  <a:cubicBezTo>
                    <a:pt x="8" y="12"/>
                    <a:pt x="12" y="9"/>
                    <a:pt x="16" y="9"/>
                  </a:cubicBezTo>
                  <a:cubicBezTo>
                    <a:pt x="20" y="9"/>
                    <a:pt x="24" y="12"/>
                    <a:pt x="24" y="16"/>
                  </a:cubicBezTo>
                  <a:cubicBezTo>
                    <a:pt x="24" y="20"/>
                    <a:pt x="20" y="24"/>
                    <a:pt x="16"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134"/>
            <p:cNvSpPr>
              <a:spLocks noEditPoints="1"/>
            </p:cNvSpPr>
            <p:nvPr/>
          </p:nvSpPr>
          <p:spPr bwMode="auto">
            <a:xfrm>
              <a:off x="11456988" y="2941638"/>
              <a:ext cx="731837" cy="1208088"/>
            </a:xfrm>
            <a:custGeom>
              <a:avLst/>
              <a:gdLst>
                <a:gd name="T0" fmla="*/ 189 w 204"/>
                <a:gd name="T1" fmla="*/ 31 h 337"/>
                <a:gd name="T2" fmla="*/ 186 w 204"/>
                <a:gd name="T3" fmla="*/ 28 h 337"/>
                <a:gd name="T4" fmla="*/ 160 w 204"/>
                <a:gd name="T5" fmla="*/ 0 h 337"/>
                <a:gd name="T6" fmla="*/ 154 w 204"/>
                <a:gd name="T7" fmla="*/ 28 h 337"/>
                <a:gd name="T8" fmla="*/ 128 w 204"/>
                <a:gd name="T9" fmla="*/ 28 h 337"/>
                <a:gd name="T10" fmla="*/ 126 w 204"/>
                <a:gd name="T11" fmla="*/ 35 h 337"/>
                <a:gd name="T12" fmla="*/ 112 w 204"/>
                <a:gd name="T13" fmla="*/ 82 h 337"/>
                <a:gd name="T14" fmla="*/ 119 w 204"/>
                <a:gd name="T15" fmla="*/ 88 h 337"/>
                <a:gd name="T16" fmla="*/ 125 w 204"/>
                <a:gd name="T17" fmla="*/ 90 h 337"/>
                <a:gd name="T18" fmla="*/ 127 w 204"/>
                <a:gd name="T19" fmla="*/ 108 h 337"/>
                <a:gd name="T20" fmla="*/ 53 w 204"/>
                <a:gd name="T21" fmla="*/ 176 h 337"/>
                <a:gd name="T22" fmla="*/ 71 w 204"/>
                <a:gd name="T23" fmla="*/ 166 h 337"/>
                <a:gd name="T24" fmla="*/ 19 w 204"/>
                <a:gd name="T25" fmla="*/ 157 h 337"/>
                <a:gd name="T26" fmla="*/ 9 w 204"/>
                <a:gd name="T27" fmla="*/ 100 h 337"/>
                <a:gd name="T28" fmla="*/ 0 w 204"/>
                <a:gd name="T29" fmla="*/ 176 h 337"/>
                <a:gd name="T30" fmla="*/ 19 w 204"/>
                <a:gd name="T31" fmla="*/ 176 h 337"/>
                <a:gd name="T32" fmla="*/ 70 w 204"/>
                <a:gd name="T33" fmla="*/ 182 h 337"/>
                <a:gd name="T34" fmla="*/ 131 w 204"/>
                <a:gd name="T35" fmla="*/ 90 h 337"/>
                <a:gd name="T36" fmla="*/ 137 w 204"/>
                <a:gd name="T37" fmla="*/ 88 h 337"/>
                <a:gd name="T38" fmla="*/ 144 w 204"/>
                <a:gd name="T39" fmla="*/ 82 h 337"/>
                <a:gd name="T40" fmla="*/ 129 w 204"/>
                <a:gd name="T41" fmla="*/ 35 h 337"/>
                <a:gd name="T42" fmla="*/ 154 w 204"/>
                <a:gd name="T43" fmla="*/ 31 h 337"/>
                <a:gd name="T44" fmla="*/ 120 w 204"/>
                <a:gd name="T45" fmla="*/ 326 h 337"/>
                <a:gd name="T46" fmla="*/ 195 w 204"/>
                <a:gd name="T47" fmla="*/ 337 h 337"/>
                <a:gd name="T48" fmla="*/ 160 w 204"/>
                <a:gd name="T49" fmla="*/ 326 h 337"/>
                <a:gd name="T50" fmla="*/ 186 w 204"/>
                <a:gd name="T51" fmla="*/ 31 h 337"/>
                <a:gd name="T52" fmla="*/ 172 w 204"/>
                <a:gd name="T53" fmla="*/ 38 h 337"/>
                <a:gd name="T54" fmla="*/ 179 w 204"/>
                <a:gd name="T55" fmla="*/ 85 h 337"/>
                <a:gd name="T56" fmla="*/ 197 w 204"/>
                <a:gd name="T57" fmla="*/ 88 h 337"/>
                <a:gd name="T58" fmla="*/ 204 w 204"/>
                <a:gd name="T59" fmla="*/ 82 h 337"/>
                <a:gd name="T60" fmla="*/ 189 w 204"/>
                <a:gd name="T61" fmla="*/ 35 h 337"/>
                <a:gd name="T62" fmla="*/ 114 w 204"/>
                <a:gd name="T63" fmla="*/ 60 h 337"/>
                <a:gd name="T64" fmla="*/ 128 w 204"/>
                <a:gd name="T65" fmla="*/ 37 h 337"/>
                <a:gd name="T66" fmla="*/ 142 w 204"/>
                <a:gd name="T67" fmla="*/ 60 h 337"/>
                <a:gd name="T68" fmla="*/ 202 w 204"/>
                <a:gd name="T69" fmla="*/ 63 h 337"/>
                <a:gd name="T70" fmla="*/ 195 w 204"/>
                <a:gd name="T71" fmla="*/ 84 h 337"/>
                <a:gd name="T72" fmla="*/ 181 w 204"/>
                <a:gd name="T73" fmla="*/ 86 h 337"/>
                <a:gd name="T74" fmla="*/ 174 w 204"/>
                <a:gd name="T75" fmla="*/ 81 h 337"/>
                <a:gd name="T76" fmla="*/ 174 w 204"/>
                <a:gd name="T77" fmla="*/ 60 h 337"/>
                <a:gd name="T78" fmla="*/ 188 w 204"/>
                <a:gd name="T79" fmla="*/ 37 h 337"/>
                <a:gd name="T80" fmla="*/ 202 w 204"/>
                <a:gd name="T81" fmla="*/ 6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4" h="337">
                  <a:moveTo>
                    <a:pt x="189" y="35"/>
                  </a:moveTo>
                  <a:cubicBezTo>
                    <a:pt x="189" y="31"/>
                    <a:pt x="189" y="31"/>
                    <a:pt x="189" y="31"/>
                  </a:cubicBezTo>
                  <a:cubicBezTo>
                    <a:pt x="189" y="28"/>
                    <a:pt x="189" y="28"/>
                    <a:pt x="189" y="28"/>
                  </a:cubicBezTo>
                  <a:cubicBezTo>
                    <a:pt x="186" y="28"/>
                    <a:pt x="186" y="28"/>
                    <a:pt x="186" y="28"/>
                  </a:cubicBezTo>
                  <a:cubicBezTo>
                    <a:pt x="160" y="28"/>
                    <a:pt x="160" y="28"/>
                    <a:pt x="160" y="28"/>
                  </a:cubicBezTo>
                  <a:cubicBezTo>
                    <a:pt x="160" y="0"/>
                    <a:pt x="160" y="0"/>
                    <a:pt x="160" y="0"/>
                  </a:cubicBezTo>
                  <a:cubicBezTo>
                    <a:pt x="154" y="0"/>
                    <a:pt x="154" y="0"/>
                    <a:pt x="154" y="0"/>
                  </a:cubicBezTo>
                  <a:cubicBezTo>
                    <a:pt x="154" y="28"/>
                    <a:pt x="154" y="28"/>
                    <a:pt x="154" y="28"/>
                  </a:cubicBezTo>
                  <a:cubicBezTo>
                    <a:pt x="129" y="28"/>
                    <a:pt x="129" y="28"/>
                    <a:pt x="129" y="28"/>
                  </a:cubicBezTo>
                  <a:cubicBezTo>
                    <a:pt x="128" y="28"/>
                    <a:pt x="128" y="28"/>
                    <a:pt x="128" y="28"/>
                  </a:cubicBezTo>
                  <a:cubicBezTo>
                    <a:pt x="126" y="28"/>
                    <a:pt x="126" y="28"/>
                    <a:pt x="126" y="28"/>
                  </a:cubicBezTo>
                  <a:cubicBezTo>
                    <a:pt x="126" y="35"/>
                    <a:pt x="126" y="35"/>
                    <a:pt x="126" y="35"/>
                  </a:cubicBezTo>
                  <a:cubicBezTo>
                    <a:pt x="118" y="35"/>
                    <a:pt x="112" y="36"/>
                    <a:pt x="112" y="38"/>
                  </a:cubicBezTo>
                  <a:cubicBezTo>
                    <a:pt x="112" y="82"/>
                    <a:pt x="112" y="82"/>
                    <a:pt x="112" y="82"/>
                  </a:cubicBezTo>
                  <a:cubicBezTo>
                    <a:pt x="119" y="85"/>
                    <a:pt x="119" y="85"/>
                    <a:pt x="119" y="85"/>
                  </a:cubicBezTo>
                  <a:cubicBezTo>
                    <a:pt x="119" y="88"/>
                    <a:pt x="119" y="88"/>
                    <a:pt x="119" y="88"/>
                  </a:cubicBezTo>
                  <a:cubicBezTo>
                    <a:pt x="125" y="88"/>
                    <a:pt x="125" y="88"/>
                    <a:pt x="125" y="88"/>
                  </a:cubicBezTo>
                  <a:cubicBezTo>
                    <a:pt x="125" y="90"/>
                    <a:pt x="125" y="90"/>
                    <a:pt x="125" y="90"/>
                  </a:cubicBezTo>
                  <a:cubicBezTo>
                    <a:pt x="127" y="90"/>
                    <a:pt x="127" y="90"/>
                    <a:pt x="127" y="90"/>
                  </a:cubicBezTo>
                  <a:cubicBezTo>
                    <a:pt x="127" y="108"/>
                    <a:pt x="127" y="108"/>
                    <a:pt x="127" y="108"/>
                  </a:cubicBezTo>
                  <a:cubicBezTo>
                    <a:pt x="127" y="133"/>
                    <a:pt x="110" y="178"/>
                    <a:pt x="70" y="178"/>
                  </a:cubicBezTo>
                  <a:cubicBezTo>
                    <a:pt x="63" y="178"/>
                    <a:pt x="57" y="177"/>
                    <a:pt x="53" y="176"/>
                  </a:cubicBezTo>
                  <a:cubicBezTo>
                    <a:pt x="61" y="176"/>
                    <a:pt x="61" y="176"/>
                    <a:pt x="61" y="176"/>
                  </a:cubicBezTo>
                  <a:cubicBezTo>
                    <a:pt x="66" y="176"/>
                    <a:pt x="71" y="172"/>
                    <a:pt x="71" y="166"/>
                  </a:cubicBezTo>
                  <a:cubicBezTo>
                    <a:pt x="71" y="161"/>
                    <a:pt x="66" y="157"/>
                    <a:pt x="61" y="157"/>
                  </a:cubicBezTo>
                  <a:cubicBezTo>
                    <a:pt x="19" y="157"/>
                    <a:pt x="19" y="157"/>
                    <a:pt x="19" y="157"/>
                  </a:cubicBezTo>
                  <a:cubicBezTo>
                    <a:pt x="19" y="110"/>
                    <a:pt x="19" y="110"/>
                    <a:pt x="19" y="110"/>
                  </a:cubicBezTo>
                  <a:cubicBezTo>
                    <a:pt x="19" y="105"/>
                    <a:pt x="15" y="100"/>
                    <a:pt x="9" y="100"/>
                  </a:cubicBezTo>
                  <a:cubicBezTo>
                    <a:pt x="4" y="100"/>
                    <a:pt x="0" y="105"/>
                    <a:pt x="0" y="110"/>
                  </a:cubicBezTo>
                  <a:cubicBezTo>
                    <a:pt x="0" y="176"/>
                    <a:pt x="0" y="176"/>
                    <a:pt x="0" y="176"/>
                  </a:cubicBezTo>
                  <a:cubicBezTo>
                    <a:pt x="2" y="176"/>
                    <a:pt x="2" y="176"/>
                    <a:pt x="2" y="176"/>
                  </a:cubicBezTo>
                  <a:cubicBezTo>
                    <a:pt x="19" y="176"/>
                    <a:pt x="19" y="176"/>
                    <a:pt x="19" y="176"/>
                  </a:cubicBezTo>
                  <a:cubicBezTo>
                    <a:pt x="42" y="176"/>
                    <a:pt x="42" y="176"/>
                    <a:pt x="42" y="176"/>
                  </a:cubicBezTo>
                  <a:cubicBezTo>
                    <a:pt x="47" y="180"/>
                    <a:pt x="56" y="182"/>
                    <a:pt x="70" y="182"/>
                  </a:cubicBezTo>
                  <a:cubicBezTo>
                    <a:pt x="112" y="182"/>
                    <a:pt x="131" y="134"/>
                    <a:pt x="131" y="108"/>
                  </a:cubicBezTo>
                  <a:cubicBezTo>
                    <a:pt x="131" y="90"/>
                    <a:pt x="131" y="90"/>
                    <a:pt x="131" y="90"/>
                  </a:cubicBezTo>
                  <a:cubicBezTo>
                    <a:pt x="131" y="88"/>
                    <a:pt x="131" y="88"/>
                    <a:pt x="131" y="88"/>
                  </a:cubicBezTo>
                  <a:cubicBezTo>
                    <a:pt x="137" y="88"/>
                    <a:pt x="137" y="88"/>
                    <a:pt x="137" y="88"/>
                  </a:cubicBezTo>
                  <a:cubicBezTo>
                    <a:pt x="137" y="85"/>
                    <a:pt x="137" y="85"/>
                    <a:pt x="137" y="85"/>
                  </a:cubicBezTo>
                  <a:cubicBezTo>
                    <a:pt x="144" y="82"/>
                    <a:pt x="144" y="82"/>
                    <a:pt x="144" y="82"/>
                  </a:cubicBezTo>
                  <a:cubicBezTo>
                    <a:pt x="144" y="38"/>
                    <a:pt x="144" y="38"/>
                    <a:pt x="144" y="38"/>
                  </a:cubicBezTo>
                  <a:cubicBezTo>
                    <a:pt x="144" y="36"/>
                    <a:pt x="137" y="35"/>
                    <a:pt x="129" y="35"/>
                  </a:cubicBezTo>
                  <a:cubicBezTo>
                    <a:pt x="129" y="31"/>
                    <a:pt x="129" y="31"/>
                    <a:pt x="129" y="31"/>
                  </a:cubicBezTo>
                  <a:cubicBezTo>
                    <a:pt x="154" y="31"/>
                    <a:pt x="154" y="31"/>
                    <a:pt x="154" y="31"/>
                  </a:cubicBezTo>
                  <a:cubicBezTo>
                    <a:pt x="154" y="326"/>
                    <a:pt x="154" y="326"/>
                    <a:pt x="154" y="326"/>
                  </a:cubicBezTo>
                  <a:cubicBezTo>
                    <a:pt x="120" y="326"/>
                    <a:pt x="120" y="326"/>
                    <a:pt x="120" y="326"/>
                  </a:cubicBezTo>
                  <a:cubicBezTo>
                    <a:pt x="120" y="337"/>
                    <a:pt x="120" y="337"/>
                    <a:pt x="120" y="337"/>
                  </a:cubicBezTo>
                  <a:cubicBezTo>
                    <a:pt x="195" y="337"/>
                    <a:pt x="195" y="337"/>
                    <a:pt x="195" y="337"/>
                  </a:cubicBezTo>
                  <a:cubicBezTo>
                    <a:pt x="195" y="326"/>
                    <a:pt x="195" y="326"/>
                    <a:pt x="195" y="326"/>
                  </a:cubicBezTo>
                  <a:cubicBezTo>
                    <a:pt x="160" y="326"/>
                    <a:pt x="160" y="326"/>
                    <a:pt x="160" y="326"/>
                  </a:cubicBezTo>
                  <a:cubicBezTo>
                    <a:pt x="160" y="31"/>
                    <a:pt x="160" y="31"/>
                    <a:pt x="160" y="31"/>
                  </a:cubicBezTo>
                  <a:cubicBezTo>
                    <a:pt x="186" y="31"/>
                    <a:pt x="186" y="31"/>
                    <a:pt x="186" y="31"/>
                  </a:cubicBezTo>
                  <a:cubicBezTo>
                    <a:pt x="186" y="35"/>
                    <a:pt x="186" y="35"/>
                    <a:pt x="186" y="35"/>
                  </a:cubicBezTo>
                  <a:cubicBezTo>
                    <a:pt x="178" y="35"/>
                    <a:pt x="172" y="36"/>
                    <a:pt x="172" y="38"/>
                  </a:cubicBezTo>
                  <a:cubicBezTo>
                    <a:pt x="172" y="82"/>
                    <a:pt x="172" y="82"/>
                    <a:pt x="172" y="82"/>
                  </a:cubicBezTo>
                  <a:cubicBezTo>
                    <a:pt x="179" y="85"/>
                    <a:pt x="179" y="85"/>
                    <a:pt x="179" y="85"/>
                  </a:cubicBezTo>
                  <a:cubicBezTo>
                    <a:pt x="179" y="88"/>
                    <a:pt x="179" y="88"/>
                    <a:pt x="179" y="88"/>
                  </a:cubicBezTo>
                  <a:cubicBezTo>
                    <a:pt x="197" y="88"/>
                    <a:pt x="197" y="88"/>
                    <a:pt x="197" y="88"/>
                  </a:cubicBezTo>
                  <a:cubicBezTo>
                    <a:pt x="197" y="85"/>
                    <a:pt x="197" y="85"/>
                    <a:pt x="197" y="85"/>
                  </a:cubicBezTo>
                  <a:cubicBezTo>
                    <a:pt x="204" y="82"/>
                    <a:pt x="204" y="82"/>
                    <a:pt x="204" y="82"/>
                  </a:cubicBezTo>
                  <a:cubicBezTo>
                    <a:pt x="204" y="38"/>
                    <a:pt x="204" y="38"/>
                    <a:pt x="204" y="38"/>
                  </a:cubicBezTo>
                  <a:cubicBezTo>
                    <a:pt x="204" y="36"/>
                    <a:pt x="197" y="35"/>
                    <a:pt x="189" y="35"/>
                  </a:cubicBezTo>
                  <a:close/>
                  <a:moveTo>
                    <a:pt x="142" y="60"/>
                  </a:moveTo>
                  <a:cubicBezTo>
                    <a:pt x="114" y="60"/>
                    <a:pt x="114" y="60"/>
                    <a:pt x="114" y="60"/>
                  </a:cubicBezTo>
                  <a:cubicBezTo>
                    <a:pt x="114" y="38"/>
                    <a:pt x="114" y="38"/>
                    <a:pt x="114" y="38"/>
                  </a:cubicBezTo>
                  <a:cubicBezTo>
                    <a:pt x="116" y="38"/>
                    <a:pt x="120" y="37"/>
                    <a:pt x="128" y="37"/>
                  </a:cubicBezTo>
                  <a:cubicBezTo>
                    <a:pt x="135" y="37"/>
                    <a:pt x="140" y="38"/>
                    <a:pt x="142" y="38"/>
                  </a:cubicBezTo>
                  <a:lnTo>
                    <a:pt x="142" y="60"/>
                  </a:lnTo>
                  <a:close/>
                  <a:moveTo>
                    <a:pt x="202" y="60"/>
                  </a:moveTo>
                  <a:cubicBezTo>
                    <a:pt x="202" y="63"/>
                    <a:pt x="202" y="63"/>
                    <a:pt x="202" y="63"/>
                  </a:cubicBezTo>
                  <a:cubicBezTo>
                    <a:pt x="202" y="81"/>
                    <a:pt x="202" y="81"/>
                    <a:pt x="202" y="81"/>
                  </a:cubicBezTo>
                  <a:cubicBezTo>
                    <a:pt x="195" y="84"/>
                    <a:pt x="195" y="84"/>
                    <a:pt x="195" y="84"/>
                  </a:cubicBezTo>
                  <a:cubicBezTo>
                    <a:pt x="195" y="86"/>
                    <a:pt x="195" y="86"/>
                    <a:pt x="195" y="86"/>
                  </a:cubicBezTo>
                  <a:cubicBezTo>
                    <a:pt x="181" y="86"/>
                    <a:pt x="181" y="86"/>
                    <a:pt x="181" y="86"/>
                  </a:cubicBezTo>
                  <a:cubicBezTo>
                    <a:pt x="181" y="84"/>
                    <a:pt x="181" y="84"/>
                    <a:pt x="181" y="84"/>
                  </a:cubicBezTo>
                  <a:cubicBezTo>
                    <a:pt x="174" y="81"/>
                    <a:pt x="174" y="81"/>
                    <a:pt x="174" y="81"/>
                  </a:cubicBezTo>
                  <a:cubicBezTo>
                    <a:pt x="174" y="63"/>
                    <a:pt x="174" y="63"/>
                    <a:pt x="174" y="63"/>
                  </a:cubicBezTo>
                  <a:cubicBezTo>
                    <a:pt x="174" y="60"/>
                    <a:pt x="174" y="60"/>
                    <a:pt x="174" y="60"/>
                  </a:cubicBezTo>
                  <a:cubicBezTo>
                    <a:pt x="174" y="38"/>
                    <a:pt x="174" y="38"/>
                    <a:pt x="174" y="38"/>
                  </a:cubicBezTo>
                  <a:cubicBezTo>
                    <a:pt x="176" y="38"/>
                    <a:pt x="180" y="37"/>
                    <a:pt x="188" y="37"/>
                  </a:cubicBezTo>
                  <a:cubicBezTo>
                    <a:pt x="195" y="37"/>
                    <a:pt x="200" y="38"/>
                    <a:pt x="202" y="38"/>
                  </a:cubicBezTo>
                  <a:lnTo>
                    <a:pt x="20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5" name="组合 94"/>
          <p:cNvGrpSpPr/>
          <p:nvPr/>
        </p:nvGrpSpPr>
        <p:grpSpPr>
          <a:xfrm>
            <a:off x="8464551" y="4683126"/>
            <a:ext cx="1673225" cy="1208088"/>
            <a:chOff x="8464551" y="4683126"/>
            <a:chExt cx="1673225" cy="1208088"/>
          </a:xfrm>
          <a:solidFill>
            <a:schemeClr val="tx1">
              <a:lumMod val="65000"/>
              <a:lumOff val="35000"/>
            </a:schemeClr>
          </a:solidFill>
        </p:grpSpPr>
        <p:sp>
          <p:nvSpPr>
            <p:cNvPr id="96" name="Freeform 141"/>
            <p:cNvSpPr>
              <a:spLocks/>
            </p:cNvSpPr>
            <p:nvPr/>
          </p:nvSpPr>
          <p:spPr bwMode="auto">
            <a:xfrm>
              <a:off x="9564688" y="5049838"/>
              <a:ext cx="230187" cy="217488"/>
            </a:xfrm>
            <a:custGeom>
              <a:avLst/>
              <a:gdLst>
                <a:gd name="T0" fmla="*/ 36 w 64"/>
                <a:gd name="T1" fmla="*/ 59 h 61"/>
                <a:gd name="T2" fmla="*/ 61 w 64"/>
                <a:gd name="T3" fmla="*/ 26 h 61"/>
                <a:gd name="T4" fmla="*/ 27 w 64"/>
                <a:gd name="T5" fmla="*/ 3 h 61"/>
                <a:gd name="T6" fmla="*/ 2 w 64"/>
                <a:gd name="T7" fmla="*/ 36 h 61"/>
                <a:gd name="T8" fmla="*/ 36 w 64"/>
                <a:gd name="T9" fmla="*/ 59 h 61"/>
              </a:gdLst>
              <a:ahLst/>
              <a:cxnLst>
                <a:cxn ang="0">
                  <a:pos x="T0" y="T1"/>
                </a:cxn>
                <a:cxn ang="0">
                  <a:pos x="T2" y="T3"/>
                </a:cxn>
                <a:cxn ang="0">
                  <a:pos x="T4" y="T5"/>
                </a:cxn>
                <a:cxn ang="0">
                  <a:pos x="T6" y="T7"/>
                </a:cxn>
                <a:cxn ang="0">
                  <a:pos x="T8" y="T9"/>
                </a:cxn>
              </a:cxnLst>
              <a:rect l="0" t="0" r="r" b="b"/>
              <a:pathLst>
                <a:path w="64" h="61">
                  <a:moveTo>
                    <a:pt x="36" y="59"/>
                  </a:moveTo>
                  <a:cubicBezTo>
                    <a:pt x="53" y="56"/>
                    <a:pt x="64" y="41"/>
                    <a:pt x="61" y="26"/>
                  </a:cubicBezTo>
                  <a:cubicBezTo>
                    <a:pt x="59" y="11"/>
                    <a:pt x="43" y="0"/>
                    <a:pt x="27" y="3"/>
                  </a:cubicBezTo>
                  <a:cubicBezTo>
                    <a:pt x="11" y="6"/>
                    <a:pt x="0" y="20"/>
                    <a:pt x="2" y="36"/>
                  </a:cubicBezTo>
                  <a:cubicBezTo>
                    <a:pt x="5" y="51"/>
                    <a:pt x="20" y="61"/>
                    <a:pt x="36"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142"/>
            <p:cNvSpPr>
              <a:spLocks/>
            </p:cNvSpPr>
            <p:nvPr/>
          </p:nvSpPr>
          <p:spPr bwMode="auto">
            <a:xfrm>
              <a:off x="9410701" y="5235576"/>
              <a:ext cx="407987" cy="128588"/>
            </a:xfrm>
            <a:custGeom>
              <a:avLst/>
              <a:gdLst>
                <a:gd name="T0" fmla="*/ 29 w 114"/>
                <a:gd name="T1" fmla="*/ 30 h 36"/>
                <a:gd name="T2" fmla="*/ 43 w 114"/>
                <a:gd name="T3" fmla="*/ 30 h 36"/>
                <a:gd name="T4" fmla="*/ 74 w 114"/>
                <a:gd name="T5" fmla="*/ 22 h 36"/>
                <a:gd name="T6" fmla="*/ 74 w 114"/>
                <a:gd name="T7" fmla="*/ 36 h 36"/>
                <a:gd name="T8" fmla="*/ 84 w 114"/>
                <a:gd name="T9" fmla="*/ 32 h 36"/>
                <a:gd name="T10" fmla="*/ 84 w 114"/>
                <a:gd name="T11" fmla="*/ 20 h 36"/>
                <a:gd name="T12" fmla="*/ 105 w 114"/>
                <a:gd name="T13" fmla="*/ 14 h 36"/>
                <a:gd name="T14" fmla="*/ 114 w 114"/>
                <a:gd name="T15" fmla="*/ 0 h 36"/>
                <a:gd name="T16" fmla="*/ 43 w 114"/>
                <a:gd name="T17" fmla="*/ 18 h 36"/>
                <a:gd name="T18" fmla="*/ 0 w 114"/>
                <a:gd name="T19" fmla="*/ 18 h 36"/>
                <a:gd name="T20" fmla="*/ 29 w 114"/>
                <a:gd name="T21" fmla="*/ 3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4" h="36">
                  <a:moveTo>
                    <a:pt x="29" y="30"/>
                  </a:moveTo>
                  <a:cubicBezTo>
                    <a:pt x="43" y="30"/>
                    <a:pt x="43" y="30"/>
                    <a:pt x="43" y="30"/>
                  </a:cubicBezTo>
                  <a:cubicBezTo>
                    <a:pt x="74" y="22"/>
                    <a:pt x="74" y="22"/>
                    <a:pt x="74" y="22"/>
                  </a:cubicBezTo>
                  <a:cubicBezTo>
                    <a:pt x="74" y="36"/>
                    <a:pt x="74" y="36"/>
                    <a:pt x="74" y="36"/>
                  </a:cubicBezTo>
                  <a:cubicBezTo>
                    <a:pt x="78" y="35"/>
                    <a:pt x="81" y="34"/>
                    <a:pt x="84" y="32"/>
                  </a:cubicBezTo>
                  <a:cubicBezTo>
                    <a:pt x="84" y="20"/>
                    <a:pt x="84" y="20"/>
                    <a:pt x="84" y="20"/>
                  </a:cubicBezTo>
                  <a:cubicBezTo>
                    <a:pt x="105" y="14"/>
                    <a:pt x="105" y="14"/>
                    <a:pt x="105" y="14"/>
                  </a:cubicBezTo>
                  <a:cubicBezTo>
                    <a:pt x="109" y="9"/>
                    <a:pt x="112" y="5"/>
                    <a:pt x="114" y="0"/>
                  </a:cubicBezTo>
                  <a:cubicBezTo>
                    <a:pt x="43" y="18"/>
                    <a:pt x="43" y="18"/>
                    <a:pt x="43" y="18"/>
                  </a:cubicBezTo>
                  <a:cubicBezTo>
                    <a:pt x="0" y="18"/>
                    <a:pt x="0" y="18"/>
                    <a:pt x="0" y="18"/>
                  </a:cubicBezTo>
                  <a:cubicBezTo>
                    <a:pt x="10" y="23"/>
                    <a:pt x="19" y="27"/>
                    <a:pt x="29"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143"/>
            <p:cNvSpPr>
              <a:spLocks noEditPoints="1"/>
            </p:cNvSpPr>
            <p:nvPr/>
          </p:nvSpPr>
          <p:spPr bwMode="auto">
            <a:xfrm>
              <a:off x="8475663" y="5300663"/>
              <a:ext cx="1268412" cy="590550"/>
            </a:xfrm>
            <a:custGeom>
              <a:avLst/>
              <a:gdLst>
                <a:gd name="T0" fmla="*/ 345 w 354"/>
                <a:gd name="T1" fmla="*/ 138 h 165"/>
                <a:gd name="T2" fmla="*/ 345 w 354"/>
                <a:gd name="T3" fmla="*/ 23 h 165"/>
                <a:gd name="T4" fmla="*/ 335 w 354"/>
                <a:gd name="T5" fmla="*/ 26 h 165"/>
                <a:gd name="T6" fmla="*/ 335 w 354"/>
                <a:gd name="T7" fmla="*/ 113 h 165"/>
                <a:gd name="T8" fmla="*/ 205 w 354"/>
                <a:gd name="T9" fmla="*/ 48 h 165"/>
                <a:gd name="T10" fmla="*/ 273 w 354"/>
                <a:gd name="T11" fmla="*/ 14 h 165"/>
                <a:gd name="T12" fmla="*/ 243 w 354"/>
                <a:gd name="T13" fmla="*/ 0 h 165"/>
                <a:gd name="T14" fmla="*/ 0 w 354"/>
                <a:gd name="T15" fmla="*/ 0 h 165"/>
                <a:gd name="T16" fmla="*/ 0 w 354"/>
                <a:gd name="T17" fmla="*/ 12 h 165"/>
                <a:gd name="T18" fmla="*/ 44 w 354"/>
                <a:gd name="T19" fmla="*/ 12 h 165"/>
                <a:gd name="T20" fmla="*/ 44 w 354"/>
                <a:gd name="T21" fmla="*/ 138 h 165"/>
                <a:gd name="T22" fmla="*/ 35 w 354"/>
                <a:gd name="T23" fmla="*/ 151 h 165"/>
                <a:gd name="T24" fmla="*/ 49 w 354"/>
                <a:gd name="T25" fmla="*/ 165 h 165"/>
                <a:gd name="T26" fmla="*/ 63 w 354"/>
                <a:gd name="T27" fmla="*/ 151 h 165"/>
                <a:gd name="T28" fmla="*/ 54 w 354"/>
                <a:gd name="T29" fmla="*/ 138 h 165"/>
                <a:gd name="T30" fmla="*/ 54 w 354"/>
                <a:gd name="T31" fmla="*/ 123 h 165"/>
                <a:gd name="T32" fmla="*/ 54 w 354"/>
                <a:gd name="T33" fmla="*/ 123 h 165"/>
                <a:gd name="T34" fmla="*/ 195 w 354"/>
                <a:gd name="T35" fmla="*/ 54 h 165"/>
                <a:gd name="T36" fmla="*/ 335 w 354"/>
                <a:gd name="T37" fmla="*/ 123 h 165"/>
                <a:gd name="T38" fmla="*/ 335 w 354"/>
                <a:gd name="T39" fmla="*/ 123 h 165"/>
                <a:gd name="T40" fmla="*/ 335 w 354"/>
                <a:gd name="T41" fmla="*/ 138 h 165"/>
                <a:gd name="T42" fmla="*/ 326 w 354"/>
                <a:gd name="T43" fmla="*/ 151 h 165"/>
                <a:gd name="T44" fmla="*/ 340 w 354"/>
                <a:gd name="T45" fmla="*/ 165 h 165"/>
                <a:gd name="T46" fmla="*/ 354 w 354"/>
                <a:gd name="T47" fmla="*/ 151 h 165"/>
                <a:gd name="T48" fmla="*/ 345 w 354"/>
                <a:gd name="T49" fmla="*/ 138 h 165"/>
                <a:gd name="T50" fmla="*/ 59 w 354"/>
                <a:gd name="T51" fmla="*/ 151 h 165"/>
                <a:gd name="T52" fmla="*/ 49 w 354"/>
                <a:gd name="T53" fmla="*/ 161 h 165"/>
                <a:gd name="T54" fmla="*/ 39 w 354"/>
                <a:gd name="T55" fmla="*/ 151 h 165"/>
                <a:gd name="T56" fmla="*/ 49 w 354"/>
                <a:gd name="T57" fmla="*/ 141 h 165"/>
                <a:gd name="T58" fmla="*/ 59 w 354"/>
                <a:gd name="T59" fmla="*/ 151 h 165"/>
                <a:gd name="T60" fmla="*/ 54 w 354"/>
                <a:gd name="T61" fmla="*/ 113 h 165"/>
                <a:gd name="T62" fmla="*/ 54 w 354"/>
                <a:gd name="T63" fmla="*/ 12 h 165"/>
                <a:gd name="T64" fmla="*/ 112 w 354"/>
                <a:gd name="T65" fmla="*/ 12 h 165"/>
                <a:gd name="T66" fmla="*/ 112 w 354"/>
                <a:gd name="T67" fmla="*/ 13 h 165"/>
                <a:gd name="T68" fmla="*/ 184 w 354"/>
                <a:gd name="T69" fmla="*/ 48 h 165"/>
                <a:gd name="T70" fmla="*/ 54 w 354"/>
                <a:gd name="T71" fmla="*/ 113 h 165"/>
                <a:gd name="T72" fmla="*/ 132 w 354"/>
                <a:gd name="T73" fmla="*/ 12 h 165"/>
                <a:gd name="T74" fmla="*/ 257 w 354"/>
                <a:gd name="T75" fmla="*/ 12 h 165"/>
                <a:gd name="T76" fmla="*/ 195 w 354"/>
                <a:gd name="T77" fmla="*/ 43 h 165"/>
                <a:gd name="T78" fmla="*/ 132 w 354"/>
                <a:gd name="T79" fmla="*/ 12 h 165"/>
                <a:gd name="T80" fmla="*/ 340 w 354"/>
                <a:gd name="T81" fmla="*/ 161 h 165"/>
                <a:gd name="T82" fmla="*/ 330 w 354"/>
                <a:gd name="T83" fmla="*/ 151 h 165"/>
                <a:gd name="T84" fmla="*/ 340 w 354"/>
                <a:gd name="T85" fmla="*/ 141 h 165"/>
                <a:gd name="T86" fmla="*/ 350 w 354"/>
                <a:gd name="T87" fmla="*/ 151 h 165"/>
                <a:gd name="T88" fmla="*/ 340 w 354"/>
                <a:gd name="T89" fmla="*/ 161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54" h="165">
                  <a:moveTo>
                    <a:pt x="345" y="138"/>
                  </a:moveTo>
                  <a:cubicBezTo>
                    <a:pt x="345" y="23"/>
                    <a:pt x="345" y="23"/>
                    <a:pt x="345" y="23"/>
                  </a:cubicBezTo>
                  <a:cubicBezTo>
                    <a:pt x="342" y="24"/>
                    <a:pt x="338" y="25"/>
                    <a:pt x="335" y="26"/>
                  </a:cubicBezTo>
                  <a:cubicBezTo>
                    <a:pt x="335" y="113"/>
                    <a:pt x="335" y="113"/>
                    <a:pt x="335" y="113"/>
                  </a:cubicBezTo>
                  <a:cubicBezTo>
                    <a:pt x="205" y="48"/>
                    <a:pt x="205" y="48"/>
                    <a:pt x="205" y="48"/>
                  </a:cubicBezTo>
                  <a:cubicBezTo>
                    <a:pt x="273" y="14"/>
                    <a:pt x="273" y="14"/>
                    <a:pt x="273" y="14"/>
                  </a:cubicBezTo>
                  <a:cubicBezTo>
                    <a:pt x="263" y="10"/>
                    <a:pt x="253" y="5"/>
                    <a:pt x="243" y="0"/>
                  </a:cubicBezTo>
                  <a:cubicBezTo>
                    <a:pt x="0" y="0"/>
                    <a:pt x="0" y="0"/>
                    <a:pt x="0" y="0"/>
                  </a:cubicBezTo>
                  <a:cubicBezTo>
                    <a:pt x="0" y="12"/>
                    <a:pt x="0" y="12"/>
                    <a:pt x="0" y="12"/>
                  </a:cubicBezTo>
                  <a:cubicBezTo>
                    <a:pt x="44" y="12"/>
                    <a:pt x="44" y="12"/>
                    <a:pt x="44" y="12"/>
                  </a:cubicBezTo>
                  <a:cubicBezTo>
                    <a:pt x="44" y="138"/>
                    <a:pt x="44" y="138"/>
                    <a:pt x="44" y="138"/>
                  </a:cubicBezTo>
                  <a:cubicBezTo>
                    <a:pt x="39" y="140"/>
                    <a:pt x="35" y="145"/>
                    <a:pt x="35" y="151"/>
                  </a:cubicBezTo>
                  <a:cubicBezTo>
                    <a:pt x="35" y="158"/>
                    <a:pt x="41" y="165"/>
                    <a:pt x="49" y="165"/>
                  </a:cubicBezTo>
                  <a:cubicBezTo>
                    <a:pt x="57" y="165"/>
                    <a:pt x="63" y="158"/>
                    <a:pt x="63" y="151"/>
                  </a:cubicBezTo>
                  <a:cubicBezTo>
                    <a:pt x="63" y="145"/>
                    <a:pt x="59" y="140"/>
                    <a:pt x="54" y="138"/>
                  </a:cubicBezTo>
                  <a:cubicBezTo>
                    <a:pt x="54" y="123"/>
                    <a:pt x="54" y="123"/>
                    <a:pt x="54" y="123"/>
                  </a:cubicBezTo>
                  <a:cubicBezTo>
                    <a:pt x="54" y="123"/>
                    <a:pt x="54" y="123"/>
                    <a:pt x="54" y="123"/>
                  </a:cubicBezTo>
                  <a:cubicBezTo>
                    <a:pt x="195" y="54"/>
                    <a:pt x="195" y="54"/>
                    <a:pt x="195" y="54"/>
                  </a:cubicBezTo>
                  <a:cubicBezTo>
                    <a:pt x="335" y="123"/>
                    <a:pt x="335" y="123"/>
                    <a:pt x="335" y="123"/>
                  </a:cubicBezTo>
                  <a:cubicBezTo>
                    <a:pt x="335" y="123"/>
                    <a:pt x="335" y="123"/>
                    <a:pt x="335" y="123"/>
                  </a:cubicBezTo>
                  <a:cubicBezTo>
                    <a:pt x="335" y="138"/>
                    <a:pt x="335" y="138"/>
                    <a:pt x="335" y="138"/>
                  </a:cubicBezTo>
                  <a:cubicBezTo>
                    <a:pt x="330" y="140"/>
                    <a:pt x="326" y="145"/>
                    <a:pt x="326" y="151"/>
                  </a:cubicBezTo>
                  <a:cubicBezTo>
                    <a:pt x="326" y="158"/>
                    <a:pt x="332" y="165"/>
                    <a:pt x="340" y="165"/>
                  </a:cubicBezTo>
                  <a:cubicBezTo>
                    <a:pt x="348" y="165"/>
                    <a:pt x="354" y="158"/>
                    <a:pt x="354" y="151"/>
                  </a:cubicBezTo>
                  <a:cubicBezTo>
                    <a:pt x="354" y="145"/>
                    <a:pt x="350" y="140"/>
                    <a:pt x="345" y="138"/>
                  </a:cubicBezTo>
                  <a:close/>
                  <a:moveTo>
                    <a:pt x="59" y="151"/>
                  </a:moveTo>
                  <a:cubicBezTo>
                    <a:pt x="59" y="156"/>
                    <a:pt x="55" y="161"/>
                    <a:pt x="49" y="161"/>
                  </a:cubicBezTo>
                  <a:cubicBezTo>
                    <a:pt x="43" y="161"/>
                    <a:pt x="39" y="156"/>
                    <a:pt x="39" y="151"/>
                  </a:cubicBezTo>
                  <a:cubicBezTo>
                    <a:pt x="39" y="145"/>
                    <a:pt x="43" y="141"/>
                    <a:pt x="49" y="141"/>
                  </a:cubicBezTo>
                  <a:cubicBezTo>
                    <a:pt x="55" y="141"/>
                    <a:pt x="59" y="145"/>
                    <a:pt x="59" y="151"/>
                  </a:cubicBezTo>
                  <a:close/>
                  <a:moveTo>
                    <a:pt x="54" y="113"/>
                  </a:moveTo>
                  <a:cubicBezTo>
                    <a:pt x="54" y="12"/>
                    <a:pt x="54" y="12"/>
                    <a:pt x="54" y="12"/>
                  </a:cubicBezTo>
                  <a:cubicBezTo>
                    <a:pt x="112" y="12"/>
                    <a:pt x="112" y="12"/>
                    <a:pt x="112" y="12"/>
                  </a:cubicBezTo>
                  <a:cubicBezTo>
                    <a:pt x="112" y="13"/>
                    <a:pt x="112" y="13"/>
                    <a:pt x="112" y="13"/>
                  </a:cubicBezTo>
                  <a:cubicBezTo>
                    <a:pt x="184" y="48"/>
                    <a:pt x="184" y="48"/>
                    <a:pt x="184" y="48"/>
                  </a:cubicBezTo>
                  <a:lnTo>
                    <a:pt x="54" y="113"/>
                  </a:lnTo>
                  <a:close/>
                  <a:moveTo>
                    <a:pt x="132" y="12"/>
                  </a:moveTo>
                  <a:cubicBezTo>
                    <a:pt x="257" y="12"/>
                    <a:pt x="257" y="12"/>
                    <a:pt x="257" y="12"/>
                  </a:cubicBezTo>
                  <a:cubicBezTo>
                    <a:pt x="195" y="43"/>
                    <a:pt x="195" y="43"/>
                    <a:pt x="195" y="43"/>
                  </a:cubicBezTo>
                  <a:lnTo>
                    <a:pt x="132" y="12"/>
                  </a:lnTo>
                  <a:close/>
                  <a:moveTo>
                    <a:pt x="340" y="161"/>
                  </a:moveTo>
                  <a:cubicBezTo>
                    <a:pt x="334" y="161"/>
                    <a:pt x="330" y="156"/>
                    <a:pt x="330" y="151"/>
                  </a:cubicBezTo>
                  <a:cubicBezTo>
                    <a:pt x="330" y="145"/>
                    <a:pt x="334" y="141"/>
                    <a:pt x="340" y="141"/>
                  </a:cubicBezTo>
                  <a:cubicBezTo>
                    <a:pt x="346" y="141"/>
                    <a:pt x="350" y="145"/>
                    <a:pt x="350" y="151"/>
                  </a:cubicBezTo>
                  <a:cubicBezTo>
                    <a:pt x="350" y="156"/>
                    <a:pt x="346" y="161"/>
                    <a:pt x="340" y="1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144"/>
            <p:cNvSpPr>
              <a:spLocks/>
            </p:cNvSpPr>
            <p:nvPr/>
          </p:nvSpPr>
          <p:spPr bwMode="auto">
            <a:xfrm>
              <a:off x="9829801" y="5224463"/>
              <a:ext cx="33337" cy="50800"/>
            </a:xfrm>
            <a:custGeom>
              <a:avLst/>
              <a:gdLst>
                <a:gd name="T0" fmla="*/ 9 w 9"/>
                <a:gd name="T1" fmla="*/ 0 h 14"/>
                <a:gd name="T2" fmla="*/ 7 w 9"/>
                <a:gd name="T3" fmla="*/ 0 h 14"/>
                <a:gd name="T4" fmla="*/ 0 w 9"/>
                <a:gd name="T5" fmla="*/ 14 h 14"/>
                <a:gd name="T6" fmla="*/ 9 w 9"/>
                <a:gd name="T7" fmla="*/ 11 h 14"/>
                <a:gd name="T8" fmla="*/ 9 w 9"/>
                <a:gd name="T9" fmla="*/ 0 h 14"/>
              </a:gdLst>
              <a:ahLst/>
              <a:cxnLst>
                <a:cxn ang="0">
                  <a:pos x="T0" y="T1"/>
                </a:cxn>
                <a:cxn ang="0">
                  <a:pos x="T2" y="T3"/>
                </a:cxn>
                <a:cxn ang="0">
                  <a:pos x="T4" y="T5"/>
                </a:cxn>
                <a:cxn ang="0">
                  <a:pos x="T6" y="T7"/>
                </a:cxn>
                <a:cxn ang="0">
                  <a:pos x="T8" y="T9"/>
                </a:cxn>
              </a:cxnLst>
              <a:rect l="0" t="0" r="r" b="b"/>
              <a:pathLst>
                <a:path w="9" h="14">
                  <a:moveTo>
                    <a:pt x="9" y="0"/>
                  </a:moveTo>
                  <a:cubicBezTo>
                    <a:pt x="7" y="0"/>
                    <a:pt x="7" y="0"/>
                    <a:pt x="7" y="0"/>
                  </a:cubicBezTo>
                  <a:cubicBezTo>
                    <a:pt x="5" y="5"/>
                    <a:pt x="2" y="9"/>
                    <a:pt x="0" y="14"/>
                  </a:cubicBezTo>
                  <a:cubicBezTo>
                    <a:pt x="9" y="11"/>
                    <a:pt x="9" y="11"/>
                    <a:pt x="9" y="11"/>
                  </a:cubicBezTo>
                  <a:lnTo>
                    <a:pt x="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145"/>
            <p:cNvSpPr>
              <a:spLocks noEditPoints="1"/>
            </p:cNvSpPr>
            <p:nvPr/>
          </p:nvSpPr>
          <p:spPr bwMode="auto">
            <a:xfrm>
              <a:off x="9213851" y="4683126"/>
              <a:ext cx="923925" cy="1208088"/>
            </a:xfrm>
            <a:custGeom>
              <a:avLst/>
              <a:gdLst>
                <a:gd name="T0" fmla="*/ 243 w 258"/>
                <a:gd name="T1" fmla="*/ 30 h 337"/>
                <a:gd name="T2" fmla="*/ 241 w 258"/>
                <a:gd name="T3" fmla="*/ 27 h 337"/>
                <a:gd name="T4" fmla="*/ 215 w 258"/>
                <a:gd name="T5" fmla="*/ 0 h 337"/>
                <a:gd name="T6" fmla="*/ 209 w 258"/>
                <a:gd name="T7" fmla="*/ 27 h 337"/>
                <a:gd name="T8" fmla="*/ 182 w 258"/>
                <a:gd name="T9" fmla="*/ 27 h 337"/>
                <a:gd name="T10" fmla="*/ 181 w 258"/>
                <a:gd name="T11" fmla="*/ 34 h 337"/>
                <a:gd name="T12" fmla="*/ 166 w 258"/>
                <a:gd name="T13" fmla="*/ 82 h 337"/>
                <a:gd name="T14" fmla="*/ 173 w 258"/>
                <a:gd name="T15" fmla="*/ 88 h 337"/>
                <a:gd name="T16" fmla="*/ 179 w 258"/>
                <a:gd name="T17" fmla="*/ 89 h 337"/>
                <a:gd name="T18" fmla="*/ 180 w 258"/>
                <a:gd name="T19" fmla="*/ 119 h 337"/>
                <a:gd name="T20" fmla="*/ 0 w 258"/>
                <a:gd name="T21" fmla="*/ 143 h 337"/>
                <a:gd name="T22" fmla="*/ 118 w 258"/>
                <a:gd name="T23" fmla="*/ 197 h 337"/>
                <a:gd name="T24" fmla="*/ 184 w 258"/>
                <a:gd name="T25" fmla="*/ 89 h 337"/>
                <a:gd name="T26" fmla="*/ 185 w 258"/>
                <a:gd name="T27" fmla="*/ 88 h 337"/>
                <a:gd name="T28" fmla="*/ 191 w 258"/>
                <a:gd name="T29" fmla="*/ 85 h 337"/>
                <a:gd name="T30" fmla="*/ 198 w 258"/>
                <a:gd name="T31" fmla="*/ 37 h 337"/>
                <a:gd name="T32" fmla="*/ 183 w 258"/>
                <a:gd name="T33" fmla="*/ 30 h 337"/>
                <a:gd name="T34" fmla="*/ 209 w 258"/>
                <a:gd name="T35" fmla="*/ 326 h 337"/>
                <a:gd name="T36" fmla="*/ 174 w 258"/>
                <a:gd name="T37" fmla="*/ 337 h 337"/>
                <a:gd name="T38" fmla="*/ 249 w 258"/>
                <a:gd name="T39" fmla="*/ 326 h 337"/>
                <a:gd name="T40" fmla="*/ 215 w 258"/>
                <a:gd name="T41" fmla="*/ 30 h 337"/>
                <a:gd name="T42" fmla="*/ 241 w 258"/>
                <a:gd name="T43" fmla="*/ 34 h 337"/>
                <a:gd name="T44" fmla="*/ 226 w 258"/>
                <a:gd name="T45" fmla="*/ 82 h 337"/>
                <a:gd name="T46" fmla="*/ 233 w 258"/>
                <a:gd name="T47" fmla="*/ 88 h 337"/>
                <a:gd name="T48" fmla="*/ 251 w 258"/>
                <a:gd name="T49" fmla="*/ 85 h 337"/>
                <a:gd name="T50" fmla="*/ 258 w 258"/>
                <a:gd name="T51" fmla="*/ 37 h 337"/>
                <a:gd name="T52" fmla="*/ 196 w 258"/>
                <a:gd name="T53" fmla="*/ 59 h 337"/>
                <a:gd name="T54" fmla="*/ 168 w 258"/>
                <a:gd name="T55" fmla="*/ 38 h 337"/>
                <a:gd name="T56" fmla="*/ 196 w 258"/>
                <a:gd name="T57" fmla="*/ 38 h 337"/>
                <a:gd name="T58" fmla="*/ 256 w 258"/>
                <a:gd name="T59" fmla="*/ 59 h 337"/>
                <a:gd name="T60" fmla="*/ 256 w 258"/>
                <a:gd name="T61" fmla="*/ 80 h 337"/>
                <a:gd name="T62" fmla="*/ 249 w 258"/>
                <a:gd name="T63" fmla="*/ 86 h 337"/>
                <a:gd name="T64" fmla="*/ 235 w 258"/>
                <a:gd name="T65" fmla="*/ 83 h 337"/>
                <a:gd name="T66" fmla="*/ 228 w 258"/>
                <a:gd name="T67" fmla="*/ 62 h 337"/>
                <a:gd name="T68" fmla="*/ 228 w 258"/>
                <a:gd name="T69" fmla="*/ 38 h 337"/>
                <a:gd name="T70" fmla="*/ 256 w 258"/>
                <a:gd name="T71" fmla="*/ 38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8" h="337">
                  <a:moveTo>
                    <a:pt x="243" y="34"/>
                  </a:moveTo>
                  <a:cubicBezTo>
                    <a:pt x="243" y="30"/>
                    <a:pt x="243" y="30"/>
                    <a:pt x="243" y="30"/>
                  </a:cubicBezTo>
                  <a:cubicBezTo>
                    <a:pt x="243" y="27"/>
                    <a:pt x="243" y="27"/>
                    <a:pt x="243" y="27"/>
                  </a:cubicBezTo>
                  <a:cubicBezTo>
                    <a:pt x="241" y="27"/>
                    <a:pt x="241" y="27"/>
                    <a:pt x="241" y="27"/>
                  </a:cubicBezTo>
                  <a:cubicBezTo>
                    <a:pt x="215" y="27"/>
                    <a:pt x="215" y="27"/>
                    <a:pt x="215" y="27"/>
                  </a:cubicBezTo>
                  <a:cubicBezTo>
                    <a:pt x="215" y="0"/>
                    <a:pt x="215" y="0"/>
                    <a:pt x="215" y="0"/>
                  </a:cubicBezTo>
                  <a:cubicBezTo>
                    <a:pt x="209" y="0"/>
                    <a:pt x="209" y="0"/>
                    <a:pt x="209" y="0"/>
                  </a:cubicBezTo>
                  <a:cubicBezTo>
                    <a:pt x="209" y="27"/>
                    <a:pt x="209" y="27"/>
                    <a:pt x="209" y="27"/>
                  </a:cubicBezTo>
                  <a:cubicBezTo>
                    <a:pt x="183" y="27"/>
                    <a:pt x="183" y="27"/>
                    <a:pt x="183" y="27"/>
                  </a:cubicBezTo>
                  <a:cubicBezTo>
                    <a:pt x="182" y="27"/>
                    <a:pt x="182" y="27"/>
                    <a:pt x="182" y="27"/>
                  </a:cubicBezTo>
                  <a:cubicBezTo>
                    <a:pt x="181" y="27"/>
                    <a:pt x="181" y="27"/>
                    <a:pt x="181" y="27"/>
                  </a:cubicBezTo>
                  <a:cubicBezTo>
                    <a:pt x="181" y="34"/>
                    <a:pt x="181" y="34"/>
                    <a:pt x="181" y="34"/>
                  </a:cubicBezTo>
                  <a:cubicBezTo>
                    <a:pt x="172" y="35"/>
                    <a:pt x="166" y="36"/>
                    <a:pt x="166" y="37"/>
                  </a:cubicBezTo>
                  <a:cubicBezTo>
                    <a:pt x="166" y="82"/>
                    <a:pt x="166" y="82"/>
                    <a:pt x="166" y="82"/>
                  </a:cubicBezTo>
                  <a:cubicBezTo>
                    <a:pt x="173" y="85"/>
                    <a:pt x="173" y="85"/>
                    <a:pt x="173" y="85"/>
                  </a:cubicBezTo>
                  <a:cubicBezTo>
                    <a:pt x="173" y="88"/>
                    <a:pt x="173" y="88"/>
                    <a:pt x="173" y="88"/>
                  </a:cubicBezTo>
                  <a:cubicBezTo>
                    <a:pt x="179" y="88"/>
                    <a:pt x="179" y="88"/>
                    <a:pt x="179" y="88"/>
                  </a:cubicBezTo>
                  <a:cubicBezTo>
                    <a:pt x="179" y="89"/>
                    <a:pt x="179" y="89"/>
                    <a:pt x="179" y="89"/>
                  </a:cubicBezTo>
                  <a:cubicBezTo>
                    <a:pt x="180" y="89"/>
                    <a:pt x="180" y="89"/>
                    <a:pt x="180" y="89"/>
                  </a:cubicBezTo>
                  <a:cubicBezTo>
                    <a:pt x="180" y="119"/>
                    <a:pt x="180" y="119"/>
                    <a:pt x="180" y="119"/>
                  </a:cubicBezTo>
                  <a:cubicBezTo>
                    <a:pt x="180" y="144"/>
                    <a:pt x="158" y="193"/>
                    <a:pt x="118" y="193"/>
                  </a:cubicBezTo>
                  <a:cubicBezTo>
                    <a:pt x="77" y="193"/>
                    <a:pt x="14" y="153"/>
                    <a:pt x="0" y="143"/>
                  </a:cubicBezTo>
                  <a:cubicBezTo>
                    <a:pt x="0" y="148"/>
                    <a:pt x="0" y="148"/>
                    <a:pt x="0" y="148"/>
                  </a:cubicBezTo>
                  <a:cubicBezTo>
                    <a:pt x="19" y="162"/>
                    <a:pt x="79" y="197"/>
                    <a:pt x="118" y="197"/>
                  </a:cubicBezTo>
                  <a:cubicBezTo>
                    <a:pt x="161" y="197"/>
                    <a:pt x="184" y="146"/>
                    <a:pt x="184" y="119"/>
                  </a:cubicBezTo>
                  <a:cubicBezTo>
                    <a:pt x="184" y="89"/>
                    <a:pt x="184" y="89"/>
                    <a:pt x="184" y="89"/>
                  </a:cubicBezTo>
                  <a:cubicBezTo>
                    <a:pt x="185" y="89"/>
                    <a:pt x="185" y="89"/>
                    <a:pt x="185" y="89"/>
                  </a:cubicBezTo>
                  <a:cubicBezTo>
                    <a:pt x="185" y="88"/>
                    <a:pt x="185" y="88"/>
                    <a:pt x="185" y="88"/>
                  </a:cubicBezTo>
                  <a:cubicBezTo>
                    <a:pt x="191" y="88"/>
                    <a:pt x="191" y="88"/>
                    <a:pt x="191" y="88"/>
                  </a:cubicBezTo>
                  <a:cubicBezTo>
                    <a:pt x="191" y="85"/>
                    <a:pt x="191" y="85"/>
                    <a:pt x="191" y="85"/>
                  </a:cubicBezTo>
                  <a:cubicBezTo>
                    <a:pt x="198" y="82"/>
                    <a:pt x="198" y="82"/>
                    <a:pt x="198" y="82"/>
                  </a:cubicBezTo>
                  <a:cubicBezTo>
                    <a:pt x="198" y="37"/>
                    <a:pt x="198" y="37"/>
                    <a:pt x="198" y="37"/>
                  </a:cubicBezTo>
                  <a:cubicBezTo>
                    <a:pt x="198" y="36"/>
                    <a:pt x="192" y="35"/>
                    <a:pt x="183" y="34"/>
                  </a:cubicBezTo>
                  <a:cubicBezTo>
                    <a:pt x="183" y="30"/>
                    <a:pt x="183" y="30"/>
                    <a:pt x="183" y="30"/>
                  </a:cubicBezTo>
                  <a:cubicBezTo>
                    <a:pt x="209" y="30"/>
                    <a:pt x="209" y="30"/>
                    <a:pt x="209" y="30"/>
                  </a:cubicBezTo>
                  <a:cubicBezTo>
                    <a:pt x="209" y="326"/>
                    <a:pt x="209" y="326"/>
                    <a:pt x="209" y="326"/>
                  </a:cubicBezTo>
                  <a:cubicBezTo>
                    <a:pt x="174" y="326"/>
                    <a:pt x="174" y="326"/>
                    <a:pt x="174" y="326"/>
                  </a:cubicBezTo>
                  <a:cubicBezTo>
                    <a:pt x="174" y="337"/>
                    <a:pt x="174" y="337"/>
                    <a:pt x="174" y="337"/>
                  </a:cubicBezTo>
                  <a:cubicBezTo>
                    <a:pt x="249" y="337"/>
                    <a:pt x="249" y="337"/>
                    <a:pt x="249" y="337"/>
                  </a:cubicBezTo>
                  <a:cubicBezTo>
                    <a:pt x="249" y="326"/>
                    <a:pt x="249" y="326"/>
                    <a:pt x="249" y="326"/>
                  </a:cubicBezTo>
                  <a:cubicBezTo>
                    <a:pt x="215" y="326"/>
                    <a:pt x="215" y="326"/>
                    <a:pt x="215" y="326"/>
                  </a:cubicBezTo>
                  <a:cubicBezTo>
                    <a:pt x="215" y="30"/>
                    <a:pt x="215" y="30"/>
                    <a:pt x="215" y="30"/>
                  </a:cubicBezTo>
                  <a:cubicBezTo>
                    <a:pt x="241" y="30"/>
                    <a:pt x="241" y="30"/>
                    <a:pt x="241" y="30"/>
                  </a:cubicBezTo>
                  <a:cubicBezTo>
                    <a:pt x="241" y="34"/>
                    <a:pt x="241" y="34"/>
                    <a:pt x="241" y="34"/>
                  </a:cubicBezTo>
                  <a:cubicBezTo>
                    <a:pt x="233" y="35"/>
                    <a:pt x="226" y="36"/>
                    <a:pt x="226" y="37"/>
                  </a:cubicBezTo>
                  <a:cubicBezTo>
                    <a:pt x="226" y="82"/>
                    <a:pt x="226" y="82"/>
                    <a:pt x="226" y="82"/>
                  </a:cubicBezTo>
                  <a:cubicBezTo>
                    <a:pt x="233" y="85"/>
                    <a:pt x="233" y="85"/>
                    <a:pt x="233" y="85"/>
                  </a:cubicBezTo>
                  <a:cubicBezTo>
                    <a:pt x="233" y="88"/>
                    <a:pt x="233" y="88"/>
                    <a:pt x="233" y="88"/>
                  </a:cubicBezTo>
                  <a:cubicBezTo>
                    <a:pt x="251" y="88"/>
                    <a:pt x="251" y="88"/>
                    <a:pt x="251" y="88"/>
                  </a:cubicBezTo>
                  <a:cubicBezTo>
                    <a:pt x="251" y="85"/>
                    <a:pt x="251" y="85"/>
                    <a:pt x="251" y="85"/>
                  </a:cubicBezTo>
                  <a:cubicBezTo>
                    <a:pt x="258" y="82"/>
                    <a:pt x="258" y="82"/>
                    <a:pt x="258" y="82"/>
                  </a:cubicBezTo>
                  <a:cubicBezTo>
                    <a:pt x="258" y="37"/>
                    <a:pt x="258" y="37"/>
                    <a:pt x="258" y="37"/>
                  </a:cubicBezTo>
                  <a:cubicBezTo>
                    <a:pt x="258" y="36"/>
                    <a:pt x="252" y="35"/>
                    <a:pt x="243" y="34"/>
                  </a:cubicBezTo>
                  <a:close/>
                  <a:moveTo>
                    <a:pt x="196" y="59"/>
                  </a:moveTo>
                  <a:cubicBezTo>
                    <a:pt x="168" y="59"/>
                    <a:pt x="168" y="59"/>
                    <a:pt x="168" y="59"/>
                  </a:cubicBezTo>
                  <a:cubicBezTo>
                    <a:pt x="168" y="38"/>
                    <a:pt x="168" y="38"/>
                    <a:pt x="168" y="38"/>
                  </a:cubicBezTo>
                  <a:cubicBezTo>
                    <a:pt x="170" y="37"/>
                    <a:pt x="175" y="37"/>
                    <a:pt x="182" y="37"/>
                  </a:cubicBezTo>
                  <a:cubicBezTo>
                    <a:pt x="190" y="37"/>
                    <a:pt x="195" y="37"/>
                    <a:pt x="196" y="38"/>
                  </a:cubicBezTo>
                  <a:lnTo>
                    <a:pt x="196" y="59"/>
                  </a:lnTo>
                  <a:close/>
                  <a:moveTo>
                    <a:pt x="256" y="59"/>
                  </a:moveTo>
                  <a:cubicBezTo>
                    <a:pt x="256" y="62"/>
                    <a:pt x="256" y="62"/>
                    <a:pt x="256" y="62"/>
                  </a:cubicBezTo>
                  <a:cubicBezTo>
                    <a:pt x="256" y="80"/>
                    <a:pt x="256" y="80"/>
                    <a:pt x="256" y="80"/>
                  </a:cubicBezTo>
                  <a:cubicBezTo>
                    <a:pt x="249" y="83"/>
                    <a:pt x="249" y="83"/>
                    <a:pt x="249" y="83"/>
                  </a:cubicBezTo>
                  <a:cubicBezTo>
                    <a:pt x="249" y="86"/>
                    <a:pt x="249" y="86"/>
                    <a:pt x="249" y="86"/>
                  </a:cubicBezTo>
                  <a:cubicBezTo>
                    <a:pt x="235" y="86"/>
                    <a:pt x="235" y="86"/>
                    <a:pt x="235" y="86"/>
                  </a:cubicBezTo>
                  <a:cubicBezTo>
                    <a:pt x="235" y="83"/>
                    <a:pt x="235" y="83"/>
                    <a:pt x="235" y="83"/>
                  </a:cubicBezTo>
                  <a:cubicBezTo>
                    <a:pt x="228" y="80"/>
                    <a:pt x="228" y="80"/>
                    <a:pt x="228" y="80"/>
                  </a:cubicBezTo>
                  <a:cubicBezTo>
                    <a:pt x="228" y="62"/>
                    <a:pt x="228" y="62"/>
                    <a:pt x="228" y="62"/>
                  </a:cubicBezTo>
                  <a:cubicBezTo>
                    <a:pt x="228" y="59"/>
                    <a:pt x="228" y="59"/>
                    <a:pt x="228" y="59"/>
                  </a:cubicBezTo>
                  <a:cubicBezTo>
                    <a:pt x="228" y="38"/>
                    <a:pt x="228" y="38"/>
                    <a:pt x="228" y="38"/>
                  </a:cubicBezTo>
                  <a:cubicBezTo>
                    <a:pt x="230" y="37"/>
                    <a:pt x="235" y="37"/>
                    <a:pt x="242" y="37"/>
                  </a:cubicBezTo>
                  <a:cubicBezTo>
                    <a:pt x="250" y="37"/>
                    <a:pt x="255" y="37"/>
                    <a:pt x="256" y="38"/>
                  </a:cubicBezTo>
                  <a:lnTo>
                    <a:pt x="256"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146"/>
            <p:cNvSpPr>
              <a:spLocks/>
            </p:cNvSpPr>
            <p:nvPr/>
          </p:nvSpPr>
          <p:spPr bwMode="auto">
            <a:xfrm>
              <a:off x="8464551" y="5038726"/>
              <a:ext cx="1093787" cy="257175"/>
            </a:xfrm>
            <a:custGeom>
              <a:avLst/>
              <a:gdLst>
                <a:gd name="T0" fmla="*/ 17 w 305"/>
                <a:gd name="T1" fmla="*/ 64 h 72"/>
                <a:gd name="T2" fmla="*/ 20 w 305"/>
                <a:gd name="T3" fmla="*/ 63 h 72"/>
                <a:gd name="T4" fmla="*/ 114 w 305"/>
                <a:gd name="T5" fmla="*/ 61 h 72"/>
                <a:gd name="T6" fmla="*/ 140 w 305"/>
                <a:gd name="T7" fmla="*/ 72 h 72"/>
                <a:gd name="T8" fmla="*/ 243 w 305"/>
                <a:gd name="T9" fmla="*/ 72 h 72"/>
                <a:gd name="T10" fmla="*/ 215 w 305"/>
                <a:gd name="T11" fmla="*/ 55 h 72"/>
                <a:gd name="T12" fmla="*/ 165 w 305"/>
                <a:gd name="T13" fmla="*/ 44 h 72"/>
                <a:gd name="T14" fmla="*/ 155 w 305"/>
                <a:gd name="T15" fmla="*/ 33 h 72"/>
                <a:gd name="T16" fmla="*/ 156 w 305"/>
                <a:gd name="T17" fmla="*/ 23 h 72"/>
                <a:gd name="T18" fmla="*/ 169 w 305"/>
                <a:gd name="T19" fmla="*/ 16 h 72"/>
                <a:gd name="T20" fmla="*/ 177 w 305"/>
                <a:gd name="T21" fmla="*/ 18 h 72"/>
                <a:gd name="T22" fmla="*/ 221 w 305"/>
                <a:gd name="T23" fmla="*/ 28 h 72"/>
                <a:gd name="T24" fmla="*/ 263 w 305"/>
                <a:gd name="T25" fmla="*/ 19 h 72"/>
                <a:gd name="T26" fmla="*/ 272 w 305"/>
                <a:gd name="T27" fmla="*/ 16 h 72"/>
                <a:gd name="T28" fmla="*/ 285 w 305"/>
                <a:gd name="T29" fmla="*/ 23 h 72"/>
                <a:gd name="T30" fmla="*/ 281 w 305"/>
                <a:gd name="T31" fmla="*/ 40 h 72"/>
                <a:gd name="T32" fmla="*/ 276 w 305"/>
                <a:gd name="T33" fmla="*/ 44 h 72"/>
                <a:gd name="T34" fmla="*/ 230 w 305"/>
                <a:gd name="T35" fmla="*/ 55 h 72"/>
                <a:gd name="T36" fmla="*/ 261 w 305"/>
                <a:gd name="T37" fmla="*/ 72 h 72"/>
                <a:gd name="T38" fmla="*/ 269 w 305"/>
                <a:gd name="T39" fmla="*/ 72 h 72"/>
                <a:gd name="T40" fmla="*/ 305 w 305"/>
                <a:gd name="T41" fmla="*/ 36 h 72"/>
                <a:gd name="T42" fmla="*/ 269 w 305"/>
                <a:gd name="T43" fmla="*/ 0 h 72"/>
                <a:gd name="T44" fmla="*/ 140 w 305"/>
                <a:gd name="T45" fmla="*/ 0 h 72"/>
                <a:gd name="T46" fmla="*/ 108 w 305"/>
                <a:gd name="T47" fmla="*/ 19 h 72"/>
                <a:gd name="T48" fmla="*/ 14 w 305"/>
                <a:gd name="T49" fmla="*/ 23 h 72"/>
                <a:gd name="T50" fmla="*/ 11 w 305"/>
                <a:gd name="T51" fmla="*/ 23 h 72"/>
                <a:gd name="T52" fmla="*/ 1 w 305"/>
                <a:gd name="T53" fmla="*/ 39 h 72"/>
                <a:gd name="T54" fmla="*/ 2 w 305"/>
                <a:gd name="T55" fmla="*/ 38 h 72"/>
                <a:gd name="T56" fmla="*/ 11 w 305"/>
                <a:gd name="T57" fmla="*/ 31 h 72"/>
                <a:gd name="T58" fmla="*/ 13 w 305"/>
                <a:gd name="T59" fmla="*/ 31 h 72"/>
                <a:gd name="T60" fmla="*/ 75 w 305"/>
                <a:gd name="T61" fmla="*/ 26 h 72"/>
                <a:gd name="T62" fmla="*/ 105 w 305"/>
                <a:gd name="T63" fmla="*/ 27 h 72"/>
                <a:gd name="T64" fmla="*/ 105 w 305"/>
                <a:gd name="T65" fmla="*/ 29 h 72"/>
                <a:gd name="T66" fmla="*/ 14 w 305"/>
                <a:gd name="T67" fmla="*/ 33 h 72"/>
                <a:gd name="T68" fmla="*/ 11 w 305"/>
                <a:gd name="T69" fmla="*/ 33 h 72"/>
                <a:gd name="T70" fmla="*/ 2 w 305"/>
                <a:gd name="T71" fmla="*/ 51 h 72"/>
                <a:gd name="T72" fmla="*/ 17 w 305"/>
                <a:gd name="T73" fmla="*/ 64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05" h="72">
                  <a:moveTo>
                    <a:pt x="17" y="64"/>
                  </a:moveTo>
                  <a:cubicBezTo>
                    <a:pt x="18" y="64"/>
                    <a:pt x="19" y="63"/>
                    <a:pt x="20" y="63"/>
                  </a:cubicBezTo>
                  <a:cubicBezTo>
                    <a:pt x="53" y="58"/>
                    <a:pt x="83" y="58"/>
                    <a:pt x="114" y="61"/>
                  </a:cubicBezTo>
                  <a:cubicBezTo>
                    <a:pt x="121" y="68"/>
                    <a:pt x="130" y="72"/>
                    <a:pt x="140" y="72"/>
                  </a:cubicBezTo>
                  <a:cubicBezTo>
                    <a:pt x="243" y="72"/>
                    <a:pt x="243" y="72"/>
                    <a:pt x="243" y="72"/>
                  </a:cubicBezTo>
                  <a:cubicBezTo>
                    <a:pt x="233" y="66"/>
                    <a:pt x="223" y="60"/>
                    <a:pt x="215" y="55"/>
                  </a:cubicBezTo>
                  <a:cubicBezTo>
                    <a:pt x="198" y="55"/>
                    <a:pt x="181" y="51"/>
                    <a:pt x="165" y="44"/>
                  </a:cubicBezTo>
                  <a:cubicBezTo>
                    <a:pt x="160" y="41"/>
                    <a:pt x="157" y="38"/>
                    <a:pt x="155" y="33"/>
                  </a:cubicBezTo>
                  <a:cubicBezTo>
                    <a:pt x="154" y="30"/>
                    <a:pt x="155" y="26"/>
                    <a:pt x="156" y="23"/>
                  </a:cubicBezTo>
                  <a:cubicBezTo>
                    <a:pt x="159" y="19"/>
                    <a:pt x="164" y="16"/>
                    <a:pt x="169" y="16"/>
                  </a:cubicBezTo>
                  <a:cubicBezTo>
                    <a:pt x="172" y="16"/>
                    <a:pt x="174" y="17"/>
                    <a:pt x="177" y="18"/>
                  </a:cubicBezTo>
                  <a:cubicBezTo>
                    <a:pt x="191" y="24"/>
                    <a:pt x="205" y="28"/>
                    <a:pt x="221" y="28"/>
                  </a:cubicBezTo>
                  <a:cubicBezTo>
                    <a:pt x="235" y="28"/>
                    <a:pt x="250" y="25"/>
                    <a:pt x="263" y="19"/>
                  </a:cubicBezTo>
                  <a:cubicBezTo>
                    <a:pt x="266" y="18"/>
                    <a:pt x="270" y="16"/>
                    <a:pt x="272" y="16"/>
                  </a:cubicBezTo>
                  <a:cubicBezTo>
                    <a:pt x="277" y="16"/>
                    <a:pt x="282" y="19"/>
                    <a:pt x="285" y="23"/>
                  </a:cubicBezTo>
                  <a:cubicBezTo>
                    <a:pt x="289" y="30"/>
                    <a:pt x="285" y="36"/>
                    <a:pt x="281" y="40"/>
                  </a:cubicBezTo>
                  <a:cubicBezTo>
                    <a:pt x="279" y="42"/>
                    <a:pt x="276" y="44"/>
                    <a:pt x="276" y="44"/>
                  </a:cubicBezTo>
                  <a:cubicBezTo>
                    <a:pt x="261" y="50"/>
                    <a:pt x="246" y="54"/>
                    <a:pt x="230" y="55"/>
                  </a:cubicBezTo>
                  <a:cubicBezTo>
                    <a:pt x="239" y="60"/>
                    <a:pt x="250" y="66"/>
                    <a:pt x="261" y="72"/>
                  </a:cubicBezTo>
                  <a:cubicBezTo>
                    <a:pt x="269" y="72"/>
                    <a:pt x="269" y="72"/>
                    <a:pt x="269" y="72"/>
                  </a:cubicBezTo>
                  <a:cubicBezTo>
                    <a:pt x="289" y="72"/>
                    <a:pt x="305" y="56"/>
                    <a:pt x="305" y="36"/>
                  </a:cubicBezTo>
                  <a:cubicBezTo>
                    <a:pt x="305" y="16"/>
                    <a:pt x="289" y="0"/>
                    <a:pt x="269" y="0"/>
                  </a:cubicBezTo>
                  <a:cubicBezTo>
                    <a:pt x="140" y="0"/>
                    <a:pt x="140" y="0"/>
                    <a:pt x="140" y="0"/>
                  </a:cubicBezTo>
                  <a:cubicBezTo>
                    <a:pt x="126" y="0"/>
                    <a:pt x="114" y="8"/>
                    <a:pt x="108" y="19"/>
                  </a:cubicBezTo>
                  <a:cubicBezTo>
                    <a:pt x="77" y="17"/>
                    <a:pt x="47" y="18"/>
                    <a:pt x="14" y="23"/>
                  </a:cubicBezTo>
                  <a:cubicBezTo>
                    <a:pt x="14" y="23"/>
                    <a:pt x="12" y="23"/>
                    <a:pt x="11" y="23"/>
                  </a:cubicBezTo>
                  <a:cubicBezTo>
                    <a:pt x="4" y="24"/>
                    <a:pt x="0" y="31"/>
                    <a:pt x="1" y="39"/>
                  </a:cubicBezTo>
                  <a:cubicBezTo>
                    <a:pt x="2" y="38"/>
                    <a:pt x="2" y="38"/>
                    <a:pt x="2" y="38"/>
                  </a:cubicBezTo>
                  <a:cubicBezTo>
                    <a:pt x="4" y="34"/>
                    <a:pt x="7" y="32"/>
                    <a:pt x="11" y="31"/>
                  </a:cubicBezTo>
                  <a:cubicBezTo>
                    <a:pt x="13" y="31"/>
                    <a:pt x="13" y="31"/>
                    <a:pt x="13" y="31"/>
                  </a:cubicBezTo>
                  <a:cubicBezTo>
                    <a:pt x="34" y="28"/>
                    <a:pt x="54" y="26"/>
                    <a:pt x="75" y="26"/>
                  </a:cubicBezTo>
                  <a:cubicBezTo>
                    <a:pt x="85" y="26"/>
                    <a:pt x="95" y="27"/>
                    <a:pt x="105" y="27"/>
                  </a:cubicBezTo>
                  <a:cubicBezTo>
                    <a:pt x="105" y="28"/>
                    <a:pt x="105" y="29"/>
                    <a:pt x="105" y="29"/>
                  </a:cubicBezTo>
                  <a:cubicBezTo>
                    <a:pt x="75" y="27"/>
                    <a:pt x="45" y="28"/>
                    <a:pt x="14" y="33"/>
                  </a:cubicBezTo>
                  <a:cubicBezTo>
                    <a:pt x="13" y="33"/>
                    <a:pt x="12" y="33"/>
                    <a:pt x="11" y="33"/>
                  </a:cubicBezTo>
                  <a:cubicBezTo>
                    <a:pt x="4" y="35"/>
                    <a:pt x="0" y="43"/>
                    <a:pt x="2" y="51"/>
                  </a:cubicBezTo>
                  <a:cubicBezTo>
                    <a:pt x="4" y="60"/>
                    <a:pt x="10" y="65"/>
                    <a:pt x="17" y="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147"/>
            <p:cNvSpPr>
              <a:spLocks/>
            </p:cNvSpPr>
            <p:nvPr/>
          </p:nvSpPr>
          <p:spPr bwMode="auto">
            <a:xfrm>
              <a:off x="9020176" y="5099051"/>
              <a:ext cx="168275" cy="125413"/>
            </a:xfrm>
            <a:custGeom>
              <a:avLst/>
              <a:gdLst>
                <a:gd name="T0" fmla="*/ 3 w 47"/>
                <a:gd name="T1" fmla="*/ 7 h 35"/>
                <a:gd name="T2" fmla="*/ 11 w 47"/>
                <a:gd name="T3" fmla="*/ 25 h 35"/>
                <a:gd name="T4" fmla="*/ 47 w 47"/>
                <a:gd name="T5" fmla="*/ 35 h 35"/>
                <a:gd name="T6" fmla="*/ 47 w 47"/>
                <a:gd name="T7" fmla="*/ 11 h 35"/>
                <a:gd name="T8" fmla="*/ 21 w 47"/>
                <a:gd name="T9" fmla="*/ 3 h 35"/>
                <a:gd name="T10" fmla="*/ 3 w 47"/>
                <a:gd name="T11" fmla="*/ 7 h 35"/>
              </a:gdLst>
              <a:ahLst/>
              <a:cxnLst>
                <a:cxn ang="0">
                  <a:pos x="T0" y="T1"/>
                </a:cxn>
                <a:cxn ang="0">
                  <a:pos x="T2" y="T3"/>
                </a:cxn>
                <a:cxn ang="0">
                  <a:pos x="T4" y="T5"/>
                </a:cxn>
                <a:cxn ang="0">
                  <a:pos x="T6" y="T7"/>
                </a:cxn>
                <a:cxn ang="0">
                  <a:pos x="T8" y="T9"/>
                </a:cxn>
                <a:cxn ang="0">
                  <a:pos x="T10" y="T11"/>
                </a:cxn>
              </a:cxnLst>
              <a:rect l="0" t="0" r="r" b="b"/>
              <a:pathLst>
                <a:path w="47" h="35">
                  <a:moveTo>
                    <a:pt x="3" y="7"/>
                  </a:moveTo>
                  <a:cubicBezTo>
                    <a:pt x="0" y="13"/>
                    <a:pt x="3" y="21"/>
                    <a:pt x="11" y="25"/>
                  </a:cubicBezTo>
                  <a:cubicBezTo>
                    <a:pt x="22" y="30"/>
                    <a:pt x="35" y="34"/>
                    <a:pt x="47" y="35"/>
                  </a:cubicBezTo>
                  <a:cubicBezTo>
                    <a:pt x="47" y="11"/>
                    <a:pt x="47" y="11"/>
                    <a:pt x="47" y="11"/>
                  </a:cubicBezTo>
                  <a:cubicBezTo>
                    <a:pt x="38" y="10"/>
                    <a:pt x="29" y="7"/>
                    <a:pt x="21" y="3"/>
                  </a:cubicBezTo>
                  <a:cubicBezTo>
                    <a:pt x="14" y="0"/>
                    <a:pt x="7" y="1"/>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148"/>
            <p:cNvSpPr>
              <a:spLocks/>
            </p:cNvSpPr>
            <p:nvPr/>
          </p:nvSpPr>
          <p:spPr bwMode="auto">
            <a:xfrm>
              <a:off x="9213851" y="5095876"/>
              <a:ext cx="287337" cy="131763"/>
            </a:xfrm>
            <a:custGeom>
              <a:avLst/>
              <a:gdLst>
                <a:gd name="T0" fmla="*/ 74 w 80"/>
                <a:gd name="T1" fmla="*/ 8 h 37"/>
                <a:gd name="T2" fmla="*/ 55 w 80"/>
                <a:gd name="T3" fmla="*/ 5 h 37"/>
                <a:gd name="T4" fmla="*/ 0 w 80"/>
                <a:gd name="T5" fmla="*/ 13 h 37"/>
                <a:gd name="T6" fmla="*/ 0 w 80"/>
                <a:gd name="T7" fmla="*/ 25 h 37"/>
                <a:gd name="T8" fmla="*/ 18 w 80"/>
                <a:gd name="T9" fmla="*/ 37 h 37"/>
                <a:gd name="T10" fmla="*/ 67 w 80"/>
                <a:gd name="T11" fmla="*/ 26 h 37"/>
                <a:gd name="T12" fmla="*/ 74 w 80"/>
                <a:gd name="T13" fmla="*/ 8 h 37"/>
              </a:gdLst>
              <a:ahLst/>
              <a:cxnLst>
                <a:cxn ang="0">
                  <a:pos x="T0" y="T1"/>
                </a:cxn>
                <a:cxn ang="0">
                  <a:pos x="T2" y="T3"/>
                </a:cxn>
                <a:cxn ang="0">
                  <a:pos x="T4" y="T5"/>
                </a:cxn>
                <a:cxn ang="0">
                  <a:pos x="T6" y="T7"/>
                </a:cxn>
                <a:cxn ang="0">
                  <a:pos x="T8" y="T9"/>
                </a:cxn>
                <a:cxn ang="0">
                  <a:pos x="T10" y="T11"/>
                </a:cxn>
                <a:cxn ang="0">
                  <a:pos x="T12" y="T13"/>
                </a:cxn>
              </a:cxnLst>
              <a:rect l="0" t="0" r="r" b="b"/>
              <a:pathLst>
                <a:path w="80" h="37">
                  <a:moveTo>
                    <a:pt x="74" y="8"/>
                  </a:moveTo>
                  <a:cubicBezTo>
                    <a:pt x="69" y="0"/>
                    <a:pt x="56" y="4"/>
                    <a:pt x="55" y="5"/>
                  </a:cubicBezTo>
                  <a:cubicBezTo>
                    <a:pt x="37" y="12"/>
                    <a:pt x="18" y="15"/>
                    <a:pt x="0" y="13"/>
                  </a:cubicBezTo>
                  <a:cubicBezTo>
                    <a:pt x="0" y="25"/>
                    <a:pt x="0" y="25"/>
                    <a:pt x="0" y="25"/>
                  </a:cubicBezTo>
                  <a:cubicBezTo>
                    <a:pt x="3" y="27"/>
                    <a:pt x="9" y="32"/>
                    <a:pt x="18" y="37"/>
                  </a:cubicBezTo>
                  <a:cubicBezTo>
                    <a:pt x="35" y="37"/>
                    <a:pt x="51" y="33"/>
                    <a:pt x="67" y="26"/>
                  </a:cubicBezTo>
                  <a:cubicBezTo>
                    <a:pt x="67" y="25"/>
                    <a:pt x="80" y="17"/>
                    <a:pt x="74"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149"/>
            <p:cNvSpPr>
              <a:spLocks/>
            </p:cNvSpPr>
            <p:nvPr/>
          </p:nvSpPr>
          <p:spPr bwMode="auto">
            <a:xfrm>
              <a:off x="9213851" y="5221288"/>
              <a:ext cx="11112" cy="6350"/>
            </a:xfrm>
            <a:custGeom>
              <a:avLst/>
              <a:gdLst>
                <a:gd name="T0" fmla="*/ 0 w 3"/>
                <a:gd name="T1" fmla="*/ 0 h 2"/>
                <a:gd name="T2" fmla="*/ 0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2"/>
                    <a:pt x="0" y="2"/>
                    <a:pt x="0" y="2"/>
                  </a:cubicBezTo>
                  <a:cubicBezTo>
                    <a:pt x="1" y="2"/>
                    <a:pt x="2" y="2"/>
                    <a:pt x="3" y="2"/>
                  </a:cubicBezTo>
                  <a:cubicBezTo>
                    <a:pt x="2"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5" name="组合 104"/>
          <p:cNvGrpSpPr/>
          <p:nvPr/>
        </p:nvGrpSpPr>
        <p:grpSpPr>
          <a:xfrm>
            <a:off x="10453688" y="4648201"/>
            <a:ext cx="1735137" cy="1243013"/>
            <a:chOff x="10453688" y="4648201"/>
            <a:chExt cx="1735137" cy="1243013"/>
          </a:xfrm>
          <a:solidFill>
            <a:schemeClr val="tx1">
              <a:lumMod val="65000"/>
              <a:lumOff val="35000"/>
            </a:schemeClr>
          </a:solidFill>
        </p:grpSpPr>
        <p:sp>
          <p:nvSpPr>
            <p:cNvPr id="106" name="Freeform 158"/>
            <p:cNvSpPr>
              <a:spLocks/>
            </p:cNvSpPr>
            <p:nvPr/>
          </p:nvSpPr>
          <p:spPr bwMode="auto">
            <a:xfrm>
              <a:off x="11815763" y="4862513"/>
              <a:ext cx="233362" cy="239713"/>
            </a:xfrm>
            <a:custGeom>
              <a:avLst/>
              <a:gdLst>
                <a:gd name="T0" fmla="*/ 17 w 65"/>
                <a:gd name="T1" fmla="*/ 59 h 67"/>
                <a:gd name="T2" fmla="*/ 56 w 65"/>
                <a:gd name="T3" fmla="*/ 48 h 67"/>
                <a:gd name="T4" fmla="*/ 48 w 65"/>
                <a:gd name="T5" fmla="*/ 8 h 67"/>
                <a:gd name="T6" fmla="*/ 8 w 65"/>
                <a:gd name="T7" fmla="*/ 18 h 67"/>
                <a:gd name="T8" fmla="*/ 17 w 65"/>
                <a:gd name="T9" fmla="*/ 59 h 67"/>
              </a:gdLst>
              <a:ahLst/>
              <a:cxnLst>
                <a:cxn ang="0">
                  <a:pos x="T0" y="T1"/>
                </a:cxn>
                <a:cxn ang="0">
                  <a:pos x="T2" y="T3"/>
                </a:cxn>
                <a:cxn ang="0">
                  <a:pos x="T4" y="T5"/>
                </a:cxn>
                <a:cxn ang="0">
                  <a:pos x="T6" y="T7"/>
                </a:cxn>
                <a:cxn ang="0">
                  <a:pos x="T8" y="T9"/>
                </a:cxn>
              </a:cxnLst>
              <a:rect l="0" t="0" r="r" b="b"/>
              <a:pathLst>
                <a:path w="65" h="67">
                  <a:moveTo>
                    <a:pt x="17" y="59"/>
                  </a:moveTo>
                  <a:cubicBezTo>
                    <a:pt x="30" y="67"/>
                    <a:pt x="48" y="62"/>
                    <a:pt x="56" y="48"/>
                  </a:cubicBezTo>
                  <a:cubicBezTo>
                    <a:pt x="65" y="34"/>
                    <a:pt x="61" y="16"/>
                    <a:pt x="48" y="8"/>
                  </a:cubicBezTo>
                  <a:cubicBezTo>
                    <a:pt x="35" y="0"/>
                    <a:pt x="17" y="4"/>
                    <a:pt x="8" y="18"/>
                  </a:cubicBezTo>
                  <a:cubicBezTo>
                    <a:pt x="0" y="32"/>
                    <a:pt x="4" y="50"/>
                    <a:pt x="17"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159"/>
            <p:cNvSpPr>
              <a:spLocks/>
            </p:cNvSpPr>
            <p:nvPr/>
          </p:nvSpPr>
          <p:spPr bwMode="auto">
            <a:xfrm>
              <a:off x="11482388" y="5102226"/>
              <a:ext cx="339725" cy="376238"/>
            </a:xfrm>
            <a:custGeom>
              <a:avLst/>
              <a:gdLst>
                <a:gd name="T0" fmla="*/ 21 w 95"/>
                <a:gd name="T1" fmla="*/ 102 h 105"/>
                <a:gd name="T2" fmla="*/ 93 w 95"/>
                <a:gd name="T3" fmla="*/ 19 h 105"/>
                <a:gd name="T4" fmla="*/ 84 w 95"/>
                <a:gd name="T5" fmla="*/ 2 h 105"/>
                <a:gd name="T6" fmla="*/ 69 w 95"/>
                <a:gd name="T7" fmla="*/ 14 h 105"/>
                <a:gd name="T8" fmla="*/ 11 w 95"/>
                <a:gd name="T9" fmla="*/ 80 h 105"/>
                <a:gd name="T10" fmla="*/ 2 w 95"/>
                <a:gd name="T11" fmla="*/ 96 h 105"/>
                <a:gd name="T12" fmla="*/ 21 w 95"/>
                <a:gd name="T13" fmla="*/ 102 h 105"/>
              </a:gdLst>
              <a:ahLst/>
              <a:cxnLst>
                <a:cxn ang="0">
                  <a:pos x="T0" y="T1"/>
                </a:cxn>
                <a:cxn ang="0">
                  <a:pos x="T2" y="T3"/>
                </a:cxn>
                <a:cxn ang="0">
                  <a:pos x="T4" y="T5"/>
                </a:cxn>
                <a:cxn ang="0">
                  <a:pos x="T6" y="T7"/>
                </a:cxn>
                <a:cxn ang="0">
                  <a:pos x="T8" y="T9"/>
                </a:cxn>
                <a:cxn ang="0">
                  <a:pos x="T10" y="T11"/>
                </a:cxn>
                <a:cxn ang="0">
                  <a:pos x="T12" y="T13"/>
                </a:cxn>
              </a:cxnLst>
              <a:rect l="0" t="0" r="r" b="b"/>
              <a:pathLst>
                <a:path w="95" h="105">
                  <a:moveTo>
                    <a:pt x="21" y="102"/>
                  </a:moveTo>
                  <a:cubicBezTo>
                    <a:pt x="56" y="86"/>
                    <a:pt x="82" y="56"/>
                    <a:pt x="93" y="19"/>
                  </a:cubicBezTo>
                  <a:cubicBezTo>
                    <a:pt x="93" y="18"/>
                    <a:pt x="95" y="3"/>
                    <a:pt x="84" y="2"/>
                  </a:cubicBezTo>
                  <a:cubicBezTo>
                    <a:pt x="75" y="0"/>
                    <a:pt x="70" y="13"/>
                    <a:pt x="69" y="14"/>
                  </a:cubicBezTo>
                  <a:cubicBezTo>
                    <a:pt x="60" y="43"/>
                    <a:pt x="39" y="67"/>
                    <a:pt x="11" y="80"/>
                  </a:cubicBezTo>
                  <a:cubicBezTo>
                    <a:pt x="4" y="83"/>
                    <a:pt x="0" y="90"/>
                    <a:pt x="2" y="96"/>
                  </a:cubicBezTo>
                  <a:cubicBezTo>
                    <a:pt x="4" y="102"/>
                    <a:pt x="13" y="105"/>
                    <a:pt x="21"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160"/>
            <p:cNvSpPr>
              <a:spLocks noEditPoints="1"/>
            </p:cNvSpPr>
            <p:nvPr/>
          </p:nvSpPr>
          <p:spPr bwMode="auto">
            <a:xfrm>
              <a:off x="11017251" y="4697413"/>
              <a:ext cx="912812" cy="892175"/>
            </a:xfrm>
            <a:custGeom>
              <a:avLst/>
              <a:gdLst>
                <a:gd name="T0" fmla="*/ 11 w 255"/>
                <a:gd name="T1" fmla="*/ 216 h 249"/>
                <a:gd name="T2" fmla="*/ 17 w 255"/>
                <a:gd name="T3" fmla="*/ 247 h 249"/>
                <a:gd name="T4" fmla="*/ 136 w 255"/>
                <a:gd name="T5" fmla="*/ 247 h 249"/>
                <a:gd name="T6" fmla="*/ 144 w 255"/>
                <a:gd name="T7" fmla="*/ 248 h 249"/>
                <a:gd name="T8" fmla="*/ 172 w 255"/>
                <a:gd name="T9" fmla="*/ 236 h 249"/>
                <a:gd name="T10" fmla="*/ 238 w 255"/>
                <a:gd name="T11" fmla="*/ 106 h 249"/>
                <a:gd name="T12" fmla="*/ 180 w 255"/>
                <a:gd name="T13" fmla="*/ 118 h 249"/>
                <a:gd name="T14" fmla="*/ 174 w 255"/>
                <a:gd name="T15" fmla="*/ 118 h 249"/>
                <a:gd name="T16" fmla="*/ 184 w 255"/>
                <a:gd name="T17" fmla="*/ 61 h 249"/>
                <a:gd name="T18" fmla="*/ 162 w 255"/>
                <a:gd name="T19" fmla="*/ 33 h 249"/>
                <a:gd name="T20" fmla="*/ 157 w 255"/>
                <a:gd name="T21" fmla="*/ 0 h 249"/>
                <a:gd name="T22" fmla="*/ 29 w 255"/>
                <a:gd name="T23" fmla="*/ 93 h 249"/>
                <a:gd name="T24" fmla="*/ 157 w 255"/>
                <a:gd name="T25" fmla="*/ 44 h 249"/>
                <a:gd name="T26" fmla="*/ 162 w 255"/>
                <a:gd name="T27" fmla="*/ 43 h 249"/>
                <a:gd name="T28" fmla="*/ 175 w 255"/>
                <a:gd name="T29" fmla="*/ 93 h 249"/>
                <a:gd name="T30" fmla="*/ 168 w 255"/>
                <a:gd name="T31" fmla="*/ 124 h 249"/>
                <a:gd name="T32" fmla="*/ 118 w 255"/>
                <a:gd name="T33" fmla="*/ 189 h 249"/>
                <a:gd name="T34" fmla="*/ 14 w 255"/>
                <a:gd name="T35" fmla="*/ 205 h 249"/>
                <a:gd name="T36" fmla="*/ 1 w 255"/>
                <a:gd name="T37" fmla="*/ 222 h 249"/>
                <a:gd name="T38" fmla="*/ 11 w 255"/>
                <a:gd name="T39" fmla="*/ 214 h 249"/>
                <a:gd name="T40" fmla="*/ 75 w 255"/>
                <a:gd name="T41" fmla="*/ 209 h 249"/>
                <a:gd name="T42" fmla="*/ 110 w 255"/>
                <a:gd name="T43" fmla="*/ 213 h 249"/>
                <a:gd name="T44" fmla="*/ 150 w 255"/>
                <a:gd name="T45" fmla="*/ 33 h 249"/>
                <a:gd name="T46" fmla="*/ 150 w 255"/>
                <a:gd name="T47" fmla="*/ 86 h 249"/>
                <a:gd name="T48" fmla="*/ 36 w 255"/>
                <a:gd name="T49" fmla="*/ 8 h 249"/>
                <a:gd name="T50" fmla="*/ 150 w 255"/>
                <a:gd name="T51" fmla="*/ 33 h 249"/>
                <a:gd name="T52" fmla="*/ 140 w 255"/>
                <a:gd name="T53" fmla="*/ 191 h 249"/>
                <a:gd name="T54" fmla="*/ 197 w 255"/>
                <a:gd name="T55" fmla="*/ 126 h 249"/>
                <a:gd name="T56" fmla="*/ 215 w 255"/>
                <a:gd name="T57" fmla="*/ 113 h 249"/>
                <a:gd name="T58" fmla="*/ 224 w 255"/>
                <a:gd name="T59" fmla="*/ 133 h 249"/>
                <a:gd name="T60" fmla="*/ 197 w 255"/>
                <a:gd name="T61" fmla="*/ 183 h 249"/>
                <a:gd name="T62" fmla="*/ 137 w 255"/>
                <a:gd name="T63" fmla="*/ 217 h 249"/>
                <a:gd name="T64" fmla="*/ 134 w 255"/>
                <a:gd name="T65" fmla="*/ 196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55" h="249">
                  <a:moveTo>
                    <a:pt x="14" y="216"/>
                  </a:moveTo>
                  <a:cubicBezTo>
                    <a:pt x="13" y="216"/>
                    <a:pt x="12" y="216"/>
                    <a:pt x="11" y="216"/>
                  </a:cubicBezTo>
                  <a:cubicBezTo>
                    <a:pt x="4" y="218"/>
                    <a:pt x="0" y="226"/>
                    <a:pt x="2" y="234"/>
                  </a:cubicBezTo>
                  <a:cubicBezTo>
                    <a:pt x="4" y="242"/>
                    <a:pt x="10" y="248"/>
                    <a:pt x="17" y="247"/>
                  </a:cubicBezTo>
                  <a:cubicBezTo>
                    <a:pt x="18" y="246"/>
                    <a:pt x="19" y="246"/>
                    <a:pt x="20" y="246"/>
                  </a:cubicBezTo>
                  <a:cubicBezTo>
                    <a:pt x="60" y="240"/>
                    <a:pt x="96" y="240"/>
                    <a:pt x="136" y="247"/>
                  </a:cubicBezTo>
                  <a:cubicBezTo>
                    <a:pt x="138" y="248"/>
                    <a:pt x="141" y="248"/>
                    <a:pt x="143" y="248"/>
                  </a:cubicBezTo>
                  <a:cubicBezTo>
                    <a:pt x="144" y="248"/>
                    <a:pt x="144" y="248"/>
                    <a:pt x="144" y="248"/>
                  </a:cubicBezTo>
                  <a:cubicBezTo>
                    <a:pt x="144" y="248"/>
                    <a:pt x="144" y="248"/>
                    <a:pt x="144" y="248"/>
                  </a:cubicBezTo>
                  <a:cubicBezTo>
                    <a:pt x="154" y="249"/>
                    <a:pt x="165" y="245"/>
                    <a:pt x="172" y="236"/>
                  </a:cubicBezTo>
                  <a:cubicBezTo>
                    <a:pt x="242" y="156"/>
                    <a:pt x="242" y="156"/>
                    <a:pt x="242" y="156"/>
                  </a:cubicBezTo>
                  <a:cubicBezTo>
                    <a:pt x="255" y="142"/>
                    <a:pt x="253" y="119"/>
                    <a:pt x="238" y="106"/>
                  </a:cubicBezTo>
                  <a:cubicBezTo>
                    <a:pt x="223" y="93"/>
                    <a:pt x="200" y="94"/>
                    <a:pt x="187" y="109"/>
                  </a:cubicBezTo>
                  <a:cubicBezTo>
                    <a:pt x="180" y="118"/>
                    <a:pt x="180" y="118"/>
                    <a:pt x="180" y="118"/>
                  </a:cubicBezTo>
                  <a:cubicBezTo>
                    <a:pt x="176" y="115"/>
                    <a:pt x="176" y="115"/>
                    <a:pt x="176" y="115"/>
                  </a:cubicBezTo>
                  <a:cubicBezTo>
                    <a:pt x="174" y="118"/>
                    <a:pt x="174" y="118"/>
                    <a:pt x="174" y="118"/>
                  </a:cubicBezTo>
                  <a:cubicBezTo>
                    <a:pt x="171" y="113"/>
                    <a:pt x="174" y="105"/>
                    <a:pt x="178" y="95"/>
                  </a:cubicBezTo>
                  <a:cubicBezTo>
                    <a:pt x="183" y="84"/>
                    <a:pt x="188" y="72"/>
                    <a:pt x="184" y="61"/>
                  </a:cubicBezTo>
                  <a:cubicBezTo>
                    <a:pt x="178" y="46"/>
                    <a:pt x="168" y="41"/>
                    <a:pt x="162" y="39"/>
                  </a:cubicBezTo>
                  <a:cubicBezTo>
                    <a:pt x="162" y="33"/>
                    <a:pt x="162" y="33"/>
                    <a:pt x="162" y="33"/>
                  </a:cubicBezTo>
                  <a:cubicBezTo>
                    <a:pt x="157" y="33"/>
                    <a:pt x="157" y="33"/>
                    <a:pt x="157" y="33"/>
                  </a:cubicBezTo>
                  <a:cubicBezTo>
                    <a:pt x="157" y="0"/>
                    <a:pt x="157" y="0"/>
                    <a:pt x="157" y="0"/>
                  </a:cubicBezTo>
                  <a:cubicBezTo>
                    <a:pt x="29" y="0"/>
                    <a:pt x="29" y="0"/>
                    <a:pt x="29" y="0"/>
                  </a:cubicBezTo>
                  <a:cubicBezTo>
                    <a:pt x="29" y="93"/>
                    <a:pt x="29" y="93"/>
                    <a:pt x="29" y="93"/>
                  </a:cubicBezTo>
                  <a:cubicBezTo>
                    <a:pt x="157" y="93"/>
                    <a:pt x="157" y="93"/>
                    <a:pt x="157" y="93"/>
                  </a:cubicBezTo>
                  <a:cubicBezTo>
                    <a:pt x="157" y="44"/>
                    <a:pt x="157" y="44"/>
                    <a:pt x="157" y="44"/>
                  </a:cubicBezTo>
                  <a:cubicBezTo>
                    <a:pt x="162" y="44"/>
                    <a:pt x="162" y="44"/>
                    <a:pt x="162" y="44"/>
                  </a:cubicBezTo>
                  <a:cubicBezTo>
                    <a:pt x="162" y="43"/>
                    <a:pt x="162" y="43"/>
                    <a:pt x="162" y="43"/>
                  </a:cubicBezTo>
                  <a:cubicBezTo>
                    <a:pt x="168" y="45"/>
                    <a:pt x="175" y="50"/>
                    <a:pt x="180" y="62"/>
                  </a:cubicBezTo>
                  <a:cubicBezTo>
                    <a:pt x="184" y="72"/>
                    <a:pt x="179" y="83"/>
                    <a:pt x="175" y="93"/>
                  </a:cubicBezTo>
                  <a:cubicBezTo>
                    <a:pt x="170" y="103"/>
                    <a:pt x="166" y="114"/>
                    <a:pt x="171" y="121"/>
                  </a:cubicBezTo>
                  <a:cubicBezTo>
                    <a:pt x="168" y="124"/>
                    <a:pt x="168" y="124"/>
                    <a:pt x="168" y="124"/>
                  </a:cubicBezTo>
                  <a:cubicBezTo>
                    <a:pt x="172" y="127"/>
                    <a:pt x="172" y="127"/>
                    <a:pt x="172" y="127"/>
                  </a:cubicBezTo>
                  <a:cubicBezTo>
                    <a:pt x="118" y="189"/>
                    <a:pt x="118" y="189"/>
                    <a:pt x="118" y="189"/>
                  </a:cubicBezTo>
                  <a:cubicBezTo>
                    <a:pt x="115" y="193"/>
                    <a:pt x="112" y="198"/>
                    <a:pt x="111" y="203"/>
                  </a:cubicBezTo>
                  <a:cubicBezTo>
                    <a:pt x="79" y="200"/>
                    <a:pt x="47" y="200"/>
                    <a:pt x="14" y="205"/>
                  </a:cubicBezTo>
                  <a:cubicBezTo>
                    <a:pt x="14" y="205"/>
                    <a:pt x="12" y="206"/>
                    <a:pt x="11" y="206"/>
                  </a:cubicBezTo>
                  <a:cubicBezTo>
                    <a:pt x="4" y="207"/>
                    <a:pt x="0" y="214"/>
                    <a:pt x="1" y="222"/>
                  </a:cubicBezTo>
                  <a:cubicBezTo>
                    <a:pt x="2" y="220"/>
                    <a:pt x="2" y="220"/>
                    <a:pt x="2" y="220"/>
                  </a:cubicBezTo>
                  <a:cubicBezTo>
                    <a:pt x="4" y="217"/>
                    <a:pt x="7" y="215"/>
                    <a:pt x="11" y="214"/>
                  </a:cubicBezTo>
                  <a:cubicBezTo>
                    <a:pt x="13" y="214"/>
                    <a:pt x="13" y="214"/>
                    <a:pt x="13" y="214"/>
                  </a:cubicBezTo>
                  <a:cubicBezTo>
                    <a:pt x="34" y="211"/>
                    <a:pt x="54" y="209"/>
                    <a:pt x="75" y="209"/>
                  </a:cubicBezTo>
                  <a:cubicBezTo>
                    <a:pt x="86" y="209"/>
                    <a:pt x="98" y="210"/>
                    <a:pt x="110" y="211"/>
                  </a:cubicBezTo>
                  <a:cubicBezTo>
                    <a:pt x="110" y="211"/>
                    <a:pt x="110" y="212"/>
                    <a:pt x="110" y="213"/>
                  </a:cubicBezTo>
                  <a:cubicBezTo>
                    <a:pt x="78" y="210"/>
                    <a:pt x="47" y="211"/>
                    <a:pt x="14" y="216"/>
                  </a:cubicBezTo>
                  <a:close/>
                  <a:moveTo>
                    <a:pt x="150" y="33"/>
                  </a:moveTo>
                  <a:cubicBezTo>
                    <a:pt x="150" y="44"/>
                    <a:pt x="150" y="44"/>
                    <a:pt x="150" y="44"/>
                  </a:cubicBezTo>
                  <a:cubicBezTo>
                    <a:pt x="150" y="86"/>
                    <a:pt x="150" y="86"/>
                    <a:pt x="150" y="86"/>
                  </a:cubicBezTo>
                  <a:cubicBezTo>
                    <a:pt x="36" y="86"/>
                    <a:pt x="36" y="86"/>
                    <a:pt x="36" y="86"/>
                  </a:cubicBezTo>
                  <a:cubicBezTo>
                    <a:pt x="36" y="8"/>
                    <a:pt x="36" y="8"/>
                    <a:pt x="36" y="8"/>
                  </a:cubicBezTo>
                  <a:cubicBezTo>
                    <a:pt x="150" y="8"/>
                    <a:pt x="150" y="8"/>
                    <a:pt x="150" y="8"/>
                  </a:cubicBezTo>
                  <a:lnTo>
                    <a:pt x="150" y="33"/>
                  </a:lnTo>
                  <a:close/>
                  <a:moveTo>
                    <a:pt x="134" y="196"/>
                  </a:moveTo>
                  <a:cubicBezTo>
                    <a:pt x="136" y="194"/>
                    <a:pt x="138" y="192"/>
                    <a:pt x="140" y="191"/>
                  </a:cubicBezTo>
                  <a:cubicBezTo>
                    <a:pt x="154" y="185"/>
                    <a:pt x="166" y="176"/>
                    <a:pt x="176" y="164"/>
                  </a:cubicBezTo>
                  <a:cubicBezTo>
                    <a:pt x="186" y="153"/>
                    <a:pt x="193" y="140"/>
                    <a:pt x="197" y="126"/>
                  </a:cubicBezTo>
                  <a:cubicBezTo>
                    <a:pt x="198" y="124"/>
                    <a:pt x="200" y="120"/>
                    <a:pt x="201" y="118"/>
                  </a:cubicBezTo>
                  <a:cubicBezTo>
                    <a:pt x="205" y="114"/>
                    <a:pt x="210" y="112"/>
                    <a:pt x="215" y="113"/>
                  </a:cubicBezTo>
                  <a:cubicBezTo>
                    <a:pt x="223" y="114"/>
                    <a:pt x="225" y="121"/>
                    <a:pt x="225" y="127"/>
                  </a:cubicBezTo>
                  <a:cubicBezTo>
                    <a:pt x="225" y="129"/>
                    <a:pt x="225" y="133"/>
                    <a:pt x="224" y="133"/>
                  </a:cubicBezTo>
                  <a:cubicBezTo>
                    <a:pt x="219" y="151"/>
                    <a:pt x="210" y="168"/>
                    <a:pt x="197" y="183"/>
                  </a:cubicBezTo>
                  <a:cubicBezTo>
                    <a:pt x="197" y="183"/>
                    <a:pt x="197" y="183"/>
                    <a:pt x="197" y="183"/>
                  </a:cubicBezTo>
                  <a:cubicBezTo>
                    <a:pt x="184" y="197"/>
                    <a:pt x="169" y="209"/>
                    <a:pt x="152" y="217"/>
                  </a:cubicBezTo>
                  <a:cubicBezTo>
                    <a:pt x="147" y="219"/>
                    <a:pt x="142" y="219"/>
                    <a:pt x="137" y="217"/>
                  </a:cubicBezTo>
                  <a:cubicBezTo>
                    <a:pt x="134" y="216"/>
                    <a:pt x="132" y="213"/>
                    <a:pt x="131" y="210"/>
                  </a:cubicBezTo>
                  <a:cubicBezTo>
                    <a:pt x="129" y="205"/>
                    <a:pt x="130" y="200"/>
                    <a:pt x="134" y="1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161"/>
            <p:cNvSpPr>
              <a:spLocks/>
            </p:cNvSpPr>
            <p:nvPr/>
          </p:nvSpPr>
          <p:spPr bwMode="auto">
            <a:xfrm>
              <a:off x="10593388" y="4648201"/>
              <a:ext cx="176212" cy="85725"/>
            </a:xfrm>
            <a:custGeom>
              <a:avLst/>
              <a:gdLst>
                <a:gd name="T0" fmla="*/ 25 w 49"/>
                <a:gd name="T1" fmla="*/ 20 h 24"/>
                <a:gd name="T2" fmla="*/ 43 w 49"/>
                <a:gd name="T3" fmla="*/ 24 h 24"/>
                <a:gd name="T4" fmla="*/ 49 w 49"/>
                <a:gd name="T5" fmla="*/ 6 h 24"/>
                <a:gd name="T6" fmla="*/ 0 w 49"/>
                <a:gd name="T7" fmla="*/ 6 h 24"/>
                <a:gd name="T8" fmla="*/ 6 w 49"/>
                <a:gd name="T9" fmla="*/ 24 h 24"/>
                <a:gd name="T10" fmla="*/ 25 w 49"/>
                <a:gd name="T11" fmla="*/ 20 h 24"/>
              </a:gdLst>
              <a:ahLst/>
              <a:cxnLst>
                <a:cxn ang="0">
                  <a:pos x="T0" y="T1"/>
                </a:cxn>
                <a:cxn ang="0">
                  <a:pos x="T2" y="T3"/>
                </a:cxn>
                <a:cxn ang="0">
                  <a:pos x="T4" y="T5"/>
                </a:cxn>
                <a:cxn ang="0">
                  <a:pos x="T6" y="T7"/>
                </a:cxn>
                <a:cxn ang="0">
                  <a:pos x="T8" y="T9"/>
                </a:cxn>
                <a:cxn ang="0">
                  <a:pos x="T10" y="T11"/>
                </a:cxn>
              </a:cxnLst>
              <a:rect l="0" t="0" r="r" b="b"/>
              <a:pathLst>
                <a:path w="49" h="24">
                  <a:moveTo>
                    <a:pt x="25" y="20"/>
                  </a:moveTo>
                  <a:cubicBezTo>
                    <a:pt x="31" y="20"/>
                    <a:pt x="36" y="22"/>
                    <a:pt x="43" y="24"/>
                  </a:cubicBezTo>
                  <a:cubicBezTo>
                    <a:pt x="45" y="17"/>
                    <a:pt x="46" y="13"/>
                    <a:pt x="49" y="6"/>
                  </a:cubicBezTo>
                  <a:cubicBezTo>
                    <a:pt x="30" y="0"/>
                    <a:pt x="19" y="0"/>
                    <a:pt x="0" y="6"/>
                  </a:cubicBezTo>
                  <a:cubicBezTo>
                    <a:pt x="3" y="13"/>
                    <a:pt x="4" y="17"/>
                    <a:pt x="6" y="24"/>
                  </a:cubicBezTo>
                  <a:cubicBezTo>
                    <a:pt x="13" y="22"/>
                    <a:pt x="19" y="20"/>
                    <a:pt x="25"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162"/>
            <p:cNvSpPr>
              <a:spLocks/>
            </p:cNvSpPr>
            <p:nvPr/>
          </p:nvSpPr>
          <p:spPr bwMode="auto">
            <a:xfrm>
              <a:off x="10601326" y="4779963"/>
              <a:ext cx="168275" cy="150813"/>
            </a:xfrm>
            <a:custGeom>
              <a:avLst/>
              <a:gdLst>
                <a:gd name="T0" fmla="*/ 38 w 47"/>
                <a:gd name="T1" fmla="*/ 9 h 42"/>
                <a:gd name="T2" fmla="*/ 28 w 47"/>
                <a:gd name="T3" fmla="*/ 0 h 42"/>
                <a:gd name="T4" fmla="*/ 20 w 47"/>
                <a:gd name="T5" fmla="*/ 4 h 42"/>
                <a:gd name="T6" fmla="*/ 1 w 47"/>
                <a:gd name="T7" fmla="*/ 17 h 42"/>
                <a:gd name="T8" fmla="*/ 0 w 47"/>
                <a:gd name="T9" fmla="*/ 18 h 42"/>
                <a:gd name="T10" fmla="*/ 23 w 47"/>
                <a:gd name="T11" fmla="*/ 42 h 42"/>
                <a:gd name="T12" fmla="*/ 47 w 47"/>
                <a:gd name="T13" fmla="*/ 17 h 42"/>
                <a:gd name="T14" fmla="*/ 46 w 47"/>
                <a:gd name="T15" fmla="*/ 16 h 42"/>
                <a:gd name="T16" fmla="*/ 38 w 47"/>
                <a:gd name="T17" fmla="*/ 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42">
                  <a:moveTo>
                    <a:pt x="38" y="9"/>
                  </a:moveTo>
                  <a:cubicBezTo>
                    <a:pt x="34" y="7"/>
                    <a:pt x="30" y="4"/>
                    <a:pt x="28" y="0"/>
                  </a:cubicBezTo>
                  <a:cubicBezTo>
                    <a:pt x="26" y="1"/>
                    <a:pt x="23" y="3"/>
                    <a:pt x="20" y="4"/>
                  </a:cubicBezTo>
                  <a:cubicBezTo>
                    <a:pt x="12" y="7"/>
                    <a:pt x="5" y="10"/>
                    <a:pt x="1" y="17"/>
                  </a:cubicBezTo>
                  <a:cubicBezTo>
                    <a:pt x="1" y="17"/>
                    <a:pt x="0" y="18"/>
                    <a:pt x="0" y="18"/>
                  </a:cubicBezTo>
                  <a:cubicBezTo>
                    <a:pt x="1" y="32"/>
                    <a:pt x="11" y="42"/>
                    <a:pt x="23" y="42"/>
                  </a:cubicBezTo>
                  <a:cubicBezTo>
                    <a:pt x="36" y="42"/>
                    <a:pt x="46" y="31"/>
                    <a:pt x="47" y="17"/>
                  </a:cubicBezTo>
                  <a:cubicBezTo>
                    <a:pt x="46" y="16"/>
                    <a:pt x="46" y="16"/>
                    <a:pt x="46" y="16"/>
                  </a:cubicBezTo>
                  <a:cubicBezTo>
                    <a:pt x="46" y="16"/>
                    <a:pt x="43" y="12"/>
                    <a:pt x="38"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163"/>
            <p:cNvSpPr>
              <a:spLocks/>
            </p:cNvSpPr>
            <p:nvPr/>
          </p:nvSpPr>
          <p:spPr bwMode="auto">
            <a:xfrm>
              <a:off x="10587038" y="4722813"/>
              <a:ext cx="193675" cy="128588"/>
            </a:xfrm>
            <a:custGeom>
              <a:avLst/>
              <a:gdLst>
                <a:gd name="T0" fmla="*/ 3 w 54"/>
                <a:gd name="T1" fmla="*/ 32 h 36"/>
                <a:gd name="T2" fmla="*/ 33 w 54"/>
                <a:gd name="T3" fmla="*/ 13 h 36"/>
                <a:gd name="T4" fmla="*/ 43 w 54"/>
                <a:gd name="T5" fmla="*/ 24 h 36"/>
                <a:gd name="T6" fmla="*/ 51 w 54"/>
                <a:gd name="T7" fmla="*/ 30 h 36"/>
                <a:gd name="T8" fmla="*/ 50 w 54"/>
                <a:gd name="T9" fmla="*/ 12 h 36"/>
                <a:gd name="T10" fmla="*/ 27 w 54"/>
                <a:gd name="T11" fmla="*/ 0 h 36"/>
                <a:gd name="T12" fmla="*/ 0 w 54"/>
                <a:gd name="T13" fmla="*/ 20 h 36"/>
                <a:gd name="T14" fmla="*/ 3 w 54"/>
                <a:gd name="T15" fmla="*/ 32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 h="36">
                  <a:moveTo>
                    <a:pt x="3" y="32"/>
                  </a:moveTo>
                  <a:cubicBezTo>
                    <a:pt x="10" y="20"/>
                    <a:pt x="23" y="19"/>
                    <a:pt x="33" y="13"/>
                  </a:cubicBezTo>
                  <a:cubicBezTo>
                    <a:pt x="35" y="18"/>
                    <a:pt x="39" y="21"/>
                    <a:pt x="43" y="24"/>
                  </a:cubicBezTo>
                  <a:cubicBezTo>
                    <a:pt x="48" y="27"/>
                    <a:pt x="51" y="30"/>
                    <a:pt x="51" y="30"/>
                  </a:cubicBezTo>
                  <a:cubicBezTo>
                    <a:pt x="51" y="30"/>
                    <a:pt x="54" y="22"/>
                    <a:pt x="50" y="12"/>
                  </a:cubicBezTo>
                  <a:cubicBezTo>
                    <a:pt x="47" y="5"/>
                    <a:pt x="37" y="0"/>
                    <a:pt x="27" y="0"/>
                  </a:cubicBezTo>
                  <a:cubicBezTo>
                    <a:pt x="3" y="0"/>
                    <a:pt x="0" y="17"/>
                    <a:pt x="0" y="20"/>
                  </a:cubicBezTo>
                  <a:cubicBezTo>
                    <a:pt x="0" y="27"/>
                    <a:pt x="1" y="36"/>
                    <a:pt x="3"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164"/>
            <p:cNvSpPr>
              <a:spLocks/>
            </p:cNvSpPr>
            <p:nvPr/>
          </p:nvSpPr>
          <p:spPr bwMode="auto">
            <a:xfrm>
              <a:off x="10693401" y="5537201"/>
              <a:ext cx="101600" cy="354013"/>
            </a:xfrm>
            <a:custGeom>
              <a:avLst/>
              <a:gdLst>
                <a:gd name="T0" fmla="*/ 0 w 28"/>
                <a:gd name="T1" fmla="*/ 85 h 99"/>
                <a:gd name="T2" fmla="*/ 14 w 28"/>
                <a:gd name="T3" fmla="*/ 99 h 99"/>
                <a:gd name="T4" fmla="*/ 28 w 28"/>
                <a:gd name="T5" fmla="*/ 85 h 99"/>
                <a:gd name="T6" fmla="*/ 28 w 28"/>
                <a:gd name="T7" fmla="*/ 0 h 99"/>
                <a:gd name="T8" fmla="*/ 0 w 28"/>
                <a:gd name="T9" fmla="*/ 2 h 99"/>
                <a:gd name="T10" fmla="*/ 0 w 28"/>
                <a:gd name="T11" fmla="*/ 85 h 99"/>
              </a:gdLst>
              <a:ahLst/>
              <a:cxnLst>
                <a:cxn ang="0">
                  <a:pos x="T0" y="T1"/>
                </a:cxn>
                <a:cxn ang="0">
                  <a:pos x="T2" y="T3"/>
                </a:cxn>
                <a:cxn ang="0">
                  <a:pos x="T4" y="T5"/>
                </a:cxn>
                <a:cxn ang="0">
                  <a:pos x="T6" y="T7"/>
                </a:cxn>
                <a:cxn ang="0">
                  <a:pos x="T8" y="T9"/>
                </a:cxn>
                <a:cxn ang="0">
                  <a:pos x="T10" y="T11"/>
                </a:cxn>
              </a:cxnLst>
              <a:rect l="0" t="0" r="r" b="b"/>
              <a:pathLst>
                <a:path w="28" h="99">
                  <a:moveTo>
                    <a:pt x="0" y="85"/>
                  </a:moveTo>
                  <a:cubicBezTo>
                    <a:pt x="0" y="93"/>
                    <a:pt x="6" y="99"/>
                    <a:pt x="14" y="99"/>
                  </a:cubicBezTo>
                  <a:cubicBezTo>
                    <a:pt x="21" y="99"/>
                    <a:pt x="28" y="93"/>
                    <a:pt x="28" y="85"/>
                  </a:cubicBezTo>
                  <a:cubicBezTo>
                    <a:pt x="28" y="0"/>
                    <a:pt x="28" y="0"/>
                    <a:pt x="28" y="0"/>
                  </a:cubicBezTo>
                  <a:cubicBezTo>
                    <a:pt x="18" y="2"/>
                    <a:pt x="5" y="2"/>
                    <a:pt x="0" y="2"/>
                  </a:cubicBezTo>
                  <a:lnTo>
                    <a:pt x="0" y="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165"/>
            <p:cNvSpPr>
              <a:spLocks/>
            </p:cNvSpPr>
            <p:nvPr/>
          </p:nvSpPr>
          <p:spPr bwMode="auto">
            <a:xfrm>
              <a:off x="10572751" y="5537201"/>
              <a:ext cx="100012" cy="354013"/>
            </a:xfrm>
            <a:custGeom>
              <a:avLst/>
              <a:gdLst>
                <a:gd name="T0" fmla="*/ 0 w 28"/>
                <a:gd name="T1" fmla="*/ 85 h 99"/>
                <a:gd name="T2" fmla="*/ 14 w 28"/>
                <a:gd name="T3" fmla="*/ 99 h 99"/>
                <a:gd name="T4" fmla="*/ 28 w 28"/>
                <a:gd name="T5" fmla="*/ 85 h 99"/>
                <a:gd name="T6" fmla="*/ 28 w 28"/>
                <a:gd name="T7" fmla="*/ 2 h 99"/>
                <a:gd name="T8" fmla="*/ 0 w 28"/>
                <a:gd name="T9" fmla="*/ 0 h 99"/>
                <a:gd name="T10" fmla="*/ 0 w 28"/>
                <a:gd name="T11" fmla="*/ 85 h 99"/>
              </a:gdLst>
              <a:ahLst/>
              <a:cxnLst>
                <a:cxn ang="0">
                  <a:pos x="T0" y="T1"/>
                </a:cxn>
                <a:cxn ang="0">
                  <a:pos x="T2" y="T3"/>
                </a:cxn>
                <a:cxn ang="0">
                  <a:pos x="T4" y="T5"/>
                </a:cxn>
                <a:cxn ang="0">
                  <a:pos x="T6" y="T7"/>
                </a:cxn>
                <a:cxn ang="0">
                  <a:pos x="T8" y="T9"/>
                </a:cxn>
                <a:cxn ang="0">
                  <a:pos x="T10" y="T11"/>
                </a:cxn>
              </a:cxnLst>
              <a:rect l="0" t="0" r="r" b="b"/>
              <a:pathLst>
                <a:path w="28" h="99">
                  <a:moveTo>
                    <a:pt x="0" y="85"/>
                  </a:moveTo>
                  <a:cubicBezTo>
                    <a:pt x="0" y="93"/>
                    <a:pt x="7" y="99"/>
                    <a:pt x="14" y="99"/>
                  </a:cubicBezTo>
                  <a:cubicBezTo>
                    <a:pt x="22" y="99"/>
                    <a:pt x="28" y="93"/>
                    <a:pt x="28" y="85"/>
                  </a:cubicBezTo>
                  <a:cubicBezTo>
                    <a:pt x="28" y="2"/>
                    <a:pt x="28" y="2"/>
                    <a:pt x="28" y="2"/>
                  </a:cubicBezTo>
                  <a:cubicBezTo>
                    <a:pt x="22" y="2"/>
                    <a:pt x="10" y="2"/>
                    <a:pt x="0" y="0"/>
                  </a:cubicBezTo>
                  <a:lnTo>
                    <a:pt x="0" y="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166"/>
            <p:cNvSpPr>
              <a:spLocks noEditPoints="1"/>
            </p:cNvSpPr>
            <p:nvPr/>
          </p:nvSpPr>
          <p:spPr bwMode="auto">
            <a:xfrm>
              <a:off x="10453688" y="4938713"/>
              <a:ext cx="461962" cy="598488"/>
            </a:xfrm>
            <a:custGeom>
              <a:avLst/>
              <a:gdLst>
                <a:gd name="T0" fmla="*/ 92 w 129"/>
                <a:gd name="T1" fmla="*/ 5 h 167"/>
                <a:gd name="T2" fmla="*/ 85 w 129"/>
                <a:gd name="T3" fmla="*/ 2 h 167"/>
                <a:gd name="T4" fmla="*/ 82 w 129"/>
                <a:gd name="T5" fmla="*/ 2 h 167"/>
                <a:gd name="T6" fmla="*/ 77 w 129"/>
                <a:gd name="T7" fmla="*/ 1 h 167"/>
                <a:gd name="T8" fmla="*/ 65 w 129"/>
                <a:gd name="T9" fmla="*/ 0 h 167"/>
                <a:gd name="T10" fmla="*/ 64 w 129"/>
                <a:gd name="T11" fmla="*/ 0 h 167"/>
                <a:gd name="T12" fmla="*/ 51 w 129"/>
                <a:gd name="T13" fmla="*/ 1 h 167"/>
                <a:gd name="T14" fmla="*/ 47 w 129"/>
                <a:gd name="T15" fmla="*/ 2 h 167"/>
                <a:gd name="T16" fmla="*/ 44 w 129"/>
                <a:gd name="T17" fmla="*/ 2 h 167"/>
                <a:gd name="T18" fmla="*/ 36 w 129"/>
                <a:gd name="T19" fmla="*/ 5 h 167"/>
                <a:gd name="T20" fmla="*/ 17 w 129"/>
                <a:gd name="T21" fmla="*/ 108 h 167"/>
                <a:gd name="T22" fmla="*/ 31 w 129"/>
                <a:gd name="T23" fmla="*/ 114 h 167"/>
                <a:gd name="T24" fmla="*/ 35 w 129"/>
                <a:gd name="T25" fmla="*/ 100 h 167"/>
                <a:gd name="T26" fmla="*/ 30 w 129"/>
                <a:gd name="T27" fmla="*/ 50 h 167"/>
                <a:gd name="T28" fmla="*/ 37 w 129"/>
                <a:gd name="T29" fmla="*/ 99 h 167"/>
                <a:gd name="T30" fmla="*/ 32 w 129"/>
                <a:gd name="T31" fmla="*/ 116 h 167"/>
                <a:gd name="T32" fmla="*/ 25 w 129"/>
                <a:gd name="T33" fmla="*/ 160 h 167"/>
                <a:gd name="T34" fmla="*/ 64 w 129"/>
                <a:gd name="T35" fmla="*/ 167 h 167"/>
                <a:gd name="T36" fmla="*/ 65 w 129"/>
                <a:gd name="T37" fmla="*/ 167 h 167"/>
                <a:gd name="T38" fmla="*/ 104 w 129"/>
                <a:gd name="T39" fmla="*/ 160 h 167"/>
                <a:gd name="T40" fmla="*/ 97 w 129"/>
                <a:gd name="T41" fmla="*/ 116 h 167"/>
                <a:gd name="T42" fmla="*/ 92 w 129"/>
                <a:gd name="T43" fmla="*/ 99 h 167"/>
                <a:gd name="T44" fmla="*/ 99 w 129"/>
                <a:gd name="T45" fmla="*/ 50 h 167"/>
                <a:gd name="T46" fmla="*/ 93 w 129"/>
                <a:gd name="T47" fmla="*/ 100 h 167"/>
                <a:gd name="T48" fmla="*/ 98 w 129"/>
                <a:gd name="T49" fmla="*/ 114 h 167"/>
                <a:gd name="T50" fmla="*/ 112 w 129"/>
                <a:gd name="T51" fmla="*/ 108 h 167"/>
                <a:gd name="T52" fmla="*/ 64 w 129"/>
                <a:gd name="T53" fmla="*/ 143 h 167"/>
                <a:gd name="T54" fmla="*/ 64 w 129"/>
                <a:gd name="T55" fmla="*/ 137 h 167"/>
                <a:gd name="T56" fmla="*/ 64 w 129"/>
                <a:gd name="T57" fmla="*/ 143 h 167"/>
                <a:gd name="T58" fmla="*/ 61 w 129"/>
                <a:gd name="T59" fmla="*/ 117 h 167"/>
                <a:gd name="T60" fmla="*/ 68 w 129"/>
                <a:gd name="T61" fmla="*/ 117 h 167"/>
                <a:gd name="T62" fmla="*/ 64 w 129"/>
                <a:gd name="T63" fmla="*/ 96 h 167"/>
                <a:gd name="T64" fmla="*/ 64 w 129"/>
                <a:gd name="T65" fmla="*/ 90 h 167"/>
                <a:gd name="T66" fmla="*/ 64 w 129"/>
                <a:gd name="T67" fmla="*/ 96 h 167"/>
                <a:gd name="T68" fmla="*/ 61 w 129"/>
                <a:gd name="T69" fmla="*/ 69 h 167"/>
                <a:gd name="T70" fmla="*/ 68 w 129"/>
                <a:gd name="T71" fmla="*/ 69 h 167"/>
                <a:gd name="T72" fmla="*/ 64 w 129"/>
                <a:gd name="T73" fmla="*/ 49 h 167"/>
                <a:gd name="T74" fmla="*/ 64 w 129"/>
                <a:gd name="T75" fmla="*/ 42 h 167"/>
                <a:gd name="T76" fmla="*/ 64 w 129"/>
                <a:gd name="T77" fmla="*/ 49 h 167"/>
                <a:gd name="T78" fmla="*/ 61 w 129"/>
                <a:gd name="T79" fmla="*/ 22 h 167"/>
                <a:gd name="T80" fmla="*/ 68 w 129"/>
                <a:gd name="T81" fmla="*/ 22 h 167"/>
                <a:gd name="T82" fmla="*/ 92 w 129"/>
                <a:gd name="T83" fmla="*/ 42 h 167"/>
                <a:gd name="T84" fmla="*/ 87 w 129"/>
                <a:gd name="T85" fmla="*/ 47 h 167"/>
                <a:gd name="T86" fmla="*/ 80 w 129"/>
                <a:gd name="T87" fmla="*/ 42 h 167"/>
                <a:gd name="T88" fmla="*/ 75 w 129"/>
                <a:gd name="T89" fmla="*/ 35 h 167"/>
                <a:gd name="T90" fmla="*/ 80 w 129"/>
                <a:gd name="T91" fmla="*/ 30 h 167"/>
                <a:gd name="T92" fmla="*/ 87 w 129"/>
                <a:gd name="T93" fmla="*/ 35 h 167"/>
                <a:gd name="T94" fmla="*/ 92 w 129"/>
                <a:gd name="T95" fmla="*/ 42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9" h="167">
                  <a:moveTo>
                    <a:pt x="112" y="22"/>
                  </a:moveTo>
                  <a:cubicBezTo>
                    <a:pt x="109" y="15"/>
                    <a:pt x="104" y="10"/>
                    <a:pt x="92" y="5"/>
                  </a:cubicBezTo>
                  <a:cubicBezTo>
                    <a:pt x="92" y="5"/>
                    <a:pt x="92" y="5"/>
                    <a:pt x="92" y="5"/>
                  </a:cubicBezTo>
                  <a:cubicBezTo>
                    <a:pt x="90" y="4"/>
                    <a:pt x="88" y="3"/>
                    <a:pt x="85" y="2"/>
                  </a:cubicBezTo>
                  <a:cubicBezTo>
                    <a:pt x="84" y="2"/>
                    <a:pt x="84" y="2"/>
                    <a:pt x="84" y="2"/>
                  </a:cubicBezTo>
                  <a:cubicBezTo>
                    <a:pt x="83" y="2"/>
                    <a:pt x="83" y="2"/>
                    <a:pt x="82" y="2"/>
                  </a:cubicBezTo>
                  <a:cubicBezTo>
                    <a:pt x="82" y="2"/>
                    <a:pt x="82" y="2"/>
                    <a:pt x="82" y="2"/>
                  </a:cubicBezTo>
                  <a:cubicBezTo>
                    <a:pt x="80" y="1"/>
                    <a:pt x="79" y="1"/>
                    <a:pt x="77" y="1"/>
                  </a:cubicBezTo>
                  <a:cubicBezTo>
                    <a:pt x="74" y="1"/>
                    <a:pt x="68" y="0"/>
                    <a:pt x="65" y="0"/>
                  </a:cubicBezTo>
                  <a:cubicBezTo>
                    <a:pt x="65" y="0"/>
                    <a:pt x="65" y="0"/>
                    <a:pt x="65" y="0"/>
                  </a:cubicBezTo>
                  <a:cubicBezTo>
                    <a:pt x="64" y="0"/>
                    <a:pt x="64" y="0"/>
                    <a:pt x="64" y="0"/>
                  </a:cubicBezTo>
                  <a:cubicBezTo>
                    <a:pt x="64" y="0"/>
                    <a:pt x="64" y="0"/>
                    <a:pt x="64" y="0"/>
                  </a:cubicBezTo>
                  <a:cubicBezTo>
                    <a:pt x="64" y="0"/>
                    <a:pt x="64" y="0"/>
                    <a:pt x="64" y="0"/>
                  </a:cubicBezTo>
                  <a:cubicBezTo>
                    <a:pt x="61" y="0"/>
                    <a:pt x="55" y="1"/>
                    <a:pt x="51" y="1"/>
                  </a:cubicBezTo>
                  <a:cubicBezTo>
                    <a:pt x="50" y="1"/>
                    <a:pt x="48" y="1"/>
                    <a:pt x="47" y="2"/>
                  </a:cubicBezTo>
                  <a:cubicBezTo>
                    <a:pt x="47" y="2"/>
                    <a:pt x="47" y="2"/>
                    <a:pt x="47" y="2"/>
                  </a:cubicBezTo>
                  <a:cubicBezTo>
                    <a:pt x="46" y="2"/>
                    <a:pt x="45" y="2"/>
                    <a:pt x="45" y="2"/>
                  </a:cubicBezTo>
                  <a:cubicBezTo>
                    <a:pt x="44" y="2"/>
                    <a:pt x="44" y="2"/>
                    <a:pt x="44" y="2"/>
                  </a:cubicBezTo>
                  <a:cubicBezTo>
                    <a:pt x="41" y="3"/>
                    <a:pt x="38" y="4"/>
                    <a:pt x="36" y="5"/>
                  </a:cubicBezTo>
                  <a:cubicBezTo>
                    <a:pt x="36" y="5"/>
                    <a:pt x="36" y="5"/>
                    <a:pt x="36" y="5"/>
                  </a:cubicBezTo>
                  <a:cubicBezTo>
                    <a:pt x="25" y="10"/>
                    <a:pt x="20" y="15"/>
                    <a:pt x="16" y="22"/>
                  </a:cubicBezTo>
                  <a:cubicBezTo>
                    <a:pt x="1" y="52"/>
                    <a:pt x="0" y="80"/>
                    <a:pt x="17" y="108"/>
                  </a:cubicBezTo>
                  <a:cubicBezTo>
                    <a:pt x="17" y="108"/>
                    <a:pt x="18" y="110"/>
                    <a:pt x="18" y="111"/>
                  </a:cubicBezTo>
                  <a:cubicBezTo>
                    <a:pt x="21" y="115"/>
                    <a:pt x="26" y="116"/>
                    <a:pt x="31" y="114"/>
                  </a:cubicBezTo>
                  <a:cubicBezTo>
                    <a:pt x="36" y="112"/>
                    <a:pt x="38" y="107"/>
                    <a:pt x="37" y="102"/>
                  </a:cubicBezTo>
                  <a:cubicBezTo>
                    <a:pt x="37" y="102"/>
                    <a:pt x="36" y="100"/>
                    <a:pt x="35" y="100"/>
                  </a:cubicBezTo>
                  <a:cubicBezTo>
                    <a:pt x="24" y="78"/>
                    <a:pt x="23" y="62"/>
                    <a:pt x="30" y="42"/>
                  </a:cubicBezTo>
                  <a:cubicBezTo>
                    <a:pt x="30" y="50"/>
                    <a:pt x="30" y="50"/>
                    <a:pt x="30" y="50"/>
                  </a:cubicBezTo>
                  <a:cubicBezTo>
                    <a:pt x="28" y="74"/>
                    <a:pt x="28" y="74"/>
                    <a:pt x="28" y="74"/>
                  </a:cubicBezTo>
                  <a:cubicBezTo>
                    <a:pt x="30" y="82"/>
                    <a:pt x="33" y="90"/>
                    <a:pt x="37" y="99"/>
                  </a:cubicBezTo>
                  <a:cubicBezTo>
                    <a:pt x="37" y="99"/>
                    <a:pt x="38" y="101"/>
                    <a:pt x="39" y="101"/>
                  </a:cubicBezTo>
                  <a:cubicBezTo>
                    <a:pt x="40" y="107"/>
                    <a:pt x="38" y="113"/>
                    <a:pt x="32" y="116"/>
                  </a:cubicBezTo>
                  <a:cubicBezTo>
                    <a:pt x="30" y="117"/>
                    <a:pt x="28" y="117"/>
                    <a:pt x="27" y="117"/>
                  </a:cubicBezTo>
                  <a:cubicBezTo>
                    <a:pt x="25" y="160"/>
                    <a:pt x="25" y="160"/>
                    <a:pt x="25" y="160"/>
                  </a:cubicBezTo>
                  <a:cubicBezTo>
                    <a:pt x="25" y="164"/>
                    <a:pt x="42" y="167"/>
                    <a:pt x="63" y="167"/>
                  </a:cubicBezTo>
                  <a:cubicBezTo>
                    <a:pt x="63" y="167"/>
                    <a:pt x="64" y="167"/>
                    <a:pt x="64" y="167"/>
                  </a:cubicBezTo>
                  <a:cubicBezTo>
                    <a:pt x="64" y="167"/>
                    <a:pt x="64" y="167"/>
                    <a:pt x="64" y="167"/>
                  </a:cubicBezTo>
                  <a:cubicBezTo>
                    <a:pt x="65" y="167"/>
                    <a:pt x="65" y="167"/>
                    <a:pt x="65" y="167"/>
                  </a:cubicBezTo>
                  <a:cubicBezTo>
                    <a:pt x="65" y="167"/>
                    <a:pt x="66" y="167"/>
                    <a:pt x="66" y="167"/>
                  </a:cubicBezTo>
                  <a:cubicBezTo>
                    <a:pt x="87" y="167"/>
                    <a:pt x="104" y="164"/>
                    <a:pt x="104" y="160"/>
                  </a:cubicBezTo>
                  <a:cubicBezTo>
                    <a:pt x="102" y="117"/>
                    <a:pt x="102" y="117"/>
                    <a:pt x="102" y="117"/>
                  </a:cubicBezTo>
                  <a:cubicBezTo>
                    <a:pt x="100" y="117"/>
                    <a:pt x="99" y="117"/>
                    <a:pt x="97" y="116"/>
                  </a:cubicBezTo>
                  <a:cubicBezTo>
                    <a:pt x="91" y="113"/>
                    <a:pt x="88" y="107"/>
                    <a:pt x="90" y="101"/>
                  </a:cubicBezTo>
                  <a:cubicBezTo>
                    <a:pt x="90" y="101"/>
                    <a:pt x="91" y="99"/>
                    <a:pt x="92" y="99"/>
                  </a:cubicBezTo>
                  <a:cubicBezTo>
                    <a:pt x="96" y="90"/>
                    <a:pt x="99" y="82"/>
                    <a:pt x="100" y="74"/>
                  </a:cubicBezTo>
                  <a:cubicBezTo>
                    <a:pt x="99" y="50"/>
                    <a:pt x="99" y="50"/>
                    <a:pt x="99" y="50"/>
                  </a:cubicBezTo>
                  <a:cubicBezTo>
                    <a:pt x="99" y="42"/>
                    <a:pt x="99" y="42"/>
                    <a:pt x="99" y="42"/>
                  </a:cubicBezTo>
                  <a:cubicBezTo>
                    <a:pt x="106" y="62"/>
                    <a:pt x="104" y="78"/>
                    <a:pt x="93" y="100"/>
                  </a:cubicBezTo>
                  <a:cubicBezTo>
                    <a:pt x="93" y="100"/>
                    <a:pt x="92" y="102"/>
                    <a:pt x="92" y="102"/>
                  </a:cubicBezTo>
                  <a:cubicBezTo>
                    <a:pt x="91" y="107"/>
                    <a:pt x="93" y="112"/>
                    <a:pt x="98" y="114"/>
                  </a:cubicBezTo>
                  <a:cubicBezTo>
                    <a:pt x="102" y="116"/>
                    <a:pt x="108" y="115"/>
                    <a:pt x="110" y="111"/>
                  </a:cubicBezTo>
                  <a:cubicBezTo>
                    <a:pt x="111" y="110"/>
                    <a:pt x="112" y="108"/>
                    <a:pt x="112" y="108"/>
                  </a:cubicBezTo>
                  <a:cubicBezTo>
                    <a:pt x="129" y="80"/>
                    <a:pt x="128" y="52"/>
                    <a:pt x="112" y="22"/>
                  </a:cubicBezTo>
                  <a:close/>
                  <a:moveTo>
                    <a:pt x="64" y="143"/>
                  </a:moveTo>
                  <a:cubicBezTo>
                    <a:pt x="63" y="143"/>
                    <a:pt x="61" y="142"/>
                    <a:pt x="61" y="140"/>
                  </a:cubicBezTo>
                  <a:cubicBezTo>
                    <a:pt x="61" y="138"/>
                    <a:pt x="63" y="137"/>
                    <a:pt x="64" y="137"/>
                  </a:cubicBezTo>
                  <a:cubicBezTo>
                    <a:pt x="66" y="137"/>
                    <a:pt x="68" y="138"/>
                    <a:pt x="68" y="140"/>
                  </a:cubicBezTo>
                  <a:cubicBezTo>
                    <a:pt x="68" y="142"/>
                    <a:pt x="66" y="143"/>
                    <a:pt x="64" y="143"/>
                  </a:cubicBezTo>
                  <a:close/>
                  <a:moveTo>
                    <a:pt x="64" y="120"/>
                  </a:moveTo>
                  <a:cubicBezTo>
                    <a:pt x="63" y="120"/>
                    <a:pt x="61" y="118"/>
                    <a:pt x="61" y="117"/>
                  </a:cubicBezTo>
                  <a:cubicBezTo>
                    <a:pt x="61" y="115"/>
                    <a:pt x="63" y="113"/>
                    <a:pt x="64" y="113"/>
                  </a:cubicBezTo>
                  <a:cubicBezTo>
                    <a:pt x="66" y="113"/>
                    <a:pt x="68" y="115"/>
                    <a:pt x="68" y="117"/>
                  </a:cubicBezTo>
                  <a:cubicBezTo>
                    <a:pt x="68" y="118"/>
                    <a:pt x="66" y="120"/>
                    <a:pt x="64" y="120"/>
                  </a:cubicBezTo>
                  <a:close/>
                  <a:moveTo>
                    <a:pt x="64" y="96"/>
                  </a:moveTo>
                  <a:cubicBezTo>
                    <a:pt x="63" y="96"/>
                    <a:pt x="61" y="95"/>
                    <a:pt x="61" y="93"/>
                  </a:cubicBezTo>
                  <a:cubicBezTo>
                    <a:pt x="61" y="91"/>
                    <a:pt x="63" y="90"/>
                    <a:pt x="64" y="90"/>
                  </a:cubicBezTo>
                  <a:cubicBezTo>
                    <a:pt x="66" y="90"/>
                    <a:pt x="68" y="91"/>
                    <a:pt x="68" y="93"/>
                  </a:cubicBezTo>
                  <a:cubicBezTo>
                    <a:pt x="68" y="95"/>
                    <a:pt x="66" y="96"/>
                    <a:pt x="64" y="96"/>
                  </a:cubicBezTo>
                  <a:close/>
                  <a:moveTo>
                    <a:pt x="64" y="72"/>
                  </a:moveTo>
                  <a:cubicBezTo>
                    <a:pt x="63" y="72"/>
                    <a:pt x="61" y="71"/>
                    <a:pt x="61" y="69"/>
                  </a:cubicBezTo>
                  <a:cubicBezTo>
                    <a:pt x="61" y="67"/>
                    <a:pt x="63" y="66"/>
                    <a:pt x="64" y="66"/>
                  </a:cubicBezTo>
                  <a:cubicBezTo>
                    <a:pt x="66" y="66"/>
                    <a:pt x="68" y="67"/>
                    <a:pt x="68" y="69"/>
                  </a:cubicBezTo>
                  <a:cubicBezTo>
                    <a:pt x="68" y="71"/>
                    <a:pt x="66" y="72"/>
                    <a:pt x="64" y="72"/>
                  </a:cubicBezTo>
                  <a:close/>
                  <a:moveTo>
                    <a:pt x="64" y="49"/>
                  </a:moveTo>
                  <a:cubicBezTo>
                    <a:pt x="63" y="49"/>
                    <a:pt x="61" y="47"/>
                    <a:pt x="61" y="46"/>
                  </a:cubicBezTo>
                  <a:cubicBezTo>
                    <a:pt x="61" y="44"/>
                    <a:pt x="63" y="42"/>
                    <a:pt x="64" y="42"/>
                  </a:cubicBezTo>
                  <a:cubicBezTo>
                    <a:pt x="66" y="42"/>
                    <a:pt x="68" y="44"/>
                    <a:pt x="68" y="46"/>
                  </a:cubicBezTo>
                  <a:cubicBezTo>
                    <a:pt x="68" y="47"/>
                    <a:pt x="66" y="49"/>
                    <a:pt x="64" y="49"/>
                  </a:cubicBezTo>
                  <a:close/>
                  <a:moveTo>
                    <a:pt x="64" y="25"/>
                  </a:moveTo>
                  <a:cubicBezTo>
                    <a:pt x="63" y="25"/>
                    <a:pt x="61" y="24"/>
                    <a:pt x="61" y="22"/>
                  </a:cubicBezTo>
                  <a:cubicBezTo>
                    <a:pt x="61" y="20"/>
                    <a:pt x="63" y="19"/>
                    <a:pt x="64" y="19"/>
                  </a:cubicBezTo>
                  <a:cubicBezTo>
                    <a:pt x="66" y="19"/>
                    <a:pt x="68" y="20"/>
                    <a:pt x="68" y="22"/>
                  </a:cubicBezTo>
                  <a:cubicBezTo>
                    <a:pt x="68" y="24"/>
                    <a:pt x="66" y="25"/>
                    <a:pt x="64" y="25"/>
                  </a:cubicBezTo>
                  <a:close/>
                  <a:moveTo>
                    <a:pt x="92" y="42"/>
                  </a:moveTo>
                  <a:cubicBezTo>
                    <a:pt x="87" y="42"/>
                    <a:pt x="87" y="42"/>
                    <a:pt x="87" y="42"/>
                  </a:cubicBezTo>
                  <a:cubicBezTo>
                    <a:pt x="87" y="47"/>
                    <a:pt x="87" y="47"/>
                    <a:pt x="87" y="47"/>
                  </a:cubicBezTo>
                  <a:cubicBezTo>
                    <a:pt x="80" y="47"/>
                    <a:pt x="80" y="47"/>
                    <a:pt x="80" y="47"/>
                  </a:cubicBezTo>
                  <a:cubicBezTo>
                    <a:pt x="80" y="42"/>
                    <a:pt x="80" y="42"/>
                    <a:pt x="80" y="42"/>
                  </a:cubicBezTo>
                  <a:cubicBezTo>
                    <a:pt x="75" y="42"/>
                    <a:pt x="75" y="42"/>
                    <a:pt x="75" y="42"/>
                  </a:cubicBezTo>
                  <a:cubicBezTo>
                    <a:pt x="75" y="35"/>
                    <a:pt x="75" y="35"/>
                    <a:pt x="75" y="35"/>
                  </a:cubicBezTo>
                  <a:cubicBezTo>
                    <a:pt x="80" y="35"/>
                    <a:pt x="80" y="35"/>
                    <a:pt x="80" y="35"/>
                  </a:cubicBezTo>
                  <a:cubicBezTo>
                    <a:pt x="80" y="30"/>
                    <a:pt x="80" y="30"/>
                    <a:pt x="80" y="30"/>
                  </a:cubicBezTo>
                  <a:cubicBezTo>
                    <a:pt x="87" y="30"/>
                    <a:pt x="87" y="30"/>
                    <a:pt x="87" y="30"/>
                  </a:cubicBezTo>
                  <a:cubicBezTo>
                    <a:pt x="87" y="35"/>
                    <a:pt x="87" y="35"/>
                    <a:pt x="87" y="35"/>
                  </a:cubicBezTo>
                  <a:cubicBezTo>
                    <a:pt x="92" y="35"/>
                    <a:pt x="92" y="35"/>
                    <a:pt x="92" y="35"/>
                  </a:cubicBezTo>
                  <a:lnTo>
                    <a:pt x="92"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167"/>
            <p:cNvSpPr>
              <a:spLocks/>
            </p:cNvSpPr>
            <p:nvPr/>
          </p:nvSpPr>
          <p:spPr bwMode="auto">
            <a:xfrm>
              <a:off x="10898188" y="5056188"/>
              <a:ext cx="1290637" cy="835025"/>
            </a:xfrm>
            <a:custGeom>
              <a:avLst/>
              <a:gdLst>
                <a:gd name="T0" fmla="*/ 329 w 360"/>
                <a:gd name="T1" fmla="*/ 0 h 233"/>
                <a:gd name="T2" fmla="*/ 195 w 360"/>
                <a:gd name="T3" fmla="*/ 151 h 233"/>
                <a:gd name="T4" fmla="*/ 0 w 360"/>
                <a:gd name="T5" fmla="*/ 151 h 233"/>
                <a:gd name="T6" fmla="*/ 0 w 360"/>
                <a:gd name="T7" fmla="*/ 181 h 233"/>
                <a:gd name="T8" fmla="*/ 12 w 360"/>
                <a:gd name="T9" fmla="*/ 181 h 233"/>
                <a:gd name="T10" fmla="*/ 12 w 360"/>
                <a:gd name="T11" fmla="*/ 233 h 233"/>
                <a:gd name="T12" fmla="*/ 29 w 360"/>
                <a:gd name="T13" fmla="*/ 233 h 233"/>
                <a:gd name="T14" fmla="*/ 29 w 360"/>
                <a:gd name="T15" fmla="*/ 181 h 233"/>
                <a:gd name="T16" fmla="*/ 219 w 360"/>
                <a:gd name="T17" fmla="*/ 181 h 233"/>
                <a:gd name="T18" fmla="*/ 219 w 360"/>
                <a:gd name="T19" fmla="*/ 233 h 233"/>
                <a:gd name="T20" fmla="*/ 235 w 360"/>
                <a:gd name="T21" fmla="*/ 233 h 233"/>
                <a:gd name="T22" fmla="*/ 235 w 360"/>
                <a:gd name="T23" fmla="*/ 173 h 233"/>
                <a:gd name="T24" fmla="*/ 360 w 360"/>
                <a:gd name="T25" fmla="*/ 27 h 233"/>
                <a:gd name="T26" fmla="*/ 329 w 360"/>
                <a:gd name="T27" fmla="*/ 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0" h="233">
                  <a:moveTo>
                    <a:pt x="329" y="0"/>
                  </a:moveTo>
                  <a:cubicBezTo>
                    <a:pt x="329" y="2"/>
                    <a:pt x="195" y="151"/>
                    <a:pt x="195" y="151"/>
                  </a:cubicBezTo>
                  <a:cubicBezTo>
                    <a:pt x="0" y="151"/>
                    <a:pt x="0" y="151"/>
                    <a:pt x="0" y="151"/>
                  </a:cubicBezTo>
                  <a:cubicBezTo>
                    <a:pt x="0" y="181"/>
                    <a:pt x="0" y="181"/>
                    <a:pt x="0" y="181"/>
                  </a:cubicBezTo>
                  <a:cubicBezTo>
                    <a:pt x="12" y="181"/>
                    <a:pt x="12" y="181"/>
                    <a:pt x="12" y="181"/>
                  </a:cubicBezTo>
                  <a:cubicBezTo>
                    <a:pt x="12" y="233"/>
                    <a:pt x="12" y="233"/>
                    <a:pt x="12" y="233"/>
                  </a:cubicBezTo>
                  <a:cubicBezTo>
                    <a:pt x="29" y="233"/>
                    <a:pt x="29" y="233"/>
                    <a:pt x="29" y="233"/>
                  </a:cubicBezTo>
                  <a:cubicBezTo>
                    <a:pt x="29" y="181"/>
                    <a:pt x="29" y="181"/>
                    <a:pt x="29" y="181"/>
                  </a:cubicBezTo>
                  <a:cubicBezTo>
                    <a:pt x="219" y="181"/>
                    <a:pt x="219" y="181"/>
                    <a:pt x="219" y="181"/>
                  </a:cubicBezTo>
                  <a:cubicBezTo>
                    <a:pt x="219" y="233"/>
                    <a:pt x="219" y="233"/>
                    <a:pt x="219" y="233"/>
                  </a:cubicBezTo>
                  <a:cubicBezTo>
                    <a:pt x="235" y="233"/>
                    <a:pt x="235" y="233"/>
                    <a:pt x="235" y="233"/>
                  </a:cubicBezTo>
                  <a:cubicBezTo>
                    <a:pt x="235" y="173"/>
                    <a:pt x="235" y="173"/>
                    <a:pt x="235" y="173"/>
                  </a:cubicBezTo>
                  <a:cubicBezTo>
                    <a:pt x="360" y="27"/>
                    <a:pt x="360" y="27"/>
                    <a:pt x="360" y="27"/>
                  </a:cubicBezTo>
                  <a:lnTo>
                    <a:pt x="3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168"/>
            <p:cNvSpPr>
              <a:spLocks/>
            </p:cNvSpPr>
            <p:nvPr/>
          </p:nvSpPr>
          <p:spPr bwMode="auto">
            <a:xfrm>
              <a:off x="11228388" y="4754563"/>
              <a:ext cx="265112" cy="207963"/>
            </a:xfrm>
            <a:custGeom>
              <a:avLst/>
              <a:gdLst>
                <a:gd name="T0" fmla="*/ 37 w 74"/>
                <a:gd name="T1" fmla="*/ 58 h 58"/>
                <a:gd name="T2" fmla="*/ 71 w 74"/>
                <a:gd name="T3" fmla="*/ 21 h 58"/>
                <a:gd name="T4" fmla="*/ 46 w 74"/>
                <a:gd name="T5" fmla="*/ 6 h 58"/>
                <a:gd name="T6" fmla="*/ 37 w 74"/>
                <a:gd name="T7" fmla="*/ 17 h 58"/>
                <a:gd name="T8" fmla="*/ 28 w 74"/>
                <a:gd name="T9" fmla="*/ 6 h 58"/>
                <a:gd name="T10" fmla="*/ 3 w 74"/>
                <a:gd name="T11" fmla="*/ 21 h 58"/>
                <a:gd name="T12" fmla="*/ 37 w 74"/>
                <a:gd name="T13" fmla="*/ 58 h 58"/>
              </a:gdLst>
              <a:ahLst/>
              <a:cxnLst>
                <a:cxn ang="0">
                  <a:pos x="T0" y="T1"/>
                </a:cxn>
                <a:cxn ang="0">
                  <a:pos x="T2" y="T3"/>
                </a:cxn>
                <a:cxn ang="0">
                  <a:pos x="T4" y="T5"/>
                </a:cxn>
                <a:cxn ang="0">
                  <a:pos x="T6" y="T7"/>
                </a:cxn>
                <a:cxn ang="0">
                  <a:pos x="T8" y="T9"/>
                </a:cxn>
                <a:cxn ang="0">
                  <a:pos x="T10" y="T11"/>
                </a:cxn>
                <a:cxn ang="0">
                  <a:pos x="T12" y="T13"/>
                </a:cxn>
              </a:cxnLst>
              <a:rect l="0" t="0" r="r" b="b"/>
              <a:pathLst>
                <a:path w="74" h="58">
                  <a:moveTo>
                    <a:pt x="37" y="58"/>
                  </a:moveTo>
                  <a:cubicBezTo>
                    <a:pt x="48" y="50"/>
                    <a:pt x="74" y="41"/>
                    <a:pt x="71" y="21"/>
                  </a:cubicBezTo>
                  <a:cubicBezTo>
                    <a:pt x="69" y="5"/>
                    <a:pt x="56" y="0"/>
                    <a:pt x="46" y="6"/>
                  </a:cubicBezTo>
                  <a:cubicBezTo>
                    <a:pt x="39" y="10"/>
                    <a:pt x="38" y="16"/>
                    <a:pt x="37" y="17"/>
                  </a:cubicBezTo>
                  <a:cubicBezTo>
                    <a:pt x="36" y="16"/>
                    <a:pt x="35" y="10"/>
                    <a:pt x="28" y="6"/>
                  </a:cubicBezTo>
                  <a:cubicBezTo>
                    <a:pt x="19" y="0"/>
                    <a:pt x="6" y="5"/>
                    <a:pt x="3" y="21"/>
                  </a:cubicBezTo>
                  <a:cubicBezTo>
                    <a:pt x="0" y="41"/>
                    <a:pt x="27" y="50"/>
                    <a:pt x="37"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17" name="组合 116"/>
          <p:cNvGrpSpPr/>
          <p:nvPr/>
        </p:nvGrpSpPr>
        <p:grpSpPr>
          <a:xfrm>
            <a:off x="9345613" y="2927350"/>
            <a:ext cx="1287462" cy="1222376"/>
            <a:chOff x="9345613" y="2927350"/>
            <a:chExt cx="1287462" cy="1222376"/>
          </a:xfrm>
          <a:solidFill>
            <a:schemeClr val="tx1">
              <a:lumMod val="65000"/>
              <a:lumOff val="35000"/>
            </a:schemeClr>
          </a:solidFill>
        </p:grpSpPr>
        <p:sp>
          <p:nvSpPr>
            <p:cNvPr id="118" name="Freeform 175"/>
            <p:cNvSpPr>
              <a:spLocks/>
            </p:cNvSpPr>
            <p:nvPr/>
          </p:nvSpPr>
          <p:spPr bwMode="auto">
            <a:xfrm>
              <a:off x="9712326" y="3098800"/>
              <a:ext cx="53975" cy="22225"/>
            </a:xfrm>
            <a:custGeom>
              <a:avLst/>
              <a:gdLst>
                <a:gd name="T0" fmla="*/ 9 w 15"/>
                <a:gd name="T1" fmla="*/ 0 h 6"/>
                <a:gd name="T2" fmla="*/ 7 w 15"/>
                <a:gd name="T3" fmla="*/ 0 h 6"/>
                <a:gd name="T4" fmla="*/ 0 w 15"/>
                <a:gd name="T5" fmla="*/ 3 h 6"/>
                <a:gd name="T6" fmla="*/ 6 w 15"/>
                <a:gd name="T7" fmla="*/ 6 h 6"/>
                <a:gd name="T8" fmla="*/ 15 w 15"/>
                <a:gd name="T9" fmla="*/ 2 h 6"/>
                <a:gd name="T10" fmla="*/ 9 w 15"/>
                <a:gd name="T11" fmla="*/ 0 h 6"/>
              </a:gdLst>
              <a:ahLst/>
              <a:cxnLst>
                <a:cxn ang="0">
                  <a:pos x="T0" y="T1"/>
                </a:cxn>
                <a:cxn ang="0">
                  <a:pos x="T2" y="T3"/>
                </a:cxn>
                <a:cxn ang="0">
                  <a:pos x="T4" y="T5"/>
                </a:cxn>
                <a:cxn ang="0">
                  <a:pos x="T6" y="T7"/>
                </a:cxn>
                <a:cxn ang="0">
                  <a:pos x="T8" y="T9"/>
                </a:cxn>
                <a:cxn ang="0">
                  <a:pos x="T10" y="T11"/>
                </a:cxn>
              </a:cxnLst>
              <a:rect l="0" t="0" r="r" b="b"/>
              <a:pathLst>
                <a:path w="15" h="6">
                  <a:moveTo>
                    <a:pt x="9" y="0"/>
                  </a:moveTo>
                  <a:cubicBezTo>
                    <a:pt x="9" y="0"/>
                    <a:pt x="8" y="0"/>
                    <a:pt x="7" y="0"/>
                  </a:cubicBezTo>
                  <a:cubicBezTo>
                    <a:pt x="2" y="0"/>
                    <a:pt x="0" y="2"/>
                    <a:pt x="0" y="3"/>
                  </a:cubicBezTo>
                  <a:cubicBezTo>
                    <a:pt x="0" y="5"/>
                    <a:pt x="2" y="6"/>
                    <a:pt x="6" y="6"/>
                  </a:cubicBezTo>
                  <a:cubicBezTo>
                    <a:pt x="11" y="6"/>
                    <a:pt x="15" y="4"/>
                    <a:pt x="15" y="2"/>
                  </a:cubicBezTo>
                  <a:cubicBezTo>
                    <a:pt x="15" y="0"/>
                    <a:pt x="13"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176"/>
            <p:cNvSpPr>
              <a:spLocks/>
            </p:cNvSpPr>
            <p:nvPr/>
          </p:nvSpPr>
          <p:spPr bwMode="auto">
            <a:xfrm>
              <a:off x="9629776" y="3098800"/>
              <a:ext cx="53975" cy="22225"/>
            </a:xfrm>
            <a:custGeom>
              <a:avLst/>
              <a:gdLst>
                <a:gd name="T0" fmla="*/ 8 w 15"/>
                <a:gd name="T1" fmla="*/ 0 h 6"/>
                <a:gd name="T2" fmla="*/ 6 w 15"/>
                <a:gd name="T3" fmla="*/ 0 h 6"/>
                <a:gd name="T4" fmla="*/ 0 w 15"/>
                <a:gd name="T5" fmla="*/ 2 h 6"/>
                <a:gd name="T6" fmla="*/ 9 w 15"/>
                <a:gd name="T7" fmla="*/ 6 h 6"/>
                <a:gd name="T8" fmla="*/ 15 w 15"/>
                <a:gd name="T9" fmla="*/ 3 h 6"/>
                <a:gd name="T10" fmla="*/ 8 w 15"/>
                <a:gd name="T11" fmla="*/ 0 h 6"/>
              </a:gdLst>
              <a:ahLst/>
              <a:cxnLst>
                <a:cxn ang="0">
                  <a:pos x="T0" y="T1"/>
                </a:cxn>
                <a:cxn ang="0">
                  <a:pos x="T2" y="T3"/>
                </a:cxn>
                <a:cxn ang="0">
                  <a:pos x="T4" y="T5"/>
                </a:cxn>
                <a:cxn ang="0">
                  <a:pos x="T6" y="T7"/>
                </a:cxn>
                <a:cxn ang="0">
                  <a:pos x="T8" y="T9"/>
                </a:cxn>
                <a:cxn ang="0">
                  <a:pos x="T10" y="T11"/>
                </a:cxn>
              </a:cxnLst>
              <a:rect l="0" t="0" r="r" b="b"/>
              <a:pathLst>
                <a:path w="15" h="6">
                  <a:moveTo>
                    <a:pt x="8" y="0"/>
                  </a:moveTo>
                  <a:cubicBezTo>
                    <a:pt x="7" y="0"/>
                    <a:pt x="7" y="0"/>
                    <a:pt x="6" y="0"/>
                  </a:cubicBezTo>
                  <a:cubicBezTo>
                    <a:pt x="2" y="0"/>
                    <a:pt x="0" y="0"/>
                    <a:pt x="0" y="2"/>
                  </a:cubicBezTo>
                  <a:cubicBezTo>
                    <a:pt x="0" y="4"/>
                    <a:pt x="4" y="6"/>
                    <a:pt x="9" y="6"/>
                  </a:cubicBezTo>
                  <a:cubicBezTo>
                    <a:pt x="13" y="6"/>
                    <a:pt x="15" y="5"/>
                    <a:pt x="15" y="3"/>
                  </a:cubicBezTo>
                  <a:cubicBezTo>
                    <a:pt x="15" y="2"/>
                    <a:pt x="13"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177"/>
            <p:cNvSpPr>
              <a:spLocks noEditPoints="1"/>
            </p:cNvSpPr>
            <p:nvPr/>
          </p:nvSpPr>
          <p:spPr bwMode="auto">
            <a:xfrm>
              <a:off x="9612313" y="3033713"/>
              <a:ext cx="171450" cy="155575"/>
            </a:xfrm>
            <a:custGeom>
              <a:avLst/>
              <a:gdLst>
                <a:gd name="T0" fmla="*/ 38 w 48"/>
                <a:gd name="T1" fmla="*/ 10 h 43"/>
                <a:gd name="T2" fmla="*/ 29 w 48"/>
                <a:gd name="T3" fmla="*/ 0 h 43"/>
                <a:gd name="T4" fmla="*/ 20 w 48"/>
                <a:gd name="T5" fmla="*/ 4 h 43"/>
                <a:gd name="T6" fmla="*/ 2 w 48"/>
                <a:gd name="T7" fmla="*/ 17 h 43"/>
                <a:gd name="T8" fmla="*/ 0 w 48"/>
                <a:gd name="T9" fmla="*/ 18 h 43"/>
                <a:gd name="T10" fmla="*/ 24 w 48"/>
                <a:gd name="T11" fmla="*/ 43 h 43"/>
                <a:gd name="T12" fmla="*/ 48 w 48"/>
                <a:gd name="T13" fmla="*/ 17 h 43"/>
                <a:gd name="T14" fmla="*/ 46 w 48"/>
                <a:gd name="T15" fmla="*/ 16 h 43"/>
                <a:gd name="T16" fmla="*/ 38 w 48"/>
                <a:gd name="T17" fmla="*/ 10 h 43"/>
                <a:gd name="T18" fmla="*/ 34 w 48"/>
                <a:gd name="T19" fmla="*/ 25 h 43"/>
                <a:gd name="T20" fmla="*/ 27 w 48"/>
                <a:gd name="T21" fmla="*/ 22 h 43"/>
                <a:gd name="T22" fmla="*/ 24 w 48"/>
                <a:gd name="T23" fmla="*/ 21 h 43"/>
                <a:gd name="T24" fmla="*/ 21 w 48"/>
                <a:gd name="T25" fmla="*/ 22 h 43"/>
                <a:gd name="T26" fmla="*/ 14 w 48"/>
                <a:gd name="T27" fmla="*/ 25 h 43"/>
                <a:gd name="T28" fmla="*/ 4 w 48"/>
                <a:gd name="T29" fmla="*/ 20 h 43"/>
                <a:gd name="T30" fmla="*/ 11 w 48"/>
                <a:gd name="T31" fmla="*/ 17 h 43"/>
                <a:gd name="T32" fmla="*/ 13 w 48"/>
                <a:gd name="T33" fmla="*/ 17 h 43"/>
                <a:gd name="T34" fmla="*/ 21 w 48"/>
                <a:gd name="T35" fmla="*/ 21 h 43"/>
                <a:gd name="T36" fmla="*/ 24 w 48"/>
                <a:gd name="T37" fmla="*/ 20 h 43"/>
                <a:gd name="T38" fmla="*/ 27 w 48"/>
                <a:gd name="T39" fmla="*/ 21 h 43"/>
                <a:gd name="T40" fmla="*/ 35 w 48"/>
                <a:gd name="T41" fmla="*/ 17 h 43"/>
                <a:gd name="T42" fmla="*/ 37 w 48"/>
                <a:gd name="T43" fmla="*/ 17 h 43"/>
                <a:gd name="T44" fmla="*/ 44 w 48"/>
                <a:gd name="T45" fmla="*/ 20 h 43"/>
                <a:gd name="T46" fmla="*/ 34 w 48"/>
                <a:gd name="T47" fmla="*/ 2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8" h="43">
                  <a:moveTo>
                    <a:pt x="38" y="10"/>
                  </a:moveTo>
                  <a:cubicBezTo>
                    <a:pt x="34" y="7"/>
                    <a:pt x="31" y="4"/>
                    <a:pt x="29" y="0"/>
                  </a:cubicBezTo>
                  <a:cubicBezTo>
                    <a:pt x="26" y="2"/>
                    <a:pt x="23" y="3"/>
                    <a:pt x="20" y="4"/>
                  </a:cubicBezTo>
                  <a:cubicBezTo>
                    <a:pt x="13" y="7"/>
                    <a:pt x="6" y="10"/>
                    <a:pt x="2" y="17"/>
                  </a:cubicBezTo>
                  <a:cubicBezTo>
                    <a:pt x="1" y="18"/>
                    <a:pt x="1" y="18"/>
                    <a:pt x="0" y="18"/>
                  </a:cubicBezTo>
                  <a:cubicBezTo>
                    <a:pt x="2" y="32"/>
                    <a:pt x="12" y="43"/>
                    <a:pt x="24" y="43"/>
                  </a:cubicBezTo>
                  <a:cubicBezTo>
                    <a:pt x="36" y="43"/>
                    <a:pt x="47" y="31"/>
                    <a:pt x="48" y="17"/>
                  </a:cubicBezTo>
                  <a:cubicBezTo>
                    <a:pt x="46" y="16"/>
                    <a:pt x="46" y="16"/>
                    <a:pt x="46" y="16"/>
                  </a:cubicBezTo>
                  <a:cubicBezTo>
                    <a:pt x="46" y="16"/>
                    <a:pt x="43" y="13"/>
                    <a:pt x="38" y="10"/>
                  </a:cubicBezTo>
                  <a:close/>
                  <a:moveTo>
                    <a:pt x="34" y="25"/>
                  </a:moveTo>
                  <a:cubicBezTo>
                    <a:pt x="30" y="25"/>
                    <a:pt x="27" y="24"/>
                    <a:pt x="27" y="22"/>
                  </a:cubicBezTo>
                  <a:cubicBezTo>
                    <a:pt x="26" y="21"/>
                    <a:pt x="25" y="21"/>
                    <a:pt x="24" y="21"/>
                  </a:cubicBezTo>
                  <a:cubicBezTo>
                    <a:pt x="23" y="21"/>
                    <a:pt x="22" y="21"/>
                    <a:pt x="21" y="22"/>
                  </a:cubicBezTo>
                  <a:cubicBezTo>
                    <a:pt x="21" y="24"/>
                    <a:pt x="18" y="25"/>
                    <a:pt x="14" y="25"/>
                  </a:cubicBezTo>
                  <a:cubicBezTo>
                    <a:pt x="8" y="25"/>
                    <a:pt x="4" y="22"/>
                    <a:pt x="4" y="20"/>
                  </a:cubicBezTo>
                  <a:cubicBezTo>
                    <a:pt x="4" y="18"/>
                    <a:pt x="6" y="17"/>
                    <a:pt x="11" y="17"/>
                  </a:cubicBezTo>
                  <a:cubicBezTo>
                    <a:pt x="12" y="17"/>
                    <a:pt x="12" y="17"/>
                    <a:pt x="13" y="17"/>
                  </a:cubicBezTo>
                  <a:cubicBezTo>
                    <a:pt x="18" y="17"/>
                    <a:pt x="21" y="19"/>
                    <a:pt x="21" y="21"/>
                  </a:cubicBezTo>
                  <a:cubicBezTo>
                    <a:pt x="22" y="20"/>
                    <a:pt x="23" y="20"/>
                    <a:pt x="24" y="20"/>
                  </a:cubicBezTo>
                  <a:cubicBezTo>
                    <a:pt x="25" y="20"/>
                    <a:pt x="26" y="20"/>
                    <a:pt x="27" y="21"/>
                  </a:cubicBezTo>
                  <a:cubicBezTo>
                    <a:pt x="27" y="19"/>
                    <a:pt x="30" y="17"/>
                    <a:pt x="35" y="17"/>
                  </a:cubicBezTo>
                  <a:cubicBezTo>
                    <a:pt x="36" y="17"/>
                    <a:pt x="37" y="17"/>
                    <a:pt x="37" y="17"/>
                  </a:cubicBezTo>
                  <a:cubicBezTo>
                    <a:pt x="42" y="17"/>
                    <a:pt x="44" y="18"/>
                    <a:pt x="44" y="20"/>
                  </a:cubicBezTo>
                  <a:cubicBezTo>
                    <a:pt x="44" y="22"/>
                    <a:pt x="40" y="25"/>
                    <a:pt x="34"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178"/>
            <p:cNvSpPr>
              <a:spLocks/>
            </p:cNvSpPr>
            <p:nvPr/>
          </p:nvSpPr>
          <p:spPr bwMode="auto">
            <a:xfrm>
              <a:off x="9596438" y="2927350"/>
              <a:ext cx="198437" cy="179388"/>
            </a:xfrm>
            <a:custGeom>
              <a:avLst/>
              <a:gdLst>
                <a:gd name="T0" fmla="*/ 4 w 55"/>
                <a:gd name="T1" fmla="*/ 46 h 50"/>
                <a:gd name="T2" fmla="*/ 33 w 55"/>
                <a:gd name="T3" fmla="*/ 28 h 50"/>
                <a:gd name="T4" fmla="*/ 34 w 55"/>
                <a:gd name="T5" fmla="*/ 28 h 50"/>
                <a:gd name="T6" fmla="*/ 43 w 55"/>
                <a:gd name="T7" fmla="*/ 38 h 50"/>
                <a:gd name="T8" fmla="*/ 52 w 55"/>
                <a:gd name="T9" fmla="*/ 44 h 50"/>
                <a:gd name="T10" fmla="*/ 51 w 55"/>
                <a:gd name="T11" fmla="*/ 26 h 50"/>
                <a:gd name="T12" fmla="*/ 44 w 55"/>
                <a:gd name="T13" fmla="*/ 19 h 50"/>
                <a:gd name="T14" fmla="*/ 45 w 55"/>
                <a:gd name="T15" fmla="*/ 15 h 50"/>
                <a:gd name="T16" fmla="*/ 27 w 55"/>
                <a:gd name="T17" fmla="*/ 0 h 50"/>
                <a:gd name="T18" fmla="*/ 9 w 55"/>
                <a:gd name="T19" fmla="*/ 15 h 50"/>
                <a:gd name="T20" fmla="*/ 10 w 55"/>
                <a:gd name="T21" fmla="*/ 19 h 50"/>
                <a:gd name="T22" fmla="*/ 1 w 55"/>
                <a:gd name="T23" fmla="*/ 34 h 50"/>
                <a:gd name="T24" fmla="*/ 4 w 55"/>
                <a:gd name="T25" fmla="*/ 4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5" h="50">
                  <a:moveTo>
                    <a:pt x="4" y="46"/>
                  </a:moveTo>
                  <a:cubicBezTo>
                    <a:pt x="10" y="35"/>
                    <a:pt x="23" y="33"/>
                    <a:pt x="33" y="28"/>
                  </a:cubicBezTo>
                  <a:cubicBezTo>
                    <a:pt x="34" y="28"/>
                    <a:pt x="34" y="28"/>
                    <a:pt x="34" y="28"/>
                  </a:cubicBezTo>
                  <a:cubicBezTo>
                    <a:pt x="36" y="32"/>
                    <a:pt x="39" y="36"/>
                    <a:pt x="43" y="38"/>
                  </a:cubicBezTo>
                  <a:cubicBezTo>
                    <a:pt x="49" y="41"/>
                    <a:pt x="52" y="44"/>
                    <a:pt x="52" y="44"/>
                  </a:cubicBezTo>
                  <a:cubicBezTo>
                    <a:pt x="52" y="44"/>
                    <a:pt x="55" y="36"/>
                    <a:pt x="51" y="26"/>
                  </a:cubicBezTo>
                  <a:cubicBezTo>
                    <a:pt x="49" y="24"/>
                    <a:pt x="47" y="21"/>
                    <a:pt x="44" y="19"/>
                  </a:cubicBezTo>
                  <a:cubicBezTo>
                    <a:pt x="44" y="18"/>
                    <a:pt x="45" y="16"/>
                    <a:pt x="45" y="15"/>
                  </a:cubicBezTo>
                  <a:cubicBezTo>
                    <a:pt x="45" y="7"/>
                    <a:pt x="37" y="0"/>
                    <a:pt x="27" y="0"/>
                  </a:cubicBezTo>
                  <a:cubicBezTo>
                    <a:pt x="17" y="0"/>
                    <a:pt x="9" y="7"/>
                    <a:pt x="9" y="15"/>
                  </a:cubicBezTo>
                  <a:cubicBezTo>
                    <a:pt x="9" y="16"/>
                    <a:pt x="9" y="18"/>
                    <a:pt x="10" y="19"/>
                  </a:cubicBezTo>
                  <a:cubicBezTo>
                    <a:pt x="2" y="24"/>
                    <a:pt x="1" y="32"/>
                    <a:pt x="1" y="34"/>
                  </a:cubicBezTo>
                  <a:cubicBezTo>
                    <a:pt x="0" y="41"/>
                    <a:pt x="2" y="50"/>
                    <a:pt x="4"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179"/>
            <p:cNvSpPr>
              <a:spLocks noEditPoints="1"/>
            </p:cNvSpPr>
            <p:nvPr/>
          </p:nvSpPr>
          <p:spPr bwMode="auto">
            <a:xfrm>
              <a:off x="9461501" y="3195638"/>
              <a:ext cx="465137" cy="441325"/>
            </a:xfrm>
            <a:custGeom>
              <a:avLst/>
              <a:gdLst>
                <a:gd name="T0" fmla="*/ 31 w 130"/>
                <a:gd name="T1" fmla="*/ 114 h 123"/>
                <a:gd name="T2" fmla="*/ 36 w 130"/>
                <a:gd name="T3" fmla="*/ 100 h 123"/>
                <a:gd name="T4" fmla="*/ 30 w 130"/>
                <a:gd name="T5" fmla="*/ 50 h 123"/>
                <a:gd name="T6" fmla="*/ 38 w 130"/>
                <a:gd name="T7" fmla="*/ 99 h 123"/>
                <a:gd name="T8" fmla="*/ 32 w 130"/>
                <a:gd name="T9" fmla="*/ 116 h 123"/>
                <a:gd name="T10" fmla="*/ 27 w 130"/>
                <a:gd name="T11" fmla="*/ 123 h 123"/>
                <a:gd name="T12" fmla="*/ 103 w 130"/>
                <a:gd name="T13" fmla="*/ 118 h 123"/>
                <a:gd name="T14" fmla="*/ 91 w 130"/>
                <a:gd name="T15" fmla="*/ 102 h 123"/>
                <a:gd name="T16" fmla="*/ 101 w 130"/>
                <a:gd name="T17" fmla="*/ 74 h 123"/>
                <a:gd name="T18" fmla="*/ 99 w 130"/>
                <a:gd name="T19" fmla="*/ 42 h 123"/>
                <a:gd name="T20" fmla="*/ 92 w 130"/>
                <a:gd name="T21" fmla="*/ 102 h 123"/>
                <a:gd name="T22" fmla="*/ 111 w 130"/>
                <a:gd name="T23" fmla="*/ 111 h 123"/>
                <a:gd name="T24" fmla="*/ 113 w 130"/>
                <a:gd name="T25" fmla="*/ 23 h 123"/>
                <a:gd name="T26" fmla="*/ 93 w 130"/>
                <a:gd name="T27" fmla="*/ 5 h 123"/>
                <a:gd name="T28" fmla="*/ 84 w 130"/>
                <a:gd name="T29" fmla="*/ 2 h 123"/>
                <a:gd name="T30" fmla="*/ 82 w 130"/>
                <a:gd name="T31" fmla="*/ 2 h 123"/>
                <a:gd name="T32" fmla="*/ 65 w 130"/>
                <a:gd name="T33" fmla="*/ 0 h 123"/>
                <a:gd name="T34" fmla="*/ 65 w 130"/>
                <a:gd name="T35" fmla="*/ 0 h 123"/>
                <a:gd name="T36" fmla="*/ 65 w 130"/>
                <a:gd name="T37" fmla="*/ 0 h 123"/>
                <a:gd name="T38" fmla="*/ 47 w 130"/>
                <a:gd name="T39" fmla="*/ 2 h 123"/>
                <a:gd name="T40" fmla="*/ 45 w 130"/>
                <a:gd name="T41" fmla="*/ 2 h 123"/>
                <a:gd name="T42" fmla="*/ 37 w 130"/>
                <a:gd name="T43" fmla="*/ 5 h 123"/>
                <a:gd name="T44" fmla="*/ 17 w 130"/>
                <a:gd name="T45" fmla="*/ 23 h 123"/>
                <a:gd name="T46" fmla="*/ 19 w 130"/>
                <a:gd name="T47" fmla="*/ 111 h 123"/>
                <a:gd name="T48" fmla="*/ 80 w 130"/>
                <a:gd name="T49" fmla="*/ 35 h 123"/>
                <a:gd name="T50" fmla="*/ 88 w 130"/>
                <a:gd name="T51" fmla="*/ 30 h 123"/>
                <a:gd name="T52" fmla="*/ 93 w 130"/>
                <a:gd name="T53" fmla="*/ 35 h 123"/>
                <a:gd name="T54" fmla="*/ 88 w 130"/>
                <a:gd name="T55" fmla="*/ 42 h 123"/>
                <a:gd name="T56" fmla="*/ 80 w 130"/>
                <a:gd name="T57" fmla="*/ 47 h 123"/>
                <a:gd name="T58" fmla="*/ 75 w 130"/>
                <a:gd name="T59" fmla="*/ 42 h 123"/>
                <a:gd name="T60" fmla="*/ 65 w 130"/>
                <a:gd name="T61" fmla="*/ 19 h 123"/>
                <a:gd name="T62" fmla="*/ 65 w 130"/>
                <a:gd name="T63" fmla="*/ 25 h 123"/>
                <a:gd name="T64" fmla="*/ 65 w 130"/>
                <a:gd name="T65" fmla="*/ 19 h 123"/>
                <a:gd name="T66" fmla="*/ 68 w 130"/>
                <a:gd name="T67" fmla="*/ 46 h 123"/>
                <a:gd name="T68" fmla="*/ 62 w 130"/>
                <a:gd name="T69" fmla="*/ 46 h 123"/>
                <a:gd name="T70" fmla="*/ 65 w 130"/>
                <a:gd name="T71" fmla="*/ 66 h 123"/>
                <a:gd name="T72" fmla="*/ 65 w 130"/>
                <a:gd name="T73" fmla="*/ 73 h 123"/>
                <a:gd name="T74" fmla="*/ 65 w 130"/>
                <a:gd name="T75" fmla="*/ 66 h 123"/>
                <a:gd name="T76" fmla="*/ 68 w 130"/>
                <a:gd name="T77" fmla="*/ 93 h 123"/>
                <a:gd name="T78" fmla="*/ 62 w 130"/>
                <a:gd name="T79" fmla="*/ 93 h 123"/>
                <a:gd name="T80" fmla="*/ 65 w 130"/>
                <a:gd name="T81" fmla="*/ 114 h 123"/>
                <a:gd name="T82" fmla="*/ 65 w 130"/>
                <a:gd name="T83" fmla="*/ 120 h 123"/>
                <a:gd name="T84" fmla="*/ 65 w 130"/>
                <a:gd name="T85" fmla="*/ 114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0" h="123">
                  <a:moveTo>
                    <a:pt x="19" y="111"/>
                  </a:moveTo>
                  <a:cubicBezTo>
                    <a:pt x="21" y="115"/>
                    <a:pt x="27" y="117"/>
                    <a:pt x="31" y="114"/>
                  </a:cubicBezTo>
                  <a:cubicBezTo>
                    <a:pt x="36" y="112"/>
                    <a:pt x="39" y="107"/>
                    <a:pt x="37" y="102"/>
                  </a:cubicBezTo>
                  <a:cubicBezTo>
                    <a:pt x="37" y="102"/>
                    <a:pt x="36" y="100"/>
                    <a:pt x="36" y="100"/>
                  </a:cubicBezTo>
                  <a:cubicBezTo>
                    <a:pt x="25" y="79"/>
                    <a:pt x="23" y="62"/>
                    <a:pt x="30" y="42"/>
                  </a:cubicBezTo>
                  <a:cubicBezTo>
                    <a:pt x="30" y="50"/>
                    <a:pt x="30" y="50"/>
                    <a:pt x="30" y="50"/>
                  </a:cubicBezTo>
                  <a:cubicBezTo>
                    <a:pt x="29" y="74"/>
                    <a:pt x="29" y="74"/>
                    <a:pt x="29" y="74"/>
                  </a:cubicBezTo>
                  <a:cubicBezTo>
                    <a:pt x="30" y="82"/>
                    <a:pt x="33" y="90"/>
                    <a:pt x="38" y="99"/>
                  </a:cubicBezTo>
                  <a:cubicBezTo>
                    <a:pt x="38" y="99"/>
                    <a:pt x="39" y="102"/>
                    <a:pt x="39" y="102"/>
                  </a:cubicBezTo>
                  <a:cubicBezTo>
                    <a:pt x="41" y="107"/>
                    <a:pt x="38" y="114"/>
                    <a:pt x="32" y="116"/>
                  </a:cubicBezTo>
                  <a:cubicBezTo>
                    <a:pt x="31" y="117"/>
                    <a:pt x="29" y="118"/>
                    <a:pt x="27" y="118"/>
                  </a:cubicBezTo>
                  <a:cubicBezTo>
                    <a:pt x="27" y="123"/>
                    <a:pt x="27" y="123"/>
                    <a:pt x="27" y="123"/>
                  </a:cubicBezTo>
                  <a:cubicBezTo>
                    <a:pt x="103" y="123"/>
                    <a:pt x="103" y="123"/>
                    <a:pt x="103" y="123"/>
                  </a:cubicBezTo>
                  <a:cubicBezTo>
                    <a:pt x="103" y="118"/>
                    <a:pt x="103" y="118"/>
                    <a:pt x="103" y="118"/>
                  </a:cubicBezTo>
                  <a:cubicBezTo>
                    <a:pt x="101" y="118"/>
                    <a:pt x="99" y="117"/>
                    <a:pt x="97" y="116"/>
                  </a:cubicBezTo>
                  <a:cubicBezTo>
                    <a:pt x="92" y="114"/>
                    <a:pt x="89" y="107"/>
                    <a:pt x="91" y="102"/>
                  </a:cubicBezTo>
                  <a:cubicBezTo>
                    <a:pt x="91" y="102"/>
                    <a:pt x="92" y="99"/>
                    <a:pt x="92" y="99"/>
                  </a:cubicBezTo>
                  <a:cubicBezTo>
                    <a:pt x="97" y="90"/>
                    <a:pt x="99" y="82"/>
                    <a:pt x="101" y="74"/>
                  </a:cubicBezTo>
                  <a:cubicBezTo>
                    <a:pt x="100" y="50"/>
                    <a:pt x="100" y="50"/>
                    <a:pt x="100" y="50"/>
                  </a:cubicBezTo>
                  <a:cubicBezTo>
                    <a:pt x="99" y="42"/>
                    <a:pt x="99" y="42"/>
                    <a:pt x="99" y="42"/>
                  </a:cubicBezTo>
                  <a:cubicBezTo>
                    <a:pt x="106" y="62"/>
                    <a:pt x="105" y="79"/>
                    <a:pt x="94" y="100"/>
                  </a:cubicBezTo>
                  <a:cubicBezTo>
                    <a:pt x="93" y="100"/>
                    <a:pt x="93" y="102"/>
                    <a:pt x="92" y="102"/>
                  </a:cubicBezTo>
                  <a:cubicBezTo>
                    <a:pt x="91" y="107"/>
                    <a:pt x="93" y="112"/>
                    <a:pt x="98" y="114"/>
                  </a:cubicBezTo>
                  <a:cubicBezTo>
                    <a:pt x="103" y="117"/>
                    <a:pt x="108" y="115"/>
                    <a:pt x="111" y="111"/>
                  </a:cubicBezTo>
                  <a:cubicBezTo>
                    <a:pt x="111" y="111"/>
                    <a:pt x="112" y="109"/>
                    <a:pt x="113" y="108"/>
                  </a:cubicBezTo>
                  <a:cubicBezTo>
                    <a:pt x="130" y="80"/>
                    <a:pt x="128" y="52"/>
                    <a:pt x="113" y="23"/>
                  </a:cubicBezTo>
                  <a:cubicBezTo>
                    <a:pt x="109" y="16"/>
                    <a:pt x="104" y="10"/>
                    <a:pt x="93" y="5"/>
                  </a:cubicBezTo>
                  <a:cubicBezTo>
                    <a:pt x="93" y="5"/>
                    <a:pt x="93" y="5"/>
                    <a:pt x="93" y="5"/>
                  </a:cubicBezTo>
                  <a:cubicBezTo>
                    <a:pt x="91" y="4"/>
                    <a:pt x="88" y="3"/>
                    <a:pt x="85" y="3"/>
                  </a:cubicBezTo>
                  <a:cubicBezTo>
                    <a:pt x="84" y="2"/>
                    <a:pt x="84" y="2"/>
                    <a:pt x="84" y="2"/>
                  </a:cubicBezTo>
                  <a:cubicBezTo>
                    <a:pt x="84" y="2"/>
                    <a:pt x="83" y="2"/>
                    <a:pt x="82" y="2"/>
                  </a:cubicBezTo>
                  <a:cubicBezTo>
                    <a:pt x="82" y="2"/>
                    <a:pt x="82" y="2"/>
                    <a:pt x="82" y="2"/>
                  </a:cubicBezTo>
                  <a:cubicBezTo>
                    <a:pt x="81" y="2"/>
                    <a:pt x="79" y="1"/>
                    <a:pt x="78" y="1"/>
                  </a:cubicBezTo>
                  <a:cubicBezTo>
                    <a:pt x="74" y="1"/>
                    <a:pt x="69" y="1"/>
                    <a:pt x="65" y="0"/>
                  </a:cubicBezTo>
                  <a:cubicBezTo>
                    <a:pt x="65" y="0"/>
                    <a:pt x="65" y="0"/>
                    <a:pt x="65" y="0"/>
                  </a:cubicBezTo>
                  <a:cubicBezTo>
                    <a:pt x="65" y="0"/>
                    <a:pt x="65" y="0"/>
                    <a:pt x="65" y="0"/>
                  </a:cubicBezTo>
                  <a:cubicBezTo>
                    <a:pt x="65" y="0"/>
                    <a:pt x="65" y="0"/>
                    <a:pt x="65" y="0"/>
                  </a:cubicBezTo>
                  <a:cubicBezTo>
                    <a:pt x="65" y="0"/>
                    <a:pt x="65" y="0"/>
                    <a:pt x="65" y="0"/>
                  </a:cubicBezTo>
                  <a:cubicBezTo>
                    <a:pt x="61" y="1"/>
                    <a:pt x="55" y="1"/>
                    <a:pt x="52" y="1"/>
                  </a:cubicBezTo>
                  <a:cubicBezTo>
                    <a:pt x="50" y="1"/>
                    <a:pt x="49" y="2"/>
                    <a:pt x="47" y="2"/>
                  </a:cubicBezTo>
                  <a:cubicBezTo>
                    <a:pt x="47" y="2"/>
                    <a:pt x="47" y="2"/>
                    <a:pt x="47" y="2"/>
                  </a:cubicBezTo>
                  <a:cubicBezTo>
                    <a:pt x="47" y="2"/>
                    <a:pt x="46" y="2"/>
                    <a:pt x="45" y="2"/>
                  </a:cubicBezTo>
                  <a:cubicBezTo>
                    <a:pt x="45" y="3"/>
                    <a:pt x="45" y="3"/>
                    <a:pt x="45" y="3"/>
                  </a:cubicBezTo>
                  <a:cubicBezTo>
                    <a:pt x="41" y="3"/>
                    <a:pt x="39" y="4"/>
                    <a:pt x="37" y="5"/>
                  </a:cubicBezTo>
                  <a:cubicBezTo>
                    <a:pt x="37" y="5"/>
                    <a:pt x="37" y="5"/>
                    <a:pt x="37" y="5"/>
                  </a:cubicBezTo>
                  <a:cubicBezTo>
                    <a:pt x="25" y="10"/>
                    <a:pt x="20" y="16"/>
                    <a:pt x="17" y="23"/>
                  </a:cubicBezTo>
                  <a:cubicBezTo>
                    <a:pt x="1" y="52"/>
                    <a:pt x="0" y="80"/>
                    <a:pt x="17" y="108"/>
                  </a:cubicBezTo>
                  <a:cubicBezTo>
                    <a:pt x="17" y="109"/>
                    <a:pt x="18" y="111"/>
                    <a:pt x="19" y="111"/>
                  </a:cubicBezTo>
                  <a:close/>
                  <a:moveTo>
                    <a:pt x="75" y="35"/>
                  </a:moveTo>
                  <a:cubicBezTo>
                    <a:pt x="80" y="35"/>
                    <a:pt x="80" y="35"/>
                    <a:pt x="80" y="35"/>
                  </a:cubicBezTo>
                  <a:cubicBezTo>
                    <a:pt x="80" y="30"/>
                    <a:pt x="80" y="30"/>
                    <a:pt x="80" y="30"/>
                  </a:cubicBezTo>
                  <a:cubicBezTo>
                    <a:pt x="88" y="30"/>
                    <a:pt x="88" y="30"/>
                    <a:pt x="88" y="30"/>
                  </a:cubicBezTo>
                  <a:cubicBezTo>
                    <a:pt x="88" y="35"/>
                    <a:pt x="88" y="35"/>
                    <a:pt x="88" y="35"/>
                  </a:cubicBezTo>
                  <a:cubicBezTo>
                    <a:pt x="93" y="35"/>
                    <a:pt x="93" y="35"/>
                    <a:pt x="93" y="35"/>
                  </a:cubicBezTo>
                  <a:cubicBezTo>
                    <a:pt x="93" y="42"/>
                    <a:pt x="93" y="42"/>
                    <a:pt x="93" y="42"/>
                  </a:cubicBezTo>
                  <a:cubicBezTo>
                    <a:pt x="88" y="42"/>
                    <a:pt x="88" y="42"/>
                    <a:pt x="88" y="42"/>
                  </a:cubicBezTo>
                  <a:cubicBezTo>
                    <a:pt x="88" y="47"/>
                    <a:pt x="88" y="47"/>
                    <a:pt x="88" y="47"/>
                  </a:cubicBezTo>
                  <a:cubicBezTo>
                    <a:pt x="80" y="47"/>
                    <a:pt x="80" y="47"/>
                    <a:pt x="80" y="47"/>
                  </a:cubicBezTo>
                  <a:cubicBezTo>
                    <a:pt x="80" y="42"/>
                    <a:pt x="80" y="42"/>
                    <a:pt x="80" y="42"/>
                  </a:cubicBezTo>
                  <a:cubicBezTo>
                    <a:pt x="75" y="42"/>
                    <a:pt x="75" y="42"/>
                    <a:pt x="75" y="42"/>
                  </a:cubicBezTo>
                  <a:lnTo>
                    <a:pt x="75" y="35"/>
                  </a:lnTo>
                  <a:close/>
                  <a:moveTo>
                    <a:pt x="65" y="19"/>
                  </a:moveTo>
                  <a:cubicBezTo>
                    <a:pt x="67" y="19"/>
                    <a:pt x="68" y="21"/>
                    <a:pt x="68" y="22"/>
                  </a:cubicBezTo>
                  <a:cubicBezTo>
                    <a:pt x="68" y="24"/>
                    <a:pt x="67" y="25"/>
                    <a:pt x="65" y="25"/>
                  </a:cubicBezTo>
                  <a:cubicBezTo>
                    <a:pt x="63" y="25"/>
                    <a:pt x="62" y="24"/>
                    <a:pt x="62" y="22"/>
                  </a:cubicBezTo>
                  <a:cubicBezTo>
                    <a:pt x="62" y="21"/>
                    <a:pt x="63" y="19"/>
                    <a:pt x="65" y="19"/>
                  </a:cubicBezTo>
                  <a:close/>
                  <a:moveTo>
                    <a:pt x="65" y="43"/>
                  </a:moveTo>
                  <a:cubicBezTo>
                    <a:pt x="67" y="43"/>
                    <a:pt x="68" y="44"/>
                    <a:pt x="68" y="46"/>
                  </a:cubicBezTo>
                  <a:cubicBezTo>
                    <a:pt x="68" y="48"/>
                    <a:pt x="67" y="49"/>
                    <a:pt x="65" y="49"/>
                  </a:cubicBezTo>
                  <a:cubicBezTo>
                    <a:pt x="63" y="49"/>
                    <a:pt x="62" y="48"/>
                    <a:pt x="62" y="46"/>
                  </a:cubicBezTo>
                  <a:cubicBezTo>
                    <a:pt x="62" y="44"/>
                    <a:pt x="63" y="43"/>
                    <a:pt x="65" y="43"/>
                  </a:cubicBezTo>
                  <a:close/>
                  <a:moveTo>
                    <a:pt x="65" y="66"/>
                  </a:moveTo>
                  <a:cubicBezTo>
                    <a:pt x="67" y="66"/>
                    <a:pt x="68" y="68"/>
                    <a:pt x="68" y="70"/>
                  </a:cubicBezTo>
                  <a:cubicBezTo>
                    <a:pt x="68" y="71"/>
                    <a:pt x="67" y="73"/>
                    <a:pt x="65" y="73"/>
                  </a:cubicBezTo>
                  <a:cubicBezTo>
                    <a:pt x="63" y="73"/>
                    <a:pt x="62" y="71"/>
                    <a:pt x="62" y="70"/>
                  </a:cubicBezTo>
                  <a:cubicBezTo>
                    <a:pt x="62" y="68"/>
                    <a:pt x="63" y="66"/>
                    <a:pt x="65" y="66"/>
                  </a:cubicBezTo>
                  <a:close/>
                  <a:moveTo>
                    <a:pt x="65" y="90"/>
                  </a:moveTo>
                  <a:cubicBezTo>
                    <a:pt x="67" y="90"/>
                    <a:pt x="68" y="91"/>
                    <a:pt x="68" y="93"/>
                  </a:cubicBezTo>
                  <a:cubicBezTo>
                    <a:pt x="68" y="95"/>
                    <a:pt x="67" y="96"/>
                    <a:pt x="65" y="96"/>
                  </a:cubicBezTo>
                  <a:cubicBezTo>
                    <a:pt x="63" y="96"/>
                    <a:pt x="62" y="95"/>
                    <a:pt x="62" y="93"/>
                  </a:cubicBezTo>
                  <a:cubicBezTo>
                    <a:pt x="62" y="91"/>
                    <a:pt x="63" y="90"/>
                    <a:pt x="65" y="90"/>
                  </a:cubicBezTo>
                  <a:close/>
                  <a:moveTo>
                    <a:pt x="65" y="114"/>
                  </a:moveTo>
                  <a:cubicBezTo>
                    <a:pt x="67" y="114"/>
                    <a:pt x="68" y="115"/>
                    <a:pt x="68" y="117"/>
                  </a:cubicBezTo>
                  <a:cubicBezTo>
                    <a:pt x="68" y="119"/>
                    <a:pt x="67" y="120"/>
                    <a:pt x="65" y="120"/>
                  </a:cubicBezTo>
                  <a:cubicBezTo>
                    <a:pt x="63" y="120"/>
                    <a:pt x="62" y="119"/>
                    <a:pt x="62" y="117"/>
                  </a:cubicBezTo>
                  <a:cubicBezTo>
                    <a:pt x="62" y="115"/>
                    <a:pt x="63" y="114"/>
                    <a:pt x="65" y="1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80"/>
            <p:cNvSpPr>
              <a:spLocks/>
            </p:cNvSpPr>
            <p:nvPr/>
          </p:nvSpPr>
          <p:spPr bwMode="auto">
            <a:xfrm>
              <a:off x="9345613" y="3643313"/>
              <a:ext cx="1193800" cy="506413"/>
            </a:xfrm>
            <a:custGeom>
              <a:avLst/>
              <a:gdLst>
                <a:gd name="T0" fmla="*/ 0 w 752"/>
                <a:gd name="T1" fmla="*/ 127 h 319"/>
                <a:gd name="T2" fmla="*/ 50 w 752"/>
                <a:gd name="T3" fmla="*/ 127 h 319"/>
                <a:gd name="T4" fmla="*/ 50 w 752"/>
                <a:gd name="T5" fmla="*/ 319 h 319"/>
                <a:gd name="T6" fmla="*/ 127 w 752"/>
                <a:gd name="T7" fmla="*/ 319 h 319"/>
                <a:gd name="T8" fmla="*/ 127 w 752"/>
                <a:gd name="T9" fmla="*/ 127 h 319"/>
                <a:gd name="T10" fmla="*/ 626 w 752"/>
                <a:gd name="T11" fmla="*/ 127 h 319"/>
                <a:gd name="T12" fmla="*/ 626 w 752"/>
                <a:gd name="T13" fmla="*/ 319 h 319"/>
                <a:gd name="T14" fmla="*/ 705 w 752"/>
                <a:gd name="T15" fmla="*/ 319 h 319"/>
                <a:gd name="T16" fmla="*/ 705 w 752"/>
                <a:gd name="T17" fmla="*/ 127 h 319"/>
                <a:gd name="T18" fmla="*/ 752 w 752"/>
                <a:gd name="T19" fmla="*/ 127 h 319"/>
                <a:gd name="T20" fmla="*/ 752 w 752"/>
                <a:gd name="T21" fmla="*/ 0 h 319"/>
                <a:gd name="T22" fmla="*/ 0 w 752"/>
                <a:gd name="T23" fmla="*/ 0 h 319"/>
                <a:gd name="T24" fmla="*/ 0 w 752"/>
                <a:gd name="T25" fmla="*/ 127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52" h="319">
                  <a:moveTo>
                    <a:pt x="0" y="127"/>
                  </a:moveTo>
                  <a:lnTo>
                    <a:pt x="50" y="127"/>
                  </a:lnTo>
                  <a:lnTo>
                    <a:pt x="50" y="319"/>
                  </a:lnTo>
                  <a:lnTo>
                    <a:pt x="127" y="319"/>
                  </a:lnTo>
                  <a:lnTo>
                    <a:pt x="127" y="127"/>
                  </a:lnTo>
                  <a:lnTo>
                    <a:pt x="626" y="127"/>
                  </a:lnTo>
                  <a:lnTo>
                    <a:pt x="626" y="319"/>
                  </a:lnTo>
                  <a:lnTo>
                    <a:pt x="705" y="319"/>
                  </a:lnTo>
                  <a:lnTo>
                    <a:pt x="705" y="127"/>
                  </a:lnTo>
                  <a:lnTo>
                    <a:pt x="752" y="127"/>
                  </a:lnTo>
                  <a:lnTo>
                    <a:pt x="752" y="0"/>
                  </a:lnTo>
                  <a:lnTo>
                    <a:pt x="0" y="0"/>
                  </a:lnTo>
                  <a:lnTo>
                    <a:pt x="0" y="1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Rectangle 181"/>
            <p:cNvSpPr>
              <a:spLocks noChangeArrowheads="1"/>
            </p:cNvSpPr>
            <p:nvPr/>
          </p:nvSpPr>
          <p:spPr bwMode="auto">
            <a:xfrm>
              <a:off x="10002838" y="3109913"/>
              <a:ext cx="630237"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Rectangle 182"/>
            <p:cNvSpPr>
              <a:spLocks noChangeArrowheads="1"/>
            </p:cNvSpPr>
            <p:nvPr/>
          </p:nvSpPr>
          <p:spPr bwMode="auto">
            <a:xfrm>
              <a:off x="10002838" y="3335338"/>
              <a:ext cx="630237"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183"/>
            <p:cNvSpPr>
              <a:spLocks/>
            </p:cNvSpPr>
            <p:nvPr/>
          </p:nvSpPr>
          <p:spPr bwMode="auto">
            <a:xfrm>
              <a:off x="10328276" y="3009900"/>
              <a:ext cx="93662" cy="92075"/>
            </a:xfrm>
            <a:custGeom>
              <a:avLst/>
              <a:gdLst>
                <a:gd name="T0" fmla="*/ 7 w 26"/>
                <a:gd name="T1" fmla="*/ 26 h 26"/>
                <a:gd name="T2" fmla="*/ 19 w 26"/>
                <a:gd name="T3" fmla="*/ 26 h 26"/>
                <a:gd name="T4" fmla="*/ 26 w 26"/>
                <a:gd name="T5" fmla="*/ 14 h 26"/>
                <a:gd name="T6" fmla="*/ 23 w 26"/>
                <a:gd name="T7" fmla="*/ 5 h 26"/>
                <a:gd name="T8" fmla="*/ 25 w 26"/>
                <a:gd name="T9" fmla="*/ 3 h 26"/>
                <a:gd name="T10" fmla="*/ 22 w 26"/>
                <a:gd name="T11" fmla="*/ 0 h 26"/>
                <a:gd name="T12" fmla="*/ 4 w 26"/>
                <a:gd name="T13" fmla="*/ 0 h 26"/>
                <a:gd name="T14" fmla="*/ 2 w 26"/>
                <a:gd name="T15" fmla="*/ 3 h 26"/>
                <a:gd name="T16" fmla="*/ 3 w 26"/>
                <a:gd name="T17" fmla="*/ 5 h 26"/>
                <a:gd name="T18" fmla="*/ 0 w 26"/>
                <a:gd name="T19" fmla="*/ 14 h 26"/>
                <a:gd name="T20" fmla="*/ 7 w 26"/>
                <a:gd name="T21"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26">
                  <a:moveTo>
                    <a:pt x="7" y="26"/>
                  </a:moveTo>
                  <a:cubicBezTo>
                    <a:pt x="19" y="26"/>
                    <a:pt x="19" y="26"/>
                    <a:pt x="19" y="26"/>
                  </a:cubicBezTo>
                  <a:cubicBezTo>
                    <a:pt x="23" y="24"/>
                    <a:pt x="26" y="19"/>
                    <a:pt x="26" y="14"/>
                  </a:cubicBezTo>
                  <a:cubicBezTo>
                    <a:pt x="26" y="11"/>
                    <a:pt x="25" y="8"/>
                    <a:pt x="23" y="5"/>
                  </a:cubicBezTo>
                  <a:cubicBezTo>
                    <a:pt x="24" y="5"/>
                    <a:pt x="25" y="4"/>
                    <a:pt x="25" y="3"/>
                  </a:cubicBezTo>
                  <a:cubicBezTo>
                    <a:pt x="25" y="1"/>
                    <a:pt x="24" y="0"/>
                    <a:pt x="22" y="0"/>
                  </a:cubicBezTo>
                  <a:cubicBezTo>
                    <a:pt x="4" y="0"/>
                    <a:pt x="4" y="0"/>
                    <a:pt x="4" y="0"/>
                  </a:cubicBezTo>
                  <a:cubicBezTo>
                    <a:pt x="3" y="0"/>
                    <a:pt x="2" y="1"/>
                    <a:pt x="2" y="3"/>
                  </a:cubicBezTo>
                  <a:cubicBezTo>
                    <a:pt x="2" y="4"/>
                    <a:pt x="2" y="5"/>
                    <a:pt x="3" y="5"/>
                  </a:cubicBezTo>
                  <a:cubicBezTo>
                    <a:pt x="2" y="8"/>
                    <a:pt x="0" y="11"/>
                    <a:pt x="0" y="14"/>
                  </a:cubicBezTo>
                  <a:cubicBezTo>
                    <a:pt x="0" y="19"/>
                    <a:pt x="3" y="24"/>
                    <a:pt x="7"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184"/>
            <p:cNvSpPr>
              <a:spLocks/>
            </p:cNvSpPr>
            <p:nvPr/>
          </p:nvSpPr>
          <p:spPr bwMode="auto">
            <a:xfrm>
              <a:off x="10504488" y="3260725"/>
              <a:ext cx="68262" cy="68263"/>
            </a:xfrm>
            <a:custGeom>
              <a:avLst/>
              <a:gdLst>
                <a:gd name="T0" fmla="*/ 5 w 19"/>
                <a:gd name="T1" fmla="*/ 19 h 19"/>
                <a:gd name="T2" fmla="*/ 14 w 19"/>
                <a:gd name="T3" fmla="*/ 19 h 19"/>
                <a:gd name="T4" fmla="*/ 19 w 19"/>
                <a:gd name="T5" fmla="*/ 11 h 19"/>
                <a:gd name="T6" fmla="*/ 17 w 19"/>
                <a:gd name="T7" fmla="*/ 4 h 19"/>
                <a:gd name="T8" fmla="*/ 18 w 19"/>
                <a:gd name="T9" fmla="*/ 2 h 19"/>
                <a:gd name="T10" fmla="*/ 16 w 19"/>
                <a:gd name="T11" fmla="*/ 0 h 19"/>
                <a:gd name="T12" fmla="*/ 3 w 19"/>
                <a:gd name="T13" fmla="*/ 0 h 19"/>
                <a:gd name="T14" fmla="*/ 1 w 19"/>
                <a:gd name="T15" fmla="*/ 2 h 19"/>
                <a:gd name="T16" fmla="*/ 2 w 19"/>
                <a:gd name="T17" fmla="*/ 4 h 19"/>
                <a:gd name="T18" fmla="*/ 0 w 19"/>
                <a:gd name="T19" fmla="*/ 11 h 19"/>
                <a:gd name="T20" fmla="*/ 5 w 19"/>
                <a:gd name="T21"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9">
                  <a:moveTo>
                    <a:pt x="5" y="19"/>
                  </a:moveTo>
                  <a:cubicBezTo>
                    <a:pt x="14" y="19"/>
                    <a:pt x="14" y="19"/>
                    <a:pt x="14" y="19"/>
                  </a:cubicBezTo>
                  <a:cubicBezTo>
                    <a:pt x="17" y="18"/>
                    <a:pt x="19" y="14"/>
                    <a:pt x="19" y="11"/>
                  </a:cubicBezTo>
                  <a:cubicBezTo>
                    <a:pt x="19" y="8"/>
                    <a:pt x="18" y="6"/>
                    <a:pt x="17" y="4"/>
                  </a:cubicBezTo>
                  <a:cubicBezTo>
                    <a:pt x="17" y="4"/>
                    <a:pt x="18" y="3"/>
                    <a:pt x="18" y="2"/>
                  </a:cubicBezTo>
                  <a:cubicBezTo>
                    <a:pt x="18" y="1"/>
                    <a:pt x="17" y="0"/>
                    <a:pt x="16" y="0"/>
                  </a:cubicBezTo>
                  <a:cubicBezTo>
                    <a:pt x="3" y="0"/>
                    <a:pt x="3" y="0"/>
                    <a:pt x="3" y="0"/>
                  </a:cubicBezTo>
                  <a:cubicBezTo>
                    <a:pt x="2" y="0"/>
                    <a:pt x="1" y="1"/>
                    <a:pt x="1" y="2"/>
                  </a:cubicBezTo>
                  <a:cubicBezTo>
                    <a:pt x="1" y="3"/>
                    <a:pt x="2" y="4"/>
                    <a:pt x="2" y="4"/>
                  </a:cubicBezTo>
                  <a:cubicBezTo>
                    <a:pt x="1" y="6"/>
                    <a:pt x="0" y="8"/>
                    <a:pt x="0" y="11"/>
                  </a:cubicBezTo>
                  <a:cubicBezTo>
                    <a:pt x="0" y="14"/>
                    <a:pt x="2" y="18"/>
                    <a:pt x="5"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185"/>
            <p:cNvSpPr>
              <a:spLocks/>
            </p:cNvSpPr>
            <p:nvPr/>
          </p:nvSpPr>
          <p:spPr bwMode="auto">
            <a:xfrm>
              <a:off x="10234613" y="2990850"/>
              <a:ext cx="65087" cy="111125"/>
            </a:xfrm>
            <a:custGeom>
              <a:avLst/>
              <a:gdLst>
                <a:gd name="T0" fmla="*/ 41 w 41"/>
                <a:gd name="T1" fmla="*/ 16 h 70"/>
                <a:gd name="T2" fmla="*/ 27 w 41"/>
                <a:gd name="T3" fmla="*/ 16 h 70"/>
                <a:gd name="T4" fmla="*/ 27 w 41"/>
                <a:gd name="T5" fmla="*/ 12 h 70"/>
                <a:gd name="T6" fmla="*/ 32 w 41"/>
                <a:gd name="T7" fmla="*/ 12 h 70"/>
                <a:gd name="T8" fmla="*/ 32 w 41"/>
                <a:gd name="T9" fmla="*/ 0 h 70"/>
                <a:gd name="T10" fmla="*/ 9 w 41"/>
                <a:gd name="T11" fmla="*/ 0 h 70"/>
                <a:gd name="T12" fmla="*/ 9 w 41"/>
                <a:gd name="T13" fmla="*/ 12 h 70"/>
                <a:gd name="T14" fmla="*/ 12 w 41"/>
                <a:gd name="T15" fmla="*/ 12 h 70"/>
                <a:gd name="T16" fmla="*/ 12 w 41"/>
                <a:gd name="T17" fmla="*/ 16 h 70"/>
                <a:gd name="T18" fmla="*/ 0 w 41"/>
                <a:gd name="T19" fmla="*/ 16 h 70"/>
                <a:gd name="T20" fmla="*/ 0 w 41"/>
                <a:gd name="T21" fmla="*/ 70 h 70"/>
                <a:gd name="T22" fmla="*/ 41 w 41"/>
                <a:gd name="T23" fmla="*/ 70 h 70"/>
                <a:gd name="T24" fmla="*/ 41 w 41"/>
                <a:gd name="T25" fmla="*/ 1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1" h="70">
                  <a:moveTo>
                    <a:pt x="41" y="16"/>
                  </a:moveTo>
                  <a:lnTo>
                    <a:pt x="27" y="16"/>
                  </a:lnTo>
                  <a:lnTo>
                    <a:pt x="27" y="12"/>
                  </a:lnTo>
                  <a:lnTo>
                    <a:pt x="32" y="12"/>
                  </a:lnTo>
                  <a:lnTo>
                    <a:pt x="32" y="0"/>
                  </a:lnTo>
                  <a:lnTo>
                    <a:pt x="9" y="0"/>
                  </a:lnTo>
                  <a:lnTo>
                    <a:pt x="9" y="12"/>
                  </a:lnTo>
                  <a:lnTo>
                    <a:pt x="12" y="12"/>
                  </a:lnTo>
                  <a:lnTo>
                    <a:pt x="12" y="16"/>
                  </a:lnTo>
                  <a:lnTo>
                    <a:pt x="0" y="16"/>
                  </a:lnTo>
                  <a:lnTo>
                    <a:pt x="0" y="70"/>
                  </a:lnTo>
                  <a:lnTo>
                    <a:pt x="41" y="70"/>
                  </a:lnTo>
                  <a:lnTo>
                    <a:pt x="41"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186"/>
            <p:cNvSpPr>
              <a:spLocks/>
            </p:cNvSpPr>
            <p:nvPr/>
          </p:nvSpPr>
          <p:spPr bwMode="auto">
            <a:xfrm>
              <a:off x="10325101" y="3217863"/>
              <a:ext cx="63500" cy="111125"/>
            </a:xfrm>
            <a:custGeom>
              <a:avLst/>
              <a:gdLst>
                <a:gd name="T0" fmla="*/ 0 w 40"/>
                <a:gd name="T1" fmla="*/ 15 h 70"/>
                <a:gd name="T2" fmla="*/ 0 w 40"/>
                <a:gd name="T3" fmla="*/ 70 h 70"/>
                <a:gd name="T4" fmla="*/ 40 w 40"/>
                <a:gd name="T5" fmla="*/ 70 h 70"/>
                <a:gd name="T6" fmla="*/ 40 w 40"/>
                <a:gd name="T7" fmla="*/ 15 h 70"/>
                <a:gd name="T8" fmla="*/ 29 w 40"/>
                <a:gd name="T9" fmla="*/ 15 h 70"/>
                <a:gd name="T10" fmla="*/ 29 w 40"/>
                <a:gd name="T11" fmla="*/ 11 h 70"/>
                <a:gd name="T12" fmla="*/ 31 w 40"/>
                <a:gd name="T13" fmla="*/ 11 h 70"/>
                <a:gd name="T14" fmla="*/ 31 w 40"/>
                <a:gd name="T15" fmla="*/ 0 h 70"/>
                <a:gd name="T16" fmla="*/ 9 w 40"/>
                <a:gd name="T17" fmla="*/ 0 h 70"/>
                <a:gd name="T18" fmla="*/ 9 w 40"/>
                <a:gd name="T19" fmla="*/ 11 h 70"/>
                <a:gd name="T20" fmla="*/ 13 w 40"/>
                <a:gd name="T21" fmla="*/ 11 h 70"/>
                <a:gd name="T22" fmla="*/ 13 w 40"/>
                <a:gd name="T23" fmla="*/ 15 h 70"/>
                <a:gd name="T24" fmla="*/ 0 w 40"/>
                <a:gd name="T25" fmla="*/ 1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 h="70">
                  <a:moveTo>
                    <a:pt x="0" y="15"/>
                  </a:moveTo>
                  <a:lnTo>
                    <a:pt x="0" y="70"/>
                  </a:lnTo>
                  <a:lnTo>
                    <a:pt x="40" y="70"/>
                  </a:lnTo>
                  <a:lnTo>
                    <a:pt x="40" y="15"/>
                  </a:lnTo>
                  <a:lnTo>
                    <a:pt x="29" y="15"/>
                  </a:lnTo>
                  <a:lnTo>
                    <a:pt x="29" y="11"/>
                  </a:lnTo>
                  <a:lnTo>
                    <a:pt x="31" y="11"/>
                  </a:lnTo>
                  <a:lnTo>
                    <a:pt x="31" y="0"/>
                  </a:lnTo>
                  <a:lnTo>
                    <a:pt x="9" y="0"/>
                  </a:lnTo>
                  <a:lnTo>
                    <a:pt x="9" y="11"/>
                  </a:lnTo>
                  <a:lnTo>
                    <a:pt x="13" y="11"/>
                  </a:lnTo>
                  <a:lnTo>
                    <a:pt x="13" y="15"/>
                  </a:lnTo>
                  <a:lnTo>
                    <a:pt x="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187"/>
            <p:cNvSpPr>
              <a:spLocks/>
            </p:cNvSpPr>
            <p:nvPr/>
          </p:nvSpPr>
          <p:spPr bwMode="auto">
            <a:xfrm>
              <a:off x="10417176" y="3217863"/>
              <a:ext cx="65087" cy="111125"/>
            </a:xfrm>
            <a:custGeom>
              <a:avLst/>
              <a:gdLst>
                <a:gd name="T0" fmla="*/ 0 w 41"/>
                <a:gd name="T1" fmla="*/ 15 h 70"/>
                <a:gd name="T2" fmla="*/ 0 w 41"/>
                <a:gd name="T3" fmla="*/ 70 h 70"/>
                <a:gd name="T4" fmla="*/ 41 w 41"/>
                <a:gd name="T5" fmla="*/ 70 h 70"/>
                <a:gd name="T6" fmla="*/ 41 w 41"/>
                <a:gd name="T7" fmla="*/ 15 h 70"/>
                <a:gd name="T8" fmla="*/ 28 w 41"/>
                <a:gd name="T9" fmla="*/ 15 h 70"/>
                <a:gd name="T10" fmla="*/ 28 w 41"/>
                <a:gd name="T11" fmla="*/ 11 h 70"/>
                <a:gd name="T12" fmla="*/ 32 w 41"/>
                <a:gd name="T13" fmla="*/ 11 h 70"/>
                <a:gd name="T14" fmla="*/ 32 w 41"/>
                <a:gd name="T15" fmla="*/ 0 h 70"/>
                <a:gd name="T16" fmla="*/ 10 w 41"/>
                <a:gd name="T17" fmla="*/ 0 h 70"/>
                <a:gd name="T18" fmla="*/ 10 w 41"/>
                <a:gd name="T19" fmla="*/ 11 h 70"/>
                <a:gd name="T20" fmla="*/ 12 w 41"/>
                <a:gd name="T21" fmla="*/ 11 h 70"/>
                <a:gd name="T22" fmla="*/ 12 w 41"/>
                <a:gd name="T23" fmla="*/ 15 h 70"/>
                <a:gd name="T24" fmla="*/ 0 w 41"/>
                <a:gd name="T25" fmla="*/ 1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1" h="70">
                  <a:moveTo>
                    <a:pt x="0" y="15"/>
                  </a:moveTo>
                  <a:lnTo>
                    <a:pt x="0" y="70"/>
                  </a:lnTo>
                  <a:lnTo>
                    <a:pt x="41" y="70"/>
                  </a:lnTo>
                  <a:lnTo>
                    <a:pt x="41" y="15"/>
                  </a:lnTo>
                  <a:lnTo>
                    <a:pt x="28" y="15"/>
                  </a:lnTo>
                  <a:lnTo>
                    <a:pt x="28" y="11"/>
                  </a:lnTo>
                  <a:lnTo>
                    <a:pt x="32" y="11"/>
                  </a:lnTo>
                  <a:lnTo>
                    <a:pt x="32" y="0"/>
                  </a:lnTo>
                  <a:lnTo>
                    <a:pt x="10" y="0"/>
                  </a:lnTo>
                  <a:lnTo>
                    <a:pt x="10" y="11"/>
                  </a:lnTo>
                  <a:lnTo>
                    <a:pt x="12" y="11"/>
                  </a:lnTo>
                  <a:lnTo>
                    <a:pt x="12" y="15"/>
                  </a:lnTo>
                  <a:lnTo>
                    <a:pt x="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188"/>
            <p:cNvSpPr>
              <a:spLocks/>
            </p:cNvSpPr>
            <p:nvPr/>
          </p:nvSpPr>
          <p:spPr bwMode="auto">
            <a:xfrm>
              <a:off x="10128251" y="2959100"/>
              <a:ext cx="82550" cy="142875"/>
            </a:xfrm>
            <a:custGeom>
              <a:avLst/>
              <a:gdLst>
                <a:gd name="T0" fmla="*/ 19 w 23"/>
                <a:gd name="T1" fmla="*/ 40 h 40"/>
                <a:gd name="T2" fmla="*/ 23 w 23"/>
                <a:gd name="T3" fmla="*/ 27 h 40"/>
                <a:gd name="T4" fmla="*/ 15 w 23"/>
                <a:gd name="T5" fmla="*/ 11 h 40"/>
                <a:gd name="T6" fmla="*/ 15 w 23"/>
                <a:gd name="T7" fmla="*/ 8 h 40"/>
                <a:gd name="T8" fmla="*/ 18 w 23"/>
                <a:gd name="T9" fmla="*/ 4 h 40"/>
                <a:gd name="T10" fmla="*/ 14 w 23"/>
                <a:gd name="T11" fmla="*/ 0 h 40"/>
                <a:gd name="T12" fmla="*/ 9 w 23"/>
                <a:gd name="T13" fmla="*/ 0 h 40"/>
                <a:gd name="T14" fmla="*/ 5 w 23"/>
                <a:gd name="T15" fmla="*/ 4 h 40"/>
                <a:gd name="T16" fmla="*/ 8 w 23"/>
                <a:gd name="T17" fmla="*/ 8 h 40"/>
                <a:gd name="T18" fmla="*/ 8 w 23"/>
                <a:gd name="T19" fmla="*/ 11 h 40"/>
                <a:gd name="T20" fmla="*/ 0 w 23"/>
                <a:gd name="T21" fmla="*/ 27 h 40"/>
                <a:gd name="T22" fmla="*/ 4 w 23"/>
                <a:gd name="T23" fmla="*/ 40 h 40"/>
                <a:gd name="T24" fmla="*/ 19 w 23"/>
                <a:gd name="T25"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 h="40">
                  <a:moveTo>
                    <a:pt x="19" y="40"/>
                  </a:moveTo>
                  <a:cubicBezTo>
                    <a:pt x="21" y="37"/>
                    <a:pt x="23" y="32"/>
                    <a:pt x="23" y="27"/>
                  </a:cubicBezTo>
                  <a:cubicBezTo>
                    <a:pt x="23" y="20"/>
                    <a:pt x="20" y="13"/>
                    <a:pt x="15" y="11"/>
                  </a:cubicBezTo>
                  <a:cubicBezTo>
                    <a:pt x="15" y="8"/>
                    <a:pt x="15" y="8"/>
                    <a:pt x="15" y="8"/>
                  </a:cubicBezTo>
                  <a:cubicBezTo>
                    <a:pt x="17" y="7"/>
                    <a:pt x="18" y="6"/>
                    <a:pt x="18" y="4"/>
                  </a:cubicBezTo>
                  <a:cubicBezTo>
                    <a:pt x="18" y="2"/>
                    <a:pt x="16" y="0"/>
                    <a:pt x="14" y="0"/>
                  </a:cubicBezTo>
                  <a:cubicBezTo>
                    <a:pt x="9" y="0"/>
                    <a:pt x="9" y="0"/>
                    <a:pt x="9" y="0"/>
                  </a:cubicBezTo>
                  <a:cubicBezTo>
                    <a:pt x="7" y="0"/>
                    <a:pt x="5" y="2"/>
                    <a:pt x="5" y="4"/>
                  </a:cubicBezTo>
                  <a:cubicBezTo>
                    <a:pt x="5" y="6"/>
                    <a:pt x="6" y="7"/>
                    <a:pt x="8" y="8"/>
                  </a:cubicBezTo>
                  <a:cubicBezTo>
                    <a:pt x="8" y="11"/>
                    <a:pt x="8" y="11"/>
                    <a:pt x="8" y="11"/>
                  </a:cubicBezTo>
                  <a:cubicBezTo>
                    <a:pt x="4" y="13"/>
                    <a:pt x="0" y="20"/>
                    <a:pt x="0" y="27"/>
                  </a:cubicBezTo>
                  <a:cubicBezTo>
                    <a:pt x="0" y="32"/>
                    <a:pt x="2" y="37"/>
                    <a:pt x="4" y="40"/>
                  </a:cubicBezTo>
                  <a:lnTo>
                    <a:pt x="19"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189"/>
            <p:cNvSpPr>
              <a:spLocks/>
            </p:cNvSpPr>
            <p:nvPr/>
          </p:nvSpPr>
          <p:spPr bwMode="auto">
            <a:xfrm>
              <a:off x="10453688" y="2995613"/>
              <a:ext cx="60325" cy="106363"/>
            </a:xfrm>
            <a:custGeom>
              <a:avLst/>
              <a:gdLst>
                <a:gd name="T0" fmla="*/ 15 w 17"/>
                <a:gd name="T1" fmla="*/ 30 h 30"/>
                <a:gd name="T2" fmla="*/ 17 w 17"/>
                <a:gd name="T3" fmla="*/ 20 h 30"/>
                <a:gd name="T4" fmla="*/ 11 w 17"/>
                <a:gd name="T5" fmla="*/ 8 h 30"/>
                <a:gd name="T6" fmla="*/ 11 w 17"/>
                <a:gd name="T7" fmla="*/ 6 h 30"/>
                <a:gd name="T8" fmla="*/ 14 w 17"/>
                <a:gd name="T9" fmla="*/ 3 h 30"/>
                <a:gd name="T10" fmla="*/ 11 w 17"/>
                <a:gd name="T11" fmla="*/ 0 h 30"/>
                <a:gd name="T12" fmla="*/ 7 w 17"/>
                <a:gd name="T13" fmla="*/ 0 h 30"/>
                <a:gd name="T14" fmla="*/ 4 w 17"/>
                <a:gd name="T15" fmla="*/ 3 h 30"/>
                <a:gd name="T16" fmla="*/ 6 w 17"/>
                <a:gd name="T17" fmla="*/ 6 h 30"/>
                <a:gd name="T18" fmla="*/ 6 w 17"/>
                <a:gd name="T19" fmla="*/ 8 h 30"/>
                <a:gd name="T20" fmla="*/ 0 w 17"/>
                <a:gd name="T21" fmla="*/ 20 h 30"/>
                <a:gd name="T22" fmla="*/ 3 w 17"/>
                <a:gd name="T23" fmla="*/ 30 h 30"/>
                <a:gd name="T24" fmla="*/ 15 w 17"/>
                <a:gd name="T25"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30">
                  <a:moveTo>
                    <a:pt x="15" y="30"/>
                  </a:moveTo>
                  <a:cubicBezTo>
                    <a:pt x="16" y="28"/>
                    <a:pt x="17" y="24"/>
                    <a:pt x="17" y="20"/>
                  </a:cubicBezTo>
                  <a:cubicBezTo>
                    <a:pt x="17" y="15"/>
                    <a:pt x="15" y="10"/>
                    <a:pt x="11" y="8"/>
                  </a:cubicBezTo>
                  <a:cubicBezTo>
                    <a:pt x="11" y="6"/>
                    <a:pt x="11" y="6"/>
                    <a:pt x="11" y="6"/>
                  </a:cubicBezTo>
                  <a:cubicBezTo>
                    <a:pt x="13" y="5"/>
                    <a:pt x="14" y="4"/>
                    <a:pt x="14" y="3"/>
                  </a:cubicBezTo>
                  <a:cubicBezTo>
                    <a:pt x="14" y="1"/>
                    <a:pt x="12" y="0"/>
                    <a:pt x="11" y="0"/>
                  </a:cubicBezTo>
                  <a:cubicBezTo>
                    <a:pt x="7" y="0"/>
                    <a:pt x="7" y="0"/>
                    <a:pt x="7" y="0"/>
                  </a:cubicBezTo>
                  <a:cubicBezTo>
                    <a:pt x="5" y="0"/>
                    <a:pt x="4" y="1"/>
                    <a:pt x="4" y="3"/>
                  </a:cubicBezTo>
                  <a:cubicBezTo>
                    <a:pt x="4" y="4"/>
                    <a:pt x="5" y="5"/>
                    <a:pt x="6" y="6"/>
                  </a:cubicBezTo>
                  <a:cubicBezTo>
                    <a:pt x="6" y="8"/>
                    <a:pt x="6" y="8"/>
                    <a:pt x="6" y="8"/>
                  </a:cubicBezTo>
                  <a:cubicBezTo>
                    <a:pt x="3" y="10"/>
                    <a:pt x="0" y="15"/>
                    <a:pt x="0" y="20"/>
                  </a:cubicBezTo>
                  <a:cubicBezTo>
                    <a:pt x="0" y="24"/>
                    <a:pt x="1" y="28"/>
                    <a:pt x="3" y="30"/>
                  </a:cubicBezTo>
                  <a:lnTo>
                    <a:pt x="15"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190"/>
            <p:cNvSpPr>
              <a:spLocks/>
            </p:cNvSpPr>
            <p:nvPr/>
          </p:nvSpPr>
          <p:spPr bwMode="auto">
            <a:xfrm>
              <a:off x="10012363" y="2930525"/>
              <a:ext cx="82550" cy="171450"/>
            </a:xfrm>
            <a:custGeom>
              <a:avLst/>
              <a:gdLst>
                <a:gd name="T0" fmla="*/ 52 w 52"/>
                <a:gd name="T1" fmla="*/ 29 h 108"/>
                <a:gd name="T2" fmla="*/ 43 w 52"/>
                <a:gd name="T3" fmla="*/ 16 h 108"/>
                <a:gd name="T4" fmla="*/ 34 w 52"/>
                <a:gd name="T5" fmla="*/ 16 h 108"/>
                <a:gd name="T6" fmla="*/ 34 w 52"/>
                <a:gd name="T7" fmla="*/ 9 h 108"/>
                <a:gd name="T8" fmla="*/ 41 w 52"/>
                <a:gd name="T9" fmla="*/ 9 h 108"/>
                <a:gd name="T10" fmla="*/ 41 w 52"/>
                <a:gd name="T11" fmla="*/ 0 h 108"/>
                <a:gd name="T12" fmla="*/ 12 w 52"/>
                <a:gd name="T13" fmla="*/ 0 h 108"/>
                <a:gd name="T14" fmla="*/ 12 w 52"/>
                <a:gd name="T15" fmla="*/ 9 h 108"/>
                <a:gd name="T16" fmla="*/ 18 w 52"/>
                <a:gd name="T17" fmla="*/ 9 h 108"/>
                <a:gd name="T18" fmla="*/ 18 w 52"/>
                <a:gd name="T19" fmla="*/ 16 h 108"/>
                <a:gd name="T20" fmla="*/ 9 w 52"/>
                <a:gd name="T21" fmla="*/ 16 h 108"/>
                <a:gd name="T22" fmla="*/ 0 w 52"/>
                <a:gd name="T23" fmla="*/ 29 h 108"/>
                <a:gd name="T24" fmla="*/ 0 w 52"/>
                <a:gd name="T25" fmla="*/ 108 h 108"/>
                <a:gd name="T26" fmla="*/ 52 w 52"/>
                <a:gd name="T27" fmla="*/ 108 h 108"/>
                <a:gd name="T28" fmla="*/ 52 w 52"/>
                <a:gd name="T29" fmla="*/ 29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2" h="108">
                  <a:moveTo>
                    <a:pt x="52" y="29"/>
                  </a:moveTo>
                  <a:lnTo>
                    <a:pt x="43" y="16"/>
                  </a:lnTo>
                  <a:lnTo>
                    <a:pt x="34" y="16"/>
                  </a:lnTo>
                  <a:lnTo>
                    <a:pt x="34" y="9"/>
                  </a:lnTo>
                  <a:lnTo>
                    <a:pt x="41" y="9"/>
                  </a:lnTo>
                  <a:lnTo>
                    <a:pt x="41" y="0"/>
                  </a:lnTo>
                  <a:lnTo>
                    <a:pt x="12" y="0"/>
                  </a:lnTo>
                  <a:lnTo>
                    <a:pt x="12" y="9"/>
                  </a:lnTo>
                  <a:lnTo>
                    <a:pt x="18" y="9"/>
                  </a:lnTo>
                  <a:lnTo>
                    <a:pt x="18" y="16"/>
                  </a:lnTo>
                  <a:lnTo>
                    <a:pt x="9" y="16"/>
                  </a:lnTo>
                  <a:lnTo>
                    <a:pt x="0" y="29"/>
                  </a:lnTo>
                  <a:lnTo>
                    <a:pt x="0" y="108"/>
                  </a:lnTo>
                  <a:lnTo>
                    <a:pt x="52" y="108"/>
                  </a:lnTo>
                  <a:lnTo>
                    <a:pt x="52" y="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191"/>
            <p:cNvSpPr>
              <a:spLocks/>
            </p:cNvSpPr>
            <p:nvPr/>
          </p:nvSpPr>
          <p:spPr bwMode="auto">
            <a:xfrm>
              <a:off x="10296526" y="3543300"/>
              <a:ext cx="88900" cy="93663"/>
            </a:xfrm>
            <a:custGeom>
              <a:avLst/>
              <a:gdLst>
                <a:gd name="T0" fmla="*/ 6 w 25"/>
                <a:gd name="T1" fmla="*/ 26 h 26"/>
                <a:gd name="T2" fmla="*/ 19 w 25"/>
                <a:gd name="T3" fmla="*/ 26 h 26"/>
                <a:gd name="T4" fmla="*/ 25 w 25"/>
                <a:gd name="T5" fmla="*/ 15 h 26"/>
                <a:gd name="T6" fmla="*/ 22 w 25"/>
                <a:gd name="T7" fmla="*/ 6 h 26"/>
                <a:gd name="T8" fmla="*/ 24 w 25"/>
                <a:gd name="T9" fmla="*/ 3 h 26"/>
                <a:gd name="T10" fmla="*/ 22 w 25"/>
                <a:gd name="T11" fmla="*/ 0 h 26"/>
                <a:gd name="T12" fmla="*/ 3 w 25"/>
                <a:gd name="T13" fmla="*/ 0 h 26"/>
                <a:gd name="T14" fmla="*/ 1 w 25"/>
                <a:gd name="T15" fmla="*/ 3 h 26"/>
                <a:gd name="T16" fmla="*/ 3 w 25"/>
                <a:gd name="T17" fmla="*/ 6 h 26"/>
                <a:gd name="T18" fmla="*/ 0 w 25"/>
                <a:gd name="T19" fmla="*/ 15 h 26"/>
                <a:gd name="T20" fmla="*/ 6 w 25"/>
                <a:gd name="T21"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26">
                  <a:moveTo>
                    <a:pt x="6" y="26"/>
                  </a:moveTo>
                  <a:cubicBezTo>
                    <a:pt x="19" y="26"/>
                    <a:pt x="19" y="26"/>
                    <a:pt x="19" y="26"/>
                  </a:cubicBezTo>
                  <a:cubicBezTo>
                    <a:pt x="23" y="24"/>
                    <a:pt x="25" y="20"/>
                    <a:pt x="25" y="15"/>
                  </a:cubicBezTo>
                  <a:cubicBezTo>
                    <a:pt x="25" y="11"/>
                    <a:pt x="24" y="8"/>
                    <a:pt x="22" y="6"/>
                  </a:cubicBezTo>
                  <a:cubicBezTo>
                    <a:pt x="23" y="6"/>
                    <a:pt x="24" y="5"/>
                    <a:pt x="24" y="3"/>
                  </a:cubicBezTo>
                  <a:cubicBezTo>
                    <a:pt x="24" y="2"/>
                    <a:pt x="23" y="0"/>
                    <a:pt x="22" y="0"/>
                  </a:cubicBezTo>
                  <a:cubicBezTo>
                    <a:pt x="3" y="0"/>
                    <a:pt x="3" y="0"/>
                    <a:pt x="3" y="0"/>
                  </a:cubicBezTo>
                  <a:cubicBezTo>
                    <a:pt x="2" y="0"/>
                    <a:pt x="1" y="2"/>
                    <a:pt x="1" y="3"/>
                  </a:cubicBezTo>
                  <a:cubicBezTo>
                    <a:pt x="1" y="5"/>
                    <a:pt x="2" y="6"/>
                    <a:pt x="3" y="6"/>
                  </a:cubicBezTo>
                  <a:cubicBezTo>
                    <a:pt x="1" y="8"/>
                    <a:pt x="0" y="11"/>
                    <a:pt x="0" y="15"/>
                  </a:cubicBezTo>
                  <a:cubicBezTo>
                    <a:pt x="0" y="20"/>
                    <a:pt x="2" y="24"/>
                    <a:pt x="6"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192"/>
            <p:cNvSpPr>
              <a:spLocks/>
            </p:cNvSpPr>
            <p:nvPr/>
          </p:nvSpPr>
          <p:spPr bwMode="auto">
            <a:xfrm>
              <a:off x="10199688" y="3525838"/>
              <a:ext cx="68262" cy="111125"/>
            </a:xfrm>
            <a:custGeom>
              <a:avLst/>
              <a:gdLst>
                <a:gd name="T0" fmla="*/ 0 w 43"/>
                <a:gd name="T1" fmla="*/ 16 h 70"/>
                <a:gd name="T2" fmla="*/ 0 w 43"/>
                <a:gd name="T3" fmla="*/ 70 h 70"/>
                <a:gd name="T4" fmla="*/ 43 w 43"/>
                <a:gd name="T5" fmla="*/ 70 h 70"/>
                <a:gd name="T6" fmla="*/ 43 w 43"/>
                <a:gd name="T7" fmla="*/ 16 h 70"/>
                <a:gd name="T8" fmla="*/ 29 w 43"/>
                <a:gd name="T9" fmla="*/ 16 h 70"/>
                <a:gd name="T10" fmla="*/ 29 w 43"/>
                <a:gd name="T11" fmla="*/ 11 h 70"/>
                <a:gd name="T12" fmla="*/ 31 w 43"/>
                <a:gd name="T13" fmla="*/ 11 h 70"/>
                <a:gd name="T14" fmla="*/ 31 w 43"/>
                <a:gd name="T15" fmla="*/ 0 h 70"/>
                <a:gd name="T16" fmla="*/ 9 w 43"/>
                <a:gd name="T17" fmla="*/ 0 h 70"/>
                <a:gd name="T18" fmla="*/ 9 w 43"/>
                <a:gd name="T19" fmla="*/ 11 h 70"/>
                <a:gd name="T20" fmla="*/ 13 w 43"/>
                <a:gd name="T21" fmla="*/ 11 h 70"/>
                <a:gd name="T22" fmla="*/ 13 w 43"/>
                <a:gd name="T23" fmla="*/ 16 h 70"/>
                <a:gd name="T24" fmla="*/ 0 w 43"/>
                <a:gd name="T25" fmla="*/ 1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70">
                  <a:moveTo>
                    <a:pt x="0" y="16"/>
                  </a:moveTo>
                  <a:lnTo>
                    <a:pt x="0" y="70"/>
                  </a:lnTo>
                  <a:lnTo>
                    <a:pt x="43" y="70"/>
                  </a:lnTo>
                  <a:lnTo>
                    <a:pt x="43" y="16"/>
                  </a:lnTo>
                  <a:lnTo>
                    <a:pt x="29" y="16"/>
                  </a:lnTo>
                  <a:lnTo>
                    <a:pt x="29" y="11"/>
                  </a:lnTo>
                  <a:lnTo>
                    <a:pt x="31" y="11"/>
                  </a:lnTo>
                  <a:lnTo>
                    <a:pt x="31" y="0"/>
                  </a:lnTo>
                  <a:lnTo>
                    <a:pt x="9" y="0"/>
                  </a:lnTo>
                  <a:lnTo>
                    <a:pt x="9" y="11"/>
                  </a:lnTo>
                  <a:lnTo>
                    <a:pt x="13" y="11"/>
                  </a:lnTo>
                  <a:lnTo>
                    <a:pt x="13" y="16"/>
                  </a:lnTo>
                  <a:lnTo>
                    <a:pt x="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193"/>
            <p:cNvSpPr>
              <a:spLocks/>
            </p:cNvSpPr>
            <p:nvPr/>
          </p:nvSpPr>
          <p:spPr bwMode="auto">
            <a:xfrm>
              <a:off x="10094913" y="3497263"/>
              <a:ext cx="79375" cy="139700"/>
            </a:xfrm>
            <a:custGeom>
              <a:avLst/>
              <a:gdLst>
                <a:gd name="T0" fmla="*/ 0 w 22"/>
                <a:gd name="T1" fmla="*/ 27 h 39"/>
                <a:gd name="T2" fmla="*/ 3 w 22"/>
                <a:gd name="T3" fmla="*/ 39 h 39"/>
                <a:gd name="T4" fmla="*/ 19 w 22"/>
                <a:gd name="T5" fmla="*/ 39 h 39"/>
                <a:gd name="T6" fmla="*/ 22 w 22"/>
                <a:gd name="T7" fmla="*/ 27 h 39"/>
                <a:gd name="T8" fmla="*/ 14 w 22"/>
                <a:gd name="T9" fmla="*/ 10 h 39"/>
                <a:gd name="T10" fmla="*/ 14 w 22"/>
                <a:gd name="T11" fmla="*/ 7 h 39"/>
                <a:gd name="T12" fmla="*/ 17 w 22"/>
                <a:gd name="T13" fmla="*/ 3 h 39"/>
                <a:gd name="T14" fmla="*/ 14 w 22"/>
                <a:gd name="T15" fmla="*/ 0 h 39"/>
                <a:gd name="T16" fmla="*/ 9 w 22"/>
                <a:gd name="T17" fmla="*/ 0 h 39"/>
                <a:gd name="T18" fmla="*/ 5 w 22"/>
                <a:gd name="T19" fmla="*/ 3 h 39"/>
                <a:gd name="T20" fmla="*/ 8 w 22"/>
                <a:gd name="T21" fmla="*/ 7 h 39"/>
                <a:gd name="T22" fmla="*/ 8 w 22"/>
                <a:gd name="T23" fmla="*/ 10 h 39"/>
                <a:gd name="T24" fmla="*/ 0 w 22"/>
                <a:gd name="T25" fmla="*/ 2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39">
                  <a:moveTo>
                    <a:pt x="0" y="27"/>
                  </a:moveTo>
                  <a:cubicBezTo>
                    <a:pt x="0" y="32"/>
                    <a:pt x="1" y="36"/>
                    <a:pt x="3" y="39"/>
                  </a:cubicBezTo>
                  <a:cubicBezTo>
                    <a:pt x="19" y="39"/>
                    <a:pt x="19" y="39"/>
                    <a:pt x="19" y="39"/>
                  </a:cubicBezTo>
                  <a:cubicBezTo>
                    <a:pt x="21" y="36"/>
                    <a:pt x="22" y="32"/>
                    <a:pt x="22" y="27"/>
                  </a:cubicBezTo>
                  <a:cubicBezTo>
                    <a:pt x="22" y="19"/>
                    <a:pt x="19" y="13"/>
                    <a:pt x="14" y="10"/>
                  </a:cubicBezTo>
                  <a:cubicBezTo>
                    <a:pt x="14" y="7"/>
                    <a:pt x="14" y="7"/>
                    <a:pt x="14" y="7"/>
                  </a:cubicBezTo>
                  <a:cubicBezTo>
                    <a:pt x="16" y="7"/>
                    <a:pt x="17" y="5"/>
                    <a:pt x="17" y="3"/>
                  </a:cubicBezTo>
                  <a:cubicBezTo>
                    <a:pt x="17" y="1"/>
                    <a:pt x="16" y="0"/>
                    <a:pt x="14" y="0"/>
                  </a:cubicBezTo>
                  <a:cubicBezTo>
                    <a:pt x="9" y="0"/>
                    <a:pt x="9" y="0"/>
                    <a:pt x="9" y="0"/>
                  </a:cubicBezTo>
                  <a:cubicBezTo>
                    <a:pt x="6" y="0"/>
                    <a:pt x="5" y="1"/>
                    <a:pt x="5" y="3"/>
                  </a:cubicBezTo>
                  <a:cubicBezTo>
                    <a:pt x="5" y="5"/>
                    <a:pt x="6" y="7"/>
                    <a:pt x="8" y="7"/>
                  </a:cubicBezTo>
                  <a:cubicBezTo>
                    <a:pt x="8" y="10"/>
                    <a:pt x="8" y="10"/>
                    <a:pt x="8" y="10"/>
                  </a:cubicBezTo>
                  <a:cubicBezTo>
                    <a:pt x="3" y="13"/>
                    <a:pt x="0" y="19"/>
                    <a:pt x="0"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194"/>
            <p:cNvSpPr>
              <a:spLocks/>
            </p:cNvSpPr>
            <p:nvPr/>
          </p:nvSpPr>
          <p:spPr bwMode="auto">
            <a:xfrm>
              <a:off x="10421938" y="3529013"/>
              <a:ext cx="60325" cy="107950"/>
            </a:xfrm>
            <a:custGeom>
              <a:avLst/>
              <a:gdLst>
                <a:gd name="T0" fmla="*/ 0 w 17"/>
                <a:gd name="T1" fmla="*/ 21 h 30"/>
                <a:gd name="T2" fmla="*/ 3 w 17"/>
                <a:gd name="T3" fmla="*/ 30 h 30"/>
                <a:gd name="T4" fmla="*/ 14 w 17"/>
                <a:gd name="T5" fmla="*/ 30 h 30"/>
                <a:gd name="T6" fmla="*/ 17 w 17"/>
                <a:gd name="T7" fmla="*/ 21 h 30"/>
                <a:gd name="T8" fmla="*/ 11 w 17"/>
                <a:gd name="T9" fmla="*/ 8 h 30"/>
                <a:gd name="T10" fmla="*/ 11 w 17"/>
                <a:gd name="T11" fmla="*/ 6 h 30"/>
                <a:gd name="T12" fmla="*/ 13 w 17"/>
                <a:gd name="T13" fmla="*/ 3 h 30"/>
                <a:gd name="T14" fmla="*/ 10 w 17"/>
                <a:gd name="T15" fmla="*/ 0 h 30"/>
                <a:gd name="T16" fmla="*/ 6 w 17"/>
                <a:gd name="T17" fmla="*/ 0 h 30"/>
                <a:gd name="T18" fmla="*/ 4 w 17"/>
                <a:gd name="T19" fmla="*/ 3 h 30"/>
                <a:gd name="T20" fmla="*/ 6 w 17"/>
                <a:gd name="T21" fmla="*/ 6 h 30"/>
                <a:gd name="T22" fmla="*/ 6 w 17"/>
                <a:gd name="T23" fmla="*/ 8 h 30"/>
                <a:gd name="T24" fmla="*/ 0 w 17"/>
                <a:gd name="T25" fmla="*/ 2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30">
                  <a:moveTo>
                    <a:pt x="0" y="21"/>
                  </a:moveTo>
                  <a:cubicBezTo>
                    <a:pt x="0" y="25"/>
                    <a:pt x="1" y="28"/>
                    <a:pt x="3" y="30"/>
                  </a:cubicBezTo>
                  <a:cubicBezTo>
                    <a:pt x="14" y="30"/>
                    <a:pt x="14" y="30"/>
                    <a:pt x="14" y="30"/>
                  </a:cubicBezTo>
                  <a:cubicBezTo>
                    <a:pt x="16" y="28"/>
                    <a:pt x="17" y="25"/>
                    <a:pt x="17" y="21"/>
                  </a:cubicBezTo>
                  <a:cubicBezTo>
                    <a:pt x="17" y="15"/>
                    <a:pt x="14" y="10"/>
                    <a:pt x="11" y="8"/>
                  </a:cubicBezTo>
                  <a:cubicBezTo>
                    <a:pt x="11" y="6"/>
                    <a:pt x="11" y="6"/>
                    <a:pt x="11" y="6"/>
                  </a:cubicBezTo>
                  <a:cubicBezTo>
                    <a:pt x="12" y="6"/>
                    <a:pt x="13" y="5"/>
                    <a:pt x="13" y="3"/>
                  </a:cubicBezTo>
                  <a:cubicBezTo>
                    <a:pt x="13" y="2"/>
                    <a:pt x="12" y="0"/>
                    <a:pt x="10" y="0"/>
                  </a:cubicBezTo>
                  <a:cubicBezTo>
                    <a:pt x="6" y="0"/>
                    <a:pt x="6" y="0"/>
                    <a:pt x="6" y="0"/>
                  </a:cubicBezTo>
                  <a:cubicBezTo>
                    <a:pt x="5" y="0"/>
                    <a:pt x="4" y="2"/>
                    <a:pt x="4" y="3"/>
                  </a:cubicBezTo>
                  <a:cubicBezTo>
                    <a:pt x="4" y="5"/>
                    <a:pt x="4" y="6"/>
                    <a:pt x="6" y="6"/>
                  </a:cubicBezTo>
                  <a:cubicBezTo>
                    <a:pt x="6" y="8"/>
                    <a:pt x="6" y="8"/>
                    <a:pt x="6" y="8"/>
                  </a:cubicBezTo>
                  <a:cubicBezTo>
                    <a:pt x="2" y="10"/>
                    <a:pt x="0" y="15"/>
                    <a:pt x="0"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195"/>
            <p:cNvSpPr>
              <a:spLocks/>
            </p:cNvSpPr>
            <p:nvPr/>
          </p:nvSpPr>
          <p:spPr bwMode="auto">
            <a:xfrm>
              <a:off x="9980613" y="3468688"/>
              <a:ext cx="79375" cy="168275"/>
            </a:xfrm>
            <a:custGeom>
              <a:avLst/>
              <a:gdLst>
                <a:gd name="T0" fmla="*/ 50 w 50"/>
                <a:gd name="T1" fmla="*/ 29 h 106"/>
                <a:gd name="T2" fmla="*/ 41 w 50"/>
                <a:gd name="T3" fmla="*/ 13 h 106"/>
                <a:gd name="T4" fmla="*/ 34 w 50"/>
                <a:gd name="T5" fmla="*/ 13 h 106"/>
                <a:gd name="T6" fmla="*/ 34 w 50"/>
                <a:gd name="T7" fmla="*/ 9 h 106"/>
                <a:gd name="T8" fmla="*/ 41 w 50"/>
                <a:gd name="T9" fmla="*/ 9 h 106"/>
                <a:gd name="T10" fmla="*/ 41 w 50"/>
                <a:gd name="T11" fmla="*/ 0 h 106"/>
                <a:gd name="T12" fmla="*/ 9 w 50"/>
                <a:gd name="T13" fmla="*/ 0 h 106"/>
                <a:gd name="T14" fmla="*/ 9 w 50"/>
                <a:gd name="T15" fmla="*/ 9 h 106"/>
                <a:gd name="T16" fmla="*/ 16 w 50"/>
                <a:gd name="T17" fmla="*/ 9 h 106"/>
                <a:gd name="T18" fmla="*/ 16 w 50"/>
                <a:gd name="T19" fmla="*/ 13 h 106"/>
                <a:gd name="T20" fmla="*/ 7 w 50"/>
                <a:gd name="T21" fmla="*/ 13 h 106"/>
                <a:gd name="T22" fmla="*/ 0 w 50"/>
                <a:gd name="T23" fmla="*/ 29 h 106"/>
                <a:gd name="T24" fmla="*/ 0 w 50"/>
                <a:gd name="T25" fmla="*/ 106 h 106"/>
                <a:gd name="T26" fmla="*/ 50 w 50"/>
                <a:gd name="T27" fmla="*/ 106 h 106"/>
                <a:gd name="T28" fmla="*/ 50 w 50"/>
                <a:gd name="T29" fmla="*/ 29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0" h="106">
                  <a:moveTo>
                    <a:pt x="50" y="29"/>
                  </a:moveTo>
                  <a:lnTo>
                    <a:pt x="41" y="13"/>
                  </a:lnTo>
                  <a:lnTo>
                    <a:pt x="34" y="13"/>
                  </a:lnTo>
                  <a:lnTo>
                    <a:pt x="34" y="9"/>
                  </a:lnTo>
                  <a:lnTo>
                    <a:pt x="41" y="9"/>
                  </a:lnTo>
                  <a:lnTo>
                    <a:pt x="41" y="0"/>
                  </a:lnTo>
                  <a:lnTo>
                    <a:pt x="9" y="0"/>
                  </a:lnTo>
                  <a:lnTo>
                    <a:pt x="9" y="9"/>
                  </a:lnTo>
                  <a:lnTo>
                    <a:pt x="16" y="9"/>
                  </a:lnTo>
                  <a:lnTo>
                    <a:pt x="16" y="13"/>
                  </a:lnTo>
                  <a:lnTo>
                    <a:pt x="7" y="13"/>
                  </a:lnTo>
                  <a:lnTo>
                    <a:pt x="0" y="29"/>
                  </a:lnTo>
                  <a:lnTo>
                    <a:pt x="0" y="106"/>
                  </a:lnTo>
                  <a:lnTo>
                    <a:pt x="50" y="106"/>
                  </a:lnTo>
                  <a:lnTo>
                    <a:pt x="50" y="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196"/>
            <p:cNvSpPr>
              <a:spLocks/>
            </p:cNvSpPr>
            <p:nvPr/>
          </p:nvSpPr>
          <p:spPr bwMode="auto">
            <a:xfrm>
              <a:off x="10026651" y="3238500"/>
              <a:ext cx="53975" cy="90488"/>
            </a:xfrm>
            <a:custGeom>
              <a:avLst/>
              <a:gdLst>
                <a:gd name="T0" fmla="*/ 7 w 15"/>
                <a:gd name="T1" fmla="*/ 0 h 25"/>
                <a:gd name="T2" fmla="*/ 7 w 15"/>
                <a:gd name="T3" fmla="*/ 2 h 25"/>
                <a:gd name="T4" fmla="*/ 7 w 15"/>
                <a:gd name="T5" fmla="*/ 2 h 25"/>
                <a:gd name="T6" fmla="*/ 5 w 15"/>
                <a:gd name="T7" fmla="*/ 11 h 25"/>
                <a:gd name="T8" fmla="*/ 0 w 15"/>
                <a:gd name="T9" fmla="*/ 19 h 25"/>
                <a:gd name="T10" fmla="*/ 3 w 15"/>
                <a:gd name="T11" fmla="*/ 25 h 25"/>
                <a:gd name="T12" fmla="*/ 12 w 15"/>
                <a:gd name="T13" fmla="*/ 25 h 25"/>
                <a:gd name="T14" fmla="*/ 15 w 15"/>
                <a:gd name="T15" fmla="*/ 19 h 25"/>
                <a:gd name="T16" fmla="*/ 10 w 15"/>
                <a:gd name="T17" fmla="*/ 11 h 25"/>
                <a:gd name="T18" fmla="*/ 9 w 15"/>
                <a:gd name="T19" fmla="*/ 2 h 25"/>
                <a:gd name="T20" fmla="*/ 8 w 15"/>
                <a:gd name="T21" fmla="*/ 2 h 25"/>
                <a:gd name="T22" fmla="*/ 8 w 15"/>
                <a:gd name="T23" fmla="*/ 0 h 25"/>
                <a:gd name="T24" fmla="*/ 7 w 15"/>
                <a:gd name="T2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25">
                  <a:moveTo>
                    <a:pt x="7" y="0"/>
                  </a:moveTo>
                  <a:cubicBezTo>
                    <a:pt x="7" y="2"/>
                    <a:pt x="7" y="2"/>
                    <a:pt x="7" y="2"/>
                  </a:cubicBezTo>
                  <a:cubicBezTo>
                    <a:pt x="7" y="2"/>
                    <a:pt x="7" y="2"/>
                    <a:pt x="7" y="2"/>
                  </a:cubicBezTo>
                  <a:cubicBezTo>
                    <a:pt x="6" y="4"/>
                    <a:pt x="6" y="7"/>
                    <a:pt x="5" y="11"/>
                  </a:cubicBezTo>
                  <a:cubicBezTo>
                    <a:pt x="2" y="12"/>
                    <a:pt x="0" y="15"/>
                    <a:pt x="0" y="19"/>
                  </a:cubicBezTo>
                  <a:cubicBezTo>
                    <a:pt x="0" y="22"/>
                    <a:pt x="1" y="24"/>
                    <a:pt x="3" y="25"/>
                  </a:cubicBezTo>
                  <a:cubicBezTo>
                    <a:pt x="12" y="25"/>
                    <a:pt x="12" y="25"/>
                    <a:pt x="12" y="25"/>
                  </a:cubicBezTo>
                  <a:cubicBezTo>
                    <a:pt x="14" y="24"/>
                    <a:pt x="15" y="22"/>
                    <a:pt x="15" y="19"/>
                  </a:cubicBezTo>
                  <a:cubicBezTo>
                    <a:pt x="15" y="15"/>
                    <a:pt x="13" y="12"/>
                    <a:pt x="10" y="11"/>
                  </a:cubicBezTo>
                  <a:cubicBezTo>
                    <a:pt x="10" y="7"/>
                    <a:pt x="9" y="4"/>
                    <a:pt x="9" y="2"/>
                  </a:cubicBezTo>
                  <a:cubicBezTo>
                    <a:pt x="8" y="2"/>
                    <a:pt x="8" y="2"/>
                    <a:pt x="8" y="2"/>
                  </a:cubicBezTo>
                  <a:cubicBezTo>
                    <a:pt x="8" y="0"/>
                    <a:pt x="8" y="0"/>
                    <a:pt x="8" y="0"/>
                  </a:cubicBezTo>
                  <a:lnTo>
                    <a:pt x="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Rectangle 197"/>
            <p:cNvSpPr>
              <a:spLocks noChangeArrowheads="1"/>
            </p:cNvSpPr>
            <p:nvPr/>
          </p:nvSpPr>
          <p:spPr bwMode="auto">
            <a:xfrm>
              <a:off x="10128251" y="3252788"/>
              <a:ext cx="49212" cy="762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198"/>
            <p:cNvSpPr>
              <a:spLocks/>
            </p:cNvSpPr>
            <p:nvPr/>
          </p:nvSpPr>
          <p:spPr bwMode="auto">
            <a:xfrm>
              <a:off x="10210801" y="3249613"/>
              <a:ext cx="88900" cy="79375"/>
            </a:xfrm>
            <a:custGeom>
              <a:avLst/>
              <a:gdLst>
                <a:gd name="T0" fmla="*/ 0 w 56"/>
                <a:gd name="T1" fmla="*/ 50 h 50"/>
                <a:gd name="T2" fmla="*/ 56 w 56"/>
                <a:gd name="T3" fmla="*/ 50 h 50"/>
                <a:gd name="T4" fmla="*/ 27 w 56"/>
                <a:gd name="T5" fmla="*/ 0 h 50"/>
                <a:gd name="T6" fmla="*/ 0 w 56"/>
                <a:gd name="T7" fmla="*/ 50 h 50"/>
              </a:gdLst>
              <a:ahLst/>
              <a:cxnLst>
                <a:cxn ang="0">
                  <a:pos x="T0" y="T1"/>
                </a:cxn>
                <a:cxn ang="0">
                  <a:pos x="T2" y="T3"/>
                </a:cxn>
                <a:cxn ang="0">
                  <a:pos x="T4" y="T5"/>
                </a:cxn>
                <a:cxn ang="0">
                  <a:pos x="T6" y="T7"/>
                </a:cxn>
              </a:cxnLst>
              <a:rect l="0" t="0" r="r" b="b"/>
              <a:pathLst>
                <a:path w="56" h="50">
                  <a:moveTo>
                    <a:pt x="0" y="50"/>
                  </a:moveTo>
                  <a:lnTo>
                    <a:pt x="56" y="50"/>
                  </a:lnTo>
                  <a:lnTo>
                    <a:pt x="27" y="0"/>
                  </a:lnTo>
                  <a:lnTo>
                    <a:pt x="0" y="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199"/>
            <p:cNvSpPr>
              <a:spLocks/>
            </p:cNvSpPr>
            <p:nvPr/>
          </p:nvSpPr>
          <p:spPr bwMode="auto">
            <a:xfrm>
              <a:off x="9704388" y="3851276"/>
              <a:ext cx="96837" cy="298450"/>
            </a:xfrm>
            <a:custGeom>
              <a:avLst/>
              <a:gdLst>
                <a:gd name="T0" fmla="*/ 0 w 27"/>
                <a:gd name="T1" fmla="*/ 69 h 83"/>
                <a:gd name="T2" fmla="*/ 13 w 27"/>
                <a:gd name="T3" fmla="*/ 83 h 83"/>
                <a:gd name="T4" fmla="*/ 27 w 27"/>
                <a:gd name="T5" fmla="*/ 69 h 83"/>
                <a:gd name="T6" fmla="*/ 27 w 27"/>
                <a:gd name="T7" fmla="*/ 0 h 83"/>
                <a:gd name="T8" fmla="*/ 0 w 27"/>
                <a:gd name="T9" fmla="*/ 0 h 83"/>
                <a:gd name="T10" fmla="*/ 0 w 27"/>
                <a:gd name="T11" fmla="*/ 69 h 83"/>
              </a:gdLst>
              <a:ahLst/>
              <a:cxnLst>
                <a:cxn ang="0">
                  <a:pos x="T0" y="T1"/>
                </a:cxn>
                <a:cxn ang="0">
                  <a:pos x="T2" y="T3"/>
                </a:cxn>
                <a:cxn ang="0">
                  <a:pos x="T4" y="T5"/>
                </a:cxn>
                <a:cxn ang="0">
                  <a:pos x="T6" y="T7"/>
                </a:cxn>
                <a:cxn ang="0">
                  <a:pos x="T8" y="T9"/>
                </a:cxn>
                <a:cxn ang="0">
                  <a:pos x="T10" y="T11"/>
                </a:cxn>
              </a:cxnLst>
              <a:rect l="0" t="0" r="r" b="b"/>
              <a:pathLst>
                <a:path w="27" h="83">
                  <a:moveTo>
                    <a:pt x="0" y="69"/>
                  </a:moveTo>
                  <a:cubicBezTo>
                    <a:pt x="0" y="77"/>
                    <a:pt x="6" y="83"/>
                    <a:pt x="13" y="83"/>
                  </a:cubicBezTo>
                  <a:cubicBezTo>
                    <a:pt x="21" y="83"/>
                    <a:pt x="27" y="77"/>
                    <a:pt x="27" y="69"/>
                  </a:cubicBezTo>
                  <a:cubicBezTo>
                    <a:pt x="27" y="0"/>
                    <a:pt x="27" y="0"/>
                    <a:pt x="27" y="0"/>
                  </a:cubicBezTo>
                  <a:cubicBezTo>
                    <a:pt x="0" y="0"/>
                    <a:pt x="0" y="0"/>
                    <a:pt x="0" y="0"/>
                  </a:cubicBezTo>
                  <a:lnTo>
                    <a:pt x="0"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200"/>
            <p:cNvSpPr>
              <a:spLocks/>
            </p:cNvSpPr>
            <p:nvPr/>
          </p:nvSpPr>
          <p:spPr bwMode="auto">
            <a:xfrm>
              <a:off x="9582151" y="3851276"/>
              <a:ext cx="96837" cy="298450"/>
            </a:xfrm>
            <a:custGeom>
              <a:avLst/>
              <a:gdLst>
                <a:gd name="T0" fmla="*/ 0 w 27"/>
                <a:gd name="T1" fmla="*/ 69 h 83"/>
                <a:gd name="T2" fmla="*/ 13 w 27"/>
                <a:gd name="T3" fmla="*/ 83 h 83"/>
                <a:gd name="T4" fmla="*/ 27 w 27"/>
                <a:gd name="T5" fmla="*/ 69 h 83"/>
                <a:gd name="T6" fmla="*/ 27 w 27"/>
                <a:gd name="T7" fmla="*/ 0 h 83"/>
                <a:gd name="T8" fmla="*/ 0 w 27"/>
                <a:gd name="T9" fmla="*/ 0 h 83"/>
                <a:gd name="T10" fmla="*/ 0 w 27"/>
                <a:gd name="T11" fmla="*/ 69 h 83"/>
              </a:gdLst>
              <a:ahLst/>
              <a:cxnLst>
                <a:cxn ang="0">
                  <a:pos x="T0" y="T1"/>
                </a:cxn>
                <a:cxn ang="0">
                  <a:pos x="T2" y="T3"/>
                </a:cxn>
                <a:cxn ang="0">
                  <a:pos x="T4" y="T5"/>
                </a:cxn>
                <a:cxn ang="0">
                  <a:pos x="T6" y="T7"/>
                </a:cxn>
                <a:cxn ang="0">
                  <a:pos x="T8" y="T9"/>
                </a:cxn>
                <a:cxn ang="0">
                  <a:pos x="T10" y="T11"/>
                </a:cxn>
              </a:cxnLst>
              <a:rect l="0" t="0" r="r" b="b"/>
              <a:pathLst>
                <a:path w="27" h="83">
                  <a:moveTo>
                    <a:pt x="0" y="69"/>
                  </a:moveTo>
                  <a:cubicBezTo>
                    <a:pt x="0" y="77"/>
                    <a:pt x="6" y="83"/>
                    <a:pt x="13" y="83"/>
                  </a:cubicBezTo>
                  <a:cubicBezTo>
                    <a:pt x="21" y="83"/>
                    <a:pt x="27" y="77"/>
                    <a:pt x="27" y="69"/>
                  </a:cubicBezTo>
                  <a:cubicBezTo>
                    <a:pt x="27" y="0"/>
                    <a:pt x="27" y="0"/>
                    <a:pt x="27" y="0"/>
                  </a:cubicBezTo>
                  <a:cubicBezTo>
                    <a:pt x="0" y="0"/>
                    <a:pt x="0" y="0"/>
                    <a:pt x="0" y="0"/>
                  </a:cubicBezTo>
                  <a:lnTo>
                    <a:pt x="0"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44" name="组合 143"/>
          <p:cNvGrpSpPr/>
          <p:nvPr/>
        </p:nvGrpSpPr>
        <p:grpSpPr>
          <a:xfrm>
            <a:off x="9655175" y="1081088"/>
            <a:ext cx="1960562" cy="1193800"/>
            <a:chOff x="9655175" y="1081088"/>
            <a:chExt cx="1960562" cy="1193800"/>
          </a:xfrm>
          <a:solidFill>
            <a:schemeClr val="tx1">
              <a:lumMod val="65000"/>
              <a:lumOff val="35000"/>
            </a:schemeClr>
          </a:solidFill>
        </p:grpSpPr>
        <p:sp>
          <p:nvSpPr>
            <p:cNvPr id="145" name="Freeform 206"/>
            <p:cNvSpPr>
              <a:spLocks/>
            </p:cNvSpPr>
            <p:nvPr/>
          </p:nvSpPr>
          <p:spPr bwMode="auto">
            <a:xfrm>
              <a:off x="9732963" y="1081088"/>
              <a:ext cx="233362" cy="225425"/>
            </a:xfrm>
            <a:custGeom>
              <a:avLst/>
              <a:gdLst>
                <a:gd name="T0" fmla="*/ 40 w 65"/>
                <a:gd name="T1" fmla="*/ 59 h 63"/>
                <a:gd name="T2" fmla="*/ 61 w 65"/>
                <a:gd name="T3" fmla="*/ 24 h 63"/>
                <a:gd name="T4" fmla="*/ 25 w 65"/>
                <a:gd name="T5" fmla="*/ 5 h 63"/>
                <a:gd name="T6" fmla="*/ 4 w 65"/>
                <a:gd name="T7" fmla="*/ 39 h 63"/>
                <a:gd name="T8" fmla="*/ 40 w 65"/>
                <a:gd name="T9" fmla="*/ 59 h 63"/>
              </a:gdLst>
              <a:ahLst/>
              <a:cxnLst>
                <a:cxn ang="0">
                  <a:pos x="T0" y="T1"/>
                </a:cxn>
                <a:cxn ang="0">
                  <a:pos x="T2" y="T3"/>
                </a:cxn>
                <a:cxn ang="0">
                  <a:pos x="T4" y="T5"/>
                </a:cxn>
                <a:cxn ang="0">
                  <a:pos x="T6" y="T7"/>
                </a:cxn>
                <a:cxn ang="0">
                  <a:pos x="T8" y="T9"/>
                </a:cxn>
              </a:cxnLst>
              <a:rect l="0" t="0" r="r" b="b"/>
              <a:pathLst>
                <a:path w="65" h="63">
                  <a:moveTo>
                    <a:pt x="40" y="59"/>
                  </a:moveTo>
                  <a:cubicBezTo>
                    <a:pt x="56" y="55"/>
                    <a:pt x="65" y="39"/>
                    <a:pt x="61" y="24"/>
                  </a:cubicBezTo>
                  <a:cubicBezTo>
                    <a:pt x="57" y="9"/>
                    <a:pt x="41" y="0"/>
                    <a:pt x="25" y="5"/>
                  </a:cubicBezTo>
                  <a:cubicBezTo>
                    <a:pt x="9" y="9"/>
                    <a:pt x="0" y="24"/>
                    <a:pt x="4" y="39"/>
                  </a:cubicBezTo>
                  <a:cubicBezTo>
                    <a:pt x="8" y="55"/>
                    <a:pt x="24" y="63"/>
                    <a:pt x="40"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207"/>
            <p:cNvSpPr>
              <a:spLocks/>
            </p:cNvSpPr>
            <p:nvPr/>
          </p:nvSpPr>
          <p:spPr bwMode="auto">
            <a:xfrm>
              <a:off x="9655175" y="1317625"/>
              <a:ext cx="361950" cy="957263"/>
            </a:xfrm>
            <a:custGeom>
              <a:avLst/>
              <a:gdLst>
                <a:gd name="T0" fmla="*/ 94 w 101"/>
                <a:gd name="T1" fmla="*/ 128 h 267"/>
                <a:gd name="T2" fmla="*/ 93 w 101"/>
                <a:gd name="T3" fmla="*/ 82 h 267"/>
                <a:gd name="T4" fmla="*/ 93 w 101"/>
                <a:gd name="T5" fmla="*/ 74 h 267"/>
                <a:gd name="T6" fmla="*/ 39 w 101"/>
                <a:gd name="T7" fmla="*/ 38 h 267"/>
                <a:gd name="T8" fmla="*/ 34 w 101"/>
                <a:gd name="T9" fmla="*/ 25 h 267"/>
                <a:gd name="T10" fmla="*/ 39 w 101"/>
                <a:gd name="T11" fmla="*/ 16 h 267"/>
                <a:gd name="T12" fmla="*/ 45 w 101"/>
                <a:gd name="T13" fmla="*/ 13 h 267"/>
                <a:gd name="T14" fmla="*/ 59 w 101"/>
                <a:gd name="T15" fmla="*/ 19 h 267"/>
                <a:gd name="T16" fmla="*/ 92 w 101"/>
                <a:gd name="T17" fmla="*/ 43 h 267"/>
                <a:gd name="T18" fmla="*/ 92 w 101"/>
                <a:gd name="T19" fmla="*/ 36 h 267"/>
                <a:gd name="T20" fmla="*/ 55 w 101"/>
                <a:gd name="T21" fmla="*/ 1 h 267"/>
                <a:gd name="T22" fmla="*/ 21 w 101"/>
                <a:gd name="T23" fmla="*/ 38 h 267"/>
                <a:gd name="T24" fmla="*/ 22 w 101"/>
                <a:gd name="T25" fmla="*/ 122 h 267"/>
                <a:gd name="T26" fmla="*/ 21 w 101"/>
                <a:gd name="T27" fmla="*/ 122 h 267"/>
                <a:gd name="T28" fmla="*/ 3 w 101"/>
                <a:gd name="T29" fmla="*/ 243 h 267"/>
                <a:gd name="T30" fmla="*/ 2 w 101"/>
                <a:gd name="T31" fmla="*/ 248 h 267"/>
                <a:gd name="T32" fmla="*/ 12 w 101"/>
                <a:gd name="T33" fmla="*/ 264 h 267"/>
                <a:gd name="T34" fmla="*/ 31 w 101"/>
                <a:gd name="T35" fmla="*/ 258 h 267"/>
                <a:gd name="T36" fmla="*/ 32 w 101"/>
                <a:gd name="T37" fmla="*/ 255 h 267"/>
                <a:gd name="T38" fmla="*/ 51 w 101"/>
                <a:gd name="T39" fmla="*/ 165 h 267"/>
                <a:gd name="T40" fmla="*/ 59 w 101"/>
                <a:gd name="T41" fmla="*/ 165 h 267"/>
                <a:gd name="T42" fmla="*/ 63 w 101"/>
                <a:gd name="T43" fmla="*/ 165 h 267"/>
                <a:gd name="T44" fmla="*/ 69 w 101"/>
                <a:gd name="T45" fmla="*/ 245 h 267"/>
                <a:gd name="T46" fmla="*/ 69 w 101"/>
                <a:gd name="T47" fmla="*/ 249 h 267"/>
                <a:gd name="T48" fmla="*/ 83 w 101"/>
                <a:gd name="T49" fmla="*/ 263 h 267"/>
                <a:gd name="T50" fmla="*/ 100 w 101"/>
                <a:gd name="T51" fmla="*/ 251 h 267"/>
                <a:gd name="T52" fmla="*/ 100 w 101"/>
                <a:gd name="T53" fmla="*/ 246 h 267"/>
                <a:gd name="T54" fmla="*/ 90 w 101"/>
                <a:gd name="T55" fmla="*/ 145 h 267"/>
                <a:gd name="T56" fmla="*/ 94 w 101"/>
                <a:gd name="T57" fmla="*/ 128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1" h="267">
                  <a:moveTo>
                    <a:pt x="94" y="128"/>
                  </a:moveTo>
                  <a:cubicBezTo>
                    <a:pt x="93" y="82"/>
                    <a:pt x="93" y="82"/>
                    <a:pt x="93" y="82"/>
                  </a:cubicBezTo>
                  <a:cubicBezTo>
                    <a:pt x="93" y="74"/>
                    <a:pt x="93" y="74"/>
                    <a:pt x="93" y="74"/>
                  </a:cubicBezTo>
                  <a:cubicBezTo>
                    <a:pt x="72" y="66"/>
                    <a:pt x="54" y="54"/>
                    <a:pt x="39" y="38"/>
                  </a:cubicBezTo>
                  <a:cubicBezTo>
                    <a:pt x="35" y="34"/>
                    <a:pt x="33" y="29"/>
                    <a:pt x="34" y="25"/>
                  </a:cubicBezTo>
                  <a:cubicBezTo>
                    <a:pt x="34" y="21"/>
                    <a:pt x="36" y="18"/>
                    <a:pt x="39" y="16"/>
                  </a:cubicBezTo>
                  <a:cubicBezTo>
                    <a:pt x="41" y="15"/>
                    <a:pt x="43" y="14"/>
                    <a:pt x="45" y="13"/>
                  </a:cubicBezTo>
                  <a:cubicBezTo>
                    <a:pt x="50" y="13"/>
                    <a:pt x="55" y="15"/>
                    <a:pt x="59" y="19"/>
                  </a:cubicBezTo>
                  <a:cubicBezTo>
                    <a:pt x="69" y="29"/>
                    <a:pt x="80" y="37"/>
                    <a:pt x="92" y="43"/>
                  </a:cubicBezTo>
                  <a:cubicBezTo>
                    <a:pt x="92" y="36"/>
                    <a:pt x="92" y="36"/>
                    <a:pt x="92" y="36"/>
                  </a:cubicBezTo>
                  <a:cubicBezTo>
                    <a:pt x="92" y="16"/>
                    <a:pt x="75" y="0"/>
                    <a:pt x="55" y="1"/>
                  </a:cubicBezTo>
                  <a:cubicBezTo>
                    <a:pt x="36" y="1"/>
                    <a:pt x="20" y="18"/>
                    <a:pt x="21" y="38"/>
                  </a:cubicBezTo>
                  <a:cubicBezTo>
                    <a:pt x="22" y="122"/>
                    <a:pt x="22" y="122"/>
                    <a:pt x="22" y="122"/>
                  </a:cubicBezTo>
                  <a:cubicBezTo>
                    <a:pt x="21" y="122"/>
                    <a:pt x="21" y="122"/>
                    <a:pt x="21" y="122"/>
                  </a:cubicBezTo>
                  <a:cubicBezTo>
                    <a:pt x="22" y="165"/>
                    <a:pt x="16" y="202"/>
                    <a:pt x="3" y="243"/>
                  </a:cubicBezTo>
                  <a:cubicBezTo>
                    <a:pt x="3" y="244"/>
                    <a:pt x="2" y="248"/>
                    <a:pt x="2" y="248"/>
                  </a:cubicBezTo>
                  <a:cubicBezTo>
                    <a:pt x="0" y="254"/>
                    <a:pt x="5" y="261"/>
                    <a:pt x="12" y="264"/>
                  </a:cubicBezTo>
                  <a:cubicBezTo>
                    <a:pt x="20" y="267"/>
                    <a:pt x="29" y="265"/>
                    <a:pt x="31" y="258"/>
                  </a:cubicBezTo>
                  <a:cubicBezTo>
                    <a:pt x="31" y="257"/>
                    <a:pt x="32" y="255"/>
                    <a:pt x="32" y="255"/>
                  </a:cubicBezTo>
                  <a:cubicBezTo>
                    <a:pt x="42" y="224"/>
                    <a:pt x="48" y="195"/>
                    <a:pt x="51" y="165"/>
                  </a:cubicBezTo>
                  <a:cubicBezTo>
                    <a:pt x="53" y="165"/>
                    <a:pt x="56" y="165"/>
                    <a:pt x="59" y="165"/>
                  </a:cubicBezTo>
                  <a:cubicBezTo>
                    <a:pt x="60" y="165"/>
                    <a:pt x="61" y="165"/>
                    <a:pt x="63" y="165"/>
                  </a:cubicBezTo>
                  <a:cubicBezTo>
                    <a:pt x="68" y="191"/>
                    <a:pt x="70" y="217"/>
                    <a:pt x="69" y="245"/>
                  </a:cubicBezTo>
                  <a:cubicBezTo>
                    <a:pt x="69" y="246"/>
                    <a:pt x="69" y="248"/>
                    <a:pt x="69" y="249"/>
                  </a:cubicBezTo>
                  <a:cubicBezTo>
                    <a:pt x="68" y="255"/>
                    <a:pt x="75" y="262"/>
                    <a:pt x="83" y="263"/>
                  </a:cubicBezTo>
                  <a:cubicBezTo>
                    <a:pt x="91" y="264"/>
                    <a:pt x="99" y="258"/>
                    <a:pt x="100" y="251"/>
                  </a:cubicBezTo>
                  <a:cubicBezTo>
                    <a:pt x="100" y="250"/>
                    <a:pt x="100" y="247"/>
                    <a:pt x="100" y="246"/>
                  </a:cubicBezTo>
                  <a:cubicBezTo>
                    <a:pt x="101" y="211"/>
                    <a:pt x="97" y="178"/>
                    <a:pt x="90" y="145"/>
                  </a:cubicBezTo>
                  <a:cubicBezTo>
                    <a:pt x="92" y="140"/>
                    <a:pt x="94" y="135"/>
                    <a:pt x="94" y="1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208"/>
            <p:cNvSpPr>
              <a:spLocks/>
            </p:cNvSpPr>
            <p:nvPr/>
          </p:nvSpPr>
          <p:spPr bwMode="auto">
            <a:xfrm>
              <a:off x="9775825" y="1366838"/>
              <a:ext cx="498475" cy="236538"/>
            </a:xfrm>
            <a:custGeom>
              <a:avLst/>
              <a:gdLst>
                <a:gd name="T0" fmla="*/ 121 w 139"/>
                <a:gd name="T1" fmla="*/ 52 h 66"/>
                <a:gd name="T2" fmla="*/ 120 w 139"/>
                <a:gd name="T3" fmla="*/ 50 h 66"/>
                <a:gd name="T4" fmla="*/ 139 w 139"/>
                <a:gd name="T5" fmla="*/ 41 h 66"/>
                <a:gd name="T6" fmla="*/ 138 w 139"/>
                <a:gd name="T7" fmla="*/ 40 h 66"/>
                <a:gd name="T8" fmla="*/ 120 w 139"/>
                <a:gd name="T9" fmla="*/ 48 h 66"/>
                <a:gd name="T10" fmla="*/ 110 w 139"/>
                <a:gd name="T11" fmla="*/ 41 h 66"/>
                <a:gd name="T12" fmla="*/ 106 w 139"/>
                <a:gd name="T13" fmla="*/ 41 h 66"/>
                <a:gd name="T14" fmla="*/ 24 w 139"/>
                <a:gd name="T15" fmla="*/ 6 h 66"/>
                <a:gd name="T16" fmla="*/ 6 w 139"/>
                <a:gd name="T17" fmla="*/ 4 h 66"/>
                <a:gd name="T18" fmla="*/ 6 w 139"/>
                <a:gd name="T19" fmla="*/ 23 h 66"/>
                <a:gd name="T20" fmla="*/ 108 w 139"/>
                <a:gd name="T21" fmla="*/ 65 h 66"/>
                <a:gd name="T22" fmla="*/ 112 w 139"/>
                <a:gd name="T23" fmla="*/ 64 h 66"/>
                <a:gd name="T24" fmla="*/ 121 w 139"/>
                <a:gd name="T25" fmla="*/ 5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9" h="66">
                  <a:moveTo>
                    <a:pt x="121" y="52"/>
                  </a:moveTo>
                  <a:cubicBezTo>
                    <a:pt x="121" y="51"/>
                    <a:pt x="121" y="50"/>
                    <a:pt x="120" y="50"/>
                  </a:cubicBezTo>
                  <a:cubicBezTo>
                    <a:pt x="139" y="41"/>
                    <a:pt x="139" y="41"/>
                    <a:pt x="139" y="41"/>
                  </a:cubicBezTo>
                  <a:cubicBezTo>
                    <a:pt x="138" y="40"/>
                    <a:pt x="138" y="40"/>
                    <a:pt x="138" y="40"/>
                  </a:cubicBezTo>
                  <a:cubicBezTo>
                    <a:pt x="120" y="48"/>
                    <a:pt x="120" y="48"/>
                    <a:pt x="120" y="48"/>
                  </a:cubicBezTo>
                  <a:cubicBezTo>
                    <a:pt x="118" y="45"/>
                    <a:pt x="114" y="42"/>
                    <a:pt x="110" y="41"/>
                  </a:cubicBezTo>
                  <a:cubicBezTo>
                    <a:pt x="110" y="41"/>
                    <a:pt x="107" y="41"/>
                    <a:pt x="106" y="41"/>
                  </a:cubicBezTo>
                  <a:cubicBezTo>
                    <a:pt x="75" y="42"/>
                    <a:pt x="45" y="29"/>
                    <a:pt x="24" y="6"/>
                  </a:cubicBezTo>
                  <a:cubicBezTo>
                    <a:pt x="19" y="1"/>
                    <a:pt x="11" y="0"/>
                    <a:pt x="6" y="4"/>
                  </a:cubicBezTo>
                  <a:cubicBezTo>
                    <a:pt x="0" y="7"/>
                    <a:pt x="0" y="16"/>
                    <a:pt x="6" y="23"/>
                  </a:cubicBezTo>
                  <a:cubicBezTo>
                    <a:pt x="32" y="51"/>
                    <a:pt x="69" y="66"/>
                    <a:pt x="108" y="65"/>
                  </a:cubicBezTo>
                  <a:cubicBezTo>
                    <a:pt x="109" y="65"/>
                    <a:pt x="111" y="64"/>
                    <a:pt x="112" y="64"/>
                  </a:cubicBezTo>
                  <a:cubicBezTo>
                    <a:pt x="118" y="62"/>
                    <a:pt x="122" y="57"/>
                    <a:pt x="121"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209"/>
            <p:cNvSpPr>
              <a:spLocks/>
            </p:cNvSpPr>
            <p:nvPr/>
          </p:nvSpPr>
          <p:spPr bwMode="auto">
            <a:xfrm>
              <a:off x="10177463" y="1625600"/>
              <a:ext cx="1427162" cy="644525"/>
            </a:xfrm>
            <a:custGeom>
              <a:avLst/>
              <a:gdLst>
                <a:gd name="T0" fmla="*/ 693 w 899"/>
                <a:gd name="T1" fmla="*/ 133 h 406"/>
                <a:gd name="T2" fmla="*/ 707 w 899"/>
                <a:gd name="T3" fmla="*/ 126 h 406"/>
                <a:gd name="T4" fmla="*/ 899 w 899"/>
                <a:gd name="T5" fmla="*/ 126 h 406"/>
                <a:gd name="T6" fmla="*/ 892 w 899"/>
                <a:gd name="T7" fmla="*/ 75 h 406"/>
                <a:gd name="T8" fmla="*/ 684 w 899"/>
                <a:gd name="T9" fmla="*/ 68 h 406"/>
                <a:gd name="T10" fmla="*/ 542 w 899"/>
                <a:gd name="T11" fmla="*/ 163 h 406"/>
                <a:gd name="T12" fmla="*/ 23 w 899"/>
                <a:gd name="T13" fmla="*/ 0 h 406"/>
                <a:gd name="T14" fmla="*/ 0 w 899"/>
                <a:gd name="T15" fmla="*/ 77 h 406"/>
                <a:gd name="T16" fmla="*/ 513 w 899"/>
                <a:gd name="T17" fmla="*/ 235 h 406"/>
                <a:gd name="T18" fmla="*/ 562 w 899"/>
                <a:gd name="T19" fmla="*/ 352 h 406"/>
                <a:gd name="T20" fmla="*/ 456 w 899"/>
                <a:gd name="T21" fmla="*/ 352 h 406"/>
                <a:gd name="T22" fmla="*/ 456 w 899"/>
                <a:gd name="T23" fmla="*/ 406 h 406"/>
                <a:gd name="T24" fmla="*/ 585 w 899"/>
                <a:gd name="T25" fmla="*/ 406 h 406"/>
                <a:gd name="T26" fmla="*/ 795 w 899"/>
                <a:gd name="T27" fmla="*/ 406 h 406"/>
                <a:gd name="T28" fmla="*/ 865 w 899"/>
                <a:gd name="T29" fmla="*/ 406 h 406"/>
                <a:gd name="T30" fmla="*/ 865 w 899"/>
                <a:gd name="T31" fmla="*/ 352 h 406"/>
                <a:gd name="T32" fmla="*/ 777 w 899"/>
                <a:gd name="T33" fmla="*/ 352 h 406"/>
                <a:gd name="T34" fmla="*/ 693 w 899"/>
                <a:gd name="T35" fmla="*/ 133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99" h="406">
                  <a:moveTo>
                    <a:pt x="693" y="133"/>
                  </a:moveTo>
                  <a:lnTo>
                    <a:pt x="707" y="126"/>
                  </a:lnTo>
                  <a:lnTo>
                    <a:pt x="899" y="126"/>
                  </a:lnTo>
                  <a:lnTo>
                    <a:pt x="892" y="75"/>
                  </a:lnTo>
                  <a:lnTo>
                    <a:pt x="684" y="68"/>
                  </a:lnTo>
                  <a:lnTo>
                    <a:pt x="542" y="163"/>
                  </a:lnTo>
                  <a:lnTo>
                    <a:pt x="23" y="0"/>
                  </a:lnTo>
                  <a:lnTo>
                    <a:pt x="0" y="77"/>
                  </a:lnTo>
                  <a:lnTo>
                    <a:pt x="513" y="235"/>
                  </a:lnTo>
                  <a:lnTo>
                    <a:pt x="562" y="352"/>
                  </a:lnTo>
                  <a:lnTo>
                    <a:pt x="456" y="352"/>
                  </a:lnTo>
                  <a:lnTo>
                    <a:pt x="456" y="406"/>
                  </a:lnTo>
                  <a:lnTo>
                    <a:pt x="585" y="406"/>
                  </a:lnTo>
                  <a:lnTo>
                    <a:pt x="795" y="406"/>
                  </a:lnTo>
                  <a:lnTo>
                    <a:pt x="865" y="406"/>
                  </a:lnTo>
                  <a:lnTo>
                    <a:pt x="865" y="352"/>
                  </a:lnTo>
                  <a:lnTo>
                    <a:pt x="777" y="352"/>
                  </a:lnTo>
                  <a:lnTo>
                    <a:pt x="693"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210"/>
            <p:cNvSpPr>
              <a:spLocks/>
            </p:cNvSpPr>
            <p:nvPr/>
          </p:nvSpPr>
          <p:spPr bwMode="auto">
            <a:xfrm>
              <a:off x="9963150" y="1314450"/>
              <a:ext cx="307975" cy="171450"/>
            </a:xfrm>
            <a:custGeom>
              <a:avLst/>
              <a:gdLst>
                <a:gd name="T0" fmla="*/ 8 w 86"/>
                <a:gd name="T1" fmla="*/ 44 h 48"/>
                <a:gd name="T2" fmla="*/ 76 w 86"/>
                <a:gd name="T3" fmla="*/ 39 h 48"/>
                <a:gd name="T4" fmla="*/ 78 w 86"/>
                <a:gd name="T5" fmla="*/ 38 h 48"/>
                <a:gd name="T6" fmla="*/ 84 w 86"/>
                <a:gd name="T7" fmla="*/ 22 h 48"/>
                <a:gd name="T8" fmla="*/ 84 w 86"/>
                <a:gd name="T9" fmla="*/ 6 h 48"/>
                <a:gd name="T10" fmla="*/ 86 w 86"/>
                <a:gd name="T11" fmla="*/ 3 h 48"/>
                <a:gd name="T12" fmla="*/ 83 w 86"/>
                <a:gd name="T13" fmla="*/ 0 h 48"/>
                <a:gd name="T14" fmla="*/ 80 w 86"/>
                <a:gd name="T15" fmla="*/ 3 h 48"/>
                <a:gd name="T16" fmla="*/ 82 w 86"/>
                <a:gd name="T17" fmla="*/ 6 h 48"/>
                <a:gd name="T18" fmla="*/ 82 w 86"/>
                <a:gd name="T19" fmla="*/ 20 h 48"/>
                <a:gd name="T20" fmla="*/ 70 w 86"/>
                <a:gd name="T21" fmla="*/ 16 h 48"/>
                <a:gd name="T22" fmla="*/ 67 w 86"/>
                <a:gd name="T23" fmla="*/ 17 h 48"/>
                <a:gd name="T24" fmla="*/ 3 w 86"/>
                <a:gd name="T25" fmla="*/ 19 h 48"/>
                <a:gd name="T26" fmla="*/ 8 w 86"/>
                <a:gd name="T27"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6" h="48">
                  <a:moveTo>
                    <a:pt x="8" y="44"/>
                  </a:moveTo>
                  <a:cubicBezTo>
                    <a:pt x="30" y="48"/>
                    <a:pt x="55" y="47"/>
                    <a:pt x="76" y="39"/>
                  </a:cubicBezTo>
                  <a:cubicBezTo>
                    <a:pt x="77" y="39"/>
                    <a:pt x="78" y="38"/>
                    <a:pt x="78" y="38"/>
                  </a:cubicBezTo>
                  <a:cubicBezTo>
                    <a:pt x="84" y="34"/>
                    <a:pt x="86" y="27"/>
                    <a:pt x="84" y="22"/>
                  </a:cubicBezTo>
                  <a:cubicBezTo>
                    <a:pt x="84" y="6"/>
                    <a:pt x="84" y="6"/>
                    <a:pt x="84" y="6"/>
                  </a:cubicBezTo>
                  <a:cubicBezTo>
                    <a:pt x="85" y="5"/>
                    <a:pt x="86" y="4"/>
                    <a:pt x="86" y="3"/>
                  </a:cubicBezTo>
                  <a:cubicBezTo>
                    <a:pt x="86" y="1"/>
                    <a:pt x="85" y="0"/>
                    <a:pt x="83" y="0"/>
                  </a:cubicBezTo>
                  <a:cubicBezTo>
                    <a:pt x="82" y="0"/>
                    <a:pt x="80" y="1"/>
                    <a:pt x="80" y="3"/>
                  </a:cubicBezTo>
                  <a:cubicBezTo>
                    <a:pt x="80" y="4"/>
                    <a:pt x="81" y="5"/>
                    <a:pt x="82" y="6"/>
                  </a:cubicBezTo>
                  <a:cubicBezTo>
                    <a:pt x="82" y="20"/>
                    <a:pt x="82" y="20"/>
                    <a:pt x="82" y="20"/>
                  </a:cubicBezTo>
                  <a:cubicBezTo>
                    <a:pt x="79" y="17"/>
                    <a:pt x="74" y="15"/>
                    <a:pt x="70" y="16"/>
                  </a:cubicBezTo>
                  <a:cubicBezTo>
                    <a:pt x="69" y="16"/>
                    <a:pt x="67" y="16"/>
                    <a:pt x="67" y="17"/>
                  </a:cubicBezTo>
                  <a:cubicBezTo>
                    <a:pt x="38" y="27"/>
                    <a:pt x="0" y="18"/>
                    <a:pt x="3" y="19"/>
                  </a:cubicBezTo>
                  <a:cubicBezTo>
                    <a:pt x="7" y="23"/>
                    <a:pt x="8" y="39"/>
                    <a:pt x="8"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211"/>
            <p:cNvSpPr>
              <a:spLocks noEditPoints="1"/>
            </p:cNvSpPr>
            <p:nvPr/>
          </p:nvSpPr>
          <p:spPr bwMode="auto">
            <a:xfrm>
              <a:off x="10490200" y="1468438"/>
              <a:ext cx="1125537" cy="393700"/>
            </a:xfrm>
            <a:custGeom>
              <a:avLst/>
              <a:gdLst>
                <a:gd name="T0" fmla="*/ 29 w 314"/>
                <a:gd name="T1" fmla="*/ 75 h 110"/>
                <a:gd name="T2" fmla="*/ 130 w 314"/>
                <a:gd name="T3" fmla="*/ 107 h 110"/>
                <a:gd name="T4" fmla="*/ 159 w 314"/>
                <a:gd name="T5" fmla="*/ 103 h 110"/>
                <a:gd name="T6" fmla="*/ 159 w 314"/>
                <a:gd name="T7" fmla="*/ 103 h 110"/>
                <a:gd name="T8" fmla="*/ 214 w 314"/>
                <a:gd name="T9" fmla="*/ 69 h 110"/>
                <a:gd name="T10" fmla="*/ 214 w 314"/>
                <a:gd name="T11" fmla="*/ 69 h 110"/>
                <a:gd name="T12" fmla="*/ 299 w 314"/>
                <a:gd name="T13" fmla="*/ 73 h 110"/>
                <a:gd name="T14" fmla="*/ 292 w 314"/>
                <a:gd name="T15" fmla="*/ 42 h 110"/>
                <a:gd name="T16" fmla="*/ 218 w 314"/>
                <a:gd name="T17" fmla="*/ 36 h 110"/>
                <a:gd name="T18" fmla="*/ 212 w 314"/>
                <a:gd name="T19" fmla="*/ 36 h 110"/>
                <a:gd name="T20" fmla="*/ 203 w 314"/>
                <a:gd name="T21" fmla="*/ 39 h 110"/>
                <a:gd name="T22" fmla="*/ 173 w 314"/>
                <a:gd name="T23" fmla="*/ 58 h 110"/>
                <a:gd name="T24" fmla="*/ 172 w 314"/>
                <a:gd name="T25" fmla="*/ 56 h 110"/>
                <a:gd name="T26" fmla="*/ 202 w 314"/>
                <a:gd name="T27" fmla="*/ 38 h 110"/>
                <a:gd name="T28" fmla="*/ 209 w 314"/>
                <a:gd name="T29" fmla="*/ 35 h 110"/>
                <a:gd name="T30" fmla="*/ 211 w 314"/>
                <a:gd name="T31" fmla="*/ 34 h 110"/>
                <a:gd name="T32" fmla="*/ 218 w 314"/>
                <a:gd name="T33" fmla="*/ 34 h 110"/>
                <a:gd name="T34" fmla="*/ 292 w 314"/>
                <a:gd name="T35" fmla="*/ 40 h 110"/>
                <a:gd name="T36" fmla="*/ 306 w 314"/>
                <a:gd name="T37" fmla="*/ 45 h 110"/>
                <a:gd name="T38" fmla="*/ 290 w 314"/>
                <a:gd name="T39" fmla="*/ 36 h 110"/>
                <a:gd name="T40" fmla="*/ 216 w 314"/>
                <a:gd name="T41" fmla="*/ 30 h 110"/>
                <a:gd name="T42" fmla="*/ 210 w 314"/>
                <a:gd name="T43" fmla="*/ 30 h 110"/>
                <a:gd name="T44" fmla="*/ 202 w 314"/>
                <a:gd name="T45" fmla="*/ 34 h 110"/>
                <a:gd name="T46" fmla="*/ 170 w 314"/>
                <a:gd name="T47" fmla="*/ 53 h 110"/>
                <a:gd name="T48" fmla="*/ 152 w 314"/>
                <a:gd name="T49" fmla="*/ 39 h 110"/>
                <a:gd name="T50" fmla="*/ 51 w 314"/>
                <a:gd name="T51" fmla="*/ 6 h 110"/>
                <a:gd name="T52" fmla="*/ 6 w 314"/>
                <a:gd name="T53" fmla="*/ 30 h 110"/>
                <a:gd name="T54" fmla="*/ 29 w 314"/>
                <a:gd name="T55" fmla="*/ 75 h 110"/>
                <a:gd name="T56" fmla="*/ 30 w 314"/>
                <a:gd name="T57" fmla="*/ 24 h 110"/>
                <a:gd name="T58" fmla="*/ 44 w 314"/>
                <a:gd name="T59" fmla="*/ 21 h 110"/>
                <a:gd name="T60" fmla="*/ 52 w 314"/>
                <a:gd name="T61" fmla="*/ 26 h 110"/>
                <a:gd name="T62" fmla="*/ 90 w 314"/>
                <a:gd name="T63" fmla="*/ 47 h 110"/>
                <a:gd name="T64" fmla="*/ 134 w 314"/>
                <a:gd name="T65" fmla="*/ 52 h 110"/>
                <a:gd name="T66" fmla="*/ 142 w 314"/>
                <a:gd name="T67" fmla="*/ 53 h 110"/>
                <a:gd name="T68" fmla="*/ 152 w 314"/>
                <a:gd name="T69" fmla="*/ 63 h 110"/>
                <a:gd name="T70" fmla="*/ 150 w 314"/>
                <a:gd name="T71" fmla="*/ 73 h 110"/>
                <a:gd name="T72" fmla="*/ 138 w 314"/>
                <a:gd name="T73" fmla="*/ 80 h 110"/>
                <a:gd name="T74" fmla="*/ 81 w 314"/>
                <a:gd name="T75" fmla="*/ 74 h 110"/>
                <a:gd name="T76" fmla="*/ 81 w 314"/>
                <a:gd name="T77" fmla="*/ 74 h 110"/>
                <a:gd name="T78" fmla="*/ 32 w 314"/>
                <a:gd name="T79" fmla="*/ 46 h 110"/>
                <a:gd name="T80" fmla="*/ 28 w 314"/>
                <a:gd name="T81" fmla="*/ 41 h 110"/>
                <a:gd name="T82" fmla="*/ 30 w 314"/>
                <a:gd name="T83" fmla="*/ 24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14" h="110">
                  <a:moveTo>
                    <a:pt x="29" y="75"/>
                  </a:moveTo>
                  <a:cubicBezTo>
                    <a:pt x="130" y="107"/>
                    <a:pt x="130" y="107"/>
                    <a:pt x="130" y="107"/>
                  </a:cubicBezTo>
                  <a:cubicBezTo>
                    <a:pt x="140" y="110"/>
                    <a:pt x="151" y="109"/>
                    <a:pt x="159" y="103"/>
                  </a:cubicBezTo>
                  <a:cubicBezTo>
                    <a:pt x="159" y="103"/>
                    <a:pt x="159" y="103"/>
                    <a:pt x="159" y="103"/>
                  </a:cubicBezTo>
                  <a:cubicBezTo>
                    <a:pt x="162" y="102"/>
                    <a:pt x="195" y="82"/>
                    <a:pt x="214" y="69"/>
                  </a:cubicBezTo>
                  <a:cubicBezTo>
                    <a:pt x="214" y="69"/>
                    <a:pt x="214" y="69"/>
                    <a:pt x="214" y="69"/>
                  </a:cubicBezTo>
                  <a:cubicBezTo>
                    <a:pt x="218" y="70"/>
                    <a:pt x="293" y="74"/>
                    <a:pt x="299" y="73"/>
                  </a:cubicBezTo>
                  <a:cubicBezTo>
                    <a:pt x="313" y="69"/>
                    <a:pt x="314" y="43"/>
                    <a:pt x="292" y="42"/>
                  </a:cubicBezTo>
                  <a:cubicBezTo>
                    <a:pt x="289" y="42"/>
                    <a:pt x="240" y="38"/>
                    <a:pt x="218" y="36"/>
                  </a:cubicBezTo>
                  <a:cubicBezTo>
                    <a:pt x="216" y="36"/>
                    <a:pt x="212" y="36"/>
                    <a:pt x="212" y="36"/>
                  </a:cubicBezTo>
                  <a:cubicBezTo>
                    <a:pt x="209" y="36"/>
                    <a:pt x="206" y="38"/>
                    <a:pt x="203" y="39"/>
                  </a:cubicBezTo>
                  <a:cubicBezTo>
                    <a:pt x="202" y="41"/>
                    <a:pt x="188" y="49"/>
                    <a:pt x="173" y="58"/>
                  </a:cubicBezTo>
                  <a:cubicBezTo>
                    <a:pt x="173" y="57"/>
                    <a:pt x="173" y="57"/>
                    <a:pt x="172" y="56"/>
                  </a:cubicBezTo>
                  <a:cubicBezTo>
                    <a:pt x="185" y="49"/>
                    <a:pt x="200" y="39"/>
                    <a:pt x="202" y="38"/>
                  </a:cubicBezTo>
                  <a:cubicBezTo>
                    <a:pt x="204" y="36"/>
                    <a:pt x="206" y="35"/>
                    <a:pt x="209" y="35"/>
                  </a:cubicBezTo>
                  <a:cubicBezTo>
                    <a:pt x="210" y="34"/>
                    <a:pt x="211" y="34"/>
                    <a:pt x="211" y="34"/>
                  </a:cubicBezTo>
                  <a:cubicBezTo>
                    <a:pt x="212" y="34"/>
                    <a:pt x="216" y="34"/>
                    <a:pt x="218" y="34"/>
                  </a:cubicBezTo>
                  <a:cubicBezTo>
                    <a:pt x="240" y="36"/>
                    <a:pt x="289" y="40"/>
                    <a:pt x="292" y="40"/>
                  </a:cubicBezTo>
                  <a:cubicBezTo>
                    <a:pt x="298" y="40"/>
                    <a:pt x="303" y="42"/>
                    <a:pt x="306" y="45"/>
                  </a:cubicBezTo>
                  <a:cubicBezTo>
                    <a:pt x="304" y="41"/>
                    <a:pt x="299" y="37"/>
                    <a:pt x="290" y="36"/>
                  </a:cubicBezTo>
                  <a:cubicBezTo>
                    <a:pt x="287" y="36"/>
                    <a:pt x="238" y="32"/>
                    <a:pt x="216" y="30"/>
                  </a:cubicBezTo>
                  <a:cubicBezTo>
                    <a:pt x="214" y="30"/>
                    <a:pt x="210" y="30"/>
                    <a:pt x="210" y="30"/>
                  </a:cubicBezTo>
                  <a:cubicBezTo>
                    <a:pt x="207" y="31"/>
                    <a:pt x="204" y="32"/>
                    <a:pt x="202" y="34"/>
                  </a:cubicBezTo>
                  <a:cubicBezTo>
                    <a:pt x="200" y="35"/>
                    <a:pt x="185" y="44"/>
                    <a:pt x="170" y="53"/>
                  </a:cubicBezTo>
                  <a:cubicBezTo>
                    <a:pt x="166" y="46"/>
                    <a:pt x="160" y="41"/>
                    <a:pt x="152" y="39"/>
                  </a:cubicBezTo>
                  <a:cubicBezTo>
                    <a:pt x="51" y="6"/>
                    <a:pt x="51" y="6"/>
                    <a:pt x="51" y="6"/>
                  </a:cubicBezTo>
                  <a:cubicBezTo>
                    <a:pt x="32" y="0"/>
                    <a:pt x="12" y="11"/>
                    <a:pt x="6" y="30"/>
                  </a:cubicBezTo>
                  <a:cubicBezTo>
                    <a:pt x="0" y="49"/>
                    <a:pt x="11" y="69"/>
                    <a:pt x="29" y="75"/>
                  </a:cubicBezTo>
                  <a:close/>
                  <a:moveTo>
                    <a:pt x="30" y="24"/>
                  </a:moveTo>
                  <a:cubicBezTo>
                    <a:pt x="34" y="21"/>
                    <a:pt x="39" y="20"/>
                    <a:pt x="44" y="21"/>
                  </a:cubicBezTo>
                  <a:cubicBezTo>
                    <a:pt x="46" y="22"/>
                    <a:pt x="50" y="24"/>
                    <a:pt x="52" y="26"/>
                  </a:cubicBezTo>
                  <a:cubicBezTo>
                    <a:pt x="63" y="36"/>
                    <a:pt x="75" y="43"/>
                    <a:pt x="90" y="47"/>
                  </a:cubicBezTo>
                  <a:cubicBezTo>
                    <a:pt x="104" y="52"/>
                    <a:pt x="119" y="54"/>
                    <a:pt x="134" y="52"/>
                  </a:cubicBezTo>
                  <a:cubicBezTo>
                    <a:pt x="137" y="52"/>
                    <a:pt x="140" y="52"/>
                    <a:pt x="142" y="53"/>
                  </a:cubicBezTo>
                  <a:cubicBezTo>
                    <a:pt x="147" y="54"/>
                    <a:pt x="151" y="58"/>
                    <a:pt x="152" y="63"/>
                  </a:cubicBezTo>
                  <a:cubicBezTo>
                    <a:pt x="153" y="66"/>
                    <a:pt x="152" y="70"/>
                    <a:pt x="150" y="73"/>
                  </a:cubicBezTo>
                  <a:cubicBezTo>
                    <a:pt x="147" y="76"/>
                    <a:pt x="143" y="79"/>
                    <a:pt x="138" y="80"/>
                  </a:cubicBezTo>
                  <a:cubicBezTo>
                    <a:pt x="118" y="82"/>
                    <a:pt x="99" y="80"/>
                    <a:pt x="81" y="74"/>
                  </a:cubicBezTo>
                  <a:cubicBezTo>
                    <a:pt x="81" y="74"/>
                    <a:pt x="81" y="74"/>
                    <a:pt x="81" y="74"/>
                  </a:cubicBezTo>
                  <a:cubicBezTo>
                    <a:pt x="63" y="68"/>
                    <a:pt x="46" y="59"/>
                    <a:pt x="32" y="46"/>
                  </a:cubicBezTo>
                  <a:cubicBezTo>
                    <a:pt x="32" y="46"/>
                    <a:pt x="29" y="43"/>
                    <a:pt x="28" y="41"/>
                  </a:cubicBezTo>
                  <a:cubicBezTo>
                    <a:pt x="26" y="36"/>
                    <a:pt x="23" y="29"/>
                    <a:pt x="30"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212"/>
            <p:cNvSpPr>
              <a:spLocks/>
            </p:cNvSpPr>
            <p:nvPr/>
          </p:nvSpPr>
          <p:spPr bwMode="auto">
            <a:xfrm>
              <a:off x="10572750" y="1536700"/>
              <a:ext cx="461962" cy="225425"/>
            </a:xfrm>
            <a:custGeom>
              <a:avLst/>
              <a:gdLst>
                <a:gd name="T0" fmla="*/ 114 w 129"/>
                <a:gd name="T1" fmla="*/ 59 h 63"/>
                <a:gd name="T2" fmla="*/ 127 w 129"/>
                <a:gd name="T3" fmla="*/ 44 h 63"/>
                <a:gd name="T4" fmla="*/ 112 w 129"/>
                <a:gd name="T5" fmla="*/ 35 h 63"/>
                <a:gd name="T6" fmla="*/ 27 w 129"/>
                <a:gd name="T7" fmla="*/ 9 h 63"/>
                <a:gd name="T8" fmla="*/ 8 w 129"/>
                <a:gd name="T9" fmla="*/ 6 h 63"/>
                <a:gd name="T10" fmla="*/ 10 w 129"/>
                <a:gd name="T11" fmla="*/ 25 h 63"/>
                <a:gd name="T12" fmla="*/ 114 w 129"/>
                <a:gd name="T13" fmla="*/ 59 h 63"/>
              </a:gdLst>
              <a:ahLst/>
              <a:cxnLst>
                <a:cxn ang="0">
                  <a:pos x="T0" y="T1"/>
                </a:cxn>
                <a:cxn ang="0">
                  <a:pos x="T2" y="T3"/>
                </a:cxn>
                <a:cxn ang="0">
                  <a:pos x="T4" y="T5"/>
                </a:cxn>
                <a:cxn ang="0">
                  <a:pos x="T6" y="T7"/>
                </a:cxn>
                <a:cxn ang="0">
                  <a:pos x="T8" y="T9"/>
                </a:cxn>
                <a:cxn ang="0">
                  <a:pos x="T10" y="T11"/>
                </a:cxn>
                <a:cxn ang="0">
                  <a:pos x="T12" y="T13"/>
                </a:cxn>
              </a:cxnLst>
              <a:rect l="0" t="0" r="r" b="b"/>
              <a:pathLst>
                <a:path w="129" h="63">
                  <a:moveTo>
                    <a:pt x="114" y="59"/>
                  </a:moveTo>
                  <a:cubicBezTo>
                    <a:pt x="123" y="58"/>
                    <a:pt x="129" y="51"/>
                    <a:pt x="127" y="44"/>
                  </a:cubicBezTo>
                  <a:cubicBezTo>
                    <a:pt x="125" y="38"/>
                    <a:pt x="119" y="34"/>
                    <a:pt x="112" y="35"/>
                  </a:cubicBezTo>
                  <a:cubicBezTo>
                    <a:pt x="81" y="38"/>
                    <a:pt x="51" y="29"/>
                    <a:pt x="27" y="9"/>
                  </a:cubicBezTo>
                  <a:cubicBezTo>
                    <a:pt x="26" y="8"/>
                    <a:pt x="16" y="0"/>
                    <a:pt x="8" y="6"/>
                  </a:cubicBezTo>
                  <a:cubicBezTo>
                    <a:pt x="0" y="13"/>
                    <a:pt x="9" y="24"/>
                    <a:pt x="10" y="25"/>
                  </a:cubicBezTo>
                  <a:cubicBezTo>
                    <a:pt x="38" y="51"/>
                    <a:pt x="76" y="63"/>
                    <a:pt x="114"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213"/>
            <p:cNvSpPr>
              <a:spLocks/>
            </p:cNvSpPr>
            <p:nvPr/>
          </p:nvSpPr>
          <p:spPr bwMode="auto">
            <a:xfrm>
              <a:off x="10288588" y="1406525"/>
              <a:ext cx="233362" cy="233363"/>
            </a:xfrm>
            <a:custGeom>
              <a:avLst/>
              <a:gdLst>
                <a:gd name="T0" fmla="*/ 21 w 65"/>
                <a:gd name="T1" fmla="*/ 58 h 65"/>
                <a:gd name="T2" fmla="*/ 60 w 65"/>
                <a:gd name="T3" fmla="*/ 46 h 65"/>
                <a:gd name="T4" fmla="*/ 57 w 65"/>
                <a:gd name="T5" fmla="*/ 16 h 65"/>
                <a:gd name="T6" fmla="*/ 51 w 65"/>
                <a:gd name="T7" fmla="*/ 20 h 65"/>
                <a:gd name="T8" fmla="*/ 51 w 65"/>
                <a:gd name="T9" fmla="*/ 12 h 65"/>
                <a:gd name="T10" fmla="*/ 52 w 65"/>
                <a:gd name="T11" fmla="*/ 11 h 65"/>
                <a:gd name="T12" fmla="*/ 46 w 65"/>
                <a:gd name="T13" fmla="*/ 8 h 65"/>
                <a:gd name="T14" fmla="*/ 7 w 65"/>
                <a:gd name="T15" fmla="*/ 19 h 65"/>
                <a:gd name="T16" fmla="*/ 21 w 65"/>
                <a:gd name="T17" fmla="*/ 58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65">
                  <a:moveTo>
                    <a:pt x="21" y="58"/>
                  </a:moveTo>
                  <a:cubicBezTo>
                    <a:pt x="35" y="65"/>
                    <a:pt x="53" y="60"/>
                    <a:pt x="60" y="46"/>
                  </a:cubicBezTo>
                  <a:cubicBezTo>
                    <a:pt x="65" y="37"/>
                    <a:pt x="63" y="25"/>
                    <a:pt x="57" y="16"/>
                  </a:cubicBezTo>
                  <a:cubicBezTo>
                    <a:pt x="55" y="19"/>
                    <a:pt x="52" y="20"/>
                    <a:pt x="51" y="20"/>
                  </a:cubicBezTo>
                  <a:cubicBezTo>
                    <a:pt x="50" y="19"/>
                    <a:pt x="50" y="16"/>
                    <a:pt x="51" y="12"/>
                  </a:cubicBezTo>
                  <a:cubicBezTo>
                    <a:pt x="52" y="11"/>
                    <a:pt x="52" y="11"/>
                    <a:pt x="52" y="11"/>
                  </a:cubicBezTo>
                  <a:cubicBezTo>
                    <a:pt x="50" y="10"/>
                    <a:pt x="48" y="9"/>
                    <a:pt x="46" y="8"/>
                  </a:cubicBezTo>
                  <a:cubicBezTo>
                    <a:pt x="32" y="0"/>
                    <a:pt x="14" y="5"/>
                    <a:pt x="7" y="19"/>
                  </a:cubicBezTo>
                  <a:cubicBezTo>
                    <a:pt x="0" y="33"/>
                    <a:pt x="6" y="50"/>
                    <a:pt x="21"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53" name="组合 152"/>
          <p:cNvGrpSpPr/>
          <p:nvPr/>
        </p:nvGrpSpPr>
        <p:grpSpPr>
          <a:xfrm>
            <a:off x="263525" y="1231900"/>
            <a:ext cx="1282700" cy="1400175"/>
            <a:chOff x="263525" y="1231900"/>
            <a:chExt cx="1282700" cy="1400175"/>
          </a:xfrm>
          <a:solidFill>
            <a:schemeClr val="tx1">
              <a:lumMod val="65000"/>
              <a:lumOff val="35000"/>
            </a:schemeClr>
          </a:solidFill>
        </p:grpSpPr>
        <p:sp>
          <p:nvSpPr>
            <p:cNvPr id="154" name="Freeform 217"/>
            <p:cNvSpPr>
              <a:spLocks noEditPoints="1"/>
            </p:cNvSpPr>
            <p:nvPr/>
          </p:nvSpPr>
          <p:spPr bwMode="auto">
            <a:xfrm>
              <a:off x="904875" y="1466850"/>
              <a:ext cx="323850" cy="250825"/>
            </a:xfrm>
            <a:custGeom>
              <a:avLst/>
              <a:gdLst>
                <a:gd name="T0" fmla="*/ 149 w 250"/>
                <a:gd name="T1" fmla="*/ 167 h 193"/>
                <a:gd name="T2" fmla="*/ 187 w 250"/>
                <a:gd name="T3" fmla="*/ 123 h 193"/>
                <a:gd name="T4" fmla="*/ 233 w 250"/>
                <a:gd name="T5" fmla="*/ 113 h 193"/>
                <a:gd name="T6" fmla="*/ 232 w 250"/>
                <a:gd name="T7" fmla="*/ 52 h 193"/>
                <a:gd name="T8" fmla="*/ 182 w 250"/>
                <a:gd name="T9" fmla="*/ 46 h 193"/>
                <a:gd name="T10" fmla="*/ 181 w 250"/>
                <a:gd name="T11" fmla="*/ 44 h 193"/>
                <a:gd name="T12" fmla="*/ 120 w 250"/>
                <a:gd name="T13" fmla="*/ 2 h 193"/>
                <a:gd name="T14" fmla="*/ 173 w 250"/>
                <a:gd name="T15" fmla="*/ 52 h 193"/>
                <a:gd name="T16" fmla="*/ 172 w 250"/>
                <a:gd name="T17" fmla="*/ 54 h 193"/>
                <a:gd name="T18" fmla="*/ 164 w 250"/>
                <a:gd name="T19" fmla="*/ 65 h 193"/>
                <a:gd name="T20" fmla="*/ 96 w 250"/>
                <a:gd name="T21" fmla="*/ 1 h 193"/>
                <a:gd name="T22" fmla="*/ 96 w 250"/>
                <a:gd name="T23" fmla="*/ 0 h 193"/>
                <a:gd name="T24" fmla="*/ 58 w 250"/>
                <a:gd name="T25" fmla="*/ 12 h 193"/>
                <a:gd name="T26" fmla="*/ 26 w 250"/>
                <a:gd name="T27" fmla="*/ 136 h 193"/>
                <a:gd name="T28" fmla="*/ 149 w 250"/>
                <a:gd name="T29" fmla="*/ 167 h 193"/>
                <a:gd name="T30" fmla="*/ 178 w 250"/>
                <a:gd name="T31" fmla="*/ 61 h 193"/>
                <a:gd name="T32" fmla="*/ 225 w 250"/>
                <a:gd name="T33" fmla="*/ 60 h 193"/>
                <a:gd name="T34" fmla="*/ 226 w 250"/>
                <a:gd name="T35" fmla="*/ 106 h 193"/>
                <a:gd name="T36" fmla="*/ 179 w 250"/>
                <a:gd name="T37" fmla="*/ 107 h 193"/>
                <a:gd name="T38" fmla="*/ 178 w 250"/>
                <a:gd name="T39" fmla="*/ 61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0" h="193">
                  <a:moveTo>
                    <a:pt x="149" y="167"/>
                  </a:moveTo>
                  <a:cubicBezTo>
                    <a:pt x="167" y="157"/>
                    <a:pt x="180" y="141"/>
                    <a:pt x="187" y="123"/>
                  </a:cubicBezTo>
                  <a:cubicBezTo>
                    <a:pt x="203" y="129"/>
                    <a:pt x="221" y="126"/>
                    <a:pt x="233" y="113"/>
                  </a:cubicBezTo>
                  <a:cubicBezTo>
                    <a:pt x="250" y="96"/>
                    <a:pt x="249" y="69"/>
                    <a:pt x="232" y="52"/>
                  </a:cubicBezTo>
                  <a:cubicBezTo>
                    <a:pt x="218" y="39"/>
                    <a:pt x="198" y="37"/>
                    <a:pt x="182" y="46"/>
                  </a:cubicBezTo>
                  <a:cubicBezTo>
                    <a:pt x="181" y="45"/>
                    <a:pt x="181" y="45"/>
                    <a:pt x="181" y="44"/>
                  </a:cubicBezTo>
                  <a:cubicBezTo>
                    <a:pt x="167" y="21"/>
                    <a:pt x="145" y="6"/>
                    <a:pt x="120" y="2"/>
                  </a:cubicBezTo>
                  <a:cubicBezTo>
                    <a:pt x="173" y="52"/>
                    <a:pt x="173" y="52"/>
                    <a:pt x="173" y="52"/>
                  </a:cubicBezTo>
                  <a:cubicBezTo>
                    <a:pt x="173" y="53"/>
                    <a:pt x="172" y="53"/>
                    <a:pt x="172" y="54"/>
                  </a:cubicBezTo>
                  <a:cubicBezTo>
                    <a:pt x="168" y="57"/>
                    <a:pt x="166" y="61"/>
                    <a:pt x="164" y="65"/>
                  </a:cubicBezTo>
                  <a:cubicBezTo>
                    <a:pt x="96" y="1"/>
                    <a:pt x="96" y="1"/>
                    <a:pt x="96" y="1"/>
                  </a:cubicBezTo>
                  <a:cubicBezTo>
                    <a:pt x="96" y="0"/>
                    <a:pt x="96" y="0"/>
                    <a:pt x="96" y="0"/>
                  </a:cubicBezTo>
                  <a:cubicBezTo>
                    <a:pt x="83" y="1"/>
                    <a:pt x="70" y="5"/>
                    <a:pt x="58" y="12"/>
                  </a:cubicBezTo>
                  <a:cubicBezTo>
                    <a:pt x="15" y="38"/>
                    <a:pt x="0" y="93"/>
                    <a:pt x="26" y="136"/>
                  </a:cubicBezTo>
                  <a:cubicBezTo>
                    <a:pt x="51" y="178"/>
                    <a:pt x="106" y="193"/>
                    <a:pt x="149" y="167"/>
                  </a:cubicBezTo>
                  <a:close/>
                  <a:moveTo>
                    <a:pt x="178" y="61"/>
                  </a:moveTo>
                  <a:cubicBezTo>
                    <a:pt x="191" y="47"/>
                    <a:pt x="212" y="47"/>
                    <a:pt x="225" y="60"/>
                  </a:cubicBezTo>
                  <a:cubicBezTo>
                    <a:pt x="238" y="72"/>
                    <a:pt x="239" y="93"/>
                    <a:pt x="226" y="106"/>
                  </a:cubicBezTo>
                  <a:cubicBezTo>
                    <a:pt x="214" y="120"/>
                    <a:pt x="193" y="120"/>
                    <a:pt x="179" y="107"/>
                  </a:cubicBezTo>
                  <a:cubicBezTo>
                    <a:pt x="166" y="95"/>
                    <a:pt x="166" y="74"/>
                    <a:pt x="178"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218"/>
            <p:cNvSpPr>
              <a:spLocks/>
            </p:cNvSpPr>
            <p:nvPr/>
          </p:nvSpPr>
          <p:spPr bwMode="auto">
            <a:xfrm>
              <a:off x="655638" y="2351088"/>
              <a:ext cx="163513" cy="280987"/>
            </a:xfrm>
            <a:custGeom>
              <a:avLst/>
              <a:gdLst>
                <a:gd name="T0" fmla="*/ 71 w 126"/>
                <a:gd name="T1" fmla="*/ 214 h 217"/>
                <a:gd name="T2" fmla="*/ 62 w 126"/>
                <a:gd name="T3" fmla="*/ 194 h 217"/>
                <a:gd name="T4" fmla="*/ 62 w 126"/>
                <a:gd name="T5" fmla="*/ 134 h 217"/>
                <a:gd name="T6" fmla="*/ 90 w 126"/>
                <a:gd name="T7" fmla="*/ 106 h 217"/>
                <a:gd name="T8" fmla="*/ 118 w 126"/>
                <a:gd name="T9" fmla="*/ 106 h 217"/>
                <a:gd name="T10" fmla="*/ 126 w 126"/>
                <a:gd name="T11" fmla="*/ 44 h 217"/>
                <a:gd name="T12" fmla="*/ 99 w 126"/>
                <a:gd name="T13" fmla="*/ 16 h 217"/>
                <a:gd name="T14" fmla="*/ 99 w 126"/>
                <a:gd name="T15" fmla="*/ 12 h 217"/>
                <a:gd name="T16" fmla="*/ 28 w 126"/>
                <a:gd name="T17" fmla="*/ 0 h 217"/>
                <a:gd name="T18" fmla="*/ 7 w 126"/>
                <a:gd name="T19" fmla="*/ 155 h 217"/>
                <a:gd name="T20" fmla="*/ 44 w 126"/>
                <a:gd name="T21" fmla="*/ 215 h 217"/>
                <a:gd name="T22" fmla="*/ 55 w 126"/>
                <a:gd name="T23" fmla="*/ 217 h 217"/>
                <a:gd name="T24" fmla="*/ 71 w 126"/>
                <a:gd name="T25" fmla="*/ 214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6" h="217">
                  <a:moveTo>
                    <a:pt x="71" y="214"/>
                  </a:moveTo>
                  <a:cubicBezTo>
                    <a:pt x="65" y="209"/>
                    <a:pt x="62" y="202"/>
                    <a:pt x="62" y="194"/>
                  </a:cubicBezTo>
                  <a:cubicBezTo>
                    <a:pt x="62" y="134"/>
                    <a:pt x="62" y="134"/>
                    <a:pt x="62" y="134"/>
                  </a:cubicBezTo>
                  <a:cubicBezTo>
                    <a:pt x="62" y="118"/>
                    <a:pt x="75" y="106"/>
                    <a:pt x="90" y="106"/>
                  </a:cubicBezTo>
                  <a:cubicBezTo>
                    <a:pt x="118" y="106"/>
                    <a:pt x="118" y="106"/>
                    <a:pt x="118" y="106"/>
                  </a:cubicBezTo>
                  <a:cubicBezTo>
                    <a:pt x="122" y="84"/>
                    <a:pt x="124" y="64"/>
                    <a:pt x="126" y="44"/>
                  </a:cubicBezTo>
                  <a:cubicBezTo>
                    <a:pt x="111" y="44"/>
                    <a:pt x="99" y="32"/>
                    <a:pt x="99" y="16"/>
                  </a:cubicBezTo>
                  <a:cubicBezTo>
                    <a:pt x="99" y="12"/>
                    <a:pt x="99" y="12"/>
                    <a:pt x="99" y="12"/>
                  </a:cubicBezTo>
                  <a:cubicBezTo>
                    <a:pt x="28" y="0"/>
                    <a:pt x="28" y="0"/>
                    <a:pt x="28" y="0"/>
                  </a:cubicBezTo>
                  <a:cubicBezTo>
                    <a:pt x="27" y="43"/>
                    <a:pt x="21" y="95"/>
                    <a:pt x="7" y="155"/>
                  </a:cubicBezTo>
                  <a:cubicBezTo>
                    <a:pt x="0" y="182"/>
                    <a:pt x="17" y="209"/>
                    <a:pt x="44" y="215"/>
                  </a:cubicBezTo>
                  <a:cubicBezTo>
                    <a:pt x="48" y="216"/>
                    <a:pt x="52" y="217"/>
                    <a:pt x="55" y="217"/>
                  </a:cubicBezTo>
                  <a:cubicBezTo>
                    <a:pt x="61" y="217"/>
                    <a:pt x="66" y="216"/>
                    <a:pt x="71" y="2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219"/>
            <p:cNvSpPr>
              <a:spLocks/>
            </p:cNvSpPr>
            <p:nvPr/>
          </p:nvSpPr>
          <p:spPr bwMode="auto">
            <a:xfrm>
              <a:off x="555625" y="2205038"/>
              <a:ext cx="228600" cy="60325"/>
            </a:xfrm>
            <a:custGeom>
              <a:avLst/>
              <a:gdLst>
                <a:gd name="T0" fmla="*/ 70 w 176"/>
                <a:gd name="T1" fmla="*/ 25 h 46"/>
                <a:gd name="T2" fmla="*/ 77 w 176"/>
                <a:gd name="T3" fmla="*/ 26 h 46"/>
                <a:gd name="T4" fmla="*/ 176 w 176"/>
                <a:gd name="T5" fmla="*/ 42 h 46"/>
                <a:gd name="T6" fmla="*/ 176 w 176"/>
                <a:gd name="T7" fmla="*/ 16 h 46"/>
                <a:gd name="T8" fmla="*/ 53 w 176"/>
                <a:gd name="T9" fmla="*/ 0 h 46"/>
                <a:gd name="T10" fmla="*/ 0 w 176"/>
                <a:gd name="T11" fmla="*/ 34 h 46"/>
                <a:gd name="T12" fmla="*/ 26 w 176"/>
                <a:gd name="T13" fmla="*/ 46 h 46"/>
                <a:gd name="T14" fmla="*/ 49 w 176"/>
                <a:gd name="T15" fmla="*/ 31 h 46"/>
                <a:gd name="T16" fmla="*/ 70 w 176"/>
                <a:gd name="T17" fmla="*/ 2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6" h="46">
                  <a:moveTo>
                    <a:pt x="70" y="25"/>
                  </a:moveTo>
                  <a:cubicBezTo>
                    <a:pt x="72" y="25"/>
                    <a:pt x="75" y="25"/>
                    <a:pt x="77" y="26"/>
                  </a:cubicBezTo>
                  <a:cubicBezTo>
                    <a:pt x="176" y="42"/>
                    <a:pt x="176" y="42"/>
                    <a:pt x="176" y="42"/>
                  </a:cubicBezTo>
                  <a:cubicBezTo>
                    <a:pt x="176" y="16"/>
                    <a:pt x="176" y="16"/>
                    <a:pt x="176" y="16"/>
                  </a:cubicBezTo>
                  <a:cubicBezTo>
                    <a:pt x="53" y="0"/>
                    <a:pt x="53" y="0"/>
                    <a:pt x="53" y="0"/>
                  </a:cubicBezTo>
                  <a:cubicBezTo>
                    <a:pt x="0" y="34"/>
                    <a:pt x="0" y="34"/>
                    <a:pt x="0" y="34"/>
                  </a:cubicBezTo>
                  <a:cubicBezTo>
                    <a:pt x="9" y="38"/>
                    <a:pt x="17" y="42"/>
                    <a:pt x="26" y="46"/>
                  </a:cubicBezTo>
                  <a:cubicBezTo>
                    <a:pt x="49" y="31"/>
                    <a:pt x="49" y="31"/>
                    <a:pt x="49" y="31"/>
                  </a:cubicBezTo>
                  <a:cubicBezTo>
                    <a:pt x="55" y="27"/>
                    <a:pt x="62" y="25"/>
                    <a:pt x="70"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220"/>
            <p:cNvSpPr>
              <a:spLocks/>
            </p:cNvSpPr>
            <p:nvPr/>
          </p:nvSpPr>
          <p:spPr bwMode="auto">
            <a:xfrm>
              <a:off x="471488" y="1604963"/>
              <a:ext cx="781050" cy="520700"/>
            </a:xfrm>
            <a:custGeom>
              <a:avLst/>
              <a:gdLst>
                <a:gd name="T0" fmla="*/ 553 w 603"/>
                <a:gd name="T1" fmla="*/ 91 h 401"/>
                <a:gd name="T2" fmla="*/ 473 w 603"/>
                <a:gd name="T3" fmla="*/ 110 h 401"/>
                <a:gd name="T4" fmla="*/ 391 w 603"/>
                <a:gd name="T5" fmla="*/ 84 h 401"/>
                <a:gd name="T6" fmla="*/ 370 w 603"/>
                <a:gd name="T7" fmla="*/ 67 h 401"/>
                <a:gd name="T8" fmla="*/ 365 w 603"/>
                <a:gd name="T9" fmla="*/ 61 h 401"/>
                <a:gd name="T10" fmla="*/ 364 w 603"/>
                <a:gd name="T11" fmla="*/ 60 h 401"/>
                <a:gd name="T12" fmla="*/ 364 w 603"/>
                <a:gd name="T13" fmla="*/ 60 h 401"/>
                <a:gd name="T14" fmla="*/ 355 w 603"/>
                <a:gd name="T15" fmla="*/ 52 h 401"/>
                <a:gd name="T16" fmla="*/ 314 w 603"/>
                <a:gd name="T17" fmla="*/ 33 h 401"/>
                <a:gd name="T18" fmla="*/ 0 w 603"/>
                <a:gd name="T19" fmla="*/ 401 h 401"/>
                <a:gd name="T20" fmla="*/ 72 w 603"/>
                <a:gd name="T21" fmla="*/ 354 h 401"/>
                <a:gd name="T22" fmla="*/ 104 w 603"/>
                <a:gd name="T23" fmla="*/ 345 h 401"/>
                <a:gd name="T24" fmla="*/ 111 w 603"/>
                <a:gd name="T25" fmla="*/ 345 h 401"/>
                <a:gd name="T26" fmla="*/ 238 w 603"/>
                <a:gd name="T27" fmla="*/ 362 h 401"/>
                <a:gd name="T28" fmla="*/ 273 w 603"/>
                <a:gd name="T29" fmla="*/ 341 h 401"/>
                <a:gd name="T30" fmla="*/ 279 w 603"/>
                <a:gd name="T31" fmla="*/ 342 h 401"/>
                <a:gd name="T32" fmla="*/ 307 w 603"/>
                <a:gd name="T33" fmla="*/ 345 h 401"/>
                <a:gd name="T34" fmla="*/ 315 w 603"/>
                <a:gd name="T35" fmla="*/ 314 h 401"/>
                <a:gd name="T36" fmla="*/ 347 w 603"/>
                <a:gd name="T37" fmla="*/ 224 h 401"/>
                <a:gd name="T38" fmla="*/ 305 w 603"/>
                <a:gd name="T39" fmla="*/ 186 h 401"/>
                <a:gd name="T40" fmla="*/ 269 w 603"/>
                <a:gd name="T41" fmla="*/ 128 h 401"/>
                <a:gd name="T42" fmla="*/ 269 w 603"/>
                <a:gd name="T43" fmla="*/ 128 h 401"/>
                <a:gd name="T44" fmla="*/ 268 w 603"/>
                <a:gd name="T45" fmla="*/ 97 h 401"/>
                <a:gd name="T46" fmla="*/ 290 w 603"/>
                <a:gd name="T47" fmla="*/ 75 h 401"/>
                <a:gd name="T48" fmla="*/ 305 w 603"/>
                <a:gd name="T49" fmla="*/ 72 h 401"/>
                <a:gd name="T50" fmla="*/ 342 w 603"/>
                <a:gd name="T51" fmla="*/ 96 h 401"/>
                <a:gd name="T52" fmla="*/ 342 w 603"/>
                <a:gd name="T53" fmla="*/ 97 h 401"/>
                <a:gd name="T54" fmla="*/ 343 w 603"/>
                <a:gd name="T55" fmla="*/ 98 h 401"/>
                <a:gd name="T56" fmla="*/ 345 w 603"/>
                <a:gd name="T57" fmla="*/ 103 h 401"/>
                <a:gd name="T58" fmla="*/ 356 w 603"/>
                <a:gd name="T59" fmla="*/ 120 h 401"/>
                <a:gd name="T60" fmla="*/ 391 w 603"/>
                <a:gd name="T61" fmla="*/ 157 h 401"/>
                <a:gd name="T62" fmla="*/ 424 w 603"/>
                <a:gd name="T63" fmla="*/ 168 h 401"/>
                <a:gd name="T64" fmla="*/ 425 w 603"/>
                <a:gd name="T65" fmla="*/ 168 h 401"/>
                <a:gd name="T66" fmla="*/ 504 w 603"/>
                <a:gd name="T67" fmla="*/ 126 h 401"/>
                <a:gd name="T68" fmla="*/ 532 w 603"/>
                <a:gd name="T69" fmla="*/ 115 h 401"/>
                <a:gd name="T70" fmla="*/ 561 w 603"/>
                <a:gd name="T71" fmla="*/ 128 h 401"/>
                <a:gd name="T72" fmla="*/ 572 w 603"/>
                <a:gd name="T73" fmla="*/ 153 h 401"/>
                <a:gd name="T74" fmla="*/ 579 w 603"/>
                <a:gd name="T75" fmla="*/ 149 h 401"/>
                <a:gd name="T76" fmla="*/ 595 w 603"/>
                <a:gd name="T77" fmla="*/ 107 h 401"/>
                <a:gd name="T78" fmla="*/ 553 w 603"/>
                <a:gd name="T79" fmla="*/ 9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03" h="401">
                  <a:moveTo>
                    <a:pt x="553" y="91"/>
                  </a:moveTo>
                  <a:cubicBezTo>
                    <a:pt x="522" y="105"/>
                    <a:pt x="495" y="110"/>
                    <a:pt x="473" y="110"/>
                  </a:cubicBezTo>
                  <a:cubicBezTo>
                    <a:pt x="436" y="110"/>
                    <a:pt x="409" y="97"/>
                    <a:pt x="391" y="84"/>
                  </a:cubicBezTo>
                  <a:cubicBezTo>
                    <a:pt x="381" y="78"/>
                    <a:pt x="374" y="71"/>
                    <a:pt x="370" y="67"/>
                  </a:cubicBezTo>
                  <a:cubicBezTo>
                    <a:pt x="367" y="64"/>
                    <a:pt x="366" y="62"/>
                    <a:pt x="365" y="61"/>
                  </a:cubicBezTo>
                  <a:cubicBezTo>
                    <a:pt x="364" y="61"/>
                    <a:pt x="364" y="60"/>
                    <a:pt x="364" y="60"/>
                  </a:cubicBezTo>
                  <a:cubicBezTo>
                    <a:pt x="364" y="60"/>
                    <a:pt x="364" y="60"/>
                    <a:pt x="364" y="60"/>
                  </a:cubicBezTo>
                  <a:cubicBezTo>
                    <a:pt x="361" y="57"/>
                    <a:pt x="358" y="54"/>
                    <a:pt x="355" y="52"/>
                  </a:cubicBezTo>
                  <a:cubicBezTo>
                    <a:pt x="351" y="47"/>
                    <a:pt x="342" y="42"/>
                    <a:pt x="314" y="33"/>
                  </a:cubicBezTo>
                  <a:cubicBezTo>
                    <a:pt x="207" y="0"/>
                    <a:pt x="63" y="196"/>
                    <a:pt x="0" y="401"/>
                  </a:cubicBezTo>
                  <a:cubicBezTo>
                    <a:pt x="72" y="354"/>
                    <a:pt x="72" y="354"/>
                    <a:pt x="72" y="354"/>
                  </a:cubicBezTo>
                  <a:cubicBezTo>
                    <a:pt x="82" y="348"/>
                    <a:pt x="93" y="345"/>
                    <a:pt x="104" y="345"/>
                  </a:cubicBezTo>
                  <a:cubicBezTo>
                    <a:pt x="106" y="345"/>
                    <a:pt x="109" y="345"/>
                    <a:pt x="111" y="345"/>
                  </a:cubicBezTo>
                  <a:cubicBezTo>
                    <a:pt x="238" y="362"/>
                    <a:pt x="238" y="362"/>
                    <a:pt x="238" y="362"/>
                  </a:cubicBezTo>
                  <a:cubicBezTo>
                    <a:pt x="245" y="349"/>
                    <a:pt x="258" y="341"/>
                    <a:pt x="273" y="341"/>
                  </a:cubicBezTo>
                  <a:cubicBezTo>
                    <a:pt x="275" y="341"/>
                    <a:pt x="277" y="341"/>
                    <a:pt x="279" y="342"/>
                  </a:cubicBezTo>
                  <a:cubicBezTo>
                    <a:pt x="288" y="343"/>
                    <a:pt x="298" y="344"/>
                    <a:pt x="307" y="345"/>
                  </a:cubicBezTo>
                  <a:cubicBezTo>
                    <a:pt x="309" y="333"/>
                    <a:pt x="312" y="323"/>
                    <a:pt x="315" y="314"/>
                  </a:cubicBezTo>
                  <a:cubicBezTo>
                    <a:pt x="324" y="292"/>
                    <a:pt x="337" y="260"/>
                    <a:pt x="347" y="224"/>
                  </a:cubicBezTo>
                  <a:cubicBezTo>
                    <a:pt x="332" y="214"/>
                    <a:pt x="318" y="202"/>
                    <a:pt x="305" y="186"/>
                  </a:cubicBezTo>
                  <a:cubicBezTo>
                    <a:pt x="284" y="161"/>
                    <a:pt x="273" y="137"/>
                    <a:pt x="269" y="128"/>
                  </a:cubicBezTo>
                  <a:cubicBezTo>
                    <a:pt x="269" y="128"/>
                    <a:pt x="269" y="128"/>
                    <a:pt x="269" y="128"/>
                  </a:cubicBezTo>
                  <a:cubicBezTo>
                    <a:pt x="264" y="118"/>
                    <a:pt x="264" y="107"/>
                    <a:pt x="268" y="97"/>
                  </a:cubicBezTo>
                  <a:cubicBezTo>
                    <a:pt x="272" y="87"/>
                    <a:pt x="280" y="79"/>
                    <a:pt x="290" y="75"/>
                  </a:cubicBezTo>
                  <a:cubicBezTo>
                    <a:pt x="295" y="73"/>
                    <a:pt x="300" y="72"/>
                    <a:pt x="305" y="72"/>
                  </a:cubicBezTo>
                  <a:cubicBezTo>
                    <a:pt x="321" y="72"/>
                    <a:pt x="336" y="82"/>
                    <a:pt x="342" y="96"/>
                  </a:cubicBezTo>
                  <a:cubicBezTo>
                    <a:pt x="342" y="97"/>
                    <a:pt x="342" y="97"/>
                    <a:pt x="342" y="97"/>
                  </a:cubicBezTo>
                  <a:cubicBezTo>
                    <a:pt x="343" y="98"/>
                    <a:pt x="343" y="98"/>
                    <a:pt x="343" y="98"/>
                  </a:cubicBezTo>
                  <a:cubicBezTo>
                    <a:pt x="343" y="99"/>
                    <a:pt x="344" y="100"/>
                    <a:pt x="345" y="103"/>
                  </a:cubicBezTo>
                  <a:cubicBezTo>
                    <a:pt x="347" y="107"/>
                    <a:pt x="351" y="113"/>
                    <a:pt x="356" y="120"/>
                  </a:cubicBezTo>
                  <a:cubicBezTo>
                    <a:pt x="366" y="136"/>
                    <a:pt x="378" y="149"/>
                    <a:pt x="391" y="157"/>
                  </a:cubicBezTo>
                  <a:cubicBezTo>
                    <a:pt x="401" y="162"/>
                    <a:pt x="412" y="165"/>
                    <a:pt x="424" y="168"/>
                  </a:cubicBezTo>
                  <a:cubicBezTo>
                    <a:pt x="425" y="168"/>
                    <a:pt x="425" y="168"/>
                    <a:pt x="425" y="168"/>
                  </a:cubicBezTo>
                  <a:cubicBezTo>
                    <a:pt x="448" y="168"/>
                    <a:pt x="475" y="154"/>
                    <a:pt x="504" y="126"/>
                  </a:cubicBezTo>
                  <a:cubicBezTo>
                    <a:pt x="512" y="119"/>
                    <a:pt x="521" y="115"/>
                    <a:pt x="532" y="115"/>
                  </a:cubicBezTo>
                  <a:cubicBezTo>
                    <a:pt x="543" y="115"/>
                    <a:pt x="553" y="120"/>
                    <a:pt x="561" y="128"/>
                  </a:cubicBezTo>
                  <a:cubicBezTo>
                    <a:pt x="567" y="135"/>
                    <a:pt x="571" y="144"/>
                    <a:pt x="572" y="153"/>
                  </a:cubicBezTo>
                  <a:cubicBezTo>
                    <a:pt x="574" y="151"/>
                    <a:pt x="577" y="150"/>
                    <a:pt x="579" y="149"/>
                  </a:cubicBezTo>
                  <a:cubicBezTo>
                    <a:pt x="595" y="142"/>
                    <a:pt x="603" y="123"/>
                    <a:pt x="595" y="107"/>
                  </a:cubicBezTo>
                  <a:cubicBezTo>
                    <a:pt x="588" y="91"/>
                    <a:pt x="569" y="84"/>
                    <a:pt x="553" y="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221"/>
            <p:cNvSpPr>
              <a:spLocks/>
            </p:cNvSpPr>
            <p:nvPr/>
          </p:nvSpPr>
          <p:spPr bwMode="auto">
            <a:xfrm>
              <a:off x="263525" y="1939925"/>
              <a:ext cx="1008063" cy="427037"/>
            </a:xfrm>
            <a:custGeom>
              <a:avLst/>
              <a:gdLst>
                <a:gd name="T0" fmla="*/ 57 w 778"/>
                <a:gd name="T1" fmla="*/ 330 h 330"/>
                <a:gd name="T2" fmla="*/ 84 w 778"/>
                <a:gd name="T3" fmla="*/ 322 h 330"/>
                <a:gd name="T4" fmla="*/ 277 w 778"/>
                <a:gd name="T5" fmla="*/ 197 h 330"/>
                <a:gd name="T6" fmla="*/ 402 w 778"/>
                <a:gd name="T7" fmla="*/ 213 h 330"/>
                <a:gd name="T8" fmla="*/ 402 w 778"/>
                <a:gd name="T9" fmla="*/ 207 h 330"/>
                <a:gd name="T10" fmla="*/ 430 w 778"/>
                <a:gd name="T11" fmla="*/ 179 h 330"/>
                <a:gd name="T12" fmla="*/ 687 w 778"/>
                <a:gd name="T13" fmla="*/ 179 h 330"/>
                <a:gd name="T14" fmla="*/ 689 w 778"/>
                <a:gd name="T15" fmla="*/ 179 h 330"/>
                <a:gd name="T16" fmla="*/ 729 w 778"/>
                <a:gd name="T17" fmla="*/ 150 h 330"/>
                <a:gd name="T18" fmla="*/ 759 w 778"/>
                <a:gd name="T19" fmla="*/ 29 h 330"/>
                <a:gd name="T20" fmla="*/ 656 w 778"/>
                <a:gd name="T21" fmla="*/ 26 h 330"/>
                <a:gd name="T22" fmla="*/ 539 w 778"/>
                <a:gd name="T23" fmla="*/ 90 h 330"/>
                <a:gd name="T24" fmla="*/ 677 w 778"/>
                <a:gd name="T25" fmla="*/ 51 h 330"/>
                <a:gd name="T26" fmla="*/ 677 w 778"/>
                <a:gd name="T27" fmla="*/ 50 h 330"/>
                <a:gd name="T28" fmla="*/ 705 w 778"/>
                <a:gd name="T29" fmla="*/ 39 h 330"/>
                <a:gd name="T30" fmla="*/ 733 w 778"/>
                <a:gd name="T31" fmla="*/ 51 h 330"/>
                <a:gd name="T32" fmla="*/ 745 w 778"/>
                <a:gd name="T33" fmla="*/ 79 h 330"/>
                <a:gd name="T34" fmla="*/ 733 w 778"/>
                <a:gd name="T35" fmla="*/ 108 h 330"/>
                <a:gd name="T36" fmla="*/ 525 w 778"/>
                <a:gd name="T37" fmla="*/ 170 h 330"/>
                <a:gd name="T38" fmla="*/ 524 w 778"/>
                <a:gd name="T39" fmla="*/ 170 h 330"/>
                <a:gd name="T40" fmla="*/ 428 w 778"/>
                <a:gd name="T41" fmla="*/ 163 h 330"/>
                <a:gd name="T42" fmla="*/ 395 w 778"/>
                <a:gd name="T43" fmla="*/ 117 h 330"/>
                <a:gd name="T44" fmla="*/ 396 w 778"/>
                <a:gd name="T45" fmla="*/ 111 h 330"/>
                <a:gd name="T46" fmla="*/ 271 w 778"/>
                <a:gd name="T47" fmla="*/ 95 h 330"/>
                <a:gd name="T48" fmla="*/ 238 w 778"/>
                <a:gd name="T49" fmla="*/ 103 h 330"/>
                <a:gd name="T50" fmla="*/ 29 w 778"/>
                <a:gd name="T51" fmla="*/ 238 h 330"/>
                <a:gd name="T52" fmla="*/ 15 w 778"/>
                <a:gd name="T53" fmla="*/ 307 h 330"/>
                <a:gd name="T54" fmla="*/ 57 w 778"/>
                <a:gd name="T55" fmla="*/ 330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78" h="330">
                  <a:moveTo>
                    <a:pt x="57" y="330"/>
                  </a:moveTo>
                  <a:cubicBezTo>
                    <a:pt x="66" y="330"/>
                    <a:pt x="76" y="327"/>
                    <a:pt x="84" y="322"/>
                  </a:cubicBezTo>
                  <a:cubicBezTo>
                    <a:pt x="277" y="197"/>
                    <a:pt x="277" y="197"/>
                    <a:pt x="277" y="197"/>
                  </a:cubicBezTo>
                  <a:cubicBezTo>
                    <a:pt x="402" y="213"/>
                    <a:pt x="402" y="213"/>
                    <a:pt x="402" y="213"/>
                  </a:cubicBezTo>
                  <a:cubicBezTo>
                    <a:pt x="402" y="207"/>
                    <a:pt x="402" y="207"/>
                    <a:pt x="402" y="207"/>
                  </a:cubicBezTo>
                  <a:cubicBezTo>
                    <a:pt x="402" y="191"/>
                    <a:pt x="414" y="179"/>
                    <a:pt x="430" y="179"/>
                  </a:cubicBezTo>
                  <a:cubicBezTo>
                    <a:pt x="687" y="179"/>
                    <a:pt x="687" y="179"/>
                    <a:pt x="687" y="179"/>
                  </a:cubicBezTo>
                  <a:cubicBezTo>
                    <a:pt x="688" y="179"/>
                    <a:pt x="689" y="179"/>
                    <a:pt x="689" y="179"/>
                  </a:cubicBezTo>
                  <a:cubicBezTo>
                    <a:pt x="702" y="170"/>
                    <a:pt x="715" y="161"/>
                    <a:pt x="729" y="150"/>
                  </a:cubicBezTo>
                  <a:cubicBezTo>
                    <a:pt x="777" y="112"/>
                    <a:pt x="778" y="59"/>
                    <a:pt x="759" y="29"/>
                  </a:cubicBezTo>
                  <a:cubicBezTo>
                    <a:pt x="739" y="0"/>
                    <a:pt x="690" y="2"/>
                    <a:pt x="656" y="26"/>
                  </a:cubicBezTo>
                  <a:cubicBezTo>
                    <a:pt x="624" y="45"/>
                    <a:pt x="583" y="71"/>
                    <a:pt x="539" y="90"/>
                  </a:cubicBezTo>
                  <a:cubicBezTo>
                    <a:pt x="626" y="87"/>
                    <a:pt x="666" y="59"/>
                    <a:pt x="677" y="51"/>
                  </a:cubicBezTo>
                  <a:cubicBezTo>
                    <a:pt x="677" y="50"/>
                    <a:pt x="677" y="50"/>
                    <a:pt x="677" y="50"/>
                  </a:cubicBezTo>
                  <a:cubicBezTo>
                    <a:pt x="685" y="43"/>
                    <a:pt x="694" y="39"/>
                    <a:pt x="705" y="39"/>
                  </a:cubicBezTo>
                  <a:cubicBezTo>
                    <a:pt x="715" y="39"/>
                    <a:pt x="725" y="43"/>
                    <a:pt x="733" y="51"/>
                  </a:cubicBezTo>
                  <a:cubicBezTo>
                    <a:pt x="741" y="59"/>
                    <a:pt x="745" y="69"/>
                    <a:pt x="745" y="79"/>
                  </a:cubicBezTo>
                  <a:cubicBezTo>
                    <a:pt x="745" y="90"/>
                    <a:pt x="741" y="100"/>
                    <a:pt x="733" y="108"/>
                  </a:cubicBezTo>
                  <a:cubicBezTo>
                    <a:pt x="733" y="108"/>
                    <a:pt x="672" y="170"/>
                    <a:pt x="525" y="170"/>
                  </a:cubicBezTo>
                  <a:cubicBezTo>
                    <a:pt x="524" y="170"/>
                    <a:pt x="524" y="170"/>
                    <a:pt x="524" y="170"/>
                  </a:cubicBezTo>
                  <a:cubicBezTo>
                    <a:pt x="494" y="170"/>
                    <a:pt x="461" y="168"/>
                    <a:pt x="428" y="163"/>
                  </a:cubicBezTo>
                  <a:cubicBezTo>
                    <a:pt x="406" y="159"/>
                    <a:pt x="391" y="139"/>
                    <a:pt x="395" y="117"/>
                  </a:cubicBezTo>
                  <a:cubicBezTo>
                    <a:pt x="395" y="115"/>
                    <a:pt x="395" y="113"/>
                    <a:pt x="396" y="111"/>
                  </a:cubicBezTo>
                  <a:cubicBezTo>
                    <a:pt x="271" y="95"/>
                    <a:pt x="271" y="95"/>
                    <a:pt x="271" y="95"/>
                  </a:cubicBezTo>
                  <a:cubicBezTo>
                    <a:pt x="259" y="94"/>
                    <a:pt x="248" y="96"/>
                    <a:pt x="238" y="103"/>
                  </a:cubicBezTo>
                  <a:cubicBezTo>
                    <a:pt x="29" y="238"/>
                    <a:pt x="29" y="238"/>
                    <a:pt x="29" y="238"/>
                  </a:cubicBezTo>
                  <a:cubicBezTo>
                    <a:pt x="6" y="253"/>
                    <a:pt x="0" y="284"/>
                    <a:pt x="15" y="307"/>
                  </a:cubicBezTo>
                  <a:cubicBezTo>
                    <a:pt x="24" y="322"/>
                    <a:pt x="40" y="330"/>
                    <a:pt x="57" y="3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222"/>
            <p:cNvSpPr>
              <a:spLocks/>
            </p:cNvSpPr>
            <p:nvPr/>
          </p:nvSpPr>
          <p:spPr bwMode="auto">
            <a:xfrm>
              <a:off x="781050" y="1997075"/>
              <a:ext cx="441325" cy="152400"/>
            </a:xfrm>
            <a:custGeom>
              <a:avLst/>
              <a:gdLst>
                <a:gd name="T0" fmla="*/ 124 w 340"/>
                <a:gd name="T1" fmla="*/ 54 h 118"/>
                <a:gd name="T2" fmla="*/ 39 w 340"/>
                <a:gd name="T3" fmla="*/ 47 h 118"/>
                <a:gd name="T4" fmla="*/ 2 w 340"/>
                <a:gd name="T5" fmla="*/ 74 h 118"/>
                <a:gd name="T6" fmla="*/ 29 w 340"/>
                <a:gd name="T7" fmla="*/ 111 h 118"/>
                <a:gd name="T8" fmla="*/ 124 w 340"/>
                <a:gd name="T9" fmla="*/ 118 h 118"/>
                <a:gd name="T10" fmla="*/ 125 w 340"/>
                <a:gd name="T11" fmla="*/ 118 h 118"/>
                <a:gd name="T12" fmla="*/ 327 w 340"/>
                <a:gd name="T13" fmla="*/ 58 h 118"/>
                <a:gd name="T14" fmla="*/ 327 w 340"/>
                <a:gd name="T15" fmla="*/ 13 h 118"/>
                <a:gd name="T16" fmla="*/ 282 w 340"/>
                <a:gd name="T17" fmla="*/ 12 h 118"/>
                <a:gd name="T18" fmla="*/ 282 w 340"/>
                <a:gd name="T19" fmla="*/ 12 h 118"/>
                <a:gd name="T20" fmla="*/ 124 w 340"/>
                <a:gd name="T21" fmla="*/ 54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0" h="118">
                  <a:moveTo>
                    <a:pt x="124" y="54"/>
                  </a:moveTo>
                  <a:cubicBezTo>
                    <a:pt x="99" y="54"/>
                    <a:pt x="71" y="52"/>
                    <a:pt x="39" y="47"/>
                  </a:cubicBezTo>
                  <a:cubicBezTo>
                    <a:pt x="22" y="45"/>
                    <a:pt x="5" y="57"/>
                    <a:pt x="2" y="74"/>
                  </a:cubicBezTo>
                  <a:cubicBezTo>
                    <a:pt x="0" y="92"/>
                    <a:pt x="12" y="108"/>
                    <a:pt x="29" y="111"/>
                  </a:cubicBezTo>
                  <a:cubicBezTo>
                    <a:pt x="64" y="116"/>
                    <a:pt x="96" y="118"/>
                    <a:pt x="124" y="118"/>
                  </a:cubicBezTo>
                  <a:cubicBezTo>
                    <a:pt x="124" y="118"/>
                    <a:pt x="125" y="118"/>
                    <a:pt x="125" y="118"/>
                  </a:cubicBezTo>
                  <a:cubicBezTo>
                    <a:pt x="262" y="118"/>
                    <a:pt x="323" y="63"/>
                    <a:pt x="327" y="58"/>
                  </a:cubicBezTo>
                  <a:cubicBezTo>
                    <a:pt x="340" y="45"/>
                    <a:pt x="340" y="25"/>
                    <a:pt x="327" y="13"/>
                  </a:cubicBezTo>
                  <a:cubicBezTo>
                    <a:pt x="315" y="0"/>
                    <a:pt x="295" y="0"/>
                    <a:pt x="282" y="12"/>
                  </a:cubicBezTo>
                  <a:cubicBezTo>
                    <a:pt x="282" y="12"/>
                    <a:pt x="282" y="12"/>
                    <a:pt x="282" y="12"/>
                  </a:cubicBezTo>
                  <a:cubicBezTo>
                    <a:pt x="281" y="13"/>
                    <a:pt x="237" y="54"/>
                    <a:pt x="124"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223"/>
            <p:cNvSpPr>
              <a:spLocks/>
            </p:cNvSpPr>
            <p:nvPr/>
          </p:nvSpPr>
          <p:spPr bwMode="auto">
            <a:xfrm>
              <a:off x="1187450" y="2006600"/>
              <a:ext cx="358775" cy="280987"/>
            </a:xfrm>
            <a:custGeom>
              <a:avLst/>
              <a:gdLst>
                <a:gd name="T0" fmla="*/ 120 w 278"/>
                <a:gd name="T1" fmla="*/ 15 h 217"/>
                <a:gd name="T2" fmla="*/ 79 w 278"/>
                <a:gd name="T3" fmla="*/ 105 h 217"/>
                <a:gd name="T4" fmla="*/ 0 w 278"/>
                <a:gd name="T5" fmla="*/ 146 h 217"/>
                <a:gd name="T6" fmla="*/ 2 w 278"/>
                <a:gd name="T7" fmla="*/ 156 h 217"/>
                <a:gd name="T8" fmla="*/ 2 w 278"/>
                <a:gd name="T9" fmla="*/ 217 h 217"/>
                <a:gd name="T10" fmla="*/ 256 w 278"/>
                <a:gd name="T11" fmla="*/ 87 h 217"/>
                <a:gd name="T12" fmla="*/ 270 w 278"/>
                <a:gd name="T13" fmla="*/ 44 h 217"/>
                <a:gd name="T14" fmla="*/ 227 w 278"/>
                <a:gd name="T15" fmla="*/ 30 h 217"/>
                <a:gd name="T16" fmla="*/ 211 w 278"/>
                <a:gd name="T17" fmla="*/ 38 h 217"/>
                <a:gd name="T18" fmla="*/ 120 w 278"/>
                <a:gd name="T19" fmla="*/ 15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8" h="217">
                  <a:moveTo>
                    <a:pt x="120" y="15"/>
                  </a:moveTo>
                  <a:cubicBezTo>
                    <a:pt x="85" y="31"/>
                    <a:pt x="68" y="70"/>
                    <a:pt x="79" y="105"/>
                  </a:cubicBezTo>
                  <a:cubicBezTo>
                    <a:pt x="0" y="146"/>
                    <a:pt x="0" y="146"/>
                    <a:pt x="0" y="146"/>
                  </a:cubicBezTo>
                  <a:cubicBezTo>
                    <a:pt x="1" y="149"/>
                    <a:pt x="2" y="152"/>
                    <a:pt x="2" y="156"/>
                  </a:cubicBezTo>
                  <a:cubicBezTo>
                    <a:pt x="2" y="217"/>
                    <a:pt x="2" y="217"/>
                    <a:pt x="2" y="217"/>
                  </a:cubicBezTo>
                  <a:cubicBezTo>
                    <a:pt x="256" y="87"/>
                    <a:pt x="256" y="87"/>
                    <a:pt x="256" y="87"/>
                  </a:cubicBezTo>
                  <a:cubicBezTo>
                    <a:pt x="271" y="79"/>
                    <a:pt x="278" y="60"/>
                    <a:pt x="270" y="44"/>
                  </a:cubicBezTo>
                  <a:cubicBezTo>
                    <a:pt x="262" y="28"/>
                    <a:pt x="242" y="22"/>
                    <a:pt x="227" y="30"/>
                  </a:cubicBezTo>
                  <a:cubicBezTo>
                    <a:pt x="211" y="38"/>
                    <a:pt x="211" y="38"/>
                    <a:pt x="211" y="38"/>
                  </a:cubicBezTo>
                  <a:cubicBezTo>
                    <a:pt x="190" y="11"/>
                    <a:pt x="152" y="0"/>
                    <a:pt x="120"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224"/>
            <p:cNvSpPr>
              <a:spLocks/>
            </p:cNvSpPr>
            <p:nvPr/>
          </p:nvSpPr>
          <p:spPr bwMode="auto">
            <a:xfrm>
              <a:off x="271463" y="2246313"/>
              <a:ext cx="512763" cy="295275"/>
            </a:xfrm>
            <a:custGeom>
              <a:avLst/>
              <a:gdLst>
                <a:gd name="T0" fmla="*/ 9 w 396"/>
                <a:gd name="T1" fmla="*/ 212 h 227"/>
                <a:gd name="T2" fmla="*/ 36 w 396"/>
                <a:gd name="T3" fmla="*/ 227 h 227"/>
                <a:gd name="T4" fmla="*/ 53 w 396"/>
                <a:gd name="T5" fmla="*/ 222 h 227"/>
                <a:gd name="T6" fmla="*/ 53 w 396"/>
                <a:gd name="T7" fmla="*/ 222 h 227"/>
                <a:gd name="T8" fmla="*/ 297 w 396"/>
                <a:gd name="T9" fmla="*/ 67 h 227"/>
                <a:gd name="T10" fmla="*/ 396 w 396"/>
                <a:gd name="T11" fmla="*/ 84 h 227"/>
                <a:gd name="T12" fmla="*/ 396 w 396"/>
                <a:gd name="T13" fmla="*/ 19 h 227"/>
                <a:gd name="T14" fmla="*/ 295 w 396"/>
                <a:gd name="T15" fmla="*/ 2 h 227"/>
                <a:gd name="T16" fmla="*/ 273 w 396"/>
                <a:gd name="T17" fmla="*/ 6 h 227"/>
                <a:gd name="T18" fmla="*/ 19 w 396"/>
                <a:gd name="T19" fmla="*/ 168 h 227"/>
                <a:gd name="T20" fmla="*/ 9 w 396"/>
                <a:gd name="T21" fmla="*/ 212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6" h="227">
                  <a:moveTo>
                    <a:pt x="9" y="212"/>
                  </a:moveTo>
                  <a:cubicBezTo>
                    <a:pt x="15" y="222"/>
                    <a:pt x="26" y="227"/>
                    <a:pt x="36" y="227"/>
                  </a:cubicBezTo>
                  <a:cubicBezTo>
                    <a:pt x="42" y="227"/>
                    <a:pt x="48" y="225"/>
                    <a:pt x="53" y="222"/>
                  </a:cubicBezTo>
                  <a:cubicBezTo>
                    <a:pt x="53" y="222"/>
                    <a:pt x="53" y="222"/>
                    <a:pt x="53" y="222"/>
                  </a:cubicBezTo>
                  <a:cubicBezTo>
                    <a:pt x="297" y="67"/>
                    <a:pt x="297" y="67"/>
                    <a:pt x="297" y="67"/>
                  </a:cubicBezTo>
                  <a:cubicBezTo>
                    <a:pt x="396" y="84"/>
                    <a:pt x="396" y="84"/>
                    <a:pt x="396" y="84"/>
                  </a:cubicBezTo>
                  <a:cubicBezTo>
                    <a:pt x="396" y="19"/>
                    <a:pt x="396" y="19"/>
                    <a:pt x="396" y="19"/>
                  </a:cubicBezTo>
                  <a:cubicBezTo>
                    <a:pt x="295" y="2"/>
                    <a:pt x="295" y="2"/>
                    <a:pt x="295" y="2"/>
                  </a:cubicBezTo>
                  <a:cubicBezTo>
                    <a:pt x="288" y="0"/>
                    <a:pt x="280" y="2"/>
                    <a:pt x="273" y="6"/>
                  </a:cubicBezTo>
                  <a:cubicBezTo>
                    <a:pt x="19" y="168"/>
                    <a:pt x="19" y="168"/>
                    <a:pt x="19" y="168"/>
                  </a:cubicBezTo>
                  <a:cubicBezTo>
                    <a:pt x="4" y="178"/>
                    <a:pt x="0" y="197"/>
                    <a:pt x="9"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225"/>
            <p:cNvSpPr>
              <a:spLocks/>
            </p:cNvSpPr>
            <p:nvPr/>
          </p:nvSpPr>
          <p:spPr bwMode="auto">
            <a:xfrm>
              <a:off x="746125" y="2408238"/>
              <a:ext cx="481013" cy="219075"/>
            </a:xfrm>
            <a:custGeom>
              <a:avLst/>
              <a:gdLst>
                <a:gd name="T0" fmla="*/ 371 w 371"/>
                <a:gd name="T1" fmla="*/ 150 h 170"/>
                <a:gd name="T2" fmla="*/ 371 w 371"/>
                <a:gd name="T3" fmla="*/ 90 h 170"/>
                <a:gd name="T4" fmla="*/ 351 w 371"/>
                <a:gd name="T5" fmla="*/ 70 h 170"/>
                <a:gd name="T6" fmla="*/ 256 w 371"/>
                <a:gd name="T7" fmla="*/ 70 h 170"/>
                <a:gd name="T8" fmla="*/ 256 w 371"/>
                <a:gd name="T9" fmla="*/ 0 h 170"/>
                <a:gd name="T10" fmla="*/ 115 w 371"/>
                <a:gd name="T11" fmla="*/ 0 h 170"/>
                <a:gd name="T12" fmla="*/ 115 w 371"/>
                <a:gd name="T13" fmla="*/ 70 h 170"/>
                <a:gd name="T14" fmla="*/ 20 w 371"/>
                <a:gd name="T15" fmla="*/ 70 h 170"/>
                <a:gd name="T16" fmla="*/ 0 w 371"/>
                <a:gd name="T17" fmla="*/ 90 h 170"/>
                <a:gd name="T18" fmla="*/ 0 w 371"/>
                <a:gd name="T19" fmla="*/ 150 h 170"/>
                <a:gd name="T20" fmla="*/ 20 w 371"/>
                <a:gd name="T21" fmla="*/ 170 h 170"/>
                <a:gd name="T22" fmla="*/ 351 w 371"/>
                <a:gd name="T23" fmla="*/ 170 h 170"/>
                <a:gd name="T24" fmla="*/ 371 w 371"/>
                <a:gd name="T25" fmla="*/ 15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1" h="170">
                  <a:moveTo>
                    <a:pt x="371" y="150"/>
                  </a:moveTo>
                  <a:cubicBezTo>
                    <a:pt x="371" y="90"/>
                    <a:pt x="371" y="90"/>
                    <a:pt x="371" y="90"/>
                  </a:cubicBezTo>
                  <a:cubicBezTo>
                    <a:pt x="371" y="79"/>
                    <a:pt x="362" y="70"/>
                    <a:pt x="351" y="70"/>
                  </a:cubicBezTo>
                  <a:cubicBezTo>
                    <a:pt x="256" y="70"/>
                    <a:pt x="256" y="70"/>
                    <a:pt x="256" y="70"/>
                  </a:cubicBezTo>
                  <a:cubicBezTo>
                    <a:pt x="256" y="0"/>
                    <a:pt x="256" y="0"/>
                    <a:pt x="256" y="0"/>
                  </a:cubicBezTo>
                  <a:cubicBezTo>
                    <a:pt x="115" y="0"/>
                    <a:pt x="115" y="0"/>
                    <a:pt x="115" y="0"/>
                  </a:cubicBezTo>
                  <a:cubicBezTo>
                    <a:pt x="115" y="70"/>
                    <a:pt x="115" y="70"/>
                    <a:pt x="115" y="70"/>
                  </a:cubicBezTo>
                  <a:cubicBezTo>
                    <a:pt x="20" y="70"/>
                    <a:pt x="20" y="70"/>
                    <a:pt x="20" y="70"/>
                  </a:cubicBezTo>
                  <a:cubicBezTo>
                    <a:pt x="9" y="70"/>
                    <a:pt x="0" y="79"/>
                    <a:pt x="0" y="90"/>
                  </a:cubicBezTo>
                  <a:cubicBezTo>
                    <a:pt x="0" y="150"/>
                    <a:pt x="0" y="150"/>
                    <a:pt x="0" y="150"/>
                  </a:cubicBezTo>
                  <a:cubicBezTo>
                    <a:pt x="0" y="161"/>
                    <a:pt x="9" y="170"/>
                    <a:pt x="20" y="170"/>
                  </a:cubicBezTo>
                  <a:cubicBezTo>
                    <a:pt x="351" y="170"/>
                    <a:pt x="351" y="170"/>
                    <a:pt x="351" y="170"/>
                  </a:cubicBezTo>
                  <a:cubicBezTo>
                    <a:pt x="362" y="170"/>
                    <a:pt x="371" y="161"/>
                    <a:pt x="371" y="1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226"/>
            <p:cNvSpPr>
              <a:spLocks/>
            </p:cNvSpPr>
            <p:nvPr/>
          </p:nvSpPr>
          <p:spPr bwMode="auto">
            <a:xfrm>
              <a:off x="793750" y="2182813"/>
              <a:ext cx="385763" cy="214312"/>
            </a:xfrm>
            <a:custGeom>
              <a:avLst/>
              <a:gdLst>
                <a:gd name="T0" fmla="*/ 277 w 297"/>
                <a:gd name="T1" fmla="*/ 166 h 166"/>
                <a:gd name="T2" fmla="*/ 297 w 297"/>
                <a:gd name="T3" fmla="*/ 146 h 166"/>
                <a:gd name="T4" fmla="*/ 297 w 297"/>
                <a:gd name="T5" fmla="*/ 20 h 166"/>
                <a:gd name="T6" fmla="*/ 277 w 297"/>
                <a:gd name="T7" fmla="*/ 0 h 166"/>
                <a:gd name="T8" fmla="*/ 20 w 297"/>
                <a:gd name="T9" fmla="*/ 0 h 166"/>
                <a:gd name="T10" fmla="*/ 0 w 297"/>
                <a:gd name="T11" fmla="*/ 20 h 166"/>
                <a:gd name="T12" fmla="*/ 0 w 297"/>
                <a:gd name="T13" fmla="*/ 146 h 166"/>
                <a:gd name="T14" fmla="*/ 20 w 297"/>
                <a:gd name="T15" fmla="*/ 166 h 166"/>
                <a:gd name="T16" fmla="*/ 277 w 297"/>
                <a:gd name="T17"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7" h="166">
                  <a:moveTo>
                    <a:pt x="277" y="166"/>
                  </a:moveTo>
                  <a:cubicBezTo>
                    <a:pt x="288" y="166"/>
                    <a:pt x="297" y="157"/>
                    <a:pt x="297" y="146"/>
                  </a:cubicBezTo>
                  <a:cubicBezTo>
                    <a:pt x="297" y="20"/>
                    <a:pt x="297" y="20"/>
                    <a:pt x="297" y="20"/>
                  </a:cubicBezTo>
                  <a:cubicBezTo>
                    <a:pt x="297" y="9"/>
                    <a:pt x="288" y="0"/>
                    <a:pt x="277" y="0"/>
                  </a:cubicBezTo>
                  <a:cubicBezTo>
                    <a:pt x="20" y="0"/>
                    <a:pt x="20" y="0"/>
                    <a:pt x="20" y="0"/>
                  </a:cubicBezTo>
                  <a:cubicBezTo>
                    <a:pt x="9" y="0"/>
                    <a:pt x="0" y="9"/>
                    <a:pt x="0" y="20"/>
                  </a:cubicBezTo>
                  <a:cubicBezTo>
                    <a:pt x="0" y="146"/>
                    <a:pt x="0" y="146"/>
                    <a:pt x="0" y="146"/>
                  </a:cubicBezTo>
                  <a:cubicBezTo>
                    <a:pt x="0" y="157"/>
                    <a:pt x="9" y="166"/>
                    <a:pt x="20" y="166"/>
                  </a:cubicBezTo>
                  <a:lnTo>
                    <a:pt x="277" y="1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227"/>
            <p:cNvSpPr>
              <a:spLocks/>
            </p:cNvSpPr>
            <p:nvPr/>
          </p:nvSpPr>
          <p:spPr bwMode="auto">
            <a:xfrm>
              <a:off x="1195388" y="1744663"/>
              <a:ext cx="277813" cy="265112"/>
            </a:xfrm>
            <a:custGeom>
              <a:avLst/>
              <a:gdLst>
                <a:gd name="T0" fmla="*/ 8 w 214"/>
                <a:gd name="T1" fmla="*/ 66 h 205"/>
                <a:gd name="T2" fmla="*/ 0 w 214"/>
                <a:gd name="T3" fmla="*/ 77 h 205"/>
                <a:gd name="T4" fmla="*/ 0 w 214"/>
                <a:gd name="T5" fmla="*/ 78 h 205"/>
                <a:gd name="T6" fmla="*/ 22 w 214"/>
                <a:gd name="T7" fmla="*/ 88 h 205"/>
                <a:gd name="T8" fmla="*/ 35 w 214"/>
                <a:gd name="T9" fmla="*/ 151 h 205"/>
                <a:gd name="T10" fmla="*/ 159 w 214"/>
                <a:gd name="T11" fmla="*/ 178 h 205"/>
                <a:gd name="T12" fmla="*/ 187 w 214"/>
                <a:gd name="T13" fmla="*/ 54 h 205"/>
                <a:gd name="T14" fmla="*/ 63 w 214"/>
                <a:gd name="T15" fmla="*/ 27 h 205"/>
                <a:gd name="T16" fmla="*/ 26 w 214"/>
                <a:gd name="T17" fmla="*/ 74 h 205"/>
                <a:gd name="T18" fmla="*/ 8 w 214"/>
                <a:gd name="T19" fmla="*/ 66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4" h="205">
                  <a:moveTo>
                    <a:pt x="8" y="66"/>
                  </a:moveTo>
                  <a:cubicBezTo>
                    <a:pt x="6" y="70"/>
                    <a:pt x="4" y="74"/>
                    <a:pt x="0" y="77"/>
                  </a:cubicBezTo>
                  <a:cubicBezTo>
                    <a:pt x="0" y="78"/>
                    <a:pt x="0" y="78"/>
                    <a:pt x="0" y="78"/>
                  </a:cubicBezTo>
                  <a:cubicBezTo>
                    <a:pt x="22" y="88"/>
                    <a:pt x="22" y="88"/>
                    <a:pt x="22" y="88"/>
                  </a:cubicBezTo>
                  <a:cubicBezTo>
                    <a:pt x="19" y="109"/>
                    <a:pt x="23" y="131"/>
                    <a:pt x="35" y="151"/>
                  </a:cubicBezTo>
                  <a:cubicBezTo>
                    <a:pt x="62" y="193"/>
                    <a:pt x="118" y="205"/>
                    <a:pt x="159" y="178"/>
                  </a:cubicBezTo>
                  <a:cubicBezTo>
                    <a:pt x="201" y="152"/>
                    <a:pt x="214" y="96"/>
                    <a:pt x="187" y="54"/>
                  </a:cubicBezTo>
                  <a:cubicBezTo>
                    <a:pt x="160" y="12"/>
                    <a:pt x="105" y="0"/>
                    <a:pt x="63" y="27"/>
                  </a:cubicBezTo>
                  <a:cubicBezTo>
                    <a:pt x="45" y="38"/>
                    <a:pt x="32" y="55"/>
                    <a:pt x="26" y="74"/>
                  </a:cubicBezTo>
                  <a:lnTo>
                    <a:pt x="8"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228"/>
            <p:cNvSpPr>
              <a:spLocks/>
            </p:cNvSpPr>
            <p:nvPr/>
          </p:nvSpPr>
          <p:spPr bwMode="auto">
            <a:xfrm>
              <a:off x="820738" y="1703388"/>
              <a:ext cx="385763" cy="212725"/>
            </a:xfrm>
            <a:custGeom>
              <a:avLst/>
              <a:gdLst>
                <a:gd name="T0" fmla="*/ 156 w 298"/>
                <a:gd name="T1" fmla="*/ 164 h 164"/>
                <a:gd name="T2" fmla="*/ 285 w 298"/>
                <a:gd name="T3" fmla="*/ 103 h 164"/>
                <a:gd name="T4" fmla="*/ 286 w 298"/>
                <a:gd name="T5" fmla="*/ 57 h 164"/>
                <a:gd name="T6" fmla="*/ 241 w 298"/>
                <a:gd name="T7" fmla="*/ 56 h 164"/>
                <a:gd name="T8" fmla="*/ 241 w 298"/>
                <a:gd name="T9" fmla="*/ 56 h 164"/>
                <a:gd name="T10" fmla="*/ 156 w 298"/>
                <a:gd name="T11" fmla="*/ 100 h 164"/>
                <a:gd name="T12" fmla="*/ 120 w 298"/>
                <a:gd name="T13" fmla="*/ 90 h 164"/>
                <a:gd name="T14" fmla="*/ 80 w 298"/>
                <a:gd name="T15" fmla="*/ 49 h 164"/>
                <a:gd name="T16" fmla="*/ 69 w 298"/>
                <a:gd name="T17" fmla="*/ 30 h 164"/>
                <a:gd name="T18" fmla="*/ 66 w 298"/>
                <a:gd name="T19" fmla="*/ 25 h 164"/>
                <a:gd name="T20" fmla="*/ 66 w 298"/>
                <a:gd name="T21" fmla="*/ 24 h 164"/>
                <a:gd name="T22" fmla="*/ 66 w 298"/>
                <a:gd name="T23" fmla="*/ 24 h 164"/>
                <a:gd name="T24" fmla="*/ 66 w 298"/>
                <a:gd name="T25" fmla="*/ 24 h 164"/>
                <a:gd name="T26" fmla="*/ 24 w 298"/>
                <a:gd name="T27" fmla="*/ 7 h 164"/>
                <a:gd name="T28" fmla="*/ 7 w 298"/>
                <a:gd name="T29" fmla="*/ 49 h 164"/>
                <a:gd name="T30" fmla="*/ 42 w 298"/>
                <a:gd name="T31" fmla="*/ 105 h 164"/>
                <a:gd name="T32" fmla="*/ 87 w 298"/>
                <a:gd name="T33" fmla="*/ 145 h 164"/>
                <a:gd name="T34" fmla="*/ 156 w 298"/>
                <a:gd name="T35" fmla="*/ 164 h 164"/>
                <a:gd name="T36" fmla="*/ 156 w 298"/>
                <a:gd name="T37"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8" h="164">
                  <a:moveTo>
                    <a:pt x="156" y="164"/>
                  </a:moveTo>
                  <a:cubicBezTo>
                    <a:pt x="196" y="164"/>
                    <a:pt x="240" y="145"/>
                    <a:pt x="285" y="103"/>
                  </a:cubicBezTo>
                  <a:cubicBezTo>
                    <a:pt x="298" y="90"/>
                    <a:pt x="298" y="70"/>
                    <a:pt x="286" y="57"/>
                  </a:cubicBezTo>
                  <a:cubicBezTo>
                    <a:pt x="274" y="45"/>
                    <a:pt x="254" y="44"/>
                    <a:pt x="241" y="56"/>
                  </a:cubicBezTo>
                  <a:cubicBezTo>
                    <a:pt x="241" y="56"/>
                    <a:pt x="241" y="56"/>
                    <a:pt x="241" y="56"/>
                  </a:cubicBezTo>
                  <a:cubicBezTo>
                    <a:pt x="203" y="91"/>
                    <a:pt x="176" y="100"/>
                    <a:pt x="156" y="100"/>
                  </a:cubicBezTo>
                  <a:cubicBezTo>
                    <a:pt x="143" y="100"/>
                    <a:pt x="131" y="97"/>
                    <a:pt x="120" y="90"/>
                  </a:cubicBezTo>
                  <a:cubicBezTo>
                    <a:pt x="104" y="80"/>
                    <a:pt x="90" y="63"/>
                    <a:pt x="80" y="49"/>
                  </a:cubicBezTo>
                  <a:cubicBezTo>
                    <a:pt x="75" y="41"/>
                    <a:pt x="71" y="35"/>
                    <a:pt x="69" y="30"/>
                  </a:cubicBezTo>
                  <a:cubicBezTo>
                    <a:pt x="68" y="28"/>
                    <a:pt x="67" y="26"/>
                    <a:pt x="66" y="25"/>
                  </a:cubicBezTo>
                  <a:cubicBezTo>
                    <a:pt x="66" y="24"/>
                    <a:pt x="66" y="24"/>
                    <a:pt x="66" y="24"/>
                  </a:cubicBezTo>
                  <a:cubicBezTo>
                    <a:pt x="66" y="24"/>
                    <a:pt x="66" y="24"/>
                    <a:pt x="66" y="24"/>
                  </a:cubicBezTo>
                  <a:cubicBezTo>
                    <a:pt x="66" y="24"/>
                    <a:pt x="66" y="24"/>
                    <a:pt x="66" y="24"/>
                  </a:cubicBezTo>
                  <a:cubicBezTo>
                    <a:pt x="59" y="7"/>
                    <a:pt x="40" y="0"/>
                    <a:pt x="24" y="7"/>
                  </a:cubicBezTo>
                  <a:cubicBezTo>
                    <a:pt x="8" y="13"/>
                    <a:pt x="0" y="32"/>
                    <a:pt x="7" y="49"/>
                  </a:cubicBezTo>
                  <a:cubicBezTo>
                    <a:pt x="8" y="50"/>
                    <a:pt x="19" y="77"/>
                    <a:pt x="42" y="105"/>
                  </a:cubicBezTo>
                  <a:cubicBezTo>
                    <a:pt x="54" y="119"/>
                    <a:pt x="68" y="133"/>
                    <a:pt x="87" y="145"/>
                  </a:cubicBezTo>
                  <a:cubicBezTo>
                    <a:pt x="106" y="156"/>
                    <a:pt x="129" y="164"/>
                    <a:pt x="156" y="164"/>
                  </a:cubicBezTo>
                  <a:cubicBezTo>
                    <a:pt x="156" y="164"/>
                    <a:pt x="156" y="164"/>
                    <a:pt x="156" y="1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229"/>
            <p:cNvSpPr>
              <a:spLocks noEditPoints="1"/>
            </p:cNvSpPr>
            <p:nvPr/>
          </p:nvSpPr>
          <p:spPr bwMode="auto">
            <a:xfrm>
              <a:off x="625475" y="1238250"/>
              <a:ext cx="311150" cy="311150"/>
            </a:xfrm>
            <a:custGeom>
              <a:avLst/>
              <a:gdLst>
                <a:gd name="T0" fmla="*/ 22 w 240"/>
                <a:gd name="T1" fmla="*/ 218 h 240"/>
                <a:gd name="T2" fmla="*/ 160 w 240"/>
                <a:gd name="T3" fmla="*/ 159 h 240"/>
                <a:gd name="T4" fmla="*/ 218 w 240"/>
                <a:gd name="T5" fmla="*/ 22 h 240"/>
                <a:gd name="T6" fmla="*/ 81 w 240"/>
                <a:gd name="T7" fmla="*/ 80 h 240"/>
                <a:gd name="T8" fmla="*/ 22 w 240"/>
                <a:gd name="T9" fmla="*/ 218 h 240"/>
                <a:gd name="T10" fmla="*/ 193 w 240"/>
                <a:gd name="T11" fmla="*/ 47 h 240"/>
                <a:gd name="T12" fmla="*/ 149 w 240"/>
                <a:gd name="T13" fmla="*/ 149 h 240"/>
                <a:gd name="T14" fmla="*/ 48 w 240"/>
                <a:gd name="T15" fmla="*/ 192 h 240"/>
                <a:gd name="T16" fmla="*/ 91 w 240"/>
                <a:gd name="T17" fmla="*/ 91 h 240"/>
                <a:gd name="T18" fmla="*/ 193 w 240"/>
                <a:gd name="T19" fmla="*/ 47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0" h="240">
                  <a:moveTo>
                    <a:pt x="22" y="218"/>
                  </a:moveTo>
                  <a:cubicBezTo>
                    <a:pt x="44" y="240"/>
                    <a:pt x="105" y="213"/>
                    <a:pt x="160" y="159"/>
                  </a:cubicBezTo>
                  <a:cubicBezTo>
                    <a:pt x="214" y="105"/>
                    <a:pt x="240" y="44"/>
                    <a:pt x="218" y="22"/>
                  </a:cubicBezTo>
                  <a:cubicBezTo>
                    <a:pt x="197" y="0"/>
                    <a:pt x="135" y="26"/>
                    <a:pt x="81" y="80"/>
                  </a:cubicBezTo>
                  <a:cubicBezTo>
                    <a:pt x="27" y="135"/>
                    <a:pt x="0" y="196"/>
                    <a:pt x="22" y="218"/>
                  </a:cubicBezTo>
                  <a:close/>
                  <a:moveTo>
                    <a:pt x="193" y="47"/>
                  </a:moveTo>
                  <a:cubicBezTo>
                    <a:pt x="209" y="63"/>
                    <a:pt x="189" y="109"/>
                    <a:pt x="149" y="149"/>
                  </a:cubicBezTo>
                  <a:cubicBezTo>
                    <a:pt x="109" y="189"/>
                    <a:pt x="64" y="209"/>
                    <a:pt x="48" y="192"/>
                  </a:cubicBezTo>
                  <a:cubicBezTo>
                    <a:pt x="31" y="176"/>
                    <a:pt x="51" y="131"/>
                    <a:pt x="91" y="91"/>
                  </a:cubicBezTo>
                  <a:cubicBezTo>
                    <a:pt x="131" y="51"/>
                    <a:pt x="177" y="31"/>
                    <a:pt x="193"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230"/>
            <p:cNvSpPr>
              <a:spLocks/>
            </p:cNvSpPr>
            <p:nvPr/>
          </p:nvSpPr>
          <p:spPr bwMode="auto">
            <a:xfrm>
              <a:off x="396875" y="1231900"/>
              <a:ext cx="431800" cy="201612"/>
            </a:xfrm>
            <a:custGeom>
              <a:avLst/>
              <a:gdLst>
                <a:gd name="T0" fmla="*/ 36 w 334"/>
                <a:gd name="T1" fmla="*/ 114 h 155"/>
                <a:gd name="T2" fmla="*/ 67 w 334"/>
                <a:gd name="T3" fmla="*/ 73 h 155"/>
                <a:gd name="T4" fmla="*/ 140 w 334"/>
                <a:gd name="T5" fmla="*/ 40 h 155"/>
                <a:gd name="T6" fmla="*/ 214 w 334"/>
                <a:gd name="T7" fmla="*/ 67 h 155"/>
                <a:gd name="T8" fmla="*/ 196 w 334"/>
                <a:gd name="T9" fmla="*/ 155 h 155"/>
                <a:gd name="T10" fmla="*/ 252 w 334"/>
                <a:gd name="T11" fmla="*/ 79 h 155"/>
                <a:gd name="T12" fmla="*/ 334 w 334"/>
                <a:gd name="T13" fmla="*/ 20 h 155"/>
                <a:gd name="T14" fmla="*/ 245 w 334"/>
                <a:gd name="T15" fmla="*/ 39 h 155"/>
                <a:gd name="T16" fmla="*/ 140 w 334"/>
                <a:gd name="T17" fmla="*/ 0 h 155"/>
                <a:gd name="T18" fmla="*/ 34 w 334"/>
                <a:gd name="T19" fmla="*/ 49 h 155"/>
                <a:gd name="T20" fmla="*/ 0 w 334"/>
                <a:gd name="T21" fmla="*/ 97 h 155"/>
                <a:gd name="T22" fmla="*/ 36 w 334"/>
                <a:gd name="T23" fmla="*/ 115 h 155"/>
                <a:gd name="T24" fmla="*/ 36 w 334"/>
                <a:gd name="T25" fmla="*/ 114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4" h="155">
                  <a:moveTo>
                    <a:pt x="36" y="114"/>
                  </a:moveTo>
                  <a:cubicBezTo>
                    <a:pt x="38" y="111"/>
                    <a:pt x="49" y="91"/>
                    <a:pt x="67" y="73"/>
                  </a:cubicBezTo>
                  <a:cubicBezTo>
                    <a:pt x="85" y="55"/>
                    <a:pt x="109" y="40"/>
                    <a:pt x="140" y="40"/>
                  </a:cubicBezTo>
                  <a:cubicBezTo>
                    <a:pt x="160" y="40"/>
                    <a:pt x="185" y="46"/>
                    <a:pt x="214" y="67"/>
                  </a:cubicBezTo>
                  <a:cubicBezTo>
                    <a:pt x="200" y="87"/>
                    <a:pt x="192" y="115"/>
                    <a:pt x="196" y="155"/>
                  </a:cubicBezTo>
                  <a:cubicBezTo>
                    <a:pt x="207" y="131"/>
                    <a:pt x="227" y="104"/>
                    <a:pt x="252" y="79"/>
                  </a:cubicBezTo>
                  <a:cubicBezTo>
                    <a:pt x="279" y="52"/>
                    <a:pt x="308" y="32"/>
                    <a:pt x="334" y="20"/>
                  </a:cubicBezTo>
                  <a:cubicBezTo>
                    <a:pt x="306" y="20"/>
                    <a:pt x="272" y="23"/>
                    <a:pt x="245" y="39"/>
                  </a:cubicBezTo>
                  <a:cubicBezTo>
                    <a:pt x="207" y="11"/>
                    <a:pt x="171" y="0"/>
                    <a:pt x="140" y="0"/>
                  </a:cubicBezTo>
                  <a:cubicBezTo>
                    <a:pt x="92" y="0"/>
                    <a:pt x="57" y="25"/>
                    <a:pt x="34" y="49"/>
                  </a:cubicBezTo>
                  <a:cubicBezTo>
                    <a:pt x="11" y="73"/>
                    <a:pt x="0" y="96"/>
                    <a:pt x="0" y="97"/>
                  </a:cubicBezTo>
                  <a:cubicBezTo>
                    <a:pt x="36" y="115"/>
                    <a:pt x="36" y="115"/>
                    <a:pt x="36" y="115"/>
                  </a:cubicBezTo>
                  <a:cubicBezTo>
                    <a:pt x="36" y="115"/>
                    <a:pt x="36" y="115"/>
                    <a:pt x="36" y="1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231"/>
            <p:cNvSpPr>
              <a:spLocks/>
            </p:cNvSpPr>
            <p:nvPr/>
          </p:nvSpPr>
          <p:spPr bwMode="auto">
            <a:xfrm>
              <a:off x="442913" y="138112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69" name="组合 168"/>
          <p:cNvGrpSpPr/>
          <p:nvPr/>
        </p:nvGrpSpPr>
        <p:grpSpPr>
          <a:xfrm>
            <a:off x="3413125" y="798513"/>
            <a:ext cx="2106613" cy="1839912"/>
            <a:chOff x="3413125" y="798513"/>
            <a:chExt cx="2106613" cy="1839912"/>
          </a:xfrm>
          <a:solidFill>
            <a:schemeClr val="tx1">
              <a:lumMod val="65000"/>
              <a:lumOff val="35000"/>
            </a:schemeClr>
          </a:solidFill>
        </p:grpSpPr>
        <p:sp>
          <p:nvSpPr>
            <p:cNvPr id="170" name="Freeform 232"/>
            <p:cNvSpPr>
              <a:spLocks/>
            </p:cNvSpPr>
            <p:nvPr/>
          </p:nvSpPr>
          <p:spPr bwMode="auto">
            <a:xfrm>
              <a:off x="4297363" y="798513"/>
              <a:ext cx="519113" cy="777875"/>
            </a:xfrm>
            <a:custGeom>
              <a:avLst/>
              <a:gdLst>
                <a:gd name="T0" fmla="*/ 146 w 400"/>
                <a:gd name="T1" fmla="*/ 588 h 600"/>
                <a:gd name="T2" fmla="*/ 12 w 400"/>
                <a:gd name="T3" fmla="*/ 588 h 600"/>
                <a:gd name="T4" fmla="*/ 12 w 400"/>
                <a:gd name="T5" fmla="*/ 12 h 600"/>
                <a:gd name="T6" fmla="*/ 388 w 400"/>
                <a:gd name="T7" fmla="*/ 12 h 600"/>
                <a:gd name="T8" fmla="*/ 388 w 400"/>
                <a:gd name="T9" fmla="*/ 509 h 600"/>
                <a:gd name="T10" fmla="*/ 400 w 400"/>
                <a:gd name="T11" fmla="*/ 506 h 600"/>
                <a:gd name="T12" fmla="*/ 400 w 400"/>
                <a:gd name="T13" fmla="*/ 0 h 600"/>
                <a:gd name="T14" fmla="*/ 0 w 400"/>
                <a:gd name="T15" fmla="*/ 0 h 600"/>
                <a:gd name="T16" fmla="*/ 0 w 400"/>
                <a:gd name="T17" fmla="*/ 600 h 600"/>
                <a:gd name="T18" fmla="*/ 130 w 400"/>
                <a:gd name="T19" fmla="*/ 600 h 600"/>
                <a:gd name="T20" fmla="*/ 146 w 400"/>
                <a:gd name="T21" fmla="*/ 588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0" h="600">
                  <a:moveTo>
                    <a:pt x="146" y="588"/>
                  </a:moveTo>
                  <a:cubicBezTo>
                    <a:pt x="12" y="588"/>
                    <a:pt x="12" y="588"/>
                    <a:pt x="12" y="588"/>
                  </a:cubicBezTo>
                  <a:cubicBezTo>
                    <a:pt x="12" y="12"/>
                    <a:pt x="12" y="12"/>
                    <a:pt x="12" y="12"/>
                  </a:cubicBezTo>
                  <a:cubicBezTo>
                    <a:pt x="388" y="12"/>
                    <a:pt x="388" y="12"/>
                    <a:pt x="388" y="12"/>
                  </a:cubicBezTo>
                  <a:cubicBezTo>
                    <a:pt x="388" y="509"/>
                    <a:pt x="388" y="509"/>
                    <a:pt x="388" y="509"/>
                  </a:cubicBezTo>
                  <a:cubicBezTo>
                    <a:pt x="392" y="508"/>
                    <a:pt x="396" y="507"/>
                    <a:pt x="400" y="506"/>
                  </a:cubicBezTo>
                  <a:cubicBezTo>
                    <a:pt x="400" y="0"/>
                    <a:pt x="400" y="0"/>
                    <a:pt x="400" y="0"/>
                  </a:cubicBezTo>
                  <a:cubicBezTo>
                    <a:pt x="0" y="0"/>
                    <a:pt x="0" y="0"/>
                    <a:pt x="0" y="0"/>
                  </a:cubicBezTo>
                  <a:cubicBezTo>
                    <a:pt x="0" y="600"/>
                    <a:pt x="0" y="600"/>
                    <a:pt x="0" y="600"/>
                  </a:cubicBezTo>
                  <a:cubicBezTo>
                    <a:pt x="130" y="600"/>
                    <a:pt x="130" y="600"/>
                    <a:pt x="130" y="600"/>
                  </a:cubicBezTo>
                  <a:cubicBezTo>
                    <a:pt x="135" y="596"/>
                    <a:pt x="140" y="592"/>
                    <a:pt x="146" y="5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233"/>
            <p:cNvSpPr>
              <a:spLocks/>
            </p:cNvSpPr>
            <p:nvPr/>
          </p:nvSpPr>
          <p:spPr bwMode="auto">
            <a:xfrm>
              <a:off x="4625975" y="1536700"/>
              <a:ext cx="190500" cy="39687"/>
            </a:xfrm>
            <a:custGeom>
              <a:avLst/>
              <a:gdLst>
                <a:gd name="T0" fmla="*/ 134 w 146"/>
                <a:gd name="T1" fmla="*/ 18 h 30"/>
                <a:gd name="T2" fmla="*/ 0 w 146"/>
                <a:gd name="T3" fmla="*/ 18 h 30"/>
                <a:gd name="T4" fmla="*/ 16 w 146"/>
                <a:gd name="T5" fmla="*/ 30 h 30"/>
                <a:gd name="T6" fmla="*/ 146 w 146"/>
                <a:gd name="T7" fmla="*/ 30 h 30"/>
                <a:gd name="T8" fmla="*/ 146 w 146"/>
                <a:gd name="T9" fmla="*/ 0 h 30"/>
                <a:gd name="T10" fmla="*/ 134 w 146"/>
                <a:gd name="T11" fmla="*/ 2 h 30"/>
                <a:gd name="T12" fmla="*/ 134 w 146"/>
                <a:gd name="T13" fmla="*/ 18 h 30"/>
              </a:gdLst>
              <a:ahLst/>
              <a:cxnLst>
                <a:cxn ang="0">
                  <a:pos x="T0" y="T1"/>
                </a:cxn>
                <a:cxn ang="0">
                  <a:pos x="T2" y="T3"/>
                </a:cxn>
                <a:cxn ang="0">
                  <a:pos x="T4" y="T5"/>
                </a:cxn>
                <a:cxn ang="0">
                  <a:pos x="T6" y="T7"/>
                </a:cxn>
                <a:cxn ang="0">
                  <a:pos x="T8" y="T9"/>
                </a:cxn>
                <a:cxn ang="0">
                  <a:pos x="T10" y="T11"/>
                </a:cxn>
                <a:cxn ang="0">
                  <a:pos x="T12" y="T13"/>
                </a:cxn>
              </a:cxnLst>
              <a:rect l="0" t="0" r="r" b="b"/>
              <a:pathLst>
                <a:path w="146" h="30">
                  <a:moveTo>
                    <a:pt x="134" y="18"/>
                  </a:moveTo>
                  <a:cubicBezTo>
                    <a:pt x="0" y="18"/>
                    <a:pt x="0" y="18"/>
                    <a:pt x="0" y="18"/>
                  </a:cubicBezTo>
                  <a:cubicBezTo>
                    <a:pt x="5" y="22"/>
                    <a:pt x="11" y="25"/>
                    <a:pt x="16" y="30"/>
                  </a:cubicBezTo>
                  <a:cubicBezTo>
                    <a:pt x="146" y="30"/>
                    <a:pt x="146" y="30"/>
                    <a:pt x="146" y="30"/>
                  </a:cubicBezTo>
                  <a:cubicBezTo>
                    <a:pt x="146" y="0"/>
                    <a:pt x="146" y="0"/>
                    <a:pt x="146" y="0"/>
                  </a:cubicBezTo>
                  <a:cubicBezTo>
                    <a:pt x="142" y="0"/>
                    <a:pt x="138" y="1"/>
                    <a:pt x="134" y="2"/>
                  </a:cubicBezTo>
                  <a:lnTo>
                    <a:pt x="134"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234"/>
            <p:cNvSpPr>
              <a:spLocks/>
            </p:cNvSpPr>
            <p:nvPr/>
          </p:nvSpPr>
          <p:spPr bwMode="auto">
            <a:xfrm>
              <a:off x="4500563" y="857250"/>
              <a:ext cx="111125" cy="123825"/>
            </a:xfrm>
            <a:custGeom>
              <a:avLst/>
              <a:gdLst>
                <a:gd name="T0" fmla="*/ 3 w 86"/>
                <a:gd name="T1" fmla="*/ 88 h 96"/>
                <a:gd name="T2" fmla="*/ 0 w 86"/>
                <a:gd name="T3" fmla="*/ 89 h 96"/>
                <a:gd name="T4" fmla="*/ 0 w 86"/>
                <a:gd name="T5" fmla="*/ 91 h 96"/>
                <a:gd name="T6" fmla="*/ 79 w 86"/>
                <a:gd name="T7" fmla="*/ 91 h 96"/>
                <a:gd name="T8" fmla="*/ 82 w 86"/>
                <a:gd name="T9" fmla="*/ 92 h 96"/>
                <a:gd name="T10" fmla="*/ 84 w 86"/>
                <a:gd name="T11" fmla="*/ 96 h 96"/>
                <a:gd name="T12" fmla="*/ 86 w 86"/>
                <a:gd name="T13" fmla="*/ 96 h 96"/>
                <a:gd name="T14" fmla="*/ 86 w 86"/>
                <a:gd name="T15" fmla="*/ 73 h 96"/>
                <a:gd name="T16" fmla="*/ 84 w 86"/>
                <a:gd name="T17" fmla="*/ 73 h 96"/>
                <a:gd name="T18" fmla="*/ 82 w 86"/>
                <a:gd name="T19" fmla="*/ 76 h 96"/>
                <a:gd name="T20" fmla="*/ 79 w 86"/>
                <a:gd name="T21" fmla="*/ 77 h 96"/>
                <a:gd name="T22" fmla="*/ 23 w 86"/>
                <a:gd name="T23" fmla="*/ 77 h 96"/>
                <a:gd name="T24" fmla="*/ 23 w 86"/>
                <a:gd name="T25" fmla="*/ 53 h 96"/>
                <a:gd name="T26" fmla="*/ 59 w 86"/>
                <a:gd name="T27" fmla="*/ 53 h 96"/>
                <a:gd name="T28" fmla="*/ 62 w 86"/>
                <a:gd name="T29" fmla="*/ 54 h 96"/>
                <a:gd name="T30" fmla="*/ 63 w 86"/>
                <a:gd name="T31" fmla="*/ 57 h 96"/>
                <a:gd name="T32" fmla="*/ 65 w 86"/>
                <a:gd name="T33" fmla="*/ 57 h 96"/>
                <a:gd name="T34" fmla="*/ 65 w 86"/>
                <a:gd name="T35" fmla="*/ 35 h 96"/>
                <a:gd name="T36" fmla="*/ 63 w 86"/>
                <a:gd name="T37" fmla="*/ 35 h 96"/>
                <a:gd name="T38" fmla="*/ 62 w 86"/>
                <a:gd name="T39" fmla="*/ 38 h 96"/>
                <a:gd name="T40" fmla="*/ 59 w 86"/>
                <a:gd name="T41" fmla="*/ 39 h 96"/>
                <a:gd name="T42" fmla="*/ 23 w 86"/>
                <a:gd name="T43" fmla="*/ 39 h 96"/>
                <a:gd name="T44" fmla="*/ 23 w 86"/>
                <a:gd name="T45" fmla="*/ 18 h 96"/>
                <a:gd name="T46" fmla="*/ 78 w 86"/>
                <a:gd name="T47" fmla="*/ 18 h 96"/>
                <a:gd name="T48" fmla="*/ 81 w 86"/>
                <a:gd name="T49" fmla="*/ 19 h 96"/>
                <a:gd name="T50" fmla="*/ 82 w 86"/>
                <a:gd name="T51" fmla="*/ 22 h 96"/>
                <a:gd name="T52" fmla="*/ 85 w 86"/>
                <a:gd name="T53" fmla="*/ 22 h 96"/>
                <a:gd name="T54" fmla="*/ 85 w 86"/>
                <a:gd name="T55" fmla="*/ 0 h 96"/>
                <a:gd name="T56" fmla="*/ 82 w 86"/>
                <a:gd name="T57" fmla="*/ 0 h 96"/>
                <a:gd name="T58" fmla="*/ 81 w 86"/>
                <a:gd name="T59" fmla="*/ 3 h 96"/>
                <a:gd name="T60" fmla="*/ 78 w 86"/>
                <a:gd name="T61" fmla="*/ 4 h 96"/>
                <a:gd name="T62" fmla="*/ 0 w 86"/>
                <a:gd name="T63" fmla="*/ 4 h 96"/>
                <a:gd name="T64" fmla="*/ 0 w 86"/>
                <a:gd name="T65" fmla="*/ 6 h 96"/>
                <a:gd name="T66" fmla="*/ 3 w 86"/>
                <a:gd name="T67" fmla="*/ 7 h 96"/>
                <a:gd name="T68" fmla="*/ 4 w 86"/>
                <a:gd name="T69" fmla="*/ 10 h 96"/>
                <a:gd name="T70" fmla="*/ 4 w 86"/>
                <a:gd name="T71" fmla="*/ 85 h 96"/>
                <a:gd name="T72" fmla="*/ 3 w 86"/>
                <a:gd name="T73" fmla="*/ 88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6" h="96">
                  <a:moveTo>
                    <a:pt x="3" y="88"/>
                  </a:moveTo>
                  <a:cubicBezTo>
                    <a:pt x="2" y="88"/>
                    <a:pt x="1" y="89"/>
                    <a:pt x="0" y="89"/>
                  </a:cubicBezTo>
                  <a:cubicBezTo>
                    <a:pt x="0" y="91"/>
                    <a:pt x="0" y="91"/>
                    <a:pt x="0" y="91"/>
                  </a:cubicBezTo>
                  <a:cubicBezTo>
                    <a:pt x="79" y="91"/>
                    <a:pt x="79" y="91"/>
                    <a:pt x="79" y="91"/>
                  </a:cubicBezTo>
                  <a:cubicBezTo>
                    <a:pt x="81" y="91"/>
                    <a:pt x="82" y="92"/>
                    <a:pt x="82" y="92"/>
                  </a:cubicBezTo>
                  <a:cubicBezTo>
                    <a:pt x="83" y="93"/>
                    <a:pt x="84" y="94"/>
                    <a:pt x="84" y="96"/>
                  </a:cubicBezTo>
                  <a:cubicBezTo>
                    <a:pt x="86" y="96"/>
                    <a:pt x="86" y="96"/>
                    <a:pt x="86" y="96"/>
                  </a:cubicBezTo>
                  <a:cubicBezTo>
                    <a:pt x="86" y="73"/>
                    <a:pt x="86" y="73"/>
                    <a:pt x="86" y="73"/>
                  </a:cubicBezTo>
                  <a:cubicBezTo>
                    <a:pt x="84" y="73"/>
                    <a:pt x="84" y="73"/>
                    <a:pt x="84" y="73"/>
                  </a:cubicBezTo>
                  <a:cubicBezTo>
                    <a:pt x="84" y="74"/>
                    <a:pt x="83" y="76"/>
                    <a:pt x="82" y="76"/>
                  </a:cubicBezTo>
                  <a:cubicBezTo>
                    <a:pt x="82" y="77"/>
                    <a:pt x="81" y="77"/>
                    <a:pt x="79" y="77"/>
                  </a:cubicBezTo>
                  <a:cubicBezTo>
                    <a:pt x="23" y="77"/>
                    <a:pt x="23" y="77"/>
                    <a:pt x="23" y="77"/>
                  </a:cubicBezTo>
                  <a:cubicBezTo>
                    <a:pt x="23" y="53"/>
                    <a:pt x="23" y="53"/>
                    <a:pt x="23" y="53"/>
                  </a:cubicBezTo>
                  <a:cubicBezTo>
                    <a:pt x="59" y="53"/>
                    <a:pt x="59" y="53"/>
                    <a:pt x="59" y="53"/>
                  </a:cubicBezTo>
                  <a:cubicBezTo>
                    <a:pt x="60" y="53"/>
                    <a:pt x="61" y="53"/>
                    <a:pt x="62" y="54"/>
                  </a:cubicBezTo>
                  <a:cubicBezTo>
                    <a:pt x="62" y="55"/>
                    <a:pt x="63" y="56"/>
                    <a:pt x="63" y="57"/>
                  </a:cubicBezTo>
                  <a:cubicBezTo>
                    <a:pt x="65" y="57"/>
                    <a:pt x="65" y="57"/>
                    <a:pt x="65" y="57"/>
                  </a:cubicBezTo>
                  <a:cubicBezTo>
                    <a:pt x="65" y="35"/>
                    <a:pt x="65" y="35"/>
                    <a:pt x="65" y="35"/>
                  </a:cubicBezTo>
                  <a:cubicBezTo>
                    <a:pt x="63" y="35"/>
                    <a:pt x="63" y="35"/>
                    <a:pt x="63" y="35"/>
                  </a:cubicBezTo>
                  <a:cubicBezTo>
                    <a:pt x="63" y="36"/>
                    <a:pt x="62" y="38"/>
                    <a:pt x="62" y="38"/>
                  </a:cubicBezTo>
                  <a:cubicBezTo>
                    <a:pt x="61" y="39"/>
                    <a:pt x="60" y="39"/>
                    <a:pt x="59" y="39"/>
                  </a:cubicBezTo>
                  <a:cubicBezTo>
                    <a:pt x="23" y="39"/>
                    <a:pt x="23" y="39"/>
                    <a:pt x="23" y="39"/>
                  </a:cubicBezTo>
                  <a:cubicBezTo>
                    <a:pt x="23" y="18"/>
                    <a:pt x="23" y="18"/>
                    <a:pt x="23" y="18"/>
                  </a:cubicBezTo>
                  <a:cubicBezTo>
                    <a:pt x="78" y="18"/>
                    <a:pt x="78" y="18"/>
                    <a:pt x="78" y="18"/>
                  </a:cubicBezTo>
                  <a:cubicBezTo>
                    <a:pt x="79" y="18"/>
                    <a:pt x="80" y="18"/>
                    <a:pt x="81" y="19"/>
                  </a:cubicBezTo>
                  <a:cubicBezTo>
                    <a:pt x="82" y="20"/>
                    <a:pt x="82" y="21"/>
                    <a:pt x="82" y="22"/>
                  </a:cubicBezTo>
                  <a:cubicBezTo>
                    <a:pt x="85" y="22"/>
                    <a:pt x="85" y="22"/>
                    <a:pt x="85" y="22"/>
                  </a:cubicBezTo>
                  <a:cubicBezTo>
                    <a:pt x="85" y="0"/>
                    <a:pt x="85" y="0"/>
                    <a:pt x="85" y="0"/>
                  </a:cubicBezTo>
                  <a:cubicBezTo>
                    <a:pt x="82" y="0"/>
                    <a:pt x="82" y="0"/>
                    <a:pt x="82" y="0"/>
                  </a:cubicBezTo>
                  <a:cubicBezTo>
                    <a:pt x="82" y="1"/>
                    <a:pt x="82" y="2"/>
                    <a:pt x="81" y="3"/>
                  </a:cubicBezTo>
                  <a:cubicBezTo>
                    <a:pt x="80" y="3"/>
                    <a:pt x="79" y="4"/>
                    <a:pt x="78" y="4"/>
                  </a:cubicBezTo>
                  <a:cubicBezTo>
                    <a:pt x="0" y="4"/>
                    <a:pt x="0" y="4"/>
                    <a:pt x="0" y="4"/>
                  </a:cubicBezTo>
                  <a:cubicBezTo>
                    <a:pt x="0" y="6"/>
                    <a:pt x="0" y="6"/>
                    <a:pt x="0" y="6"/>
                  </a:cubicBezTo>
                  <a:cubicBezTo>
                    <a:pt x="1" y="6"/>
                    <a:pt x="2" y="7"/>
                    <a:pt x="3" y="7"/>
                  </a:cubicBezTo>
                  <a:cubicBezTo>
                    <a:pt x="3" y="8"/>
                    <a:pt x="4" y="9"/>
                    <a:pt x="4" y="10"/>
                  </a:cubicBezTo>
                  <a:cubicBezTo>
                    <a:pt x="4" y="85"/>
                    <a:pt x="4" y="85"/>
                    <a:pt x="4" y="85"/>
                  </a:cubicBezTo>
                  <a:cubicBezTo>
                    <a:pt x="4" y="86"/>
                    <a:pt x="3" y="87"/>
                    <a:pt x="3"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235"/>
            <p:cNvSpPr>
              <a:spLocks noEditPoints="1"/>
            </p:cNvSpPr>
            <p:nvPr/>
          </p:nvSpPr>
          <p:spPr bwMode="auto">
            <a:xfrm>
              <a:off x="4410075" y="1182688"/>
              <a:ext cx="50800" cy="47625"/>
            </a:xfrm>
            <a:custGeom>
              <a:avLst/>
              <a:gdLst>
                <a:gd name="T0" fmla="*/ 28 w 39"/>
                <a:gd name="T1" fmla="*/ 35 h 36"/>
                <a:gd name="T2" fmla="*/ 34 w 39"/>
                <a:gd name="T3" fmla="*/ 32 h 36"/>
                <a:gd name="T4" fmla="*/ 39 w 39"/>
                <a:gd name="T5" fmla="*/ 18 h 36"/>
                <a:gd name="T6" fmla="*/ 37 w 39"/>
                <a:gd name="T7" fmla="*/ 9 h 36"/>
                <a:gd name="T8" fmla="*/ 30 w 39"/>
                <a:gd name="T9" fmla="*/ 2 h 36"/>
                <a:gd name="T10" fmla="*/ 20 w 39"/>
                <a:gd name="T11" fmla="*/ 0 h 36"/>
                <a:gd name="T12" fmla="*/ 0 w 39"/>
                <a:gd name="T13" fmla="*/ 0 h 36"/>
                <a:gd name="T14" fmla="*/ 0 w 39"/>
                <a:gd name="T15" fmla="*/ 1 h 36"/>
                <a:gd name="T16" fmla="*/ 1 w 39"/>
                <a:gd name="T17" fmla="*/ 2 h 36"/>
                <a:gd name="T18" fmla="*/ 2 w 39"/>
                <a:gd name="T19" fmla="*/ 3 h 36"/>
                <a:gd name="T20" fmla="*/ 2 w 39"/>
                <a:gd name="T21" fmla="*/ 33 h 36"/>
                <a:gd name="T22" fmla="*/ 1 w 39"/>
                <a:gd name="T23" fmla="*/ 34 h 36"/>
                <a:gd name="T24" fmla="*/ 0 w 39"/>
                <a:gd name="T25" fmla="*/ 35 h 36"/>
                <a:gd name="T26" fmla="*/ 0 w 39"/>
                <a:gd name="T27" fmla="*/ 36 h 36"/>
                <a:gd name="T28" fmla="*/ 20 w 39"/>
                <a:gd name="T29" fmla="*/ 36 h 36"/>
                <a:gd name="T30" fmla="*/ 28 w 39"/>
                <a:gd name="T31" fmla="*/ 35 h 36"/>
                <a:gd name="T32" fmla="*/ 10 w 39"/>
                <a:gd name="T33" fmla="*/ 30 h 36"/>
                <a:gd name="T34" fmla="*/ 10 w 39"/>
                <a:gd name="T35" fmla="*/ 6 h 36"/>
                <a:gd name="T36" fmla="*/ 19 w 39"/>
                <a:gd name="T37" fmla="*/ 6 h 36"/>
                <a:gd name="T38" fmla="*/ 25 w 39"/>
                <a:gd name="T39" fmla="*/ 7 h 36"/>
                <a:gd name="T40" fmla="*/ 29 w 39"/>
                <a:gd name="T41" fmla="*/ 9 h 36"/>
                <a:gd name="T42" fmla="*/ 31 w 39"/>
                <a:gd name="T43" fmla="*/ 18 h 36"/>
                <a:gd name="T44" fmla="*/ 26 w 39"/>
                <a:gd name="T45" fmla="*/ 29 h 36"/>
                <a:gd name="T46" fmla="*/ 19 w 39"/>
                <a:gd name="T47" fmla="*/ 30 h 36"/>
                <a:gd name="T48" fmla="*/ 10 w 39"/>
                <a:gd name="T49" fmla="*/ 3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9" h="36">
                  <a:moveTo>
                    <a:pt x="28" y="35"/>
                  </a:moveTo>
                  <a:cubicBezTo>
                    <a:pt x="30" y="34"/>
                    <a:pt x="32" y="33"/>
                    <a:pt x="34" y="32"/>
                  </a:cubicBezTo>
                  <a:cubicBezTo>
                    <a:pt x="37" y="29"/>
                    <a:pt x="39" y="24"/>
                    <a:pt x="39" y="18"/>
                  </a:cubicBezTo>
                  <a:cubicBezTo>
                    <a:pt x="39" y="15"/>
                    <a:pt x="39" y="11"/>
                    <a:pt x="37" y="9"/>
                  </a:cubicBezTo>
                  <a:cubicBezTo>
                    <a:pt x="36" y="6"/>
                    <a:pt x="33" y="3"/>
                    <a:pt x="30" y="2"/>
                  </a:cubicBezTo>
                  <a:cubicBezTo>
                    <a:pt x="28" y="1"/>
                    <a:pt x="24" y="0"/>
                    <a:pt x="20" y="0"/>
                  </a:cubicBezTo>
                  <a:cubicBezTo>
                    <a:pt x="0" y="0"/>
                    <a:pt x="0" y="0"/>
                    <a:pt x="0" y="0"/>
                  </a:cubicBezTo>
                  <a:cubicBezTo>
                    <a:pt x="0" y="1"/>
                    <a:pt x="0" y="1"/>
                    <a:pt x="0" y="1"/>
                  </a:cubicBezTo>
                  <a:cubicBezTo>
                    <a:pt x="1" y="1"/>
                    <a:pt x="1" y="1"/>
                    <a:pt x="1" y="2"/>
                  </a:cubicBezTo>
                  <a:cubicBezTo>
                    <a:pt x="2" y="2"/>
                    <a:pt x="2" y="2"/>
                    <a:pt x="2" y="3"/>
                  </a:cubicBezTo>
                  <a:cubicBezTo>
                    <a:pt x="2" y="33"/>
                    <a:pt x="2" y="33"/>
                    <a:pt x="2" y="33"/>
                  </a:cubicBezTo>
                  <a:cubicBezTo>
                    <a:pt x="2" y="34"/>
                    <a:pt x="2" y="34"/>
                    <a:pt x="1" y="34"/>
                  </a:cubicBezTo>
                  <a:cubicBezTo>
                    <a:pt x="1" y="34"/>
                    <a:pt x="1" y="35"/>
                    <a:pt x="0" y="35"/>
                  </a:cubicBezTo>
                  <a:cubicBezTo>
                    <a:pt x="0" y="36"/>
                    <a:pt x="0" y="36"/>
                    <a:pt x="0" y="36"/>
                  </a:cubicBezTo>
                  <a:cubicBezTo>
                    <a:pt x="20" y="36"/>
                    <a:pt x="20" y="36"/>
                    <a:pt x="20" y="36"/>
                  </a:cubicBezTo>
                  <a:cubicBezTo>
                    <a:pt x="23" y="36"/>
                    <a:pt x="26" y="35"/>
                    <a:pt x="28" y="35"/>
                  </a:cubicBezTo>
                  <a:close/>
                  <a:moveTo>
                    <a:pt x="10" y="30"/>
                  </a:moveTo>
                  <a:cubicBezTo>
                    <a:pt x="10" y="6"/>
                    <a:pt x="10" y="6"/>
                    <a:pt x="10" y="6"/>
                  </a:cubicBezTo>
                  <a:cubicBezTo>
                    <a:pt x="19" y="6"/>
                    <a:pt x="19" y="6"/>
                    <a:pt x="19" y="6"/>
                  </a:cubicBezTo>
                  <a:cubicBezTo>
                    <a:pt x="22" y="6"/>
                    <a:pt x="24" y="6"/>
                    <a:pt x="25" y="7"/>
                  </a:cubicBezTo>
                  <a:cubicBezTo>
                    <a:pt x="26" y="7"/>
                    <a:pt x="28" y="8"/>
                    <a:pt x="29" y="9"/>
                  </a:cubicBezTo>
                  <a:cubicBezTo>
                    <a:pt x="30" y="11"/>
                    <a:pt x="31" y="14"/>
                    <a:pt x="31" y="18"/>
                  </a:cubicBezTo>
                  <a:cubicBezTo>
                    <a:pt x="31" y="23"/>
                    <a:pt x="30" y="27"/>
                    <a:pt x="26" y="29"/>
                  </a:cubicBezTo>
                  <a:cubicBezTo>
                    <a:pt x="25" y="29"/>
                    <a:pt x="22" y="30"/>
                    <a:pt x="19" y="30"/>
                  </a:cubicBezTo>
                  <a:lnTo>
                    <a:pt x="10"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236"/>
            <p:cNvSpPr>
              <a:spLocks/>
            </p:cNvSpPr>
            <p:nvPr/>
          </p:nvSpPr>
          <p:spPr bwMode="auto">
            <a:xfrm>
              <a:off x="4533900" y="1182688"/>
              <a:ext cx="44450" cy="49212"/>
            </a:xfrm>
            <a:custGeom>
              <a:avLst/>
              <a:gdLst>
                <a:gd name="T0" fmla="*/ 32 w 34"/>
                <a:gd name="T1" fmla="*/ 36 h 37"/>
                <a:gd name="T2" fmla="*/ 33 w 34"/>
                <a:gd name="T3" fmla="*/ 37 h 37"/>
                <a:gd name="T4" fmla="*/ 34 w 34"/>
                <a:gd name="T5" fmla="*/ 37 h 37"/>
                <a:gd name="T6" fmla="*/ 34 w 34"/>
                <a:gd name="T7" fmla="*/ 28 h 37"/>
                <a:gd name="T8" fmla="*/ 33 w 34"/>
                <a:gd name="T9" fmla="*/ 28 h 37"/>
                <a:gd name="T10" fmla="*/ 32 w 34"/>
                <a:gd name="T11" fmla="*/ 30 h 37"/>
                <a:gd name="T12" fmla="*/ 31 w 34"/>
                <a:gd name="T13" fmla="*/ 30 h 37"/>
                <a:gd name="T14" fmla="*/ 9 w 34"/>
                <a:gd name="T15" fmla="*/ 30 h 37"/>
                <a:gd name="T16" fmla="*/ 9 w 34"/>
                <a:gd name="T17" fmla="*/ 3 h 37"/>
                <a:gd name="T18" fmla="*/ 10 w 34"/>
                <a:gd name="T19" fmla="*/ 2 h 37"/>
                <a:gd name="T20" fmla="*/ 11 w 34"/>
                <a:gd name="T21" fmla="*/ 1 h 37"/>
                <a:gd name="T22" fmla="*/ 11 w 34"/>
                <a:gd name="T23" fmla="*/ 0 h 37"/>
                <a:gd name="T24" fmla="*/ 0 w 34"/>
                <a:gd name="T25" fmla="*/ 0 h 37"/>
                <a:gd name="T26" fmla="*/ 0 w 34"/>
                <a:gd name="T27" fmla="*/ 1 h 37"/>
                <a:gd name="T28" fmla="*/ 1 w 34"/>
                <a:gd name="T29" fmla="*/ 2 h 37"/>
                <a:gd name="T30" fmla="*/ 2 w 34"/>
                <a:gd name="T31" fmla="*/ 3 h 37"/>
                <a:gd name="T32" fmla="*/ 2 w 34"/>
                <a:gd name="T33" fmla="*/ 33 h 37"/>
                <a:gd name="T34" fmla="*/ 1 w 34"/>
                <a:gd name="T35" fmla="*/ 34 h 37"/>
                <a:gd name="T36" fmla="*/ 0 w 34"/>
                <a:gd name="T37" fmla="*/ 35 h 37"/>
                <a:gd name="T38" fmla="*/ 0 w 34"/>
                <a:gd name="T39" fmla="*/ 36 h 37"/>
                <a:gd name="T40" fmla="*/ 31 w 34"/>
                <a:gd name="T41" fmla="*/ 36 h 37"/>
                <a:gd name="T42" fmla="*/ 32 w 34"/>
                <a:gd name="T43" fmla="*/ 3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 h="37">
                  <a:moveTo>
                    <a:pt x="32" y="36"/>
                  </a:moveTo>
                  <a:cubicBezTo>
                    <a:pt x="33" y="36"/>
                    <a:pt x="33" y="37"/>
                    <a:pt x="33" y="37"/>
                  </a:cubicBezTo>
                  <a:cubicBezTo>
                    <a:pt x="34" y="37"/>
                    <a:pt x="34" y="37"/>
                    <a:pt x="34" y="37"/>
                  </a:cubicBezTo>
                  <a:cubicBezTo>
                    <a:pt x="34" y="28"/>
                    <a:pt x="34" y="28"/>
                    <a:pt x="34" y="28"/>
                  </a:cubicBezTo>
                  <a:cubicBezTo>
                    <a:pt x="33" y="28"/>
                    <a:pt x="33" y="28"/>
                    <a:pt x="33" y="28"/>
                  </a:cubicBezTo>
                  <a:cubicBezTo>
                    <a:pt x="33" y="29"/>
                    <a:pt x="33" y="29"/>
                    <a:pt x="32" y="30"/>
                  </a:cubicBezTo>
                  <a:cubicBezTo>
                    <a:pt x="32" y="30"/>
                    <a:pt x="32" y="30"/>
                    <a:pt x="31" y="30"/>
                  </a:cubicBezTo>
                  <a:cubicBezTo>
                    <a:pt x="9" y="30"/>
                    <a:pt x="9" y="30"/>
                    <a:pt x="9" y="30"/>
                  </a:cubicBezTo>
                  <a:cubicBezTo>
                    <a:pt x="9" y="3"/>
                    <a:pt x="9" y="3"/>
                    <a:pt x="9" y="3"/>
                  </a:cubicBezTo>
                  <a:cubicBezTo>
                    <a:pt x="9" y="2"/>
                    <a:pt x="9" y="2"/>
                    <a:pt x="10" y="2"/>
                  </a:cubicBezTo>
                  <a:cubicBezTo>
                    <a:pt x="10" y="1"/>
                    <a:pt x="10" y="1"/>
                    <a:pt x="11" y="1"/>
                  </a:cubicBezTo>
                  <a:cubicBezTo>
                    <a:pt x="11" y="0"/>
                    <a:pt x="11" y="0"/>
                    <a:pt x="11" y="0"/>
                  </a:cubicBezTo>
                  <a:cubicBezTo>
                    <a:pt x="0" y="0"/>
                    <a:pt x="0" y="0"/>
                    <a:pt x="0" y="0"/>
                  </a:cubicBezTo>
                  <a:cubicBezTo>
                    <a:pt x="0" y="1"/>
                    <a:pt x="0" y="1"/>
                    <a:pt x="0" y="1"/>
                  </a:cubicBezTo>
                  <a:cubicBezTo>
                    <a:pt x="1" y="1"/>
                    <a:pt x="1" y="1"/>
                    <a:pt x="1" y="2"/>
                  </a:cubicBezTo>
                  <a:cubicBezTo>
                    <a:pt x="2" y="2"/>
                    <a:pt x="2" y="2"/>
                    <a:pt x="2" y="3"/>
                  </a:cubicBezTo>
                  <a:cubicBezTo>
                    <a:pt x="2" y="33"/>
                    <a:pt x="2" y="33"/>
                    <a:pt x="2" y="33"/>
                  </a:cubicBezTo>
                  <a:cubicBezTo>
                    <a:pt x="2" y="34"/>
                    <a:pt x="2" y="34"/>
                    <a:pt x="1" y="34"/>
                  </a:cubicBezTo>
                  <a:cubicBezTo>
                    <a:pt x="1" y="34"/>
                    <a:pt x="1" y="35"/>
                    <a:pt x="0" y="35"/>
                  </a:cubicBezTo>
                  <a:cubicBezTo>
                    <a:pt x="0" y="36"/>
                    <a:pt x="0" y="36"/>
                    <a:pt x="0" y="36"/>
                  </a:cubicBezTo>
                  <a:cubicBezTo>
                    <a:pt x="31" y="36"/>
                    <a:pt x="31" y="36"/>
                    <a:pt x="31" y="36"/>
                  </a:cubicBezTo>
                  <a:cubicBezTo>
                    <a:pt x="32" y="36"/>
                    <a:pt x="32" y="36"/>
                    <a:pt x="32"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237"/>
            <p:cNvSpPr>
              <a:spLocks/>
            </p:cNvSpPr>
            <p:nvPr/>
          </p:nvSpPr>
          <p:spPr bwMode="auto">
            <a:xfrm>
              <a:off x="4652963" y="1182688"/>
              <a:ext cx="50800" cy="47625"/>
            </a:xfrm>
            <a:custGeom>
              <a:avLst/>
              <a:gdLst>
                <a:gd name="T0" fmla="*/ 34 w 39"/>
                <a:gd name="T1" fmla="*/ 3 h 36"/>
                <a:gd name="T2" fmla="*/ 36 w 39"/>
                <a:gd name="T3" fmla="*/ 2 h 36"/>
                <a:gd name="T4" fmla="*/ 38 w 39"/>
                <a:gd name="T5" fmla="*/ 1 h 36"/>
                <a:gd name="T6" fmla="*/ 38 w 39"/>
                <a:gd name="T7" fmla="*/ 0 h 36"/>
                <a:gd name="T8" fmla="*/ 23 w 39"/>
                <a:gd name="T9" fmla="*/ 0 h 36"/>
                <a:gd name="T10" fmla="*/ 23 w 39"/>
                <a:gd name="T11" fmla="*/ 1 h 36"/>
                <a:gd name="T12" fmla="*/ 25 w 39"/>
                <a:gd name="T13" fmla="*/ 2 h 36"/>
                <a:gd name="T14" fmla="*/ 24 w 39"/>
                <a:gd name="T15" fmla="*/ 3 h 36"/>
                <a:gd name="T16" fmla="*/ 9 w 39"/>
                <a:gd name="T17" fmla="*/ 15 h 36"/>
                <a:gd name="T18" fmla="*/ 9 w 39"/>
                <a:gd name="T19" fmla="*/ 3 h 36"/>
                <a:gd name="T20" fmla="*/ 9 w 39"/>
                <a:gd name="T21" fmla="*/ 2 h 36"/>
                <a:gd name="T22" fmla="*/ 11 w 39"/>
                <a:gd name="T23" fmla="*/ 1 h 36"/>
                <a:gd name="T24" fmla="*/ 11 w 39"/>
                <a:gd name="T25" fmla="*/ 0 h 36"/>
                <a:gd name="T26" fmla="*/ 0 w 39"/>
                <a:gd name="T27" fmla="*/ 0 h 36"/>
                <a:gd name="T28" fmla="*/ 0 w 39"/>
                <a:gd name="T29" fmla="*/ 1 h 36"/>
                <a:gd name="T30" fmla="*/ 1 w 39"/>
                <a:gd name="T31" fmla="*/ 2 h 36"/>
                <a:gd name="T32" fmla="*/ 1 w 39"/>
                <a:gd name="T33" fmla="*/ 3 h 36"/>
                <a:gd name="T34" fmla="*/ 1 w 39"/>
                <a:gd name="T35" fmla="*/ 33 h 36"/>
                <a:gd name="T36" fmla="*/ 1 w 39"/>
                <a:gd name="T37" fmla="*/ 34 h 36"/>
                <a:gd name="T38" fmla="*/ 0 w 39"/>
                <a:gd name="T39" fmla="*/ 35 h 36"/>
                <a:gd name="T40" fmla="*/ 0 w 39"/>
                <a:gd name="T41" fmla="*/ 36 h 36"/>
                <a:gd name="T42" fmla="*/ 11 w 39"/>
                <a:gd name="T43" fmla="*/ 36 h 36"/>
                <a:gd name="T44" fmla="*/ 11 w 39"/>
                <a:gd name="T45" fmla="*/ 35 h 36"/>
                <a:gd name="T46" fmla="*/ 9 w 39"/>
                <a:gd name="T47" fmla="*/ 34 h 36"/>
                <a:gd name="T48" fmla="*/ 9 w 39"/>
                <a:gd name="T49" fmla="*/ 33 h 36"/>
                <a:gd name="T50" fmla="*/ 9 w 39"/>
                <a:gd name="T51" fmla="*/ 23 h 36"/>
                <a:gd name="T52" fmla="*/ 14 w 39"/>
                <a:gd name="T53" fmla="*/ 19 h 36"/>
                <a:gd name="T54" fmla="*/ 25 w 39"/>
                <a:gd name="T55" fmla="*/ 32 h 36"/>
                <a:gd name="T56" fmla="*/ 26 w 39"/>
                <a:gd name="T57" fmla="*/ 34 h 36"/>
                <a:gd name="T58" fmla="*/ 25 w 39"/>
                <a:gd name="T59" fmla="*/ 35 h 36"/>
                <a:gd name="T60" fmla="*/ 25 w 39"/>
                <a:gd name="T61" fmla="*/ 36 h 36"/>
                <a:gd name="T62" fmla="*/ 39 w 39"/>
                <a:gd name="T63" fmla="*/ 36 h 36"/>
                <a:gd name="T64" fmla="*/ 39 w 39"/>
                <a:gd name="T65" fmla="*/ 35 h 36"/>
                <a:gd name="T66" fmla="*/ 36 w 39"/>
                <a:gd name="T67" fmla="*/ 34 h 36"/>
                <a:gd name="T68" fmla="*/ 34 w 39"/>
                <a:gd name="T69" fmla="*/ 31 h 36"/>
                <a:gd name="T70" fmla="*/ 20 w 39"/>
                <a:gd name="T71" fmla="*/ 15 h 36"/>
                <a:gd name="T72" fmla="*/ 32 w 39"/>
                <a:gd name="T73" fmla="*/ 5 h 36"/>
                <a:gd name="T74" fmla="*/ 34 w 39"/>
                <a:gd name="T75" fmla="*/ 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9" h="36">
                  <a:moveTo>
                    <a:pt x="34" y="3"/>
                  </a:moveTo>
                  <a:cubicBezTo>
                    <a:pt x="35" y="2"/>
                    <a:pt x="36" y="2"/>
                    <a:pt x="36" y="2"/>
                  </a:cubicBezTo>
                  <a:cubicBezTo>
                    <a:pt x="37" y="1"/>
                    <a:pt x="37" y="1"/>
                    <a:pt x="38" y="1"/>
                  </a:cubicBezTo>
                  <a:cubicBezTo>
                    <a:pt x="38" y="0"/>
                    <a:pt x="38" y="0"/>
                    <a:pt x="38" y="0"/>
                  </a:cubicBezTo>
                  <a:cubicBezTo>
                    <a:pt x="23" y="0"/>
                    <a:pt x="23" y="0"/>
                    <a:pt x="23" y="0"/>
                  </a:cubicBezTo>
                  <a:cubicBezTo>
                    <a:pt x="23" y="1"/>
                    <a:pt x="23" y="1"/>
                    <a:pt x="23" y="1"/>
                  </a:cubicBezTo>
                  <a:cubicBezTo>
                    <a:pt x="24" y="1"/>
                    <a:pt x="25" y="2"/>
                    <a:pt x="25" y="2"/>
                  </a:cubicBezTo>
                  <a:cubicBezTo>
                    <a:pt x="25" y="2"/>
                    <a:pt x="24" y="3"/>
                    <a:pt x="24" y="3"/>
                  </a:cubicBezTo>
                  <a:cubicBezTo>
                    <a:pt x="9" y="15"/>
                    <a:pt x="9" y="15"/>
                    <a:pt x="9" y="15"/>
                  </a:cubicBezTo>
                  <a:cubicBezTo>
                    <a:pt x="9" y="3"/>
                    <a:pt x="9" y="3"/>
                    <a:pt x="9" y="3"/>
                  </a:cubicBezTo>
                  <a:cubicBezTo>
                    <a:pt x="9" y="2"/>
                    <a:pt x="9" y="2"/>
                    <a:pt x="9" y="2"/>
                  </a:cubicBezTo>
                  <a:cubicBezTo>
                    <a:pt x="10" y="1"/>
                    <a:pt x="10" y="1"/>
                    <a:pt x="11" y="1"/>
                  </a:cubicBezTo>
                  <a:cubicBezTo>
                    <a:pt x="11" y="0"/>
                    <a:pt x="11" y="0"/>
                    <a:pt x="11" y="0"/>
                  </a:cubicBezTo>
                  <a:cubicBezTo>
                    <a:pt x="0" y="0"/>
                    <a:pt x="0" y="0"/>
                    <a:pt x="0" y="0"/>
                  </a:cubicBezTo>
                  <a:cubicBezTo>
                    <a:pt x="0" y="1"/>
                    <a:pt x="0" y="1"/>
                    <a:pt x="0" y="1"/>
                  </a:cubicBezTo>
                  <a:cubicBezTo>
                    <a:pt x="0" y="1"/>
                    <a:pt x="1" y="1"/>
                    <a:pt x="1" y="2"/>
                  </a:cubicBezTo>
                  <a:cubicBezTo>
                    <a:pt x="1" y="2"/>
                    <a:pt x="1" y="2"/>
                    <a:pt x="1" y="3"/>
                  </a:cubicBezTo>
                  <a:cubicBezTo>
                    <a:pt x="1" y="33"/>
                    <a:pt x="1" y="33"/>
                    <a:pt x="1" y="33"/>
                  </a:cubicBezTo>
                  <a:cubicBezTo>
                    <a:pt x="1" y="34"/>
                    <a:pt x="1" y="34"/>
                    <a:pt x="1" y="34"/>
                  </a:cubicBezTo>
                  <a:cubicBezTo>
                    <a:pt x="1" y="34"/>
                    <a:pt x="0" y="35"/>
                    <a:pt x="0" y="35"/>
                  </a:cubicBezTo>
                  <a:cubicBezTo>
                    <a:pt x="0" y="36"/>
                    <a:pt x="0" y="36"/>
                    <a:pt x="0" y="36"/>
                  </a:cubicBezTo>
                  <a:cubicBezTo>
                    <a:pt x="11" y="36"/>
                    <a:pt x="11" y="36"/>
                    <a:pt x="11" y="36"/>
                  </a:cubicBezTo>
                  <a:cubicBezTo>
                    <a:pt x="11" y="35"/>
                    <a:pt x="11" y="35"/>
                    <a:pt x="11" y="35"/>
                  </a:cubicBezTo>
                  <a:cubicBezTo>
                    <a:pt x="10" y="35"/>
                    <a:pt x="10" y="35"/>
                    <a:pt x="9" y="34"/>
                  </a:cubicBezTo>
                  <a:cubicBezTo>
                    <a:pt x="9" y="34"/>
                    <a:pt x="9" y="34"/>
                    <a:pt x="9" y="33"/>
                  </a:cubicBezTo>
                  <a:cubicBezTo>
                    <a:pt x="9" y="23"/>
                    <a:pt x="9" y="23"/>
                    <a:pt x="9" y="23"/>
                  </a:cubicBezTo>
                  <a:cubicBezTo>
                    <a:pt x="14" y="19"/>
                    <a:pt x="14" y="19"/>
                    <a:pt x="14" y="19"/>
                  </a:cubicBezTo>
                  <a:cubicBezTo>
                    <a:pt x="25" y="32"/>
                    <a:pt x="25" y="32"/>
                    <a:pt x="25" y="32"/>
                  </a:cubicBezTo>
                  <a:cubicBezTo>
                    <a:pt x="26" y="33"/>
                    <a:pt x="26" y="34"/>
                    <a:pt x="26" y="34"/>
                  </a:cubicBezTo>
                  <a:cubicBezTo>
                    <a:pt x="26" y="34"/>
                    <a:pt x="26" y="35"/>
                    <a:pt x="25" y="35"/>
                  </a:cubicBezTo>
                  <a:cubicBezTo>
                    <a:pt x="25" y="36"/>
                    <a:pt x="25" y="36"/>
                    <a:pt x="25" y="36"/>
                  </a:cubicBezTo>
                  <a:cubicBezTo>
                    <a:pt x="39" y="36"/>
                    <a:pt x="39" y="36"/>
                    <a:pt x="39" y="36"/>
                  </a:cubicBezTo>
                  <a:cubicBezTo>
                    <a:pt x="39" y="35"/>
                    <a:pt x="39" y="35"/>
                    <a:pt x="39" y="35"/>
                  </a:cubicBezTo>
                  <a:cubicBezTo>
                    <a:pt x="38" y="35"/>
                    <a:pt x="37" y="34"/>
                    <a:pt x="36" y="34"/>
                  </a:cubicBezTo>
                  <a:cubicBezTo>
                    <a:pt x="36" y="34"/>
                    <a:pt x="35" y="33"/>
                    <a:pt x="34" y="31"/>
                  </a:cubicBezTo>
                  <a:cubicBezTo>
                    <a:pt x="20" y="15"/>
                    <a:pt x="20" y="15"/>
                    <a:pt x="20" y="15"/>
                  </a:cubicBezTo>
                  <a:cubicBezTo>
                    <a:pt x="32" y="5"/>
                    <a:pt x="32" y="5"/>
                    <a:pt x="32" y="5"/>
                  </a:cubicBezTo>
                  <a:lnTo>
                    <a:pt x="34"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238"/>
            <p:cNvSpPr>
              <a:spLocks noEditPoints="1"/>
            </p:cNvSpPr>
            <p:nvPr/>
          </p:nvSpPr>
          <p:spPr bwMode="auto">
            <a:xfrm>
              <a:off x="4378325" y="1492250"/>
              <a:ext cx="20638" cy="22225"/>
            </a:xfrm>
            <a:custGeom>
              <a:avLst/>
              <a:gdLst>
                <a:gd name="T0" fmla="*/ 10 w 16"/>
                <a:gd name="T1" fmla="*/ 10 h 16"/>
                <a:gd name="T2" fmla="*/ 13 w 16"/>
                <a:gd name="T3" fmla="*/ 9 h 16"/>
                <a:gd name="T4" fmla="*/ 15 w 16"/>
                <a:gd name="T5" fmla="*/ 8 h 16"/>
                <a:gd name="T6" fmla="*/ 16 w 16"/>
                <a:gd name="T7" fmla="*/ 5 h 16"/>
                <a:gd name="T8" fmla="*/ 16 w 16"/>
                <a:gd name="T9" fmla="*/ 3 h 16"/>
                <a:gd name="T10" fmla="*/ 14 w 16"/>
                <a:gd name="T11" fmla="*/ 1 h 16"/>
                <a:gd name="T12" fmla="*/ 13 w 16"/>
                <a:gd name="T13" fmla="*/ 0 h 16"/>
                <a:gd name="T14" fmla="*/ 10 w 16"/>
                <a:gd name="T15" fmla="*/ 0 h 16"/>
                <a:gd name="T16" fmla="*/ 0 w 16"/>
                <a:gd name="T17" fmla="*/ 0 h 16"/>
                <a:gd name="T18" fmla="*/ 0 w 16"/>
                <a:gd name="T19" fmla="*/ 1 h 16"/>
                <a:gd name="T20" fmla="*/ 0 w 16"/>
                <a:gd name="T21" fmla="*/ 1 h 16"/>
                <a:gd name="T22" fmla="*/ 0 w 16"/>
                <a:gd name="T23" fmla="*/ 1 h 16"/>
                <a:gd name="T24" fmla="*/ 0 w 16"/>
                <a:gd name="T25" fmla="*/ 15 h 16"/>
                <a:gd name="T26" fmla="*/ 0 w 16"/>
                <a:gd name="T27" fmla="*/ 16 h 16"/>
                <a:gd name="T28" fmla="*/ 0 w 16"/>
                <a:gd name="T29" fmla="*/ 16 h 16"/>
                <a:gd name="T30" fmla="*/ 0 w 16"/>
                <a:gd name="T31" fmla="*/ 16 h 16"/>
                <a:gd name="T32" fmla="*/ 5 w 16"/>
                <a:gd name="T33" fmla="*/ 16 h 16"/>
                <a:gd name="T34" fmla="*/ 5 w 16"/>
                <a:gd name="T35" fmla="*/ 16 h 16"/>
                <a:gd name="T36" fmla="*/ 4 w 16"/>
                <a:gd name="T37" fmla="*/ 16 h 16"/>
                <a:gd name="T38" fmla="*/ 4 w 16"/>
                <a:gd name="T39" fmla="*/ 15 h 16"/>
                <a:gd name="T40" fmla="*/ 4 w 16"/>
                <a:gd name="T41" fmla="*/ 10 h 16"/>
                <a:gd name="T42" fmla="*/ 10 w 16"/>
                <a:gd name="T43" fmla="*/ 10 h 16"/>
                <a:gd name="T44" fmla="*/ 4 w 16"/>
                <a:gd name="T45" fmla="*/ 3 h 16"/>
                <a:gd name="T46" fmla="*/ 9 w 16"/>
                <a:gd name="T47" fmla="*/ 3 h 16"/>
                <a:gd name="T48" fmla="*/ 12 w 16"/>
                <a:gd name="T49" fmla="*/ 3 h 16"/>
                <a:gd name="T50" fmla="*/ 12 w 16"/>
                <a:gd name="T51" fmla="*/ 4 h 16"/>
                <a:gd name="T52" fmla="*/ 13 w 16"/>
                <a:gd name="T53" fmla="*/ 5 h 16"/>
                <a:gd name="T54" fmla="*/ 12 w 16"/>
                <a:gd name="T55" fmla="*/ 6 h 16"/>
                <a:gd name="T56" fmla="*/ 12 w 16"/>
                <a:gd name="T57" fmla="*/ 7 h 16"/>
                <a:gd name="T58" fmla="*/ 9 w 16"/>
                <a:gd name="T59" fmla="*/ 7 h 16"/>
                <a:gd name="T60" fmla="*/ 4 w 16"/>
                <a:gd name="T61" fmla="*/ 7 h 16"/>
                <a:gd name="T62" fmla="*/ 4 w 16"/>
                <a:gd name="T63"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 h="16">
                  <a:moveTo>
                    <a:pt x="10" y="10"/>
                  </a:moveTo>
                  <a:cubicBezTo>
                    <a:pt x="11" y="10"/>
                    <a:pt x="12" y="10"/>
                    <a:pt x="13" y="9"/>
                  </a:cubicBezTo>
                  <a:cubicBezTo>
                    <a:pt x="14" y="9"/>
                    <a:pt x="15" y="9"/>
                    <a:pt x="15" y="8"/>
                  </a:cubicBezTo>
                  <a:cubicBezTo>
                    <a:pt x="16" y="7"/>
                    <a:pt x="16" y="6"/>
                    <a:pt x="16" y="5"/>
                  </a:cubicBezTo>
                  <a:cubicBezTo>
                    <a:pt x="16" y="4"/>
                    <a:pt x="16" y="3"/>
                    <a:pt x="16" y="3"/>
                  </a:cubicBezTo>
                  <a:cubicBezTo>
                    <a:pt x="15" y="2"/>
                    <a:pt x="15" y="2"/>
                    <a:pt x="14" y="1"/>
                  </a:cubicBezTo>
                  <a:cubicBezTo>
                    <a:pt x="14" y="1"/>
                    <a:pt x="13" y="1"/>
                    <a:pt x="13" y="0"/>
                  </a:cubicBezTo>
                  <a:cubicBezTo>
                    <a:pt x="12" y="0"/>
                    <a:pt x="11" y="0"/>
                    <a:pt x="10" y="0"/>
                  </a:cubicBezTo>
                  <a:cubicBezTo>
                    <a:pt x="0" y="0"/>
                    <a:pt x="0" y="0"/>
                    <a:pt x="0" y="0"/>
                  </a:cubicBezTo>
                  <a:cubicBezTo>
                    <a:pt x="0" y="1"/>
                    <a:pt x="0" y="1"/>
                    <a:pt x="0" y="1"/>
                  </a:cubicBezTo>
                  <a:cubicBezTo>
                    <a:pt x="0" y="1"/>
                    <a:pt x="0" y="1"/>
                    <a:pt x="0" y="1"/>
                  </a:cubicBezTo>
                  <a:cubicBezTo>
                    <a:pt x="0" y="1"/>
                    <a:pt x="0" y="1"/>
                    <a:pt x="0" y="1"/>
                  </a:cubicBezTo>
                  <a:cubicBezTo>
                    <a:pt x="0" y="15"/>
                    <a:pt x="0" y="15"/>
                    <a:pt x="0" y="15"/>
                  </a:cubicBezTo>
                  <a:cubicBezTo>
                    <a:pt x="0" y="15"/>
                    <a:pt x="0" y="15"/>
                    <a:pt x="0" y="16"/>
                  </a:cubicBezTo>
                  <a:cubicBezTo>
                    <a:pt x="0" y="16"/>
                    <a:pt x="0" y="16"/>
                    <a:pt x="0" y="16"/>
                  </a:cubicBezTo>
                  <a:cubicBezTo>
                    <a:pt x="0" y="16"/>
                    <a:pt x="0" y="16"/>
                    <a:pt x="0" y="16"/>
                  </a:cubicBezTo>
                  <a:cubicBezTo>
                    <a:pt x="5" y="16"/>
                    <a:pt x="5" y="16"/>
                    <a:pt x="5" y="16"/>
                  </a:cubicBezTo>
                  <a:cubicBezTo>
                    <a:pt x="5" y="16"/>
                    <a:pt x="5" y="16"/>
                    <a:pt x="5" y="16"/>
                  </a:cubicBezTo>
                  <a:cubicBezTo>
                    <a:pt x="4" y="16"/>
                    <a:pt x="4" y="16"/>
                    <a:pt x="4" y="16"/>
                  </a:cubicBezTo>
                  <a:cubicBezTo>
                    <a:pt x="4" y="15"/>
                    <a:pt x="4" y="15"/>
                    <a:pt x="4" y="15"/>
                  </a:cubicBezTo>
                  <a:cubicBezTo>
                    <a:pt x="4" y="10"/>
                    <a:pt x="4" y="10"/>
                    <a:pt x="4" y="10"/>
                  </a:cubicBezTo>
                  <a:lnTo>
                    <a:pt x="10" y="10"/>
                  </a:lnTo>
                  <a:close/>
                  <a:moveTo>
                    <a:pt x="4" y="3"/>
                  </a:moveTo>
                  <a:cubicBezTo>
                    <a:pt x="9" y="3"/>
                    <a:pt x="9" y="3"/>
                    <a:pt x="9" y="3"/>
                  </a:cubicBezTo>
                  <a:cubicBezTo>
                    <a:pt x="10" y="3"/>
                    <a:pt x="11" y="3"/>
                    <a:pt x="12" y="3"/>
                  </a:cubicBezTo>
                  <a:cubicBezTo>
                    <a:pt x="12" y="3"/>
                    <a:pt x="12" y="4"/>
                    <a:pt x="12" y="4"/>
                  </a:cubicBezTo>
                  <a:cubicBezTo>
                    <a:pt x="12" y="4"/>
                    <a:pt x="13" y="5"/>
                    <a:pt x="13" y="5"/>
                  </a:cubicBezTo>
                  <a:cubicBezTo>
                    <a:pt x="13" y="5"/>
                    <a:pt x="12" y="6"/>
                    <a:pt x="12" y="6"/>
                  </a:cubicBezTo>
                  <a:cubicBezTo>
                    <a:pt x="12" y="6"/>
                    <a:pt x="12" y="7"/>
                    <a:pt x="12" y="7"/>
                  </a:cubicBezTo>
                  <a:cubicBezTo>
                    <a:pt x="11" y="7"/>
                    <a:pt x="10" y="7"/>
                    <a:pt x="9" y="7"/>
                  </a:cubicBezTo>
                  <a:cubicBezTo>
                    <a:pt x="4" y="7"/>
                    <a:pt x="4" y="7"/>
                    <a:pt x="4" y="7"/>
                  </a:cubicBezTo>
                  <a:lnTo>
                    <a:pt x="4"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239"/>
            <p:cNvSpPr>
              <a:spLocks noEditPoints="1"/>
            </p:cNvSpPr>
            <p:nvPr/>
          </p:nvSpPr>
          <p:spPr bwMode="auto">
            <a:xfrm>
              <a:off x="4445000" y="1492250"/>
              <a:ext cx="23813" cy="22225"/>
            </a:xfrm>
            <a:custGeom>
              <a:avLst/>
              <a:gdLst>
                <a:gd name="T0" fmla="*/ 12 w 18"/>
                <a:gd name="T1" fmla="*/ 16 h 16"/>
                <a:gd name="T2" fmla="*/ 12 w 18"/>
                <a:gd name="T3" fmla="*/ 16 h 16"/>
                <a:gd name="T4" fmla="*/ 18 w 18"/>
                <a:gd name="T5" fmla="*/ 16 h 16"/>
                <a:gd name="T6" fmla="*/ 18 w 18"/>
                <a:gd name="T7" fmla="*/ 16 h 16"/>
                <a:gd name="T8" fmla="*/ 17 w 18"/>
                <a:gd name="T9" fmla="*/ 16 h 16"/>
                <a:gd name="T10" fmla="*/ 15 w 18"/>
                <a:gd name="T11" fmla="*/ 14 h 16"/>
                <a:gd name="T12" fmla="*/ 12 w 18"/>
                <a:gd name="T13" fmla="*/ 10 h 16"/>
                <a:gd name="T14" fmla="*/ 17 w 18"/>
                <a:gd name="T15" fmla="*/ 5 h 16"/>
                <a:gd name="T16" fmla="*/ 16 w 18"/>
                <a:gd name="T17" fmla="*/ 3 h 16"/>
                <a:gd name="T18" fmla="*/ 15 w 18"/>
                <a:gd name="T19" fmla="*/ 1 h 16"/>
                <a:gd name="T20" fmla="*/ 13 w 18"/>
                <a:gd name="T21" fmla="*/ 0 h 16"/>
                <a:gd name="T22" fmla="*/ 10 w 18"/>
                <a:gd name="T23" fmla="*/ 0 h 16"/>
                <a:gd name="T24" fmla="*/ 0 w 18"/>
                <a:gd name="T25" fmla="*/ 0 h 16"/>
                <a:gd name="T26" fmla="*/ 0 w 18"/>
                <a:gd name="T27" fmla="*/ 1 h 16"/>
                <a:gd name="T28" fmla="*/ 1 w 18"/>
                <a:gd name="T29" fmla="*/ 1 h 16"/>
                <a:gd name="T30" fmla="*/ 1 w 18"/>
                <a:gd name="T31" fmla="*/ 1 h 16"/>
                <a:gd name="T32" fmla="*/ 1 w 18"/>
                <a:gd name="T33" fmla="*/ 15 h 16"/>
                <a:gd name="T34" fmla="*/ 1 w 18"/>
                <a:gd name="T35" fmla="*/ 16 h 16"/>
                <a:gd name="T36" fmla="*/ 0 w 18"/>
                <a:gd name="T37" fmla="*/ 16 h 16"/>
                <a:gd name="T38" fmla="*/ 0 w 18"/>
                <a:gd name="T39" fmla="*/ 16 h 16"/>
                <a:gd name="T40" fmla="*/ 5 w 18"/>
                <a:gd name="T41" fmla="*/ 16 h 16"/>
                <a:gd name="T42" fmla="*/ 5 w 18"/>
                <a:gd name="T43" fmla="*/ 16 h 16"/>
                <a:gd name="T44" fmla="*/ 4 w 18"/>
                <a:gd name="T45" fmla="*/ 16 h 16"/>
                <a:gd name="T46" fmla="*/ 4 w 18"/>
                <a:gd name="T47" fmla="*/ 15 h 16"/>
                <a:gd name="T48" fmla="*/ 4 w 18"/>
                <a:gd name="T49" fmla="*/ 10 h 16"/>
                <a:gd name="T50" fmla="*/ 9 w 18"/>
                <a:gd name="T51" fmla="*/ 10 h 16"/>
                <a:gd name="T52" fmla="*/ 12 w 18"/>
                <a:gd name="T53" fmla="*/ 14 h 16"/>
                <a:gd name="T54" fmla="*/ 12 w 18"/>
                <a:gd name="T55" fmla="*/ 16 h 16"/>
                <a:gd name="T56" fmla="*/ 12 w 18"/>
                <a:gd name="T57" fmla="*/ 16 h 16"/>
                <a:gd name="T58" fmla="*/ 11 w 18"/>
                <a:gd name="T59" fmla="*/ 7 h 16"/>
                <a:gd name="T60" fmla="*/ 10 w 18"/>
                <a:gd name="T61" fmla="*/ 7 h 16"/>
                <a:gd name="T62" fmla="*/ 4 w 18"/>
                <a:gd name="T63" fmla="*/ 7 h 16"/>
                <a:gd name="T64" fmla="*/ 4 w 18"/>
                <a:gd name="T65" fmla="*/ 3 h 16"/>
                <a:gd name="T66" fmla="*/ 10 w 18"/>
                <a:gd name="T67" fmla="*/ 3 h 16"/>
                <a:gd name="T68" fmla="*/ 11 w 18"/>
                <a:gd name="T69" fmla="*/ 3 h 16"/>
                <a:gd name="T70" fmla="*/ 12 w 18"/>
                <a:gd name="T71" fmla="*/ 3 h 16"/>
                <a:gd name="T72" fmla="*/ 13 w 18"/>
                <a:gd name="T73" fmla="*/ 5 h 16"/>
                <a:gd name="T74" fmla="*/ 12 w 18"/>
                <a:gd name="T75" fmla="*/ 7 h 16"/>
                <a:gd name="T76" fmla="*/ 11 w 18"/>
                <a:gd name="T77" fmla="*/ 7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 h="16">
                  <a:moveTo>
                    <a:pt x="12" y="16"/>
                  </a:moveTo>
                  <a:cubicBezTo>
                    <a:pt x="12" y="16"/>
                    <a:pt x="12" y="16"/>
                    <a:pt x="12" y="16"/>
                  </a:cubicBezTo>
                  <a:cubicBezTo>
                    <a:pt x="18" y="16"/>
                    <a:pt x="18" y="16"/>
                    <a:pt x="18" y="16"/>
                  </a:cubicBezTo>
                  <a:cubicBezTo>
                    <a:pt x="18" y="16"/>
                    <a:pt x="18" y="16"/>
                    <a:pt x="18" y="16"/>
                  </a:cubicBezTo>
                  <a:cubicBezTo>
                    <a:pt x="17" y="16"/>
                    <a:pt x="17" y="16"/>
                    <a:pt x="17" y="16"/>
                  </a:cubicBezTo>
                  <a:cubicBezTo>
                    <a:pt x="16" y="15"/>
                    <a:pt x="16" y="15"/>
                    <a:pt x="15" y="14"/>
                  </a:cubicBezTo>
                  <a:cubicBezTo>
                    <a:pt x="12" y="10"/>
                    <a:pt x="12" y="10"/>
                    <a:pt x="12" y="10"/>
                  </a:cubicBezTo>
                  <a:cubicBezTo>
                    <a:pt x="15" y="9"/>
                    <a:pt x="17" y="8"/>
                    <a:pt x="17" y="5"/>
                  </a:cubicBezTo>
                  <a:cubicBezTo>
                    <a:pt x="17" y="4"/>
                    <a:pt x="17" y="3"/>
                    <a:pt x="16" y="3"/>
                  </a:cubicBezTo>
                  <a:cubicBezTo>
                    <a:pt x="16" y="2"/>
                    <a:pt x="15" y="2"/>
                    <a:pt x="15" y="1"/>
                  </a:cubicBezTo>
                  <a:cubicBezTo>
                    <a:pt x="14" y="1"/>
                    <a:pt x="14" y="0"/>
                    <a:pt x="13" y="0"/>
                  </a:cubicBezTo>
                  <a:cubicBezTo>
                    <a:pt x="12" y="0"/>
                    <a:pt x="11" y="0"/>
                    <a:pt x="10" y="0"/>
                  </a:cubicBezTo>
                  <a:cubicBezTo>
                    <a:pt x="0" y="0"/>
                    <a:pt x="0" y="0"/>
                    <a:pt x="0" y="0"/>
                  </a:cubicBezTo>
                  <a:cubicBezTo>
                    <a:pt x="0" y="1"/>
                    <a:pt x="0" y="1"/>
                    <a:pt x="0" y="1"/>
                  </a:cubicBezTo>
                  <a:cubicBezTo>
                    <a:pt x="0" y="1"/>
                    <a:pt x="0" y="1"/>
                    <a:pt x="1" y="1"/>
                  </a:cubicBezTo>
                  <a:cubicBezTo>
                    <a:pt x="1" y="1"/>
                    <a:pt x="1" y="1"/>
                    <a:pt x="1" y="1"/>
                  </a:cubicBezTo>
                  <a:cubicBezTo>
                    <a:pt x="1" y="15"/>
                    <a:pt x="1" y="15"/>
                    <a:pt x="1" y="15"/>
                  </a:cubicBezTo>
                  <a:cubicBezTo>
                    <a:pt x="1" y="15"/>
                    <a:pt x="1" y="15"/>
                    <a:pt x="1" y="16"/>
                  </a:cubicBezTo>
                  <a:cubicBezTo>
                    <a:pt x="0" y="16"/>
                    <a:pt x="0" y="16"/>
                    <a:pt x="0" y="16"/>
                  </a:cubicBezTo>
                  <a:cubicBezTo>
                    <a:pt x="0" y="16"/>
                    <a:pt x="0" y="16"/>
                    <a:pt x="0" y="16"/>
                  </a:cubicBezTo>
                  <a:cubicBezTo>
                    <a:pt x="5" y="16"/>
                    <a:pt x="5" y="16"/>
                    <a:pt x="5" y="16"/>
                  </a:cubicBezTo>
                  <a:cubicBezTo>
                    <a:pt x="5" y="16"/>
                    <a:pt x="5" y="16"/>
                    <a:pt x="5" y="16"/>
                  </a:cubicBezTo>
                  <a:cubicBezTo>
                    <a:pt x="5" y="16"/>
                    <a:pt x="4" y="16"/>
                    <a:pt x="4" y="16"/>
                  </a:cubicBezTo>
                  <a:cubicBezTo>
                    <a:pt x="4" y="15"/>
                    <a:pt x="4" y="15"/>
                    <a:pt x="4" y="15"/>
                  </a:cubicBezTo>
                  <a:cubicBezTo>
                    <a:pt x="4" y="10"/>
                    <a:pt x="4" y="10"/>
                    <a:pt x="4" y="10"/>
                  </a:cubicBezTo>
                  <a:cubicBezTo>
                    <a:pt x="9" y="10"/>
                    <a:pt x="9" y="10"/>
                    <a:pt x="9" y="10"/>
                  </a:cubicBezTo>
                  <a:cubicBezTo>
                    <a:pt x="12" y="14"/>
                    <a:pt x="12" y="14"/>
                    <a:pt x="12" y="14"/>
                  </a:cubicBezTo>
                  <a:cubicBezTo>
                    <a:pt x="12" y="15"/>
                    <a:pt x="12" y="15"/>
                    <a:pt x="12" y="16"/>
                  </a:cubicBezTo>
                  <a:cubicBezTo>
                    <a:pt x="12" y="16"/>
                    <a:pt x="12" y="16"/>
                    <a:pt x="12" y="16"/>
                  </a:cubicBezTo>
                  <a:close/>
                  <a:moveTo>
                    <a:pt x="11" y="7"/>
                  </a:moveTo>
                  <a:cubicBezTo>
                    <a:pt x="11" y="7"/>
                    <a:pt x="10" y="7"/>
                    <a:pt x="10" y="7"/>
                  </a:cubicBezTo>
                  <a:cubicBezTo>
                    <a:pt x="4" y="7"/>
                    <a:pt x="4" y="7"/>
                    <a:pt x="4" y="7"/>
                  </a:cubicBezTo>
                  <a:cubicBezTo>
                    <a:pt x="4" y="3"/>
                    <a:pt x="4" y="3"/>
                    <a:pt x="4" y="3"/>
                  </a:cubicBezTo>
                  <a:cubicBezTo>
                    <a:pt x="10" y="3"/>
                    <a:pt x="10" y="3"/>
                    <a:pt x="10" y="3"/>
                  </a:cubicBezTo>
                  <a:cubicBezTo>
                    <a:pt x="10" y="3"/>
                    <a:pt x="11" y="3"/>
                    <a:pt x="11" y="3"/>
                  </a:cubicBezTo>
                  <a:cubicBezTo>
                    <a:pt x="12" y="3"/>
                    <a:pt x="12" y="3"/>
                    <a:pt x="12" y="3"/>
                  </a:cubicBezTo>
                  <a:cubicBezTo>
                    <a:pt x="13" y="3"/>
                    <a:pt x="13" y="4"/>
                    <a:pt x="13" y="5"/>
                  </a:cubicBezTo>
                  <a:cubicBezTo>
                    <a:pt x="13" y="6"/>
                    <a:pt x="13" y="6"/>
                    <a:pt x="12" y="7"/>
                  </a:cubicBezTo>
                  <a:cubicBezTo>
                    <a:pt x="12" y="7"/>
                    <a:pt x="12" y="7"/>
                    <a:pt x="1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240"/>
            <p:cNvSpPr>
              <a:spLocks/>
            </p:cNvSpPr>
            <p:nvPr/>
          </p:nvSpPr>
          <p:spPr bwMode="auto">
            <a:xfrm>
              <a:off x="4513263" y="1492250"/>
              <a:ext cx="28575" cy="22225"/>
            </a:xfrm>
            <a:custGeom>
              <a:avLst/>
              <a:gdLst>
                <a:gd name="T0" fmla="*/ 20 w 21"/>
                <a:gd name="T1" fmla="*/ 1 h 16"/>
                <a:gd name="T2" fmla="*/ 21 w 21"/>
                <a:gd name="T3" fmla="*/ 1 h 16"/>
                <a:gd name="T4" fmla="*/ 21 w 21"/>
                <a:gd name="T5" fmla="*/ 0 h 16"/>
                <a:gd name="T6" fmla="*/ 15 w 21"/>
                <a:gd name="T7" fmla="*/ 0 h 16"/>
                <a:gd name="T8" fmla="*/ 15 w 21"/>
                <a:gd name="T9" fmla="*/ 1 h 16"/>
                <a:gd name="T10" fmla="*/ 15 w 21"/>
                <a:gd name="T11" fmla="*/ 1 h 16"/>
                <a:gd name="T12" fmla="*/ 15 w 21"/>
                <a:gd name="T13" fmla="*/ 2 h 16"/>
                <a:gd name="T14" fmla="*/ 11 w 21"/>
                <a:gd name="T15" fmla="*/ 10 h 16"/>
                <a:gd name="T16" fmla="*/ 6 w 21"/>
                <a:gd name="T17" fmla="*/ 2 h 16"/>
                <a:gd name="T18" fmla="*/ 6 w 21"/>
                <a:gd name="T19" fmla="*/ 1 h 16"/>
                <a:gd name="T20" fmla="*/ 7 w 21"/>
                <a:gd name="T21" fmla="*/ 1 h 16"/>
                <a:gd name="T22" fmla="*/ 7 w 21"/>
                <a:gd name="T23" fmla="*/ 0 h 16"/>
                <a:gd name="T24" fmla="*/ 0 w 21"/>
                <a:gd name="T25" fmla="*/ 0 h 16"/>
                <a:gd name="T26" fmla="*/ 0 w 21"/>
                <a:gd name="T27" fmla="*/ 1 h 16"/>
                <a:gd name="T28" fmla="*/ 1 w 21"/>
                <a:gd name="T29" fmla="*/ 1 h 16"/>
                <a:gd name="T30" fmla="*/ 1 w 21"/>
                <a:gd name="T31" fmla="*/ 1 h 16"/>
                <a:gd name="T32" fmla="*/ 1 w 21"/>
                <a:gd name="T33" fmla="*/ 15 h 16"/>
                <a:gd name="T34" fmla="*/ 1 w 21"/>
                <a:gd name="T35" fmla="*/ 16 h 16"/>
                <a:gd name="T36" fmla="*/ 0 w 21"/>
                <a:gd name="T37" fmla="*/ 16 h 16"/>
                <a:gd name="T38" fmla="*/ 0 w 21"/>
                <a:gd name="T39" fmla="*/ 16 h 16"/>
                <a:gd name="T40" fmla="*/ 5 w 21"/>
                <a:gd name="T41" fmla="*/ 16 h 16"/>
                <a:gd name="T42" fmla="*/ 5 w 21"/>
                <a:gd name="T43" fmla="*/ 16 h 16"/>
                <a:gd name="T44" fmla="*/ 4 w 21"/>
                <a:gd name="T45" fmla="*/ 16 h 16"/>
                <a:gd name="T46" fmla="*/ 4 w 21"/>
                <a:gd name="T47" fmla="*/ 15 h 16"/>
                <a:gd name="T48" fmla="*/ 4 w 21"/>
                <a:gd name="T49" fmla="*/ 5 h 16"/>
                <a:gd name="T50" fmla="*/ 10 w 21"/>
                <a:gd name="T51" fmla="*/ 16 h 16"/>
                <a:gd name="T52" fmla="*/ 17 w 21"/>
                <a:gd name="T53" fmla="*/ 5 h 16"/>
                <a:gd name="T54" fmla="*/ 17 w 21"/>
                <a:gd name="T55" fmla="*/ 15 h 16"/>
                <a:gd name="T56" fmla="*/ 16 w 21"/>
                <a:gd name="T57" fmla="*/ 16 h 16"/>
                <a:gd name="T58" fmla="*/ 16 w 21"/>
                <a:gd name="T59" fmla="*/ 16 h 16"/>
                <a:gd name="T60" fmla="*/ 16 w 21"/>
                <a:gd name="T61" fmla="*/ 16 h 16"/>
                <a:gd name="T62" fmla="*/ 21 w 21"/>
                <a:gd name="T63" fmla="*/ 16 h 16"/>
                <a:gd name="T64" fmla="*/ 21 w 21"/>
                <a:gd name="T65" fmla="*/ 16 h 16"/>
                <a:gd name="T66" fmla="*/ 20 w 21"/>
                <a:gd name="T67" fmla="*/ 16 h 16"/>
                <a:gd name="T68" fmla="*/ 20 w 21"/>
                <a:gd name="T69" fmla="*/ 15 h 16"/>
                <a:gd name="T70" fmla="*/ 20 w 21"/>
                <a:gd name="T71" fmla="*/ 1 h 16"/>
                <a:gd name="T72" fmla="*/ 20 w 21"/>
                <a:gd name="T73"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16">
                  <a:moveTo>
                    <a:pt x="20" y="1"/>
                  </a:moveTo>
                  <a:cubicBezTo>
                    <a:pt x="20" y="1"/>
                    <a:pt x="21" y="1"/>
                    <a:pt x="21" y="1"/>
                  </a:cubicBezTo>
                  <a:cubicBezTo>
                    <a:pt x="21" y="0"/>
                    <a:pt x="21" y="0"/>
                    <a:pt x="21" y="0"/>
                  </a:cubicBezTo>
                  <a:cubicBezTo>
                    <a:pt x="15" y="0"/>
                    <a:pt x="15" y="0"/>
                    <a:pt x="15" y="0"/>
                  </a:cubicBezTo>
                  <a:cubicBezTo>
                    <a:pt x="15" y="1"/>
                    <a:pt x="15" y="1"/>
                    <a:pt x="15" y="1"/>
                  </a:cubicBezTo>
                  <a:cubicBezTo>
                    <a:pt x="15" y="1"/>
                    <a:pt x="15" y="1"/>
                    <a:pt x="15" y="1"/>
                  </a:cubicBezTo>
                  <a:cubicBezTo>
                    <a:pt x="15" y="1"/>
                    <a:pt x="15" y="1"/>
                    <a:pt x="15" y="2"/>
                  </a:cubicBezTo>
                  <a:cubicBezTo>
                    <a:pt x="11" y="10"/>
                    <a:pt x="11" y="10"/>
                    <a:pt x="11" y="10"/>
                  </a:cubicBezTo>
                  <a:cubicBezTo>
                    <a:pt x="6" y="2"/>
                    <a:pt x="6" y="2"/>
                    <a:pt x="6" y="2"/>
                  </a:cubicBezTo>
                  <a:cubicBezTo>
                    <a:pt x="6" y="2"/>
                    <a:pt x="6" y="1"/>
                    <a:pt x="6" y="1"/>
                  </a:cubicBezTo>
                  <a:cubicBezTo>
                    <a:pt x="6" y="1"/>
                    <a:pt x="6" y="1"/>
                    <a:pt x="7" y="1"/>
                  </a:cubicBezTo>
                  <a:cubicBezTo>
                    <a:pt x="7" y="0"/>
                    <a:pt x="7" y="0"/>
                    <a:pt x="7" y="0"/>
                  </a:cubicBezTo>
                  <a:cubicBezTo>
                    <a:pt x="0" y="0"/>
                    <a:pt x="0" y="0"/>
                    <a:pt x="0" y="0"/>
                  </a:cubicBezTo>
                  <a:cubicBezTo>
                    <a:pt x="0" y="1"/>
                    <a:pt x="0" y="1"/>
                    <a:pt x="0" y="1"/>
                  </a:cubicBezTo>
                  <a:cubicBezTo>
                    <a:pt x="1" y="1"/>
                    <a:pt x="1" y="1"/>
                    <a:pt x="1" y="1"/>
                  </a:cubicBezTo>
                  <a:cubicBezTo>
                    <a:pt x="1" y="1"/>
                    <a:pt x="1" y="1"/>
                    <a:pt x="1" y="1"/>
                  </a:cubicBezTo>
                  <a:cubicBezTo>
                    <a:pt x="1" y="15"/>
                    <a:pt x="1" y="15"/>
                    <a:pt x="1" y="15"/>
                  </a:cubicBezTo>
                  <a:cubicBezTo>
                    <a:pt x="1" y="15"/>
                    <a:pt x="1" y="15"/>
                    <a:pt x="1" y="16"/>
                  </a:cubicBezTo>
                  <a:cubicBezTo>
                    <a:pt x="1" y="16"/>
                    <a:pt x="1" y="16"/>
                    <a:pt x="0" y="16"/>
                  </a:cubicBezTo>
                  <a:cubicBezTo>
                    <a:pt x="0" y="16"/>
                    <a:pt x="0" y="16"/>
                    <a:pt x="0" y="16"/>
                  </a:cubicBezTo>
                  <a:cubicBezTo>
                    <a:pt x="5" y="16"/>
                    <a:pt x="5" y="16"/>
                    <a:pt x="5" y="16"/>
                  </a:cubicBezTo>
                  <a:cubicBezTo>
                    <a:pt x="5" y="16"/>
                    <a:pt x="5" y="16"/>
                    <a:pt x="5" y="16"/>
                  </a:cubicBezTo>
                  <a:cubicBezTo>
                    <a:pt x="5" y="16"/>
                    <a:pt x="5" y="16"/>
                    <a:pt x="4" y="16"/>
                  </a:cubicBezTo>
                  <a:cubicBezTo>
                    <a:pt x="4" y="15"/>
                    <a:pt x="4" y="15"/>
                    <a:pt x="4" y="15"/>
                  </a:cubicBezTo>
                  <a:cubicBezTo>
                    <a:pt x="4" y="5"/>
                    <a:pt x="4" y="5"/>
                    <a:pt x="4" y="5"/>
                  </a:cubicBezTo>
                  <a:cubicBezTo>
                    <a:pt x="10" y="16"/>
                    <a:pt x="10" y="16"/>
                    <a:pt x="10" y="16"/>
                  </a:cubicBezTo>
                  <a:cubicBezTo>
                    <a:pt x="17" y="5"/>
                    <a:pt x="17" y="5"/>
                    <a:pt x="17" y="5"/>
                  </a:cubicBezTo>
                  <a:cubicBezTo>
                    <a:pt x="17" y="15"/>
                    <a:pt x="17" y="15"/>
                    <a:pt x="17" y="15"/>
                  </a:cubicBezTo>
                  <a:cubicBezTo>
                    <a:pt x="17" y="15"/>
                    <a:pt x="17" y="15"/>
                    <a:pt x="16" y="16"/>
                  </a:cubicBezTo>
                  <a:cubicBezTo>
                    <a:pt x="16" y="16"/>
                    <a:pt x="16" y="16"/>
                    <a:pt x="16" y="16"/>
                  </a:cubicBezTo>
                  <a:cubicBezTo>
                    <a:pt x="16" y="16"/>
                    <a:pt x="16" y="16"/>
                    <a:pt x="16" y="16"/>
                  </a:cubicBezTo>
                  <a:cubicBezTo>
                    <a:pt x="21" y="16"/>
                    <a:pt x="21" y="16"/>
                    <a:pt x="21" y="16"/>
                  </a:cubicBezTo>
                  <a:cubicBezTo>
                    <a:pt x="21" y="16"/>
                    <a:pt x="21" y="16"/>
                    <a:pt x="21" y="16"/>
                  </a:cubicBezTo>
                  <a:cubicBezTo>
                    <a:pt x="21" y="16"/>
                    <a:pt x="20" y="16"/>
                    <a:pt x="20" y="16"/>
                  </a:cubicBezTo>
                  <a:cubicBezTo>
                    <a:pt x="20" y="15"/>
                    <a:pt x="20" y="15"/>
                    <a:pt x="20" y="15"/>
                  </a:cubicBezTo>
                  <a:cubicBezTo>
                    <a:pt x="20" y="1"/>
                    <a:pt x="20" y="1"/>
                    <a:pt x="20" y="1"/>
                  </a:cubicBezTo>
                  <a:cubicBezTo>
                    <a:pt x="20" y="1"/>
                    <a:pt x="20" y="1"/>
                    <a:pt x="2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241"/>
            <p:cNvSpPr>
              <a:spLocks/>
            </p:cNvSpPr>
            <p:nvPr/>
          </p:nvSpPr>
          <p:spPr bwMode="auto">
            <a:xfrm>
              <a:off x="4587875" y="1492250"/>
              <a:ext cx="6350" cy="22225"/>
            </a:xfrm>
            <a:custGeom>
              <a:avLst/>
              <a:gdLst>
                <a:gd name="T0" fmla="*/ 4 w 5"/>
                <a:gd name="T1" fmla="*/ 1 h 16"/>
                <a:gd name="T2" fmla="*/ 5 w 5"/>
                <a:gd name="T3" fmla="*/ 1 h 16"/>
                <a:gd name="T4" fmla="*/ 5 w 5"/>
                <a:gd name="T5" fmla="*/ 0 h 16"/>
                <a:gd name="T6" fmla="*/ 0 w 5"/>
                <a:gd name="T7" fmla="*/ 0 h 16"/>
                <a:gd name="T8" fmla="*/ 0 w 5"/>
                <a:gd name="T9" fmla="*/ 1 h 16"/>
                <a:gd name="T10" fmla="*/ 0 w 5"/>
                <a:gd name="T11" fmla="*/ 1 h 16"/>
                <a:gd name="T12" fmla="*/ 0 w 5"/>
                <a:gd name="T13" fmla="*/ 1 h 16"/>
                <a:gd name="T14" fmla="*/ 0 w 5"/>
                <a:gd name="T15" fmla="*/ 15 h 16"/>
                <a:gd name="T16" fmla="*/ 0 w 5"/>
                <a:gd name="T17" fmla="*/ 16 h 16"/>
                <a:gd name="T18" fmla="*/ 0 w 5"/>
                <a:gd name="T19" fmla="*/ 16 h 16"/>
                <a:gd name="T20" fmla="*/ 0 w 5"/>
                <a:gd name="T21" fmla="*/ 16 h 16"/>
                <a:gd name="T22" fmla="*/ 5 w 5"/>
                <a:gd name="T23" fmla="*/ 16 h 16"/>
                <a:gd name="T24" fmla="*/ 5 w 5"/>
                <a:gd name="T25" fmla="*/ 16 h 16"/>
                <a:gd name="T26" fmla="*/ 4 w 5"/>
                <a:gd name="T27" fmla="*/ 16 h 16"/>
                <a:gd name="T28" fmla="*/ 4 w 5"/>
                <a:gd name="T29" fmla="*/ 15 h 16"/>
                <a:gd name="T30" fmla="*/ 4 w 5"/>
                <a:gd name="T31" fmla="*/ 1 h 16"/>
                <a:gd name="T32" fmla="*/ 4 w 5"/>
                <a:gd name="T33"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16">
                  <a:moveTo>
                    <a:pt x="4" y="1"/>
                  </a:moveTo>
                  <a:cubicBezTo>
                    <a:pt x="4" y="1"/>
                    <a:pt x="4" y="1"/>
                    <a:pt x="5" y="1"/>
                  </a:cubicBezTo>
                  <a:cubicBezTo>
                    <a:pt x="5" y="0"/>
                    <a:pt x="5" y="0"/>
                    <a:pt x="5" y="0"/>
                  </a:cubicBezTo>
                  <a:cubicBezTo>
                    <a:pt x="0" y="0"/>
                    <a:pt x="0" y="0"/>
                    <a:pt x="0" y="0"/>
                  </a:cubicBezTo>
                  <a:cubicBezTo>
                    <a:pt x="0" y="1"/>
                    <a:pt x="0" y="1"/>
                    <a:pt x="0" y="1"/>
                  </a:cubicBezTo>
                  <a:cubicBezTo>
                    <a:pt x="0" y="1"/>
                    <a:pt x="0" y="1"/>
                    <a:pt x="0" y="1"/>
                  </a:cubicBezTo>
                  <a:cubicBezTo>
                    <a:pt x="0" y="1"/>
                    <a:pt x="0" y="1"/>
                    <a:pt x="0" y="1"/>
                  </a:cubicBezTo>
                  <a:cubicBezTo>
                    <a:pt x="0" y="15"/>
                    <a:pt x="0" y="15"/>
                    <a:pt x="0" y="15"/>
                  </a:cubicBezTo>
                  <a:cubicBezTo>
                    <a:pt x="0" y="15"/>
                    <a:pt x="0" y="15"/>
                    <a:pt x="0" y="16"/>
                  </a:cubicBezTo>
                  <a:cubicBezTo>
                    <a:pt x="0" y="16"/>
                    <a:pt x="0" y="16"/>
                    <a:pt x="0" y="16"/>
                  </a:cubicBezTo>
                  <a:cubicBezTo>
                    <a:pt x="0" y="16"/>
                    <a:pt x="0" y="16"/>
                    <a:pt x="0" y="16"/>
                  </a:cubicBezTo>
                  <a:cubicBezTo>
                    <a:pt x="5" y="16"/>
                    <a:pt x="5" y="16"/>
                    <a:pt x="5" y="16"/>
                  </a:cubicBezTo>
                  <a:cubicBezTo>
                    <a:pt x="5" y="16"/>
                    <a:pt x="5" y="16"/>
                    <a:pt x="5" y="16"/>
                  </a:cubicBezTo>
                  <a:cubicBezTo>
                    <a:pt x="4" y="16"/>
                    <a:pt x="4" y="16"/>
                    <a:pt x="4" y="16"/>
                  </a:cubicBezTo>
                  <a:cubicBezTo>
                    <a:pt x="4" y="15"/>
                    <a:pt x="4" y="15"/>
                    <a:pt x="4" y="15"/>
                  </a:cubicBezTo>
                  <a:cubicBezTo>
                    <a:pt x="4" y="1"/>
                    <a:pt x="4" y="1"/>
                    <a:pt x="4" y="1"/>
                  </a:cubicBezTo>
                  <a:cubicBezTo>
                    <a:pt x="4" y="1"/>
                    <a:pt x="4" y="1"/>
                    <a:pt x="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242"/>
            <p:cNvSpPr>
              <a:spLocks noEditPoints="1"/>
            </p:cNvSpPr>
            <p:nvPr/>
          </p:nvSpPr>
          <p:spPr bwMode="auto">
            <a:xfrm>
              <a:off x="4640263" y="1492250"/>
              <a:ext cx="23813" cy="25400"/>
            </a:xfrm>
            <a:custGeom>
              <a:avLst/>
              <a:gdLst>
                <a:gd name="T0" fmla="*/ 18 w 19"/>
                <a:gd name="T1" fmla="*/ 5 h 19"/>
                <a:gd name="T2" fmla="*/ 16 w 19"/>
                <a:gd name="T3" fmla="*/ 2 h 19"/>
                <a:gd name="T4" fmla="*/ 10 w 19"/>
                <a:gd name="T5" fmla="*/ 0 h 19"/>
                <a:gd name="T6" fmla="*/ 2 w 19"/>
                <a:gd name="T7" fmla="*/ 4 h 19"/>
                <a:gd name="T8" fmla="*/ 0 w 19"/>
                <a:gd name="T9" fmla="*/ 8 h 19"/>
                <a:gd name="T10" fmla="*/ 1 w 19"/>
                <a:gd name="T11" fmla="*/ 11 h 19"/>
                <a:gd name="T12" fmla="*/ 3 w 19"/>
                <a:gd name="T13" fmla="*/ 14 h 19"/>
                <a:gd name="T14" fmla="*/ 10 w 19"/>
                <a:gd name="T15" fmla="*/ 17 h 19"/>
                <a:gd name="T16" fmla="*/ 14 w 19"/>
                <a:gd name="T17" fmla="*/ 16 h 19"/>
                <a:gd name="T18" fmla="*/ 15 w 19"/>
                <a:gd name="T19" fmla="*/ 18 h 19"/>
                <a:gd name="T20" fmla="*/ 16 w 19"/>
                <a:gd name="T21" fmla="*/ 19 h 19"/>
                <a:gd name="T22" fmla="*/ 16 w 19"/>
                <a:gd name="T23" fmla="*/ 19 h 19"/>
                <a:gd name="T24" fmla="*/ 16 w 19"/>
                <a:gd name="T25" fmla="*/ 19 h 19"/>
                <a:gd name="T26" fmla="*/ 19 w 19"/>
                <a:gd name="T27" fmla="*/ 16 h 19"/>
                <a:gd name="T28" fmla="*/ 19 w 19"/>
                <a:gd name="T29" fmla="*/ 16 h 19"/>
                <a:gd name="T30" fmla="*/ 19 w 19"/>
                <a:gd name="T31" fmla="*/ 16 h 19"/>
                <a:gd name="T32" fmla="*/ 18 w 19"/>
                <a:gd name="T33" fmla="*/ 16 h 19"/>
                <a:gd name="T34" fmla="*/ 18 w 19"/>
                <a:gd name="T35" fmla="*/ 16 h 19"/>
                <a:gd name="T36" fmla="*/ 16 w 19"/>
                <a:gd name="T37" fmla="*/ 14 h 19"/>
                <a:gd name="T38" fmla="*/ 19 w 19"/>
                <a:gd name="T39" fmla="*/ 8 h 19"/>
                <a:gd name="T40" fmla="*/ 18 w 19"/>
                <a:gd name="T41" fmla="*/ 5 h 19"/>
                <a:gd name="T42" fmla="*/ 14 w 19"/>
                <a:gd name="T43" fmla="*/ 12 h 19"/>
                <a:gd name="T44" fmla="*/ 12 w 19"/>
                <a:gd name="T45" fmla="*/ 11 h 19"/>
                <a:gd name="T46" fmla="*/ 11 w 19"/>
                <a:gd name="T47" fmla="*/ 10 h 19"/>
                <a:gd name="T48" fmla="*/ 9 w 19"/>
                <a:gd name="T49" fmla="*/ 11 h 19"/>
                <a:gd name="T50" fmla="*/ 9 w 19"/>
                <a:gd name="T51" fmla="*/ 11 h 19"/>
                <a:gd name="T52" fmla="*/ 12 w 19"/>
                <a:gd name="T53" fmla="*/ 13 h 19"/>
                <a:gd name="T54" fmla="*/ 12 w 19"/>
                <a:gd name="T55" fmla="*/ 13 h 19"/>
                <a:gd name="T56" fmla="*/ 10 w 19"/>
                <a:gd name="T57" fmla="*/ 14 h 19"/>
                <a:gd name="T58" fmla="*/ 6 w 19"/>
                <a:gd name="T59" fmla="*/ 12 h 19"/>
                <a:gd name="T60" fmla="*/ 4 w 19"/>
                <a:gd name="T61" fmla="*/ 8 h 19"/>
                <a:gd name="T62" fmla="*/ 6 w 19"/>
                <a:gd name="T63" fmla="*/ 4 h 19"/>
                <a:gd name="T64" fmla="*/ 10 w 19"/>
                <a:gd name="T65" fmla="*/ 3 h 19"/>
                <a:gd name="T66" fmla="*/ 14 w 19"/>
                <a:gd name="T67" fmla="*/ 4 h 19"/>
                <a:gd name="T68" fmla="*/ 15 w 19"/>
                <a:gd name="T69" fmla="*/ 8 h 19"/>
                <a:gd name="T70" fmla="*/ 14 w 19"/>
                <a:gd name="T71"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 h="19">
                  <a:moveTo>
                    <a:pt x="18" y="5"/>
                  </a:moveTo>
                  <a:cubicBezTo>
                    <a:pt x="18" y="4"/>
                    <a:pt x="17" y="3"/>
                    <a:pt x="16" y="2"/>
                  </a:cubicBezTo>
                  <a:cubicBezTo>
                    <a:pt x="15" y="1"/>
                    <a:pt x="13" y="0"/>
                    <a:pt x="10" y="0"/>
                  </a:cubicBezTo>
                  <a:cubicBezTo>
                    <a:pt x="6" y="0"/>
                    <a:pt x="3" y="1"/>
                    <a:pt x="2" y="4"/>
                  </a:cubicBezTo>
                  <a:cubicBezTo>
                    <a:pt x="1" y="5"/>
                    <a:pt x="0" y="7"/>
                    <a:pt x="0" y="8"/>
                  </a:cubicBezTo>
                  <a:cubicBezTo>
                    <a:pt x="0" y="9"/>
                    <a:pt x="1" y="10"/>
                    <a:pt x="1" y="11"/>
                  </a:cubicBezTo>
                  <a:cubicBezTo>
                    <a:pt x="1" y="13"/>
                    <a:pt x="2" y="13"/>
                    <a:pt x="3" y="14"/>
                  </a:cubicBezTo>
                  <a:cubicBezTo>
                    <a:pt x="5" y="16"/>
                    <a:pt x="7" y="17"/>
                    <a:pt x="10" y="17"/>
                  </a:cubicBezTo>
                  <a:cubicBezTo>
                    <a:pt x="11" y="17"/>
                    <a:pt x="13" y="16"/>
                    <a:pt x="14" y="16"/>
                  </a:cubicBezTo>
                  <a:cubicBezTo>
                    <a:pt x="15" y="18"/>
                    <a:pt x="15" y="18"/>
                    <a:pt x="15" y="18"/>
                  </a:cubicBezTo>
                  <a:cubicBezTo>
                    <a:pt x="16" y="18"/>
                    <a:pt x="16" y="18"/>
                    <a:pt x="16" y="19"/>
                  </a:cubicBezTo>
                  <a:cubicBezTo>
                    <a:pt x="16" y="19"/>
                    <a:pt x="16" y="19"/>
                    <a:pt x="16" y="19"/>
                  </a:cubicBezTo>
                  <a:cubicBezTo>
                    <a:pt x="16" y="19"/>
                    <a:pt x="16" y="19"/>
                    <a:pt x="16" y="19"/>
                  </a:cubicBezTo>
                  <a:cubicBezTo>
                    <a:pt x="19" y="16"/>
                    <a:pt x="19" y="16"/>
                    <a:pt x="19" y="16"/>
                  </a:cubicBezTo>
                  <a:cubicBezTo>
                    <a:pt x="19" y="16"/>
                    <a:pt x="19" y="16"/>
                    <a:pt x="19" y="16"/>
                  </a:cubicBezTo>
                  <a:cubicBezTo>
                    <a:pt x="19" y="16"/>
                    <a:pt x="19" y="16"/>
                    <a:pt x="19" y="16"/>
                  </a:cubicBezTo>
                  <a:cubicBezTo>
                    <a:pt x="19" y="16"/>
                    <a:pt x="18" y="16"/>
                    <a:pt x="18" y="16"/>
                  </a:cubicBezTo>
                  <a:cubicBezTo>
                    <a:pt x="18" y="16"/>
                    <a:pt x="18" y="16"/>
                    <a:pt x="18" y="16"/>
                  </a:cubicBezTo>
                  <a:cubicBezTo>
                    <a:pt x="16" y="14"/>
                    <a:pt x="16" y="14"/>
                    <a:pt x="16" y="14"/>
                  </a:cubicBezTo>
                  <a:cubicBezTo>
                    <a:pt x="18" y="13"/>
                    <a:pt x="19" y="11"/>
                    <a:pt x="19" y="8"/>
                  </a:cubicBezTo>
                  <a:cubicBezTo>
                    <a:pt x="19" y="7"/>
                    <a:pt x="19" y="6"/>
                    <a:pt x="18" y="5"/>
                  </a:cubicBezTo>
                  <a:close/>
                  <a:moveTo>
                    <a:pt x="14" y="12"/>
                  </a:moveTo>
                  <a:cubicBezTo>
                    <a:pt x="13" y="11"/>
                    <a:pt x="13" y="11"/>
                    <a:pt x="12" y="11"/>
                  </a:cubicBezTo>
                  <a:cubicBezTo>
                    <a:pt x="12" y="10"/>
                    <a:pt x="11" y="10"/>
                    <a:pt x="11" y="10"/>
                  </a:cubicBezTo>
                  <a:cubicBezTo>
                    <a:pt x="10" y="10"/>
                    <a:pt x="9" y="10"/>
                    <a:pt x="9" y="11"/>
                  </a:cubicBezTo>
                  <a:cubicBezTo>
                    <a:pt x="9" y="11"/>
                    <a:pt x="9" y="11"/>
                    <a:pt x="9" y="11"/>
                  </a:cubicBezTo>
                  <a:cubicBezTo>
                    <a:pt x="10" y="11"/>
                    <a:pt x="11" y="12"/>
                    <a:pt x="12" y="13"/>
                  </a:cubicBezTo>
                  <a:cubicBezTo>
                    <a:pt x="12" y="13"/>
                    <a:pt x="12" y="13"/>
                    <a:pt x="12" y="13"/>
                  </a:cubicBezTo>
                  <a:cubicBezTo>
                    <a:pt x="11" y="14"/>
                    <a:pt x="10" y="14"/>
                    <a:pt x="10" y="14"/>
                  </a:cubicBezTo>
                  <a:cubicBezTo>
                    <a:pt x="8" y="14"/>
                    <a:pt x="7" y="13"/>
                    <a:pt x="6" y="12"/>
                  </a:cubicBezTo>
                  <a:cubicBezTo>
                    <a:pt x="5" y="11"/>
                    <a:pt x="4" y="10"/>
                    <a:pt x="4" y="8"/>
                  </a:cubicBezTo>
                  <a:cubicBezTo>
                    <a:pt x="4" y="6"/>
                    <a:pt x="5" y="5"/>
                    <a:pt x="6" y="4"/>
                  </a:cubicBezTo>
                  <a:cubicBezTo>
                    <a:pt x="7" y="3"/>
                    <a:pt x="8" y="3"/>
                    <a:pt x="10" y="3"/>
                  </a:cubicBezTo>
                  <a:cubicBezTo>
                    <a:pt x="11" y="3"/>
                    <a:pt x="13" y="3"/>
                    <a:pt x="14" y="4"/>
                  </a:cubicBezTo>
                  <a:cubicBezTo>
                    <a:pt x="15" y="5"/>
                    <a:pt x="15" y="6"/>
                    <a:pt x="15" y="8"/>
                  </a:cubicBezTo>
                  <a:cubicBezTo>
                    <a:pt x="15" y="10"/>
                    <a:pt x="15" y="11"/>
                    <a:pt x="1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243"/>
            <p:cNvSpPr>
              <a:spLocks/>
            </p:cNvSpPr>
            <p:nvPr/>
          </p:nvSpPr>
          <p:spPr bwMode="auto">
            <a:xfrm>
              <a:off x="4378325" y="1401763"/>
              <a:ext cx="26988" cy="26987"/>
            </a:xfrm>
            <a:custGeom>
              <a:avLst/>
              <a:gdLst>
                <a:gd name="T0" fmla="*/ 18 w 21"/>
                <a:gd name="T1" fmla="*/ 7 h 22"/>
                <a:gd name="T2" fmla="*/ 21 w 21"/>
                <a:gd name="T3" fmla="*/ 2 h 22"/>
                <a:gd name="T4" fmla="*/ 20 w 21"/>
                <a:gd name="T5" fmla="*/ 2 h 22"/>
                <a:gd name="T6" fmla="*/ 20 w 21"/>
                <a:gd name="T7" fmla="*/ 2 h 22"/>
                <a:gd name="T8" fmla="*/ 18 w 21"/>
                <a:gd name="T9" fmla="*/ 2 h 22"/>
                <a:gd name="T10" fmla="*/ 14 w 21"/>
                <a:gd name="T11" fmla="*/ 0 h 22"/>
                <a:gd name="T12" fmla="*/ 10 w 21"/>
                <a:gd name="T13" fmla="*/ 0 h 22"/>
                <a:gd name="T14" fmla="*/ 2 w 21"/>
                <a:gd name="T15" fmla="*/ 2 h 22"/>
                <a:gd name="T16" fmla="*/ 1 w 21"/>
                <a:gd name="T17" fmla="*/ 7 h 22"/>
                <a:gd name="T18" fmla="*/ 1 w 21"/>
                <a:gd name="T19" fmla="*/ 10 h 22"/>
                <a:gd name="T20" fmla="*/ 4 w 21"/>
                <a:gd name="T21" fmla="*/ 12 h 22"/>
                <a:gd name="T22" fmla="*/ 6 w 21"/>
                <a:gd name="T23" fmla="*/ 13 h 22"/>
                <a:gd name="T24" fmla="*/ 9 w 21"/>
                <a:gd name="T25" fmla="*/ 13 h 22"/>
                <a:gd name="T26" fmla="*/ 12 w 21"/>
                <a:gd name="T27" fmla="*/ 13 h 22"/>
                <a:gd name="T28" fmla="*/ 15 w 21"/>
                <a:gd name="T29" fmla="*/ 14 h 22"/>
                <a:gd name="T30" fmla="*/ 16 w 21"/>
                <a:gd name="T31" fmla="*/ 15 h 22"/>
                <a:gd name="T32" fmla="*/ 16 w 21"/>
                <a:gd name="T33" fmla="*/ 17 h 22"/>
                <a:gd name="T34" fmla="*/ 14 w 21"/>
                <a:gd name="T35" fmla="*/ 18 h 22"/>
                <a:gd name="T36" fmla="*/ 11 w 21"/>
                <a:gd name="T37" fmla="*/ 19 h 22"/>
                <a:gd name="T38" fmla="*/ 7 w 21"/>
                <a:gd name="T39" fmla="*/ 18 h 22"/>
                <a:gd name="T40" fmla="*/ 3 w 21"/>
                <a:gd name="T41" fmla="*/ 16 h 22"/>
                <a:gd name="T42" fmla="*/ 3 w 21"/>
                <a:gd name="T43" fmla="*/ 15 h 22"/>
                <a:gd name="T44" fmla="*/ 3 w 21"/>
                <a:gd name="T45" fmla="*/ 15 h 22"/>
                <a:gd name="T46" fmla="*/ 2 w 21"/>
                <a:gd name="T47" fmla="*/ 15 h 22"/>
                <a:gd name="T48" fmla="*/ 0 w 21"/>
                <a:gd name="T49" fmla="*/ 20 h 22"/>
                <a:gd name="T50" fmla="*/ 0 w 21"/>
                <a:gd name="T51" fmla="*/ 20 h 22"/>
                <a:gd name="T52" fmla="*/ 1 w 21"/>
                <a:gd name="T53" fmla="*/ 20 h 22"/>
                <a:gd name="T54" fmla="*/ 2 w 21"/>
                <a:gd name="T55" fmla="*/ 20 h 22"/>
                <a:gd name="T56" fmla="*/ 11 w 21"/>
                <a:gd name="T57" fmla="*/ 22 h 22"/>
                <a:gd name="T58" fmla="*/ 15 w 21"/>
                <a:gd name="T59" fmla="*/ 22 h 22"/>
                <a:gd name="T60" fmla="*/ 19 w 21"/>
                <a:gd name="T61" fmla="*/ 19 h 22"/>
                <a:gd name="T62" fmla="*/ 21 w 21"/>
                <a:gd name="T63" fmla="*/ 15 h 22"/>
                <a:gd name="T64" fmla="*/ 20 w 21"/>
                <a:gd name="T65" fmla="*/ 12 h 22"/>
                <a:gd name="T66" fmla="*/ 18 w 21"/>
                <a:gd name="T67" fmla="*/ 10 h 22"/>
                <a:gd name="T68" fmla="*/ 16 w 21"/>
                <a:gd name="T69" fmla="*/ 9 h 22"/>
                <a:gd name="T70" fmla="*/ 12 w 21"/>
                <a:gd name="T71" fmla="*/ 9 h 22"/>
                <a:gd name="T72" fmla="*/ 10 w 21"/>
                <a:gd name="T73" fmla="*/ 8 h 22"/>
                <a:gd name="T74" fmla="*/ 6 w 21"/>
                <a:gd name="T75" fmla="*/ 8 h 22"/>
                <a:gd name="T76" fmla="*/ 5 w 21"/>
                <a:gd name="T77" fmla="*/ 6 h 22"/>
                <a:gd name="T78" fmla="*/ 6 w 21"/>
                <a:gd name="T79" fmla="*/ 5 h 22"/>
                <a:gd name="T80" fmla="*/ 7 w 21"/>
                <a:gd name="T81" fmla="*/ 4 h 22"/>
                <a:gd name="T82" fmla="*/ 10 w 21"/>
                <a:gd name="T83" fmla="*/ 3 h 22"/>
                <a:gd name="T84" fmla="*/ 17 w 21"/>
                <a:gd name="T85" fmla="*/ 5 h 22"/>
                <a:gd name="T86" fmla="*/ 18 w 21"/>
                <a:gd name="T87" fmla="*/ 6 h 22"/>
                <a:gd name="T88" fmla="*/ 18 w 21"/>
                <a:gd name="T89"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1" h="22">
                  <a:moveTo>
                    <a:pt x="18" y="7"/>
                  </a:moveTo>
                  <a:cubicBezTo>
                    <a:pt x="21" y="2"/>
                    <a:pt x="21" y="2"/>
                    <a:pt x="21" y="2"/>
                  </a:cubicBezTo>
                  <a:cubicBezTo>
                    <a:pt x="20" y="2"/>
                    <a:pt x="20" y="2"/>
                    <a:pt x="20" y="2"/>
                  </a:cubicBezTo>
                  <a:cubicBezTo>
                    <a:pt x="20" y="2"/>
                    <a:pt x="20" y="2"/>
                    <a:pt x="20" y="2"/>
                  </a:cubicBezTo>
                  <a:cubicBezTo>
                    <a:pt x="20" y="2"/>
                    <a:pt x="19" y="2"/>
                    <a:pt x="18" y="2"/>
                  </a:cubicBezTo>
                  <a:cubicBezTo>
                    <a:pt x="17" y="1"/>
                    <a:pt x="15" y="0"/>
                    <a:pt x="14" y="0"/>
                  </a:cubicBezTo>
                  <a:cubicBezTo>
                    <a:pt x="13" y="0"/>
                    <a:pt x="11" y="0"/>
                    <a:pt x="10" y="0"/>
                  </a:cubicBezTo>
                  <a:cubicBezTo>
                    <a:pt x="7" y="0"/>
                    <a:pt x="4" y="0"/>
                    <a:pt x="2" y="2"/>
                  </a:cubicBezTo>
                  <a:cubicBezTo>
                    <a:pt x="1" y="3"/>
                    <a:pt x="1" y="5"/>
                    <a:pt x="1" y="7"/>
                  </a:cubicBezTo>
                  <a:cubicBezTo>
                    <a:pt x="1" y="8"/>
                    <a:pt x="1" y="9"/>
                    <a:pt x="1" y="10"/>
                  </a:cubicBezTo>
                  <a:cubicBezTo>
                    <a:pt x="2" y="11"/>
                    <a:pt x="3" y="11"/>
                    <a:pt x="4" y="12"/>
                  </a:cubicBezTo>
                  <a:cubicBezTo>
                    <a:pt x="4" y="12"/>
                    <a:pt x="5" y="12"/>
                    <a:pt x="6" y="13"/>
                  </a:cubicBezTo>
                  <a:cubicBezTo>
                    <a:pt x="6" y="13"/>
                    <a:pt x="8" y="13"/>
                    <a:pt x="9" y="13"/>
                  </a:cubicBezTo>
                  <a:cubicBezTo>
                    <a:pt x="12" y="13"/>
                    <a:pt x="12" y="13"/>
                    <a:pt x="12" y="13"/>
                  </a:cubicBezTo>
                  <a:cubicBezTo>
                    <a:pt x="13" y="13"/>
                    <a:pt x="14" y="14"/>
                    <a:pt x="15" y="14"/>
                  </a:cubicBezTo>
                  <a:cubicBezTo>
                    <a:pt x="16" y="14"/>
                    <a:pt x="16" y="15"/>
                    <a:pt x="16" y="15"/>
                  </a:cubicBezTo>
                  <a:cubicBezTo>
                    <a:pt x="16" y="16"/>
                    <a:pt x="16" y="16"/>
                    <a:pt x="16" y="17"/>
                  </a:cubicBezTo>
                  <a:cubicBezTo>
                    <a:pt x="15" y="17"/>
                    <a:pt x="15" y="18"/>
                    <a:pt x="14" y="18"/>
                  </a:cubicBezTo>
                  <a:cubicBezTo>
                    <a:pt x="13" y="18"/>
                    <a:pt x="12" y="19"/>
                    <a:pt x="11" y="19"/>
                  </a:cubicBezTo>
                  <a:cubicBezTo>
                    <a:pt x="9" y="19"/>
                    <a:pt x="8" y="18"/>
                    <a:pt x="7" y="18"/>
                  </a:cubicBezTo>
                  <a:cubicBezTo>
                    <a:pt x="5" y="17"/>
                    <a:pt x="4" y="17"/>
                    <a:pt x="3" y="16"/>
                  </a:cubicBezTo>
                  <a:cubicBezTo>
                    <a:pt x="3" y="16"/>
                    <a:pt x="3" y="15"/>
                    <a:pt x="3" y="15"/>
                  </a:cubicBezTo>
                  <a:cubicBezTo>
                    <a:pt x="3" y="15"/>
                    <a:pt x="3" y="15"/>
                    <a:pt x="3" y="15"/>
                  </a:cubicBezTo>
                  <a:cubicBezTo>
                    <a:pt x="2" y="15"/>
                    <a:pt x="2" y="15"/>
                    <a:pt x="2" y="15"/>
                  </a:cubicBezTo>
                  <a:cubicBezTo>
                    <a:pt x="0" y="20"/>
                    <a:pt x="0" y="20"/>
                    <a:pt x="0" y="20"/>
                  </a:cubicBezTo>
                  <a:cubicBezTo>
                    <a:pt x="0" y="20"/>
                    <a:pt x="0" y="20"/>
                    <a:pt x="0" y="20"/>
                  </a:cubicBezTo>
                  <a:cubicBezTo>
                    <a:pt x="0" y="20"/>
                    <a:pt x="1" y="20"/>
                    <a:pt x="1" y="20"/>
                  </a:cubicBezTo>
                  <a:cubicBezTo>
                    <a:pt x="1" y="20"/>
                    <a:pt x="1" y="20"/>
                    <a:pt x="2" y="20"/>
                  </a:cubicBezTo>
                  <a:cubicBezTo>
                    <a:pt x="5" y="22"/>
                    <a:pt x="8" y="22"/>
                    <a:pt x="11" y="22"/>
                  </a:cubicBezTo>
                  <a:cubicBezTo>
                    <a:pt x="12" y="22"/>
                    <a:pt x="14" y="22"/>
                    <a:pt x="15" y="22"/>
                  </a:cubicBezTo>
                  <a:cubicBezTo>
                    <a:pt x="17" y="21"/>
                    <a:pt x="18" y="20"/>
                    <a:pt x="19" y="19"/>
                  </a:cubicBezTo>
                  <a:cubicBezTo>
                    <a:pt x="20" y="18"/>
                    <a:pt x="21" y="17"/>
                    <a:pt x="21" y="15"/>
                  </a:cubicBezTo>
                  <a:cubicBezTo>
                    <a:pt x="21" y="14"/>
                    <a:pt x="21" y="13"/>
                    <a:pt x="20" y="12"/>
                  </a:cubicBezTo>
                  <a:cubicBezTo>
                    <a:pt x="20" y="12"/>
                    <a:pt x="19" y="11"/>
                    <a:pt x="18" y="10"/>
                  </a:cubicBezTo>
                  <a:cubicBezTo>
                    <a:pt x="18" y="10"/>
                    <a:pt x="17" y="9"/>
                    <a:pt x="16" y="9"/>
                  </a:cubicBezTo>
                  <a:cubicBezTo>
                    <a:pt x="15" y="9"/>
                    <a:pt x="14" y="9"/>
                    <a:pt x="12" y="9"/>
                  </a:cubicBezTo>
                  <a:cubicBezTo>
                    <a:pt x="10" y="8"/>
                    <a:pt x="10" y="8"/>
                    <a:pt x="10" y="8"/>
                  </a:cubicBezTo>
                  <a:cubicBezTo>
                    <a:pt x="8" y="8"/>
                    <a:pt x="7" y="8"/>
                    <a:pt x="6" y="8"/>
                  </a:cubicBezTo>
                  <a:cubicBezTo>
                    <a:pt x="5" y="7"/>
                    <a:pt x="5" y="7"/>
                    <a:pt x="5" y="6"/>
                  </a:cubicBezTo>
                  <a:cubicBezTo>
                    <a:pt x="5" y="6"/>
                    <a:pt x="5" y="5"/>
                    <a:pt x="6" y="5"/>
                  </a:cubicBezTo>
                  <a:cubicBezTo>
                    <a:pt x="6" y="4"/>
                    <a:pt x="6" y="4"/>
                    <a:pt x="7" y="4"/>
                  </a:cubicBezTo>
                  <a:cubicBezTo>
                    <a:pt x="8" y="3"/>
                    <a:pt x="9" y="3"/>
                    <a:pt x="10" y="3"/>
                  </a:cubicBezTo>
                  <a:cubicBezTo>
                    <a:pt x="13" y="3"/>
                    <a:pt x="15" y="4"/>
                    <a:pt x="17" y="5"/>
                  </a:cubicBezTo>
                  <a:cubicBezTo>
                    <a:pt x="18" y="6"/>
                    <a:pt x="18" y="6"/>
                    <a:pt x="18" y="6"/>
                  </a:cubicBezTo>
                  <a:cubicBezTo>
                    <a:pt x="18" y="7"/>
                    <a:pt x="18" y="7"/>
                    <a:pt x="18"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244"/>
            <p:cNvSpPr>
              <a:spLocks/>
            </p:cNvSpPr>
            <p:nvPr/>
          </p:nvSpPr>
          <p:spPr bwMode="auto">
            <a:xfrm>
              <a:off x="4457700" y="1401763"/>
              <a:ext cx="23813" cy="26987"/>
            </a:xfrm>
            <a:custGeom>
              <a:avLst/>
              <a:gdLst>
                <a:gd name="T0" fmla="*/ 14 w 18"/>
                <a:gd name="T1" fmla="*/ 22 h 22"/>
                <a:gd name="T2" fmla="*/ 16 w 18"/>
                <a:gd name="T3" fmla="*/ 19 h 22"/>
                <a:gd name="T4" fmla="*/ 17 w 18"/>
                <a:gd name="T5" fmla="*/ 15 h 22"/>
                <a:gd name="T6" fmla="*/ 17 w 18"/>
                <a:gd name="T7" fmla="*/ 2 h 22"/>
                <a:gd name="T8" fmla="*/ 18 w 18"/>
                <a:gd name="T9" fmla="*/ 1 h 22"/>
                <a:gd name="T10" fmla="*/ 18 w 18"/>
                <a:gd name="T11" fmla="*/ 0 h 22"/>
                <a:gd name="T12" fmla="*/ 18 w 18"/>
                <a:gd name="T13" fmla="*/ 0 h 22"/>
                <a:gd name="T14" fmla="*/ 12 w 18"/>
                <a:gd name="T15" fmla="*/ 0 h 22"/>
                <a:gd name="T16" fmla="*/ 12 w 18"/>
                <a:gd name="T17" fmla="*/ 0 h 22"/>
                <a:gd name="T18" fmla="*/ 12 w 18"/>
                <a:gd name="T19" fmla="*/ 1 h 22"/>
                <a:gd name="T20" fmla="*/ 13 w 18"/>
                <a:gd name="T21" fmla="*/ 2 h 22"/>
                <a:gd name="T22" fmla="*/ 13 w 18"/>
                <a:gd name="T23" fmla="*/ 14 h 22"/>
                <a:gd name="T24" fmla="*/ 12 w 18"/>
                <a:gd name="T25" fmla="*/ 16 h 22"/>
                <a:gd name="T26" fmla="*/ 12 w 18"/>
                <a:gd name="T27" fmla="*/ 18 h 22"/>
                <a:gd name="T28" fmla="*/ 9 w 18"/>
                <a:gd name="T29" fmla="*/ 19 h 22"/>
                <a:gd name="T30" fmla="*/ 6 w 18"/>
                <a:gd name="T31" fmla="*/ 18 h 22"/>
                <a:gd name="T32" fmla="*/ 3 w 18"/>
                <a:gd name="T33" fmla="*/ 17 h 22"/>
                <a:gd name="T34" fmla="*/ 3 w 18"/>
                <a:gd name="T35" fmla="*/ 16 h 22"/>
                <a:gd name="T36" fmla="*/ 3 w 18"/>
                <a:gd name="T37" fmla="*/ 16 h 22"/>
                <a:gd name="T38" fmla="*/ 2 w 18"/>
                <a:gd name="T39" fmla="*/ 16 h 22"/>
                <a:gd name="T40" fmla="*/ 0 w 18"/>
                <a:gd name="T41" fmla="*/ 21 h 22"/>
                <a:gd name="T42" fmla="*/ 1 w 18"/>
                <a:gd name="T43" fmla="*/ 21 h 22"/>
                <a:gd name="T44" fmla="*/ 2 w 18"/>
                <a:gd name="T45" fmla="*/ 21 h 22"/>
                <a:gd name="T46" fmla="*/ 4 w 18"/>
                <a:gd name="T47" fmla="*/ 21 h 22"/>
                <a:gd name="T48" fmla="*/ 7 w 18"/>
                <a:gd name="T49" fmla="*/ 22 h 22"/>
                <a:gd name="T50" fmla="*/ 9 w 18"/>
                <a:gd name="T51" fmla="*/ 22 h 22"/>
                <a:gd name="T52" fmla="*/ 14 w 18"/>
                <a:gd name="T53"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22">
                  <a:moveTo>
                    <a:pt x="14" y="22"/>
                  </a:moveTo>
                  <a:cubicBezTo>
                    <a:pt x="15" y="21"/>
                    <a:pt x="16" y="20"/>
                    <a:pt x="16" y="19"/>
                  </a:cubicBezTo>
                  <a:cubicBezTo>
                    <a:pt x="17" y="18"/>
                    <a:pt x="17" y="17"/>
                    <a:pt x="17" y="15"/>
                  </a:cubicBezTo>
                  <a:cubicBezTo>
                    <a:pt x="17" y="2"/>
                    <a:pt x="17" y="2"/>
                    <a:pt x="17" y="2"/>
                  </a:cubicBezTo>
                  <a:cubicBezTo>
                    <a:pt x="17" y="1"/>
                    <a:pt x="17" y="1"/>
                    <a:pt x="18" y="1"/>
                  </a:cubicBezTo>
                  <a:cubicBezTo>
                    <a:pt x="18" y="1"/>
                    <a:pt x="18" y="1"/>
                    <a:pt x="18" y="0"/>
                  </a:cubicBezTo>
                  <a:cubicBezTo>
                    <a:pt x="18" y="0"/>
                    <a:pt x="18" y="0"/>
                    <a:pt x="18" y="0"/>
                  </a:cubicBezTo>
                  <a:cubicBezTo>
                    <a:pt x="12" y="0"/>
                    <a:pt x="12" y="0"/>
                    <a:pt x="12" y="0"/>
                  </a:cubicBezTo>
                  <a:cubicBezTo>
                    <a:pt x="12" y="0"/>
                    <a:pt x="12" y="0"/>
                    <a:pt x="12" y="0"/>
                  </a:cubicBezTo>
                  <a:cubicBezTo>
                    <a:pt x="12" y="1"/>
                    <a:pt x="12" y="1"/>
                    <a:pt x="12" y="1"/>
                  </a:cubicBezTo>
                  <a:cubicBezTo>
                    <a:pt x="12" y="1"/>
                    <a:pt x="13" y="1"/>
                    <a:pt x="13" y="2"/>
                  </a:cubicBezTo>
                  <a:cubicBezTo>
                    <a:pt x="13" y="14"/>
                    <a:pt x="13" y="14"/>
                    <a:pt x="13" y="14"/>
                  </a:cubicBezTo>
                  <a:cubicBezTo>
                    <a:pt x="13" y="15"/>
                    <a:pt x="12" y="16"/>
                    <a:pt x="12" y="16"/>
                  </a:cubicBezTo>
                  <a:cubicBezTo>
                    <a:pt x="12" y="17"/>
                    <a:pt x="12" y="17"/>
                    <a:pt x="12" y="18"/>
                  </a:cubicBezTo>
                  <a:cubicBezTo>
                    <a:pt x="11" y="18"/>
                    <a:pt x="10" y="19"/>
                    <a:pt x="9" y="19"/>
                  </a:cubicBezTo>
                  <a:cubicBezTo>
                    <a:pt x="8" y="19"/>
                    <a:pt x="7" y="18"/>
                    <a:pt x="6" y="18"/>
                  </a:cubicBezTo>
                  <a:cubicBezTo>
                    <a:pt x="5" y="18"/>
                    <a:pt x="4" y="18"/>
                    <a:pt x="3" y="17"/>
                  </a:cubicBezTo>
                  <a:cubicBezTo>
                    <a:pt x="3" y="17"/>
                    <a:pt x="3" y="16"/>
                    <a:pt x="3" y="16"/>
                  </a:cubicBezTo>
                  <a:cubicBezTo>
                    <a:pt x="3" y="16"/>
                    <a:pt x="3" y="16"/>
                    <a:pt x="3" y="16"/>
                  </a:cubicBezTo>
                  <a:cubicBezTo>
                    <a:pt x="2" y="16"/>
                    <a:pt x="2" y="16"/>
                    <a:pt x="2" y="16"/>
                  </a:cubicBezTo>
                  <a:cubicBezTo>
                    <a:pt x="0" y="21"/>
                    <a:pt x="0" y="21"/>
                    <a:pt x="0" y="21"/>
                  </a:cubicBezTo>
                  <a:cubicBezTo>
                    <a:pt x="1" y="21"/>
                    <a:pt x="1" y="21"/>
                    <a:pt x="1" y="21"/>
                  </a:cubicBezTo>
                  <a:cubicBezTo>
                    <a:pt x="1" y="21"/>
                    <a:pt x="1" y="21"/>
                    <a:pt x="2" y="21"/>
                  </a:cubicBezTo>
                  <a:cubicBezTo>
                    <a:pt x="2" y="21"/>
                    <a:pt x="3" y="21"/>
                    <a:pt x="4" y="21"/>
                  </a:cubicBezTo>
                  <a:cubicBezTo>
                    <a:pt x="5" y="22"/>
                    <a:pt x="6" y="22"/>
                    <a:pt x="7" y="22"/>
                  </a:cubicBezTo>
                  <a:cubicBezTo>
                    <a:pt x="8" y="22"/>
                    <a:pt x="8" y="22"/>
                    <a:pt x="9" y="22"/>
                  </a:cubicBezTo>
                  <a:cubicBezTo>
                    <a:pt x="11" y="22"/>
                    <a:pt x="12" y="22"/>
                    <a:pt x="14"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245"/>
            <p:cNvSpPr>
              <a:spLocks/>
            </p:cNvSpPr>
            <p:nvPr/>
          </p:nvSpPr>
          <p:spPr bwMode="auto">
            <a:xfrm>
              <a:off x="4535488" y="1400175"/>
              <a:ext cx="26988" cy="28575"/>
            </a:xfrm>
            <a:custGeom>
              <a:avLst/>
              <a:gdLst>
                <a:gd name="T0" fmla="*/ 20 w 21"/>
                <a:gd name="T1" fmla="*/ 5 h 23"/>
                <a:gd name="T2" fmla="*/ 20 w 21"/>
                <a:gd name="T3" fmla="*/ 5 h 23"/>
                <a:gd name="T4" fmla="*/ 21 w 21"/>
                <a:gd name="T5" fmla="*/ 6 h 23"/>
                <a:gd name="T6" fmla="*/ 21 w 21"/>
                <a:gd name="T7" fmla="*/ 6 h 23"/>
                <a:gd name="T8" fmla="*/ 21 w 21"/>
                <a:gd name="T9" fmla="*/ 0 h 23"/>
                <a:gd name="T10" fmla="*/ 21 w 21"/>
                <a:gd name="T11" fmla="*/ 0 h 23"/>
                <a:gd name="T12" fmla="*/ 20 w 21"/>
                <a:gd name="T13" fmla="*/ 1 h 23"/>
                <a:gd name="T14" fmla="*/ 20 w 21"/>
                <a:gd name="T15" fmla="*/ 1 h 23"/>
                <a:gd name="T16" fmla="*/ 1 w 21"/>
                <a:gd name="T17" fmla="*/ 1 h 23"/>
                <a:gd name="T18" fmla="*/ 1 w 21"/>
                <a:gd name="T19" fmla="*/ 1 h 23"/>
                <a:gd name="T20" fmla="*/ 0 w 21"/>
                <a:gd name="T21" fmla="*/ 0 h 23"/>
                <a:gd name="T22" fmla="*/ 0 w 21"/>
                <a:gd name="T23" fmla="*/ 0 h 23"/>
                <a:gd name="T24" fmla="*/ 0 w 21"/>
                <a:gd name="T25" fmla="*/ 6 h 23"/>
                <a:gd name="T26" fmla="*/ 0 w 21"/>
                <a:gd name="T27" fmla="*/ 6 h 23"/>
                <a:gd name="T28" fmla="*/ 1 w 21"/>
                <a:gd name="T29" fmla="*/ 5 h 23"/>
                <a:gd name="T30" fmla="*/ 1 w 21"/>
                <a:gd name="T31" fmla="*/ 5 h 23"/>
                <a:gd name="T32" fmla="*/ 8 w 21"/>
                <a:gd name="T33" fmla="*/ 5 h 23"/>
                <a:gd name="T34" fmla="*/ 8 w 21"/>
                <a:gd name="T35" fmla="*/ 21 h 23"/>
                <a:gd name="T36" fmla="*/ 8 w 21"/>
                <a:gd name="T37" fmla="*/ 22 h 23"/>
                <a:gd name="T38" fmla="*/ 7 w 21"/>
                <a:gd name="T39" fmla="*/ 22 h 23"/>
                <a:gd name="T40" fmla="*/ 7 w 21"/>
                <a:gd name="T41" fmla="*/ 23 h 23"/>
                <a:gd name="T42" fmla="*/ 14 w 21"/>
                <a:gd name="T43" fmla="*/ 23 h 23"/>
                <a:gd name="T44" fmla="*/ 14 w 21"/>
                <a:gd name="T45" fmla="*/ 22 h 23"/>
                <a:gd name="T46" fmla="*/ 13 w 21"/>
                <a:gd name="T47" fmla="*/ 22 h 23"/>
                <a:gd name="T48" fmla="*/ 13 w 21"/>
                <a:gd name="T49" fmla="*/ 21 h 23"/>
                <a:gd name="T50" fmla="*/ 13 w 21"/>
                <a:gd name="T51" fmla="*/ 5 h 23"/>
                <a:gd name="T52" fmla="*/ 20 w 21"/>
                <a:gd name="T53" fmla="*/ 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1" h="23">
                  <a:moveTo>
                    <a:pt x="20" y="5"/>
                  </a:moveTo>
                  <a:cubicBezTo>
                    <a:pt x="20" y="5"/>
                    <a:pt x="20" y="5"/>
                    <a:pt x="20" y="5"/>
                  </a:cubicBezTo>
                  <a:cubicBezTo>
                    <a:pt x="21" y="5"/>
                    <a:pt x="21" y="5"/>
                    <a:pt x="21" y="6"/>
                  </a:cubicBezTo>
                  <a:cubicBezTo>
                    <a:pt x="21" y="6"/>
                    <a:pt x="21" y="6"/>
                    <a:pt x="21" y="6"/>
                  </a:cubicBezTo>
                  <a:cubicBezTo>
                    <a:pt x="21" y="0"/>
                    <a:pt x="21" y="0"/>
                    <a:pt x="21" y="0"/>
                  </a:cubicBezTo>
                  <a:cubicBezTo>
                    <a:pt x="21" y="0"/>
                    <a:pt x="21" y="0"/>
                    <a:pt x="21" y="0"/>
                  </a:cubicBezTo>
                  <a:cubicBezTo>
                    <a:pt x="21" y="0"/>
                    <a:pt x="21" y="1"/>
                    <a:pt x="20" y="1"/>
                  </a:cubicBezTo>
                  <a:cubicBezTo>
                    <a:pt x="20" y="1"/>
                    <a:pt x="20" y="1"/>
                    <a:pt x="20" y="1"/>
                  </a:cubicBezTo>
                  <a:cubicBezTo>
                    <a:pt x="1" y="1"/>
                    <a:pt x="1" y="1"/>
                    <a:pt x="1" y="1"/>
                  </a:cubicBezTo>
                  <a:cubicBezTo>
                    <a:pt x="1" y="1"/>
                    <a:pt x="1" y="1"/>
                    <a:pt x="1" y="1"/>
                  </a:cubicBezTo>
                  <a:cubicBezTo>
                    <a:pt x="0" y="1"/>
                    <a:pt x="0" y="0"/>
                    <a:pt x="0" y="0"/>
                  </a:cubicBezTo>
                  <a:cubicBezTo>
                    <a:pt x="0" y="0"/>
                    <a:pt x="0" y="0"/>
                    <a:pt x="0" y="0"/>
                  </a:cubicBezTo>
                  <a:cubicBezTo>
                    <a:pt x="0" y="6"/>
                    <a:pt x="0" y="6"/>
                    <a:pt x="0" y="6"/>
                  </a:cubicBezTo>
                  <a:cubicBezTo>
                    <a:pt x="0" y="6"/>
                    <a:pt x="0" y="6"/>
                    <a:pt x="0" y="6"/>
                  </a:cubicBezTo>
                  <a:cubicBezTo>
                    <a:pt x="0" y="5"/>
                    <a:pt x="0" y="5"/>
                    <a:pt x="1" y="5"/>
                  </a:cubicBezTo>
                  <a:cubicBezTo>
                    <a:pt x="1" y="5"/>
                    <a:pt x="1" y="5"/>
                    <a:pt x="1" y="5"/>
                  </a:cubicBezTo>
                  <a:cubicBezTo>
                    <a:pt x="8" y="5"/>
                    <a:pt x="8" y="5"/>
                    <a:pt x="8" y="5"/>
                  </a:cubicBezTo>
                  <a:cubicBezTo>
                    <a:pt x="8" y="21"/>
                    <a:pt x="8" y="21"/>
                    <a:pt x="8" y="21"/>
                  </a:cubicBezTo>
                  <a:cubicBezTo>
                    <a:pt x="8" y="22"/>
                    <a:pt x="8" y="22"/>
                    <a:pt x="8" y="22"/>
                  </a:cubicBezTo>
                  <a:cubicBezTo>
                    <a:pt x="8" y="22"/>
                    <a:pt x="7" y="22"/>
                    <a:pt x="7" y="22"/>
                  </a:cubicBezTo>
                  <a:cubicBezTo>
                    <a:pt x="7" y="23"/>
                    <a:pt x="7" y="23"/>
                    <a:pt x="7" y="23"/>
                  </a:cubicBezTo>
                  <a:cubicBezTo>
                    <a:pt x="14" y="23"/>
                    <a:pt x="14" y="23"/>
                    <a:pt x="14" y="23"/>
                  </a:cubicBezTo>
                  <a:cubicBezTo>
                    <a:pt x="14" y="22"/>
                    <a:pt x="14" y="22"/>
                    <a:pt x="14" y="22"/>
                  </a:cubicBezTo>
                  <a:cubicBezTo>
                    <a:pt x="14" y="22"/>
                    <a:pt x="13" y="22"/>
                    <a:pt x="13" y="22"/>
                  </a:cubicBezTo>
                  <a:cubicBezTo>
                    <a:pt x="13" y="22"/>
                    <a:pt x="13" y="22"/>
                    <a:pt x="13" y="21"/>
                  </a:cubicBezTo>
                  <a:cubicBezTo>
                    <a:pt x="13" y="5"/>
                    <a:pt x="13" y="5"/>
                    <a:pt x="13" y="5"/>
                  </a:cubicBezTo>
                  <a:lnTo>
                    <a:pt x="2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246"/>
            <p:cNvSpPr>
              <a:spLocks noEditPoints="1"/>
            </p:cNvSpPr>
            <p:nvPr/>
          </p:nvSpPr>
          <p:spPr bwMode="auto">
            <a:xfrm>
              <a:off x="4618038" y="1401763"/>
              <a:ext cx="28575" cy="26987"/>
            </a:xfrm>
            <a:custGeom>
              <a:avLst/>
              <a:gdLst>
                <a:gd name="T0" fmla="*/ 18 w 23"/>
                <a:gd name="T1" fmla="*/ 22 h 22"/>
                <a:gd name="T2" fmla="*/ 21 w 23"/>
                <a:gd name="T3" fmla="*/ 20 h 22"/>
                <a:gd name="T4" fmla="*/ 23 w 23"/>
                <a:gd name="T5" fmla="*/ 16 h 22"/>
                <a:gd name="T6" fmla="*/ 19 w 23"/>
                <a:gd name="T7" fmla="*/ 10 h 22"/>
                <a:gd name="T8" fmla="*/ 22 w 23"/>
                <a:gd name="T9" fmla="*/ 6 h 22"/>
                <a:gd name="T10" fmla="*/ 20 w 23"/>
                <a:gd name="T11" fmla="*/ 1 h 22"/>
                <a:gd name="T12" fmla="*/ 18 w 23"/>
                <a:gd name="T13" fmla="*/ 0 h 22"/>
                <a:gd name="T14" fmla="*/ 15 w 23"/>
                <a:gd name="T15" fmla="*/ 0 h 22"/>
                <a:gd name="T16" fmla="*/ 0 w 23"/>
                <a:gd name="T17" fmla="*/ 0 h 22"/>
                <a:gd name="T18" fmla="*/ 0 w 23"/>
                <a:gd name="T19" fmla="*/ 0 h 22"/>
                <a:gd name="T20" fmla="*/ 0 w 23"/>
                <a:gd name="T21" fmla="*/ 1 h 22"/>
                <a:gd name="T22" fmla="*/ 1 w 23"/>
                <a:gd name="T23" fmla="*/ 2 h 22"/>
                <a:gd name="T24" fmla="*/ 1 w 23"/>
                <a:gd name="T25" fmla="*/ 20 h 22"/>
                <a:gd name="T26" fmla="*/ 0 w 23"/>
                <a:gd name="T27" fmla="*/ 21 h 22"/>
                <a:gd name="T28" fmla="*/ 0 w 23"/>
                <a:gd name="T29" fmla="*/ 21 h 22"/>
                <a:gd name="T30" fmla="*/ 0 w 23"/>
                <a:gd name="T31" fmla="*/ 22 h 22"/>
                <a:gd name="T32" fmla="*/ 15 w 23"/>
                <a:gd name="T33" fmla="*/ 22 h 22"/>
                <a:gd name="T34" fmla="*/ 18 w 23"/>
                <a:gd name="T35" fmla="*/ 22 h 22"/>
                <a:gd name="T36" fmla="*/ 5 w 23"/>
                <a:gd name="T37" fmla="*/ 4 h 22"/>
                <a:gd name="T38" fmla="*/ 14 w 23"/>
                <a:gd name="T39" fmla="*/ 4 h 22"/>
                <a:gd name="T40" fmla="*/ 17 w 23"/>
                <a:gd name="T41" fmla="*/ 4 h 22"/>
                <a:gd name="T42" fmla="*/ 17 w 23"/>
                <a:gd name="T43" fmla="*/ 6 h 22"/>
                <a:gd name="T44" fmla="*/ 17 w 23"/>
                <a:gd name="T45" fmla="*/ 8 h 22"/>
                <a:gd name="T46" fmla="*/ 14 w 23"/>
                <a:gd name="T47" fmla="*/ 9 h 22"/>
                <a:gd name="T48" fmla="*/ 5 w 23"/>
                <a:gd name="T49" fmla="*/ 9 h 22"/>
                <a:gd name="T50" fmla="*/ 5 w 23"/>
                <a:gd name="T51" fmla="*/ 4 h 22"/>
                <a:gd name="T52" fmla="*/ 5 w 23"/>
                <a:gd name="T53" fmla="*/ 18 h 22"/>
                <a:gd name="T54" fmla="*/ 5 w 23"/>
                <a:gd name="T55" fmla="*/ 12 h 22"/>
                <a:gd name="T56" fmla="*/ 14 w 23"/>
                <a:gd name="T57" fmla="*/ 12 h 22"/>
                <a:gd name="T58" fmla="*/ 17 w 23"/>
                <a:gd name="T59" fmla="*/ 13 h 22"/>
                <a:gd name="T60" fmla="*/ 18 w 23"/>
                <a:gd name="T61" fmla="*/ 15 h 22"/>
                <a:gd name="T62" fmla="*/ 17 w 23"/>
                <a:gd name="T63" fmla="*/ 18 h 22"/>
                <a:gd name="T64" fmla="*/ 14 w 23"/>
                <a:gd name="T65" fmla="*/ 18 h 22"/>
                <a:gd name="T66" fmla="*/ 5 w 23"/>
                <a:gd name="T67" fmla="*/ 1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 h="22">
                  <a:moveTo>
                    <a:pt x="18" y="22"/>
                  </a:moveTo>
                  <a:cubicBezTo>
                    <a:pt x="19" y="21"/>
                    <a:pt x="20" y="21"/>
                    <a:pt x="21" y="20"/>
                  </a:cubicBezTo>
                  <a:cubicBezTo>
                    <a:pt x="22" y="19"/>
                    <a:pt x="23" y="18"/>
                    <a:pt x="23" y="16"/>
                  </a:cubicBezTo>
                  <a:cubicBezTo>
                    <a:pt x="23" y="13"/>
                    <a:pt x="22" y="11"/>
                    <a:pt x="19" y="10"/>
                  </a:cubicBezTo>
                  <a:cubicBezTo>
                    <a:pt x="21" y="9"/>
                    <a:pt x="22" y="8"/>
                    <a:pt x="22" y="6"/>
                  </a:cubicBezTo>
                  <a:cubicBezTo>
                    <a:pt x="22" y="4"/>
                    <a:pt x="22" y="2"/>
                    <a:pt x="20" y="1"/>
                  </a:cubicBezTo>
                  <a:cubicBezTo>
                    <a:pt x="20" y="1"/>
                    <a:pt x="19" y="0"/>
                    <a:pt x="18" y="0"/>
                  </a:cubicBezTo>
                  <a:cubicBezTo>
                    <a:pt x="17" y="0"/>
                    <a:pt x="16" y="0"/>
                    <a:pt x="15" y="0"/>
                  </a:cubicBezTo>
                  <a:cubicBezTo>
                    <a:pt x="0" y="0"/>
                    <a:pt x="0" y="0"/>
                    <a:pt x="0" y="0"/>
                  </a:cubicBezTo>
                  <a:cubicBezTo>
                    <a:pt x="0" y="0"/>
                    <a:pt x="0" y="0"/>
                    <a:pt x="0" y="0"/>
                  </a:cubicBezTo>
                  <a:cubicBezTo>
                    <a:pt x="0" y="1"/>
                    <a:pt x="0" y="1"/>
                    <a:pt x="0" y="1"/>
                  </a:cubicBezTo>
                  <a:cubicBezTo>
                    <a:pt x="1" y="1"/>
                    <a:pt x="1" y="1"/>
                    <a:pt x="1" y="2"/>
                  </a:cubicBezTo>
                  <a:cubicBezTo>
                    <a:pt x="1" y="20"/>
                    <a:pt x="1" y="20"/>
                    <a:pt x="1" y="20"/>
                  </a:cubicBezTo>
                  <a:cubicBezTo>
                    <a:pt x="1" y="21"/>
                    <a:pt x="1" y="21"/>
                    <a:pt x="0" y="21"/>
                  </a:cubicBezTo>
                  <a:cubicBezTo>
                    <a:pt x="0" y="21"/>
                    <a:pt x="0" y="21"/>
                    <a:pt x="0" y="21"/>
                  </a:cubicBezTo>
                  <a:cubicBezTo>
                    <a:pt x="0" y="22"/>
                    <a:pt x="0" y="22"/>
                    <a:pt x="0" y="22"/>
                  </a:cubicBezTo>
                  <a:cubicBezTo>
                    <a:pt x="15" y="22"/>
                    <a:pt x="15" y="22"/>
                    <a:pt x="15" y="22"/>
                  </a:cubicBezTo>
                  <a:cubicBezTo>
                    <a:pt x="16" y="22"/>
                    <a:pt x="17" y="22"/>
                    <a:pt x="18" y="22"/>
                  </a:cubicBezTo>
                  <a:close/>
                  <a:moveTo>
                    <a:pt x="5" y="4"/>
                  </a:moveTo>
                  <a:cubicBezTo>
                    <a:pt x="14" y="4"/>
                    <a:pt x="14" y="4"/>
                    <a:pt x="14" y="4"/>
                  </a:cubicBezTo>
                  <a:cubicBezTo>
                    <a:pt x="15" y="4"/>
                    <a:pt x="16" y="4"/>
                    <a:pt x="17" y="4"/>
                  </a:cubicBezTo>
                  <a:cubicBezTo>
                    <a:pt x="17" y="5"/>
                    <a:pt x="17" y="5"/>
                    <a:pt x="17" y="6"/>
                  </a:cubicBezTo>
                  <a:cubicBezTo>
                    <a:pt x="17" y="7"/>
                    <a:pt x="17" y="8"/>
                    <a:pt x="17" y="8"/>
                  </a:cubicBezTo>
                  <a:cubicBezTo>
                    <a:pt x="16" y="9"/>
                    <a:pt x="15" y="9"/>
                    <a:pt x="14" y="9"/>
                  </a:cubicBezTo>
                  <a:cubicBezTo>
                    <a:pt x="5" y="9"/>
                    <a:pt x="5" y="9"/>
                    <a:pt x="5" y="9"/>
                  </a:cubicBezTo>
                  <a:lnTo>
                    <a:pt x="5" y="4"/>
                  </a:lnTo>
                  <a:close/>
                  <a:moveTo>
                    <a:pt x="5" y="18"/>
                  </a:moveTo>
                  <a:cubicBezTo>
                    <a:pt x="5" y="12"/>
                    <a:pt x="5" y="12"/>
                    <a:pt x="5" y="12"/>
                  </a:cubicBezTo>
                  <a:cubicBezTo>
                    <a:pt x="14" y="12"/>
                    <a:pt x="14" y="12"/>
                    <a:pt x="14" y="12"/>
                  </a:cubicBezTo>
                  <a:cubicBezTo>
                    <a:pt x="15" y="12"/>
                    <a:pt x="16" y="13"/>
                    <a:pt x="17" y="13"/>
                  </a:cubicBezTo>
                  <a:cubicBezTo>
                    <a:pt x="18" y="13"/>
                    <a:pt x="18" y="14"/>
                    <a:pt x="18" y="15"/>
                  </a:cubicBezTo>
                  <a:cubicBezTo>
                    <a:pt x="18" y="16"/>
                    <a:pt x="18" y="17"/>
                    <a:pt x="17" y="18"/>
                  </a:cubicBezTo>
                  <a:cubicBezTo>
                    <a:pt x="16" y="18"/>
                    <a:pt x="15" y="18"/>
                    <a:pt x="14" y="18"/>
                  </a:cubicBezTo>
                  <a:lnTo>
                    <a:pt x="5"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247"/>
            <p:cNvSpPr>
              <a:spLocks noEditPoints="1"/>
            </p:cNvSpPr>
            <p:nvPr/>
          </p:nvSpPr>
          <p:spPr bwMode="auto">
            <a:xfrm>
              <a:off x="4702175" y="1401763"/>
              <a:ext cx="33338" cy="26987"/>
            </a:xfrm>
            <a:custGeom>
              <a:avLst/>
              <a:gdLst>
                <a:gd name="T0" fmla="*/ 18 w 26"/>
                <a:gd name="T1" fmla="*/ 21 h 22"/>
                <a:gd name="T2" fmla="*/ 18 w 26"/>
                <a:gd name="T3" fmla="*/ 22 h 22"/>
                <a:gd name="T4" fmla="*/ 26 w 26"/>
                <a:gd name="T5" fmla="*/ 22 h 22"/>
                <a:gd name="T6" fmla="*/ 26 w 26"/>
                <a:gd name="T7" fmla="*/ 21 h 22"/>
                <a:gd name="T8" fmla="*/ 25 w 26"/>
                <a:gd name="T9" fmla="*/ 21 h 22"/>
                <a:gd name="T10" fmla="*/ 24 w 26"/>
                <a:gd name="T11" fmla="*/ 19 h 22"/>
                <a:gd name="T12" fmla="*/ 16 w 26"/>
                <a:gd name="T13" fmla="*/ 2 h 22"/>
                <a:gd name="T14" fmla="*/ 15 w 26"/>
                <a:gd name="T15" fmla="*/ 1 h 22"/>
                <a:gd name="T16" fmla="*/ 16 w 26"/>
                <a:gd name="T17" fmla="*/ 0 h 22"/>
                <a:gd name="T18" fmla="*/ 16 w 26"/>
                <a:gd name="T19" fmla="*/ 0 h 22"/>
                <a:gd name="T20" fmla="*/ 8 w 26"/>
                <a:gd name="T21" fmla="*/ 0 h 22"/>
                <a:gd name="T22" fmla="*/ 8 w 26"/>
                <a:gd name="T23" fmla="*/ 0 h 22"/>
                <a:gd name="T24" fmla="*/ 9 w 26"/>
                <a:gd name="T25" fmla="*/ 2 h 22"/>
                <a:gd name="T26" fmla="*/ 9 w 26"/>
                <a:gd name="T27" fmla="*/ 3 h 22"/>
                <a:gd name="T28" fmla="*/ 1 w 26"/>
                <a:gd name="T29" fmla="*/ 20 h 22"/>
                <a:gd name="T30" fmla="*/ 0 w 26"/>
                <a:gd name="T31" fmla="*/ 21 h 22"/>
                <a:gd name="T32" fmla="*/ 0 w 26"/>
                <a:gd name="T33" fmla="*/ 21 h 22"/>
                <a:gd name="T34" fmla="*/ 1 w 26"/>
                <a:gd name="T35" fmla="*/ 22 h 22"/>
                <a:gd name="T36" fmla="*/ 6 w 26"/>
                <a:gd name="T37" fmla="*/ 22 h 22"/>
                <a:gd name="T38" fmla="*/ 6 w 26"/>
                <a:gd name="T39" fmla="*/ 21 h 22"/>
                <a:gd name="T40" fmla="*/ 5 w 26"/>
                <a:gd name="T41" fmla="*/ 20 h 22"/>
                <a:gd name="T42" fmla="*/ 6 w 26"/>
                <a:gd name="T43" fmla="*/ 19 h 22"/>
                <a:gd name="T44" fmla="*/ 7 w 26"/>
                <a:gd name="T45" fmla="*/ 16 h 22"/>
                <a:gd name="T46" fmla="*/ 17 w 26"/>
                <a:gd name="T47" fmla="*/ 16 h 22"/>
                <a:gd name="T48" fmla="*/ 19 w 26"/>
                <a:gd name="T49" fmla="*/ 19 h 22"/>
                <a:gd name="T50" fmla="*/ 19 w 26"/>
                <a:gd name="T51" fmla="*/ 20 h 22"/>
                <a:gd name="T52" fmla="*/ 18 w 26"/>
                <a:gd name="T53" fmla="*/ 21 h 22"/>
                <a:gd name="T54" fmla="*/ 9 w 26"/>
                <a:gd name="T55" fmla="*/ 13 h 22"/>
                <a:gd name="T56" fmla="*/ 12 w 26"/>
                <a:gd name="T57" fmla="*/ 5 h 22"/>
                <a:gd name="T58" fmla="*/ 16 w 26"/>
                <a:gd name="T59" fmla="*/ 13 h 22"/>
                <a:gd name="T60" fmla="*/ 9 w 26"/>
                <a:gd name="T61" fmla="*/ 13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 h="22">
                  <a:moveTo>
                    <a:pt x="18" y="21"/>
                  </a:moveTo>
                  <a:cubicBezTo>
                    <a:pt x="18" y="22"/>
                    <a:pt x="18" y="22"/>
                    <a:pt x="18" y="22"/>
                  </a:cubicBezTo>
                  <a:cubicBezTo>
                    <a:pt x="26" y="22"/>
                    <a:pt x="26" y="22"/>
                    <a:pt x="26" y="22"/>
                  </a:cubicBezTo>
                  <a:cubicBezTo>
                    <a:pt x="26" y="21"/>
                    <a:pt x="26" y="21"/>
                    <a:pt x="26" y="21"/>
                  </a:cubicBezTo>
                  <a:cubicBezTo>
                    <a:pt x="26" y="21"/>
                    <a:pt x="25" y="21"/>
                    <a:pt x="25" y="21"/>
                  </a:cubicBezTo>
                  <a:cubicBezTo>
                    <a:pt x="25" y="21"/>
                    <a:pt x="24" y="20"/>
                    <a:pt x="24" y="19"/>
                  </a:cubicBezTo>
                  <a:cubicBezTo>
                    <a:pt x="16" y="2"/>
                    <a:pt x="16" y="2"/>
                    <a:pt x="16" y="2"/>
                  </a:cubicBezTo>
                  <a:cubicBezTo>
                    <a:pt x="15" y="2"/>
                    <a:pt x="15" y="2"/>
                    <a:pt x="15" y="1"/>
                  </a:cubicBezTo>
                  <a:cubicBezTo>
                    <a:pt x="15" y="1"/>
                    <a:pt x="16" y="1"/>
                    <a:pt x="16" y="0"/>
                  </a:cubicBezTo>
                  <a:cubicBezTo>
                    <a:pt x="16" y="0"/>
                    <a:pt x="16" y="0"/>
                    <a:pt x="16" y="0"/>
                  </a:cubicBezTo>
                  <a:cubicBezTo>
                    <a:pt x="8" y="0"/>
                    <a:pt x="8" y="0"/>
                    <a:pt x="8" y="0"/>
                  </a:cubicBezTo>
                  <a:cubicBezTo>
                    <a:pt x="8" y="0"/>
                    <a:pt x="8" y="0"/>
                    <a:pt x="8" y="0"/>
                  </a:cubicBezTo>
                  <a:cubicBezTo>
                    <a:pt x="9" y="1"/>
                    <a:pt x="9" y="1"/>
                    <a:pt x="9" y="2"/>
                  </a:cubicBezTo>
                  <a:cubicBezTo>
                    <a:pt x="9" y="2"/>
                    <a:pt x="9" y="2"/>
                    <a:pt x="9" y="3"/>
                  </a:cubicBezTo>
                  <a:cubicBezTo>
                    <a:pt x="1" y="20"/>
                    <a:pt x="1" y="20"/>
                    <a:pt x="1" y="20"/>
                  </a:cubicBezTo>
                  <a:cubicBezTo>
                    <a:pt x="1" y="20"/>
                    <a:pt x="0" y="21"/>
                    <a:pt x="0" y="21"/>
                  </a:cubicBezTo>
                  <a:cubicBezTo>
                    <a:pt x="0" y="21"/>
                    <a:pt x="0" y="21"/>
                    <a:pt x="0" y="21"/>
                  </a:cubicBezTo>
                  <a:cubicBezTo>
                    <a:pt x="1" y="22"/>
                    <a:pt x="1" y="22"/>
                    <a:pt x="1" y="22"/>
                  </a:cubicBezTo>
                  <a:cubicBezTo>
                    <a:pt x="6" y="22"/>
                    <a:pt x="6" y="22"/>
                    <a:pt x="6" y="22"/>
                  </a:cubicBezTo>
                  <a:cubicBezTo>
                    <a:pt x="6" y="21"/>
                    <a:pt x="6" y="21"/>
                    <a:pt x="6" y="21"/>
                  </a:cubicBezTo>
                  <a:cubicBezTo>
                    <a:pt x="6" y="21"/>
                    <a:pt x="5" y="21"/>
                    <a:pt x="5" y="20"/>
                  </a:cubicBezTo>
                  <a:cubicBezTo>
                    <a:pt x="5" y="20"/>
                    <a:pt x="5" y="20"/>
                    <a:pt x="6" y="19"/>
                  </a:cubicBezTo>
                  <a:cubicBezTo>
                    <a:pt x="7" y="16"/>
                    <a:pt x="7" y="16"/>
                    <a:pt x="7" y="16"/>
                  </a:cubicBezTo>
                  <a:cubicBezTo>
                    <a:pt x="17" y="16"/>
                    <a:pt x="17" y="16"/>
                    <a:pt x="17" y="16"/>
                  </a:cubicBezTo>
                  <a:cubicBezTo>
                    <a:pt x="19" y="19"/>
                    <a:pt x="19" y="19"/>
                    <a:pt x="19" y="19"/>
                  </a:cubicBezTo>
                  <a:cubicBezTo>
                    <a:pt x="19" y="20"/>
                    <a:pt x="19" y="20"/>
                    <a:pt x="19" y="20"/>
                  </a:cubicBezTo>
                  <a:cubicBezTo>
                    <a:pt x="19" y="21"/>
                    <a:pt x="19" y="21"/>
                    <a:pt x="18" y="21"/>
                  </a:cubicBezTo>
                  <a:close/>
                  <a:moveTo>
                    <a:pt x="9" y="13"/>
                  </a:moveTo>
                  <a:cubicBezTo>
                    <a:pt x="12" y="5"/>
                    <a:pt x="12" y="5"/>
                    <a:pt x="12" y="5"/>
                  </a:cubicBezTo>
                  <a:cubicBezTo>
                    <a:pt x="16" y="13"/>
                    <a:pt x="16" y="13"/>
                    <a:pt x="16" y="13"/>
                  </a:cubicBezTo>
                  <a:lnTo>
                    <a:pt x="9"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248"/>
            <p:cNvSpPr>
              <a:spLocks noEditPoints="1"/>
            </p:cNvSpPr>
            <p:nvPr/>
          </p:nvSpPr>
          <p:spPr bwMode="auto">
            <a:xfrm>
              <a:off x="4378325" y="1295400"/>
              <a:ext cx="38100" cy="39687"/>
            </a:xfrm>
            <a:custGeom>
              <a:avLst/>
              <a:gdLst>
                <a:gd name="T0" fmla="*/ 28 w 30"/>
                <a:gd name="T1" fmla="*/ 14 h 30"/>
                <a:gd name="T2" fmla="*/ 30 w 30"/>
                <a:gd name="T3" fmla="*/ 9 h 30"/>
                <a:gd name="T4" fmla="*/ 29 w 30"/>
                <a:gd name="T5" fmla="*/ 5 h 30"/>
                <a:gd name="T6" fmla="*/ 27 w 30"/>
                <a:gd name="T7" fmla="*/ 2 h 30"/>
                <a:gd name="T8" fmla="*/ 23 w 30"/>
                <a:gd name="T9" fmla="*/ 1 h 30"/>
                <a:gd name="T10" fmla="*/ 18 w 30"/>
                <a:gd name="T11" fmla="*/ 0 h 30"/>
                <a:gd name="T12" fmla="*/ 0 w 30"/>
                <a:gd name="T13" fmla="*/ 0 h 30"/>
                <a:gd name="T14" fmla="*/ 0 w 30"/>
                <a:gd name="T15" fmla="*/ 1 h 30"/>
                <a:gd name="T16" fmla="*/ 1 w 30"/>
                <a:gd name="T17" fmla="*/ 2 h 30"/>
                <a:gd name="T18" fmla="*/ 1 w 30"/>
                <a:gd name="T19" fmla="*/ 3 h 30"/>
                <a:gd name="T20" fmla="*/ 1 w 30"/>
                <a:gd name="T21" fmla="*/ 28 h 30"/>
                <a:gd name="T22" fmla="*/ 1 w 30"/>
                <a:gd name="T23" fmla="*/ 29 h 30"/>
                <a:gd name="T24" fmla="*/ 0 w 30"/>
                <a:gd name="T25" fmla="*/ 29 h 30"/>
                <a:gd name="T26" fmla="*/ 0 w 30"/>
                <a:gd name="T27" fmla="*/ 30 h 30"/>
                <a:gd name="T28" fmla="*/ 9 w 30"/>
                <a:gd name="T29" fmla="*/ 30 h 30"/>
                <a:gd name="T30" fmla="*/ 9 w 30"/>
                <a:gd name="T31" fmla="*/ 29 h 30"/>
                <a:gd name="T32" fmla="*/ 8 w 30"/>
                <a:gd name="T33" fmla="*/ 29 h 30"/>
                <a:gd name="T34" fmla="*/ 8 w 30"/>
                <a:gd name="T35" fmla="*/ 28 h 30"/>
                <a:gd name="T36" fmla="*/ 8 w 30"/>
                <a:gd name="T37" fmla="*/ 18 h 30"/>
                <a:gd name="T38" fmla="*/ 18 w 30"/>
                <a:gd name="T39" fmla="*/ 18 h 30"/>
                <a:gd name="T40" fmla="*/ 25 w 30"/>
                <a:gd name="T41" fmla="*/ 17 h 30"/>
                <a:gd name="T42" fmla="*/ 28 w 30"/>
                <a:gd name="T43" fmla="*/ 14 h 30"/>
                <a:gd name="T44" fmla="*/ 23 w 30"/>
                <a:gd name="T45" fmla="*/ 11 h 30"/>
                <a:gd name="T46" fmla="*/ 22 w 30"/>
                <a:gd name="T47" fmla="*/ 12 h 30"/>
                <a:gd name="T48" fmla="*/ 18 w 30"/>
                <a:gd name="T49" fmla="*/ 13 h 30"/>
                <a:gd name="T50" fmla="*/ 8 w 30"/>
                <a:gd name="T51" fmla="*/ 13 h 30"/>
                <a:gd name="T52" fmla="*/ 8 w 30"/>
                <a:gd name="T53" fmla="*/ 5 h 30"/>
                <a:gd name="T54" fmla="*/ 18 w 30"/>
                <a:gd name="T55" fmla="*/ 5 h 30"/>
                <a:gd name="T56" fmla="*/ 22 w 30"/>
                <a:gd name="T57" fmla="*/ 6 h 30"/>
                <a:gd name="T58" fmla="*/ 23 w 30"/>
                <a:gd name="T59" fmla="*/ 7 h 30"/>
                <a:gd name="T60" fmla="*/ 23 w 30"/>
                <a:gd name="T61" fmla="*/ 9 h 30"/>
                <a:gd name="T62" fmla="*/ 23 w 30"/>
                <a:gd name="T63" fmla="*/ 1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0" h="30">
                  <a:moveTo>
                    <a:pt x="28" y="14"/>
                  </a:moveTo>
                  <a:cubicBezTo>
                    <a:pt x="29" y="13"/>
                    <a:pt x="30" y="11"/>
                    <a:pt x="30" y="9"/>
                  </a:cubicBezTo>
                  <a:cubicBezTo>
                    <a:pt x="30" y="8"/>
                    <a:pt x="30" y="6"/>
                    <a:pt x="29" y="5"/>
                  </a:cubicBezTo>
                  <a:cubicBezTo>
                    <a:pt x="29" y="4"/>
                    <a:pt x="28" y="3"/>
                    <a:pt x="27" y="2"/>
                  </a:cubicBezTo>
                  <a:cubicBezTo>
                    <a:pt x="26" y="1"/>
                    <a:pt x="25" y="1"/>
                    <a:pt x="23" y="1"/>
                  </a:cubicBezTo>
                  <a:cubicBezTo>
                    <a:pt x="22" y="0"/>
                    <a:pt x="20" y="0"/>
                    <a:pt x="18" y="0"/>
                  </a:cubicBezTo>
                  <a:cubicBezTo>
                    <a:pt x="0" y="0"/>
                    <a:pt x="0" y="0"/>
                    <a:pt x="0" y="0"/>
                  </a:cubicBezTo>
                  <a:cubicBezTo>
                    <a:pt x="0" y="1"/>
                    <a:pt x="0" y="1"/>
                    <a:pt x="0" y="1"/>
                  </a:cubicBezTo>
                  <a:cubicBezTo>
                    <a:pt x="0" y="1"/>
                    <a:pt x="1" y="1"/>
                    <a:pt x="1" y="2"/>
                  </a:cubicBezTo>
                  <a:cubicBezTo>
                    <a:pt x="1" y="2"/>
                    <a:pt x="1" y="2"/>
                    <a:pt x="1" y="3"/>
                  </a:cubicBezTo>
                  <a:cubicBezTo>
                    <a:pt x="1" y="28"/>
                    <a:pt x="1" y="28"/>
                    <a:pt x="1" y="28"/>
                  </a:cubicBezTo>
                  <a:cubicBezTo>
                    <a:pt x="1" y="28"/>
                    <a:pt x="1" y="29"/>
                    <a:pt x="1" y="29"/>
                  </a:cubicBezTo>
                  <a:cubicBezTo>
                    <a:pt x="1" y="29"/>
                    <a:pt x="0" y="29"/>
                    <a:pt x="0" y="29"/>
                  </a:cubicBezTo>
                  <a:cubicBezTo>
                    <a:pt x="0" y="30"/>
                    <a:pt x="0" y="30"/>
                    <a:pt x="0" y="30"/>
                  </a:cubicBezTo>
                  <a:cubicBezTo>
                    <a:pt x="9" y="30"/>
                    <a:pt x="9" y="30"/>
                    <a:pt x="9" y="30"/>
                  </a:cubicBezTo>
                  <a:cubicBezTo>
                    <a:pt x="9" y="29"/>
                    <a:pt x="9" y="29"/>
                    <a:pt x="9" y="29"/>
                  </a:cubicBezTo>
                  <a:cubicBezTo>
                    <a:pt x="8" y="29"/>
                    <a:pt x="8" y="29"/>
                    <a:pt x="8" y="29"/>
                  </a:cubicBezTo>
                  <a:cubicBezTo>
                    <a:pt x="8" y="29"/>
                    <a:pt x="8" y="28"/>
                    <a:pt x="8" y="28"/>
                  </a:cubicBezTo>
                  <a:cubicBezTo>
                    <a:pt x="8" y="18"/>
                    <a:pt x="8" y="18"/>
                    <a:pt x="8" y="18"/>
                  </a:cubicBezTo>
                  <a:cubicBezTo>
                    <a:pt x="18" y="18"/>
                    <a:pt x="18" y="18"/>
                    <a:pt x="18" y="18"/>
                  </a:cubicBezTo>
                  <a:cubicBezTo>
                    <a:pt x="21" y="18"/>
                    <a:pt x="23" y="18"/>
                    <a:pt x="25" y="17"/>
                  </a:cubicBezTo>
                  <a:cubicBezTo>
                    <a:pt x="26" y="17"/>
                    <a:pt x="27" y="16"/>
                    <a:pt x="28" y="14"/>
                  </a:cubicBezTo>
                  <a:close/>
                  <a:moveTo>
                    <a:pt x="23" y="11"/>
                  </a:moveTo>
                  <a:cubicBezTo>
                    <a:pt x="23" y="12"/>
                    <a:pt x="22" y="12"/>
                    <a:pt x="22" y="12"/>
                  </a:cubicBezTo>
                  <a:cubicBezTo>
                    <a:pt x="21" y="13"/>
                    <a:pt x="19" y="13"/>
                    <a:pt x="18" y="13"/>
                  </a:cubicBezTo>
                  <a:cubicBezTo>
                    <a:pt x="8" y="13"/>
                    <a:pt x="8" y="13"/>
                    <a:pt x="8" y="13"/>
                  </a:cubicBezTo>
                  <a:cubicBezTo>
                    <a:pt x="8" y="5"/>
                    <a:pt x="8" y="5"/>
                    <a:pt x="8" y="5"/>
                  </a:cubicBezTo>
                  <a:cubicBezTo>
                    <a:pt x="18" y="5"/>
                    <a:pt x="18" y="5"/>
                    <a:pt x="18" y="5"/>
                  </a:cubicBezTo>
                  <a:cubicBezTo>
                    <a:pt x="20" y="5"/>
                    <a:pt x="21" y="5"/>
                    <a:pt x="22" y="6"/>
                  </a:cubicBezTo>
                  <a:cubicBezTo>
                    <a:pt x="22" y="6"/>
                    <a:pt x="23" y="7"/>
                    <a:pt x="23" y="7"/>
                  </a:cubicBezTo>
                  <a:cubicBezTo>
                    <a:pt x="23" y="8"/>
                    <a:pt x="23" y="8"/>
                    <a:pt x="23" y="9"/>
                  </a:cubicBezTo>
                  <a:cubicBezTo>
                    <a:pt x="23" y="10"/>
                    <a:pt x="23" y="10"/>
                    <a:pt x="23"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249"/>
            <p:cNvSpPr>
              <a:spLocks/>
            </p:cNvSpPr>
            <p:nvPr/>
          </p:nvSpPr>
          <p:spPr bwMode="auto">
            <a:xfrm>
              <a:off x="4483100" y="1295400"/>
              <a:ext cx="38100" cy="39687"/>
            </a:xfrm>
            <a:custGeom>
              <a:avLst/>
              <a:gdLst>
                <a:gd name="T0" fmla="*/ 11 w 30"/>
                <a:gd name="T1" fmla="*/ 30 h 31"/>
                <a:gd name="T2" fmla="*/ 10 w 30"/>
                <a:gd name="T3" fmla="*/ 30 h 31"/>
                <a:gd name="T4" fmla="*/ 10 w 30"/>
                <a:gd name="T5" fmla="*/ 31 h 31"/>
                <a:gd name="T6" fmla="*/ 19 w 30"/>
                <a:gd name="T7" fmla="*/ 31 h 31"/>
                <a:gd name="T8" fmla="*/ 19 w 30"/>
                <a:gd name="T9" fmla="*/ 30 h 31"/>
                <a:gd name="T10" fmla="*/ 18 w 30"/>
                <a:gd name="T11" fmla="*/ 30 h 31"/>
                <a:gd name="T12" fmla="*/ 18 w 30"/>
                <a:gd name="T13" fmla="*/ 29 h 31"/>
                <a:gd name="T14" fmla="*/ 18 w 30"/>
                <a:gd name="T15" fmla="*/ 6 h 31"/>
                <a:gd name="T16" fmla="*/ 27 w 30"/>
                <a:gd name="T17" fmla="*/ 6 h 31"/>
                <a:gd name="T18" fmla="*/ 28 w 30"/>
                <a:gd name="T19" fmla="*/ 6 h 31"/>
                <a:gd name="T20" fmla="*/ 29 w 30"/>
                <a:gd name="T21" fmla="*/ 8 h 31"/>
                <a:gd name="T22" fmla="*/ 30 w 30"/>
                <a:gd name="T23" fmla="*/ 8 h 31"/>
                <a:gd name="T24" fmla="*/ 30 w 30"/>
                <a:gd name="T25" fmla="*/ 0 h 31"/>
                <a:gd name="T26" fmla="*/ 29 w 30"/>
                <a:gd name="T27" fmla="*/ 0 h 31"/>
                <a:gd name="T28" fmla="*/ 28 w 30"/>
                <a:gd name="T29" fmla="*/ 1 h 31"/>
                <a:gd name="T30" fmla="*/ 27 w 30"/>
                <a:gd name="T31" fmla="*/ 1 h 31"/>
                <a:gd name="T32" fmla="*/ 2 w 30"/>
                <a:gd name="T33" fmla="*/ 1 h 31"/>
                <a:gd name="T34" fmla="*/ 1 w 30"/>
                <a:gd name="T35" fmla="*/ 1 h 31"/>
                <a:gd name="T36" fmla="*/ 1 w 30"/>
                <a:gd name="T37" fmla="*/ 0 h 31"/>
                <a:gd name="T38" fmla="*/ 0 w 30"/>
                <a:gd name="T39" fmla="*/ 0 h 31"/>
                <a:gd name="T40" fmla="*/ 0 w 30"/>
                <a:gd name="T41" fmla="*/ 8 h 31"/>
                <a:gd name="T42" fmla="*/ 1 w 30"/>
                <a:gd name="T43" fmla="*/ 8 h 31"/>
                <a:gd name="T44" fmla="*/ 1 w 30"/>
                <a:gd name="T45" fmla="*/ 6 h 31"/>
                <a:gd name="T46" fmla="*/ 2 w 30"/>
                <a:gd name="T47" fmla="*/ 6 h 31"/>
                <a:gd name="T48" fmla="*/ 12 w 30"/>
                <a:gd name="T49" fmla="*/ 6 h 31"/>
                <a:gd name="T50" fmla="*/ 12 w 30"/>
                <a:gd name="T51" fmla="*/ 29 h 31"/>
                <a:gd name="T52" fmla="*/ 11 w 30"/>
                <a:gd name="T5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31">
                  <a:moveTo>
                    <a:pt x="11" y="30"/>
                  </a:moveTo>
                  <a:cubicBezTo>
                    <a:pt x="11" y="30"/>
                    <a:pt x="11" y="30"/>
                    <a:pt x="10" y="30"/>
                  </a:cubicBezTo>
                  <a:cubicBezTo>
                    <a:pt x="10" y="31"/>
                    <a:pt x="10" y="31"/>
                    <a:pt x="10" y="31"/>
                  </a:cubicBezTo>
                  <a:cubicBezTo>
                    <a:pt x="19" y="31"/>
                    <a:pt x="19" y="31"/>
                    <a:pt x="19" y="31"/>
                  </a:cubicBezTo>
                  <a:cubicBezTo>
                    <a:pt x="19" y="30"/>
                    <a:pt x="19" y="30"/>
                    <a:pt x="19" y="30"/>
                  </a:cubicBezTo>
                  <a:cubicBezTo>
                    <a:pt x="19" y="30"/>
                    <a:pt x="19" y="30"/>
                    <a:pt x="18" y="30"/>
                  </a:cubicBezTo>
                  <a:cubicBezTo>
                    <a:pt x="18" y="30"/>
                    <a:pt x="18" y="29"/>
                    <a:pt x="18" y="29"/>
                  </a:cubicBezTo>
                  <a:cubicBezTo>
                    <a:pt x="18" y="6"/>
                    <a:pt x="18" y="6"/>
                    <a:pt x="18" y="6"/>
                  </a:cubicBezTo>
                  <a:cubicBezTo>
                    <a:pt x="27" y="6"/>
                    <a:pt x="27" y="6"/>
                    <a:pt x="27" y="6"/>
                  </a:cubicBezTo>
                  <a:cubicBezTo>
                    <a:pt x="28" y="6"/>
                    <a:pt x="28" y="6"/>
                    <a:pt x="28" y="6"/>
                  </a:cubicBezTo>
                  <a:cubicBezTo>
                    <a:pt x="28" y="7"/>
                    <a:pt x="29" y="7"/>
                    <a:pt x="29" y="8"/>
                  </a:cubicBezTo>
                  <a:cubicBezTo>
                    <a:pt x="30" y="8"/>
                    <a:pt x="30" y="8"/>
                    <a:pt x="30" y="8"/>
                  </a:cubicBezTo>
                  <a:cubicBezTo>
                    <a:pt x="30" y="0"/>
                    <a:pt x="30" y="0"/>
                    <a:pt x="30" y="0"/>
                  </a:cubicBezTo>
                  <a:cubicBezTo>
                    <a:pt x="29" y="0"/>
                    <a:pt x="29" y="0"/>
                    <a:pt x="29" y="0"/>
                  </a:cubicBezTo>
                  <a:cubicBezTo>
                    <a:pt x="29" y="0"/>
                    <a:pt x="28" y="1"/>
                    <a:pt x="28" y="1"/>
                  </a:cubicBezTo>
                  <a:cubicBezTo>
                    <a:pt x="28" y="1"/>
                    <a:pt x="28" y="1"/>
                    <a:pt x="27" y="1"/>
                  </a:cubicBezTo>
                  <a:cubicBezTo>
                    <a:pt x="2" y="1"/>
                    <a:pt x="2" y="1"/>
                    <a:pt x="2" y="1"/>
                  </a:cubicBezTo>
                  <a:cubicBezTo>
                    <a:pt x="2" y="1"/>
                    <a:pt x="2" y="1"/>
                    <a:pt x="1" y="1"/>
                  </a:cubicBezTo>
                  <a:cubicBezTo>
                    <a:pt x="1" y="1"/>
                    <a:pt x="1" y="0"/>
                    <a:pt x="1" y="0"/>
                  </a:cubicBezTo>
                  <a:cubicBezTo>
                    <a:pt x="0" y="0"/>
                    <a:pt x="0" y="0"/>
                    <a:pt x="0" y="0"/>
                  </a:cubicBezTo>
                  <a:cubicBezTo>
                    <a:pt x="0" y="8"/>
                    <a:pt x="0" y="8"/>
                    <a:pt x="0" y="8"/>
                  </a:cubicBezTo>
                  <a:cubicBezTo>
                    <a:pt x="1" y="8"/>
                    <a:pt x="1" y="8"/>
                    <a:pt x="1" y="8"/>
                  </a:cubicBezTo>
                  <a:cubicBezTo>
                    <a:pt x="1" y="7"/>
                    <a:pt x="1" y="7"/>
                    <a:pt x="1" y="6"/>
                  </a:cubicBezTo>
                  <a:cubicBezTo>
                    <a:pt x="2" y="6"/>
                    <a:pt x="2" y="6"/>
                    <a:pt x="2" y="6"/>
                  </a:cubicBezTo>
                  <a:cubicBezTo>
                    <a:pt x="12" y="6"/>
                    <a:pt x="12" y="6"/>
                    <a:pt x="12" y="6"/>
                  </a:cubicBezTo>
                  <a:cubicBezTo>
                    <a:pt x="12" y="29"/>
                    <a:pt x="12" y="29"/>
                    <a:pt x="12" y="29"/>
                  </a:cubicBezTo>
                  <a:cubicBezTo>
                    <a:pt x="12" y="29"/>
                    <a:pt x="11" y="30"/>
                    <a:pt x="11"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250"/>
            <p:cNvSpPr>
              <a:spLocks/>
            </p:cNvSpPr>
            <p:nvPr/>
          </p:nvSpPr>
          <p:spPr bwMode="auto">
            <a:xfrm>
              <a:off x="4587875" y="1295400"/>
              <a:ext cx="38100" cy="41275"/>
            </a:xfrm>
            <a:custGeom>
              <a:avLst/>
              <a:gdLst>
                <a:gd name="T0" fmla="*/ 28 w 29"/>
                <a:gd name="T1" fmla="*/ 31 h 32"/>
                <a:gd name="T2" fmla="*/ 28 w 29"/>
                <a:gd name="T3" fmla="*/ 32 h 32"/>
                <a:gd name="T4" fmla="*/ 29 w 29"/>
                <a:gd name="T5" fmla="*/ 32 h 32"/>
                <a:gd name="T6" fmla="*/ 29 w 29"/>
                <a:gd name="T7" fmla="*/ 25 h 32"/>
                <a:gd name="T8" fmla="*/ 28 w 29"/>
                <a:gd name="T9" fmla="*/ 25 h 32"/>
                <a:gd name="T10" fmla="*/ 28 w 29"/>
                <a:gd name="T11" fmla="*/ 26 h 32"/>
                <a:gd name="T12" fmla="*/ 27 w 29"/>
                <a:gd name="T13" fmla="*/ 26 h 32"/>
                <a:gd name="T14" fmla="*/ 7 w 29"/>
                <a:gd name="T15" fmla="*/ 26 h 32"/>
                <a:gd name="T16" fmla="*/ 7 w 29"/>
                <a:gd name="T17" fmla="*/ 18 h 32"/>
                <a:gd name="T18" fmla="*/ 19 w 29"/>
                <a:gd name="T19" fmla="*/ 18 h 32"/>
                <a:gd name="T20" fmla="*/ 20 w 29"/>
                <a:gd name="T21" fmla="*/ 18 h 32"/>
                <a:gd name="T22" fmla="*/ 21 w 29"/>
                <a:gd name="T23" fmla="*/ 19 h 32"/>
                <a:gd name="T24" fmla="*/ 22 w 29"/>
                <a:gd name="T25" fmla="*/ 19 h 32"/>
                <a:gd name="T26" fmla="*/ 22 w 29"/>
                <a:gd name="T27" fmla="*/ 12 h 32"/>
                <a:gd name="T28" fmla="*/ 21 w 29"/>
                <a:gd name="T29" fmla="*/ 12 h 32"/>
                <a:gd name="T30" fmla="*/ 20 w 29"/>
                <a:gd name="T31" fmla="*/ 13 h 32"/>
                <a:gd name="T32" fmla="*/ 19 w 29"/>
                <a:gd name="T33" fmla="*/ 13 h 32"/>
                <a:gd name="T34" fmla="*/ 7 w 29"/>
                <a:gd name="T35" fmla="*/ 13 h 32"/>
                <a:gd name="T36" fmla="*/ 7 w 29"/>
                <a:gd name="T37" fmla="*/ 6 h 32"/>
                <a:gd name="T38" fmla="*/ 26 w 29"/>
                <a:gd name="T39" fmla="*/ 6 h 32"/>
                <a:gd name="T40" fmla="*/ 27 w 29"/>
                <a:gd name="T41" fmla="*/ 6 h 32"/>
                <a:gd name="T42" fmla="*/ 28 w 29"/>
                <a:gd name="T43" fmla="*/ 8 h 32"/>
                <a:gd name="T44" fmla="*/ 28 w 29"/>
                <a:gd name="T45" fmla="*/ 8 h 32"/>
                <a:gd name="T46" fmla="*/ 28 w 29"/>
                <a:gd name="T47" fmla="*/ 0 h 32"/>
                <a:gd name="T48" fmla="*/ 28 w 29"/>
                <a:gd name="T49" fmla="*/ 0 h 32"/>
                <a:gd name="T50" fmla="*/ 27 w 29"/>
                <a:gd name="T51" fmla="*/ 1 h 32"/>
                <a:gd name="T52" fmla="*/ 26 w 29"/>
                <a:gd name="T53" fmla="*/ 1 h 32"/>
                <a:gd name="T54" fmla="*/ 0 w 29"/>
                <a:gd name="T55" fmla="*/ 1 h 32"/>
                <a:gd name="T56" fmla="*/ 0 w 29"/>
                <a:gd name="T57" fmla="*/ 2 h 32"/>
                <a:gd name="T58" fmla="*/ 1 w 29"/>
                <a:gd name="T59" fmla="*/ 3 h 32"/>
                <a:gd name="T60" fmla="*/ 1 w 29"/>
                <a:gd name="T61" fmla="*/ 4 h 32"/>
                <a:gd name="T62" fmla="*/ 1 w 29"/>
                <a:gd name="T63" fmla="*/ 29 h 32"/>
                <a:gd name="T64" fmla="*/ 1 w 29"/>
                <a:gd name="T65" fmla="*/ 30 h 32"/>
                <a:gd name="T66" fmla="*/ 0 w 29"/>
                <a:gd name="T67" fmla="*/ 30 h 32"/>
                <a:gd name="T68" fmla="*/ 0 w 29"/>
                <a:gd name="T69" fmla="*/ 31 h 32"/>
                <a:gd name="T70" fmla="*/ 27 w 29"/>
                <a:gd name="T71" fmla="*/ 31 h 32"/>
                <a:gd name="T72" fmla="*/ 28 w 29"/>
                <a:gd name="T73" fmla="*/ 3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9" h="32">
                  <a:moveTo>
                    <a:pt x="28" y="31"/>
                  </a:moveTo>
                  <a:cubicBezTo>
                    <a:pt x="28" y="32"/>
                    <a:pt x="28" y="32"/>
                    <a:pt x="28" y="32"/>
                  </a:cubicBezTo>
                  <a:cubicBezTo>
                    <a:pt x="29" y="32"/>
                    <a:pt x="29" y="32"/>
                    <a:pt x="29" y="32"/>
                  </a:cubicBezTo>
                  <a:cubicBezTo>
                    <a:pt x="29" y="25"/>
                    <a:pt x="29" y="25"/>
                    <a:pt x="29" y="25"/>
                  </a:cubicBezTo>
                  <a:cubicBezTo>
                    <a:pt x="28" y="25"/>
                    <a:pt x="28" y="25"/>
                    <a:pt x="28" y="25"/>
                  </a:cubicBezTo>
                  <a:cubicBezTo>
                    <a:pt x="28" y="25"/>
                    <a:pt x="28" y="26"/>
                    <a:pt x="28" y="26"/>
                  </a:cubicBezTo>
                  <a:cubicBezTo>
                    <a:pt x="27" y="26"/>
                    <a:pt x="27" y="26"/>
                    <a:pt x="27" y="26"/>
                  </a:cubicBezTo>
                  <a:cubicBezTo>
                    <a:pt x="7" y="26"/>
                    <a:pt x="7" y="26"/>
                    <a:pt x="7" y="26"/>
                  </a:cubicBezTo>
                  <a:cubicBezTo>
                    <a:pt x="7" y="18"/>
                    <a:pt x="7" y="18"/>
                    <a:pt x="7" y="18"/>
                  </a:cubicBezTo>
                  <a:cubicBezTo>
                    <a:pt x="19" y="18"/>
                    <a:pt x="19" y="18"/>
                    <a:pt x="19" y="18"/>
                  </a:cubicBezTo>
                  <a:cubicBezTo>
                    <a:pt x="20" y="18"/>
                    <a:pt x="20" y="18"/>
                    <a:pt x="20" y="18"/>
                  </a:cubicBezTo>
                  <a:cubicBezTo>
                    <a:pt x="21" y="18"/>
                    <a:pt x="21" y="19"/>
                    <a:pt x="21" y="19"/>
                  </a:cubicBezTo>
                  <a:cubicBezTo>
                    <a:pt x="22" y="19"/>
                    <a:pt x="22" y="19"/>
                    <a:pt x="22" y="19"/>
                  </a:cubicBezTo>
                  <a:cubicBezTo>
                    <a:pt x="22" y="12"/>
                    <a:pt x="22" y="12"/>
                    <a:pt x="22" y="12"/>
                  </a:cubicBezTo>
                  <a:cubicBezTo>
                    <a:pt x="21" y="12"/>
                    <a:pt x="21" y="12"/>
                    <a:pt x="21" y="12"/>
                  </a:cubicBezTo>
                  <a:cubicBezTo>
                    <a:pt x="21" y="12"/>
                    <a:pt x="21" y="13"/>
                    <a:pt x="20" y="13"/>
                  </a:cubicBezTo>
                  <a:cubicBezTo>
                    <a:pt x="20" y="13"/>
                    <a:pt x="20" y="13"/>
                    <a:pt x="19" y="13"/>
                  </a:cubicBezTo>
                  <a:cubicBezTo>
                    <a:pt x="7" y="13"/>
                    <a:pt x="7" y="13"/>
                    <a:pt x="7" y="13"/>
                  </a:cubicBezTo>
                  <a:cubicBezTo>
                    <a:pt x="7" y="6"/>
                    <a:pt x="7" y="6"/>
                    <a:pt x="7" y="6"/>
                  </a:cubicBezTo>
                  <a:cubicBezTo>
                    <a:pt x="26" y="6"/>
                    <a:pt x="26" y="6"/>
                    <a:pt x="26" y="6"/>
                  </a:cubicBezTo>
                  <a:cubicBezTo>
                    <a:pt x="26" y="6"/>
                    <a:pt x="27" y="6"/>
                    <a:pt x="27" y="6"/>
                  </a:cubicBezTo>
                  <a:cubicBezTo>
                    <a:pt x="27" y="7"/>
                    <a:pt x="27" y="7"/>
                    <a:pt x="28" y="8"/>
                  </a:cubicBezTo>
                  <a:cubicBezTo>
                    <a:pt x="28" y="8"/>
                    <a:pt x="28" y="8"/>
                    <a:pt x="28" y="8"/>
                  </a:cubicBezTo>
                  <a:cubicBezTo>
                    <a:pt x="28" y="0"/>
                    <a:pt x="28" y="0"/>
                    <a:pt x="28" y="0"/>
                  </a:cubicBezTo>
                  <a:cubicBezTo>
                    <a:pt x="28" y="0"/>
                    <a:pt x="28" y="0"/>
                    <a:pt x="28" y="0"/>
                  </a:cubicBezTo>
                  <a:cubicBezTo>
                    <a:pt x="27" y="0"/>
                    <a:pt x="27" y="1"/>
                    <a:pt x="27" y="1"/>
                  </a:cubicBezTo>
                  <a:cubicBezTo>
                    <a:pt x="27" y="1"/>
                    <a:pt x="26" y="1"/>
                    <a:pt x="26" y="1"/>
                  </a:cubicBezTo>
                  <a:cubicBezTo>
                    <a:pt x="0" y="1"/>
                    <a:pt x="0" y="1"/>
                    <a:pt x="0" y="1"/>
                  </a:cubicBezTo>
                  <a:cubicBezTo>
                    <a:pt x="0" y="2"/>
                    <a:pt x="0" y="2"/>
                    <a:pt x="0" y="2"/>
                  </a:cubicBezTo>
                  <a:cubicBezTo>
                    <a:pt x="0" y="2"/>
                    <a:pt x="0" y="2"/>
                    <a:pt x="1" y="3"/>
                  </a:cubicBezTo>
                  <a:cubicBezTo>
                    <a:pt x="1" y="3"/>
                    <a:pt x="1" y="3"/>
                    <a:pt x="1" y="4"/>
                  </a:cubicBezTo>
                  <a:cubicBezTo>
                    <a:pt x="1" y="29"/>
                    <a:pt x="1" y="29"/>
                    <a:pt x="1" y="29"/>
                  </a:cubicBezTo>
                  <a:cubicBezTo>
                    <a:pt x="1" y="29"/>
                    <a:pt x="1" y="30"/>
                    <a:pt x="1" y="30"/>
                  </a:cubicBezTo>
                  <a:cubicBezTo>
                    <a:pt x="0" y="30"/>
                    <a:pt x="0" y="30"/>
                    <a:pt x="0" y="30"/>
                  </a:cubicBezTo>
                  <a:cubicBezTo>
                    <a:pt x="0" y="31"/>
                    <a:pt x="0" y="31"/>
                    <a:pt x="0" y="31"/>
                  </a:cubicBezTo>
                  <a:cubicBezTo>
                    <a:pt x="27" y="31"/>
                    <a:pt x="27" y="31"/>
                    <a:pt x="27" y="31"/>
                  </a:cubicBezTo>
                  <a:cubicBezTo>
                    <a:pt x="27" y="31"/>
                    <a:pt x="27" y="31"/>
                    <a:pt x="28"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251"/>
            <p:cNvSpPr>
              <a:spLocks noEditPoints="1"/>
            </p:cNvSpPr>
            <p:nvPr/>
          </p:nvSpPr>
          <p:spPr bwMode="auto">
            <a:xfrm>
              <a:off x="4691063" y="1295400"/>
              <a:ext cx="44450" cy="41275"/>
            </a:xfrm>
            <a:custGeom>
              <a:avLst/>
              <a:gdLst>
                <a:gd name="T0" fmla="*/ 29 w 34"/>
                <a:gd name="T1" fmla="*/ 4 h 31"/>
                <a:gd name="T2" fmla="*/ 17 w 34"/>
                <a:gd name="T3" fmla="*/ 0 h 31"/>
                <a:gd name="T4" fmla="*/ 2 w 34"/>
                <a:gd name="T5" fmla="*/ 7 h 31"/>
                <a:gd name="T6" fmla="*/ 0 w 34"/>
                <a:gd name="T7" fmla="*/ 15 h 31"/>
                <a:gd name="T8" fmla="*/ 1 w 34"/>
                <a:gd name="T9" fmla="*/ 21 h 31"/>
                <a:gd name="T10" fmla="*/ 5 w 34"/>
                <a:gd name="T11" fmla="*/ 26 h 31"/>
                <a:gd name="T12" fmla="*/ 17 w 34"/>
                <a:gd name="T13" fmla="*/ 31 h 31"/>
                <a:gd name="T14" fmla="*/ 32 w 34"/>
                <a:gd name="T15" fmla="*/ 23 h 31"/>
                <a:gd name="T16" fmla="*/ 34 w 34"/>
                <a:gd name="T17" fmla="*/ 15 h 31"/>
                <a:gd name="T18" fmla="*/ 29 w 34"/>
                <a:gd name="T19" fmla="*/ 4 h 31"/>
                <a:gd name="T20" fmla="*/ 27 w 34"/>
                <a:gd name="T21" fmla="*/ 19 h 31"/>
                <a:gd name="T22" fmla="*/ 24 w 34"/>
                <a:gd name="T23" fmla="*/ 23 h 31"/>
                <a:gd name="T24" fmla="*/ 17 w 34"/>
                <a:gd name="T25" fmla="*/ 25 h 31"/>
                <a:gd name="T26" fmla="*/ 10 w 34"/>
                <a:gd name="T27" fmla="*/ 23 h 31"/>
                <a:gd name="T28" fmla="*/ 6 w 34"/>
                <a:gd name="T29" fmla="*/ 15 h 31"/>
                <a:gd name="T30" fmla="*/ 10 w 34"/>
                <a:gd name="T31" fmla="*/ 7 h 31"/>
                <a:gd name="T32" fmla="*/ 17 w 34"/>
                <a:gd name="T33" fmla="*/ 5 h 31"/>
                <a:gd name="T34" fmla="*/ 24 w 34"/>
                <a:gd name="T35" fmla="*/ 7 h 31"/>
                <a:gd name="T36" fmla="*/ 27 w 34"/>
                <a:gd name="T37" fmla="*/ 15 h 31"/>
                <a:gd name="T38" fmla="*/ 27 w 34"/>
                <a:gd name="T39" fmla="*/ 1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4" h="31">
                  <a:moveTo>
                    <a:pt x="29" y="4"/>
                  </a:moveTo>
                  <a:cubicBezTo>
                    <a:pt x="26" y="1"/>
                    <a:pt x="22" y="0"/>
                    <a:pt x="17" y="0"/>
                  </a:cubicBezTo>
                  <a:cubicBezTo>
                    <a:pt x="10" y="0"/>
                    <a:pt x="5" y="2"/>
                    <a:pt x="2" y="7"/>
                  </a:cubicBezTo>
                  <a:cubicBezTo>
                    <a:pt x="1" y="9"/>
                    <a:pt x="0" y="12"/>
                    <a:pt x="0" y="15"/>
                  </a:cubicBezTo>
                  <a:cubicBezTo>
                    <a:pt x="0" y="17"/>
                    <a:pt x="0" y="19"/>
                    <a:pt x="1" y="21"/>
                  </a:cubicBezTo>
                  <a:cubicBezTo>
                    <a:pt x="2" y="23"/>
                    <a:pt x="3" y="25"/>
                    <a:pt x="5" y="26"/>
                  </a:cubicBezTo>
                  <a:cubicBezTo>
                    <a:pt x="8" y="29"/>
                    <a:pt x="12" y="31"/>
                    <a:pt x="17" y="31"/>
                  </a:cubicBezTo>
                  <a:cubicBezTo>
                    <a:pt x="24" y="31"/>
                    <a:pt x="29" y="28"/>
                    <a:pt x="32" y="23"/>
                  </a:cubicBezTo>
                  <a:cubicBezTo>
                    <a:pt x="33" y="21"/>
                    <a:pt x="34" y="18"/>
                    <a:pt x="34" y="15"/>
                  </a:cubicBezTo>
                  <a:cubicBezTo>
                    <a:pt x="34" y="11"/>
                    <a:pt x="32" y="7"/>
                    <a:pt x="29" y="4"/>
                  </a:cubicBezTo>
                  <a:close/>
                  <a:moveTo>
                    <a:pt x="27" y="19"/>
                  </a:moveTo>
                  <a:cubicBezTo>
                    <a:pt x="26" y="21"/>
                    <a:pt x="25" y="22"/>
                    <a:pt x="24" y="23"/>
                  </a:cubicBezTo>
                  <a:cubicBezTo>
                    <a:pt x="22" y="25"/>
                    <a:pt x="20" y="25"/>
                    <a:pt x="17" y="25"/>
                  </a:cubicBezTo>
                  <a:cubicBezTo>
                    <a:pt x="14" y="25"/>
                    <a:pt x="12" y="25"/>
                    <a:pt x="10" y="23"/>
                  </a:cubicBezTo>
                  <a:cubicBezTo>
                    <a:pt x="8" y="21"/>
                    <a:pt x="6" y="18"/>
                    <a:pt x="6" y="15"/>
                  </a:cubicBezTo>
                  <a:cubicBezTo>
                    <a:pt x="6" y="12"/>
                    <a:pt x="8" y="9"/>
                    <a:pt x="10" y="7"/>
                  </a:cubicBezTo>
                  <a:cubicBezTo>
                    <a:pt x="12" y="6"/>
                    <a:pt x="14" y="5"/>
                    <a:pt x="17" y="5"/>
                  </a:cubicBezTo>
                  <a:cubicBezTo>
                    <a:pt x="20" y="5"/>
                    <a:pt x="22" y="6"/>
                    <a:pt x="24" y="7"/>
                  </a:cubicBezTo>
                  <a:cubicBezTo>
                    <a:pt x="26" y="9"/>
                    <a:pt x="27" y="12"/>
                    <a:pt x="27" y="15"/>
                  </a:cubicBezTo>
                  <a:cubicBezTo>
                    <a:pt x="27" y="17"/>
                    <a:pt x="27" y="18"/>
                    <a:pt x="2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252"/>
            <p:cNvSpPr>
              <a:spLocks/>
            </p:cNvSpPr>
            <p:nvPr/>
          </p:nvSpPr>
          <p:spPr bwMode="auto">
            <a:xfrm>
              <a:off x="4429125" y="1042988"/>
              <a:ext cx="84138" cy="77787"/>
            </a:xfrm>
            <a:custGeom>
              <a:avLst/>
              <a:gdLst>
                <a:gd name="T0" fmla="*/ 58 w 65"/>
                <a:gd name="T1" fmla="*/ 53 h 60"/>
                <a:gd name="T2" fmla="*/ 62 w 65"/>
                <a:gd name="T3" fmla="*/ 51 h 60"/>
                <a:gd name="T4" fmla="*/ 64 w 65"/>
                <a:gd name="T5" fmla="*/ 52 h 60"/>
                <a:gd name="T6" fmla="*/ 65 w 65"/>
                <a:gd name="T7" fmla="*/ 51 h 60"/>
                <a:gd name="T8" fmla="*/ 57 w 65"/>
                <a:gd name="T9" fmla="*/ 39 h 60"/>
                <a:gd name="T10" fmla="*/ 56 w 65"/>
                <a:gd name="T11" fmla="*/ 40 h 60"/>
                <a:gd name="T12" fmla="*/ 56 w 65"/>
                <a:gd name="T13" fmla="*/ 41 h 60"/>
                <a:gd name="T14" fmla="*/ 55 w 65"/>
                <a:gd name="T15" fmla="*/ 43 h 60"/>
                <a:gd name="T16" fmla="*/ 51 w 65"/>
                <a:gd name="T17" fmla="*/ 46 h 60"/>
                <a:gd name="T18" fmla="*/ 36 w 65"/>
                <a:gd name="T19" fmla="*/ 50 h 60"/>
                <a:gd name="T20" fmla="*/ 20 w 65"/>
                <a:gd name="T21" fmla="*/ 45 h 60"/>
                <a:gd name="T22" fmla="*/ 13 w 65"/>
                <a:gd name="T23" fmla="*/ 30 h 60"/>
                <a:gd name="T24" fmla="*/ 20 w 65"/>
                <a:gd name="T25" fmla="*/ 15 h 60"/>
                <a:gd name="T26" fmla="*/ 36 w 65"/>
                <a:gd name="T27" fmla="*/ 10 h 60"/>
                <a:gd name="T28" fmla="*/ 51 w 65"/>
                <a:gd name="T29" fmla="*/ 14 h 60"/>
                <a:gd name="T30" fmla="*/ 55 w 65"/>
                <a:gd name="T31" fmla="*/ 17 h 60"/>
                <a:gd name="T32" fmla="*/ 56 w 65"/>
                <a:gd name="T33" fmla="*/ 19 h 60"/>
                <a:gd name="T34" fmla="*/ 56 w 65"/>
                <a:gd name="T35" fmla="*/ 20 h 60"/>
                <a:gd name="T36" fmla="*/ 57 w 65"/>
                <a:gd name="T37" fmla="*/ 21 h 60"/>
                <a:gd name="T38" fmla="*/ 65 w 65"/>
                <a:gd name="T39" fmla="*/ 9 h 60"/>
                <a:gd name="T40" fmla="*/ 64 w 65"/>
                <a:gd name="T41" fmla="*/ 8 h 60"/>
                <a:gd name="T42" fmla="*/ 62 w 65"/>
                <a:gd name="T43" fmla="*/ 9 h 60"/>
                <a:gd name="T44" fmla="*/ 58 w 65"/>
                <a:gd name="T45" fmla="*/ 7 h 60"/>
                <a:gd name="T46" fmla="*/ 46 w 65"/>
                <a:gd name="T47" fmla="*/ 2 h 60"/>
                <a:gd name="T48" fmla="*/ 34 w 65"/>
                <a:gd name="T49" fmla="*/ 0 h 60"/>
                <a:gd name="T50" fmla="*/ 6 w 65"/>
                <a:gd name="T51" fmla="*/ 12 h 60"/>
                <a:gd name="T52" fmla="*/ 0 w 65"/>
                <a:gd name="T53" fmla="*/ 30 h 60"/>
                <a:gd name="T54" fmla="*/ 3 w 65"/>
                <a:gd name="T55" fmla="*/ 44 h 60"/>
                <a:gd name="T56" fmla="*/ 12 w 65"/>
                <a:gd name="T57" fmla="*/ 53 h 60"/>
                <a:gd name="T58" fmla="*/ 34 w 65"/>
                <a:gd name="T59" fmla="*/ 60 h 60"/>
                <a:gd name="T60" fmla="*/ 46 w 65"/>
                <a:gd name="T61" fmla="*/ 58 h 60"/>
                <a:gd name="T62" fmla="*/ 58 w 65"/>
                <a:gd name="T63" fmla="*/ 5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5" h="60">
                  <a:moveTo>
                    <a:pt x="58" y="53"/>
                  </a:moveTo>
                  <a:cubicBezTo>
                    <a:pt x="60" y="51"/>
                    <a:pt x="62" y="51"/>
                    <a:pt x="62" y="51"/>
                  </a:cubicBezTo>
                  <a:cubicBezTo>
                    <a:pt x="63" y="51"/>
                    <a:pt x="63" y="51"/>
                    <a:pt x="64" y="52"/>
                  </a:cubicBezTo>
                  <a:cubicBezTo>
                    <a:pt x="65" y="51"/>
                    <a:pt x="65" y="51"/>
                    <a:pt x="65" y="51"/>
                  </a:cubicBezTo>
                  <a:cubicBezTo>
                    <a:pt x="57" y="39"/>
                    <a:pt x="57" y="39"/>
                    <a:pt x="57" y="39"/>
                  </a:cubicBezTo>
                  <a:cubicBezTo>
                    <a:pt x="56" y="40"/>
                    <a:pt x="56" y="40"/>
                    <a:pt x="56" y="40"/>
                  </a:cubicBezTo>
                  <a:cubicBezTo>
                    <a:pt x="56" y="40"/>
                    <a:pt x="56" y="41"/>
                    <a:pt x="56" y="41"/>
                  </a:cubicBezTo>
                  <a:cubicBezTo>
                    <a:pt x="56" y="42"/>
                    <a:pt x="56" y="42"/>
                    <a:pt x="55" y="43"/>
                  </a:cubicBezTo>
                  <a:cubicBezTo>
                    <a:pt x="54" y="44"/>
                    <a:pt x="53" y="45"/>
                    <a:pt x="51" y="46"/>
                  </a:cubicBezTo>
                  <a:cubicBezTo>
                    <a:pt x="46" y="49"/>
                    <a:pt x="41" y="50"/>
                    <a:pt x="36" y="50"/>
                  </a:cubicBezTo>
                  <a:cubicBezTo>
                    <a:pt x="29" y="50"/>
                    <a:pt x="24" y="48"/>
                    <a:pt x="20" y="45"/>
                  </a:cubicBezTo>
                  <a:cubicBezTo>
                    <a:pt x="15" y="41"/>
                    <a:pt x="13" y="36"/>
                    <a:pt x="13" y="30"/>
                  </a:cubicBezTo>
                  <a:cubicBezTo>
                    <a:pt x="13" y="24"/>
                    <a:pt x="15" y="19"/>
                    <a:pt x="20" y="15"/>
                  </a:cubicBezTo>
                  <a:cubicBezTo>
                    <a:pt x="24" y="12"/>
                    <a:pt x="29" y="10"/>
                    <a:pt x="36" y="10"/>
                  </a:cubicBezTo>
                  <a:cubicBezTo>
                    <a:pt x="41" y="10"/>
                    <a:pt x="46" y="11"/>
                    <a:pt x="51" y="14"/>
                  </a:cubicBezTo>
                  <a:cubicBezTo>
                    <a:pt x="53" y="15"/>
                    <a:pt x="54" y="16"/>
                    <a:pt x="55" y="17"/>
                  </a:cubicBezTo>
                  <a:cubicBezTo>
                    <a:pt x="56" y="17"/>
                    <a:pt x="56" y="18"/>
                    <a:pt x="56" y="19"/>
                  </a:cubicBezTo>
                  <a:cubicBezTo>
                    <a:pt x="56" y="19"/>
                    <a:pt x="56" y="20"/>
                    <a:pt x="56" y="20"/>
                  </a:cubicBezTo>
                  <a:cubicBezTo>
                    <a:pt x="57" y="21"/>
                    <a:pt x="57" y="21"/>
                    <a:pt x="57" y="21"/>
                  </a:cubicBezTo>
                  <a:cubicBezTo>
                    <a:pt x="65" y="9"/>
                    <a:pt x="65" y="9"/>
                    <a:pt x="65" y="9"/>
                  </a:cubicBezTo>
                  <a:cubicBezTo>
                    <a:pt x="64" y="8"/>
                    <a:pt x="64" y="8"/>
                    <a:pt x="64" y="8"/>
                  </a:cubicBezTo>
                  <a:cubicBezTo>
                    <a:pt x="63" y="9"/>
                    <a:pt x="63" y="9"/>
                    <a:pt x="62" y="9"/>
                  </a:cubicBezTo>
                  <a:cubicBezTo>
                    <a:pt x="62" y="9"/>
                    <a:pt x="60" y="9"/>
                    <a:pt x="58" y="7"/>
                  </a:cubicBezTo>
                  <a:cubicBezTo>
                    <a:pt x="53" y="4"/>
                    <a:pt x="49" y="2"/>
                    <a:pt x="46" y="2"/>
                  </a:cubicBezTo>
                  <a:cubicBezTo>
                    <a:pt x="42" y="1"/>
                    <a:pt x="39" y="0"/>
                    <a:pt x="34" y="0"/>
                  </a:cubicBezTo>
                  <a:cubicBezTo>
                    <a:pt x="22" y="0"/>
                    <a:pt x="12" y="4"/>
                    <a:pt x="6" y="12"/>
                  </a:cubicBezTo>
                  <a:cubicBezTo>
                    <a:pt x="2" y="17"/>
                    <a:pt x="0" y="23"/>
                    <a:pt x="0" y="30"/>
                  </a:cubicBezTo>
                  <a:cubicBezTo>
                    <a:pt x="0" y="35"/>
                    <a:pt x="1" y="40"/>
                    <a:pt x="3" y="44"/>
                  </a:cubicBezTo>
                  <a:cubicBezTo>
                    <a:pt x="5" y="48"/>
                    <a:pt x="8" y="51"/>
                    <a:pt x="12" y="53"/>
                  </a:cubicBezTo>
                  <a:cubicBezTo>
                    <a:pt x="17" y="58"/>
                    <a:pt x="25" y="60"/>
                    <a:pt x="34" y="60"/>
                  </a:cubicBezTo>
                  <a:cubicBezTo>
                    <a:pt x="39" y="60"/>
                    <a:pt x="42" y="59"/>
                    <a:pt x="46" y="58"/>
                  </a:cubicBezTo>
                  <a:cubicBezTo>
                    <a:pt x="49" y="57"/>
                    <a:pt x="53" y="55"/>
                    <a:pt x="58"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253"/>
            <p:cNvSpPr>
              <a:spLocks noEditPoints="1"/>
            </p:cNvSpPr>
            <p:nvPr/>
          </p:nvSpPr>
          <p:spPr bwMode="auto">
            <a:xfrm>
              <a:off x="4591050" y="1044575"/>
              <a:ext cx="92075" cy="74612"/>
            </a:xfrm>
            <a:custGeom>
              <a:avLst/>
              <a:gdLst>
                <a:gd name="T0" fmla="*/ 5 w 71"/>
                <a:gd name="T1" fmla="*/ 52 h 58"/>
                <a:gd name="T2" fmla="*/ 3 w 71"/>
                <a:gd name="T3" fmla="*/ 55 h 58"/>
                <a:gd name="T4" fmla="*/ 0 w 71"/>
                <a:gd name="T5" fmla="*/ 56 h 58"/>
                <a:gd name="T6" fmla="*/ 0 w 71"/>
                <a:gd name="T7" fmla="*/ 58 h 58"/>
                <a:gd name="T8" fmla="*/ 19 w 71"/>
                <a:gd name="T9" fmla="*/ 58 h 58"/>
                <a:gd name="T10" fmla="*/ 19 w 71"/>
                <a:gd name="T11" fmla="*/ 56 h 58"/>
                <a:gd name="T12" fmla="*/ 17 w 71"/>
                <a:gd name="T13" fmla="*/ 54 h 58"/>
                <a:gd name="T14" fmla="*/ 17 w 71"/>
                <a:gd name="T15" fmla="*/ 51 h 58"/>
                <a:gd name="T16" fmla="*/ 21 w 71"/>
                <a:gd name="T17" fmla="*/ 43 h 58"/>
                <a:gd name="T18" fmla="*/ 47 w 71"/>
                <a:gd name="T19" fmla="*/ 43 h 58"/>
                <a:gd name="T20" fmla="*/ 51 w 71"/>
                <a:gd name="T21" fmla="*/ 51 h 58"/>
                <a:gd name="T22" fmla="*/ 52 w 71"/>
                <a:gd name="T23" fmla="*/ 54 h 58"/>
                <a:gd name="T24" fmla="*/ 49 w 71"/>
                <a:gd name="T25" fmla="*/ 56 h 58"/>
                <a:gd name="T26" fmla="*/ 49 w 71"/>
                <a:gd name="T27" fmla="*/ 58 h 58"/>
                <a:gd name="T28" fmla="*/ 71 w 71"/>
                <a:gd name="T29" fmla="*/ 58 h 58"/>
                <a:gd name="T30" fmla="*/ 71 w 71"/>
                <a:gd name="T31" fmla="*/ 56 h 58"/>
                <a:gd name="T32" fmla="*/ 68 w 71"/>
                <a:gd name="T33" fmla="*/ 55 h 58"/>
                <a:gd name="T34" fmla="*/ 65 w 71"/>
                <a:gd name="T35" fmla="*/ 51 h 58"/>
                <a:gd name="T36" fmla="*/ 43 w 71"/>
                <a:gd name="T37" fmla="*/ 7 h 58"/>
                <a:gd name="T38" fmla="*/ 43 w 71"/>
                <a:gd name="T39" fmla="*/ 4 h 58"/>
                <a:gd name="T40" fmla="*/ 45 w 71"/>
                <a:gd name="T41" fmla="*/ 1 h 58"/>
                <a:gd name="T42" fmla="*/ 45 w 71"/>
                <a:gd name="T43" fmla="*/ 0 h 58"/>
                <a:gd name="T44" fmla="*/ 25 w 71"/>
                <a:gd name="T45" fmla="*/ 0 h 58"/>
                <a:gd name="T46" fmla="*/ 25 w 71"/>
                <a:gd name="T47" fmla="*/ 1 h 58"/>
                <a:gd name="T48" fmla="*/ 27 w 71"/>
                <a:gd name="T49" fmla="*/ 4 h 58"/>
                <a:gd name="T50" fmla="*/ 26 w 71"/>
                <a:gd name="T51" fmla="*/ 8 h 58"/>
                <a:gd name="T52" fmla="*/ 5 w 71"/>
                <a:gd name="T53" fmla="*/ 52 h 58"/>
                <a:gd name="T54" fmla="*/ 35 w 71"/>
                <a:gd name="T55" fmla="*/ 15 h 58"/>
                <a:gd name="T56" fmla="*/ 44 w 71"/>
                <a:gd name="T57" fmla="*/ 35 h 58"/>
                <a:gd name="T58" fmla="*/ 25 w 71"/>
                <a:gd name="T59" fmla="*/ 35 h 58"/>
                <a:gd name="T60" fmla="*/ 35 w 71"/>
                <a:gd name="T61" fmla="*/ 1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1" h="58">
                  <a:moveTo>
                    <a:pt x="5" y="52"/>
                  </a:moveTo>
                  <a:cubicBezTo>
                    <a:pt x="4" y="54"/>
                    <a:pt x="4" y="55"/>
                    <a:pt x="3" y="55"/>
                  </a:cubicBezTo>
                  <a:cubicBezTo>
                    <a:pt x="2" y="56"/>
                    <a:pt x="1" y="56"/>
                    <a:pt x="0" y="56"/>
                  </a:cubicBezTo>
                  <a:cubicBezTo>
                    <a:pt x="0" y="58"/>
                    <a:pt x="0" y="58"/>
                    <a:pt x="0" y="58"/>
                  </a:cubicBezTo>
                  <a:cubicBezTo>
                    <a:pt x="19" y="58"/>
                    <a:pt x="19" y="58"/>
                    <a:pt x="19" y="58"/>
                  </a:cubicBezTo>
                  <a:cubicBezTo>
                    <a:pt x="19" y="56"/>
                    <a:pt x="19" y="56"/>
                    <a:pt x="19" y="56"/>
                  </a:cubicBezTo>
                  <a:cubicBezTo>
                    <a:pt x="18" y="56"/>
                    <a:pt x="17" y="55"/>
                    <a:pt x="17" y="54"/>
                  </a:cubicBezTo>
                  <a:cubicBezTo>
                    <a:pt x="17" y="53"/>
                    <a:pt x="17" y="52"/>
                    <a:pt x="17" y="51"/>
                  </a:cubicBezTo>
                  <a:cubicBezTo>
                    <a:pt x="21" y="43"/>
                    <a:pt x="21" y="43"/>
                    <a:pt x="21" y="43"/>
                  </a:cubicBezTo>
                  <a:cubicBezTo>
                    <a:pt x="47" y="43"/>
                    <a:pt x="47" y="43"/>
                    <a:pt x="47" y="43"/>
                  </a:cubicBezTo>
                  <a:cubicBezTo>
                    <a:pt x="51" y="51"/>
                    <a:pt x="51" y="51"/>
                    <a:pt x="51" y="51"/>
                  </a:cubicBezTo>
                  <a:cubicBezTo>
                    <a:pt x="52" y="52"/>
                    <a:pt x="52" y="53"/>
                    <a:pt x="52" y="54"/>
                  </a:cubicBezTo>
                  <a:cubicBezTo>
                    <a:pt x="52" y="55"/>
                    <a:pt x="51" y="56"/>
                    <a:pt x="49" y="56"/>
                  </a:cubicBezTo>
                  <a:cubicBezTo>
                    <a:pt x="49" y="58"/>
                    <a:pt x="49" y="58"/>
                    <a:pt x="49" y="58"/>
                  </a:cubicBezTo>
                  <a:cubicBezTo>
                    <a:pt x="71" y="58"/>
                    <a:pt x="71" y="58"/>
                    <a:pt x="71" y="58"/>
                  </a:cubicBezTo>
                  <a:cubicBezTo>
                    <a:pt x="71" y="56"/>
                    <a:pt x="71" y="56"/>
                    <a:pt x="71" y="56"/>
                  </a:cubicBezTo>
                  <a:cubicBezTo>
                    <a:pt x="70" y="56"/>
                    <a:pt x="69" y="56"/>
                    <a:pt x="68" y="55"/>
                  </a:cubicBezTo>
                  <a:cubicBezTo>
                    <a:pt x="67" y="54"/>
                    <a:pt x="66" y="53"/>
                    <a:pt x="65" y="51"/>
                  </a:cubicBezTo>
                  <a:cubicBezTo>
                    <a:pt x="43" y="7"/>
                    <a:pt x="43" y="7"/>
                    <a:pt x="43" y="7"/>
                  </a:cubicBezTo>
                  <a:cubicBezTo>
                    <a:pt x="43" y="6"/>
                    <a:pt x="43" y="5"/>
                    <a:pt x="43" y="4"/>
                  </a:cubicBezTo>
                  <a:cubicBezTo>
                    <a:pt x="43" y="3"/>
                    <a:pt x="43" y="2"/>
                    <a:pt x="45" y="1"/>
                  </a:cubicBezTo>
                  <a:cubicBezTo>
                    <a:pt x="45" y="0"/>
                    <a:pt x="45" y="0"/>
                    <a:pt x="45" y="0"/>
                  </a:cubicBezTo>
                  <a:cubicBezTo>
                    <a:pt x="25" y="0"/>
                    <a:pt x="25" y="0"/>
                    <a:pt x="25" y="0"/>
                  </a:cubicBezTo>
                  <a:cubicBezTo>
                    <a:pt x="25" y="1"/>
                    <a:pt x="25" y="1"/>
                    <a:pt x="25" y="1"/>
                  </a:cubicBezTo>
                  <a:cubicBezTo>
                    <a:pt x="26" y="2"/>
                    <a:pt x="27" y="3"/>
                    <a:pt x="27" y="4"/>
                  </a:cubicBezTo>
                  <a:cubicBezTo>
                    <a:pt x="27" y="5"/>
                    <a:pt x="27" y="6"/>
                    <a:pt x="26" y="8"/>
                  </a:cubicBezTo>
                  <a:lnTo>
                    <a:pt x="5" y="52"/>
                  </a:lnTo>
                  <a:close/>
                  <a:moveTo>
                    <a:pt x="35" y="15"/>
                  </a:moveTo>
                  <a:cubicBezTo>
                    <a:pt x="44" y="35"/>
                    <a:pt x="44" y="35"/>
                    <a:pt x="44" y="35"/>
                  </a:cubicBezTo>
                  <a:cubicBezTo>
                    <a:pt x="25" y="35"/>
                    <a:pt x="25" y="35"/>
                    <a:pt x="25" y="35"/>
                  </a:cubicBezTo>
                  <a:lnTo>
                    <a:pt x="35"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254"/>
            <p:cNvSpPr>
              <a:spLocks/>
            </p:cNvSpPr>
            <p:nvPr/>
          </p:nvSpPr>
          <p:spPr bwMode="auto">
            <a:xfrm>
              <a:off x="5256213" y="1703388"/>
              <a:ext cx="263525" cy="20637"/>
            </a:xfrm>
            <a:custGeom>
              <a:avLst/>
              <a:gdLst>
                <a:gd name="T0" fmla="*/ 12 w 204"/>
                <a:gd name="T1" fmla="*/ 2 h 16"/>
                <a:gd name="T2" fmla="*/ 0 w 204"/>
                <a:gd name="T3" fmla="*/ 16 h 16"/>
                <a:gd name="T4" fmla="*/ 204 w 204"/>
                <a:gd name="T5" fmla="*/ 16 h 16"/>
                <a:gd name="T6" fmla="*/ 204 w 204"/>
                <a:gd name="T7" fmla="*/ 0 h 16"/>
                <a:gd name="T8" fmla="*/ 13 w 204"/>
                <a:gd name="T9" fmla="*/ 0 h 16"/>
                <a:gd name="T10" fmla="*/ 12 w 204"/>
                <a:gd name="T11" fmla="*/ 2 h 16"/>
              </a:gdLst>
              <a:ahLst/>
              <a:cxnLst>
                <a:cxn ang="0">
                  <a:pos x="T0" y="T1"/>
                </a:cxn>
                <a:cxn ang="0">
                  <a:pos x="T2" y="T3"/>
                </a:cxn>
                <a:cxn ang="0">
                  <a:pos x="T4" y="T5"/>
                </a:cxn>
                <a:cxn ang="0">
                  <a:pos x="T6" y="T7"/>
                </a:cxn>
                <a:cxn ang="0">
                  <a:pos x="T8" y="T9"/>
                </a:cxn>
                <a:cxn ang="0">
                  <a:pos x="T10" y="T11"/>
                </a:cxn>
              </a:cxnLst>
              <a:rect l="0" t="0" r="r" b="b"/>
              <a:pathLst>
                <a:path w="204" h="16">
                  <a:moveTo>
                    <a:pt x="12" y="2"/>
                  </a:moveTo>
                  <a:cubicBezTo>
                    <a:pt x="9" y="8"/>
                    <a:pt x="5" y="13"/>
                    <a:pt x="0" y="16"/>
                  </a:cubicBezTo>
                  <a:cubicBezTo>
                    <a:pt x="204" y="16"/>
                    <a:pt x="204" y="16"/>
                    <a:pt x="204" y="16"/>
                  </a:cubicBezTo>
                  <a:cubicBezTo>
                    <a:pt x="204" y="0"/>
                    <a:pt x="204" y="0"/>
                    <a:pt x="204" y="0"/>
                  </a:cubicBezTo>
                  <a:cubicBezTo>
                    <a:pt x="13" y="0"/>
                    <a:pt x="13" y="0"/>
                    <a:pt x="13" y="0"/>
                  </a:cubicBezTo>
                  <a:cubicBezTo>
                    <a:pt x="12" y="0"/>
                    <a:pt x="12" y="1"/>
                    <a:pt x="1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255"/>
            <p:cNvSpPr>
              <a:spLocks/>
            </p:cNvSpPr>
            <p:nvPr/>
          </p:nvSpPr>
          <p:spPr bwMode="auto">
            <a:xfrm>
              <a:off x="4678363" y="1703388"/>
              <a:ext cx="215900" cy="20637"/>
            </a:xfrm>
            <a:custGeom>
              <a:avLst/>
              <a:gdLst>
                <a:gd name="T0" fmla="*/ 0 w 167"/>
                <a:gd name="T1" fmla="*/ 16 h 16"/>
                <a:gd name="T2" fmla="*/ 166 w 167"/>
                <a:gd name="T3" fmla="*/ 16 h 16"/>
                <a:gd name="T4" fmla="*/ 167 w 167"/>
                <a:gd name="T5" fmla="*/ 0 h 16"/>
                <a:gd name="T6" fmla="*/ 5 w 167"/>
                <a:gd name="T7" fmla="*/ 0 h 16"/>
                <a:gd name="T8" fmla="*/ 0 w 167"/>
                <a:gd name="T9" fmla="*/ 16 h 16"/>
              </a:gdLst>
              <a:ahLst/>
              <a:cxnLst>
                <a:cxn ang="0">
                  <a:pos x="T0" y="T1"/>
                </a:cxn>
                <a:cxn ang="0">
                  <a:pos x="T2" y="T3"/>
                </a:cxn>
                <a:cxn ang="0">
                  <a:pos x="T4" y="T5"/>
                </a:cxn>
                <a:cxn ang="0">
                  <a:pos x="T6" y="T7"/>
                </a:cxn>
                <a:cxn ang="0">
                  <a:pos x="T8" y="T9"/>
                </a:cxn>
              </a:cxnLst>
              <a:rect l="0" t="0" r="r" b="b"/>
              <a:pathLst>
                <a:path w="167" h="16">
                  <a:moveTo>
                    <a:pt x="0" y="16"/>
                  </a:moveTo>
                  <a:cubicBezTo>
                    <a:pt x="166" y="16"/>
                    <a:pt x="166" y="16"/>
                    <a:pt x="166" y="16"/>
                  </a:cubicBezTo>
                  <a:cubicBezTo>
                    <a:pt x="166" y="11"/>
                    <a:pt x="167" y="5"/>
                    <a:pt x="167" y="0"/>
                  </a:cubicBezTo>
                  <a:cubicBezTo>
                    <a:pt x="5" y="0"/>
                    <a:pt x="5" y="0"/>
                    <a:pt x="5" y="0"/>
                  </a:cubicBezTo>
                  <a:cubicBezTo>
                    <a:pt x="4" y="5"/>
                    <a:pt x="2" y="11"/>
                    <a:pt x="0"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256"/>
            <p:cNvSpPr>
              <a:spLocks/>
            </p:cNvSpPr>
            <p:nvPr/>
          </p:nvSpPr>
          <p:spPr bwMode="auto">
            <a:xfrm>
              <a:off x="4964113" y="1649413"/>
              <a:ext cx="217488" cy="417512"/>
            </a:xfrm>
            <a:custGeom>
              <a:avLst/>
              <a:gdLst>
                <a:gd name="T0" fmla="*/ 0 w 167"/>
                <a:gd name="T1" fmla="*/ 180 h 322"/>
                <a:gd name="T2" fmla="*/ 0 w 167"/>
                <a:gd name="T3" fmla="*/ 284 h 322"/>
                <a:gd name="T4" fmla="*/ 38 w 167"/>
                <a:gd name="T5" fmla="*/ 322 h 322"/>
                <a:gd name="T6" fmla="*/ 76 w 167"/>
                <a:gd name="T7" fmla="*/ 284 h 322"/>
                <a:gd name="T8" fmla="*/ 76 w 167"/>
                <a:gd name="T9" fmla="*/ 188 h 322"/>
                <a:gd name="T10" fmla="*/ 90 w 167"/>
                <a:gd name="T11" fmla="*/ 188 h 322"/>
                <a:gd name="T12" fmla="*/ 90 w 167"/>
                <a:gd name="T13" fmla="*/ 284 h 322"/>
                <a:gd name="T14" fmla="*/ 129 w 167"/>
                <a:gd name="T15" fmla="*/ 322 h 322"/>
                <a:gd name="T16" fmla="*/ 167 w 167"/>
                <a:gd name="T17" fmla="*/ 284 h 322"/>
                <a:gd name="T18" fmla="*/ 167 w 167"/>
                <a:gd name="T19" fmla="*/ 180 h 322"/>
                <a:gd name="T20" fmla="*/ 101 w 167"/>
                <a:gd name="T21" fmla="*/ 189 h 322"/>
                <a:gd name="T22" fmla="*/ 95 w 167"/>
                <a:gd name="T23" fmla="*/ 189 h 322"/>
                <a:gd name="T24" fmla="*/ 95 w 167"/>
                <a:gd name="T25" fmla="*/ 182 h 322"/>
                <a:gd name="T26" fmla="*/ 99 w 167"/>
                <a:gd name="T27" fmla="*/ 0 h 322"/>
                <a:gd name="T28" fmla="*/ 88 w 167"/>
                <a:gd name="T29" fmla="*/ 15 h 322"/>
                <a:gd name="T30" fmla="*/ 83 w 167"/>
                <a:gd name="T31" fmla="*/ 21 h 322"/>
                <a:gd name="T32" fmla="*/ 78 w 167"/>
                <a:gd name="T33" fmla="*/ 15 h 322"/>
                <a:gd name="T34" fmla="*/ 67 w 167"/>
                <a:gd name="T35" fmla="*/ 0 h 322"/>
                <a:gd name="T36" fmla="*/ 71 w 167"/>
                <a:gd name="T37" fmla="*/ 182 h 322"/>
                <a:gd name="T38" fmla="*/ 72 w 167"/>
                <a:gd name="T39" fmla="*/ 189 h 322"/>
                <a:gd name="T40" fmla="*/ 65 w 167"/>
                <a:gd name="T41" fmla="*/ 189 h 322"/>
                <a:gd name="T42" fmla="*/ 0 w 167"/>
                <a:gd name="T43" fmla="*/ 180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7" h="322">
                  <a:moveTo>
                    <a:pt x="0" y="180"/>
                  </a:moveTo>
                  <a:cubicBezTo>
                    <a:pt x="0" y="284"/>
                    <a:pt x="0" y="284"/>
                    <a:pt x="0" y="284"/>
                  </a:cubicBezTo>
                  <a:cubicBezTo>
                    <a:pt x="0" y="305"/>
                    <a:pt x="17" y="322"/>
                    <a:pt x="38" y="322"/>
                  </a:cubicBezTo>
                  <a:cubicBezTo>
                    <a:pt x="59" y="322"/>
                    <a:pt x="76" y="305"/>
                    <a:pt x="76" y="284"/>
                  </a:cubicBezTo>
                  <a:cubicBezTo>
                    <a:pt x="76" y="188"/>
                    <a:pt x="76" y="188"/>
                    <a:pt x="76" y="188"/>
                  </a:cubicBezTo>
                  <a:cubicBezTo>
                    <a:pt x="90" y="188"/>
                    <a:pt x="90" y="188"/>
                    <a:pt x="90" y="188"/>
                  </a:cubicBezTo>
                  <a:cubicBezTo>
                    <a:pt x="90" y="284"/>
                    <a:pt x="90" y="284"/>
                    <a:pt x="90" y="284"/>
                  </a:cubicBezTo>
                  <a:cubicBezTo>
                    <a:pt x="90" y="305"/>
                    <a:pt x="107" y="322"/>
                    <a:pt x="129" y="322"/>
                  </a:cubicBezTo>
                  <a:cubicBezTo>
                    <a:pt x="150" y="322"/>
                    <a:pt x="167" y="305"/>
                    <a:pt x="167" y="284"/>
                  </a:cubicBezTo>
                  <a:cubicBezTo>
                    <a:pt x="167" y="180"/>
                    <a:pt x="167" y="180"/>
                    <a:pt x="167" y="180"/>
                  </a:cubicBezTo>
                  <a:cubicBezTo>
                    <a:pt x="149" y="185"/>
                    <a:pt x="127" y="189"/>
                    <a:pt x="101" y="189"/>
                  </a:cubicBezTo>
                  <a:cubicBezTo>
                    <a:pt x="95" y="189"/>
                    <a:pt x="95" y="189"/>
                    <a:pt x="95" y="189"/>
                  </a:cubicBezTo>
                  <a:cubicBezTo>
                    <a:pt x="95" y="182"/>
                    <a:pt x="95" y="182"/>
                    <a:pt x="95" y="182"/>
                  </a:cubicBezTo>
                  <a:cubicBezTo>
                    <a:pt x="99" y="0"/>
                    <a:pt x="99" y="0"/>
                    <a:pt x="99" y="0"/>
                  </a:cubicBezTo>
                  <a:cubicBezTo>
                    <a:pt x="88" y="15"/>
                    <a:pt x="88" y="15"/>
                    <a:pt x="88" y="15"/>
                  </a:cubicBezTo>
                  <a:cubicBezTo>
                    <a:pt x="83" y="21"/>
                    <a:pt x="83" y="21"/>
                    <a:pt x="83" y="21"/>
                  </a:cubicBezTo>
                  <a:cubicBezTo>
                    <a:pt x="78" y="15"/>
                    <a:pt x="78" y="15"/>
                    <a:pt x="78" y="15"/>
                  </a:cubicBezTo>
                  <a:cubicBezTo>
                    <a:pt x="67" y="0"/>
                    <a:pt x="67" y="0"/>
                    <a:pt x="67" y="0"/>
                  </a:cubicBezTo>
                  <a:cubicBezTo>
                    <a:pt x="71" y="182"/>
                    <a:pt x="71" y="182"/>
                    <a:pt x="71" y="182"/>
                  </a:cubicBezTo>
                  <a:cubicBezTo>
                    <a:pt x="72" y="189"/>
                    <a:pt x="72" y="189"/>
                    <a:pt x="72" y="189"/>
                  </a:cubicBezTo>
                  <a:cubicBezTo>
                    <a:pt x="65" y="189"/>
                    <a:pt x="65" y="189"/>
                    <a:pt x="65" y="189"/>
                  </a:cubicBezTo>
                  <a:cubicBezTo>
                    <a:pt x="40" y="189"/>
                    <a:pt x="18" y="185"/>
                    <a:pt x="0" y="1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257"/>
            <p:cNvSpPr>
              <a:spLocks/>
            </p:cNvSpPr>
            <p:nvPr/>
          </p:nvSpPr>
          <p:spPr bwMode="auto">
            <a:xfrm>
              <a:off x="4662488" y="1406525"/>
              <a:ext cx="60325" cy="85725"/>
            </a:xfrm>
            <a:custGeom>
              <a:avLst/>
              <a:gdLst>
                <a:gd name="T0" fmla="*/ 9 w 46"/>
                <a:gd name="T1" fmla="*/ 0 h 67"/>
                <a:gd name="T2" fmla="*/ 0 w 46"/>
                <a:gd name="T3" fmla="*/ 7 h 67"/>
                <a:gd name="T4" fmla="*/ 40 w 46"/>
                <a:gd name="T5" fmla="*/ 67 h 67"/>
                <a:gd name="T6" fmla="*/ 46 w 46"/>
                <a:gd name="T7" fmla="*/ 56 h 67"/>
                <a:gd name="T8" fmla="*/ 9 w 46"/>
                <a:gd name="T9" fmla="*/ 0 h 67"/>
              </a:gdLst>
              <a:ahLst/>
              <a:cxnLst>
                <a:cxn ang="0">
                  <a:pos x="T0" y="T1"/>
                </a:cxn>
                <a:cxn ang="0">
                  <a:pos x="T2" y="T3"/>
                </a:cxn>
                <a:cxn ang="0">
                  <a:pos x="T4" y="T5"/>
                </a:cxn>
                <a:cxn ang="0">
                  <a:pos x="T6" y="T7"/>
                </a:cxn>
                <a:cxn ang="0">
                  <a:pos x="T8" y="T9"/>
                </a:cxn>
              </a:cxnLst>
              <a:rect l="0" t="0" r="r" b="b"/>
              <a:pathLst>
                <a:path w="46" h="67">
                  <a:moveTo>
                    <a:pt x="9" y="0"/>
                  </a:moveTo>
                  <a:cubicBezTo>
                    <a:pt x="0" y="7"/>
                    <a:pt x="0" y="7"/>
                    <a:pt x="0" y="7"/>
                  </a:cubicBezTo>
                  <a:cubicBezTo>
                    <a:pt x="40" y="67"/>
                    <a:pt x="40" y="67"/>
                    <a:pt x="40" y="67"/>
                  </a:cubicBezTo>
                  <a:cubicBezTo>
                    <a:pt x="41" y="63"/>
                    <a:pt x="43" y="59"/>
                    <a:pt x="46" y="56"/>
                  </a:cubicBezTo>
                  <a:lnTo>
                    <a:pt x="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258"/>
            <p:cNvSpPr>
              <a:spLocks/>
            </p:cNvSpPr>
            <p:nvPr/>
          </p:nvSpPr>
          <p:spPr bwMode="auto">
            <a:xfrm>
              <a:off x="4973638" y="1143000"/>
              <a:ext cx="196850" cy="198437"/>
            </a:xfrm>
            <a:custGeom>
              <a:avLst/>
              <a:gdLst>
                <a:gd name="T0" fmla="*/ 61 w 152"/>
                <a:gd name="T1" fmla="*/ 144 h 153"/>
                <a:gd name="T2" fmla="*/ 144 w 152"/>
                <a:gd name="T3" fmla="*/ 92 h 153"/>
                <a:gd name="T4" fmla="*/ 92 w 152"/>
                <a:gd name="T5" fmla="*/ 9 h 153"/>
                <a:gd name="T6" fmla="*/ 9 w 152"/>
                <a:gd name="T7" fmla="*/ 61 h 153"/>
                <a:gd name="T8" fmla="*/ 61 w 152"/>
                <a:gd name="T9" fmla="*/ 144 h 153"/>
              </a:gdLst>
              <a:ahLst/>
              <a:cxnLst>
                <a:cxn ang="0">
                  <a:pos x="T0" y="T1"/>
                </a:cxn>
                <a:cxn ang="0">
                  <a:pos x="T2" y="T3"/>
                </a:cxn>
                <a:cxn ang="0">
                  <a:pos x="T4" y="T5"/>
                </a:cxn>
                <a:cxn ang="0">
                  <a:pos x="T6" y="T7"/>
                </a:cxn>
                <a:cxn ang="0">
                  <a:pos x="T8" y="T9"/>
                </a:cxn>
              </a:cxnLst>
              <a:rect l="0" t="0" r="r" b="b"/>
              <a:pathLst>
                <a:path w="152" h="153">
                  <a:moveTo>
                    <a:pt x="61" y="144"/>
                  </a:moveTo>
                  <a:cubicBezTo>
                    <a:pt x="98" y="153"/>
                    <a:pt x="135" y="130"/>
                    <a:pt x="144" y="92"/>
                  </a:cubicBezTo>
                  <a:cubicBezTo>
                    <a:pt x="152" y="55"/>
                    <a:pt x="129" y="18"/>
                    <a:pt x="92" y="9"/>
                  </a:cubicBezTo>
                  <a:cubicBezTo>
                    <a:pt x="55" y="0"/>
                    <a:pt x="17" y="24"/>
                    <a:pt x="9" y="61"/>
                  </a:cubicBezTo>
                  <a:cubicBezTo>
                    <a:pt x="0" y="98"/>
                    <a:pt x="23" y="135"/>
                    <a:pt x="61"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259"/>
            <p:cNvSpPr>
              <a:spLocks noEditPoints="1"/>
            </p:cNvSpPr>
            <p:nvPr/>
          </p:nvSpPr>
          <p:spPr bwMode="auto">
            <a:xfrm>
              <a:off x="5095875" y="1358900"/>
              <a:ext cx="204788" cy="528637"/>
            </a:xfrm>
            <a:custGeom>
              <a:avLst/>
              <a:gdLst>
                <a:gd name="T0" fmla="*/ 42 w 158"/>
                <a:gd name="T1" fmla="*/ 1 h 408"/>
                <a:gd name="T2" fmla="*/ 23 w 158"/>
                <a:gd name="T3" fmla="*/ 1 h 408"/>
                <a:gd name="T4" fmla="*/ 14 w 158"/>
                <a:gd name="T5" fmla="*/ 0 h 408"/>
                <a:gd name="T6" fmla="*/ 10 w 158"/>
                <a:gd name="T7" fmla="*/ 0 h 408"/>
                <a:gd name="T8" fmla="*/ 8 w 158"/>
                <a:gd name="T9" fmla="*/ 70 h 408"/>
                <a:gd name="T10" fmla="*/ 24 w 158"/>
                <a:gd name="T11" fmla="*/ 190 h 408"/>
                <a:gd name="T12" fmla="*/ 24 w 158"/>
                <a:gd name="T13" fmla="*/ 193 h 408"/>
                <a:gd name="T14" fmla="*/ 23 w 158"/>
                <a:gd name="T15" fmla="*/ 195 h 408"/>
                <a:gd name="T16" fmla="*/ 5 w 158"/>
                <a:gd name="T17" fmla="*/ 217 h 408"/>
                <a:gd name="T18" fmla="*/ 0 w 158"/>
                <a:gd name="T19" fmla="*/ 408 h 408"/>
                <a:gd name="T20" fmla="*/ 118 w 158"/>
                <a:gd name="T21" fmla="*/ 374 h 408"/>
                <a:gd name="T22" fmla="*/ 115 w 158"/>
                <a:gd name="T23" fmla="*/ 285 h 408"/>
                <a:gd name="T24" fmla="*/ 108 w 158"/>
                <a:gd name="T25" fmla="*/ 286 h 408"/>
                <a:gd name="T26" fmla="*/ 96 w 158"/>
                <a:gd name="T27" fmla="*/ 284 h 408"/>
                <a:gd name="T28" fmla="*/ 79 w 158"/>
                <a:gd name="T29" fmla="*/ 244 h 408"/>
                <a:gd name="T30" fmla="*/ 101 w 158"/>
                <a:gd name="T31" fmla="*/ 165 h 408"/>
                <a:gd name="T32" fmla="*/ 87 w 158"/>
                <a:gd name="T33" fmla="*/ 79 h 408"/>
                <a:gd name="T34" fmla="*/ 95 w 158"/>
                <a:gd name="T35" fmla="*/ 91 h 408"/>
                <a:gd name="T36" fmla="*/ 98 w 158"/>
                <a:gd name="T37" fmla="*/ 96 h 408"/>
                <a:gd name="T38" fmla="*/ 108 w 158"/>
                <a:gd name="T39" fmla="*/ 132 h 408"/>
                <a:gd name="T40" fmla="*/ 109 w 158"/>
                <a:gd name="T41" fmla="*/ 146 h 408"/>
                <a:gd name="T42" fmla="*/ 85 w 158"/>
                <a:gd name="T43" fmla="*/ 246 h 408"/>
                <a:gd name="T44" fmla="*/ 98 w 158"/>
                <a:gd name="T45" fmla="*/ 278 h 408"/>
                <a:gd name="T46" fmla="*/ 108 w 158"/>
                <a:gd name="T47" fmla="*/ 280 h 408"/>
                <a:gd name="T48" fmla="*/ 130 w 158"/>
                <a:gd name="T49" fmla="*/ 265 h 408"/>
                <a:gd name="T50" fmla="*/ 158 w 158"/>
                <a:gd name="T51" fmla="*/ 146 h 408"/>
                <a:gd name="T52" fmla="*/ 158 w 158"/>
                <a:gd name="T53" fmla="*/ 132 h 408"/>
                <a:gd name="T54" fmla="*/ 142 w 158"/>
                <a:gd name="T55" fmla="*/ 73 h 408"/>
                <a:gd name="T56" fmla="*/ 106 w 158"/>
                <a:gd name="T57" fmla="*/ 29 h 408"/>
                <a:gd name="T58" fmla="*/ 52 w 158"/>
                <a:gd name="T59" fmla="*/ 2 h 408"/>
                <a:gd name="T60" fmla="*/ 52 w 158"/>
                <a:gd name="T61" fmla="*/ 2 h 408"/>
                <a:gd name="T62" fmla="*/ 47 w 158"/>
                <a:gd name="T63" fmla="*/ 1 h 408"/>
                <a:gd name="T64" fmla="*/ 42 w 158"/>
                <a:gd name="T65" fmla="*/ 1 h 408"/>
                <a:gd name="T66" fmla="*/ 82 w 158"/>
                <a:gd name="T67" fmla="*/ 294 h 408"/>
                <a:gd name="T68" fmla="*/ 84 w 158"/>
                <a:gd name="T69" fmla="*/ 303 h 408"/>
                <a:gd name="T70" fmla="*/ 34 w 158"/>
                <a:gd name="T71" fmla="*/ 320 h 408"/>
                <a:gd name="T72" fmla="*/ 30 w 158"/>
                <a:gd name="T73" fmla="*/ 307 h 408"/>
                <a:gd name="T74" fmla="*/ 82 w 158"/>
                <a:gd name="T75" fmla="*/ 294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8" h="408">
                  <a:moveTo>
                    <a:pt x="42" y="1"/>
                  </a:moveTo>
                  <a:cubicBezTo>
                    <a:pt x="23" y="1"/>
                    <a:pt x="23" y="1"/>
                    <a:pt x="23" y="1"/>
                  </a:cubicBezTo>
                  <a:cubicBezTo>
                    <a:pt x="14" y="0"/>
                    <a:pt x="14" y="0"/>
                    <a:pt x="14" y="0"/>
                  </a:cubicBezTo>
                  <a:cubicBezTo>
                    <a:pt x="10" y="0"/>
                    <a:pt x="10" y="0"/>
                    <a:pt x="10" y="0"/>
                  </a:cubicBezTo>
                  <a:cubicBezTo>
                    <a:pt x="8" y="70"/>
                    <a:pt x="8" y="70"/>
                    <a:pt x="8" y="70"/>
                  </a:cubicBezTo>
                  <a:cubicBezTo>
                    <a:pt x="24" y="190"/>
                    <a:pt x="24" y="190"/>
                    <a:pt x="24" y="190"/>
                  </a:cubicBezTo>
                  <a:cubicBezTo>
                    <a:pt x="24" y="193"/>
                    <a:pt x="24" y="193"/>
                    <a:pt x="24" y="193"/>
                  </a:cubicBezTo>
                  <a:cubicBezTo>
                    <a:pt x="23" y="195"/>
                    <a:pt x="23" y="195"/>
                    <a:pt x="23" y="195"/>
                  </a:cubicBezTo>
                  <a:cubicBezTo>
                    <a:pt x="5" y="217"/>
                    <a:pt x="5" y="217"/>
                    <a:pt x="5" y="217"/>
                  </a:cubicBezTo>
                  <a:cubicBezTo>
                    <a:pt x="0" y="408"/>
                    <a:pt x="0" y="408"/>
                    <a:pt x="0" y="408"/>
                  </a:cubicBezTo>
                  <a:cubicBezTo>
                    <a:pt x="76" y="408"/>
                    <a:pt x="118" y="374"/>
                    <a:pt x="118" y="374"/>
                  </a:cubicBezTo>
                  <a:cubicBezTo>
                    <a:pt x="118" y="344"/>
                    <a:pt x="117" y="314"/>
                    <a:pt x="115" y="285"/>
                  </a:cubicBezTo>
                  <a:cubicBezTo>
                    <a:pt x="113" y="286"/>
                    <a:pt x="110" y="286"/>
                    <a:pt x="108" y="286"/>
                  </a:cubicBezTo>
                  <a:cubicBezTo>
                    <a:pt x="103" y="286"/>
                    <a:pt x="99" y="286"/>
                    <a:pt x="96" y="284"/>
                  </a:cubicBezTo>
                  <a:cubicBezTo>
                    <a:pt x="80" y="277"/>
                    <a:pt x="73" y="259"/>
                    <a:pt x="79" y="244"/>
                  </a:cubicBezTo>
                  <a:cubicBezTo>
                    <a:pt x="91" y="215"/>
                    <a:pt x="99" y="188"/>
                    <a:pt x="101" y="165"/>
                  </a:cubicBezTo>
                  <a:cubicBezTo>
                    <a:pt x="96" y="130"/>
                    <a:pt x="91" y="101"/>
                    <a:pt x="87" y="79"/>
                  </a:cubicBezTo>
                  <a:cubicBezTo>
                    <a:pt x="90" y="82"/>
                    <a:pt x="92" y="86"/>
                    <a:pt x="95" y="91"/>
                  </a:cubicBezTo>
                  <a:cubicBezTo>
                    <a:pt x="96" y="92"/>
                    <a:pt x="97" y="94"/>
                    <a:pt x="98" y="96"/>
                  </a:cubicBezTo>
                  <a:cubicBezTo>
                    <a:pt x="103" y="105"/>
                    <a:pt x="107" y="117"/>
                    <a:pt x="108" y="132"/>
                  </a:cubicBezTo>
                  <a:cubicBezTo>
                    <a:pt x="109" y="136"/>
                    <a:pt x="109" y="141"/>
                    <a:pt x="109" y="146"/>
                  </a:cubicBezTo>
                  <a:cubicBezTo>
                    <a:pt x="109" y="171"/>
                    <a:pt x="103" y="204"/>
                    <a:pt x="85" y="246"/>
                  </a:cubicBezTo>
                  <a:cubicBezTo>
                    <a:pt x="80" y="259"/>
                    <a:pt x="86" y="273"/>
                    <a:pt x="98" y="278"/>
                  </a:cubicBezTo>
                  <a:cubicBezTo>
                    <a:pt x="101" y="280"/>
                    <a:pt x="104" y="280"/>
                    <a:pt x="108" y="280"/>
                  </a:cubicBezTo>
                  <a:cubicBezTo>
                    <a:pt x="117" y="280"/>
                    <a:pt x="126" y="275"/>
                    <a:pt x="130" y="265"/>
                  </a:cubicBezTo>
                  <a:cubicBezTo>
                    <a:pt x="150" y="218"/>
                    <a:pt x="158" y="179"/>
                    <a:pt x="158" y="146"/>
                  </a:cubicBezTo>
                  <a:cubicBezTo>
                    <a:pt x="158" y="141"/>
                    <a:pt x="158" y="136"/>
                    <a:pt x="158" y="132"/>
                  </a:cubicBezTo>
                  <a:cubicBezTo>
                    <a:pt x="156" y="109"/>
                    <a:pt x="150" y="90"/>
                    <a:pt x="142" y="73"/>
                  </a:cubicBezTo>
                  <a:cubicBezTo>
                    <a:pt x="132" y="54"/>
                    <a:pt x="119" y="39"/>
                    <a:pt x="106" y="29"/>
                  </a:cubicBezTo>
                  <a:cubicBezTo>
                    <a:pt x="79" y="8"/>
                    <a:pt x="54" y="2"/>
                    <a:pt x="52" y="2"/>
                  </a:cubicBezTo>
                  <a:cubicBezTo>
                    <a:pt x="52" y="2"/>
                    <a:pt x="52" y="2"/>
                    <a:pt x="52" y="2"/>
                  </a:cubicBezTo>
                  <a:cubicBezTo>
                    <a:pt x="51" y="1"/>
                    <a:pt x="49" y="1"/>
                    <a:pt x="47" y="1"/>
                  </a:cubicBezTo>
                  <a:cubicBezTo>
                    <a:pt x="46" y="1"/>
                    <a:pt x="44" y="1"/>
                    <a:pt x="42" y="1"/>
                  </a:cubicBezTo>
                  <a:close/>
                  <a:moveTo>
                    <a:pt x="82" y="294"/>
                  </a:moveTo>
                  <a:cubicBezTo>
                    <a:pt x="84" y="303"/>
                    <a:pt x="84" y="303"/>
                    <a:pt x="84" y="303"/>
                  </a:cubicBezTo>
                  <a:cubicBezTo>
                    <a:pt x="34" y="320"/>
                    <a:pt x="34" y="320"/>
                    <a:pt x="34" y="320"/>
                  </a:cubicBezTo>
                  <a:cubicBezTo>
                    <a:pt x="30" y="307"/>
                    <a:pt x="30" y="307"/>
                    <a:pt x="30" y="307"/>
                  </a:cubicBezTo>
                  <a:lnTo>
                    <a:pt x="82" y="29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260"/>
            <p:cNvSpPr>
              <a:spLocks noEditPoints="1"/>
            </p:cNvSpPr>
            <p:nvPr/>
          </p:nvSpPr>
          <p:spPr bwMode="auto">
            <a:xfrm>
              <a:off x="4718050" y="1358900"/>
              <a:ext cx="330200" cy="528637"/>
            </a:xfrm>
            <a:custGeom>
              <a:avLst/>
              <a:gdLst>
                <a:gd name="T0" fmla="*/ 1 w 255"/>
                <a:gd name="T1" fmla="*/ 116 h 408"/>
                <a:gd name="T2" fmla="*/ 26 w 255"/>
                <a:gd name="T3" fmla="*/ 139 h 408"/>
                <a:gd name="T4" fmla="*/ 28 w 255"/>
                <a:gd name="T5" fmla="*/ 138 h 408"/>
                <a:gd name="T6" fmla="*/ 140 w 255"/>
                <a:gd name="T7" fmla="*/ 109 h 408"/>
                <a:gd name="T8" fmla="*/ 159 w 255"/>
                <a:gd name="T9" fmla="*/ 99 h 408"/>
                <a:gd name="T10" fmla="*/ 166 w 255"/>
                <a:gd name="T11" fmla="*/ 95 h 408"/>
                <a:gd name="T12" fmla="*/ 137 w 255"/>
                <a:gd name="T13" fmla="*/ 374 h 408"/>
                <a:gd name="T14" fmla="*/ 255 w 255"/>
                <a:gd name="T15" fmla="*/ 408 h 408"/>
                <a:gd name="T16" fmla="*/ 251 w 255"/>
                <a:gd name="T17" fmla="*/ 217 h 408"/>
                <a:gd name="T18" fmla="*/ 233 w 255"/>
                <a:gd name="T19" fmla="*/ 195 h 408"/>
                <a:gd name="T20" fmla="*/ 231 w 255"/>
                <a:gd name="T21" fmla="*/ 193 h 408"/>
                <a:gd name="T22" fmla="*/ 232 w 255"/>
                <a:gd name="T23" fmla="*/ 190 h 408"/>
                <a:gd name="T24" fmla="*/ 247 w 255"/>
                <a:gd name="T25" fmla="*/ 67 h 408"/>
                <a:gd name="T26" fmla="*/ 246 w 255"/>
                <a:gd name="T27" fmla="*/ 22 h 408"/>
                <a:gd name="T28" fmla="*/ 246 w 255"/>
                <a:gd name="T29" fmla="*/ 22 h 408"/>
                <a:gd name="T30" fmla="*/ 246 w 255"/>
                <a:gd name="T31" fmla="*/ 22 h 408"/>
                <a:gd name="T32" fmla="*/ 246 w 255"/>
                <a:gd name="T33" fmla="*/ 0 h 408"/>
                <a:gd name="T34" fmla="*/ 241 w 255"/>
                <a:gd name="T35" fmla="*/ 0 h 408"/>
                <a:gd name="T36" fmla="*/ 233 w 255"/>
                <a:gd name="T37" fmla="*/ 1 h 408"/>
                <a:gd name="T38" fmla="*/ 214 w 255"/>
                <a:gd name="T39" fmla="*/ 1 h 408"/>
                <a:gd name="T40" fmla="*/ 205 w 255"/>
                <a:gd name="T41" fmla="*/ 2 h 408"/>
                <a:gd name="T42" fmla="*/ 188 w 255"/>
                <a:gd name="T43" fmla="*/ 12 h 408"/>
                <a:gd name="T44" fmla="*/ 188 w 255"/>
                <a:gd name="T45" fmla="*/ 12 h 408"/>
                <a:gd name="T46" fmla="*/ 187 w 255"/>
                <a:gd name="T47" fmla="*/ 13 h 408"/>
                <a:gd name="T48" fmla="*/ 186 w 255"/>
                <a:gd name="T49" fmla="*/ 14 h 408"/>
                <a:gd name="T50" fmla="*/ 179 w 255"/>
                <a:gd name="T51" fmla="*/ 22 h 408"/>
                <a:gd name="T52" fmla="*/ 151 w 255"/>
                <a:gd name="T53" fmla="*/ 46 h 408"/>
                <a:gd name="T54" fmla="*/ 144 w 255"/>
                <a:gd name="T55" fmla="*/ 50 h 408"/>
                <a:gd name="T56" fmla="*/ 24 w 255"/>
                <a:gd name="T57" fmla="*/ 89 h 408"/>
                <a:gd name="T58" fmla="*/ 1 w 255"/>
                <a:gd name="T59" fmla="*/ 116 h 408"/>
                <a:gd name="T60" fmla="*/ 173 w 255"/>
                <a:gd name="T61" fmla="*/ 294 h 408"/>
                <a:gd name="T62" fmla="*/ 226 w 255"/>
                <a:gd name="T63" fmla="*/ 307 h 408"/>
                <a:gd name="T64" fmla="*/ 222 w 255"/>
                <a:gd name="T65" fmla="*/ 320 h 408"/>
                <a:gd name="T66" fmla="*/ 171 w 255"/>
                <a:gd name="T67" fmla="*/ 303 h 408"/>
                <a:gd name="T68" fmla="*/ 173 w 255"/>
                <a:gd name="T69" fmla="*/ 294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5" h="408">
                  <a:moveTo>
                    <a:pt x="1" y="116"/>
                  </a:moveTo>
                  <a:cubicBezTo>
                    <a:pt x="2" y="129"/>
                    <a:pt x="13" y="139"/>
                    <a:pt x="26" y="139"/>
                  </a:cubicBezTo>
                  <a:cubicBezTo>
                    <a:pt x="27" y="139"/>
                    <a:pt x="27" y="139"/>
                    <a:pt x="28" y="138"/>
                  </a:cubicBezTo>
                  <a:cubicBezTo>
                    <a:pt x="73" y="135"/>
                    <a:pt x="110" y="123"/>
                    <a:pt x="140" y="109"/>
                  </a:cubicBezTo>
                  <a:cubicBezTo>
                    <a:pt x="146" y="106"/>
                    <a:pt x="153" y="102"/>
                    <a:pt x="159" y="99"/>
                  </a:cubicBezTo>
                  <a:cubicBezTo>
                    <a:pt x="161" y="98"/>
                    <a:pt x="164" y="96"/>
                    <a:pt x="166" y="95"/>
                  </a:cubicBezTo>
                  <a:cubicBezTo>
                    <a:pt x="154" y="158"/>
                    <a:pt x="137" y="266"/>
                    <a:pt x="137" y="374"/>
                  </a:cubicBezTo>
                  <a:cubicBezTo>
                    <a:pt x="137" y="374"/>
                    <a:pt x="180" y="408"/>
                    <a:pt x="255" y="408"/>
                  </a:cubicBezTo>
                  <a:cubicBezTo>
                    <a:pt x="251" y="217"/>
                    <a:pt x="251" y="217"/>
                    <a:pt x="251" y="217"/>
                  </a:cubicBezTo>
                  <a:cubicBezTo>
                    <a:pt x="233" y="195"/>
                    <a:pt x="233" y="195"/>
                    <a:pt x="233" y="195"/>
                  </a:cubicBezTo>
                  <a:cubicBezTo>
                    <a:pt x="231" y="193"/>
                    <a:pt x="231" y="193"/>
                    <a:pt x="231" y="193"/>
                  </a:cubicBezTo>
                  <a:cubicBezTo>
                    <a:pt x="232" y="190"/>
                    <a:pt x="232" y="190"/>
                    <a:pt x="232" y="190"/>
                  </a:cubicBezTo>
                  <a:cubicBezTo>
                    <a:pt x="247" y="67"/>
                    <a:pt x="247" y="67"/>
                    <a:pt x="247" y="67"/>
                  </a:cubicBezTo>
                  <a:cubicBezTo>
                    <a:pt x="246" y="22"/>
                    <a:pt x="246" y="22"/>
                    <a:pt x="246" y="22"/>
                  </a:cubicBezTo>
                  <a:cubicBezTo>
                    <a:pt x="246" y="22"/>
                    <a:pt x="246" y="22"/>
                    <a:pt x="246" y="22"/>
                  </a:cubicBezTo>
                  <a:cubicBezTo>
                    <a:pt x="246" y="22"/>
                    <a:pt x="246" y="22"/>
                    <a:pt x="246" y="22"/>
                  </a:cubicBezTo>
                  <a:cubicBezTo>
                    <a:pt x="246" y="0"/>
                    <a:pt x="246" y="0"/>
                    <a:pt x="246" y="0"/>
                  </a:cubicBezTo>
                  <a:cubicBezTo>
                    <a:pt x="241" y="0"/>
                    <a:pt x="241" y="0"/>
                    <a:pt x="241" y="0"/>
                  </a:cubicBezTo>
                  <a:cubicBezTo>
                    <a:pt x="233" y="1"/>
                    <a:pt x="233" y="1"/>
                    <a:pt x="233" y="1"/>
                  </a:cubicBezTo>
                  <a:cubicBezTo>
                    <a:pt x="214" y="1"/>
                    <a:pt x="214" y="1"/>
                    <a:pt x="214" y="1"/>
                  </a:cubicBezTo>
                  <a:cubicBezTo>
                    <a:pt x="211" y="1"/>
                    <a:pt x="208" y="1"/>
                    <a:pt x="205" y="2"/>
                  </a:cubicBezTo>
                  <a:cubicBezTo>
                    <a:pt x="199" y="3"/>
                    <a:pt x="192" y="6"/>
                    <a:pt x="188" y="12"/>
                  </a:cubicBezTo>
                  <a:cubicBezTo>
                    <a:pt x="188" y="12"/>
                    <a:pt x="188" y="12"/>
                    <a:pt x="188" y="12"/>
                  </a:cubicBezTo>
                  <a:cubicBezTo>
                    <a:pt x="188" y="12"/>
                    <a:pt x="187" y="12"/>
                    <a:pt x="187" y="13"/>
                  </a:cubicBezTo>
                  <a:cubicBezTo>
                    <a:pt x="187" y="13"/>
                    <a:pt x="187" y="14"/>
                    <a:pt x="186" y="14"/>
                  </a:cubicBezTo>
                  <a:cubicBezTo>
                    <a:pt x="185" y="16"/>
                    <a:pt x="182" y="19"/>
                    <a:pt x="179" y="22"/>
                  </a:cubicBezTo>
                  <a:cubicBezTo>
                    <a:pt x="173" y="28"/>
                    <a:pt x="164" y="37"/>
                    <a:pt x="151" y="46"/>
                  </a:cubicBezTo>
                  <a:cubicBezTo>
                    <a:pt x="148" y="47"/>
                    <a:pt x="146" y="49"/>
                    <a:pt x="144" y="50"/>
                  </a:cubicBezTo>
                  <a:cubicBezTo>
                    <a:pt x="117" y="67"/>
                    <a:pt x="78" y="85"/>
                    <a:pt x="24" y="89"/>
                  </a:cubicBezTo>
                  <a:cubicBezTo>
                    <a:pt x="10" y="90"/>
                    <a:pt x="0" y="102"/>
                    <a:pt x="1" y="116"/>
                  </a:cubicBezTo>
                  <a:close/>
                  <a:moveTo>
                    <a:pt x="173" y="294"/>
                  </a:moveTo>
                  <a:cubicBezTo>
                    <a:pt x="226" y="307"/>
                    <a:pt x="226" y="307"/>
                    <a:pt x="226" y="307"/>
                  </a:cubicBezTo>
                  <a:cubicBezTo>
                    <a:pt x="222" y="320"/>
                    <a:pt x="222" y="320"/>
                    <a:pt x="222" y="320"/>
                  </a:cubicBezTo>
                  <a:cubicBezTo>
                    <a:pt x="171" y="303"/>
                    <a:pt x="171" y="303"/>
                    <a:pt x="171" y="303"/>
                  </a:cubicBezTo>
                  <a:lnTo>
                    <a:pt x="173" y="29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261"/>
            <p:cNvSpPr>
              <a:spLocks/>
            </p:cNvSpPr>
            <p:nvPr/>
          </p:nvSpPr>
          <p:spPr bwMode="auto">
            <a:xfrm>
              <a:off x="5027613" y="1350963"/>
              <a:ext cx="90488" cy="312737"/>
            </a:xfrm>
            <a:custGeom>
              <a:avLst/>
              <a:gdLst>
                <a:gd name="T0" fmla="*/ 28 w 57"/>
                <a:gd name="T1" fmla="*/ 197 h 197"/>
                <a:gd name="T2" fmla="*/ 57 w 57"/>
                <a:gd name="T3" fmla="*/ 160 h 197"/>
                <a:gd name="T4" fmla="*/ 40 w 57"/>
                <a:gd name="T5" fmla="*/ 32 h 197"/>
                <a:gd name="T6" fmla="*/ 46 w 57"/>
                <a:gd name="T7" fmla="*/ 23 h 197"/>
                <a:gd name="T8" fmla="*/ 40 w 57"/>
                <a:gd name="T9" fmla="*/ 0 h 197"/>
                <a:gd name="T10" fmla="*/ 28 w 57"/>
                <a:gd name="T11" fmla="*/ 0 h 197"/>
                <a:gd name="T12" fmla="*/ 17 w 57"/>
                <a:gd name="T13" fmla="*/ 0 h 197"/>
                <a:gd name="T14" fmla="*/ 11 w 57"/>
                <a:gd name="T15" fmla="*/ 23 h 197"/>
                <a:gd name="T16" fmla="*/ 17 w 57"/>
                <a:gd name="T17" fmla="*/ 32 h 197"/>
                <a:gd name="T18" fmla="*/ 0 w 57"/>
                <a:gd name="T19" fmla="*/ 160 h 197"/>
                <a:gd name="T20" fmla="*/ 28 w 57"/>
                <a:gd name="T21"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197">
                  <a:moveTo>
                    <a:pt x="28" y="197"/>
                  </a:moveTo>
                  <a:lnTo>
                    <a:pt x="57" y="160"/>
                  </a:lnTo>
                  <a:lnTo>
                    <a:pt x="40" y="32"/>
                  </a:lnTo>
                  <a:lnTo>
                    <a:pt x="46" y="23"/>
                  </a:lnTo>
                  <a:lnTo>
                    <a:pt x="40" y="0"/>
                  </a:lnTo>
                  <a:lnTo>
                    <a:pt x="28" y="0"/>
                  </a:lnTo>
                  <a:lnTo>
                    <a:pt x="17" y="0"/>
                  </a:lnTo>
                  <a:lnTo>
                    <a:pt x="11" y="23"/>
                  </a:lnTo>
                  <a:lnTo>
                    <a:pt x="17" y="32"/>
                  </a:lnTo>
                  <a:lnTo>
                    <a:pt x="0" y="160"/>
                  </a:lnTo>
                  <a:lnTo>
                    <a:pt x="28" y="19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262"/>
            <p:cNvSpPr>
              <a:spLocks/>
            </p:cNvSpPr>
            <p:nvPr/>
          </p:nvSpPr>
          <p:spPr bwMode="auto">
            <a:xfrm>
              <a:off x="4311650" y="1816100"/>
              <a:ext cx="488950" cy="406400"/>
            </a:xfrm>
            <a:custGeom>
              <a:avLst/>
              <a:gdLst>
                <a:gd name="T0" fmla="*/ 77 w 377"/>
                <a:gd name="T1" fmla="*/ 12 h 313"/>
                <a:gd name="T2" fmla="*/ 57 w 377"/>
                <a:gd name="T3" fmla="*/ 30 h 313"/>
                <a:gd name="T4" fmla="*/ 14 w 377"/>
                <a:gd name="T5" fmla="*/ 89 h 313"/>
                <a:gd name="T6" fmla="*/ 0 w 377"/>
                <a:gd name="T7" fmla="*/ 149 h 313"/>
                <a:gd name="T8" fmla="*/ 1 w 377"/>
                <a:gd name="T9" fmla="*/ 157 h 313"/>
                <a:gd name="T10" fmla="*/ 23 w 377"/>
                <a:gd name="T11" fmla="*/ 223 h 313"/>
                <a:gd name="T12" fmla="*/ 45 w 377"/>
                <a:gd name="T13" fmla="*/ 251 h 313"/>
                <a:gd name="T14" fmla="*/ 73 w 377"/>
                <a:gd name="T15" fmla="*/ 229 h 313"/>
                <a:gd name="T16" fmla="*/ 73 w 377"/>
                <a:gd name="T17" fmla="*/ 181 h 313"/>
                <a:gd name="T18" fmla="*/ 65 w 377"/>
                <a:gd name="T19" fmla="*/ 157 h 313"/>
                <a:gd name="T20" fmla="*/ 64 w 377"/>
                <a:gd name="T21" fmla="*/ 149 h 313"/>
                <a:gd name="T22" fmla="*/ 73 w 377"/>
                <a:gd name="T23" fmla="*/ 115 h 313"/>
                <a:gd name="T24" fmla="*/ 81 w 377"/>
                <a:gd name="T25" fmla="*/ 101 h 313"/>
                <a:gd name="T26" fmla="*/ 81 w 377"/>
                <a:gd name="T27" fmla="*/ 233 h 313"/>
                <a:gd name="T28" fmla="*/ 33 w 377"/>
                <a:gd name="T29" fmla="*/ 283 h 313"/>
                <a:gd name="T30" fmla="*/ 20 w 377"/>
                <a:gd name="T31" fmla="*/ 313 h 313"/>
                <a:gd name="T32" fmla="*/ 357 w 377"/>
                <a:gd name="T33" fmla="*/ 313 h 313"/>
                <a:gd name="T34" fmla="*/ 349 w 377"/>
                <a:gd name="T35" fmla="*/ 291 h 313"/>
                <a:gd name="T36" fmla="*/ 316 w 377"/>
                <a:gd name="T37" fmla="*/ 247 h 313"/>
                <a:gd name="T38" fmla="*/ 297 w 377"/>
                <a:gd name="T39" fmla="*/ 233 h 313"/>
                <a:gd name="T40" fmla="*/ 297 w 377"/>
                <a:gd name="T41" fmla="*/ 101 h 313"/>
                <a:gd name="T42" fmla="*/ 305 w 377"/>
                <a:gd name="T43" fmla="*/ 115 h 313"/>
                <a:gd name="T44" fmla="*/ 313 w 377"/>
                <a:gd name="T45" fmla="*/ 149 h 313"/>
                <a:gd name="T46" fmla="*/ 313 w 377"/>
                <a:gd name="T47" fmla="*/ 157 h 313"/>
                <a:gd name="T48" fmla="*/ 305 w 377"/>
                <a:gd name="T49" fmla="*/ 181 h 313"/>
                <a:gd name="T50" fmla="*/ 305 w 377"/>
                <a:gd name="T51" fmla="*/ 229 h 313"/>
                <a:gd name="T52" fmla="*/ 321 w 377"/>
                <a:gd name="T53" fmla="*/ 241 h 313"/>
                <a:gd name="T54" fmla="*/ 332 w 377"/>
                <a:gd name="T55" fmla="*/ 251 h 313"/>
                <a:gd name="T56" fmla="*/ 354 w 377"/>
                <a:gd name="T57" fmla="*/ 223 h 313"/>
                <a:gd name="T58" fmla="*/ 377 w 377"/>
                <a:gd name="T59" fmla="*/ 157 h 313"/>
                <a:gd name="T60" fmla="*/ 377 w 377"/>
                <a:gd name="T61" fmla="*/ 149 h 313"/>
                <a:gd name="T62" fmla="*/ 363 w 377"/>
                <a:gd name="T63" fmla="*/ 89 h 313"/>
                <a:gd name="T64" fmla="*/ 320 w 377"/>
                <a:gd name="T65" fmla="*/ 30 h 313"/>
                <a:gd name="T66" fmla="*/ 300 w 377"/>
                <a:gd name="T67" fmla="*/ 12 h 313"/>
                <a:gd name="T68" fmla="*/ 294 w 377"/>
                <a:gd name="T69" fmla="*/ 7 h 313"/>
                <a:gd name="T70" fmla="*/ 277 w 377"/>
                <a:gd name="T71" fmla="*/ 2 h 313"/>
                <a:gd name="T72" fmla="*/ 266 w 377"/>
                <a:gd name="T73" fmla="*/ 0 h 313"/>
                <a:gd name="T74" fmla="*/ 112 w 377"/>
                <a:gd name="T75" fmla="*/ 0 h 313"/>
                <a:gd name="T76" fmla="*/ 101 w 377"/>
                <a:gd name="T77" fmla="*/ 2 h 313"/>
                <a:gd name="T78" fmla="*/ 84 w 377"/>
                <a:gd name="T79" fmla="*/ 7 h 313"/>
                <a:gd name="T80" fmla="*/ 77 w 377"/>
                <a:gd name="T81" fmla="*/ 12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77" h="313">
                  <a:moveTo>
                    <a:pt x="77" y="12"/>
                  </a:moveTo>
                  <a:cubicBezTo>
                    <a:pt x="73" y="16"/>
                    <a:pt x="66" y="22"/>
                    <a:pt x="57" y="30"/>
                  </a:cubicBezTo>
                  <a:cubicBezTo>
                    <a:pt x="44" y="43"/>
                    <a:pt x="26" y="63"/>
                    <a:pt x="14" y="89"/>
                  </a:cubicBezTo>
                  <a:cubicBezTo>
                    <a:pt x="6" y="106"/>
                    <a:pt x="0" y="126"/>
                    <a:pt x="0" y="149"/>
                  </a:cubicBezTo>
                  <a:cubicBezTo>
                    <a:pt x="0" y="151"/>
                    <a:pt x="1" y="154"/>
                    <a:pt x="1" y="157"/>
                  </a:cubicBezTo>
                  <a:cubicBezTo>
                    <a:pt x="2" y="178"/>
                    <a:pt x="9" y="201"/>
                    <a:pt x="23" y="223"/>
                  </a:cubicBezTo>
                  <a:cubicBezTo>
                    <a:pt x="29" y="233"/>
                    <a:pt x="37" y="242"/>
                    <a:pt x="45" y="251"/>
                  </a:cubicBezTo>
                  <a:cubicBezTo>
                    <a:pt x="53" y="243"/>
                    <a:pt x="63" y="235"/>
                    <a:pt x="73" y="229"/>
                  </a:cubicBezTo>
                  <a:cubicBezTo>
                    <a:pt x="73" y="181"/>
                    <a:pt x="73" y="181"/>
                    <a:pt x="73" y="181"/>
                  </a:cubicBezTo>
                  <a:cubicBezTo>
                    <a:pt x="68" y="172"/>
                    <a:pt x="66" y="164"/>
                    <a:pt x="65" y="157"/>
                  </a:cubicBezTo>
                  <a:cubicBezTo>
                    <a:pt x="65" y="154"/>
                    <a:pt x="64" y="151"/>
                    <a:pt x="64" y="149"/>
                  </a:cubicBezTo>
                  <a:cubicBezTo>
                    <a:pt x="64" y="137"/>
                    <a:pt x="68" y="126"/>
                    <a:pt x="73" y="115"/>
                  </a:cubicBezTo>
                  <a:cubicBezTo>
                    <a:pt x="75" y="110"/>
                    <a:pt x="78" y="106"/>
                    <a:pt x="81" y="101"/>
                  </a:cubicBezTo>
                  <a:cubicBezTo>
                    <a:pt x="81" y="233"/>
                    <a:pt x="81" y="233"/>
                    <a:pt x="81" y="233"/>
                  </a:cubicBezTo>
                  <a:cubicBezTo>
                    <a:pt x="62" y="244"/>
                    <a:pt x="44" y="261"/>
                    <a:pt x="33" y="283"/>
                  </a:cubicBezTo>
                  <a:cubicBezTo>
                    <a:pt x="27" y="292"/>
                    <a:pt x="23" y="302"/>
                    <a:pt x="20" y="313"/>
                  </a:cubicBezTo>
                  <a:cubicBezTo>
                    <a:pt x="357" y="313"/>
                    <a:pt x="357" y="313"/>
                    <a:pt x="357" y="313"/>
                  </a:cubicBezTo>
                  <a:cubicBezTo>
                    <a:pt x="355" y="306"/>
                    <a:pt x="353" y="298"/>
                    <a:pt x="349" y="291"/>
                  </a:cubicBezTo>
                  <a:cubicBezTo>
                    <a:pt x="341" y="274"/>
                    <a:pt x="330" y="258"/>
                    <a:pt x="316" y="247"/>
                  </a:cubicBezTo>
                  <a:cubicBezTo>
                    <a:pt x="310" y="242"/>
                    <a:pt x="304" y="237"/>
                    <a:pt x="297" y="233"/>
                  </a:cubicBezTo>
                  <a:cubicBezTo>
                    <a:pt x="297" y="101"/>
                    <a:pt x="297" y="101"/>
                    <a:pt x="297" y="101"/>
                  </a:cubicBezTo>
                  <a:cubicBezTo>
                    <a:pt x="300" y="106"/>
                    <a:pt x="303" y="110"/>
                    <a:pt x="305" y="115"/>
                  </a:cubicBezTo>
                  <a:cubicBezTo>
                    <a:pt x="310" y="126"/>
                    <a:pt x="313" y="137"/>
                    <a:pt x="313" y="149"/>
                  </a:cubicBezTo>
                  <a:cubicBezTo>
                    <a:pt x="313" y="151"/>
                    <a:pt x="313" y="154"/>
                    <a:pt x="313" y="157"/>
                  </a:cubicBezTo>
                  <a:cubicBezTo>
                    <a:pt x="312" y="164"/>
                    <a:pt x="310" y="172"/>
                    <a:pt x="305" y="181"/>
                  </a:cubicBezTo>
                  <a:cubicBezTo>
                    <a:pt x="305" y="229"/>
                    <a:pt x="305" y="229"/>
                    <a:pt x="305" y="229"/>
                  </a:cubicBezTo>
                  <a:cubicBezTo>
                    <a:pt x="311" y="233"/>
                    <a:pt x="316" y="236"/>
                    <a:pt x="321" y="241"/>
                  </a:cubicBezTo>
                  <a:cubicBezTo>
                    <a:pt x="325" y="244"/>
                    <a:pt x="329" y="248"/>
                    <a:pt x="332" y="251"/>
                  </a:cubicBezTo>
                  <a:cubicBezTo>
                    <a:pt x="341" y="242"/>
                    <a:pt x="348" y="233"/>
                    <a:pt x="354" y="223"/>
                  </a:cubicBezTo>
                  <a:cubicBezTo>
                    <a:pt x="368" y="201"/>
                    <a:pt x="376" y="178"/>
                    <a:pt x="377" y="157"/>
                  </a:cubicBezTo>
                  <a:cubicBezTo>
                    <a:pt x="377" y="154"/>
                    <a:pt x="377" y="151"/>
                    <a:pt x="377" y="149"/>
                  </a:cubicBezTo>
                  <a:cubicBezTo>
                    <a:pt x="377" y="126"/>
                    <a:pt x="372" y="106"/>
                    <a:pt x="363" y="89"/>
                  </a:cubicBezTo>
                  <a:cubicBezTo>
                    <a:pt x="351" y="63"/>
                    <a:pt x="334" y="43"/>
                    <a:pt x="320" y="30"/>
                  </a:cubicBezTo>
                  <a:cubicBezTo>
                    <a:pt x="312" y="22"/>
                    <a:pt x="305" y="16"/>
                    <a:pt x="300" y="12"/>
                  </a:cubicBezTo>
                  <a:cubicBezTo>
                    <a:pt x="297" y="9"/>
                    <a:pt x="295" y="8"/>
                    <a:pt x="294" y="7"/>
                  </a:cubicBezTo>
                  <a:cubicBezTo>
                    <a:pt x="289" y="4"/>
                    <a:pt x="283" y="2"/>
                    <a:pt x="277" y="2"/>
                  </a:cubicBezTo>
                  <a:cubicBezTo>
                    <a:pt x="274" y="0"/>
                    <a:pt x="270" y="0"/>
                    <a:pt x="266" y="0"/>
                  </a:cubicBezTo>
                  <a:cubicBezTo>
                    <a:pt x="112" y="0"/>
                    <a:pt x="112" y="0"/>
                    <a:pt x="112" y="0"/>
                  </a:cubicBezTo>
                  <a:cubicBezTo>
                    <a:pt x="108" y="0"/>
                    <a:pt x="104" y="0"/>
                    <a:pt x="101" y="2"/>
                  </a:cubicBezTo>
                  <a:cubicBezTo>
                    <a:pt x="95" y="2"/>
                    <a:pt x="89" y="4"/>
                    <a:pt x="84" y="7"/>
                  </a:cubicBezTo>
                  <a:cubicBezTo>
                    <a:pt x="83" y="8"/>
                    <a:pt x="81" y="9"/>
                    <a:pt x="77"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263"/>
            <p:cNvSpPr>
              <a:spLocks/>
            </p:cNvSpPr>
            <p:nvPr/>
          </p:nvSpPr>
          <p:spPr bwMode="auto">
            <a:xfrm>
              <a:off x="4422775" y="1538288"/>
              <a:ext cx="266700" cy="268287"/>
            </a:xfrm>
            <a:custGeom>
              <a:avLst/>
              <a:gdLst>
                <a:gd name="T0" fmla="*/ 11 w 206"/>
                <a:gd name="T1" fmla="*/ 125 h 207"/>
                <a:gd name="T2" fmla="*/ 124 w 206"/>
                <a:gd name="T3" fmla="*/ 195 h 207"/>
                <a:gd name="T4" fmla="*/ 194 w 206"/>
                <a:gd name="T5" fmla="*/ 82 h 207"/>
                <a:gd name="T6" fmla="*/ 82 w 206"/>
                <a:gd name="T7" fmla="*/ 12 h 207"/>
                <a:gd name="T8" fmla="*/ 11 w 206"/>
                <a:gd name="T9" fmla="*/ 125 h 207"/>
              </a:gdLst>
              <a:ahLst/>
              <a:cxnLst>
                <a:cxn ang="0">
                  <a:pos x="T0" y="T1"/>
                </a:cxn>
                <a:cxn ang="0">
                  <a:pos x="T2" y="T3"/>
                </a:cxn>
                <a:cxn ang="0">
                  <a:pos x="T4" y="T5"/>
                </a:cxn>
                <a:cxn ang="0">
                  <a:pos x="T6" y="T7"/>
                </a:cxn>
                <a:cxn ang="0">
                  <a:pos x="T8" y="T9"/>
                </a:cxn>
              </a:cxnLst>
              <a:rect l="0" t="0" r="r" b="b"/>
              <a:pathLst>
                <a:path w="206" h="207">
                  <a:moveTo>
                    <a:pt x="11" y="125"/>
                  </a:moveTo>
                  <a:cubicBezTo>
                    <a:pt x="23" y="175"/>
                    <a:pt x="74" y="207"/>
                    <a:pt x="124" y="195"/>
                  </a:cubicBezTo>
                  <a:cubicBezTo>
                    <a:pt x="175" y="183"/>
                    <a:pt x="206" y="133"/>
                    <a:pt x="194" y="82"/>
                  </a:cubicBezTo>
                  <a:cubicBezTo>
                    <a:pt x="183" y="32"/>
                    <a:pt x="132" y="0"/>
                    <a:pt x="82" y="12"/>
                  </a:cubicBezTo>
                  <a:cubicBezTo>
                    <a:pt x="31" y="24"/>
                    <a:pt x="0" y="74"/>
                    <a:pt x="11" y="1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264"/>
            <p:cNvSpPr>
              <a:spLocks/>
            </p:cNvSpPr>
            <p:nvPr/>
          </p:nvSpPr>
          <p:spPr bwMode="auto">
            <a:xfrm>
              <a:off x="4402138" y="2603500"/>
              <a:ext cx="111125" cy="34925"/>
            </a:xfrm>
            <a:custGeom>
              <a:avLst/>
              <a:gdLst>
                <a:gd name="T0" fmla="*/ 61 w 85"/>
                <a:gd name="T1" fmla="*/ 19 h 27"/>
                <a:gd name="T2" fmla="*/ 85 w 85"/>
                <a:gd name="T3" fmla="*/ 0 h 27"/>
                <a:gd name="T4" fmla="*/ 0 w 85"/>
                <a:gd name="T5" fmla="*/ 0 h 27"/>
                <a:gd name="T6" fmla="*/ 61 w 85"/>
                <a:gd name="T7" fmla="*/ 19 h 27"/>
              </a:gdLst>
              <a:ahLst/>
              <a:cxnLst>
                <a:cxn ang="0">
                  <a:pos x="T0" y="T1"/>
                </a:cxn>
                <a:cxn ang="0">
                  <a:pos x="T2" y="T3"/>
                </a:cxn>
                <a:cxn ang="0">
                  <a:pos x="T4" y="T5"/>
                </a:cxn>
                <a:cxn ang="0">
                  <a:pos x="T6" y="T7"/>
                </a:cxn>
              </a:cxnLst>
              <a:rect l="0" t="0" r="r" b="b"/>
              <a:pathLst>
                <a:path w="85" h="27">
                  <a:moveTo>
                    <a:pt x="61" y="19"/>
                  </a:moveTo>
                  <a:cubicBezTo>
                    <a:pt x="71" y="15"/>
                    <a:pt x="79" y="8"/>
                    <a:pt x="85" y="0"/>
                  </a:cubicBezTo>
                  <a:cubicBezTo>
                    <a:pt x="0" y="0"/>
                    <a:pt x="0" y="0"/>
                    <a:pt x="0" y="0"/>
                  </a:cubicBezTo>
                  <a:cubicBezTo>
                    <a:pt x="14" y="18"/>
                    <a:pt x="38" y="27"/>
                    <a:pt x="61"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265"/>
            <p:cNvSpPr>
              <a:spLocks/>
            </p:cNvSpPr>
            <p:nvPr/>
          </p:nvSpPr>
          <p:spPr bwMode="auto">
            <a:xfrm>
              <a:off x="4598988" y="2603500"/>
              <a:ext cx="111125" cy="28575"/>
            </a:xfrm>
            <a:custGeom>
              <a:avLst/>
              <a:gdLst>
                <a:gd name="T0" fmla="*/ 43 w 85"/>
                <a:gd name="T1" fmla="*/ 22 h 22"/>
                <a:gd name="T2" fmla="*/ 85 w 85"/>
                <a:gd name="T3" fmla="*/ 0 h 22"/>
                <a:gd name="T4" fmla="*/ 0 w 85"/>
                <a:gd name="T5" fmla="*/ 0 h 22"/>
                <a:gd name="T6" fmla="*/ 25 w 85"/>
                <a:gd name="T7" fmla="*/ 19 h 22"/>
                <a:gd name="T8" fmla="*/ 43 w 85"/>
                <a:gd name="T9" fmla="*/ 22 h 22"/>
              </a:gdLst>
              <a:ahLst/>
              <a:cxnLst>
                <a:cxn ang="0">
                  <a:pos x="T0" y="T1"/>
                </a:cxn>
                <a:cxn ang="0">
                  <a:pos x="T2" y="T3"/>
                </a:cxn>
                <a:cxn ang="0">
                  <a:pos x="T4" y="T5"/>
                </a:cxn>
                <a:cxn ang="0">
                  <a:pos x="T6" y="T7"/>
                </a:cxn>
                <a:cxn ang="0">
                  <a:pos x="T8" y="T9"/>
                </a:cxn>
              </a:cxnLst>
              <a:rect l="0" t="0" r="r" b="b"/>
              <a:pathLst>
                <a:path w="85" h="22">
                  <a:moveTo>
                    <a:pt x="43" y="22"/>
                  </a:moveTo>
                  <a:cubicBezTo>
                    <a:pt x="60" y="22"/>
                    <a:pt x="76" y="13"/>
                    <a:pt x="85" y="0"/>
                  </a:cubicBezTo>
                  <a:cubicBezTo>
                    <a:pt x="0" y="0"/>
                    <a:pt x="0" y="0"/>
                    <a:pt x="0" y="0"/>
                  </a:cubicBezTo>
                  <a:cubicBezTo>
                    <a:pt x="6" y="8"/>
                    <a:pt x="15" y="15"/>
                    <a:pt x="25" y="19"/>
                  </a:cubicBezTo>
                  <a:cubicBezTo>
                    <a:pt x="31" y="21"/>
                    <a:pt x="37" y="22"/>
                    <a:pt x="43"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266"/>
            <p:cNvSpPr>
              <a:spLocks/>
            </p:cNvSpPr>
            <p:nvPr/>
          </p:nvSpPr>
          <p:spPr bwMode="auto">
            <a:xfrm>
              <a:off x="4297363" y="2232025"/>
              <a:ext cx="528638" cy="387350"/>
            </a:xfrm>
            <a:custGeom>
              <a:avLst/>
              <a:gdLst>
                <a:gd name="T0" fmla="*/ 50 w 408"/>
                <a:gd name="T1" fmla="*/ 299 h 299"/>
                <a:gd name="T2" fmla="*/ 50 w 408"/>
                <a:gd name="T3" fmla="*/ 278 h 299"/>
                <a:gd name="T4" fmla="*/ 358 w 408"/>
                <a:gd name="T5" fmla="*/ 278 h 299"/>
                <a:gd name="T6" fmla="*/ 358 w 408"/>
                <a:gd name="T7" fmla="*/ 299 h 299"/>
                <a:gd name="T8" fmla="*/ 385 w 408"/>
                <a:gd name="T9" fmla="*/ 299 h 299"/>
                <a:gd name="T10" fmla="*/ 385 w 408"/>
                <a:gd name="T11" fmla="*/ 128 h 299"/>
                <a:gd name="T12" fmla="*/ 388 w 408"/>
                <a:gd name="T13" fmla="*/ 128 h 299"/>
                <a:gd name="T14" fmla="*/ 408 w 408"/>
                <a:gd name="T15" fmla="*/ 108 h 299"/>
                <a:gd name="T16" fmla="*/ 408 w 408"/>
                <a:gd name="T17" fmla="*/ 20 h 299"/>
                <a:gd name="T18" fmla="*/ 388 w 408"/>
                <a:gd name="T19" fmla="*/ 0 h 299"/>
                <a:gd name="T20" fmla="*/ 20 w 408"/>
                <a:gd name="T21" fmla="*/ 0 h 299"/>
                <a:gd name="T22" fmla="*/ 0 w 408"/>
                <a:gd name="T23" fmla="*/ 20 h 299"/>
                <a:gd name="T24" fmla="*/ 0 w 408"/>
                <a:gd name="T25" fmla="*/ 108 h 299"/>
                <a:gd name="T26" fmla="*/ 20 w 408"/>
                <a:gd name="T27" fmla="*/ 128 h 299"/>
                <a:gd name="T28" fmla="*/ 23 w 408"/>
                <a:gd name="T29" fmla="*/ 128 h 299"/>
                <a:gd name="T30" fmla="*/ 23 w 408"/>
                <a:gd name="T31" fmla="*/ 299 h 299"/>
                <a:gd name="T32" fmla="*/ 50 w 408"/>
                <a:gd name="T33" fmla="*/ 299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08" h="299">
                  <a:moveTo>
                    <a:pt x="50" y="299"/>
                  </a:moveTo>
                  <a:cubicBezTo>
                    <a:pt x="50" y="278"/>
                    <a:pt x="50" y="278"/>
                    <a:pt x="50" y="278"/>
                  </a:cubicBezTo>
                  <a:cubicBezTo>
                    <a:pt x="358" y="278"/>
                    <a:pt x="358" y="278"/>
                    <a:pt x="358" y="278"/>
                  </a:cubicBezTo>
                  <a:cubicBezTo>
                    <a:pt x="358" y="299"/>
                    <a:pt x="358" y="299"/>
                    <a:pt x="358" y="299"/>
                  </a:cubicBezTo>
                  <a:cubicBezTo>
                    <a:pt x="385" y="299"/>
                    <a:pt x="385" y="299"/>
                    <a:pt x="385" y="299"/>
                  </a:cubicBezTo>
                  <a:cubicBezTo>
                    <a:pt x="385" y="128"/>
                    <a:pt x="385" y="128"/>
                    <a:pt x="385" y="128"/>
                  </a:cubicBezTo>
                  <a:cubicBezTo>
                    <a:pt x="388" y="128"/>
                    <a:pt x="388" y="128"/>
                    <a:pt x="388" y="128"/>
                  </a:cubicBezTo>
                  <a:cubicBezTo>
                    <a:pt x="399" y="128"/>
                    <a:pt x="408" y="119"/>
                    <a:pt x="408" y="108"/>
                  </a:cubicBezTo>
                  <a:cubicBezTo>
                    <a:pt x="408" y="20"/>
                    <a:pt x="408" y="20"/>
                    <a:pt x="408" y="20"/>
                  </a:cubicBezTo>
                  <a:cubicBezTo>
                    <a:pt x="408" y="9"/>
                    <a:pt x="399" y="0"/>
                    <a:pt x="388" y="0"/>
                  </a:cubicBezTo>
                  <a:cubicBezTo>
                    <a:pt x="20" y="0"/>
                    <a:pt x="20" y="0"/>
                    <a:pt x="20" y="0"/>
                  </a:cubicBezTo>
                  <a:cubicBezTo>
                    <a:pt x="9" y="0"/>
                    <a:pt x="0" y="9"/>
                    <a:pt x="0" y="20"/>
                  </a:cubicBezTo>
                  <a:cubicBezTo>
                    <a:pt x="0" y="108"/>
                    <a:pt x="0" y="108"/>
                    <a:pt x="0" y="108"/>
                  </a:cubicBezTo>
                  <a:cubicBezTo>
                    <a:pt x="0" y="119"/>
                    <a:pt x="9" y="128"/>
                    <a:pt x="20" y="128"/>
                  </a:cubicBezTo>
                  <a:cubicBezTo>
                    <a:pt x="23" y="128"/>
                    <a:pt x="23" y="128"/>
                    <a:pt x="23" y="128"/>
                  </a:cubicBezTo>
                  <a:cubicBezTo>
                    <a:pt x="23" y="299"/>
                    <a:pt x="23" y="299"/>
                    <a:pt x="23" y="299"/>
                  </a:cubicBezTo>
                  <a:lnTo>
                    <a:pt x="50" y="29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Freeform 267"/>
            <p:cNvSpPr>
              <a:spLocks/>
            </p:cNvSpPr>
            <p:nvPr/>
          </p:nvSpPr>
          <p:spPr bwMode="auto">
            <a:xfrm>
              <a:off x="4027488" y="1703388"/>
              <a:ext cx="407988" cy="20637"/>
            </a:xfrm>
            <a:custGeom>
              <a:avLst/>
              <a:gdLst>
                <a:gd name="T0" fmla="*/ 309 w 314"/>
                <a:gd name="T1" fmla="*/ 0 h 16"/>
                <a:gd name="T2" fmla="*/ 0 w 314"/>
                <a:gd name="T3" fmla="*/ 0 h 16"/>
                <a:gd name="T4" fmla="*/ 0 w 314"/>
                <a:gd name="T5" fmla="*/ 16 h 16"/>
                <a:gd name="T6" fmla="*/ 314 w 314"/>
                <a:gd name="T7" fmla="*/ 16 h 16"/>
                <a:gd name="T8" fmla="*/ 309 w 314"/>
                <a:gd name="T9" fmla="*/ 0 h 16"/>
              </a:gdLst>
              <a:ahLst/>
              <a:cxnLst>
                <a:cxn ang="0">
                  <a:pos x="T0" y="T1"/>
                </a:cxn>
                <a:cxn ang="0">
                  <a:pos x="T2" y="T3"/>
                </a:cxn>
                <a:cxn ang="0">
                  <a:pos x="T4" y="T5"/>
                </a:cxn>
                <a:cxn ang="0">
                  <a:pos x="T6" y="T7"/>
                </a:cxn>
                <a:cxn ang="0">
                  <a:pos x="T8" y="T9"/>
                </a:cxn>
              </a:cxnLst>
              <a:rect l="0" t="0" r="r" b="b"/>
              <a:pathLst>
                <a:path w="314" h="16">
                  <a:moveTo>
                    <a:pt x="309" y="0"/>
                  </a:moveTo>
                  <a:cubicBezTo>
                    <a:pt x="0" y="0"/>
                    <a:pt x="0" y="0"/>
                    <a:pt x="0" y="0"/>
                  </a:cubicBezTo>
                  <a:cubicBezTo>
                    <a:pt x="0" y="16"/>
                    <a:pt x="0" y="16"/>
                    <a:pt x="0" y="16"/>
                  </a:cubicBezTo>
                  <a:cubicBezTo>
                    <a:pt x="314" y="16"/>
                    <a:pt x="314" y="16"/>
                    <a:pt x="314" y="16"/>
                  </a:cubicBezTo>
                  <a:cubicBezTo>
                    <a:pt x="312" y="11"/>
                    <a:pt x="310" y="5"/>
                    <a:pt x="30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268"/>
            <p:cNvSpPr>
              <a:spLocks/>
            </p:cNvSpPr>
            <p:nvPr/>
          </p:nvSpPr>
          <p:spPr bwMode="auto">
            <a:xfrm>
              <a:off x="3568700" y="1398588"/>
              <a:ext cx="227013" cy="95250"/>
            </a:xfrm>
            <a:custGeom>
              <a:avLst/>
              <a:gdLst>
                <a:gd name="T0" fmla="*/ 22 w 175"/>
                <a:gd name="T1" fmla="*/ 74 h 74"/>
                <a:gd name="T2" fmla="*/ 51 w 175"/>
                <a:gd name="T3" fmla="*/ 52 h 74"/>
                <a:gd name="T4" fmla="*/ 79 w 175"/>
                <a:gd name="T5" fmla="*/ 74 h 74"/>
                <a:gd name="T6" fmla="*/ 94 w 175"/>
                <a:gd name="T7" fmla="*/ 74 h 74"/>
                <a:gd name="T8" fmla="*/ 123 w 175"/>
                <a:gd name="T9" fmla="*/ 52 h 74"/>
                <a:gd name="T10" fmla="*/ 151 w 175"/>
                <a:gd name="T11" fmla="*/ 74 h 74"/>
                <a:gd name="T12" fmla="*/ 175 w 175"/>
                <a:gd name="T13" fmla="*/ 74 h 74"/>
                <a:gd name="T14" fmla="*/ 87 w 175"/>
                <a:gd name="T15" fmla="*/ 0 h 74"/>
                <a:gd name="T16" fmla="*/ 0 w 175"/>
                <a:gd name="T17" fmla="*/ 64 h 74"/>
                <a:gd name="T18" fmla="*/ 4 w 175"/>
                <a:gd name="T19" fmla="*/ 74 h 74"/>
                <a:gd name="T20" fmla="*/ 22 w 175"/>
                <a:gd name="T21"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5" h="74">
                  <a:moveTo>
                    <a:pt x="22" y="74"/>
                  </a:moveTo>
                  <a:cubicBezTo>
                    <a:pt x="26" y="62"/>
                    <a:pt x="37" y="52"/>
                    <a:pt x="51" y="52"/>
                  </a:cubicBezTo>
                  <a:cubicBezTo>
                    <a:pt x="64" y="52"/>
                    <a:pt x="76" y="62"/>
                    <a:pt x="79" y="74"/>
                  </a:cubicBezTo>
                  <a:cubicBezTo>
                    <a:pt x="94" y="74"/>
                    <a:pt x="94" y="74"/>
                    <a:pt x="94" y="74"/>
                  </a:cubicBezTo>
                  <a:cubicBezTo>
                    <a:pt x="98" y="62"/>
                    <a:pt x="109" y="52"/>
                    <a:pt x="123" y="52"/>
                  </a:cubicBezTo>
                  <a:cubicBezTo>
                    <a:pt x="136" y="52"/>
                    <a:pt x="148" y="62"/>
                    <a:pt x="151" y="74"/>
                  </a:cubicBezTo>
                  <a:cubicBezTo>
                    <a:pt x="175" y="74"/>
                    <a:pt x="175" y="74"/>
                    <a:pt x="175" y="74"/>
                  </a:cubicBezTo>
                  <a:cubicBezTo>
                    <a:pt x="168" y="32"/>
                    <a:pt x="131" y="0"/>
                    <a:pt x="87" y="0"/>
                  </a:cubicBezTo>
                  <a:cubicBezTo>
                    <a:pt x="46" y="0"/>
                    <a:pt x="11" y="27"/>
                    <a:pt x="0" y="64"/>
                  </a:cubicBezTo>
                  <a:cubicBezTo>
                    <a:pt x="2" y="67"/>
                    <a:pt x="3" y="71"/>
                    <a:pt x="4" y="74"/>
                  </a:cubicBezTo>
                  <a:lnTo>
                    <a:pt x="22" y="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269"/>
            <p:cNvSpPr>
              <a:spLocks/>
            </p:cNvSpPr>
            <p:nvPr/>
          </p:nvSpPr>
          <p:spPr bwMode="auto">
            <a:xfrm>
              <a:off x="3567113" y="1504950"/>
              <a:ext cx="231775" cy="127000"/>
            </a:xfrm>
            <a:custGeom>
              <a:avLst/>
              <a:gdLst>
                <a:gd name="T0" fmla="*/ 125 w 179"/>
                <a:gd name="T1" fmla="*/ 29 h 98"/>
                <a:gd name="T2" fmla="*/ 95 w 179"/>
                <a:gd name="T3" fmla="*/ 0 h 98"/>
                <a:gd name="T4" fmla="*/ 82 w 179"/>
                <a:gd name="T5" fmla="*/ 0 h 98"/>
                <a:gd name="T6" fmla="*/ 53 w 179"/>
                <a:gd name="T7" fmla="*/ 29 h 98"/>
                <a:gd name="T8" fmla="*/ 23 w 179"/>
                <a:gd name="T9" fmla="*/ 0 h 98"/>
                <a:gd name="T10" fmla="*/ 7 w 179"/>
                <a:gd name="T11" fmla="*/ 0 h 98"/>
                <a:gd name="T12" fmla="*/ 3 w 179"/>
                <a:gd name="T13" fmla="*/ 20 h 98"/>
                <a:gd name="T14" fmla="*/ 0 w 179"/>
                <a:gd name="T15" fmla="*/ 24 h 98"/>
                <a:gd name="T16" fmla="*/ 89 w 179"/>
                <a:gd name="T17" fmla="*/ 98 h 98"/>
                <a:gd name="T18" fmla="*/ 179 w 179"/>
                <a:gd name="T19" fmla="*/ 8 h 98"/>
                <a:gd name="T20" fmla="*/ 178 w 179"/>
                <a:gd name="T21" fmla="*/ 0 h 98"/>
                <a:gd name="T22" fmla="*/ 154 w 179"/>
                <a:gd name="T23" fmla="*/ 0 h 98"/>
                <a:gd name="T24" fmla="*/ 125 w 179"/>
                <a:gd name="T25" fmla="*/ 29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9" h="98">
                  <a:moveTo>
                    <a:pt x="125" y="29"/>
                  </a:moveTo>
                  <a:cubicBezTo>
                    <a:pt x="109" y="29"/>
                    <a:pt x="96" y="16"/>
                    <a:pt x="95" y="0"/>
                  </a:cubicBezTo>
                  <a:cubicBezTo>
                    <a:pt x="82" y="0"/>
                    <a:pt x="82" y="0"/>
                    <a:pt x="82" y="0"/>
                  </a:cubicBezTo>
                  <a:cubicBezTo>
                    <a:pt x="82" y="16"/>
                    <a:pt x="69" y="29"/>
                    <a:pt x="53" y="29"/>
                  </a:cubicBezTo>
                  <a:cubicBezTo>
                    <a:pt x="37" y="29"/>
                    <a:pt x="24" y="16"/>
                    <a:pt x="23" y="0"/>
                  </a:cubicBezTo>
                  <a:cubicBezTo>
                    <a:pt x="7" y="0"/>
                    <a:pt x="7" y="0"/>
                    <a:pt x="7" y="0"/>
                  </a:cubicBezTo>
                  <a:cubicBezTo>
                    <a:pt x="7" y="7"/>
                    <a:pt x="6" y="14"/>
                    <a:pt x="3" y="20"/>
                  </a:cubicBezTo>
                  <a:cubicBezTo>
                    <a:pt x="2" y="21"/>
                    <a:pt x="1" y="23"/>
                    <a:pt x="0" y="24"/>
                  </a:cubicBezTo>
                  <a:cubicBezTo>
                    <a:pt x="8" y="66"/>
                    <a:pt x="45" y="98"/>
                    <a:pt x="89" y="98"/>
                  </a:cubicBezTo>
                  <a:cubicBezTo>
                    <a:pt x="138" y="98"/>
                    <a:pt x="179" y="57"/>
                    <a:pt x="179" y="8"/>
                  </a:cubicBezTo>
                  <a:cubicBezTo>
                    <a:pt x="179" y="5"/>
                    <a:pt x="179" y="3"/>
                    <a:pt x="178" y="0"/>
                  </a:cubicBezTo>
                  <a:cubicBezTo>
                    <a:pt x="154" y="0"/>
                    <a:pt x="154" y="0"/>
                    <a:pt x="154" y="0"/>
                  </a:cubicBezTo>
                  <a:cubicBezTo>
                    <a:pt x="154" y="16"/>
                    <a:pt x="141" y="29"/>
                    <a:pt x="125"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Oval 270"/>
            <p:cNvSpPr>
              <a:spLocks noChangeArrowheads="1"/>
            </p:cNvSpPr>
            <p:nvPr/>
          </p:nvSpPr>
          <p:spPr bwMode="auto">
            <a:xfrm>
              <a:off x="3606800" y="1476375"/>
              <a:ext cx="55563" cy="5556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Oval 271"/>
            <p:cNvSpPr>
              <a:spLocks noChangeArrowheads="1"/>
            </p:cNvSpPr>
            <p:nvPr/>
          </p:nvSpPr>
          <p:spPr bwMode="auto">
            <a:xfrm>
              <a:off x="3700463" y="1476375"/>
              <a:ext cx="55563" cy="5556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272"/>
            <p:cNvSpPr>
              <a:spLocks/>
            </p:cNvSpPr>
            <p:nvPr/>
          </p:nvSpPr>
          <p:spPr bwMode="auto">
            <a:xfrm>
              <a:off x="3413125" y="1458913"/>
              <a:ext cx="511175" cy="1173162"/>
            </a:xfrm>
            <a:custGeom>
              <a:avLst/>
              <a:gdLst>
                <a:gd name="T0" fmla="*/ 0 w 394"/>
                <a:gd name="T1" fmla="*/ 182 h 905"/>
                <a:gd name="T2" fmla="*/ 3 w 394"/>
                <a:gd name="T3" fmla="*/ 207 h 905"/>
                <a:gd name="T4" fmla="*/ 28 w 394"/>
                <a:gd name="T5" fmla="*/ 237 h 905"/>
                <a:gd name="T6" fmla="*/ 59 w 394"/>
                <a:gd name="T7" fmla="*/ 245 h 905"/>
                <a:gd name="T8" fmla="*/ 98 w 394"/>
                <a:gd name="T9" fmla="*/ 238 h 905"/>
                <a:gd name="T10" fmla="*/ 98 w 394"/>
                <a:gd name="T11" fmla="*/ 388 h 905"/>
                <a:gd name="T12" fmla="*/ 98 w 394"/>
                <a:gd name="T13" fmla="*/ 464 h 905"/>
                <a:gd name="T14" fmla="*/ 98 w 394"/>
                <a:gd name="T15" fmla="*/ 855 h 905"/>
                <a:gd name="T16" fmla="*/ 148 w 394"/>
                <a:gd name="T17" fmla="*/ 905 h 905"/>
                <a:gd name="T18" fmla="*/ 197 w 394"/>
                <a:gd name="T19" fmla="*/ 855 h 905"/>
                <a:gd name="T20" fmla="*/ 197 w 394"/>
                <a:gd name="T21" fmla="*/ 495 h 905"/>
                <a:gd name="T22" fmla="*/ 216 w 394"/>
                <a:gd name="T23" fmla="*/ 495 h 905"/>
                <a:gd name="T24" fmla="*/ 216 w 394"/>
                <a:gd name="T25" fmla="*/ 855 h 905"/>
                <a:gd name="T26" fmla="*/ 265 w 394"/>
                <a:gd name="T27" fmla="*/ 905 h 905"/>
                <a:gd name="T28" fmla="*/ 315 w 394"/>
                <a:gd name="T29" fmla="*/ 855 h 905"/>
                <a:gd name="T30" fmla="*/ 315 w 394"/>
                <a:gd name="T31" fmla="*/ 464 h 905"/>
                <a:gd name="T32" fmla="*/ 315 w 394"/>
                <a:gd name="T33" fmla="*/ 388 h 905"/>
                <a:gd name="T34" fmla="*/ 315 w 394"/>
                <a:gd name="T35" fmla="*/ 279 h 905"/>
                <a:gd name="T36" fmla="*/ 330 w 394"/>
                <a:gd name="T37" fmla="*/ 432 h 905"/>
                <a:gd name="T38" fmla="*/ 328 w 394"/>
                <a:gd name="T39" fmla="*/ 509 h 905"/>
                <a:gd name="T40" fmla="*/ 358 w 394"/>
                <a:gd name="T41" fmla="*/ 542 h 905"/>
                <a:gd name="T42" fmla="*/ 360 w 394"/>
                <a:gd name="T43" fmla="*/ 543 h 905"/>
                <a:gd name="T44" fmla="*/ 392 w 394"/>
                <a:gd name="T45" fmla="*/ 512 h 905"/>
                <a:gd name="T46" fmla="*/ 394 w 394"/>
                <a:gd name="T47" fmla="*/ 432 h 905"/>
                <a:gd name="T48" fmla="*/ 355 w 394"/>
                <a:gd name="T49" fmla="*/ 209 h 905"/>
                <a:gd name="T50" fmla="*/ 317 w 394"/>
                <a:gd name="T51" fmla="*/ 169 h 905"/>
                <a:gd name="T52" fmla="*/ 291 w 394"/>
                <a:gd name="T53" fmla="*/ 160 h 905"/>
                <a:gd name="T54" fmla="*/ 284 w 394"/>
                <a:gd name="T55" fmla="*/ 159 h 905"/>
                <a:gd name="T56" fmla="*/ 129 w 394"/>
                <a:gd name="T57" fmla="*/ 159 h 905"/>
                <a:gd name="T58" fmla="*/ 123 w 394"/>
                <a:gd name="T59" fmla="*/ 160 h 905"/>
                <a:gd name="T60" fmla="*/ 104 w 394"/>
                <a:gd name="T61" fmla="*/ 164 h 905"/>
                <a:gd name="T62" fmla="*/ 104 w 394"/>
                <a:gd name="T63" fmla="*/ 165 h 905"/>
                <a:gd name="T64" fmla="*/ 85 w 394"/>
                <a:gd name="T65" fmla="*/ 174 h 905"/>
                <a:gd name="T66" fmla="*/ 64 w 394"/>
                <a:gd name="T67" fmla="*/ 181 h 905"/>
                <a:gd name="T68" fmla="*/ 74 w 394"/>
                <a:gd name="T69" fmla="*/ 138 h 905"/>
                <a:gd name="T70" fmla="*/ 74 w 394"/>
                <a:gd name="T71" fmla="*/ 136 h 905"/>
                <a:gd name="T72" fmla="*/ 113 w 394"/>
                <a:gd name="T73" fmla="*/ 51 h 905"/>
                <a:gd name="T74" fmla="*/ 100 w 394"/>
                <a:gd name="T75" fmla="*/ 8 h 905"/>
                <a:gd name="T76" fmla="*/ 57 w 394"/>
                <a:gd name="T77" fmla="*/ 21 h 905"/>
                <a:gd name="T78" fmla="*/ 13 w 394"/>
                <a:gd name="T79" fmla="*/ 116 h 905"/>
                <a:gd name="T80" fmla="*/ 13 w 394"/>
                <a:gd name="T81" fmla="*/ 117 h 905"/>
                <a:gd name="T82" fmla="*/ 0 w 394"/>
                <a:gd name="T83" fmla="*/ 182 h 9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94" h="905">
                  <a:moveTo>
                    <a:pt x="0" y="182"/>
                  </a:moveTo>
                  <a:cubicBezTo>
                    <a:pt x="0" y="190"/>
                    <a:pt x="1" y="199"/>
                    <a:pt x="3" y="207"/>
                  </a:cubicBezTo>
                  <a:cubicBezTo>
                    <a:pt x="7" y="219"/>
                    <a:pt x="17" y="231"/>
                    <a:pt x="28" y="237"/>
                  </a:cubicBezTo>
                  <a:cubicBezTo>
                    <a:pt x="39" y="244"/>
                    <a:pt x="50" y="245"/>
                    <a:pt x="59" y="245"/>
                  </a:cubicBezTo>
                  <a:cubicBezTo>
                    <a:pt x="74" y="245"/>
                    <a:pt x="87" y="242"/>
                    <a:pt x="98" y="238"/>
                  </a:cubicBezTo>
                  <a:cubicBezTo>
                    <a:pt x="98" y="388"/>
                    <a:pt x="98" y="388"/>
                    <a:pt x="98" y="388"/>
                  </a:cubicBezTo>
                  <a:cubicBezTo>
                    <a:pt x="98" y="464"/>
                    <a:pt x="98" y="464"/>
                    <a:pt x="98" y="464"/>
                  </a:cubicBezTo>
                  <a:cubicBezTo>
                    <a:pt x="98" y="855"/>
                    <a:pt x="98" y="855"/>
                    <a:pt x="98" y="855"/>
                  </a:cubicBezTo>
                  <a:cubicBezTo>
                    <a:pt x="98" y="882"/>
                    <a:pt x="121" y="905"/>
                    <a:pt x="148" y="905"/>
                  </a:cubicBezTo>
                  <a:cubicBezTo>
                    <a:pt x="175" y="905"/>
                    <a:pt x="197" y="882"/>
                    <a:pt x="197" y="855"/>
                  </a:cubicBezTo>
                  <a:cubicBezTo>
                    <a:pt x="197" y="495"/>
                    <a:pt x="197" y="495"/>
                    <a:pt x="197" y="495"/>
                  </a:cubicBezTo>
                  <a:cubicBezTo>
                    <a:pt x="216" y="495"/>
                    <a:pt x="216" y="495"/>
                    <a:pt x="216" y="495"/>
                  </a:cubicBezTo>
                  <a:cubicBezTo>
                    <a:pt x="216" y="855"/>
                    <a:pt x="216" y="855"/>
                    <a:pt x="216" y="855"/>
                  </a:cubicBezTo>
                  <a:cubicBezTo>
                    <a:pt x="216" y="882"/>
                    <a:pt x="238" y="905"/>
                    <a:pt x="265" y="905"/>
                  </a:cubicBezTo>
                  <a:cubicBezTo>
                    <a:pt x="293" y="905"/>
                    <a:pt x="315" y="882"/>
                    <a:pt x="315" y="855"/>
                  </a:cubicBezTo>
                  <a:cubicBezTo>
                    <a:pt x="315" y="464"/>
                    <a:pt x="315" y="464"/>
                    <a:pt x="315" y="464"/>
                  </a:cubicBezTo>
                  <a:cubicBezTo>
                    <a:pt x="315" y="388"/>
                    <a:pt x="315" y="388"/>
                    <a:pt x="315" y="388"/>
                  </a:cubicBezTo>
                  <a:cubicBezTo>
                    <a:pt x="315" y="279"/>
                    <a:pt x="315" y="279"/>
                    <a:pt x="315" y="279"/>
                  </a:cubicBezTo>
                  <a:cubicBezTo>
                    <a:pt x="324" y="311"/>
                    <a:pt x="330" y="360"/>
                    <a:pt x="330" y="432"/>
                  </a:cubicBezTo>
                  <a:cubicBezTo>
                    <a:pt x="330" y="455"/>
                    <a:pt x="330" y="481"/>
                    <a:pt x="328" y="509"/>
                  </a:cubicBezTo>
                  <a:cubicBezTo>
                    <a:pt x="327" y="526"/>
                    <a:pt x="341" y="542"/>
                    <a:pt x="358" y="542"/>
                  </a:cubicBezTo>
                  <a:cubicBezTo>
                    <a:pt x="359" y="543"/>
                    <a:pt x="360" y="543"/>
                    <a:pt x="360" y="543"/>
                  </a:cubicBezTo>
                  <a:cubicBezTo>
                    <a:pt x="377" y="543"/>
                    <a:pt x="391" y="529"/>
                    <a:pt x="392" y="512"/>
                  </a:cubicBezTo>
                  <a:cubicBezTo>
                    <a:pt x="394" y="483"/>
                    <a:pt x="394" y="456"/>
                    <a:pt x="394" y="432"/>
                  </a:cubicBezTo>
                  <a:cubicBezTo>
                    <a:pt x="394" y="314"/>
                    <a:pt x="378" y="249"/>
                    <a:pt x="355" y="209"/>
                  </a:cubicBezTo>
                  <a:cubicBezTo>
                    <a:pt x="344" y="190"/>
                    <a:pt x="330" y="176"/>
                    <a:pt x="317" y="169"/>
                  </a:cubicBezTo>
                  <a:cubicBezTo>
                    <a:pt x="307" y="163"/>
                    <a:pt x="298" y="161"/>
                    <a:pt x="291" y="160"/>
                  </a:cubicBezTo>
                  <a:cubicBezTo>
                    <a:pt x="289" y="160"/>
                    <a:pt x="286" y="159"/>
                    <a:pt x="284" y="159"/>
                  </a:cubicBezTo>
                  <a:cubicBezTo>
                    <a:pt x="129" y="159"/>
                    <a:pt x="129" y="159"/>
                    <a:pt x="129" y="159"/>
                  </a:cubicBezTo>
                  <a:cubicBezTo>
                    <a:pt x="127" y="159"/>
                    <a:pt x="125" y="159"/>
                    <a:pt x="123" y="160"/>
                  </a:cubicBezTo>
                  <a:cubicBezTo>
                    <a:pt x="117" y="159"/>
                    <a:pt x="110" y="161"/>
                    <a:pt x="104" y="164"/>
                  </a:cubicBezTo>
                  <a:cubicBezTo>
                    <a:pt x="104" y="164"/>
                    <a:pt x="104" y="164"/>
                    <a:pt x="104" y="165"/>
                  </a:cubicBezTo>
                  <a:cubicBezTo>
                    <a:pt x="103" y="165"/>
                    <a:pt x="95" y="170"/>
                    <a:pt x="85" y="174"/>
                  </a:cubicBezTo>
                  <a:cubicBezTo>
                    <a:pt x="78" y="178"/>
                    <a:pt x="69" y="180"/>
                    <a:pt x="64" y="181"/>
                  </a:cubicBezTo>
                  <a:cubicBezTo>
                    <a:pt x="64" y="174"/>
                    <a:pt x="66" y="159"/>
                    <a:pt x="74" y="138"/>
                  </a:cubicBezTo>
                  <a:cubicBezTo>
                    <a:pt x="74" y="137"/>
                    <a:pt x="74" y="137"/>
                    <a:pt x="74" y="136"/>
                  </a:cubicBezTo>
                  <a:cubicBezTo>
                    <a:pt x="82" y="115"/>
                    <a:pt x="95" y="87"/>
                    <a:pt x="113" y="51"/>
                  </a:cubicBezTo>
                  <a:cubicBezTo>
                    <a:pt x="122" y="36"/>
                    <a:pt x="116" y="16"/>
                    <a:pt x="100" y="8"/>
                  </a:cubicBezTo>
                  <a:cubicBezTo>
                    <a:pt x="84" y="0"/>
                    <a:pt x="65" y="6"/>
                    <a:pt x="57" y="21"/>
                  </a:cubicBezTo>
                  <a:cubicBezTo>
                    <a:pt x="37" y="60"/>
                    <a:pt x="23" y="91"/>
                    <a:pt x="13" y="116"/>
                  </a:cubicBezTo>
                  <a:cubicBezTo>
                    <a:pt x="13" y="116"/>
                    <a:pt x="13" y="116"/>
                    <a:pt x="13" y="117"/>
                  </a:cubicBezTo>
                  <a:cubicBezTo>
                    <a:pt x="4" y="142"/>
                    <a:pt x="0" y="163"/>
                    <a:pt x="0" y="1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1" name="组合 210"/>
          <p:cNvGrpSpPr/>
          <p:nvPr/>
        </p:nvGrpSpPr>
        <p:grpSpPr>
          <a:xfrm>
            <a:off x="2701925" y="4713288"/>
            <a:ext cx="2919413" cy="1314449"/>
            <a:chOff x="2701925" y="4713288"/>
            <a:chExt cx="2919413" cy="1314449"/>
          </a:xfrm>
          <a:solidFill>
            <a:schemeClr val="tx1">
              <a:lumMod val="65000"/>
              <a:lumOff val="35000"/>
            </a:schemeClr>
          </a:solidFill>
        </p:grpSpPr>
        <p:sp>
          <p:nvSpPr>
            <p:cNvPr id="212" name="Freeform 273"/>
            <p:cNvSpPr>
              <a:spLocks/>
            </p:cNvSpPr>
            <p:nvPr/>
          </p:nvSpPr>
          <p:spPr bwMode="auto">
            <a:xfrm>
              <a:off x="3798888" y="5270500"/>
              <a:ext cx="128588" cy="236537"/>
            </a:xfrm>
            <a:custGeom>
              <a:avLst/>
              <a:gdLst>
                <a:gd name="T0" fmla="*/ 99 w 99"/>
                <a:gd name="T1" fmla="*/ 180 h 182"/>
                <a:gd name="T2" fmla="*/ 99 w 99"/>
                <a:gd name="T3" fmla="*/ 1 h 182"/>
                <a:gd name="T4" fmla="*/ 83 w 99"/>
                <a:gd name="T5" fmla="*/ 1 h 182"/>
                <a:gd name="T6" fmla="*/ 7 w 99"/>
                <a:gd name="T7" fmla="*/ 103 h 182"/>
                <a:gd name="T8" fmla="*/ 99 w 99"/>
                <a:gd name="T9" fmla="*/ 180 h 182"/>
              </a:gdLst>
              <a:ahLst/>
              <a:cxnLst>
                <a:cxn ang="0">
                  <a:pos x="T0" y="T1"/>
                </a:cxn>
                <a:cxn ang="0">
                  <a:pos x="T2" y="T3"/>
                </a:cxn>
                <a:cxn ang="0">
                  <a:pos x="T4" y="T5"/>
                </a:cxn>
                <a:cxn ang="0">
                  <a:pos x="T6" y="T7"/>
                </a:cxn>
                <a:cxn ang="0">
                  <a:pos x="T8" y="T9"/>
                </a:cxn>
              </a:cxnLst>
              <a:rect l="0" t="0" r="r" b="b"/>
              <a:pathLst>
                <a:path w="99" h="182">
                  <a:moveTo>
                    <a:pt x="99" y="180"/>
                  </a:moveTo>
                  <a:cubicBezTo>
                    <a:pt x="99" y="1"/>
                    <a:pt x="99" y="1"/>
                    <a:pt x="99" y="1"/>
                  </a:cubicBezTo>
                  <a:cubicBezTo>
                    <a:pt x="94" y="0"/>
                    <a:pt x="89" y="1"/>
                    <a:pt x="83" y="1"/>
                  </a:cubicBezTo>
                  <a:cubicBezTo>
                    <a:pt x="34" y="8"/>
                    <a:pt x="0" y="54"/>
                    <a:pt x="7" y="103"/>
                  </a:cubicBezTo>
                  <a:cubicBezTo>
                    <a:pt x="13" y="149"/>
                    <a:pt x="54" y="182"/>
                    <a:pt x="99" y="1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274"/>
            <p:cNvSpPr>
              <a:spLocks/>
            </p:cNvSpPr>
            <p:nvPr/>
          </p:nvSpPr>
          <p:spPr bwMode="auto">
            <a:xfrm>
              <a:off x="2862263" y="5335588"/>
              <a:ext cx="931863" cy="227012"/>
            </a:xfrm>
            <a:custGeom>
              <a:avLst/>
              <a:gdLst>
                <a:gd name="T0" fmla="*/ 637 w 720"/>
                <a:gd name="T1" fmla="*/ 154 h 175"/>
                <a:gd name="T2" fmla="*/ 715 w 720"/>
                <a:gd name="T3" fmla="*/ 57 h 175"/>
                <a:gd name="T4" fmla="*/ 623 w 720"/>
                <a:gd name="T5" fmla="*/ 11 h 175"/>
                <a:gd name="T6" fmla="*/ 466 w 720"/>
                <a:gd name="T7" fmla="*/ 20 h 175"/>
                <a:gd name="T8" fmla="*/ 577 w 720"/>
                <a:gd name="T9" fmla="*/ 34 h 175"/>
                <a:gd name="T10" fmla="*/ 630 w 720"/>
                <a:gd name="T11" fmla="*/ 30 h 175"/>
                <a:gd name="T12" fmla="*/ 638 w 720"/>
                <a:gd name="T13" fmla="*/ 30 h 175"/>
                <a:gd name="T14" fmla="*/ 677 w 720"/>
                <a:gd name="T15" fmla="*/ 61 h 175"/>
                <a:gd name="T16" fmla="*/ 646 w 720"/>
                <a:gd name="T17" fmla="*/ 109 h 175"/>
                <a:gd name="T18" fmla="*/ 577 w 720"/>
                <a:gd name="T19" fmla="*/ 114 h 175"/>
                <a:gd name="T20" fmla="*/ 369 w 720"/>
                <a:gd name="T21" fmla="*/ 72 h 175"/>
                <a:gd name="T22" fmla="*/ 348 w 720"/>
                <a:gd name="T23" fmla="*/ 19 h 175"/>
                <a:gd name="T24" fmla="*/ 359 w 720"/>
                <a:gd name="T25" fmla="*/ 5 h 175"/>
                <a:gd name="T26" fmla="*/ 274 w 720"/>
                <a:gd name="T27" fmla="*/ 0 h 175"/>
                <a:gd name="T28" fmla="*/ 43 w 720"/>
                <a:gd name="T29" fmla="*/ 30 h 175"/>
                <a:gd name="T30" fmla="*/ 7 w 720"/>
                <a:gd name="T31" fmla="*/ 91 h 175"/>
                <a:gd name="T32" fmla="*/ 56 w 720"/>
                <a:gd name="T33" fmla="*/ 129 h 175"/>
                <a:gd name="T34" fmla="*/ 68 w 720"/>
                <a:gd name="T35" fmla="*/ 127 h 175"/>
                <a:gd name="T36" fmla="*/ 68 w 720"/>
                <a:gd name="T37" fmla="*/ 127 h 175"/>
                <a:gd name="T38" fmla="*/ 274 w 720"/>
                <a:gd name="T39" fmla="*/ 100 h 175"/>
                <a:gd name="T40" fmla="*/ 355 w 720"/>
                <a:gd name="T41" fmla="*/ 105 h 175"/>
                <a:gd name="T42" fmla="*/ 414 w 720"/>
                <a:gd name="T43" fmla="*/ 157 h 175"/>
                <a:gd name="T44" fmla="*/ 637 w 720"/>
                <a:gd name="T45" fmla="*/ 154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20" h="175">
                  <a:moveTo>
                    <a:pt x="637" y="154"/>
                  </a:moveTo>
                  <a:cubicBezTo>
                    <a:pt x="697" y="139"/>
                    <a:pt x="720" y="92"/>
                    <a:pt x="715" y="57"/>
                  </a:cubicBezTo>
                  <a:cubicBezTo>
                    <a:pt x="709" y="22"/>
                    <a:pt x="663" y="3"/>
                    <a:pt x="623" y="11"/>
                  </a:cubicBezTo>
                  <a:cubicBezTo>
                    <a:pt x="579" y="15"/>
                    <a:pt x="521" y="23"/>
                    <a:pt x="466" y="20"/>
                  </a:cubicBezTo>
                  <a:cubicBezTo>
                    <a:pt x="510" y="31"/>
                    <a:pt x="549" y="34"/>
                    <a:pt x="577" y="34"/>
                  </a:cubicBezTo>
                  <a:cubicBezTo>
                    <a:pt x="610" y="34"/>
                    <a:pt x="630" y="30"/>
                    <a:pt x="630" y="30"/>
                  </a:cubicBezTo>
                  <a:cubicBezTo>
                    <a:pt x="633" y="30"/>
                    <a:pt x="635" y="30"/>
                    <a:pt x="638" y="30"/>
                  </a:cubicBezTo>
                  <a:cubicBezTo>
                    <a:pt x="657" y="30"/>
                    <a:pt x="673" y="43"/>
                    <a:pt x="677" y="61"/>
                  </a:cubicBezTo>
                  <a:cubicBezTo>
                    <a:pt x="682" y="83"/>
                    <a:pt x="668" y="104"/>
                    <a:pt x="646" y="109"/>
                  </a:cubicBezTo>
                  <a:cubicBezTo>
                    <a:pt x="644" y="109"/>
                    <a:pt x="618" y="114"/>
                    <a:pt x="577" y="114"/>
                  </a:cubicBezTo>
                  <a:cubicBezTo>
                    <a:pt x="528" y="114"/>
                    <a:pt x="453" y="107"/>
                    <a:pt x="369" y="72"/>
                  </a:cubicBezTo>
                  <a:cubicBezTo>
                    <a:pt x="349" y="63"/>
                    <a:pt x="339" y="40"/>
                    <a:pt x="348" y="19"/>
                  </a:cubicBezTo>
                  <a:cubicBezTo>
                    <a:pt x="350" y="14"/>
                    <a:pt x="354" y="9"/>
                    <a:pt x="359" y="5"/>
                  </a:cubicBezTo>
                  <a:cubicBezTo>
                    <a:pt x="335" y="2"/>
                    <a:pt x="307" y="0"/>
                    <a:pt x="274" y="0"/>
                  </a:cubicBezTo>
                  <a:cubicBezTo>
                    <a:pt x="212" y="0"/>
                    <a:pt x="134" y="7"/>
                    <a:pt x="43" y="30"/>
                  </a:cubicBezTo>
                  <a:cubicBezTo>
                    <a:pt x="16" y="37"/>
                    <a:pt x="0" y="65"/>
                    <a:pt x="7" y="91"/>
                  </a:cubicBezTo>
                  <a:cubicBezTo>
                    <a:pt x="13" y="114"/>
                    <a:pt x="33" y="129"/>
                    <a:pt x="56" y="129"/>
                  </a:cubicBezTo>
                  <a:cubicBezTo>
                    <a:pt x="60" y="129"/>
                    <a:pt x="64" y="128"/>
                    <a:pt x="68" y="127"/>
                  </a:cubicBezTo>
                  <a:cubicBezTo>
                    <a:pt x="68" y="127"/>
                    <a:pt x="68" y="127"/>
                    <a:pt x="68" y="127"/>
                  </a:cubicBezTo>
                  <a:cubicBezTo>
                    <a:pt x="150" y="106"/>
                    <a:pt x="220" y="100"/>
                    <a:pt x="274" y="100"/>
                  </a:cubicBezTo>
                  <a:cubicBezTo>
                    <a:pt x="307" y="100"/>
                    <a:pt x="334" y="102"/>
                    <a:pt x="355" y="105"/>
                  </a:cubicBezTo>
                  <a:cubicBezTo>
                    <a:pt x="361" y="127"/>
                    <a:pt x="377" y="146"/>
                    <a:pt x="414" y="157"/>
                  </a:cubicBezTo>
                  <a:cubicBezTo>
                    <a:pt x="502" y="175"/>
                    <a:pt x="555" y="174"/>
                    <a:pt x="637" y="1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275"/>
            <p:cNvSpPr>
              <a:spLocks/>
            </p:cNvSpPr>
            <p:nvPr/>
          </p:nvSpPr>
          <p:spPr bwMode="auto">
            <a:xfrm>
              <a:off x="3313113" y="5332413"/>
              <a:ext cx="420688" cy="141287"/>
            </a:xfrm>
            <a:custGeom>
              <a:avLst/>
              <a:gdLst>
                <a:gd name="T0" fmla="*/ 24 w 325"/>
                <a:gd name="T1" fmla="*/ 66 h 108"/>
                <a:gd name="T2" fmla="*/ 229 w 325"/>
                <a:gd name="T3" fmla="*/ 108 h 108"/>
                <a:gd name="T4" fmla="*/ 297 w 325"/>
                <a:gd name="T5" fmla="*/ 103 h 108"/>
                <a:gd name="T6" fmla="*/ 321 w 325"/>
                <a:gd name="T7" fmla="*/ 65 h 108"/>
                <a:gd name="T8" fmla="*/ 284 w 325"/>
                <a:gd name="T9" fmla="*/ 40 h 108"/>
                <a:gd name="T10" fmla="*/ 229 w 325"/>
                <a:gd name="T11" fmla="*/ 44 h 108"/>
                <a:gd name="T12" fmla="*/ 49 w 325"/>
                <a:gd name="T13" fmla="*/ 7 h 108"/>
                <a:gd name="T14" fmla="*/ 7 w 325"/>
                <a:gd name="T15" fmla="*/ 24 h 108"/>
                <a:gd name="T16" fmla="*/ 24 w 325"/>
                <a:gd name="T17" fmla="*/ 6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5" h="108">
                  <a:moveTo>
                    <a:pt x="24" y="66"/>
                  </a:moveTo>
                  <a:cubicBezTo>
                    <a:pt x="105" y="101"/>
                    <a:pt x="179" y="108"/>
                    <a:pt x="229" y="108"/>
                  </a:cubicBezTo>
                  <a:cubicBezTo>
                    <a:pt x="270" y="108"/>
                    <a:pt x="295" y="103"/>
                    <a:pt x="297" y="103"/>
                  </a:cubicBezTo>
                  <a:cubicBezTo>
                    <a:pt x="314" y="99"/>
                    <a:pt x="325" y="82"/>
                    <a:pt x="321" y="65"/>
                  </a:cubicBezTo>
                  <a:cubicBezTo>
                    <a:pt x="318" y="48"/>
                    <a:pt x="301" y="37"/>
                    <a:pt x="284" y="40"/>
                  </a:cubicBezTo>
                  <a:cubicBezTo>
                    <a:pt x="283" y="40"/>
                    <a:pt x="262" y="44"/>
                    <a:pt x="229" y="44"/>
                  </a:cubicBezTo>
                  <a:cubicBezTo>
                    <a:pt x="185" y="44"/>
                    <a:pt x="121" y="38"/>
                    <a:pt x="49" y="7"/>
                  </a:cubicBezTo>
                  <a:cubicBezTo>
                    <a:pt x="33" y="0"/>
                    <a:pt x="14" y="8"/>
                    <a:pt x="7" y="24"/>
                  </a:cubicBezTo>
                  <a:cubicBezTo>
                    <a:pt x="0" y="41"/>
                    <a:pt x="8" y="59"/>
                    <a:pt x="24" y="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276"/>
            <p:cNvSpPr>
              <a:spLocks noEditPoints="1"/>
            </p:cNvSpPr>
            <p:nvPr/>
          </p:nvSpPr>
          <p:spPr bwMode="auto">
            <a:xfrm>
              <a:off x="2865438" y="5683250"/>
              <a:ext cx="1052513" cy="295275"/>
            </a:xfrm>
            <a:custGeom>
              <a:avLst/>
              <a:gdLst>
                <a:gd name="T0" fmla="*/ 60 w 812"/>
                <a:gd name="T1" fmla="*/ 166 h 228"/>
                <a:gd name="T2" fmla="*/ 96 w 812"/>
                <a:gd name="T3" fmla="*/ 154 h 228"/>
                <a:gd name="T4" fmla="*/ 156 w 812"/>
                <a:gd name="T5" fmla="*/ 214 h 228"/>
                <a:gd name="T6" fmla="*/ 154 w 812"/>
                <a:gd name="T7" fmla="*/ 228 h 228"/>
                <a:gd name="T8" fmla="*/ 658 w 812"/>
                <a:gd name="T9" fmla="*/ 228 h 228"/>
                <a:gd name="T10" fmla="*/ 656 w 812"/>
                <a:gd name="T11" fmla="*/ 214 h 228"/>
                <a:gd name="T12" fmla="*/ 716 w 812"/>
                <a:gd name="T13" fmla="*/ 154 h 228"/>
                <a:gd name="T14" fmla="*/ 752 w 812"/>
                <a:gd name="T15" fmla="*/ 166 h 228"/>
                <a:gd name="T16" fmla="*/ 812 w 812"/>
                <a:gd name="T17" fmla="*/ 0 h 228"/>
                <a:gd name="T18" fmla="*/ 0 w 812"/>
                <a:gd name="T19" fmla="*/ 0 h 228"/>
                <a:gd name="T20" fmla="*/ 60 w 812"/>
                <a:gd name="T21" fmla="*/ 166 h 228"/>
                <a:gd name="T22" fmla="*/ 171 w 812"/>
                <a:gd name="T23" fmla="*/ 93 h 228"/>
                <a:gd name="T24" fmla="*/ 641 w 812"/>
                <a:gd name="T25" fmla="*/ 93 h 228"/>
                <a:gd name="T26" fmla="*/ 641 w 812"/>
                <a:gd name="T27" fmla="*/ 105 h 228"/>
                <a:gd name="T28" fmla="*/ 171 w 812"/>
                <a:gd name="T29" fmla="*/ 105 h 228"/>
                <a:gd name="T30" fmla="*/ 171 w 812"/>
                <a:gd name="T31" fmla="*/ 93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12" h="228">
                  <a:moveTo>
                    <a:pt x="60" y="166"/>
                  </a:moveTo>
                  <a:cubicBezTo>
                    <a:pt x="70" y="159"/>
                    <a:pt x="82" y="154"/>
                    <a:pt x="96" y="154"/>
                  </a:cubicBezTo>
                  <a:cubicBezTo>
                    <a:pt x="129" y="154"/>
                    <a:pt x="156" y="181"/>
                    <a:pt x="156" y="214"/>
                  </a:cubicBezTo>
                  <a:cubicBezTo>
                    <a:pt x="156" y="219"/>
                    <a:pt x="155" y="224"/>
                    <a:pt x="154" y="228"/>
                  </a:cubicBezTo>
                  <a:cubicBezTo>
                    <a:pt x="658" y="228"/>
                    <a:pt x="658" y="228"/>
                    <a:pt x="658" y="228"/>
                  </a:cubicBezTo>
                  <a:cubicBezTo>
                    <a:pt x="657" y="224"/>
                    <a:pt x="656" y="219"/>
                    <a:pt x="656" y="214"/>
                  </a:cubicBezTo>
                  <a:cubicBezTo>
                    <a:pt x="656" y="181"/>
                    <a:pt x="683" y="154"/>
                    <a:pt x="716" y="154"/>
                  </a:cubicBezTo>
                  <a:cubicBezTo>
                    <a:pt x="729" y="154"/>
                    <a:pt x="742" y="159"/>
                    <a:pt x="752" y="166"/>
                  </a:cubicBezTo>
                  <a:cubicBezTo>
                    <a:pt x="812" y="0"/>
                    <a:pt x="812" y="0"/>
                    <a:pt x="812" y="0"/>
                  </a:cubicBezTo>
                  <a:cubicBezTo>
                    <a:pt x="0" y="0"/>
                    <a:pt x="0" y="0"/>
                    <a:pt x="0" y="0"/>
                  </a:cubicBezTo>
                  <a:lnTo>
                    <a:pt x="60" y="166"/>
                  </a:lnTo>
                  <a:close/>
                  <a:moveTo>
                    <a:pt x="171" y="93"/>
                  </a:moveTo>
                  <a:cubicBezTo>
                    <a:pt x="641" y="93"/>
                    <a:pt x="641" y="93"/>
                    <a:pt x="641" y="93"/>
                  </a:cubicBezTo>
                  <a:cubicBezTo>
                    <a:pt x="641" y="105"/>
                    <a:pt x="641" y="105"/>
                    <a:pt x="641" y="105"/>
                  </a:cubicBezTo>
                  <a:cubicBezTo>
                    <a:pt x="171" y="105"/>
                    <a:pt x="171" y="105"/>
                    <a:pt x="171" y="105"/>
                  </a:cubicBezTo>
                  <a:lnTo>
                    <a:pt x="171" y="9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277"/>
            <p:cNvSpPr>
              <a:spLocks/>
            </p:cNvSpPr>
            <p:nvPr/>
          </p:nvSpPr>
          <p:spPr bwMode="auto">
            <a:xfrm>
              <a:off x="2701925" y="5573713"/>
              <a:ext cx="1225550" cy="98425"/>
            </a:xfrm>
            <a:custGeom>
              <a:avLst/>
              <a:gdLst>
                <a:gd name="T0" fmla="*/ 945 w 945"/>
                <a:gd name="T1" fmla="*/ 0 h 76"/>
                <a:gd name="T2" fmla="*/ 38 w 945"/>
                <a:gd name="T3" fmla="*/ 0 h 76"/>
                <a:gd name="T4" fmla="*/ 0 w 945"/>
                <a:gd name="T5" fmla="*/ 38 h 76"/>
                <a:gd name="T6" fmla="*/ 38 w 945"/>
                <a:gd name="T7" fmla="*/ 76 h 76"/>
                <a:gd name="T8" fmla="*/ 945 w 945"/>
                <a:gd name="T9" fmla="*/ 76 h 76"/>
                <a:gd name="T10" fmla="*/ 945 w 945"/>
                <a:gd name="T11" fmla="*/ 0 h 76"/>
              </a:gdLst>
              <a:ahLst/>
              <a:cxnLst>
                <a:cxn ang="0">
                  <a:pos x="T0" y="T1"/>
                </a:cxn>
                <a:cxn ang="0">
                  <a:pos x="T2" y="T3"/>
                </a:cxn>
                <a:cxn ang="0">
                  <a:pos x="T4" y="T5"/>
                </a:cxn>
                <a:cxn ang="0">
                  <a:pos x="T6" y="T7"/>
                </a:cxn>
                <a:cxn ang="0">
                  <a:pos x="T8" y="T9"/>
                </a:cxn>
                <a:cxn ang="0">
                  <a:pos x="T10" y="T11"/>
                </a:cxn>
              </a:cxnLst>
              <a:rect l="0" t="0" r="r" b="b"/>
              <a:pathLst>
                <a:path w="945" h="76">
                  <a:moveTo>
                    <a:pt x="945" y="0"/>
                  </a:moveTo>
                  <a:cubicBezTo>
                    <a:pt x="38" y="0"/>
                    <a:pt x="38" y="0"/>
                    <a:pt x="38" y="0"/>
                  </a:cubicBezTo>
                  <a:cubicBezTo>
                    <a:pt x="17" y="0"/>
                    <a:pt x="0" y="17"/>
                    <a:pt x="0" y="38"/>
                  </a:cubicBezTo>
                  <a:cubicBezTo>
                    <a:pt x="0" y="59"/>
                    <a:pt x="17" y="76"/>
                    <a:pt x="38" y="76"/>
                  </a:cubicBezTo>
                  <a:cubicBezTo>
                    <a:pt x="945" y="76"/>
                    <a:pt x="945" y="76"/>
                    <a:pt x="945" y="76"/>
                  </a:cubicBezTo>
                  <a:lnTo>
                    <a:pt x="94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278"/>
            <p:cNvSpPr>
              <a:spLocks noEditPoints="1"/>
            </p:cNvSpPr>
            <p:nvPr/>
          </p:nvSpPr>
          <p:spPr bwMode="auto">
            <a:xfrm>
              <a:off x="2922588" y="5892800"/>
              <a:ext cx="134938" cy="134937"/>
            </a:xfrm>
            <a:custGeom>
              <a:avLst/>
              <a:gdLst>
                <a:gd name="T0" fmla="*/ 104 w 104"/>
                <a:gd name="T1" fmla="*/ 52 h 104"/>
                <a:gd name="T2" fmla="*/ 52 w 104"/>
                <a:gd name="T3" fmla="*/ 0 h 104"/>
                <a:gd name="T4" fmla="*/ 0 w 104"/>
                <a:gd name="T5" fmla="*/ 52 h 104"/>
                <a:gd name="T6" fmla="*/ 52 w 104"/>
                <a:gd name="T7" fmla="*/ 104 h 104"/>
                <a:gd name="T8" fmla="*/ 104 w 104"/>
                <a:gd name="T9" fmla="*/ 52 h 104"/>
                <a:gd name="T10" fmla="*/ 52 w 104"/>
                <a:gd name="T11" fmla="*/ 84 h 104"/>
                <a:gd name="T12" fmla="*/ 20 w 104"/>
                <a:gd name="T13" fmla="*/ 52 h 104"/>
                <a:gd name="T14" fmla="*/ 52 w 104"/>
                <a:gd name="T15" fmla="*/ 20 h 104"/>
                <a:gd name="T16" fmla="*/ 84 w 104"/>
                <a:gd name="T17" fmla="*/ 52 h 104"/>
                <a:gd name="T18" fmla="*/ 52 w 104"/>
                <a:gd name="T19" fmla="*/ 8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4" h="104">
                  <a:moveTo>
                    <a:pt x="104" y="52"/>
                  </a:moveTo>
                  <a:cubicBezTo>
                    <a:pt x="104" y="24"/>
                    <a:pt x="81" y="0"/>
                    <a:pt x="52" y="0"/>
                  </a:cubicBezTo>
                  <a:cubicBezTo>
                    <a:pt x="23" y="0"/>
                    <a:pt x="0" y="24"/>
                    <a:pt x="0" y="52"/>
                  </a:cubicBezTo>
                  <a:cubicBezTo>
                    <a:pt x="0" y="81"/>
                    <a:pt x="23" y="104"/>
                    <a:pt x="52" y="104"/>
                  </a:cubicBezTo>
                  <a:cubicBezTo>
                    <a:pt x="81" y="104"/>
                    <a:pt x="104" y="81"/>
                    <a:pt x="104" y="52"/>
                  </a:cubicBezTo>
                  <a:close/>
                  <a:moveTo>
                    <a:pt x="52" y="84"/>
                  </a:moveTo>
                  <a:cubicBezTo>
                    <a:pt x="34" y="84"/>
                    <a:pt x="20" y="70"/>
                    <a:pt x="20" y="52"/>
                  </a:cubicBezTo>
                  <a:cubicBezTo>
                    <a:pt x="20" y="35"/>
                    <a:pt x="34" y="20"/>
                    <a:pt x="52" y="20"/>
                  </a:cubicBezTo>
                  <a:cubicBezTo>
                    <a:pt x="70" y="20"/>
                    <a:pt x="84" y="35"/>
                    <a:pt x="84" y="52"/>
                  </a:cubicBezTo>
                  <a:cubicBezTo>
                    <a:pt x="84" y="70"/>
                    <a:pt x="70" y="84"/>
                    <a:pt x="52"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279"/>
            <p:cNvSpPr>
              <a:spLocks noEditPoints="1"/>
            </p:cNvSpPr>
            <p:nvPr/>
          </p:nvSpPr>
          <p:spPr bwMode="auto">
            <a:xfrm>
              <a:off x="3725863" y="5892800"/>
              <a:ext cx="134938" cy="134937"/>
            </a:xfrm>
            <a:custGeom>
              <a:avLst/>
              <a:gdLst>
                <a:gd name="T0" fmla="*/ 0 w 104"/>
                <a:gd name="T1" fmla="*/ 52 h 104"/>
                <a:gd name="T2" fmla="*/ 52 w 104"/>
                <a:gd name="T3" fmla="*/ 104 h 104"/>
                <a:gd name="T4" fmla="*/ 104 w 104"/>
                <a:gd name="T5" fmla="*/ 52 h 104"/>
                <a:gd name="T6" fmla="*/ 52 w 104"/>
                <a:gd name="T7" fmla="*/ 0 h 104"/>
                <a:gd name="T8" fmla="*/ 0 w 104"/>
                <a:gd name="T9" fmla="*/ 52 h 104"/>
                <a:gd name="T10" fmla="*/ 52 w 104"/>
                <a:gd name="T11" fmla="*/ 20 h 104"/>
                <a:gd name="T12" fmla="*/ 84 w 104"/>
                <a:gd name="T13" fmla="*/ 52 h 104"/>
                <a:gd name="T14" fmla="*/ 52 w 104"/>
                <a:gd name="T15" fmla="*/ 84 h 104"/>
                <a:gd name="T16" fmla="*/ 20 w 104"/>
                <a:gd name="T17" fmla="*/ 52 h 104"/>
                <a:gd name="T18" fmla="*/ 52 w 104"/>
                <a:gd name="T19" fmla="*/ 2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4" h="104">
                  <a:moveTo>
                    <a:pt x="0" y="52"/>
                  </a:moveTo>
                  <a:cubicBezTo>
                    <a:pt x="0" y="81"/>
                    <a:pt x="23" y="104"/>
                    <a:pt x="52" y="104"/>
                  </a:cubicBezTo>
                  <a:cubicBezTo>
                    <a:pt x="81" y="104"/>
                    <a:pt x="104" y="81"/>
                    <a:pt x="104" y="52"/>
                  </a:cubicBezTo>
                  <a:cubicBezTo>
                    <a:pt x="104" y="24"/>
                    <a:pt x="81" y="0"/>
                    <a:pt x="52" y="0"/>
                  </a:cubicBezTo>
                  <a:cubicBezTo>
                    <a:pt x="23" y="0"/>
                    <a:pt x="0" y="24"/>
                    <a:pt x="0" y="52"/>
                  </a:cubicBezTo>
                  <a:close/>
                  <a:moveTo>
                    <a:pt x="52" y="20"/>
                  </a:moveTo>
                  <a:cubicBezTo>
                    <a:pt x="70" y="20"/>
                    <a:pt x="84" y="35"/>
                    <a:pt x="84" y="52"/>
                  </a:cubicBezTo>
                  <a:cubicBezTo>
                    <a:pt x="84" y="70"/>
                    <a:pt x="70" y="84"/>
                    <a:pt x="52" y="84"/>
                  </a:cubicBezTo>
                  <a:cubicBezTo>
                    <a:pt x="34" y="84"/>
                    <a:pt x="20" y="70"/>
                    <a:pt x="20" y="52"/>
                  </a:cubicBezTo>
                  <a:cubicBezTo>
                    <a:pt x="20" y="35"/>
                    <a:pt x="34" y="20"/>
                    <a:pt x="52"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280"/>
            <p:cNvSpPr>
              <a:spLocks/>
            </p:cNvSpPr>
            <p:nvPr/>
          </p:nvSpPr>
          <p:spPr bwMode="auto">
            <a:xfrm>
              <a:off x="3937000" y="4818063"/>
              <a:ext cx="111125" cy="962025"/>
            </a:xfrm>
            <a:custGeom>
              <a:avLst/>
              <a:gdLst>
                <a:gd name="T0" fmla="*/ 86 w 86"/>
                <a:gd name="T1" fmla="*/ 0 h 743"/>
                <a:gd name="T2" fmla="*/ 40 w 86"/>
                <a:gd name="T3" fmla="*/ 0 h 743"/>
                <a:gd name="T4" fmla="*/ 0 w 86"/>
                <a:gd name="T5" fmla="*/ 40 h 743"/>
                <a:gd name="T6" fmla="*/ 0 w 86"/>
                <a:gd name="T7" fmla="*/ 703 h 743"/>
                <a:gd name="T8" fmla="*/ 40 w 86"/>
                <a:gd name="T9" fmla="*/ 743 h 743"/>
                <a:gd name="T10" fmla="*/ 86 w 86"/>
                <a:gd name="T11" fmla="*/ 743 h 743"/>
                <a:gd name="T12" fmla="*/ 86 w 86"/>
                <a:gd name="T13" fmla="*/ 743 h 743"/>
                <a:gd name="T14" fmla="*/ 86 w 86"/>
                <a:gd name="T15" fmla="*/ 0 h 7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6" h="743">
                  <a:moveTo>
                    <a:pt x="86" y="0"/>
                  </a:moveTo>
                  <a:cubicBezTo>
                    <a:pt x="40" y="0"/>
                    <a:pt x="40" y="0"/>
                    <a:pt x="40" y="0"/>
                  </a:cubicBezTo>
                  <a:cubicBezTo>
                    <a:pt x="18" y="0"/>
                    <a:pt x="0" y="18"/>
                    <a:pt x="0" y="40"/>
                  </a:cubicBezTo>
                  <a:cubicBezTo>
                    <a:pt x="0" y="703"/>
                    <a:pt x="0" y="703"/>
                    <a:pt x="0" y="703"/>
                  </a:cubicBezTo>
                  <a:cubicBezTo>
                    <a:pt x="0" y="725"/>
                    <a:pt x="18" y="743"/>
                    <a:pt x="40" y="743"/>
                  </a:cubicBezTo>
                  <a:cubicBezTo>
                    <a:pt x="86" y="743"/>
                    <a:pt x="86" y="743"/>
                    <a:pt x="86" y="743"/>
                  </a:cubicBezTo>
                  <a:cubicBezTo>
                    <a:pt x="86" y="743"/>
                    <a:pt x="86" y="743"/>
                    <a:pt x="86" y="743"/>
                  </a:cubicBezTo>
                  <a:lnTo>
                    <a:pt x="8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281"/>
            <p:cNvSpPr>
              <a:spLocks/>
            </p:cNvSpPr>
            <p:nvPr/>
          </p:nvSpPr>
          <p:spPr bwMode="auto">
            <a:xfrm>
              <a:off x="5510213" y="4818063"/>
              <a:ext cx="111125" cy="962025"/>
            </a:xfrm>
            <a:custGeom>
              <a:avLst/>
              <a:gdLst>
                <a:gd name="T0" fmla="*/ 46 w 86"/>
                <a:gd name="T1" fmla="*/ 0 h 743"/>
                <a:gd name="T2" fmla="*/ 0 w 86"/>
                <a:gd name="T3" fmla="*/ 0 h 743"/>
                <a:gd name="T4" fmla="*/ 0 w 86"/>
                <a:gd name="T5" fmla="*/ 743 h 743"/>
                <a:gd name="T6" fmla="*/ 0 w 86"/>
                <a:gd name="T7" fmla="*/ 743 h 743"/>
                <a:gd name="T8" fmla="*/ 46 w 86"/>
                <a:gd name="T9" fmla="*/ 743 h 743"/>
                <a:gd name="T10" fmla="*/ 86 w 86"/>
                <a:gd name="T11" fmla="*/ 703 h 743"/>
                <a:gd name="T12" fmla="*/ 86 w 86"/>
                <a:gd name="T13" fmla="*/ 40 h 743"/>
                <a:gd name="T14" fmla="*/ 46 w 86"/>
                <a:gd name="T15" fmla="*/ 0 h 7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6" h="743">
                  <a:moveTo>
                    <a:pt x="46" y="0"/>
                  </a:moveTo>
                  <a:cubicBezTo>
                    <a:pt x="0" y="0"/>
                    <a:pt x="0" y="0"/>
                    <a:pt x="0" y="0"/>
                  </a:cubicBezTo>
                  <a:cubicBezTo>
                    <a:pt x="0" y="743"/>
                    <a:pt x="0" y="743"/>
                    <a:pt x="0" y="743"/>
                  </a:cubicBezTo>
                  <a:cubicBezTo>
                    <a:pt x="0" y="743"/>
                    <a:pt x="0" y="743"/>
                    <a:pt x="0" y="743"/>
                  </a:cubicBezTo>
                  <a:cubicBezTo>
                    <a:pt x="46" y="743"/>
                    <a:pt x="46" y="743"/>
                    <a:pt x="46" y="743"/>
                  </a:cubicBezTo>
                  <a:cubicBezTo>
                    <a:pt x="68" y="743"/>
                    <a:pt x="86" y="725"/>
                    <a:pt x="86" y="703"/>
                  </a:cubicBezTo>
                  <a:cubicBezTo>
                    <a:pt x="86" y="40"/>
                    <a:pt x="86" y="40"/>
                    <a:pt x="86" y="40"/>
                  </a:cubicBezTo>
                  <a:cubicBezTo>
                    <a:pt x="86" y="18"/>
                    <a:pt x="68" y="0"/>
                    <a:pt x="4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Rectangle 282"/>
            <p:cNvSpPr>
              <a:spLocks noChangeArrowheads="1"/>
            </p:cNvSpPr>
            <p:nvPr/>
          </p:nvSpPr>
          <p:spPr bwMode="auto">
            <a:xfrm>
              <a:off x="4175125" y="5894388"/>
              <a:ext cx="1208088" cy="12541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283"/>
            <p:cNvSpPr>
              <a:spLocks/>
            </p:cNvSpPr>
            <p:nvPr/>
          </p:nvSpPr>
          <p:spPr bwMode="auto">
            <a:xfrm>
              <a:off x="4059238" y="4713288"/>
              <a:ext cx="1439863" cy="1169987"/>
            </a:xfrm>
            <a:custGeom>
              <a:avLst/>
              <a:gdLst>
                <a:gd name="T0" fmla="*/ 1112 w 1112"/>
                <a:gd name="T1" fmla="*/ 80 h 903"/>
                <a:gd name="T2" fmla="*/ 1032 w 1112"/>
                <a:gd name="T3" fmla="*/ 0 h 903"/>
                <a:gd name="T4" fmla="*/ 980 w 1112"/>
                <a:gd name="T5" fmla="*/ 0 h 903"/>
                <a:gd name="T6" fmla="*/ 980 w 1112"/>
                <a:gd name="T7" fmla="*/ 455 h 903"/>
                <a:gd name="T8" fmla="*/ 132 w 1112"/>
                <a:gd name="T9" fmla="*/ 455 h 903"/>
                <a:gd name="T10" fmla="*/ 132 w 1112"/>
                <a:gd name="T11" fmla="*/ 0 h 903"/>
                <a:gd name="T12" fmla="*/ 80 w 1112"/>
                <a:gd name="T13" fmla="*/ 0 h 903"/>
                <a:gd name="T14" fmla="*/ 0 w 1112"/>
                <a:gd name="T15" fmla="*/ 80 h 903"/>
                <a:gd name="T16" fmla="*/ 0 w 1112"/>
                <a:gd name="T17" fmla="*/ 823 h 903"/>
                <a:gd name="T18" fmla="*/ 80 w 1112"/>
                <a:gd name="T19" fmla="*/ 903 h 903"/>
                <a:gd name="T20" fmla="*/ 1032 w 1112"/>
                <a:gd name="T21" fmla="*/ 903 h 903"/>
                <a:gd name="T22" fmla="*/ 1112 w 1112"/>
                <a:gd name="T23" fmla="*/ 823 h 903"/>
                <a:gd name="T24" fmla="*/ 1112 w 1112"/>
                <a:gd name="T25" fmla="*/ 80 h 9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12" h="903">
                  <a:moveTo>
                    <a:pt x="1112" y="80"/>
                  </a:moveTo>
                  <a:cubicBezTo>
                    <a:pt x="1112" y="36"/>
                    <a:pt x="1076" y="0"/>
                    <a:pt x="1032" y="0"/>
                  </a:cubicBezTo>
                  <a:cubicBezTo>
                    <a:pt x="980" y="0"/>
                    <a:pt x="980" y="0"/>
                    <a:pt x="980" y="0"/>
                  </a:cubicBezTo>
                  <a:cubicBezTo>
                    <a:pt x="980" y="455"/>
                    <a:pt x="980" y="455"/>
                    <a:pt x="980" y="455"/>
                  </a:cubicBezTo>
                  <a:cubicBezTo>
                    <a:pt x="132" y="455"/>
                    <a:pt x="132" y="455"/>
                    <a:pt x="132" y="455"/>
                  </a:cubicBezTo>
                  <a:cubicBezTo>
                    <a:pt x="132" y="0"/>
                    <a:pt x="132" y="0"/>
                    <a:pt x="132" y="0"/>
                  </a:cubicBezTo>
                  <a:cubicBezTo>
                    <a:pt x="80" y="0"/>
                    <a:pt x="80" y="0"/>
                    <a:pt x="80" y="0"/>
                  </a:cubicBezTo>
                  <a:cubicBezTo>
                    <a:pt x="36" y="0"/>
                    <a:pt x="0" y="36"/>
                    <a:pt x="0" y="80"/>
                  </a:cubicBezTo>
                  <a:cubicBezTo>
                    <a:pt x="0" y="823"/>
                    <a:pt x="0" y="823"/>
                    <a:pt x="0" y="823"/>
                  </a:cubicBezTo>
                  <a:cubicBezTo>
                    <a:pt x="0" y="868"/>
                    <a:pt x="36" y="903"/>
                    <a:pt x="80" y="903"/>
                  </a:cubicBezTo>
                  <a:cubicBezTo>
                    <a:pt x="1032" y="903"/>
                    <a:pt x="1032" y="903"/>
                    <a:pt x="1032" y="903"/>
                  </a:cubicBezTo>
                  <a:cubicBezTo>
                    <a:pt x="1076" y="903"/>
                    <a:pt x="1112" y="868"/>
                    <a:pt x="1112" y="823"/>
                  </a:cubicBezTo>
                  <a:lnTo>
                    <a:pt x="1112" y="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Rectangle 284"/>
            <p:cNvSpPr>
              <a:spLocks noChangeArrowheads="1"/>
            </p:cNvSpPr>
            <p:nvPr/>
          </p:nvSpPr>
          <p:spPr bwMode="auto">
            <a:xfrm>
              <a:off x="4240213" y="4713288"/>
              <a:ext cx="1077913" cy="57943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24" name="组合 223"/>
          <p:cNvGrpSpPr/>
          <p:nvPr/>
        </p:nvGrpSpPr>
        <p:grpSpPr>
          <a:xfrm>
            <a:off x="1930400" y="1420813"/>
            <a:ext cx="1146175" cy="1211262"/>
            <a:chOff x="1930400" y="1420813"/>
            <a:chExt cx="1146175" cy="1211262"/>
          </a:xfrm>
          <a:solidFill>
            <a:schemeClr val="tx1">
              <a:lumMod val="65000"/>
              <a:lumOff val="35000"/>
            </a:schemeClr>
          </a:solidFill>
        </p:grpSpPr>
        <p:sp>
          <p:nvSpPr>
            <p:cNvPr id="225" name="Freeform 285"/>
            <p:cNvSpPr>
              <a:spLocks/>
            </p:cNvSpPr>
            <p:nvPr/>
          </p:nvSpPr>
          <p:spPr bwMode="auto">
            <a:xfrm>
              <a:off x="2058988" y="1541463"/>
              <a:ext cx="477838" cy="290512"/>
            </a:xfrm>
            <a:custGeom>
              <a:avLst/>
              <a:gdLst>
                <a:gd name="T0" fmla="*/ 309 w 369"/>
                <a:gd name="T1" fmla="*/ 128 h 224"/>
                <a:gd name="T2" fmla="*/ 295 w 369"/>
                <a:gd name="T3" fmla="*/ 114 h 224"/>
                <a:gd name="T4" fmla="*/ 250 w 369"/>
                <a:gd name="T5" fmla="*/ 111 h 224"/>
                <a:gd name="T6" fmla="*/ 240 w 369"/>
                <a:gd name="T7" fmla="*/ 130 h 224"/>
                <a:gd name="T8" fmla="*/ 184 w 369"/>
                <a:gd name="T9" fmla="*/ 130 h 224"/>
                <a:gd name="T10" fmla="*/ 187 w 369"/>
                <a:gd name="T11" fmla="*/ 119 h 224"/>
                <a:gd name="T12" fmla="*/ 120 w 369"/>
                <a:gd name="T13" fmla="*/ 11 h 224"/>
                <a:gd name="T14" fmla="*/ 12 w 369"/>
                <a:gd name="T15" fmla="*/ 79 h 224"/>
                <a:gd name="T16" fmla="*/ 79 w 369"/>
                <a:gd name="T17" fmla="*/ 187 h 224"/>
                <a:gd name="T18" fmla="*/ 177 w 369"/>
                <a:gd name="T19" fmla="*/ 144 h 224"/>
                <a:gd name="T20" fmla="*/ 240 w 369"/>
                <a:gd name="T21" fmla="*/ 144 h 224"/>
                <a:gd name="T22" fmla="*/ 247 w 369"/>
                <a:gd name="T23" fmla="*/ 157 h 224"/>
                <a:gd name="T24" fmla="*/ 369 w 369"/>
                <a:gd name="T25" fmla="*/ 224 h 224"/>
                <a:gd name="T26" fmla="*/ 358 w 369"/>
                <a:gd name="T27" fmla="*/ 215 h 224"/>
                <a:gd name="T28" fmla="*/ 309 w 369"/>
                <a:gd name="T29" fmla="*/ 128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9" h="224">
                  <a:moveTo>
                    <a:pt x="309" y="128"/>
                  </a:moveTo>
                  <a:cubicBezTo>
                    <a:pt x="304" y="124"/>
                    <a:pt x="300" y="119"/>
                    <a:pt x="295" y="114"/>
                  </a:cubicBezTo>
                  <a:cubicBezTo>
                    <a:pt x="284" y="101"/>
                    <a:pt x="264" y="100"/>
                    <a:pt x="250" y="111"/>
                  </a:cubicBezTo>
                  <a:cubicBezTo>
                    <a:pt x="245" y="117"/>
                    <a:pt x="241" y="123"/>
                    <a:pt x="240" y="130"/>
                  </a:cubicBezTo>
                  <a:cubicBezTo>
                    <a:pt x="184" y="130"/>
                    <a:pt x="184" y="130"/>
                    <a:pt x="184" y="130"/>
                  </a:cubicBezTo>
                  <a:cubicBezTo>
                    <a:pt x="185" y="127"/>
                    <a:pt x="186" y="123"/>
                    <a:pt x="187" y="119"/>
                  </a:cubicBezTo>
                  <a:cubicBezTo>
                    <a:pt x="198" y="71"/>
                    <a:pt x="168" y="23"/>
                    <a:pt x="120" y="11"/>
                  </a:cubicBezTo>
                  <a:cubicBezTo>
                    <a:pt x="71" y="0"/>
                    <a:pt x="23" y="30"/>
                    <a:pt x="12" y="79"/>
                  </a:cubicBezTo>
                  <a:cubicBezTo>
                    <a:pt x="0" y="127"/>
                    <a:pt x="30" y="175"/>
                    <a:pt x="79" y="187"/>
                  </a:cubicBezTo>
                  <a:cubicBezTo>
                    <a:pt x="119" y="196"/>
                    <a:pt x="158" y="177"/>
                    <a:pt x="177" y="144"/>
                  </a:cubicBezTo>
                  <a:cubicBezTo>
                    <a:pt x="240" y="144"/>
                    <a:pt x="240" y="144"/>
                    <a:pt x="240" y="144"/>
                  </a:cubicBezTo>
                  <a:cubicBezTo>
                    <a:pt x="242" y="148"/>
                    <a:pt x="244" y="153"/>
                    <a:pt x="247" y="157"/>
                  </a:cubicBezTo>
                  <a:cubicBezTo>
                    <a:pt x="283" y="198"/>
                    <a:pt x="327" y="218"/>
                    <a:pt x="369" y="224"/>
                  </a:cubicBezTo>
                  <a:cubicBezTo>
                    <a:pt x="365" y="221"/>
                    <a:pt x="362" y="218"/>
                    <a:pt x="358" y="215"/>
                  </a:cubicBezTo>
                  <a:cubicBezTo>
                    <a:pt x="335" y="194"/>
                    <a:pt x="319" y="165"/>
                    <a:pt x="309" y="1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286"/>
            <p:cNvSpPr>
              <a:spLocks noEditPoints="1"/>
            </p:cNvSpPr>
            <p:nvPr/>
          </p:nvSpPr>
          <p:spPr bwMode="auto">
            <a:xfrm>
              <a:off x="1930400" y="2298700"/>
              <a:ext cx="277813" cy="333375"/>
            </a:xfrm>
            <a:custGeom>
              <a:avLst/>
              <a:gdLst>
                <a:gd name="T0" fmla="*/ 39 w 175"/>
                <a:gd name="T1" fmla="*/ 155 h 210"/>
                <a:gd name="T2" fmla="*/ 136 w 175"/>
                <a:gd name="T3" fmla="*/ 155 h 210"/>
                <a:gd name="T4" fmla="*/ 141 w 175"/>
                <a:gd name="T5" fmla="*/ 210 h 210"/>
                <a:gd name="T6" fmla="*/ 175 w 175"/>
                <a:gd name="T7" fmla="*/ 210 h 210"/>
                <a:gd name="T8" fmla="*/ 161 w 175"/>
                <a:gd name="T9" fmla="*/ 27 h 210"/>
                <a:gd name="T10" fmla="*/ 161 w 175"/>
                <a:gd name="T11" fmla="*/ 0 h 210"/>
                <a:gd name="T12" fmla="*/ 13 w 175"/>
                <a:gd name="T13" fmla="*/ 0 h 210"/>
                <a:gd name="T14" fmla="*/ 13 w 175"/>
                <a:gd name="T15" fmla="*/ 27 h 210"/>
                <a:gd name="T16" fmla="*/ 0 w 175"/>
                <a:gd name="T17" fmla="*/ 210 h 210"/>
                <a:gd name="T18" fmla="*/ 33 w 175"/>
                <a:gd name="T19" fmla="*/ 210 h 210"/>
                <a:gd name="T20" fmla="*/ 39 w 175"/>
                <a:gd name="T21" fmla="*/ 155 h 210"/>
                <a:gd name="T22" fmla="*/ 46 w 175"/>
                <a:gd name="T23" fmla="*/ 33 h 210"/>
                <a:gd name="T24" fmla="*/ 128 w 175"/>
                <a:gd name="T25" fmla="*/ 33 h 210"/>
                <a:gd name="T26" fmla="*/ 134 w 175"/>
                <a:gd name="T27" fmla="*/ 141 h 210"/>
                <a:gd name="T28" fmla="*/ 40 w 175"/>
                <a:gd name="T29" fmla="*/ 141 h 210"/>
                <a:gd name="T30" fmla="*/ 46 w 175"/>
                <a:gd name="T31" fmla="*/ 33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5" h="210">
                  <a:moveTo>
                    <a:pt x="39" y="155"/>
                  </a:moveTo>
                  <a:lnTo>
                    <a:pt x="136" y="155"/>
                  </a:lnTo>
                  <a:lnTo>
                    <a:pt x="141" y="210"/>
                  </a:lnTo>
                  <a:lnTo>
                    <a:pt x="175" y="210"/>
                  </a:lnTo>
                  <a:lnTo>
                    <a:pt x="161" y="27"/>
                  </a:lnTo>
                  <a:lnTo>
                    <a:pt x="161" y="0"/>
                  </a:lnTo>
                  <a:lnTo>
                    <a:pt x="13" y="0"/>
                  </a:lnTo>
                  <a:lnTo>
                    <a:pt x="13" y="27"/>
                  </a:lnTo>
                  <a:lnTo>
                    <a:pt x="0" y="210"/>
                  </a:lnTo>
                  <a:lnTo>
                    <a:pt x="33" y="210"/>
                  </a:lnTo>
                  <a:lnTo>
                    <a:pt x="39" y="155"/>
                  </a:lnTo>
                  <a:close/>
                  <a:moveTo>
                    <a:pt x="46" y="33"/>
                  </a:moveTo>
                  <a:lnTo>
                    <a:pt x="128" y="33"/>
                  </a:lnTo>
                  <a:lnTo>
                    <a:pt x="134" y="141"/>
                  </a:lnTo>
                  <a:lnTo>
                    <a:pt x="40" y="141"/>
                  </a:lnTo>
                  <a:lnTo>
                    <a:pt x="46"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287"/>
            <p:cNvSpPr>
              <a:spLocks/>
            </p:cNvSpPr>
            <p:nvPr/>
          </p:nvSpPr>
          <p:spPr bwMode="auto">
            <a:xfrm>
              <a:off x="1976438" y="1800225"/>
              <a:ext cx="446088" cy="762000"/>
            </a:xfrm>
            <a:custGeom>
              <a:avLst/>
              <a:gdLst>
                <a:gd name="T0" fmla="*/ 88 w 344"/>
                <a:gd name="T1" fmla="*/ 370 h 588"/>
                <a:gd name="T2" fmla="*/ 96 w 344"/>
                <a:gd name="T3" fmla="*/ 370 h 588"/>
                <a:gd name="T4" fmla="*/ 96 w 344"/>
                <a:gd name="T5" fmla="*/ 370 h 588"/>
                <a:gd name="T6" fmla="*/ 139 w 344"/>
                <a:gd name="T7" fmla="*/ 370 h 588"/>
                <a:gd name="T8" fmla="*/ 225 w 344"/>
                <a:gd name="T9" fmla="*/ 370 h 588"/>
                <a:gd name="T10" fmla="*/ 182 w 344"/>
                <a:gd name="T11" fmla="*/ 524 h 588"/>
                <a:gd name="T12" fmla="*/ 217 w 344"/>
                <a:gd name="T13" fmla="*/ 586 h 588"/>
                <a:gd name="T14" fmla="*/ 231 w 344"/>
                <a:gd name="T15" fmla="*/ 588 h 588"/>
                <a:gd name="T16" fmla="*/ 279 w 344"/>
                <a:gd name="T17" fmla="*/ 551 h 588"/>
                <a:gd name="T18" fmla="*/ 339 w 344"/>
                <a:gd name="T19" fmla="*/ 334 h 588"/>
                <a:gd name="T20" fmla="*/ 331 w 344"/>
                <a:gd name="T21" fmla="*/ 290 h 588"/>
                <a:gd name="T22" fmla="*/ 291 w 344"/>
                <a:gd name="T23" fmla="*/ 270 h 588"/>
                <a:gd name="T24" fmla="*/ 137 w 344"/>
                <a:gd name="T25" fmla="*/ 270 h 588"/>
                <a:gd name="T26" fmla="*/ 104 w 344"/>
                <a:gd name="T27" fmla="*/ 229 h 588"/>
                <a:gd name="T28" fmla="*/ 74 w 344"/>
                <a:gd name="T29" fmla="*/ 120 h 588"/>
                <a:gd name="T30" fmla="*/ 80 w 344"/>
                <a:gd name="T31" fmla="*/ 71 h 588"/>
                <a:gd name="T32" fmla="*/ 119 w 344"/>
                <a:gd name="T33" fmla="*/ 42 h 588"/>
                <a:gd name="T34" fmla="*/ 129 w 344"/>
                <a:gd name="T35" fmla="*/ 43 h 588"/>
                <a:gd name="T36" fmla="*/ 157 w 344"/>
                <a:gd name="T37" fmla="*/ 92 h 588"/>
                <a:gd name="T38" fmla="*/ 157 w 344"/>
                <a:gd name="T39" fmla="*/ 93 h 588"/>
                <a:gd name="T40" fmla="*/ 156 w 344"/>
                <a:gd name="T41" fmla="*/ 98 h 588"/>
                <a:gd name="T42" fmla="*/ 154 w 344"/>
                <a:gd name="T43" fmla="*/ 120 h 588"/>
                <a:gd name="T44" fmla="*/ 162 w 344"/>
                <a:gd name="T45" fmla="*/ 167 h 588"/>
                <a:gd name="T46" fmla="*/ 175 w 344"/>
                <a:gd name="T47" fmla="*/ 105 h 588"/>
                <a:gd name="T48" fmla="*/ 137 w 344"/>
                <a:gd name="T49" fmla="*/ 9 h 588"/>
                <a:gd name="T50" fmla="*/ 33 w 344"/>
                <a:gd name="T51" fmla="*/ 77 h 588"/>
                <a:gd name="T52" fmla="*/ 10 w 344"/>
                <a:gd name="T53" fmla="*/ 299 h 588"/>
                <a:gd name="T54" fmla="*/ 88 w 344"/>
                <a:gd name="T55" fmla="*/ 370 h 5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44" h="588">
                  <a:moveTo>
                    <a:pt x="88" y="370"/>
                  </a:moveTo>
                  <a:cubicBezTo>
                    <a:pt x="91" y="370"/>
                    <a:pt x="94" y="370"/>
                    <a:pt x="96" y="370"/>
                  </a:cubicBezTo>
                  <a:cubicBezTo>
                    <a:pt x="96" y="370"/>
                    <a:pt x="96" y="370"/>
                    <a:pt x="96" y="370"/>
                  </a:cubicBezTo>
                  <a:cubicBezTo>
                    <a:pt x="139" y="370"/>
                    <a:pt x="139" y="370"/>
                    <a:pt x="139" y="370"/>
                  </a:cubicBezTo>
                  <a:cubicBezTo>
                    <a:pt x="225" y="370"/>
                    <a:pt x="225" y="370"/>
                    <a:pt x="225" y="370"/>
                  </a:cubicBezTo>
                  <a:cubicBezTo>
                    <a:pt x="182" y="524"/>
                    <a:pt x="182" y="524"/>
                    <a:pt x="182" y="524"/>
                  </a:cubicBezTo>
                  <a:cubicBezTo>
                    <a:pt x="175" y="551"/>
                    <a:pt x="191" y="578"/>
                    <a:pt x="217" y="586"/>
                  </a:cubicBezTo>
                  <a:cubicBezTo>
                    <a:pt x="222" y="587"/>
                    <a:pt x="226" y="588"/>
                    <a:pt x="231" y="588"/>
                  </a:cubicBezTo>
                  <a:cubicBezTo>
                    <a:pt x="252" y="588"/>
                    <a:pt x="273" y="573"/>
                    <a:pt x="279" y="551"/>
                  </a:cubicBezTo>
                  <a:cubicBezTo>
                    <a:pt x="339" y="334"/>
                    <a:pt x="339" y="334"/>
                    <a:pt x="339" y="334"/>
                  </a:cubicBezTo>
                  <a:cubicBezTo>
                    <a:pt x="344" y="319"/>
                    <a:pt x="341" y="303"/>
                    <a:pt x="331" y="290"/>
                  </a:cubicBezTo>
                  <a:cubicBezTo>
                    <a:pt x="322" y="278"/>
                    <a:pt x="307" y="270"/>
                    <a:pt x="291" y="270"/>
                  </a:cubicBezTo>
                  <a:cubicBezTo>
                    <a:pt x="137" y="270"/>
                    <a:pt x="137" y="270"/>
                    <a:pt x="137" y="270"/>
                  </a:cubicBezTo>
                  <a:cubicBezTo>
                    <a:pt x="122" y="256"/>
                    <a:pt x="111" y="241"/>
                    <a:pt x="104" y="229"/>
                  </a:cubicBezTo>
                  <a:cubicBezTo>
                    <a:pt x="84" y="197"/>
                    <a:pt x="74" y="160"/>
                    <a:pt x="74" y="120"/>
                  </a:cubicBezTo>
                  <a:cubicBezTo>
                    <a:pt x="74" y="95"/>
                    <a:pt x="79" y="76"/>
                    <a:pt x="80" y="71"/>
                  </a:cubicBezTo>
                  <a:cubicBezTo>
                    <a:pt x="85" y="54"/>
                    <a:pt x="101" y="42"/>
                    <a:pt x="119" y="42"/>
                  </a:cubicBezTo>
                  <a:cubicBezTo>
                    <a:pt x="122" y="42"/>
                    <a:pt x="126" y="42"/>
                    <a:pt x="129" y="43"/>
                  </a:cubicBezTo>
                  <a:cubicBezTo>
                    <a:pt x="150" y="49"/>
                    <a:pt x="163" y="71"/>
                    <a:pt x="157" y="92"/>
                  </a:cubicBezTo>
                  <a:cubicBezTo>
                    <a:pt x="157" y="92"/>
                    <a:pt x="157" y="92"/>
                    <a:pt x="157" y="93"/>
                  </a:cubicBezTo>
                  <a:cubicBezTo>
                    <a:pt x="157" y="94"/>
                    <a:pt x="156" y="96"/>
                    <a:pt x="156" y="98"/>
                  </a:cubicBezTo>
                  <a:cubicBezTo>
                    <a:pt x="155" y="103"/>
                    <a:pt x="154" y="111"/>
                    <a:pt x="154" y="120"/>
                  </a:cubicBezTo>
                  <a:cubicBezTo>
                    <a:pt x="154" y="133"/>
                    <a:pt x="156" y="149"/>
                    <a:pt x="162" y="167"/>
                  </a:cubicBezTo>
                  <a:cubicBezTo>
                    <a:pt x="166" y="144"/>
                    <a:pt x="171" y="123"/>
                    <a:pt x="175" y="105"/>
                  </a:cubicBezTo>
                  <a:cubicBezTo>
                    <a:pt x="186" y="65"/>
                    <a:pt x="171" y="17"/>
                    <a:pt x="137" y="9"/>
                  </a:cubicBezTo>
                  <a:cubicBezTo>
                    <a:pt x="103" y="0"/>
                    <a:pt x="53" y="19"/>
                    <a:pt x="33" y="77"/>
                  </a:cubicBezTo>
                  <a:cubicBezTo>
                    <a:pt x="6" y="158"/>
                    <a:pt x="0" y="210"/>
                    <a:pt x="10" y="299"/>
                  </a:cubicBezTo>
                  <a:cubicBezTo>
                    <a:pt x="21" y="355"/>
                    <a:pt x="55" y="367"/>
                    <a:pt x="88" y="3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288"/>
            <p:cNvSpPr>
              <a:spLocks/>
            </p:cNvSpPr>
            <p:nvPr/>
          </p:nvSpPr>
          <p:spPr bwMode="auto">
            <a:xfrm>
              <a:off x="2082800" y="1858963"/>
              <a:ext cx="234950" cy="280987"/>
            </a:xfrm>
            <a:custGeom>
              <a:avLst/>
              <a:gdLst>
                <a:gd name="T0" fmla="*/ 66 w 181"/>
                <a:gd name="T1" fmla="*/ 51 h 216"/>
                <a:gd name="T2" fmla="*/ 67 w 181"/>
                <a:gd name="T3" fmla="*/ 45 h 216"/>
                <a:gd name="T4" fmla="*/ 68 w 181"/>
                <a:gd name="T5" fmla="*/ 44 h 216"/>
                <a:gd name="T6" fmla="*/ 67 w 181"/>
                <a:gd name="T7" fmla="*/ 44 h 216"/>
                <a:gd name="T8" fmla="*/ 45 w 181"/>
                <a:gd name="T9" fmla="*/ 5 h 216"/>
                <a:gd name="T10" fmla="*/ 6 w 181"/>
                <a:gd name="T11" fmla="*/ 27 h 216"/>
                <a:gd name="T12" fmla="*/ 0 w 181"/>
                <a:gd name="T13" fmla="*/ 74 h 216"/>
                <a:gd name="T14" fmla="*/ 28 w 181"/>
                <a:gd name="T15" fmla="*/ 179 h 216"/>
                <a:gd name="T16" fmla="*/ 58 w 181"/>
                <a:gd name="T17" fmla="*/ 216 h 216"/>
                <a:gd name="T18" fmla="*/ 181 w 181"/>
                <a:gd name="T19" fmla="*/ 216 h 216"/>
                <a:gd name="T20" fmla="*/ 175 w 181"/>
                <a:gd name="T21" fmla="*/ 213 h 216"/>
                <a:gd name="T22" fmla="*/ 83 w 181"/>
                <a:gd name="T23" fmla="*/ 146 h 216"/>
                <a:gd name="T24" fmla="*/ 64 w 181"/>
                <a:gd name="T25" fmla="*/ 74 h 216"/>
                <a:gd name="T26" fmla="*/ 66 w 181"/>
                <a:gd name="T27" fmla="*/ 51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1" h="216">
                  <a:moveTo>
                    <a:pt x="66" y="51"/>
                  </a:moveTo>
                  <a:cubicBezTo>
                    <a:pt x="67" y="48"/>
                    <a:pt x="67" y="46"/>
                    <a:pt x="67" y="45"/>
                  </a:cubicBezTo>
                  <a:cubicBezTo>
                    <a:pt x="67" y="45"/>
                    <a:pt x="67" y="44"/>
                    <a:pt x="68" y="44"/>
                  </a:cubicBezTo>
                  <a:cubicBezTo>
                    <a:pt x="67" y="44"/>
                    <a:pt x="67" y="44"/>
                    <a:pt x="67" y="44"/>
                  </a:cubicBezTo>
                  <a:cubicBezTo>
                    <a:pt x="72" y="27"/>
                    <a:pt x="62" y="9"/>
                    <a:pt x="45" y="5"/>
                  </a:cubicBezTo>
                  <a:cubicBezTo>
                    <a:pt x="28" y="0"/>
                    <a:pt x="10" y="10"/>
                    <a:pt x="6" y="27"/>
                  </a:cubicBezTo>
                  <a:cubicBezTo>
                    <a:pt x="5" y="29"/>
                    <a:pt x="0" y="47"/>
                    <a:pt x="0" y="74"/>
                  </a:cubicBezTo>
                  <a:cubicBezTo>
                    <a:pt x="0" y="102"/>
                    <a:pt x="6" y="141"/>
                    <a:pt x="28" y="179"/>
                  </a:cubicBezTo>
                  <a:cubicBezTo>
                    <a:pt x="36" y="192"/>
                    <a:pt x="46" y="204"/>
                    <a:pt x="58" y="216"/>
                  </a:cubicBezTo>
                  <a:cubicBezTo>
                    <a:pt x="181" y="216"/>
                    <a:pt x="181" y="216"/>
                    <a:pt x="181" y="216"/>
                  </a:cubicBezTo>
                  <a:cubicBezTo>
                    <a:pt x="179" y="215"/>
                    <a:pt x="177" y="214"/>
                    <a:pt x="175" y="213"/>
                  </a:cubicBezTo>
                  <a:cubicBezTo>
                    <a:pt x="124" y="195"/>
                    <a:pt x="98" y="170"/>
                    <a:pt x="83" y="146"/>
                  </a:cubicBezTo>
                  <a:cubicBezTo>
                    <a:pt x="68" y="121"/>
                    <a:pt x="64" y="94"/>
                    <a:pt x="64" y="74"/>
                  </a:cubicBezTo>
                  <a:cubicBezTo>
                    <a:pt x="64" y="65"/>
                    <a:pt x="65" y="57"/>
                    <a:pt x="6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Freeform 289"/>
            <p:cNvSpPr>
              <a:spLocks/>
            </p:cNvSpPr>
            <p:nvPr/>
          </p:nvSpPr>
          <p:spPr bwMode="auto">
            <a:xfrm>
              <a:off x="2568575" y="1420813"/>
              <a:ext cx="260350" cy="258762"/>
            </a:xfrm>
            <a:custGeom>
              <a:avLst/>
              <a:gdLst>
                <a:gd name="T0" fmla="*/ 124 w 200"/>
                <a:gd name="T1" fmla="*/ 187 h 200"/>
                <a:gd name="T2" fmla="*/ 186 w 200"/>
                <a:gd name="T3" fmla="*/ 76 h 200"/>
                <a:gd name="T4" fmla="*/ 75 w 200"/>
                <a:gd name="T5" fmla="*/ 13 h 200"/>
                <a:gd name="T6" fmla="*/ 13 w 200"/>
                <a:gd name="T7" fmla="*/ 124 h 200"/>
                <a:gd name="T8" fmla="*/ 124 w 200"/>
                <a:gd name="T9" fmla="*/ 187 h 200"/>
              </a:gdLst>
              <a:ahLst/>
              <a:cxnLst>
                <a:cxn ang="0">
                  <a:pos x="T0" y="T1"/>
                </a:cxn>
                <a:cxn ang="0">
                  <a:pos x="T2" y="T3"/>
                </a:cxn>
                <a:cxn ang="0">
                  <a:pos x="T4" y="T5"/>
                </a:cxn>
                <a:cxn ang="0">
                  <a:pos x="T6" y="T7"/>
                </a:cxn>
                <a:cxn ang="0">
                  <a:pos x="T8" y="T9"/>
                </a:cxn>
              </a:cxnLst>
              <a:rect l="0" t="0" r="r" b="b"/>
              <a:pathLst>
                <a:path w="200" h="200">
                  <a:moveTo>
                    <a:pt x="124" y="187"/>
                  </a:moveTo>
                  <a:cubicBezTo>
                    <a:pt x="172" y="173"/>
                    <a:pt x="200" y="123"/>
                    <a:pt x="186" y="76"/>
                  </a:cubicBezTo>
                  <a:cubicBezTo>
                    <a:pt x="173" y="28"/>
                    <a:pt x="123" y="0"/>
                    <a:pt x="75" y="13"/>
                  </a:cubicBezTo>
                  <a:cubicBezTo>
                    <a:pt x="28" y="27"/>
                    <a:pt x="0" y="77"/>
                    <a:pt x="13" y="124"/>
                  </a:cubicBezTo>
                  <a:cubicBezTo>
                    <a:pt x="27" y="172"/>
                    <a:pt x="76" y="200"/>
                    <a:pt x="124" y="1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290"/>
            <p:cNvSpPr>
              <a:spLocks noEditPoints="1"/>
            </p:cNvSpPr>
            <p:nvPr/>
          </p:nvSpPr>
          <p:spPr bwMode="auto">
            <a:xfrm>
              <a:off x="2597150" y="1671638"/>
              <a:ext cx="479425" cy="957262"/>
            </a:xfrm>
            <a:custGeom>
              <a:avLst/>
              <a:gdLst>
                <a:gd name="T0" fmla="*/ 130 w 370"/>
                <a:gd name="T1" fmla="*/ 700 h 739"/>
                <a:gd name="T2" fmla="*/ 179 w 370"/>
                <a:gd name="T3" fmla="*/ 739 h 739"/>
                <a:gd name="T4" fmla="*/ 190 w 370"/>
                <a:gd name="T5" fmla="*/ 737 h 739"/>
                <a:gd name="T6" fmla="*/ 228 w 370"/>
                <a:gd name="T7" fmla="*/ 677 h 739"/>
                <a:gd name="T8" fmla="*/ 206 w 370"/>
                <a:gd name="T9" fmla="*/ 525 h 739"/>
                <a:gd name="T10" fmla="*/ 359 w 370"/>
                <a:gd name="T11" fmla="*/ 483 h 739"/>
                <a:gd name="T12" fmla="*/ 168 w 370"/>
                <a:gd name="T13" fmla="*/ 0 h 739"/>
                <a:gd name="T14" fmla="*/ 111 w 370"/>
                <a:gd name="T15" fmla="*/ 11 h 739"/>
                <a:gd name="T16" fmla="*/ 107 w 370"/>
                <a:gd name="T17" fmla="*/ 14 h 739"/>
                <a:gd name="T18" fmla="*/ 107 w 370"/>
                <a:gd name="T19" fmla="*/ 14 h 739"/>
                <a:gd name="T20" fmla="*/ 65 w 370"/>
                <a:gd name="T21" fmla="*/ 39 h 739"/>
                <a:gd name="T22" fmla="*/ 0 w 370"/>
                <a:gd name="T23" fmla="*/ 60 h 739"/>
                <a:gd name="T24" fmla="*/ 41 w 370"/>
                <a:gd name="T25" fmla="*/ 71 h 739"/>
                <a:gd name="T26" fmla="*/ 41 w 370"/>
                <a:gd name="T27" fmla="*/ 71 h 739"/>
                <a:gd name="T28" fmla="*/ 102 w 370"/>
                <a:gd name="T29" fmla="*/ 58 h 739"/>
                <a:gd name="T30" fmla="*/ 133 w 370"/>
                <a:gd name="T31" fmla="*/ 44 h 739"/>
                <a:gd name="T32" fmla="*/ 153 w 370"/>
                <a:gd name="T33" fmla="*/ 38 h 739"/>
                <a:gd name="T34" fmla="*/ 188 w 370"/>
                <a:gd name="T35" fmla="*/ 58 h 739"/>
                <a:gd name="T36" fmla="*/ 192 w 370"/>
                <a:gd name="T37" fmla="*/ 88 h 739"/>
                <a:gd name="T38" fmla="*/ 174 w 370"/>
                <a:gd name="T39" fmla="*/ 113 h 739"/>
                <a:gd name="T40" fmla="*/ 133 w 370"/>
                <a:gd name="T41" fmla="*/ 132 h 739"/>
                <a:gd name="T42" fmla="*/ 78 w 370"/>
                <a:gd name="T43" fmla="*/ 148 h 739"/>
                <a:gd name="T44" fmla="*/ 85 w 370"/>
                <a:gd name="T45" fmla="*/ 269 h 739"/>
                <a:gd name="T46" fmla="*/ 56 w 370"/>
                <a:gd name="T47" fmla="*/ 515 h 739"/>
                <a:gd name="T48" fmla="*/ 106 w 370"/>
                <a:gd name="T49" fmla="*/ 528 h 739"/>
                <a:gd name="T50" fmla="*/ 130 w 370"/>
                <a:gd name="T51" fmla="*/ 700 h 739"/>
                <a:gd name="T52" fmla="*/ 196 w 370"/>
                <a:gd name="T53" fmla="*/ 364 h 739"/>
                <a:gd name="T54" fmla="*/ 130 w 370"/>
                <a:gd name="T55" fmla="*/ 386 h 739"/>
                <a:gd name="T56" fmla="*/ 126 w 370"/>
                <a:gd name="T57" fmla="*/ 369 h 739"/>
                <a:gd name="T58" fmla="*/ 193 w 370"/>
                <a:gd name="T59" fmla="*/ 353 h 739"/>
                <a:gd name="T60" fmla="*/ 196 w 370"/>
                <a:gd name="T61" fmla="*/ 364 h 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70" h="739">
                  <a:moveTo>
                    <a:pt x="130" y="700"/>
                  </a:moveTo>
                  <a:cubicBezTo>
                    <a:pt x="136" y="723"/>
                    <a:pt x="156" y="739"/>
                    <a:pt x="179" y="739"/>
                  </a:cubicBezTo>
                  <a:cubicBezTo>
                    <a:pt x="183" y="739"/>
                    <a:pt x="187" y="738"/>
                    <a:pt x="190" y="737"/>
                  </a:cubicBezTo>
                  <a:cubicBezTo>
                    <a:pt x="217" y="731"/>
                    <a:pt x="234" y="704"/>
                    <a:pt x="228" y="677"/>
                  </a:cubicBezTo>
                  <a:cubicBezTo>
                    <a:pt x="214" y="618"/>
                    <a:pt x="208" y="568"/>
                    <a:pt x="206" y="525"/>
                  </a:cubicBezTo>
                  <a:cubicBezTo>
                    <a:pt x="282" y="518"/>
                    <a:pt x="359" y="501"/>
                    <a:pt x="359" y="483"/>
                  </a:cubicBezTo>
                  <a:cubicBezTo>
                    <a:pt x="370" y="259"/>
                    <a:pt x="287" y="0"/>
                    <a:pt x="168" y="0"/>
                  </a:cubicBezTo>
                  <a:cubicBezTo>
                    <a:pt x="127" y="0"/>
                    <a:pt x="119" y="4"/>
                    <a:pt x="111" y="11"/>
                  </a:cubicBezTo>
                  <a:cubicBezTo>
                    <a:pt x="110" y="12"/>
                    <a:pt x="108" y="13"/>
                    <a:pt x="107" y="14"/>
                  </a:cubicBezTo>
                  <a:cubicBezTo>
                    <a:pt x="107" y="14"/>
                    <a:pt x="107" y="14"/>
                    <a:pt x="107" y="14"/>
                  </a:cubicBezTo>
                  <a:cubicBezTo>
                    <a:pt x="106" y="14"/>
                    <a:pt x="90" y="27"/>
                    <a:pt x="65" y="39"/>
                  </a:cubicBezTo>
                  <a:cubicBezTo>
                    <a:pt x="47" y="48"/>
                    <a:pt x="24" y="56"/>
                    <a:pt x="0" y="60"/>
                  </a:cubicBezTo>
                  <a:cubicBezTo>
                    <a:pt x="11" y="67"/>
                    <a:pt x="24" y="71"/>
                    <a:pt x="41" y="71"/>
                  </a:cubicBezTo>
                  <a:cubicBezTo>
                    <a:pt x="41" y="71"/>
                    <a:pt x="41" y="71"/>
                    <a:pt x="41" y="71"/>
                  </a:cubicBezTo>
                  <a:cubicBezTo>
                    <a:pt x="59" y="71"/>
                    <a:pt x="81" y="66"/>
                    <a:pt x="102" y="58"/>
                  </a:cubicBezTo>
                  <a:cubicBezTo>
                    <a:pt x="120" y="51"/>
                    <a:pt x="133" y="44"/>
                    <a:pt x="133" y="44"/>
                  </a:cubicBezTo>
                  <a:cubicBezTo>
                    <a:pt x="139" y="40"/>
                    <a:pt x="146" y="38"/>
                    <a:pt x="153" y="38"/>
                  </a:cubicBezTo>
                  <a:cubicBezTo>
                    <a:pt x="168" y="38"/>
                    <a:pt x="181" y="46"/>
                    <a:pt x="188" y="58"/>
                  </a:cubicBezTo>
                  <a:cubicBezTo>
                    <a:pt x="193" y="67"/>
                    <a:pt x="195" y="78"/>
                    <a:pt x="192" y="88"/>
                  </a:cubicBezTo>
                  <a:cubicBezTo>
                    <a:pt x="190" y="99"/>
                    <a:pt x="183" y="107"/>
                    <a:pt x="174" y="113"/>
                  </a:cubicBezTo>
                  <a:cubicBezTo>
                    <a:pt x="169" y="115"/>
                    <a:pt x="155" y="124"/>
                    <a:pt x="133" y="132"/>
                  </a:cubicBezTo>
                  <a:cubicBezTo>
                    <a:pt x="114" y="139"/>
                    <a:pt x="96" y="144"/>
                    <a:pt x="78" y="148"/>
                  </a:cubicBezTo>
                  <a:cubicBezTo>
                    <a:pt x="78" y="193"/>
                    <a:pt x="82" y="240"/>
                    <a:pt x="85" y="269"/>
                  </a:cubicBezTo>
                  <a:cubicBezTo>
                    <a:pt x="91" y="335"/>
                    <a:pt x="32" y="485"/>
                    <a:pt x="56" y="515"/>
                  </a:cubicBezTo>
                  <a:cubicBezTo>
                    <a:pt x="62" y="523"/>
                    <a:pt x="81" y="526"/>
                    <a:pt x="106" y="528"/>
                  </a:cubicBezTo>
                  <a:cubicBezTo>
                    <a:pt x="108" y="577"/>
                    <a:pt x="115" y="635"/>
                    <a:pt x="130" y="700"/>
                  </a:cubicBezTo>
                  <a:close/>
                  <a:moveTo>
                    <a:pt x="196" y="364"/>
                  </a:moveTo>
                  <a:cubicBezTo>
                    <a:pt x="130" y="386"/>
                    <a:pt x="130" y="386"/>
                    <a:pt x="130" y="386"/>
                  </a:cubicBezTo>
                  <a:cubicBezTo>
                    <a:pt x="126" y="369"/>
                    <a:pt x="126" y="369"/>
                    <a:pt x="126" y="369"/>
                  </a:cubicBezTo>
                  <a:cubicBezTo>
                    <a:pt x="193" y="353"/>
                    <a:pt x="193" y="353"/>
                    <a:pt x="193" y="353"/>
                  </a:cubicBezTo>
                  <a:lnTo>
                    <a:pt x="196" y="3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291"/>
            <p:cNvSpPr>
              <a:spLocks/>
            </p:cNvSpPr>
            <p:nvPr/>
          </p:nvSpPr>
          <p:spPr bwMode="auto">
            <a:xfrm>
              <a:off x="2397125" y="1625600"/>
              <a:ext cx="57150" cy="41275"/>
            </a:xfrm>
            <a:custGeom>
              <a:avLst/>
              <a:gdLst>
                <a:gd name="T0" fmla="*/ 44 w 44"/>
                <a:gd name="T1" fmla="*/ 5 h 32"/>
                <a:gd name="T2" fmla="*/ 35 w 44"/>
                <a:gd name="T3" fmla="*/ 5 h 32"/>
                <a:gd name="T4" fmla="*/ 35 w 44"/>
                <a:gd name="T5" fmla="*/ 0 h 32"/>
                <a:gd name="T6" fmla="*/ 0 w 44"/>
                <a:gd name="T7" fmla="*/ 0 h 32"/>
                <a:gd name="T8" fmla="*/ 0 w 44"/>
                <a:gd name="T9" fmla="*/ 32 h 32"/>
                <a:gd name="T10" fmla="*/ 35 w 44"/>
                <a:gd name="T11" fmla="*/ 32 h 32"/>
                <a:gd name="T12" fmla="*/ 35 w 44"/>
                <a:gd name="T13" fmla="*/ 27 h 32"/>
                <a:gd name="T14" fmla="*/ 41 w 44"/>
                <a:gd name="T15" fmla="*/ 27 h 32"/>
                <a:gd name="T16" fmla="*/ 44 w 44"/>
                <a:gd name="T17" fmla="*/ 5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32">
                  <a:moveTo>
                    <a:pt x="44" y="5"/>
                  </a:moveTo>
                  <a:cubicBezTo>
                    <a:pt x="35" y="5"/>
                    <a:pt x="35" y="5"/>
                    <a:pt x="35" y="5"/>
                  </a:cubicBezTo>
                  <a:cubicBezTo>
                    <a:pt x="35" y="0"/>
                    <a:pt x="35" y="0"/>
                    <a:pt x="35" y="0"/>
                  </a:cubicBezTo>
                  <a:cubicBezTo>
                    <a:pt x="0" y="0"/>
                    <a:pt x="0" y="0"/>
                    <a:pt x="0" y="0"/>
                  </a:cubicBezTo>
                  <a:cubicBezTo>
                    <a:pt x="0" y="32"/>
                    <a:pt x="0" y="32"/>
                    <a:pt x="0" y="32"/>
                  </a:cubicBezTo>
                  <a:cubicBezTo>
                    <a:pt x="35" y="32"/>
                    <a:pt x="35" y="32"/>
                    <a:pt x="35" y="32"/>
                  </a:cubicBezTo>
                  <a:cubicBezTo>
                    <a:pt x="35" y="27"/>
                    <a:pt x="35" y="27"/>
                    <a:pt x="35" y="27"/>
                  </a:cubicBezTo>
                  <a:cubicBezTo>
                    <a:pt x="41" y="27"/>
                    <a:pt x="41" y="27"/>
                    <a:pt x="41" y="27"/>
                  </a:cubicBezTo>
                  <a:cubicBezTo>
                    <a:pt x="40" y="19"/>
                    <a:pt x="41" y="11"/>
                    <a:pt x="4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292"/>
            <p:cNvSpPr>
              <a:spLocks/>
            </p:cNvSpPr>
            <p:nvPr/>
          </p:nvSpPr>
          <p:spPr bwMode="auto">
            <a:xfrm>
              <a:off x="2547938" y="1631950"/>
              <a:ext cx="25400" cy="28575"/>
            </a:xfrm>
            <a:custGeom>
              <a:avLst/>
              <a:gdLst>
                <a:gd name="T0" fmla="*/ 5 w 20"/>
                <a:gd name="T1" fmla="*/ 22 h 22"/>
                <a:gd name="T2" fmla="*/ 20 w 20"/>
                <a:gd name="T3" fmla="*/ 22 h 22"/>
                <a:gd name="T4" fmla="*/ 20 w 20"/>
                <a:gd name="T5" fmla="*/ 0 h 22"/>
                <a:gd name="T6" fmla="*/ 0 w 20"/>
                <a:gd name="T7" fmla="*/ 0 h 22"/>
                <a:gd name="T8" fmla="*/ 4 w 20"/>
                <a:gd name="T9" fmla="*/ 11 h 22"/>
                <a:gd name="T10" fmla="*/ 5 w 20"/>
                <a:gd name="T11" fmla="*/ 22 h 22"/>
              </a:gdLst>
              <a:ahLst/>
              <a:cxnLst>
                <a:cxn ang="0">
                  <a:pos x="T0" y="T1"/>
                </a:cxn>
                <a:cxn ang="0">
                  <a:pos x="T2" y="T3"/>
                </a:cxn>
                <a:cxn ang="0">
                  <a:pos x="T4" y="T5"/>
                </a:cxn>
                <a:cxn ang="0">
                  <a:pos x="T6" y="T7"/>
                </a:cxn>
                <a:cxn ang="0">
                  <a:pos x="T8" y="T9"/>
                </a:cxn>
                <a:cxn ang="0">
                  <a:pos x="T10" y="T11"/>
                </a:cxn>
              </a:cxnLst>
              <a:rect l="0" t="0" r="r" b="b"/>
              <a:pathLst>
                <a:path w="20" h="22">
                  <a:moveTo>
                    <a:pt x="5" y="22"/>
                  </a:moveTo>
                  <a:cubicBezTo>
                    <a:pt x="20" y="22"/>
                    <a:pt x="20" y="22"/>
                    <a:pt x="20" y="22"/>
                  </a:cubicBezTo>
                  <a:cubicBezTo>
                    <a:pt x="20" y="0"/>
                    <a:pt x="20" y="0"/>
                    <a:pt x="20" y="0"/>
                  </a:cubicBezTo>
                  <a:cubicBezTo>
                    <a:pt x="0" y="0"/>
                    <a:pt x="0" y="0"/>
                    <a:pt x="0" y="0"/>
                  </a:cubicBezTo>
                  <a:cubicBezTo>
                    <a:pt x="2" y="3"/>
                    <a:pt x="3" y="7"/>
                    <a:pt x="4" y="11"/>
                  </a:cubicBezTo>
                  <a:cubicBezTo>
                    <a:pt x="4" y="15"/>
                    <a:pt x="5" y="18"/>
                    <a:pt x="5"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293"/>
            <p:cNvSpPr>
              <a:spLocks/>
            </p:cNvSpPr>
            <p:nvPr/>
          </p:nvSpPr>
          <p:spPr bwMode="auto">
            <a:xfrm>
              <a:off x="2455863" y="1609725"/>
              <a:ext cx="387350" cy="247650"/>
            </a:xfrm>
            <a:custGeom>
              <a:avLst/>
              <a:gdLst>
                <a:gd name="T0" fmla="*/ 290 w 299"/>
                <a:gd name="T1" fmla="*/ 110 h 191"/>
                <a:gd name="T2" fmla="*/ 246 w 299"/>
                <a:gd name="T3" fmla="*/ 99 h 191"/>
                <a:gd name="T4" fmla="*/ 246 w 299"/>
                <a:gd name="T5" fmla="*/ 99 h 191"/>
                <a:gd name="T6" fmla="*/ 214 w 299"/>
                <a:gd name="T7" fmla="*/ 114 h 191"/>
                <a:gd name="T8" fmla="*/ 150 w 299"/>
                <a:gd name="T9" fmla="*/ 127 h 191"/>
                <a:gd name="T10" fmla="*/ 99 w 299"/>
                <a:gd name="T11" fmla="*/ 110 h 191"/>
                <a:gd name="T12" fmla="*/ 66 w 299"/>
                <a:gd name="T13" fmla="*/ 29 h 191"/>
                <a:gd name="T14" fmla="*/ 30 w 299"/>
                <a:gd name="T15" fmla="*/ 2 h 191"/>
                <a:gd name="T16" fmla="*/ 2 w 299"/>
                <a:gd name="T17" fmla="*/ 38 h 191"/>
                <a:gd name="T18" fmla="*/ 56 w 299"/>
                <a:gd name="T19" fmla="*/ 157 h 191"/>
                <a:gd name="T20" fmla="*/ 149 w 299"/>
                <a:gd name="T21" fmla="*/ 191 h 191"/>
                <a:gd name="T22" fmla="*/ 150 w 299"/>
                <a:gd name="T23" fmla="*/ 191 h 191"/>
                <a:gd name="T24" fmla="*/ 239 w 299"/>
                <a:gd name="T25" fmla="*/ 172 h 191"/>
                <a:gd name="T26" fmla="*/ 279 w 299"/>
                <a:gd name="T27" fmla="*/ 154 h 191"/>
                <a:gd name="T28" fmla="*/ 290 w 299"/>
                <a:gd name="T29" fmla="*/ 11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9" h="191">
                  <a:moveTo>
                    <a:pt x="290" y="110"/>
                  </a:moveTo>
                  <a:cubicBezTo>
                    <a:pt x="281" y="95"/>
                    <a:pt x="262" y="90"/>
                    <a:pt x="246" y="99"/>
                  </a:cubicBezTo>
                  <a:cubicBezTo>
                    <a:pt x="246" y="99"/>
                    <a:pt x="246" y="99"/>
                    <a:pt x="246" y="99"/>
                  </a:cubicBezTo>
                  <a:cubicBezTo>
                    <a:pt x="245" y="99"/>
                    <a:pt x="233" y="107"/>
                    <a:pt x="214" y="114"/>
                  </a:cubicBezTo>
                  <a:cubicBezTo>
                    <a:pt x="196" y="121"/>
                    <a:pt x="172" y="127"/>
                    <a:pt x="150" y="127"/>
                  </a:cubicBezTo>
                  <a:cubicBezTo>
                    <a:pt x="130" y="127"/>
                    <a:pt x="113" y="122"/>
                    <a:pt x="99" y="110"/>
                  </a:cubicBezTo>
                  <a:cubicBezTo>
                    <a:pt x="86" y="97"/>
                    <a:pt x="72" y="74"/>
                    <a:pt x="66" y="29"/>
                  </a:cubicBezTo>
                  <a:cubicBezTo>
                    <a:pt x="64" y="12"/>
                    <a:pt x="47" y="0"/>
                    <a:pt x="30" y="2"/>
                  </a:cubicBezTo>
                  <a:cubicBezTo>
                    <a:pt x="12" y="4"/>
                    <a:pt x="0" y="20"/>
                    <a:pt x="2" y="38"/>
                  </a:cubicBezTo>
                  <a:cubicBezTo>
                    <a:pt x="10" y="92"/>
                    <a:pt x="28" y="132"/>
                    <a:pt x="56" y="157"/>
                  </a:cubicBezTo>
                  <a:cubicBezTo>
                    <a:pt x="84" y="183"/>
                    <a:pt x="119" y="191"/>
                    <a:pt x="149" y="191"/>
                  </a:cubicBezTo>
                  <a:cubicBezTo>
                    <a:pt x="149" y="191"/>
                    <a:pt x="150" y="191"/>
                    <a:pt x="150" y="191"/>
                  </a:cubicBezTo>
                  <a:cubicBezTo>
                    <a:pt x="184" y="191"/>
                    <a:pt x="216" y="181"/>
                    <a:pt x="239" y="172"/>
                  </a:cubicBezTo>
                  <a:cubicBezTo>
                    <a:pt x="262" y="163"/>
                    <a:pt x="278" y="155"/>
                    <a:pt x="279" y="154"/>
                  </a:cubicBezTo>
                  <a:cubicBezTo>
                    <a:pt x="294" y="145"/>
                    <a:pt x="299" y="125"/>
                    <a:pt x="290" y="1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Rectangle 294"/>
            <p:cNvSpPr>
              <a:spLocks noChangeArrowheads="1"/>
            </p:cNvSpPr>
            <p:nvPr/>
          </p:nvSpPr>
          <p:spPr bwMode="auto">
            <a:xfrm>
              <a:off x="2338388" y="1643063"/>
              <a:ext cx="44450" cy="47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Freeform 295"/>
            <p:cNvSpPr>
              <a:spLocks/>
            </p:cNvSpPr>
            <p:nvPr/>
          </p:nvSpPr>
          <p:spPr bwMode="auto">
            <a:xfrm>
              <a:off x="2339975" y="1601788"/>
              <a:ext cx="42863" cy="25400"/>
            </a:xfrm>
            <a:custGeom>
              <a:avLst/>
              <a:gdLst>
                <a:gd name="T0" fmla="*/ 27 w 27"/>
                <a:gd name="T1" fmla="*/ 12 h 16"/>
                <a:gd name="T2" fmla="*/ 2 w 27"/>
                <a:gd name="T3" fmla="*/ 0 h 16"/>
                <a:gd name="T4" fmla="*/ 0 w 27"/>
                <a:gd name="T5" fmla="*/ 2 h 16"/>
                <a:gd name="T6" fmla="*/ 25 w 27"/>
                <a:gd name="T7" fmla="*/ 16 h 16"/>
                <a:gd name="T8" fmla="*/ 27 w 27"/>
                <a:gd name="T9" fmla="*/ 12 h 16"/>
              </a:gdLst>
              <a:ahLst/>
              <a:cxnLst>
                <a:cxn ang="0">
                  <a:pos x="T0" y="T1"/>
                </a:cxn>
                <a:cxn ang="0">
                  <a:pos x="T2" y="T3"/>
                </a:cxn>
                <a:cxn ang="0">
                  <a:pos x="T4" y="T5"/>
                </a:cxn>
                <a:cxn ang="0">
                  <a:pos x="T6" y="T7"/>
                </a:cxn>
                <a:cxn ang="0">
                  <a:pos x="T8" y="T9"/>
                </a:cxn>
              </a:cxnLst>
              <a:rect l="0" t="0" r="r" b="b"/>
              <a:pathLst>
                <a:path w="27" h="16">
                  <a:moveTo>
                    <a:pt x="27" y="12"/>
                  </a:moveTo>
                  <a:lnTo>
                    <a:pt x="2" y="0"/>
                  </a:lnTo>
                  <a:lnTo>
                    <a:pt x="0" y="2"/>
                  </a:lnTo>
                  <a:lnTo>
                    <a:pt x="25" y="16"/>
                  </a:lnTo>
                  <a:lnTo>
                    <a:pt x="27"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296"/>
            <p:cNvSpPr>
              <a:spLocks/>
            </p:cNvSpPr>
            <p:nvPr/>
          </p:nvSpPr>
          <p:spPr bwMode="auto">
            <a:xfrm>
              <a:off x="2339975" y="1665288"/>
              <a:ext cx="42863" cy="23812"/>
            </a:xfrm>
            <a:custGeom>
              <a:avLst/>
              <a:gdLst>
                <a:gd name="T0" fmla="*/ 2 w 27"/>
                <a:gd name="T1" fmla="*/ 15 h 15"/>
                <a:gd name="T2" fmla="*/ 27 w 27"/>
                <a:gd name="T3" fmla="*/ 2 h 15"/>
                <a:gd name="T4" fmla="*/ 25 w 27"/>
                <a:gd name="T5" fmla="*/ 0 h 15"/>
                <a:gd name="T6" fmla="*/ 0 w 27"/>
                <a:gd name="T7" fmla="*/ 12 h 15"/>
                <a:gd name="T8" fmla="*/ 2 w 27"/>
                <a:gd name="T9" fmla="*/ 15 h 15"/>
              </a:gdLst>
              <a:ahLst/>
              <a:cxnLst>
                <a:cxn ang="0">
                  <a:pos x="T0" y="T1"/>
                </a:cxn>
                <a:cxn ang="0">
                  <a:pos x="T2" y="T3"/>
                </a:cxn>
                <a:cxn ang="0">
                  <a:pos x="T4" y="T5"/>
                </a:cxn>
                <a:cxn ang="0">
                  <a:pos x="T6" y="T7"/>
                </a:cxn>
                <a:cxn ang="0">
                  <a:pos x="T8" y="T9"/>
                </a:cxn>
              </a:cxnLst>
              <a:rect l="0" t="0" r="r" b="b"/>
              <a:pathLst>
                <a:path w="27" h="15">
                  <a:moveTo>
                    <a:pt x="2" y="15"/>
                  </a:moveTo>
                  <a:lnTo>
                    <a:pt x="27" y="2"/>
                  </a:lnTo>
                  <a:lnTo>
                    <a:pt x="25" y="0"/>
                  </a:lnTo>
                  <a:lnTo>
                    <a:pt x="0" y="12"/>
                  </a:lnTo>
                  <a:lnTo>
                    <a:pt x="2"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37" name="组合 236"/>
          <p:cNvGrpSpPr/>
          <p:nvPr/>
        </p:nvGrpSpPr>
        <p:grpSpPr>
          <a:xfrm>
            <a:off x="1714500" y="3035300"/>
            <a:ext cx="960438" cy="1225550"/>
            <a:chOff x="1714500" y="3035300"/>
            <a:chExt cx="960438" cy="1225550"/>
          </a:xfrm>
          <a:solidFill>
            <a:schemeClr val="tx1">
              <a:lumMod val="65000"/>
              <a:lumOff val="35000"/>
            </a:schemeClr>
          </a:solidFill>
        </p:grpSpPr>
        <p:sp>
          <p:nvSpPr>
            <p:cNvPr id="238" name="Freeform 297"/>
            <p:cNvSpPr>
              <a:spLocks/>
            </p:cNvSpPr>
            <p:nvPr/>
          </p:nvSpPr>
          <p:spPr bwMode="auto">
            <a:xfrm>
              <a:off x="1917700" y="4113213"/>
              <a:ext cx="82550" cy="22225"/>
            </a:xfrm>
            <a:custGeom>
              <a:avLst/>
              <a:gdLst>
                <a:gd name="T0" fmla="*/ 0 w 64"/>
                <a:gd name="T1" fmla="*/ 0 h 17"/>
                <a:gd name="T2" fmla="*/ 6 w 64"/>
                <a:gd name="T3" fmla="*/ 17 h 17"/>
                <a:gd name="T4" fmla="*/ 58 w 64"/>
                <a:gd name="T5" fmla="*/ 17 h 17"/>
                <a:gd name="T6" fmla="*/ 64 w 64"/>
                <a:gd name="T7" fmla="*/ 0 h 17"/>
                <a:gd name="T8" fmla="*/ 0 w 64"/>
                <a:gd name="T9" fmla="*/ 0 h 17"/>
              </a:gdLst>
              <a:ahLst/>
              <a:cxnLst>
                <a:cxn ang="0">
                  <a:pos x="T0" y="T1"/>
                </a:cxn>
                <a:cxn ang="0">
                  <a:pos x="T2" y="T3"/>
                </a:cxn>
                <a:cxn ang="0">
                  <a:pos x="T4" y="T5"/>
                </a:cxn>
                <a:cxn ang="0">
                  <a:pos x="T6" y="T7"/>
                </a:cxn>
                <a:cxn ang="0">
                  <a:pos x="T8" y="T9"/>
                </a:cxn>
              </a:cxnLst>
              <a:rect l="0" t="0" r="r" b="b"/>
              <a:pathLst>
                <a:path w="64" h="17">
                  <a:moveTo>
                    <a:pt x="0" y="0"/>
                  </a:moveTo>
                  <a:cubicBezTo>
                    <a:pt x="2" y="5"/>
                    <a:pt x="4" y="11"/>
                    <a:pt x="6" y="17"/>
                  </a:cubicBezTo>
                  <a:cubicBezTo>
                    <a:pt x="58" y="17"/>
                    <a:pt x="58" y="17"/>
                    <a:pt x="58" y="17"/>
                  </a:cubicBezTo>
                  <a:cubicBezTo>
                    <a:pt x="60" y="11"/>
                    <a:pt x="62" y="5"/>
                    <a:pt x="64"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298"/>
            <p:cNvSpPr>
              <a:spLocks/>
            </p:cNvSpPr>
            <p:nvPr/>
          </p:nvSpPr>
          <p:spPr bwMode="auto">
            <a:xfrm>
              <a:off x="1876425" y="3887788"/>
              <a:ext cx="165100" cy="125412"/>
            </a:xfrm>
            <a:custGeom>
              <a:avLst/>
              <a:gdLst>
                <a:gd name="T0" fmla="*/ 115 w 128"/>
                <a:gd name="T1" fmla="*/ 40 h 96"/>
                <a:gd name="T2" fmla="*/ 118 w 128"/>
                <a:gd name="T3" fmla="*/ 96 h 96"/>
                <a:gd name="T4" fmla="*/ 128 w 128"/>
                <a:gd name="T5" fmla="*/ 23 h 96"/>
                <a:gd name="T6" fmla="*/ 126 w 128"/>
                <a:gd name="T7" fmla="*/ 0 h 96"/>
                <a:gd name="T8" fmla="*/ 2 w 128"/>
                <a:gd name="T9" fmla="*/ 0 h 96"/>
                <a:gd name="T10" fmla="*/ 0 w 128"/>
                <a:gd name="T11" fmla="*/ 22 h 96"/>
                <a:gd name="T12" fmla="*/ 10 w 128"/>
                <a:gd name="T13" fmla="*/ 96 h 96"/>
                <a:gd name="T14" fmla="*/ 13 w 128"/>
                <a:gd name="T15" fmla="*/ 40 h 96"/>
                <a:gd name="T16" fmla="*/ 115 w 128"/>
                <a:gd name="T17" fmla="*/ 4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96">
                  <a:moveTo>
                    <a:pt x="115" y="40"/>
                  </a:moveTo>
                  <a:cubicBezTo>
                    <a:pt x="118" y="96"/>
                    <a:pt x="118" y="96"/>
                    <a:pt x="118" y="96"/>
                  </a:cubicBezTo>
                  <a:cubicBezTo>
                    <a:pt x="126" y="59"/>
                    <a:pt x="128" y="36"/>
                    <a:pt x="128" y="23"/>
                  </a:cubicBezTo>
                  <a:cubicBezTo>
                    <a:pt x="128" y="13"/>
                    <a:pt x="127" y="5"/>
                    <a:pt x="126" y="0"/>
                  </a:cubicBezTo>
                  <a:cubicBezTo>
                    <a:pt x="2" y="0"/>
                    <a:pt x="2" y="0"/>
                    <a:pt x="2" y="0"/>
                  </a:cubicBezTo>
                  <a:cubicBezTo>
                    <a:pt x="1" y="5"/>
                    <a:pt x="0" y="12"/>
                    <a:pt x="0" y="22"/>
                  </a:cubicBezTo>
                  <a:cubicBezTo>
                    <a:pt x="0" y="36"/>
                    <a:pt x="2" y="59"/>
                    <a:pt x="10" y="96"/>
                  </a:cubicBezTo>
                  <a:cubicBezTo>
                    <a:pt x="13" y="40"/>
                    <a:pt x="13" y="40"/>
                    <a:pt x="13" y="40"/>
                  </a:cubicBezTo>
                  <a:lnTo>
                    <a:pt x="115"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299"/>
            <p:cNvSpPr>
              <a:spLocks/>
            </p:cNvSpPr>
            <p:nvPr/>
          </p:nvSpPr>
          <p:spPr bwMode="auto">
            <a:xfrm>
              <a:off x="1884363" y="3856038"/>
              <a:ext cx="149225" cy="15875"/>
            </a:xfrm>
            <a:custGeom>
              <a:avLst/>
              <a:gdLst>
                <a:gd name="T0" fmla="*/ 107 w 114"/>
                <a:gd name="T1" fmla="*/ 6 h 12"/>
                <a:gd name="T2" fmla="*/ 92 w 114"/>
                <a:gd name="T3" fmla="*/ 2 h 12"/>
                <a:gd name="T4" fmla="*/ 58 w 114"/>
                <a:gd name="T5" fmla="*/ 0 h 12"/>
                <a:gd name="T6" fmla="*/ 57 w 114"/>
                <a:gd name="T7" fmla="*/ 0 h 12"/>
                <a:gd name="T8" fmla="*/ 56 w 114"/>
                <a:gd name="T9" fmla="*/ 0 h 12"/>
                <a:gd name="T10" fmla="*/ 18 w 114"/>
                <a:gd name="T11" fmla="*/ 2 h 12"/>
                <a:gd name="T12" fmla="*/ 2 w 114"/>
                <a:gd name="T13" fmla="*/ 9 h 12"/>
                <a:gd name="T14" fmla="*/ 0 w 114"/>
                <a:gd name="T15" fmla="*/ 12 h 12"/>
                <a:gd name="T16" fmla="*/ 114 w 114"/>
                <a:gd name="T17" fmla="*/ 12 h 12"/>
                <a:gd name="T18" fmla="*/ 107 w 114"/>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4" h="12">
                  <a:moveTo>
                    <a:pt x="107" y="6"/>
                  </a:moveTo>
                  <a:cubicBezTo>
                    <a:pt x="105" y="5"/>
                    <a:pt x="101" y="3"/>
                    <a:pt x="92" y="2"/>
                  </a:cubicBezTo>
                  <a:cubicBezTo>
                    <a:pt x="84" y="0"/>
                    <a:pt x="72" y="0"/>
                    <a:pt x="58" y="0"/>
                  </a:cubicBezTo>
                  <a:cubicBezTo>
                    <a:pt x="57" y="0"/>
                    <a:pt x="57" y="0"/>
                    <a:pt x="57" y="0"/>
                  </a:cubicBezTo>
                  <a:cubicBezTo>
                    <a:pt x="56" y="0"/>
                    <a:pt x="56" y="0"/>
                    <a:pt x="56" y="0"/>
                  </a:cubicBezTo>
                  <a:cubicBezTo>
                    <a:pt x="40" y="0"/>
                    <a:pt x="27" y="1"/>
                    <a:pt x="18" y="2"/>
                  </a:cubicBezTo>
                  <a:cubicBezTo>
                    <a:pt x="9" y="4"/>
                    <a:pt x="4" y="7"/>
                    <a:pt x="2" y="9"/>
                  </a:cubicBezTo>
                  <a:cubicBezTo>
                    <a:pt x="1" y="9"/>
                    <a:pt x="1" y="10"/>
                    <a:pt x="0" y="12"/>
                  </a:cubicBezTo>
                  <a:cubicBezTo>
                    <a:pt x="114" y="12"/>
                    <a:pt x="114" y="12"/>
                    <a:pt x="114" y="12"/>
                  </a:cubicBezTo>
                  <a:cubicBezTo>
                    <a:pt x="112" y="9"/>
                    <a:pt x="111" y="8"/>
                    <a:pt x="107"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300"/>
            <p:cNvSpPr>
              <a:spLocks/>
            </p:cNvSpPr>
            <p:nvPr/>
          </p:nvSpPr>
          <p:spPr bwMode="auto">
            <a:xfrm>
              <a:off x="1714500" y="3349625"/>
              <a:ext cx="487363" cy="911225"/>
            </a:xfrm>
            <a:custGeom>
              <a:avLst/>
              <a:gdLst>
                <a:gd name="T0" fmla="*/ 293 w 377"/>
                <a:gd name="T1" fmla="*/ 9 h 703"/>
                <a:gd name="T2" fmla="*/ 275 w 377"/>
                <a:gd name="T3" fmla="*/ 10 h 703"/>
                <a:gd name="T4" fmla="*/ 245 w 377"/>
                <a:gd name="T5" fmla="*/ 51 h 703"/>
                <a:gd name="T6" fmla="*/ 112 w 377"/>
                <a:gd name="T7" fmla="*/ 68 h 703"/>
                <a:gd name="T8" fmla="*/ 84 w 377"/>
                <a:gd name="T9" fmla="*/ 75 h 703"/>
                <a:gd name="T10" fmla="*/ 14 w 377"/>
                <a:gd name="T11" fmla="*/ 157 h 703"/>
                <a:gd name="T12" fmla="*/ 1 w 377"/>
                <a:gd name="T13" fmla="*/ 225 h 703"/>
                <a:gd name="T14" fmla="*/ 97 w 377"/>
                <a:gd name="T15" fmla="*/ 362 h 703"/>
                <a:gd name="T16" fmla="*/ 142 w 377"/>
                <a:gd name="T17" fmla="*/ 354 h 703"/>
                <a:gd name="T18" fmla="*/ 77 w 377"/>
                <a:gd name="T19" fmla="*/ 257 h 703"/>
                <a:gd name="T20" fmla="*/ 64 w 377"/>
                <a:gd name="T21" fmla="*/ 216 h 703"/>
                <a:gd name="T22" fmla="*/ 81 w 377"/>
                <a:gd name="T23" fmla="*/ 247 h 703"/>
                <a:gd name="T24" fmla="*/ 137 w 377"/>
                <a:gd name="T25" fmla="*/ 303 h 703"/>
                <a:gd name="T26" fmla="*/ 115 w 377"/>
                <a:gd name="T27" fmla="*/ 376 h 703"/>
                <a:gd name="T28" fmla="*/ 46 w 377"/>
                <a:gd name="T29" fmla="*/ 331 h 703"/>
                <a:gd name="T30" fmla="*/ 33 w 377"/>
                <a:gd name="T31" fmla="*/ 350 h 703"/>
                <a:gd name="T32" fmla="*/ 64 w 377"/>
                <a:gd name="T33" fmla="*/ 662 h 703"/>
                <a:gd name="T34" fmla="*/ 162 w 377"/>
                <a:gd name="T35" fmla="*/ 627 h 703"/>
                <a:gd name="T36" fmla="*/ 123 w 377"/>
                <a:gd name="T37" fmla="*/ 402 h 703"/>
                <a:gd name="T38" fmla="*/ 148 w 377"/>
                <a:gd name="T39" fmla="*/ 386 h 703"/>
                <a:gd name="T40" fmla="*/ 226 w 377"/>
                <a:gd name="T41" fmla="*/ 385 h 703"/>
                <a:gd name="T42" fmla="*/ 254 w 377"/>
                <a:gd name="T43" fmla="*/ 400 h 703"/>
                <a:gd name="T44" fmla="*/ 216 w 377"/>
                <a:gd name="T45" fmla="*/ 627 h 703"/>
                <a:gd name="T46" fmla="*/ 265 w 377"/>
                <a:gd name="T47" fmla="*/ 696 h 703"/>
                <a:gd name="T48" fmla="*/ 314 w 377"/>
                <a:gd name="T49" fmla="*/ 662 h 703"/>
                <a:gd name="T50" fmla="*/ 349 w 377"/>
                <a:gd name="T51" fmla="*/ 359 h 703"/>
                <a:gd name="T52" fmla="*/ 332 w 377"/>
                <a:gd name="T53" fmla="*/ 331 h 703"/>
                <a:gd name="T54" fmla="*/ 263 w 377"/>
                <a:gd name="T55" fmla="*/ 376 h 703"/>
                <a:gd name="T56" fmla="*/ 240 w 377"/>
                <a:gd name="T57" fmla="*/ 303 h 703"/>
                <a:gd name="T58" fmla="*/ 297 w 377"/>
                <a:gd name="T59" fmla="*/ 247 h 703"/>
                <a:gd name="T60" fmla="*/ 313 w 377"/>
                <a:gd name="T61" fmla="*/ 216 h 703"/>
                <a:gd name="T62" fmla="*/ 301 w 377"/>
                <a:gd name="T63" fmla="*/ 257 h 703"/>
                <a:gd name="T64" fmla="*/ 236 w 377"/>
                <a:gd name="T65" fmla="*/ 354 h 703"/>
                <a:gd name="T66" fmla="*/ 281 w 377"/>
                <a:gd name="T67" fmla="*/ 362 h 703"/>
                <a:gd name="T68" fmla="*/ 377 w 377"/>
                <a:gd name="T69" fmla="*/ 225 h 703"/>
                <a:gd name="T70" fmla="*/ 364 w 377"/>
                <a:gd name="T71" fmla="*/ 157 h 703"/>
                <a:gd name="T72" fmla="*/ 329 w 377"/>
                <a:gd name="T73" fmla="*/ 106 h 703"/>
                <a:gd name="T74" fmla="*/ 300 w 377"/>
                <a:gd name="T75" fmla="*/ 16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77" h="703">
                  <a:moveTo>
                    <a:pt x="300" y="16"/>
                  </a:moveTo>
                  <a:cubicBezTo>
                    <a:pt x="297" y="14"/>
                    <a:pt x="295" y="11"/>
                    <a:pt x="293" y="9"/>
                  </a:cubicBezTo>
                  <a:cubicBezTo>
                    <a:pt x="289" y="5"/>
                    <a:pt x="285" y="2"/>
                    <a:pt x="281" y="0"/>
                  </a:cubicBezTo>
                  <a:cubicBezTo>
                    <a:pt x="279" y="4"/>
                    <a:pt x="278" y="7"/>
                    <a:pt x="275" y="10"/>
                  </a:cubicBezTo>
                  <a:cubicBezTo>
                    <a:pt x="267" y="25"/>
                    <a:pt x="254" y="36"/>
                    <a:pt x="240" y="44"/>
                  </a:cubicBezTo>
                  <a:cubicBezTo>
                    <a:pt x="241" y="47"/>
                    <a:pt x="243" y="49"/>
                    <a:pt x="245" y="51"/>
                  </a:cubicBezTo>
                  <a:cubicBezTo>
                    <a:pt x="250" y="57"/>
                    <a:pt x="255" y="62"/>
                    <a:pt x="261" y="68"/>
                  </a:cubicBezTo>
                  <a:cubicBezTo>
                    <a:pt x="112" y="68"/>
                    <a:pt x="112" y="68"/>
                    <a:pt x="112" y="68"/>
                  </a:cubicBezTo>
                  <a:cubicBezTo>
                    <a:pt x="108" y="68"/>
                    <a:pt x="104" y="68"/>
                    <a:pt x="101" y="69"/>
                  </a:cubicBezTo>
                  <a:cubicBezTo>
                    <a:pt x="95" y="70"/>
                    <a:pt x="89" y="71"/>
                    <a:pt x="84" y="75"/>
                  </a:cubicBezTo>
                  <a:cubicBezTo>
                    <a:pt x="83" y="76"/>
                    <a:pt x="72" y="84"/>
                    <a:pt x="58" y="97"/>
                  </a:cubicBezTo>
                  <a:cubicBezTo>
                    <a:pt x="44" y="111"/>
                    <a:pt x="27" y="131"/>
                    <a:pt x="14" y="157"/>
                  </a:cubicBezTo>
                  <a:cubicBezTo>
                    <a:pt x="6" y="174"/>
                    <a:pt x="0" y="194"/>
                    <a:pt x="0" y="216"/>
                  </a:cubicBezTo>
                  <a:cubicBezTo>
                    <a:pt x="0" y="219"/>
                    <a:pt x="1" y="222"/>
                    <a:pt x="1" y="225"/>
                  </a:cubicBezTo>
                  <a:cubicBezTo>
                    <a:pt x="2" y="246"/>
                    <a:pt x="9" y="269"/>
                    <a:pt x="23" y="291"/>
                  </a:cubicBezTo>
                  <a:cubicBezTo>
                    <a:pt x="39" y="316"/>
                    <a:pt x="63" y="340"/>
                    <a:pt x="97" y="362"/>
                  </a:cubicBezTo>
                  <a:cubicBezTo>
                    <a:pt x="103" y="366"/>
                    <a:pt x="109" y="368"/>
                    <a:pt x="115" y="368"/>
                  </a:cubicBezTo>
                  <a:cubicBezTo>
                    <a:pt x="125" y="368"/>
                    <a:pt x="135" y="363"/>
                    <a:pt x="142" y="354"/>
                  </a:cubicBezTo>
                  <a:cubicBezTo>
                    <a:pt x="152" y="339"/>
                    <a:pt x="148" y="319"/>
                    <a:pt x="133" y="309"/>
                  </a:cubicBezTo>
                  <a:cubicBezTo>
                    <a:pt x="104" y="290"/>
                    <a:pt x="87" y="272"/>
                    <a:pt x="77" y="257"/>
                  </a:cubicBezTo>
                  <a:cubicBezTo>
                    <a:pt x="70" y="245"/>
                    <a:pt x="66" y="234"/>
                    <a:pt x="65" y="225"/>
                  </a:cubicBezTo>
                  <a:cubicBezTo>
                    <a:pt x="65" y="222"/>
                    <a:pt x="64" y="219"/>
                    <a:pt x="64" y="216"/>
                  </a:cubicBezTo>
                  <a:cubicBezTo>
                    <a:pt x="64" y="200"/>
                    <a:pt x="71" y="184"/>
                    <a:pt x="81" y="169"/>
                  </a:cubicBezTo>
                  <a:cubicBezTo>
                    <a:pt x="81" y="247"/>
                    <a:pt x="81" y="247"/>
                    <a:pt x="81" y="247"/>
                  </a:cubicBezTo>
                  <a:cubicBezTo>
                    <a:pt x="82" y="248"/>
                    <a:pt x="83" y="250"/>
                    <a:pt x="84" y="252"/>
                  </a:cubicBezTo>
                  <a:cubicBezTo>
                    <a:pt x="95" y="269"/>
                    <a:pt x="113" y="286"/>
                    <a:pt x="137" y="303"/>
                  </a:cubicBezTo>
                  <a:cubicBezTo>
                    <a:pt x="156" y="315"/>
                    <a:pt x="161" y="340"/>
                    <a:pt x="148" y="358"/>
                  </a:cubicBezTo>
                  <a:cubicBezTo>
                    <a:pt x="141" y="369"/>
                    <a:pt x="128" y="376"/>
                    <a:pt x="115" y="376"/>
                  </a:cubicBezTo>
                  <a:cubicBezTo>
                    <a:pt x="107" y="376"/>
                    <a:pt x="99" y="373"/>
                    <a:pt x="93" y="369"/>
                  </a:cubicBezTo>
                  <a:cubicBezTo>
                    <a:pt x="74" y="357"/>
                    <a:pt x="59" y="344"/>
                    <a:pt x="46" y="331"/>
                  </a:cubicBezTo>
                  <a:cubicBezTo>
                    <a:pt x="42" y="336"/>
                    <a:pt x="38" y="341"/>
                    <a:pt x="35" y="347"/>
                  </a:cubicBezTo>
                  <a:cubicBezTo>
                    <a:pt x="34" y="348"/>
                    <a:pt x="33" y="349"/>
                    <a:pt x="33" y="350"/>
                  </a:cubicBezTo>
                  <a:cubicBezTo>
                    <a:pt x="19" y="376"/>
                    <a:pt x="13" y="405"/>
                    <a:pt x="13" y="438"/>
                  </a:cubicBezTo>
                  <a:cubicBezTo>
                    <a:pt x="13" y="495"/>
                    <a:pt x="29" y="565"/>
                    <a:pt x="64" y="662"/>
                  </a:cubicBezTo>
                  <a:cubicBezTo>
                    <a:pt x="74" y="689"/>
                    <a:pt x="104" y="703"/>
                    <a:pt x="131" y="693"/>
                  </a:cubicBezTo>
                  <a:cubicBezTo>
                    <a:pt x="158" y="683"/>
                    <a:pt x="172" y="654"/>
                    <a:pt x="162" y="627"/>
                  </a:cubicBezTo>
                  <a:cubicBezTo>
                    <a:pt x="129" y="536"/>
                    <a:pt x="117" y="475"/>
                    <a:pt x="117" y="438"/>
                  </a:cubicBezTo>
                  <a:cubicBezTo>
                    <a:pt x="117" y="419"/>
                    <a:pt x="120" y="408"/>
                    <a:pt x="123" y="402"/>
                  </a:cubicBezTo>
                  <a:cubicBezTo>
                    <a:pt x="125" y="397"/>
                    <a:pt x="127" y="396"/>
                    <a:pt x="129" y="394"/>
                  </a:cubicBezTo>
                  <a:cubicBezTo>
                    <a:pt x="132" y="391"/>
                    <a:pt x="138" y="388"/>
                    <a:pt x="148" y="386"/>
                  </a:cubicBezTo>
                  <a:cubicBezTo>
                    <a:pt x="159" y="383"/>
                    <a:pt x="173" y="382"/>
                    <a:pt x="189" y="383"/>
                  </a:cubicBezTo>
                  <a:cubicBezTo>
                    <a:pt x="203" y="382"/>
                    <a:pt x="216" y="383"/>
                    <a:pt x="226" y="385"/>
                  </a:cubicBezTo>
                  <a:cubicBezTo>
                    <a:pt x="233" y="386"/>
                    <a:pt x="239" y="388"/>
                    <a:pt x="243" y="390"/>
                  </a:cubicBezTo>
                  <a:cubicBezTo>
                    <a:pt x="249" y="393"/>
                    <a:pt x="251" y="395"/>
                    <a:pt x="254" y="400"/>
                  </a:cubicBezTo>
                  <a:cubicBezTo>
                    <a:pt x="257" y="405"/>
                    <a:pt x="261" y="417"/>
                    <a:pt x="261" y="438"/>
                  </a:cubicBezTo>
                  <a:cubicBezTo>
                    <a:pt x="261" y="475"/>
                    <a:pt x="249" y="536"/>
                    <a:pt x="216" y="627"/>
                  </a:cubicBezTo>
                  <a:cubicBezTo>
                    <a:pt x="206" y="654"/>
                    <a:pt x="220" y="683"/>
                    <a:pt x="247" y="693"/>
                  </a:cubicBezTo>
                  <a:cubicBezTo>
                    <a:pt x="253" y="695"/>
                    <a:pt x="259" y="696"/>
                    <a:pt x="265" y="696"/>
                  </a:cubicBezTo>
                  <a:cubicBezTo>
                    <a:pt x="286" y="696"/>
                    <a:pt x="306" y="683"/>
                    <a:pt x="314" y="662"/>
                  </a:cubicBezTo>
                  <a:cubicBezTo>
                    <a:pt x="314" y="662"/>
                    <a:pt x="314" y="662"/>
                    <a:pt x="314" y="662"/>
                  </a:cubicBezTo>
                  <a:cubicBezTo>
                    <a:pt x="349" y="565"/>
                    <a:pt x="364" y="495"/>
                    <a:pt x="365" y="438"/>
                  </a:cubicBezTo>
                  <a:cubicBezTo>
                    <a:pt x="365" y="409"/>
                    <a:pt x="360" y="382"/>
                    <a:pt x="349" y="359"/>
                  </a:cubicBezTo>
                  <a:cubicBezTo>
                    <a:pt x="349" y="358"/>
                    <a:pt x="348" y="356"/>
                    <a:pt x="348" y="355"/>
                  </a:cubicBezTo>
                  <a:cubicBezTo>
                    <a:pt x="343" y="346"/>
                    <a:pt x="338" y="338"/>
                    <a:pt x="332" y="331"/>
                  </a:cubicBezTo>
                  <a:cubicBezTo>
                    <a:pt x="319" y="344"/>
                    <a:pt x="303" y="357"/>
                    <a:pt x="285" y="369"/>
                  </a:cubicBezTo>
                  <a:cubicBezTo>
                    <a:pt x="278" y="373"/>
                    <a:pt x="271" y="376"/>
                    <a:pt x="263" y="376"/>
                  </a:cubicBezTo>
                  <a:cubicBezTo>
                    <a:pt x="249" y="376"/>
                    <a:pt x="237" y="369"/>
                    <a:pt x="230" y="358"/>
                  </a:cubicBezTo>
                  <a:cubicBezTo>
                    <a:pt x="217" y="340"/>
                    <a:pt x="222" y="315"/>
                    <a:pt x="240" y="303"/>
                  </a:cubicBezTo>
                  <a:cubicBezTo>
                    <a:pt x="265" y="286"/>
                    <a:pt x="283" y="269"/>
                    <a:pt x="294" y="252"/>
                  </a:cubicBezTo>
                  <a:cubicBezTo>
                    <a:pt x="295" y="250"/>
                    <a:pt x="296" y="248"/>
                    <a:pt x="297" y="247"/>
                  </a:cubicBezTo>
                  <a:cubicBezTo>
                    <a:pt x="297" y="169"/>
                    <a:pt x="297" y="169"/>
                    <a:pt x="297" y="169"/>
                  </a:cubicBezTo>
                  <a:cubicBezTo>
                    <a:pt x="307" y="184"/>
                    <a:pt x="314" y="200"/>
                    <a:pt x="313" y="216"/>
                  </a:cubicBezTo>
                  <a:cubicBezTo>
                    <a:pt x="313" y="219"/>
                    <a:pt x="313" y="222"/>
                    <a:pt x="313" y="225"/>
                  </a:cubicBezTo>
                  <a:cubicBezTo>
                    <a:pt x="312" y="234"/>
                    <a:pt x="308" y="245"/>
                    <a:pt x="301" y="257"/>
                  </a:cubicBezTo>
                  <a:cubicBezTo>
                    <a:pt x="291" y="272"/>
                    <a:pt x="273" y="290"/>
                    <a:pt x="245" y="309"/>
                  </a:cubicBezTo>
                  <a:cubicBezTo>
                    <a:pt x="230" y="319"/>
                    <a:pt x="226" y="339"/>
                    <a:pt x="236" y="354"/>
                  </a:cubicBezTo>
                  <a:cubicBezTo>
                    <a:pt x="242" y="363"/>
                    <a:pt x="252" y="368"/>
                    <a:pt x="263" y="368"/>
                  </a:cubicBezTo>
                  <a:cubicBezTo>
                    <a:pt x="269" y="368"/>
                    <a:pt x="275" y="366"/>
                    <a:pt x="281" y="362"/>
                  </a:cubicBezTo>
                  <a:cubicBezTo>
                    <a:pt x="314" y="340"/>
                    <a:pt x="339" y="316"/>
                    <a:pt x="354" y="291"/>
                  </a:cubicBezTo>
                  <a:cubicBezTo>
                    <a:pt x="369" y="269"/>
                    <a:pt x="376" y="246"/>
                    <a:pt x="377" y="225"/>
                  </a:cubicBezTo>
                  <a:cubicBezTo>
                    <a:pt x="377" y="222"/>
                    <a:pt x="377" y="219"/>
                    <a:pt x="377" y="216"/>
                  </a:cubicBezTo>
                  <a:cubicBezTo>
                    <a:pt x="377" y="194"/>
                    <a:pt x="372" y="174"/>
                    <a:pt x="364" y="157"/>
                  </a:cubicBezTo>
                  <a:cubicBezTo>
                    <a:pt x="354" y="136"/>
                    <a:pt x="341" y="119"/>
                    <a:pt x="329" y="106"/>
                  </a:cubicBezTo>
                  <a:cubicBezTo>
                    <a:pt x="329" y="106"/>
                    <a:pt x="329" y="106"/>
                    <a:pt x="329" y="106"/>
                  </a:cubicBezTo>
                  <a:cubicBezTo>
                    <a:pt x="318" y="95"/>
                    <a:pt x="307" y="81"/>
                    <a:pt x="297" y="66"/>
                  </a:cubicBezTo>
                  <a:cubicBezTo>
                    <a:pt x="286" y="50"/>
                    <a:pt x="288" y="30"/>
                    <a:pt x="300"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301"/>
            <p:cNvSpPr>
              <a:spLocks/>
            </p:cNvSpPr>
            <p:nvPr/>
          </p:nvSpPr>
          <p:spPr bwMode="auto">
            <a:xfrm>
              <a:off x="2166938" y="3035300"/>
              <a:ext cx="258763" cy="260350"/>
            </a:xfrm>
            <a:custGeom>
              <a:avLst/>
              <a:gdLst>
                <a:gd name="T0" fmla="*/ 76 w 200"/>
                <a:gd name="T1" fmla="*/ 14 h 200"/>
                <a:gd name="T2" fmla="*/ 14 w 200"/>
                <a:gd name="T3" fmla="*/ 125 h 200"/>
                <a:gd name="T4" fmla="*/ 125 w 200"/>
                <a:gd name="T5" fmla="*/ 187 h 200"/>
                <a:gd name="T6" fmla="*/ 187 w 200"/>
                <a:gd name="T7" fmla="*/ 76 h 200"/>
                <a:gd name="T8" fmla="*/ 76 w 200"/>
                <a:gd name="T9" fmla="*/ 14 h 200"/>
              </a:gdLst>
              <a:ahLst/>
              <a:cxnLst>
                <a:cxn ang="0">
                  <a:pos x="T0" y="T1"/>
                </a:cxn>
                <a:cxn ang="0">
                  <a:pos x="T2" y="T3"/>
                </a:cxn>
                <a:cxn ang="0">
                  <a:pos x="T4" y="T5"/>
                </a:cxn>
                <a:cxn ang="0">
                  <a:pos x="T6" y="T7"/>
                </a:cxn>
                <a:cxn ang="0">
                  <a:pos x="T8" y="T9"/>
                </a:cxn>
              </a:cxnLst>
              <a:rect l="0" t="0" r="r" b="b"/>
              <a:pathLst>
                <a:path w="200" h="200">
                  <a:moveTo>
                    <a:pt x="76" y="14"/>
                  </a:moveTo>
                  <a:cubicBezTo>
                    <a:pt x="28" y="27"/>
                    <a:pt x="0" y="77"/>
                    <a:pt x="14" y="125"/>
                  </a:cubicBezTo>
                  <a:cubicBezTo>
                    <a:pt x="27" y="172"/>
                    <a:pt x="77" y="200"/>
                    <a:pt x="125" y="187"/>
                  </a:cubicBezTo>
                  <a:cubicBezTo>
                    <a:pt x="173" y="173"/>
                    <a:pt x="200" y="123"/>
                    <a:pt x="187" y="76"/>
                  </a:cubicBezTo>
                  <a:cubicBezTo>
                    <a:pt x="173" y="28"/>
                    <a:pt x="124" y="0"/>
                    <a:pt x="76"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302"/>
            <p:cNvSpPr>
              <a:spLocks noEditPoints="1"/>
            </p:cNvSpPr>
            <p:nvPr/>
          </p:nvSpPr>
          <p:spPr bwMode="auto">
            <a:xfrm>
              <a:off x="2206625" y="3287713"/>
              <a:ext cx="468313" cy="957262"/>
            </a:xfrm>
            <a:custGeom>
              <a:avLst/>
              <a:gdLst>
                <a:gd name="T0" fmla="*/ 160 w 362"/>
                <a:gd name="T1" fmla="*/ 0 h 739"/>
                <a:gd name="T2" fmla="*/ 103 w 362"/>
                <a:gd name="T3" fmla="*/ 11 h 739"/>
                <a:gd name="T4" fmla="*/ 92 w 362"/>
                <a:gd name="T5" fmla="*/ 21 h 739"/>
                <a:gd name="T6" fmla="*/ 92 w 362"/>
                <a:gd name="T7" fmla="*/ 21 h 739"/>
                <a:gd name="T8" fmla="*/ 92 w 362"/>
                <a:gd name="T9" fmla="*/ 21 h 739"/>
                <a:gd name="T10" fmla="*/ 55 w 362"/>
                <a:gd name="T11" fmla="*/ 60 h 739"/>
                <a:gd name="T12" fmla="*/ 19 w 362"/>
                <a:gd name="T13" fmla="*/ 84 h 739"/>
                <a:gd name="T14" fmla="*/ 0 w 362"/>
                <a:gd name="T15" fmla="*/ 91 h 739"/>
                <a:gd name="T16" fmla="*/ 26 w 362"/>
                <a:gd name="T17" fmla="*/ 115 h 739"/>
                <a:gd name="T18" fmla="*/ 49 w 362"/>
                <a:gd name="T19" fmla="*/ 124 h 739"/>
                <a:gd name="T20" fmla="*/ 67 w 362"/>
                <a:gd name="T21" fmla="*/ 118 h 739"/>
                <a:gd name="T22" fmla="*/ 87 w 362"/>
                <a:gd name="T23" fmla="*/ 99 h 739"/>
                <a:gd name="T24" fmla="*/ 108 w 362"/>
                <a:gd name="T25" fmla="*/ 63 h 739"/>
                <a:gd name="T26" fmla="*/ 145 w 362"/>
                <a:gd name="T27" fmla="*/ 38 h 739"/>
                <a:gd name="T28" fmla="*/ 160 w 362"/>
                <a:gd name="T29" fmla="*/ 41 h 739"/>
                <a:gd name="T30" fmla="*/ 182 w 362"/>
                <a:gd name="T31" fmla="*/ 63 h 739"/>
                <a:gd name="T32" fmla="*/ 182 w 362"/>
                <a:gd name="T33" fmla="*/ 94 h 739"/>
                <a:gd name="T34" fmla="*/ 165 w 362"/>
                <a:gd name="T35" fmla="*/ 127 h 739"/>
                <a:gd name="T36" fmla="*/ 112 w 362"/>
                <a:gd name="T37" fmla="*/ 184 h 739"/>
                <a:gd name="T38" fmla="*/ 71 w 362"/>
                <a:gd name="T39" fmla="*/ 202 h 739"/>
                <a:gd name="T40" fmla="*/ 76 w 362"/>
                <a:gd name="T41" fmla="*/ 269 h 739"/>
                <a:gd name="T42" fmla="*/ 48 w 362"/>
                <a:gd name="T43" fmla="*/ 516 h 739"/>
                <a:gd name="T44" fmla="*/ 97 w 362"/>
                <a:gd name="T45" fmla="*/ 528 h 739"/>
                <a:gd name="T46" fmla="*/ 122 w 362"/>
                <a:gd name="T47" fmla="*/ 700 h 739"/>
                <a:gd name="T48" fmla="*/ 170 w 362"/>
                <a:gd name="T49" fmla="*/ 739 h 739"/>
                <a:gd name="T50" fmla="*/ 182 w 362"/>
                <a:gd name="T51" fmla="*/ 737 h 739"/>
                <a:gd name="T52" fmla="*/ 219 w 362"/>
                <a:gd name="T53" fmla="*/ 677 h 739"/>
                <a:gd name="T54" fmla="*/ 219 w 362"/>
                <a:gd name="T55" fmla="*/ 677 h 739"/>
                <a:gd name="T56" fmla="*/ 197 w 362"/>
                <a:gd name="T57" fmla="*/ 525 h 739"/>
                <a:gd name="T58" fmla="*/ 351 w 362"/>
                <a:gd name="T59" fmla="*/ 483 h 739"/>
                <a:gd name="T60" fmla="*/ 160 w 362"/>
                <a:gd name="T61" fmla="*/ 0 h 739"/>
                <a:gd name="T62" fmla="*/ 187 w 362"/>
                <a:gd name="T63" fmla="*/ 364 h 739"/>
                <a:gd name="T64" fmla="*/ 122 w 362"/>
                <a:gd name="T65" fmla="*/ 386 h 739"/>
                <a:gd name="T66" fmla="*/ 117 w 362"/>
                <a:gd name="T67" fmla="*/ 369 h 739"/>
                <a:gd name="T68" fmla="*/ 185 w 362"/>
                <a:gd name="T69" fmla="*/ 353 h 739"/>
                <a:gd name="T70" fmla="*/ 187 w 362"/>
                <a:gd name="T71" fmla="*/ 364 h 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62" h="739">
                  <a:moveTo>
                    <a:pt x="160" y="0"/>
                  </a:moveTo>
                  <a:cubicBezTo>
                    <a:pt x="119" y="0"/>
                    <a:pt x="111" y="4"/>
                    <a:pt x="103" y="11"/>
                  </a:cubicBezTo>
                  <a:cubicBezTo>
                    <a:pt x="99" y="13"/>
                    <a:pt x="95" y="16"/>
                    <a:pt x="92" y="21"/>
                  </a:cubicBezTo>
                  <a:cubicBezTo>
                    <a:pt x="92" y="21"/>
                    <a:pt x="92" y="21"/>
                    <a:pt x="92" y="21"/>
                  </a:cubicBezTo>
                  <a:cubicBezTo>
                    <a:pt x="92" y="21"/>
                    <a:pt x="92" y="21"/>
                    <a:pt x="92" y="21"/>
                  </a:cubicBezTo>
                  <a:cubicBezTo>
                    <a:pt x="91" y="22"/>
                    <a:pt x="76" y="42"/>
                    <a:pt x="55" y="60"/>
                  </a:cubicBezTo>
                  <a:cubicBezTo>
                    <a:pt x="44" y="69"/>
                    <a:pt x="31" y="78"/>
                    <a:pt x="19" y="84"/>
                  </a:cubicBezTo>
                  <a:cubicBezTo>
                    <a:pt x="12" y="87"/>
                    <a:pt x="6" y="90"/>
                    <a:pt x="0" y="91"/>
                  </a:cubicBezTo>
                  <a:cubicBezTo>
                    <a:pt x="11" y="104"/>
                    <a:pt x="20" y="111"/>
                    <a:pt x="26" y="115"/>
                  </a:cubicBezTo>
                  <a:cubicBezTo>
                    <a:pt x="38" y="123"/>
                    <a:pt x="45" y="124"/>
                    <a:pt x="49" y="124"/>
                  </a:cubicBezTo>
                  <a:cubicBezTo>
                    <a:pt x="55" y="124"/>
                    <a:pt x="60" y="122"/>
                    <a:pt x="67" y="118"/>
                  </a:cubicBezTo>
                  <a:cubicBezTo>
                    <a:pt x="73" y="114"/>
                    <a:pt x="80" y="107"/>
                    <a:pt x="87" y="99"/>
                  </a:cubicBezTo>
                  <a:cubicBezTo>
                    <a:pt x="100" y="82"/>
                    <a:pt x="108" y="64"/>
                    <a:pt x="108" y="63"/>
                  </a:cubicBezTo>
                  <a:cubicBezTo>
                    <a:pt x="114" y="48"/>
                    <a:pt x="129" y="38"/>
                    <a:pt x="145" y="38"/>
                  </a:cubicBezTo>
                  <a:cubicBezTo>
                    <a:pt x="150" y="38"/>
                    <a:pt x="155" y="39"/>
                    <a:pt x="160" y="41"/>
                  </a:cubicBezTo>
                  <a:cubicBezTo>
                    <a:pt x="170" y="45"/>
                    <a:pt x="178" y="53"/>
                    <a:pt x="182" y="63"/>
                  </a:cubicBezTo>
                  <a:cubicBezTo>
                    <a:pt x="186" y="73"/>
                    <a:pt x="186" y="84"/>
                    <a:pt x="182" y="94"/>
                  </a:cubicBezTo>
                  <a:cubicBezTo>
                    <a:pt x="180" y="97"/>
                    <a:pt x="175" y="110"/>
                    <a:pt x="165" y="127"/>
                  </a:cubicBezTo>
                  <a:cubicBezTo>
                    <a:pt x="155" y="143"/>
                    <a:pt x="138" y="166"/>
                    <a:pt x="112" y="184"/>
                  </a:cubicBezTo>
                  <a:cubicBezTo>
                    <a:pt x="103" y="191"/>
                    <a:pt x="89" y="198"/>
                    <a:pt x="71" y="202"/>
                  </a:cubicBezTo>
                  <a:cubicBezTo>
                    <a:pt x="73" y="228"/>
                    <a:pt x="75" y="251"/>
                    <a:pt x="76" y="269"/>
                  </a:cubicBezTo>
                  <a:cubicBezTo>
                    <a:pt x="82" y="335"/>
                    <a:pt x="23" y="485"/>
                    <a:pt x="48" y="516"/>
                  </a:cubicBezTo>
                  <a:cubicBezTo>
                    <a:pt x="53" y="523"/>
                    <a:pt x="72" y="527"/>
                    <a:pt x="97" y="528"/>
                  </a:cubicBezTo>
                  <a:cubicBezTo>
                    <a:pt x="100" y="578"/>
                    <a:pt x="107" y="635"/>
                    <a:pt x="122" y="700"/>
                  </a:cubicBezTo>
                  <a:cubicBezTo>
                    <a:pt x="127" y="723"/>
                    <a:pt x="148" y="739"/>
                    <a:pt x="170" y="739"/>
                  </a:cubicBezTo>
                  <a:cubicBezTo>
                    <a:pt x="174" y="739"/>
                    <a:pt x="178" y="738"/>
                    <a:pt x="182" y="737"/>
                  </a:cubicBezTo>
                  <a:cubicBezTo>
                    <a:pt x="209" y="731"/>
                    <a:pt x="225" y="704"/>
                    <a:pt x="219" y="677"/>
                  </a:cubicBezTo>
                  <a:cubicBezTo>
                    <a:pt x="219" y="677"/>
                    <a:pt x="219" y="677"/>
                    <a:pt x="219" y="677"/>
                  </a:cubicBezTo>
                  <a:cubicBezTo>
                    <a:pt x="206" y="618"/>
                    <a:pt x="199" y="568"/>
                    <a:pt x="197" y="525"/>
                  </a:cubicBezTo>
                  <a:cubicBezTo>
                    <a:pt x="274" y="518"/>
                    <a:pt x="350" y="501"/>
                    <a:pt x="351" y="483"/>
                  </a:cubicBezTo>
                  <a:cubicBezTo>
                    <a:pt x="362" y="259"/>
                    <a:pt x="279" y="0"/>
                    <a:pt x="160" y="0"/>
                  </a:cubicBezTo>
                  <a:close/>
                  <a:moveTo>
                    <a:pt x="187" y="364"/>
                  </a:moveTo>
                  <a:cubicBezTo>
                    <a:pt x="122" y="386"/>
                    <a:pt x="122" y="386"/>
                    <a:pt x="122" y="386"/>
                  </a:cubicBezTo>
                  <a:cubicBezTo>
                    <a:pt x="117" y="369"/>
                    <a:pt x="117" y="369"/>
                    <a:pt x="117" y="369"/>
                  </a:cubicBezTo>
                  <a:cubicBezTo>
                    <a:pt x="185" y="353"/>
                    <a:pt x="185" y="353"/>
                    <a:pt x="185" y="353"/>
                  </a:cubicBezTo>
                  <a:lnTo>
                    <a:pt x="187" y="3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303"/>
            <p:cNvSpPr>
              <a:spLocks/>
            </p:cNvSpPr>
            <p:nvPr/>
          </p:nvSpPr>
          <p:spPr bwMode="auto">
            <a:xfrm>
              <a:off x="2089150" y="3275013"/>
              <a:ext cx="79375" cy="79375"/>
            </a:xfrm>
            <a:custGeom>
              <a:avLst/>
              <a:gdLst>
                <a:gd name="T0" fmla="*/ 10 w 62"/>
                <a:gd name="T1" fmla="*/ 34 h 62"/>
                <a:gd name="T2" fmla="*/ 12 w 62"/>
                <a:gd name="T3" fmla="*/ 52 h 62"/>
                <a:gd name="T4" fmla="*/ 29 w 62"/>
                <a:gd name="T5" fmla="*/ 51 h 62"/>
                <a:gd name="T6" fmla="*/ 30 w 62"/>
                <a:gd name="T7" fmla="*/ 62 h 62"/>
                <a:gd name="T8" fmla="*/ 40 w 62"/>
                <a:gd name="T9" fmla="*/ 61 h 62"/>
                <a:gd name="T10" fmla="*/ 46 w 62"/>
                <a:gd name="T11" fmla="*/ 61 h 62"/>
                <a:gd name="T12" fmla="*/ 45 w 62"/>
                <a:gd name="T13" fmla="*/ 49 h 62"/>
                <a:gd name="T14" fmla="*/ 62 w 62"/>
                <a:gd name="T15" fmla="*/ 48 h 62"/>
                <a:gd name="T16" fmla="*/ 57 w 62"/>
                <a:gd name="T17" fmla="*/ 0 h 62"/>
                <a:gd name="T18" fmla="*/ 7 w 62"/>
                <a:gd name="T19" fmla="*/ 4 h 62"/>
                <a:gd name="T20" fmla="*/ 9 w 62"/>
                <a:gd name="T21" fmla="*/ 22 h 62"/>
                <a:gd name="T22" fmla="*/ 2 w 62"/>
                <a:gd name="T23" fmla="*/ 23 h 62"/>
                <a:gd name="T24" fmla="*/ 0 w 62"/>
                <a:gd name="T25" fmla="*/ 35 h 62"/>
                <a:gd name="T26" fmla="*/ 10 w 62"/>
                <a:gd name="T27" fmla="*/ 3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 h="62">
                  <a:moveTo>
                    <a:pt x="10" y="34"/>
                  </a:moveTo>
                  <a:cubicBezTo>
                    <a:pt x="12" y="52"/>
                    <a:pt x="12" y="52"/>
                    <a:pt x="12" y="52"/>
                  </a:cubicBezTo>
                  <a:cubicBezTo>
                    <a:pt x="29" y="51"/>
                    <a:pt x="29" y="51"/>
                    <a:pt x="29" y="51"/>
                  </a:cubicBezTo>
                  <a:cubicBezTo>
                    <a:pt x="30" y="62"/>
                    <a:pt x="30" y="62"/>
                    <a:pt x="30" y="62"/>
                  </a:cubicBezTo>
                  <a:cubicBezTo>
                    <a:pt x="33" y="62"/>
                    <a:pt x="37" y="61"/>
                    <a:pt x="40" y="61"/>
                  </a:cubicBezTo>
                  <a:cubicBezTo>
                    <a:pt x="42" y="61"/>
                    <a:pt x="44" y="61"/>
                    <a:pt x="46" y="61"/>
                  </a:cubicBezTo>
                  <a:cubicBezTo>
                    <a:pt x="45" y="49"/>
                    <a:pt x="45" y="49"/>
                    <a:pt x="45" y="49"/>
                  </a:cubicBezTo>
                  <a:cubicBezTo>
                    <a:pt x="62" y="48"/>
                    <a:pt x="62" y="48"/>
                    <a:pt x="62" y="48"/>
                  </a:cubicBezTo>
                  <a:cubicBezTo>
                    <a:pt x="57" y="0"/>
                    <a:pt x="57" y="0"/>
                    <a:pt x="57" y="0"/>
                  </a:cubicBezTo>
                  <a:cubicBezTo>
                    <a:pt x="7" y="4"/>
                    <a:pt x="7" y="4"/>
                    <a:pt x="7" y="4"/>
                  </a:cubicBezTo>
                  <a:cubicBezTo>
                    <a:pt x="9" y="22"/>
                    <a:pt x="9" y="22"/>
                    <a:pt x="9" y="22"/>
                  </a:cubicBezTo>
                  <a:cubicBezTo>
                    <a:pt x="2" y="23"/>
                    <a:pt x="2" y="23"/>
                    <a:pt x="2" y="23"/>
                  </a:cubicBezTo>
                  <a:cubicBezTo>
                    <a:pt x="1" y="27"/>
                    <a:pt x="1" y="31"/>
                    <a:pt x="0" y="35"/>
                  </a:cubicBezTo>
                  <a:lnTo>
                    <a:pt x="10"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304"/>
            <p:cNvSpPr>
              <a:spLocks/>
            </p:cNvSpPr>
            <p:nvPr/>
          </p:nvSpPr>
          <p:spPr bwMode="auto">
            <a:xfrm>
              <a:off x="2093913" y="3341688"/>
              <a:ext cx="347663" cy="200025"/>
            </a:xfrm>
            <a:custGeom>
              <a:avLst/>
              <a:gdLst>
                <a:gd name="T0" fmla="*/ 245 w 268"/>
                <a:gd name="T1" fmla="*/ 80 h 154"/>
                <a:gd name="T2" fmla="*/ 262 w 268"/>
                <a:gd name="T3" fmla="*/ 49 h 154"/>
                <a:gd name="T4" fmla="*/ 244 w 268"/>
                <a:gd name="T5" fmla="*/ 7 h 154"/>
                <a:gd name="T6" fmla="*/ 202 w 268"/>
                <a:gd name="T7" fmla="*/ 24 h 154"/>
                <a:gd name="T8" fmla="*/ 202 w 268"/>
                <a:gd name="T9" fmla="*/ 24 h 154"/>
                <a:gd name="T10" fmla="*/ 180 w 268"/>
                <a:gd name="T11" fmla="*/ 62 h 154"/>
                <a:gd name="T12" fmla="*/ 158 w 268"/>
                <a:gd name="T13" fmla="*/ 83 h 154"/>
                <a:gd name="T14" fmla="*/ 136 w 268"/>
                <a:gd name="T15" fmla="*/ 90 h 154"/>
                <a:gd name="T16" fmla="*/ 108 w 268"/>
                <a:gd name="T17" fmla="*/ 80 h 154"/>
                <a:gd name="T18" fmla="*/ 63 w 268"/>
                <a:gd name="T19" fmla="*/ 31 h 154"/>
                <a:gd name="T20" fmla="*/ 18 w 268"/>
                <a:gd name="T21" fmla="*/ 23 h 154"/>
                <a:gd name="T22" fmla="*/ 10 w 268"/>
                <a:gd name="T23" fmla="*/ 67 h 154"/>
                <a:gd name="T24" fmla="*/ 72 w 268"/>
                <a:gd name="T25" fmla="*/ 133 h 154"/>
                <a:gd name="T26" fmla="*/ 136 w 268"/>
                <a:gd name="T27" fmla="*/ 154 h 154"/>
                <a:gd name="T28" fmla="*/ 136 w 268"/>
                <a:gd name="T29" fmla="*/ 154 h 154"/>
                <a:gd name="T30" fmla="*/ 195 w 268"/>
                <a:gd name="T31" fmla="*/ 135 h 154"/>
                <a:gd name="T32" fmla="*/ 245 w 268"/>
                <a:gd name="T33" fmla="*/ 8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8" h="154">
                  <a:moveTo>
                    <a:pt x="245" y="80"/>
                  </a:moveTo>
                  <a:cubicBezTo>
                    <a:pt x="256" y="63"/>
                    <a:pt x="261" y="50"/>
                    <a:pt x="262" y="49"/>
                  </a:cubicBezTo>
                  <a:cubicBezTo>
                    <a:pt x="268" y="32"/>
                    <a:pt x="260" y="13"/>
                    <a:pt x="244" y="7"/>
                  </a:cubicBezTo>
                  <a:cubicBezTo>
                    <a:pt x="228" y="0"/>
                    <a:pt x="209" y="8"/>
                    <a:pt x="202" y="24"/>
                  </a:cubicBezTo>
                  <a:cubicBezTo>
                    <a:pt x="202" y="24"/>
                    <a:pt x="202" y="24"/>
                    <a:pt x="202" y="24"/>
                  </a:cubicBezTo>
                  <a:cubicBezTo>
                    <a:pt x="202" y="26"/>
                    <a:pt x="193" y="45"/>
                    <a:pt x="180" y="62"/>
                  </a:cubicBezTo>
                  <a:cubicBezTo>
                    <a:pt x="173" y="70"/>
                    <a:pt x="166" y="78"/>
                    <a:pt x="158" y="83"/>
                  </a:cubicBezTo>
                  <a:cubicBezTo>
                    <a:pt x="150" y="88"/>
                    <a:pt x="143" y="90"/>
                    <a:pt x="136" y="90"/>
                  </a:cubicBezTo>
                  <a:cubicBezTo>
                    <a:pt x="129" y="90"/>
                    <a:pt x="121" y="88"/>
                    <a:pt x="108" y="80"/>
                  </a:cubicBezTo>
                  <a:cubicBezTo>
                    <a:pt x="96" y="71"/>
                    <a:pt x="80" y="56"/>
                    <a:pt x="63" y="31"/>
                  </a:cubicBezTo>
                  <a:cubicBezTo>
                    <a:pt x="53" y="16"/>
                    <a:pt x="33" y="13"/>
                    <a:pt x="18" y="23"/>
                  </a:cubicBezTo>
                  <a:cubicBezTo>
                    <a:pt x="4" y="33"/>
                    <a:pt x="0" y="53"/>
                    <a:pt x="10" y="67"/>
                  </a:cubicBezTo>
                  <a:cubicBezTo>
                    <a:pt x="31" y="97"/>
                    <a:pt x="51" y="118"/>
                    <a:pt x="72" y="133"/>
                  </a:cubicBezTo>
                  <a:cubicBezTo>
                    <a:pt x="93" y="147"/>
                    <a:pt x="115" y="154"/>
                    <a:pt x="136" y="154"/>
                  </a:cubicBezTo>
                  <a:cubicBezTo>
                    <a:pt x="136" y="154"/>
                    <a:pt x="136" y="154"/>
                    <a:pt x="136" y="154"/>
                  </a:cubicBezTo>
                  <a:cubicBezTo>
                    <a:pt x="159" y="154"/>
                    <a:pt x="179" y="146"/>
                    <a:pt x="195" y="135"/>
                  </a:cubicBezTo>
                  <a:cubicBezTo>
                    <a:pt x="218" y="119"/>
                    <a:pt x="234" y="98"/>
                    <a:pt x="245"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Freeform 305"/>
            <p:cNvSpPr>
              <a:spLocks/>
            </p:cNvSpPr>
            <p:nvPr/>
          </p:nvSpPr>
          <p:spPr bwMode="auto">
            <a:xfrm>
              <a:off x="1825625" y="3159125"/>
              <a:ext cx="266700" cy="268287"/>
            </a:xfrm>
            <a:custGeom>
              <a:avLst/>
              <a:gdLst>
                <a:gd name="T0" fmla="*/ 194 w 206"/>
                <a:gd name="T1" fmla="*/ 82 h 207"/>
                <a:gd name="T2" fmla="*/ 82 w 206"/>
                <a:gd name="T3" fmla="*/ 12 h 207"/>
                <a:gd name="T4" fmla="*/ 11 w 206"/>
                <a:gd name="T5" fmla="*/ 125 h 207"/>
                <a:gd name="T6" fmla="*/ 124 w 206"/>
                <a:gd name="T7" fmla="*/ 195 h 207"/>
                <a:gd name="T8" fmla="*/ 194 w 206"/>
                <a:gd name="T9" fmla="*/ 82 h 207"/>
              </a:gdLst>
              <a:ahLst/>
              <a:cxnLst>
                <a:cxn ang="0">
                  <a:pos x="T0" y="T1"/>
                </a:cxn>
                <a:cxn ang="0">
                  <a:pos x="T2" y="T3"/>
                </a:cxn>
                <a:cxn ang="0">
                  <a:pos x="T4" y="T5"/>
                </a:cxn>
                <a:cxn ang="0">
                  <a:pos x="T6" y="T7"/>
                </a:cxn>
                <a:cxn ang="0">
                  <a:pos x="T8" y="T9"/>
                </a:cxn>
              </a:cxnLst>
              <a:rect l="0" t="0" r="r" b="b"/>
              <a:pathLst>
                <a:path w="206" h="207">
                  <a:moveTo>
                    <a:pt x="194" y="82"/>
                  </a:moveTo>
                  <a:cubicBezTo>
                    <a:pt x="183" y="31"/>
                    <a:pt x="132" y="0"/>
                    <a:pt x="82" y="12"/>
                  </a:cubicBezTo>
                  <a:cubicBezTo>
                    <a:pt x="31" y="24"/>
                    <a:pt x="0" y="74"/>
                    <a:pt x="11" y="125"/>
                  </a:cubicBezTo>
                  <a:cubicBezTo>
                    <a:pt x="23" y="175"/>
                    <a:pt x="74" y="207"/>
                    <a:pt x="124" y="195"/>
                  </a:cubicBezTo>
                  <a:cubicBezTo>
                    <a:pt x="175" y="183"/>
                    <a:pt x="206" y="133"/>
                    <a:pt x="194"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47" name="组合 246"/>
          <p:cNvGrpSpPr/>
          <p:nvPr/>
        </p:nvGrpSpPr>
        <p:grpSpPr>
          <a:xfrm>
            <a:off x="3048000" y="3025775"/>
            <a:ext cx="1085850" cy="1235075"/>
            <a:chOff x="3048000" y="3025775"/>
            <a:chExt cx="1085850" cy="1235075"/>
          </a:xfrm>
          <a:solidFill>
            <a:schemeClr val="tx1">
              <a:lumMod val="65000"/>
              <a:lumOff val="35000"/>
            </a:schemeClr>
          </a:solidFill>
        </p:grpSpPr>
        <p:sp>
          <p:nvSpPr>
            <p:cNvPr id="248" name="Freeform 306"/>
            <p:cNvSpPr>
              <a:spLocks/>
            </p:cNvSpPr>
            <p:nvPr/>
          </p:nvSpPr>
          <p:spPr bwMode="auto">
            <a:xfrm>
              <a:off x="3209925" y="3887788"/>
              <a:ext cx="163513" cy="125412"/>
            </a:xfrm>
            <a:custGeom>
              <a:avLst/>
              <a:gdLst>
                <a:gd name="T0" fmla="*/ 114 w 127"/>
                <a:gd name="T1" fmla="*/ 40 h 96"/>
                <a:gd name="T2" fmla="*/ 117 w 127"/>
                <a:gd name="T3" fmla="*/ 96 h 96"/>
                <a:gd name="T4" fmla="*/ 127 w 127"/>
                <a:gd name="T5" fmla="*/ 23 h 96"/>
                <a:gd name="T6" fmla="*/ 125 w 127"/>
                <a:gd name="T7" fmla="*/ 0 h 96"/>
                <a:gd name="T8" fmla="*/ 2 w 127"/>
                <a:gd name="T9" fmla="*/ 0 h 96"/>
                <a:gd name="T10" fmla="*/ 0 w 127"/>
                <a:gd name="T11" fmla="*/ 22 h 96"/>
                <a:gd name="T12" fmla="*/ 10 w 127"/>
                <a:gd name="T13" fmla="*/ 96 h 96"/>
                <a:gd name="T14" fmla="*/ 13 w 127"/>
                <a:gd name="T15" fmla="*/ 40 h 96"/>
                <a:gd name="T16" fmla="*/ 114 w 127"/>
                <a:gd name="T17" fmla="*/ 4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96">
                  <a:moveTo>
                    <a:pt x="114" y="40"/>
                  </a:moveTo>
                  <a:cubicBezTo>
                    <a:pt x="117" y="96"/>
                    <a:pt x="117" y="96"/>
                    <a:pt x="117" y="96"/>
                  </a:cubicBezTo>
                  <a:cubicBezTo>
                    <a:pt x="126" y="59"/>
                    <a:pt x="127" y="36"/>
                    <a:pt x="127" y="23"/>
                  </a:cubicBezTo>
                  <a:cubicBezTo>
                    <a:pt x="127" y="13"/>
                    <a:pt x="126" y="5"/>
                    <a:pt x="125" y="0"/>
                  </a:cubicBezTo>
                  <a:cubicBezTo>
                    <a:pt x="2" y="0"/>
                    <a:pt x="2" y="0"/>
                    <a:pt x="2" y="0"/>
                  </a:cubicBezTo>
                  <a:cubicBezTo>
                    <a:pt x="1" y="5"/>
                    <a:pt x="0" y="12"/>
                    <a:pt x="0" y="22"/>
                  </a:cubicBezTo>
                  <a:cubicBezTo>
                    <a:pt x="0" y="36"/>
                    <a:pt x="1" y="59"/>
                    <a:pt x="10" y="96"/>
                  </a:cubicBezTo>
                  <a:cubicBezTo>
                    <a:pt x="13" y="40"/>
                    <a:pt x="13" y="40"/>
                    <a:pt x="13" y="40"/>
                  </a:cubicBezTo>
                  <a:lnTo>
                    <a:pt x="114"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307"/>
            <p:cNvSpPr>
              <a:spLocks/>
            </p:cNvSpPr>
            <p:nvPr/>
          </p:nvSpPr>
          <p:spPr bwMode="auto">
            <a:xfrm>
              <a:off x="3251200" y="4113213"/>
              <a:ext cx="80963" cy="22225"/>
            </a:xfrm>
            <a:custGeom>
              <a:avLst/>
              <a:gdLst>
                <a:gd name="T0" fmla="*/ 0 w 63"/>
                <a:gd name="T1" fmla="*/ 0 h 17"/>
                <a:gd name="T2" fmla="*/ 6 w 63"/>
                <a:gd name="T3" fmla="*/ 17 h 17"/>
                <a:gd name="T4" fmla="*/ 57 w 63"/>
                <a:gd name="T5" fmla="*/ 17 h 17"/>
                <a:gd name="T6" fmla="*/ 63 w 63"/>
                <a:gd name="T7" fmla="*/ 0 h 17"/>
                <a:gd name="T8" fmla="*/ 0 w 63"/>
                <a:gd name="T9" fmla="*/ 0 h 17"/>
              </a:gdLst>
              <a:ahLst/>
              <a:cxnLst>
                <a:cxn ang="0">
                  <a:pos x="T0" y="T1"/>
                </a:cxn>
                <a:cxn ang="0">
                  <a:pos x="T2" y="T3"/>
                </a:cxn>
                <a:cxn ang="0">
                  <a:pos x="T4" y="T5"/>
                </a:cxn>
                <a:cxn ang="0">
                  <a:pos x="T6" y="T7"/>
                </a:cxn>
                <a:cxn ang="0">
                  <a:pos x="T8" y="T9"/>
                </a:cxn>
              </a:cxnLst>
              <a:rect l="0" t="0" r="r" b="b"/>
              <a:pathLst>
                <a:path w="63" h="17">
                  <a:moveTo>
                    <a:pt x="0" y="0"/>
                  </a:moveTo>
                  <a:cubicBezTo>
                    <a:pt x="1" y="5"/>
                    <a:pt x="3" y="11"/>
                    <a:pt x="6" y="17"/>
                  </a:cubicBezTo>
                  <a:cubicBezTo>
                    <a:pt x="57" y="17"/>
                    <a:pt x="57" y="17"/>
                    <a:pt x="57" y="17"/>
                  </a:cubicBezTo>
                  <a:cubicBezTo>
                    <a:pt x="59" y="11"/>
                    <a:pt x="61" y="5"/>
                    <a:pt x="63"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Freeform 308"/>
            <p:cNvSpPr>
              <a:spLocks/>
            </p:cNvSpPr>
            <p:nvPr/>
          </p:nvSpPr>
          <p:spPr bwMode="auto">
            <a:xfrm>
              <a:off x="3216275" y="3856038"/>
              <a:ext cx="149225" cy="15875"/>
            </a:xfrm>
            <a:custGeom>
              <a:avLst/>
              <a:gdLst>
                <a:gd name="T0" fmla="*/ 108 w 115"/>
                <a:gd name="T1" fmla="*/ 6 h 12"/>
                <a:gd name="T2" fmla="*/ 93 w 115"/>
                <a:gd name="T3" fmla="*/ 2 h 12"/>
                <a:gd name="T4" fmla="*/ 58 w 115"/>
                <a:gd name="T5" fmla="*/ 0 h 12"/>
                <a:gd name="T6" fmla="*/ 57 w 115"/>
                <a:gd name="T7" fmla="*/ 0 h 12"/>
                <a:gd name="T8" fmla="*/ 57 w 115"/>
                <a:gd name="T9" fmla="*/ 0 h 12"/>
                <a:gd name="T10" fmla="*/ 19 w 115"/>
                <a:gd name="T11" fmla="*/ 2 h 12"/>
                <a:gd name="T12" fmla="*/ 3 w 115"/>
                <a:gd name="T13" fmla="*/ 9 h 12"/>
                <a:gd name="T14" fmla="*/ 0 w 115"/>
                <a:gd name="T15" fmla="*/ 12 h 12"/>
                <a:gd name="T16" fmla="*/ 115 w 115"/>
                <a:gd name="T17" fmla="*/ 12 h 12"/>
                <a:gd name="T18" fmla="*/ 108 w 115"/>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5" h="12">
                  <a:moveTo>
                    <a:pt x="108" y="6"/>
                  </a:moveTo>
                  <a:cubicBezTo>
                    <a:pt x="106" y="5"/>
                    <a:pt x="101" y="3"/>
                    <a:pt x="93" y="2"/>
                  </a:cubicBezTo>
                  <a:cubicBezTo>
                    <a:pt x="84" y="0"/>
                    <a:pt x="73" y="0"/>
                    <a:pt x="58" y="0"/>
                  </a:cubicBezTo>
                  <a:cubicBezTo>
                    <a:pt x="57" y="0"/>
                    <a:pt x="57" y="0"/>
                    <a:pt x="57" y="0"/>
                  </a:cubicBezTo>
                  <a:cubicBezTo>
                    <a:pt x="57" y="0"/>
                    <a:pt x="57" y="0"/>
                    <a:pt x="57" y="0"/>
                  </a:cubicBezTo>
                  <a:cubicBezTo>
                    <a:pt x="41" y="0"/>
                    <a:pt x="28" y="1"/>
                    <a:pt x="19" y="2"/>
                  </a:cubicBezTo>
                  <a:cubicBezTo>
                    <a:pt x="9" y="4"/>
                    <a:pt x="5" y="7"/>
                    <a:pt x="3" y="9"/>
                  </a:cubicBezTo>
                  <a:cubicBezTo>
                    <a:pt x="2" y="9"/>
                    <a:pt x="1" y="10"/>
                    <a:pt x="0" y="12"/>
                  </a:cubicBezTo>
                  <a:cubicBezTo>
                    <a:pt x="115" y="12"/>
                    <a:pt x="115" y="12"/>
                    <a:pt x="115" y="12"/>
                  </a:cubicBezTo>
                  <a:cubicBezTo>
                    <a:pt x="113" y="9"/>
                    <a:pt x="112" y="8"/>
                    <a:pt x="108"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Freeform 309"/>
            <p:cNvSpPr>
              <a:spLocks noEditPoints="1"/>
            </p:cNvSpPr>
            <p:nvPr/>
          </p:nvSpPr>
          <p:spPr bwMode="auto">
            <a:xfrm>
              <a:off x="3048000" y="3025775"/>
              <a:ext cx="1085850" cy="1235075"/>
            </a:xfrm>
            <a:custGeom>
              <a:avLst/>
              <a:gdLst>
                <a:gd name="T0" fmla="*/ 97 w 839"/>
                <a:gd name="T1" fmla="*/ 612 h 953"/>
                <a:gd name="T2" fmla="*/ 133 w 839"/>
                <a:gd name="T3" fmla="*/ 559 h 953"/>
                <a:gd name="T4" fmla="*/ 64 w 839"/>
                <a:gd name="T5" fmla="*/ 466 h 953"/>
                <a:gd name="T6" fmla="*/ 84 w 839"/>
                <a:gd name="T7" fmla="*/ 502 h 953"/>
                <a:gd name="T8" fmla="*/ 115 w 839"/>
                <a:gd name="T9" fmla="*/ 626 h 953"/>
                <a:gd name="T10" fmla="*/ 34 w 839"/>
                <a:gd name="T11" fmla="*/ 597 h 953"/>
                <a:gd name="T12" fmla="*/ 64 w 839"/>
                <a:gd name="T13" fmla="*/ 912 h 953"/>
                <a:gd name="T14" fmla="*/ 117 w 839"/>
                <a:gd name="T15" fmla="*/ 688 h 953"/>
                <a:gd name="T16" fmla="*/ 148 w 839"/>
                <a:gd name="T17" fmla="*/ 636 h 953"/>
                <a:gd name="T18" fmla="*/ 242 w 839"/>
                <a:gd name="T19" fmla="*/ 640 h 953"/>
                <a:gd name="T20" fmla="*/ 216 w 839"/>
                <a:gd name="T21" fmla="*/ 877 h 953"/>
                <a:gd name="T22" fmla="*/ 313 w 839"/>
                <a:gd name="T23" fmla="*/ 912 h 953"/>
                <a:gd name="T24" fmla="*/ 349 w 839"/>
                <a:gd name="T25" fmla="*/ 609 h 953"/>
                <a:gd name="T26" fmla="*/ 297 w 839"/>
                <a:gd name="T27" fmla="*/ 551 h 953"/>
                <a:gd name="T28" fmla="*/ 323 w 839"/>
                <a:gd name="T29" fmla="*/ 450 h 953"/>
                <a:gd name="T30" fmla="*/ 328 w 839"/>
                <a:gd name="T31" fmla="*/ 478 h 953"/>
                <a:gd name="T32" fmla="*/ 377 w 839"/>
                <a:gd name="T33" fmla="*/ 567 h 953"/>
                <a:gd name="T34" fmla="*/ 414 w 839"/>
                <a:gd name="T35" fmla="*/ 587 h 953"/>
                <a:gd name="T36" fmla="*/ 447 w 839"/>
                <a:gd name="T37" fmla="*/ 497 h 953"/>
                <a:gd name="T38" fmla="*/ 534 w 839"/>
                <a:gd name="T39" fmla="*/ 504 h 953"/>
                <a:gd name="T40" fmla="*/ 613 w 839"/>
                <a:gd name="T41" fmla="*/ 729 h 953"/>
                <a:gd name="T42" fmla="*/ 658 w 839"/>
                <a:gd name="T43" fmla="*/ 944 h 953"/>
                <a:gd name="T44" fmla="*/ 814 w 839"/>
                <a:gd name="T45" fmla="*/ 697 h 953"/>
                <a:gd name="T46" fmla="*/ 583 w 839"/>
                <a:gd name="T47" fmla="*/ 223 h 953"/>
                <a:gd name="T48" fmla="*/ 681 w 839"/>
                <a:gd name="T49" fmla="*/ 76 h 953"/>
                <a:gd name="T50" fmla="*/ 532 w 839"/>
                <a:gd name="T51" fmla="*/ 165 h 953"/>
                <a:gd name="T52" fmla="*/ 478 w 839"/>
                <a:gd name="T53" fmla="*/ 310 h 953"/>
                <a:gd name="T54" fmla="*/ 449 w 839"/>
                <a:gd name="T55" fmla="*/ 281 h 953"/>
                <a:gd name="T56" fmla="*/ 395 w 839"/>
                <a:gd name="T57" fmla="*/ 230 h 953"/>
                <a:gd name="T58" fmla="*/ 372 w 839"/>
                <a:gd name="T59" fmla="*/ 254 h 953"/>
                <a:gd name="T60" fmla="*/ 337 w 839"/>
                <a:gd name="T61" fmla="*/ 381 h 953"/>
                <a:gd name="T62" fmla="*/ 299 w 839"/>
                <a:gd name="T63" fmla="*/ 339 h 953"/>
                <a:gd name="T64" fmla="*/ 266 w 839"/>
                <a:gd name="T65" fmla="*/ 318 h 953"/>
                <a:gd name="T66" fmla="*/ 83 w 839"/>
                <a:gd name="T67" fmla="*/ 325 h 953"/>
                <a:gd name="T68" fmla="*/ 0 w 839"/>
                <a:gd name="T69" fmla="*/ 466 h 953"/>
                <a:gd name="T70" fmla="*/ 414 w 839"/>
                <a:gd name="T71" fmla="*/ 571 h 953"/>
                <a:gd name="T72" fmla="*/ 362 w 839"/>
                <a:gd name="T73" fmla="*/ 494 h 953"/>
                <a:gd name="T74" fmla="*/ 433 w 839"/>
                <a:gd name="T75" fmla="*/ 518 h 953"/>
                <a:gd name="T76" fmla="*/ 609 w 839"/>
                <a:gd name="T77" fmla="*/ 591 h 953"/>
                <a:gd name="T78" fmla="*/ 674 w 839"/>
                <a:gd name="T79" fmla="*/ 569 h 953"/>
                <a:gd name="T80" fmla="*/ 572 w 839"/>
                <a:gd name="T81" fmla="*/ 187 h 953"/>
                <a:gd name="T82" fmla="*/ 527 w 839"/>
                <a:gd name="T83" fmla="*/ 312 h 953"/>
                <a:gd name="T84" fmla="*/ 388 w 839"/>
                <a:gd name="T85" fmla="*/ 270 h 953"/>
                <a:gd name="T86" fmla="*/ 482 w 839"/>
                <a:gd name="T87" fmla="*/ 380 h 953"/>
                <a:gd name="T88" fmla="*/ 491 w 839"/>
                <a:gd name="T89" fmla="*/ 396 h 953"/>
                <a:gd name="T90" fmla="*/ 495 w 839"/>
                <a:gd name="T91" fmla="*/ 394 h 953"/>
                <a:gd name="T92" fmla="*/ 526 w 839"/>
                <a:gd name="T93" fmla="*/ 381 h 953"/>
                <a:gd name="T94" fmla="*/ 586 w 839"/>
                <a:gd name="T95" fmla="*/ 346 h 953"/>
                <a:gd name="T96" fmla="*/ 641 w 839"/>
                <a:gd name="T97" fmla="*/ 234 h 953"/>
                <a:gd name="T98" fmla="*/ 683 w 839"/>
                <a:gd name="T99" fmla="*/ 278 h 953"/>
                <a:gd name="T100" fmla="*/ 480 w 839"/>
                <a:gd name="T101" fmla="*/ 476 h 953"/>
                <a:gd name="T102" fmla="*/ 433 w 839"/>
                <a:gd name="T103" fmla="*/ 507 h 953"/>
                <a:gd name="T104" fmla="*/ 327 w 839"/>
                <a:gd name="T105" fmla="*/ 460 h 953"/>
                <a:gd name="T106" fmla="*/ 414 w 839"/>
                <a:gd name="T107" fmla="*/ 412 h 953"/>
                <a:gd name="T108" fmla="*/ 363 w 839"/>
                <a:gd name="T109" fmla="*/ 382 h 953"/>
                <a:gd name="T110" fmla="*/ 385 w 839"/>
                <a:gd name="T111" fmla="*/ 267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39" h="953">
                  <a:moveTo>
                    <a:pt x="0" y="475"/>
                  </a:moveTo>
                  <a:cubicBezTo>
                    <a:pt x="2" y="496"/>
                    <a:pt x="9" y="519"/>
                    <a:pt x="23" y="541"/>
                  </a:cubicBezTo>
                  <a:cubicBezTo>
                    <a:pt x="39" y="566"/>
                    <a:pt x="63" y="590"/>
                    <a:pt x="97" y="612"/>
                  </a:cubicBezTo>
                  <a:cubicBezTo>
                    <a:pt x="102" y="616"/>
                    <a:pt x="108" y="618"/>
                    <a:pt x="115" y="618"/>
                  </a:cubicBezTo>
                  <a:cubicBezTo>
                    <a:pt x="125" y="618"/>
                    <a:pt x="135" y="613"/>
                    <a:pt x="141" y="604"/>
                  </a:cubicBezTo>
                  <a:cubicBezTo>
                    <a:pt x="151" y="589"/>
                    <a:pt x="147" y="569"/>
                    <a:pt x="133" y="559"/>
                  </a:cubicBezTo>
                  <a:cubicBezTo>
                    <a:pt x="104" y="540"/>
                    <a:pt x="87" y="522"/>
                    <a:pt x="77" y="507"/>
                  </a:cubicBezTo>
                  <a:cubicBezTo>
                    <a:pt x="69" y="495"/>
                    <a:pt x="66" y="484"/>
                    <a:pt x="65" y="475"/>
                  </a:cubicBezTo>
                  <a:cubicBezTo>
                    <a:pt x="64" y="472"/>
                    <a:pt x="64" y="469"/>
                    <a:pt x="64" y="466"/>
                  </a:cubicBezTo>
                  <a:cubicBezTo>
                    <a:pt x="64" y="450"/>
                    <a:pt x="71" y="434"/>
                    <a:pt x="80" y="419"/>
                  </a:cubicBezTo>
                  <a:cubicBezTo>
                    <a:pt x="80" y="497"/>
                    <a:pt x="80" y="497"/>
                    <a:pt x="80" y="497"/>
                  </a:cubicBezTo>
                  <a:cubicBezTo>
                    <a:pt x="81" y="498"/>
                    <a:pt x="82" y="500"/>
                    <a:pt x="84" y="502"/>
                  </a:cubicBezTo>
                  <a:cubicBezTo>
                    <a:pt x="94" y="519"/>
                    <a:pt x="112" y="536"/>
                    <a:pt x="137" y="553"/>
                  </a:cubicBezTo>
                  <a:cubicBezTo>
                    <a:pt x="155" y="565"/>
                    <a:pt x="160" y="590"/>
                    <a:pt x="148" y="608"/>
                  </a:cubicBezTo>
                  <a:cubicBezTo>
                    <a:pt x="140" y="619"/>
                    <a:pt x="128" y="626"/>
                    <a:pt x="115" y="626"/>
                  </a:cubicBezTo>
                  <a:cubicBezTo>
                    <a:pt x="107" y="626"/>
                    <a:pt x="99" y="623"/>
                    <a:pt x="92" y="619"/>
                  </a:cubicBezTo>
                  <a:cubicBezTo>
                    <a:pt x="74" y="607"/>
                    <a:pt x="58" y="594"/>
                    <a:pt x="45" y="581"/>
                  </a:cubicBezTo>
                  <a:cubicBezTo>
                    <a:pt x="41" y="586"/>
                    <a:pt x="38" y="591"/>
                    <a:pt x="34" y="597"/>
                  </a:cubicBezTo>
                  <a:cubicBezTo>
                    <a:pt x="34" y="598"/>
                    <a:pt x="33" y="599"/>
                    <a:pt x="32" y="600"/>
                  </a:cubicBezTo>
                  <a:cubicBezTo>
                    <a:pt x="19" y="626"/>
                    <a:pt x="13" y="655"/>
                    <a:pt x="13" y="688"/>
                  </a:cubicBezTo>
                  <a:cubicBezTo>
                    <a:pt x="13" y="745"/>
                    <a:pt x="29" y="815"/>
                    <a:pt x="64" y="912"/>
                  </a:cubicBezTo>
                  <a:cubicBezTo>
                    <a:pt x="73" y="939"/>
                    <a:pt x="103" y="953"/>
                    <a:pt x="130" y="943"/>
                  </a:cubicBezTo>
                  <a:cubicBezTo>
                    <a:pt x="157" y="933"/>
                    <a:pt x="171" y="904"/>
                    <a:pt x="161" y="877"/>
                  </a:cubicBezTo>
                  <a:cubicBezTo>
                    <a:pt x="128" y="786"/>
                    <a:pt x="117" y="725"/>
                    <a:pt x="117" y="688"/>
                  </a:cubicBezTo>
                  <a:cubicBezTo>
                    <a:pt x="117" y="669"/>
                    <a:pt x="120" y="658"/>
                    <a:pt x="123" y="652"/>
                  </a:cubicBezTo>
                  <a:cubicBezTo>
                    <a:pt x="125" y="647"/>
                    <a:pt x="126" y="646"/>
                    <a:pt x="129" y="644"/>
                  </a:cubicBezTo>
                  <a:cubicBezTo>
                    <a:pt x="132" y="641"/>
                    <a:pt x="138" y="638"/>
                    <a:pt x="148" y="636"/>
                  </a:cubicBezTo>
                  <a:cubicBezTo>
                    <a:pt x="158" y="633"/>
                    <a:pt x="173" y="632"/>
                    <a:pt x="188" y="633"/>
                  </a:cubicBezTo>
                  <a:cubicBezTo>
                    <a:pt x="203" y="632"/>
                    <a:pt x="215" y="633"/>
                    <a:pt x="225" y="635"/>
                  </a:cubicBezTo>
                  <a:cubicBezTo>
                    <a:pt x="233" y="636"/>
                    <a:pt x="239" y="638"/>
                    <a:pt x="242" y="640"/>
                  </a:cubicBezTo>
                  <a:cubicBezTo>
                    <a:pt x="248" y="643"/>
                    <a:pt x="250" y="645"/>
                    <a:pt x="253" y="650"/>
                  </a:cubicBezTo>
                  <a:cubicBezTo>
                    <a:pt x="256" y="655"/>
                    <a:pt x="260" y="667"/>
                    <a:pt x="260" y="688"/>
                  </a:cubicBezTo>
                  <a:cubicBezTo>
                    <a:pt x="260" y="725"/>
                    <a:pt x="249" y="786"/>
                    <a:pt x="216" y="877"/>
                  </a:cubicBezTo>
                  <a:cubicBezTo>
                    <a:pt x="206" y="904"/>
                    <a:pt x="220" y="933"/>
                    <a:pt x="247" y="943"/>
                  </a:cubicBezTo>
                  <a:cubicBezTo>
                    <a:pt x="253" y="945"/>
                    <a:pt x="259" y="946"/>
                    <a:pt x="264" y="946"/>
                  </a:cubicBezTo>
                  <a:cubicBezTo>
                    <a:pt x="286" y="946"/>
                    <a:pt x="306" y="933"/>
                    <a:pt x="313" y="912"/>
                  </a:cubicBezTo>
                  <a:cubicBezTo>
                    <a:pt x="313" y="912"/>
                    <a:pt x="313" y="912"/>
                    <a:pt x="313" y="912"/>
                  </a:cubicBezTo>
                  <a:cubicBezTo>
                    <a:pt x="348" y="815"/>
                    <a:pt x="364" y="745"/>
                    <a:pt x="364" y="688"/>
                  </a:cubicBezTo>
                  <a:cubicBezTo>
                    <a:pt x="364" y="659"/>
                    <a:pt x="360" y="632"/>
                    <a:pt x="349" y="609"/>
                  </a:cubicBezTo>
                  <a:cubicBezTo>
                    <a:pt x="348" y="606"/>
                    <a:pt x="347" y="604"/>
                    <a:pt x="345" y="602"/>
                  </a:cubicBezTo>
                  <a:cubicBezTo>
                    <a:pt x="338" y="587"/>
                    <a:pt x="328" y="574"/>
                    <a:pt x="316" y="565"/>
                  </a:cubicBezTo>
                  <a:cubicBezTo>
                    <a:pt x="310" y="559"/>
                    <a:pt x="303" y="555"/>
                    <a:pt x="297" y="551"/>
                  </a:cubicBezTo>
                  <a:cubicBezTo>
                    <a:pt x="297" y="431"/>
                    <a:pt x="297" y="431"/>
                    <a:pt x="297" y="431"/>
                  </a:cubicBezTo>
                  <a:cubicBezTo>
                    <a:pt x="299" y="433"/>
                    <a:pt x="302" y="436"/>
                    <a:pt x="305" y="438"/>
                  </a:cubicBezTo>
                  <a:cubicBezTo>
                    <a:pt x="311" y="442"/>
                    <a:pt x="317" y="446"/>
                    <a:pt x="323" y="450"/>
                  </a:cubicBezTo>
                  <a:cubicBezTo>
                    <a:pt x="319" y="457"/>
                    <a:pt x="319" y="457"/>
                    <a:pt x="319" y="457"/>
                  </a:cubicBezTo>
                  <a:cubicBezTo>
                    <a:pt x="318" y="461"/>
                    <a:pt x="318" y="465"/>
                    <a:pt x="319" y="469"/>
                  </a:cubicBezTo>
                  <a:cubicBezTo>
                    <a:pt x="321" y="473"/>
                    <a:pt x="324" y="477"/>
                    <a:pt x="328" y="478"/>
                  </a:cubicBezTo>
                  <a:cubicBezTo>
                    <a:pt x="344" y="486"/>
                    <a:pt x="344" y="486"/>
                    <a:pt x="344" y="486"/>
                  </a:cubicBezTo>
                  <a:cubicBezTo>
                    <a:pt x="347" y="499"/>
                    <a:pt x="350" y="512"/>
                    <a:pt x="354" y="524"/>
                  </a:cubicBezTo>
                  <a:cubicBezTo>
                    <a:pt x="360" y="541"/>
                    <a:pt x="367" y="556"/>
                    <a:pt x="377" y="567"/>
                  </a:cubicBezTo>
                  <a:cubicBezTo>
                    <a:pt x="386" y="579"/>
                    <a:pt x="398" y="586"/>
                    <a:pt x="412" y="587"/>
                  </a:cubicBezTo>
                  <a:cubicBezTo>
                    <a:pt x="413" y="587"/>
                    <a:pt x="413" y="587"/>
                    <a:pt x="414" y="587"/>
                  </a:cubicBezTo>
                  <a:cubicBezTo>
                    <a:pt x="414" y="587"/>
                    <a:pt x="414" y="587"/>
                    <a:pt x="414" y="587"/>
                  </a:cubicBezTo>
                  <a:cubicBezTo>
                    <a:pt x="429" y="587"/>
                    <a:pt x="439" y="577"/>
                    <a:pt x="444" y="566"/>
                  </a:cubicBezTo>
                  <a:cubicBezTo>
                    <a:pt x="448" y="555"/>
                    <a:pt x="450" y="541"/>
                    <a:pt x="450" y="529"/>
                  </a:cubicBezTo>
                  <a:cubicBezTo>
                    <a:pt x="450" y="516"/>
                    <a:pt x="448" y="504"/>
                    <a:pt x="447" y="497"/>
                  </a:cubicBezTo>
                  <a:cubicBezTo>
                    <a:pt x="470" y="501"/>
                    <a:pt x="495" y="504"/>
                    <a:pt x="523" y="504"/>
                  </a:cubicBezTo>
                  <a:cubicBezTo>
                    <a:pt x="523" y="504"/>
                    <a:pt x="523" y="504"/>
                    <a:pt x="524" y="504"/>
                  </a:cubicBezTo>
                  <a:cubicBezTo>
                    <a:pt x="527" y="504"/>
                    <a:pt x="530" y="504"/>
                    <a:pt x="534" y="504"/>
                  </a:cubicBezTo>
                  <a:cubicBezTo>
                    <a:pt x="541" y="504"/>
                    <a:pt x="547" y="501"/>
                    <a:pt x="553" y="497"/>
                  </a:cubicBezTo>
                  <a:cubicBezTo>
                    <a:pt x="549" y="570"/>
                    <a:pt x="533" y="683"/>
                    <a:pt x="553" y="711"/>
                  </a:cubicBezTo>
                  <a:cubicBezTo>
                    <a:pt x="559" y="720"/>
                    <a:pt x="582" y="726"/>
                    <a:pt x="613" y="729"/>
                  </a:cubicBezTo>
                  <a:cubicBezTo>
                    <a:pt x="608" y="892"/>
                    <a:pt x="608" y="892"/>
                    <a:pt x="608" y="892"/>
                  </a:cubicBezTo>
                  <a:cubicBezTo>
                    <a:pt x="607" y="920"/>
                    <a:pt x="628" y="943"/>
                    <a:pt x="656" y="944"/>
                  </a:cubicBezTo>
                  <a:cubicBezTo>
                    <a:pt x="656" y="944"/>
                    <a:pt x="657" y="944"/>
                    <a:pt x="658" y="944"/>
                  </a:cubicBezTo>
                  <a:cubicBezTo>
                    <a:pt x="684" y="944"/>
                    <a:pt x="707" y="923"/>
                    <a:pt x="707" y="896"/>
                  </a:cubicBezTo>
                  <a:cubicBezTo>
                    <a:pt x="713" y="728"/>
                    <a:pt x="713" y="728"/>
                    <a:pt x="713" y="728"/>
                  </a:cubicBezTo>
                  <a:cubicBezTo>
                    <a:pt x="766" y="723"/>
                    <a:pt x="813" y="713"/>
                    <a:pt x="814" y="697"/>
                  </a:cubicBezTo>
                  <a:cubicBezTo>
                    <a:pt x="839" y="474"/>
                    <a:pt x="777" y="210"/>
                    <a:pt x="658" y="202"/>
                  </a:cubicBezTo>
                  <a:cubicBezTo>
                    <a:pt x="610" y="199"/>
                    <a:pt x="601" y="206"/>
                    <a:pt x="591" y="214"/>
                  </a:cubicBezTo>
                  <a:cubicBezTo>
                    <a:pt x="588" y="217"/>
                    <a:pt x="585" y="219"/>
                    <a:pt x="583" y="223"/>
                  </a:cubicBezTo>
                  <a:cubicBezTo>
                    <a:pt x="585" y="211"/>
                    <a:pt x="586" y="200"/>
                    <a:pt x="587" y="190"/>
                  </a:cubicBezTo>
                  <a:cubicBezTo>
                    <a:pt x="598" y="191"/>
                    <a:pt x="608" y="190"/>
                    <a:pt x="619" y="187"/>
                  </a:cubicBezTo>
                  <a:cubicBezTo>
                    <a:pt x="667" y="173"/>
                    <a:pt x="695" y="124"/>
                    <a:pt x="681" y="76"/>
                  </a:cubicBezTo>
                  <a:cubicBezTo>
                    <a:pt x="668" y="28"/>
                    <a:pt x="618" y="0"/>
                    <a:pt x="570" y="14"/>
                  </a:cubicBezTo>
                  <a:cubicBezTo>
                    <a:pt x="522" y="27"/>
                    <a:pt x="495" y="77"/>
                    <a:pt x="508" y="125"/>
                  </a:cubicBezTo>
                  <a:cubicBezTo>
                    <a:pt x="512" y="141"/>
                    <a:pt x="521" y="154"/>
                    <a:pt x="532" y="165"/>
                  </a:cubicBezTo>
                  <a:cubicBezTo>
                    <a:pt x="531" y="208"/>
                    <a:pt x="525" y="265"/>
                    <a:pt x="508" y="319"/>
                  </a:cubicBezTo>
                  <a:cubicBezTo>
                    <a:pt x="507" y="319"/>
                    <a:pt x="507" y="319"/>
                    <a:pt x="506" y="319"/>
                  </a:cubicBezTo>
                  <a:cubicBezTo>
                    <a:pt x="499" y="319"/>
                    <a:pt x="490" y="317"/>
                    <a:pt x="478" y="310"/>
                  </a:cubicBezTo>
                  <a:cubicBezTo>
                    <a:pt x="471" y="306"/>
                    <a:pt x="464" y="301"/>
                    <a:pt x="455" y="293"/>
                  </a:cubicBezTo>
                  <a:cubicBezTo>
                    <a:pt x="456" y="290"/>
                    <a:pt x="455" y="287"/>
                    <a:pt x="453" y="285"/>
                  </a:cubicBezTo>
                  <a:cubicBezTo>
                    <a:pt x="449" y="281"/>
                    <a:pt x="449" y="281"/>
                    <a:pt x="449" y="281"/>
                  </a:cubicBezTo>
                  <a:cubicBezTo>
                    <a:pt x="450" y="274"/>
                    <a:pt x="443" y="261"/>
                    <a:pt x="431" y="250"/>
                  </a:cubicBezTo>
                  <a:cubicBezTo>
                    <a:pt x="419" y="238"/>
                    <a:pt x="406" y="232"/>
                    <a:pt x="399" y="234"/>
                  </a:cubicBezTo>
                  <a:cubicBezTo>
                    <a:pt x="395" y="230"/>
                    <a:pt x="395" y="230"/>
                    <a:pt x="395" y="230"/>
                  </a:cubicBezTo>
                  <a:cubicBezTo>
                    <a:pt x="392" y="227"/>
                    <a:pt x="386" y="227"/>
                    <a:pt x="383" y="230"/>
                  </a:cubicBezTo>
                  <a:cubicBezTo>
                    <a:pt x="372" y="243"/>
                    <a:pt x="372" y="243"/>
                    <a:pt x="372" y="243"/>
                  </a:cubicBezTo>
                  <a:cubicBezTo>
                    <a:pt x="369" y="246"/>
                    <a:pt x="369" y="251"/>
                    <a:pt x="372" y="254"/>
                  </a:cubicBezTo>
                  <a:cubicBezTo>
                    <a:pt x="373" y="256"/>
                    <a:pt x="373" y="256"/>
                    <a:pt x="373" y="256"/>
                  </a:cubicBezTo>
                  <a:cubicBezTo>
                    <a:pt x="362" y="267"/>
                    <a:pt x="354" y="284"/>
                    <a:pt x="348" y="305"/>
                  </a:cubicBezTo>
                  <a:cubicBezTo>
                    <a:pt x="341" y="327"/>
                    <a:pt x="338" y="353"/>
                    <a:pt x="337" y="381"/>
                  </a:cubicBezTo>
                  <a:cubicBezTo>
                    <a:pt x="324" y="370"/>
                    <a:pt x="314" y="360"/>
                    <a:pt x="308" y="352"/>
                  </a:cubicBezTo>
                  <a:cubicBezTo>
                    <a:pt x="305" y="347"/>
                    <a:pt x="302" y="343"/>
                    <a:pt x="301" y="341"/>
                  </a:cubicBezTo>
                  <a:cubicBezTo>
                    <a:pt x="300" y="340"/>
                    <a:pt x="299" y="339"/>
                    <a:pt x="299" y="339"/>
                  </a:cubicBezTo>
                  <a:cubicBezTo>
                    <a:pt x="299" y="338"/>
                    <a:pt x="299" y="338"/>
                    <a:pt x="299" y="338"/>
                  </a:cubicBezTo>
                  <a:cubicBezTo>
                    <a:pt x="296" y="332"/>
                    <a:pt x="291" y="328"/>
                    <a:pt x="286" y="325"/>
                  </a:cubicBezTo>
                  <a:cubicBezTo>
                    <a:pt x="280" y="320"/>
                    <a:pt x="273" y="318"/>
                    <a:pt x="266" y="318"/>
                  </a:cubicBezTo>
                  <a:cubicBezTo>
                    <a:pt x="111" y="318"/>
                    <a:pt x="111" y="318"/>
                    <a:pt x="111" y="318"/>
                  </a:cubicBezTo>
                  <a:cubicBezTo>
                    <a:pt x="107" y="318"/>
                    <a:pt x="104" y="318"/>
                    <a:pt x="100" y="319"/>
                  </a:cubicBezTo>
                  <a:cubicBezTo>
                    <a:pt x="94" y="320"/>
                    <a:pt x="89" y="321"/>
                    <a:pt x="83" y="325"/>
                  </a:cubicBezTo>
                  <a:cubicBezTo>
                    <a:pt x="82" y="326"/>
                    <a:pt x="71" y="334"/>
                    <a:pt x="57" y="347"/>
                  </a:cubicBezTo>
                  <a:cubicBezTo>
                    <a:pt x="43" y="361"/>
                    <a:pt x="26" y="381"/>
                    <a:pt x="14" y="407"/>
                  </a:cubicBezTo>
                  <a:cubicBezTo>
                    <a:pt x="6" y="424"/>
                    <a:pt x="0" y="444"/>
                    <a:pt x="0" y="466"/>
                  </a:cubicBezTo>
                  <a:cubicBezTo>
                    <a:pt x="0" y="469"/>
                    <a:pt x="0" y="472"/>
                    <a:pt x="0" y="475"/>
                  </a:cubicBezTo>
                  <a:close/>
                  <a:moveTo>
                    <a:pt x="429" y="560"/>
                  </a:moveTo>
                  <a:cubicBezTo>
                    <a:pt x="425" y="568"/>
                    <a:pt x="422" y="571"/>
                    <a:pt x="414" y="571"/>
                  </a:cubicBezTo>
                  <a:cubicBezTo>
                    <a:pt x="414" y="571"/>
                    <a:pt x="413" y="571"/>
                    <a:pt x="413" y="571"/>
                  </a:cubicBezTo>
                  <a:cubicBezTo>
                    <a:pt x="404" y="571"/>
                    <a:pt x="397" y="566"/>
                    <a:pt x="389" y="557"/>
                  </a:cubicBezTo>
                  <a:cubicBezTo>
                    <a:pt x="378" y="544"/>
                    <a:pt x="368" y="521"/>
                    <a:pt x="362" y="494"/>
                  </a:cubicBezTo>
                  <a:cubicBezTo>
                    <a:pt x="419" y="519"/>
                    <a:pt x="419" y="519"/>
                    <a:pt x="419" y="519"/>
                  </a:cubicBezTo>
                  <a:cubicBezTo>
                    <a:pt x="421" y="520"/>
                    <a:pt x="423" y="520"/>
                    <a:pt x="426" y="520"/>
                  </a:cubicBezTo>
                  <a:cubicBezTo>
                    <a:pt x="428" y="520"/>
                    <a:pt x="431" y="519"/>
                    <a:pt x="433" y="518"/>
                  </a:cubicBezTo>
                  <a:cubicBezTo>
                    <a:pt x="433" y="522"/>
                    <a:pt x="434" y="525"/>
                    <a:pt x="434" y="529"/>
                  </a:cubicBezTo>
                  <a:cubicBezTo>
                    <a:pt x="434" y="540"/>
                    <a:pt x="432" y="552"/>
                    <a:pt x="429" y="560"/>
                  </a:cubicBezTo>
                  <a:close/>
                  <a:moveTo>
                    <a:pt x="609" y="591"/>
                  </a:moveTo>
                  <a:cubicBezTo>
                    <a:pt x="604" y="575"/>
                    <a:pt x="604" y="575"/>
                    <a:pt x="604" y="575"/>
                  </a:cubicBezTo>
                  <a:cubicBezTo>
                    <a:pt x="672" y="558"/>
                    <a:pt x="672" y="558"/>
                    <a:pt x="672" y="558"/>
                  </a:cubicBezTo>
                  <a:cubicBezTo>
                    <a:pt x="674" y="569"/>
                    <a:pt x="674" y="569"/>
                    <a:pt x="674" y="569"/>
                  </a:cubicBezTo>
                  <a:lnTo>
                    <a:pt x="609" y="591"/>
                  </a:lnTo>
                  <a:close/>
                  <a:moveTo>
                    <a:pt x="547" y="177"/>
                  </a:moveTo>
                  <a:cubicBezTo>
                    <a:pt x="555" y="182"/>
                    <a:pt x="563" y="185"/>
                    <a:pt x="572" y="187"/>
                  </a:cubicBezTo>
                  <a:cubicBezTo>
                    <a:pt x="568" y="219"/>
                    <a:pt x="561" y="254"/>
                    <a:pt x="551" y="289"/>
                  </a:cubicBezTo>
                  <a:cubicBezTo>
                    <a:pt x="545" y="297"/>
                    <a:pt x="538" y="304"/>
                    <a:pt x="531" y="309"/>
                  </a:cubicBezTo>
                  <a:cubicBezTo>
                    <a:pt x="530" y="310"/>
                    <a:pt x="528" y="311"/>
                    <a:pt x="527" y="312"/>
                  </a:cubicBezTo>
                  <a:cubicBezTo>
                    <a:pt x="540" y="265"/>
                    <a:pt x="546" y="216"/>
                    <a:pt x="547" y="177"/>
                  </a:cubicBezTo>
                  <a:close/>
                  <a:moveTo>
                    <a:pt x="385" y="267"/>
                  </a:moveTo>
                  <a:cubicBezTo>
                    <a:pt x="388" y="270"/>
                    <a:pt x="388" y="270"/>
                    <a:pt x="388" y="270"/>
                  </a:cubicBezTo>
                  <a:cubicBezTo>
                    <a:pt x="376" y="282"/>
                    <a:pt x="375" y="301"/>
                    <a:pt x="386" y="314"/>
                  </a:cubicBezTo>
                  <a:cubicBezTo>
                    <a:pt x="407" y="337"/>
                    <a:pt x="426" y="354"/>
                    <a:pt x="446" y="366"/>
                  </a:cubicBezTo>
                  <a:cubicBezTo>
                    <a:pt x="458" y="372"/>
                    <a:pt x="470" y="377"/>
                    <a:pt x="482" y="380"/>
                  </a:cubicBezTo>
                  <a:cubicBezTo>
                    <a:pt x="478" y="386"/>
                    <a:pt x="475" y="391"/>
                    <a:pt x="471" y="396"/>
                  </a:cubicBezTo>
                  <a:cubicBezTo>
                    <a:pt x="474" y="396"/>
                    <a:pt x="477" y="396"/>
                    <a:pt x="480" y="396"/>
                  </a:cubicBezTo>
                  <a:cubicBezTo>
                    <a:pt x="483" y="396"/>
                    <a:pt x="487" y="396"/>
                    <a:pt x="491" y="396"/>
                  </a:cubicBezTo>
                  <a:cubicBezTo>
                    <a:pt x="493" y="392"/>
                    <a:pt x="496" y="387"/>
                    <a:pt x="499" y="383"/>
                  </a:cubicBezTo>
                  <a:cubicBezTo>
                    <a:pt x="501" y="383"/>
                    <a:pt x="503" y="383"/>
                    <a:pt x="505" y="383"/>
                  </a:cubicBezTo>
                  <a:cubicBezTo>
                    <a:pt x="502" y="387"/>
                    <a:pt x="499" y="391"/>
                    <a:pt x="495" y="394"/>
                  </a:cubicBezTo>
                  <a:cubicBezTo>
                    <a:pt x="495" y="395"/>
                    <a:pt x="495" y="395"/>
                    <a:pt x="494" y="396"/>
                  </a:cubicBezTo>
                  <a:cubicBezTo>
                    <a:pt x="503" y="395"/>
                    <a:pt x="510" y="394"/>
                    <a:pt x="517" y="392"/>
                  </a:cubicBezTo>
                  <a:cubicBezTo>
                    <a:pt x="520" y="389"/>
                    <a:pt x="523" y="385"/>
                    <a:pt x="526" y="381"/>
                  </a:cubicBezTo>
                  <a:cubicBezTo>
                    <a:pt x="535" y="379"/>
                    <a:pt x="545" y="376"/>
                    <a:pt x="553" y="371"/>
                  </a:cubicBezTo>
                  <a:cubicBezTo>
                    <a:pt x="553" y="374"/>
                    <a:pt x="553" y="377"/>
                    <a:pt x="553" y="379"/>
                  </a:cubicBezTo>
                  <a:cubicBezTo>
                    <a:pt x="566" y="371"/>
                    <a:pt x="577" y="360"/>
                    <a:pt x="586" y="346"/>
                  </a:cubicBezTo>
                  <a:cubicBezTo>
                    <a:pt x="601" y="320"/>
                    <a:pt x="604" y="288"/>
                    <a:pt x="603" y="278"/>
                  </a:cubicBezTo>
                  <a:cubicBezTo>
                    <a:pt x="603" y="277"/>
                    <a:pt x="603" y="276"/>
                    <a:pt x="603" y="276"/>
                  </a:cubicBezTo>
                  <a:cubicBezTo>
                    <a:pt x="602" y="254"/>
                    <a:pt x="620" y="235"/>
                    <a:pt x="641" y="234"/>
                  </a:cubicBezTo>
                  <a:cubicBezTo>
                    <a:pt x="642" y="234"/>
                    <a:pt x="643" y="234"/>
                    <a:pt x="643" y="234"/>
                  </a:cubicBezTo>
                  <a:cubicBezTo>
                    <a:pt x="665" y="234"/>
                    <a:pt x="682" y="251"/>
                    <a:pt x="683" y="272"/>
                  </a:cubicBezTo>
                  <a:cubicBezTo>
                    <a:pt x="683" y="273"/>
                    <a:pt x="683" y="275"/>
                    <a:pt x="683" y="278"/>
                  </a:cubicBezTo>
                  <a:cubicBezTo>
                    <a:pt x="683" y="295"/>
                    <a:pt x="681" y="322"/>
                    <a:pt x="671" y="352"/>
                  </a:cubicBezTo>
                  <a:cubicBezTo>
                    <a:pt x="660" y="381"/>
                    <a:pt x="638" y="423"/>
                    <a:pt x="591" y="449"/>
                  </a:cubicBezTo>
                  <a:cubicBezTo>
                    <a:pt x="560" y="467"/>
                    <a:pt x="523" y="476"/>
                    <a:pt x="480" y="476"/>
                  </a:cubicBezTo>
                  <a:cubicBezTo>
                    <a:pt x="480" y="476"/>
                    <a:pt x="480" y="476"/>
                    <a:pt x="480" y="476"/>
                  </a:cubicBezTo>
                  <a:cubicBezTo>
                    <a:pt x="469" y="476"/>
                    <a:pt x="458" y="476"/>
                    <a:pt x="447" y="475"/>
                  </a:cubicBezTo>
                  <a:cubicBezTo>
                    <a:pt x="433" y="507"/>
                    <a:pt x="433" y="507"/>
                    <a:pt x="433" y="507"/>
                  </a:cubicBezTo>
                  <a:cubicBezTo>
                    <a:pt x="431" y="511"/>
                    <a:pt x="426" y="513"/>
                    <a:pt x="422" y="511"/>
                  </a:cubicBezTo>
                  <a:cubicBezTo>
                    <a:pt x="331" y="471"/>
                    <a:pt x="331" y="471"/>
                    <a:pt x="331" y="471"/>
                  </a:cubicBezTo>
                  <a:cubicBezTo>
                    <a:pt x="327" y="469"/>
                    <a:pt x="325" y="464"/>
                    <a:pt x="327" y="460"/>
                  </a:cubicBezTo>
                  <a:cubicBezTo>
                    <a:pt x="356" y="395"/>
                    <a:pt x="356" y="395"/>
                    <a:pt x="356" y="395"/>
                  </a:cubicBezTo>
                  <a:cubicBezTo>
                    <a:pt x="358" y="391"/>
                    <a:pt x="363" y="389"/>
                    <a:pt x="367" y="391"/>
                  </a:cubicBezTo>
                  <a:cubicBezTo>
                    <a:pt x="414" y="412"/>
                    <a:pt x="414" y="412"/>
                    <a:pt x="414" y="412"/>
                  </a:cubicBezTo>
                  <a:cubicBezTo>
                    <a:pt x="416" y="409"/>
                    <a:pt x="418" y="407"/>
                    <a:pt x="420" y="405"/>
                  </a:cubicBezTo>
                  <a:cubicBezTo>
                    <a:pt x="370" y="383"/>
                    <a:pt x="370" y="383"/>
                    <a:pt x="370" y="383"/>
                  </a:cubicBezTo>
                  <a:cubicBezTo>
                    <a:pt x="368" y="382"/>
                    <a:pt x="366" y="382"/>
                    <a:pt x="363" y="382"/>
                  </a:cubicBezTo>
                  <a:cubicBezTo>
                    <a:pt x="359" y="382"/>
                    <a:pt x="355" y="383"/>
                    <a:pt x="352" y="386"/>
                  </a:cubicBezTo>
                  <a:cubicBezTo>
                    <a:pt x="353" y="358"/>
                    <a:pt x="357" y="331"/>
                    <a:pt x="363" y="309"/>
                  </a:cubicBezTo>
                  <a:cubicBezTo>
                    <a:pt x="369" y="290"/>
                    <a:pt x="376" y="275"/>
                    <a:pt x="385" y="2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310"/>
            <p:cNvSpPr>
              <a:spLocks/>
            </p:cNvSpPr>
            <p:nvPr/>
          </p:nvSpPr>
          <p:spPr bwMode="auto">
            <a:xfrm>
              <a:off x="3203575" y="3159125"/>
              <a:ext cx="268288" cy="268287"/>
            </a:xfrm>
            <a:custGeom>
              <a:avLst/>
              <a:gdLst>
                <a:gd name="T0" fmla="*/ 125 w 207"/>
                <a:gd name="T1" fmla="*/ 195 h 207"/>
                <a:gd name="T2" fmla="*/ 195 w 207"/>
                <a:gd name="T3" fmla="*/ 82 h 207"/>
                <a:gd name="T4" fmla="*/ 82 w 207"/>
                <a:gd name="T5" fmla="*/ 12 h 207"/>
                <a:gd name="T6" fmla="*/ 12 w 207"/>
                <a:gd name="T7" fmla="*/ 125 h 207"/>
                <a:gd name="T8" fmla="*/ 125 w 207"/>
                <a:gd name="T9" fmla="*/ 195 h 207"/>
              </a:gdLst>
              <a:ahLst/>
              <a:cxnLst>
                <a:cxn ang="0">
                  <a:pos x="T0" y="T1"/>
                </a:cxn>
                <a:cxn ang="0">
                  <a:pos x="T2" y="T3"/>
                </a:cxn>
                <a:cxn ang="0">
                  <a:pos x="T4" y="T5"/>
                </a:cxn>
                <a:cxn ang="0">
                  <a:pos x="T6" y="T7"/>
                </a:cxn>
                <a:cxn ang="0">
                  <a:pos x="T8" y="T9"/>
                </a:cxn>
              </a:cxnLst>
              <a:rect l="0" t="0" r="r" b="b"/>
              <a:pathLst>
                <a:path w="207" h="207">
                  <a:moveTo>
                    <a:pt x="125" y="195"/>
                  </a:moveTo>
                  <a:cubicBezTo>
                    <a:pt x="175" y="183"/>
                    <a:pt x="207" y="133"/>
                    <a:pt x="195" y="82"/>
                  </a:cubicBezTo>
                  <a:cubicBezTo>
                    <a:pt x="183" y="31"/>
                    <a:pt x="133" y="0"/>
                    <a:pt x="82" y="12"/>
                  </a:cubicBezTo>
                  <a:cubicBezTo>
                    <a:pt x="32" y="24"/>
                    <a:pt x="0" y="74"/>
                    <a:pt x="12" y="125"/>
                  </a:cubicBezTo>
                  <a:cubicBezTo>
                    <a:pt x="24" y="175"/>
                    <a:pt x="74" y="207"/>
                    <a:pt x="125" y="19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311"/>
            <p:cNvSpPr>
              <a:spLocks/>
            </p:cNvSpPr>
            <p:nvPr/>
          </p:nvSpPr>
          <p:spPr bwMode="auto">
            <a:xfrm>
              <a:off x="3582988" y="3338513"/>
              <a:ext cx="338138" cy="293687"/>
            </a:xfrm>
            <a:custGeom>
              <a:avLst/>
              <a:gdLst>
                <a:gd name="T0" fmla="*/ 1 w 261"/>
                <a:gd name="T1" fmla="*/ 189 h 226"/>
                <a:gd name="T2" fmla="*/ 30 w 261"/>
                <a:gd name="T3" fmla="*/ 224 h 226"/>
                <a:gd name="T4" fmla="*/ 66 w 261"/>
                <a:gd name="T5" fmla="*/ 226 h 226"/>
                <a:gd name="T6" fmla="*/ 66 w 261"/>
                <a:gd name="T7" fmla="*/ 226 h 226"/>
                <a:gd name="T8" fmla="*/ 173 w 261"/>
                <a:gd name="T9" fmla="*/ 200 h 226"/>
                <a:gd name="T10" fmla="*/ 249 w 261"/>
                <a:gd name="T11" fmla="*/ 107 h 226"/>
                <a:gd name="T12" fmla="*/ 261 w 261"/>
                <a:gd name="T13" fmla="*/ 36 h 226"/>
                <a:gd name="T14" fmla="*/ 261 w 261"/>
                <a:gd name="T15" fmla="*/ 31 h 226"/>
                <a:gd name="T16" fmla="*/ 228 w 261"/>
                <a:gd name="T17" fmla="*/ 0 h 226"/>
                <a:gd name="T18" fmla="*/ 197 w 261"/>
                <a:gd name="T19" fmla="*/ 34 h 226"/>
                <a:gd name="T20" fmla="*/ 197 w 261"/>
                <a:gd name="T21" fmla="*/ 34 h 226"/>
                <a:gd name="T22" fmla="*/ 197 w 261"/>
                <a:gd name="T23" fmla="*/ 34 h 226"/>
                <a:gd name="T24" fmla="*/ 197 w 261"/>
                <a:gd name="T25" fmla="*/ 34 h 226"/>
                <a:gd name="T26" fmla="*/ 197 w 261"/>
                <a:gd name="T27" fmla="*/ 36 h 226"/>
                <a:gd name="T28" fmla="*/ 179 w 261"/>
                <a:gd name="T29" fmla="*/ 108 h 226"/>
                <a:gd name="T30" fmla="*/ 141 w 261"/>
                <a:gd name="T31" fmla="*/ 145 h 226"/>
                <a:gd name="T32" fmla="*/ 66 w 261"/>
                <a:gd name="T33" fmla="*/ 162 h 226"/>
                <a:gd name="T34" fmla="*/ 37 w 261"/>
                <a:gd name="T35" fmla="*/ 161 h 226"/>
                <a:gd name="T36" fmla="*/ 1 w 261"/>
                <a:gd name="T37" fmla="*/ 189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1" h="226">
                  <a:moveTo>
                    <a:pt x="1" y="189"/>
                  </a:moveTo>
                  <a:cubicBezTo>
                    <a:pt x="0" y="207"/>
                    <a:pt x="12" y="222"/>
                    <a:pt x="30" y="224"/>
                  </a:cubicBezTo>
                  <a:cubicBezTo>
                    <a:pt x="42" y="225"/>
                    <a:pt x="54" y="226"/>
                    <a:pt x="66" y="226"/>
                  </a:cubicBezTo>
                  <a:cubicBezTo>
                    <a:pt x="66" y="226"/>
                    <a:pt x="66" y="226"/>
                    <a:pt x="66" y="226"/>
                  </a:cubicBezTo>
                  <a:cubicBezTo>
                    <a:pt x="109" y="226"/>
                    <a:pt x="145" y="217"/>
                    <a:pt x="173" y="200"/>
                  </a:cubicBezTo>
                  <a:cubicBezTo>
                    <a:pt x="216" y="176"/>
                    <a:pt x="238" y="139"/>
                    <a:pt x="249" y="107"/>
                  </a:cubicBezTo>
                  <a:cubicBezTo>
                    <a:pt x="260" y="75"/>
                    <a:pt x="261" y="47"/>
                    <a:pt x="261" y="36"/>
                  </a:cubicBezTo>
                  <a:cubicBezTo>
                    <a:pt x="261" y="33"/>
                    <a:pt x="261" y="31"/>
                    <a:pt x="261" y="31"/>
                  </a:cubicBezTo>
                  <a:cubicBezTo>
                    <a:pt x="260" y="13"/>
                    <a:pt x="245" y="0"/>
                    <a:pt x="228" y="0"/>
                  </a:cubicBezTo>
                  <a:cubicBezTo>
                    <a:pt x="210" y="1"/>
                    <a:pt x="197" y="16"/>
                    <a:pt x="197" y="34"/>
                  </a:cubicBezTo>
                  <a:cubicBezTo>
                    <a:pt x="197" y="34"/>
                    <a:pt x="197" y="34"/>
                    <a:pt x="197" y="34"/>
                  </a:cubicBezTo>
                  <a:cubicBezTo>
                    <a:pt x="197" y="34"/>
                    <a:pt x="197" y="34"/>
                    <a:pt x="197" y="34"/>
                  </a:cubicBezTo>
                  <a:cubicBezTo>
                    <a:pt x="197" y="34"/>
                    <a:pt x="197" y="34"/>
                    <a:pt x="197" y="34"/>
                  </a:cubicBezTo>
                  <a:cubicBezTo>
                    <a:pt x="197" y="34"/>
                    <a:pt x="197" y="35"/>
                    <a:pt x="197" y="36"/>
                  </a:cubicBezTo>
                  <a:cubicBezTo>
                    <a:pt x="198" y="45"/>
                    <a:pt x="196" y="79"/>
                    <a:pt x="179" y="108"/>
                  </a:cubicBezTo>
                  <a:cubicBezTo>
                    <a:pt x="170" y="122"/>
                    <a:pt x="159" y="135"/>
                    <a:pt x="141" y="145"/>
                  </a:cubicBezTo>
                  <a:cubicBezTo>
                    <a:pt x="124" y="155"/>
                    <a:pt x="100" y="162"/>
                    <a:pt x="66" y="162"/>
                  </a:cubicBezTo>
                  <a:cubicBezTo>
                    <a:pt x="57" y="162"/>
                    <a:pt x="47" y="162"/>
                    <a:pt x="37" y="161"/>
                  </a:cubicBezTo>
                  <a:cubicBezTo>
                    <a:pt x="19" y="159"/>
                    <a:pt x="3" y="171"/>
                    <a:pt x="1" y="1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54" name="组合 253"/>
          <p:cNvGrpSpPr/>
          <p:nvPr/>
        </p:nvGrpSpPr>
        <p:grpSpPr>
          <a:xfrm>
            <a:off x="4433888" y="3025775"/>
            <a:ext cx="1138238" cy="1235075"/>
            <a:chOff x="4433888" y="3025775"/>
            <a:chExt cx="1138238" cy="1235075"/>
          </a:xfrm>
          <a:solidFill>
            <a:schemeClr val="tx1">
              <a:lumMod val="65000"/>
              <a:lumOff val="35000"/>
            </a:schemeClr>
          </a:solidFill>
        </p:grpSpPr>
        <p:sp>
          <p:nvSpPr>
            <p:cNvPr id="255" name="Freeform 312"/>
            <p:cNvSpPr>
              <a:spLocks/>
            </p:cNvSpPr>
            <p:nvPr/>
          </p:nvSpPr>
          <p:spPr bwMode="auto">
            <a:xfrm>
              <a:off x="4595813" y="3887788"/>
              <a:ext cx="163513" cy="125412"/>
            </a:xfrm>
            <a:custGeom>
              <a:avLst/>
              <a:gdLst>
                <a:gd name="T0" fmla="*/ 114 w 127"/>
                <a:gd name="T1" fmla="*/ 40 h 96"/>
                <a:gd name="T2" fmla="*/ 117 w 127"/>
                <a:gd name="T3" fmla="*/ 96 h 96"/>
                <a:gd name="T4" fmla="*/ 127 w 127"/>
                <a:gd name="T5" fmla="*/ 23 h 96"/>
                <a:gd name="T6" fmla="*/ 125 w 127"/>
                <a:gd name="T7" fmla="*/ 0 h 96"/>
                <a:gd name="T8" fmla="*/ 2 w 127"/>
                <a:gd name="T9" fmla="*/ 0 h 96"/>
                <a:gd name="T10" fmla="*/ 0 w 127"/>
                <a:gd name="T11" fmla="*/ 22 h 96"/>
                <a:gd name="T12" fmla="*/ 10 w 127"/>
                <a:gd name="T13" fmla="*/ 96 h 96"/>
                <a:gd name="T14" fmla="*/ 13 w 127"/>
                <a:gd name="T15" fmla="*/ 40 h 96"/>
                <a:gd name="T16" fmla="*/ 114 w 127"/>
                <a:gd name="T17" fmla="*/ 4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96">
                  <a:moveTo>
                    <a:pt x="114" y="40"/>
                  </a:moveTo>
                  <a:cubicBezTo>
                    <a:pt x="117" y="96"/>
                    <a:pt x="117" y="96"/>
                    <a:pt x="117" y="96"/>
                  </a:cubicBezTo>
                  <a:cubicBezTo>
                    <a:pt x="126" y="59"/>
                    <a:pt x="127" y="36"/>
                    <a:pt x="127" y="23"/>
                  </a:cubicBezTo>
                  <a:cubicBezTo>
                    <a:pt x="127" y="13"/>
                    <a:pt x="126" y="5"/>
                    <a:pt x="125" y="0"/>
                  </a:cubicBezTo>
                  <a:cubicBezTo>
                    <a:pt x="2" y="0"/>
                    <a:pt x="2" y="0"/>
                    <a:pt x="2" y="0"/>
                  </a:cubicBezTo>
                  <a:cubicBezTo>
                    <a:pt x="1" y="5"/>
                    <a:pt x="0" y="12"/>
                    <a:pt x="0" y="22"/>
                  </a:cubicBezTo>
                  <a:cubicBezTo>
                    <a:pt x="0" y="36"/>
                    <a:pt x="1" y="59"/>
                    <a:pt x="10" y="96"/>
                  </a:cubicBezTo>
                  <a:cubicBezTo>
                    <a:pt x="13" y="40"/>
                    <a:pt x="13" y="40"/>
                    <a:pt x="13" y="40"/>
                  </a:cubicBezTo>
                  <a:lnTo>
                    <a:pt x="114"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Freeform 313"/>
            <p:cNvSpPr>
              <a:spLocks/>
            </p:cNvSpPr>
            <p:nvPr/>
          </p:nvSpPr>
          <p:spPr bwMode="auto">
            <a:xfrm>
              <a:off x="4637088" y="4113213"/>
              <a:ext cx="80963" cy="22225"/>
            </a:xfrm>
            <a:custGeom>
              <a:avLst/>
              <a:gdLst>
                <a:gd name="T0" fmla="*/ 0 w 63"/>
                <a:gd name="T1" fmla="*/ 0 h 17"/>
                <a:gd name="T2" fmla="*/ 5 w 63"/>
                <a:gd name="T3" fmla="*/ 17 h 17"/>
                <a:gd name="T4" fmla="*/ 57 w 63"/>
                <a:gd name="T5" fmla="*/ 17 h 17"/>
                <a:gd name="T6" fmla="*/ 63 w 63"/>
                <a:gd name="T7" fmla="*/ 0 h 17"/>
                <a:gd name="T8" fmla="*/ 0 w 63"/>
                <a:gd name="T9" fmla="*/ 0 h 17"/>
              </a:gdLst>
              <a:ahLst/>
              <a:cxnLst>
                <a:cxn ang="0">
                  <a:pos x="T0" y="T1"/>
                </a:cxn>
                <a:cxn ang="0">
                  <a:pos x="T2" y="T3"/>
                </a:cxn>
                <a:cxn ang="0">
                  <a:pos x="T4" y="T5"/>
                </a:cxn>
                <a:cxn ang="0">
                  <a:pos x="T6" y="T7"/>
                </a:cxn>
                <a:cxn ang="0">
                  <a:pos x="T8" y="T9"/>
                </a:cxn>
              </a:cxnLst>
              <a:rect l="0" t="0" r="r" b="b"/>
              <a:pathLst>
                <a:path w="63" h="17">
                  <a:moveTo>
                    <a:pt x="0" y="0"/>
                  </a:moveTo>
                  <a:cubicBezTo>
                    <a:pt x="1" y="5"/>
                    <a:pt x="3" y="11"/>
                    <a:pt x="5" y="17"/>
                  </a:cubicBezTo>
                  <a:cubicBezTo>
                    <a:pt x="57" y="17"/>
                    <a:pt x="57" y="17"/>
                    <a:pt x="57" y="17"/>
                  </a:cubicBezTo>
                  <a:cubicBezTo>
                    <a:pt x="59" y="11"/>
                    <a:pt x="61" y="5"/>
                    <a:pt x="63"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 name="Freeform 314"/>
            <p:cNvSpPr>
              <a:spLocks/>
            </p:cNvSpPr>
            <p:nvPr/>
          </p:nvSpPr>
          <p:spPr bwMode="auto">
            <a:xfrm>
              <a:off x="4603750" y="3856038"/>
              <a:ext cx="149225" cy="15875"/>
            </a:xfrm>
            <a:custGeom>
              <a:avLst/>
              <a:gdLst>
                <a:gd name="T0" fmla="*/ 108 w 115"/>
                <a:gd name="T1" fmla="*/ 6 h 12"/>
                <a:gd name="T2" fmla="*/ 93 w 115"/>
                <a:gd name="T3" fmla="*/ 2 h 12"/>
                <a:gd name="T4" fmla="*/ 58 w 115"/>
                <a:gd name="T5" fmla="*/ 0 h 12"/>
                <a:gd name="T6" fmla="*/ 57 w 115"/>
                <a:gd name="T7" fmla="*/ 0 h 12"/>
                <a:gd name="T8" fmla="*/ 57 w 115"/>
                <a:gd name="T9" fmla="*/ 0 h 12"/>
                <a:gd name="T10" fmla="*/ 19 w 115"/>
                <a:gd name="T11" fmla="*/ 2 h 12"/>
                <a:gd name="T12" fmla="*/ 3 w 115"/>
                <a:gd name="T13" fmla="*/ 9 h 12"/>
                <a:gd name="T14" fmla="*/ 0 w 115"/>
                <a:gd name="T15" fmla="*/ 12 h 12"/>
                <a:gd name="T16" fmla="*/ 115 w 115"/>
                <a:gd name="T17" fmla="*/ 12 h 12"/>
                <a:gd name="T18" fmla="*/ 108 w 115"/>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5" h="12">
                  <a:moveTo>
                    <a:pt x="108" y="6"/>
                  </a:moveTo>
                  <a:cubicBezTo>
                    <a:pt x="106" y="5"/>
                    <a:pt x="101" y="3"/>
                    <a:pt x="93" y="2"/>
                  </a:cubicBezTo>
                  <a:cubicBezTo>
                    <a:pt x="84" y="0"/>
                    <a:pt x="73" y="0"/>
                    <a:pt x="58" y="0"/>
                  </a:cubicBezTo>
                  <a:cubicBezTo>
                    <a:pt x="57" y="0"/>
                    <a:pt x="57" y="0"/>
                    <a:pt x="57" y="0"/>
                  </a:cubicBezTo>
                  <a:cubicBezTo>
                    <a:pt x="57" y="0"/>
                    <a:pt x="57" y="0"/>
                    <a:pt x="57" y="0"/>
                  </a:cubicBezTo>
                  <a:cubicBezTo>
                    <a:pt x="40" y="0"/>
                    <a:pt x="28" y="0"/>
                    <a:pt x="19" y="2"/>
                  </a:cubicBezTo>
                  <a:cubicBezTo>
                    <a:pt x="9" y="4"/>
                    <a:pt x="5" y="7"/>
                    <a:pt x="3" y="9"/>
                  </a:cubicBezTo>
                  <a:cubicBezTo>
                    <a:pt x="2" y="9"/>
                    <a:pt x="1" y="10"/>
                    <a:pt x="0" y="12"/>
                  </a:cubicBezTo>
                  <a:cubicBezTo>
                    <a:pt x="115" y="12"/>
                    <a:pt x="115" y="12"/>
                    <a:pt x="115" y="12"/>
                  </a:cubicBezTo>
                  <a:cubicBezTo>
                    <a:pt x="113" y="9"/>
                    <a:pt x="112" y="8"/>
                    <a:pt x="108"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Freeform 315"/>
            <p:cNvSpPr>
              <a:spLocks/>
            </p:cNvSpPr>
            <p:nvPr/>
          </p:nvSpPr>
          <p:spPr bwMode="auto">
            <a:xfrm>
              <a:off x="4543425" y="3159125"/>
              <a:ext cx="268288" cy="268287"/>
            </a:xfrm>
            <a:custGeom>
              <a:avLst/>
              <a:gdLst>
                <a:gd name="T0" fmla="*/ 12 w 207"/>
                <a:gd name="T1" fmla="*/ 125 h 207"/>
                <a:gd name="T2" fmla="*/ 125 w 207"/>
                <a:gd name="T3" fmla="*/ 195 h 207"/>
                <a:gd name="T4" fmla="*/ 195 w 207"/>
                <a:gd name="T5" fmla="*/ 82 h 207"/>
                <a:gd name="T6" fmla="*/ 82 w 207"/>
                <a:gd name="T7" fmla="*/ 12 h 207"/>
                <a:gd name="T8" fmla="*/ 12 w 207"/>
                <a:gd name="T9" fmla="*/ 125 h 207"/>
              </a:gdLst>
              <a:ahLst/>
              <a:cxnLst>
                <a:cxn ang="0">
                  <a:pos x="T0" y="T1"/>
                </a:cxn>
                <a:cxn ang="0">
                  <a:pos x="T2" y="T3"/>
                </a:cxn>
                <a:cxn ang="0">
                  <a:pos x="T4" y="T5"/>
                </a:cxn>
                <a:cxn ang="0">
                  <a:pos x="T6" y="T7"/>
                </a:cxn>
                <a:cxn ang="0">
                  <a:pos x="T8" y="T9"/>
                </a:cxn>
              </a:cxnLst>
              <a:rect l="0" t="0" r="r" b="b"/>
              <a:pathLst>
                <a:path w="207" h="207">
                  <a:moveTo>
                    <a:pt x="12" y="125"/>
                  </a:moveTo>
                  <a:cubicBezTo>
                    <a:pt x="24" y="175"/>
                    <a:pt x="74" y="207"/>
                    <a:pt x="125" y="195"/>
                  </a:cubicBezTo>
                  <a:cubicBezTo>
                    <a:pt x="175" y="183"/>
                    <a:pt x="207" y="133"/>
                    <a:pt x="195" y="82"/>
                  </a:cubicBezTo>
                  <a:cubicBezTo>
                    <a:pt x="183" y="31"/>
                    <a:pt x="133" y="0"/>
                    <a:pt x="82" y="12"/>
                  </a:cubicBezTo>
                  <a:cubicBezTo>
                    <a:pt x="32" y="24"/>
                    <a:pt x="0" y="74"/>
                    <a:pt x="12" y="1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 name="Freeform 316"/>
            <p:cNvSpPr>
              <a:spLocks noEditPoints="1"/>
            </p:cNvSpPr>
            <p:nvPr/>
          </p:nvSpPr>
          <p:spPr bwMode="auto">
            <a:xfrm>
              <a:off x="4433888" y="3436938"/>
              <a:ext cx="731838" cy="823912"/>
            </a:xfrm>
            <a:custGeom>
              <a:avLst/>
              <a:gdLst>
                <a:gd name="T0" fmla="*/ 483 w 565"/>
                <a:gd name="T1" fmla="*/ 156 h 635"/>
                <a:gd name="T2" fmla="*/ 447 w 565"/>
                <a:gd name="T3" fmla="*/ 114 h 635"/>
                <a:gd name="T4" fmla="*/ 379 w 565"/>
                <a:gd name="T5" fmla="*/ 80 h 635"/>
                <a:gd name="T6" fmla="*/ 356 w 565"/>
                <a:gd name="T7" fmla="*/ 51 h 635"/>
                <a:gd name="T8" fmla="*/ 334 w 565"/>
                <a:gd name="T9" fmla="*/ 61 h 635"/>
                <a:gd name="T10" fmla="*/ 300 w 565"/>
                <a:gd name="T11" fmla="*/ 23 h 635"/>
                <a:gd name="T12" fmla="*/ 299 w 565"/>
                <a:gd name="T13" fmla="*/ 20 h 635"/>
                <a:gd name="T14" fmla="*/ 266 w 565"/>
                <a:gd name="T15" fmla="*/ 0 h 635"/>
                <a:gd name="T16" fmla="*/ 100 w 565"/>
                <a:gd name="T17" fmla="*/ 1 h 635"/>
                <a:gd name="T18" fmla="*/ 57 w 565"/>
                <a:gd name="T19" fmla="*/ 29 h 635"/>
                <a:gd name="T20" fmla="*/ 0 w 565"/>
                <a:gd name="T21" fmla="*/ 148 h 635"/>
                <a:gd name="T22" fmla="*/ 23 w 565"/>
                <a:gd name="T23" fmla="*/ 223 h 635"/>
                <a:gd name="T24" fmla="*/ 115 w 565"/>
                <a:gd name="T25" fmla="*/ 300 h 635"/>
                <a:gd name="T26" fmla="*/ 133 w 565"/>
                <a:gd name="T27" fmla="*/ 241 h 635"/>
                <a:gd name="T28" fmla="*/ 64 w 565"/>
                <a:gd name="T29" fmla="*/ 157 h 635"/>
                <a:gd name="T30" fmla="*/ 80 w 565"/>
                <a:gd name="T31" fmla="*/ 101 h 635"/>
                <a:gd name="T32" fmla="*/ 84 w 565"/>
                <a:gd name="T33" fmla="*/ 184 h 635"/>
                <a:gd name="T34" fmla="*/ 148 w 565"/>
                <a:gd name="T35" fmla="*/ 290 h 635"/>
                <a:gd name="T36" fmla="*/ 92 w 565"/>
                <a:gd name="T37" fmla="*/ 301 h 635"/>
                <a:gd name="T38" fmla="*/ 32 w 565"/>
                <a:gd name="T39" fmla="*/ 282 h 635"/>
                <a:gd name="T40" fmla="*/ 13 w 565"/>
                <a:gd name="T41" fmla="*/ 370 h 635"/>
                <a:gd name="T42" fmla="*/ 130 w 565"/>
                <a:gd name="T43" fmla="*/ 625 h 635"/>
                <a:gd name="T44" fmla="*/ 117 w 565"/>
                <a:gd name="T45" fmla="*/ 370 h 635"/>
                <a:gd name="T46" fmla="*/ 129 w 565"/>
                <a:gd name="T47" fmla="*/ 326 h 635"/>
                <a:gd name="T48" fmla="*/ 188 w 565"/>
                <a:gd name="T49" fmla="*/ 315 h 635"/>
                <a:gd name="T50" fmla="*/ 242 w 565"/>
                <a:gd name="T51" fmla="*/ 322 h 635"/>
                <a:gd name="T52" fmla="*/ 260 w 565"/>
                <a:gd name="T53" fmla="*/ 370 h 635"/>
                <a:gd name="T54" fmla="*/ 247 w 565"/>
                <a:gd name="T55" fmla="*/ 625 h 635"/>
                <a:gd name="T56" fmla="*/ 313 w 565"/>
                <a:gd name="T57" fmla="*/ 594 h 635"/>
                <a:gd name="T58" fmla="*/ 364 w 565"/>
                <a:gd name="T59" fmla="*/ 370 h 635"/>
                <a:gd name="T60" fmla="*/ 348 w 565"/>
                <a:gd name="T61" fmla="*/ 288 h 635"/>
                <a:gd name="T62" fmla="*/ 297 w 565"/>
                <a:gd name="T63" fmla="*/ 233 h 635"/>
                <a:gd name="T64" fmla="*/ 305 w 565"/>
                <a:gd name="T65" fmla="*/ 120 h 635"/>
                <a:gd name="T66" fmla="*/ 300 w 565"/>
                <a:gd name="T67" fmla="*/ 131 h 635"/>
                <a:gd name="T68" fmla="*/ 324 w 565"/>
                <a:gd name="T69" fmla="*/ 160 h 635"/>
                <a:gd name="T70" fmla="*/ 348 w 565"/>
                <a:gd name="T71" fmla="*/ 146 h 635"/>
                <a:gd name="T72" fmla="*/ 524 w 565"/>
                <a:gd name="T73" fmla="*/ 186 h 635"/>
                <a:gd name="T74" fmla="*/ 565 w 565"/>
                <a:gd name="T75" fmla="*/ 154 h 635"/>
                <a:gd name="T76" fmla="*/ 338 w 565"/>
                <a:gd name="T77" fmla="*/ 149 h 635"/>
                <a:gd name="T78" fmla="*/ 311 w 565"/>
                <a:gd name="T79" fmla="*/ 145 h 635"/>
                <a:gd name="T80" fmla="*/ 342 w 565"/>
                <a:gd name="T81" fmla="*/ 62 h 635"/>
                <a:gd name="T82" fmla="*/ 368 w 565"/>
                <a:gd name="T83" fmla="*/ 66 h 635"/>
                <a:gd name="T84" fmla="*/ 338 w 565"/>
                <a:gd name="T85" fmla="*/ 149 h 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65" h="635">
                  <a:moveTo>
                    <a:pt x="520" y="158"/>
                  </a:moveTo>
                  <a:cubicBezTo>
                    <a:pt x="508" y="158"/>
                    <a:pt x="496" y="157"/>
                    <a:pt x="483" y="156"/>
                  </a:cubicBezTo>
                  <a:cubicBezTo>
                    <a:pt x="473" y="155"/>
                    <a:pt x="463" y="150"/>
                    <a:pt x="456" y="142"/>
                  </a:cubicBezTo>
                  <a:cubicBezTo>
                    <a:pt x="450" y="134"/>
                    <a:pt x="447" y="124"/>
                    <a:pt x="447" y="114"/>
                  </a:cubicBezTo>
                  <a:cubicBezTo>
                    <a:pt x="418" y="108"/>
                    <a:pt x="395" y="99"/>
                    <a:pt x="375" y="89"/>
                  </a:cubicBezTo>
                  <a:cubicBezTo>
                    <a:pt x="379" y="80"/>
                    <a:pt x="379" y="80"/>
                    <a:pt x="379" y="80"/>
                  </a:cubicBezTo>
                  <a:cubicBezTo>
                    <a:pt x="383" y="72"/>
                    <a:pt x="379" y="62"/>
                    <a:pt x="371" y="59"/>
                  </a:cubicBezTo>
                  <a:cubicBezTo>
                    <a:pt x="356" y="51"/>
                    <a:pt x="356" y="51"/>
                    <a:pt x="356" y="51"/>
                  </a:cubicBezTo>
                  <a:cubicBezTo>
                    <a:pt x="348" y="48"/>
                    <a:pt x="338" y="51"/>
                    <a:pt x="334" y="59"/>
                  </a:cubicBezTo>
                  <a:cubicBezTo>
                    <a:pt x="334" y="61"/>
                    <a:pt x="334" y="61"/>
                    <a:pt x="334" y="61"/>
                  </a:cubicBezTo>
                  <a:cubicBezTo>
                    <a:pt x="322" y="51"/>
                    <a:pt x="314" y="41"/>
                    <a:pt x="308" y="34"/>
                  </a:cubicBezTo>
                  <a:cubicBezTo>
                    <a:pt x="304" y="29"/>
                    <a:pt x="302" y="25"/>
                    <a:pt x="300" y="23"/>
                  </a:cubicBezTo>
                  <a:cubicBezTo>
                    <a:pt x="300" y="22"/>
                    <a:pt x="299" y="21"/>
                    <a:pt x="299" y="21"/>
                  </a:cubicBezTo>
                  <a:cubicBezTo>
                    <a:pt x="299" y="20"/>
                    <a:pt x="299" y="20"/>
                    <a:pt x="299" y="20"/>
                  </a:cubicBezTo>
                  <a:cubicBezTo>
                    <a:pt x="296" y="14"/>
                    <a:pt x="291" y="10"/>
                    <a:pt x="286" y="7"/>
                  </a:cubicBezTo>
                  <a:cubicBezTo>
                    <a:pt x="280" y="2"/>
                    <a:pt x="273" y="0"/>
                    <a:pt x="266" y="0"/>
                  </a:cubicBezTo>
                  <a:cubicBezTo>
                    <a:pt x="111" y="0"/>
                    <a:pt x="111" y="0"/>
                    <a:pt x="111" y="0"/>
                  </a:cubicBezTo>
                  <a:cubicBezTo>
                    <a:pt x="107" y="0"/>
                    <a:pt x="104" y="0"/>
                    <a:pt x="100" y="1"/>
                  </a:cubicBezTo>
                  <a:cubicBezTo>
                    <a:pt x="94" y="2"/>
                    <a:pt x="88" y="3"/>
                    <a:pt x="83" y="7"/>
                  </a:cubicBezTo>
                  <a:cubicBezTo>
                    <a:pt x="82" y="8"/>
                    <a:pt x="71" y="16"/>
                    <a:pt x="57" y="29"/>
                  </a:cubicBezTo>
                  <a:cubicBezTo>
                    <a:pt x="43" y="43"/>
                    <a:pt x="26" y="63"/>
                    <a:pt x="14" y="89"/>
                  </a:cubicBezTo>
                  <a:cubicBezTo>
                    <a:pt x="6" y="106"/>
                    <a:pt x="0" y="126"/>
                    <a:pt x="0" y="148"/>
                  </a:cubicBezTo>
                  <a:cubicBezTo>
                    <a:pt x="0" y="151"/>
                    <a:pt x="0" y="154"/>
                    <a:pt x="0" y="157"/>
                  </a:cubicBezTo>
                  <a:cubicBezTo>
                    <a:pt x="2" y="178"/>
                    <a:pt x="9" y="201"/>
                    <a:pt x="23" y="223"/>
                  </a:cubicBezTo>
                  <a:cubicBezTo>
                    <a:pt x="39" y="248"/>
                    <a:pt x="63" y="272"/>
                    <a:pt x="97" y="294"/>
                  </a:cubicBezTo>
                  <a:cubicBezTo>
                    <a:pt x="102" y="298"/>
                    <a:pt x="108" y="300"/>
                    <a:pt x="115" y="300"/>
                  </a:cubicBezTo>
                  <a:cubicBezTo>
                    <a:pt x="125" y="300"/>
                    <a:pt x="135" y="295"/>
                    <a:pt x="141" y="286"/>
                  </a:cubicBezTo>
                  <a:cubicBezTo>
                    <a:pt x="151" y="271"/>
                    <a:pt x="147" y="251"/>
                    <a:pt x="133" y="241"/>
                  </a:cubicBezTo>
                  <a:cubicBezTo>
                    <a:pt x="104" y="222"/>
                    <a:pt x="87" y="204"/>
                    <a:pt x="77" y="189"/>
                  </a:cubicBezTo>
                  <a:cubicBezTo>
                    <a:pt x="69" y="177"/>
                    <a:pt x="66" y="166"/>
                    <a:pt x="64" y="157"/>
                  </a:cubicBezTo>
                  <a:cubicBezTo>
                    <a:pt x="64" y="154"/>
                    <a:pt x="64" y="151"/>
                    <a:pt x="64" y="148"/>
                  </a:cubicBezTo>
                  <a:cubicBezTo>
                    <a:pt x="64" y="132"/>
                    <a:pt x="71" y="116"/>
                    <a:pt x="80" y="101"/>
                  </a:cubicBezTo>
                  <a:cubicBezTo>
                    <a:pt x="80" y="179"/>
                    <a:pt x="80" y="179"/>
                    <a:pt x="80" y="179"/>
                  </a:cubicBezTo>
                  <a:cubicBezTo>
                    <a:pt x="81" y="180"/>
                    <a:pt x="82" y="182"/>
                    <a:pt x="84" y="184"/>
                  </a:cubicBezTo>
                  <a:cubicBezTo>
                    <a:pt x="94" y="201"/>
                    <a:pt x="112" y="218"/>
                    <a:pt x="137" y="235"/>
                  </a:cubicBezTo>
                  <a:cubicBezTo>
                    <a:pt x="155" y="247"/>
                    <a:pt x="160" y="272"/>
                    <a:pt x="148" y="290"/>
                  </a:cubicBezTo>
                  <a:cubicBezTo>
                    <a:pt x="140" y="301"/>
                    <a:pt x="128" y="308"/>
                    <a:pt x="115" y="308"/>
                  </a:cubicBezTo>
                  <a:cubicBezTo>
                    <a:pt x="107" y="308"/>
                    <a:pt x="99" y="305"/>
                    <a:pt x="92" y="301"/>
                  </a:cubicBezTo>
                  <a:cubicBezTo>
                    <a:pt x="74" y="289"/>
                    <a:pt x="58" y="276"/>
                    <a:pt x="45" y="263"/>
                  </a:cubicBezTo>
                  <a:cubicBezTo>
                    <a:pt x="40" y="269"/>
                    <a:pt x="36" y="275"/>
                    <a:pt x="32" y="282"/>
                  </a:cubicBezTo>
                  <a:cubicBezTo>
                    <a:pt x="28" y="290"/>
                    <a:pt x="25" y="298"/>
                    <a:pt x="22" y="307"/>
                  </a:cubicBezTo>
                  <a:cubicBezTo>
                    <a:pt x="16" y="326"/>
                    <a:pt x="13" y="347"/>
                    <a:pt x="13" y="370"/>
                  </a:cubicBezTo>
                  <a:cubicBezTo>
                    <a:pt x="13" y="427"/>
                    <a:pt x="29" y="497"/>
                    <a:pt x="64" y="594"/>
                  </a:cubicBezTo>
                  <a:cubicBezTo>
                    <a:pt x="73" y="621"/>
                    <a:pt x="103" y="635"/>
                    <a:pt x="130" y="625"/>
                  </a:cubicBezTo>
                  <a:cubicBezTo>
                    <a:pt x="157" y="615"/>
                    <a:pt x="171" y="586"/>
                    <a:pt x="161" y="559"/>
                  </a:cubicBezTo>
                  <a:cubicBezTo>
                    <a:pt x="128" y="468"/>
                    <a:pt x="116" y="407"/>
                    <a:pt x="117" y="370"/>
                  </a:cubicBezTo>
                  <a:cubicBezTo>
                    <a:pt x="117" y="351"/>
                    <a:pt x="120" y="340"/>
                    <a:pt x="123" y="334"/>
                  </a:cubicBezTo>
                  <a:cubicBezTo>
                    <a:pt x="125" y="329"/>
                    <a:pt x="126" y="328"/>
                    <a:pt x="129" y="326"/>
                  </a:cubicBezTo>
                  <a:cubicBezTo>
                    <a:pt x="132" y="323"/>
                    <a:pt x="137" y="320"/>
                    <a:pt x="148" y="318"/>
                  </a:cubicBezTo>
                  <a:cubicBezTo>
                    <a:pt x="158" y="315"/>
                    <a:pt x="172" y="314"/>
                    <a:pt x="188" y="315"/>
                  </a:cubicBezTo>
                  <a:cubicBezTo>
                    <a:pt x="203" y="314"/>
                    <a:pt x="215" y="315"/>
                    <a:pt x="225" y="317"/>
                  </a:cubicBezTo>
                  <a:cubicBezTo>
                    <a:pt x="233" y="318"/>
                    <a:pt x="238" y="320"/>
                    <a:pt x="242" y="322"/>
                  </a:cubicBezTo>
                  <a:cubicBezTo>
                    <a:pt x="248" y="325"/>
                    <a:pt x="250" y="327"/>
                    <a:pt x="253" y="332"/>
                  </a:cubicBezTo>
                  <a:cubicBezTo>
                    <a:pt x="256" y="337"/>
                    <a:pt x="260" y="349"/>
                    <a:pt x="260" y="370"/>
                  </a:cubicBezTo>
                  <a:cubicBezTo>
                    <a:pt x="260" y="407"/>
                    <a:pt x="248" y="468"/>
                    <a:pt x="216" y="559"/>
                  </a:cubicBezTo>
                  <a:cubicBezTo>
                    <a:pt x="206" y="586"/>
                    <a:pt x="220" y="615"/>
                    <a:pt x="247" y="625"/>
                  </a:cubicBezTo>
                  <a:cubicBezTo>
                    <a:pt x="253" y="627"/>
                    <a:pt x="259" y="628"/>
                    <a:pt x="264" y="628"/>
                  </a:cubicBezTo>
                  <a:cubicBezTo>
                    <a:pt x="286" y="628"/>
                    <a:pt x="306" y="615"/>
                    <a:pt x="313" y="594"/>
                  </a:cubicBezTo>
                  <a:cubicBezTo>
                    <a:pt x="313" y="594"/>
                    <a:pt x="313" y="594"/>
                    <a:pt x="313" y="594"/>
                  </a:cubicBezTo>
                  <a:cubicBezTo>
                    <a:pt x="348" y="497"/>
                    <a:pt x="364" y="427"/>
                    <a:pt x="364" y="370"/>
                  </a:cubicBezTo>
                  <a:cubicBezTo>
                    <a:pt x="364" y="341"/>
                    <a:pt x="360" y="314"/>
                    <a:pt x="349" y="291"/>
                  </a:cubicBezTo>
                  <a:cubicBezTo>
                    <a:pt x="348" y="290"/>
                    <a:pt x="348" y="289"/>
                    <a:pt x="348" y="288"/>
                  </a:cubicBezTo>
                  <a:cubicBezTo>
                    <a:pt x="340" y="272"/>
                    <a:pt x="329" y="257"/>
                    <a:pt x="316" y="247"/>
                  </a:cubicBezTo>
                  <a:cubicBezTo>
                    <a:pt x="310" y="241"/>
                    <a:pt x="303" y="237"/>
                    <a:pt x="297" y="233"/>
                  </a:cubicBezTo>
                  <a:cubicBezTo>
                    <a:pt x="297" y="113"/>
                    <a:pt x="297" y="113"/>
                    <a:pt x="297" y="113"/>
                  </a:cubicBezTo>
                  <a:cubicBezTo>
                    <a:pt x="299" y="115"/>
                    <a:pt x="302" y="118"/>
                    <a:pt x="305" y="120"/>
                  </a:cubicBezTo>
                  <a:cubicBezTo>
                    <a:pt x="306" y="120"/>
                    <a:pt x="306" y="120"/>
                    <a:pt x="306" y="120"/>
                  </a:cubicBezTo>
                  <a:cubicBezTo>
                    <a:pt x="300" y="131"/>
                    <a:pt x="300" y="131"/>
                    <a:pt x="300" y="131"/>
                  </a:cubicBezTo>
                  <a:cubicBezTo>
                    <a:pt x="297" y="139"/>
                    <a:pt x="300" y="149"/>
                    <a:pt x="308" y="153"/>
                  </a:cubicBezTo>
                  <a:cubicBezTo>
                    <a:pt x="324" y="160"/>
                    <a:pt x="324" y="160"/>
                    <a:pt x="324" y="160"/>
                  </a:cubicBezTo>
                  <a:cubicBezTo>
                    <a:pt x="332" y="164"/>
                    <a:pt x="341" y="160"/>
                    <a:pt x="345" y="152"/>
                  </a:cubicBezTo>
                  <a:cubicBezTo>
                    <a:pt x="348" y="146"/>
                    <a:pt x="348" y="146"/>
                    <a:pt x="348" y="146"/>
                  </a:cubicBezTo>
                  <a:cubicBezTo>
                    <a:pt x="391" y="169"/>
                    <a:pt x="448" y="186"/>
                    <a:pt x="523" y="186"/>
                  </a:cubicBezTo>
                  <a:cubicBezTo>
                    <a:pt x="523" y="186"/>
                    <a:pt x="523" y="186"/>
                    <a:pt x="524" y="186"/>
                  </a:cubicBezTo>
                  <a:cubicBezTo>
                    <a:pt x="527" y="186"/>
                    <a:pt x="530" y="186"/>
                    <a:pt x="534" y="186"/>
                  </a:cubicBezTo>
                  <a:cubicBezTo>
                    <a:pt x="551" y="185"/>
                    <a:pt x="565" y="171"/>
                    <a:pt x="565" y="154"/>
                  </a:cubicBezTo>
                  <a:cubicBezTo>
                    <a:pt x="551" y="157"/>
                    <a:pt x="536" y="158"/>
                    <a:pt x="520" y="158"/>
                  </a:cubicBezTo>
                  <a:close/>
                  <a:moveTo>
                    <a:pt x="338" y="149"/>
                  </a:moveTo>
                  <a:cubicBezTo>
                    <a:pt x="336" y="153"/>
                    <a:pt x="331" y="155"/>
                    <a:pt x="327" y="153"/>
                  </a:cubicBezTo>
                  <a:cubicBezTo>
                    <a:pt x="311" y="145"/>
                    <a:pt x="311" y="145"/>
                    <a:pt x="311" y="145"/>
                  </a:cubicBezTo>
                  <a:cubicBezTo>
                    <a:pt x="307" y="143"/>
                    <a:pt x="306" y="139"/>
                    <a:pt x="308" y="135"/>
                  </a:cubicBezTo>
                  <a:cubicBezTo>
                    <a:pt x="342" y="62"/>
                    <a:pt x="342" y="62"/>
                    <a:pt x="342" y="62"/>
                  </a:cubicBezTo>
                  <a:cubicBezTo>
                    <a:pt x="344" y="58"/>
                    <a:pt x="348" y="57"/>
                    <a:pt x="352" y="59"/>
                  </a:cubicBezTo>
                  <a:cubicBezTo>
                    <a:pt x="368" y="66"/>
                    <a:pt x="368" y="66"/>
                    <a:pt x="368" y="66"/>
                  </a:cubicBezTo>
                  <a:cubicBezTo>
                    <a:pt x="372" y="68"/>
                    <a:pt x="374" y="73"/>
                    <a:pt x="372" y="77"/>
                  </a:cubicBezTo>
                  <a:lnTo>
                    <a:pt x="338" y="1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 name="Freeform 317"/>
            <p:cNvSpPr>
              <a:spLocks/>
            </p:cNvSpPr>
            <p:nvPr/>
          </p:nvSpPr>
          <p:spPr bwMode="auto">
            <a:xfrm>
              <a:off x="5126038" y="3025775"/>
              <a:ext cx="260350" cy="258762"/>
            </a:xfrm>
            <a:custGeom>
              <a:avLst/>
              <a:gdLst>
                <a:gd name="T0" fmla="*/ 14 w 201"/>
                <a:gd name="T1" fmla="*/ 125 h 200"/>
                <a:gd name="T2" fmla="*/ 125 w 201"/>
                <a:gd name="T3" fmla="*/ 187 h 200"/>
                <a:gd name="T4" fmla="*/ 187 w 201"/>
                <a:gd name="T5" fmla="*/ 76 h 200"/>
                <a:gd name="T6" fmla="*/ 76 w 201"/>
                <a:gd name="T7" fmla="*/ 14 h 200"/>
                <a:gd name="T8" fmla="*/ 14 w 201"/>
                <a:gd name="T9" fmla="*/ 125 h 200"/>
              </a:gdLst>
              <a:ahLst/>
              <a:cxnLst>
                <a:cxn ang="0">
                  <a:pos x="T0" y="T1"/>
                </a:cxn>
                <a:cxn ang="0">
                  <a:pos x="T2" y="T3"/>
                </a:cxn>
                <a:cxn ang="0">
                  <a:pos x="T4" y="T5"/>
                </a:cxn>
                <a:cxn ang="0">
                  <a:pos x="T6" y="T7"/>
                </a:cxn>
                <a:cxn ang="0">
                  <a:pos x="T8" y="T9"/>
                </a:cxn>
              </a:cxnLst>
              <a:rect l="0" t="0" r="r" b="b"/>
              <a:pathLst>
                <a:path w="201" h="200">
                  <a:moveTo>
                    <a:pt x="14" y="125"/>
                  </a:moveTo>
                  <a:cubicBezTo>
                    <a:pt x="27" y="173"/>
                    <a:pt x="77" y="200"/>
                    <a:pt x="125" y="187"/>
                  </a:cubicBezTo>
                  <a:cubicBezTo>
                    <a:pt x="173" y="173"/>
                    <a:pt x="201" y="124"/>
                    <a:pt x="187" y="76"/>
                  </a:cubicBezTo>
                  <a:cubicBezTo>
                    <a:pt x="174" y="28"/>
                    <a:pt x="124" y="0"/>
                    <a:pt x="76" y="14"/>
                  </a:cubicBezTo>
                  <a:cubicBezTo>
                    <a:pt x="28" y="27"/>
                    <a:pt x="0" y="77"/>
                    <a:pt x="14" y="1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 name="Freeform 318"/>
            <p:cNvSpPr>
              <a:spLocks noEditPoints="1"/>
            </p:cNvSpPr>
            <p:nvPr/>
          </p:nvSpPr>
          <p:spPr bwMode="auto">
            <a:xfrm>
              <a:off x="4992688" y="3282950"/>
              <a:ext cx="579438" cy="965200"/>
            </a:xfrm>
            <a:custGeom>
              <a:avLst/>
              <a:gdLst>
                <a:gd name="T0" fmla="*/ 264 w 447"/>
                <a:gd name="T1" fmla="*/ 745 h 745"/>
                <a:gd name="T2" fmla="*/ 265 w 447"/>
                <a:gd name="T3" fmla="*/ 745 h 745"/>
                <a:gd name="T4" fmla="*/ 315 w 447"/>
                <a:gd name="T5" fmla="*/ 697 h 745"/>
                <a:gd name="T6" fmla="*/ 321 w 447"/>
                <a:gd name="T7" fmla="*/ 529 h 745"/>
                <a:gd name="T8" fmla="*/ 422 w 447"/>
                <a:gd name="T9" fmla="*/ 498 h 745"/>
                <a:gd name="T10" fmla="*/ 266 w 447"/>
                <a:gd name="T11" fmla="*/ 3 h 745"/>
                <a:gd name="T12" fmla="*/ 199 w 447"/>
                <a:gd name="T13" fmla="*/ 15 h 745"/>
                <a:gd name="T14" fmla="*/ 172 w 447"/>
                <a:gd name="T15" fmla="*/ 68 h 745"/>
                <a:gd name="T16" fmla="*/ 158 w 447"/>
                <a:gd name="T17" fmla="*/ 95 h 745"/>
                <a:gd name="T18" fmla="*/ 132 w 447"/>
                <a:gd name="T19" fmla="*/ 127 h 745"/>
                <a:gd name="T20" fmla="*/ 115 w 447"/>
                <a:gd name="T21" fmla="*/ 137 h 745"/>
                <a:gd name="T22" fmla="*/ 98 w 447"/>
                <a:gd name="T23" fmla="*/ 127 h 745"/>
                <a:gd name="T24" fmla="*/ 62 w 447"/>
                <a:gd name="T25" fmla="*/ 72 h 745"/>
                <a:gd name="T26" fmla="*/ 43 w 447"/>
                <a:gd name="T27" fmla="*/ 55 h 745"/>
                <a:gd name="T28" fmla="*/ 43 w 447"/>
                <a:gd name="T29" fmla="*/ 55 h 745"/>
                <a:gd name="T30" fmla="*/ 46 w 447"/>
                <a:gd name="T31" fmla="*/ 60 h 745"/>
                <a:gd name="T32" fmla="*/ 49 w 447"/>
                <a:gd name="T33" fmla="*/ 67 h 745"/>
                <a:gd name="T34" fmla="*/ 55 w 447"/>
                <a:gd name="T35" fmla="*/ 80 h 745"/>
                <a:gd name="T36" fmla="*/ 58 w 447"/>
                <a:gd name="T37" fmla="*/ 87 h 745"/>
                <a:gd name="T38" fmla="*/ 51 w 447"/>
                <a:gd name="T39" fmla="*/ 91 h 745"/>
                <a:gd name="T40" fmla="*/ 26 w 447"/>
                <a:gd name="T41" fmla="*/ 102 h 745"/>
                <a:gd name="T42" fmla="*/ 18 w 447"/>
                <a:gd name="T43" fmla="*/ 105 h 745"/>
                <a:gd name="T44" fmla="*/ 15 w 447"/>
                <a:gd name="T45" fmla="*/ 98 h 745"/>
                <a:gd name="T46" fmla="*/ 9 w 447"/>
                <a:gd name="T47" fmla="*/ 85 h 745"/>
                <a:gd name="T48" fmla="*/ 7 w 447"/>
                <a:gd name="T49" fmla="*/ 80 h 745"/>
                <a:gd name="T50" fmla="*/ 4 w 447"/>
                <a:gd name="T51" fmla="*/ 73 h 745"/>
                <a:gd name="T52" fmla="*/ 4 w 447"/>
                <a:gd name="T53" fmla="*/ 73 h 745"/>
                <a:gd name="T54" fmla="*/ 4 w 447"/>
                <a:gd name="T55" fmla="*/ 98 h 745"/>
                <a:gd name="T56" fmla="*/ 53 w 447"/>
                <a:gd name="T57" fmla="*/ 173 h 745"/>
                <a:gd name="T58" fmla="*/ 91 w 447"/>
                <a:gd name="T59" fmla="*/ 197 h 745"/>
                <a:gd name="T60" fmla="*/ 159 w 447"/>
                <a:gd name="T61" fmla="*/ 181 h 745"/>
                <a:gd name="T62" fmla="*/ 194 w 447"/>
                <a:gd name="T63" fmla="*/ 147 h 745"/>
                <a:gd name="T64" fmla="*/ 211 w 447"/>
                <a:gd name="T65" fmla="*/ 79 h 745"/>
                <a:gd name="T66" fmla="*/ 211 w 447"/>
                <a:gd name="T67" fmla="*/ 77 h 745"/>
                <a:gd name="T68" fmla="*/ 249 w 447"/>
                <a:gd name="T69" fmla="*/ 35 h 745"/>
                <a:gd name="T70" fmla="*/ 251 w 447"/>
                <a:gd name="T71" fmla="*/ 35 h 745"/>
                <a:gd name="T72" fmla="*/ 291 w 447"/>
                <a:gd name="T73" fmla="*/ 73 h 745"/>
                <a:gd name="T74" fmla="*/ 291 w 447"/>
                <a:gd name="T75" fmla="*/ 79 h 745"/>
                <a:gd name="T76" fmla="*/ 279 w 447"/>
                <a:gd name="T77" fmla="*/ 153 h 745"/>
                <a:gd name="T78" fmla="*/ 199 w 447"/>
                <a:gd name="T79" fmla="*/ 250 h 745"/>
                <a:gd name="T80" fmla="*/ 161 w 447"/>
                <a:gd name="T81" fmla="*/ 267 h 745"/>
                <a:gd name="T82" fmla="*/ 161 w 447"/>
                <a:gd name="T83" fmla="*/ 267 h 745"/>
                <a:gd name="T84" fmla="*/ 161 w 447"/>
                <a:gd name="T85" fmla="*/ 512 h 745"/>
                <a:gd name="T86" fmla="*/ 221 w 447"/>
                <a:gd name="T87" fmla="*/ 530 h 745"/>
                <a:gd name="T88" fmla="*/ 215 w 447"/>
                <a:gd name="T89" fmla="*/ 693 h 745"/>
                <a:gd name="T90" fmla="*/ 264 w 447"/>
                <a:gd name="T91" fmla="*/ 745 h 745"/>
                <a:gd name="T92" fmla="*/ 217 w 447"/>
                <a:gd name="T93" fmla="*/ 392 h 745"/>
                <a:gd name="T94" fmla="*/ 212 w 447"/>
                <a:gd name="T95" fmla="*/ 376 h 745"/>
                <a:gd name="T96" fmla="*/ 280 w 447"/>
                <a:gd name="T97" fmla="*/ 359 h 745"/>
                <a:gd name="T98" fmla="*/ 282 w 447"/>
                <a:gd name="T99" fmla="*/ 370 h 745"/>
                <a:gd name="T100" fmla="*/ 217 w 447"/>
                <a:gd name="T101" fmla="*/ 39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47" h="745">
                  <a:moveTo>
                    <a:pt x="264" y="745"/>
                  </a:moveTo>
                  <a:cubicBezTo>
                    <a:pt x="264" y="745"/>
                    <a:pt x="265" y="745"/>
                    <a:pt x="265" y="745"/>
                  </a:cubicBezTo>
                  <a:cubicBezTo>
                    <a:pt x="292" y="745"/>
                    <a:pt x="315" y="724"/>
                    <a:pt x="315" y="697"/>
                  </a:cubicBezTo>
                  <a:cubicBezTo>
                    <a:pt x="321" y="529"/>
                    <a:pt x="321" y="529"/>
                    <a:pt x="321" y="529"/>
                  </a:cubicBezTo>
                  <a:cubicBezTo>
                    <a:pt x="374" y="524"/>
                    <a:pt x="420" y="514"/>
                    <a:pt x="422" y="498"/>
                  </a:cubicBezTo>
                  <a:cubicBezTo>
                    <a:pt x="447" y="275"/>
                    <a:pt x="385" y="11"/>
                    <a:pt x="266" y="3"/>
                  </a:cubicBezTo>
                  <a:cubicBezTo>
                    <a:pt x="218" y="0"/>
                    <a:pt x="209" y="7"/>
                    <a:pt x="199" y="15"/>
                  </a:cubicBezTo>
                  <a:cubicBezTo>
                    <a:pt x="186" y="25"/>
                    <a:pt x="178" y="44"/>
                    <a:pt x="172" y="68"/>
                  </a:cubicBezTo>
                  <a:cubicBezTo>
                    <a:pt x="168" y="77"/>
                    <a:pt x="163" y="86"/>
                    <a:pt x="158" y="95"/>
                  </a:cubicBezTo>
                  <a:cubicBezTo>
                    <a:pt x="150" y="108"/>
                    <a:pt x="141" y="120"/>
                    <a:pt x="132" y="127"/>
                  </a:cubicBezTo>
                  <a:cubicBezTo>
                    <a:pt x="124" y="135"/>
                    <a:pt x="118" y="137"/>
                    <a:pt x="115" y="137"/>
                  </a:cubicBezTo>
                  <a:cubicBezTo>
                    <a:pt x="112" y="137"/>
                    <a:pt x="108" y="136"/>
                    <a:pt x="98" y="127"/>
                  </a:cubicBezTo>
                  <a:cubicBezTo>
                    <a:pt x="88" y="118"/>
                    <a:pt x="76" y="100"/>
                    <a:pt x="62" y="72"/>
                  </a:cubicBezTo>
                  <a:cubicBezTo>
                    <a:pt x="59" y="63"/>
                    <a:pt x="51" y="57"/>
                    <a:pt x="43" y="55"/>
                  </a:cubicBezTo>
                  <a:cubicBezTo>
                    <a:pt x="43" y="55"/>
                    <a:pt x="43" y="55"/>
                    <a:pt x="43" y="55"/>
                  </a:cubicBezTo>
                  <a:cubicBezTo>
                    <a:pt x="46" y="60"/>
                    <a:pt x="46" y="60"/>
                    <a:pt x="46" y="60"/>
                  </a:cubicBezTo>
                  <a:cubicBezTo>
                    <a:pt x="49" y="67"/>
                    <a:pt x="49" y="67"/>
                    <a:pt x="49" y="67"/>
                  </a:cubicBezTo>
                  <a:cubicBezTo>
                    <a:pt x="55" y="80"/>
                    <a:pt x="55" y="80"/>
                    <a:pt x="55" y="80"/>
                  </a:cubicBezTo>
                  <a:cubicBezTo>
                    <a:pt x="58" y="87"/>
                    <a:pt x="58" y="87"/>
                    <a:pt x="58" y="87"/>
                  </a:cubicBezTo>
                  <a:cubicBezTo>
                    <a:pt x="51" y="91"/>
                    <a:pt x="51" y="91"/>
                    <a:pt x="51" y="91"/>
                  </a:cubicBezTo>
                  <a:cubicBezTo>
                    <a:pt x="26" y="102"/>
                    <a:pt x="26" y="102"/>
                    <a:pt x="26" y="102"/>
                  </a:cubicBezTo>
                  <a:cubicBezTo>
                    <a:pt x="18" y="105"/>
                    <a:pt x="18" y="105"/>
                    <a:pt x="18" y="105"/>
                  </a:cubicBezTo>
                  <a:cubicBezTo>
                    <a:pt x="15" y="98"/>
                    <a:pt x="15" y="98"/>
                    <a:pt x="15" y="98"/>
                  </a:cubicBezTo>
                  <a:cubicBezTo>
                    <a:pt x="9" y="85"/>
                    <a:pt x="9" y="85"/>
                    <a:pt x="9" y="85"/>
                  </a:cubicBezTo>
                  <a:cubicBezTo>
                    <a:pt x="7" y="80"/>
                    <a:pt x="7" y="80"/>
                    <a:pt x="7" y="80"/>
                  </a:cubicBezTo>
                  <a:cubicBezTo>
                    <a:pt x="4" y="73"/>
                    <a:pt x="4" y="73"/>
                    <a:pt x="4" y="73"/>
                  </a:cubicBezTo>
                  <a:cubicBezTo>
                    <a:pt x="4" y="73"/>
                    <a:pt x="4" y="73"/>
                    <a:pt x="4" y="73"/>
                  </a:cubicBezTo>
                  <a:cubicBezTo>
                    <a:pt x="1" y="81"/>
                    <a:pt x="0" y="90"/>
                    <a:pt x="4" y="98"/>
                  </a:cubicBezTo>
                  <a:cubicBezTo>
                    <a:pt x="20" y="132"/>
                    <a:pt x="35" y="156"/>
                    <a:pt x="53" y="173"/>
                  </a:cubicBezTo>
                  <a:cubicBezTo>
                    <a:pt x="65" y="184"/>
                    <a:pt x="78" y="192"/>
                    <a:pt x="91" y="197"/>
                  </a:cubicBezTo>
                  <a:cubicBezTo>
                    <a:pt x="119" y="197"/>
                    <a:pt x="141" y="191"/>
                    <a:pt x="159" y="181"/>
                  </a:cubicBezTo>
                  <a:cubicBezTo>
                    <a:pt x="174" y="173"/>
                    <a:pt x="185" y="162"/>
                    <a:pt x="194" y="147"/>
                  </a:cubicBezTo>
                  <a:cubicBezTo>
                    <a:pt x="209" y="121"/>
                    <a:pt x="212" y="89"/>
                    <a:pt x="211" y="79"/>
                  </a:cubicBezTo>
                  <a:cubicBezTo>
                    <a:pt x="211" y="78"/>
                    <a:pt x="211" y="77"/>
                    <a:pt x="211" y="77"/>
                  </a:cubicBezTo>
                  <a:cubicBezTo>
                    <a:pt x="210" y="55"/>
                    <a:pt x="227" y="36"/>
                    <a:pt x="249" y="35"/>
                  </a:cubicBezTo>
                  <a:cubicBezTo>
                    <a:pt x="250" y="35"/>
                    <a:pt x="251" y="35"/>
                    <a:pt x="251" y="35"/>
                  </a:cubicBezTo>
                  <a:cubicBezTo>
                    <a:pt x="273" y="35"/>
                    <a:pt x="290" y="52"/>
                    <a:pt x="291" y="73"/>
                  </a:cubicBezTo>
                  <a:cubicBezTo>
                    <a:pt x="291" y="74"/>
                    <a:pt x="291" y="76"/>
                    <a:pt x="291" y="79"/>
                  </a:cubicBezTo>
                  <a:cubicBezTo>
                    <a:pt x="291" y="96"/>
                    <a:pt x="289" y="123"/>
                    <a:pt x="279" y="153"/>
                  </a:cubicBezTo>
                  <a:cubicBezTo>
                    <a:pt x="268" y="182"/>
                    <a:pt x="246" y="224"/>
                    <a:pt x="199" y="250"/>
                  </a:cubicBezTo>
                  <a:cubicBezTo>
                    <a:pt x="187" y="257"/>
                    <a:pt x="175" y="263"/>
                    <a:pt x="161" y="267"/>
                  </a:cubicBezTo>
                  <a:cubicBezTo>
                    <a:pt x="161" y="267"/>
                    <a:pt x="161" y="267"/>
                    <a:pt x="161" y="267"/>
                  </a:cubicBezTo>
                  <a:cubicBezTo>
                    <a:pt x="163" y="334"/>
                    <a:pt x="138" y="480"/>
                    <a:pt x="161" y="512"/>
                  </a:cubicBezTo>
                  <a:cubicBezTo>
                    <a:pt x="167" y="521"/>
                    <a:pt x="190" y="527"/>
                    <a:pt x="221" y="530"/>
                  </a:cubicBezTo>
                  <a:cubicBezTo>
                    <a:pt x="215" y="693"/>
                    <a:pt x="215" y="693"/>
                    <a:pt x="215" y="693"/>
                  </a:cubicBezTo>
                  <a:cubicBezTo>
                    <a:pt x="215" y="721"/>
                    <a:pt x="236" y="744"/>
                    <a:pt x="264" y="745"/>
                  </a:cubicBezTo>
                  <a:close/>
                  <a:moveTo>
                    <a:pt x="217" y="392"/>
                  </a:moveTo>
                  <a:cubicBezTo>
                    <a:pt x="212" y="376"/>
                    <a:pt x="212" y="376"/>
                    <a:pt x="212" y="376"/>
                  </a:cubicBezTo>
                  <a:cubicBezTo>
                    <a:pt x="280" y="359"/>
                    <a:pt x="280" y="359"/>
                    <a:pt x="280" y="359"/>
                  </a:cubicBezTo>
                  <a:cubicBezTo>
                    <a:pt x="282" y="370"/>
                    <a:pt x="282" y="370"/>
                    <a:pt x="282" y="370"/>
                  </a:cubicBezTo>
                  <a:lnTo>
                    <a:pt x="217" y="3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 name="Freeform 319"/>
            <p:cNvSpPr>
              <a:spLocks/>
            </p:cNvSpPr>
            <p:nvPr/>
          </p:nvSpPr>
          <p:spPr bwMode="auto">
            <a:xfrm>
              <a:off x="4918075" y="3690938"/>
              <a:ext cx="250825" cy="554037"/>
            </a:xfrm>
            <a:custGeom>
              <a:avLst/>
              <a:gdLst>
                <a:gd name="T0" fmla="*/ 143 w 158"/>
                <a:gd name="T1" fmla="*/ 349 h 349"/>
                <a:gd name="T2" fmla="*/ 143 w 158"/>
                <a:gd name="T3" fmla="*/ 292 h 349"/>
                <a:gd name="T4" fmla="*/ 158 w 158"/>
                <a:gd name="T5" fmla="*/ 292 h 349"/>
                <a:gd name="T6" fmla="*/ 158 w 158"/>
                <a:gd name="T7" fmla="*/ 0 h 349"/>
                <a:gd name="T8" fmla="*/ 0 w 158"/>
                <a:gd name="T9" fmla="*/ 0 h 349"/>
                <a:gd name="T10" fmla="*/ 0 w 158"/>
                <a:gd name="T11" fmla="*/ 292 h 349"/>
                <a:gd name="T12" fmla="*/ 15 w 158"/>
                <a:gd name="T13" fmla="*/ 292 h 349"/>
                <a:gd name="T14" fmla="*/ 15 w 158"/>
                <a:gd name="T15" fmla="*/ 349 h 349"/>
                <a:gd name="T16" fmla="*/ 38 w 158"/>
                <a:gd name="T17" fmla="*/ 349 h 349"/>
                <a:gd name="T18" fmla="*/ 38 w 158"/>
                <a:gd name="T19" fmla="*/ 292 h 349"/>
                <a:gd name="T20" fmla="*/ 120 w 158"/>
                <a:gd name="T21" fmla="*/ 292 h 349"/>
                <a:gd name="T22" fmla="*/ 120 w 158"/>
                <a:gd name="T23" fmla="*/ 349 h 349"/>
                <a:gd name="T24" fmla="*/ 143 w 158"/>
                <a:gd name="T25" fmla="*/ 349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8" h="349">
                  <a:moveTo>
                    <a:pt x="143" y="349"/>
                  </a:moveTo>
                  <a:lnTo>
                    <a:pt x="143" y="292"/>
                  </a:lnTo>
                  <a:lnTo>
                    <a:pt x="158" y="292"/>
                  </a:lnTo>
                  <a:lnTo>
                    <a:pt x="158" y="0"/>
                  </a:lnTo>
                  <a:lnTo>
                    <a:pt x="0" y="0"/>
                  </a:lnTo>
                  <a:lnTo>
                    <a:pt x="0" y="292"/>
                  </a:lnTo>
                  <a:lnTo>
                    <a:pt x="15" y="292"/>
                  </a:lnTo>
                  <a:lnTo>
                    <a:pt x="15" y="349"/>
                  </a:lnTo>
                  <a:lnTo>
                    <a:pt x="38" y="349"/>
                  </a:lnTo>
                  <a:lnTo>
                    <a:pt x="38" y="292"/>
                  </a:lnTo>
                  <a:lnTo>
                    <a:pt x="120" y="292"/>
                  </a:lnTo>
                  <a:lnTo>
                    <a:pt x="120" y="349"/>
                  </a:lnTo>
                  <a:lnTo>
                    <a:pt x="143" y="3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 name="Freeform 320"/>
            <p:cNvSpPr>
              <a:spLocks/>
            </p:cNvSpPr>
            <p:nvPr/>
          </p:nvSpPr>
          <p:spPr bwMode="auto">
            <a:xfrm>
              <a:off x="4941888" y="3190875"/>
              <a:ext cx="112713" cy="214312"/>
            </a:xfrm>
            <a:custGeom>
              <a:avLst/>
              <a:gdLst>
                <a:gd name="T0" fmla="*/ 49 w 71"/>
                <a:gd name="T1" fmla="*/ 111 h 135"/>
                <a:gd name="T2" fmla="*/ 54 w 71"/>
                <a:gd name="T3" fmla="*/ 122 h 135"/>
                <a:gd name="T4" fmla="*/ 46 w 71"/>
                <a:gd name="T5" fmla="*/ 125 h 135"/>
                <a:gd name="T6" fmla="*/ 50 w 71"/>
                <a:gd name="T7" fmla="*/ 135 h 135"/>
                <a:gd name="T8" fmla="*/ 71 w 71"/>
                <a:gd name="T9" fmla="*/ 126 h 135"/>
                <a:gd name="T10" fmla="*/ 67 w 71"/>
                <a:gd name="T11" fmla="*/ 116 h 135"/>
                <a:gd name="T12" fmla="*/ 59 w 71"/>
                <a:gd name="T13" fmla="*/ 120 h 135"/>
                <a:gd name="T14" fmla="*/ 54 w 71"/>
                <a:gd name="T15" fmla="*/ 109 h 135"/>
                <a:gd name="T16" fmla="*/ 62 w 71"/>
                <a:gd name="T17" fmla="*/ 106 h 135"/>
                <a:gd name="T18" fmla="*/ 37 w 71"/>
                <a:gd name="T19" fmla="*/ 51 h 135"/>
                <a:gd name="T20" fmla="*/ 30 w 71"/>
                <a:gd name="T21" fmla="*/ 54 h 135"/>
                <a:gd name="T22" fmla="*/ 5 w 71"/>
                <a:gd name="T23" fmla="*/ 0 h 135"/>
                <a:gd name="T24" fmla="*/ 0 w 71"/>
                <a:gd name="T25" fmla="*/ 3 h 135"/>
                <a:gd name="T26" fmla="*/ 24 w 71"/>
                <a:gd name="T27" fmla="*/ 57 h 135"/>
                <a:gd name="T28" fmla="*/ 17 w 71"/>
                <a:gd name="T29" fmla="*/ 60 h 135"/>
                <a:gd name="T30" fmla="*/ 41 w 71"/>
                <a:gd name="T31" fmla="*/ 115 h 135"/>
                <a:gd name="T32" fmla="*/ 49 w 71"/>
                <a:gd name="T33" fmla="*/ 111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1" h="135">
                  <a:moveTo>
                    <a:pt x="49" y="111"/>
                  </a:moveTo>
                  <a:lnTo>
                    <a:pt x="54" y="122"/>
                  </a:lnTo>
                  <a:lnTo>
                    <a:pt x="46" y="125"/>
                  </a:lnTo>
                  <a:lnTo>
                    <a:pt x="50" y="135"/>
                  </a:lnTo>
                  <a:lnTo>
                    <a:pt x="71" y="126"/>
                  </a:lnTo>
                  <a:lnTo>
                    <a:pt x="67" y="116"/>
                  </a:lnTo>
                  <a:lnTo>
                    <a:pt x="59" y="120"/>
                  </a:lnTo>
                  <a:lnTo>
                    <a:pt x="54" y="109"/>
                  </a:lnTo>
                  <a:lnTo>
                    <a:pt x="62" y="106"/>
                  </a:lnTo>
                  <a:lnTo>
                    <a:pt x="37" y="51"/>
                  </a:lnTo>
                  <a:lnTo>
                    <a:pt x="30" y="54"/>
                  </a:lnTo>
                  <a:lnTo>
                    <a:pt x="5" y="0"/>
                  </a:lnTo>
                  <a:lnTo>
                    <a:pt x="0" y="3"/>
                  </a:lnTo>
                  <a:lnTo>
                    <a:pt x="24" y="57"/>
                  </a:lnTo>
                  <a:lnTo>
                    <a:pt x="17" y="60"/>
                  </a:lnTo>
                  <a:lnTo>
                    <a:pt x="41" y="115"/>
                  </a:lnTo>
                  <a:lnTo>
                    <a:pt x="49"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 name="Freeform 321"/>
            <p:cNvSpPr>
              <a:spLocks/>
            </p:cNvSpPr>
            <p:nvPr/>
          </p:nvSpPr>
          <p:spPr bwMode="auto">
            <a:xfrm>
              <a:off x="5021263" y="3338513"/>
              <a:ext cx="338138" cy="293687"/>
            </a:xfrm>
            <a:custGeom>
              <a:avLst/>
              <a:gdLst>
                <a:gd name="T0" fmla="*/ 249 w 261"/>
                <a:gd name="T1" fmla="*/ 107 h 226"/>
                <a:gd name="T2" fmla="*/ 261 w 261"/>
                <a:gd name="T3" fmla="*/ 36 h 226"/>
                <a:gd name="T4" fmla="*/ 261 w 261"/>
                <a:gd name="T5" fmla="*/ 31 h 226"/>
                <a:gd name="T6" fmla="*/ 228 w 261"/>
                <a:gd name="T7" fmla="*/ 0 h 226"/>
                <a:gd name="T8" fmla="*/ 197 w 261"/>
                <a:gd name="T9" fmla="*/ 34 h 226"/>
                <a:gd name="T10" fmla="*/ 197 w 261"/>
                <a:gd name="T11" fmla="*/ 34 h 226"/>
                <a:gd name="T12" fmla="*/ 197 w 261"/>
                <a:gd name="T13" fmla="*/ 34 h 226"/>
                <a:gd name="T14" fmla="*/ 197 w 261"/>
                <a:gd name="T15" fmla="*/ 34 h 226"/>
                <a:gd name="T16" fmla="*/ 197 w 261"/>
                <a:gd name="T17" fmla="*/ 36 h 226"/>
                <a:gd name="T18" fmla="*/ 179 w 261"/>
                <a:gd name="T19" fmla="*/ 108 h 226"/>
                <a:gd name="T20" fmla="*/ 141 w 261"/>
                <a:gd name="T21" fmla="*/ 145 h 226"/>
                <a:gd name="T22" fmla="*/ 66 w 261"/>
                <a:gd name="T23" fmla="*/ 162 h 226"/>
                <a:gd name="T24" fmla="*/ 37 w 261"/>
                <a:gd name="T25" fmla="*/ 161 h 226"/>
                <a:gd name="T26" fmla="*/ 1 w 261"/>
                <a:gd name="T27" fmla="*/ 189 h 226"/>
                <a:gd name="T28" fmla="*/ 30 w 261"/>
                <a:gd name="T29" fmla="*/ 224 h 226"/>
                <a:gd name="T30" fmla="*/ 66 w 261"/>
                <a:gd name="T31" fmla="*/ 226 h 226"/>
                <a:gd name="T32" fmla="*/ 66 w 261"/>
                <a:gd name="T33" fmla="*/ 226 h 226"/>
                <a:gd name="T34" fmla="*/ 173 w 261"/>
                <a:gd name="T35" fmla="*/ 200 h 226"/>
                <a:gd name="T36" fmla="*/ 249 w 261"/>
                <a:gd name="T37" fmla="*/ 107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1" h="226">
                  <a:moveTo>
                    <a:pt x="249" y="107"/>
                  </a:moveTo>
                  <a:cubicBezTo>
                    <a:pt x="260" y="75"/>
                    <a:pt x="261" y="47"/>
                    <a:pt x="261" y="36"/>
                  </a:cubicBezTo>
                  <a:cubicBezTo>
                    <a:pt x="261" y="33"/>
                    <a:pt x="261" y="31"/>
                    <a:pt x="261" y="31"/>
                  </a:cubicBezTo>
                  <a:cubicBezTo>
                    <a:pt x="260" y="13"/>
                    <a:pt x="245" y="0"/>
                    <a:pt x="228" y="0"/>
                  </a:cubicBezTo>
                  <a:cubicBezTo>
                    <a:pt x="210" y="1"/>
                    <a:pt x="197" y="16"/>
                    <a:pt x="197" y="34"/>
                  </a:cubicBezTo>
                  <a:cubicBezTo>
                    <a:pt x="197" y="34"/>
                    <a:pt x="197" y="34"/>
                    <a:pt x="197" y="34"/>
                  </a:cubicBezTo>
                  <a:cubicBezTo>
                    <a:pt x="197" y="34"/>
                    <a:pt x="197" y="34"/>
                    <a:pt x="197" y="34"/>
                  </a:cubicBezTo>
                  <a:cubicBezTo>
                    <a:pt x="197" y="34"/>
                    <a:pt x="197" y="34"/>
                    <a:pt x="197" y="34"/>
                  </a:cubicBezTo>
                  <a:cubicBezTo>
                    <a:pt x="197" y="34"/>
                    <a:pt x="197" y="35"/>
                    <a:pt x="197" y="36"/>
                  </a:cubicBezTo>
                  <a:cubicBezTo>
                    <a:pt x="198" y="45"/>
                    <a:pt x="195" y="79"/>
                    <a:pt x="179" y="108"/>
                  </a:cubicBezTo>
                  <a:cubicBezTo>
                    <a:pt x="170" y="122"/>
                    <a:pt x="159" y="135"/>
                    <a:pt x="141" y="145"/>
                  </a:cubicBezTo>
                  <a:cubicBezTo>
                    <a:pt x="124" y="155"/>
                    <a:pt x="100" y="162"/>
                    <a:pt x="66" y="162"/>
                  </a:cubicBezTo>
                  <a:cubicBezTo>
                    <a:pt x="57" y="162"/>
                    <a:pt x="47" y="162"/>
                    <a:pt x="37" y="161"/>
                  </a:cubicBezTo>
                  <a:cubicBezTo>
                    <a:pt x="19" y="159"/>
                    <a:pt x="3" y="171"/>
                    <a:pt x="1" y="189"/>
                  </a:cubicBezTo>
                  <a:cubicBezTo>
                    <a:pt x="0" y="207"/>
                    <a:pt x="12" y="222"/>
                    <a:pt x="30" y="224"/>
                  </a:cubicBezTo>
                  <a:cubicBezTo>
                    <a:pt x="42" y="225"/>
                    <a:pt x="54" y="226"/>
                    <a:pt x="66" y="226"/>
                  </a:cubicBezTo>
                  <a:cubicBezTo>
                    <a:pt x="66" y="226"/>
                    <a:pt x="66" y="226"/>
                    <a:pt x="66" y="226"/>
                  </a:cubicBezTo>
                  <a:cubicBezTo>
                    <a:pt x="109" y="226"/>
                    <a:pt x="145" y="217"/>
                    <a:pt x="173" y="200"/>
                  </a:cubicBezTo>
                  <a:cubicBezTo>
                    <a:pt x="216" y="176"/>
                    <a:pt x="238" y="139"/>
                    <a:pt x="249"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65" name="组合 264"/>
          <p:cNvGrpSpPr/>
          <p:nvPr/>
        </p:nvGrpSpPr>
        <p:grpSpPr>
          <a:xfrm>
            <a:off x="161925" y="4629150"/>
            <a:ext cx="701676" cy="1398587"/>
            <a:chOff x="161925" y="4629150"/>
            <a:chExt cx="701676" cy="1398587"/>
          </a:xfrm>
          <a:solidFill>
            <a:schemeClr val="tx1">
              <a:lumMod val="65000"/>
              <a:lumOff val="35000"/>
            </a:schemeClr>
          </a:solidFill>
        </p:grpSpPr>
        <p:sp>
          <p:nvSpPr>
            <p:cNvPr id="266" name="Freeform 322"/>
            <p:cNvSpPr>
              <a:spLocks/>
            </p:cNvSpPr>
            <p:nvPr/>
          </p:nvSpPr>
          <p:spPr bwMode="auto">
            <a:xfrm>
              <a:off x="679450" y="4806950"/>
              <a:ext cx="104775" cy="74612"/>
            </a:xfrm>
            <a:custGeom>
              <a:avLst/>
              <a:gdLst>
                <a:gd name="T0" fmla="*/ 47 w 80"/>
                <a:gd name="T1" fmla="*/ 11 h 57"/>
                <a:gd name="T2" fmla="*/ 4 w 80"/>
                <a:gd name="T3" fmla="*/ 17 h 57"/>
                <a:gd name="T4" fmla="*/ 0 w 80"/>
                <a:gd name="T5" fmla="*/ 17 h 57"/>
                <a:gd name="T6" fmla="*/ 0 w 80"/>
                <a:gd name="T7" fmla="*/ 21 h 57"/>
                <a:gd name="T8" fmla="*/ 0 w 80"/>
                <a:gd name="T9" fmla="*/ 52 h 57"/>
                <a:gd name="T10" fmla="*/ 0 w 80"/>
                <a:gd name="T11" fmla="*/ 57 h 57"/>
                <a:gd name="T12" fmla="*/ 5 w 80"/>
                <a:gd name="T13" fmla="*/ 56 h 57"/>
                <a:gd name="T14" fmla="*/ 67 w 80"/>
                <a:gd name="T15" fmla="*/ 24 h 57"/>
                <a:gd name="T16" fmla="*/ 76 w 80"/>
                <a:gd name="T17" fmla="*/ 10 h 57"/>
                <a:gd name="T18" fmla="*/ 80 w 80"/>
                <a:gd name="T19" fmla="*/ 0 h 57"/>
                <a:gd name="T20" fmla="*/ 71 w 80"/>
                <a:gd name="T21" fmla="*/ 4 h 57"/>
                <a:gd name="T22" fmla="*/ 47 w 80"/>
                <a:gd name="T23" fmla="*/ 1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0" h="57">
                  <a:moveTo>
                    <a:pt x="47" y="11"/>
                  </a:moveTo>
                  <a:cubicBezTo>
                    <a:pt x="31" y="15"/>
                    <a:pt x="15" y="16"/>
                    <a:pt x="4" y="17"/>
                  </a:cubicBezTo>
                  <a:cubicBezTo>
                    <a:pt x="0" y="17"/>
                    <a:pt x="0" y="17"/>
                    <a:pt x="0" y="17"/>
                  </a:cubicBezTo>
                  <a:cubicBezTo>
                    <a:pt x="0" y="21"/>
                    <a:pt x="0" y="21"/>
                    <a:pt x="0" y="21"/>
                  </a:cubicBezTo>
                  <a:cubicBezTo>
                    <a:pt x="0" y="52"/>
                    <a:pt x="0" y="52"/>
                    <a:pt x="0" y="52"/>
                  </a:cubicBezTo>
                  <a:cubicBezTo>
                    <a:pt x="0" y="57"/>
                    <a:pt x="0" y="57"/>
                    <a:pt x="0" y="57"/>
                  </a:cubicBezTo>
                  <a:cubicBezTo>
                    <a:pt x="5" y="56"/>
                    <a:pt x="5" y="56"/>
                    <a:pt x="5" y="56"/>
                  </a:cubicBezTo>
                  <a:cubicBezTo>
                    <a:pt x="32" y="54"/>
                    <a:pt x="53" y="43"/>
                    <a:pt x="67" y="24"/>
                  </a:cubicBezTo>
                  <a:cubicBezTo>
                    <a:pt x="71" y="20"/>
                    <a:pt x="74" y="15"/>
                    <a:pt x="76" y="10"/>
                  </a:cubicBezTo>
                  <a:cubicBezTo>
                    <a:pt x="80" y="0"/>
                    <a:pt x="80" y="0"/>
                    <a:pt x="80" y="0"/>
                  </a:cubicBezTo>
                  <a:cubicBezTo>
                    <a:pt x="71" y="4"/>
                    <a:pt x="71" y="4"/>
                    <a:pt x="71" y="4"/>
                  </a:cubicBezTo>
                  <a:cubicBezTo>
                    <a:pt x="64" y="7"/>
                    <a:pt x="56" y="9"/>
                    <a:pt x="47"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 name="Freeform 323"/>
            <p:cNvSpPr>
              <a:spLocks/>
            </p:cNvSpPr>
            <p:nvPr/>
          </p:nvSpPr>
          <p:spPr bwMode="auto">
            <a:xfrm>
              <a:off x="679450" y="4745038"/>
              <a:ext cx="119063" cy="63500"/>
            </a:xfrm>
            <a:custGeom>
              <a:avLst/>
              <a:gdLst>
                <a:gd name="T0" fmla="*/ 91 w 91"/>
                <a:gd name="T1" fmla="*/ 10 h 49"/>
                <a:gd name="T2" fmla="*/ 89 w 91"/>
                <a:gd name="T3" fmla="*/ 9 h 49"/>
                <a:gd name="T4" fmla="*/ 83 w 91"/>
                <a:gd name="T5" fmla="*/ 5 h 49"/>
                <a:gd name="T6" fmla="*/ 83 w 91"/>
                <a:gd name="T7" fmla="*/ 5 h 49"/>
                <a:gd name="T8" fmla="*/ 82 w 91"/>
                <a:gd name="T9" fmla="*/ 5 h 49"/>
                <a:gd name="T10" fmla="*/ 81 w 91"/>
                <a:gd name="T11" fmla="*/ 4 h 49"/>
                <a:gd name="T12" fmla="*/ 80 w 91"/>
                <a:gd name="T13" fmla="*/ 4 h 49"/>
                <a:gd name="T14" fmla="*/ 47 w 91"/>
                <a:gd name="T15" fmla="*/ 0 h 49"/>
                <a:gd name="T16" fmla="*/ 47 w 91"/>
                <a:gd name="T17" fmla="*/ 0 h 49"/>
                <a:gd name="T18" fmla="*/ 9 w 91"/>
                <a:gd name="T19" fmla="*/ 2 h 49"/>
                <a:gd name="T20" fmla="*/ 4 w 91"/>
                <a:gd name="T21" fmla="*/ 3 h 49"/>
                <a:gd name="T22" fmla="*/ 0 w 91"/>
                <a:gd name="T23" fmla="*/ 4 h 49"/>
                <a:gd name="T24" fmla="*/ 0 w 91"/>
                <a:gd name="T25" fmla="*/ 7 h 49"/>
                <a:gd name="T26" fmla="*/ 0 w 91"/>
                <a:gd name="T27" fmla="*/ 45 h 49"/>
                <a:gd name="T28" fmla="*/ 0 w 91"/>
                <a:gd name="T29" fmla="*/ 49 h 49"/>
                <a:gd name="T30" fmla="*/ 5 w 91"/>
                <a:gd name="T31" fmla="*/ 49 h 49"/>
                <a:gd name="T32" fmla="*/ 24 w 91"/>
                <a:gd name="T33" fmla="*/ 47 h 49"/>
                <a:gd name="T34" fmla="*/ 78 w 91"/>
                <a:gd name="T35" fmla="*/ 31 h 49"/>
                <a:gd name="T36" fmla="*/ 91 w 91"/>
                <a:gd name="T37" fmla="*/ 13 h 49"/>
                <a:gd name="T38" fmla="*/ 91 w 91"/>
                <a:gd name="T39" fmla="*/ 12 h 49"/>
                <a:gd name="T40" fmla="*/ 91 w 91"/>
                <a:gd name="T41" fmla="*/ 1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1" h="49">
                  <a:moveTo>
                    <a:pt x="91" y="10"/>
                  </a:moveTo>
                  <a:cubicBezTo>
                    <a:pt x="89" y="9"/>
                    <a:pt x="89" y="9"/>
                    <a:pt x="89" y="9"/>
                  </a:cubicBezTo>
                  <a:cubicBezTo>
                    <a:pt x="87" y="8"/>
                    <a:pt x="85" y="6"/>
                    <a:pt x="83" y="5"/>
                  </a:cubicBezTo>
                  <a:cubicBezTo>
                    <a:pt x="83" y="5"/>
                    <a:pt x="83" y="5"/>
                    <a:pt x="83" y="5"/>
                  </a:cubicBezTo>
                  <a:cubicBezTo>
                    <a:pt x="82" y="5"/>
                    <a:pt x="82" y="5"/>
                    <a:pt x="82" y="5"/>
                  </a:cubicBezTo>
                  <a:cubicBezTo>
                    <a:pt x="81" y="4"/>
                    <a:pt x="81" y="4"/>
                    <a:pt x="81" y="4"/>
                  </a:cubicBezTo>
                  <a:cubicBezTo>
                    <a:pt x="81" y="4"/>
                    <a:pt x="80" y="4"/>
                    <a:pt x="80" y="4"/>
                  </a:cubicBezTo>
                  <a:cubicBezTo>
                    <a:pt x="70" y="1"/>
                    <a:pt x="55" y="0"/>
                    <a:pt x="47" y="0"/>
                  </a:cubicBezTo>
                  <a:cubicBezTo>
                    <a:pt x="47" y="0"/>
                    <a:pt x="47" y="0"/>
                    <a:pt x="47" y="0"/>
                  </a:cubicBezTo>
                  <a:cubicBezTo>
                    <a:pt x="33" y="0"/>
                    <a:pt x="19" y="1"/>
                    <a:pt x="9" y="2"/>
                  </a:cubicBezTo>
                  <a:cubicBezTo>
                    <a:pt x="7" y="3"/>
                    <a:pt x="6" y="3"/>
                    <a:pt x="4" y="3"/>
                  </a:cubicBezTo>
                  <a:cubicBezTo>
                    <a:pt x="0" y="4"/>
                    <a:pt x="0" y="4"/>
                    <a:pt x="0" y="4"/>
                  </a:cubicBezTo>
                  <a:cubicBezTo>
                    <a:pt x="0" y="7"/>
                    <a:pt x="0" y="7"/>
                    <a:pt x="0" y="7"/>
                  </a:cubicBezTo>
                  <a:cubicBezTo>
                    <a:pt x="0" y="45"/>
                    <a:pt x="0" y="45"/>
                    <a:pt x="0" y="45"/>
                  </a:cubicBezTo>
                  <a:cubicBezTo>
                    <a:pt x="0" y="49"/>
                    <a:pt x="0" y="49"/>
                    <a:pt x="0" y="49"/>
                  </a:cubicBezTo>
                  <a:cubicBezTo>
                    <a:pt x="5" y="49"/>
                    <a:pt x="5" y="49"/>
                    <a:pt x="5" y="49"/>
                  </a:cubicBezTo>
                  <a:cubicBezTo>
                    <a:pt x="11" y="48"/>
                    <a:pt x="18" y="48"/>
                    <a:pt x="24" y="47"/>
                  </a:cubicBezTo>
                  <a:cubicBezTo>
                    <a:pt x="33" y="46"/>
                    <a:pt x="62" y="41"/>
                    <a:pt x="78" y="31"/>
                  </a:cubicBezTo>
                  <a:cubicBezTo>
                    <a:pt x="87" y="25"/>
                    <a:pt x="91" y="20"/>
                    <a:pt x="91" y="13"/>
                  </a:cubicBezTo>
                  <a:cubicBezTo>
                    <a:pt x="91" y="12"/>
                    <a:pt x="91" y="12"/>
                    <a:pt x="91" y="12"/>
                  </a:cubicBezTo>
                  <a:lnTo>
                    <a:pt x="91"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 name="Freeform 324"/>
            <p:cNvSpPr>
              <a:spLocks/>
            </p:cNvSpPr>
            <p:nvPr/>
          </p:nvSpPr>
          <p:spPr bwMode="auto">
            <a:xfrm>
              <a:off x="474663" y="4629150"/>
              <a:ext cx="388938" cy="173037"/>
            </a:xfrm>
            <a:custGeom>
              <a:avLst/>
              <a:gdLst>
                <a:gd name="T0" fmla="*/ 39 w 300"/>
                <a:gd name="T1" fmla="*/ 88 h 133"/>
                <a:gd name="T2" fmla="*/ 39 w 300"/>
                <a:gd name="T3" fmla="*/ 87 h 133"/>
                <a:gd name="T4" fmla="*/ 39 w 300"/>
                <a:gd name="T5" fmla="*/ 87 h 133"/>
                <a:gd name="T6" fmla="*/ 41 w 300"/>
                <a:gd name="T7" fmla="*/ 85 h 133"/>
                <a:gd name="T8" fmla="*/ 56 w 300"/>
                <a:gd name="T9" fmla="*/ 78 h 133"/>
                <a:gd name="T10" fmla="*/ 94 w 300"/>
                <a:gd name="T11" fmla="*/ 73 h 133"/>
                <a:gd name="T12" fmla="*/ 136 w 300"/>
                <a:gd name="T13" fmla="*/ 76 h 133"/>
                <a:gd name="T14" fmla="*/ 140 w 300"/>
                <a:gd name="T15" fmla="*/ 76 h 133"/>
                <a:gd name="T16" fmla="*/ 140 w 300"/>
                <a:gd name="T17" fmla="*/ 72 h 133"/>
                <a:gd name="T18" fmla="*/ 140 w 300"/>
                <a:gd name="T19" fmla="*/ 38 h 133"/>
                <a:gd name="T20" fmla="*/ 159 w 300"/>
                <a:gd name="T21" fmla="*/ 38 h 133"/>
                <a:gd name="T22" fmla="*/ 159 w 300"/>
                <a:gd name="T23" fmla="*/ 72 h 133"/>
                <a:gd name="T24" fmla="*/ 159 w 300"/>
                <a:gd name="T25" fmla="*/ 76 h 133"/>
                <a:gd name="T26" fmla="*/ 164 w 300"/>
                <a:gd name="T27" fmla="*/ 76 h 133"/>
                <a:gd name="T28" fmla="*/ 206 w 300"/>
                <a:gd name="T29" fmla="*/ 73 h 133"/>
                <a:gd name="T30" fmla="*/ 235 w 300"/>
                <a:gd name="T31" fmla="*/ 75 h 133"/>
                <a:gd name="T32" fmla="*/ 259 w 300"/>
                <a:gd name="T33" fmla="*/ 85 h 133"/>
                <a:gd name="T34" fmla="*/ 260 w 300"/>
                <a:gd name="T35" fmla="*/ 87 h 133"/>
                <a:gd name="T36" fmla="*/ 261 w 300"/>
                <a:gd name="T37" fmla="*/ 87 h 133"/>
                <a:gd name="T38" fmla="*/ 261 w 300"/>
                <a:gd name="T39" fmla="*/ 88 h 133"/>
                <a:gd name="T40" fmla="*/ 292 w 300"/>
                <a:gd name="T41" fmla="*/ 120 h 133"/>
                <a:gd name="T42" fmla="*/ 300 w 300"/>
                <a:gd name="T43" fmla="*/ 133 h 133"/>
                <a:gd name="T44" fmla="*/ 300 w 300"/>
                <a:gd name="T45" fmla="*/ 0 h 133"/>
                <a:gd name="T46" fmla="*/ 0 w 300"/>
                <a:gd name="T47" fmla="*/ 0 h 133"/>
                <a:gd name="T48" fmla="*/ 0 w 300"/>
                <a:gd name="T49" fmla="*/ 133 h 133"/>
                <a:gd name="T50" fmla="*/ 8 w 300"/>
                <a:gd name="T51" fmla="*/ 120 h 133"/>
                <a:gd name="T52" fmla="*/ 39 w 300"/>
                <a:gd name="T53" fmla="*/ 88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0" h="133">
                  <a:moveTo>
                    <a:pt x="39" y="88"/>
                  </a:moveTo>
                  <a:cubicBezTo>
                    <a:pt x="39" y="87"/>
                    <a:pt x="39" y="87"/>
                    <a:pt x="39" y="87"/>
                  </a:cubicBezTo>
                  <a:cubicBezTo>
                    <a:pt x="39" y="87"/>
                    <a:pt x="39" y="87"/>
                    <a:pt x="39" y="87"/>
                  </a:cubicBezTo>
                  <a:cubicBezTo>
                    <a:pt x="40" y="86"/>
                    <a:pt x="41" y="86"/>
                    <a:pt x="41" y="85"/>
                  </a:cubicBezTo>
                  <a:cubicBezTo>
                    <a:pt x="45" y="82"/>
                    <a:pt x="50" y="80"/>
                    <a:pt x="56" y="78"/>
                  </a:cubicBezTo>
                  <a:cubicBezTo>
                    <a:pt x="69" y="74"/>
                    <a:pt x="84" y="73"/>
                    <a:pt x="94" y="73"/>
                  </a:cubicBezTo>
                  <a:cubicBezTo>
                    <a:pt x="110" y="73"/>
                    <a:pt x="126" y="75"/>
                    <a:pt x="136" y="76"/>
                  </a:cubicBezTo>
                  <a:cubicBezTo>
                    <a:pt x="140" y="76"/>
                    <a:pt x="140" y="76"/>
                    <a:pt x="140" y="76"/>
                  </a:cubicBezTo>
                  <a:cubicBezTo>
                    <a:pt x="140" y="72"/>
                    <a:pt x="140" y="72"/>
                    <a:pt x="140" y="72"/>
                  </a:cubicBezTo>
                  <a:cubicBezTo>
                    <a:pt x="140" y="38"/>
                    <a:pt x="140" y="38"/>
                    <a:pt x="140" y="38"/>
                  </a:cubicBezTo>
                  <a:cubicBezTo>
                    <a:pt x="159" y="38"/>
                    <a:pt x="159" y="38"/>
                    <a:pt x="159" y="38"/>
                  </a:cubicBezTo>
                  <a:cubicBezTo>
                    <a:pt x="159" y="72"/>
                    <a:pt x="159" y="72"/>
                    <a:pt x="159" y="72"/>
                  </a:cubicBezTo>
                  <a:cubicBezTo>
                    <a:pt x="159" y="76"/>
                    <a:pt x="159" y="76"/>
                    <a:pt x="159" y="76"/>
                  </a:cubicBezTo>
                  <a:cubicBezTo>
                    <a:pt x="164" y="76"/>
                    <a:pt x="164" y="76"/>
                    <a:pt x="164" y="76"/>
                  </a:cubicBezTo>
                  <a:cubicBezTo>
                    <a:pt x="174" y="75"/>
                    <a:pt x="190" y="73"/>
                    <a:pt x="206" y="73"/>
                  </a:cubicBezTo>
                  <a:cubicBezTo>
                    <a:pt x="217" y="73"/>
                    <a:pt x="227" y="74"/>
                    <a:pt x="235" y="75"/>
                  </a:cubicBezTo>
                  <a:cubicBezTo>
                    <a:pt x="243" y="77"/>
                    <a:pt x="252" y="79"/>
                    <a:pt x="259" y="85"/>
                  </a:cubicBezTo>
                  <a:cubicBezTo>
                    <a:pt x="259" y="86"/>
                    <a:pt x="260" y="86"/>
                    <a:pt x="260" y="87"/>
                  </a:cubicBezTo>
                  <a:cubicBezTo>
                    <a:pt x="261" y="87"/>
                    <a:pt x="261" y="87"/>
                    <a:pt x="261" y="87"/>
                  </a:cubicBezTo>
                  <a:cubicBezTo>
                    <a:pt x="261" y="88"/>
                    <a:pt x="261" y="88"/>
                    <a:pt x="261" y="88"/>
                  </a:cubicBezTo>
                  <a:cubicBezTo>
                    <a:pt x="269" y="94"/>
                    <a:pt x="280" y="104"/>
                    <a:pt x="292" y="120"/>
                  </a:cubicBezTo>
                  <a:cubicBezTo>
                    <a:pt x="295" y="124"/>
                    <a:pt x="297" y="128"/>
                    <a:pt x="300" y="133"/>
                  </a:cubicBezTo>
                  <a:cubicBezTo>
                    <a:pt x="300" y="0"/>
                    <a:pt x="300" y="0"/>
                    <a:pt x="300" y="0"/>
                  </a:cubicBezTo>
                  <a:cubicBezTo>
                    <a:pt x="0" y="0"/>
                    <a:pt x="0" y="0"/>
                    <a:pt x="0" y="0"/>
                  </a:cubicBezTo>
                  <a:cubicBezTo>
                    <a:pt x="0" y="133"/>
                    <a:pt x="0" y="133"/>
                    <a:pt x="0" y="133"/>
                  </a:cubicBezTo>
                  <a:cubicBezTo>
                    <a:pt x="3" y="128"/>
                    <a:pt x="5" y="124"/>
                    <a:pt x="8" y="120"/>
                  </a:cubicBezTo>
                  <a:cubicBezTo>
                    <a:pt x="19" y="104"/>
                    <a:pt x="31" y="94"/>
                    <a:pt x="39"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 name="Freeform 325"/>
            <p:cNvSpPr>
              <a:spLocks/>
            </p:cNvSpPr>
            <p:nvPr/>
          </p:nvSpPr>
          <p:spPr bwMode="auto">
            <a:xfrm>
              <a:off x="760413" y="4775200"/>
              <a:ext cx="103188" cy="331787"/>
            </a:xfrm>
            <a:custGeom>
              <a:avLst/>
              <a:gdLst>
                <a:gd name="T0" fmla="*/ 47 w 79"/>
                <a:gd name="T1" fmla="*/ 4 h 256"/>
                <a:gd name="T2" fmla="*/ 44 w 79"/>
                <a:gd name="T3" fmla="*/ 0 h 256"/>
                <a:gd name="T4" fmla="*/ 41 w 79"/>
                <a:gd name="T5" fmla="*/ 5 h 256"/>
                <a:gd name="T6" fmla="*/ 39 w 79"/>
                <a:gd name="T7" fmla="*/ 9 h 256"/>
                <a:gd name="T8" fmla="*/ 38 w 79"/>
                <a:gd name="T9" fmla="*/ 10 h 256"/>
                <a:gd name="T10" fmla="*/ 38 w 79"/>
                <a:gd name="T11" fmla="*/ 11 h 256"/>
                <a:gd name="T12" fmla="*/ 27 w 79"/>
                <a:gd name="T13" fmla="*/ 45 h 256"/>
                <a:gd name="T14" fmla="*/ 26 w 79"/>
                <a:gd name="T15" fmla="*/ 46 h 256"/>
                <a:gd name="T16" fmla="*/ 26 w 79"/>
                <a:gd name="T17" fmla="*/ 47 h 256"/>
                <a:gd name="T18" fmla="*/ 21 w 79"/>
                <a:gd name="T19" fmla="*/ 83 h 256"/>
                <a:gd name="T20" fmla="*/ 6 w 79"/>
                <a:gd name="T21" fmla="*/ 122 h 256"/>
                <a:gd name="T22" fmla="*/ 4 w 79"/>
                <a:gd name="T23" fmla="*/ 152 h 256"/>
                <a:gd name="T24" fmla="*/ 0 w 79"/>
                <a:gd name="T25" fmla="*/ 166 h 256"/>
                <a:gd name="T26" fmla="*/ 15 w 79"/>
                <a:gd name="T27" fmla="*/ 163 h 256"/>
                <a:gd name="T28" fmla="*/ 55 w 79"/>
                <a:gd name="T29" fmla="*/ 203 h 256"/>
                <a:gd name="T30" fmla="*/ 55 w 79"/>
                <a:gd name="T31" fmla="*/ 206 h 256"/>
                <a:gd name="T32" fmla="*/ 51 w 79"/>
                <a:gd name="T33" fmla="*/ 256 h 256"/>
                <a:gd name="T34" fmla="*/ 79 w 79"/>
                <a:gd name="T35" fmla="*/ 256 h 256"/>
                <a:gd name="T36" fmla="*/ 79 w 79"/>
                <a:gd name="T37" fmla="*/ 57 h 256"/>
                <a:gd name="T38" fmla="*/ 60 w 79"/>
                <a:gd name="T39" fmla="*/ 20 h 256"/>
                <a:gd name="T40" fmla="*/ 47 w 79"/>
                <a:gd name="T41" fmla="*/ 4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9" h="256">
                  <a:moveTo>
                    <a:pt x="47" y="4"/>
                  </a:moveTo>
                  <a:cubicBezTo>
                    <a:pt x="44" y="0"/>
                    <a:pt x="44" y="0"/>
                    <a:pt x="44" y="0"/>
                  </a:cubicBezTo>
                  <a:cubicBezTo>
                    <a:pt x="41" y="5"/>
                    <a:pt x="41" y="5"/>
                    <a:pt x="41" y="5"/>
                  </a:cubicBezTo>
                  <a:cubicBezTo>
                    <a:pt x="40" y="7"/>
                    <a:pt x="39" y="8"/>
                    <a:pt x="39" y="9"/>
                  </a:cubicBezTo>
                  <a:cubicBezTo>
                    <a:pt x="38" y="10"/>
                    <a:pt x="38" y="10"/>
                    <a:pt x="38" y="10"/>
                  </a:cubicBezTo>
                  <a:cubicBezTo>
                    <a:pt x="38" y="11"/>
                    <a:pt x="38" y="11"/>
                    <a:pt x="38" y="11"/>
                  </a:cubicBezTo>
                  <a:cubicBezTo>
                    <a:pt x="37" y="16"/>
                    <a:pt x="35" y="29"/>
                    <a:pt x="27" y="45"/>
                  </a:cubicBezTo>
                  <a:cubicBezTo>
                    <a:pt x="26" y="46"/>
                    <a:pt x="26" y="46"/>
                    <a:pt x="26" y="46"/>
                  </a:cubicBezTo>
                  <a:cubicBezTo>
                    <a:pt x="26" y="47"/>
                    <a:pt x="26" y="47"/>
                    <a:pt x="26" y="47"/>
                  </a:cubicBezTo>
                  <a:cubicBezTo>
                    <a:pt x="26" y="55"/>
                    <a:pt x="25" y="68"/>
                    <a:pt x="21" y="83"/>
                  </a:cubicBezTo>
                  <a:cubicBezTo>
                    <a:pt x="17" y="95"/>
                    <a:pt x="6" y="122"/>
                    <a:pt x="6" y="122"/>
                  </a:cubicBezTo>
                  <a:cubicBezTo>
                    <a:pt x="6" y="129"/>
                    <a:pt x="5" y="140"/>
                    <a:pt x="4" y="152"/>
                  </a:cubicBezTo>
                  <a:cubicBezTo>
                    <a:pt x="3" y="156"/>
                    <a:pt x="2" y="161"/>
                    <a:pt x="0" y="166"/>
                  </a:cubicBezTo>
                  <a:cubicBezTo>
                    <a:pt x="5" y="164"/>
                    <a:pt x="10" y="163"/>
                    <a:pt x="15" y="163"/>
                  </a:cubicBezTo>
                  <a:cubicBezTo>
                    <a:pt x="37" y="163"/>
                    <a:pt x="55" y="181"/>
                    <a:pt x="55" y="203"/>
                  </a:cubicBezTo>
                  <a:cubicBezTo>
                    <a:pt x="55" y="206"/>
                    <a:pt x="55" y="206"/>
                    <a:pt x="55" y="206"/>
                  </a:cubicBezTo>
                  <a:cubicBezTo>
                    <a:pt x="55" y="225"/>
                    <a:pt x="54" y="241"/>
                    <a:pt x="51" y="256"/>
                  </a:cubicBezTo>
                  <a:cubicBezTo>
                    <a:pt x="79" y="256"/>
                    <a:pt x="79" y="256"/>
                    <a:pt x="79" y="256"/>
                  </a:cubicBezTo>
                  <a:cubicBezTo>
                    <a:pt x="79" y="57"/>
                    <a:pt x="79" y="57"/>
                    <a:pt x="79" y="57"/>
                  </a:cubicBezTo>
                  <a:cubicBezTo>
                    <a:pt x="74" y="44"/>
                    <a:pt x="67" y="31"/>
                    <a:pt x="60" y="20"/>
                  </a:cubicBezTo>
                  <a:cubicBezTo>
                    <a:pt x="56" y="15"/>
                    <a:pt x="52" y="9"/>
                    <a:pt x="4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 name="Freeform 326"/>
            <p:cNvSpPr>
              <a:spLocks/>
            </p:cNvSpPr>
            <p:nvPr/>
          </p:nvSpPr>
          <p:spPr bwMode="auto">
            <a:xfrm>
              <a:off x="474663" y="4775200"/>
              <a:ext cx="254000" cy="331787"/>
            </a:xfrm>
            <a:custGeom>
              <a:avLst/>
              <a:gdLst>
                <a:gd name="T0" fmla="*/ 52 w 197"/>
                <a:gd name="T1" fmla="*/ 131 h 256"/>
                <a:gd name="T2" fmla="*/ 0 w 197"/>
                <a:gd name="T3" fmla="*/ 196 h 256"/>
                <a:gd name="T4" fmla="*/ 0 w 197"/>
                <a:gd name="T5" fmla="*/ 213 h 256"/>
                <a:gd name="T6" fmla="*/ 34 w 197"/>
                <a:gd name="T7" fmla="*/ 213 h 256"/>
                <a:gd name="T8" fmla="*/ 63 w 197"/>
                <a:gd name="T9" fmla="*/ 227 h 256"/>
                <a:gd name="T10" fmla="*/ 67 w 197"/>
                <a:gd name="T11" fmla="*/ 229 h 256"/>
                <a:gd name="T12" fmla="*/ 96 w 197"/>
                <a:gd name="T13" fmla="*/ 246 h 256"/>
                <a:gd name="T14" fmla="*/ 116 w 197"/>
                <a:gd name="T15" fmla="*/ 256 h 256"/>
                <a:gd name="T16" fmla="*/ 188 w 197"/>
                <a:gd name="T17" fmla="*/ 256 h 256"/>
                <a:gd name="T18" fmla="*/ 196 w 197"/>
                <a:gd name="T19" fmla="*/ 206 h 256"/>
                <a:gd name="T20" fmla="*/ 196 w 197"/>
                <a:gd name="T21" fmla="*/ 203 h 256"/>
                <a:gd name="T22" fmla="*/ 197 w 197"/>
                <a:gd name="T23" fmla="*/ 200 h 256"/>
                <a:gd name="T24" fmla="*/ 185 w 197"/>
                <a:gd name="T25" fmla="*/ 202 h 256"/>
                <a:gd name="T26" fmla="*/ 165 w 197"/>
                <a:gd name="T27" fmla="*/ 197 h 256"/>
                <a:gd name="T28" fmla="*/ 159 w 197"/>
                <a:gd name="T29" fmla="*/ 195 h 256"/>
                <a:gd name="T30" fmla="*/ 159 w 197"/>
                <a:gd name="T31" fmla="*/ 201 h 256"/>
                <a:gd name="T32" fmla="*/ 159 w 197"/>
                <a:gd name="T33" fmla="*/ 227 h 256"/>
                <a:gd name="T34" fmla="*/ 140 w 197"/>
                <a:gd name="T35" fmla="*/ 227 h 256"/>
                <a:gd name="T36" fmla="*/ 140 w 197"/>
                <a:gd name="T37" fmla="*/ 201 h 256"/>
                <a:gd name="T38" fmla="*/ 140 w 197"/>
                <a:gd name="T39" fmla="*/ 195 h 256"/>
                <a:gd name="T40" fmla="*/ 135 w 197"/>
                <a:gd name="T41" fmla="*/ 197 h 256"/>
                <a:gd name="T42" fmla="*/ 115 w 197"/>
                <a:gd name="T43" fmla="*/ 202 h 256"/>
                <a:gd name="T44" fmla="*/ 90 w 197"/>
                <a:gd name="T45" fmla="*/ 190 h 256"/>
                <a:gd name="T46" fmla="*/ 78 w 197"/>
                <a:gd name="T47" fmla="*/ 165 h 256"/>
                <a:gd name="T48" fmla="*/ 73 w 197"/>
                <a:gd name="T49" fmla="*/ 122 h 256"/>
                <a:gd name="T50" fmla="*/ 66 w 197"/>
                <a:gd name="T51" fmla="*/ 102 h 256"/>
                <a:gd name="T52" fmla="*/ 53 w 197"/>
                <a:gd name="T53" fmla="*/ 47 h 256"/>
                <a:gd name="T54" fmla="*/ 52 w 197"/>
                <a:gd name="T55" fmla="*/ 46 h 256"/>
                <a:gd name="T56" fmla="*/ 52 w 197"/>
                <a:gd name="T57" fmla="*/ 45 h 256"/>
                <a:gd name="T58" fmla="*/ 41 w 197"/>
                <a:gd name="T59" fmla="*/ 11 h 256"/>
                <a:gd name="T60" fmla="*/ 41 w 197"/>
                <a:gd name="T61" fmla="*/ 10 h 256"/>
                <a:gd name="T62" fmla="*/ 40 w 197"/>
                <a:gd name="T63" fmla="*/ 9 h 256"/>
                <a:gd name="T64" fmla="*/ 38 w 197"/>
                <a:gd name="T65" fmla="*/ 5 h 256"/>
                <a:gd name="T66" fmla="*/ 35 w 197"/>
                <a:gd name="T67" fmla="*/ 0 h 256"/>
                <a:gd name="T68" fmla="*/ 31 w 197"/>
                <a:gd name="T69" fmla="*/ 4 h 256"/>
                <a:gd name="T70" fmla="*/ 21 w 197"/>
                <a:gd name="T71" fmla="*/ 18 h 256"/>
                <a:gd name="T72" fmla="*/ 14 w 197"/>
                <a:gd name="T73" fmla="*/ 29 h 256"/>
                <a:gd name="T74" fmla="*/ 52 w 197"/>
                <a:gd name="T75" fmla="*/ 131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7" h="256">
                  <a:moveTo>
                    <a:pt x="52" y="131"/>
                  </a:moveTo>
                  <a:cubicBezTo>
                    <a:pt x="45" y="160"/>
                    <a:pt x="26" y="184"/>
                    <a:pt x="0" y="196"/>
                  </a:cubicBezTo>
                  <a:cubicBezTo>
                    <a:pt x="0" y="213"/>
                    <a:pt x="0" y="213"/>
                    <a:pt x="0" y="213"/>
                  </a:cubicBezTo>
                  <a:cubicBezTo>
                    <a:pt x="34" y="213"/>
                    <a:pt x="34" y="213"/>
                    <a:pt x="34" y="213"/>
                  </a:cubicBezTo>
                  <a:cubicBezTo>
                    <a:pt x="45" y="213"/>
                    <a:pt x="56" y="218"/>
                    <a:pt x="63" y="227"/>
                  </a:cubicBezTo>
                  <a:cubicBezTo>
                    <a:pt x="64" y="228"/>
                    <a:pt x="66" y="228"/>
                    <a:pt x="67" y="229"/>
                  </a:cubicBezTo>
                  <a:cubicBezTo>
                    <a:pt x="73" y="233"/>
                    <a:pt x="84" y="240"/>
                    <a:pt x="96" y="246"/>
                  </a:cubicBezTo>
                  <a:cubicBezTo>
                    <a:pt x="102" y="250"/>
                    <a:pt x="109" y="253"/>
                    <a:pt x="116" y="256"/>
                  </a:cubicBezTo>
                  <a:cubicBezTo>
                    <a:pt x="188" y="256"/>
                    <a:pt x="188" y="256"/>
                    <a:pt x="188" y="256"/>
                  </a:cubicBezTo>
                  <a:cubicBezTo>
                    <a:pt x="192" y="249"/>
                    <a:pt x="196" y="234"/>
                    <a:pt x="196" y="206"/>
                  </a:cubicBezTo>
                  <a:cubicBezTo>
                    <a:pt x="196" y="203"/>
                    <a:pt x="196" y="203"/>
                    <a:pt x="196" y="203"/>
                  </a:cubicBezTo>
                  <a:cubicBezTo>
                    <a:pt x="196" y="202"/>
                    <a:pt x="196" y="201"/>
                    <a:pt x="197" y="200"/>
                  </a:cubicBezTo>
                  <a:cubicBezTo>
                    <a:pt x="193" y="201"/>
                    <a:pt x="189" y="202"/>
                    <a:pt x="185" y="202"/>
                  </a:cubicBezTo>
                  <a:cubicBezTo>
                    <a:pt x="178" y="202"/>
                    <a:pt x="172" y="201"/>
                    <a:pt x="165" y="197"/>
                  </a:cubicBezTo>
                  <a:cubicBezTo>
                    <a:pt x="159" y="195"/>
                    <a:pt x="159" y="195"/>
                    <a:pt x="159" y="195"/>
                  </a:cubicBezTo>
                  <a:cubicBezTo>
                    <a:pt x="159" y="201"/>
                    <a:pt x="159" y="201"/>
                    <a:pt x="159" y="201"/>
                  </a:cubicBezTo>
                  <a:cubicBezTo>
                    <a:pt x="159" y="227"/>
                    <a:pt x="159" y="227"/>
                    <a:pt x="159" y="227"/>
                  </a:cubicBezTo>
                  <a:cubicBezTo>
                    <a:pt x="140" y="227"/>
                    <a:pt x="140" y="227"/>
                    <a:pt x="140" y="227"/>
                  </a:cubicBezTo>
                  <a:cubicBezTo>
                    <a:pt x="140" y="201"/>
                    <a:pt x="140" y="201"/>
                    <a:pt x="140" y="201"/>
                  </a:cubicBezTo>
                  <a:cubicBezTo>
                    <a:pt x="140" y="195"/>
                    <a:pt x="140" y="195"/>
                    <a:pt x="140" y="195"/>
                  </a:cubicBezTo>
                  <a:cubicBezTo>
                    <a:pt x="135" y="197"/>
                    <a:pt x="135" y="197"/>
                    <a:pt x="135" y="197"/>
                  </a:cubicBezTo>
                  <a:cubicBezTo>
                    <a:pt x="128" y="201"/>
                    <a:pt x="121" y="202"/>
                    <a:pt x="115" y="202"/>
                  </a:cubicBezTo>
                  <a:cubicBezTo>
                    <a:pt x="105" y="202"/>
                    <a:pt x="96" y="198"/>
                    <a:pt x="90" y="190"/>
                  </a:cubicBezTo>
                  <a:cubicBezTo>
                    <a:pt x="85" y="184"/>
                    <a:pt x="81" y="176"/>
                    <a:pt x="78" y="165"/>
                  </a:cubicBezTo>
                  <a:cubicBezTo>
                    <a:pt x="75" y="153"/>
                    <a:pt x="73" y="138"/>
                    <a:pt x="73" y="122"/>
                  </a:cubicBezTo>
                  <a:cubicBezTo>
                    <a:pt x="73" y="122"/>
                    <a:pt x="68" y="107"/>
                    <a:pt x="66" y="102"/>
                  </a:cubicBezTo>
                  <a:cubicBezTo>
                    <a:pt x="55" y="81"/>
                    <a:pt x="53" y="58"/>
                    <a:pt x="53" y="47"/>
                  </a:cubicBezTo>
                  <a:cubicBezTo>
                    <a:pt x="52" y="46"/>
                    <a:pt x="52" y="46"/>
                    <a:pt x="52" y="46"/>
                  </a:cubicBezTo>
                  <a:cubicBezTo>
                    <a:pt x="52" y="45"/>
                    <a:pt x="52" y="45"/>
                    <a:pt x="52" y="45"/>
                  </a:cubicBezTo>
                  <a:cubicBezTo>
                    <a:pt x="44" y="29"/>
                    <a:pt x="41" y="15"/>
                    <a:pt x="41" y="11"/>
                  </a:cubicBezTo>
                  <a:cubicBezTo>
                    <a:pt x="41" y="10"/>
                    <a:pt x="41" y="10"/>
                    <a:pt x="41" y="10"/>
                  </a:cubicBezTo>
                  <a:cubicBezTo>
                    <a:pt x="40" y="9"/>
                    <a:pt x="40" y="9"/>
                    <a:pt x="40" y="9"/>
                  </a:cubicBezTo>
                  <a:cubicBezTo>
                    <a:pt x="39" y="8"/>
                    <a:pt x="39" y="7"/>
                    <a:pt x="38" y="5"/>
                  </a:cubicBezTo>
                  <a:cubicBezTo>
                    <a:pt x="35" y="0"/>
                    <a:pt x="35" y="0"/>
                    <a:pt x="35" y="0"/>
                  </a:cubicBezTo>
                  <a:cubicBezTo>
                    <a:pt x="31" y="4"/>
                    <a:pt x="31" y="4"/>
                    <a:pt x="31" y="4"/>
                  </a:cubicBezTo>
                  <a:cubicBezTo>
                    <a:pt x="28" y="9"/>
                    <a:pt x="24" y="13"/>
                    <a:pt x="21" y="18"/>
                  </a:cubicBezTo>
                  <a:cubicBezTo>
                    <a:pt x="18" y="21"/>
                    <a:pt x="16" y="25"/>
                    <a:pt x="14" y="29"/>
                  </a:cubicBezTo>
                  <a:cubicBezTo>
                    <a:pt x="45" y="51"/>
                    <a:pt x="61" y="91"/>
                    <a:pt x="52" y="1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 name="Freeform 327"/>
            <p:cNvSpPr>
              <a:spLocks/>
            </p:cNvSpPr>
            <p:nvPr/>
          </p:nvSpPr>
          <p:spPr bwMode="auto">
            <a:xfrm>
              <a:off x="679450" y="4867275"/>
              <a:ext cx="92075" cy="84137"/>
            </a:xfrm>
            <a:custGeom>
              <a:avLst/>
              <a:gdLst>
                <a:gd name="T0" fmla="*/ 4 w 70"/>
                <a:gd name="T1" fmla="*/ 26 h 65"/>
                <a:gd name="T2" fmla="*/ 0 w 70"/>
                <a:gd name="T3" fmla="*/ 26 h 65"/>
                <a:gd name="T4" fmla="*/ 0 w 70"/>
                <a:gd name="T5" fmla="*/ 30 h 65"/>
                <a:gd name="T6" fmla="*/ 0 w 70"/>
                <a:gd name="T7" fmla="*/ 61 h 65"/>
                <a:gd name="T8" fmla="*/ 0 w 70"/>
                <a:gd name="T9" fmla="*/ 65 h 65"/>
                <a:gd name="T10" fmla="*/ 5 w 70"/>
                <a:gd name="T11" fmla="*/ 65 h 65"/>
                <a:gd name="T12" fmla="*/ 37 w 70"/>
                <a:gd name="T13" fmla="*/ 53 h 65"/>
                <a:gd name="T14" fmla="*/ 44 w 70"/>
                <a:gd name="T15" fmla="*/ 47 h 65"/>
                <a:gd name="T16" fmla="*/ 48 w 70"/>
                <a:gd name="T17" fmla="*/ 42 h 65"/>
                <a:gd name="T18" fmla="*/ 61 w 70"/>
                <a:gd name="T19" fmla="*/ 23 h 65"/>
                <a:gd name="T20" fmla="*/ 66 w 70"/>
                <a:gd name="T21" fmla="*/ 11 h 65"/>
                <a:gd name="T22" fmla="*/ 70 w 70"/>
                <a:gd name="T23" fmla="*/ 0 h 65"/>
                <a:gd name="T24" fmla="*/ 60 w 70"/>
                <a:gd name="T25" fmla="*/ 7 h 65"/>
                <a:gd name="T26" fmla="*/ 4 w 70"/>
                <a:gd name="T27" fmla="*/ 26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65">
                  <a:moveTo>
                    <a:pt x="4" y="26"/>
                  </a:moveTo>
                  <a:cubicBezTo>
                    <a:pt x="0" y="26"/>
                    <a:pt x="0" y="26"/>
                    <a:pt x="0" y="26"/>
                  </a:cubicBezTo>
                  <a:cubicBezTo>
                    <a:pt x="0" y="30"/>
                    <a:pt x="0" y="30"/>
                    <a:pt x="0" y="30"/>
                  </a:cubicBezTo>
                  <a:cubicBezTo>
                    <a:pt x="0" y="61"/>
                    <a:pt x="0" y="61"/>
                    <a:pt x="0" y="61"/>
                  </a:cubicBezTo>
                  <a:cubicBezTo>
                    <a:pt x="0" y="65"/>
                    <a:pt x="0" y="65"/>
                    <a:pt x="0" y="65"/>
                  </a:cubicBezTo>
                  <a:cubicBezTo>
                    <a:pt x="5" y="65"/>
                    <a:pt x="5" y="65"/>
                    <a:pt x="5" y="65"/>
                  </a:cubicBezTo>
                  <a:cubicBezTo>
                    <a:pt x="17" y="63"/>
                    <a:pt x="28" y="59"/>
                    <a:pt x="37" y="53"/>
                  </a:cubicBezTo>
                  <a:cubicBezTo>
                    <a:pt x="39" y="51"/>
                    <a:pt x="44" y="47"/>
                    <a:pt x="44" y="47"/>
                  </a:cubicBezTo>
                  <a:cubicBezTo>
                    <a:pt x="48" y="42"/>
                    <a:pt x="48" y="42"/>
                    <a:pt x="48" y="42"/>
                  </a:cubicBezTo>
                  <a:cubicBezTo>
                    <a:pt x="48" y="42"/>
                    <a:pt x="57" y="31"/>
                    <a:pt x="61" y="23"/>
                  </a:cubicBezTo>
                  <a:cubicBezTo>
                    <a:pt x="63" y="20"/>
                    <a:pt x="64" y="15"/>
                    <a:pt x="66" y="11"/>
                  </a:cubicBezTo>
                  <a:cubicBezTo>
                    <a:pt x="70" y="0"/>
                    <a:pt x="70" y="0"/>
                    <a:pt x="70" y="0"/>
                  </a:cubicBezTo>
                  <a:cubicBezTo>
                    <a:pt x="60" y="7"/>
                    <a:pt x="60" y="7"/>
                    <a:pt x="60" y="7"/>
                  </a:cubicBezTo>
                  <a:cubicBezTo>
                    <a:pt x="44" y="17"/>
                    <a:pt x="26" y="24"/>
                    <a:pt x="4"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 name="Freeform 328"/>
            <p:cNvSpPr>
              <a:spLocks/>
            </p:cNvSpPr>
            <p:nvPr/>
          </p:nvSpPr>
          <p:spPr bwMode="auto">
            <a:xfrm>
              <a:off x="588963" y="4948238"/>
              <a:ext cx="66675" cy="66675"/>
            </a:xfrm>
            <a:custGeom>
              <a:avLst/>
              <a:gdLst>
                <a:gd name="T0" fmla="*/ 0 w 51"/>
                <a:gd name="T1" fmla="*/ 0 h 52"/>
                <a:gd name="T2" fmla="*/ 1 w 51"/>
                <a:gd name="T3" fmla="*/ 9 h 52"/>
                <a:gd name="T4" fmla="*/ 2 w 51"/>
                <a:gd name="T5" fmla="*/ 15 h 52"/>
                <a:gd name="T6" fmla="*/ 13 w 51"/>
                <a:gd name="T7" fmla="*/ 46 h 52"/>
                <a:gd name="T8" fmla="*/ 26 w 51"/>
                <a:gd name="T9" fmla="*/ 52 h 52"/>
                <a:gd name="T10" fmla="*/ 50 w 51"/>
                <a:gd name="T11" fmla="*/ 43 h 52"/>
                <a:gd name="T12" fmla="*/ 51 w 51"/>
                <a:gd name="T13" fmla="*/ 41 h 52"/>
                <a:gd name="T14" fmla="*/ 51 w 51"/>
                <a:gd name="T15" fmla="*/ 39 h 52"/>
                <a:gd name="T16" fmla="*/ 51 w 51"/>
                <a:gd name="T17" fmla="*/ 23 h 52"/>
                <a:gd name="T18" fmla="*/ 51 w 51"/>
                <a:gd name="T19" fmla="*/ 19 h 52"/>
                <a:gd name="T20" fmla="*/ 48 w 51"/>
                <a:gd name="T21" fmla="*/ 19 h 52"/>
                <a:gd name="T22" fmla="*/ 7 w 51"/>
                <a:gd name="T23" fmla="*/ 5 h 52"/>
                <a:gd name="T24" fmla="*/ 0 w 51"/>
                <a:gd name="T2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1" h="52">
                  <a:moveTo>
                    <a:pt x="0" y="0"/>
                  </a:moveTo>
                  <a:cubicBezTo>
                    <a:pt x="1" y="9"/>
                    <a:pt x="1" y="9"/>
                    <a:pt x="1" y="9"/>
                  </a:cubicBezTo>
                  <a:cubicBezTo>
                    <a:pt x="1" y="11"/>
                    <a:pt x="2" y="13"/>
                    <a:pt x="2" y="15"/>
                  </a:cubicBezTo>
                  <a:cubicBezTo>
                    <a:pt x="4" y="26"/>
                    <a:pt x="7" y="39"/>
                    <a:pt x="13" y="46"/>
                  </a:cubicBezTo>
                  <a:cubicBezTo>
                    <a:pt x="17" y="51"/>
                    <a:pt x="21" y="52"/>
                    <a:pt x="26" y="52"/>
                  </a:cubicBezTo>
                  <a:cubicBezTo>
                    <a:pt x="32" y="52"/>
                    <a:pt x="41" y="49"/>
                    <a:pt x="50" y="43"/>
                  </a:cubicBezTo>
                  <a:cubicBezTo>
                    <a:pt x="51" y="41"/>
                    <a:pt x="51" y="41"/>
                    <a:pt x="51" y="41"/>
                  </a:cubicBezTo>
                  <a:cubicBezTo>
                    <a:pt x="51" y="39"/>
                    <a:pt x="51" y="39"/>
                    <a:pt x="51" y="39"/>
                  </a:cubicBezTo>
                  <a:cubicBezTo>
                    <a:pt x="51" y="23"/>
                    <a:pt x="51" y="23"/>
                    <a:pt x="51" y="23"/>
                  </a:cubicBezTo>
                  <a:cubicBezTo>
                    <a:pt x="51" y="19"/>
                    <a:pt x="51" y="19"/>
                    <a:pt x="51" y="19"/>
                  </a:cubicBezTo>
                  <a:cubicBezTo>
                    <a:pt x="48" y="19"/>
                    <a:pt x="48" y="19"/>
                    <a:pt x="48" y="19"/>
                  </a:cubicBezTo>
                  <a:cubicBezTo>
                    <a:pt x="32" y="17"/>
                    <a:pt x="19" y="12"/>
                    <a:pt x="7" y="5"/>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 name="Freeform 329"/>
            <p:cNvSpPr>
              <a:spLocks/>
            </p:cNvSpPr>
            <p:nvPr/>
          </p:nvSpPr>
          <p:spPr bwMode="auto">
            <a:xfrm>
              <a:off x="539750" y="4745038"/>
              <a:ext cx="115888" cy="63500"/>
            </a:xfrm>
            <a:custGeom>
              <a:avLst/>
              <a:gdLst>
                <a:gd name="T0" fmla="*/ 7 w 90"/>
                <a:gd name="T1" fmla="*/ 27 h 49"/>
                <a:gd name="T2" fmla="*/ 29 w 90"/>
                <a:gd name="T3" fmla="*/ 38 h 49"/>
                <a:gd name="T4" fmla="*/ 84 w 90"/>
                <a:gd name="T5" fmla="*/ 49 h 49"/>
                <a:gd name="T6" fmla="*/ 86 w 90"/>
                <a:gd name="T7" fmla="*/ 49 h 49"/>
                <a:gd name="T8" fmla="*/ 90 w 90"/>
                <a:gd name="T9" fmla="*/ 49 h 49"/>
                <a:gd name="T10" fmla="*/ 90 w 90"/>
                <a:gd name="T11" fmla="*/ 45 h 49"/>
                <a:gd name="T12" fmla="*/ 90 w 90"/>
                <a:gd name="T13" fmla="*/ 7 h 49"/>
                <a:gd name="T14" fmla="*/ 90 w 90"/>
                <a:gd name="T15" fmla="*/ 4 h 49"/>
                <a:gd name="T16" fmla="*/ 87 w 90"/>
                <a:gd name="T17" fmla="*/ 3 h 49"/>
                <a:gd name="T18" fmla="*/ 81 w 90"/>
                <a:gd name="T19" fmla="*/ 2 h 49"/>
                <a:gd name="T20" fmla="*/ 44 w 90"/>
                <a:gd name="T21" fmla="*/ 0 h 49"/>
                <a:gd name="T22" fmla="*/ 44 w 90"/>
                <a:gd name="T23" fmla="*/ 0 h 49"/>
                <a:gd name="T24" fmla="*/ 18 w 90"/>
                <a:gd name="T25" fmla="*/ 2 h 49"/>
                <a:gd name="T26" fmla="*/ 10 w 90"/>
                <a:gd name="T27" fmla="*/ 4 h 49"/>
                <a:gd name="T28" fmla="*/ 9 w 90"/>
                <a:gd name="T29" fmla="*/ 4 h 49"/>
                <a:gd name="T30" fmla="*/ 8 w 90"/>
                <a:gd name="T31" fmla="*/ 5 h 49"/>
                <a:gd name="T32" fmla="*/ 8 w 90"/>
                <a:gd name="T33" fmla="*/ 5 h 49"/>
                <a:gd name="T34" fmla="*/ 8 w 90"/>
                <a:gd name="T35" fmla="*/ 5 h 49"/>
                <a:gd name="T36" fmla="*/ 7 w 90"/>
                <a:gd name="T37" fmla="*/ 6 h 49"/>
                <a:gd name="T38" fmla="*/ 5 w 90"/>
                <a:gd name="T39" fmla="*/ 7 h 49"/>
                <a:gd name="T40" fmla="*/ 2 w 90"/>
                <a:gd name="T41" fmla="*/ 9 h 49"/>
                <a:gd name="T42" fmla="*/ 0 w 90"/>
                <a:gd name="T43" fmla="*/ 10 h 49"/>
                <a:gd name="T44" fmla="*/ 0 w 90"/>
                <a:gd name="T45" fmla="*/ 12 h 49"/>
                <a:gd name="T46" fmla="*/ 0 w 90"/>
                <a:gd name="T47" fmla="*/ 13 h 49"/>
                <a:gd name="T48" fmla="*/ 0 w 90"/>
                <a:gd name="T49" fmla="*/ 13 h 49"/>
                <a:gd name="T50" fmla="*/ 7 w 90"/>
                <a:gd name="T51" fmla="*/ 2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0" h="49">
                  <a:moveTo>
                    <a:pt x="7" y="27"/>
                  </a:moveTo>
                  <a:cubicBezTo>
                    <a:pt x="12" y="31"/>
                    <a:pt x="19" y="35"/>
                    <a:pt x="29" y="38"/>
                  </a:cubicBezTo>
                  <a:cubicBezTo>
                    <a:pt x="48" y="45"/>
                    <a:pt x="74" y="48"/>
                    <a:pt x="84" y="49"/>
                  </a:cubicBezTo>
                  <a:cubicBezTo>
                    <a:pt x="86" y="49"/>
                    <a:pt x="86" y="49"/>
                    <a:pt x="86" y="49"/>
                  </a:cubicBezTo>
                  <a:cubicBezTo>
                    <a:pt x="90" y="49"/>
                    <a:pt x="90" y="49"/>
                    <a:pt x="90" y="49"/>
                  </a:cubicBezTo>
                  <a:cubicBezTo>
                    <a:pt x="90" y="45"/>
                    <a:pt x="90" y="45"/>
                    <a:pt x="90" y="45"/>
                  </a:cubicBezTo>
                  <a:cubicBezTo>
                    <a:pt x="90" y="7"/>
                    <a:pt x="90" y="7"/>
                    <a:pt x="90" y="7"/>
                  </a:cubicBezTo>
                  <a:cubicBezTo>
                    <a:pt x="90" y="4"/>
                    <a:pt x="90" y="4"/>
                    <a:pt x="90" y="4"/>
                  </a:cubicBezTo>
                  <a:cubicBezTo>
                    <a:pt x="87" y="3"/>
                    <a:pt x="87" y="3"/>
                    <a:pt x="87" y="3"/>
                  </a:cubicBezTo>
                  <a:cubicBezTo>
                    <a:pt x="85" y="3"/>
                    <a:pt x="83" y="3"/>
                    <a:pt x="81" y="2"/>
                  </a:cubicBezTo>
                  <a:cubicBezTo>
                    <a:pt x="72" y="1"/>
                    <a:pt x="58" y="0"/>
                    <a:pt x="44" y="0"/>
                  </a:cubicBezTo>
                  <a:cubicBezTo>
                    <a:pt x="44" y="0"/>
                    <a:pt x="44" y="0"/>
                    <a:pt x="44" y="0"/>
                  </a:cubicBezTo>
                  <a:cubicBezTo>
                    <a:pt x="34" y="0"/>
                    <a:pt x="25" y="1"/>
                    <a:pt x="18" y="2"/>
                  </a:cubicBezTo>
                  <a:cubicBezTo>
                    <a:pt x="15" y="3"/>
                    <a:pt x="12" y="3"/>
                    <a:pt x="10" y="4"/>
                  </a:cubicBezTo>
                  <a:cubicBezTo>
                    <a:pt x="9" y="4"/>
                    <a:pt x="9" y="4"/>
                    <a:pt x="9" y="4"/>
                  </a:cubicBezTo>
                  <a:cubicBezTo>
                    <a:pt x="8" y="5"/>
                    <a:pt x="8" y="5"/>
                    <a:pt x="8" y="5"/>
                  </a:cubicBezTo>
                  <a:cubicBezTo>
                    <a:pt x="8" y="5"/>
                    <a:pt x="8" y="5"/>
                    <a:pt x="8" y="5"/>
                  </a:cubicBezTo>
                  <a:cubicBezTo>
                    <a:pt x="8" y="5"/>
                    <a:pt x="8" y="5"/>
                    <a:pt x="8" y="5"/>
                  </a:cubicBezTo>
                  <a:cubicBezTo>
                    <a:pt x="7" y="6"/>
                    <a:pt x="7" y="6"/>
                    <a:pt x="7" y="6"/>
                  </a:cubicBezTo>
                  <a:cubicBezTo>
                    <a:pt x="7" y="6"/>
                    <a:pt x="6" y="6"/>
                    <a:pt x="5" y="7"/>
                  </a:cubicBezTo>
                  <a:cubicBezTo>
                    <a:pt x="4" y="8"/>
                    <a:pt x="3" y="8"/>
                    <a:pt x="2" y="9"/>
                  </a:cubicBezTo>
                  <a:cubicBezTo>
                    <a:pt x="0" y="10"/>
                    <a:pt x="0" y="10"/>
                    <a:pt x="0" y="10"/>
                  </a:cubicBezTo>
                  <a:cubicBezTo>
                    <a:pt x="0" y="12"/>
                    <a:pt x="0" y="12"/>
                    <a:pt x="0" y="12"/>
                  </a:cubicBezTo>
                  <a:cubicBezTo>
                    <a:pt x="0" y="12"/>
                    <a:pt x="0" y="13"/>
                    <a:pt x="0" y="13"/>
                  </a:cubicBezTo>
                  <a:cubicBezTo>
                    <a:pt x="0" y="13"/>
                    <a:pt x="0" y="13"/>
                    <a:pt x="0" y="13"/>
                  </a:cubicBezTo>
                  <a:cubicBezTo>
                    <a:pt x="0" y="18"/>
                    <a:pt x="2" y="22"/>
                    <a:pt x="7"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 name="Freeform 330"/>
            <p:cNvSpPr>
              <a:spLocks/>
            </p:cNvSpPr>
            <p:nvPr/>
          </p:nvSpPr>
          <p:spPr bwMode="auto">
            <a:xfrm>
              <a:off x="552450" y="4806950"/>
              <a:ext cx="103188" cy="74612"/>
            </a:xfrm>
            <a:custGeom>
              <a:avLst/>
              <a:gdLst>
                <a:gd name="T0" fmla="*/ 80 w 80"/>
                <a:gd name="T1" fmla="*/ 52 h 57"/>
                <a:gd name="T2" fmla="*/ 80 w 80"/>
                <a:gd name="T3" fmla="*/ 21 h 57"/>
                <a:gd name="T4" fmla="*/ 80 w 80"/>
                <a:gd name="T5" fmla="*/ 17 h 57"/>
                <a:gd name="T6" fmla="*/ 77 w 80"/>
                <a:gd name="T7" fmla="*/ 17 h 57"/>
                <a:gd name="T8" fmla="*/ 55 w 80"/>
                <a:gd name="T9" fmla="*/ 15 h 57"/>
                <a:gd name="T10" fmla="*/ 10 w 80"/>
                <a:gd name="T11" fmla="*/ 4 h 57"/>
                <a:gd name="T12" fmla="*/ 0 w 80"/>
                <a:gd name="T13" fmla="*/ 0 h 57"/>
                <a:gd name="T14" fmla="*/ 5 w 80"/>
                <a:gd name="T15" fmla="*/ 10 h 57"/>
                <a:gd name="T16" fmla="*/ 11 w 80"/>
                <a:gd name="T17" fmla="*/ 21 h 57"/>
                <a:gd name="T18" fmla="*/ 76 w 80"/>
                <a:gd name="T19" fmla="*/ 56 h 57"/>
                <a:gd name="T20" fmla="*/ 80 w 80"/>
                <a:gd name="T21" fmla="*/ 57 h 57"/>
                <a:gd name="T22" fmla="*/ 80 w 80"/>
                <a:gd name="T23" fmla="*/ 5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0" h="57">
                  <a:moveTo>
                    <a:pt x="80" y="52"/>
                  </a:moveTo>
                  <a:cubicBezTo>
                    <a:pt x="80" y="21"/>
                    <a:pt x="80" y="21"/>
                    <a:pt x="80" y="21"/>
                  </a:cubicBezTo>
                  <a:cubicBezTo>
                    <a:pt x="80" y="17"/>
                    <a:pt x="80" y="17"/>
                    <a:pt x="80" y="17"/>
                  </a:cubicBezTo>
                  <a:cubicBezTo>
                    <a:pt x="77" y="17"/>
                    <a:pt x="77" y="17"/>
                    <a:pt x="77" y="17"/>
                  </a:cubicBezTo>
                  <a:cubicBezTo>
                    <a:pt x="69" y="17"/>
                    <a:pt x="62" y="16"/>
                    <a:pt x="55" y="15"/>
                  </a:cubicBezTo>
                  <a:cubicBezTo>
                    <a:pt x="36" y="12"/>
                    <a:pt x="22" y="9"/>
                    <a:pt x="10" y="4"/>
                  </a:cubicBezTo>
                  <a:cubicBezTo>
                    <a:pt x="0" y="0"/>
                    <a:pt x="0" y="0"/>
                    <a:pt x="0" y="0"/>
                  </a:cubicBezTo>
                  <a:cubicBezTo>
                    <a:pt x="5" y="10"/>
                    <a:pt x="5" y="10"/>
                    <a:pt x="5" y="10"/>
                  </a:cubicBezTo>
                  <a:cubicBezTo>
                    <a:pt x="7" y="13"/>
                    <a:pt x="9" y="17"/>
                    <a:pt x="11" y="21"/>
                  </a:cubicBezTo>
                  <a:cubicBezTo>
                    <a:pt x="26" y="42"/>
                    <a:pt x="47" y="53"/>
                    <a:pt x="76" y="56"/>
                  </a:cubicBezTo>
                  <a:cubicBezTo>
                    <a:pt x="80" y="57"/>
                    <a:pt x="80" y="57"/>
                    <a:pt x="80" y="57"/>
                  </a:cubicBezTo>
                  <a:lnTo>
                    <a:pt x="80" y="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 name="Freeform 331"/>
            <p:cNvSpPr>
              <a:spLocks/>
            </p:cNvSpPr>
            <p:nvPr/>
          </p:nvSpPr>
          <p:spPr bwMode="auto">
            <a:xfrm>
              <a:off x="679450" y="4948238"/>
              <a:ext cx="68263" cy="66675"/>
            </a:xfrm>
            <a:custGeom>
              <a:avLst/>
              <a:gdLst>
                <a:gd name="T0" fmla="*/ 25 w 52"/>
                <a:gd name="T1" fmla="*/ 52 h 52"/>
                <a:gd name="T2" fmla="*/ 38 w 52"/>
                <a:gd name="T3" fmla="*/ 46 h 52"/>
                <a:gd name="T4" fmla="*/ 47 w 52"/>
                <a:gd name="T5" fmla="*/ 27 h 52"/>
                <a:gd name="T6" fmla="*/ 51 w 52"/>
                <a:gd name="T7" fmla="*/ 9 h 52"/>
                <a:gd name="T8" fmla="*/ 52 w 52"/>
                <a:gd name="T9" fmla="*/ 0 h 52"/>
                <a:gd name="T10" fmla="*/ 44 w 52"/>
                <a:gd name="T11" fmla="*/ 5 h 52"/>
                <a:gd name="T12" fmla="*/ 4 w 52"/>
                <a:gd name="T13" fmla="*/ 19 h 52"/>
                <a:gd name="T14" fmla="*/ 0 w 52"/>
                <a:gd name="T15" fmla="*/ 19 h 52"/>
                <a:gd name="T16" fmla="*/ 0 w 52"/>
                <a:gd name="T17" fmla="*/ 23 h 52"/>
                <a:gd name="T18" fmla="*/ 0 w 52"/>
                <a:gd name="T19" fmla="*/ 39 h 52"/>
                <a:gd name="T20" fmla="*/ 0 w 52"/>
                <a:gd name="T21" fmla="*/ 41 h 52"/>
                <a:gd name="T22" fmla="*/ 2 w 52"/>
                <a:gd name="T23" fmla="*/ 43 h 52"/>
                <a:gd name="T24" fmla="*/ 25 w 52"/>
                <a:gd name="T25"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2" h="52">
                  <a:moveTo>
                    <a:pt x="25" y="52"/>
                  </a:moveTo>
                  <a:cubicBezTo>
                    <a:pt x="31" y="52"/>
                    <a:pt x="34" y="51"/>
                    <a:pt x="38" y="46"/>
                  </a:cubicBezTo>
                  <a:cubicBezTo>
                    <a:pt x="42" y="42"/>
                    <a:pt x="45" y="35"/>
                    <a:pt x="47" y="27"/>
                  </a:cubicBezTo>
                  <a:cubicBezTo>
                    <a:pt x="49" y="22"/>
                    <a:pt x="50" y="15"/>
                    <a:pt x="51" y="9"/>
                  </a:cubicBezTo>
                  <a:cubicBezTo>
                    <a:pt x="52" y="0"/>
                    <a:pt x="52" y="0"/>
                    <a:pt x="52" y="0"/>
                  </a:cubicBezTo>
                  <a:cubicBezTo>
                    <a:pt x="44" y="5"/>
                    <a:pt x="44" y="5"/>
                    <a:pt x="44" y="5"/>
                  </a:cubicBezTo>
                  <a:cubicBezTo>
                    <a:pt x="33" y="12"/>
                    <a:pt x="19" y="17"/>
                    <a:pt x="4" y="19"/>
                  </a:cubicBezTo>
                  <a:cubicBezTo>
                    <a:pt x="0" y="19"/>
                    <a:pt x="0" y="19"/>
                    <a:pt x="0" y="19"/>
                  </a:cubicBezTo>
                  <a:cubicBezTo>
                    <a:pt x="0" y="23"/>
                    <a:pt x="0" y="23"/>
                    <a:pt x="0" y="23"/>
                  </a:cubicBezTo>
                  <a:cubicBezTo>
                    <a:pt x="0" y="39"/>
                    <a:pt x="0" y="39"/>
                    <a:pt x="0" y="39"/>
                  </a:cubicBezTo>
                  <a:cubicBezTo>
                    <a:pt x="0" y="41"/>
                    <a:pt x="0" y="41"/>
                    <a:pt x="0" y="41"/>
                  </a:cubicBezTo>
                  <a:cubicBezTo>
                    <a:pt x="2" y="43"/>
                    <a:pt x="2" y="43"/>
                    <a:pt x="2" y="43"/>
                  </a:cubicBezTo>
                  <a:cubicBezTo>
                    <a:pt x="11" y="49"/>
                    <a:pt x="19" y="52"/>
                    <a:pt x="25"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 name="Freeform 332"/>
            <p:cNvSpPr>
              <a:spLocks/>
            </p:cNvSpPr>
            <p:nvPr/>
          </p:nvSpPr>
          <p:spPr bwMode="auto">
            <a:xfrm>
              <a:off x="566738" y="4867275"/>
              <a:ext cx="88900" cy="84137"/>
            </a:xfrm>
            <a:custGeom>
              <a:avLst/>
              <a:gdLst>
                <a:gd name="T0" fmla="*/ 69 w 69"/>
                <a:gd name="T1" fmla="*/ 61 h 65"/>
                <a:gd name="T2" fmla="*/ 69 w 69"/>
                <a:gd name="T3" fmla="*/ 30 h 65"/>
                <a:gd name="T4" fmla="*/ 69 w 69"/>
                <a:gd name="T5" fmla="*/ 26 h 65"/>
                <a:gd name="T6" fmla="*/ 66 w 69"/>
                <a:gd name="T7" fmla="*/ 26 h 65"/>
                <a:gd name="T8" fmla="*/ 10 w 69"/>
                <a:gd name="T9" fmla="*/ 7 h 65"/>
                <a:gd name="T10" fmla="*/ 0 w 69"/>
                <a:gd name="T11" fmla="*/ 0 h 65"/>
                <a:gd name="T12" fmla="*/ 4 w 69"/>
                <a:gd name="T13" fmla="*/ 11 h 65"/>
                <a:gd name="T14" fmla="*/ 33 w 69"/>
                <a:gd name="T15" fmla="*/ 53 h 65"/>
                <a:gd name="T16" fmla="*/ 65 w 69"/>
                <a:gd name="T17" fmla="*/ 65 h 65"/>
                <a:gd name="T18" fmla="*/ 69 w 69"/>
                <a:gd name="T19" fmla="*/ 65 h 65"/>
                <a:gd name="T20" fmla="*/ 69 w 69"/>
                <a:gd name="T21" fmla="*/ 6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65">
                  <a:moveTo>
                    <a:pt x="69" y="61"/>
                  </a:moveTo>
                  <a:cubicBezTo>
                    <a:pt x="69" y="30"/>
                    <a:pt x="69" y="30"/>
                    <a:pt x="69" y="30"/>
                  </a:cubicBezTo>
                  <a:cubicBezTo>
                    <a:pt x="69" y="26"/>
                    <a:pt x="69" y="26"/>
                    <a:pt x="69" y="26"/>
                  </a:cubicBezTo>
                  <a:cubicBezTo>
                    <a:pt x="66" y="26"/>
                    <a:pt x="66" y="26"/>
                    <a:pt x="66" y="26"/>
                  </a:cubicBezTo>
                  <a:cubicBezTo>
                    <a:pt x="44" y="24"/>
                    <a:pt x="26" y="17"/>
                    <a:pt x="10" y="7"/>
                  </a:cubicBezTo>
                  <a:cubicBezTo>
                    <a:pt x="0" y="0"/>
                    <a:pt x="0" y="0"/>
                    <a:pt x="0" y="0"/>
                  </a:cubicBezTo>
                  <a:cubicBezTo>
                    <a:pt x="4" y="11"/>
                    <a:pt x="4" y="11"/>
                    <a:pt x="4" y="11"/>
                  </a:cubicBezTo>
                  <a:cubicBezTo>
                    <a:pt x="10" y="30"/>
                    <a:pt x="20" y="44"/>
                    <a:pt x="33" y="53"/>
                  </a:cubicBezTo>
                  <a:cubicBezTo>
                    <a:pt x="42" y="59"/>
                    <a:pt x="53" y="63"/>
                    <a:pt x="65" y="65"/>
                  </a:cubicBezTo>
                  <a:cubicBezTo>
                    <a:pt x="69" y="65"/>
                    <a:pt x="69" y="65"/>
                    <a:pt x="69" y="65"/>
                  </a:cubicBezTo>
                  <a:lnTo>
                    <a:pt x="69"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 name="Freeform 333"/>
            <p:cNvSpPr>
              <a:spLocks/>
            </p:cNvSpPr>
            <p:nvPr/>
          </p:nvSpPr>
          <p:spPr bwMode="auto">
            <a:xfrm>
              <a:off x="277813" y="5756275"/>
              <a:ext cx="127000" cy="271462"/>
            </a:xfrm>
            <a:custGeom>
              <a:avLst/>
              <a:gdLst>
                <a:gd name="T0" fmla="*/ 0 w 99"/>
                <a:gd name="T1" fmla="*/ 160 h 209"/>
                <a:gd name="T2" fmla="*/ 50 w 99"/>
                <a:gd name="T3" fmla="*/ 209 h 209"/>
                <a:gd name="T4" fmla="*/ 99 w 99"/>
                <a:gd name="T5" fmla="*/ 160 h 209"/>
                <a:gd name="T6" fmla="*/ 99 w 99"/>
                <a:gd name="T7" fmla="*/ 19 h 209"/>
                <a:gd name="T8" fmla="*/ 0 w 99"/>
                <a:gd name="T9" fmla="*/ 0 h 209"/>
                <a:gd name="T10" fmla="*/ 0 w 99"/>
                <a:gd name="T11" fmla="*/ 160 h 209"/>
              </a:gdLst>
              <a:ahLst/>
              <a:cxnLst>
                <a:cxn ang="0">
                  <a:pos x="T0" y="T1"/>
                </a:cxn>
                <a:cxn ang="0">
                  <a:pos x="T2" y="T3"/>
                </a:cxn>
                <a:cxn ang="0">
                  <a:pos x="T4" y="T5"/>
                </a:cxn>
                <a:cxn ang="0">
                  <a:pos x="T6" y="T7"/>
                </a:cxn>
                <a:cxn ang="0">
                  <a:pos x="T8" y="T9"/>
                </a:cxn>
                <a:cxn ang="0">
                  <a:pos x="T10" y="T11"/>
                </a:cxn>
              </a:cxnLst>
              <a:rect l="0" t="0" r="r" b="b"/>
              <a:pathLst>
                <a:path w="99" h="209">
                  <a:moveTo>
                    <a:pt x="0" y="160"/>
                  </a:moveTo>
                  <a:cubicBezTo>
                    <a:pt x="0" y="187"/>
                    <a:pt x="22" y="209"/>
                    <a:pt x="50" y="209"/>
                  </a:cubicBezTo>
                  <a:cubicBezTo>
                    <a:pt x="77" y="209"/>
                    <a:pt x="99" y="187"/>
                    <a:pt x="99" y="160"/>
                  </a:cubicBezTo>
                  <a:cubicBezTo>
                    <a:pt x="99" y="19"/>
                    <a:pt x="99" y="19"/>
                    <a:pt x="99" y="19"/>
                  </a:cubicBezTo>
                  <a:cubicBezTo>
                    <a:pt x="59" y="18"/>
                    <a:pt x="26" y="9"/>
                    <a:pt x="0" y="0"/>
                  </a:cubicBezTo>
                  <a:lnTo>
                    <a:pt x="0" y="1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 name="Freeform 334"/>
            <p:cNvSpPr>
              <a:spLocks/>
            </p:cNvSpPr>
            <p:nvPr/>
          </p:nvSpPr>
          <p:spPr bwMode="auto">
            <a:xfrm>
              <a:off x="430213" y="5756275"/>
              <a:ext cx="128588" cy="271462"/>
            </a:xfrm>
            <a:custGeom>
              <a:avLst/>
              <a:gdLst>
                <a:gd name="T0" fmla="*/ 0 w 99"/>
                <a:gd name="T1" fmla="*/ 160 h 209"/>
                <a:gd name="T2" fmla="*/ 49 w 99"/>
                <a:gd name="T3" fmla="*/ 209 h 209"/>
                <a:gd name="T4" fmla="*/ 99 w 99"/>
                <a:gd name="T5" fmla="*/ 160 h 209"/>
                <a:gd name="T6" fmla="*/ 99 w 99"/>
                <a:gd name="T7" fmla="*/ 0 h 209"/>
                <a:gd name="T8" fmla="*/ 0 w 99"/>
                <a:gd name="T9" fmla="*/ 19 h 209"/>
                <a:gd name="T10" fmla="*/ 0 w 99"/>
                <a:gd name="T11" fmla="*/ 160 h 209"/>
              </a:gdLst>
              <a:ahLst/>
              <a:cxnLst>
                <a:cxn ang="0">
                  <a:pos x="T0" y="T1"/>
                </a:cxn>
                <a:cxn ang="0">
                  <a:pos x="T2" y="T3"/>
                </a:cxn>
                <a:cxn ang="0">
                  <a:pos x="T4" y="T5"/>
                </a:cxn>
                <a:cxn ang="0">
                  <a:pos x="T6" y="T7"/>
                </a:cxn>
                <a:cxn ang="0">
                  <a:pos x="T8" y="T9"/>
                </a:cxn>
                <a:cxn ang="0">
                  <a:pos x="T10" y="T11"/>
                </a:cxn>
              </a:cxnLst>
              <a:rect l="0" t="0" r="r" b="b"/>
              <a:pathLst>
                <a:path w="99" h="209">
                  <a:moveTo>
                    <a:pt x="0" y="160"/>
                  </a:moveTo>
                  <a:cubicBezTo>
                    <a:pt x="0" y="187"/>
                    <a:pt x="22" y="209"/>
                    <a:pt x="49" y="209"/>
                  </a:cubicBezTo>
                  <a:cubicBezTo>
                    <a:pt x="77" y="209"/>
                    <a:pt x="99" y="187"/>
                    <a:pt x="99" y="160"/>
                  </a:cubicBezTo>
                  <a:cubicBezTo>
                    <a:pt x="99" y="0"/>
                    <a:pt x="99" y="0"/>
                    <a:pt x="99" y="0"/>
                  </a:cubicBezTo>
                  <a:cubicBezTo>
                    <a:pt x="73" y="9"/>
                    <a:pt x="40" y="18"/>
                    <a:pt x="0" y="19"/>
                  </a:cubicBezTo>
                  <a:lnTo>
                    <a:pt x="0" y="1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 name="Freeform 335"/>
            <p:cNvSpPr>
              <a:spLocks/>
            </p:cNvSpPr>
            <p:nvPr/>
          </p:nvSpPr>
          <p:spPr bwMode="auto">
            <a:xfrm>
              <a:off x="161925" y="4930775"/>
              <a:ext cx="658813" cy="839787"/>
            </a:xfrm>
            <a:custGeom>
              <a:avLst/>
              <a:gdLst>
                <a:gd name="T0" fmla="*/ 445 w 509"/>
                <a:gd name="T1" fmla="*/ 83 h 649"/>
                <a:gd name="T2" fmla="*/ 445 w 509"/>
                <a:gd name="T3" fmla="*/ 86 h 649"/>
                <a:gd name="T4" fmla="*/ 432 w 509"/>
                <a:gd name="T5" fmla="*/ 147 h 649"/>
                <a:gd name="T6" fmla="*/ 422 w 509"/>
                <a:gd name="T7" fmla="*/ 154 h 649"/>
                <a:gd name="T8" fmla="*/ 406 w 509"/>
                <a:gd name="T9" fmla="*/ 156 h 649"/>
                <a:gd name="T10" fmla="*/ 333 w 509"/>
                <a:gd name="T11" fmla="*/ 133 h 649"/>
                <a:gd name="T12" fmla="*/ 303 w 509"/>
                <a:gd name="T13" fmla="*/ 116 h 649"/>
                <a:gd name="T14" fmla="*/ 299 w 509"/>
                <a:gd name="T15" fmla="*/ 113 h 649"/>
                <a:gd name="T16" fmla="*/ 275 w 509"/>
                <a:gd name="T17" fmla="*/ 101 h 649"/>
                <a:gd name="T18" fmla="*/ 120 w 509"/>
                <a:gd name="T19" fmla="*/ 101 h 649"/>
                <a:gd name="T20" fmla="*/ 101 w 509"/>
                <a:gd name="T21" fmla="*/ 108 h 649"/>
                <a:gd name="T22" fmla="*/ 81 w 509"/>
                <a:gd name="T23" fmla="*/ 115 h 649"/>
                <a:gd name="T24" fmla="*/ 101 w 509"/>
                <a:gd name="T25" fmla="*/ 92 h 649"/>
                <a:gd name="T26" fmla="*/ 131 w 509"/>
                <a:gd name="T27" fmla="*/ 60 h 649"/>
                <a:gd name="T28" fmla="*/ 100 w 509"/>
                <a:gd name="T29" fmla="*/ 0 h 649"/>
                <a:gd name="T30" fmla="*/ 43 w 509"/>
                <a:gd name="T31" fmla="*/ 61 h 649"/>
                <a:gd name="T32" fmla="*/ 12 w 509"/>
                <a:gd name="T33" fmla="*/ 102 h 649"/>
                <a:gd name="T34" fmla="*/ 0 w 509"/>
                <a:gd name="T35" fmla="*/ 141 h 649"/>
                <a:gd name="T36" fmla="*/ 5 w 509"/>
                <a:gd name="T37" fmla="*/ 162 h 649"/>
                <a:gd name="T38" fmla="*/ 29 w 509"/>
                <a:gd name="T39" fmla="*/ 182 h 649"/>
                <a:gd name="T40" fmla="*/ 50 w 509"/>
                <a:gd name="T41" fmla="*/ 186 h 649"/>
                <a:gd name="T42" fmla="*/ 87 w 509"/>
                <a:gd name="T43" fmla="*/ 180 h 649"/>
                <a:gd name="T44" fmla="*/ 40 w 509"/>
                <a:gd name="T45" fmla="*/ 605 h 649"/>
                <a:gd name="T46" fmla="*/ 197 w 509"/>
                <a:gd name="T47" fmla="*/ 649 h 649"/>
                <a:gd name="T48" fmla="*/ 355 w 509"/>
                <a:gd name="T49" fmla="*/ 605 h 649"/>
                <a:gd name="T50" fmla="*/ 310 w 509"/>
                <a:gd name="T51" fmla="*/ 193 h 649"/>
                <a:gd name="T52" fmla="*/ 406 w 509"/>
                <a:gd name="T53" fmla="*/ 220 h 649"/>
                <a:gd name="T54" fmla="*/ 446 w 509"/>
                <a:gd name="T55" fmla="*/ 213 h 649"/>
                <a:gd name="T56" fmla="*/ 494 w 509"/>
                <a:gd name="T57" fmla="*/ 167 h 649"/>
                <a:gd name="T58" fmla="*/ 509 w 509"/>
                <a:gd name="T59" fmla="*/ 86 h 649"/>
                <a:gd name="T60" fmla="*/ 509 w 509"/>
                <a:gd name="T61" fmla="*/ 83 h 649"/>
                <a:gd name="T62" fmla="*/ 477 w 509"/>
                <a:gd name="T63" fmla="*/ 51 h 649"/>
                <a:gd name="T64" fmla="*/ 445 w 509"/>
                <a:gd name="T65" fmla="*/ 83 h 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09" h="649">
                  <a:moveTo>
                    <a:pt x="445" y="83"/>
                  </a:moveTo>
                  <a:cubicBezTo>
                    <a:pt x="445" y="84"/>
                    <a:pt x="445" y="85"/>
                    <a:pt x="445" y="86"/>
                  </a:cubicBezTo>
                  <a:cubicBezTo>
                    <a:pt x="445" y="121"/>
                    <a:pt x="438" y="139"/>
                    <a:pt x="432" y="147"/>
                  </a:cubicBezTo>
                  <a:cubicBezTo>
                    <a:pt x="429" y="150"/>
                    <a:pt x="426" y="152"/>
                    <a:pt x="422" y="154"/>
                  </a:cubicBezTo>
                  <a:cubicBezTo>
                    <a:pt x="418" y="155"/>
                    <a:pt x="413" y="156"/>
                    <a:pt x="406" y="156"/>
                  </a:cubicBezTo>
                  <a:cubicBezTo>
                    <a:pt x="387" y="157"/>
                    <a:pt x="356" y="146"/>
                    <a:pt x="333" y="133"/>
                  </a:cubicBezTo>
                  <a:cubicBezTo>
                    <a:pt x="321" y="127"/>
                    <a:pt x="311" y="121"/>
                    <a:pt x="303" y="116"/>
                  </a:cubicBezTo>
                  <a:cubicBezTo>
                    <a:pt x="302" y="115"/>
                    <a:pt x="300" y="114"/>
                    <a:pt x="299" y="113"/>
                  </a:cubicBezTo>
                  <a:cubicBezTo>
                    <a:pt x="293" y="106"/>
                    <a:pt x="284" y="101"/>
                    <a:pt x="275" y="101"/>
                  </a:cubicBezTo>
                  <a:cubicBezTo>
                    <a:pt x="120" y="101"/>
                    <a:pt x="120" y="101"/>
                    <a:pt x="120" y="101"/>
                  </a:cubicBezTo>
                  <a:cubicBezTo>
                    <a:pt x="113" y="101"/>
                    <a:pt x="106" y="104"/>
                    <a:pt x="101" y="108"/>
                  </a:cubicBezTo>
                  <a:cubicBezTo>
                    <a:pt x="96" y="110"/>
                    <a:pt x="89" y="113"/>
                    <a:pt x="81" y="115"/>
                  </a:cubicBezTo>
                  <a:cubicBezTo>
                    <a:pt x="86" y="108"/>
                    <a:pt x="93" y="101"/>
                    <a:pt x="101" y="92"/>
                  </a:cubicBezTo>
                  <a:cubicBezTo>
                    <a:pt x="109" y="83"/>
                    <a:pt x="119" y="72"/>
                    <a:pt x="131" y="60"/>
                  </a:cubicBezTo>
                  <a:cubicBezTo>
                    <a:pt x="114" y="45"/>
                    <a:pt x="103" y="23"/>
                    <a:pt x="100" y="0"/>
                  </a:cubicBezTo>
                  <a:cubicBezTo>
                    <a:pt x="76" y="24"/>
                    <a:pt x="57" y="44"/>
                    <a:pt x="43" y="61"/>
                  </a:cubicBezTo>
                  <a:cubicBezTo>
                    <a:pt x="29" y="77"/>
                    <a:pt x="19" y="90"/>
                    <a:pt x="12" y="102"/>
                  </a:cubicBezTo>
                  <a:cubicBezTo>
                    <a:pt x="5" y="115"/>
                    <a:pt x="0" y="126"/>
                    <a:pt x="0" y="141"/>
                  </a:cubicBezTo>
                  <a:cubicBezTo>
                    <a:pt x="0" y="147"/>
                    <a:pt x="1" y="155"/>
                    <a:pt x="5" y="162"/>
                  </a:cubicBezTo>
                  <a:cubicBezTo>
                    <a:pt x="11" y="173"/>
                    <a:pt x="21" y="179"/>
                    <a:pt x="29" y="182"/>
                  </a:cubicBezTo>
                  <a:cubicBezTo>
                    <a:pt x="37" y="185"/>
                    <a:pt x="44" y="186"/>
                    <a:pt x="50" y="186"/>
                  </a:cubicBezTo>
                  <a:cubicBezTo>
                    <a:pt x="63" y="186"/>
                    <a:pt x="76" y="183"/>
                    <a:pt x="87" y="180"/>
                  </a:cubicBezTo>
                  <a:cubicBezTo>
                    <a:pt x="70" y="273"/>
                    <a:pt x="40" y="452"/>
                    <a:pt x="40" y="605"/>
                  </a:cubicBezTo>
                  <a:cubicBezTo>
                    <a:pt x="40" y="605"/>
                    <a:pt x="99" y="649"/>
                    <a:pt x="197" y="649"/>
                  </a:cubicBezTo>
                  <a:cubicBezTo>
                    <a:pt x="295" y="649"/>
                    <a:pt x="355" y="605"/>
                    <a:pt x="355" y="605"/>
                  </a:cubicBezTo>
                  <a:cubicBezTo>
                    <a:pt x="355" y="459"/>
                    <a:pt x="328" y="289"/>
                    <a:pt x="310" y="193"/>
                  </a:cubicBezTo>
                  <a:cubicBezTo>
                    <a:pt x="337" y="207"/>
                    <a:pt x="370" y="220"/>
                    <a:pt x="406" y="220"/>
                  </a:cubicBezTo>
                  <a:cubicBezTo>
                    <a:pt x="419" y="220"/>
                    <a:pt x="433" y="219"/>
                    <a:pt x="446" y="213"/>
                  </a:cubicBezTo>
                  <a:cubicBezTo>
                    <a:pt x="466" y="205"/>
                    <a:pt x="483" y="189"/>
                    <a:pt x="494" y="167"/>
                  </a:cubicBezTo>
                  <a:cubicBezTo>
                    <a:pt x="505" y="145"/>
                    <a:pt x="509" y="119"/>
                    <a:pt x="509" y="86"/>
                  </a:cubicBezTo>
                  <a:cubicBezTo>
                    <a:pt x="509" y="85"/>
                    <a:pt x="509" y="84"/>
                    <a:pt x="509" y="83"/>
                  </a:cubicBezTo>
                  <a:cubicBezTo>
                    <a:pt x="509" y="65"/>
                    <a:pt x="495" y="51"/>
                    <a:pt x="477" y="51"/>
                  </a:cubicBezTo>
                  <a:cubicBezTo>
                    <a:pt x="460" y="51"/>
                    <a:pt x="445" y="66"/>
                    <a:pt x="445"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 name="Freeform 336"/>
            <p:cNvSpPr>
              <a:spLocks/>
            </p:cNvSpPr>
            <p:nvPr/>
          </p:nvSpPr>
          <p:spPr bwMode="auto">
            <a:xfrm>
              <a:off x="290513" y="4787900"/>
              <a:ext cx="255588" cy="255587"/>
            </a:xfrm>
            <a:custGeom>
              <a:avLst/>
              <a:gdLst>
                <a:gd name="T0" fmla="*/ 78 w 197"/>
                <a:gd name="T1" fmla="*/ 186 h 197"/>
                <a:gd name="T2" fmla="*/ 186 w 197"/>
                <a:gd name="T3" fmla="*/ 119 h 197"/>
                <a:gd name="T4" fmla="*/ 119 w 197"/>
                <a:gd name="T5" fmla="*/ 11 h 197"/>
                <a:gd name="T6" fmla="*/ 11 w 197"/>
                <a:gd name="T7" fmla="*/ 78 h 197"/>
                <a:gd name="T8" fmla="*/ 78 w 197"/>
                <a:gd name="T9" fmla="*/ 186 h 197"/>
              </a:gdLst>
              <a:ahLst/>
              <a:cxnLst>
                <a:cxn ang="0">
                  <a:pos x="T0" y="T1"/>
                </a:cxn>
                <a:cxn ang="0">
                  <a:pos x="T2" y="T3"/>
                </a:cxn>
                <a:cxn ang="0">
                  <a:pos x="T4" y="T5"/>
                </a:cxn>
                <a:cxn ang="0">
                  <a:pos x="T6" y="T7"/>
                </a:cxn>
                <a:cxn ang="0">
                  <a:pos x="T8" y="T9"/>
                </a:cxn>
              </a:cxnLst>
              <a:rect l="0" t="0" r="r" b="b"/>
              <a:pathLst>
                <a:path w="197" h="197">
                  <a:moveTo>
                    <a:pt x="78" y="186"/>
                  </a:moveTo>
                  <a:cubicBezTo>
                    <a:pt x="126" y="197"/>
                    <a:pt x="175" y="167"/>
                    <a:pt x="186" y="119"/>
                  </a:cubicBezTo>
                  <a:cubicBezTo>
                    <a:pt x="197" y="71"/>
                    <a:pt x="167" y="22"/>
                    <a:pt x="119" y="11"/>
                  </a:cubicBezTo>
                  <a:cubicBezTo>
                    <a:pt x="70" y="0"/>
                    <a:pt x="22" y="30"/>
                    <a:pt x="11" y="78"/>
                  </a:cubicBezTo>
                  <a:cubicBezTo>
                    <a:pt x="0" y="127"/>
                    <a:pt x="30" y="175"/>
                    <a:pt x="78" y="1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81" name="组合 280"/>
          <p:cNvGrpSpPr/>
          <p:nvPr/>
        </p:nvGrpSpPr>
        <p:grpSpPr>
          <a:xfrm>
            <a:off x="1155700" y="4906963"/>
            <a:ext cx="1227138" cy="1120774"/>
            <a:chOff x="1155700" y="4906963"/>
            <a:chExt cx="1227138" cy="1120774"/>
          </a:xfrm>
          <a:solidFill>
            <a:schemeClr val="tx1">
              <a:lumMod val="65000"/>
              <a:lumOff val="35000"/>
            </a:schemeClr>
          </a:solidFill>
        </p:grpSpPr>
        <p:sp>
          <p:nvSpPr>
            <p:cNvPr id="282" name="Freeform 337"/>
            <p:cNvSpPr>
              <a:spLocks noEditPoints="1"/>
            </p:cNvSpPr>
            <p:nvPr/>
          </p:nvSpPr>
          <p:spPr bwMode="auto">
            <a:xfrm>
              <a:off x="1155700" y="5668963"/>
              <a:ext cx="277813" cy="333375"/>
            </a:xfrm>
            <a:custGeom>
              <a:avLst/>
              <a:gdLst>
                <a:gd name="T0" fmla="*/ 161 w 175"/>
                <a:gd name="T1" fmla="*/ 0 h 210"/>
                <a:gd name="T2" fmla="*/ 13 w 175"/>
                <a:gd name="T3" fmla="*/ 0 h 210"/>
                <a:gd name="T4" fmla="*/ 13 w 175"/>
                <a:gd name="T5" fmla="*/ 27 h 210"/>
                <a:gd name="T6" fmla="*/ 0 w 175"/>
                <a:gd name="T7" fmla="*/ 210 h 210"/>
                <a:gd name="T8" fmla="*/ 33 w 175"/>
                <a:gd name="T9" fmla="*/ 210 h 210"/>
                <a:gd name="T10" fmla="*/ 39 w 175"/>
                <a:gd name="T11" fmla="*/ 155 h 210"/>
                <a:gd name="T12" fmla="*/ 135 w 175"/>
                <a:gd name="T13" fmla="*/ 155 h 210"/>
                <a:gd name="T14" fmla="*/ 141 w 175"/>
                <a:gd name="T15" fmla="*/ 210 h 210"/>
                <a:gd name="T16" fmla="*/ 175 w 175"/>
                <a:gd name="T17" fmla="*/ 210 h 210"/>
                <a:gd name="T18" fmla="*/ 161 w 175"/>
                <a:gd name="T19" fmla="*/ 27 h 210"/>
                <a:gd name="T20" fmla="*/ 161 w 175"/>
                <a:gd name="T21" fmla="*/ 0 h 210"/>
                <a:gd name="T22" fmla="*/ 40 w 175"/>
                <a:gd name="T23" fmla="*/ 141 h 210"/>
                <a:gd name="T24" fmla="*/ 46 w 175"/>
                <a:gd name="T25" fmla="*/ 32 h 210"/>
                <a:gd name="T26" fmla="*/ 128 w 175"/>
                <a:gd name="T27" fmla="*/ 32 h 210"/>
                <a:gd name="T28" fmla="*/ 134 w 175"/>
                <a:gd name="T29" fmla="*/ 141 h 210"/>
                <a:gd name="T30" fmla="*/ 40 w 175"/>
                <a:gd name="T31" fmla="*/ 141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5" h="210">
                  <a:moveTo>
                    <a:pt x="161" y="0"/>
                  </a:moveTo>
                  <a:lnTo>
                    <a:pt x="13" y="0"/>
                  </a:lnTo>
                  <a:lnTo>
                    <a:pt x="13" y="27"/>
                  </a:lnTo>
                  <a:lnTo>
                    <a:pt x="0" y="210"/>
                  </a:lnTo>
                  <a:lnTo>
                    <a:pt x="33" y="210"/>
                  </a:lnTo>
                  <a:lnTo>
                    <a:pt x="39" y="155"/>
                  </a:lnTo>
                  <a:lnTo>
                    <a:pt x="135" y="155"/>
                  </a:lnTo>
                  <a:lnTo>
                    <a:pt x="141" y="210"/>
                  </a:lnTo>
                  <a:lnTo>
                    <a:pt x="175" y="210"/>
                  </a:lnTo>
                  <a:lnTo>
                    <a:pt x="161" y="27"/>
                  </a:lnTo>
                  <a:lnTo>
                    <a:pt x="161" y="0"/>
                  </a:lnTo>
                  <a:close/>
                  <a:moveTo>
                    <a:pt x="40" y="141"/>
                  </a:moveTo>
                  <a:lnTo>
                    <a:pt x="46" y="32"/>
                  </a:lnTo>
                  <a:lnTo>
                    <a:pt x="128" y="32"/>
                  </a:lnTo>
                  <a:lnTo>
                    <a:pt x="134" y="141"/>
                  </a:lnTo>
                  <a:lnTo>
                    <a:pt x="40" y="1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 name="Freeform 338"/>
            <p:cNvSpPr>
              <a:spLocks/>
            </p:cNvSpPr>
            <p:nvPr/>
          </p:nvSpPr>
          <p:spPr bwMode="auto">
            <a:xfrm>
              <a:off x="1296988" y="4906963"/>
              <a:ext cx="257175" cy="255587"/>
            </a:xfrm>
            <a:custGeom>
              <a:avLst/>
              <a:gdLst>
                <a:gd name="T0" fmla="*/ 119 w 198"/>
                <a:gd name="T1" fmla="*/ 11 h 198"/>
                <a:gd name="T2" fmla="*/ 11 w 198"/>
                <a:gd name="T3" fmla="*/ 79 h 198"/>
                <a:gd name="T4" fmla="*/ 78 w 198"/>
                <a:gd name="T5" fmla="*/ 187 h 198"/>
                <a:gd name="T6" fmla="*/ 186 w 198"/>
                <a:gd name="T7" fmla="*/ 119 h 198"/>
                <a:gd name="T8" fmla="*/ 119 w 198"/>
                <a:gd name="T9" fmla="*/ 11 h 198"/>
              </a:gdLst>
              <a:ahLst/>
              <a:cxnLst>
                <a:cxn ang="0">
                  <a:pos x="T0" y="T1"/>
                </a:cxn>
                <a:cxn ang="0">
                  <a:pos x="T2" y="T3"/>
                </a:cxn>
                <a:cxn ang="0">
                  <a:pos x="T4" y="T5"/>
                </a:cxn>
                <a:cxn ang="0">
                  <a:pos x="T6" y="T7"/>
                </a:cxn>
                <a:cxn ang="0">
                  <a:pos x="T8" y="T9"/>
                </a:cxn>
              </a:cxnLst>
              <a:rect l="0" t="0" r="r" b="b"/>
              <a:pathLst>
                <a:path w="198" h="198">
                  <a:moveTo>
                    <a:pt x="119" y="11"/>
                  </a:moveTo>
                  <a:cubicBezTo>
                    <a:pt x="71" y="0"/>
                    <a:pt x="22" y="30"/>
                    <a:pt x="11" y="79"/>
                  </a:cubicBezTo>
                  <a:cubicBezTo>
                    <a:pt x="0" y="127"/>
                    <a:pt x="30" y="175"/>
                    <a:pt x="78" y="187"/>
                  </a:cubicBezTo>
                  <a:cubicBezTo>
                    <a:pt x="127" y="198"/>
                    <a:pt x="175" y="168"/>
                    <a:pt x="186" y="119"/>
                  </a:cubicBezTo>
                  <a:cubicBezTo>
                    <a:pt x="198" y="71"/>
                    <a:pt x="168" y="23"/>
                    <a:pt x="119"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 name="Freeform 339"/>
            <p:cNvSpPr>
              <a:spLocks/>
            </p:cNvSpPr>
            <p:nvPr/>
          </p:nvSpPr>
          <p:spPr bwMode="auto">
            <a:xfrm>
              <a:off x="1201738" y="5170488"/>
              <a:ext cx="627063" cy="728662"/>
            </a:xfrm>
            <a:custGeom>
              <a:avLst/>
              <a:gdLst>
                <a:gd name="T0" fmla="*/ 332 w 484"/>
                <a:gd name="T1" fmla="*/ 292 h 563"/>
                <a:gd name="T2" fmla="*/ 291 w 484"/>
                <a:gd name="T3" fmla="*/ 270 h 563"/>
                <a:gd name="T4" fmla="*/ 282 w 484"/>
                <a:gd name="T5" fmla="*/ 270 h 563"/>
                <a:gd name="T6" fmla="*/ 283 w 484"/>
                <a:gd name="T7" fmla="*/ 272 h 563"/>
                <a:gd name="T8" fmla="*/ 284 w 484"/>
                <a:gd name="T9" fmla="*/ 303 h 563"/>
                <a:gd name="T10" fmla="*/ 247 w 484"/>
                <a:gd name="T11" fmla="*/ 330 h 563"/>
                <a:gd name="T12" fmla="*/ 233 w 484"/>
                <a:gd name="T13" fmla="*/ 327 h 563"/>
                <a:gd name="T14" fmla="*/ 104 w 484"/>
                <a:gd name="T15" fmla="*/ 229 h 563"/>
                <a:gd name="T16" fmla="*/ 75 w 484"/>
                <a:gd name="T17" fmla="*/ 120 h 563"/>
                <a:gd name="T18" fmla="*/ 80 w 484"/>
                <a:gd name="T19" fmla="*/ 71 h 563"/>
                <a:gd name="T20" fmla="*/ 119 w 484"/>
                <a:gd name="T21" fmla="*/ 42 h 563"/>
                <a:gd name="T22" fmla="*/ 129 w 484"/>
                <a:gd name="T23" fmla="*/ 43 h 563"/>
                <a:gd name="T24" fmla="*/ 157 w 484"/>
                <a:gd name="T25" fmla="*/ 92 h 563"/>
                <a:gd name="T26" fmla="*/ 157 w 484"/>
                <a:gd name="T27" fmla="*/ 92 h 563"/>
                <a:gd name="T28" fmla="*/ 157 w 484"/>
                <a:gd name="T29" fmla="*/ 93 h 563"/>
                <a:gd name="T30" fmla="*/ 156 w 484"/>
                <a:gd name="T31" fmla="*/ 98 h 563"/>
                <a:gd name="T32" fmla="*/ 155 w 484"/>
                <a:gd name="T33" fmla="*/ 120 h 563"/>
                <a:gd name="T34" fmla="*/ 162 w 484"/>
                <a:gd name="T35" fmla="*/ 167 h 563"/>
                <a:gd name="T36" fmla="*/ 175 w 484"/>
                <a:gd name="T37" fmla="*/ 105 h 563"/>
                <a:gd name="T38" fmla="*/ 137 w 484"/>
                <a:gd name="T39" fmla="*/ 9 h 563"/>
                <a:gd name="T40" fmla="*/ 33 w 484"/>
                <a:gd name="T41" fmla="*/ 77 h 563"/>
                <a:gd name="T42" fmla="*/ 10 w 484"/>
                <a:gd name="T43" fmla="*/ 299 h 563"/>
                <a:gd name="T44" fmla="*/ 88 w 484"/>
                <a:gd name="T45" fmla="*/ 370 h 563"/>
                <a:gd name="T46" fmla="*/ 97 w 484"/>
                <a:gd name="T47" fmla="*/ 370 h 563"/>
                <a:gd name="T48" fmla="*/ 265 w 484"/>
                <a:gd name="T49" fmla="*/ 370 h 563"/>
                <a:gd name="T50" fmla="*/ 386 w 484"/>
                <a:gd name="T51" fmla="*/ 541 h 563"/>
                <a:gd name="T52" fmla="*/ 427 w 484"/>
                <a:gd name="T53" fmla="*/ 563 h 563"/>
                <a:gd name="T54" fmla="*/ 456 w 484"/>
                <a:gd name="T55" fmla="*/ 554 h 563"/>
                <a:gd name="T56" fmla="*/ 468 w 484"/>
                <a:gd name="T57" fmla="*/ 484 h 563"/>
                <a:gd name="T58" fmla="*/ 332 w 484"/>
                <a:gd name="T59" fmla="*/ 292 h 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84" h="563">
                  <a:moveTo>
                    <a:pt x="332" y="292"/>
                  </a:moveTo>
                  <a:cubicBezTo>
                    <a:pt x="323" y="278"/>
                    <a:pt x="308" y="270"/>
                    <a:pt x="291" y="270"/>
                  </a:cubicBezTo>
                  <a:cubicBezTo>
                    <a:pt x="282" y="270"/>
                    <a:pt x="282" y="270"/>
                    <a:pt x="282" y="270"/>
                  </a:cubicBezTo>
                  <a:cubicBezTo>
                    <a:pt x="282" y="271"/>
                    <a:pt x="282" y="272"/>
                    <a:pt x="283" y="272"/>
                  </a:cubicBezTo>
                  <a:cubicBezTo>
                    <a:pt x="287" y="282"/>
                    <a:pt x="288" y="293"/>
                    <a:pt x="284" y="303"/>
                  </a:cubicBezTo>
                  <a:cubicBezTo>
                    <a:pt x="279" y="319"/>
                    <a:pt x="264" y="330"/>
                    <a:pt x="247" y="330"/>
                  </a:cubicBezTo>
                  <a:cubicBezTo>
                    <a:pt x="242" y="330"/>
                    <a:pt x="238" y="329"/>
                    <a:pt x="233" y="327"/>
                  </a:cubicBezTo>
                  <a:cubicBezTo>
                    <a:pt x="159" y="302"/>
                    <a:pt x="122" y="260"/>
                    <a:pt x="104" y="229"/>
                  </a:cubicBezTo>
                  <a:cubicBezTo>
                    <a:pt x="84" y="197"/>
                    <a:pt x="75" y="160"/>
                    <a:pt x="75" y="120"/>
                  </a:cubicBezTo>
                  <a:cubicBezTo>
                    <a:pt x="75" y="95"/>
                    <a:pt x="79" y="76"/>
                    <a:pt x="80" y="71"/>
                  </a:cubicBezTo>
                  <a:cubicBezTo>
                    <a:pt x="85" y="54"/>
                    <a:pt x="101" y="42"/>
                    <a:pt x="119" y="42"/>
                  </a:cubicBezTo>
                  <a:cubicBezTo>
                    <a:pt x="122" y="42"/>
                    <a:pt x="126" y="42"/>
                    <a:pt x="129" y="43"/>
                  </a:cubicBezTo>
                  <a:cubicBezTo>
                    <a:pt x="150" y="49"/>
                    <a:pt x="163" y="71"/>
                    <a:pt x="157" y="92"/>
                  </a:cubicBezTo>
                  <a:cubicBezTo>
                    <a:pt x="157" y="92"/>
                    <a:pt x="157" y="92"/>
                    <a:pt x="157" y="92"/>
                  </a:cubicBezTo>
                  <a:cubicBezTo>
                    <a:pt x="157" y="93"/>
                    <a:pt x="157" y="93"/>
                    <a:pt x="157" y="93"/>
                  </a:cubicBezTo>
                  <a:cubicBezTo>
                    <a:pt x="157" y="94"/>
                    <a:pt x="157" y="96"/>
                    <a:pt x="156" y="98"/>
                  </a:cubicBezTo>
                  <a:cubicBezTo>
                    <a:pt x="155" y="103"/>
                    <a:pt x="154" y="111"/>
                    <a:pt x="155" y="120"/>
                  </a:cubicBezTo>
                  <a:cubicBezTo>
                    <a:pt x="154" y="133"/>
                    <a:pt x="156" y="149"/>
                    <a:pt x="162" y="167"/>
                  </a:cubicBezTo>
                  <a:cubicBezTo>
                    <a:pt x="166" y="144"/>
                    <a:pt x="171" y="123"/>
                    <a:pt x="175" y="105"/>
                  </a:cubicBezTo>
                  <a:cubicBezTo>
                    <a:pt x="186" y="65"/>
                    <a:pt x="171" y="17"/>
                    <a:pt x="137" y="9"/>
                  </a:cubicBezTo>
                  <a:cubicBezTo>
                    <a:pt x="103" y="0"/>
                    <a:pt x="53" y="19"/>
                    <a:pt x="33" y="77"/>
                  </a:cubicBezTo>
                  <a:cubicBezTo>
                    <a:pt x="6" y="158"/>
                    <a:pt x="0" y="211"/>
                    <a:pt x="10" y="299"/>
                  </a:cubicBezTo>
                  <a:cubicBezTo>
                    <a:pt x="21" y="355"/>
                    <a:pt x="55" y="367"/>
                    <a:pt x="88" y="370"/>
                  </a:cubicBezTo>
                  <a:cubicBezTo>
                    <a:pt x="91" y="370"/>
                    <a:pt x="94" y="370"/>
                    <a:pt x="97" y="370"/>
                  </a:cubicBezTo>
                  <a:cubicBezTo>
                    <a:pt x="265" y="370"/>
                    <a:pt x="265" y="370"/>
                    <a:pt x="265" y="370"/>
                  </a:cubicBezTo>
                  <a:cubicBezTo>
                    <a:pt x="386" y="541"/>
                    <a:pt x="386" y="541"/>
                    <a:pt x="386" y="541"/>
                  </a:cubicBezTo>
                  <a:cubicBezTo>
                    <a:pt x="396" y="555"/>
                    <a:pt x="411" y="563"/>
                    <a:pt x="427" y="563"/>
                  </a:cubicBezTo>
                  <a:cubicBezTo>
                    <a:pt x="437" y="563"/>
                    <a:pt x="447" y="560"/>
                    <a:pt x="456" y="554"/>
                  </a:cubicBezTo>
                  <a:cubicBezTo>
                    <a:pt x="478" y="538"/>
                    <a:pt x="484" y="506"/>
                    <a:pt x="468" y="484"/>
                  </a:cubicBezTo>
                  <a:lnTo>
                    <a:pt x="332" y="2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 name="Freeform 340"/>
            <p:cNvSpPr>
              <a:spLocks/>
            </p:cNvSpPr>
            <p:nvPr/>
          </p:nvSpPr>
          <p:spPr bwMode="auto">
            <a:xfrm>
              <a:off x="1874838" y="5002213"/>
              <a:ext cx="258763" cy="260350"/>
            </a:xfrm>
            <a:custGeom>
              <a:avLst/>
              <a:gdLst>
                <a:gd name="T0" fmla="*/ 124 w 200"/>
                <a:gd name="T1" fmla="*/ 187 h 200"/>
                <a:gd name="T2" fmla="*/ 187 w 200"/>
                <a:gd name="T3" fmla="*/ 76 h 200"/>
                <a:gd name="T4" fmla="*/ 75 w 200"/>
                <a:gd name="T5" fmla="*/ 13 h 200"/>
                <a:gd name="T6" fmla="*/ 13 w 200"/>
                <a:gd name="T7" fmla="*/ 125 h 200"/>
                <a:gd name="T8" fmla="*/ 124 w 200"/>
                <a:gd name="T9" fmla="*/ 187 h 200"/>
              </a:gdLst>
              <a:ahLst/>
              <a:cxnLst>
                <a:cxn ang="0">
                  <a:pos x="T0" y="T1"/>
                </a:cxn>
                <a:cxn ang="0">
                  <a:pos x="T2" y="T3"/>
                </a:cxn>
                <a:cxn ang="0">
                  <a:pos x="T4" y="T5"/>
                </a:cxn>
                <a:cxn ang="0">
                  <a:pos x="T6" y="T7"/>
                </a:cxn>
                <a:cxn ang="0">
                  <a:pos x="T8" y="T9"/>
                </a:cxn>
              </a:cxnLst>
              <a:rect l="0" t="0" r="r" b="b"/>
              <a:pathLst>
                <a:path w="200" h="200">
                  <a:moveTo>
                    <a:pt x="124" y="187"/>
                  </a:moveTo>
                  <a:cubicBezTo>
                    <a:pt x="172" y="173"/>
                    <a:pt x="200" y="123"/>
                    <a:pt x="187" y="76"/>
                  </a:cubicBezTo>
                  <a:cubicBezTo>
                    <a:pt x="173" y="28"/>
                    <a:pt x="123" y="0"/>
                    <a:pt x="75" y="13"/>
                  </a:cubicBezTo>
                  <a:cubicBezTo>
                    <a:pt x="28" y="27"/>
                    <a:pt x="0" y="77"/>
                    <a:pt x="13" y="125"/>
                  </a:cubicBezTo>
                  <a:cubicBezTo>
                    <a:pt x="27" y="172"/>
                    <a:pt x="77" y="200"/>
                    <a:pt x="124" y="1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 name="Freeform 341"/>
            <p:cNvSpPr>
              <a:spLocks noEditPoints="1"/>
            </p:cNvSpPr>
            <p:nvPr/>
          </p:nvSpPr>
          <p:spPr bwMode="auto">
            <a:xfrm>
              <a:off x="1658938" y="5254625"/>
              <a:ext cx="723900" cy="773112"/>
            </a:xfrm>
            <a:custGeom>
              <a:avLst/>
              <a:gdLst>
                <a:gd name="T0" fmla="*/ 358 w 559"/>
                <a:gd name="T1" fmla="*/ 0 h 597"/>
                <a:gd name="T2" fmla="*/ 301 w 559"/>
                <a:gd name="T3" fmla="*/ 11 h 597"/>
                <a:gd name="T4" fmla="*/ 286 w 559"/>
                <a:gd name="T5" fmla="*/ 27 h 597"/>
                <a:gd name="T6" fmla="*/ 274 w 559"/>
                <a:gd name="T7" fmla="*/ 59 h 597"/>
                <a:gd name="T8" fmla="*/ 262 w 559"/>
                <a:gd name="T9" fmla="*/ 82 h 597"/>
                <a:gd name="T10" fmla="*/ 233 w 559"/>
                <a:gd name="T11" fmla="*/ 111 h 597"/>
                <a:gd name="T12" fmla="*/ 190 w 559"/>
                <a:gd name="T13" fmla="*/ 123 h 597"/>
                <a:gd name="T14" fmla="*/ 123 w 559"/>
                <a:gd name="T15" fmla="*/ 104 h 597"/>
                <a:gd name="T16" fmla="*/ 98 w 559"/>
                <a:gd name="T17" fmla="*/ 103 h 597"/>
                <a:gd name="T18" fmla="*/ 70 w 559"/>
                <a:gd name="T19" fmla="*/ 69 h 597"/>
                <a:gd name="T20" fmla="*/ 94 w 559"/>
                <a:gd name="T21" fmla="*/ 49 h 597"/>
                <a:gd name="T22" fmla="*/ 62 w 559"/>
                <a:gd name="T23" fmla="*/ 10 h 597"/>
                <a:gd name="T24" fmla="*/ 38 w 559"/>
                <a:gd name="T25" fmla="*/ 29 h 597"/>
                <a:gd name="T26" fmla="*/ 32 w 559"/>
                <a:gd name="T27" fmla="*/ 21 h 597"/>
                <a:gd name="T28" fmla="*/ 17 w 559"/>
                <a:gd name="T29" fmla="*/ 33 h 597"/>
                <a:gd name="T30" fmla="*/ 24 w 559"/>
                <a:gd name="T31" fmla="*/ 41 h 597"/>
                <a:gd name="T32" fmla="*/ 0 w 559"/>
                <a:gd name="T33" fmla="*/ 60 h 597"/>
                <a:gd name="T34" fmla="*/ 32 w 559"/>
                <a:gd name="T35" fmla="*/ 100 h 597"/>
                <a:gd name="T36" fmla="*/ 56 w 559"/>
                <a:gd name="T37" fmla="*/ 80 h 597"/>
                <a:gd name="T38" fmla="*/ 83 w 559"/>
                <a:gd name="T39" fmla="*/ 114 h 597"/>
                <a:gd name="T40" fmla="*/ 80 w 559"/>
                <a:gd name="T41" fmla="*/ 119 h 597"/>
                <a:gd name="T42" fmla="*/ 94 w 559"/>
                <a:gd name="T43" fmla="*/ 162 h 597"/>
                <a:gd name="T44" fmla="*/ 190 w 559"/>
                <a:gd name="T45" fmla="*/ 187 h 597"/>
                <a:gd name="T46" fmla="*/ 191 w 559"/>
                <a:gd name="T47" fmla="*/ 187 h 597"/>
                <a:gd name="T48" fmla="*/ 267 w 559"/>
                <a:gd name="T49" fmla="*/ 165 h 597"/>
                <a:gd name="T50" fmla="*/ 269 w 559"/>
                <a:gd name="T51" fmla="*/ 213 h 597"/>
                <a:gd name="T52" fmla="*/ 285 w 559"/>
                <a:gd name="T53" fmla="*/ 194 h 597"/>
                <a:gd name="T54" fmla="*/ 306 w 559"/>
                <a:gd name="T55" fmla="*/ 114 h 597"/>
                <a:gd name="T56" fmla="*/ 303 w 559"/>
                <a:gd name="T57" fmla="*/ 87 h 597"/>
                <a:gd name="T58" fmla="*/ 309 w 559"/>
                <a:gd name="T59" fmla="*/ 57 h 597"/>
                <a:gd name="T60" fmla="*/ 334 w 559"/>
                <a:gd name="T61" fmla="*/ 39 h 597"/>
                <a:gd name="T62" fmla="*/ 343 w 559"/>
                <a:gd name="T63" fmla="*/ 38 h 597"/>
                <a:gd name="T64" fmla="*/ 382 w 559"/>
                <a:gd name="T65" fmla="*/ 70 h 597"/>
                <a:gd name="T66" fmla="*/ 386 w 559"/>
                <a:gd name="T67" fmla="*/ 114 h 597"/>
                <a:gd name="T68" fmla="*/ 353 w 559"/>
                <a:gd name="T69" fmla="*/ 236 h 597"/>
                <a:gd name="T70" fmla="*/ 272 w 559"/>
                <a:gd name="T71" fmla="*/ 310 h 597"/>
                <a:gd name="T72" fmla="*/ 249 w 559"/>
                <a:gd name="T73" fmla="*/ 422 h 597"/>
                <a:gd name="T74" fmla="*/ 187 w 559"/>
                <a:gd name="T75" fmla="*/ 518 h 597"/>
                <a:gd name="T76" fmla="*/ 184 w 559"/>
                <a:gd name="T77" fmla="*/ 569 h 597"/>
                <a:gd name="T78" fmla="*/ 228 w 559"/>
                <a:gd name="T79" fmla="*/ 595 h 597"/>
                <a:gd name="T80" fmla="*/ 494 w 559"/>
                <a:gd name="T81" fmla="*/ 597 h 597"/>
                <a:gd name="T82" fmla="*/ 495 w 559"/>
                <a:gd name="T83" fmla="*/ 597 h 597"/>
                <a:gd name="T84" fmla="*/ 545 w 559"/>
                <a:gd name="T85" fmla="*/ 548 h 597"/>
                <a:gd name="T86" fmla="*/ 518 w 559"/>
                <a:gd name="T87" fmla="*/ 503 h 597"/>
                <a:gd name="T88" fmla="*/ 549 w 559"/>
                <a:gd name="T89" fmla="*/ 483 h 597"/>
                <a:gd name="T90" fmla="*/ 358 w 559"/>
                <a:gd name="T91" fmla="*/ 0 h 597"/>
                <a:gd name="T92" fmla="*/ 315 w 559"/>
                <a:gd name="T93" fmla="*/ 369 h 597"/>
                <a:gd name="T94" fmla="*/ 382 w 559"/>
                <a:gd name="T95" fmla="*/ 353 h 597"/>
                <a:gd name="T96" fmla="*/ 385 w 559"/>
                <a:gd name="T97" fmla="*/ 364 h 597"/>
                <a:gd name="T98" fmla="*/ 320 w 559"/>
                <a:gd name="T99" fmla="*/ 386 h 597"/>
                <a:gd name="T100" fmla="*/ 315 w 559"/>
                <a:gd name="T101" fmla="*/ 369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59" h="597">
                  <a:moveTo>
                    <a:pt x="358" y="0"/>
                  </a:moveTo>
                  <a:cubicBezTo>
                    <a:pt x="316" y="0"/>
                    <a:pt x="309" y="4"/>
                    <a:pt x="301" y="11"/>
                  </a:cubicBezTo>
                  <a:cubicBezTo>
                    <a:pt x="294" y="14"/>
                    <a:pt x="289" y="20"/>
                    <a:pt x="286" y="27"/>
                  </a:cubicBezTo>
                  <a:cubicBezTo>
                    <a:pt x="281" y="35"/>
                    <a:pt x="277" y="46"/>
                    <a:pt x="274" y="59"/>
                  </a:cubicBezTo>
                  <a:cubicBezTo>
                    <a:pt x="271" y="66"/>
                    <a:pt x="267" y="74"/>
                    <a:pt x="262" y="82"/>
                  </a:cubicBezTo>
                  <a:cubicBezTo>
                    <a:pt x="254" y="93"/>
                    <a:pt x="244" y="104"/>
                    <a:pt x="233" y="111"/>
                  </a:cubicBezTo>
                  <a:cubicBezTo>
                    <a:pt x="221" y="118"/>
                    <a:pt x="208" y="123"/>
                    <a:pt x="190" y="123"/>
                  </a:cubicBezTo>
                  <a:cubicBezTo>
                    <a:pt x="173" y="123"/>
                    <a:pt x="151" y="118"/>
                    <a:pt x="123" y="104"/>
                  </a:cubicBezTo>
                  <a:cubicBezTo>
                    <a:pt x="115" y="100"/>
                    <a:pt x="106" y="100"/>
                    <a:pt x="98" y="103"/>
                  </a:cubicBezTo>
                  <a:cubicBezTo>
                    <a:pt x="70" y="69"/>
                    <a:pt x="70" y="69"/>
                    <a:pt x="70" y="69"/>
                  </a:cubicBezTo>
                  <a:cubicBezTo>
                    <a:pt x="94" y="49"/>
                    <a:pt x="94" y="49"/>
                    <a:pt x="94" y="49"/>
                  </a:cubicBezTo>
                  <a:cubicBezTo>
                    <a:pt x="62" y="10"/>
                    <a:pt x="62" y="10"/>
                    <a:pt x="62" y="10"/>
                  </a:cubicBezTo>
                  <a:cubicBezTo>
                    <a:pt x="38" y="29"/>
                    <a:pt x="38" y="29"/>
                    <a:pt x="38" y="29"/>
                  </a:cubicBezTo>
                  <a:cubicBezTo>
                    <a:pt x="32" y="21"/>
                    <a:pt x="32" y="21"/>
                    <a:pt x="32" y="21"/>
                  </a:cubicBezTo>
                  <a:cubicBezTo>
                    <a:pt x="17" y="33"/>
                    <a:pt x="17" y="33"/>
                    <a:pt x="17" y="33"/>
                  </a:cubicBezTo>
                  <a:cubicBezTo>
                    <a:pt x="24" y="41"/>
                    <a:pt x="24" y="41"/>
                    <a:pt x="24" y="41"/>
                  </a:cubicBezTo>
                  <a:cubicBezTo>
                    <a:pt x="0" y="60"/>
                    <a:pt x="0" y="60"/>
                    <a:pt x="0" y="60"/>
                  </a:cubicBezTo>
                  <a:cubicBezTo>
                    <a:pt x="32" y="100"/>
                    <a:pt x="32" y="100"/>
                    <a:pt x="32" y="100"/>
                  </a:cubicBezTo>
                  <a:cubicBezTo>
                    <a:pt x="56" y="80"/>
                    <a:pt x="56" y="80"/>
                    <a:pt x="56" y="80"/>
                  </a:cubicBezTo>
                  <a:cubicBezTo>
                    <a:pt x="83" y="114"/>
                    <a:pt x="83" y="114"/>
                    <a:pt x="83" y="114"/>
                  </a:cubicBezTo>
                  <a:cubicBezTo>
                    <a:pt x="82" y="115"/>
                    <a:pt x="81" y="117"/>
                    <a:pt x="80" y="119"/>
                  </a:cubicBezTo>
                  <a:cubicBezTo>
                    <a:pt x="72" y="135"/>
                    <a:pt x="78" y="154"/>
                    <a:pt x="94" y="162"/>
                  </a:cubicBezTo>
                  <a:cubicBezTo>
                    <a:pt x="129" y="179"/>
                    <a:pt x="161" y="187"/>
                    <a:pt x="190" y="187"/>
                  </a:cubicBezTo>
                  <a:cubicBezTo>
                    <a:pt x="190" y="187"/>
                    <a:pt x="190" y="187"/>
                    <a:pt x="191" y="187"/>
                  </a:cubicBezTo>
                  <a:cubicBezTo>
                    <a:pt x="221" y="187"/>
                    <a:pt x="247" y="178"/>
                    <a:pt x="267" y="165"/>
                  </a:cubicBezTo>
                  <a:cubicBezTo>
                    <a:pt x="268" y="181"/>
                    <a:pt x="268" y="198"/>
                    <a:pt x="269" y="213"/>
                  </a:cubicBezTo>
                  <a:cubicBezTo>
                    <a:pt x="276" y="207"/>
                    <a:pt x="281" y="200"/>
                    <a:pt x="285" y="194"/>
                  </a:cubicBezTo>
                  <a:cubicBezTo>
                    <a:pt x="303" y="165"/>
                    <a:pt x="306" y="131"/>
                    <a:pt x="306" y="114"/>
                  </a:cubicBezTo>
                  <a:cubicBezTo>
                    <a:pt x="306" y="98"/>
                    <a:pt x="304" y="87"/>
                    <a:pt x="303" y="87"/>
                  </a:cubicBezTo>
                  <a:cubicBezTo>
                    <a:pt x="301" y="76"/>
                    <a:pt x="303" y="65"/>
                    <a:pt x="309" y="57"/>
                  </a:cubicBezTo>
                  <a:cubicBezTo>
                    <a:pt x="315" y="48"/>
                    <a:pt x="324" y="41"/>
                    <a:pt x="334" y="39"/>
                  </a:cubicBezTo>
                  <a:cubicBezTo>
                    <a:pt x="337" y="39"/>
                    <a:pt x="340" y="38"/>
                    <a:pt x="343" y="38"/>
                  </a:cubicBezTo>
                  <a:cubicBezTo>
                    <a:pt x="361" y="38"/>
                    <a:pt x="378" y="52"/>
                    <a:pt x="382" y="70"/>
                  </a:cubicBezTo>
                  <a:cubicBezTo>
                    <a:pt x="383" y="75"/>
                    <a:pt x="386" y="91"/>
                    <a:pt x="386" y="114"/>
                  </a:cubicBezTo>
                  <a:cubicBezTo>
                    <a:pt x="386" y="160"/>
                    <a:pt x="374" y="201"/>
                    <a:pt x="353" y="236"/>
                  </a:cubicBezTo>
                  <a:cubicBezTo>
                    <a:pt x="334" y="267"/>
                    <a:pt x="306" y="292"/>
                    <a:pt x="272" y="310"/>
                  </a:cubicBezTo>
                  <a:cubicBezTo>
                    <a:pt x="267" y="344"/>
                    <a:pt x="257" y="385"/>
                    <a:pt x="249" y="422"/>
                  </a:cubicBezTo>
                  <a:cubicBezTo>
                    <a:pt x="187" y="518"/>
                    <a:pt x="187" y="518"/>
                    <a:pt x="187" y="518"/>
                  </a:cubicBezTo>
                  <a:cubicBezTo>
                    <a:pt x="177" y="533"/>
                    <a:pt x="176" y="552"/>
                    <a:pt x="184" y="569"/>
                  </a:cubicBezTo>
                  <a:cubicBezTo>
                    <a:pt x="193" y="585"/>
                    <a:pt x="210" y="595"/>
                    <a:pt x="228" y="595"/>
                  </a:cubicBezTo>
                  <a:cubicBezTo>
                    <a:pt x="494" y="597"/>
                    <a:pt x="494" y="597"/>
                    <a:pt x="494" y="597"/>
                  </a:cubicBezTo>
                  <a:cubicBezTo>
                    <a:pt x="494" y="597"/>
                    <a:pt x="494" y="597"/>
                    <a:pt x="495" y="597"/>
                  </a:cubicBezTo>
                  <a:cubicBezTo>
                    <a:pt x="522" y="597"/>
                    <a:pt x="544" y="575"/>
                    <a:pt x="545" y="548"/>
                  </a:cubicBezTo>
                  <a:cubicBezTo>
                    <a:pt x="545" y="528"/>
                    <a:pt x="534" y="511"/>
                    <a:pt x="518" y="503"/>
                  </a:cubicBezTo>
                  <a:cubicBezTo>
                    <a:pt x="536" y="497"/>
                    <a:pt x="548" y="490"/>
                    <a:pt x="549" y="483"/>
                  </a:cubicBezTo>
                  <a:cubicBezTo>
                    <a:pt x="559" y="259"/>
                    <a:pt x="476" y="0"/>
                    <a:pt x="358" y="0"/>
                  </a:cubicBezTo>
                  <a:close/>
                  <a:moveTo>
                    <a:pt x="315" y="369"/>
                  </a:moveTo>
                  <a:cubicBezTo>
                    <a:pt x="382" y="353"/>
                    <a:pt x="382" y="353"/>
                    <a:pt x="382" y="353"/>
                  </a:cubicBezTo>
                  <a:cubicBezTo>
                    <a:pt x="385" y="364"/>
                    <a:pt x="385" y="364"/>
                    <a:pt x="385" y="364"/>
                  </a:cubicBezTo>
                  <a:cubicBezTo>
                    <a:pt x="320" y="386"/>
                    <a:pt x="320" y="386"/>
                    <a:pt x="320" y="386"/>
                  </a:cubicBezTo>
                  <a:lnTo>
                    <a:pt x="315" y="3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 name="Freeform 342"/>
            <p:cNvSpPr>
              <a:spLocks/>
            </p:cNvSpPr>
            <p:nvPr/>
          </p:nvSpPr>
          <p:spPr bwMode="auto">
            <a:xfrm>
              <a:off x="1857375" y="5310188"/>
              <a:ext cx="290513" cy="369887"/>
            </a:xfrm>
            <a:custGeom>
              <a:avLst/>
              <a:gdLst>
                <a:gd name="T0" fmla="*/ 225 w 225"/>
                <a:gd name="T1" fmla="*/ 71 h 286"/>
                <a:gd name="T2" fmla="*/ 221 w 225"/>
                <a:gd name="T3" fmla="*/ 29 h 286"/>
                <a:gd name="T4" fmla="*/ 183 w 225"/>
                <a:gd name="T5" fmla="*/ 4 h 286"/>
                <a:gd name="T6" fmla="*/ 158 w 225"/>
                <a:gd name="T7" fmla="*/ 42 h 286"/>
                <a:gd name="T8" fmla="*/ 158 w 225"/>
                <a:gd name="T9" fmla="*/ 42 h 286"/>
                <a:gd name="T10" fmla="*/ 158 w 225"/>
                <a:gd name="T11" fmla="*/ 42 h 286"/>
                <a:gd name="T12" fmla="*/ 161 w 225"/>
                <a:gd name="T13" fmla="*/ 71 h 286"/>
                <a:gd name="T14" fmla="*/ 138 w 225"/>
                <a:gd name="T15" fmla="*/ 155 h 286"/>
                <a:gd name="T16" fmla="*/ 29 w 225"/>
                <a:gd name="T17" fmla="*/ 223 h 286"/>
                <a:gd name="T18" fmla="*/ 4 w 225"/>
                <a:gd name="T19" fmla="*/ 261 h 286"/>
                <a:gd name="T20" fmla="*/ 35 w 225"/>
                <a:gd name="T21" fmla="*/ 286 h 286"/>
                <a:gd name="T22" fmla="*/ 42 w 225"/>
                <a:gd name="T23" fmla="*/ 285 h 286"/>
                <a:gd name="T24" fmla="*/ 193 w 225"/>
                <a:gd name="T25" fmla="*/ 189 h 286"/>
                <a:gd name="T26" fmla="*/ 225 w 225"/>
                <a:gd name="T27" fmla="*/ 71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5" h="286">
                  <a:moveTo>
                    <a:pt x="225" y="71"/>
                  </a:moveTo>
                  <a:cubicBezTo>
                    <a:pt x="225" y="47"/>
                    <a:pt x="221" y="30"/>
                    <a:pt x="221" y="29"/>
                  </a:cubicBezTo>
                  <a:cubicBezTo>
                    <a:pt x="217" y="11"/>
                    <a:pt x="200" y="0"/>
                    <a:pt x="183" y="4"/>
                  </a:cubicBezTo>
                  <a:cubicBezTo>
                    <a:pt x="166" y="8"/>
                    <a:pt x="155" y="25"/>
                    <a:pt x="158" y="42"/>
                  </a:cubicBezTo>
                  <a:cubicBezTo>
                    <a:pt x="158" y="42"/>
                    <a:pt x="158" y="42"/>
                    <a:pt x="158" y="42"/>
                  </a:cubicBezTo>
                  <a:cubicBezTo>
                    <a:pt x="158" y="42"/>
                    <a:pt x="158" y="42"/>
                    <a:pt x="158" y="42"/>
                  </a:cubicBezTo>
                  <a:cubicBezTo>
                    <a:pt x="159" y="44"/>
                    <a:pt x="161" y="55"/>
                    <a:pt x="161" y="71"/>
                  </a:cubicBezTo>
                  <a:cubicBezTo>
                    <a:pt x="161" y="94"/>
                    <a:pt x="156" y="127"/>
                    <a:pt x="138" y="155"/>
                  </a:cubicBezTo>
                  <a:cubicBezTo>
                    <a:pt x="121" y="183"/>
                    <a:pt x="91" y="209"/>
                    <a:pt x="29" y="223"/>
                  </a:cubicBezTo>
                  <a:cubicBezTo>
                    <a:pt x="12" y="226"/>
                    <a:pt x="0" y="243"/>
                    <a:pt x="4" y="261"/>
                  </a:cubicBezTo>
                  <a:cubicBezTo>
                    <a:pt x="7" y="276"/>
                    <a:pt x="21" y="286"/>
                    <a:pt x="35" y="286"/>
                  </a:cubicBezTo>
                  <a:cubicBezTo>
                    <a:pt x="38" y="286"/>
                    <a:pt x="40" y="286"/>
                    <a:pt x="42" y="285"/>
                  </a:cubicBezTo>
                  <a:cubicBezTo>
                    <a:pt x="118" y="270"/>
                    <a:pt x="166" y="232"/>
                    <a:pt x="193" y="189"/>
                  </a:cubicBezTo>
                  <a:cubicBezTo>
                    <a:pt x="219" y="146"/>
                    <a:pt x="225" y="102"/>
                    <a:pt x="225"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 name="Freeform 343"/>
            <p:cNvSpPr>
              <a:spLocks/>
            </p:cNvSpPr>
            <p:nvPr/>
          </p:nvSpPr>
          <p:spPr bwMode="auto">
            <a:xfrm>
              <a:off x="1308100" y="5229225"/>
              <a:ext cx="260350" cy="357187"/>
            </a:xfrm>
            <a:custGeom>
              <a:avLst/>
              <a:gdLst>
                <a:gd name="T0" fmla="*/ 66 w 201"/>
                <a:gd name="T1" fmla="*/ 51 h 276"/>
                <a:gd name="T2" fmla="*/ 67 w 201"/>
                <a:gd name="T3" fmla="*/ 45 h 276"/>
                <a:gd name="T4" fmla="*/ 68 w 201"/>
                <a:gd name="T5" fmla="*/ 44 h 276"/>
                <a:gd name="T6" fmla="*/ 68 w 201"/>
                <a:gd name="T7" fmla="*/ 44 h 276"/>
                <a:gd name="T8" fmla="*/ 45 w 201"/>
                <a:gd name="T9" fmla="*/ 5 h 276"/>
                <a:gd name="T10" fmla="*/ 6 w 201"/>
                <a:gd name="T11" fmla="*/ 27 h 276"/>
                <a:gd name="T12" fmla="*/ 0 w 201"/>
                <a:gd name="T13" fmla="*/ 74 h 276"/>
                <a:gd name="T14" fmla="*/ 28 w 201"/>
                <a:gd name="T15" fmla="*/ 179 h 276"/>
                <a:gd name="T16" fmla="*/ 154 w 201"/>
                <a:gd name="T17" fmla="*/ 274 h 276"/>
                <a:gd name="T18" fmla="*/ 165 w 201"/>
                <a:gd name="T19" fmla="*/ 276 h 276"/>
                <a:gd name="T20" fmla="*/ 195 w 201"/>
                <a:gd name="T21" fmla="*/ 254 h 276"/>
                <a:gd name="T22" fmla="*/ 175 w 201"/>
                <a:gd name="T23" fmla="*/ 213 h 276"/>
                <a:gd name="T24" fmla="*/ 83 w 201"/>
                <a:gd name="T25" fmla="*/ 146 h 276"/>
                <a:gd name="T26" fmla="*/ 65 w 201"/>
                <a:gd name="T27" fmla="*/ 74 h 276"/>
                <a:gd name="T28" fmla="*/ 66 w 201"/>
                <a:gd name="T29" fmla="*/ 51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1" h="276">
                  <a:moveTo>
                    <a:pt x="66" y="51"/>
                  </a:moveTo>
                  <a:cubicBezTo>
                    <a:pt x="67" y="48"/>
                    <a:pt x="67" y="46"/>
                    <a:pt x="67" y="45"/>
                  </a:cubicBezTo>
                  <a:cubicBezTo>
                    <a:pt x="67" y="45"/>
                    <a:pt x="68" y="44"/>
                    <a:pt x="68" y="44"/>
                  </a:cubicBezTo>
                  <a:cubicBezTo>
                    <a:pt x="68" y="44"/>
                    <a:pt x="68" y="44"/>
                    <a:pt x="68" y="44"/>
                  </a:cubicBezTo>
                  <a:cubicBezTo>
                    <a:pt x="72" y="27"/>
                    <a:pt x="62" y="9"/>
                    <a:pt x="45" y="5"/>
                  </a:cubicBezTo>
                  <a:cubicBezTo>
                    <a:pt x="28" y="0"/>
                    <a:pt x="10" y="10"/>
                    <a:pt x="6" y="27"/>
                  </a:cubicBezTo>
                  <a:cubicBezTo>
                    <a:pt x="5" y="29"/>
                    <a:pt x="1" y="47"/>
                    <a:pt x="0" y="74"/>
                  </a:cubicBezTo>
                  <a:cubicBezTo>
                    <a:pt x="1" y="102"/>
                    <a:pt x="6" y="141"/>
                    <a:pt x="28" y="179"/>
                  </a:cubicBezTo>
                  <a:cubicBezTo>
                    <a:pt x="51" y="217"/>
                    <a:pt x="91" y="252"/>
                    <a:pt x="154" y="274"/>
                  </a:cubicBezTo>
                  <a:cubicBezTo>
                    <a:pt x="158" y="275"/>
                    <a:pt x="161" y="276"/>
                    <a:pt x="165" y="276"/>
                  </a:cubicBezTo>
                  <a:cubicBezTo>
                    <a:pt x="178" y="276"/>
                    <a:pt x="190" y="267"/>
                    <a:pt x="195" y="254"/>
                  </a:cubicBezTo>
                  <a:cubicBezTo>
                    <a:pt x="201" y="238"/>
                    <a:pt x="192" y="219"/>
                    <a:pt x="175" y="213"/>
                  </a:cubicBezTo>
                  <a:cubicBezTo>
                    <a:pt x="124" y="195"/>
                    <a:pt x="98" y="170"/>
                    <a:pt x="83" y="146"/>
                  </a:cubicBezTo>
                  <a:cubicBezTo>
                    <a:pt x="68" y="121"/>
                    <a:pt x="64" y="94"/>
                    <a:pt x="65" y="74"/>
                  </a:cubicBezTo>
                  <a:cubicBezTo>
                    <a:pt x="64" y="65"/>
                    <a:pt x="65" y="57"/>
                    <a:pt x="6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 name="Freeform 344"/>
            <p:cNvSpPr>
              <a:spLocks/>
            </p:cNvSpPr>
            <p:nvPr/>
          </p:nvSpPr>
          <p:spPr bwMode="auto">
            <a:xfrm>
              <a:off x="1644650" y="5434013"/>
              <a:ext cx="57150" cy="68262"/>
            </a:xfrm>
            <a:custGeom>
              <a:avLst/>
              <a:gdLst>
                <a:gd name="T0" fmla="*/ 0 w 36"/>
                <a:gd name="T1" fmla="*/ 39 h 43"/>
                <a:gd name="T2" fmla="*/ 5 w 36"/>
                <a:gd name="T3" fmla="*/ 43 h 43"/>
                <a:gd name="T4" fmla="*/ 36 w 36"/>
                <a:gd name="T5" fmla="*/ 8 h 43"/>
                <a:gd name="T6" fmla="*/ 25 w 36"/>
                <a:gd name="T7" fmla="*/ 0 h 43"/>
                <a:gd name="T8" fmla="*/ 0 w 36"/>
                <a:gd name="T9" fmla="*/ 39 h 43"/>
              </a:gdLst>
              <a:ahLst/>
              <a:cxnLst>
                <a:cxn ang="0">
                  <a:pos x="T0" y="T1"/>
                </a:cxn>
                <a:cxn ang="0">
                  <a:pos x="T2" y="T3"/>
                </a:cxn>
                <a:cxn ang="0">
                  <a:pos x="T4" y="T5"/>
                </a:cxn>
                <a:cxn ang="0">
                  <a:pos x="T6" y="T7"/>
                </a:cxn>
                <a:cxn ang="0">
                  <a:pos x="T8" y="T9"/>
                </a:cxn>
              </a:cxnLst>
              <a:rect l="0" t="0" r="r" b="b"/>
              <a:pathLst>
                <a:path w="36" h="43">
                  <a:moveTo>
                    <a:pt x="0" y="39"/>
                  </a:moveTo>
                  <a:lnTo>
                    <a:pt x="5" y="43"/>
                  </a:lnTo>
                  <a:lnTo>
                    <a:pt x="36" y="8"/>
                  </a:lnTo>
                  <a:lnTo>
                    <a:pt x="25" y="0"/>
                  </a:lnTo>
                  <a:lnTo>
                    <a:pt x="0"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 name="Freeform 345"/>
            <p:cNvSpPr>
              <a:spLocks/>
            </p:cNvSpPr>
            <p:nvPr/>
          </p:nvSpPr>
          <p:spPr bwMode="auto">
            <a:xfrm>
              <a:off x="1609725" y="5402263"/>
              <a:ext cx="20638" cy="82550"/>
            </a:xfrm>
            <a:custGeom>
              <a:avLst/>
              <a:gdLst>
                <a:gd name="T0" fmla="*/ 5 w 13"/>
                <a:gd name="T1" fmla="*/ 52 h 52"/>
                <a:gd name="T2" fmla="*/ 13 w 13"/>
                <a:gd name="T3" fmla="*/ 3 h 52"/>
                <a:gd name="T4" fmla="*/ 0 w 13"/>
                <a:gd name="T5" fmla="*/ 0 h 52"/>
                <a:gd name="T6" fmla="*/ 0 w 13"/>
                <a:gd name="T7" fmla="*/ 50 h 52"/>
                <a:gd name="T8" fmla="*/ 5 w 13"/>
                <a:gd name="T9" fmla="*/ 52 h 52"/>
              </a:gdLst>
              <a:ahLst/>
              <a:cxnLst>
                <a:cxn ang="0">
                  <a:pos x="T0" y="T1"/>
                </a:cxn>
                <a:cxn ang="0">
                  <a:pos x="T2" y="T3"/>
                </a:cxn>
                <a:cxn ang="0">
                  <a:pos x="T4" y="T5"/>
                </a:cxn>
                <a:cxn ang="0">
                  <a:pos x="T6" y="T7"/>
                </a:cxn>
                <a:cxn ang="0">
                  <a:pos x="T8" y="T9"/>
                </a:cxn>
              </a:cxnLst>
              <a:rect l="0" t="0" r="r" b="b"/>
              <a:pathLst>
                <a:path w="13" h="52">
                  <a:moveTo>
                    <a:pt x="5" y="52"/>
                  </a:moveTo>
                  <a:lnTo>
                    <a:pt x="13" y="3"/>
                  </a:lnTo>
                  <a:lnTo>
                    <a:pt x="0" y="0"/>
                  </a:lnTo>
                  <a:lnTo>
                    <a:pt x="0" y="50"/>
                  </a:lnTo>
                  <a:lnTo>
                    <a:pt x="5" y="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 name="Freeform 346"/>
            <p:cNvSpPr>
              <a:spLocks/>
            </p:cNvSpPr>
            <p:nvPr/>
          </p:nvSpPr>
          <p:spPr bwMode="auto">
            <a:xfrm>
              <a:off x="1673225" y="5491163"/>
              <a:ext cx="80963" cy="39687"/>
            </a:xfrm>
            <a:custGeom>
              <a:avLst/>
              <a:gdLst>
                <a:gd name="T0" fmla="*/ 51 w 51"/>
                <a:gd name="T1" fmla="*/ 11 h 25"/>
                <a:gd name="T2" fmla="*/ 44 w 51"/>
                <a:gd name="T3" fmla="*/ 0 h 25"/>
                <a:gd name="T4" fmla="*/ 0 w 51"/>
                <a:gd name="T5" fmla="*/ 21 h 25"/>
                <a:gd name="T6" fmla="*/ 2 w 51"/>
                <a:gd name="T7" fmla="*/ 25 h 25"/>
                <a:gd name="T8" fmla="*/ 51 w 51"/>
                <a:gd name="T9" fmla="*/ 11 h 25"/>
              </a:gdLst>
              <a:ahLst/>
              <a:cxnLst>
                <a:cxn ang="0">
                  <a:pos x="T0" y="T1"/>
                </a:cxn>
                <a:cxn ang="0">
                  <a:pos x="T2" y="T3"/>
                </a:cxn>
                <a:cxn ang="0">
                  <a:pos x="T4" y="T5"/>
                </a:cxn>
                <a:cxn ang="0">
                  <a:pos x="T6" y="T7"/>
                </a:cxn>
                <a:cxn ang="0">
                  <a:pos x="T8" y="T9"/>
                </a:cxn>
              </a:cxnLst>
              <a:rect l="0" t="0" r="r" b="b"/>
              <a:pathLst>
                <a:path w="51" h="25">
                  <a:moveTo>
                    <a:pt x="51" y="11"/>
                  </a:moveTo>
                  <a:lnTo>
                    <a:pt x="44" y="0"/>
                  </a:lnTo>
                  <a:lnTo>
                    <a:pt x="0" y="21"/>
                  </a:lnTo>
                  <a:lnTo>
                    <a:pt x="2" y="25"/>
                  </a:lnTo>
                  <a:lnTo>
                    <a:pt x="51"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92" name="组合 291"/>
          <p:cNvGrpSpPr/>
          <p:nvPr/>
        </p:nvGrpSpPr>
        <p:grpSpPr>
          <a:xfrm>
            <a:off x="250825" y="3041650"/>
            <a:ext cx="1155700" cy="1209675"/>
            <a:chOff x="250825" y="3041650"/>
            <a:chExt cx="1155700" cy="1209675"/>
          </a:xfrm>
          <a:solidFill>
            <a:schemeClr val="tx1">
              <a:lumMod val="65000"/>
              <a:lumOff val="35000"/>
            </a:schemeClr>
          </a:solidFill>
        </p:grpSpPr>
        <p:sp>
          <p:nvSpPr>
            <p:cNvPr id="293" name="Freeform 347"/>
            <p:cNvSpPr>
              <a:spLocks/>
            </p:cNvSpPr>
            <p:nvPr/>
          </p:nvSpPr>
          <p:spPr bwMode="auto">
            <a:xfrm>
              <a:off x="747713" y="3351213"/>
              <a:ext cx="220663" cy="146050"/>
            </a:xfrm>
            <a:custGeom>
              <a:avLst/>
              <a:gdLst>
                <a:gd name="T0" fmla="*/ 36 w 171"/>
                <a:gd name="T1" fmla="*/ 0 h 113"/>
                <a:gd name="T2" fmla="*/ 14 w 171"/>
                <a:gd name="T3" fmla="*/ 8 h 113"/>
                <a:gd name="T4" fmla="*/ 11 w 171"/>
                <a:gd name="T5" fmla="*/ 53 h 113"/>
                <a:gd name="T6" fmla="*/ 68 w 171"/>
                <a:gd name="T7" fmla="*/ 98 h 113"/>
                <a:gd name="T8" fmla="*/ 127 w 171"/>
                <a:gd name="T9" fmla="*/ 113 h 113"/>
                <a:gd name="T10" fmla="*/ 127 w 171"/>
                <a:gd name="T11" fmla="*/ 113 h 113"/>
                <a:gd name="T12" fmla="*/ 171 w 171"/>
                <a:gd name="T13" fmla="*/ 106 h 113"/>
                <a:gd name="T14" fmla="*/ 80 w 171"/>
                <a:gd name="T15" fmla="*/ 70 h 113"/>
                <a:gd name="T16" fmla="*/ 36 w 171"/>
                <a:gd name="T17" fmla="*/ 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1" h="113">
                  <a:moveTo>
                    <a:pt x="36" y="0"/>
                  </a:moveTo>
                  <a:cubicBezTo>
                    <a:pt x="28" y="0"/>
                    <a:pt x="21" y="3"/>
                    <a:pt x="14" y="8"/>
                  </a:cubicBezTo>
                  <a:cubicBezTo>
                    <a:pt x="1" y="20"/>
                    <a:pt x="0" y="40"/>
                    <a:pt x="11" y="53"/>
                  </a:cubicBezTo>
                  <a:cubicBezTo>
                    <a:pt x="29" y="74"/>
                    <a:pt x="48" y="89"/>
                    <a:pt x="68" y="98"/>
                  </a:cubicBezTo>
                  <a:cubicBezTo>
                    <a:pt x="87" y="108"/>
                    <a:pt x="108" y="113"/>
                    <a:pt x="127" y="113"/>
                  </a:cubicBezTo>
                  <a:cubicBezTo>
                    <a:pt x="127" y="113"/>
                    <a:pt x="127" y="113"/>
                    <a:pt x="127" y="113"/>
                  </a:cubicBezTo>
                  <a:cubicBezTo>
                    <a:pt x="143" y="113"/>
                    <a:pt x="157" y="110"/>
                    <a:pt x="171" y="106"/>
                  </a:cubicBezTo>
                  <a:cubicBezTo>
                    <a:pt x="145" y="104"/>
                    <a:pt x="110" y="97"/>
                    <a:pt x="80" y="70"/>
                  </a:cubicBezTo>
                  <a:cubicBezTo>
                    <a:pt x="61" y="52"/>
                    <a:pt x="46" y="29"/>
                    <a:pt x="3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 name="Freeform 348"/>
            <p:cNvSpPr>
              <a:spLocks/>
            </p:cNvSpPr>
            <p:nvPr/>
          </p:nvSpPr>
          <p:spPr bwMode="auto">
            <a:xfrm>
              <a:off x="898525" y="3041650"/>
              <a:ext cx="258763" cy="258762"/>
            </a:xfrm>
            <a:custGeom>
              <a:avLst/>
              <a:gdLst>
                <a:gd name="T0" fmla="*/ 75 w 200"/>
                <a:gd name="T1" fmla="*/ 13 h 200"/>
                <a:gd name="T2" fmla="*/ 13 w 200"/>
                <a:gd name="T3" fmla="*/ 124 h 200"/>
                <a:gd name="T4" fmla="*/ 124 w 200"/>
                <a:gd name="T5" fmla="*/ 186 h 200"/>
                <a:gd name="T6" fmla="*/ 187 w 200"/>
                <a:gd name="T7" fmla="*/ 75 h 200"/>
                <a:gd name="T8" fmla="*/ 75 w 200"/>
                <a:gd name="T9" fmla="*/ 13 h 200"/>
              </a:gdLst>
              <a:ahLst/>
              <a:cxnLst>
                <a:cxn ang="0">
                  <a:pos x="T0" y="T1"/>
                </a:cxn>
                <a:cxn ang="0">
                  <a:pos x="T2" y="T3"/>
                </a:cxn>
                <a:cxn ang="0">
                  <a:pos x="T4" y="T5"/>
                </a:cxn>
                <a:cxn ang="0">
                  <a:pos x="T6" y="T7"/>
                </a:cxn>
                <a:cxn ang="0">
                  <a:pos x="T8" y="T9"/>
                </a:cxn>
              </a:cxnLst>
              <a:rect l="0" t="0" r="r" b="b"/>
              <a:pathLst>
                <a:path w="200" h="200">
                  <a:moveTo>
                    <a:pt x="75" y="13"/>
                  </a:moveTo>
                  <a:cubicBezTo>
                    <a:pt x="28" y="27"/>
                    <a:pt x="0" y="76"/>
                    <a:pt x="13" y="124"/>
                  </a:cubicBezTo>
                  <a:cubicBezTo>
                    <a:pt x="27" y="172"/>
                    <a:pt x="77" y="200"/>
                    <a:pt x="124" y="186"/>
                  </a:cubicBezTo>
                  <a:cubicBezTo>
                    <a:pt x="172" y="173"/>
                    <a:pt x="200" y="123"/>
                    <a:pt x="187" y="75"/>
                  </a:cubicBezTo>
                  <a:cubicBezTo>
                    <a:pt x="173" y="27"/>
                    <a:pt x="123" y="0"/>
                    <a:pt x="75"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 name="Freeform 349"/>
            <p:cNvSpPr>
              <a:spLocks noEditPoints="1"/>
            </p:cNvSpPr>
            <p:nvPr/>
          </p:nvSpPr>
          <p:spPr bwMode="auto">
            <a:xfrm>
              <a:off x="968375" y="3292475"/>
              <a:ext cx="438150" cy="955675"/>
            </a:xfrm>
            <a:custGeom>
              <a:avLst/>
              <a:gdLst>
                <a:gd name="T0" fmla="*/ 158 w 338"/>
                <a:gd name="T1" fmla="*/ 737 h 738"/>
                <a:gd name="T2" fmla="*/ 196 w 338"/>
                <a:gd name="T3" fmla="*/ 677 h 738"/>
                <a:gd name="T4" fmla="*/ 196 w 338"/>
                <a:gd name="T5" fmla="*/ 677 h 738"/>
                <a:gd name="T6" fmla="*/ 174 w 338"/>
                <a:gd name="T7" fmla="*/ 525 h 738"/>
                <a:gd name="T8" fmla="*/ 328 w 338"/>
                <a:gd name="T9" fmla="*/ 483 h 738"/>
                <a:gd name="T10" fmla="*/ 137 w 338"/>
                <a:gd name="T11" fmla="*/ 0 h 738"/>
                <a:gd name="T12" fmla="*/ 80 w 338"/>
                <a:gd name="T13" fmla="*/ 10 h 738"/>
                <a:gd name="T14" fmla="*/ 68 w 338"/>
                <a:gd name="T15" fmla="*/ 20 h 738"/>
                <a:gd name="T16" fmla="*/ 68 w 338"/>
                <a:gd name="T17" fmla="*/ 20 h 738"/>
                <a:gd name="T18" fmla="*/ 68 w 338"/>
                <a:gd name="T19" fmla="*/ 20 h 738"/>
                <a:gd name="T20" fmla="*/ 31 w 338"/>
                <a:gd name="T21" fmla="*/ 60 h 738"/>
                <a:gd name="T22" fmla="*/ 18 w 338"/>
                <a:gd name="T23" fmla="*/ 70 h 738"/>
                <a:gd name="T24" fmla="*/ 70 w 338"/>
                <a:gd name="T25" fmla="*/ 58 h 738"/>
                <a:gd name="T26" fmla="*/ 101 w 338"/>
                <a:gd name="T27" fmla="*/ 44 h 738"/>
                <a:gd name="T28" fmla="*/ 122 w 338"/>
                <a:gd name="T29" fmla="*/ 38 h 738"/>
                <a:gd name="T30" fmla="*/ 156 w 338"/>
                <a:gd name="T31" fmla="*/ 58 h 738"/>
                <a:gd name="T32" fmla="*/ 160 w 338"/>
                <a:gd name="T33" fmla="*/ 88 h 738"/>
                <a:gd name="T34" fmla="*/ 142 w 338"/>
                <a:gd name="T35" fmla="*/ 113 h 738"/>
                <a:gd name="T36" fmla="*/ 101 w 338"/>
                <a:gd name="T37" fmla="*/ 132 h 738"/>
                <a:gd name="T38" fmla="*/ 46 w 338"/>
                <a:gd name="T39" fmla="*/ 147 h 738"/>
                <a:gd name="T40" fmla="*/ 53 w 338"/>
                <a:gd name="T41" fmla="*/ 268 h 738"/>
                <a:gd name="T42" fmla="*/ 24 w 338"/>
                <a:gd name="T43" fmla="*/ 515 h 738"/>
                <a:gd name="T44" fmla="*/ 74 w 338"/>
                <a:gd name="T45" fmla="*/ 528 h 738"/>
                <a:gd name="T46" fmla="*/ 98 w 338"/>
                <a:gd name="T47" fmla="*/ 700 h 738"/>
                <a:gd name="T48" fmla="*/ 147 w 338"/>
                <a:gd name="T49" fmla="*/ 738 h 738"/>
                <a:gd name="T50" fmla="*/ 158 w 338"/>
                <a:gd name="T51" fmla="*/ 737 h 738"/>
                <a:gd name="T52" fmla="*/ 164 w 338"/>
                <a:gd name="T53" fmla="*/ 364 h 738"/>
                <a:gd name="T54" fmla="*/ 99 w 338"/>
                <a:gd name="T55" fmla="*/ 386 h 738"/>
                <a:gd name="T56" fmla="*/ 94 w 338"/>
                <a:gd name="T57" fmla="*/ 369 h 738"/>
                <a:gd name="T58" fmla="*/ 161 w 338"/>
                <a:gd name="T59" fmla="*/ 352 h 738"/>
                <a:gd name="T60" fmla="*/ 164 w 338"/>
                <a:gd name="T61" fmla="*/ 364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38" h="738">
                  <a:moveTo>
                    <a:pt x="158" y="737"/>
                  </a:moveTo>
                  <a:cubicBezTo>
                    <a:pt x="185" y="731"/>
                    <a:pt x="202" y="704"/>
                    <a:pt x="196" y="677"/>
                  </a:cubicBezTo>
                  <a:cubicBezTo>
                    <a:pt x="196" y="677"/>
                    <a:pt x="196" y="677"/>
                    <a:pt x="196" y="677"/>
                  </a:cubicBezTo>
                  <a:cubicBezTo>
                    <a:pt x="182" y="618"/>
                    <a:pt x="176" y="567"/>
                    <a:pt x="174" y="525"/>
                  </a:cubicBezTo>
                  <a:cubicBezTo>
                    <a:pt x="250" y="517"/>
                    <a:pt x="327" y="501"/>
                    <a:pt x="328" y="483"/>
                  </a:cubicBezTo>
                  <a:cubicBezTo>
                    <a:pt x="338" y="259"/>
                    <a:pt x="255" y="0"/>
                    <a:pt x="137" y="0"/>
                  </a:cubicBezTo>
                  <a:cubicBezTo>
                    <a:pt x="95" y="0"/>
                    <a:pt x="88" y="4"/>
                    <a:pt x="80" y="10"/>
                  </a:cubicBezTo>
                  <a:cubicBezTo>
                    <a:pt x="75" y="13"/>
                    <a:pt x="71" y="16"/>
                    <a:pt x="68" y="20"/>
                  </a:cubicBezTo>
                  <a:cubicBezTo>
                    <a:pt x="68" y="20"/>
                    <a:pt x="68" y="20"/>
                    <a:pt x="68" y="20"/>
                  </a:cubicBezTo>
                  <a:cubicBezTo>
                    <a:pt x="68" y="20"/>
                    <a:pt x="68" y="20"/>
                    <a:pt x="68" y="20"/>
                  </a:cubicBezTo>
                  <a:cubicBezTo>
                    <a:pt x="68" y="21"/>
                    <a:pt x="53" y="41"/>
                    <a:pt x="31" y="60"/>
                  </a:cubicBezTo>
                  <a:cubicBezTo>
                    <a:pt x="27" y="63"/>
                    <a:pt x="23" y="67"/>
                    <a:pt x="18" y="70"/>
                  </a:cubicBezTo>
                  <a:cubicBezTo>
                    <a:pt x="34" y="69"/>
                    <a:pt x="52" y="65"/>
                    <a:pt x="70" y="58"/>
                  </a:cubicBezTo>
                  <a:cubicBezTo>
                    <a:pt x="89" y="51"/>
                    <a:pt x="101" y="44"/>
                    <a:pt x="101" y="44"/>
                  </a:cubicBezTo>
                  <a:cubicBezTo>
                    <a:pt x="108" y="40"/>
                    <a:pt x="114" y="38"/>
                    <a:pt x="122" y="38"/>
                  </a:cubicBezTo>
                  <a:cubicBezTo>
                    <a:pt x="136" y="38"/>
                    <a:pt x="149" y="46"/>
                    <a:pt x="156" y="58"/>
                  </a:cubicBezTo>
                  <a:cubicBezTo>
                    <a:pt x="161" y="67"/>
                    <a:pt x="163" y="78"/>
                    <a:pt x="160" y="88"/>
                  </a:cubicBezTo>
                  <a:cubicBezTo>
                    <a:pt x="158" y="99"/>
                    <a:pt x="151" y="107"/>
                    <a:pt x="142" y="113"/>
                  </a:cubicBezTo>
                  <a:cubicBezTo>
                    <a:pt x="140" y="114"/>
                    <a:pt x="124" y="123"/>
                    <a:pt x="101" y="132"/>
                  </a:cubicBezTo>
                  <a:cubicBezTo>
                    <a:pt x="82" y="139"/>
                    <a:pt x="64" y="144"/>
                    <a:pt x="46" y="147"/>
                  </a:cubicBezTo>
                  <a:cubicBezTo>
                    <a:pt x="46" y="193"/>
                    <a:pt x="50" y="240"/>
                    <a:pt x="53" y="268"/>
                  </a:cubicBezTo>
                  <a:cubicBezTo>
                    <a:pt x="59" y="334"/>
                    <a:pt x="0" y="484"/>
                    <a:pt x="24" y="515"/>
                  </a:cubicBezTo>
                  <a:cubicBezTo>
                    <a:pt x="30" y="522"/>
                    <a:pt x="49" y="526"/>
                    <a:pt x="74" y="528"/>
                  </a:cubicBezTo>
                  <a:cubicBezTo>
                    <a:pt x="76" y="577"/>
                    <a:pt x="83" y="634"/>
                    <a:pt x="98" y="700"/>
                  </a:cubicBezTo>
                  <a:cubicBezTo>
                    <a:pt x="104" y="723"/>
                    <a:pt x="124" y="738"/>
                    <a:pt x="147" y="738"/>
                  </a:cubicBezTo>
                  <a:cubicBezTo>
                    <a:pt x="151" y="738"/>
                    <a:pt x="155" y="738"/>
                    <a:pt x="158" y="737"/>
                  </a:cubicBezTo>
                  <a:close/>
                  <a:moveTo>
                    <a:pt x="164" y="364"/>
                  </a:moveTo>
                  <a:cubicBezTo>
                    <a:pt x="99" y="386"/>
                    <a:pt x="99" y="386"/>
                    <a:pt x="99" y="386"/>
                  </a:cubicBezTo>
                  <a:cubicBezTo>
                    <a:pt x="94" y="369"/>
                    <a:pt x="94" y="369"/>
                    <a:pt x="94" y="369"/>
                  </a:cubicBezTo>
                  <a:cubicBezTo>
                    <a:pt x="161" y="352"/>
                    <a:pt x="161" y="352"/>
                    <a:pt x="161" y="352"/>
                  </a:cubicBezTo>
                  <a:lnTo>
                    <a:pt x="164" y="3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 name="Freeform 350"/>
            <p:cNvSpPr>
              <a:spLocks/>
            </p:cNvSpPr>
            <p:nvPr/>
          </p:nvSpPr>
          <p:spPr bwMode="auto">
            <a:xfrm>
              <a:off x="876300" y="3251200"/>
              <a:ext cx="25400" cy="28575"/>
            </a:xfrm>
            <a:custGeom>
              <a:avLst/>
              <a:gdLst>
                <a:gd name="T0" fmla="*/ 5 w 20"/>
                <a:gd name="T1" fmla="*/ 22 h 22"/>
                <a:gd name="T2" fmla="*/ 20 w 20"/>
                <a:gd name="T3" fmla="*/ 22 h 22"/>
                <a:gd name="T4" fmla="*/ 20 w 20"/>
                <a:gd name="T5" fmla="*/ 0 h 22"/>
                <a:gd name="T6" fmla="*/ 0 w 20"/>
                <a:gd name="T7" fmla="*/ 0 h 22"/>
                <a:gd name="T8" fmla="*/ 4 w 20"/>
                <a:gd name="T9" fmla="*/ 12 h 22"/>
                <a:gd name="T10" fmla="*/ 5 w 20"/>
                <a:gd name="T11" fmla="*/ 22 h 22"/>
              </a:gdLst>
              <a:ahLst/>
              <a:cxnLst>
                <a:cxn ang="0">
                  <a:pos x="T0" y="T1"/>
                </a:cxn>
                <a:cxn ang="0">
                  <a:pos x="T2" y="T3"/>
                </a:cxn>
                <a:cxn ang="0">
                  <a:pos x="T4" y="T5"/>
                </a:cxn>
                <a:cxn ang="0">
                  <a:pos x="T6" y="T7"/>
                </a:cxn>
                <a:cxn ang="0">
                  <a:pos x="T8" y="T9"/>
                </a:cxn>
                <a:cxn ang="0">
                  <a:pos x="T10" y="T11"/>
                </a:cxn>
              </a:cxnLst>
              <a:rect l="0" t="0" r="r" b="b"/>
              <a:pathLst>
                <a:path w="20" h="22">
                  <a:moveTo>
                    <a:pt x="5" y="22"/>
                  </a:moveTo>
                  <a:cubicBezTo>
                    <a:pt x="20" y="22"/>
                    <a:pt x="20" y="22"/>
                    <a:pt x="20" y="22"/>
                  </a:cubicBezTo>
                  <a:cubicBezTo>
                    <a:pt x="20" y="0"/>
                    <a:pt x="20" y="0"/>
                    <a:pt x="20" y="0"/>
                  </a:cubicBezTo>
                  <a:cubicBezTo>
                    <a:pt x="0" y="0"/>
                    <a:pt x="0" y="0"/>
                    <a:pt x="0" y="0"/>
                  </a:cubicBezTo>
                  <a:cubicBezTo>
                    <a:pt x="2" y="4"/>
                    <a:pt x="3" y="8"/>
                    <a:pt x="4" y="12"/>
                  </a:cubicBezTo>
                  <a:cubicBezTo>
                    <a:pt x="4" y="16"/>
                    <a:pt x="5" y="19"/>
                    <a:pt x="5"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 name="Freeform 351"/>
            <p:cNvSpPr>
              <a:spLocks/>
            </p:cNvSpPr>
            <p:nvPr/>
          </p:nvSpPr>
          <p:spPr bwMode="auto">
            <a:xfrm>
              <a:off x="725488" y="3244850"/>
              <a:ext cx="57150" cy="41275"/>
            </a:xfrm>
            <a:custGeom>
              <a:avLst/>
              <a:gdLst>
                <a:gd name="T0" fmla="*/ 44 w 44"/>
                <a:gd name="T1" fmla="*/ 5 h 32"/>
                <a:gd name="T2" fmla="*/ 35 w 44"/>
                <a:gd name="T3" fmla="*/ 5 h 32"/>
                <a:gd name="T4" fmla="*/ 35 w 44"/>
                <a:gd name="T5" fmla="*/ 0 h 32"/>
                <a:gd name="T6" fmla="*/ 0 w 44"/>
                <a:gd name="T7" fmla="*/ 0 h 32"/>
                <a:gd name="T8" fmla="*/ 0 w 44"/>
                <a:gd name="T9" fmla="*/ 32 h 32"/>
                <a:gd name="T10" fmla="*/ 35 w 44"/>
                <a:gd name="T11" fmla="*/ 32 h 32"/>
                <a:gd name="T12" fmla="*/ 35 w 44"/>
                <a:gd name="T13" fmla="*/ 27 h 32"/>
                <a:gd name="T14" fmla="*/ 41 w 44"/>
                <a:gd name="T15" fmla="*/ 27 h 32"/>
                <a:gd name="T16" fmla="*/ 44 w 44"/>
                <a:gd name="T17" fmla="*/ 5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32">
                  <a:moveTo>
                    <a:pt x="44" y="5"/>
                  </a:moveTo>
                  <a:cubicBezTo>
                    <a:pt x="35" y="5"/>
                    <a:pt x="35" y="5"/>
                    <a:pt x="35" y="5"/>
                  </a:cubicBezTo>
                  <a:cubicBezTo>
                    <a:pt x="35" y="0"/>
                    <a:pt x="35" y="0"/>
                    <a:pt x="35" y="0"/>
                  </a:cubicBezTo>
                  <a:cubicBezTo>
                    <a:pt x="0" y="0"/>
                    <a:pt x="0" y="0"/>
                    <a:pt x="0" y="0"/>
                  </a:cubicBezTo>
                  <a:cubicBezTo>
                    <a:pt x="0" y="32"/>
                    <a:pt x="0" y="32"/>
                    <a:pt x="0" y="32"/>
                  </a:cubicBezTo>
                  <a:cubicBezTo>
                    <a:pt x="35" y="32"/>
                    <a:pt x="35" y="32"/>
                    <a:pt x="35" y="32"/>
                  </a:cubicBezTo>
                  <a:cubicBezTo>
                    <a:pt x="35" y="27"/>
                    <a:pt x="35" y="27"/>
                    <a:pt x="35" y="27"/>
                  </a:cubicBezTo>
                  <a:cubicBezTo>
                    <a:pt x="41" y="27"/>
                    <a:pt x="41" y="27"/>
                    <a:pt x="41" y="27"/>
                  </a:cubicBezTo>
                  <a:cubicBezTo>
                    <a:pt x="40" y="20"/>
                    <a:pt x="41" y="12"/>
                    <a:pt x="4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 name="Freeform 352"/>
            <p:cNvSpPr>
              <a:spLocks/>
            </p:cNvSpPr>
            <p:nvPr/>
          </p:nvSpPr>
          <p:spPr bwMode="auto">
            <a:xfrm>
              <a:off x="785813" y="3228975"/>
              <a:ext cx="387350" cy="249237"/>
            </a:xfrm>
            <a:custGeom>
              <a:avLst/>
              <a:gdLst>
                <a:gd name="T0" fmla="*/ 290 w 299"/>
                <a:gd name="T1" fmla="*/ 111 h 192"/>
                <a:gd name="T2" fmla="*/ 246 w 299"/>
                <a:gd name="T3" fmla="*/ 99 h 192"/>
                <a:gd name="T4" fmla="*/ 246 w 299"/>
                <a:gd name="T5" fmla="*/ 99 h 192"/>
                <a:gd name="T6" fmla="*/ 214 w 299"/>
                <a:gd name="T7" fmla="*/ 114 h 192"/>
                <a:gd name="T8" fmla="*/ 150 w 299"/>
                <a:gd name="T9" fmla="*/ 128 h 192"/>
                <a:gd name="T10" fmla="*/ 99 w 299"/>
                <a:gd name="T11" fmla="*/ 110 h 192"/>
                <a:gd name="T12" fmla="*/ 66 w 299"/>
                <a:gd name="T13" fmla="*/ 30 h 192"/>
                <a:gd name="T14" fmla="*/ 30 w 299"/>
                <a:gd name="T15" fmla="*/ 3 h 192"/>
                <a:gd name="T16" fmla="*/ 3 w 299"/>
                <a:gd name="T17" fmla="*/ 39 h 192"/>
                <a:gd name="T18" fmla="*/ 57 w 299"/>
                <a:gd name="T19" fmla="*/ 158 h 192"/>
                <a:gd name="T20" fmla="*/ 149 w 299"/>
                <a:gd name="T21" fmla="*/ 192 h 192"/>
                <a:gd name="T22" fmla="*/ 150 w 299"/>
                <a:gd name="T23" fmla="*/ 192 h 192"/>
                <a:gd name="T24" fmla="*/ 239 w 299"/>
                <a:gd name="T25" fmla="*/ 173 h 192"/>
                <a:gd name="T26" fmla="*/ 279 w 299"/>
                <a:gd name="T27" fmla="*/ 155 h 192"/>
                <a:gd name="T28" fmla="*/ 290 w 299"/>
                <a:gd name="T29" fmla="*/ 111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9" h="192">
                  <a:moveTo>
                    <a:pt x="290" y="111"/>
                  </a:moveTo>
                  <a:cubicBezTo>
                    <a:pt x="281" y="96"/>
                    <a:pt x="262" y="91"/>
                    <a:pt x="246" y="99"/>
                  </a:cubicBezTo>
                  <a:cubicBezTo>
                    <a:pt x="246" y="99"/>
                    <a:pt x="246" y="99"/>
                    <a:pt x="246" y="99"/>
                  </a:cubicBezTo>
                  <a:cubicBezTo>
                    <a:pt x="245" y="100"/>
                    <a:pt x="233" y="107"/>
                    <a:pt x="214" y="114"/>
                  </a:cubicBezTo>
                  <a:cubicBezTo>
                    <a:pt x="196" y="121"/>
                    <a:pt x="172" y="128"/>
                    <a:pt x="150" y="128"/>
                  </a:cubicBezTo>
                  <a:cubicBezTo>
                    <a:pt x="130" y="128"/>
                    <a:pt x="113" y="123"/>
                    <a:pt x="99" y="110"/>
                  </a:cubicBezTo>
                  <a:cubicBezTo>
                    <a:pt x="86" y="98"/>
                    <a:pt x="72" y="75"/>
                    <a:pt x="66" y="30"/>
                  </a:cubicBezTo>
                  <a:cubicBezTo>
                    <a:pt x="64" y="13"/>
                    <a:pt x="48" y="0"/>
                    <a:pt x="30" y="3"/>
                  </a:cubicBezTo>
                  <a:cubicBezTo>
                    <a:pt x="13" y="5"/>
                    <a:pt x="0" y="21"/>
                    <a:pt x="3" y="39"/>
                  </a:cubicBezTo>
                  <a:cubicBezTo>
                    <a:pt x="10" y="93"/>
                    <a:pt x="28" y="132"/>
                    <a:pt x="57" y="158"/>
                  </a:cubicBezTo>
                  <a:cubicBezTo>
                    <a:pt x="84" y="183"/>
                    <a:pt x="119" y="192"/>
                    <a:pt x="149" y="192"/>
                  </a:cubicBezTo>
                  <a:cubicBezTo>
                    <a:pt x="149" y="192"/>
                    <a:pt x="150" y="192"/>
                    <a:pt x="150" y="192"/>
                  </a:cubicBezTo>
                  <a:cubicBezTo>
                    <a:pt x="185" y="192"/>
                    <a:pt x="216" y="182"/>
                    <a:pt x="239" y="173"/>
                  </a:cubicBezTo>
                  <a:cubicBezTo>
                    <a:pt x="262" y="164"/>
                    <a:pt x="278" y="155"/>
                    <a:pt x="279" y="155"/>
                  </a:cubicBezTo>
                  <a:cubicBezTo>
                    <a:pt x="294" y="146"/>
                    <a:pt x="299" y="126"/>
                    <a:pt x="290"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 name="Rectangle 353"/>
            <p:cNvSpPr>
              <a:spLocks noChangeArrowheads="1"/>
            </p:cNvSpPr>
            <p:nvPr/>
          </p:nvSpPr>
          <p:spPr bwMode="auto">
            <a:xfrm>
              <a:off x="666750" y="3262313"/>
              <a:ext cx="44450"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 name="Freeform 354"/>
            <p:cNvSpPr>
              <a:spLocks/>
            </p:cNvSpPr>
            <p:nvPr/>
          </p:nvSpPr>
          <p:spPr bwMode="auto">
            <a:xfrm>
              <a:off x="668338" y="3222625"/>
              <a:ext cx="42863" cy="23812"/>
            </a:xfrm>
            <a:custGeom>
              <a:avLst/>
              <a:gdLst>
                <a:gd name="T0" fmla="*/ 2 w 27"/>
                <a:gd name="T1" fmla="*/ 0 h 15"/>
                <a:gd name="T2" fmla="*/ 0 w 27"/>
                <a:gd name="T3" fmla="*/ 2 h 15"/>
                <a:gd name="T4" fmla="*/ 25 w 27"/>
                <a:gd name="T5" fmla="*/ 15 h 15"/>
                <a:gd name="T6" fmla="*/ 27 w 27"/>
                <a:gd name="T7" fmla="*/ 12 h 15"/>
                <a:gd name="T8" fmla="*/ 2 w 27"/>
                <a:gd name="T9" fmla="*/ 0 h 15"/>
              </a:gdLst>
              <a:ahLst/>
              <a:cxnLst>
                <a:cxn ang="0">
                  <a:pos x="T0" y="T1"/>
                </a:cxn>
                <a:cxn ang="0">
                  <a:pos x="T2" y="T3"/>
                </a:cxn>
                <a:cxn ang="0">
                  <a:pos x="T4" y="T5"/>
                </a:cxn>
                <a:cxn ang="0">
                  <a:pos x="T6" y="T7"/>
                </a:cxn>
                <a:cxn ang="0">
                  <a:pos x="T8" y="T9"/>
                </a:cxn>
              </a:cxnLst>
              <a:rect l="0" t="0" r="r" b="b"/>
              <a:pathLst>
                <a:path w="27" h="15">
                  <a:moveTo>
                    <a:pt x="2" y="0"/>
                  </a:moveTo>
                  <a:lnTo>
                    <a:pt x="0" y="2"/>
                  </a:lnTo>
                  <a:lnTo>
                    <a:pt x="25" y="15"/>
                  </a:lnTo>
                  <a:lnTo>
                    <a:pt x="27" y="12"/>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 name="Freeform 355"/>
            <p:cNvSpPr>
              <a:spLocks/>
            </p:cNvSpPr>
            <p:nvPr/>
          </p:nvSpPr>
          <p:spPr bwMode="auto">
            <a:xfrm>
              <a:off x="668338" y="3284538"/>
              <a:ext cx="42863" cy="25400"/>
            </a:xfrm>
            <a:custGeom>
              <a:avLst/>
              <a:gdLst>
                <a:gd name="T0" fmla="*/ 2 w 27"/>
                <a:gd name="T1" fmla="*/ 16 h 16"/>
                <a:gd name="T2" fmla="*/ 27 w 27"/>
                <a:gd name="T3" fmla="*/ 3 h 16"/>
                <a:gd name="T4" fmla="*/ 25 w 27"/>
                <a:gd name="T5" fmla="*/ 0 h 16"/>
                <a:gd name="T6" fmla="*/ 0 w 27"/>
                <a:gd name="T7" fmla="*/ 12 h 16"/>
                <a:gd name="T8" fmla="*/ 2 w 27"/>
                <a:gd name="T9" fmla="*/ 16 h 16"/>
              </a:gdLst>
              <a:ahLst/>
              <a:cxnLst>
                <a:cxn ang="0">
                  <a:pos x="T0" y="T1"/>
                </a:cxn>
                <a:cxn ang="0">
                  <a:pos x="T2" y="T3"/>
                </a:cxn>
                <a:cxn ang="0">
                  <a:pos x="T4" y="T5"/>
                </a:cxn>
                <a:cxn ang="0">
                  <a:pos x="T6" y="T7"/>
                </a:cxn>
                <a:cxn ang="0">
                  <a:pos x="T8" y="T9"/>
                </a:cxn>
              </a:cxnLst>
              <a:rect l="0" t="0" r="r" b="b"/>
              <a:pathLst>
                <a:path w="27" h="16">
                  <a:moveTo>
                    <a:pt x="2" y="16"/>
                  </a:moveTo>
                  <a:lnTo>
                    <a:pt x="27" y="3"/>
                  </a:lnTo>
                  <a:lnTo>
                    <a:pt x="25" y="0"/>
                  </a:lnTo>
                  <a:lnTo>
                    <a:pt x="0" y="12"/>
                  </a:lnTo>
                  <a:lnTo>
                    <a:pt x="2"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 name="Freeform 356"/>
            <p:cNvSpPr>
              <a:spLocks noEditPoints="1"/>
            </p:cNvSpPr>
            <p:nvPr/>
          </p:nvSpPr>
          <p:spPr bwMode="auto">
            <a:xfrm>
              <a:off x="250825" y="3917950"/>
              <a:ext cx="277813" cy="333375"/>
            </a:xfrm>
            <a:custGeom>
              <a:avLst/>
              <a:gdLst>
                <a:gd name="T0" fmla="*/ 40 w 175"/>
                <a:gd name="T1" fmla="*/ 156 h 210"/>
                <a:gd name="T2" fmla="*/ 136 w 175"/>
                <a:gd name="T3" fmla="*/ 156 h 210"/>
                <a:gd name="T4" fmla="*/ 142 w 175"/>
                <a:gd name="T5" fmla="*/ 210 h 210"/>
                <a:gd name="T6" fmla="*/ 175 w 175"/>
                <a:gd name="T7" fmla="*/ 210 h 210"/>
                <a:gd name="T8" fmla="*/ 161 w 175"/>
                <a:gd name="T9" fmla="*/ 28 h 210"/>
                <a:gd name="T10" fmla="*/ 161 w 175"/>
                <a:gd name="T11" fmla="*/ 0 h 210"/>
                <a:gd name="T12" fmla="*/ 13 w 175"/>
                <a:gd name="T13" fmla="*/ 0 h 210"/>
                <a:gd name="T14" fmla="*/ 13 w 175"/>
                <a:gd name="T15" fmla="*/ 28 h 210"/>
                <a:gd name="T16" fmla="*/ 0 w 175"/>
                <a:gd name="T17" fmla="*/ 210 h 210"/>
                <a:gd name="T18" fmla="*/ 33 w 175"/>
                <a:gd name="T19" fmla="*/ 210 h 210"/>
                <a:gd name="T20" fmla="*/ 40 w 175"/>
                <a:gd name="T21" fmla="*/ 156 h 210"/>
                <a:gd name="T22" fmla="*/ 46 w 175"/>
                <a:gd name="T23" fmla="*/ 33 h 210"/>
                <a:gd name="T24" fmla="*/ 128 w 175"/>
                <a:gd name="T25" fmla="*/ 33 h 210"/>
                <a:gd name="T26" fmla="*/ 134 w 175"/>
                <a:gd name="T27" fmla="*/ 141 h 210"/>
                <a:gd name="T28" fmla="*/ 40 w 175"/>
                <a:gd name="T29" fmla="*/ 141 h 210"/>
                <a:gd name="T30" fmla="*/ 46 w 175"/>
                <a:gd name="T31" fmla="*/ 33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5" h="210">
                  <a:moveTo>
                    <a:pt x="40" y="156"/>
                  </a:moveTo>
                  <a:lnTo>
                    <a:pt x="136" y="156"/>
                  </a:lnTo>
                  <a:lnTo>
                    <a:pt x="142" y="210"/>
                  </a:lnTo>
                  <a:lnTo>
                    <a:pt x="175" y="210"/>
                  </a:lnTo>
                  <a:lnTo>
                    <a:pt x="161" y="28"/>
                  </a:lnTo>
                  <a:lnTo>
                    <a:pt x="161" y="0"/>
                  </a:lnTo>
                  <a:lnTo>
                    <a:pt x="13" y="0"/>
                  </a:lnTo>
                  <a:lnTo>
                    <a:pt x="13" y="28"/>
                  </a:lnTo>
                  <a:lnTo>
                    <a:pt x="0" y="210"/>
                  </a:lnTo>
                  <a:lnTo>
                    <a:pt x="33" y="210"/>
                  </a:lnTo>
                  <a:lnTo>
                    <a:pt x="40" y="156"/>
                  </a:lnTo>
                  <a:close/>
                  <a:moveTo>
                    <a:pt x="46" y="33"/>
                  </a:moveTo>
                  <a:lnTo>
                    <a:pt x="128" y="33"/>
                  </a:lnTo>
                  <a:lnTo>
                    <a:pt x="134" y="141"/>
                  </a:lnTo>
                  <a:lnTo>
                    <a:pt x="40" y="141"/>
                  </a:lnTo>
                  <a:lnTo>
                    <a:pt x="46"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 name="Freeform 357"/>
            <p:cNvSpPr>
              <a:spLocks/>
            </p:cNvSpPr>
            <p:nvPr/>
          </p:nvSpPr>
          <p:spPr bwMode="auto">
            <a:xfrm>
              <a:off x="404813" y="3479800"/>
              <a:ext cx="233363" cy="280987"/>
            </a:xfrm>
            <a:custGeom>
              <a:avLst/>
              <a:gdLst>
                <a:gd name="T0" fmla="*/ 181 w 181"/>
                <a:gd name="T1" fmla="*/ 216 h 216"/>
                <a:gd name="T2" fmla="*/ 175 w 181"/>
                <a:gd name="T3" fmla="*/ 213 h 216"/>
                <a:gd name="T4" fmla="*/ 83 w 181"/>
                <a:gd name="T5" fmla="*/ 145 h 216"/>
                <a:gd name="T6" fmla="*/ 64 w 181"/>
                <a:gd name="T7" fmla="*/ 74 h 216"/>
                <a:gd name="T8" fmla="*/ 66 w 181"/>
                <a:gd name="T9" fmla="*/ 51 h 216"/>
                <a:gd name="T10" fmla="*/ 67 w 181"/>
                <a:gd name="T11" fmla="*/ 45 h 216"/>
                <a:gd name="T12" fmla="*/ 68 w 181"/>
                <a:gd name="T13" fmla="*/ 44 h 216"/>
                <a:gd name="T14" fmla="*/ 67 w 181"/>
                <a:gd name="T15" fmla="*/ 44 h 216"/>
                <a:gd name="T16" fmla="*/ 45 w 181"/>
                <a:gd name="T17" fmla="*/ 4 h 216"/>
                <a:gd name="T18" fmla="*/ 6 w 181"/>
                <a:gd name="T19" fmla="*/ 27 h 216"/>
                <a:gd name="T20" fmla="*/ 0 w 181"/>
                <a:gd name="T21" fmla="*/ 74 h 216"/>
                <a:gd name="T22" fmla="*/ 28 w 181"/>
                <a:gd name="T23" fmla="*/ 178 h 216"/>
                <a:gd name="T24" fmla="*/ 58 w 181"/>
                <a:gd name="T25" fmla="*/ 216 h 216"/>
                <a:gd name="T26" fmla="*/ 181 w 181"/>
                <a:gd name="T27"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1" h="216">
                  <a:moveTo>
                    <a:pt x="181" y="216"/>
                  </a:moveTo>
                  <a:cubicBezTo>
                    <a:pt x="179" y="215"/>
                    <a:pt x="177" y="214"/>
                    <a:pt x="175" y="213"/>
                  </a:cubicBezTo>
                  <a:cubicBezTo>
                    <a:pt x="124" y="195"/>
                    <a:pt x="98" y="170"/>
                    <a:pt x="83" y="145"/>
                  </a:cubicBezTo>
                  <a:cubicBezTo>
                    <a:pt x="68" y="121"/>
                    <a:pt x="64" y="94"/>
                    <a:pt x="64" y="74"/>
                  </a:cubicBezTo>
                  <a:cubicBezTo>
                    <a:pt x="64" y="64"/>
                    <a:pt x="65" y="56"/>
                    <a:pt x="66" y="51"/>
                  </a:cubicBezTo>
                  <a:cubicBezTo>
                    <a:pt x="67" y="48"/>
                    <a:pt x="67" y="46"/>
                    <a:pt x="67" y="45"/>
                  </a:cubicBezTo>
                  <a:cubicBezTo>
                    <a:pt x="67" y="44"/>
                    <a:pt x="67" y="44"/>
                    <a:pt x="68" y="44"/>
                  </a:cubicBezTo>
                  <a:cubicBezTo>
                    <a:pt x="67" y="44"/>
                    <a:pt x="67" y="44"/>
                    <a:pt x="67" y="44"/>
                  </a:cubicBezTo>
                  <a:cubicBezTo>
                    <a:pt x="72" y="27"/>
                    <a:pt x="62" y="9"/>
                    <a:pt x="45" y="4"/>
                  </a:cubicBezTo>
                  <a:cubicBezTo>
                    <a:pt x="28" y="0"/>
                    <a:pt x="10" y="10"/>
                    <a:pt x="6" y="27"/>
                  </a:cubicBezTo>
                  <a:cubicBezTo>
                    <a:pt x="5" y="29"/>
                    <a:pt x="0" y="47"/>
                    <a:pt x="0" y="74"/>
                  </a:cubicBezTo>
                  <a:cubicBezTo>
                    <a:pt x="0" y="102"/>
                    <a:pt x="6" y="140"/>
                    <a:pt x="28" y="178"/>
                  </a:cubicBezTo>
                  <a:cubicBezTo>
                    <a:pt x="36" y="191"/>
                    <a:pt x="46" y="204"/>
                    <a:pt x="58" y="216"/>
                  </a:cubicBezTo>
                  <a:lnTo>
                    <a:pt x="181" y="2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 name="Freeform 358"/>
            <p:cNvSpPr>
              <a:spLocks/>
            </p:cNvSpPr>
            <p:nvPr/>
          </p:nvSpPr>
          <p:spPr bwMode="auto">
            <a:xfrm>
              <a:off x="298450" y="3421063"/>
              <a:ext cx="444500" cy="760412"/>
            </a:xfrm>
            <a:custGeom>
              <a:avLst/>
              <a:gdLst>
                <a:gd name="T0" fmla="*/ 182 w 344"/>
                <a:gd name="T1" fmla="*/ 524 h 587"/>
                <a:gd name="T2" fmla="*/ 217 w 344"/>
                <a:gd name="T3" fmla="*/ 586 h 587"/>
                <a:gd name="T4" fmla="*/ 231 w 344"/>
                <a:gd name="T5" fmla="*/ 587 h 587"/>
                <a:gd name="T6" fmla="*/ 279 w 344"/>
                <a:gd name="T7" fmla="*/ 551 h 587"/>
                <a:gd name="T8" fmla="*/ 339 w 344"/>
                <a:gd name="T9" fmla="*/ 333 h 587"/>
                <a:gd name="T10" fmla="*/ 331 w 344"/>
                <a:gd name="T11" fmla="*/ 290 h 587"/>
                <a:gd name="T12" fmla="*/ 291 w 344"/>
                <a:gd name="T13" fmla="*/ 270 h 587"/>
                <a:gd name="T14" fmla="*/ 137 w 344"/>
                <a:gd name="T15" fmla="*/ 270 h 587"/>
                <a:gd name="T16" fmla="*/ 104 w 344"/>
                <a:gd name="T17" fmla="*/ 228 h 587"/>
                <a:gd name="T18" fmla="*/ 74 w 344"/>
                <a:gd name="T19" fmla="*/ 120 h 587"/>
                <a:gd name="T20" fmla="*/ 80 w 344"/>
                <a:gd name="T21" fmla="*/ 71 h 587"/>
                <a:gd name="T22" fmla="*/ 119 w 344"/>
                <a:gd name="T23" fmla="*/ 41 h 587"/>
                <a:gd name="T24" fmla="*/ 129 w 344"/>
                <a:gd name="T25" fmla="*/ 43 h 587"/>
                <a:gd name="T26" fmla="*/ 157 w 344"/>
                <a:gd name="T27" fmla="*/ 92 h 587"/>
                <a:gd name="T28" fmla="*/ 157 w 344"/>
                <a:gd name="T29" fmla="*/ 92 h 587"/>
                <a:gd name="T30" fmla="*/ 156 w 344"/>
                <a:gd name="T31" fmla="*/ 98 h 587"/>
                <a:gd name="T32" fmla="*/ 154 w 344"/>
                <a:gd name="T33" fmla="*/ 120 h 587"/>
                <a:gd name="T34" fmla="*/ 162 w 344"/>
                <a:gd name="T35" fmla="*/ 166 h 587"/>
                <a:gd name="T36" fmla="*/ 175 w 344"/>
                <a:gd name="T37" fmla="*/ 104 h 587"/>
                <a:gd name="T38" fmla="*/ 137 w 344"/>
                <a:gd name="T39" fmla="*/ 8 h 587"/>
                <a:gd name="T40" fmla="*/ 33 w 344"/>
                <a:gd name="T41" fmla="*/ 77 h 587"/>
                <a:gd name="T42" fmla="*/ 10 w 344"/>
                <a:gd name="T43" fmla="*/ 299 h 587"/>
                <a:gd name="T44" fmla="*/ 88 w 344"/>
                <a:gd name="T45" fmla="*/ 369 h 587"/>
                <a:gd name="T46" fmla="*/ 96 w 344"/>
                <a:gd name="T47" fmla="*/ 370 h 587"/>
                <a:gd name="T48" fmla="*/ 96 w 344"/>
                <a:gd name="T49" fmla="*/ 370 h 587"/>
                <a:gd name="T50" fmla="*/ 139 w 344"/>
                <a:gd name="T51" fmla="*/ 370 h 587"/>
                <a:gd name="T52" fmla="*/ 225 w 344"/>
                <a:gd name="T53" fmla="*/ 370 h 587"/>
                <a:gd name="T54" fmla="*/ 182 w 344"/>
                <a:gd name="T55" fmla="*/ 524 h 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44" h="587">
                  <a:moveTo>
                    <a:pt x="182" y="524"/>
                  </a:moveTo>
                  <a:cubicBezTo>
                    <a:pt x="175" y="551"/>
                    <a:pt x="191" y="578"/>
                    <a:pt x="217" y="586"/>
                  </a:cubicBezTo>
                  <a:cubicBezTo>
                    <a:pt x="222" y="587"/>
                    <a:pt x="226" y="587"/>
                    <a:pt x="231" y="587"/>
                  </a:cubicBezTo>
                  <a:cubicBezTo>
                    <a:pt x="252" y="587"/>
                    <a:pt x="273" y="573"/>
                    <a:pt x="279" y="551"/>
                  </a:cubicBezTo>
                  <a:cubicBezTo>
                    <a:pt x="339" y="333"/>
                    <a:pt x="339" y="333"/>
                    <a:pt x="339" y="333"/>
                  </a:cubicBezTo>
                  <a:cubicBezTo>
                    <a:pt x="344" y="318"/>
                    <a:pt x="341" y="302"/>
                    <a:pt x="331" y="290"/>
                  </a:cubicBezTo>
                  <a:cubicBezTo>
                    <a:pt x="322" y="277"/>
                    <a:pt x="307" y="270"/>
                    <a:pt x="291" y="270"/>
                  </a:cubicBezTo>
                  <a:cubicBezTo>
                    <a:pt x="137" y="270"/>
                    <a:pt x="137" y="270"/>
                    <a:pt x="137" y="270"/>
                  </a:cubicBezTo>
                  <a:cubicBezTo>
                    <a:pt x="122" y="256"/>
                    <a:pt x="111" y="241"/>
                    <a:pt x="104" y="228"/>
                  </a:cubicBezTo>
                  <a:cubicBezTo>
                    <a:pt x="84" y="196"/>
                    <a:pt x="74" y="160"/>
                    <a:pt x="74" y="120"/>
                  </a:cubicBezTo>
                  <a:cubicBezTo>
                    <a:pt x="74" y="94"/>
                    <a:pt x="79" y="76"/>
                    <a:pt x="80" y="71"/>
                  </a:cubicBezTo>
                  <a:cubicBezTo>
                    <a:pt x="85" y="54"/>
                    <a:pt x="101" y="41"/>
                    <a:pt x="119" y="41"/>
                  </a:cubicBezTo>
                  <a:cubicBezTo>
                    <a:pt x="122" y="41"/>
                    <a:pt x="126" y="42"/>
                    <a:pt x="129" y="43"/>
                  </a:cubicBezTo>
                  <a:cubicBezTo>
                    <a:pt x="150" y="48"/>
                    <a:pt x="163" y="70"/>
                    <a:pt x="157" y="92"/>
                  </a:cubicBezTo>
                  <a:cubicBezTo>
                    <a:pt x="157" y="92"/>
                    <a:pt x="157" y="92"/>
                    <a:pt x="157" y="92"/>
                  </a:cubicBezTo>
                  <a:cubicBezTo>
                    <a:pt x="157" y="94"/>
                    <a:pt x="156" y="96"/>
                    <a:pt x="156" y="98"/>
                  </a:cubicBezTo>
                  <a:cubicBezTo>
                    <a:pt x="155" y="103"/>
                    <a:pt x="154" y="111"/>
                    <a:pt x="154" y="120"/>
                  </a:cubicBezTo>
                  <a:cubicBezTo>
                    <a:pt x="154" y="132"/>
                    <a:pt x="156" y="149"/>
                    <a:pt x="162" y="166"/>
                  </a:cubicBezTo>
                  <a:cubicBezTo>
                    <a:pt x="166" y="144"/>
                    <a:pt x="171" y="123"/>
                    <a:pt x="175" y="104"/>
                  </a:cubicBezTo>
                  <a:cubicBezTo>
                    <a:pt x="186" y="65"/>
                    <a:pt x="171" y="17"/>
                    <a:pt x="137" y="8"/>
                  </a:cubicBezTo>
                  <a:cubicBezTo>
                    <a:pt x="103" y="0"/>
                    <a:pt x="53" y="18"/>
                    <a:pt x="33" y="77"/>
                  </a:cubicBezTo>
                  <a:cubicBezTo>
                    <a:pt x="6" y="158"/>
                    <a:pt x="0" y="210"/>
                    <a:pt x="10" y="299"/>
                  </a:cubicBezTo>
                  <a:cubicBezTo>
                    <a:pt x="21" y="354"/>
                    <a:pt x="55" y="367"/>
                    <a:pt x="88" y="369"/>
                  </a:cubicBezTo>
                  <a:cubicBezTo>
                    <a:pt x="91" y="370"/>
                    <a:pt x="94" y="370"/>
                    <a:pt x="96" y="370"/>
                  </a:cubicBezTo>
                  <a:cubicBezTo>
                    <a:pt x="96" y="370"/>
                    <a:pt x="96" y="370"/>
                    <a:pt x="96" y="370"/>
                  </a:cubicBezTo>
                  <a:cubicBezTo>
                    <a:pt x="139" y="370"/>
                    <a:pt x="139" y="370"/>
                    <a:pt x="139" y="370"/>
                  </a:cubicBezTo>
                  <a:cubicBezTo>
                    <a:pt x="225" y="370"/>
                    <a:pt x="225" y="370"/>
                    <a:pt x="225" y="370"/>
                  </a:cubicBezTo>
                  <a:lnTo>
                    <a:pt x="182" y="5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 name="Freeform 359"/>
            <p:cNvSpPr>
              <a:spLocks/>
            </p:cNvSpPr>
            <p:nvPr/>
          </p:nvSpPr>
          <p:spPr bwMode="auto">
            <a:xfrm>
              <a:off x="379413" y="3162300"/>
              <a:ext cx="257175" cy="257175"/>
            </a:xfrm>
            <a:custGeom>
              <a:avLst/>
              <a:gdLst>
                <a:gd name="T0" fmla="*/ 12 w 198"/>
                <a:gd name="T1" fmla="*/ 78 h 198"/>
                <a:gd name="T2" fmla="*/ 79 w 198"/>
                <a:gd name="T3" fmla="*/ 186 h 198"/>
                <a:gd name="T4" fmla="*/ 187 w 198"/>
                <a:gd name="T5" fmla="*/ 119 h 198"/>
                <a:gd name="T6" fmla="*/ 120 w 198"/>
                <a:gd name="T7" fmla="*/ 11 h 198"/>
                <a:gd name="T8" fmla="*/ 12 w 198"/>
                <a:gd name="T9" fmla="*/ 78 h 198"/>
              </a:gdLst>
              <a:ahLst/>
              <a:cxnLst>
                <a:cxn ang="0">
                  <a:pos x="T0" y="T1"/>
                </a:cxn>
                <a:cxn ang="0">
                  <a:pos x="T2" y="T3"/>
                </a:cxn>
                <a:cxn ang="0">
                  <a:pos x="T4" y="T5"/>
                </a:cxn>
                <a:cxn ang="0">
                  <a:pos x="T6" y="T7"/>
                </a:cxn>
                <a:cxn ang="0">
                  <a:pos x="T8" y="T9"/>
                </a:cxn>
              </a:cxnLst>
              <a:rect l="0" t="0" r="r" b="b"/>
              <a:pathLst>
                <a:path w="198" h="198">
                  <a:moveTo>
                    <a:pt x="12" y="78"/>
                  </a:moveTo>
                  <a:cubicBezTo>
                    <a:pt x="0" y="127"/>
                    <a:pt x="30" y="175"/>
                    <a:pt x="79" y="186"/>
                  </a:cubicBezTo>
                  <a:cubicBezTo>
                    <a:pt x="127" y="198"/>
                    <a:pt x="176" y="167"/>
                    <a:pt x="187" y="119"/>
                  </a:cubicBezTo>
                  <a:cubicBezTo>
                    <a:pt x="198" y="71"/>
                    <a:pt x="168" y="22"/>
                    <a:pt x="120" y="11"/>
                  </a:cubicBezTo>
                  <a:cubicBezTo>
                    <a:pt x="71" y="0"/>
                    <a:pt x="23" y="30"/>
                    <a:pt x="12"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2839755181"/>
      </p:ext>
    </p:extLst>
  </p:cSld>
  <p:clrMapOvr>
    <a:masterClrMapping/>
  </p:clrMapOvr>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6221413" y="958850"/>
            <a:ext cx="2468563" cy="1311275"/>
            <a:chOff x="6221413" y="958850"/>
            <a:chExt cx="2468563" cy="1311275"/>
          </a:xfrm>
          <a:solidFill>
            <a:schemeClr val="tx1">
              <a:lumMod val="65000"/>
              <a:lumOff val="35000"/>
            </a:schemeClr>
          </a:solidFill>
        </p:grpSpPr>
        <p:sp>
          <p:nvSpPr>
            <p:cNvPr id="3" name="Freeform 9"/>
            <p:cNvSpPr>
              <a:spLocks/>
            </p:cNvSpPr>
            <p:nvPr/>
          </p:nvSpPr>
          <p:spPr bwMode="auto">
            <a:xfrm>
              <a:off x="7464426" y="1331913"/>
              <a:ext cx="230187" cy="219075"/>
            </a:xfrm>
            <a:custGeom>
              <a:avLst/>
              <a:gdLst>
                <a:gd name="T0" fmla="*/ 61 w 64"/>
                <a:gd name="T1" fmla="*/ 26 h 61"/>
                <a:gd name="T2" fmla="*/ 27 w 64"/>
                <a:gd name="T3" fmla="*/ 3 h 61"/>
                <a:gd name="T4" fmla="*/ 3 w 64"/>
                <a:gd name="T5" fmla="*/ 36 h 61"/>
                <a:gd name="T6" fmla="*/ 37 w 64"/>
                <a:gd name="T7" fmla="*/ 59 h 61"/>
                <a:gd name="T8" fmla="*/ 61 w 64"/>
                <a:gd name="T9" fmla="*/ 26 h 61"/>
              </a:gdLst>
              <a:ahLst/>
              <a:cxnLst>
                <a:cxn ang="0">
                  <a:pos x="T0" y="T1"/>
                </a:cxn>
                <a:cxn ang="0">
                  <a:pos x="T2" y="T3"/>
                </a:cxn>
                <a:cxn ang="0">
                  <a:pos x="T4" y="T5"/>
                </a:cxn>
                <a:cxn ang="0">
                  <a:pos x="T6" y="T7"/>
                </a:cxn>
                <a:cxn ang="0">
                  <a:pos x="T8" y="T9"/>
                </a:cxn>
              </a:cxnLst>
              <a:rect l="0" t="0" r="r" b="b"/>
              <a:pathLst>
                <a:path w="64" h="61">
                  <a:moveTo>
                    <a:pt x="61" y="26"/>
                  </a:moveTo>
                  <a:cubicBezTo>
                    <a:pt x="59" y="11"/>
                    <a:pt x="44" y="0"/>
                    <a:pt x="27" y="3"/>
                  </a:cubicBezTo>
                  <a:cubicBezTo>
                    <a:pt x="11" y="6"/>
                    <a:pt x="0" y="20"/>
                    <a:pt x="3" y="36"/>
                  </a:cubicBezTo>
                  <a:cubicBezTo>
                    <a:pt x="5" y="51"/>
                    <a:pt x="20" y="61"/>
                    <a:pt x="37" y="59"/>
                  </a:cubicBezTo>
                  <a:cubicBezTo>
                    <a:pt x="53" y="56"/>
                    <a:pt x="64" y="41"/>
                    <a:pt x="61"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Freeform 10"/>
            <p:cNvSpPr>
              <a:spLocks noEditPoints="1"/>
            </p:cNvSpPr>
            <p:nvPr/>
          </p:nvSpPr>
          <p:spPr bwMode="auto">
            <a:xfrm>
              <a:off x="6364288" y="1320800"/>
              <a:ext cx="1093787" cy="258763"/>
            </a:xfrm>
            <a:custGeom>
              <a:avLst/>
              <a:gdLst>
                <a:gd name="T0" fmla="*/ 270 w 305"/>
                <a:gd name="T1" fmla="*/ 0 h 72"/>
                <a:gd name="T2" fmla="*/ 140 w 305"/>
                <a:gd name="T3" fmla="*/ 0 h 72"/>
                <a:gd name="T4" fmla="*/ 109 w 305"/>
                <a:gd name="T5" fmla="*/ 19 h 72"/>
                <a:gd name="T6" fmla="*/ 14 w 305"/>
                <a:gd name="T7" fmla="*/ 22 h 72"/>
                <a:gd name="T8" fmla="*/ 11 w 305"/>
                <a:gd name="T9" fmla="*/ 23 h 72"/>
                <a:gd name="T10" fmla="*/ 1 w 305"/>
                <a:gd name="T11" fmla="*/ 39 h 72"/>
                <a:gd name="T12" fmla="*/ 2 w 305"/>
                <a:gd name="T13" fmla="*/ 38 h 72"/>
                <a:gd name="T14" fmla="*/ 11 w 305"/>
                <a:gd name="T15" fmla="*/ 31 h 72"/>
                <a:gd name="T16" fmla="*/ 13 w 305"/>
                <a:gd name="T17" fmla="*/ 31 h 72"/>
                <a:gd name="T18" fmla="*/ 75 w 305"/>
                <a:gd name="T19" fmla="*/ 26 h 72"/>
                <a:gd name="T20" fmla="*/ 106 w 305"/>
                <a:gd name="T21" fmla="*/ 27 h 72"/>
                <a:gd name="T22" fmla="*/ 105 w 305"/>
                <a:gd name="T23" fmla="*/ 29 h 72"/>
                <a:gd name="T24" fmla="*/ 14 w 305"/>
                <a:gd name="T25" fmla="*/ 33 h 72"/>
                <a:gd name="T26" fmla="*/ 11 w 305"/>
                <a:gd name="T27" fmla="*/ 33 h 72"/>
                <a:gd name="T28" fmla="*/ 2 w 305"/>
                <a:gd name="T29" fmla="*/ 51 h 72"/>
                <a:gd name="T30" fmla="*/ 17 w 305"/>
                <a:gd name="T31" fmla="*/ 64 h 72"/>
                <a:gd name="T32" fmla="*/ 20 w 305"/>
                <a:gd name="T33" fmla="*/ 63 h 72"/>
                <a:gd name="T34" fmla="*/ 115 w 305"/>
                <a:gd name="T35" fmla="*/ 61 h 72"/>
                <a:gd name="T36" fmla="*/ 140 w 305"/>
                <a:gd name="T37" fmla="*/ 72 h 72"/>
                <a:gd name="T38" fmla="*/ 270 w 305"/>
                <a:gd name="T39" fmla="*/ 72 h 72"/>
                <a:gd name="T40" fmla="*/ 305 w 305"/>
                <a:gd name="T41" fmla="*/ 36 h 72"/>
                <a:gd name="T42" fmla="*/ 270 w 305"/>
                <a:gd name="T43" fmla="*/ 0 h 72"/>
                <a:gd name="T44" fmla="*/ 281 w 305"/>
                <a:gd name="T45" fmla="*/ 40 h 72"/>
                <a:gd name="T46" fmla="*/ 276 w 305"/>
                <a:gd name="T47" fmla="*/ 44 h 72"/>
                <a:gd name="T48" fmla="*/ 221 w 305"/>
                <a:gd name="T49" fmla="*/ 56 h 72"/>
                <a:gd name="T50" fmla="*/ 165 w 305"/>
                <a:gd name="T51" fmla="*/ 43 h 72"/>
                <a:gd name="T52" fmla="*/ 156 w 305"/>
                <a:gd name="T53" fmla="*/ 33 h 72"/>
                <a:gd name="T54" fmla="*/ 157 w 305"/>
                <a:gd name="T55" fmla="*/ 23 h 72"/>
                <a:gd name="T56" fmla="*/ 169 w 305"/>
                <a:gd name="T57" fmla="*/ 16 h 72"/>
                <a:gd name="T58" fmla="*/ 177 w 305"/>
                <a:gd name="T59" fmla="*/ 18 h 72"/>
                <a:gd name="T60" fmla="*/ 221 w 305"/>
                <a:gd name="T61" fmla="*/ 28 h 72"/>
                <a:gd name="T62" fmla="*/ 263 w 305"/>
                <a:gd name="T63" fmla="*/ 19 h 72"/>
                <a:gd name="T64" fmla="*/ 272 w 305"/>
                <a:gd name="T65" fmla="*/ 16 h 72"/>
                <a:gd name="T66" fmla="*/ 285 w 305"/>
                <a:gd name="T67" fmla="*/ 23 h 72"/>
                <a:gd name="T68" fmla="*/ 281 w 305"/>
                <a:gd name="T69"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5" h="72">
                  <a:moveTo>
                    <a:pt x="270" y="0"/>
                  </a:moveTo>
                  <a:cubicBezTo>
                    <a:pt x="140" y="0"/>
                    <a:pt x="140" y="0"/>
                    <a:pt x="140" y="0"/>
                  </a:cubicBezTo>
                  <a:cubicBezTo>
                    <a:pt x="126" y="0"/>
                    <a:pt x="115" y="8"/>
                    <a:pt x="109" y="19"/>
                  </a:cubicBezTo>
                  <a:cubicBezTo>
                    <a:pt x="77" y="17"/>
                    <a:pt x="47" y="18"/>
                    <a:pt x="14" y="22"/>
                  </a:cubicBezTo>
                  <a:cubicBezTo>
                    <a:pt x="14" y="23"/>
                    <a:pt x="12" y="23"/>
                    <a:pt x="11" y="23"/>
                  </a:cubicBezTo>
                  <a:cubicBezTo>
                    <a:pt x="5" y="24"/>
                    <a:pt x="1" y="31"/>
                    <a:pt x="1" y="39"/>
                  </a:cubicBezTo>
                  <a:cubicBezTo>
                    <a:pt x="2" y="38"/>
                    <a:pt x="2" y="38"/>
                    <a:pt x="2" y="38"/>
                  </a:cubicBezTo>
                  <a:cubicBezTo>
                    <a:pt x="4" y="34"/>
                    <a:pt x="7" y="32"/>
                    <a:pt x="11" y="31"/>
                  </a:cubicBezTo>
                  <a:cubicBezTo>
                    <a:pt x="13" y="31"/>
                    <a:pt x="13" y="31"/>
                    <a:pt x="13" y="31"/>
                  </a:cubicBezTo>
                  <a:cubicBezTo>
                    <a:pt x="34" y="28"/>
                    <a:pt x="55" y="26"/>
                    <a:pt x="75" y="26"/>
                  </a:cubicBezTo>
                  <a:cubicBezTo>
                    <a:pt x="85" y="26"/>
                    <a:pt x="95" y="26"/>
                    <a:pt x="106" y="27"/>
                  </a:cubicBezTo>
                  <a:cubicBezTo>
                    <a:pt x="105" y="28"/>
                    <a:pt x="105" y="29"/>
                    <a:pt x="105" y="29"/>
                  </a:cubicBezTo>
                  <a:cubicBezTo>
                    <a:pt x="75" y="27"/>
                    <a:pt x="45" y="28"/>
                    <a:pt x="14" y="33"/>
                  </a:cubicBezTo>
                  <a:cubicBezTo>
                    <a:pt x="14" y="33"/>
                    <a:pt x="12" y="33"/>
                    <a:pt x="11" y="33"/>
                  </a:cubicBezTo>
                  <a:cubicBezTo>
                    <a:pt x="4" y="35"/>
                    <a:pt x="0" y="43"/>
                    <a:pt x="2" y="51"/>
                  </a:cubicBezTo>
                  <a:cubicBezTo>
                    <a:pt x="4" y="59"/>
                    <a:pt x="11" y="65"/>
                    <a:pt x="17" y="64"/>
                  </a:cubicBezTo>
                  <a:cubicBezTo>
                    <a:pt x="18" y="63"/>
                    <a:pt x="20" y="63"/>
                    <a:pt x="20" y="63"/>
                  </a:cubicBezTo>
                  <a:cubicBezTo>
                    <a:pt x="53" y="58"/>
                    <a:pt x="83" y="58"/>
                    <a:pt x="115" y="61"/>
                  </a:cubicBezTo>
                  <a:cubicBezTo>
                    <a:pt x="121" y="68"/>
                    <a:pt x="130" y="72"/>
                    <a:pt x="140" y="72"/>
                  </a:cubicBezTo>
                  <a:cubicBezTo>
                    <a:pt x="270" y="72"/>
                    <a:pt x="270" y="72"/>
                    <a:pt x="270" y="72"/>
                  </a:cubicBezTo>
                  <a:cubicBezTo>
                    <a:pt x="289" y="72"/>
                    <a:pt x="305" y="56"/>
                    <a:pt x="305" y="36"/>
                  </a:cubicBezTo>
                  <a:cubicBezTo>
                    <a:pt x="305" y="16"/>
                    <a:pt x="289" y="0"/>
                    <a:pt x="270" y="0"/>
                  </a:cubicBezTo>
                  <a:close/>
                  <a:moveTo>
                    <a:pt x="281" y="40"/>
                  </a:moveTo>
                  <a:cubicBezTo>
                    <a:pt x="279" y="42"/>
                    <a:pt x="276" y="43"/>
                    <a:pt x="276" y="44"/>
                  </a:cubicBezTo>
                  <a:cubicBezTo>
                    <a:pt x="259" y="51"/>
                    <a:pt x="240" y="56"/>
                    <a:pt x="221" y="56"/>
                  </a:cubicBezTo>
                  <a:cubicBezTo>
                    <a:pt x="201" y="56"/>
                    <a:pt x="183" y="51"/>
                    <a:pt x="165" y="43"/>
                  </a:cubicBezTo>
                  <a:cubicBezTo>
                    <a:pt x="160" y="41"/>
                    <a:pt x="157" y="38"/>
                    <a:pt x="156" y="33"/>
                  </a:cubicBezTo>
                  <a:cubicBezTo>
                    <a:pt x="154" y="29"/>
                    <a:pt x="155" y="26"/>
                    <a:pt x="157" y="23"/>
                  </a:cubicBezTo>
                  <a:cubicBezTo>
                    <a:pt x="159" y="19"/>
                    <a:pt x="164" y="16"/>
                    <a:pt x="169" y="16"/>
                  </a:cubicBezTo>
                  <a:cubicBezTo>
                    <a:pt x="172" y="16"/>
                    <a:pt x="174" y="17"/>
                    <a:pt x="177" y="18"/>
                  </a:cubicBezTo>
                  <a:cubicBezTo>
                    <a:pt x="191" y="24"/>
                    <a:pt x="206" y="28"/>
                    <a:pt x="221" y="28"/>
                  </a:cubicBezTo>
                  <a:cubicBezTo>
                    <a:pt x="236" y="28"/>
                    <a:pt x="250" y="24"/>
                    <a:pt x="263" y="19"/>
                  </a:cubicBezTo>
                  <a:cubicBezTo>
                    <a:pt x="266" y="18"/>
                    <a:pt x="270" y="16"/>
                    <a:pt x="272" y="16"/>
                  </a:cubicBezTo>
                  <a:cubicBezTo>
                    <a:pt x="278" y="16"/>
                    <a:pt x="282" y="19"/>
                    <a:pt x="285" y="23"/>
                  </a:cubicBezTo>
                  <a:cubicBezTo>
                    <a:pt x="289" y="30"/>
                    <a:pt x="285" y="36"/>
                    <a:pt x="281"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 name="Freeform 11"/>
            <p:cNvSpPr>
              <a:spLocks/>
            </p:cNvSpPr>
            <p:nvPr/>
          </p:nvSpPr>
          <p:spPr bwMode="auto">
            <a:xfrm>
              <a:off x="6919913" y="1377950"/>
              <a:ext cx="481012" cy="150813"/>
            </a:xfrm>
            <a:custGeom>
              <a:avLst/>
              <a:gdLst>
                <a:gd name="T0" fmla="*/ 109 w 134"/>
                <a:gd name="T1" fmla="*/ 5 h 42"/>
                <a:gd name="T2" fmla="*/ 21 w 134"/>
                <a:gd name="T3" fmla="*/ 4 h 42"/>
                <a:gd name="T4" fmla="*/ 3 w 134"/>
                <a:gd name="T5" fmla="*/ 8 h 42"/>
                <a:gd name="T6" fmla="*/ 11 w 134"/>
                <a:gd name="T7" fmla="*/ 26 h 42"/>
                <a:gd name="T8" fmla="*/ 121 w 134"/>
                <a:gd name="T9" fmla="*/ 26 h 42"/>
                <a:gd name="T10" fmla="*/ 128 w 134"/>
                <a:gd name="T11" fmla="*/ 8 h 42"/>
                <a:gd name="T12" fmla="*/ 109 w 134"/>
                <a:gd name="T13" fmla="*/ 5 h 42"/>
              </a:gdLst>
              <a:ahLst/>
              <a:cxnLst>
                <a:cxn ang="0">
                  <a:pos x="T0" y="T1"/>
                </a:cxn>
                <a:cxn ang="0">
                  <a:pos x="T2" y="T3"/>
                </a:cxn>
                <a:cxn ang="0">
                  <a:pos x="T4" y="T5"/>
                </a:cxn>
                <a:cxn ang="0">
                  <a:pos x="T6" y="T7"/>
                </a:cxn>
                <a:cxn ang="0">
                  <a:pos x="T8" y="T9"/>
                </a:cxn>
                <a:cxn ang="0">
                  <a:pos x="T10" y="T11"/>
                </a:cxn>
                <a:cxn ang="0">
                  <a:pos x="T12" y="T13"/>
                </a:cxn>
              </a:cxnLst>
              <a:rect l="0" t="0" r="r" b="b"/>
              <a:pathLst>
                <a:path w="134" h="42">
                  <a:moveTo>
                    <a:pt x="109" y="5"/>
                  </a:moveTo>
                  <a:cubicBezTo>
                    <a:pt x="81" y="17"/>
                    <a:pt x="49" y="17"/>
                    <a:pt x="21" y="4"/>
                  </a:cubicBezTo>
                  <a:cubicBezTo>
                    <a:pt x="15" y="1"/>
                    <a:pt x="7" y="2"/>
                    <a:pt x="3" y="8"/>
                  </a:cubicBezTo>
                  <a:cubicBezTo>
                    <a:pt x="0" y="14"/>
                    <a:pt x="3" y="22"/>
                    <a:pt x="11" y="26"/>
                  </a:cubicBezTo>
                  <a:cubicBezTo>
                    <a:pt x="46" y="42"/>
                    <a:pt x="86" y="41"/>
                    <a:pt x="121" y="26"/>
                  </a:cubicBezTo>
                  <a:cubicBezTo>
                    <a:pt x="121" y="25"/>
                    <a:pt x="134" y="17"/>
                    <a:pt x="128" y="8"/>
                  </a:cubicBezTo>
                  <a:cubicBezTo>
                    <a:pt x="123" y="0"/>
                    <a:pt x="110" y="4"/>
                    <a:pt x="109"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Rectangle 12"/>
            <p:cNvSpPr>
              <a:spLocks noChangeArrowheads="1"/>
            </p:cNvSpPr>
            <p:nvPr/>
          </p:nvSpPr>
          <p:spPr bwMode="auto">
            <a:xfrm>
              <a:off x="7712076" y="2184400"/>
              <a:ext cx="881062" cy="857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13"/>
            <p:cNvSpPr>
              <a:spLocks/>
            </p:cNvSpPr>
            <p:nvPr/>
          </p:nvSpPr>
          <p:spPr bwMode="auto">
            <a:xfrm>
              <a:off x="6221413" y="1565275"/>
              <a:ext cx="1479550" cy="704850"/>
            </a:xfrm>
            <a:custGeom>
              <a:avLst/>
              <a:gdLst>
                <a:gd name="T0" fmla="*/ 720 w 932"/>
                <a:gd name="T1" fmla="*/ 103 h 444"/>
                <a:gd name="T2" fmla="*/ 932 w 932"/>
                <a:gd name="T3" fmla="*/ 103 h 444"/>
                <a:gd name="T4" fmla="*/ 932 w 932"/>
                <a:gd name="T5" fmla="*/ 0 h 444"/>
                <a:gd name="T6" fmla="*/ 846 w 932"/>
                <a:gd name="T7" fmla="*/ 0 h 444"/>
                <a:gd name="T8" fmla="*/ 846 w 932"/>
                <a:gd name="T9" fmla="*/ 27 h 444"/>
                <a:gd name="T10" fmla="*/ 29 w 932"/>
                <a:gd name="T11" fmla="*/ 27 h 444"/>
                <a:gd name="T12" fmla="*/ 29 w 932"/>
                <a:gd name="T13" fmla="*/ 103 h 444"/>
                <a:gd name="T14" fmla="*/ 338 w 932"/>
                <a:gd name="T15" fmla="*/ 103 h 444"/>
                <a:gd name="T16" fmla="*/ 255 w 932"/>
                <a:gd name="T17" fmla="*/ 390 h 444"/>
                <a:gd name="T18" fmla="*/ 0 w 932"/>
                <a:gd name="T19" fmla="*/ 390 h 444"/>
                <a:gd name="T20" fmla="*/ 0 w 932"/>
                <a:gd name="T21" fmla="*/ 444 h 444"/>
                <a:gd name="T22" fmla="*/ 892 w 932"/>
                <a:gd name="T23" fmla="*/ 444 h 444"/>
                <a:gd name="T24" fmla="*/ 892 w 932"/>
                <a:gd name="T25" fmla="*/ 390 h 444"/>
                <a:gd name="T26" fmla="*/ 636 w 932"/>
                <a:gd name="T27" fmla="*/ 390 h 444"/>
                <a:gd name="T28" fmla="*/ 720 w 932"/>
                <a:gd name="T29" fmla="*/ 103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32" h="444">
                  <a:moveTo>
                    <a:pt x="720" y="103"/>
                  </a:moveTo>
                  <a:lnTo>
                    <a:pt x="932" y="103"/>
                  </a:lnTo>
                  <a:lnTo>
                    <a:pt x="932" y="0"/>
                  </a:lnTo>
                  <a:lnTo>
                    <a:pt x="846" y="0"/>
                  </a:lnTo>
                  <a:lnTo>
                    <a:pt x="846" y="27"/>
                  </a:lnTo>
                  <a:lnTo>
                    <a:pt x="29" y="27"/>
                  </a:lnTo>
                  <a:lnTo>
                    <a:pt x="29" y="103"/>
                  </a:lnTo>
                  <a:lnTo>
                    <a:pt x="338" y="103"/>
                  </a:lnTo>
                  <a:lnTo>
                    <a:pt x="255" y="390"/>
                  </a:lnTo>
                  <a:lnTo>
                    <a:pt x="0" y="390"/>
                  </a:lnTo>
                  <a:lnTo>
                    <a:pt x="0" y="444"/>
                  </a:lnTo>
                  <a:lnTo>
                    <a:pt x="892" y="444"/>
                  </a:lnTo>
                  <a:lnTo>
                    <a:pt x="892" y="390"/>
                  </a:lnTo>
                  <a:lnTo>
                    <a:pt x="636" y="390"/>
                  </a:lnTo>
                  <a:lnTo>
                    <a:pt x="720" y="10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14"/>
            <p:cNvSpPr>
              <a:spLocks/>
            </p:cNvSpPr>
            <p:nvPr/>
          </p:nvSpPr>
          <p:spPr bwMode="auto">
            <a:xfrm>
              <a:off x="7712076" y="1033463"/>
              <a:ext cx="182562" cy="792163"/>
            </a:xfrm>
            <a:custGeom>
              <a:avLst/>
              <a:gdLst>
                <a:gd name="T0" fmla="*/ 51 w 51"/>
                <a:gd name="T1" fmla="*/ 218 h 221"/>
                <a:gd name="T2" fmla="*/ 51 w 51"/>
                <a:gd name="T3" fmla="*/ 3 h 221"/>
                <a:gd name="T4" fmla="*/ 51 w 51"/>
                <a:gd name="T5" fmla="*/ 0 h 221"/>
                <a:gd name="T6" fmla="*/ 24 w 51"/>
                <a:gd name="T7" fmla="*/ 0 h 221"/>
                <a:gd name="T8" fmla="*/ 0 w 51"/>
                <a:gd name="T9" fmla="*/ 24 h 221"/>
                <a:gd name="T10" fmla="*/ 0 w 51"/>
                <a:gd name="T11" fmla="*/ 197 h 221"/>
                <a:gd name="T12" fmla="*/ 24 w 51"/>
                <a:gd name="T13" fmla="*/ 221 h 221"/>
                <a:gd name="T14" fmla="*/ 51 w 51"/>
                <a:gd name="T15" fmla="*/ 221 h 221"/>
                <a:gd name="T16" fmla="*/ 51 w 51"/>
                <a:gd name="T17" fmla="*/ 218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221">
                  <a:moveTo>
                    <a:pt x="51" y="218"/>
                  </a:moveTo>
                  <a:cubicBezTo>
                    <a:pt x="51" y="3"/>
                    <a:pt x="51" y="3"/>
                    <a:pt x="51" y="3"/>
                  </a:cubicBezTo>
                  <a:cubicBezTo>
                    <a:pt x="51" y="2"/>
                    <a:pt x="51" y="1"/>
                    <a:pt x="51" y="0"/>
                  </a:cubicBezTo>
                  <a:cubicBezTo>
                    <a:pt x="24" y="0"/>
                    <a:pt x="24" y="0"/>
                    <a:pt x="24" y="0"/>
                  </a:cubicBezTo>
                  <a:cubicBezTo>
                    <a:pt x="11" y="0"/>
                    <a:pt x="0" y="11"/>
                    <a:pt x="0" y="24"/>
                  </a:cubicBezTo>
                  <a:cubicBezTo>
                    <a:pt x="0" y="197"/>
                    <a:pt x="0" y="197"/>
                    <a:pt x="0" y="197"/>
                  </a:cubicBezTo>
                  <a:cubicBezTo>
                    <a:pt x="0" y="210"/>
                    <a:pt x="11" y="221"/>
                    <a:pt x="24" y="221"/>
                  </a:cubicBezTo>
                  <a:cubicBezTo>
                    <a:pt x="51" y="221"/>
                    <a:pt x="51" y="221"/>
                    <a:pt x="51" y="221"/>
                  </a:cubicBezTo>
                  <a:cubicBezTo>
                    <a:pt x="51" y="220"/>
                    <a:pt x="51" y="219"/>
                    <a:pt x="51" y="2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15"/>
            <p:cNvSpPr>
              <a:spLocks/>
            </p:cNvSpPr>
            <p:nvPr/>
          </p:nvSpPr>
          <p:spPr bwMode="auto">
            <a:xfrm>
              <a:off x="8410576" y="1033463"/>
              <a:ext cx="279400" cy="792163"/>
            </a:xfrm>
            <a:custGeom>
              <a:avLst/>
              <a:gdLst>
                <a:gd name="T0" fmla="*/ 27 w 78"/>
                <a:gd name="T1" fmla="*/ 0 h 221"/>
                <a:gd name="T2" fmla="*/ 0 w 78"/>
                <a:gd name="T3" fmla="*/ 0 h 221"/>
                <a:gd name="T4" fmla="*/ 1 w 78"/>
                <a:gd name="T5" fmla="*/ 3 h 221"/>
                <a:gd name="T6" fmla="*/ 1 w 78"/>
                <a:gd name="T7" fmla="*/ 218 h 221"/>
                <a:gd name="T8" fmla="*/ 0 w 78"/>
                <a:gd name="T9" fmla="*/ 221 h 221"/>
                <a:gd name="T10" fmla="*/ 27 w 78"/>
                <a:gd name="T11" fmla="*/ 221 h 221"/>
                <a:gd name="T12" fmla="*/ 78 w 78"/>
                <a:gd name="T13" fmla="*/ 110 h 221"/>
                <a:gd name="T14" fmla="*/ 27 w 78"/>
                <a:gd name="T15" fmla="*/ 0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221">
                  <a:moveTo>
                    <a:pt x="27" y="0"/>
                  </a:moveTo>
                  <a:cubicBezTo>
                    <a:pt x="0" y="0"/>
                    <a:pt x="0" y="0"/>
                    <a:pt x="0" y="0"/>
                  </a:cubicBezTo>
                  <a:cubicBezTo>
                    <a:pt x="1" y="1"/>
                    <a:pt x="1" y="2"/>
                    <a:pt x="1" y="3"/>
                  </a:cubicBezTo>
                  <a:cubicBezTo>
                    <a:pt x="1" y="218"/>
                    <a:pt x="1" y="218"/>
                    <a:pt x="1" y="218"/>
                  </a:cubicBezTo>
                  <a:cubicBezTo>
                    <a:pt x="1" y="219"/>
                    <a:pt x="1" y="220"/>
                    <a:pt x="0" y="221"/>
                  </a:cubicBezTo>
                  <a:cubicBezTo>
                    <a:pt x="27" y="221"/>
                    <a:pt x="27" y="221"/>
                    <a:pt x="27" y="221"/>
                  </a:cubicBezTo>
                  <a:cubicBezTo>
                    <a:pt x="38" y="221"/>
                    <a:pt x="78" y="182"/>
                    <a:pt x="78" y="110"/>
                  </a:cubicBezTo>
                  <a:cubicBezTo>
                    <a:pt x="78" y="34"/>
                    <a:pt x="38" y="0"/>
                    <a:pt x="2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16"/>
            <p:cNvSpPr>
              <a:spLocks/>
            </p:cNvSpPr>
            <p:nvPr/>
          </p:nvSpPr>
          <p:spPr bwMode="auto">
            <a:xfrm>
              <a:off x="7902576" y="958850"/>
              <a:ext cx="504825" cy="942975"/>
            </a:xfrm>
            <a:custGeom>
              <a:avLst/>
              <a:gdLst>
                <a:gd name="T0" fmla="*/ 141 w 141"/>
                <a:gd name="T1" fmla="*/ 239 h 263"/>
                <a:gd name="T2" fmla="*/ 117 w 141"/>
                <a:gd name="T3" fmla="*/ 263 h 263"/>
                <a:gd name="T4" fmla="*/ 23 w 141"/>
                <a:gd name="T5" fmla="*/ 263 h 263"/>
                <a:gd name="T6" fmla="*/ 0 w 141"/>
                <a:gd name="T7" fmla="*/ 239 h 263"/>
                <a:gd name="T8" fmla="*/ 0 w 141"/>
                <a:gd name="T9" fmla="*/ 24 h 263"/>
                <a:gd name="T10" fmla="*/ 23 w 141"/>
                <a:gd name="T11" fmla="*/ 0 h 263"/>
                <a:gd name="T12" fmla="*/ 117 w 141"/>
                <a:gd name="T13" fmla="*/ 0 h 263"/>
                <a:gd name="T14" fmla="*/ 141 w 141"/>
                <a:gd name="T15" fmla="*/ 24 h 263"/>
                <a:gd name="T16" fmla="*/ 141 w 141"/>
                <a:gd name="T17" fmla="*/ 239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263">
                  <a:moveTo>
                    <a:pt x="141" y="239"/>
                  </a:moveTo>
                  <a:cubicBezTo>
                    <a:pt x="141" y="252"/>
                    <a:pt x="130" y="263"/>
                    <a:pt x="117" y="263"/>
                  </a:cubicBezTo>
                  <a:cubicBezTo>
                    <a:pt x="23" y="263"/>
                    <a:pt x="23" y="263"/>
                    <a:pt x="23" y="263"/>
                  </a:cubicBezTo>
                  <a:cubicBezTo>
                    <a:pt x="10" y="263"/>
                    <a:pt x="0" y="252"/>
                    <a:pt x="0" y="239"/>
                  </a:cubicBezTo>
                  <a:cubicBezTo>
                    <a:pt x="0" y="24"/>
                    <a:pt x="0" y="24"/>
                    <a:pt x="0" y="24"/>
                  </a:cubicBezTo>
                  <a:cubicBezTo>
                    <a:pt x="0" y="10"/>
                    <a:pt x="10" y="0"/>
                    <a:pt x="23" y="0"/>
                  </a:cubicBezTo>
                  <a:cubicBezTo>
                    <a:pt x="117" y="0"/>
                    <a:pt x="117" y="0"/>
                    <a:pt x="117" y="0"/>
                  </a:cubicBezTo>
                  <a:cubicBezTo>
                    <a:pt x="130" y="0"/>
                    <a:pt x="141" y="10"/>
                    <a:pt x="141" y="24"/>
                  </a:cubicBezTo>
                  <a:lnTo>
                    <a:pt x="141" y="2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7"/>
            <p:cNvSpPr>
              <a:spLocks/>
            </p:cNvSpPr>
            <p:nvPr/>
          </p:nvSpPr>
          <p:spPr bwMode="auto">
            <a:xfrm>
              <a:off x="7797801" y="1833563"/>
              <a:ext cx="709612" cy="350838"/>
            </a:xfrm>
            <a:custGeom>
              <a:avLst/>
              <a:gdLst>
                <a:gd name="T0" fmla="*/ 146 w 198"/>
                <a:gd name="T1" fmla="*/ 21 h 98"/>
                <a:gd name="T2" fmla="*/ 52 w 198"/>
                <a:gd name="T3" fmla="*/ 21 h 98"/>
                <a:gd name="T4" fmla="*/ 27 w 198"/>
                <a:gd name="T5" fmla="*/ 0 h 98"/>
                <a:gd name="T6" fmla="*/ 0 w 198"/>
                <a:gd name="T7" fmla="*/ 0 h 98"/>
                <a:gd name="T8" fmla="*/ 0 w 198"/>
                <a:gd name="T9" fmla="*/ 98 h 98"/>
                <a:gd name="T10" fmla="*/ 198 w 198"/>
                <a:gd name="T11" fmla="*/ 98 h 98"/>
                <a:gd name="T12" fmla="*/ 198 w 198"/>
                <a:gd name="T13" fmla="*/ 0 h 98"/>
                <a:gd name="T14" fmla="*/ 171 w 198"/>
                <a:gd name="T15" fmla="*/ 0 h 98"/>
                <a:gd name="T16" fmla="*/ 146 w 198"/>
                <a:gd name="T17" fmla="*/ 2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8" h="98">
                  <a:moveTo>
                    <a:pt x="146" y="21"/>
                  </a:moveTo>
                  <a:cubicBezTo>
                    <a:pt x="52" y="21"/>
                    <a:pt x="52" y="21"/>
                    <a:pt x="52" y="21"/>
                  </a:cubicBezTo>
                  <a:cubicBezTo>
                    <a:pt x="40" y="21"/>
                    <a:pt x="29" y="12"/>
                    <a:pt x="27" y="0"/>
                  </a:cubicBezTo>
                  <a:cubicBezTo>
                    <a:pt x="0" y="0"/>
                    <a:pt x="0" y="0"/>
                    <a:pt x="0" y="0"/>
                  </a:cubicBezTo>
                  <a:cubicBezTo>
                    <a:pt x="0" y="98"/>
                    <a:pt x="0" y="98"/>
                    <a:pt x="0" y="98"/>
                  </a:cubicBezTo>
                  <a:cubicBezTo>
                    <a:pt x="198" y="98"/>
                    <a:pt x="198" y="98"/>
                    <a:pt x="198" y="98"/>
                  </a:cubicBezTo>
                  <a:cubicBezTo>
                    <a:pt x="198" y="0"/>
                    <a:pt x="198" y="0"/>
                    <a:pt x="198" y="0"/>
                  </a:cubicBezTo>
                  <a:cubicBezTo>
                    <a:pt x="171" y="0"/>
                    <a:pt x="171" y="0"/>
                    <a:pt x="171" y="0"/>
                  </a:cubicBezTo>
                  <a:cubicBezTo>
                    <a:pt x="169" y="12"/>
                    <a:pt x="158" y="21"/>
                    <a:pt x="146"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2" name="组合 11"/>
          <p:cNvGrpSpPr/>
          <p:nvPr/>
        </p:nvGrpSpPr>
        <p:grpSpPr>
          <a:xfrm>
            <a:off x="6221413" y="2859088"/>
            <a:ext cx="1630362" cy="1290638"/>
            <a:chOff x="6221413" y="2859088"/>
            <a:chExt cx="1630362" cy="1290638"/>
          </a:xfrm>
          <a:solidFill>
            <a:schemeClr val="tx1">
              <a:lumMod val="65000"/>
              <a:lumOff val="35000"/>
            </a:schemeClr>
          </a:solidFill>
        </p:grpSpPr>
        <p:sp>
          <p:nvSpPr>
            <p:cNvPr id="13" name="Freeform 19"/>
            <p:cNvSpPr>
              <a:spLocks/>
            </p:cNvSpPr>
            <p:nvPr/>
          </p:nvSpPr>
          <p:spPr bwMode="auto">
            <a:xfrm>
              <a:off x="6845301" y="3503613"/>
              <a:ext cx="479425" cy="150813"/>
            </a:xfrm>
            <a:custGeom>
              <a:avLst/>
              <a:gdLst>
                <a:gd name="T0" fmla="*/ 11 w 134"/>
                <a:gd name="T1" fmla="*/ 26 h 42"/>
                <a:gd name="T2" fmla="*/ 121 w 134"/>
                <a:gd name="T3" fmla="*/ 26 h 42"/>
                <a:gd name="T4" fmla="*/ 129 w 134"/>
                <a:gd name="T5" fmla="*/ 8 h 42"/>
                <a:gd name="T6" fmla="*/ 109 w 134"/>
                <a:gd name="T7" fmla="*/ 5 h 42"/>
                <a:gd name="T8" fmla="*/ 21 w 134"/>
                <a:gd name="T9" fmla="*/ 4 h 42"/>
                <a:gd name="T10" fmla="*/ 4 w 134"/>
                <a:gd name="T11" fmla="*/ 8 h 42"/>
                <a:gd name="T12" fmla="*/ 11 w 134"/>
                <a:gd name="T13" fmla="*/ 26 h 42"/>
              </a:gdLst>
              <a:ahLst/>
              <a:cxnLst>
                <a:cxn ang="0">
                  <a:pos x="T0" y="T1"/>
                </a:cxn>
                <a:cxn ang="0">
                  <a:pos x="T2" y="T3"/>
                </a:cxn>
                <a:cxn ang="0">
                  <a:pos x="T4" y="T5"/>
                </a:cxn>
                <a:cxn ang="0">
                  <a:pos x="T6" y="T7"/>
                </a:cxn>
                <a:cxn ang="0">
                  <a:pos x="T8" y="T9"/>
                </a:cxn>
                <a:cxn ang="0">
                  <a:pos x="T10" y="T11"/>
                </a:cxn>
                <a:cxn ang="0">
                  <a:pos x="T12" y="T13"/>
                </a:cxn>
              </a:cxnLst>
              <a:rect l="0" t="0" r="r" b="b"/>
              <a:pathLst>
                <a:path w="134" h="42">
                  <a:moveTo>
                    <a:pt x="11" y="26"/>
                  </a:moveTo>
                  <a:cubicBezTo>
                    <a:pt x="46" y="42"/>
                    <a:pt x="86" y="41"/>
                    <a:pt x="121" y="26"/>
                  </a:cubicBezTo>
                  <a:cubicBezTo>
                    <a:pt x="122" y="25"/>
                    <a:pt x="134" y="17"/>
                    <a:pt x="129" y="8"/>
                  </a:cubicBezTo>
                  <a:cubicBezTo>
                    <a:pt x="123" y="0"/>
                    <a:pt x="111" y="4"/>
                    <a:pt x="109" y="5"/>
                  </a:cubicBezTo>
                  <a:cubicBezTo>
                    <a:pt x="81" y="17"/>
                    <a:pt x="49" y="17"/>
                    <a:pt x="21" y="4"/>
                  </a:cubicBezTo>
                  <a:cubicBezTo>
                    <a:pt x="15" y="1"/>
                    <a:pt x="7" y="2"/>
                    <a:pt x="4" y="8"/>
                  </a:cubicBezTo>
                  <a:cubicBezTo>
                    <a:pt x="0" y="14"/>
                    <a:pt x="3" y="22"/>
                    <a:pt x="11"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20"/>
            <p:cNvSpPr>
              <a:spLocks noEditPoints="1"/>
            </p:cNvSpPr>
            <p:nvPr/>
          </p:nvSpPr>
          <p:spPr bwMode="auto">
            <a:xfrm>
              <a:off x="6261101" y="3300413"/>
              <a:ext cx="1125537" cy="404813"/>
            </a:xfrm>
            <a:custGeom>
              <a:avLst/>
              <a:gdLst>
                <a:gd name="T0" fmla="*/ 18 w 314"/>
                <a:gd name="T1" fmla="*/ 109 h 113"/>
                <a:gd name="T2" fmla="*/ 20 w 314"/>
                <a:gd name="T3" fmla="*/ 108 h 113"/>
                <a:gd name="T4" fmla="*/ 132 w 314"/>
                <a:gd name="T5" fmla="*/ 109 h 113"/>
                <a:gd name="T6" fmla="*/ 149 w 314"/>
                <a:gd name="T7" fmla="*/ 113 h 113"/>
                <a:gd name="T8" fmla="*/ 278 w 314"/>
                <a:gd name="T9" fmla="*/ 113 h 113"/>
                <a:gd name="T10" fmla="*/ 314 w 314"/>
                <a:gd name="T11" fmla="*/ 77 h 113"/>
                <a:gd name="T12" fmla="*/ 278 w 314"/>
                <a:gd name="T13" fmla="*/ 41 h 113"/>
                <a:gd name="T14" fmla="*/ 149 w 314"/>
                <a:gd name="T15" fmla="*/ 41 h 113"/>
                <a:gd name="T16" fmla="*/ 130 w 314"/>
                <a:gd name="T17" fmla="*/ 46 h 113"/>
                <a:gd name="T18" fmla="*/ 65 w 314"/>
                <a:gd name="T19" fmla="*/ 5 h 113"/>
                <a:gd name="T20" fmla="*/ 59 w 314"/>
                <a:gd name="T21" fmla="*/ 2 h 113"/>
                <a:gd name="T22" fmla="*/ 59 w 314"/>
                <a:gd name="T23" fmla="*/ 2 h 113"/>
                <a:gd name="T24" fmla="*/ 56 w 314"/>
                <a:gd name="T25" fmla="*/ 1 h 113"/>
                <a:gd name="T26" fmla="*/ 55 w 314"/>
                <a:gd name="T27" fmla="*/ 0 h 113"/>
                <a:gd name="T28" fmla="*/ 55 w 314"/>
                <a:gd name="T29" fmla="*/ 0 h 113"/>
                <a:gd name="T30" fmla="*/ 54 w 314"/>
                <a:gd name="T31" fmla="*/ 0 h 113"/>
                <a:gd name="T32" fmla="*/ 53 w 314"/>
                <a:gd name="T33" fmla="*/ 8 h 113"/>
                <a:gd name="T34" fmla="*/ 57 w 314"/>
                <a:gd name="T35" fmla="*/ 37 h 113"/>
                <a:gd name="T36" fmla="*/ 113 w 314"/>
                <a:gd name="T37" fmla="*/ 72 h 113"/>
                <a:gd name="T38" fmla="*/ 113 w 314"/>
                <a:gd name="T39" fmla="*/ 75 h 113"/>
                <a:gd name="T40" fmla="*/ 14 w 314"/>
                <a:gd name="T41" fmla="*/ 78 h 113"/>
                <a:gd name="T42" fmla="*/ 12 w 314"/>
                <a:gd name="T43" fmla="*/ 79 h 113"/>
                <a:gd name="T44" fmla="*/ 2 w 314"/>
                <a:gd name="T45" fmla="*/ 97 h 113"/>
                <a:gd name="T46" fmla="*/ 18 w 314"/>
                <a:gd name="T47" fmla="*/ 109 h 113"/>
                <a:gd name="T48" fmla="*/ 165 w 314"/>
                <a:gd name="T49" fmla="*/ 64 h 113"/>
                <a:gd name="T50" fmla="*/ 178 w 314"/>
                <a:gd name="T51" fmla="*/ 57 h 113"/>
                <a:gd name="T52" fmla="*/ 185 w 314"/>
                <a:gd name="T53" fmla="*/ 59 h 113"/>
                <a:gd name="T54" fmla="*/ 229 w 314"/>
                <a:gd name="T55" fmla="*/ 69 h 113"/>
                <a:gd name="T56" fmla="*/ 272 w 314"/>
                <a:gd name="T57" fmla="*/ 60 h 113"/>
                <a:gd name="T58" fmla="*/ 281 w 314"/>
                <a:gd name="T59" fmla="*/ 57 h 113"/>
                <a:gd name="T60" fmla="*/ 293 w 314"/>
                <a:gd name="T61" fmla="*/ 64 h 113"/>
                <a:gd name="T62" fmla="*/ 290 w 314"/>
                <a:gd name="T63" fmla="*/ 81 h 113"/>
                <a:gd name="T64" fmla="*/ 284 w 314"/>
                <a:gd name="T65" fmla="*/ 85 h 113"/>
                <a:gd name="T66" fmla="*/ 229 w 314"/>
                <a:gd name="T67" fmla="*/ 97 h 113"/>
                <a:gd name="T68" fmla="*/ 173 w 314"/>
                <a:gd name="T69" fmla="*/ 84 h 113"/>
                <a:gd name="T70" fmla="*/ 164 w 314"/>
                <a:gd name="T71" fmla="*/ 74 h 113"/>
                <a:gd name="T72" fmla="*/ 165 w 314"/>
                <a:gd name="T73" fmla="*/ 64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14" h="113">
                  <a:moveTo>
                    <a:pt x="18" y="109"/>
                  </a:moveTo>
                  <a:cubicBezTo>
                    <a:pt x="18" y="109"/>
                    <a:pt x="20" y="109"/>
                    <a:pt x="20" y="108"/>
                  </a:cubicBezTo>
                  <a:cubicBezTo>
                    <a:pt x="59" y="103"/>
                    <a:pt x="94" y="103"/>
                    <a:pt x="132" y="109"/>
                  </a:cubicBezTo>
                  <a:cubicBezTo>
                    <a:pt x="137" y="111"/>
                    <a:pt x="143" y="113"/>
                    <a:pt x="149" y="113"/>
                  </a:cubicBezTo>
                  <a:cubicBezTo>
                    <a:pt x="278" y="113"/>
                    <a:pt x="278" y="113"/>
                    <a:pt x="278" y="113"/>
                  </a:cubicBezTo>
                  <a:cubicBezTo>
                    <a:pt x="298" y="113"/>
                    <a:pt x="314" y="97"/>
                    <a:pt x="314" y="77"/>
                  </a:cubicBezTo>
                  <a:cubicBezTo>
                    <a:pt x="314" y="57"/>
                    <a:pt x="298" y="41"/>
                    <a:pt x="278" y="41"/>
                  </a:cubicBezTo>
                  <a:cubicBezTo>
                    <a:pt x="149" y="41"/>
                    <a:pt x="149" y="41"/>
                    <a:pt x="149" y="41"/>
                  </a:cubicBezTo>
                  <a:cubicBezTo>
                    <a:pt x="142" y="41"/>
                    <a:pt x="136" y="43"/>
                    <a:pt x="130" y="46"/>
                  </a:cubicBezTo>
                  <a:cubicBezTo>
                    <a:pt x="109" y="30"/>
                    <a:pt x="88" y="16"/>
                    <a:pt x="65" y="5"/>
                  </a:cubicBezTo>
                  <a:cubicBezTo>
                    <a:pt x="65" y="5"/>
                    <a:pt x="62" y="4"/>
                    <a:pt x="59" y="2"/>
                  </a:cubicBezTo>
                  <a:cubicBezTo>
                    <a:pt x="59" y="2"/>
                    <a:pt x="59" y="2"/>
                    <a:pt x="59" y="2"/>
                  </a:cubicBezTo>
                  <a:cubicBezTo>
                    <a:pt x="56" y="1"/>
                    <a:pt x="56" y="1"/>
                    <a:pt x="56" y="1"/>
                  </a:cubicBezTo>
                  <a:cubicBezTo>
                    <a:pt x="55" y="0"/>
                    <a:pt x="55" y="0"/>
                    <a:pt x="55" y="0"/>
                  </a:cubicBezTo>
                  <a:cubicBezTo>
                    <a:pt x="55" y="0"/>
                    <a:pt x="55" y="0"/>
                    <a:pt x="55" y="0"/>
                  </a:cubicBezTo>
                  <a:cubicBezTo>
                    <a:pt x="54" y="0"/>
                    <a:pt x="54" y="0"/>
                    <a:pt x="54" y="0"/>
                  </a:cubicBezTo>
                  <a:cubicBezTo>
                    <a:pt x="53" y="8"/>
                    <a:pt x="53" y="8"/>
                    <a:pt x="53" y="8"/>
                  </a:cubicBezTo>
                  <a:cubicBezTo>
                    <a:pt x="57" y="37"/>
                    <a:pt x="57" y="37"/>
                    <a:pt x="57" y="37"/>
                  </a:cubicBezTo>
                  <a:cubicBezTo>
                    <a:pt x="68" y="44"/>
                    <a:pt x="96" y="60"/>
                    <a:pt x="113" y="72"/>
                  </a:cubicBezTo>
                  <a:cubicBezTo>
                    <a:pt x="113" y="73"/>
                    <a:pt x="113" y="74"/>
                    <a:pt x="113" y="75"/>
                  </a:cubicBezTo>
                  <a:cubicBezTo>
                    <a:pt x="80" y="72"/>
                    <a:pt x="48" y="73"/>
                    <a:pt x="14" y="78"/>
                  </a:cubicBezTo>
                  <a:cubicBezTo>
                    <a:pt x="14" y="78"/>
                    <a:pt x="12" y="78"/>
                    <a:pt x="12" y="79"/>
                  </a:cubicBezTo>
                  <a:cubicBezTo>
                    <a:pt x="4" y="80"/>
                    <a:pt x="0" y="88"/>
                    <a:pt x="2" y="97"/>
                  </a:cubicBezTo>
                  <a:cubicBezTo>
                    <a:pt x="4" y="105"/>
                    <a:pt x="11" y="110"/>
                    <a:pt x="18" y="109"/>
                  </a:cubicBezTo>
                  <a:close/>
                  <a:moveTo>
                    <a:pt x="165" y="64"/>
                  </a:moveTo>
                  <a:cubicBezTo>
                    <a:pt x="168" y="60"/>
                    <a:pt x="172" y="57"/>
                    <a:pt x="178" y="57"/>
                  </a:cubicBezTo>
                  <a:cubicBezTo>
                    <a:pt x="180" y="57"/>
                    <a:pt x="183" y="58"/>
                    <a:pt x="185" y="59"/>
                  </a:cubicBezTo>
                  <a:cubicBezTo>
                    <a:pt x="199" y="65"/>
                    <a:pt x="214" y="69"/>
                    <a:pt x="229" y="69"/>
                  </a:cubicBezTo>
                  <a:cubicBezTo>
                    <a:pt x="244" y="69"/>
                    <a:pt x="258" y="65"/>
                    <a:pt x="272" y="60"/>
                  </a:cubicBezTo>
                  <a:cubicBezTo>
                    <a:pt x="274" y="59"/>
                    <a:pt x="279" y="57"/>
                    <a:pt x="281" y="57"/>
                  </a:cubicBezTo>
                  <a:cubicBezTo>
                    <a:pt x="286" y="57"/>
                    <a:pt x="291" y="60"/>
                    <a:pt x="293" y="64"/>
                  </a:cubicBezTo>
                  <a:cubicBezTo>
                    <a:pt x="298" y="71"/>
                    <a:pt x="293" y="77"/>
                    <a:pt x="290" y="81"/>
                  </a:cubicBezTo>
                  <a:cubicBezTo>
                    <a:pt x="288" y="83"/>
                    <a:pt x="285" y="84"/>
                    <a:pt x="284" y="85"/>
                  </a:cubicBezTo>
                  <a:cubicBezTo>
                    <a:pt x="267" y="92"/>
                    <a:pt x="248" y="97"/>
                    <a:pt x="229" y="97"/>
                  </a:cubicBezTo>
                  <a:cubicBezTo>
                    <a:pt x="210" y="97"/>
                    <a:pt x="191" y="92"/>
                    <a:pt x="173" y="84"/>
                  </a:cubicBezTo>
                  <a:cubicBezTo>
                    <a:pt x="169" y="82"/>
                    <a:pt x="165" y="79"/>
                    <a:pt x="164" y="74"/>
                  </a:cubicBezTo>
                  <a:cubicBezTo>
                    <a:pt x="163" y="70"/>
                    <a:pt x="163" y="67"/>
                    <a:pt x="165" y="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Rectangle 21"/>
            <p:cNvSpPr>
              <a:spLocks noChangeArrowheads="1"/>
            </p:cNvSpPr>
            <p:nvPr/>
          </p:nvSpPr>
          <p:spPr bwMode="auto">
            <a:xfrm>
              <a:off x="6275388" y="3338513"/>
              <a:ext cx="1587" cy="47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22"/>
            <p:cNvSpPr>
              <a:spLocks/>
            </p:cNvSpPr>
            <p:nvPr/>
          </p:nvSpPr>
          <p:spPr bwMode="auto">
            <a:xfrm>
              <a:off x="6264276" y="3232150"/>
              <a:ext cx="28575" cy="106363"/>
            </a:xfrm>
            <a:custGeom>
              <a:avLst/>
              <a:gdLst>
                <a:gd name="T0" fmla="*/ 8 w 8"/>
                <a:gd name="T1" fmla="*/ 0 h 30"/>
                <a:gd name="T2" fmla="*/ 4 w 8"/>
                <a:gd name="T3" fmla="*/ 7 h 30"/>
                <a:gd name="T4" fmla="*/ 3 w 8"/>
                <a:gd name="T5" fmla="*/ 30 h 30"/>
                <a:gd name="T6" fmla="*/ 8 w 8"/>
                <a:gd name="T7" fmla="*/ 0 h 30"/>
              </a:gdLst>
              <a:ahLst/>
              <a:cxnLst>
                <a:cxn ang="0">
                  <a:pos x="T0" y="T1"/>
                </a:cxn>
                <a:cxn ang="0">
                  <a:pos x="T2" y="T3"/>
                </a:cxn>
                <a:cxn ang="0">
                  <a:pos x="T4" y="T5"/>
                </a:cxn>
                <a:cxn ang="0">
                  <a:pos x="T6" y="T7"/>
                </a:cxn>
              </a:cxnLst>
              <a:rect l="0" t="0" r="r" b="b"/>
              <a:pathLst>
                <a:path w="8" h="30">
                  <a:moveTo>
                    <a:pt x="8" y="0"/>
                  </a:moveTo>
                  <a:cubicBezTo>
                    <a:pt x="7" y="2"/>
                    <a:pt x="5" y="4"/>
                    <a:pt x="4" y="7"/>
                  </a:cubicBezTo>
                  <a:cubicBezTo>
                    <a:pt x="0" y="16"/>
                    <a:pt x="0" y="26"/>
                    <a:pt x="3" y="30"/>
                  </a:cubicBezTo>
                  <a:lnTo>
                    <a:pt x="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23"/>
            <p:cNvSpPr>
              <a:spLocks/>
            </p:cNvSpPr>
            <p:nvPr/>
          </p:nvSpPr>
          <p:spPr bwMode="auto">
            <a:xfrm>
              <a:off x="6278563" y="3346450"/>
              <a:ext cx="3175"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24"/>
            <p:cNvSpPr>
              <a:spLocks/>
            </p:cNvSpPr>
            <p:nvPr/>
          </p:nvSpPr>
          <p:spPr bwMode="auto">
            <a:xfrm>
              <a:off x="6281738" y="3198813"/>
              <a:ext cx="50800" cy="158750"/>
            </a:xfrm>
            <a:custGeom>
              <a:avLst/>
              <a:gdLst>
                <a:gd name="T0" fmla="*/ 0 w 14"/>
                <a:gd name="T1" fmla="*/ 41 h 44"/>
                <a:gd name="T2" fmla="*/ 1 w 14"/>
                <a:gd name="T3" fmla="*/ 42 h 44"/>
                <a:gd name="T4" fmla="*/ 6 w 14"/>
                <a:gd name="T5" fmla="*/ 44 h 44"/>
                <a:gd name="T6" fmla="*/ 14 w 14"/>
                <a:gd name="T7" fmla="*/ 0 h 44"/>
                <a:gd name="T8" fmla="*/ 6 w 14"/>
                <a:gd name="T9" fmla="*/ 5 h 44"/>
                <a:gd name="T10" fmla="*/ 0 w 14"/>
                <a:gd name="T11" fmla="*/ 41 h 44"/>
              </a:gdLst>
              <a:ahLst/>
              <a:cxnLst>
                <a:cxn ang="0">
                  <a:pos x="T0" y="T1"/>
                </a:cxn>
                <a:cxn ang="0">
                  <a:pos x="T2" y="T3"/>
                </a:cxn>
                <a:cxn ang="0">
                  <a:pos x="T4" y="T5"/>
                </a:cxn>
                <a:cxn ang="0">
                  <a:pos x="T6" y="T7"/>
                </a:cxn>
                <a:cxn ang="0">
                  <a:pos x="T8" y="T9"/>
                </a:cxn>
                <a:cxn ang="0">
                  <a:pos x="T10" y="T11"/>
                </a:cxn>
              </a:cxnLst>
              <a:rect l="0" t="0" r="r" b="b"/>
              <a:pathLst>
                <a:path w="14" h="44">
                  <a:moveTo>
                    <a:pt x="0" y="41"/>
                  </a:moveTo>
                  <a:cubicBezTo>
                    <a:pt x="1" y="42"/>
                    <a:pt x="1" y="42"/>
                    <a:pt x="1" y="42"/>
                  </a:cubicBezTo>
                  <a:cubicBezTo>
                    <a:pt x="6" y="44"/>
                    <a:pt x="6" y="44"/>
                    <a:pt x="6" y="44"/>
                  </a:cubicBezTo>
                  <a:cubicBezTo>
                    <a:pt x="14" y="0"/>
                    <a:pt x="14" y="0"/>
                    <a:pt x="14" y="0"/>
                  </a:cubicBezTo>
                  <a:cubicBezTo>
                    <a:pt x="11" y="1"/>
                    <a:pt x="9" y="3"/>
                    <a:pt x="6" y="5"/>
                  </a:cubicBezTo>
                  <a:lnTo>
                    <a:pt x="0"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Rectangle 25"/>
            <p:cNvSpPr>
              <a:spLocks noChangeArrowheads="1"/>
            </p:cNvSpPr>
            <p:nvPr/>
          </p:nvSpPr>
          <p:spPr bwMode="auto">
            <a:xfrm>
              <a:off x="6332538" y="3198813"/>
              <a:ext cx="1587" cy="1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26"/>
            <p:cNvSpPr>
              <a:spLocks/>
            </p:cNvSpPr>
            <p:nvPr/>
          </p:nvSpPr>
          <p:spPr bwMode="auto">
            <a:xfrm>
              <a:off x="6310313" y="3195638"/>
              <a:ext cx="53975" cy="176213"/>
            </a:xfrm>
            <a:custGeom>
              <a:avLst/>
              <a:gdLst>
                <a:gd name="T0" fmla="*/ 7 w 15"/>
                <a:gd name="T1" fmla="*/ 49 h 49"/>
                <a:gd name="T2" fmla="*/ 15 w 15"/>
                <a:gd name="T3" fmla="*/ 3 h 49"/>
                <a:gd name="T4" fmla="*/ 12 w 15"/>
                <a:gd name="T5" fmla="*/ 1 h 49"/>
                <a:gd name="T6" fmla="*/ 8 w 15"/>
                <a:gd name="T7" fmla="*/ 1 h 49"/>
                <a:gd name="T8" fmla="*/ 0 w 15"/>
                <a:gd name="T9" fmla="*/ 46 h 49"/>
                <a:gd name="T10" fmla="*/ 7 w 15"/>
                <a:gd name="T11" fmla="*/ 49 h 49"/>
              </a:gdLst>
              <a:ahLst/>
              <a:cxnLst>
                <a:cxn ang="0">
                  <a:pos x="T0" y="T1"/>
                </a:cxn>
                <a:cxn ang="0">
                  <a:pos x="T2" y="T3"/>
                </a:cxn>
                <a:cxn ang="0">
                  <a:pos x="T4" y="T5"/>
                </a:cxn>
                <a:cxn ang="0">
                  <a:pos x="T6" y="T7"/>
                </a:cxn>
                <a:cxn ang="0">
                  <a:pos x="T8" y="T9"/>
                </a:cxn>
                <a:cxn ang="0">
                  <a:pos x="T10" y="T11"/>
                </a:cxn>
              </a:cxnLst>
              <a:rect l="0" t="0" r="r" b="b"/>
              <a:pathLst>
                <a:path w="15" h="49">
                  <a:moveTo>
                    <a:pt x="7" y="49"/>
                  </a:moveTo>
                  <a:cubicBezTo>
                    <a:pt x="15" y="3"/>
                    <a:pt x="15" y="3"/>
                    <a:pt x="15" y="3"/>
                  </a:cubicBezTo>
                  <a:cubicBezTo>
                    <a:pt x="14" y="2"/>
                    <a:pt x="13" y="2"/>
                    <a:pt x="12" y="1"/>
                  </a:cubicBezTo>
                  <a:cubicBezTo>
                    <a:pt x="11" y="1"/>
                    <a:pt x="10" y="0"/>
                    <a:pt x="8" y="1"/>
                  </a:cubicBezTo>
                  <a:cubicBezTo>
                    <a:pt x="0" y="46"/>
                    <a:pt x="0" y="46"/>
                    <a:pt x="0" y="46"/>
                  </a:cubicBezTo>
                  <a:lnTo>
                    <a:pt x="7"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27"/>
            <p:cNvSpPr>
              <a:spLocks/>
            </p:cNvSpPr>
            <p:nvPr/>
          </p:nvSpPr>
          <p:spPr bwMode="auto">
            <a:xfrm>
              <a:off x="6338888" y="3195638"/>
              <a:ext cx="0" cy="3175"/>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28"/>
            <p:cNvSpPr>
              <a:spLocks/>
            </p:cNvSpPr>
            <p:nvPr/>
          </p:nvSpPr>
          <p:spPr bwMode="auto">
            <a:xfrm>
              <a:off x="6343651" y="3221038"/>
              <a:ext cx="42862" cy="165100"/>
            </a:xfrm>
            <a:custGeom>
              <a:avLst/>
              <a:gdLst>
                <a:gd name="T0" fmla="*/ 7 w 12"/>
                <a:gd name="T1" fmla="*/ 0 h 46"/>
                <a:gd name="T2" fmla="*/ 0 w 12"/>
                <a:gd name="T3" fmla="*/ 43 h 46"/>
                <a:gd name="T4" fmla="*/ 6 w 12"/>
                <a:gd name="T5" fmla="*/ 46 h 46"/>
                <a:gd name="T6" fmla="*/ 12 w 12"/>
                <a:gd name="T7" fmla="*/ 13 h 46"/>
                <a:gd name="T8" fmla="*/ 7 w 12"/>
                <a:gd name="T9" fmla="*/ 11 h 46"/>
                <a:gd name="T10" fmla="*/ 7 w 12"/>
                <a:gd name="T11" fmla="*/ 0 h 46"/>
              </a:gdLst>
              <a:ahLst/>
              <a:cxnLst>
                <a:cxn ang="0">
                  <a:pos x="T0" y="T1"/>
                </a:cxn>
                <a:cxn ang="0">
                  <a:pos x="T2" y="T3"/>
                </a:cxn>
                <a:cxn ang="0">
                  <a:pos x="T4" y="T5"/>
                </a:cxn>
                <a:cxn ang="0">
                  <a:pos x="T6" y="T7"/>
                </a:cxn>
                <a:cxn ang="0">
                  <a:pos x="T8" y="T9"/>
                </a:cxn>
                <a:cxn ang="0">
                  <a:pos x="T10" y="T11"/>
                </a:cxn>
              </a:cxnLst>
              <a:rect l="0" t="0" r="r" b="b"/>
              <a:pathLst>
                <a:path w="12" h="46">
                  <a:moveTo>
                    <a:pt x="7" y="0"/>
                  </a:moveTo>
                  <a:cubicBezTo>
                    <a:pt x="0" y="43"/>
                    <a:pt x="0" y="43"/>
                    <a:pt x="0" y="43"/>
                  </a:cubicBezTo>
                  <a:cubicBezTo>
                    <a:pt x="6" y="46"/>
                    <a:pt x="6" y="46"/>
                    <a:pt x="6" y="46"/>
                  </a:cubicBezTo>
                  <a:cubicBezTo>
                    <a:pt x="12" y="13"/>
                    <a:pt x="12" y="13"/>
                    <a:pt x="12" y="13"/>
                  </a:cubicBezTo>
                  <a:cubicBezTo>
                    <a:pt x="7" y="11"/>
                    <a:pt x="7" y="11"/>
                    <a:pt x="7" y="11"/>
                  </a:cubicBezTo>
                  <a:cubicBezTo>
                    <a:pt x="8" y="7"/>
                    <a:pt x="8" y="3"/>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29"/>
            <p:cNvSpPr>
              <a:spLocks/>
            </p:cNvSpPr>
            <p:nvPr/>
          </p:nvSpPr>
          <p:spPr bwMode="auto">
            <a:xfrm>
              <a:off x="6511926" y="2905125"/>
              <a:ext cx="96837" cy="427038"/>
            </a:xfrm>
            <a:custGeom>
              <a:avLst/>
              <a:gdLst>
                <a:gd name="T0" fmla="*/ 21 w 27"/>
                <a:gd name="T1" fmla="*/ 0 h 119"/>
                <a:gd name="T2" fmla="*/ 0 w 27"/>
                <a:gd name="T3" fmla="*/ 116 h 119"/>
                <a:gd name="T4" fmla="*/ 5 w 27"/>
                <a:gd name="T5" fmla="*/ 119 h 119"/>
                <a:gd name="T6" fmla="*/ 27 w 27"/>
                <a:gd name="T7" fmla="*/ 0 h 119"/>
                <a:gd name="T8" fmla="*/ 21 w 27"/>
                <a:gd name="T9" fmla="*/ 0 h 119"/>
              </a:gdLst>
              <a:ahLst/>
              <a:cxnLst>
                <a:cxn ang="0">
                  <a:pos x="T0" y="T1"/>
                </a:cxn>
                <a:cxn ang="0">
                  <a:pos x="T2" y="T3"/>
                </a:cxn>
                <a:cxn ang="0">
                  <a:pos x="T4" y="T5"/>
                </a:cxn>
                <a:cxn ang="0">
                  <a:pos x="T6" y="T7"/>
                </a:cxn>
                <a:cxn ang="0">
                  <a:pos x="T8" y="T9"/>
                </a:cxn>
              </a:cxnLst>
              <a:rect l="0" t="0" r="r" b="b"/>
              <a:pathLst>
                <a:path w="27" h="119">
                  <a:moveTo>
                    <a:pt x="21" y="0"/>
                  </a:moveTo>
                  <a:cubicBezTo>
                    <a:pt x="0" y="116"/>
                    <a:pt x="0" y="116"/>
                    <a:pt x="0" y="116"/>
                  </a:cubicBezTo>
                  <a:cubicBezTo>
                    <a:pt x="2" y="117"/>
                    <a:pt x="4" y="118"/>
                    <a:pt x="5" y="119"/>
                  </a:cubicBezTo>
                  <a:cubicBezTo>
                    <a:pt x="27" y="0"/>
                    <a:pt x="27" y="0"/>
                    <a:pt x="27" y="0"/>
                  </a:cubicBezTo>
                  <a:lnTo>
                    <a:pt x="2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30"/>
            <p:cNvSpPr>
              <a:spLocks noEditPoints="1"/>
            </p:cNvSpPr>
            <p:nvPr/>
          </p:nvSpPr>
          <p:spPr bwMode="auto">
            <a:xfrm>
              <a:off x="6221413" y="2859088"/>
              <a:ext cx="1630362" cy="1290638"/>
            </a:xfrm>
            <a:custGeom>
              <a:avLst/>
              <a:gdLst>
                <a:gd name="T0" fmla="*/ 455 w 455"/>
                <a:gd name="T1" fmla="*/ 0 h 360"/>
                <a:gd name="T2" fmla="*/ 391 w 455"/>
                <a:gd name="T3" fmla="*/ 0 h 360"/>
                <a:gd name="T4" fmla="*/ 29 w 455"/>
                <a:gd name="T5" fmla="*/ 11 h 360"/>
                <a:gd name="T6" fmla="*/ 59 w 455"/>
                <a:gd name="T7" fmla="*/ 156 h 360"/>
                <a:gd name="T8" fmla="*/ 46 w 455"/>
                <a:gd name="T9" fmla="*/ 11 h 360"/>
                <a:gd name="T10" fmla="*/ 391 w 455"/>
                <a:gd name="T11" fmla="*/ 348 h 360"/>
                <a:gd name="T12" fmla="*/ 369 w 455"/>
                <a:gd name="T13" fmla="*/ 283 h 360"/>
                <a:gd name="T14" fmla="*/ 389 w 455"/>
                <a:gd name="T15" fmla="*/ 241 h 360"/>
                <a:gd name="T16" fmla="*/ 382 w 455"/>
                <a:gd name="T17" fmla="*/ 229 h 360"/>
                <a:gd name="T18" fmla="*/ 319 w 455"/>
                <a:gd name="T19" fmla="*/ 241 h 360"/>
                <a:gd name="T20" fmla="*/ 11 w 455"/>
                <a:gd name="T21" fmla="*/ 283 h 360"/>
                <a:gd name="T22" fmla="*/ 26 w 455"/>
                <a:gd name="T23" fmla="*/ 348 h 360"/>
                <a:gd name="T24" fmla="*/ 0 w 455"/>
                <a:gd name="T25" fmla="*/ 360 h 360"/>
                <a:gd name="T26" fmla="*/ 45 w 455"/>
                <a:gd name="T27" fmla="*/ 360 h 360"/>
                <a:gd name="T28" fmla="*/ 369 w 455"/>
                <a:gd name="T29" fmla="*/ 360 h 360"/>
                <a:gd name="T30" fmla="*/ 403 w 455"/>
                <a:gd name="T31" fmla="*/ 360 h 360"/>
                <a:gd name="T32" fmla="*/ 422 w 455"/>
                <a:gd name="T33" fmla="*/ 348 h 360"/>
                <a:gd name="T34" fmla="*/ 403 w 455"/>
                <a:gd name="T35" fmla="*/ 11 h 360"/>
                <a:gd name="T36" fmla="*/ 431 w 455"/>
                <a:gd name="T37" fmla="*/ 64 h 360"/>
                <a:gd name="T38" fmla="*/ 422 w 455"/>
                <a:gd name="T39" fmla="*/ 70 h 360"/>
                <a:gd name="T40" fmla="*/ 420 w 455"/>
                <a:gd name="T41" fmla="*/ 76 h 360"/>
                <a:gd name="T42" fmla="*/ 416 w 455"/>
                <a:gd name="T43" fmla="*/ 130 h 360"/>
                <a:gd name="T44" fmla="*/ 449 w 455"/>
                <a:gd name="T45" fmla="*/ 134 h 360"/>
                <a:gd name="T46" fmla="*/ 453 w 455"/>
                <a:gd name="T47" fmla="*/ 80 h 360"/>
                <a:gd name="T48" fmla="*/ 443 w 455"/>
                <a:gd name="T49" fmla="*/ 76 h 360"/>
                <a:gd name="T50" fmla="*/ 442 w 455"/>
                <a:gd name="T51" fmla="*/ 64 h 360"/>
                <a:gd name="T52" fmla="*/ 438 w 455"/>
                <a:gd name="T53" fmla="*/ 11 h 360"/>
                <a:gd name="T54" fmla="*/ 351 w 455"/>
                <a:gd name="T55" fmla="*/ 348 h 360"/>
                <a:gd name="T56" fmla="*/ 45 w 455"/>
                <a:gd name="T57" fmla="*/ 318 h 360"/>
                <a:gd name="T58" fmla="*/ 351 w 455"/>
                <a:gd name="T59" fmla="*/ 348 h 360"/>
                <a:gd name="T60" fmla="*/ 45 w 455"/>
                <a:gd name="T61" fmla="*/ 299 h 360"/>
                <a:gd name="T62" fmla="*/ 351 w 455"/>
                <a:gd name="T63" fmla="*/ 283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55" h="360">
                  <a:moveTo>
                    <a:pt x="455" y="11"/>
                  </a:moveTo>
                  <a:cubicBezTo>
                    <a:pt x="455" y="0"/>
                    <a:pt x="455" y="0"/>
                    <a:pt x="455" y="0"/>
                  </a:cubicBezTo>
                  <a:cubicBezTo>
                    <a:pt x="403" y="0"/>
                    <a:pt x="403" y="0"/>
                    <a:pt x="403" y="0"/>
                  </a:cubicBezTo>
                  <a:cubicBezTo>
                    <a:pt x="391" y="0"/>
                    <a:pt x="391" y="0"/>
                    <a:pt x="391" y="0"/>
                  </a:cubicBezTo>
                  <a:cubicBezTo>
                    <a:pt x="29" y="0"/>
                    <a:pt x="29" y="0"/>
                    <a:pt x="29" y="0"/>
                  </a:cubicBezTo>
                  <a:cubicBezTo>
                    <a:pt x="29" y="11"/>
                    <a:pt x="29" y="11"/>
                    <a:pt x="29" y="11"/>
                  </a:cubicBezTo>
                  <a:cubicBezTo>
                    <a:pt x="40" y="11"/>
                    <a:pt x="40" y="11"/>
                    <a:pt x="40" y="11"/>
                  </a:cubicBezTo>
                  <a:cubicBezTo>
                    <a:pt x="59" y="156"/>
                    <a:pt x="59" y="156"/>
                    <a:pt x="59" y="156"/>
                  </a:cubicBezTo>
                  <a:cubicBezTo>
                    <a:pt x="65" y="159"/>
                    <a:pt x="65" y="159"/>
                    <a:pt x="65" y="159"/>
                  </a:cubicBezTo>
                  <a:cubicBezTo>
                    <a:pt x="46" y="11"/>
                    <a:pt x="46" y="11"/>
                    <a:pt x="46" y="11"/>
                  </a:cubicBezTo>
                  <a:cubicBezTo>
                    <a:pt x="391" y="11"/>
                    <a:pt x="391" y="11"/>
                    <a:pt x="391" y="11"/>
                  </a:cubicBezTo>
                  <a:cubicBezTo>
                    <a:pt x="391" y="348"/>
                    <a:pt x="391" y="348"/>
                    <a:pt x="391" y="348"/>
                  </a:cubicBezTo>
                  <a:cubicBezTo>
                    <a:pt x="369" y="348"/>
                    <a:pt x="369" y="348"/>
                    <a:pt x="369" y="348"/>
                  </a:cubicBezTo>
                  <a:cubicBezTo>
                    <a:pt x="369" y="283"/>
                    <a:pt x="369" y="283"/>
                    <a:pt x="369" y="283"/>
                  </a:cubicBezTo>
                  <a:cubicBezTo>
                    <a:pt x="389" y="283"/>
                    <a:pt x="389" y="283"/>
                    <a:pt x="389" y="283"/>
                  </a:cubicBezTo>
                  <a:cubicBezTo>
                    <a:pt x="389" y="241"/>
                    <a:pt x="389" y="241"/>
                    <a:pt x="389" y="241"/>
                  </a:cubicBezTo>
                  <a:cubicBezTo>
                    <a:pt x="382" y="241"/>
                    <a:pt x="382" y="241"/>
                    <a:pt x="382" y="241"/>
                  </a:cubicBezTo>
                  <a:cubicBezTo>
                    <a:pt x="382" y="229"/>
                    <a:pt x="382" y="229"/>
                    <a:pt x="382" y="229"/>
                  </a:cubicBezTo>
                  <a:cubicBezTo>
                    <a:pt x="319" y="229"/>
                    <a:pt x="319" y="229"/>
                    <a:pt x="319" y="229"/>
                  </a:cubicBezTo>
                  <a:cubicBezTo>
                    <a:pt x="319" y="241"/>
                    <a:pt x="319" y="241"/>
                    <a:pt x="319" y="241"/>
                  </a:cubicBezTo>
                  <a:cubicBezTo>
                    <a:pt x="11" y="241"/>
                    <a:pt x="11" y="241"/>
                    <a:pt x="11" y="241"/>
                  </a:cubicBezTo>
                  <a:cubicBezTo>
                    <a:pt x="11" y="283"/>
                    <a:pt x="11" y="283"/>
                    <a:pt x="11" y="283"/>
                  </a:cubicBezTo>
                  <a:cubicBezTo>
                    <a:pt x="26" y="283"/>
                    <a:pt x="26" y="283"/>
                    <a:pt x="26" y="283"/>
                  </a:cubicBezTo>
                  <a:cubicBezTo>
                    <a:pt x="26" y="348"/>
                    <a:pt x="26" y="348"/>
                    <a:pt x="26" y="348"/>
                  </a:cubicBezTo>
                  <a:cubicBezTo>
                    <a:pt x="0" y="348"/>
                    <a:pt x="0" y="348"/>
                    <a:pt x="0" y="348"/>
                  </a:cubicBezTo>
                  <a:cubicBezTo>
                    <a:pt x="0" y="360"/>
                    <a:pt x="0" y="360"/>
                    <a:pt x="0" y="360"/>
                  </a:cubicBezTo>
                  <a:cubicBezTo>
                    <a:pt x="26" y="360"/>
                    <a:pt x="26" y="360"/>
                    <a:pt x="26" y="360"/>
                  </a:cubicBezTo>
                  <a:cubicBezTo>
                    <a:pt x="45" y="360"/>
                    <a:pt x="45" y="360"/>
                    <a:pt x="45" y="360"/>
                  </a:cubicBezTo>
                  <a:cubicBezTo>
                    <a:pt x="351" y="360"/>
                    <a:pt x="351" y="360"/>
                    <a:pt x="351" y="360"/>
                  </a:cubicBezTo>
                  <a:cubicBezTo>
                    <a:pt x="369" y="360"/>
                    <a:pt x="369" y="360"/>
                    <a:pt x="369" y="360"/>
                  </a:cubicBezTo>
                  <a:cubicBezTo>
                    <a:pt x="391" y="360"/>
                    <a:pt x="391" y="360"/>
                    <a:pt x="391" y="360"/>
                  </a:cubicBezTo>
                  <a:cubicBezTo>
                    <a:pt x="403" y="360"/>
                    <a:pt x="403" y="360"/>
                    <a:pt x="403" y="360"/>
                  </a:cubicBezTo>
                  <a:cubicBezTo>
                    <a:pt x="422" y="360"/>
                    <a:pt x="422" y="360"/>
                    <a:pt x="422" y="360"/>
                  </a:cubicBezTo>
                  <a:cubicBezTo>
                    <a:pt x="422" y="348"/>
                    <a:pt x="422" y="348"/>
                    <a:pt x="422" y="348"/>
                  </a:cubicBezTo>
                  <a:cubicBezTo>
                    <a:pt x="403" y="348"/>
                    <a:pt x="403" y="348"/>
                    <a:pt x="403" y="348"/>
                  </a:cubicBezTo>
                  <a:cubicBezTo>
                    <a:pt x="403" y="11"/>
                    <a:pt x="403" y="11"/>
                    <a:pt x="403" y="11"/>
                  </a:cubicBezTo>
                  <a:cubicBezTo>
                    <a:pt x="431" y="11"/>
                    <a:pt x="431" y="11"/>
                    <a:pt x="431" y="11"/>
                  </a:cubicBezTo>
                  <a:cubicBezTo>
                    <a:pt x="431" y="64"/>
                    <a:pt x="431" y="64"/>
                    <a:pt x="431" y="64"/>
                  </a:cubicBezTo>
                  <a:cubicBezTo>
                    <a:pt x="428" y="64"/>
                    <a:pt x="428" y="64"/>
                    <a:pt x="428" y="64"/>
                  </a:cubicBezTo>
                  <a:cubicBezTo>
                    <a:pt x="424" y="64"/>
                    <a:pt x="422" y="66"/>
                    <a:pt x="422" y="70"/>
                  </a:cubicBezTo>
                  <a:cubicBezTo>
                    <a:pt x="422" y="73"/>
                    <a:pt x="424" y="75"/>
                    <a:pt x="426" y="76"/>
                  </a:cubicBezTo>
                  <a:cubicBezTo>
                    <a:pt x="420" y="76"/>
                    <a:pt x="420" y="76"/>
                    <a:pt x="420" y="76"/>
                  </a:cubicBezTo>
                  <a:cubicBezTo>
                    <a:pt x="418" y="76"/>
                    <a:pt x="416" y="77"/>
                    <a:pt x="416" y="80"/>
                  </a:cubicBezTo>
                  <a:cubicBezTo>
                    <a:pt x="416" y="130"/>
                    <a:pt x="416" y="130"/>
                    <a:pt x="416" y="130"/>
                  </a:cubicBezTo>
                  <a:cubicBezTo>
                    <a:pt x="416" y="132"/>
                    <a:pt x="418" y="134"/>
                    <a:pt x="420" y="134"/>
                  </a:cubicBezTo>
                  <a:cubicBezTo>
                    <a:pt x="449" y="134"/>
                    <a:pt x="449" y="134"/>
                    <a:pt x="449" y="134"/>
                  </a:cubicBezTo>
                  <a:cubicBezTo>
                    <a:pt x="451" y="134"/>
                    <a:pt x="453" y="132"/>
                    <a:pt x="453" y="130"/>
                  </a:cubicBezTo>
                  <a:cubicBezTo>
                    <a:pt x="453" y="80"/>
                    <a:pt x="453" y="80"/>
                    <a:pt x="453" y="80"/>
                  </a:cubicBezTo>
                  <a:cubicBezTo>
                    <a:pt x="453" y="77"/>
                    <a:pt x="451" y="76"/>
                    <a:pt x="449" y="76"/>
                  </a:cubicBezTo>
                  <a:cubicBezTo>
                    <a:pt x="443" y="76"/>
                    <a:pt x="443" y="76"/>
                    <a:pt x="443" y="76"/>
                  </a:cubicBezTo>
                  <a:cubicBezTo>
                    <a:pt x="446" y="75"/>
                    <a:pt x="448" y="73"/>
                    <a:pt x="448" y="70"/>
                  </a:cubicBezTo>
                  <a:cubicBezTo>
                    <a:pt x="448" y="66"/>
                    <a:pt x="445" y="64"/>
                    <a:pt x="442" y="64"/>
                  </a:cubicBezTo>
                  <a:cubicBezTo>
                    <a:pt x="438" y="64"/>
                    <a:pt x="438" y="64"/>
                    <a:pt x="438" y="64"/>
                  </a:cubicBezTo>
                  <a:cubicBezTo>
                    <a:pt x="438" y="11"/>
                    <a:pt x="438" y="11"/>
                    <a:pt x="438" y="11"/>
                  </a:cubicBezTo>
                  <a:lnTo>
                    <a:pt x="455" y="11"/>
                  </a:lnTo>
                  <a:close/>
                  <a:moveTo>
                    <a:pt x="351" y="348"/>
                  </a:moveTo>
                  <a:cubicBezTo>
                    <a:pt x="45" y="348"/>
                    <a:pt x="45" y="348"/>
                    <a:pt x="45" y="348"/>
                  </a:cubicBezTo>
                  <a:cubicBezTo>
                    <a:pt x="45" y="318"/>
                    <a:pt x="45" y="318"/>
                    <a:pt x="45" y="318"/>
                  </a:cubicBezTo>
                  <a:cubicBezTo>
                    <a:pt x="351" y="318"/>
                    <a:pt x="351" y="318"/>
                    <a:pt x="351" y="318"/>
                  </a:cubicBezTo>
                  <a:lnTo>
                    <a:pt x="351" y="348"/>
                  </a:lnTo>
                  <a:close/>
                  <a:moveTo>
                    <a:pt x="351" y="299"/>
                  </a:moveTo>
                  <a:cubicBezTo>
                    <a:pt x="45" y="299"/>
                    <a:pt x="45" y="299"/>
                    <a:pt x="45" y="299"/>
                  </a:cubicBezTo>
                  <a:cubicBezTo>
                    <a:pt x="45" y="283"/>
                    <a:pt x="45" y="283"/>
                    <a:pt x="45" y="283"/>
                  </a:cubicBezTo>
                  <a:cubicBezTo>
                    <a:pt x="351" y="283"/>
                    <a:pt x="351" y="283"/>
                    <a:pt x="351" y="283"/>
                  </a:cubicBezTo>
                  <a:lnTo>
                    <a:pt x="351" y="29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31"/>
            <p:cNvSpPr>
              <a:spLocks/>
            </p:cNvSpPr>
            <p:nvPr/>
          </p:nvSpPr>
          <p:spPr bwMode="auto">
            <a:xfrm>
              <a:off x="7521576" y="3532188"/>
              <a:ext cx="7937" cy="28575"/>
            </a:xfrm>
            <a:custGeom>
              <a:avLst/>
              <a:gdLst>
                <a:gd name="T0" fmla="*/ 5 w 5"/>
                <a:gd name="T1" fmla="*/ 9 h 18"/>
                <a:gd name="T2" fmla="*/ 5 w 5"/>
                <a:gd name="T3" fmla="*/ 0 h 18"/>
                <a:gd name="T4" fmla="*/ 0 w 5"/>
                <a:gd name="T5" fmla="*/ 14 h 18"/>
                <a:gd name="T6" fmla="*/ 0 w 5"/>
                <a:gd name="T7" fmla="*/ 18 h 18"/>
                <a:gd name="T8" fmla="*/ 5 w 5"/>
                <a:gd name="T9" fmla="*/ 9 h 18"/>
              </a:gdLst>
              <a:ahLst/>
              <a:cxnLst>
                <a:cxn ang="0">
                  <a:pos x="T0" y="T1"/>
                </a:cxn>
                <a:cxn ang="0">
                  <a:pos x="T2" y="T3"/>
                </a:cxn>
                <a:cxn ang="0">
                  <a:pos x="T4" y="T5"/>
                </a:cxn>
                <a:cxn ang="0">
                  <a:pos x="T6" y="T7"/>
                </a:cxn>
                <a:cxn ang="0">
                  <a:pos x="T8" y="T9"/>
                </a:cxn>
              </a:cxnLst>
              <a:rect l="0" t="0" r="r" b="b"/>
              <a:pathLst>
                <a:path w="5" h="18">
                  <a:moveTo>
                    <a:pt x="5" y="9"/>
                  </a:moveTo>
                  <a:lnTo>
                    <a:pt x="5" y="0"/>
                  </a:lnTo>
                  <a:lnTo>
                    <a:pt x="0" y="14"/>
                  </a:lnTo>
                  <a:lnTo>
                    <a:pt x="0" y="18"/>
                  </a:lnTo>
                  <a:lnTo>
                    <a:pt x="5"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32"/>
            <p:cNvSpPr>
              <a:spLocks/>
            </p:cNvSpPr>
            <p:nvPr/>
          </p:nvSpPr>
          <p:spPr bwMode="auto">
            <a:xfrm>
              <a:off x="7512051" y="3471863"/>
              <a:ext cx="6350" cy="20638"/>
            </a:xfrm>
            <a:custGeom>
              <a:avLst/>
              <a:gdLst>
                <a:gd name="T0" fmla="*/ 2 w 2"/>
                <a:gd name="T1" fmla="*/ 0 h 6"/>
                <a:gd name="T2" fmla="*/ 0 w 2"/>
                <a:gd name="T3" fmla="*/ 0 h 6"/>
                <a:gd name="T4" fmla="*/ 0 w 2"/>
                <a:gd name="T5" fmla="*/ 6 h 6"/>
                <a:gd name="T6" fmla="*/ 2 w 2"/>
                <a:gd name="T7" fmla="*/ 0 h 6"/>
              </a:gdLst>
              <a:ahLst/>
              <a:cxnLst>
                <a:cxn ang="0">
                  <a:pos x="T0" y="T1"/>
                </a:cxn>
                <a:cxn ang="0">
                  <a:pos x="T2" y="T3"/>
                </a:cxn>
                <a:cxn ang="0">
                  <a:pos x="T4" y="T5"/>
                </a:cxn>
                <a:cxn ang="0">
                  <a:pos x="T6" y="T7"/>
                </a:cxn>
              </a:cxnLst>
              <a:rect l="0" t="0" r="r" b="b"/>
              <a:pathLst>
                <a:path w="2" h="6">
                  <a:moveTo>
                    <a:pt x="2" y="0"/>
                  </a:moveTo>
                  <a:cubicBezTo>
                    <a:pt x="1" y="0"/>
                    <a:pt x="0" y="0"/>
                    <a:pt x="0" y="0"/>
                  </a:cubicBezTo>
                  <a:cubicBezTo>
                    <a:pt x="0" y="6"/>
                    <a:pt x="0" y="6"/>
                    <a:pt x="0" y="6"/>
                  </a:cubicBez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33"/>
            <p:cNvSpPr>
              <a:spLocks/>
            </p:cNvSpPr>
            <p:nvPr/>
          </p:nvSpPr>
          <p:spPr bwMode="auto">
            <a:xfrm>
              <a:off x="7378701" y="3468688"/>
              <a:ext cx="114300" cy="196850"/>
            </a:xfrm>
            <a:custGeom>
              <a:avLst/>
              <a:gdLst>
                <a:gd name="T0" fmla="*/ 26 w 32"/>
                <a:gd name="T1" fmla="*/ 0 h 55"/>
                <a:gd name="T2" fmla="*/ 2 w 32"/>
                <a:gd name="T3" fmla="*/ 32 h 55"/>
                <a:gd name="T4" fmla="*/ 23 w 32"/>
                <a:gd name="T5" fmla="*/ 55 h 55"/>
                <a:gd name="T6" fmla="*/ 32 w 32"/>
                <a:gd name="T7" fmla="*/ 24 h 55"/>
                <a:gd name="T8" fmla="*/ 29 w 32"/>
                <a:gd name="T9" fmla="*/ 0 h 55"/>
                <a:gd name="T10" fmla="*/ 26 w 32"/>
                <a:gd name="T11" fmla="*/ 0 h 55"/>
              </a:gdLst>
              <a:ahLst/>
              <a:cxnLst>
                <a:cxn ang="0">
                  <a:pos x="T0" y="T1"/>
                </a:cxn>
                <a:cxn ang="0">
                  <a:pos x="T2" y="T3"/>
                </a:cxn>
                <a:cxn ang="0">
                  <a:pos x="T4" y="T5"/>
                </a:cxn>
                <a:cxn ang="0">
                  <a:pos x="T6" y="T7"/>
                </a:cxn>
                <a:cxn ang="0">
                  <a:pos x="T8" y="T9"/>
                </a:cxn>
                <a:cxn ang="0">
                  <a:pos x="T10" y="T11"/>
                </a:cxn>
              </a:cxnLst>
              <a:rect l="0" t="0" r="r" b="b"/>
              <a:pathLst>
                <a:path w="32" h="55">
                  <a:moveTo>
                    <a:pt x="26" y="0"/>
                  </a:moveTo>
                  <a:cubicBezTo>
                    <a:pt x="10" y="3"/>
                    <a:pt x="0" y="17"/>
                    <a:pt x="2" y="32"/>
                  </a:cubicBezTo>
                  <a:cubicBezTo>
                    <a:pt x="4" y="43"/>
                    <a:pt x="12" y="52"/>
                    <a:pt x="23" y="55"/>
                  </a:cubicBezTo>
                  <a:cubicBezTo>
                    <a:pt x="32" y="24"/>
                    <a:pt x="32" y="24"/>
                    <a:pt x="32" y="24"/>
                  </a:cubicBezTo>
                  <a:cubicBezTo>
                    <a:pt x="29" y="0"/>
                    <a:pt x="29" y="0"/>
                    <a:pt x="29" y="0"/>
                  </a:cubicBezTo>
                  <a:cubicBezTo>
                    <a:pt x="28" y="0"/>
                    <a:pt x="27" y="0"/>
                    <a:pt x="2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34"/>
            <p:cNvSpPr>
              <a:spLocks noEditPoints="1"/>
            </p:cNvSpPr>
            <p:nvPr/>
          </p:nvSpPr>
          <p:spPr bwMode="auto">
            <a:xfrm>
              <a:off x="7467601" y="3468688"/>
              <a:ext cx="136525" cy="200025"/>
            </a:xfrm>
            <a:custGeom>
              <a:avLst/>
              <a:gdLst>
                <a:gd name="T0" fmla="*/ 6 w 38"/>
                <a:gd name="T1" fmla="*/ 0 h 56"/>
                <a:gd name="T2" fmla="*/ 9 w 38"/>
                <a:gd name="T3" fmla="*/ 24 h 56"/>
                <a:gd name="T4" fmla="*/ 0 w 38"/>
                <a:gd name="T5" fmla="*/ 56 h 56"/>
                <a:gd name="T6" fmla="*/ 4 w 38"/>
                <a:gd name="T7" fmla="*/ 56 h 56"/>
                <a:gd name="T8" fmla="*/ 11 w 38"/>
                <a:gd name="T9" fmla="*/ 32 h 56"/>
                <a:gd name="T10" fmla="*/ 12 w 38"/>
                <a:gd name="T11" fmla="*/ 40 h 56"/>
                <a:gd name="T12" fmla="*/ 5 w 38"/>
                <a:gd name="T13" fmla="*/ 56 h 56"/>
                <a:gd name="T14" fmla="*/ 9 w 38"/>
                <a:gd name="T15" fmla="*/ 56 h 56"/>
                <a:gd name="T16" fmla="*/ 13 w 38"/>
                <a:gd name="T17" fmla="*/ 47 h 56"/>
                <a:gd name="T18" fmla="*/ 14 w 38"/>
                <a:gd name="T19" fmla="*/ 54 h 56"/>
                <a:gd name="T20" fmla="*/ 13 w 38"/>
                <a:gd name="T21" fmla="*/ 56 h 56"/>
                <a:gd name="T22" fmla="*/ 14 w 38"/>
                <a:gd name="T23" fmla="*/ 56 h 56"/>
                <a:gd name="T24" fmla="*/ 18 w 38"/>
                <a:gd name="T25" fmla="*/ 55 h 56"/>
                <a:gd name="T26" fmla="*/ 17 w 38"/>
                <a:gd name="T27" fmla="*/ 54 h 56"/>
                <a:gd name="T28" fmla="*/ 21 w 38"/>
                <a:gd name="T29" fmla="*/ 42 h 56"/>
                <a:gd name="T30" fmla="*/ 22 w 38"/>
                <a:gd name="T31" fmla="*/ 47 h 56"/>
                <a:gd name="T32" fmla="*/ 19 w 38"/>
                <a:gd name="T33" fmla="*/ 54 h 56"/>
                <a:gd name="T34" fmla="*/ 26 w 38"/>
                <a:gd name="T35" fmla="*/ 51 h 56"/>
                <a:gd name="T36" fmla="*/ 25 w 38"/>
                <a:gd name="T37" fmla="*/ 48 h 56"/>
                <a:gd name="T38" fmla="*/ 28 w 38"/>
                <a:gd name="T39" fmla="*/ 40 h 56"/>
                <a:gd name="T40" fmla="*/ 29 w 38"/>
                <a:gd name="T41" fmla="*/ 49 h 56"/>
                <a:gd name="T42" fmla="*/ 32 w 38"/>
                <a:gd name="T43" fmla="*/ 45 h 56"/>
                <a:gd name="T44" fmla="*/ 30 w 38"/>
                <a:gd name="T45" fmla="*/ 33 h 56"/>
                <a:gd name="T46" fmla="*/ 31 w 38"/>
                <a:gd name="T47" fmla="*/ 29 h 56"/>
                <a:gd name="T48" fmla="*/ 32 w 38"/>
                <a:gd name="T49" fmla="*/ 44 h 56"/>
                <a:gd name="T50" fmla="*/ 34 w 38"/>
                <a:gd name="T51" fmla="*/ 19 h 56"/>
                <a:gd name="T52" fmla="*/ 29 w 38"/>
                <a:gd name="T53" fmla="*/ 9 h 56"/>
                <a:gd name="T54" fmla="*/ 30 w 38"/>
                <a:gd name="T55" fmla="*/ 20 h 56"/>
                <a:gd name="T56" fmla="*/ 29 w 38"/>
                <a:gd name="T57" fmla="*/ 24 h 56"/>
                <a:gd name="T58" fmla="*/ 27 w 38"/>
                <a:gd name="T59" fmla="*/ 13 h 56"/>
                <a:gd name="T60" fmla="*/ 29 w 38"/>
                <a:gd name="T61" fmla="*/ 9 h 56"/>
                <a:gd name="T62" fmla="*/ 29 w 38"/>
                <a:gd name="T63" fmla="*/ 8 h 56"/>
                <a:gd name="T64" fmla="*/ 26 w 38"/>
                <a:gd name="T65" fmla="*/ 6 h 56"/>
                <a:gd name="T66" fmla="*/ 26 w 38"/>
                <a:gd name="T67" fmla="*/ 9 h 56"/>
                <a:gd name="T68" fmla="*/ 25 w 38"/>
                <a:gd name="T69" fmla="*/ 5 h 56"/>
                <a:gd name="T70" fmla="*/ 22 w 38"/>
                <a:gd name="T71" fmla="*/ 3 h 56"/>
                <a:gd name="T72" fmla="*/ 23 w 38"/>
                <a:gd name="T73" fmla="*/ 13 h 56"/>
                <a:gd name="T74" fmla="*/ 22 w 38"/>
                <a:gd name="T75" fmla="*/ 15 h 56"/>
                <a:gd name="T76" fmla="*/ 21 w 38"/>
                <a:gd name="T77" fmla="*/ 3 h 56"/>
                <a:gd name="T78" fmla="*/ 16 w 38"/>
                <a:gd name="T79" fmla="*/ 1 h 56"/>
                <a:gd name="T80" fmla="*/ 12 w 38"/>
                <a:gd name="T81" fmla="*/ 16 h 56"/>
                <a:gd name="T82" fmla="*/ 9 w 38"/>
                <a:gd name="T83" fmla="*/ 0 h 56"/>
                <a:gd name="T84" fmla="*/ 6 w 38"/>
                <a:gd name="T85" fmla="*/ 0 h 56"/>
                <a:gd name="T86" fmla="*/ 24 w 38"/>
                <a:gd name="T87" fmla="*/ 20 h 56"/>
                <a:gd name="T88" fmla="*/ 26 w 38"/>
                <a:gd name="T89" fmla="*/ 32 h 56"/>
                <a:gd name="T90" fmla="*/ 24 w 38"/>
                <a:gd name="T91" fmla="*/ 38 h 56"/>
                <a:gd name="T92" fmla="*/ 23 w 38"/>
                <a:gd name="T93" fmla="*/ 23 h 56"/>
                <a:gd name="T94" fmla="*/ 24 w 38"/>
                <a:gd name="T95" fmla="*/ 20 h 56"/>
                <a:gd name="T96" fmla="*/ 20 w 38"/>
                <a:gd name="T97" fmla="*/ 33 h 56"/>
                <a:gd name="T98" fmla="*/ 16 w 38"/>
                <a:gd name="T99" fmla="*/ 46 h 56"/>
                <a:gd name="T100" fmla="*/ 15 w 38"/>
                <a:gd name="T101" fmla="*/ 40 h 56"/>
                <a:gd name="T102" fmla="*/ 20 w 38"/>
                <a:gd name="T103" fmla="*/ 30 h 56"/>
                <a:gd name="T104" fmla="*/ 20 w 38"/>
                <a:gd name="T105" fmla="*/ 33 h 56"/>
                <a:gd name="T106" fmla="*/ 18 w 38"/>
                <a:gd name="T107" fmla="*/ 7 h 56"/>
                <a:gd name="T108" fmla="*/ 19 w 38"/>
                <a:gd name="T109" fmla="*/ 22 h 56"/>
                <a:gd name="T110" fmla="*/ 14 w 38"/>
                <a:gd name="T111" fmla="*/ 34 h 56"/>
                <a:gd name="T112" fmla="*/ 13 w 38"/>
                <a:gd name="T113" fmla="*/ 24 h 56"/>
                <a:gd name="T114" fmla="*/ 18 w 38"/>
                <a:gd name="T115" fmla="*/ 7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8" h="56">
                  <a:moveTo>
                    <a:pt x="6" y="0"/>
                  </a:moveTo>
                  <a:cubicBezTo>
                    <a:pt x="9" y="24"/>
                    <a:pt x="9" y="24"/>
                    <a:pt x="9" y="24"/>
                  </a:cubicBezTo>
                  <a:cubicBezTo>
                    <a:pt x="0" y="56"/>
                    <a:pt x="0" y="56"/>
                    <a:pt x="0" y="56"/>
                  </a:cubicBezTo>
                  <a:cubicBezTo>
                    <a:pt x="1" y="56"/>
                    <a:pt x="3" y="56"/>
                    <a:pt x="4" y="56"/>
                  </a:cubicBezTo>
                  <a:cubicBezTo>
                    <a:pt x="11" y="32"/>
                    <a:pt x="11" y="32"/>
                    <a:pt x="11" y="32"/>
                  </a:cubicBezTo>
                  <a:cubicBezTo>
                    <a:pt x="12" y="40"/>
                    <a:pt x="12" y="40"/>
                    <a:pt x="12" y="40"/>
                  </a:cubicBezTo>
                  <a:cubicBezTo>
                    <a:pt x="5" y="56"/>
                    <a:pt x="5" y="56"/>
                    <a:pt x="5" y="56"/>
                  </a:cubicBezTo>
                  <a:cubicBezTo>
                    <a:pt x="6" y="56"/>
                    <a:pt x="7" y="56"/>
                    <a:pt x="9" y="56"/>
                  </a:cubicBezTo>
                  <a:cubicBezTo>
                    <a:pt x="13" y="47"/>
                    <a:pt x="13" y="47"/>
                    <a:pt x="13" y="47"/>
                  </a:cubicBezTo>
                  <a:cubicBezTo>
                    <a:pt x="14" y="54"/>
                    <a:pt x="14" y="54"/>
                    <a:pt x="14" y="54"/>
                  </a:cubicBezTo>
                  <a:cubicBezTo>
                    <a:pt x="13" y="56"/>
                    <a:pt x="13" y="56"/>
                    <a:pt x="13" y="56"/>
                  </a:cubicBezTo>
                  <a:cubicBezTo>
                    <a:pt x="14" y="56"/>
                    <a:pt x="14" y="56"/>
                    <a:pt x="14" y="56"/>
                  </a:cubicBezTo>
                  <a:cubicBezTo>
                    <a:pt x="15" y="55"/>
                    <a:pt x="16" y="55"/>
                    <a:pt x="18" y="55"/>
                  </a:cubicBezTo>
                  <a:cubicBezTo>
                    <a:pt x="17" y="54"/>
                    <a:pt x="17" y="54"/>
                    <a:pt x="17" y="54"/>
                  </a:cubicBezTo>
                  <a:cubicBezTo>
                    <a:pt x="21" y="42"/>
                    <a:pt x="21" y="42"/>
                    <a:pt x="21" y="42"/>
                  </a:cubicBezTo>
                  <a:cubicBezTo>
                    <a:pt x="22" y="47"/>
                    <a:pt x="22" y="47"/>
                    <a:pt x="22" y="47"/>
                  </a:cubicBezTo>
                  <a:cubicBezTo>
                    <a:pt x="19" y="54"/>
                    <a:pt x="19" y="54"/>
                    <a:pt x="19" y="54"/>
                  </a:cubicBezTo>
                  <a:cubicBezTo>
                    <a:pt x="22" y="54"/>
                    <a:pt x="24" y="53"/>
                    <a:pt x="26" y="51"/>
                  </a:cubicBezTo>
                  <a:cubicBezTo>
                    <a:pt x="25" y="48"/>
                    <a:pt x="25" y="48"/>
                    <a:pt x="25" y="48"/>
                  </a:cubicBezTo>
                  <a:cubicBezTo>
                    <a:pt x="28" y="40"/>
                    <a:pt x="28" y="40"/>
                    <a:pt x="28" y="40"/>
                  </a:cubicBezTo>
                  <a:cubicBezTo>
                    <a:pt x="29" y="49"/>
                    <a:pt x="29" y="49"/>
                    <a:pt x="29" y="49"/>
                  </a:cubicBezTo>
                  <a:cubicBezTo>
                    <a:pt x="30" y="48"/>
                    <a:pt x="31" y="46"/>
                    <a:pt x="32" y="45"/>
                  </a:cubicBezTo>
                  <a:cubicBezTo>
                    <a:pt x="30" y="33"/>
                    <a:pt x="30" y="33"/>
                    <a:pt x="30" y="33"/>
                  </a:cubicBezTo>
                  <a:cubicBezTo>
                    <a:pt x="31" y="29"/>
                    <a:pt x="31" y="29"/>
                    <a:pt x="31" y="29"/>
                  </a:cubicBezTo>
                  <a:cubicBezTo>
                    <a:pt x="32" y="44"/>
                    <a:pt x="32" y="44"/>
                    <a:pt x="32" y="44"/>
                  </a:cubicBezTo>
                  <a:cubicBezTo>
                    <a:pt x="38" y="36"/>
                    <a:pt x="34" y="19"/>
                    <a:pt x="34" y="19"/>
                  </a:cubicBezTo>
                  <a:cubicBezTo>
                    <a:pt x="33" y="15"/>
                    <a:pt x="31" y="11"/>
                    <a:pt x="29" y="9"/>
                  </a:cubicBezTo>
                  <a:cubicBezTo>
                    <a:pt x="30" y="20"/>
                    <a:pt x="30" y="20"/>
                    <a:pt x="30" y="20"/>
                  </a:cubicBezTo>
                  <a:cubicBezTo>
                    <a:pt x="29" y="24"/>
                    <a:pt x="29" y="24"/>
                    <a:pt x="29" y="24"/>
                  </a:cubicBezTo>
                  <a:cubicBezTo>
                    <a:pt x="27" y="13"/>
                    <a:pt x="27" y="13"/>
                    <a:pt x="27" y="13"/>
                  </a:cubicBezTo>
                  <a:cubicBezTo>
                    <a:pt x="29" y="9"/>
                    <a:pt x="29" y="9"/>
                    <a:pt x="29" y="9"/>
                  </a:cubicBezTo>
                  <a:cubicBezTo>
                    <a:pt x="29" y="8"/>
                    <a:pt x="29" y="8"/>
                    <a:pt x="29" y="8"/>
                  </a:cubicBezTo>
                  <a:cubicBezTo>
                    <a:pt x="28" y="7"/>
                    <a:pt x="27" y="7"/>
                    <a:pt x="26" y="6"/>
                  </a:cubicBezTo>
                  <a:cubicBezTo>
                    <a:pt x="26" y="9"/>
                    <a:pt x="26" y="9"/>
                    <a:pt x="26" y="9"/>
                  </a:cubicBezTo>
                  <a:cubicBezTo>
                    <a:pt x="25" y="5"/>
                    <a:pt x="25" y="5"/>
                    <a:pt x="25" y="5"/>
                  </a:cubicBezTo>
                  <a:cubicBezTo>
                    <a:pt x="24" y="4"/>
                    <a:pt x="23" y="4"/>
                    <a:pt x="22" y="3"/>
                  </a:cubicBezTo>
                  <a:cubicBezTo>
                    <a:pt x="23" y="13"/>
                    <a:pt x="23" y="13"/>
                    <a:pt x="23" y="13"/>
                  </a:cubicBezTo>
                  <a:cubicBezTo>
                    <a:pt x="22" y="15"/>
                    <a:pt x="22" y="15"/>
                    <a:pt x="22" y="15"/>
                  </a:cubicBezTo>
                  <a:cubicBezTo>
                    <a:pt x="21" y="3"/>
                    <a:pt x="21" y="3"/>
                    <a:pt x="21" y="3"/>
                  </a:cubicBezTo>
                  <a:cubicBezTo>
                    <a:pt x="20" y="2"/>
                    <a:pt x="18" y="2"/>
                    <a:pt x="16" y="1"/>
                  </a:cubicBezTo>
                  <a:cubicBezTo>
                    <a:pt x="12" y="16"/>
                    <a:pt x="12" y="16"/>
                    <a:pt x="12" y="16"/>
                  </a:cubicBezTo>
                  <a:cubicBezTo>
                    <a:pt x="9" y="0"/>
                    <a:pt x="9" y="0"/>
                    <a:pt x="9" y="0"/>
                  </a:cubicBezTo>
                  <a:cubicBezTo>
                    <a:pt x="8" y="0"/>
                    <a:pt x="7" y="0"/>
                    <a:pt x="6" y="0"/>
                  </a:cubicBezTo>
                  <a:close/>
                  <a:moveTo>
                    <a:pt x="24" y="20"/>
                  </a:moveTo>
                  <a:cubicBezTo>
                    <a:pt x="26" y="32"/>
                    <a:pt x="26" y="32"/>
                    <a:pt x="26" y="32"/>
                  </a:cubicBezTo>
                  <a:cubicBezTo>
                    <a:pt x="24" y="38"/>
                    <a:pt x="24" y="38"/>
                    <a:pt x="24" y="38"/>
                  </a:cubicBezTo>
                  <a:cubicBezTo>
                    <a:pt x="23" y="23"/>
                    <a:pt x="23" y="23"/>
                    <a:pt x="23" y="23"/>
                  </a:cubicBezTo>
                  <a:lnTo>
                    <a:pt x="24" y="20"/>
                  </a:lnTo>
                  <a:close/>
                  <a:moveTo>
                    <a:pt x="20" y="33"/>
                  </a:moveTo>
                  <a:cubicBezTo>
                    <a:pt x="16" y="46"/>
                    <a:pt x="16" y="46"/>
                    <a:pt x="16" y="46"/>
                  </a:cubicBezTo>
                  <a:cubicBezTo>
                    <a:pt x="15" y="40"/>
                    <a:pt x="15" y="40"/>
                    <a:pt x="15" y="40"/>
                  </a:cubicBezTo>
                  <a:cubicBezTo>
                    <a:pt x="20" y="30"/>
                    <a:pt x="20" y="30"/>
                    <a:pt x="20" y="30"/>
                  </a:cubicBezTo>
                  <a:lnTo>
                    <a:pt x="20" y="33"/>
                  </a:lnTo>
                  <a:close/>
                  <a:moveTo>
                    <a:pt x="18" y="7"/>
                  </a:moveTo>
                  <a:cubicBezTo>
                    <a:pt x="19" y="22"/>
                    <a:pt x="19" y="22"/>
                    <a:pt x="19" y="22"/>
                  </a:cubicBezTo>
                  <a:cubicBezTo>
                    <a:pt x="14" y="34"/>
                    <a:pt x="14" y="34"/>
                    <a:pt x="14" y="34"/>
                  </a:cubicBezTo>
                  <a:cubicBezTo>
                    <a:pt x="13" y="24"/>
                    <a:pt x="13" y="24"/>
                    <a:pt x="13" y="24"/>
                  </a:cubicBezTo>
                  <a:lnTo>
                    <a:pt x="18"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35"/>
            <p:cNvSpPr>
              <a:spLocks/>
            </p:cNvSpPr>
            <p:nvPr/>
          </p:nvSpPr>
          <p:spPr bwMode="auto">
            <a:xfrm>
              <a:off x="6446838" y="3295650"/>
              <a:ext cx="0" cy="476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36"/>
            <p:cNvSpPr>
              <a:spLocks/>
            </p:cNvSpPr>
            <p:nvPr/>
          </p:nvSpPr>
          <p:spPr bwMode="auto">
            <a:xfrm>
              <a:off x="6403976" y="3343275"/>
              <a:ext cx="17462" cy="71438"/>
            </a:xfrm>
            <a:custGeom>
              <a:avLst/>
              <a:gdLst>
                <a:gd name="T0" fmla="*/ 7 w 11"/>
                <a:gd name="T1" fmla="*/ 0 h 45"/>
                <a:gd name="T2" fmla="*/ 0 w 11"/>
                <a:gd name="T3" fmla="*/ 38 h 45"/>
                <a:gd name="T4" fmla="*/ 11 w 11"/>
                <a:gd name="T5" fmla="*/ 45 h 45"/>
                <a:gd name="T6" fmla="*/ 7 w 11"/>
                <a:gd name="T7" fmla="*/ 0 h 45"/>
              </a:gdLst>
              <a:ahLst/>
              <a:cxnLst>
                <a:cxn ang="0">
                  <a:pos x="T0" y="T1"/>
                </a:cxn>
                <a:cxn ang="0">
                  <a:pos x="T2" y="T3"/>
                </a:cxn>
                <a:cxn ang="0">
                  <a:pos x="T4" y="T5"/>
                </a:cxn>
                <a:cxn ang="0">
                  <a:pos x="T6" y="T7"/>
                </a:cxn>
              </a:cxnLst>
              <a:rect l="0" t="0" r="r" b="b"/>
              <a:pathLst>
                <a:path w="11" h="45">
                  <a:moveTo>
                    <a:pt x="7" y="0"/>
                  </a:moveTo>
                  <a:lnTo>
                    <a:pt x="0" y="38"/>
                  </a:lnTo>
                  <a:lnTo>
                    <a:pt x="11" y="45"/>
                  </a:lnTo>
                  <a:lnTo>
                    <a:pt x="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37"/>
            <p:cNvSpPr>
              <a:spLocks/>
            </p:cNvSpPr>
            <p:nvPr/>
          </p:nvSpPr>
          <p:spPr bwMode="auto">
            <a:xfrm>
              <a:off x="6372226" y="3270250"/>
              <a:ext cx="38100" cy="130175"/>
            </a:xfrm>
            <a:custGeom>
              <a:avLst/>
              <a:gdLst>
                <a:gd name="T0" fmla="*/ 13 w 24"/>
                <a:gd name="T1" fmla="*/ 0 h 82"/>
                <a:gd name="T2" fmla="*/ 0 w 24"/>
                <a:gd name="T3" fmla="*/ 75 h 82"/>
                <a:gd name="T4" fmla="*/ 15 w 24"/>
                <a:gd name="T5" fmla="*/ 82 h 82"/>
                <a:gd name="T6" fmla="*/ 24 w 24"/>
                <a:gd name="T7" fmla="*/ 28 h 82"/>
                <a:gd name="T8" fmla="*/ 20 w 24"/>
                <a:gd name="T9" fmla="*/ 5 h 82"/>
                <a:gd name="T10" fmla="*/ 13 w 24"/>
                <a:gd name="T11" fmla="*/ 0 h 82"/>
              </a:gdLst>
              <a:ahLst/>
              <a:cxnLst>
                <a:cxn ang="0">
                  <a:pos x="T0" y="T1"/>
                </a:cxn>
                <a:cxn ang="0">
                  <a:pos x="T2" y="T3"/>
                </a:cxn>
                <a:cxn ang="0">
                  <a:pos x="T4" y="T5"/>
                </a:cxn>
                <a:cxn ang="0">
                  <a:pos x="T6" y="T7"/>
                </a:cxn>
                <a:cxn ang="0">
                  <a:pos x="T8" y="T9"/>
                </a:cxn>
                <a:cxn ang="0">
                  <a:pos x="T10" y="T11"/>
                </a:cxn>
              </a:cxnLst>
              <a:rect l="0" t="0" r="r" b="b"/>
              <a:pathLst>
                <a:path w="24" h="82">
                  <a:moveTo>
                    <a:pt x="13" y="0"/>
                  </a:moveTo>
                  <a:lnTo>
                    <a:pt x="0" y="75"/>
                  </a:lnTo>
                  <a:lnTo>
                    <a:pt x="15" y="82"/>
                  </a:lnTo>
                  <a:lnTo>
                    <a:pt x="24" y="28"/>
                  </a:lnTo>
                  <a:lnTo>
                    <a:pt x="20" y="5"/>
                  </a:lnTo>
                  <a:lnTo>
                    <a:pt x="1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2" name="组合 31"/>
          <p:cNvGrpSpPr/>
          <p:nvPr/>
        </p:nvGrpSpPr>
        <p:grpSpPr>
          <a:xfrm>
            <a:off x="6221413" y="4705351"/>
            <a:ext cx="1063625" cy="1203325"/>
            <a:chOff x="6221413" y="4705351"/>
            <a:chExt cx="1063625" cy="1203325"/>
          </a:xfrm>
          <a:solidFill>
            <a:schemeClr val="tx1">
              <a:lumMod val="65000"/>
              <a:lumOff val="35000"/>
            </a:schemeClr>
          </a:solidFill>
        </p:grpSpPr>
        <p:sp>
          <p:nvSpPr>
            <p:cNvPr id="33" name="Freeform 44"/>
            <p:cNvSpPr>
              <a:spLocks/>
            </p:cNvSpPr>
            <p:nvPr/>
          </p:nvSpPr>
          <p:spPr bwMode="auto">
            <a:xfrm>
              <a:off x="6303963" y="4945063"/>
              <a:ext cx="211137" cy="200025"/>
            </a:xfrm>
            <a:custGeom>
              <a:avLst/>
              <a:gdLst>
                <a:gd name="T0" fmla="*/ 34 w 59"/>
                <a:gd name="T1" fmla="*/ 53 h 56"/>
                <a:gd name="T2" fmla="*/ 56 w 59"/>
                <a:gd name="T3" fmla="*/ 23 h 56"/>
                <a:gd name="T4" fmla="*/ 25 w 59"/>
                <a:gd name="T5" fmla="*/ 3 h 56"/>
                <a:gd name="T6" fmla="*/ 3 w 59"/>
                <a:gd name="T7" fmla="*/ 32 h 56"/>
                <a:gd name="T8" fmla="*/ 34 w 59"/>
                <a:gd name="T9" fmla="*/ 53 h 56"/>
              </a:gdLst>
              <a:ahLst/>
              <a:cxnLst>
                <a:cxn ang="0">
                  <a:pos x="T0" y="T1"/>
                </a:cxn>
                <a:cxn ang="0">
                  <a:pos x="T2" y="T3"/>
                </a:cxn>
                <a:cxn ang="0">
                  <a:pos x="T4" y="T5"/>
                </a:cxn>
                <a:cxn ang="0">
                  <a:pos x="T6" y="T7"/>
                </a:cxn>
                <a:cxn ang="0">
                  <a:pos x="T8" y="T9"/>
                </a:cxn>
              </a:cxnLst>
              <a:rect l="0" t="0" r="r" b="b"/>
              <a:pathLst>
                <a:path w="59" h="56">
                  <a:moveTo>
                    <a:pt x="34" y="53"/>
                  </a:moveTo>
                  <a:cubicBezTo>
                    <a:pt x="49" y="51"/>
                    <a:pt x="59" y="38"/>
                    <a:pt x="56" y="23"/>
                  </a:cubicBezTo>
                  <a:cubicBezTo>
                    <a:pt x="54" y="9"/>
                    <a:pt x="40" y="0"/>
                    <a:pt x="25" y="3"/>
                  </a:cubicBezTo>
                  <a:cubicBezTo>
                    <a:pt x="10" y="5"/>
                    <a:pt x="0" y="18"/>
                    <a:pt x="3" y="32"/>
                  </a:cubicBezTo>
                  <a:cubicBezTo>
                    <a:pt x="5" y="46"/>
                    <a:pt x="19" y="56"/>
                    <a:pt x="34"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45"/>
            <p:cNvSpPr>
              <a:spLocks/>
            </p:cNvSpPr>
            <p:nvPr/>
          </p:nvSpPr>
          <p:spPr bwMode="auto">
            <a:xfrm>
              <a:off x="6221413" y="5314951"/>
              <a:ext cx="307975" cy="576263"/>
            </a:xfrm>
            <a:custGeom>
              <a:avLst/>
              <a:gdLst>
                <a:gd name="T0" fmla="*/ 25 w 194"/>
                <a:gd name="T1" fmla="*/ 0 h 363"/>
                <a:gd name="T2" fmla="*/ 0 w 194"/>
                <a:gd name="T3" fmla="*/ 0 h 363"/>
                <a:gd name="T4" fmla="*/ 0 w 194"/>
                <a:gd name="T5" fmla="*/ 266 h 363"/>
                <a:gd name="T6" fmla="*/ 25 w 194"/>
                <a:gd name="T7" fmla="*/ 266 h 363"/>
                <a:gd name="T8" fmla="*/ 25 w 194"/>
                <a:gd name="T9" fmla="*/ 363 h 363"/>
                <a:gd name="T10" fmla="*/ 45 w 194"/>
                <a:gd name="T11" fmla="*/ 363 h 363"/>
                <a:gd name="T12" fmla="*/ 45 w 194"/>
                <a:gd name="T13" fmla="*/ 266 h 363"/>
                <a:gd name="T14" fmla="*/ 153 w 194"/>
                <a:gd name="T15" fmla="*/ 266 h 363"/>
                <a:gd name="T16" fmla="*/ 153 w 194"/>
                <a:gd name="T17" fmla="*/ 363 h 363"/>
                <a:gd name="T18" fmla="*/ 171 w 194"/>
                <a:gd name="T19" fmla="*/ 363 h 363"/>
                <a:gd name="T20" fmla="*/ 171 w 194"/>
                <a:gd name="T21" fmla="*/ 266 h 363"/>
                <a:gd name="T22" fmla="*/ 194 w 194"/>
                <a:gd name="T23" fmla="*/ 266 h 363"/>
                <a:gd name="T24" fmla="*/ 194 w 194"/>
                <a:gd name="T25" fmla="*/ 219 h 363"/>
                <a:gd name="T26" fmla="*/ 25 w 194"/>
                <a:gd name="T27" fmla="*/ 219 h 363"/>
                <a:gd name="T28" fmla="*/ 25 w 194"/>
                <a:gd name="T29" fmla="*/ 0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4" h="363">
                  <a:moveTo>
                    <a:pt x="25" y="0"/>
                  </a:moveTo>
                  <a:lnTo>
                    <a:pt x="0" y="0"/>
                  </a:lnTo>
                  <a:lnTo>
                    <a:pt x="0" y="266"/>
                  </a:lnTo>
                  <a:lnTo>
                    <a:pt x="25" y="266"/>
                  </a:lnTo>
                  <a:lnTo>
                    <a:pt x="25" y="363"/>
                  </a:lnTo>
                  <a:lnTo>
                    <a:pt x="45" y="363"/>
                  </a:lnTo>
                  <a:lnTo>
                    <a:pt x="45" y="266"/>
                  </a:lnTo>
                  <a:lnTo>
                    <a:pt x="153" y="266"/>
                  </a:lnTo>
                  <a:lnTo>
                    <a:pt x="153" y="363"/>
                  </a:lnTo>
                  <a:lnTo>
                    <a:pt x="171" y="363"/>
                  </a:lnTo>
                  <a:lnTo>
                    <a:pt x="171" y="266"/>
                  </a:lnTo>
                  <a:lnTo>
                    <a:pt x="194" y="266"/>
                  </a:lnTo>
                  <a:lnTo>
                    <a:pt x="194" y="219"/>
                  </a:lnTo>
                  <a:lnTo>
                    <a:pt x="25" y="219"/>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46"/>
            <p:cNvSpPr>
              <a:spLocks/>
            </p:cNvSpPr>
            <p:nvPr/>
          </p:nvSpPr>
          <p:spPr bwMode="auto">
            <a:xfrm>
              <a:off x="6278563" y="5149851"/>
              <a:ext cx="401637" cy="758825"/>
            </a:xfrm>
            <a:custGeom>
              <a:avLst/>
              <a:gdLst>
                <a:gd name="T0" fmla="*/ 97 w 112"/>
                <a:gd name="T1" fmla="*/ 116 h 212"/>
                <a:gd name="T2" fmla="*/ 68 w 112"/>
                <a:gd name="T3" fmla="*/ 116 h 212"/>
                <a:gd name="T4" fmla="*/ 69 w 112"/>
                <a:gd name="T5" fmla="*/ 107 h 212"/>
                <a:gd name="T6" fmla="*/ 69 w 112"/>
                <a:gd name="T7" fmla="*/ 68 h 212"/>
                <a:gd name="T8" fmla="*/ 19 w 112"/>
                <a:gd name="T9" fmla="*/ 46 h 212"/>
                <a:gd name="T10" fmla="*/ 17 w 112"/>
                <a:gd name="T11" fmla="*/ 44 h 212"/>
                <a:gd name="T12" fmla="*/ 15 w 112"/>
                <a:gd name="T13" fmla="*/ 25 h 212"/>
                <a:gd name="T14" fmla="*/ 26 w 112"/>
                <a:gd name="T15" fmla="*/ 21 h 212"/>
                <a:gd name="T16" fmla="*/ 33 w 112"/>
                <a:gd name="T17" fmla="*/ 22 h 212"/>
                <a:gd name="T18" fmla="*/ 36 w 112"/>
                <a:gd name="T19" fmla="*/ 24 h 212"/>
                <a:gd name="T20" fmla="*/ 69 w 112"/>
                <a:gd name="T21" fmla="*/ 39 h 212"/>
                <a:gd name="T22" fmla="*/ 69 w 112"/>
                <a:gd name="T23" fmla="*/ 33 h 212"/>
                <a:gd name="T24" fmla="*/ 36 w 112"/>
                <a:gd name="T25" fmla="*/ 0 h 212"/>
                <a:gd name="T26" fmla="*/ 4 w 112"/>
                <a:gd name="T27" fmla="*/ 33 h 212"/>
                <a:gd name="T28" fmla="*/ 4 w 112"/>
                <a:gd name="T29" fmla="*/ 107 h 212"/>
                <a:gd name="T30" fmla="*/ 35 w 112"/>
                <a:gd name="T31" fmla="*/ 140 h 212"/>
                <a:gd name="T32" fmla="*/ 81 w 112"/>
                <a:gd name="T33" fmla="*/ 141 h 212"/>
                <a:gd name="T34" fmla="*/ 72 w 112"/>
                <a:gd name="T35" fmla="*/ 197 h 212"/>
                <a:gd name="T36" fmla="*/ 98 w 112"/>
                <a:gd name="T37" fmla="*/ 195 h 212"/>
                <a:gd name="T38" fmla="*/ 111 w 112"/>
                <a:gd name="T39" fmla="*/ 132 h 212"/>
                <a:gd name="T40" fmla="*/ 111 w 112"/>
                <a:gd name="T41" fmla="*/ 132 h 212"/>
                <a:gd name="T42" fmla="*/ 97 w 112"/>
                <a:gd name="T43" fmla="*/ 116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2" h="212">
                  <a:moveTo>
                    <a:pt x="97" y="116"/>
                  </a:moveTo>
                  <a:cubicBezTo>
                    <a:pt x="95" y="116"/>
                    <a:pt x="83" y="116"/>
                    <a:pt x="68" y="116"/>
                  </a:cubicBezTo>
                  <a:cubicBezTo>
                    <a:pt x="69" y="113"/>
                    <a:pt x="69" y="110"/>
                    <a:pt x="69" y="107"/>
                  </a:cubicBezTo>
                  <a:cubicBezTo>
                    <a:pt x="69" y="68"/>
                    <a:pt x="69" y="68"/>
                    <a:pt x="69" y="68"/>
                  </a:cubicBezTo>
                  <a:cubicBezTo>
                    <a:pt x="51" y="64"/>
                    <a:pt x="34" y="57"/>
                    <a:pt x="19" y="46"/>
                  </a:cubicBezTo>
                  <a:cubicBezTo>
                    <a:pt x="18" y="46"/>
                    <a:pt x="18" y="45"/>
                    <a:pt x="17" y="44"/>
                  </a:cubicBezTo>
                  <a:cubicBezTo>
                    <a:pt x="12" y="38"/>
                    <a:pt x="11" y="30"/>
                    <a:pt x="15" y="25"/>
                  </a:cubicBezTo>
                  <a:cubicBezTo>
                    <a:pt x="18" y="22"/>
                    <a:pt x="22" y="21"/>
                    <a:pt x="26" y="21"/>
                  </a:cubicBezTo>
                  <a:cubicBezTo>
                    <a:pt x="28" y="21"/>
                    <a:pt x="31" y="21"/>
                    <a:pt x="33" y="22"/>
                  </a:cubicBezTo>
                  <a:cubicBezTo>
                    <a:pt x="34" y="22"/>
                    <a:pt x="36" y="23"/>
                    <a:pt x="36" y="24"/>
                  </a:cubicBezTo>
                  <a:cubicBezTo>
                    <a:pt x="46" y="31"/>
                    <a:pt x="58" y="36"/>
                    <a:pt x="69" y="39"/>
                  </a:cubicBezTo>
                  <a:cubicBezTo>
                    <a:pt x="69" y="33"/>
                    <a:pt x="69" y="33"/>
                    <a:pt x="69" y="33"/>
                  </a:cubicBezTo>
                  <a:cubicBezTo>
                    <a:pt x="69" y="15"/>
                    <a:pt x="55" y="0"/>
                    <a:pt x="36" y="0"/>
                  </a:cubicBezTo>
                  <a:cubicBezTo>
                    <a:pt x="18" y="0"/>
                    <a:pt x="4" y="15"/>
                    <a:pt x="4" y="33"/>
                  </a:cubicBezTo>
                  <a:cubicBezTo>
                    <a:pt x="4" y="107"/>
                    <a:pt x="4" y="107"/>
                    <a:pt x="4" y="107"/>
                  </a:cubicBezTo>
                  <a:cubicBezTo>
                    <a:pt x="4" y="107"/>
                    <a:pt x="0" y="140"/>
                    <a:pt x="35" y="140"/>
                  </a:cubicBezTo>
                  <a:cubicBezTo>
                    <a:pt x="39" y="140"/>
                    <a:pt x="75" y="141"/>
                    <a:pt x="81" y="141"/>
                  </a:cubicBezTo>
                  <a:cubicBezTo>
                    <a:pt x="78" y="155"/>
                    <a:pt x="72" y="193"/>
                    <a:pt x="72" y="197"/>
                  </a:cubicBezTo>
                  <a:cubicBezTo>
                    <a:pt x="74" y="208"/>
                    <a:pt x="94" y="212"/>
                    <a:pt x="98" y="195"/>
                  </a:cubicBezTo>
                  <a:cubicBezTo>
                    <a:pt x="98" y="192"/>
                    <a:pt x="108" y="146"/>
                    <a:pt x="111" y="132"/>
                  </a:cubicBezTo>
                  <a:cubicBezTo>
                    <a:pt x="111" y="132"/>
                    <a:pt x="111" y="132"/>
                    <a:pt x="111" y="132"/>
                  </a:cubicBezTo>
                  <a:cubicBezTo>
                    <a:pt x="112" y="125"/>
                    <a:pt x="108" y="116"/>
                    <a:pt x="97" y="1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47"/>
            <p:cNvSpPr>
              <a:spLocks/>
            </p:cNvSpPr>
            <p:nvPr/>
          </p:nvSpPr>
          <p:spPr bwMode="auto">
            <a:xfrm>
              <a:off x="6324601" y="5227638"/>
              <a:ext cx="463550" cy="190500"/>
            </a:xfrm>
            <a:custGeom>
              <a:avLst/>
              <a:gdLst>
                <a:gd name="T0" fmla="*/ 110 w 129"/>
                <a:gd name="T1" fmla="*/ 20 h 53"/>
                <a:gd name="T2" fmla="*/ 22 w 129"/>
                <a:gd name="T3" fmla="*/ 4 h 53"/>
                <a:gd name="T4" fmla="*/ 19 w 129"/>
                <a:gd name="T5" fmla="*/ 2 h 53"/>
                <a:gd name="T6" fmla="*/ 4 w 129"/>
                <a:gd name="T7" fmla="*/ 4 h 53"/>
                <a:gd name="T8" fmla="*/ 5 w 129"/>
                <a:gd name="T9" fmla="*/ 20 h 53"/>
                <a:gd name="T10" fmla="*/ 7 w 129"/>
                <a:gd name="T11" fmla="*/ 22 h 53"/>
                <a:gd name="T12" fmla="*/ 116 w 129"/>
                <a:gd name="T13" fmla="*/ 44 h 53"/>
                <a:gd name="T14" fmla="*/ 127 w 129"/>
                <a:gd name="T15" fmla="*/ 28 h 53"/>
                <a:gd name="T16" fmla="*/ 110 w 129"/>
                <a:gd name="T17" fmla="*/ 2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9" h="53">
                  <a:moveTo>
                    <a:pt x="110" y="20"/>
                  </a:moveTo>
                  <a:cubicBezTo>
                    <a:pt x="80" y="28"/>
                    <a:pt x="48" y="22"/>
                    <a:pt x="22" y="4"/>
                  </a:cubicBezTo>
                  <a:cubicBezTo>
                    <a:pt x="21" y="3"/>
                    <a:pt x="20" y="2"/>
                    <a:pt x="19" y="2"/>
                  </a:cubicBezTo>
                  <a:cubicBezTo>
                    <a:pt x="14" y="0"/>
                    <a:pt x="8" y="0"/>
                    <a:pt x="4" y="4"/>
                  </a:cubicBezTo>
                  <a:cubicBezTo>
                    <a:pt x="0" y="8"/>
                    <a:pt x="1" y="15"/>
                    <a:pt x="5" y="20"/>
                  </a:cubicBezTo>
                  <a:cubicBezTo>
                    <a:pt x="7" y="22"/>
                    <a:pt x="7" y="22"/>
                    <a:pt x="7" y="22"/>
                  </a:cubicBezTo>
                  <a:cubicBezTo>
                    <a:pt x="38" y="45"/>
                    <a:pt x="78" y="53"/>
                    <a:pt x="116" y="44"/>
                  </a:cubicBezTo>
                  <a:cubicBezTo>
                    <a:pt x="124" y="42"/>
                    <a:pt x="129" y="34"/>
                    <a:pt x="127" y="28"/>
                  </a:cubicBezTo>
                  <a:cubicBezTo>
                    <a:pt x="124" y="22"/>
                    <a:pt x="117" y="19"/>
                    <a:pt x="110"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48"/>
            <p:cNvSpPr>
              <a:spLocks/>
            </p:cNvSpPr>
            <p:nvPr/>
          </p:nvSpPr>
          <p:spPr bwMode="auto">
            <a:xfrm>
              <a:off x="6951663" y="4933951"/>
              <a:ext cx="330200" cy="960438"/>
            </a:xfrm>
            <a:custGeom>
              <a:avLst/>
              <a:gdLst>
                <a:gd name="T0" fmla="*/ 89 w 92"/>
                <a:gd name="T1" fmla="*/ 245 h 268"/>
                <a:gd name="T2" fmla="*/ 79 w 92"/>
                <a:gd name="T3" fmla="*/ 142 h 268"/>
                <a:gd name="T4" fmla="*/ 81 w 92"/>
                <a:gd name="T5" fmla="*/ 127 h 268"/>
                <a:gd name="T6" fmla="*/ 73 w 92"/>
                <a:gd name="T7" fmla="*/ 35 h 268"/>
                <a:gd name="T8" fmla="*/ 35 w 92"/>
                <a:gd name="T9" fmla="*/ 2 h 268"/>
                <a:gd name="T10" fmla="*/ 2 w 92"/>
                <a:gd name="T11" fmla="*/ 40 h 268"/>
                <a:gd name="T12" fmla="*/ 3 w 92"/>
                <a:gd name="T13" fmla="*/ 52 h 268"/>
                <a:gd name="T14" fmla="*/ 25 w 92"/>
                <a:gd name="T15" fmla="*/ 24 h 268"/>
                <a:gd name="T16" fmla="*/ 39 w 92"/>
                <a:gd name="T17" fmla="*/ 15 h 268"/>
                <a:gd name="T18" fmla="*/ 44 w 92"/>
                <a:gd name="T19" fmla="*/ 15 h 268"/>
                <a:gd name="T20" fmla="*/ 51 w 92"/>
                <a:gd name="T21" fmla="*/ 23 h 268"/>
                <a:gd name="T22" fmla="*/ 50 w 92"/>
                <a:gd name="T23" fmla="*/ 37 h 268"/>
                <a:gd name="T24" fmla="*/ 6 w 92"/>
                <a:gd name="T25" fmla="*/ 86 h 268"/>
                <a:gd name="T26" fmla="*/ 9 w 92"/>
                <a:gd name="T27" fmla="*/ 132 h 268"/>
                <a:gd name="T28" fmla="*/ 15 w 92"/>
                <a:gd name="T29" fmla="*/ 149 h 268"/>
                <a:gd name="T30" fmla="*/ 14 w 92"/>
                <a:gd name="T31" fmla="*/ 250 h 268"/>
                <a:gd name="T32" fmla="*/ 15 w 92"/>
                <a:gd name="T33" fmla="*/ 255 h 268"/>
                <a:gd name="T34" fmla="*/ 32 w 92"/>
                <a:gd name="T35" fmla="*/ 265 h 268"/>
                <a:gd name="T36" fmla="*/ 45 w 92"/>
                <a:gd name="T37" fmla="*/ 250 h 268"/>
                <a:gd name="T38" fmla="*/ 45 w 92"/>
                <a:gd name="T39" fmla="*/ 247 h 268"/>
                <a:gd name="T40" fmla="*/ 43 w 92"/>
                <a:gd name="T41" fmla="*/ 165 h 268"/>
                <a:gd name="T42" fmla="*/ 47 w 92"/>
                <a:gd name="T43" fmla="*/ 165 h 268"/>
                <a:gd name="T44" fmla="*/ 48 w 92"/>
                <a:gd name="T45" fmla="*/ 165 h 268"/>
                <a:gd name="T46" fmla="*/ 59 w 92"/>
                <a:gd name="T47" fmla="*/ 253 h 268"/>
                <a:gd name="T48" fmla="*/ 60 w 92"/>
                <a:gd name="T49" fmla="*/ 258 h 268"/>
                <a:gd name="T50" fmla="*/ 79 w 92"/>
                <a:gd name="T51" fmla="*/ 266 h 268"/>
                <a:gd name="T52" fmla="*/ 90 w 92"/>
                <a:gd name="T53" fmla="*/ 249 h 268"/>
                <a:gd name="T54" fmla="*/ 89 w 92"/>
                <a:gd name="T55" fmla="*/ 245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2" h="268">
                  <a:moveTo>
                    <a:pt x="89" y="245"/>
                  </a:moveTo>
                  <a:cubicBezTo>
                    <a:pt x="80" y="209"/>
                    <a:pt x="77" y="177"/>
                    <a:pt x="79" y="142"/>
                  </a:cubicBezTo>
                  <a:cubicBezTo>
                    <a:pt x="80" y="137"/>
                    <a:pt x="81" y="132"/>
                    <a:pt x="81" y="127"/>
                  </a:cubicBezTo>
                  <a:cubicBezTo>
                    <a:pt x="73" y="35"/>
                    <a:pt x="73" y="35"/>
                    <a:pt x="73" y="35"/>
                  </a:cubicBezTo>
                  <a:cubicBezTo>
                    <a:pt x="72" y="15"/>
                    <a:pt x="55" y="0"/>
                    <a:pt x="35" y="2"/>
                  </a:cubicBezTo>
                  <a:cubicBezTo>
                    <a:pt x="15" y="3"/>
                    <a:pt x="0" y="20"/>
                    <a:pt x="2" y="40"/>
                  </a:cubicBezTo>
                  <a:cubicBezTo>
                    <a:pt x="3" y="52"/>
                    <a:pt x="3" y="52"/>
                    <a:pt x="3" y="52"/>
                  </a:cubicBezTo>
                  <a:cubicBezTo>
                    <a:pt x="12" y="44"/>
                    <a:pt x="19" y="35"/>
                    <a:pt x="25" y="24"/>
                  </a:cubicBezTo>
                  <a:cubicBezTo>
                    <a:pt x="28" y="18"/>
                    <a:pt x="34" y="15"/>
                    <a:pt x="39" y="15"/>
                  </a:cubicBezTo>
                  <a:cubicBezTo>
                    <a:pt x="41" y="15"/>
                    <a:pt x="43" y="15"/>
                    <a:pt x="44" y="15"/>
                  </a:cubicBezTo>
                  <a:cubicBezTo>
                    <a:pt x="47" y="17"/>
                    <a:pt x="50" y="19"/>
                    <a:pt x="51" y="23"/>
                  </a:cubicBezTo>
                  <a:cubicBezTo>
                    <a:pt x="53" y="27"/>
                    <a:pt x="52" y="32"/>
                    <a:pt x="50" y="37"/>
                  </a:cubicBezTo>
                  <a:cubicBezTo>
                    <a:pt x="39" y="57"/>
                    <a:pt x="24" y="74"/>
                    <a:pt x="6" y="86"/>
                  </a:cubicBezTo>
                  <a:cubicBezTo>
                    <a:pt x="9" y="132"/>
                    <a:pt x="9" y="132"/>
                    <a:pt x="9" y="132"/>
                  </a:cubicBezTo>
                  <a:cubicBezTo>
                    <a:pt x="10" y="138"/>
                    <a:pt x="12" y="144"/>
                    <a:pt x="15" y="149"/>
                  </a:cubicBezTo>
                  <a:cubicBezTo>
                    <a:pt x="10" y="182"/>
                    <a:pt x="10" y="215"/>
                    <a:pt x="14" y="250"/>
                  </a:cubicBezTo>
                  <a:cubicBezTo>
                    <a:pt x="14" y="251"/>
                    <a:pt x="15" y="254"/>
                    <a:pt x="15" y="255"/>
                  </a:cubicBezTo>
                  <a:cubicBezTo>
                    <a:pt x="16" y="262"/>
                    <a:pt x="24" y="266"/>
                    <a:pt x="32" y="265"/>
                  </a:cubicBezTo>
                  <a:cubicBezTo>
                    <a:pt x="41" y="263"/>
                    <a:pt x="46" y="256"/>
                    <a:pt x="45" y="250"/>
                  </a:cubicBezTo>
                  <a:cubicBezTo>
                    <a:pt x="45" y="249"/>
                    <a:pt x="45" y="247"/>
                    <a:pt x="45" y="247"/>
                  </a:cubicBezTo>
                  <a:cubicBezTo>
                    <a:pt x="41" y="218"/>
                    <a:pt x="41" y="192"/>
                    <a:pt x="43" y="165"/>
                  </a:cubicBezTo>
                  <a:cubicBezTo>
                    <a:pt x="45" y="165"/>
                    <a:pt x="46" y="165"/>
                    <a:pt x="47" y="165"/>
                  </a:cubicBezTo>
                  <a:cubicBezTo>
                    <a:pt x="48" y="165"/>
                    <a:pt x="48" y="165"/>
                    <a:pt x="48" y="165"/>
                  </a:cubicBezTo>
                  <a:cubicBezTo>
                    <a:pt x="48" y="195"/>
                    <a:pt x="52" y="223"/>
                    <a:pt x="59" y="253"/>
                  </a:cubicBezTo>
                  <a:cubicBezTo>
                    <a:pt x="59" y="254"/>
                    <a:pt x="60" y="257"/>
                    <a:pt x="60" y="258"/>
                  </a:cubicBezTo>
                  <a:cubicBezTo>
                    <a:pt x="62" y="265"/>
                    <a:pt x="71" y="268"/>
                    <a:pt x="79" y="266"/>
                  </a:cubicBezTo>
                  <a:cubicBezTo>
                    <a:pt x="87" y="263"/>
                    <a:pt x="92" y="256"/>
                    <a:pt x="90" y="249"/>
                  </a:cubicBezTo>
                  <a:cubicBezTo>
                    <a:pt x="90" y="249"/>
                    <a:pt x="89" y="246"/>
                    <a:pt x="89" y="2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49"/>
            <p:cNvSpPr>
              <a:spLocks/>
            </p:cNvSpPr>
            <p:nvPr/>
          </p:nvSpPr>
          <p:spPr bwMode="auto">
            <a:xfrm>
              <a:off x="6956426" y="4705351"/>
              <a:ext cx="328612" cy="239713"/>
            </a:xfrm>
            <a:custGeom>
              <a:avLst/>
              <a:gdLst>
                <a:gd name="T0" fmla="*/ 27 w 92"/>
                <a:gd name="T1" fmla="*/ 58 h 67"/>
                <a:gd name="T2" fmla="*/ 61 w 92"/>
                <a:gd name="T3" fmla="*/ 35 h 67"/>
                <a:gd name="T4" fmla="*/ 62 w 92"/>
                <a:gd name="T5" fmla="*/ 32 h 67"/>
                <a:gd name="T6" fmla="*/ 71 w 92"/>
                <a:gd name="T7" fmla="*/ 67 h 67"/>
                <a:gd name="T8" fmla="*/ 92 w 92"/>
                <a:gd name="T9" fmla="*/ 60 h 67"/>
                <a:gd name="T10" fmla="*/ 73 w 92"/>
                <a:gd name="T11" fmla="*/ 21 h 67"/>
                <a:gd name="T12" fmla="*/ 58 w 92"/>
                <a:gd name="T13" fmla="*/ 17 h 67"/>
                <a:gd name="T14" fmla="*/ 37 w 92"/>
                <a:gd name="T15" fmla="*/ 3 h 67"/>
                <a:gd name="T16" fmla="*/ 3 w 92"/>
                <a:gd name="T17" fmla="*/ 26 h 67"/>
                <a:gd name="T18" fmla="*/ 27 w 92"/>
                <a:gd name="T19" fmla="*/ 5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 h="67">
                  <a:moveTo>
                    <a:pt x="27" y="58"/>
                  </a:moveTo>
                  <a:cubicBezTo>
                    <a:pt x="44" y="61"/>
                    <a:pt x="59" y="51"/>
                    <a:pt x="61" y="35"/>
                  </a:cubicBezTo>
                  <a:cubicBezTo>
                    <a:pt x="62" y="34"/>
                    <a:pt x="62" y="33"/>
                    <a:pt x="62" y="32"/>
                  </a:cubicBezTo>
                  <a:cubicBezTo>
                    <a:pt x="67" y="38"/>
                    <a:pt x="71" y="67"/>
                    <a:pt x="71" y="67"/>
                  </a:cubicBezTo>
                  <a:cubicBezTo>
                    <a:pt x="92" y="60"/>
                    <a:pt x="92" y="60"/>
                    <a:pt x="92" y="60"/>
                  </a:cubicBezTo>
                  <a:cubicBezTo>
                    <a:pt x="87" y="37"/>
                    <a:pt x="82" y="27"/>
                    <a:pt x="73" y="21"/>
                  </a:cubicBezTo>
                  <a:cubicBezTo>
                    <a:pt x="65" y="17"/>
                    <a:pt x="61" y="16"/>
                    <a:pt x="58" y="17"/>
                  </a:cubicBezTo>
                  <a:cubicBezTo>
                    <a:pt x="54" y="10"/>
                    <a:pt x="46" y="4"/>
                    <a:pt x="37" y="3"/>
                  </a:cubicBezTo>
                  <a:cubicBezTo>
                    <a:pt x="20" y="0"/>
                    <a:pt x="5" y="10"/>
                    <a:pt x="3" y="26"/>
                  </a:cubicBezTo>
                  <a:cubicBezTo>
                    <a:pt x="0" y="41"/>
                    <a:pt x="11" y="56"/>
                    <a:pt x="27"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50"/>
            <p:cNvSpPr>
              <a:spLocks/>
            </p:cNvSpPr>
            <p:nvPr/>
          </p:nvSpPr>
          <p:spPr bwMode="auto">
            <a:xfrm>
              <a:off x="6751638" y="4987926"/>
              <a:ext cx="387350" cy="315913"/>
            </a:xfrm>
            <a:custGeom>
              <a:avLst/>
              <a:gdLst>
                <a:gd name="T0" fmla="*/ 104 w 108"/>
                <a:gd name="T1" fmla="*/ 21 h 88"/>
                <a:gd name="T2" fmla="*/ 99 w 108"/>
                <a:gd name="T3" fmla="*/ 2 h 88"/>
                <a:gd name="T4" fmla="*/ 83 w 108"/>
                <a:gd name="T5" fmla="*/ 10 h 88"/>
                <a:gd name="T6" fmla="*/ 12 w 108"/>
                <a:gd name="T7" fmla="*/ 64 h 88"/>
                <a:gd name="T8" fmla="*/ 9 w 108"/>
                <a:gd name="T9" fmla="*/ 65 h 88"/>
                <a:gd name="T10" fmla="*/ 0 w 108"/>
                <a:gd name="T11" fmla="*/ 78 h 88"/>
                <a:gd name="T12" fmla="*/ 13 w 108"/>
                <a:gd name="T13" fmla="*/ 88 h 88"/>
                <a:gd name="T14" fmla="*/ 15 w 108"/>
                <a:gd name="T15" fmla="*/ 88 h 88"/>
                <a:gd name="T16" fmla="*/ 104 w 108"/>
                <a:gd name="T17" fmla="*/ 2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88">
                  <a:moveTo>
                    <a:pt x="104" y="21"/>
                  </a:moveTo>
                  <a:cubicBezTo>
                    <a:pt x="108" y="13"/>
                    <a:pt x="106" y="5"/>
                    <a:pt x="99" y="2"/>
                  </a:cubicBezTo>
                  <a:cubicBezTo>
                    <a:pt x="93" y="0"/>
                    <a:pt x="86" y="3"/>
                    <a:pt x="83" y="10"/>
                  </a:cubicBezTo>
                  <a:cubicBezTo>
                    <a:pt x="68" y="37"/>
                    <a:pt x="42" y="57"/>
                    <a:pt x="12" y="64"/>
                  </a:cubicBezTo>
                  <a:cubicBezTo>
                    <a:pt x="11" y="64"/>
                    <a:pt x="9" y="65"/>
                    <a:pt x="9" y="65"/>
                  </a:cubicBezTo>
                  <a:cubicBezTo>
                    <a:pt x="4" y="68"/>
                    <a:pt x="0" y="73"/>
                    <a:pt x="0" y="78"/>
                  </a:cubicBezTo>
                  <a:cubicBezTo>
                    <a:pt x="1" y="84"/>
                    <a:pt x="6" y="88"/>
                    <a:pt x="13" y="88"/>
                  </a:cubicBezTo>
                  <a:cubicBezTo>
                    <a:pt x="14" y="88"/>
                    <a:pt x="15" y="88"/>
                    <a:pt x="15" y="88"/>
                  </a:cubicBezTo>
                  <a:cubicBezTo>
                    <a:pt x="53" y="80"/>
                    <a:pt x="86" y="55"/>
                    <a:pt x="104"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51"/>
            <p:cNvSpPr>
              <a:spLocks noEditPoints="1"/>
            </p:cNvSpPr>
            <p:nvPr/>
          </p:nvSpPr>
          <p:spPr bwMode="auto">
            <a:xfrm>
              <a:off x="6554788" y="4816476"/>
              <a:ext cx="174625" cy="136525"/>
            </a:xfrm>
            <a:custGeom>
              <a:avLst/>
              <a:gdLst>
                <a:gd name="T0" fmla="*/ 25 w 110"/>
                <a:gd name="T1" fmla="*/ 27 h 86"/>
                <a:gd name="T2" fmla="*/ 27 w 110"/>
                <a:gd name="T3" fmla="*/ 29 h 86"/>
                <a:gd name="T4" fmla="*/ 25 w 110"/>
                <a:gd name="T5" fmla="*/ 34 h 86"/>
                <a:gd name="T6" fmla="*/ 27 w 110"/>
                <a:gd name="T7" fmla="*/ 40 h 86"/>
                <a:gd name="T8" fmla="*/ 79 w 110"/>
                <a:gd name="T9" fmla="*/ 77 h 86"/>
                <a:gd name="T10" fmla="*/ 83 w 110"/>
                <a:gd name="T11" fmla="*/ 70 h 86"/>
                <a:gd name="T12" fmla="*/ 92 w 110"/>
                <a:gd name="T13" fmla="*/ 74 h 86"/>
                <a:gd name="T14" fmla="*/ 88 w 110"/>
                <a:gd name="T15" fmla="*/ 81 h 86"/>
                <a:gd name="T16" fmla="*/ 92 w 110"/>
                <a:gd name="T17" fmla="*/ 86 h 86"/>
                <a:gd name="T18" fmla="*/ 110 w 110"/>
                <a:gd name="T19" fmla="*/ 58 h 86"/>
                <a:gd name="T20" fmla="*/ 106 w 110"/>
                <a:gd name="T21" fmla="*/ 56 h 86"/>
                <a:gd name="T22" fmla="*/ 101 w 110"/>
                <a:gd name="T23" fmla="*/ 61 h 86"/>
                <a:gd name="T24" fmla="*/ 92 w 110"/>
                <a:gd name="T25" fmla="*/ 56 h 86"/>
                <a:gd name="T26" fmla="*/ 99 w 110"/>
                <a:gd name="T27" fmla="*/ 49 h 86"/>
                <a:gd name="T28" fmla="*/ 47 w 110"/>
                <a:gd name="T29" fmla="*/ 13 h 86"/>
                <a:gd name="T30" fmla="*/ 38 w 110"/>
                <a:gd name="T31" fmla="*/ 13 h 86"/>
                <a:gd name="T32" fmla="*/ 36 w 110"/>
                <a:gd name="T33" fmla="*/ 18 h 86"/>
                <a:gd name="T34" fmla="*/ 34 w 110"/>
                <a:gd name="T35" fmla="*/ 16 h 86"/>
                <a:gd name="T36" fmla="*/ 31 w 110"/>
                <a:gd name="T37" fmla="*/ 20 h 86"/>
                <a:gd name="T38" fmla="*/ 2 w 110"/>
                <a:gd name="T39" fmla="*/ 0 h 86"/>
                <a:gd name="T40" fmla="*/ 0 w 110"/>
                <a:gd name="T41" fmla="*/ 2 h 86"/>
                <a:gd name="T42" fmla="*/ 29 w 110"/>
                <a:gd name="T43" fmla="*/ 25 h 86"/>
                <a:gd name="T44" fmla="*/ 25 w 110"/>
                <a:gd name="T45" fmla="*/ 27 h 86"/>
                <a:gd name="T46" fmla="*/ 40 w 110"/>
                <a:gd name="T47" fmla="*/ 16 h 86"/>
                <a:gd name="T48" fmla="*/ 45 w 110"/>
                <a:gd name="T49" fmla="*/ 16 h 86"/>
                <a:gd name="T50" fmla="*/ 95 w 110"/>
                <a:gd name="T51" fmla="*/ 49 h 86"/>
                <a:gd name="T52" fmla="*/ 92 w 110"/>
                <a:gd name="T53" fmla="*/ 56 h 86"/>
                <a:gd name="T54" fmla="*/ 68 w 110"/>
                <a:gd name="T55" fmla="*/ 38 h 86"/>
                <a:gd name="T56" fmla="*/ 70 w 110"/>
                <a:gd name="T57" fmla="*/ 34 h 86"/>
                <a:gd name="T58" fmla="*/ 68 w 110"/>
                <a:gd name="T59" fmla="*/ 31 h 86"/>
                <a:gd name="T60" fmla="*/ 52 w 110"/>
                <a:gd name="T61" fmla="*/ 54 h 86"/>
                <a:gd name="T62" fmla="*/ 54 w 110"/>
                <a:gd name="T63" fmla="*/ 56 h 86"/>
                <a:gd name="T64" fmla="*/ 56 w 110"/>
                <a:gd name="T65" fmla="*/ 52 h 86"/>
                <a:gd name="T66" fmla="*/ 83 w 110"/>
                <a:gd name="T67" fmla="*/ 70 h 86"/>
                <a:gd name="T68" fmla="*/ 79 w 110"/>
                <a:gd name="T69" fmla="*/ 74 h 86"/>
                <a:gd name="T70" fmla="*/ 29 w 110"/>
                <a:gd name="T71" fmla="*/ 38 h 86"/>
                <a:gd name="T72" fmla="*/ 27 w 110"/>
                <a:gd name="T73" fmla="*/ 34 h 86"/>
                <a:gd name="T74" fmla="*/ 40 w 110"/>
                <a:gd name="T75" fmla="*/ 1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0" h="86">
                  <a:moveTo>
                    <a:pt x="25" y="27"/>
                  </a:moveTo>
                  <a:lnTo>
                    <a:pt x="27" y="29"/>
                  </a:lnTo>
                  <a:lnTo>
                    <a:pt x="25" y="34"/>
                  </a:lnTo>
                  <a:lnTo>
                    <a:pt x="27" y="40"/>
                  </a:lnTo>
                  <a:lnTo>
                    <a:pt x="79" y="77"/>
                  </a:lnTo>
                  <a:lnTo>
                    <a:pt x="83" y="70"/>
                  </a:lnTo>
                  <a:lnTo>
                    <a:pt x="92" y="74"/>
                  </a:lnTo>
                  <a:lnTo>
                    <a:pt x="88" y="81"/>
                  </a:lnTo>
                  <a:lnTo>
                    <a:pt x="92" y="86"/>
                  </a:lnTo>
                  <a:lnTo>
                    <a:pt x="110" y="58"/>
                  </a:lnTo>
                  <a:lnTo>
                    <a:pt x="106" y="56"/>
                  </a:lnTo>
                  <a:lnTo>
                    <a:pt x="101" y="61"/>
                  </a:lnTo>
                  <a:lnTo>
                    <a:pt x="92" y="56"/>
                  </a:lnTo>
                  <a:lnTo>
                    <a:pt x="99" y="49"/>
                  </a:lnTo>
                  <a:lnTo>
                    <a:pt x="47" y="13"/>
                  </a:lnTo>
                  <a:lnTo>
                    <a:pt x="38" y="13"/>
                  </a:lnTo>
                  <a:lnTo>
                    <a:pt x="36" y="18"/>
                  </a:lnTo>
                  <a:lnTo>
                    <a:pt x="34" y="16"/>
                  </a:lnTo>
                  <a:lnTo>
                    <a:pt x="31" y="20"/>
                  </a:lnTo>
                  <a:lnTo>
                    <a:pt x="2" y="0"/>
                  </a:lnTo>
                  <a:lnTo>
                    <a:pt x="0" y="2"/>
                  </a:lnTo>
                  <a:lnTo>
                    <a:pt x="29" y="25"/>
                  </a:lnTo>
                  <a:lnTo>
                    <a:pt x="25" y="27"/>
                  </a:lnTo>
                  <a:close/>
                  <a:moveTo>
                    <a:pt x="40" y="16"/>
                  </a:moveTo>
                  <a:lnTo>
                    <a:pt x="45" y="16"/>
                  </a:lnTo>
                  <a:lnTo>
                    <a:pt x="95" y="49"/>
                  </a:lnTo>
                  <a:lnTo>
                    <a:pt x="92" y="56"/>
                  </a:lnTo>
                  <a:lnTo>
                    <a:pt x="68" y="38"/>
                  </a:lnTo>
                  <a:lnTo>
                    <a:pt x="70" y="34"/>
                  </a:lnTo>
                  <a:lnTo>
                    <a:pt x="68" y="31"/>
                  </a:lnTo>
                  <a:lnTo>
                    <a:pt x="52" y="54"/>
                  </a:lnTo>
                  <a:lnTo>
                    <a:pt x="54" y="56"/>
                  </a:lnTo>
                  <a:lnTo>
                    <a:pt x="56" y="52"/>
                  </a:lnTo>
                  <a:lnTo>
                    <a:pt x="83" y="70"/>
                  </a:lnTo>
                  <a:lnTo>
                    <a:pt x="79" y="74"/>
                  </a:lnTo>
                  <a:lnTo>
                    <a:pt x="29" y="38"/>
                  </a:lnTo>
                  <a:lnTo>
                    <a:pt x="27" y="34"/>
                  </a:lnTo>
                  <a:lnTo>
                    <a:pt x="4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52"/>
            <p:cNvSpPr>
              <a:spLocks/>
            </p:cNvSpPr>
            <p:nvPr/>
          </p:nvSpPr>
          <p:spPr bwMode="auto">
            <a:xfrm>
              <a:off x="6705601" y="4902201"/>
              <a:ext cx="254000" cy="211138"/>
            </a:xfrm>
            <a:custGeom>
              <a:avLst/>
              <a:gdLst>
                <a:gd name="T0" fmla="*/ 3 w 71"/>
                <a:gd name="T1" fmla="*/ 23 h 59"/>
                <a:gd name="T2" fmla="*/ 6 w 71"/>
                <a:gd name="T3" fmla="*/ 27 h 59"/>
                <a:gd name="T4" fmla="*/ 29 w 71"/>
                <a:gd name="T5" fmla="*/ 59 h 59"/>
                <a:gd name="T6" fmla="*/ 70 w 71"/>
                <a:gd name="T7" fmla="*/ 59 h 59"/>
                <a:gd name="T8" fmla="*/ 71 w 71"/>
                <a:gd name="T9" fmla="*/ 34 h 59"/>
                <a:gd name="T10" fmla="*/ 40 w 71"/>
                <a:gd name="T11" fmla="*/ 35 h 59"/>
                <a:gd name="T12" fmla="*/ 22 w 71"/>
                <a:gd name="T13" fmla="*/ 8 h 59"/>
                <a:gd name="T14" fmla="*/ 6 w 71"/>
                <a:gd name="T15" fmla="*/ 7 h 59"/>
                <a:gd name="T16" fmla="*/ 3 w 71"/>
                <a:gd name="T17" fmla="*/ 23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 h="59">
                  <a:moveTo>
                    <a:pt x="3" y="23"/>
                  </a:moveTo>
                  <a:cubicBezTo>
                    <a:pt x="6" y="27"/>
                    <a:pt x="6" y="27"/>
                    <a:pt x="6" y="27"/>
                  </a:cubicBezTo>
                  <a:cubicBezTo>
                    <a:pt x="29" y="59"/>
                    <a:pt x="29" y="59"/>
                    <a:pt x="29" y="59"/>
                  </a:cubicBezTo>
                  <a:cubicBezTo>
                    <a:pt x="29" y="59"/>
                    <a:pt x="52" y="59"/>
                    <a:pt x="70" y="59"/>
                  </a:cubicBezTo>
                  <a:cubicBezTo>
                    <a:pt x="69" y="53"/>
                    <a:pt x="68" y="39"/>
                    <a:pt x="71" y="34"/>
                  </a:cubicBezTo>
                  <a:cubicBezTo>
                    <a:pt x="60" y="34"/>
                    <a:pt x="47" y="35"/>
                    <a:pt x="40" y="35"/>
                  </a:cubicBezTo>
                  <a:cubicBezTo>
                    <a:pt x="22" y="8"/>
                    <a:pt x="22" y="8"/>
                    <a:pt x="22" y="8"/>
                  </a:cubicBezTo>
                  <a:cubicBezTo>
                    <a:pt x="22" y="8"/>
                    <a:pt x="16" y="0"/>
                    <a:pt x="6" y="7"/>
                  </a:cubicBezTo>
                  <a:cubicBezTo>
                    <a:pt x="0" y="11"/>
                    <a:pt x="0" y="19"/>
                    <a:pt x="3"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2" name="组合 41"/>
          <p:cNvGrpSpPr/>
          <p:nvPr/>
        </p:nvGrpSpPr>
        <p:grpSpPr>
          <a:xfrm>
            <a:off x="7654926" y="4708526"/>
            <a:ext cx="561974" cy="1182688"/>
            <a:chOff x="7654926" y="4708526"/>
            <a:chExt cx="561974" cy="1182688"/>
          </a:xfrm>
          <a:solidFill>
            <a:schemeClr val="tx1">
              <a:lumMod val="65000"/>
              <a:lumOff val="35000"/>
            </a:schemeClr>
          </a:solidFill>
        </p:grpSpPr>
        <p:sp>
          <p:nvSpPr>
            <p:cNvPr id="43" name="Freeform 60"/>
            <p:cNvSpPr>
              <a:spLocks/>
            </p:cNvSpPr>
            <p:nvPr/>
          </p:nvSpPr>
          <p:spPr bwMode="auto">
            <a:xfrm>
              <a:off x="7794626" y="5013326"/>
              <a:ext cx="74612" cy="111125"/>
            </a:xfrm>
            <a:custGeom>
              <a:avLst/>
              <a:gdLst>
                <a:gd name="T0" fmla="*/ 4 w 21"/>
                <a:gd name="T1" fmla="*/ 21 h 31"/>
                <a:gd name="T2" fmla="*/ 17 w 21"/>
                <a:gd name="T3" fmla="*/ 31 h 31"/>
                <a:gd name="T4" fmla="*/ 18 w 21"/>
                <a:gd name="T5" fmla="*/ 15 h 31"/>
                <a:gd name="T6" fmla="*/ 15 w 21"/>
                <a:gd name="T7" fmla="*/ 6 h 31"/>
                <a:gd name="T8" fmla="*/ 14 w 21"/>
                <a:gd name="T9" fmla="*/ 6 h 31"/>
                <a:gd name="T10" fmla="*/ 14 w 21"/>
                <a:gd name="T11" fmla="*/ 6 h 31"/>
                <a:gd name="T12" fmla="*/ 5 w 21"/>
                <a:gd name="T13" fmla="*/ 2 h 31"/>
                <a:gd name="T14" fmla="*/ 4 w 21"/>
                <a:gd name="T15" fmla="*/ 2 h 31"/>
                <a:gd name="T16" fmla="*/ 1 w 21"/>
                <a:gd name="T17" fmla="*/ 12 h 31"/>
                <a:gd name="T18" fmla="*/ 1 w 21"/>
                <a:gd name="T19" fmla="*/ 12 h 31"/>
                <a:gd name="T20" fmla="*/ 1 w 21"/>
                <a:gd name="T21" fmla="*/ 12 h 31"/>
                <a:gd name="T22" fmla="*/ 4 w 21"/>
                <a:gd name="T23" fmla="*/ 2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31">
                  <a:moveTo>
                    <a:pt x="4" y="21"/>
                  </a:moveTo>
                  <a:cubicBezTo>
                    <a:pt x="6" y="25"/>
                    <a:pt x="10" y="30"/>
                    <a:pt x="17" y="31"/>
                  </a:cubicBezTo>
                  <a:cubicBezTo>
                    <a:pt x="21" y="26"/>
                    <a:pt x="20" y="19"/>
                    <a:pt x="18" y="15"/>
                  </a:cubicBezTo>
                  <a:cubicBezTo>
                    <a:pt x="15" y="6"/>
                    <a:pt x="15" y="6"/>
                    <a:pt x="15" y="6"/>
                  </a:cubicBezTo>
                  <a:cubicBezTo>
                    <a:pt x="14" y="6"/>
                    <a:pt x="14" y="6"/>
                    <a:pt x="14" y="6"/>
                  </a:cubicBezTo>
                  <a:cubicBezTo>
                    <a:pt x="14" y="6"/>
                    <a:pt x="14" y="6"/>
                    <a:pt x="14" y="6"/>
                  </a:cubicBezTo>
                  <a:cubicBezTo>
                    <a:pt x="12" y="3"/>
                    <a:pt x="8" y="0"/>
                    <a:pt x="5" y="2"/>
                  </a:cubicBezTo>
                  <a:cubicBezTo>
                    <a:pt x="4" y="2"/>
                    <a:pt x="4" y="2"/>
                    <a:pt x="4" y="2"/>
                  </a:cubicBezTo>
                  <a:cubicBezTo>
                    <a:pt x="1" y="3"/>
                    <a:pt x="0" y="8"/>
                    <a:pt x="1" y="12"/>
                  </a:cubicBezTo>
                  <a:cubicBezTo>
                    <a:pt x="1" y="12"/>
                    <a:pt x="1" y="12"/>
                    <a:pt x="1" y="12"/>
                  </a:cubicBezTo>
                  <a:cubicBezTo>
                    <a:pt x="1" y="12"/>
                    <a:pt x="1" y="12"/>
                    <a:pt x="1" y="12"/>
                  </a:cubicBezTo>
                  <a:lnTo>
                    <a:pt x="4"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61"/>
            <p:cNvSpPr>
              <a:spLocks/>
            </p:cNvSpPr>
            <p:nvPr/>
          </p:nvSpPr>
          <p:spPr bwMode="auto">
            <a:xfrm>
              <a:off x="7777163" y="5537201"/>
              <a:ext cx="100012" cy="354013"/>
            </a:xfrm>
            <a:custGeom>
              <a:avLst/>
              <a:gdLst>
                <a:gd name="T0" fmla="*/ 0 w 28"/>
                <a:gd name="T1" fmla="*/ 85 h 99"/>
                <a:gd name="T2" fmla="*/ 14 w 28"/>
                <a:gd name="T3" fmla="*/ 99 h 99"/>
                <a:gd name="T4" fmla="*/ 28 w 28"/>
                <a:gd name="T5" fmla="*/ 85 h 99"/>
                <a:gd name="T6" fmla="*/ 28 w 28"/>
                <a:gd name="T7" fmla="*/ 2 h 99"/>
                <a:gd name="T8" fmla="*/ 0 w 28"/>
                <a:gd name="T9" fmla="*/ 0 h 99"/>
                <a:gd name="T10" fmla="*/ 0 w 28"/>
                <a:gd name="T11" fmla="*/ 85 h 99"/>
              </a:gdLst>
              <a:ahLst/>
              <a:cxnLst>
                <a:cxn ang="0">
                  <a:pos x="T0" y="T1"/>
                </a:cxn>
                <a:cxn ang="0">
                  <a:pos x="T2" y="T3"/>
                </a:cxn>
                <a:cxn ang="0">
                  <a:pos x="T4" y="T5"/>
                </a:cxn>
                <a:cxn ang="0">
                  <a:pos x="T6" y="T7"/>
                </a:cxn>
                <a:cxn ang="0">
                  <a:pos x="T8" y="T9"/>
                </a:cxn>
                <a:cxn ang="0">
                  <a:pos x="T10" y="T11"/>
                </a:cxn>
              </a:cxnLst>
              <a:rect l="0" t="0" r="r" b="b"/>
              <a:pathLst>
                <a:path w="28" h="99">
                  <a:moveTo>
                    <a:pt x="0" y="85"/>
                  </a:moveTo>
                  <a:cubicBezTo>
                    <a:pt x="0" y="93"/>
                    <a:pt x="6" y="99"/>
                    <a:pt x="14" y="99"/>
                  </a:cubicBezTo>
                  <a:cubicBezTo>
                    <a:pt x="22" y="99"/>
                    <a:pt x="28" y="93"/>
                    <a:pt x="28" y="85"/>
                  </a:cubicBezTo>
                  <a:cubicBezTo>
                    <a:pt x="28" y="2"/>
                    <a:pt x="28" y="2"/>
                    <a:pt x="28" y="2"/>
                  </a:cubicBezTo>
                  <a:cubicBezTo>
                    <a:pt x="22" y="2"/>
                    <a:pt x="10" y="2"/>
                    <a:pt x="0" y="0"/>
                  </a:cubicBezTo>
                  <a:lnTo>
                    <a:pt x="0" y="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62"/>
            <p:cNvSpPr>
              <a:spLocks/>
            </p:cNvSpPr>
            <p:nvPr/>
          </p:nvSpPr>
          <p:spPr bwMode="auto">
            <a:xfrm>
              <a:off x="7797801" y="4708526"/>
              <a:ext cx="182562" cy="85725"/>
            </a:xfrm>
            <a:custGeom>
              <a:avLst/>
              <a:gdLst>
                <a:gd name="T0" fmla="*/ 51 w 51"/>
                <a:gd name="T1" fmla="*/ 13 h 24"/>
                <a:gd name="T2" fmla="*/ 51 w 51"/>
                <a:gd name="T3" fmla="*/ 13 h 24"/>
                <a:gd name="T4" fmla="*/ 25 w 51"/>
                <a:gd name="T5" fmla="*/ 0 h 24"/>
                <a:gd name="T6" fmla="*/ 0 w 51"/>
                <a:gd name="T7" fmla="*/ 13 h 24"/>
                <a:gd name="T8" fmla="*/ 0 w 51"/>
                <a:gd name="T9" fmla="*/ 13 h 24"/>
                <a:gd name="T10" fmla="*/ 0 w 51"/>
                <a:gd name="T11" fmla="*/ 24 h 24"/>
                <a:gd name="T12" fmla="*/ 51 w 51"/>
                <a:gd name="T13" fmla="*/ 24 h 24"/>
                <a:gd name="T14" fmla="*/ 51 w 51"/>
                <a:gd name="T15" fmla="*/ 13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24">
                  <a:moveTo>
                    <a:pt x="51" y="13"/>
                  </a:moveTo>
                  <a:cubicBezTo>
                    <a:pt x="51" y="13"/>
                    <a:pt x="51" y="13"/>
                    <a:pt x="51" y="13"/>
                  </a:cubicBezTo>
                  <a:cubicBezTo>
                    <a:pt x="51" y="6"/>
                    <a:pt x="39" y="0"/>
                    <a:pt x="25" y="0"/>
                  </a:cubicBezTo>
                  <a:cubicBezTo>
                    <a:pt x="11" y="0"/>
                    <a:pt x="0" y="6"/>
                    <a:pt x="0" y="13"/>
                  </a:cubicBezTo>
                  <a:cubicBezTo>
                    <a:pt x="0" y="13"/>
                    <a:pt x="0" y="13"/>
                    <a:pt x="0" y="13"/>
                  </a:cubicBezTo>
                  <a:cubicBezTo>
                    <a:pt x="0" y="24"/>
                    <a:pt x="0" y="24"/>
                    <a:pt x="0" y="24"/>
                  </a:cubicBezTo>
                  <a:cubicBezTo>
                    <a:pt x="51" y="24"/>
                    <a:pt x="51" y="24"/>
                    <a:pt x="51" y="24"/>
                  </a:cubicBezTo>
                  <a:lnTo>
                    <a:pt x="51"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63"/>
            <p:cNvSpPr>
              <a:spLocks noEditPoints="1"/>
            </p:cNvSpPr>
            <p:nvPr/>
          </p:nvSpPr>
          <p:spPr bwMode="auto">
            <a:xfrm>
              <a:off x="7654926" y="4938713"/>
              <a:ext cx="501650" cy="598488"/>
            </a:xfrm>
            <a:custGeom>
              <a:avLst/>
              <a:gdLst>
                <a:gd name="T0" fmla="*/ 87 w 140"/>
                <a:gd name="T1" fmla="*/ 141 h 167"/>
                <a:gd name="T2" fmla="*/ 104 w 140"/>
                <a:gd name="T3" fmla="*/ 134 h 167"/>
                <a:gd name="T4" fmla="*/ 109 w 140"/>
                <a:gd name="T5" fmla="*/ 115 h 167"/>
                <a:gd name="T6" fmla="*/ 117 w 140"/>
                <a:gd name="T7" fmla="*/ 131 h 167"/>
                <a:gd name="T8" fmla="*/ 133 w 140"/>
                <a:gd name="T9" fmla="*/ 120 h 167"/>
                <a:gd name="T10" fmla="*/ 91 w 140"/>
                <a:gd name="T11" fmla="*/ 2 h 167"/>
                <a:gd name="T12" fmla="*/ 88 w 140"/>
                <a:gd name="T13" fmla="*/ 39 h 167"/>
                <a:gd name="T14" fmla="*/ 84 w 140"/>
                <a:gd name="T15" fmla="*/ 48 h 167"/>
                <a:gd name="T16" fmla="*/ 85 w 140"/>
                <a:gd name="T17" fmla="*/ 38 h 167"/>
                <a:gd name="T18" fmla="*/ 90 w 140"/>
                <a:gd name="T19" fmla="*/ 6 h 167"/>
                <a:gd name="T20" fmla="*/ 79 w 140"/>
                <a:gd name="T21" fmla="*/ 0 h 167"/>
                <a:gd name="T22" fmla="*/ 51 w 140"/>
                <a:gd name="T23" fmla="*/ 0 h 167"/>
                <a:gd name="T24" fmla="*/ 44 w 140"/>
                <a:gd name="T25" fmla="*/ 19 h 167"/>
                <a:gd name="T26" fmla="*/ 56 w 140"/>
                <a:gd name="T27" fmla="*/ 26 h 167"/>
                <a:gd name="T28" fmla="*/ 59 w 140"/>
                <a:gd name="T29" fmla="*/ 35 h 167"/>
                <a:gd name="T30" fmla="*/ 63 w 140"/>
                <a:gd name="T31" fmla="*/ 52 h 167"/>
                <a:gd name="T32" fmla="*/ 66 w 140"/>
                <a:gd name="T33" fmla="*/ 52 h 167"/>
                <a:gd name="T34" fmla="*/ 63 w 140"/>
                <a:gd name="T35" fmla="*/ 54 h 167"/>
                <a:gd name="T36" fmla="*/ 51 w 140"/>
                <a:gd name="T37" fmla="*/ 59 h 167"/>
                <a:gd name="T38" fmla="*/ 48 w 140"/>
                <a:gd name="T39" fmla="*/ 59 h 167"/>
                <a:gd name="T40" fmla="*/ 50 w 140"/>
                <a:gd name="T41" fmla="*/ 57 h 167"/>
                <a:gd name="T42" fmla="*/ 41 w 140"/>
                <a:gd name="T43" fmla="*/ 42 h 167"/>
                <a:gd name="T44" fmla="*/ 37 w 140"/>
                <a:gd name="T45" fmla="*/ 34 h 167"/>
                <a:gd name="T46" fmla="*/ 41 w 140"/>
                <a:gd name="T47" fmla="*/ 20 h 167"/>
                <a:gd name="T48" fmla="*/ 41 w 140"/>
                <a:gd name="T49" fmla="*/ 8 h 167"/>
                <a:gd name="T50" fmla="*/ 44 w 140"/>
                <a:gd name="T51" fmla="*/ 3 h 167"/>
                <a:gd name="T52" fmla="*/ 24 w 140"/>
                <a:gd name="T53" fmla="*/ 12 h 167"/>
                <a:gd name="T54" fmla="*/ 17 w 140"/>
                <a:gd name="T55" fmla="*/ 21 h 167"/>
                <a:gd name="T56" fmla="*/ 19 w 140"/>
                <a:gd name="T57" fmla="*/ 110 h 167"/>
                <a:gd name="T58" fmla="*/ 38 w 140"/>
                <a:gd name="T59" fmla="*/ 101 h 167"/>
                <a:gd name="T60" fmla="*/ 28 w 140"/>
                <a:gd name="T61" fmla="*/ 52 h 167"/>
                <a:gd name="T62" fmla="*/ 29 w 140"/>
                <a:gd name="T63" fmla="*/ 73 h 167"/>
                <a:gd name="T64" fmla="*/ 39 w 140"/>
                <a:gd name="T65" fmla="*/ 101 h 167"/>
                <a:gd name="T66" fmla="*/ 27 w 140"/>
                <a:gd name="T67" fmla="*/ 116 h 167"/>
                <a:gd name="T68" fmla="*/ 27 w 140"/>
                <a:gd name="T69" fmla="*/ 122 h 167"/>
                <a:gd name="T70" fmla="*/ 64 w 140"/>
                <a:gd name="T71" fmla="*/ 167 h 167"/>
                <a:gd name="T72" fmla="*/ 81 w 140"/>
                <a:gd name="T73" fmla="*/ 167 h 167"/>
                <a:gd name="T74" fmla="*/ 65 w 140"/>
                <a:gd name="T75" fmla="*/ 144 h 167"/>
                <a:gd name="T76" fmla="*/ 65 w 140"/>
                <a:gd name="T77" fmla="*/ 138 h 167"/>
                <a:gd name="T78" fmla="*/ 65 w 140"/>
                <a:gd name="T79" fmla="*/ 144 h 167"/>
                <a:gd name="T80" fmla="*/ 62 w 140"/>
                <a:gd name="T81" fmla="*/ 116 h 167"/>
                <a:gd name="T82" fmla="*/ 68 w 140"/>
                <a:gd name="T83" fmla="*/ 116 h 167"/>
                <a:gd name="T84" fmla="*/ 65 w 140"/>
                <a:gd name="T85" fmla="*/ 94 h 167"/>
                <a:gd name="T86" fmla="*/ 65 w 140"/>
                <a:gd name="T87" fmla="*/ 88 h 167"/>
                <a:gd name="T88" fmla="*/ 65 w 140"/>
                <a:gd name="T89" fmla="*/ 94 h 167"/>
                <a:gd name="T90" fmla="*/ 62 w 140"/>
                <a:gd name="T91" fmla="*/ 66 h 167"/>
                <a:gd name="T92" fmla="*/ 68 w 140"/>
                <a:gd name="T93" fmla="*/ 66 h 167"/>
                <a:gd name="T94" fmla="*/ 65 w 140"/>
                <a:gd name="T95" fmla="*/ 45 h 167"/>
                <a:gd name="T96" fmla="*/ 65 w 140"/>
                <a:gd name="T97" fmla="*/ 38 h 167"/>
                <a:gd name="T98" fmla="*/ 65 w 140"/>
                <a:gd name="T99" fmla="*/ 45 h 167"/>
                <a:gd name="T100" fmla="*/ 62 w 140"/>
                <a:gd name="T101" fmla="*/ 17 h 167"/>
                <a:gd name="T102" fmla="*/ 68 w 140"/>
                <a:gd name="T103" fmla="*/ 1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67">
                  <a:moveTo>
                    <a:pt x="81" y="147"/>
                  </a:moveTo>
                  <a:cubicBezTo>
                    <a:pt x="81" y="144"/>
                    <a:pt x="84" y="141"/>
                    <a:pt x="87" y="141"/>
                  </a:cubicBezTo>
                  <a:cubicBezTo>
                    <a:pt x="100" y="141"/>
                    <a:pt x="100" y="141"/>
                    <a:pt x="100" y="141"/>
                  </a:cubicBezTo>
                  <a:cubicBezTo>
                    <a:pt x="101" y="138"/>
                    <a:pt x="102" y="136"/>
                    <a:pt x="104" y="134"/>
                  </a:cubicBezTo>
                  <a:cubicBezTo>
                    <a:pt x="100" y="47"/>
                    <a:pt x="100" y="47"/>
                    <a:pt x="100" y="47"/>
                  </a:cubicBezTo>
                  <a:cubicBezTo>
                    <a:pt x="111" y="68"/>
                    <a:pt x="114" y="92"/>
                    <a:pt x="109" y="115"/>
                  </a:cubicBezTo>
                  <a:cubicBezTo>
                    <a:pt x="109" y="116"/>
                    <a:pt x="109" y="118"/>
                    <a:pt x="109" y="119"/>
                  </a:cubicBezTo>
                  <a:cubicBezTo>
                    <a:pt x="109" y="124"/>
                    <a:pt x="112" y="130"/>
                    <a:pt x="117" y="131"/>
                  </a:cubicBezTo>
                  <a:cubicBezTo>
                    <a:pt x="122" y="133"/>
                    <a:pt x="128" y="130"/>
                    <a:pt x="131" y="124"/>
                  </a:cubicBezTo>
                  <a:cubicBezTo>
                    <a:pt x="131" y="124"/>
                    <a:pt x="132" y="121"/>
                    <a:pt x="133" y="120"/>
                  </a:cubicBezTo>
                  <a:cubicBezTo>
                    <a:pt x="140" y="83"/>
                    <a:pt x="131" y="44"/>
                    <a:pt x="108" y="14"/>
                  </a:cubicBezTo>
                  <a:cubicBezTo>
                    <a:pt x="108" y="14"/>
                    <a:pt x="102" y="6"/>
                    <a:pt x="91" y="2"/>
                  </a:cubicBezTo>
                  <a:cubicBezTo>
                    <a:pt x="92" y="3"/>
                    <a:pt x="92" y="4"/>
                    <a:pt x="93" y="4"/>
                  </a:cubicBezTo>
                  <a:cubicBezTo>
                    <a:pt x="98" y="15"/>
                    <a:pt x="92" y="32"/>
                    <a:pt x="88" y="39"/>
                  </a:cubicBezTo>
                  <a:cubicBezTo>
                    <a:pt x="89" y="41"/>
                    <a:pt x="90" y="42"/>
                    <a:pt x="90" y="43"/>
                  </a:cubicBezTo>
                  <a:cubicBezTo>
                    <a:pt x="89" y="46"/>
                    <a:pt x="87" y="48"/>
                    <a:pt x="84" y="48"/>
                  </a:cubicBezTo>
                  <a:cubicBezTo>
                    <a:pt x="81" y="47"/>
                    <a:pt x="79" y="45"/>
                    <a:pt x="80" y="42"/>
                  </a:cubicBezTo>
                  <a:cubicBezTo>
                    <a:pt x="80" y="39"/>
                    <a:pt x="83" y="37"/>
                    <a:pt x="85" y="38"/>
                  </a:cubicBezTo>
                  <a:cubicBezTo>
                    <a:pt x="86" y="38"/>
                    <a:pt x="86" y="38"/>
                    <a:pt x="86" y="38"/>
                  </a:cubicBezTo>
                  <a:cubicBezTo>
                    <a:pt x="88" y="31"/>
                    <a:pt x="94" y="15"/>
                    <a:pt x="90" y="6"/>
                  </a:cubicBezTo>
                  <a:cubicBezTo>
                    <a:pt x="88" y="4"/>
                    <a:pt x="87" y="2"/>
                    <a:pt x="84" y="1"/>
                  </a:cubicBezTo>
                  <a:cubicBezTo>
                    <a:pt x="82" y="0"/>
                    <a:pt x="81" y="0"/>
                    <a:pt x="79" y="0"/>
                  </a:cubicBezTo>
                  <a:cubicBezTo>
                    <a:pt x="52" y="0"/>
                    <a:pt x="52" y="0"/>
                    <a:pt x="52" y="0"/>
                  </a:cubicBezTo>
                  <a:cubicBezTo>
                    <a:pt x="51" y="0"/>
                    <a:pt x="51" y="0"/>
                    <a:pt x="51" y="0"/>
                  </a:cubicBezTo>
                  <a:cubicBezTo>
                    <a:pt x="49" y="1"/>
                    <a:pt x="48" y="3"/>
                    <a:pt x="46" y="4"/>
                  </a:cubicBezTo>
                  <a:cubicBezTo>
                    <a:pt x="43" y="9"/>
                    <a:pt x="44" y="16"/>
                    <a:pt x="44" y="19"/>
                  </a:cubicBezTo>
                  <a:cubicBezTo>
                    <a:pt x="49" y="18"/>
                    <a:pt x="54" y="21"/>
                    <a:pt x="56" y="26"/>
                  </a:cubicBezTo>
                  <a:cubicBezTo>
                    <a:pt x="56" y="26"/>
                    <a:pt x="56" y="26"/>
                    <a:pt x="56" y="26"/>
                  </a:cubicBezTo>
                  <a:cubicBezTo>
                    <a:pt x="55" y="26"/>
                    <a:pt x="55" y="26"/>
                    <a:pt x="55" y="26"/>
                  </a:cubicBezTo>
                  <a:cubicBezTo>
                    <a:pt x="59" y="35"/>
                    <a:pt x="59" y="35"/>
                    <a:pt x="59" y="35"/>
                  </a:cubicBezTo>
                  <a:cubicBezTo>
                    <a:pt x="61" y="41"/>
                    <a:pt x="61" y="47"/>
                    <a:pt x="58" y="53"/>
                  </a:cubicBezTo>
                  <a:cubicBezTo>
                    <a:pt x="59" y="53"/>
                    <a:pt x="61" y="53"/>
                    <a:pt x="63" y="52"/>
                  </a:cubicBezTo>
                  <a:cubicBezTo>
                    <a:pt x="63" y="51"/>
                    <a:pt x="64" y="51"/>
                    <a:pt x="64" y="51"/>
                  </a:cubicBezTo>
                  <a:cubicBezTo>
                    <a:pt x="65" y="50"/>
                    <a:pt x="66" y="52"/>
                    <a:pt x="66" y="52"/>
                  </a:cubicBezTo>
                  <a:cubicBezTo>
                    <a:pt x="66" y="52"/>
                    <a:pt x="67" y="54"/>
                    <a:pt x="66" y="54"/>
                  </a:cubicBezTo>
                  <a:cubicBezTo>
                    <a:pt x="65" y="55"/>
                    <a:pt x="64" y="55"/>
                    <a:pt x="63" y="54"/>
                  </a:cubicBezTo>
                  <a:cubicBezTo>
                    <a:pt x="61" y="55"/>
                    <a:pt x="59" y="55"/>
                    <a:pt x="57" y="54"/>
                  </a:cubicBezTo>
                  <a:cubicBezTo>
                    <a:pt x="55" y="56"/>
                    <a:pt x="53" y="58"/>
                    <a:pt x="51" y="59"/>
                  </a:cubicBezTo>
                  <a:cubicBezTo>
                    <a:pt x="51" y="60"/>
                    <a:pt x="51" y="61"/>
                    <a:pt x="50" y="61"/>
                  </a:cubicBezTo>
                  <a:cubicBezTo>
                    <a:pt x="49" y="61"/>
                    <a:pt x="48" y="59"/>
                    <a:pt x="48" y="59"/>
                  </a:cubicBezTo>
                  <a:cubicBezTo>
                    <a:pt x="48" y="59"/>
                    <a:pt x="47" y="58"/>
                    <a:pt x="48" y="57"/>
                  </a:cubicBezTo>
                  <a:cubicBezTo>
                    <a:pt x="49" y="57"/>
                    <a:pt x="50" y="57"/>
                    <a:pt x="50" y="57"/>
                  </a:cubicBezTo>
                  <a:cubicBezTo>
                    <a:pt x="52" y="56"/>
                    <a:pt x="53" y="55"/>
                    <a:pt x="54" y="54"/>
                  </a:cubicBezTo>
                  <a:cubicBezTo>
                    <a:pt x="48" y="53"/>
                    <a:pt x="44" y="48"/>
                    <a:pt x="41" y="42"/>
                  </a:cubicBezTo>
                  <a:cubicBezTo>
                    <a:pt x="38" y="34"/>
                    <a:pt x="38" y="34"/>
                    <a:pt x="38" y="34"/>
                  </a:cubicBezTo>
                  <a:cubicBezTo>
                    <a:pt x="37" y="34"/>
                    <a:pt x="37" y="34"/>
                    <a:pt x="37" y="34"/>
                  </a:cubicBezTo>
                  <a:cubicBezTo>
                    <a:pt x="37" y="34"/>
                    <a:pt x="37" y="34"/>
                    <a:pt x="37" y="34"/>
                  </a:cubicBezTo>
                  <a:cubicBezTo>
                    <a:pt x="34" y="28"/>
                    <a:pt x="36" y="22"/>
                    <a:pt x="41" y="20"/>
                  </a:cubicBezTo>
                  <a:cubicBezTo>
                    <a:pt x="41" y="18"/>
                    <a:pt x="40" y="13"/>
                    <a:pt x="41" y="8"/>
                  </a:cubicBezTo>
                  <a:cubicBezTo>
                    <a:pt x="41" y="8"/>
                    <a:pt x="41" y="8"/>
                    <a:pt x="41" y="8"/>
                  </a:cubicBezTo>
                  <a:cubicBezTo>
                    <a:pt x="41" y="7"/>
                    <a:pt x="41" y="7"/>
                    <a:pt x="41" y="7"/>
                  </a:cubicBezTo>
                  <a:cubicBezTo>
                    <a:pt x="42" y="6"/>
                    <a:pt x="43" y="4"/>
                    <a:pt x="44" y="3"/>
                  </a:cubicBezTo>
                  <a:cubicBezTo>
                    <a:pt x="44" y="2"/>
                    <a:pt x="44" y="1"/>
                    <a:pt x="45" y="1"/>
                  </a:cubicBezTo>
                  <a:cubicBezTo>
                    <a:pt x="35" y="3"/>
                    <a:pt x="27" y="9"/>
                    <a:pt x="24" y="12"/>
                  </a:cubicBezTo>
                  <a:cubicBezTo>
                    <a:pt x="24" y="12"/>
                    <a:pt x="24" y="12"/>
                    <a:pt x="24" y="12"/>
                  </a:cubicBezTo>
                  <a:cubicBezTo>
                    <a:pt x="21" y="15"/>
                    <a:pt x="19" y="18"/>
                    <a:pt x="17" y="21"/>
                  </a:cubicBezTo>
                  <a:cubicBezTo>
                    <a:pt x="2" y="51"/>
                    <a:pt x="0" y="79"/>
                    <a:pt x="17" y="107"/>
                  </a:cubicBezTo>
                  <a:cubicBezTo>
                    <a:pt x="18" y="107"/>
                    <a:pt x="19" y="110"/>
                    <a:pt x="19" y="110"/>
                  </a:cubicBezTo>
                  <a:cubicBezTo>
                    <a:pt x="22" y="114"/>
                    <a:pt x="27" y="116"/>
                    <a:pt x="32" y="113"/>
                  </a:cubicBezTo>
                  <a:cubicBezTo>
                    <a:pt x="37" y="111"/>
                    <a:pt x="39" y="106"/>
                    <a:pt x="38" y="101"/>
                  </a:cubicBezTo>
                  <a:cubicBezTo>
                    <a:pt x="37" y="101"/>
                    <a:pt x="37" y="99"/>
                    <a:pt x="36" y="99"/>
                  </a:cubicBezTo>
                  <a:cubicBezTo>
                    <a:pt x="27" y="82"/>
                    <a:pt x="25" y="67"/>
                    <a:pt x="28" y="52"/>
                  </a:cubicBezTo>
                  <a:cubicBezTo>
                    <a:pt x="29" y="50"/>
                    <a:pt x="30" y="48"/>
                    <a:pt x="30" y="46"/>
                  </a:cubicBezTo>
                  <a:cubicBezTo>
                    <a:pt x="29" y="73"/>
                    <a:pt x="29" y="73"/>
                    <a:pt x="29" y="73"/>
                  </a:cubicBezTo>
                  <a:cubicBezTo>
                    <a:pt x="31" y="81"/>
                    <a:pt x="34" y="89"/>
                    <a:pt x="38" y="98"/>
                  </a:cubicBezTo>
                  <a:cubicBezTo>
                    <a:pt x="38" y="98"/>
                    <a:pt x="39" y="101"/>
                    <a:pt x="39" y="101"/>
                  </a:cubicBezTo>
                  <a:cubicBezTo>
                    <a:pt x="41" y="106"/>
                    <a:pt x="39" y="113"/>
                    <a:pt x="33" y="115"/>
                  </a:cubicBezTo>
                  <a:cubicBezTo>
                    <a:pt x="31" y="116"/>
                    <a:pt x="29" y="116"/>
                    <a:pt x="27" y="116"/>
                  </a:cubicBezTo>
                  <a:cubicBezTo>
                    <a:pt x="27" y="122"/>
                    <a:pt x="27" y="122"/>
                    <a:pt x="27" y="122"/>
                  </a:cubicBezTo>
                  <a:cubicBezTo>
                    <a:pt x="27" y="122"/>
                    <a:pt x="27" y="122"/>
                    <a:pt x="27" y="122"/>
                  </a:cubicBezTo>
                  <a:cubicBezTo>
                    <a:pt x="26" y="160"/>
                    <a:pt x="26" y="160"/>
                    <a:pt x="26" y="160"/>
                  </a:cubicBezTo>
                  <a:cubicBezTo>
                    <a:pt x="26" y="164"/>
                    <a:pt x="43" y="167"/>
                    <a:pt x="64" y="167"/>
                  </a:cubicBezTo>
                  <a:cubicBezTo>
                    <a:pt x="67" y="167"/>
                    <a:pt x="67" y="167"/>
                    <a:pt x="67" y="167"/>
                  </a:cubicBezTo>
                  <a:cubicBezTo>
                    <a:pt x="72" y="167"/>
                    <a:pt x="76" y="167"/>
                    <a:pt x="81" y="167"/>
                  </a:cubicBezTo>
                  <a:lnTo>
                    <a:pt x="81" y="147"/>
                  </a:lnTo>
                  <a:close/>
                  <a:moveTo>
                    <a:pt x="65" y="144"/>
                  </a:moveTo>
                  <a:cubicBezTo>
                    <a:pt x="63" y="144"/>
                    <a:pt x="62" y="143"/>
                    <a:pt x="62" y="141"/>
                  </a:cubicBezTo>
                  <a:cubicBezTo>
                    <a:pt x="62" y="139"/>
                    <a:pt x="63" y="138"/>
                    <a:pt x="65" y="138"/>
                  </a:cubicBezTo>
                  <a:cubicBezTo>
                    <a:pt x="67" y="138"/>
                    <a:pt x="68" y="139"/>
                    <a:pt x="68" y="141"/>
                  </a:cubicBezTo>
                  <a:cubicBezTo>
                    <a:pt x="68" y="143"/>
                    <a:pt x="67" y="144"/>
                    <a:pt x="65" y="144"/>
                  </a:cubicBezTo>
                  <a:close/>
                  <a:moveTo>
                    <a:pt x="65" y="119"/>
                  </a:moveTo>
                  <a:cubicBezTo>
                    <a:pt x="63" y="119"/>
                    <a:pt x="62" y="118"/>
                    <a:pt x="62" y="116"/>
                  </a:cubicBezTo>
                  <a:cubicBezTo>
                    <a:pt x="62" y="114"/>
                    <a:pt x="63" y="113"/>
                    <a:pt x="65" y="113"/>
                  </a:cubicBezTo>
                  <a:cubicBezTo>
                    <a:pt x="67" y="113"/>
                    <a:pt x="68" y="114"/>
                    <a:pt x="68" y="116"/>
                  </a:cubicBezTo>
                  <a:cubicBezTo>
                    <a:pt x="68" y="118"/>
                    <a:pt x="67" y="119"/>
                    <a:pt x="65" y="119"/>
                  </a:cubicBezTo>
                  <a:close/>
                  <a:moveTo>
                    <a:pt x="65" y="94"/>
                  </a:moveTo>
                  <a:cubicBezTo>
                    <a:pt x="63" y="94"/>
                    <a:pt x="62" y="93"/>
                    <a:pt x="62" y="91"/>
                  </a:cubicBezTo>
                  <a:cubicBezTo>
                    <a:pt x="62" y="89"/>
                    <a:pt x="63" y="88"/>
                    <a:pt x="65" y="88"/>
                  </a:cubicBezTo>
                  <a:cubicBezTo>
                    <a:pt x="67" y="88"/>
                    <a:pt x="68" y="89"/>
                    <a:pt x="68" y="91"/>
                  </a:cubicBezTo>
                  <a:cubicBezTo>
                    <a:pt x="68" y="93"/>
                    <a:pt x="67" y="94"/>
                    <a:pt x="65" y="94"/>
                  </a:cubicBezTo>
                  <a:close/>
                  <a:moveTo>
                    <a:pt x="65" y="70"/>
                  </a:moveTo>
                  <a:cubicBezTo>
                    <a:pt x="63" y="70"/>
                    <a:pt x="62" y="68"/>
                    <a:pt x="62" y="66"/>
                  </a:cubicBezTo>
                  <a:cubicBezTo>
                    <a:pt x="62" y="65"/>
                    <a:pt x="63" y="63"/>
                    <a:pt x="65" y="63"/>
                  </a:cubicBezTo>
                  <a:cubicBezTo>
                    <a:pt x="67" y="63"/>
                    <a:pt x="68" y="65"/>
                    <a:pt x="68" y="66"/>
                  </a:cubicBezTo>
                  <a:cubicBezTo>
                    <a:pt x="68" y="68"/>
                    <a:pt x="67" y="70"/>
                    <a:pt x="65" y="70"/>
                  </a:cubicBezTo>
                  <a:close/>
                  <a:moveTo>
                    <a:pt x="65" y="45"/>
                  </a:moveTo>
                  <a:cubicBezTo>
                    <a:pt x="63" y="45"/>
                    <a:pt x="62" y="43"/>
                    <a:pt x="62" y="42"/>
                  </a:cubicBezTo>
                  <a:cubicBezTo>
                    <a:pt x="62" y="40"/>
                    <a:pt x="63" y="38"/>
                    <a:pt x="65" y="38"/>
                  </a:cubicBezTo>
                  <a:cubicBezTo>
                    <a:pt x="67" y="38"/>
                    <a:pt x="68" y="40"/>
                    <a:pt x="68" y="42"/>
                  </a:cubicBezTo>
                  <a:cubicBezTo>
                    <a:pt x="68" y="43"/>
                    <a:pt x="67" y="45"/>
                    <a:pt x="65" y="45"/>
                  </a:cubicBezTo>
                  <a:close/>
                  <a:moveTo>
                    <a:pt x="65" y="20"/>
                  </a:moveTo>
                  <a:cubicBezTo>
                    <a:pt x="63" y="20"/>
                    <a:pt x="62" y="19"/>
                    <a:pt x="62" y="17"/>
                  </a:cubicBezTo>
                  <a:cubicBezTo>
                    <a:pt x="62" y="15"/>
                    <a:pt x="63" y="14"/>
                    <a:pt x="65" y="14"/>
                  </a:cubicBezTo>
                  <a:cubicBezTo>
                    <a:pt x="67" y="14"/>
                    <a:pt x="68" y="15"/>
                    <a:pt x="68" y="17"/>
                  </a:cubicBezTo>
                  <a:cubicBezTo>
                    <a:pt x="68" y="19"/>
                    <a:pt x="67" y="20"/>
                    <a:pt x="65"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64"/>
            <p:cNvSpPr>
              <a:spLocks/>
            </p:cNvSpPr>
            <p:nvPr/>
          </p:nvSpPr>
          <p:spPr bwMode="auto">
            <a:xfrm>
              <a:off x="7897813" y="5543551"/>
              <a:ext cx="96837" cy="347663"/>
            </a:xfrm>
            <a:custGeom>
              <a:avLst/>
              <a:gdLst>
                <a:gd name="T0" fmla="*/ 13 w 27"/>
                <a:gd name="T1" fmla="*/ 22 h 97"/>
                <a:gd name="T2" fmla="*/ 13 w 27"/>
                <a:gd name="T3" fmla="*/ 0 h 97"/>
                <a:gd name="T4" fmla="*/ 0 w 27"/>
                <a:gd name="T5" fmla="*/ 0 h 97"/>
                <a:gd name="T6" fmla="*/ 0 w 27"/>
                <a:gd name="T7" fmla="*/ 83 h 97"/>
                <a:gd name="T8" fmla="*/ 14 w 27"/>
                <a:gd name="T9" fmla="*/ 97 h 97"/>
                <a:gd name="T10" fmla="*/ 27 w 27"/>
                <a:gd name="T11" fmla="*/ 83 h 97"/>
                <a:gd name="T12" fmla="*/ 27 w 27"/>
                <a:gd name="T13" fmla="*/ 28 h 97"/>
                <a:gd name="T14" fmla="*/ 19 w 27"/>
                <a:gd name="T15" fmla="*/ 28 h 97"/>
                <a:gd name="T16" fmla="*/ 13 w 27"/>
                <a:gd name="T17" fmla="*/ 2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97">
                  <a:moveTo>
                    <a:pt x="13" y="22"/>
                  </a:moveTo>
                  <a:cubicBezTo>
                    <a:pt x="13" y="0"/>
                    <a:pt x="13" y="0"/>
                    <a:pt x="13" y="0"/>
                  </a:cubicBezTo>
                  <a:cubicBezTo>
                    <a:pt x="7" y="0"/>
                    <a:pt x="3" y="0"/>
                    <a:pt x="0" y="0"/>
                  </a:cubicBezTo>
                  <a:cubicBezTo>
                    <a:pt x="0" y="83"/>
                    <a:pt x="0" y="83"/>
                    <a:pt x="0" y="83"/>
                  </a:cubicBezTo>
                  <a:cubicBezTo>
                    <a:pt x="0" y="91"/>
                    <a:pt x="6" y="97"/>
                    <a:pt x="14" y="97"/>
                  </a:cubicBezTo>
                  <a:cubicBezTo>
                    <a:pt x="21" y="97"/>
                    <a:pt x="27" y="91"/>
                    <a:pt x="27" y="83"/>
                  </a:cubicBezTo>
                  <a:cubicBezTo>
                    <a:pt x="27" y="28"/>
                    <a:pt x="27" y="28"/>
                    <a:pt x="27" y="28"/>
                  </a:cubicBezTo>
                  <a:cubicBezTo>
                    <a:pt x="19" y="28"/>
                    <a:pt x="19" y="28"/>
                    <a:pt x="19" y="28"/>
                  </a:cubicBezTo>
                  <a:cubicBezTo>
                    <a:pt x="16" y="28"/>
                    <a:pt x="13" y="25"/>
                    <a:pt x="13"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65"/>
            <p:cNvSpPr>
              <a:spLocks noEditPoints="1"/>
            </p:cNvSpPr>
            <p:nvPr/>
          </p:nvSpPr>
          <p:spPr bwMode="auto">
            <a:xfrm>
              <a:off x="7951788" y="5418138"/>
              <a:ext cx="265112" cy="219075"/>
            </a:xfrm>
            <a:custGeom>
              <a:avLst/>
              <a:gdLst>
                <a:gd name="T0" fmla="*/ 70 w 74"/>
                <a:gd name="T1" fmla="*/ 9 h 61"/>
                <a:gd name="T2" fmla="*/ 55 w 74"/>
                <a:gd name="T3" fmla="*/ 9 h 61"/>
                <a:gd name="T4" fmla="*/ 46 w 74"/>
                <a:gd name="T5" fmla="*/ 0 h 61"/>
                <a:gd name="T6" fmla="*/ 28 w 74"/>
                <a:gd name="T7" fmla="*/ 0 h 61"/>
                <a:gd name="T8" fmla="*/ 19 w 74"/>
                <a:gd name="T9" fmla="*/ 9 h 61"/>
                <a:gd name="T10" fmla="*/ 4 w 74"/>
                <a:gd name="T11" fmla="*/ 9 h 61"/>
                <a:gd name="T12" fmla="*/ 0 w 74"/>
                <a:gd name="T13" fmla="*/ 13 h 61"/>
                <a:gd name="T14" fmla="*/ 0 w 74"/>
                <a:gd name="T15" fmla="*/ 57 h 61"/>
                <a:gd name="T16" fmla="*/ 4 w 74"/>
                <a:gd name="T17" fmla="*/ 61 h 61"/>
                <a:gd name="T18" fmla="*/ 70 w 74"/>
                <a:gd name="T19" fmla="*/ 61 h 61"/>
                <a:gd name="T20" fmla="*/ 74 w 74"/>
                <a:gd name="T21" fmla="*/ 57 h 61"/>
                <a:gd name="T22" fmla="*/ 74 w 74"/>
                <a:gd name="T23" fmla="*/ 13 h 61"/>
                <a:gd name="T24" fmla="*/ 70 w 74"/>
                <a:gd name="T25" fmla="*/ 9 h 61"/>
                <a:gd name="T26" fmla="*/ 28 w 74"/>
                <a:gd name="T27" fmla="*/ 6 h 61"/>
                <a:gd name="T28" fmla="*/ 46 w 74"/>
                <a:gd name="T29" fmla="*/ 6 h 61"/>
                <a:gd name="T30" fmla="*/ 49 w 74"/>
                <a:gd name="T31" fmla="*/ 9 h 61"/>
                <a:gd name="T32" fmla="*/ 24 w 74"/>
                <a:gd name="T33" fmla="*/ 9 h 61"/>
                <a:gd name="T34" fmla="*/ 28 w 74"/>
                <a:gd name="T35" fmla="*/ 6 h 61"/>
                <a:gd name="T36" fmla="*/ 52 w 74"/>
                <a:gd name="T37" fmla="*/ 42 h 61"/>
                <a:gd name="T38" fmla="*/ 43 w 74"/>
                <a:gd name="T39" fmla="*/ 42 h 61"/>
                <a:gd name="T40" fmla="*/ 43 w 74"/>
                <a:gd name="T41" fmla="*/ 51 h 61"/>
                <a:gd name="T42" fmla="*/ 31 w 74"/>
                <a:gd name="T43" fmla="*/ 51 h 61"/>
                <a:gd name="T44" fmla="*/ 31 w 74"/>
                <a:gd name="T45" fmla="*/ 42 h 61"/>
                <a:gd name="T46" fmla="*/ 22 w 74"/>
                <a:gd name="T47" fmla="*/ 42 h 61"/>
                <a:gd name="T48" fmla="*/ 22 w 74"/>
                <a:gd name="T49" fmla="*/ 30 h 61"/>
                <a:gd name="T50" fmla="*/ 31 w 74"/>
                <a:gd name="T51" fmla="*/ 30 h 61"/>
                <a:gd name="T52" fmla="*/ 31 w 74"/>
                <a:gd name="T53" fmla="*/ 22 h 61"/>
                <a:gd name="T54" fmla="*/ 43 w 74"/>
                <a:gd name="T55" fmla="*/ 22 h 61"/>
                <a:gd name="T56" fmla="*/ 43 w 74"/>
                <a:gd name="T57" fmla="*/ 30 h 61"/>
                <a:gd name="T58" fmla="*/ 52 w 74"/>
                <a:gd name="T59" fmla="*/ 30 h 61"/>
                <a:gd name="T60" fmla="*/ 52 w 74"/>
                <a:gd name="T61" fmla="*/ 4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4" h="61">
                  <a:moveTo>
                    <a:pt x="70" y="9"/>
                  </a:moveTo>
                  <a:cubicBezTo>
                    <a:pt x="55" y="9"/>
                    <a:pt x="55" y="9"/>
                    <a:pt x="55" y="9"/>
                  </a:cubicBezTo>
                  <a:cubicBezTo>
                    <a:pt x="54" y="4"/>
                    <a:pt x="51" y="0"/>
                    <a:pt x="46" y="0"/>
                  </a:cubicBezTo>
                  <a:cubicBezTo>
                    <a:pt x="28" y="0"/>
                    <a:pt x="28" y="0"/>
                    <a:pt x="28" y="0"/>
                  </a:cubicBezTo>
                  <a:cubicBezTo>
                    <a:pt x="23" y="0"/>
                    <a:pt x="19" y="4"/>
                    <a:pt x="19" y="9"/>
                  </a:cubicBezTo>
                  <a:cubicBezTo>
                    <a:pt x="4" y="9"/>
                    <a:pt x="4" y="9"/>
                    <a:pt x="4" y="9"/>
                  </a:cubicBezTo>
                  <a:cubicBezTo>
                    <a:pt x="2" y="9"/>
                    <a:pt x="0" y="11"/>
                    <a:pt x="0" y="13"/>
                  </a:cubicBezTo>
                  <a:cubicBezTo>
                    <a:pt x="0" y="57"/>
                    <a:pt x="0" y="57"/>
                    <a:pt x="0" y="57"/>
                  </a:cubicBezTo>
                  <a:cubicBezTo>
                    <a:pt x="0" y="59"/>
                    <a:pt x="2" y="61"/>
                    <a:pt x="4" y="61"/>
                  </a:cubicBezTo>
                  <a:cubicBezTo>
                    <a:pt x="70" y="61"/>
                    <a:pt x="70" y="61"/>
                    <a:pt x="70" y="61"/>
                  </a:cubicBezTo>
                  <a:cubicBezTo>
                    <a:pt x="72" y="61"/>
                    <a:pt x="74" y="59"/>
                    <a:pt x="74" y="57"/>
                  </a:cubicBezTo>
                  <a:cubicBezTo>
                    <a:pt x="74" y="13"/>
                    <a:pt x="74" y="13"/>
                    <a:pt x="74" y="13"/>
                  </a:cubicBezTo>
                  <a:cubicBezTo>
                    <a:pt x="74" y="11"/>
                    <a:pt x="72" y="9"/>
                    <a:pt x="70" y="9"/>
                  </a:cubicBezTo>
                  <a:close/>
                  <a:moveTo>
                    <a:pt x="28" y="6"/>
                  </a:moveTo>
                  <a:cubicBezTo>
                    <a:pt x="46" y="6"/>
                    <a:pt x="46" y="6"/>
                    <a:pt x="46" y="6"/>
                  </a:cubicBezTo>
                  <a:cubicBezTo>
                    <a:pt x="48" y="6"/>
                    <a:pt x="49" y="7"/>
                    <a:pt x="49" y="9"/>
                  </a:cubicBezTo>
                  <a:cubicBezTo>
                    <a:pt x="24" y="9"/>
                    <a:pt x="24" y="9"/>
                    <a:pt x="24" y="9"/>
                  </a:cubicBezTo>
                  <a:cubicBezTo>
                    <a:pt x="24" y="7"/>
                    <a:pt x="26" y="6"/>
                    <a:pt x="28" y="6"/>
                  </a:cubicBezTo>
                  <a:close/>
                  <a:moveTo>
                    <a:pt x="52" y="42"/>
                  </a:moveTo>
                  <a:cubicBezTo>
                    <a:pt x="43" y="42"/>
                    <a:pt x="43" y="42"/>
                    <a:pt x="43" y="42"/>
                  </a:cubicBezTo>
                  <a:cubicBezTo>
                    <a:pt x="43" y="51"/>
                    <a:pt x="43" y="51"/>
                    <a:pt x="43" y="51"/>
                  </a:cubicBezTo>
                  <a:cubicBezTo>
                    <a:pt x="31" y="51"/>
                    <a:pt x="31" y="51"/>
                    <a:pt x="31" y="51"/>
                  </a:cubicBezTo>
                  <a:cubicBezTo>
                    <a:pt x="31" y="42"/>
                    <a:pt x="31" y="42"/>
                    <a:pt x="31" y="42"/>
                  </a:cubicBezTo>
                  <a:cubicBezTo>
                    <a:pt x="22" y="42"/>
                    <a:pt x="22" y="42"/>
                    <a:pt x="22" y="42"/>
                  </a:cubicBezTo>
                  <a:cubicBezTo>
                    <a:pt x="22" y="30"/>
                    <a:pt x="22" y="30"/>
                    <a:pt x="22" y="30"/>
                  </a:cubicBezTo>
                  <a:cubicBezTo>
                    <a:pt x="31" y="30"/>
                    <a:pt x="31" y="30"/>
                    <a:pt x="31" y="30"/>
                  </a:cubicBezTo>
                  <a:cubicBezTo>
                    <a:pt x="31" y="22"/>
                    <a:pt x="31" y="22"/>
                    <a:pt x="31" y="22"/>
                  </a:cubicBezTo>
                  <a:cubicBezTo>
                    <a:pt x="43" y="22"/>
                    <a:pt x="43" y="22"/>
                    <a:pt x="43" y="22"/>
                  </a:cubicBezTo>
                  <a:cubicBezTo>
                    <a:pt x="43" y="30"/>
                    <a:pt x="43" y="30"/>
                    <a:pt x="43" y="30"/>
                  </a:cubicBezTo>
                  <a:cubicBezTo>
                    <a:pt x="52" y="30"/>
                    <a:pt x="52" y="30"/>
                    <a:pt x="52" y="30"/>
                  </a:cubicBezTo>
                  <a:lnTo>
                    <a:pt x="52"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Rectangle 66"/>
            <p:cNvSpPr>
              <a:spLocks noChangeArrowheads="1"/>
            </p:cNvSpPr>
            <p:nvPr/>
          </p:nvSpPr>
          <p:spPr bwMode="auto">
            <a:xfrm>
              <a:off x="7908926" y="4841876"/>
              <a:ext cx="47625"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Rectangle 67"/>
            <p:cNvSpPr>
              <a:spLocks noChangeArrowheads="1"/>
            </p:cNvSpPr>
            <p:nvPr/>
          </p:nvSpPr>
          <p:spPr bwMode="auto">
            <a:xfrm>
              <a:off x="7820026" y="4841876"/>
              <a:ext cx="49212"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68"/>
            <p:cNvSpPr>
              <a:spLocks noEditPoints="1"/>
            </p:cNvSpPr>
            <p:nvPr/>
          </p:nvSpPr>
          <p:spPr bwMode="auto">
            <a:xfrm>
              <a:off x="7797801" y="4802188"/>
              <a:ext cx="179387" cy="128588"/>
            </a:xfrm>
            <a:custGeom>
              <a:avLst/>
              <a:gdLst>
                <a:gd name="T0" fmla="*/ 25 w 50"/>
                <a:gd name="T1" fmla="*/ 36 h 36"/>
                <a:gd name="T2" fmla="*/ 50 w 50"/>
                <a:gd name="T3" fmla="*/ 8 h 36"/>
                <a:gd name="T4" fmla="*/ 49 w 50"/>
                <a:gd name="T5" fmla="*/ 0 h 36"/>
                <a:gd name="T6" fmla="*/ 0 w 50"/>
                <a:gd name="T7" fmla="*/ 0 h 36"/>
                <a:gd name="T8" fmla="*/ 0 w 50"/>
                <a:gd name="T9" fmla="*/ 8 h 36"/>
                <a:gd name="T10" fmla="*/ 25 w 50"/>
                <a:gd name="T11" fmla="*/ 36 h 36"/>
                <a:gd name="T12" fmla="*/ 5 w 50"/>
                <a:gd name="T13" fmla="*/ 18 h 36"/>
                <a:gd name="T14" fmla="*/ 5 w 50"/>
                <a:gd name="T15" fmla="*/ 10 h 36"/>
                <a:gd name="T16" fmla="*/ 6 w 50"/>
                <a:gd name="T17" fmla="*/ 9 h 36"/>
                <a:gd name="T18" fmla="*/ 21 w 50"/>
                <a:gd name="T19" fmla="*/ 9 h 36"/>
                <a:gd name="T20" fmla="*/ 22 w 50"/>
                <a:gd name="T21" fmla="*/ 10 h 36"/>
                <a:gd name="T22" fmla="*/ 22 w 50"/>
                <a:gd name="T23" fmla="*/ 13 h 36"/>
                <a:gd name="T24" fmla="*/ 29 w 50"/>
                <a:gd name="T25" fmla="*/ 13 h 36"/>
                <a:gd name="T26" fmla="*/ 29 w 50"/>
                <a:gd name="T27" fmla="*/ 10 h 36"/>
                <a:gd name="T28" fmla="*/ 30 w 50"/>
                <a:gd name="T29" fmla="*/ 9 h 36"/>
                <a:gd name="T30" fmla="*/ 45 w 50"/>
                <a:gd name="T31" fmla="*/ 9 h 36"/>
                <a:gd name="T32" fmla="*/ 46 w 50"/>
                <a:gd name="T33" fmla="*/ 10 h 36"/>
                <a:gd name="T34" fmla="*/ 46 w 50"/>
                <a:gd name="T35" fmla="*/ 18 h 36"/>
                <a:gd name="T36" fmla="*/ 45 w 50"/>
                <a:gd name="T37" fmla="*/ 19 h 36"/>
                <a:gd name="T38" fmla="*/ 30 w 50"/>
                <a:gd name="T39" fmla="*/ 19 h 36"/>
                <a:gd name="T40" fmla="*/ 29 w 50"/>
                <a:gd name="T41" fmla="*/ 18 h 36"/>
                <a:gd name="T42" fmla="*/ 29 w 50"/>
                <a:gd name="T43" fmla="*/ 15 h 36"/>
                <a:gd name="T44" fmla="*/ 22 w 50"/>
                <a:gd name="T45" fmla="*/ 15 h 36"/>
                <a:gd name="T46" fmla="*/ 22 w 50"/>
                <a:gd name="T47" fmla="*/ 18 h 36"/>
                <a:gd name="T48" fmla="*/ 21 w 50"/>
                <a:gd name="T49" fmla="*/ 19 h 36"/>
                <a:gd name="T50" fmla="*/ 6 w 50"/>
                <a:gd name="T51" fmla="*/ 19 h 36"/>
                <a:gd name="T52" fmla="*/ 5 w 50"/>
                <a:gd name="T53" fmla="*/ 1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0" h="36">
                  <a:moveTo>
                    <a:pt x="25" y="36"/>
                  </a:moveTo>
                  <a:cubicBezTo>
                    <a:pt x="39" y="36"/>
                    <a:pt x="50" y="24"/>
                    <a:pt x="50" y="8"/>
                  </a:cubicBezTo>
                  <a:cubicBezTo>
                    <a:pt x="50" y="5"/>
                    <a:pt x="50" y="3"/>
                    <a:pt x="49" y="0"/>
                  </a:cubicBezTo>
                  <a:cubicBezTo>
                    <a:pt x="0" y="0"/>
                    <a:pt x="0" y="0"/>
                    <a:pt x="0" y="0"/>
                  </a:cubicBezTo>
                  <a:cubicBezTo>
                    <a:pt x="0" y="3"/>
                    <a:pt x="0" y="5"/>
                    <a:pt x="0" y="8"/>
                  </a:cubicBezTo>
                  <a:cubicBezTo>
                    <a:pt x="0" y="24"/>
                    <a:pt x="11" y="36"/>
                    <a:pt x="25" y="36"/>
                  </a:cubicBezTo>
                  <a:close/>
                  <a:moveTo>
                    <a:pt x="5" y="18"/>
                  </a:moveTo>
                  <a:cubicBezTo>
                    <a:pt x="5" y="10"/>
                    <a:pt x="5" y="10"/>
                    <a:pt x="5" y="10"/>
                  </a:cubicBezTo>
                  <a:cubicBezTo>
                    <a:pt x="5" y="9"/>
                    <a:pt x="5" y="9"/>
                    <a:pt x="6" y="9"/>
                  </a:cubicBezTo>
                  <a:cubicBezTo>
                    <a:pt x="21" y="9"/>
                    <a:pt x="21" y="9"/>
                    <a:pt x="21" y="9"/>
                  </a:cubicBezTo>
                  <a:cubicBezTo>
                    <a:pt x="21" y="9"/>
                    <a:pt x="22" y="9"/>
                    <a:pt x="22" y="10"/>
                  </a:cubicBezTo>
                  <a:cubicBezTo>
                    <a:pt x="22" y="13"/>
                    <a:pt x="22" y="13"/>
                    <a:pt x="22" y="13"/>
                  </a:cubicBezTo>
                  <a:cubicBezTo>
                    <a:pt x="29" y="13"/>
                    <a:pt x="29" y="13"/>
                    <a:pt x="29" y="13"/>
                  </a:cubicBezTo>
                  <a:cubicBezTo>
                    <a:pt x="29" y="10"/>
                    <a:pt x="29" y="10"/>
                    <a:pt x="29" y="10"/>
                  </a:cubicBezTo>
                  <a:cubicBezTo>
                    <a:pt x="29" y="9"/>
                    <a:pt x="29" y="9"/>
                    <a:pt x="30" y="9"/>
                  </a:cubicBezTo>
                  <a:cubicBezTo>
                    <a:pt x="45" y="9"/>
                    <a:pt x="45" y="9"/>
                    <a:pt x="45" y="9"/>
                  </a:cubicBezTo>
                  <a:cubicBezTo>
                    <a:pt x="46" y="9"/>
                    <a:pt x="46" y="9"/>
                    <a:pt x="46" y="10"/>
                  </a:cubicBezTo>
                  <a:cubicBezTo>
                    <a:pt x="46" y="18"/>
                    <a:pt x="46" y="18"/>
                    <a:pt x="46" y="18"/>
                  </a:cubicBezTo>
                  <a:cubicBezTo>
                    <a:pt x="46" y="19"/>
                    <a:pt x="46" y="19"/>
                    <a:pt x="45" y="19"/>
                  </a:cubicBezTo>
                  <a:cubicBezTo>
                    <a:pt x="30" y="19"/>
                    <a:pt x="30" y="19"/>
                    <a:pt x="30" y="19"/>
                  </a:cubicBezTo>
                  <a:cubicBezTo>
                    <a:pt x="29" y="19"/>
                    <a:pt x="29" y="19"/>
                    <a:pt x="29" y="18"/>
                  </a:cubicBezTo>
                  <a:cubicBezTo>
                    <a:pt x="29" y="15"/>
                    <a:pt x="29" y="15"/>
                    <a:pt x="29" y="15"/>
                  </a:cubicBezTo>
                  <a:cubicBezTo>
                    <a:pt x="22" y="15"/>
                    <a:pt x="22" y="15"/>
                    <a:pt x="22" y="15"/>
                  </a:cubicBezTo>
                  <a:cubicBezTo>
                    <a:pt x="22" y="18"/>
                    <a:pt x="22" y="18"/>
                    <a:pt x="22" y="18"/>
                  </a:cubicBezTo>
                  <a:cubicBezTo>
                    <a:pt x="22" y="19"/>
                    <a:pt x="21" y="19"/>
                    <a:pt x="21" y="19"/>
                  </a:cubicBezTo>
                  <a:cubicBezTo>
                    <a:pt x="6" y="19"/>
                    <a:pt x="6" y="19"/>
                    <a:pt x="6" y="19"/>
                  </a:cubicBezTo>
                  <a:cubicBezTo>
                    <a:pt x="5" y="19"/>
                    <a:pt x="5" y="19"/>
                    <a:pt x="5"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pic>
        <p:nvPicPr>
          <p:cNvPr id="52" name="Picture 73"/>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9013826" y="2605088"/>
            <a:ext cx="268287" cy="42863"/>
          </a:xfrm>
          <a:prstGeom prst="rect">
            <a:avLst/>
          </a:prstGeom>
          <a:solidFill>
            <a:schemeClr val="tx1">
              <a:lumMod val="65000"/>
              <a:lumOff val="35000"/>
            </a:schemeClr>
          </a:solidFill>
          <a:ln>
            <a:noFill/>
          </a:ln>
        </p:spPr>
      </p:pic>
      <p:pic>
        <p:nvPicPr>
          <p:cNvPr id="53" name="Picture 74"/>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9018588" y="2608263"/>
            <a:ext cx="254000" cy="34925"/>
          </a:xfrm>
          <a:prstGeom prst="rect">
            <a:avLst/>
          </a:prstGeom>
          <a:solidFill>
            <a:schemeClr val="tx1">
              <a:lumMod val="65000"/>
              <a:lumOff val="35000"/>
            </a:schemeClr>
          </a:solidFill>
          <a:ln>
            <a:noFill/>
          </a:ln>
        </p:spPr>
      </p:pic>
      <p:grpSp>
        <p:nvGrpSpPr>
          <p:cNvPr id="54" name="组合 53"/>
          <p:cNvGrpSpPr/>
          <p:nvPr/>
        </p:nvGrpSpPr>
        <p:grpSpPr>
          <a:xfrm>
            <a:off x="8912226" y="1098550"/>
            <a:ext cx="466725" cy="1171576"/>
            <a:chOff x="8912226" y="1098550"/>
            <a:chExt cx="466725" cy="1171576"/>
          </a:xfrm>
          <a:solidFill>
            <a:schemeClr val="tx1">
              <a:lumMod val="65000"/>
              <a:lumOff val="35000"/>
            </a:schemeClr>
          </a:solidFill>
        </p:grpSpPr>
        <p:sp>
          <p:nvSpPr>
            <p:cNvPr id="55" name="Freeform 75"/>
            <p:cNvSpPr>
              <a:spLocks/>
            </p:cNvSpPr>
            <p:nvPr/>
          </p:nvSpPr>
          <p:spPr bwMode="auto">
            <a:xfrm>
              <a:off x="9056688" y="1189038"/>
              <a:ext cx="177800" cy="60325"/>
            </a:xfrm>
            <a:custGeom>
              <a:avLst/>
              <a:gdLst>
                <a:gd name="T0" fmla="*/ 50 w 50"/>
                <a:gd name="T1" fmla="*/ 6 h 17"/>
                <a:gd name="T2" fmla="*/ 49 w 50"/>
                <a:gd name="T3" fmla="*/ 0 h 17"/>
                <a:gd name="T4" fmla="*/ 1 w 50"/>
                <a:gd name="T5" fmla="*/ 0 h 17"/>
                <a:gd name="T6" fmla="*/ 0 w 50"/>
                <a:gd name="T7" fmla="*/ 6 h 17"/>
                <a:gd name="T8" fmla="*/ 1 w 50"/>
                <a:gd name="T9" fmla="*/ 13 h 17"/>
                <a:gd name="T10" fmla="*/ 10 w 50"/>
                <a:gd name="T11" fmla="*/ 17 h 17"/>
                <a:gd name="T12" fmla="*/ 10 w 50"/>
                <a:gd name="T13" fmla="*/ 17 h 17"/>
                <a:gd name="T14" fmla="*/ 40 w 50"/>
                <a:gd name="T15" fmla="*/ 17 h 17"/>
                <a:gd name="T16" fmla="*/ 41 w 50"/>
                <a:gd name="T17" fmla="*/ 17 h 17"/>
                <a:gd name="T18" fmla="*/ 49 w 50"/>
                <a:gd name="T19" fmla="*/ 13 h 17"/>
                <a:gd name="T20" fmla="*/ 50 w 50"/>
                <a:gd name="T21"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17">
                  <a:moveTo>
                    <a:pt x="50" y="6"/>
                  </a:moveTo>
                  <a:cubicBezTo>
                    <a:pt x="50" y="4"/>
                    <a:pt x="49" y="1"/>
                    <a:pt x="49" y="0"/>
                  </a:cubicBezTo>
                  <a:cubicBezTo>
                    <a:pt x="1" y="0"/>
                    <a:pt x="1" y="0"/>
                    <a:pt x="1" y="0"/>
                  </a:cubicBezTo>
                  <a:cubicBezTo>
                    <a:pt x="1" y="1"/>
                    <a:pt x="0" y="4"/>
                    <a:pt x="0" y="6"/>
                  </a:cubicBezTo>
                  <a:cubicBezTo>
                    <a:pt x="0" y="8"/>
                    <a:pt x="1" y="10"/>
                    <a:pt x="1" y="13"/>
                  </a:cubicBezTo>
                  <a:cubicBezTo>
                    <a:pt x="10" y="17"/>
                    <a:pt x="10" y="17"/>
                    <a:pt x="10" y="17"/>
                  </a:cubicBezTo>
                  <a:cubicBezTo>
                    <a:pt x="10" y="17"/>
                    <a:pt x="10" y="17"/>
                    <a:pt x="10" y="17"/>
                  </a:cubicBezTo>
                  <a:cubicBezTo>
                    <a:pt x="40" y="17"/>
                    <a:pt x="40" y="17"/>
                    <a:pt x="40" y="17"/>
                  </a:cubicBezTo>
                  <a:cubicBezTo>
                    <a:pt x="41" y="17"/>
                    <a:pt x="41" y="17"/>
                    <a:pt x="41" y="17"/>
                  </a:cubicBezTo>
                  <a:cubicBezTo>
                    <a:pt x="49" y="13"/>
                    <a:pt x="49" y="13"/>
                    <a:pt x="49" y="13"/>
                  </a:cubicBezTo>
                  <a:cubicBezTo>
                    <a:pt x="49" y="11"/>
                    <a:pt x="50" y="8"/>
                    <a:pt x="5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76"/>
            <p:cNvSpPr>
              <a:spLocks/>
            </p:cNvSpPr>
            <p:nvPr/>
          </p:nvSpPr>
          <p:spPr bwMode="auto">
            <a:xfrm>
              <a:off x="9063038" y="1241425"/>
              <a:ext cx="165100" cy="68263"/>
            </a:xfrm>
            <a:custGeom>
              <a:avLst/>
              <a:gdLst>
                <a:gd name="T0" fmla="*/ 6 w 46"/>
                <a:gd name="T1" fmla="*/ 3 h 19"/>
                <a:gd name="T2" fmla="*/ 0 w 46"/>
                <a:gd name="T3" fmla="*/ 0 h 19"/>
                <a:gd name="T4" fmla="*/ 23 w 46"/>
                <a:gd name="T5" fmla="*/ 19 h 19"/>
                <a:gd name="T6" fmla="*/ 46 w 46"/>
                <a:gd name="T7" fmla="*/ 0 h 19"/>
                <a:gd name="T8" fmla="*/ 40 w 46"/>
                <a:gd name="T9" fmla="*/ 3 h 19"/>
                <a:gd name="T10" fmla="*/ 40 w 46"/>
                <a:gd name="T11" fmla="*/ 4 h 19"/>
                <a:gd name="T12" fmla="*/ 40 w 46"/>
                <a:gd name="T13" fmla="*/ 7 h 19"/>
                <a:gd name="T14" fmla="*/ 40 w 46"/>
                <a:gd name="T15" fmla="*/ 8 h 19"/>
                <a:gd name="T16" fmla="*/ 40 w 46"/>
                <a:gd name="T17" fmla="*/ 8 h 19"/>
                <a:gd name="T18" fmla="*/ 23 w 46"/>
                <a:gd name="T19" fmla="*/ 15 h 19"/>
                <a:gd name="T20" fmla="*/ 6 w 46"/>
                <a:gd name="T21" fmla="*/ 8 h 19"/>
                <a:gd name="T22" fmla="*/ 6 w 46"/>
                <a:gd name="T23" fmla="*/ 7 h 19"/>
                <a:gd name="T24" fmla="*/ 6 w 46"/>
                <a:gd name="T25" fmla="*/ 7 h 19"/>
                <a:gd name="T26" fmla="*/ 6 w 46"/>
                <a:gd name="T27" fmla="*/ 4 h 19"/>
                <a:gd name="T28" fmla="*/ 6 w 46"/>
                <a:gd name="T29"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 h="19">
                  <a:moveTo>
                    <a:pt x="6" y="3"/>
                  </a:moveTo>
                  <a:cubicBezTo>
                    <a:pt x="0" y="0"/>
                    <a:pt x="0" y="0"/>
                    <a:pt x="0" y="0"/>
                  </a:cubicBezTo>
                  <a:cubicBezTo>
                    <a:pt x="3" y="11"/>
                    <a:pt x="12" y="19"/>
                    <a:pt x="23" y="19"/>
                  </a:cubicBezTo>
                  <a:cubicBezTo>
                    <a:pt x="34" y="19"/>
                    <a:pt x="43" y="11"/>
                    <a:pt x="46" y="0"/>
                  </a:cubicBezTo>
                  <a:cubicBezTo>
                    <a:pt x="40" y="3"/>
                    <a:pt x="40" y="3"/>
                    <a:pt x="40" y="3"/>
                  </a:cubicBezTo>
                  <a:cubicBezTo>
                    <a:pt x="40" y="4"/>
                    <a:pt x="40" y="4"/>
                    <a:pt x="40" y="4"/>
                  </a:cubicBezTo>
                  <a:cubicBezTo>
                    <a:pt x="40" y="7"/>
                    <a:pt x="40" y="7"/>
                    <a:pt x="40" y="7"/>
                  </a:cubicBezTo>
                  <a:cubicBezTo>
                    <a:pt x="40" y="8"/>
                    <a:pt x="40" y="8"/>
                    <a:pt x="40" y="8"/>
                  </a:cubicBezTo>
                  <a:cubicBezTo>
                    <a:pt x="40" y="8"/>
                    <a:pt x="40" y="8"/>
                    <a:pt x="40" y="8"/>
                  </a:cubicBezTo>
                  <a:cubicBezTo>
                    <a:pt x="40" y="12"/>
                    <a:pt x="33" y="15"/>
                    <a:pt x="23" y="15"/>
                  </a:cubicBezTo>
                  <a:cubicBezTo>
                    <a:pt x="14" y="15"/>
                    <a:pt x="6" y="12"/>
                    <a:pt x="6" y="8"/>
                  </a:cubicBezTo>
                  <a:cubicBezTo>
                    <a:pt x="6" y="7"/>
                    <a:pt x="6" y="7"/>
                    <a:pt x="6" y="7"/>
                  </a:cubicBezTo>
                  <a:cubicBezTo>
                    <a:pt x="6" y="7"/>
                    <a:pt x="6" y="7"/>
                    <a:pt x="6" y="7"/>
                  </a:cubicBezTo>
                  <a:cubicBezTo>
                    <a:pt x="6" y="4"/>
                    <a:pt x="6" y="4"/>
                    <a:pt x="6" y="4"/>
                  </a:cubicBezTo>
                  <a:lnTo>
                    <a:pt x="6"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77"/>
            <p:cNvSpPr>
              <a:spLocks/>
            </p:cNvSpPr>
            <p:nvPr/>
          </p:nvSpPr>
          <p:spPr bwMode="auto">
            <a:xfrm>
              <a:off x="9156701" y="1916113"/>
              <a:ext cx="100012" cy="354013"/>
            </a:xfrm>
            <a:custGeom>
              <a:avLst/>
              <a:gdLst>
                <a:gd name="T0" fmla="*/ 0 w 28"/>
                <a:gd name="T1" fmla="*/ 85 h 99"/>
                <a:gd name="T2" fmla="*/ 14 w 28"/>
                <a:gd name="T3" fmla="*/ 99 h 99"/>
                <a:gd name="T4" fmla="*/ 28 w 28"/>
                <a:gd name="T5" fmla="*/ 85 h 99"/>
                <a:gd name="T6" fmla="*/ 28 w 28"/>
                <a:gd name="T7" fmla="*/ 0 h 99"/>
                <a:gd name="T8" fmla="*/ 0 w 28"/>
                <a:gd name="T9" fmla="*/ 3 h 99"/>
                <a:gd name="T10" fmla="*/ 0 w 28"/>
                <a:gd name="T11" fmla="*/ 85 h 99"/>
              </a:gdLst>
              <a:ahLst/>
              <a:cxnLst>
                <a:cxn ang="0">
                  <a:pos x="T0" y="T1"/>
                </a:cxn>
                <a:cxn ang="0">
                  <a:pos x="T2" y="T3"/>
                </a:cxn>
                <a:cxn ang="0">
                  <a:pos x="T4" y="T5"/>
                </a:cxn>
                <a:cxn ang="0">
                  <a:pos x="T6" y="T7"/>
                </a:cxn>
                <a:cxn ang="0">
                  <a:pos x="T8" y="T9"/>
                </a:cxn>
                <a:cxn ang="0">
                  <a:pos x="T10" y="T11"/>
                </a:cxn>
              </a:cxnLst>
              <a:rect l="0" t="0" r="r" b="b"/>
              <a:pathLst>
                <a:path w="28" h="99">
                  <a:moveTo>
                    <a:pt x="0" y="85"/>
                  </a:moveTo>
                  <a:cubicBezTo>
                    <a:pt x="0" y="93"/>
                    <a:pt x="6" y="99"/>
                    <a:pt x="14" y="99"/>
                  </a:cubicBezTo>
                  <a:cubicBezTo>
                    <a:pt x="21" y="99"/>
                    <a:pt x="28" y="93"/>
                    <a:pt x="28" y="85"/>
                  </a:cubicBezTo>
                  <a:cubicBezTo>
                    <a:pt x="28" y="0"/>
                    <a:pt x="28" y="0"/>
                    <a:pt x="28" y="0"/>
                  </a:cubicBezTo>
                  <a:cubicBezTo>
                    <a:pt x="18" y="2"/>
                    <a:pt x="5" y="3"/>
                    <a:pt x="0" y="3"/>
                  </a:cubicBezTo>
                  <a:lnTo>
                    <a:pt x="0" y="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78"/>
            <p:cNvSpPr>
              <a:spLocks/>
            </p:cNvSpPr>
            <p:nvPr/>
          </p:nvSpPr>
          <p:spPr bwMode="auto">
            <a:xfrm>
              <a:off x="9034463" y="1916113"/>
              <a:ext cx="100012" cy="354013"/>
            </a:xfrm>
            <a:custGeom>
              <a:avLst/>
              <a:gdLst>
                <a:gd name="T0" fmla="*/ 0 w 28"/>
                <a:gd name="T1" fmla="*/ 85 h 99"/>
                <a:gd name="T2" fmla="*/ 14 w 28"/>
                <a:gd name="T3" fmla="*/ 99 h 99"/>
                <a:gd name="T4" fmla="*/ 28 w 28"/>
                <a:gd name="T5" fmla="*/ 85 h 99"/>
                <a:gd name="T6" fmla="*/ 28 w 28"/>
                <a:gd name="T7" fmla="*/ 3 h 99"/>
                <a:gd name="T8" fmla="*/ 0 w 28"/>
                <a:gd name="T9" fmla="*/ 0 h 99"/>
                <a:gd name="T10" fmla="*/ 0 w 28"/>
                <a:gd name="T11" fmla="*/ 85 h 99"/>
              </a:gdLst>
              <a:ahLst/>
              <a:cxnLst>
                <a:cxn ang="0">
                  <a:pos x="T0" y="T1"/>
                </a:cxn>
                <a:cxn ang="0">
                  <a:pos x="T2" y="T3"/>
                </a:cxn>
                <a:cxn ang="0">
                  <a:pos x="T4" y="T5"/>
                </a:cxn>
                <a:cxn ang="0">
                  <a:pos x="T6" y="T7"/>
                </a:cxn>
                <a:cxn ang="0">
                  <a:pos x="T8" y="T9"/>
                </a:cxn>
                <a:cxn ang="0">
                  <a:pos x="T10" y="T11"/>
                </a:cxn>
              </a:cxnLst>
              <a:rect l="0" t="0" r="r" b="b"/>
              <a:pathLst>
                <a:path w="28" h="99">
                  <a:moveTo>
                    <a:pt x="0" y="85"/>
                  </a:moveTo>
                  <a:cubicBezTo>
                    <a:pt x="0" y="93"/>
                    <a:pt x="6" y="99"/>
                    <a:pt x="14" y="99"/>
                  </a:cubicBezTo>
                  <a:cubicBezTo>
                    <a:pt x="22" y="99"/>
                    <a:pt x="28" y="93"/>
                    <a:pt x="28" y="85"/>
                  </a:cubicBezTo>
                  <a:cubicBezTo>
                    <a:pt x="28" y="3"/>
                    <a:pt x="28" y="3"/>
                    <a:pt x="28" y="3"/>
                  </a:cubicBezTo>
                  <a:cubicBezTo>
                    <a:pt x="22" y="2"/>
                    <a:pt x="10" y="2"/>
                    <a:pt x="0" y="0"/>
                  </a:cubicBezTo>
                  <a:lnTo>
                    <a:pt x="0" y="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79"/>
            <p:cNvSpPr>
              <a:spLocks/>
            </p:cNvSpPr>
            <p:nvPr/>
          </p:nvSpPr>
          <p:spPr bwMode="auto">
            <a:xfrm>
              <a:off x="9045576" y="1400175"/>
              <a:ext cx="71437" cy="103188"/>
            </a:xfrm>
            <a:custGeom>
              <a:avLst/>
              <a:gdLst>
                <a:gd name="T0" fmla="*/ 1 w 20"/>
                <a:gd name="T1" fmla="*/ 11 h 29"/>
                <a:gd name="T2" fmla="*/ 1 w 20"/>
                <a:gd name="T3" fmla="*/ 11 h 29"/>
                <a:gd name="T4" fmla="*/ 0 w 20"/>
                <a:gd name="T5" fmla="*/ 11 h 29"/>
                <a:gd name="T6" fmla="*/ 4 w 20"/>
                <a:gd name="T7" fmla="*/ 19 h 29"/>
                <a:gd name="T8" fmla="*/ 17 w 20"/>
                <a:gd name="T9" fmla="*/ 29 h 29"/>
                <a:gd name="T10" fmla="*/ 18 w 20"/>
                <a:gd name="T11" fmla="*/ 13 h 29"/>
                <a:gd name="T12" fmla="*/ 14 w 20"/>
                <a:gd name="T13" fmla="*/ 5 h 29"/>
                <a:gd name="T14" fmla="*/ 13 w 20"/>
                <a:gd name="T15" fmla="*/ 5 h 29"/>
                <a:gd name="T16" fmla="*/ 13 w 20"/>
                <a:gd name="T17" fmla="*/ 5 h 29"/>
                <a:gd name="T18" fmla="*/ 6 w 20"/>
                <a:gd name="T19" fmla="*/ 0 h 29"/>
                <a:gd name="T20" fmla="*/ 4 w 20"/>
                <a:gd name="T21" fmla="*/ 2 h 29"/>
                <a:gd name="T22" fmla="*/ 3 w 20"/>
                <a:gd name="T23" fmla="*/ 2 h 29"/>
                <a:gd name="T24" fmla="*/ 2 w 20"/>
                <a:gd name="T25" fmla="*/ 2 h 29"/>
                <a:gd name="T26" fmla="*/ 1 w 20"/>
                <a:gd name="T27" fmla="*/ 1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29">
                  <a:moveTo>
                    <a:pt x="1" y="11"/>
                  </a:moveTo>
                  <a:cubicBezTo>
                    <a:pt x="1" y="11"/>
                    <a:pt x="1" y="11"/>
                    <a:pt x="1" y="11"/>
                  </a:cubicBezTo>
                  <a:cubicBezTo>
                    <a:pt x="0" y="11"/>
                    <a:pt x="0" y="11"/>
                    <a:pt x="0" y="11"/>
                  </a:cubicBezTo>
                  <a:cubicBezTo>
                    <a:pt x="4" y="19"/>
                    <a:pt x="4" y="19"/>
                    <a:pt x="4" y="19"/>
                  </a:cubicBezTo>
                  <a:cubicBezTo>
                    <a:pt x="6" y="23"/>
                    <a:pt x="11" y="28"/>
                    <a:pt x="17" y="29"/>
                  </a:cubicBezTo>
                  <a:cubicBezTo>
                    <a:pt x="20" y="24"/>
                    <a:pt x="20" y="17"/>
                    <a:pt x="18" y="13"/>
                  </a:cubicBezTo>
                  <a:cubicBezTo>
                    <a:pt x="14" y="5"/>
                    <a:pt x="14" y="5"/>
                    <a:pt x="14" y="5"/>
                  </a:cubicBezTo>
                  <a:cubicBezTo>
                    <a:pt x="13" y="5"/>
                    <a:pt x="13" y="5"/>
                    <a:pt x="13" y="5"/>
                  </a:cubicBezTo>
                  <a:cubicBezTo>
                    <a:pt x="13" y="5"/>
                    <a:pt x="13" y="5"/>
                    <a:pt x="13" y="5"/>
                  </a:cubicBezTo>
                  <a:cubicBezTo>
                    <a:pt x="11" y="2"/>
                    <a:pt x="8" y="0"/>
                    <a:pt x="6" y="0"/>
                  </a:cubicBezTo>
                  <a:cubicBezTo>
                    <a:pt x="5" y="1"/>
                    <a:pt x="5" y="2"/>
                    <a:pt x="4" y="2"/>
                  </a:cubicBezTo>
                  <a:cubicBezTo>
                    <a:pt x="3" y="2"/>
                    <a:pt x="3" y="2"/>
                    <a:pt x="3" y="2"/>
                  </a:cubicBezTo>
                  <a:cubicBezTo>
                    <a:pt x="2" y="2"/>
                    <a:pt x="2" y="2"/>
                    <a:pt x="2" y="2"/>
                  </a:cubicBezTo>
                  <a:cubicBezTo>
                    <a:pt x="0" y="4"/>
                    <a:pt x="0" y="7"/>
                    <a:pt x="1"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80"/>
            <p:cNvSpPr>
              <a:spLocks noEditPoints="1"/>
            </p:cNvSpPr>
            <p:nvPr/>
          </p:nvSpPr>
          <p:spPr bwMode="auto">
            <a:xfrm>
              <a:off x="8912226" y="1317625"/>
              <a:ext cx="466725" cy="601663"/>
            </a:xfrm>
            <a:custGeom>
              <a:avLst/>
              <a:gdLst>
                <a:gd name="T0" fmla="*/ 93 w 130"/>
                <a:gd name="T1" fmla="*/ 5 h 168"/>
                <a:gd name="T2" fmla="*/ 92 w 130"/>
                <a:gd name="T3" fmla="*/ 5 h 168"/>
                <a:gd name="T4" fmla="*/ 85 w 130"/>
                <a:gd name="T5" fmla="*/ 37 h 168"/>
                <a:gd name="T6" fmla="*/ 80 w 130"/>
                <a:gd name="T7" fmla="*/ 41 h 168"/>
                <a:gd name="T8" fmla="*/ 81 w 130"/>
                <a:gd name="T9" fmla="*/ 34 h 168"/>
                <a:gd name="T10" fmla="*/ 85 w 130"/>
                <a:gd name="T11" fmla="*/ 2 h 168"/>
                <a:gd name="T12" fmla="*/ 82 w 130"/>
                <a:gd name="T13" fmla="*/ 2 h 168"/>
                <a:gd name="T14" fmla="*/ 78 w 130"/>
                <a:gd name="T15" fmla="*/ 1 h 168"/>
                <a:gd name="T16" fmla="*/ 65 w 130"/>
                <a:gd name="T17" fmla="*/ 0 h 168"/>
                <a:gd name="T18" fmla="*/ 65 w 130"/>
                <a:gd name="T19" fmla="*/ 0 h 168"/>
                <a:gd name="T20" fmla="*/ 52 w 130"/>
                <a:gd name="T21" fmla="*/ 1 h 168"/>
                <a:gd name="T22" fmla="*/ 44 w 130"/>
                <a:gd name="T23" fmla="*/ 7 h 168"/>
                <a:gd name="T24" fmla="*/ 53 w 130"/>
                <a:gd name="T25" fmla="*/ 27 h 168"/>
                <a:gd name="T26" fmla="*/ 53 w 130"/>
                <a:gd name="T27" fmla="*/ 27 h 168"/>
                <a:gd name="T28" fmla="*/ 56 w 130"/>
                <a:gd name="T29" fmla="*/ 52 h 168"/>
                <a:gd name="T30" fmla="*/ 62 w 130"/>
                <a:gd name="T31" fmla="*/ 50 h 168"/>
                <a:gd name="T32" fmla="*/ 64 w 130"/>
                <a:gd name="T33" fmla="*/ 54 h 168"/>
                <a:gd name="T34" fmla="*/ 55 w 130"/>
                <a:gd name="T35" fmla="*/ 54 h 168"/>
                <a:gd name="T36" fmla="*/ 49 w 130"/>
                <a:gd name="T37" fmla="*/ 61 h 168"/>
                <a:gd name="T38" fmla="*/ 47 w 130"/>
                <a:gd name="T39" fmla="*/ 57 h 168"/>
                <a:gd name="T40" fmla="*/ 53 w 130"/>
                <a:gd name="T41" fmla="*/ 54 h 168"/>
                <a:gd name="T42" fmla="*/ 36 w 130"/>
                <a:gd name="T43" fmla="*/ 35 h 168"/>
                <a:gd name="T44" fmla="*/ 35 w 130"/>
                <a:gd name="T45" fmla="*/ 35 h 168"/>
                <a:gd name="T46" fmla="*/ 39 w 130"/>
                <a:gd name="T47" fmla="*/ 4 h 168"/>
                <a:gd name="T48" fmla="*/ 37 w 130"/>
                <a:gd name="T49" fmla="*/ 5 h 168"/>
                <a:gd name="T50" fmla="*/ 17 w 130"/>
                <a:gd name="T51" fmla="*/ 108 h 168"/>
                <a:gd name="T52" fmla="*/ 32 w 130"/>
                <a:gd name="T53" fmla="*/ 114 h 168"/>
                <a:gd name="T54" fmla="*/ 36 w 130"/>
                <a:gd name="T55" fmla="*/ 100 h 168"/>
                <a:gd name="T56" fmla="*/ 30 w 130"/>
                <a:gd name="T57" fmla="*/ 50 h 168"/>
                <a:gd name="T58" fmla="*/ 38 w 130"/>
                <a:gd name="T59" fmla="*/ 99 h 168"/>
                <a:gd name="T60" fmla="*/ 33 w 130"/>
                <a:gd name="T61" fmla="*/ 116 h 168"/>
                <a:gd name="T62" fmla="*/ 25 w 130"/>
                <a:gd name="T63" fmla="*/ 160 h 168"/>
                <a:gd name="T64" fmla="*/ 65 w 130"/>
                <a:gd name="T65" fmla="*/ 168 h 168"/>
                <a:gd name="T66" fmla="*/ 65 w 130"/>
                <a:gd name="T67" fmla="*/ 168 h 168"/>
                <a:gd name="T68" fmla="*/ 105 w 130"/>
                <a:gd name="T69" fmla="*/ 160 h 168"/>
                <a:gd name="T70" fmla="*/ 97 w 130"/>
                <a:gd name="T71" fmla="*/ 116 h 168"/>
                <a:gd name="T72" fmla="*/ 92 w 130"/>
                <a:gd name="T73" fmla="*/ 99 h 168"/>
                <a:gd name="T74" fmla="*/ 100 w 130"/>
                <a:gd name="T75" fmla="*/ 50 h 168"/>
                <a:gd name="T76" fmla="*/ 94 w 130"/>
                <a:gd name="T77" fmla="*/ 100 h 168"/>
                <a:gd name="T78" fmla="*/ 98 w 130"/>
                <a:gd name="T79" fmla="*/ 114 h 168"/>
                <a:gd name="T80" fmla="*/ 113 w 130"/>
                <a:gd name="T81" fmla="*/ 108 h 168"/>
                <a:gd name="T82" fmla="*/ 65 w 130"/>
                <a:gd name="T83" fmla="*/ 144 h 168"/>
                <a:gd name="T84" fmla="*/ 65 w 130"/>
                <a:gd name="T85" fmla="*/ 137 h 168"/>
                <a:gd name="T86" fmla="*/ 65 w 130"/>
                <a:gd name="T87" fmla="*/ 144 h 168"/>
                <a:gd name="T88" fmla="*/ 62 w 130"/>
                <a:gd name="T89" fmla="*/ 117 h 168"/>
                <a:gd name="T90" fmla="*/ 68 w 130"/>
                <a:gd name="T91" fmla="*/ 117 h 168"/>
                <a:gd name="T92" fmla="*/ 65 w 130"/>
                <a:gd name="T93" fmla="*/ 96 h 168"/>
                <a:gd name="T94" fmla="*/ 65 w 130"/>
                <a:gd name="T95" fmla="*/ 90 h 168"/>
                <a:gd name="T96" fmla="*/ 65 w 130"/>
                <a:gd name="T97" fmla="*/ 96 h 168"/>
                <a:gd name="T98" fmla="*/ 62 w 130"/>
                <a:gd name="T99" fmla="*/ 70 h 168"/>
                <a:gd name="T100" fmla="*/ 68 w 130"/>
                <a:gd name="T101" fmla="*/ 70 h 168"/>
                <a:gd name="T102" fmla="*/ 65 w 130"/>
                <a:gd name="T103" fmla="*/ 49 h 168"/>
                <a:gd name="T104" fmla="*/ 65 w 130"/>
                <a:gd name="T105" fmla="*/ 43 h 168"/>
                <a:gd name="T106" fmla="*/ 65 w 130"/>
                <a:gd name="T107" fmla="*/ 49 h 168"/>
                <a:gd name="T108" fmla="*/ 62 w 130"/>
                <a:gd name="T109" fmla="*/ 22 h 168"/>
                <a:gd name="T110" fmla="*/ 68 w 130"/>
                <a:gd name="T111" fmla="*/ 22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0" h="168">
                  <a:moveTo>
                    <a:pt x="113" y="22"/>
                  </a:moveTo>
                  <a:cubicBezTo>
                    <a:pt x="109" y="16"/>
                    <a:pt x="104" y="10"/>
                    <a:pt x="93" y="5"/>
                  </a:cubicBezTo>
                  <a:cubicBezTo>
                    <a:pt x="93" y="5"/>
                    <a:pt x="93" y="5"/>
                    <a:pt x="93" y="5"/>
                  </a:cubicBezTo>
                  <a:cubicBezTo>
                    <a:pt x="93" y="5"/>
                    <a:pt x="92" y="5"/>
                    <a:pt x="92" y="5"/>
                  </a:cubicBezTo>
                  <a:cubicBezTo>
                    <a:pt x="92" y="6"/>
                    <a:pt x="92" y="7"/>
                    <a:pt x="93" y="8"/>
                  </a:cubicBezTo>
                  <a:cubicBezTo>
                    <a:pt x="96" y="18"/>
                    <a:pt x="88" y="32"/>
                    <a:pt x="85" y="37"/>
                  </a:cubicBezTo>
                  <a:cubicBezTo>
                    <a:pt x="85" y="38"/>
                    <a:pt x="85" y="38"/>
                    <a:pt x="85" y="39"/>
                  </a:cubicBezTo>
                  <a:cubicBezTo>
                    <a:pt x="84" y="41"/>
                    <a:pt x="82" y="42"/>
                    <a:pt x="80" y="41"/>
                  </a:cubicBezTo>
                  <a:cubicBezTo>
                    <a:pt x="78" y="41"/>
                    <a:pt x="77" y="38"/>
                    <a:pt x="77" y="36"/>
                  </a:cubicBezTo>
                  <a:cubicBezTo>
                    <a:pt x="78" y="35"/>
                    <a:pt x="80" y="34"/>
                    <a:pt x="81" y="34"/>
                  </a:cubicBezTo>
                  <a:cubicBezTo>
                    <a:pt x="85" y="28"/>
                    <a:pt x="91" y="16"/>
                    <a:pt x="88" y="9"/>
                  </a:cubicBezTo>
                  <a:cubicBezTo>
                    <a:pt x="88" y="7"/>
                    <a:pt x="87" y="4"/>
                    <a:pt x="85" y="2"/>
                  </a:cubicBezTo>
                  <a:cubicBezTo>
                    <a:pt x="85" y="2"/>
                    <a:pt x="85" y="2"/>
                    <a:pt x="85" y="2"/>
                  </a:cubicBezTo>
                  <a:cubicBezTo>
                    <a:pt x="84" y="2"/>
                    <a:pt x="83" y="2"/>
                    <a:pt x="82" y="2"/>
                  </a:cubicBezTo>
                  <a:cubicBezTo>
                    <a:pt x="82" y="2"/>
                    <a:pt x="82" y="2"/>
                    <a:pt x="82" y="2"/>
                  </a:cubicBezTo>
                  <a:cubicBezTo>
                    <a:pt x="81" y="2"/>
                    <a:pt x="79" y="1"/>
                    <a:pt x="78" y="1"/>
                  </a:cubicBezTo>
                  <a:cubicBezTo>
                    <a:pt x="74" y="1"/>
                    <a:pt x="69" y="0"/>
                    <a:pt x="65" y="0"/>
                  </a:cubicBezTo>
                  <a:cubicBezTo>
                    <a:pt x="65" y="0"/>
                    <a:pt x="65" y="0"/>
                    <a:pt x="65" y="0"/>
                  </a:cubicBezTo>
                  <a:cubicBezTo>
                    <a:pt x="65" y="0"/>
                    <a:pt x="65" y="0"/>
                    <a:pt x="65" y="0"/>
                  </a:cubicBezTo>
                  <a:cubicBezTo>
                    <a:pt x="65" y="0"/>
                    <a:pt x="65" y="0"/>
                    <a:pt x="65" y="0"/>
                  </a:cubicBezTo>
                  <a:cubicBezTo>
                    <a:pt x="65" y="0"/>
                    <a:pt x="65" y="0"/>
                    <a:pt x="65" y="0"/>
                  </a:cubicBezTo>
                  <a:cubicBezTo>
                    <a:pt x="61" y="0"/>
                    <a:pt x="56" y="1"/>
                    <a:pt x="52" y="1"/>
                  </a:cubicBezTo>
                  <a:cubicBezTo>
                    <a:pt x="51" y="1"/>
                    <a:pt x="50" y="2"/>
                    <a:pt x="48" y="2"/>
                  </a:cubicBezTo>
                  <a:cubicBezTo>
                    <a:pt x="46" y="3"/>
                    <a:pt x="45" y="5"/>
                    <a:pt x="44" y="7"/>
                  </a:cubicBezTo>
                  <a:cubicBezTo>
                    <a:pt x="41" y="11"/>
                    <a:pt x="42" y="17"/>
                    <a:pt x="42" y="20"/>
                  </a:cubicBezTo>
                  <a:cubicBezTo>
                    <a:pt x="47" y="19"/>
                    <a:pt x="51" y="22"/>
                    <a:pt x="53" y="27"/>
                  </a:cubicBezTo>
                  <a:cubicBezTo>
                    <a:pt x="53" y="27"/>
                    <a:pt x="53" y="27"/>
                    <a:pt x="53" y="27"/>
                  </a:cubicBezTo>
                  <a:cubicBezTo>
                    <a:pt x="53" y="27"/>
                    <a:pt x="53" y="27"/>
                    <a:pt x="53" y="27"/>
                  </a:cubicBezTo>
                  <a:cubicBezTo>
                    <a:pt x="56" y="35"/>
                    <a:pt x="56" y="35"/>
                    <a:pt x="56" y="35"/>
                  </a:cubicBezTo>
                  <a:cubicBezTo>
                    <a:pt x="59" y="41"/>
                    <a:pt x="59" y="47"/>
                    <a:pt x="56" y="52"/>
                  </a:cubicBezTo>
                  <a:cubicBezTo>
                    <a:pt x="57" y="52"/>
                    <a:pt x="59" y="52"/>
                    <a:pt x="61" y="51"/>
                  </a:cubicBezTo>
                  <a:cubicBezTo>
                    <a:pt x="61" y="51"/>
                    <a:pt x="61" y="50"/>
                    <a:pt x="62" y="50"/>
                  </a:cubicBezTo>
                  <a:cubicBezTo>
                    <a:pt x="63" y="50"/>
                    <a:pt x="64" y="52"/>
                    <a:pt x="64" y="52"/>
                  </a:cubicBezTo>
                  <a:cubicBezTo>
                    <a:pt x="64" y="52"/>
                    <a:pt x="65" y="53"/>
                    <a:pt x="64" y="54"/>
                  </a:cubicBezTo>
                  <a:cubicBezTo>
                    <a:pt x="63" y="54"/>
                    <a:pt x="62" y="54"/>
                    <a:pt x="61" y="53"/>
                  </a:cubicBezTo>
                  <a:cubicBezTo>
                    <a:pt x="59" y="54"/>
                    <a:pt x="57" y="54"/>
                    <a:pt x="55" y="54"/>
                  </a:cubicBezTo>
                  <a:cubicBezTo>
                    <a:pt x="53" y="56"/>
                    <a:pt x="52" y="57"/>
                    <a:pt x="50" y="58"/>
                  </a:cubicBezTo>
                  <a:cubicBezTo>
                    <a:pt x="50" y="59"/>
                    <a:pt x="49" y="60"/>
                    <a:pt x="49" y="61"/>
                  </a:cubicBezTo>
                  <a:cubicBezTo>
                    <a:pt x="48" y="61"/>
                    <a:pt x="47" y="59"/>
                    <a:pt x="47" y="59"/>
                  </a:cubicBezTo>
                  <a:cubicBezTo>
                    <a:pt x="47" y="59"/>
                    <a:pt x="46" y="57"/>
                    <a:pt x="47" y="57"/>
                  </a:cubicBezTo>
                  <a:cubicBezTo>
                    <a:pt x="48" y="57"/>
                    <a:pt x="48" y="57"/>
                    <a:pt x="49" y="57"/>
                  </a:cubicBezTo>
                  <a:cubicBezTo>
                    <a:pt x="50" y="56"/>
                    <a:pt x="52" y="55"/>
                    <a:pt x="53" y="54"/>
                  </a:cubicBezTo>
                  <a:cubicBezTo>
                    <a:pt x="47" y="53"/>
                    <a:pt x="42" y="48"/>
                    <a:pt x="40" y="43"/>
                  </a:cubicBezTo>
                  <a:cubicBezTo>
                    <a:pt x="36" y="35"/>
                    <a:pt x="36" y="35"/>
                    <a:pt x="36" y="35"/>
                  </a:cubicBezTo>
                  <a:cubicBezTo>
                    <a:pt x="35" y="35"/>
                    <a:pt x="35" y="35"/>
                    <a:pt x="35" y="35"/>
                  </a:cubicBezTo>
                  <a:cubicBezTo>
                    <a:pt x="35" y="35"/>
                    <a:pt x="35" y="35"/>
                    <a:pt x="35" y="35"/>
                  </a:cubicBezTo>
                  <a:cubicBezTo>
                    <a:pt x="33" y="30"/>
                    <a:pt x="34" y="25"/>
                    <a:pt x="37" y="22"/>
                  </a:cubicBezTo>
                  <a:cubicBezTo>
                    <a:pt x="37" y="19"/>
                    <a:pt x="35" y="11"/>
                    <a:pt x="39" y="4"/>
                  </a:cubicBezTo>
                  <a:cubicBezTo>
                    <a:pt x="38" y="4"/>
                    <a:pt x="38" y="5"/>
                    <a:pt x="37" y="5"/>
                  </a:cubicBezTo>
                  <a:cubicBezTo>
                    <a:pt x="37" y="5"/>
                    <a:pt x="37" y="5"/>
                    <a:pt x="37" y="5"/>
                  </a:cubicBezTo>
                  <a:cubicBezTo>
                    <a:pt x="26" y="10"/>
                    <a:pt x="21" y="16"/>
                    <a:pt x="17" y="22"/>
                  </a:cubicBezTo>
                  <a:cubicBezTo>
                    <a:pt x="2" y="52"/>
                    <a:pt x="0" y="80"/>
                    <a:pt x="17" y="108"/>
                  </a:cubicBezTo>
                  <a:cubicBezTo>
                    <a:pt x="17" y="108"/>
                    <a:pt x="19" y="111"/>
                    <a:pt x="19" y="111"/>
                  </a:cubicBezTo>
                  <a:cubicBezTo>
                    <a:pt x="21" y="115"/>
                    <a:pt x="27" y="117"/>
                    <a:pt x="32" y="114"/>
                  </a:cubicBezTo>
                  <a:cubicBezTo>
                    <a:pt x="36" y="112"/>
                    <a:pt x="39" y="107"/>
                    <a:pt x="37" y="102"/>
                  </a:cubicBezTo>
                  <a:cubicBezTo>
                    <a:pt x="37" y="102"/>
                    <a:pt x="36" y="100"/>
                    <a:pt x="36" y="100"/>
                  </a:cubicBezTo>
                  <a:cubicBezTo>
                    <a:pt x="25" y="79"/>
                    <a:pt x="24" y="62"/>
                    <a:pt x="31" y="42"/>
                  </a:cubicBezTo>
                  <a:cubicBezTo>
                    <a:pt x="30" y="50"/>
                    <a:pt x="30" y="50"/>
                    <a:pt x="30" y="50"/>
                  </a:cubicBezTo>
                  <a:cubicBezTo>
                    <a:pt x="29" y="74"/>
                    <a:pt x="29" y="74"/>
                    <a:pt x="29" y="74"/>
                  </a:cubicBezTo>
                  <a:cubicBezTo>
                    <a:pt x="30" y="82"/>
                    <a:pt x="33" y="90"/>
                    <a:pt x="38" y="99"/>
                  </a:cubicBezTo>
                  <a:cubicBezTo>
                    <a:pt x="38" y="99"/>
                    <a:pt x="39" y="102"/>
                    <a:pt x="39" y="102"/>
                  </a:cubicBezTo>
                  <a:cubicBezTo>
                    <a:pt x="41" y="107"/>
                    <a:pt x="38" y="114"/>
                    <a:pt x="33" y="116"/>
                  </a:cubicBezTo>
                  <a:cubicBezTo>
                    <a:pt x="31" y="117"/>
                    <a:pt x="29" y="117"/>
                    <a:pt x="27" y="117"/>
                  </a:cubicBezTo>
                  <a:cubicBezTo>
                    <a:pt x="25" y="160"/>
                    <a:pt x="25" y="160"/>
                    <a:pt x="25" y="160"/>
                  </a:cubicBezTo>
                  <a:cubicBezTo>
                    <a:pt x="25" y="164"/>
                    <a:pt x="42" y="168"/>
                    <a:pt x="64" y="168"/>
                  </a:cubicBezTo>
                  <a:cubicBezTo>
                    <a:pt x="64" y="168"/>
                    <a:pt x="64" y="168"/>
                    <a:pt x="65" y="168"/>
                  </a:cubicBezTo>
                  <a:cubicBezTo>
                    <a:pt x="65" y="168"/>
                    <a:pt x="65" y="168"/>
                    <a:pt x="65" y="168"/>
                  </a:cubicBezTo>
                  <a:cubicBezTo>
                    <a:pt x="65" y="168"/>
                    <a:pt x="65" y="168"/>
                    <a:pt x="65" y="168"/>
                  </a:cubicBezTo>
                  <a:cubicBezTo>
                    <a:pt x="66" y="168"/>
                    <a:pt x="66" y="168"/>
                    <a:pt x="66" y="168"/>
                  </a:cubicBezTo>
                  <a:cubicBezTo>
                    <a:pt x="88" y="168"/>
                    <a:pt x="105" y="164"/>
                    <a:pt x="105" y="160"/>
                  </a:cubicBezTo>
                  <a:cubicBezTo>
                    <a:pt x="103" y="117"/>
                    <a:pt x="103" y="117"/>
                    <a:pt x="103" y="117"/>
                  </a:cubicBezTo>
                  <a:cubicBezTo>
                    <a:pt x="101" y="117"/>
                    <a:pt x="99" y="117"/>
                    <a:pt x="97" y="116"/>
                  </a:cubicBezTo>
                  <a:cubicBezTo>
                    <a:pt x="92" y="114"/>
                    <a:pt x="89" y="107"/>
                    <a:pt x="91" y="102"/>
                  </a:cubicBezTo>
                  <a:cubicBezTo>
                    <a:pt x="91" y="102"/>
                    <a:pt x="92" y="99"/>
                    <a:pt x="92" y="99"/>
                  </a:cubicBezTo>
                  <a:cubicBezTo>
                    <a:pt x="97" y="90"/>
                    <a:pt x="100" y="82"/>
                    <a:pt x="101" y="74"/>
                  </a:cubicBezTo>
                  <a:cubicBezTo>
                    <a:pt x="100" y="50"/>
                    <a:pt x="100" y="50"/>
                    <a:pt x="100" y="50"/>
                  </a:cubicBezTo>
                  <a:cubicBezTo>
                    <a:pt x="99" y="42"/>
                    <a:pt x="99" y="42"/>
                    <a:pt x="99" y="42"/>
                  </a:cubicBezTo>
                  <a:cubicBezTo>
                    <a:pt x="106" y="62"/>
                    <a:pt x="105" y="79"/>
                    <a:pt x="94" y="100"/>
                  </a:cubicBezTo>
                  <a:cubicBezTo>
                    <a:pt x="94" y="100"/>
                    <a:pt x="93" y="102"/>
                    <a:pt x="93" y="102"/>
                  </a:cubicBezTo>
                  <a:cubicBezTo>
                    <a:pt x="91" y="107"/>
                    <a:pt x="93" y="112"/>
                    <a:pt x="98" y="114"/>
                  </a:cubicBezTo>
                  <a:cubicBezTo>
                    <a:pt x="103" y="117"/>
                    <a:pt x="109" y="115"/>
                    <a:pt x="111" y="111"/>
                  </a:cubicBezTo>
                  <a:cubicBezTo>
                    <a:pt x="111" y="111"/>
                    <a:pt x="112" y="108"/>
                    <a:pt x="113" y="108"/>
                  </a:cubicBezTo>
                  <a:cubicBezTo>
                    <a:pt x="130" y="80"/>
                    <a:pt x="128" y="52"/>
                    <a:pt x="113" y="22"/>
                  </a:cubicBezTo>
                  <a:close/>
                  <a:moveTo>
                    <a:pt x="65" y="144"/>
                  </a:moveTo>
                  <a:cubicBezTo>
                    <a:pt x="63" y="144"/>
                    <a:pt x="62" y="142"/>
                    <a:pt x="62" y="140"/>
                  </a:cubicBezTo>
                  <a:cubicBezTo>
                    <a:pt x="62" y="139"/>
                    <a:pt x="63" y="137"/>
                    <a:pt x="65" y="137"/>
                  </a:cubicBezTo>
                  <a:cubicBezTo>
                    <a:pt x="67" y="137"/>
                    <a:pt x="68" y="139"/>
                    <a:pt x="68" y="140"/>
                  </a:cubicBezTo>
                  <a:cubicBezTo>
                    <a:pt x="68" y="142"/>
                    <a:pt x="67" y="144"/>
                    <a:pt x="65" y="144"/>
                  </a:cubicBezTo>
                  <a:close/>
                  <a:moveTo>
                    <a:pt x="65" y="120"/>
                  </a:moveTo>
                  <a:cubicBezTo>
                    <a:pt x="63" y="120"/>
                    <a:pt x="62" y="119"/>
                    <a:pt x="62" y="117"/>
                  </a:cubicBezTo>
                  <a:cubicBezTo>
                    <a:pt x="62" y="115"/>
                    <a:pt x="63" y="114"/>
                    <a:pt x="65" y="114"/>
                  </a:cubicBezTo>
                  <a:cubicBezTo>
                    <a:pt x="67" y="114"/>
                    <a:pt x="68" y="115"/>
                    <a:pt x="68" y="117"/>
                  </a:cubicBezTo>
                  <a:cubicBezTo>
                    <a:pt x="68" y="119"/>
                    <a:pt x="67" y="120"/>
                    <a:pt x="65" y="120"/>
                  </a:cubicBezTo>
                  <a:close/>
                  <a:moveTo>
                    <a:pt x="65" y="96"/>
                  </a:moveTo>
                  <a:cubicBezTo>
                    <a:pt x="63" y="96"/>
                    <a:pt x="62" y="95"/>
                    <a:pt x="62" y="93"/>
                  </a:cubicBezTo>
                  <a:cubicBezTo>
                    <a:pt x="62" y="91"/>
                    <a:pt x="63" y="90"/>
                    <a:pt x="65" y="90"/>
                  </a:cubicBezTo>
                  <a:cubicBezTo>
                    <a:pt x="67" y="90"/>
                    <a:pt x="68" y="91"/>
                    <a:pt x="68" y="93"/>
                  </a:cubicBezTo>
                  <a:cubicBezTo>
                    <a:pt x="68" y="95"/>
                    <a:pt x="67" y="96"/>
                    <a:pt x="65" y="96"/>
                  </a:cubicBezTo>
                  <a:close/>
                  <a:moveTo>
                    <a:pt x="65" y="73"/>
                  </a:moveTo>
                  <a:cubicBezTo>
                    <a:pt x="63" y="73"/>
                    <a:pt x="62" y="71"/>
                    <a:pt x="62" y="70"/>
                  </a:cubicBezTo>
                  <a:cubicBezTo>
                    <a:pt x="62" y="68"/>
                    <a:pt x="63" y="66"/>
                    <a:pt x="65" y="66"/>
                  </a:cubicBezTo>
                  <a:cubicBezTo>
                    <a:pt x="67" y="66"/>
                    <a:pt x="68" y="68"/>
                    <a:pt x="68" y="70"/>
                  </a:cubicBezTo>
                  <a:cubicBezTo>
                    <a:pt x="68" y="71"/>
                    <a:pt x="67" y="73"/>
                    <a:pt x="65" y="73"/>
                  </a:cubicBezTo>
                  <a:close/>
                  <a:moveTo>
                    <a:pt x="65" y="49"/>
                  </a:moveTo>
                  <a:cubicBezTo>
                    <a:pt x="63" y="49"/>
                    <a:pt x="62" y="48"/>
                    <a:pt x="62" y="46"/>
                  </a:cubicBezTo>
                  <a:cubicBezTo>
                    <a:pt x="62" y="44"/>
                    <a:pt x="63" y="43"/>
                    <a:pt x="65" y="43"/>
                  </a:cubicBezTo>
                  <a:cubicBezTo>
                    <a:pt x="67" y="43"/>
                    <a:pt x="68" y="44"/>
                    <a:pt x="68" y="46"/>
                  </a:cubicBezTo>
                  <a:cubicBezTo>
                    <a:pt x="68" y="48"/>
                    <a:pt x="67" y="49"/>
                    <a:pt x="65" y="49"/>
                  </a:cubicBezTo>
                  <a:close/>
                  <a:moveTo>
                    <a:pt x="65" y="25"/>
                  </a:moveTo>
                  <a:cubicBezTo>
                    <a:pt x="63" y="25"/>
                    <a:pt x="62" y="24"/>
                    <a:pt x="62" y="22"/>
                  </a:cubicBezTo>
                  <a:cubicBezTo>
                    <a:pt x="62" y="20"/>
                    <a:pt x="63" y="19"/>
                    <a:pt x="65" y="19"/>
                  </a:cubicBezTo>
                  <a:cubicBezTo>
                    <a:pt x="67" y="19"/>
                    <a:pt x="68" y="20"/>
                    <a:pt x="68" y="22"/>
                  </a:cubicBezTo>
                  <a:cubicBezTo>
                    <a:pt x="68" y="24"/>
                    <a:pt x="67" y="25"/>
                    <a:pt x="65"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81"/>
            <p:cNvSpPr>
              <a:spLocks noEditPoints="1"/>
            </p:cNvSpPr>
            <p:nvPr/>
          </p:nvSpPr>
          <p:spPr bwMode="auto">
            <a:xfrm>
              <a:off x="9056688" y="1098550"/>
              <a:ext cx="177800" cy="82550"/>
            </a:xfrm>
            <a:custGeom>
              <a:avLst/>
              <a:gdLst>
                <a:gd name="T0" fmla="*/ 50 w 50"/>
                <a:gd name="T1" fmla="*/ 12 h 23"/>
                <a:gd name="T2" fmla="*/ 50 w 50"/>
                <a:gd name="T3" fmla="*/ 12 h 23"/>
                <a:gd name="T4" fmla="*/ 25 w 50"/>
                <a:gd name="T5" fmla="*/ 0 h 23"/>
                <a:gd name="T6" fmla="*/ 0 w 50"/>
                <a:gd name="T7" fmla="*/ 12 h 23"/>
                <a:gd name="T8" fmla="*/ 0 w 50"/>
                <a:gd name="T9" fmla="*/ 12 h 23"/>
                <a:gd name="T10" fmla="*/ 0 w 50"/>
                <a:gd name="T11" fmla="*/ 23 h 23"/>
                <a:gd name="T12" fmla="*/ 50 w 50"/>
                <a:gd name="T13" fmla="*/ 23 h 23"/>
                <a:gd name="T14" fmla="*/ 50 w 50"/>
                <a:gd name="T15" fmla="*/ 12 h 23"/>
                <a:gd name="T16" fmla="*/ 32 w 50"/>
                <a:gd name="T17" fmla="*/ 14 h 23"/>
                <a:gd name="T18" fmla="*/ 28 w 50"/>
                <a:gd name="T19" fmla="*/ 14 h 23"/>
                <a:gd name="T20" fmla="*/ 28 w 50"/>
                <a:gd name="T21" fmla="*/ 19 h 23"/>
                <a:gd name="T22" fmla="*/ 22 w 50"/>
                <a:gd name="T23" fmla="*/ 19 h 23"/>
                <a:gd name="T24" fmla="*/ 22 w 50"/>
                <a:gd name="T25" fmla="*/ 14 h 23"/>
                <a:gd name="T26" fmla="*/ 18 w 50"/>
                <a:gd name="T27" fmla="*/ 14 h 23"/>
                <a:gd name="T28" fmla="*/ 18 w 50"/>
                <a:gd name="T29" fmla="*/ 8 h 23"/>
                <a:gd name="T30" fmla="*/ 22 w 50"/>
                <a:gd name="T31" fmla="*/ 8 h 23"/>
                <a:gd name="T32" fmla="*/ 22 w 50"/>
                <a:gd name="T33" fmla="*/ 4 h 23"/>
                <a:gd name="T34" fmla="*/ 28 w 50"/>
                <a:gd name="T35" fmla="*/ 4 h 23"/>
                <a:gd name="T36" fmla="*/ 28 w 50"/>
                <a:gd name="T37" fmla="*/ 8 h 23"/>
                <a:gd name="T38" fmla="*/ 32 w 50"/>
                <a:gd name="T39" fmla="*/ 8 h 23"/>
                <a:gd name="T40" fmla="*/ 32 w 50"/>
                <a:gd name="T41" fmla="*/ 1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23">
                  <a:moveTo>
                    <a:pt x="50" y="12"/>
                  </a:moveTo>
                  <a:cubicBezTo>
                    <a:pt x="50" y="12"/>
                    <a:pt x="50" y="12"/>
                    <a:pt x="50" y="12"/>
                  </a:cubicBezTo>
                  <a:cubicBezTo>
                    <a:pt x="50" y="5"/>
                    <a:pt x="39" y="0"/>
                    <a:pt x="25" y="0"/>
                  </a:cubicBezTo>
                  <a:cubicBezTo>
                    <a:pt x="11" y="0"/>
                    <a:pt x="0" y="5"/>
                    <a:pt x="0" y="12"/>
                  </a:cubicBezTo>
                  <a:cubicBezTo>
                    <a:pt x="0" y="12"/>
                    <a:pt x="0" y="12"/>
                    <a:pt x="0" y="12"/>
                  </a:cubicBezTo>
                  <a:cubicBezTo>
                    <a:pt x="0" y="23"/>
                    <a:pt x="0" y="23"/>
                    <a:pt x="0" y="23"/>
                  </a:cubicBezTo>
                  <a:cubicBezTo>
                    <a:pt x="50" y="23"/>
                    <a:pt x="50" y="23"/>
                    <a:pt x="50" y="23"/>
                  </a:cubicBezTo>
                  <a:lnTo>
                    <a:pt x="50" y="12"/>
                  </a:lnTo>
                  <a:close/>
                  <a:moveTo>
                    <a:pt x="32" y="14"/>
                  </a:moveTo>
                  <a:cubicBezTo>
                    <a:pt x="28" y="14"/>
                    <a:pt x="28" y="14"/>
                    <a:pt x="28" y="14"/>
                  </a:cubicBezTo>
                  <a:cubicBezTo>
                    <a:pt x="28" y="19"/>
                    <a:pt x="28" y="19"/>
                    <a:pt x="28" y="19"/>
                  </a:cubicBezTo>
                  <a:cubicBezTo>
                    <a:pt x="22" y="19"/>
                    <a:pt x="22" y="19"/>
                    <a:pt x="22" y="19"/>
                  </a:cubicBezTo>
                  <a:cubicBezTo>
                    <a:pt x="22" y="14"/>
                    <a:pt x="22" y="14"/>
                    <a:pt x="22" y="14"/>
                  </a:cubicBezTo>
                  <a:cubicBezTo>
                    <a:pt x="18" y="14"/>
                    <a:pt x="18" y="14"/>
                    <a:pt x="18" y="14"/>
                  </a:cubicBezTo>
                  <a:cubicBezTo>
                    <a:pt x="18" y="8"/>
                    <a:pt x="18" y="8"/>
                    <a:pt x="18" y="8"/>
                  </a:cubicBezTo>
                  <a:cubicBezTo>
                    <a:pt x="22" y="8"/>
                    <a:pt x="22" y="8"/>
                    <a:pt x="22" y="8"/>
                  </a:cubicBezTo>
                  <a:cubicBezTo>
                    <a:pt x="22" y="4"/>
                    <a:pt x="22" y="4"/>
                    <a:pt x="22" y="4"/>
                  </a:cubicBezTo>
                  <a:cubicBezTo>
                    <a:pt x="28" y="4"/>
                    <a:pt x="28" y="4"/>
                    <a:pt x="28" y="4"/>
                  </a:cubicBezTo>
                  <a:cubicBezTo>
                    <a:pt x="28" y="8"/>
                    <a:pt x="28" y="8"/>
                    <a:pt x="28" y="8"/>
                  </a:cubicBezTo>
                  <a:cubicBezTo>
                    <a:pt x="32" y="8"/>
                    <a:pt x="32" y="8"/>
                    <a:pt x="32" y="8"/>
                  </a:cubicBezTo>
                  <a:lnTo>
                    <a:pt x="32"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2" name="组合 61"/>
          <p:cNvGrpSpPr/>
          <p:nvPr/>
        </p:nvGrpSpPr>
        <p:grpSpPr>
          <a:xfrm>
            <a:off x="11750676" y="1095375"/>
            <a:ext cx="455612" cy="1174751"/>
            <a:chOff x="11750676" y="1095375"/>
            <a:chExt cx="455612" cy="1174751"/>
          </a:xfrm>
          <a:solidFill>
            <a:schemeClr val="tx1">
              <a:lumMod val="65000"/>
              <a:lumOff val="35000"/>
            </a:schemeClr>
          </a:solidFill>
        </p:grpSpPr>
        <p:sp>
          <p:nvSpPr>
            <p:cNvPr id="63" name="Freeform 88"/>
            <p:cNvSpPr>
              <a:spLocks/>
            </p:cNvSpPr>
            <p:nvPr/>
          </p:nvSpPr>
          <p:spPr bwMode="auto">
            <a:xfrm>
              <a:off x="11887201" y="1095375"/>
              <a:ext cx="171450" cy="88900"/>
            </a:xfrm>
            <a:custGeom>
              <a:avLst/>
              <a:gdLst>
                <a:gd name="T0" fmla="*/ 1 w 48"/>
                <a:gd name="T1" fmla="*/ 24 h 25"/>
                <a:gd name="T2" fmla="*/ 24 w 48"/>
                <a:gd name="T3" fmla="*/ 17 h 25"/>
                <a:gd name="T4" fmla="*/ 48 w 48"/>
                <a:gd name="T5" fmla="*/ 24 h 25"/>
                <a:gd name="T6" fmla="*/ 48 w 48"/>
                <a:gd name="T7" fmla="*/ 24 h 25"/>
                <a:gd name="T8" fmla="*/ 24 w 48"/>
                <a:gd name="T9" fmla="*/ 0 h 25"/>
                <a:gd name="T10" fmla="*/ 0 w 48"/>
                <a:gd name="T11" fmla="*/ 24 h 25"/>
                <a:gd name="T12" fmla="*/ 1 w 48"/>
                <a:gd name="T13" fmla="*/ 24 h 25"/>
              </a:gdLst>
              <a:ahLst/>
              <a:cxnLst>
                <a:cxn ang="0">
                  <a:pos x="T0" y="T1"/>
                </a:cxn>
                <a:cxn ang="0">
                  <a:pos x="T2" y="T3"/>
                </a:cxn>
                <a:cxn ang="0">
                  <a:pos x="T4" y="T5"/>
                </a:cxn>
                <a:cxn ang="0">
                  <a:pos x="T6" y="T7"/>
                </a:cxn>
                <a:cxn ang="0">
                  <a:pos x="T8" y="T9"/>
                </a:cxn>
                <a:cxn ang="0">
                  <a:pos x="T10" y="T11"/>
                </a:cxn>
                <a:cxn ang="0">
                  <a:pos x="T12" y="T13"/>
                </a:cxn>
              </a:cxnLst>
              <a:rect l="0" t="0" r="r" b="b"/>
              <a:pathLst>
                <a:path w="48" h="25">
                  <a:moveTo>
                    <a:pt x="1" y="24"/>
                  </a:moveTo>
                  <a:cubicBezTo>
                    <a:pt x="3" y="21"/>
                    <a:pt x="13" y="17"/>
                    <a:pt x="24" y="17"/>
                  </a:cubicBezTo>
                  <a:cubicBezTo>
                    <a:pt x="35" y="17"/>
                    <a:pt x="45" y="21"/>
                    <a:pt x="48" y="24"/>
                  </a:cubicBezTo>
                  <a:cubicBezTo>
                    <a:pt x="48" y="24"/>
                    <a:pt x="48" y="24"/>
                    <a:pt x="48" y="24"/>
                  </a:cubicBezTo>
                  <a:cubicBezTo>
                    <a:pt x="47" y="11"/>
                    <a:pt x="42" y="0"/>
                    <a:pt x="24" y="0"/>
                  </a:cubicBezTo>
                  <a:cubicBezTo>
                    <a:pt x="6" y="0"/>
                    <a:pt x="1" y="11"/>
                    <a:pt x="0" y="24"/>
                  </a:cubicBezTo>
                  <a:cubicBezTo>
                    <a:pt x="0" y="25"/>
                    <a:pt x="0" y="25"/>
                    <a:pt x="1"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89"/>
            <p:cNvSpPr>
              <a:spLocks/>
            </p:cNvSpPr>
            <p:nvPr/>
          </p:nvSpPr>
          <p:spPr bwMode="auto">
            <a:xfrm>
              <a:off x="11884026" y="1163638"/>
              <a:ext cx="179387" cy="85725"/>
            </a:xfrm>
            <a:custGeom>
              <a:avLst/>
              <a:gdLst>
                <a:gd name="T0" fmla="*/ 10 w 50"/>
                <a:gd name="T1" fmla="*/ 24 h 24"/>
                <a:gd name="T2" fmla="*/ 10 w 50"/>
                <a:gd name="T3" fmla="*/ 24 h 24"/>
                <a:gd name="T4" fmla="*/ 40 w 50"/>
                <a:gd name="T5" fmla="*/ 24 h 24"/>
                <a:gd name="T6" fmla="*/ 41 w 50"/>
                <a:gd name="T7" fmla="*/ 24 h 24"/>
                <a:gd name="T8" fmla="*/ 49 w 50"/>
                <a:gd name="T9" fmla="*/ 20 h 24"/>
                <a:gd name="T10" fmla="*/ 50 w 50"/>
                <a:gd name="T11" fmla="*/ 13 h 24"/>
                <a:gd name="T12" fmla="*/ 49 w 50"/>
                <a:gd name="T13" fmla="*/ 8 h 24"/>
                <a:gd name="T14" fmla="*/ 49 w 50"/>
                <a:gd name="T15" fmla="*/ 7 h 24"/>
                <a:gd name="T16" fmla="*/ 25 w 50"/>
                <a:gd name="T17" fmla="*/ 0 h 24"/>
                <a:gd name="T18" fmla="*/ 1 w 50"/>
                <a:gd name="T19" fmla="*/ 8 h 24"/>
                <a:gd name="T20" fmla="*/ 1 w 50"/>
                <a:gd name="T21" fmla="*/ 8 h 24"/>
                <a:gd name="T22" fmla="*/ 0 w 50"/>
                <a:gd name="T23" fmla="*/ 13 h 24"/>
                <a:gd name="T24" fmla="*/ 1 w 50"/>
                <a:gd name="T25" fmla="*/ 20 h 24"/>
                <a:gd name="T26" fmla="*/ 10 w 50"/>
                <a:gd name="T27"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24">
                  <a:moveTo>
                    <a:pt x="10" y="24"/>
                  </a:moveTo>
                  <a:cubicBezTo>
                    <a:pt x="10" y="24"/>
                    <a:pt x="10" y="24"/>
                    <a:pt x="10" y="24"/>
                  </a:cubicBezTo>
                  <a:cubicBezTo>
                    <a:pt x="40" y="24"/>
                    <a:pt x="40" y="24"/>
                    <a:pt x="40" y="24"/>
                  </a:cubicBezTo>
                  <a:cubicBezTo>
                    <a:pt x="41" y="24"/>
                    <a:pt x="41" y="24"/>
                    <a:pt x="41" y="24"/>
                  </a:cubicBezTo>
                  <a:cubicBezTo>
                    <a:pt x="49" y="20"/>
                    <a:pt x="49" y="20"/>
                    <a:pt x="49" y="20"/>
                  </a:cubicBezTo>
                  <a:cubicBezTo>
                    <a:pt x="49" y="18"/>
                    <a:pt x="50" y="15"/>
                    <a:pt x="50" y="13"/>
                  </a:cubicBezTo>
                  <a:cubicBezTo>
                    <a:pt x="50" y="11"/>
                    <a:pt x="49" y="9"/>
                    <a:pt x="49" y="8"/>
                  </a:cubicBezTo>
                  <a:cubicBezTo>
                    <a:pt x="49" y="7"/>
                    <a:pt x="49" y="7"/>
                    <a:pt x="49" y="7"/>
                  </a:cubicBezTo>
                  <a:cubicBezTo>
                    <a:pt x="49" y="7"/>
                    <a:pt x="38" y="0"/>
                    <a:pt x="25" y="0"/>
                  </a:cubicBezTo>
                  <a:cubicBezTo>
                    <a:pt x="9" y="0"/>
                    <a:pt x="1" y="8"/>
                    <a:pt x="1" y="8"/>
                  </a:cubicBezTo>
                  <a:cubicBezTo>
                    <a:pt x="1" y="8"/>
                    <a:pt x="1" y="8"/>
                    <a:pt x="1" y="8"/>
                  </a:cubicBezTo>
                  <a:cubicBezTo>
                    <a:pt x="1" y="10"/>
                    <a:pt x="0" y="11"/>
                    <a:pt x="0" y="13"/>
                  </a:cubicBezTo>
                  <a:cubicBezTo>
                    <a:pt x="0" y="15"/>
                    <a:pt x="1" y="17"/>
                    <a:pt x="1" y="20"/>
                  </a:cubicBezTo>
                  <a:lnTo>
                    <a:pt x="1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90"/>
            <p:cNvSpPr>
              <a:spLocks/>
            </p:cNvSpPr>
            <p:nvPr/>
          </p:nvSpPr>
          <p:spPr bwMode="auto">
            <a:xfrm>
              <a:off x="11890376" y="1241425"/>
              <a:ext cx="165100" cy="73025"/>
            </a:xfrm>
            <a:custGeom>
              <a:avLst/>
              <a:gdLst>
                <a:gd name="T0" fmla="*/ 6 w 46"/>
                <a:gd name="T1" fmla="*/ 3 h 20"/>
                <a:gd name="T2" fmla="*/ 0 w 46"/>
                <a:gd name="T3" fmla="*/ 0 h 20"/>
                <a:gd name="T4" fmla="*/ 23 w 46"/>
                <a:gd name="T5" fmla="*/ 20 h 20"/>
                <a:gd name="T6" fmla="*/ 46 w 46"/>
                <a:gd name="T7" fmla="*/ 0 h 20"/>
                <a:gd name="T8" fmla="*/ 40 w 46"/>
                <a:gd name="T9" fmla="*/ 3 h 20"/>
                <a:gd name="T10" fmla="*/ 40 w 46"/>
                <a:gd name="T11" fmla="*/ 4 h 20"/>
                <a:gd name="T12" fmla="*/ 40 w 46"/>
                <a:gd name="T13" fmla="*/ 7 h 20"/>
                <a:gd name="T14" fmla="*/ 40 w 46"/>
                <a:gd name="T15" fmla="*/ 8 h 20"/>
                <a:gd name="T16" fmla="*/ 40 w 46"/>
                <a:gd name="T17" fmla="*/ 8 h 20"/>
                <a:gd name="T18" fmla="*/ 23 w 46"/>
                <a:gd name="T19" fmla="*/ 16 h 20"/>
                <a:gd name="T20" fmla="*/ 6 w 46"/>
                <a:gd name="T21" fmla="*/ 8 h 20"/>
                <a:gd name="T22" fmla="*/ 6 w 46"/>
                <a:gd name="T23" fmla="*/ 8 h 20"/>
                <a:gd name="T24" fmla="*/ 6 w 46"/>
                <a:gd name="T25" fmla="*/ 7 h 20"/>
                <a:gd name="T26" fmla="*/ 6 w 46"/>
                <a:gd name="T27" fmla="*/ 4 h 20"/>
                <a:gd name="T28" fmla="*/ 6 w 46"/>
                <a:gd name="T29"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 h="20">
                  <a:moveTo>
                    <a:pt x="6" y="3"/>
                  </a:moveTo>
                  <a:cubicBezTo>
                    <a:pt x="0" y="0"/>
                    <a:pt x="0" y="0"/>
                    <a:pt x="0" y="0"/>
                  </a:cubicBezTo>
                  <a:cubicBezTo>
                    <a:pt x="3" y="11"/>
                    <a:pt x="12" y="20"/>
                    <a:pt x="23" y="20"/>
                  </a:cubicBezTo>
                  <a:cubicBezTo>
                    <a:pt x="34" y="20"/>
                    <a:pt x="43" y="11"/>
                    <a:pt x="46" y="0"/>
                  </a:cubicBezTo>
                  <a:cubicBezTo>
                    <a:pt x="40" y="3"/>
                    <a:pt x="40" y="3"/>
                    <a:pt x="40" y="3"/>
                  </a:cubicBezTo>
                  <a:cubicBezTo>
                    <a:pt x="40" y="4"/>
                    <a:pt x="40" y="4"/>
                    <a:pt x="40" y="4"/>
                  </a:cubicBezTo>
                  <a:cubicBezTo>
                    <a:pt x="40" y="7"/>
                    <a:pt x="40" y="7"/>
                    <a:pt x="40" y="7"/>
                  </a:cubicBezTo>
                  <a:cubicBezTo>
                    <a:pt x="40" y="8"/>
                    <a:pt x="40" y="8"/>
                    <a:pt x="40" y="8"/>
                  </a:cubicBezTo>
                  <a:cubicBezTo>
                    <a:pt x="40" y="8"/>
                    <a:pt x="40" y="8"/>
                    <a:pt x="40" y="8"/>
                  </a:cubicBezTo>
                  <a:cubicBezTo>
                    <a:pt x="40" y="12"/>
                    <a:pt x="33" y="16"/>
                    <a:pt x="23" y="16"/>
                  </a:cubicBezTo>
                  <a:cubicBezTo>
                    <a:pt x="14" y="16"/>
                    <a:pt x="6" y="12"/>
                    <a:pt x="6" y="8"/>
                  </a:cubicBezTo>
                  <a:cubicBezTo>
                    <a:pt x="6" y="8"/>
                    <a:pt x="6" y="8"/>
                    <a:pt x="6" y="8"/>
                  </a:cubicBezTo>
                  <a:cubicBezTo>
                    <a:pt x="6" y="7"/>
                    <a:pt x="6" y="7"/>
                    <a:pt x="6" y="7"/>
                  </a:cubicBezTo>
                  <a:cubicBezTo>
                    <a:pt x="6" y="4"/>
                    <a:pt x="6" y="4"/>
                    <a:pt x="6" y="4"/>
                  </a:cubicBezTo>
                  <a:lnTo>
                    <a:pt x="6"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91"/>
            <p:cNvSpPr>
              <a:spLocks/>
            </p:cNvSpPr>
            <p:nvPr/>
          </p:nvSpPr>
          <p:spPr bwMode="auto">
            <a:xfrm>
              <a:off x="11984038" y="1916113"/>
              <a:ext cx="96837" cy="354013"/>
            </a:xfrm>
            <a:custGeom>
              <a:avLst/>
              <a:gdLst>
                <a:gd name="T0" fmla="*/ 0 w 27"/>
                <a:gd name="T1" fmla="*/ 85 h 99"/>
                <a:gd name="T2" fmla="*/ 14 w 27"/>
                <a:gd name="T3" fmla="*/ 99 h 99"/>
                <a:gd name="T4" fmla="*/ 27 w 27"/>
                <a:gd name="T5" fmla="*/ 85 h 99"/>
                <a:gd name="T6" fmla="*/ 27 w 27"/>
                <a:gd name="T7" fmla="*/ 0 h 99"/>
                <a:gd name="T8" fmla="*/ 0 w 27"/>
                <a:gd name="T9" fmla="*/ 3 h 99"/>
                <a:gd name="T10" fmla="*/ 0 w 27"/>
                <a:gd name="T11" fmla="*/ 85 h 99"/>
              </a:gdLst>
              <a:ahLst/>
              <a:cxnLst>
                <a:cxn ang="0">
                  <a:pos x="T0" y="T1"/>
                </a:cxn>
                <a:cxn ang="0">
                  <a:pos x="T2" y="T3"/>
                </a:cxn>
                <a:cxn ang="0">
                  <a:pos x="T4" y="T5"/>
                </a:cxn>
                <a:cxn ang="0">
                  <a:pos x="T6" y="T7"/>
                </a:cxn>
                <a:cxn ang="0">
                  <a:pos x="T8" y="T9"/>
                </a:cxn>
                <a:cxn ang="0">
                  <a:pos x="T10" y="T11"/>
                </a:cxn>
              </a:cxnLst>
              <a:rect l="0" t="0" r="r" b="b"/>
              <a:pathLst>
                <a:path w="27" h="99">
                  <a:moveTo>
                    <a:pt x="0" y="85"/>
                  </a:moveTo>
                  <a:cubicBezTo>
                    <a:pt x="0" y="93"/>
                    <a:pt x="6" y="99"/>
                    <a:pt x="14" y="99"/>
                  </a:cubicBezTo>
                  <a:cubicBezTo>
                    <a:pt x="21" y="99"/>
                    <a:pt x="27" y="93"/>
                    <a:pt x="27" y="85"/>
                  </a:cubicBezTo>
                  <a:cubicBezTo>
                    <a:pt x="27" y="0"/>
                    <a:pt x="27" y="0"/>
                    <a:pt x="27" y="0"/>
                  </a:cubicBezTo>
                  <a:cubicBezTo>
                    <a:pt x="18" y="2"/>
                    <a:pt x="5" y="3"/>
                    <a:pt x="0" y="3"/>
                  </a:cubicBezTo>
                  <a:lnTo>
                    <a:pt x="0" y="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92"/>
            <p:cNvSpPr>
              <a:spLocks/>
            </p:cNvSpPr>
            <p:nvPr/>
          </p:nvSpPr>
          <p:spPr bwMode="auto">
            <a:xfrm>
              <a:off x="11861801" y="1916113"/>
              <a:ext cx="96837" cy="354013"/>
            </a:xfrm>
            <a:custGeom>
              <a:avLst/>
              <a:gdLst>
                <a:gd name="T0" fmla="*/ 0 w 27"/>
                <a:gd name="T1" fmla="*/ 85 h 99"/>
                <a:gd name="T2" fmla="*/ 14 w 27"/>
                <a:gd name="T3" fmla="*/ 99 h 99"/>
                <a:gd name="T4" fmla="*/ 27 w 27"/>
                <a:gd name="T5" fmla="*/ 85 h 99"/>
                <a:gd name="T6" fmla="*/ 27 w 27"/>
                <a:gd name="T7" fmla="*/ 3 h 99"/>
                <a:gd name="T8" fmla="*/ 0 w 27"/>
                <a:gd name="T9" fmla="*/ 0 h 99"/>
                <a:gd name="T10" fmla="*/ 0 w 27"/>
                <a:gd name="T11" fmla="*/ 85 h 99"/>
              </a:gdLst>
              <a:ahLst/>
              <a:cxnLst>
                <a:cxn ang="0">
                  <a:pos x="T0" y="T1"/>
                </a:cxn>
                <a:cxn ang="0">
                  <a:pos x="T2" y="T3"/>
                </a:cxn>
                <a:cxn ang="0">
                  <a:pos x="T4" y="T5"/>
                </a:cxn>
                <a:cxn ang="0">
                  <a:pos x="T6" y="T7"/>
                </a:cxn>
                <a:cxn ang="0">
                  <a:pos x="T8" y="T9"/>
                </a:cxn>
                <a:cxn ang="0">
                  <a:pos x="T10" y="T11"/>
                </a:cxn>
              </a:cxnLst>
              <a:rect l="0" t="0" r="r" b="b"/>
              <a:pathLst>
                <a:path w="27" h="99">
                  <a:moveTo>
                    <a:pt x="0" y="85"/>
                  </a:moveTo>
                  <a:cubicBezTo>
                    <a:pt x="0" y="93"/>
                    <a:pt x="6" y="99"/>
                    <a:pt x="14" y="99"/>
                  </a:cubicBezTo>
                  <a:cubicBezTo>
                    <a:pt x="21" y="99"/>
                    <a:pt x="27" y="93"/>
                    <a:pt x="27" y="85"/>
                  </a:cubicBezTo>
                  <a:cubicBezTo>
                    <a:pt x="27" y="3"/>
                    <a:pt x="27" y="3"/>
                    <a:pt x="27" y="3"/>
                  </a:cubicBezTo>
                  <a:cubicBezTo>
                    <a:pt x="22" y="2"/>
                    <a:pt x="9" y="2"/>
                    <a:pt x="0" y="0"/>
                  </a:cubicBezTo>
                  <a:lnTo>
                    <a:pt x="0" y="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93"/>
            <p:cNvSpPr>
              <a:spLocks noEditPoints="1"/>
            </p:cNvSpPr>
            <p:nvPr/>
          </p:nvSpPr>
          <p:spPr bwMode="auto">
            <a:xfrm>
              <a:off x="11858626" y="1589088"/>
              <a:ext cx="215900" cy="230188"/>
            </a:xfrm>
            <a:custGeom>
              <a:avLst/>
              <a:gdLst>
                <a:gd name="T0" fmla="*/ 46 w 60"/>
                <a:gd name="T1" fmla="*/ 6 h 64"/>
                <a:gd name="T2" fmla="*/ 41 w 60"/>
                <a:gd name="T3" fmla="*/ 6 h 64"/>
                <a:gd name="T4" fmla="*/ 41 w 60"/>
                <a:gd name="T5" fmla="*/ 6 h 64"/>
                <a:gd name="T6" fmla="*/ 39 w 60"/>
                <a:gd name="T7" fmla="*/ 5 h 64"/>
                <a:gd name="T8" fmla="*/ 38 w 60"/>
                <a:gd name="T9" fmla="*/ 7 h 64"/>
                <a:gd name="T10" fmla="*/ 27 w 60"/>
                <a:gd name="T11" fmla="*/ 0 h 64"/>
                <a:gd name="T12" fmla="*/ 0 w 60"/>
                <a:gd name="T13" fmla="*/ 44 h 64"/>
                <a:gd name="T14" fmla="*/ 33 w 60"/>
                <a:gd name="T15" fmla="*/ 64 h 64"/>
                <a:gd name="T16" fmla="*/ 60 w 60"/>
                <a:gd name="T17" fmla="*/ 20 h 64"/>
                <a:gd name="T18" fmla="*/ 49 w 60"/>
                <a:gd name="T19" fmla="*/ 13 h 64"/>
                <a:gd name="T20" fmla="*/ 50 w 60"/>
                <a:gd name="T21" fmla="*/ 11 h 64"/>
                <a:gd name="T22" fmla="*/ 48 w 60"/>
                <a:gd name="T23" fmla="*/ 10 h 64"/>
                <a:gd name="T24" fmla="*/ 48 w 60"/>
                <a:gd name="T25" fmla="*/ 10 h 64"/>
                <a:gd name="T26" fmla="*/ 46 w 60"/>
                <a:gd name="T27" fmla="*/ 6 h 64"/>
                <a:gd name="T28" fmla="*/ 56 w 60"/>
                <a:gd name="T29" fmla="*/ 21 h 64"/>
                <a:gd name="T30" fmla="*/ 32 w 60"/>
                <a:gd name="T31" fmla="*/ 60 h 64"/>
                <a:gd name="T32" fmla="*/ 4 w 60"/>
                <a:gd name="T33" fmla="*/ 43 h 64"/>
                <a:gd name="T34" fmla="*/ 27 w 60"/>
                <a:gd name="T35" fmla="*/ 4 h 64"/>
                <a:gd name="T36" fmla="*/ 56 w 60"/>
                <a:gd name="T37"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0" h="64">
                  <a:moveTo>
                    <a:pt x="46" y="6"/>
                  </a:moveTo>
                  <a:cubicBezTo>
                    <a:pt x="44" y="5"/>
                    <a:pt x="42" y="5"/>
                    <a:pt x="41" y="6"/>
                  </a:cubicBezTo>
                  <a:cubicBezTo>
                    <a:pt x="41" y="6"/>
                    <a:pt x="41" y="6"/>
                    <a:pt x="41" y="6"/>
                  </a:cubicBezTo>
                  <a:cubicBezTo>
                    <a:pt x="39" y="5"/>
                    <a:pt x="39" y="5"/>
                    <a:pt x="39" y="5"/>
                  </a:cubicBezTo>
                  <a:cubicBezTo>
                    <a:pt x="38" y="7"/>
                    <a:pt x="38" y="7"/>
                    <a:pt x="38" y="7"/>
                  </a:cubicBezTo>
                  <a:cubicBezTo>
                    <a:pt x="27" y="0"/>
                    <a:pt x="27" y="0"/>
                    <a:pt x="27" y="0"/>
                  </a:cubicBezTo>
                  <a:cubicBezTo>
                    <a:pt x="0" y="44"/>
                    <a:pt x="0" y="44"/>
                    <a:pt x="0" y="44"/>
                  </a:cubicBezTo>
                  <a:cubicBezTo>
                    <a:pt x="33" y="64"/>
                    <a:pt x="33" y="64"/>
                    <a:pt x="33" y="64"/>
                  </a:cubicBezTo>
                  <a:cubicBezTo>
                    <a:pt x="60" y="20"/>
                    <a:pt x="60" y="20"/>
                    <a:pt x="60" y="20"/>
                  </a:cubicBezTo>
                  <a:cubicBezTo>
                    <a:pt x="49" y="13"/>
                    <a:pt x="49" y="13"/>
                    <a:pt x="49" y="13"/>
                  </a:cubicBezTo>
                  <a:cubicBezTo>
                    <a:pt x="50" y="11"/>
                    <a:pt x="50" y="11"/>
                    <a:pt x="50" y="11"/>
                  </a:cubicBezTo>
                  <a:cubicBezTo>
                    <a:pt x="48" y="10"/>
                    <a:pt x="48" y="10"/>
                    <a:pt x="48" y="10"/>
                  </a:cubicBezTo>
                  <a:cubicBezTo>
                    <a:pt x="48" y="10"/>
                    <a:pt x="48" y="10"/>
                    <a:pt x="48" y="10"/>
                  </a:cubicBezTo>
                  <a:cubicBezTo>
                    <a:pt x="49" y="9"/>
                    <a:pt x="48" y="7"/>
                    <a:pt x="46" y="6"/>
                  </a:cubicBezTo>
                  <a:close/>
                  <a:moveTo>
                    <a:pt x="56" y="21"/>
                  </a:moveTo>
                  <a:cubicBezTo>
                    <a:pt x="32" y="60"/>
                    <a:pt x="32" y="60"/>
                    <a:pt x="32" y="60"/>
                  </a:cubicBezTo>
                  <a:cubicBezTo>
                    <a:pt x="4" y="43"/>
                    <a:pt x="4" y="43"/>
                    <a:pt x="4" y="43"/>
                  </a:cubicBezTo>
                  <a:cubicBezTo>
                    <a:pt x="27" y="4"/>
                    <a:pt x="27" y="4"/>
                    <a:pt x="27" y="4"/>
                  </a:cubicBezTo>
                  <a:lnTo>
                    <a:pt x="56"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94"/>
            <p:cNvSpPr>
              <a:spLocks noEditPoints="1"/>
            </p:cNvSpPr>
            <p:nvPr/>
          </p:nvSpPr>
          <p:spPr bwMode="auto">
            <a:xfrm>
              <a:off x="11830051" y="1685925"/>
              <a:ext cx="287337" cy="233363"/>
            </a:xfrm>
            <a:custGeom>
              <a:avLst/>
              <a:gdLst>
                <a:gd name="T0" fmla="*/ 72 w 80"/>
                <a:gd name="T1" fmla="*/ 13 h 65"/>
                <a:gd name="T2" fmla="*/ 65 w 80"/>
                <a:gd name="T3" fmla="*/ 0 h 65"/>
                <a:gd name="T4" fmla="*/ 42 w 80"/>
                <a:gd name="T5" fmla="*/ 39 h 65"/>
                <a:gd name="T6" fmla="*/ 6 w 80"/>
                <a:gd name="T7" fmla="*/ 17 h 65"/>
                <a:gd name="T8" fmla="*/ 9 w 80"/>
                <a:gd name="T9" fmla="*/ 12 h 65"/>
                <a:gd name="T10" fmla="*/ 8 w 80"/>
                <a:gd name="T11" fmla="*/ 13 h 65"/>
                <a:gd name="T12" fmla="*/ 2 w 80"/>
                <a:gd name="T13" fmla="*/ 14 h 65"/>
                <a:gd name="T14" fmla="*/ 0 w 80"/>
                <a:gd name="T15" fmla="*/ 57 h 65"/>
                <a:gd name="T16" fmla="*/ 39 w 80"/>
                <a:gd name="T17" fmla="*/ 65 h 65"/>
                <a:gd name="T18" fmla="*/ 40 w 80"/>
                <a:gd name="T19" fmla="*/ 65 h 65"/>
                <a:gd name="T20" fmla="*/ 40 w 80"/>
                <a:gd name="T21" fmla="*/ 65 h 65"/>
                <a:gd name="T22" fmla="*/ 40 w 80"/>
                <a:gd name="T23" fmla="*/ 65 h 65"/>
                <a:gd name="T24" fmla="*/ 41 w 80"/>
                <a:gd name="T25" fmla="*/ 65 h 65"/>
                <a:gd name="T26" fmla="*/ 80 w 80"/>
                <a:gd name="T27" fmla="*/ 57 h 65"/>
                <a:gd name="T28" fmla="*/ 78 w 80"/>
                <a:gd name="T29" fmla="*/ 14 h 65"/>
                <a:gd name="T30" fmla="*/ 72 w 80"/>
                <a:gd name="T31" fmla="*/ 13 h 65"/>
                <a:gd name="T32" fmla="*/ 40 w 80"/>
                <a:gd name="T33" fmla="*/ 54 h 65"/>
                <a:gd name="T34" fmla="*/ 37 w 80"/>
                <a:gd name="T35" fmla="*/ 51 h 65"/>
                <a:gd name="T36" fmla="*/ 40 w 80"/>
                <a:gd name="T37" fmla="*/ 48 h 65"/>
                <a:gd name="T38" fmla="*/ 43 w 80"/>
                <a:gd name="T39" fmla="*/ 51 h 65"/>
                <a:gd name="T40" fmla="*/ 40 w 80"/>
                <a:gd name="T41" fmla="*/ 54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0" h="65">
                  <a:moveTo>
                    <a:pt x="72" y="13"/>
                  </a:moveTo>
                  <a:cubicBezTo>
                    <a:pt x="67" y="11"/>
                    <a:pt x="65" y="5"/>
                    <a:pt x="65" y="0"/>
                  </a:cubicBezTo>
                  <a:cubicBezTo>
                    <a:pt x="42" y="39"/>
                    <a:pt x="42" y="39"/>
                    <a:pt x="42" y="39"/>
                  </a:cubicBezTo>
                  <a:cubicBezTo>
                    <a:pt x="6" y="17"/>
                    <a:pt x="6" y="17"/>
                    <a:pt x="6" y="17"/>
                  </a:cubicBezTo>
                  <a:cubicBezTo>
                    <a:pt x="9" y="12"/>
                    <a:pt x="9" y="12"/>
                    <a:pt x="9" y="12"/>
                  </a:cubicBezTo>
                  <a:cubicBezTo>
                    <a:pt x="8" y="13"/>
                    <a:pt x="8" y="13"/>
                    <a:pt x="8" y="13"/>
                  </a:cubicBezTo>
                  <a:cubicBezTo>
                    <a:pt x="6" y="14"/>
                    <a:pt x="4" y="14"/>
                    <a:pt x="2" y="14"/>
                  </a:cubicBezTo>
                  <a:cubicBezTo>
                    <a:pt x="0" y="57"/>
                    <a:pt x="0" y="57"/>
                    <a:pt x="0" y="57"/>
                  </a:cubicBezTo>
                  <a:cubicBezTo>
                    <a:pt x="0" y="61"/>
                    <a:pt x="17" y="64"/>
                    <a:pt x="39" y="65"/>
                  </a:cubicBezTo>
                  <a:cubicBezTo>
                    <a:pt x="39" y="65"/>
                    <a:pt x="39" y="65"/>
                    <a:pt x="40" y="65"/>
                  </a:cubicBezTo>
                  <a:cubicBezTo>
                    <a:pt x="40" y="65"/>
                    <a:pt x="40" y="65"/>
                    <a:pt x="40" y="65"/>
                  </a:cubicBezTo>
                  <a:cubicBezTo>
                    <a:pt x="40" y="65"/>
                    <a:pt x="40" y="65"/>
                    <a:pt x="40" y="65"/>
                  </a:cubicBezTo>
                  <a:cubicBezTo>
                    <a:pt x="41" y="65"/>
                    <a:pt x="41" y="65"/>
                    <a:pt x="41" y="65"/>
                  </a:cubicBezTo>
                  <a:cubicBezTo>
                    <a:pt x="63" y="64"/>
                    <a:pt x="80" y="61"/>
                    <a:pt x="80" y="57"/>
                  </a:cubicBezTo>
                  <a:cubicBezTo>
                    <a:pt x="78" y="14"/>
                    <a:pt x="78" y="14"/>
                    <a:pt x="78" y="14"/>
                  </a:cubicBezTo>
                  <a:cubicBezTo>
                    <a:pt x="76" y="14"/>
                    <a:pt x="74" y="14"/>
                    <a:pt x="72" y="13"/>
                  </a:cubicBezTo>
                  <a:close/>
                  <a:moveTo>
                    <a:pt x="40" y="54"/>
                  </a:moveTo>
                  <a:cubicBezTo>
                    <a:pt x="38" y="54"/>
                    <a:pt x="37" y="53"/>
                    <a:pt x="37" y="51"/>
                  </a:cubicBezTo>
                  <a:cubicBezTo>
                    <a:pt x="37" y="49"/>
                    <a:pt x="38" y="48"/>
                    <a:pt x="40" y="48"/>
                  </a:cubicBezTo>
                  <a:cubicBezTo>
                    <a:pt x="42" y="48"/>
                    <a:pt x="43" y="49"/>
                    <a:pt x="43" y="51"/>
                  </a:cubicBezTo>
                  <a:cubicBezTo>
                    <a:pt x="43" y="53"/>
                    <a:pt x="42" y="54"/>
                    <a:pt x="40"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95"/>
            <p:cNvSpPr>
              <a:spLocks noEditPoints="1"/>
            </p:cNvSpPr>
            <p:nvPr/>
          </p:nvSpPr>
          <p:spPr bwMode="auto">
            <a:xfrm>
              <a:off x="11750676" y="1317625"/>
              <a:ext cx="455612" cy="419100"/>
            </a:xfrm>
            <a:custGeom>
              <a:avLst/>
              <a:gdLst>
                <a:gd name="T0" fmla="*/ 90 w 127"/>
                <a:gd name="T1" fmla="*/ 5 h 117"/>
                <a:gd name="T2" fmla="*/ 82 w 127"/>
                <a:gd name="T3" fmla="*/ 2 h 117"/>
                <a:gd name="T4" fmla="*/ 79 w 127"/>
                <a:gd name="T5" fmla="*/ 2 h 117"/>
                <a:gd name="T6" fmla="*/ 75 w 127"/>
                <a:gd name="T7" fmla="*/ 1 h 117"/>
                <a:gd name="T8" fmla="*/ 62 w 127"/>
                <a:gd name="T9" fmla="*/ 0 h 117"/>
                <a:gd name="T10" fmla="*/ 62 w 127"/>
                <a:gd name="T11" fmla="*/ 0 h 117"/>
                <a:gd name="T12" fmla="*/ 49 w 127"/>
                <a:gd name="T13" fmla="*/ 1 h 117"/>
                <a:gd name="T14" fmla="*/ 45 w 127"/>
                <a:gd name="T15" fmla="*/ 2 h 117"/>
                <a:gd name="T16" fmla="*/ 42 w 127"/>
                <a:gd name="T17" fmla="*/ 2 h 117"/>
                <a:gd name="T18" fmla="*/ 34 w 127"/>
                <a:gd name="T19" fmla="*/ 5 h 117"/>
                <a:gd name="T20" fmla="*/ 2 w 127"/>
                <a:gd name="T21" fmla="*/ 75 h 117"/>
                <a:gd name="T22" fmla="*/ 16 w 127"/>
                <a:gd name="T23" fmla="*/ 111 h 117"/>
                <a:gd name="T24" fmla="*/ 34 w 127"/>
                <a:gd name="T25" fmla="*/ 102 h 117"/>
                <a:gd name="T26" fmla="*/ 24 w 127"/>
                <a:gd name="T27" fmla="*/ 70 h 117"/>
                <a:gd name="T28" fmla="*/ 27 w 127"/>
                <a:gd name="T29" fmla="*/ 50 h 117"/>
                <a:gd name="T30" fmla="*/ 35 w 127"/>
                <a:gd name="T31" fmla="*/ 99 h 117"/>
                <a:gd name="T32" fmla="*/ 37 w 127"/>
                <a:gd name="T33" fmla="*/ 106 h 117"/>
                <a:gd name="T34" fmla="*/ 67 w 127"/>
                <a:gd name="T35" fmla="*/ 80 h 117"/>
                <a:gd name="T36" fmla="*/ 71 w 127"/>
                <a:gd name="T37" fmla="*/ 80 h 117"/>
                <a:gd name="T38" fmla="*/ 77 w 127"/>
                <a:gd name="T39" fmla="*/ 81 h 117"/>
                <a:gd name="T40" fmla="*/ 80 w 127"/>
                <a:gd name="T41" fmla="*/ 85 h 117"/>
                <a:gd name="T42" fmla="*/ 81 w 127"/>
                <a:gd name="T43" fmla="*/ 89 h 117"/>
                <a:gd name="T44" fmla="*/ 98 w 127"/>
                <a:gd name="T45" fmla="*/ 74 h 117"/>
                <a:gd name="T46" fmla="*/ 96 w 127"/>
                <a:gd name="T47" fmla="*/ 42 h 117"/>
                <a:gd name="T48" fmla="*/ 90 w 127"/>
                <a:gd name="T49" fmla="*/ 102 h 117"/>
                <a:gd name="T50" fmla="*/ 108 w 127"/>
                <a:gd name="T51" fmla="*/ 111 h 117"/>
                <a:gd name="T52" fmla="*/ 110 w 127"/>
                <a:gd name="T53" fmla="*/ 22 h 117"/>
                <a:gd name="T54" fmla="*/ 59 w 127"/>
                <a:gd name="T55" fmla="*/ 54 h 117"/>
                <a:gd name="T56" fmla="*/ 65 w 127"/>
                <a:gd name="T57" fmla="*/ 54 h 117"/>
                <a:gd name="T58" fmla="*/ 62 w 127"/>
                <a:gd name="T59" fmla="*/ 31 h 117"/>
                <a:gd name="T60" fmla="*/ 62 w 127"/>
                <a:gd name="T61" fmla="*/ 25 h 117"/>
                <a:gd name="T62" fmla="*/ 62 w 127"/>
                <a:gd name="T63" fmla="*/ 31 h 117"/>
                <a:gd name="T64" fmla="*/ 75 w 127"/>
                <a:gd name="T65" fmla="*/ 53 h 117"/>
                <a:gd name="T66" fmla="*/ 90 w 127"/>
                <a:gd name="T67" fmla="*/ 39 h 117"/>
                <a:gd name="T68" fmla="*/ 75 w 127"/>
                <a:gd name="T69" fmla="*/ 38 h 117"/>
                <a:gd name="T70" fmla="*/ 90 w 127"/>
                <a:gd name="T71"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7" h="117">
                  <a:moveTo>
                    <a:pt x="110" y="22"/>
                  </a:moveTo>
                  <a:cubicBezTo>
                    <a:pt x="106" y="15"/>
                    <a:pt x="101" y="10"/>
                    <a:pt x="90" y="5"/>
                  </a:cubicBezTo>
                  <a:cubicBezTo>
                    <a:pt x="90" y="5"/>
                    <a:pt x="90" y="5"/>
                    <a:pt x="90" y="5"/>
                  </a:cubicBezTo>
                  <a:cubicBezTo>
                    <a:pt x="88" y="4"/>
                    <a:pt x="85" y="3"/>
                    <a:pt x="82" y="2"/>
                  </a:cubicBezTo>
                  <a:cubicBezTo>
                    <a:pt x="82" y="2"/>
                    <a:pt x="82" y="2"/>
                    <a:pt x="82" y="2"/>
                  </a:cubicBezTo>
                  <a:cubicBezTo>
                    <a:pt x="81" y="2"/>
                    <a:pt x="80" y="2"/>
                    <a:pt x="79" y="2"/>
                  </a:cubicBezTo>
                  <a:cubicBezTo>
                    <a:pt x="79" y="2"/>
                    <a:pt x="79" y="2"/>
                    <a:pt x="79" y="2"/>
                  </a:cubicBezTo>
                  <a:cubicBezTo>
                    <a:pt x="78" y="2"/>
                    <a:pt x="77" y="1"/>
                    <a:pt x="75" y="1"/>
                  </a:cubicBezTo>
                  <a:cubicBezTo>
                    <a:pt x="71" y="1"/>
                    <a:pt x="66" y="0"/>
                    <a:pt x="62" y="0"/>
                  </a:cubicBezTo>
                  <a:cubicBezTo>
                    <a:pt x="62" y="0"/>
                    <a:pt x="62" y="0"/>
                    <a:pt x="62" y="0"/>
                  </a:cubicBezTo>
                  <a:cubicBezTo>
                    <a:pt x="62" y="0"/>
                    <a:pt x="62" y="0"/>
                    <a:pt x="62" y="0"/>
                  </a:cubicBezTo>
                  <a:cubicBezTo>
                    <a:pt x="62" y="0"/>
                    <a:pt x="62" y="0"/>
                    <a:pt x="62" y="0"/>
                  </a:cubicBezTo>
                  <a:cubicBezTo>
                    <a:pt x="62" y="0"/>
                    <a:pt x="62" y="0"/>
                    <a:pt x="62" y="0"/>
                  </a:cubicBezTo>
                  <a:cubicBezTo>
                    <a:pt x="58" y="0"/>
                    <a:pt x="53" y="1"/>
                    <a:pt x="49" y="1"/>
                  </a:cubicBezTo>
                  <a:cubicBezTo>
                    <a:pt x="48" y="1"/>
                    <a:pt x="46" y="2"/>
                    <a:pt x="45" y="2"/>
                  </a:cubicBezTo>
                  <a:cubicBezTo>
                    <a:pt x="45" y="2"/>
                    <a:pt x="45" y="2"/>
                    <a:pt x="45" y="2"/>
                  </a:cubicBezTo>
                  <a:cubicBezTo>
                    <a:pt x="44" y="2"/>
                    <a:pt x="43" y="2"/>
                    <a:pt x="42" y="2"/>
                  </a:cubicBezTo>
                  <a:cubicBezTo>
                    <a:pt x="42" y="2"/>
                    <a:pt x="42" y="2"/>
                    <a:pt x="42" y="2"/>
                  </a:cubicBezTo>
                  <a:cubicBezTo>
                    <a:pt x="39" y="3"/>
                    <a:pt x="36" y="4"/>
                    <a:pt x="34" y="5"/>
                  </a:cubicBezTo>
                  <a:cubicBezTo>
                    <a:pt x="34" y="5"/>
                    <a:pt x="34" y="5"/>
                    <a:pt x="34" y="5"/>
                  </a:cubicBezTo>
                  <a:cubicBezTo>
                    <a:pt x="23" y="10"/>
                    <a:pt x="18" y="15"/>
                    <a:pt x="14" y="22"/>
                  </a:cubicBezTo>
                  <a:cubicBezTo>
                    <a:pt x="5" y="40"/>
                    <a:pt x="0" y="58"/>
                    <a:pt x="2" y="75"/>
                  </a:cubicBezTo>
                  <a:cubicBezTo>
                    <a:pt x="4" y="86"/>
                    <a:pt x="8" y="97"/>
                    <a:pt x="14" y="108"/>
                  </a:cubicBezTo>
                  <a:cubicBezTo>
                    <a:pt x="15" y="108"/>
                    <a:pt x="16" y="111"/>
                    <a:pt x="16" y="111"/>
                  </a:cubicBezTo>
                  <a:cubicBezTo>
                    <a:pt x="18" y="115"/>
                    <a:pt x="24" y="117"/>
                    <a:pt x="29" y="114"/>
                  </a:cubicBezTo>
                  <a:cubicBezTo>
                    <a:pt x="34" y="112"/>
                    <a:pt x="36" y="107"/>
                    <a:pt x="34" y="102"/>
                  </a:cubicBezTo>
                  <a:cubicBezTo>
                    <a:pt x="34" y="102"/>
                    <a:pt x="33" y="100"/>
                    <a:pt x="33" y="100"/>
                  </a:cubicBezTo>
                  <a:cubicBezTo>
                    <a:pt x="28" y="89"/>
                    <a:pt x="24" y="79"/>
                    <a:pt x="24" y="70"/>
                  </a:cubicBezTo>
                  <a:cubicBezTo>
                    <a:pt x="23" y="61"/>
                    <a:pt x="24" y="52"/>
                    <a:pt x="28" y="42"/>
                  </a:cubicBezTo>
                  <a:cubicBezTo>
                    <a:pt x="27" y="50"/>
                    <a:pt x="27" y="50"/>
                    <a:pt x="27" y="50"/>
                  </a:cubicBezTo>
                  <a:cubicBezTo>
                    <a:pt x="26" y="74"/>
                    <a:pt x="26" y="74"/>
                    <a:pt x="26" y="74"/>
                  </a:cubicBezTo>
                  <a:cubicBezTo>
                    <a:pt x="27" y="82"/>
                    <a:pt x="30" y="90"/>
                    <a:pt x="35" y="99"/>
                  </a:cubicBezTo>
                  <a:cubicBezTo>
                    <a:pt x="35" y="99"/>
                    <a:pt x="36" y="101"/>
                    <a:pt x="36" y="102"/>
                  </a:cubicBezTo>
                  <a:cubicBezTo>
                    <a:pt x="37" y="103"/>
                    <a:pt x="37" y="104"/>
                    <a:pt x="37" y="106"/>
                  </a:cubicBezTo>
                  <a:cubicBezTo>
                    <a:pt x="56" y="74"/>
                    <a:pt x="56" y="74"/>
                    <a:pt x="56" y="74"/>
                  </a:cubicBezTo>
                  <a:cubicBezTo>
                    <a:pt x="67" y="80"/>
                    <a:pt x="67" y="80"/>
                    <a:pt x="67" y="80"/>
                  </a:cubicBezTo>
                  <a:cubicBezTo>
                    <a:pt x="69" y="78"/>
                    <a:pt x="69" y="78"/>
                    <a:pt x="69" y="78"/>
                  </a:cubicBezTo>
                  <a:cubicBezTo>
                    <a:pt x="71" y="80"/>
                    <a:pt x="71" y="80"/>
                    <a:pt x="71" y="80"/>
                  </a:cubicBezTo>
                  <a:cubicBezTo>
                    <a:pt x="72" y="79"/>
                    <a:pt x="74" y="79"/>
                    <a:pt x="75" y="80"/>
                  </a:cubicBezTo>
                  <a:cubicBezTo>
                    <a:pt x="76" y="80"/>
                    <a:pt x="76" y="80"/>
                    <a:pt x="77" y="81"/>
                  </a:cubicBezTo>
                  <a:cubicBezTo>
                    <a:pt x="78" y="81"/>
                    <a:pt x="79" y="82"/>
                    <a:pt x="79" y="83"/>
                  </a:cubicBezTo>
                  <a:cubicBezTo>
                    <a:pt x="80" y="84"/>
                    <a:pt x="80" y="85"/>
                    <a:pt x="80" y="85"/>
                  </a:cubicBezTo>
                  <a:cubicBezTo>
                    <a:pt x="82" y="87"/>
                    <a:pt x="82" y="87"/>
                    <a:pt x="82" y="87"/>
                  </a:cubicBezTo>
                  <a:cubicBezTo>
                    <a:pt x="81" y="89"/>
                    <a:pt x="81" y="89"/>
                    <a:pt x="81" y="89"/>
                  </a:cubicBezTo>
                  <a:cubicBezTo>
                    <a:pt x="91" y="95"/>
                    <a:pt x="91" y="95"/>
                    <a:pt x="91" y="95"/>
                  </a:cubicBezTo>
                  <a:cubicBezTo>
                    <a:pt x="95" y="88"/>
                    <a:pt x="97" y="81"/>
                    <a:pt x="98" y="74"/>
                  </a:cubicBezTo>
                  <a:cubicBezTo>
                    <a:pt x="97" y="50"/>
                    <a:pt x="97" y="50"/>
                    <a:pt x="97" y="50"/>
                  </a:cubicBezTo>
                  <a:cubicBezTo>
                    <a:pt x="96" y="42"/>
                    <a:pt x="96" y="42"/>
                    <a:pt x="96" y="42"/>
                  </a:cubicBezTo>
                  <a:cubicBezTo>
                    <a:pt x="103" y="62"/>
                    <a:pt x="102" y="78"/>
                    <a:pt x="91" y="100"/>
                  </a:cubicBezTo>
                  <a:cubicBezTo>
                    <a:pt x="91" y="100"/>
                    <a:pt x="90" y="102"/>
                    <a:pt x="90" y="102"/>
                  </a:cubicBezTo>
                  <a:cubicBezTo>
                    <a:pt x="88" y="107"/>
                    <a:pt x="91" y="112"/>
                    <a:pt x="95" y="114"/>
                  </a:cubicBezTo>
                  <a:cubicBezTo>
                    <a:pt x="100" y="117"/>
                    <a:pt x="106" y="115"/>
                    <a:pt x="108" y="111"/>
                  </a:cubicBezTo>
                  <a:cubicBezTo>
                    <a:pt x="108" y="111"/>
                    <a:pt x="110" y="108"/>
                    <a:pt x="110" y="108"/>
                  </a:cubicBezTo>
                  <a:cubicBezTo>
                    <a:pt x="127" y="80"/>
                    <a:pt x="125" y="52"/>
                    <a:pt x="110" y="22"/>
                  </a:cubicBezTo>
                  <a:close/>
                  <a:moveTo>
                    <a:pt x="62" y="58"/>
                  </a:moveTo>
                  <a:cubicBezTo>
                    <a:pt x="60" y="58"/>
                    <a:pt x="59" y="56"/>
                    <a:pt x="59" y="54"/>
                  </a:cubicBezTo>
                  <a:cubicBezTo>
                    <a:pt x="59" y="52"/>
                    <a:pt x="60" y="51"/>
                    <a:pt x="62" y="51"/>
                  </a:cubicBezTo>
                  <a:cubicBezTo>
                    <a:pt x="64" y="51"/>
                    <a:pt x="65" y="52"/>
                    <a:pt x="65" y="54"/>
                  </a:cubicBezTo>
                  <a:cubicBezTo>
                    <a:pt x="65" y="56"/>
                    <a:pt x="64" y="58"/>
                    <a:pt x="62" y="58"/>
                  </a:cubicBezTo>
                  <a:close/>
                  <a:moveTo>
                    <a:pt x="62" y="31"/>
                  </a:moveTo>
                  <a:cubicBezTo>
                    <a:pt x="60" y="31"/>
                    <a:pt x="59" y="30"/>
                    <a:pt x="59" y="28"/>
                  </a:cubicBezTo>
                  <a:cubicBezTo>
                    <a:pt x="59" y="26"/>
                    <a:pt x="60" y="25"/>
                    <a:pt x="62" y="25"/>
                  </a:cubicBezTo>
                  <a:cubicBezTo>
                    <a:pt x="64" y="25"/>
                    <a:pt x="65" y="26"/>
                    <a:pt x="65" y="28"/>
                  </a:cubicBezTo>
                  <a:cubicBezTo>
                    <a:pt x="65" y="30"/>
                    <a:pt x="64" y="31"/>
                    <a:pt x="62" y="31"/>
                  </a:cubicBezTo>
                  <a:close/>
                  <a:moveTo>
                    <a:pt x="90" y="53"/>
                  </a:moveTo>
                  <a:cubicBezTo>
                    <a:pt x="75" y="53"/>
                    <a:pt x="75" y="53"/>
                    <a:pt x="75" y="53"/>
                  </a:cubicBezTo>
                  <a:cubicBezTo>
                    <a:pt x="75" y="39"/>
                    <a:pt x="75" y="39"/>
                    <a:pt x="75" y="39"/>
                  </a:cubicBezTo>
                  <a:cubicBezTo>
                    <a:pt x="90" y="39"/>
                    <a:pt x="90" y="39"/>
                    <a:pt x="90" y="39"/>
                  </a:cubicBezTo>
                  <a:cubicBezTo>
                    <a:pt x="90" y="38"/>
                    <a:pt x="90" y="38"/>
                    <a:pt x="90" y="38"/>
                  </a:cubicBezTo>
                  <a:cubicBezTo>
                    <a:pt x="75" y="38"/>
                    <a:pt x="75" y="38"/>
                    <a:pt x="75" y="38"/>
                  </a:cubicBezTo>
                  <a:cubicBezTo>
                    <a:pt x="75" y="36"/>
                    <a:pt x="75" y="36"/>
                    <a:pt x="75" y="36"/>
                  </a:cubicBezTo>
                  <a:cubicBezTo>
                    <a:pt x="90" y="36"/>
                    <a:pt x="90" y="36"/>
                    <a:pt x="90" y="36"/>
                  </a:cubicBezTo>
                  <a:lnTo>
                    <a:pt x="90" y="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96"/>
            <p:cNvSpPr>
              <a:spLocks/>
            </p:cNvSpPr>
            <p:nvPr/>
          </p:nvSpPr>
          <p:spPr bwMode="auto">
            <a:xfrm>
              <a:off x="12023726" y="1460500"/>
              <a:ext cx="42862" cy="42863"/>
            </a:xfrm>
            <a:custGeom>
              <a:avLst/>
              <a:gdLst>
                <a:gd name="T0" fmla="*/ 18 w 27"/>
                <a:gd name="T1" fmla="*/ 0 h 27"/>
                <a:gd name="T2" fmla="*/ 9 w 27"/>
                <a:gd name="T3" fmla="*/ 0 h 27"/>
                <a:gd name="T4" fmla="*/ 9 w 27"/>
                <a:gd name="T5" fmla="*/ 9 h 27"/>
                <a:gd name="T6" fmla="*/ 0 w 27"/>
                <a:gd name="T7" fmla="*/ 9 h 27"/>
                <a:gd name="T8" fmla="*/ 0 w 27"/>
                <a:gd name="T9" fmla="*/ 18 h 27"/>
                <a:gd name="T10" fmla="*/ 9 w 27"/>
                <a:gd name="T11" fmla="*/ 18 h 27"/>
                <a:gd name="T12" fmla="*/ 9 w 27"/>
                <a:gd name="T13" fmla="*/ 27 h 27"/>
                <a:gd name="T14" fmla="*/ 18 w 27"/>
                <a:gd name="T15" fmla="*/ 27 h 27"/>
                <a:gd name="T16" fmla="*/ 18 w 27"/>
                <a:gd name="T17" fmla="*/ 18 h 27"/>
                <a:gd name="T18" fmla="*/ 27 w 27"/>
                <a:gd name="T19" fmla="*/ 18 h 27"/>
                <a:gd name="T20" fmla="*/ 27 w 27"/>
                <a:gd name="T21" fmla="*/ 9 h 27"/>
                <a:gd name="T22" fmla="*/ 18 w 27"/>
                <a:gd name="T23" fmla="*/ 9 h 27"/>
                <a:gd name="T24" fmla="*/ 18 w 27"/>
                <a:gd name="T2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 h="27">
                  <a:moveTo>
                    <a:pt x="18" y="0"/>
                  </a:moveTo>
                  <a:lnTo>
                    <a:pt x="9" y="0"/>
                  </a:lnTo>
                  <a:lnTo>
                    <a:pt x="9" y="9"/>
                  </a:lnTo>
                  <a:lnTo>
                    <a:pt x="0" y="9"/>
                  </a:lnTo>
                  <a:lnTo>
                    <a:pt x="0" y="18"/>
                  </a:lnTo>
                  <a:lnTo>
                    <a:pt x="9" y="18"/>
                  </a:lnTo>
                  <a:lnTo>
                    <a:pt x="9" y="27"/>
                  </a:lnTo>
                  <a:lnTo>
                    <a:pt x="18" y="27"/>
                  </a:lnTo>
                  <a:lnTo>
                    <a:pt x="18" y="18"/>
                  </a:lnTo>
                  <a:lnTo>
                    <a:pt x="27" y="18"/>
                  </a:lnTo>
                  <a:lnTo>
                    <a:pt x="27" y="9"/>
                  </a:lnTo>
                  <a:lnTo>
                    <a:pt x="18" y="9"/>
                  </a:lnTo>
                  <a:lnTo>
                    <a:pt x="1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2" name="组合 71"/>
          <p:cNvGrpSpPr/>
          <p:nvPr/>
        </p:nvGrpSpPr>
        <p:grpSpPr>
          <a:xfrm>
            <a:off x="8324851" y="2901950"/>
            <a:ext cx="455612" cy="1182689"/>
            <a:chOff x="8324851" y="2901950"/>
            <a:chExt cx="455612" cy="1182689"/>
          </a:xfrm>
          <a:solidFill>
            <a:schemeClr val="tx1">
              <a:lumMod val="65000"/>
              <a:lumOff val="35000"/>
            </a:schemeClr>
          </a:solidFill>
        </p:grpSpPr>
        <p:sp>
          <p:nvSpPr>
            <p:cNvPr id="73" name="Freeform 103"/>
            <p:cNvSpPr>
              <a:spLocks/>
            </p:cNvSpPr>
            <p:nvPr/>
          </p:nvSpPr>
          <p:spPr bwMode="auto">
            <a:xfrm>
              <a:off x="8561388" y="3730626"/>
              <a:ext cx="100012" cy="354013"/>
            </a:xfrm>
            <a:custGeom>
              <a:avLst/>
              <a:gdLst>
                <a:gd name="T0" fmla="*/ 0 w 28"/>
                <a:gd name="T1" fmla="*/ 85 h 99"/>
                <a:gd name="T2" fmla="*/ 14 w 28"/>
                <a:gd name="T3" fmla="*/ 99 h 99"/>
                <a:gd name="T4" fmla="*/ 28 w 28"/>
                <a:gd name="T5" fmla="*/ 85 h 99"/>
                <a:gd name="T6" fmla="*/ 28 w 28"/>
                <a:gd name="T7" fmla="*/ 0 h 99"/>
                <a:gd name="T8" fmla="*/ 0 w 28"/>
                <a:gd name="T9" fmla="*/ 3 h 99"/>
                <a:gd name="T10" fmla="*/ 0 w 28"/>
                <a:gd name="T11" fmla="*/ 85 h 99"/>
              </a:gdLst>
              <a:ahLst/>
              <a:cxnLst>
                <a:cxn ang="0">
                  <a:pos x="T0" y="T1"/>
                </a:cxn>
                <a:cxn ang="0">
                  <a:pos x="T2" y="T3"/>
                </a:cxn>
                <a:cxn ang="0">
                  <a:pos x="T4" y="T5"/>
                </a:cxn>
                <a:cxn ang="0">
                  <a:pos x="T6" y="T7"/>
                </a:cxn>
                <a:cxn ang="0">
                  <a:pos x="T8" y="T9"/>
                </a:cxn>
                <a:cxn ang="0">
                  <a:pos x="T10" y="T11"/>
                </a:cxn>
              </a:cxnLst>
              <a:rect l="0" t="0" r="r" b="b"/>
              <a:pathLst>
                <a:path w="28" h="99">
                  <a:moveTo>
                    <a:pt x="0" y="85"/>
                  </a:moveTo>
                  <a:cubicBezTo>
                    <a:pt x="0" y="93"/>
                    <a:pt x="6" y="99"/>
                    <a:pt x="14" y="99"/>
                  </a:cubicBezTo>
                  <a:cubicBezTo>
                    <a:pt x="22" y="99"/>
                    <a:pt x="28" y="93"/>
                    <a:pt x="28" y="85"/>
                  </a:cubicBezTo>
                  <a:cubicBezTo>
                    <a:pt x="28" y="0"/>
                    <a:pt x="28" y="0"/>
                    <a:pt x="28" y="0"/>
                  </a:cubicBezTo>
                  <a:cubicBezTo>
                    <a:pt x="18" y="2"/>
                    <a:pt x="5" y="3"/>
                    <a:pt x="0" y="3"/>
                  </a:cubicBezTo>
                  <a:lnTo>
                    <a:pt x="0" y="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104"/>
            <p:cNvSpPr>
              <a:spLocks/>
            </p:cNvSpPr>
            <p:nvPr/>
          </p:nvSpPr>
          <p:spPr bwMode="auto">
            <a:xfrm>
              <a:off x="8439151" y="3730626"/>
              <a:ext cx="100012" cy="354013"/>
            </a:xfrm>
            <a:custGeom>
              <a:avLst/>
              <a:gdLst>
                <a:gd name="T0" fmla="*/ 0 w 28"/>
                <a:gd name="T1" fmla="*/ 85 h 99"/>
                <a:gd name="T2" fmla="*/ 14 w 28"/>
                <a:gd name="T3" fmla="*/ 99 h 99"/>
                <a:gd name="T4" fmla="*/ 28 w 28"/>
                <a:gd name="T5" fmla="*/ 85 h 99"/>
                <a:gd name="T6" fmla="*/ 28 w 28"/>
                <a:gd name="T7" fmla="*/ 3 h 99"/>
                <a:gd name="T8" fmla="*/ 0 w 28"/>
                <a:gd name="T9" fmla="*/ 0 h 99"/>
                <a:gd name="T10" fmla="*/ 0 w 28"/>
                <a:gd name="T11" fmla="*/ 85 h 99"/>
              </a:gdLst>
              <a:ahLst/>
              <a:cxnLst>
                <a:cxn ang="0">
                  <a:pos x="T0" y="T1"/>
                </a:cxn>
                <a:cxn ang="0">
                  <a:pos x="T2" y="T3"/>
                </a:cxn>
                <a:cxn ang="0">
                  <a:pos x="T4" y="T5"/>
                </a:cxn>
                <a:cxn ang="0">
                  <a:pos x="T6" y="T7"/>
                </a:cxn>
                <a:cxn ang="0">
                  <a:pos x="T8" y="T9"/>
                </a:cxn>
                <a:cxn ang="0">
                  <a:pos x="T10" y="T11"/>
                </a:cxn>
              </a:cxnLst>
              <a:rect l="0" t="0" r="r" b="b"/>
              <a:pathLst>
                <a:path w="28" h="99">
                  <a:moveTo>
                    <a:pt x="0" y="85"/>
                  </a:moveTo>
                  <a:cubicBezTo>
                    <a:pt x="0" y="93"/>
                    <a:pt x="7" y="99"/>
                    <a:pt x="14" y="99"/>
                  </a:cubicBezTo>
                  <a:cubicBezTo>
                    <a:pt x="22" y="99"/>
                    <a:pt x="28" y="93"/>
                    <a:pt x="28" y="85"/>
                  </a:cubicBezTo>
                  <a:cubicBezTo>
                    <a:pt x="28" y="3"/>
                    <a:pt x="28" y="3"/>
                    <a:pt x="28" y="3"/>
                  </a:cubicBezTo>
                  <a:cubicBezTo>
                    <a:pt x="22" y="3"/>
                    <a:pt x="10" y="2"/>
                    <a:pt x="0" y="0"/>
                  </a:cubicBezTo>
                  <a:lnTo>
                    <a:pt x="0" y="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105"/>
            <p:cNvSpPr>
              <a:spLocks noEditPoints="1"/>
            </p:cNvSpPr>
            <p:nvPr/>
          </p:nvSpPr>
          <p:spPr bwMode="auto">
            <a:xfrm>
              <a:off x="8324851" y="3135313"/>
              <a:ext cx="455612" cy="598488"/>
            </a:xfrm>
            <a:custGeom>
              <a:avLst/>
              <a:gdLst>
                <a:gd name="T0" fmla="*/ 112 w 127"/>
                <a:gd name="T1" fmla="*/ 21 h 167"/>
                <a:gd name="T2" fmla="*/ 92 w 127"/>
                <a:gd name="T3" fmla="*/ 4 h 167"/>
                <a:gd name="T4" fmla="*/ 81 w 127"/>
                <a:gd name="T5" fmla="*/ 1 h 167"/>
                <a:gd name="T6" fmla="*/ 76 w 127"/>
                <a:gd name="T7" fmla="*/ 0 h 167"/>
                <a:gd name="T8" fmla="*/ 64 w 127"/>
                <a:gd name="T9" fmla="*/ 0 h 167"/>
                <a:gd name="T10" fmla="*/ 63 w 127"/>
                <a:gd name="T11" fmla="*/ 0 h 167"/>
                <a:gd name="T12" fmla="*/ 46 w 127"/>
                <a:gd name="T13" fmla="*/ 1 h 167"/>
                <a:gd name="T14" fmla="*/ 44 w 127"/>
                <a:gd name="T15" fmla="*/ 2 h 167"/>
                <a:gd name="T16" fmla="*/ 37 w 127"/>
                <a:gd name="T17" fmla="*/ 4 h 167"/>
                <a:gd name="T18" fmla="*/ 36 w 127"/>
                <a:gd name="T19" fmla="*/ 4 h 167"/>
                <a:gd name="T20" fmla="*/ 35 w 127"/>
                <a:gd name="T21" fmla="*/ 4 h 167"/>
                <a:gd name="T22" fmla="*/ 35 w 127"/>
                <a:gd name="T23" fmla="*/ 4 h 167"/>
                <a:gd name="T24" fmla="*/ 30 w 127"/>
                <a:gd name="T25" fmla="*/ 7 h 167"/>
                <a:gd name="T26" fmla="*/ 15 w 127"/>
                <a:gd name="T27" fmla="*/ 21 h 167"/>
                <a:gd name="T28" fmla="*/ 1 w 127"/>
                <a:gd name="T29" fmla="*/ 119 h 167"/>
                <a:gd name="T30" fmla="*/ 21 w 127"/>
                <a:gd name="T31" fmla="*/ 120 h 167"/>
                <a:gd name="T32" fmla="*/ 26 w 127"/>
                <a:gd name="T33" fmla="*/ 51 h 167"/>
                <a:gd name="T34" fmla="*/ 24 w 127"/>
                <a:gd name="T35" fmla="*/ 159 h 167"/>
                <a:gd name="T36" fmla="*/ 63 w 127"/>
                <a:gd name="T37" fmla="*/ 167 h 167"/>
                <a:gd name="T38" fmla="*/ 65 w 127"/>
                <a:gd name="T39" fmla="*/ 167 h 167"/>
                <a:gd name="T40" fmla="*/ 98 w 127"/>
                <a:gd name="T41" fmla="*/ 41 h 167"/>
                <a:gd name="T42" fmla="*/ 105 w 127"/>
                <a:gd name="T43" fmla="*/ 120 h 167"/>
                <a:gd name="T44" fmla="*/ 126 w 127"/>
                <a:gd name="T45" fmla="*/ 119 h 167"/>
                <a:gd name="T46" fmla="*/ 55 w 127"/>
                <a:gd name="T47" fmla="*/ 39 h 167"/>
                <a:gd name="T48" fmla="*/ 38 w 127"/>
                <a:gd name="T49" fmla="*/ 35 h 167"/>
                <a:gd name="T50" fmla="*/ 55 w 127"/>
                <a:gd name="T51" fmla="*/ 39 h 167"/>
                <a:gd name="T52" fmla="*/ 60 w 127"/>
                <a:gd name="T53" fmla="*/ 140 h 167"/>
                <a:gd name="T54" fmla="*/ 67 w 127"/>
                <a:gd name="T55" fmla="*/ 140 h 167"/>
                <a:gd name="T56" fmla="*/ 63 w 127"/>
                <a:gd name="T57" fmla="*/ 119 h 167"/>
                <a:gd name="T58" fmla="*/ 63 w 127"/>
                <a:gd name="T59" fmla="*/ 113 h 167"/>
                <a:gd name="T60" fmla="*/ 63 w 127"/>
                <a:gd name="T61" fmla="*/ 119 h 167"/>
                <a:gd name="T62" fmla="*/ 60 w 127"/>
                <a:gd name="T63" fmla="*/ 92 h 167"/>
                <a:gd name="T64" fmla="*/ 67 w 127"/>
                <a:gd name="T65" fmla="*/ 92 h 167"/>
                <a:gd name="T66" fmla="*/ 63 w 127"/>
                <a:gd name="T67" fmla="*/ 72 h 167"/>
                <a:gd name="T68" fmla="*/ 63 w 127"/>
                <a:gd name="T69" fmla="*/ 65 h 167"/>
                <a:gd name="T70" fmla="*/ 63 w 127"/>
                <a:gd name="T71" fmla="*/ 72 h 167"/>
                <a:gd name="T72" fmla="*/ 60 w 127"/>
                <a:gd name="T73" fmla="*/ 45 h 167"/>
                <a:gd name="T74" fmla="*/ 67 w 127"/>
                <a:gd name="T75" fmla="*/ 45 h 167"/>
                <a:gd name="T76" fmla="*/ 63 w 127"/>
                <a:gd name="T77" fmla="*/ 25 h 167"/>
                <a:gd name="T78" fmla="*/ 63 w 127"/>
                <a:gd name="T79" fmla="*/ 18 h 167"/>
                <a:gd name="T80" fmla="*/ 63 w 127"/>
                <a:gd name="T81" fmla="*/ 25 h 167"/>
                <a:gd name="T82" fmla="*/ 72 w 127"/>
                <a:gd name="T83" fmla="*/ 39 h 167"/>
                <a:gd name="T84" fmla="*/ 89 w 127"/>
                <a:gd name="T85" fmla="*/ 35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7" h="167">
                  <a:moveTo>
                    <a:pt x="122" y="55"/>
                  </a:moveTo>
                  <a:cubicBezTo>
                    <a:pt x="122" y="55"/>
                    <a:pt x="122" y="38"/>
                    <a:pt x="112" y="21"/>
                  </a:cubicBezTo>
                  <a:cubicBezTo>
                    <a:pt x="108" y="15"/>
                    <a:pt x="103" y="9"/>
                    <a:pt x="92" y="4"/>
                  </a:cubicBezTo>
                  <a:cubicBezTo>
                    <a:pt x="92" y="4"/>
                    <a:pt x="92" y="4"/>
                    <a:pt x="92" y="4"/>
                  </a:cubicBezTo>
                  <a:cubicBezTo>
                    <a:pt x="89" y="3"/>
                    <a:pt x="83" y="2"/>
                    <a:pt x="83" y="2"/>
                  </a:cubicBezTo>
                  <a:cubicBezTo>
                    <a:pt x="82" y="1"/>
                    <a:pt x="82" y="1"/>
                    <a:pt x="81" y="1"/>
                  </a:cubicBezTo>
                  <a:cubicBezTo>
                    <a:pt x="81" y="1"/>
                    <a:pt x="81" y="1"/>
                    <a:pt x="81" y="1"/>
                  </a:cubicBezTo>
                  <a:cubicBezTo>
                    <a:pt x="79" y="1"/>
                    <a:pt x="78" y="1"/>
                    <a:pt x="76" y="0"/>
                  </a:cubicBezTo>
                  <a:cubicBezTo>
                    <a:pt x="73" y="0"/>
                    <a:pt x="67" y="0"/>
                    <a:pt x="64" y="0"/>
                  </a:cubicBezTo>
                  <a:cubicBezTo>
                    <a:pt x="64" y="0"/>
                    <a:pt x="64" y="0"/>
                    <a:pt x="64" y="0"/>
                  </a:cubicBezTo>
                  <a:cubicBezTo>
                    <a:pt x="63" y="0"/>
                    <a:pt x="63" y="0"/>
                    <a:pt x="63" y="0"/>
                  </a:cubicBezTo>
                  <a:cubicBezTo>
                    <a:pt x="63" y="0"/>
                    <a:pt x="63" y="0"/>
                    <a:pt x="63" y="0"/>
                  </a:cubicBezTo>
                  <a:cubicBezTo>
                    <a:pt x="60" y="0"/>
                    <a:pt x="54" y="0"/>
                    <a:pt x="50" y="0"/>
                  </a:cubicBezTo>
                  <a:cubicBezTo>
                    <a:pt x="49" y="1"/>
                    <a:pt x="47" y="1"/>
                    <a:pt x="46" y="1"/>
                  </a:cubicBezTo>
                  <a:cubicBezTo>
                    <a:pt x="46" y="1"/>
                    <a:pt x="46" y="1"/>
                    <a:pt x="46" y="1"/>
                  </a:cubicBezTo>
                  <a:cubicBezTo>
                    <a:pt x="45" y="1"/>
                    <a:pt x="45" y="1"/>
                    <a:pt x="44" y="2"/>
                  </a:cubicBezTo>
                  <a:cubicBezTo>
                    <a:pt x="44" y="2"/>
                    <a:pt x="40" y="3"/>
                    <a:pt x="37" y="3"/>
                  </a:cubicBezTo>
                  <a:cubicBezTo>
                    <a:pt x="37" y="4"/>
                    <a:pt x="37" y="4"/>
                    <a:pt x="37"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4" y="5"/>
                    <a:pt x="33" y="5"/>
                    <a:pt x="32" y="6"/>
                  </a:cubicBezTo>
                  <a:cubicBezTo>
                    <a:pt x="32" y="6"/>
                    <a:pt x="31" y="6"/>
                    <a:pt x="30" y="7"/>
                  </a:cubicBezTo>
                  <a:cubicBezTo>
                    <a:pt x="30" y="7"/>
                    <a:pt x="30" y="7"/>
                    <a:pt x="30" y="7"/>
                  </a:cubicBezTo>
                  <a:cubicBezTo>
                    <a:pt x="22" y="11"/>
                    <a:pt x="18" y="16"/>
                    <a:pt x="15" y="21"/>
                  </a:cubicBezTo>
                  <a:cubicBezTo>
                    <a:pt x="5" y="38"/>
                    <a:pt x="5" y="55"/>
                    <a:pt x="5" y="55"/>
                  </a:cubicBezTo>
                  <a:cubicBezTo>
                    <a:pt x="1" y="119"/>
                    <a:pt x="1" y="119"/>
                    <a:pt x="1" y="119"/>
                  </a:cubicBezTo>
                  <a:cubicBezTo>
                    <a:pt x="0" y="124"/>
                    <a:pt x="5" y="129"/>
                    <a:pt x="10" y="130"/>
                  </a:cubicBezTo>
                  <a:cubicBezTo>
                    <a:pt x="16" y="130"/>
                    <a:pt x="21" y="126"/>
                    <a:pt x="21" y="120"/>
                  </a:cubicBezTo>
                  <a:cubicBezTo>
                    <a:pt x="26" y="55"/>
                    <a:pt x="26" y="55"/>
                    <a:pt x="26" y="55"/>
                  </a:cubicBezTo>
                  <a:cubicBezTo>
                    <a:pt x="26" y="53"/>
                    <a:pt x="26" y="52"/>
                    <a:pt x="26" y="51"/>
                  </a:cubicBezTo>
                  <a:cubicBezTo>
                    <a:pt x="27" y="49"/>
                    <a:pt x="28" y="47"/>
                    <a:pt x="29" y="45"/>
                  </a:cubicBezTo>
                  <a:cubicBezTo>
                    <a:pt x="24" y="159"/>
                    <a:pt x="24" y="159"/>
                    <a:pt x="24" y="159"/>
                  </a:cubicBezTo>
                  <a:cubicBezTo>
                    <a:pt x="24" y="163"/>
                    <a:pt x="41" y="167"/>
                    <a:pt x="62" y="167"/>
                  </a:cubicBezTo>
                  <a:cubicBezTo>
                    <a:pt x="62" y="167"/>
                    <a:pt x="63" y="167"/>
                    <a:pt x="63" y="167"/>
                  </a:cubicBezTo>
                  <a:cubicBezTo>
                    <a:pt x="64" y="167"/>
                    <a:pt x="64" y="167"/>
                    <a:pt x="64" y="167"/>
                  </a:cubicBezTo>
                  <a:cubicBezTo>
                    <a:pt x="64" y="167"/>
                    <a:pt x="65" y="167"/>
                    <a:pt x="65" y="167"/>
                  </a:cubicBezTo>
                  <a:cubicBezTo>
                    <a:pt x="86" y="167"/>
                    <a:pt x="103" y="163"/>
                    <a:pt x="103" y="159"/>
                  </a:cubicBezTo>
                  <a:cubicBezTo>
                    <a:pt x="98" y="41"/>
                    <a:pt x="98" y="41"/>
                    <a:pt x="98" y="41"/>
                  </a:cubicBezTo>
                  <a:cubicBezTo>
                    <a:pt x="100" y="46"/>
                    <a:pt x="101" y="50"/>
                    <a:pt x="101" y="55"/>
                  </a:cubicBezTo>
                  <a:cubicBezTo>
                    <a:pt x="105" y="120"/>
                    <a:pt x="105" y="120"/>
                    <a:pt x="105" y="120"/>
                  </a:cubicBezTo>
                  <a:cubicBezTo>
                    <a:pt x="106" y="126"/>
                    <a:pt x="111" y="130"/>
                    <a:pt x="117" y="130"/>
                  </a:cubicBezTo>
                  <a:cubicBezTo>
                    <a:pt x="122" y="129"/>
                    <a:pt x="127" y="124"/>
                    <a:pt x="126" y="119"/>
                  </a:cubicBezTo>
                  <a:lnTo>
                    <a:pt x="122" y="55"/>
                  </a:lnTo>
                  <a:close/>
                  <a:moveTo>
                    <a:pt x="55" y="39"/>
                  </a:moveTo>
                  <a:cubicBezTo>
                    <a:pt x="38" y="39"/>
                    <a:pt x="38" y="39"/>
                    <a:pt x="38" y="39"/>
                  </a:cubicBezTo>
                  <a:cubicBezTo>
                    <a:pt x="38" y="35"/>
                    <a:pt x="38" y="35"/>
                    <a:pt x="38" y="35"/>
                  </a:cubicBezTo>
                  <a:cubicBezTo>
                    <a:pt x="55" y="35"/>
                    <a:pt x="55" y="35"/>
                    <a:pt x="55" y="35"/>
                  </a:cubicBezTo>
                  <a:lnTo>
                    <a:pt x="55" y="39"/>
                  </a:lnTo>
                  <a:close/>
                  <a:moveTo>
                    <a:pt x="63" y="143"/>
                  </a:moveTo>
                  <a:cubicBezTo>
                    <a:pt x="62" y="143"/>
                    <a:pt x="60" y="141"/>
                    <a:pt x="60" y="140"/>
                  </a:cubicBezTo>
                  <a:cubicBezTo>
                    <a:pt x="60" y="138"/>
                    <a:pt x="62" y="136"/>
                    <a:pt x="63" y="136"/>
                  </a:cubicBezTo>
                  <a:cubicBezTo>
                    <a:pt x="65" y="136"/>
                    <a:pt x="67" y="138"/>
                    <a:pt x="67" y="140"/>
                  </a:cubicBezTo>
                  <a:cubicBezTo>
                    <a:pt x="67" y="141"/>
                    <a:pt x="65" y="143"/>
                    <a:pt x="63" y="143"/>
                  </a:cubicBezTo>
                  <a:close/>
                  <a:moveTo>
                    <a:pt x="63" y="119"/>
                  </a:moveTo>
                  <a:cubicBezTo>
                    <a:pt x="62" y="119"/>
                    <a:pt x="60" y="118"/>
                    <a:pt x="60" y="116"/>
                  </a:cubicBezTo>
                  <a:cubicBezTo>
                    <a:pt x="60" y="114"/>
                    <a:pt x="62" y="113"/>
                    <a:pt x="63" y="113"/>
                  </a:cubicBezTo>
                  <a:cubicBezTo>
                    <a:pt x="65" y="113"/>
                    <a:pt x="67" y="114"/>
                    <a:pt x="67" y="116"/>
                  </a:cubicBezTo>
                  <a:cubicBezTo>
                    <a:pt x="67" y="118"/>
                    <a:pt x="65" y="119"/>
                    <a:pt x="63" y="119"/>
                  </a:cubicBezTo>
                  <a:close/>
                  <a:moveTo>
                    <a:pt x="63" y="96"/>
                  </a:moveTo>
                  <a:cubicBezTo>
                    <a:pt x="62" y="96"/>
                    <a:pt x="60" y="94"/>
                    <a:pt x="60" y="92"/>
                  </a:cubicBezTo>
                  <a:cubicBezTo>
                    <a:pt x="60" y="91"/>
                    <a:pt x="62" y="89"/>
                    <a:pt x="63" y="89"/>
                  </a:cubicBezTo>
                  <a:cubicBezTo>
                    <a:pt x="65" y="89"/>
                    <a:pt x="67" y="91"/>
                    <a:pt x="67" y="92"/>
                  </a:cubicBezTo>
                  <a:cubicBezTo>
                    <a:pt x="67" y="94"/>
                    <a:pt x="65" y="96"/>
                    <a:pt x="63" y="96"/>
                  </a:cubicBezTo>
                  <a:close/>
                  <a:moveTo>
                    <a:pt x="63" y="72"/>
                  </a:moveTo>
                  <a:cubicBezTo>
                    <a:pt x="62" y="72"/>
                    <a:pt x="60" y="70"/>
                    <a:pt x="60" y="69"/>
                  </a:cubicBezTo>
                  <a:cubicBezTo>
                    <a:pt x="60" y="67"/>
                    <a:pt x="62" y="65"/>
                    <a:pt x="63" y="65"/>
                  </a:cubicBezTo>
                  <a:cubicBezTo>
                    <a:pt x="65" y="65"/>
                    <a:pt x="67" y="67"/>
                    <a:pt x="67" y="69"/>
                  </a:cubicBezTo>
                  <a:cubicBezTo>
                    <a:pt x="67" y="70"/>
                    <a:pt x="65" y="72"/>
                    <a:pt x="63" y="72"/>
                  </a:cubicBezTo>
                  <a:close/>
                  <a:moveTo>
                    <a:pt x="63" y="48"/>
                  </a:moveTo>
                  <a:cubicBezTo>
                    <a:pt x="62" y="48"/>
                    <a:pt x="60" y="47"/>
                    <a:pt x="60" y="45"/>
                  </a:cubicBezTo>
                  <a:cubicBezTo>
                    <a:pt x="60" y="43"/>
                    <a:pt x="62" y="42"/>
                    <a:pt x="63" y="42"/>
                  </a:cubicBezTo>
                  <a:cubicBezTo>
                    <a:pt x="65" y="42"/>
                    <a:pt x="67" y="43"/>
                    <a:pt x="67" y="45"/>
                  </a:cubicBezTo>
                  <a:cubicBezTo>
                    <a:pt x="67" y="47"/>
                    <a:pt x="65" y="48"/>
                    <a:pt x="63" y="48"/>
                  </a:cubicBezTo>
                  <a:close/>
                  <a:moveTo>
                    <a:pt x="63" y="25"/>
                  </a:moveTo>
                  <a:cubicBezTo>
                    <a:pt x="62" y="25"/>
                    <a:pt x="60" y="23"/>
                    <a:pt x="60" y="21"/>
                  </a:cubicBezTo>
                  <a:cubicBezTo>
                    <a:pt x="60" y="20"/>
                    <a:pt x="62" y="18"/>
                    <a:pt x="63" y="18"/>
                  </a:cubicBezTo>
                  <a:cubicBezTo>
                    <a:pt x="65" y="18"/>
                    <a:pt x="67" y="20"/>
                    <a:pt x="67" y="21"/>
                  </a:cubicBezTo>
                  <a:cubicBezTo>
                    <a:pt x="67" y="23"/>
                    <a:pt x="65" y="25"/>
                    <a:pt x="63" y="25"/>
                  </a:cubicBezTo>
                  <a:close/>
                  <a:moveTo>
                    <a:pt x="89" y="39"/>
                  </a:moveTo>
                  <a:cubicBezTo>
                    <a:pt x="72" y="39"/>
                    <a:pt x="72" y="39"/>
                    <a:pt x="72" y="39"/>
                  </a:cubicBezTo>
                  <a:cubicBezTo>
                    <a:pt x="72" y="35"/>
                    <a:pt x="72" y="35"/>
                    <a:pt x="72" y="35"/>
                  </a:cubicBezTo>
                  <a:cubicBezTo>
                    <a:pt x="89" y="35"/>
                    <a:pt x="89" y="35"/>
                    <a:pt x="89" y="35"/>
                  </a:cubicBezTo>
                  <a:lnTo>
                    <a:pt x="89"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Rectangle 106"/>
            <p:cNvSpPr>
              <a:spLocks noChangeArrowheads="1"/>
            </p:cNvSpPr>
            <p:nvPr/>
          </p:nvSpPr>
          <p:spPr bwMode="auto">
            <a:xfrm>
              <a:off x="8482013" y="3005138"/>
              <a:ext cx="50800" cy="254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Rectangle 107"/>
            <p:cNvSpPr>
              <a:spLocks noChangeArrowheads="1"/>
            </p:cNvSpPr>
            <p:nvPr/>
          </p:nvSpPr>
          <p:spPr bwMode="auto">
            <a:xfrm>
              <a:off x="8572501" y="3005138"/>
              <a:ext cx="49212" cy="254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108"/>
            <p:cNvSpPr>
              <a:spLocks noEditPoints="1"/>
            </p:cNvSpPr>
            <p:nvPr/>
          </p:nvSpPr>
          <p:spPr bwMode="auto">
            <a:xfrm>
              <a:off x="8439151" y="2967038"/>
              <a:ext cx="230187" cy="163513"/>
            </a:xfrm>
            <a:custGeom>
              <a:avLst/>
              <a:gdLst>
                <a:gd name="T0" fmla="*/ 36 w 64"/>
                <a:gd name="T1" fmla="*/ 43 h 46"/>
                <a:gd name="T2" fmla="*/ 62 w 64"/>
                <a:gd name="T3" fmla="*/ 7 h 46"/>
                <a:gd name="T4" fmla="*/ 60 w 64"/>
                <a:gd name="T5" fmla="*/ 1 h 46"/>
                <a:gd name="T6" fmla="*/ 49 w 64"/>
                <a:gd name="T7" fmla="*/ 8 h 46"/>
                <a:gd name="T8" fmla="*/ 36 w 64"/>
                <a:gd name="T9" fmla="*/ 0 h 46"/>
                <a:gd name="T10" fmla="*/ 4 w 64"/>
                <a:gd name="T11" fmla="*/ 0 h 46"/>
                <a:gd name="T12" fmla="*/ 1 w 64"/>
                <a:gd name="T13" fmla="*/ 18 h 46"/>
                <a:gd name="T14" fmla="*/ 36 w 64"/>
                <a:gd name="T15" fmla="*/ 43 h 46"/>
                <a:gd name="T16" fmla="*/ 10 w 64"/>
                <a:gd name="T17" fmla="*/ 10 h 46"/>
                <a:gd name="T18" fmla="*/ 11 w 64"/>
                <a:gd name="T19" fmla="*/ 9 h 46"/>
                <a:gd name="T20" fmla="*/ 27 w 64"/>
                <a:gd name="T21" fmla="*/ 9 h 46"/>
                <a:gd name="T22" fmla="*/ 28 w 64"/>
                <a:gd name="T23" fmla="*/ 10 h 46"/>
                <a:gd name="T24" fmla="*/ 28 w 64"/>
                <a:gd name="T25" fmla="*/ 14 h 46"/>
                <a:gd name="T26" fmla="*/ 35 w 64"/>
                <a:gd name="T27" fmla="*/ 14 h 46"/>
                <a:gd name="T28" fmla="*/ 35 w 64"/>
                <a:gd name="T29" fmla="*/ 10 h 46"/>
                <a:gd name="T30" fmla="*/ 36 w 64"/>
                <a:gd name="T31" fmla="*/ 9 h 46"/>
                <a:gd name="T32" fmla="*/ 52 w 64"/>
                <a:gd name="T33" fmla="*/ 9 h 46"/>
                <a:gd name="T34" fmla="*/ 53 w 64"/>
                <a:gd name="T35" fmla="*/ 10 h 46"/>
                <a:gd name="T36" fmla="*/ 53 w 64"/>
                <a:gd name="T37" fmla="*/ 19 h 46"/>
                <a:gd name="T38" fmla="*/ 52 w 64"/>
                <a:gd name="T39" fmla="*/ 20 h 46"/>
                <a:gd name="T40" fmla="*/ 36 w 64"/>
                <a:gd name="T41" fmla="*/ 20 h 46"/>
                <a:gd name="T42" fmla="*/ 35 w 64"/>
                <a:gd name="T43" fmla="*/ 19 h 46"/>
                <a:gd name="T44" fmla="*/ 35 w 64"/>
                <a:gd name="T45" fmla="*/ 16 h 46"/>
                <a:gd name="T46" fmla="*/ 28 w 64"/>
                <a:gd name="T47" fmla="*/ 16 h 46"/>
                <a:gd name="T48" fmla="*/ 28 w 64"/>
                <a:gd name="T49" fmla="*/ 19 h 46"/>
                <a:gd name="T50" fmla="*/ 27 w 64"/>
                <a:gd name="T51" fmla="*/ 20 h 46"/>
                <a:gd name="T52" fmla="*/ 11 w 64"/>
                <a:gd name="T53" fmla="*/ 20 h 46"/>
                <a:gd name="T54" fmla="*/ 10 w 64"/>
                <a:gd name="T55" fmla="*/ 19 h 46"/>
                <a:gd name="T56" fmla="*/ 10 w 64"/>
                <a:gd name="T57" fmla="*/ 1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4" h="46">
                  <a:moveTo>
                    <a:pt x="36" y="43"/>
                  </a:moveTo>
                  <a:cubicBezTo>
                    <a:pt x="53" y="40"/>
                    <a:pt x="64" y="24"/>
                    <a:pt x="62" y="7"/>
                  </a:cubicBezTo>
                  <a:cubicBezTo>
                    <a:pt x="61" y="5"/>
                    <a:pt x="61" y="3"/>
                    <a:pt x="60" y="1"/>
                  </a:cubicBezTo>
                  <a:cubicBezTo>
                    <a:pt x="58" y="5"/>
                    <a:pt x="53" y="8"/>
                    <a:pt x="49" y="8"/>
                  </a:cubicBezTo>
                  <a:cubicBezTo>
                    <a:pt x="43" y="8"/>
                    <a:pt x="38" y="5"/>
                    <a:pt x="36" y="0"/>
                  </a:cubicBezTo>
                  <a:cubicBezTo>
                    <a:pt x="4" y="0"/>
                    <a:pt x="4" y="0"/>
                    <a:pt x="4" y="0"/>
                  </a:cubicBezTo>
                  <a:cubicBezTo>
                    <a:pt x="1" y="6"/>
                    <a:pt x="0" y="12"/>
                    <a:pt x="1" y="18"/>
                  </a:cubicBezTo>
                  <a:cubicBezTo>
                    <a:pt x="4" y="35"/>
                    <a:pt x="19" y="46"/>
                    <a:pt x="36" y="43"/>
                  </a:cubicBezTo>
                  <a:close/>
                  <a:moveTo>
                    <a:pt x="10" y="10"/>
                  </a:moveTo>
                  <a:cubicBezTo>
                    <a:pt x="10" y="10"/>
                    <a:pt x="10" y="9"/>
                    <a:pt x="11" y="9"/>
                  </a:cubicBezTo>
                  <a:cubicBezTo>
                    <a:pt x="27" y="9"/>
                    <a:pt x="27" y="9"/>
                    <a:pt x="27" y="9"/>
                  </a:cubicBezTo>
                  <a:cubicBezTo>
                    <a:pt x="27" y="9"/>
                    <a:pt x="28" y="10"/>
                    <a:pt x="28" y="10"/>
                  </a:cubicBezTo>
                  <a:cubicBezTo>
                    <a:pt x="28" y="14"/>
                    <a:pt x="28" y="14"/>
                    <a:pt x="28" y="14"/>
                  </a:cubicBezTo>
                  <a:cubicBezTo>
                    <a:pt x="35" y="14"/>
                    <a:pt x="35" y="14"/>
                    <a:pt x="35" y="14"/>
                  </a:cubicBezTo>
                  <a:cubicBezTo>
                    <a:pt x="35" y="10"/>
                    <a:pt x="35" y="10"/>
                    <a:pt x="35" y="10"/>
                  </a:cubicBezTo>
                  <a:cubicBezTo>
                    <a:pt x="35" y="10"/>
                    <a:pt x="35" y="9"/>
                    <a:pt x="36" y="9"/>
                  </a:cubicBezTo>
                  <a:cubicBezTo>
                    <a:pt x="52" y="9"/>
                    <a:pt x="52" y="9"/>
                    <a:pt x="52" y="9"/>
                  </a:cubicBezTo>
                  <a:cubicBezTo>
                    <a:pt x="52" y="9"/>
                    <a:pt x="53" y="10"/>
                    <a:pt x="53" y="10"/>
                  </a:cubicBezTo>
                  <a:cubicBezTo>
                    <a:pt x="53" y="19"/>
                    <a:pt x="53" y="19"/>
                    <a:pt x="53" y="19"/>
                  </a:cubicBezTo>
                  <a:cubicBezTo>
                    <a:pt x="53" y="19"/>
                    <a:pt x="52" y="20"/>
                    <a:pt x="52" y="20"/>
                  </a:cubicBezTo>
                  <a:cubicBezTo>
                    <a:pt x="36" y="20"/>
                    <a:pt x="36" y="20"/>
                    <a:pt x="36" y="20"/>
                  </a:cubicBezTo>
                  <a:cubicBezTo>
                    <a:pt x="35" y="20"/>
                    <a:pt x="35" y="19"/>
                    <a:pt x="35" y="19"/>
                  </a:cubicBezTo>
                  <a:cubicBezTo>
                    <a:pt x="35" y="16"/>
                    <a:pt x="35" y="16"/>
                    <a:pt x="35" y="16"/>
                  </a:cubicBezTo>
                  <a:cubicBezTo>
                    <a:pt x="28" y="16"/>
                    <a:pt x="28" y="16"/>
                    <a:pt x="28" y="16"/>
                  </a:cubicBezTo>
                  <a:cubicBezTo>
                    <a:pt x="28" y="19"/>
                    <a:pt x="28" y="19"/>
                    <a:pt x="28" y="19"/>
                  </a:cubicBezTo>
                  <a:cubicBezTo>
                    <a:pt x="28" y="19"/>
                    <a:pt x="27" y="20"/>
                    <a:pt x="27" y="20"/>
                  </a:cubicBezTo>
                  <a:cubicBezTo>
                    <a:pt x="11" y="20"/>
                    <a:pt x="11" y="20"/>
                    <a:pt x="11" y="20"/>
                  </a:cubicBezTo>
                  <a:cubicBezTo>
                    <a:pt x="10" y="20"/>
                    <a:pt x="10" y="19"/>
                    <a:pt x="10" y="19"/>
                  </a:cubicBezTo>
                  <a:lnTo>
                    <a:pt x="1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Oval 109"/>
            <p:cNvSpPr>
              <a:spLocks noChangeArrowheads="1"/>
            </p:cNvSpPr>
            <p:nvPr/>
          </p:nvSpPr>
          <p:spPr bwMode="auto">
            <a:xfrm>
              <a:off x="8607426" y="2936875"/>
              <a:ext cx="11112" cy="158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110"/>
            <p:cNvSpPr>
              <a:spLocks/>
            </p:cNvSpPr>
            <p:nvPr/>
          </p:nvSpPr>
          <p:spPr bwMode="auto">
            <a:xfrm>
              <a:off x="8461376" y="2901950"/>
              <a:ext cx="122237" cy="50800"/>
            </a:xfrm>
            <a:custGeom>
              <a:avLst/>
              <a:gdLst>
                <a:gd name="T0" fmla="*/ 28 w 34"/>
                <a:gd name="T1" fmla="*/ 12 h 14"/>
                <a:gd name="T2" fmla="*/ 34 w 34"/>
                <a:gd name="T3" fmla="*/ 1 h 14"/>
                <a:gd name="T4" fmla="*/ 21 w 34"/>
                <a:gd name="T5" fmla="*/ 0 h 14"/>
                <a:gd name="T6" fmla="*/ 0 w 34"/>
                <a:gd name="T7" fmla="*/ 14 h 14"/>
                <a:gd name="T8" fmla="*/ 29 w 34"/>
                <a:gd name="T9" fmla="*/ 14 h 14"/>
                <a:gd name="T10" fmla="*/ 28 w 34"/>
                <a:gd name="T11" fmla="*/ 12 h 14"/>
              </a:gdLst>
              <a:ahLst/>
              <a:cxnLst>
                <a:cxn ang="0">
                  <a:pos x="T0" y="T1"/>
                </a:cxn>
                <a:cxn ang="0">
                  <a:pos x="T2" y="T3"/>
                </a:cxn>
                <a:cxn ang="0">
                  <a:pos x="T4" y="T5"/>
                </a:cxn>
                <a:cxn ang="0">
                  <a:pos x="T6" y="T7"/>
                </a:cxn>
                <a:cxn ang="0">
                  <a:pos x="T8" y="T9"/>
                </a:cxn>
                <a:cxn ang="0">
                  <a:pos x="T10" y="T11"/>
                </a:cxn>
              </a:cxnLst>
              <a:rect l="0" t="0" r="r" b="b"/>
              <a:pathLst>
                <a:path w="34" h="14">
                  <a:moveTo>
                    <a:pt x="28" y="12"/>
                  </a:moveTo>
                  <a:cubicBezTo>
                    <a:pt x="28" y="7"/>
                    <a:pt x="31" y="3"/>
                    <a:pt x="34" y="1"/>
                  </a:cubicBezTo>
                  <a:cubicBezTo>
                    <a:pt x="30" y="0"/>
                    <a:pt x="25" y="0"/>
                    <a:pt x="21" y="0"/>
                  </a:cubicBezTo>
                  <a:cubicBezTo>
                    <a:pt x="12" y="2"/>
                    <a:pt x="5" y="7"/>
                    <a:pt x="0" y="14"/>
                  </a:cubicBezTo>
                  <a:cubicBezTo>
                    <a:pt x="29" y="14"/>
                    <a:pt x="29" y="14"/>
                    <a:pt x="29" y="14"/>
                  </a:cubicBezTo>
                  <a:cubicBezTo>
                    <a:pt x="29" y="13"/>
                    <a:pt x="28" y="12"/>
                    <a:pt x="2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111"/>
            <p:cNvSpPr>
              <a:spLocks noEditPoints="1"/>
            </p:cNvSpPr>
            <p:nvPr/>
          </p:nvSpPr>
          <p:spPr bwMode="auto">
            <a:xfrm>
              <a:off x="8569326" y="2901950"/>
              <a:ext cx="88900" cy="85725"/>
            </a:xfrm>
            <a:custGeom>
              <a:avLst/>
              <a:gdLst>
                <a:gd name="T0" fmla="*/ 13 w 25"/>
                <a:gd name="T1" fmla="*/ 24 h 24"/>
                <a:gd name="T2" fmla="*/ 25 w 25"/>
                <a:gd name="T3" fmla="*/ 12 h 24"/>
                <a:gd name="T4" fmla="*/ 13 w 25"/>
                <a:gd name="T5" fmla="*/ 0 h 24"/>
                <a:gd name="T6" fmla="*/ 0 w 25"/>
                <a:gd name="T7" fmla="*/ 12 h 24"/>
                <a:gd name="T8" fmla="*/ 13 w 25"/>
                <a:gd name="T9" fmla="*/ 24 h 24"/>
                <a:gd name="T10" fmla="*/ 13 w 25"/>
                <a:gd name="T11" fmla="*/ 8 h 24"/>
                <a:gd name="T12" fmla="*/ 16 w 25"/>
                <a:gd name="T13" fmla="*/ 12 h 24"/>
                <a:gd name="T14" fmla="*/ 13 w 25"/>
                <a:gd name="T15" fmla="*/ 16 h 24"/>
                <a:gd name="T16" fmla="*/ 9 w 25"/>
                <a:gd name="T17" fmla="*/ 12 h 24"/>
                <a:gd name="T18" fmla="*/ 13 w 25"/>
                <a:gd name="T19" fmla="*/ 8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24">
                  <a:moveTo>
                    <a:pt x="13" y="24"/>
                  </a:moveTo>
                  <a:cubicBezTo>
                    <a:pt x="19" y="24"/>
                    <a:pt x="25" y="19"/>
                    <a:pt x="25" y="12"/>
                  </a:cubicBezTo>
                  <a:cubicBezTo>
                    <a:pt x="25" y="5"/>
                    <a:pt x="19" y="0"/>
                    <a:pt x="13" y="0"/>
                  </a:cubicBezTo>
                  <a:cubicBezTo>
                    <a:pt x="6" y="0"/>
                    <a:pt x="0" y="5"/>
                    <a:pt x="0" y="12"/>
                  </a:cubicBezTo>
                  <a:cubicBezTo>
                    <a:pt x="0" y="19"/>
                    <a:pt x="6" y="24"/>
                    <a:pt x="13" y="24"/>
                  </a:cubicBezTo>
                  <a:close/>
                  <a:moveTo>
                    <a:pt x="13" y="8"/>
                  </a:moveTo>
                  <a:cubicBezTo>
                    <a:pt x="15" y="8"/>
                    <a:pt x="16" y="10"/>
                    <a:pt x="16" y="12"/>
                  </a:cubicBezTo>
                  <a:cubicBezTo>
                    <a:pt x="16" y="14"/>
                    <a:pt x="15" y="16"/>
                    <a:pt x="13" y="16"/>
                  </a:cubicBezTo>
                  <a:cubicBezTo>
                    <a:pt x="10" y="16"/>
                    <a:pt x="9" y="14"/>
                    <a:pt x="9" y="12"/>
                  </a:cubicBezTo>
                  <a:cubicBezTo>
                    <a:pt x="9" y="10"/>
                    <a:pt x="10" y="8"/>
                    <a:pt x="1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2" name="组合 81"/>
          <p:cNvGrpSpPr/>
          <p:nvPr/>
        </p:nvGrpSpPr>
        <p:grpSpPr>
          <a:xfrm>
            <a:off x="10958208" y="2605088"/>
            <a:ext cx="1054099" cy="1544638"/>
            <a:chOff x="11134726" y="2605088"/>
            <a:chExt cx="1054099" cy="1544638"/>
          </a:xfrm>
          <a:solidFill>
            <a:schemeClr val="tx1">
              <a:lumMod val="65000"/>
              <a:lumOff val="35000"/>
            </a:schemeClr>
          </a:solidFill>
        </p:grpSpPr>
        <p:pic>
          <p:nvPicPr>
            <p:cNvPr id="83" name="Picture 86"/>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1842751" y="2605088"/>
              <a:ext cx="257175" cy="428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84" name="Rectangle 124"/>
            <p:cNvSpPr>
              <a:spLocks noChangeArrowheads="1"/>
            </p:cNvSpPr>
            <p:nvPr/>
          </p:nvSpPr>
          <p:spPr bwMode="auto">
            <a:xfrm>
              <a:off x="11582401" y="4005263"/>
              <a:ext cx="173037"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125"/>
            <p:cNvSpPr>
              <a:spLocks/>
            </p:cNvSpPr>
            <p:nvPr/>
          </p:nvSpPr>
          <p:spPr bwMode="auto">
            <a:xfrm>
              <a:off x="11382376" y="3052763"/>
              <a:ext cx="207962" cy="200025"/>
            </a:xfrm>
            <a:custGeom>
              <a:avLst/>
              <a:gdLst>
                <a:gd name="T0" fmla="*/ 33 w 58"/>
                <a:gd name="T1" fmla="*/ 53 h 56"/>
                <a:gd name="T2" fmla="*/ 56 w 58"/>
                <a:gd name="T3" fmla="*/ 23 h 56"/>
                <a:gd name="T4" fmla="*/ 25 w 58"/>
                <a:gd name="T5" fmla="*/ 3 h 56"/>
                <a:gd name="T6" fmla="*/ 2 w 58"/>
                <a:gd name="T7" fmla="*/ 32 h 56"/>
                <a:gd name="T8" fmla="*/ 33 w 58"/>
                <a:gd name="T9" fmla="*/ 53 h 56"/>
              </a:gdLst>
              <a:ahLst/>
              <a:cxnLst>
                <a:cxn ang="0">
                  <a:pos x="T0" y="T1"/>
                </a:cxn>
                <a:cxn ang="0">
                  <a:pos x="T2" y="T3"/>
                </a:cxn>
                <a:cxn ang="0">
                  <a:pos x="T4" y="T5"/>
                </a:cxn>
                <a:cxn ang="0">
                  <a:pos x="T6" y="T7"/>
                </a:cxn>
                <a:cxn ang="0">
                  <a:pos x="T8" y="T9"/>
                </a:cxn>
              </a:cxnLst>
              <a:rect l="0" t="0" r="r" b="b"/>
              <a:pathLst>
                <a:path w="58" h="56">
                  <a:moveTo>
                    <a:pt x="33" y="53"/>
                  </a:moveTo>
                  <a:cubicBezTo>
                    <a:pt x="48" y="51"/>
                    <a:pt x="58" y="38"/>
                    <a:pt x="56" y="23"/>
                  </a:cubicBezTo>
                  <a:cubicBezTo>
                    <a:pt x="54" y="9"/>
                    <a:pt x="40" y="0"/>
                    <a:pt x="25" y="3"/>
                  </a:cubicBezTo>
                  <a:cubicBezTo>
                    <a:pt x="10" y="5"/>
                    <a:pt x="0" y="18"/>
                    <a:pt x="2" y="32"/>
                  </a:cubicBezTo>
                  <a:cubicBezTo>
                    <a:pt x="5" y="46"/>
                    <a:pt x="19" y="56"/>
                    <a:pt x="33"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126"/>
            <p:cNvSpPr>
              <a:spLocks/>
            </p:cNvSpPr>
            <p:nvPr/>
          </p:nvSpPr>
          <p:spPr bwMode="auto">
            <a:xfrm>
              <a:off x="11368088" y="3255963"/>
              <a:ext cx="390525" cy="760413"/>
            </a:xfrm>
            <a:custGeom>
              <a:avLst/>
              <a:gdLst>
                <a:gd name="T0" fmla="*/ 93 w 109"/>
                <a:gd name="T1" fmla="*/ 116 h 212"/>
                <a:gd name="T2" fmla="*/ 65 w 109"/>
                <a:gd name="T3" fmla="*/ 116 h 212"/>
                <a:gd name="T4" fmla="*/ 66 w 109"/>
                <a:gd name="T5" fmla="*/ 107 h 212"/>
                <a:gd name="T6" fmla="*/ 66 w 109"/>
                <a:gd name="T7" fmla="*/ 90 h 212"/>
                <a:gd name="T8" fmla="*/ 23 w 109"/>
                <a:gd name="T9" fmla="*/ 90 h 212"/>
                <a:gd name="T10" fmla="*/ 23 w 109"/>
                <a:gd name="T11" fmla="*/ 22 h 212"/>
                <a:gd name="T12" fmla="*/ 34 w 109"/>
                <a:gd name="T13" fmla="*/ 10 h 212"/>
                <a:gd name="T14" fmla="*/ 46 w 109"/>
                <a:gd name="T15" fmla="*/ 22 h 212"/>
                <a:gd name="T16" fmla="*/ 46 w 109"/>
                <a:gd name="T17" fmla="*/ 67 h 212"/>
                <a:gd name="T18" fmla="*/ 66 w 109"/>
                <a:gd name="T19" fmla="*/ 67 h 212"/>
                <a:gd name="T20" fmla="*/ 66 w 109"/>
                <a:gd name="T21" fmla="*/ 33 h 212"/>
                <a:gd name="T22" fmla="*/ 33 w 109"/>
                <a:gd name="T23" fmla="*/ 0 h 212"/>
                <a:gd name="T24" fmla="*/ 0 w 109"/>
                <a:gd name="T25" fmla="*/ 33 h 212"/>
                <a:gd name="T26" fmla="*/ 0 w 109"/>
                <a:gd name="T27" fmla="*/ 107 h 212"/>
                <a:gd name="T28" fmla="*/ 3 w 109"/>
                <a:gd name="T29" fmla="*/ 120 h 212"/>
                <a:gd name="T30" fmla="*/ 46 w 109"/>
                <a:gd name="T31" fmla="*/ 140 h 212"/>
                <a:gd name="T32" fmla="*/ 77 w 109"/>
                <a:gd name="T33" fmla="*/ 141 h 212"/>
                <a:gd name="T34" fmla="*/ 69 w 109"/>
                <a:gd name="T35" fmla="*/ 197 h 212"/>
                <a:gd name="T36" fmla="*/ 94 w 109"/>
                <a:gd name="T37" fmla="*/ 195 h 212"/>
                <a:gd name="T38" fmla="*/ 108 w 109"/>
                <a:gd name="T39" fmla="*/ 132 h 212"/>
                <a:gd name="T40" fmla="*/ 108 w 109"/>
                <a:gd name="T41" fmla="*/ 132 h 212"/>
                <a:gd name="T42" fmla="*/ 93 w 109"/>
                <a:gd name="T43" fmla="*/ 116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9" h="212">
                  <a:moveTo>
                    <a:pt x="93" y="116"/>
                  </a:moveTo>
                  <a:cubicBezTo>
                    <a:pt x="92" y="116"/>
                    <a:pt x="80" y="116"/>
                    <a:pt x="65" y="116"/>
                  </a:cubicBezTo>
                  <a:cubicBezTo>
                    <a:pt x="65" y="113"/>
                    <a:pt x="66" y="110"/>
                    <a:pt x="66" y="107"/>
                  </a:cubicBezTo>
                  <a:cubicBezTo>
                    <a:pt x="66" y="90"/>
                    <a:pt x="66" y="90"/>
                    <a:pt x="66" y="90"/>
                  </a:cubicBezTo>
                  <a:cubicBezTo>
                    <a:pt x="23" y="90"/>
                    <a:pt x="23" y="90"/>
                    <a:pt x="23" y="90"/>
                  </a:cubicBezTo>
                  <a:cubicBezTo>
                    <a:pt x="23" y="22"/>
                    <a:pt x="23" y="22"/>
                    <a:pt x="23" y="22"/>
                  </a:cubicBezTo>
                  <a:cubicBezTo>
                    <a:pt x="23" y="15"/>
                    <a:pt x="28" y="10"/>
                    <a:pt x="34" y="10"/>
                  </a:cubicBezTo>
                  <a:cubicBezTo>
                    <a:pt x="41" y="10"/>
                    <a:pt x="46" y="15"/>
                    <a:pt x="46" y="22"/>
                  </a:cubicBezTo>
                  <a:cubicBezTo>
                    <a:pt x="46" y="67"/>
                    <a:pt x="46" y="67"/>
                    <a:pt x="46" y="67"/>
                  </a:cubicBezTo>
                  <a:cubicBezTo>
                    <a:pt x="66" y="67"/>
                    <a:pt x="66" y="67"/>
                    <a:pt x="66" y="67"/>
                  </a:cubicBezTo>
                  <a:cubicBezTo>
                    <a:pt x="66" y="33"/>
                    <a:pt x="66" y="33"/>
                    <a:pt x="66" y="33"/>
                  </a:cubicBezTo>
                  <a:cubicBezTo>
                    <a:pt x="66" y="15"/>
                    <a:pt x="51" y="0"/>
                    <a:pt x="33" y="0"/>
                  </a:cubicBezTo>
                  <a:cubicBezTo>
                    <a:pt x="15" y="0"/>
                    <a:pt x="0" y="15"/>
                    <a:pt x="0" y="33"/>
                  </a:cubicBezTo>
                  <a:cubicBezTo>
                    <a:pt x="0" y="107"/>
                    <a:pt x="0" y="107"/>
                    <a:pt x="0" y="107"/>
                  </a:cubicBezTo>
                  <a:cubicBezTo>
                    <a:pt x="0" y="112"/>
                    <a:pt x="1" y="116"/>
                    <a:pt x="3" y="120"/>
                  </a:cubicBezTo>
                  <a:cubicBezTo>
                    <a:pt x="20" y="121"/>
                    <a:pt x="35" y="129"/>
                    <a:pt x="46" y="140"/>
                  </a:cubicBezTo>
                  <a:cubicBezTo>
                    <a:pt x="58" y="141"/>
                    <a:pt x="72" y="141"/>
                    <a:pt x="77" y="141"/>
                  </a:cubicBezTo>
                  <a:cubicBezTo>
                    <a:pt x="75" y="155"/>
                    <a:pt x="69" y="193"/>
                    <a:pt x="69" y="197"/>
                  </a:cubicBezTo>
                  <a:cubicBezTo>
                    <a:pt x="70" y="208"/>
                    <a:pt x="91" y="212"/>
                    <a:pt x="94" y="195"/>
                  </a:cubicBezTo>
                  <a:cubicBezTo>
                    <a:pt x="95" y="192"/>
                    <a:pt x="104" y="146"/>
                    <a:pt x="108" y="132"/>
                  </a:cubicBezTo>
                  <a:cubicBezTo>
                    <a:pt x="108" y="132"/>
                    <a:pt x="108" y="132"/>
                    <a:pt x="108" y="132"/>
                  </a:cubicBezTo>
                  <a:cubicBezTo>
                    <a:pt x="109" y="125"/>
                    <a:pt x="105" y="116"/>
                    <a:pt x="93" y="1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127"/>
            <p:cNvSpPr>
              <a:spLocks noEditPoints="1"/>
            </p:cNvSpPr>
            <p:nvPr/>
          </p:nvSpPr>
          <p:spPr bwMode="auto">
            <a:xfrm>
              <a:off x="11134726" y="3694113"/>
              <a:ext cx="455612" cy="455613"/>
            </a:xfrm>
            <a:custGeom>
              <a:avLst/>
              <a:gdLst>
                <a:gd name="T0" fmla="*/ 0 w 127"/>
                <a:gd name="T1" fmla="*/ 63 h 127"/>
                <a:gd name="T2" fmla="*/ 127 w 127"/>
                <a:gd name="T3" fmla="*/ 63 h 127"/>
                <a:gd name="T4" fmla="*/ 35 w 127"/>
                <a:gd name="T5" fmla="*/ 16 h 127"/>
                <a:gd name="T6" fmla="*/ 55 w 127"/>
                <a:gd name="T7" fmla="*/ 57 h 127"/>
                <a:gd name="T8" fmla="*/ 35 w 127"/>
                <a:gd name="T9" fmla="*/ 16 h 127"/>
                <a:gd name="T10" fmla="*/ 54 w 127"/>
                <a:gd name="T11" fmla="*/ 59 h 127"/>
                <a:gd name="T12" fmla="*/ 8 w 127"/>
                <a:gd name="T13" fmla="*/ 63 h 127"/>
                <a:gd name="T14" fmla="*/ 8 w 127"/>
                <a:gd name="T15" fmla="*/ 64 h 127"/>
                <a:gd name="T16" fmla="*/ 54 w 127"/>
                <a:gd name="T17" fmla="*/ 68 h 127"/>
                <a:gd name="T18" fmla="*/ 8 w 127"/>
                <a:gd name="T19" fmla="*/ 64 h 127"/>
                <a:gd name="T20" fmla="*/ 55 w 127"/>
                <a:gd name="T21" fmla="*/ 69 h 127"/>
                <a:gd name="T22" fmla="*/ 35 w 127"/>
                <a:gd name="T23" fmla="*/ 111 h 127"/>
                <a:gd name="T24" fmla="*/ 63 w 127"/>
                <a:gd name="T25" fmla="*/ 119 h 127"/>
                <a:gd name="T26" fmla="*/ 59 w 127"/>
                <a:gd name="T27" fmla="*/ 73 h 127"/>
                <a:gd name="T28" fmla="*/ 63 w 127"/>
                <a:gd name="T29" fmla="*/ 119 h 127"/>
                <a:gd name="T30" fmla="*/ 59 w 127"/>
                <a:gd name="T31" fmla="*/ 54 h 127"/>
                <a:gd name="T32" fmla="*/ 63 w 127"/>
                <a:gd name="T33" fmla="*/ 8 h 127"/>
                <a:gd name="T34" fmla="*/ 119 w 127"/>
                <a:gd name="T35" fmla="*/ 63 h 127"/>
                <a:gd name="T36" fmla="*/ 73 w 127"/>
                <a:gd name="T37" fmla="*/ 59 h 127"/>
                <a:gd name="T38" fmla="*/ 119 w 127"/>
                <a:gd name="T39" fmla="*/ 63 h 127"/>
                <a:gd name="T40" fmla="*/ 73 w 127"/>
                <a:gd name="T41" fmla="*/ 57 h 127"/>
                <a:gd name="T42" fmla="*/ 92 w 127"/>
                <a:gd name="T43" fmla="*/ 16 h 127"/>
                <a:gd name="T44" fmla="*/ 64 w 127"/>
                <a:gd name="T45" fmla="*/ 8 h 127"/>
                <a:gd name="T46" fmla="*/ 68 w 127"/>
                <a:gd name="T47" fmla="*/ 54 h 127"/>
                <a:gd name="T48" fmla="*/ 64 w 127"/>
                <a:gd name="T49" fmla="*/ 8 h 127"/>
                <a:gd name="T50" fmla="*/ 64 w 127"/>
                <a:gd name="T51" fmla="*/ 74 h 127"/>
                <a:gd name="T52" fmla="*/ 91 w 127"/>
                <a:gd name="T53" fmla="*/ 112 h 127"/>
                <a:gd name="T54" fmla="*/ 92 w 127"/>
                <a:gd name="T55" fmla="*/ 111 h 127"/>
                <a:gd name="T56" fmla="*/ 73 w 127"/>
                <a:gd name="T57" fmla="*/ 69 h 127"/>
                <a:gd name="T58" fmla="*/ 92 w 127"/>
                <a:gd name="T59" fmla="*/ 111 h 127"/>
                <a:gd name="T60" fmla="*/ 73 w 127"/>
                <a:gd name="T61" fmla="*/ 68 h 127"/>
                <a:gd name="T62" fmla="*/ 119 w 127"/>
                <a:gd name="T63" fmla="*/ 64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7" h="127">
                  <a:moveTo>
                    <a:pt x="64" y="0"/>
                  </a:moveTo>
                  <a:cubicBezTo>
                    <a:pt x="28" y="0"/>
                    <a:pt x="0" y="28"/>
                    <a:pt x="0" y="63"/>
                  </a:cubicBezTo>
                  <a:cubicBezTo>
                    <a:pt x="0" y="98"/>
                    <a:pt x="28" y="127"/>
                    <a:pt x="64" y="127"/>
                  </a:cubicBezTo>
                  <a:cubicBezTo>
                    <a:pt x="99" y="127"/>
                    <a:pt x="127" y="98"/>
                    <a:pt x="127" y="63"/>
                  </a:cubicBezTo>
                  <a:cubicBezTo>
                    <a:pt x="127" y="28"/>
                    <a:pt x="99" y="0"/>
                    <a:pt x="64" y="0"/>
                  </a:cubicBezTo>
                  <a:close/>
                  <a:moveTo>
                    <a:pt x="35" y="16"/>
                  </a:moveTo>
                  <a:cubicBezTo>
                    <a:pt x="57" y="54"/>
                    <a:pt x="57" y="54"/>
                    <a:pt x="57" y="54"/>
                  </a:cubicBezTo>
                  <a:cubicBezTo>
                    <a:pt x="56" y="55"/>
                    <a:pt x="55" y="56"/>
                    <a:pt x="55" y="57"/>
                  </a:cubicBezTo>
                  <a:cubicBezTo>
                    <a:pt x="16" y="35"/>
                    <a:pt x="16" y="35"/>
                    <a:pt x="16" y="35"/>
                  </a:cubicBezTo>
                  <a:cubicBezTo>
                    <a:pt x="20" y="27"/>
                    <a:pt x="27" y="20"/>
                    <a:pt x="35" y="16"/>
                  </a:cubicBezTo>
                  <a:close/>
                  <a:moveTo>
                    <a:pt x="15" y="36"/>
                  </a:moveTo>
                  <a:cubicBezTo>
                    <a:pt x="54" y="59"/>
                    <a:pt x="54" y="59"/>
                    <a:pt x="54" y="59"/>
                  </a:cubicBezTo>
                  <a:cubicBezTo>
                    <a:pt x="53" y="60"/>
                    <a:pt x="53" y="61"/>
                    <a:pt x="53" y="63"/>
                  </a:cubicBezTo>
                  <a:cubicBezTo>
                    <a:pt x="8" y="63"/>
                    <a:pt x="8" y="63"/>
                    <a:pt x="8" y="63"/>
                  </a:cubicBezTo>
                  <a:cubicBezTo>
                    <a:pt x="8" y="53"/>
                    <a:pt x="11" y="44"/>
                    <a:pt x="15" y="36"/>
                  </a:cubicBezTo>
                  <a:close/>
                  <a:moveTo>
                    <a:pt x="8" y="64"/>
                  </a:moveTo>
                  <a:cubicBezTo>
                    <a:pt x="53" y="64"/>
                    <a:pt x="53" y="64"/>
                    <a:pt x="53" y="64"/>
                  </a:cubicBezTo>
                  <a:cubicBezTo>
                    <a:pt x="53" y="65"/>
                    <a:pt x="53" y="67"/>
                    <a:pt x="54" y="68"/>
                  </a:cubicBezTo>
                  <a:cubicBezTo>
                    <a:pt x="15" y="91"/>
                    <a:pt x="15" y="91"/>
                    <a:pt x="15" y="91"/>
                  </a:cubicBezTo>
                  <a:cubicBezTo>
                    <a:pt x="11" y="83"/>
                    <a:pt x="8" y="74"/>
                    <a:pt x="8" y="64"/>
                  </a:cubicBezTo>
                  <a:close/>
                  <a:moveTo>
                    <a:pt x="16" y="92"/>
                  </a:moveTo>
                  <a:cubicBezTo>
                    <a:pt x="55" y="69"/>
                    <a:pt x="55" y="69"/>
                    <a:pt x="55" y="69"/>
                  </a:cubicBezTo>
                  <a:cubicBezTo>
                    <a:pt x="55" y="71"/>
                    <a:pt x="56" y="72"/>
                    <a:pt x="57" y="72"/>
                  </a:cubicBezTo>
                  <a:cubicBezTo>
                    <a:pt x="35" y="111"/>
                    <a:pt x="35" y="111"/>
                    <a:pt x="35" y="111"/>
                  </a:cubicBezTo>
                  <a:cubicBezTo>
                    <a:pt x="27" y="106"/>
                    <a:pt x="20" y="100"/>
                    <a:pt x="16" y="92"/>
                  </a:cubicBezTo>
                  <a:close/>
                  <a:moveTo>
                    <a:pt x="63" y="119"/>
                  </a:moveTo>
                  <a:cubicBezTo>
                    <a:pt x="53" y="119"/>
                    <a:pt x="44" y="116"/>
                    <a:pt x="36" y="112"/>
                  </a:cubicBezTo>
                  <a:cubicBezTo>
                    <a:pt x="59" y="73"/>
                    <a:pt x="59" y="73"/>
                    <a:pt x="59" y="73"/>
                  </a:cubicBezTo>
                  <a:cubicBezTo>
                    <a:pt x="60" y="74"/>
                    <a:pt x="61" y="74"/>
                    <a:pt x="63" y="74"/>
                  </a:cubicBezTo>
                  <a:lnTo>
                    <a:pt x="63" y="119"/>
                  </a:lnTo>
                  <a:close/>
                  <a:moveTo>
                    <a:pt x="63" y="53"/>
                  </a:moveTo>
                  <a:cubicBezTo>
                    <a:pt x="61" y="53"/>
                    <a:pt x="60" y="53"/>
                    <a:pt x="59" y="54"/>
                  </a:cubicBezTo>
                  <a:cubicBezTo>
                    <a:pt x="36" y="15"/>
                    <a:pt x="36" y="15"/>
                    <a:pt x="36" y="15"/>
                  </a:cubicBezTo>
                  <a:cubicBezTo>
                    <a:pt x="44" y="10"/>
                    <a:pt x="53" y="8"/>
                    <a:pt x="63" y="8"/>
                  </a:cubicBezTo>
                  <a:lnTo>
                    <a:pt x="63" y="53"/>
                  </a:lnTo>
                  <a:close/>
                  <a:moveTo>
                    <a:pt x="119" y="63"/>
                  </a:moveTo>
                  <a:cubicBezTo>
                    <a:pt x="74" y="63"/>
                    <a:pt x="74" y="63"/>
                    <a:pt x="74" y="63"/>
                  </a:cubicBezTo>
                  <a:cubicBezTo>
                    <a:pt x="74" y="61"/>
                    <a:pt x="74" y="60"/>
                    <a:pt x="73" y="59"/>
                  </a:cubicBezTo>
                  <a:cubicBezTo>
                    <a:pt x="112" y="36"/>
                    <a:pt x="112" y="36"/>
                    <a:pt x="112" y="36"/>
                  </a:cubicBezTo>
                  <a:cubicBezTo>
                    <a:pt x="116" y="44"/>
                    <a:pt x="119" y="53"/>
                    <a:pt x="119" y="63"/>
                  </a:cubicBezTo>
                  <a:close/>
                  <a:moveTo>
                    <a:pt x="111" y="35"/>
                  </a:moveTo>
                  <a:cubicBezTo>
                    <a:pt x="73" y="57"/>
                    <a:pt x="73" y="57"/>
                    <a:pt x="73" y="57"/>
                  </a:cubicBezTo>
                  <a:cubicBezTo>
                    <a:pt x="72" y="56"/>
                    <a:pt x="71" y="55"/>
                    <a:pt x="70" y="54"/>
                  </a:cubicBezTo>
                  <a:cubicBezTo>
                    <a:pt x="92" y="16"/>
                    <a:pt x="92" y="16"/>
                    <a:pt x="92" y="16"/>
                  </a:cubicBezTo>
                  <a:cubicBezTo>
                    <a:pt x="100" y="20"/>
                    <a:pt x="107" y="27"/>
                    <a:pt x="111" y="35"/>
                  </a:cubicBezTo>
                  <a:close/>
                  <a:moveTo>
                    <a:pt x="64" y="8"/>
                  </a:moveTo>
                  <a:cubicBezTo>
                    <a:pt x="74" y="8"/>
                    <a:pt x="83" y="10"/>
                    <a:pt x="91" y="15"/>
                  </a:cubicBezTo>
                  <a:cubicBezTo>
                    <a:pt x="68" y="54"/>
                    <a:pt x="68" y="54"/>
                    <a:pt x="68" y="54"/>
                  </a:cubicBezTo>
                  <a:cubicBezTo>
                    <a:pt x="67" y="53"/>
                    <a:pt x="66" y="53"/>
                    <a:pt x="64" y="53"/>
                  </a:cubicBezTo>
                  <a:lnTo>
                    <a:pt x="64" y="8"/>
                  </a:lnTo>
                  <a:close/>
                  <a:moveTo>
                    <a:pt x="64" y="119"/>
                  </a:moveTo>
                  <a:cubicBezTo>
                    <a:pt x="64" y="74"/>
                    <a:pt x="64" y="74"/>
                    <a:pt x="64" y="74"/>
                  </a:cubicBezTo>
                  <a:cubicBezTo>
                    <a:pt x="66" y="74"/>
                    <a:pt x="67" y="74"/>
                    <a:pt x="68" y="73"/>
                  </a:cubicBezTo>
                  <a:cubicBezTo>
                    <a:pt x="91" y="112"/>
                    <a:pt x="91" y="112"/>
                    <a:pt x="91" y="112"/>
                  </a:cubicBezTo>
                  <a:cubicBezTo>
                    <a:pt x="83" y="116"/>
                    <a:pt x="74" y="119"/>
                    <a:pt x="64" y="119"/>
                  </a:cubicBezTo>
                  <a:close/>
                  <a:moveTo>
                    <a:pt x="92" y="111"/>
                  </a:moveTo>
                  <a:cubicBezTo>
                    <a:pt x="70" y="72"/>
                    <a:pt x="70" y="72"/>
                    <a:pt x="70" y="72"/>
                  </a:cubicBezTo>
                  <a:cubicBezTo>
                    <a:pt x="71" y="72"/>
                    <a:pt x="72" y="71"/>
                    <a:pt x="73" y="69"/>
                  </a:cubicBezTo>
                  <a:cubicBezTo>
                    <a:pt x="111" y="92"/>
                    <a:pt x="111" y="92"/>
                    <a:pt x="111" y="92"/>
                  </a:cubicBezTo>
                  <a:cubicBezTo>
                    <a:pt x="107" y="100"/>
                    <a:pt x="100" y="106"/>
                    <a:pt x="92" y="111"/>
                  </a:cubicBezTo>
                  <a:close/>
                  <a:moveTo>
                    <a:pt x="112" y="91"/>
                  </a:moveTo>
                  <a:cubicBezTo>
                    <a:pt x="73" y="68"/>
                    <a:pt x="73" y="68"/>
                    <a:pt x="73" y="68"/>
                  </a:cubicBezTo>
                  <a:cubicBezTo>
                    <a:pt x="74" y="67"/>
                    <a:pt x="74" y="65"/>
                    <a:pt x="74" y="64"/>
                  </a:cubicBezTo>
                  <a:cubicBezTo>
                    <a:pt x="119" y="64"/>
                    <a:pt x="119" y="64"/>
                    <a:pt x="119" y="64"/>
                  </a:cubicBezTo>
                  <a:cubicBezTo>
                    <a:pt x="119" y="74"/>
                    <a:pt x="116" y="83"/>
                    <a:pt x="112" y="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128"/>
            <p:cNvSpPr>
              <a:spLocks/>
            </p:cNvSpPr>
            <p:nvPr/>
          </p:nvSpPr>
          <p:spPr bwMode="auto">
            <a:xfrm>
              <a:off x="11371263" y="3768726"/>
              <a:ext cx="68262" cy="50800"/>
            </a:xfrm>
            <a:custGeom>
              <a:avLst/>
              <a:gdLst>
                <a:gd name="T0" fmla="*/ 43 w 43"/>
                <a:gd name="T1" fmla="*/ 0 h 32"/>
                <a:gd name="T2" fmla="*/ 0 w 43"/>
                <a:gd name="T3" fmla="*/ 0 h 32"/>
                <a:gd name="T4" fmla="*/ 0 w 43"/>
                <a:gd name="T5" fmla="*/ 32 h 32"/>
                <a:gd name="T6" fmla="*/ 25 w 43"/>
                <a:gd name="T7" fmla="*/ 32 h 32"/>
                <a:gd name="T8" fmla="*/ 43 w 43"/>
                <a:gd name="T9" fmla="*/ 0 h 32"/>
              </a:gdLst>
              <a:ahLst/>
              <a:cxnLst>
                <a:cxn ang="0">
                  <a:pos x="T0" y="T1"/>
                </a:cxn>
                <a:cxn ang="0">
                  <a:pos x="T2" y="T3"/>
                </a:cxn>
                <a:cxn ang="0">
                  <a:pos x="T4" y="T5"/>
                </a:cxn>
                <a:cxn ang="0">
                  <a:pos x="T6" y="T7"/>
                </a:cxn>
                <a:cxn ang="0">
                  <a:pos x="T8" y="T9"/>
                </a:cxn>
              </a:cxnLst>
              <a:rect l="0" t="0" r="r" b="b"/>
              <a:pathLst>
                <a:path w="43" h="32">
                  <a:moveTo>
                    <a:pt x="43" y="0"/>
                  </a:moveTo>
                  <a:lnTo>
                    <a:pt x="0" y="0"/>
                  </a:lnTo>
                  <a:lnTo>
                    <a:pt x="0" y="32"/>
                  </a:lnTo>
                  <a:lnTo>
                    <a:pt x="25" y="32"/>
                  </a:lnTo>
                  <a:lnTo>
                    <a:pt x="4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129"/>
            <p:cNvSpPr>
              <a:spLocks/>
            </p:cNvSpPr>
            <p:nvPr/>
          </p:nvSpPr>
          <p:spPr bwMode="auto">
            <a:xfrm>
              <a:off x="11431588" y="3768726"/>
              <a:ext cx="93662" cy="50800"/>
            </a:xfrm>
            <a:custGeom>
              <a:avLst/>
              <a:gdLst>
                <a:gd name="T0" fmla="*/ 26 w 26"/>
                <a:gd name="T1" fmla="*/ 13 h 14"/>
                <a:gd name="T2" fmla="*/ 13 w 26"/>
                <a:gd name="T3" fmla="*/ 0 h 14"/>
                <a:gd name="T4" fmla="*/ 8 w 26"/>
                <a:gd name="T5" fmla="*/ 0 h 14"/>
                <a:gd name="T6" fmla="*/ 0 w 26"/>
                <a:gd name="T7" fmla="*/ 14 h 14"/>
                <a:gd name="T8" fmla="*/ 24 w 26"/>
                <a:gd name="T9" fmla="*/ 14 h 14"/>
                <a:gd name="T10" fmla="*/ 26 w 26"/>
                <a:gd name="T11" fmla="*/ 13 h 14"/>
              </a:gdLst>
              <a:ahLst/>
              <a:cxnLst>
                <a:cxn ang="0">
                  <a:pos x="T0" y="T1"/>
                </a:cxn>
                <a:cxn ang="0">
                  <a:pos x="T2" y="T3"/>
                </a:cxn>
                <a:cxn ang="0">
                  <a:pos x="T4" y="T5"/>
                </a:cxn>
                <a:cxn ang="0">
                  <a:pos x="T6" y="T7"/>
                </a:cxn>
                <a:cxn ang="0">
                  <a:pos x="T8" y="T9"/>
                </a:cxn>
                <a:cxn ang="0">
                  <a:pos x="T10" y="T11"/>
                </a:cxn>
              </a:cxnLst>
              <a:rect l="0" t="0" r="r" b="b"/>
              <a:pathLst>
                <a:path w="26" h="14">
                  <a:moveTo>
                    <a:pt x="26" y="13"/>
                  </a:moveTo>
                  <a:cubicBezTo>
                    <a:pt x="22" y="8"/>
                    <a:pt x="18" y="4"/>
                    <a:pt x="13" y="0"/>
                  </a:cubicBezTo>
                  <a:cubicBezTo>
                    <a:pt x="8" y="0"/>
                    <a:pt x="8" y="0"/>
                    <a:pt x="8" y="0"/>
                  </a:cubicBezTo>
                  <a:cubicBezTo>
                    <a:pt x="0" y="14"/>
                    <a:pt x="0" y="14"/>
                    <a:pt x="0" y="14"/>
                  </a:cubicBezTo>
                  <a:cubicBezTo>
                    <a:pt x="24" y="14"/>
                    <a:pt x="24" y="14"/>
                    <a:pt x="24" y="14"/>
                  </a:cubicBezTo>
                  <a:lnTo>
                    <a:pt x="26"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130"/>
            <p:cNvSpPr>
              <a:spLocks/>
            </p:cNvSpPr>
            <p:nvPr/>
          </p:nvSpPr>
          <p:spPr bwMode="auto">
            <a:xfrm>
              <a:off x="11317288" y="3730626"/>
              <a:ext cx="36512" cy="88900"/>
            </a:xfrm>
            <a:custGeom>
              <a:avLst/>
              <a:gdLst>
                <a:gd name="T0" fmla="*/ 10 w 10"/>
                <a:gd name="T1" fmla="*/ 25 h 25"/>
                <a:gd name="T2" fmla="*/ 10 w 10"/>
                <a:gd name="T3" fmla="*/ 0 h 25"/>
                <a:gd name="T4" fmla="*/ 0 w 10"/>
                <a:gd name="T5" fmla="*/ 1 h 25"/>
                <a:gd name="T6" fmla="*/ 0 w 10"/>
                <a:gd name="T7" fmla="*/ 11 h 25"/>
                <a:gd name="T8" fmla="*/ 0 w 10"/>
                <a:gd name="T9" fmla="*/ 25 h 25"/>
                <a:gd name="T10" fmla="*/ 0 w 10"/>
                <a:gd name="T11" fmla="*/ 25 h 25"/>
                <a:gd name="T12" fmla="*/ 10 w 10"/>
                <a:gd name="T13" fmla="*/ 25 h 25"/>
              </a:gdLst>
              <a:ahLst/>
              <a:cxnLst>
                <a:cxn ang="0">
                  <a:pos x="T0" y="T1"/>
                </a:cxn>
                <a:cxn ang="0">
                  <a:pos x="T2" y="T3"/>
                </a:cxn>
                <a:cxn ang="0">
                  <a:pos x="T4" y="T5"/>
                </a:cxn>
                <a:cxn ang="0">
                  <a:pos x="T6" y="T7"/>
                </a:cxn>
                <a:cxn ang="0">
                  <a:pos x="T8" y="T9"/>
                </a:cxn>
                <a:cxn ang="0">
                  <a:pos x="T10" y="T11"/>
                </a:cxn>
                <a:cxn ang="0">
                  <a:pos x="T12" y="T13"/>
                </a:cxn>
              </a:cxnLst>
              <a:rect l="0" t="0" r="r" b="b"/>
              <a:pathLst>
                <a:path w="10" h="25">
                  <a:moveTo>
                    <a:pt x="10" y="25"/>
                  </a:moveTo>
                  <a:cubicBezTo>
                    <a:pt x="10" y="0"/>
                    <a:pt x="10" y="0"/>
                    <a:pt x="10" y="0"/>
                  </a:cubicBezTo>
                  <a:cubicBezTo>
                    <a:pt x="6" y="0"/>
                    <a:pt x="3" y="1"/>
                    <a:pt x="0" y="1"/>
                  </a:cubicBezTo>
                  <a:cubicBezTo>
                    <a:pt x="0" y="11"/>
                    <a:pt x="0" y="11"/>
                    <a:pt x="0" y="11"/>
                  </a:cubicBezTo>
                  <a:cubicBezTo>
                    <a:pt x="0" y="25"/>
                    <a:pt x="0" y="25"/>
                    <a:pt x="0" y="25"/>
                  </a:cubicBezTo>
                  <a:cubicBezTo>
                    <a:pt x="0" y="25"/>
                    <a:pt x="0" y="25"/>
                    <a:pt x="0" y="25"/>
                  </a:cubicBezTo>
                  <a:lnTo>
                    <a:pt x="10"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131"/>
            <p:cNvSpPr>
              <a:spLocks/>
            </p:cNvSpPr>
            <p:nvPr/>
          </p:nvSpPr>
          <p:spPr bwMode="auto">
            <a:xfrm>
              <a:off x="11542713" y="3768726"/>
              <a:ext cx="76200" cy="50800"/>
            </a:xfrm>
            <a:custGeom>
              <a:avLst/>
              <a:gdLst>
                <a:gd name="T0" fmla="*/ 21 w 21"/>
                <a:gd name="T1" fmla="*/ 0 h 14"/>
                <a:gd name="T2" fmla="*/ 0 w 21"/>
                <a:gd name="T3" fmla="*/ 0 h 14"/>
                <a:gd name="T4" fmla="*/ 9 w 21"/>
                <a:gd name="T5" fmla="*/ 14 h 14"/>
                <a:gd name="T6" fmla="*/ 21 w 21"/>
                <a:gd name="T7" fmla="*/ 14 h 14"/>
                <a:gd name="T8" fmla="*/ 21 w 21"/>
                <a:gd name="T9" fmla="*/ 0 h 14"/>
              </a:gdLst>
              <a:ahLst/>
              <a:cxnLst>
                <a:cxn ang="0">
                  <a:pos x="T0" y="T1"/>
                </a:cxn>
                <a:cxn ang="0">
                  <a:pos x="T2" y="T3"/>
                </a:cxn>
                <a:cxn ang="0">
                  <a:pos x="T4" y="T5"/>
                </a:cxn>
                <a:cxn ang="0">
                  <a:pos x="T6" y="T7"/>
                </a:cxn>
                <a:cxn ang="0">
                  <a:pos x="T8" y="T9"/>
                </a:cxn>
              </a:cxnLst>
              <a:rect l="0" t="0" r="r" b="b"/>
              <a:pathLst>
                <a:path w="21" h="14">
                  <a:moveTo>
                    <a:pt x="21" y="0"/>
                  </a:moveTo>
                  <a:cubicBezTo>
                    <a:pt x="0" y="0"/>
                    <a:pt x="0" y="0"/>
                    <a:pt x="0" y="0"/>
                  </a:cubicBezTo>
                  <a:cubicBezTo>
                    <a:pt x="3" y="4"/>
                    <a:pt x="6" y="9"/>
                    <a:pt x="9" y="14"/>
                  </a:cubicBezTo>
                  <a:cubicBezTo>
                    <a:pt x="21" y="14"/>
                    <a:pt x="21" y="14"/>
                    <a:pt x="21" y="14"/>
                  </a:cubicBezTo>
                  <a:lnTo>
                    <a:pt x="2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132"/>
            <p:cNvSpPr>
              <a:spLocks/>
            </p:cNvSpPr>
            <p:nvPr/>
          </p:nvSpPr>
          <p:spPr bwMode="auto">
            <a:xfrm>
              <a:off x="11231563" y="3446463"/>
              <a:ext cx="128587" cy="244475"/>
            </a:xfrm>
            <a:custGeom>
              <a:avLst/>
              <a:gdLst>
                <a:gd name="T0" fmla="*/ 27 w 36"/>
                <a:gd name="T1" fmla="*/ 20 h 68"/>
                <a:gd name="T2" fmla="*/ 24 w 36"/>
                <a:gd name="T3" fmla="*/ 20 h 68"/>
                <a:gd name="T4" fmla="*/ 24 w 36"/>
                <a:gd name="T5" fmla="*/ 68 h 68"/>
                <a:gd name="T6" fmla="*/ 36 w 36"/>
                <a:gd name="T7" fmla="*/ 67 h 68"/>
                <a:gd name="T8" fmla="*/ 36 w 36"/>
                <a:gd name="T9" fmla="*/ 20 h 68"/>
                <a:gd name="T10" fmla="*/ 33 w 36"/>
                <a:gd name="T11" fmla="*/ 20 h 68"/>
                <a:gd name="T12" fmla="*/ 33 w 36"/>
                <a:gd name="T13" fmla="*/ 7 h 68"/>
                <a:gd name="T14" fmla="*/ 33 w 36"/>
                <a:gd name="T15" fmla="*/ 7 h 68"/>
                <a:gd name="T16" fmla="*/ 33 w 36"/>
                <a:gd name="T17" fmla="*/ 6 h 68"/>
                <a:gd name="T18" fmla="*/ 2 w 36"/>
                <a:gd name="T19" fmla="*/ 0 h 68"/>
                <a:gd name="T20" fmla="*/ 0 w 36"/>
                <a:gd name="T21" fmla="*/ 7 h 68"/>
                <a:gd name="T22" fmla="*/ 27 w 36"/>
                <a:gd name="T23" fmla="*/ 12 h 68"/>
                <a:gd name="T24" fmla="*/ 27 w 36"/>
                <a:gd name="T2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68">
                  <a:moveTo>
                    <a:pt x="27" y="20"/>
                  </a:moveTo>
                  <a:cubicBezTo>
                    <a:pt x="24" y="20"/>
                    <a:pt x="24" y="20"/>
                    <a:pt x="24" y="20"/>
                  </a:cubicBezTo>
                  <a:cubicBezTo>
                    <a:pt x="24" y="68"/>
                    <a:pt x="24" y="68"/>
                    <a:pt x="24" y="68"/>
                  </a:cubicBezTo>
                  <a:cubicBezTo>
                    <a:pt x="28" y="67"/>
                    <a:pt x="32" y="67"/>
                    <a:pt x="36" y="67"/>
                  </a:cubicBezTo>
                  <a:cubicBezTo>
                    <a:pt x="36" y="20"/>
                    <a:pt x="36" y="20"/>
                    <a:pt x="36" y="20"/>
                  </a:cubicBezTo>
                  <a:cubicBezTo>
                    <a:pt x="33" y="20"/>
                    <a:pt x="33" y="20"/>
                    <a:pt x="33" y="20"/>
                  </a:cubicBezTo>
                  <a:cubicBezTo>
                    <a:pt x="33" y="7"/>
                    <a:pt x="33" y="7"/>
                    <a:pt x="33" y="7"/>
                  </a:cubicBezTo>
                  <a:cubicBezTo>
                    <a:pt x="33" y="7"/>
                    <a:pt x="33" y="7"/>
                    <a:pt x="33" y="7"/>
                  </a:cubicBezTo>
                  <a:cubicBezTo>
                    <a:pt x="33" y="6"/>
                    <a:pt x="33" y="6"/>
                    <a:pt x="33" y="6"/>
                  </a:cubicBezTo>
                  <a:cubicBezTo>
                    <a:pt x="2" y="0"/>
                    <a:pt x="2" y="0"/>
                    <a:pt x="2" y="0"/>
                  </a:cubicBezTo>
                  <a:cubicBezTo>
                    <a:pt x="0" y="7"/>
                    <a:pt x="0" y="7"/>
                    <a:pt x="0" y="7"/>
                  </a:cubicBezTo>
                  <a:cubicBezTo>
                    <a:pt x="27" y="12"/>
                    <a:pt x="27" y="12"/>
                    <a:pt x="27" y="12"/>
                  </a:cubicBezTo>
                  <a:lnTo>
                    <a:pt x="27"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133"/>
            <p:cNvSpPr>
              <a:spLocks noEditPoints="1"/>
            </p:cNvSpPr>
            <p:nvPr/>
          </p:nvSpPr>
          <p:spPr bwMode="auto">
            <a:xfrm>
              <a:off x="11610976" y="4033838"/>
              <a:ext cx="115887" cy="115888"/>
            </a:xfrm>
            <a:custGeom>
              <a:avLst/>
              <a:gdLst>
                <a:gd name="T0" fmla="*/ 16 w 32"/>
                <a:gd name="T1" fmla="*/ 0 h 32"/>
                <a:gd name="T2" fmla="*/ 0 w 32"/>
                <a:gd name="T3" fmla="*/ 16 h 32"/>
                <a:gd name="T4" fmla="*/ 16 w 32"/>
                <a:gd name="T5" fmla="*/ 32 h 32"/>
                <a:gd name="T6" fmla="*/ 32 w 32"/>
                <a:gd name="T7" fmla="*/ 16 h 32"/>
                <a:gd name="T8" fmla="*/ 16 w 32"/>
                <a:gd name="T9" fmla="*/ 0 h 32"/>
                <a:gd name="T10" fmla="*/ 16 w 32"/>
                <a:gd name="T11" fmla="*/ 24 h 32"/>
                <a:gd name="T12" fmla="*/ 8 w 32"/>
                <a:gd name="T13" fmla="*/ 16 h 32"/>
                <a:gd name="T14" fmla="*/ 16 w 32"/>
                <a:gd name="T15" fmla="*/ 9 h 32"/>
                <a:gd name="T16" fmla="*/ 24 w 32"/>
                <a:gd name="T17" fmla="*/ 16 h 32"/>
                <a:gd name="T18" fmla="*/ 16 w 32"/>
                <a:gd name="T19" fmla="*/ 24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32">
                  <a:moveTo>
                    <a:pt x="16" y="0"/>
                  </a:moveTo>
                  <a:cubicBezTo>
                    <a:pt x="7" y="0"/>
                    <a:pt x="0" y="7"/>
                    <a:pt x="0" y="16"/>
                  </a:cubicBezTo>
                  <a:cubicBezTo>
                    <a:pt x="0" y="25"/>
                    <a:pt x="7" y="32"/>
                    <a:pt x="16" y="32"/>
                  </a:cubicBezTo>
                  <a:cubicBezTo>
                    <a:pt x="25" y="32"/>
                    <a:pt x="32" y="25"/>
                    <a:pt x="32" y="16"/>
                  </a:cubicBezTo>
                  <a:cubicBezTo>
                    <a:pt x="32" y="7"/>
                    <a:pt x="25" y="0"/>
                    <a:pt x="16" y="0"/>
                  </a:cubicBezTo>
                  <a:close/>
                  <a:moveTo>
                    <a:pt x="16" y="24"/>
                  </a:moveTo>
                  <a:cubicBezTo>
                    <a:pt x="12" y="24"/>
                    <a:pt x="8" y="20"/>
                    <a:pt x="8" y="16"/>
                  </a:cubicBezTo>
                  <a:cubicBezTo>
                    <a:pt x="8" y="12"/>
                    <a:pt x="12" y="9"/>
                    <a:pt x="16" y="9"/>
                  </a:cubicBezTo>
                  <a:cubicBezTo>
                    <a:pt x="20" y="9"/>
                    <a:pt x="24" y="12"/>
                    <a:pt x="24" y="16"/>
                  </a:cubicBezTo>
                  <a:cubicBezTo>
                    <a:pt x="24" y="20"/>
                    <a:pt x="20" y="24"/>
                    <a:pt x="16"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134"/>
            <p:cNvSpPr>
              <a:spLocks noEditPoints="1"/>
            </p:cNvSpPr>
            <p:nvPr/>
          </p:nvSpPr>
          <p:spPr bwMode="auto">
            <a:xfrm>
              <a:off x="11456988" y="2941638"/>
              <a:ext cx="731837" cy="1208088"/>
            </a:xfrm>
            <a:custGeom>
              <a:avLst/>
              <a:gdLst>
                <a:gd name="T0" fmla="*/ 189 w 204"/>
                <a:gd name="T1" fmla="*/ 31 h 337"/>
                <a:gd name="T2" fmla="*/ 186 w 204"/>
                <a:gd name="T3" fmla="*/ 28 h 337"/>
                <a:gd name="T4" fmla="*/ 160 w 204"/>
                <a:gd name="T5" fmla="*/ 0 h 337"/>
                <a:gd name="T6" fmla="*/ 154 w 204"/>
                <a:gd name="T7" fmla="*/ 28 h 337"/>
                <a:gd name="T8" fmla="*/ 128 w 204"/>
                <a:gd name="T9" fmla="*/ 28 h 337"/>
                <a:gd name="T10" fmla="*/ 126 w 204"/>
                <a:gd name="T11" fmla="*/ 35 h 337"/>
                <a:gd name="T12" fmla="*/ 112 w 204"/>
                <a:gd name="T13" fmla="*/ 82 h 337"/>
                <a:gd name="T14" fmla="*/ 119 w 204"/>
                <a:gd name="T15" fmla="*/ 88 h 337"/>
                <a:gd name="T16" fmla="*/ 125 w 204"/>
                <a:gd name="T17" fmla="*/ 90 h 337"/>
                <a:gd name="T18" fmla="*/ 127 w 204"/>
                <a:gd name="T19" fmla="*/ 108 h 337"/>
                <a:gd name="T20" fmla="*/ 53 w 204"/>
                <a:gd name="T21" fmla="*/ 176 h 337"/>
                <a:gd name="T22" fmla="*/ 71 w 204"/>
                <a:gd name="T23" fmla="*/ 166 h 337"/>
                <a:gd name="T24" fmla="*/ 19 w 204"/>
                <a:gd name="T25" fmla="*/ 157 h 337"/>
                <a:gd name="T26" fmla="*/ 9 w 204"/>
                <a:gd name="T27" fmla="*/ 100 h 337"/>
                <a:gd name="T28" fmla="*/ 0 w 204"/>
                <a:gd name="T29" fmla="*/ 176 h 337"/>
                <a:gd name="T30" fmla="*/ 19 w 204"/>
                <a:gd name="T31" fmla="*/ 176 h 337"/>
                <a:gd name="T32" fmla="*/ 70 w 204"/>
                <a:gd name="T33" fmla="*/ 182 h 337"/>
                <a:gd name="T34" fmla="*/ 131 w 204"/>
                <a:gd name="T35" fmla="*/ 90 h 337"/>
                <a:gd name="T36" fmla="*/ 137 w 204"/>
                <a:gd name="T37" fmla="*/ 88 h 337"/>
                <a:gd name="T38" fmla="*/ 144 w 204"/>
                <a:gd name="T39" fmla="*/ 82 h 337"/>
                <a:gd name="T40" fmla="*/ 129 w 204"/>
                <a:gd name="T41" fmla="*/ 35 h 337"/>
                <a:gd name="T42" fmla="*/ 154 w 204"/>
                <a:gd name="T43" fmla="*/ 31 h 337"/>
                <a:gd name="T44" fmla="*/ 120 w 204"/>
                <a:gd name="T45" fmla="*/ 326 h 337"/>
                <a:gd name="T46" fmla="*/ 195 w 204"/>
                <a:gd name="T47" fmla="*/ 337 h 337"/>
                <a:gd name="T48" fmla="*/ 160 w 204"/>
                <a:gd name="T49" fmla="*/ 326 h 337"/>
                <a:gd name="T50" fmla="*/ 186 w 204"/>
                <a:gd name="T51" fmla="*/ 31 h 337"/>
                <a:gd name="T52" fmla="*/ 172 w 204"/>
                <a:gd name="T53" fmla="*/ 38 h 337"/>
                <a:gd name="T54" fmla="*/ 179 w 204"/>
                <a:gd name="T55" fmla="*/ 85 h 337"/>
                <a:gd name="T56" fmla="*/ 197 w 204"/>
                <a:gd name="T57" fmla="*/ 88 h 337"/>
                <a:gd name="T58" fmla="*/ 204 w 204"/>
                <a:gd name="T59" fmla="*/ 82 h 337"/>
                <a:gd name="T60" fmla="*/ 189 w 204"/>
                <a:gd name="T61" fmla="*/ 35 h 337"/>
                <a:gd name="T62" fmla="*/ 114 w 204"/>
                <a:gd name="T63" fmla="*/ 60 h 337"/>
                <a:gd name="T64" fmla="*/ 128 w 204"/>
                <a:gd name="T65" fmla="*/ 37 h 337"/>
                <a:gd name="T66" fmla="*/ 142 w 204"/>
                <a:gd name="T67" fmla="*/ 60 h 337"/>
                <a:gd name="T68" fmla="*/ 202 w 204"/>
                <a:gd name="T69" fmla="*/ 63 h 337"/>
                <a:gd name="T70" fmla="*/ 195 w 204"/>
                <a:gd name="T71" fmla="*/ 84 h 337"/>
                <a:gd name="T72" fmla="*/ 181 w 204"/>
                <a:gd name="T73" fmla="*/ 86 h 337"/>
                <a:gd name="T74" fmla="*/ 174 w 204"/>
                <a:gd name="T75" fmla="*/ 81 h 337"/>
                <a:gd name="T76" fmla="*/ 174 w 204"/>
                <a:gd name="T77" fmla="*/ 60 h 337"/>
                <a:gd name="T78" fmla="*/ 188 w 204"/>
                <a:gd name="T79" fmla="*/ 37 h 337"/>
                <a:gd name="T80" fmla="*/ 202 w 204"/>
                <a:gd name="T81" fmla="*/ 6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4" h="337">
                  <a:moveTo>
                    <a:pt x="189" y="35"/>
                  </a:moveTo>
                  <a:cubicBezTo>
                    <a:pt x="189" y="31"/>
                    <a:pt x="189" y="31"/>
                    <a:pt x="189" y="31"/>
                  </a:cubicBezTo>
                  <a:cubicBezTo>
                    <a:pt x="189" y="28"/>
                    <a:pt x="189" y="28"/>
                    <a:pt x="189" y="28"/>
                  </a:cubicBezTo>
                  <a:cubicBezTo>
                    <a:pt x="186" y="28"/>
                    <a:pt x="186" y="28"/>
                    <a:pt x="186" y="28"/>
                  </a:cubicBezTo>
                  <a:cubicBezTo>
                    <a:pt x="160" y="28"/>
                    <a:pt x="160" y="28"/>
                    <a:pt x="160" y="28"/>
                  </a:cubicBezTo>
                  <a:cubicBezTo>
                    <a:pt x="160" y="0"/>
                    <a:pt x="160" y="0"/>
                    <a:pt x="160" y="0"/>
                  </a:cubicBezTo>
                  <a:cubicBezTo>
                    <a:pt x="154" y="0"/>
                    <a:pt x="154" y="0"/>
                    <a:pt x="154" y="0"/>
                  </a:cubicBezTo>
                  <a:cubicBezTo>
                    <a:pt x="154" y="28"/>
                    <a:pt x="154" y="28"/>
                    <a:pt x="154" y="28"/>
                  </a:cubicBezTo>
                  <a:cubicBezTo>
                    <a:pt x="129" y="28"/>
                    <a:pt x="129" y="28"/>
                    <a:pt x="129" y="28"/>
                  </a:cubicBezTo>
                  <a:cubicBezTo>
                    <a:pt x="128" y="28"/>
                    <a:pt x="128" y="28"/>
                    <a:pt x="128" y="28"/>
                  </a:cubicBezTo>
                  <a:cubicBezTo>
                    <a:pt x="126" y="28"/>
                    <a:pt x="126" y="28"/>
                    <a:pt x="126" y="28"/>
                  </a:cubicBezTo>
                  <a:cubicBezTo>
                    <a:pt x="126" y="35"/>
                    <a:pt x="126" y="35"/>
                    <a:pt x="126" y="35"/>
                  </a:cubicBezTo>
                  <a:cubicBezTo>
                    <a:pt x="118" y="35"/>
                    <a:pt x="112" y="36"/>
                    <a:pt x="112" y="38"/>
                  </a:cubicBezTo>
                  <a:cubicBezTo>
                    <a:pt x="112" y="82"/>
                    <a:pt x="112" y="82"/>
                    <a:pt x="112" y="82"/>
                  </a:cubicBezTo>
                  <a:cubicBezTo>
                    <a:pt x="119" y="85"/>
                    <a:pt x="119" y="85"/>
                    <a:pt x="119" y="85"/>
                  </a:cubicBezTo>
                  <a:cubicBezTo>
                    <a:pt x="119" y="88"/>
                    <a:pt x="119" y="88"/>
                    <a:pt x="119" y="88"/>
                  </a:cubicBezTo>
                  <a:cubicBezTo>
                    <a:pt x="125" y="88"/>
                    <a:pt x="125" y="88"/>
                    <a:pt x="125" y="88"/>
                  </a:cubicBezTo>
                  <a:cubicBezTo>
                    <a:pt x="125" y="90"/>
                    <a:pt x="125" y="90"/>
                    <a:pt x="125" y="90"/>
                  </a:cubicBezTo>
                  <a:cubicBezTo>
                    <a:pt x="127" y="90"/>
                    <a:pt x="127" y="90"/>
                    <a:pt x="127" y="90"/>
                  </a:cubicBezTo>
                  <a:cubicBezTo>
                    <a:pt x="127" y="108"/>
                    <a:pt x="127" y="108"/>
                    <a:pt x="127" y="108"/>
                  </a:cubicBezTo>
                  <a:cubicBezTo>
                    <a:pt x="127" y="133"/>
                    <a:pt x="110" y="178"/>
                    <a:pt x="70" y="178"/>
                  </a:cubicBezTo>
                  <a:cubicBezTo>
                    <a:pt x="63" y="178"/>
                    <a:pt x="57" y="177"/>
                    <a:pt x="53" y="176"/>
                  </a:cubicBezTo>
                  <a:cubicBezTo>
                    <a:pt x="61" y="176"/>
                    <a:pt x="61" y="176"/>
                    <a:pt x="61" y="176"/>
                  </a:cubicBezTo>
                  <a:cubicBezTo>
                    <a:pt x="66" y="176"/>
                    <a:pt x="71" y="172"/>
                    <a:pt x="71" y="166"/>
                  </a:cubicBezTo>
                  <a:cubicBezTo>
                    <a:pt x="71" y="161"/>
                    <a:pt x="66" y="157"/>
                    <a:pt x="61" y="157"/>
                  </a:cubicBezTo>
                  <a:cubicBezTo>
                    <a:pt x="19" y="157"/>
                    <a:pt x="19" y="157"/>
                    <a:pt x="19" y="157"/>
                  </a:cubicBezTo>
                  <a:cubicBezTo>
                    <a:pt x="19" y="110"/>
                    <a:pt x="19" y="110"/>
                    <a:pt x="19" y="110"/>
                  </a:cubicBezTo>
                  <a:cubicBezTo>
                    <a:pt x="19" y="105"/>
                    <a:pt x="15" y="100"/>
                    <a:pt x="9" y="100"/>
                  </a:cubicBezTo>
                  <a:cubicBezTo>
                    <a:pt x="4" y="100"/>
                    <a:pt x="0" y="105"/>
                    <a:pt x="0" y="110"/>
                  </a:cubicBezTo>
                  <a:cubicBezTo>
                    <a:pt x="0" y="176"/>
                    <a:pt x="0" y="176"/>
                    <a:pt x="0" y="176"/>
                  </a:cubicBezTo>
                  <a:cubicBezTo>
                    <a:pt x="2" y="176"/>
                    <a:pt x="2" y="176"/>
                    <a:pt x="2" y="176"/>
                  </a:cubicBezTo>
                  <a:cubicBezTo>
                    <a:pt x="19" y="176"/>
                    <a:pt x="19" y="176"/>
                    <a:pt x="19" y="176"/>
                  </a:cubicBezTo>
                  <a:cubicBezTo>
                    <a:pt x="42" y="176"/>
                    <a:pt x="42" y="176"/>
                    <a:pt x="42" y="176"/>
                  </a:cubicBezTo>
                  <a:cubicBezTo>
                    <a:pt x="47" y="180"/>
                    <a:pt x="56" y="182"/>
                    <a:pt x="70" y="182"/>
                  </a:cubicBezTo>
                  <a:cubicBezTo>
                    <a:pt x="112" y="182"/>
                    <a:pt x="131" y="134"/>
                    <a:pt x="131" y="108"/>
                  </a:cubicBezTo>
                  <a:cubicBezTo>
                    <a:pt x="131" y="90"/>
                    <a:pt x="131" y="90"/>
                    <a:pt x="131" y="90"/>
                  </a:cubicBezTo>
                  <a:cubicBezTo>
                    <a:pt x="131" y="88"/>
                    <a:pt x="131" y="88"/>
                    <a:pt x="131" y="88"/>
                  </a:cubicBezTo>
                  <a:cubicBezTo>
                    <a:pt x="137" y="88"/>
                    <a:pt x="137" y="88"/>
                    <a:pt x="137" y="88"/>
                  </a:cubicBezTo>
                  <a:cubicBezTo>
                    <a:pt x="137" y="85"/>
                    <a:pt x="137" y="85"/>
                    <a:pt x="137" y="85"/>
                  </a:cubicBezTo>
                  <a:cubicBezTo>
                    <a:pt x="144" y="82"/>
                    <a:pt x="144" y="82"/>
                    <a:pt x="144" y="82"/>
                  </a:cubicBezTo>
                  <a:cubicBezTo>
                    <a:pt x="144" y="38"/>
                    <a:pt x="144" y="38"/>
                    <a:pt x="144" y="38"/>
                  </a:cubicBezTo>
                  <a:cubicBezTo>
                    <a:pt x="144" y="36"/>
                    <a:pt x="137" y="35"/>
                    <a:pt x="129" y="35"/>
                  </a:cubicBezTo>
                  <a:cubicBezTo>
                    <a:pt x="129" y="31"/>
                    <a:pt x="129" y="31"/>
                    <a:pt x="129" y="31"/>
                  </a:cubicBezTo>
                  <a:cubicBezTo>
                    <a:pt x="154" y="31"/>
                    <a:pt x="154" y="31"/>
                    <a:pt x="154" y="31"/>
                  </a:cubicBezTo>
                  <a:cubicBezTo>
                    <a:pt x="154" y="326"/>
                    <a:pt x="154" y="326"/>
                    <a:pt x="154" y="326"/>
                  </a:cubicBezTo>
                  <a:cubicBezTo>
                    <a:pt x="120" y="326"/>
                    <a:pt x="120" y="326"/>
                    <a:pt x="120" y="326"/>
                  </a:cubicBezTo>
                  <a:cubicBezTo>
                    <a:pt x="120" y="337"/>
                    <a:pt x="120" y="337"/>
                    <a:pt x="120" y="337"/>
                  </a:cubicBezTo>
                  <a:cubicBezTo>
                    <a:pt x="195" y="337"/>
                    <a:pt x="195" y="337"/>
                    <a:pt x="195" y="337"/>
                  </a:cubicBezTo>
                  <a:cubicBezTo>
                    <a:pt x="195" y="326"/>
                    <a:pt x="195" y="326"/>
                    <a:pt x="195" y="326"/>
                  </a:cubicBezTo>
                  <a:cubicBezTo>
                    <a:pt x="160" y="326"/>
                    <a:pt x="160" y="326"/>
                    <a:pt x="160" y="326"/>
                  </a:cubicBezTo>
                  <a:cubicBezTo>
                    <a:pt x="160" y="31"/>
                    <a:pt x="160" y="31"/>
                    <a:pt x="160" y="31"/>
                  </a:cubicBezTo>
                  <a:cubicBezTo>
                    <a:pt x="186" y="31"/>
                    <a:pt x="186" y="31"/>
                    <a:pt x="186" y="31"/>
                  </a:cubicBezTo>
                  <a:cubicBezTo>
                    <a:pt x="186" y="35"/>
                    <a:pt x="186" y="35"/>
                    <a:pt x="186" y="35"/>
                  </a:cubicBezTo>
                  <a:cubicBezTo>
                    <a:pt x="178" y="35"/>
                    <a:pt x="172" y="36"/>
                    <a:pt x="172" y="38"/>
                  </a:cubicBezTo>
                  <a:cubicBezTo>
                    <a:pt x="172" y="82"/>
                    <a:pt x="172" y="82"/>
                    <a:pt x="172" y="82"/>
                  </a:cubicBezTo>
                  <a:cubicBezTo>
                    <a:pt x="179" y="85"/>
                    <a:pt x="179" y="85"/>
                    <a:pt x="179" y="85"/>
                  </a:cubicBezTo>
                  <a:cubicBezTo>
                    <a:pt x="179" y="88"/>
                    <a:pt x="179" y="88"/>
                    <a:pt x="179" y="88"/>
                  </a:cubicBezTo>
                  <a:cubicBezTo>
                    <a:pt x="197" y="88"/>
                    <a:pt x="197" y="88"/>
                    <a:pt x="197" y="88"/>
                  </a:cubicBezTo>
                  <a:cubicBezTo>
                    <a:pt x="197" y="85"/>
                    <a:pt x="197" y="85"/>
                    <a:pt x="197" y="85"/>
                  </a:cubicBezTo>
                  <a:cubicBezTo>
                    <a:pt x="204" y="82"/>
                    <a:pt x="204" y="82"/>
                    <a:pt x="204" y="82"/>
                  </a:cubicBezTo>
                  <a:cubicBezTo>
                    <a:pt x="204" y="38"/>
                    <a:pt x="204" y="38"/>
                    <a:pt x="204" y="38"/>
                  </a:cubicBezTo>
                  <a:cubicBezTo>
                    <a:pt x="204" y="36"/>
                    <a:pt x="197" y="35"/>
                    <a:pt x="189" y="35"/>
                  </a:cubicBezTo>
                  <a:close/>
                  <a:moveTo>
                    <a:pt x="142" y="60"/>
                  </a:moveTo>
                  <a:cubicBezTo>
                    <a:pt x="114" y="60"/>
                    <a:pt x="114" y="60"/>
                    <a:pt x="114" y="60"/>
                  </a:cubicBezTo>
                  <a:cubicBezTo>
                    <a:pt x="114" y="38"/>
                    <a:pt x="114" y="38"/>
                    <a:pt x="114" y="38"/>
                  </a:cubicBezTo>
                  <a:cubicBezTo>
                    <a:pt x="116" y="38"/>
                    <a:pt x="120" y="37"/>
                    <a:pt x="128" y="37"/>
                  </a:cubicBezTo>
                  <a:cubicBezTo>
                    <a:pt x="135" y="37"/>
                    <a:pt x="140" y="38"/>
                    <a:pt x="142" y="38"/>
                  </a:cubicBezTo>
                  <a:lnTo>
                    <a:pt x="142" y="60"/>
                  </a:lnTo>
                  <a:close/>
                  <a:moveTo>
                    <a:pt x="202" y="60"/>
                  </a:moveTo>
                  <a:cubicBezTo>
                    <a:pt x="202" y="63"/>
                    <a:pt x="202" y="63"/>
                    <a:pt x="202" y="63"/>
                  </a:cubicBezTo>
                  <a:cubicBezTo>
                    <a:pt x="202" y="81"/>
                    <a:pt x="202" y="81"/>
                    <a:pt x="202" y="81"/>
                  </a:cubicBezTo>
                  <a:cubicBezTo>
                    <a:pt x="195" y="84"/>
                    <a:pt x="195" y="84"/>
                    <a:pt x="195" y="84"/>
                  </a:cubicBezTo>
                  <a:cubicBezTo>
                    <a:pt x="195" y="86"/>
                    <a:pt x="195" y="86"/>
                    <a:pt x="195" y="86"/>
                  </a:cubicBezTo>
                  <a:cubicBezTo>
                    <a:pt x="181" y="86"/>
                    <a:pt x="181" y="86"/>
                    <a:pt x="181" y="86"/>
                  </a:cubicBezTo>
                  <a:cubicBezTo>
                    <a:pt x="181" y="84"/>
                    <a:pt x="181" y="84"/>
                    <a:pt x="181" y="84"/>
                  </a:cubicBezTo>
                  <a:cubicBezTo>
                    <a:pt x="174" y="81"/>
                    <a:pt x="174" y="81"/>
                    <a:pt x="174" y="81"/>
                  </a:cubicBezTo>
                  <a:cubicBezTo>
                    <a:pt x="174" y="63"/>
                    <a:pt x="174" y="63"/>
                    <a:pt x="174" y="63"/>
                  </a:cubicBezTo>
                  <a:cubicBezTo>
                    <a:pt x="174" y="60"/>
                    <a:pt x="174" y="60"/>
                    <a:pt x="174" y="60"/>
                  </a:cubicBezTo>
                  <a:cubicBezTo>
                    <a:pt x="174" y="38"/>
                    <a:pt x="174" y="38"/>
                    <a:pt x="174" y="38"/>
                  </a:cubicBezTo>
                  <a:cubicBezTo>
                    <a:pt x="176" y="38"/>
                    <a:pt x="180" y="37"/>
                    <a:pt x="188" y="37"/>
                  </a:cubicBezTo>
                  <a:cubicBezTo>
                    <a:pt x="195" y="37"/>
                    <a:pt x="200" y="38"/>
                    <a:pt x="202" y="38"/>
                  </a:cubicBezTo>
                  <a:lnTo>
                    <a:pt x="20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5" name="组合 94"/>
          <p:cNvGrpSpPr/>
          <p:nvPr/>
        </p:nvGrpSpPr>
        <p:grpSpPr>
          <a:xfrm>
            <a:off x="8464551" y="4683126"/>
            <a:ext cx="1673225" cy="1208088"/>
            <a:chOff x="8464551" y="4683126"/>
            <a:chExt cx="1673225" cy="1208088"/>
          </a:xfrm>
          <a:solidFill>
            <a:schemeClr val="tx1">
              <a:lumMod val="65000"/>
              <a:lumOff val="35000"/>
            </a:schemeClr>
          </a:solidFill>
        </p:grpSpPr>
        <p:sp>
          <p:nvSpPr>
            <p:cNvPr id="96" name="Freeform 141"/>
            <p:cNvSpPr>
              <a:spLocks/>
            </p:cNvSpPr>
            <p:nvPr/>
          </p:nvSpPr>
          <p:spPr bwMode="auto">
            <a:xfrm>
              <a:off x="9564688" y="5049838"/>
              <a:ext cx="230187" cy="217488"/>
            </a:xfrm>
            <a:custGeom>
              <a:avLst/>
              <a:gdLst>
                <a:gd name="T0" fmla="*/ 36 w 64"/>
                <a:gd name="T1" fmla="*/ 59 h 61"/>
                <a:gd name="T2" fmla="*/ 61 w 64"/>
                <a:gd name="T3" fmla="*/ 26 h 61"/>
                <a:gd name="T4" fmla="*/ 27 w 64"/>
                <a:gd name="T5" fmla="*/ 3 h 61"/>
                <a:gd name="T6" fmla="*/ 2 w 64"/>
                <a:gd name="T7" fmla="*/ 36 h 61"/>
                <a:gd name="T8" fmla="*/ 36 w 64"/>
                <a:gd name="T9" fmla="*/ 59 h 61"/>
              </a:gdLst>
              <a:ahLst/>
              <a:cxnLst>
                <a:cxn ang="0">
                  <a:pos x="T0" y="T1"/>
                </a:cxn>
                <a:cxn ang="0">
                  <a:pos x="T2" y="T3"/>
                </a:cxn>
                <a:cxn ang="0">
                  <a:pos x="T4" y="T5"/>
                </a:cxn>
                <a:cxn ang="0">
                  <a:pos x="T6" y="T7"/>
                </a:cxn>
                <a:cxn ang="0">
                  <a:pos x="T8" y="T9"/>
                </a:cxn>
              </a:cxnLst>
              <a:rect l="0" t="0" r="r" b="b"/>
              <a:pathLst>
                <a:path w="64" h="61">
                  <a:moveTo>
                    <a:pt x="36" y="59"/>
                  </a:moveTo>
                  <a:cubicBezTo>
                    <a:pt x="53" y="56"/>
                    <a:pt x="64" y="41"/>
                    <a:pt x="61" y="26"/>
                  </a:cubicBezTo>
                  <a:cubicBezTo>
                    <a:pt x="59" y="11"/>
                    <a:pt x="43" y="0"/>
                    <a:pt x="27" y="3"/>
                  </a:cubicBezTo>
                  <a:cubicBezTo>
                    <a:pt x="11" y="6"/>
                    <a:pt x="0" y="20"/>
                    <a:pt x="2" y="36"/>
                  </a:cubicBezTo>
                  <a:cubicBezTo>
                    <a:pt x="5" y="51"/>
                    <a:pt x="20" y="61"/>
                    <a:pt x="36"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142"/>
            <p:cNvSpPr>
              <a:spLocks/>
            </p:cNvSpPr>
            <p:nvPr/>
          </p:nvSpPr>
          <p:spPr bwMode="auto">
            <a:xfrm>
              <a:off x="9410701" y="5235576"/>
              <a:ext cx="407987" cy="128588"/>
            </a:xfrm>
            <a:custGeom>
              <a:avLst/>
              <a:gdLst>
                <a:gd name="T0" fmla="*/ 29 w 114"/>
                <a:gd name="T1" fmla="*/ 30 h 36"/>
                <a:gd name="T2" fmla="*/ 43 w 114"/>
                <a:gd name="T3" fmla="*/ 30 h 36"/>
                <a:gd name="T4" fmla="*/ 74 w 114"/>
                <a:gd name="T5" fmla="*/ 22 h 36"/>
                <a:gd name="T6" fmla="*/ 74 w 114"/>
                <a:gd name="T7" fmla="*/ 36 h 36"/>
                <a:gd name="T8" fmla="*/ 84 w 114"/>
                <a:gd name="T9" fmla="*/ 32 h 36"/>
                <a:gd name="T10" fmla="*/ 84 w 114"/>
                <a:gd name="T11" fmla="*/ 20 h 36"/>
                <a:gd name="T12" fmla="*/ 105 w 114"/>
                <a:gd name="T13" fmla="*/ 14 h 36"/>
                <a:gd name="T14" fmla="*/ 114 w 114"/>
                <a:gd name="T15" fmla="*/ 0 h 36"/>
                <a:gd name="T16" fmla="*/ 43 w 114"/>
                <a:gd name="T17" fmla="*/ 18 h 36"/>
                <a:gd name="T18" fmla="*/ 0 w 114"/>
                <a:gd name="T19" fmla="*/ 18 h 36"/>
                <a:gd name="T20" fmla="*/ 29 w 114"/>
                <a:gd name="T21" fmla="*/ 3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4" h="36">
                  <a:moveTo>
                    <a:pt x="29" y="30"/>
                  </a:moveTo>
                  <a:cubicBezTo>
                    <a:pt x="43" y="30"/>
                    <a:pt x="43" y="30"/>
                    <a:pt x="43" y="30"/>
                  </a:cubicBezTo>
                  <a:cubicBezTo>
                    <a:pt x="74" y="22"/>
                    <a:pt x="74" y="22"/>
                    <a:pt x="74" y="22"/>
                  </a:cubicBezTo>
                  <a:cubicBezTo>
                    <a:pt x="74" y="36"/>
                    <a:pt x="74" y="36"/>
                    <a:pt x="74" y="36"/>
                  </a:cubicBezTo>
                  <a:cubicBezTo>
                    <a:pt x="78" y="35"/>
                    <a:pt x="81" y="34"/>
                    <a:pt x="84" y="32"/>
                  </a:cubicBezTo>
                  <a:cubicBezTo>
                    <a:pt x="84" y="20"/>
                    <a:pt x="84" y="20"/>
                    <a:pt x="84" y="20"/>
                  </a:cubicBezTo>
                  <a:cubicBezTo>
                    <a:pt x="105" y="14"/>
                    <a:pt x="105" y="14"/>
                    <a:pt x="105" y="14"/>
                  </a:cubicBezTo>
                  <a:cubicBezTo>
                    <a:pt x="109" y="9"/>
                    <a:pt x="112" y="5"/>
                    <a:pt x="114" y="0"/>
                  </a:cubicBezTo>
                  <a:cubicBezTo>
                    <a:pt x="43" y="18"/>
                    <a:pt x="43" y="18"/>
                    <a:pt x="43" y="18"/>
                  </a:cubicBezTo>
                  <a:cubicBezTo>
                    <a:pt x="0" y="18"/>
                    <a:pt x="0" y="18"/>
                    <a:pt x="0" y="18"/>
                  </a:cubicBezTo>
                  <a:cubicBezTo>
                    <a:pt x="10" y="23"/>
                    <a:pt x="19" y="27"/>
                    <a:pt x="29"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143"/>
            <p:cNvSpPr>
              <a:spLocks noEditPoints="1"/>
            </p:cNvSpPr>
            <p:nvPr/>
          </p:nvSpPr>
          <p:spPr bwMode="auto">
            <a:xfrm>
              <a:off x="8475663" y="5300663"/>
              <a:ext cx="1268412" cy="590550"/>
            </a:xfrm>
            <a:custGeom>
              <a:avLst/>
              <a:gdLst>
                <a:gd name="T0" fmla="*/ 345 w 354"/>
                <a:gd name="T1" fmla="*/ 138 h 165"/>
                <a:gd name="T2" fmla="*/ 345 w 354"/>
                <a:gd name="T3" fmla="*/ 23 h 165"/>
                <a:gd name="T4" fmla="*/ 335 w 354"/>
                <a:gd name="T5" fmla="*/ 26 h 165"/>
                <a:gd name="T6" fmla="*/ 335 w 354"/>
                <a:gd name="T7" fmla="*/ 113 h 165"/>
                <a:gd name="T8" fmla="*/ 205 w 354"/>
                <a:gd name="T9" fmla="*/ 48 h 165"/>
                <a:gd name="T10" fmla="*/ 273 w 354"/>
                <a:gd name="T11" fmla="*/ 14 h 165"/>
                <a:gd name="T12" fmla="*/ 243 w 354"/>
                <a:gd name="T13" fmla="*/ 0 h 165"/>
                <a:gd name="T14" fmla="*/ 0 w 354"/>
                <a:gd name="T15" fmla="*/ 0 h 165"/>
                <a:gd name="T16" fmla="*/ 0 w 354"/>
                <a:gd name="T17" fmla="*/ 12 h 165"/>
                <a:gd name="T18" fmla="*/ 44 w 354"/>
                <a:gd name="T19" fmla="*/ 12 h 165"/>
                <a:gd name="T20" fmla="*/ 44 w 354"/>
                <a:gd name="T21" fmla="*/ 138 h 165"/>
                <a:gd name="T22" fmla="*/ 35 w 354"/>
                <a:gd name="T23" fmla="*/ 151 h 165"/>
                <a:gd name="T24" fmla="*/ 49 w 354"/>
                <a:gd name="T25" fmla="*/ 165 h 165"/>
                <a:gd name="T26" fmla="*/ 63 w 354"/>
                <a:gd name="T27" fmla="*/ 151 h 165"/>
                <a:gd name="T28" fmla="*/ 54 w 354"/>
                <a:gd name="T29" fmla="*/ 138 h 165"/>
                <a:gd name="T30" fmla="*/ 54 w 354"/>
                <a:gd name="T31" fmla="*/ 123 h 165"/>
                <a:gd name="T32" fmla="*/ 54 w 354"/>
                <a:gd name="T33" fmla="*/ 123 h 165"/>
                <a:gd name="T34" fmla="*/ 195 w 354"/>
                <a:gd name="T35" fmla="*/ 54 h 165"/>
                <a:gd name="T36" fmla="*/ 335 w 354"/>
                <a:gd name="T37" fmla="*/ 123 h 165"/>
                <a:gd name="T38" fmla="*/ 335 w 354"/>
                <a:gd name="T39" fmla="*/ 123 h 165"/>
                <a:gd name="T40" fmla="*/ 335 w 354"/>
                <a:gd name="T41" fmla="*/ 138 h 165"/>
                <a:gd name="T42" fmla="*/ 326 w 354"/>
                <a:gd name="T43" fmla="*/ 151 h 165"/>
                <a:gd name="T44" fmla="*/ 340 w 354"/>
                <a:gd name="T45" fmla="*/ 165 h 165"/>
                <a:gd name="T46" fmla="*/ 354 w 354"/>
                <a:gd name="T47" fmla="*/ 151 h 165"/>
                <a:gd name="T48" fmla="*/ 345 w 354"/>
                <a:gd name="T49" fmla="*/ 138 h 165"/>
                <a:gd name="T50" fmla="*/ 59 w 354"/>
                <a:gd name="T51" fmla="*/ 151 h 165"/>
                <a:gd name="T52" fmla="*/ 49 w 354"/>
                <a:gd name="T53" fmla="*/ 161 h 165"/>
                <a:gd name="T54" fmla="*/ 39 w 354"/>
                <a:gd name="T55" fmla="*/ 151 h 165"/>
                <a:gd name="T56" fmla="*/ 49 w 354"/>
                <a:gd name="T57" fmla="*/ 141 h 165"/>
                <a:gd name="T58" fmla="*/ 59 w 354"/>
                <a:gd name="T59" fmla="*/ 151 h 165"/>
                <a:gd name="T60" fmla="*/ 54 w 354"/>
                <a:gd name="T61" fmla="*/ 113 h 165"/>
                <a:gd name="T62" fmla="*/ 54 w 354"/>
                <a:gd name="T63" fmla="*/ 12 h 165"/>
                <a:gd name="T64" fmla="*/ 112 w 354"/>
                <a:gd name="T65" fmla="*/ 12 h 165"/>
                <a:gd name="T66" fmla="*/ 112 w 354"/>
                <a:gd name="T67" fmla="*/ 13 h 165"/>
                <a:gd name="T68" fmla="*/ 184 w 354"/>
                <a:gd name="T69" fmla="*/ 48 h 165"/>
                <a:gd name="T70" fmla="*/ 54 w 354"/>
                <a:gd name="T71" fmla="*/ 113 h 165"/>
                <a:gd name="T72" fmla="*/ 132 w 354"/>
                <a:gd name="T73" fmla="*/ 12 h 165"/>
                <a:gd name="T74" fmla="*/ 257 w 354"/>
                <a:gd name="T75" fmla="*/ 12 h 165"/>
                <a:gd name="T76" fmla="*/ 195 w 354"/>
                <a:gd name="T77" fmla="*/ 43 h 165"/>
                <a:gd name="T78" fmla="*/ 132 w 354"/>
                <a:gd name="T79" fmla="*/ 12 h 165"/>
                <a:gd name="T80" fmla="*/ 340 w 354"/>
                <a:gd name="T81" fmla="*/ 161 h 165"/>
                <a:gd name="T82" fmla="*/ 330 w 354"/>
                <a:gd name="T83" fmla="*/ 151 h 165"/>
                <a:gd name="T84" fmla="*/ 340 w 354"/>
                <a:gd name="T85" fmla="*/ 141 h 165"/>
                <a:gd name="T86" fmla="*/ 350 w 354"/>
                <a:gd name="T87" fmla="*/ 151 h 165"/>
                <a:gd name="T88" fmla="*/ 340 w 354"/>
                <a:gd name="T89" fmla="*/ 161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54" h="165">
                  <a:moveTo>
                    <a:pt x="345" y="138"/>
                  </a:moveTo>
                  <a:cubicBezTo>
                    <a:pt x="345" y="23"/>
                    <a:pt x="345" y="23"/>
                    <a:pt x="345" y="23"/>
                  </a:cubicBezTo>
                  <a:cubicBezTo>
                    <a:pt x="342" y="24"/>
                    <a:pt x="338" y="25"/>
                    <a:pt x="335" y="26"/>
                  </a:cubicBezTo>
                  <a:cubicBezTo>
                    <a:pt x="335" y="113"/>
                    <a:pt x="335" y="113"/>
                    <a:pt x="335" y="113"/>
                  </a:cubicBezTo>
                  <a:cubicBezTo>
                    <a:pt x="205" y="48"/>
                    <a:pt x="205" y="48"/>
                    <a:pt x="205" y="48"/>
                  </a:cubicBezTo>
                  <a:cubicBezTo>
                    <a:pt x="273" y="14"/>
                    <a:pt x="273" y="14"/>
                    <a:pt x="273" y="14"/>
                  </a:cubicBezTo>
                  <a:cubicBezTo>
                    <a:pt x="263" y="10"/>
                    <a:pt x="253" y="5"/>
                    <a:pt x="243" y="0"/>
                  </a:cubicBezTo>
                  <a:cubicBezTo>
                    <a:pt x="0" y="0"/>
                    <a:pt x="0" y="0"/>
                    <a:pt x="0" y="0"/>
                  </a:cubicBezTo>
                  <a:cubicBezTo>
                    <a:pt x="0" y="12"/>
                    <a:pt x="0" y="12"/>
                    <a:pt x="0" y="12"/>
                  </a:cubicBezTo>
                  <a:cubicBezTo>
                    <a:pt x="44" y="12"/>
                    <a:pt x="44" y="12"/>
                    <a:pt x="44" y="12"/>
                  </a:cubicBezTo>
                  <a:cubicBezTo>
                    <a:pt x="44" y="138"/>
                    <a:pt x="44" y="138"/>
                    <a:pt x="44" y="138"/>
                  </a:cubicBezTo>
                  <a:cubicBezTo>
                    <a:pt x="39" y="140"/>
                    <a:pt x="35" y="145"/>
                    <a:pt x="35" y="151"/>
                  </a:cubicBezTo>
                  <a:cubicBezTo>
                    <a:pt x="35" y="158"/>
                    <a:pt x="41" y="165"/>
                    <a:pt x="49" y="165"/>
                  </a:cubicBezTo>
                  <a:cubicBezTo>
                    <a:pt x="57" y="165"/>
                    <a:pt x="63" y="158"/>
                    <a:pt x="63" y="151"/>
                  </a:cubicBezTo>
                  <a:cubicBezTo>
                    <a:pt x="63" y="145"/>
                    <a:pt x="59" y="140"/>
                    <a:pt x="54" y="138"/>
                  </a:cubicBezTo>
                  <a:cubicBezTo>
                    <a:pt x="54" y="123"/>
                    <a:pt x="54" y="123"/>
                    <a:pt x="54" y="123"/>
                  </a:cubicBezTo>
                  <a:cubicBezTo>
                    <a:pt x="54" y="123"/>
                    <a:pt x="54" y="123"/>
                    <a:pt x="54" y="123"/>
                  </a:cubicBezTo>
                  <a:cubicBezTo>
                    <a:pt x="195" y="54"/>
                    <a:pt x="195" y="54"/>
                    <a:pt x="195" y="54"/>
                  </a:cubicBezTo>
                  <a:cubicBezTo>
                    <a:pt x="335" y="123"/>
                    <a:pt x="335" y="123"/>
                    <a:pt x="335" y="123"/>
                  </a:cubicBezTo>
                  <a:cubicBezTo>
                    <a:pt x="335" y="123"/>
                    <a:pt x="335" y="123"/>
                    <a:pt x="335" y="123"/>
                  </a:cubicBezTo>
                  <a:cubicBezTo>
                    <a:pt x="335" y="138"/>
                    <a:pt x="335" y="138"/>
                    <a:pt x="335" y="138"/>
                  </a:cubicBezTo>
                  <a:cubicBezTo>
                    <a:pt x="330" y="140"/>
                    <a:pt x="326" y="145"/>
                    <a:pt x="326" y="151"/>
                  </a:cubicBezTo>
                  <a:cubicBezTo>
                    <a:pt x="326" y="158"/>
                    <a:pt x="332" y="165"/>
                    <a:pt x="340" y="165"/>
                  </a:cubicBezTo>
                  <a:cubicBezTo>
                    <a:pt x="348" y="165"/>
                    <a:pt x="354" y="158"/>
                    <a:pt x="354" y="151"/>
                  </a:cubicBezTo>
                  <a:cubicBezTo>
                    <a:pt x="354" y="145"/>
                    <a:pt x="350" y="140"/>
                    <a:pt x="345" y="138"/>
                  </a:cubicBezTo>
                  <a:close/>
                  <a:moveTo>
                    <a:pt x="59" y="151"/>
                  </a:moveTo>
                  <a:cubicBezTo>
                    <a:pt x="59" y="156"/>
                    <a:pt x="55" y="161"/>
                    <a:pt x="49" y="161"/>
                  </a:cubicBezTo>
                  <a:cubicBezTo>
                    <a:pt x="43" y="161"/>
                    <a:pt x="39" y="156"/>
                    <a:pt x="39" y="151"/>
                  </a:cubicBezTo>
                  <a:cubicBezTo>
                    <a:pt x="39" y="145"/>
                    <a:pt x="43" y="141"/>
                    <a:pt x="49" y="141"/>
                  </a:cubicBezTo>
                  <a:cubicBezTo>
                    <a:pt x="55" y="141"/>
                    <a:pt x="59" y="145"/>
                    <a:pt x="59" y="151"/>
                  </a:cubicBezTo>
                  <a:close/>
                  <a:moveTo>
                    <a:pt x="54" y="113"/>
                  </a:moveTo>
                  <a:cubicBezTo>
                    <a:pt x="54" y="12"/>
                    <a:pt x="54" y="12"/>
                    <a:pt x="54" y="12"/>
                  </a:cubicBezTo>
                  <a:cubicBezTo>
                    <a:pt x="112" y="12"/>
                    <a:pt x="112" y="12"/>
                    <a:pt x="112" y="12"/>
                  </a:cubicBezTo>
                  <a:cubicBezTo>
                    <a:pt x="112" y="13"/>
                    <a:pt x="112" y="13"/>
                    <a:pt x="112" y="13"/>
                  </a:cubicBezTo>
                  <a:cubicBezTo>
                    <a:pt x="184" y="48"/>
                    <a:pt x="184" y="48"/>
                    <a:pt x="184" y="48"/>
                  </a:cubicBezTo>
                  <a:lnTo>
                    <a:pt x="54" y="113"/>
                  </a:lnTo>
                  <a:close/>
                  <a:moveTo>
                    <a:pt x="132" y="12"/>
                  </a:moveTo>
                  <a:cubicBezTo>
                    <a:pt x="257" y="12"/>
                    <a:pt x="257" y="12"/>
                    <a:pt x="257" y="12"/>
                  </a:cubicBezTo>
                  <a:cubicBezTo>
                    <a:pt x="195" y="43"/>
                    <a:pt x="195" y="43"/>
                    <a:pt x="195" y="43"/>
                  </a:cubicBezTo>
                  <a:lnTo>
                    <a:pt x="132" y="12"/>
                  </a:lnTo>
                  <a:close/>
                  <a:moveTo>
                    <a:pt x="340" y="161"/>
                  </a:moveTo>
                  <a:cubicBezTo>
                    <a:pt x="334" y="161"/>
                    <a:pt x="330" y="156"/>
                    <a:pt x="330" y="151"/>
                  </a:cubicBezTo>
                  <a:cubicBezTo>
                    <a:pt x="330" y="145"/>
                    <a:pt x="334" y="141"/>
                    <a:pt x="340" y="141"/>
                  </a:cubicBezTo>
                  <a:cubicBezTo>
                    <a:pt x="346" y="141"/>
                    <a:pt x="350" y="145"/>
                    <a:pt x="350" y="151"/>
                  </a:cubicBezTo>
                  <a:cubicBezTo>
                    <a:pt x="350" y="156"/>
                    <a:pt x="346" y="161"/>
                    <a:pt x="340" y="1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144"/>
            <p:cNvSpPr>
              <a:spLocks/>
            </p:cNvSpPr>
            <p:nvPr/>
          </p:nvSpPr>
          <p:spPr bwMode="auto">
            <a:xfrm>
              <a:off x="9829801" y="5224463"/>
              <a:ext cx="33337" cy="50800"/>
            </a:xfrm>
            <a:custGeom>
              <a:avLst/>
              <a:gdLst>
                <a:gd name="T0" fmla="*/ 9 w 9"/>
                <a:gd name="T1" fmla="*/ 0 h 14"/>
                <a:gd name="T2" fmla="*/ 7 w 9"/>
                <a:gd name="T3" fmla="*/ 0 h 14"/>
                <a:gd name="T4" fmla="*/ 0 w 9"/>
                <a:gd name="T5" fmla="*/ 14 h 14"/>
                <a:gd name="T6" fmla="*/ 9 w 9"/>
                <a:gd name="T7" fmla="*/ 11 h 14"/>
                <a:gd name="T8" fmla="*/ 9 w 9"/>
                <a:gd name="T9" fmla="*/ 0 h 14"/>
              </a:gdLst>
              <a:ahLst/>
              <a:cxnLst>
                <a:cxn ang="0">
                  <a:pos x="T0" y="T1"/>
                </a:cxn>
                <a:cxn ang="0">
                  <a:pos x="T2" y="T3"/>
                </a:cxn>
                <a:cxn ang="0">
                  <a:pos x="T4" y="T5"/>
                </a:cxn>
                <a:cxn ang="0">
                  <a:pos x="T6" y="T7"/>
                </a:cxn>
                <a:cxn ang="0">
                  <a:pos x="T8" y="T9"/>
                </a:cxn>
              </a:cxnLst>
              <a:rect l="0" t="0" r="r" b="b"/>
              <a:pathLst>
                <a:path w="9" h="14">
                  <a:moveTo>
                    <a:pt x="9" y="0"/>
                  </a:moveTo>
                  <a:cubicBezTo>
                    <a:pt x="7" y="0"/>
                    <a:pt x="7" y="0"/>
                    <a:pt x="7" y="0"/>
                  </a:cubicBezTo>
                  <a:cubicBezTo>
                    <a:pt x="5" y="5"/>
                    <a:pt x="2" y="9"/>
                    <a:pt x="0" y="14"/>
                  </a:cubicBezTo>
                  <a:cubicBezTo>
                    <a:pt x="9" y="11"/>
                    <a:pt x="9" y="11"/>
                    <a:pt x="9" y="11"/>
                  </a:cubicBezTo>
                  <a:lnTo>
                    <a:pt x="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145"/>
            <p:cNvSpPr>
              <a:spLocks noEditPoints="1"/>
            </p:cNvSpPr>
            <p:nvPr/>
          </p:nvSpPr>
          <p:spPr bwMode="auto">
            <a:xfrm>
              <a:off x="9213851" y="4683126"/>
              <a:ext cx="923925" cy="1208088"/>
            </a:xfrm>
            <a:custGeom>
              <a:avLst/>
              <a:gdLst>
                <a:gd name="T0" fmla="*/ 243 w 258"/>
                <a:gd name="T1" fmla="*/ 30 h 337"/>
                <a:gd name="T2" fmla="*/ 241 w 258"/>
                <a:gd name="T3" fmla="*/ 27 h 337"/>
                <a:gd name="T4" fmla="*/ 215 w 258"/>
                <a:gd name="T5" fmla="*/ 0 h 337"/>
                <a:gd name="T6" fmla="*/ 209 w 258"/>
                <a:gd name="T7" fmla="*/ 27 h 337"/>
                <a:gd name="T8" fmla="*/ 182 w 258"/>
                <a:gd name="T9" fmla="*/ 27 h 337"/>
                <a:gd name="T10" fmla="*/ 181 w 258"/>
                <a:gd name="T11" fmla="*/ 34 h 337"/>
                <a:gd name="T12" fmla="*/ 166 w 258"/>
                <a:gd name="T13" fmla="*/ 82 h 337"/>
                <a:gd name="T14" fmla="*/ 173 w 258"/>
                <a:gd name="T15" fmla="*/ 88 h 337"/>
                <a:gd name="T16" fmla="*/ 179 w 258"/>
                <a:gd name="T17" fmla="*/ 89 h 337"/>
                <a:gd name="T18" fmla="*/ 180 w 258"/>
                <a:gd name="T19" fmla="*/ 119 h 337"/>
                <a:gd name="T20" fmla="*/ 0 w 258"/>
                <a:gd name="T21" fmla="*/ 143 h 337"/>
                <a:gd name="T22" fmla="*/ 118 w 258"/>
                <a:gd name="T23" fmla="*/ 197 h 337"/>
                <a:gd name="T24" fmla="*/ 184 w 258"/>
                <a:gd name="T25" fmla="*/ 89 h 337"/>
                <a:gd name="T26" fmla="*/ 185 w 258"/>
                <a:gd name="T27" fmla="*/ 88 h 337"/>
                <a:gd name="T28" fmla="*/ 191 w 258"/>
                <a:gd name="T29" fmla="*/ 85 h 337"/>
                <a:gd name="T30" fmla="*/ 198 w 258"/>
                <a:gd name="T31" fmla="*/ 37 h 337"/>
                <a:gd name="T32" fmla="*/ 183 w 258"/>
                <a:gd name="T33" fmla="*/ 30 h 337"/>
                <a:gd name="T34" fmla="*/ 209 w 258"/>
                <a:gd name="T35" fmla="*/ 326 h 337"/>
                <a:gd name="T36" fmla="*/ 174 w 258"/>
                <a:gd name="T37" fmla="*/ 337 h 337"/>
                <a:gd name="T38" fmla="*/ 249 w 258"/>
                <a:gd name="T39" fmla="*/ 326 h 337"/>
                <a:gd name="T40" fmla="*/ 215 w 258"/>
                <a:gd name="T41" fmla="*/ 30 h 337"/>
                <a:gd name="T42" fmla="*/ 241 w 258"/>
                <a:gd name="T43" fmla="*/ 34 h 337"/>
                <a:gd name="T44" fmla="*/ 226 w 258"/>
                <a:gd name="T45" fmla="*/ 82 h 337"/>
                <a:gd name="T46" fmla="*/ 233 w 258"/>
                <a:gd name="T47" fmla="*/ 88 h 337"/>
                <a:gd name="T48" fmla="*/ 251 w 258"/>
                <a:gd name="T49" fmla="*/ 85 h 337"/>
                <a:gd name="T50" fmla="*/ 258 w 258"/>
                <a:gd name="T51" fmla="*/ 37 h 337"/>
                <a:gd name="T52" fmla="*/ 196 w 258"/>
                <a:gd name="T53" fmla="*/ 59 h 337"/>
                <a:gd name="T54" fmla="*/ 168 w 258"/>
                <a:gd name="T55" fmla="*/ 38 h 337"/>
                <a:gd name="T56" fmla="*/ 196 w 258"/>
                <a:gd name="T57" fmla="*/ 38 h 337"/>
                <a:gd name="T58" fmla="*/ 256 w 258"/>
                <a:gd name="T59" fmla="*/ 59 h 337"/>
                <a:gd name="T60" fmla="*/ 256 w 258"/>
                <a:gd name="T61" fmla="*/ 80 h 337"/>
                <a:gd name="T62" fmla="*/ 249 w 258"/>
                <a:gd name="T63" fmla="*/ 86 h 337"/>
                <a:gd name="T64" fmla="*/ 235 w 258"/>
                <a:gd name="T65" fmla="*/ 83 h 337"/>
                <a:gd name="T66" fmla="*/ 228 w 258"/>
                <a:gd name="T67" fmla="*/ 62 h 337"/>
                <a:gd name="T68" fmla="*/ 228 w 258"/>
                <a:gd name="T69" fmla="*/ 38 h 337"/>
                <a:gd name="T70" fmla="*/ 256 w 258"/>
                <a:gd name="T71" fmla="*/ 38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8" h="337">
                  <a:moveTo>
                    <a:pt x="243" y="34"/>
                  </a:moveTo>
                  <a:cubicBezTo>
                    <a:pt x="243" y="30"/>
                    <a:pt x="243" y="30"/>
                    <a:pt x="243" y="30"/>
                  </a:cubicBezTo>
                  <a:cubicBezTo>
                    <a:pt x="243" y="27"/>
                    <a:pt x="243" y="27"/>
                    <a:pt x="243" y="27"/>
                  </a:cubicBezTo>
                  <a:cubicBezTo>
                    <a:pt x="241" y="27"/>
                    <a:pt x="241" y="27"/>
                    <a:pt x="241" y="27"/>
                  </a:cubicBezTo>
                  <a:cubicBezTo>
                    <a:pt x="215" y="27"/>
                    <a:pt x="215" y="27"/>
                    <a:pt x="215" y="27"/>
                  </a:cubicBezTo>
                  <a:cubicBezTo>
                    <a:pt x="215" y="0"/>
                    <a:pt x="215" y="0"/>
                    <a:pt x="215" y="0"/>
                  </a:cubicBezTo>
                  <a:cubicBezTo>
                    <a:pt x="209" y="0"/>
                    <a:pt x="209" y="0"/>
                    <a:pt x="209" y="0"/>
                  </a:cubicBezTo>
                  <a:cubicBezTo>
                    <a:pt x="209" y="27"/>
                    <a:pt x="209" y="27"/>
                    <a:pt x="209" y="27"/>
                  </a:cubicBezTo>
                  <a:cubicBezTo>
                    <a:pt x="183" y="27"/>
                    <a:pt x="183" y="27"/>
                    <a:pt x="183" y="27"/>
                  </a:cubicBezTo>
                  <a:cubicBezTo>
                    <a:pt x="182" y="27"/>
                    <a:pt x="182" y="27"/>
                    <a:pt x="182" y="27"/>
                  </a:cubicBezTo>
                  <a:cubicBezTo>
                    <a:pt x="181" y="27"/>
                    <a:pt x="181" y="27"/>
                    <a:pt x="181" y="27"/>
                  </a:cubicBezTo>
                  <a:cubicBezTo>
                    <a:pt x="181" y="34"/>
                    <a:pt x="181" y="34"/>
                    <a:pt x="181" y="34"/>
                  </a:cubicBezTo>
                  <a:cubicBezTo>
                    <a:pt x="172" y="35"/>
                    <a:pt x="166" y="36"/>
                    <a:pt x="166" y="37"/>
                  </a:cubicBezTo>
                  <a:cubicBezTo>
                    <a:pt x="166" y="82"/>
                    <a:pt x="166" y="82"/>
                    <a:pt x="166" y="82"/>
                  </a:cubicBezTo>
                  <a:cubicBezTo>
                    <a:pt x="173" y="85"/>
                    <a:pt x="173" y="85"/>
                    <a:pt x="173" y="85"/>
                  </a:cubicBezTo>
                  <a:cubicBezTo>
                    <a:pt x="173" y="88"/>
                    <a:pt x="173" y="88"/>
                    <a:pt x="173" y="88"/>
                  </a:cubicBezTo>
                  <a:cubicBezTo>
                    <a:pt x="179" y="88"/>
                    <a:pt x="179" y="88"/>
                    <a:pt x="179" y="88"/>
                  </a:cubicBezTo>
                  <a:cubicBezTo>
                    <a:pt x="179" y="89"/>
                    <a:pt x="179" y="89"/>
                    <a:pt x="179" y="89"/>
                  </a:cubicBezTo>
                  <a:cubicBezTo>
                    <a:pt x="180" y="89"/>
                    <a:pt x="180" y="89"/>
                    <a:pt x="180" y="89"/>
                  </a:cubicBezTo>
                  <a:cubicBezTo>
                    <a:pt x="180" y="119"/>
                    <a:pt x="180" y="119"/>
                    <a:pt x="180" y="119"/>
                  </a:cubicBezTo>
                  <a:cubicBezTo>
                    <a:pt x="180" y="144"/>
                    <a:pt x="158" y="193"/>
                    <a:pt x="118" y="193"/>
                  </a:cubicBezTo>
                  <a:cubicBezTo>
                    <a:pt x="77" y="193"/>
                    <a:pt x="14" y="153"/>
                    <a:pt x="0" y="143"/>
                  </a:cubicBezTo>
                  <a:cubicBezTo>
                    <a:pt x="0" y="148"/>
                    <a:pt x="0" y="148"/>
                    <a:pt x="0" y="148"/>
                  </a:cubicBezTo>
                  <a:cubicBezTo>
                    <a:pt x="19" y="162"/>
                    <a:pt x="79" y="197"/>
                    <a:pt x="118" y="197"/>
                  </a:cubicBezTo>
                  <a:cubicBezTo>
                    <a:pt x="161" y="197"/>
                    <a:pt x="184" y="146"/>
                    <a:pt x="184" y="119"/>
                  </a:cubicBezTo>
                  <a:cubicBezTo>
                    <a:pt x="184" y="89"/>
                    <a:pt x="184" y="89"/>
                    <a:pt x="184" y="89"/>
                  </a:cubicBezTo>
                  <a:cubicBezTo>
                    <a:pt x="185" y="89"/>
                    <a:pt x="185" y="89"/>
                    <a:pt x="185" y="89"/>
                  </a:cubicBezTo>
                  <a:cubicBezTo>
                    <a:pt x="185" y="88"/>
                    <a:pt x="185" y="88"/>
                    <a:pt x="185" y="88"/>
                  </a:cubicBezTo>
                  <a:cubicBezTo>
                    <a:pt x="191" y="88"/>
                    <a:pt x="191" y="88"/>
                    <a:pt x="191" y="88"/>
                  </a:cubicBezTo>
                  <a:cubicBezTo>
                    <a:pt x="191" y="85"/>
                    <a:pt x="191" y="85"/>
                    <a:pt x="191" y="85"/>
                  </a:cubicBezTo>
                  <a:cubicBezTo>
                    <a:pt x="198" y="82"/>
                    <a:pt x="198" y="82"/>
                    <a:pt x="198" y="82"/>
                  </a:cubicBezTo>
                  <a:cubicBezTo>
                    <a:pt x="198" y="37"/>
                    <a:pt x="198" y="37"/>
                    <a:pt x="198" y="37"/>
                  </a:cubicBezTo>
                  <a:cubicBezTo>
                    <a:pt x="198" y="36"/>
                    <a:pt x="192" y="35"/>
                    <a:pt x="183" y="34"/>
                  </a:cubicBezTo>
                  <a:cubicBezTo>
                    <a:pt x="183" y="30"/>
                    <a:pt x="183" y="30"/>
                    <a:pt x="183" y="30"/>
                  </a:cubicBezTo>
                  <a:cubicBezTo>
                    <a:pt x="209" y="30"/>
                    <a:pt x="209" y="30"/>
                    <a:pt x="209" y="30"/>
                  </a:cubicBezTo>
                  <a:cubicBezTo>
                    <a:pt x="209" y="326"/>
                    <a:pt x="209" y="326"/>
                    <a:pt x="209" y="326"/>
                  </a:cubicBezTo>
                  <a:cubicBezTo>
                    <a:pt x="174" y="326"/>
                    <a:pt x="174" y="326"/>
                    <a:pt x="174" y="326"/>
                  </a:cubicBezTo>
                  <a:cubicBezTo>
                    <a:pt x="174" y="337"/>
                    <a:pt x="174" y="337"/>
                    <a:pt x="174" y="337"/>
                  </a:cubicBezTo>
                  <a:cubicBezTo>
                    <a:pt x="249" y="337"/>
                    <a:pt x="249" y="337"/>
                    <a:pt x="249" y="337"/>
                  </a:cubicBezTo>
                  <a:cubicBezTo>
                    <a:pt x="249" y="326"/>
                    <a:pt x="249" y="326"/>
                    <a:pt x="249" y="326"/>
                  </a:cubicBezTo>
                  <a:cubicBezTo>
                    <a:pt x="215" y="326"/>
                    <a:pt x="215" y="326"/>
                    <a:pt x="215" y="326"/>
                  </a:cubicBezTo>
                  <a:cubicBezTo>
                    <a:pt x="215" y="30"/>
                    <a:pt x="215" y="30"/>
                    <a:pt x="215" y="30"/>
                  </a:cubicBezTo>
                  <a:cubicBezTo>
                    <a:pt x="241" y="30"/>
                    <a:pt x="241" y="30"/>
                    <a:pt x="241" y="30"/>
                  </a:cubicBezTo>
                  <a:cubicBezTo>
                    <a:pt x="241" y="34"/>
                    <a:pt x="241" y="34"/>
                    <a:pt x="241" y="34"/>
                  </a:cubicBezTo>
                  <a:cubicBezTo>
                    <a:pt x="233" y="35"/>
                    <a:pt x="226" y="36"/>
                    <a:pt x="226" y="37"/>
                  </a:cubicBezTo>
                  <a:cubicBezTo>
                    <a:pt x="226" y="82"/>
                    <a:pt x="226" y="82"/>
                    <a:pt x="226" y="82"/>
                  </a:cubicBezTo>
                  <a:cubicBezTo>
                    <a:pt x="233" y="85"/>
                    <a:pt x="233" y="85"/>
                    <a:pt x="233" y="85"/>
                  </a:cubicBezTo>
                  <a:cubicBezTo>
                    <a:pt x="233" y="88"/>
                    <a:pt x="233" y="88"/>
                    <a:pt x="233" y="88"/>
                  </a:cubicBezTo>
                  <a:cubicBezTo>
                    <a:pt x="251" y="88"/>
                    <a:pt x="251" y="88"/>
                    <a:pt x="251" y="88"/>
                  </a:cubicBezTo>
                  <a:cubicBezTo>
                    <a:pt x="251" y="85"/>
                    <a:pt x="251" y="85"/>
                    <a:pt x="251" y="85"/>
                  </a:cubicBezTo>
                  <a:cubicBezTo>
                    <a:pt x="258" y="82"/>
                    <a:pt x="258" y="82"/>
                    <a:pt x="258" y="82"/>
                  </a:cubicBezTo>
                  <a:cubicBezTo>
                    <a:pt x="258" y="37"/>
                    <a:pt x="258" y="37"/>
                    <a:pt x="258" y="37"/>
                  </a:cubicBezTo>
                  <a:cubicBezTo>
                    <a:pt x="258" y="36"/>
                    <a:pt x="252" y="35"/>
                    <a:pt x="243" y="34"/>
                  </a:cubicBezTo>
                  <a:close/>
                  <a:moveTo>
                    <a:pt x="196" y="59"/>
                  </a:moveTo>
                  <a:cubicBezTo>
                    <a:pt x="168" y="59"/>
                    <a:pt x="168" y="59"/>
                    <a:pt x="168" y="59"/>
                  </a:cubicBezTo>
                  <a:cubicBezTo>
                    <a:pt x="168" y="38"/>
                    <a:pt x="168" y="38"/>
                    <a:pt x="168" y="38"/>
                  </a:cubicBezTo>
                  <a:cubicBezTo>
                    <a:pt x="170" y="37"/>
                    <a:pt x="175" y="37"/>
                    <a:pt x="182" y="37"/>
                  </a:cubicBezTo>
                  <a:cubicBezTo>
                    <a:pt x="190" y="37"/>
                    <a:pt x="195" y="37"/>
                    <a:pt x="196" y="38"/>
                  </a:cubicBezTo>
                  <a:lnTo>
                    <a:pt x="196" y="59"/>
                  </a:lnTo>
                  <a:close/>
                  <a:moveTo>
                    <a:pt x="256" y="59"/>
                  </a:moveTo>
                  <a:cubicBezTo>
                    <a:pt x="256" y="62"/>
                    <a:pt x="256" y="62"/>
                    <a:pt x="256" y="62"/>
                  </a:cubicBezTo>
                  <a:cubicBezTo>
                    <a:pt x="256" y="80"/>
                    <a:pt x="256" y="80"/>
                    <a:pt x="256" y="80"/>
                  </a:cubicBezTo>
                  <a:cubicBezTo>
                    <a:pt x="249" y="83"/>
                    <a:pt x="249" y="83"/>
                    <a:pt x="249" y="83"/>
                  </a:cubicBezTo>
                  <a:cubicBezTo>
                    <a:pt x="249" y="86"/>
                    <a:pt x="249" y="86"/>
                    <a:pt x="249" y="86"/>
                  </a:cubicBezTo>
                  <a:cubicBezTo>
                    <a:pt x="235" y="86"/>
                    <a:pt x="235" y="86"/>
                    <a:pt x="235" y="86"/>
                  </a:cubicBezTo>
                  <a:cubicBezTo>
                    <a:pt x="235" y="83"/>
                    <a:pt x="235" y="83"/>
                    <a:pt x="235" y="83"/>
                  </a:cubicBezTo>
                  <a:cubicBezTo>
                    <a:pt x="228" y="80"/>
                    <a:pt x="228" y="80"/>
                    <a:pt x="228" y="80"/>
                  </a:cubicBezTo>
                  <a:cubicBezTo>
                    <a:pt x="228" y="62"/>
                    <a:pt x="228" y="62"/>
                    <a:pt x="228" y="62"/>
                  </a:cubicBezTo>
                  <a:cubicBezTo>
                    <a:pt x="228" y="59"/>
                    <a:pt x="228" y="59"/>
                    <a:pt x="228" y="59"/>
                  </a:cubicBezTo>
                  <a:cubicBezTo>
                    <a:pt x="228" y="38"/>
                    <a:pt x="228" y="38"/>
                    <a:pt x="228" y="38"/>
                  </a:cubicBezTo>
                  <a:cubicBezTo>
                    <a:pt x="230" y="37"/>
                    <a:pt x="235" y="37"/>
                    <a:pt x="242" y="37"/>
                  </a:cubicBezTo>
                  <a:cubicBezTo>
                    <a:pt x="250" y="37"/>
                    <a:pt x="255" y="37"/>
                    <a:pt x="256" y="38"/>
                  </a:cubicBezTo>
                  <a:lnTo>
                    <a:pt x="256"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146"/>
            <p:cNvSpPr>
              <a:spLocks/>
            </p:cNvSpPr>
            <p:nvPr/>
          </p:nvSpPr>
          <p:spPr bwMode="auto">
            <a:xfrm>
              <a:off x="8464551" y="5038726"/>
              <a:ext cx="1093787" cy="257175"/>
            </a:xfrm>
            <a:custGeom>
              <a:avLst/>
              <a:gdLst>
                <a:gd name="T0" fmla="*/ 17 w 305"/>
                <a:gd name="T1" fmla="*/ 64 h 72"/>
                <a:gd name="T2" fmla="*/ 20 w 305"/>
                <a:gd name="T3" fmla="*/ 63 h 72"/>
                <a:gd name="T4" fmla="*/ 114 w 305"/>
                <a:gd name="T5" fmla="*/ 61 h 72"/>
                <a:gd name="T6" fmla="*/ 140 w 305"/>
                <a:gd name="T7" fmla="*/ 72 h 72"/>
                <a:gd name="T8" fmla="*/ 243 w 305"/>
                <a:gd name="T9" fmla="*/ 72 h 72"/>
                <a:gd name="T10" fmla="*/ 215 w 305"/>
                <a:gd name="T11" fmla="*/ 55 h 72"/>
                <a:gd name="T12" fmla="*/ 165 w 305"/>
                <a:gd name="T13" fmla="*/ 44 h 72"/>
                <a:gd name="T14" fmla="*/ 155 w 305"/>
                <a:gd name="T15" fmla="*/ 33 h 72"/>
                <a:gd name="T16" fmla="*/ 156 w 305"/>
                <a:gd name="T17" fmla="*/ 23 h 72"/>
                <a:gd name="T18" fmla="*/ 169 w 305"/>
                <a:gd name="T19" fmla="*/ 16 h 72"/>
                <a:gd name="T20" fmla="*/ 177 w 305"/>
                <a:gd name="T21" fmla="*/ 18 h 72"/>
                <a:gd name="T22" fmla="*/ 221 w 305"/>
                <a:gd name="T23" fmla="*/ 28 h 72"/>
                <a:gd name="T24" fmla="*/ 263 w 305"/>
                <a:gd name="T25" fmla="*/ 19 h 72"/>
                <a:gd name="T26" fmla="*/ 272 w 305"/>
                <a:gd name="T27" fmla="*/ 16 h 72"/>
                <a:gd name="T28" fmla="*/ 285 w 305"/>
                <a:gd name="T29" fmla="*/ 23 h 72"/>
                <a:gd name="T30" fmla="*/ 281 w 305"/>
                <a:gd name="T31" fmla="*/ 40 h 72"/>
                <a:gd name="T32" fmla="*/ 276 w 305"/>
                <a:gd name="T33" fmla="*/ 44 h 72"/>
                <a:gd name="T34" fmla="*/ 230 w 305"/>
                <a:gd name="T35" fmla="*/ 55 h 72"/>
                <a:gd name="T36" fmla="*/ 261 w 305"/>
                <a:gd name="T37" fmla="*/ 72 h 72"/>
                <a:gd name="T38" fmla="*/ 269 w 305"/>
                <a:gd name="T39" fmla="*/ 72 h 72"/>
                <a:gd name="T40" fmla="*/ 305 w 305"/>
                <a:gd name="T41" fmla="*/ 36 h 72"/>
                <a:gd name="T42" fmla="*/ 269 w 305"/>
                <a:gd name="T43" fmla="*/ 0 h 72"/>
                <a:gd name="T44" fmla="*/ 140 w 305"/>
                <a:gd name="T45" fmla="*/ 0 h 72"/>
                <a:gd name="T46" fmla="*/ 108 w 305"/>
                <a:gd name="T47" fmla="*/ 19 h 72"/>
                <a:gd name="T48" fmla="*/ 14 w 305"/>
                <a:gd name="T49" fmla="*/ 23 h 72"/>
                <a:gd name="T50" fmla="*/ 11 w 305"/>
                <a:gd name="T51" fmla="*/ 23 h 72"/>
                <a:gd name="T52" fmla="*/ 1 w 305"/>
                <a:gd name="T53" fmla="*/ 39 h 72"/>
                <a:gd name="T54" fmla="*/ 2 w 305"/>
                <a:gd name="T55" fmla="*/ 38 h 72"/>
                <a:gd name="T56" fmla="*/ 11 w 305"/>
                <a:gd name="T57" fmla="*/ 31 h 72"/>
                <a:gd name="T58" fmla="*/ 13 w 305"/>
                <a:gd name="T59" fmla="*/ 31 h 72"/>
                <a:gd name="T60" fmla="*/ 75 w 305"/>
                <a:gd name="T61" fmla="*/ 26 h 72"/>
                <a:gd name="T62" fmla="*/ 105 w 305"/>
                <a:gd name="T63" fmla="*/ 27 h 72"/>
                <a:gd name="T64" fmla="*/ 105 w 305"/>
                <a:gd name="T65" fmla="*/ 29 h 72"/>
                <a:gd name="T66" fmla="*/ 14 w 305"/>
                <a:gd name="T67" fmla="*/ 33 h 72"/>
                <a:gd name="T68" fmla="*/ 11 w 305"/>
                <a:gd name="T69" fmla="*/ 33 h 72"/>
                <a:gd name="T70" fmla="*/ 2 w 305"/>
                <a:gd name="T71" fmla="*/ 51 h 72"/>
                <a:gd name="T72" fmla="*/ 17 w 305"/>
                <a:gd name="T73" fmla="*/ 64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05" h="72">
                  <a:moveTo>
                    <a:pt x="17" y="64"/>
                  </a:moveTo>
                  <a:cubicBezTo>
                    <a:pt x="18" y="64"/>
                    <a:pt x="19" y="63"/>
                    <a:pt x="20" y="63"/>
                  </a:cubicBezTo>
                  <a:cubicBezTo>
                    <a:pt x="53" y="58"/>
                    <a:pt x="83" y="58"/>
                    <a:pt x="114" y="61"/>
                  </a:cubicBezTo>
                  <a:cubicBezTo>
                    <a:pt x="121" y="68"/>
                    <a:pt x="130" y="72"/>
                    <a:pt x="140" y="72"/>
                  </a:cubicBezTo>
                  <a:cubicBezTo>
                    <a:pt x="243" y="72"/>
                    <a:pt x="243" y="72"/>
                    <a:pt x="243" y="72"/>
                  </a:cubicBezTo>
                  <a:cubicBezTo>
                    <a:pt x="233" y="66"/>
                    <a:pt x="223" y="60"/>
                    <a:pt x="215" y="55"/>
                  </a:cubicBezTo>
                  <a:cubicBezTo>
                    <a:pt x="198" y="55"/>
                    <a:pt x="181" y="51"/>
                    <a:pt x="165" y="44"/>
                  </a:cubicBezTo>
                  <a:cubicBezTo>
                    <a:pt x="160" y="41"/>
                    <a:pt x="157" y="38"/>
                    <a:pt x="155" y="33"/>
                  </a:cubicBezTo>
                  <a:cubicBezTo>
                    <a:pt x="154" y="30"/>
                    <a:pt x="155" y="26"/>
                    <a:pt x="156" y="23"/>
                  </a:cubicBezTo>
                  <a:cubicBezTo>
                    <a:pt x="159" y="19"/>
                    <a:pt x="164" y="16"/>
                    <a:pt x="169" y="16"/>
                  </a:cubicBezTo>
                  <a:cubicBezTo>
                    <a:pt x="172" y="16"/>
                    <a:pt x="174" y="17"/>
                    <a:pt x="177" y="18"/>
                  </a:cubicBezTo>
                  <a:cubicBezTo>
                    <a:pt x="191" y="24"/>
                    <a:pt x="205" y="28"/>
                    <a:pt x="221" y="28"/>
                  </a:cubicBezTo>
                  <a:cubicBezTo>
                    <a:pt x="235" y="28"/>
                    <a:pt x="250" y="25"/>
                    <a:pt x="263" y="19"/>
                  </a:cubicBezTo>
                  <a:cubicBezTo>
                    <a:pt x="266" y="18"/>
                    <a:pt x="270" y="16"/>
                    <a:pt x="272" y="16"/>
                  </a:cubicBezTo>
                  <a:cubicBezTo>
                    <a:pt x="277" y="16"/>
                    <a:pt x="282" y="19"/>
                    <a:pt x="285" y="23"/>
                  </a:cubicBezTo>
                  <a:cubicBezTo>
                    <a:pt x="289" y="30"/>
                    <a:pt x="285" y="36"/>
                    <a:pt x="281" y="40"/>
                  </a:cubicBezTo>
                  <a:cubicBezTo>
                    <a:pt x="279" y="42"/>
                    <a:pt x="276" y="44"/>
                    <a:pt x="276" y="44"/>
                  </a:cubicBezTo>
                  <a:cubicBezTo>
                    <a:pt x="261" y="50"/>
                    <a:pt x="246" y="54"/>
                    <a:pt x="230" y="55"/>
                  </a:cubicBezTo>
                  <a:cubicBezTo>
                    <a:pt x="239" y="60"/>
                    <a:pt x="250" y="66"/>
                    <a:pt x="261" y="72"/>
                  </a:cubicBezTo>
                  <a:cubicBezTo>
                    <a:pt x="269" y="72"/>
                    <a:pt x="269" y="72"/>
                    <a:pt x="269" y="72"/>
                  </a:cubicBezTo>
                  <a:cubicBezTo>
                    <a:pt x="289" y="72"/>
                    <a:pt x="305" y="56"/>
                    <a:pt x="305" y="36"/>
                  </a:cubicBezTo>
                  <a:cubicBezTo>
                    <a:pt x="305" y="16"/>
                    <a:pt x="289" y="0"/>
                    <a:pt x="269" y="0"/>
                  </a:cubicBezTo>
                  <a:cubicBezTo>
                    <a:pt x="140" y="0"/>
                    <a:pt x="140" y="0"/>
                    <a:pt x="140" y="0"/>
                  </a:cubicBezTo>
                  <a:cubicBezTo>
                    <a:pt x="126" y="0"/>
                    <a:pt x="114" y="8"/>
                    <a:pt x="108" y="19"/>
                  </a:cubicBezTo>
                  <a:cubicBezTo>
                    <a:pt x="77" y="17"/>
                    <a:pt x="47" y="18"/>
                    <a:pt x="14" y="23"/>
                  </a:cubicBezTo>
                  <a:cubicBezTo>
                    <a:pt x="14" y="23"/>
                    <a:pt x="12" y="23"/>
                    <a:pt x="11" y="23"/>
                  </a:cubicBezTo>
                  <a:cubicBezTo>
                    <a:pt x="4" y="24"/>
                    <a:pt x="0" y="31"/>
                    <a:pt x="1" y="39"/>
                  </a:cubicBezTo>
                  <a:cubicBezTo>
                    <a:pt x="2" y="38"/>
                    <a:pt x="2" y="38"/>
                    <a:pt x="2" y="38"/>
                  </a:cubicBezTo>
                  <a:cubicBezTo>
                    <a:pt x="4" y="34"/>
                    <a:pt x="7" y="32"/>
                    <a:pt x="11" y="31"/>
                  </a:cubicBezTo>
                  <a:cubicBezTo>
                    <a:pt x="13" y="31"/>
                    <a:pt x="13" y="31"/>
                    <a:pt x="13" y="31"/>
                  </a:cubicBezTo>
                  <a:cubicBezTo>
                    <a:pt x="34" y="28"/>
                    <a:pt x="54" y="26"/>
                    <a:pt x="75" y="26"/>
                  </a:cubicBezTo>
                  <a:cubicBezTo>
                    <a:pt x="85" y="26"/>
                    <a:pt x="95" y="27"/>
                    <a:pt x="105" y="27"/>
                  </a:cubicBezTo>
                  <a:cubicBezTo>
                    <a:pt x="105" y="28"/>
                    <a:pt x="105" y="29"/>
                    <a:pt x="105" y="29"/>
                  </a:cubicBezTo>
                  <a:cubicBezTo>
                    <a:pt x="75" y="27"/>
                    <a:pt x="45" y="28"/>
                    <a:pt x="14" y="33"/>
                  </a:cubicBezTo>
                  <a:cubicBezTo>
                    <a:pt x="13" y="33"/>
                    <a:pt x="12" y="33"/>
                    <a:pt x="11" y="33"/>
                  </a:cubicBezTo>
                  <a:cubicBezTo>
                    <a:pt x="4" y="35"/>
                    <a:pt x="0" y="43"/>
                    <a:pt x="2" y="51"/>
                  </a:cubicBezTo>
                  <a:cubicBezTo>
                    <a:pt x="4" y="60"/>
                    <a:pt x="10" y="65"/>
                    <a:pt x="17" y="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147"/>
            <p:cNvSpPr>
              <a:spLocks/>
            </p:cNvSpPr>
            <p:nvPr/>
          </p:nvSpPr>
          <p:spPr bwMode="auto">
            <a:xfrm>
              <a:off x="9020176" y="5099051"/>
              <a:ext cx="168275" cy="125413"/>
            </a:xfrm>
            <a:custGeom>
              <a:avLst/>
              <a:gdLst>
                <a:gd name="T0" fmla="*/ 3 w 47"/>
                <a:gd name="T1" fmla="*/ 7 h 35"/>
                <a:gd name="T2" fmla="*/ 11 w 47"/>
                <a:gd name="T3" fmla="*/ 25 h 35"/>
                <a:gd name="T4" fmla="*/ 47 w 47"/>
                <a:gd name="T5" fmla="*/ 35 h 35"/>
                <a:gd name="T6" fmla="*/ 47 w 47"/>
                <a:gd name="T7" fmla="*/ 11 h 35"/>
                <a:gd name="T8" fmla="*/ 21 w 47"/>
                <a:gd name="T9" fmla="*/ 3 h 35"/>
                <a:gd name="T10" fmla="*/ 3 w 47"/>
                <a:gd name="T11" fmla="*/ 7 h 35"/>
              </a:gdLst>
              <a:ahLst/>
              <a:cxnLst>
                <a:cxn ang="0">
                  <a:pos x="T0" y="T1"/>
                </a:cxn>
                <a:cxn ang="0">
                  <a:pos x="T2" y="T3"/>
                </a:cxn>
                <a:cxn ang="0">
                  <a:pos x="T4" y="T5"/>
                </a:cxn>
                <a:cxn ang="0">
                  <a:pos x="T6" y="T7"/>
                </a:cxn>
                <a:cxn ang="0">
                  <a:pos x="T8" y="T9"/>
                </a:cxn>
                <a:cxn ang="0">
                  <a:pos x="T10" y="T11"/>
                </a:cxn>
              </a:cxnLst>
              <a:rect l="0" t="0" r="r" b="b"/>
              <a:pathLst>
                <a:path w="47" h="35">
                  <a:moveTo>
                    <a:pt x="3" y="7"/>
                  </a:moveTo>
                  <a:cubicBezTo>
                    <a:pt x="0" y="13"/>
                    <a:pt x="3" y="21"/>
                    <a:pt x="11" y="25"/>
                  </a:cubicBezTo>
                  <a:cubicBezTo>
                    <a:pt x="22" y="30"/>
                    <a:pt x="35" y="34"/>
                    <a:pt x="47" y="35"/>
                  </a:cubicBezTo>
                  <a:cubicBezTo>
                    <a:pt x="47" y="11"/>
                    <a:pt x="47" y="11"/>
                    <a:pt x="47" y="11"/>
                  </a:cubicBezTo>
                  <a:cubicBezTo>
                    <a:pt x="38" y="10"/>
                    <a:pt x="29" y="7"/>
                    <a:pt x="21" y="3"/>
                  </a:cubicBezTo>
                  <a:cubicBezTo>
                    <a:pt x="14" y="0"/>
                    <a:pt x="7" y="1"/>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148"/>
            <p:cNvSpPr>
              <a:spLocks/>
            </p:cNvSpPr>
            <p:nvPr/>
          </p:nvSpPr>
          <p:spPr bwMode="auto">
            <a:xfrm>
              <a:off x="9213851" y="5095876"/>
              <a:ext cx="287337" cy="131763"/>
            </a:xfrm>
            <a:custGeom>
              <a:avLst/>
              <a:gdLst>
                <a:gd name="T0" fmla="*/ 74 w 80"/>
                <a:gd name="T1" fmla="*/ 8 h 37"/>
                <a:gd name="T2" fmla="*/ 55 w 80"/>
                <a:gd name="T3" fmla="*/ 5 h 37"/>
                <a:gd name="T4" fmla="*/ 0 w 80"/>
                <a:gd name="T5" fmla="*/ 13 h 37"/>
                <a:gd name="T6" fmla="*/ 0 w 80"/>
                <a:gd name="T7" fmla="*/ 25 h 37"/>
                <a:gd name="T8" fmla="*/ 18 w 80"/>
                <a:gd name="T9" fmla="*/ 37 h 37"/>
                <a:gd name="T10" fmla="*/ 67 w 80"/>
                <a:gd name="T11" fmla="*/ 26 h 37"/>
                <a:gd name="T12" fmla="*/ 74 w 80"/>
                <a:gd name="T13" fmla="*/ 8 h 37"/>
              </a:gdLst>
              <a:ahLst/>
              <a:cxnLst>
                <a:cxn ang="0">
                  <a:pos x="T0" y="T1"/>
                </a:cxn>
                <a:cxn ang="0">
                  <a:pos x="T2" y="T3"/>
                </a:cxn>
                <a:cxn ang="0">
                  <a:pos x="T4" y="T5"/>
                </a:cxn>
                <a:cxn ang="0">
                  <a:pos x="T6" y="T7"/>
                </a:cxn>
                <a:cxn ang="0">
                  <a:pos x="T8" y="T9"/>
                </a:cxn>
                <a:cxn ang="0">
                  <a:pos x="T10" y="T11"/>
                </a:cxn>
                <a:cxn ang="0">
                  <a:pos x="T12" y="T13"/>
                </a:cxn>
              </a:cxnLst>
              <a:rect l="0" t="0" r="r" b="b"/>
              <a:pathLst>
                <a:path w="80" h="37">
                  <a:moveTo>
                    <a:pt x="74" y="8"/>
                  </a:moveTo>
                  <a:cubicBezTo>
                    <a:pt x="69" y="0"/>
                    <a:pt x="56" y="4"/>
                    <a:pt x="55" y="5"/>
                  </a:cubicBezTo>
                  <a:cubicBezTo>
                    <a:pt x="37" y="12"/>
                    <a:pt x="18" y="15"/>
                    <a:pt x="0" y="13"/>
                  </a:cubicBezTo>
                  <a:cubicBezTo>
                    <a:pt x="0" y="25"/>
                    <a:pt x="0" y="25"/>
                    <a:pt x="0" y="25"/>
                  </a:cubicBezTo>
                  <a:cubicBezTo>
                    <a:pt x="3" y="27"/>
                    <a:pt x="9" y="32"/>
                    <a:pt x="18" y="37"/>
                  </a:cubicBezTo>
                  <a:cubicBezTo>
                    <a:pt x="35" y="37"/>
                    <a:pt x="51" y="33"/>
                    <a:pt x="67" y="26"/>
                  </a:cubicBezTo>
                  <a:cubicBezTo>
                    <a:pt x="67" y="25"/>
                    <a:pt x="80" y="17"/>
                    <a:pt x="74"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149"/>
            <p:cNvSpPr>
              <a:spLocks/>
            </p:cNvSpPr>
            <p:nvPr/>
          </p:nvSpPr>
          <p:spPr bwMode="auto">
            <a:xfrm>
              <a:off x="9213851" y="5221288"/>
              <a:ext cx="11112" cy="6350"/>
            </a:xfrm>
            <a:custGeom>
              <a:avLst/>
              <a:gdLst>
                <a:gd name="T0" fmla="*/ 0 w 3"/>
                <a:gd name="T1" fmla="*/ 0 h 2"/>
                <a:gd name="T2" fmla="*/ 0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2"/>
                    <a:pt x="0" y="2"/>
                    <a:pt x="0" y="2"/>
                  </a:cubicBezTo>
                  <a:cubicBezTo>
                    <a:pt x="1" y="2"/>
                    <a:pt x="2" y="2"/>
                    <a:pt x="3" y="2"/>
                  </a:cubicBezTo>
                  <a:cubicBezTo>
                    <a:pt x="2"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5" name="组合 104"/>
          <p:cNvGrpSpPr/>
          <p:nvPr/>
        </p:nvGrpSpPr>
        <p:grpSpPr>
          <a:xfrm>
            <a:off x="10453688" y="4648201"/>
            <a:ext cx="1735137" cy="1243013"/>
            <a:chOff x="10453688" y="4648201"/>
            <a:chExt cx="1735137" cy="1243013"/>
          </a:xfrm>
          <a:solidFill>
            <a:schemeClr val="tx1">
              <a:lumMod val="65000"/>
              <a:lumOff val="35000"/>
            </a:schemeClr>
          </a:solidFill>
        </p:grpSpPr>
        <p:sp>
          <p:nvSpPr>
            <p:cNvPr id="106" name="Freeform 158"/>
            <p:cNvSpPr>
              <a:spLocks/>
            </p:cNvSpPr>
            <p:nvPr/>
          </p:nvSpPr>
          <p:spPr bwMode="auto">
            <a:xfrm>
              <a:off x="11815763" y="4862513"/>
              <a:ext cx="233362" cy="239713"/>
            </a:xfrm>
            <a:custGeom>
              <a:avLst/>
              <a:gdLst>
                <a:gd name="T0" fmla="*/ 17 w 65"/>
                <a:gd name="T1" fmla="*/ 59 h 67"/>
                <a:gd name="T2" fmla="*/ 56 w 65"/>
                <a:gd name="T3" fmla="*/ 48 h 67"/>
                <a:gd name="T4" fmla="*/ 48 w 65"/>
                <a:gd name="T5" fmla="*/ 8 h 67"/>
                <a:gd name="T6" fmla="*/ 8 w 65"/>
                <a:gd name="T7" fmla="*/ 18 h 67"/>
                <a:gd name="T8" fmla="*/ 17 w 65"/>
                <a:gd name="T9" fmla="*/ 59 h 67"/>
              </a:gdLst>
              <a:ahLst/>
              <a:cxnLst>
                <a:cxn ang="0">
                  <a:pos x="T0" y="T1"/>
                </a:cxn>
                <a:cxn ang="0">
                  <a:pos x="T2" y="T3"/>
                </a:cxn>
                <a:cxn ang="0">
                  <a:pos x="T4" y="T5"/>
                </a:cxn>
                <a:cxn ang="0">
                  <a:pos x="T6" y="T7"/>
                </a:cxn>
                <a:cxn ang="0">
                  <a:pos x="T8" y="T9"/>
                </a:cxn>
              </a:cxnLst>
              <a:rect l="0" t="0" r="r" b="b"/>
              <a:pathLst>
                <a:path w="65" h="67">
                  <a:moveTo>
                    <a:pt x="17" y="59"/>
                  </a:moveTo>
                  <a:cubicBezTo>
                    <a:pt x="30" y="67"/>
                    <a:pt x="48" y="62"/>
                    <a:pt x="56" y="48"/>
                  </a:cubicBezTo>
                  <a:cubicBezTo>
                    <a:pt x="65" y="34"/>
                    <a:pt x="61" y="16"/>
                    <a:pt x="48" y="8"/>
                  </a:cubicBezTo>
                  <a:cubicBezTo>
                    <a:pt x="35" y="0"/>
                    <a:pt x="17" y="4"/>
                    <a:pt x="8" y="18"/>
                  </a:cubicBezTo>
                  <a:cubicBezTo>
                    <a:pt x="0" y="32"/>
                    <a:pt x="4" y="50"/>
                    <a:pt x="17"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159"/>
            <p:cNvSpPr>
              <a:spLocks/>
            </p:cNvSpPr>
            <p:nvPr/>
          </p:nvSpPr>
          <p:spPr bwMode="auto">
            <a:xfrm>
              <a:off x="11482388" y="5102226"/>
              <a:ext cx="339725" cy="376238"/>
            </a:xfrm>
            <a:custGeom>
              <a:avLst/>
              <a:gdLst>
                <a:gd name="T0" fmla="*/ 21 w 95"/>
                <a:gd name="T1" fmla="*/ 102 h 105"/>
                <a:gd name="T2" fmla="*/ 93 w 95"/>
                <a:gd name="T3" fmla="*/ 19 h 105"/>
                <a:gd name="T4" fmla="*/ 84 w 95"/>
                <a:gd name="T5" fmla="*/ 2 h 105"/>
                <a:gd name="T6" fmla="*/ 69 w 95"/>
                <a:gd name="T7" fmla="*/ 14 h 105"/>
                <a:gd name="T8" fmla="*/ 11 w 95"/>
                <a:gd name="T9" fmla="*/ 80 h 105"/>
                <a:gd name="T10" fmla="*/ 2 w 95"/>
                <a:gd name="T11" fmla="*/ 96 h 105"/>
                <a:gd name="T12" fmla="*/ 21 w 95"/>
                <a:gd name="T13" fmla="*/ 102 h 105"/>
              </a:gdLst>
              <a:ahLst/>
              <a:cxnLst>
                <a:cxn ang="0">
                  <a:pos x="T0" y="T1"/>
                </a:cxn>
                <a:cxn ang="0">
                  <a:pos x="T2" y="T3"/>
                </a:cxn>
                <a:cxn ang="0">
                  <a:pos x="T4" y="T5"/>
                </a:cxn>
                <a:cxn ang="0">
                  <a:pos x="T6" y="T7"/>
                </a:cxn>
                <a:cxn ang="0">
                  <a:pos x="T8" y="T9"/>
                </a:cxn>
                <a:cxn ang="0">
                  <a:pos x="T10" y="T11"/>
                </a:cxn>
                <a:cxn ang="0">
                  <a:pos x="T12" y="T13"/>
                </a:cxn>
              </a:cxnLst>
              <a:rect l="0" t="0" r="r" b="b"/>
              <a:pathLst>
                <a:path w="95" h="105">
                  <a:moveTo>
                    <a:pt x="21" y="102"/>
                  </a:moveTo>
                  <a:cubicBezTo>
                    <a:pt x="56" y="86"/>
                    <a:pt x="82" y="56"/>
                    <a:pt x="93" y="19"/>
                  </a:cubicBezTo>
                  <a:cubicBezTo>
                    <a:pt x="93" y="18"/>
                    <a:pt x="95" y="3"/>
                    <a:pt x="84" y="2"/>
                  </a:cubicBezTo>
                  <a:cubicBezTo>
                    <a:pt x="75" y="0"/>
                    <a:pt x="70" y="13"/>
                    <a:pt x="69" y="14"/>
                  </a:cubicBezTo>
                  <a:cubicBezTo>
                    <a:pt x="60" y="43"/>
                    <a:pt x="39" y="67"/>
                    <a:pt x="11" y="80"/>
                  </a:cubicBezTo>
                  <a:cubicBezTo>
                    <a:pt x="4" y="83"/>
                    <a:pt x="0" y="90"/>
                    <a:pt x="2" y="96"/>
                  </a:cubicBezTo>
                  <a:cubicBezTo>
                    <a:pt x="4" y="102"/>
                    <a:pt x="13" y="105"/>
                    <a:pt x="21"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160"/>
            <p:cNvSpPr>
              <a:spLocks noEditPoints="1"/>
            </p:cNvSpPr>
            <p:nvPr/>
          </p:nvSpPr>
          <p:spPr bwMode="auto">
            <a:xfrm>
              <a:off x="11017251" y="4697413"/>
              <a:ext cx="912812" cy="892175"/>
            </a:xfrm>
            <a:custGeom>
              <a:avLst/>
              <a:gdLst>
                <a:gd name="T0" fmla="*/ 11 w 255"/>
                <a:gd name="T1" fmla="*/ 216 h 249"/>
                <a:gd name="T2" fmla="*/ 17 w 255"/>
                <a:gd name="T3" fmla="*/ 247 h 249"/>
                <a:gd name="T4" fmla="*/ 136 w 255"/>
                <a:gd name="T5" fmla="*/ 247 h 249"/>
                <a:gd name="T6" fmla="*/ 144 w 255"/>
                <a:gd name="T7" fmla="*/ 248 h 249"/>
                <a:gd name="T8" fmla="*/ 172 w 255"/>
                <a:gd name="T9" fmla="*/ 236 h 249"/>
                <a:gd name="T10" fmla="*/ 238 w 255"/>
                <a:gd name="T11" fmla="*/ 106 h 249"/>
                <a:gd name="T12" fmla="*/ 180 w 255"/>
                <a:gd name="T13" fmla="*/ 118 h 249"/>
                <a:gd name="T14" fmla="*/ 174 w 255"/>
                <a:gd name="T15" fmla="*/ 118 h 249"/>
                <a:gd name="T16" fmla="*/ 184 w 255"/>
                <a:gd name="T17" fmla="*/ 61 h 249"/>
                <a:gd name="T18" fmla="*/ 162 w 255"/>
                <a:gd name="T19" fmla="*/ 33 h 249"/>
                <a:gd name="T20" fmla="*/ 157 w 255"/>
                <a:gd name="T21" fmla="*/ 0 h 249"/>
                <a:gd name="T22" fmla="*/ 29 w 255"/>
                <a:gd name="T23" fmla="*/ 93 h 249"/>
                <a:gd name="T24" fmla="*/ 157 w 255"/>
                <a:gd name="T25" fmla="*/ 44 h 249"/>
                <a:gd name="T26" fmla="*/ 162 w 255"/>
                <a:gd name="T27" fmla="*/ 43 h 249"/>
                <a:gd name="T28" fmla="*/ 175 w 255"/>
                <a:gd name="T29" fmla="*/ 93 h 249"/>
                <a:gd name="T30" fmla="*/ 168 w 255"/>
                <a:gd name="T31" fmla="*/ 124 h 249"/>
                <a:gd name="T32" fmla="*/ 118 w 255"/>
                <a:gd name="T33" fmla="*/ 189 h 249"/>
                <a:gd name="T34" fmla="*/ 14 w 255"/>
                <a:gd name="T35" fmla="*/ 205 h 249"/>
                <a:gd name="T36" fmla="*/ 1 w 255"/>
                <a:gd name="T37" fmla="*/ 222 h 249"/>
                <a:gd name="T38" fmla="*/ 11 w 255"/>
                <a:gd name="T39" fmla="*/ 214 h 249"/>
                <a:gd name="T40" fmla="*/ 75 w 255"/>
                <a:gd name="T41" fmla="*/ 209 h 249"/>
                <a:gd name="T42" fmla="*/ 110 w 255"/>
                <a:gd name="T43" fmla="*/ 213 h 249"/>
                <a:gd name="T44" fmla="*/ 150 w 255"/>
                <a:gd name="T45" fmla="*/ 33 h 249"/>
                <a:gd name="T46" fmla="*/ 150 w 255"/>
                <a:gd name="T47" fmla="*/ 86 h 249"/>
                <a:gd name="T48" fmla="*/ 36 w 255"/>
                <a:gd name="T49" fmla="*/ 8 h 249"/>
                <a:gd name="T50" fmla="*/ 150 w 255"/>
                <a:gd name="T51" fmla="*/ 33 h 249"/>
                <a:gd name="T52" fmla="*/ 140 w 255"/>
                <a:gd name="T53" fmla="*/ 191 h 249"/>
                <a:gd name="T54" fmla="*/ 197 w 255"/>
                <a:gd name="T55" fmla="*/ 126 h 249"/>
                <a:gd name="T56" fmla="*/ 215 w 255"/>
                <a:gd name="T57" fmla="*/ 113 h 249"/>
                <a:gd name="T58" fmla="*/ 224 w 255"/>
                <a:gd name="T59" fmla="*/ 133 h 249"/>
                <a:gd name="T60" fmla="*/ 197 w 255"/>
                <a:gd name="T61" fmla="*/ 183 h 249"/>
                <a:gd name="T62" fmla="*/ 137 w 255"/>
                <a:gd name="T63" fmla="*/ 217 h 249"/>
                <a:gd name="T64" fmla="*/ 134 w 255"/>
                <a:gd name="T65" fmla="*/ 196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55" h="249">
                  <a:moveTo>
                    <a:pt x="14" y="216"/>
                  </a:moveTo>
                  <a:cubicBezTo>
                    <a:pt x="13" y="216"/>
                    <a:pt x="12" y="216"/>
                    <a:pt x="11" y="216"/>
                  </a:cubicBezTo>
                  <a:cubicBezTo>
                    <a:pt x="4" y="218"/>
                    <a:pt x="0" y="226"/>
                    <a:pt x="2" y="234"/>
                  </a:cubicBezTo>
                  <a:cubicBezTo>
                    <a:pt x="4" y="242"/>
                    <a:pt x="10" y="248"/>
                    <a:pt x="17" y="247"/>
                  </a:cubicBezTo>
                  <a:cubicBezTo>
                    <a:pt x="18" y="246"/>
                    <a:pt x="19" y="246"/>
                    <a:pt x="20" y="246"/>
                  </a:cubicBezTo>
                  <a:cubicBezTo>
                    <a:pt x="60" y="240"/>
                    <a:pt x="96" y="240"/>
                    <a:pt x="136" y="247"/>
                  </a:cubicBezTo>
                  <a:cubicBezTo>
                    <a:pt x="138" y="248"/>
                    <a:pt x="141" y="248"/>
                    <a:pt x="143" y="248"/>
                  </a:cubicBezTo>
                  <a:cubicBezTo>
                    <a:pt x="144" y="248"/>
                    <a:pt x="144" y="248"/>
                    <a:pt x="144" y="248"/>
                  </a:cubicBezTo>
                  <a:cubicBezTo>
                    <a:pt x="144" y="248"/>
                    <a:pt x="144" y="248"/>
                    <a:pt x="144" y="248"/>
                  </a:cubicBezTo>
                  <a:cubicBezTo>
                    <a:pt x="154" y="249"/>
                    <a:pt x="165" y="245"/>
                    <a:pt x="172" y="236"/>
                  </a:cubicBezTo>
                  <a:cubicBezTo>
                    <a:pt x="242" y="156"/>
                    <a:pt x="242" y="156"/>
                    <a:pt x="242" y="156"/>
                  </a:cubicBezTo>
                  <a:cubicBezTo>
                    <a:pt x="255" y="142"/>
                    <a:pt x="253" y="119"/>
                    <a:pt x="238" y="106"/>
                  </a:cubicBezTo>
                  <a:cubicBezTo>
                    <a:pt x="223" y="93"/>
                    <a:pt x="200" y="94"/>
                    <a:pt x="187" y="109"/>
                  </a:cubicBezTo>
                  <a:cubicBezTo>
                    <a:pt x="180" y="118"/>
                    <a:pt x="180" y="118"/>
                    <a:pt x="180" y="118"/>
                  </a:cubicBezTo>
                  <a:cubicBezTo>
                    <a:pt x="176" y="115"/>
                    <a:pt x="176" y="115"/>
                    <a:pt x="176" y="115"/>
                  </a:cubicBezTo>
                  <a:cubicBezTo>
                    <a:pt x="174" y="118"/>
                    <a:pt x="174" y="118"/>
                    <a:pt x="174" y="118"/>
                  </a:cubicBezTo>
                  <a:cubicBezTo>
                    <a:pt x="171" y="113"/>
                    <a:pt x="174" y="105"/>
                    <a:pt x="178" y="95"/>
                  </a:cubicBezTo>
                  <a:cubicBezTo>
                    <a:pt x="183" y="84"/>
                    <a:pt x="188" y="72"/>
                    <a:pt x="184" y="61"/>
                  </a:cubicBezTo>
                  <a:cubicBezTo>
                    <a:pt x="178" y="46"/>
                    <a:pt x="168" y="41"/>
                    <a:pt x="162" y="39"/>
                  </a:cubicBezTo>
                  <a:cubicBezTo>
                    <a:pt x="162" y="33"/>
                    <a:pt x="162" y="33"/>
                    <a:pt x="162" y="33"/>
                  </a:cubicBezTo>
                  <a:cubicBezTo>
                    <a:pt x="157" y="33"/>
                    <a:pt x="157" y="33"/>
                    <a:pt x="157" y="33"/>
                  </a:cubicBezTo>
                  <a:cubicBezTo>
                    <a:pt x="157" y="0"/>
                    <a:pt x="157" y="0"/>
                    <a:pt x="157" y="0"/>
                  </a:cubicBezTo>
                  <a:cubicBezTo>
                    <a:pt x="29" y="0"/>
                    <a:pt x="29" y="0"/>
                    <a:pt x="29" y="0"/>
                  </a:cubicBezTo>
                  <a:cubicBezTo>
                    <a:pt x="29" y="93"/>
                    <a:pt x="29" y="93"/>
                    <a:pt x="29" y="93"/>
                  </a:cubicBezTo>
                  <a:cubicBezTo>
                    <a:pt x="157" y="93"/>
                    <a:pt x="157" y="93"/>
                    <a:pt x="157" y="93"/>
                  </a:cubicBezTo>
                  <a:cubicBezTo>
                    <a:pt x="157" y="44"/>
                    <a:pt x="157" y="44"/>
                    <a:pt x="157" y="44"/>
                  </a:cubicBezTo>
                  <a:cubicBezTo>
                    <a:pt x="162" y="44"/>
                    <a:pt x="162" y="44"/>
                    <a:pt x="162" y="44"/>
                  </a:cubicBezTo>
                  <a:cubicBezTo>
                    <a:pt x="162" y="43"/>
                    <a:pt x="162" y="43"/>
                    <a:pt x="162" y="43"/>
                  </a:cubicBezTo>
                  <a:cubicBezTo>
                    <a:pt x="168" y="45"/>
                    <a:pt x="175" y="50"/>
                    <a:pt x="180" y="62"/>
                  </a:cubicBezTo>
                  <a:cubicBezTo>
                    <a:pt x="184" y="72"/>
                    <a:pt x="179" y="83"/>
                    <a:pt x="175" y="93"/>
                  </a:cubicBezTo>
                  <a:cubicBezTo>
                    <a:pt x="170" y="103"/>
                    <a:pt x="166" y="114"/>
                    <a:pt x="171" y="121"/>
                  </a:cubicBezTo>
                  <a:cubicBezTo>
                    <a:pt x="168" y="124"/>
                    <a:pt x="168" y="124"/>
                    <a:pt x="168" y="124"/>
                  </a:cubicBezTo>
                  <a:cubicBezTo>
                    <a:pt x="172" y="127"/>
                    <a:pt x="172" y="127"/>
                    <a:pt x="172" y="127"/>
                  </a:cubicBezTo>
                  <a:cubicBezTo>
                    <a:pt x="118" y="189"/>
                    <a:pt x="118" y="189"/>
                    <a:pt x="118" y="189"/>
                  </a:cubicBezTo>
                  <a:cubicBezTo>
                    <a:pt x="115" y="193"/>
                    <a:pt x="112" y="198"/>
                    <a:pt x="111" y="203"/>
                  </a:cubicBezTo>
                  <a:cubicBezTo>
                    <a:pt x="79" y="200"/>
                    <a:pt x="47" y="200"/>
                    <a:pt x="14" y="205"/>
                  </a:cubicBezTo>
                  <a:cubicBezTo>
                    <a:pt x="14" y="205"/>
                    <a:pt x="12" y="206"/>
                    <a:pt x="11" y="206"/>
                  </a:cubicBezTo>
                  <a:cubicBezTo>
                    <a:pt x="4" y="207"/>
                    <a:pt x="0" y="214"/>
                    <a:pt x="1" y="222"/>
                  </a:cubicBezTo>
                  <a:cubicBezTo>
                    <a:pt x="2" y="220"/>
                    <a:pt x="2" y="220"/>
                    <a:pt x="2" y="220"/>
                  </a:cubicBezTo>
                  <a:cubicBezTo>
                    <a:pt x="4" y="217"/>
                    <a:pt x="7" y="215"/>
                    <a:pt x="11" y="214"/>
                  </a:cubicBezTo>
                  <a:cubicBezTo>
                    <a:pt x="13" y="214"/>
                    <a:pt x="13" y="214"/>
                    <a:pt x="13" y="214"/>
                  </a:cubicBezTo>
                  <a:cubicBezTo>
                    <a:pt x="34" y="211"/>
                    <a:pt x="54" y="209"/>
                    <a:pt x="75" y="209"/>
                  </a:cubicBezTo>
                  <a:cubicBezTo>
                    <a:pt x="86" y="209"/>
                    <a:pt x="98" y="210"/>
                    <a:pt x="110" y="211"/>
                  </a:cubicBezTo>
                  <a:cubicBezTo>
                    <a:pt x="110" y="211"/>
                    <a:pt x="110" y="212"/>
                    <a:pt x="110" y="213"/>
                  </a:cubicBezTo>
                  <a:cubicBezTo>
                    <a:pt x="78" y="210"/>
                    <a:pt x="47" y="211"/>
                    <a:pt x="14" y="216"/>
                  </a:cubicBezTo>
                  <a:close/>
                  <a:moveTo>
                    <a:pt x="150" y="33"/>
                  </a:moveTo>
                  <a:cubicBezTo>
                    <a:pt x="150" y="44"/>
                    <a:pt x="150" y="44"/>
                    <a:pt x="150" y="44"/>
                  </a:cubicBezTo>
                  <a:cubicBezTo>
                    <a:pt x="150" y="86"/>
                    <a:pt x="150" y="86"/>
                    <a:pt x="150" y="86"/>
                  </a:cubicBezTo>
                  <a:cubicBezTo>
                    <a:pt x="36" y="86"/>
                    <a:pt x="36" y="86"/>
                    <a:pt x="36" y="86"/>
                  </a:cubicBezTo>
                  <a:cubicBezTo>
                    <a:pt x="36" y="8"/>
                    <a:pt x="36" y="8"/>
                    <a:pt x="36" y="8"/>
                  </a:cubicBezTo>
                  <a:cubicBezTo>
                    <a:pt x="150" y="8"/>
                    <a:pt x="150" y="8"/>
                    <a:pt x="150" y="8"/>
                  </a:cubicBezTo>
                  <a:lnTo>
                    <a:pt x="150" y="33"/>
                  </a:lnTo>
                  <a:close/>
                  <a:moveTo>
                    <a:pt x="134" y="196"/>
                  </a:moveTo>
                  <a:cubicBezTo>
                    <a:pt x="136" y="194"/>
                    <a:pt x="138" y="192"/>
                    <a:pt x="140" y="191"/>
                  </a:cubicBezTo>
                  <a:cubicBezTo>
                    <a:pt x="154" y="185"/>
                    <a:pt x="166" y="176"/>
                    <a:pt x="176" y="164"/>
                  </a:cubicBezTo>
                  <a:cubicBezTo>
                    <a:pt x="186" y="153"/>
                    <a:pt x="193" y="140"/>
                    <a:pt x="197" y="126"/>
                  </a:cubicBezTo>
                  <a:cubicBezTo>
                    <a:pt x="198" y="124"/>
                    <a:pt x="200" y="120"/>
                    <a:pt x="201" y="118"/>
                  </a:cubicBezTo>
                  <a:cubicBezTo>
                    <a:pt x="205" y="114"/>
                    <a:pt x="210" y="112"/>
                    <a:pt x="215" y="113"/>
                  </a:cubicBezTo>
                  <a:cubicBezTo>
                    <a:pt x="223" y="114"/>
                    <a:pt x="225" y="121"/>
                    <a:pt x="225" y="127"/>
                  </a:cubicBezTo>
                  <a:cubicBezTo>
                    <a:pt x="225" y="129"/>
                    <a:pt x="225" y="133"/>
                    <a:pt x="224" y="133"/>
                  </a:cubicBezTo>
                  <a:cubicBezTo>
                    <a:pt x="219" y="151"/>
                    <a:pt x="210" y="168"/>
                    <a:pt x="197" y="183"/>
                  </a:cubicBezTo>
                  <a:cubicBezTo>
                    <a:pt x="197" y="183"/>
                    <a:pt x="197" y="183"/>
                    <a:pt x="197" y="183"/>
                  </a:cubicBezTo>
                  <a:cubicBezTo>
                    <a:pt x="184" y="197"/>
                    <a:pt x="169" y="209"/>
                    <a:pt x="152" y="217"/>
                  </a:cubicBezTo>
                  <a:cubicBezTo>
                    <a:pt x="147" y="219"/>
                    <a:pt x="142" y="219"/>
                    <a:pt x="137" y="217"/>
                  </a:cubicBezTo>
                  <a:cubicBezTo>
                    <a:pt x="134" y="216"/>
                    <a:pt x="132" y="213"/>
                    <a:pt x="131" y="210"/>
                  </a:cubicBezTo>
                  <a:cubicBezTo>
                    <a:pt x="129" y="205"/>
                    <a:pt x="130" y="200"/>
                    <a:pt x="134" y="1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161"/>
            <p:cNvSpPr>
              <a:spLocks/>
            </p:cNvSpPr>
            <p:nvPr/>
          </p:nvSpPr>
          <p:spPr bwMode="auto">
            <a:xfrm>
              <a:off x="10593388" y="4648201"/>
              <a:ext cx="176212" cy="85725"/>
            </a:xfrm>
            <a:custGeom>
              <a:avLst/>
              <a:gdLst>
                <a:gd name="T0" fmla="*/ 25 w 49"/>
                <a:gd name="T1" fmla="*/ 20 h 24"/>
                <a:gd name="T2" fmla="*/ 43 w 49"/>
                <a:gd name="T3" fmla="*/ 24 h 24"/>
                <a:gd name="T4" fmla="*/ 49 w 49"/>
                <a:gd name="T5" fmla="*/ 6 h 24"/>
                <a:gd name="T6" fmla="*/ 0 w 49"/>
                <a:gd name="T7" fmla="*/ 6 h 24"/>
                <a:gd name="T8" fmla="*/ 6 w 49"/>
                <a:gd name="T9" fmla="*/ 24 h 24"/>
                <a:gd name="T10" fmla="*/ 25 w 49"/>
                <a:gd name="T11" fmla="*/ 20 h 24"/>
              </a:gdLst>
              <a:ahLst/>
              <a:cxnLst>
                <a:cxn ang="0">
                  <a:pos x="T0" y="T1"/>
                </a:cxn>
                <a:cxn ang="0">
                  <a:pos x="T2" y="T3"/>
                </a:cxn>
                <a:cxn ang="0">
                  <a:pos x="T4" y="T5"/>
                </a:cxn>
                <a:cxn ang="0">
                  <a:pos x="T6" y="T7"/>
                </a:cxn>
                <a:cxn ang="0">
                  <a:pos x="T8" y="T9"/>
                </a:cxn>
                <a:cxn ang="0">
                  <a:pos x="T10" y="T11"/>
                </a:cxn>
              </a:cxnLst>
              <a:rect l="0" t="0" r="r" b="b"/>
              <a:pathLst>
                <a:path w="49" h="24">
                  <a:moveTo>
                    <a:pt x="25" y="20"/>
                  </a:moveTo>
                  <a:cubicBezTo>
                    <a:pt x="31" y="20"/>
                    <a:pt x="36" y="22"/>
                    <a:pt x="43" y="24"/>
                  </a:cubicBezTo>
                  <a:cubicBezTo>
                    <a:pt x="45" y="17"/>
                    <a:pt x="46" y="13"/>
                    <a:pt x="49" y="6"/>
                  </a:cubicBezTo>
                  <a:cubicBezTo>
                    <a:pt x="30" y="0"/>
                    <a:pt x="19" y="0"/>
                    <a:pt x="0" y="6"/>
                  </a:cubicBezTo>
                  <a:cubicBezTo>
                    <a:pt x="3" y="13"/>
                    <a:pt x="4" y="17"/>
                    <a:pt x="6" y="24"/>
                  </a:cubicBezTo>
                  <a:cubicBezTo>
                    <a:pt x="13" y="22"/>
                    <a:pt x="19" y="20"/>
                    <a:pt x="25"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162"/>
            <p:cNvSpPr>
              <a:spLocks/>
            </p:cNvSpPr>
            <p:nvPr/>
          </p:nvSpPr>
          <p:spPr bwMode="auto">
            <a:xfrm>
              <a:off x="10601326" y="4779963"/>
              <a:ext cx="168275" cy="150813"/>
            </a:xfrm>
            <a:custGeom>
              <a:avLst/>
              <a:gdLst>
                <a:gd name="T0" fmla="*/ 38 w 47"/>
                <a:gd name="T1" fmla="*/ 9 h 42"/>
                <a:gd name="T2" fmla="*/ 28 w 47"/>
                <a:gd name="T3" fmla="*/ 0 h 42"/>
                <a:gd name="T4" fmla="*/ 20 w 47"/>
                <a:gd name="T5" fmla="*/ 4 h 42"/>
                <a:gd name="T6" fmla="*/ 1 w 47"/>
                <a:gd name="T7" fmla="*/ 17 h 42"/>
                <a:gd name="T8" fmla="*/ 0 w 47"/>
                <a:gd name="T9" fmla="*/ 18 h 42"/>
                <a:gd name="T10" fmla="*/ 23 w 47"/>
                <a:gd name="T11" fmla="*/ 42 h 42"/>
                <a:gd name="T12" fmla="*/ 47 w 47"/>
                <a:gd name="T13" fmla="*/ 17 h 42"/>
                <a:gd name="T14" fmla="*/ 46 w 47"/>
                <a:gd name="T15" fmla="*/ 16 h 42"/>
                <a:gd name="T16" fmla="*/ 38 w 47"/>
                <a:gd name="T17" fmla="*/ 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42">
                  <a:moveTo>
                    <a:pt x="38" y="9"/>
                  </a:moveTo>
                  <a:cubicBezTo>
                    <a:pt x="34" y="7"/>
                    <a:pt x="30" y="4"/>
                    <a:pt x="28" y="0"/>
                  </a:cubicBezTo>
                  <a:cubicBezTo>
                    <a:pt x="26" y="1"/>
                    <a:pt x="23" y="3"/>
                    <a:pt x="20" y="4"/>
                  </a:cubicBezTo>
                  <a:cubicBezTo>
                    <a:pt x="12" y="7"/>
                    <a:pt x="5" y="10"/>
                    <a:pt x="1" y="17"/>
                  </a:cubicBezTo>
                  <a:cubicBezTo>
                    <a:pt x="1" y="17"/>
                    <a:pt x="0" y="18"/>
                    <a:pt x="0" y="18"/>
                  </a:cubicBezTo>
                  <a:cubicBezTo>
                    <a:pt x="1" y="32"/>
                    <a:pt x="11" y="42"/>
                    <a:pt x="23" y="42"/>
                  </a:cubicBezTo>
                  <a:cubicBezTo>
                    <a:pt x="36" y="42"/>
                    <a:pt x="46" y="31"/>
                    <a:pt x="47" y="17"/>
                  </a:cubicBezTo>
                  <a:cubicBezTo>
                    <a:pt x="46" y="16"/>
                    <a:pt x="46" y="16"/>
                    <a:pt x="46" y="16"/>
                  </a:cubicBezTo>
                  <a:cubicBezTo>
                    <a:pt x="46" y="16"/>
                    <a:pt x="43" y="12"/>
                    <a:pt x="38"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163"/>
            <p:cNvSpPr>
              <a:spLocks/>
            </p:cNvSpPr>
            <p:nvPr/>
          </p:nvSpPr>
          <p:spPr bwMode="auto">
            <a:xfrm>
              <a:off x="10587038" y="4722813"/>
              <a:ext cx="193675" cy="128588"/>
            </a:xfrm>
            <a:custGeom>
              <a:avLst/>
              <a:gdLst>
                <a:gd name="T0" fmla="*/ 3 w 54"/>
                <a:gd name="T1" fmla="*/ 32 h 36"/>
                <a:gd name="T2" fmla="*/ 33 w 54"/>
                <a:gd name="T3" fmla="*/ 13 h 36"/>
                <a:gd name="T4" fmla="*/ 43 w 54"/>
                <a:gd name="T5" fmla="*/ 24 h 36"/>
                <a:gd name="T6" fmla="*/ 51 w 54"/>
                <a:gd name="T7" fmla="*/ 30 h 36"/>
                <a:gd name="T8" fmla="*/ 50 w 54"/>
                <a:gd name="T9" fmla="*/ 12 h 36"/>
                <a:gd name="T10" fmla="*/ 27 w 54"/>
                <a:gd name="T11" fmla="*/ 0 h 36"/>
                <a:gd name="T12" fmla="*/ 0 w 54"/>
                <a:gd name="T13" fmla="*/ 20 h 36"/>
                <a:gd name="T14" fmla="*/ 3 w 54"/>
                <a:gd name="T15" fmla="*/ 32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 h="36">
                  <a:moveTo>
                    <a:pt x="3" y="32"/>
                  </a:moveTo>
                  <a:cubicBezTo>
                    <a:pt x="10" y="20"/>
                    <a:pt x="23" y="19"/>
                    <a:pt x="33" y="13"/>
                  </a:cubicBezTo>
                  <a:cubicBezTo>
                    <a:pt x="35" y="18"/>
                    <a:pt x="39" y="21"/>
                    <a:pt x="43" y="24"/>
                  </a:cubicBezTo>
                  <a:cubicBezTo>
                    <a:pt x="48" y="27"/>
                    <a:pt x="51" y="30"/>
                    <a:pt x="51" y="30"/>
                  </a:cubicBezTo>
                  <a:cubicBezTo>
                    <a:pt x="51" y="30"/>
                    <a:pt x="54" y="22"/>
                    <a:pt x="50" y="12"/>
                  </a:cubicBezTo>
                  <a:cubicBezTo>
                    <a:pt x="47" y="5"/>
                    <a:pt x="37" y="0"/>
                    <a:pt x="27" y="0"/>
                  </a:cubicBezTo>
                  <a:cubicBezTo>
                    <a:pt x="3" y="0"/>
                    <a:pt x="0" y="17"/>
                    <a:pt x="0" y="20"/>
                  </a:cubicBezTo>
                  <a:cubicBezTo>
                    <a:pt x="0" y="27"/>
                    <a:pt x="1" y="36"/>
                    <a:pt x="3"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164"/>
            <p:cNvSpPr>
              <a:spLocks/>
            </p:cNvSpPr>
            <p:nvPr/>
          </p:nvSpPr>
          <p:spPr bwMode="auto">
            <a:xfrm>
              <a:off x="10693401" y="5537201"/>
              <a:ext cx="101600" cy="354013"/>
            </a:xfrm>
            <a:custGeom>
              <a:avLst/>
              <a:gdLst>
                <a:gd name="T0" fmla="*/ 0 w 28"/>
                <a:gd name="T1" fmla="*/ 85 h 99"/>
                <a:gd name="T2" fmla="*/ 14 w 28"/>
                <a:gd name="T3" fmla="*/ 99 h 99"/>
                <a:gd name="T4" fmla="*/ 28 w 28"/>
                <a:gd name="T5" fmla="*/ 85 h 99"/>
                <a:gd name="T6" fmla="*/ 28 w 28"/>
                <a:gd name="T7" fmla="*/ 0 h 99"/>
                <a:gd name="T8" fmla="*/ 0 w 28"/>
                <a:gd name="T9" fmla="*/ 2 h 99"/>
                <a:gd name="T10" fmla="*/ 0 w 28"/>
                <a:gd name="T11" fmla="*/ 85 h 99"/>
              </a:gdLst>
              <a:ahLst/>
              <a:cxnLst>
                <a:cxn ang="0">
                  <a:pos x="T0" y="T1"/>
                </a:cxn>
                <a:cxn ang="0">
                  <a:pos x="T2" y="T3"/>
                </a:cxn>
                <a:cxn ang="0">
                  <a:pos x="T4" y="T5"/>
                </a:cxn>
                <a:cxn ang="0">
                  <a:pos x="T6" y="T7"/>
                </a:cxn>
                <a:cxn ang="0">
                  <a:pos x="T8" y="T9"/>
                </a:cxn>
                <a:cxn ang="0">
                  <a:pos x="T10" y="T11"/>
                </a:cxn>
              </a:cxnLst>
              <a:rect l="0" t="0" r="r" b="b"/>
              <a:pathLst>
                <a:path w="28" h="99">
                  <a:moveTo>
                    <a:pt x="0" y="85"/>
                  </a:moveTo>
                  <a:cubicBezTo>
                    <a:pt x="0" y="93"/>
                    <a:pt x="6" y="99"/>
                    <a:pt x="14" y="99"/>
                  </a:cubicBezTo>
                  <a:cubicBezTo>
                    <a:pt x="21" y="99"/>
                    <a:pt x="28" y="93"/>
                    <a:pt x="28" y="85"/>
                  </a:cubicBezTo>
                  <a:cubicBezTo>
                    <a:pt x="28" y="0"/>
                    <a:pt x="28" y="0"/>
                    <a:pt x="28" y="0"/>
                  </a:cubicBezTo>
                  <a:cubicBezTo>
                    <a:pt x="18" y="2"/>
                    <a:pt x="5" y="2"/>
                    <a:pt x="0" y="2"/>
                  </a:cubicBezTo>
                  <a:lnTo>
                    <a:pt x="0" y="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165"/>
            <p:cNvSpPr>
              <a:spLocks/>
            </p:cNvSpPr>
            <p:nvPr/>
          </p:nvSpPr>
          <p:spPr bwMode="auto">
            <a:xfrm>
              <a:off x="10572751" y="5537201"/>
              <a:ext cx="100012" cy="354013"/>
            </a:xfrm>
            <a:custGeom>
              <a:avLst/>
              <a:gdLst>
                <a:gd name="T0" fmla="*/ 0 w 28"/>
                <a:gd name="T1" fmla="*/ 85 h 99"/>
                <a:gd name="T2" fmla="*/ 14 w 28"/>
                <a:gd name="T3" fmla="*/ 99 h 99"/>
                <a:gd name="T4" fmla="*/ 28 w 28"/>
                <a:gd name="T5" fmla="*/ 85 h 99"/>
                <a:gd name="T6" fmla="*/ 28 w 28"/>
                <a:gd name="T7" fmla="*/ 2 h 99"/>
                <a:gd name="T8" fmla="*/ 0 w 28"/>
                <a:gd name="T9" fmla="*/ 0 h 99"/>
                <a:gd name="T10" fmla="*/ 0 w 28"/>
                <a:gd name="T11" fmla="*/ 85 h 99"/>
              </a:gdLst>
              <a:ahLst/>
              <a:cxnLst>
                <a:cxn ang="0">
                  <a:pos x="T0" y="T1"/>
                </a:cxn>
                <a:cxn ang="0">
                  <a:pos x="T2" y="T3"/>
                </a:cxn>
                <a:cxn ang="0">
                  <a:pos x="T4" y="T5"/>
                </a:cxn>
                <a:cxn ang="0">
                  <a:pos x="T6" y="T7"/>
                </a:cxn>
                <a:cxn ang="0">
                  <a:pos x="T8" y="T9"/>
                </a:cxn>
                <a:cxn ang="0">
                  <a:pos x="T10" y="T11"/>
                </a:cxn>
              </a:cxnLst>
              <a:rect l="0" t="0" r="r" b="b"/>
              <a:pathLst>
                <a:path w="28" h="99">
                  <a:moveTo>
                    <a:pt x="0" y="85"/>
                  </a:moveTo>
                  <a:cubicBezTo>
                    <a:pt x="0" y="93"/>
                    <a:pt x="7" y="99"/>
                    <a:pt x="14" y="99"/>
                  </a:cubicBezTo>
                  <a:cubicBezTo>
                    <a:pt x="22" y="99"/>
                    <a:pt x="28" y="93"/>
                    <a:pt x="28" y="85"/>
                  </a:cubicBezTo>
                  <a:cubicBezTo>
                    <a:pt x="28" y="2"/>
                    <a:pt x="28" y="2"/>
                    <a:pt x="28" y="2"/>
                  </a:cubicBezTo>
                  <a:cubicBezTo>
                    <a:pt x="22" y="2"/>
                    <a:pt x="10" y="2"/>
                    <a:pt x="0" y="0"/>
                  </a:cubicBezTo>
                  <a:lnTo>
                    <a:pt x="0" y="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166"/>
            <p:cNvSpPr>
              <a:spLocks noEditPoints="1"/>
            </p:cNvSpPr>
            <p:nvPr/>
          </p:nvSpPr>
          <p:spPr bwMode="auto">
            <a:xfrm>
              <a:off x="10453688" y="4938713"/>
              <a:ext cx="461962" cy="598488"/>
            </a:xfrm>
            <a:custGeom>
              <a:avLst/>
              <a:gdLst>
                <a:gd name="T0" fmla="*/ 92 w 129"/>
                <a:gd name="T1" fmla="*/ 5 h 167"/>
                <a:gd name="T2" fmla="*/ 85 w 129"/>
                <a:gd name="T3" fmla="*/ 2 h 167"/>
                <a:gd name="T4" fmla="*/ 82 w 129"/>
                <a:gd name="T5" fmla="*/ 2 h 167"/>
                <a:gd name="T6" fmla="*/ 77 w 129"/>
                <a:gd name="T7" fmla="*/ 1 h 167"/>
                <a:gd name="T8" fmla="*/ 65 w 129"/>
                <a:gd name="T9" fmla="*/ 0 h 167"/>
                <a:gd name="T10" fmla="*/ 64 w 129"/>
                <a:gd name="T11" fmla="*/ 0 h 167"/>
                <a:gd name="T12" fmla="*/ 51 w 129"/>
                <a:gd name="T13" fmla="*/ 1 h 167"/>
                <a:gd name="T14" fmla="*/ 47 w 129"/>
                <a:gd name="T15" fmla="*/ 2 h 167"/>
                <a:gd name="T16" fmla="*/ 44 w 129"/>
                <a:gd name="T17" fmla="*/ 2 h 167"/>
                <a:gd name="T18" fmla="*/ 36 w 129"/>
                <a:gd name="T19" fmla="*/ 5 h 167"/>
                <a:gd name="T20" fmla="*/ 17 w 129"/>
                <a:gd name="T21" fmla="*/ 108 h 167"/>
                <a:gd name="T22" fmla="*/ 31 w 129"/>
                <a:gd name="T23" fmla="*/ 114 h 167"/>
                <a:gd name="T24" fmla="*/ 35 w 129"/>
                <a:gd name="T25" fmla="*/ 100 h 167"/>
                <a:gd name="T26" fmla="*/ 30 w 129"/>
                <a:gd name="T27" fmla="*/ 50 h 167"/>
                <a:gd name="T28" fmla="*/ 37 w 129"/>
                <a:gd name="T29" fmla="*/ 99 h 167"/>
                <a:gd name="T30" fmla="*/ 32 w 129"/>
                <a:gd name="T31" fmla="*/ 116 h 167"/>
                <a:gd name="T32" fmla="*/ 25 w 129"/>
                <a:gd name="T33" fmla="*/ 160 h 167"/>
                <a:gd name="T34" fmla="*/ 64 w 129"/>
                <a:gd name="T35" fmla="*/ 167 h 167"/>
                <a:gd name="T36" fmla="*/ 65 w 129"/>
                <a:gd name="T37" fmla="*/ 167 h 167"/>
                <a:gd name="T38" fmla="*/ 104 w 129"/>
                <a:gd name="T39" fmla="*/ 160 h 167"/>
                <a:gd name="T40" fmla="*/ 97 w 129"/>
                <a:gd name="T41" fmla="*/ 116 h 167"/>
                <a:gd name="T42" fmla="*/ 92 w 129"/>
                <a:gd name="T43" fmla="*/ 99 h 167"/>
                <a:gd name="T44" fmla="*/ 99 w 129"/>
                <a:gd name="T45" fmla="*/ 50 h 167"/>
                <a:gd name="T46" fmla="*/ 93 w 129"/>
                <a:gd name="T47" fmla="*/ 100 h 167"/>
                <a:gd name="T48" fmla="*/ 98 w 129"/>
                <a:gd name="T49" fmla="*/ 114 h 167"/>
                <a:gd name="T50" fmla="*/ 112 w 129"/>
                <a:gd name="T51" fmla="*/ 108 h 167"/>
                <a:gd name="T52" fmla="*/ 64 w 129"/>
                <a:gd name="T53" fmla="*/ 143 h 167"/>
                <a:gd name="T54" fmla="*/ 64 w 129"/>
                <a:gd name="T55" fmla="*/ 137 h 167"/>
                <a:gd name="T56" fmla="*/ 64 w 129"/>
                <a:gd name="T57" fmla="*/ 143 h 167"/>
                <a:gd name="T58" fmla="*/ 61 w 129"/>
                <a:gd name="T59" fmla="*/ 117 h 167"/>
                <a:gd name="T60" fmla="*/ 68 w 129"/>
                <a:gd name="T61" fmla="*/ 117 h 167"/>
                <a:gd name="T62" fmla="*/ 64 w 129"/>
                <a:gd name="T63" fmla="*/ 96 h 167"/>
                <a:gd name="T64" fmla="*/ 64 w 129"/>
                <a:gd name="T65" fmla="*/ 90 h 167"/>
                <a:gd name="T66" fmla="*/ 64 w 129"/>
                <a:gd name="T67" fmla="*/ 96 h 167"/>
                <a:gd name="T68" fmla="*/ 61 w 129"/>
                <a:gd name="T69" fmla="*/ 69 h 167"/>
                <a:gd name="T70" fmla="*/ 68 w 129"/>
                <a:gd name="T71" fmla="*/ 69 h 167"/>
                <a:gd name="T72" fmla="*/ 64 w 129"/>
                <a:gd name="T73" fmla="*/ 49 h 167"/>
                <a:gd name="T74" fmla="*/ 64 w 129"/>
                <a:gd name="T75" fmla="*/ 42 h 167"/>
                <a:gd name="T76" fmla="*/ 64 w 129"/>
                <a:gd name="T77" fmla="*/ 49 h 167"/>
                <a:gd name="T78" fmla="*/ 61 w 129"/>
                <a:gd name="T79" fmla="*/ 22 h 167"/>
                <a:gd name="T80" fmla="*/ 68 w 129"/>
                <a:gd name="T81" fmla="*/ 22 h 167"/>
                <a:gd name="T82" fmla="*/ 92 w 129"/>
                <a:gd name="T83" fmla="*/ 42 h 167"/>
                <a:gd name="T84" fmla="*/ 87 w 129"/>
                <a:gd name="T85" fmla="*/ 47 h 167"/>
                <a:gd name="T86" fmla="*/ 80 w 129"/>
                <a:gd name="T87" fmla="*/ 42 h 167"/>
                <a:gd name="T88" fmla="*/ 75 w 129"/>
                <a:gd name="T89" fmla="*/ 35 h 167"/>
                <a:gd name="T90" fmla="*/ 80 w 129"/>
                <a:gd name="T91" fmla="*/ 30 h 167"/>
                <a:gd name="T92" fmla="*/ 87 w 129"/>
                <a:gd name="T93" fmla="*/ 35 h 167"/>
                <a:gd name="T94" fmla="*/ 92 w 129"/>
                <a:gd name="T95" fmla="*/ 42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9" h="167">
                  <a:moveTo>
                    <a:pt x="112" y="22"/>
                  </a:moveTo>
                  <a:cubicBezTo>
                    <a:pt x="109" y="15"/>
                    <a:pt x="104" y="10"/>
                    <a:pt x="92" y="5"/>
                  </a:cubicBezTo>
                  <a:cubicBezTo>
                    <a:pt x="92" y="5"/>
                    <a:pt x="92" y="5"/>
                    <a:pt x="92" y="5"/>
                  </a:cubicBezTo>
                  <a:cubicBezTo>
                    <a:pt x="90" y="4"/>
                    <a:pt x="88" y="3"/>
                    <a:pt x="85" y="2"/>
                  </a:cubicBezTo>
                  <a:cubicBezTo>
                    <a:pt x="84" y="2"/>
                    <a:pt x="84" y="2"/>
                    <a:pt x="84" y="2"/>
                  </a:cubicBezTo>
                  <a:cubicBezTo>
                    <a:pt x="83" y="2"/>
                    <a:pt x="83" y="2"/>
                    <a:pt x="82" y="2"/>
                  </a:cubicBezTo>
                  <a:cubicBezTo>
                    <a:pt x="82" y="2"/>
                    <a:pt x="82" y="2"/>
                    <a:pt x="82" y="2"/>
                  </a:cubicBezTo>
                  <a:cubicBezTo>
                    <a:pt x="80" y="1"/>
                    <a:pt x="79" y="1"/>
                    <a:pt x="77" y="1"/>
                  </a:cubicBezTo>
                  <a:cubicBezTo>
                    <a:pt x="74" y="1"/>
                    <a:pt x="68" y="0"/>
                    <a:pt x="65" y="0"/>
                  </a:cubicBezTo>
                  <a:cubicBezTo>
                    <a:pt x="65" y="0"/>
                    <a:pt x="65" y="0"/>
                    <a:pt x="65" y="0"/>
                  </a:cubicBezTo>
                  <a:cubicBezTo>
                    <a:pt x="64" y="0"/>
                    <a:pt x="64" y="0"/>
                    <a:pt x="64" y="0"/>
                  </a:cubicBezTo>
                  <a:cubicBezTo>
                    <a:pt x="64" y="0"/>
                    <a:pt x="64" y="0"/>
                    <a:pt x="64" y="0"/>
                  </a:cubicBezTo>
                  <a:cubicBezTo>
                    <a:pt x="64" y="0"/>
                    <a:pt x="64" y="0"/>
                    <a:pt x="64" y="0"/>
                  </a:cubicBezTo>
                  <a:cubicBezTo>
                    <a:pt x="61" y="0"/>
                    <a:pt x="55" y="1"/>
                    <a:pt x="51" y="1"/>
                  </a:cubicBezTo>
                  <a:cubicBezTo>
                    <a:pt x="50" y="1"/>
                    <a:pt x="48" y="1"/>
                    <a:pt x="47" y="2"/>
                  </a:cubicBezTo>
                  <a:cubicBezTo>
                    <a:pt x="47" y="2"/>
                    <a:pt x="47" y="2"/>
                    <a:pt x="47" y="2"/>
                  </a:cubicBezTo>
                  <a:cubicBezTo>
                    <a:pt x="46" y="2"/>
                    <a:pt x="45" y="2"/>
                    <a:pt x="45" y="2"/>
                  </a:cubicBezTo>
                  <a:cubicBezTo>
                    <a:pt x="44" y="2"/>
                    <a:pt x="44" y="2"/>
                    <a:pt x="44" y="2"/>
                  </a:cubicBezTo>
                  <a:cubicBezTo>
                    <a:pt x="41" y="3"/>
                    <a:pt x="38" y="4"/>
                    <a:pt x="36" y="5"/>
                  </a:cubicBezTo>
                  <a:cubicBezTo>
                    <a:pt x="36" y="5"/>
                    <a:pt x="36" y="5"/>
                    <a:pt x="36" y="5"/>
                  </a:cubicBezTo>
                  <a:cubicBezTo>
                    <a:pt x="25" y="10"/>
                    <a:pt x="20" y="15"/>
                    <a:pt x="16" y="22"/>
                  </a:cubicBezTo>
                  <a:cubicBezTo>
                    <a:pt x="1" y="52"/>
                    <a:pt x="0" y="80"/>
                    <a:pt x="17" y="108"/>
                  </a:cubicBezTo>
                  <a:cubicBezTo>
                    <a:pt x="17" y="108"/>
                    <a:pt x="18" y="110"/>
                    <a:pt x="18" y="111"/>
                  </a:cubicBezTo>
                  <a:cubicBezTo>
                    <a:pt x="21" y="115"/>
                    <a:pt x="26" y="116"/>
                    <a:pt x="31" y="114"/>
                  </a:cubicBezTo>
                  <a:cubicBezTo>
                    <a:pt x="36" y="112"/>
                    <a:pt x="38" y="107"/>
                    <a:pt x="37" y="102"/>
                  </a:cubicBezTo>
                  <a:cubicBezTo>
                    <a:pt x="37" y="102"/>
                    <a:pt x="36" y="100"/>
                    <a:pt x="35" y="100"/>
                  </a:cubicBezTo>
                  <a:cubicBezTo>
                    <a:pt x="24" y="78"/>
                    <a:pt x="23" y="62"/>
                    <a:pt x="30" y="42"/>
                  </a:cubicBezTo>
                  <a:cubicBezTo>
                    <a:pt x="30" y="50"/>
                    <a:pt x="30" y="50"/>
                    <a:pt x="30" y="50"/>
                  </a:cubicBezTo>
                  <a:cubicBezTo>
                    <a:pt x="28" y="74"/>
                    <a:pt x="28" y="74"/>
                    <a:pt x="28" y="74"/>
                  </a:cubicBezTo>
                  <a:cubicBezTo>
                    <a:pt x="30" y="82"/>
                    <a:pt x="33" y="90"/>
                    <a:pt x="37" y="99"/>
                  </a:cubicBezTo>
                  <a:cubicBezTo>
                    <a:pt x="37" y="99"/>
                    <a:pt x="38" y="101"/>
                    <a:pt x="39" y="101"/>
                  </a:cubicBezTo>
                  <a:cubicBezTo>
                    <a:pt x="40" y="107"/>
                    <a:pt x="38" y="113"/>
                    <a:pt x="32" y="116"/>
                  </a:cubicBezTo>
                  <a:cubicBezTo>
                    <a:pt x="30" y="117"/>
                    <a:pt x="28" y="117"/>
                    <a:pt x="27" y="117"/>
                  </a:cubicBezTo>
                  <a:cubicBezTo>
                    <a:pt x="25" y="160"/>
                    <a:pt x="25" y="160"/>
                    <a:pt x="25" y="160"/>
                  </a:cubicBezTo>
                  <a:cubicBezTo>
                    <a:pt x="25" y="164"/>
                    <a:pt x="42" y="167"/>
                    <a:pt x="63" y="167"/>
                  </a:cubicBezTo>
                  <a:cubicBezTo>
                    <a:pt x="63" y="167"/>
                    <a:pt x="64" y="167"/>
                    <a:pt x="64" y="167"/>
                  </a:cubicBezTo>
                  <a:cubicBezTo>
                    <a:pt x="64" y="167"/>
                    <a:pt x="64" y="167"/>
                    <a:pt x="64" y="167"/>
                  </a:cubicBezTo>
                  <a:cubicBezTo>
                    <a:pt x="65" y="167"/>
                    <a:pt x="65" y="167"/>
                    <a:pt x="65" y="167"/>
                  </a:cubicBezTo>
                  <a:cubicBezTo>
                    <a:pt x="65" y="167"/>
                    <a:pt x="66" y="167"/>
                    <a:pt x="66" y="167"/>
                  </a:cubicBezTo>
                  <a:cubicBezTo>
                    <a:pt x="87" y="167"/>
                    <a:pt x="104" y="164"/>
                    <a:pt x="104" y="160"/>
                  </a:cubicBezTo>
                  <a:cubicBezTo>
                    <a:pt x="102" y="117"/>
                    <a:pt x="102" y="117"/>
                    <a:pt x="102" y="117"/>
                  </a:cubicBezTo>
                  <a:cubicBezTo>
                    <a:pt x="100" y="117"/>
                    <a:pt x="99" y="117"/>
                    <a:pt x="97" y="116"/>
                  </a:cubicBezTo>
                  <a:cubicBezTo>
                    <a:pt x="91" y="113"/>
                    <a:pt x="88" y="107"/>
                    <a:pt x="90" y="101"/>
                  </a:cubicBezTo>
                  <a:cubicBezTo>
                    <a:pt x="90" y="101"/>
                    <a:pt x="91" y="99"/>
                    <a:pt x="92" y="99"/>
                  </a:cubicBezTo>
                  <a:cubicBezTo>
                    <a:pt x="96" y="90"/>
                    <a:pt x="99" y="82"/>
                    <a:pt x="100" y="74"/>
                  </a:cubicBezTo>
                  <a:cubicBezTo>
                    <a:pt x="99" y="50"/>
                    <a:pt x="99" y="50"/>
                    <a:pt x="99" y="50"/>
                  </a:cubicBezTo>
                  <a:cubicBezTo>
                    <a:pt x="99" y="42"/>
                    <a:pt x="99" y="42"/>
                    <a:pt x="99" y="42"/>
                  </a:cubicBezTo>
                  <a:cubicBezTo>
                    <a:pt x="106" y="62"/>
                    <a:pt x="104" y="78"/>
                    <a:pt x="93" y="100"/>
                  </a:cubicBezTo>
                  <a:cubicBezTo>
                    <a:pt x="93" y="100"/>
                    <a:pt x="92" y="102"/>
                    <a:pt x="92" y="102"/>
                  </a:cubicBezTo>
                  <a:cubicBezTo>
                    <a:pt x="91" y="107"/>
                    <a:pt x="93" y="112"/>
                    <a:pt x="98" y="114"/>
                  </a:cubicBezTo>
                  <a:cubicBezTo>
                    <a:pt x="102" y="116"/>
                    <a:pt x="108" y="115"/>
                    <a:pt x="110" y="111"/>
                  </a:cubicBezTo>
                  <a:cubicBezTo>
                    <a:pt x="111" y="110"/>
                    <a:pt x="112" y="108"/>
                    <a:pt x="112" y="108"/>
                  </a:cubicBezTo>
                  <a:cubicBezTo>
                    <a:pt x="129" y="80"/>
                    <a:pt x="128" y="52"/>
                    <a:pt x="112" y="22"/>
                  </a:cubicBezTo>
                  <a:close/>
                  <a:moveTo>
                    <a:pt x="64" y="143"/>
                  </a:moveTo>
                  <a:cubicBezTo>
                    <a:pt x="63" y="143"/>
                    <a:pt x="61" y="142"/>
                    <a:pt x="61" y="140"/>
                  </a:cubicBezTo>
                  <a:cubicBezTo>
                    <a:pt x="61" y="138"/>
                    <a:pt x="63" y="137"/>
                    <a:pt x="64" y="137"/>
                  </a:cubicBezTo>
                  <a:cubicBezTo>
                    <a:pt x="66" y="137"/>
                    <a:pt x="68" y="138"/>
                    <a:pt x="68" y="140"/>
                  </a:cubicBezTo>
                  <a:cubicBezTo>
                    <a:pt x="68" y="142"/>
                    <a:pt x="66" y="143"/>
                    <a:pt x="64" y="143"/>
                  </a:cubicBezTo>
                  <a:close/>
                  <a:moveTo>
                    <a:pt x="64" y="120"/>
                  </a:moveTo>
                  <a:cubicBezTo>
                    <a:pt x="63" y="120"/>
                    <a:pt x="61" y="118"/>
                    <a:pt x="61" y="117"/>
                  </a:cubicBezTo>
                  <a:cubicBezTo>
                    <a:pt x="61" y="115"/>
                    <a:pt x="63" y="113"/>
                    <a:pt x="64" y="113"/>
                  </a:cubicBezTo>
                  <a:cubicBezTo>
                    <a:pt x="66" y="113"/>
                    <a:pt x="68" y="115"/>
                    <a:pt x="68" y="117"/>
                  </a:cubicBezTo>
                  <a:cubicBezTo>
                    <a:pt x="68" y="118"/>
                    <a:pt x="66" y="120"/>
                    <a:pt x="64" y="120"/>
                  </a:cubicBezTo>
                  <a:close/>
                  <a:moveTo>
                    <a:pt x="64" y="96"/>
                  </a:moveTo>
                  <a:cubicBezTo>
                    <a:pt x="63" y="96"/>
                    <a:pt x="61" y="95"/>
                    <a:pt x="61" y="93"/>
                  </a:cubicBezTo>
                  <a:cubicBezTo>
                    <a:pt x="61" y="91"/>
                    <a:pt x="63" y="90"/>
                    <a:pt x="64" y="90"/>
                  </a:cubicBezTo>
                  <a:cubicBezTo>
                    <a:pt x="66" y="90"/>
                    <a:pt x="68" y="91"/>
                    <a:pt x="68" y="93"/>
                  </a:cubicBezTo>
                  <a:cubicBezTo>
                    <a:pt x="68" y="95"/>
                    <a:pt x="66" y="96"/>
                    <a:pt x="64" y="96"/>
                  </a:cubicBezTo>
                  <a:close/>
                  <a:moveTo>
                    <a:pt x="64" y="72"/>
                  </a:moveTo>
                  <a:cubicBezTo>
                    <a:pt x="63" y="72"/>
                    <a:pt x="61" y="71"/>
                    <a:pt x="61" y="69"/>
                  </a:cubicBezTo>
                  <a:cubicBezTo>
                    <a:pt x="61" y="67"/>
                    <a:pt x="63" y="66"/>
                    <a:pt x="64" y="66"/>
                  </a:cubicBezTo>
                  <a:cubicBezTo>
                    <a:pt x="66" y="66"/>
                    <a:pt x="68" y="67"/>
                    <a:pt x="68" y="69"/>
                  </a:cubicBezTo>
                  <a:cubicBezTo>
                    <a:pt x="68" y="71"/>
                    <a:pt x="66" y="72"/>
                    <a:pt x="64" y="72"/>
                  </a:cubicBezTo>
                  <a:close/>
                  <a:moveTo>
                    <a:pt x="64" y="49"/>
                  </a:moveTo>
                  <a:cubicBezTo>
                    <a:pt x="63" y="49"/>
                    <a:pt x="61" y="47"/>
                    <a:pt x="61" y="46"/>
                  </a:cubicBezTo>
                  <a:cubicBezTo>
                    <a:pt x="61" y="44"/>
                    <a:pt x="63" y="42"/>
                    <a:pt x="64" y="42"/>
                  </a:cubicBezTo>
                  <a:cubicBezTo>
                    <a:pt x="66" y="42"/>
                    <a:pt x="68" y="44"/>
                    <a:pt x="68" y="46"/>
                  </a:cubicBezTo>
                  <a:cubicBezTo>
                    <a:pt x="68" y="47"/>
                    <a:pt x="66" y="49"/>
                    <a:pt x="64" y="49"/>
                  </a:cubicBezTo>
                  <a:close/>
                  <a:moveTo>
                    <a:pt x="64" y="25"/>
                  </a:moveTo>
                  <a:cubicBezTo>
                    <a:pt x="63" y="25"/>
                    <a:pt x="61" y="24"/>
                    <a:pt x="61" y="22"/>
                  </a:cubicBezTo>
                  <a:cubicBezTo>
                    <a:pt x="61" y="20"/>
                    <a:pt x="63" y="19"/>
                    <a:pt x="64" y="19"/>
                  </a:cubicBezTo>
                  <a:cubicBezTo>
                    <a:pt x="66" y="19"/>
                    <a:pt x="68" y="20"/>
                    <a:pt x="68" y="22"/>
                  </a:cubicBezTo>
                  <a:cubicBezTo>
                    <a:pt x="68" y="24"/>
                    <a:pt x="66" y="25"/>
                    <a:pt x="64" y="25"/>
                  </a:cubicBezTo>
                  <a:close/>
                  <a:moveTo>
                    <a:pt x="92" y="42"/>
                  </a:moveTo>
                  <a:cubicBezTo>
                    <a:pt x="87" y="42"/>
                    <a:pt x="87" y="42"/>
                    <a:pt x="87" y="42"/>
                  </a:cubicBezTo>
                  <a:cubicBezTo>
                    <a:pt x="87" y="47"/>
                    <a:pt x="87" y="47"/>
                    <a:pt x="87" y="47"/>
                  </a:cubicBezTo>
                  <a:cubicBezTo>
                    <a:pt x="80" y="47"/>
                    <a:pt x="80" y="47"/>
                    <a:pt x="80" y="47"/>
                  </a:cubicBezTo>
                  <a:cubicBezTo>
                    <a:pt x="80" y="42"/>
                    <a:pt x="80" y="42"/>
                    <a:pt x="80" y="42"/>
                  </a:cubicBezTo>
                  <a:cubicBezTo>
                    <a:pt x="75" y="42"/>
                    <a:pt x="75" y="42"/>
                    <a:pt x="75" y="42"/>
                  </a:cubicBezTo>
                  <a:cubicBezTo>
                    <a:pt x="75" y="35"/>
                    <a:pt x="75" y="35"/>
                    <a:pt x="75" y="35"/>
                  </a:cubicBezTo>
                  <a:cubicBezTo>
                    <a:pt x="80" y="35"/>
                    <a:pt x="80" y="35"/>
                    <a:pt x="80" y="35"/>
                  </a:cubicBezTo>
                  <a:cubicBezTo>
                    <a:pt x="80" y="30"/>
                    <a:pt x="80" y="30"/>
                    <a:pt x="80" y="30"/>
                  </a:cubicBezTo>
                  <a:cubicBezTo>
                    <a:pt x="87" y="30"/>
                    <a:pt x="87" y="30"/>
                    <a:pt x="87" y="30"/>
                  </a:cubicBezTo>
                  <a:cubicBezTo>
                    <a:pt x="87" y="35"/>
                    <a:pt x="87" y="35"/>
                    <a:pt x="87" y="35"/>
                  </a:cubicBezTo>
                  <a:cubicBezTo>
                    <a:pt x="92" y="35"/>
                    <a:pt x="92" y="35"/>
                    <a:pt x="92" y="35"/>
                  </a:cubicBezTo>
                  <a:lnTo>
                    <a:pt x="92"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167"/>
            <p:cNvSpPr>
              <a:spLocks/>
            </p:cNvSpPr>
            <p:nvPr/>
          </p:nvSpPr>
          <p:spPr bwMode="auto">
            <a:xfrm>
              <a:off x="10898188" y="5056188"/>
              <a:ext cx="1290637" cy="835025"/>
            </a:xfrm>
            <a:custGeom>
              <a:avLst/>
              <a:gdLst>
                <a:gd name="T0" fmla="*/ 329 w 360"/>
                <a:gd name="T1" fmla="*/ 0 h 233"/>
                <a:gd name="T2" fmla="*/ 195 w 360"/>
                <a:gd name="T3" fmla="*/ 151 h 233"/>
                <a:gd name="T4" fmla="*/ 0 w 360"/>
                <a:gd name="T5" fmla="*/ 151 h 233"/>
                <a:gd name="T6" fmla="*/ 0 w 360"/>
                <a:gd name="T7" fmla="*/ 181 h 233"/>
                <a:gd name="T8" fmla="*/ 12 w 360"/>
                <a:gd name="T9" fmla="*/ 181 h 233"/>
                <a:gd name="T10" fmla="*/ 12 w 360"/>
                <a:gd name="T11" fmla="*/ 233 h 233"/>
                <a:gd name="T12" fmla="*/ 29 w 360"/>
                <a:gd name="T13" fmla="*/ 233 h 233"/>
                <a:gd name="T14" fmla="*/ 29 w 360"/>
                <a:gd name="T15" fmla="*/ 181 h 233"/>
                <a:gd name="T16" fmla="*/ 219 w 360"/>
                <a:gd name="T17" fmla="*/ 181 h 233"/>
                <a:gd name="T18" fmla="*/ 219 w 360"/>
                <a:gd name="T19" fmla="*/ 233 h 233"/>
                <a:gd name="T20" fmla="*/ 235 w 360"/>
                <a:gd name="T21" fmla="*/ 233 h 233"/>
                <a:gd name="T22" fmla="*/ 235 w 360"/>
                <a:gd name="T23" fmla="*/ 173 h 233"/>
                <a:gd name="T24" fmla="*/ 360 w 360"/>
                <a:gd name="T25" fmla="*/ 27 h 233"/>
                <a:gd name="T26" fmla="*/ 329 w 360"/>
                <a:gd name="T27" fmla="*/ 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0" h="233">
                  <a:moveTo>
                    <a:pt x="329" y="0"/>
                  </a:moveTo>
                  <a:cubicBezTo>
                    <a:pt x="329" y="2"/>
                    <a:pt x="195" y="151"/>
                    <a:pt x="195" y="151"/>
                  </a:cubicBezTo>
                  <a:cubicBezTo>
                    <a:pt x="0" y="151"/>
                    <a:pt x="0" y="151"/>
                    <a:pt x="0" y="151"/>
                  </a:cubicBezTo>
                  <a:cubicBezTo>
                    <a:pt x="0" y="181"/>
                    <a:pt x="0" y="181"/>
                    <a:pt x="0" y="181"/>
                  </a:cubicBezTo>
                  <a:cubicBezTo>
                    <a:pt x="12" y="181"/>
                    <a:pt x="12" y="181"/>
                    <a:pt x="12" y="181"/>
                  </a:cubicBezTo>
                  <a:cubicBezTo>
                    <a:pt x="12" y="233"/>
                    <a:pt x="12" y="233"/>
                    <a:pt x="12" y="233"/>
                  </a:cubicBezTo>
                  <a:cubicBezTo>
                    <a:pt x="29" y="233"/>
                    <a:pt x="29" y="233"/>
                    <a:pt x="29" y="233"/>
                  </a:cubicBezTo>
                  <a:cubicBezTo>
                    <a:pt x="29" y="181"/>
                    <a:pt x="29" y="181"/>
                    <a:pt x="29" y="181"/>
                  </a:cubicBezTo>
                  <a:cubicBezTo>
                    <a:pt x="219" y="181"/>
                    <a:pt x="219" y="181"/>
                    <a:pt x="219" y="181"/>
                  </a:cubicBezTo>
                  <a:cubicBezTo>
                    <a:pt x="219" y="233"/>
                    <a:pt x="219" y="233"/>
                    <a:pt x="219" y="233"/>
                  </a:cubicBezTo>
                  <a:cubicBezTo>
                    <a:pt x="235" y="233"/>
                    <a:pt x="235" y="233"/>
                    <a:pt x="235" y="233"/>
                  </a:cubicBezTo>
                  <a:cubicBezTo>
                    <a:pt x="235" y="173"/>
                    <a:pt x="235" y="173"/>
                    <a:pt x="235" y="173"/>
                  </a:cubicBezTo>
                  <a:cubicBezTo>
                    <a:pt x="360" y="27"/>
                    <a:pt x="360" y="27"/>
                    <a:pt x="360" y="27"/>
                  </a:cubicBezTo>
                  <a:lnTo>
                    <a:pt x="3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168"/>
            <p:cNvSpPr>
              <a:spLocks/>
            </p:cNvSpPr>
            <p:nvPr/>
          </p:nvSpPr>
          <p:spPr bwMode="auto">
            <a:xfrm>
              <a:off x="11228388" y="4754563"/>
              <a:ext cx="265112" cy="207963"/>
            </a:xfrm>
            <a:custGeom>
              <a:avLst/>
              <a:gdLst>
                <a:gd name="T0" fmla="*/ 37 w 74"/>
                <a:gd name="T1" fmla="*/ 58 h 58"/>
                <a:gd name="T2" fmla="*/ 71 w 74"/>
                <a:gd name="T3" fmla="*/ 21 h 58"/>
                <a:gd name="T4" fmla="*/ 46 w 74"/>
                <a:gd name="T5" fmla="*/ 6 h 58"/>
                <a:gd name="T6" fmla="*/ 37 w 74"/>
                <a:gd name="T7" fmla="*/ 17 h 58"/>
                <a:gd name="T8" fmla="*/ 28 w 74"/>
                <a:gd name="T9" fmla="*/ 6 h 58"/>
                <a:gd name="T10" fmla="*/ 3 w 74"/>
                <a:gd name="T11" fmla="*/ 21 h 58"/>
                <a:gd name="T12" fmla="*/ 37 w 74"/>
                <a:gd name="T13" fmla="*/ 58 h 58"/>
              </a:gdLst>
              <a:ahLst/>
              <a:cxnLst>
                <a:cxn ang="0">
                  <a:pos x="T0" y="T1"/>
                </a:cxn>
                <a:cxn ang="0">
                  <a:pos x="T2" y="T3"/>
                </a:cxn>
                <a:cxn ang="0">
                  <a:pos x="T4" y="T5"/>
                </a:cxn>
                <a:cxn ang="0">
                  <a:pos x="T6" y="T7"/>
                </a:cxn>
                <a:cxn ang="0">
                  <a:pos x="T8" y="T9"/>
                </a:cxn>
                <a:cxn ang="0">
                  <a:pos x="T10" y="T11"/>
                </a:cxn>
                <a:cxn ang="0">
                  <a:pos x="T12" y="T13"/>
                </a:cxn>
              </a:cxnLst>
              <a:rect l="0" t="0" r="r" b="b"/>
              <a:pathLst>
                <a:path w="74" h="58">
                  <a:moveTo>
                    <a:pt x="37" y="58"/>
                  </a:moveTo>
                  <a:cubicBezTo>
                    <a:pt x="48" y="50"/>
                    <a:pt x="74" y="41"/>
                    <a:pt x="71" y="21"/>
                  </a:cubicBezTo>
                  <a:cubicBezTo>
                    <a:pt x="69" y="5"/>
                    <a:pt x="56" y="0"/>
                    <a:pt x="46" y="6"/>
                  </a:cubicBezTo>
                  <a:cubicBezTo>
                    <a:pt x="39" y="10"/>
                    <a:pt x="38" y="16"/>
                    <a:pt x="37" y="17"/>
                  </a:cubicBezTo>
                  <a:cubicBezTo>
                    <a:pt x="36" y="16"/>
                    <a:pt x="35" y="10"/>
                    <a:pt x="28" y="6"/>
                  </a:cubicBezTo>
                  <a:cubicBezTo>
                    <a:pt x="19" y="0"/>
                    <a:pt x="6" y="5"/>
                    <a:pt x="3" y="21"/>
                  </a:cubicBezTo>
                  <a:cubicBezTo>
                    <a:pt x="0" y="41"/>
                    <a:pt x="27" y="50"/>
                    <a:pt x="37"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17" name="组合 116"/>
          <p:cNvGrpSpPr/>
          <p:nvPr/>
        </p:nvGrpSpPr>
        <p:grpSpPr>
          <a:xfrm>
            <a:off x="9345613" y="2927350"/>
            <a:ext cx="1287462" cy="1222376"/>
            <a:chOff x="9345613" y="2927350"/>
            <a:chExt cx="1287462" cy="1222376"/>
          </a:xfrm>
          <a:solidFill>
            <a:schemeClr val="tx1">
              <a:lumMod val="65000"/>
              <a:lumOff val="35000"/>
            </a:schemeClr>
          </a:solidFill>
        </p:grpSpPr>
        <p:sp>
          <p:nvSpPr>
            <p:cNvPr id="118" name="Freeform 175"/>
            <p:cNvSpPr>
              <a:spLocks/>
            </p:cNvSpPr>
            <p:nvPr/>
          </p:nvSpPr>
          <p:spPr bwMode="auto">
            <a:xfrm>
              <a:off x="9712326" y="3098800"/>
              <a:ext cx="53975" cy="22225"/>
            </a:xfrm>
            <a:custGeom>
              <a:avLst/>
              <a:gdLst>
                <a:gd name="T0" fmla="*/ 9 w 15"/>
                <a:gd name="T1" fmla="*/ 0 h 6"/>
                <a:gd name="T2" fmla="*/ 7 w 15"/>
                <a:gd name="T3" fmla="*/ 0 h 6"/>
                <a:gd name="T4" fmla="*/ 0 w 15"/>
                <a:gd name="T5" fmla="*/ 3 h 6"/>
                <a:gd name="T6" fmla="*/ 6 w 15"/>
                <a:gd name="T7" fmla="*/ 6 h 6"/>
                <a:gd name="T8" fmla="*/ 15 w 15"/>
                <a:gd name="T9" fmla="*/ 2 h 6"/>
                <a:gd name="T10" fmla="*/ 9 w 15"/>
                <a:gd name="T11" fmla="*/ 0 h 6"/>
              </a:gdLst>
              <a:ahLst/>
              <a:cxnLst>
                <a:cxn ang="0">
                  <a:pos x="T0" y="T1"/>
                </a:cxn>
                <a:cxn ang="0">
                  <a:pos x="T2" y="T3"/>
                </a:cxn>
                <a:cxn ang="0">
                  <a:pos x="T4" y="T5"/>
                </a:cxn>
                <a:cxn ang="0">
                  <a:pos x="T6" y="T7"/>
                </a:cxn>
                <a:cxn ang="0">
                  <a:pos x="T8" y="T9"/>
                </a:cxn>
                <a:cxn ang="0">
                  <a:pos x="T10" y="T11"/>
                </a:cxn>
              </a:cxnLst>
              <a:rect l="0" t="0" r="r" b="b"/>
              <a:pathLst>
                <a:path w="15" h="6">
                  <a:moveTo>
                    <a:pt x="9" y="0"/>
                  </a:moveTo>
                  <a:cubicBezTo>
                    <a:pt x="9" y="0"/>
                    <a:pt x="8" y="0"/>
                    <a:pt x="7" y="0"/>
                  </a:cubicBezTo>
                  <a:cubicBezTo>
                    <a:pt x="2" y="0"/>
                    <a:pt x="0" y="2"/>
                    <a:pt x="0" y="3"/>
                  </a:cubicBezTo>
                  <a:cubicBezTo>
                    <a:pt x="0" y="5"/>
                    <a:pt x="2" y="6"/>
                    <a:pt x="6" y="6"/>
                  </a:cubicBezTo>
                  <a:cubicBezTo>
                    <a:pt x="11" y="6"/>
                    <a:pt x="15" y="4"/>
                    <a:pt x="15" y="2"/>
                  </a:cubicBezTo>
                  <a:cubicBezTo>
                    <a:pt x="15" y="0"/>
                    <a:pt x="13"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176"/>
            <p:cNvSpPr>
              <a:spLocks/>
            </p:cNvSpPr>
            <p:nvPr/>
          </p:nvSpPr>
          <p:spPr bwMode="auto">
            <a:xfrm>
              <a:off x="9629776" y="3098800"/>
              <a:ext cx="53975" cy="22225"/>
            </a:xfrm>
            <a:custGeom>
              <a:avLst/>
              <a:gdLst>
                <a:gd name="T0" fmla="*/ 8 w 15"/>
                <a:gd name="T1" fmla="*/ 0 h 6"/>
                <a:gd name="T2" fmla="*/ 6 w 15"/>
                <a:gd name="T3" fmla="*/ 0 h 6"/>
                <a:gd name="T4" fmla="*/ 0 w 15"/>
                <a:gd name="T5" fmla="*/ 2 h 6"/>
                <a:gd name="T6" fmla="*/ 9 w 15"/>
                <a:gd name="T7" fmla="*/ 6 h 6"/>
                <a:gd name="T8" fmla="*/ 15 w 15"/>
                <a:gd name="T9" fmla="*/ 3 h 6"/>
                <a:gd name="T10" fmla="*/ 8 w 15"/>
                <a:gd name="T11" fmla="*/ 0 h 6"/>
              </a:gdLst>
              <a:ahLst/>
              <a:cxnLst>
                <a:cxn ang="0">
                  <a:pos x="T0" y="T1"/>
                </a:cxn>
                <a:cxn ang="0">
                  <a:pos x="T2" y="T3"/>
                </a:cxn>
                <a:cxn ang="0">
                  <a:pos x="T4" y="T5"/>
                </a:cxn>
                <a:cxn ang="0">
                  <a:pos x="T6" y="T7"/>
                </a:cxn>
                <a:cxn ang="0">
                  <a:pos x="T8" y="T9"/>
                </a:cxn>
                <a:cxn ang="0">
                  <a:pos x="T10" y="T11"/>
                </a:cxn>
              </a:cxnLst>
              <a:rect l="0" t="0" r="r" b="b"/>
              <a:pathLst>
                <a:path w="15" h="6">
                  <a:moveTo>
                    <a:pt x="8" y="0"/>
                  </a:moveTo>
                  <a:cubicBezTo>
                    <a:pt x="7" y="0"/>
                    <a:pt x="7" y="0"/>
                    <a:pt x="6" y="0"/>
                  </a:cubicBezTo>
                  <a:cubicBezTo>
                    <a:pt x="2" y="0"/>
                    <a:pt x="0" y="0"/>
                    <a:pt x="0" y="2"/>
                  </a:cubicBezTo>
                  <a:cubicBezTo>
                    <a:pt x="0" y="4"/>
                    <a:pt x="4" y="6"/>
                    <a:pt x="9" y="6"/>
                  </a:cubicBezTo>
                  <a:cubicBezTo>
                    <a:pt x="13" y="6"/>
                    <a:pt x="15" y="5"/>
                    <a:pt x="15" y="3"/>
                  </a:cubicBezTo>
                  <a:cubicBezTo>
                    <a:pt x="15" y="2"/>
                    <a:pt x="13"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177"/>
            <p:cNvSpPr>
              <a:spLocks noEditPoints="1"/>
            </p:cNvSpPr>
            <p:nvPr/>
          </p:nvSpPr>
          <p:spPr bwMode="auto">
            <a:xfrm>
              <a:off x="9612313" y="3033713"/>
              <a:ext cx="171450" cy="155575"/>
            </a:xfrm>
            <a:custGeom>
              <a:avLst/>
              <a:gdLst>
                <a:gd name="T0" fmla="*/ 38 w 48"/>
                <a:gd name="T1" fmla="*/ 10 h 43"/>
                <a:gd name="T2" fmla="*/ 29 w 48"/>
                <a:gd name="T3" fmla="*/ 0 h 43"/>
                <a:gd name="T4" fmla="*/ 20 w 48"/>
                <a:gd name="T5" fmla="*/ 4 h 43"/>
                <a:gd name="T6" fmla="*/ 2 w 48"/>
                <a:gd name="T7" fmla="*/ 17 h 43"/>
                <a:gd name="T8" fmla="*/ 0 w 48"/>
                <a:gd name="T9" fmla="*/ 18 h 43"/>
                <a:gd name="T10" fmla="*/ 24 w 48"/>
                <a:gd name="T11" fmla="*/ 43 h 43"/>
                <a:gd name="T12" fmla="*/ 48 w 48"/>
                <a:gd name="T13" fmla="*/ 17 h 43"/>
                <a:gd name="T14" fmla="*/ 46 w 48"/>
                <a:gd name="T15" fmla="*/ 16 h 43"/>
                <a:gd name="T16" fmla="*/ 38 w 48"/>
                <a:gd name="T17" fmla="*/ 10 h 43"/>
                <a:gd name="T18" fmla="*/ 34 w 48"/>
                <a:gd name="T19" fmla="*/ 25 h 43"/>
                <a:gd name="T20" fmla="*/ 27 w 48"/>
                <a:gd name="T21" fmla="*/ 22 h 43"/>
                <a:gd name="T22" fmla="*/ 24 w 48"/>
                <a:gd name="T23" fmla="*/ 21 h 43"/>
                <a:gd name="T24" fmla="*/ 21 w 48"/>
                <a:gd name="T25" fmla="*/ 22 h 43"/>
                <a:gd name="T26" fmla="*/ 14 w 48"/>
                <a:gd name="T27" fmla="*/ 25 h 43"/>
                <a:gd name="T28" fmla="*/ 4 w 48"/>
                <a:gd name="T29" fmla="*/ 20 h 43"/>
                <a:gd name="T30" fmla="*/ 11 w 48"/>
                <a:gd name="T31" fmla="*/ 17 h 43"/>
                <a:gd name="T32" fmla="*/ 13 w 48"/>
                <a:gd name="T33" fmla="*/ 17 h 43"/>
                <a:gd name="T34" fmla="*/ 21 w 48"/>
                <a:gd name="T35" fmla="*/ 21 h 43"/>
                <a:gd name="T36" fmla="*/ 24 w 48"/>
                <a:gd name="T37" fmla="*/ 20 h 43"/>
                <a:gd name="T38" fmla="*/ 27 w 48"/>
                <a:gd name="T39" fmla="*/ 21 h 43"/>
                <a:gd name="T40" fmla="*/ 35 w 48"/>
                <a:gd name="T41" fmla="*/ 17 h 43"/>
                <a:gd name="T42" fmla="*/ 37 w 48"/>
                <a:gd name="T43" fmla="*/ 17 h 43"/>
                <a:gd name="T44" fmla="*/ 44 w 48"/>
                <a:gd name="T45" fmla="*/ 20 h 43"/>
                <a:gd name="T46" fmla="*/ 34 w 48"/>
                <a:gd name="T47" fmla="*/ 2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8" h="43">
                  <a:moveTo>
                    <a:pt x="38" y="10"/>
                  </a:moveTo>
                  <a:cubicBezTo>
                    <a:pt x="34" y="7"/>
                    <a:pt x="31" y="4"/>
                    <a:pt x="29" y="0"/>
                  </a:cubicBezTo>
                  <a:cubicBezTo>
                    <a:pt x="26" y="2"/>
                    <a:pt x="23" y="3"/>
                    <a:pt x="20" y="4"/>
                  </a:cubicBezTo>
                  <a:cubicBezTo>
                    <a:pt x="13" y="7"/>
                    <a:pt x="6" y="10"/>
                    <a:pt x="2" y="17"/>
                  </a:cubicBezTo>
                  <a:cubicBezTo>
                    <a:pt x="1" y="18"/>
                    <a:pt x="1" y="18"/>
                    <a:pt x="0" y="18"/>
                  </a:cubicBezTo>
                  <a:cubicBezTo>
                    <a:pt x="2" y="32"/>
                    <a:pt x="12" y="43"/>
                    <a:pt x="24" y="43"/>
                  </a:cubicBezTo>
                  <a:cubicBezTo>
                    <a:pt x="36" y="43"/>
                    <a:pt x="47" y="31"/>
                    <a:pt x="48" y="17"/>
                  </a:cubicBezTo>
                  <a:cubicBezTo>
                    <a:pt x="46" y="16"/>
                    <a:pt x="46" y="16"/>
                    <a:pt x="46" y="16"/>
                  </a:cubicBezTo>
                  <a:cubicBezTo>
                    <a:pt x="46" y="16"/>
                    <a:pt x="43" y="13"/>
                    <a:pt x="38" y="10"/>
                  </a:cubicBezTo>
                  <a:close/>
                  <a:moveTo>
                    <a:pt x="34" y="25"/>
                  </a:moveTo>
                  <a:cubicBezTo>
                    <a:pt x="30" y="25"/>
                    <a:pt x="27" y="24"/>
                    <a:pt x="27" y="22"/>
                  </a:cubicBezTo>
                  <a:cubicBezTo>
                    <a:pt x="26" y="21"/>
                    <a:pt x="25" y="21"/>
                    <a:pt x="24" y="21"/>
                  </a:cubicBezTo>
                  <a:cubicBezTo>
                    <a:pt x="23" y="21"/>
                    <a:pt x="22" y="21"/>
                    <a:pt x="21" y="22"/>
                  </a:cubicBezTo>
                  <a:cubicBezTo>
                    <a:pt x="21" y="24"/>
                    <a:pt x="18" y="25"/>
                    <a:pt x="14" y="25"/>
                  </a:cubicBezTo>
                  <a:cubicBezTo>
                    <a:pt x="8" y="25"/>
                    <a:pt x="4" y="22"/>
                    <a:pt x="4" y="20"/>
                  </a:cubicBezTo>
                  <a:cubicBezTo>
                    <a:pt x="4" y="18"/>
                    <a:pt x="6" y="17"/>
                    <a:pt x="11" y="17"/>
                  </a:cubicBezTo>
                  <a:cubicBezTo>
                    <a:pt x="12" y="17"/>
                    <a:pt x="12" y="17"/>
                    <a:pt x="13" y="17"/>
                  </a:cubicBezTo>
                  <a:cubicBezTo>
                    <a:pt x="18" y="17"/>
                    <a:pt x="21" y="19"/>
                    <a:pt x="21" y="21"/>
                  </a:cubicBezTo>
                  <a:cubicBezTo>
                    <a:pt x="22" y="20"/>
                    <a:pt x="23" y="20"/>
                    <a:pt x="24" y="20"/>
                  </a:cubicBezTo>
                  <a:cubicBezTo>
                    <a:pt x="25" y="20"/>
                    <a:pt x="26" y="20"/>
                    <a:pt x="27" y="21"/>
                  </a:cubicBezTo>
                  <a:cubicBezTo>
                    <a:pt x="27" y="19"/>
                    <a:pt x="30" y="17"/>
                    <a:pt x="35" y="17"/>
                  </a:cubicBezTo>
                  <a:cubicBezTo>
                    <a:pt x="36" y="17"/>
                    <a:pt x="37" y="17"/>
                    <a:pt x="37" y="17"/>
                  </a:cubicBezTo>
                  <a:cubicBezTo>
                    <a:pt x="42" y="17"/>
                    <a:pt x="44" y="18"/>
                    <a:pt x="44" y="20"/>
                  </a:cubicBezTo>
                  <a:cubicBezTo>
                    <a:pt x="44" y="22"/>
                    <a:pt x="40" y="25"/>
                    <a:pt x="34"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178"/>
            <p:cNvSpPr>
              <a:spLocks/>
            </p:cNvSpPr>
            <p:nvPr/>
          </p:nvSpPr>
          <p:spPr bwMode="auto">
            <a:xfrm>
              <a:off x="9596438" y="2927350"/>
              <a:ext cx="198437" cy="179388"/>
            </a:xfrm>
            <a:custGeom>
              <a:avLst/>
              <a:gdLst>
                <a:gd name="T0" fmla="*/ 4 w 55"/>
                <a:gd name="T1" fmla="*/ 46 h 50"/>
                <a:gd name="T2" fmla="*/ 33 w 55"/>
                <a:gd name="T3" fmla="*/ 28 h 50"/>
                <a:gd name="T4" fmla="*/ 34 w 55"/>
                <a:gd name="T5" fmla="*/ 28 h 50"/>
                <a:gd name="T6" fmla="*/ 43 w 55"/>
                <a:gd name="T7" fmla="*/ 38 h 50"/>
                <a:gd name="T8" fmla="*/ 52 w 55"/>
                <a:gd name="T9" fmla="*/ 44 h 50"/>
                <a:gd name="T10" fmla="*/ 51 w 55"/>
                <a:gd name="T11" fmla="*/ 26 h 50"/>
                <a:gd name="T12" fmla="*/ 44 w 55"/>
                <a:gd name="T13" fmla="*/ 19 h 50"/>
                <a:gd name="T14" fmla="*/ 45 w 55"/>
                <a:gd name="T15" fmla="*/ 15 h 50"/>
                <a:gd name="T16" fmla="*/ 27 w 55"/>
                <a:gd name="T17" fmla="*/ 0 h 50"/>
                <a:gd name="T18" fmla="*/ 9 w 55"/>
                <a:gd name="T19" fmla="*/ 15 h 50"/>
                <a:gd name="T20" fmla="*/ 10 w 55"/>
                <a:gd name="T21" fmla="*/ 19 h 50"/>
                <a:gd name="T22" fmla="*/ 1 w 55"/>
                <a:gd name="T23" fmla="*/ 34 h 50"/>
                <a:gd name="T24" fmla="*/ 4 w 55"/>
                <a:gd name="T25" fmla="*/ 4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5" h="50">
                  <a:moveTo>
                    <a:pt x="4" y="46"/>
                  </a:moveTo>
                  <a:cubicBezTo>
                    <a:pt x="10" y="35"/>
                    <a:pt x="23" y="33"/>
                    <a:pt x="33" y="28"/>
                  </a:cubicBezTo>
                  <a:cubicBezTo>
                    <a:pt x="34" y="28"/>
                    <a:pt x="34" y="28"/>
                    <a:pt x="34" y="28"/>
                  </a:cubicBezTo>
                  <a:cubicBezTo>
                    <a:pt x="36" y="32"/>
                    <a:pt x="39" y="36"/>
                    <a:pt x="43" y="38"/>
                  </a:cubicBezTo>
                  <a:cubicBezTo>
                    <a:pt x="49" y="41"/>
                    <a:pt x="52" y="44"/>
                    <a:pt x="52" y="44"/>
                  </a:cubicBezTo>
                  <a:cubicBezTo>
                    <a:pt x="52" y="44"/>
                    <a:pt x="55" y="36"/>
                    <a:pt x="51" y="26"/>
                  </a:cubicBezTo>
                  <a:cubicBezTo>
                    <a:pt x="49" y="24"/>
                    <a:pt x="47" y="21"/>
                    <a:pt x="44" y="19"/>
                  </a:cubicBezTo>
                  <a:cubicBezTo>
                    <a:pt x="44" y="18"/>
                    <a:pt x="45" y="16"/>
                    <a:pt x="45" y="15"/>
                  </a:cubicBezTo>
                  <a:cubicBezTo>
                    <a:pt x="45" y="7"/>
                    <a:pt x="37" y="0"/>
                    <a:pt x="27" y="0"/>
                  </a:cubicBezTo>
                  <a:cubicBezTo>
                    <a:pt x="17" y="0"/>
                    <a:pt x="9" y="7"/>
                    <a:pt x="9" y="15"/>
                  </a:cubicBezTo>
                  <a:cubicBezTo>
                    <a:pt x="9" y="16"/>
                    <a:pt x="9" y="18"/>
                    <a:pt x="10" y="19"/>
                  </a:cubicBezTo>
                  <a:cubicBezTo>
                    <a:pt x="2" y="24"/>
                    <a:pt x="1" y="32"/>
                    <a:pt x="1" y="34"/>
                  </a:cubicBezTo>
                  <a:cubicBezTo>
                    <a:pt x="0" y="41"/>
                    <a:pt x="2" y="50"/>
                    <a:pt x="4"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179"/>
            <p:cNvSpPr>
              <a:spLocks noEditPoints="1"/>
            </p:cNvSpPr>
            <p:nvPr/>
          </p:nvSpPr>
          <p:spPr bwMode="auto">
            <a:xfrm>
              <a:off x="9461501" y="3195638"/>
              <a:ext cx="465137" cy="441325"/>
            </a:xfrm>
            <a:custGeom>
              <a:avLst/>
              <a:gdLst>
                <a:gd name="T0" fmla="*/ 31 w 130"/>
                <a:gd name="T1" fmla="*/ 114 h 123"/>
                <a:gd name="T2" fmla="*/ 36 w 130"/>
                <a:gd name="T3" fmla="*/ 100 h 123"/>
                <a:gd name="T4" fmla="*/ 30 w 130"/>
                <a:gd name="T5" fmla="*/ 50 h 123"/>
                <a:gd name="T6" fmla="*/ 38 w 130"/>
                <a:gd name="T7" fmla="*/ 99 h 123"/>
                <a:gd name="T8" fmla="*/ 32 w 130"/>
                <a:gd name="T9" fmla="*/ 116 h 123"/>
                <a:gd name="T10" fmla="*/ 27 w 130"/>
                <a:gd name="T11" fmla="*/ 123 h 123"/>
                <a:gd name="T12" fmla="*/ 103 w 130"/>
                <a:gd name="T13" fmla="*/ 118 h 123"/>
                <a:gd name="T14" fmla="*/ 91 w 130"/>
                <a:gd name="T15" fmla="*/ 102 h 123"/>
                <a:gd name="T16" fmla="*/ 101 w 130"/>
                <a:gd name="T17" fmla="*/ 74 h 123"/>
                <a:gd name="T18" fmla="*/ 99 w 130"/>
                <a:gd name="T19" fmla="*/ 42 h 123"/>
                <a:gd name="T20" fmla="*/ 92 w 130"/>
                <a:gd name="T21" fmla="*/ 102 h 123"/>
                <a:gd name="T22" fmla="*/ 111 w 130"/>
                <a:gd name="T23" fmla="*/ 111 h 123"/>
                <a:gd name="T24" fmla="*/ 113 w 130"/>
                <a:gd name="T25" fmla="*/ 23 h 123"/>
                <a:gd name="T26" fmla="*/ 93 w 130"/>
                <a:gd name="T27" fmla="*/ 5 h 123"/>
                <a:gd name="T28" fmla="*/ 84 w 130"/>
                <a:gd name="T29" fmla="*/ 2 h 123"/>
                <a:gd name="T30" fmla="*/ 82 w 130"/>
                <a:gd name="T31" fmla="*/ 2 h 123"/>
                <a:gd name="T32" fmla="*/ 65 w 130"/>
                <a:gd name="T33" fmla="*/ 0 h 123"/>
                <a:gd name="T34" fmla="*/ 65 w 130"/>
                <a:gd name="T35" fmla="*/ 0 h 123"/>
                <a:gd name="T36" fmla="*/ 65 w 130"/>
                <a:gd name="T37" fmla="*/ 0 h 123"/>
                <a:gd name="T38" fmla="*/ 47 w 130"/>
                <a:gd name="T39" fmla="*/ 2 h 123"/>
                <a:gd name="T40" fmla="*/ 45 w 130"/>
                <a:gd name="T41" fmla="*/ 2 h 123"/>
                <a:gd name="T42" fmla="*/ 37 w 130"/>
                <a:gd name="T43" fmla="*/ 5 h 123"/>
                <a:gd name="T44" fmla="*/ 17 w 130"/>
                <a:gd name="T45" fmla="*/ 23 h 123"/>
                <a:gd name="T46" fmla="*/ 19 w 130"/>
                <a:gd name="T47" fmla="*/ 111 h 123"/>
                <a:gd name="T48" fmla="*/ 80 w 130"/>
                <a:gd name="T49" fmla="*/ 35 h 123"/>
                <a:gd name="T50" fmla="*/ 88 w 130"/>
                <a:gd name="T51" fmla="*/ 30 h 123"/>
                <a:gd name="T52" fmla="*/ 93 w 130"/>
                <a:gd name="T53" fmla="*/ 35 h 123"/>
                <a:gd name="T54" fmla="*/ 88 w 130"/>
                <a:gd name="T55" fmla="*/ 42 h 123"/>
                <a:gd name="T56" fmla="*/ 80 w 130"/>
                <a:gd name="T57" fmla="*/ 47 h 123"/>
                <a:gd name="T58" fmla="*/ 75 w 130"/>
                <a:gd name="T59" fmla="*/ 42 h 123"/>
                <a:gd name="T60" fmla="*/ 65 w 130"/>
                <a:gd name="T61" fmla="*/ 19 h 123"/>
                <a:gd name="T62" fmla="*/ 65 w 130"/>
                <a:gd name="T63" fmla="*/ 25 h 123"/>
                <a:gd name="T64" fmla="*/ 65 w 130"/>
                <a:gd name="T65" fmla="*/ 19 h 123"/>
                <a:gd name="T66" fmla="*/ 68 w 130"/>
                <a:gd name="T67" fmla="*/ 46 h 123"/>
                <a:gd name="T68" fmla="*/ 62 w 130"/>
                <a:gd name="T69" fmla="*/ 46 h 123"/>
                <a:gd name="T70" fmla="*/ 65 w 130"/>
                <a:gd name="T71" fmla="*/ 66 h 123"/>
                <a:gd name="T72" fmla="*/ 65 w 130"/>
                <a:gd name="T73" fmla="*/ 73 h 123"/>
                <a:gd name="T74" fmla="*/ 65 w 130"/>
                <a:gd name="T75" fmla="*/ 66 h 123"/>
                <a:gd name="T76" fmla="*/ 68 w 130"/>
                <a:gd name="T77" fmla="*/ 93 h 123"/>
                <a:gd name="T78" fmla="*/ 62 w 130"/>
                <a:gd name="T79" fmla="*/ 93 h 123"/>
                <a:gd name="T80" fmla="*/ 65 w 130"/>
                <a:gd name="T81" fmla="*/ 114 h 123"/>
                <a:gd name="T82" fmla="*/ 65 w 130"/>
                <a:gd name="T83" fmla="*/ 120 h 123"/>
                <a:gd name="T84" fmla="*/ 65 w 130"/>
                <a:gd name="T85" fmla="*/ 114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0" h="123">
                  <a:moveTo>
                    <a:pt x="19" y="111"/>
                  </a:moveTo>
                  <a:cubicBezTo>
                    <a:pt x="21" y="115"/>
                    <a:pt x="27" y="117"/>
                    <a:pt x="31" y="114"/>
                  </a:cubicBezTo>
                  <a:cubicBezTo>
                    <a:pt x="36" y="112"/>
                    <a:pt x="39" y="107"/>
                    <a:pt x="37" y="102"/>
                  </a:cubicBezTo>
                  <a:cubicBezTo>
                    <a:pt x="37" y="102"/>
                    <a:pt x="36" y="100"/>
                    <a:pt x="36" y="100"/>
                  </a:cubicBezTo>
                  <a:cubicBezTo>
                    <a:pt x="25" y="79"/>
                    <a:pt x="23" y="62"/>
                    <a:pt x="30" y="42"/>
                  </a:cubicBezTo>
                  <a:cubicBezTo>
                    <a:pt x="30" y="50"/>
                    <a:pt x="30" y="50"/>
                    <a:pt x="30" y="50"/>
                  </a:cubicBezTo>
                  <a:cubicBezTo>
                    <a:pt x="29" y="74"/>
                    <a:pt x="29" y="74"/>
                    <a:pt x="29" y="74"/>
                  </a:cubicBezTo>
                  <a:cubicBezTo>
                    <a:pt x="30" y="82"/>
                    <a:pt x="33" y="90"/>
                    <a:pt x="38" y="99"/>
                  </a:cubicBezTo>
                  <a:cubicBezTo>
                    <a:pt x="38" y="99"/>
                    <a:pt x="39" y="102"/>
                    <a:pt x="39" y="102"/>
                  </a:cubicBezTo>
                  <a:cubicBezTo>
                    <a:pt x="41" y="107"/>
                    <a:pt x="38" y="114"/>
                    <a:pt x="32" y="116"/>
                  </a:cubicBezTo>
                  <a:cubicBezTo>
                    <a:pt x="31" y="117"/>
                    <a:pt x="29" y="118"/>
                    <a:pt x="27" y="118"/>
                  </a:cubicBezTo>
                  <a:cubicBezTo>
                    <a:pt x="27" y="123"/>
                    <a:pt x="27" y="123"/>
                    <a:pt x="27" y="123"/>
                  </a:cubicBezTo>
                  <a:cubicBezTo>
                    <a:pt x="103" y="123"/>
                    <a:pt x="103" y="123"/>
                    <a:pt x="103" y="123"/>
                  </a:cubicBezTo>
                  <a:cubicBezTo>
                    <a:pt x="103" y="118"/>
                    <a:pt x="103" y="118"/>
                    <a:pt x="103" y="118"/>
                  </a:cubicBezTo>
                  <a:cubicBezTo>
                    <a:pt x="101" y="118"/>
                    <a:pt x="99" y="117"/>
                    <a:pt x="97" y="116"/>
                  </a:cubicBezTo>
                  <a:cubicBezTo>
                    <a:pt x="92" y="114"/>
                    <a:pt x="89" y="107"/>
                    <a:pt x="91" y="102"/>
                  </a:cubicBezTo>
                  <a:cubicBezTo>
                    <a:pt x="91" y="102"/>
                    <a:pt x="92" y="99"/>
                    <a:pt x="92" y="99"/>
                  </a:cubicBezTo>
                  <a:cubicBezTo>
                    <a:pt x="97" y="90"/>
                    <a:pt x="99" y="82"/>
                    <a:pt x="101" y="74"/>
                  </a:cubicBezTo>
                  <a:cubicBezTo>
                    <a:pt x="100" y="50"/>
                    <a:pt x="100" y="50"/>
                    <a:pt x="100" y="50"/>
                  </a:cubicBezTo>
                  <a:cubicBezTo>
                    <a:pt x="99" y="42"/>
                    <a:pt x="99" y="42"/>
                    <a:pt x="99" y="42"/>
                  </a:cubicBezTo>
                  <a:cubicBezTo>
                    <a:pt x="106" y="62"/>
                    <a:pt x="105" y="79"/>
                    <a:pt x="94" y="100"/>
                  </a:cubicBezTo>
                  <a:cubicBezTo>
                    <a:pt x="93" y="100"/>
                    <a:pt x="93" y="102"/>
                    <a:pt x="92" y="102"/>
                  </a:cubicBezTo>
                  <a:cubicBezTo>
                    <a:pt x="91" y="107"/>
                    <a:pt x="93" y="112"/>
                    <a:pt x="98" y="114"/>
                  </a:cubicBezTo>
                  <a:cubicBezTo>
                    <a:pt x="103" y="117"/>
                    <a:pt x="108" y="115"/>
                    <a:pt x="111" y="111"/>
                  </a:cubicBezTo>
                  <a:cubicBezTo>
                    <a:pt x="111" y="111"/>
                    <a:pt x="112" y="109"/>
                    <a:pt x="113" y="108"/>
                  </a:cubicBezTo>
                  <a:cubicBezTo>
                    <a:pt x="130" y="80"/>
                    <a:pt x="128" y="52"/>
                    <a:pt x="113" y="23"/>
                  </a:cubicBezTo>
                  <a:cubicBezTo>
                    <a:pt x="109" y="16"/>
                    <a:pt x="104" y="10"/>
                    <a:pt x="93" y="5"/>
                  </a:cubicBezTo>
                  <a:cubicBezTo>
                    <a:pt x="93" y="5"/>
                    <a:pt x="93" y="5"/>
                    <a:pt x="93" y="5"/>
                  </a:cubicBezTo>
                  <a:cubicBezTo>
                    <a:pt x="91" y="4"/>
                    <a:pt x="88" y="3"/>
                    <a:pt x="85" y="3"/>
                  </a:cubicBezTo>
                  <a:cubicBezTo>
                    <a:pt x="84" y="2"/>
                    <a:pt x="84" y="2"/>
                    <a:pt x="84" y="2"/>
                  </a:cubicBezTo>
                  <a:cubicBezTo>
                    <a:pt x="84" y="2"/>
                    <a:pt x="83" y="2"/>
                    <a:pt x="82" y="2"/>
                  </a:cubicBezTo>
                  <a:cubicBezTo>
                    <a:pt x="82" y="2"/>
                    <a:pt x="82" y="2"/>
                    <a:pt x="82" y="2"/>
                  </a:cubicBezTo>
                  <a:cubicBezTo>
                    <a:pt x="81" y="2"/>
                    <a:pt x="79" y="1"/>
                    <a:pt x="78" y="1"/>
                  </a:cubicBezTo>
                  <a:cubicBezTo>
                    <a:pt x="74" y="1"/>
                    <a:pt x="69" y="1"/>
                    <a:pt x="65" y="0"/>
                  </a:cubicBezTo>
                  <a:cubicBezTo>
                    <a:pt x="65" y="0"/>
                    <a:pt x="65" y="0"/>
                    <a:pt x="65" y="0"/>
                  </a:cubicBezTo>
                  <a:cubicBezTo>
                    <a:pt x="65" y="0"/>
                    <a:pt x="65" y="0"/>
                    <a:pt x="65" y="0"/>
                  </a:cubicBezTo>
                  <a:cubicBezTo>
                    <a:pt x="65" y="0"/>
                    <a:pt x="65" y="0"/>
                    <a:pt x="65" y="0"/>
                  </a:cubicBezTo>
                  <a:cubicBezTo>
                    <a:pt x="65" y="0"/>
                    <a:pt x="65" y="0"/>
                    <a:pt x="65" y="0"/>
                  </a:cubicBezTo>
                  <a:cubicBezTo>
                    <a:pt x="61" y="1"/>
                    <a:pt x="55" y="1"/>
                    <a:pt x="52" y="1"/>
                  </a:cubicBezTo>
                  <a:cubicBezTo>
                    <a:pt x="50" y="1"/>
                    <a:pt x="49" y="2"/>
                    <a:pt x="47" y="2"/>
                  </a:cubicBezTo>
                  <a:cubicBezTo>
                    <a:pt x="47" y="2"/>
                    <a:pt x="47" y="2"/>
                    <a:pt x="47" y="2"/>
                  </a:cubicBezTo>
                  <a:cubicBezTo>
                    <a:pt x="47" y="2"/>
                    <a:pt x="46" y="2"/>
                    <a:pt x="45" y="2"/>
                  </a:cubicBezTo>
                  <a:cubicBezTo>
                    <a:pt x="45" y="3"/>
                    <a:pt x="45" y="3"/>
                    <a:pt x="45" y="3"/>
                  </a:cubicBezTo>
                  <a:cubicBezTo>
                    <a:pt x="41" y="3"/>
                    <a:pt x="39" y="4"/>
                    <a:pt x="37" y="5"/>
                  </a:cubicBezTo>
                  <a:cubicBezTo>
                    <a:pt x="37" y="5"/>
                    <a:pt x="37" y="5"/>
                    <a:pt x="37" y="5"/>
                  </a:cubicBezTo>
                  <a:cubicBezTo>
                    <a:pt x="25" y="10"/>
                    <a:pt x="20" y="16"/>
                    <a:pt x="17" y="23"/>
                  </a:cubicBezTo>
                  <a:cubicBezTo>
                    <a:pt x="1" y="52"/>
                    <a:pt x="0" y="80"/>
                    <a:pt x="17" y="108"/>
                  </a:cubicBezTo>
                  <a:cubicBezTo>
                    <a:pt x="17" y="109"/>
                    <a:pt x="18" y="111"/>
                    <a:pt x="19" y="111"/>
                  </a:cubicBezTo>
                  <a:close/>
                  <a:moveTo>
                    <a:pt x="75" y="35"/>
                  </a:moveTo>
                  <a:cubicBezTo>
                    <a:pt x="80" y="35"/>
                    <a:pt x="80" y="35"/>
                    <a:pt x="80" y="35"/>
                  </a:cubicBezTo>
                  <a:cubicBezTo>
                    <a:pt x="80" y="30"/>
                    <a:pt x="80" y="30"/>
                    <a:pt x="80" y="30"/>
                  </a:cubicBezTo>
                  <a:cubicBezTo>
                    <a:pt x="88" y="30"/>
                    <a:pt x="88" y="30"/>
                    <a:pt x="88" y="30"/>
                  </a:cubicBezTo>
                  <a:cubicBezTo>
                    <a:pt x="88" y="35"/>
                    <a:pt x="88" y="35"/>
                    <a:pt x="88" y="35"/>
                  </a:cubicBezTo>
                  <a:cubicBezTo>
                    <a:pt x="93" y="35"/>
                    <a:pt x="93" y="35"/>
                    <a:pt x="93" y="35"/>
                  </a:cubicBezTo>
                  <a:cubicBezTo>
                    <a:pt x="93" y="42"/>
                    <a:pt x="93" y="42"/>
                    <a:pt x="93" y="42"/>
                  </a:cubicBezTo>
                  <a:cubicBezTo>
                    <a:pt x="88" y="42"/>
                    <a:pt x="88" y="42"/>
                    <a:pt x="88" y="42"/>
                  </a:cubicBezTo>
                  <a:cubicBezTo>
                    <a:pt x="88" y="47"/>
                    <a:pt x="88" y="47"/>
                    <a:pt x="88" y="47"/>
                  </a:cubicBezTo>
                  <a:cubicBezTo>
                    <a:pt x="80" y="47"/>
                    <a:pt x="80" y="47"/>
                    <a:pt x="80" y="47"/>
                  </a:cubicBezTo>
                  <a:cubicBezTo>
                    <a:pt x="80" y="42"/>
                    <a:pt x="80" y="42"/>
                    <a:pt x="80" y="42"/>
                  </a:cubicBezTo>
                  <a:cubicBezTo>
                    <a:pt x="75" y="42"/>
                    <a:pt x="75" y="42"/>
                    <a:pt x="75" y="42"/>
                  </a:cubicBezTo>
                  <a:lnTo>
                    <a:pt x="75" y="35"/>
                  </a:lnTo>
                  <a:close/>
                  <a:moveTo>
                    <a:pt x="65" y="19"/>
                  </a:moveTo>
                  <a:cubicBezTo>
                    <a:pt x="67" y="19"/>
                    <a:pt x="68" y="21"/>
                    <a:pt x="68" y="22"/>
                  </a:cubicBezTo>
                  <a:cubicBezTo>
                    <a:pt x="68" y="24"/>
                    <a:pt x="67" y="25"/>
                    <a:pt x="65" y="25"/>
                  </a:cubicBezTo>
                  <a:cubicBezTo>
                    <a:pt x="63" y="25"/>
                    <a:pt x="62" y="24"/>
                    <a:pt x="62" y="22"/>
                  </a:cubicBezTo>
                  <a:cubicBezTo>
                    <a:pt x="62" y="21"/>
                    <a:pt x="63" y="19"/>
                    <a:pt x="65" y="19"/>
                  </a:cubicBezTo>
                  <a:close/>
                  <a:moveTo>
                    <a:pt x="65" y="43"/>
                  </a:moveTo>
                  <a:cubicBezTo>
                    <a:pt x="67" y="43"/>
                    <a:pt x="68" y="44"/>
                    <a:pt x="68" y="46"/>
                  </a:cubicBezTo>
                  <a:cubicBezTo>
                    <a:pt x="68" y="48"/>
                    <a:pt x="67" y="49"/>
                    <a:pt x="65" y="49"/>
                  </a:cubicBezTo>
                  <a:cubicBezTo>
                    <a:pt x="63" y="49"/>
                    <a:pt x="62" y="48"/>
                    <a:pt x="62" y="46"/>
                  </a:cubicBezTo>
                  <a:cubicBezTo>
                    <a:pt x="62" y="44"/>
                    <a:pt x="63" y="43"/>
                    <a:pt x="65" y="43"/>
                  </a:cubicBezTo>
                  <a:close/>
                  <a:moveTo>
                    <a:pt x="65" y="66"/>
                  </a:moveTo>
                  <a:cubicBezTo>
                    <a:pt x="67" y="66"/>
                    <a:pt x="68" y="68"/>
                    <a:pt x="68" y="70"/>
                  </a:cubicBezTo>
                  <a:cubicBezTo>
                    <a:pt x="68" y="71"/>
                    <a:pt x="67" y="73"/>
                    <a:pt x="65" y="73"/>
                  </a:cubicBezTo>
                  <a:cubicBezTo>
                    <a:pt x="63" y="73"/>
                    <a:pt x="62" y="71"/>
                    <a:pt x="62" y="70"/>
                  </a:cubicBezTo>
                  <a:cubicBezTo>
                    <a:pt x="62" y="68"/>
                    <a:pt x="63" y="66"/>
                    <a:pt x="65" y="66"/>
                  </a:cubicBezTo>
                  <a:close/>
                  <a:moveTo>
                    <a:pt x="65" y="90"/>
                  </a:moveTo>
                  <a:cubicBezTo>
                    <a:pt x="67" y="90"/>
                    <a:pt x="68" y="91"/>
                    <a:pt x="68" y="93"/>
                  </a:cubicBezTo>
                  <a:cubicBezTo>
                    <a:pt x="68" y="95"/>
                    <a:pt x="67" y="96"/>
                    <a:pt x="65" y="96"/>
                  </a:cubicBezTo>
                  <a:cubicBezTo>
                    <a:pt x="63" y="96"/>
                    <a:pt x="62" y="95"/>
                    <a:pt x="62" y="93"/>
                  </a:cubicBezTo>
                  <a:cubicBezTo>
                    <a:pt x="62" y="91"/>
                    <a:pt x="63" y="90"/>
                    <a:pt x="65" y="90"/>
                  </a:cubicBezTo>
                  <a:close/>
                  <a:moveTo>
                    <a:pt x="65" y="114"/>
                  </a:moveTo>
                  <a:cubicBezTo>
                    <a:pt x="67" y="114"/>
                    <a:pt x="68" y="115"/>
                    <a:pt x="68" y="117"/>
                  </a:cubicBezTo>
                  <a:cubicBezTo>
                    <a:pt x="68" y="119"/>
                    <a:pt x="67" y="120"/>
                    <a:pt x="65" y="120"/>
                  </a:cubicBezTo>
                  <a:cubicBezTo>
                    <a:pt x="63" y="120"/>
                    <a:pt x="62" y="119"/>
                    <a:pt x="62" y="117"/>
                  </a:cubicBezTo>
                  <a:cubicBezTo>
                    <a:pt x="62" y="115"/>
                    <a:pt x="63" y="114"/>
                    <a:pt x="65" y="1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80"/>
            <p:cNvSpPr>
              <a:spLocks/>
            </p:cNvSpPr>
            <p:nvPr/>
          </p:nvSpPr>
          <p:spPr bwMode="auto">
            <a:xfrm>
              <a:off x="9345613" y="3643313"/>
              <a:ext cx="1193800" cy="506413"/>
            </a:xfrm>
            <a:custGeom>
              <a:avLst/>
              <a:gdLst>
                <a:gd name="T0" fmla="*/ 0 w 752"/>
                <a:gd name="T1" fmla="*/ 127 h 319"/>
                <a:gd name="T2" fmla="*/ 50 w 752"/>
                <a:gd name="T3" fmla="*/ 127 h 319"/>
                <a:gd name="T4" fmla="*/ 50 w 752"/>
                <a:gd name="T5" fmla="*/ 319 h 319"/>
                <a:gd name="T6" fmla="*/ 127 w 752"/>
                <a:gd name="T7" fmla="*/ 319 h 319"/>
                <a:gd name="T8" fmla="*/ 127 w 752"/>
                <a:gd name="T9" fmla="*/ 127 h 319"/>
                <a:gd name="T10" fmla="*/ 626 w 752"/>
                <a:gd name="T11" fmla="*/ 127 h 319"/>
                <a:gd name="T12" fmla="*/ 626 w 752"/>
                <a:gd name="T13" fmla="*/ 319 h 319"/>
                <a:gd name="T14" fmla="*/ 705 w 752"/>
                <a:gd name="T15" fmla="*/ 319 h 319"/>
                <a:gd name="T16" fmla="*/ 705 w 752"/>
                <a:gd name="T17" fmla="*/ 127 h 319"/>
                <a:gd name="T18" fmla="*/ 752 w 752"/>
                <a:gd name="T19" fmla="*/ 127 h 319"/>
                <a:gd name="T20" fmla="*/ 752 w 752"/>
                <a:gd name="T21" fmla="*/ 0 h 319"/>
                <a:gd name="T22" fmla="*/ 0 w 752"/>
                <a:gd name="T23" fmla="*/ 0 h 319"/>
                <a:gd name="T24" fmla="*/ 0 w 752"/>
                <a:gd name="T25" fmla="*/ 127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52" h="319">
                  <a:moveTo>
                    <a:pt x="0" y="127"/>
                  </a:moveTo>
                  <a:lnTo>
                    <a:pt x="50" y="127"/>
                  </a:lnTo>
                  <a:lnTo>
                    <a:pt x="50" y="319"/>
                  </a:lnTo>
                  <a:lnTo>
                    <a:pt x="127" y="319"/>
                  </a:lnTo>
                  <a:lnTo>
                    <a:pt x="127" y="127"/>
                  </a:lnTo>
                  <a:lnTo>
                    <a:pt x="626" y="127"/>
                  </a:lnTo>
                  <a:lnTo>
                    <a:pt x="626" y="319"/>
                  </a:lnTo>
                  <a:lnTo>
                    <a:pt x="705" y="319"/>
                  </a:lnTo>
                  <a:lnTo>
                    <a:pt x="705" y="127"/>
                  </a:lnTo>
                  <a:lnTo>
                    <a:pt x="752" y="127"/>
                  </a:lnTo>
                  <a:lnTo>
                    <a:pt x="752" y="0"/>
                  </a:lnTo>
                  <a:lnTo>
                    <a:pt x="0" y="0"/>
                  </a:lnTo>
                  <a:lnTo>
                    <a:pt x="0" y="1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Rectangle 181"/>
            <p:cNvSpPr>
              <a:spLocks noChangeArrowheads="1"/>
            </p:cNvSpPr>
            <p:nvPr/>
          </p:nvSpPr>
          <p:spPr bwMode="auto">
            <a:xfrm>
              <a:off x="10002838" y="3109913"/>
              <a:ext cx="630237"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Rectangle 182"/>
            <p:cNvSpPr>
              <a:spLocks noChangeArrowheads="1"/>
            </p:cNvSpPr>
            <p:nvPr/>
          </p:nvSpPr>
          <p:spPr bwMode="auto">
            <a:xfrm>
              <a:off x="10002838" y="3335338"/>
              <a:ext cx="630237"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183"/>
            <p:cNvSpPr>
              <a:spLocks/>
            </p:cNvSpPr>
            <p:nvPr/>
          </p:nvSpPr>
          <p:spPr bwMode="auto">
            <a:xfrm>
              <a:off x="10328276" y="3009900"/>
              <a:ext cx="93662" cy="92075"/>
            </a:xfrm>
            <a:custGeom>
              <a:avLst/>
              <a:gdLst>
                <a:gd name="T0" fmla="*/ 7 w 26"/>
                <a:gd name="T1" fmla="*/ 26 h 26"/>
                <a:gd name="T2" fmla="*/ 19 w 26"/>
                <a:gd name="T3" fmla="*/ 26 h 26"/>
                <a:gd name="T4" fmla="*/ 26 w 26"/>
                <a:gd name="T5" fmla="*/ 14 h 26"/>
                <a:gd name="T6" fmla="*/ 23 w 26"/>
                <a:gd name="T7" fmla="*/ 5 h 26"/>
                <a:gd name="T8" fmla="*/ 25 w 26"/>
                <a:gd name="T9" fmla="*/ 3 h 26"/>
                <a:gd name="T10" fmla="*/ 22 w 26"/>
                <a:gd name="T11" fmla="*/ 0 h 26"/>
                <a:gd name="T12" fmla="*/ 4 w 26"/>
                <a:gd name="T13" fmla="*/ 0 h 26"/>
                <a:gd name="T14" fmla="*/ 2 w 26"/>
                <a:gd name="T15" fmla="*/ 3 h 26"/>
                <a:gd name="T16" fmla="*/ 3 w 26"/>
                <a:gd name="T17" fmla="*/ 5 h 26"/>
                <a:gd name="T18" fmla="*/ 0 w 26"/>
                <a:gd name="T19" fmla="*/ 14 h 26"/>
                <a:gd name="T20" fmla="*/ 7 w 26"/>
                <a:gd name="T21"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26">
                  <a:moveTo>
                    <a:pt x="7" y="26"/>
                  </a:moveTo>
                  <a:cubicBezTo>
                    <a:pt x="19" y="26"/>
                    <a:pt x="19" y="26"/>
                    <a:pt x="19" y="26"/>
                  </a:cubicBezTo>
                  <a:cubicBezTo>
                    <a:pt x="23" y="24"/>
                    <a:pt x="26" y="19"/>
                    <a:pt x="26" y="14"/>
                  </a:cubicBezTo>
                  <a:cubicBezTo>
                    <a:pt x="26" y="11"/>
                    <a:pt x="25" y="8"/>
                    <a:pt x="23" y="5"/>
                  </a:cubicBezTo>
                  <a:cubicBezTo>
                    <a:pt x="24" y="5"/>
                    <a:pt x="25" y="4"/>
                    <a:pt x="25" y="3"/>
                  </a:cubicBezTo>
                  <a:cubicBezTo>
                    <a:pt x="25" y="1"/>
                    <a:pt x="24" y="0"/>
                    <a:pt x="22" y="0"/>
                  </a:cubicBezTo>
                  <a:cubicBezTo>
                    <a:pt x="4" y="0"/>
                    <a:pt x="4" y="0"/>
                    <a:pt x="4" y="0"/>
                  </a:cubicBezTo>
                  <a:cubicBezTo>
                    <a:pt x="3" y="0"/>
                    <a:pt x="2" y="1"/>
                    <a:pt x="2" y="3"/>
                  </a:cubicBezTo>
                  <a:cubicBezTo>
                    <a:pt x="2" y="4"/>
                    <a:pt x="2" y="5"/>
                    <a:pt x="3" y="5"/>
                  </a:cubicBezTo>
                  <a:cubicBezTo>
                    <a:pt x="2" y="8"/>
                    <a:pt x="0" y="11"/>
                    <a:pt x="0" y="14"/>
                  </a:cubicBezTo>
                  <a:cubicBezTo>
                    <a:pt x="0" y="19"/>
                    <a:pt x="3" y="24"/>
                    <a:pt x="7"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184"/>
            <p:cNvSpPr>
              <a:spLocks/>
            </p:cNvSpPr>
            <p:nvPr/>
          </p:nvSpPr>
          <p:spPr bwMode="auto">
            <a:xfrm>
              <a:off x="10504488" y="3260725"/>
              <a:ext cx="68262" cy="68263"/>
            </a:xfrm>
            <a:custGeom>
              <a:avLst/>
              <a:gdLst>
                <a:gd name="T0" fmla="*/ 5 w 19"/>
                <a:gd name="T1" fmla="*/ 19 h 19"/>
                <a:gd name="T2" fmla="*/ 14 w 19"/>
                <a:gd name="T3" fmla="*/ 19 h 19"/>
                <a:gd name="T4" fmla="*/ 19 w 19"/>
                <a:gd name="T5" fmla="*/ 11 h 19"/>
                <a:gd name="T6" fmla="*/ 17 w 19"/>
                <a:gd name="T7" fmla="*/ 4 h 19"/>
                <a:gd name="T8" fmla="*/ 18 w 19"/>
                <a:gd name="T9" fmla="*/ 2 h 19"/>
                <a:gd name="T10" fmla="*/ 16 w 19"/>
                <a:gd name="T11" fmla="*/ 0 h 19"/>
                <a:gd name="T12" fmla="*/ 3 w 19"/>
                <a:gd name="T13" fmla="*/ 0 h 19"/>
                <a:gd name="T14" fmla="*/ 1 w 19"/>
                <a:gd name="T15" fmla="*/ 2 h 19"/>
                <a:gd name="T16" fmla="*/ 2 w 19"/>
                <a:gd name="T17" fmla="*/ 4 h 19"/>
                <a:gd name="T18" fmla="*/ 0 w 19"/>
                <a:gd name="T19" fmla="*/ 11 h 19"/>
                <a:gd name="T20" fmla="*/ 5 w 19"/>
                <a:gd name="T21"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9">
                  <a:moveTo>
                    <a:pt x="5" y="19"/>
                  </a:moveTo>
                  <a:cubicBezTo>
                    <a:pt x="14" y="19"/>
                    <a:pt x="14" y="19"/>
                    <a:pt x="14" y="19"/>
                  </a:cubicBezTo>
                  <a:cubicBezTo>
                    <a:pt x="17" y="18"/>
                    <a:pt x="19" y="14"/>
                    <a:pt x="19" y="11"/>
                  </a:cubicBezTo>
                  <a:cubicBezTo>
                    <a:pt x="19" y="8"/>
                    <a:pt x="18" y="6"/>
                    <a:pt x="17" y="4"/>
                  </a:cubicBezTo>
                  <a:cubicBezTo>
                    <a:pt x="17" y="4"/>
                    <a:pt x="18" y="3"/>
                    <a:pt x="18" y="2"/>
                  </a:cubicBezTo>
                  <a:cubicBezTo>
                    <a:pt x="18" y="1"/>
                    <a:pt x="17" y="0"/>
                    <a:pt x="16" y="0"/>
                  </a:cubicBezTo>
                  <a:cubicBezTo>
                    <a:pt x="3" y="0"/>
                    <a:pt x="3" y="0"/>
                    <a:pt x="3" y="0"/>
                  </a:cubicBezTo>
                  <a:cubicBezTo>
                    <a:pt x="2" y="0"/>
                    <a:pt x="1" y="1"/>
                    <a:pt x="1" y="2"/>
                  </a:cubicBezTo>
                  <a:cubicBezTo>
                    <a:pt x="1" y="3"/>
                    <a:pt x="2" y="4"/>
                    <a:pt x="2" y="4"/>
                  </a:cubicBezTo>
                  <a:cubicBezTo>
                    <a:pt x="1" y="6"/>
                    <a:pt x="0" y="8"/>
                    <a:pt x="0" y="11"/>
                  </a:cubicBezTo>
                  <a:cubicBezTo>
                    <a:pt x="0" y="14"/>
                    <a:pt x="2" y="18"/>
                    <a:pt x="5"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185"/>
            <p:cNvSpPr>
              <a:spLocks/>
            </p:cNvSpPr>
            <p:nvPr/>
          </p:nvSpPr>
          <p:spPr bwMode="auto">
            <a:xfrm>
              <a:off x="10234613" y="2990850"/>
              <a:ext cx="65087" cy="111125"/>
            </a:xfrm>
            <a:custGeom>
              <a:avLst/>
              <a:gdLst>
                <a:gd name="T0" fmla="*/ 41 w 41"/>
                <a:gd name="T1" fmla="*/ 16 h 70"/>
                <a:gd name="T2" fmla="*/ 27 w 41"/>
                <a:gd name="T3" fmla="*/ 16 h 70"/>
                <a:gd name="T4" fmla="*/ 27 w 41"/>
                <a:gd name="T5" fmla="*/ 12 h 70"/>
                <a:gd name="T6" fmla="*/ 32 w 41"/>
                <a:gd name="T7" fmla="*/ 12 h 70"/>
                <a:gd name="T8" fmla="*/ 32 w 41"/>
                <a:gd name="T9" fmla="*/ 0 h 70"/>
                <a:gd name="T10" fmla="*/ 9 w 41"/>
                <a:gd name="T11" fmla="*/ 0 h 70"/>
                <a:gd name="T12" fmla="*/ 9 w 41"/>
                <a:gd name="T13" fmla="*/ 12 h 70"/>
                <a:gd name="T14" fmla="*/ 12 w 41"/>
                <a:gd name="T15" fmla="*/ 12 h 70"/>
                <a:gd name="T16" fmla="*/ 12 w 41"/>
                <a:gd name="T17" fmla="*/ 16 h 70"/>
                <a:gd name="T18" fmla="*/ 0 w 41"/>
                <a:gd name="T19" fmla="*/ 16 h 70"/>
                <a:gd name="T20" fmla="*/ 0 w 41"/>
                <a:gd name="T21" fmla="*/ 70 h 70"/>
                <a:gd name="T22" fmla="*/ 41 w 41"/>
                <a:gd name="T23" fmla="*/ 70 h 70"/>
                <a:gd name="T24" fmla="*/ 41 w 41"/>
                <a:gd name="T25" fmla="*/ 1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1" h="70">
                  <a:moveTo>
                    <a:pt x="41" y="16"/>
                  </a:moveTo>
                  <a:lnTo>
                    <a:pt x="27" y="16"/>
                  </a:lnTo>
                  <a:lnTo>
                    <a:pt x="27" y="12"/>
                  </a:lnTo>
                  <a:lnTo>
                    <a:pt x="32" y="12"/>
                  </a:lnTo>
                  <a:lnTo>
                    <a:pt x="32" y="0"/>
                  </a:lnTo>
                  <a:lnTo>
                    <a:pt x="9" y="0"/>
                  </a:lnTo>
                  <a:lnTo>
                    <a:pt x="9" y="12"/>
                  </a:lnTo>
                  <a:lnTo>
                    <a:pt x="12" y="12"/>
                  </a:lnTo>
                  <a:lnTo>
                    <a:pt x="12" y="16"/>
                  </a:lnTo>
                  <a:lnTo>
                    <a:pt x="0" y="16"/>
                  </a:lnTo>
                  <a:lnTo>
                    <a:pt x="0" y="70"/>
                  </a:lnTo>
                  <a:lnTo>
                    <a:pt x="41" y="70"/>
                  </a:lnTo>
                  <a:lnTo>
                    <a:pt x="41"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186"/>
            <p:cNvSpPr>
              <a:spLocks/>
            </p:cNvSpPr>
            <p:nvPr/>
          </p:nvSpPr>
          <p:spPr bwMode="auto">
            <a:xfrm>
              <a:off x="10325101" y="3217863"/>
              <a:ext cx="63500" cy="111125"/>
            </a:xfrm>
            <a:custGeom>
              <a:avLst/>
              <a:gdLst>
                <a:gd name="T0" fmla="*/ 0 w 40"/>
                <a:gd name="T1" fmla="*/ 15 h 70"/>
                <a:gd name="T2" fmla="*/ 0 w 40"/>
                <a:gd name="T3" fmla="*/ 70 h 70"/>
                <a:gd name="T4" fmla="*/ 40 w 40"/>
                <a:gd name="T5" fmla="*/ 70 h 70"/>
                <a:gd name="T6" fmla="*/ 40 w 40"/>
                <a:gd name="T7" fmla="*/ 15 h 70"/>
                <a:gd name="T8" fmla="*/ 29 w 40"/>
                <a:gd name="T9" fmla="*/ 15 h 70"/>
                <a:gd name="T10" fmla="*/ 29 w 40"/>
                <a:gd name="T11" fmla="*/ 11 h 70"/>
                <a:gd name="T12" fmla="*/ 31 w 40"/>
                <a:gd name="T13" fmla="*/ 11 h 70"/>
                <a:gd name="T14" fmla="*/ 31 w 40"/>
                <a:gd name="T15" fmla="*/ 0 h 70"/>
                <a:gd name="T16" fmla="*/ 9 w 40"/>
                <a:gd name="T17" fmla="*/ 0 h 70"/>
                <a:gd name="T18" fmla="*/ 9 w 40"/>
                <a:gd name="T19" fmla="*/ 11 h 70"/>
                <a:gd name="T20" fmla="*/ 13 w 40"/>
                <a:gd name="T21" fmla="*/ 11 h 70"/>
                <a:gd name="T22" fmla="*/ 13 w 40"/>
                <a:gd name="T23" fmla="*/ 15 h 70"/>
                <a:gd name="T24" fmla="*/ 0 w 40"/>
                <a:gd name="T25" fmla="*/ 1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 h="70">
                  <a:moveTo>
                    <a:pt x="0" y="15"/>
                  </a:moveTo>
                  <a:lnTo>
                    <a:pt x="0" y="70"/>
                  </a:lnTo>
                  <a:lnTo>
                    <a:pt x="40" y="70"/>
                  </a:lnTo>
                  <a:lnTo>
                    <a:pt x="40" y="15"/>
                  </a:lnTo>
                  <a:lnTo>
                    <a:pt x="29" y="15"/>
                  </a:lnTo>
                  <a:lnTo>
                    <a:pt x="29" y="11"/>
                  </a:lnTo>
                  <a:lnTo>
                    <a:pt x="31" y="11"/>
                  </a:lnTo>
                  <a:lnTo>
                    <a:pt x="31" y="0"/>
                  </a:lnTo>
                  <a:lnTo>
                    <a:pt x="9" y="0"/>
                  </a:lnTo>
                  <a:lnTo>
                    <a:pt x="9" y="11"/>
                  </a:lnTo>
                  <a:lnTo>
                    <a:pt x="13" y="11"/>
                  </a:lnTo>
                  <a:lnTo>
                    <a:pt x="13" y="15"/>
                  </a:lnTo>
                  <a:lnTo>
                    <a:pt x="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187"/>
            <p:cNvSpPr>
              <a:spLocks/>
            </p:cNvSpPr>
            <p:nvPr/>
          </p:nvSpPr>
          <p:spPr bwMode="auto">
            <a:xfrm>
              <a:off x="10417176" y="3217863"/>
              <a:ext cx="65087" cy="111125"/>
            </a:xfrm>
            <a:custGeom>
              <a:avLst/>
              <a:gdLst>
                <a:gd name="T0" fmla="*/ 0 w 41"/>
                <a:gd name="T1" fmla="*/ 15 h 70"/>
                <a:gd name="T2" fmla="*/ 0 w 41"/>
                <a:gd name="T3" fmla="*/ 70 h 70"/>
                <a:gd name="T4" fmla="*/ 41 w 41"/>
                <a:gd name="T5" fmla="*/ 70 h 70"/>
                <a:gd name="T6" fmla="*/ 41 w 41"/>
                <a:gd name="T7" fmla="*/ 15 h 70"/>
                <a:gd name="T8" fmla="*/ 28 w 41"/>
                <a:gd name="T9" fmla="*/ 15 h 70"/>
                <a:gd name="T10" fmla="*/ 28 w 41"/>
                <a:gd name="T11" fmla="*/ 11 h 70"/>
                <a:gd name="T12" fmla="*/ 32 w 41"/>
                <a:gd name="T13" fmla="*/ 11 h 70"/>
                <a:gd name="T14" fmla="*/ 32 w 41"/>
                <a:gd name="T15" fmla="*/ 0 h 70"/>
                <a:gd name="T16" fmla="*/ 10 w 41"/>
                <a:gd name="T17" fmla="*/ 0 h 70"/>
                <a:gd name="T18" fmla="*/ 10 w 41"/>
                <a:gd name="T19" fmla="*/ 11 h 70"/>
                <a:gd name="T20" fmla="*/ 12 w 41"/>
                <a:gd name="T21" fmla="*/ 11 h 70"/>
                <a:gd name="T22" fmla="*/ 12 w 41"/>
                <a:gd name="T23" fmla="*/ 15 h 70"/>
                <a:gd name="T24" fmla="*/ 0 w 41"/>
                <a:gd name="T25" fmla="*/ 1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1" h="70">
                  <a:moveTo>
                    <a:pt x="0" y="15"/>
                  </a:moveTo>
                  <a:lnTo>
                    <a:pt x="0" y="70"/>
                  </a:lnTo>
                  <a:lnTo>
                    <a:pt x="41" y="70"/>
                  </a:lnTo>
                  <a:lnTo>
                    <a:pt x="41" y="15"/>
                  </a:lnTo>
                  <a:lnTo>
                    <a:pt x="28" y="15"/>
                  </a:lnTo>
                  <a:lnTo>
                    <a:pt x="28" y="11"/>
                  </a:lnTo>
                  <a:lnTo>
                    <a:pt x="32" y="11"/>
                  </a:lnTo>
                  <a:lnTo>
                    <a:pt x="32" y="0"/>
                  </a:lnTo>
                  <a:lnTo>
                    <a:pt x="10" y="0"/>
                  </a:lnTo>
                  <a:lnTo>
                    <a:pt x="10" y="11"/>
                  </a:lnTo>
                  <a:lnTo>
                    <a:pt x="12" y="11"/>
                  </a:lnTo>
                  <a:lnTo>
                    <a:pt x="12" y="15"/>
                  </a:lnTo>
                  <a:lnTo>
                    <a:pt x="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188"/>
            <p:cNvSpPr>
              <a:spLocks/>
            </p:cNvSpPr>
            <p:nvPr/>
          </p:nvSpPr>
          <p:spPr bwMode="auto">
            <a:xfrm>
              <a:off x="10128251" y="2959100"/>
              <a:ext cx="82550" cy="142875"/>
            </a:xfrm>
            <a:custGeom>
              <a:avLst/>
              <a:gdLst>
                <a:gd name="T0" fmla="*/ 19 w 23"/>
                <a:gd name="T1" fmla="*/ 40 h 40"/>
                <a:gd name="T2" fmla="*/ 23 w 23"/>
                <a:gd name="T3" fmla="*/ 27 h 40"/>
                <a:gd name="T4" fmla="*/ 15 w 23"/>
                <a:gd name="T5" fmla="*/ 11 h 40"/>
                <a:gd name="T6" fmla="*/ 15 w 23"/>
                <a:gd name="T7" fmla="*/ 8 h 40"/>
                <a:gd name="T8" fmla="*/ 18 w 23"/>
                <a:gd name="T9" fmla="*/ 4 h 40"/>
                <a:gd name="T10" fmla="*/ 14 w 23"/>
                <a:gd name="T11" fmla="*/ 0 h 40"/>
                <a:gd name="T12" fmla="*/ 9 w 23"/>
                <a:gd name="T13" fmla="*/ 0 h 40"/>
                <a:gd name="T14" fmla="*/ 5 w 23"/>
                <a:gd name="T15" fmla="*/ 4 h 40"/>
                <a:gd name="T16" fmla="*/ 8 w 23"/>
                <a:gd name="T17" fmla="*/ 8 h 40"/>
                <a:gd name="T18" fmla="*/ 8 w 23"/>
                <a:gd name="T19" fmla="*/ 11 h 40"/>
                <a:gd name="T20" fmla="*/ 0 w 23"/>
                <a:gd name="T21" fmla="*/ 27 h 40"/>
                <a:gd name="T22" fmla="*/ 4 w 23"/>
                <a:gd name="T23" fmla="*/ 40 h 40"/>
                <a:gd name="T24" fmla="*/ 19 w 23"/>
                <a:gd name="T25"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 h="40">
                  <a:moveTo>
                    <a:pt x="19" y="40"/>
                  </a:moveTo>
                  <a:cubicBezTo>
                    <a:pt x="21" y="37"/>
                    <a:pt x="23" y="32"/>
                    <a:pt x="23" y="27"/>
                  </a:cubicBezTo>
                  <a:cubicBezTo>
                    <a:pt x="23" y="20"/>
                    <a:pt x="20" y="13"/>
                    <a:pt x="15" y="11"/>
                  </a:cubicBezTo>
                  <a:cubicBezTo>
                    <a:pt x="15" y="8"/>
                    <a:pt x="15" y="8"/>
                    <a:pt x="15" y="8"/>
                  </a:cubicBezTo>
                  <a:cubicBezTo>
                    <a:pt x="17" y="7"/>
                    <a:pt x="18" y="6"/>
                    <a:pt x="18" y="4"/>
                  </a:cubicBezTo>
                  <a:cubicBezTo>
                    <a:pt x="18" y="2"/>
                    <a:pt x="16" y="0"/>
                    <a:pt x="14" y="0"/>
                  </a:cubicBezTo>
                  <a:cubicBezTo>
                    <a:pt x="9" y="0"/>
                    <a:pt x="9" y="0"/>
                    <a:pt x="9" y="0"/>
                  </a:cubicBezTo>
                  <a:cubicBezTo>
                    <a:pt x="7" y="0"/>
                    <a:pt x="5" y="2"/>
                    <a:pt x="5" y="4"/>
                  </a:cubicBezTo>
                  <a:cubicBezTo>
                    <a:pt x="5" y="6"/>
                    <a:pt x="6" y="7"/>
                    <a:pt x="8" y="8"/>
                  </a:cubicBezTo>
                  <a:cubicBezTo>
                    <a:pt x="8" y="11"/>
                    <a:pt x="8" y="11"/>
                    <a:pt x="8" y="11"/>
                  </a:cubicBezTo>
                  <a:cubicBezTo>
                    <a:pt x="4" y="13"/>
                    <a:pt x="0" y="20"/>
                    <a:pt x="0" y="27"/>
                  </a:cubicBezTo>
                  <a:cubicBezTo>
                    <a:pt x="0" y="32"/>
                    <a:pt x="2" y="37"/>
                    <a:pt x="4" y="40"/>
                  </a:cubicBezTo>
                  <a:lnTo>
                    <a:pt x="19"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189"/>
            <p:cNvSpPr>
              <a:spLocks/>
            </p:cNvSpPr>
            <p:nvPr/>
          </p:nvSpPr>
          <p:spPr bwMode="auto">
            <a:xfrm>
              <a:off x="10453688" y="2995613"/>
              <a:ext cx="60325" cy="106363"/>
            </a:xfrm>
            <a:custGeom>
              <a:avLst/>
              <a:gdLst>
                <a:gd name="T0" fmla="*/ 15 w 17"/>
                <a:gd name="T1" fmla="*/ 30 h 30"/>
                <a:gd name="T2" fmla="*/ 17 w 17"/>
                <a:gd name="T3" fmla="*/ 20 h 30"/>
                <a:gd name="T4" fmla="*/ 11 w 17"/>
                <a:gd name="T5" fmla="*/ 8 h 30"/>
                <a:gd name="T6" fmla="*/ 11 w 17"/>
                <a:gd name="T7" fmla="*/ 6 h 30"/>
                <a:gd name="T8" fmla="*/ 14 w 17"/>
                <a:gd name="T9" fmla="*/ 3 h 30"/>
                <a:gd name="T10" fmla="*/ 11 w 17"/>
                <a:gd name="T11" fmla="*/ 0 h 30"/>
                <a:gd name="T12" fmla="*/ 7 w 17"/>
                <a:gd name="T13" fmla="*/ 0 h 30"/>
                <a:gd name="T14" fmla="*/ 4 w 17"/>
                <a:gd name="T15" fmla="*/ 3 h 30"/>
                <a:gd name="T16" fmla="*/ 6 w 17"/>
                <a:gd name="T17" fmla="*/ 6 h 30"/>
                <a:gd name="T18" fmla="*/ 6 w 17"/>
                <a:gd name="T19" fmla="*/ 8 h 30"/>
                <a:gd name="T20" fmla="*/ 0 w 17"/>
                <a:gd name="T21" fmla="*/ 20 h 30"/>
                <a:gd name="T22" fmla="*/ 3 w 17"/>
                <a:gd name="T23" fmla="*/ 30 h 30"/>
                <a:gd name="T24" fmla="*/ 15 w 17"/>
                <a:gd name="T25"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30">
                  <a:moveTo>
                    <a:pt x="15" y="30"/>
                  </a:moveTo>
                  <a:cubicBezTo>
                    <a:pt x="16" y="28"/>
                    <a:pt x="17" y="24"/>
                    <a:pt x="17" y="20"/>
                  </a:cubicBezTo>
                  <a:cubicBezTo>
                    <a:pt x="17" y="15"/>
                    <a:pt x="15" y="10"/>
                    <a:pt x="11" y="8"/>
                  </a:cubicBezTo>
                  <a:cubicBezTo>
                    <a:pt x="11" y="6"/>
                    <a:pt x="11" y="6"/>
                    <a:pt x="11" y="6"/>
                  </a:cubicBezTo>
                  <a:cubicBezTo>
                    <a:pt x="13" y="5"/>
                    <a:pt x="14" y="4"/>
                    <a:pt x="14" y="3"/>
                  </a:cubicBezTo>
                  <a:cubicBezTo>
                    <a:pt x="14" y="1"/>
                    <a:pt x="12" y="0"/>
                    <a:pt x="11" y="0"/>
                  </a:cubicBezTo>
                  <a:cubicBezTo>
                    <a:pt x="7" y="0"/>
                    <a:pt x="7" y="0"/>
                    <a:pt x="7" y="0"/>
                  </a:cubicBezTo>
                  <a:cubicBezTo>
                    <a:pt x="5" y="0"/>
                    <a:pt x="4" y="1"/>
                    <a:pt x="4" y="3"/>
                  </a:cubicBezTo>
                  <a:cubicBezTo>
                    <a:pt x="4" y="4"/>
                    <a:pt x="5" y="5"/>
                    <a:pt x="6" y="6"/>
                  </a:cubicBezTo>
                  <a:cubicBezTo>
                    <a:pt x="6" y="8"/>
                    <a:pt x="6" y="8"/>
                    <a:pt x="6" y="8"/>
                  </a:cubicBezTo>
                  <a:cubicBezTo>
                    <a:pt x="3" y="10"/>
                    <a:pt x="0" y="15"/>
                    <a:pt x="0" y="20"/>
                  </a:cubicBezTo>
                  <a:cubicBezTo>
                    <a:pt x="0" y="24"/>
                    <a:pt x="1" y="28"/>
                    <a:pt x="3" y="30"/>
                  </a:cubicBezTo>
                  <a:lnTo>
                    <a:pt x="15"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190"/>
            <p:cNvSpPr>
              <a:spLocks/>
            </p:cNvSpPr>
            <p:nvPr/>
          </p:nvSpPr>
          <p:spPr bwMode="auto">
            <a:xfrm>
              <a:off x="10012363" y="2930525"/>
              <a:ext cx="82550" cy="171450"/>
            </a:xfrm>
            <a:custGeom>
              <a:avLst/>
              <a:gdLst>
                <a:gd name="T0" fmla="*/ 52 w 52"/>
                <a:gd name="T1" fmla="*/ 29 h 108"/>
                <a:gd name="T2" fmla="*/ 43 w 52"/>
                <a:gd name="T3" fmla="*/ 16 h 108"/>
                <a:gd name="T4" fmla="*/ 34 w 52"/>
                <a:gd name="T5" fmla="*/ 16 h 108"/>
                <a:gd name="T6" fmla="*/ 34 w 52"/>
                <a:gd name="T7" fmla="*/ 9 h 108"/>
                <a:gd name="T8" fmla="*/ 41 w 52"/>
                <a:gd name="T9" fmla="*/ 9 h 108"/>
                <a:gd name="T10" fmla="*/ 41 w 52"/>
                <a:gd name="T11" fmla="*/ 0 h 108"/>
                <a:gd name="T12" fmla="*/ 12 w 52"/>
                <a:gd name="T13" fmla="*/ 0 h 108"/>
                <a:gd name="T14" fmla="*/ 12 w 52"/>
                <a:gd name="T15" fmla="*/ 9 h 108"/>
                <a:gd name="T16" fmla="*/ 18 w 52"/>
                <a:gd name="T17" fmla="*/ 9 h 108"/>
                <a:gd name="T18" fmla="*/ 18 w 52"/>
                <a:gd name="T19" fmla="*/ 16 h 108"/>
                <a:gd name="T20" fmla="*/ 9 w 52"/>
                <a:gd name="T21" fmla="*/ 16 h 108"/>
                <a:gd name="T22" fmla="*/ 0 w 52"/>
                <a:gd name="T23" fmla="*/ 29 h 108"/>
                <a:gd name="T24" fmla="*/ 0 w 52"/>
                <a:gd name="T25" fmla="*/ 108 h 108"/>
                <a:gd name="T26" fmla="*/ 52 w 52"/>
                <a:gd name="T27" fmla="*/ 108 h 108"/>
                <a:gd name="T28" fmla="*/ 52 w 52"/>
                <a:gd name="T29" fmla="*/ 29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2" h="108">
                  <a:moveTo>
                    <a:pt x="52" y="29"/>
                  </a:moveTo>
                  <a:lnTo>
                    <a:pt x="43" y="16"/>
                  </a:lnTo>
                  <a:lnTo>
                    <a:pt x="34" y="16"/>
                  </a:lnTo>
                  <a:lnTo>
                    <a:pt x="34" y="9"/>
                  </a:lnTo>
                  <a:lnTo>
                    <a:pt x="41" y="9"/>
                  </a:lnTo>
                  <a:lnTo>
                    <a:pt x="41" y="0"/>
                  </a:lnTo>
                  <a:lnTo>
                    <a:pt x="12" y="0"/>
                  </a:lnTo>
                  <a:lnTo>
                    <a:pt x="12" y="9"/>
                  </a:lnTo>
                  <a:lnTo>
                    <a:pt x="18" y="9"/>
                  </a:lnTo>
                  <a:lnTo>
                    <a:pt x="18" y="16"/>
                  </a:lnTo>
                  <a:lnTo>
                    <a:pt x="9" y="16"/>
                  </a:lnTo>
                  <a:lnTo>
                    <a:pt x="0" y="29"/>
                  </a:lnTo>
                  <a:lnTo>
                    <a:pt x="0" y="108"/>
                  </a:lnTo>
                  <a:lnTo>
                    <a:pt x="52" y="108"/>
                  </a:lnTo>
                  <a:lnTo>
                    <a:pt x="52" y="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191"/>
            <p:cNvSpPr>
              <a:spLocks/>
            </p:cNvSpPr>
            <p:nvPr/>
          </p:nvSpPr>
          <p:spPr bwMode="auto">
            <a:xfrm>
              <a:off x="10296526" y="3543300"/>
              <a:ext cx="88900" cy="93663"/>
            </a:xfrm>
            <a:custGeom>
              <a:avLst/>
              <a:gdLst>
                <a:gd name="T0" fmla="*/ 6 w 25"/>
                <a:gd name="T1" fmla="*/ 26 h 26"/>
                <a:gd name="T2" fmla="*/ 19 w 25"/>
                <a:gd name="T3" fmla="*/ 26 h 26"/>
                <a:gd name="T4" fmla="*/ 25 w 25"/>
                <a:gd name="T5" fmla="*/ 15 h 26"/>
                <a:gd name="T6" fmla="*/ 22 w 25"/>
                <a:gd name="T7" fmla="*/ 6 h 26"/>
                <a:gd name="T8" fmla="*/ 24 w 25"/>
                <a:gd name="T9" fmla="*/ 3 h 26"/>
                <a:gd name="T10" fmla="*/ 22 w 25"/>
                <a:gd name="T11" fmla="*/ 0 h 26"/>
                <a:gd name="T12" fmla="*/ 3 w 25"/>
                <a:gd name="T13" fmla="*/ 0 h 26"/>
                <a:gd name="T14" fmla="*/ 1 w 25"/>
                <a:gd name="T15" fmla="*/ 3 h 26"/>
                <a:gd name="T16" fmla="*/ 3 w 25"/>
                <a:gd name="T17" fmla="*/ 6 h 26"/>
                <a:gd name="T18" fmla="*/ 0 w 25"/>
                <a:gd name="T19" fmla="*/ 15 h 26"/>
                <a:gd name="T20" fmla="*/ 6 w 25"/>
                <a:gd name="T21"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26">
                  <a:moveTo>
                    <a:pt x="6" y="26"/>
                  </a:moveTo>
                  <a:cubicBezTo>
                    <a:pt x="19" y="26"/>
                    <a:pt x="19" y="26"/>
                    <a:pt x="19" y="26"/>
                  </a:cubicBezTo>
                  <a:cubicBezTo>
                    <a:pt x="23" y="24"/>
                    <a:pt x="25" y="20"/>
                    <a:pt x="25" y="15"/>
                  </a:cubicBezTo>
                  <a:cubicBezTo>
                    <a:pt x="25" y="11"/>
                    <a:pt x="24" y="8"/>
                    <a:pt x="22" y="6"/>
                  </a:cubicBezTo>
                  <a:cubicBezTo>
                    <a:pt x="23" y="6"/>
                    <a:pt x="24" y="5"/>
                    <a:pt x="24" y="3"/>
                  </a:cubicBezTo>
                  <a:cubicBezTo>
                    <a:pt x="24" y="2"/>
                    <a:pt x="23" y="0"/>
                    <a:pt x="22" y="0"/>
                  </a:cubicBezTo>
                  <a:cubicBezTo>
                    <a:pt x="3" y="0"/>
                    <a:pt x="3" y="0"/>
                    <a:pt x="3" y="0"/>
                  </a:cubicBezTo>
                  <a:cubicBezTo>
                    <a:pt x="2" y="0"/>
                    <a:pt x="1" y="2"/>
                    <a:pt x="1" y="3"/>
                  </a:cubicBezTo>
                  <a:cubicBezTo>
                    <a:pt x="1" y="5"/>
                    <a:pt x="2" y="6"/>
                    <a:pt x="3" y="6"/>
                  </a:cubicBezTo>
                  <a:cubicBezTo>
                    <a:pt x="1" y="8"/>
                    <a:pt x="0" y="11"/>
                    <a:pt x="0" y="15"/>
                  </a:cubicBezTo>
                  <a:cubicBezTo>
                    <a:pt x="0" y="20"/>
                    <a:pt x="2" y="24"/>
                    <a:pt x="6"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192"/>
            <p:cNvSpPr>
              <a:spLocks/>
            </p:cNvSpPr>
            <p:nvPr/>
          </p:nvSpPr>
          <p:spPr bwMode="auto">
            <a:xfrm>
              <a:off x="10199688" y="3525838"/>
              <a:ext cx="68262" cy="111125"/>
            </a:xfrm>
            <a:custGeom>
              <a:avLst/>
              <a:gdLst>
                <a:gd name="T0" fmla="*/ 0 w 43"/>
                <a:gd name="T1" fmla="*/ 16 h 70"/>
                <a:gd name="T2" fmla="*/ 0 w 43"/>
                <a:gd name="T3" fmla="*/ 70 h 70"/>
                <a:gd name="T4" fmla="*/ 43 w 43"/>
                <a:gd name="T5" fmla="*/ 70 h 70"/>
                <a:gd name="T6" fmla="*/ 43 w 43"/>
                <a:gd name="T7" fmla="*/ 16 h 70"/>
                <a:gd name="T8" fmla="*/ 29 w 43"/>
                <a:gd name="T9" fmla="*/ 16 h 70"/>
                <a:gd name="T10" fmla="*/ 29 w 43"/>
                <a:gd name="T11" fmla="*/ 11 h 70"/>
                <a:gd name="T12" fmla="*/ 31 w 43"/>
                <a:gd name="T13" fmla="*/ 11 h 70"/>
                <a:gd name="T14" fmla="*/ 31 w 43"/>
                <a:gd name="T15" fmla="*/ 0 h 70"/>
                <a:gd name="T16" fmla="*/ 9 w 43"/>
                <a:gd name="T17" fmla="*/ 0 h 70"/>
                <a:gd name="T18" fmla="*/ 9 w 43"/>
                <a:gd name="T19" fmla="*/ 11 h 70"/>
                <a:gd name="T20" fmla="*/ 13 w 43"/>
                <a:gd name="T21" fmla="*/ 11 h 70"/>
                <a:gd name="T22" fmla="*/ 13 w 43"/>
                <a:gd name="T23" fmla="*/ 16 h 70"/>
                <a:gd name="T24" fmla="*/ 0 w 43"/>
                <a:gd name="T25" fmla="*/ 1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70">
                  <a:moveTo>
                    <a:pt x="0" y="16"/>
                  </a:moveTo>
                  <a:lnTo>
                    <a:pt x="0" y="70"/>
                  </a:lnTo>
                  <a:lnTo>
                    <a:pt x="43" y="70"/>
                  </a:lnTo>
                  <a:lnTo>
                    <a:pt x="43" y="16"/>
                  </a:lnTo>
                  <a:lnTo>
                    <a:pt x="29" y="16"/>
                  </a:lnTo>
                  <a:lnTo>
                    <a:pt x="29" y="11"/>
                  </a:lnTo>
                  <a:lnTo>
                    <a:pt x="31" y="11"/>
                  </a:lnTo>
                  <a:lnTo>
                    <a:pt x="31" y="0"/>
                  </a:lnTo>
                  <a:lnTo>
                    <a:pt x="9" y="0"/>
                  </a:lnTo>
                  <a:lnTo>
                    <a:pt x="9" y="11"/>
                  </a:lnTo>
                  <a:lnTo>
                    <a:pt x="13" y="11"/>
                  </a:lnTo>
                  <a:lnTo>
                    <a:pt x="13" y="16"/>
                  </a:lnTo>
                  <a:lnTo>
                    <a:pt x="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193"/>
            <p:cNvSpPr>
              <a:spLocks/>
            </p:cNvSpPr>
            <p:nvPr/>
          </p:nvSpPr>
          <p:spPr bwMode="auto">
            <a:xfrm>
              <a:off x="10094913" y="3497263"/>
              <a:ext cx="79375" cy="139700"/>
            </a:xfrm>
            <a:custGeom>
              <a:avLst/>
              <a:gdLst>
                <a:gd name="T0" fmla="*/ 0 w 22"/>
                <a:gd name="T1" fmla="*/ 27 h 39"/>
                <a:gd name="T2" fmla="*/ 3 w 22"/>
                <a:gd name="T3" fmla="*/ 39 h 39"/>
                <a:gd name="T4" fmla="*/ 19 w 22"/>
                <a:gd name="T5" fmla="*/ 39 h 39"/>
                <a:gd name="T6" fmla="*/ 22 w 22"/>
                <a:gd name="T7" fmla="*/ 27 h 39"/>
                <a:gd name="T8" fmla="*/ 14 w 22"/>
                <a:gd name="T9" fmla="*/ 10 h 39"/>
                <a:gd name="T10" fmla="*/ 14 w 22"/>
                <a:gd name="T11" fmla="*/ 7 h 39"/>
                <a:gd name="T12" fmla="*/ 17 w 22"/>
                <a:gd name="T13" fmla="*/ 3 h 39"/>
                <a:gd name="T14" fmla="*/ 14 w 22"/>
                <a:gd name="T15" fmla="*/ 0 h 39"/>
                <a:gd name="T16" fmla="*/ 9 w 22"/>
                <a:gd name="T17" fmla="*/ 0 h 39"/>
                <a:gd name="T18" fmla="*/ 5 w 22"/>
                <a:gd name="T19" fmla="*/ 3 h 39"/>
                <a:gd name="T20" fmla="*/ 8 w 22"/>
                <a:gd name="T21" fmla="*/ 7 h 39"/>
                <a:gd name="T22" fmla="*/ 8 w 22"/>
                <a:gd name="T23" fmla="*/ 10 h 39"/>
                <a:gd name="T24" fmla="*/ 0 w 22"/>
                <a:gd name="T25" fmla="*/ 2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39">
                  <a:moveTo>
                    <a:pt x="0" y="27"/>
                  </a:moveTo>
                  <a:cubicBezTo>
                    <a:pt x="0" y="32"/>
                    <a:pt x="1" y="36"/>
                    <a:pt x="3" y="39"/>
                  </a:cubicBezTo>
                  <a:cubicBezTo>
                    <a:pt x="19" y="39"/>
                    <a:pt x="19" y="39"/>
                    <a:pt x="19" y="39"/>
                  </a:cubicBezTo>
                  <a:cubicBezTo>
                    <a:pt x="21" y="36"/>
                    <a:pt x="22" y="32"/>
                    <a:pt x="22" y="27"/>
                  </a:cubicBezTo>
                  <a:cubicBezTo>
                    <a:pt x="22" y="19"/>
                    <a:pt x="19" y="13"/>
                    <a:pt x="14" y="10"/>
                  </a:cubicBezTo>
                  <a:cubicBezTo>
                    <a:pt x="14" y="7"/>
                    <a:pt x="14" y="7"/>
                    <a:pt x="14" y="7"/>
                  </a:cubicBezTo>
                  <a:cubicBezTo>
                    <a:pt x="16" y="7"/>
                    <a:pt x="17" y="5"/>
                    <a:pt x="17" y="3"/>
                  </a:cubicBezTo>
                  <a:cubicBezTo>
                    <a:pt x="17" y="1"/>
                    <a:pt x="16" y="0"/>
                    <a:pt x="14" y="0"/>
                  </a:cubicBezTo>
                  <a:cubicBezTo>
                    <a:pt x="9" y="0"/>
                    <a:pt x="9" y="0"/>
                    <a:pt x="9" y="0"/>
                  </a:cubicBezTo>
                  <a:cubicBezTo>
                    <a:pt x="6" y="0"/>
                    <a:pt x="5" y="1"/>
                    <a:pt x="5" y="3"/>
                  </a:cubicBezTo>
                  <a:cubicBezTo>
                    <a:pt x="5" y="5"/>
                    <a:pt x="6" y="7"/>
                    <a:pt x="8" y="7"/>
                  </a:cubicBezTo>
                  <a:cubicBezTo>
                    <a:pt x="8" y="10"/>
                    <a:pt x="8" y="10"/>
                    <a:pt x="8" y="10"/>
                  </a:cubicBezTo>
                  <a:cubicBezTo>
                    <a:pt x="3" y="13"/>
                    <a:pt x="0" y="19"/>
                    <a:pt x="0"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194"/>
            <p:cNvSpPr>
              <a:spLocks/>
            </p:cNvSpPr>
            <p:nvPr/>
          </p:nvSpPr>
          <p:spPr bwMode="auto">
            <a:xfrm>
              <a:off x="10421938" y="3529013"/>
              <a:ext cx="60325" cy="107950"/>
            </a:xfrm>
            <a:custGeom>
              <a:avLst/>
              <a:gdLst>
                <a:gd name="T0" fmla="*/ 0 w 17"/>
                <a:gd name="T1" fmla="*/ 21 h 30"/>
                <a:gd name="T2" fmla="*/ 3 w 17"/>
                <a:gd name="T3" fmla="*/ 30 h 30"/>
                <a:gd name="T4" fmla="*/ 14 w 17"/>
                <a:gd name="T5" fmla="*/ 30 h 30"/>
                <a:gd name="T6" fmla="*/ 17 w 17"/>
                <a:gd name="T7" fmla="*/ 21 h 30"/>
                <a:gd name="T8" fmla="*/ 11 w 17"/>
                <a:gd name="T9" fmla="*/ 8 h 30"/>
                <a:gd name="T10" fmla="*/ 11 w 17"/>
                <a:gd name="T11" fmla="*/ 6 h 30"/>
                <a:gd name="T12" fmla="*/ 13 w 17"/>
                <a:gd name="T13" fmla="*/ 3 h 30"/>
                <a:gd name="T14" fmla="*/ 10 w 17"/>
                <a:gd name="T15" fmla="*/ 0 h 30"/>
                <a:gd name="T16" fmla="*/ 6 w 17"/>
                <a:gd name="T17" fmla="*/ 0 h 30"/>
                <a:gd name="T18" fmla="*/ 4 w 17"/>
                <a:gd name="T19" fmla="*/ 3 h 30"/>
                <a:gd name="T20" fmla="*/ 6 w 17"/>
                <a:gd name="T21" fmla="*/ 6 h 30"/>
                <a:gd name="T22" fmla="*/ 6 w 17"/>
                <a:gd name="T23" fmla="*/ 8 h 30"/>
                <a:gd name="T24" fmla="*/ 0 w 17"/>
                <a:gd name="T25" fmla="*/ 2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30">
                  <a:moveTo>
                    <a:pt x="0" y="21"/>
                  </a:moveTo>
                  <a:cubicBezTo>
                    <a:pt x="0" y="25"/>
                    <a:pt x="1" y="28"/>
                    <a:pt x="3" y="30"/>
                  </a:cubicBezTo>
                  <a:cubicBezTo>
                    <a:pt x="14" y="30"/>
                    <a:pt x="14" y="30"/>
                    <a:pt x="14" y="30"/>
                  </a:cubicBezTo>
                  <a:cubicBezTo>
                    <a:pt x="16" y="28"/>
                    <a:pt x="17" y="25"/>
                    <a:pt x="17" y="21"/>
                  </a:cubicBezTo>
                  <a:cubicBezTo>
                    <a:pt x="17" y="15"/>
                    <a:pt x="14" y="10"/>
                    <a:pt x="11" y="8"/>
                  </a:cubicBezTo>
                  <a:cubicBezTo>
                    <a:pt x="11" y="6"/>
                    <a:pt x="11" y="6"/>
                    <a:pt x="11" y="6"/>
                  </a:cubicBezTo>
                  <a:cubicBezTo>
                    <a:pt x="12" y="6"/>
                    <a:pt x="13" y="5"/>
                    <a:pt x="13" y="3"/>
                  </a:cubicBezTo>
                  <a:cubicBezTo>
                    <a:pt x="13" y="2"/>
                    <a:pt x="12" y="0"/>
                    <a:pt x="10" y="0"/>
                  </a:cubicBezTo>
                  <a:cubicBezTo>
                    <a:pt x="6" y="0"/>
                    <a:pt x="6" y="0"/>
                    <a:pt x="6" y="0"/>
                  </a:cubicBezTo>
                  <a:cubicBezTo>
                    <a:pt x="5" y="0"/>
                    <a:pt x="4" y="2"/>
                    <a:pt x="4" y="3"/>
                  </a:cubicBezTo>
                  <a:cubicBezTo>
                    <a:pt x="4" y="5"/>
                    <a:pt x="4" y="6"/>
                    <a:pt x="6" y="6"/>
                  </a:cubicBezTo>
                  <a:cubicBezTo>
                    <a:pt x="6" y="8"/>
                    <a:pt x="6" y="8"/>
                    <a:pt x="6" y="8"/>
                  </a:cubicBezTo>
                  <a:cubicBezTo>
                    <a:pt x="2" y="10"/>
                    <a:pt x="0" y="15"/>
                    <a:pt x="0"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195"/>
            <p:cNvSpPr>
              <a:spLocks/>
            </p:cNvSpPr>
            <p:nvPr/>
          </p:nvSpPr>
          <p:spPr bwMode="auto">
            <a:xfrm>
              <a:off x="9980613" y="3468688"/>
              <a:ext cx="79375" cy="168275"/>
            </a:xfrm>
            <a:custGeom>
              <a:avLst/>
              <a:gdLst>
                <a:gd name="T0" fmla="*/ 50 w 50"/>
                <a:gd name="T1" fmla="*/ 29 h 106"/>
                <a:gd name="T2" fmla="*/ 41 w 50"/>
                <a:gd name="T3" fmla="*/ 13 h 106"/>
                <a:gd name="T4" fmla="*/ 34 w 50"/>
                <a:gd name="T5" fmla="*/ 13 h 106"/>
                <a:gd name="T6" fmla="*/ 34 w 50"/>
                <a:gd name="T7" fmla="*/ 9 h 106"/>
                <a:gd name="T8" fmla="*/ 41 w 50"/>
                <a:gd name="T9" fmla="*/ 9 h 106"/>
                <a:gd name="T10" fmla="*/ 41 w 50"/>
                <a:gd name="T11" fmla="*/ 0 h 106"/>
                <a:gd name="T12" fmla="*/ 9 w 50"/>
                <a:gd name="T13" fmla="*/ 0 h 106"/>
                <a:gd name="T14" fmla="*/ 9 w 50"/>
                <a:gd name="T15" fmla="*/ 9 h 106"/>
                <a:gd name="T16" fmla="*/ 16 w 50"/>
                <a:gd name="T17" fmla="*/ 9 h 106"/>
                <a:gd name="T18" fmla="*/ 16 w 50"/>
                <a:gd name="T19" fmla="*/ 13 h 106"/>
                <a:gd name="T20" fmla="*/ 7 w 50"/>
                <a:gd name="T21" fmla="*/ 13 h 106"/>
                <a:gd name="T22" fmla="*/ 0 w 50"/>
                <a:gd name="T23" fmla="*/ 29 h 106"/>
                <a:gd name="T24" fmla="*/ 0 w 50"/>
                <a:gd name="T25" fmla="*/ 106 h 106"/>
                <a:gd name="T26" fmla="*/ 50 w 50"/>
                <a:gd name="T27" fmla="*/ 106 h 106"/>
                <a:gd name="T28" fmla="*/ 50 w 50"/>
                <a:gd name="T29" fmla="*/ 29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0" h="106">
                  <a:moveTo>
                    <a:pt x="50" y="29"/>
                  </a:moveTo>
                  <a:lnTo>
                    <a:pt x="41" y="13"/>
                  </a:lnTo>
                  <a:lnTo>
                    <a:pt x="34" y="13"/>
                  </a:lnTo>
                  <a:lnTo>
                    <a:pt x="34" y="9"/>
                  </a:lnTo>
                  <a:lnTo>
                    <a:pt x="41" y="9"/>
                  </a:lnTo>
                  <a:lnTo>
                    <a:pt x="41" y="0"/>
                  </a:lnTo>
                  <a:lnTo>
                    <a:pt x="9" y="0"/>
                  </a:lnTo>
                  <a:lnTo>
                    <a:pt x="9" y="9"/>
                  </a:lnTo>
                  <a:lnTo>
                    <a:pt x="16" y="9"/>
                  </a:lnTo>
                  <a:lnTo>
                    <a:pt x="16" y="13"/>
                  </a:lnTo>
                  <a:lnTo>
                    <a:pt x="7" y="13"/>
                  </a:lnTo>
                  <a:lnTo>
                    <a:pt x="0" y="29"/>
                  </a:lnTo>
                  <a:lnTo>
                    <a:pt x="0" y="106"/>
                  </a:lnTo>
                  <a:lnTo>
                    <a:pt x="50" y="106"/>
                  </a:lnTo>
                  <a:lnTo>
                    <a:pt x="50" y="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196"/>
            <p:cNvSpPr>
              <a:spLocks/>
            </p:cNvSpPr>
            <p:nvPr/>
          </p:nvSpPr>
          <p:spPr bwMode="auto">
            <a:xfrm>
              <a:off x="10026651" y="3238500"/>
              <a:ext cx="53975" cy="90488"/>
            </a:xfrm>
            <a:custGeom>
              <a:avLst/>
              <a:gdLst>
                <a:gd name="T0" fmla="*/ 7 w 15"/>
                <a:gd name="T1" fmla="*/ 0 h 25"/>
                <a:gd name="T2" fmla="*/ 7 w 15"/>
                <a:gd name="T3" fmla="*/ 2 h 25"/>
                <a:gd name="T4" fmla="*/ 7 w 15"/>
                <a:gd name="T5" fmla="*/ 2 h 25"/>
                <a:gd name="T6" fmla="*/ 5 w 15"/>
                <a:gd name="T7" fmla="*/ 11 h 25"/>
                <a:gd name="T8" fmla="*/ 0 w 15"/>
                <a:gd name="T9" fmla="*/ 19 h 25"/>
                <a:gd name="T10" fmla="*/ 3 w 15"/>
                <a:gd name="T11" fmla="*/ 25 h 25"/>
                <a:gd name="T12" fmla="*/ 12 w 15"/>
                <a:gd name="T13" fmla="*/ 25 h 25"/>
                <a:gd name="T14" fmla="*/ 15 w 15"/>
                <a:gd name="T15" fmla="*/ 19 h 25"/>
                <a:gd name="T16" fmla="*/ 10 w 15"/>
                <a:gd name="T17" fmla="*/ 11 h 25"/>
                <a:gd name="T18" fmla="*/ 9 w 15"/>
                <a:gd name="T19" fmla="*/ 2 h 25"/>
                <a:gd name="T20" fmla="*/ 8 w 15"/>
                <a:gd name="T21" fmla="*/ 2 h 25"/>
                <a:gd name="T22" fmla="*/ 8 w 15"/>
                <a:gd name="T23" fmla="*/ 0 h 25"/>
                <a:gd name="T24" fmla="*/ 7 w 15"/>
                <a:gd name="T2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25">
                  <a:moveTo>
                    <a:pt x="7" y="0"/>
                  </a:moveTo>
                  <a:cubicBezTo>
                    <a:pt x="7" y="2"/>
                    <a:pt x="7" y="2"/>
                    <a:pt x="7" y="2"/>
                  </a:cubicBezTo>
                  <a:cubicBezTo>
                    <a:pt x="7" y="2"/>
                    <a:pt x="7" y="2"/>
                    <a:pt x="7" y="2"/>
                  </a:cubicBezTo>
                  <a:cubicBezTo>
                    <a:pt x="6" y="4"/>
                    <a:pt x="6" y="7"/>
                    <a:pt x="5" y="11"/>
                  </a:cubicBezTo>
                  <a:cubicBezTo>
                    <a:pt x="2" y="12"/>
                    <a:pt x="0" y="15"/>
                    <a:pt x="0" y="19"/>
                  </a:cubicBezTo>
                  <a:cubicBezTo>
                    <a:pt x="0" y="22"/>
                    <a:pt x="1" y="24"/>
                    <a:pt x="3" y="25"/>
                  </a:cubicBezTo>
                  <a:cubicBezTo>
                    <a:pt x="12" y="25"/>
                    <a:pt x="12" y="25"/>
                    <a:pt x="12" y="25"/>
                  </a:cubicBezTo>
                  <a:cubicBezTo>
                    <a:pt x="14" y="24"/>
                    <a:pt x="15" y="22"/>
                    <a:pt x="15" y="19"/>
                  </a:cubicBezTo>
                  <a:cubicBezTo>
                    <a:pt x="15" y="15"/>
                    <a:pt x="13" y="12"/>
                    <a:pt x="10" y="11"/>
                  </a:cubicBezTo>
                  <a:cubicBezTo>
                    <a:pt x="10" y="7"/>
                    <a:pt x="9" y="4"/>
                    <a:pt x="9" y="2"/>
                  </a:cubicBezTo>
                  <a:cubicBezTo>
                    <a:pt x="8" y="2"/>
                    <a:pt x="8" y="2"/>
                    <a:pt x="8" y="2"/>
                  </a:cubicBezTo>
                  <a:cubicBezTo>
                    <a:pt x="8" y="0"/>
                    <a:pt x="8" y="0"/>
                    <a:pt x="8" y="0"/>
                  </a:cubicBezTo>
                  <a:lnTo>
                    <a:pt x="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Rectangle 197"/>
            <p:cNvSpPr>
              <a:spLocks noChangeArrowheads="1"/>
            </p:cNvSpPr>
            <p:nvPr/>
          </p:nvSpPr>
          <p:spPr bwMode="auto">
            <a:xfrm>
              <a:off x="10128251" y="3252788"/>
              <a:ext cx="49212" cy="762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198"/>
            <p:cNvSpPr>
              <a:spLocks/>
            </p:cNvSpPr>
            <p:nvPr/>
          </p:nvSpPr>
          <p:spPr bwMode="auto">
            <a:xfrm>
              <a:off x="10210801" y="3249613"/>
              <a:ext cx="88900" cy="79375"/>
            </a:xfrm>
            <a:custGeom>
              <a:avLst/>
              <a:gdLst>
                <a:gd name="T0" fmla="*/ 0 w 56"/>
                <a:gd name="T1" fmla="*/ 50 h 50"/>
                <a:gd name="T2" fmla="*/ 56 w 56"/>
                <a:gd name="T3" fmla="*/ 50 h 50"/>
                <a:gd name="T4" fmla="*/ 27 w 56"/>
                <a:gd name="T5" fmla="*/ 0 h 50"/>
                <a:gd name="T6" fmla="*/ 0 w 56"/>
                <a:gd name="T7" fmla="*/ 50 h 50"/>
              </a:gdLst>
              <a:ahLst/>
              <a:cxnLst>
                <a:cxn ang="0">
                  <a:pos x="T0" y="T1"/>
                </a:cxn>
                <a:cxn ang="0">
                  <a:pos x="T2" y="T3"/>
                </a:cxn>
                <a:cxn ang="0">
                  <a:pos x="T4" y="T5"/>
                </a:cxn>
                <a:cxn ang="0">
                  <a:pos x="T6" y="T7"/>
                </a:cxn>
              </a:cxnLst>
              <a:rect l="0" t="0" r="r" b="b"/>
              <a:pathLst>
                <a:path w="56" h="50">
                  <a:moveTo>
                    <a:pt x="0" y="50"/>
                  </a:moveTo>
                  <a:lnTo>
                    <a:pt x="56" y="50"/>
                  </a:lnTo>
                  <a:lnTo>
                    <a:pt x="27" y="0"/>
                  </a:lnTo>
                  <a:lnTo>
                    <a:pt x="0" y="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199"/>
            <p:cNvSpPr>
              <a:spLocks/>
            </p:cNvSpPr>
            <p:nvPr/>
          </p:nvSpPr>
          <p:spPr bwMode="auto">
            <a:xfrm>
              <a:off x="9704388" y="3851276"/>
              <a:ext cx="96837" cy="298450"/>
            </a:xfrm>
            <a:custGeom>
              <a:avLst/>
              <a:gdLst>
                <a:gd name="T0" fmla="*/ 0 w 27"/>
                <a:gd name="T1" fmla="*/ 69 h 83"/>
                <a:gd name="T2" fmla="*/ 13 w 27"/>
                <a:gd name="T3" fmla="*/ 83 h 83"/>
                <a:gd name="T4" fmla="*/ 27 w 27"/>
                <a:gd name="T5" fmla="*/ 69 h 83"/>
                <a:gd name="T6" fmla="*/ 27 w 27"/>
                <a:gd name="T7" fmla="*/ 0 h 83"/>
                <a:gd name="T8" fmla="*/ 0 w 27"/>
                <a:gd name="T9" fmla="*/ 0 h 83"/>
                <a:gd name="T10" fmla="*/ 0 w 27"/>
                <a:gd name="T11" fmla="*/ 69 h 83"/>
              </a:gdLst>
              <a:ahLst/>
              <a:cxnLst>
                <a:cxn ang="0">
                  <a:pos x="T0" y="T1"/>
                </a:cxn>
                <a:cxn ang="0">
                  <a:pos x="T2" y="T3"/>
                </a:cxn>
                <a:cxn ang="0">
                  <a:pos x="T4" y="T5"/>
                </a:cxn>
                <a:cxn ang="0">
                  <a:pos x="T6" y="T7"/>
                </a:cxn>
                <a:cxn ang="0">
                  <a:pos x="T8" y="T9"/>
                </a:cxn>
                <a:cxn ang="0">
                  <a:pos x="T10" y="T11"/>
                </a:cxn>
              </a:cxnLst>
              <a:rect l="0" t="0" r="r" b="b"/>
              <a:pathLst>
                <a:path w="27" h="83">
                  <a:moveTo>
                    <a:pt x="0" y="69"/>
                  </a:moveTo>
                  <a:cubicBezTo>
                    <a:pt x="0" y="77"/>
                    <a:pt x="6" y="83"/>
                    <a:pt x="13" y="83"/>
                  </a:cubicBezTo>
                  <a:cubicBezTo>
                    <a:pt x="21" y="83"/>
                    <a:pt x="27" y="77"/>
                    <a:pt x="27" y="69"/>
                  </a:cubicBezTo>
                  <a:cubicBezTo>
                    <a:pt x="27" y="0"/>
                    <a:pt x="27" y="0"/>
                    <a:pt x="27" y="0"/>
                  </a:cubicBezTo>
                  <a:cubicBezTo>
                    <a:pt x="0" y="0"/>
                    <a:pt x="0" y="0"/>
                    <a:pt x="0" y="0"/>
                  </a:cubicBezTo>
                  <a:lnTo>
                    <a:pt x="0"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200"/>
            <p:cNvSpPr>
              <a:spLocks/>
            </p:cNvSpPr>
            <p:nvPr/>
          </p:nvSpPr>
          <p:spPr bwMode="auto">
            <a:xfrm>
              <a:off x="9582151" y="3851276"/>
              <a:ext cx="96837" cy="298450"/>
            </a:xfrm>
            <a:custGeom>
              <a:avLst/>
              <a:gdLst>
                <a:gd name="T0" fmla="*/ 0 w 27"/>
                <a:gd name="T1" fmla="*/ 69 h 83"/>
                <a:gd name="T2" fmla="*/ 13 w 27"/>
                <a:gd name="T3" fmla="*/ 83 h 83"/>
                <a:gd name="T4" fmla="*/ 27 w 27"/>
                <a:gd name="T5" fmla="*/ 69 h 83"/>
                <a:gd name="T6" fmla="*/ 27 w 27"/>
                <a:gd name="T7" fmla="*/ 0 h 83"/>
                <a:gd name="T8" fmla="*/ 0 w 27"/>
                <a:gd name="T9" fmla="*/ 0 h 83"/>
                <a:gd name="T10" fmla="*/ 0 w 27"/>
                <a:gd name="T11" fmla="*/ 69 h 83"/>
              </a:gdLst>
              <a:ahLst/>
              <a:cxnLst>
                <a:cxn ang="0">
                  <a:pos x="T0" y="T1"/>
                </a:cxn>
                <a:cxn ang="0">
                  <a:pos x="T2" y="T3"/>
                </a:cxn>
                <a:cxn ang="0">
                  <a:pos x="T4" y="T5"/>
                </a:cxn>
                <a:cxn ang="0">
                  <a:pos x="T6" y="T7"/>
                </a:cxn>
                <a:cxn ang="0">
                  <a:pos x="T8" y="T9"/>
                </a:cxn>
                <a:cxn ang="0">
                  <a:pos x="T10" y="T11"/>
                </a:cxn>
              </a:cxnLst>
              <a:rect l="0" t="0" r="r" b="b"/>
              <a:pathLst>
                <a:path w="27" h="83">
                  <a:moveTo>
                    <a:pt x="0" y="69"/>
                  </a:moveTo>
                  <a:cubicBezTo>
                    <a:pt x="0" y="77"/>
                    <a:pt x="6" y="83"/>
                    <a:pt x="13" y="83"/>
                  </a:cubicBezTo>
                  <a:cubicBezTo>
                    <a:pt x="21" y="83"/>
                    <a:pt x="27" y="77"/>
                    <a:pt x="27" y="69"/>
                  </a:cubicBezTo>
                  <a:cubicBezTo>
                    <a:pt x="27" y="0"/>
                    <a:pt x="27" y="0"/>
                    <a:pt x="27" y="0"/>
                  </a:cubicBezTo>
                  <a:cubicBezTo>
                    <a:pt x="0" y="0"/>
                    <a:pt x="0" y="0"/>
                    <a:pt x="0" y="0"/>
                  </a:cubicBezTo>
                  <a:lnTo>
                    <a:pt x="0"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44" name="组合 143"/>
          <p:cNvGrpSpPr/>
          <p:nvPr/>
        </p:nvGrpSpPr>
        <p:grpSpPr>
          <a:xfrm>
            <a:off x="9655175" y="1081088"/>
            <a:ext cx="1960562" cy="1193800"/>
            <a:chOff x="9655175" y="1081088"/>
            <a:chExt cx="1960562" cy="1193800"/>
          </a:xfrm>
          <a:solidFill>
            <a:schemeClr val="tx1">
              <a:lumMod val="65000"/>
              <a:lumOff val="35000"/>
            </a:schemeClr>
          </a:solidFill>
        </p:grpSpPr>
        <p:sp>
          <p:nvSpPr>
            <p:cNvPr id="145" name="Freeform 206"/>
            <p:cNvSpPr>
              <a:spLocks/>
            </p:cNvSpPr>
            <p:nvPr/>
          </p:nvSpPr>
          <p:spPr bwMode="auto">
            <a:xfrm>
              <a:off x="9732963" y="1081088"/>
              <a:ext cx="233362" cy="225425"/>
            </a:xfrm>
            <a:custGeom>
              <a:avLst/>
              <a:gdLst>
                <a:gd name="T0" fmla="*/ 40 w 65"/>
                <a:gd name="T1" fmla="*/ 59 h 63"/>
                <a:gd name="T2" fmla="*/ 61 w 65"/>
                <a:gd name="T3" fmla="*/ 24 h 63"/>
                <a:gd name="T4" fmla="*/ 25 w 65"/>
                <a:gd name="T5" fmla="*/ 5 h 63"/>
                <a:gd name="T6" fmla="*/ 4 w 65"/>
                <a:gd name="T7" fmla="*/ 39 h 63"/>
                <a:gd name="T8" fmla="*/ 40 w 65"/>
                <a:gd name="T9" fmla="*/ 59 h 63"/>
              </a:gdLst>
              <a:ahLst/>
              <a:cxnLst>
                <a:cxn ang="0">
                  <a:pos x="T0" y="T1"/>
                </a:cxn>
                <a:cxn ang="0">
                  <a:pos x="T2" y="T3"/>
                </a:cxn>
                <a:cxn ang="0">
                  <a:pos x="T4" y="T5"/>
                </a:cxn>
                <a:cxn ang="0">
                  <a:pos x="T6" y="T7"/>
                </a:cxn>
                <a:cxn ang="0">
                  <a:pos x="T8" y="T9"/>
                </a:cxn>
              </a:cxnLst>
              <a:rect l="0" t="0" r="r" b="b"/>
              <a:pathLst>
                <a:path w="65" h="63">
                  <a:moveTo>
                    <a:pt x="40" y="59"/>
                  </a:moveTo>
                  <a:cubicBezTo>
                    <a:pt x="56" y="55"/>
                    <a:pt x="65" y="39"/>
                    <a:pt x="61" y="24"/>
                  </a:cubicBezTo>
                  <a:cubicBezTo>
                    <a:pt x="57" y="9"/>
                    <a:pt x="41" y="0"/>
                    <a:pt x="25" y="5"/>
                  </a:cubicBezTo>
                  <a:cubicBezTo>
                    <a:pt x="9" y="9"/>
                    <a:pt x="0" y="24"/>
                    <a:pt x="4" y="39"/>
                  </a:cubicBezTo>
                  <a:cubicBezTo>
                    <a:pt x="8" y="55"/>
                    <a:pt x="24" y="63"/>
                    <a:pt x="40"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207"/>
            <p:cNvSpPr>
              <a:spLocks/>
            </p:cNvSpPr>
            <p:nvPr/>
          </p:nvSpPr>
          <p:spPr bwMode="auto">
            <a:xfrm>
              <a:off x="9655175" y="1317625"/>
              <a:ext cx="361950" cy="957263"/>
            </a:xfrm>
            <a:custGeom>
              <a:avLst/>
              <a:gdLst>
                <a:gd name="T0" fmla="*/ 94 w 101"/>
                <a:gd name="T1" fmla="*/ 128 h 267"/>
                <a:gd name="T2" fmla="*/ 93 w 101"/>
                <a:gd name="T3" fmla="*/ 82 h 267"/>
                <a:gd name="T4" fmla="*/ 93 w 101"/>
                <a:gd name="T5" fmla="*/ 74 h 267"/>
                <a:gd name="T6" fmla="*/ 39 w 101"/>
                <a:gd name="T7" fmla="*/ 38 h 267"/>
                <a:gd name="T8" fmla="*/ 34 w 101"/>
                <a:gd name="T9" fmla="*/ 25 h 267"/>
                <a:gd name="T10" fmla="*/ 39 w 101"/>
                <a:gd name="T11" fmla="*/ 16 h 267"/>
                <a:gd name="T12" fmla="*/ 45 w 101"/>
                <a:gd name="T13" fmla="*/ 13 h 267"/>
                <a:gd name="T14" fmla="*/ 59 w 101"/>
                <a:gd name="T15" fmla="*/ 19 h 267"/>
                <a:gd name="T16" fmla="*/ 92 w 101"/>
                <a:gd name="T17" fmla="*/ 43 h 267"/>
                <a:gd name="T18" fmla="*/ 92 w 101"/>
                <a:gd name="T19" fmla="*/ 36 h 267"/>
                <a:gd name="T20" fmla="*/ 55 w 101"/>
                <a:gd name="T21" fmla="*/ 1 h 267"/>
                <a:gd name="T22" fmla="*/ 21 w 101"/>
                <a:gd name="T23" fmla="*/ 38 h 267"/>
                <a:gd name="T24" fmla="*/ 22 w 101"/>
                <a:gd name="T25" fmla="*/ 122 h 267"/>
                <a:gd name="T26" fmla="*/ 21 w 101"/>
                <a:gd name="T27" fmla="*/ 122 h 267"/>
                <a:gd name="T28" fmla="*/ 3 w 101"/>
                <a:gd name="T29" fmla="*/ 243 h 267"/>
                <a:gd name="T30" fmla="*/ 2 w 101"/>
                <a:gd name="T31" fmla="*/ 248 h 267"/>
                <a:gd name="T32" fmla="*/ 12 w 101"/>
                <a:gd name="T33" fmla="*/ 264 h 267"/>
                <a:gd name="T34" fmla="*/ 31 w 101"/>
                <a:gd name="T35" fmla="*/ 258 h 267"/>
                <a:gd name="T36" fmla="*/ 32 w 101"/>
                <a:gd name="T37" fmla="*/ 255 h 267"/>
                <a:gd name="T38" fmla="*/ 51 w 101"/>
                <a:gd name="T39" fmla="*/ 165 h 267"/>
                <a:gd name="T40" fmla="*/ 59 w 101"/>
                <a:gd name="T41" fmla="*/ 165 h 267"/>
                <a:gd name="T42" fmla="*/ 63 w 101"/>
                <a:gd name="T43" fmla="*/ 165 h 267"/>
                <a:gd name="T44" fmla="*/ 69 w 101"/>
                <a:gd name="T45" fmla="*/ 245 h 267"/>
                <a:gd name="T46" fmla="*/ 69 w 101"/>
                <a:gd name="T47" fmla="*/ 249 h 267"/>
                <a:gd name="T48" fmla="*/ 83 w 101"/>
                <a:gd name="T49" fmla="*/ 263 h 267"/>
                <a:gd name="T50" fmla="*/ 100 w 101"/>
                <a:gd name="T51" fmla="*/ 251 h 267"/>
                <a:gd name="T52" fmla="*/ 100 w 101"/>
                <a:gd name="T53" fmla="*/ 246 h 267"/>
                <a:gd name="T54" fmla="*/ 90 w 101"/>
                <a:gd name="T55" fmla="*/ 145 h 267"/>
                <a:gd name="T56" fmla="*/ 94 w 101"/>
                <a:gd name="T57" fmla="*/ 128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1" h="267">
                  <a:moveTo>
                    <a:pt x="94" y="128"/>
                  </a:moveTo>
                  <a:cubicBezTo>
                    <a:pt x="93" y="82"/>
                    <a:pt x="93" y="82"/>
                    <a:pt x="93" y="82"/>
                  </a:cubicBezTo>
                  <a:cubicBezTo>
                    <a:pt x="93" y="74"/>
                    <a:pt x="93" y="74"/>
                    <a:pt x="93" y="74"/>
                  </a:cubicBezTo>
                  <a:cubicBezTo>
                    <a:pt x="72" y="66"/>
                    <a:pt x="54" y="54"/>
                    <a:pt x="39" y="38"/>
                  </a:cubicBezTo>
                  <a:cubicBezTo>
                    <a:pt x="35" y="34"/>
                    <a:pt x="33" y="29"/>
                    <a:pt x="34" y="25"/>
                  </a:cubicBezTo>
                  <a:cubicBezTo>
                    <a:pt x="34" y="21"/>
                    <a:pt x="36" y="18"/>
                    <a:pt x="39" y="16"/>
                  </a:cubicBezTo>
                  <a:cubicBezTo>
                    <a:pt x="41" y="15"/>
                    <a:pt x="43" y="14"/>
                    <a:pt x="45" y="13"/>
                  </a:cubicBezTo>
                  <a:cubicBezTo>
                    <a:pt x="50" y="13"/>
                    <a:pt x="55" y="15"/>
                    <a:pt x="59" y="19"/>
                  </a:cubicBezTo>
                  <a:cubicBezTo>
                    <a:pt x="69" y="29"/>
                    <a:pt x="80" y="37"/>
                    <a:pt x="92" y="43"/>
                  </a:cubicBezTo>
                  <a:cubicBezTo>
                    <a:pt x="92" y="36"/>
                    <a:pt x="92" y="36"/>
                    <a:pt x="92" y="36"/>
                  </a:cubicBezTo>
                  <a:cubicBezTo>
                    <a:pt x="92" y="16"/>
                    <a:pt x="75" y="0"/>
                    <a:pt x="55" y="1"/>
                  </a:cubicBezTo>
                  <a:cubicBezTo>
                    <a:pt x="36" y="1"/>
                    <a:pt x="20" y="18"/>
                    <a:pt x="21" y="38"/>
                  </a:cubicBezTo>
                  <a:cubicBezTo>
                    <a:pt x="22" y="122"/>
                    <a:pt x="22" y="122"/>
                    <a:pt x="22" y="122"/>
                  </a:cubicBezTo>
                  <a:cubicBezTo>
                    <a:pt x="21" y="122"/>
                    <a:pt x="21" y="122"/>
                    <a:pt x="21" y="122"/>
                  </a:cubicBezTo>
                  <a:cubicBezTo>
                    <a:pt x="22" y="165"/>
                    <a:pt x="16" y="202"/>
                    <a:pt x="3" y="243"/>
                  </a:cubicBezTo>
                  <a:cubicBezTo>
                    <a:pt x="3" y="244"/>
                    <a:pt x="2" y="248"/>
                    <a:pt x="2" y="248"/>
                  </a:cubicBezTo>
                  <a:cubicBezTo>
                    <a:pt x="0" y="254"/>
                    <a:pt x="5" y="261"/>
                    <a:pt x="12" y="264"/>
                  </a:cubicBezTo>
                  <a:cubicBezTo>
                    <a:pt x="20" y="267"/>
                    <a:pt x="29" y="265"/>
                    <a:pt x="31" y="258"/>
                  </a:cubicBezTo>
                  <a:cubicBezTo>
                    <a:pt x="31" y="257"/>
                    <a:pt x="32" y="255"/>
                    <a:pt x="32" y="255"/>
                  </a:cubicBezTo>
                  <a:cubicBezTo>
                    <a:pt x="42" y="224"/>
                    <a:pt x="48" y="195"/>
                    <a:pt x="51" y="165"/>
                  </a:cubicBezTo>
                  <a:cubicBezTo>
                    <a:pt x="53" y="165"/>
                    <a:pt x="56" y="165"/>
                    <a:pt x="59" y="165"/>
                  </a:cubicBezTo>
                  <a:cubicBezTo>
                    <a:pt x="60" y="165"/>
                    <a:pt x="61" y="165"/>
                    <a:pt x="63" y="165"/>
                  </a:cubicBezTo>
                  <a:cubicBezTo>
                    <a:pt x="68" y="191"/>
                    <a:pt x="70" y="217"/>
                    <a:pt x="69" y="245"/>
                  </a:cubicBezTo>
                  <a:cubicBezTo>
                    <a:pt x="69" y="246"/>
                    <a:pt x="69" y="248"/>
                    <a:pt x="69" y="249"/>
                  </a:cubicBezTo>
                  <a:cubicBezTo>
                    <a:pt x="68" y="255"/>
                    <a:pt x="75" y="262"/>
                    <a:pt x="83" y="263"/>
                  </a:cubicBezTo>
                  <a:cubicBezTo>
                    <a:pt x="91" y="264"/>
                    <a:pt x="99" y="258"/>
                    <a:pt x="100" y="251"/>
                  </a:cubicBezTo>
                  <a:cubicBezTo>
                    <a:pt x="100" y="250"/>
                    <a:pt x="100" y="247"/>
                    <a:pt x="100" y="246"/>
                  </a:cubicBezTo>
                  <a:cubicBezTo>
                    <a:pt x="101" y="211"/>
                    <a:pt x="97" y="178"/>
                    <a:pt x="90" y="145"/>
                  </a:cubicBezTo>
                  <a:cubicBezTo>
                    <a:pt x="92" y="140"/>
                    <a:pt x="94" y="135"/>
                    <a:pt x="94" y="1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208"/>
            <p:cNvSpPr>
              <a:spLocks/>
            </p:cNvSpPr>
            <p:nvPr/>
          </p:nvSpPr>
          <p:spPr bwMode="auto">
            <a:xfrm>
              <a:off x="9775825" y="1366838"/>
              <a:ext cx="498475" cy="236538"/>
            </a:xfrm>
            <a:custGeom>
              <a:avLst/>
              <a:gdLst>
                <a:gd name="T0" fmla="*/ 121 w 139"/>
                <a:gd name="T1" fmla="*/ 52 h 66"/>
                <a:gd name="T2" fmla="*/ 120 w 139"/>
                <a:gd name="T3" fmla="*/ 50 h 66"/>
                <a:gd name="T4" fmla="*/ 139 w 139"/>
                <a:gd name="T5" fmla="*/ 41 h 66"/>
                <a:gd name="T6" fmla="*/ 138 w 139"/>
                <a:gd name="T7" fmla="*/ 40 h 66"/>
                <a:gd name="T8" fmla="*/ 120 w 139"/>
                <a:gd name="T9" fmla="*/ 48 h 66"/>
                <a:gd name="T10" fmla="*/ 110 w 139"/>
                <a:gd name="T11" fmla="*/ 41 h 66"/>
                <a:gd name="T12" fmla="*/ 106 w 139"/>
                <a:gd name="T13" fmla="*/ 41 h 66"/>
                <a:gd name="T14" fmla="*/ 24 w 139"/>
                <a:gd name="T15" fmla="*/ 6 h 66"/>
                <a:gd name="T16" fmla="*/ 6 w 139"/>
                <a:gd name="T17" fmla="*/ 4 h 66"/>
                <a:gd name="T18" fmla="*/ 6 w 139"/>
                <a:gd name="T19" fmla="*/ 23 h 66"/>
                <a:gd name="T20" fmla="*/ 108 w 139"/>
                <a:gd name="T21" fmla="*/ 65 h 66"/>
                <a:gd name="T22" fmla="*/ 112 w 139"/>
                <a:gd name="T23" fmla="*/ 64 h 66"/>
                <a:gd name="T24" fmla="*/ 121 w 139"/>
                <a:gd name="T25" fmla="*/ 5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9" h="66">
                  <a:moveTo>
                    <a:pt x="121" y="52"/>
                  </a:moveTo>
                  <a:cubicBezTo>
                    <a:pt x="121" y="51"/>
                    <a:pt x="121" y="50"/>
                    <a:pt x="120" y="50"/>
                  </a:cubicBezTo>
                  <a:cubicBezTo>
                    <a:pt x="139" y="41"/>
                    <a:pt x="139" y="41"/>
                    <a:pt x="139" y="41"/>
                  </a:cubicBezTo>
                  <a:cubicBezTo>
                    <a:pt x="138" y="40"/>
                    <a:pt x="138" y="40"/>
                    <a:pt x="138" y="40"/>
                  </a:cubicBezTo>
                  <a:cubicBezTo>
                    <a:pt x="120" y="48"/>
                    <a:pt x="120" y="48"/>
                    <a:pt x="120" y="48"/>
                  </a:cubicBezTo>
                  <a:cubicBezTo>
                    <a:pt x="118" y="45"/>
                    <a:pt x="114" y="42"/>
                    <a:pt x="110" y="41"/>
                  </a:cubicBezTo>
                  <a:cubicBezTo>
                    <a:pt x="110" y="41"/>
                    <a:pt x="107" y="41"/>
                    <a:pt x="106" y="41"/>
                  </a:cubicBezTo>
                  <a:cubicBezTo>
                    <a:pt x="75" y="42"/>
                    <a:pt x="45" y="29"/>
                    <a:pt x="24" y="6"/>
                  </a:cubicBezTo>
                  <a:cubicBezTo>
                    <a:pt x="19" y="1"/>
                    <a:pt x="11" y="0"/>
                    <a:pt x="6" y="4"/>
                  </a:cubicBezTo>
                  <a:cubicBezTo>
                    <a:pt x="0" y="7"/>
                    <a:pt x="0" y="16"/>
                    <a:pt x="6" y="23"/>
                  </a:cubicBezTo>
                  <a:cubicBezTo>
                    <a:pt x="32" y="51"/>
                    <a:pt x="69" y="66"/>
                    <a:pt x="108" y="65"/>
                  </a:cubicBezTo>
                  <a:cubicBezTo>
                    <a:pt x="109" y="65"/>
                    <a:pt x="111" y="64"/>
                    <a:pt x="112" y="64"/>
                  </a:cubicBezTo>
                  <a:cubicBezTo>
                    <a:pt x="118" y="62"/>
                    <a:pt x="122" y="57"/>
                    <a:pt x="121"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209"/>
            <p:cNvSpPr>
              <a:spLocks/>
            </p:cNvSpPr>
            <p:nvPr/>
          </p:nvSpPr>
          <p:spPr bwMode="auto">
            <a:xfrm>
              <a:off x="10177463" y="1625600"/>
              <a:ext cx="1427162" cy="644525"/>
            </a:xfrm>
            <a:custGeom>
              <a:avLst/>
              <a:gdLst>
                <a:gd name="T0" fmla="*/ 693 w 899"/>
                <a:gd name="T1" fmla="*/ 133 h 406"/>
                <a:gd name="T2" fmla="*/ 707 w 899"/>
                <a:gd name="T3" fmla="*/ 126 h 406"/>
                <a:gd name="T4" fmla="*/ 899 w 899"/>
                <a:gd name="T5" fmla="*/ 126 h 406"/>
                <a:gd name="T6" fmla="*/ 892 w 899"/>
                <a:gd name="T7" fmla="*/ 75 h 406"/>
                <a:gd name="T8" fmla="*/ 684 w 899"/>
                <a:gd name="T9" fmla="*/ 68 h 406"/>
                <a:gd name="T10" fmla="*/ 542 w 899"/>
                <a:gd name="T11" fmla="*/ 163 h 406"/>
                <a:gd name="T12" fmla="*/ 23 w 899"/>
                <a:gd name="T13" fmla="*/ 0 h 406"/>
                <a:gd name="T14" fmla="*/ 0 w 899"/>
                <a:gd name="T15" fmla="*/ 77 h 406"/>
                <a:gd name="T16" fmla="*/ 513 w 899"/>
                <a:gd name="T17" fmla="*/ 235 h 406"/>
                <a:gd name="T18" fmla="*/ 562 w 899"/>
                <a:gd name="T19" fmla="*/ 352 h 406"/>
                <a:gd name="T20" fmla="*/ 456 w 899"/>
                <a:gd name="T21" fmla="*/ 352 h 406"/>
                <a:gd name="T22" fmla="*/ 456 w 899"/>
                <a:gd name="T23" fmla="*/ 406 h 406"/>
                <a:gd name="T24" fmla="*/ 585 w 899"/>
                <a:gd name="T25" fmla="*/ 406 h 406"/>
                <a:gd name="T26" fmla="*/ 795 w 899"/>
                <a:gd name="T27" fmla="*/ 406 h 406"/>
                <a:gd name="T28" fmla="*/ 865 w 899"/>
                <a:gd name="T29" fmla="*/ 406 h 406"/>
                <a:gd name="T30" fmla="*/ 865 w 899"/>
                <a:gd name="T31" fmla="*/ 352 h 406"/>
                <a:gd name="T32" fmla="*/ 777 w 899"/>
                <a:gd name="T33" fmla="*/ 352 h 406"/>
                <a:gd name="T34" fmla="*/ 693 w 899"/>
                <a:gd name="T35" fmla="*/ 133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99" h="406">
                  <a:moveTo>
                    <a:pt x="693" y="133"/>
                  </a:moveTo>
                  <a:lnTo>
                    <a:pt x="707" y="126"/>
                  </a:lnTo>
                  <a:lnTo>
                    <a:pt x="899" y="126"/>
                  </a:lnTo>
                  <a:lnTo>
                    <a:pt x="892" y="75"/>
                  </a:lnTo>
                  <a:lnTo>
                    <a:pt x="684" y="68"/>
                  </a:lnTo>
                  <a:lnTo>
                    <a:pt x="542" y="163"/>
                  </a:lnTo>
                  <a:lnTo>
                    <a:pt x="23" y="0"/>
                  </a:lnTo>
                  <a:lnTo>
                    <a:pt x="0" y="77"/>
                  </a:lnTo>
                  <a:lnTo>
                    <a:pt x="513" y="235"/>
                  </a:lnTo>
                  <a:lnTo>
                    <a:pt x="562" y="352"/>
                  </a:lnTo>
                  <a:lnTo>
                    <a:pt x="456" y="352"/>
                  </a:lnTo>
                  <a:lnTo>
                    <a:pt x="456" y="406"/>
                  </a:lnTo>
                  <a:lnTo>
                    <a:pt x="585" y="406"/>
                  </a:lnTo>
                  <a:lnTo>
                    <a:pt x="795" y="406"/>
                  </a:lnTo>
                  <a:lnTo>
                    <a:pt x="865" y="406"/>
                  </a:lnTo>
                  <a:lnTo>
                    <a:pt x="865" y="352"/>
                  </a:lnTo>
                  <a:lnTo>
                    <a:pt x="777" y="352"/>
                  </a:lnTo>
                  <a:lnTo>
                    <a:pt x="693"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210"/>
            <p:cNvSpPr>
              <a:spLocks/>
            </p:cNvSpPr>
            <p:nvPr/>
          </p:nvSpPr>
          <p:spPr bwMode="auto">
            <a:xfrm>
              <a:off x="9963150" y="1314450"/>
              <a:ext cx="307975" cy="171450"/>
            </a:xfrm>
            <a:custGeom>
              <a:avLst/>
              <a:gdLst>
                <a:gd name="T0" fmla="*/ 8 w 86"/>
                <a:gd name="T1" fmla="*/ 44 h 48"/>
                <a:gd name="T2" fmla="*/ 76 w 86"/>
                <a:gd name="T3" fmla="*/ 39 h 48"/>
                <a:gd name="T4" fmla="*/ 78 w 86"/>
                <a:gd name="T5" fmla="*/ 38 h 48"/>
                <a:gd name="T6" fmla="*/ 84 w 86"/>
                <a:gd name="T7" fmla="*/ 22 h 48"/>
                <a:gd name="T8" fmla="*/ 84 w 86"/>
                <a:gd name="T9" fmla="*/ 6 h 48"/>
                <a:gd name="T10" fmla="*/ 86 w 86"/>
                <a:gd name="T11" fmla="*/ 3 h 48"/>
                <a:gd name="T12" fmla="*/ 83 w 86"/>
                <a:gd name="T13" fmla="*/ 0 h 48"/>
                <a:gd name="T14" fmla="*/ 80 w 86"/>
                <a:gd name="T15" fmla="*/ 3 h 48"/>
                <a:gd name="T16" fmla="*/ 82 w 86"/>
                <a:gd name="T17" fmla="*/ 6 h 48"/>
                <a:gd name="T18" fmla="*/ 82 w 86"/>
                <a:gd name="T19" fmla="*/ 20 h 48"/>
                <a:gd name="T20" fmla="*/ 70 w 86"/>
                <a:gd name="T21" fmla="*/ 16 h 48"/>
                <a:gd name="T22" fmla="*/ 67 w 86"/>
                <a:gd name="T23" fmla="*/ 17 h 48"/>
                <a:gd name="T24" fmla="*/ 3 w 86"/>
                <a:gd name="T25" fmla="*/ 19 h 48"/>
                <a:gd name="T26" fmla="*/ 8 w 86"/>
                <a:gd name="T27"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6" h="48">
                  <a:moveTo>
                    <a:pt x="8" y="44"/>
                  </a:moveTo>
                  <a:cubicBezTo>
                    <a:pt x="30" y="48"/>
                    <a:pt x="55" y="47"/>
                    <a:pt x="76" y="39"/>
                  </a:cubicBezTo>
                  <a:cubicBezTo>
                    <a:pt x="77" y="39"/>
                    <a:pt x="78" y="38"/>
                    <a:pt x="78" y="38"/>
                  </a:cubicBezTo>
                  <a:cubicBezTo>
                    <a:pt x="84" y="34"/>
                    <a:pt x="86" y="27"/>
                    <a:pt x="84" y="22"/>
                  </a:cubicBezTo>
                  <a:cubicBezTo>
                    <a:pt x="84" y="6"/>
                    <a:pt x="84" y="6"/>
                    <a:pt x="84" y="6"/>
                  </a:cubicBezTo>
                  <a:cubicBezTo>
                    <a:pt x="85" y="5"/>
                    <a:pt x="86" y="4"/>
                    <a:pt x="86" y="3"/>
                  </a:cubicBezTo>
                  <a:cubicBezTo>
                    <a:pt x="86" y="1"/>
                    <a:pt x="85" y="0"/>
                    <a:pt x="83" y="0"/>
                  </a:cubicBezTo>
                  <a:cubicBezTo>
                    <a:pt x="82" y="0"/>
                    <a:pt x="80" y="1"/>
                    <a:pt x="80" y="3"/>
                  </a:cubicBezTo>
                  <a:cubicBezTo>
                    <a:pt x="80" y="4"/>
                    <a:pt x="81" y="5"/>
                    <a:pt x="82" y="6"/>
                  </a:cubicBezTo>
                  <a:cubicBezTo>
                    <a:pt x="82" y="20"/>
                    <a:pt x="82" y="20"/>
                    <a:pt x="82" y="20"/>
                  </a:cubicBezTo>
                  <a:cubicBezTo>
                    <a:pt x="79" y="17"/>
                    <a:pt x="74" y="15"/>
                    <a:pt x="70" y="16"/>
                  </a:cubicBezTo>
                  <a:cubicBezTo>
                    <a:pt x="69" y="16"/>
                    <a:pt x="67" y="16"/>
                    <a:pt x="67" y="17"/>
                  </a:cubicBezTo>
                  <a:cubicBezTo>
                    <a:pt x="38" y="27"/>
                    <a:pt x="0" y="18"/>
                    <a:pt x="3" y="19"/>
                  </a:cubicBezTo>
                  <a:cubicBezTo>
                    <a:pt x="7" y="23"/>
                    <a:pt x="8" y="39"/>
                    <a:pt x="8"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211"/>
            <p:cNvSpPr>
              <a:spLocks noEditPoints="1"/>
            </p:cNvSpPr>
            <p:nvPr/>
          </p:nvSpPr>
          <p:spPr bwMode="auto">
            <a:xfrm>
              <a:off x="10490200" y="1468438"/>
              <a:ext cx="1125537" cy="393700"/>
            </a:xfrm>
            <a:custGeom>
              <a:avLst/>
              <a:gdLst>
                <a:gd name="T0" fmla="*/ 29 w 314"/>
                <a:gd name="T1" fmla="*/ 75 h 110"/>
                <a:gd name="T2" fmla="*/ 130 w 314"/>
                <a:gd name="T3" fmla="*/ 107 h 110"/>
                <a:gd name="T4" fmla="*/ 159 w 314"/>
                <a:gd name="T5" fmla="*/ 103 h 110"/>
                <a:gd name="T6" fmla="*/ 159 w 314"/>
                <a:gd name="T7" fmla="*/ 103 h 110"/>
                <a:gd name="T8" fmla="*/ 214 w 314"/>
                <a:gd name="T9" fmla="*/ 69 h 110"/>
                <a:gd name="T10" fmla="*/ 214 w 314"/>
                <a:gd name="T11" fmla="*/ 69 h 110"/>
                <a:gd name="T12" fmla="*/ 299 w 314"/>
                <a:gd name="T13" fmla="*/ 73 h 110"/>
                <a:gd name="T14" fmla="*/ 292 w 314"/>
                <a:gd name="T15" fmla="*/ 42 h 110"/>
                <a:gd name="T16" fmla="*/ 218 w 314"/>
                <a:gd name="T17" fmla="*/ 36 h 110"/>
                <a:gd name="T18" fmla="*/ 212 w 314"/>
                <a:gd name="T19" fmla="*/ 36 h 110"/>
                <a:gd name="T20" fmla="*/ 203 w 314"/>
                <a:gd name="T21" fmla="*/ 39 h 110"/>
                <a:gd name="T22" fmla="*/ 173 w 314"/>
                <a:gd name="T23" fmla="*/ 58 h 110"/>
                <a:gd name="T24" fmla="*/ 172 w 314"/>
                <a:gd name="T25" fmla="*/ 56 h 110"/>
                <a:gd name="T26" fmla="*/ 202 w 314"/>
                <a:gd name="T27" fmla="*/ 38 h 110"/>
                <a:gd name="T28" fmla="*/ 209 w 314"/>
                <a:gd name="T29" fmla="*/ 35 h 110"/>
                <a:gd name="T30" fmla="*/ 211 w 314"/>
                <a:gd name="T31" fmla="*/ 34 h 110"/>
                <a:gd name="T32" fmla="*/ 218 w 314"/>
                <a:gd name="T33" fmla="*/ 34 h 110"/>
                <a:gd name="T34" fmla="*/ 292 w 314"/>
                <a:gd name="T35" fmla="*/ 40 h 110"/>
                <a:gd name="T36" fmla="*/ 306 w 314"/>
                <a:gd name="T37" fmla="*/ 45 h 110"/>
                <a:gd name="T38" fmla="*/ 290 w 314"/>
                <a:gd name="T39" fmla="*/ 36 h 110"/>
                <a:gd name="T40" fmla="*/ 216 w 314"/>
                <a:gd name="T41" fmla="*/ 30 h 110"/>
                <a:gd name="T42" fmla="*/ 210 w 314"/>
                <a:gd name="T43" fmla="*/ 30 h 110"/>
                <a:gd name="T44" fmla="*/ 202 w 314"/>
                <a:gd name="T45" fmla="*/ 34 h 110"/>
                <a:gd name="T46" fmla="*/ 170 w 314"/>
                <a:gd name="T47" fmla="*/ 53 h 110"/>
                <a:gd name="T48" fmla="*/ 152 w 314"/>
                <a:gd name="T49" fmla="*/ 39 h 110"/>
                <a:gd name="T50" fmla="*/ 51 w 314"/>
                <a:gd name="T51" fmla="*/ 6 h 110"/>
                <a:gd name="T52" fmla="*/ 6 w 314"/>
                <a:gd name="T53" fmla="*/ 30 h 110"/>
                <a:gd name="T54" fmla="*/ 29 w 314"/>
                <a:gd name="T55" fmla="*/ 75 h 110"/>
                <a:gd name="T56" fmla="*/ 30 w 314"/>
                <a:gd name="T57" fmla="*/ 24 h 110"/>
                <a:gd name="T58" fmla="*/ 44 w 314"/>
                <a:gd name="T59" fmla="*/ 21 h 110"/>
                <a:gd name="T60" fmla="*/ 52 w 314"/>
                <a:gd name="T61" fmla="*/ 26 h 110"/>
                <a:gd name="T62" fmla="*/ 90 w 314"/>
                <a:gd name="T63" fmla="*/ 47 h 110"/>
                <a:gd name="T64" fmla="*/ 134 w 314"/>
                <a:gd name="T65" fmla="*/ 52 h 110"/>
                <a:gd name="T66" fmla="*/ 142 w 314"/>
                <a:gd name="T67" fmla="*/ 53 h 110"/>
                <a:gd name="T68" fmla="*/ 152 w 314"/>
                <a:gd name="T69" fmla="*/ 63 h 110"/>
                <a:gd name="T70" fmla="*/ 150 w 314"/>
                <a:gd name="T71" fmla="*/ 73 h 110"/>
                <a:gd name="T72" fmla="*/ 138 w 314"/>
                <a:gd name="T73" fmla="*/ 80 h 110"/>
                <a:gd name="T74" fmla="*/ 81 w 314"/>
                <a:gd name="T75" fmla="*/ 74 h 110"/>
                <a:gd name="T76" fmla="*/ 81 w 314"/>
                <a:gd name="T77" fmla="*/ 74 h 110"/>
                <a:gd name="T78" fmla="*/ 32 w 314"/>
                <a:gd name="T79" fmla="*/ 46 h 110"/>
                <a:gd name="T80" fmla="*/ 28 w 314"/>
                <a:gd name="T81" fmla="*/ 41 h 110"/>
                <a:gd name="T82" fmla="*/ 30 w 314"/>
                <a:gd name="T83" fmla="*/ 24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14" h="110">
                  <a:moveTo>
                    <a:pt x="29" y="75"/>
                  </a:moveTo>
                  <a:cubicBezTo>
                    <a:pt x="130" y="107"/>
                    <a:pt x="130" y="107"/>
                    <a:pt x="130" y="107"/>
                  </a:cubicBezTo>
                  <a:cubicBezTo>
                    <a:pt x="140" y="110"/>
                    <a:pt x="151" y="109"/>
                    <a:pt x="159" y="103"/>
                  </a:cubicBezTo>
                  <a:cubicBezTo>
                    <a:pt x="159" y="103"/>
                    <a:pt x="159" y="103"/>
                    <a:pt x="159" y="103"/>
                  </a:cubicBezTo>
                  <a:cubicBezTo>
                    <a:pt x="162" y="102"/>
                    <a:pt x="195" y="82"/>
                    <a:pt x="214" y="69"/>
                  </a:cubicBezTo>
                  <a:cubicBezTo>
                    <a:pt x="214" y="69"/>
                    <a:pt x="214" y="69"/>
                    <a:pt x="214" y="69"/>
                  </a:cubicBezTo>
                  <a:cubicBezTo>
                    <a:pt x="218" y="70"/>
                    <a:pt x="293" y="74"/>
                    <a:pt x="299" y="73"/>
                  </a:cubicBezTo>
                  <a:cubicBezTo>
                    <a:pt x="313" y="69"/>
                    <a:pt x="314" y="43"/>
                    <a:pt x="292" y="42"/>
                  </a:cubicBezTo>
                  <a:cubicBezTo>
                    <a:pt x="289" y="42"/>
                    <a:pt x="240" y="38"/>
                    <a:pt x="218" y="36"/>
                  </a:cubicBezTo>
                  <a:cubicBezTo>
                    <a:pt x="216" y="36"/>
                    <a:pt x="212" y="36"/>
                    <a:pt x="212" y="36"/>
                  </a:cubicBezTo>
                  <a:cubicBezTo>
                    <a:pt x="209" y="36"/>
                    <a:pt x="206" y="38"/>
                    <a:pt x="203" y="39"/>
                  </a:cubicBezTo>
                  <a:cubicBezTo>
                    <a:pt x="202" y="41"/>
                    <a:pt x="188" y="49"/>
                    <a:pt x="173" y="58"/>
                  </a:cubicBezTo>
                  <a:cubicBezTo>
                    <a:pt x="173" y="57"/>
                    <a:pt x="173" y="57"/>
                    <a:pt x="172" y="56"/>
                  </a:cubicBezTo>
                  <a:cubicBezTo>
                    <a:pt x="185" y="49"/>
                    <a:pt x="200" y="39"/>
                    <a:pt x="202" y="38"/>
                  </a:cubicBezTo>
                  <a:cubicBezTo>
                    <a:pt x="204" y="36"/>
                    <a:pt x="206" y="35"/>
                    <a:pt x="209" y="35"/>
                  </a:cubicBezTo>
                  <a:cubicBezTo>
                    <a:pt x="210" y="34"/>
                    <a:pt x="211" y="34"/>
                    <a:pt x="211" y="34"/>
                  </a:cubicBezTo>
                  <a:cubicBezTo>
                    <a:pt x="212" y="34"/>
                    <a:pt x="216" y="34"/>
                    <a:pt x="218" y="34"/>
                  </a:cubicBezTo>
                  <a:cubicBezTo>
                    <a:pt x="240" y="36"/>
                    <a:pt x="289" y="40"/>
                    <a:pt x="292" y="40"/>
                  </a:cubicBezTo>
                  <a:cubicBezTo>
                    <a:pt x="298" y="40"/>
                    <a:pt x="303" y="42"/>
                    <a:pt x="306" y="45"/>
                  </a:cubicBezTo>
                  <a:cubicBezTo>
                    <a:pt x="304" y="41"/>
                    <a:pt x="299" y="37"/>
                    <a:pt x="290" y="36"/>
                  </a:cubicBezTo>
                  <a:cubicBezTo>
                    <a:pt x="287" y="36"/>
                    <a:pt x="238" y="32"/>
                    <a:pt x="216" y="30"/>
                  </a:cubicBezTo>
                  <a:cubicBezTo>
                    <a:pt x="214" y="30"/>
                    <a:pt x="210" y="30"/>
                    <a:pt x="210" y="30"/>
                  </a:cubicBezTo>
                  <a:cubicBezTo>
                    <a:pt x="207" y="31"/>
                    <a:pt x="204" y="32"/>
                    <a:pt x="202" y="34"/>
                  </a:cubicBezTo>
                  <a:cubicBezTo>
                    <a:pt x="200" y="35"/>
                    <a:pt x="185" y="44"/>
                    <a:pt x="170" y="53"/>
                  </a:cubicBezTo>
                  <a:cubicBezTo>
                    <a:pt x="166" y="46"/>
                    <a:pt x="160" y="41"/>
                    <a:pt x="152" y="39"/>
                  </a:cubicBezTo>
                  <a:cubicBezTo>
                    <a:pt x="51" y="6"/>
                    <a:pt x="51" y="6"/>
                    <a:pt x="51" y="6"/>
                  </a:cubicBezTo>
                  <a:cubicBezTo>
                    <a:pt x="32" y="0"/>
                    <a:pt x="12" y="11"/>
                    <a:pt x="6" y="30"/>
                  </a:cubicBezTo>
                  <a:cubicBezTo>
                    <a:pt x="0" y="49"/>
                    <a:pt x="11" y="69"/>
                    <a:pt x="29" y="75"/>
                  </a:cubicBezTo>
                  <a:close/>
                  <a:moveTo>
                    <a:pt x="30" y="24"/>
                  </a:moveTo>
                  <a:cubicBezTo>
                    <a:pt x="34" y="21"/>
                    <a:pt x="39" y="20"/>
                    <a:pt x="44" y="21"/>
                  </a:cubicBezTo>
                  <a:cubicBezTo>
                    <a:pt x="46" y="22"/>
                    <a:pt x="50" y="24"/>
                    <a:pt x="52" y="26"/>
                  </a:cubicBezTo>
                  <a:cubicBezTo>
                    <a:pt x="63" y="36"/>
                    <a:pt x="75" y="43"/>
                    <a:pt x="90" y="47"/>
                  </a:cubicBezTo>
                  <a:cubicBezTo>
                    <a:pt x="104" y="52"/>
                    <a:pt x="119" y="54"/>
                    <a:pt x="134" y="52"/>
                  </a:cubicBezTo>
                  <a:cubicBezTo>
                    <a:pt x="137" y="52"/>
                    <a:pt x="140" y="52"/>
                    <a:pt x="142" y="53"/>
                  </a:cubicBezTo>
                  <a:cubicBezTo>
                    <a:pt x="147" y="54"/>
                    <a:pt x="151" y="58"/>
                    <a:pt x="152" y="63"/>
                  </a:cubicBezTo>
                  <a:cubicBezTo>
                    <a:pt x="153" y="66"/>
                    <a:pt x="152" y="70"/>
                    <a:pt x="150" y="73"/>
                  </a:cubicBezTo>
                  <a:cubicBezTo>
                    <a:pt x="147" y="76"/>
                    <a:pt x="143" y="79"/>
                    <a:pt x="138" y="80"/>
                  </a:cubicBezTo>
                  <a:cubicBezTo>
                    <a:pt x="118" y="82"/>
                    <a:pt x="99" y="80"/>
                    <a:pt x="81" y="74"/>
                  </a:cubicBezTo>
                  <a:cubicBezTo>
                    <a:pt x="81" y="74"/>
                    <a:pt x="81" y="74"/>
                    <a:pt x="81" y="74"/>
                  </a:cubicBezTo>
                  <a:cubicBezTo>
                    <a:pt x="63" y="68"/>
                    <a:pt x="46" y="59"/>
                    <a:pt x="32" y="46"/>
                  </a:cubicBezTo>
                  <a:cubicBezTo>
                    <a:pt x="32" y="46"/>
                    <a:pt x="29" y="43"/>
                    <a:pt x="28" y="41"/>
                  </a:cubicBezTo>
                  <a:cubicBezTo>
                    <a:pt x="26" y="36"/>
                    <a:pt x="23" y="29"/>
                    <a:pt x="30"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212"/>
            <p:cNvSpPr>
              <a:spLocks/>
            </p:cNvSpPr>
            <p:nvPr/>
          </p:nvSpPr>
          <p:spPr bwMode="auto">
            <a:xfrm>
              <a:off x="10572750" y="1536700"/>
              <a:ext cx="461962" cy="225425"/>
            </a:xfrm>
            <a:custGeom>
              <a:avLst/>
              <a:gdLst>
                <a:gd name="T0" fmla="*/ 114 w 129"/>
                <a:gd name="T1" fmla="*/ 59 h 63"/>
                <a:gd name="T2" fmla="*/ 127 w 129"/>
                <a:gd name="T3" fmla="*/ 44 h 63"/>
                <a:gd name="T4" fmla="*/ 112 w 129"/>
                <a:gd name="T5" fmla="*/ 35 h 63"/>
                <a:gd name="T6" fmla="*/ 27 w 129"/>
                <a:gd name="T7" fmla="*/ 9 h 63"/>
                <a:gd name="T8" fmla="*/ 8 w 129"/>
                <a:gd name="T9" fmla="*/ 6 h 63"/>
                <a:gd name="T10" fmla="*/ 10 w 129"/>
                <a:gd name="T11" fmla="*/ 25 h 63"/>
                <a:gd name="T12" fmla="*/ 114 w 129"/>
                <a:gd name="T13" fmla="*/ 59 h 63"/>
              </a:gdLst>
              <a:ahLst/>
              <a:cxnLst>
                <a:cxn ang="0">
                  <a:pos x="T0" y="T1"/>
                </a:cxn>
                <a:cxn ang="0">
                  <a:pos x="T2" y="T3"/>
                </a:cxn>
                <a:cxn ang="0">
                  <a:pos x="T4" y="T5"/>
                </a:cxn>
                <a:cxn ang="0">
                  <a:pos x="T6" y="T7"/>
                </a:cxn>
                <a:cxn ang="0">
                  <a:pos x="T8" y="T9"/>
                </a:cxn>
                <a:cxn ang="0">
                  <a:pos x="T10" y="T11"/>
                </a:cxn>
                <a:cxn ang="0">
                  <a:pos x="T12" y="T13"/>
                </a:cxn>
              </a:cxnLst>
              <a:rect l="0" t="0" r="r" b="b"/>
              <a:pathLst>
                <a:path w="129" h="63">
                  <a:moveTo>
                    <a:pt x="114" y="59"/>
                  </a:moveTo>
                  <a:cubicBezTo>
                    <a:pt x="123" y="58"/>
                    <a:pt x="129" y="51"/>
                    <a:pt x="127" y="44"/>
                  </a:cubicBezTo>
                  <a:cubicBezTo>
                    <a:pt x="125" y="38"/>
                    <a:pt x="119" y="34"/>
                    <a:pt x="112" y="35"/>
                  </a:cubicBezTo>
                  <a:cubicBezTo>
                    <a:pt x="81" y="38"/>
                    <a:pt x="51" y="29"/>
                    <a:pt x="27" y="9"/>
                  </a:cubicBezTo>
                  <a:cubicBezTo>
                    <a:pt x="26" y="8"/>
                    <a:pt x="16" y="0"/>
                    <a:pt x="8" y="6"/>
                  </a:cubicBezTo>
                  <a:cubicBezTo>
                    <a:pt x="0" y="13"/>
                    <a:pt x="9" y="24"/>
                    <a:pt x="10" y="25"/>
                  </a:cubicBezTo>
                  <a:cubicBezTo>
                    <a:pt x="38" y="51"/>
                    <a:pt x="76" y="63"/>
                    <a:pt x="114"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213"/>
            <p:cNvSpPr>
              <a:spLocks/>
            </p:cNvSpPr>
            <p:nvPr/>
          </p:nvSpPr>
          <p:spPr bwMode="auto">
            <a:xfrm>
              <a:off x="10288588" y="1406525"/>
              <a:ext cx="233362" cy="233363"/>
            </a:xfrm>
            <a:custGeom>
              <a:avLst/>
              <a:gdLst>
                <a:gd name="T0" fmla="*/ 21 w 65"/>
                <a:gd name="T1" fmla="*/ 58 h 65"/>
                <a:gd name="T2" fmla="*/ 60 w 65"/>
                <a:gd name="T3" fmla="*/ 46 h 65"/>
                <a:gd name="T4" fmla="*/ 57 w 65"/>
                <a:gd name="T5" fmla="*/ 16 h 65"/>
                <a:gd name="T6" fmla="*/ 51 w 65"/>
                <a:gd name="T7" fmla="*/ 20 h 65"/>
                <a:gd name="T8" fmla="*/ 51 w 65"/>
                <a:gd name="T9" fmla="*/ 12 h 65"/>
                <a:gd name="T10" fmla="*/ 52 w 65"/>
                <a:gd name="T11" fmla="*/ 11 h 65"/>
                <a:gd name="T12" fmla="*/ 46 w 65"/>
                <a:gd name="T13" fmla="*/ 8 h 65"/>
                <a:gd name="T14" fmla="*/ 7 w 65"/>
                <a:gd name="T15" fmla="*/ 19 h 65"/>
                <a:gd name="T16" fmla="*/ 21 w 65"/>
                <a:gd name="T17" fmla="*/ 58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65">
                  <a:moveTo>
                    <a:pt x="21" y="58"/>
                  </a:moveTo>
                  <a:cubicBezTo>
                    <a:pt x="35" y="65"/>
                    <a:pt x="53" y="60"/>
                    <a:pt x="60" y="46"/>
                  </a:cubicBezTo>
                  <a:cubicBezTo>
                    <a:pt x="65" y="37"/>
                    <a:pt x="63" y="25"/>
                    <a:pt x="57" y="16"/>
                  </a:cubicBezTo>
                  <a:cubicBezTo>
                    <a:pt x="55" y="19"/>
                    <a:pt x="52" y="20"/>
                    <a:pt x="51" y="20"/>
                  </a:cubicBezTo>
                  <a:cubicBezTo>
                    <a:pt x="50" y="19"/>
                    <a:pt x="50" y="16"/>
                    <a:pt x="51" y="12"/>
                  </a:cubicBezTo>
                  <a:cubicBezTo>
                    <a:pt x="52" y="11"/>
                    <a:pt x="52" y="11"/>
                    <a:pt x="52" y="11"/>
                  </a:cubicBezTo>
                  <a:cubicBezTo>
                    <a:pt x="50" y="10"/>
                    <a:pt x="48" y="9"/>
                    <a:pt x="46" y="8"/>
                  </a:cubicBezTo>
                  <a:cubicBezTo>
                    <a:pt x="32" y="0"/>
                    <a:pt x="14" y="5"/>
                    <a:pt x="7" y="19"/>
                  </a:cubicBezTo>
                  <a:cubicBezTo>
                    <a:pt x="0" y="33"/>
                    <a:pt x="6" y="50"/>
                    <a:pt x="21"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53" name="组合 152"/>
          <p:cNvGrpSpPr/>
          <p:nvPr/>
        </p:nvGrpSpPr>
        <p:grpSpPr>
          <a:xfrm>
            <a:off x="263525" y="1231900"/>
            <a:ext cx="1282700" cy="1400175"/>
            <a:chOff x="263525" y="1231900"/>
            <a:chExt cx="1282700" cy="1400175"/>
          </a:xfrm>
          <a:solidFill>
            <a:schemeClr val="tx1">
              <a:lumMod val="65000"/>
              <a:lumOff val="35000"/>
            </a:schemeClr>
          </a:solidFill>
        </p:grpSpPr>
        <p:sp>
          <p:nvSpPr>
            <p:cNvPr id="154" name="Freeform 217"/>
            <p:cNvSpPr>
              <a:spLocks noEditPoints="1"/>
            </p:cNvSpPr>
            <p:nvPr/>
          </p:nvSpPr>
          <p:spPr bwMode="auto">
            <a:xfrm>
              <a:off x="904875" y="1466850"/>
              <a:ext cx="323850" cy="250825"/>
            </a:xfrm>
            <a:custGeom>
              <a:avLst/>
              <a:gdLst>
                <a:gd name="T0" fmla="*/ 149 w 250"/>
                <a:gd name="T1" fmla="*/ 167 h 193"/>
                <a:gd name="T2" fmla="*/ 187 w 250"/>
                <a:gd name="T3" fmla="*/ 123 h 193"/>
                <a:gd name="T4" fmla="*/ 233 w 250"/>
                <a:gd name="T5" fmla="*/ 113 h 193"/>
                <a:gd name="T6" fmla="*/ 232 w 250"/>
                <a:gd name="T7" fmla="*/ 52 h 193"/>
                <a:gd name="T8" fmla="*/ 182 w 250"/>
                <a:gd name="T9" fmla="*/ 46 h 193"/>
                <a:gd name="T10" fmla="*/ 181 w 250"/>
                <a:gd name="T11" fmla="*/ 44 h 193"/>
                <a:gd name="T12" fmla="*/ 120 w 250"/>
                <a:gd name="T13" fmla="*/ 2 h 193"/>
                <a:gd name="T14" fmla="*/ 173 w 250"/>
                <a:gd name="T15" fmla="*/ 52 h 193"/>
                <a:gd name="T16" fmla="*/ 172 w 250"/>
                <a:gd name="T17" fmla="*/ 54 h 193"/>
                <a:gd name="T18" fmla="*/ 164 w 250"/>
                <a:gd name="T19" fmla="*/ 65 h 193"/>
                <a:gd name="T20" fmla="*/ 96 w 250"/>
                <a:gd name="T21" fmla="*/ 1 h 193"/>
                <a:gd name="T22" fmla="*/ 96 w 250"/>
                <a:gd name="T23" fmla="*/ 0 h 193"/>
                <a:gd name="T24" fmla="*/ 58 w 250"/>
                <a:gd name="T25" fmla="*/ 12 h 193"/>
                <a:gd name="T26" fmla="*/ 26 w 250"/>
                <a:gd name="T27" fmla="*/ 136 h 193"/>
                <a:gd name="T28" fmla="*/ 149 w 250"/>
                <a:gd name="T29" fmla="*/ 167 h 193"/>
                <a:gd name="T30" fmla="*/ 178 w 250"/>
                <a:gd name="T31" fmla="*/ 61 h 193"/>
                <a:gd name="T32" fmla="*/ 225 w 250"/>
                <a:gd name="T33" fmla="*/ 60 h 193"/>
                <a:gd name="T34" fmla="*/ 226 w 250"/>
                <a:gd name="T35" fmla="*/ 106 h 193"/>
                <a:gd name="T36" fmla="*/ 179 w 250"/>
                <a:gd name="T37" fmla="*/ 107 h 193"/>
                <a:gd name="T38" fmla="*/ 178 w 250"/>
                <a:gd name="T39" fmla="*/ 61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0" h="193">
                  <a:moveTo>
                    <a:pt x="149" y="167"/>
                  </a:moveTo>
                  <a:cubicBezTo>
                    <a:pt x="167" y="157"/>
                    <a:pt x="180" y="141"/>
                    <a:pt x="187" y="123"/>
                  </a:cubicBezTo>
                  <a:cubicBezTo>
                    <a:pt x="203" y="129"/>
                    <a:pt x="221" y="126"/>
                    <a:pt x="233" y="113"/>
                  </a:cubicBezTo>
                  <a:cubicBezTo>
                    <a:pt x="250" y="96"/>
                    <a:pt x="249" y="69"/>
                    <a:pt x="232" y="52"/>
                  </a:cubicBezTo>
                  <a:cubicBezTo>
                    <a:pt x="218" y="39"/>
                    <a:pt x="198" y="37"/>
                    <a:pt x="182" y="46"/>
                  </a:cubicBezTo>
                  <a:cubicBezTo>
                    <a:pt x="181" y="45"/>
                    <a:pt x="181" y="45"/>
                    <a:pt x="181" y="44"/>
                  </a:cubicBezTo>
                  <a:cubicBezTo>
                    <a:pt x="167" y="21"/>
                    <a:pt x="145" y="6"/>
                    <a:pt x="120" y="2"/>
                  </a:cubicBezTo>
                  <a:cubicBezTo>
                    <a:pt x="173" y="52"/>
                    <a:pt x="173" y="52"/>
                    <a:pt x="173" y="52"/>
                  </a:cubicBezTo>
                  <a:cubicBezTo>
                    <a:pt x="173" y="53"/>
                    <a:pt x="172" y="53"/>
                    <a:pt x="172" y="54"/>
                  </a:cubicBezTo>
                  <a:cubicBezTo>
                    <a:pt x="168" y="57"/>
                    <a:pt x="166" y="61"/>
                    <a:pt x="164" y="65"/>
                  </a:cubicBezTo>
                  <a:cubicBezTo>
                    <a:pt x="96" y="1"/>
                    <a:pt x="96" y="1"/>
                    <a:pt x="96" y="1"/>
                  </a:cubicBezTo>
                  <a:cubicBezTo>
                    <a:pt x="96" y="0"/>
                    <a:pt x="96" y="0"/>
                    <a:pt x="96" y="0"/>
                  </a:cubicBezTo>
                  <a:cubicBezTo>
                    <a:pt x="83" y="1"/>
                    <a:pt x="70" y="5"/>
                    <a:pt x="58" y="12"/>
                  </a:cubicBezTo>
                  <a:cubicBezTo>
                    <a:pt x="15" y="38"/>
                    <a:pt x="0" y="93"/>
                    <a:pt x="26" y="136"/>
                  </a:cubicBezTo>
                  <a:cubicBezTo>
                    <a:pt x="51" y="178"/>
                    <a:pt x="106" y="193"/>
                    <a:pt x="149" y="167"/>
                  </a:cubicBezTo>
                  <a:close/>
                  <a:moveTo>
                    <a:pt x="178" y="61"/>
                  </a:moveTo>
                  <a:cubicBezTo>
                    <a:pt x="191" y="47"/>
                    <a:pt x="212" y="47"/>
                    <a:pt x="225" y="60"/>
                  </a:cubicBezTo>
                  <a:cubicBezTo>
                    <a:pt x="238" y="72"/>
                    <a:pt x="239" y="93"/>
                    <a:pt x="226" y="106"/>
                  </a:cubicBezTo>
                  <a:cubicBezTo>
                    <a:pt x="214" y="120"/>
                    <a:pt x="193" y="120"/>
                    <a:pt x="179" y="107"/>
                  </a:cubicBezTo>
                  <a:cubicBezTo>
                    <a:pt x="166" y="95"/>
                    <a:pt x="166" y="74"/>
                    <a:pt x="178"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218"/>
            <p:cNvSpPr>
              <a:spLocks/>
            </p:cNvSpPr>
            <p:nvPr/>
          </p:nvSpPr>
          <p:spPr bwMode="auto">
            <a:xfrm>
              <a:off x="655638" y="2351088"/>
              <a:ext cx="163513" cy="280987"/>
            </a:xfrm>
            <a:custGeom>
              <a:avLst/>
              <a:gdLst>
                <a:gd name="T0" fmla="*/ 71 w 126"/>
                <a:gd name="T1" fmla="*/ 214 h 217"/>
                <a:gd name="T2" fmla="*/ 62 w 126"/>
                <a:gd name="T3" fmla="*/ 194 h 217"/>
                <a:gd name="T4" fmla="*/ 62 w 126"/>
                <a:gd name="T5" fmla="*/ 134 h 217"/>
                <a:gd name="T6" fmla="*/ 90 w 126"/>
                <a:gd name="T7" fmla="*/ 106 h 217"/>
                <a:gd name="T8" fmla="*/ 118 w 126"/>
                <a:gd name="T9" fmla="*/ 106 h 217"/>
                <a:gd name="T10" fmla="*/ 126 w 126"/>
                <a:gd name="T11" fmla="*/ 44 h 217"/>
                <a:gd name="T12" fmla="*/ 99 w 126"/>
                <a:gd name="T13" fmla="*/ 16 h 217"/>
                <a:gd name="T14" fmla="*/ 99 w 126"/>
                <a:gd name="T15" fmla="*/ 12 h 217"/>
                <a:gd name="T16" fmla="*/ 28 w 126"/>
                <a:gd name="T17" fmla="*/ 0 h 217"/>
                <a:gd name="T18" fmla="*/ 7 w 126"/>
                <a:gd name="T19" fmla="*/ 155 h 217"/>
                <a:gd name="T20" fmla="*/ 44 w 126"/>
                <a:gd name="T21" fmla="*/ 215 h 217"/>
                <a:gd name="T22" fmla="*/ 55 w 126"/>
                <a:gd name="T23" fmla="*/ 217 h 217"/>
                <a:gd name="T24" fmla="*/ 71 w 126"/>
                <a:gd name="T25" fmla="*/ 214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6" h="217">
                  <a:moveTo>
                    <a:pt x="71" y="214"/>
                  </a:moveTo>
                  <a:cubicBezTo>
                    <a:pt x="65" y="209"/>
                    <a:pt x="62" y="202"/>
                    <a:pt x="62" y="194"/>
                  </a:cubicBezTo>
                  <a:cubicBezTo>
                    <a:pt x="62" y="134"/>
                    <a:pt x="62" y="134"/>
                    <a:pt x="62" y="134"/>
                  </a:cubicBezTo>
                  <a:cubicBezTo>
                    <a:pt x="62" y="118"/>
                    <a:pt x="75" y="106"/>
                    <a:pt x="90" y="106"/>
                  </a:cubicBezTo>
                  <a:cubicBezTo>
                    <a:pt x="118" y="106"/>
                    <a:pt x="118" y="106"/>
                    <a:pt x="118" y="106"/>
                  </a:cubicBezTo>
                  <a:cubicBezTo>
                    <a:pt x="122" y="84"/>
                    <a:pt x="124" y="64"/>
                    <a:pt x="126" y="44"/>
                  </a:cubicBezTo>
                  <a:cubicBezTo>
                    <a:pt x="111" y="44"/>
                    <a:pt x="99" y="32"/>
                    <a:pt x="99" y="16"/>
                  </a:cubicBezTo>
                  <a:cubicBezTo>
                    <a:pt x="99" y="12"/>
                    <a:pt x="99" y="12"/>
                    <a:pt x="99" y="12"/>
                  </a:cubicBezTo>
                  <a:cubicBezTo>
                    <a:pt x="28" y="0"/>
                    <a:pt x="28" y="0"/>
                    <a:pt x="28" y="0"/>
                  </a:cubicBezTo>
                  <a:cubicBezTo>
                    <a:pt x="27" y="43"/>
                    <a:pt x="21" y="95"/>
                    <a:pt x="7" y="155"/>
                  </a:cubicBezTo>
                  <a:cubicBezTo>
                    <a:pt x="0" y="182"/>
                    <a:pt x="17" y="209"/>
                    <a:pt x="44" y="215"/>
                  </a:cubicBezTo>
                  <a:cubicBezTo>
                    <a:pt x="48" y="216"/>
                    <a:pt x="52" y="217"/>
                    <a:pt x="55" y="217"/>
                  </a:cubicBezTo>
                  <a:cubicBezTo>
                    <a:pt x="61" y="217"/>
                    <a:pt x="66" y="216"/>
                    <a:pt x="71" y="2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219"/>
            <p:cNvSpPr>
              <a:spLocks/>
            </p:cNvSpPr>
            <p:nvPr/>
          </p:nvSpPr>
          <p:spPr bwMode="auto">
            <a:xfrm>
              <a:off x="555625" y="2205038"/>
              <a:ext cx="228600" cy="60325"/>
            </a:xfrm>
            <a:custGeom>
              <a:avLst/>
              <a:gdLst>
                <a:gd name="T0" fmla="*/ 70 w 176"/>
                <a:gd name="T1" fmla="*/ 25 h 46"/>
                <a:gd name="T2" fmla="*/ 77 w 176"/>
                <a:gd name="T3" fmla="*/ 26 h 46"/>
                <a:gd name="T4" fmla="*/ 176 w 176"/>
                <a:gd name="T5" fmla="*/ 42 h 46"/>
                <a:gd name="T6" fmla="*/ 176 w 176"/>
                <a:gd name="T7" fmla="*/ 16 h 46"/>
                <a:gd name="T8" fmla="*/ 53 w 176"/>
                <a:gd name="T9" fmla="*/ 0 h 46"/>
                <a:gd name="T10" fmla="*/ 0 w 176"/>
                <a:gd name="T11" fmla="*/ 34 h 46"/>
                <a:gd name="T12" fmla="*/ 26 w 176"/>
                <a:gd name="T13" fmla="*/ 46 h 46"/>
                <a:gd name="T14" fmla="*/ 49 w 176"/>
                <a:gd name="T15" fmla="*/ 31 h 46"/>
                <a:gd name="T16" fmla="*/ 70 w 176"/>
                <a:gd name="T17" fmla="*/ 2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6" h="46">
                  <a:moveTo>
                    <a:pt x="70" y="25"/>
                  </a:moveTo>
                  <a:cubicBezTo>
                    <a:pt x="72" y="25"/>
                    <a:pt x="75" y="25"/>
                    <a:pt x="77" y="26"/>
                  </a:cubicBezTo>
                  <a:cubicBezTo>
                    <a:pt x="176" y="42"/>
                    <a:pt x="176" y="42"/>
                    <a:pt x="176" y="42"/>
                  </a:cubicBezTo>
                  <a:cubicBezTo>
                    <a:pt x="176" y="16"/>
                    <a:pt x="176" y="16"/>
                    <a:pt x="176" y="16"/>
                  </a:cubicBezTo>
                  <a:cubicBezTo>
                    <a:pt x="53" y="0"/>
                    <a:pt x="53" y="0"/>
                    <a:pt x="53" y="0"/>
                  </a:cubicBezTo>
                  <a:cubicBezTo>
                    <a:pt x="0" y="34"/>
                    <a:pt x="0" y="34"/>
                    <a:pt x="0" y="34"/>
                  </a:cubicBezTo>
                  <a:cubicBezTo>
                    <a:pt x="9" y="38"/>
                    <a:pt x="17" y="42"/>
                    <a:pt x="26" y="46"/>
                  </a:cubicBezTo>
                  <a:cubicBezTo>
                    <a:pt x="49" y="31"/>
                    <a:pt x="49" y="31"/>
                    <a:pt x="49" y="31"/>
                  </a:cubicBezTo>
                  <a:cubicBezTo>
                    <a:pt x="55" y="27"/>
                    <a:pt x="62" y="25"/>
                    <a:pt x="70"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220"/>
            <p:cNvSpPr>
              <a:spLocks/>
            </p:cNvSpPr>
            <p:nvPr/>
          </p:nvSpPr>
          <p:spPr bwMode="auto">
            <a:xfrm>
              <a:off x="471488" y="1604963"/>
              <a:ext cx="781050" cy="520700"/>
            </a:xfrm>
            <a:custGeom>
              <a:avLst/>
              <a:gdLst>
                <a:gd name="T0" fmla="*/ 553 w 603"/>
                <a:gd name="T1" fmla="*/ 91 h 401"/>
                <a:gd name="T2" fmla="*/ 473 w 603"/>
                <a:gd name="T3" fmla="*/ 110 h 401"/>
                <a:gd name="T4" fmla="*/ 391 w 603"/>
                <a:gd name="T5" fmla="*/ 84 h 401"/>
                <a:gd name="T6" fmla="*/ 370 w 603"/>
                <a:gd name="T7" fmla="*/ 67 h 401"/>
                <a:gd name="T8" fmla="*/ 365 w 603"/>
                <a:gd name="T9" fmla="*/ 61 h 401"/>
                <a:gd name="T10" fmla="*/ 364 w 603"/>
                <a:gd name="T11" fmla="*/ 60 h 401"/>
                <a:gd name="T12" fmla="*/ 364 w 603"/>
                <a:gd name="T13" fmla="*/ 60 h 401"/>
                <a:gd name="T14" fmla="*/ 355 w 603"/>
                <a:gd name="T15" fmla="*/ 52 h 401"/>
                <a:gd name="T16" fmla="*/ 314 w 603"/>
                <a:gd name="T17" fmla="*/ 33 h 401"/>
                <a:gd name="T18" fmla="*/ 0 w 603"/>
                <a:gd name="T19" fmla="*/ 401 h 401"/>
                <a:gd name="T20" fmla="*/ 72 w 603"/>
                <a:gd name="T21" fmla="*/ 354 h 401"/>
                <a:gd name="T22" fmla="*/ 104 w 603"/>
                <a:gd name="T23" fmla="*/ 345 h 401"/>
                <a:gd name="T24" fmla="*/ 111 w 603"/>
                <a:gd name="T25" fmla="*/ 345 h 401"/>
                <a:gd name="T26" fmla="*/ 238 w 603"/>
                <a:gd name="T27" fmla="*/ 362 h 401"/>
                <a:gd name="T28" fmla="*/ 273 w 603"/>
                <a:gd name="T29" fmla="*/ 341 h 401"/>
                <a:gd name="T30" fmla="*/ 279 w 603"/>
                <a:gd name="T31" fmla="*/ 342 h 401"/>
                <a:gd name="T32" fmla="*/ 307 w 603"/>
                <a:gd name="T33" fmla="*/ 345 h 401"/>
                <a:gd name="T34" fmla="*/ 315 w 603"/>
                <a:gd name="T35" fmla="*/ 314 h 401"/>
                <a:gd name="T36" fmla="*/ 347 w 603"/>
                <a:gd name="T37" fmla="*/ 224 h 401"/>
                <a:gd name="T38" fmla="*/ 305 w 603"/>
                <a:gd name="T39" fmla="*/ 186 h 401"/>
                <a:gd name="T40" fmla="*/ 269 w 603"/>
                <a:gd name="T41" fmla="*/ 128 h 401"/>
                <a:gd name="T42" fmla="*/ 269 w 603"/>
                <a:gd name="T43" fmla="*/ 128 h 401"/>
                <a:gd name="T44" fmla="*/ 268 w 603"/>
                <a:gd name="T45" fmla="*/ 97 h 401"/>
                <a:gd name="T46" fmla="*/ 290 w 603"/>
                <a:gd name="T47" fmla="*/ 75 h 401"/>
                <a:gd name="T48" fmla="*/ 305 w 603"/>
                <a:gd name="T49" fmla="*/ 72 h 401"/>
                <a:gd name="T50" fmla="*/ 342 w 603"/>
                <a:gd name="T51" fmla="*/ 96 h 401"/>
                <a:gd name="T52" fmla="*/ 342 w 603"/>
                <a:gd name="T53" fmla="*/ 97 h 401"/>
                <a:gd name="T54" fmla="*/ 343 w 603"/>
                <a:gd name="T55" fmla="*/ 98 h 401"/>
                <a:gd name="T56" fmla="*/ 345 w 603"/>
                <a:gd name="T57" fmla="*/ 103 h 401"/>
                <a:gd name="T58" fmla="*/ 356 w 603"/>
                <a:gd name="T59" fmla="*/ 120 h 401"/>
                <a:gd name="T60" fmla="*/ 391 w 603"/>
                <a:gd name="T61" fmla="*/ 157 h 401"/>
                <a:gd name="T62" fmla="*/ 424 w 603"/>
                <a:gd name="T63" fmla="*/ 168 h 401"/>
                <a:gd name="T64" fmla="*/ 425 w 603"/>
                <a:gd name="T65" fmla="*/ 168 h 401"/>
                <a:gd name="T66" fmla="*/ 504 w 603"/>
                <a:gd name="T67" fmla="*/ 126 h 401"/>
                <a:gd name="T68" fmla="*/ 532 w 603"/>
                <a:gd name="T69" fmla="*/ 115 h 401"/>
                <a:gd name="T70" fmla="*/ 561 w 603"/>
                <a:gd name="T71" fmla="*/ 128 h 401"/>
                <a:gd name="T72" fmla="*/ 572 w 603"/>
                <a:gd name="T73" fmla="*/ 153 h 401"/>
                <a:gd name="T74" fmla="*/ 579 w 603"/>
                <a:gd name="T75" fmla="*/ 149 h 401"/>
                <a:gd name="T76" fmla="*/ 595 w 603"/>
                <a:gd name="T77" fmla="*/ 107 h 401"/>
                <a:gd name="T78" fmla="*/ 553 w 603"/>
                <a:gd name="T79" fmla="*/ 9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03" h="401">
                  <a:moveTo>
                    <a:pt x="553" y="91"/>
                  </a:moveTo>
                  <a:cubicBezTo>
                    <a:pt x="522" y="105"/>
                    <a:pt x="495" y="110"/>
                    <a:pt x="473" y="110"/>
                  </a:cubicBezTo>
                  <a:cubicBezTo>
                    <a:pt x="436" y="110"/>
                    <a:pt x="409" y="97"/>
                    <a:pt x="391" y="84"/>
                  </a:cubicBezTo>
                  <a:cubicBezTo>
                    <a:pt x="381" y="78"/>
                    <a:pt x="374" y="71"/>
                    <a:pt x="370" y="67"/>
                  </a:cubicBezTo>
                  <a:cubicBezTo>
                    <a:pt x="367" y="64"/>
                    <a:pt x="366" y="62"/>
                    <a:pt x="365" y="61"/>
                  </a:cubicBezTo>
                  <a:cubicBezTo>
                    <a:pt x="364" y="61"/>
                    <a:pt x="364" y="60"/>
                    <a:pt x="364" y="60"/>
                  </a:cubicBezTo>
                  <a:cubicBezTo>
                    <a:pt x="364" y="60"/>
                    <a:pt x="364" y="60"/>
                    <a:pt x="364" y="60"/>
                  </a:cubicBezTo>
                  <a:cubicBezTo>
                    <a:pt x="361" y="57"/>
                    <a:pt x="358" y="54"/>
                    <a:pt x="355" y="52"/>
                  </a:cubicBezTo>
                  <a:cubicBezTo>
                    <a:pt x="351" y="47"/>
                    <a:pt x="342" y="42"/>
                    <a:pt x="314" y="33"/>
                  </a:cubicBezTo>
                  <a:cubicBezTo>
                    <a:pt x="207" y="0"/>
                    <a:pt x="63" y="196"/>
                    <a:pt x="0" y="401"/>
                  </a:cubicBezTo>
                  <a:cubicBezTo>
                    <a:pt x="72" y="354"/>
                    <a:pt x="72" y="354"/>
                    <a:pt x="72" y="354"/>
                  </a:cubicBezTo>
                  <a:cubicBezTo>
                    <a:pt x="82" y="348"/>
                    <a:pt x="93" y="345"/>
                    <a:pt x="104" y="345"/>
                  </a:cubicBezTo>
                  <a:cubicBezTo>
                    <a:pt x="106" y="345"/>
                    <a:pt x="109" y="345"/>
                    <a:pt x="111" y="345"/>
                  </a:cubicBezTo>
                  <a:cubicBezTo>
                    <a:pt x="238" y="362"/>
                    <a:pt x="238" y="362"/>
                    <a:pt x="238" y="362"/>
                  </a:cubicBezTo>
                  <a:cubicBezTo>
                    <a:pt x="245" y="349"/>
                    <a:pt x="258" y="341"/>
                    <a:pt x="273" y="341"/>
                  </a:cubicBezTo>
                  <a:cubicBezTo>
                    <a:pt x="275" y="341"/>
                    <a:pt x="277" y="341"/>
                    <a:pt x="279" y="342"/>
                  </a:cubicBezTo>
                  <a:cubicBezTo>
                    <a:pt x="288" y="343"/>
                    <a:pt x="298" y="344"/>
                    <a:pt x="307" y="345"/>
                  </a:cubicBezTo>
                  <a:cubicBezTo>
                    <a:pt x="309" y="333"/>
                    <a:pt x="312" y="323"/>
                    <a:pt x="315" y="314"/>
                  </a:cubicBezTo>
                  <a:cubicBezTo>
                    <a:pt x="324" y="292"/>
                    <a:pt x="337" y="260"/>
                    <a:pt x="347" y="224"/>
                  </a:cubicBezTo>
                  <a:cubicBezTo>
                    <a:pt x="332" y="214"/>
                    <a:pt x="318" y="202"/>
                    <a:pt x="305" y="186"/>
                  </a:cubicBezTo>
                  <a:cubicBezTo>
                    <a:pt x="284" y="161"/>
                    <a:pt x="273" y="137"/>
                    <a:pt x="269" y="128"/>
                  </a:cubicBezTo>
                  <a:cubicBezTo>
                    <a:pt x="269" y="128"/>
                    <a:pt x="269" y="128"/>
                    <a:pt x="269" y="128"/>
                  </a:cubicBezTo>
                  <a:cubicBezTo>
                    <a:pt x="264" y="118"/>
                    <a:pt x="264" y="107"/>
                    <a:pt x="268" y="97"/>
                  </a:cubicBezTo>
                  <a:cubicBezTo>
                    <a:pt x="272" y="87"/>
                    <a:pt x="280" y="79"/>
                    <a:pt x="290" y="75"/>
                  </a:cubicBezTo>
                  <a:cubicBezTo>
                    <a:pt x="295" y="73"/>
                    <a:pt x="300" y="72"/>
                    <a:pt x="305" y="72"/>
                  </a:cubicBezTo>
                  <a:cubicBezTo>
                    <a:pt x="321" y="72"/>
                    <a:pt x="336" y="82"/>
                    <a:pt x="342" y="96"/>
                  </a:cubicBezTo>
                  <a:cubicBezTo>
                    <a:pt x="342" y="97"/>
                    <a:pt x="342" y="97"/>
                    <a:pt x="342" y="97"/>
                  </a:cubicBezTo>
                  <a:cubicBezTo>
                    <a:pt x="343" y="98"/>
                    <a:pt x="343" y="98"/>
                    <a:pt x="343" y="98"/>
                  </a:cubicBezTo>
                  <a:cubicBezTo>
                    <a:pt x="343" y="99"/>
                    <a:pt x="344" y="100"/>
                    <a:pt x="345" y="103"/>
                  </a:cubicBezTo>
                  <a:cubicBezTo>
                    <a:pt x="347" y="107"/>
                    <a:pt x="351" y="113"/>
                    <a:pt x="356" y="120"/>
                  </a:cubicBezTo>
                  <a:cubicBezTo>
                    <a:pt x="366" y="136"/>
                    <a:pt x="378" y="149"/>
                    <a:pt x="391" y="157"/>
                  </a:cubicBezTo>
                  <a:cubicBezTo>
                    <a:pt x="401" y="162"/>
                    <a:pt x="412" y="165"/>
                    <a:pt x="424" y="168"/>
                  </a:cubicBezTo>
                  <a:cubicBezTo>
                    <a:pt x="425" y="168"/>
                    <a:pt x="425" y="168"/>
                    <a:pt x="425" y="168"/>
                  </a:cubicBezTo>
                  <a:cubicBezTo>
                    <a:pt x="448" y="168"/>
                    <a:pt x="475" y="154"/>
                    <a:pt x="504" y="126"/>
                  </a:cubicBezTo>
                  <a:cubicBezTo>
                    <a:pt x="512" y="119"/>
                    <a:pt x="521" y="115"/>
                    <a:pt x="532" y="115"/>
                  </a:cubicBezTo>
                  <a:cubicBezTo>
                    <a:pt x="543" y="115"/>
                    <a:pt x="553" y="120"/>
                    <a:pt x="561" y="128"/>
                  </a:cubicBezTo>
                  <a:cubicBezTo>
                    <a:pt x="567" y="135"/>
                    <a:pt x="571" y="144"/>
                    <a:pt x="572" y="153"/>
                  </a:cubicBezTo>
                  <a:cubicBezTo>
                    <a:pt x="574" y="151"/>
                    <a:pt x="577" y="150"/>
                    <a:pt x="579" y="149"/>
                  </a:cubicBezTo>
                  <a:cubicBezTo>
                    <a:pt x="595" y="142"/>
                    <a:pt x="603" y="123"/>
                    <a:pt x="595" y="107"/>
                  </a:cubicBezTo>
                  <a:cubicBezTo>
                    <a:pt x="588" y="91"/>
                    <a:pt x="569" y="84"/>
                    <a:pt x="553" y="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221"/>
            <p:cNvSpPr>
              <a:spLocks/>
            </p:cNvSpPr>
            <p:nvPr/>
          </p:nvSpPr>
          <p:spPr bwMode="auto">
            <a:xfrm>
              <a:off x="263525" y="1939925"/>
              <a:ext cx="1008063" cy="427037"/>
            </a:xfrm>
            <a:custGeom>
              <a:avLst/>
              <a:gdLst>
                <a:gd name="T0" fmla="*/ 57 w 778"/>
                <a:gd name="T1" fmla="*/ 330 h 330"/>
                <a:gd name="T2" fmla="*/ 84 w 778"/>
                <a:gd name="T3" fmla="*/ 322 h 330"/>
                <a:gd name="T4" fmla="*/ 277 w 778"/>
                <a:gd name="T5" fmla="*/ 197 h 330"/>
                <a:gd name="T6" fmla="*/ 402 w 778"/>
                <a:gd name="T7" fmla="*/ 213 h 330"/>
                <a:gd name="T8" fmla="*/ 402 w 778"/>
                <a:gd name="T9" fmla="*/ 207 h 330"/>
                <a:gd name="T10" fmla="*/ 430 w 778"/>
                <a:gd name="T11" fmla="*/ 179 h 330"/>
                <a:gd name="T12" fmla="*/ 687 w 778"/>
                <a:gd name="T13" fmla="*/ 179 h 330"/>
                <a:gd name="T14" fmla="*/ 689 w 778"/>
                <a:gd name="T15" fmla="*/ 179 h 330"/>
                <a:gd name="T16" fmla="*/ 729 w 778"/>
                <a:gd name="T17" fmla="*/ 150 h 330"/>
                <a:gd name="T18" fmla="*/ 759 w 778"/>
                <a:gd name="T19" fmla="*/ 29 h 330"/>
                <a:gd name="T20" fmla="*/ 656 w 778"/>
                <a:gd name="T21" fmla="*/ 26 h 330"/>
                <a:gd name="T22" fmla="*/ 539 w 778"/>
                <a:gd name="T23" fmla="*/ 90 h 330"/>
                <a:gd name="T24" fmla="*/ 677 w 778"/>
                <a:gd name="T25" fmla="*/ 51 h 330"/>
                <a:gd name="T26" fmla="*/ 677 w 778"/>
                <a:gd name="T27" fmla="*/ 50 h 330"/>
                <a:gd name="T28" fmla="*/ 705 w 778"/>
                <a:gd name="T29" fmla="*/ 39 h 330"/>
                <a:gd name="T30" fmla="*/ 733 w 778"/>
                <a:gd name="T31" fmla="*/ 51 h 330"/>
                <a:gd name="T32" fmla="*/ 745 w 778"/>
                <a:gd name="T33" fmla="*/ 79 h 330"/>
                <a:gd name="T34" fmla="*/ 733 w 778"/>
                <a:gd name="T35" fmla="*/ 108 h 330"/>
                <a:gd name="T36" fmla="*/ 525 w 778"/>
                <a:gd name="T37" fmla="*/ 170 h 330"/>
                <a:gd name="T38" fmla="*/ 524 w 778"/>
                <a:gd name="T39" fmla="*/ 170 h 330"/>
                <a:gd name="T40" fmla="*/ 428 w 778"/>
                <a:gd name="T41" fmla="*/ 163 h 330"/>
                <a:gd name="T42" fmla="*/ 395 w 778"/>
                <a:gd name="T43" fmla="*/ 117 h 330"/>
                <a:gd name="T44" fmla="*/ 396 w 778"/>
                <a:gd name="T45" fmla="*/ 111 h 330"/>
                <a:gd name="T46" fmla="*/ 271 w 778"/>
                <a:gd name="T47" fmla="*/ 95 h 330"/>
                <a:gd name="T48" fmla="*/ 238 w 778"/>
                <a:gd name="T49" fmla="*/ 103 h 330"/>
                <a:gd name="T50" fmla="*/ 29 w 778"/>
                <a:gd name="T51" fmla="*/ 238 h 330"/>
                <a:gd name="T52" fmla="*/ 15 w 778"/>
                <a:gd name="T53" fmla="*/ 307 h 330"/>
                <a:gd name="T54" fmla="*/ 57 w 778"/>
                <a:gd name="T55" fmla="*/ 330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78" h="330">
                  <a:moveTo>
                    <a:pt x="57" y="330"/>
                  </a:moveTo>
                  <a:cubicBezTo>
                    <a:pt x="66" y="330"/>
                    <a:pt x="76" y="327"/>
                    <a:pt x="84" y="322"/>
                  </a:cubicBezTo>
                  <a:cubicBezTo>
                    <a:pt x="277" y="197"/>
                    <a:pt x="277" y="197"/>
                    <a:pt x="277" y="197"/>
                  </a:cubicBezTo>
                  <a:cubicBezTo>
                    <a:pt x="402" y="213"/>
                    <a:pt x="402" y="213"/>
                    <a:pt x="402" y="213"/>
                  </a:cubicBezTo>
                  <a:cubicBezTo>
                    <a:pt x="402" y="207"/>
                    <a:pt x="402" y="207"/>
                    <a:pt x="402" y="207"/>
                  </a:cubicBezTo>
                  <a:cubicBezTo>
                    <a:pt x="402" y="191"/>
                    <a:pt x="414" y="179"/>
                    <a:pt x="430" y="179"/>
                  </a:cubicBezTo>
                  <a:cubicBezTo>
                    <a:pt x="687" y="179"/>
                    <a:pt x="687" y="179"/>
                    <a:pt x="687" y="179"/>
                  </a:cubicBezTo>
                  <a:cubicBezTo>
                    <a:pt x="688" y="179"/>
                    <a:pt x="689" y="179"/>
                    <a:pt x="689" y="179"/>
                  </a:cubicBezTo>
                  <a:cubicBezTo>
                    <a:pt x="702" y="170"/>
                    <a:pt x="715" y="161"/>
                    <a:pt x="729" y="150"/>
                  </a:cubicBezTo>
                  <a:cubicBezTo>
                    <a:pt x="777" y="112"/>
                    <a:pt x="778" y="59"/>
                    <a:pt x="759" y="29"/>
                  </a:cubicBezTo>
                  <a:cubicBezTo>
                    <a:pt x="739" y="0"/>
                    <a:pt x="690" y="2"/>
                    <a:pt x="656" y="26"/>
                  </a:cubicBezTo>
                  <a:cubicBezTo>
                    <a:pt x="624" y="45"/>
                    <a:pt x="583" y="71"/>
                    <a:pt x="539" y="90"/>
                  </a:cubicBezTo>
                  <a:cubicBezTo>
                    <a:pt x="626" y="87"/>
                    <a:pt x="666" y="59"/>
                    <a:pt x="677" y="51"/>
                  </a:cubicBezTo>
                  <a:cubicBezTo>
                    <a:pt x="677" y="50"/>
                    <a:pt x="677" y="50"/>
                    <a:pt x="677" y="50"/>
                  </a:cubicBezTo>
                  <a:cubicBezTo>
                    <a:pt x="685" y="43"/>
                    <a:pt x="694" y="39"/>
                    <a:pt x="705" y="39"/>
                  </a:cubicBezTo>
                  <a:cubicBezTo>
                    <a:pt x="715" y="39"/>
                    <a:pt x="725" y="43"/>
                    <a:pt x="733" y="51"/>
                  </a:cubicBezTo>
                  <a:cubicBezTo>
                    <a:pt x="741" y="59"/>
                    <a:pt x="745" y="69"/>
                    <a:pt x="745" y="79"/>
                  </a:cubicBezTo>
                  <a:cubicBezTo>
                    <a:pt x="745" y="90"/>
                    <a:pt x="741" y="100"/>
                    <a:pt x="733" y="108"/>
                  </a:cubicBezTo>
                  <a:cubicBezTo>
                    <a:pt x="733" y="108"/>
                    <a:pt x="672" y="170"/>
                    <a:pt x="525" y="170"/>
                  </a:cubicBezTo>
                  <a:cubicBezTo>
                    <a:pt x="524" y="170"/>
                    <a:pt x="524" y="170"/>
                    <a:pt x="524" y="170"/>
                  </a:cubicBezTo>
                  <a:cubicBezTo>
                    <a:pt x="494" y="170"/>
                    <a:pt x="461" y="168"/>
                    <a:pt x="428" y="163"/>
                  </a:cubicBezTo>
                  <a:cubicBezTo>
                    <a:pt x="406" y="159"/>
                    <a:pt x="391" y="139"/>
                    <a:pt x="395" y="117"/>
                  </a:cubicBezTo>
                  <a:cubicBezTo>
                    <a:pt x="395" y="115"/>
                    <a:pt x="395" y="113"/>
                    <a:pt x="396" y="111"/>
                  </a:cubicBezTo>
                  <a:cubicBezTo>
                    <a:pt x="271" y="95"/>
                    <a:pt x="271" y="95"/>
                    <a:pt x="271" y="95"/>
                  </a:cubicBezTo>
                  <a:cubicBezTo>
                    <a:pt x="259" y="94"/>
                    <a:pt x="248" y="96"/>
                    <a:pt x="238" y="103"/>
                  </a:cubicBezTo>
                  <a:cubicBezTo>
                    <a:pt x="29" y="238"/>
                    <a:pt x="29" y="238"/>
                    <a:pt x="29" y="238"/>
                  </a:cubicBezTo>
                  <a:cubicBezTo>
                    <a:pt x="6" y="253"/>
                    <a:pt x="0" y="284"/>
                    <a:pt x="15" y="307"/>
                  </a:cubicBezTo>
                  <a:cubicBezTo>
                    <a:pt x="24" y="322"/>
                    <a:pt x="40" y="330"/>
                    <a:pt x="57" y="3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222"/>
            <p:cNvSpPr>
              <a:spLocks/>
            </p:cNvSpPr>
            <p:nvPr/>
          </p:nvSpPr>
          <p:spPr bwMode="auto">
            <a:xfrm>
              <a:off x="781050" y="1997075"/>
              <a:ext cx="441325" cy="152400"/>
            </a:xfrm>
            <a:custGeom>
              <a:avLst/>
              <a:gdLst>
                <a:gd name="T0" fmla="*/ 124 w 340"/>
                <a:gd name="T1" fmla="*/ 54 h 118"/>
                <a:gd name="T2" fmla="*/ 39 w 340"/>
                <a:gd name="T3" fmla="*/ 47 h 118"/>
                <a:gd name="T4" fmla="*/ 2 w 340"/>
                <a:gd name="T5" fmla="*/ 74 h 118"/>
                <a:gd name="T6" fmla="*/ 29 w 340"/>
                <a:gd name="T7" fmla="*/ 111 h 118"/>
                <a:gd name="T8" fmla="*/ 124 w 340"/>
                <a:gd name="T9" fmla="*/ 118 h 118"/>
                <a:gd name="T10" fmla="*/ 125 w 340"/>
                <a:gd name="T11" fmla="*/ 118 h 118"/>
                <a:gd name="T12" fmla="*/ 327 w 340"/>
                <a:gd name="T13" fmla="*/ 58 h 118"/>
                <a:gd name="T14" fmla="*/ 327 w 340"/>
                <a:gd name="T15" fmla="*/ 13 h 118"/>
                <a:gd name="T16" fmla="*/ 282 w 340"/>
                <a:gd name="T17" fmla="*/ 12 h 118"/>
                <a:gd name="T18" fmla="*/ 282 w 340"/>
                <a:gd name="T19" fmla="*/ 12 h 118"/>
                <a:gd name="T20" fmla="*/ 124 w 340"/>
                <a:gd name="T21" fmla="*/ 54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0" h="118">
                  <a:moveTo>
                    <a:pt x="124" y="54"/>
                  </a:moveTo>
                  <a:cubicBezTo>
                    <a:pt x="99" y="54"/>
                    <a:pt x="71" y="52"/>
                    <a:pt x="39" y="47"/>
                  </a:cubicBezTo>
                  <a:cubicBezTo>
                    <a:pt x="22" y="45"/>
                    <a:pt x="5" y="57"/>
                    <a:pt x="2" y="74"/>
                  </a:cubicBezTo>
                  <a:cubicBezTo>
                    <a:pt x="0" y="92"/>
                    <a:pt x="12" y="108"/>
                    <a:pt x="29" y="111"/>
                  </a:cubicBezTo>
                  <a:cubicBezTo>
                    <a:pt x="64" y="116"/>
                    <a:pt x="96" y="118"/>
                    <a:pt x="124" y="118"/>
                  </a:cubicBezTo>
                  <a:cubicBezTo>
                    <a:pt x="124" y="118"/>
                    <a:pt x="125" y="118"/>
                    <a:pt x="125" y="118"/>
                  </a:cubicBezTo>
                  <a:cubicBezTo>
                    <a:pt x="262" y="118"/>
                    <a:pt x="323" y="63"/>
                    <a:pt x="327" y="58"/>
                  </a:cubicBezTo>
                  <a:cubicBezTo>
                    <a:pt x="340" y="45"/>
                    <a:pt x="340" y="25"/>
                    <a:pt x="327" y="13"/>
                  </a:cubicBezTo>
                  <a:cubicBezTo>
                    <a:pt x="315" y="0"/>
                    <a:pt x="295" y="0"/>
                    <a:pt x="282" y="12"/>
                  </a:cubicBezTo>
                  <a:cubicBezTo>
                    <a:pt x="282" y="12"/>
                    <a:pt x="282" y="12"/>
                    <a:pt x="282" y="12"/>
                  </a:cubicBezTo>
                  <a:cubicBezTo>
                    <a:pt x="281" y="13"/>
                    <a:pt x="237" y="54"/>
                    <a:pt x="124"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223"/>
            <p:cNvSpPr>
              <a:spLocks/>
            </p:cNvSpPr>
            <p:nvPr/>
          </p:nvSpPr>
          <p:spPr bwMode="auto">
            <a:xfrm>
              <a:off x="1187450" y="2006600"/>
              <a:ext cx="358775" cy="280987"/>
            </a:xfrm>
            <a:custGeom>
              <a:avLst/>
              <a:gdLst>
                <a:gd name="T0" fmla="*/ 120 w 278"/>
                <a:gd name="T1" fmla="*/ 15 h 217"/>
                <a:gd name="T2" fmla="*/ 79 w 278"/>
                <a:gd name="T3" fmla="*/ 105 h 217"/>
                <a:gd name="T4" fmla="*/ 0 w 278"/>
                <a:gd name="T5" fmla="*/ 146 h 217"/>
                <a:gd name="T6" fmla="*/ 2 w 278"/>
                <a:gd name="T7" fmla="*/ 156 h 217"/>
                <a:gd name="T8" fmla="*/ 2 w 278"/>
                <a:gd name="T9" fmla="*/ 217 h 217"/>
                <a:gd name="T10" fmla="*/ 256 w 278"/>
                <a:gd name="T11" fmla="*/ 87 h 217"/>
                <a:gd name="T12" fmla="*/ 270 w 278"/>
                <a:gd name="T13" fmla="*/ 44 h 217"/>
                <a:gd name="T14" fmla="*/ 227 w 278"/>
                <a:gd name="T15" fmla="*/ 30 h 217"/>
                <a:gd name="T16" fmla="*/ 211 w 278"/>
                <a:gd name="T17" fmla="*/ 38 h 217"/>
                <a:gd name="T18" fmla="*/ 120 w 278"/>
                <a:gd name="T19" fmla="*/ 15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8" h="217">
                  <a:moveTo>
                    <a:pt x="120" y="15"/>
                  </a:moveTo>
                  <a:cubicBezTo>
                    <a:pt x="85" y="31"/>
                    <a:pt x="68" y="70"/>
                    <a:pt x="79" y="105"/>
                  </a:cubicBezTo>
                  <a:cubicBezTo>
                    <a:pt x="0" y="146"/>
                    <a:pt x="0" y="146"/>
                    <a:pt x="0" y="146"/>
                  </a:cubicBezTo>
                  <a:cubicBezTo>
                    <a:pt x="1" y="149"/>
                    <a:pt x="2" y="152"/>
                    <a:pt x="2" y="156"/>
                  </a:cubicBezTo>
                  <a:cubicBezTo>
                    <a:pt x="2" y="217"/>
                    <a:pt x="2" y="217"/>
                    <a:pt x="2" y="217"/>
                  </a:cubicBezTo>
                  <a:cubicBezTo>
                    <a:pt x="256" y="87"/>
                    <a:pt x="256" y="87"/>
                    <a:pt x="256" y="87"/>
                  </a:cubicBezTo>
                  <a:cubicBezTo>
                    <a:pt x="271" y="79"/>
                    <a:pt x="278" y="60"/>
                    <a:pt x="270" y="44"/>
                  </a:cubicBezTo>
                  <a:cubicBezTo>
                    <a:pt x="262" y="28"/>
                    <a:pt x="242" y="22"/>
                    <a:pt x="227" y="30"/>
                  </a:cubicBezTo>
                  <a:cubicBezTo>
                    <a:pt x="211" y="38"/>
                    <a:pt x="211" y="38"/>
                    <a:pt x="211" y="38"/>
                  </a:cubicBezTo>
                  <a:cubicBezTo>
                    <a:pt x="190" y="11"/>
                    <a:pt x="152" y="0"/>
                    <a:pt x="120"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224"/>
            <p:cNvSpPr>
              <a:spLocks/>
            </p:cNvSpPr>
            <p:nvPr/>
          </p:nvSpPr>
          <p:spPr bwMode="auto">
            <a:xfrm>
              <a:off x="271463" y="2246313"/>
              <a:ext cx="512763" cy="295275"/>
            </a:xfrm>
            <a:custGeom>
              <a:avLst/>
              <a:gdLst>
                <a:gd name="T0" fmla="*/ 9 w 396"/>
                <a:gd name="T1" fmla="*/ 212 h 227"/>
                <a:gd name="T2" fmla="*/ 36 w 396"/>
                <a:gd name="T3" fmla="*/ 227 h 227"/>
                <a:gd name="T4" fmla="*/ 53 w 396"/>
                <a:gd name="T5" fmla="*/ 222 h 227"/>
                <a:gd name="T6" fmla="*/ 53 w 396"/>
                <a:gd name="T7" fmla="*/ 222 h 227"/>
                <a:gd name="T8" fmla="*/ 297 w 396"/>
                <a:gd name="T9" fmla="*/ 67 h 227"/>
                <a:gd name="T10" fmla="*/ 396 w 396"/>
                <a:gd name="T11" fmla="*/ 84 h 227"/>
                <a:gd name="T12" fmla="*/ 396 w 396"/>
                <a:gd name="T13" fmla="*/ 19 h 227"/>
                <a:gd name="T14" fmla="*/ 295 w 396"/>
                <a:gd name="T15" fmla="*/ 2 h 227"/>
                <a:gd name="T16" fmla="*/ 273 w 396"/>
                <a:gd name="T17" fmla="*/ 6 h 227"/>
                <a:gd name="T18" fmla="*/ 19 w 396"/>
                <a:gd name="T19" fmla="*/ 168 h 227"/>
                <a:gd name="T20" fmla="*/ 9 w 396"/>
                <a:gd name="T21" fmla="*/ 212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6" h="227">
                  <a:moveTo>
                    <a:pt x="9" y="212"/>
                  </a:moveTo>
                  <a:cubicBezTo>
                    <a:pt x="15" y="222"/>
                    <a:pt x="26" y="227"/>
                    <a:pt x="36" y="227"/>
                  </a:cubicBezTo>
                  <a:cubicBezTo>
                    <a:pt x="42" y="227"/>
                    <a:pt x="48" y="225"/>
                    <a:pt x="53" y="222"/>
                  </a:cubicBezTo>
                  <a:cubicBezTo>
                    <a:pt x="53" y="222"/>
                    <a:pt x="53" y="222"/>
                    <a:pt x="53" y="222"/>
                  </a:cubicBezTo>
                  <a:cubicBezTo>
                    <a:pt x="297" y="67"/>
                    <a:pt x="297" y="67"/>
                    <a:pt x="297" y="67"/>
                  </a:cubicBezTo>
                  <a:cubicBezTo>
                    <a:pt x="396" y="84"/>
                    <a:pt x="396" y="84"/>
                    <a:pt x="396" y="84"/>
                  </a:cubicBezTo>
                  <a:cubicBezTo>
                    <a:pt x="396" y="19"/>
                    <a:pt x="396" y="19"/>
                    <a:pt x="396" y="19"/>
                  </a:cubicBezTo>
                  <a:cubicBezTo>
                    <a:pt x="295" y="2"/>
                    <a:pt x="295" y="2"/>
                    <a:pt x="295" y="2"/>
                  </a:cubicBezTo>
                  <a:cubicBezTo>
                    <a:pt x="288" y="0"/>
                    <a:pt x="280" y="2"/>
                    <a:pt x="273" y="6"/>
                  </a:cubicBezTo>
                  <a:cubicBezTo>
                    <a:pt x="19" y="168"/>
                    <a:pt x="19" y="168"/>
                    <a:pt x="19" y="168"/>
                  </a:cubicBezTo>
                  <a:cubicBezTo>
                    <a:pt x="4" y="178"/>
                    <a:pt x="0" y="197"/>
                    <a:pt x="9"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225"/>
            <p:cNvSpPr>
              <a:spLocks/>
            </p:cNvSpPr>
            <p:nvPr/>
          </p:nvSpPr>
          <p:spPr bwMode="auto">
            <a:xfrm>
              <a:off x="746125" y="2408238"/>
              <a:ext cx="481013" cy="219075"/>
            </a:xfrm>
            <a:custGeom>
              <a:avLst/>
              <a:gdLst>
                <a:gd name="T0" fmla="*/ 371 w 371"/>
                <a:gd name="T1" fmla="*/ 150 h 170"/>
                <a:gd name="T2" fmla="*/ 371 w 371"/>
                <a:gd name="T3" fmla="*/ 90 h 170"/>
                <a:gd name="T4" fmla="*/ 351 w 371"/>
                <a:gd name="T5" fmla="*/ 70 h 170"/>
                <a:gd name="T6" fmla="*/ 256 w 371"/>
                <a:gd name="T7" fmla="*/ 70 h 170"/>
                <a:gd name="T8" fmla="*/ 256 w 371"/>
                <a:gd name="T9" fmla="*/ 0 h 170"/>
                <a:gd name="T10" fmla="*/ 115 w 371"/>
                <a:gd name="T11" fmla="*/ 0 h 170"/>
                <a:gd name="T12" fmla="*/ 115 w 371"/>
                <a:gd name="T13" fmla="*/ 70 h 170"/>
                <a:gd name="T14" fmla="*/ 20 w 371"/>
                <a:gd name="T15" fmla="*/ 70 h 170"/>
                <a:gd name="T16" fmla="*/ 0 w 371"/>
                <a:gd name="T17" fmla="*/ 90 h 170"/>
                <a:gd name="T18" fmla="*/ 0 w 371"/>
                <a:gd name="T19" fmla="*/ 150 h 170"/>
                <a:gd name="T20" fmla="*/ 20 w 371"/>
                <a:gd name="T21" fmla="*/ 170 h 170"/>
                <a:gd name="T22" fmla="*/ 351 w 371"/>
                <a:gd name="T23" fmla="*/ 170 h 170"/>
                <a:gd name="T24" fmla="*/ 371 w 371"/>
                <a:gd name="T25" fmla="*/ 15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1" h="170">
                  <a:moveTo>
                    <a:pt x="371" y="150"/>
                  </a:moveTo>
                  <a:cubicBezTo>
                    <a:pt x="371" y="90"/>
                    <a:pt x="371" y="90"/>
                    <a:pt x="371" y="90"/>
                  </a:cubicBezTo>
                  <a:cubicBezTo>
                    <a:pt x="371" y="79"/>
                    <a:pt x="362" y="70"/>
                    <a:pt x="351" y="70"/>
                  </a:cubicBezTo>
                  <a:cubicBezTo>
                    <a:pt x="256" y="70"/>
                    <a:pt x="256" y="70"/>
                    <a:pt x="256" y="70"/>
                  </a:cubicBezTo>
                  <a:cubicBezTo>
                    <a:pt x="256" y="0"/>
                    <a:pt x="256" y="0"/>
                    <a:pt x="256" y="0"/>
                  </a:cubicBezTo>
                  <a:cubicBezTo>
                    <a:pt x="115" y="0"/>
                    <a:pt x="115" y="0"/>
                    <a:pt x="115" y="0"/>
                  </a:cubicBezTo>
                  <a:cubicBezTo>
                    <a:pt x="115" y="70"/>
                    <a:pt x="115" y="70"/>
                    <a:pt x="115" y="70"/>
                  </a:cubicBezTo>
                  <a:cubicBezTo>
                    <a:pt x="20" y="70"/>
                    <a:pt x="20" y="70"/>
                    <a:pt x="20" y="70"/>
                  </a:cubicBezTo>
                  <a:cubicBezTo>
                    <a:pt x="9" y="70"/>
                    <a:pt x="0" y="79"/>
                    <a:pt x="0" y="90"/>
                  </a:cubicBezTo>
                  <a:cubicBezTo>
                    <a:pt x="0" y="150"/>
                    <a:pt x="0" y="150"/>
                    <a:pt x="0" y="150"/>
                  </a:cubicBezTo>
                  <a:cubicBezTo>
                    <a:pt x="0" y="161"/>
                    <a:pt x="9" y="170"/>
                    <a:pt x="20" y="170"/>
                  </a:cubicBezTo>
                  <a:cubicBezTo>
                    <a:pt x="351" y="170"/>
                    <a:pt x="351" y="170"/>
                    <a:pt x="351" y="170"/>
                  </a:cubicBezTo>
                  <a:cubicBezTo>
                    <a:pt x="362" y="170"/>
                    <a:pt x="371" y="161"/>
                    <a:pt x="371" y="1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226"/>
            <p:cNvSpPr>
              <a:spLocks/>
            </p:cNvSpPr>
            <p:nvPr/>
          </p:nvSpPr>
          <p:spPr bwMode="auto">
            <a:xfrm>
              <a:off x="793750" y="2182813"/>
              <a:ext cx="385763" cy="214312"/>
            </a:xfrm>
            <a:custGeom>
              <a:avLst/>
              <a:gdLst>
                <a:gd name="T0" fmla="*/ 277 w 297"/>
                <a:gd name="T1" fmla="*/ 166 h 166"/>
                <a:gd name="T2" fmla="*/ 297 w 297"/>
                <a:gd name="T3" fmla="*/ 146 h 166"/>
                <a:gd name="T4" fmla="*/ 297 w 297"/>
                <a:gd name="T5" fmla="*/ 20 h 166"/>
                <a:gd name="T6" fmla="*/ 277 w 297"/>
                <a:gd name="T7" fmla="*/ 0 h 166"/>
                <a:gd name="T8" fmla="*/ 20 w 297"/>
                <a:gd name="T9" fmla="*/ 0 h 166"/>
                <a:gd name="T10" fmla="*/ 0 w 297"/>
                <a:gd name="T11" fmla="*/ 20 h 166"/>
                <a:gd name="T12" fmla="*/ 0 w 297"/>
                <a:gd name="T13" fmla="*/ 146 h 166"/>
                <a:gd name="T14" fmla="*/ 20 w 297"/>
                <a:gd name="T15" fmla="*/ 166 h 166"/>
                <a:gd name="T16" fmla="*/ 277 w 297"/>
                <a:gd name="T17"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7" h="166">
                  <a:moveTo>
                    <a:pt x="277" y="166"/>
                  </a:moveTo>
                  <a:cubicBezTo>
                    <a:pt x="288" y="166"/>
                    <a:pt x="297" y="157"/>
                    <a:pt x="297" y="146"/>
                  </a:cubicBezTo>
                  <a:cubicBezTo>
                    <a:pt x="297" y="20"/>
                    <a:pt x="297" y="20"/>
                    <a:pt x="297" y="20"/>
                  </a:cubicBezTo>
                  <a:cubicBezTo>
                    <a:pt x="297" y="9"/>
                    <a:pt x="288" y="0"/>
                    <a:pt x="277" y="0"/>
                  </a:cubicBezTo>
                  <a:cubicBezTo>
                    <a:pt x="20" y="0"/>
                    <a:pt x="20" y="0"/>
                    <a:pt x="20" y="0"/>
                  </a:cubicBezTo>
                  <a:cubicBezTo>
                    <a:pt x="9" y="0"/>
                    <a:pt x="0" y="9"/>
                    <a:pt x="0" y="20"/>
                  </a:cubicBezTo>
                  <a:cubicBezTo>
                    <a:pt x="0" y="146"/>
                    <a:pt x="0" y="146"/>
                    <a:pt x="0" y="146"/>
                  </a:cubicBezTo>
                  <a:cubicBezTo>
                    <a:pt x="0" y="157"/>
                    <a:pt x="9" y="166"/>
                    <a:pt x="20" y="166"/>
                  </a:cubicBezTo>
                  <a:lnTo>
                    <a:pt x="277" y="1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227"/>
            <p:cNvSpPr>
              <a:spLocks/>
            </p:cNvSpPr>
            <p:nvPr/>
          </p:nvSpPr>
          <p:spPr bwMode="auto">
            <a:xfrm>
              <a:off x="1195388" y="1744663"/>
              <a:ext cx="277813" cy="265112"/>
            </a:xfrm>
            <a:custGeom>
              <a:avLst/>
              <a:gdLst>
                <a:gd name="T0" fmla="*/ 8 w 214"/>
                <a:gd name="T1" fmla="*/ 66 h 205"/>
                <a:gd name="T2" fmla="*/ 0 w 214"/>
                <a:gd name="T3" fmla="*/ 77 h 205"/>
                <a:gd name="T4" fmla="*/ 0 w 214"/>
                <a:gd name="T5" fmla="*/ 78 h 205"/>
                <a:gd name="T6" fmla="*/ 22 w 214"/>
                <a:gd name="T7" fmla="*/ 88 h 205"/>
                <a:gd name="T8" fmla="*/ 35 w 214"/>
                <a:gd name="T9" fmla="*/ 151 h 205"/>
                <a:gd name="T10" fmla="*/ 159 w 214"/>
                <a:gd name="T11" fmla="*/ 178 h 205"/>
                <a:gd name="T12" fmla="*/ 187 w 214"/>
                <a:gd name="T13" fmla="*/ 54 h 205"/>
                <a:gd name="T14" fmla="*/ 63 w 214"/>
                <a:gd name="T15" fmla="*/ 27 h 205"/>
                <a:gd name="T16" fmla="*/ 26 w 214"/>
                <a:gd name="T17" fmla="*/ 74 h 205"/>
                <a:gd name="T18" fmla="*/ 8 w 214"/>
                <a:gd name="T19" fmla="*/ 66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4" h="205">
                  <a:moveTo>
                    <a:pt x="8" y="66"/>
                  </a:moveTo>
                  <a:cubicBezTo>
                    <a:pt x="6" y="70"/>
                    <a:pt x="4" y="74"/>
                    <a:pt x="0" y="77"/>
                  </a:cubicBezTo>
                  <a:cubicBezTo>
                    <a:pt x="0" y="78"/>
                    <a:pt x="0" y="78"/>
                    <a:pt x="0" y="78"/>
                  </a:cubicBezTo>
                  <a:cubicBezTo>
                    <a:pt x="22" y="88"/>
                    <a:pt x="22" y="88"/>
                    <a:pt x="22" y="88"/>
                  </a:cubicBezTo>
                  <a:cubicBezTo>
                    <a:pt x="19" y="109"/>
                    <a:pt x="23" y="131"/>
                    <a:pt x="35" y="151"/>
                  </a:cubicBezTo>
                  <a:cubicBezTo>
                    <a:pt x="62" y="193"/>
                    <a:pt x="118" y="205"/>
                    <a:pt x="159" y="178"/>
                  </a:cubicBezTo>
                  <a:cubicBezTo>
                    <a:pt x="201" y="152"/>
                    <a:pt x="214" y="96"/>
                    <a:pt x="187" y="54"/>
                  </a:cubicBezTo>
                  <a:cubicBezTo>
                    <a:pt x="160" y="12"/>
                    <a:pt x="105" y="0"/>
                    <a:pt x="63" y="27"/>
                  </a:cubicBezTo>
                  <a:cubicBezTo>
                    <a:pt x="45" y="38"/>
                    <a:pt x="32" y="55"/>
                    <a:pt x="26" y="74"/>
                  </a:cubicBezTo>
                  <a:lnTo>
                    <a:pt x="8"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228"/>
            <p:cNvSpPr>
              <a:spLocks/>
            </p:cNvSpPr>
            <p:nvPr/>
          </p:nvSpPr>
          <p:spPr bwMode="auto">
            <a:xfrm>
              <a:off x="820738" y="1703388"/>
              <a:ext cx="385763" cy="212725"/>
            </a:xfrm>
            <a:custGeom>
              <a:avLst/>
              <a:gdLst>
                <a:gd name="T0" fmla="*/ 156 w 298"/>
                <a:gd name="T1" fmla="*/ 164 h 164"/>
                <a:gd name="T2" fmla="*/ 285 w 298"/>
                <a:gd name="T3" fmla="*/ 103 h 164"/>
                <a:gd name="T4" fmla="*/ 286 w 298"/>
                <a:gd name="T5" fmla="*/ 57 h 164"/>
                <a:gd name="T6" fmla="*/ 241 w 298"/>
                <a:gd name="T7" fmla="*/ 56 h 164"/>
                <a:gd name="T8" fmla="*/ 241 w 298"/>
                <a:gd name="T9" fmla="*/ 56 h 164"/>
                <a:gd name="T10" fmla="*/ 156 w 298"/>
                <a:gd name="T11" fmla="*/ 100 h 164"/>
                <a:gd name="T12" fmla="*/ 120 w 298"/>
                <a:gd name="T13" fmla="*/ 90 h 164"/>
                <a:gd name="T14" fmla="*/ 80 w 298"/>
                <a:gd name="T15" fmla="*/ 49 h 164"/>
                <a:gd name="T16" fmla="*/ 69 w 298"/>
                <a:gd name="T17" fmla="*/ 30 h 164"/>
                <a:gd name="T18" fmla="*/ 66 w 298"/>
                <a:gd name="T19" fmla="*/ 25 h 164"/>
                <a:gd name="T20" fmla="*/ 66 w 298"/>
                <a:gd name="T21" fmla="*/ 24 h 164"/>
                <a:gd name="T22" fmla="*/ 66 w 298"/>
                <a:gd name="T23" fmla="*/ 24 h 164"/>
                <a:gd name="T24" fmla="*/ 66 w 298"/>
                <a:gd name="T25" fmla="*/ 24 h 164"/>
                <a:gd name="T26" fmla="*/ 24 w 298"/>
                <a:gd name="T27" fmla="*/ 7 h 164"/>
                <a:gd name="T28" fmla="*/ 7 w 298"/>
                <a:gd name="T29" fmla="*/ 49 h 164"/>
                <a:gd name="T30" fmla="*/ 42 w 298"/>
                <a:gd name="T31" fmla="*/ 105 h 164"/>
                <a:gd name="T32" fmla="*/ 87 w 298"/>
                <a:gd name="T33" fmla="*/ 145 h 164"/>
                <a:gd name="T34" fmla="*/ 156 w 298"/>
                <a:gd name="T35" fmla="*/ 164 h 164"/>
                <a:gd name="T36" fmla="*/ 156 w 298"/>
                <a:gd name="T37"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8" h="164">
                  <a:moveTo>
                    <a:pt x="156" y="164"/>
                  </a:moveTo>
                  <a:cubicBezTo>
                    <a:pt x="196" y="164"/>
                    <a:pt x="240" y="145"/>
                    <a:pt x="285" y="103"/>
                  </a:cubicBezTo>
                  <a:cubicBezTo>
                    <a:pt x="298" y="90"/>
                    <a:pt x="298" y="70"/>
                    <a:pt x="286" y="57"/>
                  </a:cubicBezTo>
                  <a:cubicBezTo>
                    <a:pt x="274" y="45"/>
                    <a:pt x="254" y="44"/>
                    <a:pt x="241" y="56"/>
                  </a:cubicBezTo>
                  <a:cubicBezTo>
                    <a:pt x="241" y="56"/>
                    <a:pt x="241" y="56"/>
                    <a:pt x="241" y="56"/>
                  </a:cubicBezTo>
                  <a:cubicBezTo>
                    <a:pt x="203" y="91"/>
                    <a:pt x="176" y="100"/>
                    <a:pt x="156" y="100"/>
                  </a:cubicBezTo>
                  <a:cubicBezTo>
                    <a:pt x="143" y="100"/>
                    <a:pt x="131" y="97"/>
                    <a:pt x="120" y="90"/>
                  </a:cubicBezTo>
                  <a:cubicBezTo>
                    <a:pt x="104" y="80"/>
                    <a:pt x="90" y="63"/>
                    <a:pt x="80" y="49"/>
                  </a:cubicBezTo>
                  <a:cubicBezTo>
                    <a:pt x="75" y="41"/>
                    <a:pt x="71" y="35"/>
                    <a:pt x="69" y="30"/>
                  </a:cubicBezTo>
                  <a:cubicBezTo>
                    <a:pt x="68" y="28"/>
                    <a:pt x="67" y="26"/>
                    <a:pt x="66" y="25"/>
                  </a:cubicBezTo>
                  <a:cubicBezTo>
                    <a:pt x="66" y="24"/>
                    <a:pt x="66" y="24"/>
                    <a:pt x="66" y="24"/>
                  </a:cubicBezTo>
                  <a:cubicBezTo>
                    <a:pt x="66" y="24"/>
                    <a:pt x="66" y="24"/>
                    <a:pt x="66" y="24"/>
                  </a:cubicBezTo>
                  <a:cubicBezTo>
                    <a:pt x="66" y="24"/>
                    <a:pt x="66" y="24"/>
                    <a:pt x="66" y="24"/>
                  </a:cubicBezTo>
                  <a:cubicBezTo>
                    <a:pt x="59" y="7"/>
                    <a:pt x="40" y="0"/>
                    <a:pt x="24" y="7"/>
                  </a:cubicBezTo>
                  <a:cubicBezTo>
                    <a:pt x="8" y="13"/>
                    <a:pt x="0" y="32"/>
                    <a:pt x="7" y="49"/>
                  </a:cubicBezTo>
                  <a:cubicBezTo>
                    <a:pt x="8" y="50"/>
                    <a:pt x="19" y="77"/>
                    <a:pt x="42" y="105"/>
                  </a:cubicBezTo>
                  <a:cubicBezTo>
                    <a:pt x="54" y="119"/>
                    <a:pt x="68" y="133"/>
                    <a:pt x="87" y="145"/>
                  </a:cubicBezTo>
                  <a:cubicBezTo>
                    <a:pt x="106" y="156"/>
                    <a:pt x="129" y="164"/>
                    <a:pt x="156" y="164"/>
                  </a:cubicBezTo>
                  <a:cubicBezTo>
                    <a:pt x="156" y="164"/>
                    <a:pt x="156" y="164"/>
                    <a:pt x="156" y="1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229"/>
            <p:cNvSpPr>
              <a:spLocks noEditPoints="1"/>
            </p:cNvSpPr>
            <p:nvPr/>
          </p:nvSpPr>
          <p:spPr bwMode="auto">
            <a:xfrm>
              <a:off x="625475" y="1238250"/>
              <a:ext cx="311150" cy="311150"/>
            </a:xfrm>
            <a:custGeom>
              <a:avLst/>
              <a:gdLst>
                <a:gd name="T0" fmla="*/ 22 w 240"/>
                <a:gd name="T1" fmla="*/ 218 h 240"/>
                <a:gd name="T2" fmla="*/ 160 w 240"/>
                <a:gd name="T3" fmla="*/ 159 h 240"/>
                <a:gd name="T4" fmla="*/ 218 w 240"/>
                <a:gd name="T5" fmla="*/ 22 h 240"/>
                <a:gd name="T6" fmla="*/ 81 w 240"/>
                <a:gd name="T7" fmla="*/ 80 h 240"/>
                <a:gd name="T8" fmla="*/ 22 w 240"/>
                <a:gd name="T9" fmla="*/ 218 h 240"/>
                <a:gd name="T10" fmla="*/ 193 w 240"/>
                <a:gd name="T11" fmla="*/ 47 h 240"/>
                <a:gd name="T12" fmla="*/ 149 w 240"/>
                <a:gd name="T13" fmla="*/ 149 h 240"/>
                <a:gd name="T14" fmla="*/ 48 w 240"/>
                <a:gd name="T15" fmla="*/ 192 h 240"/>
                <a:gd name="T16" fmla="*/ 91 w 240"/>
                <a:gd name="T17" fmla="*/ 91 h 240"/>
                <a:gd name="T18" fmla="*/ 193 w 240"/>
                <a:gd name="T19" fmla="*/ 47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0" h="240">
                  <a:moveTo>
                    <a:pt x="22" y="218"/>
                  </a:moveTo>
                  <a:cubicBezTo>
                    <a:pt x="44" y="240"/>
                    <a:pt x="105" y="213"/>
                    <a:pt x="160" y="159"/>
                  </a:cubicBezTo>
                  <a:cubicBezTo>
                    <a:pt x="214" y="105"/>
                    <a:pt x="240" y="44"/>
                    <a:pt x="218" y="22"/>
                  </a:cubicBezTo>
                  <a:cubicBezTo>
                    <a:pt x="197" y="0"/>
                    <a:pt x="135" y="26"/>
                    <a:pt x="81" y="80"/>
                  </a:cubicBezTo>
                  <a:cubicBezTo>
                    <a:pt x="27" y="135"/>
                    <a:pt x="0" y="196"/>
                    <a:pt x="22" y="218"/>
                  </a:cubicBezTo>
                  <a:close/>
                  <a:moveTo>
                    <a:pt x="193" y="47"/>
                  </a:moveTo>
                  <a:cubicBezTo>
                    <a:pt x="209" y="63"/>
                    <a:pt x="189" y="109"/>
                    <a:pt x="149" y="149"/>
                  </a:cubicBezTo>
                  <a:cubicBezTo>
                    <a:pt x="109" y="189"/>
                    <a:pt x="64" y="209"/>
                    <a:pt x="48" y="192"/>
                  </a:cubicBezTo>
                  <a:cubicBezTo>
                    <a:pt x="31" y="176"/>
                    <a:pt x="51" y="131"/>
                    <a:pt x="91" y="91"/>
                  </a:cubicBezTo>
                  <a:cubicBezTo>
                    <a:pt x="131" y="51"/>
                    <a:pt x="177" y="31"/>
                    <a:pt x="193"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230"/>
            <p:cNvSpPr>
              <a:spLocks/>
            </p:cNvSpPr>
            <p:nvPr/>
          </p:nvSpPr>
          <p:spPr bwMode="auto">
            <a:xfrm>
              <a:off x="396875" y="1231900"/>
              <a:ext cx="431800" cy="201612"/>
            </a:xfrm>
            <a:custGeom>
              <a:avLst/>
              <a:gdLst>
                <a:gd name="T0" fmla="*/ 36 w 334"/>
                <a:gd name="T1" fmla="*/ 114 h 155"/>
                <a:gd name="T2" fmla="*/ 67 w 334"/>
                <a:gd name="T3" fmla="*/ 73 h 155"/>
                <a:gd name="T4" fmla="*/ 140 w 334"/>
                <a:gd name="T5" fmla="*/ 40 h 155"/>
                <a:gd name="T6" fmla="*/ 214 w 334"/>
                <a:gd name="T7" fmla="*/ 67 h 155"/>
                <a:gd name="T8" fmla="*/ 196 w 334"/>
                <a:gd name="T9" fmla="*/ 155 h 155"/>
                <a:gd name="T10" fmla="*/ 252 w 334"/>
                <a:gd name="T11" fmla="*/ 79 h 155"/>
                <a:gd name="T12" fmla="*/ 334 w 334"/>
                <a:gd name="T13" fmla="*/ 20 h 155"/>
                <a:gd name="T14" fmla="*/ 245 w 334"/>
                <a:gd name="T15" fmla="*/ 39 h 155"/>
                <a:gd name="T16" fmla="*/ 140 w 334"/>
                <a:gd name="T17" fmla="*/ 0 h 155"/>
                <a:gd name="T18" fmla="*/ 34 w 334"/>
                <a:gd name="T19" fmla="*/ 49 h 155"/>
                <a:gd name="T20" fmla="*/ 0 w 334"/>
                <a:gd name="T21" fmla="*/ 97 h 155"/>
                <a:gd name="T22" fmla="*/ 36 w 334"/>
                <a:gd name="T23" fmla="*/ 115 h 155"/>
                <a:gd name="T24" fmla="*/ 36 w 334"/>
                <a:gd name="T25" fmla="*/ 114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4" h="155">
                  <a:moveTo>
                    <a:pt x="36" y="114"/>
                  </a:moveTo>
                  <a:cubicBezTo>
                    <a:pt x="38" y="111"/>
                    <a:pt x="49" y="91"/>
                    <a:pt x="67" y="73"/>
                  </a:cubicBezTo>
                  <a:cubicBezTo>
                    <a:pt x="85" y="55"/>
                    <a:pt x="109" y="40"/>
                    <a:pt x="140" y="40"/>
                  </a:cubicBezTo>
                  <a:cubicBezTo>
                    <a:pt x="160" y="40"/>
                    <a:pt x="185" y="46"/>
                    <a:pt x="214" y="67"/>
                  </a:cubicBezTo>
                  <a:cubicBezTo>
                    <a:pt x="200" y="87"/>
                    <a:pt x="192" y="115"/>
                    <a:pt x="196" y="155"/>
                  </a:cubicBezTo>
                  <a:cubicBezTo>
                    <a:pt x="207" y="131"/>
                    <a:pt x="227" y="104"/>
                    <a:pt x="252" y="79"/>
                  </a:cubicBezTo>
                  <a:cubicBezTo>
                    <a:pt x="279" y="52"/>
                    <a:pt x="308" y="32"/>
                    <a:pt x="334" y="20"/>
                  </a:cubicBezTo>
                  <a:cubicBezTo>
                    <a:pt x="306" y="20"/>
                    <a:pt x="272" y="23"/>
                    <a:pt x="245" y="39"/>
                  </a:cubicBezTo>
                  <a:cubicBezTo>
                    <a:pt x="207" y="11"/>
                    <a:pt x="171" y="0"/>
                    <a:pt x="140" y="0"/>
                  </a:cubicBezTo>
                  <a:cubicBezTo>
                    <a:pt x="92" y="0"/>
                    <a:pt x="57" y="25"/>
                    <a:pt x="34" y="49"/>
                  </a:cubicBezTo>
                  <a:cubicBezTo>
                    <a:pt x="11" y="73"/>
                    <a:pt x="0" y="96"/>
                    <a:pt x="0" y="97"/>
                  </a:cubicBezTo>
                  <a:cubicBezTo>
                    <a:pt x="36" y="115"/>
                    <a:pt x="36" y="115"/>
                    <a:pt x="36" y="115"/>
                  </a:cubicBezTo>
                  <a:cubicBezTo>
                    <a:pt x="36" y="115"/>
                    <a:pt x="36" y="115"/>
                    <a:pt x="36" y="1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231"/>
            <p:cNvSpPr>
              <a:spLocks/>
            </p:cNvSpPr>
            <p:nvPr/>
          </p:nvSpPr>
          <p:spPr bwMode="auto">
            <a:xfrm>
              <a:off x="442913" y="138112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69" name="组合 168"/>
          <p:cNvGrpSpPr/>
          <p:nvPr/>
        </p:nvGrpSpPr>
        <p:grpSpPr>
          <a:xfrm>
            <a:off x="3413125" y="798513"/>
            <a:ext cx="2106613" cy="1839912"/>
            <a:chOff x="3413125" y="798513"/>
            <a:chExt cx="2106613" cy="1839912"/>
          </a:xfrm>
          <a:solidFill>
            <a:schemeClr val="tx1">
              <a:lumMod val="65000"/>
              <a:lumOff val="35000"/>
            </a:schemeClr>
          </a:solidFill>
        </p:grpSpPr>
        <p:sp>
          <p:nvSpPr>
            <p:cNvPr id="170" name="Freeform 232"/>
            <p:cNvSpPr>
              <a:spLocks/>
            </p:cNvSpPr>
            <p:nvPr/>
          </p:nvSpPr>
          <p:spPr bwMode="auto">
            <a:xfrm>
              <a:off x="4297363" y="798513"/>
              <a:ext cx="519113" cy="777875"/>
            </a:xfrm>
            <a:custGeom>
              <a:avLst/>
              <a:gdLst>
                <a:gd name="T0" fmla="*/ 146 w 400"/>
                <a:gd name="T1" fmla="*/ 588 h 600"/>
                <a:gd name="T2" fmla="*/ 12 w 400"/>
                <a:gd name="T3" fmla="*/ 588 h 600"/>
                <a:gd name="T4" fmla="*/ 12 w 400"/>
                <a:gd name="T5" fmla="*/ 12 h 600"/>
                <a:gd name="T6" fmla="*/ 388 w 400"/>
                <a:gd name="T7" fmla="*/ 12 h 600"/>
                <a:gd name="T8" fmla="*/ 388 w 400"/>
                <a:gd name="T9" fmla="*/ 509 h 600"/>
                <a:gd name="T10" fmla="*/ 400 w 400"/>
                <a:gd name="T11" fmla="*/ 506 h 600"/>
                <a:gd name="T12" fmla="*/ 400 w 400"/>
                <a:gd name="T13" fmla="*/ 0 h 600"/>
                <a:gd name="T14" fmla="*/ 0 w 400"/>
                <a:gd name="T15" fmla="*/ 0 h 600"/>
                <a:gd name="T16" fmla="*/ 0 w 400"/>
                <a:gd name="T17" fmla="*/ 600 h 600"/>
                <a:gd name="T18" fmla="*/ 130 w 400"/>
                <a:gd name="T19" fmla="*/ 600 h 600"/>
                <a:gd name="T20" fmla="*/ 146 w 400"/>
                <a:gd name="T21" fmla="*/ 588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0" h="600">
                  <a:moveTo>
                    <a:pt x="146" y="588"/>
                  </a:moveTo>
                  <a:cubicBezTo>
                    <a:pt x="12" y="588"/>
                    <a:pt x="12" y="588"/>
                    <a:pt x="12" y="588"/>
                  </a:cubicBezTo>
                  <a:cubicBezTo>
                    <a:pt x="12" y="12"/>
                    <a:pt x="12" y="12"/>
                    <a:pt x="12" y="12"/>
                  </a:cubicBezTo>
                  <a:cubicBezTo>
                    <a:pt x="388" y="12"/>
                    <a:pt x="388" y="12"/>
                    <a:pt x="388" y="12"/>
                  </a:cubicBezTo>
                  <a:cubicBezTo>
                    <a:pt x="388" y="509"/>
                    <a:pt x="388" y="509"/>
                    <a:pt x="388" y="509"/>
                  </a:cubicBezTo>
                  <a:cubicBezTo>
                    <a:pt x="392" y="508"/>
                    <a:pt x="396" y="507"/>
                    <a:pt x="400" y="506"/>
                  </a:cubicBezTo>
                  <a:cubicBezTo>
                    <a:pt x="400" y="0"/>
                    <a:pt x="400" y="0"/>
                    <a:pt x="400" y="0"/>
                  </a:cubicBezTo>
                  <a:cubicBezTo>
                    <a:pt x="0" y="0"/>
                    <a:pt x="0" y="0"/>
                    <a:pt x="0" y="0"/>
                  </a:cubicBezTo>
                  <a:cubicBezTo>
                    <a:pt x="0" y="600"/>
                    <a:pt x="0" y="600"/>
                    <a:pt x="0" y="600"/>
                  </a:cubicBezTo>
                  <a:cubicBezTo>
                    <a:pt x="130" y="600"/>
                    <a:pt x="130" y="600"/>
                    <a:pt x="130" y="600"/>
                  </a:cubicBezTo>
                  <a:cubicBezTo>
                    <a:pt x="135" y="596"/>
                    <a:pt x="140" y="592"/>
                    <a:pt x="146" y="5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233"/>
            <p:cNvSpPr>
              <a:spLocks/>
            </p:cNvSpPr>
            <p:nvPr/>
          </p:nvSpPr>
          <p:spPr bwMode="auto">
            <a:xfrm>
              <a:off x="4625975" y="1536700"/>
              <a:ext cx="190500" cy="39687"/>
            </a:xfrm>
            <a:custGeom>
              <a:avLst/>
              <a:gdLst>
                <a:gd name="T0" fmla="*/ 134 w 146"/>
                <a:gd name="T1" fmla="*/ 18 h 30"/>
                <a:gd name="T2" fmla="*/ 0 w 146"/>
                <a:gd name="T3" fmla="*/ 18 h 30"/>
                <a:gd name="T4" fmla="*/ 16 w 146"/>
                <a:gd name="T5" fmla="*/ 30 h 30"/>
                <a:gd name="T6" fmla="*/ 146 w 146"/>
                <a:gd name="T7" fmla="*/ 30 h 30"/>
                <a:gd name="T8" fmla="*/ 146 w 146"/>
                <a:gd name="T9" fmla="*/ 0 h 30"/>
                <a:gd name="T10" fmla="*/ 134 w 146"/>
                <a:gd name="T11" fmla="*/ 2 h 30"/>
                <a:gd name="T12" fmla="*/ 134 w 146"/>
                <a:gd name="T13" fmla="*/ 18 h 30"/>
              </a:gdLst>
              <a:ahLst/>
              <a:cxnLst>
                <a:cxn ang="0">
                  <a:pos x="T0" y="T1"/>
                </a:cxn>
                <a:cxn ang="0">
                  <a:pos x="T2" y="T3"/>
                </a:cxn>
                <a:cxn ang="0">
                  <a:pos x="T4" y="T5"/>
                </a:cxn>
                <a:cxn ang="0">
                  <a:pos x="T6" y="T7"/>
                </a:cxn>
                <a:cxn ang="0">
                  <a:pos x="T8" y="T9"/>
                </a:cxn>
                <a:cxn ang="0">
                  <a:pos x="T10" y="T11"/>
                </a:cxn>
                <a:cxn ang="0">
                  <a:pos x="T12" y="T13"/>
                </a:cxn>
              </a:cxnLst>
              <a:rect l="0" t="0" r="r" b="b"/>
              <a:pathLst>
                <a:path w="146" h="30">
                  <a:moveTo>
                    <a:pt x="134" y="18"/>
                  </a:moveTo>
                  <a:cubicBezTo>
                    <a:pt x="0" y="18"/>
                    <a:pt x="0" y="18"/>
                    <a:pt x="0" y="18"/>
                  </a:cubicBezTo>
                  <a:cubicBezTo>
                    <a:pt x="5" y="22"/>
                    <a:pt x="11" y="25"/>
                    <a:pt x="16" y="30"/>
                  </a:cubicBezTo>
                  <a:cubicBezTo>
                    <a:pt x="146" y="30"/>
                    <a:pt x="146" y="30"/>
                    <a:pt x="146" y="30"/>
                  </a:cubicBezTo>
                  <a:cubicBezTo>
                    <a:pt x="146" y="0"/>
                    <a:pt x="146" y="0"/>
                    <a:pt x="146" y="0"/>
                  </a:cubicBezTo>
                  <a:cubicBezTo>
                    <a:pt x="142" y="0"/>
                    <a:pt x="138" y="1"/>
                    <a:pt x="134" y="2"/>
                  </a:cubicBezTo>
                  <a:lnTo>
                    <a:pt x="134"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234"/>
            <p:cNvSpPr>
              <a:spLocks/>
            </p:cNvSpPr>
            <p:nvPr/>
          </p:nvSpPr>
          <p:spPr bwMode="auto">
            <a:xfrm>
              <a:off x="4500563" y="857250"/>
              <a:ext cx="111125" cy="123825"/>
            </a:xfrm>
            <a:custGeom>
              <a:avLst/>
              <a:gdLst>
                <a:gd name="T0" fmla="*/ 3 w 86"/>
                <a:gd name="T1" fmla="*/ 88 h 96"/>
                <a:gd name="T2" fmla="*/ 0 w 86"/>
                <a:gd name="T3" fmla="*/ 89 h 96"/>
                <a:gd name="T4" fmla="*/ 0 w 86"/>
                <a:gd name="T5" fmla="*/ 91 h 96"/>
                <a:gd name="T6" fmla="*/ 79 w 86"/>
                <a:gd name="T7" fmla="*/ 91 h 96"/>
                <a:gd name="T8" fmla="*/ 82 w 86"/>
                <a:gd name="T9" fmla="*/ 92 h 96"/>
                <a:gd name="T10" fmla="*/ 84 w 86"/>
                <a:gd name="T11" fmla="*/ 96 h 96"/>
                <a:gd name="T12" fmla="*/ 86 w 86"/>
                <a:gd name="T13" fmla="*/ 96 h 96"/>
                <a:gd name="T14" fmla="*/ 86 w 86"/>
                <a:gd name="T15" fmla="*/ 73 h 96"/>
                <a:gd name="T16" fmla="*/ 84 w 86"/>
                <a:gd name="T17" fmla="*/ 73 h 96"/>
                <a:gd name="T18" fmla="*/ 82 w 86"/>
                <a:gd name="T19" fmla="*/ 76 h 96"/>
                <a:gd name="T20" fmla="*/ 79 w 86"/>
                <a:gd name="T21" fmla="*/ 77 h 96"/>
                <a:gd name="T22" fmla="*/ 23 w 86"/>
                <a:gd name="T23" fmla="*/ 77 h 96"/>
                <a:gd name="T24" fmla="*/ 23 w 86"/>
                <a:gd name="T25" fmla="*/ 53 h 96"/>
                <a:gd name="T26" fmla="*/ 59 w 86"/>
                <a:gd name="T27" fmla="*/ 53 h 96"/>
                <a:gd name="T28" fmla="*/ 62 w 86"/>
                <a:gd name="T29" fmla="*/ 54 h 96"/>
                <a:gd name="T30" fmla="*/ 63 w 86"/>
                <a:gd name="T31" fmla="*/ 57 h 96"/>
                <a:gd name="T32" fmla="*/ 65 w 86"/>
                <a:gd name="T33" fmla="*/ 57 h 96"/>
                <a:gd name="T34" fmla="*/ 65 w 86"/>
                <a:gd name="T35" fmla="*/ 35 h 96"/>
                <a:gd name="T36" fmla="*/ 63 w 86"/>
                <a:gd name="T37" fmla="*/ 35 h 96"/>
                <a:gd name="T38" fmla="*/ 62 w 86"/>
                <a:gd name="T39" fmla="*/ 38 h 96"/>
                <a:gd name="T40" fmla="*/ 59 w 86"/>
                <a:gd name="T41" fmla="*/ 39 h 96"/>
                <a:gd name="T42" fmla="*/ 23 w 86"/>
                <a:gd name="T43" fmla="*/ 39 h 96"/>
                <a:gd name="T44" fmla="*/ 23 w 86"/>
                <a:gd name="T45" fmla="*/ 18 h 96"/>
                <a:gd name="T46" fmla="*/ 78 w 86"/>
                <a:gd name="T47" fmla="*/ 18 h 96"/>
                <a:gd name="T48" fmla="*/ 81 w 86"/>
                <a:gd name="T49" fmla="*/ 19 h 96"/>
                <a:gd name="T50" fmla="*/ 82 w 86"/>
                <a:gd name="T51" fmla="*/ 22 h 96"/>
                <a:gd name="T52" fmla="*/ 85 w 86"/>
                <a:gd name="T53" fmla="*/ 22 h 96"/>
                <a:gd name="T54" fmla="*/ 85 w 86"/>
                <a:gd name="T55" fmla="*/ 0 h 96"/>
                <a:gd name="T56" fmla="*/ 82 w 86"/>
                <a:gd name="T57" fmla="*/ 0 h 96"/>
                <a:gd name="T58" fmla="*/ 81 w 86"/>
                <a:gd name="T59" fmla="*/ 3 h 96"/>
                <a:gd name="T60" fmla="*/ 78 w 86"/>
                <a:gd name="T61" fmla="*/ 4 h 96"/>
                <a:gd name="T62" fmla="*/ 0 w 86"/>
                <a:gd name="T63" fmla="*/ 4 h 96"/>
                <a:gd name="T64" fmla="*/ 0 w 86"/>
                <a:gd name="T65" fmla="*/ 6 h 96"/>
                <a:gd name="T66" fmla="*/ 3 w 86"/>
                <a:gd name="T67" fmla="*/ 7 h 96"/>
                <a:gd name="T68" fmla="*/ 4 w 86"/>
                <a:gd name="T69" fmla="*/ 10 h 96"/>
                <a:gd name="T70" fmla="*/ 4 w 86"/>
                <a:gd name="T71" fmla="*/ 85 h 96"/>
                <a:gd name="T72" fmla="*/ 3 w 86"/>
                <a:gd name="T73" fmla="*/ 88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6" h="96">
                  <a:moveTo>
                    <a:pt x="3" y="88"/>
                  </a:moveTo>
                  <a:cubicBezTo>
                    <a:pt x="2" y="88"/>
                    <a:pt x="1" y="89"/>
                    <a:pt x="0" y="89"/>
                  </a:cubicBezTo>
                  <a:cubicBezTo>
                    <a:pt x="0" y="91"/>
                    <a:pt x="0" y="91"/>
                    <a:pt x="0" y="91"/>
                  </a:cubicBezTo>
                  <a:cubicBezTo>
                    <a:pt x="79" y="91"/>
                    <a:pt x="79" y="91"/>
                    <a:pt x="79" y="91"/>
                  </a:cubicBezTo>
                  <a:cubicBezTo>
                    <a:pt x="81" y="91"/>
                    <a:pt x="82" y="92"/>
                    <a:pt x="82" y="92"/>
                  </a:cubicBezTo>
                  <a:cubicBezTo>
                    <a:pt x="83" y="93"/>
                    <a:pt x="84" y="94"/>
                    <a:pt x="84" y="96"/>
                  </a:cubicBezTo>
                  <a:cubicBezTo>
                    <a:pt x="86" y="96"/>
                    <a:pt x="86" y="96"/>
                    <a:pt x="86" y="96"/>
                  </a:cubicBezTo>
                  <a:cubicBezTo>
                    <a:pt x="86" y="73"/>
                    <a:pt x="86" y="73"/>
                    <a:pt x="86" y="73"/>
                  </a:cubicBezTo>
                  <a:cubicBezTo>
                    <a:pt x="84" y="73"/>
                    <a:pt x="84" y="73"/>
                    <a:pt x="84" y="73"/>
                  </a:cubicBezTo>
                  <a:cubicBezTo>
                    <a:pt x="84" y="74"/>
                    <a:pt x="83" y="76"/>
                    <a:pt x="82" y="76"/>
                  </a:cubicBezTo>
                  <a:cubicBezTo>
                    <a:pt x="82" y="77"/>
                    <a:pt x="81" y="77"/>
                    <a:pt x="79" y="77"/>
                  </a:cubicBezTo>
                  <a:cubicBezTo>
                    <a:pt x="23" y="77"/>
                    <a:pt x="23" y="77"/>
                    <a:pt x="23" y="77"/>
                  </a:cubicBezTo>
                  <a:cubicBezTo>
                    <a:pt x="23" y="53"/>
                    <a:pt x="23" y="53"/>
                    <a:pt x="23" y="53"/>
                  </a:cubicBezTo>
                  <a:cubicBezTo>
                    <a:pt x="59" y="53"/>
                    <a:pt x="59" y="53"/>
                    <a:pt x="59" y="53"/>
                  </a:cubicBezTo>
                  <a:cubicBezTo>
                    <a:pt x="60" y="53"/>
                    <a:pt x="61" y="53"/>
                    <a:pt x="62" y="54"/>
                  </a:cubicBezTo>
                  <a:cubicBezTo>
                    <a:pt x="62" y="55"/>
                    <a:pt x="63" y="56"/>
                    <a:pt x="63" y="57"/>
                  </a:cubicBezTo>
                  <a:cubicBezTo>
                    <a:pt x="65" y="57"/>
                    <a:pt x="65" y="57"/>
                    <a:pt x="65" y="57"/>
                  </a:cubicBezTo>
                  <a:cubicBezTo>
                    <a:pt x="65" y="35"/>
                    <a:pt x="65" y="35"/>
                    <a:pt x="65" y="35"/>
                  </a:cubicBezTo>
                  <a:cubicBezTo>
                    <a:pt x="63" y="35"/>
                    <a:pt x="63" y="35"/>
                    <a:pt x="63" y="35"/>
                  </a:cubicBezTo>
                  <a:cubicBezTo>
                    <a:pt x="63" y="36"/>
                    <a:pt x="62" y="38"/>
                    <a:pt x="62" y="38"/>
                  </a:cubicBezTo>
                  <a:cubicBezTo>
                    <a:pt x="61" y="39"/>
                    <a:pt x="60" y="39"/>
                    <a:pt x="59" y="39"/>
                  </a:cubicBezTo>
                  <a:cubicBezTo>
                    <a:pt x="23" y="39"/>
                    <a:pt x="23" y="39"/>
                    <a:pt x="23" y="39"/>
                  </a:cubicBezTo>
                  <a:cubicBezTo>
                    <a:pt x="23" y="18"/>
                    <a:pt x="23" y="18"/>
                    <a:pt x="23" y="18"/>
                  </a:cubicBezTo>
                  <a:cubicBezTo>
                    <a:pt x="78" y="18"/>
                    <a:pt x="78" y="18"/>
                    <a:pt x="78" y="18"/>
                  </a:cubicBezTo>
                  <a:cubicBezTo>
                    <a:pt x="79" y="18"/>
                    <a:pt x="80" y="18"/>
                    <a:pt x="81" y="19"/>
                  </a:cubicBezTo>
                  <a:cubicBezTo>
                    <a:pt x="82" y="20"/>
                    <a:pt x="82" y="21"/>
                    <a:pt x="82" y="22"/>
                  </a:cubicBezTo>
                  <a:cubicBezTo>
                    <a:pt x="85" y="22"/>
                    <a:pt x="85" y="22"/>
                    <a:pt x="85" y="22"/>
                  </a:cubicBezTo>
                  <a:cubicBezTo>
                    <a:pt x="85" y="0"/>
                    <a:pt x="85" y="0"/>
                    <a:pt x="85" y="0"/>
                  </a:cubicBezTo>
                  <a:cubicBezTo>
                    <a:pt x="82" y="0"/>
                    <a:pt x="82" y="0"/>
                    <a:pt x="82" y="0"/>
                  </a:cubicBezTo>
                  <a:cubicBezTo>
                    <a:pt x="82" y="1"/>
                    <a:pt x="82" y="2"/>
                    <a:pt x="81" y="3"/>
                  </a:cubicBezTo>
                  <a:cubicBezTo>
                    <a:pt x="80" y="3"/>
                    <a:pt x="79" y="4"/>
                    <a:pt x="78" y="4"/>
                  </a:cubicBezTo>
                  <a:cubicBezTo>
                    <a:pt x="0" y="4"/>
                    <a:pt x="0" y="4"/>
                    <a:pt x="0" y="4"/>
                  </a:cubicBezTo>
                  <a:cubicBezTo>
                    <a:pt x="0" y="6"/>
                    <a:pt x="0" y="6"/>
                    <a:pt x="0" y="6"/>
                  </a:cubicBezTo>
                  <a:cubicBezTo>
                    <a:pt x="1" y="6"/>
                    <a:pt x="2" y="7"/>
                    <a:pt x="3" y="7"/>
                  </a:cubicBezTo>
                  <a:cubicBezTo>
                    <a:pt x="3" y="8"/>
                    <a:pt x="4" y="9"/>
                    <a:pt x="4" y="10"/>
                  </a:cubicBezTo>
                  <a:cubicBezTo>
                    <a:pt x="4" y="85"/>
                    <a:pt x="4" y="85"/>
                    <a:pt x="4" y="85"/>
                  </a:cubicBezTo>
                  <a:cubicBezTo>
                    <a:pt x="4" y="86"/>
                    <a:pt x="3" y="87"/>
                    <a:pt x="3"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235"/>
            <p:cNvSpPr>
              <a:spLocks noEditPoints="1"/>
            </p:cNvSpPr>
            <p:nvPr/>
          </p:nvSpPr>
          <p:spPr bwMode="auto">
            <a:xfrm>
              <a:off x="4410075" y="1182688"/>
              <a:ext cx="50800" cy="47625"/>
            </a:xfrm>
            <a:custGeom>
              <a:avLst/>
              <a:gdLst>
                <a:gd name="T0" fmla="*/ 28 w 39"/>
                <a:gd name="T1" fmla="*/ 35 h 36"/>
                <a:gd name="T2" fmla="*/ 34 w 39"/>
                <a:gd name="T3" fmla="*/ 32 h 36"/>
                <a:gd name="T4" fmla="*/ 39 w 39"/>
                <a:gd name="T5" fmla="*/ 18 h 36"/>
                <a:gd name="T6" fmla="*/ 37 w 39"/>
                <a:gd name="T7" fmla="*/ 9 h 36"/>
                <a:gd name="T8" fmla="*/ 30 w 39"/>
                <a:gd name="T9" fmla="*/ 2 h 36"/>
                <a:gd name="T10" fmla="*/ 20 w 39"/>
                <a:gd name="T11" fmla="*/ 0 h 36"/>
                <a:gd name="T12" fmla="*/ 0 w 39"/>
                <a:gd name="T13" fmla="*/ 0 h 36"/>
                <a:gd name="T14" fmla="*/ 0 w 39"/>
                <a:gd name="T15" fmla="*/ 1 h 36"/>
                <a:gd name="T16" fmla="*/ 1 w 39"/>
                <a:gd name="T17" fmla="*/ 2 h 36"/>
                <a:gd name="T18" fmla="*/ 2 w 39"/>
                <a:gd name="T19" fmla="*/ 3 h 36"/>
                <a:gd name="T20" fmla="*/ 2 w 39"/>
                <a:gd name="T21" fmla="*/ 33 h 36"/>
                <a:gd name="T22" fmla="*/ 1 w 39"/>
                <a:gd name="T23" fmla="*/ 34 h 36"/>
                <a:gd name="T24" fmla="*/ 0 w 39"/>
                <a:gd name="T25" fmla="*/ 35 h 36"/>
                <a:gd name="T26" fmla="*/ 0 w 39"/>
                <a:gd name="T27" fmla="*/ 36 h 36"/>
                <a:gd name="T28" fmla="*/ 20 w 39"/>
                <a:gd name="T29" fmla="*/ 36 h 36"/>
                <a:gd name="T30" fmla="*/ 28 w 39"/>
                <a:gd name="T31" fmla="*/ 35 h 36"/>
                <a:gd name="T32" fmla="*/ 10 w 39"/>
                <a:gd name="T33" fmla="*/ 30 h 36"/>
                <a:gd name="T34" fmla="*/ 10 w 39"/>
                <a:gd name="T35" fmla="*/ 6 h 36"/>
                <a:gd name="T36" fmla="*/ 19 w 39"/>
                <a:gd name="T37" fmla="*/ 6 h 36"/>
                <a:gd name="T38" fmla="*/ 25 w 39"/>
                <a:gd name="T39" fmla="*/ 7 h 36"/>
                <a:gd name="T40" fmla="*/ 29 w 39"/>
                <a:gd name="T41" fmla="*/ 9 h 36"/>
                <a:gd name="T42" fmla="*/ 31 w 39"/>
                <a:gd name="T43" fmla="*/ 18 h 36"/>
                <a:gd name="T44" fmla="*/ 26 w 39"/>
                <a:gd name="T45" fmla="*/ 29 h 36"/>
                <a:gd name="T46" fmla="*/ 19 w 39"/>
                <a:gd name="T47" fmla="*/ 30 h 36"/>
                <a:gd name="T48" fmla="*/ 10 w 39"/>
                <a:gd name="T49" fmla="*/ 3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9" h="36">
                  <a:moveTo>
                    <a:pt x="28" y="35"/>
                  </a:moveTo>
                  <a:cubicBezTo>
                    <a:pt x="30" y="34"/>
                    <a:pt x="32" y="33"/>
                    <a:pt x="34" y="32"/>
                  </a:cubicBezTo>
                  <a:cubicBezTo>
                    <a:pt x="37" y="29"/>
                    <a:pt x="39" y="24"/>
                    <a:pt x="39" y="18"/>
                  </a:cubicBezTo>
                  <a:cubicBezTo>
                    <a:pt x="39" y="15"/>
                    <a:pt x="39" y="11"/>
                    <a:pt x="37" y="9"/>
                  </a:cubicBezTo>
                  <a:cubicBezTo>
                    <a:pt x="36" y="6"/>
                    <a:pt x="33" y="3"/>
                    <a:pt x="30" y="2"/>
                  </a:cubicBezTo>
                  <a:cubicBezTo>
                    <a:pt x="28" y="1"/>
                    <a:pt x="24" y="0"/>
                    <a:pt x="20" y="0"/>
                  </a:cubicBezTo>
                  <a:cubicBezTo>
                    <a:pt x="0" y="0"/>
                    <a:pt x="0" y="0"/>
                    <a:pt x="0" y="0"/>
                  </a:cubicBezTo>
                  <a:cubicBezTo>
                    <a:pt x="0" y="1"/>
                    <a:pt x="0" y="1"/>
                    <a:pt x="0" y="1"/>
                  </a:cubicBezTo>
                  <a:cubicBezTo>
                    <a:pt x="1" y="1"/>
                    <a:pt x="1" y="1"/>
                    <a:pt x="1" y="2"/>
                  </a:cubicBezTo>
                  <a:cubicBezTo>
                    <a:pt x="2" y="2"/>
                    <a:pt x="2" y="2"/>
                    <a:pt x="2" y="3"/>
                  </a:cubicBezTo>
                  <a:cubicBezTo>
                    <a:pt x="2" y="33"/>
                    <a:pt x="2" y="33"/>
                    <a:pt x="2" y="33"/>
                  </a:cubicBezTo>
                  <a:cubicBezTo>
                    <a:pt x="2" y="34"/>
                    <a:pt x="2" y="34"/>
                    <a:pt x="1" y="34"/>
                  </a:cubicBezTo>
                  <a:cubicBezTo>
                    <a:pt x="1" y="34"/>
                    <a:pt x="1" y="35"/>
                    <a:pt x="0" y="35"/>
                  </a:cubicBezTo>
                  <a:cubicBezTo>
                    <a:pt x="0" y="36"/>
                    <a:pt x="0" y="36"/>
                    <a:pt x="0" y="36"/>
                  </a:cubicBezTo>
                  <a:cubicBezTo>
                    <a:pt x="20" y="36"/>
                    <a:pt x="20" y="36"/>
                    <a:pt x="20" y="36"/>
                  </a:cubicBezTo>
                  <a:cubicBezTo>
                    <a:pt x="23" y="36"/>
                    <a:pt x="26" y="35"/>
                    <a:pt x="28" y="35"/>
                  </a:cubicBezTo>
                  <a:close/>
                  <a:moveTo>
                    <a:pt x="10" y="30"/>
                  </a:moveTo>
                  <a:cubicBezTo>
                    <a:pt x="10" y="6"/>
                    <a:pt x="10" y="6"/>
                    <a:pt x="10" y="6"/>
                  </a:cubicBezTo>
                  <a:cubicBezTo>
                    <a:pt x="19" y="6"/>
                    <a:pt x="19" y="6"/>
                    <a:pt x="19" y="6"/>
                  </a:cubicBezTo>
                  <a:cubicBezTo>
                    <a:pt x="22" y="6"/>
                    <a:pt x="24" y="6"/>
                    <a:pt x="25" y="7"/>
                  </a:cubicBezTo>
                  <a:cubicBezTo>
                    <a:pt x="26" y="7"/>
                    <a:pt x="28" y="8"/>
                    <a:pt x="29" y="9"/>
                  </a:cubicBezTo>
                  <a:cubicBezTo>
                    <a:pt x="30" y="11"/>
                    <a:pt x="31" y="14"/>
                    <a:pt x="31" y="18"/>
                  </a:cubicBezTo>
                  <a:cubicBezTo>
                    <a:pt x="31" y="23"/>
                    <a:pt x="30" y="27"/>
                    <a:pt x="26" y="29"/>
                  </a:cubicBezTo>
                  <a:cubicBezTo>
                    <a:pt x="25" y="29"/>
                    <a:pt x="22" y="30"/>
                    <a:pt x="19" y="30"/>
                  </a:cubicBezTo>
                  <a:lnTo>
                    <a:pt x="10"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236"/>
            <p:cNvSpPr>
              <a:spLocks/>
            </p:cNvSpPr>
            <p:nvPr/>
          </p:nvSpPr>
          <p:spPr bwMode="auto">
            <a:xfrm>
              <a:off x="4533900" y="1182688"/>
              <a:ext cx="44450" cy="49212"/>
            </a:xfrm>
            <a:custGeom>
              <a:avLst/>
              <a:gdLst>
                <a:gd name="T0" fmla="*/ 32 w 34"/>
                <a:gd name="T1" fmla="*/ 36 h 37"/>
                <a:gd name="T2" fmla="*/ 33 w 34"/>
                <a:gd name="T3" fmla="*/ 37 h 37"/>
                <a:gd name="T4" fmla="*/ 34 w 34"/>
                <a:gd name="T5" fmla="*/ 37 h 37"/>
                <a:gd name="T6" fmla="*/ 34 w 34"/>
                <a:gd name="T7" fmla="*/ 28 h 37"/>
                <a:gd name="T8" fmla="*/ 33 w 34"/>
                <a:gd name="T9" fmla="*/ 28 h 37"/>
                <a:gd name="T10" fmla="*/ 32 w 34"/>
                <a:gd name="T11" fmla="*/ 30 h 37"/>
                <a:gd name="T12" fmla="*/ 31 w 34"/>
                <a:gd name="T13" fmla="*/ 30 h 37"/>
                <a:gd name="T14" fmla="*/ 9 w 34"/>
                <a:gd name="T15" fmla="*/ 30 h 37"/>
                <a:gd name="T16" fmla="*/ 9 w 34"/>
                <a:gd name="T17" fmla="*/ 3 h 37"/>
                <a:gd name="T18" fmla="*/ 10 w 34"/>
                <a:gd name="T19" fmla="*/ 2 h 37"/>
                <a:gd name="T20" fmla="*/ 11 w 34"/>
                <a:gd name="T21" fmla="*/ 1 h 37"/>
                <a:gd name="T22" fmla="*/ 11 w 34"/>
                <a:gd name="T23" fmla="*/ 0 h 37"/>
                <a:gd name="T24" fmla="*/ 0 w 34"/>
                <a:gd name="T25" fmla="*/ 0 h 37"/>
                <a:gd name="T26" fmla="*/ 0 w 34"/>
                <a:gd name="T27" fmla="*/ 1 h 37"/>
                <a:gd name="T28" fmla="*/ 1 w 34"/>
                <a:gd name="T29" fmla="*/ 2 h 37"/>
                <a:gd name="T30" fmla="*/ 2 w 34"/>
                <a:gd name="T31" fmla="*/ 3 h 37"/>
                <a:gd name="T32" fmla="*/ 2 w 34"/>
                <a:gd name="T33" fmla="*/ 33 h 37"/>
                <a:gd name="T34" fmla="*/ 1 w 34"/>
                <a:gd name="T35" fmla="*/ 34 h 37"/>
                <a:gd name="T36" fmla="*/ 0 w 34"/>
                <a:gd name="T37" fmla="*/ 35 h 37"/>
                <a:gd name="T38" fmla="*/ 0 w 34"/>
                <a:gd name="T39" fmla="*/ 36 h 37"/>
                <a:gd name="T40" fmla="*/ 31 w 34"/>
                <a:gd name="T41" fmla="*/ 36 h 37"/>
                <a:gd name="T42" fmla="*/ 32 w 34"/>
                <a:gd name="T43" fmla="*/ 3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 h="37">
                  <a:moveTo>
                    <a:pt x="32" y="36"/>
                  </a:moveTo>
                  <a:cubicBezTo>
                    <a:pt x="33" y="36"/>
                    <a:pt x="33" y="37"/>
                    <a:pt x="33" y="37"/>
                  </a:cubicBezTo>
                  <a:cubicBezTo>
                    <a:pt x="34" y="37"/>
                    <a:pt x="34" y="37"/>
                    <a:pt x="34" y="37"/>
                  </a:cubicBezTo>
                  <a:cubicBezTo>
                    <a:pt x="34" y="28"/>
                    <a:pt x="34" y="28"/>
                    <a:pt x="34" y="28"/>
                  </a:cubicBezTo>
                  <a:cubicBezTo>
                    <a:pt x="33" y="28"/>
                    <a:pt x="33" y="28"/>
                    <a:pt x="33" y="28"/>
                  </a:cubicBezTo>
                  <a:cubicBezTo>
                    <a:pt x="33" y="29"/>
                    <a:pt x="33" y="29"/>
                    <a:pt x="32" y="30"/>
                  </a:cubicBezTo>
                  <a:cubicBezTo>
                    <a:pt x="32" y="30"/>
                    <a:pt x="32" y="30"/>
                    <a:pt x="31" y="30"/>
                  </a:cubicBezTo>
                  <a:cubicBezTo>
                    <a:pt x="9" y="30"/>
                    <a:pt x="9" y="30"/>
                    <a:pt x="9" y="30"/>
                  </a:cubicBezTo>
                  <a:cubicBezTo>
                    <a:pt x="9" y="3"/>
                    <a:pt x="9" y="3"/>
                    <a:pt x="9" y="3"/>
                  </a:cubicBezTo>
                  <a:cubicBezTo>
                    <a:pt x="9" y="2"/>
                    <a:pt x="9" y="2"/>
                    <a:pt x="10" y="2"/>
                  </a:cubicBezTo>
                  <a:cubicBezTo>
                    <a:pt x="10" y="1"/>
                    <a:pt x="10" y="1"/>
                    <a:pt x="11" y="1"/>
                  </a:cubicBezTo>
                  <a:cubicBezTo>
                    <a:pt x="11" y="0"/>
                    <a:pt x="11" y="0"/>
                    <a:pt x="11" y="0"/>
                  </a:cubicBezTo>
                  <a:cubicBezTo>
                    <a:pt x="0" y="0"/>
                    <a:pt x="0" y="0"/>
                    <a:pt x="0" y="0"/>
                  </a:cubicBezTo>
                  <a:cubicBezTo>
                    <a:pt x="0" y="1"/>
                    <a:pt x="0" y="1"/>
                    <a:pt x="0" y="1"/>
                  </a:cubicBezTo>
                  <a:cubicBezTo>
                    <a:pt x="1" y="1"/>
                    <a:pt x="1" y="1"/>
                    <a:pt x="1" y="2"/>
                  </a:cubicBezTo>
                  <a:cubicBezTo>
                    <a:pt x="2" y="2"/>
                    <a:pt x="2" y="2"/>
                    <a:pt x="2" y="3"/>
                  </a:cubicBezTo>
                  <a:cubicBezTo>
                    <a:pt x="2" y="33"/>
                    <a:pt x="2" y="33"/>
                    <a:pt x="2" y="33"/>
                  </a:cubicBezTo>
                  <a:cubicBezTo>
                    <a:pt x="2" y="34"/>
                    <a:pt x="2" y="34"/>
                    <a:pt x="1" y="34"/>
                  </a:cubicBezTo>
                  <a:cubicBezTo>
                    <a:pt x="1" y="34"/>
                    <a:pt x="1" y="35"/>
                    <a:pt x="0" y="35"/>
                  </a:cubicBezTo>
                  <a:cubicBezTo>
                    <a:pt x="0" y="36"/>
                    <a:pt x="0" y="36"/>
                    <a:pt x="0" y="36"/>
                  </a:cubicBezTo>
                  <a:cubicBezTo>
                    <a:pt x="31" y="36"/>
                    <a:pt x="31" y="36"/>
                    <a:pt x="31" y="36"/>
                  </a:cubicBezTo>
                  <a:cubicBezTo>
                    <a:pt x="32" y="36"/>
                    <a:pt x="32" y="36"/>
                    <a:pt x="32"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237"/>
            <p:cNvSpPr>
              <a:spLocks/>
            </p:cNvSpPr>
            <p:nvPr/>
          </p:nvSpPr>
          <p:spPr bwMode="auto">
            <a:xfrm>
              <a:off x="4652963" y="1182688"/>
              <a:ext cx="50800" cy="47625"/>
            </a:xfrm>
            <a:custGeom>
              <a:avLst/>
              <a:gdLst>
                <a:gd name="T0" fmla="*/ 34 w 39"/>
                <a:gd name="T1" fmla="*/ 3 h 36"/>
                <a:gd name="T2" fmla="*/ 36 w 39"/>
                <a:gd name="T3" fmla="*/ 2 h 36"/>
                <a:gd name="T4" fmla="*/ 38 w 39"/>
                <a:gd name="T5" fmla="*/ 1 h 36"/>
                <a:gd name="T6" fmla="*/ 38 w 39"/>
                <a:gd name="T7" fmla="*/ 0 h 36"/>
                <a:gd name="T8" fmla="*/ 23 w 39"/>
                <a:gd name="T9" fmla="*/ 0 h 36"/>
                <a:gd name="T10" fmla="*/ 23 w 39"/>
                <a:gd name="T11" fmla="*/ 1 h 36"/>
                <a:gd name="T12" fmla="*/ 25 w 39"/>
                <a:gd name="T13" fmla="*/ 2 h 36"/>
                <a:gd name="T14" fmla="*/ 24 w 39"/>
                <a:gd name="T15" fmla="*/ 3 h 36"/>
                <a:gd name="T16" fmla="*/ 9 w 39"/>
                <a:gd name="T17" fmla="*/ 15 h 36"/>
                <a:gd name="T18" fmla="*/ 9 w 39"/>
                <a:gd name="T19" fmla="*/ 3 h 36"/>
                <a:gd name="T20" fmla="*/ 9 w 39"/>
                <a:gd name="T21" fmla="*/ 2 h 36"/>
                <a:gd name="T22" fmla="*/ 11 w 39"/>
                <a:gd name="T23" fmla="*/ 1 h 36"/>
                <a:gd name="T24" fmla="*/ 11 w 39"/>
                <a:gd name="T25" fmla="*/ 0 h 36"/>
                <a:gd name="T26" fmla="*/ 0 w 39"/>
                <a:gd name="T27" fmla="*/ 0 h 36"/>
                <a:gd name="T28" fmla="*/ 0 w 39"/>
                <a:gd name="T29" fmla="*/ 1 h 36"/>
                <a:gd name="T30" fmla="*/ 1 w 39"/>
                <a:gd name="T31" fmla="*/ 2 h 36"/>
                <a:gd name="T32" fmla="*/ 1 w 39"/>
                <a:gd name="T33" fmla="*/ 3 h 36"/>
                <a:gd name="T34" fmla="*/ 1 w 39"/>
                <a:gd name="T35" fmla="*/ 33 h 36"/>
                <a:gd name="T36" fmla="*/ 1 w 39"/>
                <a:gd name="T37" fmla="*/ 34 h 36"/>
                <a:gd name="T38" fmla="*/ 0 w 39"/>
                <a:gd name="T39" fmla="*/ 35 h 36"/>
                <a:gd name="T40" fmla="*/ 0 w 39"/>
                <a:gd name="T41" fmla="*/ 36 h 36"/>
                <a:gd name="T42" fmla="*/ 11 w 39"/>
                <a:gd name="T43" fmla="*/ 36 h 36"/>
                <a:gd name="T44" fmla="*/ 11 w 39"/>
                <a:gd name="T45" fmla="*/ 35 h 36"/>
                <a:gd name="T46" fmla="*/ 9 w 39"/>
                <a:gd name="T47" fmla="*/ 34 h 36"/>
                <a:gd name="T48" fmla="*/ 9 w 39"/>
                <a:gd name="T49" fmla="*/ 33 h 36"/>
                <a:gd name="T50" fmla="*/ 9 w 39"/>
                <a:gd name="T51" fmla="*/ 23 h 36"/>
                <a:gd name="T52" fmla="*/ 14 w 39"/>
                <a:gd name="T53" fmla="*/ 19 h 36"/>
                <a:gd name="T54" fmla="*/ 25 w 39"/>
                <a:gd name="T55" fmla="*/ 32 h 36"/>
                <a:gd name="T56" fmla="*/ 26 w 39"/>
                <a:gd name="T57" fmla="*/ 34 h 36"/>
                <a:gd name="T58" fmla="*/ 25 w 39"/>
                <a:gd name="T59" fmla="*/ 35 h 36"/>
                <a:gd name="T60" fmla="*/ 25 w 39"/>
                <a:gd name="T61" fmla="*/ 36 h 36"/>
                <a:gd name="T62" fmla="*/ 39 w 39"/>
                <a:gd name="T63" fmla="*/ 36 h 36"/>
                <a:gd name="T64" fmla="*/ 39 w 39"/>
                <a:gd name="T65" fmla="*/ 35 h 36"/>
                <a:gd name="T66" fmla="*/ 36 w 39"/>
                <a:gd name="T67" fmla="*/ 34 h 36"/>
                <a:gd name="T68" fmla="*/ 34 w 39"/>
                <a:gd name="T69" fmla="*/ 31 h 36"/>
                <a:gd name="T70" fmla="*/ 20 w 39"/>
                <a:gd name="T71" fmla="*/ 15 h 36"/>
                <a:gd name="T72" fmla="*/ 32 w 39"/>
                <a:gd name="T73" fmla="*/ 5 h 36"/>
                <a:gd name="T74" fmla="*/ 34 w 39"/>
                <a:gd name="T75" fmla="*/ 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9" h="36">
                  <a:moveTo>
                    <a:pt x="34" y="3"/>
                  </a:moveTo>
                  <a:cubicBezTo>
                    <a:pt x="35" y="2"/>
                    <a:pt x="36" y="2"/>
                    <a:pt x="36" y="2"/>
                  </a:cubicBezTo>
                  <a:cubicBezTo>
                    <a:pt x="37" y="1"/>
                    <a:pt x="37" y="1"/>
                    <a:pt x="38" y="1"/>
                  </a:cubicBezTo>
                  <a:cubicBezTo>
                    <a:pt x="38" y="0"/>
                    <a:pt x="38" y="0"/>
                    <a:pt x="38" y="0"/>
                  </a:cubicBezTo>
                  <a:cubicBezTo>
                    <a:pt x="23" y="0"/>
                    <a:pt x="23" y="0"/>
                    <a:pt x="23" y="0"/>
                  </a:cubicBezTo>
                  <a:cubicBezTo>
                    <a:pt x="23" y="1"/>
                    <a:pt x="23" y="1"/>
                    <a:pt x="23" y="1"/>
                  </a:cubicBezTo>
                  <a:cubicBezTo>
                    <a:pt x="24" y="1"/>
                    <a:pt x="25" y="2"/>
                    <a:pt x="25" y="2"/>
                  </a:cubicBezTo>
                  <a:cubicBezTo>
                    <a:pt x="25" y="2"/>
                    <a:pt x="24" y="3"/>
                    <a:pt x="24" y="3"/>
                  </a:cubicBezTo>
                  <a:cubicBezTo>
                    <a:pt x="9" y="15"/>
                    <a:pt x="9" y="15"/>
                    <a:pt x="9" y="15"/>
                  </a:cubicBezTo>
                  <a:cubicBezTo>
                    <a:pt x="9" y="3"/>
                    <a:pt x="9" y="3"/>
                    <a:pt x="9" y="3"/>
                  </a:cubicBezTo>
                  <a:cubicBezTo>
                    <a:pt x="9" y="2"/>
                    <a:pt x="9" y="2"/>
                    <a:pt x="9" y="2"/>
                  </a:cubicBezTo>
                  <a:cubicBezTo>
                    <a:pt x="10" y="1"/>
                    <a:pt x="10" y="1"/>
                    <a:pt x="11" y="1"/>
                  </a:cubicBezTo>
                  <a:cubicBezTo>
                    <a:pt x="11" y="0"/>
                    <a:pt x="11" y="0"/>
                    <a:pt x="11" y="0"/>
                  </a:cubicBezTo>
                  <a:cubicBezTo>
                    <a:pt x="0" y="0"/>
                    <a:pt x="0" y="0"/>
                    <a:pt x="0" y="0"/>
                  </a:cubicBezTo>
                  <a:cubicBezTo>
                    <a:pt x="0" y="1"/>
                    <a:pt x="0" y="1"/>
                    <a:pt x="0" y="1"/>
                  </a:cubicBezTo>
                  <a:cubicBezTo>
                    <a:pt x="0" y="1"/>
                    <a:pt x="1" y="1"/>
                    <a:pt x="1" y="2"/>
                  </a:cubicBezTo>
                  <a:cubicBezTo>
                    <a:pt x="1" y="2"/>
                    <a:pt x="1" y="2"/>
                    <a:pt x="1" y="3"/>
                  </a:cubicBezTo>
                  <a:cubicBezTo>
                    <a:pt x="1" y="33"/>
                    <a:pt x="1" y="33"/>
                    <a:pt x="1" y="33"/>
                  </a:cubicBezTo>
                  <a:cubicBezTo>
                    <a:pt x="1" y="34"/>
                    <a:pt x="1" y="34"/>
                    <a:pt x="1" y="34"/>
                  </a:cubicBezTo>
                  <a:cubicBezTo>
                    <a:pt x="1" y="34"/>
                    <a:pt x="0" y="35"/>
                    <a:pt x="0" y="35"/>
                  </a:cubicBezTo>
                  <a:cubicBezTo>
                    <a:pt x="0" y="36"/>
                    <a:pt x="0" y="36"/>
                    <a:pt x="0" y="36"/>
                  </a:cubicBezTo>
                  <a:cubicBezTo>
                    <a:pt x="11" y="36"/>
                    <a:pt x="11" y="36"/>
                    <a:pt x="11" y="36"/>
                  </a:cubicBezTo>
                  <a:cubicBezTo>
                    <a:pt x="11" y="35"/>
                    <a:pt x="11" y="35"/>
                    <a:pt x="11" y="35"/>
                  </a:cubicBezTo>
                  <a:cubicBezTo>
                    <a:pt x="10" y="35"/>
                    <a:pt x="10" y="35"/>
                    <a:pt x="9" y="34"/>
                  </a:cubicBezTo>
                  <a:cubicBezTo>
                    <a:pt x="9" y="34"/>
                    <a:pt x="9" y="34"/>
                    <a:pt x="9" y="33"/>
                  </a:cubicBezTo>
                  <a:cubicBezTo>
                    <a:pt x="9" y="23"/>
                    <a:pt x="9" y="23"/>
                    <a:pt x="9" y="23"/>
                  </a:cubicBezTo>
                  <a:cubicBezTo>
                    <a:pt x="14" y="19"/>
                    <a:pt x="14" y="19"/>
                    <a:pt x="14" y="19"/>
                  </a:cubicBezTo>
                  <a:cubicBezTo>
                    <a:pt x="25" y="32"/>
                    <a:pt x="25" y="32"/>
                    <a:pt x="25" y="32"/>
                  </a:cubicBezTo>
                  <a:cubicBezTo>
                    <a:pt x="26" y="33"/>
                    <a:pt x="26" y="34"/>
                    <a:pt x="26" y="34"/>
                  </a:cubicBezTo>
                  <a:cubicBezTo>
                    <a:pt x="26" y="34"/>
                    <a:pt x="26" y="35"/>
                    <a:pt x="25" y="35"/>
                  </a:cubicBezTo>
                  <a:cubicBezTo>
                    <a:pt x="25" y="36"/>
                    <a:pt x="25" y="36"/>
                    <a:pt x="25" y="36"/>
                  </a:cubicBezTo>
                  <a:cubicBezTo>
                    <a:pt x="39" y="36"/>
                    <a:pt x="39" y="36"/>
                    <a:pt x="39" y="36"/>
                  </a:cubicBezTo>
                  <a:cubicBezTo>
                    <a:pt x="39" y="35"/>
                    <a:pt x="39" y="35"/>
                    <a:pt x="39" y="35"/>
                  </a:cubicBezTo>
                  <a:cubicBezTo>
                    <a:pt x="38" y="35"/>
                    <a:pt x="37" y="34"/>
                    <a:pt x="36" y="34"/>
                  </a:cubicBezTo>
                  <a:cubicBezTo>
                    <a:pt x="36" y="34"/>
                    <a:pt x="35" y="33"/>
                    <a:pt x="34" y="31"/>
                  </a:cubicBezTo>
                  <a:cubicBezTo>
                    <a:pt x="20" y="15"/>
                    <a:pt x="20" y="15"/>
                    <a:pt x="20" y="15"/>
                  </a:cubicBezTo>
                  <a:cubicBezTo>
                    <a:pt x="32" y="5"/>
                    <a:pt x="32" y="5"/>
                    <a:pt x="32" y="5"/>
                  </a:cubicBezTo>
                  <a:lnTo>
                    <a:pt x="34"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238"/>
            <p:cNvSpPr>
              <a:spLocks noEditPoints="1"/>
            </p:cNvSpPr>
            <p:nvPr/>
          </p:nvSpPr>
          <p:spPr bwMode="auto">
            <a:xfrm>
              <a:off x="4378325" y="1492250"/>
              <a:ext cx="20638" cy="22225"/>
            </a:xfrm>
            <a:custGeom>
              <a:avLst/>
              <a:gdLst>
                <a:gd name="T0" fmla="*/ 10 w 16"/>
                <a:gd name="T1" fmla="*/ 10 h 16"/>
                <a:gd name="T2" fmla="*/ 13 w 16"/>
                <a:gd name="T3" fmla="*/ 9 h 16"/>
                <a:gd name="T4" fmla="*/ 15 w 16"/>
                <a:gd name="T5" fmla="*/ 8 h 16"/>
                <a:gd name="T6" fmla="*/ 16 w 16"/>
                <a:gd name="T7" fmla="*/ 5 h 16"/>
                <a:gd name="T8" fmla="*/ 16 w 16"/>
                <a:gd name="T9" fmla="*/ 3 h 16"/>
                <a:gd name="T10" fmla="*/ 14 w 16"/>
                <a:gd name="T11" fmla="*/ 1 h 16"/>
                <a:gd name="T12" fmla="*/ 13 w 16"/>
                <a:gd name="T13" fmla="*/ 0 h 16"/>
                <a:gd name="T14" fmla="*/ 10 w 16"/>
                <a:gd name="T15" fmla="*/ 0 h 16"/>
                <a:gd name="T16" fmla="*/ 0 w 16"/>
                <a:gd name="T17" fmla="*/ 0 h 16"/>
                <a:gd name="T18" fmla="*/ 0 w 16"/>
                <a:gd name="T19" fmla="*/ 1 h 16"/>
                <a:gd name="T20" fmla="*/ 0 w 16"/>
                <a:gd name="T21" fmla="*/ 1 h 16"/>
                <a:gd name="T22" fmla="*/ 0 w 16"/>
                <a:gd name="T23" fmla="*/ 1 h 16"/>
                <a:gd name="T24" fmla="*/ 0 w 16"/>
                <a:gd name="T25" fmla="*/ 15 h 16"/>
                <a:gd name="T26" fmla="*/ 0 w 16"/>
                <a:gd name="T27" fmla="*/ 16 h 16"/>
                <a:gd name="T28" fmla="*/ 0 w 16"/>
                <a:gd name="T29" fmla="*/ 16 h 16"/>
                <a:gd name="T30" fmla="*/ 0 w 16"/>
                <a:gd name="T31" fmla="*/ 16 h 16"/>
                <a:gd name="T32" fmla="*/ 5 w 16"/>
                <a:gd name="T33" fmla="*/ 16 h 16"/>
                <a:gd name="T34" fmla="*/ 5 w 16"/>
                <a:gd name="T35" fmla="*/ 16 h 16"/>
                <a:gd name="T36" fmla="*/ 4 w 16"/>
                <a:gd name="T37" fmla="*/ 16 h 16"/>
                <a:gd name="T38" fmla="*/ 4 w 16"/>
                <a:gd name="T39" fmla="*/ 15 h 16"/>
                <a:gd name="T40" fmla="*/ 4 w 16"/>
                <a:gd name="T41" fmla="*/ 10 h 16"/>
                <a:gd name="T42" fmla="*/ 10 w 16"/>
                <a:gd name="T43" fmla="*/ 10 h 16"/>
                <a:gd name="T44" fmla="*/ 4 w 16"/>
                <a:gd name="T45" fmla="*/ 3 h 16"/>
                <a:gd name="T46" fmla="*/ 9 w 16"/>
                <a:gd name="T47" fmla="*/ 3 h 16"/>
                <a:gd name="T48" fmla="*/ 12 w 16"/>
                <a:gd name="T49" fmla="*/ 3 h 16"/>
                <a:gd name="T50" fmla="*/ 12 w 16"/>
                <a:gd name="T51" fmla="*/ 4 h 16"/>
                <a:gd name="T52" fmla="*/ 13 w 16"/>
                <a:gd name="T53" fmla="*/ 5 h 16"/>
                <a:gd name="T54" fmla="*/ 12 w 16"/>
                <a:gd name="T55" fmla="*/ 6 h 16"/>
                <a:gd name="T56" fmla="*/ 12 w 16"/>
                <a:gd name="T57" fmla="*/ 7 h 16"/>
                <a:gd name="T58" fmla="*/ 9 w 16"/>
                <a:gd name="T59" fmla="*/ 7 h 16"/>
                <a:gd name="T60" fmla="*/ 4 w 16"/>
                <a:gd name="T61" fmla="*/ 7 h 16"/>
                <a:gd name="T62" fmla="*/ 4 w 16"/>
                <a:gd name="T63"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 h="16">
                  <a:moveTo>
                    <a:pt x="10" y="10"/>
                  </a:moveTo>
                  <a:cubicBezTo>
                    <a:pt x="11" y="10"/>
                    <a:pt x="12" y="10"/>
                    <a:pt x="13" y="9"/>
                  </a:cubicBezTo>
                  <a:cubicBezTo>
                    <a:pt x="14" y="9"/>
                    <a:pt x="15" y="9"/>
                    <a:pt x="15" y="8"/>
                  </a:cubicBezTo>
                  <a:cubicBezTo>
                    <a:pt x="16" y="7"/>
                    <a:pt x="16" y="6"/>
                    <a:pt x="16" y="5"/>
                  </a:cubicBezTo>
                  <a:cubicBezTo>
                    <a:pt x="16" y="4"/>
                    <a:pt x="16" y="3"/>
                    <a:pt x="16" y="3"/>
                  </a:cubicBezTo>
                  <a:cubicBezTo>
                    <a:pt x="15" y="2"/>
                    <a:pt x="15" y="2"/>
                    <a:pt x="14" y="1"/>
                  </a:cubicBezTo>
                  <a:cubicBezTo>
                    <a:pt x="14" y="1"/>
                    <a:pt x="13" y="1"/>
                    <a:pt x="13" y="0"/>
                  </a:cubicBezTo>
                  <a:cubicBezTo>
                    <a:pt x="12" y="0"/>
                    <a:pt x="11" y="0"/>
                    <a:pt x="10" y="0"/>
                  </a:cubicBezTo>
                  <a:cubicBezTo>
                    <a:pt x="0" y="0"/>
                    <a:pt x="0" y="0"/>
                    <a:pt x="0" y="0"/>
                  </a:cubicBezTo>
                  <a:cubicBezTo>
                    <a:pt x="0" y="1"/>
                    <a:pt x="0" y="1"/>
                    <a:pt x="0" y="1"/>
                  </a:cubicBezTo>
                  <a:cubicBezTo>
                    <a:pt x="0" y="1"/>
                    <a:pt x="0" y="1"/>
                    <a:pt x="0" y="1"/>
                  </a:cubicBezTo>
                  <a:cubicBezTo>
                    <a:pt x="0" y="1"/>
                    <a:pt x="0" y="1"/>
                    <a:pt x="0" y="1"/>
                  </a:cubicBezTo>
                  <a:cubicBezTo>
                    <a:pt x="0" y="15"/>
                    <a:pt x="0" y="15"/>
                    <a:pt x="0" y="15"/>
                  </a:cubicBezTo>
                  <a:cubicBezTo>
                    <a:pt x="0" y="15"/>
                    <a:pt x="0" y="15"/>
                    <a:pt x="0" y="16"/>
                  </a:cubicBezTo>
                  <a:cubicBezTo>
                    <a:pt x="0" y="16"/>
                    <a:pt x="0" y="16"/>
                    <a:pt x="0" y="16"/>
                  </a:cubicBezTo>
                  <a:cubicBezTo>
                    <a:pt x="0" y="16"/>
                    <a:pt x="0" y="16"/>
                    <a:pt x="0" y="16"/>
                  </a:cubicBezTo>
                  <a:cubicBezTo>
                    <a:pt x="5" y="16"/>
                    <a:pt x="5" y="16"/>
                    <a:pt x="5" y="16"/>
                  </a:cubicBezTo>
                  <a:cubicBezTo>
                    <a:pt x="5" y="16"/>
                    <a:pt x="5" y="16"/>
                    <a:pt x="5" y="16"/>
                  </a:cubicBezTo>
                  <a:cubicBezTo>
                    <a:pt x="4" y="16"/>
                    <a:pt x="4" y="16"/>
                    <a:pt x="4" y="16"/>
                  </a:cubicBezTo>
                  <a:cubicBezTo>
                    <a:pt x="4" y="15"/>
                    <a:pt x="4" y="15"/>
                    <a:pt x="4" y="15"/>
                  </a:cubicBezTo>
                  <a:cubicBezTo>
                    <a:pt x="4" y="10"/>
                    <a:pt x="4" y="10"/>
                    <a:pt x="4" y="10"/>
                  </a:cubicBezTo>
                  <a:lnTo>
                    <a:pt x="10" y="10"/>
                  </a:lnTo>
                  <a:close/>
                  <a:moveTo>
                    <a:pt x="4" y="3"/>
                  </a:moveTo>
                  <a:cubicBezTo>
                    <a:pt x="9" y="3"/>
                    <a:pt x="9" y="3"/>
                    <a:pt x="9" y="3"/>
                  </a:cubicBezTo>
                  <a:cubicBezTo>
                    <a:pt x="10" y="3"/>
                    <a:pt x="11" y="3"/>
                    <a:pt x="12" y="3"/>
                  </a:cubicBezTo>
                  <a:cubicBezTo>
                    <a:pt x="12" y="3"/>
                    <a:pt x="12" y="4"/>
                    <a:pt x="12" y="4"/>
                  </a:cubicBezTo>
                  <a:cubicBezTo>
                    <a:pt x="12" y="4"/>
                    <a:pt x="13" y="5"/>
                    <a:pt x="13" y="5"/>
                  </a:cubicBezTo>
                  <a:cubicBezTo>
                    <a:pt x="13" y="5"/>
                    <a:pt x="12" y="6"/>
                    <a:pt x="12" y="6"/>
                  </a:cubicBezTo>
                  <a:cubicBezTo>
                    <a:pt x="12" y="6"/>
                    <a:pt x="12" y="7"/>
                    <a:pt x="12" y="7"/>
                  </a:cubicBezTo>
                  <a:cubicBezTo>
                    <a:pt x="11" y="7"/>
                    <a:pt x="10" y="7"/>
                    <a:pt x="9" y="7"/>
                  </a:cubicBezTo>
                  <a:cubicBezTo>
                    <a:pt x="4" y="7"/>
                    <a:pt x="4" y="7"/>
                    <a:pt x="4" y="7"/>
                  </a:cubicBezTo>
                  <a:lnTo>
                    <a:pt x="4"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239"/>
            <p:cNvSpPr>
              <a:spLocks noEditPoints="1"/>
            </p:cNvSpPr>
            <p:nvPr/>
          </p:nvSpPr>
          <p:spPr bwMode="auto">
            <a:xfrm>
              <a:off x="4445000" y="1492250"/>
              <a:ext cx="23813" cy="22225"/>
            </a:xfrm>
            <a:custGeom>
              <a:avLst/>
              <a:gdLst>
                <a:gd name="T0" fmla="*/ 12 w 18"/>
                <a:gd name="T1" fmla="*/ 16 h 16"/>
                <a:gd name="T2" fmla="*/ 12 w 18"/>
                <a:gd name="T3" fmla="*/ 16 h 16"/>
                <a:gd name="T4" fmla="*/ 18 w 18"/>
                <a:gd name="T5" fmla="*/ 16 h 16"/>
                <a:gd name="T6" fmla="*/ 18 w 18"/>
                <a:gd name="T7" fmla="*/ 16 h 16"/>
                <a:gd name="T8" fmla="*/ 17 w 18"/>
                <a:gd name="T9" fmla="*/ 16 h 16"/>
                <a:gd name="T10" fmla="*/ 15 w 18"/>
                <a:gd name="T11" fmla="*/ 14 h 16"/>
                <a:gd name="T12" fmla="*/ 12 w 18"/>
                <a:gd name="T13" fmla="*/ 10 h 16"/>
                <a:gd name="T14" fmla="*/ 17 w 18"/>
                <a:gd name="T15" fmla="*/ 5 h 16"/>
                <a:gd name="T16" fmla="*/ 16 w 18"/>
                <a:gd name="T17" fmla="*/ 3 h 16"/>
                <a:gd name="T18" fmla="*/ 15 w 18"/>
                <a:gd name="T19" fmla="*/ 1 h 16"/>
                <a:gd name="T20" fmla="*/ 13 w 18"/>
                <a:gd name="T21" fmla="*/ 0 h 16"/>
                <a:gd name="T22" fmla="*/ 10 w 18"/>
                <a:gd name="T23" fmla="*/ 0 h 16"/>
                <a:gd name="T24" fmla="*/ 0 w 18"/>
                <a:gd name="T25" fmla="*/ 0 h 16"/>
                <a:gd name="T26" fmla="*/ 0 w 18"/>
                <a:gd name="T27" fmla="*/ 1 h 16"/>
                <a:gd name="T28" fmla="*/ 1 w 18"/>
                <a:gd name="T29" fmla="*/ 1 h 16"/>
                <a:gd name="T30" fmla="*/ 1 w 18"/>
                <a:gd name="T31" fmla="*/ 1 h 16"/>
                <a:gd name="T32" fmla="*/ 1 w 18"/>
                <a:gd name="T33" fmla="*/ 15 h 16"/>
                <a:gd name="T34" fmla="*/ 1 w 18"/>
                <a:gd name="T35" fmla="*/ 16 h 16"/>
                <a:gd name="T36" fmla="*/ 0 w 18"/>
                <a:gd name="T37" fmla="*/ 16 h 16"/>
                <a:gd name="T38" fmla="*/ 0 w 18"/>
                <a:gd name="T39" fmla="*/ 16 h 16"/>
                <a:gd name="T40" fmla="*/ 5 w 18"/>
                <a:gd name="T41" fmla="*/ 16 h 16"/>
                <a:gd name="T42" fmla="*/ 5 w 18"/>
                <a:gd name="T43" fmla="*/ 16 h 16"/>
                <a:gd name="T44" fmla="*/ 4 w 18"/>
                <a:gd name="T45" fmla="*/ 16 h 16"/>
                <a:gd name="T46" fmla="*/ 4 w 18"/>
                <a:gd name="T47" fmla="*/ 15 h 16"/>
                <a:gd name="T48" fmla="*/ 4 w 18"/>
                <a:gd name="T49" fmla="*/ 10 h 16"/>
                <a:gd name="T50" fmla="*/ 9 w 18"/>
                <a:gd name="T51" fmla="*/ 10 h 16"/>
                <a:gd name="T52" fmla="*/ 12 w 18"/>
                <a:gd name="T53" fmla="*/ 14 h 16"/>
                <a:gd name="T54" fmla="*/ 12 w 18"/>
                <a:gd name="T55" fmla="*/ 16 h 16"/>
                <a:gd name="T56" fmla="*/ 12 w 18"/>
                <a:gd name="T57" fmla="*/ 16 h 16"/>
                <a:gd name="T58" fmla="*/ 11 w 18"/>
                <a:gd name="T59" fmla="*/ 7 h 16"/>
                <a:gd name="T60" fmla="*/ 10 w 18"/>
                <a:gd name="T61" fmla="*/ 7 h 16"/>
                <a:gd name="T62" fmla="*/ 4 w 18"/>
                <a:gd name="T63" fmla="*/ 7 h 16"/>
                <a:gd name="T64" fmla="*/ 4 w 18"/>
                <a:gd name="T65" fmla="*/ 3 h 16"/>
                <a:gd name="T66" fmla="*/ 10 w 18"/>
                <a:gd name="T67" fmla="*/ 3 h 16"/>
                <a:gd name="T68" fmla="*/ 11 w 18"/>
                <a:gd name="T69" fmla="*/ 3 h 16"/>
                <a:gd name="T70" fmla="*/ 12 w 18"/>
                <a:gd name="T71" fmla="*/ 3 h 16"/>
                <a:gd name="T72" fmla="*/ 13 w 18"/>
                <a:gd name="T73" fmla="*/ 5 h 16"/>
                <a:gd name="T74" fmla="*/ 12 w 18"/>
                <a:gd name="T75" fmla="*/ 7 h 16"/>
                <a:gd name="T76" fmla="*/ 11 w 18"/>
                <a:gd name="T77" fmla="*/ 7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 h="16">
                  <a:moveTo>
                    <a:pt x="12" y="16"/>
                  </a:moveTo>
                  <a:cubicBezTo>
                    <a:pt x="12" y="16"/>
                    <a:pt x="12" y="16"/>
                    <a:pt x="12" y="16"/>
                  </a:cubicBezTo>
                  <a:cubicBezTo>
                    <a:pt x="18" y="16"/>
                    <a:pt x="18" y="16"/>
                    <a:pt x="18" y="16"/>
                  </a:cubicBezTo>
                  <a:cubicBezTo>
                    <a:pt x="18" y="16"/>
                    <a:pt x="18" y="16"/>
                    <a:pt x="18" y="16"/>
                  </a:cubicBezTo>
                  <a:cubicBezTo>
                    <a:pt x="17" y="16"/>
                    <a:pt x="17" y="16"/>
                    <a:pt x="17" y="16"/>
                  </a:cubicBezTo>
                  <a:cubicBezTo>
                    <a:pt x="16" y="15"/>
                    <a:pt x="16" y="15"/>
                    <a:pt x="15" y="14"/>
                  </a:cubicBezTo>
                  <a:cubicBezTo>
                    <a:pt x="12" y="10"/>
                    <a:pt x="12" y="10"/>
                    <a:pt x="12" y="10"/>
                  </a:cubicBezTo>
                  <a:cubicBezTo>
                    <a:pt x="15" y="9"/>
                    <a:pt x="17" y="8"/>
                    <a:pt x="17" y="5"/>
                  </a:cubicBezTo>
                  <a:cubicBezTo>
                    <a:pt x="17" y="4"/>
                    <a:pt x="17" y="3"/>
                    <a:pt x="16" y="3"/>
                  </a:cubicBezTo>
                  <a:cubicBezTo>
                    <a:pt x="16" y="2"/>
                    <a:pt x="15" y="2"/>
                    <a:pt x="15" y="1"/>
                  </a:cubicBezTo>
                  <a:cubicBezTo>
                    <a:pt x="14" y="1"/>
                    <a:pt x="14" y="0"/>
                    <a:pt x="13" y="0"/>
                  </a:cubicBezTo>
                  <a:cubicBezTo>
                    <a:pt x="12" y="0"/>
                    <a:pt x="11" y="0"/>
                    <a:pt x="10" y="0"/>
                  </a:cubicBezTo>
                  <a:cubicBezTo>
                    <a:pt x="0" y="0"/>
                    <a:pt x="0" y="0"/>
                    <a:pt x="0" y="0"/>
                  </a:cubicBezTo>
                  <a:cubicBezTo>
                    <a:pt x="0" y="1"/>
                    <a:pt x="0" y="1"/>
                    <a:pt x="0" y="1"/>
                  </a:cubicBezTo>
                  <a:cubicBezTo>
                    <a:pt x="0" y="1"/>
                    <a:pt x="0" y="1"/>
                    <a:pt x="1" y="1"/>
                  </a:cubicBezTo>
                  <a:cubicBezTo>
                    <a:pt x="1" y="1"/>
                    <a:pt x="1" y="1"/>
                    <a:pt x="1" y="1"/>
                  </a:cubicBezTo>
                  <a:cubicBezTo>
                    <a:pt x="1" y="15"/>
                    <a:pt x="1" y="15"/>
                    <a:pt x="1" y="15"/>
                  </a:cubicBezTo>
                  <a:cubicBezTo>
                    <a:pt x="1" y="15"/>
                    <a:pt x="1" y="15"/>
                    <a:pt x="1" y="16"/>
                  </a:cubicBezTo>
                  <a:cubicBezTo>
                    <a:pt x="0" y="16"/>
                    <a:pt x="0" y="16"/>
                    <a:pt x="0" y="16"/>
                  </a:cubicBezTo>
                  <a:cubicBezTo>
                    <a:pt x="0" y="16"/>
                    <a:pt x="0" y="16"/>
                    <a:pt x="0" y="16"/>
                  </a:cubicBezTo>
                  <a:cubicBezTo>
                    <a:pt x="5" y="16"/>
                    <a:pt x="5" y="16"/>
                    <a:pt x="5" y="16"/>
                  </a:cubicBezTo>
                  <a:cubicBezTo>
                    <a:pt x="5" y="16"/>
                    <a:pt x="5" y="16"/>
                    <a:pt x="5" y="16"/>
                  </a:cubicBezTo>
                  <a:cubicBezTo>
                    <a:pt x="5" y="16"/>
                    <a:pt x="4" y="16"/>
                    <a:pt x="4" y="16"/>
                  </a:cubicBezTo>
                  <a:cubicBezTo>
                    <a:pt x="4" y="15"/>
                    <a:pt x="4" y="15"/>
                    <a:pt x="4" y="15"/>
                  </a:cubicBezTo>
                  <a:cubicBezTo>
                    <a:pt x="4" y="10"/>
                    <a:pt x="4" y="10"/>
                    <a:pt x="4" y="10"/>
                  </a:cubicBezTo>
                  <a:cubicBezTo>
                    <a:pt x="9" y="10"/>
                    <a:pt x="9" y="10"/>
                    <a:pt x="9" y="10"/>
                  </a:cubicBezTo>
                  <a:cubicBezTo>
                    <a:pt x="12" y="14"/>
                    <a:pt x="12" y="14"/>
                    <a:pt x="12" y="14"/>
                  </a:cubicBezTo>
                  <a:cubicBezTo>
                    <a:pt x="12" y="15"/>
                    <a:pt x="12" y="15"/>
                    <a:pt x="12" y="16"/>
                  </a:cubicBezTo>
                  <a:cubicBezTo>
                    <a:pt x="12" y="16"/>
                    <a:pt x="12" y="16"/>
                    <a:pt x="12" y="16"/>
                  </a:cubicBezTo>
                  <a:close/>
                  <a:moveTo>
                    <a:pt x="11" y="7"/>
                  </a:moveTo>
                  <a:cubicBezTo>
                    <a:pt x="11" y="7"/>
                    <a:pt x="10" y="7"/>
                    <a:pt x="10" y="7"/>
                  </a:cubicBezTo>
                  <a:cubicBezTo>
                    <a:pt x="4" y="7"/>
                    <a:pt x="4" y="7"/>
                    <a:pt x="4" y="7"/>
                  </a:cubicBezTo>
                  <a:cubicBezTo>
                    <a:pt x="4" y="3"/>
                    <a:pt x="4" y="3"/>
                    <a:pt x="4" y="3"/>
                  </a:cubicBezTo>
                  <a:cubicBezTo>
                    <a:pt x="10" y="3"/>
                    <a:pt x="10" y="3"/>
                    <a:pt x="10" y="3"/>
                  </a:cubicBezTo>
                  <a:cubicBezTo>
                    <a:pt x="10" y="3"/>
                    <a:pt x="11" y="3"/>
                    <a:pt x="11" y="3"/>
                  </a:cubicBezTo>
                  <a:cubicBezTo>
                    <a:pt x="12" y="3"/>
                    <a:pt x="12" y="3"/>
                    <a:pt x="12" y="3"/>
                  </a:cubicBezTo>
                  <a:cubicBezTo>
                    <a:pt x="13" y="3"/>
                    <a:pt x="13" y="4"/>
                    <a:pt x="13" y="5"/>
                  </a:cubicBezTo>
                  <a:cubicBezTo>
                    <a:pt x="13" y="6"/>
                    <a:pt x="13" y="6"/>
                    <a:pt x="12" y="7"/>
                  </a:cubicBezTo>
                  <a:cubicBezTo>
                    <a:pt x="12" y="7"/>
                    <a:pt x="12" y="7"/>
                    <a:pt x="1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240"/>
            <p:cNvSpPr>
              <a:spLocks/>
            </p:cNvSpPr>
            <p:nvPr/>
          </p:nvSpPr>
          <p:spPr bwMode="auto">
            <a:xfrm>
              <a:off x="4513263" y="1492250"/>
              <a:ext cx="28575" cy="22225"/>
            </a:xfrm>
            <a:custGeom>
              <a:avLst/>
              <a:gdLst>
                <a:gd name="T0" fmla="*/ 20 w 21"/>
                <a:gd name="T1" fmla="*/ 1 h 16"/>
                <a:gd name="T2" fmla="*/ 21 w 21"/>
                <a:gd name="T3" fmla="*/ 1 h 16"/>
                <a:gd name="T4" fmla="*/ 21 w 21"/>
                <a:gd name="T5" fmla="*/ 0 h 16"/>
                <a:gd name="T6" fmla="*/ 15 w 21"/>
                <a:gd name="T7" fmla="*/ 0 h 16"/>
                <a:gd name="T8" fmla="*/ 15 w 21"/>
                <a:gd name="T9" fmla="*/ 1 h 16"/>
                <a:gd name="T10" fmla="*/ 15 w 21"/>
                <a:gd name="T11" fmla="*/ 1 h 16"/>
                <a:gd name="T12" fmla="*/ 15 w 21"/>
                <a:gd name="T13" fmla="*/ 2 h 16"/>
                <a:gd name="T14" fmla="*/ 11 w 21"/>
                <a:gd name="T15" fmla="*/ 10 h 16"/>
                <a:gd name="T16" fmla="*/ 6 w 21"/>
                <a:gd name="T17" fmla="*/ 2 h 16"/>
                <a:gd name="T18" fmla="*/ 6 w 21"/>
                <a:gd name="T19" fmla="*/ 1 h 16"/>
                <a:gd name="T20" fmla="*/ 7 w 21"/>
                <a:gd name="T21" fmla="*/ 1 h 16"/>
                <a:gd name="T22" fmla="*/ 7 w 21"/>
                <a:gd name="T23" fmla="*/ 0 h 16"/>
                <a:gd name="T24" fmla="*/ 0 w 21"/>
                <a:gd name="T25" fmla="*/ 0 h 16"/>
                <a:gd name="T26" fmla="*/ 0 w 21"/>
                <a:gd name="T27" fmla="*/ 1 h 16"/>
                <a:gd name="T28" fmla="*/ 1 w 21"/>
                <a:gd name="T29" fmla="*/ 1 h 16"/>
                <a:gd name="T30" fmla="*/ 1 w 21"/>
                <a:gd name="T31" fmla="*/ 1 h 16"/>
                <a:gd name="T32" fmla="*/ 1 w 21"/>
                <a:gd name="T33" fmla="*/ 15 h 16"/>
                <a:gd name="T34" fmla="*/ 1 w 21"/>
                <a:gd name="T35" fmla="*/ 16 h 16"/>
                <a:gd name="T36" fmla="*/ 0 w 21"/>
                <a:gd name="T37" fmla="*/ 16 h 16"/>
                <a:gd name="T38" fmla="*/ 0 w 21"/>
                <a:gd name="T39" fmla="*/ 16 h 16"/>
                <a:gd name="T40" fmla="*/ 5 w 21"/>
                <a:gd name="T41" fmla="*/ 16 h 16"/>
                <a:gd name="T42" fmla="*/ 5 w 21"/>
                <a:gd name="T43" fmla="*/ 16 h 16"/>
                <a:gd name="T44" fmla="*/ 4 w 21"/>
                <a:gd name="T45" fmla="*/ 16 h 16"/>
                <a:gd name="T46" fmla="*/ 4 w 21"/>
                <a:gd name="T47" fmla="*/ 15 h 16"/>
                <a:gd name="T48" fmla="*/ 4 w 21"/>
                <a:gd name="T49" fmla="*/ 5 h 16"/>
                <a:gd name="T50" fmla="*/ 10 w 21"/>
                <a:gd name="T51" fmla="*/ 16 h 16"/>
                <a:gd name="T52" fmla="*/ 17 w 21"/>
                <a:gd name="T53" fmla="*/ 5 h 16"/>
                <a:gd name="T54" fmla="*/ 17 w 21"/>
                <a:gd name="T55" fmla="*/ 15 h 16"/>
                <a:gd name="T56" fmla="*/ 16 w 21"/>
                <a:gd name="T57" fmla="*/ 16 h 16"/>
                <a:gd name="T58" fmla="*/ 16 w 21"/>
                <a:gd name="T59" fmla="*/ 16 h 16"/>
                <a:gd name="T60" fmla="*/ 16 w 21"/>
                <a:gd name="T61" fmla="*/ 16 h 16"/>
                <a:gd name="T62" fmla="*/ 21 w 21"/>
                <a:gd name="T63" fmla="*/ 16 h 16"/>
                <a:gd name="T64" fmla="*/ 21 w 21"/>
                <a:gd name="T65" fmla="*/ 16 h 16"/>
                <a:gd name="T66" fmla="*/ 20 w 21"/>
                <a:gd name="T67" fmla="*/ 16 h 16"/>
                <a:gd name="T68" fmla="*/ 20 w 21"/>
                <a:gd name="T69" fmla="*/ 15 h 16"/>
                <a:gd name="T70" fmla="*/ 20 w 21"/>
                <a:gd name="T71" fmla="*/ 1 h 16"/>
                <a:gd name="T72" fmla="*/ 20 w 21"/>
                <a:gd name="T73"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16">
                  <a:moveTo>
                    <a:pt x="20" y="1"/>
                  </a:moveTo>
                  <a:cubicBezTo>
                    <a:pt x="20" y="1"/>
                    <a:pt x="21" y="1"/>
                    <a:pt x="21" y="1"/>
                  </a:cubicBezTo>
                  <a:cubicBezTo>
                    <a:pt x="21" y="0"/>
                    <a:pt x="21" y="0"/>
                    <a:pt x="21" y="0"/>
                  </a:cubicBezTo>
                  <a:cubicBezTo>
                    <a:pt x="15" y="0"/>
                    <a:pt x="15" y="0"/>
                    <a:pt x="15" y="0"/>
                  </a:cubicBezTo>
                  <a:cubicBezTo>
                    <a:pt x="15" y="1"/>
                    <a:pt x="15" y="1"/>
                    <a:pt x="15" y="1"/>
                  </a:cubicBezTo>
                  <a:cubicBezTo>
                    <a:pt x="15" y="1"/>
                    <a:pt x="15" y="1"/>
                    <a:pt x="15" y="1"/>
                  </a:cubicBezTo>
                  <a:cubicBezTo>
                    <a:pt x="15" y="1"/>
                    <a:pt x="15" y="1"/>
                    <a:pt x="15" y="2"/>
                  </a:cubicBezTo>
                  <a:cubicBezTo>
                    <a:pt x="11" y="10"/>
                    <a:pt x="11" y="10"/>
                    <a:pt x="11" y="10"/>
                  </a:cubicBezTo>
                  <a:cubicBezTo>
                    <a:pt x="6" y="2"/>
                    <a:pt x="6" y="2"/>
                    <a:pt x="6" y="2"/>
                  </a:cubicBezTo>
                  <a:cubicBezTo>
                    <a:pt x="6" y="2"/>
                    <a:pt x="6" y="1"/>
                    <a:pt x="6" y="1"/>
                  </a:cubicBezTo>
                  <a:cubicBezTo>
                    <a:pt x="6" y="1"/>
                    <a:pt x="6" y="1"/>
                    <a:pt x="7" y="1"/>
                  </a:cubicBezTo>
                  <a:cubicBezTo>
                    <a:pt x="7" y="0"/>
                    <a:pt x="7" y="0"/>
                    <a:pt x="7" y="0"/>
                  </a:cubicBezTo>
                  <a:cubicBezTo>
                    <a:pt x="0" y="0"/>
                    <a:pt x="0" y="0"/>
                    <a:pt x="0" y="0"/>
                  </a:cubicBezTo>
                  <a:cubicBezTo>
                    <a:pt x="0" y="1"/>
                    <a:pt x="0" y="1"/>
                    <a:pt x="0" y="1"/>
                  </a:cubicBezTo>
                  <a:cubicBezTo>
                    <a:pt x="1" y="1"/>
                    <a:pt x="1" y="1"/>
                    <a:pt x="1" y="1"/>
                  </a:cubicBezTo>
                  <a:cubicBezTo>
                    <a:pt x="1" y="1"/>
                    <a:pt x="1" y="1"/>
                    <a:pt x="1" y="1"/>
                  </a:cubicBezTo>
                  <a:cubicBezTo>
                    <a:pt x="1" y="15"/>
                    <a:pt x="1" y="15"/>
                    <a:pt x="1" y="15"/>
                  </a:cubicBezTo>
                  <a:cubicBezTo>
                    <a:pt x="1" y="15"/>
                    <a:pt x="1" y="15"/>
                    <a:pt x="1" y="16"/>
                  </a:cubicBezTo>
                  <a:cubicBezTo>
                    <a:pt x="1" y="16"/>
                    <a:pt x="1" y="16"/>
                    <a:pt x="0" y="16"/>
                  </a:cubicBezTo>
                  <a:cubicBezTo>
                    <a:pt x="0" y="16"/>
                    <a:pt x="0" y="16"/>
                    <a:pt x="0" y="16"/>
                  </a:cubicBezTo>
                  <a:cubicBezTo>
                    <a:pt x="5" y="16"/>
                    <a:pt x="5" y="16"/>
                    <a:pt x="5" y="16"/>
                  </a:cubicBezTo>
                  <a:cubicBezTo>
                    <a:pt x="5" y="16"/>
                    <a:pt x="5" y="16"/>
                    <a:pt x="5" y="16"/>
                  </a:cubicBezTo>
                  <a:cubicBezTo>
                    <a:pt x="5" y="16"/>
                    <a:pt x="5" y="16"/>
                    <a:pt x="4" y="16"/>
                  </a:cubicBezTo>
                  <a:cubicBezTo>
                    <a:pt x="4" y="15"/>
                    <a:pt x="4" y="15"/>
                    <a:pt x="4" y="15"/>
                  </a:cubicBezTo>
                  <a:cubicBezTo>
                    <a:pt x="4" y="5"/>
                    <a:pt x="4" y="5"/>
                    <a:pt x="4" y="5"/>
                  </a:cubicBezTo>
                  <a:cubicBezTo>
                    <a:pt x="10" y="16"/>
                    <a:pt x="10" y="16"/>
                    <a:pt x="10" y="16"/>
                  </a:cubicBezTo>
                  <a:cubicBezTo>
                    <a:pt x="17" y="5"/>
                    <a:pt x="17" y="5"/>
                    <a:pt x="17" y="5"/>
                  </a:cubicBezTo>
                  <a:cubicBezTo>
                    <a:pt x="17" y="15"/>
                    <a:pt x="17" y="15"/>
                    <a:pt x="17" y="15"/>
                  </a:cubicBezTo>
                  <a:cubicBezTo>
                    <a:pt x="17" y="15"/>
                    <a:pt x="17" y="15"/>
                    <a:pt x="16" y="16"/>
                  </a:cubicBezTo>
                  <a:cubicBezTo>
                    <a:pt x="16" y="16"/>
                    <a:pt x="16" y="16"/>
                    <a:pt x="16" y="16"/>
                  </a:cubicBezTo>
                  <a:cubicBezTo>
                    <a:pt x="16" y="16"/>
                    <a:pt x="16" y="16"/>
                    <a:pt x="16" y="16"/>
                  </a:cubicBezTo>
                  <a:cubicBezTo>
                    <a:pt x="21" y="16"/>
                    <a:pt x="21" y="16"/>
                    <a:pt x="21" y="16"/>
                  </a:cubicBezTo>
                  <a:cubicBezTo>
                    <a:pt x="21" y="16"/>
                    <a:pt x="21" y="16"/>
                    <a:pt x="21" y="16"/>
                  </a:cubicBezTo>
                  <a:cubicBezTo>
                    <a:pt x="21" y="16"/>
                    <a:pt x="20" y="16"/>
                    <a:pt x="20" y="16"/>
                  </a:cubicBezTo>
                  <a:cubicBezTo>
                    <a:pt x="20" y="15"/>
                    <a:pt x="20" y="15"/>
                    <a:pt x="20" y="15"/>
                  </a:cubicBezTo>
                  <a:cubicBezTo>
                    <a:pt x="20" y="1"/>
                    <a:pt x="20" y="1"/>
                    <a:pt x="20" y="1"/>
                  </a:cubicBezTo>
                  <a:cubicBezTo>
                    <a:pt x="20" y="1"/>
                    <a:pt x="20" y="1"/>
                    <a:pt x="2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241"/>
            <p:cNvSpPr>
              <a:spLocks/>
            </p:cNvSpPr>
            <p:nvPr/>
          </p:nvSpPr>
          <p:spPr bwMode="auto">
            <a:xfrm>
              <a:off x="4587875" y="1492250"/>
              <a:ext cx="6350" cy="22225"/>
            </a:xfrm>
            <a:custGeom>
              <a:avLst/>
              <a:gdLst>
                <a:gd name="T0" fmla="*/ 4 w 5"/>
                <a:gd name="T1" fmla="*/ 1 h 16"/>
                <a:gd name="T2" fmla="*/ 5 w 5"/>
                <a:gd name="T3" fmla="*/ 1 h 16"/>
                <a:gd name="T4" fmla="*/ 5 w 5"/>
                <a:gd name="T5" fmla="*/ 0 h 16"/>
                <a:gd name="T6" fmla="*/ 0 w 5"/>
                <a:gd name="T7" fmla="*/ 0 h 16"/>
                <a:gd name="T8" fmla="*/ 0 w 5"/>
                <a:gd name="T9" fmla="*/ 1 h 16"/>
                <a:gd name="T10" fmla="*/ 0 w 5"/>
                <a:gd name="T11" fmla="*/ 1 h 16"/>
                <a:gd name="T12" fmla="*/ 0 w 5"/>
                <a:gd name="T13" fmla="*/ 1 h 16"/>
                <a:gd name="T14" fmla="*/ 0 w 5"/>
                <a:gd name="T15" fmla="*/ 15 h 16"/>
                <a:gd name="T16" fmla="*/ 0 w 5"/>
                <a:gd name="T17" fmla="*/ 16 h 16"/>
                <a:gd name="T18" fmla="*/ 0 w 5"/>
                <a:gd name="T19" fmla="*/ 16 h 16"/>
                <a:gd name="T20" fmla="*/ 0 w 5"/>
                <a:gd name="T21" fmla="*/ 16 h 16"/>
                <a:gd name="T22" fmla="*/ 5 w 5"/>
                <a:gd name="T23" fmla="*/ 16 h 16"/>
                <a:gd name="T24" fmla="*/ 5 w 5"/>
                <a:gd name="T25" fmla="*/ 16 h 16"/>
                <a:gd name="T26" fmla="*/ 4 w 5"/>
                <a:gd name="T27" fmla="*/ 16 h 16"/>
                <a:gd name="T28" fmla="*/ 4 w 5"/>
                <a:gd name="T29" fmla="*/ 15 h 16"/>
                <a:gd name="T30" fmla="*/ 4 w 5"/>
                <a:gd name="T31" fmla="*/ 1 h 16"/>
                <a:gd name="T32" fmla="*/ 4 w 5"/>
                <a:gd name="T33"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16">
                  <a:moveTo>
                    <a:pt x="4" y="1"/>
                  </a:moveTo>
                  <a:cubicBezTo>
                    <a:pt x="4" y="1"/>
                    <a:pt x="4" y="1"/>
                    <a:pt x="5" y="1"/>
                  </a:cubicBezTo>
                  <a:cubicBezTo>
                    <a:pt x="5" y="0"/>
                    <a:pt x="5" y="0"/>
                    <a:pt x="5" y="0"/>
                  </a:cubicBezTo>
                  <a:cubicBezTo>
                    <a:pt x="0" y="0"/>
                    <a:pt x="0" y="0"/>
                    <a:pt x="0" y="0"/>
                  </a:cubicBezTo>
                  <a:cubicBezTo>
                    <a:pt x="0" y="1"/>
                    <a:pt x="0" y="1"/>
                    <a:pt x="0" y="1"/>
                  </a:cubicBezTo>
                  <a:cubicBezTo>
                    <a:pt x="0" y="1"/>
                    <a:pt x="0" y="1"/>
                    <a:pt x="0" y="1"/>
                  </a:cubicBezTo>
                  <a:cubicBezTo>
                    <a:pt x="0" y="1"/>
                    <a:pt x="0" y="1"/>
                    <a:pt x="0" y="1"/>
                  </a:cubicBezTo>
                  <a:cubicBezTo>
                    <a:pt x="0" y="15"/>
                    <a:pt x="0" y="15"/>
                    <a:pt x="0" y="15"/>
                  </a:cubicBezTo>
                  <a:cubicBezTo>
                    <a:pt x="0" y="15"/>
                    <a:pt x="0" y="15"/>
                    <a:pt x="0" y="16"/>
                  </a:cubicBezTo>
                  <a:cubicBezTo>
                    <a:pt x="0" y="16"/>
                    <a:pt x="0" y="16"/>
                    <a:pt x="0" y="16"/>
                  </a:cubicBezTo>
                  <a:cubicBezTo>
                    <a:pt x="0" y="16"/>
                    <a:pt x="0" y="16"/>
                    <a:pt x="0" y="16"/>
                  </a:cubicBezTo>
                  <a:cubicBezTo>
                    <a:pt x="5" y="16"/>
                    <a:pt x="5" y="16"/>
                    <a:pt x="5" y="16"/>
                  </a:cubicBezTo>
                  <a:cubicBezTo>
                    <a:pt x="5" y="16"/>
                    <a:pt x="5" y="16"/>
                    <a:pt x="5" y="16"/>
                  </a:cubicBezTo>
                  <a:cubicBezTo>
                    <a:pt x="4" y="16"/>
                    <a:pt x="4" y="16"/>
                    <a:pt x="4" y="16"/>
                  </a:cubicBezTo>
                  <a:cubicBezTo>
                    <a:pt x="4" y="15"/>
                    <a:pt x="4" y="15"/>
                    <a:pt x="4" y="15"/>
                  </a:cubicBezTo>
                  <a:cubicBezTo>
                    <a:pt x="4" y="1"/>
                    <a:pt x="4" y="1"/>
                    <a:pt x="4" y="1"/>
                  </a:cubicBezTo>
                  <a:cubicBezTo>
                    <a:pt x="4" y="1"/>
                    <a:pt x="4" y="1"/>
                    <a:pt x="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242"/>
            <p:cNvSpPr>
              <a:spLocks noEditPoints="1"/>
            </p:cNvSpPr>
            <p:nvPr/>
          </p:nvSpPr>
          <p:spPr bwMode="auto">
            <a:xfrm>
              <a:off x="4640263" y="1492250"/>
              <a:ext cx="23813" cy="25400"/>
            </a:xfrm>
            <a:custGeom>
              <a:avLst/>
              <a:gdLst>
                <a:gd name="T0" fmla="*/ 18 w 19"/>
                <a:gd name="T1" fmla="*/ 5 h 19"/>
                <a:gd name="T2" fmla="*/ 16 w 19"/>
                <a:gd name="T3" fmla="*/ 2 h 19"/>
                <a:gd name="T4" fmla="*/ 10 w 19"/>
                <a:gd name="T5" fmla="*/ 0 h 19"/>
                <a:gd name="T6" fmla="*/ 2 w 19"/>
                <a:gd name="T7" fmla="*/ 4 h 19"/>
                <a:gd name="T8" fmla="*/ 0 w 19"/>
                <a:gd name="T9" fmla="*/ 8 h 19"/>
                <a:gd name="T10" fmla="*/ 1 w 19"/>
                <a:gd name="T11" fmla="*/ 11 h 19"/>
                <a:gd name="T12" fmla="*/ 3 w 19"/>
                <a:gd name="T13" fmla="*/ 14 h 19"/>
                <a:gd name="T14" fmla="*/ 10 w 19"/>
                <a:gd name="T15" fmla="*/ 17 h 19"/>
                <a:gd name="T16" fmla="*/ 14 w 19"/>
                <a:gd name="T17" fmla="*/ 16 h 19"/>
                <a:gd name="T18" fmla="*/ 15 w 19"/>
                <a:gd name="T19" fmla="*/ 18 h 19"/>
                <a:gd name="T20" fmla="*/ 16 w 19"/>
                <a:gd name="T21" fmla="*/ 19 h 19"/>
                <a:gd name="T22" fmla="*/ 16 w 19"/>
                <a:gd name="T23" fmla="*/ 19 h 19"/>
                <a:gd name="T24" fmla="*/ 16 w 19"/>
                <a:gd name="T25" fmla="*/ 19 h 19"/>
                <a:gd name="T26" fmla="*/ 19 w 19"/>
                <a:gd name="T27" fmla="*/ 16 h 19"/>
                <a:gd name="T28" fmla="*/ 19 w 19"/>
                <a:gd name="T29" fmla="*/ 16 h 19"/>
                <a:gd name="T30" fmla="*/ 19 w 19"/>
                <a:gd name="T31" fmla="*/ 16 h 19"/>
                <a:gd name="T32" fmla="*/ 18 w 19"/>
                <a:gd name="T33" fmla="*/ 16 h 19"/>
                <a:gd name="T34" fmla="*/ 18 w 19"/>
                <a:gd name="T35" fmla="*/ 16 h 19"/>
                <a:gd name="T36" fmla="*/ 16 w 19"/>
                <a:gd name="T37" fmla="*/ 14 h 19"/>
                <a:gd name="T38" fmla="*/ 19 w 19"/>
                <a:gd name="T39" fmla="*/ 8 h 19"/>
                <a:gd name="T40" fmla="*/ 18 w 19"/>
                <a:gd name="T41" fmla="*/ 5 h 19"/>
                <a:gd name="T42" fmla="*/ 14 w 19"/>
                <a:gd name="T43" fmla="*/ 12 h 19"/>
                <a:gd name="T44" fmla="*/ 12 w 19"/>
                <a:gd name="T45" fmla="*/ 11 h 19"/>
                <a:gd name="T46" fmla="*/ 11 w 19"/>
                <a:gd name="T47" fmla="*/ 10 h 19"/>
                <a:gd name="T48" fmla="*/ 9 w 19"/>
                <a:gd name="T49" fmla="*/ 11 h 19"/>
                <a:gd name="T50" fmla="*/ 9 w 19"/>
                <a:gd name="T51" fmla="*/ 11 h 19"/>
                <a:gd name="T52" fmla="*/ 12 w 19"/>
                <a:gd name="T53" fmla="*/ 13 h 19"/>
                <a:gd name="T54" fmla="*/ 12 w 19"/>
                <a:gd name="T55" fmla="*/ 13 h 19"/>
                <a:gd name="T56" fmla="*/ 10 w 19"/>
                <a:gd name="T57" fmla="*/ 14 h 19"/>
                <a:gd name="T58" fmla="*/ 6 w 19"/>
                <a:gd name="T59" fmla="*/ 12 h 19"/>
                <a:gd name="T60" fmla="*/ 4 w 19"/>
                <a:gd name="T61" fmla="*/ 8 h 19"/>
                <a:gd name="T62" fmla="*/ 6 w 19"/>
                <a:gd name="T63" fmla="*/ 4 h 19"/>
                <a:gd name="T64" fmla="*/ 10 w 19"/>
                <a:gd name="T65" fmla="*/ 3 h 19"/>
                <a:gd name="T66" fmla="*/ 14 w 19"/>
                <a:gd name="T67" fmla="*/ 4 h 19"/>
                <a:gd name="T68" fmla="*/ 15 w 19"/>
                <a:gd name="T69" fmla="*/ 8 h 19"/>
                <a:gd name="T70" fmla="*/ 14 w 19"/>
                <a:gd name="T71"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 h="19">
                  <a:moveTo>
                    <a:pt x="18" y="5"/>
                  </a:moveTo>
                  <a:cubicBezTo>
                    <a:pt x="18" y="4"/>
                    <a:pt x="17" y="3"/>
                    <a:pt x="16" y="2"/>
                  </a:cubicBezTo>
                  <a:cubicBezTo>
                    <a:pt x="15" y="1"/>
                    <a:pt x="13" y="0"/>
                    <a:pt x="10" y="0"/>
                  </a:cubicBezTo>
                  <a:cubicBezTo>
                    <a:pt x="6" y="0"/>
                    <a:pt x="3" y="1"/>
                    <a:pt x="2" y="4"/>
                  </a:cubicBezTo>
                  <a:cubicBezTo>
                    <a:pt x="1" y="5"/>
                    <a:pt x="0" y="7"/>
                    <a:pt x="0" y="8"/>
                  </a:cubicBezTo>
                  <a:cubicBezTo>
                    <a:pt x="0" y="9"/>
                    <a:pt x="1" y="10"/>
                    <a:pt x="1" y="11"/>
                  </a:cubicBezTo>
                  <a:cubicBezTo>
                    <a:pt x="1" y="13"/>
                    <a:pt x="2" y="13"/>
                    <a:pt x="3" y="14"/>
                  </a:cubicBezTo>
                  <a:cubicBezTo>
                    <a:pt x="5" y="16"/>
                    <a:pt x="7" y="17"/>
                    <a:pt x="10" y="17"/>
                  </a:cubicBezTo>
                  <a:cubicBezTo>
                    <a:pt x="11" y="17"/>
                    <a:pt x="13" y="16"/>
                    <a:pt x="14" y="16"/>
                  </a:cubicBezTo>
                  <a:cubicBezTo>
                    <a:pt x="15" y="18"/>
                    <a:pt x="15" y="18"/>
                    <a:pt x="15" y="18"/>
                  </a:cubicBezTo>
                  <a:cubicBezTo>
                    <a:pt x="16" y="18"/>
                    <a:pt x="16" y="18"/>
                    <a:pt x="16" y="19"/>
                  </a:cubicBezTo>
                  <a:cubicBezTo>
                    <a:pt x="16" y="19"/>
                    <a:pt x="16" y="19"/>
                    <a:pt x="16" y="19"/>
                  </a:cubicBezTo>
                  <a:cubicBezTo>
                    <a:pt x="16" y="19"/>
                    <a:pt x="16" y="19"/>
                    <a:pt x="16" y="19"/>
                  </a:cubicBezTo>
                  <a:cubicBezTo>
                    <a:pt x="19" y="16"/>
                    <a:pt x="19" y="16"/>
                    <a:pt x="19" y="16"/>
                  </a:cubicBezTo>
                  <a:cubicBezTo>
                    <a:pt x="19" y="16"/>
                    <a:pt x="19" y="16"/>
                    <a:pt x="19" y="16"/>
                  </a:cubicBezTo>
                  <a:cubicBezTo>
                    <a:pt x="19" y="16"/>
                    <a:pt x="19" y="16"/>
                    <a:pt x="19" y="16"/>
                  </a:cubicBezTo>
                  <a:cubicBezTo>
                    <a:pt x="19" y="16"/>
                    <a:pt x="18" y="16"/>
                    <a:pt x="18" y="16"/>
                  </a:cubicBezTo>
                  <a:cubicBezTo>
                    <a:pt x="18" y="16"/>
                    <a:pt x="18" y="16"/>
                    <a:pt x="18" y="16"/>
                  </a:cubicBezTo>
                  <a:cubicBezTo>
                    <a:pt x="16" y="14"/>
                    <a:pt x="16" y="14"/>
                    <a:pt x="16" y="14"/>
                  </a:cubicBezTo>
                  <a:cubicBezTo>
                    <a:pt x="18" y="13"/>
                    <a:pt x="19" y="11"/>
                    <a:pt x="19" y="8"/>
                  </a:cubicBezTo>
                  <a:cubicBezTo>
                    <a:pt x="19" y="7"/>
                    <a:pt x="19" y="6"/>
                    <a:pt x="18" y="5"/>
                  </a:cubicBezTo>
                  <a:close/>
                  <a:moveTo>
                    <a:pt x="14" y="12"/>
                  </a:moveTo>
                  <a:cubicBezTo>
                    <a:pt x="13" y="11"/>
                    <a:pt x="13" y="11"/>
                    <a:pt x="12" y="11"/>
                  </a:cubicBezTo>
                  <a:cubicBezTo>
                    <a:pt x="12" y="10"/>
                    <a:pt x="11" y="10"/>
                    <a:pt x="11" y="10"/>
                  </a:cubicBezTo>
                  <a:cubicBezTo>
                    <a:pt x="10" y="10"/>
                    <a:pt x="9" y="10"/>
                    <a:pt x="9" y="11"/>
                  </a:cubicBezTo>
                  <a:cubicBezTo>
                    <a:pt x="9" y="11"/>
                    <a:pt x="9" y="11"/>
                    <a:pt x="9" y="11"/>
                  </a:cubicBezTo>
                  <a:cubicBezTo>
                    <a:pt x="10" y="11"/>
                    <a:pt x="11" y="12"/>
                    <a:pt x="12" y="13"/>
                  </a:cubicBezTo>
                  <a:cubicBezTo>
                    <a:pt x="12" y="13"/>
                    <a:pt x="12" y="13"/>
                    <a:pt x="12" y="13"/>
                  </a:cubicBezTo>
                  <a:cubicBezTo>
                    <a:pt x="11" y="14"/>
                    <a:pt x="10" y="14"/>
                    <a:pt x="10" y="14"/>
                  </a:cubicBezTo>
                  <a:cubicBezTo>
                    <a:pt x="8" y="14"/>
                    <a:pt x="7" y="13"/>
                    <a:pt x="6" y="12"/>
                  </a:cubicBezTo>
                  <a:cubicBezTo>
                    <a:pt x="5" y="11"/>
                    <a:pt x="4" y="10"/>
                    <a:pt x="4" y="8"/>
                  </a:cubicBezTo>
                  <a:cubicBezTo>
                    <a:pt x="4" y="6"/>
                    <a:pt x="5" y="5"/>
                    <a:pt x="6" y="4"/>
                  </a:cubicBezTo>
                  <a:cubicBezTo>
                    <a:pt x="7" y="3"/>
                    <a:pt x="8" y="3"/>
                    <a:pt x="10" y="3"/>
                  </a:cubicBezTo>
                  <a:cubicBezTo>
                    <a:pt x="11" y="3"/>
                    <a:pt x="13" y="3"/>
                    <a:pt x="14" y="4"/>
                  </a:cubicBezTo>
                  <a:cubicBezTo>
                    <a:pt x="15" y="5"/>
                    <a:pt x="15" y="6"/>
                    <a:pt x="15" y="8"/>
                  </a:cubicBezTo>
                  <a:cubicBezTo>
                    <a:pt x="15" y="10"/>
                    <a:pt x="15" y="11"/>
                    <a:pt x="1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243"/>
            <p:cNvSpPr>
              <a:spLocks/>
            </p:cNvSpPr>
            <p:nvPr/>
          </p:nvSpPr>
          <p:spPr bwMode="auto">
            <a:xfrm>
              <a:off x="4378325" y="1401763"/>
              <a:ext cx="26988" cy="26987"/>
            </a:xfrm>
            <a:custGeom>
              <a:avLst/>
              <a:gdLst>
                <a:gd name="T0" fmla="*/ 18 w 21"/>
                <a:gd name="T1" fmla="*/ 7 h 22"/>
                <a:gd name="T2" fmla="*/ 21 w 21"/>
                <a:gd name="T3" fmla="*/ 2 h 22"/>
                <a:gd name="T4" fmla="*/ 20 w 21"/>
                <a:gd name="T5" fmla="*/ 2 h 22"/>
                <a:gd name="T6" fmla="*/ 20 w 21"/>
                <a:gd name="T7" fmla="*/ 2 h 22"/>
                <a:gd name="T8" fmla="*/ 18 w 21"/>
                <a:gd name="T9" fmla="*/ 2 h 22"/>
                <a:gd name="T10" fmla="*/ 14 w 21"/>
                <a:gd name="T11" fmla="*/ 0 h 22"/>
                <a:gd name="T12" fmla="*/ 10 w 21"/>
                <a:gd name="T13" fmla="*/ 0 h 22"/>
                <a:gd name="T14" fmla="*/ 2 w 21"/>
                <a:gd name="T15" fmla="*/ 2 h 22"/>
                <a:gd name="T16" fmla="*/ 1 w 21"/>
                <a:gd name="T17" fmla="*/ 7 h 22"/>
                <a:gd name="T18" fmla="*/ 1 w 21"/>
                <a:gd name="T19" fmla="*/ 10 h 22"/>
                <a:gd name="T20" fmla="*/ 4 w 21"/>
                <a:gd name="T21" fmla="*/ 12 h 22"/>
                <a:gd name="T22" fmla="*/ 6 w 21"/>
                <a:gd name="T23" fmla="*/ 13 h 22"/>
                <a:gd name="T24" fmla="*/ 9 w 21"/>
                <a:gd name="T25" fmla="*/ 13 h 22"/>
                <a:gd name="T26" fmla="*/ 12 w 21"/>
                <a:gd name="T27" fmla="*/ 13 h 22"/>
                <a:gd name="T28" fmla="*/ 15 w 21"/>
                <a:gd name="T29" fmla="*/ 14 h 22"/>
                <a:gd name="T30" fmla="*/ 16 w 21"/>
                <a:gd name="T31" fmla="*/ 15 h 22"/>
                <a:gd name="T32" fmla="*/ 16 w 21"/>
                <a:gd name="T33" fmla="*/ 17 h 22"/>
                <a:gd name="T34" fmla="*/ 14 w 21"/>
                <a:gd name="T35" fmla="*/ 18 h 22"/>
                <a:gd name="T36" fmla="*/ 11 w 21"/>
                <a:gd name="T37" fmla="*/ 19 h 22"/>
                <a:gd name="T38" fmla="*/ 7 w 21"/>
                <a:gd name="T39" fmla="*/ 18 h 22"/>
                <a:gd name="T40" fmla="*/ 3 w 21"/>
                <a:gd name="T41" fmla="*/ 16 h 22"/>
                <a:gd name="T42" fmla="*/ 3 w 21"/>
                <a:gd name="T43" fmla="*/ 15 h 22"/>
                <a:gd name="T44" fmla="*/ 3 w 21"/>
                <a:gd name="T45" fmla="*/ 15 h 22"/>
                <a:gd name="T46" fmla="*/ 2 w 21"/>
                <a:gd name="T47" fmla="*/ 15 h 22"/>
                <a:gd name="T48" fmla="*/ 0 w 21"/>
                <a:gd name="T49" fmla="*/ 20 h 22"/>
                <a:gd name="T50" fmla="*/ 0 w 21"/>
                <a:gd name="T51" fmla="*/ 20 h 22"/>
                <a:gd name="T52" fmla="*/ 1 w 21"/>
                <a:gd name="T53" fmla="*/ 20 h 22"/>
                <a:gd name="T54" fmla="*/ 2 w 21"/>
                <a:gd name="T55" fmla="*/ 20 h 22"/>
                <a:gd name="T56" fmla="*/ 11 w 21"/>
                <a:gd name="T57" fmla="*/ 22 h 22"/>
                <a:gd name="T58" fmla="*/ 15 w 21"/>
                <a:gd name="T59" fmla="*/ 22 h 22"/>
                <a:gd name="T60" fmla="*/ 19 w 21"/>
                <a:gd name="T61" fmla="*/ 19 h 22"/>
                <a:gd name="T62" fmla="*/ 21 w 21"/>
                <a:gd name="T63" fmla="*/ 15 h 22"/>
                <a:gd name="T64" fmla="*/ 20 w 21"/>
                <a:gd name="T65" fmla="*/ 12 h 22"/>
                <a:gd name="T66" fmla="*/ 18 w 21"/>
                <a:gd name="T67" fmla="*/ 10 h 22"/>
                <a:gd name="T68" fmla="*/ 16 w 21"/>
                <a:gd name="T69" fmla="*/ 9 h 22"/>
                <a:gd name="T70" fmla="*/ 12 w 21"/>
                <a:gd name="T71" fmla="*/ 9 h 22"/>
                <a:gd name="T72" fmla="*/ 10 w 21"/>
                <a:gd name="T73" fmla="*/ 8 h 22"/>
                <a:gd name="T74" fmla="*/ 6 w 21"/>
                <a:gd name="T75" fmla="*/ 8 h 22"/>
                <a:gd name="T76" fmla="*/ 5 w 21"/>
                <a:gd name="T77" fmla="*/ 6 h 22"/>
                <a:gd name="T78" fmla="*/ 6 w 21"/>
                <a:gd name="T79" fmla="*/ 5 h 22"/>
                <a:gd name="T80" fmla="*/ 7 w 21"/>
                <a:gd name="T81" fmla="*/ 4 h 22"/>
                <a:gd name="T82" fmla="*/ 10 w 21"/>
                <a:gd name="T83" fmla="*/ 3 h 22"/>
                <a:gd name="T84" fmla="*/ 17 w 21"/>
                <a:gd name="T85" fmla="*/ 5 h 22"/>
                <a:gd name="T86" fmla="*/ 18 w 21"/>
                <a:gd name="T87" fmla="*/ 6 h 22"/>
                <a:gd name="T88" fmla="*/ 18 w 21"/>
                <a:gd name="T89"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1" h="22">
                  <a:moveTo>
                    <a:pt x="18" y="7"/>
                  </a:moveTo>
                  <a:cubicBezTo>
                    <a:pt x="21" y="2"/>
                    <a:pt x="21" y="2"/>
                    <a:pt x="21" y="2"/>
                  </a:cubicBezTo>
                  <a:cubicBezTo>
                    <a:pt x="20" y="2"/>
                    <a:pt x="20" y="2"/>
                    <a:pt x="20" y="2"/>
                  </a:cubicBezTo>
                  <a:cubicBezTo>
                    <a:pt x="20" y="2"/>
                    <a:pt x="20" y="2"/>
                    <a:pt x="20" y="2"/>
                  </a:cubicBezTo>
                  <a:cubicBezTo>
                    <a:pt x="20" y="2"/>
                    <a:pt x="19" y="2"/>
                    <a:pt x="18" y="2"/>
                  </a:cubicBezTo>
                  <a:cubicBezTo>
                    <a:pt x="17" y="1"/>
                    <a:pt x="15" y="0"/>
                    <a:pt x="14" y="0"/>
                  </a:cubicBezTo>
                  <a:cubicBezTo>
                    <a:pt x="13" y="0"/>
                    <a:pt x="11" y="0"/>
                    <a:pt x="10" y="0"/>
                  </a:cubicBezTo>
                  <a:cubicBezTo>
                    <a:pt x="7" y="0"/>
                    <a:pt x="4" y="0"/>
                    <a:pt x="2" y="2"/>
                  </a:cubicBezTo>
                  <a:cubicBezTo>
                    <a:pt x="1" y="3"/>
                    <a:pt x="1" y="5"/>
                    <a:pt x="1" y="7"/>
                  </a:cubicBezTo>
                  <a:cubicBezTo>
                    <a:pt x="1" y="8"/>
                    <a:pt x="1" y="9"/>
                    <a:pt x="1" y="10"/>
                  </a:cubicBezTo>
                  <a:cubicBezTo>
                    <a:pt x="2" y="11"/>
                    <a:pt x="3" y="11"/>
                    <a:pt x="4" y="12"/>
                  </a:cubicBezTo>
                  <a:cubicBezTo>
                    <a:pt x="4" y="12"/>
                    <a:pt x="5" y="12"/>
                    <a:pt x="6" y="13"/>
                  </a:cubicBezTo>
                  <a:cubicBezTo>
                    <a:pt x="6" y="13"/>
                    <a:pt x="8" y="13"/>
                    <a:pt x="9" y="13"/>
                  </a:cubicBezTo>
                  <a:cubicBezTo>
                    <a:pt x="12" y="13"/>
                    <a:pt x="12" y="13"/>
                    <a:pt x="12" y="13"/>
                  </a:cubicBezTo>
                  <a:cubicBezTo>
                    <a:pt x="13" y="13"/>
                    <a:pt x="14" y="14"/>
                    <a:pt x="15" y="14"/>
                  </a:cubicBezTo>
                  <a:cubicBezTo>
                    <a:pt x="16" y="14"/>
                    <a:pt x="16" y="15"/>
                    <a:pt x="16" y="15"/>
                  </a:cubicBezTo>
                  <a:cubicBezTo>
                    <a:pt x="16" y="16"/>
                    <a:pt x="16" y="16"/>
                    <a:pt x="16" y="17"/>
                  </a:cubicBezTo>
                  <a:cubicBezTo>
                    <a:pt x="15" y="17"/>
                    <a:pt x="15" y="18"/>
                    <a:pt x="14" y="18"/>
                  </a:cubicBezTo>
                  <a:cubicBezTo>
                    <a:pt x="13" y="18"/>
                    <a:pt x="12" y="19"/>
                    <a:pt x="11" y="19"/>
                  </a:cubicBezTo>
                  <a:cubicBezTo>
                    <a:pt x="9" y="19"/>
                    <a:pt x="8" y="18"/>
                    <a:pt x="7" y="18"/>
                  </a:cubicBezTo>
                  <a:cubicBezTo>
                    <a:pt x="5" y="17"/>
                    <a:pt x="4" y="17"/>
                    <a:pt x="3" y="16"/>
                  </a:cubicBezTo>
                  <a:cubicBezTo>
                    <a:pt x="3" y="16"/>
                    <a:pt x="3" y="15"/>
                    <a:pt x="3" y="15"/>
                  </a:cubicBezTo>
                  <a:cubicBezTo>
                    <a:pt x="3" y="15"/>
                    <a:pt x="3" y="15"/>
                    <a:pt x="3" y="15"/>
                  </a:cubicBezTo>
                  <a:cubicBezTo>
                    <a:pt x="2" y="15"/>
                    <a:pt x="2" y="15"/>
                    <a:pt x="2" y="15"/>
                  </a:cubicBezTo>
                  <a:cubicBezTo>
                    <a:pt x="0" y="20"/>
                    <a:pt x="0" y="20"/>
                    <a:pt x="0" y="20"/>
                  </a:cubicBezTo>
                  <a:cubicBezTo>
                    <a:pt x="0" y="20"/>
                    <a:pt x="0" y="20"/>
                    <a:pt x="0" y="20"/>
                  </a:cubicBezTo>
                  <a:cubicBezTo>
                    <a:pt x="0" y="20"/>
                    <a:pt x="1" y="20"/>
                    <a:pt x="1" y="20"/>
                  </a:cubicBezTo>
                  <a:cubicBezTo>
                    <a:pt x="1" y="20"/>
                    <a:pt x="1" y="20"/>
                    <a:pt x="2" y="20"/>
                  </a:cubicBezTo>
                  <a:cubicBezTo>
                    <a:pt x="5" y="22"/>
                    <a:pt x="8" y="22"/>
                    <a:pt x="11" y="22"/>
                  </a:cubicBezTo>
                  <a:cubicBezTo>
                    <a:pt x="12" y="22"/>
                    <a:pt x="14" y="22"/>
                    <a:pt x="15" y="22"/>
                  </a:cubicBezTo>
                  <a:cubicBezTo>
                    <a:pt x="17" y="21"/>
                    <a:pt x="18" y="20"/>
                    <a:pt x="19" y="19"/>
                  </a:cubicBezTo>
                  <a:cubicBezTo>
                    <a:pt x="20" y="18"/>
                    <a:pt x="21" y="17"/>
                    <a:pt x="21" y="15"/>
                  </a:cubicBezTo>
                  <a:cubicBezTo>
                    <a:pt x="21" y="14"/>
                    <a:pt x="21" y="13"/>
                    <a:pt x="20" y="12"/>
                  </a:cubicBezTo>
                  <a:cubicBezTo>
                    <a:pt x="20" y="12"/>
                    <a:pt x="19" y="11"/>
                    <a:pt x="18" y="10"/>
                  </a:cubicBezTo>
                  <a:cubicBezTo>
                    <a:pt x="18" y="10"/>
                    <a:pt x="17" y="9"/>
                    <a:pt x="16" y="9"/>
                  </a:cubicBezTo>
                  <a:cubicBezTo>
                    <a:pt x="15" y="9"/>
                    <a:pt x="14" y="9"/>
                    <a:pt x="12" y="9"/>
                  </a:cubicBezTo>
                  <a:cubicBezTo>
                    <a:pt x="10" y="8"/>
                    <a:pt x="10" y="8"/>
                    <a:pt x="10" y="8"/>
                  </a:cubicBezTo>
                  <a:cubicBezTo>
                    <a:pt x="8" y="8"/>
                    <a:pt x="7" y="8"/>
                    <a:pt x="6" y="8"/>
                  </a:cubicBezTo>
                  <a:cubicBezTo>
                    <a:pt x="5" y="7"/>
                    <a:pt x="5" y="7"/>
                    <a:pt x="5" y="6"/>
                  </a:cubicBezTo>
                  <a:cubicBezTo>
                    <a:pt x="5" y="6"/>
                    <a:pt x="5" y="5"/>
                    <a:pt x="6" y="5"/>
                  </a:cubicBezTo>
                  <a:cubicBezTo>
                    <a:pt x="6" y="4"/>
                    <a:pt x="6" y="4"/>
                    <a:pt x="7" y="4"/>
                  </a:cubicBezTo>
                  <a:cubicBezTo>
                    <a:pt x="8" y="3"/>
                    <a:pt x="9" y="3"/>
                    <a:pt x="10" y="3"/>
                  </a:cubicBezTo>
                  <a:cubicBezTo>
                    <a:pt x="13" y="3"/>
                    <a:pt x="15" y="4"/>
                    <a:pt x="17" y="5"/>
                  </a:cubicBezTo>
                  <a:cubicBezTo>
                    <a:pt x="18" y="6"/>
                    <a:pt x="18" y="6"/>
                    <a:pt x="18" y="6"/>
                  </a:cubicBezTo>
                  <a:cubicBezTo>
                    <a:pt x="18" y="7"/>
                    <a:pt x="18" y="7"/>
                    <a:pt x="18"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244"/>
            <p:cNvSpPr>
              <a:spLocks/>
            </p:cNvSpPr>
            <p:nvPr/>
          </p:nvSpPr>
          <p:spPr bwMode="auto">
            <a:xfrm>
              <a:off x="4457700" y="1401763"/>
              <a:ext cx="23813" cy="26987"/>
            </a:xfrm>
            <a:custGeom>
              <a:avLst/>
              <a:gdLst>
                <a:gd name="T0" fmla="*/ 14 w 18"/>
                <a:gd name="T1" fmla="*/ 22 h 22"/>
                <a:gd name="T2" fmla="*/ 16 w 18"/>
                <a:gd name="T3" fmla="*/ 19 h 22"/>
                <a:gd name="T4" fmla="*/ 17 w 18"/>
                <a:gd name="T5" fmla="*/ 15 h 22"/>
                <a:gd name="T6" fmla="*/ 17 w 18"/>
                <a:gd name="T7" fmla="*/ 2 h 22"/>
                <a:gd name="T8" fmla="*/ 18 w 18"/>
                <a:gd name="T9" fmla="*/ 1 h 22"/>
                <a:gd name="T10" fmla="*/ 18 w 18"/>
                <a:gd name="T11" fmla="*/ 0 h 22"/>
                <a:gd name="T12" fmla="*/ 18 w 18"/>
                <a:gd name="T13" fmla="*/ 0 h 22"/>
                <a:gd name="T14" fmla="*/ 12 w 18"/>
                <a:gd name="T15" fmla="*/ 0 h 22"/>
                <a:gd name="T16" fmla="*/ 12 w 18"/>
                <a:gd name="T17" fmla="*/ 0 h 22"/>
                <a:gd name="T18" fmla="*/ 12 w 18"/>
                <a:gd name="T19" fmla="*/ 1 h 22"/>
                <a:gd name="T20" fmla="*/ 13 w 18"/>
                <a:gd name="T21" fmla="*/ 2 h 22"/>
                <a:gd name="T22" fmla="*/ 13 w 18"/>
                <a:gd name="T23" fmla="*/ 14 h 22"/>
                <a:gd name="T24" fmla="*/ 12 w 18"/>
                <a:gd name="T25" fmla="*/ 16 h 22"/>
                <a:gd name="T26" fmla="*/ 12 w 18"/>
                <a:gd name="T27" fmla="*/ 18 h 22"/>
                <a:gd name="T28" fmla="*/ 9 w 18"/>
                <a:gd name="T29" fmla="*/ 19 h 22"/>
                <a:gd name="T30" fmla="*/ 6 w 18"/>
                <a:gd name="T31" fmla="*/ 18 h 22"/>
                <a:gd name="T32" fmla="*/ 3 w 18"/>
                <a:gd name="T33" fmla="*/ 17 h 22"/>
                <a:gd name="T34" fmla="*/ 3 w 18"/>
                <a:gd name="T35" fmla="*/ 16 h 22"/>
                <a:gd name="T36" fmla="*/ 3 w 18"/>
                <a:gd name="T37" fmla="*/ 16 h 22"/>
                <a:gd name="T38" fmla="*/ 2 w 18"/>
                <a:gd name="T39" fmla="*/ 16 h 22"/>
                <a:gd name="T40" fmla="*/ 0 w 18"/>
                <a:gd name="T41" fmla="*/ 21 h 22"/>
                <a:gd name="T42" fmla="*/ 1 w 18"/>
                <a:gd name="T43" fmla="*/ 21 h 22"/>
                <a:gd name="T44" fmla="*/ 2 w 18"/>
                <a:gd name="T45" fmla="*/ 21 h 22"/>
                <a:gd name="T46" fmla="*/ 4 w 18"/>
                <a:gd name="T47" fmla="*/ 21 h 22"/>
                <a:gd name="T48" fmla="*/ 7 w 18"/>
                <a:gd name="T49" fmla="*/ 22 h 22"/>
                <a:gd name="T50" fmla="*/ 9 w 18"/>
                <a:gd name="T51" fmla="*/ 22 h 22"/>
                <a:gd name="T52" fmla="*/ 14 w 18"/>
                <a:gd name="T53"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22">
                  <a:moveTo>
                    <a:pt x="14" y="22"/>
                  </a:moveTo>
                  <a:cubicBezTo>
                    <a:pt x="15" y="21"/>
                    <a:pt x="16" y="20"/>
                    <a:pt x="16" y="19"/>
                  </a:cubicBezTo>
                  <a:cubicBezTo>
                    <a:pt x="17" y="18"/>
                    <a:pt x="17" y="17"/>
                    <a:pt x="17" y="15"/>
                  </a:cubicBezTo>
                  <a:cubicBezTo>
                    <a:pt x="17" y="2"/>
                    <a:pt x="17" y="2"/>
                    <a:pt x="17" y="2"/>
                  </a:cubicBezTo>
                  <a:cubicBezTo>
                    <a:pt x="17" y="1"/>
                    <a:pt x="17" y="1"/>
                    <a:pt x="18" y="1"/>
                  </a:cubicBezTo>
                  <a:cubicBezTo>
                    <a:pt x="18" y="1"/>
                    <a:pt x="18" y="1"/>
                    <a:pt x="18" y="0"/>
                  </a:cubicBezTo>
                  <a:cubicBezTo>
                    <a:pt x="18" y="0"/>
                    <a:pt x="18" y="0"/>
                    <a:pt x="18" y="0"/>
                  </a:cubicBezTo>
                  <a:cubicBezTo>
                    <a:pt x="12" y="0"/>
                    <a:pt x="12" y="0"/>
                    <a:pt x="12" y="0"/>
                  </a:cubicBezTo>
                  <a:cubicBezTo>
                    <a:pt x="12" y="0"/>
                    <a:pt x="12" y="0"/>
                    <a:pt x="12" y="0"/>
                  </a:cubicBezTo>
                  <a:cubicBezTo>
                    <a:pt x="12" y="1"/>
                    <a:pt x="12" y="1"/>
                    <a:pt x="12" y="1"/>
                  </a:cubicBezTo>
                  <a:cubicBezTo>
                    <a:pt x="12" y="1"/>
                    <a:pt x="13" y="1"/>
                    <a:pt x="13" y="2"/>
                  </a:cubicBezTo>
                  <a:cubicBezTo>
                    <a:pt x="13" y="14"/>
                    <a:pt x="13" y="14"/>
                    <a:pt x="13" y="14"/>
                  </a:cubicBezTo>
                  <a:cubicBezTo>
                    <a:pt x="13" y="15"/>
                    <a:pt x="12" y="16"/>
                    <a:pt x="12" y="16"/>
                  </a:cubicBezTo>
                  <a:cubicBezTo>
                    <a:pt x="12" y="17"/>
                    <a:pt x="12" y="17"/>
                    <a:pt x="12" y="18"/>
                  </a:cubicBezTo>
                  <a:cubicBezTo>
                    <a:pt x="11" y="18"/>
                    <a:pt x="10" y="19"/>
                    <a:pt x="9" y="19"/>
                  </a:cubicBezTo>
                  <a:cubicBezTo>
                    <a:pt x="8" y="19"/>
                    <a:pt x="7" y="18"/>
                    <a:pt x="6" y="18"/>
                  </a:cubicBezTo>
                  <a:cubicBezTo>
                    <a:pt x="5" y="18"/>
                    <a:pt x="4" y="18"/>
                    <a:pt x="3" y="17"/>
                  </a:cubicBezTo>
                  <a:cubicBezTo>
                    <a:pt x="3" y="17"/>
                    <a:pt x="3" y="16"/>
                    <a:pt x="3" y="16"/>
                  </a:cubicBezTo>
                  <a:cubicBezTo>
                    <a:pt x="3" y="16"/>
                    <a:pt x="3" y="16"/>
                    <a:pt x="3" y="16"/>
                  </a:cubicBezTo>
                  <a:cubicBezTo>
                    <a:pt x="2" y="16"/>
                    <a:pt x="2" y="16"/>
                    <a:pt x="2" y="16"/>
                  </a:cubicBezTo>
                  <a:cubicBezTo>
                    <a:pt x="0" y="21"/>
                    <a:pt x="0" y="21"/>
                    <a:pt x="0" y="21"/>
                  </a:cubicBezTo>
                  <a:cubicBezTo>
                    <a:pt x="1" y="21"/>
                    <a:pt x="1" y="21"/>
                    <a:pt x="1" y="21"/>
                  </a:cubicBezTo>
                  <a:cubicBezTo>
                    <a:pt x="1" y="21"/>
                    <a:pt x="1" y="21"/>
                    <a:pt x="2" y="21"/>
                  </a:cubicBezTo>
                  <a:cubicBezTo>
                    <a:pt x="2" y="21"/>
                    <a:pt x="3" y="21"/>
                    <a:pt x="4" y="21"/>
                  </a:cubicBezTo>
                  <a:cubicBezTo>
                    <a:pt x="5" y="22"/>
                    <a:pt x="6" y="22"/>
                    <a:pt x="7" y="22"/>
                  </a:cubicBezTo>
                  <a:cubicBezTo>
                    <a:pt x="8" y="22"/>
                    <a:pt x="8" y="22"/>
                    <a:pt x="9" y="22"/>
                  </a:cubicBezTo>
                  <a:cubicBezTo>
                    <a:pt x="11" y="22"/>
                    <a:pt x="12" y="22"/>
                    <a:pt x="14"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245"/>
            <p:cNvSpPr>
              <a:spLocks/>
            </p:cNvSpPr>
            <p:nvPr/>
          </p:nvSpPr>
          <p:spPr bwMode="auto">
            <a:xfrm>
              <a:off x="4535488" y="1400175"/>
              <a:ext cx="26988" cy="28575"/>
            </a:xfrm>
            <a:custGeom>
              <a:avLst/>
              <a:gdLst>
                <a:gd name="T0" fmla="*/ 20 w 21"/>
                <a:gd name="T1" fmla="*/ 5 h 23"/>
                <a:gd name="T2" fmla="*/ 20 w 21"/>
                <a:gd name="T3" fmla="*/ 5 h 23"/>
                <a:gd name="T4" fmla="*/ 21 w 21"/>
                <a:gd name="T5" fmla="*/ 6 h 23"/>
                <a:gd name="T6" fmla="*/ 21 w 21"/>
                <a:gd name="T7" fmla="*/ 6 h 23"/>
                <a:gd name="T8" fmla="*/ 21 w 21"/>
                <a:gd name="T9" fmla="*/ 0 h 23"/>
                <a:gd name="T10" fmla="*/ 21 w 21"/>
                <a:gd name="T11" fmla="*/ 0 h 23"/>
                <a:gd name="T12" fmla="*/ 20 w 21"/>
                <a:gd name="T13" fmla="*/ 1 h 23"/>
                <a:gd name="T14" fmla="*/ 20 w 21"/>
                <a:gd name="T15" fmla="*/ 1 h 23"/>
                <a:gd name="T16" fmla="*/ 1 w 21"/>
                <a:gd name="T17" fmla="*/ 1 h 23"/>
                <a:gd name="T18" fmla="*/ 1 w 21"/>
                <a:gd name="T19" fmla="*/ 1 h 23"/>
                <a:gd name="T20" fmla="*/ 0 w 21"/>
                <a:gd name="T21" fmla="*/ 0 h 23"/>
                <a:gd name="T22" fmla="*/ 0 w 21"/>
                <a:gd name="T23" fmla="*/ 0 h 23"/>
                <a:gd name="T24" fmla="*/ 0 w 21"/>
                <a:gd name="T25" fmla="*/ 6 h 23"/>
                <a:gd name="T26" fmla="*/ 0 w 21"/>
                <a:gd name="T27" fmla="*/ 6 h 23"/>
                <a:gd name="T28" fmla="*/ 1 w 21"/>
                <a:gd name="T29" fmla="*/ 5 h 23"/>
                <a:gd name="T30" fmla="*/ 1 w 21"/>
                <a:gd name="T31" fmla="*/ 5 h 23"/>
                <a:gd name="T32" fmla="*/ 8 w 21"/>
                <a:gd name="T33" fmla="*/ 5 h 23"/>
                <a:gd name="T34" fmla="*/ 8 w 21"/>
                <a:gd name="T35" fmla="*/ 21 h 23"/>
                <a:gd name="T36" fmla="*/ 8 w 21"/>
                <a:gd name="T37" fmla="*/ 22 h 23"/>
                <a:gd name="T38" fmla="*/ 7 w 21"/>
                <a:gd name="T39" fmla="*/ 22 h 23"/>
                <a:gd name="T40" fmla="*/ 7 w 21"/>
                <a:gd name="T41" fmla="*/ 23 h 23"/>
                <a:gd name="T42" fmla="*/ 14 w 21"/>
                <a:gd name="T43" fmla="*/ 23 h 23"/>
                <a:gd name="T44" fmla="*/ 14 w 21"/>
                <a:gd name="T45" fmla="*/ 22 h 23"/>
                <a:gd name="T46" fmla="*/ 13 w 21"/>
                <a:gd name="T47" fmla="*/ 22 h 23"/>
                <a:gd name="T48" fmla="*/ 13 w 21"/>
                <a:gd name="T49" fmla="*/ 21 h 23"/>
                <a:gd name="T50" fmla="*/ 13 w 21"/>
                <a:gd name="T51" fmla="*/ 5 h 23"/>
                <a:gd name="T52" fmla="*/ 20 w 21"/>
                <a:gd name="T53" fmla="*/ 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1" h="23">
                  <a:moveTo>
                    <a:pt x="20" y="5"/>
                  </a:moveTo>
                  <a:cubicBezTo>
                    <a:pt x="20" y="5"/>
                    <a:pt x="20" y="5"/>
                    <a:pt x="20" y="5"/>
                  </a:cubicBezTo>
                  <a:cubicBezTo>
                    <a:pt x="21" y="5"/>
                    <a:pt x="21" y="5"/>
                    <a:pt x="21" y="6"/>
                  </a:cubicBezTo>
                  <a:cubicBezTo>
                    <a:pt x="21" y="6"/>
                    <a:pt x="21" y="6"/>
                    <a:pt x="21" y="6"/>
                  </a:cubicBezTo>
                  <a:cubicBezTo>
                    <a:pt x="21" y="0"/>
                    <a:pt x="21" y="0"/>
                    <a:pt x="21" y="0"/>
                  </a:cubicBezTo>
                  <a:cubicBezTo>
                    <a:pt x="21" y="0"/>
                    <a:pt x="21" y="0"/>
                    <a:pt x="21" y="0"/>
                  </a:cubicBezTo>
                  <a:cubicBezTo>
                    <a:pt x="21" y="0"/>
                    <a:pt x="21" y="1"/>
                    <a:pt x="20" y="1"/>
                  </a:cubicBezTo>
                  <a:cubicBezTo>
                    <a:pt x="20" y="1"/>
                    <a:pt x="20" y="1"/>
                    <a:pt x="20" y="1"/>
                  </a:cubicBezTo>
                  <a:cubicBezTo>
                    <a:pt x="1" y="1"/>
                    <a:pt x="1" y="1"/>
                    <a:pt x="1" y="1"/>
                  </a:cubicBezTo>
                  <a:cubicBezTo>
                    <a:pt x="1" y="1"/>
                    <a:pt x="1" y="1"/>
                    <a:pt x="1" y="1"/>
                  </a:cubicBezTo>
                  <a:cubicBezTo>
                    <a:pt x="0" y="1"/>
                    <a:pt x="0" y="0"/>
                    <a:pt x="0" y="0"/>
                  </a:cubicBezTo>
                  <a:cubicBezTo>
                    <a:pt x="0" y="0"/>
                    <a:pt x="0" y="0"/>
                    <a:pt x="0" y="0"/>
                  </a:cubicBezTo>
                  <a:cubicBezTo>
                    <a:pt x="0" y="6"/>
                    <a:pt x="0" y="6"/>
                    <a:pt x="0" y="6"/>
                  </a:cubicBezTo>
                  <a:cubicBezTo>
                    <a:pt x="0" y="6"/>
                    <a:pt x="0" y="6"/>
                    <a:pt x="0" y="6"/>
                  </a:cubicBezTo>
                  <a:cubicBezTo>
                    <a:pt x="0" y="5"/>
                    <a:pt x="0" y="5"/>
                    <a:pt x="1" y="5"/>
                  </a:cubicBezTo>
                  <a:cubicBezTo>
                    <a:pt x="1" y="5"/>
                    <a:pt x="1" y="5"/>
                    <a:pt x="1" y="5"/>
                  </a:cubicBezTo>
                  <a:cubicBezTo>
                    <a:pt x="8" y="5"/>
                    <a:pt x="8" y="5"/>
                    <a:pt x="8" y="5"/>
                  </a:cubicBezTo>
                  <a:cubicBezTo>
                    <a:pt x="8" y="21"/>
                    <a:pt x="8" y="21"/>
                    <a:pt x="8" y="21"/>
                  </a:cubicBezTo>
                  <a:cubicBezTo>
                    <a:pt x="8" y="22"/>
                    <a:pt x="8" y="22"/>
                    <a:pt x="8" y="22"/>
                  </a:cubicBezTo>
                  <a:cubicBezTo>
                    <a:pt x="8" y="22"/>
                    <a:pt x="7" y="22"/>
                    <a:pt x="7" y="22"/>
                  </a:cubicBezTo>
                  <a:cubicBezTo>
                    <a:pt x="7" y="23"/>
                    <a:pt x="7" y="23"/>
                    <a:pt x="7" y="23"/>
                  </a:cubicBezTo>
                  <a:cubicBezTo>
                    <a:pt x="14" y="23"/>
                    <a:pt x="14" y="23"/>
                    <a:pt x="14" y="23"/>
                  </a:cubicBezTo>
                  <a:cubicBezTo>
                    <a:pt x="14" y="22"/>
                    <a:pt x="14" y="22"/>
                    <a:pt x="14" y="22"/>
                  </a:cubicBezTo>
                  <a:cubicBezTo>
                    <a:pt x="14" y="22"/>
                    <a:pt x="13" y="22"/>
                    <a:pt x="13" y="22"/>
                  </a:cubicBezTo>
                  <a:cubicBezTo>
                    <a:pt x="13" y="22"/>
                    <a:pt x="13" y="22"/>
                    <a:pt x="13" y="21"/>
                  </a:cubicBezTo>
                  <a:cubicBezTo>
                    <a:pt x="13" y="5"/>
                    <a:pt x="13" y="5"/>
                    <a:pt x="13" y="5"/>
                  </a:cubicBezTo>
                  <a:lnTo>
                    <a:pt x="2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246"/>
            <p:cNvSpPr>
              <a:spLocks noEditPoints="1"/>
            </p:cNvSpPr>
            <p:nvPr/>
          </p:nvSpPr>
          <p:spPr bwMode="auto">
            <a:xfrm>
              <a:off x="4618038" y="1401763"/>
              <a:ext cx="28575" cy="26987"/>
            </a:xfrm>
            <a:custGeom>
              <a:avLst/>
              <a:gdLst>
                <a:gd name="T0" fmla="*/ 18 w 23"/>
                <a:gd name="T1" fmla="*/ 22 h 22"/>
                <a:gd name="T2" fmla="*/ 21 w 23"/>
                <a:gd name="T3" fmla="*/ 20 h 22"/>
                <a:gd name="T4" fmla="*/ 23 w 23"/>
                <a:gd name="T5" fmla="*/ 16 h 22"/>
                <a:gd name="T6" fmla="*/ 19 w 23"/>
                <a:gd name="T7" fmla="*/ 10 h 22"/>
                <a:gd name="T8" fmla="*/ 22 w 23"/>
                <a:gd name="T9" fmla="*/ 6 h 22"/>
                <a:gd name="T10" fmla="*/ 20 w 23"/>
                <a:gd name="T11" fmla="*/ 1 h 22"/>
                <a:gd name="T12" fmla="*/ 18 w 23"/>
                <a:gd name="T13" fmla="*/ 0 h 22"/>
                <a:gd name="T14" fmla="*/ 15 w 23"/>
                <a:gd name="T15" fmla="*/ 0 h 22"/>
                <a:gd name="T16" fmla="*/ 0 w 23"/>
                <a:gd name="T17" fmla="*/ 0 h 22"/>
                <a:gd name="T18" fmla="*/ 0 w 23"/>
                <a:gd name="T19" fmla="*/ 0 h 22"/>
                <a:gd name="T20" fmla="*/ 0 w 23"/>
                <a:gd name="T21" fmla="*/ 1 h 22"/>
                <a:gd name="T22" fmla="*/ 1 w 23"/>
                <a:gd name="T23" fmla="*/ 2 h 22"/>
                <a:gd name="T24" fmla="*/ 1 w 23"/>
                <a:gd name="T25" fmla="*/ 20 h 22"/>
                <a:gd name="T26" fmla="*/ 0 w 23"/>
                <a:gd name="T27" fmla="*/ 21 h 22"/>
                <a:gd name="T28" fmla="*/ 0 w 23"/>
                <a:gd name="T29" fmla="*/ 21 h 22"/>
                <a:gd name="T30" fmla="*/ 0 w 23"/>
                <a:gd name="T31" fmla="*/ 22 h 22"/>
                <a:gd name="T32" fmla="*/ 15 w 23"/>
                <a:gd name="T33" fmla="*/ 22 h 22"/>
                <a:gd name="T34" fmla="*/ 18 w 23"/>
                <a:gd name="T35" fmla="*/ 22 h 22"/>
                <a:gd name="T36" fmla="*/ 5 w 23"/>
                <a:gd name="T37" fmla="*/ 4 h 22"/>
                <a:gd name="T38" fmla="*/ 14 w 23"/>
                <a:gd name="T39" fmla="*/ 4 h 22"/>
                <a:gd name="T40" fmla="*/ 17 w 23"/>
                <a:gd name="T41" fmla="*/ 4 h 22"/>
                <a:gd name="T42" fmla="*/ 17 w 23"/>
                <a:gd name="T43" fmla="*/ 6 h 22"/>
                <a:gd name="T44" fmla="*/ 17 w 23"/>
                <a:gd name="T45" fmla="*/ 8 h 22"/>
                <a:gd name="T46" fmla="*/ 14 w 23"/>
                <a:gd name="T47" fmla="*/ 9 h 22"/>
                <a:gd name="T48" fmla="*/ 5 w 23"/>
                <a:gd name="T49" fmla="*/ 9 h 22"/>
                <a:gd name="T50" fmla="*/ 5 w 23"/>
                <a:gd name="T51" fmla="*/ 4 h 22"/>
                <a:gd name="T52" fmla="*/ 5 w 23"/>
                <a:gd name="T53" fmla="*/ 18 h 22"/>
                <a:gd name="T54" fmla="*/ 5 w 23"/>
                <a:gd name="T55" fmla="*/ 12 h 22"/>
                <a:gd name="T56" fmla="*/ 14 w 23"/>
                <a:gd name="T57" fmla="*/ 12 h 22"/>
                <a:gd name="T58" fmla="*/ 17 w 23"/>
                <a:gd name="T59" fmla="*/ 13 h 22"/>
                <a:gd name="T60" fmla="*/ 18 w 23"/>
                <a:gd name="T61" fmla="*/ 15 h 22"/>
                <a:gd name="T62" fmla="*/ 17 w 23"/>
                <a:gd name="T63" fmla="*/ 18 h 22"/>
                <a:gd name="T64" fmla="*/ 14 w 23"/>
                <a:gd name="T65" fmla="*/ 18 h 22"/>
                <a:gd name="T66" fmla="*/ 5 w 23"/>
                <a:gd name="T67" fmla="*/ 1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 h="22">
                  <a:moveTo>
                    <a:pt x="18" y="22"/>
                  </a:moveTo>
                  <a:cubicBezTo>
                    <a:pt x="19" y="21"/>
                    <a:pt x="20" y="21"/>
                    <a:pt x="21" y="20"/>
                  </a:cubicBezTo>
                  <a:cubicBezTo>
                    <a:pt x="22" y="19"/>
                    <a:pt x="23" y="18"/>
                    <a:pt x="23" y="16"/>
                  </a:cubicBezTo>
                  <a:cubicBezTo>
                    <a:pt x="23" y="13"/>
                    <a:pt x="22" y="11"/>
                    <a:pt x="19" y="10"/>
                  </a:cubicBezTo>
                  <a:cubicBezTo>
                    <a:pt x="21" y="9"/>
                    <a:pt x="22" y="8"/>
                    <a:pt x="22" y="6"/>
                  </a:cubicBezTo>
                  <a:cubicBezTo>
                    <a:pt x="22" y="4"/>
                    <a:pt x="22" y="2"/>
                    <a:pt x="20" y="1"/>
                  </a:cubicBezTo>
                  <a:cubicBezTo>
                    <a:pt x="20" y="1"/>
                    <a:pt x="19" y="0"/>
                    <a:pt x="18" y="0"/>
                  </a:cubicBezTo>
                  <a:cubicBezTo>
                    <a:pt x="17" y="0"/>
                    <a:pt x="16" y="0"/>
                    <a:pt x="15" y="0"/>
                  </a:cubicBezTo>
                  <a:cubicBezTo>
                    <a:pt x="0" y="0"/>
                    <a:pt x="0" y="0"/>
                    <a:pt x="0" y="0"/>
                  </a:cubicBezTo>
                  <a:cubicBezTo>
                    <a:pt x="0" y="0"/>
                    <a:pt x="0" y="0"/>
                    <a:pt x="0" y="0"/>
                  </a:cubicBezTo>
                  <a:cubicBezTo>
                    <a:pt x="0" y="1"/>
                    <a:pt x="0" y="1"/>
                    <a:pt x="0" y="1"/>
                  </a:cubicBezTo>
                  <a:cubicBezTo>
                    <a:pt x="1" y="1"/>
                    <a:pt x="1" y="1"/>
                    <a:pt x="1" y="2"/>
                  </a:cubicBezTo>
                  <a:cubicBezTo>
                    <a:pt x="1" y="20"/>
                    <a:pt x="1" y="20"/>
                    <a:pt x="1" y="20"/>
                  </a:cubicBezTo>
                  <a:cubicBezTo>
                    <a:pt x="1" y="21"/>
                    <a:pt x="1" y="21"/>
                    <a:pt x="0" y="21"/>
                  </a:cubicBezTo>
                  <a:cubicBezTo>
                    <a:pt x="0" y="21"/>
                    <a:pt x="0" y="21"/>
                    <a:pt x="0" y="21"/>
                  </a:cubicBezTo>
                  <a:cubicBezTo>
                    <a:pt x="0" y="22"/>
                    <a:pt x="0" y="22"/>
                    <a:pt x="0" y="22"/>
                  </a:cubicBezTo>
                  <a:cubicBezTo>
                    <a:pt x="15" y="22"/>
                    <a:pt x="15" y="22"/>
                    <a:pt x="15" y="22"/>
                  </a:cubicBezTo>
                  <a:cubicBezTo>
                    <a:pt x="16" y="22"/>
                    <a:pt x="17" y="22"/>
                    <a:pt x="18" y="22"/>
                  </a:cubicBezTo>
                  <a:close/>
                  <a:moveTo>
                    <a:pt x="5" y="4"/>
                  </a:moveTo>
                  <a:cubicBezTo>
                    <a:pt x="14" y="4"/>
                    <a:pt x="14" y="4"/>
                    <a:pt x="14" y="4"/>
                  </a:cubicBezTo>
                  <a:cubicBezTo>
                    <a:pt x="15" y="4"/>
                    <a:pt x="16" y="4"/>
                    <a:pt x="17" y="4"/>
                  </a:cubicBezTo>
                  <a:cubicBezTo>
                    <a:pt x="17" y="5"/>
                    <a:pt x="17" y="5"/>
                    <a:pt x="17" y="6"/>
                  </a:cubicBezTo>
                  <a:cubicBezTo>
                    <a:pt x="17" y="7"/>
                    <a:pt x="17" y="8"/>
                    <a:pt x="17" y="8"/>
                  </a:cubicBezTo>
                  <a:cubicBezTo>
                    <a:pt x="16" y="9"/>
                    <a:pt x="15" y="9"/>
                    <a:pt x="14" y="9"/>
                  </a:cubicBezTo>
                  <a:cubicBezTo>
                    <a:pt x="5" y="9"/>
                    <a:pt x="5" y="9"/>
                    <a:pt x="5" y="9"/>
                  </a:cubicBezTo>
                  <a:lnTo>
                    <a:pt x="5" y="4"/>
                  </a:lnTo>
                  <a:close/>
                  <a:moveTo>
                    <a:pt x="5" y="18"/>
                  </a:moveTo>
                  <a:cubicBezTo>
                    <a:pt x="5" y="12"/>
                    <a:pt x="5" y="12"/>
                    <a:pt x="5" y="12"/>
                  </a:cubicBezTo>
                  <a:cubicBezTo>
                    <a:pt x="14" y="12"/>
                    <a:pt x="14" y="12"/>
                    <a:pt x="14" y="12"/>
                  </a:cubicBezTo>
                  <a:cubicBezTo>
                    <a:pt x="15" y="12"/>
                    <a:pt x="16" y="13"/>
                    <a:pt x="17" y="13"/>
                  </a:cubicBezTo>
                  <a:cubicBezTo>
                    <a:pt x="18" y="13"/>
                    <a:pt x="18" y="14"/>
                    <a:pt x="18" y="15"/>
                  </a:cubicBezTo>
                  <a:cubicBezTo>
                    <a:pt x="18" y="16"/>
                    <a:pt x="18" y="17"/>
                    <a:pt x="17" y="18"/>
                  </a:cubicBezTo>
                  <a:cubicBezTo>
                    <a:pt x="16" y="18"/>
                    <a:pt x="15" y="18"/>
                    <a:pt x="14" y="18"/>
                  </a:cubicBezTo>
                  <a:lnTo>
                    <a:pt x="5"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247"/>
            <p:cNvSpPr>
              <a:spLocks noEditPoints="1"/>
            </p:cNvSpPr>
            <p:nvPr/>
          </p:nvSpPr>
          <p:spPr bwMode="auto">
            <a:xfrm>
              <a:off x="4702175" y="1401763"/>
              <a:ext cx="33338" cy="26987"/>
            </a:xfrm>
            <a:custGeom>
              <a:avLst/>
              <a:gdLst>
                <a:gd name="T0" fmla="*/ 18 w 26"/>
                <a:gd name="T1" fmla="*/ 21 h 22"/>
                <a:gd name="T2" fmla="*/ 18 w 26"/>
                <a:gd name="T3" fmla="*/ 22 h 22"/>
                <a:gd name="T4" fmla="*/ 26 w 26"/>
                <a:gd name="T5" fmla="*/ 22 h 22"/>
                <a:gd name="T6" fmla="*/ 26 w 26"/>
                <a:gd name="T7" fmla="*/ 21 h 22"/>
                <a:gd name="T8" fmla="*/ 25 w 26"/>
                <a:gd name="T9" fmla="*/ 21 h 22"/>
                <a:gd name="T10" fmla="*/ 24 w 26"/>
                <a:gd name="T11" fmla="*/ 19 h 22"/>
                <a:gd name="T12" fmla="*/ 16 w 26"/>
                <a:gd name="T13" fmla="*/ 2 h 22"/>
                <a:gd name="T14" fmla="*/ 15 w 26"/>
                <a:gd name="T15" fmla="*/ 1 h 22"/>
                <a:gd name="T16" fmla="*/ 16 w 26"/>
                <a:gd name="T17" fmla="*/ 0 h 22"/>
                <a:gd name="T18" fmla="*/ 16 w 26"/>
                <a:gd name="T19" fmla="*/ 0 h 22"/>
                <a:gd name="T20" fmla="*/ 8 w 26"/>
                <a:gd name="T21" fmla="*/ 0 h 22"/>
                <a:gd name="T22" fmla="*/ 8 w 26"/>
                <a:gd name="T23" fmla="*/ 0 h 22"/>
                <a:gd name="T24" fmla="*/ 9 w 26"/>
                <a:gd name="T25" fmla="*/ 2 h 22"/>
                <a:gd name="T26" fmla="*/ 9 w 26"/>
                <a:gd name="T27" fmla="*/ 3 h 22"/>
                <a:gd name="T28" fmla="*/ 1 w 26"/>
                <a:gd name="T29" fmla="*/ 20 h 22"/>
                <a:gd name="T30" fmla="*/ 0 w 26"/>
                <a:gd name="T31" fmla="*/ 21 h 22"/>
                <a:gd name="T32" fmla="*/ 0 w 26"/>
                <a:gd name="T33" fmla="*/ 21 h 22"/>
                <a:gd name="T34" fmla="*/ 1 w 26"/>
                <a:gd name="T35" fmla="*/ 22 h 22"/>
                <a:gd name="T36" fmla="*/ 6 w 26"/>
                <a:gd name="T37" fmla="*/ 22 h 22"/>
                <a:gd name="T38" fmla="*/ 6 w 26"/>
                <a:gd name="T39" fmla="*/ 21 h 22"/>
                <a:gd name="T40" fmla="*/ 5 w 26"/>
                <a:gd name="T41" fmla="*/ 20 h 22"/>
                <a:gd name="T42" fmla="*/ 6 w 26"/>
                <a:gd name="T43" fmla="*/ 19 h 22"/>
                <a:gd name="T44" fmla="*/ 7 w 26"/>
                <a:gd name="T45" fmla="*/ 16 h 22"/>
                <a:gd name="T46" fmla="*/ 17 w 26"/>
                <a:gd name="T47" fmla="*/ 16 h 22"/>
                <a:gd name="T48" fmla="*/ 19 w 26"/>
                <a:gd name="T49" fmla="*/ 19 h 22"/>
                <a:gd name="T50" fmla="*/ 19 w 26"/>
                <a:gd name="T51" fmla="*/ 20 h 22"/>
                <a:gd name="T52" fmla="*/ 18 w 26"/>
                <a:gd name="T53" fmla="*/ 21 h 22"/>
                <a:gd name="T54" fmla="*/ 9 w 26"/>
                <a:gd name="T55" fmla="*/ 13 h 22"/>
                <a:gd name="T56" fmla="*/ 12 w 26"/>
                <a:gd name="T57" fmla="*/ 5 h 22"/>
                <a:gd name="T58" fmla="*/ 16 w 26"/>
                <a:gd name="T59" fmla="*/ 13 h 22"/>
                <a:gd name="T60" fmla="*/ 9 w 26"/>
                <a:gd name="T61" fmla="*/ 13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 h="22">
                  <a:moveTo>
                    <a:pt x="18" y="21"/>
                  </a:moveTo>
                  <a:cubicBezTo>
                    <a:pt x="18" y="22"/>
                    <a:pt x="18" y="22"/>
                    <a:pt x="18" y="22"/>
                  </a:cubicBezTo>
                  <a:cubicBezTo>
                    <a:pt x="26" y="22"/>
                    <a:pt x="26" y="22"/>
                    <a:pt x="26" y="22"/>
                  </a:cubicBezTo>
                  <a:cubicBezTo>
                    <a:pt x="26" y="21"/>
                    <a:pt x="26" y="21"/>
                    <a:pt x="26" y="21"/>
                  </a:cubicBezTo>
                  <a:cubicBezTo>
                    <a:pt x="26" y="21"/>
                    <a:pt x="25" y="21"/>
                    <a:pt x="25" y="21"/>
                  </a:cubicBezTo>
                  <a:cubicBezTo>
                    <a:pt x="25" y="21"/>
                    <a:pt x="24" y="20"/>
                    <a:pt x="24" y="19"/>
                  </a:cubicBezTo>
                  <a:cubicBezTo>
                    <a:pt x="16" y="2"/>
                    <a:pt x="16" y="2"/>
                    <a:pt x="16" y="2"/>
                  </a:cubicBezTo>
                  <a:cubicBezTo>
                    <a:pt x="15" y="2"/>
                    <a:pt x="15" y="2"/>
                    <a:pt x="15" y="1"/>
                  </a:cubicBezTo>
                  <a:cubicBezTo>
                    <a:pt x="15" y="1"/>
                    <a:pt x="16" y="1"/>
                    <a:pt x="16" y="0"/>
                  </a:cubicBezTo>
                  <a:cubicBezTo>
                    <a:pt x="16" y="0"/>
                    <a:pt x="16" y="0"/>
                    <a:pt x="16" y="0"/>
                  </a:cubicBezTo>
                  <a:cubicBezTo>
                    <a:pt x="8" y="0"/>
                    <a:pt x="8" y="0"/>
                    <a:pt x="8" y="0"/>
                  </a:cubicBezTo>
                  <a:cubicBezTo>
                    <a:pt x="8" y="0"/>
                    <a:pt x="8" y="0"/>
                    <a:pt x="8" y="0"/>
                  </a:cubicBezTo>
                  <a:cubicBezTo>
                    <a:pt x="9" y="1"/>
                    <a:pt x="9" y="1"/>
                    <a:pt x="9" y="2"/>
                  </a:cubicBezTo>
                  <a:cubicBezTo>
                    <a:pt x="9" y="2"/>
                    <a:pt x="9" y="2"/>
                    <a:pt x="9" y="3"/>
                  </a:cubicBezTo>
                  <a:cubicBezTo>
                    <a:pt x="1" y="20"/>
                    <a:pt x="1" y="20"/>
                    <a:pt x="1" y="20"/>
                  </a:cubicBezTo>
                  <a:cubicBezTo>
                    <a:pt x="1" y="20"/>
                    <a:pt x="0" y="21"/>
                    <a:pt x="0" y="21"/>
                  </a:cubicBezTo>
                  <a:cubicBezTo>
                    <a:pt x="0" y="21"/>
                    <a:pt x="0" y="21"/>
                    <a:pt x="0" y="21"/>
                  </a:cubicBezTo>
                  <a:cubicBezTo>
                    <a:pt x="1" y="22"/>
                    <a:pt x="1" y="22"/>
                    <a:pt x="1" y="22"/>
                  </a:cubicBezTo>
                  <a:cubicBezTo>
                    <a:pt x="6" y="22"/>
                    <a:pt x="6" y="22"/>
                    <a:pt x="6" y="22"/>
                  </a:cubicBezTo>
                  <a:cubicBezTo>
                    <a:pt x="6" y="21"/>
                    <a:pt x="6" y="21"/>
                    <a:pt x="6" y="21"/>
                  </a:cubicBezTo>
                  <a:cubicBezTo>
                    <a:pt x="6" y="21"/>
                    <a:pt x="5" y="21"/>
                    <a:pt x="5" y="20"/>
                  </a:cubicBezTo>
                  <a:cubicBezTo>
                    <a:pt x="5" y="20"/>
                    <a:pt x="5" y="20"/>
                    <a:pt x="6" y="19"/>
                  </a:cubicBezTo>
                  <a:cubicBezTo>
                    <a:pt x="7" y="16"/>
                    <a:pt x="7" y="16"/>
                    <a:pt x="7" y="16"/>
                  </a:cubicBezTo>
                  <a:cubicBezTo>
                    <a:pt x="17" y="16"/>
                    <a:pt x="17" y="16"/>
                    <a:pt x="17" y="16"/>
                  </a:cubicBezTo>
                  <a:cubicBezTo>
                    <a:pt x="19" y="19"/>
                    <a:pt x="19" y="19"/>
                    <a:pt x="19" y="19"/>
                  </a:cubicBezTo>
                  <a:cubicBezTo>
                    <a:pt x="19" y="20"/>
                    <a:pt x="19" y="20"/>
                    <a:pt x="19" y="20"/>
                  </a:cubicBezTo>
                  <a:cubicBezTo>
                    <a:pt x="19" y="21"/>
                    <a:pt x="19" y="21"/>
                    <a:pt x="18" y="21"/>
                  </a:cubicBezTo>
                  <a:close/>
                  <a:moveTo>
                    <a:pt x="9" y="13"/>
                  </a:moveTo>
                  <a:cubicBezTo>
                    <a:pt x="12" y="5"/>
                    <a:pt x="12" y="5"/>
                    <a:pt x="12" y="5"/>
                  </a:cubicBezTo>
                  <a:cubicBezTo>
                    <a:pt x="16" y="13"/>
                    <a:pt x="16" y="13"/>
                    <a:pt x="16" y="13"/>
                  </a:cubicBezTo>
                  <a:lnTo>
                    <a:pt x="9"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248"/>
            <p:cNvSpPr>
              <a:spLocks noEditPoints="1"/>
            </p:cNvSpPr>
            <p:nvPr/>
          </p:nvSpPr>
          <p:spPr bwMode="auto">
            <a:xfrm>
              <a:off x="4378325" y="1295400"/>
              <a:ext cx="38100" cy="39687"/>
            </a:xfrm>
            <a:custGeom>
              <a:avLst/>
              <a:gdLst>
                <a:gd name="T0" fmla="*/ 28 w 30"/>
                <a:gd name="T1" fmla="*/ 14 h 30"/>
                <a:gd name="T2" fmla="*/ 30 w 30"/>
                <a:gd name="T3" fmla="*/ 9 h 30"/>
                <a:gd name="T4" fmla="*/ 29 w 30"/>
                <a:gd name="T5" fmla="*/ 5 h 30"/>
                <a:gd name="T6" fmla="*/ 27 w 30"/>
                <a:gd name="T7" fmla="*/ 2 h 30"/>
                <a:gd name="T8" fmla="*/ 23 w 30"/>
                <a:gd name="T9" fmla="*/ 1 h 30"/>
                <a:gd name="T10" fmla="*/ 18 w 30"/>
                <a:gd name="T11" fmla="*/ 0 h 30"/>
                <a:gd name="T12" fmla="*/ 0 w 30"/>
                <a:gd name="T13" fmla="*/ 0 h 30"/>
                <a:gd name="T14" fmla="*/ 0 w 30"/>
                <a:gd name="T15" fmla="*/ 1 h 30"/>
                <a:gd name="T16" fmla="*/ 1 w 30"/>
                <a:gd name="T17" fmla="*/ 2 h 30"/>
                <a:gd name="T18" fmla="*/ 1 w 30"/>
                <a:gd name="T19" fmla="*/ 3 h 30"/>
                <a:gd name="T20" fmla="*/ 1 w 30"/>
                <a:gd name="T21" fmla="*/ 28 h 30"/>
                <a:gd name="T22" fmla="*/ 1 w 30"/>
                <a:gd name="T23" fmla="*/ 29 h 30"/>
                <a:gd name="T24" fmla="*/ 0 w 30"/>
                <a:gd name="T25" fmla="*/ 29 h 30"/>
                <a:gd name="T26" fmla="*/ 0 w 30"/>
                <a:gd name="T27" fmla="*/ 30 h 30"/>
                <a:gd name="T28" fmla="*/ 9 w 30"/>
                <a:gd name="T29" fmla="*/ 30 h 30"/>
                <a:gd name="T30" fmla="*/ 9 w 30"/>
                <a:gd name="T31" fmla="*/ 29 h 30"/>
                <a:gd name="T32" fmla="*/ 8 w 30"/>
                <a:gd name="T33" fmla="*/ 29 h 30"/>
                <a:gd name="T34" fmla="*/ 8 w 30"/>
                <a:gd name="T35" fmla="*/ 28 h 30"/>
                <a:gd name="T36" fmla="*/ 8 w 30"/>
                <a:gd name="T37" fmla="*/ 18 h 30"/>
                <a:gd name="T38" fmla="*/ 18 w 30"/>
                <a:gd name="T39" fmla="*/ 18 h 30"/>
                <a:gd name="T40" fmla="*/ 25 w 30"/>
                <a:gd name="T41" fmla="*/ 17 h 30"/>
                <a:gd name="T42" fmla="*/ 28 w 30"/>
                <a:gd name="T43" fmla="*/ 14 h 30"/>
                <a:gd name="T44" fmla="*/ 23 w 30"/>
                <a:gd name="T45" fmla="*/ 11 h 30"/>
                <a:gd name="T46" fmla="*/ 22 w 30"/>
                <a:gd name="T47" fmla="*/ 12 h 30"/>
                <a:gd name="T48" fmla="*/ 18 w 30"/>
                <a:gd name="T49" fmla="*/ 13 h 30"/>
                <a:gd name="T50" fmla="*/ 8 w 30"/>
                <a:gd name="T51" fmla="*/ 13 h 30"/>
                <a:gd name="T52" fmla="*/ 8 w 30"/>
                <a:gd name="T53" fmla="*/ 5 h 30"/>
                <a:gd name="T54" fmla="*/ 18 w 30"/>
                <a:gd name="T55" fmla="*/ 5 h 30"/>
                <a:gd name="T56" fmla="*/ 22 w 30"/>
                <a:gd name="T57" fmla="*/ 6 h 30"/>
                <a:gd name="T58" fmla="*/ 23 w 30"/>
                <a:gd name="T59" fmla="*/ 7 h 30"/>
                <a:gd name="T60" fmla="*/ 23 w 30"/>
                <a:gd name="T61" fmla="*/ 9 h 30"/>
                <a:gd name="T62" fmla="*/ 23 w 30"/>
                <a:gd name="T63" fmla="*/ 1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0" h="30">
                  <a:moveTo>
                    <a:pt x="28" y="14"/>
                  </a:moveTo>
                  <a:cubicBezTo>
                    <a:pt x="29" y="13"/>
                    <a:pt x="30" y="11"/>
                    <a:pt x="30" y="9"/>
                  </a:cubicBezTo>
                  <a:cubicBezTo>
                    <a:pt x="30" y="8"/>
                    <a:pt x="30" y="6"/>
                    <a:pt x="29" y="5"/>
                  </a:cubicBezTo>
                  <a:cubicBezTo>
                    <a:pt x="29" y="4"/>
                    <a:pt x="28" y="3"/>
                    <a:pt x="27" y="2"/>
                  </a:cubicBezTo>
                  <a:cubicBezTo>
                    <a:pt x="26" y="1"/>
                    <a:pt x="25" y="1"/>
                    <a:pt x="23" y="1"/>
                  </a:cubicBezTo>
                  <a:cubicBezTo>
                    <a:pt x="22" y="0"/>
                    <a:pt x="20" y="0"/>
                    <a:pt x="18" y="0"/>
                  </a:cubicBezTo>
                  <a:cubicBezTo>
                    <a:pt x="0" y="0"/>
                    <a:pt x="0" y="0"/>
                    <a:pt x="0" y="0"/>
                  </a:cubicBezTo>
                  <a:cubicBezTo>
                    <a:pt x="0" y="1"/>
                    <a:pt x="0" y="1"/>
                    <a:pt x="0" y="1"/>
                  </a:cubicBezTo>
                  <a:cubicBezTo>
                    <a:pt x="0" y="1"/>
                    <a:pt x="1" y="1"/>
                    <a:pt x="1" y="2"/>
                  </a:cubicBezTo>
                  <a:cubicBezTo>
                    <a:pt x="1" y="2"/>
                    <a:pt x="1" y="2"/>
                    <a:pt x="1" y="3"/>
                  </a:cubicBezTo>
                  <a:cubicBezTo>
                    <a:pt x="1" y="28"/>
                    <a:pt x="1" y="28"/>
                    <a:pt x="1" y="28"/>
                  </a:cubicBezTo>
                  <a:cubicBezTo>
                    <a:pt x="1" y="28"/>
                    <a:pt x="1" y="29"/>
                    <a:pt x="1" y="29"/>
                  </a:cubicBezTo>
                  <a:cubicBezTo>
                    <a:pt x="1" y="29"/>
                    <a:pt x="0" y="29"/>
                    <a:pt x="0" y="29"/>
                  </a:cubicBezTo>
                  <a:cubicBezTo>
                    <a:pt x="0" y="30"/>
                    <a:pt x="0" y="30"/>
                    <a:pt x="0" y="30"/>
                  </a:cubicBezTo>
                  <a:cubicBezTo>
                    <a:pt x="9" y="30"/>
                    <a:pt x="9" y="30"/>
                    <a:pt x="9" y="30"/>
                  </a:cubicBezTo>
                  <a:cubicBezTo>
                    <a:pt x="9" y="29"/>
                    <a:pt x="9" y="29"/>
                    <a:pt x="9" y="29"/>
                  </a:cubicBezTo>
                  <a:cubicBezTo>
                    <a:pt x="8" y="29"/>
                    <a:pt x="8" y="29"/>
                    <a:pt x="8" y="29"/>
                  </a:cubicBezTo>
                  <a:cubicBezTo>
                    <a:pt x="8" y="29"/>
                    <a:pt x="8" y="28"/>
                    <a:pt x="8" y="28"/>
                  </a:cubicBezTo>
                  <a:cubicBezTo>
                    <a:pt x="8" y="18"/>
                    <a:pt x="8" y="18"/>
                    <a:pt x="8" y="18"/>
                  </a:cubicBezTo>
                  <a:cubicBezTo>
                    <a:pt x="18" y="18"/>
                    <a:pt x="18" y="18"/>
                    <a:pt x="18" y="18"/>
                  </a:cubicBezTo>
                  <a:cubicBezTo>
                    <a:pt x="21" y="18"/>
                    <a:pt x="23" y="18"/>
                    <a:pt x="25" y="17"/>
                  </a:cubicBezTo>
                  <a:cubicBezTo>
                    <a:pt x="26" y="17"/>
                    <a:pt x="27" y="16"/>
                    <a:pt x="28" y="14"/>
                  </a:cubicBezTo>
                  <a:close/>
                  <a:moveTo>
                    <a:pt x="23" y="11"/>
                  </a:moveTo>
                  <a:cubicBezTo>
                    <a:pt x="23" y="12"/>
                    <a:pt x="22" y="12"/>
                    <a:pt x="22" y="12"/>
                  </a:cubicBezTo>
                  <a:cubicBezTo>
                    <a:pt x="21" y="13"/>
                    <a:pt x="19" y="13"/>
                    <a:pt x="18" y="13"/>
                  </a:cubicBezTo>
                  <a:cubicBezTo>
                    <a:pt x="8" y="13"/>
                    <a:pt x="8" y="13"/>
                    <a:pt x="8" y="13"/>
                  </a:cubicBezTo>
                  <a:cubicBezTo>
                    <a:pt x="8" y="5"/>
                    <a:pt x="8" y="5"/>
                    <a:pt x="8" y="5"/>
                  </a:cubicBezTo>
                  <a:cubicBezTo>
                    <a:pt x="18" y="5"/>
                    <a:pt x="18" y="5"/>
                    <a:pt x="18" y="5"/>
                  </a:cubicBezTo>
                  <a:cubicBezTo>
                    <a:pt x="20" y="5"/>
                    <a:pt x="21" y="5"/>
                    <a:pt x="22" y="6"/>
                  </a:cubicBezTo>
                  <a:cubicBezTo>
                    <a:pt x="22" y="6"/>
                    <a:pt x="23" y="7"/>
                    <a:pt x="23" y="7"/>
                  </a:cubicBezTo>
                  <a:cubicBezTo>
                    <a:pt x="23" y="8"/>
                    <a:pt x="23" y="8"/>
                    <a:pt x="23" y="9"/>
                  </a:cubicBezTo>
                  <a:cubicBezTo>
                    <a:pt x="23" y="10"/>
                    <a:pt x="23" y="10"/>
                    <a:pt x="23"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249"/>
            <p:cNvSpPr>
              <a:spLocks/>
            </p:cNvSpPr>
            <p:nvPr/>
          </p:nvSpPr>
          <p:spPr bwMode="auto">
            <a:xfrm>
              <a:off x="4483100" y="1295400"/>
              <a:ext cx="38100" cy="39687"/>
            </a:xfrm>
            <a:custGeom>
              <a:avLst/>
              <a:gdLst>
                <a:gd name="T0" fmla="*/ 11 w 30"/>
                <a:gd name="T1" fmla="*/ 30 h 31"/>
                <a:gd name="T2" fmla="*/ 10 w 30"/>
                <a:gd name="T3" fmla="*/ 30 h 31"/>
                <a:gd name="T4" fmla="*/ 10 w 30"/>
                <a:gd name="T5" fmla="*/ 31 h 31"/>
                <a:gd name="T6" fmla="*/ 19 w 30"/>
                <a:gd name="T7" fmla="*/ 31 h 31"/>
                <a:gd name="T8" fmla="*/ 19 w 30"/>
                <a:gd name="T9" fmla="*/ 30 h 31"/>
                <a:gd name="T10" fmla="*/ 18 w 30"/>
                <a:gd name="T11" fmla="*/ 30 h 31"/>
                <a:gd name="T12" fmla="*/ 18 w 30"/>
                <a:gd name="T13" fmla="*/ 29 h 31"/>
                <a:gd name="T14" fmla="*/ 18 w 30"/>
                <a:gd name="T15" fmla="*/ 6 h 31"/>
                <a:gd name="T16" fmla="*/ 27 w 30"/>
                <a:gd name="T17" fmla="*/ 6 h 31"/>
                <a:gd name="T18" fmla="*/ 28 w 30"/>
                <a:gd name="T19" fmla="*/ 6 h 31"/>
                <a:gd name="T20" fmla="*/ 29 w 30"/>
                <a:gd name="T21" fmla="*/ 8 h 31"/>
                <a:gd name="T22" fmla="*/ 30 w 30"/>
                <a:gd name="T23" fmla="*/ 8 h 31"/>
                <a:gd name="T24" fmla="*/ 30 w 30"/>
                <a:gd name="T25" fmla="*/ 0 h 31"/>
                <a:gd name="T26" fmla="*/ 29 w 30"/>
                <a:gd name="T27" fmla="*/ 0 h 31"/>
                <a:gd name="T28" fmla="*/ 28 w 30"/>
                <a:gd name="T29" fmla="*/ 1 h 31"/>
                <a:gd name="T30" fmla="*/ 27 w 30"/>
                <a:gd name="T31" fmla="*/ 1 h 31"/>
                <a:gd name="T32" fmla="*/ 2 w 30"/>
                <a:gd name="T33" fmla="*/ 1 h 31"/>
                <a:gd name="T34" fmla="*/ 1 w 30"/>
                <a:gd name="T35" fmla="*/ 1 h 31"/>
                <a:gd name="T36" fmla="*/ 1 w 30"/>
                <a:gd name="T37" fmla="*/ 0 h 31"/>
                <a:gd name="T38" fmla="*/ 0 w 30"/>
                <a:gd name="T39" fmla="*/ 0 h 31"/>
                <a:gd name="T40" fmla="*/ 0 w 30"/>
                <a:gd name="T41" fmla="*/ 8 h 31"/>
                <a:gd name="T42" fmla="*/ 1 w 30"/>
                <a:gd name="T43" fmla="*/ 8 h 31"/>
                <a:gd name="T44" fmla="*/ 1 w 30"/>
                <a:gd name="T45" fmla="*/ 6 h 31"/>
                <a:gd name="T46" fmla="*/ 2 w 30"/>
                <a:gd name="T47" fmla="*/ 6 h 31"/>
                <a:gd name="T48" fmla="*/ 12 w 30"/>
                <a:gd name="T49" fmla="*/ 6 h 31"/>
                <a:gd name="T50" fmla="*/ 12 w 30"/>
                <a:gd name="T51" fmla="*/ 29 h 31"/>
                <a:gd name="T52" fmla="*/ 11 w 30"/>
                <a:gd name="T5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31">
                  <a:moveTo>
                    <a:pt x="11" y="30"/>
                  </a:moveTo>
                  <a:cubicBezTo>
                    <a:pt x="11" y="30"/>
                    <a:pt x="11" y="30"/>
                    <a:pt x="10" y="30"/>
                  </a:cubicBezTo>
                  <a:cubicBezTo>
                    <a:pt x="10" y="31"/>
                    <a:pt x="10" y="31"/>
                    <a:pt x="10" y="31"/>
                  </a:cubicBezTo>
                  <a:cubicBezTo>
                    <a:pt x="19" y="31"/>
                    <a:pt x="19" y="31"/>
                    <a:pt x="19" y="31"/>
                  </a:cubicBezTo>
                  <a:cubicBezTo>
                    <a:pt x="19" y="30"/>
                    <a:pt x="19" y="30"/>
                    <a:pt x="19" y="30"/>
                  </a:cubicBezTo>
                  <a:cubicBezTo>
                    <a:pt x="19" y="30"/>
                    <a:pt x="19" y="30"/>
                    <a:pt x="18" y="30"/>
                  </a:cubicBezTo>
                  <a:cubicBezTo>
                    <a:pt x="18" y="30"/>
                    <a:pt x="18" y="29"/>
                    <a:pt x="18" y="29"/>
                  </a:cubicBezTo>
                  <a:cubicBezTo>
                    <a:pt x="18" y="6"/>
                    <a:pt x="18" y="6"/>
                    <a:pt x="18" y="6"/>
                  </a:cubicBezTo>
                  <a:cubicBezTo>
                    <a:pt x="27" y="6"/>
                    <a:pt x="27" y="6"/>
                    <a:pt x="27" y="6"/>
                  </a:cubicBezTo>
                  <a:cubicBezTo>
                    <a:pt x="28" y="6"/>
                    <a:pt x="28" y="6"/>
                    <a:pt x="28" y="6"/>
                  </a:cubicBezTo>
                  <a:cubicBezTo>
                    <a:pt x="28" y="7"/>
                    <a:pt x="29" y="7"/>
                    <a:pt x="29" y="8"/>
                  </a:cubicBezTo>
                  <a:cubicBezTo>
                    <a:pt x="30" y="8"/>
                    <a:pt x="30" y="8"/>
                    <a:pt x="30" y="8"/>
                  </a:cubicBezTo>
                  <a:cubicBezTo>
                    <a:pt x="30" y="0"/>
                    <a:pt x="30" y="0"/>
                    <a:pt x="30" y="0"/>
                  </a:cubicBezTo>
                  <a:cubicBezTo>
                    <a:pt x="29" y="0"/>
                    <a:pt x="29" y="0"/>
                    <a:pt x="29" y="0"/>
                  </a:cubicBezTo>
                  <a:cubicBezTo>
                    <a:pt x="29" y="0"/>
                    <a:pt x="28" y="1"/>
                    <a:pt x="28" y="1"/>
                  </a:cubicBezTo>
                  <a:cubicBezTo>
                    <a:pt x="28" y="1"/>
                    <a:pt x="28" y="1"/>
                    <a:pt x="27" y="1"/>
                  </a:cubicBezTo>
                  <a:cubicBezTo>
                    <a:pt x="2" y="1"/>
                    <a:pt x="2" y="1"/>
                    <a:pt x="2" y="1"/>
                  </a:cubicBezTo>
                  <a:cubicBezTo>
                    <a:pt x="2" y="1"/>
                    <a:pt x="2" y="1"/>
                    <a:pt x="1" y="1"/>
                  </a:cubicBezTo>
                  <a:cubicBezTo>
                    <a:pt x="1" y="1"/>
                    <a:pt x="1" y="0"/>
                    <a:pt x="1" y="0"/>
                  </a:cubicBezTo>
                  <a:cubicBezTo>
                    <a:pt x="0" y="0"/>
                    <a:pt x="0" y="0"/>
                    <a:pt x="0" y="0"/>
                  </a:cubicBezTo>
                  <a:cubicBezTo>
                    <a:pt x="0" y="8"/>
                    <a:pt x="0" y="8"/>
                    <a:pt x="0" y="8"/>
                  </a:cubicBezTo>
                  <a:cubicBezTo>
                    <a:pt x="1" y="8"/>
                    <a:pt x="1" y="8"/>
                    <a:pt x="1" y="8"/>
                  </a:cubicBezTo>
                  <a:cubicBezTo>
                    <a:pt x="1" y="7"/>
                    <a:pt x="1" y="7"/>
                    <a:pt x="1" y="6"/>
                  </a:cubicBezTo>
                  <a:cubicBezTo>
                    <a:pt x="2" y="6"/>
                    <a:pt x="2" y="6"/>
                    <a:pt x="2" y="6"/>
                  </a:cubicBezTo>
                  <a:cubicBezTo>
                    <a:pt x="12" y="6"/>
                    <a:pt x="12" y="6"/>
                    <a:pt x="12" y="6"/>
                  </a:cubicBezTo>
                  <a:cubicBezTo>
                    <a:pt x="12" y="29"/>
                    <a:pt x="12" y="29"/>
                    <a:pt x="12" y="29"/>
                  </a:cubicBezTo>
                  <a:cubicBezTo>
                    <a:pt x="12" y="29"/>
                    <a:pt x="11" y="30"/>
                    <a:pt x="11"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250"/>
            <p:cNvSpPr>
              <a:spLocks/>
            </p:cNvSpPr>
            <p:nvPr/>
          </p:nvSpPr>
          <p:spPr bwMode="auto">
            <a:xfrm>
              <a:off x="4587875" y="1295400"/>
              <a:ext cx="38100" cy="41275"/>
            </a:xfrm>
            <a:custGeom>
              <a:avLst/>
              <a:gdLst>
                <a:gd name="T0" fmla="*/ 28 w 29"/>
                <a:gd name="T1" fmla="*/ 31 h 32"/>
                <a:gd name="T2" fmla="*/ 28 w 29"/>
                <a:gd name="T3" fmla="*/ 32 h 32"/>
                <a:gd name="T4" fmla="*/ 29 w 29"/>
                <a:gd name="T5" fmla="*/ 32 h 32"/>
                <a:gd name="T6" fmla="*/ 29 w 29"/>
                <a:gd name="T7" fmla="*/ 25 h 32"/>
                <a:gd name="T8" fmla="*/ 28 w 29"/>
                <a:gd name="T9" fmla="*/ 25 h 32"/>
                <a:gd name="T10" fmla="*/ 28 w 29"/>
                <a:gd name="T11" fmla="*/ 26 h 32"/>
                <a:gd name="T12" fmla="*/ 27 w 29"/>
                <a:gd name="T13" fmla="*/ 26 h 32"/>
                <a:gd name="T14" fmla="*/ 7 w 29"/>
                <a:gd name="T15" fmla="*/ 26 h 32"/>
                <a:gd name="T16" fmla="*/ 7 w 29"/>
                <a:gd name="T17" fmla="*/ 18 h 32"/>
                <a:gd name="T18" fmla="*/ 19 w 29"/>
                <a:gd name="T19" fmla="*/ 18 h 32"/>
                <a:gd name="T20" fmla="*/ 20 w 29"/>
                <a:gd name="T21" fmla="*/ 18 h 32"/>
                <a:gd name="T22" fmla="*/ 21 w 29"/>
                <a:gd name="T23" fmla="*/ 19 h 32"/>
                <a:gd name="T24" fmla="*/ 22 w 29"/>
                <a:gd name="T25" fmla="*/ 19 h 32"/>
                <a:gd name="T26" fmla="*/ 22 w 29"/>
                <a:gd name="T27" fmla="*/ 12 h 32"/>
                <a:gd name="T28" fmla="*/ 21 w 29"/>
                <a:gd name="T29" fmla="*/ 12 h 32"/>
                <a:gd name="T30" fmla="*/ 20 w 29"/>
                <a:gd name="T31" fmla="*/ 13 h 32"/>
                <a:gd name="T32" fmla="*/ 19 w 29"/>
                <a:gd name="T33" fmla="*/ 13 h 32"/>
                <a:gd name="T34" fmla="*/ 7 w 29"/>
                <a:gd name="T35" fmla="*/ 13 h 32"/>
                <a:gd name="T36" fmla="*/ 7 w 29"/>
                <a:gd name="T37" fmla="*/ 6 h 32"/>
                <a:gd name="T38" fmla="*/ 26 w 29"/>
                <a:gd name="T39" fmla="*/ 6 h 32"/>
                <a:gd name="T40" fmla="*/ 27 w 29"/>
                <a:gd name="T41" fmla="*/ 6 h 32"/>
                <a:gd name="T42" fmla="*/ 28 w 29"/>
                <a:gd name="T43" fmla="*/ 8 h 32"/>
                <a:gd name="T44" fmla="*/ 28 w 29"/>
                <a:gd name="T45" fmla="*/ 8 h 32"/>
                <a:gd name="T46" fmla="*/ 28 w 29"/>
                <a:gd name="T47" fmla="*/ 0 h 32"/>
                <a:gd name="T48" fmla="*/ 28 w 29"/>
                <a:gd name="T49" fmla="*/ 0 h 32"/>
                <a:gd name="T50" fmla="*/ 27 w 29"/>
                <a:gd name="T51" fmla="*/ 1 h 32"/>
                <a:gd name="T52" fmla="*/ 26 w 29"/>
                <a:gd name="T53" fmla="*/ 1 h 32"/>
                <a:gd name="T54" fmla="*/ 0 w 29"/>
                <a:gd name="T55" fmla="*/ 1 h 32"/>
                <a:gd name="T56" fmla="*/ 0 w 29"/>
                <a:gd name="T57" fmla="*/ 2 h 32"/>
                <a:gd name="T58" fmla="*/ 1 w 29"/>
                <a:gd name="T59" fmla="*/ 3 h 32"/>
                <a:gd name="T60" fmla="*/ 1 w 29"/>
                <a:gd name="T61" fmla="*/ 4 h 32"/>
                <a:gd name="T62" fmla="*/ 1 w 29"/>
                <a:gd name="T63" fmla="*/ 29 h 32"/>
                <a:gd name="T64" fmla="*/ 1 w 29"/>
                <a:gd name="T65" fmla="*/ 30 h 32"/>
                <a:gd name="T66" fmla="*/ 0 w 29"/>
                <a:gd name="T67" fmla="*/ 30 h 32"/>
                <a:gd name="T68" fmla="*/ 0 w 29"/>
                <a:gd name="T69" fmla="*/ 31 h 32"/>
                <a:gd name="T70" fmla="*/ 27 w 29"/>
                <a:gd name="T71" fmla="*/ 31 h 32"/>
                <a:gd name="T72" fmla="*/ 28 w 29"/>
                <a:gd name="T73" fmla="*/ 3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9" h="32">
                  <a:moveTo>
                    <a:pt x="28" y="31"/>
                  </a:moveTo>
                  <a:cubicBezTo>
                    <a:pt x="28" y="32"/>
                    <a:pt x="28" y="32"/>
                    <a:pt x="28" y="32"/>
                  </a:cubicBezTo>
                  <a:cubicBezTo>
                    <a:pt x="29" y="32"/>
                    <a:pt x="29" y="32"/>
                    <a:pt x="29" y="32"/>
                  </a:cubicBezTo>
                  <a:cubicBezTo>
                    <a:pt x="29" y="25"/>
                    <a:pt x="29" y="25"/>
                    <a:pt x="29" y="25"/>
                  </a:cubicBezTo>
                  <a:cubicBezTo>
                    <a:pt x="28" y="25"/>
                    <a:pt x="28" y="25"/>
                    <a:pt x="28" y="25"/>
                  </a:cubicBezTo>
                  <a:cubicBezTo>
                    <a:pt x="28" y="25"/>
                    <a:pt x="28" y="26"/>
                    <a:pt x="28" y="26"/>
                  </a:cubicBezTo>
                  <a:cubicBezTo>
                    <a:pt x="27" y="26"/>
                    <a:pt x="27" y="26"/>
                    <a:pt x="27" y="26"/>
                  </a:cubicBezTo>
                  <a:cubicBezTo>
                    <a:pt x="7" y="26"/>
                    <a:pt x="7" y="26"/>
                    <a:pt x="7" y="26"/>
                  </a:cubicBezTo>
                  <a:cubicBezTo>
                    <a:pt x="7" y="18"/>
                    <a:pt x="7" y="18"/>
                    <a:pt x="7" y="18"/>
                  </a:cubicBezTo>
                  <a:cubicBezTo>
                    <a:pt x="19" y="18"/>
                    <a:pt x="19" y="18"/>
                    <a:pt x="19" y="18"/>
                  </a:cubicBezTo>
                  <a:cubicBezTo>
                    <a:pt x="20" y="18"/>
                    <a:pt x="20" y="18"/>
                    <a:pt x="20" y="18"/>
                  </a:cubicBezTo>
                  <a:cubicBezTo>
                    <a:pt x="21" y="18"/>
                    <a:pt x="21" y="19"/>
                    <a:pt x="21" y="19"/>
                  </a:cubicBezTo>
                  <a:cubicBezTo>
                    <a:pt x="22" y="19"/>
                    <a:pt x="22" y="19"/>
                    <a:pt x="22" y="19"/>
                  </a:cubicBezTo>
                  <a:cubicBezTo>
                    <a:pt x="22" y="12"/>
                    <a:pt x="22" y="12"/>
                    <a:pt x="22" y="12"/>
                  </a:cubicBezTo>
                  <a:cubicBezTo>
                    <a:pt x="21" y="12"/>
                    <a:pt x="21" y="12"/>
                    <a:pt x="21" y="12"/>
                  </a:cubicBezTo>
                  <a:cubicBezTo>
                    <a:pt x="21" y="12"/>
                    <a:pt x="21" y="13"/>
                    <a:pt x="20" y="13"/>
                  </a:cubicBezTo>
                  <a:cubicBezTo>
                    <a:pt x="20" y="13"/>
                    <a:pt x="20" y="13"/>
                    <a:pt x="19" y="13"/>
                  </a:cubicBezTo>
                  <a:cubicBezTo>
                    <a:pt x="7" y="13"/>
                    <a:pt x="7" y="13"/>
                    <a:pt x="7" y="13"/>
                  </a:cubicBezTo>
                  <a:cubicBezTo>
                    <a:pt x="7" y="6"/>
                    <a:pt x="7" y="6"/>
                    <a:pt x="7" y="6"/>
                  </a:cubicBezTo>
                  <a:cubicBezTo>
                    <a:pt x="26" y="6"/>
                    <a:pt x="26" y="6"/>
                    <a:pt x="26" y="6"/>
                  </a:cubicBezTo>
                  <a:cubicBezTo>
                    <a:pt x="26" y="6"/>
                    <a:pt x="27" y="6"/>
                    <a:pt x="27" y="6"/>
                  </a:cubicBezTo>
                  <a:cubicBezTo>
                    <a:pt x="27" y="7"/>
                    <a:pt x="27" y="7"/>
                    <a:pt x="28" y="8"/>
                  </a:cubicBezTo>
                  <a:cubicBezTo>
                    <a:pt x="28" y="8"/>
                    <a:pt x="28" y="8"/>
                    <a:pt x="28" y="8"/>
                  </a:cubicBezTo>
                  <a:cubicBezTo>
                    <a:pt x="28" y="0"/>
                    <a:pt x="28" y="0"/>
                    <a:pt x="28" y="0"/>
                  </a:cubicBezTo>
                  <a:cubicBezTo>
                    <a:pt x="28" y="0"/>
                    <a:pt x="28" y="0"/>
                    <a:pt x="28" y="0"/>
                  </a:cubicBezTo>
                  <a:cubicBezTo>
                    <a:pt x="27" y="0"/>
                    <a:pt x="27" y="1"/>
                    <a:pt x="27" y="1"/>
                  </a:cubicBezTo>
                  <a:cubicBezTo>
                    <a:pt x="27" y="1"/>
                    <a:pt x="26" y="1"/>
                    <a:pt x="26" y="1"/>
                  </a:cubicBezTo>
                  <a:cubicBezTo>
                    <a:pt x="0" y="1"/>
                    <a:pt x="0" y="1"/>
                    <a:pt x="0" y="1"/>
                  </a:cubicBezTo>
                  <a:cubicBezTo>
                    <a:pt x="0" y="2"/>
                    <a:pt x="0" y="2"/>
                    <a:pt x="0" y="2"/>
                  </a:cubicBezTo>
                  <a:cubicBezTo>
                    <a:pt x="0" y="2"/>
                    <a:pt x="0" y="2"/>
                    <a:pt x="1" y="3"/>
                  </a:cubicBezTo>
                  <a:cubicBezTo>
                    <a:pt x="1" y="3"/>
                    <a:pt x="1" y="3"/>
                    <a:pt x="1" y="4"/>
                  </a:cubicBezTo>
                  <a:cubicBezTo>
                    <a:pt x="1" y="29"/>
                    <a:pt x="1" y="29"/>
                    <a:pt x="1" y="29"/>
                  </a:cubicBezTo>
                  <a:cubicBezTo>
                    <a:pt x="1" y="29"/>
                    <a:pt x="1" y="30"/>
                    <a:pt x="1" y="30"/>
                  </a:cubicBezTo>
                  <a:cubicBezTo>
                    <a:pt x="0" y="30"/>
                    <a:pt x="0" y="30"/>
                    <a:pt x="0" y="30"/>
                  </a:cubicBezTo>
                  <a:cubicBezTo>
                    <a:pt x="0" y="31"/>
                    <a:pt x="0" y="31"/>
                    <a:pt x="0" y="31"/>
                  </a:cubicBezTo>
                  <a:cubicBezTo>
                    <a:pt x="27" y="31"/>
                    <a:pt x="27" y="31"/>
                    <a:pt x="27" y="31"/>
                  </a:cubicBezTo>
                  <a:cubicBezTo>
                    <a:pt x="27" y="31"/>
                    <a:pt x="27" y="31"/>
                    <a:pt x="28"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251"/>
            <p:cNvSpPr>
              <a:spLocks noEditPoints="1"/>
            </p:cNvSpPr>
            <p:nvPr/>
          </p:nvSpPr>
          <p:spPr bwMode="auto">
            <a:xfrm>
              <a:off x="4691063" y="1295400"/>
              <a:ext cx="44450" cy="41275"/>
            </a:xfrm>
            <a:custGeom>
              <a:avLst/>
              <a:gdLst>
                <a:gd name="T0" fmla="*/ 29 w 34"/>
                <a:gd name="T1" fmla="*/ 4 h 31"/>
                <a:gd name="T2" fmla="*/ 17 w 34"/>
                <a:gd name="T3" fmla="*/ 0 h 31"/>
                <a:gd name="T4" fmla="*/ 2 w 34"/>
                <a:gd name="T5" fmla="*/ 7 h 31"/>
                <a:gd name="T6" fmla="*/ 0 w 34"/>
                <a:gd name="T7" fmla="*/ 15 h 31"/>
                <a:gd name="T8" fmla="*/ 1 w 34"/>
                <a:gd name="T9" fmla="*/ 21 h 31"/>
                <a:gd name="T10" fmla="*/ 5 w 34"/>
                <a:gd name="T11" fmla="*/ 26 h 31"/>
                <a:gd name="T12" fmla="*/ 17 w 34"/>
                <a:gd name="T13" fmla="*/ 31 h 31"/>
                <a:gd name="T14" fmla="*/ 32 w 34"/>
                <a:gd name="T15" fmla="*/ 23 h 31"/>
                <a:gd name="T16" fmla="*/ 34 w 34"/>
                <a:gd name="T17" fmla="*/ 15 h 31"/>
                <a:gd name="T18" fmla="*/ 29 w 34"/>
                <a:gd name="T19" fmla="*/ 4 h 31"/>
                <a:gd name="T20" fmla="*/ 27 w 34"/>
                <a:gd name="T21" fmla="*/ 19 h 31"/>
                <a:gd name="T22" fmla="*/ 24 w 34"/>
                <a:gd name="T23" fmla="*/ 23 h 31"/>
                <a:gd name="T24" fmla="*/ 17 w 34"/>
                <a:gd name="T25" fmla="*/ 25 h 31"/>
                <a:gd name="T26" fmla="*/ 10 w 34"/>
                <a:gd name="T27" fmla="*/ 23 h 31"/>
                <a:gd name="T28" fmla="*/ 6 w 34"/>
                <a:gd name="T29" fmla="*/ 15 h 31"/>
                <a:gd name="T30" fmla="*/ 10 w 34"/>
                <a:gd name="T31" fmla="*/ 7 h 31"/>
                <a:gd name="T32" fmla="*/ 17 w 34"/>
                <a:gd name="T33" fmla="*/ 5 h 31"/>
                <a:gd name="T34" fmla="*/ 24 w 34"/>
                <a:gd name="T35" fmla="*/ 7 h 31"/>
                <a:gd name="T36" fmla="*/ 27 w 34"/>
                <a:gd name="T37" fmla="*/ 15 h 31"/>
                <a:gd name="T38" fmla="*/ 27 w 34"/>
                <a:gd name="T39" fmla="*/ 1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4" h="31">
                  <a:moveTo>
                    <a:pt x="29" y="4"/>
                  </a:moveTo>
                  <a:cubicBezTo>
                    <a:pt x="26" y="1"/>
                    <a:pt x="22" y="0"/>
                    <a:pt x="17" y="0"/>
                  </a:cubicBezTo>
                  <a:cubicBezTo>
                    <a:pt x="10" y="0"/>
                    <a:pt x="5" y="2"/>
                    <a:pt x="2" y="7"/>
                  </a:cubicBezTo>
                  <a:cubicBezTo>
                    <a:pt x="1" y="9"/>
                    <a:pt x="0" y="12"/>
                    <a:pt x="0" y="15"/>
                  </a:cubicBezTo>
                  <a:cubicBezTo>
                    <a:pt x="0" y="17"/>
                    <a:pt x="0" y="19"/>
                    <a:pt x="1" y="21"/>
                  </a:cubicBezTo>
                  <a:cubicBezTo>
                    <a:pt x="2" y="23"/>
                    <a:pt x="3" y="25"/>
                    <a:pt x="5" y="26"/>
                  </a:cubicBezTo>
                  <a:cubicBezTo>
                    <a:pt x="8" y="29"/>
                    <a:pt x="12" y="31"/>
                    <a:pt x="17" y="31"/>
                  </a:cubicBezTo>
                  <a:cubicBezTo>
                    <a:pt x="24" y="31"/>
                    <a:pt x="29" y="28"/>
                    <a:pt x="32" y="23"/>
                  </a:cubicBezTo>
                  <a:cubicBezTo>
                    <a:pt x="33" y="21"/>
                    <a:pt x="34" y="18"/>
                    <a:pt x="34" y="15"/>
                  </a:cubicBezTo>
                  <a:cubicBezTo>
                    <a:pt x="34" y="11"/>
                    <a:pt x="32" y="7"/>
                    <a:pt x="29" y="4"/>
                  </a:cubicBezTo>
                  <a:close/>
                  <a:moveTo>
                    <a:pt x="27" y="19"/>
                  </a:moveTo>
                  <a:cubicBezTo>
                    <a:pt x="26" y="21"/>
                    <a:pt x="25" y="22"/>
                    <a:pt x="24" y="23"/>
                  </a:cubicBezTo>
                  <a:cubicBezTo>
                    <a:pt x="22" y="25"/>
                    <a:pt x="20" y="25"/>
                    <a:pt x="17" y="25"/>
                  </a:cubicBezTo>
                  <a:cubicBezTo>
                    <a:pt x="14" y="25"/>
                    <a:pt x="12" y="25"/>
                    <a:pt x="10" y="23"/>
                  </a:cubicBezTo>
                  <a:cubicBezTo>
                    <a:pt x="8" y="21"/>
                    <a:pt x="6" y="18"/>
                    <a:pt x="6" y="15"/>
                  </a:cubicBezTo>
                  <a:cubicBezTo>
                    <a:pt x="6" y="12"/>
                    <a:pt x="8" y="9"/>
                    <a:pt x="10" y="7"/>
                  </a:cubicBezTo>
                  <a:cubicBezTo>
                    <a:pt x="12" y="6"/>
                    <a:pt x="14" y="5"/>
                    <a:pt x="17" y="5"/>
                  </a:cubicBezTo>
                  <a:cubicBezTo>
                    <a:pt x="20" y="5"/>
                    <a:pt x="22" y="6"/>
                    <a:pt x="24" y="7"/>
                  </a:cubicBezTo>
                  <a:cubicBezTo>
                    <a:pt x="26" y="9"/>
                    <a:pt x="27" y="12"/>
                    <a:pt x="27" y="15"/>
                  </a:cubicBezTo>
                  <a:cubicBezTo>
                    <a:pt x="27" y="17"/>
                    <a:pt x="27" y="18"/>
                    <a:pt x="2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252"/>
            <p:cNvSpPr>
              <a:spLocks/>
            </p:cNvSpPr>
            <p:nvPr/>
          </p:nvSpPr>
          <p:spPr bwMode="auto">
            <a:xfrm>
              <a:off x="4429125" y="1042988"/>
              <a:ext cx="84138" cy="77787"/>
            </a:xfrm>
            <a:custGeom>
              <a:avLst/>
              <a:gdLst>
                <a:gd name="T0" fmla="*/ 58 w 65"/>
                <a:gd name="T1" fmla="*/ 53 h 60"/>
                <a:gd name="T2" fmla="*/ 62 w 65"/>
                <a:gd name="T3" fmla="*/ 51 h 60"/>
                <a:gd name="T4" fmla="*/ 64 w 65"/>
                <a:gd name="T5" fmla="*/ 52 h 60"/>
                <a:gd name="T6" fmla="*/ 65 w 65"/>
                <a:gd name="T7" fmla="*/ 51 h 60"/>
                <a:gd name="T8" fmla="*/ 57 w 65"/>
                <a:gd name="T9" fmla="*/ 39 h 60"/>
                <a:gd name="T10" fmla="*/ 56 w 65"/>
                <a:gd name="T11" fmla="*/ 40 h 60"/>
                <a:gd name="T12" fmla="*/ 56 w 65"/>
                <a:gd name="T13" fmla="*/ 41 h 60"/>
                <a:gd name="T14" fmla="*/ 55 w 65"/>
                <a:gd name="T15" fmla="*/ 43 h 60"/>
                <a:gd name="T16" fmla="*/ 51 w 65"/>
                <a:gd name="T17" fmla="*/ 46 h 60"/>
                <a:gd name="T18" fmla="*/ 36 w 65"/>
                <a:gd name="T19" fmla="*/ 50 h 60"/>
                <a:gd name="T20" fmla="*/ 20 w 65"/>
                <a:gd name="T21" fmla="*/ 45 h 60"/>
                <a:gd name="T22" fmla="*/ 13 w 65"/>
                <a:gd name="T23" fmla="*/ 30 h 60"/>
                <a:gd name="T24" fmla="*/ 20 w 65"/>
                <a:gd name="T25" fmla="*/ 15 h 60"/>
                <a:gd name="T26" fmla="*/ 36 w 65"/>
                <a:gd name="T27" fmla="*/ 10 h 60"/>
                <a:gd name="T28" fmla="*/ 51 w 65"/>
                <a:gd name="T29" fmla="*/ 14 h 60"/>
                <a:gd name="T30" fmla="*/ 55 w 65"/>
                <a:gd name="T31" fmla="*/ 17 h 60"/>
                <a:gd name="T32" fmla="*/ 56 w 65"/>
                <a:gd name="T33" fmla="*/ 19 h 60"/>
                <a:gd name="T34" fmla="*/ 56 w 65"/>
                <a:gd name="T35" fmla="*/ 20 h 60"/>
                <a:gd name="T36" fmla="*/ 57 w 65"/>
                <a:gd name="T37" fmla="*/ 21 h 60"/>
                <a:gd name="T38" fmla="*/ 65 w 65"/>
                <a:gd name="T39" fmla="*/ 9 h 60"/>
                <a:gd name="T40" fmla="*/ 64 w 65"/>
                <a:gd name="T41" fmla="*/ 8 h 60"/>
                <a:gd name="T42" fmla="*/ 62 w 65"/>
                <a:gd name="T43" fmla="*/ 9 h 60"/>
                <a:gd name="T44" fmla="*/ 58 w 65"/>
                <a:gd name="T45" fmla="*/ 7 h 60"/>
                <a:gd name="T46" fmla="*/ 46 w 65"/>
                <a:gd name="T47" fmla="*/ 2 h 60"/>
                <a:gd name="T48" fmla="*/ 34 w 65"/>
                <a:gd name="T49" fmla="*/ 0 h 60"/>
                <a:gd name="T50" fmla="*/ 6 w 65"/>
                <a:gd name="T51" fmla="*/ 12 h 60"/>
                <a:gd name="T52" fmla="*/ 0 w 65"/>
                <a:gd name="T53" fmla="*/ 30 h 60"/>
                <a:gd name="T54" fmla="*/ 3 w 65"/>
                <a:gd name="T55" fmla="*/ 44 h 60"/>
                <a:gd name="T56" fmla="*/ 12 w 65"/>
                <a:gd name="T57" fmla="*/ 53 h 60"/>
                <a:gd name="T58" fmla="*/ 34 w 65"/>
                <a:gd name="T59" fmla="*/ 60 h 60"/>
                <a:gd name="T60" fmla="*/ 46 w 65"/>
                <a:gd name="T61" fmla="*/ 58 h 60"/>
                <a:gd name="T62" fmla="*/ 58 w 65"/>
                <a:gd name="T63" fmla="*/ 5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5" h="60">
                  <a:moveTo>
                    <a:pt x="58" y="53"/>
                  </a:moveTo>
                  <a:cubicBezTo>
                    <a:pt x="60" y="51"/>
                    <a:pt x="62" y="51"/>
                    <a:pt x="62" y="51"/>
                  </a:cubicBezTo>
                  <a:cubicBezTo>
                    <a:pt x="63" y="51"/>
                    <a:pt x="63" y="51"/>
                    <a:pt x="64" y="52"/>
                  </a:cubicBezTo>
                  <a:cubicBezTo>
                    <a:pt x="65" y="51"/>
                    <a:pt x="65" y="51"/>
                    <a:pt x="65" y="51"/>
                  </a:cubicBezTo>
                  <a:cubicBezTo>
                    <a:pt x="57" y="39"/>
                    <a:pt x="57" y="39"/>
                    <a:pt x="57" y="39"/>
                  </a:cubicBezTo>
                  <a:cubicBezTo>
                    <a:pt x="56" y="40"/>
                    <a:pt x="56" y="40"/>
                    <a:pt x="56" y="40"/>
                  </a:cubicBezTo>
                  <a:cubicBezTo>
                    <a:pt x="56" y="40"/>
                    <a:pt x="56" y="41"/>
                    <a:pt x="56" y="41"/>
                  </a:cubicBezTo>
                  <a:cubicBezTo>
                    <a:pt x="56" y="42"/>
                    <a:pt x="56" y="42"/>
                    <a:pt x="55" y="43"/>
                  </a:cubicBezTo>
                  <a:cubicBezTo>
                    <a:pt x="54" y="44"/>
                    <a:pt x="53" y="45"/>
                    <a:pt x="51" y="46"/>
                  </a:cubicBezTo>
                  <a:cubicBezTo>
                    <a:pt x="46" y="49"/>
                    <a:pt x="41" y="50"/>
                    <a:pt x="36" y="50"/>
                  </a:cubicBezTo>
                  <a:cubicBezTo>
                    <a:pt x="29" y="50"/>
                    <a:pt x="24" y="48"/>
                    <a:pt x="20" y="45"/>
                  </a:cubicBezTo>
                  <a:cubicBezTo>
                    <a:pt x="15" y="41"/>
                    <a:pt x="13" y="36"/>
                    <a:pt x="13" y="30"/>
                  </a:cubicBezTo>
                  <a:cubicBezTo>
                    <a:pt x="13" y="24"/>
                    <a:pt x="15" y="19"/>
                    <a:pt x="20" y="15"/>
                  </a:cubicBezTo>
                  <a:cubicBezTo>
                    <a:pt x="24" y="12"/>
                    <a:pt x="29" y="10"/>
                    <a:pt x="36" y="10"/>
                  </a:cubicBezTo>
                  <a:cubicBezTo>
                    <a:pt x="41" y="10"/>
                    <a:pt x="46" y="11"/>
                    <a:pt x="51" y="14"/>
                  </a:cubicBezTo>
                  <a:cubicBezTo>
                    <a:pt x="53" y="15"/>
                    <a:pt x="54" y="16"/>
                    <a:pt x="55" y="17"/>
                  </a:cubicBezTo>
                  <a:cubicBezTo>
                    <a:pt x="56" y="17"/>
                    <a:pt x="56" y="18"/>
                    <a:pt x="56" y="19"/>
                  </a:cubicBezTo>
                  <a:cubicBezTo>
                    <a:pt x="56" y="19"/>
                    <a:pt x="56" y="20"/>
                    <a:pt x="56" y="20"/>
                  </a:cubicBezTo>
                  <a:cubicBezTo>
                    <a:pt x="57" y="21"/>
                    <a:pt x="57" y="21"/>
                    <a:pt x="57" y="21"/>
                  </a:cubicBezTo>
                  <a:cubicBezTo>
                    <a:pt x="65" y="9"/>
                    <a:pt x="65" y="9"/>
                    <a:pt x="65" y="9"/>
                  </a:cubicBezTo>
                  <a:cubicBezTo>
                    <a:pt x="64" y="8"/>
                    <a:pt x="64" y="8"/>
                    <a:pt x="64" y="8"/>
                  </a:cubicBezTo>
                  <a:cubicBezTo>
                    <a:pt x="63" y="9"/>
                    <a:pt x="63" y="9"/>
                    <a:pt x="62" y="9"/>
                  </a:cubicBezTo>
                  <a:cubicBezTo>
                    <a:pt x="62" y="9"/>
                    <a:pt x="60" y="9"/>
                    <a:pt x="58" y="7"/>
                  </a:cubicBezTo>
                  <a:cubicBezTo>
                    <a:pt x="53" y="4"/>
                    <a:pt x="49" y="2"/>
                    <a:pt x="46" y="2"/>
                  </a:cubicBezTo>
                  <a:cubicBezTo>
                    <a:pt x="42" y="1"/>
                    <a:pt x="39" y="0"/>
                    <a:pt x="34" y="0"/>
                  </a:cubicBezTo>
                  <a:cubicBezTo>
                    <a:pt x="22" y="0"/>
                    <a:pt x="12" y="4"/>
                    <a:pt x="6" y="12"/>
                  </a:cubicBezTo>
                  <a:cubicBezTo>
                    <a:pt x="2" y="17"/>
                    <a:pt x="0" y="23"/>
                    <a:pt x="0" y="30"/>
                  </a:cubicBezTo>
                  <a:cubicBezTo>
                    <a:pt x="0" y="35"/>
                    <a:pt x="1" y="40"/>
                    <a:pt x="3" y="44"/>
                  </a:cubicBezTo>
                  <a:cubicBezTo>
                    <a:pt x="5" y="48"/>
                    <a:pt x="8" y="51"/>
                    <a:pt x="12" y="53"/>
                  </a:cubicBezTo>
                  <a:cubicBezTo>
                    <a:pt x="17" y="58"/>
                    <a:pt x="25" y="60"/>
                    <a:pt x="34" y="60"/>
                  </a:cubicBezTo>
                  <a:cubicBezTo>
                    <a:pt x="39" y="60"/>
                    <a:pt x="42" y="59"/>
                    <a:pt x="46" y="58"/>
                  </a:cubicBezTo>
                  <a:cubicBezTo>
                    <a:pt x="49" y="57"/>
                    <a:pt x="53" y="55"/>
                    <a:pt x="58"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253"/>
            <p:cNvSpPr>
              <a:spLocks noEditPoints="1"/>
            </p:cNvSpPr>
            <p:nvPr/>
          </p:nvSpPr>
          <p:spPr bwMode="auto">
            <a:xfrm>
              <a:off x="4591050" y="1044575"/>
              <a:ext cx="92075" cy="74612"/>
            </a:xfrm>
            <a:custGeom>
              <a:avLst/>
              <a:gdLst>
                <a:gd name="T0" fmla="*/ 5 w 71"/>
                <a:gd name="T1" fmla="*/ 52 h 58"/>
                <a:gd name="T2" fmla="*/ 3 w 71"/>
                <a:gd name="T3" fmla="*/ 55 h 58"/>
                <a:gd name="T4" fmla="*/ 0 w 71"/>
                <a:gd name="T5" fmla="*/ 56 h 58"/>
                <a:gd name="T6" fmla="*/ 0 w 71"/>
                <a:gd name="T7" fmla="*/ 58 h 58"/>
                <a:gd name="T8" fmla="*/ 19 w 71"/>
                <a:gd name="T9" fmla="*/ 58 h 58"/>
                <a:gd name="T10" fmla="*/ 19 w 71"/>
                <a:gd name="T11" fmla="*/ 56 h 58"/>
                <a:gd name="T12" fmla="*/ 17 w 71"/>
                <a:gd name="T13" fmla="*/ 54 h 58"/>
                <a:gd name="T14" fmla="*/ 17 w 71"/>
                <a:gd name="T15" fmla="*/ 51 h 58"/>
                <a:gd name="T16" fmla="*/ 21 w 71"/>
                <a:gd name="T17" fmla="*/ 43 h 58"/>
                <a:gd name="T18" fmla="*/ 47 w 71"/>
                <a:gd name="T19" fmla="*/ 43 h 58"/>
                <a:gd name="T20" fmla="*/ 51 w 71"/>
                <a:gd name="T21" fmla="*/ 51 h 58"/>
                <a:gd name="T22" fmla="*/ 52 w 71"/>
                <a:gd name="T23" fmla="*/ 54 h 58"/>
                <a:gd name="T24" fmla="*/ 49 w 71"/>
                <a:gd name="T25" fmla="*/ 56 h 58"/>
                <a:gd name="T26" fmla="*/ 49 w 71"/>
                <a:gd name="T27" fmla="*/ 58 h 58"/>
                <a:gd name="T28" fmla="*/ 71 w 71"/>
                <a:gd name="T29" fmla="*/ 58 h 58"/>
                <a:gd name="T30" fmla="*/ 71 w 71"/>
                <a:gd name="T31" fmla="*/ 56 h 58"/>
                <a:gd name="T32" fmla="*/ 68 w 71"/>
                <a:gd name="T33" fmla="*/ 55 h 58"/>
                <a:gd name="T34" fmla="*/ 65 w 71"/>
                <a:gd name="T35" fmla="*/ 51 h 58"/>
                <a:gd name="T36" fmla="*/ 43 w 71"/>
                <a:gd name="T37" fmla="*/ 7 h 58"/>
                <a:gd name="T38" fmla="*/ 43 w 71"/>
                <a:gd name="T39" fmla="*/ 4 h 58"/>
                <a:gd name="T40" fmla="*/ 45 w 71"/>
                <a:gd name="T41" fmla="*/ 1 h 58"/>
                <a:gd name="T42" fmla="*/ 45 w 71"/>
                <a:gd name="T43" fmla="*/ 0 h 58"/>
                <a:gd name="T44" fmla="*/ 25 w 71"/>
                <a:gd name="T45" fmla="*/ 0 h 58"/>
                <a:gd name="T46" fmla="*/ 25 w 71"/>
                <a:gd name="T47" fmla="*/ 1 h 58"/>
                <a:gd name="T48" fmla="*/ 27 w 71"/>
                <a:gd name="T49" fmla="*/ 4 h 58"/>
                <a:gd name="T50" fmla="*/ 26 w 71"/>
                <a:gd name="T51" fmla="*/ 8 h 58"/>
                <a:gd name="T52" fmla="*/ 5 w 71"/>
                <a:gd name="T53" fmla="*/ 52 h 58"/>
                <a:gd name="T54" fmla="*/ 35 w 71"/>
                <a:gd name="T55" fmla="*/ 15 h 58"/>
                <a:gd name="T56" fmla="*/ 44 w 71"/>
                <a:gd name="T57" fmla="*/ 35 h 58"/>
                <a:gd name="T58" fmla="*/ 25 w 71"/>
                <a:gd name="T59" fmla="*/ 35 h 58"/>
                <a:gd name="T60" fmla="*/ 35 w 71"/>
                <a:gd name="T61" fmla="*/ 1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1" h="58">
                  <a:moveTo>
                    <a:pt x="5" y="52"/>
                  </a:moveTo>
                  <a:cubicBezTo>
                    <a:pt x="4" y="54"/>
                    <a:pt x="4" y="55"/>
                    <a:pt x="3" y="55"/>
                  </a:cubicBezTo>
                  <a:cubicBezTo>
                    <a:pt x="2" y="56"/>
                    <a:pt x="1" y="56"/>
                    <a:pt x="0" y="56"/>
                  </a:cubicBezTo>
                  <a:cubicBezTo>
                    <a:pt x="0" y="58"/>
                    <a:pt x="0" y="58"/>
                    <a:pt x="0" y="58"/>
                  </a:cubicBezTo>
                  <a:cubicBezTo>
                    <a:pt x="19" y="58"/>
                    <a:pt x="19" y="58"/>
                    <a:pt x="19" y="58"/>
                  </a:cubicBezTo>
                  <a:cubicBezTo>
                    <a:pt x="19" y="56"/>
                    <a:pt x="19" y="56"/>
                    <a:pt x="19" y="56"/>
                  </a:cubicBezTo>
                  <a:cubicBezTo>
                    <a:pt x="18" y="56"/>
                    <a:pt x="17" y="55"/>
                    <a:pt x="17" y="54"/>
                  </a:cubicBezTo>
                  <a:cubicBezTo>
                    <a:pt x="17" y="53"/>
                    <a:pt x="17" y="52"/>
                    <a:pt x="17" y="51"/>
                  </a:cubicBezTo>
                  <a:cubicBezTo>
                    <a:pt x="21" y="43"/>
                    <a:pt x="21" y="43"/>
                    <a:pt x="21" y="43"/>
                  </a:cubicBezTo>
                  <a:cubicBezTo>
                    <a:pt x="47" y="43"/>
                    <a:pt x="47" y="43"/>
                    <a:pt x="47" y="43"/>
                  </a:cubicBezTo>
                  <a:cubicBezTo>
                    <a:pt x="51" y="51"/>
                    <a:pt x="51" y="51"/>
                    <a:pt x="51" y="51"/>
                  </a:cubicBezTo>
                  <a:cubicBezTo>
                    <a:pt x="52" y="52"/>
                    <a:pt x="52" y="53"/>
                    <a:pt x="52" y="54"/>
                  </a:cubicBezTo>
                  <a:cubicBezTo>
                    <a:pt x="52" y="55"/>
                    <a:pt x="51" y="56"/>
                    <a:pt x="49" y="56"/>
                  </a:cubicBezTo>
                  <a:cubicBezTo>
                    <a:pt x="49" y="58"/>
                    <a:pt x="49" y="58"/>
                    <a:pt x="49" y="58"/>
                  </a:cubicBezTo>
                  <a:cubicBezTo>
                    <a:pt x="71" y="58"/>
                    <a:pt x="71" y="58"/>
                    <a:pt x="71" y="58"/>
                  </a:cubicBezTo>
                  <a:cubicBezTo>
                    <a:pt x="71" y="56"/>
                    <a:pt x="71" y="56"/>
                    <a:pt x="71" y="56"/>
                  </a:cubicBezTo>
                  <a:cubicBezTo>
                    <a:pt x="70" y="56"/>
                    <a:pt x="69" y="56"/>
                    <a:pt x="68" y="55"/>
                  </a:cubicBezTo>
                  <a:cubicBezTo>
                    <a:pt x="67" y="54"/>
                    <a:pt x="66" y="53"/>
                    <a:pt x="65" y="51"/>
                  </a:cubicBezTo>
                  <a:cubicBezTo>
                    <a:pt x="43" y="7"/>
                    <a:pt x="43" y="7"/>
                    <a:pt x="43" y="7"/>
                  </a:cubicBezTo>
                  <a:cubicBezTo>
                    <a:pt x="43" y="6"/>
                    <a:pt x="43" y="5"/>
                    <a:pt x="43" y="4"/>
                  </a:cubicBezTo>
                  <a:cubicBezTo>
                    <a:pt x="43" y="3"/>
                    <a:pt x="43" y="2"/>
                    <a:pt x="45" y="1"/>
                  </a:cubicBezTo>
                  <a:cubicBezTo>
                    <a:pt x="45" y="0"/>
                    <a:pt x="45" y="0"/>
                    <a:pt x="45" y="0"/>
                  </a:cubicBezTo>
                  <a:cubicBezTo>
                    <a:pt x="25" y="0"/>
                    <a:pt x="25" y="0"/>
                    <a:pt x="25" y="0"/>
                  </a:cubicBezTo>
                  <a:cubicBezTo>
                    <a:pt x="25" y="1"/>
                    <a:pt x="25" y="1"/>
                    <a:pt x="25" y="1"/>
                  </a:cubicBezTo>
                  <a:cubicBezTo>
                    <a:pt x="26" y="2"/>
                    <a:pt x="27" y="3"/>
                    <a:pt x="27" y="4"/>
                  </a:cubicBezTo>
                  <a:cubicBezTo>
                    <a:pt x="27" y="5"/>
                    <a:pt x="27" y="6"/>
                    <a:pt x="26" y="8"/>
                  </a:cubicBezTo>
                  <a:lnTo>
                    <a:pt x="5" y="52"/>
                  </a:lnTo>
                  <a:close/>
                  <a:moveTo>
                    <a:pt x="35" y="15"/>
                  </a:moveTo>
                  <a:cubicBezTo>
                    <a:pt x="44" y="35"/>
                    <a:pt x="44" y="35"/>
                    <a:pt x="44" y="35"/>
                  </a:cubicBezTo>
                  <a:cubicBezTo>
                    <a:pt x="25" y="35"/>
                    <a:pt x="25" y="35"/>
                    <a:pt x="25" y="35"/>
                  </a:cubicBezTo>
                  <a:lnTo>
                    <a:pt x="35"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254"/>
            <p:cNvSpPr>
              <a:spLocks/>
            </p:cNvSpPr>
            <p:nvPr/>
          </p:nvSpPr>
          <p:spPr bwMode="auto">
            <a:xfrm>
              <a:off x="5256213" y="1703388"/>
              <a:ext cx="263525" cy="20637"/>
            </a:xfrm>
            <a:custGeom>
              <a:avLst/>
              <a:gdLst>
                <a:gd name="T0" fmla="*/ 12 w 204"/>
                <a:gd name="T1" fmla="*/ 2 h 16"/>
                <a:gd name="T2" fmla="*/ 0 w 204"/>
                <a:gd name="T3" fmla="*/ 16 h 16"/>
                <a:gd name="T4" fmla="*/ 204 w 204"/>
                <a:gd name="T5" fmla="*/ 16 h 16"/>
                <a:gd name="T6" fmla="*/ 204 w 204"/>
                <a:gd name="T7" fmla="*/ 0 h 16"/>
                <a:gd name="T8" fmla="*/ 13 w 204"/>
                <a:gd name="T9" fmla="*/ 0 h 16"/>
                <a:gd name="T10" fmla="*/ 12 w 204"/>
                <a:gd name="T11" fmla="*/ 2 h 16"/>
              </a:gdLst>
              <a:ahLst/>
              <a:cxnLst>
                <a:cxn ang="0">
                  <a:pos x="T0" y="T1"/>
                </a:cxn>
                <a:cxn ang="0">
                  <a:pos x="T2" y="T3"/>
                </a:cxn>
                <a:cxn ang="0">
                  <a:pos x="T4" y="T5"/>
                </a:cxn>
                <a:cxn ang="0">
                  <a:pos x="T6" y="T7"/>
                </a:cxn>
                <a:cxn ang="0">
                  <a:pos x="T8" y="T9"/>
                </a:cxn>
                <a:cxn ang="0">
                  <a:pos x="T10" y="T11"/>
                </a:cxn>
              </a:cxnLst>
              <a:rect l="0" t="0" r="r" b="b"/>
              <a:pathLst>
                <a:path w="204" h="16">
                  <a:moveTo>
                    <a:pt x="12" y="2"/>
                  </a:moveTo>
                  <a:cubicBezTo>
                    <a:pt x="9" y="8"/>
                    <a:pt x="5" y="13"/>
                    <a:pt x="0" y="16"/>
                  </a:cubicBezTo>
                  <a:cubicBezTo>
                    <a:pt x="204" y="16"/>
                    <a:pt x="204" y="16"/>
                    <a:pt x="204" y="16"/>
                  </a:cubicBezTo>
                  <a:cubicBezTo>
                    <a:pt x="204" y="0"/>
                    <a:pt x="204" y="0"/>
                    <a:pt x="204" y="0"/>
                  </a:cubicBezTo>
                  <a:cubicBezTo>
                    <a:pt x="13" y="0"/>
                    <a:pt x="13" y="0"/>
                    <a:pt x="13" y="0"/>
                  </a:cubicBezTo>
                  <a:cubicBezTo>
                    <a:pt x="12" y="0"/>
                    <a:pt x="12" y="1"/>
                    <a:pt x="1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255"/>
            <p:cNvSpPr>
              <a:spLocks/>
            </p:cNvSpPr>
            <p:nvPr/>
          </p:nvSpPr>
          <p:spPr bwMode="auto">
            <a:xfrm>
              <a:off x="4678363" y="1703388"/>
              <a:ext cx="215900" cy="20637"/>
            </a:xfrm>
            <a:custGeom>
              <a:avLst/>
              <a:gdLst>
                <a:gd name="T0" fmla="*/ 0 w 167"/>
                <a:gd name="T1" fmla="*/ 16 h 16"/>
                <a:gd name="T2" fmla="*/ 166 w 167"/>
                <a:gd name="T3" fmla="*/ 16 h 16"/>
                <a:gd name="T4" fmla="*/ 167 w 167"/>
                <a:gd name="T5" fmla="*/ 0 h 16"/>
                <a:gd name="T6" fmla="*/ 5 w 167"/>
                <a:gd name="T7" fmla="*/ 0 h 16"/>
                <a:gd name="T8" fmla="*/ 0 w 167"/>
                <a:gd name="T9" fmla="*/ 16 h 16"/>
              </a:gdLst>
              <a:ahLst/>
              <a:cxnLst>
                <a:cxn ang="0">
                  <a:pos x="T0" y="T1"/>
                </a:cxn>
                <a:cxn ang="0">
                  <a:pos x="T2" y="T3"/>
                </a:cxn>
                <a:cxn ang="0">
                  <a:pos x="T4" y="T5"/>
                </a:cxn>
                <a:cxn ang="0">
                  <a:pos x="T6" y="T7"/>
                </a:cxn>
                <a:cxn ang="0">
                  <a:pos x="T8" y="T9"/>
                </a:cxn>
              </a:cxnLst>
              <a:rect l="0" t="0" r="r" b="b"/>
              <a:pathLst>
                <a:path w="167" h="16">
                  <a:moveTo>
                    <a:pt x="0" y="16"/>
                  </a:moveTo>
                  <a:cubicBezTo>
                    <a:pt x="166" y="16"/>
                    <a:pt x="166" y="16"/>
                    <a:pt x="166" y="16"/>
                  </a:cubicBezTo>
                  <a:cubicBezTo>
                    <a:pt x="166" y="11"/>
                    <a:pt x="167" y="5"/>
                    <a:pt x="167" y="0"/>
                  </a:cubicBezTo>
                  <a:cubicBezTo>
                    <a:pt x="5" y="0"/>
                    <a:pt x="5" y="0"/>
                    <a:pt x="5" y="0"/>
                  </a:cubicBezTo>
                  <a:cubicBezTo>
                    <a:pt x="4" y="5"/>
                    <a:pt x="2" y="11"/>
                    <a:pt x="0"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256"/>
            <p:cNvSpPr>
              <a:spLocks/>
            </p:cNvSpPr>
            <p:nvPr/>
          </p:nvSpPr>
          <p:spPr bwMode="auto">
            <a:xfrm>
              <a:off x="4964113" y="1649413"/>
              <a:ext cx="217488" cy="417512"/>
            </a:xfrm>
            <a:custGeom>
              <a:avLst/>
              <a:gdLst>
                <a:gd name="T0" fmla="*/ 0 w 167"/>
                <a:gd name="T1" fmla="*/ 180 h 322"/>
                <a:gd name="T2" fmla="*/ 0 w 167"/>
                <a:gd name="T3" fmla="*/ 284 h 322"/>
                <a:gd name="T4" fmla="*/ 38 w 167"/>
                <a:gd name="T5" fmla="*/ 322 h 322"/>
                <a:gd name="T6" fmla="*/ 76 w 167"/>
                <a:gd name="T7" fmla="*/ 284 h 322"/>
                <a:gd name="T8" fmla="*/ 76 w 167"/>
                <a:gd name="T9" fmla="*/ 188 h 322"/>
                <a:gd name="T10" fmla="*/ 90 w 167"/>
                <a:gd name="T11" fmla="*/ 188 h 322"/>
                <a:gd name="T12" fmla="*/ 90 w 167"/>
                <a:gd name="T13" fmla="*/ 284 h 322"/>
                <a:gd name="T14" fmla="*/ 129 w 167"/>
                <a:gd name="T15" fmla="*/ 322 h 322"/>
                <a:gd name="T16" fmla="*/ 167 w 167"/>
                <a:gd name="T17" fmla="*/ 284 h 322"/>
                <a:gd name="T18" fmla="*/ 167 w 167"/>
                <a:gd name="T19" fmla="*/ 180 h 322"/>
                <a:gd name="T20" fmla="*/ 101 w 167"/>
                <a:gd name="T21" fmla="*/ 189 h 322"/>
                <a:gd name="T22" fmla="*/ 95 w 167"/>
                <a:gd name="T23" fmla="*/ 189 h 322"/>
                <a:gd name="T24" fmla="*/ 95 w 167"/>
                <a:gd name="T25" fmla="*/ 182 h 322"/>
                <a:gd name="T26" fmla="*/ 99 w 167"/>
                <a:gd name="T27" fmla="*/ 0 h 322"/>
                <a:gd name="T28" fmla="*/ 88 w 167"/>
                <a:gd name="T29" fmla="*/ 15 h 322"/>
                <a:gd name="T30" fmla="*/ 83 w 167"/>
                <a:gd name="T31" fmla="*/ 21 h 322"/>
                <a:gd name="T32" fmla="*/ 78 w 167"/>
                <a:gd name="T33" fmla="*/ 15 h 322"/>
                <a:gd name="T34" fmla="*/ 67 w 167"/>
                <a:gd name="T35" fmla="*/ 0 h 322"/>
                <a:gd name="T36" fmla="*/ 71 w 167"/>
                <a:gd name="T37" fmla="*/ 182 h 322"/>
                <a:gd name="T38" fmla="*/ 72 w 167"/>
                <a:gd name="T39" fmla="*/ 189 h 322"/>
                <a:gd name="T40" fmla="*/ 65 w 167"/>
                <a:gd name="T41" fmla="*/ 189 h 322"/>
                <a:gd name="T42" fmla="*/ 0 w 167"/>
                <a:gd name="T43" fmla="*/ 180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7" h="322">
                  <a:moveTo>
                    <a:pt x="0" y="180"/>
                  </a:moveTo>
                  <a:cubicBezTo>
                    <a:pt x="0" y="284"/>
                    <a:pt x="0" y="284"/>
                    <a:pt x="0" y="284"/>
                  </a:cubicBezTo>
                  <a:cubicBezTo>
                    <a:pt x="0" y="305"/>
                    <a:pt x="17" y="322"/>
                    <a:pt x="38" y="322"/>
                  </a:cubicBezTo>
                  <a:cubicBezTo>
                    <a:pt x="59" y="322"/>
                    <a:pt x="76" y="305"/>
                    <a:pt x="76" y="284"/>
                  </a:cubicBezTo>
                  <a:cubicBezTo>
                    <a:pt x="76" y="188"/>
                    <a:pt x="76" y="188"/>
                    <a:pt x="76" y="188"/>
                  </a:cubicBezTo>
                  <a:cubicBezTo>
                    <a:pt x="90" y="188"/>
                    <a:pt x="90" y="188"/>
                    <a:pt x="90" y="188"/>
                  </a:cubicBezTo>
                  <a:cubicBezTo>
                    <a:pt x="90" y="284"/>
                    <a:pt x="90" y="284"/>
                    <a:pt x="90" y="284"/>
                  </a:cubicBezTo>
                  <a:cubicBezTo>
                    <a:pt x="90" y="305"/>
                    <a:pt x="107" y="322"/>
                    <a:pt x="129" y="322"/>
                  </a:cubicBezTo>
                  <a:cubicBezTo>
                    <a:pt x="150" y="322"/>
                    <a:pt x="167" y="305"/>
                    <a:pt x="167" y="284"/>
                  </a:cubicBezTo>
                  <a:cubicBezTo>
                    <a:pt x="167" y="180"/>
                    <a:pt x="167" y="180"/>
                    <a:pt x="167" y="180"/>
                  </a:cubicBezTo>
                  <a:cubicBezTo>
                    <a:pt x="149" y="185"/>
                    <a:pt x="127" y="189"/>
                    <a:pt x="101" y="189"/>
                  </a:cubicBezTo>
                  <a:cubicBezTo>
                    <a:pt x="95" y="189"/>
                    <a:pt x="95" y="189"/>
                    <a:pt x="95" y="189"/>
                  </a:cubicBezTo>
                  <a:cubicBezTo>
                    <a:pt x="95" y="182"/>
                    <a:pt x="95" y="182"/>
                    <a:pt x="95" y="182"/>
                  </a:cubicBezTo>
                  <a:cubicBezTo>
                    <a:pt x="99" y="0"/>
                    <a:pt x="99" y="0"/>
                    <a:pt x="99" y="0"/>
                  </a:cubicBezTo>
                  <a:cubicBezTo>
                    <a:pt x="88" y="15"/>
                    <a:pt x="88" y="15"/>
                    <a:pt x="88" y="15"/>
                  </a:cubicBezTo>
                  <a:cubicBezTo>
                    <a:pt x="83" y="21"/>
                    <a:pt x="83" y="21"/>
                    <a:pt x="83" y="21"/>
                  </a:cubicBezTo>
                  <a:cubicBezTo>
                    <a:pt x="78" y="15"/>
                    <a:pt x="78" y="15"/>
                    <a:pt x="78" y="15"/>
                  </a:cubicBezTo>
                  <a:cubicBezTo>
                    <a:pt x="67" y="0"/>
                    <a:pt x="67" y="0"/>
                    <a:pt x="67" y="0"/>
                  </a:cubicBezTo>
                  <a:cubicBezTo>
                    <a:pt x="71" y="182"/>
                    <a:pt x="71" y="182"/>
                    <a:pt x="71" y="182"/>
                  </a:cubicBezTo>
                  <a:cubicBezTo>
                    <a:pt x="72" y="189"/>
                    <a:pt x="72" y="189"/>
                    <a:pt x="72" y="189"/>
                  </a:cubicBezTo>
                  <a:cubicBezTo>
                    <a:pt x="65" y="189"/>
                    <a:pt x="65" y="189"/>
                    <a:pt x="65" y="189"/>
                  </a:cubicBezTo>
                  <a:cubicBezTo>
                    <a:pt x="40" y="189"/>
                    <a:pt x="18" y="185"/>
                    <a:pt x="0" y="1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257"/>
            <p:cNvSpPr>
              <a:spLocks/>
            </p:cNvSpPr>
            <p:nvPr/>
          </p:nvSpPr>
          <p:spPr bwMode="auto">
            <a:xfrm>
              <a:off x="4662488" y="1406525"/>
              <a:ext cx="60325" cy="85725"/>
            </a:xfrm>
            <a:custGeom>
              <a:avLst/>
              <a:gdLst>
                <a:gd name="T0" fmla="*/ 9 w 46"/>
                <a:gd name="T1" fmla="*/ 0 h 67"/>
                <a:gd name="T2" fmla="*/ 0 w 46"/>
                <a:gd name="T3" fmla="*/ 7 h 67"/>
                <a:gd name="T4" fmla="*/ 40 w 46"/>
                <a:gd name="T5" fmla="*/ 67 h 67"/>
                <a:gd name="T6" fmla="*/ 46 w 46"/>
                <a:gd name="T7" fmla="*/ 56 h 67"/>
                <a:gd name="T8" fmla="*/ 9 w 46"/>
                <a:gd name="T9" fmla="*/ 0 h 67"/>
              </a:gdLst>
              <a:ahLst/>
              <a:cxnLst>
                <a:cxn ang="0">
                  <a:pos x="T0" y="T1"/>
                </a:cxn>
                <a:cxn ang="0">
                  <a:pos x="T2" y="T3"/>
                </a:cxn>
                <a:cxn ang="0">
                  <a:pos x="T4" y="T5"/>
                </a:cxn>
                <a:cxn ang="0">
                  <a:pos x="T6" y="T7"/>
                </a:cxn>
                <a:cxn ang="0">
                  <a:pos x="T8" y="T9"/>
                </a:cxn>
              </a:cxnLst>
              <a:rect l="0" t="0" r="r" b="b"/>
              <a:pathLst>
                <a:path w="46" h="67">
                  <a:moveTo>
                    <a:pt x="9" y="0"/>
                  </a:moveTo>
                  <a:cubicBezTo>
                    <a:pt x="0" y="7"/>
                    <a:pt x="0" y="7"/>
                    <a:pt x="0" y="7"/>
                  </a:cubicBezTo>
                  <a:cubicBezTo>
                    <a:pt x="40" y="67"/>
                    <a:pt x="40" y="67"/>
                    <a:pt x="40" y="67"/>
                  </a:cubicBezTo>
                  <a:cubicBezTo>
                    <a:pt x="41" y="63"/>
                    <a:pt x="43" y="59"/>
                    <a:pt x="46" y="56"/>
                  </a:cubicBezTo>
                  <a:lnTo>
                    <a:pt x="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258"/>
            <p:cNvSpPr>
              <a:spLocks/>
            </p:cNvSpPr>
            <p:nvPr/>
          </p:nvSpPr>
          <p:spPr bwMode="auto">
            <a:xfrm>
              <a:off x="4973638" y="1143000"/>
              <a:ext cx="196850" cy="198437"/>
            </a:xfrm>
            <a:custGeom>
              <a:avLst/>
              <a:gdLst>
                <a:gd name="T0" fmla="*/ 61 w 152"/>
                <a:gd name="T1" fmla="*/ 144 h 153"/>
                <a:gd name="T2" fmla="*/ 144 w 152"/>
                <a:gd name="T3" fmla="*/ 92 h 153"/>
                <a:gd name="T4" fmla="*/ 92 w 152"/>
                <a:gd name="T5" fmla="*/ 9 h 153"/>
                <a:gd name="T6" fmla="*/ 9 w 152"/>
                <a:gd name="T7" fmla="*/ 61 h 153"/>
                <a:gd name="T8" fmla="*/ 61 w 152"/>
                <a:gd name="T9" fmla="*/ 144 h 153"/>
              </a:gdLst>
              <a:ahLst/>
              <a:cxnLst>
                <a:cxn ang="0">
                  <a:pos x="T0" y="T1"/>
                </a:cxn>
                <a:cxn ang="0">
                  <a:pos x="T2" y="T3"/>
                </a:cxn>
                <a:cxn ang="0">
                  <a:pos x="T4" y="T5"/>
                </a:cxn>
                <a:cxn ang="0">
                  <a:pos x="T6" y="T7"/>
                </a:cxn>
                <a:cxn ang="0">
                  <a:pos x="T8" y="T9"/>
                </a:cxn>
              </a:cxnLst>
              <a:rect l="0" t="0" r="r" b="b"/>
              <a:pathLst>
                <a:path w="152" h="153">
                  <a:moveTo>
                    <a:pt x="61" y="144"/>
                  </a:moveTo>
                  <a:cubicBezTo>
                    <a:pt x="98" y="153"/>
                    <a:pt x="135" y="130"/>
                    <a:pt x="144" y="92"/>
                  </a:cubicBezTo>
                  <a:cubicBezTo>
                    <a:pt x="152" y="55"/>
                    <a:pt x="129" y="18"/>
                    <a:pt x="92" y="9"/>
                  </a:cubicBezTo>
                  <a:cubicBezTo>
                    <a:pt x="55" y="0"/>
                    <a:pt x="17" y="24"/>
                    <a:pt x="9" y="61"/>
                  </a:cubicBezTo>
                  <a:cubicBezTo>
                    <a:pt x="0" y="98"/>
                    <a:pt x="23" y="135"/>
                    <a:pt x="61"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259"/>
            <p:cNvSpPr>
              <a:spLocks noEditPoints="1"/>
            </p:cNvSpPr>
            <p:nvPr/>
          </p:nvSpPr>
          <p:spPr bwMode="auto">
            <a:xfrm>
              <a:off x="5095875" y="1358900"/>
              <a:ext cx="204788" cy="528637"/>
            </a:xfrm>
            <a:custGeom>
              <a:avLst/>
              <a:gdLst>
                <a:gd name="T0" fmla="*/ 42 w 158"/>
                <a:gd name="T1" fmla="*/ 1 h 408"/>
                <a:gd name="T2" fmla="*/ 23 w 158"/>
                <a:gd name="T3" fmla="*/ 1 h 408"/>
                <a:gd name="T4" fmla="*/ 14 w 158"/>
                <a:gd name="T5" fmla="*/ 0 h 408"/>
                <a:gd name="T6" fmla="*/ 10 w 158"/>
                <a:gd name="T7" fmla="*/ 0 h 408"/>
                <a:gd name="T8" fmla="*/ 8 w 158"/>
                <a:gd name="T9" fmla="*/ 70 h 408"/>
                <a:gd name="T10" fmla="*/ 24 w 158"/>
                <a:gd name="T11" fmla="*/ 190 h 408"/>
                <a:gd name="T12" fmla="*/ 24 w 158"/>
                <a:gd name="T13" fmla="*/ 193 h 408"/>
                <a:gd name="T14" fmla="*/ 23 w 158"/>
                <a:gd name="T15" fmla="*/ 195 h 408"/>
                <a:gd name="T16" fmla="*/ 5 w 158"/>
                <a:gd name="T17" fmla="*/ 217 h 408"/>
                <a:gd name="T18" fmla="*/ 0 w 158"/>
                <a:gd name="T19" fmla="*/ 408 h 408"/>
                <a:gd name="T20" fmla="*/ 118 w 158"/>
                <a:gd name="T21" fmla="*/ 374 h 408"/>
                <a:gd name="T22" fmla="*/ 115 w 158"/>
                <a:gd name="T23" fmla="*/ 285 h 408"/>
                <a:gd name="T24" fmla="*/ 108 w 158"/>
                <a:gd name="T25" fmla="*/ 286 h 408"/>
                <a:gd name="T26" fmla="*/ 96 w 158"/>
                <a:gd name="T27" fmla="*/ 284 h 408"/>
                <a:gd name="T28" fmla="*/ 79 w 158"/>
                <a:gd name="T29" fmla="*/ 244 h 408"/>
                <a:gd name="T30" fmla="*/ 101 w 158"/>
                <a:gd name="T31" fmla="*/ 165 h 408"/>
                <a:gd name="T32" fmla="*/ 87 w 158"/>
                <a:gd name="T33" fmla="*/ 79 h 408"/>
                <a:gd name="T34" fmla="*/ 95 w 158"/>
                <a:gd name="T35" fmla="*/ 91 h 408"/>
                <a:gd name="T36" fmla="*/ 98 w 158"/>
                <a:gd name="T37" fmla="*/ 96 h 408"/>
                <a:gd name="T38" fmla="*/ 108 w 158"/>
                <a:gd name="T39" fmla="*/ 132 h 408"/>
                <a:gd name="T40" fmla="*/ 109 w 158"/>
                <a:gd name="T41" fmla="*/ 146 h 408"/>
                <a:gd name="T42" fmla="*/ 85 w 158"/>
                <a:gd name="T43" fmla="*/ 246 h 408"/>
                <a:gd name="T44" fmla="*/ 98 w 158"/>
                <a:gd name="T45" fmla="*/ 278 h 408"/>
                <a:gd name="T46" fmla="*/ 108 w 158"/>
                <a:gd name="T47" fmla="*/ 280 h 408"/>
                <a:gd name="T48" fmla="*/ 130 w 158"/>
                <a:gd name="T49" fmla="*/ 265 h 408"/>
                <a:gd name="T50" fmla="*/ 158 w 158"/>
                <a:gd name="T51" fmla="*/ 146 h 408"/>
                <a:gd name="T52" fmla="*/ 158 w 158"/>
                <a:gd name="T53" fmla="*/ 132 h 408"/>
                <a:gd name="T54" fmla="*/ 142 w 158"/>
                <a:gd name="T55" fmla="*/ 73 h 408"/>
                <a:gd name="T56" fmla="*/ 106 w 158"/>
                <a:gd name="T57" fmla="*/ 29 h 408"/>
                <a:gd name="T58" fmla="*/ 52 w 158"/>
                <a:gd name="T59" fmla="*/ 2 h 408"/>
                <a:gd name="T60" fmla="*/ 52 w 158"/>
                <a:gd name="T61" fmla="*/ 2 h 408"/>
                <a:gd name="T62" fmla="*/ 47 w 158"/>
                <a:gd name="T63" fmla="*/ 1 h 408"/>
                <a:gd name="T64" fmla="*/ 42 w 158"/>
                <a:gd name="T65" fmla="*/ 1 h 408"/>
                <a:gd name="T66" fmla="*/ 82 w 158"/>
                <a:gd name="T67" fmla="*/ 294 h 408"/>
                <a:gd name="T68" fmla="*/ 84 w 158"/>
                <a:gd name="T69" fmla="*/ 303 h 408"/>
                <a:gd name="T70" fmla="*/ 34 w 158"/>
                <a:gd name="T71" fmla="*/ 320 h 408"/>
                <a:gd name="T72" fmla="*/ 30 w 158"/>
                <a:gd name="T73" fmla="*/ 307 h 408"/>
                <a:gd name="T74" fmla="*/ 82 w 158"/>
                <a:gd name="T75" fmla="*/ 294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8" h="408">
                  <a:moveTo>
                    <a:pt x="42" y="1"/>
                  </a:moveTo>
                  <a:cubicBezTo>
                    <a:pt x="23" y="1"/>
                    <a:pt x="23" y="1"/>
                    <a:pt x="23" y="1"/>
                  </a:cubicBezTo>
                  <a:cubicBezTo>
                    <a:pt x="14" y="0"/>
                    <a:pt x="14" y="0"/>
                    <a:pt x="14" y="0"/>
                  </a:cubicBezTo>
                  <a:cubicBezTo>
                    <a:pt x="10" y="0"/>
                    <a:pt x="10" y="0"/>
                    <a:pt x="10" y="0"/>
                  </a:cubicBezTo>
                  <a:cubicBezTo>
                    <a:pt x="8" y="70"/>
                    <a:pt x="8" y="70"/>
                    <a:pt x="8" y="70"/>
                  </a:cubicBezTo>
                  <a:cubicBezTo>
                    <a:pt x="24" y="190"/>
                    <a:pt x="24" y="190"/>
                    <a:pt x="24" y="190"/>
                  </a:cubicBezTo>
                  <a:cubicBezTo>
                    <a:pt x="24" y="193"/>
                    <a:pt x="24" y="193"/>
                    <a:pt x="24" y="193"/>
                  </a:cubicBezTo>
                  <a:cubicBezTo>
                    <a:pt x="23" y="195"/>
                    <a:pt x="23" y="195"/>
                    <a:pt x="23" y="195"/>
                  </a:cubicBezTo>
                  <a:cubicBezTo>
                    <a:pt x="5" y="217"/>
                    <a:pt x="5" y="217"/>
                    <a:pt x="5" y="217"/>
                  </a:cubicBezTo>
                  <a:cubicBezTo>
                    <a:pt x="0" y="408"/>
                    <a:pt x="0" y="408"/>
                    <a:pt x="0" y="408"/>
                  </a:cubicBezTo>
                  <a:cubicBezTo>
                    <a:pt x="76" y="408"/>
                    <a:pt x="118" y="374"/>
                    <a:pt x="118" y="374"/>
                  </a:cubicBezTo>
                  <a:cubicBezTo>
                    <a:pt x="118" y="344"/>
                    <a:pt x="117" y="314"/>
                    <a:pt x="115" y="285"/>
                  </a:cubicBezTo>
                  <a:cubicBezTo>
                    <a:pt x="113" y="286"/>
                    <a:pt x="110" y="286"/>
                    <a:pt x="108" y="286"/>
                  </a:cubicBezTo>
                  <a:cubicBezTo>
                    <a:pt x="103" y="286"/>
                    <a:pt x="99" y="286"/>
                    <a:pt x="96" y="284"/>
                  </a:cubicBezTo>
                  <a:cubicBezTo>
                    <a:pt x="80" y="277"/>
                    <a:pt x="73" y="259"/>
                    <a:pt x="79" y="244"/>
                  </a:cubicBezTo>
                  <a:cubicBezTo>
                    <a:pt x="91" y="215"/>
                    <a:pt x="99" y="188"/>
                    <a:pt x="101" y="165"/>
                  </a:cubicBezTo>
                  <a:cubicBezTo>
                    <a:pt x="96" y="130"/>
                    <a:pt x="91" y="101"/>
                    <a:pt x="87" y="79"/>
                  </a:cubicBezTo>
                  <a:cubicBezTo>
                    <a:pt x="90" y="82"/>
                    <a:pt x="92" y="86"/>
                    <a:pt x="95" y="91"/>
                  </a:cubicBezTo>
                  <a:cubicBezTo>
                    <a:pt x="96" y="92"/>
                    <a:pt x="97" y="94"/>
                    <a:pt x="98" y="96"/>
                  </a:cubicBezTo>
                  <a:cubicBezTo>
                    <a:pt x="103" y="105"/>
                    <a:pt x="107" y="117"/>
                    <a:pt x="108" y="132"/>
                  </a:cubicBezTo>
                  <a:cubicBezTo>
                    <a:pt x="109" y="136"/>
                    <a:pt x="109" y="141"/>
                    <a:pt x="109" y="146"/>
                  </a:cubicBezTo>
                  <a:cubicBezTo>
                    <a:pt x="109" y="171"/>
                    <a:pt x="103" y="204"/>
                    <a:pt x="85" y="246"/>
                  </a:cubicBezTo>
                  <a:cubicBezTo>
                    <a:pt x="80" y="259"/>
                    <a:pt x="86" y="273"/>
                    <a:pt x="98" y="278"/>
                  </a:cubicBezTo>
                  <a:cubicBezTo>
                    <a:pt x="101" y="280"/>
                    <a:pt x="104" y="280"/>
                    <a:pt x="108" y="280"/>
                  </a:cubicBezTo>
                  <a:cubicBezTo>
                    <a:pt x="117" y="280"/>
                    <a:pt x="126" y="275"/>
                    <a:pt x="130" y="265"/>
                  </a:cubicBezTo>
                  <a:cubicBezTo>
                    <a:pt x="150" y="218"/>
                    <a:pt x="158" y="179"/>
                    <a:pt x="158" y="146"/>
                  </a:cubicBezTo>
                  <a:cubicBezTo>
                    <a:pt x="158" y="141"/>
                    <a:pt x="158" y="136"/>
                    <a:pt x="158" y="132"/>
                  </a:cubicBezTo>
                  <a:cubicBezTo>
                    <a:pt x="156" y="109"/>
                    <a:pt x="150" y="90"/>
                    <a:pt x="142" y="73"/>
                  </a:cubicBezTo>
                  <a:cubicBezTo>
                    <a:pt x="132" y="54"/>
                    <a:pt x="119" y="39"/>
                    <a:pt x="106" y="29"/>
                  </a:cubicBezTo>
                  <a:cubicBezTo>
                    <a:pt x="79" y="8"/>
                    <a:pt x="54" y="2"/>
                    <a:pt x="52" y="2"/>
                  </a:cubicBezTo>
                  <a:cubicBezTo>
                    <a:pt x="52" y="2"/>
                    <a:pt x="52" y="2"/>
                    <a:pt x="52" y="2"/>
                  </a:cubicBezTo>
                  <a:cubicBezTo>
                    <a:pt x="51" y="1"/>
                    <a:pt x="49" y="1"/>
                    <a:pt x="47" y="1"/>
                  </a:cubicBezTo>
                  <a:cubicBezTo>
                    <a:pt x="46" y="1"/>
                    <a:pt x="44" y="1"/>
                    <a:pt x="42" y="1"/>
                  </a:cubicBezTo>
                  <a:close/>
                  <a:moveTo>
                    <a:pt x="82" y="294"/>
                  </a:moveTo>
                  <a:cubicBezTo>
                    <a:pt x="84" y="303"/>
                    <a:pt x="84" y="303"/>
                    <a:pt x="84" y="303"/>
                  </a:cubicBezTo>
                  <a:cubicBezTo>
                    <a:pt x="34" y="320"/>
                    <a:pt x="34" y="320"/>
                    <a:pt x="34" y="320"/>
                  </a:cubicBezTo>
                  <a:cubicBezTo>
                    <a:pt x="30" y="307"/>
                    <a:pt x="30" y="307"/>
                    <a:pt x="30" y="307"/>
                  </a:cubicBezTo>
                  <a:lnTo>
                    <a:pt x="82" y="29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260"/>
            <p:cNvSpPr>
              <a:spLocks noEditPoints="1"/>
            </p:cNvSpPr>
            <p:nvPr/>
          </p:nvSpPr>
          <p:spPr bwMode="auto">
            <a:xfrm>
              <a:off x="4718050" y="1358900"/>
              <a:ext cx="330200" cy="528637"/>
            </a:xfrm>
            <a:custGeom>
              <a:avLst/>
              <a:gdLst>
                <a:gd name="T0" fmla="*/ 1 w 255"/>
                <a:gd name="T1" fmla="*/ 116 h 408"/>
                <a:gd name="T2" fmla="*/ 26 w 255"/>
                <a:gd name="T3" fmla="*/ 139 h 408"/>
                <a:gd name="T4" fmla="*/ 28 w 255"/>
                <a:gd name="T5" fmla="*/ 138 h 408"/>
                <a:gd name="T6" fmla="*/ 140 w 255"/>
                <a:gd name="T7" fmla="*/ 109 h 408"/>
                <a:gd name="T8" fmla="*/ 159 w 255"/>
                <a:gd name="T9" fmla="*/ 99 h 408"/>
                <a:gd name="T10" fmla="*/ 166 w 255"/>
                <a:gd name="T11" fmla="*/ 95 h 408"/>
                <a:gd name="T12" fmla="*/ 137 w 255"/>
                <a:gd name="T13" fmla="*/ 374 h 408"/>
                <a:gd name="T14" fmla="*/ 255 w 255"/>
                <a:gd name="T15" fmla="*/ 408 h 408"/>
                <a:gd name="T16" fmla="*/ 251 w 255"/>
                <a:gd name="T17" fmla="*/ 217 h 408"/>
                <a:gd name="T18" fmla="*/ 233 w 255"/>
                <a:gd name="T19" fmla="*/ 195 h 408"/>
                <a:gd name="T20" fmla="*/ 231 w 255"/>
                <a:gd name="T21" fmla="*/ 193 h 408"/>
                <a:gd name="T22" fmla="*/ 232 w 255"/>
                <a:gd name="T23" fmla="*/ 190 h 408"/>
                <a:gd name="T24" fmla="*/ 247 w 255"/>
                <a:gd name="T25" fmla="*/ 67 h 408"/>
                <a:gd name="T26" fmla="*/ 246 w 255"/>
                <a:gd name="T27" fmla="*/ 22 h 408"/>
                <a:gd name="T28" fmla="*/ 246 w 255"/>
                <a:gd name="T29" fmla="*/ 22 h 408"/>
                <a:gd name="T30" fmla="*/ 246 w 255"/>
                <a:gd name="T31" fmla="*/ 22 h 408"/>
                <a:gd name="T32" fmla="*/ 246 w 255"/>
                <a:gd name="T33" fmla="*/ 0 h 408"/>
                <a:gd name="T34" fmla="*/ 241 w 255"/>
                <a:gd name="T35" fmla="*/ 0 h 408"/>
                <a:gd name="T36" fmla="*/ 233 w 255"/>
                <a:gd name="T37" fmla="*/ 1 h 408"/>
                <a:gd name="T38" fmla="*/ 214 w 255"/>
                <a:gd name="T39" fmla="*/ 1 h 408"/>
                <a:gd name="T40" fmla="*/ 205 w 255"/>
                <a:gd name="T41" fmla="*/ 2 h 408"/>
                <a:gd name="T42" fmla="*/ 188 w 255"/>
                <a:gd name="T43" fmla="*/ 12 h 408"/>
                <a:gd name="T44" fmla="*/ 188 w 255"/>
                <a:gd name="T45" fmla="*/ 12 h 408"/>
                <a:gd name="T46" fmla="*/ 187 w 255"/>
                <a:gd name="T47" fmla="*/ 13 h 408"/>
                <a:gd name="T48" fmla="*/ 186 w 255"/>
                <a:gd name="T49" fmla="*/ 14 h 408"/>
                <a:gd name="T50" fmla="*/ 179 w 255"/>
                <a:gd name="T51" fmla="*/ 22 h 408"/>
                <a:gd name="T52" fmla="*/ 151 w 255"/>
                <a:gd name="T53" fmla="*/ 46 h 408"/>
                <a:gd name="T54" fmla="*/ 144 w 255"/>
                <a:gd name="T55" fmla="*/ 50 h 408"/>
                <a:gd name="T56" fmla="*/ 24 w 255"/>
                <a:gd name="T57" fmla="*/ 89 h 408"/>
                <a:gd name="T58" fmla="*/ 1 w 255"/>
                <a:gd name="T59" fmla="*/ 116 h 408"/>
                <a:gd name="T60" fmla="*/ 173 w 255"/>
                <a:gd name="T61" fmla="*/ 294 h 408"/>
                <a:gd name="T62" fmla="*/ 226 w 255"/>
                <a:gd name="T63" fmla="*/ 307 h 408"/>
                <a:gd name="T64" fmla="*/ 222 w 255"/>
                <a:gd name="T65" fmla="*/ 320 h 408"/>
                <a:gd name="T66" fmla="*/ 171 w 255"/>
                <a:gd name="T67" fmla="*/ 303 h 408"/>
                <a:gd name="T68" fmla="*/ 173 w 255"/>
                <a:gd name="T69" fmla="*/ 294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5" h="408">
                  <a:moveTo>
                    <a:pt x="1" y="116"/>
                  </a:moveTo>
                  <a:cubicBezTo>
                    <a:pt x="2" y="129"/>
                    <a:pt x="13" y="139"/>
                    <a:pt x="26" y="139"/>
                  </a:cubicBezTo>
                  <a:cubicBezTo>
                    <a:pt x="27" y="139"/>
                    <a:pt x="27" y="139"/>
                    <a:pt x="28" y="138"/>
                  </a:cubicBezTo>
                  <a:cubicBezTo>
                    <a:pt x="73" y="135"/>
                    <a:pt x="110" y="123"/>
                    <a:pt x="140" y="109"/>
                  </a:cubicBezTo>
                  <a:cubicBezTo>
                    <a:pt x="146" y="106"/>
                    <a:pt x="153" y="102"/>
                    <a:pt x="159" y="99"/>
                  </a:cubicBezTo>
                  <a:cubicBezTo>
                    <a:pt x="161" y="98"/>
                    <a:pt x="164" y="96"/>
                    <a:pt x="166" y="95"/>
                  </a:cubicBezTo>
                  <a:cubicBezTo>
                    <a:pt x="154" y="158"/>
                    <a:pt x="137" y="266"/>
                    <a:pt x="137" y="374"/>
                  </a:cubicBezTo>
                  <a:cubicBezTo>
                    <a:pt x="137" y="374"/>
                    <a:pt x="180" y="408"/>
                    <a:pt x="255" y="408"/>
                  </a:cubicBezTo>
                  <a:cubicBezTo>
                    <a:pt x="251" y="217"/>
                    <a:pt x="251" y="217"/>
                    <a:pt x="251" y="217"/>
                  </a:cubicBezTo>
                  <a:cubicBezTo>
                    <a:pt x="233" y="195"/>
                    <a:pt x="233" y="195"/>
                    <a:pt x="233" y="195"/>
                  </a:cubicBezTo>
                  <a:cubicBezTo>
                    <a:pt x="231" y="193"/>
                    <a:pt x="231" y="193"/>
                    <a:pt x="231" y="193"/>
                  </a:cubicBezTo>
                  <a:cubicBezTo>
                    <a:pt x="232" y="190"/>
                    <a:pt x="232" y="190"/>
                    <a:pt x="232" y="190"/>
                  </a:cubicBezTo>
                  <a:cubicBezTo>
                    <a:pt x="247" y="67"/>
                    <a:pt x="247" y="67"/>
                    <a:pt x="247" y="67"/>
                  </a:cubicBezTo>
                  <a:cubicBezTo>
                    <a:pt x="246" y="22"/>
                    <a:pt x="246" y="22"/>
                    <a:pt x="246" y="22"/>
                  </a:cubicBezTo>
                  <a:cubicBezTo>
                    <a:pt x="246" y="22"/>
                    <a:pt x="246" y="22"/>
                    <a:pt x="246" y="22"/>
                  </a:cubicBezTo>
                  <a:cubicBezTo>
                    <a:pt x="246" y="22"/>
                    <a:pt x="246" y="22"/>
                    <a:pt x="246" y="22"/>
                  </a:cubicBezTo>
                  <a:cubicBezTo>
                    <a:pt x="246" y="0"/>
                    <a:pt x="246" y="0"/>
                    <a:pt x="246" y="0"/>
                  </a:cubicBezTo>
                  <a:cubicBezTo>
                    <a:pt x="241" y="0"/>
                    <a:pt x="241" y="0"/>
                    <a:pt x="241" y="0"/>
                  </a:cubicBezTo>
                  <a:cubicBezTo>
                    <a:pt x="233" y="1"/>
                    <a:pt x="233" y="1"/>
                    <a:pt x="233" y="1"/>
                  </a:cubicBezTo>
                  <a:cubicBezTo>
                    <a:pt x="214" y="1"/>
                    <a:pt x="214" y="1"/>
                    <a:pt x="214" y="1"/>
                  </a:cubicBezTo>
                  <a:cubicBezTo>
                    <a:pt x="211" y="1"/>
                    <a:pt x="208" y="1"/>
                    <a:pt x="205" y="2"/>
                  </a:cubicBezTo>
                  <a:cubicBezTo>
                    <a:pt x="199" y="3"/>
                    <a:pt x="192" y="6"/>
                    <a:pt x="188" y="12"/>
                  </a:cubicBezTo>
                  <a:cubicBezTo>
                    <a:pt x="188" y="12"/>
                    <a:pt x="188" y="12"/>
                    <a:pt x="188" y="12"/>
                  </a:cubicBezTo>
                  <a:cubicBezTo>
                    <a:pt x="188" y="12"/>
                    <a:pt x="187" y="12"/>
                    <a:pt x="187" y="13"/>
                  </a:cubicBezTo>
                  <a:cubicBezTo>
                    <a:pt x="187" y="13"/>
                    <a:pt x="187" y="14"/>
                    <a:pt x="186" y="14"/>
                  </a:cubicBezTo>
                  <a:cubicBezTo>
                    <a:pt x="185" y="16"/>
                    <a:pt x="182" y="19"/>
                    <a:pt x="179" y="22"/>
                  </a:cubicBezTo>
                  <a:cubicBezTo>
                    <a:pt x="173" y="28"/>
                    <a:pt x="164" y="37"/>
                    <a:pt x="151" y="46"/>
                  </a:cubicBezTo>
                  <a:cubicBezTo>
                    <a:pt x="148" y="47"/>
                    <a:pt x="146" y="49"/>
                    <a:pt x="144" y="50"/>
                  </a:cubicBezTo>
                  <a:cubicBezTo>
                    <a:pt x="117" y="67"/>
                    <a:pt x="78" y="85"/>
                    <a:pt x="24" y="89"/>
                  </a:cubicBezTo>
                  <a:cubicBezTo>
                    <a:pt x="10" y="90"/>
                    <a:pt x="0" y="102"/>
                    <a:pt x="1" y="116"/>
                  </a:cubicBezTo>
                  <a:close/>
                  <a:moveTo>
                    <a:pt x="173" y="294"/>
                  </a:moveTo>
                  <a:cubicBezTo>
                    <a:pt x="226" y="307"/>
                    <a:pt x="226" y="307"/>
                    <a:pt x="226" y="307"/>
                  </a:cubicBezTo>
                  <a:cubicBezTo>
                    <a:pt x="222" y="320"/>
                    <a:pt x="222" y="320"/>
                    <a:pt x="222" y="320"/>
                  </a:cubicBezTo>
                  <a:cubicBezTo>
                    <a:pt x="171" y="303"/>
                    <a:pt x="171" y="303"/>
                    <a:pt x="171" y="303"/>
                  </a:cubicBezTo>
                  <a:lnTo>
                    <a:pt x="173" y="29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261"/>
            <p:cNvSpPr>
              <a:spLocks/>
            </p:cNvSpPr>
            <p:nvPr/>
          </p:nvSpPr>
          <p:spPr bwMode="auto">
            <a:xfrm>
              <a:off x="5027613" y="1350963"/>
              <a:ext cx="90488" cy="312737"/>
            </a:xfrm>
            <a:custGeom>
              <a:avLst/>
              <a:gdLst>
                <a:gd name="T0" fmla="*/ 28 w 57"/>
                <a:gd name="T1" fmla="*/ 197 h 197"/>
                <a:gd name="T2" fmla="*/ 57 w 57"/>
                <a:gd name="T3" fmla="*/ 160 h 197"/>
                <a:gd name="T4" fmla="*/ 40 w 57"/>
                <a:gd name="T5" fmla="*/ 32 h 197"/>
                <a:gd name="T6" fmla="*/ 46 w 57"/>
                <a:gd name="T7" fmla="*/ 23 h 197"/>
                <a:gd name="T8" fmla="*/ 40 w 57"/>
                <a:gd name="T9" fmla="*/ 0 h 197"/>
                <a:gd name="T10" fmla="*/ 28 w 57"/>
                <a:gd name="T11" fmla="*/ 0 h 197"/>
                <a:gd name="T12" fmla="*/ 17 w 57"/>
                <a:gd name="T13" fmla="*/ 0 h 197"/>
                <a:gd name="T14" fmla="*/ 11 w 57"/>
                <a:gd name="T15" fmla="*/ 23 h 197"/>
                <a:gd name="T16" fmla="*/ 17 w 57"/>
                <a:gd name="T17" fmla="*/ 32 h 197"/>
                <a:gd name="T18" fmla="*/ 0 w 57"/>
                <a:gd name="T19" fmla="*/ 160 h 197"/>
                <a:gd name="T20" fmla="*/ 28 w 57"/>
                <a:gd name="T21"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197">
                  <a:moveTo>
                    <a:pt x="28" y="197"/>
                  </a:moveTo>
                  <a:lnTo>
                    <a:pt x="57" y="160"/>
                  </a:lnTo>
                  <a:lnTo>
                    <a:pt x="40" y="32"/>
                  </a:lnTo>
                  <a:lnTo>
                    <a:pt x="46" y="23"/>
                  </a:lnTo>
                  <a:lnTo>
                    <a:pt x="40" y="0"/>
                  </a:lnTo>
                  <a:lnTo>
                    <a:pt x="28" y="0"/>
                  </a:lnTo>
                  <a:lnTo>
                    <a:pt x="17" y="0"/>
                  </a:lnTo>
                  <a:lnTo>
                    <a:pt x="11" y="23"/>
                  </a:lnTo>
                  <a:lnTo>
                    <a:pt x="17" y="32"/>
                  </a:lnTo>
                  <a:lnTo>
                    <a:pt x="0" y="160"/>
                  </a:lnTo>
                  <a:lnTo>
                    <a:pt x="28" y="19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262"/>
            <p:cNvSpPr>
              <a:spLocks/>
            </p:cNvSpPr>
            <p:nvPr/>
          </p:nvSpPr>
          <p:spPr bwMode="auto">
            <a:xfrm>
              <a:off x="4311650" y="1816100"/>
              <a:ext cx="488950" cy="406400"/>
            </a:xfrm>
            <a:custGeom>
              <a:avLst/>
              <a:gdLst>
                <a:gd name="T0" fmla="*/ 77 w 377"/>
                <a:gd name="T1" fmla="*/ 12 h 313"/>
                <a:gd name="T2" fmla="*/ 57 w 377"/>
                <a:gd name="T3" fmla="*/ 30 h 313"/>
                <a:gd name="T4" fmla="*/ 14 w 377"/>
                <a:gd name="T5" fmla="*/ 89 h 313"/>
                <a:gd name="T6" fmla="*/ 0 w 377"/>
                <a:gd name="T7" fmla="*/ 149 h 313"/>
                <a:gd name="T8" fmla="*/ 1 w 377"/>
                <a:gd name="T9" fmla="*/ 157 h 313"/>
                <a:gd name="T10" fmla="*/ 23 w 377"/>
                <a:gd name="T11" fmla="*/ 223 h 313"/>
                <a:gd name="T12" fmla="*/ 45 w 377"/>
                <a:gd name="T13" fmla="*/ 251 h 313"/>
                <a:gd name="T14" fmla="*/ 73 w 377"/>
                <a:gd name="T15" fmla="*/ 229 h 313"/>
                <a:gd name="T16" fmla="*/ 73 w 377"/>
                <a:gd name="T17" fmla="*/ 181 h 313"/>
                <a:gd name="T18" fmla="*/ 65 w 377"/>
                <a:gd name="T19" fmla="*/ 157 h 313"/>
                <a:gd name="T20" fmla="*/ 64 w 377"/>
                <a:gd name="T21" fmla="*/ 149 h 313"/>
                <a:gd name="T22" fmla="*/ 73 w 377"/>
                <a:gd name="T23" fmla="*/ 115 h 313"/>
                <a:gd name="T24" fmla="*/ 81 w 377"/>
                <a:gd name="T25" fmla="*/ 101 h 313"/>
                <a:gd name="T26" fmla="*/ 81 w 377"/>
                <a:gd name="T27" fmla="*/ 233 h 313"/>
                <a:gd name="T28" fmla="*/ 33 w 377"/>
                <a:gd name="T29" fmla="*/ 283 h 313"/>
                <a:gd name="T30" fmla="*/ 20 w 377"/>
                <a:gd name="T31" fmla="*/ 313 h 313"/>
                <a:gd name="T32" fmla="*/ 357 w 377"/>
                <a:gd name="T33" fmla="*/ 313 h 313"/>
                <a:gd name="T34" fmla="*/ 349 w 377"/>
                <a:gd name="T35" fmla="*/ 291 h 313"/>
                <a:gd name="T36" fmla="*/ 316 w 377"/>
                <a:gd name="T37" fmla="*/ 247 h 313"/>
                <a:gd name="T38" fmla="*/ 297 w 377"/>
                <a:gd name="T39" fmla="*/ 233 h 313"/>
                <a:gd name="T40" fmla="*/ 297 w 377"/>
                <a:gd name="T41" fmla="*/ 101 h 313"/>
                <a:gd name="T42" fmla="*/ 305 w 377"/>
                <a:gd name="T43" fmla="*/ 115 h 313"/>
                <a:gd name="T44" fmla="*/ 313 w 377"/>
                <a:gd name="T45" fmla="*/ 149 h 313"/>
                <a:gd name="T46" fmla="*/ 313 w 377"/>
                <a:gd name="T47" fmla="*/ 157 h 313"/>
                <a:gd name="T48" fmla="*/ 305 w 377"/>
                <a:gd name="T49" fmla="*/ 181 h 313"/>
                <a:gd name="T50" fmla="*/ 305 w 377"/>
                <a:gd name="T51" fmla="*/ 229 h 313"/>
                <a:gd name="T52" fmla="*/ 321 w 377"/>
                <a:gd name="T53" fmla="*/ 241 h 313"/>
                <a:gd name="T54" fmla="*/ 332 w 377"/>
                <a:gd name="T55" fmla="*/ 251 h 313"/>
                <a:gd name="T56" fmla="*/ 354 w 377"/>
                <a:gd name="T57" fmla="*/ 223 h 313"/>
                <a:gd name="T58" fmla="*/ 377 w 377"/>
                <a:gd name="T59" fmla="*/ 157 h 313"/>
                <a:gd name="T60" fmla="*/ 377 w 377"/>
                <a:gd name="T61" fmla="*/ 149 h 313"/>
                <a:gd name="T62" fmla="*/ 363 w 377"/>
                <a:gd name="T63" fmla="*/ 89 h 313"/>
                <a:gd name="T64" fmla="*/ 320 w 377"/>
                <a:gd name="T65" fmla="*/ 30 h 313"/>
                <a:gd name="T66" fmla="*/ 300 w 377"/>
                <a:gd name="T67" fmla="*/ 12 h 313"/>
                <a:gd name="T68" fmla="*/ 294 w 377"/>
                <a:gd name="T69" fmla="*/ 7 h 313"/>
                <a:gd name="T70" fmla="*/ 277 w 377"/>
                <a:gd name="T71" fmla="*/ 2 h 313"/>
                <a:gd name="T72" fmla="*/ 266 w 377"/>
                <a:gd name="T73" fmla="*/ 0 h 313"/>
                <a:gd name="T74" fmla="*/ 112 w 377"/>
                <a:gd name="T75" fmla="*/ 0 h 313"/>
                <a:gd name="T76" fmla="*/ 101 w 377"/>
                <a:gd name="T77" fmla="*/ 2 h 313"/>
                <a:gd name="T78" fmla="*/ 84 w 377"/>
                <a:gd name="T79" fmla="*/ 7 h 313"/>
                <a:gd name="T80" fmla="*/ 77 w 377"/>
                <a:gd name="T81" fmla="*/ 12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77" h="313">
                  <a:moveTo>
                    <a:pt x="77" y="12"/>
                  </a:moveTo>
                  <a:cubicBezTo>
                    <a:pt x="73" y="16"/>
                    <a:pt x="66" y="22"/>
                    <a:pt x="57" y="30"/>
                  </a:cubicBezTo>
                  <a:cubicBezTo>
                    <a:pt x="44" y="43"/>
                    <a:pt x="26" y="63"/>
                    <a:pt x="14" y="89"/>
                  </a:cubicBezTo>
                  <a:cubicBezTo>
                    <a:pt x="6" y="106"/>
                    <a:pt x="0" y="126"/>
                    <a:pt x="0" y="149"/>
                  </a:cubicBezTo>
                  <a:cubicBezTo>
                    <a:pt x="0" y="151"/>
                    <a:pt x="1" y="154"/>
                    <a:pt x="1" y="157"/>
                  </a:cubicBezTo>
                  <a:cubicBezTo>
                    <a:pt x="2" y="178"/>
                    <a:pt x="9" y="201"/>
                    <a:pt x="23" y="223"/>
                  </a:cubicBezTo>
                  <a:cubicBezTo>
                    <a:pt x="29" y="233"/>
                    <a:pt x="37" y="242"/>
                    <a:pt x="45" y="251"/>
                  </a:cubicBezTo>
                  <a:cubicBezTo>
                    <a:pt x="53" y="243"/>
                    <a:pt x="63" y="235"/>
                    <a:pt x="73" y="229"/>
                  </a:cubicBezTo>
                  <a:cubicBezTo>
                    <a:pt x="73" y="181"/>
                    <a:pt x="73" y="181"/>
                    <a:pt x="73" y="181"/>
                  </a:cubicBezTo>
                  <a:cubicBezTo>
                    <a:pt x="68" y="172"/>
                    <a:pt x="66" y="164"/>
                    <a:pt x="65" y="157"/>
                  </a:cubicBezTo>
                  <a:cubicBezTo>
                    <a:pt x="65" y="154"/>
                    <a:pt x="64" y="151"/>
                    <a:pt x="64" y="149"/>
                  </a:cubicBezTo>
                  <a:cubicBezTo>
                    <a:pt x="64" y="137"/>
                    <a:pt x="68" y="126"/>
                    <a:pt x="73" y="115"/>
                  </a:cubicBezTo>
                  <a:cubicBezTo>
                    <a:pt x="75" y="110"/>
                    <a:pt x="78" y="106"/>
                    <a:pt x="81" y="101"/>
                  </a:cubicBezTo>
                  <a:cubicBezTo>
                    <a:pt x="81" y="233"/>
                    <a:pt x="81" y="233"/>
                    <a:pt x="81" y="233"/>
                  </a:cubicBezTo>
                  <a:cubicBezTo>
                    <a:pt x="62" y="244"/>
                    <a:pt x="44" y="261"/>
                    <a:pt x="33" y="283"/>
                  </a:cubicBezTo>
                  <a:cubicBezTo>
                    <a:pt x="27" y="292"/>
                    <a:pt x="23" y="302"/>
                    <a:pt x="20" y="313"/>
                  </a:cubicBezTo>
                  <a:cubicBezTo>
                    <a:pt x="357" y="313"/>
                    <a:pt x="357" y="313"/>
                    <a:pt x="357" y="313"/>
                  </a:cubicBezTo>
                  <a:cubicBezTo>
                    <a:pt x="355" y="306"/>
                    <a:pt x="353" y="298"/>
                    <a:pt x="349" y="291"/>
                  </a:cubicBezTo>
                  <a:cubicBezTo>
                    <a:pt x="341" y="274"/>
                    <a:pt x="330" y="258"/>
                    <a:pt x="316" y="247"/>
                  </a:cubicBezTo>
                  <a:cubicBezTo>
                    <a:pt x="310" y="242"/>
                    <a:pt x="304" y="237"/>
                    <a:pt x="297" y="233"/>
                  </a:cubicBezTo>
                  <a:cubicBezTo>
                    <a:pt x="297" y="101"/>
                    <a:pt x="297" y="101"/>
                    <a:pt x="297" y="101"/>
                  </a:cubicBezTo>
                  <a:cubicBezTo>
                    <a:pt x="300" y="106"/>
                    <a:pt x="303" y="110"/>
                    <a:pt x="305" y="115"/>
                  </a:cubicBezTo>
                  <a:cubicBezTo>
                    <a:pt x="310" y="126"/>
                    <a:pt x="313" y="137"/>
                    <a:pt x="313" y="149"/>
                  </a:cubicBezTo>
                  <a:cubicBezTo>
                    <a:pt x="313" y="151"/>
                    <a:pt x="313" y="154"/>
                    <a:pt x="313" y="157"/>
                  </a:cubicBezTo>
                  <a:cubicBezTo>
                    <a:pt x="312" y="164"/>
                    <a:pt x="310" y="172"/>
                    <a:pt x="305" y="181"/>
                  </a:cubicBezTo>
                  <a:cubicBezTo>
                    <a:pt x="305" y="229"/>
                    <a:pt x="305" y="229"/>
                    <a:pt x="305" y="229"/>
                  </a:cubicBezTo>
                  <a:cubicBezTo>
                    <a:pt x="311" y="233"/>
                    <a:pt x="316" y="236"/>
                    <a:pt x="321" y="241"/>
                  </a:cubicBezTo>
                  <a:cubicBezTo>
                    <a:pt x="325" y="244"/>
                    <a:pt x="329" y="248"/>
                    <a:pt x="332" y="251"/>
                  </a:cubicBezTo>
                  <a:cubicBezTo>
                    <a:pt x="341" y="242"/>
                    <a:pt x="348" y="233"/>
                    <a:pt x="354" y="223"/>
                  </a:cubicBezTo>
                  <a:cubicBezTo>
                    <a:pt x="368" y="201"/>
                    <a:pt x="376" y="178"/>
                    <a:pt x="377" y="157"/>
                  </a:cubicBezTo>
                  <a:cubicBezTo>
                    <a:pt x="377" y="154"/>
                    <a:pt x="377" y="151"/>
                    <a:pt x="377" y="149"/>
                  </a:cubicBezTo>
                  <a:cubicBezTo>
                    <a:pt x="377" y="126"/>
                    <a:pt x="372" y="106"/>
                    <a:pt x="363" y="89"/>
                  </a:cubicBezTo>
                  <a:cubicBezTo>
                    <a:pt x="351" y="63"/>
                    <a:pt x="334" y="43"/>
                    <a:pt x="320" y="30"/>
                  </a:cubicBezTo>
                  <a:cubicBezTo>
                    <a:pt x="312" y="22"/>
                    <a:pt x="305" y="16"/>
                    <a:pt x="300" y="12"/>
                  </a:cubicBezTo>
                  <a:cubicBezTo>
                    <a:pt x="297" y="9"/>
                    <a:pt x="295" y="8"/>
                    <a:pt x="294" y="7"/>
                  </a:cubicBezTo>
                  <a:cubicBezTo>
                    <a:pt x="289" y="4"/>
                    <a:pt x="283" y="2"/>
                    <a:pt x="277" y="2"/>
                  </a:cubicBezTo>
                  <a:cubicBezTo>
                    <a:pt x="274" y="0"/>
                    <a:pt x="270" y="0"/>
                    <a:pt x="266" y="0"/>
                  </a:cubicBezTo>
                  <a:cubicBezTo>
                    <a:pt x="112" y="0"/>
                    <a:pt x="112" y="0"/>
                    <a:pt x="112" y="0"/>
                  </a:cubicBezTo>
                  <a:cubicBezTo>
                    <a:pt x="108" y="0"/>
                    <a:pt x="104" y="0"/>
                    <a:pt x="101" y="2"/>
                  </a:cubicBezTo>
                  <a:cubicBezTo>
                    <a:pt x="95" y="2"/>
                    <a:pt x="89" y="4"/>
                    <a:pt x="84" y="7"/>
                  </a:cubicBezTo>
                  <a:cubicBezTo>
                    <a:pt x="83" y="8"/>
                    <a:pt x="81" y="9"/>
                    <a:pt x="77"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263"/>
            <p:cNvSpPr>
              <a:spLocks/>
            </p:cNvSpPr>
            <p:nvPr/>
          </p:nvSpPr>
          <p:spPr bwMode="auto">
            <a:xfrm>
              <a:off x="4422775" y="1538288"/>
              <a:ext cx="266700" cy="268287"/>
            </a:xfrm>
            <a:custGeom>
              <a:avLst/>
              <a:gdLst>
                <a:gd name="T0" fmla="*/ 11 w 206"/>
                <a:gd name="T1" fmla="*/ 125 h 207"/>
                <a:gd name="T2" fmla="*/ 124 w 206"/>
                <a:gd name="T3" fmla="*/ 195 h 207"/>
                <a:gd name="T4" fmla="*/ 194 w 206"/>
                <a:gd name="T5" fmla="*/ 82 h 207"/>
                <a:gd name="T6" fmla="*/ 82 w 206"/>
                <a:gd name="T7" fmla="*/ 12 h 207"/>
                <a:gd name="T8" fmla="*/ 11 w 206"/>
                <a:gd name="T9" fmla="*/ 125 h 207"/>
              </a:gdLst>
              <a:ahLst/>
              <a:cxnLst>
                <a:cxn ang="0">
                  <a:pos x="T0" y="T1"/>
                </a:cxn>
                <a:cxn ang="0">
                  <a:pos x="T2" y="T3"/>
                </a:cxn>
                <a:cxn ang="0">
                  <a:pos x="T4" y="T5"/>
                </a:cxn>
                <a:cxn ang="0">
                  <a:pos x="T6" y="T7"/>
                </a:cxn>
                <a:cxn ang="0">
                  <a:pos x="T8" y="T9"/>
                </a:cxn>
              </a:cxnLst>
              <a:rect l="0" t="0" r="r" b="b"/>
              <a:pathLst>
                <a:path w="206" h="207">
                  <a:moveTo>
                    <a:pt x="11" y="125"/>
                  </a:moveTo>
                  <a:cubicBezTo>
                    <a:pt x="23" y="175"/>
                    <a:pt x="74" y="207"/>
                    <a:pt x="124" y="195"/>
                  </a:cubicBezTo>
                  <a:cubicBezTo>
                    <a:pt x="175" y="183"/>
                    <a:pt x="206" y="133"/>
                    <a:pt x="194" y="82"/>
                  </a:cubicBezTo>
                  <a:cubicBezTo>
                    <a:pt x="183" y="32"/>
                    <a:pt x="132" y="0"/>
                    <a:pt x="82" y="12"/>
                  </a:cubicBezTo>
                  <a:cubicBezTo>
                    <a:pt x="31" y="24"/>
                    <a:pt x="0" y="74"/>
                    <a:pt x="11" y="1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264"/>
            <p:cNvSpPr>
              <a:spLocks/>
            </p:cNvSpPr>
            <p:nvPr/>
          </p:nvSpPr>
          <p:spPr bwMode="auto">
            <a:xfrm>
              <a:off x="4402138" y="2603500"/>
              <a:ext cx="111125" cy="34925"/>
            </a:xfrm>
            <a:custGeom>
              <a:avLst/>
              <a:gdLst>
                <a:gd name="T0" fmla="*/ 61 w 85"/>
                <a:gd name="T1" fmla="*/ 19 h 27"/>
                <a:gd name="T2" fmla="*/ 85 w 85"/>
                <a:gd name="T3" fmla="*/ 0 h 27"/>
                <a:gd name="T4" fmla="*/ 0 w 85"/>
                <a:gd name="T5" fmla="*/ 0 h 27"/>
                <a:gd name="T6" fmla="*/ 61 w 85"/>
                <a:gd name="T7" fmla="*/ 19 h 27"/>
              </a:gdLst>
              <a:ahLst/>
              <a:cxnLst>
                <a:cxn ang="0">
                  <a:pos x="T0" y="T1"/>
                </a:cxn>
                <a:cxn ang="0">
                  <a:pos x="T2" y="T3"/>
                </a:cxn>
                <a:cxn ang="0">
                  <a:pos x="T4" y="T5"/>
                </a:cxn>
                <a:cxn ang="0">
                  <a:pos x="T6" y="T7"/>
                </a:cxn>
              </a:cxnLst>
              <a:rect l="0" t="0" r="r" b="b"/>
              <a:pathLst>
                <a:path w="85" h="27">
                  <a:moveTo>
                    <a:pt x="61" y="19"/>
                  </a:moveTo>
                  <a:cubicBezTo>
                    <a:pt x="71" y="15"/>
                    <a:pt x="79" y="8"/>
                    <a:pt x="85" y="0"/>
                  </a:cubicBezTo>
                  <a:cubicBezTo>
                    <a:pt x="0" y="0"/>
                    <a:pt x="0" y="0"/>
                    <a:pt x="0" y="0"/>
                  </a:cubicBezTo>
                  <a:cubicBezTo>
                    <a:pt x="14" y="18"/>
                    <a:pt x="38" y="27"/>
                    <a:pt x="61"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265"/>
            <p:cNvSpPr>
              <a:spLocks/>
            </p:cNvSpPr>
            <p:nvPr/>
          </p:nvSpPr>
          <p:spPr bwMode="auto">
            <a:xfrm>
              <a:off x="4598988" y="2603500"/>
              <a:ext cx="111125" cy="28575"/>
            </a:xfrm>
            <a:custGeom>
              <a:avLst/>
              <a:gdLst>
                <a:gd name="T0" fmla="*/ 43 w 85"/>
                <a:gd name="T1" fmla="*/ 22 h 22"/>
                <a:gd name="T2" fmla="*/ 85 w 85"/>
                <a:gd name="T3" fmla="*/ 0 h 22"/>
                <a:gd name="T4" fmla="*/ 0 w 85"/>
                <a:gd name="T5" fmla="*/ 0 h 22"/>
                <a:gd name="T6" fmla="*/ 25 w 85"/>
                <a:gd name="T7" fmla="*/ 19 h 22"/>
                <a:gd name="T8" fmla="*/ 43 w 85"/>
                <a:gd name="T9" fmla="*/ 22 h 22"/>
              </a:gdLst>
              <a:ahLst/>
              <a:cxnLst>
                <a:cxn ang="0">
                  <a:pos x="T0" y="T1"/>
                </a:cxn>
                <a:cxn ang="0">
                  <a:pos x="T2" y="T3"/>
                </a:cxn>
                <a:cxn ang="0">
                  <a:pos x="T4" y="T5"/>
                </a:cxn>
                <a:cxn ang="0">
                  <a:pos x="T6" y="T7"/>
                </a:cxn>
                <a:cxn ang="0">
                  <a:pos x="T8" y="T9"/>
                </a:cxn>
              </a:cxnLst>
              <a:rect l="0" t="0" r="r" b="b"/>
              <a:pathLst>
                <a:path w="85" h="22">
                  <a:moveTo>
                    <a:pt x="43" y="22"/>
                  </a:moveTo>
                  <a:cubicBezTo>
                    <a:pt x="60" y="22"/>
                    <a:pt x="76" y="13"/>
                    <a:pt x="85" y="0"/>
                  </a:cubicBezTo>
                  <a:cubicBezTo>
                    <a:pt x="0" y="0"/>
                    <a:pt x="0" y="0"/>
                    <a:pt x="0" y="0"/>
                  </a:cubicBezTo>
                  <a:cubicBezTo>
                    <a:pt x="6" y="8"/>
                    <a:pt x="15" y="15"/>
                    <a:pt x="25" y="19"/>
                  </a:cubicBezTo>
                  <a:cubicBezTo>
                    <a:pt x="31" y="21"/>
                    <a:pt x="37" y="22"/>
                    <a:pt x="43"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266"/>
            <p:cNvSpPr>
              <a:spLocks/>
            </p:cNvSpPr>
            <p:nvPr/>
          </p:nvSpPr>
          <p:spPr bwMode="auto">
            <a:xfrm>
              <a:off x="4297363" y="2232025"/>
              <a:ext cx="528638" cy="387350"/>
            </a:xfrm>
            <a:custGeom>
              <a:avLst/>
              <a:gdLst>
                <a:gd name="T0" fmla="*/ 50 w 408"/>
                <a:gd name="T1" fmla="*/ 299 h 299"/>
                <a:gd name="T2" fmla="*/ 50 w 408"/>
                <a:gd name="T3" fmla="*/ 278 h 299"/>
                <a:gd name="T4" fmla="*/ 358 w 408"/>
                <a:gd name="T5" fmla="*/ 278 h 299"/>
                <a:gd name="T6" fmla="*/ 358 w 408"/>
                <a:gd name="T7" fmla="*/ 299 h 299"/>
                <a:gd name="T8" fmla="*/ 385 w 408"/>
                <a:gd name="T9" fmla="*/ 299 h 299"/>
                <a:gd name="T10" fmla="*/ 385 w 408"/>
                <a:gd name="T11" fmla="*/ 128 h 299"/>
                <a:gd name="T12" fmla="*/ 388 w 408"/>
                <a:gd name="T13" fmla="*/ 128 h 299"/>
                <a:gd name="T14" fmla="*/ 408 w 408"/>
                <a:gd name="T15" fmla="*/ 108 h 299"/>
                <a:gd name="T16" fmla="*/ 408 w 408"/>
                <a:gd name="T17" fmla="*/ 20 h 299"/>
                <a:gd name="T18" fmla="*/ 388 w 408"/>
                <a:gd name="T19" fmla="*/ 0 h 299"/>
                <a:gd name="T20" fmla="*/ 20 w 408"/>
                <a:gd name="T21" fmla="*/ 0 h 299"/>
                <a:gd name="T22" fmla="*/ 0 w 408"/>
                <a:gd name="T23" fmla="*/ 20 h 299"/>
                <a:gd name="T24" fmla="*/ 0 w 408"/>
                <a:gd name="T25" fmla="*/ 108 h 299"/>
                <a:gd name="T26" fmla="*/ 20 w 408"/>
                <a:gd name="T27" fmla="*/ 128 h 299"/>
                <a:gd name="T28" fmla="*/ 23 w 408"/>
                <a:gd name="T29" fmla="*/ 128 h 299"/>
                <a:gd name="T30" fmla="*/ 23 w 408"/>
                <a:gd name="T31" fmla="*/ 299 h 299"/>
                <a:gd name="T32" fmla="*/ 50 w 408"/>
                <a:gd name="T33" fmla="*/ 299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08" h="299">
                  <a:moveTo>
                    <a:pt x="50" y="299"/>
                  </a:moveTo>
                  <a:cubicBezTo>
                    <a:pt x="50" y="278"/>
                    <a:pt x="50" y="278"/>
                    <a:pt x="50" y="278"/>
                  </a:cubicBezTo>
                  <a:cubicBezTo>
                    <a:pt x="358" y="278"/>
                    <a:pt x="358" y="278"/>
                    <a:pt x="358" y="278"/>
                  </a:cubicBezTo>
                  <a:cubicBezTo>
                    <a:pt x="358" y="299"/>
                    <a:pt x="358" y="299"/>
                    <a:pt x="358" y="299"/>
                  </a:cubicBezTo>
                  <a:cubicBezTo>
                    <a:pt x="385" y="299"/>
                    <a:pt x="385" y="299"/>
                    <a:pt x="385" y="299"/>
                  </a:cubicBezTo>
                  <a:cubicBezTo>
                    <a:pt x="385" y="128"/>
                    <a:pt x="385" y="128"/>
                    <a:pt x="385" y="128"/>
                  </a:cubicBezTo>
                  <a:cubicBezTo>
                    <a:pt x="388" y="128"/>
                    <a:pt x="388" y="128"/>
                    <a:pt x="388" y="128"/>
                  </a:cubicBezTo>
                  <a:cubicBezTo>
                    <a:pt x="399" y="128"/>
                    <a:pt x="408" y="119"/>
                    <a:pt x="408" y="108"/>
                  </a:cubicBezTo>
                  <a:cubicBezTo>
                    <a:pt x="408" y="20"/>
                    <a:pt x="408" y="20"/>
                    <a:pt x="408" y="20"/>
                  </a:cubicBezTo>
                  <a:cubicBezTo>
                    <a:pt x="408" y="9"/>
                    <a:pt x="399" y="0"/>
                    <a:pt x="388" y="0"/>
                  </a:cubicBezTo>
                  <a:cubicBezTo>
                    <a:pt x="20" y="0"/>
                    <a:pt x="20" y="0"/>
                    <a:pt x="20" y="0"/>
                  </a:cubicBezTo>
                  <a:cubicBezTo>
                    <a:pt x="9" y="0"/>
                    <a:pt x="0" y="9"/>
                    <a:pt x="0" y="20"/>
                  </a:cubicBezTo>
                  <a:cubicBezTo>
                    <a:pt x="0" y="108"/>
                    <a:pt x="0" y="108"/>
                    <a:pt x="0" y="108"/>
                  </a:cubicBezTo>
                  <a:cubicBezTo>
                    <a:pt x="0" y="119"/>
                    <a:pt x="9" y="128"/>
                    <a:pt x="20" y="128"/>
                  </a:cubicBezTo>
                  <a:cubicBezTo>
                    <a:pt x="23" y="128"/>
                    <a:pt x="23" y="128"/>
                    <a:pt x="23" y="128"/>
                  </a:cubicBezTo>
                  <a:cubicBezTo>
                    <a:pt x="23" y="299"/>
                    <a:pt x="23" y="299"/>
                    <a:pt x="23" y="299"/>
                  </a:cubicBezTo>
                  <a:lnTo>
                    <a:pt x="50" y="29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Freeform 267"/>
            <p:cNvSpPr>
              <a:spLocks/>
            </p:cNvSpPr>
            <p:nvPr/>
          </p:nvSpPr>
          <p:spPr bwMode="auto">
            <a:xfrm>
              <a:off x="4027488" y="1703388"/>
              <a:ext cx="407988" cy="20637"/>
            </a:xfrm>
            <a:custGeom>
              <a:avLst/>
              <a:gdLst>
                <a:gd name="T0" fmla="*/ 309 w 314"/>
                <a:gd name="T1" fmla="*/ 0 h 16"/>
                <a:gd name="T2" fmla="*/ 0 w 314"/>
                <a:gd name="T3" fmla="*/ 0 h 16"/>
                <a:gd name="T4" fmla="*/ 0 w 314"/>
                <a:gd name="T5" fmla="*/ 16 h 16"/>
                <a:gd name="T6" fmla="*/ 314 w 314"/>
                <a:gd name="T7" fmla="*/ 16 h 16"/>
                <a:gd name="T8" fmla="*/ 309 w 314"/>
                <a:gd name="T9" fmla="*/ 0 h 16"/>
              </a:gdLst>
              <a:ahLst/>
              <a:cxnLst>
                <a:cxn ang="0">
                  <a:pos x="T0" y="T1"/>
                </a:cxn>
                <a:cxn ang="0">
                  <a:pos x="T2" y="T3"/>
                </a:cxn>
                <a:cxn ang="0">
                  <a:pos x="T4" y="T5"/>
                </a:cxn>
                <a:cxn ang="0">
                  <a:pos x="T6" y="T7"/>
                </a:cxn>
                <a:cxn ang="0">
                  <a:pos x="T8" y="T9"/>
                </a:cxn>
              </a:cxnLst>
              <a:rect l="0" t="0" r="r" b="b"/>
              <a:pathLst>
                <a:path w="314" h="16">
                  <a:moveTo>
                    <a:pt x="309" y="0"/>
                  </a:moveTo>
                  <a:cubicBezTo>
                    <a:pt x="0" y="0"/>
                    <a:pt x="0" y="0"/>
                    <a:pt x="0" y="0"/>
                  </a:cubicBezTo>
                  <a:cubicBezTo>
                    <a:pt x="0" y="16"/>
                    <a:pt x="0" y="16"/>
                    <a:pt x="0" y="16"/>
                  </a:cubicBezTo>
                  <a:cubicBezTo>
                    <a:pt x="314" y="16"/>
                    <a:pt x="314" y="16"/>
                    <a:pt x="314" y="16"/>
                  </a:cubicBezTo>
                  <a:cubicBezTo>
                    <a:pt x="312" y="11"/>
                    <a:pt x="310" y="5"/>
                    <a:pt x="30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268"/>
            <p:cNvSpPr>
              <a:spLocks/>
            </p:cNvSpPr>
            <p:nvPr/>
          </p:nvSpPr>
          <p:spPr bwMode="auto">
            <a:xfrm>
              <a:off x="3568700" y="1398588"/>
              <a:ext cx="227013" cy="95250"/>
            </a:xfrm>
            <a:custGeom>
              <a:avLst/>
              <a:gdLst>
                <a:gd name="T0" fmla="*/ 22 w 175"/>
                <a:gd name="T1" fmla="*/ 74 h 74"/>
                <a:gd name="T2" fmla="*/ 51 w 175"/>
                <a:gd name="T3" fmla="*/ 52 h 74"/>
                <a:gd name="T4" fmla="*/ 79 w 175"/>
                <a:gd name="T5" fmla="*/ 74 h 74"/>
                <a:gd name="T6" fmla="*/ 94 w 175"/>
                <a:gd name="T7" fmla="*/ 74 h 74"/>
                <a:gd name="T8" fmla="*/ 123 w 175"/>
                <a:gd name="T9" fmla="*/ 52 h 74"/>
                <a:gd name="T10" fmla="*/ 151 w 175"/>
                <a:gd name="T11" fmla="*/ 74 h 74"/>
                <a:gd name="T12" fmla="*/ 175 w 175"/>
                <a:gd name="T13" fmla="*/ 74 h 74"/>
                <a:gd name="T14" fmla="*/ 87 w 175"/>
                <a:gd name="T15" fmla="*/ 0 h 74"/>
                <a:gd name="T16" fmla="*/ 0 w 175"/>
                <a:gd name="T17" fmla="*/ 64 h 74"/>
                <a:gd name="T18" fmla="*/ 4 w 175"/>
                <a:gd name="T19" fmla="*/ 74 h 74"/>
                <a:gd name="T20" fmla="*/ 22 w 175"/>
                <a:gd name="T21"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5" h="74">
                  <a:moveTo>
                    <a:pt x="22" y="74"/>
                  </a:moveTo>
                  <a:cubicBezTo>
                    <a:pt x="26" y="62"/>
                    <a:pt x="37" y="52"/>
                    <a:pt x="51" y="52"/>
                  </a:cubicBezTo>
                  <a:cubicBezTo>
                    <a:pt x="64" y="52"/>
                    <a:pt x="76" y="62"/>
                    <a:pt x="79" y="74"/>
                  </a:cubicBezTo>
                  <a:cubicBezTo>
                    <a:pt x="94" y="74"/>
                    <a:pt x="94" y="74"/>
                    <a:pt x="94" y="74"/>
                  </a:cubicBezTo>
                  <a:cubicBezTo>
                    <a:pt x="98" y="62"/>
                    <a:pt x="109" y="52"/>
                    <a:pt x="123" y="52"/>
                  </a:cubicBezTo>
                  <a:cubicBezTo>
                    <a:pt x="136" y="52"/>
                    <a:pt x="148" y="62"/>
                    <a:pt x="151" y="74"/>
                  </a:cubicBezTo>
                  <a:cubicBezTo>
                    <a:pt x="175" y="74"/>
                    <a:pt x="175" y="74"/>
                    <a:pt x="175" y="74"/>
                  </a:cubicBezTo>
                  <a:cubicBezTo>
                    <a:pt x="168" y="32"/>
                    <a:pt x="131" y="0"/>
                    <a:pt x="87" y="0"/>
                  </a:cubicBezTo>
                  <a:cubicBezTo>
                    <a:pt x="46" y="0"/>
                    <a:pt x="11" y="27"/>
                    <a:pt x="0" y="64"/>
                  </a:cubicBezTo>
                  <a:cubicBezTo>
                    <a:pt x="2" y="67"/>
                    <a:pt x="3" y="71"/>
                    <a:pt x="4" y="74"/>
                  </a:cubicBezTo>
                  <a:lnTo>
                    <a:pt x="22" y="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269"/>
            <p:cNvSpPr>
              <a:spLocks/>
            </p:cNvSpPr>
            <p:nvPr/>
          </p:nvSpPr>
          <p:spPr bwMode="auto">
            <a:xfrm>
              <a:off x="3567113" y="1504950"/>
              <a:ext cx="231775" cy="127000"/>
            </a:xfrm>
            <a:custGeom>
              <a:avLst/>
              <a:gdLst>
                <a:gd name="T0" fmla="*/ 125 w 179"/>
                <a:gd name="T1" fmla="*/ 29 h 98"/>
                <a:gd name="T2" fmla="*/ 95 w 179"/>
                <a:gd name="T3" fmla="*/ 0 h 98"/>
                <a:gd name="T4" fmla="*/ 82 w 179"/>
                <a:gd name="T5" fmla="*/ 0 h 98"/>
                <a:gd name="T6" fmla="*/ 53 w 179"/>
                <a:gd name="T7" fmla="*/ 29 h 98"/>
                <a:gd name="T8" fmla="*/ 23 w 179"/>
                <a:gd name="T9" fmla="*/ 0 h 98"/>
                <a:gd name="T10" fmla="*/ 7 w 179"/>
                <a:gd name="T11" fmla="*/ 0 h 98"/>
                <a:gd name="T12" fmla="*/ 3 w 179"/>
                <a:gd name="T13" fmla="*/ 20 h 98"/>
                <a:gd name="T14" fmla="*/ 0 w 179"/>
                <a:gd name="T15" fmla="*/ 24 h 98"/>
                <a:gd name="T16" fmla="*/ 89 w 179"/>
                <a:gd name="T17" fmla="*/ 98 h 98"/>
                <a:gd name="T18" fmla="*/ 179 w 179"/>
                <a:gd name="T19" fmla="*/ 8 h 98"/>
                <a:gd name="T20" fmla="*/ 178 w 179"/>
                <a:gd name="T21" fmla="*/ 0 h 98"/>
                <a:gd name="T22" fmla="*/ 154 w 179"/>
                <a:gd name="T23" fmla="*/ 0 h 98"/>
                <a:gd name="T24" fmla="*/ 125 w 179"/>
                <a:gd name="T25" fmla="*/ 29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9" h="98">
                  <a:moveTo>
                    <a:pt x="125" y="29"/>
                  </a:moveTo>
                  <a:cubicBezTo>
                    <a:pt x="109" y="29"/>
                    <a:pt x="96" y="16"/>
                    <a:pt x="95" y="0"/>
                  </a:cubicBezTo>
                  <a:cubicBezTo>
                    <a:pt x="82" y="0"/>
                    <a:pt x="82" y="0"/>
                    <a:pt x="82" y="0"/>
                  </a:cubicBezTo>
                  <a:cubicBezTo>
                    <a:pt x="82" y="16"/>
                    <a:pt x="69" y="29"/>
                    <a:pt x="53" y="29"/>
                  </a:cubicBezTo>
                  <a:cubicBezTo>
                    <a:pt x="37" y="29"/>
                    <a:pt x="24" y="16"/>
                    <a:pt x="23" y="0"/>
                  </a:cubicBezTo>
                  <a:cubicBezTo>
                    <a:pt x="7" y="0"/>
                    <a:pt x="7" y="0"/>
                    <a:pt x="7" y="0"/>
                  </a:cubicBezTo>
                  <a:cubicBezTo>
                    <a:pt x="7" y="7"/>
                    <a:pt x="6" y="14"/>
                    <a:pt x="3" y="20"/>
                  </a:cubicBezTo>
                  <a:cubicBezTo>
                    <a:pt x="2" y="21"/>
                    <a:pt x="1" y="23"/>
                    <a:pt x="0" y="24"/>
                  </a:cubicBezTo>
                  <a:cubicBezTo>
                    <a:pt x="8" y="66"/>
                    <a:pt x="45" y="98"/>
                    <a:pt x="89" y="98"/>
                  </a:cubicBezTo>
                  <a:cubicBezTo>
                    <a:pt x="138" y="98"/>
                    <a:pt x="179" y="57"/>
                    <a:pt x="179" y="8"/>
                  </a:cubicBezTo>
                  <a:cubicBezTo>
                    <a:pt x="179" y="5"/>
                    <a:pt x="179" y="3"/>
                    <a:pt x="178" y="0"/>
                  </a:cubicBezTo>
                  <a:cubicBezTo>
                    <a:pt x="154" y="0"/>
                    <a:pt x="154" y="0"/>
                    <a:pt x="154" y="0"/>
                  </a:cubicBezTo>
                  <a:cubicBezTo>
                    <a:pt x="154" y="16"/>
                    <a:pt x="141" y="29"/>
                    <a:pt x="125"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Oval 270"/>
            <p:cNvSpPr>
              <a:spLocks noChangeArrowheads="1"/>
            </p:cNvSpPr>
            <p:nvPr/>
          </p:nvSpPr>
          <p:spPr bwMode="auto">
            <a:xfrm>
              <a:off x="3606800" y="1476375"/>
              <a:ext cx="55563" cy="5556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Oval 271"/>
            <p:cNvSpPr>
              <a:spLocks noChangeArrowheads="1"/>
            </p:cNvSpPr>
            <p:nvPr/>
          </p:nvSpPr>
          <p:spPr bwMode="auto">
            <a:xfrm>
              <a:off x="3700463" y="1476375"/>
              <a:ext cx="55563" cy="5556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272"/>
            <p:cNvSpPr>
              <a:spLocks/>
            </p:cNvSpPr>
            <p:nvPr/>
          </p:nvSpPr>
          <p:spPr bwMode="auto">
            <a:xfrm>
              <a:off x="3413125" y="1458913"/>
              <a:ext cx="511175" cy="1173162"/>
            </a:xfrm>
            <a:custGeom>
              <a:avLst/>
              <a:gdLst>
                <a:gd name="T0" fmla="*/ 0 w 394"/>
                <a:gd name="T1" fmla="*/ 182 h 905"/>
                <a:gd name="T2" fmla="*/ 3 w 394"/>
                <a:gd name="T3" fmla="*/ 207 h 905"/>
                <a:gd name="T4" fmla="*/ 28 w 394"/>
                <a:gd name="T5" fmla="*/ 237 h 905"/>
                <a:gd name="T6" fmla="*/ 59 w 394"/>
                <a:gd name="T7" fmla="*/ 245 h 905"/>
                <a:gd name="T8" fmla="*/ 98 w 394"/>
                <a:gd name="T9" fmla="*/ 238 h 905"/>
                <a:gd name="T10" fmla="*/ 98 w 394"/>
                <a:gd name="T11" fmla="*/ 388 h 905"/>
                <a:gd name="T12" fmla="*/ 98 w 394"/>
                <a:gd name="T13" fmla="*/ 464 h 905"/>
                <a:gd name="T14" fmla="*/ 98 w 394"/>
                <a:gd name="T15" fmla="*/ 855 h 905"/>
                <a:gd name="T16" fmla="*/ 148 w 394"/>
                <a:gd name="T17" fmla="*/ 905 h 905"/>
                <a:gd name="T18" fmla="*/ 197 w 394"/>
                <a:gd name="T19" fmla="*/ 855 h 905"/>
                <a:gd name="T20" fmla="*/ 197 w 394"/>
                <a:gd name="T21" fmla="*/ 495 h 905"/>
                <a:gd name="T22" fmla="*/ 216 w 394"/>
                <a:gd name="T23" fmla="*/ 495 h 905"/>
                <a:gd name="T24" fmla="*/ 216 w 394"/>
                <a:gd name="T25" fmla="*/ 855 h 905"/>
                <a:gd name="T26" fmla="*/ 265 w 394"/>
                <a:gd name="T27" fmla="*/ 905 h 905"/>
                <a:gd name="T28" fmla="*/ 315 w 394"/>
                <a:gd name="T29" fmla="*/ 855 h 905"/>
                <a:gd name="T30" fmla="*/ 315 w 394"/>
                <a:gd name="T31" fmla="*/ 464 h 905"/>
                <a:gd name="T32" fmla="*/ 315 w 394"/>
                <a:gd name="T33" fmla="*/ 388 h 905"/>
                <a:gd name="T34" fmla="*/ 315 w 394"/>
                <a:gd name="T35" fmla="*/ 279 h 905"/>
                <a:gd name="T36" fmla="*/ 330 w 394"/>
                <a:gd name="T37" fmla="*/ 432 h 905"/>
                <a:gd name="T38" fmla="*/ 328 w 394"/>
                <a:gd name="T39" fmla="*/ 509 h 905"/>
                <a:gd name="T40" fmla="*/ 358 w 394"/>
                <a:gd name="T41" fmla="*/ 542 h 905"/>
                <a:gd name="T42" fmla="*/ 360 w 394"/>
                <a:gd name="T43" fmla="*/ 543 h 905"/>
                <a:gd name="T44" fmla="*/ 392 w 394"/>
                <a:gd name="T45" fmla="*/ 512 h 905"/>
                <a:gd name="T46" fmla="*/ 394 w 394"/>
                <a:gd name="T47" fmla="*/ 432 h 905"/>
                <a:gd name="T48" fmla="*/ 355 w 394"/>
                <a:gd name="T49" fmla="*/ 209 h 905"/>
                <a:gd name="T50" fmla="*/ 317 w 394"/>
                <a:gd name="T51" fmla="*/ 169 h 905"/>
                <a:gd name="T52" fmla="*/ 291 w 394"/>
                <a:gd name="T53" fmla="*/ 160 h 905"/>
                <a:gd name="T54" fmla="*/ 284 w 394"/>
                <a:gd name="T55" fmla="*/ 159 h 905"/>
                <a:gd name="T56" fmla="*/ 129 w 394"/>
                <a:gd name="T57" fmla="*/ 159 h 905"/>
                <a:gd name="T58" fmla="*/ 123 w 394"/>
                <a:gd name="T59" fmla="*/ 160 h 905"/>
                <a:gd name="T60" fmla="*/ 104 w 394"/>
                <a:gd name="T61" fmla="*/ 164 h 905"/>
                <a:gd name="T62" fmla="*/ 104 w 394"/>
                <a:gd name="T63" fmla="*/ 165 h 905"/>
                <a:gd name="T64" fmla="*/ 85 w 394"/>
                <a:gd name="T65" fmla="*/ 174 h 905"/>
                <a:gd name="T66" fmla="*/ 64 w 394"/>
                <a:gd name="T67" fmla="*/ 181 h 905"/>
                <a:gd name="T68" fmla="*/ 74 w 394"/>
                <a:gd name="T69" fmla="*/ 138 h 905"/>
                <a:gd name="T70" fmla="*/ 74 w 394"/>
                <a:gd name="T71" fmla="*/ 136 h 905"/>
                <a:gd name="T72" fmla="*/ 113 w 394"/>
                <a:gd name="T73" fmla="*/ 51 h 905"/>
                <a:gd name="T74" fmla="*/ 100 w 394"/>
                <a:gd name="T75" fmla="*/ 8 h 905"/>
                <a:gd name="T76" fmla="*/ 57 w 394"/>
                <a:gd name="T77" fmla="*/ 21 h 905"/>
                <a:gd name="T78" fmla="*/ 13 w 394"/>
                <a:gd name="T79" fmla="*/ 116 h 905"/>
                <a:gd name="T80" fmla="*/ 13 w 394"/>
                <a:gd name="T81" fmla="*/ 117 h 905"/>
                <a:gd name="T82" fmla="*/ 0 w 394"/>
                <a:gd name="T83" fmla="*/ 182 h 9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94" h="905">
                  <a:moveTo>
                    <a:pt x="0" y="182"/>
                  </a:moveTo>
                  <a:cubicBezTo>
                    <a:pt x="0" y="190"/>
                    <a:pt x="1" y="199"/>
                    <a:pt x="3" y="207"/>
                  </a:cubicBezTo>
                  <a:cubicBezTo>
                    <a:pt x="7" y="219"/>
                    <a:pt x="17" y="231"/>
                    <a:pt x="28" y="237"/>
                  </a:cubicBezTo>
                  <a:cubicBezTo>
                    <a:pt x="39" y="244"/>
                    <a:pt x="50" y="245"/>
                    <a:pt x="59" y="245"/>
                  </a:cubicBezTo>
                  <a:cubicBezTo>
                    <a:pt x="74" y="245"/>
                    <a:pt x="87" y="242"/>
                    <a:pt x="98" y="238"/>
                  </a:cubicBezTo>
                  <a:cubicBezTo>
                    <a:pt x="98" y="388"/>
                    <a:pt x="98" y="388"/>
                    <a:pt x="98" y="388"/>
                  </a:cubicBezTo>
                  <a:cubicBezTo>
                    <a:pt x="98" y="464"/>
                    <a:pt x="98" y="464"/>
                    <a:pt x="98" y="464"/>
                  </a:cubicBezTo>
                  <a:cubicBezTo>
                    <a:pt x="98" y="855"/>
                    <a:pt x="98" y="855"/>
                    <a:pt x="98" y="855"/>
                  </a:cubicBezTo>
                  <a:cubicBezTo>
                    <a:pt x="98" y="882"/>
                    <a:pt x="121" y="905"/>
                    <a:pt x="148" y="905"/>
                  </a:cubicBezTo>
                  <a:cubicBezTo>
                    <a:pt x="175" y="905"/>
                    <a:pt x="197" y="882"/>
                    <a:pt x="197" y="855"/>
                  </a:cubicBezTo>
                  <a:cubicBezTo>
                    <a:pt x="197" y="495"/>
                    <a:pt x="197" y="495"/>
                    <a:pt x="197" y="495"/>
                  </a:cubicBezTo>
                  <a:cubicBezTo>
                    <a:pt x="216" y="495"/>
                    <a:pt x="216" y="495"/>
                    <a:pt x="216" y="495"/>
                  </a:cubicBezTo>
                  <a:cubicBezTo>
                    <a:pt x="216" y="855"/>
                    <a:pt x="216" y="855"/>
                    <a:pt x="216" y="855"/>
                  </a:cubicBezTo>
                  <a:cubicBezTo>
                    <a:pt x="216" y="882"/>
                    <a:pt x="238" y="905"/>
                    <a:pt x="265" y="905"/>
                  </a:cubicBezTo>
                  <a:cubicBezTo>
                    <a:pt x="293" y="905"/>
                    <a:pt x="315" y="882"/>
                    <a:pt x="315" y="855"/>
                  </a:cubicBezTo>
                  <a:cubicBezTo>
                    <a:pt x="315" y="464"/>
                    <a:pt x="315" y="464"/>
                    <a:pt x="315" y="464"/>
                  </a:cubicBezTo>
                  <a:cubicBezTo>
                    <a:pt x="315" y="388"/>
                    <a:pt x="315" y="388"/>
                    <a:pt x="315" y="388"/>
                  </a:cubicBezTo>
                  <a:cubicBezTo>
                    <a:pt x="315" y="279"/>
                    <a:pt x="315" y="279"/>
                    <a:pt x="315" y="279"/>
                  </a:cubicBezTo>
                  <a:cubicBezTo>
                    <a:pt x="324" y="311"/>
                    <a:pt x="330" y="360"/>
                    <a:pt x="330" y="432"/>
                  </a:cubicBezTo>
                  <a:cubicBezTo>
                    <a:pt x="330" y="455"/>
                    <a:pt x="330" y="481"/>
                    <a:pt x="328" y="509"/>
                  </a:cubicBezTo>
                  <a:cubicBezTo>
                    <a:pt x="327" y="526"/>
                    <a:pt x="341" y="542"/>
                    <a:pt x="358" y="542"/>
                  </a:cubicBezTo>
                  <a:cubicBezTo>
                    <a:pt x="359" y="543"/>
                    <a:pt x="360" y="543"/>
                    <a:pt x="360" y="543"/>
                  </a:cubicBezTo>
                  <a:cubicBezTo>
                    <a:pt x="377" y="543"/>
                    <a:pt x="391" y="529"/>
                    <a:pt x="392" y="512"/>
                  </a:cubicBezTo>
                  <a:cubicBezTo>
                    <a:pt x="394" y="483"/>
                    <a:pt x="394" y="456"/>
                    <a:pt x="394" y="432"/>
                  </a:cubicBezTo>
                  <a:cubicBezTo>
                    <a:pt x="394" y="314"/>
                    <a:pt x="378" y="249"/>
                    <a:pt x="355" y="209"/>
                  </a:cubicBezTo>
                  <a:cubicBezTo>
                    <a:pt x="344" y="190"/>
                    <a:pt x="330" y="176"/>
                    <a:pt x="317" y="169"/>
                  </a:cubicBezTo>
                  <a:cubicBezTo>
                    <a:pt x="307" y="163"/>
                    <a:pt x="298" y="161"/>
                    <a:pt x="291" y="160"/>
                  </a:cubicBezTo>
                  <a:cubicBezTo>
                    <a:pt x="289" y="160"/>
                    <a:pt x="286" y="159"/>
                    <a:pt x="284" y="159"/>
                  </a:cubicBezTo>
                  <a:cubicBezTo>
                    <a:pt x="129" y="159"/>
                    <a:pt x="129" y="159"/>
                    <a:pt x="129" y="159"/>
                  </a:cubicBezTo>
                  <a:cubicBezTo>
                    <a:pt x="127" y="159"/>
                    <a:pt x="125" y="159"/>
                    <a:pt x="123" y="160"/>
                  </a:cubicBezTo>
                  <a:cubicBezTo>
                    <a:pt x="117" y="159"/>
                    <a:pt x="110" y="161"/>
                    <a:pt x="104" y="164"/>
                  </a:cubicBezTo>
                  <a:cubicBezTo>
                    <a:pt x="104" y="164"/>
                    <a:pt x="104" y="164"/>
                    <a:pt x="104" y="165"/>
                  </a:cubicBezTo>
                  <a:cubicBezTo>
                    <a:pt x="103" y="165"/>
                    <a:pt x="95" y="170"/>
                    <a:pt x="85" y="174"/>
                  </a:cubicBezTo>
                  <a:cubicBezTo>
                    <a:pt x="78" y="178"/>
                    <a:pt x="69" y="180"/>
                    <a:pt x="64" y="181"/>
                  </a:cubicBezTo>
                  <a:cubicBezTo>
                    <a:pt x="64" y="174"/>
                    <a:pt x="66" y="159"/>
                    <a:pt x="74" y="138"/>
                  </a:cubicBezTo>
                  <a:cubicBezTo>
                    <a:pt x="74" y="137"/>
                    <a:pt x="74" y="137"/>
                    <a:pt x="74" y="136"/>
                  </a:cubicBezTo>
                  <a:cubicBezTo>
                    <a:pt x="82" y="115"/>
                    <a:pt x="95" y="87"/>
                    <a:pt x="113" y="51"/>
                  </a:cubicBezTo>
                  <a:cubicBezTo>
                    <a:pt x="122" y="36"/>
                    <a:pt x="116" y="16"/>
                    <a:pt x="100" y="8"/>
                  </a:cubicBezTo>
                  <a:cubicBezTo>
                    <a:pt x="84" y="0"/>
                    <a:pt x="65" y="6"/>
                    <a:pt x="57" y="21"/>
                  </a:cubicBezTo>
                  <a:cubicBezTo>
                    <a:pt x="37" y="60"/>
                    <a:pt x="23" y="91"/>
                    <a:pt x="13" y="116"/>
                  </a:cubicBezTo>
                  <a:cubicBezTo>
                    <a:pt x="13" y="116"/>
                    <a:pt x="13" y="116"/>
                    <a:pt x="13" y="117"/>
                  </a:cubicBezTo>
                  <a:cubicBezTo>
                    <a:pt x="4" y="142"/>
                    <a:pt x="0" y="163"/>
                    <a:pt x="0" y="1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1" name="组合 210"/>
          <p:cNvGrpSpPr/>
          <p:nvPr/>
        </p:nvGrpSpPr>
        <p:grpSpPr>
          <a:xfrm>
            <a:off x="2701925" y="4713288"/>
            <a:ext cx="2919413" cy="1314449"/>
            <a:chOff x="2701925" y="4713288"/>
            <a:chExt cx="2919413" cy="1314449"/>
          </a:xfrm>
          <a:solidFill>
            <a:schemeClr val="tx1">
              <a:lumMod val="65000"/>
              <a:lumOff val="35000"/>
            </a:schemeClr>
          </a:solidFill>
        </p:grpSpPr>
        <p:sp>
          <p:nvSpPr>
            <p:cNvPr id="212" name="Freeform 273"/>
            <p:cNvSpPr>
              <a:spLocks/>
            </p:cNvSpPr>
            <p:nvPr/>
          </p:nvSpPr>
          <p:spPr bwMode="auto">
            <a:xfrm>
              <a:off x="3798888" y="5270500"/>
              <a:ext cx="128588" cy="236537"/>
            </a:xfrm>
            <a:custGeom>
              <a:avLst/>
              <a:gdLst>
                <a:gd name="T0" fmla="*/ 99 w 99"/>
                <a:gd name="T1" fmla="*/ 180 h 182"/>
                <a:gd name="T2" fmla="*/ 99 w 99"/>
                <a:gd name="T3" fmla="*/ 1 h 182"/>
                <a:gd name="T4" fmla="*/ 83 w 99"/>
                <a:gd name="T5" fmla="*/ 1 h 182"/>
                <a:gd name="T6" fmla="*/ 7 w 99"/>
                <a:gd name="T7" fmla="*/ 103 h 182"/>
                <a:gd name="T8" fmla="*/ 99 w 99"/>
                <a:gd name="T9" fmla="*/ 180 h 182"/>
              </a:gdLst>
              <a:ahLst/>
              <a:cxnLst>
                <a:cxn ang="0">
                  <a:pos x="T0" y="T1"/>
                </a:cxn>
                <a:cxn ang="0">
                  <a:pos x="T2" y="T3"/>
                </a:cxn>
                <a:cxn ang="0">
                  <a:pos x="T4" y="T5"/>
                </a:cxn>
                <a:cxn ang="0">
                  <a:pos x="T6" y="T7"/>
                </a:cxn>
                <a:cxn ang="0">
                  <a:pos x="T8" y="T9"/>
                </a:cxn>
              </a:cxnLst>
              <a:rect l="0" t="0" r="r" b="b"/>
              <a:pathLst>
                <a:path w="99" h="182">
                  <a:moveTo>
                    <a:pt x="99" y="180"/>
                  </a:moveTo>
                  <a:cubicBezTo>
                    <a:pt x="99" y="1"/>
                    <a:pt x="99" y="1"/>
                    <a:pt x="99" y="1"/>
                  </a:cubicBezTo>
                  <a:cubicBezTo>
                    <a:pt x="94" y="0"/>
                    <a:pt x="89" y="1"/>
                    <a:pt x="83" y="1"/>
                  </a:cubicBezTo>
                  <a:cubicBezTo>
                    <a:pt x="34" y="8"/>
                    <a:pt x="0" y="54"/>
                    <a:pt x="7" y="103"/>
                  </a:cubicBezTo>
                  <a:cubicBezTo>
                    <a:pt x="13" y="149"/>
                    <a:pt x="54" y="182"/>
                    <a:pt x="99" y="1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274"/>
            <p:cNvSpPr>
              <a:spLocks/>
            </p:cNvSpPr>
            <p:nvPr/>
          </p:nvSpPr>
          <p:spPr bwMode="auto">
            <a:xfrm>
              <a:off x="2862263" y="5335588"/>
              <a:ext cx="931863" cy="227012"/>
            </a:xfrm>
            <a:custGeom>
              <a:avLst/>
              <a:gdLst>
                <a:gd name="T0" fmla="*/ 637 w 720"/>
                <a:gd name="T1" fmla="*/ 154 h 175"/>
                <a:gd name="T2" fmla="*/ 715 w 720"/>
                <a:gd name="T3" fmla="*/ 57 h 175"/>
                <a:gd name="T4" fmla="*/ 623 w 720"/>
                <a:gd name="T5" fmla="*/ 11 h 175"/>
                <a:gd name="T6" fmla="*/ 466 w 720"/>
                <a:gd name="T7" fmla="*/ 20 h 175"/>
                <a:gd name="T8" fmla="*/ 577 w 720"/>
                <a:gd name="T9" fmla="*/ 34 h 175"/>
                <a:gd name="T10" fmla="*/ 630 w 720"/>
                <a:gd name="T11" fmla="*/ 30 h 175"/>
                <a:gd name="T12" fmla="*/ 638 w 720"/>
                <a:gd name="T13" fmla="*/ 30 h 175"/>
                <a:gd name="T14" fmla="*/ 677 w 720"/>
                <a:gd name="T15" fmla="*/ 61 h 175"/>
                <a:gd name="T16" fmla="*/ 646 w 720"/>
                <a:gd name="T17" fmla="*/ 109 h 175"/>
                <a:gd name="T18" fmla="*/ 577 w 720"/>
                <a:gd name="T19" fmla="*/ 114 h 175"/>
                <a:gd name="T20" fmla="*/ 369 w 720"/>
                <a:gd name="T21" fmla="*/ 72 h 175"/>
                <a:gd name="T22" fmla="*/ 348 w 720"/>
                <a:gd name="T23" fmla="*/ 19 h 175"/>
                <a:gd name="T24" fmla="*/ 359 w 720"/>
                <a:gd name="T25" fmla="*/ 5 h 175"/>
                <a:gd name="T26" fmla="*/ 274 w 720"/>
                <a:gd name="T27" fmla="*/ 0 h 175"/>
                <a:gd name="T28" fmla="*/ 43 w 720"/>
                <a:gd name="T29" fmla="*/ 30 h 175"/>
                <a:gd name="T30" fmla="*/ 7 w 720"/>
                <a:gd name="T31" fmla="*/ 91 h 175"/>
                <a:gd name="T32" fmla="*/ 56 w 720"/>
                <a:gd name="T33" fmla="*/ 129 h 175"/>
                <a:gd name="T34" fmla="*/ 68 w 720"/>
                <a:gd name="T35" fmla="*/ 127 h 175"/>
                <a:gd name="T36" fmla="*/ 68 w 720"/>
                <a:gd name="T37" fmla="*/ 127 h 175"/>
                <a:gd name="T38" fmla="*/ 274 w 720"/>
                <a:gd name="T39" fmla="*/ 100 h 175"/>
                <a:gd name="T40" fmla="*/ 355 w 720"/>
                <a:gd name="T41" fmla="*/ 105 h 175"/>
                <a:gd name="T42" fmla="*/ 414 w 720"/>
                <a:gd name="T43" fmla="*/ 157 h 175"/>
                <a:gd name="T44" fmla="*/ 637 w 720"/>
                <a:gd name="T45" fmla="*/ 154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20" h="175">
                  <a:moveTo>
                    <a:pt x="637" y="154"/>
                  </a:moveTo>
                  <a:cubicBezTo>
                    <a:pt x="697" y="139"/>
                    <a:pt x="720" y="92"/>
                    <a:pt x="715" y="57"/>
                  </a:cubicBezTo>
                  <a:cubicBezTo>
                    <a:pt x="709" y="22"/>
                    <a:pt x="663" y="3"/>
                    <a:pt x="623" y="11"/>
                  </a:cubicBezTo>
                  <a:cubicBezTo>
                    <a:pt x="579" y="15"/>
                    <a:pt x="521" y="23"/>
                    <a:pt x="466" y="20"/>
                  </a:cubicBezTo>
                  <a:cubicBezTo>
                    <a:pt x="510" y="31"/>
                    <a:pt x="549" y="34"/>
                    <a:pt x="577" y="34"/>
                  </a:cubicBezTo>
                  <a:cubicBezTo>
                    <a:pt x="610" y="34"/>
                    <a:pt x="630" y="30"/>
                    <a:pt x="630" y="30"/>
                  </a:cubicBezTo>
                  <a:cubicBezTo>
                    <a:pt x="633" y="30"/>
                    <a:pt x="635" y="30"/>
                    <a:pt x="638" y="30"/>
                  </a:cubicBezTo>
                  <a:cubicBezTo>
                    <a:pt x="657" y="30"/>
                    <a:pt x="673" y="43"/>
                    <a:pt x="677" y="61"/>
                  </a:cubicBezTo>
                  <a:cubicBezTo>
                    <a:pt x="682" y="83"/>
                    <a:pt x="668" y="104"/>
                    <a:pt x="646" y="109"/>
                  </a:cubicBezTo>
                  <a:cubicBezTo>
                    <a:pt x="644" y="109"/>
                    <a:pt x="618" y="114"/>
                    <a:pt x="577" y="114"/>
                  </a:cubicBezTo>
                  <a:cubicBezTo>
                    <a:pt x="528" y="114"/>
                    <a:pt x="453" y="107"/>
                    <a:pt x="369" y="72"/>
                  </a:cubicBezTo>
                  <a:cubicBezTo>
                    <a:pt x="349" y="63"/>
                    <a:pt x="339" y="40"/>
                    <a:pt x="348" y="19"/>
                  </a:cubicBezTo>
                  <a:cubicBezTo>
                    <a:pt x="350" y="14"/>
                    <a:pt x="354" y="9"/>
                    <a:pt x="359" y="5"/>
                  </a:cubicBezTo>
                  <a:cubicBezTo>
                    <a:pt x="335" y="2"/>
                    <a:pt x="307" y="0"/>
                    <a:pt x="274" y="0"/>
                  </a:cubicBezTo>
                  <a:cubicBezTo>
                    <a:pt x="212" y="0"/>
                    <a:pt x="134" y="7"/>
                    <a:pt x="43" y="30"/>
                  </a:cubicBezTo>
                  <a:cubicBezTo>
                    <a:pt x="16" y="37"/>
                    <a:pt x="0" y="65"/>
                    <a:pt x="7" y="91"/>
                  </a:cubicBezTo>
                  <a:cubicBezTo>
                    <a:pt x="13" y="114"/>
                    <a:pt x="33" y="129"/>
                    <a:pt x="56" y="129"/>
                  </a:cubicBezTo>
                  <a:cubicBezTo>
                    <a:pt x="60" y="129"/>
                    <a:pt x="64" y="128"/>
                    <a:pt x="68" y="127"/>
                  </a:cubicBezTo>
                  <a:cubicBezTo>
                    <a:pt x="68" y="127"/>
                    <a:pt x="68" y="127"/>
                    <a:pt x="68" y="127"/>
                  </a:cubicBezTo>
                  <a:cubicBezTo>
                    <a:pt x="150" y="106"/>
                    <a:pt x="220" y="100"/>
                    <a:pt x="274" y="100"/>
                  </a:cubicBezTo>
                  <a:cubicBezTo>
                    <a:pt x="307" y="100"/>
                    <a:pt x="334" y="102"/>
                    <a:pt x="355" y="105"/>
                  </a:cubicBezTo>
                  <a:cubicBezTo>
                    <a:pt x="361" y="127"/>
                    <a:pt x="377" y="146"/>
                    <a:pt x="414" y="157"/>
                  </a:cubicBezTo>
                  <a:cubicBezTo>
                    <a:pt x="502" y="175"/>
                    <a:pt x="555" y="174"/>
                    <a:pt x="637" y="1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275"/>
            <p:cNvSpPr>
              <a:spLocks/>
            </p:cNvSpPr>
            <p:nvPr/>
          </p:nvSpPr>
          <p:spPr bwMode="auto">
            <a:xfrm>
              <a:off x="3313113" y="5332413"/>
              <a:ext cx="420688" cy="141287"/>
            </a:xfrm>
            <a:custGeom>
              <a:avLst/>
              <a:gdLst>
                <a:gd name="T0" fmla="*/ 24 w 325"/>
                <a:gd name="T1" fmla="*/ 66 h 108"/>
                <a:gd name="T2" fmla="*/ 229 w 325"/>
                <a:gd name="T3" fmla="*/ 108 h 108"/>
                <a:gd name="T4" fmla="*/ 297 w 325"/>
                <a:gd name="T5" fmla="*/ 103 h 108"/>
                <a:gd name="T6" fmla="*/ 321 w 325"/>
                <a:gd name="T7" fmla="*/ 65 h 108"/>
                <a:gd name="T8" fmla="*/ 284 w 325"/>
                <a:gd name="T9" fmla="*/ 40 h 108"/>
                <a:gd name="T10" fmla="*/ 229 w 325"/>
                <a:gd name="T11" fmla="*/ 44 h 108"/>
                <a:gd name="T12" fmla="*/ 49 w 325"/>
                <a:gd name="T13" fmla="*/ 7 h 108"/>
                <a:gd name="T14" fmla="*/ 7 w 325"/>
                <a:gd name="T15" fmla="*/ 24 h 108"/>
                <a:gd name="T16" fmla="*/ 24 w 325"/>
                <a:gd name="T17" fmla="*/ 6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5" h="108">
                  <a:moveTo>
                    <a:pt x="24" y="66"/>
                  </a:moveTo>
                  <a:cubicBezTo>
                    <a:pt x="105" y="101"/>
                    <a:pt x="179" y="108"/>
                    <a:pt x="229" y="108"/>
                  </a:cubicBezTo>
                  <a:cubicBezTo>
                    <a:pt x="270" y="108"/>
                    <a:pt x="295" y="103"/>
                    <a:pt x="297" y="103"/>
                  </a:cubicBezTo>
                  <a:cubicBezTo>
                    <a:pt x="314" y="99"/>
                    <a:pt x="325" y="82"/>
                    <a:pt x="321" y="65"/>
                  </a:cubicBezTo>
                  <a:cubicBezTo>
                    <a:pt x="318" y="48"/>
                    <a:pt x="301" y="37"/>
                    <a:pt x="284" y="40"/>
                  </a:cubicBezTo>
                  <a:cubicBezTo>
                    <a:pt x="283" y="40"/>
                    <a:pt x="262" y="44"/>
                    <a:pt x="229" y="44"/>
                  </a:cubicBezTo>
                  <a:cubicBezTo>
                    <a:pt x="185" y="44"/>
                    <a:pt x="121" y="38"/>
                    <a:pt x="49" y="7"/>
                  </a:cubicBezTo>
                  <a:cubicBezTo>
                    <a:pt x="33" y="0"/>
                    <a:pt x="14" y="8"/>
                    <a:pt x="7" y="24"/>
                  </a:cubicBezTo>
                  <a:cubicBezTo>
                    <a:pt x="0" y="41"/>
                    <a:pt x="8" y="59"/>
                    <a:pt x="24" y="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276"/>
            <p:cNvSpPr>
              <a:spLocks noEditPoints="1"/>
            </p:cNvSpPr>
            <p:nvPr/>
          </p:nvSpPr>
          <p:spPr bwMode="auto">
            <a:xfrm>
              <a:off x="2865438" y="5683250"/>
              <a:ext cx="1052513" cy="295275"/>
            </a:xfrm>
            <a:custGeom>
              <a:avLst/>
              <a:gdLst>
                <a:gd name="T0" fmla="*/ 60 w 812"/>
                <a:gd name="T1" fmla="*/ 166 h 228"/>
                <a:gd name="T2" fmla="*/ 96 w 812"/>
                <a:gd name="T3" fmla="*/ 154 h 228"/>
                <a:gd name="T4" fmla="*/ 156 w 812"/>
                <a:gd name="T5" fmla="*/ 214 h 228"/>
                <a:gd name="T6" fmla="*/ 154 w 812"/>
                <a:gd name="T7" fmla="*/ 228 h 228"/>
                <a:gd name="T8" fmla="*/ 658 w 812"/>
                <a:gd name="T9" fmla="*/ 228 h 228"/>
                <a:gd name="T10" fmla="*/ 656 w 812"/>
                <a:gd name="T11" fmla="*/ 214 h 228"/>
                <a:gd name="T12" fmla="*/ 716 w 812"/>
                <a:gd name="T13" fmla="*/ 154 h 228"/>
                <a:gd name="T14" fmla="*/ 752 w 812"/>
                <a:gd name="T15" fmla="*/ 166 h 228"/>
                <a:gd name="T16" fmla="*/ 812 w 812"/>
                <a:gd name="T17" fmla="*/ 0 h 228"/>
                <a:gd name="T18" fmla="*/ 0 w 812"/>
                <a:gd name="T19" fmla="*/ 0 h 228"/>
                <a:gd name="T20" fmla="*/ 60 w 812"/>
                <a:gd name="T21" fmla="*/ 166 h 228"/>
                <a:gd name="T22" fmla="*/ 171 w 812"/>
                <a:gd name="T23" fmla="*/ 93 h 228"/>
                <a:gd name="T24" fmla="*/ 641 w 812"/>
                <a:gd name="T25" fmla="*/ 93 h 228"/>
                <a:gd name="T26" fmla="*/ 641 w 812"/>
                <a:gd name="T27" fmla="*/ 105 h 228"/>
                <a:gd name="T28" fmla="*/ 171 w 812"/>
                <a:gd name="T29" fmla="*/ 105 h 228"/>
                <a:gd name="T30" fmla="*/ 171 w 812"/>
                <a:gd name="T31" fmla="*/ 93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12" h="228">
                  <a:moveTo>
                    <a:pt x="60" y="166"/>
                  </a:moveTo>
                  <a:cubicBezTo>
                    <a:pt x="70" y="159"/>
                    <a:pt x="82" y="154"/>
                    <a:pt x="96" y="154"/>
                  </a:cubicBezTo>
                  <a:cubicBezTo>
                    <a:pt x="129" y="154"/>
                    <a:pt x="156" y="181"/>
                    <a:pt x="156" y="214"/>
                  </a:cubicBezTo>
                  <a:cubicBezTo>
                    <a:pt x="156" y="219"/>
                    <a:pt x="155" y="224"/>
                    <a:pt x="154" y="228"/>
                  </a:cubicBezTo>
                  <a:cubicBezTo>
                    <a:pt x="658" y="228"/>
                    <a:pt x="658" y="228"/>
                    <a:pt x="658" y="228"/>
                  </a:cubicBezTo>
                  <a:cubicBezTo>
                    <a:pt x="657" y="224"/>
                    <a:pt x="656" y="219"/>
                    <a:pt x="656" y="214"/>
                  </a:cubicBezTo>
                  <a:cubicBezTo>
                    <a:pt x="656" y="181"/>
                    <a:pt x="683" y="154"/>
                    <a:pt x="716" y="154"/>
                  </a:cubicBezTo>
                  <a:cubicBezTo>
                    <a:pt x="729" y="154"/>
                    <a:pt x="742" y="159"/>
                    <a:pt x="752" y="166"/>
                  </a:cubicBezTo>
                  <a:cubicBezTo>
                    <a:pt x="812" y="0"/>
                    <a:pt x="812" y="0"/>
                    <a:pt x="812" y="0"/>
                  </a:cubicBezTo>
                  <a:cubicBezTo>
                    <a:pt x="0" y="0"/>
                    <a:pt x="0" y="0"/>
                    <a:pt x="0" y="0"/>
                  </a:cubicBezTo>
                  <a:lnTo>
                    <a:pt x="60" y="166"/>
                  </a:lnTo>
                  <a:close/>
                  <a:moveTo>
                    <a:pt x="171" y="93"/>
                  </a:moveTo>
                  <a:cubicBezTo>
                    <a:pt x="641" y="93"/>
                    <a:pt x="641" y="93"/>
                    <a:pt x="641" y="93"/>
                  </a:cubicBezTo>
                  <a:cubicBezTo>
                    <a:pt x="641" y="105"/>
                    <a:pt x="641" y="105"/>
                    <a:pt x="641" y="105"/>
                  </a:cubicBezTo>
                  <a:cubicBezTo>
                    <a:pt x="171" y="105"/>
                    <a:pt x="171" y="105"/>
                    <a:pt x="171" y="105"/>
                  </a:cubicBezTo>
                  <a:lnTo>
                    <a:pt x="171" y="9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277"/>
            <p:cNvSpPr>
              <a:spLocks/>
            </p:cNvSpPr>
            <p:nvPr/>
          </p:nvSpPr>
          <p:spPr bwMode="auto">
            <a:xfrm>
              <a:off x="2701925" y="5573713"/>
              <a:ext cx="1225550" cy="98425"/>
            </a:xfrm>
            <a:custGeom>
              <a:avLst/>
              <a:gdLst>
                <a:gd name="T0" fmla="*/ 945 w 945"/>
                <a:gd name="T1" fmla="*/ 0 h 76"/>
                <a:gd name="T2" fmla="*/ 38 w 945"/>
                <a:gd name="T3" fmla="*/ 0 h 76"/>
                <a:gd name="T4" fmla="*/ 0 w 945"/>
                <a:gd name="T5" fmla="*/ 38 h 76"/>
                <a:gd name="T6" fmla="*/ 38 w 945"/>
                <a:gd name="T7" fmla="*/ 76 h 76"/>
                <a:gd name="T8" fmla="*/ 945 w 945"/>
                <a:gd name="T9" fmla="*/ 76 h 76"/>
                <a:gd name="T10" fmla="*/ 945 w 945"/>
                <a:gd name="T11" fmla="*/ 0 h 76"/>
              </a:gdLst>
              <a:ahLst/>
              <a:cxnLst>
                <a:cxn ang="0">
                  <a:pos x="T0" y="T1"/>
                </a:cxn>
                <a:cxn ang="0">
                  <a:pos x="T2" y="T3"/>
                </a:cxn>
                <a:cxn ang="0">
                  <a:pos x="T4" y="T5"/>
                </a:cxn>
                <a:cxn ang="0">
                  <a:pos x="T6" y="T7"/>
                </a:cxn>
                <a:cxn ang="0">
                  <a:pos x="T8" y="T9"/>
                </a:cxn>
                <a:cxn ang="0">
                  <a:pos x="T10" y="T11"/>
                </a:cxn>
              </a:cxnLst>
              <a:rect l="0" t="0" r="r" b="b"/>
              <a:pathLst>
                <a:path w="945" h="76">
                  <a:moveTo>
                    <a:pt x="945" y="0"/>
                  </a:moveTo>
                  <a:cubicBezTo>
                    <a:pt x="38" y="0"/>
                    <a:pt x="38" y="0"/>
                    <a:pt x="38" y="0"/>
                  </a:cubicBezTo>
                  <a:cubicBezTo>
                    <a:pt x="17" y="0"/>
                    <a:pt x="0" y="17"/>
                    <a:pt x="0" y="38"/>
                  </a:cubicBezTo>
                  <a:cubicBezTo>
                    <a:pt x="0" y="59"/>
                    <a:pt x="17" y="76"/>
                    <a:pt x="38" y="76"/>
                  </a:cubicBezTo>
                  <a:cubicBezTo>
                    <a:pt x="945" y="76"/>
                    <a:pt x="945" y="76"/>
                    <a:pt x="945" y="76"/>
                  </a:cubicBezTo>
                  <a:lnTo>
                    <a:pt x="94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278"/>
            <p:cNvSpPr>
              <a:spLocks noEditPoints="1"/>
            </p:cNvSpPr>
            <p:nvPr/>
          </p:nvSpPr>
          <p:spPr bwMode="auto">
            <a:xfrm>
              <a:off x="2922588" y="5892800"/>
              <a:ext cx="134938" cy="134937"/>
            </a:xfrm>
            <a:custGeom>
              <a:avLst/>
              <a:gdLst>
                <a:gd name="T0" fmla="*/ 104 w 104"/>
                <a:gd name="T1" fmla="*/ 52 h 104"/>
                <a:gd name="T2" fmla="*/ 52 w 104"/>
                <a:gd name="T3" fmla="*/ 0 h 104"/>
                <a:gd name="T4" fmla="*/ 0 w 104"/>
                <a:gd name="T5" fmla="*/ 52 h 104"/>
                <a:gd name="T6" fmla="*/ 52 w 104"/>
                <a:gd name="T7" fmla="*/ 104 h 104"/>
                <a:gd name="T8" fmla="*/ 104 w 104"/>
                <a:gd name="T9" fmla="*/ 52 h 104"/>
                <a:gd name="T10" fmla="*/ 52 w 104"/>
                <a:gd name="T11" fmla="*/ 84 h 104"/>
                <a:gd name="T12" fmla="*/ 20 w 104"/>
                <a:gd name="T13" fmla="*/ 52 h 104"/>
                <a:gd name="T14" fmla="*/ 52 w 104"/>
                <a:gd name="T15" fmla="*/ 20 h 104"/>
                <a:gd name="T16" fmla="*/ 84 w 104"/>
                <a:gd name="T17" fmla="*/ 52 h 104"/>
                <a:gd name="T18" fmla="*/ 52 w 104"/>
                <a:gd name="T19" fmla="*/ 8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4" h="104">
                  <a:moveTo>
                    <a:pt x="104" y="52"/>
                  </a:moveTo>
                  <a:cubicBezTo>
                    <a:pt x="104" y="24"/>
                    <a:pt x="81" y="0"/>
                    <a:pt x="52" y="0"/>
                  </a:cubicBezTo>
                  <a:cubicBezTo>
                    <a:pt x="23" y="0"/>
                    <a:pt x="0" y="24"/>
                    <a:pt x="0" y="52"/>
                  </a:cubicBezTo>
                  <a:cubicBezTo>
                    <a:pt x="0" y="81"/>
                    <a:pt x="23" y="104"/>
                    <a:pt x="52" y="104"/>
                  </a:cubicBezTo>
                  <a:cubicBezTo>
                    <a:pt x="81" y="104"/>
                    <a:pt x="104" y="81"/>
                    <a:pt x="104" y="52"/>
                  </a:cubicBezTo>
                  <a:close/>
                  <a:moveTo>
                    <a:pt x="52" y="84"/>
                  </a:moveTo>
                  <a:cubicBezTo>
                    <a:pt x="34" y="84"/>
                    <a:pt x="20" y="70"/>
                    <a:pt x="20" y="52"/>
                  </a:cubicBezTo>
                  <a:cubicBezTo>
                    <a:pt x="20" y="35"/>
                    <a:pt x="34" y="20"/>
                    <a:pt x="52" y="20"/>
                  </a:cubicBezTo>
                  <a:cubicBezTo>
                    <a:pt x="70" y="20"/>
                    <a:pt x="84" y="35"/>
                    <a:pt x="84" y="52"/>
                  </a:cubicBezTo>
                  <a:cubicBezTo>
                    <a:pt x="84" y="70"/>
                    <a:pt x="70" y="84"/>
                    <a:pt x="52"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279"/>
            <p:cNvSpPr>
              <a:spLocks noEditPoints="1"/>
            </p:cNvSpPr>
            <p:nvPr/>
          </p:nvSpPr>
          <p:spPr bwMode="auto">
            <a:xfrm>
              <a:off x="3725863" y="5892800"/>
              <a:ext cx="134938" cy="134937"/>
            </a:xfrm>
            <a:custGeom>
              <a:avLst/>
              <a:gdLst>
                <a:gd name="T0" fmla="*/ 0 w 104"/>
                <a:gd name="T1" fmla="*/ 52 h 104"/>
                <a:gd name="T2" fmla="*/ 52 w 104"/>
                <a:gd name="T3" fmla="*/ 104 h 104"/>
                <a:gd name="T4" fmla="*/ 104 w 104"/>
                <a:gd name="T5" fmla="*/ 52 h 104"/>
                <a:gd name="T6" fmla="*/ 52 w 104"/>
                <a:gd name="T7" fmla="*/ 0 h 104"/>
                <a:gd name="T8" fmla="*/ 0 w 104"/>
                <a:gd name="T9" fmla="*/ 52 h 104"/>
                <a:gd name="T10" fmla="*/ 52 w 104"/>
                <a:gd name="T11" fmla="*/ 20 h 104"/>
                <a:gd name="T12" fmla="*/ 84 w 104"/>
                <a:gd name="T13" fmla="*/ 52 h 104"/>
                <a:gd name="T14" fmla="*/ 52 w 104"/>
                <a:gd name="T15" fmla="*/ 84 h 104"/>
                <a:gd name="T16" fmla="*/ 20 w 104"/>
                <a:gd name="T17" fmla="*/ 52 h 104"/>
                <a:gd name="T18" fmla="*/ 52 w 104"/>
                <a:gd name="T19" fmla="*/ 2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4" h="104">
                  <a:moveTo>
                    <a:pt x="0" y="52"/>
                  </a:moveTo>
                  <a:cubicBezTo>
                    <a:pt x="0" y="81"/>
                    <a:pt x="23" y="104"/>
                    <a:pt x="52" y="104"/>
                  </a:cubicBezTo>
                  <a:cubicBezTo>
                    <a:pt x="81" y="104"/>
                    <a:pt x="104" y="81"/>
                    <a:pt x="104" y="52"/>
                  </a:cubicBezTo>
                  <a:cubicBezTo>
                    <a:pt x="104" y="24"/>
                    <a:pt x="81" y="0"/>
                    <a:pt x="52" y="0"/>
                  </a:cubicBezTo>
                  <a:cubicBezTo>
                    <a:pt x="23" y="0"/>
                    <a:pt x="0" y="24"/>
                    <a:pt x="0" y="52"/>
                  </a:cubicBezTo>
                  <a:close/>
                  <a:moveTo>
                    <a:pt x="52" y="20"/>
                  </a:moveTo>
                  <a:cubicBezTo>
                    <a:pt x="70" y="20"/>
                    <a:pt x="84" y="35"/>
                    <a:pt x="84" y="52"/>
                  </a:cubicBezTo>
                  <a:cubicBezTo>
                    <a:pt x="84" y="70"/>
                    <a:pt x="70" y="84"/>
                    <a:pt x="52" y="84"/>
                  </a:cubicBezTo>
                  <a:cubicBezTo>
                    <a:pt x="34" y="84"/>
                    <a:pt x="20" y="70"/>
                    <a:pt x="20" y="52"/>
                  </a:cubicBezTo>
                  <a:cubicBezTo>
                    <a:pt x="20" y="35"/>
                    <a:pt x="34" y="20"/>
                    <a:pt x="52"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280"/>
            <p:cNvSpPr>
              <a:spLocks/>
            </p:cNvSpPr>
            <p:nvPr/>
          </p:nvSpPr>
          <p:spPr bwMode="auto">
            <a:xfrm>
              <a:off x="3937000" y="4818063"/>
              <a:ext cx="111125" cy="962025"/>
            </a:xfrm>
            <a:custGeom>
              <a:avLst/>
              <a:gdLst>
                <a:gd name="T0" fmla="*/ 86 w 86"/>
                <a:gd name="T1" fmla="*/ 0 h 743"/>
                <a:gd name="T2" fmla="*/ 40 w 86"/>
                <a:gd name="T3" fmla="*/ 0 h 743"/>
                <a:gd name="T4" fmla="*/ 0 w 86"/>
                <a:gd name="T5" fmla="*/ 40 h 743"/>
                <a:gd name="T6" fmla="*/ 0 w 86"/>
                <a:gd name="T7" fmla="*/ 703 h 743"/>
                <a:gd name="T8" fmla="*/ 40 w 86"/>
                <a:gd name="T9" fmla="*/ 743 h 743"/>
                <a:gd name="T10" fmla="*/ 86 w 86"/>
                <a:gd name="T11" fmla="*/ 743 h 743"/>
                <a:gd name="T12" fmla="*/ 86 w 86"/>
                <a:gd name="T13" fmla="*/ 743 h 743"/>
                <a:gd name="T14" fmla="*/ 86 w 86"/>
                <a:gd name="T15" fmla="*/ 0 h 7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6" h="743">
                  <a:moveTo>
                    <a:pt x="86" y="0"/>
                  </a:moveTo>
                  <a:cubicBezTo>
                    <a:pt x="40" y="0"/>
                    <a:pt x="40" y="0"/>
                    <a:pt x="40" y="0"/>
                  </a:cubicBezTo>
                  <a:cubicBezTo>
                    <a:pt x="18" y="0"/>
                    <a:pt x="0" y="18"/>
                    <a:pt x="0" y="40"/>
                  </a:cubicBezTo>
                  <a:cubicBezTo>
                    <a:pt x="0" y="703"/>
                    <a:pt x="0" y="703"/>
                    <a:pt x="0" y="703"/>
                  </a:cubicBezTo>
                  <a:cubicBezTo>
                    <a:pt x="0" y="725"/>
                    <a:pt x="18" y="743"/>
                    <a:pt x="40" y="743"/>
                  </a:cubicBezTo>
                  <a:cubicBezTo>
                    <a:pt x="86" y="743"/>
                    <a:pt x="86" y="743"/>
                    <a:pt x="86" y="743"/>
                  </a:cubicBezTo>
                  <a:cubicBezTo>
                    <a:pt x="86" y="743"/>
                    <a:pt x="86" y="743"/>
                    <a:pt x="86" y="743"/>
                  </a:cubicBezTo>
                  <a:lnTo>
                    <a:pt x="8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281"/>
            <p:cNvSpPr>
              <a:spLocks/>
            </p:cNvSpPr>
            <p:nvPr/>
          </p:nvSpPr>
          <p:spPr bwMode="auto">
            <a:xfrm>
              <a:off x="5510213" y="4818063"/>
              <a:ext cx="111125" cy="962025"/>
            </a:xfrm>
            <a:custGeom>
              <a:avLst/>
              <a:gdLst>
                <a:gd name="T0" fmla="*/ 46 w 86"/>
                <a:gd name="T1" fmla="*/ 0 h 743"/>
                <a:gd name="T2" fmla="*/ 0 w 86"/>
                <a:gd name="T3" fmla="*/ 0 h 743"/>
                <a:gd name="T4" fmla="*/ 0 w 86"/>
                <a:gd name="T5" fmla="*/ 743 h 743"/>
                <a:gd name="T6" fmla="*/ 0 w 86"/>
                <a:gd name="T7" fmla="*/ 743 h 743"/>
                <a:gd name="T8" fmla="*/ 46 w 86"/>
                <a:gd name="T9" fmla="*/ 743 h 743"/>
                <a:gd name="T10" fmla="*/ 86 w 86"/>
                <a:gd name="T11" fmla="*/ 703 h 743"/>
                <a:gd name="T12" fmla="*/ 86 w 86"/>
                <a:gd name="T13" fmla="*/ 40 h 743"/>
                <a:gd name="T14" fmla="*/ 46 w 86"/>
                <a:gd name="T15" fmla="*/ 0 h 7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6" h="743">
                  <a:moveTo>
                    <a:pt x="46" y="0"/>
                  </a:moveTo>
                  <a:cubicBezTo>
                    <a:pt x="0" y="0"/>
                    <a:pt x="0" y="0"/>
                    <a:pt x="0" y="0"/>
                  </a:cubicBezTo>
                  <a:cubicBezTo>
                    <a:pt x="0" y="743"/>
                    <a:pt x="0" y="743"/>
                    <a:pt x="0" y="743"/>
                  </a:cubicBezTo>
                  <a:cubicBezTo>
                    <a:pt x="0" y="743"/>
                    <a:pt x="0" y="743"/>
                    <a:pt x="0" y="743"/>
                  </a:cubicBezTo>
                  <a:cubicBezTo>
                    <a:pt x="46" y="743"/>
                    <a:pt x="46" y="743"/>
                    <a:pt x="46" y="743"/>
                  </a:cubicBezTo>
                  <a:cubicBezTo>
                    <a:pt x="68" y="743"/>
                    <a:pt x="86" y="725"/>
                    <a:pt x="86" y="703"/>
                  </a:cubicBezTo>
                  <a:cubicBezTo>
                    <a:pt x="86" y="40"/>
                    <a:pt x="86" y="40"/>
                    <a:pt x="86" y="40"/>
                  </a:cubicBezTo>
                  <a:cubicBezTo>
                    <a:pt x="86" y="18"/>
                    <a:pt x="68" y="0"/>
                    <a:pt x="4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Rectangle 282"/>
            <p:cNvSpPr>
              <a:spLocks noChangeArrowheads="1"/>
            </p:cNvSpPr>
            <p:nvPr/>
          </p:nvSpPr>
          <p:spPr bwMode="auto">
            <a:xfrm>
              <a:off x="4175125" y="5894388"/>
              <a:ext cx="1208088" cy="12541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283"/>
            <p:cNvSpPr>
              <a:spLocks/>
            </p:cNvSpPr>
            <p:nvPr/>
          </p:nvSpPr>
          <p:spPr bwMode="auto">
            <a:xfrm>
              <a:off x="4059238" y="4713288"/>
              <a:ext cx="1439863" cy="1169987"/>
            </a:xfrm>
            <a:custGeom>
              <a:avLst/>
              <a:gdLst>
                <a:gd name="T0" fmla="*/ 1112 w 1112"/>
                <a:gd name="T1" fmla="*/ 80 h 903"/>
                <a:gd name="T2" fmla="*/ 1032 w 1112"/>
                <a:gd name="T3" fmla="*/ 0 h 903"/>
                <a:gd name="T4" fmla="*/ 980 w 1112"/>
                <a:gd name="T5" fmla="*/ 0 h 903"/>
                <a:gd name="T6" fmla="*/ 980 w 1112"/>
                <a:gd name="T7" fmla="*/ 455 h 903"/>
                <a:gd name="T8" fmla="*/ 132 w 1112"/>
                <a:gd name="T9" fmla="*/ 455 h 903"/>
                <a:gd name="T10" fmla="*/ 132 w 1112"/>
                <a:gd name="T11" fmla="*/ 0 h 903"/>
                <a:gd name="T12" fmla="*/ 80 w 1112"/>
                <a:gd name="T13" fmla="*/ 0 h 903"/>
                <a:gd name="T14" fmla="*/ 0 w 1112"/>
                <a:gd name="T15" fmla="*/ 80 h 903"/>
                <a:gd name="T16" fmla="*/ 0 w 1112"/>
                <a:gd name="T17" fmla="*/ 823 h 903"/>
                <a:gd name="T18" fmla="*/ 80 w 1112"/>
                <a:gd name="T19" fmla="*/ 903 h 903"/>
                <a:gd name="T20" fmla="*/ 1032 w 1112"/>
                <a:gd name="T21" fmla="*/ 903 h 903"/>
                <a:gd name="T22" fmla="*/ 1112 w 1112"/>
                <a:gd name="T23" fmla="*/ 823 h 903"/>
                <a:gd name="T24" fmla="*/ 1112 w 1112"/>
                <a:gd name="T25" fmla="*/ 80 h 9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12" h="903">
                  <a:moveTo>
                    <a:pt x="1112" y="80"/>
                  </a:moveTo>
                  <a:cubicBezTo>
                    <a:pt x="1112" y="36"/>
                    <a:pt x="1076" y="0"/>
                    <a:pt x="1032" y="0"/>
                  </a:cubicBezTo>
                  <a:cubicBezTo>
                    <a:pt x="980" y="0"/>
                    <a:pt x="980" y="0"/>
                    <a:pt x="980" y="0"/>
                  </a:cubicBezTo>
                  <a:cubicBezTo>
                    <a:pt x="980" y="455"/>
                    <a:pt x="980" y="455"/>
                    <a:pt x="980" y="455"/>
                  </a:cubicBezTo>
                  <a:cubicBezTo>
                    <a:pt x="132" y="455"/>
                    <a:pt x="132" y="455"/>
                    <a:pt x="132" y="455"/>
                  </a:cubicBezTo>
                  <a:cubicBezTo>
                    <a:pt x="132" y="0"/>
                    <a:pt x="132" y="0"/>
                    <a:pt x="132" y="0"/>
                  </a:cubicBezTo>
                  <a:cubicBezTo>
                    <a:pt x="80" y="0"/>
                    <a:pt x="80" y="0"/>
                    <a:pt x="80" y="0"/>
                  </a:cubicBezTo>
                  <a:cubicBezTo>
                    <a:pt x="36" y="0"/>
                    <a:pt x="0" y="36"/>
                    <a:pt x="0" y="80"/>
                  </a:cubicBezTo>
                  <a:cubicBezTo>
                    <a:pt x="0" y="823"/>
                    <a:pt x="0" y="823"/>
                    <a:pt x="0" y="823"/>
                  </a:cubicBezTo>
                  <a:cubicBezTo>
                    <a:pt x="0" y="868"/>
                    <a:pt x="36" y="903"/>
                    <a:pt x="80" y="903"/>
                  </a:cubicBezTo>
                  <a:cubicBezTo>
                    <a:pt x="1032" y="903"/>
                    <a:pt x="1032" y="903"/>
                    <a:pt x="1032" y="903"/>
                  </a:cubicBezTo>
                  <a:cubicBezTo>
                    <a:pt x="1076" y="903"/>
                    <a:pt x="1112" y="868"/>
                    <a:pt x="1112" y="823"/>
                  </a:cubicBezTo>
                  <a:lnTo>
                    <a:pt x="1112" y="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Rectangle 284"/>
            <p:cNvSpPr>
              <a:spLocks noChangeArrowheads="1"/>
            </p:cNvSpPr>
            <p:nvPr/>
          </p:nvSpPr>
          <p:spPr bwMode="auto">
            <a:xfrm>
              <a:off x="4240213" y="4713288"/>
              <a:ext cx="1077913" cy="57943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24" name="组合 223"/>
          <p:cNvGrpSpPr/>
          <p:nvPr/>
        </p:nvGrpSpPr>
        <p:grpSpPr>
          <a:xfrm>
            <a:off x="1930400" y="1420813"/>
            <a:ext cx="1146175" cy="1211262"/>
            <a:chOff x="1930400" y="1420813"/>
            <a:chExt cx="1146175" cy="1211262"/>
          </a:xfrm>
          <a:solidFill>
            <a:schemeClr val="tx1">
              <a:lumMod val="65000"/>
              <a:lumOff val="35000"/>
            </a:schemeClr>
          </a:solidFill>
        </p:grpSpPr>
        <p:sp>
          <p:nvSpPr>
            <p:cNvPr id="225" name="Freeform 285"/>
            <p:cNvSpPr>
              <a:spLocks/>
            </p:cNvSpPr>
            <p:nvPr/>
          </p:nvSpPr>
          <p:spPr bwMode="auto">
            <a:xfrm>
              <a:off x="2058988" y="1541463"/>
              <a:ext cx="477838" cy="290512"/>
            </a:xfrm>
            <a:custGeom>
              <a:avLst/>
              <a:gdLst>
                <a:gd name="T0" fmla="*/ 309 w 369"/>
                <a:gd name="T1" fmla="*/ 128 h 224"/>
                <a:gd name="T2" fmla="*/ 295 w 369"/>
                <a:gd name="T3" fmla="*/ 114 h 224"/>
                <a:gd name="T4" fmla="*/ 250 w 369"/>
                <a:gd name="T5" fmla="*/ 111 h 224"/>
                <a:gd name="T6" fmla="*/ 240 w 369"/>
                <a:gd name="T7" fmla="*/ 130 h 224"/>
                <a:gd name="T8" fmla="*/ 184 w 369"/>
                <a:gd name="T9" fmla="*/ 130 h 224"/>
                <a:gd name="T10" fmla="*/ 187 w 369"/>
                <a:gd name="T11" fmla="*/ 119 h 224"/>
                <a:gd name="T12" fmla="*/ 120 w 369"/>
                <a:gd name="T13" fmla="*/ 11 h 224"/>
                <a:gd name="T14" fmla="*/ 12 w 369"/>
                <a:gd name="T15" fmla="*/ 79 h 224"/>
                <a:gd name="T16" fmla="*/ 79 w 369"/>
                <a:gd name="T17" fmla="*/ 187 h 224"/>
                <a:gd name="T18" fmla="*/ 177 w 369"/>
                <a:gd name="T19" fmla="*/ 144 h 224"/>
                <a:gd name="T20" fmla="*/ 240 w 369"/>
                <a:gd name="T21" fmla="*/ 144 h 224"/>
                <a:gd name="T22" fmla="*/ 247 w 369"/>
                <a:gd name="T23" fmla="*/ 157 h 224"/>
                <a:gd name="T24" fmla="*/ 369 w 369"/>
                <a:gd name="T25" fmla="*/ 224 h 224"/>
                <a:gd name="T26" fmla="*/ 358 w 369"/>
                <a:gd name="T27" fmla="*/ 215 h 224"/>
                <a:gd name="T28" fmla="*/ 309 w 369"/>
                <a:gd name="T29" fmla="*/ 128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9" h="224">
                  <a:moveTo>
                    <a:pt x="309" y="128"/>
                  </a:moveTo>
                  <a:cubicBezTo>
                    <a:pt x="304" y="124"/>
                    <a:pt x="300" y="119"/>
                    <a:pt x="295" y="114"/>
                  </a:cubicBezTo>
                  <a:cubicBezTo>
                    <a:pt x="284" y="101"/>
                    <a:pt x="264" y="100"/>
                    <a:pt x="250" y="111"/>
                  </a:cubicBezTo>
                  <a:cubicBezTo>
                    <a:pt x="245" y="117"/>
                    <a:pt x="241" y="123"/>
                    <a:pt x="240" y="130"/>
                  </a:cubicBezTo>
                  <a:cubicBezTo>
                    <a:pt x="184" y="130"/>
                    <a:pt x="184" y="130"/>
                    <a:pt x="184" y="130"/>
                  </a:cubicBezTo>
                  <a:cubicBezTo>
                    <a:pt x="185" y="127"/>
                    <a:pt x="186" y="123"/>
                    <a:pt x="187" y="119"/>
                  </a:cubicBezTo>
                  <a:cubicBezTo>
                    <a:pt x="198" y="71"/>
                    <a:pt x="168" y="23"/>
                    <a:pt x="120" y="11"/>
                  </a:cubicBezTo>
                  <a:cubicBezTo>
                    <a:pt x="71" y="0"/>
                    <a:pt x="23" y="30"/>
                    <a:pt x="12" y="79"/>
                  </a:cubicBezTo>
                  <a:cubicBezTo>
                    <a:pt x="0" y="127"/>
                    <a:pt x="30" y="175"/>
                    <a:pt x="79" y="187"/>
                  </a:cubicBezTo>
                  <a:cubicBezTo>
                    <a:pt x="119" y="196"/>
                    <a:pt x="158" y="177"/>
                    <a:pt x="177" y="144"/>
                  </a:cubicBezTo>
                  <a:cubicBezTo>
                    <a:pt x="240" y="144"/>
                    <a:pt x="240" y="144"/>
                    <a:pt x="240" y="144"/>
                  </a:cubicBezTo>
                  <a:cubicBezTo>
                    <a:pt x="242" y="148"/>
                    <a:pt x="244" y="153"/>
                    <a:pt x="247" y="157"/>
                  </a:cubicBezTo>
                  <a:cubicBezTo>
                    <a:pt x="283" y="198"/>
                    <a:pt x="327" y="218"/>
                    <a:pt x="369" y="224"/>
                  </a:cubicBezTo>
                  <a:cubicBezTo>
                    <a:pt x="365" y="221"/>
                    <a:pt x="362" y="218"/>
                    <a:pt x="358" y="215"/>
                  </a:cubicBezTo>
                  <a:cubicBezTo>
                    <a:pt x="335" y="194"/>
                    <a:pt x="319" y="165"/>
                    <a:pt x="309" y="1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286"/>
            <p:cNvSpPr>
              <a:spLocks noEditPoints="1"/>
            </p:cNvSpPr>
            <p:nvPr/>
          </p:nvSpPr>
          <p:spPr bwMode="auto">
            <a:xfrm>
              <a:off x="1930400" y="2298700"/>
              <a:ext cx="277813" cy="333375"/>
            </a:xfrm>
            <a:custGeom>
              <a:avLst/>
              <a:gdLst>
                <a:gd name="T0" fmla="*/ 39 w 175"/>
                <a:gd name="T1" fmla="*/ 155 h 210"/>
                <a:gd name="T2" fmla="*/ 136 w 175"/>
                <a:gd name="T3" fmla="*/ 155 h 210"/>
                <a:gd name="T4" fmla="*/ 141 w 175"/>
                <a:gd name="T5" fmla="*/ 210 h 210"/>
                <a:gd name="T6" fmla="*/ 175 w 175"/>
                <a:gd name="T7" fmla="*/ 210 h 210"/>
                <a:gd name="T8" fmla="*/ 161 w 175"/>
                <a:gd name="T9" fmla="*/ 27 h 210"/>
                <a:gd name="T10" fmla="*/ 161 w 175"/>
                <a:gd name="T11" fmla="*/ 0 h 210"/>
                <a:gd name="T12" fmla="*/ 13 w 175"/>
                <a:gd name="T13" fmla="*/ 0 h 210"/>
                <a:gd name="T14" fmla="*/ 13 w 175"/>
                <a:gd name="T15" fmla="*/ 27 h 210"/>
                <a:gd name="T16" fmla="*/ 0 w 175"/>
                <a:gd name="T17" fmla="*/ 210 h 210"/>
                <a:gd name="T18" fmla="*/ 33 w 175"/>
                <a:gd name="T19" fmla="*/ 210 h 210"/>
                <a:gd name="T20" fmla="*/ 39 w 175"/>
                <a:gd name="T21" fmla="*/ 155 h 210"/>
                <a:gd name="T22" fmla="*/ 46 w 175"/>
                <a:gd name="T23" fmla="*/ 33 h 210"/>
                <a:gd name="T24" fmla="*/ 128 w 175"/>
                <a:gd name="T25" fmla="*/ 33 h 210"/>
                <a:gd name="T26" fmla="*/ 134 w 175"/>
                <a:gd name="T27" fmla="*/ 141 h 210"/>
                <a:gd name="T28" fmla="*/ 40 w 175"/>
                <a:gd name="T29" fmla="*/ 141 h 210"/>
                <a:gd name="T30" fmla="*/ 46 w 175"/>
                <a:gd name="T31" fmla="*/ 33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5" h="210">
                  <a:moveTo>
                    <a:pt x="39" y="155"/>
                  </a:moveTo>
                  <a:lnTo>
                    <a:pt x="136" y="155"/>
                  </a:lnTo>
                  <a:lnTo>
                    <a:pt x="141" y="210"/>
                  </a:lnTo>
                  <a:lnTo>
                    <a:pt x="175" y="210"/>
                  </a:lnTo>
                  <a:lnTo>
                    <a:pt x="161" y="27"/>
                  </a:lnTo>
                  <a:lnTo>
                    <a:pt x="161" y="0"/>
                  </a:lnTo>
                  <a:lnTo>
                    <a:pt x="13" y="0"/>
                  </a:lnTo>
                  <a:lnTo>
                    <a:pt x="13" y="27"/>
                  </a:lnTo>
                  <a:lnTo>
                    <a:pt x="0" y="210"/>
                  </a:lnTo>
                  <a:lnTo>
                    <a:pt x="33" y="210"/>
                  </a:lnTo>
                  <a:lnTo>
                    <a:pt x="39" y="155"/>
                  </a:lnTo>
                  <a:close/>
                  <a:moveTo>
                    <a:pt x="46" y="33"/>
                  </a:moveTo>
                  <a:lnTo>
                    <a:pt x="128" y="33"/>
                  </a:lnTo>
                  <a:lnTo>
                    <a:pt x="134" y="141"/>
                  </a:lnTo>
                  <a:lnTo>
                    <a:pt x="40" y="141"/>
                  </a:lnTo>
                  <a:lnTo>
                    <a:pt x="46"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287"/>
            <p:cNvSpPr>
              <a:spLocks/>
            </p:cNvSpPr>
            <p:nvPr/>
          </p:nvSpPr>
          <p:spPr bwMode="auto">
            <a:xfrm>
              <a:off x="1976438" y="1800225"/>
              <a:ext cx="446088" cy="762000"/>
            </a:xfrm>
            <a:custGeom>
              <a:avLst/>
              <a:gdLst>
                <a:gd name="T0" fmla="*/ 88 w 344"/>
                <a:gd name="T1" fmla="*/ 370 h 588"/>
                <a:gd name="T2" fmla="*/ 96 w 344"/>
                <a:gd name="T3" fmla="*/ 370 h 588"/>
                <a:gd name="T4" fmla="*/ 96 w 344"/>
                <a:gd name="T5" fmla="*/ 370 h 588"/>
                <a:gd name="T6" fmla="*/ 139 w 344"/>
                <a:gd name="T7" fmla="*/ 370 h 588"/>
                <a:gd name="T8" fmla="*/ 225 w 344"/>
                <a:gd name="T9" fmla="*/ 370 h 588"/>
                <a:gd name="T10" fmla="*/ 182 w 344"/>
                <a:gd name="T11" fmla="*/ 524 h 588"/>
                <a:gd name="T12" fmla="*/ 217 w 344"/>
                <a:gd name="T13" fmla="*/ 586 h 588"/>
                <a:gd name="T14" fmla="*/ 231 w 344"/>
                <a:gd name="T15" fmla="*/ 588 h 588"/>
                <a:gd name="T16" fmla="*/ 279 w 344"/>
                <a:gd name="T17" fmla="*/ 551 h 588"/>
                <a:gd name="T18" fmla="*/ 339 w 344"/>
                <a:gd name="T19" fmla="*/ 334 h 588"/>
                <a:gd name="T20" fmla="*/ 331 w 344"/>
                <a:gd name="T21" fmla="*/ 290 h 588"/>
                <a:gd name="T22" fmla="*/ 291 w 344"/>
                <a:gd name="T23" fmla="*/ 270 h 588"/>
                <a:gd name="T24" fmla="*/ 137 w 344"/>
                <a:gd name="T25" fmla="*/ 270 h 588"/>
                <a:gd name="T26" fmla="*/ 104 w 344"/>
                <a:gd name="T27" fmla="*/ 229 h 588"/>
                <a:gd name="T28" fmla="*/ 74 w 344"/>
                <a:gd name="T29" fmla="*/ 120 h 588"/>
                <a:gd name="T30" fmla="*/ 80 w 344"/>
                <a:gd name="T31" fmla="*/ 71 h 588"/>
                <a:gd name="T32" fmla="*/ 119 w 344"/>
                <a:gd name="T33" fmla="*/ 42 h 588"/>
                <a:gd name="T34" fmla="*/ 129 w 344"/>
                <a:gd name="T35" fmla="*/ 43 h 588"/>
                <a:gd name="T36" fmla="*/ 157 w 344"/>
                <a:gd name="T37" fmla="*/ 92 h 588"/>
                <a:gd name="T38" fmla="*/ 157 w 344"/>
                <a:gd name="T39" fmla="*/ 93 h 588"/>
                <a:gd name="T40" fmla="*/ 156 w 344"/>
                <a:gd name="T41" fmla="*/ 98 h 588"/>
                <a:gd name="T42" fmla="*/ 154 w 344"/>
                <a:gd name="T43" fmla="*/ 120 h 588"/>
                <a:gd name="T44" fmla="*/ 162 w 344"/>
                <a:gd name="T45" fmla="*/ 167 h 588"/>
                <a:gd name="T46" fmla="*/ 175 w 344"/>
                <a:gd name="T47" fmla="*/ 105 h 588"/>
                <a:gd name="T48" fmla="*/ 137 w 344"/>
                <a:gd name="T49" fmla="*/ 9 h 588"/>
                <a:gd name="T50" fmla="*/ 33 w 344"/>
                <a:gd name="T51" fmla="*/ 77 h 588"/>
                <a:gd name="T52" fmla="*/ 10 w 344"/>
                <a:gd name="T53" fmla="*/ 299 h 588"/>
                <a:gd name="T54" fmla="*/ 88 w 344"/>
                <a:gd name="T55" fmla="*/ 370 h 5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44" h="588">
                  <a:moveTo>
                    <a:pt x="88" y="370"/>
                  </a:moveTo>
                  <a:cubicBezTo>
                    <a:pt x="91" y="370"/>
                    <a:pt x="94" y="370"/>
                    <a:pt x="96" y="370"/>
                  </a:cubicBezTo>
                  <a:cubicBezTo>
                    <a:pt x="96" y="370"/>
                    <a:pt x="96" y="370"/>
                    <a:pt x="96" y="370"/>
                  </a:cubicBezTo>
                  <a:cubicBezTo>
                    <a:pt x="139" y="370"/>
                    <a:pt x="139" y="370"/>
                    <a:pt x="139" y="370"/>
                  </a:cubicBezTo>
                  <a:cubicBezTo>
                    <a:pt x="225" y="370"/>
                    <a:pt x="225" y="370"/>
                    <a:pt x="225" y="370"/>
                  </a:cubicBezTo>
                  <a:cubicBezTo>
                    <a:pt x="182" y="524"/>
                    <a:pt x="182" y="524"/>
                    <a:pt x="182" y="524"/>
                  </a:cubicBezTo>
                  <a:cubicBezTo>
                    <a:pt x="175" y="551"/>
                    <a:pt x="191" y="578"/>
                    <a:pt x="217" y="586"/>
                  </a:cubicBezTo>
                  <a:cubicBezTo>
                    <a:pt x="222" y="587"/>
                    <a:pt x="226" y="588"/>
                    <a:pt x="231" y="588"/>
                  </a:cubicBezTo>
                  <a:cubicBezTo>
                    <a:pt x="252" y="588"/>
                    <a:pt x="273" y="573"/>
                    <a:pt x="279" y="551"/>
                  </a:cubicBezTo>
                  <a:cubicBezTo>
                    <a:pt x="339" y="334"/>
                    <a:pt x="339" y="334"/>
                    <a:pt x="339" y="334"/>
                  </a:cubicBezTo>
                  <a:cubicBezTo>
                    <a:pt x="344" y="319"/>
                    <a:pt x="341" y="303"/>
                    <a:pt x="331" y="290"/>
                  </a:cubicBezTo>
                  <a:cubicBezTo>
                    <a:pt x="322" y="278"/>
                    <a:pt x="307" y="270"/>
                    <a:pt x="291" y="270"/>
                  </a:cubicBezTo>
                  <a:cubicBezTo>
                    <a:pt x="137" y="270"/>
                    <a:pt x="137" y="270"/>
                    <a:pt x="137" y="270"/>
                  </a:cubicBezTo>
                  <a:cubicBezTo>
                    <a:pt x="122" y="256"/>
                    <a:pt x="111" y="241"/>
                    <a:pt x="104" y="229"/>
                  </a:cubicBezTo>
                  <a:cubicBezTo>
                    <a:pt x="84" y="197"/>
                    <a:pt x="74" y="160"/>
                    <a:pt x="74" y="120"/>
                  </a:cubicBezTo>
                  <a:cubicBezTo>
                    <a:pt x="74" y="95"/>
                    <a:pt x="79" y="76"/>
                    <a:pt x="80" y="71"/>
                  </a:cubicBezTo>
                  <a:cubicBezTo>
                    <a:pt x="85" y="54"/>
                    <a:pt x="101" y="42"/>
                    <a:pt x="119" y="42"/>
                  </a:cubicBezTo>
                  <a:cubicBezTo>
                    <a:pt x="122" y="42"/>
                    <a:pt x="126" y="42"/>
                    <a:pt x="129" y="43"/>
                  </a:cubicBezTo>
                  <a:cubicBezTo>
                    <a:pt x="150" y="49"/>
                    <a:pt x="163" y="71"/>
                    <a:pt x="157" y="92"/>
                  </a:cubicBezTo>
                  <a:cubicBezTo>
                    <a:pt x="157" y="92"/>
                    <a:pt x="157" y="92"/>
                    <a:pt x="157" y="93"/>
                  </a:cubicBezTo>
                  <a:cubicBezTo>
                    <a:pt x="157" y="94"/>
                    <a:pt x="156" y="96"/>
                    <a:pt x="156" y="98"/>
                  </a:cubicBezTo>
                  <a:cubicBezTo>
                    <a:pt x="155" y="103"/>
                    <a:pt x="154" y="111"/>
                    <a:pt x="154" y="120"/>
                  </a:cubicBezTo>
                  <a:cubicBezTo>
                    <a:pt x="154" y="133"/>
                    <a:pt x="156" y="149"/>
                    <a:pt x="162" y="167"/>
                  </a:cubicBezTo>
                  <a:cubicBezTo>
                    <a:pt x="166" y="144"/>
                    <a:pt x="171" y="123"/>
                    <a:pt x="175" y="105"/>
                  </a:cubicBezTo>
                  <a:cubicBezTo>
                    <a:pt x="186" y="65"/>
                    <a:pt x="171" y="17"/>
                    <a:pt x="137" y="9"/>
                  </a:cubicBezTo>
                  <a:cubicBezTo>
                    <a:pt x="103" y="0"/>
                    <a:pt x="53" y="19"/>
                    <a:pt x="33" y="77"/>
                  </a:cubicBezTo>
                  <a:cubicBezTo>
                    <a:pt x="6" y="158"/>
                    <a:pt x="0" y="210"/>
                    <a:pt x="10" y="299"/>
                  </a:cubicBezTo>
                  <a:cubicBezTo>
                    <a:pt x="21" y="355"/>
                    <a:pt x="55" y="367"/>
                    <a:pt x="88" y="3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288"/>
            <p:cNvSpPr>
              <a:spLocks/>
            </p:cNvSpPr>
            <p:nvPr/>
          </p:nvSpPr>
          <p:spPr bwMode="auto">
            <a:xfrm>
              <a:off x="2082800" y="1858963"/>
              <a:ext cx="234950" cy="280987"/>
            </a:xfrm>
            <a:custGeom>
              <a:avLst/>
              <a:gdLst>
                <a:gd name="T0" fmla="*/ 66 w 181"/>
                <a:gd name="T1" fmla="*/ 51 h 216"/>
                <a:gd name="T2" fmla="*/ 67 w 181"/>
                <a:gd name="T3" fmla="*/ 45 h 216"/>
                <a:gd name="T4" fmla="*/ 68 w 181"/>
                <a:gd name="T5" fmla="*/ 44 h 216"/>
                <a:gd name="T6" fmla="*/ 67 w 181"/>
                <a:gd name="T7" fmla="*/ 44 h 216"/>
                <a:gd name="T8" fmla="*/ 45 w 181"/>
                <a:gd name="T9" fmla="*/ 5 h 216"/>
                <a:gd name="T10" fmla="*/ 6 w 181"/>
                <a:gd name="T11" fmla="*/ 27 h 216"/>
                <a:gd name="T12" fmla="*/ 0 w 181"/>
                <a:gd name="T13" fmla="*/ 74 h 216"/>
                <a:gd name="T14" fmla="*/ 28 w 181"/>
                <a:gd name="T15" fmla="*/ 179 h 216"/>
                <a:gd name="T16" fmla="*/ 58 w 181"/>
                <a:gd name="T17" fmla="*/ 216 h 216"/>
                <a:gd name="T18" fmla="*/ 181 w 181"/>
                <a:gd name="T19" fmla="*/ 216 h 216"/>
                <a:gd name="T20" fmla="*/ 175 w 181"/>
                <a:gd name="T21" fmla="*/ 213 h 216"/>
                <a:gd name="T22" fmla="*/ 83 w 181"/>
                <a:gd name="T23" fmla="*/ 146 h 216"/>
                <a:gd name="T24" fmla="*/ 64 w 181"/>
                <a:gd name="T25" fmla="*/ 74 h 216"/>
                <a:gd name="T26" fmla="*/ 66 w 181"/>
                <a:gd name="T27" fmla="*/ 51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1" h="216">
                  <a:moveTo>
                    <a:pt x="66" y="51"/>
                  </a:moveTo>
                  <a:cubicBezTo>
                    <a:pt x="67" y="48"/>
                    <a:pt x="67" y="46"/>
                    <a:pt x="67" y="45"/>
                  </a:cubicBezTo>
                  <a:cubicBezTo>
                    <a:pt x="67" y="45"/>
                    <a:pt x="67" y="44"/>
                    <a:pt x="68" y="44"/>
                  </a:cubicBezTo>
                  <a:cubicBezTo>
                    <a:pt x="67" y="44"/>
                    <a:pt x="67" y="44"/>
                    <a:pt x="67" y="44"/>
                  </a:cubicBezTo>
                  <a:cubicBezTo>
                    <a:pt x="72" y="27"/>
                    <a:pt x="62" y="9"/>
                    <a:pt x="45" y="5"/>
                  </a:cubicBezTo>
                  <a:cubicBezTo>
                    <a:pt x="28" y="0"/>
                    <a:pt x="10" y="10"/>
                    <a:pt x="6" y="27"/>
                  </a:cubicBezTo>
                  <a:cubicBezTo>
                    <a:pt x="5" y="29"/>
                    <a:pt x="0" y="47"/>
                    <a:pt x="0" y="74"/>
                  </a:cubicBezTo>
                  <a:cubicBezTo>
                    <a:pt x="0" y="102"/>
                    <a:pt x="6" y="141"/>
                    <a:pt x="28" y="179"/>
                  </a:cubicBezTo>
                  <a:cubicBezTo>
                    <a:pt x="36" y="192"/>
                    <a:pt x="46" y="204"/>
                    <a:pt x="58" y="216"/>
                  </a:cubicBezTo>
                  <a:cubicBezTo>
                    <a:pt x="181" y="216"/>
                    <a:pt x="181" y="216"/>
                    <a:pt x="181" y="216"/>
                  </a:cubicBezTo>
                  <a:cubicBezTo>
                    <a:pt x="179" y="215"/>
                    <a:pt x="177" y="214"/>
                    <a:pt x="175" y="213"/>
                  </a:cubicBezTo>
                  <a:cubicBezTo>
                    <a:pt x="124" y="195"/>
                    <a:pt x="98" y="170"/>
                    <a:pt x="83" y="146"/>
                  </a:cubicBezTo>
                  <a:cubicBezTo>
                    <a:pt x="68" y="121"/>
                    <a:pt x="64" y="94"/>
                    <a:pt x="64" y="74"/>
                  </a:cubicBezTo>
                  <a:cubicBezTo>
                    <a:pt x="64" y="65"/>
                    <a:pt x="65" y="57"/>
                    <a:pt x="6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Freeform 289"/>
            <p:cNvSpPr>
              <a:spLocks/>
            </p:cNvSpPr>
            <p:nvPr/>
          </p:nvSpPr>
          <p:spPr bwMode="auto">
            <a:xfrm>
              <a:off x="2568575" y="1420813"/>
              <a:ext cx="260350" cy="258762"/>
            </a:xfrm>
            <a:custGeom>
              <a:avLst/>
              <a:gdLst>
                <a:gd name="T0" fmla="*/ 124 w 200"/>
                <a:gd name="T1" fmla="*/ 187 h 200"/>
                <a:gd name="T2" fmla="*/ 186 w 200"/>
                <a:gd name="T3" fmla="*/ 76 h 200"/>
                <a:gd name="T4" fmla="*/ 75 w 200"/>
                <a:gd name="T5" fmla="*/ 13 h 200"/>
                <a:gd name="T6" fmla="*/ 13 w 200"/>
                <a:gd name="T7" fmla="*/ 124 h 200"/>
                <a:gd name="T8" fmla="*/ 124 w 200"/>
                <a:gd name="T9" fmla="*/ 187 h 200"/>
              </a:gdLst>
              <a:ahLst/>
              <a:cxnLst>
                <a:cxn ang="0">
                  <a:pos x="T0" y="T1"/>
                </a:cxn>
                <a:cxn ang="0">
                  <a:pos x="T2" y="T3"/>
                </a:cxn>
                <a:cxn ang="0">
                  <a:pos x="T4" y="T5"/>
                </a:cxn>
                <a:cxn ang="0">
                  <a:pos x="T6" y="T7"/>
                </a:cxn>
                <a:cxn ang="0">
                  <a:pos x="T8" y="T9"/>
                </a:cxn>
              </a:cxnLst>
              <a:rect l="0" t="0" r="r" b="b"/>
              <a:pathLst>
                <a:path w="200" h="200">
                  <a:moveTo>
                    <a:pt x="124" y="187"/>
                  </a:moveTo>
                  <a:cubicBezTo>
                    <a:pt x="172" y="173"/>
                    <a:pt x="200" y="123"/>
                    <a:pt x="186" y="76"/>
                  </a:cubicBezTo>
                  <a:cubicBezTo>
                    <a:pt x="173" y="28"/>
                    <a:pt x="123" y="0"/>
                    <a:pt x="75" y="13"/>
                  </a:cubicBezTo>
                  <a:cubicBezTo>
                    <a:pt x="28" y="27"/>
                    <a:pt x="0" y="77"/>
                    <a:pt x="13" y="124"/>
                  </a:cubicBezTo>
                  <a:cubicBezTo>
                    <a:pt x="27" y="172"/>
                    <a:pt x="76" y="200"/>
                    <a:pt x="124" y="1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290"/>
            <p:cNvSpPr>
              <a:spLocks noEditPoints="1"/>
            </p:cNvSpPr>
            <p:nvPr/>
          </p:nvSpPr>
          <p:spPr bwMode="auto">
            <a:xfrm>
              <a:off x="2597150" y="1671638"/>
              <a:ext cx="479425" cy="957262"/>
            </a:xfrm>
            <a:custGeom>
              <a:avLst/>
              <a:gdLst>
                <a:gd name="T0" fmla="*/ 130 w 370"/>
                <a:gd name="T1" fmla="*/ 700 h 739"/>
                <a:gd name="T2" fmla="*/ 179 w 370"/>
                <a:gd name="T3" fmla="*/ 739 h 739"/>
                <a:gd name="T4" fmla="*/ 190 w 370"/>
                <a:gd name="T5" fmla="*/ 737 h 739"/>
                <a:gd name="T6" fmla="*/ 228 w 370"/>
                <a:gd name="T7" fmla="*/ 677 h 739"/>
                <a:gd name="T8" fmla="*/ 206 w 370"/>
                <a:gd name="T9" fmla="*/ 525 h 739"/>
                <a:gd name="T10" fmla="*/ 359 w 370"/>
                <a:gd name="T11" fmla="*/ 483 h 739"/>
                <a:gd name="T12" fmla="*/ 168 w 370"/>
                <a:gd name="T13" fmla="*/ 0 h 739"/>
                <a:gd name="T14" fmla="*/ 111 w 370"/>
                <a:gd name="T15" fmla="*/ 11 h 739"/>
                <a:gd name="T16" fmla="*/ 107 w 370"/>
                <a:gd name="T17" fmla="*/ 14 h 739"/>
                <a:gd name="T18" fmla="*/ 107 w 370"/>
                <a:gd name="T19" fmla="*/ 14 h 739"/>
                <a:gd name="T20" fmla="*/ 65 w 370"/>
                <a:gd name="T21" fmla="*/ 39 h 739"/>
                <a:gd name="T22" fmla="*/ 0 w 370"/>
                <a:gd name="T23" fmla="*/ 60 h 739"/>
                <a:gd name="T24" fmla="*/ 41 w 370"/>
                <a:gd name="T25" fmla="*/ 71 h 739"/>
                <a:gd name="T26" fmla="*/ 41 w 370"/>
                <a:gd name="T27" fmla="*/ 71 h 739"/>
                <a:gd name="T28" fmla="*/ 102 w 370"/>
                <a:gd name="T29" fmla="*/ 58 h 739"/>
                <a:gd name="T30" fmla="*/ 133 w 370"/>
                <a:gd name="T31" fmla="*/ 44 h 739"/>
                <a:gd name="T32" fmla="*/ 153 w 370"/>
                <a:gd name="T33" fmla="*/ 38 h 739"/>
                <a:gd name="T34" fmla="*/ 188 w 370"/>
                <a:gd name="T35" fmla="*/ 58 h 739"/>
                <a:gd name="T36" fmla="*/ 192 w 370"/>
                <a:gd name="T37" fmla="*/ 88 h 739"/>
                <a:gd name="T38" fmla="*/ 174 w 370"/>
                <a:gd name="T39" fmla="*/ 113 h 739"/>
                <a:gd name="T40" fmla="*/ 133 w 370"/>
                <a:gd name="T41" fmla="*/ 132 h 739"/>
                <a:gd name="T42" fmla="*/ 78 w 370"/>
                <a:gd name="T43" fmla="*/ 148 h 739"/>
                <a:gd name="T44" fmla="*/ 85 w 370"/>
                <a:gd name="T45" fmla="*/ 269 h 739"/>
                <a:gd name="T46" fmla="*/ 56 w 370"/>
                <a:gd name="T47" fmla="*/ 515 h 739"/>
                <a:gd name="T48" fmla="*/ 106 w 370"/>
                <a:gd name="T49" fmla="*/ 528 h 739"/>
                <a:gd name="T50" fmla="*/ 130 w 370"/>
                <a:gd name="T51" fmla="*/ 700 h 739"/>
                <a:gd name="T52" fmla="*/ 196 w 370"/>
                <a:gd name="T53" fmla="*/ 364 h 739"/>
                <a:gd name="T54" fmla="*/ 130 w 370"/>
                <a:gd name="T55" fmla="*/ 386 h 739"/>
                <a:gd name="T56" fmla="*/ 126 w 370"/>
                <a:gd name="T57" fmla="*/ 369 h 739"/>
                <a:gd name="T58" fmla="*/ 193 w 370"/>
                <a:gd name="T59" fmla="*/ 353 h 739"/>
                <a:gd name="T60" fmla="*/ 196 w 370"/>
                <a:gd name="T61" fmla="*/ 364 h 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70" h="739">
                  <a:moveTo>
                    <a:pt x="130" y="700"/>
                  </a:moveTo>
                  <a:cubicBezTo>
                    <a:pt x="136" y="723"/>
                    <a:pt x="156" y="739"/>
                    <a:pt x="179" y="739"/>
                  </a:cubicBezTo>
                  <a:cubicBezTo>
                    <a:pt x="183" y="739"/>
                    <a:pt x="187" y="738"/>
                    <a:pt x="190" y="737"/>
                  </a:cubicBezTo>
                  <a:cubicBezTo>
                    <a:pt x="217" y="731"/>
                    <a:pt x="234" y="704"/>
                    <a:pt x="228" y="677"/>
                  </a:cubicBezTo>
                  <a:cubicBezTo>
                    <a:pt x="214" y="618"/>
                    <a:pt x="208" y="568"/>
                    <a:pt x="206" y="525"/>
                  </a:cubicBezTo>
                  <a:cubicBezTo>
                    <a:pt x="282" y="518"/>
                    <a:pt x="359" y="501"/>
                    <a:pt x="359" y="483"/>
                  </a:cubicBezTo>
                  <a:cubicBezTo>
                    <a:pt x="370" y="259"/>
                    <a:pt x="287" y="0"/>
                    <a:pt x="168" y="0"/>
                  </a:cubicBezTo>
                  <a:cubicBezTo>
                    <a:pt x="127" y="0"/>
                    <a:pt x="119" y="4"/>
                    <a:pt x="111" y="11"/>
                  </a:cubicBezTo>
                  <a:cubicBezTo>
                    <a:pt x="110" y="12"/>
                    <a:pt x="108" y="13"/>
                    <a:pt x="107" y="14"/>
                  </a:cubicBezTo>
                  <a:cubicBezTo>
                    <a:pt x="107" y="14"/>
                    <a:pt x="107" y="14"/>
                    <a:pt x="107" y="14"/>
                  </a:cubicBezTo>
                  <a:cubicBezTo>
                    <a:pt x="106" y="14"/>
                    <a:pt x="90" y="27"/>
                    <a:pt x="65" y="39"/>
                  </a:cubicBezTo>
                  <a:cubicBezTo>
                    <a:pt x="47" y="48"/>
                    <a:pt x="24" y="56"/>
                    <a:pt x="0" y="60"/>
                  </a:cubicBezTo>
                  <a:cubicBezTo>
                    <a:pt x="11" y="67"/>
                    <a:pt x="24" y="71"/>
                    <a:pt x="41" y="71"/>
                  </a:cubicBezTo>
                  <a:cubicBezTo>
                    <a:pt x="41" y="71"/>
                    <a:pt x="41" y="71"/>
                    <a:pt x="41" y="71"/>
                  </a:cubicBezTo>
                  <a:cubicBezTo>
                    <a:pt x="59" y="71"/>
                    <a:pt x="81" y="66"/>
                    <a:pt x="102" y="58"/>
                  </a:cubicBezTo>
                  <a:cubicBezTo>
                    <a:pt x="120" y="51"/>
                    <a:pt x="133" y="44"/>
                    <a:pt x="133" y="44"/>
                  </a:cubicBezTo>
                  <a:cubicBezTo>
                    <a:pt x="139" y="40"/>
                    <a:pt x="146" y="38"/>
                    <a:pt x="153" y="38"/>
                  </a:cubicBezTo>
                  <a:cubicBezTo>
                    <a:pt x="168" y="38"/>
                    <a:pt x="181" y="46"/>
                    <a:pt x="188" y="58"/>
                  </a:cubicBezTo>
                  <a:cubicBezTo>
                    <a:pt x="193" y="67"/>
                    <a:pt x="195" y="78"/>
                    <a:pt x="192" y="88"/>
                  </a:cubicBezTo>
                  <a:cubicBezTo>
                    <a:pt x="190" y="99"/>
                    <a:pt x="183" y="107"/>
                    <a:pt x="174" y="113"/>
                  </a:cubicBezTo>
                  <a:cubicBezTo>
                    <a:pt x="169" y="115"/>
                    <a:pt x="155" y="124"/>
                    <a:pt x="133" y="132"/>
                  </a:cubicBezTo>
                  <a:cubicBezTo>
                    <a:pt x="114" y="139"/>
                    <a:pt x="96" y="144"/>
                    <a:pt x="78" y="148"/>
                  </a:cubicBezTo>
                  <a:cubicBezTo>
                    <a:pt x="78" y="193"/>
                    <a:pt x="82" y="240"/>
                    <a:pt x="85" y="269"/>
                  </a:cubicBezTo>
                  <a:cubicBezTo>
                    <a:pt x="91" y="335"/>
                    <a:pt x="32" y="485"/>
                    <a:pt x="56" y="515"/>
                  </a:cubicBezTo>
                  <a:cubicBezTo>
                    <a:pt x="62" y="523"/>
                    <a:pt x="81" y="526"/>
                    <a:pt x="106" y="528"/>
                  </a:cubicBezTo>
                  <a:cubicBezTo>
                    <a:pt x="108" y="577"/>
                    <a:pt x="115" y="635"/>
                    <a:pt x="130" y="700"/>
                  </a:cubicBezTo>
                  <a:close/>
                  <a:moveTo>
                    <a:pt x="196" y="364"/>
                  </a:moveTo>
                  <a:cubicBezTo>
                    <a:pt x="130" y="386"/>
                    <a:pt x="130" y="386"/>
                    <a:pt x="130" y="386"/>
                  </a:cubicBezTo>
                  <a:cubicBezTo>
                    <a:pt x="126" y="369"/>
                    <a:pt x="126" y="369"/>
                    <a:pt x="126" y="369"/>
                  </a:cubicBezTo>
                  <a:cubicBezTo>
                    <a:pt x="193" y="353"/>
                    <a:pt x="193" y="353"/>
                    <a:pt x="193" y="353"/>
                  </a:cubicBezTo>
                  <a:lnTo>
                    <a:pt x="196" y="3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291"/>
            <p:cNvSpPr>
              <a:spLocks/>
            </p:cNvSpPr>
            <p:nvPr/>
          </p:nvSpPr>
          <p:spPr bwMode="auto">
            <a:xfrm>
              <a:off x="2397125" y="1625600"/>
              <a:ext cx="57150" cy="41275"/>
            </a:xfrm>
            <a:custGeom>
              <a:avLst/>
              <a:gdLst>
                <a:gd name="T0" fmla="*/ 44 w 44"/>
                <a:gd name="T1" fmla="*/ 5 h 32"/>
                <a:gd name="T2" fmla="*/ 35 w 44"/>
                <a:gd name="T3" fmla="*/ 5 h 32"/>
                <a:gd name="T4" fmla="*/ 35 w 44"/>
                <a:gd name="T5" fmla="*/ 0 h 32"/>
                <a:gd name="T6" fmla="*/ 0 w 44"/>
                <a:gd name="T7" fmla="*/ 0 h 32"/>
                <a:gd name="T8" fmla="*/ 0 w 44"/>
                <a:gd name="T9" fmla="*/ 32 h 32"/>
                <a:gd name="T10" fmla="*/ 35 w 44"/>
                <a:gd name="T11" fmla="*/ 32 h 32"/>
                <a:gd name="T12" fmla="*/ 35 w 44"/>
                <a:gd name="T13" fmla="*/ 27 h 32"/>
                <a:gd name="T14" fmla="*/ 41 w 44"/>
                <a:gd name="T15" fmla="*/ 27 h 32"/>
                <a:gd name="T16" fmla="*/ 44 w 44"/>
                <a:gd name="T17" fmla="*/ 5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32">
                  <a:moveTo>
                    <a:pt x="44" y="5"/>
                  </a:moveTo>
                  <a:cubicBezTo>
                    <a:pt x="35" y="5"/>
                    <a:pt x="35" y="5"/>
                    <a:pt x="35" y="5"/>
                  </a:cubicBezTo>
                  <a:cubicBezTo>
                    <a:pt x="35" y="0"/>
                    <a:pt x="35" y="0"/>
                    <a:pt x="35" y="0"/>
                  </a:cubicBezTo>
                  <a:cubicBezTo>
                    <a:pt x="0" y="0"/>
                    <a:pt x="0" y="0"/>
                    <a:pt x="0" y="0"/>
                  </a:cubicBezTo>
                  <a:cubicBezTo>
                    <a:pt x="0" y="32"/>
                    <a:pt x="0" y="32"/>
                    <a:pt x="0" y="32"/>
                  </a:cubicBezTo>
                  <a:cubicBezTo>
                    <a:pt x="35" y="32"/>
                    <a:pt x="35" y="32"/>
                    <a:pt x="35" y="32"/>
                  </a:cubicBezTo>
                  <a:cubicBezTo>
                    <a:pt x="35" y="27"/>
                    <a:pt x="35" y="27"/>
                    <a:pt x="35" y="27"/>
                  </a:cubicBezTo>
                  <a:cubicBezTo>
                    <a:pt x="41" y="27"/>
                    <a:pt x="41" y="27"/>
                    <a:pt x="41" y="27"/>
                  </a:cubicBezTo>
                  <a:cubicBezTo>
                    <a:pt x="40" y="19"/>
                    <a:pt x="41" y="11"/>
                    <a:pt x="4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292"/>
            <p:cNvSpPr>
              <a:spLocks/>
            </p:cNvSpPr>
            <p:nvPr/>
          </p:nvSpPr>
          <p:spPr bwMode="auto">
            <a:xfrm>
              <a:off x="2547938" y="1631950"/>
              <a:ext cx="25400" cy="28575"/>
            </a:xfrm>
            <a:custGeom>
              <a:avLst/>
              <a:gdLst>
                <a:gd name="T0" fmla="*/ 5 w 20"/>
                <a:gd name="T1" fmla="*/ 22 h 22"/>
                <a:gd name="T2" fmla="*/ 20 w 20"/>
                <a:gd name="T3" fmla="*/ 22 h 22"/>
                <a:gd name="T4" fmla="*/ 20 w 20"/>
                <a:gd name="T5" fmla="*/ 0 h 22"/>
                <a:gd name="T6" fmla="*/ 0 w 20"/>
                <a:gd name="T7" fmla="*/ 0 h 22"/>
                <a:gd name="T8" fmla="*/ 4 w 20"/>
                <a:gd name="T9" fmla="*/ 11 h 22"/>
                <a:gd name="T10" fmla="*/ 5 w 20"/>
                <a:gd name="T11" fmla="*/ 22 h 22"/>
              </a:gdLst>
              <a:ahLst/>
              <a:cxnLst>
                <a:cxn ang="0">
                  <a:pos x="T0" y="T1"/>
                </a:cxn>
                <a:cxn ang="0">
                  <a:pos x="T2" y="T3"/>
                </a:cxn>
                <a:cxn ang="0">
                  <a:pos x="T4" y="T5"/>
                </a:cxn>
                <a:cxn ang="0">
                  <a:pos x="T6" y="T7"/>
                </a:cxn>
                <a:cxn ang="0">
                  <a:pos x="T8" y="T9"/>
                </a:cxn>
                <a:cxn ang="0">
                  <a:pos x="T10" y="T11"/>
                </a:cxn>
              </a:cxnLst>
              <a:rect l="0" t="0" r="r" b="b"/>
              <a:pathLst>
                <a:path w="20" h="22">
                  <a:moveTo>
                    <a:pt x="5" y="22"/>
                  </a:moveTo>
                  <a:cubicBezTo>
                    <a:pt x="20" y="22"/>
                    <a:pt x="20" y="22"/>
                    <a:pt x="20" y="22"/>
                  </a:cubicBezTo>
                  <a:cubicBezTo>
                    <a:pt x="20" y="0"/>
                    <a:pt x="20" y="0"/>
                    <a:pt x="20" y="0"/>
                  </a:cubicBezTo>
                  <a:cubicBezTo>
                    <a:pt x="0" y="0"/>
                    <a:pt x="0" y="0"/>
                    <a:pt x="0" y="0"/>
                  </a:cubicBezTo>
                  <a:cubicBezTo>
                    <a:pt x="2" y="3"/>
                    <a:pt x="3" y="7"/>
                    <a:pt x="4" y="11"/>
                  </a:cubicBezTo>
                  <a:cubicBezTo>
                    <a:pt x="4" y="15"/>
                    <a:pt x="5" y="18"/>
                    <a:pt x="5"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293"/>
            <p:cNvSpPr>
              <a:spLocks/>
            </p:cNvSpPr>
            <p:nvPr/>
          </p:nvSpPr>
          <p:spPr bwMode="auto">
            <a:xfrm>
              <a:off x="2455863" y="1609725"/>
              <a:ext cx="387350" cy="247650"/>
            </a:xfrm>
            <a:custGeom>
              <a:avLst/>
              <a:gdLst>
                <a:gd name="T0" fmla="*/ 290 w 299"/>
                <a:gd name="T1" fmla="*/ 110 h 191"/>
                <a:gd name="T2" fmla="*/ 246 w 299"/>
                <a:gd name="T3" fmla="*/ 99 h 191"/>
                <a:gd name="T4" fmla="*/ 246 w 299"/>
                <a:gd name="T5" fmla="*/ 99 h 191"/>
                <a:gd name="T6" fmla="*/ 214 w 299"/>
                <a:gd name="T7" fmla="*/ 114 h 191"/>
                <a:gd name="T8" fmla="*/ 150 w 299"/>
                <a:gd name="T9" fmla="*/ 127 h 191"/>
                <a:gd name="T10" fmla="*/ 99 w 299"/>
                <a:gd name="T11" fmla="*/ 110 h 191"/>
                <a:gd name="T12" fmla="*/ 66 w 299"/>
                <a:gd name="T13" fmla="*/ 29 h 191"/>
                <a:gd name="T14" fmla="*/ 30 w 299"/>
                <a:gd name="T15" fmla="*/ 2 h 191"/>
                <a:gd name="T16" fmla="*/ 2 w 299"/>
                <a:gd name="T17" fmla="*/ 38 h 191"/>
                <a:gd name="T18" fmla="*/ 56 w 299"/>
                <a:gd name="T19" fmla="*/ 157 h 191"/>
                <a:gd name="T20" fmla="*/ 149 w 299"/>
                <a:gd name="T21" fmla="*/ 191 h 191"/>
                <a:gd name="T22" fmla="*/ 150 w 299"/>
                <a:gd name="T23" fmla="*/ 191 h 191"/>
                <a:gd name="T24" fmla="*/ 239 w 299"/>
                <a:gd name="T25" fmla="*/ 172 h 191"/>
                <a:gd name="T26" fmla="*/ 279 w 299"/>
                <a:gd name="T27" fmla="*/ 154 h 191"/>
                <a:gd name="T28" fmla="*/ 290 w 299"/>
                <a:gd name="T29" fmla="*/ 11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9" h="191">
                  <a:moveTo>
                    <a:pt x="290" y="110"/>
                  </a:moveTo>
                  <a:cubicBezTo>
                    <a:pt x="281" y="95"/>
                    <a:pt x="262" y="90"/>
                    <a:pt x="246" y="99"/>
                  </a:cubicBezTo>
                  <a:cubicBezTo>
                    <a:pt x="246" y="99"/>
                    <a:pt x="246" y="99"/>
                    <a:pt x="246" y="99"/>
                  </a:cubicBezTo>
                  <a:cubicBezTo>
                    <a:pt x="245" y="99"/>
                    <a:pt x="233" y="107"/>
                    <a:pt x="214" y="114"/>
                  </a:cubicBezTo>
                  <a:cubicBezTo>
                    <a:pt x="196" y="121"/>
                    <a:pt x="172" y="127"/>
                    <a:pt x="150" y="127"/>
                  </a:cubicBezTo>
                  <a:cubicBezTo>
                    <a:pt x="130" y="127"/>
                    <a:pt x="113" y="122"/>
                    <a:pt x="99" y="110"/>
                  </a:cubicBezTo>
                  <a:cubicBezTo>
                    <a:pt x="86" y="97"/>
                    <a:pt x="72" y="74"/>
                    <a:pt x="66" y="29"/>
                  </a:cubicBezTo>
                  <a:cubicBezTo>
                    <a:pt x="64" y="12"/>
                    <a:pt x="47" y="0"/>
                    <a:pt x="30" y="2"/>
                  </a:cubicBezTo>
                  <a:cubicBezTo>
                    <a:pt x="12" y="4"/>
                    <a:pt x="0" y="20"/>
                    <a:pt x="2" y="38"/>
                  </a:cubicBezTo>
                  <a:cubicBezTo>
                    <a:pt x="10" y="92"/>
                    <a:pt x="28" y="132"/>
                    <a:pt x="56" y="157"/>
                  </a:cubicBezTo>
                  <a:cubicBezTo>
                    <a:pt x="84" y="183"/>
                    <a:pt x="119" y="191"/>
                    <a:pt x="149" y="191"/>
                  </a:cubicBezTo>
                  <a:cubicBezTo>
                    <a:pt x="149" y="191"/>
                    <a:pt x="150" y="191"/>
                    <a:pt x="150" y="191"/>
                  </a:cubicBezTo>
                  <a:cubicBezTo>
                    <a:pt x="184" y="191"/>
                    <a:pt x="216" y="181"/>
                    <a:pt x="239" y="172"/>
                  </a:cubicBezTo>
                  <a:cubicBezTo>
                    <a:pt x="262" y="163"/>
                    <a:pt x="278" y="155"/>
                    <a:pt x="279" y="154"/>
                  </a:cubicBezTo>
                  <a:cubicBezTo>
                    <a:pt x="294" y="145"/>
                    <a:pt x="299" y="125"/>
                    <a:pt x="290" y="1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Rectangle 294"/>
            <p:cNvSpPr>
              <a:spLocks noChangeArrowheads="1"/>
            </p:cNvSpPr>
            <p:nvPr/>
          </p:nvSpPr>
          <p:spPr bwMode="auto">
            <a:xfrm>
              <a:off x="2338388" y="1643063"/>
              <a:ext cx="44450" cy="47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Freeform 295"/>
            <p:cNvSpPr>
              <a:spLocks/>
            </p:cNvSpPr>
            <p:nvPr/>
          </p:nvSpPr>
          <p:spPr bwMode="auto">
            <a:xfrm>
              <a:off x="2339975" y="1601788"/>
              <a:ext cx="42863" cy="25400"/>
            </a:xfrm>
            <a:custGeom>
              <a:avLst/>
              <a:gdLst>
                <a:gd name="T0" fmla="*/ 27 w 27"/>
                <a:gd name="T1" fmla="*/ 12 h 16"/>
                <a:gd name="T2" fmla="*/ 2 w 27"/>
                <a:gd name="T3" fmla="*/ 0 h 16"/>
                <a:gd name="T4" fmla="*/ 0 w 27"/>
                <a:gd name="T5" fmla="*/ 2 h 16"/>
                <a:gd name="T6" fmla="*/ 25 w 27"/>
                <a:gd name="T7" fmla="*/ 16 h 16"/>
                <a:gd name="T8" fmla="*/ 27 w 27"/>
                <a:gd name="T9" fmla="*/ 12 h 16"/>
              </a:gdLst>
              <a:ahLst/>
              <a:cxnLst>
                <a:cxn ang="0">
                  <a:pos x="T0" y="T1"/>
                </a:cxn>
                <a:cxn ang="0">
                  <a:pos x="T2" y="T3"/>
                </a:cxn>
                <a:cxn ang="0">
                  <a:pos x="T4" y="T5"/>
                </a:cxn>
                <a:cxn ang="0">
                  <a:pos x="T6" y="T7"/>
                </a:cxn>
                <a:cxn ang="0">
                  <a:pos x="T8" y="T9"/>
                </a:cxn>
              </a:cxnLst>
              <a:rect l="0" t="0" r="r" b="b"/>
              <a:pathLst>
                <a:path w="27" h="16">
                  <a:moveTo>
                    <a:pt x="27" y="12"/>
                  </a:moveTo>
                  <a:lnTo>
                    <a:pt x="2" y="0"/>
                  </a:lnTo>
                  <a:lnTo>
                    <a:pt x="0" y="2"/>
                  </a:lnTo>
                  <a:lnTo>
                    <a:pt x="25" y="16"/>
                  </a:lnTo>
                  <a:lnTo>
                    <a:pt x="27"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296"/>
            <p:cNvSpPr>
              <a:spLocks/>
            </p:cNvSpPr>
            <p:nvPr/>
          </p:nvSpPr>
          <p:spPr bwMode="auto">
            <a:xfrm>
              <a:off x="2339975" y="1665288"/>
              <a:ext cx="42863" cy="23812"/>
            </a:xfrm>
            <a:custGeom>
              <a:avLst/>
              <a:gdLst>
                <a:gd name="T0" fmla="*/ 2 w 27"/>
                <a:gd name="T1" fmla="*/ 15 h 15"/>
                <a:gd name="T2" fmla="*/ 27 w 27"/>
                <a:gd name="T3" fmla="*/ 2 h 15"/>
                <a:gd name="T4" fmla="*/ 25 w 27"/>
                <a:gd name="T5" fmla="*/ 0 h 15"/>
                <a:gd name="T6" fmla="*/ 0 w 27"/>
                <a:gd name="T7" fmla="*/ 12 h 15"/>
                <a:gd name="T8" fmla="*/ 2 w 27"/>
                <a:gd name="T9" fmla="*/ 15 h 15"/>
              </a:gdLst>
              <a:ahLst/>
              <a:cxnLst>
                <a:cxn ang="0">
                  <a:pos x="T0" y="T1"/>
                </a:cxn>
                <a:cxn ang="0">
                  <a:pos x="T2" y="T3"/>
                </a:cxn>
                <a:cxn ang="0">
                  <a:pos x="T4" y="T5"/>
                </a:cxn>
                <a:cxn ang="0">
                  <a:pos x="T6" y="T7"/>
                </a:cxn>
                <a:cxn ang="0">
                  <a:pos x="T8" y="T9"/>
                </a:cxn>
              </a:cxnLst>
              <a:rect l="0" t="0" r="r" b="b"/>
              <a:pathLst>
                <a:path w="27" h="15">
                  <a:moveTo>
                    <a:pt x="2" y="15"/>
                  </a:moveTo>
                  <a:lnTo>
                    <a:pt x="27" y="2"/>
                  </a:lnTo>
                  <a:lnTo>
                    <a:pt x="25" y="0"/>
                  </a:lnTo>
                  <a:lnTo>
                    <a:pt x="0" y="12"/>
                  </a:lnTo>
                  <a:lnTo>
                    <a:pt x="2"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37" name="组合 236"/>
          <p:cNvGrpSpPr/>
          <p:nvPr/>
        </p:nvGrpSpPr>
        <p:grpSpPr>
          <a:xfrm>
            <a:off x="1714500" y="3035300"/>
            <a:ext cx="960438" cy="1225550"/>
            <a:chOff x="1714500" y="3035300"/>
            <a:chExt cx="960438" cy="1225550"/>
          </a:xfrm>
          <a:solidFill>
            <a:schemeClr val="tx1">
              <a:lumMod val="65000"/>
              <a:lumOff val="35000"/>
            </a:schemeClr>
          </a:solidFill>
        </p:grpSpPr>
        <p:sp>
          <p:nvSpPr>
            <p:cNvPr id="238" name="Freeform 297"/>
            <p:cNvSpPr>
              <a:spLocks/>
            </p:cNvSpPr>
            <p:nvPr/>
          </p:nvSpPr>
          <p:spPr bwMode="auto">
            <a:xfrm>
              <a:off x="1917700" y="4113213"/>
              <a:ext cx="82550" cy="22225"/>
            </a:xfrm>
            <a:custGeom>
              <a:avLst/>
              <a:gdLst>
                <a:gd name="T0" fmla="*/ 0 w 64"/>
                <a:gd name="T1" fmla="*/ 0 h 17"/>
                <a:gd name="T2" fmla="*/ 6 w 64"/>
                <a:gd name="T3" fmla="*/ 17 h 17"/>
                <a:gd name="T4" fmla="*/ 58 w 64"/>
                <a:gd name="T5" fmla="*/ 17 h 17"/>
                <a:gd name="T6" fmla="*/ 64 w 64"/>
                <a:gd name="T7" fmla="*/ 0 h 17"/>
                <a:gd name="T8" fmla="*/ 0 w 64"/>
                <a:gd name="T9" fmla="*/ 0 h 17"/>
              </a:gdLst>
              <a:ahLst/>
              <a:cxnLst>
                <a:cxn ang="0">
                  <a:pos x="T0" y="T1"/>
                </a:cxn>
                <a:cxn ang="0">
                  <a:pos x="T2" y="T3"/>
                </a:cxn>
                <a:cxn ang="0">
                  <a:pos x="T4" y="T5"/>
                </a:cxn>
                <a:cxn ang="0">
                  <a:pos x="T6" y="T7"/>
                </a:cxn>
                <a:cxn ang="0">
                  <a:pos x="T8" y="T9"/>
                </a:cxn>
              </a:cxnLst>
              <a:rect l="0" t="0" r="r" b="b"/>
              <a:pathLst>
                <a:path w="64" h="17">
                  <a:moveTo>
                    <a:pt x="0" y="0"/>
                  </a:moveTo>
                  <a:cubicBezTo>
                    <a:pt x="2" y="5"/>
                    <a:pt x="4" y="11"/>
                    <a:pt x="6" y="17"/>
                  </a:cubicBezTo>
                  <a:cubicBezTo>
                    <a:pt x="58" y="17"/>
                    <a:pt x="58" y="17"/>
                    <a:pt x="58" y="17"/>
                  </a:cubicBezTo>
                  <a:cubicBezTo>
                    <a:pt x="60" y="11"/>
                    <a:pt x="62" y="5"/>
                    <a:pt x="64"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298"/>
            <p:cNvSpPr>
              <a:spLocks/>
            </p:cNvSpPr>
            <p:nvPr/>
          </p:nvSpPr>
          <p:spPr bwMode="auto">
            <a:xfrm>
              <a:off x="1876425" y="3887788"/>
              <a:ext cx="165100" cy="125412"/>
            </a:xfrm>
            <a:custGeom>
              <a:avLst/>
              <a:gdLst>
                <a:gd name="T0" fmla="*/ 115 w 128"/>
                <a:gd name="T1" fmla="*/ 40 h 96"/>
                <a:gd name="T2" fmla="*/ 118 w 128"/>
                <a:gd name="T3" fmla="*/ 96 h 96"/>
                <a:gd name="T4" fmla="*/ 128 w 128"/>
                <a:gd name="T5" fmla="*/ 23 h 96"/>
                <a:gd name="T6" fmla="*/ 126 w 128"/>
                <a:gd name="T7" fmla="*/ 0 h 96"/>
                <a:gd name="T8" fmla="*/ 2 w 128"/>
                <a:gd name="T9" fmla="*/ 0 h 96"/>
                <a:gd name="T10" fmla="*/ 0 w 128"/>
                <a:gd name="T11" fmla="*/ 22 h 96"/>
                <a:gd name="T12" fmla="*/ 10 w 128"/>
                <a:gd name="T13" fmla="*/ 96 h 96"/>
                <a:gd name="T14" fmla="*/ 13 w 128"/>
                <a:gd name="T15" fmla="*/ 40 h 96"/>
                <a:gd name="T16" fmla="*/ 115 w 128"/>
                <a:gd name="T17" fmla="*/ 4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96">
                  <a:moveTo>
                    <a:pt x="115" y="40"/>
                  </a:moveTo>
                  <a:cubicBezTo>
                    <a:pt x="118" y="96"/>
                    <a:pt x="118" y="96"/>
                    <a:pt x="118" y="96"/>
                  </a:cubicBezTo>
                  <a:cubicBezTo>
                    <a:pt x="126" y="59"/>
                    <a:pt x="128" y="36"/>
                    <a:pt x="128" y="23"/>
                  </a:cubicBezTo>
                  <a:cubicBezTo>
                    <a:pt x="128" y="13"/>
                    <a:pt x="127" y="5"/>
                    <a:pt x="126" y="0"/>
                  </a:cubicBezTo>
                  <a:cubicBezTo>
                    <a:pt x="2" y="0"/>
                    <a:pt x="2" y="0"/>
                    <a:pt x="2" y="0"/>
                  </a:cubicBezTo>
                  <a:cubicBezTo>
                    <a:pt x="1" y="5"/>
                    <a:pt x="0" y="12"/>
                    <a:pt x="0" y="22"/>
                  </a:cubicBezTo>
                  <a:cubicBezTo>
                    <a:pt x="0" y="36"/>
                    <a:pt x="2" y="59"/>
                    <a:pt x="10" y="96"/>
                  </a:cubicBezTo>
                  <a:cubicBezTo>
                    <a:pt x="13" y="40"/>
                    <a:pt x="13" y="40"/>
                    <a:pt x="13" y="40"/>
                  </a:cubicBezTo>
                  <a:lnTo>
                    <a:pt x="115"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299"/>
            <p:cNvSpPr>
              <a:spLocks/>
            </p:cNvSpPr>
            <p:nvPr/>
          </p:nvSpPr>
          <p:spPr bwMode="auto">
            <a:xfrm>
              <a:off x="1884363" y="3856038"/>
              <a:ext cx="149225" cy="15875"/>
            </a:xfrm>
            <a:custGeom>
              <a:avLst/>
              <a:gdLst>
                <a:gd name="T0" fmla="*/ 107 w 114"/>
                <a:gd name="T1" fmla="*/ 6 h 12"/>
                <a:gd name="T2" fmla="*/ 92 w 114"/>
                <a:gd name="T3" fmla="*/ 2 h 12"/>
                <a:gd name="T4" fmla="*/ 58 w 114"/>
                <a:gd name="T5" fmla="*/ 0 h 12"/>
                <a:gd name="T6" fmla="*/ 57 w 114"/>
                <a:gd name="T7" fmla="*/ 0 h 12"/>
                <a:gd name="T8" fmla="*/ 56 w 114"/>
                <a:gd name="T9" fmla="*/ 0 h 12"/>
                <a:gd name="T10" fmla="*/ 18 w 114"/>
                <a:gd name="T11" fmla="*/ 2 h 12"/>
                <a:gd name="T12" fmla="*/ 2 w 114"/>
                <a:gd name="T13" fmla="*/ 9 h 12"/>
                <a:gd name="T14" fmla="*/ 0 w 114"/>
                <a:gd name="T15" fmla="*/ 12 h 12"/>
                <a:gd name="T16" fmla="*/ 114 w 114"/>
                <a:gd name="T17" fmla="*/ 12 h 12"/>
                <a:gd name="T18" fmla="*/ 107 w 114"/>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4" h="12">
                  <a:moveTo>
                    <a:pt x="107" y="6"/>
                  </a:moveTo>
                  <a:cubicBezTo>
                    <a:pt x="105" y="5"/>
                    <a:pt x="101" y="3"/>
                    <a:pt x="92" y="2"/>
                  </a:cubicBezTo>
                  <a:cubicBezTo>
                    <a:pt x="84" y="0"/>
                    <a:pt x="72" y="0"/>
                    <a:pt x="58" y="0"/>
                  </a:cubicBezTo>
                  <a:cubicBezTo>
                    <a:pt x="57" y="0"/>
                    <a:pt x="57" y="0"/>
                    <a:pt x="57" y="0"/>
                  </a:cubicBezTo>
                  <a:cubicBezTo>
                    <a:pt x="56" y="0"/>
                    <a:pt x="56" y="0"/>
                    <a:pt x="56" y="0"/>
                  </a:cubicBezTo>
                  <a:cubicBezTo>
                    <a:pt x="40" y="0"/>
                    <a:pt x="27" y="1"/>
                    <a:pt x="18" y="2"/>
                  </a:cubicBezTo>
                  <a:cubicBezTo>
                    <a:pt x="9" y="4"/>
                    <a:pt x="4" y="7"/>
                    <a:pt x="2" y="9"/>
                  </a:cubicBezTo>
                  <a:cubicBezTo>
                    <a:pt x="1" y="9"/>
                    <a:pt x="1" y="10"/>
                    <a:pt x="0" y="12"/>
                  </a:cubicBezTo>
                  <a:cubicBezTo>
                    <a:pt x="114" y="12"/>
                    <a:pt x="114" y="12"/>
                    <a:pt x="114" y="12"/>
                  </a:cubicBezTo>
                  <a:cubicBezTo>
                    <a:pt x="112" y="9"/>
                    <a:pt x="111" y="8"/>
                    <a:pt x="107"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300"/>
            <p:cNvSpPr>
              <a:spLocks/>
            </p:cNvSpPr>
            <p:nvPr/>
          </p:nvSpPr>
          <p:spPr bwMode="auto">
            <a:xfrm>
              <a:off x="1714500" y="3349625"/>
              <a:ext cx="487363" cy="911225"/>
            </a:xfrm>
            <a:custGeom>
              <a:avLst/>
              <a:gdLst>
                <a:gd name="T0" fmla="*/ 293 w 377"/>
                <a:gd name="T1" fmla="*/ 9 h 703"/>
                <a:gd name="T2" fmla="*/ 275 w 377"/>
                <a:gd name="T3" fmla="*/ 10 h 703"/>
                <a:gd name="T4" fmla="*/ 245 w 377"/>
                <a:gd name="T5" fmla="*/ 51 h 703"/>
                <a:gd name="T6" fmla="*/ 112 w 377"/>
                <a:gd name="T7" fmla="*/ 68 h 703"/>
                <a:gd name="T8" fmla="*/ 84 w 377"/>
                <a:gd name="T9" fmla="*/ 75 h 703"/>
                <a:gd name="T10" fmla="*/ 14 w 377"/>
                <a:gd name="T11" fmla="*/ 157 h 703"/>
                <a:gd name="T12" fmla="*/ 1 w 377"/>
                <a:gd name="T13" fmla="*/ 225 h 703"/>
                <a:gd name="T14" fmla="*/ 97 w 377"/>
                <a:gd name="T15" fmla="*/ 362 h 703"/>
                <a:gd name="T16" fmla="*/ 142 w 377"/>
                <a:gd name="T17" fmla="*/ 354 h 703"/>
                <a:gd name="T18" fmla="*/ 77 w 377"/>
                <a:gd name="T19" fmla="*/ 257 h 703"/>
                <a:gd name="T20" fmla="*/ 64 w 377"/>
                <a:gd name="T21" fmla="*/ 216 h 703"/>
                <a:gd name="T22" fmla="*/ 81 w 377"/>
                <a:gd name="T23" fmla="*/ 247 h 703"/>
                <a:gd name="T24" fmla="*/ 137 w 377"/>
                <a:gd name="T25" fmla="*/ 303 h 703"/>
                <a:gd name="T26" fmla="*/ 115 w 377"/>
                <a:gd name="T27" fmla="*/ 376 h 703"/>
                <a:gd name="T28" fmla="*/ 46 w 377"/>
                <a:gd name="T29" fmla="*/ 331 h 703"/>
                <a:gd name="T30" fmla="*/ 33 w 377"/>
                <a:gd name="T31" fmla="*/ 350 h 703"/>
                <a:gd name="T32" fmla="*/ 64 w 377"/>
                <a:gd name="T33" fmla="*/ 662 h 703"/>
                <a:gd name="T34" fmla="*/ 162 w 377"/>
                <a:gd name="T35" fmla="*/ 627 h 703"/>
                <a:gd name="T36" fmla="*/ 123 w 377"/>
                <a:gd name="T37" fmla="*/ 402 h 703"/>
                <a:gd name="T38" fmla="*/ 148 w 377"/>
                <a:gd name="T39" fmla="*/ 386 h 703"/>
                <a:gd name="T40" fmla="*/ 226 w 377"/>
                <a:gd name="T41" fmla="*/ 385 h 703"/>
                <a:gd name="T42" fmla="*/ 254 w 377"/>
                <a:gd name="T43" fmla="*/ 400 h 703"/>
                <a:gd name="T44" fmla="*/ 216 w 377"/>
                <a:gd name="T45" fmla="*/ 627 h 703"/>
                <a:gd name="T46" fmla="*/ 265 w 377"/>
                <a:gd name="T47" fmla="*/ 696 h 703"/>
                <a:gd name="T48" fmla="*/ 314 w 377"/>
                <a:gd name="T49" fmla="*/ 662 h 703"/>
                <a:gd name="T50" fmla="*/ 349 w 377"/>
                <a:gd name="T51" fmla="*/ 359 h 703"/>
                <a:gd name="T52" fmla="*/ 332 w 377"/>
                <a:gd name="T53" fmla="*/ 331 h 703"/>
                <a:gd name="T54" fmla="*/ 263 w 377"/>
                <a:gd name="T55" fmla="*/ 376 h 703"/>
                <a:gd name="T56" fmla="*/ 240 w 377"/>
                <a:gd name="T57" fmla="*/ 303 h 703"/>
                <a:gd name="T58" fmla="*/ 297 w 377"/>
                <a:gd name="T59" fmla="*/ 247 h 703"/>
                <a:gd name="T60" fmla="*/ 313 w 377"/>
                <a:gd name="T61" fmla="*/ 216 h 703"/>
                <a:gd name="T62" fmla="*/ 301 w 377"/>
                <a:gd name="T63" fmla="*/ 257 h 703"/>
                <a:gd name="T64" fmla="*/ 236 w 377"/>
                <a:gd name="T65" fmla="*/ 354 h 703"/>
                <a:gd name="T66" fmla="*/ 281 w 377"/>
                <a:gd name="T67" fmla="*/ 362 h 703"/>
                <a:gd name="T68" fmla="*/ 377 w 377"/>
                <a:gd name="T69" fmla="*/ 225 h 703"/>
                <a:gd name="T70" fmla="*/ 364 w 377"/>
                <a:gd name="T71" fmla="*/ 157 h 703"/>
                <a:gd name="T72" fmla="*/ 329 w 377"/>
                <a:gd name="T73" fmla="*/ 106 h 703"/>
                <a:gd name="T74" fmla="*/ 300 w 377"/>
                <a:gd name="T75" fmla="*/ 16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77" h="703">
                  <a:moveTo>
                    <a:pt x="300" y="16"/>
                  </a:moveTo>
                  <a:cubicBezTo>
                    <a:pt x="297" y="14"/>
                    <a:pt x="295" y="11"/>
                    <a:pt x="293" y="9"/>
                  </a:cubicBezTo>
                  <a:cubicBezTo>
                    <a:pt x="289" y="5"/>
                    <a:pt x="285" y="2"/>
                    <a:pt x="281" y="0"/>
                  </a:cubicBezTo>
                  <a:cubicBezTo>
                    <a:pt x="279" y="4"/>
                    <a:pt x="278" y="7"/>
                    <a:pt x="275" y="10"/>
                  </a:cubicBezTo>
                  <a:cubicBezTo>
                    <a:pt x="267" y="25"/>
                    <a:pt x="254" y="36"/>
                    <a:pt x="240" y="44"/>
                  </a:cubicBezTo>
                  <a:cubicBezTo>
                    <a:pt x="241" y="47"/>
                    <a:pt x="243" y="49"/>
                    <a:pt x="245" y="51"/>
                  </a:cubicBezTo>
                  <a:cubicBezTo>
                    <a:pt x="250" y="57"/>
                    <a:pt x="255" y="62"/>
                    <a:pt x="261" y="68"/>
                  </a:cubicBezTo>
                  <a:cubicBezTo>
                    <a:pt x="112" y="68"/>
                    <a:pt x="112" y="68"/>
                    <a:pt x="112" y="68"/>
                  </a:cubicBezTo>
                  <a:cubicBezTo>
                    <a:pt x="108" y="68"/>
                    <a:pt x="104" y="68"/>
                    <a:pt x="101" y="69"/>
                  </a:cubicBezTo>
                  <a:cubicBezTo>
                    <a:pt x="95" y="70"/>
                    <a:pt x="89" y="71"/>
                    <a:pt x="84" y="75"/>
                  </a:cubicBezTo>
                  <a:cubicBezTo>
                    <a:pt x="83" y="76"/>
                    <a:pt x="72" y="84"/>
                    <a:pt x="58" y="97"/>
                  </a:cubicBezTo>
                  <a:cubicBezTo>
                    <a:pt x="44" y="111"/>
                    <a:pt x="27" y="131"/>
                    <a:pt x="14" y="157"/>
                  </a:cubicBezTo>
                  <a:cubicBezTo>
                    <a:pt x="6" y="174"/>
                    <a:pt x="0" y="194"/>
                    <a:pt x="0" y="216"/>
                  </a:cubicBezTo>
                  <a:cubicBezTo>
                    <a:pt x="0" y="219"/>
                    <a:pt x="1" y="222"/>
                    <a:pt x="1" y="225"/>
                  </a:cubicBezTo>
                  <a:cubicBezTo>
                    <a:pt x="2" y="246"/>
                    <a:pt x="9" y="269"/>
                    <a:pt x="23" y="291"/>
                  </a:cubicBezTo>
                  <a:cubicBezTo>
                    <a:pt x="39" y="316"/>
                    <a:pt x="63" y="340"/>
                    <a:pt x="97" y="362"/>
                  </a:cubicBezTo>
                  <a:cubicBezTo>
                    <a:pt x="103" y="366"/>
                    <a:pt x="109" y="368"/>
                    <a:pt x="115" y="368"/>
                  </a:cubicBezTo>
                  <a:cubicBezTo>
                    <a:pt x="125" y="368"/>
                    <a:pt x="135" y="363"/>
                    <a:pt x="142" y="354"/>
                  </a:cubicBezTo>
                  <a:cubicBezTo>
                    <a:pt x="152" y="339"/>
                    <a:pt x="148" y="319"/>
                    <a:pt x="133" y="309"/>
                  </a:cubicBezTo>
                  <a:cubicBezTo>
                    <a:pt x="104" y="290"/>
                    <a:pt x="87" y="272"/>
                    <a:pt x="77" y="257"/>
                  </a:cubicBezTo>
                  <a:cubicBezTo>
                    <a:pt x="70" y="245"/>
                    <a:pt x="66" y="234"/>
                    <a:pt x="65" y="225"/>
                  </a:cubicBezTo>
                  <a:cubicBezTo>
                    <a:pt x="65" y="222"/>
                    <a:pt x="64" y="219"/>
                    <a:pt x="64" y="216"/>
                  </a:cubicBezTo>
                  <a:cubicBezTo>
                    <a:pt x="64" y="200"/>
                    <a:pt x="71" y="184"/>
                    <a:pt x="81" y="169"/>
                  </a:cubicBezTo>
                  <a:cubicBezTo>
                    <a:pt x="81" y="247"/>
                    <a:pt x="81" y="247"/>
                    <a:pt x="81" y="247"/>
                  </a:cubicBezTo>
                  <a:cubicBezTo>
                    <a:pt x="82" y="248"/>
                    <a:pt x="83" y="250"/>
                    <a:pt x="84" y="252"/>
                  </a:cubicBezTo>
                  <a:cubicBezTo>
                    <a:pt x="95" y="269"/>
                    <a:pt x="113" y="286"/>
                    <a:pt x="137" y="303"/>
                  </a:cubicBezTo>
                  <a:cubicBezTo>
                    <a:pt x="156" y="315"/>
                    <a:pt x="161" y="340"/>
                    <a:pt x="148" y="358"/>
                  </a:cubicBezTo>
                  <a:cubicBezTo>
                    <a:pt x="141" y="369"/>
                    <a:pt x="128" y="376"/>
                    <a:pt x="115" y="376"/>
                  </a:cubicBezTo>
                  <a:cubicBezTo>
                    <a:pt x="107" y="376"/>
                    <a:pt x="99" y="373"/>
                    <a:pt x="93" y="369"/>
                  </a:cubicBezTo>
                  <a:cubicBezTo>
                    <a:pt x="74" y="357"/>
                    <a:pt x="59" y="344"/>
                    <a:pt x="46" y="331"/>
                  </a:cubicBezTo>
                  <a:cubicBezTo>
                    <a:pt x="42" y="336"/>
                    <a:pt x="38" y="341"/>
                    <a:pt x="35" y="347"/>
                  </a:cubicBezTo>
                  <a:cubicBezTo>
                    <a:pt x="34" y="348"/>
                    <a:pt x="33" y="349"/>
                    <a:pt x="33" y="350"/>
                  </a:cubicBezTo>
                  <a:cubicBezTo>
                    <a:pt x="19" y="376"/>
                    <a:pt x="13" y="405"/>
                    <a:pt x="13" y="438"/>
                  </a:cubicBezTo>
                  <a:cubicBezTo>
                    <a:pt x="13" y="495"/>
                    <a:pt x="29" y="565"/>
                    <a:pt x="64" y="662"/>
                  </a:cubicBezTo>
                  <a:cubicBezTo>
                    <a:pt x="74" y="689"/>
                    <a:pt x="104" y="703"/>
                    <a:pt x="131" y="693"/>
                  </a:cubicBezTo>
                  <a:cubicBezTo>
                    <a:pt x="158" y="683"/>
                    <a:pt x="172" y="654"/>
                    <a:pt x="162" y="627"/>
                  </a:cubicBezTo>
                  <a:cubicBezTo>
                    <a:pt x="129" y="536"/>
                    <a:pt x="117" y="475"/>
                    <a:pt x="117" y="438"/>
                  </a:cubicBezTo>
                  <a:cubicBezTo>
                    <a:pt x="117" y="419"/>
                    <a:pt x="120" y="408"/>
                    <a:pt x="123" y="402"/>
                  </a:cubicBezTo>
                  <a:cubicBezTo>
                    <a:pt x="125" y="397"/>
                    <a:pt x="127" y="396"/>
                    <a:pt x="129" y="394"/>
                  </a:cubicBezTo>
                  <a:cubicBezTo>
                    <a:pt x="132" y="391"/>
                    <a:pt x="138" y="388"/>
                    <a:pt x="148" y="386"/>
                  </a:cubicBezTo>
                  <a:cubicBezTo>
                    <a:pt x="159" y="383"/>
                    <a:pt x="173" y="382"/>
                    <a:pt x="189" y="383"/>
                  </a:cubicBezTo>
                  <a:cubicBezTo>
                    <a:pt x="203" y="382"/>
                    <a:pt x="216" y="383"/>
                    <a:pt x="226" y="385"/>
                  </a:cubicBezTo>
                  <a:cubicBezTo>
                    <a:pt x="233" y="386"/>
                    <a:pt x="239" y="388"/>
                    <a:pt x="243" y="390"/>
                  </a:cubicBezTo>
                  <a:cubicBezTo>
                    <a:pt x="249" y="393"/>
                    <a:pt x="251" y="395"/>
                    <a:pt x="254" y="400"/>
                  </a:cubicBezTo>
                  <a:cubicBezTo>
                    <a:pt x="257" y="405"/>
                    <a:pt x="261" y="417"/>
                    <a:pt x="261" y="438"/>
                  </a:cubicBezTo>
                  <a:cubicBezTo>
                    <a:pt x="261" y="475"/>
                    <a:pt x="249" y="536"/>
                    <a:pt x="216" y="627"/>
                  </a:cubicBezTo>
                  <a:cubicBezTo>
                    <a:pt x="206" y="654"/>
                    <a:pt x="220" y="683"/>
                    <a:pt x="247" y="693"/>
                  </a:cubicBezTo>
                  <a:cubicBezTo>
                    <a:pt x="253" y="695"/>
                    <a:pt x="259" y="696"/>
                    <a:pt x="265" y="696"/>
                  </a:cubicBezTo>
                  <a:cubicBezTo>
                    <a:pt x="286" y="696"/>
                    <a:pt x="306" y="683"/>
                    <a:pt x="314" y="662"/>
                  </a:cubicBezTo>
                  <a:cubicBezTo>
                    <a:pt x="314" y="662"/>
                    <a:pt x="314" y="662"/>
                    <a:pt x="314" y="662"/>
                  </a:cubicBezTo>
                  <a:cubicBezTo>
                    <a:pt x="349" y="565"/>
                    <a:pt x="364" y="495"/>
                    <a:pt x="365" y="438"/>
                  </a:cubicBezTo>
                  <a:cubicBezTo>
                    <a:pt x="365" y="409"/>
                    <a:pt x="360" y="382"/>
                    <a:pt x="349" y="359"/>
                  </a:cubicBezTo>
                  <a:cubicBezTo>
                    <a:pt x="349" y="358"/>
                    <a:pt x="348" y="356"/>
                    <a:pt x="348" y="355"/>
                  </a:cubicBezTo>
                  <a:cubicBezTo>
                    <a:pt x="343" y="346"/>
                    <a:pt x="338" y="338"/>
                    <a:pt x="332" y="331"/>
                  </a:cubicBezTo>
                  <a:cubicBezTo>
                    <a:pt x="319" y="344"/>
                    <a:pt x="303" y="357"/>
                    <a:pt x="285" y="369"/>
                  </a:cubicBezTo>
                  <a:cubicBezTo>
                    <a:pt x="278" y="373"/>
                    <a:pt x="271" y="376"/>
                    <a:pt x="263" y="376"/>
                  </a:cubicBezTo>
                  <a:cubicBezTo>
                    <a:pt x="249" y="376"/>
                    <a:pt x="237" y="369"/>
                    <a:pt x="230" y="358"/>
                  </a:cubicBezTo>
                  <a:cubicBezTo>
                    <a:pt x="217" y="340"/>
                    <a:pt x="222" y="315"/>
                    <a:pt x="240" y="303"/>
                  </a:cubicBezTo>
                  <a:cubicBezTo>
                    <a:pt x="265" y="286"/>
                    <a:pt x="283" y="269"/>
                    <a:pt x="294" y="252"/>
                  </a:cubicBezTo>
                  <a:cubicBezTo>
                    <a:pt x="295" y="250"/>
                    <a:pt x="296" y="248"/>
                    <a:pt x="297" y="247"/>
                  </a:cubicBezTo>
                  <a:cubicBezTo>
                    <a:pt x="297" y="169"/>
                    <a:pt x="297" y="169"/>
                    <a:pt x="297" y="169"/>
                  </a:cubicBezTo>
                  <a:cubicBezTo>
                    <a:pt x="307" y="184"/>
                    <a:pt x="314" y="200"/>
                    <a:pt x="313" y="216"/>
                  </a:cubicBezTo>
                  <a:cubicBezTo>
                    <a:pt x="313" y="219"/>
                    <a:pt x="313" y="222"/>
                    <a:pt x="313" y="225"/>
                  </a:cubicBezTo>
                  <a:cubicBezTo>
                    <a:pt x="312" y="234"/>
                    <a:pt x="308" y="245"/>
                    <a:pt x="301" y="257"/>
                  </a:cubicBezTo>
                  <a:cubicBezTo>
                    <a:pt x="291" y="272"/>
                    <a:pt x="273" y="290"/>
                    <a:pt x="245" y="309"/>
                  </a:cubicBezTo>
                  <a:cubicBezTo>
                    <a:pt x="230" y="319"/>
                    <a:pt x="226" y="339"/>
                    <a:pt x="236" y="354"/>
                  </a:cubicBezTo>
                  <a:cubicBezTo>
                    <a:pt x="242" y="363"/>
                    <a:pt x="252" y="368"/>
                    <a:pt x="263" y="368"/>
                  </a:cubicBezTo>
                  <a:cubicBezTo>
                    <a:pt x="269" y="368"/>
                    <a:pt x="275" y="366"/>
                    <a:pt x="281" y="362"/>
                  </a:cubicBezTo>
                  <a:cubicBezTo>
                    <a:pt x="314" y="340"/>
                    <a:pt x="339" y="316"/>
                    <a:pt x="354" y="291"/>
                  </a:cubicBezTo>
                  <a:cubicBezTo>
                    <a:pt x="369" y="269"/>
                    <a:pt x="376" y="246"/>
                    <a:pt x="377" y="225"/>
                  </a:cubicBezTo>
                  <a:cubicBezTo>
                    <a:pt x="377" y="222"/>
                    <a:pt x="377" y="219"/>
                    <a:pt x="377" y="216"/>
                  </a:cubicBezTo>
                  <a:cubicBezTo>
                    <a:pt x="377" y="194"/>
                    <a:pt x="372" y="174"/>
                    <a:pt x="364" y="157"/>
                  </a:cubicBezTo>
                  <a:cubicBezTo>
                    <a:pt x="354" y="136"/>
                    <a:pt x="341" y="119"/>
                    <a:pt x="329" y="106"/>
                  </a:cubicBezTo>
                  <a:cubicBezTo>
                    <a:pt x="329" y="106"/>
                    <a:pt x="329" y="106"/>
                    <a:pt x="329" y="106"/>
                  </a:cubicBezTo>
                  <a:cubicBezTo>
                    <a:pt x="318" y="95"/>
                    <a:pt x="307" y="81"/>
                    <a:pt x="297" y="66"/>
                  </a:cubicBezTo>
                  <a:cubicBezTo>
                    <a:pt x="286" y="50"/>
                    <a:pt x="288" y="30"/>
                    <a:pt x="300"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301"/>
            <p:cNvSpPr>
              <a:spLocks/>
            </p:cNvSpPr>
            <p:nvPr/>
          </p:nvSpPr>
          <p:spPr bwMode="auto">
            <a:xfrm>
              <a:off x="2166938" y="3035300"/>
              <a:ext cx="258763" cy="260350"/>
            </a:xfrm>
            <a:custGeom>
              <a:avLst/>
              <a:gdLst>
                <a:gd name="T0" fmla="*/ 76 w 200"/>
                <a:gd name="T1" fmla="*/ 14 h 200"/>
                <a:gd name="T2" fmla="*/ 14 w 200"/>
                <a:gd name="T3" fmla="*/ 125 h 200"/>
                <a:gd name="T4" fmla="*/ 125 w 200"/>
                <a:gd name="T5" fmla="*/ 187 h 200"/>
                <a:gd name="T6" fmla="*/ 187 w 200"/>
                <a:gd name="T7" fmla="*/ 76 h 200"/>
                <a:gd name="T8" fmla="*/ 76 w 200"/>
                <a:gd name="T9" fmla="*/ 14 h 200"/>
              </a:gdLst>
              <a:ahLst/>
              <a:cxnLst>
                <a:cxn ang="0">
                  <a:pos x="T0" y="T1"/>
                </a:cxn>
                <a:cxn ang="0">
                  <a:pos x="T2" y="T3"/>
                </a:cxn>
                <a:cxn ang="0">
                  <a:pos x="T4" y="T5"/>
                </a:cxn>
                <a:cxn ang="0">
                  <a:pos x="T6" y="T7"/>
                </a:cxn>
                <a:cxn ang="0">
                  <a:pos x="T8" y="T9"/>
                </a:cxn>
              </a:cxnLst>
              <a:rect l="0" t="0" r="r" b="b"/>
              <a:pathLst>
                <a:path w="200" h="200">
                  <a:moveTo>
                    <a:pt x="76" y="14"/>
                  </a:moveTo>
                  <a:cubicBezTo>
                    <a:pt x="28" y="27"/>
                    <a:pt x="0" y="77"/>
                    <a:pt x="14" y="125"/>
                  </a:cubicBezTo>
                  <a:cubicBezTo>
                    <a:pt x="27" y="172"/>
                    <a:pt x="77" y="200"/>
                    <a:pt x="125" y="187"/>
                  </a:cubicBezTo>
                  <a:cubicBezTo>
                    <a:pt x="173" y="173"/>
                    <a:pt x="200" y="123"/>
                    <a:pt x="187" y="76"/>
                  </a:cubicBezTo>
                  <a:cubicBezTo>
                    <a:pt x="173" y="28"/>
                    <a:pt x="124" y="0"/>
                    <a:pt x="76"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302"/>
            <p:cNvSpPr>
              <a:spLocks noEditPoints="1"/>
            </p:cNvSpPr>
            <p:nvPr/>
          </p:nvSpPr>
          <p:spPr bwMode="auto">
            <a:xfrm>
              <a:off x="2206625" y="3287713"/>
              <a:ext cx="468313" cy="957262"/>
            </a:xfrm>
            <a:custGeom>
              <a:avLst/>
              <a:gdLst>
                <a:gd name="T0" fmla="*/ 160 w 362"/>
                <a:gd name="T1" fmla="*/ 0 h 739"/>
                <a:gd name="T2" fmla="*/ 103 w 362"/>
                <a:gd name="T3" fmla="*/ 11 h 739"/>
                <a:gd name="T4" fmla="*/ 92 w 362"/>
                <a:gd name="T5" fmla="*/ 21 h 739"/>
                <a:gd name="T6" fmla="*/ 92 w 362"/>
                <a:gd name="T7" fmla="*/ 21 h 739"/>
                <a:gd name="T8" fmla="*/ 92 w 362"/>
                <a:gd name="T9" fmla="*/ 21 h 739"/>
                <a:gd name="T10" fmla="*/ 55 w 362"/>
                <a:gd name="T11" fmla="*/ 60 h 739"/>
                <a:gd name="T12" fmla="*/ 19 w 362"/>
                <a:gd name="T13" fmla="*/ 84 h 739"/>
                <a:gd name="T14" fmla="*/ 0 w 362"/>
                <a:gd name="T15" fmla="*/ 91 h 739"/>
                <a:gd name="T16" fmla="*/ 26 w 362"/>
                <a:gd name="T17" fmla="*/ 115 h 739"/>
                <a:gd name="T18" fmla="*/ 49 w 362"/>
                <a:gd name="T19" fmla="*/ 124 h 739"/>
                <a:gd name="T20" fmla="*/ 67 w 362"/>
                <a:gd name="T21" fmla="*/ 118 h 739"/>
                <a:gd name="T22" fmla="*/ 87 w 362"/>
                <a:gd name="T23" fmla="*/ 99 h 739"/>
                <a:gd name="T24" fmla="*/ 108 w 362"/>
                <a:gd name="T25" fmla="*/ 63 h 739"/>
                <a:gd name="T26" fmla="*/ 145 w 362"/>
                <a:gd name="T27" fmla="*/ 38 h 739"/>
                <a:gd name="T28" fmla="*/ 160 w 362"/>
                <a:gd name="T29" fmla="*/ 41 h 739"/>
                <a:gd name="T30" fmla="*/ 182 w 362"/>
                <a:gd name="T31" fmla="*/ 63 h 739"/>
                <a:gd name="T32" fmla="*/ 182 w 362"/>
                <a:gd name="T33" fmla="*/ 94 h 739"/>
                <a:gd name="T34" fmla="*/ 165 w 362"/>
                <a:gd name="T35" fmla="*/ 127 h 739"/>
                <a:gd name="T36" fmla="*/ 112 w 362"/>
                <a:gd name="T37" fmla="*/ 184 h 739"/>
                <a:gd name="T38" fmla="*/ 71 w 362"/>
                <a:gd name="T39" fmla="*/ 202 h 739"/>
                <a:gd name="T40" fmla="*/ 76 w 362"/>
                <a:gd name="T41" fmla="*/ 269 h 739"/>
                <a:gd name="T42" fmla="*/ 48 w 362"/>
                <a:gd name="T43" fmla="*/ 516 h 739"/>
                <a:gd name="T44" fmla="*/ 97 w 362"/>
                <a:gd name="T45" fmla="*/ 528 h 739"/>
                <a:gd name="T46" fmla="*/ 122 w 362"/>
                <a:gd name="T47" fmla="*/ 700 h 739"/>
                <a:gd name="T48" fmla="*/ 170 w 362"/>
                <a:gd name="T49" fmla="*/ 739 h 739"/>
                <a:gd name="T50" fmla="*/ 182 w 362"/>
                <a:gd name="T51" fmla="*/ 737 h 739"/>
                <a:gd name="T52" fmla="*/ 219 w 362"/>
                <a:gd name="T53" fmla="*/ 677 h 739"/>
                <a:gd name="T54" fmla="*/ 219 w 362"/>
                <a:gd name="T55" fmla="*/ 677 h 739"/>
                <a:gd name="T56" fmla="*/ 197 w 362"/>
                <a:gd name="T57" fmla="*/ 525 h 739"/>
                <a:gd name="T58" fmla="*/ 351 w 362"/>
                <a:gd name="T59" fmla="*/ 483 h 739"/>
                <a:gd name="T60" fmla="*/ 160 w 362"/>
                <a:gd name="T61" fmla="*/ 0 h 739"/>
                <a:gd name="T62" fmla="*/ 187 w 362"/>
                <a:gd name="T63" fmla="*/ 364 h 739"/>
                <a:gd name="T64" fmla="*/ 122 w 362"/>
                <a:gd name="T65" fmla="*/ 386 h 739"/>
                <a:gd name="T66" fmla="*/ 117 w 362"/>
                <a:gd name="T67" fmla="*/ 369 h 739"/>
                <a:gd name="T68" fmla="*/ 185 w 362"/>
                <a:gd name="T69" fmla="*/ 353 h 739"/>
                <a:gd name="T70" fmla="*/ 187 w 362"/>
                <a:gd name="T71" fmla="*/ 364 h 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62" h="739">
                  <a:moveTo>
                    <a:pt x="160" y="0"/>
                  </a:moveTo>
                  <a:cubicBezTo>
                    <a:pt x="119" y="0"/>
                    <a:pt x="111" y="4"/>
                    <a:pt x="103" y="11"/>
                  </a:cubicBezTo>
                  <a:cubicBezTo>
                    <a:pt x="99" y="13"/>
                    <a:pt x="95" y="16"/>
                    <a:pt x="92" y="21"/>
                  </a:cubicBezTo>
                  <a:cubicBezTo>
                    <a:pt x="92" y="21"/>
                    <a:pt x="92" y="21"/>
                    <a:pt x="92" y="21"/>
                  </a:cubicBezTo>
                  <a:cubicBezTo>
                    <a:pt x="92" y="21"/>
                    <a:pt x="92" y="21"/>
                    <a:pt x="92" y="21"/>
                  </a:cubicBezTo>
                  <a:cubicBezTo>
                    <a:pt x="91" y="22"/>
                    <a:pt x="76" y="42"/>
                    <a:pt x="55" y="60"/>
                  </a:cubicBezTo>
                  <a:cubicBezTo>
                    <a:pt x="44" y="69"/>
                    <a:pt x="31" y="78"/>
                    <a:pt x="19" y="84"/>
                  </a:cubicBezTo>
                  <a:cubicBezTo>
                    <a:pt x="12" y="87"/>
                    <a:pt x="6" y="90"/>
                    <a:pt x="0" y="91"/>
                  </a:cubicBezTo>
                  <a:cubicBezTo>
                    <a:pt x="11" y="104"/>
                    <a:pt x="20" y="111"/>
                    <a:pt x="26" y="115"/>
                  </a:cubicBezTo>
                  <a:cubicBezTo>
                    <a:pt x="38" y="123"/>
                    <a:pt x="45" y="124"/>
                    <a:pt x="49" y="124"/>
                  </a:cubicBezTo>
                  <a:cubicBezTo>
                    <a:pt x="55" y="124"/>
                    <a:pt x="60" y="122"/>
                    <a:pt x="67" y="118"/>
                  </a:cubicBezTo>
                  <a:cubicBezTo>
                    <a:pt x="73" y="114"/>
                    <a:pt x="80" y="107"/>
                    <a:pt x="87" y="99"/>
                  </a:cubicBezTo>
                  <a:cubicBezTo>
                    <a:pt x="100" y="82"/>
                    <a:pt x="108" y="64"/>
                    <a:pt x="108" y="63"/>
                  </a:cubicBezTo>
                  <a:cubicBezTo>
                    <a:pt x="114" y="48"/>
                    <a:pt x="129" y="38"/>
                    <a:pt x="145" y="38"/>
                  </a:cubicBezTo>
                  <a:cubicBezTo>
                    <a:pt x="150" y="38"/>
                    <a:pt x="155" y="39"/>
                    <a:pt x="160" y="41"/>
                  </a:cubicBezTo>
                  <a:cubicBezTo>
                    <a:pt x="170" y="45"/>
                    <a:pt x="178" y="53"/>
                    <a:pt x="182" y="63"/>
                  </a:cubicBezTo>
                  <a:cubicBezTo>
                    <a:pt x="186" y="73"/>
                    <a:pt x="186" y="84"/>
                    <a:pt x="182" y="94"/>
                  </a:cubicBezTo>
                  <a:cubicBezTo>
                    <a:pt x="180" y="97"/>
                    <a:pt x="175" y="110"/>
                    <a:pt x="165" y="127"/>
                  </a:cubicBezTo>
                  <a:cubicBezTo>
                    <a:pt x="155" y="143"/>
                    <a:pt x="138" y="166"/>
                    <a:pt x="112" y="184"/>
                  </a:cubicBezTo>
                  <a:cubicBezTo>
                    <a:pt x="103" y="191"/>
                    <a:pt x="89" y="198"/>
                    <a:pt x="71" y="202"/>
                  </a:cubicBezTo>
                  <a:cubicBezTo>
                    <a:pt x="73" y="228"/>
                    <a:pt x="75" y="251"/>
                    <a:pt x="76" y="269"/>
                  </a:cubicBezTo>
                  <a:cubicBezTo>
                    <a:pt x="82" y="335"/>
                    <a:pt x="23" y="485"/>
                    <a:pt x="48" y="516"/>
                  </a:cubicBezTo>
                  <a:cubicBezTo>
                    <a:pt x="53" y="523"/>
                    <a:pt x="72" y="527"/>
                    <a:pt x="97" y="528"/>
                  </a:cubicBezTo>
                  <a:cubicBezTo>
                    <a:pt x="100" y="578"/>
                    <a:pt x="107" y="635"/>
                    <a:pt x="122" y="700"/>
                  </a:cubicBezTo>
                  <a:cubicBezTo>
                    <a:pt x="127" y="723"/>
                    <a:pt x="148" y="739"/>
                    <a:pt x="170" y="739"/>
                  </a:cubicBezTo>
                  <a:cubicBezTo>
                    <a:pt x="174" y="739"/>
                    <a:pt x="178" y="738"/>
                    <a:pt x="182" y="737"/>
                  </a:cubicBezTo>
                  <a:cubicBezTo>
                    <a:pt x="209" y="731"/>
                    <a:pt x="225" y="704"/>
                    <a:pt x="219" y="677"/>
                  </a:cubicBezTo>
                  <a:cubicBezTo>
                    <a:pt x="219" y="677"/>
                    <a:pt x="219" y="677"/>
                    <a:pt x="219" y="677"/>
                  </a:cubicBezTo>
                  <a:cubicBezTo>
                    <a:pt x="206" y="618"/>
                    <a:pt x="199" y="568"/>
                    <a:pt x="197" y="525"/>
                  </a:cubicBezTo>
                  <a:cubicBezTo>
                    <a:pt x="274" y="518"/>
                    <a:pt x="350" y="501"/>
                    <a:pt x="351" y="483"/>
                  </a:cubicBezTo>
                  <a:cubicBezTo>
                    <a:pt x="362" y="259"/>
                    <a:pt x="279" y="0"/>
                    <a:pt x="160" y="0"/>
                  </a:cubicBezTo>
                  <a:close/>
                  <a:moveTo>
                    <a:pt x="187" y="364"/>
                  </a:moveTo>
                  <a:cubicBezTo>
                    <a:pt x="122" y="386"/>
                    <a:pt x="122" y="386"/>
                    <a:pt x="122" y="386"/>
                  </a:cubicBezTo>
                  <a:cubicBezTo>
                    <a:pt x="117" y="369"/>
                    <a:pt x="117" y="369"/>
                    <a:pt x="117" y="369"/>
                  </a:cubicBezTo>
                  <a:cubicBezTo>
                    <a:pt x="185" y="353"/>
                    <a:pt x="185" y="353"/>
                    <a:pt x="185" y="353"/>
                  </a:cubicBezTo>
                  <a:lnTo>
                    <a:pt x="187" y="3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303"/>
            <p:cNvSpPr>
              <a:spLocks/>
            </p:cNvSpPr>
            <p:nvPr/>
          </p:nvSpPr>
          <p:spPr bwMode="auto">
            <a:xfrm>
              <a:off x="2089150" y="3275013"/>
              <a:ext cx="79375" cy="79375"/>
            </a:xfrm>
            <a:custGeom>
              <a:avLst/>
              <a:gdLst>
                <a:gd name="T0" fmla="*/ 10 w 62"/>
                <a:gd name="T1" fmla="*/ 34 h 62"/>
                <a:gd name="T2" fmla="*/ 12 w 62"/>
                <a:gd name="T3" fmla="*/ 52 h 62"/>
                <a:gd name="T4" fmla="*/ 29 w 62"/>
                <a:gd name="T5" fmla="*/ 51 h 62"/>
                <a:gd name="T6" fmla="*/ 30 w 62"/>
                <a:gd name="T7" fmla="*/ 62 h 62"/>
                <a:gd name="T8" fmla="*/ 40 w 62"/>
                <a:gd name="T9" fmla="*/ 61 h 62"/>
                <a:gd name="T10" fmla="*/ 46 w 62"/>
                <a:gd name="T11" fmla="*/ 61 h 62"/>
                <a:gd name="T12" fmla="*/ 45 w 62"/>
                <a:gd name="T13" fmla="*/ 49 h 62"/>
                <a:gd name="T14" fmla="*/ 62 w 62"/>
                <a:gd name="T15" fmla="*/ 48 h 62"/>
                <a:gd name="T16" fmla="*/ 57 w 62"/>
                <a:gd name="T17" fmla="*/ 0 h 62"/>
                <a:gd name="T18" fmla="*/ 7 w 62"/>
                <a:gd name="T19" fmla="*/ 4 h 62"/>
                <a:gd name="T20" fmla="*/ 9 w 62"/>
                <a:gd name="T21" fmla="*/ 22 h 62"/>
                <a:gd name="T22" fmla="*/ 2 w 62"/>
                <a:gd name="T23" fmla="*/ 23 h 62"/>
                <a:gd name="T24" fmla="*/ 0 w 62"/>
                <a:gd name="T25" fmla="*/ 35 h 62"/>
                <a:gd name="T26" fmla="*/ 10 w 62"/>
                <a:gd name="T27" fmla="*/ 3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 h="62">
                  <a:moveTo>
                    <a:pt x="10" y="34"/>
                  </a:moveTo>
                  <a:cubicBezTo>
                    <a:pt x="12" y="52"/>
                    <a:pt x="12" y="52"/>
                    <a:pt x="12" y="52"/>
                  </a:cubicBezTo>
                  <a:cubicBezTo>
                    <a:pt x="29" y="51"/>
                    <a:pt x="29" y="51"/>
                    <a:pt x="29" y="51"/>
                  </a:cubicBezTo>
                  <a:cubicBezTo>
                    <a:pt x="30" y="62"/>
                    <a:pt x="30" y="62"/>
                    <a:pt x="30" y="62"/>
                  </a:cubicBezTo>
                  <a:cubicBezTo>
                    <a:pt x="33" y="62"/>
                    <a:pt x="37" y="61"/>
                    <a:pt x="40" y="61"/>
                  </a:cubicBezTo>
                  <a:cubicBezTo>
                    <a:pt x="42" y="61"/>
                    <a:pt x="44" y="61"/>
                    <a:pt x="46" y="61"/>
                  </a:cubicBezTo>
                  <a:cubicBezTo>
                    <a:pt x="45" y="49"/>
                    <a:pt x="45" y="49"/>
                    <a:pt x="45" y="49"/>
                  </a:cubicBezTo>
                  <a:cubicBezTo>
                    <a:pt x="62" y="48"/>
                    <a:pt x="62" y="48"/>
                    <a:pt x="62" y="48"/>
                  </a:cubicBezTo>
                  <a:cubicBezTo>
                    <a:pt x="57" y="0"/>
                    <a:pt x="57" y="0"/>
                    <a:pt x="57" y="0"/>
                  </a:cubicBezTo>
                  <a:cubicBezTo>
                    <a:pt x="7" y="4"/>
                    <a:pt x="7" y="4"/>
                    <a:pt x="7" y="4"/>
                  </a:cubicBezTo>
                  <a:cubicBezTo>
                    <a:pt x="9" y="22"/>
                    <a:pt x="9" y="22"/>
                    <a:pt x="9" y="22"/>
                  </a:cubicBezTo>
                  <a:cubicBezTo>
                    <a:pt x="2" y="23"/>
                    <a:pt x="2" y="23"/>
                    <a:pt x="2" y="23"/>
                  </a:cubicBezTo>
                  <a:cubicBezTo>
                    <a:pt x="1" y="27"/>
                    <a:pt x="1" y="31"/>
                    <a:pt x="0" y="35"/>
                  </a:cubicBezTo>
                  <a:lnTo>
                    <a:pt x="10"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304"/>
            <p:cNvSpPr>
              <a:spLocks/>
            </p:cNvSpPr>
            <p:nvPr/>
          </p:nvSpPr>
          <p:spPr bwMode="auto">
            <a:xfrm>
              <a:off x="2093913" y="3341688"/>
              <a:ext cx="347663" cy="200025"/>
            </a:xfrm>
            <a:custGeom>
              <a:avLst/>
              <a:gdLst>
                <a:gd name="T0" fmla="*/ 245 w 268"/>
                <a:gd name="T1" fmla="*/ 80 h 154"/>
                <a:gd name="T2" fmla="*/ 262 w 268"/>
                <a:gd name="T3" fmla="*/ 49 h 154"/>
                <a:gd name="T4" fmla="*/ 244 w 268"/>
                <a:gd name="T5" fmla="*/ 7 h 154"/>
                <a:gd name="T6" fmla="*/ 202 w 268"/>
                <a:gd name="T7" fmla="*/ 24 h 154"/>
                <a:gd name="T8" fmla="*/ 202 w 268"/>
                <a:gd name="T9" fmla="*/ 24 h 154"/>
                <a:gd name="T10" fmla="*/ 180 w 268"/>
                <a:gd name="T11" fmla="*/ 62 h 154"/>
                <a:gd name="T12" fmla="*/ 158 w 268"/>
                <a:gd name="T13" fmla="*/ 83 h 154"/>
                <a:gd name="T14" fmla="*/ 136 w 268"/>
                <a:gd name="T15" fmla="*/ 90 h 154"/>
                <a:gd name="T16" fmla="*/ 108 w 268"/>
                <a:gd name="T17" fmla="*/ 80 h 154"/>
                <a:gd name="T18" fmla="*/ 63 w 268"/>
                <a:gd name="T19" fmla="*/ 31 h 154"/>
                <a:gd name="T20" fmla="*/ 18 w 268"/>
                <a:gd name="T21" fmla="*/ 23 h 154"/>
                <a:gd name="T22" fmla="*/ 10 w 268"/>
                <a:gd name="T23" fmla="*/ 67 h 154"/>
                <a:gd name="T24" fmla="*/ 72 w 268"/>
                <a:gd name="T25" fmla="*/ 133 h 154"/>
                <a:gd name="T26" fmla="*/ 136 w 268"/>
                <a:gd name="T27" fmla="*/ 154 h 154"/>
                <a:gd name="T28" fmla="*/ 136 w 268"/>
                <a:gd name="T29" fmla="*/ 154 h 154"/>
                <a:gd name="T30" fmla="*/ 195 w 268"/>
                <a:gd name="T31" fmla="*/ 135 h 154"/>
                <a:gd name="T32" fmla="*/ 245 w 268"/>
                <a:gd name="T33" fmla="*/ 8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8" h="154">
                  <a:moveTo>
                    <a:pt x="245" y="80"/>
                  </a:moveTo>
                  <a:cubicBezTo>
                    <a:pt x="256" y="63"/>
                    <a:pt x="261" y="50"/>
                    <a:pt x="262" y="49"/>
                  </a:cubicBezTo>
                  <a:cubicBezTo>
                    <a:pt x="268" y="32"/>
                    <a:pt x="260" y="13"/>
                    <a:pt x="244" y="7"/>
                  </a:cubicBezTo>
                  <a:cubicBezTo>
                    <a:pt x="228" y="0"/>
                    <a:pt x="209" y="8"/>
                    <a:pt x="202" y="24"/>
                  </a:cubicBezTo>
                  <a:cubicBezTo>
                    <a:pt x="202" y="24"/>
                    <a:pt x="202" y="24"/>
                    <a:pt x="202" y="24"/>
                  </a:cubicBezTo>
                  <a:cubicBezTo>
                    <a:pt x="202" y="26"/>
                    <a:pt x="193" y="45"/>
                    <a:pt x="180" y="62"/>
                  </a:cubicBezTo>
                  <a:cubicBezTo>
                    <a:pt x="173" y="70"/>
                    <a:pt x="166" y="78"/>
                    <a:pt x="158" y="83"/>
                  </a:cubicBezTo>
                  <a:cubicBezTo>
                    <a:pt x="150" y="88"/>
                    <a:pt x="143" y="90"/>
                    <a:pt x="136" y="90"/>
                  </a:cubicBezTo>
                  <a:cubicBezTo>
                    <a:pt x="129" y="90"/>
                    <a:pt x="121" y="88"/>
                    <a:pt x="108" y="80"/>
                  </a:cubicBezTo>
                  <a:cubicBezTo>
                    <a:pt x="96" y="71"/>
                    <a:pt x="80" y="56"/>
                    <a:pt x="63" y="31"/>
                  </a:cubicBezTo>
                  <a:cubicBezTo>
                    <a:pt x="53" y="16"/>
                    <a:pt x="33" y="13"/>
                    <a:pt x="18" y="23"/>
                  </a:cubicBezTo>
                  <a:cubicBezTo>
                    <a:pt x="4" y="33"/>
                    <a:pt x="0" y="53"/>
                    <a:pt x="10" y="67"/>
                  </a:cubicBezTo>
                  <a:cubicBezTo>
                    <a:pt x="31" y="97"/>
                    <a:pt x="51" y="118"/>
                    <a:pt x="72" y="133"/>
                  </a:cubicBezTo>
                  <a:cubicBezTo>
                    <a:pt x="93" y="147"/>
                    <a:pt x="115" y="154"/>
                    <a:pt x="136" y="154"/>
                  </a:cubicBezTo>
                  <a:cubicBezTo>
                    <a:pt x="136" y="154"/>
                    <a:pt x="136" y="154"/>
                    <a:pt x="136" y="154"/>
                  </a:cubicBezTo>
                  <a:cubicBezTo>
                    <a:pt x="159" y="154"/>
                    <a:pt x="179" y="146"/>
                    <a:pt x="195" y="135"/>
                  </a:cubicBezTo>
                  <a:cubicBezTo>
                    <a:pt x="218" y="119"/>
                    <a:pt x="234" y="98"/>
                    <a:pt x="245"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Freeform 305"/>
            <p:cNvSpPr>
              <a:spLocks/>
            </p:cNvSpPr>
            <p:nvPr/>
          </p:nvSpPr>
          <p:spPr bwMode="auto">
            <a:xfrm>
              <a:off x="1825625" y="3159125"/>
              <a:ext cx="266700" cy="268287"/>
            </a:xfrm>
            <a:custGeom>
              <a:avLst/>
              <a:gdLst>
                <a:gd name="T0" fmla="*/ 194 w 206"/>
                <a:gd name="T1" fmla="*/ 82 h 207"/>
                <a:gd name="T2" fmla="*/ 82 w 206"/>
                <a:gd name="T3" fmla="*/ 12 h 207"/>
                <a:gd name="T4" fmla="*/ 11 w 206"/>
                <a:gd name="T5" fmla="*/ 125 h 207"/>
                <a:gd name="T6" fmla="*/ 124 w 206"/>
                <a:gd name="T7" fmla="*/ 195 h 207"/>
                <a:gd name="T8" fmla="*/ 194 w 206"/>
                <a:gd name="T9" fmla="*/ 82 h 207"/>
              </a:gdLst>
              <a:ahLst/>
              <a:cxnLst>
                <a:cxn ang="0">
                  <a:pos x="T0" y="T1"/>
                </a:cxn>
                <a:cxn ang="0">
                  <a:pos x="T2" y="T3"/>
                </a:cxn>
                <a:cxn ang="0">
                  <a:pos x="T4" y="T5"/>
                </a:cxn>
                <a:cxn ang="0">
                  <a:pos x="T6" y="T7"/>
                </a:cxn>
                <a:cxn ang="0">
                  <a:pos x="T8" y="T9"/>
                </a:cxn>
              </a:cxnLst>
              <a:rect l="0" t="0" r="r" b="b"/>
              <a:pathLst>
                <a:path w="206" h="207">
                  <a:moveTo>
                    <a:pt x="194" y="82"/>
                  </a:moveTo>
                  <a:cubicBezTo>
                    <a:pt x="183" y="31"/>
                    <a:pt x="132" y="0"/>
                    <a:pt x="82" y="12"/>
                  </a:cubicBezTo>
                  <a:cubicBezTo>
                    <a:pt x="31" y="24"/>
                    <a:pt x="0" y="74"/>
                    <a:pt x="11" y="125"/>
                  </a:cubicBezTo>
                  <a:cubicBezTo>
                    <a:pt x="23" y="175"/>
                    <a:pt x="74" y="207"/>
                    <a:pt x="124" y="195"/>
                  </a:cubicBezTo>
                  <a:cubicBezTo>
                    <a:pt x="175" y="183"/>
                    <a:pt x="206" y="133"/>
                    <a:pt x="194"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47" name="组合 246"/>
          <p:cNvGrpSpPr/>
          <p:nvPr/>
        </p:nvGrpSpPr>
        <p:grpSpPr>
          <a:xfrm>
            <a:off x="3048000" y="3025775"/>
            <a:ext cx="1085850" cy="1235075"/>
            <a:chOff x="3048000" y="3025775"/>
            <a:chExt cx="1085850" cy="1235075"/>
          </a:xfrm>
          <a:solidFill>
            <a:schemeClr val="tx1">
              <a:lumMod val="65000"/>
              <a:lumOff val="35000"/>
            </a:schemeClr>
          </a:solidFill>
        </p:grpSpPr>
        <p:sp>
          <p:nvSpPr>
            <p:cNvPr id="248" name="Freeform 306"/>
            <p:cNvSpPr>
              <a:spLocks/>
            </p:cNvSpPr>
            <p:nvPr/>
          </p:nvSpPr>
          <p:spPr bwMode="auto">
            <a:xfrm>
              <a:off x="3209925" y="3887788"/>
              <a:ext cx="163513" cy="125412"/>
            </a:xfrm>
            <a:custGeom>
              <a:avLst/>
              <a:gdLst>
                <a:gd name="T0" fmla="*/ 114 w 127"/>
                <a:gd name="T1" fmla="*/ 40 h 96"/>
                <a:gd name="T2" fmla="*/ 117 w 127"/>
                <a:gd name="T3" fmla="*/ 96 h 96"/>
                <a:gd name="T4" fmla="*/ 127 w 127"/>
                <a:gd name="T5" fmla="*/ 23 h 96"/>
                <a:gd name="T6" fmla="*/ 125 w 127"/>
                <a:gd name="T7" fmla="*/ 0 h 96"/>
                <a:gd name="T8" fmla="*/ 2 w 127"/>
                <a:gd name="T9" fmla="*/ 0 h 96"/>
                <a:gd name="T10" fmla="*/ 0 w 127"/>
                <a:gd name="T11" fmla="*/ 22 h 96"/>
                <a:gd name="T12" fmla="*/ 10 w 127"/>
                <a:gd name="T13" fmla="*/ 96 h 96"/>
                <a:gd name="T14" fmla="*/ 13 w 127"/>
                <a:gd name="T15" fmla="*/ 40 h 96"/>
                <a:gd name="T16" fmla="*/ 114 w 127"/>
                <a:gd name="T17" fmla="*/ 4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96">
                  <a:moveTo>
                    <a:pt x="114" y="40"/>
                  </a:moveTo>
                  <a:cubicBezTo>
                    <a:pt x="117" y="96"/>
                    <a:pt x="117" y="96"/>
                    <a:pt x="117" y="96"/>
                  </a:cubicBezTo>
                  <a:cubicBezTo>
                    <a:pt x="126" y="59"/>
                    <a:pt x="127" y="36"/>
                    <a:pt x="127" y="23"/>
                  </a:cubicBezTo>
                  <a:cubicBezTo>
                    <a:pt x="127" y="13"/>
                    <a:pt x="126" y="5"/>
                    <a:pt x="125" y="0"/>
                  </a:cubicBezTo>
                  <a:cubicBezTo>
                    <a:pt x="2" y="0"/>
                    <a:pt x="2" y="0"/>
                    <a:pt x="2" y="0"/>
                  </a:cubicBezTo>
                  <a:cubicBezTo>
                    <a:pt x="1" y="5"/>
                    <a:pt x="0" y="12"/>
                    <a:pt x="0" y="22"/>
                  </a:cubicBezTo>
                  <a:cubicBezTo>
                    <a:pt x="0" y="36"/>
                    <a:pt x="1" y="59"/>
                    <a:pt x="10" y="96"/>
                  </a:cubicBezTo>
                  <a:cubicBezTo>
                    <a:pt x="13" y="40"/>
                    <a:pt x="13" y="40"/>
                    <a:pt x="13" y="40"/>
                  </a:cubicBezTo>
                  <a:lnTo>
                    <a:pt x="114"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307"/>
            <p:cNvSpPr>
              <a:spLocks/>
            </p:cNvSpPr>
            <p:nvPr/>
          </p:nvSpPr>
          <p:spPr bwMode="auto">
            <a:xfrm>
              <a:off x="3251200" y="4113213"/>
              <a:ext cx="80963" cy="22225"/>
            </a:xfrm>
            <a:custGeom>
              <a:avLst/>
              <a:gdLst>
                <a:gd name="T0" fmla="*/ 0 w 63"/>
                <a:gd name="T1" fmla="*/ 0 h 17"/>
                <a:gd name="T2" fmla="*/ 6 w 63"/>
                <a:gd name="T3" fmla="*/ 17 h 17"/>
                <a:gd name="T4" fmla="*/ 57 w 63"/>
                <a:gd name="T5" fmla="*/ 17 h 17"/>
                <a:gd name="T6" fmla="*/ 63 w 63"/>
                <a:gd name="T7" fmla="*/ 0 h 17"/>
                <a:gd name="T8" fmla="*/ 0 w 63"/>
                <a:gd name="T9" fmla="*/ 0 h 17"/>
              </a:gdLst>
              <a:ahLst/>
              <a:cxnLst>
                <a:cxn ang="0">
                  <a:pos x="T0" y="T1"/>
                </a:cxn>
                <a:cxn ang="0">
                  <a:pos x="T2" y="T3"/>
                </a:cxn>
                <a:cxn ang="0">
                  <a:pos x="T4" y="T5"/>
                </a:cxn>
                <a:cxn ang="0">
                  <a:pos x="T6" y="T7"/>
                </a:cxn>
                <a:cxn ang="0">
                  <a:pos x="T8" y="T9"/>
                </a:cxn>
              </a:cxnLst>
              <a:rect l="0" t="0" r="r" b="b"/>
              <a:pathLst>
                <a:path w="63" h="17">
                  <a:moveTo>
                    <a:pt x="0" y="0"/>
                  </a:moveTo>
                  <a:cubicBezTo>
                    <a:pt x="1" y="5"/>
                    <a:pt x="3" y="11"/>
                    <a:pt x="6" y="17"/>
                  </a:cubicBezTo>
                  <a:cubicBezTo>
                    <a:pt x="57" y="17"/>
                    <a:pt x="57" y="17"/>
                    <a:pt x="57" y="17"/>
                  </a:cubicBezTo>
                  <a:cubicBezTo>
                    <a:pt x="59" y="11"/>
                    <a:pt x="61" y="5"/>
                    <a:pt x="63"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Freeform 308"/>
            <p:cNvSpPr>
              <a:spLocks/>
            </p:cNvSpPr>
            <p:nvPr/>
          </p:nvSpPr>
          <p:spPr bwMode="auto">
            <a:xfrm>
              <a:off x="3216275" y="3856038"/>
              <a:ext cx="149225" cy="15875"/>
            </a:xfrm>
            <a:custGeom>
              <a:avLst/>
              <a:gdLst>
                <a:gd name="T0" fmla="*/ 108 w 115"/>
                <a:gd name="T1" fmla="*/ 6 h 12"/>
                <a:gd name="T2" fmla="*/ 93 w 115"/>
                <a:gd name="T3" fmla="*/ 2 h 12"/>
                <a:gd name="T4" fmla="*/ 58 w 115"/>
                <a:gd name="T5" fmla="*/ 0 h 12"/>
                <a:gd name="T6" fmla="*/ 57 w 115"/>
                <a:gd name="T7" fmla="*/ 0 h 12"/>
                <a:gd name="T8" fmla="*/ 57 w 115"/>
                <a:gd name="T9" fmla="*/ 0 h 12"/>
                <a:gd name="T10" fmla="*/ 19 w 115"/>
                <a:gd name="T11" fmla="*/ 2 h 12"/>
                <a:gd name="T12" fmla="*/ 3 w 115"/>
                <a:gd name="T13" fmla="*/ 9 h 12"/>
                <a:gd name="T14" fmla="*/ 0 w 115"/>
                <a:gd name="T15" fmla="*/ 12 h 12"/>
                <a:gd name="T16" fmla="*/ 115 w 115"/>
                <a:gd name="T17" fmla="*/ 12 h 12"/>
                <a:gd name="T18" fmla="*/ 108 w 115"/>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5" h="12">
                  <a:moveTo>
                    <a:pt x="108" y="6"/>
                  </a:moveTo>
                  <a:cubicBezTo>
                    <a:pt x="106" y="5"/>
                    <a:pt x="101" y="3"/>
                    <a:pt x="93" y="2"/>
                  </a:cubicBezTo>
                  <a:cubicBezTo>
                    <a:pt x="84" y="0"/>
                    <a:pt x="73" y="0"/>
                    <a:pt x="58" y="0"/>
                  </a:cubicBezTo>
                  <a:cubicBezTo>
                    <a:pt x="57" y="0"/>
                    <a:pt x="57" y="0"/>
                    <a:pt x="57" y="0"/>
                  </a:cubicBezTo>
                  <a:cubicBezTo>
                    <a:pt x="57" y="0"/>
                    <a:pt x="57" y="0"/>
                    <a:pt x="57" y="0"/>
                  </a:cubicBezTo>
                  <a:cubicBezTo>
                    <a:pt x="41" y="0"/>
                    <a:pt x="28" y="1"/>
                    <a:pt x="19" y="2"/>
                  </a:cubicBezTo>
                  <a:cubicBezTo>
                    <a:pt x="9" y="4"/>
                    <a:pt x="5" y="7"/>
                    <a:pt x="3" y="9"/>
                  </a:cubicBezTo>
                  <a:cubicBezTo>
                    <a:pt x="2" y="9"/>
                    <a:pt x="1" y="10"/>
                    <a:pt x="0" y="12"/>
                  </a:cubicBezTo>
                  <a:cubicBezTo>
                    <a:pt x="115" y="12"/>
                    <a:pt x="115" y="12"/>
                    <a:pt x="115" y="12"/>
                  </a:cubicBezTo>
                  <a:cubicBezTo>
                    <a:pt x="113" y="9"/>
                    <a:pt x="112" y="8"/>
                    <a:pt x="108"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Freeform 309"/>
            <p:cNvSpPr>
              <a:spLocks noEditPoints="1"/>
            </p:cNvSpPr>
            <p:nvPr/>
          </p:nvSpPr>
          <p:spPr bwMode="auto">
            <a:xfrm>
              <a:off x="3048000" y="3025775"/>
              <a:ext cx="1085850" cy="1235075"/>
            </a:xfrm>
            <a:custGeom>
              <a:avLst/>
              <a:gdLst>
                <a:gd name="T0" fmla="*/ 97 w 839"/>
                <a:gd name="T1" fmla="*/ 612 h 953"/>
                <a:gd name="T2" fmla="*/ 133 w 839"/>
                <a:gd name="T3" fmla="*/ 559 h 953"/>
                <a:gd name="T4" fmla="*/ 64 w 839"/>
                <a:gd name="T5" fmla="*/ 466 h 953"/>
                <a:gd name="T6" fmla="*/ 84 w 839"/>
                <a:gd name="T7" fmla="*/ 502 h 953"/>
                <a:gd name="T8" fmla="*/ 115 w 839"/>
                <a:gd name="T9" fmla="*/ 626 h 953"/>
                <a:gd name="T10" fmla="*/ 34 w 839"/>
                <a:gd name="T11" fmla="*/ 597 h 953"/>
                <a:gd name="T12" fmla="*/ 64 w 839"/>
                <a:gd name="T13" fmla="*/ 912 h 953"/>
                <a:gd name="T14" fmla="*/ 117 w 839"/>
                <a:gd name="T15" fmla="*/ 688 h 953"/>
                <a:gd name="T16" fmla="*/ 148 w 839"/>
                <a:gd name="T17" fmla="*/ 636 h 953"/>
                <a:gd name="T18" fmla="*/ 242 w 839"/>
                <a:gd name="T19" fmla="*/ 640 h 953"/>
                <a:gd name="T20" fmla="*/ 216 w 839"/>
                <a:gd name="T21" fmla="*/ 877 h 953"/>
                <a:gd name="T22" fmla="*/ 313 w 839"/>
                <a:gd name="T23" fmla="*/ 912 h 953"/>
                <a:gd name="T24" fmla="*/ 349 w 839"/>
                <a:gd name="T25" fmla="*/ 609 h 953"/>
                <a:gd name="T26" fmla="*/ 297 w 839"/>
                <a:gd name="T27" fmla="*/ 551 h 953"/>
                <a:gd name="T28" fmla="*/ 323 w 839"/>
                <a:gd name="T29" fmla="*/ 450 h 953"/>
                <a:gd name="T30" fmla="*/ 328 w 839"/>
                <a:gd name="T31" fmla="*/ 478 h 953"/>
                <a:gd name="T32" fmla="*/ 377 w 839"/>
                <a:gd name="T33" fmla="*/ 567 h 953"/>
                <a:gd name="T34" fmla="*/ 414 w 839"/>
                <a:gd name="T35" fmla="*/ 587 h 953"/>
                <a:gd name="T36" fmla="*/ 447 w 839"/>
                <a:gd name="T37" fmla="*/ 497 h 953"/>
                <a:gd name="T38" fmla="*/ 534 w 839"/>
                <a:gd name="T39" fmla="*/ 504 h 953"/>
                <a:gd name="T40" fmla="*/ 613 w 839"/>
                <a:gd name="T41" fmla="*/ 729 h 953"/>
                <a:gd name="T42" fmla="*/ 658 w 839"/>
                <a:gd name="T43" fmla="*/ 944 h 953"/>
                <a:gd name="T44" fmla="*/ 814 w 839"/>
                <a:gd name="T45" fmla="*/ 697 h 953"/>
                <a:gd name="T46" fmla="*/ 583 w 839"/>
                <a:gd name="T47" fmla="*/ 223 h 953"/>
                <a:gd name="T48" fmla="*/ 681 w 839"/>
                <a:gd name="T49" fmla="*/ 76 h 953"/>
                <a:gd name="T50" fmla="*/ 532 w 839"/>
                <a:gd name="T51" fmla="*/ 165 h 953"/>
                <a:gd name="T52" fmla="*/ 478 w 839"/>
                <a:gd name="T53" fmla="*/ 310 h 953"/>
                <a:gd name="T54" fmla="*/ 449 w 839"/>
                <a:gd name="T55" fmla="*/ 281 h 953"/>
                <a:gd name="T56" fmla="*/ 395 w 839"/>
                <a:gd name="T57" fmla="*/ 230 h 953"/>
                <a:gd name="T58" fmla="*/ 372 w 839"/>
                <a:gd name="T59" fmla="*/ 254 h 953"/>
                <a:gd name="T60" fmla="*/ 337 w 839"/>
                <a:gd name="T61" fmla="*/ 381 h 953"/>
                <a:gd name="T62" fmla="*/ 299 w 839"/>
                <a:gd name="T63" fmla="*/ 339 h 953"/>
                <a:gd name="T64" fmla="*/ 266 w 839"/>
                <a:gd name="T65" fmla="*/ 318 h 953"/>
                <a:gd name="T66" fmla="*/ 83 w 839"/>
                <a:gd name="T67" fmla="*/ 325 h 953"/>
                <a:gd name="T68" fmla="*/ 0 w 839"/>
                <a:gd name="T69" fmla="*/ 466 h 953"/>
                <a:gd name="T70" fmla="*/ 414 w 839"/>
                <a:gd name="T71" fmla="*/ 571 h 953"/>
                <a:gd name="T72" fmla="*/ 362 w 839"/>
                <a:gd name="T73" fmla="*/ 494 h 953"/>
                <a:gd name="T74" fmla="*/ 433 w 839"/>
                <a:gd name="T75" fmla="*/ 518 h 953"/>
                <a:gd name="T76" fmla="*/ 609 w 839"/>
                <a:gd name="T77" fmla="*/ 591 h 953"/>
                <a:gd name="T78" fmla="*/ 674 w 839"/>
                <a:gd name="T79" fmla="*/ 569 h 953"/>
                <a:gd name="T80" fmla="*/ 572 w 839"/>
                <a:gd name="T81" fmla="*/ 187 h 953"/>
                <a:gd name="T82" fmla="*/ 527 w 839"/>
                <a:gd name="T83" fmla="*/ 312 h 953"/>
                <a:gd name="T84" fmla="*/ 388 w 839"/>
                <a:gd name="T85" fmla="*/ 270 h 953"/>
                <a:gd name="T86" fmla="*/ 482 w 839"/>
                <a:gd name="T87" fmla="*/ 380 h 953"/>
                <a:gd name="T88" fmla="*/ 491 w 839"/>
                <a:gd name="T89" fmla="*/ 396 h 953"/>
                <a:gd name="T90" fmla="*/ 495 w 839"/>
                <a:gd name="T91" fmla="*/ 394 h 953"/>
                <a:gd name="T92" fmla="*/ 526 w 839"/>
                <a:gd name="T93" fmla="*/ 381 h 953"/>
                <a:gd name="T94" fmla="*/ 586 w 839"/>
                <a:gd name="T95" fmla="*/ 346 h 953"/>
                <a:gd name="T96" fmla="*/ 641 w 839"/>
                <a:gd name="T97" fmla="*/ 234 h 953"/>
                <a:gd name="T98" fmla="*/ 683 w 839"/>
                <a:gd name="T99" fmla="*/ 278 h 953"/>
                <a:gd name="T100" fmla="*/ 480 w 839"/>
                <a:gd name="T101" fmla="*/ 476 h 953"/>
                <a:gd name="T102" fmla="*/ 433 w 839"/>
                <a:gd name="T103" fmla="*/ 507 h 953"/>
                <a:gd name="T104" fmla="*/ 327 w 839"/>
                <a:gd name="T105" fmla="*/ 460 h 953"/>
                <a:gd name="T106" fmla="*/ 414 w 839"/>
                <a:gd name="T107" fmla="*/ 412 h 953"/>
                <a:gd name="T108" fmla="*/ 363 w 839"/>
                <a:gd name="T109" fmla="*/ 382 h 953"/>
                <a:gd name="T110" fmla="*/ 385 w 839"/>
                <a:gd name="T111" fmla="*/ 267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39" h="953">
                  <a:moveTo>
                    <a:pt x="0" y="475"/>
                  </a:moveTo>
                  <a:cubicBezTo>
                    <a:pt x="2" y="496"/>
                    <a:pt x="9" y="519"/>
                    <a:pt x="23" y="541"/>
                  </a:cubicBezTo>
                  <a:cubicBezTo>
                    <a:pt x="39" y="566"/>
                    <a:pt x="63" y="590"/>
                    <a:pt x="97" y="612"/>
                  </a:cubicBezTo>
                  <a:cubicBezTo>
                    <a:pt x="102" y="616"/>
                    <a:pt x="108" y="618"/>
                    <a:pt x="115" y="618"/>
                  </a:cubicBezTo>
                  <a:cubicBezTo>
                    <a:pt x="125" y="618"/>
                    <a:pt x="135" y="613"/>
                    <a:pt x="141" y="604"/>
                  </a:cubicBezTo>
                  <a:cubicBezTo>
                    <a:pt x="151" y="589"/>
                    <a:pt x="147" y="569"/>
                    <a:pt x="133" y="559"/>
                  </a:cubicBezTo>
                  <a:cubicBezTo>
                    <a:pt x="104" y="540"/>
                    <a:pt x="87" y="522"/>
                    <a:pt x="77" y="507"/>
                  </a:cubicBezTo>
                  <a:cubicBezTo>
                    <a:pt x="69" y="495"/>
                    <a:pt x="66" y="484"/>
                    <a:pt x="65" y="475"/>
                  </a:cubicBezTo>
                  <a:cubicBezTo>
                    <a:pt x="64" y="472"/>
                    <a:pt x="64" y="469"/>
                    <a:pt x="64" y="466"/>
                  </a:cubicBezTo>
                  <a:cubicBezTo>
                    <a:pt x="64" y="450"/>
                    <a:pt x="71" y="434"/>
                    <a:pt x="80" y="419"/>
                  </a:cubicBezTo>
                  <a:cubicBezTo>
                    <a:pt x="80" y="497"/>
                    <a:pt x="80" y="497"/>
                    <a:pt x="80" y="497"/>
                  </a:cubicBezTo>
                  <a:cubicBezTo>
                    <a:pt x="81" y="498"/>
                    <a:pt x="82" y="500"/>
                    <a:pt x="84" y="502"/>
                  </a:cubicBezTo>
                  <a:cubicBezTo>
                    <a:pt x="94" y="519"/>
                    <a:pt x="112" y="536"/>
                    <a:pt x="137" y="553"/>
                  </a:cubicBezTo>
                  <a:cubicBezTo>
                    <a:pt x="155" y="565"/>
                    <a:pt x="160" y="590"/>
                    <a:pt x="148" y="608"/>
                  </a:cubicBezTo>
                  <a:cubicBezTo>
                    <a:pt x="140" y="619"/>
                    <a:pt x="128" y="626"/>
                    <a:pt x="115" y="626"/>
                  </a:cubicBezTo>
                  <a:cubicBezTo>
                    <a:pt x="107" y="626"/>
                    <a:pt x="99" y="623"/>
                    <a:pt x="92" y="619"/>
                  </a:cubicBezTo>
                  <a:cubicBezTo>
                    <a:pt x="74" y="607"/>
                    <a:pt x="58" y="594"/>
                    <a:pt x="45" y="581"/>
                  </a:cubicBezTo>
                  <a:cubicBezTo>
                    <a:pt x="41" y="586"/>
                    <a:pt x="38" y="591"/>
                    <a:pt x="34" y="597"/>
                  </a:cubicBezTo>
                  <a:cubicBezTo>
                    <a:pt x="34" y="598"/>
                    <a:pt x="33" y="599"/>
                    <a:pt x="32" y="600"/>
                  </a:cubicBezTo>
                  <a:cubicBezTo>
                    <a:pt x="19" y="626"/>
                    <a:pt x="13" y="655"/>
                    <a:pt x="13" y="688"/>
                  </a:cubicBezTo>
                  <a:cubicBezTo>
                    <a:pt x="13" y="745"/>
                    <a:pt x="29" y="815"/>
                    <a:pt x="64" y="912"/>
                  </a:cubicBezTo>
                  <a:cubicBezTo>
                    <a:pt x="73" y="939"/>
                    <a:pt x="103" y="953"/>
                    <a:pt x="130" y="943"/>
                  </a:cubicBezTo>
                  <a:cubicBezTo>
                    <a:pt x="157" y="933"/>
                    <a:pt x="171" y="904"/>
                    <a:pt x="161" y="877"/>
                  </a:cubicBezTo>
                  <a:cubicBezTo>
                    <a:pt x="128" y="786"/>
                    <a:pt x="117" y="725"/>
                    <a:pt x="117" y="688"/>
                  </a:cubicBezTo>
                  <a:cubicBezTo>
                    <a:pt x="117" y="669"/>
                    <a:pt x="120" y="658"/>
                    <a:pt x="123" y="652"/>
                  </a:cubicBezTo>
                  <a:cubicBezTo>
                    <a:pt x="125" y="647"/>
                    <a:pt x="126" y="646"/>
                    <a:pt x="129" y="644"/>
                  </a:cubicBezTo>
                  <a:cubicBezTo>
                    <a:pt x="132" y="641"/>
                    <a:pt x="138" y="638"/>
                    <a:pt x="148" y="636"/>
                  </a:cubicBezTo>
                  <a:cubicBezTo>
                    <a:pt x="158" y="633"/>
                    <a:pt x="173" y="632"/>
                    <a:pt x="188" y="633"/>
                  </a:cubicBezTo>
                  <a:cubicBezTo>
                    <a:pt x="203" y="632"/>
                    <a:pt x="215" y="633"/>
                    <a:pt x="225" y="635"/>
                  </a:cubicBezTo>
                  <a:cubicBezTo>
                    <a:pt x="233" y="636"/>
                    <a:pt x="239" y="638"/>
                    <a:pt x="242" y="640"/>
                  </a:cubicBezTo>
                  <a:cubicBezTo>
                    <a:pt x="248" y="643"/>
                    <a:pt x="250" y="645"/>
                    <a:pt x="253" y="650"/>
                  </a:cubicBezTo>
                  <a:cubicBezTo>
                    <a:pt x="256" y="655"/>
                    <a:pt x="260" y="667"/>
                    <a:pt x="260" y="688"/>
                  </a:cubicBezTo>
                  <a:cubicBezTo>
                    <a:pt x="260" y="725"/>
                    <a:pt x="249" y="786"/>
                    <a:pt x="216" y="877"/>
                  </a:cubicBezTo>
                  <a:cubicBezTo>
                    <a:pt x="206" y="904"/>
                    <a:pt x="220" y="933"/>
                    <a:pt x="247" y="943"/>
                  </a:cubicBezTo>
                  <a:cubicBezTo>
                    <a:pt x="253" y="945"/>
                    <a:pt x="259" y="946"/>
                    <a:pt x="264" y="946"/>
                  </a:cubicBezTo>
                  <a:cubicBezTo>
                    <a:pt x="286" y="946"/>
                    <a:pt x="306" y="933"/>
                    <a:pt x="313" y="912"/>
                  </a:cubicBezTo>
                  <a:cubicBezTo>
                    <a:pt x="313" y="912"/>
                    <a:pt x="313" y="912"/>
                    <a:pt x="313" y="912"/>
                  </a:cubicBezTo>
                  <a:cubicBezTo>
                    <a:pt x="348" y="815"/>
                    <a:pt x="364" y="745"/>
                    <a:pt x="364" y="688"/>
                  </a:cubicBezTo>
                  <a:cubicBezTo>
                    <a:pt x="364" y="659"/>
                    <a:pt x="360" y="632"/>
                    <a:pt x="349" y="609"/>
                  </a:cubicBezTo>
                  <a:cubicBezTo>
                    <a:pt x="348" y="606"/>
                    <a:pt x="347" y="604"/>
                    <a:pt x="345" y="602"/>
                  </a:cubicBezTo>
                  <a:cubicBezTo>
                    <a:pt x="338" y="587"/>
                    <a:pt x="328" y="574"/>
                    <a:pt x="316" y="565"/>
                  </a:cubicBezTo>
                  <a:cubicBezTo>
                    <a:pt x="310" y="559"/>
                    <a:pt x="303" y="555"/>
                    <a:pt x="297" y="551"/>
                  </a:cubicBezTo>
                  <a:cubicBezTo>
                    <a:pt x="297" y="431"/>
                    <a:pt x="297" y="431"/>
                    <a:pt x="297" y="431"/>
                  </a:cubicBezTo>
                  <a:cubicBezTo>
                    <a:pt x="299" y="433"/>
                    <a:pt x="302" y="436"/>
                    <a:pt x="305" y="438"/>
                  </a:cubicBezTo>
                  <a:cubicBezTo>
                    <a:pt x="311" y="442"/>
                    <a:pt x="317" y="446"/>
                    <a:pt x="323" y="450"/>
                  </a:cubicBezTo>
                  <a:cubicBezTo>
                    <a:pt x="319" y="457"/>
                    <a:pt x="319" y="457"/>
                    <a:pt x="319" y="457"/>
                  </a:cubicBezTo>
                  <a:cubicBezTo>
                    <a:pt x="318" y="461"/>
                    <a:pt x="318" y="465"/>
                    <a:pt x="319" y="469"/>
                  </a:cubicBezTo>
                  <a:cubicBezTo>
                    <a:pt x="321" y="473"/>
                    <a:pt x="324" y="477"/>
                    <a:pt x="328" y="478"/>
                  </a:cubicBezTo>
                  <a:cubicBezTo>
                    <a:pt x="344" y="486"/>
                    <a:pt x="344" y="486"/>
                    <a:pt x="344" y="486"/>
                  </a:cubicBezTo>
                  <a:cubicBezTo>
                    <a:pt x="347" y="499"/>
                    <a:pt x="350" y="512"/>
                    <a:pt x="354" y="524"/>
                  </a:cubicBezTo>
                  <a:cubicBezTo>
                    <a:pt x="360" y="541"/>
                    <a:pt x="367" y="556"/>
                    <a:pt x="377" y="567"/>
                  </a:cubicBezTo>
                  <a:cubicBezTo>
                    <a:pt x="386" y="579"/>
                    <a:pt x="398" y="586"/>
                    <a:pt x="412" y="587"/>
                  </a:cubicBezTo>
                  <a:cubicBezTo>
                    <a:pt x="413" y="587"/>
                    <a:pt x="413" y="587"/>
                    <a:pt x="414" y="587"/>
                  </a:cubicBezTo>
                  <a:cubicBezTo>
                    <a:pt x="414" y="587"/>
                    <a:pt x="414" y="587"/>
                    <a:pt x="414" y="587"/>
                  </a:cubicBezTo>
                  <a:cubicBezTo>
                    <a:pt x="429" y="587"/>
                    <a:pt x="439" y="577"/>
                    <a:pt x="444" y="566"/>
                  </a:cubicBezTo>
                  <a:cubicBezTo>
                    <a:pt x="448" y="555"/>
                    <a:pt x="450" y="541"/>
                    <a:pt x="450" y="529"/>
                  </a:cubicBezTo>
                  <a:cubicBezTo>
                    <a:pt x="450" y="516"/>
                    <a:pt x="448" y="504"/>
                    <a:pt x="447" y="497"/>
                  </a:cubicBezTo>
                  <a:cubicBezTo>
                    <a:pt x="470" y="501"/>
                    <a:pt x="495" y="504"/>
                    <a:pt x="523" y="504"/>
                  </a:cubicBezTo>
                  <a:cubicBezTo>
                    <a:pt x="523" y="504"/>
                    <a:pt x="523" y="504"/>
                    <a:pt x="524" y="504"/>
                  </a:cubicBezTo>
                  <a:cubicBezTo>
                    <a:pt x="527" y="504"/>
                    <a:pt x="530" y="504"/>
                    <a:pt x="534" y="504"/>
                  </a:cubicBezTo>
                  <a:cubicBezTo>
                    <a:pt x="541" y="504"/>
                    <a:pt x="547" y="501"/>
                    <a:pt x="553" y="497"/>
                  </a:cubicBezTo>
                  <a:cubicBezTo>
                    <a:pt x="549" y="570"/>
                    <a:pt x="533" y="683"/>
                    <a:pt x="553" y="711"/>
                  </a:cubicBezTo>
                  <a:cubicBezTo>
                    <a:pt x="559" y="720"/>
                    <a:pt x="582" y="726"/>
                    <a:pt x="613" y="729"/>
                  </a:cubicBezTo>
                  <a:cubicBezTo>
                    <a:pt x="608" y="892"/>
                    <a:pt x="608" y="892"/>
                    <a:pt x="608" y="892"/>
                  </a:cubicBezTo>
                  <a:cubicBezTo>
                    <a:pt x="607" y="920"/>
                    <a:pt x="628" y="943"/>
                    <a:pt x="656" y="944"/>
                  </a:cubicBezTo>
                  <a:cubicBezTo>
                    <a:pt x="656" y="944"/>
                    <a:pt x="657" y="944"/>
                    <a:pt x="658" y="944"/>
                  </a:cubicBezTo>
                  <a:cubicBezTo>
                    <a:pt x="684" y="944"/>
                    <a:pt x="707" y="923"/>
                    <a:pt x="707" y="896"/>
                  </a:cubicBezTo>
                  <a:cubicBezTo>
                    <a:pt x="713" y="728"/>
                    <a:pt x="713" y="728"/>
                    <a:pt x="713" y="728"/>
                  </a:cubicBezTo>
                  <a:cubicBezTo>
                    <a:pt x="766" y="723"/>
                    <a:pt x="813" y="713"/>
                    <a:pt x="814" y="697"/>
                  </a:cubicBezTo>
                  <a:cubicBezTo>
                    <a:pt x="839" y="474"/>
                    <a:pt x="777" y="210"/>
                    <a:pt x="658" y="202"/>
                  </a:cubicBezTo>
                  <a:cubicBezTo>
                    <a:pt x="610" y="199"/>
                    <a:pt x="601" y="206"/>
                    <a:pt x="591" y="214"/>
                  </a:cubicBezTo>
                  <a:cubicBezTo>
                    <a:pt x="588" y="217"/>
                    <a:pt x="585" y="219"/>
                    <a:pt x="583" y="223"/>
                  </a:cubicBezTo>
                  <a:cubicBezTo>
                    <a:pt x="585" y="211"/>
                    <a:pt x="586" y="200"/>
                    <a:pt x="587" y="190"/>
                  </a:cubicBezTo>
                  <a:cubicBezTo>
                    <a:pt x="598" y="191"/>
                    <a:pt x="608" y="190"/>
                    <a:pt x="619" y="187"/>
                  </a:cubicBezTo>
                  <a:cubicBezTo>
                    <a:pt x="667" y="173"/>
                    <a:pt x="695" y="124"/>
                    <a:pt x="681" y="76"/>
                  </a:cubicBezTo>
                  <a:cubicBezTo>
                    <a:pt x="668" y="28"/>
                    <a:pt x="618" y="0"/>
                    <a:pt x="570" y="14"/>
                  </a:cubicBezTo>
                  <a:cubicBezTo>
                    <a:pt x="522" y="27"/>
                    <a:pt x="495" y="77"/>
                    <a:pt x="508" y="125"/>
                  </a:cubicBezTo>
                  <a:cubicBezTo>
                    <a:pt x="512" y="141"/>
                    <a:pt x="521" y="154"/>
                    <a:pt x="532" y="165"/>
                  </a:cubicBezTo>
                  <a:cubicBezTo>
                    <a:pt x="531" y="208"/>
                    <a:pt x="525" y="265"/>
                    <a:pt x="508" y="319"/>
                  </a:cubicBezTo>
                  <a:cubicBezTo>
                    <a:pt x="507" y="319"/>
                    <a:pt x="507" y="319"/>
                    <a:pt x="506" y="319"/>
                  </a:cubicBezTo>
                  <a:cubicBezTo>
                    <a:pt x="499" y="319"/>
                    <a:pt x="490" y="317"/>
                    <a:pt x="478" y="310"/>
                  </a:cubicBezTo>
                  <a:cubicBezTo>
                    <a:pt x="471" y="306"/>
                    <a:pt x="464" y="301"/>
                    <a:pt x="455" y="293"/>
                  </a:cubicBezTo>
                  <a:cubicBezTo>
                    <a:pt x="456" y="290"/>
                    <a:pt x="455" y="287"/>
                    <a:pt x="453" y="285"/>
                  </a:cubicBezTo>
                  <a:cubicBezTo>
                    <a:pt x="449" y="281"/>
                    <a:pt x="449" y="281"/>
                    <a:pt x="449" y="281"/>
                  </a:cubicBezTo>
                  <a:cubicBezTo>
                    <a:pt x="450" y="274"/>
                    <a:pt x="443" y="261"/>
                    <a:pt x="431" y="250"/>
                  </a:cubicBezTo>
                  <a:cubicBezTo>
                    <a:pt x="419" y="238"/>
                    <a:pt x="406" y="232"/>
                    <a:pt x="399" y="234"/>
                  </a:cubicBezTo>
                  <a:cubicBezTo>
                    <a:pt x="395" y="230"/>
                    <a:pt x="395" y="230"/>
                    <a:pt x="395" y="230"/>
                  </a:cubicBezTo>
                  <a:cubicBezTo>
                    <a:pt x="392" y="227"/>
                    <a:pt x="386" y="227"/>
                    <a:pt x="383" y="230"/>
                  </a:cubicBezTo>
                  <a:cubicBezTo>
                    <a:pt x="372" y="243"/>
                    <a:pt x="372" y="243"/>
                    <a:pt x="372" y="243"/>
                  </a:cubicBezTo>
                  <a:cubicBezTo>
                    <a:pt x="369" y="246"/>
                    <a:pt x="369" y="251"/>
                    <a:pt x="372" y="254"/>
                  </a:cubicBezTo>
                  <a:cubicBezTo>
                    <a:pt x="373" y="256"/>
                    <a:pt x="373" y="256"/>
                    <a:pt x="373" y="256"/>
                  </a:cubicBezTo>
                  <a:cubicBezTo>
                    <a:pt x="362" y="267"/>
                    <a:pt x="354" y="284"/>
                    <a:pt x="348" y="305"/>
                  </a:cubicBezTo>
                  <a:cubicBezTo>
                    <a:pt x="341" y="327"/>
                    <a:pt x="338" y="353"/>
                    <a:pt x="337" y="381"/>
                  </a:cubicBezTo>
                  <a:cubicBezTo>
                    <a:pt x="324" y="370"/>
                    <a:pt x="314" y="360"/>
                    <a:pt x="308" y="352"/>
                  </a:cubicBezTo>
                  <a:cubicBezTo>
                    <a:pt x="305" y="347"/>
                    <a:pt x="302" y="343"/>
                    <a:pt x="301" y="341"/>
                  </a:cubicBezTo>
                  <a:cubicBezTo>
                    <a:pt x="300" y="340"/>
                    <a:pt x="299" y="339"/>
                    <a:pt x="299" y="339"/>
                  </a:cubicBezTo>
                  <a:cubicBezTo>
                    <a:pt x="299" y="338"/>
                    <a:pt x="299" y="338"/>
                    <a:pt x="299" y="338"/>
                  </a:cubicBezTo>
                  <a:cubicBezTo>
                    <a:pt x="296" y="332"/>
                    <a:pt x="291" y="328"/>
                    <a:pt x="286" y="325"/>
                  </a:cubicBezTo>
                  <a:cubicBezTo>
                    <a:pt x="280" y="320"/>
                    <a:pt x="273" y="318"/>
                    <a:pt x="266" y="318"/>
                  </a:cubicBezTo>
                  <a:cubicBezTo>
                    <a:pt x="111" y="318"/>
                    <a:pt x="111" y="318"/>
                    <a:pt x="111" y="318"/>
                  </a:cubicBezTo>
                  <a:cubicBezTo>
                    <a:pt x="107" y="318"/>
                    <a:pt x="104" y="318"/>
                    <a:pt x="100" y="319"/>
                  </a:cubicBezTo>
                  <a:cubicBezTo>
                    <a:pt x="94" y="320"/>
                    <a:pt x="89" y="321"/>
                    <a:pt x="83" y="325"/>
                  </a:cubicBezTo>
                  <a:cubicBezTo>
                    <a:pt x="82" y="326"/>
                    <a:pt x="71" y="334"/>
                    <a:pt x="57" y="347"/>
                  </a:cubicBezTo>
                  <a:cubicBezTo>
                    <a:pt x="43" y="361"/>
                    <a:pt x="26" y="381"/>
                    <a:pt x="14" y="407"/>
                  </a:cubicBezTo>
                  <a:cubicBezTo>
                    <a:pt x="6" y="424"/>
                    <a:pt x="0" y="444"/>
                    <a:pt x="0" y="466"/>
                  </a:cubicBezTo>
                  <a:cubicBezTo>
                    <a:pt x="0" y="469"/>
                    <a:pt x="0" y="472"/>
                    <a:pt x="0" y="475"/>
                  </a:cubicBezTo>
                  <a:close/>
                  <a:moveTo>
                    <a:pt x="429" y="560"/>
                  </a:moveTo>
                  <a:cubicBezTo>
                    <a:pt x="425" y="568"/>
                    <a:pt x="422" y="571"/>
                    <a:pt x="414" y="571"/>
                  </a:cubicBezTo>
                  <a:cubicBezTo>
                    <a:pt x="414" y="571"/>
                    <a:pt x="413" y="571"/>
                    <a:pt x="413" y="571"/>
                  </a:cubicBezTo>
                  <a:cubicBezTo>
                    <a:pt x="404" y="571"/>
                    <a:pt x="397" y="566"/>
                    <a:pt x="389" y="557"/>
                  </a:cubicBezTo>
                  <a:cubicBezTo>
                    <a:pt x="378" y="544"/>
                    <a:pt x="368" y="521"/>
                    <a:pt x="362" y="494"/>
                  </a:cubicBezTo>
                  <a:cubicBezTo>
                    <a:pt x="419" y="519"/>
                    <a:pt x="419" y="519"/>
                    <a:pt x="419" y="519"/>
                  </a:cubicBezTo>
                  <a:cubicBezTo>
                    <a:pt x="421" y="520"/>
                    <a:pt x="423" y="520"/>
                    <a:pt x="426" y="520"/>
                  </a:cubicBezTo>
                  <a:cubicBezTo>
                    <a:pt x="428" y="520"/>
                    <a:pt x="431" y="519"/>
                    <a:pt x="433" y="518"/>
                  </a:cubicBezTo>
                  <a:cubicBezTo>
                    <a:pt x="433" y="522"/>
                    <a:pt x="434" y="525"/>
                    <a:pt x="434" y="529"/>
                  </a:cubicBezTo>
                  <a:cubicBezTo>
                    <a:pt x="434" y="540"/>
                    <a:pt x="432" y="552"/>
                    <a:pt x="429" y="560"/>
                  </a:cubicBezTo>
                  <a:close/>
                  <a:moveTo>
                    <a:pt x="609" y="591"/>
                  </a:moveTo>
                  <a:cubicBezTo>
                    <a:pt x="604" y="575"/>
                    <a:pt x="604" y="575"/>
                    <a:pt x="604" y="575"/>
                  </a:cubicBezTo>
                  <a:cubicBezTo>
                    <a:pt x="672" y="558"/>
                    <a:pt x="672" y="558"/>
                    <a:pt x="672" y="558"/>
                  </a:cubicBezTo>
                  <a:cubicBezTo>
                    <a:pt x="674" y="569"/>
                    <a:pt x="674" y="569"/>
                    <a:pt x="674" y="569"/>
                  </a:cubicBezTo>
                  <a:lnTo>
                    <a:pt x="609" y="591"/>
                  </a:lnTo>
                  <a:close/>
                  <a:moveTo>
                    <a:pt x="547" y="177"/>
                  </a:moveTo>
                  <a:cubicBezTo>
                    <a:pt x="555" y="182"/>
                    <a:pt x="563" y="185"/>
                    <a:pt x="572" y="187"/>
                  </a:cubicBezTo>
                  <a:cubicBezTo>
                    <a:pt x="568" y="219"/>
                    <a:pt x="561" y="254"/>
                    <a:pt x="551" y="289"/>
                  </a:cubicBezTo>
                  <a:cubicBezTo>
                    <a:pt x="545" y="297"/>
                    <a:pt x="538" y="304"/>
                    <a:pt x="531" y="309"/>
                  </a:cubicBezTo>
                  <a:cubicBezTo>
                    <a:pt x="530" y="310"/>
                    <a:pt x="528" y="311"/>
                    <a:pt x="527" y="312"/>
                  </a:cubicBezTo>
                  <a:cubicBezTo>
                    <a:pt x="540" y="265"/>
                    <a:pt x="546" y="216"/>
                    <a:pt x="547" y="177"/>
                  </a:cubicBezTo>
                  <a:close/>
                  <a:moveTo>
                    <a:pt x="385" y="267"/>
                  </a:moveTo>
                  <a:cubicBezTo>
                    <a:pt x="388" y="270"/>
                    <a:pt x="388" y="270"/>
                    <a:pt x="388" y="270"/>
                  </a:cubicBezTo>
                  <a:cubicBezTo>
                    <a:pt x="376" y="282"/>
                    <a:pt x="375" y="301"/>
                    <a:pt x="386" y="314"/>
                  </a:cubicBezTo>
                  <a:cubicBezTo>
                    <a:pt x="407" y="337"/>
                    <a:pt x="426" y="354"/>
                    <a:pt x="446" y="366"/>
                  </a:cubicBezTo>
                  <a:cubicBezTo>
                    <a:pt x="458" y="372"/>
                    <a:pt x="470" y="377"/>
                    <a:pt x="482" y="380"/>
                  </a:cubicBezTo>
                  <a:cubicBezTo>
                    <a:pt x="478" y="386"/>
                    <a:pt x="475" y="391"/>
                    <a:pt x="471" y="396"/>
                  </a:cubicBezTo>
                  <a:cubicBezTo>
                    <a:pt x="474" y="396"/>
                    <a:pt x="477" y="396"/>
                    <a:pt x="480" y="396"/>
                  </a:cubicBezTo>
                  <a:cubicBezTo>
                    <a:pt x="483" y="396"/>
                    <a:pt x="487" y="396"/>
                    <a:pt x="491" y="396"/>
                  </a:cubicBezTo>
                  <a:cubicBezTo>
                    <a:pt x="493" y="392"/>
                    <a:pt x="496" y="387"/>
                    <a:pt x="499" y="383"/>
                  </a:cubicBezTo>
                  <a:cubicBezTo>
                    <a:pt x="501" y="383"/>
                    <a:pt x="503" y="383"/>
                    <a:pt x="505" y="383"/>
                  </a:cubicBezTo>
                  <a:cubicBezTo>
                    <a:pt x="502" y="387"/>
                    <a:pt x="499" y="391"/>
                    <a:pt x="495" y="394"/>
                  </a:cubicBezTo>
                  <a:cubicBezTo>
                    <a:pt x="495" y="395"/>
                    <a:pt x="495" y="395"/>
                    <a:pt x="494" y="396"/>
                  </a:cubicBezTo>
                  <a:cubicBezTo>
                    <a:pt x="503" y="395"/>
                    <a:pt x="510" y="394"/>
                    <a:pt x="517" y="392"/>
                  </a:cubicBezTo>
                  <a:cubicBezTo>
                    <a:pt x="520" y="389"/>
                    <a:pt x="523" y="385"/>
                    <a:pt x="526" y="381"/>
                  </a:cubicBezTo>
                  <a:cubicBezTo>
                    <a:pt x="535" y="379"/>
                    <a:pt x="545" y="376"/>
                    <a:pt x="553" y="371"/>
                  </a:cubicBezTo>
                  <a:cubicBezTo>
                    <a:pt x="553" y="374"/>
                    <a:pt x="553" y="377"/>
                    <a:pt x="553" y="379"/>
                  </a:cubicBezTo>
                  <a:cubicBezTo>
                    <a:pt x="566" y="371"/>
                    <a:pt x="577" y="360"/>
                    <a:pt x="586" y="346"/>
                  </a:cubicBezTo>
                  <a:cubicBezTo>
                    <a:pt x="601" y="320"/>
                    <a:pt x="604" y="288"/>
                    <a:pt x="603" y="278"/>
                  </a:cubicBezTo>
                  <a:cubicBezTo>
                    <a:pt x="603" y="277"/>
                    <a:pt x="603" y="276"/>
                    <a:pt x="603" y="276"/>
                  </a:cubicBezTo>
                  <a:cubicBezTo>
                    <a:pt x="602" y="254"/>
                    <a:pt x="620" y="235"/>
                    <a:pt x="641" y="234"/>
                  </a:cubicBezTo>
                  <a:cubicBezTo>
                    <a:pt x="642" y="234"/>
                    <a:pt x="643" y="234"/>
                    <a:pt x="643" y="234"/>
                  </a:cubicBezTo>
                  <a:cubicBezTo>
                    <a:pt x="665" y="234"/>
                    <a:pt x="682" y="251"/>
                    <a:pt x="683" y="272"/>
                  </a:cubicBezTo>
                  <a:cubicBezTo>
                    <a:pt x="683" y="273"/>
                    <a:pt x="683" y="275"/>
                    <a:pt x="683" y="278"/>
                  </a:cubicBezTo>
                  <a:cubicBezTo>
                    <a:pt x="683" y="295"/>
                    <a:pt x="681" y="322"/>
                    <a:pt x="671" y="352"/>
                  </a:cubicBezTo>
                  <a:cubicBezTo>
                    <a:pt x="660" y="381"/>
                    <a:pt x="638" y="423"/>
                    <a:pt x="591" y="449"/>
                  </a:cubicBezTo>
                  <a:cubicBezTo>
                    <a:pt x="560" y="467"/>
                    <a:pt x="523" y="476"/>
                    <a:pt x="480" y="476"/>
                  </a:cubicBezTo>
                  <a:cubicBezTo>
                    <a:pt x="480" y="476"/>
                    <a:pt x="480" y="476"/>
                    <a:pt x="480" y="476"/>
                  </a:cubicBezTo>
                  <a:cubicBezTo>
                    <a:pt x="469" y="476"/>
                    <a:pt x="458" y="476"/>
                    <a:pt x="447" y="475"/>
                  </a:cubicBezTo>
                  <a:cubicBezTo>
                    <a:pt x="433" y="507"/>
                    <a:pt x="433" y="507"/>
                    <a:pt x="433" y="507"/>
                  </a:cubicBezTo>
                  <a:cubicBezTo>
                    <a:pt x="431" y="511"/>
                    <a:pt x="426" y="513"/>
                    <a:pt x="422" y="511"/>
                  </a:cubicBezTo>
                  <a:cubicBezTo>
                    <a:pt x="331" y="471"/>
                    <a:pt x="331" y="471"/>
                    <a:pt x="331" y="471"/>
                  </a:cubicBezTo>
                  <a:cubicBezTo>
                    <a:pt x="327" y="469"/>
                    <a:pt x="325" y="464"/>
                    <a:pt x="327" y="460"/>
                  </a:cubicBezTo>
                  <a:cubicBezTo>
                    <a:pt x="356" y="395"/>
                    <a:pt x="356" y="395"/>
                    <a:pt x="356" y="395"/>
                  </a:cubicBezTo>
                  <a:cubicBezTo>
                    <a:pt x="358" y="391"/>
                    <a:pt x="363" y="389"/>
                    <a:pt x="367" y="391"/>
                  </a:cubicBezTo>
                  <a:cubicBezTo>
                    <a:pt x="414" y="412"/>
                    <a:pt x="414" y="412"/>
                    <a:pt x="414" y="412"/>
                  </a:cubicBezTo>
                  <a:cubicBezTo>
                    <a:pt x="416" y="409"/>
                    <a:pt x="418" y="407"/>
                    <a:pt x="420" y="405"/>
                  </a:cubicBezTo>
                  <a:cubicBezTo>
                    <a:pt x="370" y="383"/>
                    <a:pt x="370" y="383"/>
                    <a:pt x="370" y="383"/>
                  </a:cubicBezTo>
                  <a:cubicBezTo>
                    <a:pt x="368" y="382"/>
                    <a:pt x="366" y="382"/>
                    <a:pt x="363" y="382"/>
                  </a:cubicBezTo>
                  <a:cubicBezTo>
                    <a:pt x="359" y="382"/>
                    <a:pt x="355" y="383"/>
                    <a:pt x="352" y="386"/>
                  </a:cubicBezTo>
                  <a:cubicBezTo>
                    <a:pt x="353" y="358"/>
                    <a:pt x="357" y="331"/>
                    <a:pt x="363" y="309"/>
                  </a:cubicBezTo>
                  <a:cubicBezTo>
                    <a:pt x="369" y="290"/>
                    <a:pt x="376" y="275"/>
                    <a:pt x="385" y="2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310"/>
            <p:cNvSpPr>
              <a:spLocks/>
            </p:cNvSpPr>
            <p:nvPr/>
          </p:nvSpPr>
          <p:spPr bwMode="auto">
            <a:xfrm>
              <a:off x="3203575" y="3159125"/>
              <a:ext cx="268288" cy="268287"/>
            </a:xfrm>
            <a:custGeom>
              <a:avLst/>
              <a:gdLst>
                <a:gd name="T0" fmla="*/ 125 w 207"/>
                <a:gd name="T1" fmla="*/ 195 h 207"/>
                <a:gd name="T2" fmla="*/ 195 w 207"/>
                <a:gd name="T3" fmla="*/ 82 h 207"/>
                <a:gd name="T4" fmla="*/ 82 w 207"/>
                <a:gd name="T5" fmla="*/ 12 h 207"/>
                <a:gd name="T6" fmla="*/ 12 w 207"/>
                <a:gd name="T7" fmla="*/ 125 h 207"/>
                <a:gd name="T8" fmla="*/ 125 w 207"/>
                <a:gd name="T9" fmla="*/ 195 h 207"/>
              </a:gdLst>
              <a:ahLst/>
              <a:cxnLst>
                <a:cxn ang="0">
                  <a:pos x="T0" y="T1"/>
                </a:cxn>
                <a:cxn ang="0">
                  <a:pos x="T2" y="T3"/>
                </a:cxn>
                <a:cxn ang="0">
                  <a:pos x="T4" y="T5"/>
                </a:cxn>
                <a:cxn ang="0">
                  <a:pos x="T6" y="T7"/>
                </a:cxn>
                <a:cxn ang="0">
                  <a:pos x="T8" y="T9"/>
                </a:cxn>
              </a:cxnLst>
              <a:rect l="0" t="0" r="r" b="b"/>
              <a:pathLst>
                <a:path w="207" h="207">
                  <a:moveTo>
                    <a:pt x="125" y="195"/>
                  </a:moveTo>
                  <a:cubicBezTo>
                    <a:pt x="175" y="183"/>
                    <a:pt x="207" y="133"/>
                    <a:pt x="195" y="82"/>
                  </a:cubicBezTo>
                  <a:cubicBezTo>
                    <a:pt x="183" y="31"/>
                    <a:pt x="133" y="0"/>
                    <a:pt x="82" y="12"/>
                  </a:cubicBezTo>
                  <a:cubicBezTo>
                    <a:pt x="32" y="24"/>
                    <a:pt x="0" y="74"/>
                    <a:pt x="12" y="125"/>
                  </a:cubicBezTo>
                  <a:cubicBezTo>
                    <a:pt x="24" y="175"/>
                    <a:pt x="74" y="207"/>
                    <a:pt x="125" y="19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311"/>
            <p:cNvSpPr>
              <a:spLocks/>
            </p:cNvSpPr>
            <p:nvPr/>
          </p:nvSpPr>
          <p:spPr bwMode="auto">
            <a:xfrm>
              <a:off x="3582988" y="3338513"/>
              <a:ext cx="338138" cy="293687"/>
            </a:xfrm>
            <a:custGeom>
              <a:avLst/>
              <a:gdLst>
                <a:gd name="T0" fmla="*/ 1 w 261"/>
                <a:gd name="T1" fmla="*/ 189 h 226"/>
                <a:gd name="T2" fmla="*/ 30 w 261"/>
                <a:gd name="T3" fmla="*/ 224 h 226"/>
                <a:gd name="T4" fmla="*/ 66 w 261"/>
                <a:gd name="T5" fmla="*/ 226 h 226"/>
                <a:gd name="T6" fmla="*/ 66 w 261"/>
                <a:gd name="T7" fmla="*/ 226 h 226"/>
                <a:gd name="T8" fmla="*/ 173 w 261"/>
                <a:gd name="T9" fmla="*/ 200 h 226"/>
                <a:gd name="T10" fmla="*/ 249 w 261"/>
                <a:gd name="T11" fmla="*/ 107 h 226"/>
                <a:gd name="T12" fmla="*/ 261 w 261"/>
                <a:gd name="T13" fmla="*/ 36 h 226"/>
                <a:gd name="T14" fmla="*/ 261 w 261"/>
                <a:gd name="T15" fmla="*/ 31 h 226"/>
                <a:gd name="T16" fmla="*/ 228 w 261"/>
                <a:gd name="T17" fmla="*/ 0 h 226"/>
                <a:gd name="T18" fmla="*/ 197 w 261"/>
                <a:gd name="T19" fmla="*/ 34 h 226"/>
                <a:gd name="T20" fmla="*/ 197 w 261"/>
                <a:gd name="T21" fmla="*/ 34 h 226"/>
                <a:gd name="T22" fmla="*/ 197 w 261"/>
                <a:gd name="T23" fmla="*/ 34 h 226"/>
                <a:gd name="T24" fmla="*/ 197 w 261"/>
                <a:gd name="T25" fmla="*/ 34 h 226"/>
                <a:gd name="T26" fmla="*/ 197 w 261"/>
                <a:gd name="T27" fmla="*/ 36 h 226"/>
                <a:gd name="T28" fmla="*/ 179 w 261"/>
                <a:gd name="T29" fmla="*/ 108 h 226"/>
                <a:gd name="T30" fmla="*/ 141 w 261"/>
                <a:gd name="T31" fmla="*/ 145 h 226"/>
                <a:gd name="T32" fmla="*/ 66 w 261"/>
                <a:gd name="T33" fmla="*/ 162 h 226"/>
                <a:gd name="T34" fmla="*/ 37 w 261"/>
                <a:gd name="T35" fmla="*/ 161 h 226"/>
                <a:gd name="T36" fmla="*/ 1 w 261"/>
                <a:gd name="T37" fmla="*/ 189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1" h="226">
                  <a:moveTo>
                    <a:pt x="1" y="189"/>
                  </a:moveTo>
                  <a:cubicBezTo>
                    <a:pt x="0" y="207"/>
                    <a:pt x="12" y="222"/>
                    <a:pt x="30" y="224"/>
                  </a:cubicBezTo>
                  <a:cubicBezTo>
                    <a:pt x="42" y="225"/>
                    <a:pt x="54" y="226"/>
                    <a:pt x="66" y="226"/>
                  </a:cubicBezTo>
                  <a:cubicBezTo>
                    <a:pt x="66" y="226"/>
                    <a:pt x="66" y="226"/>
                    <a:pt x="66" y="226"/>
                  </a:cubicBezTo>
                  <a:cubicBezTo>
                    <a:pt x="109" y="226"/>
                    <a:pt x="145" y="217"/>
                    <a:pt x="173" y="200"/>
                  </a:cubicBezTo>
                  <a:cubicBezTo>
                    <a:pt x="216" y="176"/>
                    <a:pt x="238" y="139"/>
                    <a:pt x="249" y="107"/>
                  </a:cubicBezTo>
                  <a:cubicBezTo>
                    <a:pt x="260" y="75"/>
                    <a:pt x="261" y="47"/>
                    <a:pt x="261" y="36"/>
                  </a:cubicBezTo>
                  <a:cubicBezTo>
                    <a:pt x="261" y="33"/>
                    <a:pt x="261" y="31"/>
                    <a:pt x="261" y="31"/>
                  </a:cubicBezTo>
                  <a:cubicBezTo>
                    <a:pt x="260" y="13"/>
                    <a:pt x="245" y="0"/>
                    <a:pt x="228" y="0"/>
                  </a:cubicBezTo>
                  <a:cubicBezTo>
                    <a:pt x="210" y="1"/>
                    <a:pt x="197" y="16"/>
                    <a:pt x="197" y="34"/>
                  </a:cubicBezTo>
                  <a:cubicBezTo>
                    <a:pt x="197" y="34"/>
                    <a:pt x="197" y="34"/>
                    <a:pt x="197" y="34"/>
                  </a:cubicBezTo>
                  <a:cubicBezTo>
                    <a:pt x="197" y="34"/>
                    <a:pt x="197" y="34"/>
                    <a:pt x="197" y="34"/>
                  </a:cubicBezTo>
                  <a:cubicBezTo>
                    <a:pt x="197" y="34"/>
                    <a:pt x="197" y="34"/>
                    <a:pt x="197" y="34"/>
                  </a:cubicBezTo>
                  <a:cubicBezTo>
                    <a:pt x="197" y="34"/>
                    <a:pt x="197" y="35"/>
                    <a:pt x="197" y="36"/>
                  </a:cubicBezTo>
                  <a:cubicBezTo>
                    <a:pt x="198" y="45"/>
                    <a:pt x="196" y="79"/>
                    <a:pt x="179" y="108"/>
                  </a:cubicBezTo>
                  <a:cubicBezTo>
                    <a:pt x="170" y="122"/>
                    <a:pt x="159" y="135"/>
                    <a:pt x="141" y="145"/>
                  </a:cubicBezTo>
                  <a:cubicBezTo>
                    <a:pt x="124" y="155"/>
                    <a:pt x="100" y="162"/>
                    <a:pt x="66" y="162"/>
                  </a:cubicBezTo>
                  <a:cubicBezTo>
                    <a:pt x="57" y="162"/>
                    <a:pt x="47" y="162"/>
                    <a:pt x="37" y="161"/>
                  </a:cubicBezTo>
                  <a:cubicBezTo>
                    <a:pt x="19" y="159"/>
                    <a:pt x="3" y="171"/>
                    <a:pt x="1" y="1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54" name="组合 253"/>
          <p:cNvGrpSpPr/>
          <p:nvPr/>
        </p:nvGrpSpPr>
        <p:grpSpPr>
          <a:xfrm>
            <a:off x="4433888" y="3025775"/>
            <a:ext cx="1138238" cy="1235075"/>
            <a:chOff x="4433888" y="3025775"/>
            <a:chExt cx="1138238" cy="1235075"/>
          </a:xfrm>
          <a:solidFill>
            <a:schemeClr val="tx1">
              <a:lumMod val="65000"/>
              <a:lumOff val="35000"/>
            </a:schemeClr>
          </a:solidFill>
        </p:grpSpPr>
        <p:sp>
          <p:nvSpPr>
            <p:cNvPr id="255" name="Freeform 312"/>
            <p:cNvSpPr>
              <a:spLocks/>
            </p:cNvSpPr>
            <p:nvPr/>
          </p:nvSpPr>
          <p:spPr bwMode="auto">
            <a:xfrm>
              <a:off x="4595813" y="3887788"/>
              <a:ext cx="163513" cy="125412"/>
            </a:xfrm>
            <a:custGeom>
              <a:avLst/>
              <a:gdLst>
                <a:gd name="T0" fmla="*/ 114 w 127"/>
                <a:gd name="T1" fmla="*/ 40 h 96"/>
                <a:gd name="T2" fmla="*/ 117 w 127"/>
                <a:gd name="T3" fmla="*/ 96 h 96"/>
                <a:gd name="T4" fmla="*/ 127 w 127"/>
                <a:gd name="T5" fmla="*/ 23 h 96"/>
                <a:gd name="T6" fmla="*/ 125 w 127"/>
                <a:gd name="T7" fmla="*/ 0 h 96"/>
                <a:gd name="T8" fmla="*/ 2 w 127"/>
                <a:gd name="T9" fmla="*/ 0 h 96"/>
                <a:gd name="T10" fmla="*/ 0 w 127"/>
                <a:gd name="T11" fmla="*/ 22 h 96"/>
                <a:gd name="T12" fmla="*/ 10 w 127"/>
                <a:gd name="T13" fmla="*/ 96 h 96"/>
                <a:gd name="T14" fmla="*/ 13 w 127"/>
                <a:gd name="T15" fmla="*/ 40 h 96"/>
                <a:gd name="T16" fmla="*/ 114 w 127"/>
                <a:gd name="T17" fmla="*/ 4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96">
                  <a:moveTo>
                    <a:pt x="114" y="40"/>
                  </a:moveTo>
                  <a:cubicBezTo>
                    <a:pt x="117" y="96"/>
                    <a:pt x="117" y="96"/>
                    <a:pt x="117" y="96"/>
                  </a:cubicBezTo>
                  <a:cubicBezTo>
                    <a:pt x="126" y="59"/>
                    <a:pt x="127" y="36"/>
                    <a:pt x="127" y="23"/>
                  </a:cubicBezTo>
                  <a:cubicBezTo>
                    <a:pt x="127" y="13"/>
                    <a:pt x="126" y="5"/>
                    <a:pt x="125" y="0"/>
                  </a:cubicBezTo>
                  <a:cubicBezTo>
                    <a:pt x="2" y="0"/>
                    <a:pt x="2" y="0"/>
                    <a:pt x="2" y="0"/>
                  </a:cubicBezTo>
                  <a:cubicBezTo>
                    <a:pt x="1" y="5"/>
                    <a:pt x="0" y="12"/>
                    <a:pt x="0" y="22"/>
                  </a:cubicBezTo>
                  <a:cubicBezTo>
                    <a:pt x="0" y="36"/>
                    <a:pt x="1" y="59"/>
                    <a:pt x="10" y="96"/>
                  </a:cubicBezTo>
                  <a:cubicBezTo>
                    <a:pt x="13" y="40"/>
                    <a:pt x="13" y="40"/>
                    <a:pt x="13" y="40"/>
                  </a:cubicBezTo>
                  <a:lnTo>
                    <a:pt x="114"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Freeform 313"/>
            <p:cNvSpPr>
              <a:spLocks/>
            </p:cNvSpPr>
            <p:nvPr/>
          </p:nvSpPr>
          <p:spPr bwMode="auto">
            <a:xfrm>
              <a:off x="4637088" y="4113213"/>
              <a:ext cx="80963" cy="22225"/>
            </a:xfrm>
            <a:custGeom>
              <a:avLst/>
              <a:gdLst>
                <a:gd name="T0" fmla="*/ 0 w 63"/>
                <a:gd name="T1" fmla="*/ 0 h 17"/>
                <a:gd name="T2" fmla="*/ 5 w 63"/>
                <a:gd name="T3" fmla="*/ 17 h 17"/>
                <a:gd name="T4" fmla="*/ 57 w 63"/>
                <a:gd name="T5" fmla="*/ 17 h 17"/>
                <a:gd name="T6" fmla="*/ 63 w 63"/>
                <a:gd name="T7" fmla="*/ 0 h 17"/>
                <a:gd name="T8" fmla="*/ 0 w 63"/>
                <a:gd name="T9" fmla="*/ 0 h 17"/>
              </a:gdLst>
              <a:ahLst/>
              <a:cxnLst>
                <a:cxn ang="0">
                  <a:pos x="T0" y="T1"/>
                </a:cxn>
                <a:cxn ang="0">
                  <a:pos x="T2" y="T3"/>
                </a:cxn>
                <a:cxn ang="0">
                  <a:pos x="T4" y="T5"/>
                </a:cxn>
                <a:cxn ang="0">
                  <a:pos x="T6" y="T7"/>
                </a:cxn>
                <a:cxn ang="0">
                  <a:pos x="T8" y="T9"/>
                </a:cxn>
              </a:cxnLst>
              <a:rect l="0" t="0" r="r" b="b"/>
              <a:pathLst>
                <a:path w="63" h="17">
                  <a:moveTo>
                    <a:pt x="0" y="0"/>
                  </a:moveTo>
                  <a:cubicBezTo>
                    <a:pt x="1" y="5"/>
                    <a:pt x="3" y="11"/>
                    <a:pt x="5" y="17"/>
                  </a:cubicBezTo>
                  <a:cubicBezTo>
                    <a:pt x="57" y="17"/>
                    <a:pt x="57" y="17"/>
                    <a:pt x="57" y="17"/>
                  </a:cubicBezTo>
                  <a:cubicBezTo>
                    <a:pt x="59" y="11"/>
                    <a:pt x="61" y="5"/>
                    <a:pt x="63"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 name="Freeform 314"/>
            <p:cNvSpPr>
              <a:spLocks/>
            </p:cNvSpPr>
            <p:nvPr/>
          </p:nvSpPr>
          <p:spPr bwMode="auto">
            <a:xfrm>
              <a:off x="4603750" y="3856038"/>
              <a:ext cx="149225" cy="15875"/>
            </a:xfrm>
            <a:custGeom>
              <a:avLst/>
              <a:gdLst>
                <a:gd name="T0" fmla="*/ 108 w 115"/>
                <a:gd name="T1" fmla="*/ 6 h 12"/>
                <a:gd name="T2" fmla="*/ 93 w 115"/>
                <a:gd name="T3" fmla="*/ 2 h 12"/>
                <a:gd name="T4" fmla="*/ 58 w 115"/>
                <a:gd name="T5" fmla="*/ 0 h 12"/>
                <a:gd name="T6" fmla="*/ 57 w 115"/>
                <a:gd name="T7" fmla="*/ 0 h 12"/>
                <a:gd name="T8" fmla="*/ 57 w 115"/>
                <a:gd name="T9" fmla="*/ 0 h 12"/>
                <a:gd name="T10" fmla="*/ 19 w 115"/>
                <a:gd name="T11" fmla="*/ 2 h 12"/>
                <a:gd name="T12" fmla="*/ 3 w 115"/>
                <a:gd name="T13" fmla="*/ 9 h 12"/>
                <a:gd name="T14" fmla="*/ 0 w 115"/>
                <a:gd name="T15" fmla="*/ 12 h 12"/>
                <a:gd name="T16" fmla="*/ 115 w 115"/>
                <a:gd name="T17" fmla="*/ 12 h 12"/>
                <a:gd name="T18" fmla="*/ 108 w 115"/>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5" h="12">
                  <a:moveTo>
                    <a:pt x="108" y="6"/>
                  </a:moveTo>
                  <a:cubicBezTo>
                    <a:pt x="106" y="5"/>
                    <a:pt x="101" y="3"/>
                    <a:pt x="93" y="2"/>
                  </a:cubicBezTo>
                  <a:cubicBezTo>
                    <a:pt x="84" y="0"/>
                    <a:pt x="73" y="0"/>
                    <a:pt x="58" y="0"/>
                  </a:cubicBezTo>
                  <a:cubicBezTo>
                    <a:pt x="57" y="0"/>
                    <a:pt x="57" y="0"/>
                    <a:pt x="57" y="0"/>
                  </a:cubicBezTo>
                  <a:cubicBezTo>
                    <a:pt x="57" y="0"/>
                    <a:pt x="57" y="0"/>
                    <a:pt x="57" y="0"/>
                  </a:cubicBezTo>
                  <a:cubicBezTo>
                    <a:pt x="40" y="0"/>
                    <a:pt x="28" y="0"/>
                    <a:pt x="19" y="2"/>
                  </a:cubicBezTo>
                  <a:cubicBezTo>
                    <a:pt x="9" y="4"/>
                    <a:pt x="5" y="7"/>
                    <a:pt x="3" y="9"/>
                  </a:cubicBezTo>
                  <a:cubicBezTo>
                    <a:pt x="2" y="9"/>
                    <a:pt x="1" y="10"/>
                    <a:pt x="0" y="12"/>
                  </a:cubicBezTo>
                  <a:cubicBezTo>
                    <a:pt x="115" y="12"/>
                    <a:pt x="115" y="12"/>
                    <a:pt x="115" y="12"/>
                  </a:cubicBezTo>
                  <a:cubicBezTo>
                    <a:pt x="113" y="9"/>
                    <a:pt x="112" y="8"/>
                    <a:pt x="108"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Freeform 315"/>
            <p:cNvSpPr>
              <a:spLocks/>
            </p:cNvSpPr>
            <p:nvPr/>
          </p:nvSpPr>
          <p:spPr bwMode="auto">
            <a:xfrm>
              <a:off x="4543425" y="3159125"/>
              <a:ext cx="268288" cy="268287"/>
            </a:xfrm>
            <a:custGeom>
              <a:avLst/>
              <a:gdLst>
                <a:gd name="T0" fmla="*/ 12 w 207"/>
                <a:gd name="T1" fmla="*/ 125 h 207"/>
                <a:gd name="T2" fmla="*/ 125 w 207"/>
                <a:gd name="T3" fmla="*/ 195 h 207"/>
                <a:gd name="T4" fmla="*/ 195 w 207"/>
                <a:gd name="T5" fmla="*/ 82 h 207"/>
                <a:gd name="T6" fmla="*/ 82 w 207"/>
                <a:gd name="T7" fmla="*/ 12 h 207"/>
                <a:gd name="T8" fmla="*/ 12 w 207"/>
                <a:gd name="T9" fmla="*/ 125 h 207"/>
              </a:gdLst>
              <a:ahLst/>
              <a:cxnLst>
                <a:cxn ang="0">
                  <a:pos x="T0" y="T1"/>
                </a:cxn>
                <a:cxn ang="0">
                  <a:pos x="T2" y="T3"/>
                </a:cxn>
                <a:cxn ang="0">
                  <a:pos x="T4" y="T5"/>
                </a:cxn>
                <a:cxn ang="0">
                  <a:pos x="T6" y="T7"/>
                </a:cxn>
                <a:cxn ang="0">
                  <a:pos x="T8" y="T9"/>
                </a:cxn>
              </a:cxnLst>
              <a:rect l="0" t="0" r="r" b="b"/>
              <a:pathLst>
                <a:path w="207" h="207">
                  <a:moveTo>
                    <a:pt x="12" y="125"/>
                  </a:moveTo>
                  <a:cubicBezTo>
                    <a:pt x="24" y="175"/>
                    <a:pt x="74" y="207"/>
                    <a:pt x="125" y="195"/>
                  </a:cubicBezTo>
                  <a:cubicBezTo>
                    <a:pt x="175" y="183"/>
                    <a:pt x="207" y="133"/>
                    <a:pt x="195" y="82"/>
                  </a:cubicBezTo>
                  <a:cubicBezTo>
                    <a:pt x="183" y="31"/>
                    <a:pt x="133" y="0"/>
                    <a:pt x="82" y="12"/>
                  </a:cubicBezTo>
                  <a:cubicBezTo>
                    <a:pt x="32" y="24"/>
                    <a:pt x="0" y="74"/>
                    <a:pt x="12" y="1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 name="Freeform 316"/>
            <p:cNvSpPr>
              <a:spLocks noEditPoints="1"/>
            </p:cNvSpPr>
            <p:nvPr/>
          </p:nvSpPr>
          <p:spPr bwMode="auto">
            <a:xfrm>
              <a:off x="4433888" y="3436938"/>
              <a:ext cx="731838" cy="823912"/>
            </a:xfrm>
            <a:custGeom>
              <a:avLst/>
              <a:gdLst>
                <a:gd name="T0" fmla="*/ 483 w 565"/>
                <a:gd name="T1" fmla="*/ 156 h 635"/>
                <a:gd name="T2" fmla="*/ 447 w 565"/>
                <a:gd name="T3" fmla="*/ 114 h 635"/>
                <a:gd name="T4" fmla="*/ 379 w 565"/>
                <a:gd name="T5" fmla="*/ 80 h 635"/>
                <a:gd name="T6" fmla="*/ 356 w 565"/>
                <a:gd name="T7" fmla="*/ 51 h 635"/>
                <a:gd name="T8" fmla="*/ 334 w 565"/>
                <a:gd name="T9" fmla="*/ 61 h 635"/>
                <a:gd name="T10" fmla="*/ 300 w 565"/>
                <a:gd name="T11" fmla="*/ 23 h 635"/>
                <a:gd name="T12" fmla="*/ 299 w 565"/>
                <a:gd name="T13" fmla="*/ 20 h 635"/>
                <a:gd name="T14" fmla="*/ 266 w 565"/>
                <a:gd name="T15" fmla="*/ 0 h 635"/>
                <a:gd name="T16" fmla="*/ 100 w 565"/>
                <a:gd name="T17" fmla="*/ 1 h 635"/>
                <a:gd name="T18" fmla="*/ 57 w 565"/>
                <a:gd name="T19" fmla="*/ 29 h 635"/>
                <a:gd name="T20" fmla="*/ 0 w 565"/>
                <a:gd name="T21" fmla="*/ 148 h 635"/>
                <a:gd name="T22" fmla="*/ 23 w 565"/>
                <a:gd name="T23" fmla="*/ 223 h 635"/>
                <a:gd name="T24" fmla="*/ 115 w 565"/>
                <a:gd name="T25" fmla="*/ 300 h 635"/>
                <a:gd name="T26" fmla="*/ 133 w 565"/>
                <a:gd name="T27" fmla="*/ 241 h 635"/>
                <a:gd name="T28" fmla="*/ 64 w 565"/>
                <a:gd name="T29" fmla="*/ 157 h 635"/>
                <a:gd name="T30" fmla="*/ 80 w 565"/>
                <a:gd name="T31" fmla="*/ 101 h 635"/>
                <a:gd name="T32" fmla="*/ 84 w 565"/>
                <a:gd name="T33" fmla="*/ 184 h 635"/>
                <a:gd name="T34" fmla="*/ 148 w 565"/>
                <a:gd name="T35" fmla="*/ 290 h 635"/>
                <a:gd name="T36" fmla="*/ 92 w 565"/>
                <a:gd name="T37" fmla="*/ 301 h 635"/>
                <a:gd name="T38" fmla="*/ 32 w 565"/>
                <a:gd name="T39" fmla="*/ 282 h 635"/>
                <a:gd name="T40" fmla="*/ 13 w 565"/>
                <a:gd name="T41" fmla="*/ 370 h 635"/>
                <a:gd name="T42" fmla="*/ 130 w 565"/>
                <a:gd name="T43" fmla="*/ 625 h 635"/>
                <a:gd name="T44" fmla="*/ 117 w 565"/>
                <a:gd name="T45" fmla="*/ 370 h 635"/>
                <a:gd name="T46" fmla="*/ 129 w 565"/>
                <a:gd name="T47" fmla="*/ 326 h 635"/>
                <a:gd name="T48" fmla="*/ 188 w 565"/>
                <a:gd name="T49" fmla="*/ 315 h 635"/>
                <a:gd name="T50" fmla="*/ 242 w 565"/>
                <a:gd name="T51" fmla="*/ 322 h 635"/>
                <a:gd name="T52" fmla="*/ 260 w 565"/>
                <a:gd name="T53" fmla="*/ 370 h 635"/>
                <a:gd name="T54" fmla="*/ 247 w 565"/>
                <a:gd name="T55" fmla="*/ 625 h 635"/>
                <a:gd name="T56" fmla="*/ 313 w 565"/>
                <a:gd name="T57" fmla="*/ 594 h 635"/>
                <a:gd name="T58" fmla="*/ 364 w 565"/>
                <a:gd name="T59" fmla="*/ 370 h 635"/>
                <a:gd name="T60" fmla="*/ 348 w 565"/>
                <a:gd name="T61" fmla="*/ 288 h 635"/>
                <a:gd name="T62" fmla="*/ 297 w 565"/>
                <a:gd name="T63" fmla="*/ 233 h 635"/>
                <a:gd name="T64" fmla="*/ 305 w 565"/>
                <a:gd name="T65" fmla="*/ 120 h 635"/>
                <a:gd name="T66" fmla="*/ 300 w 565"/>
                <a:gd name="T67" fmla="*/ 131 h 635"/>
                <a:gd name="T68" fmla="*/ 324 w 565"/>
                <a:gd name="T69" fmla="*/ 160 h 635"/>
                <a:gd name="T70" fmla="*/ 348 w 565"/>
                <a:gd name="T71" fmla="*/ 146 h 635"/>
                <a:gd name="T72" fmla="*/ 524 w 565"/>
                <a:gd name="T73" fmla="*/ 186 h 635"/>
                <a:gd name="T74" fmla="*/ 565 w 565"/>
                <a:gd name="T75" fmla="*/ 154 h 635"/>
                <a:gd name="T76" fmla="*/ 338 w 565"/>
                <a:gd name="T77" fmla="*/ 149 h 635"/>
                <a:gd name="T78" fmla="*/ 311 w 565"/>
                <a:gd name="T79" fmla="*/ 145 h 635"/>
                <a:gd name="T80" fmla="*/ 342 w 565"/>
                <a:gd name="T81" fmla="*/ 62 h 635"/>
                <a:gd name="T82" fmla="*/ 368 w 565"/>
                <a:gd name="T83" fmla="*/ 66 h 635"/>
                <a:gd name="T84" fmla="*/ 338 w 565"/>
                <a:gd name="T85" fmla="*/ 149 h 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65" h="635">
                  <a:moveTo>
                    <a:pt x="520" y="158"/>
                  </a:moveTo>
                  <a:cubicBezTo>
                    <a:pt x="508" y="158"/>
                    <a:pt x="496" y="157"/>
                    <a:pt x="483" y="156"/>
                  </a:cubicBezTo>
                  <a:cubicBezTo>
                    <a:pt x="473" y="155"/>
                    <a:pt x="463" y="150"/>
                    <a:pt x="456" y="142"/>
                  </a:cubicBezTo>
                  <a:cubicBezTo>
                    <a:pt x="450" y="134"/>
                    <a:pt x="447" y="124"/>
                    <a:pt x="447" y="114"/>
                  </a:cubicBezTo>
                  <a:cubicBezTo>
                    <a:pt x="418" y="108"/>
                    <a:pt x="395" y="99"/>
                    <a:pt x="375" y="89"/>
                  </a:cubicBezTo>
                  <a:cubicBezTo>
                    <a:pt x="379" y="80"/>
                    <a:pt x="379" y="80"/>
                    <a:pt x="379" y="80"/>
                  </a:cubicBezTo>
                  <a:cubicBezTo>
                    <a:pt x="383" y="72"/>
                    <a:pt x="379" y="62"/>
                    <a:pt x="371" y="59"/>
                  </a:cubicBezTo>
                  <a:cubicBezTo>
                    <a:pt x="356" y="51"/>
                    <a:pt x="356" y="51"/>
                    <a:pt x="356" y="51"/>
                  </a:cubicBezTo>
                  <a:cubicBezTo>
                    <a:pt x="348" y="48"/>
                    <a:pt x="338" y="51"/>
                    <a:pt x="334" y="59"/>
                  </a:cubicBezTo>
                  <a:cubicBezTo>
                    <a:pt x="334" y="61"/>
                    <a:pt x="334" y="61"/>
                    <a:pt x="334" y="61"/>
                  </a:cubicBezTo>
                  <a:cubicBezTo>
                    <a:pt x="322" y="51"/>
                    <a:pt x="314" y="41"/>
                    <a:pt x="308" y="34"/>
                  </a:cubicBezTo>
                  <a:cubicBezTo>
                    <a:pt x="304" y="29"/>
                    <a:pt x="302" y="25"/>
                    <a:pt x="300" y="23"/>
                  </a:cubicBezTo>
                  <a:cubicBezTo>
                    <a:pt x="300" y="22"/>
                    <a:pt x="299" y="21"/>
                    <a:pt x="299" y="21"/>
                  </a:cubicBezTo>
                  <a:cubicBezTo>
                    <a:pt x="299" y="20"/>
                    <a:pt x="299" y="20"/>
                    <a:pt x="299" y="20"/>
                  </a:cubicBezTo>
                  <a:cubicBezTo>
                    <a:pt x="296" y="14"/>
                    <a:pt x="291" y="10"/>
                    <a:pt x="286" y="7"/>
                  </a:cubicBezTo>
                  <a:cubicBezTo>
                    <a:pt x="280" y="2"/>
                    <a:pt x="273" y="0"/>
                    <a:pt x="266" y="0"/>
                  </a:cubicBezTo>
                  <a:cubicBezTo>
                    <a:pt x="111" y="0"/>
                    <a:pt x="111" y="0"/>
                    <a:pt x="111" y="0"/>
                  </a:cubicBezTo>
                  <a:cubicBezTo>
                    <a:pt x="107" y="0"/>
                    <a:pt x="104" y="0"/>
                    <a:pt x="100" y="1"/>
                  </a:cubicBezTo>
                  <a:cubicBezTo>
                    <a:pt x="94" y="2"/>
                    <a:pt x="88" y="3"/>
                    <a:pt x="83" y="7"/>
                  </a:cubicBezTo>
                  <a:cubicBezTo>
                    <a:pt x="82" y="8"/>
                    <a:pt x="71" y="16"/>
                    <a:pt x="57" y="29"/>
                  </a:cubicBezTo>
                  <a:cubicBezTo>
                    <a:pt x="43" y="43"/>
                    <a:pt x="26" y="63"/>
                    <a:pt x="14" y="89"/>
                  </a:cubicBezTo>
                  <a:cubicBezTo>
                    <a:pt x="6" y="106"/>
                    <a:pt x="0" y="126"/>
                    <a:pt x="0" y="148"/>
                  </a:cubicBezTo>
                  <a:cubicBezTo>
                    <a:pt x="0" y="151"/>
                    <a:pt x="0" y="154"/>
                    <a:pt x="0" y="157"/>
                  </a:cubicBezTo>
                  <a:cubicBezTo>
                    <a:pt x="2" y="178"/>
                    <a:pt x="9" y="201"/>
                    <a:pt x="23" y="223"/>
                  </a:cubicBezTo>
                  <a:cubicBezTo>
                    <a:pt x="39" y="248"/>
                    <a:pt x="63" y="272"/>
                    <a:pt x="97" y="294"/>
                  </a:cubicBezTo>
                  <a:cubicBezTo>
                    <a:pt x="102" y="298"/>
                    <a:pt x="108" y="300"/>
                    <a:pt x="115" y="300"/>
                  </a:cubicBezTo>
                  <a:cubicBezTo>
                    <a:pt x="125" y="300"/>
                    <a:pt x="135" y="295"/>
                    <a:pt x="141" y="286"/>
                  </a:cubicBezTo>
                  <a:cubicBezTo>
                    <a:pt x="151" y="271"/>
                    <a:pt x="147" y="251"/>
                    <a:pt x="133" y="241"/>
                  </a:cubicBezTo>
                  <a:cubicBezTo>
                    <a:pt x="104" y="222"/>
                    <a:pt x="87" y="204"/>
                    <a:pt x="77" y="189"/>
                  </a:cubicBezTo>
                  <a:cubicBezTo>
                    <a:pt x="69" y="177"/>
                    <a:pt x="66" y="166"/>
                    <a:pt x="64" y="157"/>
                  </a:cubicBezTo>
                  <a:cubicBezTo>
                    <a:pt x="64" y="154"/>
                    <a:pt x="64" y="151"/>
                    <a:pt x="64" y="148"/>
                  </a:cubicBezTo>
                  <a:cubicBezTo>
                    <a:pt x="64" y="132"/>
                    <a:pt x="71" y="116"/>
                    <a:pt x="80" y="101"/>
                  </a:cubicBezTo>
                  <a:cubicBezTo>
                    <a:pt x="80" y="179"/>
                    <a:pt x="80" y="179"/>
                    <a:pt x="80" y="179"/>
                  </a:cubicBezTo>
                  <a:cubicBezTo>
                    <a:pt x="81" y="180"/>
                    <a:pt x="82" y="182"/>
                    <a:pt x="84" y="184"/>
                  </a:cubicBezTo>
                  <a:cubicBezTo>
                    <a:pt x="94" y="201"/>
                    <a:pt x="112" y="218"/>
                    <a:pt x="137" y="235"/>
                  </a:cubicBezTo>
                  <a:cubicBezTo>
                    <a:pt x="155" y="247"/>
                    <a:pt x="160" y="272"/>
                    <a:pt x="148" y="290"/>
                  </a:cubicBezTo>
                  <a:cubicBezTo>
                    <a:pt x="140" y="301"/>
                    <a:pt x="128" y="308"/>
                    <a:pt x="115" y="308"/>
                  </a:cubicBezTo>
                  <a:cubicBezTo>
                    <a:pt x="107" y="308"/>
                    <a:pt x="99" y="305"/>
                    <a:pt x="92" y="301"/>
                  </a:cubicBezTo>
                  <a:cubicBezTo>
                    <a:pt x="74" y="289"/>
                    <a:pt x="58" y="276"/>
                    <a:pt x="45" y="263"/>
                  </a:cubicBezTo>
                  <a:cubicBezTo>
                    <a:pt x="40" y="269"/>
                    <a:pt x="36" y="275"/>
                    <a:pt x="32" y="282"/>
                  </a:cubicBezTo>
                  <a:cubicBezTo>
                    <a:pt x="28" y="290"/>
                    <a:pt x="25" y="298"/>
                    <a:pt x="22" y="307"/>
                  </a:cubicBezTo>
                  <a:cubicBezTo>
                    <a:pt x="16" y="326"/>
                    <a:pt x="13" y="347"/>
                    <a:pt x="13" y="370"/>
                  </a:cubicBezTo>
                  <a:cubicBezTo>
                    <a:pt x="13" y="427"/>
                    <a:pt x="29" y="497"/>
                    <a:pt x="64" y="594"/>
                  </a:cubicBezTo>
                  <a:cubicBezTo>
                    <a:pt x="73" y="621"/>
                    <a:pt x="103" y="635"/>
                    <a:pt x="130" y="625"/>
                  </a:cubicBezTo>
                  <a:cubicBezTo>
                    <a:pt x="157" y="615"/>
                    <a:pt x="171" y="586"/>
                    <a:pt x="161" y="559"/>
                  </a:cubicBezTo>
                  <a:cubicBezTo>
                    <a:pt x="128" y="468"/>
                    <a:pt x="116" y="407"/>
                    <a:pt x="117" y="370"/>
                  </a:cubicBezTo>
                  <a:cubicBezTo>
                    <a:pt x="117" y="351"/>
                    <a:pt x="120" y="340"/>
                    <a:pt x="123" y="334"/>
                  </a:cubicBezTo>
                  <a:cubicBezTo>
                    <a:pt x="125" y="329"/>
                    <a:pt x="126" y="328"/>
                    <a:pt x="129" y="326"/>
                  </a:cubicBezTo>
                  <a:cubicBezTo>
                    <a:pt x="132" y="323"/>
                    <a:pt x="137" y="320"/>
                    <a:pt x="148" y="318"/>
                  </a:cubicBezTo>
                  <a:cubicBezTo>
                    <a:pt x="158" y="315"/>
                    <a:pt x="172" y="314"/>
                    <a:pt x="188" y="315"/>
                  </a:cubicBezTo>
                  <a:cubicBezTo>
                    <a:pt x="203" y="314"/>
                    <a:pt x="215" y="315"/>
                    <a:pt x="225" y="317"/>
                  </a:cubicBezTo>
                  <a:cubicBezTo>
                    <a:pt x="233" y="318"/>
                    <a:pt x="238" y="320"/>
                    <a:pt x="242" y="322"/>
                  </a:cubicBezTo>
                  <a:cubicBezTo>
                    <a:pt x="248" y="325"/>
                    <a:pt x="250" y="327"/>
                    <a:pt x="253" y="332"/>
                  </a:cubicBezTo>
                  <a:cubicBezTo>
                    <a:pt x="256" y="337"/>
                    <a:pt x="260" y="349"/>
                    <a:pt x="260" y="370"/>
                  </a:cubicBezTo>
                  <a:cubicBezTo>
                    <a:pt x="260" y="407"/>
                    <a:pt x="248" y="468"/>
                    <a:pt x="216" y="559"/>
                  </a:cubicBezTo>
                  <a:cubicBezTo>
                    <a:pt x="206" y="586"/>
                    <a:pt x="220" y="615"/>
                    <a:pt x="247" y="625"/>
                  </a:cubicBezTo>
                  <a:cubicBezTo>
                    <a:pt x="253" y="627"/>
                    <a:pt x="259" y="628"/>
                    <a:pt x="264" y="628"/>
                  </a:cubicBezTo>
                  <a:cubicBezTo>
                    <a:pt x="286" y="628"/>
                    <a:pt x="306" y="615"/>
                    <a:pt x="313" y="594"/>
                  </a:cubicBezTo>
                  <a:cubicBezTo>
                    <a:pt x="313" y="594"/>
                    <a:pt x="313" y="594"/>
                    <a:pt x="313" y="594"/>
                  </a:cubicBezTo>
                  <a:cubicBezTo>
                    <a:pt x="348" y="497"/>
                    <a:pt x="364" y="427"/>
                    <a:pt x="364" y="370"/>
                  </a:cubicBezTo>
                  <a:cubicBezTo>
                    <a:pt x="364" y="341"/>
                    <a:pt x="360" y="314"/>
                    <a:pt x="349" y="291"/>
                  </a:cubicBezTo>
                  <a:cubicBezTo>
                    <a:pt x="348" y="290"/>
                    <a:pt x="348" y="289"/>
                    <a:pt x="348" y="288"/>
                  </a:cubicBezTo>
                  <a:cubicBezTo>
                    <a:pt x="340" y="272"/>
                    <a:pt x="329" y="257"/>
                    <a:pt x="316" y="247"/>
                  </a:cubicBezTo>
                  <a:cubicBezTo>
                    <a:pt x="310" y="241"/>
                    <a:pt x="303" y="237"/>
                    <a:pt x="297" y="233"/>
                  </a:cubicBezTo>
                  <a:cubicBezTo>
                    <a:pt x="297" y="113"/>
                    <a:pt x="297" y="113"/>
                    <a:pt x="297" y="113"/>
                  </a:cubicBezTo>
                  <a:cubicBezTo>
                    <a:pt x="299" y="115"/>
                    <a:pt x="302" y="118"/>
                    <a:pt x="305" y="120"/>
                  </a:cubicBezTo>
                  <a:cubicBezTo>
                    <a:pt x="306" y="120"/>
                    <a:pt x="306" y="120"/>
                    <a:pt x="306" y="120"/>
                  </a:cubicBezTo>
                  <a:cubicBezTo>
                    <a:pt x="300" y="131"/>
                    <a:pt x="300" y="131"/>
                    <a:pt x="300" y="131"/>
                  </a:cubicBezTo>
                  <a:cubicBezTo>
                    <a:pt x="297" y="139"/>
                    <a:pt x="300" y="149"/>
                    <a:pt x="308" y="153"/>
                  </a:cubicBezTo>
                  <a:cubicBezTo>
                    <a:pt x="324" y="160"/>
                    <a:pt x="324" y="160"/>
                    <a:pt x="324" y="160"/>
                  </a:cubicBezTo>
                  <a:cubicBezTo>
                    <a:pt x="332" y="164"/>
                    <a:pt x="341" y="160"/>
                    <a:pt x="345" y="152"/>
                  </a:cubicBezTo>
                  <a:cubicBezTo>
                    <a:pt x="348" y="146"/>
                    <a:pt x="348" y="146"/>
                    <a:pt x="348" y="146"/>
                  </a:cubicBezTo>
                  <a:cubicBezTo>
                    <a:pt x="391" y="169"/>
                    <a:pt x="448" y="186"/>
                    <a:pt x="523" y="186"/>
                  </a:cubicBezTo>
                  <a:cubicBezTo>
                    <a:pt x="523" y="186"/>
                    <a:pt x="523" y="186"/>
                    <a:pt x="524" y="186"/>
                  </a:cubicBezTo>
                  <a:cubicBezTo>
                    <a:pt x="527" y="186"/>
                    <a:pt x="530" y="186"/>
                    <a:pt x="534" y="186"/>
                  </a:cubicBezTo>
                  <a:cubicBezTo>
                    <a:pt x="551" y="185"/>
                    <a:pt x="565" y="171"/>
                    <a:pt x="565" y="154"/>
                  </a:cubicBezTo>
                  <a:cubicBezTo>
                    <a:pt x="551" y="157"/>
                    <a:pt x="536" y="158"/>
                    <a:pt x="520" y="158"/>
                  </a:cubicBezTo>
                  <a:close/>
                  <a:moveTo>
                    <a:pt x="338" y="149"/>
                  </a:moveTo>
                  <a:cubicBezTo>
                    <a:pt x="336" y="153"/>
                    <a:pt x="331" y="155"/>
                    <a:pt x="327" y="153"/>
                  </a:cubicBezTo>
                  <a:cubicBezTo>
                    <a:pt x="311" y="145"/>
                    <a:pt x="311" y="145"/>
                    <a:pt x="311" y="145"/>
                  </a:cubicBezTo>
                  <a:cubicBezTo>
                    <a:pt x="307" y="143"/>
                    <a:pt x="306" y="139"/>
                    <a:pt x="308" y="135"/>
                  </a:cubicBezTo>
                  <a:cubicBezTo>
                    <a:pt x="342" y="62"/>
                    <a:pt x="342" y="62"/>
                    <a:pt x="342" y="62"/>
                  </a:cubicBezTo>
                  <a:cubicBezTo>
                    <a:pt x="344" y="58"/>
                    <a:pt x="348" y="57"/>
                    <a:pt x="352" y="59"/>
                  </a:cubicBezTo>
                  <a:cubicBezTo>
                    <a:pt x="368" y="66"/>
                    <a:pt x="368" y="66"/>
                    <a:pt x="368" y="66"/>
                  </a:cubicBezTo>
                  <a:cubicBezTo>
                    <a:pt x="372" y="68"/>
                    <a:pt x="374" y="73"/>
                    <a:pt x="372" y="77"/>
                  </a:cubicBezTo>
                  <a:lnTo>
                    <a:pt x="338" y="1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 name="Freeform 317"/>
            <p:cNvSpPr>
              <a:spLocks/>
            </p:cNvSpPr>
            <p:nvPr/>
          </p:nvSpPr>
          <p:spPr bwMode="auto">
            <a:xfrm>
              <a:off x="5126038" y="3025775"/>
              <a:ext cx="260350" cy="258762"/>
            </a:xfrm>
            <a:custGeom>
              <a:avLst/>
              <a:gdLst>
                <a:gd name="T0" fmla="*/ 14 w 201"/>
                <a:gd name="T1" fmla="*/ 125 h 200"/>
                <a:gd name="T2" fmla="*/ 125 w 201"/>
                <a:gd name="T3" fmla="*/ 187 h 200"/>
                <a:gd name="T4" fmla="*/ 187 w 201"/>
                <a:gd name="T5" fmla="*/ 76 h 200"/>
                <a:gd name="T6" fmla="*/ 76 w 201"/>
                <a:gd name="T7" fmla="*/ 14 h 200"/>
                <a:gd name="T8" fmla="*/ 14 w 201"/>
                <a:gd name="T9" fmla="*/ 125 h 200"/>
              </a:gdLst>
              <a:ahLst/>
              <a:cxnLst>
                <a:cxn ang="0">
                  <a:pos x="T0" y="T1"/>
                </a:cxn>
                <a:cxn ang="0">
                  <a:pos x="T2" y="T3"/>
                </a:cxn>
                <a:cxn ang="0">
                  <a:pos x="T4" y="T5"/>
                </a:cxn>
                <a:cxn ang="0">
                  <a:pos x="T6" y="T7"/>
                </a:cxn>
                <a:cxn ang="0">
                  <a:pos x="T8" y="T9"/>
                </a:cxn>
              </a:cxnLst>
              <a:rect l="0" t="0" r="r" b="b"/>
              <a:pathLst>
                <a:path w="201" h="200">
                  <a:moveTo>
                    <a:pt x="14" y="125"/>
                  </a:moveTo>
                  <a:cubicBezTo>
                    <a:pt x="27" y="173"/>
                    <a:pt x="77" y="200"/>
                    <a:pt x="125" y="187"/>
                  </a:cubicBezTo>
                  <a:cubicBezTo>
                    <a:pt x="173" y="173"/>
                    <a:pt x="201" y="124"/>
                    <a:pt x="187" y="76"/>
                  </a:cubicBezTo>
                  <a:cubicBezTo>
                    <a:pt x="174" y="28"/>
                    <a:pt x="124" y="0"/>
                    <a:pt x="76" y="14"/>
                  </a:cubicBezTo>
                  <a:cubicBezTo>
                    <a:pt x="28" y="27"/>
                    <a:pt x="0" y="77"/>
                    <a:pt x="14" y="1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 name="Freeform 318"/>
            <p:cNvSpPr>
              <a:spLocks noEditPoints="1"/>
            </p:cNvSpPr>
            <p:nvPr/>
          </p:nvSpPr>
          <p:spPr bwMode="auto">
            <a:xfrm>
              <a:off x="4992688" y="3282950"/>
              <a:ext cx="579438" cy="965200"/>
            </a:xfrm>
            <a:custGeom>
              <a:avLst/>
              <a:gdLst>
                <a:gd name="T0" fmla="*/ 264 w 447"/>
                <a:gd name="T1" fmla="*/ 745 h 745"/>
                <a:gd name="T2" fmla="*/ 265 w 447"/>
                <a:gd name="T3" fmla="*/ 745 h 745"/>
                <a:gd name="T4" fmla="*/ 315 w 447"/>
                <a:gd name="T5" fmla="*/ 697 h 745"/>
                <a:gd name="T6" fmla="*/ 321 w 447"/>
                <a:gd name="T7" fmla="*/ 529 h 745"/>
                <a:gd name="T8" fmla="*/ 422 w 447"/>
                <a:gd name="T9" fmla="*/ 498 h 745"/>
                <a:gd name="T10" fmla="*/ 266 w 447"/>
                <a:gd name="T11" fmla="*/ 3 h 745"/>
                <a:gd name="T12" fmla="*/ 199 w 447"/>
                <a:gd name="T13" fmla="*/ 15 h 745"/>
                <a:gd name="T14" fmla="*/ 172 w 447"/>
                <a:gd name="T15" fmla="*/ 68 h 745"/>
                <a:gd name="T16" fmla="*/ 158 w 447"/>
                <a:gd name="T17" fmla="*/ 95 h 745"/>
                <a:gd name="T18" fmla="*/ 132 w 447"/>
                <a:gd name="T19" fmla="*/ 127 h 745"/>
                <a:gd name="T20" fmla="*/ 115 w 447"/>
                <a:gd name="T21" fmla="*/ 137 h 745"/>
                <a:gd name="T22" fmla="*/ 98 w 447"/>
                <a:gd name="T23" fmla="*/ 127 h 745"/>
                <a:gd name="T24" fmla="*/ 62 w 447"/>
                <a:gd name="T25" fmla="*/ 72 h 745"/>
                <a:gd name="T26" fmla="*/ 43 w 447"/>
                <a:gd name="T27" fmla="*/ 55 h 745"/>
                <a:gd name="T28" fmla="*/ 43 w 447"/>
                <a:gd name="T29" fmla="*/ 55 h 745"/>
                <a:gd name="T30" fmla="*/ 46 w 447"/>
                <a:gd name="T31" fmla="*/ 60 h 745"/>
                <a:gd name="T32" fmla="*/ 49 w 447"/>
                <a:gd name="T33" fmla="*/ 67 h 745"/>
                <a:gd name="T34" fmla="*/ 55 w 447"/>
                <a:gd name="T35" fmla="*/ 80 h 745"/>
                <a:gd name="T36" fmla="*/ 58 w 447"/>
                <a:gd name="T37" fmla="*/ 87 h 745"/>
                <a:gd name="T38" fmla="*/ 51 w 447"/>
                <a:gd name="T39" fmla="*/ 91 h 745"/>
                <a:gd name="T40" fmla="*/ 26 w 447"/>
                <a:gd name="T41" fmla="*/ 102 h 745"/>
                <a:gd name="T42" fmla="*/ 18 w 447"/>
                <a:gd name="T43" fmla="*/ 105 h 745"/>
                <a:gd name="T44" fmla="*/ 15 w 447"/>
                <a:gd name="T45" fmla="*/ 98 h 745"/>
                <a:gd name="T46" fmla="*/ 9 w 447"/>
                <a:gd name="T47" fmla="*/ 85 h 745"/>
                <a:gd name="T48" fmla="*/ 7 w 447"/>
                <a:gd name="T49" fmla="*/ 80 h 745"/>
                <a:gd name="T50" fmla="*/ 4 w 447"/>
                <a:gd name="T51" fmla="*/ 73 h 745"/>
                <a:gd name="T52" fmla="*/ 4 w 447"/>
                <a:gd name="T53" fmla="*/ 73 h 745"/>
                <a:gd name="T54" fmla="*/ 4 w 447"/>
                <a:gd name="T55" fmla="*/ 98 h 745"/>
                <a:gd name="T56" fmla="*/ 53 w 447"/>
                <a:gd name="T57" fmla="*/ 173 h 745"/>
                <a:gd name="T58" fmla="*/ 91 w 447"/>
                <a:gd name="T59" fmla="*/ 197 h 745"/>
                <a:gd name="T60" fmla="*/ 159 w 447"/>
                <a:gd name="T61" fmla="*/ 181 h 745"/>
                <a:gd name="T62" fmla="*/ 194 w 447"/>
                <a:gd name="T63" fmla="*/ 147 h 745"/>
                <a:gd name="T64" fmla="*/ 211 w 447"/>
                <a:gd name="T65" fmla="*/ 79 h 745"/>
                <a:gd name="T66" fmla="*/ 211 w 447"/>
                <a:gd name="T67" fmla="*/ 77 h 745"/>
                <a:gd name="T68" fmla="*/ 249 w 447"/>
                <a:gd name="T69" fmla="*/ 35 h 745"/>
                <a:gd name="T70" fmla="*/ 251 w 447"/>
                <a:gd name="T71" fmla="*/ 35 h 745"/>
                <a:gd name="T72" fmla="*/ 291 w 447"/>
                <a:gd name="T73" fmla="*/ 73 h 745"/>
                <a:gd name="T74" fmla="*/ 291 w 447"/>
                <a:gd name="T75" fmla="*/ 79 h 745"/>
                <a:gd name="T76" fmla="*/ 279 w 447"/>
                <a:gd name="T77" fmla="*/ 153 h 745"/>
                <a:gd name="T78" fmla="*/ 199 w 447"/>
                <a:gd name="T79" fmla="*/ 250 h 745"/>
                <a:gd name="T80" fmla="*/ 161 w 447"/>
                <a:gd name="T81" fmla="*/ 267 h 745"/>
                <a:gd name="T82" fmla="*/ 161 w 447"/>
                <a:gd name="T83" fmla="*/ 267 h 745"/>
                <a:gd name="T84" fmla="*/ 161 w 447"/>
                <a:gd name="T85" fmla="*/ 512 h 745"/>
                <a:gd name="T86" fmla="*/ 221 w 447"/>
                <a:gd name="T87" fmla="*/ 530 h 745"/>
                <a:gd name="T88" fmla="*/ 215 w 447"/>
                <a:gd name="T89" fmla="*/ 693 h 745"/>
                <a:gd name="T90" fmla="*/ 264 w 447"/>
                <a:gd name="T91" fmla="*/ 745 h 745"/>
                <a:gd name="T92" fmla="*/ 217 w 447"/>
                <a:gd name="T93" fmla="*/ 392 h 745"/>
                <a:gd name="T94" fmla="*/ 212 w 447"/>
                <a:gd name="T95" fmla="*/ 376 h 745"/>
                <a:gd name="T96" fmla="*/ 280 w 447"/>
                <a:gd name="T97" fmla="*/ 359 h 745"/>
                <a:gd name="T98" fmla="*/ 282 w 447"/>
                <a:gd name="T99" fmla="*/ 370 h 745"/>
                <a:gd name="T100" fmla="*/ 217 w 447"/>
                <a:gd name="T101" fmla="*/ 39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47" h="745">
                  <a:moveTo>
                    <a:pt x="264" y="745"/>
                  </a:moveTo>
                  <a:cubicBezTo>
                    <a:pt x="264" y="745"/>
                    <a:pt x="265" y="745"/>
                    <a:pt x="265" y="745"/>
                  </a:cubicBezTo>
                  <a:cubicBezTo>
                    <a:pt x="292" y="745"/>
                    <a:pt x="315" y="724"/>
                    <a:pt x="315" y="697"/>
                  </a:cubicBezTo>
                  <a:cubicBezTo>
                    <a:pt x="321" y="529"/>
                    <a:pt x="321" y="529"/>
                    <a:pt x="321" y="529"/>
                  </a:cubicBezTo>
                  <a:cubicBezTo>
                    <a:pt x="374" y="524"/>
                    <a:pt x="420" y="514"/>
                    <a:pt x="422" y="498"/>
                  </a:cubicBezTo>
                  <a:cubicBezTo>
                    <a:pt x="447" y="275"/>
                    <a:pt x="385" y="11"/>
                    <a:pt x="266" y="3"/>
                  </a:cubicBezTo>
                  <a:cubicBezTo>
                    <a:pt x="218" y="0"/>
                    <a:pt x="209" y="7"/>
                    <a:pt x="199" y="15"/>
                  </a:cubicBezTo>
                  <a:cubicBezTo>
                    <a:pt x="186" y="25"/>
                    <a:pt x="178" y="44"/>
                    <a:pt x="172" y="68"/>
                  </a:cubicBezTo>
                  <a:cubicBezTo>
                    <a:pt x="168" y="77"/>
                    <a:pt x="163" y="86"/>
                    <a:pt x="158" y="95"/>
                  </a:cubicBezTo>
                  <a:cubicBezTo>
                    <a:pt x="150" y="108"/>
                    <a:pt x="141" y="120"/>
                    <a:pt x="132" y="127"/>
                  </a:cubicBezTo>
                  <a:cubicBezTo>
                    <a:pt x="124" y="135"/>
                    <a:pt x="118" y="137"/>
                    <a:pt x="115" y="137"/>
                  </a:cubicBezTo>
                  <a:cubicBezTo>
                    <a:pt x="112" y="137"/>
                    <a:pt x="108" y="136"/>
                    <a:pt x="98" y="127"/>
                  </a:cubicBezTo>
                  <a:cubicBezTo>
                    <a:pt x="88" y="118"/>
                    <a:pt x="76" y="100"/>
                    <a:pt x="62" y="72"/>
                  </a:cubicBezTo>
                  <a:cubicBezTo>
                    <a:pt x="59" y="63"/>
                    <a:pt x="51" y="57"/>
                    <a:pt x="43" y="55"/>
                  </a:cubicBezTo>
                  <a:cubicBezTo>
                    <a:pt x="43" y="55"/>
                    <a:pt x="43" y="55"/>
                    <a:pt x="43" y="55"/>
                  </a:cubicBezTo>
                  <a:cubicBezTo>
                    <a:pt x="46" y="60"/>
                    <a:pt x="46" y="60"/>
                    <a:pt x="46" y="60"/>
                  </a:cubicBezTo>
                  <a:cubicBezTo>
                    <a:pt x="49" y="67"/>
                    <a:pt x="49" y="67"/>
                    <a:pt x="49" y="67"/>
                  </a:cubicBezTo>
                  <a:cubicBezTo>
                    <a:pt x="55" y="80"/>
                    <a:pt x="55" y="80"/>
                    <a:pt x="55" y="80"/>
                  </a:cubicBezTo>
                  <a:cubicBezTo>
                    <a:pt x="58" y="87"/>
                    <a:pt x="58" y="87"/>
                    <a:pt x="58" y="87"/>
                  </a:cubicBezTo>
                  <a:cubicBezTo>
                    <a:pt x="51" y="91"/>
                    <a:pt x="51" y="91"/>
                    <a:pt x="51" y="91"/>
                  </a:cubicBezTo>
                  <a:cubicBezTo>
                    <a:pt x="26" y="102"/>
                    <a:pt x="26" y="102"/>
                    <a:pt x="26" y="102"/>
                  </a:cubicBezTo>
                  <a:cubicBezTo>
                    <a:pt x="18" y="105"/>
                    <a:pt x="18" y="105"/>
                    <a:pt x="18" y="105"/>
                  </a:cubicBezTo>
                  <a:cubicBezTo>
                    <a:pt x="15" y="98"/>
                    <a:pt x="15" y="98"/>
                    <a:pt x="15" y="98"/>
                  </a:cubicBezTo>
                  <a:cubicBezTo>
                    <a:pt x="9" y="85"/>
                    <a:pt x="9" y="85"/>
                    <a:pt x="9" y="85"/>
                  </a:cubicBezTo>
                  <a:cubicBezTo>
                    <a:pt x="7" y="80"/>
                    <a:pt x="7" y="80"/>
                    <a:pt x="7" y="80"/>
                  </a:cubicBezTo>
                  <a:cubicBezTo>
                    <a:pt x="4" y="73"/>
                    <a:pt x="4" y="73"/>
                    <a:pt x="4" y="73"/>
                  </a:cubicBezTo>
                  <a:cubicBezTo>
                    <a:pt x="4" y="73"/>
                    <a:pt x="4" y="73"/>
                    <a:pt x="4" y="73"/>
                  </a:cubicBezTo>
                  <a:cubicBezTo>
                    <a:pt x="1" y="81"/>
                    <a:pt x="0" y="90"/>
                    <a:pt x="4" y="98"/>
                  </a:cubicBezTo>
                  <a:cubicBezTo>
                    <a:pt x="20" y="132"/>
                    <a:pt x="35" y="156"/>
                    <a:pt x="53" y="173"/>
                  </a:cubicBezTo>
                  <a:cubicBezTo>
                    <a:pt x="65" y="184"/>
                    <a:pt x="78" y="192"/>
                    <a:pt x="91" y="197"/>
                  </a:cubicBezTo>
                  <a:cubicBezTo>
                    <a:pt x="119" y="197"/>
                    <a:pt x="141" y="191"/>
                    <a:pt x="159" y="181"/>
                  </a:cubicBezTo>
                  <a:cubicBezTo>
                    <a:pt x="174" y="173"/>
                    <a:pt x="185" y="162"/>
                    <a:pt x="194" y="147"/>
                  </a:cubicBezTo>
                  <a:cubicBezTo>
                    <a:pt x="209" y="121"/>
                    <a:pt x="212" y="89"/>
                    <a:pt x="211" y="79"/>
                  </a:cubicBezTo>
                  <a:cubicBezTo>
                    <a:pt x="211" y="78"/>
                    <a:pt x="211" y="77"/>
                    <a:pt x="211" y="77"/>
                  </a:cubicBezTo>
                  <a:cubicBezTo>
                    <a:pt x="210" y="55"/>
                    <a:pt x="227" y="36"/>
                    <a:pt x="249" y="35"/>
                  </a:cubicBezTo>
                  <a:cubicBezTo>
                    <a:pt x="250" y="35"/>
                    <a:pt x="251" y="35"/>
                    <a:pt x="251" y="35"/>
                  </a:cubicBezTo>
                  <a:cubicBezTo>
                    <a:pt x="273" y="35"/>
                    <a:pt x="290" y="52"/>
                    <a:pt x="291" y="73"/>
                  </a:cubicBezTo>
                  <a:cubicBezTo>
                    <a:pt x="291" y="74"/>
                    <a:pt x="291" y="76"/>
                    <a:pt x="291" y="79"/>
                  </a:cubicBezTo>
                  <a:cubicBezTo>
                    <a:pt x="291" y="96"/>
                    <a:pt x="289" y="123"/>
                    <a:pt x="279" y="153"/>
                  </a:cubicBezTo>
                  <a:cubicBezTo>
                    <a:pt x="268" y="182"/>
                    <a:pt x="246" y="224"/>
                    <a:pt x="199" y="250"/>
                  </a:cubicBezTo>
                  <a:cubicBezTo>
                    <a:pt x="187" y="257"/>
                    <a:pt x="175" y="263"/>
                    <a:pt x="161" y="267"/>
                  </a:cubicBezTo>
                  <a:cubicBezTo>
                    <a:pt x="161" y="267"/>
                    <a:pt x="161" y="267"/>
                    <a:pt x="161" y="267"/>
                  </a:cubicBezTo>
                  <a:cubicBezTo>
                    <a:pt x="163" y="334"/>
                    <a:pt x="138" y="480"/>
                    <a:pt x="161" y="512"/>
                  </a:cubicBezTo>
                  <a:cubicBezTo>
                    <a:pt x="167" y="521"/>
                    <a:pt x="190" y="527"/>
                    <a:pt x="221" y="530"/>
                  </a:cubicBezTo>
                  <a:cubicBezTo>
                    <a:pt x="215" y="693"/>
                    <a:pt x="215" y="693"/>
                    <a:pt x="215" y="693"/>
                  </a:cubicBezTo>
                  <a:cubicBezTo>
                    <a:pt x="215" y="721"/>
                    <a:pt x="236" y="744"/>
                    <a:pt x="264" y="745"/>
                  </a:cubicBezTo>
                  <a:close/>
                  <a:moveTo>
                    <a:pt x="217" y="392"/>
                  </a:moveTo>
                  <a:cubicBezTo>
                    <a:pt x="212" y="376"/>
                    <a:pt x="212" y="376"/>
                    <a:pt x="212" y="376"/>
                  </a:cubicBezTo>
                  <a:cubicBezTo>
                    <a:pt x="280" y="359"/>
                    <a:pt x="280" y="359"/>
                    <a:pt x="280" y="359"/>
                  </a:cubicBezTo>
                  <a:cubicBezTo>
                    <a:pt x="282" y="370"/>
                    <a:pt x="282" y="370"/>
                    <a:pt x="282" y="370"/>
                  </a:cubicBezTo>
                  <a:lnTo>
                    <a:pt x="217" y="3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 name="Freeform 319"/>
            <p:cNvSpPr>
              <a:spLocks/>
            </p:cNvSpPr>
            <p:nvPr/>
          </p:nvSpPr>
          <p:spPr bwMode="auto">
            <a:xfrm>
              <a:off x="4918075" y="3690938"/>
              <a:ext cx="250825" cy="554037"/>
            </a:xfrm>
            <a:custGeom>
              <a:avLst/>
              <a:gdLst>
                <a:gd name="T0" fmla="*/ 143 w 158"/>
                <a:gd name="T1" fmla="*/ 349 h 349"/>
                <a:gd name="T2" fmla="*/ 143 w 158"/>
                <a:gd name="T3" fmla="*/ 292 h 349"/>
                <a:gd name="T4" fmla="*/ 158 w 158"/>
                <a:gd name="T5" fmla="*/ 292 h 349"/>
                <a:gd name="T6" fmla="*/ 158 w 158"/>
                <a:gd name="T7" fmla="*/ 0 h 349"/>
                <a:gd name="T8" fmla="*/ 0 w 158"/>
                <a:gd name="T9" fmla="*/ 0 h 349"/>
                <a:gd name="T10" fmla="*/ 0 w 158"/>
                <a:gd name="T11" fmla="*/ 292 h 349"/>
                <a:gd name="T12" fmla="*/ 15 w 158"/>
                <a:gd name="T13" fmla="*/ 292 h 349"/>
                <a:gd name="T14" fmla="*/ 15 w 158"/>
                <a:gd name="T15" fmla="*/ 349 h 349"/>
                <a:gd name="T16" fmla="*/ 38 w 158"/>
                <a:gd name="T17" fmla="*/ 349 h 349"/>
                <a:gd name="T18" fmla="*/ 38 w 158"/>
                <a:gd name="T19" fmla="*/ 292 h 349"/>
                <a:gd name="T20" fmla="*/ 120 w 158"/>
                <a:gd name="T21" fmla="*/ 292 h 349"/>
                <a:gd name="T22" fmla="*/ 120 w 158"/>
                <a:gd name="T23" fmla="*/ 349 h 349"/>
                <a:gd name="T24" fmla="*/ 143 w 158"/>
                <a:gd name="T25" fmla="*/ 349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8" h="349">
                  <a:moveTo>
                    <a:pt x="143" y="349"/>
                  </a:moveTo>
                  <a:lnTo>
                    <a:pt x="143" y="292"/>
                  </a:lnTo>
                  <a:lnTo>
                    <a:pt x="158" y="292"/>
                  </a:lnTo>
                  <a:lnTo>
                    <a:pt x="158" y="0"/>
                  </a:lnTo>
                  <a:lnTo>
                    <a:pt x="0" y="0"/>
                  </a:lnTo>
                  <a:lnTo>
                    <a:pt x="0" y="292"/>
                  </a:lnTo>
                  <a:lnTo>
                    <a:pt x="15" y="292"/>
                  </a:lnTo>
                  <a:lnTo>
                    <a:pt x="15" y="349"/>
                  </a:lnTo>
                  <a:lnTo>
                    <a:pt x="38" y="349"/>
                  </a:lnTo>
                  <a:lnTo>
                    <a:pt x="38" y="292"/>
                  </a:lnTo>
                  <a:lnTo>
                    <a:pt x="120" y="292"/>
                  </a:lnTo>
                  <a:lnTo>
                    <a:pt x="120" y="349"/>
                  </a:lnTo>
                  <a:lnTo>
                    <a:pt x="143" y="3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 name="Freeform 320"/>
            <p:cNvSpPr>
              <a:spLocks/>
            </p:cNvSpPr>
            <p:nvPr/>
          </p:nvSpPr>
          <p:spPr bwMode="auto">
            <a:xfrm>
              <a:off x="4941888" y="3190875"/>
              <a:ext cx="112713" cy="214312"/>
            </a:xfrm>
            <a:custGeom>
              <a:avLst/>
              <a:gdLst>
                <a:gd name="T0" fmla="*/ 49 w 71"/>
                <a:gd name="T1" fmla="*/ 111 h 135"/>
                <a:gd name="T2" fmla="*/ 54 w 71"/>
                <a:gd name="T3" fmla="*/ 122 h 135"/>
                <a:gd name="T4" fmla="*/ 46 w 71"/>
                <a:gd name="T5" fmla="*/ 125 h 135"/>
                <a:gd name="T6" fmla="*/ 50 w 71"/>
                <a:gd name="T7" fmla="*/ 135 h 135"/>
                <a:gd name="T8" fmla="*/ 71 w 71"/>
                <a:gd name="T9" fmla="*/ 126 h 135"/>
                <a:gd name="T10" fmla="*/ 67 w 71"/>
                <a:gd name="T11" fmla="*/ 116 h 135"/>
                <a:gd name="T12" fmla="*/ 59 w 71"/>
                <a:gd name="T13" fmla="*/ 120 h 135"/>
                <a:gd name="T14" fmla="*/ 54 w 71"/>
                <a:gd name="T15" fmla="*/ 109 h 135"/>
                <a:gd name="T16" fmla="*/ 62 w 71"/>
                <a:gd name="T17" fmla="*/ 106 h 135"/>
                <a:gd name="T18" fmla="*/ 37 w 71"/>
                <a:gd name="T19" fmla="*/ 51 h 135"/>
                <a:gd name="T20" fmla="*/ 30 w 71"/>
                <a:gd name="T21" fmla="*/ 54 h 135"/>
                <a:gd name="T22" fmla="*/ 5 w 71"/>
                <a:gd name="T23" fmla="*/ 0 h 135"/>
                <a:gd name="T24" fmla="*/ 0 w 71"/>
                <a:gd name="T25" fmla="*/ 3 h 135"/>
                <a:gd name="T26" fmla="*/ 24 w 71"/>
                <a:gd name="T27" fmla="*/ 57 h 135"/>
                <a:gd name="T28" fmla="*/ 17 w 71"/>
                <a:gd name="T29" fmla="*/ 60 h 135"/>
                <a:gd name="T30" fmla="*/ 41 w 71"/>
                <a:gd name="T31" fmla="*/ 115 h 135"/>
                <a:gd name="T32" fmla="*/ 49 w 71"/>
                <a:gd name="T33" fmla="*/ 111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1" h="135">
                  <a:moveTo>
                    <a:pt x="49" y="111"/>
                  </a:moveTo>
                  <a:lnTo>
                    <a:pt x="54" y="122"/>
                  </a:lnTo>
                  <a:lnTo>
                    <a:pt x="46" y="125"/>
                  </a:lnTo>
                  <a:lnTo>
                    <a:pt x="50" y="135"/>
                  </a:lnTo>
                  <a:lnTo>
                    <a:pt x="71" y="126"/>
                  </a:lnTo>
                  <a:lnTo>
                    <a:pt x="67" y="116"/>
                  </a:lnTo>
                  <a:lnTo>
                    <a:pt x="59" y="120"/>
                  </a:lnTo>
                  <a:lnTo>
                    <a:pt x="54" y="109"/>
                  </a:lnTo>
                  <a:lnTo>
                    <a:pt x="62" y="106"/>
                  </a:lnTo>
                  <a:lnTo>
                    <a:pt x="37" y="51"/>
                  </a:lnTo>
                  <a:lnTo>
                    <a:pt x="30" y="54"/>
                  </a:lnTo>
                  <a:lnTo>
                    <a:pt x="5" y="0"/>
                  </a:lnTo>
                  <a:lnTo>
                    <a:pt x="0" y="3"/>
                  </a:lnTo>
                  <a:lnTo>
                    <a:pt x="24" y="57"/>
                  </a:lnTo>
                  <a:lnTo>
                    <a:pt x="17" y="60"/>
                  </a:lnTo>
                  <a:lnTo>
                    <a:pt x="41" y="115"/>
                  </a:lnTo>
                  <a:lnTo>
                    <a:pt x="49"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 name="Freeform 321"/>
            <p:cNvSpPr>
              <a:spLocks/>
            </p:cNvSpPr>
            <p:nvPr/>
          </p:nvSpPr>
          <p:spPr bwMode="auto">
            <a:xfrm>
              <a:off x="5021263" y="3338513"/>
              <a:ext cx="338138" cy="293687"/>
            </a:xfrm>
            <a:custGeom>
              <a:avLst/>
              <a:gdLst>
                <a:gd name="T0" fmla="*/ 249 w 261"/>
                <a:gd name="T1" fmla="*/ 107 h 226"/>
                <a:gd name="T2" fmla="*/ 261 w 261"/>
                <a:gd name="T3" fmla="*/ 36 h 226"/>
                <a:gd name="T4" fmla="*/ 261 w 261"/>
                <a:gd name="T5" fmla="*/ 31 h 226"/>
                <a:gd name="T6" fmla="*/ 228 w 261"/>
                <a:gd name="T7" fmla="*/ 0 h 226"/>
                <a:gd name="T8" fmla="*/ 197 w 261"/>
                <a:gd name="T9" fmla="*/ 34 h 226"/>
                <a:gd name="T10" fmla="*/ 197 w 261"/>
                <a:gd name="T11" fmla="*/ 34 h 226"/>
                <a:gd name="T12" fmla="*/ 197 w 261"/>
                <a:gd name="T13" fmla="*/ 34 h 226"/>
                <a:gd name="T14" fmla="*/ 197 w 261"/>
                <a:gd name="T15" fmla="*/ 34 h 226"/>
                <a:gd name="T16" fmla="*/ 197 w 261"/>
                <a:gd name="T17" fmla="*/ 36 h 226"/>
                <a:gd name="T18" fmla="*/ 179 w 261"/>
                <a:gd name="T19" fmla="*/ 108 h 226"/>
                <a:gd name="T20" fmla="*/ 141 w 261"/>
                <a:gd name="T21" fmla="*/ 145 h 226"/>
                <a:gd name="T22" fmla="*/ 66 w 261"/>
                <a:gd name="T23" fmla="*/ 162 h 226"/>
                <a:gd name="T24" fmla="*/ 37 w 261"/>
                <a:gd name="T25" fmla="*/ 161 h 226"/>
                <a:gd name="T26" fmla="*/ 1 w 261"/>
                <a:gd name="T27" fmla="*/ 189 h 226"/>
                <a:gd name="T28" fmla="*/ 30 w 261"/>
                <a:gd name="T29" fmla="*/ 224 h 226"/>
                <a:gd name="T30" fmla="*/ 66 w 261"/>
                <a:gd name="T31" fmla="*/ 226 h 226"/>
                <a:gd name="T32" fmla="*/ 66 w 261"/>
                <a:gd name="T33" fmla="*/ 226 h 226"/>
                <a:gd name="T34" fmla="*/ 173 w 261"/>
                <a:gd name="T35" fmla="*/ 200 h 226"/>
                <a:gd name="T36" fmla="*/ 249 w 261"/>
                <a:gd name="T37" fmla="*/ 107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1" h="226">
                  <a:moveTo>
                    <a:pt x="249" y="107"/>
                  </a:moveTo>
                  <a:cubicBezTo>
                    <a:pt x="260" y="75"/>
                    <a:pt x="261" y="47"/>
                    <a:pt x="261" y="36"/>
                  </a:cubicBezTo>
                  <a:cubicBezTo>
                    <a:pt x="261" y="33"/>
                    <a:pt x="261" y="31"/>
                    <a:pt x="261" y="31"/>
                  </a:cubicBezTo>
                  <a:cubicBezTo>
                    <a:pt x="260" y="13"/>
                    <a:pt x="245" y="0"/>
                    <a:pt x="228" y="0"/>
                  </a:cubicBezTo>
                  <a:cubicBezTo>
                    <a:pt x="210" y="1"/>
                    <a:pt x="197" y="16"/>
                    <a:pt x="197" y="34"/>
                  </a:cubicBezTo>
                  <a:cubicBezTo>
                    <a:pt x="197" y="34"/>
                    <a:pt x="197" y="34"/>
                    <a:pt x="197" y="34"/>
                  </a:cubicBezTo>
                  <a:cubicBezTo>
                    <a:pt x="197" y="34"/>
                    <a:pt x="197" y="34"/>
                    <a:pt x="197" y="34"/>
                  </a:cubicBezTo>
                  <a:cubicBezTo>
                    <a:pt x="197" y="34"/>
                    <a:pt x="197" y="34"/>
                    <a:pt x="197" y="34"/>
                  </a:cubicBezTo>
                  <a:cubicBezTo>
                    <a:pt x="197" y="34"/>
                    <a:pt x="197" y="35"/>
                    <a:pt x="197" y="36"/>
                  </a:cubicBezTo>
                  <a:cubicBezTo>
                    <a:pt x="198" y="45"/>
                    <a:pt x="195" y="79"/>
                    <a:pt x="179" y="108"/>
                  </a:cubicBezTo>
                  <a:cubicBezTo>
                    <a:pt x="170" y="122"/>
                    <a:pt x="159" y="135"/>
                    <a:pt x="141" y="145"/>
                  </a:cubicBezTo>
                  <a:cubicBezTo>
                    <a:pt x="124" y="155"/>
                    <a:pt x="100" y="162"/>
                    <a:pt x="66" y="162"/>
                  </a:cubicBezTo>
                  <a:cubicBezTo>
                    <a:pt x="57" y="162"/>
                    <a:pt x="47" y="162"/>
                    <a:pt x="37" y="161"/>
                  </a:cubicBezTo>
                  <a:cubicBezTo>
                    <a:pt x="19" y="159"/>
                    <a:pt x="3" y="171"/>
                    <a:pt x="1" y="189"/>
                  </a:cubicBezTo>
                  <a:cubicBezTo>
                    <a:pt x="0" y="207"/>
                    <a:pt x="12" y="222"/>
                    <a:pt x="30" y="224"/>
                  </a:cubicBezTo>
                  <a:cubicBezTo>
                    <a:pt x="42" y="225"/>
                    <a:pt x="54" y="226"/>
                    <a:pt x="66" y="226"/>
                  </a:cubicBezTo>
                  <a:cubicBezTo>
                    <a:pt x="66" y="226"/>
                    <a:pt x="66" y="226"/>
                    <a:pt x="66" y="226"/>
                  </a:cubicBezTo>
                  <a:cubicBezTo>
                    <a:pt x="109" y="226"/>
                    <a:pt x="145" y="217"/>
                    <a:pt x="173" y="200"/>
                  </a:cubicBezTo>
                  <a:cubicBezTo>
                    <a:pt x="216" y="176"/>
                    <a:pt x="238" y="139"/>
                    <a:pt x="249"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65" name="组合 264"/>
          <p:cNvGrpSpPr/>
          <p:nvPr/>
        </p:nvGrpSpPr>
        <p:grpSpPr>
          <a:xfrm>
            <a:off x="161925" y="4629150"/>
            <a:ext cx="701676" cy="1398587"/>
            <a:chOff x="161925" y="4629150"/>
            <a:chExt cx="701676" cy="1398587"/>
          </a:xfrm>
          <a:solidFill>
            <a:schemeClr val="tx1">
              <a:lumMod val="65000"/>
              <a:lumOff val="35000"/>
            </a:schemeClr>
          </a:solidFill>
        </p:grpSpPr>
        <p:sp>
          <p:nvSpPr>
            <p:cNvPr id="266" name="Freeform 322"/>
            <p:cNvSpPr>
              <a:spLocks/>
            </p:cNvSpPr>
            <p:nvPr/>
          </p:nvSpPr>
          <p:spPr bwMode="auto">
            <a:xfrm>
              <a:off x="679450" y="4806950"/>
              <a:ext cx="104775" cy="74612"/>
            </a:xfrm>
            <a:custGeom>
              <a:avLst/>
              <a:gdLst>
                <a:gd name="T0" fmla="*/ 47 w 80"/>
                <a:gd name="T1" fmla="*/ 11 h 57"/>
                <a:gd name="T2" fmla="*/ 4 w 80"/>
                <a:gd name="T3" fmla="*/ 17 h 57"/>
                <a:gd name="T4" fmla="*/ 0 w 80"/>
                <a:gd name="T5" fmla="*/ 17 h 57"/>
                <a:gd name="T6" fmla="*/ 0 w 80"/>
                <a:gd name="T7" fmla="*/ 21 h 57"/>
                <a:gd name="T8" fmla="*/ 0 w 80"/>
                <a:gd name="T9" fmla="*/ 52 h 57"/>
                <a:gd name="T10" fmla="*/ 0 w 80"/>
                <a:gd name="T11" fmla="*/ 57 h 57"/>
                <a:gd name="T12" fmla="*/ 5 w 80"/>
                <a:gd name="T13" fmla="*/ 56 h 57"/>
                <a:gd name="T14" fmla="*/ 67 w 80"/>
                <a:gd name="T15" fmla="*/ 24 h 57"/>
                <a:gd name="T16" fmla="*/ 76 w 80"/>
                <a:gd name="T17" fmla="*/ 10 h 57"/>
                <a:gd name="T18" fmla="*/ 80 w 80"/>
                <a:gd name="T19" fmla="*/ 0 h 57"/>
                <a:gd name="T20" fmla="*/ 71 w 80"/>
                <a:gd name="T21" fmla="*/ 4 h 57"/>
                <a:gd name="T22" fmla="*/ 47 w 80"/>
                <a:gd name="T23" fmla="*/ 1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0" h="57">
                  <a:moveTo>
                    <a:pt x="47" y="11"/>
                  </a:moveTo>
                  <a:cubicBezTo>
                    <a:pt x="31" y="15"/>
                    <a:pt x="15" y="16"/>
                    <a:pt x="4" y="17"/>
                  </a:cubicBezTo>
                  <a:cubicBezTo>
                    <a:pt x="0" y="17"/>
                    <a:pt x="0" y="17"/>
                    <a:pt x="0" y="17"/>
                  </a:cubicBezTo>
                  <a:cubicBezTo>
                    <a:pt x="0" y="21"/>
                    <a:pt x="0" y="21"/>
                    <a:pt x="0" y="21"/>
                  </a:cubicBezTo>
                  <a:cubicBezTo>
                    <a:pt x="0" y="52"/>
                    <a:pt x="0" y="52"/>
                    <a:pt x="0" y="52"/>
                  </a:cubicBezTo>
                  <a:cubicBezTo>
                    <a:pt x="0" y="57"/>
                    <a:pt x="0" y="57"/>
                    <a:pt x="0" y="57"/>
                  </a:cubicBezTo>
                  <a:cubicBezTo>
                    <a:pt x="5" y="56"/>
                    <a:pt x="5" y="56"/>
                    <a:pt x="5" y="56"/>
                  </a:cubicBezTo>
                  <a:cubicBezTo>
                    <a:pt x="32" y="54"/>
                    <a:pt x="53" y="43"/>
                    <a:pt x="67" y="24"/>
                  </a:cubicBezTo>
                  <a:cubicBezTo>
                    <a:pt x="71" y="20"/>
                    <a:pt x="74" y="15"/>
                    <a:pt x="76" y="10"/>
                  </a:cubicBezTo>
                  <a:cubicBezTo>
                    <a:pt x="80" y="0"/>
                    <a:pt x="80" y="0"/>
                    <a:pt x="80" y="0"/>
                  </a:cubicBezTo>
                  <a:cubicBezTo>
                    <a:pt x="71" y="4"/>
                    <a:pt x="71" y="4"/>
                    <a:pt x="71" y="4"/>
                  </a:cubicBezTo>
                  <a:cubicBezTo>
                    <a:pt x="64" y="7"/>
                    <a:pt x="56" y="9"/>
                    <a:pt x="47"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 name="Freeform 323"/>
            <p:cNvSpPr>
              <a:spLocks/>
            </p:cNvSpPr>
            <p:nvPr/>
          </p:nvSpPr>
          <p:spPr bwMode="auto">
            <a:xfrm>
              <a:off x="679450" y="4745038"/>
              <a:ext cx="119063" cy="63500"/>
            </a:xfrm>
            <a:custGeom>
              <a:avLst/>
              <a:gdLst>
                <a:gd name="T0" fmla="*/ 91 w 91"/>
                <a:gd name="T1" fmla="*/ 10 h 49"/>
                <a:gd name="T2" fmla="*/ 89 w 91"/>
                <a:gd name="T3" fmla="*/ 9 h 49"/>
                <a:gd name="T4" fmla="*/ 83 w 91"/>
                <a:gd name="T5" fmla="*/ 5 h 49"/>
                <a:gd name="T6" fmla="*/ 83 w 91"/>
                <a:gd name="T7" fmla="*/ 5 h 49"/>
                <a:gd name="T8" fmla="*/ 82 w 91"/>
                <a:gd name="T9" fmla="*/ 5 h 49"/>
                <a:gd name="T10" fmla="*/ 81 w 91"/>
                <a:gd name="T11" fmla="*/ 4 h 49"/>
                <a:gd name="T12" fmla="*/ 80 w 91"/>
                <a:gd name="T13" fmla="*/ 4 h 49"/>
                <a:gd name="T14" fmla="*/ 47 w 91"/>
                <a:gd name="T15" fmla="*/ 0 h 49"/>
                <a:gd name="T16" fmla="*/ 47 w 91"/>
                <a:gd name="T17" fmla="*/ 0 h 49"/>
                <a:gd name="T18" fmla="*/ 9 w 91"/>
                <a:gd name="T19" fmla="*/ 2 h 49"/>
                <a:gd name="T20" fmla="*/ 4 w 91"/>
                <a:gd name="T21" fmla="*/ 3 h 49"/>
                <a:gd name="T22" fmla="*/ 0 w 91"/>
                <a:gd name="T23" fmla="*/ 4 h 49"/>
                <a:gd name="T24" fmla="*/ 0 w 91"/>
                <a:gd name="T25" fmla="*/ 7 h 49"/>
                <a:gd name="T26" fmla="*/ 0 w 91"/>
                <a:gd name="T27" fmla="*/ 45 h 49"/>
                <a:gd name="T28" fmla="*/ 0 w 91"/>
                <a:gd name="T29" fmla="*/ 49 h 49"/>
                <a:gd name="T30" fmla="*/ 5 w 91"/>
                <a:gd name="T31" fmla="*/ 49 h 49"/>
                <a:gd name="T32" fmla="*/ 24 w 91"/>
                <a:gd name="T33" fmla="*/ 47 h 49"/>
                <a:gd name="T34" fmla="*/ 78 w 91"/>
                <a:gd name="T35" fmla="*/ 31 h 49"/>
                <a:gd name="T36" fmla="*/ 91 w 91"/>
                <a:gd name="T37" fmla="*/ 13 h 49"/>
                <a:gd name="T38" fmla="*/ 91 w 91"/>
                <a:gd name="T39" fmla="*/ 12 h 49"/>
                <a:gd name="T40" fmla="*/ 91 w 91"/>
                <a:gd name="T41" fmla="*/ 1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1" h="49">
                  <a:moveTo>
                    <a:pt x="91" y="10"/>
                  </a:moveTo>
                  <a:cubicBezTo>
                    <a:pt x="89" y="9"/>
                    <a:pt x="89" y="9"/>
                    <a:pt x="89" y="9"/>
                  </a:cubicBezTo>
                  <a:cubicBezTo>
                    <a:pt x="87" y="8"/>
                    <a:pt x="85" y="6"/>
                    <a:pt x="83" y="5"/>
                  </a:cubicBezTo>
                  <a:cubicBezTo>
                    <a:pt x="83" y="5"/>
                    <a:pt x="83" y="5"/>
                    <a:pt x="83" y="5"/>
                  </a:cubicBezTo>
                  <a:cubicBezTo>
                    <a:pt x="82" y="5"/>
                    <a:pt x="82" y="5"/>
                    <a:pt x="82" y="5"/>
                  </a:cubicBezTo>
                  <a:cubicBezTo>
                    <a:pt x="81" y="4"/>
                    <a:pt x="81" y="4"/>
                    <a:pt x="81" y="4"/>
                  </a:cubicBezTo>
                  <a:cubicBezTo>
                    <a:pt x="81" y="4"/>
                    <a:pt x="80" y="4"/>
                    <a:pt x="80" y="4"/>
                  </a:cubicBezTo>
                  <a:cubicBezTo>
                    <a:pt x="70" y="1"/>
                    <a:pt x="55" y="0"/>
                    <a:pt x="47" y="0"/>
                  </a:cubicBezTo>
                  <a:cubicBezTo>
                    <a:pt x="47" y="0"/>
                    <a:pt x="47" y="0"/>
                    <a:pt x="47" y="0"/>
                  </a:cubicBezTo>
                  <a:cubicBezTo>
                    <a:pt x="33" y="0"/>
                    <a:pt x="19" y="1"/>
                    <a:pt x="9" y="2"/>
                  </a:cubicBezTo>
                  <a:cubicBezTo>
                    <a:pt x="7" y="3"/>
                    <a:pt x="6" y="3"/>
                    <a:pt x="4" y="3"/>
                  </a:cubicBezTo>
                  <a:cubicBezTo>
                    <a:pt x="0" y="4"/>
                    <a:pt x="0" y="4"/>
                    <a:pt x="0" y="4"/>
                  </a:cubicBezTo>
                  <a:cubicBezTo>
                    <a:pt x="0" y="7"/>
                    <a:pt x="0" y="7"/>
                    <a:pt x="0" y="7"/>
                  </a:cubicBezTo>
                  <a:cubicBezTo>
                    <a:pt x="0" y="45"/>
                    <a:pt x="0" y="45"/>
                    <a:pt x="0" y="45"/>
                  </a:cubicBezTo>
                  <a:cubicBezTo>
                    <a:pt x="0" y="49"/>
                    <a:pt x="0" y="49"/>
                    <a:pt x="0" y="49"/>
                  </a:cubicBezTo>
                  <a:cubicBezTo>
                    <a:pt x="5" y="49"/>
                    <a:pt x="5" y="49"/>
                    <a:pt x="5" y="49"/>
                  </a:cubicBezTo>
                  <a:cubicBezTo>
                    <a:pt x="11" y="48"/>
                    <a:pt x="18" y="48"/>
                    <a:pt x="24" y="47"/>
                  </a:cubicBezTo>
                  <a:cubicBezTo>
                    <a:pt x="33" y="46"/>
                    <a:pt x="62" y="41"/>
                    <a:pt x="78" y="31"/>
                  </a:cubicBezTo>
                  <a:cubicBezTo>
                    <a:pt x="87" y="25"/>
                    <a:pt x="91" y="20"/>
                    <a:pt x="91" y="13"/>
                  </a:cubicBezTo>
                  <a:cubicBezTo>
                    <a:pt x="91" y="12"/>
                    <a:pt x="91" y="12"/>
                    <a:pt x="91" y="12"/>
                  </a:cubicBezTo>
                  <a:lnTo>
                    <a:pt x="91"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 name="Freeform 324"/>
            <p:cNvSpPr>
              <a:spLocks/>
            </p:cNvSpPr>
            <p:nvPr/>
          </p:nvSpPr>
          <p:spPr bwMode="auto">
            <a:xfrm>
              <a:off x="474663" y="4629150"/>
              <a:ext cx="388938" cy="173037"/>
            </a:xfrm>
            <a:custGeom>
              <a:avLst/>
              <a:gdLst>
                <a:gd name="T0" fmla="*/ 39 w 300"/>
                <a:gd name="T1" fmla="*/ 88 h 133"/>
                <a:gd name="T2" fmla="*/ 39 w 300"/>
                <a:gd name="T3" fmla="*/ 87 h 133"/>
                <a:gd name="T4" fmla="*/ 39 w 300"/>
                <a:gd name="T5" fmla="*/ 87 h 133"/>
                <a:gd name="T6" fmla="*/ 41 w 300"/>
                <a:gd name="T7" fmla="*/ 85 h 133"/>
                <a:gd name="T8" fmla="*/ 56 w 300"/>
                <a:gd name="T9" fmla="*/ 78 h 133"/>
                <a:gd name="T10" fmla="*/ 94 w 300"/>
                <a:gd name="T11" fmla="*/ 73 h 133"/>
                <a:gd name="T12" fmla="*/ 136 w 300"/>
                <a:gd name="T13" fmla="*/ 76 h 133"/>
                <a:gd name="T14" fmla="*/ 140 w 300"/>
                <a:gd name="T15" fmla="*/ 76 h 133"/>
                <a:gd name="T16" fmla="*/ 140 w 300"/>
                <a:gd name="T17" fmla="*/ 72 h 133"/>
                <a:gd name="T18" fmla="*/ 140 w 300"/>
                <a:gd name="T19" fmla="*/ 38 h 133"/>
                <a:gd name="T20" fmla="*/ 159 w 300"/>
                <a:gd name="T21" fmla="*/ 38 h 133"/>
                <a:gd name="T22" fmla="*/ 159 w 300"/>
                <a:gd name="T23" fmla="*/ 72 h 133"/>
                <a:gd name="T24" fmla="*/ 159 w 300"/>
                <a:gd name="T25" fmla="*/ 76 h 133"/>
                <a:gd name="T26" fmla="*/ 164 w 300"/>
                <a:gd name="T27" fmla="*/ 76 h 133"/>
                <a:gd name="T28" fmla="*/ 206 w 300"/>
                <a:gd name="T29" fmla="*/ 73 h 133"/>
                <a:gd name="T30" fmla="*/ 235 w 300"/>
                <a:gd name="T31" fmla="*/ 75 h 133"/>
                <a:gd name="T32" fmla="*/ 259 w 300"/>
                <a:gd name="T33" fmla="*/ 85 h 133"/>
                <a:gd name="T34" fmla="*/ 260 w 300"/>
                <a:gd name="T35" fmla="*/ 87 h 133"/>
                <a:gd name="T36" fmla="*/ 261 w 300"/>
                <a:gd name="T37" fmla="*/ 87 h 133"/>
                <a:gd name="T38" fmla="*/ 261 w 300"/>
                <a:gd name="T39" fmla="*/ 88 h 133"/>
                <a:gd name="T40" fmla="*/ 292 w 300"/>
                <a:gd name="T41" fmla="*/ 120 h 133"/>
                <a:gd name="T42" fmla="*/ 300 w 300"/>
                <a:gd name="T43" fmla="*/ 133 h 133"/>
                <a:gd name="T44" fmla="*/ 300 w 300"/>
                <a:gd name="T45" fmla="*/ 0 h 133"/>
                <a:gd name="T46" fmla="*/ 0 w 300"/>
                <a:gd name="T47" fmla="*/ 0 h 133"/>
                <a:gd name="T48" fmla="*/ 0 w 300"/>
                <a:gd name="T49" fmla="*/ 133 h 133"/>
                <a:gd name="T50" fmla="*/ 8 w 300"/>
                <a:gd name="T51" fmla="*/ 120 h 133"/>
                <a:gd name="T52" fmla="*/ 39 w 300"/>
                <a:gd name="T53" fmla="*/ 88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0" h="133">
                  <a:moveTo>
                    <a:pt x="39" y="88"/>
                  </a:moveTo>
                  <a:cubicBezTo>
                    <a:pt x="39" y="87"/>
                    <a:pt x="39" y="87"/>
                    <a:pt x="39" y="87"/>
                  </a:cubicBezTo>
                  <a:cubicBezTo>
                    <a:pt x="39" y="87"/>
                    <a:pt x="39" y="87"/>
                    <a:pt x="39" y="87"/>
                  </a:cubicBezTo>
                  <a:cubicBezTo>
                    <a:pt x="40" y="86"/>
                    <a:pt x="41" y="86"/>
                    <a:pt x="41" y="85"/>
                  </a:cubicBezTo>
                  <a:cubicBezTo>
                    <a:pt x="45" y="82"/>
                    <a:pt x="50" y="80"/>
                    <a:pt x="56" y="78"/>
                  </a:cubicBezTo>
                  <a:cubicBezTo>
                    <a:pt x="69" y="74"/>
                    <a:pt x="84" y="73"/>
                    <a:pt x="94" y="73"/>
                  </a:cubicBezTo>
                  <a:cubicBezTo>
                    <a:pt x="110" y="73"/>
                    <a:pt x="126" y="75"/>
                    <a:pt x="136" y="76"/>
                  </a:cubicBezTo>
                  <a:cubicBezTo>
                    <a:pt x="140" y="76"/>
                    <a:pt x="140" y="76"/>
                    <a:pt x="140" y="76"/>
                  </a:cubicBezTo>
                  <a:cubicBezTo>
                    <a:pt x="140" y="72"/>
                    <a:pt x="140" y="72"/>
                    <a:pt x="140" y="72"/>
                  </a:cubicBezTo>
                  <a:cubicBezTo>
                    <a:pt x="140" y="38"/>
                    <a:pt x="140" y="38"/>
                    <a:pt x="140" y="38"/>
                  </a:cubicBezTo>
                  <a:cubicBezTo>
                    <a:pt x="159" y="38"/>
                    <a:pt x="159" y="38"/>
                    <a:pt x="159" y="38"/>
                  </a:cubicBezTo>
                  <a:cubicBezTo>
                    <a:pt x="159" y="72"/>
                    <a:pt x="159" y="72"/>
                    <a:pt x="159" y="72"/>
                  </a:cubicBezTo>
                  <a:cubicBezTo>
                    <a:pt x="159" y="76"/>
                    <a:pt x="159" y="76"/>
                    <a:pt x="159" y="76"/>
                  </a:cubicBezTo>
                  <a:cubicBezTo>
                    <a:pt x="164" y="76"/>
                    <a:pt x="164" y="76"/>
                    <a:pt x="164" y="76"/>
                  </a:cubicBezTo>
                  <a:cubicBezTo>
                    <a:pt x="174" y="75"/>
                    <a:pt x="190" y="73"/>
                    <a:pt x="206" y="73"/>
                  </a:cubicBezTo>
                  <a:cubicBezTo>
                    <a:pt x="217" y="73"/>
                    <a:pt x="227" y="74"/>
                    <a:pt x="235" y="75"/>
                  </a:cubicBezTo>
                  <a:cubicBezTo>
                    <a:pt x="243" y="77"/>
                    <a:pt x="252" y="79"/>
                    <a:pt x="259" y="85"/>
                  </a:cubicBezTo>
                  <a:cubicBezTo>
                    <a:pt x="259" y="86"/>
                    <a:pt x="260" y="86"/>
                    <a:pt x="260" y="87"/>
                  </a:cubicBezTo>
                  <a:cubicBezTo>
                    <a:pt x="261" y="87"/>
                    <a:pt x="261" y="87"/>
                    <a:pt x="261" y="87"/>
                  </a:cubicBezTo>
                  <a:cubicBezTo>
                    <a:pt x="261" y="88"/>
                    <a:pt x="261" y="88"/>
                    <a:pt x="261" y="88"/>
                  </a:cubicBezTo>
                  <a:cubicBezTo>
                    <a:pt x="269" y="94"/>
                    <a:pt x="280" y="104"/>
                    <a:pt x="292" y="120"/>
                  </a:cubicBezTo>
                  <a:cubicBezTo>
                    <a:pt x="295" y="124"/>
                    <a:pt x="297" y="128"/>
                    <a:pt x="300" y="133"/>
                  </a:cubicBezTo>
                  <a:cubicBezTo>
                    <a:pt x="300" y="0"/>
                    <a:pt x="300" y="0"/>
                    <a:pt x="300" y="0"/>
                  </a:cubicBezTo>
                  <a:cubicBezTo>
                    <a:pt x="0" y="0"/>
                    <a:pt x="0" y="0"/>
                    <a:pt x="0" y="0"/>
                  </a:cubicBezTo>
                  <a:cubicBezTo>
                    <a:pt x="0" y="133"/>
                    <a:pt x="0" y="133"/>
                    <a:pt x="0" y="133"/>
                  </a:cubicBezTo>
                  <a:cubicBezTo>
                    <a:pt x="3" y="128"/>
                    <a:pt x="5" y="124"/>
                    <a:pt x="8" y="120"/>
                  </a:cubicBezTo>
                  <a:cubicBezTo>
                    <a:pt x="19" y="104"/>
                    <a:pt x="31" y="94"/>
                    <a:pt x="39"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 name="Freeform 325"/>
            <p:cNvSpPr>
              <a:spLocks/>
            </p:cNvSpPr>
            <p:nvPr/>
          </p:nvSpPr>
          <p:spPr bwMode="auto">
            <a:xfrm>
              <a:off x="760413" y="4775200"/>
              <a:ext cx="103188" cy="331787"/>
            </a:xfrm>
            <a:custGeom>
              <a:avLst/>
              <a:gdLst>
                <a:gd name="T0" fmla="*/ 47 w 79"/>
                <a:gd name="T1" fmla="*/ 4 h 256"/>
                <a:gd name="T2" fmla="*/ 44 w 79"/>
                <a:gd name="T3" fmla="*/ 0 h 256"/>
                <a:gd name="T4" fmla="*/ 41 w 79"/>
                <a:gd name="T5" fmla="*/ 5 h 256"/>
                <a:gd name="T6" fmla="*/ 39 w 79"/>
                <a:gd name="T7" fmla="*/ 9 h 256"/>
                <a:gd name="T8" fmla="*/ 38 w 79"/>
                <a:gd name="T9" fmla="*/ 10 h 256"/>
                <a:gd name="T10" fmla="*/ 38 w 79"/>
                <a:gd name="T11" fmla="*/ 11 h 256"/>
                <a:gd name="T12" fmla="*/ 27 w 79"/>
                <a:gd name="T13" fmla="*/ 45 h 256"/>
                <a:gd name="T14" fmla="*/ 26 w 79"/>
                <a:gd name="T15" fmla="*/ 46 h 256"/>
                <a:gd name="T16" fmla="*/ 26 w 79"/>
                <a:gd name="T17" fmla="*/ 47 h 256"/>
                <a:gd name="T18" fmla="*/ 21 w 79"/>
                <a:gd name="T19" fmla="*/ 83 h 256"/>
                <a:gd name="T20" fmla="*/ 6 w 79"/>
                <a:gd name="T21" fmla="*/ 122 h 256"/>
                <a:gd name="T22" fmla="*/ 4 w 79"/>
                <a:gd name="T23" fmla="*/ 152 h 256"/>
                <a:gd name="T24" fmla="*/ 0 w 79"/>
                <a:gd name="T25" fmla="*/ 166 h 256"/>
                <a:gd name="T26" fmla="*/ 15 w 79"/>
                <a:gd name="T27" fmla="*/ 163 h 256"/>
                <a:gd name="T28" fmla="*/ 55 w 79"/>
                <a:gd name="T29" fmla="*/ 203 h 256"/>
                <a:gd name="T30" fmla="*/ 55 w 79"/>
                <a:gd name="T31" fmla="*/ 206 h 256"/>
                <a:gd name="T32" fmla="*/ 51 w 79"/>
                <a:gd name="T33" fmla="*/ 256 h 256"/>
                <a:gd name="T34" fmla="*/ 79 w 79"/>
                <a:gd name="T35" fmla="*/ 256 h 256"/>
                <a:gd name="T36" fmla="*/ 79 w 79"/>
                <a:gd name="T37" fmla="*/ 57 h 256"/>
                <a:gd name="T38" fmla="*/ 60 w 79"/>
                <a:gd name="T39" fmla="*/ 20 h 256"/>
                <a:gd name="T40" fmla="*/ 47 w 79"/>
                <a:gd name="T41" fmla="*/ 4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9" h="256">
                  <a:moveTo>
                    <a:pt x="47" y="4"/>
                  </a:moveTo>
                  <a:cubicBezTo>
                    <a:pt x="44" y="0"/>
                    <a:pt x="44" y="0"/>
                    <a:pt x="44" y="0"/>
                  </a:cubicBezTo>
                  <a:cubicBezTo>
                    <a:pt x="41" y="5"/>
                    <a:pt x="41" y="5"/>
                    <a:pt x="41" y="5"/>
                  </a:cubicBezTo>
                  <a:cubicBezTo>
                    <a:pt x="40" y="7"/>
                    <a:pt x="39" y="8"/>
                    <a:pt x="39" y="9"/>
                  </a:cubicBezTo>
                  <a:cubicBezTo>
                    <a:pt x="38" y="10"/>
                    <a:pt x="38" y="10"/>
                    <a:pt x="38" y="10"/>
                  </a:cubicBezTo>
                  <a:cubicBezTo>
                    <a:pt x="38" y="11"/>
                    <a:pt x="38" y="11"/>
                    <a:pt x="38" y="11"/>
                  </a:cubicBezTo>
                  <a:cubicBezTo>
                    <a:pt x="37" y="16"/>
                    <a:pt x="35" y="29"/>
                    <a:pt x="27" y="45"/>
                  </a:cubicBezTo>
                  <a:cubicBezTo>
                    <a:pt x="26" y="46"/>
                    <a:pt x="26" y="46"/>
                    <a:pt x="26" y="46"/>
                  </a:cubicBezTo>
                  <a:cubicBezTo>
                    <a:pt x="26" y="47"/>
                    <a:pt x="26" y="47"/>
                    <a:pt x="26" y="47"/>
                  </a:cubicBezTo>
                  <a:cubicBezTo>
                    <a:pt x="26" y="55"/>
                    <a:pt x="25" y="68"/>
                    <a:pt x="21" y="83"/>
                  </a:cubicBezTo>
                  <a:cubicBezTo>
                    <a:pt x="17" y="95"/>
                    <a:pt x="6" y="122"/>
                    <a:pt x="6" y="122"/>
                  </a:cubicBezTo>
                  <a:cubicBezTo>
                    <a:pt x="6" y="129"/>
                    <a:pt x="5" y="140"/>
                    <a:pt x="4" y="152"/>
                  </a:cubicBezTo>
                  <a:cubicBezTo>
                    <a:pt x="3" y="156"/>
                    <a:pt x="2" y="161"/>
                    <a:pt x="0" y="166"/>
                  </a:cubicBezTo>
                  <a:cubicBezTo>
                    <a:pt x="5" y="164"/>
                    <a:pt x="10" y="163"/>
                    <a:pt x="15" y="163"/>
                  </a:cubicBezTo>
                  <a:cubicBezTo>
                    <a:pt x="37" y="163"/>
                    <a:pt x="55" y="181"/>
                    <a:pt x="55" y="203"/>
                  </a:cubicBezTo>
                  <a:cubicBezTo>
                    <a:pt x="55" y="206"/>
                    <a:pt x="55" y="206"/>
                    <a:pt x="55" y="206"/>
                  </a:cubicBezTo>
                  <a:cubicBezTo>
                    <a:pt x="55" y="225"/>
                    <a:pt x="54" y="241"/>
                    <a:pt x="51" y="256"/>
                  </a:cubicBezTo>
                  <a:cubicBezTo>
                    <a:pt x="79" y="256"/>
                    <a:pt x="79" y="256"/>
                    <a:pt x="79" y="256"/>
                  </a:cubicBezTo>
                  <a:cubicBezTo>
                    <a:pt x="79" y="57"/>
                    <a:pt x="79" y="57"/>
                    <a:pt x="79" y="57"/>
                  </a:cubicBezTo>
                  <a:cubicBezTo>
                    <a:pt x="74" y="44"/>
                    <a:pt x="67" y="31"/>
                    <a:pt x="60" y="20"/>
                  </a:cubicBezTo>
                  <a:cubicBezTo>
                    <a:pt x="56" y="15"/>
                    <a:pt x="52" y="9"/>
                    <a:pt x="4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 name="Freeform 326"/>
            <p:cNvSpPr>
              <a:spLocks/>
            </p:cNvSpPr>
            <p:nvPr/>
          </p:nvSpPr>
          <p:spPr bwMode="auto">
            <a:xfrm>
              <a:off x="474663" y="4775200"/>
              <a:ext cx="254000" cy="331787"/>
            </a:xfrm>
            <a:custGeom>
              <a:avLst/>
              <a:gdLst>
                <a:gd name="T0" fmla="*/ 52 w 197"/>
                <a:gd name="T1" fmla="*/ 131 h 256"/>
                <a:gd name="T2" fmla="*/ 0 w 197"/>
                <a:gd name="T3" fmla="*/ 196 h 256"/>
                <a:gd name="T4" fmla="*/ 0 w 197"/>
                <a:gd name="T5" fmla="*/ 213 h 256"/>
                <a:gd name="T6" fmla="*/ 34 w 197"/>
                <a:gd name="T7" fmla="*/ 213 h 256"/>
                <a:gd name="T8" fmla="*/ 63 w 197"/>
                <a:gd name="T9" fmla="*/ 227 h 256"/>
                <a:gd name="T10" fmla="*/ 67 w 197"/>
                <a:gd name="T11" fmla="*/ 229 h 256"/>
                <a:gd name="T12" fmla="*/ 96 w 197"/>
                <a:gd name="T13" fmla="*/ 246 h 256"/>
                <a:gd name="T14" fmla="*/ 116 w 197"/>
                <a:gd name="T15" fmla="*/ 256 h 256"/>
                <a:gd name="T16" fmla="*/ 188 w 197"/>
                <a:gd name="T17" fmla="*/ 256 h 256"/>
                <a:gd name="T18" fmla="*/ 196 w 197"/>
                <a:gd name="T19" fmla="*/ 206 h 256"/>
                <a:gd name="T20" fmla="*/ 196 w 197"/>
                <a:gd name="T21" fmla="*/ 203 h 256"/>
                <a:gd name="T22" fmla="*/ 197 w 197"/>
                <a:gd name="T23" fmla="*/ 200 h 256"/>
                <a:gd name="T24" fmla="*/ 185 w 197"/>
                <a:gd name="T25" fmla="*/ 202 h 256"/>
                <a:gd name="T26" fmla="*/ 165 w 197"/>
                <a:gd name="T27" fmla="*/ 197 h 256"/>
                <a:gd name="T28" fmla="*/ 159 w 197"/>
                <a:gd name="T29" fmla="*/ 195 h 256"/>
                <a:gd name="T30" fmla="*/ 159 w 197"/>
                <a:gd name="T31" fmla="*/ 201 h 256"/>
                <a:gd name="T32" fmla="*/ 159 w 197"/>
                <a:gd name="T33" fmla="*/ 227 h 256"/>
                <a:gd name="T34" fmla="*/ 140 w 197"/>
                <a:gd name="T35" fmla="*/ 227 h 256"/>
                <a:gd name="T36" fmla="*/ 140 w 197"/>
                <a:gd name="T37" fmla="*/ 201 h 256"/>
                <a:gd name="T38" fmla="*/ 140 w 197"/>
                <a:gd name="T39" fmla="*/ 195 h 256"/>
                <a:gd name="T40" fmla="*/ 135 w 197"/>
                <a:gd name="T41" fmla="*/ 197 h 256"/>
                <a:gd name="T42" fmla="*/ 115 w 197"/>
                <a:gd name="T43" fmla="*/ 202 h 256"/>
                <a:gd name="T44" fmla="*/ 90 w 197"/>
                <a:gd name="T45" fmla="*/ 190 h 256"/>
                <a:gd name="T46" fmla="*/ 78 w 197"/>
                <a:gd name="T47" fmla="*/ 165 h 256"/>
                <a:gd name="T48" fmla="*/ 73 w 197"/>
                <a:gd name="T49" fmla="*/ 122 h 256"/>
                <a:gd name="T50" fmla="*/ 66 w 197"/>
                <a:gd name="T51" fmla="*/ 102 h 256"/>
                <a:gd name="T52" fmla="*/ 53 w 197"/>
                <a:gd name="T53" fmla="*/ 47 h 256"/>
                <a:gd name="T54" fmla="*/ 52 w 197"/>
                <a:gd name="T55" fmla="*/ 46 h 256"/>
                <a:gd name="T56" fmla="*/ 52 w 197"/>
                <a:gd name="T57" fmla="*/ 45 h 256"/>
                <a:gd name="T58" fmla="*/ 41 w 197"/>
                <a:gd name="T59" fmla="*/ 11 h 256"/>
                <a:gd name="T60" fmla="*/ 41 w 197"/>
                <a:gd name="T61" fmla="*/ 10 h 256"/>
                <a:gd name="T62" fmla="*/ 40 w 197"/>
                <a:gd name="T63" fmla="*/ 9 h 256"/>
                <a:gd name="T64" fmla="*/ 38 w 197"/>
                <a:gd name="T65" fmla="*/ 5 h 256"/>
                <a:gd name="T66" fmla="*/ 35 w 197"/>
                <a:gd name="T67" fmla="*/ 0 h 256"/>
                <a:gd name="T68" fmla="*/ 31 w 197"/>
                <a:gd name="T69" fmla="*/ 4 h 256"/>
                <a:gd name="T70" fmla="*/ 21 w 197"/>
                <a:gd name="T71" fmla="*/ 18 h 256"/>
                <a:gd name="T72" fmla="*/ 14 w 197"/>
                <a:gd name="T73" fmla="*/ 29 h 256"/>
                <a:gd name="T74" fmla="*/ 52 w 197"/>
                <a:gd name="T75" fmla="*/ 131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7" h="256">
                  <a:moveTo>
                    <a:pt x="52" y="131"/>
                  </a:moveTo>
                  <a:cubicBezTo>
                    <a:pt x="45" y="160"/>
                    <a:pt x="26" y="184"/>
                    <a:pt x="0" y="196"/>
                  </a:cubicBezTo>
                  <a:cubicBezTo>
                    <a:pt x="0" y="213"/>
                    <a:pt x="0" y="213"/>
                    <a:pt x="0" y="213"/>
                  </a:cubicBezTo>
                  <a:cubicBezTo>
                    <a:pt x="34" y="213"/>
                    <a:pt x="34" y="213"/>
                    <a:pt x="34" y="213"/>
                  </a:cubicBezTo>
                  <a:cubicBezTo>
                    <a:pt x="45" y="213"/>
                    <a:pt x="56" y="218"/>
                    <a:pt x="63" y="227"/>
                  </a:cubicBezTo>
                  <a:cubicBezTo>
                    <a:pt x="64" y="228"/>
                    <a:pt x="66" y="228"/>
                    <a:pt x="67" y="229"/>
                  </a:cubicBezTo>
                  <a:cubicBezTo>
                    <a:pt x="73" y="233"/>
                    <a:pt x="84" y="240"/>
                    <a:pt x="96" y="246"/>
                  </a:cubicBezTo>
                  <a:cubicBezTo>
                    <a:pt x="102" y="250"/>
                    <a:pt x="109" y="253"/>
                    <a:pt x="116" y="256"/>
                  </a:cubicBezTo>
                  <a:cubicBezTo>
                    <a:pt x="188" y="256"/>
                    <a:pt x="188" y="256"/>
                    <a:pt x="188" y="256"/>
                  </a:cubicBezTo>
                  <a:cubicBezTo>
                    <a:pt x="192" y="249"/>
                    <a:pt x="196" y="234"/>
                    <a:pt x="196" y="206"/>
                  </a:cubicBezTo>
                  <a:cubicBezTo>
                    <a:pt x="196" y="203"/>
                    <a:pt x="196" y="203"/>
                    <a:pt x="196" y="203"/>
                  </a:cubicBezTo>
                  <a:cubicBezTo>
                    <a:pt x="196" y="202"/>
                    <a:pt x="196" y="201"/>
                    <a:pt x="197" y="200"/>
                  </a:cubicBezTo>
                  <a:cubicBezTo>
                    <a:pt x="193" y="201"/>
                    <a:pt x="189" y="202"/>
                    <a:pt x="185" y="202"/>
                  </a:cubicBezTo>
                  <a:cubicBezTo>
                    <a:pt x="178" y="202"/>
                    <a:pt x="172" y="201"/>
                    <a:pt x="165" y="197"/>
                  </a:cubicBezTo>
                  <a:cubicBezTo>
                    <a:pt x="159" y="195"/>
                    <a:pt x="159" y="195"/>
                    <a:pt x="159" y="195"/>
                  </a:cubicBezTo>
                  <a:cubicBezTo>
                    <a:pt x="159" y="201"/>
                    <a:pt x="159" y="201"/>
                    <a:pt x="159" y="201"/>
                  </a:cubicBezTo>
                  <a:cubicBezTo>
                    <a:pt x="159" y="227"/>
                    <a:pt x="159" y="227"/>
                    <a:pt x="159" y="227"/>
                  </a:cubicBezTo>
                  <a:cubicBezTo>
                    <a:pt x="140" y="227"/>
                    <a:pt x="140" y="227"/>
                    <a:pt x="140" y="227"/>
                  </a:cubicBezTo>
                  <a:cubicBezTo>
                    <a:pt x="140" y="201"/>
                    <a:pt x="140" y="201"/>
                    <a:pt x="140" y="201"/>
                  </a:cubicBezTo>
                  <a:cubicBezTo>
                    <a:pt x="140" y="195"/>
                    <a:pt x="140" y="195"/>
                    <a:pt x="140" y="195"/>
                  </a:cubicBezTo>
                  <a:cubicBezTo>
                    <a:pt x="135" y="197"/>
                    <a:pt x="135" y="197"/>
                    <a:pt x="135" y="197"/>
                  </a:cubicBezTo>
                  <a:cubicBezTo>
                    <a:pt x="128" y="201"/>
                    <a:pt x="121" y="202"/>
                    <a:pt x="115" y="202"/>
                  </a:cubicBezTo>
                  <a:cubicBezTo>
                    <a:pt x="105" y="202"/>
                    <a:pt x="96" y="198"/>
                    <a:pt x="90" y="190"/>
                  </a:cubicBezTo>
                  <a:cubicBezTo>
                    <a:pt x="85" y="184"/>
                    <a:pt x="81" y="176"/>
                    <a:pt x="78" y="165"/>
                  </a:cubicBezTo>
                  <a:cubicBezTo>
                    <a:pt x="75" y="153"/>
                    <a:pt x="73" y="138"/>
                    <a:pt x="73" y="122"/>
                  </a:cubicBezTo>
                  <a:cubicBezTo>
                    <a:pt x="73" y="122"/>
                    <a:pt x="68" y="107"/>
                    <a:pt x="66" y="102"/>
                  </a:cubicBezTo>
                  <a:cubicBezTo>
                    <a:pt x="55" y="81"/>
                    <a:pt x="53" y="58"/>
                    <a:pt x="53" y="47"/>
                  </a:cubicBezTo>
                  <a:cubicBezTo>
                    <a:pt x="52" y="46"/>
                    <a:pt x="52" y="46"/>
                    <a:pt x="52" y="46"/>
                  </a:cubicBezTo>
                  <a:cubicBezTo>
                    <a:pt x="52" y="45"/>
                    <a:pt x="52" y="45"/>
                    <a:pt x="52" y="45"/>
                  </a:cubicBezTo>
                  <a:cubicBezTo>
                    <a:pt x="44" y="29"/>
                    <a:pt x="41" y="15"/>
                    <a:pt x="41" y="11"/>
                  </a:cubicBezTo>
                  <a:cubicBezTo>
                    <a:pt x="41" y="10"/>
                    <a:pt x="41" y="10"/>
                    <a:pt x="41" y="10"/>
                  </a:cubicBezTo>
                  <a:cubicBezTo>
                    <a:pt x="40" y="9"/>
                    <a:pt x="40" y="9"/>
                    <a:pt x="40" y="9"/>
                  </a:cubicBezTo>
                  <a:cubicBezTo>
                    <a:pt x="39" y="8"/>
                    <a:pt x="39" y="7"/>
                    <a:pt x="38" y="5"/>
                  </a:cubicBezTo>
                  <a:cubicBezTo>
                    <a:pt x="35" y="0"/>
                    <a:pt x="35" y="0"/>
                    <a:pt x="35" y="0"/>
                  </a:cubicBezTo>
                  <a:cubicBezTo>
                    <a:pt x="31" y="4"/>
                    <a:pt x="31" y="4"/>
                    <a:pt x="31" y="4"/>
                  </a:cubicBezTo>
                  <a:cubicBezTo>
                    <a:pt x="28" y="9"/>
                    <a:pt x="24" y="13"/>
                    <a:pt x="21" y="18"/>
                  </a:cubicBezTo>
                  <a:cubicBezTo>
                    <a:pt x="18" y="21"/>
                    <a:pt x="16" y="25"/>
                    <a:pt x="14" y="29"/>
                  </a:cubicBezTo>
                  <a:cubicBezTo>
                    <a:pt x="45" y="51"/>
                    <a:pt x="61" y="91"/>
                    <a:pt x="52" y="1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 name="Freeform 327"/>
            <p:cNvSpPr>
              <a:spLocks/>
            </p:cNvSpPr>
            <p:nvPr/>
          </p:nvSpPr>
          <p:spPr bwMode="auto">
            <a:xfrm>
              <a:off x="679450" y="4867275"/>
              <a:ext cx="92075" cy="84137"/>
            </a:xfrm>
            <a:custGeom>
              <a:avLst/>
              <a:gdLst>
                <a:gd name="T0" fmla="*/ 4 w 70"/>
                <a:gd name="T1" fmla="*/ 26 h 65"/>
                <a:gd name="T2" fmla="*/ 0 w 70"/>
                <a:gd name="T3" fmla="*/ 26 h 65"/>
                <a:gd name="T4" fmla="*/ 0 w 70"/>
                <a:gd name="T5" fmla="*/ 30 h 65"/>
                <a:gd name="T6" fmla="*/ 0 w 70"/>
                <a:gd name="T7" fmla="*/ 61 h 65"/>
                <a:gd name="T8" fmla="*/ 0 w 70"/>
                <a:gd name="T9" fmla="*/ 65 h 65"/>
                <a:gd name="T10" fmla="*/ 5 w 70"/>
                <a:gd name="T11" fmla="*/ 65 h 65"/>
                <a:gd name="T12" fmla="*/ 37 w 70"/>
                <a:gd name="T13" fmla="*/ 53 h 65"/>
                <a:gd name="T14" fmla="*/ 44 w 70"/>
                <a:gd name="T15" fmla="*/ 47 h 65"/>
                <a:gd name="T16" fmla="*/ 48 w 70"/>
                <a:gd name="T17" fmla="*/ 42 h 65"/>
                <a:gd name="T18" fmla="*/ 61 w 70"/>
                <a:gd name="T19" fmla="*/ 23 h 65"/>
                <a:gd name="T20" fmla="*/ 66 w 70"/>
                <a:gd name="T21" fmla="*/ 11 h 65"/>
                <a:gd name="T22" fmla="*/ 70 w 70"/>
                <a:gd name="T23" fmla="*/ 0 h 65"/>
                <a:gd name="T24" fmla="*/ 60 w 70"/>
                <a:gd name="T25" fmla="*/ 7 h 65"/>
                <a:gd name="T26" fmla="*/ 4 w 70"/>
                <a:gd name="T27" fmla="*/ 26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65">
                  <a:moveTo>
                    <a:pt x="4" y="26"/>
                  </a:moveTo>
                  <a:cubicBezTo>
                    <a:pt x="0" y="26"/>
                    <a:pt x="0" y="26"/>
                    <a:pt x="0" y="26"/>
                  </a:cubicBezTo>
                  <a:cubicBezTo>
                    <a:pt x="0" y="30"/>
                    <a:pt x="0" y="30"/>
                    <a:pt x="0" y="30"/>
                  </a:cubicBezTo>
                  <a:cubicBezTo>
                    <a:pt x="0" y="61"/>
                    <a:pt x="0" y="61"/>
                    <a:pt x="0" y="61"/>
                  </a:cubicBezTo>
                  <a:cubicBezTo>
                    <a:pt x="0" y="65"/>
                    <a:pt x="0" y="65"/>
                    <a:pt x="0" y="65"/>
                  </a:cubicBezTo>
                  <a:cubicBezTo>
                    <a:pt x="5" y="65"/>
                    <a:pt x="5" y="65"/>
                    <a:pt x="5" y="65"/>
                  </a:cubicBezTo>
                  <a:cubicBezTo>
                    <a:pt x="17" y="63"/>
                    <a:pt x="28" y="59"/>
                    <a:pt x="37" y="53"/>
                  </a:cubicBezTo>
                  <a:cubicBezTo>
                    <a:pt x="39" y="51"/>
                    <a:pt x="44" y="47"/>
                    <a:pt x="44" y="47"/>
                  </a:cubicBezTo>
                  <a:cubicBezTo>
                    <a:pt x="48" y="42"/>
                    <a:pt x="48" y="42"/>
                    <a:pt x="48" y="42"/>
                  </a:cubicBezTo>
                  <a:cubicBezTo>
                    <a:pt x="48" y="42"/>
                    <a:pt x="57" y="31"/>
                    <a:pt x="61" y="23"/>
                  </a:cubicBezTo>
                  <a:cubicBezTo>
                    <a:pt x="63" y="20"/>
                    <a:pt x="64" y="15"/>
                    <a:pt x="66" y="11"/>
                  </a:cubicBezTo>
                  <a:cubicBezTo>
                    <a:pt x="70" y="0"/>
                    <a:pt x="70" y="0"/>
                    <a:pt x="70" y="0"/>
                  </a:cubicBezTo>
                  <a:cubicBezTo>
                    <a:pt x="60" y="7"/>
                    <a:pt x="60" y="7"/>
                    <a:pt x="60" y="7"/>
                  </a:cubicBezTo>
                  <a:cubicBezTo>
                    <a:pt x="44" y="17"/>
                    <a:pt x="26" y="24"/>
                    <a:pt x="4"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 name="Freeform 328"/>
            <p:cNvSpPr>
              <a:spLocks/>
            </p:cNvSpPr>
            <p:nvPr/>
          </p:nvSpPr>
          <p:spPr bwMode="auto">
            <a:xfrm>
              <a:off x="588963" y="4948238"/>
              <a:ext cx="66675" cy="66675"/>
            </a:xfrm>
            <a:custGeom>
              <a:avLst/>
              <a:gdLst>
                <a:gd name="T0" fmla="*/ 0 w 51"/>
                <a:gd name="T1" fmla="*/ 0 h 52"/>
                <a:gd name="T2" fmla="*/ 1 w 51"/>
                <a:gd name="T3" fmla="*/ 9 h 52"/>
                <a:gd name="T4" fmla="*/ 2 w 51"/>
                <a:gd name="T5" fmla="*/ 15 h 52"/>
                <a:gd name="T6" fmla="*/ 13 w 51"/>
                <a:gd name="T7" fmla="*/ 46 h 52"/>
                <a:gd name="T8" fmla="*/ 26 w 51"/>
                <a:gd name="T9" fmla="*/ 52 h 52"/>
                <a:gd name="T10" fmla="*/ 50 w 51"/>
                <a:gd name="T11" fmla="*/ 43 h 52"/>
                <a:gd name="T12" fmla="*/ 51 w 51"/>
                <a:gd name="T13" fmla="*/ 41 h 52"/>
                <a:gd name="T14" fmla="*/ 51 w 51"/>
                <a:gd name="T15" fmla="*/ 39 h 52"/>
                <a:gd name="T16" fmla="*/ 51 w 51"/>
                <a:gd name="T17" fmla="*/ 23 h 52"/>
                <a:gd name="T18" fmla="*/ 51 w 51"/>
                <a:gd name="T19" fmla="*/ 19 h 52"/>
                <a:gd name="T20" fmla="*/ 48 w 51"/>
                <a:gd name="T21" fmla="*/ 19 h 52"/>
                <a:gd name="T22" fmla="*/ 7 w 51"/>
                <a:gd name="T23" fmla="*/ 5 h 52"/>
                <a:gd name="T24" fmla="*/ 0 w 51"/>
                <a:gd name="T2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1" h="52">
                  <a:moveTo>
                    <a:pt x="0" y="0"/>
                  </a:moveTo>
                  <a:cubicBezTo>
                    <a:pt x="1" y="9"/>
                    <a:pt x="1" y="9"/>
                    <a:pt x="1" y="9"/>
                  </a:cubicBezTo>
                  <a:cubicBezTo>
                    <a:pt x="1" y="11"/>
                    <a:pt x="2" y="13"/>
                    <a:pt x="2" y="15"/>
                  </a:cubicBezTo>
                  <a:cubicBezTo>
                    <a:pt x="4" y="26"/>
                    <a:pt x="7" y="39"/>
                    <a:pt x="13" y="46"/>
                  </a:cubicBezTo>
                  <a:cubicBezTo>
                    <a:pt x="17" y="51"/>
                    <a:pt x="21" y="52"/>
                    <a:pt x="26" y="52"/>
                  </a:cubicBezTo>
                  <a:cubicBezTo>
                    <a:pt x="32" y="52"/>
                    <a:pt x="41" y="49"/>
                    <a:pt x="50" y="43"/>
                  </a:cubicBezTo>
                  <a:cubicBezTo>
                    <a:pt x="51" y="41"/>
                    <a:pt x="51" y="41"/>
                    <a:pt x="51" y="41"/>
                  </a:cubicBezTo>
                  <a:cubicBezTo>
                    <a:pt x="51" y="39"/>
                    <a:pt x="51" y="39"/>
                    <a:pt x="51" y="39"/>
                  </a:cubicBezTo>
                  <a:cubicBezTo>
                    <a:pt x="51" y="23"/>
                    <a:pt x="51" y="23"/>
                    <a:pt x="51" y="23"/>
                  </a:cubicBezTo>
                  <a:cubicBezTo>
                    <a:pt x="51" y="19"/>
                    <a:pt x="51" y="19"/>
                    <a:pt x="51" y="19"/>
                  </a:cubicBezTo>
                  <a:cubicBezTo>
                    <a:pt x="48" y="19"/>
                    <a:pt x="48" y="19"/>
                    <a:pt x="48" y="19"/>
                  </a:cubicBezTo>
                  <a:cubicBezTo>
                    <a:pt x="32" y="17"/>
                    <a:pt x="19" y="12"/>
                    <a:pt x="7" y="5"/>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 name="Freeform 329"/>
            <p:cNvSpPr>
              <a:spLocks/>
            </p:cNvSpPr>
            <p:nvPr/>
          </p:nvSpPr>
          <p:spPr bwMode="auto">
            <a:xfrm>
              <a:off x="539750" y="4745038"/>
              <a:ext cx="115888" cy="63500"/>
            </a:xfrm>
            <a:custGeom>
              <a:avLst/>
              <a:gdLst>
                <a:gd name="T0" fmla="*/ 7 w 90"/>
                <a:gd name="T1" fmla="*/ 27 h 49"/>
                <a:gd name="T2" fmla="*/ 29 w 90"/>
                <a:gd name="T3" fmla="*/ 38 h 49"/>
                <a:gd name="T4" fmla="*/ 84 w 90"/>
                <a:gd name="T5" fmla="*/ 49 h 49"/>
                <a:gd name="T6" fmla="*/ 86 w 90"/>
                <a:gd name="T7" fmla="*/ 49 h 49"/>
                <a:gd name="T8" fmla="*/ 90 w 90"/>
                <a:gd name="T9" fmla="*/ 49 h 49"/>
                <a:gd name="T10" fmla="*/ 90 w 90"/>
                <a:gd name="T11" fmla="*/ 45 h 49"/>
                <a:gd name="T12" fmla="*/ 90 w 90"/>
                <a:gd name="T13" fmla="*/ 7 h 49"/>
                <a:gd name="T14" fmla="*/ 90 w 90"/>
                <a:gd name="T15" fmla="*/ 4 h 49"/>
                <a:gd name="T16" fmla="*/ 87 w 90"/>
                <a:gd name="T17" fmla="*/ 3 h 49"/>
                <a:gd name="T18" fmla="*/ 81 w 90"/>
                <a:gd name="T19" fmla="*/ 2 h 49"/>
                <a:gd name="T20" fmla="*/ 44 w 90"/>
                <a:gd name="T21" fmla="*/ 0 h 49"/>
                <a:gd name="T22" fmla="*/ 44 w 90"/>
                <a:gd name="T23" fmla="*/ 0 h 49"/>
                <a:gd name="T24" fmla="*/ 18 w 90"/>
                <a:gd name="T25" fmla="*/ 2 h 49"/>
                <a:gd name="T26" fmla="*/ 10 w 90"/>
                <a:gd name="T27" fmla="*/ 4 h 49"/>
                <a:gd name="T28" fmla="*/ 9 w 90"/>
                <a:gd name="T29" fmla="*/ 4 h 49"/>
                <a:gd name="T30" fmla="*/ 8 w 90"/>
                <a:gd name="T31" fmla="*/ 5 h 49"/>
                <a:gd name="T32" fmla="*/ 8 w 90"/>
                <a:gd name="T33" fmla="*/ 5 h 49"/>
                <a:gd name="T34" fmla="*/ 8 w 90"/>
                <a:gd name="T35" fmla="*/ 5 h 49"/>
                <a:gd name="T36" fmla="*/ 7 w 90"/>
                <a:gd name="T37" fmla="*/ 6 h 49"/>
                <a:gd name="T38" fmla="*/ 5 w 90"/>
                <a:gd name="T39" fmla="*/ 7 h 49"/>
                <a:gd name="T40" fmla="*/ 2 w 90"/>
                <a:gd name="T41" fmla="*/ 9 h 49"/>
                <a:gd name="T42" fmla="*/ 0 w 90"/>
                <a:gd name="T43" fmla="*/ 10 h 49"/>
                <a:gd name="T44" fmla="*/ 0 w 90"/>
                <a:gd name="T45" fmla="*/ 12 h 49"/>
                <a:gd name="T46" fmla="*/ 0 w 90"/>
                <a:gd name="T47" fmla="*/ 13 h 49"/>
                <a:gd name="T48" fmla="*/ 0 w 90"/>
                <a:gd name="T49" fmla="*/ 13 h 49"/>
                <a:gd name="T50" fmla="*/ 7 w 90"/>
                <a:gd name="T51" fmla="*/ 2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0" h="49">
                  <a:moveTo>
                    <a:pt x="7" y="27"/>
                  </a:moveTo>
                  <a:cubicBezTo>
                    <a:pt x="12" y="31"/>
                    <a:pt x="19" y="35"/>
                    <a:pt x="29" y="38"/>
                  </a:cubicBezTo>
                  <a:cubicBezTo>
                    <a:pt x="48" y="45"/>
                    <a:pt x="74" y="48"/>
                    <a:pt x="84" y="49"/>
                  </a:cubicBezTo>
                  <a:cubicBezTo>
                    <a:pt x="86" y="49"/>
                    <a:pt x="86" y="49"/>
                    <a:pt x="86" y="49"/>
                  </a:cubicBezTo>
                  <a:cubicBezTo>
                    <a:pt x="90" y="49"/>
                    <a:pt x="90" y="49"/>
                    <a:pt x="90" y="49"/>
                  </a:cubicBezTo>
                  <a:cubicBezTo>
                    <a:pt x="90" y="45"/>
                    <a:pt x="90" y="45"/>
                    <a:pt x="90" y="45"/>
                  </a:cubicBezTo>
                  <a:cubicBezTo>
                    <a:pt x="90" y="7"/>
                    <a:pt x="90" y="7"/>
                    <a:pt x="90" y="7"/>
                  </a:cubicBezTo>
                  <a:cubicBezTo>
                    <a:pt x="90" y="4"/>
                    <a:pt x="90" y="4"/>
                    <a:pt x="90" y="4"/>
                  </a:cubicBezTo>
                  <a:cubicBezTo>
                    <a:pt x="87" y="3"/>
                    <a:pt x="87" y="3"/>
                    <a:pt x="87" y="3"/>
                  </a:cubicBezTo>
                  <a:cubicBezTo>
                    <a:pt x="85" y="3"/>
                    <a:pt x="83" y="3"/>
                    <a:pt x="81" y="2"/>
                  </a:cubicBezTo>
                  <a:cubicBezTo>
                    <a:pt x="72" y="1"/>
                    <a:pt x="58" y="0"/>
                    <a:pt x="44" y="0"/>
                  </a:cubicBezTo>
                  <a:cubicBezTo>
                    <a:pt x="44" y="0"/>
                    <a:pt x="44" y="0"/>
                    <a:pt x="44" y="0"/>
                  </a:cubicBezTo>
                  <a:cubicBezTo>
                    <a:pt x="34" y="0"/>
                    <a:pt x="25" y="1"/>
                    <a:pt x="18" y="2"/>
                  </a:cubicBezTo>
                  <a:cubicBezTo>
                    <a:pt x="15" y="3"/>
                    <a:pt x="12" y="3"/>
                    <a:pt x="10" y="4"/>
                  </a:cubicBezTo>
                  <a:cubicBezTo>
                    <a:pt x="9" y="4"/>
                    <a:pt x="9" y="4"/>
                    <a:pt x="9" y="4"/>
                  </a:cubicBezTo>
                  <a:cubicBezTo>
                    <a:pt x="8" y="5"/>
                    <a:pt x="8" y="5"/>
                    <a:pt x="8" y="5"/>
                  </a:cubicBezTo>
                  <a:cubicBezTo>
                    <a:pt x="8" y="5"/>
                    <a:pt x="8" y="5"/>
                    <a:pt x="8" y="5"/>
                  </a:cubicBezTo>
                  <a:cubicBezTo>
                    <a:pt x="8" y="5"/>
                    <a:pt x="8" y="5"/>
                    <a:pt x="8" y="5"/>
                  </a:cubicBezTo>
                  <a:cubicBezTo>
                    <a:pt x="7" y="6"/>
                    <a:pt x="7" y="6"/>
                    <a:pt x="7" y="6"/>
                  </a:cubicBezTo>
                  <a:cubicBezTo>
                    <a:pt x="7" y="6"/>
                    <a:pt x="6" y="6"/>
                    <a:pt x="5" y="7"/>
                  </a:cubicBezTo>
                  <a:cubicBezTo>
                    <a:pt x="4" y="8"/>
                    <a:pt x="3" y="8"/>
                    <a:pt x="2" y="9"/>
                  </a:cubicBezTo>
                  <a:cubicBezTo>
                    <a:pt x="0" y="10"/>
                    <a:pt x="0" y="10"/>
                    <a:pt x="0" y="10"/>
                  </a:cubicBezTo>
                  <a:cubicBezTo>
                    <a:pt x="0" y="12"/>
                    <a:pt x="0" y="12"/>
                    <a:pt x="0" y="12"/>
                  </a:cubicBezTo>
                  <a:cubicBezTo>
                    <a:pt x="0" y="12"/>
                    <a:pt x="0" y="13"/>
                    <a:pt x="0" y="13"/>
                  </a:cubicBezTo>
                  <a:cubicBezTo>
                    <a:pt x="0" y="13"/>
                    <a:pt x="0" y="13"/>
                    <a:pt x="0" y="13"/>
                  </a:cubicBezTo>
                  <a:cubicBezTo>
                    <a:pt x="0" y="18"/>
                    <a:pt x="2" y="22"/>
                    <a:pt x="7"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 name="Freeform 330"/>
            <p:cNvSpPr>
              <a:spLocks/>
            </p:cNvSpPr>
            <p:nvPr/>
          </p:nvSpPr>
          <p:spPr bwMode="auto">
            <a:xfrm>
              <a:off x="552450" y="4806950"/>
              <a:ext cx="103188" cy="74612"/>
            </a:xfrm>
            <a:custGeom>
              <a:avLst/>
              <a:gdLst>
                <a:gd name="T0" fmla="*/ 80 w 80"/>
                <a:gd name="T1" fmla="*/ 52 h 57"/>
                <a:gd name="T2" fmla="*/ 80 w 80"/>
                <a:gd name="T3" fmla="*/ 21 h 57"/>
                <a:gd name="T4" fmla="*/ 80 w 80"/>
                <a:gd name="T5" fmla="*/ 17 h 57"/>
                <a:gd name="T6" fmla="*/ 77 w 80"/>
                <a:gd name="T7" fmla="*/ 17 h 57"/>
                <a:gd name="T8" fmla="*/ 55 w 80"/>
                <a:gd name="T9" fmla="*/ 15 h 57"/>
                <a:gd name="T10" fmla="*/ 10 w 80"/>
                <a:gd name="T11" fmla="*/ 4 h 57"/>
                <a:gd name="T12" fmla="*/ 0 w 80"/>
                <a:gd name="T13" fmla="*/ 0 h 57"/>
                <a:gd name="T14" fmla="*/ 5 w 80"/>
                <a:gd name="T15" fmla="*/ 10 h 57"/>
                <a:gd name="T16" fmla="*/ 11 w 80"/>
                <a:gd name="T17" fmla="*/ 21 h 57"/>
                <a:gd name="T18" fmla="*/ 76 w 80"/>
                <a:gd name="T19" fmla="*/ 56 h 57"/>
                <a:gd name="T20" fmla="*/ 80 w 80"/>
                <a:gd name="T21" fmla="*/ 57 h 57"/>
                <a:gd name="T22" fmla="*/ 80 w 80"/>
                <a:gd name="T23" fmla="*/ 5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0" h="57">
                  <a:moveTo>
                    <a:pt x="80" y="52"/>
                  </a:moveTo>
                  <a:cubicBezTo>
                    <a:pt x="80" y="21"/>
                    <a:pt x="80" y="21"/>
                    <a:pt x="80" y="21"/>
                  </a:cubicBezTo>
                  <a:cubicBezTo>
                    <a:pt x="80" y="17"/>
                    <a:pt x="80" y="17"/>
                    <a:pt x="80" y="17"/>
                  </a:cubicBezTo>
                  <a:cubicBezTo>
                    <a:pt x="77" y="17"/>
                    <a:pt x="77" y="17"/>
                    <a:pt x="77" y="17"/>
                  </a:cubicBezTo>
                  <a:cubicBezTo>
                    <a:pt x="69" y="17"/>
                    <a:pt x="62" y="16"/>
                    <a:pt x="55" y="15"/>
                  </a:cubicBezTo>
                  <a:cubicBezTo>
                    <a:pt x="36" y="12"/>
                    <a:pt x="22" y="9"/>
                    <a:pt x="10" y="4"/>
                  </a:cubicBezTo>
                  <a:cubicBezTo>
                    <a:pt x="0" y="0"/>
                    <a:pt x="0" y="0"/>
                    <a:pt x="0" y="0"/>
                  </a:cubicBezTo>
                  <a:cubicBezTo>
                    <a:pt x="5" y="10"/>
                    <a:pt x="5" y="10"/>
                    <a:pt x="5" y="10"/>
                  </a:cubicBezTo>
                  <a:cubicBezTo>
                    <a:pt x="7" y="13"/>
                    <a:pt x="9" y="17"/>
                    <a:pt x="11" y="21"/>
                  </a:cubicBezTo>
                  <a:cubicBezTo>
                    <a:pt x="26" y="42"/>
                    <a:pt x="47" y="53"/>
                    <a:pt x="76" y="56"/>
                  </a:cubicBezTo>
                  <a:cubicBezTo>
                    <a:pt x="80" y="57"/>
                    <a:pt x="80" y="57"/>
                    <a:pt x="80" y="57"/>
                  </a:cubicBezTo>
                  <a:lnTo>
                    <a:pt x="80" y="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 name="Freeform 331"/>
            <p:cNvSpPr>
              <a:spLocks/>
            </p:cNvSpPr>
            <p:nvPr/>
          </p:nvSpPr>
          <p:spPr bwMode="auto">
            <a:xfrm>
              <a:off x="679450" y="4948238"/>
              <a:ext cx="68263" cy="66675"/>
            </a:xfrm>
            <a:custGeom>
              <a:avLst/>
              <a:gdLst>
                <a:gd name="T0" fmla="*/ 25 w 52"/>
                <a:gd name="T1" fmla="*/ 52 h 52"/>
                <a:gd name="T2" fmla="*/ 38 w 52"/>
                <a:gd name="T3" fmla="*/ 46 h 52"/>
                <a:gd name="T4" fmla="*/ 47 w 52"/>
                <a:gd name="T5" fmla="*/ 27 h 52"/>
                <a:gd name="T6" fmla="*/ 51 w 52"/>
                <a:gd name="T7" fmla="*/ 9 h 52"/>
                <a:gd name="T8" fmla="*/ 52 w 52"/>
                <a:gd name="T9" fmla="*/ 0 h 52"/>
                <a:gd name="T10" fmla="*/ 44 w 52"/>
                <a:gd name="T11" fmla="*/ 5 h 52"/>
                <a:gd name="T12" fmla="*/ 4 w 52"/>
                <a:gd name="T13" fmla="*/ 19 h 52"/>
                <a:gd name="T14" fmla="*/ 0 w 52"/>
                <a:gd name="T15" fmla="*/ 19 h 52"/>
                <a:gd name="T16" fmla="*/ 0 w 52"/>
                <a:gd name="T17" fmla="*/ 23 h 52"/>
                <a:gd name="T18" fmla="*/ 0 w 52"/>
                <a:gd name="T19" fmla="*/ 39 h 52"/>
                <a:gd name="T20" fmla="*/ 0 w 52"/>
                <a:gd name="T21" fmla="*/ 41 h 52"/>
                <a:gd name="T22" fmla="*/ 2 w 52"/>
                <a:gd name="T23" fmla="*/ 43 h 52"/>
                <a:gd name="T24" fmla="*/ 25 w 52"/>
                <a:gd name="T25"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2" h="52">
                  <a:moveTo>
                    <a:pt x="25" y="52"/>
                  </a:moveTo>
                  <a:cubicBezTo>
                    <a:pt x="31" y="52"/>
                    <a:pt x="34" y="51"/>
                    <a:pt x="38" y="46"/>
                  </a:cubicBezTo>
                  <a:cubicBezTo>
                    <a:pt x="42" y="42"/>
                    <a:pt x="45" y="35"/>
                    <a:pt x="47" y="27"/>
                  </a:cubicBezTo>
                  <a:cubicBezTo>
                    <a:pt x="49" y="22"/>
                    <a:pt x="50" y="15"/>
                    <a:pt x="51" y="9"/>
                  </a:cubicBezTo>
                  <a:cubicBezTo>
                    <a:pt x="52" y="0"/>
                    <a:pt x="52" y="0"/>
                    <a:pt x="52" y="0"/>
                  </a:cubicBezTo>
                  <a:cubicBezTo>
                    <a:pt x="44" y="5"/>
                    <a:pt x="44" y="5"/>
                    <a:pt x="44" y="5"/>
                  </a:cubicBezTo>
                  <a:cubicBezTo>
                    <a:pt x="33" y="12"/>
                    <a:pt x="19" y="17"/>
                    <a:pt x="4" y="19"/>
                  </a:cubicBezTo>
                  <a:cubicBezTo>
                    <a:pt x="0" y="19"/>
                    <a:pt x="0" y="19"/>
                    <a:pt x="0" y="19"/>
                  </a:cubicBezTo>
                  <a:cubicBezTo>
                    <a:pt x="0" y="23"/>
                    <a:pt x="0" y="23"/>
                    <a:pt x="0" y="23"/>
                  </a:cubicBezTo>
                  <a:cubicBezTo>
                    <a:pt x="0" y="39"/>
                    <a:pt x="0" y="39"/>
                    <a:pt x="0" y="39"/>
                  </a:cubicBezTo>
                  <a:cubicBezTo>
                    <a:pt x="0" y="41"/>
                    <a:pt x="0" y="41"/>
                    <a:pt x="0" y="41"/>
                  </a:cubicBezTo>
                  <a:cubicBezTo>
                    <a:pt x="2" y="43"/>
                    <a:pt x="2" y="43"/>
                    <a:pt x="2" y="43"/>
                  </a:cubicBezTo>
                  <a:cubicBezTo>
                    <a:pt x="11" y="49"/>
                    <a:pt x="19" y="52"/>
                    <a:pt x="25"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 name="Freeform 332"/>
            <p:cNvSpPr>
              <a:spLocks/>
            </p:cNvSpPr>
            <p:nvPr/>
          </p:nvSpPr>
          <p:spPr bwMode="auto">
            <a:xfrm>
              <a:off x="566738" y="4867275"/>
              <a:ext cx="88900" cy="84137"/>
            </a:xfrm>
            <a:custGeom>
              <a:avLst/>
              <a:gdLst>
                <a:gd name="T0" fmla="*/ 69 w 69"/>
                <a:gd name="T1" fmla="*/ 61 h 65"/>
                <a:gd name="T2" fmla="*/ 69 w 69"/>
                <a:gd name="T3" fmla="*/ 30 h 65"/>
                <a:gd name="T4" fmla="*/ 69 w 69"/>
                <a:gd name="T5" fmla="*/ 26 h 65"/>
                <a:gd name="T6" fmla="*/ 66 w 69"/>
                <a:gd name="T7" fmla="*/ 26 h 65"/>
                <a:gd name="T8" fmla="*/ 10 w 69"/>
                <a:gd name="T9" fmla="*/ 7 h 65"/>
                <a:gd name="T10" fmla="*/ 0 w 69"/>
                <a:gd name="T11" fmla="*/ 0 h 65"/>
                <a:gd name="T12" fmla="*/ 4 w 69"/>
                <a:gd name="T13" fmla="*/ 11 h 65"/>
                <a:gd name="T14" fmla="*/ 33 w 69"/>
                <a:gd name="T15" fmla="*/ 53 h 65"/>
                <a:gd name="T16" fmla="*/ 65 w 69"/>
                <a:gd name="T17" fmla="*/ 65 h 65"/>
                <a:gd name="T18" fmla="*/ 69 w 69"/>
                <a:gd name="T19" fmla="*/ 65 h 65"/>
                <a:gd name="T20" fmla="*/ 69 w 69"/>
                <a:gd name="T21" fmla="*/ 6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65">
                  <a:moveTo>
                    <a:pt x="69" y="61"/>
                  </a:moveTo>
                  <a:cubicBezTo>
                    <a:pt x="69" y="30"/>
                    <a:pt x="69" y="30"/>
                    <a:pt x="69" y="30"/>
                  </a:cubicBezTo>
                  <a:cubicBezTo>
                    <a:pt x="69" y="26"/>
                    <a:pt x="69" y="26"/>
                    <a:pt x="69" y="26"/>
                  </a:cubicBezTo>
                  <a:cubicBezTo>
                    <a:pt x="66" y="26"/>
                    <a:pt x="66" y="26"/>
                    <a:pt x="66" y="26"/>
                  </a:cubicBezTo>
                  <a:cubicBezTo>
                    <a:pt x="44" y="24"/>
                    <a:pt x="26" y="17"/>
                    <a:pt x="10" y="7"/>
                  </a:cubicBezTo>
                  <a:cubicBezTo>
                    <a:pt x="0" y="0"/>
                    <a:pt x="0" y="0"/>
                    <a:pt x="0" y="0"/>
                  </a:cubicBezTo>
                  <a:cubicBezTo>
                    <a:pt x="4" y="11"/>
                    <a:pt x="4" y="11"/>
                    <a:pt x="4" y="11"/>
                  </a:cubicBezTo>
                  <a:cubicBezTo>
                    <a:pt x="10" y="30"/>
                    <a:pt x="20" y="44"/>
                    <a:pt x="33" y="53"/>
                  </a:cubicBezTo>
                  <a:cubicBezTo>
                    <a:pt x="42" y="59"/>
                    <a:pt x="53" y="63"/>
                    <a:pt x="65" y="65"/>
                  </a:cubicBezTo>
                  <a:cubicBezTo>
                    <a:pt x="69" y="65"/>
                    <a:pt x="69" y="65"/>
                    <a:pt x="69" y="65"/>
                  </a:cubicBezTo>
                  <a:lnTo>
                    <a:pt x="69"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 name="Freeform 333"/>
            <p:cNvSpPr>
              <a:spLocks/>
            </p:cNvSpPr>
            <p:nvPr/>
          </p:nvSpPr>
          <p:spPr bwMode="auto">
            <a:xfrm>
              <a:off x="277813" y="5756275"/>
              <a:ext cx="127000" cy="271462"/>
            </a:xfrm>
            <a:custGeom>
              <a:avLst/>
              <a:gdLst>
                <a:gd name="T0" fmla="*/ 0 w 99"/>
                <a:gd name="T1" fmla="*/ 160 h 209"/>
                <a:gd name="T2" fmla="*/ 50 w 99"/>
                <a:gd name="T3" fmla="*/ 209 h 209"/>
                <a:gd name="T4" fmla="*/ 99 w 99"/>
                <a:gd name="T5" fmla="*/ 160 h 209"/>
                <a:gd name="T6" fmla="*/ 99 w 99"/>
                <a:gd name="T7" fmla="*/ 19 h 209"/>
                <a:gd name="T8" fmla="*/ 0 w 99"/>
                <a:gd name="T9" fmla="*/ 0 h 209"/>
                <a:gd name="T10" fmla="*/ 0 w 99"/>
                <a:gd name="T11" fmla="*/ 160 h 209"/>
              </a:gdLst>
              <a:ahLst/>
              <a:cxnLst>
                <a:cxn ang="0">
                  <a:pos x="T0" y="T1"/>
                </a:cxn>
                <a:cxn ang="0">
                  <a:pos x="T2" y="T3"/>
                </a:cxn>
                <a:cxn ang="0">
                  <a:pos x="T4" y="T5"/>
                </a:cxn>
                <a:cxn ang="0">
                  <a:pos x="T6" y="T7"/>
                </a:cxn>
                <a:cxn ang="0">
                  <a:pos x="T8" y="T9"/>
                </a:cxn>
                <a:cxn ang="0">
                  <a:pos x="T10" y="T11"/>
                </a:cxn>
              </a:cxnLst>
              <a:rect l="0" t="0" r="r" b="b"/>
              <a:pathLst>
                <a:path w="99" h="209">
                  <a:moveTo>
                    <a:pt x="0" y="160"/>
                  </a:moveTo>
                  <a:cubicBezTo>
                    <a:pt x="0" y="187"/>
                    <a:pt x="22" y="209"/>
                    <a:pt x="50" y="209"/>
                  </a:cubicBezTo>
                  <a:cubicBezTo>
                    <a:pt x="77" y="209"/>
                    <a:pt x="99" y="187"/>
                    <a:pt x="99" y="160"/>
                  </a:cubicBezTo>
                  <a:cubicBezTo>
                    <a:pt x="99" y="19"/>
                    <a:pt x="99" y="19"/>
                    <a:pt x="99" y="19"/>
                  </a:cubicBezTo>
                  <a:cubicBezTo>
                    <a:pt x="59" y="18"/>
                    <a:pt x="26" y="9"/>
                    <a:pt x="0" y="0"/>
                  </a:cubicBezTo>
                  <a:lnTo>
                    <a:pt x="0" y="1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 name="Freeform 334"/>
            <p:cNvSpPr>
              <a:spLocks/>
            </p:cNvSpPr>
            <p:nvPr/>
          </p:nvSpPr>
          <p:spPr bwMode="auto">
            <a:xfrm>
              <a:off x="430213" y="5756275"/>
              <a:ext cx="128588" cy="271462"/>
            </a:xfrm>
            <a:custGeom>
              <a:avLst/>
              <a:gdLst>
                <a:gd name="T0" fmla="*/ 0 w 99"/>
                <a:gd name="T1" fmla="*/ 160 h 209"/>
                <a:gd name="T2" fmla="*/ 49 w 99"/>
                <a:gd name="T3" fmla="*/ 209 h 209"/>
                <a:gd name="T4" fmla="*/ 99 w 99"/>
                <a:gd name="T5" fmla="*/ 160 h 209"/>
                <a:gd name="T6" fmla="*/ 99 w 99"/>
                <a:gd name="T7" fmla="*/ 0 h 209"/>
                <a:gd name="T8" fmla="*/ 0 w 99"/>
                <a:gd name="T9" fmla="*/ 19 h 209"/>
                <a:gd name="T10" fmla="*/ 0 w 99"/>
                <a:gd name="T11" fmla="*/ 160 h 209"/>
              </a:gdLst>
              <a:ahLst/>
              <a:cxnLst>
                <a:cxn ang="0">
                  <a:pos x="T0" y="T1"/>
                </a:cxn>
                <a:cxn ang="0">
                  <a:pos x="T2" y="T3"/>
                </a:cxn>
                <a:cxn ang="0">
                  <a:pos x="T4" y="T5"/>
                </a:cxn>
                <a:cxn ang="0">
                  <a:pos x="T6" y="T7"/>
                </a:cxn>
                <a:cxn ang="0">
                  <a:pos x="T8" y="T9"/>
                </a:cxn>
                <a:cxn ang="0">
                  <a:pos x="T10" y="T11"/>
                </a:cxn>
              </a:cxnLst>
              <a:rect l="0" t="0" r="r" b="b"/>
              <a:pathLst>
                <a:path w="99" h="209">
                  <a:moveTo>
                    <a:pt x="0" y="160"/>
                  </a:moveTo>
                  <a:cubicBezTo>
                    <a:pt x="0" y="187"/>
                    <a:pt x="22" y="209"/>
                    <a:pt x="49" y="209"/>
                  </a:cubicBezTo>
                  <a:cubicBezTo>
                    <a:pt x="77" y="209"/>
                    <a:pt x="99" y="187"/>
                    <a:pt x="99" y="160"/>
                  </a:cubicBezTo>
                  <a:cubicBezTo>
                    <a:pt x="99" y="0"/>
                    <a:pt x="99" y="0"/>
                    <a:pt x="99" y="0"/>
                  </a:cubicBezTo>
                  <a:cubicBezTo>
                    <a:pt x="73" y="9"/>
                    <a:pt x="40" y="18"/>
                    <a:pt x="0" y="19"/>
                  </a:cubicBezTo>
                  <a:lnTo>
                    <a:pt x="0" y="1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 name="Freeform 335"/>
            <p:cNvSpPr>
              <a:spLocks/>
            </p:cNvSpPr>
            <p:nvPr/>
          </p:nvSpPr>
          <p:spPr bwMode="auto">
            <a:xfrm>
              <a:off x="161925" y="4930775"/>
              <a:ext cx="658813" cy="839787"/>
            </a:xfrm>
            <a:custGeom>
              <a:avLst/>
              <a:gdLst>
                <a:gd name="T0" fmla="*/ 445 w 509"/>
                <a:gd name="T1" fmla="*/ 83 h 649"/>
                <a:gd name="T2" fmla="*/ 445 w 509"/>
                <a:gd name="T3" fmla="*/ 86 h 649"/>
                <a:gd name="T4" fmla="*/ 432 w 509"/>
                <a:gd name="T5" fmla="*/ 147 h 649"/>
                <a:gd name="T6" fmla="*/ 422 w 509"/>
                <a:gd name="T7" fmla="*/ 154 h 649"/>
                <a:gd name="T8" fmla="*/ 406 w 509"/>
                <a:gd name="T9" fmla="*/ 156 h 649"/>
                <a:gd name="T10" fmla="*/ 333 w 509"/>
                <a:gd name="T11" fmla="*/ 133 h 649"/>
                <a:gd name="T12" fmla="*/ 303 w 509"/>
                <a:gd name="T13" fmla="*/ 116 h 649"/>
                <a:gd name="T14" fmla="*/ 299 w 509"/>
                <a:gd name="T15" fmla="*/ 113 h 649"/>
                <a:gd name="T16" fmla="*/ 275 w 509"/>
                <a:gd name="T17" fmla="*/ 101 h 649"/>
                <a:gd name="T18" fmla="*/ 120 w 509"/>
                <a:gd name="T19" fmla="*/ 101 h 649"/>
                <a:gd name="T20" fmla="*/ 101 w 509"/>
                <a:gd name="T21" fmla="*/ 108 h 649"/>
                <a:gd name="T22" fmla="*/ 81 w 509"/>
                <a:gd name="T23" fmla="*/ 115 h 649"/>
                <a:gd name="T24" fmla="*/ 101 w 509"/>
                <a:gd name="T25" fmla="*/ 92 h 649"/>
                <a:gd name="T26" fmla="*/ 131 w 509"/>
                <a:gd name="T27" fmla="*/ 60 h 649"/>
                <a:gd name="T28" fmla="*/ 100 w 509"/>
                <a:gd name="T29" fmla="*/ 0 h 649"/>
                <a:gd name="T30" fmla="*/ 43 w 509"/>
                <a:gd name="T31" fmla="*/ 61 h 649"/>
                <a:gd name="T32" fmla="*/ 12 w 509"/>
                <a:gd name="T33" fmla="*/ 102 h 649"/>
                <a:gd name="T34" fmla="*/ 0 w 509"/>
                <a:gd name="T35" fmla="*/ 141 h 649"/>
                <a:gd name="T36" fmla="*/ 5 w 509"/>
                <a:gd name="T37" fmla="*/ 162 h 649"/>
                <a:gd name="T38" fmla="*/ 29 w 509"/>
                <a:gd name="T39" fmla="*/ 182 h 649"/>
                <a:gd name="T40" fmla="*/ 50 w 509"/>
                <a:gd name="T41" fmla="*/ 186 h 649"/>
                <a:gd name="T42" fmla="*/ 87 w 509"/>
                <a:gd name="T43" fmla="*/ 180 h 649"/>
                <a:gd name="T44" fmla="*/ 40 w 509"/>
                <a:gd name="T45" fmla="*/ 605 h 649"/>
                <a:gd name="T46" fmla="*/ 197 w 509"/>
                <a:gd name="T47" fmla="*/ 649 h 649"/>
                <a:gd name="T48" fmla="*/ 355 w 509"/>
                <a:gd name="T49" fmla="*/ 605 h 649"/>
                <a:gd name="T50" fmla="*/ 310 w 509"/>
                <a:gd name="T51" fmla="*/ 193 h 649"/>
                <a:gd name="T52" fmla="*/ 406 w 509"/>
                <a:gd name="T53" fmla="*/ 220 h 649"/>
                <a:gd name="T54" fmla="*/ 446 w 509"/>
                <a:gd name="T55" fmla="*/ 213 h 649"/>
                <a:gd name="T56" fmla="*/ 494 w 509"/>
                <a:gd name="T57" fmla="*/ 167 h 649"/>
                <a:gd name="T58" fmla="*/ 509 w 509"/>
                <a:gd name="T59" fmla="*/ 86 h 649"/>
                <a:gd name="T60" fmla="*/ 509 w 509"/>
                <a:gd name="T61" fmla="*/ 83 h 649"/>
                <a:gd name="T62" fmla="*/ 477 w 509"/>
                <a:gd name="T63" fmla="*/ 51 h 649"/>
                <a:gd name="T64" fmla="*/ 445 w 509"/>
                <a:gd name="T65" fmla="*/ 83 h 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09" h="649">
                  <a:moveTo>
                    <a:pt x="445" y="83"/>
                  </a:moveTo>
                  <a:cubicBezTo>
                    <a:pt x="445" y="84"/>
                    <a:pt x="445" y="85"/>
                    <a:pt x="445" y="86"/>
                  </a:cubicBezTo>
                  <a:cubicBezTo>
                    <a:pt x="445" y="121"/>
                    <a:pt x="438" y="139"/>
                    <a:pt x="432" y="147"/>
                  </a:cubicBezTo>
                  <a:cubicBezTo>
                    <a:pt x="429" y="150"/>
                    <a:pt x="426" y="152"/>
                    <a:pt x="422" y="154"/>
                  </a:cubicBezTo>
                  <a:cubicBezTo>
                    <a:pt x="418" y="155"/>
                    <a:pt x="413" y="156"/>
                    <a:pt x="406" y="156"/>
                  </a:cubicBezTo>
                  <a:cubicBezTo>
                    <a:pt x="387" y="157"/>
                    <a:pt x="356" y="146"/>
                    <a:pt x="333" y="133"/>
                  </a:cubicBezTo>
                  <a:cubicBezTo>
                    <a:pt x="321" y="127"/>
                    <a:pt x="311" y="121"/>
                    <a:pt x="303" y="116"/>
                  </a:cubicBezTo>
                  <a:cubicBezTo>
                    <a:pt x="302" y="115"/>
                    <a:pt x="300" y="114"/>
                    <a:pt x="299" y="113"/>
                  </a:cubicBezTo>
                  <a:cubicBezTo>
                    <a:pt x="293" y="106"/>
                    <a:pt x="284" y="101"/>
                    <a:pt x="275" y="101"/>
                  </a:cubicBezTo>
                  <a:cubicBezTo>
                    <a:pt x="120" y="101"/>
                    <a:pt x="120" y="101"/>
                    <a:pt x="120" y="101"/>
                  </a:cubicBezTo>
                  <a:cubicBezTo>
                    <a:pt x="113" y="101"/>
                    <a:pt x="106" y="104"/>
                    <a:pt x="101" y="108"/>
                  </a:cubicBezTo>
                  <a:cubicBezTo>
                    <a:pt x="96" y="110"/>
                    <a:pt x="89" y="113"/>
                    <a:pt x="81" y="115"/>
                  </a:cubicBezTo>
                  <a:cubicBezTo>
                    <a:pt x="86" y="108"/>
                    <a:pt x="93" y="101"/>
                    <a:pt x="101" y="92"/>
                  </a:cubicBezTo>
                  <a:cubicBezTo>
                    <a:pt x="109" y="83"/>
                    <a:pt x="119" y="72"/>
                    <a:pt x="131" y="60"/>
                  </a:cubicBezTo>
                  <a:cubicBezTo>
                    <a:pt x="114" y="45"/>
                    <a:pt x="103" y="23"/>
                    <a:pt x="100" y="0"/>
                  </a:cubicBezTo>
                  <a:cubicBezTo>
                    <a:pt x="76" y="24"/>
                    <a:pt x="57" y="44"/>
                    <a:pt x="43" y="61"/>
                  </a:cubicBezTo>
                  <a:cubicBezTo>
                    <a:pt x="29" y="77"/>
                    <a:pt x="19" y="90"/>
                    <a:pt x="12" y="102"/>
                  </a:cubicBezTo>
                  <a:cubicBezTo>
                    <a:pt x="5" y="115"/>
                    <a:pt x="0" y="126"/>
                    <a:pt x="0" y="141"/>
                  </a:cubicBezTo>
                  <a:cubicBezTo>
                    <a:pt x="0" y="147"/>
                    <a:pt x="1" y="155"/>
                    <a:pt x="5" y="162"/>
                  </a:cubicBezTo>
                  <a:cubicBezTo>
                    <a:pt x="11" y="173"/>
                    <a:pt x="21" y="179"/>
                    <a:pt x="29" y="182"/>
                  </a:cubicBezTo>
                  <a:cubicBezTo>
                    <a:pt x="37" y="185"/>
                    <a:pt x="44" y="186"/>
                    <a:pt x="50" y="186"/>
                  </a:cubicBezTo>
                  <a:cubicBezTo>
                    <a:pt x="63" y="186"/>
                    <a:pt x="76" y="183"/>
                    <a:pt x="87" y="180"/>
                  </a:cubicBezTo>
                  <a:cubicBezTo>
                    <a:pt x="70" y="273"/>
                    <a:pt x="40" y="452"/>
                    <a:pt x="40" y="605"/>
                  </a:cubicBezTo>
                  <a:cubicBezTo>
                    <a:pt x="40" y="605"/>
                    <a:pt x="99" y="649"/>
                    <a:pt x="197" y="649"/>
                  </a:cubicBezTo>
                  <a:cubicBezTo>
                    <a:pt x="295" y="649"/>
                    <a:pt x="355" y="605"/>
                    <a:pt x="355" y="605"/>
                  </a:cubicBezTo>
                  <a:cubicBezTo>
                    <a:pt x="355" y="459"/>
                    <a:pt x="328" y="289"/>
                    <a:pt x="310" y="193"/>
                  </a:cubicBezTo>
                  <a:cubicBezTo>
                    <a:pt x="337" y="207"/>
                    <a:pt x="370" y="220"/>
                    <a:pt x="406" y="220"/>
                  </a:cubicBezTo>
                  <a:cubicBezTo>
                    <a:pt x="419" y="220"/>
                    <a:pt x="433" y="219"/>
                    <a:pt x="446" y="213"/>
                  </a:cubicBezTo>
                  <a:cubicBezTo>
                    <a:pt x="466" y="205"/>
                    <a:pt x="483" y="189"/>
                    <a:pt x="494" y="167"/>
                  </a:cubicBezTo>
                  <a:cubicBezTo>
                    <a:pt x="505" y="145"/>
                    <a:pt x="509" y="119"/>
                    <a:pt x="509" y="86"/>
                  </a:cubicBezTo>
                  <a:cubicBezTo>
                    <a:pt x="509" y="85"/>
                    <a:pt x="509" y="84"/>
                    <a:pt x="509" y="83"/>
                  </a:cubicBezTo>
                  <a:cubicBezTo>
                    <a:pt x="509" y="65"/>
                    <a:pt x="495" y="51"/>
                    <a:pt x="477" y="51"/>
                  </a:cubicBezTo>
                  <a:cubicBezTo>
                    <a:pt x="460" y="51"/>
                    <a:pt x="445" y="66"/>
                    <a:pt x="445"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 name="Freeform 336"/>
            <p:cNvSpPr>
              <a:spLocks/>
            </p:cNvSpPr>
            <p:nvPr/>
          </p:nvSpPr>
          <p:spPr bwMode="auto">
            <a:xfrm>
              <a:off x="290513" y="4787900"/>
              <a:ext cx="255588" cy="255587"/>
            </a:xfrm>
            <a:custGeom>
              <a:avLst/>
              <a:gdLst>
                <a:gd name="T0" fmla="*/ 78 w 197"/>
                <a:gd name="T1" fmla="*/ 186 h 197"/>
                <a:gd name="T2" fmla="*/ 186 w 197"/>
                <a:gd name="T3" fmla="*/ 119 h 197"/>
                <a:gd name="T4" fmla="*/ 119 w 197"/>
                <a:gd name="T5" fmla="*/ 11 h 197"/>
                <a:gd name="T6" fmla="*/ 11 w 197"/>
                <a:gd name="T7" fmla="*/ 78 h 197"/>
                <a:gd name="T8" fmla="*/ 78 w 197"/>
                <a:gd name="T9" fmla="*/ 186 h 197"/>
              </a:gdLst>
              <a:ahLst/>
              <a:cxnLst>
                <a:cxn ang="0">
                  <a:pos x="T0" y="T1"/>
                </a:cxn>
                <a:cxn ang="0">
                  <a:pos x="T2" y="T3"/>
                </a:cxn>
                <a:cxn ang="0">
                  <a:pos x="T4" y="T5"/>
                </a:cxn>
                <a:cxn ang="0">
                  <a:pos x="T6" y="T7"/>
                </a:cxn>
                <a:cxn ang="0">
                  <a:pos x="T8" y="T9"/>
                </a:cxn>
              </a:cxnLst>
              <a:rect l="0" t="0" r="r" b="b"/>
              <a:pathLst>
                <a:path w="197" h="197">
                  <a:moveTo>
                    <a:pt x="78" y="186"/>
                  </a:moveTo>
                  <a:cubicBezTo>
                    <a:pt x="126" y="197"/>
                    <a:pt x="175" y="167"/>
                    <a:pt x="186" y="119"/>
                  </a:cubicBezTo>
                  <a:cubicBezTo>
                    <a:pt x="197" y="71"/>
                    <a:pt x="167" y="22"/>
                    <a:pt x="119" y="11"/>
                  </a:cubicBezTo>
                  <a:cubicBezTo>
                    <a:pt x="70" y="0"/>
                    <a:pt x="22" y="30"/>
                    <a:pt x="11" y="78"/>
                  </a:cubicBezTo>
                  <a:cubicBezTo>
                    <a:pt x="0" y="127"/>
                    <a:pt x="30" y="175"/>
                    <a:pt x="78" y="1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81" name="组合 280"/>
          <p:cNvGrpSpPr/>
          <p:nvPr/>
        </p:nvGrpSpPr>
        <p:grpSpPr>
          <a:xfrm>
            <a:off x="1155700" y="4906963"/>
            <a:ext cx="1227138" cy="1120774"/>
            <a:chOff x="1155700" y="4906963"/>
            <a:chExt cx="1227138" cy="1120774"/>
          </a:xfrm>
          <a:solidFill>
            <a:schemeClr val="tx1">
              <a:lumMod val="65000"/>
              <a:lumOff val="35000"/>
            </a:schemeClr>
          </a:solidFill>
        </p:grpSpPr>
        <p:sp>
          <p:nvSpPr>
            <p:cNvPr id="282" name="Freeform 337"/>
            <p:cNvSpPr>
              <a:spLocks noEditPoints="1"/>
            </p:cNvSpPr>
            <p:nvPr/>
          </p:nvSpPr>
          <p:spPr bwMode="auto">
            <a:xfrm>
              <a:off x="1155700" y="5668963"/>
              <a:ext cx="277813" cy="333375"/>
            </a:xfrm>
            <a:custGeom>
              <a:avLst/>
              <a:gdLst>
                <a:gd name="T0" fmla="*/ 161 w 175"/>
                <a:gd name="T1" fmla="*/ 0 h 210"/>
                <a:gd name="T2" fmla="*/ 13 w 175"/>
                <a:gd name="T3" fmla="*/ 0 h 210"/>
                <a:gd name="T4" fmla="*/ 13 w 175"/>
                <a:gd name="T5" fmla="*/ 27 h 210"/>
                <a:gd name="T6" fmla="*/ 0 w 175"/>
                <a:gd name="T7" fmla="*/ 210 h 210"/>
                <a:gd name="T8" fmla="*/ 33 w 175"/>
                <a:gd name="T9" fmla="*/ 210 h 210"/>
                <a:gd name="T10" fmla="*/ 39 w 175"/>
                <a:gd name="T11" fmla="*/ 155 h 210"/>
                <a:gd name="T12" fmla="*/ 135 w 175"/>
                <a:gd name="T13" fmla="*/ 155 h 210"/>
                <a:gd name="T14" fmla="*/ 141 w 175"/>
                <a:gd name="T15" fmla="*/ 210 h 210"/>
                <a:gd name="T16" fmla="*/ 175 w 175"/>
                <a:gd name="T17" fmla="*/ 210 h 210"/>
                <a:gd name="T18" fmla="*/ 161 w 175"/>
                <a:gd name="T19" fmla="*/ 27 h 210"/>
                <a:gd name="T20" fmla="*/ 161 w 175"/>
                <a:gd name="T21" fmla="*/ 0 h 210"/>
                <a:gd name="T22" fmla="*/ 40 w 175"/>
                <a:gd name="T23" fmla="*/ 141 h 210"/>
                <a:gd name="T24" fmla="*/ 46 w 175"/>
                <a:gd name="T25" fmla="*/ 32 h 210"/>
                <a:gd name="T26" fmla="*/ 128 w 175"/>
                <a:gd name="T27" fmla="*/ 32 h 210"/>
                <a:gd name="T28" fmla="*/ 134 w 175"/>
                <a:gd name="T29" fmla="*/ 141 h 210"/>
                <a:gd name="T30" fmla="*/ 40 w 175"/>
                <a:gd name="T31" fmla="*/ 141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5" h="210">
                  <a:moveTo>
                    <a:pt x="161" y="0"/>
                  </a:moveTo>
                  <a:lnTo>
                    <a:pt x="13" y="0"/>
                  </a:lnTo>
                  <a:lnTo>
                    <a:pt x="13" y="27"/>
                  </a:lnTo>
                  <a:lnTo>
                    <a:pt x="0" y="210"/>
                  </a:lnTo>
                  <a:lnTo>
                    <a:pt x="33" y="210"/>
                  </a:lnTo>
                  <a:lnTo>
                    <a:pt x="39" y="155"/>
                  </a:lnTo>
                  <a:lnTo>
                    <a:pt x="135" y="155"/>
                  </a:lnTo>
                  <a:lnTo>
                    <a:pt x="141" y="210"/>
                  </a:lnTo>
                  <a:lnTo>
                    <a:pt x="175" y="210"/>
                  </a:lnTo>
                  <a:lnTo>
                    <a:pt x="161" y="27"/>
                  </a:lnTo>
                  <a:lnTo>
                    <a:pt x="161" y="0"/>
                  </a:lnTo>
                  <a:close/>
                  <a:moveTo>
                    <a:pt x="40" y="141"/>
                  </a:moveTo>
                  <a:lnTo>
                    <a:pt x="46" y="32"/>
                  </a:lnTo>
                  <a:lnTo>
                    <a:pt x="128" y="32"/>
                  </a:lnTo>
                  <a:lnTo>
                    <a:pt x="134" y="141"/>
                  </a:lnTo>
                  <a:lnTo>
                    <a:pt x="40" y="1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 name="Freeform 338"/>
            <p:cNvSpPr>
              <a:spLocks/>
            </p:cNvSpPr>
            <p:nvPr/>
          </p:nvSpPr>
          <p:spPr bwMode="auto">
            <a:xfrm>
              <a:off x="1296988" y="4906963"/>
              <a:ext cx="257175" cy="255587"/>
            </a:xfrm>
            <a:custGeom>
              <a:avLst/>
              <a:gdLst>
                <a:gd name="T0" fmla="*/ 119 w 198"/>
                <a:gd name="T1" fmla="*/ 11 h 198"/>
                <a:gd name="T2" fmla="*/ 11 w 198"/>
                <a:gd name="T3" fmla="*/ 79 h 198"/>
                <a:gd name="T4" fmla="*/ 78 w 198"/>
                <a:gd name="T5" fmla="*/ 187 h 198"/>
                <a:gd name="T6" fmla="*/ 186 w 198"/>
                <a:gd name="T7" fmla="*/ 119 h 198"/>
                <a:gd name="T8" fmla="*/ 119 w 198"/>
                <a:gd name="T9" fmla="*/ 11 h 198"/>
              </a:gdLst>
              <a:ahLst/>
              <a:cxnLst>
                <a:cxn ang="0">
                  <a:pos x="T0" y="T1"/>
                </a:cxn>
                <a:cxn ang="0">
                  <a:pos x="T2" y="T3"/>
                </a:cxn>
                <a:cxn ang="0">
                  <a:pos x="T4" y="T5"/>
                </a:cxn>
                <a:cxn ang="0">
                  <a:pos x="T6" y="T7"/>
                </a:cxn>
                <a:cxn ang="0">
                  <a:pos x="T8" y="T9"/>
                </a:cxn>
              </a:cxnLst>
              <a:rect l="0" t="0" r="r" b="b"/>
              <a:pathLst>
                <a:path w="198" h="198">
                  <a:moveTo>
                    <a:pt x="119" y="11"/>
                  </a:moveTo>
                  <a:cubicBezTo>
                    <a:pt x="71" y="0"/>
                    <a:pt x="22" y="30"/>
                    <a:pt x="11" y="79"/>
                  </a:cubicBezTo>
                  <a:cubicBezTo>
                    <a:pt x="0" y="127"/>
                    <a:pt x="30" y="175"/>
                    <a:pt x="78" y="187"/>
                  </a:cubicBezTo>
                  <a:cubicBezTo>
                    <a:pt x="127" y="198"/>
                    <a:pt x="175" y="168"/>
                    <a:pt x="186" y="119"/>
                  </a:cubicBezTo>
                  <a:cubicBezTo>
                    <a:pt x="198" y="71"/>
                    <a:pt x="168" y="23"/>
                    <a:pt x="119"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 name="Freeform 339"/>
            <p:cNvSpPr>
              <a:spLocks/>
            </p:cNvSpPr>
            <p:nvPr/>
          </p:nvSpPr>
          <p:spPr bwMode="auto">
            <a:xfrm>
              <a:off x="1201738" y="5170488"/>
              <a:ext cx="627063" cy="728662"/>
            </a:xfrm>
            <a:custGeom>
              <a:avLst/>
              <a:gdLst>
                <a:gd name="T0" fmla="*/ 332 w 484"/>
                <a:gd name="T1" fmla="*/ 292 h 563"/>
                <a:gd name="T2" fmla="*/ 291 w 484"/>
                <a:gd name="T3" fmla="*/ 270 h 563"/>
                <a:gd name="T4" fmla="*/ 282 w 484"/>
                <a:gd name="T5" fmla="*/ 270 h 563"/>
                <a:gd name="T6" fmla="*/ 283 w 484"/>
                <a:gd name="T7" fmla="*/ 272 h 563"/>
                <a:gd name="T8" fmla="*/ 284 w 484"/>
                <a:gd name="T9" fmla="*/ 303 h 563"/>
                <a:gd name="T10" fmla="*/ 247 w 484"/>
                <a:gd name="T11" fmla="*/ 330 h 563"/>
                <a:gd name="T12" fmla="*/ 233 w 484"/>
                <a:gd name="T13" fmla="*/ 327 h 563"/>
                <a:gd name="T14" fmla="*/ 104 w 484"/>
                <a:gd name="T15" fmla="*/ 229 h 563"/>
                <a:gd name="T16" fmla="*/ 75 w 484"/>
                <a:gd name="T17" fmla="*/ 120 h 563"/>
                <a:gd name="T18" fmla="*/ 80 w 484"/>
                <a:gd name="T19" fmla="*/ 71 h 563"/>
                <a:gd name="T20" fmla="*/ 119 w 484"/>
                <a:gd name="T21" fmla="*/ 42 h 563"/>
                <a:gd name="T22" fmla="*/ 129 w 484"/>
                <a:gd name="T23" fmla="*/ 43 h 563"/>
                <a:gd name="T24" fmla="*/ 157 w 484"/>
                <a:gd name="T25" fmla="*/ 92 h 563"/>
                <a:gd name="T26" fmla="*/ 157 w 484"/>
                <a:gd name="T27" fmla="*/ 92 h 563"/>
                <a:gd name="T28" fmla="*/ 157 w 484"/>
                <a:gd name="T29" fmla="*/ 93 h 563"/>
                <a:gd name="T30" fmla="*/ 156 w 484"/>
                <a:gd name="T31" fmla="*/ 98 h 563"/>
                <a:gd name="T32" fmla="*/ 155 w 484"/>
                <a:gd name="T33" fmla="*/ 120 h 563"/>
                <a:gd name="T34" fmla="*/ 162 w 484"/>
                <a:gd name="T35" fmla="*/ 167 h 563"/>
                <a:gd name="T36" fmla="*/ 175 w 484"/>
                <a:gd name="T37" fmla="*/ 105 h 563"/>
                <a:gd name="T38" fmla="*/ 137 w 484"/>
                <a:gd name="T39" fmla="*/ 9 h 563"/>
                <a:gd name="T40" fmla="*/ 33 w 484"/>
                <a:gd name="T41" fmla="*/ 77 h 563"/>
                <a:gd name="T42" fmla="*/ 10 w 484"/>
                <a:gd name="T43" fmla="*/ 299 h 563"/>
                <a:gd name="T44" fmla="*/ 88 w 484"/>
                <a:gd name="T45" fmla="*/ 370 h 563"/>
                <a:gd name="T46" fmla="*/ 97 w 484"/>
                <a:gd name="T47" fmla="*/ 370 h 563"/>
                <a:gd name="T48" fmla="*/ 265 w 484"/>
                <a:gd name="T49" fmla="*/ 370 h 563"/>
                <a:gd name="T50" fmla="*/ 386 w 484"/>
                <a:gd name="T51" fmla="*/ 541 h 563"/>
                <a:gd name="T52" fmla="*/ 427 w 484"/>
                <a:gd name="T53" fmla="*/ 563 h 563"/>
                <a:gd name="T54" fmla="*/ 456 w 484"/>
                <a:gd name="T55" fmla="*/ 554 h 563"/>
                <a:gd name="T56" fmla="*/ 468 w 484"/>
                <a:gd name="T57" fmla="*/ 484 h 563"/>
                <a:gd name="T58" fmla="*/ 332 w 484"/>
                <a:gd name="T59" fmla="*/ 292 h 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84" h="563">
                  <a:moveTo>
                    <a:pt x="332" y="292"/>
                  </a:moveTo>
                  <a:cubicBezTo>
                    <a:pt x="323" y="278"/>
                    <a:pt x="308" y="270"/>
                    <a:pt x="291" y="270"/>
                  </a:cubicBezTo>
                  <a:cubicBezTo>
                    <a:pt x="282" y="270"/>
                    <a:pt x="282" y="270"/>
                    <a:pt x="282" y="270"/>
                  </a:cubicBezTo>
                  <a:cubicBezTo>
                    <a:pt x="282" y="271"/>
                    <a:pt x="282" y="272"/>
                    <a:pt x="283" y="272"/>
                  </a:cubicBezTo>
                  <a:cubicBezTo>
                    <a:pt x="287" y="282"/>
                    <a:pt x="288" y="293"/>
                    <a:pt x="284" y="303"/>
                  </a:cubicBezTo>
                  <a:cubicBezTo>
                    <a:pt x="279" y="319"/>
                    <a:pt x="264" y="330"/>
                    <a:pt x="247" y="330"/>
                  </a:cubicBezTo>
                  <a:cubicBezTo>
                    <a:pt x="242" y="330"/>
                    <a:pt x="238" y="329"/>
                    <a:pt x="233" y="327"/>
                  </a:cubicBezTo>
                  <a:cubicBezTo>
                    <a:pt x="159" y="302"/>
                    <a:pt x="122" y="260"/>
                    <a:pt x="104" y="229"/>
                  </a:cubicBezTo>
                  <a:cubicBezTo>
                    <a:pt x="84" y="197"/>
                    <a:pt x="75" y="160"/>
                    <a:pt x="75" y="120"/>
                  </a:cubicBezTo>
                  <a:cubicBezTo>
                    <a:pt x="75" y="95"/>
                    <a:pt x="79" y="76"/>
                    <a:pt x="80" y="71"/>
                  </a:cubicBezTo>
                  <a:cubicBezTo>
                    <a:pt x="85" y="54"/>
                    <a:pt x="101" y="42"/>
                    <a:pt x="119" y="42"/>
                  </a:cubicBezTo>
                  <a:cubicBezTo>
                    <a:pt x="122" y="42"/>
                    <a:pt x="126" y="42"/>
                    <a:pt x="129" y="43"/>
                  </a:cubicBezTo>
                  <a:cubicBezTo>
                    <a:pt x="150" y="49"/>
                    <a:pt x="163" y="71"/>
                    <a:pt x="157" y="92"/>
                  </a:cubicBezTo>
                  <a:cubicBezTo>
                    <a:pt x="157" y="92"/>
                    <a:pt x="157" y="92"/>
                    <a:pt x="157" y="92"/>
                  </a:cubicBezTo>
                  <a:cubicBezTo>
                    <a:pt x="157" y="93"/>
                    <a:pt x="157" y="93"/>
                    <a:pt x="157" y="93"/>
                  </a:cubicBezTo>
                  <a:cubicBezTo>
                    <a:pt x="157" y="94"/>
                    <a:pt x="157" y="96"/>
                    <a:pt x="156" y="98"/>
                  </a:cubicBezTo>
                  <a:cubicBezTo>
                    <a:pt x="155" y="103"/>
                    <a:pt x="154" y="111"/>
                    <a:pt x="155" y="120"/>
                  </a:cubicBezTo>
                  <a:cubicBezTo>
                    <a:pt x="154" y="133"/>
                    <a:pt x="156" y="149"/>
                    <a:pt x="162" y="167"/>
                  </a:cubicBezTo>
                  <a:cubicBezTo>
                    <a:pt x="166" y="144"/>
                    <a:pt x="171" y="123"/>
                    <a:pt x="175" y="105"/>
                  </a:cubicBezTo>
                  <a:cubicBezTo>
                    <a:pt x="186" y="65"/>
                    <a:pt x="171" y="17"/>
                    <a:pt x="137" y="9"/>
                  </a:cubicBezTo>
                  <a:cubicBezTo>
                    <a:pt x="103" y="0"/>
                    <a:pt x="53" y="19"/>
                    <a:pt x="33" y="77"/>
                  </a:cubicBezTo>
                  <a:cubicBezTo>
                    <a:pt x="6" y="158"/>
                    <a:pt x="0" y="211"/>
                    <a:pt x="10" y="299"/>
                  </a:cubicBezTo>
                  <a:cubicBezTo>
                    <a:pt x="21" y="355"/>
                    <a:pt x="55" y="367"/>
                    <a:pt x="88" y="370"/>
                  </a:cubicBezTo>
                  <a:cubicBezTo>
                    <a:pt x="91" y="370"/>
                    <a:pt x="94" y="370"/>
                    <a:pt x="97" y="370"/>
                  </a:cubicBezTo>
                  <a:cubicBezTo>
                    <a:pt x="265" y="370"/>
                    <a:pt x="265" y="370"/>
                    <a:pt x="265" y="370"/>
                  </a:cubicBezTo>
                  <a:cubicBezTo>
                    <a:pt x="386" y="541"/>
                    <a:pt x="386" y="541"/>
                    <a:pt x="386" y="541"/>
                  </a:cubicBezTo>
                  <a:cubicBezTo>
                    <a:pt x="396" y="555"/>
                    <a:pt x="411" y="563"/>
                    <a:pt x="427" y="563"/>
                  </a:cubicBezTo>
                  <a:cubicBezTo>
                    <a:pt x="437" y="563"/>
                    <a:pt x="447" y="560"/>
                    <a:pt x="456" y="554"/>
                  </a:cubicBezTo>
                  <a:cubicBezTo>
                    <a:pt x="478" y="538"/>
                    <a:pt x="484" y="506"/>
                    <a:pt x="468" y="484"/>
                  </a:cubicBezTo>
                  <a:lnTo>
                    <a:pt x="332" y="2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 name="Freeform 340"/>
            <p:cNvSpPr>
              <a:spLocks/>
            </p:cNvSpPr>
            <p:nvPr/>
          </p:nvSpPr>
          <p:spPr bwMode="auto">
            <a:xfrm>
              <a:off x="1874838" y="5002213"/>
              <a:ext cx="258763" cy="260350"/>
            </a:xfrm>
            <a:custGeom>
              <a:avLst/>
              <a:gdLst>
                <a:gd name="T0" fmla="*/ 124 w 200"/>
                <a:gd name="T1" fmla="*/ 187 h 200"/>
                <a:gd name="T2" fmla="*/ 187 w 200"/>
                <a:gd name="T3" fmla="*/ 76 h 200"/>
                <a:gd name="T4" fmla="*/ 75 w 200"/>
                <a:gd name="T5" fmla="*/ 13 h 200"/>
                <a:gd name="T6" fmla="*/ 13 w 200"/>
                <a:gd name="T7" fmla="*/ 125 h 200"/>
                <a:gd name="T8" fmla="*/ 124 w 200"/>
                <a:gd name="T9" fmla="*/ 187 h 200"/>
              </a:gdLst>
              <a:ahLst/>
              <a:cxnLst>
                <a:cxn ang="0">
                  <a:pos x="T0" y="T1"/>
                </a:cxn>
                <a:cxn ang="0">
                  <a:pos x="T2" y="T3"/>
                </a:cxn>
                <a:cxn ang="0">
                  <a:pos x="T4" y="T5"/>
                </a:cxn>
                <a:cxn ang="0">
                  <a:pos x="T6" y="T7"/>
                </a:cxn>
                <a:cxn ang="0">
                  <a:pos x="T8" y="T9"/>
                </a:cxn>
              </a:cxnLst>
              <a:rect l="0" t="0" r="r" b="b"/>
              <a:pathLst>
                <a:path w="200" h="200">
                  <a:moveTo>
                    <a:pt x="124" y="187"/>
                  </a:moveTo>
                  <a:cubicBezTo>
                    <a:pt x="172" y="173"/>
                    <a:pt x="200" y="123"/>
                    <a:pt x="187" y="76"/>
                  </a:cubicBezTo>
                  <a:cubicBezTo>
                    <a:pt x="173" y="28"/>
                    <a:pt x="123" y="0"/>
                    <a:pt x="75" y="13"/>
                  </a:cubicBezTo>
                  <a:cubicBezTo>
                    <a:pt x="28" y="27"/>
                    <a:pt x="0" y="77"/>
                    <a:pt x="13" y="125"/>
                  </a:cubicBezTo>
                  <a:cubicBezTo>
                    <a:pt x="27" y="172"/>
                    <a:pt x="77" y="200"/>
                    <a:pt x="124" y="1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 name="Freeform 341"/>
            <p:cNvSpPr>
              <a:spLocks noEditPoints="1"/>
            </p:cNvSpPr>
            <p:nvPr/>
          </p:nvSpPr>
          <p:spPr bwMode="auto">
            <a:xfrm>
              <a:off x="1658938" y="5254625"/>
              <a:ext cx="723900" cy="773112"/>
            </a:xfrm>
            <a:custGeom>
              <a:avLst/>
              <a:gdLst>
                <a:gd name="T0" fmla="*/ 358 w 559"/>
                <a:gd name="T1" fmla="*/ 0 h 597"/>
                <a:gd name="T2" fmla="*/ 301 w 559"/>
                <a:gd name="T3" fmla="*/ 11 h 597"/>
                <a:gd name="T4" fmla="*/ 286 w 559"/>
                <a:gd name="T5" fmla="*/ 27 h 597"/>
                <a:gd name="T6" fmla="*/ 274 w 559"/>
                <a:gd name="T7" fmla="*/ 59 h 597"/>
                <a:gd name="T8" fmla="*/ 262 w 559"/>
                <a:gd name="T9" fmla="*/ 82 h 597"/>
                <a:gd name="T10" fmla="*/ 233 w 559"/>
                <a:gd name="T11" fmla="*/ 111 h 597"/>
                <a:gd name="T12" fmla="*/ 190 w 559"/>
                <a:gd name="T13" fmla="*/ 123 h 597"/>
                <a:gd name="T14" fmla="*/ 123 w 559"/>
                <a:gd name="T15" fmla="*/ 104 h 597"/>
                <a:gd name="T16" fmla="*/ 98 w 559"/>
                <a:gd name="T17" fmla="*/ 103 h 597"/>
                <a:gd name="T18" fmla="*/ 70 w 559"/>
                <a:gd name="T19" fmla="*/ 69 h 597"/>
                <a:gd name="T20" fmla="*/ 94 w 559"/>
                <a:gd name="T21" fmla="*/ 49 h 597"/>
                <a:gd name="T22" fmla="*/ 62 w 559"/>
                <a:gd name="T23" fmla="*/ 10 h 597"/>
                <a:gd name="T24" fmla="*/ 38 w 559"/>
                <a:gd name="T25" fmla="*/ 29 h 597"/>
                <a:gd name="T26" fmla="*/ 32 w 559"/>
                <a:gd name="T27" fmla="*/ 21 h 597"/>
                <a:gd name="T28" fmla="*/ 17 w 559"/>
                <a:gd name="T29" fmla="*/ 33 h 597"/>
                <a:gd name="T30" fmla="*/ 24 w 559"/>
                <a:gd name="T31" fmla="*/ 41 h 597"/>
                <a:gd name="T32" fmla="*/ 0 w 559"/>
                <a:gd name="T33" fmla="*/ 60 h 597"/>
                <a:gd name="T34" fmla="*/ 32 w 559"/>
                <a:gd name="T35" fmla="*/ 100 h 597"/>
                <a:gd name="T36" fmla="*/ 56 w 559"/>
                <a:gd name="T37" fmla="*/ 80 h 597"/>
                <a:gd name="T38" fmla="*/ 83 w 559"/>
                <a:gd name="T39" fmla="*/ 114 h 597"/>
                <a:gd name="T40" fmla="*/ 80 w 559"/>
                <a:gd name="T41" fmla="*/ 119 h 597"/>
                <a:gd name="T42" fmla="*/ 94 w 559"/>
                <a:gd name="T43" fmla="*/ 162 h 597"/>
                <a:gd name="T44" fmla="*/ 190 w 559"/>
                <a:gd name="T45" fmla="*/ 187 h 597"/>
                <a:gd name="T46" fmla="*/ 191 w 559"/>
                <a:gd name="T47" fmla="*/ 187 h 597"/>
                <a:gd name="T48" fmla="*/ 267 w 559"/>
                <a:gd name="T49" fmla="*/ 165 h 597"/>
                <a:gd name="T50" fmla="*/ 269 w 559"/>
                <a:gd name="T51" fmla="*/ 213 h 597"/>
                <a:gd name="T52" fmla="*/ 285 w 559"/>
                <a:gd name="T53" fmla="*/ 194 h 597"/>
                <a:gd name="T54" fmla="*/ 306 w 559"/>
                <a:gd name="T55" fmla="*/ 114 h 597"/>
                <a:gd name="T56" fmla="*/ 303 w 559"/>
                <a:gd name="T57" fmla="*/ 87 h 597"/>
                <a:gd name="T58" fmla="*/ 309 w 559"/>
                <a:gd name="T59" fmla="*/ 57 h 597"/>
                <a:gd name="T60" fmla="*/ 334 w 559"/>
                <a:gd name="T61" fmla="*/ 39 h 597"/>
                <a:gd name="T62" fmla="*/ 343 w 559"/>
                <a:gd name="T63" fmla="*/ 38 h 597"/>
                <a:gd name="T64" fmla="*/ 382 w 559"/>
                <a:gd name="T65" fmla="*/ 70 h 597"/>
                <a:gd name="T66" fmla="*/ 386 w 559"/>
                <a:gd name="T67" fmla="*/ 114 h 597"/>
                <a:gd name="T68" fmla="*/ 353 w 559"/>
                <a:gd name="T69" fmla="*/ 236 h 597"/>
                <a:gd name="T70" fmla="*/ 272 w 559"/>
                <a:gd name="T71" fmla="*/ 310 h 597"/>
                <a:gd name="T72" fmla="*/ 249 w 559"/>
                <a:gd name="T73" fmla="*/ 422 h 597"/>
                <a:gd name="T74" fmla="*/ 187 w 559"/>
                <a:gd name="T75" fmla="*/ 518 h 597"/>
                <a:gd name="T76" fmla="*/ 184 w 559"/>
                <a:gd name="T77" fmla="*/ 569 h 597"/>
                <a:gd name="T78" fmla="*/ 228 w 559"/>
                <a:gd name="T79" fmla="*/ 595 h 597"/>
                <a:gd name="T80" fmla="*/ 494 w 559"/>
                <a:gd name="T81" fmla="*/ 597 h 597"/>
                <a:gd name="T82" fmla="*/ 495 w 559"/>
                <a:gd name="T83" fmla="*/ 597 h 597"/>
                <a:gd name="T84" fmla="*/ 545 w 559"/>
                <a:gd name="T85" fmla="*/ 548 h 597"/>
                <a:gd name="T86" fmla="*/ 518 w 559"/>
                <a:gd name="T87" fmla="*/ 503 h 597"/>
                <a:gd name="T88" fmla="*/ 549 w 559"/>
                <a:gd name="T89" fmla="*/ 483 h 597"/>
                <a:gd name="T90" fmla="*/ 358 w 559"/>
                <a:gd name="T91" fmla="*/ 0 h 597"/>
                <a:gd name="T92" fmla="*/ 315 w 559"/>
                <a:gd name="T93" fmla="*/ 369 h 597"/>
                <a:gd name="T94" fmla="*/ 382 w 559"/>
                <a:gd name="T95" fmla="*/ 353 h 597"/>
                <a:gd name="T96" fmla="*/ 385 w 559"/>
                <a:gd name="T97" fmla="*/ 364 h 597"/>
                <a:gd name="T98" fmla="*/ 320 w 559"/>
                <a:gd name="T99" fmla="*/ 386 h 597"/>
                <a:gd name="T100" fmla="*/ 315 w 559"/>
                <a:gd name="T101" fmla="*/ 369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59" h="597">
                  <a:moveTo>
                    <a:pt x="358" y="0"/>
                  </a:moveTo>
                  <a:cubicBezTo>
                    <a:pt x="316" y="0"/>
                    <a:pt x="309" y="4"/>
                    <a:pt x="301" y="11"/>
                  </a:cubicBezTo>
                  <a:cubicBezTo>
                    <a:pt x="294" y="14"/>
                    <a:pt x="289" y="20"/>
                    <a:pt x="286" y="27"/>
                  </a:cubicBezTo>
                  <a:cubicBezTo>
                    <a:pt x="281" y="35"/>
                    <a:pt x="277" y="46"/>
                    <a:pt x="274" y="59"/>
                  </a:cubicBezTo>
                  <a:cubicBezTo>
                    <a:pt x="271" y="66"/>
                    <a:pt x="267" y="74"/>
                    <a:pt x="262" y="82"/>
                  </a:cubicBezTo>
                  <a:cubicBezTo>
                    <a:pt x="254" y="93"/>
                    <a:pt x="244" y="104"/>
                    <a:pt x="233" y="111"/>
                  </a:cubicBezTo>
                  <a:cubicBezTo>
                    <a:pt x="221" y="118"/>
                    <a:pt x="208" y="123"/>
                    <a:pt x="190" y="123"/>
                  </a:cubicBezTo>
                  <a:cubicBezTo>
                    <a:pt x="173" y="123"/>
                    <a:pt x="151" y="118"/>
                    <a:pt x="123" y="104"/>
                  </a:cubicBezTo>
                  <a:cubicBezTo>
                    <a:pt x="115" y="100"/>
                    <a:pt x="106" y="100"/>
                    <a:pt x="98" y="103"/>
                  </a:cubicBezTo>
                  <a:cubicBezTo>
                    <a:pt x="70" y="69"/>
                    <a:pt x="70" y="69"/>
                    <a:pt x="70" y="69"/>
                  </a:cubicBezTo>
                  <a:cubicBezTo>
                    <a:pt x="94" y="49"/>
                    <a:pt x="94" y="49"/>
                    <a:pt x="94" y="49"/>
                  </a:cubicBezTo>
                  <a:cubicBezTo>
                    <a:pt x="62" y="10"/>
                    <a:pt x="62" y="10"/>
                    <a:pt x="62" y="10"/>
                  </a:cubicBezTo>
                  <a:cubicBezTo>
                    <a:pt x="38" y="29"/>
                    <a:pt x="38" y="29"/>
                    <a:pt x="38" y="29"/>
                  </a:cubicBezTo>
                  <a:cubicBezTo>
                    <a:pt x="32" y="21"/>
                    <a:pt x="32" y="21"/>
                    <a:pt x="32" y="21"/>
                  </a:cubicBezTo>
                  <a:cubicBezTo>
                    <a:pt x="17" y="33"/>
                    <a:pt x="17" y="33"/>
                    <a:pt x="17" y="33"/>
                  </a:cubicBezTo>
                  <a:cubicBezTo>
                    <a:pt x="24" y="41"/>
                    <a:pt x="24" y="41"/>
                    <a:pt x="24" y="41"/>
                  </a:cubicBezTo>
                  <a:cubicBezTo>
                    <a:pt x="0" y="60"/>
                    <a:pt x="0" y="60"/>
                    <a:pt x="0" y="60"/>
                  </a:cubicBezTo>
                  <a:cubicBezTo>
                    <a:pt x="32" y="100"/>
                    <a:pt x="32" y="100"/>
                    <a:pt x="32" y="100"/>
                  </a:cubicBezTo>
                  <a:cubicBezTo>
                    <a:pt x="56" y="80"/>
                    <a:pt x="56" y="80"/>
                    <a:pt x="56" y="80"/>
                  </a:cubicBezTo>
                  <a:cubicBezTo>
                    <a:pt x="83" y="114"/>
                    <a:pt x="83" y="114"/>
                    <a:pt x="83" y="114"/>
                  </a:cubicBezTo>
                  <a:cubicBezTo>
                    <a:pt x="82" y="115"/>
                    <a:pt x="81" y="117"/>
                    <a:pt x="80" y="119"/>
                  </a:cubicBezTo>
                  <a:cubicBezTo>
                    <a:pt x="72" y="135"/>
                    <a:pt x="78" y="154"/>
                    <a:pt x="94" y="162"/>
                  </a:cubicBezTo>
                  <a:cubicBezTo>
                    <a:pt x="129" y="179"/>
                    <a:pt x="161" y="187"/>
                    <a:pt x="190" y="187"/>
                  </a:cubicBezTo>
                  <a:cubicBezTo>
                    <a:pt x="190" y="187"/>
                    <a:pt x="190" y="187"/>
                    <a:pt x="191" y="187"/>
                  </a:cubicBezTo>
                  <a:cubicBezTo>
                    <a:pt x="221" y="187"/>
                    <a:pt x="247" y="178"/>
                    <a:pt x="267" y="165"/>
                  </a:cubicBezTo>
                  <a:cubicBezTo>
                    <a:pt x="268" y="181"/>
                    <a:pt x="268" y="198"/>
                    <a:pt x="269" y="213"/>
                  </a:cubicBezTo>
                  <a:cubicBezTo>
                    <a:pt x="276" y="207"/>
                    <a:pt x="281" y="200"/>
                    <a:pt x="285" y="194"/>
                  </a:cubicBezTo>
                  <a:cubicBezTo>
                    <a:pt x="303" y="165"/>
                    <a:pt x="306" y="131"/>
                    <a:pt x="306" y="114"/>
                  </a:cubicBezTo>
                  <a:cubicBezTo>
                    <a:pt x="306" y="98"/>
                    <a:pt x="304" y="87"/>
                    <a:pt x="303" y="87"/>
                  </a:cubicBezTo>
                  <a:cubicBezTo>
                    <a:pt x="301" y="76"/>
                    <a:pt x="303" y="65"/>
                    <a:pt x="309" y="57"/>
                  </a:cubicBezTo>
                  <a:cubicBezTo>
                    <a:pt x="315" y="48"/>
                    <a:pt x="324" y="41"/>
                    <a:pt x="334" y="39"/>
                  </a:cubicBezTo>
                  <a:cubicBezTo>
                    <a:pt x="337" y="39"/>
                    <a:pt x="340" y="38"/>
                    <a:pt x="343" y="38"/>
                  </a:cubicBezTo>
                  <a:cubicBezTo>
                    <a:pt x="361" y="38"/>
                    <a:pt x="378" y="52"/>
                    <a:pt x="382" y="70"/>
                  </a:cubicBezTo>
                  <a:cubicBezTo>
                    <a:pt x="383" y="75"/>
                    <a:pt x="386" y="91"/>
                    <a:pt x="386" y="114"/>
                  </a:cubicBezTo>
                  <a:cubicBezTo>
                    <a:pt x="386" y="160"/>
                    <a:pt x="374" y="201"/>
                    <a:pt x="353" y="236"/>
                  </a:cubicBezTo>
                  <a:cubicBezTo>
                    <a:pt x="334" y="267"/>
                    <a:pt x="306" y="292"/>
                    <a:pt x="272" y="310"/>
                  </a:cubicBezTo>
                  <a:cubicBezTo>
                    <a:pt x="267" y="344"/>
                    <a:pt x="257" y="385"/>
                    <a:pt x="249" y="422"/>
                  </a:cubicBezTo>
                  <a:cubicBezTo>
                    <a:pt x="187" y="518"/>
                    <a:pt x="187" y="518"/>
                    <a:pt x="187" y="518"/>
                  </a:cubicBezTo>
                  <a:cubicBezTo>
                    <a:pt x="177" y="533"/>
                    <a:pt x="176" y="552"/>
                    <a:pt x="184" y="569"/>
                  </a:cubicBezTo>
                  <a:cubicBezTo>
                    <a:pt x="193" y="585"/>
                    <a:pt x="210" y="595"/>
                    <a:pt x="228" y="595"/>
                  </a:cubicBezTo>
                  <a:cubicBezTo>
                    <a:pt x="494" y="597"/>
                    <a:pt x="494" y="597"/>
                    <a:pt x="494" y="597"/>
                  </a:cubicBezTo>
                  <a:cubicBezTo>
                    <a:pt x="494" y="597"/>
                    <a:pt x="494" y="597"/>
                    <a:pt x="495" y="597"/>
                  </a:cubicBezTo>
                  <a:cubicBezTo>
                    <a:pt x="522" y="597"/>
                    <a:pt x="544" y="575"/>
                    <a:pt x="545" y="548"/>
                  </a:cubicBezTo>
                  <a:cubicBezTo>
                    <a:pt x="545" y="528"/>
                    <a:pt x="534" y="511"/>
                    <a:pt x="518" y="503"/>
                  </a:cubicBezTo>
                  <a:cubicBezTo>
                    <a:pt x="536" y="497"/>
                    <a:pt x="548" y="490"/>
                    <a:pt x="549" y="483"/>
                  </a:cubicBezTo>
                  <a:cubicBezTo>
                    <a:pt x="559" y="259"/>
                    <a:pt x="476" y="0"/>
                    <a:pt x="358" y="0"/>
                  </a:cubicBezTo>
                  <a:close/>
                  <a:moveTo>
                    <a:pt x="315" y="369"/>
                  </a:moveTo>
                  <a:cubicBezTo>
                    <a:pt x="382" y="353"/>
                    <a:pt x="382" y="353"/>
                    <a:pt x="382" y="353"/>
                  </a:cubicBezTo>
                  <a:cubicBezTo>
                    <a:pt x="385" y="364"/>
                    <a:pt x="385" y="364"/>
                    <a:pt x="385" y="364"/>
                  </a:cubicBezTo>
                  <a:cubicBezTo>
                    <a:pt x="320" y="386"/>
                    <a:pt x="320" y="386"/>
                    <a:pt x="320" y="386"/>
                  </a:cubicBezTo>
                  <a:lnTo>
                    <a:pt x="315" y="3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 name="Freeform 342"/>
            <p:cNvSpPr>
              <a:spLocks/>
            </p:cNvSpPr>
            <p:nvPr/>
          </p:nvSpPr>
          <p:spPr bwMode="auto">
            <a:xfrm>
              <a:off x="1857375" y="5310188"/>
              <a:ext cx="290513" cy="369887"/>
            </a:xfrm>
            <a:custGeom>
              <a:avLst/>
              <a:gdLst>
                <a:gd name="T0" fmla="*/ 225 w 225"/>
                <a:gd name="T1" fmla="*/ 71 h 286"/>
                <a:gd name="T2" fmla="*/ 221 w 225"/>
                <a:gd name="T3" fmla="*/ 29 h 286"/>
                <a:gd name="T4" fmla="*/ 183 w 225"/>
                <a:gd name="T5" fmla="*/ 4 h 286"/>
                <a:gd name="T6" fmla="*/ 158 w 225"/>
                <a:gd name="T7" fmla="*/ 42 h 286"/>
                <a:gd name="T8" fmla="*/ 158 w 225"/>
                <a:gd name="T9" fmla="*/ 42 h 286"/>
                <a:gd name="T10" fmla="*/ 158 w 225"/>
                <a:gd name="T11" fmla="*/ 42 h 286"/>
                <a:gd name="T12" fmla="*/ 161 w 225"/>
                <a:gd name="T13" fmla="*/ 71 h 286"/>
                <a:gd name="T14" fmla="*/ 138 w 225"/>
                <a:gd name="T15" fmla="*/ 155 h 286"/>
                <a:gd name="T16" fmla="*/ 29 w 225"/>
                <a:gd name="T17" fmla="*/ 223 h 286"/>
                <a:gd name="T18" fmla="*/ 4 w 225"/>
                <a:gd name="T19" fmla="*/ 261 h 286"/>
                <a:gd name="T20" fmla="*/ 35 w 225"/>
                <a:gd name="T21" fmla="*/ 286 h 286"/>
                <a:gd name="T22" fmla="*/ 42 w 225"/>
                <a:gd name="T23" fmla="*/ 285 h 286"/>
                <a:gd name="T24" fmla="*/ 193 w 225"/>
                <a:gd name="T25" fmla="*/ 189 h 286"/>
                <a:gd name="T26" fmla="*/ 225 w 225"/>
                <a:gd name="T27" fmla="*/ 71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5" h="286">
                  <a:moveTo>
                    <a:pt x="225" y="71"/>
                  </a:moveTo>
                  <a:cubicBezTo>
                    <a:pt x="225" y="47"/>
                    <a:pt x="221" y="30"/>
                    <a:pt x="221" y="29"/>
                  </a:cubicBezTo>
                  <a:cubicBezTo>
                    <a:pt x="217" y="11"/>
                    <a:pt x="200" y="0"/>
                    <a:pt x="183" y="4"/>
                  </a:cubicBezTo>
                  <a:cubicBezTo>
                    <a:pt x="166" y="8"/>
                    <a:pt x="155" y="25"/>
                    <a:pt x="158" y="42"/>
                  </a:cubicBezTo>
                  <a:cubicBezTo>
                    <a:pt x="158" y="42"/>
                    <a:pt x="158" y="42"/>
                    <a:pt x="158" y="42"/>
                  </a:cubicBezTo>
                  <a:cubicBezTo>
                    <a:pt x="158" y="42"/>
                    <a:pt x="158" y="42"/>
                    <a:pt x="158" y="42"/>
                  </a:cubicBezTo>
                  <a:cubicBezTo>
                    <a:pt x="159" y="44"/>
                    <a:pt x="161" y="55"/>
                    <a:pt x="161" y="71"/>
                  </a:cubicBezTo>
                  <a:cubicBezTo>
                    <a:pt x="161" y="94"/>
                    <a:pt x="156" y="127"/>
                    <a:pt x="138" y="155"/>
                  </a:cubicBezTo>
                  <a:cubicBezTo>
                    <a:pt x="121" y="183"/>
                    <a:pt x="91" y="209"/>
                    <a:pt x="29" y="223"/>
                  </a:cubicBezTo>
                  <a:cubicBezTo>
                    <a:pt x="12" y="226"/>
                    <a:pt x="0" y="243"/>
                    <a:pt x="4" y="261"/>
                  </a:cubicBezTo>
                  <a:cubicBezTo>
                    <a:pt x="7" y="276"/>
                    <a:pt x="21" y="286"/>
                    <a:pt x="35" y="286"/>
                  </a:cubicBezTo>
                  <a:cubicBezTo>
                    <a:pt x="38" y="286"/>
                    <a:pt x="40" y="286"/>
                    <a:pt x="42" y="285"/>
                  </a:cubicBezTo>
                  <a:cubicBezTo>
                    <a:pt x="118" y="270"/>
                    <a:pt x="166" y="232"/>
                    <a:pt x="193" y="189"/>
                  </a:cubicBezTo>
                  <a:cubicBezTo>
                    <a:pt x="219" y="146"/>
                    <a:pt x="225" y="102"/>
                    <a:pt x="225"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 name="Freeform 343"/>
            <p:cNvSpPr>
              <a:spLocks/>
            </p:cNvSpPr>
            <p:nvPr/>
          </p:nvSpPr>
          <p:spPr bwMode="auto">
            <a:xfrm>
              <a:off x="1308100" y="5229225"/>
              <a:ext cx="260350" cy="357187"/>
            </a:xfrm>
            <a:custGeom>
              <a:avLst/>
              <a:gdLst>
                <a:gd name="T0" fmla="*/ 66 w 201"/>
                <a:gd name="T1" fmla="*/ 51 h 276"/>
                <a:gd name="T2" fmla="*/ 67 w 201"/>
                <a:gd name="T3" fmla="*/ 45 h 276"/>
                <a:gd name="T4" fmla="*/ 68 w 201"/>
                <a:gd name="T5" fmla="*/ 44 h 276"/>
                <a:gd name="T6" fmla="*/ 68 w 201"/>
                <a:gd name="T7" fmla="*/ 44 h 276"/>
                <a:gd name="T8" fmla="*/ 45 w 201"/>
                <a:gd name="T9" fmla="*/ 5 h 276"/>
                <a:gd name="T10" fmla="*/ 6 w 201"/>
                <a:gd name="T11" fmla="*/ 27 h 276"/>
                <a:gd name="T12" fmla="*/ 0 w 201"/>
                <a:gd name="T13" fmla="*/ 74 h 276"/>
                <a:gd name="T14" fmla="*/ 28 w 201"/>
                <a:gd name="T15" fmla="*/ 179 h 276"/>
                <a:gd name="T16" fmla="*/ 154 w 201"/>
                <a:gd name="T17" fmla="*/ 274 h 276"/>
                <a:gd name="T18" fmla="*/ 165 w 201"/>
                <a:gd name="T19" fmla="*/ 276 h 276"/>
                <a:gd name="T20" fmla="*/ 195 w 201"/>
                <a:gd name="T21" fmla="*/ 254 h 276"/>
                <a:gd name="T22" fmla="*/ 175 w 201"/>
                <a:gd name="T23" fmla="*/ 213 h 276"/>
                <a:gd name="T24" fmla="*/ 83 w 201"/>
                <a:gd name="T25" fmla="*/ 146 h 276"/>
                <a:gd name="T26" fmla="*/ 65 w 201"/>
                <a:gd name="T27" fmla="*/ 74 h 276"/>
                <a:gd name="T28" fmla="*/ 66 w 201"/>
                <a:gd name="T29" fmla="*/ 51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1" h="276">
                  <a:moveTo>
                    <a:pt x="66" y="51"/>
                  </a:moveTo>
                  <a:cubicBezTo>
                    <a:pt x="67" y="48"/>
                    <a:pt x="67" y="46"/>
                    <a:pt x="67" y="45"/>
                  </a:cubicBezTo>
                  <a:cubicBezTo>
                    <a:pt x="67" y="45"/>
                    <a:pt x="68" y="44"/>
                    <a:pt x="68" y="44"/>
                  </a:cubicBezTo>
                  <a:cubicBezTo>
                    <a:pt x="68" y="44"/>
                    <a:pt x="68" y="44"/>
                    <a:pt x="68" y="44"/>
                  </a:cubicBezTo>
                  <a:cubicBezTo>
                    <a:pt x="72" y="27"/>
                    <a:pt x="62" y="9"/>
                    <a:pt x="45" y="5"/>
                  </a:cubicBezTo>
                  <a:cubicBezTo>
                    <a:pt x="28" y="0"/>
                    <a:pt x="10" y="10"/>
                    <a:pt x="6" y="27"/>
                  </a:cubicBezTo>
                  <a:cubicBezTo>
                    <a:pt x="5" y="29"/>
                    <a:pt x="1" y="47"/>
                    <a:pt x="0" y="74"/>
                  </a:cubicBezTo>
                  <a:cubicBezTo>
                    <a:pt x="1" y="102"/>
                    <a:pt x="6" y="141"/>
                    <a:pt x="28" y="179"/>
                  </a:cubicBezTo>
                  <a:cubicBezTo>
                    <a:pt x="51" y="217"/>
                    <a:pt x="91" y="252"/>
                    <a:pt x="154" y="274"/>
                  </a:cubicBezTo>
                  <a:cubicBezTo>
                    <a:pt x="158" y="275"/>
                    <a:pt x="161" y="276"/>
                    <a:pt x="165" y="276"/>
                  </a:cubicBezTo>
                  <a:cubicBezTo>
                    <a:pt x="178" y="276"/>
                    <a:pt x="190" y="267"/>
                    <a:pt x="195" y="254"/>
                  </a:cubicBezTo>
                  <a:cubicBezTo>
                    <a:pt x="201" y="238"/>
                    <a:pt x="192" y="219"/>
                    <a:pt x="175" y="213"/>
                  </a:cubicBezTo>
                  <a:cubicBezTo>
                    <a:pt x="124" y="195"/>
                    <a:pt x="98" y="170"/>
                    <a:pt x="83" y="146"/>
                  </a:cubicBezTo>
                  <a:cubicBezTo>
                    <a:pt x="68" y="121"/>
                    <a:pt x="64" y="94"/>
                    <a:pt x="65" y="74"/>
                  </a:cubicBezTo>
                  <a:cubicBezTo>
                    <a:pt x="64" y="65"/>
                    <a:pt x="65" y="57"/>
                    <a:pt x="6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 name="Freeform 344"/>
            <p:cNvSpPr>
              <a:spLocks/>
            </p:cNvSpPr>
            <p:nvPr/>
          </p:nvSpPr>
          <p:spPr bwMode="auto">
            <a:xfrm>
              <a:off x="1644650" y="5434013"/>
              <a:ext cx="57150" cy="68262"/>
            </a:xfrm>
            <a:custGeom>
              <a:avLst/>
              <a:gdLst>
                <a:gd name="T0" fmla="*/ 0 w 36"/>
                <a:gd name="T1" fmla="*/ 39 h 43"/>
                <a:gd name="T2" fmla="*/ 5 w 36"/>
                <a:gd name="T3" fmla="*/ 43 h 43"/>
                <a:gd name="T4" fmla="*/ 36 w 36"/>
                <a:gd name="T5" fmla="*/ 8 h 43"/>
                <a:gd name="T6" fmla="*/ 25 w 36"/>
                <a:gd name="T7" fmla="*/ 0 h 43"/>
                <a:gd name="T8" fmla="*/ 0 w 36"/>
                <a:gd name="T9" fmla="*/ 39 h 43"/>
              </a:gdLst>
              <a:ahLst/>
              <a:cxnLst>
                <a:cxn ang="0">
                  <a:pos x="T0" y="T1"/>
                </a:cxn>
                <a:cxn ang="0">
                  <a:pos x="T2" y="T3"/>
                </a:cxn>
                <a:cxn ang="0">
                  <a:pos x="T4" y="T5"/>
                </a:cxn>
                <a:cxn ang="0">
                  <a:pos x="T6" y="T7"/>
                </a:cxn>
                <a:cxn ang="0">
                  <a:pos x="T8" y="T9"/>
                </a:cxn>
              </a:cxnLst>
              <a:rect l="0" t="0" r="r" b="b"/>
              <a:pathLst>
                <a:path w="36" h="43">
                  <a:moveTo>
                    <a:pt x="0" y="39"/>
                  </a:moveTo>
                  <a:lnTo>
                    <a:pt x="5" y="43"/>
                  </a:lnTo>
                  <a:lnTo>
                    <a:pt x="36" y="8"/>
                  </a:lnTo>
                  <a:lnTo>
                    <a:pt x="25" y="0"/>
                  </a:lnTo>
                  <a:lnTo>
                    <a:pt x="0"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 name="Freeform 345"/>
            <p:cNvSpPr>
              <a:spLocks/>
            </p:cNvSpPr>
            <p:nvPr/>
          </p:nvSpPr>
          <p:spPr bwMode="auto">
            <a:xfrm>
              <a:off x="1609725" y="5402263"/>
              <a:ext cx="20638" cy="82550"/>
            </a:xfrm>
            <a:custGeom>
              <a:avLst/>
              <a:gdLst>
                <a:gd name="T0" fmla="*/ 5 w 13"/>
                <a:gd name="T1" fmla="*/ 52 h 52"/>
                <a:gd name="T2" fmla="*/ 13 w 13"/>
                <a:gd name="T3" fmla="*/ 3 h 52"/>
                <a:gd name="T4" fmla="*/ 0 w 13"/>
                <a:gd name="T5" fmla="*/ 0 h 52"/>
                <a:gd name="T6" fmla="*/ 0 w 13"/>
                <a:gd name="T7" fmla="*/ 50 h 52"/>
                <a:gd name="T8" fmla="*/ 5 w 13"/>
                <a:gd name="T9" fmla="*/ 52 h 52"/>
              </a:gdLst>
              <a:ahLst/>
              <a:cxnLst>
                <a:cxn ang="0">
                  <a:pos x="T0" y="T1"/>
                </a:cxn>
                <a:cxn ang="0">
                  <a:pos x="T2" y="T3"/>
                </a:cxn>
                <a:cxn ang="0">
                  <a:pos x="T4" y="T5"/>
                </a:cxn>
                <a:cxn ang="0">
                  <a:pos x="T6" y="T7"/>
                </a:cxn>
                <a:cxn ang="0">
                  <a:pos x="T8" y="T9"/>
                </a:cxn>
              </a:cxnLst>
              <a:rect l="0" t="0" r="r" b="b"/>
              <a:pathLst>
                <a:path w="13" h="52">
                  <a:moveTo>
                    <a:pt x="5" y="52"/>
                  </a:moveTo>
                  <a:lnTo>
                    <a:pt x="13" y="3"/>
                  </a:lnTo>
                  <a:lnTo>
                    <a:pt x="0" y="0"/>
                  </a:lnTo>
                  <a:lnTo>
                    <a:pt x="0" y="50"/>
                  </a:lnTo>
                  <a:lnTo>
                    <a:pt x="5" y="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 name="Freeform 346"/>
            <p:cNvSpPr>
              <a:spLocks/>
            </p:cNvSpPr>
            <p:nvPr/>
          </p:nvSpPr>
          <p:spPr bwMode="auto">
            <a:xfrm>
              <a:off x="1673225" y="5491163"/>
              <a:ext cx="80963" cy="39687"/>
            </a:xfrm>
            <a:custGeom>
              <a:avLst/>
              <a:gdLst>
                <a:gd name="T0" fmla="*/ 51 w 51"/>
                <a:gd name="T1" fmla="*/ 11 h 25"/>
                <a:gd name="T2" fmla="*/ 44 w 51"/>
                <a:gd name="T3" fmla="*/ 0 h 25"/>
                <a:gd name="T4" fmla="*/ 0 w 51"/>
                <a:gd name="T5" fmla="*/ 21 h 25"/>
                <a:gd name="T6" fmla="*/ 2 w 51"/>
                <a:gd name="T7" fmla="*/ 25 h 25"/>
                <a:gd name="T8" fmla="*/ 51 w 51"/>
                <a:gd name="T9" fmla="*/ 11 h 25"/>
              </a:gdLst>
              <a:ahLst/>
              <a:cxnLst>
                <a:cxn ang="0">
                  <a:pos x="T0" y="T1"/>
                </a:cxn>
                <a:cxn ang="0">
                  <a:pos x="T2" y="T3"/>
                </a:cxn>
                <a:cxn ang="0">
                  <a:pos x="T4" y="T5"/>
                </a:cxn>
                <a:cxn ang="0">
                  <a:pos x="T6" y="T7"/>
                </a:cxn>
                <a:cxn ang="0">
                  <a:pos x="T8" y="T9"/>
                </a:cxn>
              </a:cxnLst>
              <a:rect l="0" t="0" r="r" b="b"/>
              <a:pathLst>
                <a:path w="51" h="25">
                  <a:moveTo>
                    <a:pt x="51" y="11"/>
                  </a:moveTo>
                  <a:lnTo>
                    <a:pt x="44" y="0"/>
                  </a:lnTo>
                  <a:lnTo>
                    <a:pt x="0" y="21"/>
                  </a:lnTo>
                  <a:lnTo>
                    <a:pt x="2" y="25"/>
                  </a:lnTo>
                  <a:lnTo>
                    <a:pt x="51"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92" name="组合 291"/>
          <p:cNvGrpSpPr/>
          <p:nvPr/>
        </p:nvGrpSpPr>
        <p:grpSpPr>
          <a:xfrm>
            <a:off x="250825" y="3041650"/>
            <a:ext cx="1155700" cy="1209675"/>
            <a:chOff x="250825" y="3041650"/>
            <a:chExt cx="1155700" cy="1209675"/>
          </a:xfrm>
          <a:solidFill>
            <a:schemeClr val="tx1">
              <a:lumMod val="65000"/>
              <a:lumOff val="35000"/>
            </a:schemeClr>
          </a:solidFill>
        </p:grpSpPr>
        <p:sp>
          <p:nvSpPr>
            <p:cNvPr id="293" name="Freeform 347"/>
            <p:cNvSpPr>
              <a:spLocks/>
            </p:cNvSpPr>
            <p:nvPr/>
          </p:nvSpPr>
          <p:spPr bwMode="auto">
            <a:xfrm>
              <a:off x="747713" y="3351213"/>
              <a:ext cx="220663" cy="146050"/>
            </a:xfrm>
            <a:custGeom>
              <a:avLst/>
              <a:gdLst>
                <a:gd name="T0" fmla="*/ 36 w 171"/>
                <a:gd name="T1" fmla="*/ 0 h 113"/>
                <a:gd name="T2" fmla="*/ 14 w 171"/>
                <a:gd name="T3" fmla="*/ 8 h 113"/>
                <a:gd name="T4" fmla="*/ 11 w 171"/>
                <a:gd name="T5" fmla="*/ 53 h 113"/>
                <a:gd name="T6" fmla="*/ 68 w 171"/>
                <a:gd name="T7" fmla="*/ 98 h 113"/>
                <a:gd name="T8" fmla="*/ 127 w 171"/>
                <a:gd name="T9" fmla="*/ 113 h 113"/>
                <a:gd name="T10" fmla="*/ 127 w 171"/>
                <a:gd name="T11" fmla="*/ 113 h 113"/>
                <a:gd name="T12" fmla="*/ 171 w 171"/>
                <a:gd name="T13" fmla="*/ 106 h 113"/>
                <a:gd name="T14" fmla="*/ 80 w 171"/>
                <a:gd name="T15" fmla="*/ 70 h 113"/>
                <a:gd name="T16" fmla="*/ 36 w 171"/>
                <a:gd name="T17" fmla="*/ 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1" h="113">
                  <a:moveTo>
                    <a:pt x="36" y="0"/>
                  </a:moveTo>
                  <a:cubicBezTo>
                    <a:pt x="28" y="0"/>
                    <a:pt x="21" y="3"/>
                    <a:pt x="14" y="8"/>
                  </a:cubicBezTo>
                  <a:cubicBezTo>
                    <a:pt x="1" y="20"/>
                    <a:pt x="0" y="40"/>
                    <a:pt x="11" y="53"/>
                  </a:cubicBezTo>
                  <a:cubicBezTo>
                    <a:pt x="29" y="74"/>
                    <a:pt x="48" y="89"/>
                    <a:pt x="68" y="98"/>
                  </a:cubicBezTo>
                  <a:cubicBezTo>
                    <a:pt x="87" y="108"/>
                    <a:pt x="108" y="113"/>
                    <a:pt x="127" y="113"/>
                  </a:cubicBezTo>
                  <a:cubicBezTo>
                    <a:pt x="127" y="113"/>
                    <a:pt x="127" y="113"/>
                    <a:pt x="127" y="113"/>
                  </a:cubicBezTo>
                  <a:cubicBezTo>
                    <a:pt x="143" y="113"/>
                    <a:pt x="157" y="110"/>
                    <a:pt x="171" y="106"/>
                  </a:cubicBezTo>
                  <a:cubicBezTo>
                    <a:pt x="145" y="104"/>
                    <a:pt x="110" y="97"/>
                    <a:pt x="80" y="70"/>
                  </a:cubicBezTo>
                  <a:cubicBezTo>
                    <a:pt x="61" y="52"/>
                    <a:pt x="46" y="29"/>
                    <a:pt x="3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 name="Freeform 348"/>
            <p:cNvSpPr>
              <a:spLocks/>
            </p:cNvSpPr>
            <p:nvPr/>
          </p:nvSpPr>
          <p:spPr bwMode="auto">
            <a:xfrm>
              <a:off x="898525" y="3041650"/>
              <a:ext cx="258763" cy="258762"/>
            </a:xfrm>
            <a:custGeom>
              <a:avLst/>
              <a:gdLst>
                <a:gd name="T0" fmla="*/ 75 w 200"/>
                <a:gd name="T1" fmla="*/ 13 h 200"/>
                <a:gd name="T2" fmla="*/ 13 w 200"/>
                <a:gd name="T3" fmla="*/ 124 h 200"/>
                <a:gd name="T4" fmla="*/ 124 w 200"/>
                <a:gd name="T5" fmla="*/ 186 h 200"/>
                <a:gd name="T6" fmla="*/ 187 w 200"/>
                <a:gd name="T7" fmla="*/ 75 h 200"/>
                <a:gd name="T8" fmla="*/ 75 w 200"/>
                <a:gd name="T9" fmla="*/ 13 h 200"/>
              </a:gdLst>
              <a:ahLst/>
              <a:cxnLst>
                <a:cxn ang="0">
                  <a:pos x="T0" y="T1"/>
                </a:cxn>
                <a:cxn ang="0">
                  <a:pos x="T2" y="T3"/>
                </a:cxn>
                <a:cxn ang="0">
                  <a:pos x="T4" y="T5"/>
                </a:cxn>
                <a:cxn ang="0">
                  <a:pos x="T6" y="T7"/>
                </a:cxn>
                <a:cxn ang="0">
                  <a:pos x="T8" y="T9"/>
                </a:cxn>
              </a:cxnLst>
              <a:rect l="0" t="0" r="r" b="b"/>
              <a:pathLst>
                <a:path w="200" h="200">
                  <a:moveTo>
                    <a:pt x="75" y="13"/>
                  </a:moveTo>
                  <a:cubicBezTo>
                    <a:pt x="28" y="27"/>
                    <a:pt x="0" y="76"/>
                    <a:pt x="13" y="124"/>
                  </a:cubicBezTo>
                  <a:cubicBezTo>
                    <a:pt x="27" y="172"/>
                    <a:pt x="77" y="200"/>
                    <a:pt x="124" y="186"/>
                  </a:cubicBezTo>
                  <a:cubicBezTo>
                    <a:pt x="172" y="173"/>
                    <a:pt x="200" y="123"/>
                    <a:pt x="187" y="75"/>
                  </a:cubicBezTo>
                  <a:cubicBezTo>
                    <a:pt x="173" y="27"/>
                    <a:pt x="123" y="0"/>
                    <a:pt x="75"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 name="Freeform 349"/>
            <p:cNvSpPr>
              <a:spLocks noEditPoints="1"/>
            </p:cNvSpPr>
            <p:nvPr/>
          </p:nvSpPr>
          <p:spPr bwMode="auto">
            <a:xfrm>
              <a:off x="968375" y="3292475"/>
              <a:ext cx="438150" cy="955675"/>
            </a:xfrm>
            <a:custGeom>
              <a:avLst/>
              <a:gdLst>
                <a:gd name="T0" fmla="*/ 158 w 338"/>
                <a:gd name="T1" fmla="*/ 737 h 738"/>
                <a:gd name="T2" fmla="*/ 196 w 338"/>
                <a:gd name="T3" fmla="*/ 677 h 738"/>
                <a:gd name="T4" fmla="*/ 196 w 338"/>
                <a:gd name="T5" fmla="*/ 677 h 738"/>
                <a:gd name="T6" fmla="*/ 174 w 338"/>
                <a:gd name="T7" fmla="*/ 525 h 738"/>
                <a:gd name="T8" fmla="*/ 328 w 338"/>
                <a:gd name="T9" fmla="*/ 483 h 738"/>
                <a:gd name="T10" fmla="*/ 137 w 338"/>
                <a:gd name="T11" fmla="*/ 0 h 738"/>
                <a:gd name="T12" fmla="*/ 80 w 338"/>
                <a:gd name="T13" fmla="*/ 10 h 738"/>
                <a:gd name="T14" fmla="*/ 68 w 338"/>
                <a:gd name="T15" fmla="*/ 20 h 738"/>
                <a:gd name="T16" fmla="*/ 68 w 338"/>
                <a:gd name="T17" fmla="*/ 20 h 738"/>
                <a:gd name="T18" fmla="*/ 68 w 338"/>
                <a:gd name="T19" fmla="*/ 20 h 738"/>
                <a:gd name="T20" fmla="*/ 31 w 338"/>
                <a:gd name="T21" fmla="*/ 60 h 738"/>
                <a:gd name="T22" fmla="*/ 18 w 338"/>
                <a:gd name="T23" fmla="*/ 70 h 738"/>
                <a:gd name="T24" fmla="*/ 70 w 338"/>
                <a:gd name="T25" fmla="*/ 58 h 738"/>
                <a:gd name="T26" fmla="*/ 101 w 338"/>
                <a:gd name="T27" fmla="*/ 44 h 738"/>
                <a:gd name="T28" fmla="*/ 122 w 338"/>
                <a:gd name="T29" fmla="*/ 38 h 738"/>
                <a:gd name="T30" fmla="*/ 156 w 338"/>
                <a:gd name="T31" fmla="*/ 58 h 738"/>
                <a:gd name="T32" fmla="*/ 160 w 338"/>
                <a:gd name="T33" fmla="*/ 88 h 738"/>
                <a:gd name="T34" fmla="*/ 142 w 338"/>
                <a:gd name="T35" fmla="*/ 113 h 738"/>
                <a:gd name="T36" fmla="*/ 101 w 338"/>
                <a:gd name="T37" fmla="*/ 132 h 738"/>
                <a:gd name="T38" fmla="*/ 46 w 338"/>
                <a:gd name="T39" fmla="*/ 147 h 738"/>
                <a:gd name="T40" fmla="*/ 53 w 338"/>
                <a:gd name="T41" fmla="*/ 268 h 738"/>
                <a:gd name="T42" fmla="*/ 24 w 338"/>
                <a:gd name="T43" fmla="*/ 515 h 738"/>
                <a:gd name="T44" fmla="*/ 74 w 338"/>
                <a:gd name="T45" fmla="*/ 528 h 738"/>
                <a:gd name="T46" fmla="*/ 98 w 338"/>
                <a:gd name="T47" fmla="*/ 700 h 738"/>
                <a:gd name="T48" fmla="*/ 147 w 338"/>
                <a:gd name="T49" fmla="*/ 738 h 738"/>
                <a:gd name="T50" fmla="*/ 158 w 338"/>
                <a:gd name="T51" fmla="*/ 737 h 738"/>
                <a:gd name="T52" fmla="*/ 164 w 338"/>
                <a:gd name="T53" fmla="*/ 364 h 738"/>
                <a:gd name="T54" fmla="*/ 99 w 338"/>
                <a:gd name="T55" fmla="*/ 386 h 738"/>
                <a:gd name="T56" fmla="*/ 94 w 338"/>
                <a:gd name="T57" fmla="*/ 369 h 738"/>
                <a:gd name="T58" fmla="*/ 161 w 338"/>
                <a:gd name="T59" fmla="*/ 352 h 738"/>
                <a:gd name="T60" fmla="*/ 164 w 338"/>
                <a:gd name="T61" fmla="*/ 364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38" h="738">
                  <a:moveTo>
                    <a:pt x="158" y="737"/>
                  </a:moveTo>
                  <a:cubicBezTo>
                    <a:pt x="185" y="731"/>
                    <a:pt x="202" y="704"/>
                    <a:pt x="196" y="677"/>
                  </a:cubicBezTo>
                  <a:cubicBezTo>
                    <a:pt x="196" y="677"/>
                    <a:pt x="196" y="677"/>
                    <a:pt x="196" y="677"/>
                  </a:cubicBezTo>
                  <a:cubicBezTo>
                    <a:pt x="182" y="618"/>
                    <a:pt x="176" y="567"/>
                    <a:pt x="174" y="525"/>
                  </a:cubicBezTo>
                  <a:cubicBezTo>
                    <a:pt x="250" y="517"/>
                    <a:pt x="327" y="501"/>
                    <a:pt x="328" y="483"/>
                  </a:cubicBezTo>
                  <a:cubicBezTo>
                    <a:pt x="338" y="259"/>
                    <a:pt x="255" y="0"/>
                    <a:pt x="137" y="0"/>
                  </a:cubicBezTo>
                  <a:cubicBezTo>
                    <a:pt x="95" y="0"/>
                    <a:pt x="88" y="4"/>
                    <a:pt x="80" y="10"/>
                  </a:cubicBezTo>
                  <a:cubicBezTo>
                    <a:pt x="75" y="13"/>
                    <a:pt x="71" y="16"/>
                    <a:pt x="68" y="20"/>
                  </a:cubicBezTo>
                  <a:cubicBezTo>
                    <a:pt x="68" y="20"/>
                    <a:pt x="68" y="20"/>
                    <a:pt x="68" y="20"/>
                  </a:cubicBezTo>
                  <a:cubicBezTo>
                    <a:pt x="68" y="20"/>
                    <a:pt x="68" y="20"/>
                    <a:pt x="68" y="20"/>
                  </a:cubicBezTo>
                  <a:cubicBezTo>
                    <a:pt x="68" y="21"/>
                    <a:pt x="53" y="41"/>
                    <a:pt x="31" y="60"/>
                  </a:cubicBezTo>
                  <a:cubicBezTo>
                    <a:pt x="27" y="63"/>
                    <a:pt x="23" y="67"/>
                    <a:pt x="18" y="70"/>
                  </a:cubicBezTo>
                  <a:cubicBezTo>
                    <a:pt x="34" y="69"/>
                    <a:pt x="52" y="65"/>
                    <a:pt x="70" y="58"/>
                  </a:cubicBezTo>
                  <a:cubicBezTo>
                    <a:pt x="89" y="51"/>
                    <a:pt x="101" y="44"/>
                    <a:pt x="101" y="44"/>
                  </a:cubicBezTo>
                  <a:cubicBezTo>
                    <a:pt x="108" y="40"/>
                    <a:pt x="114" y="38"/>
                    <a:pt x="122" y="38"/>
                  </a:cubicBezTo>
                  <a:cubicBezTo>
                    <a:pt x="136" y="38"/>
                    <a:pt x="149" y="46"/>
                    <a:pt x="156" y="58"/>
                  </a:cubicBezTo>
                  <a:cubicBezTo>
                    <a:pt x="161" y="67"/>
                    <a:pt x="163" y="78"/>
                    <a:pt x="160" y="88"/>
                  </a:cubicBezTo>
                  <a:cubicBezTo>
                    <a:pt x="158" y="99"/>
                    <a:pt x="151" y="107"/>
                    <a:pt x="142" y="113"/>
                  </a:cubicBezTo>
                  <a:cubicBezTo>
                    <a:pt x="140" y="114"/>
                    <a:pt x="124" y="123"/>
                    <a:pt x="101" y="132"/>
                  </a:cubicBezTo>
                  <a:cubicBezTo>
                    <a:pt x="82" y="139"/>
                    <a:pt x="64" y="144"/>
                    <a:pt x="46" y="147"/>
                  </a:cubicBezTo>
                  <a:cubicBezTo>
                    <a:pt x="46" y="193"/>
                    <a:pt x="50" y="240"/>
                    <a:pt x="53" y="268"/>
                  </a:cubicBezTo>
                  <a:cubicBezTo>
                    <a:pt x="59" y="334"/>
                    <a:pt x="0" y="484"/>
                    <a:pt x="24" y="515"/>
                  </a:cubicBezTo>
                  <a:cubicBezTo>
                    <a:pt x="30" y="522"/>
                    <a:pt x="49" y="526"/>
                    <a:pt x="74" y="528"/>
                  </a:cubicBezTo>
                  <a:cubicBezTo>
                    <a:pt x="76" y="577"/>
                    <a:pt x="83" y="634"/>
                    <a:pt x="98" y="700"/>
                  </a:cubicBezTo>
                  <a:cubicBezTo>
                    <a:pt x="104" y="723"/>
                    <a:pt x="124" y="738"/>
                    <a:pt x="147" y="738"/>
                  </a:cubicBezTo>
                  <a:cubicBezTo>
                    <a:pt x="151" y="738"/>
                    <a:pt x="155" y="738"/>
                    <a:pt x="158" y="737"/>
                  </a:cubicBezTo>
                  <a:close/>
                  <a:moveTo>
                    <a:pt x="164" y="364"/>
                  </a:moveTo>
                  <a:cubicBezTo>
                    <a:pt x="99" y="386"/>
                    <a:pt x="99" y="386"/>
                    <a:pt x="99" y="386"/>
                  </a:cubicBezTo>
                  <a:cubicBezTo>
                    <a:pt x="94" y="369"/>
                    <a:pt x="94" y="369"/>
                    <a:pt x="94" y="369"/>
                  </a:cubicBezTo>
                  <a:cubicBezTo>
                    <a:pt x="161" y="352"/>
                    <a:pt x="161" y="352"/>
                    <a:pt x="161" y="352"/>
                  </a:cubicBezTo>
                  <a:lnTo>
                    <a:pt x="164" y="3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 name="Freeform 350"/>
            <p:cNvSpPr>
              <a:spLocks/>
            </p:cNvSpPr>
            <p:nvPr/>
          </p:nvSpPr>
          <p:spPr bwMode="auto">
            <a:xfrm>
              <a:off x="876300" y="3251200"/>
              <a:ext cx="25400" cy="28575"/>
            </a:xfrm>
            <a:custGeom>
              <a:avLst/>
              <a:gdLst>
                <a:gd name="T0" fmla="*/ 5 w 20"/>
                <a:gd name="T1" fmla="*/ 22 h 22"/>
                <a:gd name="T2" fmla="*/ 20 w 20"/>
                <a:gd name="T3" fmla="*/ 22 h 22"/>
                <a:gd name="T4" fmla="*/ 20 w 20"/>
                <a:gd name="T5" fmla="*/ 0 h 22"/>
                <a:gd name="T6" fmla="*/ 0 w 20"/>
                <a:gd name="T7" fmla="*/ 0 h 22"/>
                <a:gd name="T8" fmla="*/ 4 w 20"/>
                <a:gd name="T9" fmla="*/ 12 h 22"/>
                <a:gd name="T10" fmla="*/ 5 w 20"/>
                <a:gd name="T11" fmla="*/ 22 h 22"/>
              </a:gdLst>
              <a:ahLst/>
              <a:cxnLst>
                <a:cxn ang="0">
                  <a:pos x="T0" y="T1"/>
                </a:cxn>
                <a:cxn ang="0">
                  <a:pos x="T2" y="T3"/>
                </a:cxn>
                <a:cxn ang="0">
                  <a:pos x="T4" y="T5"/>
                </a:cxn>
                <a:cxn ang="0">
                  <a:pos x="T6" y="T7"/>
                </a:cxn>
                <a:cxn ang="0">
                  <a:pos x="T8" y="T9"/>
                </a:cxn>
                <a:cxn ang="0">
                  <a:pos x="T10" y="T11"/>
                </a:cxn>
              </a:cxnLst>
              <a:rect l="0" t="0" r="r" b="b"/>
              <a:pathLst>
                <a:path w="20" h="22">
                  <a:moveTo>
                    <a:pt x="5" y="22"/>
                  </a:moveTo>
                  <a:cubicBezTo>
                    <a:pt x="20" y="22"/>
                    <a:pt x="20" y="22"/>
                    <a:pt x="20" y="22"/>
                  </a:cubicBezTo>
                  <a:cubicBezTo>
                    <a:pt x="20" y="0"/>
                    <a:pt x="20" y="0"/>
                    <a:pt x="20" y="0"/>
                  </a:cubicBezTo>
                  <a:cubicBezTo>
                    <a:pt x="0" y="0"/>
                    <a:pt x="0" y="0"/>
                    <a:pt x="0" y="0"/>
                  </a:cubicBezTo>
                  <a:cubicBezTo>
                    <a:pt x="2" y="4"/>
                    <a:pt x="3" y="8"/>
                    <a:pt x="4" y="12"/>
                  </a:cubicBezTo>
                  <a:cubicBezTo>
                    <a:pt x="4" y="16"/>
                    <a:pt x="5" y="19"/>
                    <a:pt x="5"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 name="Freeform 351"/>
            <p:cNvSpPr>
              <a:spLocks/>
            </p:cNvSpPr>
            <p:nvPr/>
          </p:nvSpPr>
          <p:spPr bwMode="auto">
            <a:xfrm>
              <a:off x="725488" y="3244850"/>
              <a:ext cx="57150" cy="41275"/>
            </a:xfrm>
            <a:custGeom>
              <a:avLst/>
              <a:gdLst>
                <a:gd name="T0" fmla="*/ 44 w 44"/>
                <a:gd name="T1" fmla="*/ 5 h 32"/>
                <a:gd name="T2" fmla="*/ 35 w 44"/>
                <a:gd name="T3" fmla="*/ 5 h 32"/>
                <a:gd name="T4" fmla="*/ 35 w 44"/>
                <a:gd name="T5" fmla="*/ 0 h 32"/>
                <a:gd name="T6" fmla="*/ 0 w 44"/>
                <a:gd name="T7" fmla="*/ 0 h 32"/>
                <a:gd name="T8" fmla="*/ 0 w 44"/>
                <a:gd name="T9" fmla="*/ 32 h 32"/>
                <a:gd name="T10" fmla="*/ 35 w 44"/>
                <a:gd name="T11" fmla="*/ 32 h 32"/>
                <a:gd name="T12" fmla="*/ 35 w 44"/>
                <a:gd name="T13" fmla="*/ 27 h 32"/>
                <a:gd name="T14" fmla="*/ 41 w 44"/>
                <a:gd name="T15" fmla="*/ 27 h 32"/>
                <a:gd name="T16" fmla="*/ 44 w 44"/>
                <a:gd name="T17" fmla="*/ 5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32">
                  <a:moveTo>
                    <a:pt x="44" y="5"/>
                  </a:moveTo>
                  <a:cubicBezTo>
                    <a:pt x="35" y="5"/>
                    <a:pt x="35" y="5"/>
                    <a:pt x="35" y="5"/>
                  </a:cubicBezTo>
                  <a:cubicBezTo>
                    <a:pt x="35" y="0"/>
                    <a:pt x="35" y="0"/>
                    <a:pt x="35" y="0"/>
                  </a:cubicBezTo>
                  <a:cubicBezTo>
                    <a:pt x="0" y="0"/>
                    <a:pt x="0" y="0"/>
                    <a:pt x="0" y="0"/>
                  </a:cubicBezTo>
                  <a:cubicBezTo>
                    <a:pt x="0" y="32"/>
                    <a:pt x="0" y="32"/>
                    <a:pt x="0" y="32"/>
                  </a:cubicBezTo>
                  <a:cubicBezTo>
                    <a:pt x="35" y="32"/>
                    <a:pt x="35" y="32"/>
                    <a:pt x="35" y="32"/>
                  </a:cubicBezTo>
                  <a:cubicBezTo>
                    <a:pt x="35" y="27"/>
                    <a:pt x="35" y="27"/>
                    <a:pt x="35" y="27"/>
                  </a:cubicBezTo>
                  <a:cubicBezTo>
                    <a:pt x="41" y="27"/>
                    <a:pt x="41" y="27"/>
                    <a:pt x="41" y="27"/>
                  </a:cubicBezTo>
                  <a:cubicBezTo>
                    <a:pt x="40" y="20"/>
                    <a:pt x="41" y="12"/>
                    <a:pt x="4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 name="Freeform 352"/>
            <p:cNvSpPr>
              <a:spLocks/>
            </p:cNvSpPr>
            <p:nvPr/>
          </p:nvSpPr>
          <p:spPr bwMode="auto">
            <a:xfrm>
              <a:off x="785813" y="3228975"/>
              <a:ext cx="387350" cy="249237"/>
            </a:xfrm>
            <a:custGeom>
              <a:avLst/>
              <a:gdLst>
                <a:gd name="T0" fmla="*/ 290 w 299"/>
                <a:gd name="T1" fmla="*/ 111 h 192"/>
                <a:gd name="T2" fmla="*/ 246 w 299"/>
                <a:gd name="T3" fmla="*/ 99 h 192"/>
                <a:gd name="T4" fmla="*/ 246 w 299"/>
                <a:gd name="T5" fmla="*/ 99 h 192"/>
                <a:gd name="T6" fmla="*/ 214 w 299"/>
                <a:gd name="T7" fmla="*/ 114 h 192"/>
                <a:gd name="T8" fmla="*/ 150 w 299"/>
                <a:gd name="T9" fmla="*/ 128 h 192"/>
                <a:gd name="T10" fmla="*/ 99 w 299"/>
                <a:gd name="T11" fmla="*/ 110 h 192"/>
                <a:gd name="T12" fmla="*/ 66 w 299"/>
                <a:gd name="T13" fmla="*/ 30 h 192"/>
                <a:gd name="T14" fmla="*/ 30 w 299"/>
                <a:gd name="T15" fmla="*/ 3 h 192"/>
                <a:gd name="T16" fmla="*/ 3 w 299"/>
                <a:gd name="T17" fmla="*/ 39 h 192"/>
                <a:gd name="T18" fmla="*/ 57 w 299"/>
                <a:gd name="T19" fmla="*/ 158 h 192"/>
                <a:gd name="T20" fmla="*/ 149 w 299"/>
                <a:gd name="T21" fmla="*/ 192 h 192"/>
                <a:gd name="T22" fmla="*/ 150 w 299"/>
                <a:gd name="T23" fmla="*/ 192 h 192"/>
                <a:gd name="T24" fmla="*/ 239 w 299"/>
                <a:gd name="T25" fmla="*/ 173 h 192"/>
                <a:gd name="T26" fmla="*/ 279 w 299"/>
                <a:gd name="T27" fmla="*/ 155 h 192"/>
                <a:gd name="T28" fmla="*/ 290 w 299"/>
                <a:gd name="T29" fmla="*/ 111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9" h="192">
                  <a:moveTo>
                    <a:pt x="290" y="111"/>
                  </a:moveTo>
                  <a:cubicBezTo>
                    <a:pt x="281" y="96"/>
                    <a:pt x="262" y="91"/>
                    <a:pt x="246" y="99"/>
                  </a:cubicBezTo>
                  <a:cubicBezTo>
                    <a:pt x="246" y="99"/>
                    <a:pt x="246" y="99"/>
                    <a:pt x="246" y="99"/>
                  </a:cubicBezTo>
                  <a:cubicBezTo>
                    <a:pt x="245" y="100"/>
                    <a:pt x="233" y="107"/>
                    <a:pt x="214" y="114"/>
                  </a:cubicBezTo>
                  <a:cubicBezTo>
                    <a:pt x="196" y="121"/>
                    <a:pt x="172" y="128"/>
                    <a:pt x="150" y="128"/>
                  </a:cubicBezTo>
                  <a:cubicBezTo>
                    <a:pt x="130" y="128"/>
                    <a:pt x="113" y="123"/>
                    <a:pt x="99" y="110"/>
                  </a:cubicBezTo>
                  <a:cubicBezTo>
                    <a:pt x="86" y="98"/>
                    <a:pt x="72" y="75"/>
                    <a:pt x="66" y="30"/>
                  </a:cubicBezTo>
                  <a:cubicBezTo>
                    <a:pt x="64" y="13"/>
                    <a:pt x="48" y="0"/>
                    <a:pt x="30" y="3"/>
                  </a:cubicBezTo>
                  <a:cubicBezTo>
                    <a:pt x="13" y="5"/>
                    <a:pt x="0" y="21"/>
                    <a:pt x="3" y="39"/>
                  </a:cubicBezTo>
                  <a:cubicBezTo>
                    <a:pt x="10" y="93"/>
                    <a:pt x="28" y="132"/>
                    <a:pt x="57" y="158"/>
                  </a:cubicBezTo>
                  <a:cubicBezTo>
                    <a:pt x="84" y="183"/>
                    <a:pt x="119" y="192"/>
                    <a:pt x="149" y="192"/>
                  </a:cubicBezTo>
                  <a:cubicBezTo>
                    <a:pt x="149" y="192"/>
                    <a:pt x="150" y="192"/>
                    <a:pt x="150" y="192"/>
                  </a:cubicBezTo>
                  <a:cubicBezTo>
                    <a:pt x="185" y="192"/>
                    <a:pt x="216" y="182"/>
                    <a:pt x="239" y="173"/>
                  </a:cubicBezTo>
                  <a:cubicBezTo>
                    <a:pt x="262" y="164"/>
                    <a:pt x="278" y="155"/>
                    <a:pt x="279" y="155"/>
                  </a:cubicBezTo>
                  <a:cubicBezTo>
                    <a:pt x="294" y="146"/>
                    <a:pt x="299" y="126"/>
                    <a:pt x="290"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 name="Rectangle 353"/>
            <p:cNvSpPr>
              <a:spLocks noChangeArrowheads="1"/>
            </p:cNvSpPr>
            <p:nvPr/>
          </p:nvSpPr>
          <p:spPr bwMode="auto">
            <a:xfrm>
              <a:off x="666750" y="3262313"/>
              <a:ext cx="44450"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 name="Freeform 354"/>
            <p:cNvSpPr>
              <a:spLocks/>
            </p:cNvSpPr>
            <p:nvPr/>
          </p:nvSpPr>
          <p:spPr bwMode="auto">
            <a:xfrm>
              <a:off x="668338" y="3222625"/>
              <a:ext cx="42863" cy="23812"/>
            </a:xfrm>
            <a:custGeom>
              <a:avLst/>
              <a:gdLst>
                <a:gd name="T0" fmla="*/ 2 w 27"/>
                <a:gd name="T1" fmla="*/ 0 h 15"/>
                <a:gd name="T2" fmla="*/ 0 w 27"/>
                <a:gd name="T3" fmla="*/ 2 h 15"/>
                <a:gd name="T4" fmla="*/ 25 w 27"/>
                <a:gd name="T5" fmla="*/ 15 h 15"/>
                <a:gd name="T6" fmla="*/ 27 w 27"/>
                <a:gd name="T7" fmla="*/ 12 h 15"/>
                <a:gd name="T8" fmla="*/ 2 w 27"/>
                <a:gd name="T9" fmla="*/ 0 h 15"/>
              </a:gdLst>
              <a:ahLst/>
              <a:cxnLst>
                <a:cxn ang="0">
                  <a:pos x="T0" y="T1"/>
                </a:cxn>
                <a:cxn ang="0">
                  <a:pos x="T2" y="T3"/>
                </a:cxn>
                <a:cxn ang="0">
                  <a:pos x="T4" y="T5"/>
                </a:cxn>
                <a:cxn ang="0">
                  <a:pos x="T6" y="T7"/>
                </a:cxn>
                <a:cxn ang="0">
                  <a:pos x="T8" y="T9"/>
                </a:cxn>
              </a:cxnLst>
              <a:rect l="0" t="0" r="r" b="b"/>
              <a:pathLst>
                <a:path w="27" h="15">
                  <a:moveTo>
                    <a:pt x="2" y="0"/>
                  </a:moveTo>
                  <a:lnTo>
                    <a:pt x="0" y="2"/>
                  </a:lnTo>
                  <a:lnTo>
                    <a:pt x="25" y="15"/>
                  </a:lnTo>
                  <a:lnTo>
                    <a:pt x="27" y="12"/>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 name="Freeform 355"/>
            <p:cNvSpPr>
              <a:spLocks/>
            </p:cNvSpPr>
            <p:nvPr/>
          </p:nvSpPr>
          <p:spPr bwMode="auto">
            <a:xfrm>
              <a:off x="668338" y="3284538"/>
              <a:ext cx="42863" cy="25400"/>
            </a:xfrm>
            <a:custGeom>
              <a:avLst/>
              <a:gdLst>
                <a:gd name="T0" fmla="*/ 2 w 27"/>
                <a:gd name="T1" fmla="*/ 16 h 16"/>
                <a:gd name="T2" fmla="*/ 27 w 27"/>
                <a:gd name="T3" fmla="*/ 3 h 16"/>
                <a:gd name="T4" fmla="*/ 25 w 27"/>
                <a:gd name="T5" fmla="*/ 0 h 16"/>
                <a:gd name="T6" fmla="*/ 0 w 27"/>
                <a:gd name="T7" fmla="*/ 12 h 16"/>
                <a:gd name="T8" fmla="*/ 2 w 27"/>
                <a:gd name="T9" fmla="*/ 16 h 16"/>
              </a:gdLst>
              <a:ahLst/>
              <a:cxnLst>
                <a:cxn ang="0">
                  <a:pos x="T0" y="T1"/>
                </a:cxn>
                <a:cxn ang="0">
                  <a:pos x="T2" y="T3"/>
                </a:cxn>
                <a:cxn ang="0">
                  <a:pos x="T4" y="T5"/>
                </a:cxn>
                <a:cxn ang="0">
                  <a:pos x="T6" y="T7"/>
                </a:cxn>
                <a:cxn ang="0">
                  <a:pos x="T8" y="T9"/>
                </a:cxn>
              </a:cxnLst>
              <a:rect l="0" t="0" r="r" b="b"/>
              <a:pathLst>
                <a:path w="27" h="16">
                  <a:moveTo>
                    <a:pt x="2" y="16"/>
                  </a:moveTo>
                  <a:lnTo>
                    <a:pt x="27" y="3"/>
                  </a:lnTo>
                  <a:lnTo>
                    <a:pt x="25" y="0"/>
                  </a:lnTo>
                  <a:lnTo>
                    <a:pt x="0" y="12"/>
                  </a:lnTo>
                  <a:lnTo>
                    <a:pt x="2"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 name="Freeform 356"/>
            <p:cNvSpPr>
              <a:spLocks noEditPoints="1"/>
            </p:cNvSpPr>
            <p:nvPr/>
          </p:nvSpPr>
          <p:spPr bwMode="auto">
            <a:xfrm>
              <a:off x="250825" y="3917950"/>
              <a:ext cx="277813" cy="333375"/>
            </a:xfrm>
            <a:custGeom>
              <a:avLst/>
              <a:gdLst>
                <a:gd name="T0" fmla="*/ 40 w 175"/>
                <a:gd name="T1" fmla="*/ 156 h 210"/>
                <a:gd name="T2" fmla="*/ 136 w 175"/>
                <a:gd name="T3" fmla="*/ 156 h 210"/>
                <a:gd name="T4" fmla="*/ 142 w 175"/>
                <a:gd name="T5" fmla="*/ 210 h 210"/>
                <a:gd name="T6" fmla="*/ 175 w 175"/>
                <a:gd name="T7" fmla="*/ 210 h 210"/>
                <a:gd name="T8" fmla="*/ 161 w 175"/>
                <a:gd name="T9" fmla="*/ 28 h 210"/>
                <a:gd name="T10" fmla="*/ 161 w 175"/>
                <a:gd name="T11" fmla="*/ 0 h 210"/>
                <a:gd name="T12" fmla="*/ 13 w 175"/>
                <a:gd name="T13" fmla="*/ 0 h 210"/>
                <a:gd name="T14" fmla="*/ 13 w 175"/>
                <a:gd name="T15" fmla="*/ 28 h 210"/>
                <a:gd name="T16" fmla="*/ 0 w 175"/>
                <a:gd name="T17" fmla="*/ 210 h 210"/>
                <a:gd name="T18" fmla="*/ 33 w 175"/>
                <a:gd name="T19" fmla="*/ 210 h 210"/>
                <a:gd name="T20" fmla="*/ 40 w 175"/>
                <a:gd name="T21" fmla="*/ 156 h 210"/>
                <a:gd name="T22" fmla="*/ 46 w 175"/>
                <a:gd name="T23" fmla="*/ 33 h 210"/>
                <a:gd name="T24" fmla="*/ 128 w 175"/>
                <a:gd name="T25" fmla="*/ 33 h 210"/>
                <a:gd name="T26" fmla="*/ 134 w 175"/>
                <a:gd name="T27" fmla="*/ 141 h 210"/>
                <a:gd name="T28" fmla="*/ 40 w 175"/>
                <a:gd name="T29" fmla="*/ 141 h 210"/>
                <a:gd name="T30" fmla="*/ 46 w 175"/>
                <a:gd name="T31" fmla="*/ 33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5" h="210">
                  <a:moveTo>
                    <a:pt x="40" y="156"/>
                  </a:moveTo>
                  <a:lnTo>
                    <a:pt x="136" y="156"/>
                  </a:lnTo>
                  <a:lnTo>
                    <a:pt x="142" y="210"/>
                  </a:lnTo>
                  <a:lnTo>
                    <a:pt x="175" y="210"/>
                  </a:lnTo>
                  <a:lnTo>
                    <a:pt x="161" y="28"/>
                  </a:lnTo>
                  <a:lnTo>
                    <a:pt x="161" y="0"/>
                  </a:lnTo>
                  <a:lnTo>
                    <a:pt x="13" y="0"/>
                  </a:lnTo>
                  <a:lnTo>
                    <a:pt x="13" y="28"/>
                  </a:lnTo>
                  <a:lnTo>
                    <a:pt x="0" y="210"/>
                  </a:lnTo>
                  <a:lnTo>
                    <a:pt x="33" y="210"/>
                  </a:lnTo>
                  <a:lnTo>
                    <a:pt x="40" y="156"/>
                  </a:lnTo>
                  <a:close/>
                  <a:moveTo>
                    <a:pt x="46" y="33"/>
                  </a:moveTo>
                  <a:lnTo>
                    <a:pt x="128" y="33"/>
                  </a:lnTo>
                  <a:lnTo>
                    <a:pt x="134" y="141"/>
                  </a:lnTo>
                  <a:lnTo>
                    <a:pt x="40" y="141"/>
                  </a:lnTo>
                  <a:lnTo>
                    <a:pt x="46"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 name="Freeform 357"/>
            <p:cNvSpPr>
              <a:spLocks/>
            </p:cNvSpPr>
            <p:nvPr/>
          </p:nvSpPr>
          <p:spPr bwMode="auto">
            <a:xfrm>
              <a:off x="404813" y="3479800"/>
              <a:ext cx="233363" cy="280987"/>
            </a:xfrm>
            <a:custGeom>
              <a:avLst/>
              <a:gdLst>
                <a:gd name="T0" fmla="*/ 181 w 181"/>
                <a:gd name="T1" fmla="*/ 216 h 216"/>
                <a:gd name="T2" fmla="*/ 175 w 181"/>
                <a:gd name="T3" fmla="*/ 213 h 216"/>
                <a:gd name="T4" fmla="*/ 83 w 181"/>
                <a:gd name="T5" fmla="*/ 145 h 216"/>
                <a:gd name="T6" fmla="*/ 64 w 181"/>
                <a:gd name="T7" fmla="*/ 74 h 216"/>
                <a:gd name="T8" fmla="*/ 66 w 181"/>
                <a:gd name="T9" fmla="*/ 51 h 216"/>
                <a:gd name="T10" fmla="*/ 67 w 181"/>
                <a:gd name="T11" fmla="*/ 45 h 216"/>
                <a:gd name="T12" fmla="*/ 68 w 181"/>
                <a:gd name="T13" fmla="*/ 44 h 216"/>
                <a:gd name="T14" fmla="*/ 67 w 181"/>
                <a:gd name="T15" fmla="*/ 44 h 216"/>
                <a:gd name="T16" fmla="*/ 45 w 181"/>
                <a:gd name="T17" fmla="*/ 4 h 216"/>
                <a:gd name="T18" fmla="*/ 6 w 181"/>
                <a:gd name="T19" fmla="*/ 27 h 216"/>
                <a:gd name="T20" fmla="*/ 0 w 181"/>
                <a:gd name="T21" fmla="*/ 74 h 216"/>
                <a:gd name="T22" fmla="*/ 28 w 181"/>
                <a:gd name="T23" fmla="*/ 178 h 216"/>
                <a:gd name="T24" fmla="*/ 58 w 181"/>
                <a:gd name="T25" fmla="*/ 216 h 216"/>
                <a:gd name="T26" fmla="*/ 181 w 181"/>
                <a:gd name="T27"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1" h="216">
                  <a:moveTo>
                    <a:pt x="181" y="216"/>
                  </a:moveTo>
                  <a:cubicBezTo>
                    <a:pt x="179" y="215"/>
                    <a:pt x="177" y="214"/>
                    <a:pt x="175" y="213"/>
                  </a:cubicBezTo>
                  <a:cubicBezTo>
                    <a:pt x="124" y="195"/>
                    <a:pt x="98" y="170"/>
                    <a:pt x="83" y="145"/>
                  </a:cubicBezTo>
                  <a:cubicBezTo>
                    <a:pt x="68" y="121"/>
                    <a:pt x="64" y="94"/>
                    <a:pt x="64" y="74"/>
                  </a:cubicBezTo>
                  <a:cubicBezTo>
                    <a:pt x="64" y="64"/>
                    <a:pt x="65" y="56"/>
                    <a:pt x="66" y="51"/>
                  </a:cubicBezTo>
                  <a:cubicBezTo>
                    <a:pt x="67" y="48"/>
                    <a:pt x="67" y="46"/>
                    <a:pt x="67" y="45"/>
                  </a:cubicBezTo>
                  <a:cubicBezTo>
                    <a:pt x="67" y="44"/>
                    <a:pt x="67" y="44"/>
                    <a:pt x="68" y="44"/>
                  </a:cubicBezTo>
                  <a:cubicBezTo>
                    <a:pt x="67" y="44"/>
                    <a:pt x="67" y="44"/>
                    <a:pt x="67" y="44"/>
                  </a:cubicBezTo>
                  <a:cubicBezTo>
                    <a:pt x="72" y="27"/>
                    <a:pt x="62" y="9"/>
                    <a:pt x="45" y="4"/>
                  </a:cubicBezTo>
                  <a:cubicBezTo>
                    <a:pt x="28" y="0"/>
                    <a:pt x="10" y="10"/>
                    <a:pt x="6" y="27"/>
                  </a:cubicBezTo>
                  <a:cubicBezTo>
                    <a:pt x="5" y="29"/>
                    <a:pt x="0" y="47"/>
                    <a:pt x="0" y="74"/>
                  </a:cubicBezTo>
                  <a:cubicBezTo>
                    <a:pt x="0" y="102"/>
                    <a:pt x="6" y="140"/>
                    <a:pt x="28" y="178"/>
                  </a:cubicBezTo>
                  <a:cubicBezTo>
                    <a:pt x="36" y="191"/>
                    <a:pt x="46" y="204"/>
                    <a:pt x="58" y="216"/>
                  </a:cubicBezTo>
                  <a:lnTo>
                    <a:pt x="181" y="2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 name="Freeform 358"/>
            <p:cNvSpPr>
              <a:spLocks/>
            </p:cNvSpPr>
            <p:nvPr/>
          </p:nvSpPr>
          <p:spPr bwMode="auto">
            <a:xfrm>
              <a:off x="298450" y="3421063"/>
              <a:ext cx="444500" cy="760412"/>
            </a:xfrm>
            <a:custGeom>
              <a:avLst/>
              <a:gdLst>
                <a:gd name="T0" fmla="*/ 182 w 344"/>
                <a:gd name="T1" fmla="*/ 524 h 587"/>
                <a:gd name="T2" fmla="*/ 217 w 344"/>
                <a:gd name="T3" fmla="*/ 586 h 587"/>
                <a:gd name="T4" fmla="*/ 231 w 344"/>
                <a:gd name="T5" fmla="*/ 587 h 587"/>
                <a:gd name="T6" fmla="*/ 279 w 344"/>
                <a:gd name="T7" fmla="*/ 551 h 587"/>
                <a:gd name="T8" fmla="*/ 339 w 344"/>
                <a:gd name="T9" fmla="*/ 333 h 587"/>
                <a:gd name="T10" fmla="*/ 331 w 344"/>
                <a:gd name="T11" fmla="*/ 290 h 587"/>
                <a:gd name="T12" fmla="*/ 291 w 344"/>
                <a:gd name="T13" fmla="*/ 270 h 587"/>
                <a:gd name="T14" fmla="*/ 137 w 344"/>
                <a:gd name="T15" fmla="*/ 270 h 587"/>
                <a:gd name="T16" fmla="*/ 104 w 344"/>
                <a:gd name="T17" fmla="*/ 228 h 587"/>
                <a:gd name="T18" fmla="*/ 74 w 344"/>
                <a:gd name="T19" fmla="*/ 120 h 587"/>
                <a:gd name="T20" fmla="*/ 80 w 344"/>
                <a:gd name="T21" fmla="*/ 71 h 587"/>
                <a:gd name="T22" fmla="*/ 119 w 344"/>
                <a:gd name="T23" fmla="*/ 41 h 587"/>
                <a:gd name="T24" fmla="*/ 129 w 344"/>
                <a:gd name="T25" fmla="*/ 43 h 587"/>
                <a:gd name="T26" fmla="*/ 157 w 344"/>
                <a:gd name="T27" fmla="*/ 92 h 587"/>
                <a:gd name="T28" fmla="*/ 157 w 344"/>
                <a:gd name="T29" fmla="*/ 92 h 587"/>
                <a:gd name="T30" fmla="*/ 156 w 344"/>
                <a:gd name="T31" fmla="*/ 98 h 587"/>
                <a:gd name="T32" fmla="*/ 154 w 344"/>
                <a:gd name="T33" fmla="*/ 120 h 587"/>
                <a:gd name="T34" fmla="*/ 162 w 344"/>
                <a:gd name="T35" fmla="*/ 166 h 587"/>
                <a:gd name="T36" fmla="*/ 175 w 344"/>
                <a:gd name="T37" fmla="*/ 104 h 587"/>
                <a:gd name="T38" fmla="*/ 137 w 344"/>
                <a:gd name="T39" fmla="*/ 8 h 587"/>
                <a:gd name="T40" fmla="*/ 33 w 344"/>
                <a:gd name="T41" fmla="*/ 77 h 587"/>
                <a:gd name="T42" fmla="*/ 10 w 344"/>
                <a:gd name="T43" fmla="*/ 299 h 587"/>
                <a:gd name="T44" fmla="*/ 88 w 344"/>
                <a:gd name="T45" fmla="*/ 369 h 587"/>
                <a:gd name="T46" fmla="*/ 96 w 344"/>
                <a:gd name="T47" fmla="*/ 370 h 587"/>
                <a:gd name="T48" fmla="*/ 96 w 344"/>
                <a:gd name="T49" fmla="*/ 370 h 587"/>
                <a:gd name="T50" fmla="*/ 139 w 344"/>
                <a:gd name="T51" fmla="*/ 370 h 587"/>
                <a:gd name="T52" fmla="*/ 225 w 344"/>
                <a:gd name="T53" fmla="*/ 370 h 587"/>
                <a:gd name="T54" fmla="*/ 182 w 344"/>
                <a:gd name="T55" fmla="*/ 524 h 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44" h="587">
                  <a:moveTo>
                    <a:pt x="182" y="524"/>
                  </a:moveTo>
                  <a:cubicBezTo>
                    <a:pt x="175" y="551"/>
                    <a:pt x="191" y="578"/>
                    <a:pt x="217" y="586"/>
                  </a:cubicBezTo>
                  <a:cubicBezTo>
                    <a:pt x="222" y="587"/>
                    <a:pt x="226" y="587"/>
                    <a:pt x="231" y="587"/>
                  </a:cubicBezTo>
                  <a:cubicBezTo>
                    <a:pt x="252" y="587"/>
                    <a:pt x="273" y="573"/>
                    <a:pt x="279" y="551"/>
                  </a:cubicBezTo>
                  <a:cubicBezTo>
                    <a:pt x="339" y="333"/>
                    <a:pt x="339" y="333"/>
                    <a:pt x="339" y="333"/>
                  </a:cubicBezTo>
                  <a:cubicBezTo>
                    <a:pt x="344" y="318"/>
                    <a:pt x="341" y="302"/>
                    <a:pt x="331" y="290"/>
                  </a:cubicBezTo>
                  <a:cubicBezTo>
                    <a:pt x="322" y="277"/>
                    <a:pt x="307" y="270"/>
                    <a:pt x="291" y="270"/>
                  </a:cubicBezTo>
                  <a:cubicBezTo>
                    <a:pt x="137" y="270"/>
                    <a:pt x="137" y="270"/>
                    <a:pt x="137" y="270"/>
                  </a:cubicBezTo>
                  <a:cubicBezTo>
                    <a:pt x="122" y="256"/>
                    <a:pt x="111" y="241"/>
                    <a:pt x="104" y="228"/>
                  </a:cubicBezTo>
                  <a:cubicBezTo>
                    <a:pt x="84" y="196"/>
                    <a:pt x="74" y="160"/>
                    <a:pt x="74" y="120"/>
                  </a:cubicBezTo>
                  <a:cubicBezTo>
                    <a:pt x="74" y="94"/>
                    <a:pt x="79" y="76"/>
                    <a:pt x="80" y="71"/>
                  </a:cubicBezTo>
                  <a:cubicBezTo>
                    <a:pt x="85" y="54"/>
                    <a:pt x="101" y="41"/>
                    <a:pt x="119" y="41"/>
                  </a:cubicBezTo>
                  <a:cubicBezTo>
                    <a:pt x="122" y="41"/>
                    <a:pt x="126" y="42"/>
                    <a:pt x="129" y="43"/>
                  </a:cubicBezTo>
                  <a:cubicBezTo>
                    <a:pt x="150" y="48"/>
                    <a:pt x="163" y="70"/>
                    <a:pt x="157" y="92"/>
                  </a:cubicBezTo>
                  <a:cubicBezTo>
                    <a:pt x="157" y="92"/>
                    <a:pt x="157" y="92"/>
                    <a:pt x="157" y="92"/>
                  </a:cubicBezTo>
                  <a:cubicBezTo>
                    <a:pt x="157" y="94"/>
                    <a:pt x="156" y="96"/>
                    <a:pt x="156" y="98"/>
                  </a:cubicBezTo>
                  <a:cubicBezTo>
                    <a:pt x="155" y="103"/>
                    <a:pt x="154" y="111"/>
                    <a:pt x="154" y="120"/>
                  </a:cubicBezTo>
                  <a:cubicBezTo>
                    <a:pt x="154" y="132"/>
                    <a:pt x="156" y="149"/>
                    <a:pt x="162" y="166"/>
                  </a:cubicBezTo>
                  <a:cubicBezTo>
                    <a:pt x="166" y="144"/>
                    <a:pt x="171" y="123"/>
                    <a:pt x="175" y="104"/>
                  </a:cubicBezTo>
                  <a:cubicBezTo>
                    <a:pt x="186" y="65"/>
                    <a:pt x="171" y="17"/>
                    <a:pt x="137" y="8"/>
                  </a:cubicBezTo>
                  <a:cubicBezTo>
                    <a:pt x="103" y="0"/>
                    <a:pt x="53" y="18"/>
                    <a:pt x="33" y="77"/>
                  </a:cubicBezTo>
                  <a:cubicBezTo>
                    <a:pt x="6" y="158"/>
                    <a:pt x="0" y="210"/>
                    <a:pt x="10" y="299"/>
                  </a:cubicBezTo>
                  <a:cubicBezTo>
                    <a:pt x="21" y="354"/>
                    <a:pt x="55" y="367"/>
                    <a:pt x="88" y="369"/>
                  </a:cubicBezTo>
                  <a:cubicBezTo>
                    <a:pt x="91" y="370"/>
                    <a:pt x="94" y="370"/>
                    <a:pt x="96" y="370"/>
                  </a:cubicBezTo>
                  <a:cubicBezTo>
                    <a:pt x="96" y="370"/>
                    <a:pt x="96" y="370"/>
                    <a:pt x="96" y="370"/>
                  </a:cubicBezTo>
                  <a:cubicBezTo>
                    <a:pt x="139" y="370"/>
                    <a:pt x="139" y="370"/>
                    <a:pt x="139" y="370"/>
                  </a:cubicBezTo>
                  <a:cubicBezTo>
                    <a:pt x="225" y="370"/>
                    <a:pt x="225" y="370"/>
                    <a:pt x="225" y="370"/>
                  </a:cubicBezTo>
                  <a:lnTo>
                    <a:pt x="182" y="5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 name="Freeform 359"/>
            <p:cNvSpPr>
              <a:spLocks/>
            </p:cNvSpPr>
            <p:nvPr/>
          </p:nvSpPr>
          <p:spPr bwMode="auto">
            <a:xfrm>
              <a:off x="379413" y="3162300"/>
              <a:ext cx="257175" cy="257175"/>
            </a:xfrm>
            <a:custGeom>
              <a:avLst/>
              <a:gdLst>
                <a:gd name="T0" fmla="*/ 12 w 198"/>
                <a:gd name="T1" fmla="*/ 78 h 198"/>
                <a:gd name="T2" fmla="*/ 79 w 198"/>
                <a:gd name="T3" fmla="*/ 186 h 198"/>
                <a:gd name="T4" fmla="*/ 187 w 198"/>
                <a:gd name="T5" fmla="*/ 119 h 198"/>
                <a:gd name="T6" fmla="*/ 120 w 198"/>
                <a:gd name="T7" fmla="*/ 11 h 198"/>
                <a:gd name="T8" fmla="*/ 12 w 198"/>
                <a:gd name="T9" fmla="*/ 78 h 198"/>
              </a:gdLst>
              <a:ahLst/>
              <a:cxnLst>
                <a:cxn ang="0">
                  <a:pos x="T0" y="T1"/>
                </a:cxn>
                <a:cxn ang="0">
                  <a:pos x="T2" y="T3"/>
                </a:cxn>
                <a:cxn ang="0">
                  <a:pos x="T4" y="T5"/>
                </a:cxn>
                <a:cxn ang="0">
                  <a:pos x="T6" y="T7"/>
                </a:cxn>
                <a:cxn ang="0">
                  <a:pos x="T8" y="T9"/>
                </a:cxn>
              </a:cxnLst>
              <a:rect l="0" t="0" r="r" b="b"/>
              <a:pathLst>
                <a:path w="198" h="198">
                  <a:moveTo>
                    <a:pt x="12" y="78"/>
                  </a:moveTo>
                  <a:cubicBezTo>
                    <a:pt x="0" y="127"/>
                    <a:pt x="30" y="175"/>
                    <a:pt x="79" y="186"/>
                  </a:cubicBezTo>
                  <a:cubicBezTo>
                    <a:pt x="127" y="198"/>
                    <a:pt x="176" y="167"/>
                    <a:pt x="187" y="119"/>
                  </a:cubicBezTo>
                  <a:cubicBezTo>
                    <a:pt x="198" y="71"/>
                    <a:pt x="168" y="22"/>
                    <a:pt x="120" y="11"/>
                  </a:cubicBezTo>
                  <a:cubicBezTo>
                    <a:pt x="71" y="0"/>
                    <a:pt x="23" y="30"/>
                    <a:pt x="12"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3233124453"/>
      </p:ext>
    </p:extLst>
  </p:cSld>
  <p:clrMapOvr>
    <a:masterClrMapping/>
  </p:clrMapOvr>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411163" y="1085850"/>
            <a:ext cx="620713" cy="1422400"/>
            <a:chOff x="411163" y="1085850"/>
            <a:chExt cx="620713" cy="1422400"/>
          </a:xfrm>
        </p:grpSpPr>
        <p:sp>
          <p:nvSpPr>
            <p:cNvPr id="3" name="Freeform 5"/>
            <p:cNvSpPr>
              <a:spLocks/>
            </p:cNvSpPr>
            <p:nvPr/>
          </p:nvSpPr>
          <p:spPr bwMode="auto">
            <a:xfrm>
              <a:off x="471488" y="1450975"/>
              <a:ext cx="458788" cy="1057275"/>
            </a:xfrm>
            <a:custGeom>
              <a:avLst/>
              <a:gdLst>
                <a:gd name="T0" fmla="*/ 0 w 305"/>
                <a:gd name="T1" fmla="*/ 155 h 702"/>
                <a:gd name="T2" fmla="*/ 0 w 305"/>
                <a:gd name="T3" fmla="*/ 228 h 702"/>
                <a:gd name="T4" fmla="*/ 0 w 305"/>
                <a:gd name="T5" fmla="*/ 304 h 702"/>
                <a:gd name="T6" fmla="*/ 0 w 305"/>
                <a:gd name="T7" fmla="*/ 648 h 702"/>
                <a:gd name="T8" fmla="*/ 49 w 305"/>
                <a:gd name="T9" fmla="*/ 698 h 702"/>
                <a:gd name="T10" fmla="*/ 99 w 305"/>
                <a:gd name="T11" fmla="*/ 648 h 702"/>
                <a:gd name="T12" fmla="*/ 99 w 305"/>
                <a:gd name="T13" fmla="*/ 335 h 702"/>
                <a:gd name="T14" fmla="*/ 123 w 305"/>
                <a:gd name="T15" fmla="*/ 335 h 702"/>
                <a:gd name="T16" fmla="*/ 188 w 305"/>
                <a:gd name="T17" fmla="*/ 658 h 702"/>
                <a:gd name="T18" fmla="*/ 246 w 305"/>
                <a:gd name="T19" fmla="*/ 696 h 702"/>
                <a:gd name="T20" fmla="*/ 285 w 305"/>
                <a:gd name="T21" fmla="*/ 638 h 702"/>
                <a:gd name="T22" fmla="*/ 216 w 305"/>
                <a:gd name="T23" fmla="*/ 298 h 702"/>
                <a:gd name="T24" fmla="*/ 216 w 305"/>
                <a:gd name="T25" fmla="*/ 120 h 702"/>
                <a:gd name="T26" fmla="*/ 241 w 305"/>
                <a:gd name="T27" fmla="*/ 273 h 702"/>
                <a:gd name="T28" fmla="*/ 241 w 305"/>
                <a:gd name="T29" fmla="*/ 292 h 702"/>
                <a:gd name="T30" fmla="*/ 272 w 305"/>
                <a:gd name="T31" fmla="*/ 325 h 702"/>
                <a:gd name="T32" fmla="*/ 273 w 305"/>
                <a:gd name="T33" fmla="*/ 325 h 702"/>
                <a:gd name="T34" fmla="*/ 305 w 305"/>
                <a:gd name="T35" fmla="*/ 293 h 702"/>
                <a:gd name="T36" fmla="*/ 305 w 305"/>
                <a:gd name="T37" fmla="*/ 273 h 702"/>
                <a:gd name="T38" fmla="*/ 257 w 305"/>
                <a:gd name="T39" fmla="*/ 60 h 702"/>
                <a:gd name="T40" fmla="*/ 200 w 305"/>
                <a:gd name="T41" fmla="*/ 3 h 702"/>
                <a:gd name="T42" fmla="*/ 195 w 305"/>
                <a:gd name="T43" fmla="*/ 1 h 702"/>
                <a:gd name="T44" fmla="*/ 185 w 305"/>
                <a:gd name="T45" fmla="*/ 0 h 702"/>
                <a:gd name="T46" fmla="*/ 143 w 305"/>
                <a:gd name="T47" fmla="*/ 0 h 702"/>
                <a:gd name="T48" fmla="*/ 94 w 305"/>
                <a:gd name="T49" fmla="*/ 93 h 702"/>
                <a:gd name="T50" fmla="*/ 0 w 305"/>
                <a:gd name="T51" fmla="*/ 155 h 7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5" h="702">
                  <a:moveTo>
                    <a:pt x="0" y="155"/>
                  </a:moveTo>
                  <a:cubicBezTo>
                    <a:pt x="0" y="228"/>
                    <a:pt x="0" y="228"/>
                    <a:pt x="0" y="228"/>
                  </a:cubicBezTo>
                  <a:cubicBezTo>
                    <a:pt x="0" y="304"/>
                    <a:pt x="0" y="304"/>
                    <a:pt x="0" y="304"/>
                  </a:cubicBezTo>
                  <a:cubicBezTo>
                    <a:pt x="0" y="648"/>
                    <a:pt x="0" y="648"/>
                    <a:pt x="0" y="648"/>
                  </a:cubicBezTo>
                  <a:cubicBezTo>
                    <a:pt x="0" y="676"/>
                    <a:pt x="22" y="698"/>
                    <a:pt x="49" y="698"/>
                  </a:cubicBezTo>
                  <a:cubicBezTo>
                    <a:pt x="76" y="698"/>
                    <a:pt x="99" y="676"/>
                    <a:pt x="99" y="648"/>
                  </a:cubicBezTo>
                  <a:cubicBezTo>
                    <a:pt x="99" y="335"/>
                    <a:pt x="99" y="335"/>
                    <a:pt x="99" y="335"/>
                  </a:cubicBezTo>
                  <a:cubicBezTo>
                    <a:pt x="123" y="335"/>
                    <a:pt x="123" y="335"/>
                    <a:pt x="123" y="335"/>
                  </a:cubicBezTo>
                  <a:cubicBezTo>
                    <a:pt x="188" y="658"/>
                    <a:pt x="188" y="658"/>
                    <a:pt x="188" y="658"/>
                  </a:cubicBezTo>
                  <a:cubicBezTo>
                    <a:pt x="194" y="685"/>
                    <a:pt x="220" y="702"/>
                    <a:pt x="246" y="696"/>
                  </a:cubicBezTo>
                  <a:cubicBezTo>
                    <a:pt x="273" y="691"/>
                    <a:pt x="290" y="665"/>
                    <a:pt x="285" y="638"/>
                  </a:cubicBezTo>
                  <a:cubicBezTo>
                    <a:pt x="216" y="298"/>
                    <a:pt x="216" y="298"/>
                    <a:pt x="216" y="298"/>
                  </a:cubicBezTo>
                  <a:cubicBezTo>
                    <a:pt x="216" y="120"/>
                    <a:pt x="216" y="120"/>
                    <a:pt x="216" y="120"/>
                  </a:cubicBezTo>
                  <a:cubicBezTo>
                    <a:pt x="229" y="152"/>
                    <a:pt x="241" y="200"/>
                    <a:pt x="241" y="273"/>
                  </a:cubicBezTo>
                  <a:cubicBezTo>
                    <a:pt x="241" y="279"/>
                    <a:pt x="241" y="285"/>
                    <a:pt x="241" y="292"/>
                  </a:cubicBezTo>
                  <a:cubicBezTo>
                    <a:pt x="241" y="309"/>
                    <a:pt x="254" y="324"/>
                    <a:pt x="272" y="325"/>
                  </a:cubicBezTo>
                  <a:cubicBezTo>
                    <a:pt x="272" y="325"/>
                    <a:pt x="273" y="325"/>
                    <a:pt x="273" y="325"/>
                  </a:cubicBezTo>
                  <a:cubicBezTo>
                    <a:pt x="290" y="325"/>
                    <a:pt x="305" y="311"/>
                    <a:pt x="305" y="293"/>
                  </a:cubicBezTo>
                  <a:cubicBezTo>
                    <a:pt x="305" y="286"/>
                    <a:pt x="305" y="279"/>
                    <a:pt x="305" y="273"/>
                  </a:cubicBezTo>
                  <a:cubicBezTo>
                    <a:pt x="305" y="168"/>
                    <a:pt x="282" y="101"/>
                    <a:pt x="257" y="60"/>
                  </a:cubicBezTo>
                  <a:cubicBezTo>
                    <a:pt x="232" y="19"/>
                    <a:pt x="204" y="5"/>
                    <a:pt x="200" y="3"/>
                  </a:cubicBezTo>
                  <a:cubicBezTo>
                    <a:pt x="198" y="2"/>
                    <a:pt x="197" y="2"/>
                    <a:pt x="195" y="1"/>
                  </a:cubicBezTo>
                  <a:cubicBezTo>
                    <a:pt x="192" y="0"/>
                    <a:pt x="189" y="0"/>
                    <a:pt x="185" y="0"/>
                  </a:cubicBezTo>
                  <a:cubicBezTo>
                    <a:pt x="143" y="0"/>
                    <a:pt x="143" y="0"/>
                    <a:pt x="143" y="0"/>
                  </a:cubicBezTo>
                  <a:cubicBezTo>
                    <a:pt x="126" y="38"/>
                    <a:pt x="110" y="69"/>
                    <a:pt x="94" y="93"/>
                  </a:cubicBezTo>
                  <a:cubicBezTo>
                    <a:pt x="79" y="116"/>
                    <a:pt x="48" y="155"/>
                    <a:pt x="0" y="15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 name="Freeform 6"/>
            <p:cNvSpPr>
              <a:spLocks/>
            </p:cNvSpPr>
            <p:nvPr/>
          </p:nvSpPr>
          <p:spPr bwMode="auto">
            <a:xfrm>
              <a:off x="485776" y="1125538"/>
              <a:ext cx="296863" cy="271462"/>
            </a:xfrm>
            <a:custGeom>
              <a:avLst/>
              <a:gdLst>
                <a:gd name="T0" fmla="*/ 100 w 197"/>
                <a:gd name="T1" fmla="*/ 152 h 181"/>
                <a:gd name="T2" fmla="*/ 104 w 197"/>
                <a:gd name="T3" fmla="*/ 152 h 181"/>
                <a:gd name="T4" fmla="*/ 185 w 197"/>
                <a:gd name="T5" fmla="*/ 120 h 181"/>
                <a:gd name="T6" fmla="*/ 185 w 197"/>
                <a:gd name="T7" fmla="*/ 119 h 181"/>
                <a:gd name="T8" fmla="*/ 118 w 197"/>
                <a:gd name="T9" fmla="*/ 11 h 181"/>
                <a:gd name="T10" fmla="*/ 10 w 197"/>
                <a:gd name="T11" fmla="*/ 79 h 181"/>
                <a:gd name="T12" fmla="*/ 61 w 197"/>
                <a:gd name="T13" fmla="*/ 181 h 181"/>
                <a:gd name="T14" fmla="*/ 63 w 197"/>
                <a:gd name="T15" fmla="*/ 176 h 181"/>
                <a:gd name="T16" fmla="*/ 100 w 197"/>
                <a:gd name="T17" fmla="*/ 152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7" h="181">
                  <a:moveTo>
                    <a:pt x="100" y="152"/>
                  </a:moveTo>
                  <a:cubicBezTo>
                    <a:pt x="101" y="152"/>
                    <a:pt x="103" y="152"/>
                    <a:pt x="104" y="152"/>
                  </a:cubicBezTo>
                  <a:cubicBezTo>
                    <a:pt x="185" y="120"/>
                    <a:pt x="185" y="120"/>
                    <a:pt x="185" y="120"/>
                  </a:cubicBezTo>
                  <a:cubicBezTo>
                    <a:pt x="185" y="120"/>
                    <a:pt x="185" y="120"/>
                    <a:pt x="185" y="119"/>
                  </a:cubicBezTo>
                  <a:cubicBezTo>
                    <a:pt x="197" y="71"/>
                    <a:pt x="167" y="23"/>
                    <a:pt x="118" y="11"/>
                  </a:cubicBezTo>
                  <a:cubicBezTo>
                    <a:pt x="70" y="0"/>
                    <a:pt x="21" y="30"/>
                    <a:pt x="10" y="79"/>
                  </a:cubicBezTo>
                  <a:cubicBezTo>
                    <a:pt x="0" y="121"/>
                    <a:pt x="22" y="164"/>
                    <a:pt x="61" y="181"/>
                  </a:cubicBezTo>
                  <a:cubicBezTo>
                    <a:pt x="62" y="179"/>
                    <a:pt x="63" y="177"/>
                    <a:pt x="63" y="176"/>
                  </a:cubicBezTo>
                  <a:cubicBezTo>
                    <a:pt x="70" y="161"/>
                    <a:pt x="84" y="152"/>
                    <a:pt x="100" y="15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 name="Freeform 7"/>
            <p:cNvSpPr>
              <a:spLocks/>
            </p:cNvSpPr>
            <p:nvPr/>
          </p:nvSpPr>
          <p:spPr bwMode="auto">
            <a:xfrm>
              <a:off x="692151" y="1385888"/>
              <a:ext cx="19050" cy="9525"/>
            </a:xfrm>
            <a:custGeom>
              <a:avLst/>
              <a:gdLst>
                <a:gd name="T0" fmla="*/ 1 w 12"/>
                <a:gd name="T1" fmla="*/ 6 h 6"/>
                <a:gd name="T2" fmla="*/ 12 w 12"/>
                <a:gd name="T3" fmla="*/ 0 h 6"/>
                <a:gd name="T4" fmla="*/ 0 w 12"/>
                <a:gd name="T5" fmla="*/ 5 h 6"/>
                <a:gd name="T6" fmla="*/ 1 w 12"/>
                <a:gd name="T7" fmla="*/ 6 h 6"/>
              </a:gdLst>
              <a:ahLst/>
              <a:cxnLst>
                <a:cxn ang="0">
                  <a:pos x="T0" y="T1"/>
                </a:cxn>
                <a:cxn ang="0">
                  <a:pos x="T2" y="T3"/>
                </a:cxn>
                <a:cxn ang="0">
                  <a:pos x="T4" y="T5"/>
                </a:cxn>
                <a:cxn ang="0">
                  <a:pos x="T6" y="T7"/>
                </a:cxn>
              </a:cxnLst>
              <a:rect l="0" t="0" r="r" b="b"/>
              <a:pathLst>
                <a:path w="12" h="6">
                  <a:moveTo>
                    <a:pt x="1" y="6"/>
                  </a:moveTo>
                  <a:cubicBezTo>
                    <a:pt x="5" y="5"/>
                    <a:pt x="8" y="2"/>
                    <a:pt x="12" y="0"/>
                  </a:cubicBezTo>
                  <a:cubicBezTo>
                    <a:pt x="0" y="5"/>
                    <a:pt x="0" y="5"/>
                    <a:pt x="0" y="5"/>
                  </a:cubicBezTo>
                  <a:cubicBezTo>
                    <a:pt x="1" y="5"/>
                    <a:pt x="1" y="6"/>
                    <a:pt x="1" y="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 name="Freeform 8"/>
            <p:cNvSpPr>
              <a:spLocks/>
            </p:cNvSpPr>
            <p:nvPr/>
          </p:nvSpPr>
          <p:spPr bwMode="auto">
            <a:xfrm>
              <a:off x="411163" y="1365250"/>
              <a:ext cx="276225" cy="312737"/>
            </a:xfrm>
            <a:custGeom>
              <a:avLst/>
              <a:gdLst>
                <a:gd name="T0" fmla="*/ 22 w 183"/>
                <a:gd name="T1" fmla="*/ 200 h 208"/>
                <a:gd name="T2" fmla="*/ 26 w 183"/>
                <a:gd name="T3" fmla="*/ 202 h 208"/>
                <a:gd name="T4" fmla="*/ 26 w 183"/>
                <a:gd name="T5" fmla="*/ 202 h 208"/>
                <a:gd name="T6" fmla="*/ 26 w 183"/>
                <a:gd name="T7" fmla="*/ 202 h 208"/>
                <a:gd name="T8" fmla="*/ 29 w 183"/>
                <a:gd name="T9" fmla="*/ 204 h 208"/>
                <a:gd name="T10" fmla="*/ 31 w 183"/>
                <a:gd name="T11" fmla="*/ 205 h 208"/>
                <a:gd name="T12" fmla="*/ 40 w 183"/>
                <a:gd name="T13" fmla="*/ 207 h 208"/>
                <a:gd name="T14" fmla="*/ 49 w 183"/>
                <a:gd name="T15" fmla="*/ 208 h 208"/>
                <a:gd name="T16" fmla="*/ 49 w 183"/>
                <a:gd name="T17" fmla="*/ 208 h 208"/>
                <a:gd name="T18" fmla="*/ 83 w 183"/>
                <a:gd name="T19" fmla="*/ 196 h 208"/>
                <a:gd name="T20" fmla="*/ 127 w 183"/>
                <a:gd name="T21" fmla="*/ 146 h 208"/>
                <a:gd name="T22" fmla="*/ 174 w 183"/>
                <a:gd name="T23" fmla="*/ 57 h 208"/>
                <a:gd name="T24" fmla="*/ 179 w 183"/>
                <a:gd name="T25" fmla="*/ 45 h 208"/>
                <a:gd name="T26" fmla="*/ 181 w 183"/>
                <a:gd name="T27" fmla="*/ 24 h 208"/>
                <a:gd name="T28" fmla="*/ 180 w 183"/>
                <a:gd name="T29" fmla="*/ 21 h 208"/>
                <a:gd name="T30" fmla="*/ 176 w 183"/>
                <a:gd name="T31" fmla="*/ 14 h 208"/>
                <a:gd name="T32" fmla="*/ 163 w 183"/>
                <a:gd name="T33" fmla="*/ 3 h 208"/>
                <a:gd name="T34" fmla="*/ 160 w 183"/>
                <a:gd name="T35" fmla="*/ 2 h 208"/>
                <a:gd name="T36" fmla="*/ 139 w 183"/>
                <a:gd name="T37" fmla="*/ 3 h 208"/>
                <a:gd name="T38" fmla="*/ 121 w 183"/>
                <a:gd name="T39" fmla="*/ 20 h 208"/>
                <a:gd name="T40" fmla="*/ 118 w 183"/>
                <a:gd name="T41" fmla="*/ 25 h 208"/>
                <a:gd name="T42" fmla="*/ 104 w 183"/>
                <a:gd name="T43" fmla="*/ 57 h 208"/>
                <a:gd name="T44" fmla="*/ 93 w 183"/>
                <a:gd name="T45" fmla="*/ 78 h 208"/>
                <a:gd name="T46" fmla="*/ 62 w 183"/>
                <a:gd name="T47" fmla="*/ 128 h 208"/>
                <a:gd name="T48" fmla="*/ 48 w 183"/>
                <a:gd name="T49" fmla="*/ 143 h 208"/>
                <a:gd name="T50" fmla="*/ 47 w 183"/>
                <a:gd name="T51" fmla="*/ 143 h 208"/>
                <a:gd name="T52" fmla="*/ 89 w 183"/>
                <a:gd name="T53" fmla="*/ 71 h 208"/>
                <a:gd name="T54" fmla="*/ 95 w 183"/>
                <a:gd name="T55" fmla="*/ 57 h 208"/>
                <a:gd name="T56" fmla="*/ 71 w 183"/>
                <a:gd name="T57" fmla="*/ 57 h 208"/>
                <a:gd name="T58" fmla="*/ 67 w 183"/>
                <a:gd name="T59" fmla="*/ 57 h 208"/>
                <a:gd name="T60" fmla="*/ 62 w 183"/>
                <a:gd name="T61" fmla="*/ 57 h 208"/>
                <a:gd name="T62" fmla="*/ 62 w 183"/>
                <a:gd name="T63" fmla="*/ 57 h 208"/>
                <a:gd name="T64" fmla="*/ 28 w 183"/>
                <a:gd name="T65" fmla="*/ 70 h 208"/>
                <a:gd name="T66" fmla="*/ 6 w 183"/>
                <a:gd name="T67" fmla="*/ 107 h 208"/>
                <a:gd name="T68" fmla="*/ 0 w 183"/>
                <a:gd name="T69" fmla="*/ 146 h 208"/>
                <a:gd name="T70" fmla="*/ 4 w 183"/>
                <a:gd name="T71" fmla="*/ 174 h 208"/>
                <a:gd name="T72" fmla="*/ 22 w 183"/>
                <a:gd name="T73" fmla="*/ 20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83" h="208">
                  <a:moveTo>
                    <a:pt x="22" y="200"/>
                  </a:moveTo>
                  <a:cubicBezTo>
                    <a:pt x="23" y="201"/>
                    <a:pt x="25" y="201"/>
                    <a:pt x="26" y="202"/>
                  </a:cubicBezTo>
                  <a:cubicBezTo>
                    <a:pt x="26" y="202"/>
                    <a:pt x="26" y="202"/>
                    <a:pt x="26" y="202"/>
                  </a:cubicBezTo>
                  <a:cubicBezTo>
                    <a:pt x="26" y="202"/>
                    <a:pt x="26" y="202"/>
                    <a:pt x="26" y="202"/>
                  </a:cubicBezTo>
                  <a:cubicBezTo>
                    <a:pt x="27" y="203"/>
                    <a:pt x="28" y="203"/>
                    <a:pt x="29" y="204"/>
                  </a:cubicBezTo>
                  <a:cubicBezTo>
                    <a:pt x="30" y="204"/>
                    <a:pt x="31" y="204"/>
                    <a:pt x="31" y="205"/>
                  </a:cubicBezTo>
                  <a:cubicBezTo>
                    <a:pt x="34" y="206"/>
                    <a:pt x="37" y="207"/>
                    <a:pt x="40" y="207"/>
                  </a:cubicBezTo>
                  <a:cubicBezTo>
                    <a:pt x="43" y="208"/>
                    <a:pt x="46" y="208"/>
                    <a:pt x="49" y="208"/>
                  </a:cubicBezTo>
                  <a:cubicBezTo>
                    <a:pt x="49" y="208"/>
                    <a:pt x="49" y="208"/>
                    <a:pt x="49" y="208"/>
                  </a:cubicBezTo>
                  <a:cubicBezTo>
                    <a:pt x="62" y="208"/>
                    <a:pt x="73" y="203"/>
                    <a:pt x="83" y="196"/>
                  </a:cubicBezTo>
                  <a:cubicBezTo>
                    <a:pt x="98" y="185"/>
                    <a:pt x="112" y="170"/>
                    <a:pt x="127" y="146"/>
                  </a:cubicBezTo>
                  <a:cubicBezTo>
                    <a:pt x="141" y="124"/>
                    <a:pt x="157" y="95"/>
                    <a:pt x="174" y="57"/>
                  </a:cubicBezTo>
                  <a:cubicBezTo>
                    <a:pt x="176" y="53"/>
                    <a:pt x="178" y="49"/>
                    <a:pt x="179" y="45"/>
                  </a:cubicBezTo>
                  <a:cubicBezTo>
                    <a:pt x="182" y="38"/>
                    <a:pt x="183" y="31"/>
                    <a:pt x="181" y="24"/>
                  </a:cubicBezTo>
                  <a:cubicBezTo>
                    <a:pt x="180" y="23"/>
                    <a:pt x="180" y="22"/>
                    <a:pt x="180" y="21"/>
                  </a:cubicBezTo>
                  <a:cubicBezTo>
                    <a:pt x="179" y="19"/>
                    <a:pt x="178" y="16"/>
                    <a:pt x="176" y="14"/>
                  </a:cubicBezTo>
                  <a:cubicBezTo>
                    <a:pt x="173" y="9"/>
                    <a:pt x="168" y="6"/>
                    <a:pt x="163" y="3"/>
                  </a:cubicBezTo>
                  <a:cubicBezTo>
                    <a:pt x="162" y="3"/>
                    <a:pt x="161" y="2"/>
                    <a:pt x="160" y="2"/>
                  </a:cubicBezTo>
                  <a:cubicBezTo>
                    <a:pt x="153" y="0"/>
                    <a:pt x="146" y="0"/>
                    <a:pt x="139" y="3"/>
                  </a:cubicBezTo>
                  <a:cubicBezTo>
                    <a:pt x="131" y="5"/>
                    <a:pt x="124" y="11"/>
                    <a:pt x="121" y="20"/>
                  </a:cubicBezTo>
                  <a:cubicBezTo>
                    <a:pt x="120" y="22"/>
                    <a:pt x="119" y="23"/>
                    <a:pt x="118" y="25"/>
                  </a:cubicBezTo>
                  <a:cubicBezTo>
                    <a:pt x="113" y="36"/>
                    <a:pt x="108" y="47"/>
                    <a:pt x="104" y="57"/>
                  </a:cubicBezTo>
                  <a:cubicBezTo>
                    <a:pt x="100" y="65"/>
                    <a:pt x="96" y="72"/>
                    <a:pt x="93" y="78"/>
                  </a:cubicBezTo>
                  <a:cubicBezTo>
                    <a:pt x="81" y="101"/>
                    <a:pt x="70" y="117"/>
                    <a:pt x="62" y="128"/>
                  </a:cubicBezTo>
                  <a:cubicBezTo>
                    <a:pt x="56" y="136"/>
                    <a:pt x="51" y="141"/>
                    <a:pt x="48" y="143"/>
                  </a:cubicBezTo>
                  <a:cubicBezTo>
                    <a:pt x="48" y="143"/>
                    <a:pt x="47" y="143"/>
                    <a:pt x="47" y="143"/>
                  </a:cubicBezTo>
                  <a:cubicBezTo>
                    <a:pt x="57" y="133"/>
                    <a:pt x="72" y="105"/>
                    <a:pt x="89" y="71"/>
                  </a:cubicBezTo>
                  <a:cubicBezTo>
                    <a:pt x="91" y="66"/>
                    <a:pt x="93" y="61"/>
                    <a:pt x="95" y="57"/>
                  </a:cubicBezTo>
                  <a:cubicBezTo>
                    <a:pt x="71" y="57"/>
                    <a:pt x="71" y="57"/>
                    <a:pt x="71" y="57"/>
                  </a:cubicBezTo>
                  <a:cubicBezTo>
                    <a:pt x="69" y="57"/>
                    <a:pt x="68" y="57"/>
                    <a:pt x="67" y="57"/>
                  </a:cubicBezTo>
                  <a:cubicBezTo>
                    <a:pt x="65" y="57"/>
                    <a:pt x="64" y="57"/>
                    <a:pt x="62" y="57"/>
                  </a:cubicBezTo>
                  <a:cubicBezTo>
                    <a:pt x="62" y="57"/>
                    <a:pt x="62" y="57"/>
                    <a:pt x="62" y="57"/>
                  </a:cubicBezTo>
                  <a:cubicBezTo>
                    <a:pt x="48" y="57"/>
                    <a:pt x="36" y="63"/>
                    <a:pt x="28" y="70"/>
                  </a:cubicBezTo>
                  <a:cubicBezTo>
                    <a:pt x="16" y="82"/>
                    <a:pt x="10" y="94"/>
                    <a:pt x="6" y="107"/>
                  </a:cubicBezTo>
                  <a:cubicBezTo>
                    <a:pt x="2" y="120"/>
                    <a:pt x="0" y="133"/>
                    <a:pt x="0" y="146"/>
                  </a:cubicBezTo>
                  <a:cubicBezTo>
                    <a:pt x="0" y="155"/>
                    <a:pt x="1" y="164"/>
                    <a:pt x="4" y="174"/>
                  </a:cubicBezTo>
                  <a:cubicBezTo>
                    <a:pt x="7" y="182"/>
                    <a:pt x="11" y="192"/>
                    <a:pt x="22" y="20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 name="Freeform 9"/>
            <p:cNvSpPr>
              <a:spLocks/>
            </p:cNvSpPr>
            <p:nvPr/>
          </p:nvSpPr>
          <p:spPr bwMode="auto">
            <a:xfrm>
              <a:off x="695326" y="1290638"/>
              <a:ext cx="158750" cy="80962"/>
            </a:xfrm>
            <a:custGeom>
              <a:avLst/>
              <a:gdLst>
                <a:gd name="T0" fmla="*/ 28 w 100"/>
                <a:gd name="T1" fmla="*/ 43 h 51"/>
                <a:gd name="T2" fmla="*/ 100 w 100"/>
                <a:gd name="T3" fmla="*/ 15 h 51"/>
                <a:gd name="T4" fmla="*/ 94 w 100"/>
                <a:gd name="T5" fmla="*/ 0 h 51"/>
                <a:gd name="T6" fmla="*/ 40 w 100"/>
                <a:gd name="T7" fmla="*/ 21 h 51"/>
                <a:gd name="T8" fmla="*/ 0 w 100"/>
                <a:gd name="T9" fmla="*/ 37 h 51"/>
                <a:gd name="T10" fmla="*/ 6 w 100"/>
                <a:gd name="T11" fmla="*/ 51 h 51"/>
                <a:gd name="T12" fmla="*/ 28 w 100"/>
                <a:gd name="T13" fmla="*/ 43 h 51"/>
              </a:gdLst>
              <a:ahLst/>
              <a:cxnLst>
                <a:cxn ang="0">
                  <a:pos x="T0" y="T1"/>
                </a:cxn>
                <a:cxn ang="0">
                  <a:pos x="T2" y="T3"/>
                </a:cxn>
                <a:cxn ang="0">
                  <a:pos x="T4" y="T5"/>
                </a:cxn>
                <a:cxn ang="0">
                  <a:pos x="T6" y="T7"/>
                </a:cxn>
                <a:cxn ang="0">
                  <a:pos x="T8" y="T9"/>
                </a:cxn>
                <a:cxn ang="0">
                  <a:pos x="T10" y="T11"/>
                </a:cxn>
                <a:cxn ang="0">
                  <a:pos x="T12" y="T13"/>
                </a:cxn>
              </a:cxnLst>
              <a:rect l="0" t="0" r="r" b="b"/>
              <a:pathLst>
                <a:path w="100" h="51">
                  <a:moveTo>
                    <a:pt x="28" y="43"/>
                  </a:moveTo>
                  <a:lnTo>
                    <a:pt x="100" y="15"/>
                  </a:lnTo>
                  <a:lnTo>
                    <a:pt x="94" y="0"/>
                  </a:lnTo>
                  <a:lnTo>
                    <a:pt x="40" y="21"/>
                  </a:lnTo>
                  <a:lnTo>
                    <a:pt x="0" y="37"/>
                  </a:lnTo>
                  <a:lnTo>
                    <a:pt x="6" y="51"/>
                  </a:lnTo>
                  <a:lnTo>
                    <a:pt x="28" y="43"/>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 name="Freeform 10"/>
            <p:cNvSpPr>
              <a:spLocks/>
            </p:cNvSpPr>
            <p:nvPr/>
          </p:nvSpPr>
          <p:spPr bwMode="auto">
            <a:xfrm>
              <a:off x="666751" y="1354138"/>
              <a:ext cx="26988" cy="26987"/>
            </a:xfrm>
            <a:custGeom>
              <a:avLst/>
              <a:gdLst>
                <a:gd name="T0" fmla="*/ 14 w 18"/>
                <a:gd name="T1" fmla="*/ 18 h 18"/>
                <a:gd name="T2" fmla="*/ 18 w 18"/>
                <a:gd name="T3" fmla="*/ 16 h 18"/>
                <a:gd name="T4" fmla="*/ 12 w 18"/>
                <a:gd name="T5" fmla="*/ 0 h 18"/>
                <a:gd name="T6" fmla="*/ 0 w 18"/>
                <a:gd name="T7" fmla="*/ 5 h 18"/>
                <a:gd name="T8" fmla="*/ 14 w 18"/>
                <a:gd name="T9" fmla="*/ 18 h 18"/>
              </a:gdLst>
              <a:ahLst/>
              <a:cxnLst>
                <a:cxn ang="0">
                  <a:pos x="T0" y="T1"/>
                </a:cxn>
                <a:cxn ang="0">
                  <a:pos x="T2" y="T3"/>
                </a:cxn>
                <a:cxn ang="0">
                  <a:pos x="T4" y="T5"/>
                </a:cxn>
                <a:cxn ang="0">
                  <a:pos x="T6" y="T7"/>
                </a:cxn>
                <a:cxn ang="0">
                  <a:pos x="T8" y="T9"/>
                </a:cxn>
              </a:cxnLst>
              <a:rect l="0" t="0" r="r" b="b"/>
              <a:pathLst>
                <a:path w="18" h="18">
                  <a:moveTo>
                    <a:pt x="14" y="18"/>
                  </a:moveTo>
                  <a:cubicBezTo>
                    <a:pt x="18" y="16"/>
                    <a:pt x="18" y="16"/>
                    <a:pt x="18" y="16"/>
                  </a:cubicBezTo>
                  <a:cubicBezTo>
                    <a:pt x="12" y="0"/>
                    <a:pt x="12" y="0"/>
                    <a:pt x="12" y="0"/>
                  </a:cubicBezTo>
                  <a:cubicBezTo>
                    <a:pt x="0" y="5"/>
                    <a:pt x="0" y="5"/>
                    <a:pt x="0" y="5"/>
                  </a:cubicBezTo>
                  <a:cubicBezTo>
                    <a:pt x="6" y="8"/>
                    <a:pt x="10" y="13"/>
                    <a:pt x="14" y="1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 name="Freeform 11"/>
            <p:cNvSpPr>
              <a:spLocks/>
            </p:cNvSpPr>
            <p:nvPr/>
          </p:nvSpPr>
          <p:spPr bwMode="auto">
            <a:xfrm>
              <a:off x="850901" y="1085850"/>
              <a:ext cx="180975" cy="192087"/>
            </a:xfrm>
            <a:custGeom>
              <a:avLst/>
              <a:gdLst>
                <a:gd name="T0" fmla="*/ 3 w 120"/>
                <a:gd name="T1" fmla="*/ 128 h 128"/>
                <a:gd name="T2" fmla="*/ 8 w 120"/>
                <a:gd name="T3" fmla="*/ 128 h 128"/>
                <a:gd name="T4" fmla="*/ 8 w 120"/>
                <a:gd name="T5" fmla="*/ 100 h 128"/>
                <a:gd name="T6" fmla="*/ 15 w 120"/>
                <a:gd name="T7" fmla="*/ 85 h 128"/>
                <a:gd name="T8" fmla="*/ 40 w 120"/>
                <a:gd name="T9" fmla="*/ 80 h 128"/>
                <a:gd name="T10" fmla="*/ 72 w 120"/>
                <a:gd name="T11" fmla="*/ 68 h 128"/>
                <a:gd name="T12" fmla="*/ 84 w 120"/>
                <a:gd name="T13" fmla="*/ 40 h 128"/>
                <a:gd name="T14" fmla="*/ 91 w 120"/>
                <a:gd name="T15" fmla="*/ 17 h 128"/>
                <a:gd name="T16" fmla="*/ 120 w 120"/>
                <a:gd name="T17" fmla="*/ 8 h 128"/>
                <a:gd name="T18" fmla="*/ 120 w 120"/>
                <a:gd name="T19" fmla="*/ 0 h 128"/>
                <a:gd name="T20" fmla="*/ 86 w 120"/>
                <a:gd name="T21" fmla="*/ 12 h 128"/>
                <a:gd name="T22" fmla="*/ 76 w 120"/>
                <a:gd name="T23" fmla="*/ 40 h 128"/>
                <a:gd name="T24" fmla="*/ 40 w 120"/>
                <a:gd name="T25" fmla="*/ 72 h 128"/>
                <a:gd name="T26" fmla="*/ 11 w 120"/>
                <a:gd name="T27" fmla="*/ 79 h 128"/>
                <a:gd name="T28" fmla="*/ 0 w 120"/>
                <a:gd name="T29" fmla="*/ 100 h 128"/>
                <a:gd name="T30" fmla="*/ 0 w 120"/>
                <a:gd name="T31" fmla="*/ 124 h 128"/>
                <a:gd name="T32" fmla="*/ 0 w 120"/>
                <a:gd name="T33" fmla="*/ 128 h 128"/>
                <a:gd name="T34" fmla="*/ 3 w 120"/>
                <a:gd name="T35"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0" h="128">
                  <a:moveTo>
                    <a:pt x="3" y="128"/>
                  </a:moveTo>
                  <a:cubicBezTo>
                    <a:pt x="8" y="128"/>
                    <a:pt x="8" y="128"/>
                    <a:pt x="8" y="128"/>
                  </a:cubicBezTo>
                  <a:cubicBezTo>
                    <a:pt x="8" y="128"/>
                    <a:pt x="8" y="116"/>
                    <a:pt x="8" y="100"/>
                  </a:cubicBezTo>
                  <a:cubicBezTo>
                    <a:pt x="8" y="93"/>
                    <a:pt x="10" y="89"/>
                    <a:pt x="15" y="85"/>
                  </a:cubicBezTo>
                  <a:cubicBezTo>
                    <a:pt x="20" y="82"/>
                    <a:pt x="28" y="80"/>
                    <a:pt x="40" y="80"/>
                  </a:cubicBezTo>
                  <a:cubicBezTo>
                    <a:pt x="53" y="80"/>
                    <a:pt x="64" y="76"/>
                    <a:pt x="72" y="68"/>
                  </a:cubicBezTo>
                  <a:cubicBezTo>
                    <a:pt x="79" y="61"/>
                    <a:pt x="84" y="51"/>
                    <a:pt x="84" y="40"/>
                  </a:cubicBezTo>
                  <a:cubicBezTo>
                    <a:pt x="84" y="31"/>
                    <a:pt x="86" y="23"/>
                    <a:pt x="91" y="17"/>
                  </a:cubicBezTo>
                  <a:cubicBezTo>
                    <a:pt x="97" y="12"/>
                    <a:pt x="105" y="8"/>
                    <a:pt x="120" y="8"/>
                  </a:cubicBezTo>
                  <a:cubicBezTo>
                    <a:pt x="120" y="0"/>
                    <a:pt x="120" y="0"/>
                    <a:pt x="120" y="0"/>
                  </a:cubicBezTo>
                  <a:cubicBezTo>
                    <a:pt x="104" y="0"/>
                    <a:pt x="93" y="4"/>
                    <a:pt x="86" y="12"/>
                  </a:cubicBezTo>
                  <a:cubicBezTo>
                    <a:pt x="78" y="19"/>
                    <a:pt x="76" y="29"/>
                    <a:pt x="76" y="40"/>
                  </a:cubicBezTo>
                  <a:cubicBezTo>
                    <a:pt x="76" y="58"/>
                    <a:pt x="62" y="72"/>
                    <a:pt x="40" y="72"/>
                  </a:cubicBezTo>
                  <a:cubicBezTo>
                    <a:pt x="27" y="72"/>
                    <a:pt x="18" y="74"/>
                    <a:pt x="11" y="79"/>
                  </a:cubicBezTo>
                  <a:cubicBezTo>
                    <a:pt x="3" y="83"/>
                    <a:pt x="0" y="91"/>
                    <a:pt x="0" y="100"/>
                  </a:cubicBezTo>
                  <a:cubicBezTo>
                    <a:pt x="0" y="111"/>
                    <a:pt x="0" y="119"/>
                    <a:pt x="0" y="124"/>
                  </a:cubicBezTo>
                  <a:cubicBezTo>
                    <a:pt x="0" y="127"/>
                    <a:pt x="0" y="128"/>
                    <a:pt x="0" y="128"/>
                  </a:cubicBezTo>
                  <a:lnTo>
                    <a:pt x="3" y="128"/>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 name="Freeform 12"/>
            <p:cNvSpPr>
              <a:spLocks/>
            </p:cNvSpPr>
            <p:nvPr/>
          </p:nvSpPr>
          <p:spPr bwMode="auto">
            <a:xfrm>
              <a:off x="814388" y="1085850"/>
              <a:ext cx="90488" cy="192087"/>
            </a:xfrm>
            <a:custGeom>
              <a:avLst/>
              <a:gdLst>
                <a:gd name="T0" fmla="*/ 8 w 60"/>
                <a:gd name="T1" fmla="*/ 76 h 128"/>
                <a:gd name="T2" fmla="*/ 9 w 60"/>
                <a:gd name="T3" fmla="*/ 66 h 128"/>
                <a:gd name="T4" fmla="*/ 13 w 60"/>
                <a:gd name="T5" fmla="*/ 62 h 128"/>
                <a:gd name="T6" fmla="*/ 36 w 60"/>
                <a:gd name="T7" fmla="*/ 60 h 128"/>
                <a:gd name="T8" fmla="*/ 46 w 60"/>
                <a:gd name="T9" fmla="*/ 58 h 128"/>
                <a:gd name="T10" fmla="*/ 48 w 60"/>
                <a:gd name="T11" fmla="*/ 54 h 128"/>
                <a:gd name="T12" fmla="*/ 44 w 60"/>
                <a:gd name="T13" fmla="*/ 47 h 128"/>
                <a:gd name="T14" fmla="*/ 37 w 60"/>
                <a:gd name="T15" fmla="*/ 40 h 128"/>
                <a:gd name="T16" fmla="*/ 28 w 60"/>
                <a:gd name="T17" fmla="*/ 24 h 128"/>
                <a:gd name="T18" fmla="*/ 40 w 60"/>
                <a:gd name="T19" fmla="*/ 10 h 128"/>
                <a:gd name="T20" fmla="*/ 60 w 60"/>
                <a:gd name="T21" fmla="*/ 8 h 128"/>
                <a:gd name="T22" fmla="*/ 60 w 60"/>
                <a:gd name="T23" fmla="*/ 0 h 128"/>
                <a:gd name="T24" fmla="*/ 38 w 60"/>
                <a:gd name="T25" fmla="*/ 3 h 128"/>
                <a:gd name="T26" fmla="*/ 20 w 60"/>
                <a:gd name="T27" fmla="*/ 24 h 128"/>
                <a:gd name="T28" fmla="*/ 30 w 60"/>
                <a:gd name="T29" fmla="*/ 45 h 128"/>
                <a:gd name="T30" fmla="*/ 38 w 60"/>
                <a:gd name="T31" fmla="*/ 52 h 128"/>
                <a:gd name="T32" fmla="*/ 36 w 60"/>
                <a:gd name="T33" fmla="*/ 52 h 128"/>
                <a:gd name="T34" fmla="*/ 14 w 60"/>
                <a:gd name="T35" fmla="*/ 53 h 128"/>
                <a:gd name="T36" fmla="*/ 2 w 60"/>
                <a:gd name="T37" fmla="*/ 63 h 128"/>
                <a:gd name="T38" fmla="*/ 0 w 60"/>
                <a:gd name="T39" fmla="*/ 76 h 128"/>
                <a:gd name="T40" fmla="*/ 0 w 60"/>
                <a:gd name="T41" fmla="*/ 128 h 128"/>
                <a:gd name="T42" fmla="*/ 8 w 60"/>
                <a:gd name="T43" fmla="*/ 128 h 128"/>
                <a:gd name="T44" fmla="*/ 8 w 60"/>
                <a:gd name="T45" fmla="*/ 7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 h="128">
                  <a:moveTo>
                    <a:pt x="8" y="76"/>
                  </a:moveTo>
                  <a:cubicBezTo>
                    <a:pt x="8" y="71"/>
                    <a:pt x="8" y="68"/>
                    <a:pt x="9" y="66"/>
                  </a:cubicBezTo>
                  <a:cubicBezTo>
                    <a:pt x="10" y="64"/>
                    <a:pt x="11" y="63"/>
                    <a:pt x="13" y="62"/>
                  </a:cubicBezTo>
                  <a:cubicBezTo>
                    <a:pt x="16" y="60"/>
                    <a:pt x="24" y="60"/>
                    <a:pt x="36" y="60"/>
                  </a:cubicBezTo>
                  <a:cubicBezTo>
                    <a:pt x="41" y="60"/>
                    <a:pt x="43" y="60"/>
                    <a:pt x="46" y="58"/>
                  </a:cubicBezTo>
                  <a:cubicBezTo>
                    <a:pt x="47" y="57"/>
                    <a:pt x="48" y="55"/>
                    <a:pt x="48" y="54"/>
                  </a:cubicBezTo>
                  <a:cubicBezTo>
                    <a:pt x="48" y="50"/>
                    <a:pt x="46" y="49"/>
                    <a:pt x="44" y="47"/>
                  </a:cubicBezTo>
                  <a:cubicBezTo>
                    <a:pt x="42" y="45"/>
                    <a:pt x="39" y="42"/>
                    <a:pt x="37" y="40"/>
                  </a:cubicBezTo>
                  <a:cubicBezTo>
                    <a:pt x="32" y="35"/>
                    <a:pt x="28" y="30"/>
                    <a:pt x="28" y="24"/>
                  </a:cubicBezTo>
                  <a:cubicBezTo>
                    <a:pt x="28" y="16"/>
                    <a:pt x="33" y="13"/>
                    <a:pt x="40" y="10"/>
                  </a:cubicBezTo>
                  <a:cubicBezTo>
                    <a:pt x="47" y="8"/>
                    <a:pt x="56" y="8"/>
                    <a:pt x="60" y="8"/>
                  </a:cubicBezTo>
                  <a:cubicBezTo>
                    <a:pt x="60" y="0"/>
                    <a:pt x="60" y="0"/>
                    <a:pt x="60" y="0"/>
                  </a:cubicBezTo>
                  <a:cubicBezTo>
                    <a:pt x="56" y="0"/>
                    <a:pt x="46" y="0"/>
                    <a:pt x="38" y="3"/>
                  </a:cubicBezTo>
                  <a:cubicBezTo>
                    <a:pt x="29" y="5"/>
                    <a:pt x="20" y="12"/>
                    <a:pt x="20" y="24"/>
                  </a:cubicBezTo>
                  <a:cubicBezTo>
                    <a:pt x="20" y="33"/>
                    <a:pt x="25" y="40"/>
                    <a:pt x="30" y="45"/>
                  </a:cubicBezTo>
                  <a:cubicBezTo>
                    <a:pt x="33" y="47"/>
                    <a:pt x="36" y="50"/>
                    <a:pt x="38" y="52"/>
                  </a:cubicBezTo>
                  <a:cubicBezTo>
                    <a:pt x="37" y="52"/>
                    <a:pt x="36" y="52"/>
                    <a:pt x="36" y="52"/>
                  </a:cubicBezTo>
                  <a:cubicBezTo>
                    <a:pt x="27" y="52"/>
                    <a:pt x="20" y="52"/>
                    <a:pt x="14" y="53"/>
                  </a:cubicBezTo>
                  <a:cubicBezTo>
                    <a:pt x="9" y="54"/>
                    <a:pt x="4" y="57"/>
                    <a:pt x="2" y="63"/>
                  </a:cubicBezTo>
                  <a:cubicBezTo>
                    <a:pt x="0" y="66"/>
                    <a:pt x="0" y="71"/>
                    <a:pt x="0" y="76"/>
                  </a:cubicBezTo>
                  <a:cubicBezTo>
                    <a:pt x="0" y="96"/>
                    <a:pt x="0" y="128"/>
                    <a:pt x="0" y="128"/>
                  </a:cubicBezTo>
                  <a:cubicBezTo>
                    <a:pt x="8" y="128"/>
                    <a:pt x="8" y="128"/>
                    <a:pt x="8" y="128"/>
                  </a:cubicBezTo>
                  <a:cubicBezTo>
                    <a:pt x="8" y="128"/>
                    <a:pt x="8" y="96"/>
                    <a:pt x="8" y="7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1" name="组合 10"/>
          <p:cNvGrpSpPr/>
          <p:nvPr/>
        </p:nvGrpSpPr>
        <p:grpSpPr>
          <a:xfrm>
            <a:off x="1409701" y="1049338"/>
            <a:ext cx="809625" cy="1454149"/>
            <a:chOff x="1409701" y="1049338"/>
            <a:chExt cx="809625" cy="1454149"/>
          </a:xfrm>
        </p:grpSpPr>
        <p:sp>
          <p:nvSpPr>
            <p:cNvPr id="12" name="Freeform 13"/>
            <p:cNvSpPr>
              <a:spLocks/>
            </p:cNvSpPr>
            <p:nvPr/>
          </p:nvSpPr>
          <p:spPr bwMode="auto">
            <a:xfrm>
              <a:off x="2038351" y="1049338"/>
              <a:ext cx="180975" cy="193675"/>
            </a:xfrm>
            <a:custGeom>
              <a:avLst/>
              <a:gdLst>
                <a:gd name="T0" fmla="*/ 0 w 120"/>
                <a:gd name="T1" fmla="*/ 100 h 128"/>
                <a:gd name="T2" fmla="*/ 0 w 120"/>
                <a:gd name="T3" fmla="*/ 128 h 128"/>
                <a:gd name="T4" fmla="*/ 8 w 120"/>
                <a:gd name="T5" fmla="*/ 128 h 128"/>
                <a:gd name="T6" fmla="*/ 8 w 120"/>
                <a:gd name="T7" fmla="*/ 100 h 128"/>
                <a:gd name="T8" fmla="*/ 15 w 120"/>
                <a:gd name="T9" fmla="*/ 85 h 128"/>
                <a:gd name="T10" fmla="*/ 40 w 120"/>
                <a:gd name="T11" fmla="*/ 80 h 128"/>
                <a:gd name="T12" fmla="*/ 72 w 120"/>
                <a:gd name="T13" fmla="*/ 68 h 128"/>
                <a:gd name="T14" fmla="*/ 84 w 120"/>
                <a:gd name="T15" fmla="*/ 40 h 128"/>
                <a:gd name="T16" fmla="*/ 92 w 120"/>
                <a:gd name="T17" fmla="*/ 17 h 128"/>
                <a:gd name="T18" fmla="*/ 120 w 120"/>
                <a:gd name="T19" fmla="*/ 8 h 128"/>
                <a:gd name="T20" fmla="*/ 120 w 120"/>
                <a:gd name="T21" fmla="*/ 0 h 128"/>
                <a:gd name="T22" fmla="*/ 86 w 120"/>
                <a:gd name="T23" fmla="*/ 11 h 128"/>
                <a:gd name="T24" fmla="*/ 76 w 120"/>
                <a:gd name="T25" fmla="*/ 40 h 128"/>
                <a:gd name="T26" fmla="*/ 40 w 120"/>
                <a:gd name="T27" fmla="*/ 72 h 128"/>
                <a:gd name="T28" fmla="*/ 11 w 120"/>
                <a:gd name="T29" fmla="*/ 78 h 128"/>
                <a:gd name="T30" fmla="*/ 0 w 120"/>
                <a:gd name="T31" fmla="*/ 10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128">
                  <a:moveTo>
                    <a:pt x="0" y="100"/>
                  </a:moveTo>
                  <a:cubicBezTo>
                    <a:pt x="0" y="116"/>
                    <a:pt x="0" y="128"/>
                    <a:pt x="0" y="128"/>
                  </a:cubicBezTo>
                  <a:cubicBezTo>
                    <a:pt x="8" y="128"/>
                    <a:pt x="8" y="128"/>
                    <a:pt x="8" y="128"/>
                  </a:cubicBezTo>
                  <a:cubicBezTo>
                    <a:pt x="8" y="128"/>
                    <a:pt x="8" y="116"/>
                    <a:pt x="8" y="100"/>
                  </a:cubicBezTo>
                  <a:cubicBezTo>
                    <a:pt x="8" y="93"/>
                    <a:pt x="10" y="88"/>
                    <a:pt x="15" y="85"/>
                  </a:cubicBezTo>
                  <a:cubicBezTo>
                    <a:pt x="20" y="82"/>
                    <a:pt x="28" y="80"/>
                    <a:pt x="40" y="80"/>
                  </a:cubicBezTo>
                  <a:cubicBezTo>
                    <a:pt x="53" y="80"/>
                    <a:pt x="64" y="75"/>
                    <a:pt x="72" y="68"/>
                  </a:cubicBezTo>
                  <a:cubicBezTo>
                    <a:pt x="80" y="61"/>
                    <a:pt x="84" y="51"/>
                    <a:pt x="84" y="40"/>
                  </a:cubicBezTo>
                  <a:cubicBezTo>
                    <a:pt x="84" y="30"/>
                    <a:pt x="86" y="22"/>
                    <a:pt x="92" y="17"/>
                  </a:cubicBezTo>
                  <a:cubicBezTo>
                    <a:pt x="97" y="11"/>
                    <a:pt x="106" y="8"/>
                    <a:pt x="120" y="8"/>
                  </a:cubicBezTo>
                  <a:cubicBezTo>
                    <a:pt x="120" y="0"/>
                    <a:pt x="120" y="0"/>
                    <a:pt x="120" y="0"/>
                  </a:cubicBezTo>
                  <a:cubicBezTo>
                    <a:pt x="104" y="0"/>
                    <a:pt x="93" y="4"/>
                    <a:pt x="86" y="11"/>
                  </a:cubicBezTo>
                  <a:cubicBezTo>
                    <a:pt x="79" y="19"/>
                    <a:pt x="76" y="29"/>
                    <a:pt x="76" y="40"/>
                  </a:cubicBezTo>
                  <a:cubicBezTo>
                    <a:pt x="76" y="57"/>
                    <a:pt x="62" y="72"/>
                    <a:pt x="40" y="72"/>
                  </a:cubicBezTo>
                  <a:cubicBezTo>
                    <a:pt x="28" y="72"/>
                    <a:pt x="18" y="74"/>
                    <a:pt x="11" y="78"/>
                  </a:cubicBezTo>
                  <a:cubicBezTo>
                    <a:pt x="4" y="83"/>
                    <a:pt x="0" y="91"/>
                    <a:pt x="0" y="10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 name="Freeform 14"/>
            <p:cNvSpPr>
              <a:spLocks/>
            </p:cNvSpPr>
            <p:nvPr/>
          </p:nvSpPr>
          <p:spPr bwMode="auto">
            <a:xfrm>
              <a:off x="2001838" y="1049338"/>
              <a:ext cx="90488" cy="193675"/>
            </a:xfrm>
            <a:custGeom>
              <a:avLst/>
              <a:gdLst>
                <a:gd name="T0" fmla="*/ 8 w 60"/>
                <a:gd name="T1" fmla="*/ 76 h 128"/>
                <a:gd name="T2" fmla="*/ 9 w 60"/>
                <a:gd name="T3" fmla="*/ 66 h 128"/>
                <a:gd name="T4" fmla="*/ 13 w 60"/>
                <a:gd name="T5" fmla="*/ 62 h 128"/>
                <a:gd name="T6" fmla="*/ 36 w 60"/>
                <a:gd name="T7" fmla="*/ 60 h 128"/>
                <a:gd name="T8" fmla="*/ 46 w 60"/>
                <a:gd name="T9" fmla="*/ 57 h 128"/>
                <a:gd name="T10" fmla="*/ 48 w 60"/>
                <a:gd name="T11" fmla="*/ 53 h 128"/>
                <a:gd name="T12" fmla="*/ 44 w 60"/>
                <a:gd name="T13" fmla="*/ 46 h 128"/>
                <a:gd name="T14" fmla="*/ 37 w 60"/>
                <a:gd name="T15" fmla="*/ 40 h 128"/>
                <a:gd name="T16" fmla="*/ 28 w 60"/>
                <a:gd name="T17" fmla="*/ 24 h 128"/>
                <a:gd name="T18" fmla="*/ 40 w 60"/>
                <a:gd name="T19" fmla="*/ 10 h 128"/>
                <a:gd name="T20" fmla="*/ 60 w 60"/>
                <a:gd name="T21" fmla="*/ 8 h 128"/>
                <a:gd name="T22" fmla="*/ 60 w 60"/>
                <a:gd name="T23" fmla="*/ 0 h 128"/>
                <a:gd name="T24" fmla="*/ 38 w 60"/>
                <a:gd name="T25" fmla="*/ 2 h 128"/>
                <a:gd name="T26" fmla="*/ 20 w 60"/>
                <a:gd name="T27" fmla="*/ 24 h 128"/>
                <a:gd name="T28" fmla="*/ 30 w 60"/>
                <a:gd name="T29" fmla="*/ 44 h 128"/>
                <a:gd name="T30" fmla="*/ 38 w 60"/>
                <a:gd name="T31" fmla="*/ 52 h 128"/>
                <a:gd name="T32" fmla="*/ 36 w 60"/>
                <a:gd name="T33" fmla="*/ 52 h 128"/>
                <a:gd name="T34" fmla="*/ 14 w 60"/>
                <a:gd name="T35" fmla="*/ 53 h 128"/>
                <a:gd name="T36" fmla="*/ 2 w 60"/>
                <a:gd name="T37" fmla="*/ 63 h 128"/>
                <a:gd name="T38" fmla="*/ 0 w 60"/>
                <a:gd name="T39" fmla="*/ 76 h 128"/>
                <a:gd name="T40" fmla="*/ 0 w 60"/>
                <a:gd name="T41" fmla="*/ 128 h 128"/>
                <a:gd name="T42" fmla="*/ 8 w 60"/>
                <a:gd name="T43" fmla="*/ 128 h 128"/>
                <a:gd name="T44" fmla="*/ 8 w 60"/>
                <a:gd name="T45" fmla="*/ 7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 h="128">
                  <a:moveTo>
                    <a:pt x="8" y="76"/>
                  </a:moveTo>
                  <a:cubicBezTo>
                    <a:pt x="8" y="71"/>
                    <a:pt x="9" y="68"/>
                    <a:pt x="9" y="66"/>
                  </a:cubicBezTo>
                  <a:cubicBezTo>
                    <a:pt x="10" y="64"/>
                    <a:pt x="11" y="63"/>
                    <a:pt x="13" y="62"/>
                  </a:cubicBezTo>
                  <a:cubicBezTo>
                    <a:pt x="16" y="60"/>
                    <a:pt x="24" y="60"/>
                    <a:pt x="36" y="60"/>
                  </a:cubicBezTo>
                  <a:cubicBezTo>
                    <a:pt x="41" y="59"/>
                    <a:pt x="43" y="60"/>
                    <a:pt x="46" y="57"/>
                  </a:cubicBezTo>
                  <a:cubicBezTo>
                    <a:pt x="47" y="57"/>
                    <a:pt x="48" y="55"/>
                    <a:pt x="48" y="53"/>
                  </a:cubicBezTo>
                  <a:cubicBezTo>
                    <a:pt x="48" y="49"/>
                    <a:pt x="46" y="48"/>
                    <a:pt x="44" y="46"/>
                  </a:cubicBezTo>
                  <a:cubicBezTo>
                    <a:pt x="42" y="44"/>
                    <a:pt x="39" y="42"/>
                    <a:pt x="37" y="40"/>
                  </a:cubicBezTo>
                  <a:cubicBezTo>
                    <a:pt x="32" y="35"/>
                    <a:pt x="28" y="29"/>
                    <a:pt x="28" y="24"/>
                  </a:cubicBezTo>
                  <a:cubicBezTo>
                    <a:pt x="28" y="16"/>
                    <a:pt x="33" y="12"/>
                    <a:pt x="40" y="10"/>
                  </a:cubicBezTo>
                  <a:cubicBezTo>
                    <a:pt x="47" y="8"/>
                    <a:pt x="56" y="8"/>
                    <a:pt x="60" y="8"/>
                  </a:cubicBezTo>
                  <a:cubicBezTo>
                    <a:pt x="60" y="0"/>
                    <a:pt x="60" y="0"/>
                    <a:pt x="60" y="0"/>
                  </a:cubicBezTo>
                  <a:cubicBezTo>
                    <a:pt x="56" y="0"/>
                    <a:pt x="47" y="0"/>
                    <a:pt x="38" y="2"/>
                  </a:cubicBezTo>
                  <a:cubicBezTo>
                    <a:pt x="29" y="5"/>
                    <a:pt x="20" y="11"/>
                    <a:pt x="20" y="24"/>
                  </a:cubicBezTo>
                  <a:cubicBezTo>
                    <a:pt x="20" y="32"/>
                    <a:pt x="25" y="39"/>
                    <a:pt x="30" y="44"/>
                  </a:cubicBezTo>
                  <a:cubicBezTo>
                    <a:pt x="33" y="47"/>
                    <a:pt x="36" y="50"/>
                    <a:pt x="38" y="52"/>
                  </a:cubicBezTo>
                  <a:cubicBezTo>
                    <a:pt x="37" y="52"/>
                    <a:pt x="37" y="52"/>
                    <a:pt x="36" y="52"/>
                  </a:cubicBezTo>
                  <a:cubicBezTo>
                    <a:pt x="27" y="52"/>
                    <a:pt x="20" y="52"/>
                    <a:pt x="14" y="53"/>
                  </a:cubicBezTo>
                  <a:cubicBezTo>
                    <a:pt x="9" y="54"/>
                    <a:pt x="4" y="57"/>
                    <a:pt x="2" y="63"/>
                  </a:cubicBezTo>
                  <a:cubicBezTo>
                    <a:pt x="1" y="66"/>
                    <a:pt x="0" y="70"/>
                    <a:pt x="0" y="76"/>
                  </a:cubicBezTo>
                  <a:cubicBezTo>
                    <a:pt x="0" y="96"/>
                    <a:pt x="0" y="128"/>
                    <a:pt x="0" y="128"/>
                  </a:cubicBezTo>
                  <a:cubicBezTo>
                    <a:pt x="8" y="128"/>
                    <a:pt x="8" y="128"/>
                    <a:pt x="8" y="128"/>
                  </a:cubicBezTo>
                  <a:cubicBezTo>
                    <a:pt x="8" y="128"/>
                    <a:pt x="8" y="96"/>
                    <a:pt x="8" y="7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 name="Freeform 15"/>
            <p:cNvSpPr>
              <a:spLocks/>
            </p:cNvSpPr>
            <p:nvPr/>
          </p:nvSpPr>
          <p:spPr bwMode="auto">
            <a:xfrm>
              <a:off x="1524001" y="1125538"/>
              <a:ext cx="298450" cy="298450"/>
            </a:xfrm>
            <a:custGeom>
              <a:avLst/>
              <a:gdLst>
                <a:gd name="T0" fmla="*/ 79 w 198"/>
                <a:gd name="T1" fmla="*/ 186 h 198"/>
                <a:gd name="T2" fmla="*/ 187 w 198"/>
                <a:gd name="T3" fmla="*/ 119 h 198"/>
                <a:gd name="T4" fmla="*/ 120 w 198"/>
                <a:gd name="T5" fmla="*/ 11 h 198"/>
                <a:gd name="T6" fmla="*/ 12 w 198"/>
                <a:gd name="T7" fmla="*/ 78 h 198"/>
                <a:gd name="T8" fmla="*/ 79 w 198"/>
                <a:gd name="T9" fmla="*/ 186 h 198"/>
              </a:gdLst>
              <a:ahLst/>
              <a:cxnLst>
                <a:cxn ang="0">
                  <a:pos x="T0" y="T1"/>
                </a:cxn>
                <a:cxn ang="0">
                  <a:pos x="T2" y="T3"/>
                </a:cxn>
                <a:cxn ang="0">
                  <a:pos x="T4" y="T5"/>
                </a:cxn>
                <a:cxn ang="0">
                  <a:pos x="T6" y="T7"/>
                </a:cxn>
                <a:cxn ang="0">
                  <a:pos x="T8" y="T9"/>
                </a:cxn>
              </a:cxnLst>
              <a:rect l="0" t="0" r="r" b="b"/>
              <a:pathLst>
                <a:path w="198" h="198">
                  <a:moveTo>
                    <a:pt x="79" y="186"/>
                  </a:moveTo>
                  <a:cubicBezTo>
                    <a:pt x="127" y="198"/>
                    <a:pt x="176" y="168"/>
                    <a:pt x="187" y="119"/>
                  </a:cubicBezTo>
                  <a:cubicBezTo>
                    <a:pt x="198" y="71"/>
                    <a:pt x="168" y="22"/>
                    <a:pt x="120" y="11"/>
                  </a:cubicBezTo>
                  <a:cubicBezTo>
                    <a:pt x="71" y="0"/>
                    <a:pt x="23" y="30"/>
                    <a:pt x="12" y="78"/>
                  </a:cubicBezTo>
                  <a:cubicBezTo>
                    <a:pt x="0" y="127"/>
                    <a:pt x="30" y="175"/>
                    <a:pt x="79" y="18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 name="Freeform 16"/>
            <p:cNvSpPr>
              <a:spLocks noEditPoints="1"/>
            </p:cNvSpPr>
            <p:nvPr/>
          </p:nvSpPr>
          <p:spPr bwMode="auto">
            <a:xfrm>
              <a:off x="1409701" y="1273175"/>
              <a:ext cx="628650" cy="1230312"/>
            </a:xfrm>
            <a:custGeom>
              <a:avLst/>
              <a:gdLst>
                <a:gd name="T0" fmla="*/ 181 w 417"/>
                <a:gd name="T1" fmla="*/ 776 h 816"/>
                <a:gd name="T2" fmla="*/ 181 w 417"/>
                <a:gd name="T3" fmla="*/ 558 h 816"/>
                <a:gd name="T4" fmla="*/ 253 w 417"/>
                <a:gd name="T5" fmla="*/ 558 h 816"/>
                <a:gd name="T6" fmla="*/ 253 w 417"/>
                <a:gd name="T7" fmla="*/ 490 h 816"/>
                <a:gd name="T8" fmla="*/ 339 w 417"/>
                <a:gd name="T9" fmla="*/ 399 h 816"/>
                <a:gd name="T10" fmla="*/ 232 w 417"/>
                <a:gd name="T11" fmla="*/ 256 h 816"/>
                <a:gd name="T12" fmla="*/ 215 w 417"/>
                <a:gd name="T13" fmla="*/ 193 h 816"/>
                <a:gd name="T14" fmla="*/ 216 w 417"/>
                <a:gd name="T15" fmla="*/ 193 h 816"/>
                <a:gd name="T16" fmla="*/ 217 w 417"/>
                <a:gd name="T17" fmla="*/ 193 h 816"/>
                <a:gd name="T18" fmla="*/ 290 w 417"/>
                <a:gd name="T19" fmla="*/ 166 h 816"/>
                <a:gd name="T20" fmla="*/ 341 w 417"/>
                <a:gd name="T21" fmla="*/ 67 h 816"/>
                <a:gd name="T22" fmla="*/ 339 w 417"/>
                <a:gd name="T23" fmla="*/ 50 h 816"/>
                <a:gd name="T24" fmla="*/ 417 w 417"/>
                <a:gd name="T25" fmla="*/ 15 h 816"/>
                <a:gd name="T26" fmla="*/ 410 w 417"/>
                <a:gd name="T27" fmla="*/ 0 h 816"/>
                <a:gd name="T28" fmla="*/ 326 w 417"/>
                <a:gd name="T29" fmla="*/ 37 h 816"/>
                <a:gd name="T30" fmla="*/ 319 w 417"/>
                <a:gd name="T31" fmla="*/ 35 h 816"/>
                <a:gd name="T32" fmla="*/ 286 w 417"/>
                <a:gd name="T33" fmla="*/ 57 h 816"/>
                <a:gd name="T34" fmla="*/ 254 w 417"/>
                <a:gd name="T35" fmla="*/ 124 h 816"/>
                <a:gd name="T36" fmla="*/ 216 w 417"/>
                <a:gd name="T37" fmla="*/ 137 h 816"/>
                <a:gd name="T38" fmla="*/ 188 w 417"/>
                <a:gd name="T39" fmla="*/ 132 h 816"/>
                <a:gd name="T40" fmla="*/ 179 w 417"/>
                <a:gd name="T41" fmla="*/ 129 h 816"/>
                <a:gd name="T42" fmla="*/ 178 w 417"/>
                <a:gd name="T43" fmla="*/ 129 h 816"/>
                <a:gd name="T44" fmla="*/ 135 w 417"/>
                <a:gd name="T45" fmla="*/ 110 h 816"/>
                <a:gd name="T46" fmla="*/ 17 w 417"/>
                <a:gd name="T47" fmla="*/ 558 h 816"/>
                <a:gd name="T48" fmla="*/ 101 w 417"/>
                <a:gd name="T49" fmla="*/ 558 h 816"/>
                <a:gd name="T50" fmla="*/ 101 w 417"/>
                <a:gd name="T51" fmla="*/ 776 h 816"/>
                <a:gd name="T52" fmla="*/ 141 w 417"/>
                <a:gd name="T53" fmla="*/ 816 h 816"/>
                <a:gd name="T54" fmla="*/ 181 w 417"/>
                <a:gd name="T55" fmla="*/ 776 h 816"/>
                <a:gd name="T56" fmla="*/ 93 w 417"/>
                <a:gd name="T57" fmla="*/ 221 h 816"/>
                <a:gd name="T58" fmla="*/ 103 w 417"/>
                <a:gd name="T59" fmla="*/ 159 h 816"/>
                <a:gd name="T60" fmla="*/ 103 w 417"/>
                <a:gd name="T61" fmla="*/ 159 h 816"/>
                <a:gd name="T62" fmla="*/ 103 w 417"/>
                <a:gd name="T63" fmla="*/ 159 h 816"/>
                <a:gd name="T64" fmla="*/ 137 w 417"/>
                <a:gd name="T65" fmla="*/ 134 h 816"/>
                <a:gd name="T66" fmla="*/ 144 w 417"/>
                <a:gd name="T67" fmla="*/ 135 h 816"/>
                <a:gd name="T68" fmla="*/ 149 w 417"/>
                <a:gd name="T69" fmla="*/ 136 h 816"/>
                <a:gd name="T70" fmla="*/ 171 w 417"/>
                <a:gd name="T71" fmla="*/ 182 h 816"/>
                <a:gd name="T72" fmla="*/ 170 w 417"/>
                <a:gd name="T73" fmla="*/ 184 h 816"/>
                <a:gd name="T74" fmla="*/ 170 w 417"/>
                <a:gd name="T75" fmla="*/ 185 h 816"/>
                <a:gd name="T76" fmla="*/ 168 w 417"/>
                <a:gd name="T77" fmla="*/ 192 h 816"/>
                <a:gd name="T78" fmla="*/ 165 w 417"/>
                <a:gd name="T79" fmla="*/ 221 h 816"/>
                <a:gd name="T80" fmla="*/ 183 w 417"/>
                <a:gd name="T81" fmla="*/ 279 h 816"/>
                <a:gd name="T82" fmla="*/ 224 w 417"/>
                <a:gd name="T83" fmla="*/ 310 h 816"/>
                <a:gd name="T84" fmla="*/ 242 w 417"/>
                <a:gd name="T85" fmla="*/ 317 h 816"/>
                <a:gd name="T86" fmla="*/ 270 w 417"/>
                <a:gd name="T87" fmla="*/ 324 h 816"/>
                <a:gd name="T88" fmla="*/ 298 w 417"/>
                <a:gd name="T89" fmla="*/ 366 h 816"/>
                <a:gd name="T90" fmla="*/ 263 w 417"/>
                <a:gd name="T91" fmla="*/ 396 h 816"/>
                <a:gd name="T92" fmla="*/ 256 w 417"/>
                <a:gd name="T93" fmla="*/ 395 h 816"/>
                <a:gd name="T94" fmla="*/ 250 w 417"/>
                <a:gd name="T95" fmla="*/ 394 h 816"/>
                <a:gd name="T96" fmla="*/ 212 w 417"/>
                <a:gd name="T97" fmla="*/ 383 h 816"/>
                <a:gd name="T98" fmla="*/ 125 w 417"/>
                <a:gd name="T99" fmla="*/ 322 h 816"/>
                <a:gd name="T100" fmla="*/ 93 w 417"/>
                <a:gd name="T101" fmla="*/ 221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17" h="816">
                  <a:moveTo>
                    <a:pt x="181" y="776"/>
                  </a:moveTo>
                  <a:cubicBezTo>
                    <a:pt x="181" y="558"/>
                    <a:pt x="181" y="558"/>
                    <a:pt x="181" y="558"/>
                  </a:cubicBezTo>
                  <a:cubicBezTo>
                    <a:pt x="253" y="558"/>
                    <a:pt x="253" y="558"/>
                    <a:pt x="253" y="558"/>
                  </a:cubicBezTo>
                  <a:cubicBezTo>
                    <a:pt x="253" y="558"/>
                    <a:pt x="254" y="531"/>
                    <a:pt x="253" y="490"/>
                  </a:cubicBezTo>
                  <a:cubicBezTo>
                    <a:pt x="292" y="478"/>
                    <a:pt x="336" y="452"/>
                    <a:pt x="339" y="399"/>
                  </a:cubicBezTo>
                  <a:cubicBezTo>
                    <a:pt x="345" y="305"/>
                    <a:pt x="238" y="259"/>
                    <a:pt x="232" y="256"/>
                  </a:cubicBezTo>
                  <a:cubicBezTo>
                    <a:pt x="228" y="234"/>
                    <a:pt x="222" y="212"/>
                    <a:pt x="215" y="193"/>
                  </a:cubicBezTo>
                  <a:cubicBezTo>
                    <a:pt x="215" y="193"/>
                    <a:pt x="216" y="193"/>
                    <a:pt x="216" y="193"/>
                  </a:cubicBezTo>
                  <a:cubicBezTo>
                    <a:pt x="216" y="193"/>
                    <a:pt x="216" y="193"/>
                    <a:pt x="217" y="193"/>
                  </a:cubicBezTo>
                  <a:cubicBezTo>
                    <a:pt x="239" y="193"/>
                    <a:pt x="267" y="187"/>
                    <a:pt x="290" y="166"/>
                  </a:cubicBezTo>
                  <a:cubicBezTo>
                    <a:pt x="314" y="146"/>
                    <a:pt x="332" y="114"/>
                    <a:pt x="341" y="67"/>
                  </a:cubicBezTo>
                  <a:cubicBezTo>
                    <a:pt x="342" y="61"/>
                    <a:pt x="341" y="55"/>
                    <a:pt x="339" y="50"/>
                  </a:cubicBezTo>
                  <a:cubicBezTo>
                    <a:pt x="417" y="15"/>
                    <a:pt x="417" y="15"/>
                    <a:pt x="417" y="15"/>
                  </a:cubicBezTo>
                  <a:cubicBezTo>
                    <a:pt x="410" y="0"/>
                    <a:pt x="410" y="0"/>
                    <a:pt x="410" y="0"/>
                  </a:cubicBezTo>
                  <a:cubicBezTo>
                    <a:pt x="326" y="37"/>
                    <a:pt x="326" y="37"/>
                    <a:pt x="326" y="37"/>
                  </a:cubicBezTo>
                  <a:cubicBezTo>
                    <a:pt x="324" y="36"/>
                    <a:pt x="321" y="35"/>
                    <a:pt x="319" y="35"/>
                  </a:cubicBezTo>
                  <a:cubicBezTo>
                    <a:pt x="303" y="32"/>
                    <a:pt x="289" y="42"/>
                    <a:pt x="286" y="57"/>
                  </a:cubicBezTo>
                  <a:cubicBezTo>
                    <a:pt x="279" y="95"/>
                    <a:pt x="266" y="114"/>
                    <a:pt x="254" y="124"/>
                  </a:cubicBezTo>
                  <a:cubicBezTo>
                    <a:pt x="242" y="134"/>
                    <a:pt x="230" y="137"/>
                    <a:pt x="216" y="137"/>
                  </a:cubicBezTo>
                  <a:cubicBezTo>
                    <a:pt x="206" y="137"/>
                    <a:pt x="195" y="135"/>
                    <a:pt x="188" y="132"/>
                  </a:cubicBezTo>
                  <a:cubicBezTo>
                    <a:pt x="184" y="131"/>
                    <a:pt x="181" y="130"/>
                    <a:pt x="179" y="129"/>
                  </a:cubicBezTo>
                  <a:cubicBezTo>
                    <a:pt x="179" y="129"/>
                    <a:pt x="179" y="129"/>
                    <a:pt x="178" y="129"/>
                  </a:cubicBezTo>
                  <a:cubicBezTo>
                    <a:pt x="166" y="117"/>
                    <a:pt x="152" y="110"/>
                    <a:pt x="135" y="110"/>
                  </a:cubicBezTo>
                  <a:cubicBezTo>
                    <a:pt x="0" y="110"/>
                    <a:pt x="17" y="558"/>
                    <a:pt x="17" y="558"/>
                  </a:cubicBezTo>
                  <a:cubicBezTo>
                    <a:pt x="101" y="558"/>
                    <a:pt x="101" y="558"/>
                    <a:pt x="101" y="558"/>
                  </a:cubicBezTo>
                  <a:cubicBezTo>
                    <a:pt x="101" y="776"/>
                    <a:pt x="101" y="776"/>
                    <a:pt x="101" y="776"/>
                  </a:cubicBezTo>
                  <a:cubicBezTo>
                    <a:pt x="101" y="798"/>
                    <a:pt x="119" y="816"/>
                    <a:pt x="141" y="816"/>
                  </a:cubicBezTo>
                  <a:cubicBezTo>
                    <a:pt x="163" y="816"/>
                    <a:pt x="181" y="798"/>
                    <a:pt x="181" y="776"/>
                  </a:cubicBezTo>
                  <a:close/>
                  <a:moveTo>
                    <a:pt x="93" y="221"/>
                  </a:moveTo>
                  <a:cubicBezTo>
                    <a:pt x="93" y="191"/>
                    <a:pt x="100" y="168"/>
                    <a:pt x="103" y="159"/>
                  </a:cubicBezTo>
                  <a:cubicBezTo>
                    <a:pt x="103" y="159"/>
                    <a:pt x="103" y="159"/>
                    <a:pt x="103" y="159"/>
                  </a:cubicBezTo>
                  <a:cubicBezTo>
                    <a:pt x="103" y="159"/>
                    <a:pt x="103" y="159"/>
                    <a:pt x="103" y="159"/>
                  </a:cubicBezTo>
                  <a:cubicBezTo>
                    <a:pt x="108" y="144"/>
                    <a:pt x="122" y="134"/>
                    <a:pt x="137" y="134"/>
                  </a:cubicBezTo>
                  <a:cubicBezTo>
                    <a:pt x="139" y="134"/>
                    <a:pt x="142" y="135"/>
                    <a:pt x="144" y="135"/>
                  </a:cubicBezTo>
                  <a:cubicBezTo>
                    <a:pt x="146" y="135"/>
                    <a:pt x="147" y="136"/>
                    <a:pt x="149" y="136"/>
                  </a:cubicBezTo>
                  <a:cubicBezTo>
                    <a:pt x="168" y="143"/>
                    <a:pt x="178" y="163"/>
                    <a:pt x="171" y="182"/>
                  </a:cubicBezTo>
                  <a:cubicBezTo>
                    <a:pt x="171" y="183"/>
                    <a:pt x="171" y="183"/>
                    <a:pt x="170" y="184"/>
                  </a:cubicBezTo>
                  <a:cubicBezTo>
                    <a:pt x="170" y="184"/>
                    <a:pt x="170" y="185"/>
                    <a:pt x="170" y="185"/>
                  </a:cubicBezTo>
                  <a:cubicBezTo>
                    <a:pt x="170" y="187"/>
                    <a:pt x="169" y="189"/>
                    <a:pt x="168" y="192"/>
                  </a:cubicBezTo>
                  <a:cubicBezTo>
                    <a:pt x="167" y="199"/>
                    <a:pt x="165" y="209"/>
                    <a:pt x="165" y="221"/>
                  </a:cubicBezTo>
                  <a:cubicBezTo>
                    <a:pt x="165" y="244"/>
                    <a:pt x="171" y="264"/>
                    <a:pt x="183" y="279"/>
                  </a:cubicBezTo>
                  <a:cubicBezTo>
                    <a:pt x="193" y="292"/>
                    <a:pt x="206" y="302"/>
                    <a:pt x="224" y="310"/>
                  </a:cubicBezTo>
                  <a:cubicBezTo>
                    <a:pt x="230" y="313"/>
                    <a:pt x="236" y="315"/>
                    <a:pt x="242" y="317"/>
                  </a:cubicBezTo>
                  <a:cubicBezTo>
                    <a:pt x="251" y="320"/>
                    <a:pt x="260" y="322"/>
                    <a:pt x="270" y="324"/>
                  </a:cubicBezTo>
                  <a:cubicBezTo>
                    <a:pt x="289" y="328"/>
                    <a:pt x="302" y="347"/>
                    <a:pt x="298" y="366"/>
                  </a:cubicBezTo>
                  <a:cubicBezTo>
                    <a:pt x="295" y="383"/>
                    <a:pt x="280" y="396"/>
                    <a:pt x="263" y="396"/>
                  </a:cubicBezTo>
                  <a:cubicBezTo>
                    <a:pt x="261" y="396"/>
                    <a:pt x="259" y="395"/>
                    <a:pt x="256" y="395"/>
                  </a:cubicBezTo>
                  <a:cubicBezTo>
                    <a:pt x="254" y="395"/>
                    <a:pt x="252" y="394"/>
                    <a:pt x="250" y="394"/>
                  </a:cubicBezTo>
                  <a:cubicBezTo>
                    <a:pt x="237" y="391"/>
                    <a:pt x="224" y="387"/>
                    <a:pt x="212" y="383"/>
                  </a:cubicBezTo>
                  <a:cubicBezTo>
                    <a:pt x="175" y="370"/>
                    <a:pt x="145" y="349"/>
                    <a:pt x="125" y="322"/>
                  </a:cubicBezTo>
                  <a:cubicBezTo>
                    <a:pt x="104" y="294"/>
                    <a:pt x="93" y="259"/>
                    <a:pt x="93" y="22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 name="Freeform 17"/>
            <p:cNvSpPr>
              <a:spLocks/>
            </p:cNvSpPr>
            <p:nvPr/>
          </p:nvSpPr>
          <p:spPr bwMode="auto">
            <a:xfrm>
              <a:off x="1562101" y="1485900"/>
              <a:ext cx="288925" cy="371475"/>
            </a:xfrm>
            <a:custGeom>
              <a:avLst/>
              <a:gdLst>
                <a:gd name="T0" fmla="*/ 113 w 192"/>
                <a:gd name="T1" fmla="*/ 234 h 247"/>
                <a:gd name="T2" fmla="*/ 148 w 192"/>
                <a:gd name="T3" fmla="*/ 244 h 247"/>
                <a:gd name="T4" fmla="*/ 157 w 192"/>
                <a:gd name="T5" fmla="*/ 246 h 247"/>
                <a:gd name="T6" fmla="*/ 162 w 192"/>
                <a:gd name="T7" fmla="*/ 247 h 247"/>
                <a:gd name="T8" fmla="*/ 190 w 192"/>
                <a:gd name="T9" fmla="*/ 224 h 247"/>
                <a:gd name="T10" fmla="*/ 167 w 192"/>
                <a:gd name="T11" fmla="*/ 191 h 247"/>
                <a:gd name="T12" fmla="*/ 143 w 192"/>
                <a:gd name="T13" fmla="*/ 185 h 247"/>
                <a:gd name="T14" fmla="*/ 121 w 192"/>
                <a:gd name="T15" fmla="*/ 178 h 247"/>
                <a:gd name="T16" fmla="*/ 75 w 192"/>
                <a:gd name="T17" fmla="*/ 143 h 247"/>
                <a:gd name="T18" fmla="*/ 56 w 192"/>
                <a:gd name="T19" fmla="*/ 80 h 247"/>
                <a:gd name="T20" fmla="*/ 60 w 192"/>
                <a:gd name="T21" fmla="*/ 50 h 247"/>
                <a:gd name="T22" fmla="*/ 61 w 192"/>
                <a:gd name="T23" fmla="*/ 42 h 247"/>
                <a:gd name="T24" fmla="*/ 62 w 192"/>
                <a:gd name="T25" fmla="*/ 41 h 247"/>
                <a:gd name="T26" fmla="*/ 62 w 192"/>
                <a:gd name="T27" fmla="*/ 39 h 247"/>
                <a:gd name="T28" fmla="*/ 62 w 192"/>
                <a:gd name="T29" fmla="*/ 39 h 247"/>
                <a:gd name="T30" fmla="*/ 62 w 192"/>
                <a:gd name="T31" fmla="*/ 39 h 247"/>
                <a:gd name="T32" fmla="*/ 45 w 192"/>
                <a:gd name="T33" fmla="*/ 3 h 247"/>
                <a:gd name="T34" fmla="*/ 38 w 192"/>
                <a:gd name="T35" fmla="*/ 1 h 247"/>
                <a:gd name="T36" fmla="*/ 10 w 192"/>
                <a:gd name="T37" fmla="*/ 20 h 247"/>
                <a:gd name="T38" fmla="*/ 10 w 192"/>
                <a:gd name="T39" fmla="*/ 20 h 247"/>
                <a:gd name="T40" fmla="*/ 0 w 192"/>
                <a:gd name="T41" fmla="*/ 80 h 247"/>
                <a:gd name="T42" fmla="*/ 31 w 192"/>
                <a:gd name="T43" fmla="*/ 176 h 247"/>
                <a:gd name="T44" fmla="*/ 113 w 192"/>
                <a:gd name="T45" fmla="*/ 234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2" h="247">
                  <a:moveTo>
                    <a:pt x="113" y="234"/>
                  </a:moveTo>
                  <a:cubicBezTo>
                    <a:pt x="124" y="238"/>
                    <a:pt x="135" y="242"/>
                    <a:pt x="148" y="244"/>
                  </a:cubicBezTo>
                  <a:cubicBezTo>
                    <a:pt x="151" y="245"/>
                    <a:pt x="154" y="246"/>
                    <a:pt x="157" y="246"/>
                  </a:cubicBezTo>
                  <a:cubicBezTo>
                    <a:pt x="159" y="247"/>
                    <a:pt x="160" y="247"/>
                    <a:pt x="162" y="247"/>
                  </a:cubicBezTo>
                  <a:cubicBezTo>
                    <a:pt x="175" y="247"/>
                    <a:pt x="187" y="237"/>
                    <a:pt x="190" y="224"/>
                  </a:cubicBezTo>
                  <a:cubicBezTo>
                    <a:pt x="192" y="209"/>
                    <a:pt x="182" y="194"/>
                    <a:pt x="167" y="191"/>
                  </a:cubicBezTo>
                  <a:cubicBezTo>
                    <a:pt x="158" y="189"/>
                    <a:pt x="150" y="187"/>
                    <a:pt x="143" y="185"/>
                  </a:cubicBezTo>
                  <a:cubicBezTo>
                    <a:pt x="135" y="183"/>
                    <a:pt x="128" y="180"/>
                    <a:pt x="121" y="178"/>
                  </a:cubicBezTo>
                  <a:cubicBezTo>
                    <a:pt x="99" y="168"/>
                    <a:pt x="85" y="155"/>
                    <a:pt x="75" y="143"/>
                  </a:cubicBezTo>
                  <a:cubicBezTo>
                    <a:pt x="61" y="123"/>
                    <a:pt x="56" y="101"/>
                    <a:pt x="56" y="80"/>
                  </a:cubicBezTo>
                  <a:cubicBezTo>
                    <a:pt x="56" y="68"/>
                    <a:pt x="58" y="57"/>
                    <a:pt x="60" y="50"/>
                  </a:cubicBezTo>
                  <a:cubicBezTo>
                    <a:pt x="60" y="46"/>
                    <a:pt x="61" y="44"/>
                    <a:pt x="61" y="42"/>
                  </a:cubicBezTo>
                  <a:cubicBezTo>
                    <a:pt x="62" y="42"/>
                    <a:pt x="62" y="41"/>
                    <a:pt x="62" y="41"/>
                  </a:cubicBezTo>
                  <a:cubicBezTo>
                    <a:pt x="62" y="40"/>
                    <a:pt x="62" y="39"/>
                    <a:pt x="62" y="39"/>
                  </a:cubicBezTo>
                  <a:cubicBezTo>
                    <a:pt x="62" y="39"/>
                    <a:pt x="62" y="39"/>
                    <a:pt x="62" y="39"/>
                  </a:cubicBezTo>
                  <a:cubicBezTo>
                    <a:pt x="62" y="39"/>
                    <a:pt x="62" y="39"/>
                    <a:pt x="62" y="39"/>
                  </a:cubicBezTo>
                  <a:cubicBezTo>
                    <a:pt x="68" y="24"/>
                    <a:pt x="60" y="8"/>
                    <a:pt x="45" y="3"/>
                  </a:cubicBezTo>
                  <a:cubicBezTo>
                    <a:pt x="43" y="2"/>
                    <a:pt x="41" y="2"/>
                    <a:pt x="38" y="1"/>
                  </a:cubicBezTo>
                  <a:cubicBezTo>
                    <a:pt x="26" y="0"/>
                    <a:pt x="14" y="8"/>
                    <a:pt x="10" y="20"/>
                  </a:cubicBezTo>
                  <a:cubicBezTo>
                    <a:pt x="10" y="20"/>
                    <a:pt x="10" y="20"/>
                    <a:pt x="10" y="20"/>
                  </a:cubicBezTo>
                  <a:cubicBezTo>
                    <a:pt x="9" y="22"/>
                    <a:pt x="0" y="46"/>
                    <a:pt x="0" y="80"/>
                  </a:cubicBezTo>
                  <a:cubicBezTo>
                    <a:pt x="0" y="108"/>
                    <a:pt x="7" y="144"/>
                    <a:pt x="31" y="176"/>
                  </a:cubicBezTo>
                  <a:cubicBezTo>
                    <a:pt x="48" y="200"/>
                    <a:pt x="75" y="221"/>
                    <a:pt x="113" y="23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7" name="组合 16"/>
          <p:cNvGrpSpPr/>
          <p:nvPr/>
        </p:nvGrpSpPr>
        <p:grpSpPr>
          <a:xfrm>
            <a:off x="2320926" y="1125538"/>
            <a:ext cx="633413" cy="1377949"/>
            <a:chOff x="2320926" y="1125538"/>
            <a:chExt cx="633413" cy="1377949"/>
          </a:xfrm>
        </p:grpSpPr>
        <p:sp>
          <p:nvSpPr>
            <p:cNvPr id="18" name="Freeform 18"/>
            <p:cNvSpPr>
              <a:spLocks/>
            </p:cNvSpPr>
            <p:nvPr/>
          </p:nvSpPr>
          <p:spPr bwMode="auto">
            <a:xfrm>
              <a:off x="2541588" y="1125538"/>
              <a:ext cx="298450" cy="298450"/>
            </a:xfrm>
            <a:custGeom>
              <a:avLst/>
              <a:gdLst>
                <a:gd name="T0" fmla="*/ 120 w 198"/>
                <a:gd name="T1" fmla="*/ 186 h 198"/>
                <a:gd name="T2" fmla="*/ 187 w 198"/>
                <a:gd name="T3" fmla="*/ 78 h 198"/>
                <a:gd name="T4" fmla="*/ 79 w 198"/>
                <a:gd name="T5" fmla="*/ 11 h 198"/>
                <a:gd name="T6" fmla="*/ 12 w 198"/>
                <a:gd name="T7" fmla="*/ 119 h 198"/>
                <a:gd name="T8" fmla="*/ 120 w 198"/>
                <a:gd name="T9" fmla="*/ 186 h 198"/>
              </a:gdLst>
              <a:ahLst/>
              <a:cxnLst>
                <a:cxn ang="0">
                  <a:pos x="T0" y="T1"/>
                </a:cxn>
                <a:cxn ang="0">
                  <a:pos x="T2" y="T3"/>
                </a:cxn>
                <a:cxn ang="0">
                  <a:pos x="T4" y="T5"/>
                </a:cxn>
                <a:cxn ang="0">
                  <a:pos x="T6" y="T7"/>
                </a:cxn>
                <a:cxn ang="0">
                  <a:pos x="T8" y="T9"/>
                </a:cxn>
              </a:cxnLst>
              <a:rect l="0" t="0" r="r" b="b"/>
              <a:pathLst>
                <a:path w="198" h="198">
                  <a:moveTo>
                    <a:pt x="120" y="186"/>
                  </a:moveTo>
                  <a:cubicBezTo>
                    <a:pt x="168" y="175"/>
                    <a:pt x="198" y="127"/>
                    <a:pt x="187" y="78"/>
                  </a:cubicBezTo>
                  <a:cubicBezTo>
                    <a:pt x="176" y="30"/>
                    <a:pt x="127" y="0"/>
                    <a:pt x="79" y="11"/>
                  </a:cubicBezTo>
                  <a:cubicBezTo>
                    <a:pt x="30" y="22"/>
                    <a:pt x="0" y="71"/>
                    <a:pt x="12" y="119"/>
                  </a:cubicBezTo>
                  <a:cubicBezTo>
                    <a:pt x="23" y="168"/>
                    <a:pt x="71" y="198"/>
                    <a:pt x="120" y="18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 name="Freeform 19"/>
            <p:cNvSpPr>
              <a:spLocks noEditPoints="1"/>
            </p:cNvSpPr>
            <p:nvPr/>
          </p:nvSpPr>
          <p:spPr bwMode="auto">
            <a:xfrm>
              <a:off x="2320926" y="1282700"/>
              <a:ext cx="633413" cy="1220787"/>
            </a:xfrm>
            <a:custGeom>
              <a:avLst/>
              <a:gdLst>
                <a:gd name="T0" fmla="*/ 44 w 420"/>
                <a:gd name="T1" fmla="*/ 168 h 809"/>
                <a:gd name="T2" fmla="*/ 87 w 420"/>
                <a:gd name="T3" fmla="*/ 190 h 809"/>
                <a:gd name="T4" fmla="*/ 203 w 420"/>
                <a:gd name="T5" fmla="*/ 193 h 809"/>
                <a:gd name="T6" fmla="*/ 82 w 420"/>
                <a:gd name="T7" fmla="*/ 392 h 809"/>
                <a:gd name="T8" fmla="*/ 168 w 420"/>
                <a:gd name="T9" fmla="*/ 551 h 809"/>
                <a:gd name="T10" fmla="*/ 240 w 420"/>
                <a:gd name="T11" fmla="*/ 769 h 809"/>
                <a:gd name="T12" fmla="*/ 320 w 420"/>
                <a:gd name="T13" fmla="*/ 769 h 809"/>
                <a:gd name="T14" fmla="*/ 403 w 420"/>
                <a:gd name="T15" fmla="*/ 551 h 809"/>
                <a:gd name="T16" fmla="*/ 254 w 420"/>
                <a:gd name="T17" fmla="*/ 112 h 809"/>
                <a:gd name="T18" fmla="*/ 249 w 420"/>
                <a:gd name="T19" fmla="*/ 115 h 809"/>
                <a:gd name="T20" fmla="*/ 147 w 420"/>
                <a:gd name="T21" fmla="*/ 144 h 809"/>
                <a:gd name="T22" fmla="*/ 74 w 420"/>
                <a:gd name="T23" fmla="*/ 114 h 809"/>
                <a:gd name="T24" fmla="*/ 109 w 420"/>
                <a:gd name="T25" fmla="*/ 96 h 809"/>
                <a:gd name="T26" fmla="*/ 141 w 420"/>
                <a:gd name="T27" fmla="*/ 24 h 809"/>
                <a:gd name="T28" fmla="*/ 93 w 420"/>
                <a:gd name="T29" fmla="*/ 2 h 809"/>
                <a:gd name="T30" fmla="*/ 60 w 420"/>
                <a:gd name="T31" fmla="*/ 105 h 809"/>
                <a:gd name="T32" fmla="*/ 32 w 420"/>
                <a:gd name="T33" fmla="*/ 150 h 809"/>
                <a:gd name="T34" fmla="*/ 30 w 420"/>
                <a:gd name="T35" fmla="*/ 160 h 809"/>
                <a:gd name="T36" fmla="*/ 0 w 420"/>
                <a:gd name="T37" fmla="*/ 165 h 809"/>
                <a:gd name="T38" fmla="*/ 55 w 420"/>
                <a:gd name="T39" fmla="*/ 189 h 809"/>
                <a:gd name="T40" fmla="*/ 323 w 420"/>
                <a:gd name="T41" fmla="*/ 144 h 809"/>
                <a:gd name="T42" fmla="*/ 279 w 420"/>
                <a:gd name="T43" fmla="*/ 370 h 809"/>
                <a:gd name="T44" fmla="*/ 313 w 420"/>
                <a:gd name="T45" fmla="*/ 396 h 809"/>
                <a:gd name="T46" fmla="*/ 373 w 420"/>
                <a:gd name="T47" fmla="*/ 473 h 809"/>
                <a:gd name="T48" fmla="*/ 334 w 420"/>
                <a:gd name="T49" fmla="*/ 512 h 809"/>
                <a:gd name="T50" fmla="*/ 320 w 420"/>
                <a:gd name="T51" fmla="*/ 514 h 809"/>
                <a:gd name="T52" fmla="*/ 257 w 420"/>
                <a:gd name="T53" fmla="*/ 444 h 809"/>
                <a:gd name="T54" fmla="*/ 240 w 420"/>
                <a:gd name="T55" fmla="*/ 412 h 809"/>
                <a:gd name="T56" fmla="*/ 214 w 420"/>
                <a:gd name="T57" fmla="*/ 416 h 809"/>
                <a:gd name="T58" fmla="*/ 196 w 420"/>
                <a:gd name="T59" fmla="*/ 355 h 809"/>
                <a:gd name="T60" fmla="*/ 197 w 420"/>
                <a:gd name="T61" fmla="*/ 343 h 809"/>
                <a:gd name="T62" fmla="*/ 196 w 420"/>
                <a:gd name="T63" fmla="*/ 325 h 809"/>
                <a:gd name="T64" fmla="*/ 206 w 420"/>
                <a:gd name="T65" fmla="*/ 317 h 809"/>
                <a:gd name="T66" fmla="*/ 224 w 420"/>
                <a:gd name="T67" fmla="*/ 320 h 809"/>
                <a:gd name="T68" fmla="*/ 265 w 420"/>
                <a:gd name="T69" fmla="*/ 216 h 809"/>
                <a:gd name="T70" fmla="*/ 258 w 420"/>
                <a:gd name="T71" fmla="*/ 173 h 809"/>
                <a:gd name="T72" fmla="*/ 286 w 420"/>
                <a:gd name="T73" fmla="*/ 124 h 8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0" h="809">
                  <a:moveTo>
                    <a:pt x="55" y="189"/>
                  </a:moveTo>
                  <a:cubicBezTo>
                    <a:pt x="53" y="187"/>
                    <a:pt x="45" y="183"/>
                    <a:pt x="44" y="168"/>
                  </a:cubicBezTo>
                  <a:cubicBezTo>
                    <a:pt x="44" y="166"/>
                    <a:pt x="45" y="165"/>
                    <a:pt x="45" y="163"/>
                  </a:cubicBezTo>
                  <a:cubicBezTo>
                    <a:pt x="58" y="175"/>
                    <a:pt x="72" y="184"/>
                    <a:pt x="87" y="190"/>
                  </a:cubicBezTo>
                  <a:cubicBezTo>
                    <a:pt x="107" y="198"/>
                    <a:pt x="127" y="200"/>
                    <a:pt x="147" y="200"/>
                  </a:cubicBezTo>
                  <a:cubicBezTo>
                    <a:pt x="167" y="200"/>
                    <a:pt x="186" y="197"/>
                    <a:pt x="203" y="193"/>
                  </a:cubicBezTo>
                  <a:cubicBezTo>
                    <a:pt x="197" y="210"/>
                    <a:pt x="192" y="229"/>
                    <a:pt x="188" y="249"/>
                  </a:cubicBezTo>
                  <a:cubicBezTo>
                    <a:pt x="183" y="252"/>
                    <a:pt x="76" y="298"/>
                    <a:pt x="82" y="392"/>
                  </a:cubicBezTo>
                  <a:cubicBezTo>
                    <a:pt x="85" y="445"/>
                    <a:pt x="128" y="471"/>
                    <a:pt x="167" y="483"/>
                  </a:cubicBezTo>
                  <a:cubicBezTo>
                    <a:pt x="167" y="524"/>
                    <a:pt x="168" y="551"/>
                    <a:pt x="168" y="551"/>
                  </a:cubicBezTo>
                  <a:cubicBezTo>
                    <a:pt x="240" y="551"/>
                    <a:pt x="240" y="551"/>
                    <a:pt x="240" y="551"/>
                  </a:cubicBezTo>
                  <a:cubicBezTo>
                    <a:pt x="240" y="769"/>
                    <a:pt x="240" y="769"/>
                    <a:pt x="240" y="769"/>
                  </a:cubicBezTo>
                  <a:cubicBezTo>
                    <a:pt x="240" y="791"/>
                    <a:pt x="258" y="809"/>
                    <a:pt x="280" y="809"/>
                  </a:cubicBezTo>
                  <a:cubicBezTo>
                    <a:pt x="302" y="809"/>
                    <a:pt x="320" y="791"/>
                    <a:pt x="320" y="769"/>
                  </a:cubicBezTo>
                  <a:cubicBezTo>
                    <a:pt x="320" y="551"/>
                    <a:pt x="320" y="551"/>
                    <a:pt x="320" y="551"/>
                  </a:cubicBezTo>
                  <a:cubicBezTo>
                    <a:pt x="403" y="551"/>
                    <a:pt x="403" y="551"/>
                    <a:pt x="403" y="551"/>
                  </a:cubicBezTo>
                  <a:cubicBezTo>
                    <a:pt x="403" y="551"/>
                    <a:pt x="420" y="103"/>
                    <a:pt x="285" y="103"/>
                  </a:cubicBezTo>
                  <a:cubicBezTo>
                    <a:pt x="274" y="103"/>
                    <a:pt x="264" y="106"/>
                    <a:pt x="254" y="112"/>
                  </a:cubicBezTo>
                  <a:cubicBezTo>
                    <a:pt x="252" y="113"/>
                    <a:pt x="251" y="114"/>
                    <a:pt x="249" y="115"/>
                  </a:cubicBezTo>
                  <a:cubicBezTo>
                    <a:pt x="249" y="115"/>
                    <a:pt x="249" y="115"/>
                    <a:pt x="249" y="115"/>
                  </a:cubicBezTo>
                  <a:cubicBezTo>
                    <a:pt x="249" y="115"/>
                    <a:pt x="249" y="115"/>
                    <a:pt x="248" y="115"/>
                  </a:cubicBezTo>
                  <a:cubicBezTo>
                    <a:pt x="244" y="118"/>
                    <a:pt x="193" y="145"/>
                    <a:pt x="147" y="144"/>
                  </a:cubicBezTo>
                  <a:cubicBezTo>
                    <a:pt x="133" y="144"/>
                    <a:pt x="120" y="142"/>
                    <a:pt x="108" y="138"/>
                  </a:cubicBezTo>
                  <a:cubicBezTo>
                    <a:pt x="96" y="133"/>
                    <a:pt x="85" y="126"/>
                    <a:pt x="74" y="114"/>
                  </a:cubicBezTo>
                  <a:cubicBezTo>
                    <a:pt x="74" y="114"/>
                    <a:pt x="74" y="113"/>
                    <a:pt x="74" y="113"/>
                  </a:cubicBezTo>
                  <a:cubicBezTo>
                    <a:pt x="80" y="108"/>
                    <a:pt x="88" y="107"/>
                    <a:pt x="109" y="96"/>
                  </a:cubicBezTo>
                  <a:cubicBezTo>
                    <a:pt x="130" y="85"/>
                    <a:pt x="141" y="38"/>
                    <a:pt x="143" y="29"/>
                  </a:cubicBezTo>
                  <a:cubicBezTo>
                    <a:pt x="143" y="27"/>
                    <a:pt x="143" y="25"/>
                    <a:pt x="141" y="24"/>
                  </a:cubicBezTo>
                  <a:cubicBezTo>
                    <a:pt x="98" y="1"/>
                    <a:pt x="98" y="1"/>
                    <a:pt x="98" y="1"/>
                  </a:cubicBezTo>
                  <a:cubicBezTo>
                    <a:pt x="96" y="0"/>
                    <a:pt x="94" y="0"/>
                    <a:pt x="93" y="2"/>
                  </a:cubicBezTo>
                  <a:cubicBezTo>
                    <a:pt x="86" y="9"/>
                    <a:pt x="53" y="43"/>
                    <a:pt x="55" y="66"/>
                  </a:cubicBezTo>
                  <a:cubicBezTo>
                    <a:pt x="57" y="90"/>
                    <a:pt x="60" y="97"/>
                    <a:pt x="60" y="105"/>
                  </a:cubicBezTo>
                  <a:cubicBezTo>
                    <a:pt x="51" y="103"/>
                    <a:pt x="42" y="105"/>
                    <a:pt x="35" y="111"/>
                  </a:cubicBezTo>
                  <a:cubicBezTo>
                    <a:pt x="23" y="121"/>
                    <a:pt x="22" y="139"/>
                    <a:pt x="32" y="150"/>
                  </a:cubicBezTo>
                  <a:cubicBezTo>
                    <a:pt x="33" y="152"/>
                    <a:pt x="35" y="153"/>
                    <a:pt x="36" y="155"/>
                  </a:cubicBezTo>
                  <a:cubicBezTo>
                    <a:pt x="34" y="157"/>
                    <a:pt x="32" y="159"/>
                    <a:pt x="30" y="160"/>
                  </a:cubicBezTo>
                  <a:cubicBezTo>
                    <a:pt x="17" y="167"/>
                    <a:pt x="9" y="164"/>
                    <a:pt x="6" y="163"/>
                  </a:cubicBezTo>
                  <a:cubicBezTo>
                    <a:pt x="4" y="163"/>
                    <a:pt x="0" y="164"/>
                    <a:pt x="0" y="165"/>
                  </a:cubicBezTo>
                  <a:cubicBezTo>
                    <a:pt x="56" y="195"/>
                    <a:pt x="56" y="195"/>
                    <a:pt x="56" y="195"/>
                  </a:cubicBezTo>
                  <a:cubicBezTo>
                    <a:pt x="57" y="195"/>
                    <a:pt x="56" y="191"/>
                    <a:pt x="55" y="189"/>
                  </a:cubicBezTo>
                  <a:close/>
                  <a:moveTo>
                    <a:pt x="291" y="123"/>
                  </a:moveTo>
                  <a:cubicBezTo>
                    <a:pt x="305" y="123"/>
                    <a:pt x="317" y="131"/>
                    <a:pt x="323" y="144"/>
                  </a:cubicBezTo>
                  <a:cubicBezTo>
                    <a:pt x="326" y="148"/>
                    <a:pt x="337" y="175"/>
                    <a:pt x="337" y="216"/>
                  </a:cubicBezTo>
                  <a:cubicBezTo>
                    <a:pt x="338" y="248"/>
                    <a:pt x="329" y="306"/>
                    <a:pt x="279" y="370"/>
                  </a:cubicBezTo>
                  <a:cubicBezTo>
                    <a:pt x="280" y="370"/>
                    <a:pt x="280" y="371"/>
                    <a:pt x="281" y="371"/>
                  </a:cubicBezTo>
                  <a:cubicBezTo>
                    <a:pt x="293" y="378"/>
                    <a:pt x="304" y="384"/>
                    <a:pt x="313" y="396"/>
                  </a:cubicBezTo>
                  <a:cubicBezTo>
                    <a:pt x="370" y="462"/>
                    <a:pt x="370" y="462"/>
                    <a:pt x="370" y="462"/>
                  </a:cubicBezTo>
                  <a:cubicBezTo>
                    <a:pt x="372" y="465"/>
                    <a:pt x="374" y="469"/>
                    <a:pt x="373" y="473"/>
                  </a:cubicBezTo>
                  <a:cubicBezTo>
                    <a:pt x="373" y="477"/>
                    <a:pt x="371" y="480"/>
                    <a:pt x="369" y="482"/>
                  </a:cubicBezTo>
                  <a:cubicBezTo>
                    <a:pt x="334" y="512"/>
                    <a:pt x="334" y="512"/>
                    <a:pt x="334" y="512"/>
                  </a:cubicBezTo>
                  <a:cubicBezTo>
                    <a:pt x="331" y="514"/>
                    <a:pt x="328" y="515"/>
                    <a:pt x="325" y="515"/>
                  </a:cubicBezTo>
                  <a:cubicBezTo>
                    <a:pt x="323" y="515"/>
                    <a:pt x="321" y="515"/>
                    <a:pt x="320" y="514"/>
                  </a:cubicBezTo>
                  <a:cubicBezTo>
                    <a:pt x="318" y="514"/>
                    <a:pt x="315" y="512"/>
                    <a:pt x="314" y="510"/>
                  </a:cubicBezTo>
                  <a:cubicBezTo>
                    <a:pt x="257" y="444"/>
                    <a:pt x="257" y="444"/>
                    <a:pt x="257" y="444"/>
                  </a:cubicBezTo>
                  <a:cubicBezTo>
                    <a:pt x="256" y="443"/>
                    <a:pt x="256" y="442"/>
                    <a:pt x="255" y="441"/>
                  </a:cubicBezTo>
                  <a:cubicBezTo>
                    <a:pt x="248" y="431"/>
                    <a:pt x="243" y="422"/>
                    <a:pt x="240" y="412"/>
                  </a:cubicBezTo>
                  <a:cubicBezTo>
                    <a:pt x="234" y="415"/>
                    <a:pt x="228" y="417"/>
                    <a:pt x="221" y="417"/>
                  </a:cubicBezTo>
                  <a:cubicBezTo>
                    <a:pt x="219" y="417"/>
                    <a:pt x="217" y="416"/>
                    <a:pt x="214" y="416"/>
                  </a:cubicBezTo>
                  <a:cubicBezTo>
                    <a:pt x="207" y="415"/>
                    <a:pt x="201" y="411"/>
                    <a:pt x="196" y="406"/>
                  </a:cubicBezTo>
                  <a:cubicBezTo>
                    <a:pt x="182" y="392"/>
                    <a:pt x="182" y="369"/>
                    <a:pt x="196" y="355"/>
                  </a:cubicBezTo>
                  <a:cubicBezTo>
                    <a:pt x="198" y="353"/>
                    <a:pt x="200" y="351"/>
                    <a:pt x="202" y="349"/>
                  </a:cubicBezTo>
                  <a:cubicBezTo>
                    <a:pt x="199" y="346"/>
                    <a:pt x="197" y="344"/>
                    <a:pt x="197" y="343"/>
                  </a:cubicBezTo>
                  <a:cubicBezTo>
                    <a:pt x="195" y="341"/>
                    <a:pt x="192" y="337"/>
                    <a:pt x="193" y="332"/>
                  </a:cubicBezTo>
                  <a:cubicBezTo>
                    <a:pt x="193" y="329"/>
                    <a:pt x="194" y="327"/>
                    <a:pt x="196" y="325"/>
                  </a:cubicBezTo>
                  <a:cubicBezTo>
                    <a:pt x="200" y="322"/>
                    <a:pt x="200" y="322"/>
                    <a:pt x="200" y="322"/>
                  </a:cubicBezTo>
                  <a:cubicBezTo>
                    <a:pt x="206" y="317"/>
                    <a:pt x="206" y="317"/>
                    <a:pt x="206" y="317"/>
                  </a:cubicBezTo>
                  <a:cubicBezTo>
                    <a:pt x="208" y="315"/>
                    <a:pt x="210" y="314"/>
                    <a:pt x="213" y="314"/>
                  </a:cubicBezTo>
                  <a:cubicBezTo>
                    <a:pt x="218" y="314"/>
                    <a:pt x="222" y="318"/>
                    <a:pt x="224" y="320"/>
                  </a:cubicBezTo>
                  <a:cubicBezTo>
                    <a:pt x="224" y="321"/>
                    <a:pt x="225" y="321"/>
                    <a:pt x="225" y="322"/>
                  </a:cubicBezTo>
                  <a:cubicBezTo>
                    <a:pt x="252" y="287"/>
                    <a:pt x="265" y="252"/>
                    <a:pt x="265" y="216"/>
                  </a:cubicBezTo>
                  <a:cubicBezTo>
                    <a:pt x="265" y="191"/>
                    <a:pt x="258" y="175"/>
                    <a:pt x="258" y="175"/>
                  </a:cubicBezTo>
                  <a:cubicBezTo>
                    <a:pt x="258" y="174"/>
                    <a:pt x="258" y="174"/>
                    <a:pt x="258" y="173"/>
                  </a:cubicBezTo>
                  <a:cubicBezTo>
                    <a:pt x="250" y="156"/>
                    <a:pt x="258" y="135"/>
                    <a:pt x="275" y="127"/>
                  </a:cubicBezTo>
                  <a:cubicBezTo>
                    <a:pt x="279" y="125"/>
                    <a:pt x="282" y="124"/>
                    <a:pt x="286" y="124"/>
                  </a:cubicBezTo>
                  <a:cubicBezTo>
                    <a:pt x="288" y="123"/>
                    <a:pt x="289" y="123"/>
                    <a:pt x="291" y="12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 name="Freeform 20"/>
            <p:cNvSpPr>
              <a:spLocks/>
            </p:cNvSpPr>
            <p:nvPr/>
          </p:nvSpPr>
          <p:spPr bwMode="auto">
            <a:xfrm>
              <a:off x="2692401" y="1849438"/>
              <a:ext cx="180975" cy="200025"/>
            </a:xfrm>
            <a:custGeom>
              <a:avLst/>
              <a:gdLst>
                <a:gd name="T0" fmla="*/ 0 w 120"/>
                <a:gd name="T1" fmla="*/ 30 h 132"/>
                <a:gd name="T2" fmla="*/ 0 w 120"/>
                <a:gd name="T3" fmla="*/ 31 h 132"/>
                <a:gd name="T4" fmla="*/ 16 w 120"/>
                <a:gd name="T5" fmla="*/ 60 h 132"/>
                <a:gd name="T6" fmla="*/ 17 w 120"/>
                <a:gd name="T7" fmla="*/ 62 h 132"/>
                <a:gd name="T8" fmla="*/ 74 w 120"/>
                <a:gd name="T9" fmla="*/ 129 h 132"/>
                <a:gd name="T10" fmla="*/ 74 w 120"/>
                <a:gd name="T11" fmla="*/ 129 h 132"/>
                <a:gd name="T12" fmla="*/ 83 w 120"/>
                <a:gd name="T13" fmla="*/ 130 h 132"/>
                <a:gd name="T14" fmla="*/ 117 w 120"/>
                <a:gd name="T15" fmla="*/ 100 h 132"/>
                <a:gd name="T16" fmla="*/ 118 w 120"/>
                <a:gd name="T17" fmla="*/ 92 h 132"/>
                <a:gd name="T18" fmla="*/ 61 w 120"/>
                <a:gd name="T19" fmla="*/ 25 h 132"/>
                <a:gd name="T20" fmla="*/ 28 w 120"/>
                <a:gd name="T21" fmla="*/ 0 h 132"/>
                <a:gd name="T22" fmla="*/ 0 w 120"/>
                <a:gd name="T23" fmla="*/ 3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0" h="132">
                  <a:moveTo>
                    <a:pt x="0" y="30"/>
                  </a:moveTo>
                  <a:cubicBezTo>
                    <a:pt x="0" y="31"/>
                    <a:pt x="0" y="31"/>
                    <a:pt x="0" y="31"/>
                  </a:cubicBezTo>
                  <a:cubicBezTo>
                    <a:pt x="4" y="42"/>
                    <a:pt x="8" y="51"/>
                    <a:pt x="16" y="60"/>
                  </a:cubicBezTo>
                  <a:cubicBezTo>
                    <a:pt x="16" y="61"/>
                    <a:pt x="17" y="62"/>
                    <a:pt x="17" y="62"/>
                  </a:cubicBezTo>
                  <a:cubicBezTo>
                    <a:pt x="29" y="77"/>
                    <a:pt x="74" y="129"/>
                    <a:pt x="74" y="129"/>
                  </a:cubicBezTo>
                  <a:cubicBezTo>
                    <a:pt x="74" y="129"/>
                    <a:pt x="74" y="129"/>
                    <a:pt x="74" y="129"/>
                  </a:cubicBezTo>
                  <a:cubicBezTo>
                    <a:pt x="76" y="132"/>
                    <a:pt x="80" y="132"/>
                    <a:pt x="83" y="130"/>
                  </a:cubicBezTo>
                  <a:cubicBezTo>
                    <a:pt x="117" y="100"/>
                    <a:pt x="117" y="100"/>
                    <a:pt x="117" y="100"/>
                  </a:cubicBezTo>
                  <a:cubicBezTo>
                    <a:pt x="120" y="98"/>
                    <a:pt x="120" y="94"/>
                    <a:pt x="118" y="92"/>
                  </a:cubicBezTo>
                  <a:cubicBezTo>
                    <a:pt x="118" y="92"/>
                    <a:pt x="73" y="39"/>
                    <a:pt x="61" y="25"/>
                  </a:cubicBezTo>
                  <a:cubicBezTo>
                    <a:pt x="52" y="14"/>
                    <a:pt x="41" y="8"/>
                    <a:pt x="28" y="0"/>
                  </a:cubicBezTo>
                  <a:cubicBezTo>
                    <a:pt x="20" y="10"/>
                    <a:pt x="11" y="20"/>
                    <a:pt x="0" y="3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1" name="Freeform 21"/>
            <p:cNvSpPr>
              <a:spLocks/>
            </p:cNvSpPr>
            <p:nvPr/>
          </p:nvSpPr>
          <p:spPr bwMode="auto">
            <a:xfrm>
              <a:off x="2622551" y="1766888"/>
              <a:ext cx="30163" cy="33337"/>
            </a:xfrm>
            <a:custGeom>
              <a:avLst/>
              <a:gdLst>
                <a:gd name="T0" fmla="*/ 3 w 20"/>
                <a:gd name="T1" fmla="*/ 17 h 22"/>
                <a:gd name="T2" fmla="*/ 7 w 20"/>
                <a:gd name="T3" fmla="*/ 22 h 22"/>
                <a:gd name="T4" fmla="*/ 20 w 20"/>
                <a:gd name="T5" fmla="*/ 7 h 22"/>
                <a:gd name="T6" fmla="*/ 17 w 20"/>
                <a:gd name="T7" fmla="*/ 4 h 22"/>
                <a:gd name="T8" fmla="*/ 11 w 20"/>
                <a:gd name="T9" fmla="*/ 2 h 22"/>
                <a:gd name="T10" fmla="*/ 2 w 20"/>
                <a:gd name="T11" fmla="*/ 10 h 22"/>
                <a:gd name="T12" fmla="*/ 1 w 20"/>
                <a:gd name="T13" fmla="*/ 11 h 22"/>
                <a:gd name="T14" fmla="*/ 2 w 20"/>
                <a:gd name="T15" fmla="*/ 15 h 22"/>
                <a:gd name="T16" fmla="*/ 3 w 20"/>
                <a:gd name="T17" fmla="*/ 1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2">
                  <a:moveTo>
                    <a:pt x="3" y="17"/>
                  </a:moveTo>
                  <a:cubicBezTo>
                    <a:pt x="3" y="17"/>
                    <a:pt x="5" y="19"/>
                    <a:pt x="7" y="22"/>
                  </a:cubicBezTo>
                  <a:cubicBezTo>
                    <a:pt x="12" y="17"/>
                    <a:pt x="16" y="12"/>
                    <a:pt x="20" y="7"/>
                  </a:cubicBezTo>
                  <a:cubicBezTo>
                    <a:pt x="19" y="6"/>
                    <a:pt x="18" y="4"/>
                    <a:pt x="17" y="4"/>
                  </a:cubicBezTo>
                  <a:cubicBezTo>
                    <a:pt x="17" y="4"/>
                    <a:pt x="14" y="0"/>
                    <a:pt x="11" y="2"/>
                  </a:cubicBezTo>
                  <a:cubicBezTo>
                    <a:pt x="2" y="10"/>
                    <a:pt x="2" y="10"/>
                    <a:pt x="2" y="10"/>
                  </a:cubicBezTo>
                  <a:cubicBezTo>
                    <a:pt x="1" y="10"/>
                    <a:pt x="1" y="10"/>
                    <a:pt x="1" y="11"/>
                  </a:cubicBezTo>
                  <a:cubicBezTo>
                    <a:pt x="0" y="12"/>
                    <a:pt x="1" y="14"/>
                    <a:pt x="2" y="15"/>
                  </a:cubicBezTo>
                  <a:cubicBezTo>
                    <a:pt x="2" y="16"/>
                    <a:pt x="3" y="17"/>
                    <a:pt x="3" y="1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 name="Freeform 22"/>
            <p:cNvSpPr>
              <a:spLocks/>
            </p:cNvSpPr>
            <p:nvPr/>
          </p:nvSpPr>
          <p:spPr bwMode="auto">
            <a:xfrm>
              <a:off x="2608263" y="1481138"/>
              <a:ext cx="211138" cy="419100"/>
            </a:xfrm>
            <a:custGeom>
              <a:avLst/>
              <a:gdLst>
                <a:gd name="T0" fmla="*/ 75 w 140"/>
                <a:gd name="T1" fmla="*/ 39 h 278"/>
                <a:gd name="T2" fmla="*/ 76 w 140"/>
                <a:gd name="T3" fmla="*/ 40 h 278"/>
                <a:gd name="T4" fmla="*/ 76 w 140"/>
                <a:gd name="T5" fmla="*/ 40 h 278"/>
                <a:gd name="T6" fmla="*/ 83 w 140"/>
                <a:gd name="T7" fmla="*/ 85 h 278"/>
                <a:gd name="T8" fmla="*/ 41 w 140"/>
                <a:gd name="T9" fmla="*/ 197 h 278"/>
                <a:gd name="T10" fmla="*/ 36 w 140"/>
                <a:gd name="T11" fmla="*/ 203 h 278"/>
                <a:gd name="T12" fmla="*/ 22 w 140"/>
                <a:gd name="T13" fmla="*/ 219 h 278"/>
                <a:gd name="T14" fmla="*/ 17 w 140"/>
                <a:gd name="T15" fmla="*/ 225 h 278"/>
                <a:gd name="T16" fmla="*/ 15 w 140"/>
                <a:gd name="T17" fmla="*/ 226 h 278"/>
                <a:gd name="T18" fmla="*/ 12 w 140"/>
                <a:gd name="T19" fmla="*/ 230 h 278"/>
                <a:gd name="T20" fmla="*/ 11 w 140"/>
                <a:gd name="T21" fmla="*/ 269 h 278"/>
                <a:gd name="T22" fmla="*/ 23 w 140"/>
                <a:gd name="T23" fmla="*/ 276 h 278"/>
                <a:gd name="T24" fmla="*/ 31 w 140"/>
                <a:gd name="T25" fmla="*/ 278 h 278"/>
                <a:gd name="T26" fmla="*/ 47 w 140"/>
                <a:gd name="T27" fmla="*/ 273 h 278"/>
                <a:gd name="T28" fmla="*/ 51 w 140"/>
                <a:gd name="T29" fmla="*/ 270 h 278"/>
                <a:gd name="T30" fmla="*/ 53 w 140"/>
                <a:gd name="T31" fmla="*/ 268 h 278"/>
                <a:gd name="T32" fmla="*/ 77 w 140"/>
                <a:gd name="T33" fmla="*/ 241 h 278"/>
                <a:gd name="T34" fmla="*/ 82 w 140"/>
                <a:gd name="T35" fmla="*/ 235 h 278"/>
                <a:gd name="T36" fmla="*/ 139 w 140"/>
                <a:gd name="T37" fmla="*/ 85 h 278"/>
                <a:gd name="T38" fmla="*/ 126 w 140"/>
                <a:gd name="T39" fmla="*/ 16 h 278"/>
                <a:gd name="T40" fmla="*/ 100 w 140"/>
                <a:gd name="T41" fmla="*/ 0 h 278"/>
                <a:gd name="T42" fmla="*/ 89 w 140"/>
                <a:gd name="T43" fmla="*/ 3 h 278"/>
                <a:gd name="T44" fmla="*/ 75 w 140"/>
                <a:gd name="T45" fmla="*/ 39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0" h="278">
                  <a:moveTo>
                    <a:pt x="75" y="39"/>
                  </a:moveTo>
                  <a:cubicBezTo>
                    <a:pt x="75" y="39"/>
                    <a:pt x="75" y="40"/>
                    <a:pt x="76" y="40"/>
                  </a:cubicBezTo>
                  <a:cubicBezTo>
                    <a:pt x="76" y="40"/>
                    <a:pt x="76" y="40"/>
                    <a:pt x="76" y="40"/>
                  </a:cubicBezTo>
                  <a:cubicBezTo>
                    <a:pt x="76" y="43"/>
                    <a:pt x="83" y="59"/>
                    <a:pt x="83" y="85"/>
                  </a:cubicBezTo>
                  <a:cubicBezTo>
                    <a:pt x="83" y="113"/>
                    <a:pt x="76" y="152"/>
                    <a:pt x="41" y="197"/>
                  </a:cubicBezTo>
                  <a:cubicBezTo>
                    <a:pt x="39" y="199"/>
                    <a:pt x="38" y="201"/>
                    <a:pt x="36" y="203"/>
                  </a:cubicBezTo>
                  <a:cubicBezTo>
                    <a:pt x="32" y="208"/>
                    <a:pt x="27" y="214"/>
                    <a:pt x="22" y="219"/>
                  </a:cubicBezTo>
                  <a:cubicBezTo>
                    <a:pt x="21" y="221"/>
                    <a:pt x="19" y="223"/>
                    <a:pt x="17" y="225"/>
                  </a:cubicBezTo>
                  <a:cubicBezTo>
                    <a:pt x="16" y="225"/>
                    <a:pt x="16" y="226"/>
                    <a:pt x="15" y="226"/>
                  </a:cubicBezTo>
                  <a:cubicBezTo>
                    <a:pt x="14" y="227"/>
                    <a:pt x="13" y="228"/>
                    <a:pt x="12" y="230"/>
                  </a:cubicBezTo>
                  <a:cubicBezTo>
                    <a:pt x="1" y="240"/>
                    <a:pt x="0" y="258"/>
                    <a:pt x="11" y="269"/>
                  </a:cubicBezTo>
                  <a:cubicBezTo>
                    <a:pt x="15" y="273"/>
                    <a:pt x="19" y="275"/>
                    <a:pt x="23" y="276"/>
                  </a:cubicBezTo>
                  <a:cubicBezTo>
                    <a:pt x="26" y="277"/>
                    <a:pt x="29" y="278"/>
                    <a:pt x="31" y="278"/>
                  </a:cubicBezTo>
                  <a:cubicBezTo>
                    <a:pt x="37" y="278"/>
                    <a:pt x="42" y="276"/>
                    <a:pt x="47" y="273"/>
                  </a:cubicBezTo>
                  <a:cubicBezTo>
                    <a:pt x="48" y="272"/>
                    <a:pt x="50" y="271"/>
                    <a:pt x="51" y="270"/>
                  </a:cubicBezTo>
                  <a:cubicBezTo>
                    <a:pt x="52" y="269"/>
                    <a:pt x="52" y="268"/>
                    <a:pt x="53" y="268"/>
                  </a:cubicBezTo>
                  <a:cubicBezTo>
                    <a:pt x="62" y="259"/>
                    <a:pt x="70" y="250"/>
                    <a:pt x="77" y="241"/>
                  </a:cubicBezTo>
                  <a:cubicBezTo>
                    <a:pt x="79" y="239"/>
                    <a:pt x="81" y="237"/>
                    <a:pt x="82" y="235"/>
                  </a:cubicBezTo>
                  <a:cubicBezTo>
                    <a:pt x="127" y="179"/>
                    <a:pt x="140" y="125"/>
                    <a:pt x="139" y="85"/>
                  </a:cubicBezTo>
                  <a:cubicBezTo>
                    <a:pt x="139" y="44"/>
                    <a:pt x="127" y="19"/>
                    <a:pt x="126" y="16"/>
                  </a:cubicBezTo>
                  <a:cubicBezTo>
                    <a:pt x="121" y="6"/>
                    <a:pt x="111" y="0"/>
                    <a:pt x="100" y="0"/>
                  </a:cubicBezTo>
                  <a:cubicBezTo>
                    <a:pt x="96" y="0"/>
                    <a:pt x="92" y="1"/>
                    <a:pt x="89" y="3"/>
                  </a:cubicBezTo>
                  <a:cubicBezTo>
                    <a:pt x="75" y="10"/>
                    <a:pt x="69" y="25"/>
                    <a:pt x="75" y="3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23" name="组合 22"/>
          <p:cNvGrpSpPr/>
          <p:nvPr/>
        </p:nvGrpSpPr>
        <p:grpSpPr>
          <a:xfrm>
            <a:off x="3205163" y="1281113"/>
            <a:ext cx="2278063" cy="1222374"/>
            <a:chOff x="3205163" y="1281113"/>
            <a:chExt cx="2278063" cy="1222374"/>
          </a:xfrm>
        </p:grpSpPr>
        <p:sp>
          <p:nvSpPr>
            <p:cNvPr id="24" name="Freeform 23"/>
            <p:cNvSpPr>
              <a:spLocks/>
            </p:cNvSpPr>
            <p:nvPr/>
          </p:nvSpPr>
          <p:spPr bwMode="auto">
            <a:xfrm>
              <a:off x="4183063" y="2157413"/>
              <a:ext cx="323850" cy="342900"/>
            </a:xfrm>
            <a:custGeom>
              <a:avLst/>
              <a:gdLst>
                <a:gd name="T0" fmla="*/ 189 w 215"/>
                <a:gd name="T1" fmla="*/ 179 h 227"/>
                <a:gd name="T2" fmla="*/ 174 w 215"/>
                <a:gd name="T3" fmla="*/ 43 h 227"/>
                <a:gd name="T4" fmla="*/ 153 w 215"/>
                <a:gd name="T5" fmla="*/ 0 h 227"/>
                <a:gd name="T6" fmla="*/ 61 w 215"/>
                <a:gd name="T7" fmla="*/ 0 h 227"/>
                <a:gd name="T8" fmla="*/ 55 w 215"/>
                <a:gd name="T9" fmla="*/ 9 h 227"/>
                <a:gd name="T10" fmla="*/ 38 w 215"/>
                <a:gd name="T11" fmla="*/ 53 h 227"/>
                <a:gd name="T12" fmla="*/ 26 w 215"/>
                <a:gd name="T13" fmla="*/ 179 h 227"/>
                <a:gd name="T14" fmla="*/ 0 w 215"/>
                <a:gd name="T15" fmla="*/ 227 h 227"/>
                <a:gd name="T16" fmla="*/ 215 w 215"/>
                <a:gd name="T17" fmla="*/ 227 h 227"/>
                <a:gd name="T18" fmla="*/ 189 w 215"/>
                <a:gd name="T19" fmla="*/ 17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5" h="227">
                  <a:moveTo>
                    <a:pt x="189" y="179"/>
                  </a:moveTo>
                  <a:cubicBezTo>
                    <a:pt x="189" y="107"/>
                    <a:pt x="181" y="65"/>
                    <a:pt x="174" y="43"/>
                  </a:cubicBezTo>
                  <a:cubicBezTo>
                    <a:pt x="168" y="23"/>
                    <a:pt x="161" y="9"/>
                    <a:pt x="153" y="0"/>
                  </a:cubicBezTo>
                  <a:cubicBezTo>
                    <a:pt x="61" y="0"/>
                    <a:pt x="61" y="0"/>
                    <a:pt x="61" y="0"/>
                  </a:cubicBezTo>
                  <a:cubicBezTo>
                    <a:pt x="59" y="3"/>
                    <a:pt x="57" y="6"/>
                    <a:pt x="55" y="9"/>
                  </a:cubicBezTo>
                  <a:cubicBezTo>
                    <a:pt x="50" y="17"/>
                    <a:pt x="43" y="30"/>
                    <a:pt x="38" y="53"/>
                  </a:cubicBezTo>
                  <a:cubicBezTo>
                    <a:pt x="30" y="85"/>
                    <a:pt x="26" y="127"/>
                    <a:pt x="26" y="179"/>
                  </a:cubicBezTo>
                  <a:cubicBezTo>
                    <a:pt x="26" y="199"/>
                    <a:pt x="15" y="217"/>
                    <a:pt x="0" y="227"/>
                  </a:cubicBezTo>
                  <a:cubicBezTo>
                    <a:pt x="215" y="227"/>
                    <a:pt x="215" y="227"/>
                    <a:pt x="215" y="227"/>
                  </a:cubicBezTo>
                  <a:cubicBezTo>
                    <a:pt x="199" y="217"/>
                    <a:pt x="189" y="199"/>
                    <a:pt x="189" y="17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5" name="Freeform 24"/>
            <p:cNvSpPr>
              <a:spLocks/>
            </p:cNvSpPr>
            <p:nvPr/>
          </p:nvSpPr>
          <p:spPr bwMode="auto">
            <a:xfrm>
              <a:off x="3597276" y="1317625"/>
              <a:ext cx="307975" cy="307975"/>
            </a:xfrm>
            <a:custGeom>
              <a:avLst/>
              <a:gdLst>
                <a:gd name="T0" fmla="*/ 49 w 204"/>
                <a:gd name="T1" fmla="*/ 174 h 204"/>
                <a:gd name="T2" fmla="*/ 175 w 204"/>
                <a:gd name="T3" fmla="*/ 155 h 204"/>
                <a:gd name="T4" fmla="*/ 156 w 204"/>
                <a:gd name="T5" fmla="*/ 29 h 204"/>
                <a:gd name="T6" fmla="*/ 30 w 204"/>
                <a:gd name="T7" fmla="*/ 48 h 204"/>
                <a:gd name="T8" fmla="*/ 49 w 204"/>
                <a:gd name="T9" fmla="*/ 174 h 204"/>
              </a:gdLst>
              <a:ahLst/>
              <a:cxnLst>
                <a:cxn ang="0">
                  <a:pos x="T0" y="T1"/>
                </a:cxn>
                <a:cxn ang="0">
                  <a:pos x="T2" y="T3"/>
                </a:cxn>
                <a:cxn ang="0">
                  <a:pos x="T4" y="T5"/>
                </a:cxn>
                <a:cxn ang="0">
                  <a:pos x="T6" y="T7"/>
                </a:cxn>
                <a:cxn ang="0">
                  <a:pos x="T8" y="T9"/>
                </a:cxn>
              </a:cxnLst>
              <a:rect l="0" t="0" r="r" b="b"/>
              <a:pathLst>
                <a:path w="204" h="204">
                  <a:moveTo>
                    <a:pt x="49" y="174"/>
                  </a:moveTo>
                  <a:cubicBezTo>
                    <a:pt x="89" y="204"/>
                    <a:pt x="145" y="195"/>
                    <a:pt x="175" y="155"/>
                  </a:cubicBezTo>
                  <a:cubicBezTo>
                    <a:pt x="204" y="115"/>
                    <a:pt x="196" y="59"/>
                    <a:pt x="156" y="29"/>
                  </a:cubicBezTo>
                  <a:cubicBezTo>
                    <a:pt x="116" y="0"/>
                    <a:pt x="60" y="8"/>
                    <a:pt x="30" y="48"/>
                  </a:cubicBezTo>
                  <a:cubicBezTo>
                    <a:pt x="0" y="88"/>
                    <a:pt x="9" y="144"/>
                    <a:pt x="49" y="17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6" name="Freeform 25"/>
            <p:cNvSpPr>
              <a:spLocks/>
            </p:cNvSpPr>
            <p:nvPr/>
          </p:nvSpPr>
          <p:spPr bwMode="auto">
            <a:xfrm>
              <a:off x="3370263" y="1581150"/>
              <a:ext cx="623888" cy="922337"/>
            </a:xfrm>
            <a:custGeom>
              <a:avLst/>
              <a:gdLst>
                <a:gd name="T0" fmla="*/ 350 w 413"/>
                <a:gd name="T1" fmla="*/ 281 h 611"/>
                <a:gd name="T2" fmla="*/ 313 w 413"/>
                <a:gd name="T3" fmla="*/ 265 h 611"/>
                <a:gd name="T4" fmla="*/ 147 w 413"/>
                <a:gd name="T5" fmla="*/ 265 h 611"/>
                <a:gd name="T6" fmla="*/ 175 w 413"/>
                <a:gd name="T7" fmla="*/ 183 h 611"/>
                <a:gd name="T8" fmla="*/ 142 w 413"/>
                <a:gd name="T9" fmla="*/ 149 h 611"/>
                <a:gd name="T10" fmla="*/ 111 w 413"/>
                <a:gd name="T11" fmla="*/ 94 h 611"/>
                <a:gd name="T12" fmla="*/ 110 w 413"/>
                <a:gd name="T13" fmla="*/ 93 h 611"/>
                <a:gd name="T14" fmla="*/ 111 w 413"/>
                <a:gd name="T15" fmla="*/ 63 h 611"/>
                <a:gd name="T16" fmla="*/ 133 w 413"/>
                <a:gd name="T17" fmla="*/ 41 h 611"/>
                <a:gd name="T18" fmla="*/ 148 w 413"/>
                <a:gd name="T19" fmla="*/ 39 h 611"/>
                <a:gd name="T20" fmla="*/ 152 w 413"/>
                <a:gd name="T21" fmla="*/ 39 h 611"/>
                <a:gd name="T22" fmla="*/ 185 w 413"/>
                <a:gd name="T23" fmla="*/ 64 h 611"/>
                <a:gd name="T24" fmla="*/ 185 w 413"/>
                <a:gd name="T25" fmla="*/ 65 h 611"/>
                <a:gd name="T26" fmla="*/ 187 w 413"/>
                <a:gd name="T27" fmla="*/ 70 h 611"/>
                <a:gd name="T28" fmla="*/ 197 w 413"/>
                <a:gd name="T29" fmla="*/ 87 h 611"/>
                <a:gd name="T30" fmla="*/ 209 w 413"/>
                <a:gd name="T31" fmla="*/ 104 h 611"/>
                <a:gd name="T32" fmla="*/ 229 w 413"/>
                <a:gd name="T33" fmla="*/ 123 h 611"/>
                <a:gd name="T34" fmla="*/ 252 w 413"/>
                <a:gd name="T35" fmla="*/ 130 h 611"/>
                <a:gd name="T36" fmla="*/ 281 w 413"/>
                <a:gd name="T37" fmla="*/ 121 h 611"/>
                <a:gd name="T38" fmla="*/ 328 w 413"/>
                <a:gd name="T39" fmla="*/ 79 h 611"/>
                <a:gd name="T40" fmla="*/ 356 w 413"/>
                <a:gd name="T41" fmla="*/ 65 h 611"/>
                <a:gd name="T42" fmla="*/ 359 w 413"/>
                <a:gd name="T43" fmla="*/ 65 h 611"/>
                <a:gd name="T44" fmla="*/ 363 w 413"/>
                <a:gd name="T45" fmla="*/ 65 h 611"/>
                <a:gd name="T46" fmla="*/ 366 w 413"/>
                <a:gd name="T47" fmla="*/ 65 h 611"/>
                <a:gd name="T48" fmla="*/ 375 w 413"/>
                <a:gd name="T49" fmla="*/ 68 h 611"/>
                <a:gd name="T50" fmla="*/ 385 w 413"/>
                <a:gd name="T51" fmla="*/ 74 h 611"/>
                <a:gd name="T52" fmla="*/ 385 w 413"/>
                <a:gd name="T53" fmla="*/ 74 h 611"/>
                <a:gd name="T54" fmla="*/ 385 w 413"/>
                <a:gd name="T55" fmla="*/ 75 h 611"/>
                <a:gd name="T56" fmla="*/ 389 w 413"/>
                <a:gd name="T57" fmla="*/ 78 h 611"/>
                <a:gd name="T58" fmla="*/ 388 w 413"/>
                <a:gd name="T59" fmla="*/ 73 h 611"/>
                <a:gd name="T60" fmla="*/ 413 w 413"/>
                <a:gd name="T61" fmla="*/ 54 h 611"/>
                <a:gd name="T62" fmla="*/ 405 w 413"/>
                <a:gd name="T63" fmla="*/ 42 h 611"/>
                <a:gd name="T64" fmla="*/ 411 w 413"/>
                <a:gd name="T65" fmla="*/ 32 h 611"/>
                <a:gd name="T66" fmla="*/ 395 w 413"/>
                <a:gd name="T67" fmla="*/ 20 h 611"/>
                <a:gd name="T68" fmla="*/ 399 w 413"/>
                <a:gd name="T69" fmla="*/ 12 h 611"/>
                <a:gd name="T70" fmla="*/ 375 w 413"/>
                <a:gd name="T71" fmla="*/ 0 h 611"/>
                <a:gd name="T72" fmla="*/ 361 w 413"/>
                <a:gd name="T73" fmla="*/ 50 h 611"/>
                <a:gd name="T74" fmla="*/ 333 w 413"/>
                <a:gd name="T75" fmla="*/ 61 h 611"/>
                <a:gd name="T76" fmla="*/ 285 w 413"/>
                <a:gd name="T77" fmla="*/ 105 h 611"/>
                <a:gd name="T78" fmla="*/ 259 w 413"/>
                <a:gd name="T79" fmla="*/ 115 h 611"/>
                <a:gd name="T80" fmla="*/ 243 w 413"/>
                <a:gd name="T81" fmla="*/ 108 h 611"/>
                <a:gd name="T82" fmla="*/ 220 w 413"/>
                <a:gd name="T83" fmla="*/ 71 h 611"/>
                <a:gd name="T84" fmla="*/ 214 w 413"/>
                <a:gd name="T85" fmla="*/ 53 h 611"/>
                <a:gd name="T86" fmla="*/ 213 w 413"/>
                <a:gd name="T87" fmla="*/ 48 h 611"/>
                <a:gd name="T88" fmla="*/ 212 w 413"/>
                <a:gd name="T89" fmla="*/ 47 h 611"/>
                <a:gd name="T90" fmla="*/ 212 w 413"/>
                <a:gd name="T91" fmla="*/ 46 h 611"/>
                <a:gd name="T92" fmla="*/ 203 w 413"/>
                <a:gd name="T93" fmla="*/ 30 h 611"/>
                <a:gd name="T94" fmla="*/ 187 w 413"/>
                <a:gd name="T95" fmla="*/ 16 h 611"/>
                <a:gd name="T96" fmla="*/ 71 w 413"/>
                <a:gd name="T97" fmla="*/ 61 h 611"/>
                <a:gd name="T98" fmla="*/ 2 w 413"/>
                <a:gd name="T99" fmla="*/ 273 h 611"/>
                <a:gd name="T100" fmla="*/ 78 w 413"/>
                <a:gd name="T101" fmla="*/ 361 h 611"/>
                <a:gd name="T102" fmla="*/ 87 w 413"/>
                <a:gd name="T103" fmla="*/ 363 h 611"/>
                <a:gd name="T104" fmla="*/ 98 w 413"/>
                <a:gd name="T105" fmla="*/ 365 h 611"/>
                <a:gd name="T106" fmla="*/ 99 w 413"/>
                <a:gd name="T107" fmla="*/ 365 h 611"/>
                <a:gd name="T108" fmla="*/ 99 w 413"/>
                <a:gd name="T109" fmla="*/ 365 h 611"/>
                <a:gd name="T110" fmla="*/ 106 w 413"/>
                <a:gd name="T111" fmla="*/ 365 h 611"/>
                <a:gd name="T112" fmla="*/ 257 w 413"/>
                <a:gd name="T113" fmla="*/ 365 h 611"/>
                <a:gd name="T114" fmla="*/ 235 w 413"/>
                <a:gd name="T115" fmla="*/ 555 h 611"/>
                <a:gd name="T116" fmla="*/ 279 w 413"/>
                <a:gd name="T117" fmla="*/ 610 h 611"/>
                <a:gd name="T118" fmla="*/ 285 w 413"/>
                <a:gd name="T119" fmla="*/ 611 h 611"/>
                <a:gd name="T120" fmla="*/ 335 w 413"/>
                <a:gd name="T121" fmla="*/ 566 h 611"/>
                <a:gd name="T122" fmla="*/ 363 w 413"/>
                <a:gd name="T123" fmla="*/ 320 h 611"/>
                <a:gd name="T124" fmla="*/ 350 w 413"/>
                <a:gd name="T125" fmla="*/ 281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3" h="611">
                  <a:moveTo>
                    <a:pt x="350" y="281"/>
                  </a:moveTo>
                  <a:cubicBezTo>
                    <a:pt x="341" y="271"/>
                    <a:pt x="327" y="265"/>
                    <a:pt x="313" y="265"/>
                  </a:cubicBezTo>
                  <a:cubicBezTo>
                    <a:pt x="147" y="265"/>
                    <a:pt x="147" y="265"/>
                    <a:pt x="147" y="265"/>
                  </a:cubicBezTo>
                  <a:cubicBezTo>
                    <a:pt x="154" y="237"/>
                    <a:pt x="165" y="209"/>
                    <a:pt x="175" y="183"/>
                  </a:cubicBezTo>
                  <a:cubicBezTo>
                    <a:pt x="163" y="173"/>
                    <a:pt x="153" y="162"/>
                    <a:pt x="142" y="149"/>
                  </a:cubicBezTo>
                  <a:cubicBezTo>
                    <a:pt x="124" y="125"/>
                    <a:pt x="114" y="102"/>
                    <a:pt x="111" y="94"/>
                  </a:cubicBezTo>
                  <a:cubicBezTo>
                    <a:pt x="110" y="93"/>
                    <a:pt x="110" y="93"/>
                    <a:pt x="110" y="93"/>
                  </a:cubicBezTo>
                  <a:cubicBezTo>
                    <a:pt x="106" y="83"/>
                    <a:pt x="107" y="72"/>
                    <a:pt x="111" y="63"/>
                  </a:cubicBezTo>
                  <a:cubicBezTo>
                    <a:pt x="115" y="53"/>
                    <a:pt x="123" y="45"/>
                    <a:pt x="133" y="41"/>
                  </a:cubicBezTo>
                  <a:cubicBezTo>
                    <a:pt x="138" y="40"/>
                    <a:pt x="143" y="39"/>
                    <a:pt x="148" y="39"/>
                  </a:cubicBezTo>
                  <a:cubicBezTo>
                    <a:pt x="149" y="39"/>
                    <a:pt x="151" y="39"/>
                    <a:pt x="152" y="39"/>
                  </a:cubicBezTo>
                  <a:cubicBezTo>
                    <a:pt x="167" y="41"/>
                    <a:pt x="179" y="50"/>
                    <a:pt x="185" y="64"/>
                  </a:cubicBezTo>
                  <a:cubicBezTo>
                    <a:pt x="185" y="65"/>
                    <a:pt x="185" y="65"/>
                    <a:pt x="185" y="65"/>
                  </a:cubicBezTo>
                  <a:cubicBezTo>
                    <a:pt x="186" y="66"/>
                    <a:pt x="186" y="68"/>
                    <a:pt x="187" y="70"/>
                  </a:cubicBezTo>
                  <a:cubicBezTo>
                    <a:pt x="189" y="74"/>
                    <a:pt x="192" y="80"/>
                    <a:pt x="197" y="87"/>
                  </a:cubicBezTo>
                  <a:cubicBezTo>
                    <a:pt x="200" y="93"/>
                    <a:pt x="205" y="99"/>
                    <a:pt x="209" y="104"/>
                  </a:cubicBezTo>
                  <a:cubicBezTo>
                    <a:pt x="216" y="112"/>
                    <a:pt x="222" y="119"/>
                    <a:pt x="229" y="123"/>
                  </a:cubicBezTo>
                  <a:cubicBezTo>
                    <a:pt x="237" y="128"/>
                    <a:pt x="244" y="130"/>
                    <a:pt x="252" y="130"/>
                  </a:cubicBezTo>
                  <a:cubicBezTo>
                    <a:pt x="261" y="130"/>
                    <a:pt x="270" y="127"/>
                    <a:pt x="281" y="121"/>
                  </a:cubicBezTo>
                  <a:cubicBezTo>
                    <a:pt x="296" y="113"/>
                    <a:pt x="312" y="98"/>
                    <a:pt x="328" y="79"/>
                  </a:cubicBezTo>
                  <a:cubicBezTo>
                    <a:pt x="335" y="70"/>
                    <a:pt x="345" y="65"/>
                    <a:pt x="356" y="65"/>
                  </a:cubicBezTo>
                  <a:cubicBezTo>
                    <a:pt x="357" y="65"/>
                    <a:pt x="358" y="65"/>
                    <a:pt x="359" y="65"/>
                  </a:cubicBezTo>
                  <a:cubicBezTo>
                    <a:pt x="360" y="65"/>
                    <a:pt x="362" y="65"/>
                    <a:pt x="363" y="65"/>
                  </a:cubicBezTo>
                  <a:cubicBezTo>
                    <a:pt x="364" y="65"/>
                    <a:pt x="365" y="65"/>
                    <a:pt x="366" y="65"/>
                  </a:cubicBezTo>
                  <a:cubicBezTo>
                    <a:pt x="370" y="66"/>
                    <a:pt x="373" y="67"/>
                    <a:pt x="375" y="68"/>
                  </a:cubicBezTo>
                  <a:cubicBezTo>
                    <a:pt x="379" y="70"/>
                    <a:pt x="382" y="72"/>
                    <a:pt x="385" y="74"/>
                  </a:cubicBezTo>
                  <a:cubicBezTo>
                    <a:pt x="385" y="74"/>
                    <a:pt x="385" y="74"/>
                    <a:pt x="385" y="74"/>
                  </a:cubicBezTo>
                  <a:cubicBezTo>
                    <a:pt x="385" y="74"/>
                    <a:pt x="385" y="74"/>
                    <a:pt x="385" y="75"/>
                  </a:cubicBezTo>
                  <a:cubicBezTo>
                    <a:pt x="386" y="76"/>
                    <a:pt x="388" y="77"/>
                    <a:pt x="389" y="78"/>
                  </a:cubicBezTo>
                  <a:cubicBezTo>
                    <a:pt x="388" y="76"/>
                    <a:pt x="388" y="74"/>
                    <a:pt x="388" y="73"/>
                  </a:cubicBezTo>
                  <a:cubicBezTo>
                    <a:pt x="413" y="54"/>
                    <a:pt x="413" y="54"/>
                    <a:pt x="413" y="54"/>
                  </a:cubicBezTo>
                  <a:cubicBezTo>
                    <a:pt x="405" y="42"/>
                    <a:pt x="405" y="42"/>
                    <a:pt x="405" y="42"/>
                  </a:cubicBezTo>
                  <a:cubicBezTo>
                    <a:pt x="411" y="32"/>
                    <a:pt x="411" y="32"/>
                    <a:pt x="411" y="32"/>
                  </a:cubicBezTo>
                  <a:cubicBezTo>
                    <a:pt x="395" y="20"/>
                    <a:pt x="395" y="20"/>
                    <a:pt x="395" y="20"/>
                  </a:cubicBezTo>
                  <a:cubicBezTo>
                    <a:pt x="399" y="12"/>
                    <a:pt x="399" y="12"/>
                    <a:pt x="399" y="12"/>
                  </a:cubicBezTo>
                  <a:cubicBezTo>
                    <a:pt x="375" y="0"/>
                    <a:pt x="375" y="0"/>
                    <a:pt x="375" y="0"/>
                  </a:cubicBezTo>
                  <a:cubicBezTo>
                    <a:pt x="361" y="50"/>
                    <a:pt x="361" y="50"/>
                    <a:pt x="361" y="50"/>
                  </a:cubicBezTo>
                  <a:cubicBezTo>
                    <a:pt x="350" y="49"/>
                    <a:pt x="340" y="52"/>
                    <a:pt x="333" y="61"/>
                  </a:cubicBezTo>
                  <a:cubicBezTo>
                    <a:pt x="313" y="83"/>
                    <a:pt x="297" y="97"/>
                    <a:pt x="285" y="105"/>
                  </a:cubicBezTo>
                  <a:cubicBezTo>
                    <a:pt x="272" y="113"/>
                    <a:pt x="264" y="115"/>
                    <a:pt x="259" y="115"/>
                  </a:cubicBezTo>
                  <a:cubicBezTo>
                    <a:pt x="253" y="115"/>
                    <a:pt x="249" y="113"/>
                    <a:pt x="243" y="108"/>
                  </a:cubicBezTo>
                  <a:cubicBezTo>
                    <a:pt x="234" y="101"/>
                    <a:pt x="225" y="85"/>
                    <a:pt x="220" y="71"/>
                  </a:cubicBezTo>
                  <a:cubicBezTo>
                    <a:pt x="217" y="64"/>
                    <a:pt x="215" y="57"/>
                    <a:pt x="214" y="53"/>
                  </a:cubicBezTo>
                  <a:cubicBezTo>
                    <a:pt x="213" y="51"/>
                    <a:pt x="213" y="49"/>
                    <a:pt x="213" y="48"/>
                  </a:cubicBezTo>
                  <a:cubicBezTo>
                    <a:pt x="212" y="47"/>
                    <a:pt x="212" y="47"/>
                    <a:pt x="212" y="47"/>
                  </a:cubicBezTo>
                  <a:cubicBezTo>
                    <a:pt x="212" y="46"/>
                    <a:pt x="212" y="46"/>
                    <a:pt x="212" y="46"/>
                  </a:cubicBezTo>
                  <a:cubicBezTo>
                    <a:pt x="211" y="40"/>
                    <a:pt x="208" y="34"/>
                    <a:pt x="203" y="30"/>
                  </a:cubicBezTo>
                  <a:cubicBezTo>
                    <a:pt x="199" y="24"/>
                    <a:pt x="194" y="19"/>
                    <a:pt x="187" y="16"/>
                  </a:cubicBezTo>
                  <a:cubicBezTo>
                    <a:pt x="155" y="0"/>
                    <a:pt x="103" y="8"/>
                    <a:pt x="71" y="61"/>
                  </a:cubicBezTo>
                  <a:cubicBezTo>
                    <a:pt x="27" y="134"/>
                    <a:pt x="10" y="184"/>
                    <a:pt x="2" y="273"/>
                  </a:cubicBezTo>
                  <a:cubicBezTo>
                    <a:pt x="0" y="338"/>
                    <a:pt x="42" y="354"/>
                    <a:pt x="78" y="361"/>
                  </a:cubicBezTo>
                  <a:cubicBezTo>
                    <a:pt x="81" y="362"/>
                    <a:pt x="84" y="363"/>
                    <a:pt x="87" y="363"/>
                  </a:cubicBezTo>
                  <a:cubicBezTo>
                    <a:pt x="91" y="364"/>
                    <a:pt x="94" y="365"/>
                    <a:pt x="98" y="365"/>
                  </a:cubicBezTo>
                  <a:cubicBezTo>
                    <a:pt x="98" y="365"/>
                    <a:pt x="99" y="365"/>
                    <a:pt x="99" y="365"/>
                  </a:cubicBezTo>
                  <a:cubicBezTo>
                    <a:pt x="99" y="365"/>
                    <a:pt x="99" y="365"/>
                    <a:pt x="99" y="365"/>
                  </a:cubicBezTo>
                  <a:cubicBezTo>
                    <a:pt x="101" y="365"/>
                    <a:pt x="104" y="365"/>
                    <a:pt x="106" y="365"/>
                  </a:cubicBezTo>
                  <a:cubicBezTo>
                    <a:pt x="257" y="365"/>
                    <a:pt x="257" y="365"/>
                    <a:pt x="257" y="365"/>
                  </a:cubicBezTo>
                  <a:cubicBezTo>
                    <a:pt x="235" y="555"/>
                    <a:pt x="235" y="555"/>
                    <a:pt x="235" y="555"/>
                  </a:cubicBezTo>
                  <a:cubicBezTo>
                    <a:pt x="232" y="582"/>
                    <a:pt x="252" y="607"/>
                    <a:pt x="279" y="610"/>
                  </a:cubicBezTo>
                  <a:cubicBezTo>
                    <a:pt x="281" y="611"/>
                    <a:pt x="283" y="611"/>
                    <a:pt x="285" y="611"/>
                  </a:cubicBezTo>
                  <a:cubicBezTo>
                    <a:pt x="310" y="611"/>
                    <a:pt x="332" y="592"/>
                    <a:pt x="335" y="566"/>
                  </a:cubicBezTo>
                  <a:cubicBezTo>
                    <a:pt x="363" y="320"/>
                    <a:pt x="363" y="320"/>
                    <a:pt x="363" y="320"/>
                  </a:cubicBezTo>
                  <a:cubicBezTo>
                    <a:pt x="364" y="306"/>
                    <a:pt x="360" y="292"/>
                    <a:pt x="350" y="28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7" name="Freeform 26"/>
            <p:cNvSpPr>
              <a:spLocks/>
            </p:cNvSpPr>
            <p:nvPr/>
          </p:nvSpPr>
          <p:spPr bwMode="auto">
            <a:xfrm>
              <a:off x="3205163" y="2157413"/>
              <a:ext cx="490538" cy="342900"/>
            </a:xfrm>
            <a:custGeom>
              <a:avLst/>
              <a:gdLst>
                <a:gd name="T0" fmla="*/ 241 w 325"/>
                <a:gd name="T1" fmla="*/ 0 h 227"/>
                <a:gd name="T2" fmla="*/ 84 w 325"/>
                <a:gd name="T3" fmla="*/ 0 h 227"/>
                <a:gd name="T4" fmla="*/ 0 w 325"/>
                <a:gd name="T5" fmla="*/ 227 h 227"/>
                <a:gd name="T6" fmla="*/ 325 w 325"/>
                <a:gd name="T7" fmla="*/ 227 h 227"/>
                <a:gd name="T8" fmla="*/ 241 w 325"/>
                <a:gd name="T9" fmla="*/ 0 h 227"/>
              </a:gdLst>
              <a:ahLst/>
              <a:cxnLst>
                <a:cxn ang="0">
                  <a:pos x="T0" y="T1"/>
                </a:cxn>
                <a:cxn ang="0">
                  <a:pos x="T2" y="T3"/>
                </a:cxn>
                <a:cxn ang="0">
                  <a:pos x="T4" y="T5"/>
                </a:cxn>
                <a:cxn ang="0">
                  <a:pos x="T6" y="T7"/>
                </a:cxn>
                <a:cxn ang="0">
                  <a:pos x="T8" y="T9"/>
                </a:cxn>
              </a:cxnLst>
              <a:rect l="0" t="0" r="r" b="b"/>
              <a:pathLst>
                <a:path w="325" h="227">
                  <a:moveTo>
                    <a:pt x="241" y="0"/>
                  </a:moveTo>
                  <a:cubicBezTo>
                    <a:pt x="84" y="0"/>
                    <a:pt x="84" y="0"/>
                    <a:pt x="84" y="0"/>
                  </a:cubicBezTo>
                  <a:cubicBezTo>
                    <a:pt x="13" y="0"/>
                    <a:pt x="0" y="227"/>
                    <a:pt x="0" y="227"/>
                  </a:cubicBezTo>
                  <a:cubicBezTo>
                    <a:pt x="325" y="227"/>
                    <a:pt x="325" y="227"/>
                    <a:pt x="325" y="227"/>
                  </a:cubicBezTo>
                  <a:cubicBezTo>
                    <a:pt x="325" y="227"/>
                    <a:pt x="312" y="0"/>
                    <a:pt x="241"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8" name="Freeform 27"/>
            <p:cNvSpPr>
              <a:spLocks/>
            </p:cNvSpPr>
            <p:nvPr/>
          </p:nvSpPr>
          <p:spPr bwMode="auto">
            <a:xfrm>
              <a:off x="3538538" y="1651000"/>
              <a:ext cx="425450" cy="234950"/>
            </a:xfrm>
            <a:custGeom>
              <a:avLst/>
              <a:gdLst>
                <a:gd name="T0" fmla="*/ 269 w 282"/>
                <a:gd name="T1" fmla="*/ 34 h 156"/>
                <a:gd name="T2" fmla="*/ 268 w 282"/>
                <a:gd name="T3" fmla="*/ 33 h 156"/>
                <a:gd name="T4" fmla="*/ 261 w 282"/>
                <a:gd name="T5" fmla="*/ 30 h 156"/>
                <a:gd name="T6" fmla="*/ 252 w 282"/>
                <a:gd name="T7" fmla="*/ 27 h 156"/>
                <a:gd name="T8" fmla="*/ 243 w 282"/>
                <a:gd name="T9" fmla="*/ 27 h 156"/>
                <a:gd name="T10" fmla="*/ 243 w 282"/>
                <a:gd name="T11" fmla="*/ 27 h 156"/>
                <a:gd name="T12" fmla="*/ 224 w 282"/>
                <a:gd name="T13" fmla="*/ 38 h 156"/>
                <a:gd name="T14" fmla="*/ 174 w 282"/>
                <a:gd name="T15" fmla="*/ 82 h 156"/>
                <a:gd name="T16" fmla="*/ 141 w 282"/>
                <a:gd name="T17" fmla="*/ 92 h 156"/>
                <a:gd name="T18" fmla="*/ 113 w 282"/>
                <a:gd name="T19" fmla="*/ 83 h 156"/>
                <a:gd name="T20" fmla="*/ 95 w 282"/>
                <a:gd name="T21" fmla="*/ 67 h 156"/>
                <a:gd name="T22" fmla="*/ 79 w 282"/>
                <a:gd name="T23" fmla="*/ 45 h 156"/>
                <a:gd name="T24" fmla="*/ 69 w 282"/>
                <a:gd name="T25" fmla="*/ 27 h 156"/>
                <a:gd name="T26" fmla="*/ 67 w 282"/>
                <a:gd name="T27" fmla="*/ 22 h 156"/>
                <a:gd name="T28" fmla="*/ 66 w 282"/>
                <a:gd name="T29" fmla="*/ 21 h 156"/>
                <a:gd name="T30" fmla="*/ 66 w 282"/>
                <a:gd name="T31" fmla="*/ 21 h 156"/>
                <a:gd name="T32" fmla="*/ 66 w 282"/>
                <a:gd name="T33" fmla="*/ 21 h 156"/>
                <a:gd name="T34" fmla="*/ 38 w 282"/>
                <a:gd name="T35" fmla="*/ 1 h 156"/>
                <a:gd name="T36" fmla="*/ 25 w 282"/>
                <a:gd name="T37" fmla="*/ 3 h 156"/>
                <a:gd name="T38" fmla="*/ 7 w 282"/>
                <a:gd name="T39" fmla="*/ 44 h 156"/>
                <a:gd name="T40" fmla="*/ 7 w 282"/>
                <a:gd name="T41" fmla="*/ 44 h 156"/>
                <a:gd name="T42" fmla="*/ 38 w 282"/>
                <a:gd name="T43" fmla="*/ 98 h 156"/>
                <a:gd name="T44" fmla="*/ 67 w 282"/>
                <a:gd name="T45" fmla="*/ 129 h 156"/>
                <a:gd name="T46" fmla="*/ 78 w 282"/>
                <a:gd name="T47" fmla="*/ 137 h 156"/>
                <a:gd name="T48" fmla="*/ 141 w 282"/>
                <a:gd name="T49" fmla="*/ 156 h 156"/>
                <a:gd name="T50" fmla="*/ 141 w 282"/>
                <a:gd name="T51" fmla="*/ 156 h 156"/>
                <a:gd name="T52" fmla="*/ 206 w 282"/>
                <a:gd name="T53" fmla="*/ 137 h 156"/>
                <a:gd name="T54" fmla="*/ 272 w 282"/>
                <a:gd name="T55" fmla="*/ 79 h 156"/>
                <a:gd name="T56" fmla="*/ 277 w 282"/>
                <a:gd name="T57" fmla="*/ 45 h 156"/>
                <a:gd name="T58" fmla="*/ 270 w 282"/>
                <a:gd name="T59" fmla="*/ 35 h 156"/>
                <a:gd name="T60" fmla="*/ 269 w 282"/>
                <a:gd name="T61" fmla="*/ 34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82" h="156">
                  <a:moveTo>
                    <a:pt x="269" y="34"/>
                  </a:moveTo>
                  <a:cubicBezTo>
                    <a:pt x="268" y="34"/>
                    <a:pt x="268" y="34"/>
                    <a:pt x="268" y="33"/>
                  </a:cubicBezTo>
                  <a:cubicBezTo>
                    <a:pt x="266" y="32"/>
                    <a:pt x="264" y="31"/>
                    <a:pt x="261" y="30"/>
                  </a:cubicBezTo>
                  <a:cubicBezTo>
                    <a:pt x="258" y="28"/>
                    <a:pt x="255" y="27"/>
                    <a:pt x="252" y="27"/>
                  </a:cubicBezTo>
                  <a:cubicBezTo>
                    <a:pt x="249" y="27"/>
                    <a:pt x="246" y="27"/>
                    <a:pt x="243" y="27"/>
                  </a:cubicBezTo>
                  <a:cubicBezTo>
                    <a:pt x="243" y="27"/>
                    <a:pt x="243" y="27"/>
                    <a:pt x="243" y="27"/>
                  </a:cubicBezTo>
                  <a:cubicBezTo>
                    <a:pt x="236" y="28"/>
                    <a:pt x="229" y="32"/>
                    <a:pt x="224" y="38"/>
                  </a:cubicBezTo>
                  <a:cubicBezTo>
                    <a:pt x="204" y="60"/>
                    <a:pt x="188" y="74"/>
                    <a:pt x="174" y="82"/>
                  </a:cubicBezTo>
                  <a:cubicBezTo>
                    <a:pt x="160" y="90"/>
                    <a:pt x="150" y="92"/>
                    <a:pt x="141" y="92"/>
                  </a:cubicBezTo>
                  <a:cubicBezTo>
                    <a:pt x="131" y="92"/>
                    <a:pt x="122" y="89"/>
                    <a:pt x="113" y="83"/>
                  </a:cubicBezTo>
                  <a:cubicBezTo>
                    <a:pt x="107" y="79"/>
                    <a:pt x="100" y="73"/>
                    <a:pt x="95" y="67"/>
                  </a:cubicBezTo>
                  <a:cubicBezTo>
                    <a:pt x="89" y="60"/>
                    <a:pt x="83" y="52"/>
                    <a:pt x="79" y="45"/>
                  </a:cubicBezTo>
                  <a:cubicBezTo>
                    <a:pt x="75" y="38"/>
                    <a:pt x="71" y="32"/>
                    <a:pt x="69" y="27"/>
                  </a:cubicBezTo>
                  <a:cubicBezTo>
                    <a:pt x="68" y="25"/>
                    <a:pt x="67" y="23"/>
                    <a:pt x="67" y="22"/>
                  </a:cubicBezTo>
                  <a:cubicBezTo>
                    <a:pt x="67" y="22"/>
                    <a:pt x="67" y="21"/>
                    <a:pt x="66" y="21"/>
                  </a:cubicBezTo>
                  <a:cubicBezTo>
                    <a:pt x="66" y="21"/>
                    <a:pt x="66" y="21"/>
                    <a:pt x="66" y="21"/>
                  </a:cubicBezTo>
                  <a:cubicBezTo>
                    <a:pt x="66" y="21"/>
                    <a:pt x="66" y="21"/>
                    <a:pt x="66" y="21"/>
                  </a:cubicBezTo>
                  <a:cubicBezTo>
                    <a:pt x="62" y="9"/>
                    <a:pt x="51" y="1"/>
                    <a:pt x="38" y="1"/>
                  </a:cubicBezTo>
                  <a:cubicBezTo>
                    <a:pt x="34" y="0"/>
                    <a:pt x="29" y="1"/>
                    <a:pt x="25" y="3"/>
                  </a:cubicBezTo>
                  <a:cubicBezTo>
                    <a:pt x="8" y="9"/>
                    <a:pt x="0" y="28"/>
                    <a:pt x="7" y="44"/>
                  </a:cubicBezTo>
                  <a:cubicBezTo>
                    <a:pt x="7" y="44"/>
                    <a:pt x="7" y="44"/>
                    <a:pt x="7" y="44"/>
                  </a:cubicBezTo>
                  <a:cubicBezTo>
                    <a:pt x="7" y="46"/>
                    <a:pt x="17" y="71"/>
                    <a:pt x="38" y="98"/>
                  </a:cubicBezTo>
                  <a:cubicBezTo>
                    <a:pt x="46" y="108"/>
                    <a:pt x="55" y="119"/>
                    <a:pt x="67" y="129"/>
                  </a:cubicBezTo>
                  <a:cubicBezTo>
                    <a:pt x="71" y="132"/>
                    <a:pt x="74" y="134"/>
                    <a:pt x="78" y="137"/>
                  </a:cubicBezTo>
                  <a:cubicBezTo>
                    <a:pt x="95" y="148"/>
                    <a:pt x="117" y="156"/>
                    <a:pt x="141" y="156"/>
                  </a:cubicBezTo>
                  <a:cubicBezTo>
                    <a:pt x="141" y="156"/>
                    <a:pt x="141" y="156"/>
                    <a:pt x="141" y="156"/>
                  </a:cubicBezTo>
                  <a:cubicBezTo>
                    <a:pt x="162" y="156"/>
                    <a:pt x="184" y="150"/>
                    <a:pt x="206" y="137"/>
                  </a:cubicBezTo>
                  <a:cubicBezTo>
                    <a:pt x="228" y="125"/>
                    <a:pt x="250" y="106"/>
                    <a:pt x="272" y="79"/>
                  </a:cubicBezTo>
                  <a:cubicBezTo>
                    <a:pt x="281" y="69"/>
                    <a:pt x="282" y="56"/>
                    <a:pt x="277" y="45"/>
                  </a:cubicBezTo>
                  <a:cubicBezTo>
                    <a:pt x="275" y="41"/>
                    <a:pt x="273" y="38"/>
                    <a:pt x="270" y="35"/>
                  </a:cubicBezTo>
                  <a:cubicBezTo>
                    <a:pt x="269" y="35"/>
                    <a:pt x="269" y="35"/>
                    <a:pt x="269" y="3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9" name="Freeform 28"/>
            <p:cNvSpPr>
              <a:spLocks/>
            </p:cNvSpPr>
            <p:nvPr/>
          </p:nvSpPr>
          <p:spPr bwMode="auto">
            <a:xfrm>
              <a:off x="4784726" y="1317625"/>
              <a:ext cx="304800" cy="307975"/>
            </a:xfrm>
            <a:custGeom>
              <a:avLst/>
              <a:gdLst>
                <a:gd name="T0" fmla="*/ 155 w 203"/>
                <a:gd name="T1" fmla="*/ 174 h 204"/>
                <a:gd name="T2" fmla="*/ 174 w 203"/>
                <a:gd name="T3" fmla="*/ 48 h 204"/>
                <a:gd name="T4" fmla="*/ 48 w 203"/>
                <a:gd name="T5" fmla="*/ 29 h 204"/>
                <a:gd name="T6" fmla="*/ 29 w 203"/>
                <a:gd name="T7" fmla="*/ 155 h 204"/>
                <a:gd name="T8" fmla="*/ 155 w 203"/>
                <a:gd name="T9" fmla="*/ 174 h 204"/>
              </a:gdLst>
              <a:ahLst/>
              <a:cxnLst>
                <a:cxn ang="0">
                  <a:pos x="T0" y="T1"/>
                </a:cxn>
                <a:cxn ang="0">
                  <a:pos x="T2" y="T3"/>
                </a:cxn>
                <a:cxn ang="0">
                  <a:pos x="T4" y="T5"/>
                </a:cxn>
                <a:cxn ang="0">
                  <a:pos x="T6" y="T7"/>
                </a:cxn>
                <a:cxn ang="0">
                  <a:pos x="T8" y="T9"/>
                </a:cxn>
              </a:cxnLst>
              <a:rect l="0" t="0" r="r" b="b"/>
              <a:pathLst>
                <a:path w="203" h="204">
                  <a:moveTo>
                    <a:pt x="155" y="174"/>
                  </a:moveTo>
                  <a:cubicBezTo>
                    <a:pt x="195" y="144"/>
                    <a:pt x="203" y="88"/>
                    <a:pt x="174" y="48"/>
                  </a:cubicBezTo>
                  <a:cubicBezTo>
                    <a:pt x="144" y="8"/>
                    <a:pt x="88" y="0"/>
                    <a:pt x="48" y="29"/>
                  </a:cubicBezTo>
                  <a:cubicBezTo>
                    <a:pt x="8" y="59"/>
                    <a:pt x="0" y="115"/>
                    <a:pt x="29" y="155"/>
                  </a:cubicBezTo>
                  <a:cubicBezTo>
                    <a:pt x="59" y="195"/>
                    <a:pt x="115" y="204"/>
                    <a:pt x="155" y="17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0" name="Freeform 29"/>
            <p:cNvSpPr>
              <a:spLocks/>
            </p:cNvSpPr>
            <p:nvPr/>
          </p:nvSpPr>
          <p:spPr bwMode="auto">
            <a:xfrm>
              <a:off x="4992688" y="2157413"/>
              <a:ext cx="490538" cy="342900"/>
            </a:xfrm>
            <a:custGeom>
              <a:avLst/>
              <a:gdLst>
                <a:gd name="T0" fmla="*/ 0 w 326"/>
                <a:gd name="T1" fmla="*/ 227 h 227"/>
                <a:gd name="T2" fmla="*/ 326 w 326"/>
                <a:gd name="T3" fmla="*/ 227 h 227"/>
                <a:gd name="T4" fmla="*/ 242 w 326"/>
                <a:gd name="T5" fmla="*/ 0 h 227"/>
                <a:gd name="T6" fmla="*/ 85 w 326"/>
                <a:gd name="T7" fmla="*/ 0 h 227"/>
                <a:gd name="T8" fmla="*/ 0 w 326"/>
                <a:gd name="T9" fmla="*/ 227 h 227"/>
              </a:gdLst>
              <a:ahLst/>
              <a:cxnLst>
                <a:cxn ang="0">
                  <a:pos x="T0" y="T1"/>
                </a:cxn>
                <a:cxn ang="0">
                  <a:pos x="T2" y="T3"/>
                </a:cxn>
                <a:cxn ang="0">
                  <a:pos x="T4" y="T5"/>
                </a:cxn>
                <a:cxn ang="0">
                  <a:pos x="T6" y="T7"/>
                </a:cxn>
                <a:cxn ang="0">
                  <a:pos x="T8" y="T9"/>
                </a:cxn>
              </a:cxnLst>
              <a:rect l="0" t="0" r="r" b="b"/>
              <a:pathLst>
                <a:path w="326" h="227">
                  <a:moveTo>
                    <a:pt x="0" y="227"/>
                  </a:moveTo>
                  <a:cubicBezTo>
                    <a:pt x="326" y="227"/>
                    <a:pt x="326" y="227"/>
                    <a:pt x="326" y="227"/>
                  </a:cubicBezTo>
                  <a:cubicBezTo>
                    <a:pt x="326" y="227"/>
                    <a:pt x="313" y="0"/>
                    <a:pt x="242" y="0"/>
                  </a:cubicBezTo>
                  <a:cubicBezTo>
                    <a:pt x="85" y="0"/>
                    <a:pt x="85" y="0"/>
                    <a:pt x="85" y="0"/>
                  </a:cubicBezTo>
                  <a:cubicBezTo>
                    <a:pt x="13" y="0"/>
                    <a:pt x="0" y="227"/>
                    <a:pt x="0" y="22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1" name="Freeform 30"/>
            <p:cNvSpPr>
              <a:spLocks/>
            </p:cNvSpPr>
            <p:nvPr/>
          </p:nvSpPr>
          <p:spPr bwMode="auto">
            <a:xfrm>
              <a:off x="4695826" y="1581150"/>
              <a:ext cx="622300" cy="922337"/>
            </a:xfrm>
            <a:custGeom>
              <a:avLst/>
              <a:gdLst>
                <a:gd name="T0" fmla="*/ 25 w 413"/>
                <a:gd name="T1" fmla="*/ 73 h 611"/>
                <a:gd name="T2" fmla="*/ 24 w 413"/>
                <a:gd name="T3" fmla="*/ 78 h 611"/>
                <a:gd name="T4" fmla="*/ 27 w 413"/>
                <a:gd name="T5" fmla="*/ 75 h 611"/>
                <a:gd name="T6" fmla="*/ 28 w 413"/>
                <a:gd name="T7" fmla="*/ 74 h 611"/>
                <a:gd name="T8" fmla="*/ 28 w 413"/>
                <a:gd name="T9" fmla="*/ 74 h 611"/>
                <a:gd name="T10" fmla="*/ 37 w 413"/>
                <a:gd name="T11" fmla="*/ 68 h 611"/>
                <a:gd name="T12" fmla="*/ 46 w 413"/>
                <a:gd name="T13" fmla="*/ 65 h 611"/>
                <a:gd name="T14" fmla="*/ 50 w 413"/>
                <a:gd name="T15" fmla="*/ 65 h 611"/>
                <a:gd name="T16" fmla="*/ 54 w 413"/>
                <a:gd name="T17" fmla="*/ 65 h 611"/>
                <a:gd name="T18" fmla="*/ 56 w 413"/>
                <a:gd name="T19" fmla="*/ 65 h 611"/>
                <a:gd name="T20" fmla="*/ 84 w 413"/>
                <a:gd name="T21" fmla="*/ 79 h 611"/>
                <a:gd name="T22" fmla="*/ 132 w 413"/>
                <a:gd name="T23" fmla="*/ 121 h 611"/>
                <a:gd name="T24" fmla="*/ 161 w 413"/>
                <a:gd name="T25" fmla="*/ 130 h 611"/>
                <a:gd name="T26" fmla="*/ 183 w 413"/>
                <a:gd name="T27" fmla="*/ 123 h 611"/>
                <a:gd name="T28" fmla="*/ 204 w 413"/>
                <a:gd name="T29" fmla="*/ 104 h 611"/>
                <a:gd name="T30" fmla="*/ 206 w 413"/>
                <a:gd name="T31" fmla="*/ 102 h 611"/>
                <a:gd name="T32" fmla="*/ 228 w 413"/>
                <a:gd name="T33" fmla="*/ 64 h 611"/>
                <a:gd name="T34" fmla="*/ 261 w 413"/>
                <a:gd name="T35" fmla="*/ 39 h 611"/>
                <a:gd name="T36" fmla="*/ 265 w 413"/>
                <a:gd name="T37" fmla="*/ 39 h 611"/>
                <a:gd name="T38" fmla="*/ 280 w 413"/>
                <a:gd name="T39" fmla="*/ 41 h 611"/>
                <a:gd name="T40" fmla="*/ 302 w 413"/>
                <a:gd name="T41" fmla="*/ 63 h 611"/>
                <a:gd name="T42" fmla="*/ 302 w 413"/>
                <a:gd name="T43" fmla="*/ 93 h 611"/>
                <a:gd name="T44" fmla="*/ 284 w 413"/>
                <a:gd name="T45" fmla="*/ 129 h 611"/>
                <a:gd name="T46" fmla="*/ 237 w 413"/>
                <a:gd name="T47" fmla="*/ 183 h 611"/>
                <a:gd name="T48" fmla="*/ 265 w 413"/>
                <a:gd name="T49" fmla="*/ 265 h 611"/>
                <a:gd name="T50" fmla="*/ 100 w 413"/>
                <a:gd name="T51" fmla="*/ 265 h 611"/>
                <a:gd name="T52" fmla="*/ 62 w 413"/>
                <a:gd name="T53" fmla="*/ 281 h 611"/>
                <a:gd name="T54" fmla="*/ 50 w 413"/>
                <a:gd name="T55" fmla="*/ 320 h 611"/>
                <a:gd name="T56" fmla="*/ 78 w 413"/>
                <a:gd name="T57" fmla="*/ 566 h 611"/>
                <a:gd name="T58" fmla="*/ 128 w 413"/>
                <a:gd name="T59" fmla="*/ 611 h 611"/>
                <a:gd name="T60" fmla="*/ 133 w 413"/>
                <a:gd name="T61" fmla="*/ 610 h 611"/>
                <a:gd name="T62" fmla="*/ 177 w 413"/>
                <a:gd name="T63" fmla="*/ 555 h 611"/>
                <a:gd name="T64" fmla="*/ 156 w 413"/>
                <a:gd name="T65" fmla="*/ 365 h 611"/>
                <a:gd name="T66" fmla="*/ 307 w 413"/>
                <a:gd name="T67" fmla="*/ 365 h 611"/>
                <a:gd name="T68" fmla="*/ 314 w 413"/>
                <a:gd name="T69" fmla="*/ 365 h 611"/>
                <a:gd name="T70" fmla="*/ 314 w 413"/>
                <a:gd name="T71" fmla="*/ 365 h 611"/>
                <a:gd name="T72" fmla="*/ 315 w 413"/>
                <a:gd name="T73" fmla="*/ 365 h 611"/>
                <a:gd name="T74" fmla="*/ 325 w 413"/>
                <a:gd name="T75" fmla="*/ 363 h 611"/>
                <a:gd name="T76" fmla="*/ 335 w 413"/>
                <a:gd name="T77" fmla="*/ 361 h 611"/>
                <a:gd name="T78" fmla="*/ 411 w 413"/>
                <a:gd name="T79" fmla="*/ 273 h 611"/>
                <a:gd name="T80" fmla="*/ 342 w 413"/>
                <a:gd name="T81" fmla="*/ 61 h 611"/>
                <a:gd name="T82" fmla="*/ 226 w 413"/>
                <a:gd name="T83" fmla="*/ 16 h 611"/>
                <a:gd name="T84" fmla="*/ 209 w 413"/>
                <a:gd name="T85" fmla="*/ 30 h 611"/>
                <a:gd name="T86" fmla="*/ 200 w 413"/>
                <a:gd name="T87" fmla="*/ 46 h 611"/>
                <a:gd name="T88" fmla="*/ 200 w 413"/>
                <a:gd name="T89" fmla="*/ 46 h 611"/>
                <a:gd name="T90" fmla="*/ 200 w 413"/>
                <a:gd name="T91" fmla="*/ 46 h 611"/>
                <a:gd name="T92" fmla="*/ 200 w 413"/>
                <a:gd name="T93" fmla="*/ 46 h 611"/>
                <a:gd name="T94" fmla="*/ 186 w 413"/>
                <a:gd name="T95" fmla="*/ 87 h 611"/>
                <a:gd name="T96" fmla="*/ 169 w 413"/>
                <a:gd name="T97" fmla="*/ 109 h 611"/>
                <a:gd name="T98" fmla="*/ 154 w 413"/>
                <a:gd name="T99" fmla="*/ 115 h 611"/>
                <a:gd name="T100" fmla="*/ 128 w 413"/>
                <a:gd name="T101" fmla="*/ 105 h 611"/>
                <a:gd name="T102" fmla="*/ 80 w 413"/>
                <a:gd name="T103" fmla="*/ 61 h 611"/>
                <a:gd name="T104" fmla="*/ 52 w 413"/>
                <a:gd name="T105" fmla="*/ 50 h 611"/>
                <a:gd name="T106" fmla="*/ 38 w 413"/>
                <a:gd name="T107" fmla="*/ 0 h 611"/>
                <a:gd name="T108" fmla="*/ 14 w 413"/>
                <a:gd name="T109" fmla="*/ 12 h 611"/>
                <a:gd name="T110" fmla="*/ 17 w 413"/>
                <a:gd name="T111" fmla="*/ 20 h 611"/>
                <a:gd name="T112" fmla="*/ 1 w 413"/>
                <a:gd name="T113" fmla="*/ 32 h 611"/>
                <a:gd name="T114" fmla="*/ 8 w 413"/>
                <a:gd name="T115" fmla="*/ 42 h 611"/>
                <a:gd name="T116" fmla="*/ 0 w 413"/>
                <a:gd name="T117" fmla="*/ 54 h 611"/>
                <a:gd name="T118" fmla="*/ 25 w 413"/>
                <a:gd name="T119" fmla="*/ 73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3" h="611">
                  <a:moveTo>
                    <a:pt x="25" y="73"/>
                  </a:moveTo>
                  <a:cubicBezTo>
                    <a:pt x="25" y="74"/>
                    <a:pt x="24" y="76"/>
                    <a:pt x="24" y="78"/>
                  </a:cubicBezTo>
                  <a:cubicBezTo>
                    <a:pt x="25" y="77"/>
                    <a:pt x="26" y="76"/>
                    <a:pt x="27" y="75"/>
                  </a:cubicBezTo>
                  <a:cubicBezTo>
                    <a:pt x="28" y="74"/>
                    <a:pt x="28" y="74"/>
                    <a:pt x="28" y="74"/>
                  </a:cubicBezTo>
                  <a:cubicBezTo>
                    <a:pt x="28" y="74"/>
                    <a:pt x="28" y="74"/>
                    <a:pt x="28" y="74"/>
                  </a:cubicBezTo>
                  <a:cubicBezTo>
                    <a:pt x="31" y="72"/>
                    <a:pt x="34" y="70"/>
                    <a:pt x="37" y="68"/>
                  </a:cubicBezTo>
                  <a:cubicBezTo>
                    <a:pt x="40" y="67"/>
                    <a:pt x="43" y="66"/>
                    <a:pt x="46" y="65"/>
                  </a:cubicBezTo>
                  <a:cubicBezTo>
                    <a:pt x="47" y="65"/>
                    <a:pt x="48" y="65"/>
                    <a:pt x="50" y="65"/>
                  </a:cubicBezTo>
                  <a:cubicBezTo>
                    <a:pt x="51" y="65"/>
                    <a:pt x="52" y="65"/>
                    <a:pt x="54" y="65"/>
                  </a:cubicBezTo>
                  <a:cubicBezTo>
                    <a:pt x="55" y="65"/>
                    <a:pt x="56" y="65"/>
                    <a:pt x="56" y="65"/>
                  </a:cubicBezTo>
                  <a:cubicBezTo>
                    <a:pt x="67" y="65"/>
                    <a:pt x="77" y="70"/>
                    <a:pt x="84" y="79"/>
                  </a:cubicBezTo>
                  <a:cubicBezTo>
                    <a:pt x="101" y="98"/>
                    <a:pt x="117" y="113"/>
                    <a:pt x="132" y="121"/>
                  </a:cubicBezTo>
                  <a:cubicBezTo>
                    <a:pt x="143" y="127"/>
                    <a:pt x="152" y="130"/>
                    <a:pt x="161" y="130"/>
                  </a:cubicBezTo>
                  <a:cubicBezTo>
                    <a:pt x="168" y="130"/>
                    <a:pt x="175" y="128"/>
                    <a:pt x="183" y="123"/>
                  </a:cubicBezTo>
                  <a:cubicBezTo>
                    <a:pt x="190" y="119"/>
                    <a:pt x="197" y="112"/>
                    <a:pt x="204" y="104"/>
                  </a:cubicBezTo>
                  <a:cubicBezTo>
                    <a:pt x="204" y="104"/>
                    <a:pt x="205" y="103"/>
                    <a:pt x="206" y="102"/>
                  </a:cubicBezTo>
                  <a:cubicBezTo>
                    <a:pt x="220" y="84"/>
                    <a:pt x="228" y="64"/>
                    <a:pt x="228" y="64"/>
                  </a:cubicBezTo>
                  <a:cubicBezTo>
                    <a:pt x="233" y="50"/>
                    <a:pt x="246" y="41"/>
                    <a:pt x="261" y="39"/>
                  </a:cubicBezTo>
                  <a:cubicBezTo>
                    <a:pt x="262" y="39"/>
                    <a:pt x="264" y="39"/>
                    <a:pt x="265" y="39"/>
                  </a:cubicBezTo>
                  <a:cubicBezTo>
                    <a:pt x="270" y="39"/>
                    <a:pt x="275" y="40"/>
                    <a:pt x="280" y="41"/>
                  </a:cubicBezTo>
                  <a:cubicBezTo>
                    <a:pt x="290" y="45"/>
                    <a:pt x="297" y="53"/>
                    <a:pt x="302" y="63"/>
                  </a:cubicBezTo>
                  <a:cubicBezTo>
                    <a:pt x="306" y="72"/>
                    <a:pt x="306" y="83"/>
                    <a:pt x="302" y="93"/>
                  </a:cubicBezTo>
                  <a:cubicBezTo>
                    <a:pt x="301" y="97"/>
                    <a:pt x="295" y="111"/>
                    <a:pt x="284" y="129"/>
                  </a:cubicBezTo>
                  <a:cubicBezTo>
                    <a:pt x="270" y="151"/>
                    <a:pt x="255" y="169"/>
                    <a:pt x="237" y="183"/>
                  </a:cubicBezTo>
                  <a:cubicBezTo>
                    <a:pt x="248" y="209"/>
                    <a:pt x="258" y="237"/>
                    <a:pt x="265" y="265"/>
                  </a:cubicBezTo>
                  <a:cubicBezTo>
                    <a:pt x="100" y="265"/>
                    <a:pt x="100" y="265"/>
                    <a:pt x="100" y="265"/>
                  </a:cubicBezTo>
                  <a:cubicBezTo>
                    <a:pt x="85" y="265"/>
                    <a:pt x="72" y="271"/>
                    <a:pt x="62" y="281"/>
                  </a:cubicBezTo>
                  <a:cubicBezTo>
                    <a:pt x="53" y="292"/>
                    <a:pt x="48" y="306"/>
                    <a:pt x="50" y="320"/>
                  </a:cubicBezTo>
                  <a:cubicBezTo>
                    <a:pt x="78" y="566"/>
                    <a:pt x="78" y="566"/>
                    <a:pt x="78" y="566"/>
                  </a:cubicBezTo>
                  <a:cubicBezTo>
                    <a:pt x="81" y="592"/>
                    <a:pt x="103" y="611"/>
                    <a:pt x="128" y="611"/>
                  </a:cubicBezTo>
                  <a:cubicBezTo>
                    <a:pt x="130" y="611"/>
                    <a:pt x="132" y="611"/>
                    <a:pt x="133" y="610"/>
                  </a:cubicBezTo>
                  <a:cubicBezTo>
                    <a:pt x="161" y="607"/>
                    <a:pt x="181" y="582"/>
                    <a:pt x="177" y="555"/>
                  </a:cubicBezTo>
                  <a:cubicBezTo>
                    <a:pt x="156" y="365"/>
                    <a:pt x="156" y="365"/>
                    <a:pt x="156" y="365"/>
                  </a:cubicBezTo>
                  <a:cubicBezTo>
                    <a:pt x="307" y="365"/>
                    <a:pt x="307" y="365"/>
                    <a:pt x="307" y="365"/>
                  </a:cubicBezTo>
                  <a:cubicBezTo>
                    <a:pt x="309" y="365"/>
                    <a:pt x="311" y="365"/>
                    <a:pt x="314" y="365"/>
                  </a:cubicBezTo>
                  <a:cubicBezTo>
                    <a:pt x="314" y="365"/>
                    <a:pt x="314" y="365"/>
                    <a:pt x="314" y="365"/>
                  </a:cubicBezTo>
                  <a:cubicBezTo>
                    <a:pt x="314" y="365"/>
                    <a:pt x="314" y="365"/>
                    <a:pt x="315" y="365"/>
                  </a:cubicBezTo>
                  <a:cubicBezTo>
                    <a:pt x="318" y="365"/>
                    <a:pt x="322" y="364"/>
                    <a:pt x="325" y="363"/>
                  </a:cubicBezTo>
                  <a:cubicBezTo>
                    <a:pt x="328" y="363"/>
                    <a:pt x="332" y="362"/>
                    <a:pt x="335" y="361"/>
                  </a:cubicBezTo>
                  <a:cubicBezTo>
                    <a:pt x="371" y="354"/>
                    <a:pt x="413" y="338"/>
                    <a:pt x="411" y="273"/>
                  </a:cubicBezTo>
                  <a:cubicBezTo>
                    <a:pt x="402" y="184"/>
                    <a:pt x="386" y="134"/>
                    <a:pt x="342" y="61"/>
                  </a:cubicBezTo>
                  <a:cubicBezTo>
                    <a:pt x="310" y="8"/>
                    <a:pt x="257" y="0"/>
                    <a:pt x="226" y="16"/>
                  </a:cubicBezTo>
                  <a:cubicBezTo>
                    <a:pt x="219" y="19"/>
                    <a:pt x="214" y="24"/>
                    <a:pt x="209" y="30"/>
                  </a:cubicBezTo>
                  <a:cubicBezTo>
                    <a:pt x="205" y="34"/>
                    <a:pt x="202" y="40"/>
                    <a:pt x="200" y="46"/>
                  </a:cubicBezTo>
                  <a:cubicBezTo>
                    <a:pt x="200" y="46"/>
                    <a:pt x="200" y="46"/>
                    <a:pt x="200" y="46"/>
                  </a:cubicBezTo>
                  <a:cubicBezTo>
                    <a:pt x="200" y="46"/>
                    <a:pt x="200" y="46"/>
                    <a:pt x="200" y="46"/>
                  </a:cubicBezTo>
                  <a:cubicBezTo>
                    <a:pt x="200" y="46"/>
                    <a:pt x="200" y="46"/>
                    <a:pt x="200" y="46"/>
                  </a:cubicBezTo>
                  <a:cubicBezTo>
                    <a:pt x="200" y="48"/>
                    <a:pt x="195" y="69"/>
                    <a:pt x="186" y="87"/>
                  </a:cubicBezTo>
                  <a:cubicBezTo>
                    <a:pt x="181" y="96"/>
                    <a:pt x="175" y="104"/>
                    <a:pt x="169" y="109"/>
                  </a:cubicBezTo>
                  <a:cubicBezTo>
                    <a:pt x="164" y="113"/>
                    <a:pt x="160" y="115"/>
                    <a:pt x="154" y="115"/>
                  </a:cubicBezTo>
                  <a:cubicBezTo>
                    <a:pt x="149" y="115"/>
                    <a:pt x="141" y="113"/>
                    <a:pt x="128" y="105"/>
                  </a:cubicBezTo>
                  <a:cubicBezTo>
                    <a:pt x="115" y="97"/>
                    <a:pt x="99" y="83"/>
                    <a:pt x="80" y="61"/>
                  </a:cubicBezTo>
                  <a:cubicBezTo>
                    <a:pt x="73" y="52"/>
                    <a:pt x="62" y="49"/>
                    <a:pt x="52" y="50"/>
                  </a:cubicBezTo>
                  <a:cubicBezTo>
                    <a:pt x="38" y="0"/>
                    <a:pt x="38" y="0"/>
                    <a:pt x="38" y="0"/>
                  </a:cubicBezTo>
                  <a:cubicBezTo>
                    <a:pt x="14" y="12"/>
                    <a:pt x="14" y="12"/>
                    <a:pt x="14" y="12"/>
                  </a:cubicBezTo>
                  <a:cubicBezTo>
                    <a:pt x="17" y="20"/>
                    <a:pt x="17" y="20"/>
                    <a:pt x="17" y="20"/>
                  </a:cubicBezTo>
                  <a:cubicBezTo>
                    <a:pt x="1" y="32"/>
                    <a:pt x="1" y="32"/>
                    <a:pt x="1" y="32"/>
                  </a:cubicBezTo>
                  <a:cubicBezTo>
                    <a:pt x="8" y="42"/>
                    <a:pt x="8" y="42"/>
                    <a:pt x="8" y="42"/>
                  </a:cubicBezTo>
                  <a:cubicBezTo>
                    <a:pt x="0" y="54"/>
                    <a:pt x="0" y="54"/>
                    <a:pt x="0" y="54"/>
                  </a:cubicBezTo>
                  <a:lnTo>
                    <a:pt x="25" y="73"/>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2" name="Freeform 31"/>
            <p:cNvSpPr>
              <a:spLocks/>
            </p:cNvSpPr>
            <p:nvPr/>
          </p:nvSpPr>
          <p:spPr bwMode="auto">
            <a:xfrm>
              <a:off x="4725988" y="1651000"/>
              <a:ext cx="422275" cy="234950"/>
            </a:xfrm>
            <a:custGeom>
              <a:avLst/>
              <a:gdLst>
                <a:gd name="T0" fmla="*/ 275 w 281"/>
                <a:gd name="T1" fmla="*/ 44 h 156"/>
                <a:gd name="T2" fmla="*/ 257 w 281"/>
                <a:gd name="T3" fmla="*/ 3 h 156"/>
                <a:gd name="T4" fmla="*/ 243 w 281"/>
                <a:gd name="T5" fmla="*/ 1 h 156"/>
                <a:gd name="T6" fmla="*/ 215 w 281"/>
                <a:gd name="T7" fmla="*/ 21 h 156"/>
                <a:gd name="T8" fmla="*/ 215 w 281"/>
                <a:gd name="T9" fmla="*/ 21 h 156"/>
                <a:gd name="T10" fmla="*/ 192 w 281"/>
                <a:gd name="T11" fmla="*/ 61 h 156"/>
                <a:gd name="T12" fmla="*/ 187 w 281"/>
                <a:gd name="T13" fmla="*/ 67 h 156"/>
                <a:gd name="T14" fmla="*/ 167 w 281"/>
                <a:gd name="T15" fmla="*/ 84 h 156"/>
                <a:gd name="T16" fmla="*/ 141 w 281"/>
                <a:gd name="T17" fmla="*/ 92 h 156"/>
                <a:gd name="T18" fmla="*/ 108 w 281"/>
                <a:gd name="T19" fmla="*/ 82 h 156"/>
                <a:gd name="T20" fmla="*/ 58 w 281"/>
                <a:gd name="T21" fmla="*/ 38 h 156"/>
                <a:gd name="T22" fmla="*/ 39 w 281"/>
                <a:gd name="T23" fmla="*/ 27 h 156"/>
                <a:gd name="T24" fmla="*/ 38 w 281"/>
                <a:gd name="T25" fmla="*/ 27 h 156"/>
                <a:gd name="T26" fmla="*/ 30 w 281"/>
                <a:gd name="T27" fmla="*/ 27 h 156"/>
                <a:gd name="T28" fmla="*/ 20 w 281"/>
                <a:gd name="T29" fmla="*/ 30 h 156"/>
                <a:gd name="T30" fmla="*/ 14 w 281"/>
                <a:gd name="T31" fmla="*/ 33 h 156"/>
                <a:gd name="T32" fmla="*/ 13 w 281"/>
                <a:gd name="T33" fmla="*/ 34 h 156"/>
                <a:gd name="T34" fmla="*/ 12 w 281"/>
                <a:gd name="T35" fmla="*/ 35 h 156"/>
                <a:gd name="T36" fmla="*/ 5 w 281"/>
                <a:gd name="T37" fmla="*/ 45 h 156"/>
                <a:gd name="T38" fmla="*/ 9 w 281"/>
                <a:gd name="T39" fmla="*/ 79 h 156"/>
                <a:gd name="T40" fmla="*/ 76 w 281"/>
                <a:gd name="T41" fmla="*/ 137 h 156"/>
                <a:gd name="T42" fmla="*/ 141 w 281"/>
                <a:gd name="T43" fmla="*/ 156 h 156"/>
                <a:gd name="T44" fmla="*/ 141 w 281"/>
                <a:gd name="T45" fmla="*/ 156 h 156"/>
                <a:gd name="T46" fmla="*/ 204 w 281"/>
                <a:gd name="T47" fmla="*/ 137 h 156"/>
                <a:gd name="T48" fmla="*/ 214 w 281"/>
                <a:gd name="T49" fmla="*/ 129 h 156"/>
                <a:gd name="T50" fmla="*/ 257 w 281"/>
                <a:gd name="T51" fmla="*/ 78 h 156"/>
                <a:gd name="T52" fmla="*/ 275 w 281"/>
                <a:gd name="T53" fmla="*/ 44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81" h="156">
                  <a:moveTo>
                    <a:pt x="275" y="44"/>
                  </a:moveTo>
                  <a:cubicBezTo>
                    <a:pt x="281" y="28"/>
                    <a:pt x="273" y="9"/>
                    <a:pt x="257" y="3"/>
                  </a:cubicBezTo>
                  <a:cubicBezTo>
                    <a:pt x="252" y="1"/>
                    <a:pt x="248" y="0"/>
                    <a:pt x="243" y="1"/>
                  </a:cubicBezTo>
                  <a:cubicBezTo>
                    <a:pt x="231" y="1"/>
                    <a:pt x="220" y="9"/>
                    <a:pt x="215" y="21"/>
                  </a:cubicBezTo>
                  <a:cubicBezTo>
                    <a:pt x="215" y="21"/>
                    <a:pt x="215" y="21"/>
                    <a:pt x="215" y="21"/>
                  </a:cubicBezTo>
                  <a:cubicBezTo>
                    <a:pt x="215" y="22"/>
                    <a:pt x="206" y="43"/>
                    <a:pt x="192" y="61"/>
                  </a:cubicBezTo>
                  <a:cubicBezTo>
                    <a:pt x="190" y="63"/>
                    <a:pt x="189" y="65"/>
                    <a:pt x="187" y="67"/>
                  </a:cubicBezTo>
                  <a:cubicBezTo>
                    <a:pt x="181" y="73"/>
                    <a:pt x="174" y="80"/>
                    <a:pt x="167" y="84"/>
                  </a:cubicBezTo>
                  <a:cubicBezTo>
                    <a:pt x="159" y="90"/>
                    <a:pt x="150" y="92"/>
                    <a:pt x="141" y="92"/>
                  </a:cubicBezTo>
                  <a:cubicBezTo>
                    <a:pt x="132" y="92"/>
                    <a:pt x="122" y="90"/>
                    <a:pt x="108" y="82"/>
                  </a:cubicBezTo>
                  <a:cubicBezTo>
                    <a:pt x="94" y="74"/>
                    <a:pt x="77" y="60"/>
                    <a:pt x="58" y="38"/>
                  </a:cubicBezTo>
                  <a:cubicBezTo>
                    <a:pt x="53" y="32"/>
                    <a:pt x="46" y="28"/>
                    <a:pt x="39" y="27"/>
                  </a:cubicBezTo>
                  <a:cubicBezTo>
                    <a:pt x="39" y="27"/>
                    <a:pt x="39" y="27"/>
                    <a:pt x="38" y="27"/>
                  </a:cubicBezTo>
                  <a:cubicBezTo>
                    <a:pt x="35" y="27"/>
                    <a:pt x="33" y="27"/>
                    <a:pt x="30" y="27"/>
                  </a:cubicBezTo>
                  <a:cubicBezTo>
                    <a:pt x="27" y="27"/>
                    <a:pt x="23" y="28"/>
                    <a:pt x="20" y="30"/>
                  </a:cubicBezTo>
                  <a:cubicBezTo>
                    <a:pt x="18" y="31"/>
                    <a:pt x="16" y="32"/>
                    <a:pt x="14" y="33"/>
                  </a:cubicBezTo>
                  <a:cubicBezTo>
                    <a:pt x="14" y="34"/>
                    <a:pt x="13" y="34"/>
                    <a:pt x="13" y="34"/>
                  </a:cubicBezTo>
                  <a:cubicBezTo>
                    <a:pt x="13" y="35"/>
                    <a:pt x="12" y="35"/>
                    <a:pt x="12" y="35"/>
                  </a:cubicBezTo>
                  <a:cubicBezTo>
                    <a:pt x="9" y="38"/>
                    <a:pt x="7" y="41"/>
                    <a:pt x="5" y="45"/>
                  </a:cubicBezTo>
                  <a:cubicBezTo>
                    <a:pt x="0" y="56"/>
                    <a:pt x="1" y="69"/>
                    <a:pt x="9" y="79"/>
                  </a:cubicBezTo>
                  <a:cubicBezTo>
                    <a:pt x="32" y="106"/>
                    <a:pt x="54" y="125"/>
                    <a:pt x="76" y="137"/>
                  </a:cubicBezTo>
                  <a:cubicBezTo>
                    <a:pt x="97" y="150"/>
                    <a:pt x="120" y="156"/>
                    <a:pt x="141" y="156"/>
                  </a:cubicBezTo>
                  <a:cubicBezTo>
                    <a:pt x="141" y="156"/>
                    <a:pt x="141" y="156"/>
                    <a:pt x="141" y="156"/>
                  </a:cubicBezTo>
                  <a:cubicBezTo>
                    <a:pt x="165" y="156"/>
                    <a:pt x="187" y="148"/>
                    <a:pt x="204" y="137"/>
                  </a:cubicBezTo>
                  <a:cubicBezTo>
                    <a:pt x="207" y="134"/>
                    <a:pt x="211" y="132"/>
                    <a:pt x="214" y="129"/>
                  </a:cubicBezTo>
                  <a:cubicBezTo>
                    <a:pt x="234" y="113"/>
                    <a:pt x="248" y="94"/>
                    <a:pt x="257" y="78"/>
                  </a:cubicBezTo>
                  <a:cubicBezTo>
                    <a:pt x="269" y="60"/>
                    <a:pt x="274" y="45"/>
                    <a:pt x="275" y="4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3" name="Freeform 32"/>
            <p:cNvSpPr>
              <a:spLocks/>
            </p:cNvSpPr>
            <p:nvPr/>
          </p:nvSpPr>
          <p:spPr bwMode="auto">
            <a:xfrm>
              <a:off x="4187826" y="1281113"/>
              <a:ext cx="312738" cy="311150"/>
            </a:xfrm>
            <a:custGeom>
              <a:avLst/>
              <a:gdLst>
                <a:gd name="T0" fmla="*/ 125 w 207"/>
                <a:gd name="T1" fmla="*/ 194 h 206"/>
                <a:gd name="T2" fmla="*/ 195 w 207"/>
                <a:gd name="T3" fmla="*/ 82 h 206"/>
                <a:gd name="T4" fmla="*/ 82 w 207"/>
                <a:gd name="T5" fmla="*/ 11 h 206"/>
                <a:gd name="T6" fmla="*/ 12 w 207"/>
                <a:gd name="T7" fmla="*/ 124 h 206"/>
                <a:gd name="T8" fmla="*/ 125 w 207"/>
                <a:gd name="T9" fmla="*/ 194 h 206"/>
              </a:gdLst>
              <a:ahLst/>
              <a:cxnLst>
                <a:cxn ang="0">
                  <a:pos x="T0" y="T1"/>
                </a:cxn>
                <a:cxn ang="0">
                  <a:pos x="T2" y="T3"/>
                </a:cxn>
                <a:cxn ang="0">
                  <a:pos x="T4" y="T5"/>
                </a:cxn>
                <a:cxn ang="0">
                  <a:pos x="T6" y="T7"/>
                </a:cxn>
                <a:cxn ang="0">
                  <a:pos x="T8" y="T9"/>
                </a:cxn>
              </a:cxnLst>
              <a:rect l="0" t="0" r="r" b="b"/>
              <a:pathLst>
                <a:path w="207" h="206">
                  <a:moveTo>
                    <a:pt x="125" y="194"/>
                  </a:moveTo>
                  <a:cubicBezTo>
                    <a:pt x="175" y="183"/>
                    <a:pt x="207" y="132"/>
                    <a:pt x="195" y="82"/>
                  </a:cubicBezTo>
                  <a:cubicBezTo>
                    <a:pt x="183" y="31"/>
                    <a:pt x="133" y="0"/>
                    <a:pt x="82" y="11"/>
                  </a:cubicBezTo>
                  <a:cubicBezTo>
                    <a:pt x="31" y="23"/>
                    <a:pt x="0" y="74"/>
                    <a:pt x="12" y="124"/>
                  </a:cubicBezTo>
                  <a:cubicBezTo>
                    <a:pt x="24" y="175"/>
                    <a:pt x="74" y="206"/>
                    <a:pt x="125" y="19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4" name="Freeform 33"/>
            <p:cNvSpPr>
              <a:spLocks/>
            </p:cNvSpPr>
            <p:nvPr/>
          </p:nvSpPr>
          <p:spPr bwMode="auto">
            <a:xfrm>
              <a:off x="4303713" y="1819275"/>
              <a:ext cx="79375" cy="31750"/>
            </a:xfrm>
            <a:custGeom>
              <a:avLst/>
              <a:gdLst>
                <a:gd name="T0" fmla="*/ 44 w 52"/>
                <a:gd name="T1" fmla="*/ 15 h 21"/>
                <a:gd name="T2" fmla="*/ 43 w 52"/>
                <a:gd name="T3" fmla="*/ 14 h 21"/>
                <a:gd name="T4" fmla="*/ 43 w 52"/>
                <a:gd name="T5" fmla="*/ 14 h 21"/>
                <a:gd name="T6" fmla="*/ 43 w 52"/>
                <a:gd name="T7" fmla="*/ 13 h 21"/>
                <a:gd name="T8" fmla="*/ 33 w 52"/>
                <a:gd name="T9" fmla="*/ 2 h 21"/>
                <a:gd name="T10" fmla="*/ 26 w 52"/>
                <a:gd name="T11" fmla="*/ 0 h 21"/>
                <a:gd name="T12" fmla="*/ 19 w 52"/>
                <a:gd name="T13" fmla="*/ 2 h 21"/>
                <a:gd name="T14" fmla="*/ 10 w 52"/>
                <a:gd name="T15" fmla="*/ 13 h 21"/>
                <a:gd name="T16" fmla="*/ 10 w 52"/>
                <a:gd name="T17" fmla="*/ 14 h 21"/>
                <a:gd name="T18" fmla="*/ 9 w 52"/>
                <a:gd name="T19" fmla="*/ 14 h 21"/>
                <a:gd name="T20" fmla="*/ 8 w 52"/>
                <a:gd name="T21" fmla="*/ 15 h 21"/>
                <a:gd name="T22" fmla="*/ 0 w 52"/>
                <a:gd name="T23" fmla="*/ 21 h 21"/>
                <a:gd name="T24" fmla="*/ 52 w 52"/>
                <a:gd name="T25" fmla="*/ 21 h 21"/>
                <a:gd name="T26" fmla="*/ 44 w 52"/>
                <a:gd name="T27" fmla="*/ 1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 h="21">
                  <a:moveTo>
                    <a:pt x="44" y="15"/>
                  </a:moveTo>
                  <a:cubicBezTo>
                    <a:pt x="43" y="14"/>
                    <a:pt x="43" y="14"/>
                    <a:pt x="43" y="14"/>
                  </a:cubicBezTo>
                  <a:cubicBezTo>
                    <a:pt x="43" y="14"/>
                    <a:pt x="43" y="14"/>
                    <a:pt x="43" y="14"/>
                  </a:cubicBezTo>
                  <a:cubicBezTo>
                    <a:pt x="43" y="13"/>
                    <a:pt x="43" y="13"/>
                    <a:pt x="43" y="13"/>
                  </a:cubicBezTo>
                  <a:cubicBezTo>
                    <a:pt x="39" y="10"/>
                    <a:pt x="36" y="6"/>
                    <a:pt x="33" y="2"/>
                  </a:cubicBezTo>
                  <a:cubicBezTo>
                    <a:pt x="26" y="0"/>
                    <a:pt x="26" y="0"/>
                    <a:pt x="26" y="0"/>
                  </a:cubicBezTo>
                  <a:cubicBezTo>
                    <a:pt x="19" y="2"/>
                    <a:pt x="19" y="2"/>
                    <a:pt x="19" y="2"/>
                  </a:cubicBezTo>
                  <a:cubicBezTo>
                    <a:pt x="17" y="6"/>
                    <a:pt x="14" y="10"/>
                    <a:pt x="10" y="13"/>
                  </a:cubicBezTo>
                  <a:cubicBezTo>
                    <a:pt x="10" y="14"/>
                    <a:pt x="10" y="14"/>
                    <a:pt x="10" y="14"/>
                  </a:cubicBezTo>
                  <a:cubicBezTo>
                    <a:pt x="9" y="14"/>
                    <a:pt x="9" y="14"/>
                    <a:pt x="9" y="14"/>
                  </a:cubicBezTo>
                  <a:cubicBezTo>
                    <a:pt x="8" y="15"/>
                    <a:pt x="8" y="15"/>
                    <a:pt x="8" y="15"/>
                  </a:cubicBezTo>
                  <a:cubicBezTo>
                    <a:pt x="6" y="17"/>
                    <a:pt x="3" y="19"/>
                    <a:pt x="0" y="21"/>
                  </a:cubicBezTo>
                  <a:cubicBezTo>
                    <a:pt x="52" y="21"/>
                    <a:pt x="52" y="21"/>
                    <a:pt x="52" y="21"/>
                  </a:cubicBezTo>
                  <a:cubicBezTo>
                    <a:pt x="50" y="19"/>
                    <a:pt x="47" y="17"/>
                    <a:pt x="44" y="1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5" name="Freeform 34"/>
            <p:cNvSpPr>
              <a:spLocks/>
            </p:cNvSpPr>
            <p:nvPr/>
          </p:nvSpPr>
          <p:spPr bwMode="auto">
            <a:xfrm>
              <a:off x="4064001" y="1971675"/>
              <a:ext cx="560388" cy="528637"/>
            </a:xfrm>
            <a:custGeom>
              <a:avLst/>
              <a:gdLst>
                <a:gd name="T0" fmla="*/ 77 w 371"/>
                <a:gd name="T1" fmla="*/ 0 h 350"/>
                <a:gd name="T2" fmla="*/ 77 w 371"/>
                <a:gd name="T3" fmla="*/ 40 h 350"/>
                <a:gd name="T4" fmla="*/ 74 w 371"/>
                <a:gd name="T5" fmla="*/ 42 h 350"/>
                <a:gd name="T6" fmla="*/ 19 w 371"/>
                <a:gd name="T7" fmla="*/ 137 h 350"/>
                <a:gd name="T8" fmla="*/ 0 w 371"/>
                <a:gd name="T9" fmla="*/ 302 h 350"/>
                <a:gd name="T10" fmla="*/ 23 w 371"/>
                <a:gd name="T11" fmla="*/ 343 h 350"/>
                <a:gd name="T12" fmla="*/ 41 w 371"/>
                <a:gd name="T13" fmla="*/ 350 h 350"/>
                <a:gd name="T14" fmla="*/ 48 w 371"/>
                <a:gd name="T15" fmla="*/ 350 h 350"/>
                <a:gd name="T16" fmla="*/ 55 w 371"/>
                <a:gd name="T17" fmla="*/ 350 h 350"/>
                <a:gd name="T18" fmla="*/ 96 w 371"/>
                <a:gd name="T19" fmla="*/ 302 h 350"/>
                <a:gd name="T20" fmla="*/ 108 w 371"/>
                <a:gd name="T21" fmla="*/ 174 h 350"/>
                <a:gd name="T22" fmla="*/ 126 w 371"/>
                <a:gd name="T23" fmla="*/ 128 h 350"/>
                <a:gd name="T24" fmla="*/ 129 w 371"/>
                <a:gd name="T25" fmla="*/ 123 h 350"/>
                <a:gd name="T26" fmla="*/ 150 w 371"/>
                <a:gd name="T27" fmla="*/ 108 h 350"/>
                <a:gd name="T28" fmla="*/ 185 w 371"/>
                <a:gd name="T29" fmla="*/ 104 h 350"/>
                <a:gd name="T30" fmla="*/ 218 w 371"/>
                <a:gd name="T31" fmla="*/ 107 h 350"/>
                <a:gd name="T32" fmla="*/ 234 w 371"/>
                <a:gd name="T33" fmla="*/ 115 h 350"/>
                <a:gd name="T34" fmla="*/ 242 w 371"/>
                <a:gd name="T35" fmla="*/ 123 h 350"/>
                <a:gd name="T36" fmla="*/ 260 w 371"/>
                <a:gd name="T37" fmla="*/ 164 h 350"/>
                <a:gd name="T38" fmla="*/ 275 w 371"/>
                <a:gd name="T39" fmla="*/ 302 h 350"/>
                <a:gd name="T40" fmla="*/ 315 w 371"/>
                <a:gd name="T41" fmla="*/ 350 h 350"/>
                <a:gd name="T42" fmla="*/ 323 w 371"/>
                <a:gd name="T43" fmla="*/ 350 h 350"/>
                <a:gd name="T44" fmla="*/ 330 w 371"/>
                <a:gd name="T45" fmla="*/ 350 h 350"/>
                <a:gd name="T46" fmla="*/ 348 w 371"/>
                <a:gd name="T47" fmla="*/ 343 h 350"/>
                <a:gd name="T48" fmla="*/ 371 w 371"/>
                <a:gd name="T49" fmla="*/ 302 h 350"/>
                <a:gd name="T50" fmla="*/ 356 w 371"/>
                <a:gd name="T51" fmla="*/ 151 h 350"/>
                <a:gd name="T52" fmla="*/ 326 w 371"/>
                <a:gd name="T53" fmla="*/ 77 h 350"/>
                <a:gd name="T54" fmla="*/ 294 w 371"/>
                <a:gd name="T55" fmla="*/ 40 h 350"/>
                <a:gd name="T56" fmla="*/ 294 w 371"/>
                <a:gd name="T57" fmla="*/ 0 h 350"/>
                <a:gd name="T58" fmla="*/ 77 w 371"/>
                <a:gd name="T59" fmla="*/ 0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71" h="350">
                  <a:moveTo>
                    <a:pt x="77" y="0"/>
                  </a:moveTo>
                  <a:cubicBezTo>
                    <a:pt x="77" y="40"/>
                    <a:pt x="77" y="40"/>
                    <a:pt x="77" y="40"/>
                  </a:cubicBezTo>
                  <a:cubicBezTo>
                    <a:pt x="76" y="41"/>
                    <a:pt x="75" y="41"/>
                    <a:pt x="74" y="42"/>
                  </a:cubicBezTo>
                  <a:cubicBezTo>
                    <a:pt x="49" y="63"/>
                    <a:pt x="31" y="95"/>
                    <a:pt x="19" y="137"/>
                  </a:cubicBezTo>
                  <a:cubicBezTo>
                    <a:pt x="6" y="179"/>
                    <a:pt x="0" y="232"/>
                    <a:pt x="0" y="302"/>
                  </a:cubicBezTo>
                  <a:cubicBezTo>
                    <a:pt x="0" y="320"/>
                    <a:pt x="9" y="335"/>
                    <a:pt x="23" y="343"/>
                  </a:cubicBezTo>
                  <a:cubicBezTo>
                    <a:pt x="28" y="347"/>
                    <a:pt x="34" y="349"/>
                    <a:pt x="41" y="350"/>
                  </a:cubicBezTo>
                  <a:cubicBezTo>
                    <a:pt x="43" y="350"/>
                    <a:pt x="45" y="350"/>
                    <a:pt x="48" y="350"/>
                  </a:cubicBezTo>
                  <a:cubicBezTo>
                    <a:pt x="51" y="350"/>
                    <a:pt x="53" y="350"/>
                    <a:pt x="55" y="350"/>
                  </a:cubicBezTo>
                  <a:cubicBezTo>
                    <a:pt x="78" y="346"/>
                    <a:pt x="96" y="326"/>
                    <a:pt x="96" y="302"/>
                  </a:cubicBezTo>
                  <a:cubicBezTo>
                    <a:pt x="96" y="245"/>
                    <a:pt x="101" y="203"/>
                    <a:pt x="108" y="174"/>
                  </a:cubicBezTo>
                  <a:cubicBezTo>
                    <a:pt x="113" y="152"/>
                    <a:pt x="120" y="137"/>
                    <a:pt x="126" y="128"/>
                  </a:cubicBezTo>
                  <a:cubicBezTo>
                    <a:pt x="127" y="126"/>
                    <a:pt x="128" y="125"/>
                    <a:pt x="129" y="123"/>
                  </a:cubicBezTo>
                  <a:cubicBezTo>
                    <a:pt x="137" y="113"/>
                    <a:pt x="142" y="110"/>
                    <a:pt x="150" y="108"/>
                  </a:cubicBezTo>
                  <a:cubicBezTo>
                    <a:pt x="158" y="104"/>
                    <a:pt x="170" y="104"/>
                    <a:pt x="185" y="104"/>
                  </a:cubicBezTo>
                  <a:cubicBezTo>
                    <a:pt x="199" y="104"/>
                    <a:pt x="210" y="104"/>
                    <a:pt x="218" y="107"/>
                  </a:cubicBezTo>
                  <a:cubicBezTo>
                    <a:pt x="224" y="108"/>
                    <a:pt x="229" y="111"/>
                    <a:pt x="234" y="115"/>
                  </a:cubicBezTo>
                  <a:cubicBezTo>
                    <a:pt x="236" y="117"/>
                    <a:pt x="239" y="120"/>
                    <a:pt x="242" y="123"/>
                  </a:cubicBezTo>
                  <a:cubicBezTo>
                    <a:pt x="248" y="131"/>
                    <a:pt x="254" y="144"/>
                    <a:pt x="260" y="164"/>
                  </a:cubicBezTo>
                  <a:cubicBezTo>
                    <a:pt x="268" y="193"/>
                    <a:pt x="275" y="238"/>
                    <a:pt x="275" y="302"/>
                  </a:cubicBezTo>
                  <a:cubicBezTo>
                    <a:pt x="275" y="326"/>
                    <a:pt x="292" y="346"/>
                    <a:pt x="315" y="350"/>
                  </a:cubicBezTo>
                  <a:cubicBezTo>
                    <a:pt x="318" y="350"/>
                    <a:pt x="320" y="350"/>
                    <a:pt x="323" y="350"/>
                  </a:cubicBezTo>
                  <a:cubicBezTo>
                    <a:pt x="325" y="350"/>
                    <a:pt x="328" y="350"/>
                    <a:pt x="330" y="350"/>
                  </a:cubicBezTo>
                  <a:cubicBezTo>
                    <a:pt x="337" y="349"/>
                    <a:pt x="343" y="346"/>
                    <a:pt x="348" y="343"/>
                  </a:cubicBezTo>
                  <a:cubicBezTo>
                    <a:pt x="362" y="335"/>
                    <a:pt x="371" y="320"/>
                    <a:pt x="371" y="302"/>
                  </a:cubicBezTo>
                  <a:cubicBezTo>
                    <a:pt x="371" y="240"/>
                    <a:pt x="366" y="191"/>
                    <a:pt x="356" y="151"/>
                  </a:cubicBezTo>
                  <a:cubicBezTo>
                    <a:pt x="349" y="121"/>
                    <a:pt x="339" y="97"/>
                    <a:pt x="326" y="77"/>
                  </a:cubicBezTo>
                  <a:cubicBezTo>
                    <a:pt x="317" y="62"/>
                    <a:pt x="306" y="50"/>
                    <a:pt x="294" y="40"/>
                  </a:cubicBezTo>
                  <a:cubicBezTo>
                    <a:pt x="294" y="0"/>
                    <a:pt x="294" y="0"/>
                    <a:pt x="294" y="0"/>
                  </a:cubicBezTo>
                  <a:lnTo>
                    <a:pt x="77"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6" name="Freeform 35"/>
            <p:cNvSpPr>
              <a:spLocks/>
            </p:cNvSpPr>
            <p:nvPr/>
          </p:nvSpPr>
          <p:spPr bwMode="auto">
            <a:xfrm>
              <a:off x="4056063" y="1604963"/>
              <a:ext cx="576263" cy="246062"/>
            </a:xfrm>
            <a:custGeom>
              <a:avLst/>
              <a:gdLst>
                <a:gd name="T0" fmla="*/ 75 w 382"/>
                <a:gd name="T1" fmla="*/ 164 h 164"/>
                <a:gd name="T2" fmla="*/ 152 w 382"/>
                <a:gd name="T3" fmla="*/ 164 h 164"/>
                <a:gd name="T4" fmla="*/ 172 w 382"/>
                <a:gd name="T5" fmla="*/ 148 h 164"/>
                <a:gd name="T6" fmla="*/ 174 w 382"/>
                <a:gd name="T7" fmla="*/ 105 h 164"/>
                <a:gd name="T8" fmla="*/ 129 w 382"/>
                <a:gd name="T9" fmla="*/ 101 h 164"/>
                <a:gd name="T10" fmla="*/ 127 w 382"/>
                <a:gd name="T11" fmla="*/ 103 h 164"/>
                <a:gd name="T12" fmla="*/ 83 w 382"/>
                <a:gd name="T13" fmla="*/ 131 h 164"/>
                <a:gd name="T14" fmla="*/ 72 w 382"/>
                <a:gd name="T15" fmla="*/ 136 h 164"/>
                <a:gd name="T16" fmla="*/ 67 w 382"/>
                <a:gd name="T17" fmla="*/ 138 h 164"/>
                <a:gd name="T18" fmla="*/ 75 w 382"/>
                <a:gd name="T19" fmla="*/ 116 h 164"/>
                <a:gd name="T20" fmla="*/ 83 w 382"/>
                <a:gd name="T21" fmla="*/ 122 h 164"/>
                <a:gd name="T22" fmla="*/ 123 w 382"/>
                <a:gd name="T23" fmla="*/ 95 h 164"/>
                <a:gd name="T24" fmla="*/ 124 w 382"/>
                <a:gd name="T25" fmla="*/ 94 h 164"/>
                <a:gd name="T26" fmla="*/ 161 w 382"/>
                <a:gd name="T27" fmla="*/ 58 h 164"/>
                <a:gd name="T28" fmla="*/ 222 w 382"/>
                <a:gd name="T29" fmla="*/ 47 h 164"/>
                <a:gd name="T30" fmla="*/ 265 w 382"/>
                <a:gd name="T31" fmla="*/ 71 h 164"/>
                <a:gd name="T32" fmla="*/ 259 w 382"/>
                <a:gd name="T33" fmla="*/ 95 h 164"/>
                <a:gd name="T34" fmla="*/ 291 w 382"/>
                <a:gd name="T35" fmla="*/ 117 h 164"/>
                <a:gd name="T36" fmla="*/ 300 w 382"/>
                <a:gd name="T37" fmla="*/ 100 h 164"/>
                <a:gd name="T38" fmla="*/ 313 w 382"/>
                <a:gd name="T39" fmla="*/ 128 h 164"/>
                <a:gd name="T40" fmla="*/ 316 w 382"/>
                <a:gd name="T41" fmla="*/ 138 h 164"/>
                <a:gd name="T42" fmla="*/ 308 w 382"/>
                <a:gd name="T43" fmla="*/ 135 h 164"/>
                <a:gd name="T44" fmla="*/ 286 w 382"/>
                <a:gd name="T45" fmla="*/ 124 h 164"/>
                <a:gd name="T46" fmla="*/ 254 w 382"/>
                <a:gd name="T47" fmla="*/ 101 h 164"/>
                <a:gd name="T48" fmla="*/ 222 w 382"/>
                <a:gd name="T49" fmla="*/ 96 h 164"/>
                <a:gd name="T50" fmla="*/ 203 w 382"/>
                <a:gd name="T51" fmla="*/ 136 h 164"/>
                <a:gd name="T52" fmla="*/ 213 w 382"/>
                <a:gd name="T53" fmla="*/ 150 h 164"/>
                <a:gd name="T54" fmla="*/ 300 w 382"/>
                <a:gd name="T55" fmla="*/ 164 h 164"/>
                <a:gd name="T56" fmla="*/ 341 w 382"/>
                <a:gd name="T57" fmla="*/ 164 h 164"/>
                <a:gd name="T58" fmla="*/ 382 w 382"/>
                <a:gd name="T59" fmla="*/ 151 h 164"/>
                <a:gd name="T60" fmla="*/ 333 w 382"/>
                <a:gd name="T61" fmla="*/ 36 h 164"/>
                <a:gd name="T62" fmla="*/ 299 w 382"/>
                <a:gd name="T63" fmla="*/ 7 h 164"/>
                <a:gd name="T64" fmla="*/ 274 w 382"/>
                <a:gd name="T65" fmla="*/ 1 h 164"/>
                <a:gd name="T66" fmla="*/ 114 w 382"/>
                <a:gd name="T67" fmla="*/ 0 h 164"/>
                <a:gd name="T68" fmla="*/ 108 w 382"/>
                <a:gd name="T69" fmla="*/ 1 h 164"/>
                <a:gd name="T70" fmla="*/ 80 w 382"/>
                <a:gd name="T71" fmla="*/ 8 h 164"/>
                <a:gd name="T72" fmla="*/ 16 w 382"/>
                <a:gd name="T73" fmla="*/ 92 h 164"/>
                <a:gd name="T74" fmla="*/ 2 w 382"/>
                <a:gd name="T75"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2" h="164">
                  <a:moveTo>
                    <a:pt x="42" y="164"/>
                  </a:moveTo>
                  <a:cubicBezTo>
                    <a:pt x="75" y="164"/>
                    <a:pt x="75" y="164"/>
                    <a:pt x="75" y="164"/>
                  </a:cubicBezTo>
                  <a:cubicBezTo>
                    <a:pt x="83" y="164"/>
                    <a:pt x="83" y="164"/>
                    <a:pt x="83" y="164"/>
                  </a:cubicBezTo>
                  <a:cubicBezTo>
                    <a:pt x="152" y="164"/>
                    <a:pt x="152" y="164"/>
                    <a:pt x="152" y="164"/>
                  </a:cubicBezTo>
                  <a:cubicBezTo>
                    <a:pt x="162" y="156"/>
                    <a:pt x="169" y="151"/>
                    <a:pt x="170" y="150"/>
                  </a:cubicBezTo>
                  <a:cubicBezTo>
                    <a:pt x="170" y="150"/>
                    <a:pt x="171" y="149"/>
                    <a:pt x="172" y="148"/>
                  </a:cubicBezTo>
                  <a:cubicBezTo>
                    <a:pt x="175" y="145"/>
                    <a:pt x="178" y="141"/>
                    <a:pt x="179" y="136"/>
                  </a:cubicBezTo>
                  <a:cubicBezTo>
                    <a:pt x="183" y="126"/>
                    <a:pt x="181" y="114"/>
                    <a:pt x="174" y="105"/>
                  </a:cubicBezTo>
                  <a:cubicBezTo>
                    <a:pt x="170" y="101"/>
                    <a:pt x="166" y="98"/>
                    <a:pt x="161" y="96"/>
                  </a:cubicBezTo>
                  <a:cubicBezTo>
                    <a:pt x="150" y="92"/>
                    <a:pt x="138" y="93"/>
                    <a:pt x="129" y="101"/>
                  </a:cubicBezTo>
                  <a:cubicBezTo>
                    <a:pt x="129" y="101"/>
                    <a:pt x="129" y="101"/>
                    <a:pt x="128" y="101"/>
                  </a:cubicBezTo>
                  <a:cubicBezTo>
                    <a:pt x="128" y="102"/>
                    <a:pt x="128" y="102"/>
                    <a:pt x="127" y="103"/>
                  </a:cubicBezTo>
                  <a:cubicBezTo>
                    <a:pt x="122" y="106"/>
                    <a:pt x="110" y="115"/>
                    <a:pt x="96" y="124"/>
                  </a:cubicBezTo>
                  <a:cubicBezTo>
                    <a:pt x="92" y="126"/>
                    <a:pt x="88" y="129"/>
                    <a:pt x="83" y="131"/>
                  </a:cubicBezTo>
                  <a:cubicBezTo>
                    <a:pt x="80" y="133"/>
                    <a:pt x="78" y="134"/>
                    <a:pt x="75" y="135"/>
                  </a:cubicBezTo>
                  <a:cubicBezTo>
                    <a:pt x="74" y="135"/>
                    <a:pt x="73" y="136"/>
                    <a:pt x="72" y="136"/>
                  </a:cubicBezTo>
                  <a:cubicBezTo>
                    <a:pt x="70" y="137"/>
                    <a:pt x="69" y="138"/>
                    <a:pt x="67" y="138"/>
                  </a:cubicBezTo>
                  <a:cubicBezTo>
                    <a:pt x="67" y="138"/>
                    <a:pt x="67" y="138"/>
                    <a:pt x="67" y="138"/>
                  </a:cubicBezTo>
                  <a:cubicBezTo>
                    <a:pt x="68" y="135"/>
                    <a:pt x="69" y="131"/>
                    <a:pt x="70" y="128"/>
                  </a:cubicBezTo>
                  <a:cubicBezTo>
                    <a:pt x="72" y="124"/>
                    <a:pt x="73" y="120"/>
                    <a:pt x="75" y="116"/>
                  </a:cubicBezTo>
                  <a:cubicBezTo>
                    <a:pt x="78" y="111"/>
                    <a:pt x="80" y="105"/>
                    <a:pt x="83" y="100"/>
                  </a:cubicBezTo>
                  <a:cubicBezTo>
                    <a:pt x="83" y="122"/>
                    <a:pt x="83" y="122"/>
                    <a:pt x="83" y="122"/>
                  </a:cubicBezTo>
                  <a:cubicBezTo>
                    <a:pt x="86" y="121"/>
                    <a:pt x="89" y="119"/>
                    <a:pt x="92" y="117"/>
                  </a:cubicBezTo>
                  <a:cubicBezTo>
                    <a:pt x="109" y="107"/>
                    <a:pt x="123" y="96"/>
                    <a:pt x="123" y="95"/>
                  </a:cubicBezTo>
                  <a:cubicBezTo>
                    <a:pt x="123" y="95"/>
                    <a:pt x="124" y="95"/>
                    <a:pt x="124" y="95"/>
                  </a:cubicBezTo>
                  <a:cubicBezTo>
                    <a:pt x="124" y="95"/>
                    <a:pt x="124" y="94"/>
                    <a:pt x="124" y="94"/>
                  </a:cubicBezTo>
                  <a:cubicBezTo>
                    <a:pt x="118" y="71"/>
                    <a:pt x="118" y="71"/>
                    <a:pt x="118" y="71"/>
                  </a:cubicBezTo>
                  <a:cubicBezTo>
                    <a:pt x="161" y="58"/>
                    <a:pt x="161" y="58"/>
                    <a:pt x="161" y="58"/>
                  </a:cubicBezTo>
                  <a:cubicBezTo>
                    <a:pt x="161" y="47"/>
                    <a:pt x="161" y="47"/>
                    <a:pt x="161" y="47"/>
                  </a:cubicBezTo>
                  <a:cubicBezTo>
                    <a:pt x="222" y="47"/>
                    <a:pt x="222" y="47"/>
                    <a:pt x="222" y="47"/>
                  </a:cubicBezTo>
                  <a:cubicBezTo>
                    <a:pt x="222" y="58"/>
                    <a:pt x="222" y="58"/>
                    <a:pt x="222" y="58"/>
                  </a:cubicBezTo>
                  <a:cubicBezTo>
                    <a:pt x="265" y="71"/>
                    <a:pt x="265" y="71"/>
                    <a:pt x="265" y="71"/>
                  </a:cubicBezTo>
                  <a:cubicBezTo>
                    <a:pt x="258" y="94"/>
                    <a:pt x="258" y="94"/>
                    <a:pt x="258" y="94"/>
                  </a:cubicBezTo>
                  <a:cubicBezTo>
                    <a:pt x="258" y="94"/>
                    <a:pt x="259" y="95"/>
                    <a:pt x="259" y="95"/>
                  </a:cubicBezTo>
                  <a:cubicBezTo>
                    <a:pt x="259" y="95"/>
                    <a:pt x="259" y="95"/>
                    <a:pt x="259" y="95"/>
                  </a:cubicBezTo>
                  <a:cubicBezTo>
                    <a:pt x="260" y="96"/>
                    <a:pt x="274" y="107"/>
                    <a:pt x="291" y="117"/>
                  </a:cubicBezTo>
                  <a:cubicBezTo>
                    <a:pt x="294" y="119"/>
                    <a:pt x="297" y="121"/>
                    <a:pt x="300" y="122"/>
                  </a:cubicBezTo>
                  <a:cubicBezTo>
                    <a:pt x="300" y="100"/>
                    <a:pt x="300" y="100"/>
                    <a:pt x="300" y="100"/>
                  </a:cubicBezTo>
                  <a:cubicBezTo>
                    <a:pt x="302" y="105"/>
                    <a:pt x="305" y="111"/>
                    <a:pt x="308" y="116"/>
                  </a:cubicBezTo>
                  <a:cubicBezTo>
                    <a:pt x="309" y="120"/>
                    <a:pt x="311" y="124"/>
                    <a:pt x="313" y="128"/>
                  </a:cubicBezTo>
                  <a:cubicBezTo>
                    <a:pt x="314" y="131"/>
                    <a:pt x="315" y="135"/>
                    <a:pt x="316" y="138"/>
                  </a:cubicBezTo>
                  <a:cubicBezTo>
                    <a:pt x="316" y="138"/>
                    <a:pt x="316" y="138"/>
                    <a:pt x="316" y="138"/>
                  </a:cubicBezTo>
                  <a:cubicBezTo>
                    <a:pt x="314" y="138"/>
                    <a:pt x="312" y="137"/>
                    <a:pt x="310" y="136"/>
                  </a:cubicBezTo>
                  <a:cubicBezTo>
                    <a:pt x="309" y="136"/>
                    <a:pt x="308" y="135"/>
                    <a:pt x="308" y="135"/>
                  </a:cubicBezTo>
                  <a:cubicBezTo>
                    <a:pt x="305" y="134"/>
                    <a:pt x="302" y="133"/>
                    <a:pt x="300" y="131"/>
                  </a:cubicBezTo>
                  <a:cubicBezTo>
                    <a:pt x="295" y="129"/>
                    <a:pt x="291" y="126"/>
                    <a:pt x="286" y="124"/>
                  </a:cubicBezTo>
                  <a:cubicBezTo>
                    <a:pt x="272" y="115"/>
                    <a:pt x="260" y="106"/>
                    <a:pt x="256" y="103"/>
                  </a:cubicBezTo>
                  <a:cubicBezTo>
                    <a:pt x="255" y="102"/>
                    <a:pt x="255" y="102"/>
                    <a:pt x="254" y="101"/>
                  </a:cubicBezTo>
                  <a:cubicBezTo>
                    <a:pt x="254" y="101"/>
                    <a:pt x="254" y="101"/>
                    <a:pt x="254" y="101"/>
                  </a:cubicBezTo>
                  <a:cubicBezTo>
                    <a:pt x="245" y="93"/>
                    <a:pt x="232" y="92"/>
                    <a:pt x="222" y="96"/>
                  </a:cubicBezTo>
                  <a:cubicBezTo>
                    <a:pt x="217" y="98"/>
                    <a:pt x="212" y="101"/>
                    <a:pt x="209" y="105"/>
                  </a:cubicBezTo>
                  <a:cubicBezTo>
                    <a:pt x="201" y="114"/>
                    <a:pt x="200" y="126"/>
                    <a:pt x="203" y="136"/>
                  </a:cubicBezTo>
                  <a:cubicBezTo>
                    <a:pt x="205" y="141"/>
                    <a:pt x="207" y="145"/>
                    <a:pt x="211" y="148"/>
                  </a:cubicBezTo>
                  <a:cubicBezTo>
                    <a:pt x="212" y="149"/>
                    <a:pt x="212" y="150"/>
                    <a:pt x="213" y="150"/>
                  </a:cubicBezTo>
                  <a:cubicBezTo>
                    <a:pt x="214" y="151"/>
                    <a:pt x="220" y="156"/>
                    <a:pt x="231" y="164"/>
                  </a:cubicBezTo>
                  <a:cubicBezTo>
                    <a:pt x="300" y="164"/>
                    <a:pt x="300" y="164"/>
                    <a:pt x="300" y="164"/>
                  </a:cubicBezTo>
                  <a:cubicBezTo>
                    <a:pt x="308" y="164"/>
                    <a:pt x="308" y="164"/>
                    <a:pt x="308" y="164"/>
                  </a:cubicBezTo>
                  <a:cubicBezTo>
                    <a:pt x="341" y="164"/>
                    <a:pt x="341" y="164"/>
                    <a:pt x="341" y="164"/>
                  </a:cubicBezTo>
                  <a:cubicBezTo>
                    <a:pt x="381" y="164"/>
                    <a:pt x="381" y="164"/>
                    <a:pt x="381" y="164"/>
                  </a:cubicBezTo>
                  <a:cubicBezTo>
                    <a:pt x="382" y="159"/>
                    <a:pt x="382" y="155"/>
                    <a:pt x="382" y="151"/>
                  </a:cubicBezTo>
                  <a:cubicBezTo>
                    <a:pt x="382" y="130"/>
                    <a:pt x="375" y="112"/>
                    <a:pt x="367" y="92"/>
                  </a:cubicBezTo>
                  <a:cubicBezTo>
                    <a:pt x="358" y="72"/>
                    <a:pt x="346" y="52"/>
                    <a:pt x="333" y="36"/>
                  </a:cubicBezTo>
                  <a:cubicBezTo>
                    <a:pt x="324" y="25"/>
                    <a:pt x="315" y="16"/>
                    <a:pt x="302" y="8"/>
                  </a:cubicBezTo>
                  <a:cubicBezTo>
                    <a:pt x="301" y="8"/>
                    <a:pt x="300" y="7"/>
                    <a:pt x="299" y="7"/>
                  </a:cubicBezTo>
                  <a:cubicBezTo>
                    <a:pt x="292" y="3"/>
                    <a:pt x="284" y="1"/>
                    <a:pt x="275" y="1"/>
                  </a:cubicBezTo>
                  <a:cubicBezTo>
                    <a:pt x="275" y="1"/>
                    <a:pt x="274" y="1"/>
                    <a:pt x="274" y="1"/>
                  </a:cubicBezTo>
                  <a:cubicBezTo>
                    <a:pt x="272" y="0"/>
                    <a:pt x="270" y="0"/>
                    <a:pt x="269" y="0"/>
                  </a:cubicBezTo>
                  <a:cubicBezTo>
                    <a:pt x="114" y="0"/>
                    <a:pt x="114" y="0"/>
                    <a:pt x="114" y="0"/>
                  </a:cubicBezTo>
                  <a:cubicBezTo>
                    <a:pt x="112" y="0"/>
                    <a:pt x="110" y="0"/>
                    <a:pt x="109" y="1"/>
                  </a:cubicBezTo>
                  <a:cubicBezTo>
                    <a:pt x="108" y="1"/>
                    <a:pt x="108" y="1"/>
                    <a:pt x="108" y="1"/>
                  </a:cubicBezTo>
                  <a:cubicBezTo>
                    <a:pt x="98" y="1"/>
                    <a:pt x="91" y="3"/>
                    <a:pt x="84" y="7"/>
                  </a:cubicBezTo>
                  <a:cubicBezTo>
                    <a:pt x="83" y="7"/>
                    <a:pt x="82" y="8"/>
                    <a:pt x="80" y="8"/>
                  </a:cubicBezTo>
                  <a:cubicBezTo>
                    <a:pt x="68" y="16"/>
                    <a:pt x="58" y="25"/>
                    <a:pt x="49" y="36"/>
                  </a:cubicBezTo>
                  <a:cubicBezTo>
                    <a:pt x="36" y="52"/>
                    <a:pt x="25" y="72"/>
                    <a:pt x="16" y="92"/>
                  </a:cubicBezTo>
                  <a:cubicBezTo>
                    <a:pt x="7" y="112"/>
                    <a:pt x="1" y="130"/>
                    <a:pt x="0" y="151"/>
                  </a:cubicBezTo>
                  <a:cubicBezTo>
                    <a:pt x="0" y="155"/>
                    <a:pt x="1" y="159"/>
                    <a:pt x="2" y="164"/>
                  </a:cubicBezTo>
                  <a:lnTo>
                    <a:pt x="42" y="164"/>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7" name="Freeform 36"/>
            <p:cNvSpPr>
              <a:spLocks/>
            </p:cNvSpPr>
            <p:nvPr/>
          </p:nvSpPr>
          <p:spPr bwMode="auto">
            <a:xfrm>
              <a:off x="3933826" y="1863725"/>
              <a:ext cx="822325" cy="636587"/>
            </a:xfrm>
            <a:custGeom>
              <a:avLst/>
              <a:gdLst>
                <a:gd name="T0" fmla="*/ 381 w 545"/>
                <a:gd name="T1" fmla="*/ 0 h 422"/>
                <a:gd name="T2" fmla="*/ 323 w 545"/>
                <a:gd name="T3" fmla="*/ 0 h 422"/>
                <a:gd name="T4" fmla="*/ 309 w 545"/>
                <a:gd name="T5" fmla="*/ 0 h 422"/>
                <a:gd name="T6" fmla="*/ 236 w 545"/>
                <a:gd name="T7" fmla="*/ 0 h 422"/>
                <a:gd name="T8" fmla="*/ 221 w 545"/>
                <a:gd name="T9" fmla="*/ 0 h 422"/>
                <a:gd name="T10" fmla="*/ 164 w 545"/>
                <a:gd name="T11" fmla="*/ 0 h 422"/>
                <a:gd name="T12" fmla="*/ 156 w 545"/>
                <a:gd name="T13" fmla="*/ 0 h 422"/>
                <a:gd name="T14" fmla="*/ 115 w 545"/>
                <a:gd name="T15" fmla="*/ 0 h 422"/>
                <a:gd name="T16" fmla="*/ 85 w 545"/>
                <a:gd name="T17" fmla="*/ 0 h 422"/>
                <a:gd name="T18" fmla="*/ 25 w 545"/>
                <a:gd name="T19" fmla="*/ 0 h 422"/>
                <a:gd name="T20" fmla="*/ 12 w 545"/>
                <a:gd name="T21" fmla="*/ 12 h 422"/>
                <a:gd name="T22" fmla="*/ 12 w 545"/>
                <a:gd name="T23" fmla="*/ 52 h 422"/>
                <a:gd name="T24" fmla="*/ 25 w 545"/>
                <a:gd name="T25" fmla="*/ 64 h 422"/>
                <a:gd name="T26" fmla="*/ 39 w 545"/>
                <a:gd name="T27" fmla="*/ 64 h 422"/>
                <a:gd name="T28" fmla="*/ 28 w 545"/>
                <a:gd name="T29" fmla="*/ 99 h 422"/>
                <a:gd name="T30" fmla="*/ 0 w 545"/>
                <a:gd name="T31" fmla="*/ 422 h 422"/>
                <a:gd name="T32" fmla="*/ 44 w 545"/>
                <a:gd name="T33" fmla="*/ 422 h 422"/>
                <a:gd name="T34" fmla="*/ 54 w 545"/>
                <a:gd name="T35" fmla="*/ 294 h 422"/>
                <a:gd name="T36" fmla="*/ 72 w 545"/>
                <a:gd name="T37" fmla="*/ 103 h 422"/>
                <a:gd name="T38" fmla="*/ 81 w 545"/>
                <a:gd name="T39" fmla="*/ 81 h 422"/>
                <a:gd name="T40" fmla="*/ 106 w 545"/>
                <a:gd name="T41" fmla="*/ 64 h 422"/>
                <a:gd name="T42" fmla="*/ 156 w 545"/>
                <a:gd name="T43" fmla="*/ 64 h 422"/>
                <a:gd name="T44" fmla="*/ 164 w 545"/>
                <a:gd name="T45" fmla="*/ 64 h 422"/>
                <a:gd name="T46" fmla="*/ 381 w 545"/>
                <a:gd name="T47" fmla="*/ 64 h 422"/>
                <a:gd name="T48" fmla="*/ 389 w 545"/>
                <a:gd name="T49" fmla="*/ 64 h 422"/>
                <a:gd name="T50" fmla="*/ 438 w 545"/>
                <a:gd name="T51" fmla="*/ 64 h 422"/>
                <a:gd name="T52" fmla="*/ 464 w 545"/>
                <a:gd name="T53" fmla="*/ 81 h 422"/>
                <a:gd name="T54" fmla="*/ 473 w 545"/>
                <a:gd name="T55" fmla="*/ 103 h 422"/>
                <a:gd name="T56" fmla="*/ 490 w 545"/>
                <a:gd name="T57" fmla="*/ 294 h 422"/>
                <a:gd name="T58" fmla="*/ 501 w 545"/>
                <a:gd name="T59" fmla="*/ 422 h 422"/>
                <a:gd name="T60" fmla="*/ 545 w 545"/>
                <a:gd name="T61" fmla="*/ 422 h 422"/>
                <a:gd name="T62" fmla="*/ 516 w 545"/>
                <a:gd name="T63" fmla="*/ 99 h 422"/>
                <a:gd name="T64" fmla="*/ 506 w 545"/>
                <a:gd name="T65" fmla="*/ 64 h 422"/>
                <a:gd name="T66" fmla="*/ 520 w 545"/>
                <a:gd name="T67" fmla="*/ 64 h 422"/>
                <a:gd name="T68" fmla="*/ 533 w 545"/>
                <a:gd name="T69" fmla="*/ 52 h 422"/>
                <a:gd name="T70" fmla="*/ 533 w 545"/>
                <a:gd name="T71" fmla="*/ 12 h 422"/>
                <a:gd name="T72" fmla="*/ 520 w 545"/>
                <a:gd name="T73" fmla="*/ 0 h 422"/>
                <a:gd name="T74" fmla="*/ 460 w 545"/>
                <a:gd name="T75" fmla="*/ 0 h 422"/>
                <a:gd name="T76" fmla="*/ 430 w 545"/>
                <a:gd name="T77" fmla="*/ 0 h 422"/>
                <a:gd name="T78" fmla="*/ 389 w 545"/>
                <a:gd name="T79" fmla="*/ 0 h 422"/>
                <a:gd name="T80" fmla="*/ 381 w 545"/>
                <a:gd name="T81" fmla="*/ 0 h 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45" h="422">
                  <a:moveTo>
                    <a:pt x="381" y="0"/>
                  </a:moveTo>
                  <a:cubicBezTo>
                    <a:pt x="323" y="0"/>
                    <a:pt x="323" y="0"/>
                    <a:pt x="323" y="0"/>
                  </a:cubicBezTo>
                  <a:cubicBezTo>
                    <a:pt x="309" y="0"/>
                    <a:pt x="309" y="0"/>
                    <a:pt x="309" y="0"/>
                  </a:cubicBezTo>
                  <a:cubicBezTo>
                    <a:pt x="236" y="0"/>
                    <a:pt x="236" y="0"/>
                    <a:pt x="236" y="0"/>
                  </a:cubicBezTo>
                  <a:cubicBezTo>
                    <a:pt x="221" y="0"/>
                    <a:pt x="221" y="0"/>
                    <a:pt x="221" y="0"/>
                  </a:cubicBezTo>
                  <a:cubicBezTo>
                    <a:pt x="164" y="0"/>
                    <a:pt x="164" y="0"/>
                    <a:pt x="164" y="0"/>
                  </a:cubicBezTo>
                  <a:cubicBezTo>
                    <a:pt x="156" y="0"/>
                    <a:pt x="156" y="0"/>
                    <a:pt x="156" y="0"/>
                  </a:cubicBezTo>
                  <a:cubicBezTo>
                    <a:pt x="115" y="0"/>
                    <a:pt x="115" y="0"/>
                    <a:pt x="115" y="0"/>
                  </a:cubicBezTo>
                  <a:cubicBezTo>
                    <a:pt x="85" y="0"/>
                    <a:pt x="85" y="0"/>
                    <a:pt x="85" y="0"/>
                  </a:cubicBezTo>
                  <a:cubicBezTo>
                    <a:pt x="25" y="0"/>
                    <a:pt x="25" y="0"/>
                    <a:pt x="25" y="0"/>
                  </a:cubicBezTo>
                  <a:cubicBezTo>
                    <a:pt x="18" y="0"/>
                    <a:pt x="12" y="5"/>
                    <a:pt x="12" y="12"/>
                  </a:cubicBezTo>
                  <a:cubicBezTo>
                    <a:pt x="12" y="52"/>
                    <a:pt x="12" y="52"/>
                    <a:pt x="12" y="52"/>
                  </a:cubicBezTo>
                  <a:cubicBezTo>
                    <a:pt x="12" y="59"/>
                    <a:pt x="18" y="64"/>
                    <a:pt x="25" y="64"/>
                  </a:cubicBezTo>
                  <a:cubicBezTo>
                    <a:pt x="39" y="64"/>
                    <a:pt x="39" y="64"/>
                    <a:pt x="39" y="64"/>
                  </a:cubicBezTo>
                  <a:cubicBezTo>
                    <a:pt x="33" y="74"/>
                    <a:pt x="29" y="86"/>
                    <a:pt x="28" y="99"/>
                  </a:cubicBezTo>
                  <a:cubicBezTo>
                    <a:pt x="21" y="171"/>
                    <a:pt x="4" y="367"/>
                    <a:pt x="0" y="422"/>
                  </a:cubicBezTo>
                  <a:cubicBezTo>
                    <a:pt x="44" y="422"/>
                    <a:pt x="44" y="422"/>
                    <a:pt x="44" y="422"/>
                  </a:cubicBezTo>
                  <a:cubicBezTo>
                    <a:pt x="46" y="397"/>
                    <a:pt x="50" y="348"/>
                    <a:pt x="54" y="294"/>
                  </a:cubicBezTo>
                  <a:cubicBezTo>
                    <a:pt x="60" y="216"/>
                    <a:pt x="68" y="144"/>
                    <a:pt x="72" y="103"/>
                  </a:cubicBezTo>
                  <a:cubicBezTo>
                    <a:pt x="73" y="93"/>
                    <a:pt x="76" y="86"/>
                    <a:pt x="81" y="81"/>
                  </a:cubicBezTo>
                  <a:cubicBezTo>
                    <a:pt x="86" y="74"/>
                    <a:pt x="95" y="68"/>
                    <a:pt x="106" y="64"/>
                  </a:cubicBezTo>
                  <a:cubicBezTo>
                    <a:pt x="156" y="64"/>
                    <a:pt x="156" y="64"/>
                    <a:pt x="156" y="64"/>
                  </a:cubicBezTo>
                  <a:cubicBezTo>
                    <a:pt x="164" y="64"/>
                    <a:pt x="164" y="64"/>
                    <a:pt x="164" y="64"/>
                  </a:cubicBezTo>
                  <a:cubicBezTo>
                    <a:pt x="381" y="64"/>
                    <a:pt x="381" y="64"/>
                    <a:pt x="381" y="64"/>
                  </a:cubicBezTo>
                  <a:cubicBezTo>
                    <a:pt x="389" y="64"/>
                    <a:pt x="389" y="64"/>
                    <a:pt x="389" y="64"/>
                  </a:cubicBezTo>
                  <a:cubicBezTo>
                    <a:pt x="438" y="64"/>
                    <a:pt x="438" y="64"/>
                    <a:pt x="438" y="64"/>
                  </a:cubicBezTo>
                  <a:cubicBezTo>
                    <a:pt x="449" y="68"/>
                    <a:pt x="458" y="74"/>
                    <a:pt x="464" y="81"/>
                  </a:cubicBezTo>
                  <a:cubicBezTo>
                    <a:pt x="468" y="86"/>
                    <a:pt x="472" y="93"/>
                    <a:pt x="473" y="103"/>
                  </a:cubicBezTo>
                  <a:cubicBezTo>
                    <a:pt x="477" y="144"/>
                    <a:pt x="484" y="216"/>
                    <a:pt x="490" y="294"/>
                  </a:cubicBezTo>
                  <a:cubicBezTo>
                    <a:pt x="495" y="348"/>
                    <a:pt x="499" y="397"/>
                    <a:pt x="501" y="422"/>
                  </a:cubicBezTo>
                  <a:cubicBezTo>
                    <a:pt x="545" y="422"/>
                    <a:pt x="545" y="422"/>
                    <a:pt x="545" y="422"/>
                  </a:cubicBezTo>
                  <a:cubicBezTo>
                    <a:pt x="540" y="367"/>
                    <a:pt x="524" y="171"/>
                    <a:pt x="516" y="99"/>
                  </a:cubicBezTo>
                  <a:cubicBezTo>
                    <a:pt x="515" y="86"/>
                    <a:pt x="511" y="74"/>
                    <a:pt x="506" y="64"/>
                  </a:cubicBezTo>
                  <a:cubicBezTo>
                    <a:pt x="520" y="64"/>
                    <a:pt x="520" y="64"/>
                    <a:pt x="520" y="64"/>
                  </a:cubicBezTo>
                  <a:cubicBezTo>
                    <a:pt x="527" y="64"/>
                    <a:pt x="533" y="59"/>
                    <a:pt x="533" y="52"/>
                  </a:cubicBezTo>
                  <a:cubicBezTo>
                    <a:pt x="533" y="12"/>
                    <a:pt x="533" y="12"/>
                    <a:pt x="533" y="12"/>
                  </a:cubicBezTo>
                  <a:cubicBezTo>
                    <a:pt x="533" y="5"/>
                    <a:pt x="527" y="0"/>
                    <a:pt x="520" y="0"/>
                  </a:cubicBezTo>
                  <a:cubicBezTo>
                    <a:pt x="460" y="0"/>
                    <a:pt x="460" y="0"/>
                    <a:pt x="460" y="0"/>
                  </a:cubicBezTo>
                  <a:cubicBezTo>
                    <a:pt x="430" y="0"/>
                    <a:pt x="430" y="0"/>
                    <a:pt x="430" y="0"/>
                  </a:cubicBezTo>
                  <a:cubicBezTo>
                    <a:pt x="389" y="0"/>
                    <a:pt x="389" y="0"/>
                    <a:pt x="389" y="0"/>
                  </a:cubicBezTo>
                  <a:lnTo>
                    <a:pt x="381"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38" name="组合 37"/>
          <p:cNvGrpSpPr/>
          <p:nvPr/>
        </p:nvGrpSpPr>
        <p:grpSpPr>
          <a:xfrm>
            <a:off x="219076" y="3314700"/>
            <a:ext cx="1327150" cy="1204913"/>
            <a:chOff x="219076" y="3314700"/>
            <a:chExt cx="1327150" cy="1204913"/>
          </a:xfrm>
        </p:grpSpPr>
        <p:sp>
          <p:nvSpPr>
            <p:cNvPr id="39" name="Freeform 37"/>
            <p:cNvSpPr>
              <a:spLocks/>
            </p:cNvSpPr>
            <p:nvPr/>
          </p:nvSpPr>
          <p:spPr bwMode="auto">
            <a:xfrm>
              <a:off x="569913" y="3314700"/>
              <a:ext cx="306388" cy="304800"/>
            </a:xfrm>
            <a:custGeom>
              <a:avLst/>
              <a:gdLst>
                <a:gd name="T0" fmla="*/ 155 w 203"/>
                <a:gd name="T1" fmla="*/ 29 h 203"/>
                <a:gd name="T2" fmla="*/ 29 w 203"/>
                <a:gd name="T3" fmla="*/ 48 h 203"/>
                <a:gd name="T4" fmla="*/ 48 w 203"/>
                <a:gd name="T5" fmla="*/ 174 h 203"/>
                <a:gd name="T6" fmla="*/ 174 w 203"/>
                <a:gd name="T7" fmla="*/ 155 h 203"/>
                <a:gd name="T8" fmla="*/ 155 w 203"/>
                <a:gd name="T9" fmla="*/ 29 h 203"/>
              </a:gdLst>
              <a:ahLst/>
              <a:cxnLst>
                <a:cxn ang="0">
                  <a:pos x="T0" y="T1"/>
                </a:cxn>
                <a:cxn ang="0">
                  <a:pos x="T2" y="T3"/>
                </a:cxn>
                <a:cxn ang="0">
                  <a:pos x="T4" y="T5"/>
                </a:cxn>
                <a:cxn ang="0">
                  <a:pos x="T6" y="T7"/>
                </a:cxn>
                <a:cxn ang="0">
                  <a:pos x="T8" y="T9"/>
                </a:cxn>
              </a:cxnLst>
              <a:rect l="0" t="0" r="r" b="b"/>
              <a:pathLst>
                <a:path w="203" h="203">
                  <a:moveTo>
                    <a:pt x="155" y="29"/>
                  </a:moveTo>
                  <a:cubicBezTo>
                    <a:pt x="115" y="0"/>
                    <a:pt x="59" y="8"/>
                    <a:pt x="29" y="48"/>
                  </a:cubicBezTo>
                  <a:cubicBezTo>
                    <a:pt x="0" y="88"/>
                    <a:pt x="8" y="144"/>
                    <a:pt x="48" y="174"/>
                  </a:cubicBezTo>
                  <a:cubicBezTo>
                    <a:pt x="88" y="203"/>
                    <a:pt x="144" y="195"/>
                    <a:pt x="174" y="155"/>
                  </a:cubicBezTo>
                  <a:cubicBezTo>
                    <a:pt x="203" y="115"/>
                    <a:pt x="195" y="59"/>
                    <a:pt x="155" y="2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0" name="Freeform 38"/>
            <p:cNvSpPr>
              <a:spLocks/>
            </p:cNvSpPr>
            <p:nvPr/>
          </p:nvSpPr>
          <p:spPr bwMode="auto">
            <a:xfrm>
              <a:off x="385763" y="3598863"/>
              <a:ext cx="547688" cy="920750"/>
            </a:xfrm>
            <a:custGeom>
              <a:avLst/>
              <a:gdLst>
                <a:gd name="T0" fmla="*/ 78 w 364"/>
                <a:gd name="T1" fmla="*/ 362 h 611"/>
                <a:gd name="T2" fmla="*/ 88 w 364"/>
                <a:gd name="T3" fmla="*/ 364 h 611"/>
                <a:gd name="T4" fmla="*/ 98 w 364"/>
                <a:gd name="T5" fmla="*/ 365 h 611"/>
                <a:gd name="T6" fmla="*/ 99 w 364"/>
                <a:gd name="T7" fmla="*/ 365 h 611"/>
                <a:gd name="T8" fmla="*/ 99 w 364"/>
                <a:gd name="T9" fmla="*/ 365 h 611"/>
                <a:gd name="T10" fmla="*/ 99 w 364"/>
                <a:gd name="T11" fmla="*/ 365 h 611"/>
                <a:gd name="T12" fmla="*/ 106 w 364"/>
                <a:gd name="T13" fmla="*/ 365 h 611"/>
                <a:gd name="T14" fmla="*/ 257 w 364"/>
                <a:gd name="T15" fmla="*/ 365 h 611"/>
                <a:gd name="T16" fmla="*/ 235 w 364"/>
                <a:gd name="T17" fmla="*/ 555 h 611"/>
                <a:gd name="T18" fmla="*/ 279 w 364"/>
                <a:gd name="T19" fmla="*/ 611 h 611"/>
                <a:gd name="T20" fmla="*/ 285 w 364"/>
                <a:gd name="T21" fmla="*/ 611 h 611"/>
                <a:gd name="T22" fmla="*/ 335 w 364"/>
                <a:gd name="T23" fmla="*/ 567 h 611"/>
                <a:gd name="T24" fmla="*/ 363 w 364"/>
                <a:gd name="T25" fmla="*/ 321 h 611"/>
                <a:gd name="T26" fmla="*/ 350 w 364"/>
                <a:gd name="T27" fmla="*/ 282 h 611"/>
                <a:gd name="T28" fmla="*/ 313 w 364"/>
                <a:gd name="T29" fmla="*/ 265 h 611"/>
                <a:gd name="T30" fmla="*/ 147 w 364"/>
                <a:gd name="T31" fmla="*/ 265 h 611"/>
                <a:gd name="T32" fmla="*/ 190 w 364"/>
                <a:gd name="T33" fmla="*/ 149 h 611"/>
                <a:gd name="T34" fmla="*/ 162 w 364"/>
                <a:gd name="T35" fmla="*/ 136 h 611"/>
                <a:gd name="T36" fmla="*/ 122 w 364"/>
                <a:gd name="T37" fmla="*/ 110 h 611"/>
                <a:gd name="T38" fmla="*/ 108 w 364"/>
                <a:gd name="T39" fmla="*/ 82 h 611"/>
                <a:gd name="T40" fmla="*/ 117 w 364"/>
                <a:gd name="T41" fmla="*/ 53 h 611"/>
                <a:gd name="T42" fmla="*/ 148 w 364"/>
                <a:gd name="T43" fmla="*/ 39 h 611"/>
                <a:gd name="T44" fmla="*/ 152 w 364"/>
                <a:gd name="T45" fmla="*/ 39 h 611"/>
                <a:gd name="T46" fmla="*/ 174 w 364"/>
                <a:gd name="T47" fmla="*/ 48 h 611"/>
                <a:gd name="T48" fmla="*/ 175 w 364"/>
                <a:gd name="T49" fmla="*/ 49 h 611"/>
                <a:gd name="T50" fmla="*/ 180 w 364"/>
                <a:gd name="T51" fmla="*/ 53 h 611"/>
                <a:gd name="T52" fmla="*/ 200 w 364"/>
                <a:gd name="T53" fmla="*/ 66 h 611"/>
                <a:gd name="T54" fmla="*/ 215 w 364"/>
                <a:gd name="T55" fmla="*/ 73 h 611"/>
                <a:gd name="T56" fmla="*/ 260 w 364"/>
                <a:gd name="T57" fmla="*/ 83 h 611"/>
                <a:gd name="T58" fmla="*/ 260 w 364"/>
                <a:gd name="T59" fmla="*/ 83 h 611"/>
                <a:gd name="T60" fmla="*/ 301 w 364"/>
                <a:gd name="T61" fmla="*/ 71 h 611"/>
                <a:gd name="T62" fmla="*/ 329 w 364"/>
                <a:gd name="T63" fmla="*/ 45 h 611"/>
                <a:gd name="T64" fmla="*/ 312 w 364"/>
                <a:gd name="T65" fmla="*/ 37 h 611"/>
                <a:gd name="T66" fmla="*/ 297 w 364"/>
                <a:gd name="T67" fmla="*/ 51 h 611"/>
                <a:gd name="T68" fmla="*/ 263 w 364"/>
                <a:gd name="T69" fmla="*/ 63 h 611"/>
                <a:gd name="T70" fmla="*/ 223 w 364"/>
                <a:gd name="T71" fmla="*/ 48 h 611"/>
                <a:gd name="T72" fmla="*/ 210 w 364"/>
                <a:gd name="T73" fmla="*/ 37 h 611"/>
                <a:gd name="T74" fmla="*/ 206 w 364"/>
                <a:gd name="T75" fmla="*/ 33 h 611"/>
                <a:gd name="T76" fmla="*/ 205 w 364"/>
                <a:gd name="T77" fmla="*/ 32 h 611"/>
                <a:gd name="T78" fmla="*/ 205 w 364"/>
                <a:gd name="T79" fmla="*/ 32 h 611"/>
                <a:gd name="T80" fmla="*/ 205 w 364"/>
                <a:gd name="T81" fmla="*/ 32 h 611"/>
                <a:gd name="T82" fmla="*/ 205 w 364"/>
                <a:gd name="T83" fmla="*/ 32 h 611"/>
                <a:gd name="T84" fmla="*/ 204 w 364"/>
                <a:gd name="T85" fmla="*/ 30 h 611"/>
                <a:gd name="T86" fmla="*/ 187 w 364"/>
                <a:gd name="T87" fmla="*/ 16 h 611"/>
                <a:gd name="T88" fmla="*/ 71 w 364"/>
                <a:gd name="T89" fmla="*/ 61 h 611"/>
                <a:gd name="T90" fmla="*/ 2 w 364"/>
                <a:gd name="T91" fmla="*/ 273 h 611"/>
                <a:gd name="T92" fmla="*/ 78 w 364"/>
                <a:gd name="T93" fmla="*/ 362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64" h="611">
                  <a:moveTo>
                    <a:pt x="78" y="362"/>
                  </a:moveTo>
                  <a:cubicBezTo>
                    <a:pt x="81" y="362"/>
                    <a:pt x="84" y="363"/>
                    <a:pt x="88" y="364"/>
                  </a:cubicBezTo>
                  <a:cubicBezTo>
                    <a:pt x="91" y="364"/>
                    <a:pt x="94" y="365"/>
                    <a:pt x="98" y="365"/>
                  </a:cubicBezTo>
                  <a:cubicBezTo>
                    <a:pt x="98" y="365"/>
                    <a:pt x="99" y="365"/>
                    <a:pt x="99" y="365"/>
                  </a:cubicBezTo>
                  <a:cubicBezTo>
                    <a:pt x="99" y="365"/>
                    <a:pt x="99" y="365"/>
                    <a:pt x="99" y="365"/>
                  </a:cubicBezTo>
                  <a:cubicBezTo>
                    <a:pt x="99" y="365"/>
                    <a:pt x="99" y="365"/>
                    <a:pt x="99" y="365"/>
                  </a:cubicBezTo>
                  <a:cubicBezTo>
                    <a:pt x="101" y="365"/>
                    <a:pt x="104" y="365"/>
                    <a:pt x="106" y="365"/>
                  </a:cubicBezTo>
                  <a:cubicBezTo>
                    <a:pt x="257" y="365"/>
                    <a:pt x="257" y="365"/>
                    <a:pt x="257" y="365"/>
                  </a:cubicBezTo>
                  <a:cubicBezTo>
                    <a:pt x="235" y="555"/>
                    <a:pt x="235" y="555"/>
                    <a:pt x="235" y="555"/>
                  </a:cubicBezTo>
                  <a:cubicBezTo>
                    <a:pt x="232" y="583"/>
                    <a:pt x="252" y="608"/>
                    <a:pt x="279" y="611"/>
                  </a:cubicBezTo>
                  <a:cubicBezTo>
                    <a:pt x="281" y="611"/>
                    <a:pt x="283" y="611"/>
                    <a:pt x="285" y="611"/>
                  </a:cubicBezTo>
                  <a:cubicBezTo>
                    <a:pt x="310" y="611"/>
                    <a:pt x="332" y="592"/>
                    <a:pt x="335" y="567"/>
                  </a:cubicBezTo>
                  <a:cubicBezTo>
                    <a:pt x="363" y="321"/>
                    <a:pt x="363" y="321"/>
                    <a:pt x="363" y="321"/>
                  </a:cubicBezTo>
                  <a:cubicBezTo>
                    <a:pt x="364" y="306"/>
                    <a:pt x="360" y="292"/>
                    <a:pt x="350" y="282"/>
                  </a:cubicBezTo>
                  <a:cubicBezTo>
                    <a:pt x="341" y="271"/>
                    <a:pt x="327" y="265"/>
                    <a:pt x="313" y="265"/>
                  </a:cubicBezTo>
                  <a:cubicBezTo>
                    <a:pt x="147" y="265"/>
                    <a:pt x="147" y="265"/>
                    <a:pt x="147" y="265"/>
                  </a:cubicBezTo>
                  <a:cubicBezTo>
                    <a:pt x="158" y="224"/>
                    <a:pt x="175" y="184"/>
                    <a:pt x="190" y="149"/>
                  </a:cubicBezTo>
                  <a:cubicBezTo>
                    <a:pt x="181" y="145"/>
                    <a:pt x="171" y="141"/>
                    <a:pt x="162" y="136"/>
                  </a:cubicBezTo>
                  <a:cubicBezTo>
                    <a:pt x="140" y="124"/>
                    <a:pt x="126" y="113"/>
                    <a:pt x="122" y="110"/>
                  </a:cubicBezTo>
                  <a:cubicBezTo>
                    <a:pt x="114" y="102"/>
                    <a:pt x="109" y="93"/>
                    <a:pt x="108" y="82"/>
                  </a:cubicBezTo>
                  <a:cubicBezTo>
                    <a:pt x="107" y="71"/>
                    <a:pt x="110" y="61"/>
                    <a:pt x="117" y="53"/>
                  </a:cubicBezTo>
                  <a:cubicBezTo>
                    <a:pt x="125" y="44"/>
                    <a:pt x="136" y="39"/>
                    <a:pt x="148" y="39"/>
                  </a:cubicBezTo>
                  <a:cubicBezTo>
                    <a:pt x="149" y="39"/>
                    <a:pt x="151" y="39"/>
                    <a:pt x="152" y="39"/>
                  </a:cubicBezTo>
                  <a:cubicBezTo>
                    <a:pt x="160" y="40"/>
                    <a:pt x="167" y="43"/>
                    <a:pt x="174" y="48"/>
                  </a:cubicBezTo>
                  <a:cubicBezTo>
                    <a:pt x="175" y="49"/>
                    <a:pt x="175" y="49"/>
                    <a:pt x="175" y="49"/>
                  </a:cubicBezTo>
                  <a:cubicBezTo>
                    <a:pt x="176" y="50"/>
                    <a:pt x="178" y="52"/>
                    <a:pt x="180" y="53"/>
                  </a:cubicBezTo>
                  <a:cubicBezTo>
                    <a:pt x="184" y="56"/>
                    <a:pt x="191" y="61"/>
                    <a:pt x="200" y="66"/>
                  </a:cubicBezTo>
                  <a:cubicBezTo>
                    <a:pt x="204" y="68"/>
                    <a:pt x="209" y="70"/>
                    <a:pt x="215" y="73"/>
                  </a:cubicBezTo>
                  <a:cubicBezTo>
                    <a:pt x="228" y="78"/>
                    <a:pt x="243" y="83"/>
                    <a:pt x="260" y="83"/>
                  </a:cubicBezTo>
                  <a:cubicBezTo>
                    <a:pt x="260" y="83"/>
                    <a:pt x="260" y="83"/>
                    <a:pt x="260" y="83"/>
                  </a:cubicBezTo>
                  <a:cubicBezTo>
                    <a:pt x="275" y="83"/>
                    <a:pt x="289" y="79"/>
                    <a:pt x="301" y="71"/>
                  </a:cubicBezTo>
                  <a:cubicBezTo>
                    <a:pt x="311" y="65"/>
                    <a:pt x="320" y="56"/>
                    <a:pt x="329" y="45"/>
                  </a:cubicBezTo>
                  <a:cubicBezTo>
                    <a:pt x="312" y="37"/>
                    <a:pt x="312" y="37"/>
                    <a:pt x="312" y="37"/>
                  </a:cubicBezTo>
                  <a:cubicBezTo>
                    <a:pt x="307" y="43"/>
                    <a:pt x="301" y="48"/>
                    <a:pt x="297" y="51"/>
                  </a:cubicBezTo>
                  <a:cubicBezTo>
                    <a:pt x="283" y="60"/>
                    <a:pt x="273" y="63"/>
                    <a:pt x="263" y="63"/>
                  </a:cubicBezTo>
                  <a:cubicBezTo>
                    <a:pt x="249" y="63"/>
                    <a:pt x="234" y="56"/>
                    <a:pt x="223" y="48"/>
                  </a:cubicBezTo>
                  <a:cubicBezTo>
                    <a:pt x="217" y="44"/>
                    <a:pt x="213" y="40"/>
                    <a:pt x="210" y="37"/>
                  </a:cubicBezTo>
                  <a:cubicBezTo>
                    <a:pt x="208" y="35"/>
                    <a:pt x="207" y="34"/>
                    <a:pt x="206" y="33"/>
                  </a:cubicBezTo>
                  <a:cubicBezTo>
                    <a:pt x="206" y="33"/>
                    <a:pt x="206" y="33"/>
                    <a:pt x="205" y="32"/>
                  </a:cubicBezTo>
                  <a:cubicBezTo>
                    <a:pt x="205" y="32"/>
                    <a:pt x="205" y="32"/>
                    <a:pt x="205" y="32"/>
                  </a:cubicBezTo>
                  <a:cubicBezTo>
                    <a:pt x="205" y="32"/>
                    <a:pt x="205" y="32"/>
                    <a:pt x="205" y="32"/>
                  </a:cubicBezTo>
                  <a:cubicBezTo>
                    <a:pt x="205" y="32"/>
                    <a:pt x="205" y="32"/>
                    <a:pt x="205" y="32"/>
                  </a:cubicBezTo>
                  <a:cubicBezTo>
                    <a:pt x="205" y="32"/>
                    <a:pt x="204" y="31"/>
                    <a:pt x="204" y="30"/>
                  </a:cubicBezTo>
                  <a:cubicBezTo>
                    <a:pt x="199" y="24"/>
                    <a:pt x="194" y="19"/>
                    <a:pt x="187" y="16"/>
                  </a:cubicBezTo>
                  <a:cubicBezTo>
                    <a:pt x="155" y="0"/>
                    <a:pt x="103" y="8"/>
                    <a:pt x="71" y="61"/>
                  </a:cubicBezTo>
                  <a:cubicBezTo>
                    <a:pt x="27" y="134"/>
                    <a:pt x="10" y="184"/>
                    <a:pt x="2" y="273"/>
                  </a:cubicBezTo>
                  <a:cubicBezTo>
                    <a:pt x="0" y="339"/>
                    <a:pt x="42" y="354"/>
                    <a:pt x="78" y="36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1" name="Freeform 39"/>
            <p:cNvSpPr>
              <a:spLocks/>
            </p:cNvSpPr>
            <p:nvPr/>
          </p:nvSpPr>
          <p:spPr bwMode="auto">
            <a:xfrm>
              <a:off x="219076" y="4176713"/>
              <a:ext cx="492125" cy="341312"/>
            </a:xfrm>
            <a:custGeom>
              <a:avLst/>
              <a:gdLst>
                <a:gd name="T0" fmla="*/ 241 w 326"/>
                <a:gd name="T1" fmla="*/ 0 h 226"/>
                <a:gd name="T2" fmla="*/ 84 w 326"/>
                <a:gd name="T3" fmla="*/ 0 h 226"/>
                <a:gd name="T4" fmla="*/ 0 w 326"/>
                <a:gd name="T5" fmla="*/ 226 h 226"/>
                <a:gd name="T6" fmla="*/ 326 w 326"/>
                <a:gd name="T7" fmla="*/ 226 h 226"/>
                <a:gd name="T8" fmla="*/ 241 w 326"/>
                <a:gd name="T9" fmla="*/ 0 h 226"/>
              </a:gdLst>
              <a:ahLst/>
              <a:cxnLst>
                <a:cxn ang="0">
                  <a:pos x="T0" y="T1"/>
                </a:cxn>
                <a:cxn ang="0">
                  <a:pos x="T2" y="T3"/>
                </a:cxn>
                <a:cxn ang="0">
                  <a:pos x="T4" y="T5"/>
                </a:cxn>
                <a:cxn ang="0">
                  <a:pos x="T6" y="T7"/>
                </a:cxn>
                <a:cxn ang="0">
                  <a:pos x="T8" y="T9"/>
                </a:cxn>
              </a:cxnLst>
              <a:rect l="0" t="0" r="r" b="b"/>
              <a:pathLst>
                <a:path w="326" h="226">
                  <a:moveTo>
                    <a:pt x="241" y="0"/>
                  </a:moveTo>
                  <a:cubicBezTo>
                    <a:pt x="84" y="0"/>
                    <a:pt x="84" y="0"/>
                    <a:pt x="84" y="0"/>
                  </a:cubicBezTo>
                  <a:cubicBezTo>
                    <a:pt x="13" y="0"/>
                    <a:pt x="0" y="226"/>
                    <a:pt x="0" y="226"/>
                  </a:cubicBezTo>
                  <a:cubicBezTo>
                    <a:pt x="326" y="226"/>
                    <a:pt x="326" y="226"/>
                    <a:pt x="326" y="226"/>
                  </a:cubicBezTo>
                  <a:cubicBezTo>
                    <a:pt x="326" y="226"/>
                    <a:pt x="312" y="0"/>
                    <a:pt x="241"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2" name="Freeform 40"/>
            <p:cNvSpPr>
              <a:spLocks/>
            </p:cNvSpPr>
            <p:nvPr/>
          </p:nvSpPr>
          <p:spPr bwMode="auto">
            <a:xfrm>
              <a:off x="869951" y="3513138"/>
              <a:ext cx="215900" cy="133350"/>
            </a:xfrm>
            <a:custGeom>
              <a:avLst/>
              <a:gdLst>
                <a:gd name="T0" fmla="*/ 34 w 143"/>
                <a:gd name="T1" fmla="*/ 41 h 88"/>
                <a:gd name="T2" fmla="*/ 65 w 143"/>
                <a:gd name="T3" fmla="*/ 55 h 88"/>
                <a:gd name="T4" fmla="*/ 78 w 143"/>
                <a:gd name="T5" fmla="*/ 59 h 88"/>
                <a:gd name="T6" fmla="*/ 79 w 143"/>
                <a:gd name="T7" fmla="*/ 60 h 88"/>
                <a:gd name="T8" fmla="*/ 88 w 143"/>
                <a:gd name="T9" fmla="*/ 66 h 88"/>
                <a:gd name="T10" fmla="*/ 130 w 143"/>
                <a:gd name="T11" fmla="*/ 86 h 88"/>
                <a:gd name="T12" fmla="*/ 133 w 143"/>
                <a:gd name="T13" fmla="*/ 88 h 88"/>
                <a:gd name="T14" fmla="*/ 86 w 143"/>
                <a:gd name="T15" fmla="*/ 17 h 88"/>
                <a:gd name="T16" fmla="*/ 0 w 143"/>
                <a:gd name="T17" fmla="*/ 25 h 88"/>
                <a:gd name="T18" fmla="*/ 4 w 143"/>
                <a:gd name="T19" fmla="*/ 26 h 88"/>
                <a:gd name="T20" fmla="*/ 34 w 143"/>
                <a:gd name="T21" fmla="*/ 4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 h="88">
                  <a:moveTo>
                    <a:pt x="34" y="41"/>
                  </a:moveTo>
                  <a:cubicBezTo>
                    <a:pt x="65" y="55"/>
                    <a:pt x="65" y="55"/>
                    <a:pt x="65" y="55"/>
                  </a:cubicBezTo>
                  <a:cubicBezTo>
                    <a:pt x="69" y="56"/>
                    <a:pt x="74" y="57"/>
                    <a:pt x="78" y="59"/>
                  </a:cubicBezTo>
                  <a:cubicBezTo>
                    <a:pt x="79" y="59"/>
                    <a:pt x="79" y="60"/>
                    <a:pt x="79" y="60"/>
                  </a:cubicBezTo>
                  <a:cubicBezTo>
                    <a:pt x="82" y="61"/>
                    <a:pt x="85" y="64"/>
                    <a:pt x="88" y="66"/>
                  </a:cubicBezTo>
                  <a:cubicBezTo>
                    <a:pt x="130" y="86"/>
                    <a:pt x="130" y="86"/>
                    <a:pt x="130" y="86"/>
                  </a:cubicBezTo>
                  <a:cubicBezTo>
                    <a:pt x="131" y="86"/>
                    <a:pt x="132" y="87"/>
                    <a:pt x="133" y="88"/>
                  </a:cubicBezTo>
                  <a:cubicBezTo>
                    <a:pt x="143" y="67"/>
                    <a:pt x="122" y="34"/>
                    <a:pt x="86" y="17"/>
                  </a:cubicBezTo>
                  <a:cubicBezTo>
                    <a:pt x="49" y="0"/>
                    <a:pt x="10" y="4"/>
                    <a:pt x="0" y="25"/>
                  </a:cubicBezTo>
                  <a:cubicBezTo>
                    <a:pt x="2" y="26"/>
                    <a:pt x="3" y="26"/>
                    <a:pt x="4" y="26"/>
                  </a:cubicBezTo>
                  <a:lnTo>
                    <a:pt x="34" y="41"/>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3" name="Freeform 41"/>
            <p:cNvSpPr>
              <a:spLocks/>
            </p:cNvSpPr>
            <p:nvPr/>
          </p:nvSpPr>
          <p:spPr bwMode="auto">
            <a:xfrm>
              <a:off x="849313" y="3562350"/>
              <a:ext cx="95250" cy="57150"/>
            </a:xfrm>
            <a:custGeom>
              <a:avLst/>
              <a:gdLst>
                <a:gd name="T0" fmla="*/ 28 w 63"/>
                <a:gd name="T1" fmla="*/ 31 h 37"/>
                <a:gd name="T2" fmla="*/ 42 w 63"/>
                <a:gd name="T3" fmla="*/ 37 h 37"/>
                <a:gd name="T4" fmla="*/ 62 w 63"/>
                <a:gd name="T5" fmla="*/ 24 h 37"/>
                <a:gd name="T6" fmla="*/ 63 w 63"/>
                <a:gd name="T7" fmla="*/ 23 h 37"/>
                <a:gd name="T8" fmla="*/ 40 w 63"/>
                <a:gd name="T9" fmla="*/ 13 h 37"/>
                <a:gd name="T10" fmla="*/ 14 w 63"/>
                <a:gd name="T11" fmla="*/ 1 h 37"/>
                <a:gd name="T12" fmla="*/ 11 w 63"/>
                <a:gd name="T13" fmla="*/ 0 h 37"/>
                <a:gd name="T14" fmla="*/ 5 w 63"/>
                <a:gd name="T15" fmla="*/ 4 h 37"/>
                <a:gd name="T16" fmla="*/ 2 w 63"/>
                <a:gd name="T17" fmla="*/ 11 h 37"/>
                <a:gd name="T18" fmla="*/ 3 w 63"/>
                <a:gd name="T19" fmla="*/ 19 h 37"/>
                <a:gd name="T20" fmla="*/ 28 w 63"/>
                <a:gd name="T21" fmla="*/ 3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3" h="37">
                  <a:moveTo>
                    <a:pt x="28" y="31"/>
                  </a:moveTo>
                  <a:cubicBezTo>
                    <a:pt x="42" y="37"/>
                    <a:pt x="42" y="37"/>
                    <a:pt x="42" y="37"/>
                  </a:cubicBezTo>
                  <a:cubicBezTo>
                    <a:pt x="47" y="31"/>
                    <a:pt x="54" y="26"/>
                    <a:pt x="62" y="24"/>
                  </a:cubicBezTo>
                  <a:cubicBezTo>
                    <a:pt x="62" y="24"/>
                    <a:pt x="62" y="23"/>
                    <a:pt x="63" y="23"/>
                  </a:cubicBezTo>
                  <a:cubicBezTo>
                    <a:pt x="40" y="13"/>
                    <a:pt x="40" y="13"/>
                    <a:pt x="40" y="13"/>
                  </a:cubicBezTo>
                  <a:cubicBezTo>
                    <a:pt x="14" y="1"/>
                    <a:pt x="14" y="1"/>
                    <a:pt x="14" y="1"/>
                  </a:cubicBezTo>
                  <a:cubicBezTo>
                    <a:pt x="14" y="0"/>
                    <a:pt x="12" y="0"/>
                    <a:pt x="11" y="0"/>
                  </a:cubicBezTo>
                  <a:cubicBezTo>
                    <a:pt x="9" y="0"/>
                    <a:pt x="6" y="1"/>
                    <a:pt x="5" y="4"/>
                  </a:cubicBezTo>
                  <a:cubicBezTo>
                    <a:pt x="2" y="11"/>
                    <a:pt x="2" y="11"/>
                    <a:pt x="2" y="11"/>
                  </a:cubicBezTo>
                  <a:cubicBezTo>
                    <a:pt x="0" y="13"/>
                    <a:pt x="1" y="17"/>
                    <a:pt x="3" y="19"/>
                  </a:cubicBezTo>
                  <a:lnTo>
                    <a:pt x="28" y="31"/>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4" name="Freeform 42"/>
            <p:cNvSpPr>
              <a:spLocks/>
            </p:cNvSpPr>
            <p:nvPr/>
          </p:nvSpPr>
          <p:spPr bwMode="auto">
            <a:xfrm>
              <a:off x="1017588" y="3632200"/>
              <a:ext cx="50800" cy="52387"/>
            </a:xfrm>
            <a:custGeom>
              <a:avLst/>
              <a:gdLst>
                <a:gd name="T0" fmla="*/ 30 w 34"/>
                <a:gd name="T1" fmla="*/ 14 h 35"/>
                <a:gd name="T2" fmla="*/ 0 w 34"/>
                <a:gd name="T3" fmla="*/ 0 h 35"/>
                <a:gd name="T4" fmla="*/ 0 w 34"/>
                <a:gd name="T5" fmla="*/ 1 h 35"/>
                <a:gd name="T6" fmla="*/ 2 w 34"/>
                <a:gd name="T7" fmla="*/ 25 h 35"/>
                <a:gd name="T8" fmla="*/ 23 w 34"/>
                <a:gd name="T9" fmla="*/ 35 h 35"/>
                <a:gd name="T10" fmla="*/ 30 w 34"/>
                <a:gd name="T11" fmla="*/ 31 h 35"/>
                <a:gd name="T12" fmla="*/ 33 w 34"/>
                <a:gd name="T13" fmla="*/ 24 h 35"/>
                <a:gd name="T14" fmla="*/ 32 w 34"/>
                <a:gd name="T15" fmla="*/ 16 h 35"/>
                <a:gd name="T16" fmla="*/ 30 w 34"/>
                <a:gd name="T17" fmla="*/ 1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35">
                  <a:moveTo>
                    <a:pt x="30" y="14"/>
                  </a:moveTo>
                  <a:cubicBezTo>
                    <a:pt x="0" y="0"/>
                    <a:pt x="0" y="0"/>
                    <a:pt x="0" y="0"/>
                  </a:cubicBezTo>
                  <a:cubicBezTo>
                    <a:pt x="0" y="0"/>
                    <a:pt x="0" y="1"/>
                    <a:pt x="0" y="1"/>
                  </a:cubicBezTo>
                  <a:cubicBezTo>
                    <a:pt x="3" y="8"/>
                    <a:pt x="4" y="17"/>
                    <a:pt x="2" y="25"/>
                  </a:cubicBezTo>
                  <a:cubicBezTo>
                    <a:pt x="23" y="35"/>
                    <a:pt x="23" y="35"/>
                    <a:pt x="23" y="35"/>
                  </a:cubicBezTo>
                  <a:cubicBezTo>
                    <a:pt x="26" y="35"/>
                    <a:pt x="29" y="33"/>
                    <a:pt x="30" y="31"/>
                  </a:cubicBezTo>
                  <a:cubicBezTo>
                    <a:pt x="33" y="24"/>
                    <a:pt x="33" y="24"/>
                    <a:pt x="33" y="24"/>
                  </a:cubicBezTo>
                  <a:cubicBezTo>
                    <a:pt x="34" y="21"/>
                    <a:pt x="34" y="18"/>
                    <a:pt x="32" y="16"/>
                  </a:cubicBezTo>
                  <a:cubicBezTo>
                    <a:pt x="31" y="15"/>
                    <a:pt x="31" y="15"/>
                    <a:pt x="30" y="1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5" name="Freeform 43"/>
            <p:cNvSpPr>
              <a:spLocks/>
            </p:cNvSpPr>
            <p:nvPr/>
          </p:nvSpPr>
          <p:spPr bwMode="auto">
            <a:xfrm>
              <a:off x="998538" y="3679825"/>
              <a:ext cx="49213" cy="41275"/>
            </a:xfrm>
            <a:custGeom>
              <a:avLst/>
              <a:gdLst>
                <a:gd name="T0" fmla="*/ 11 w 32"/>
                <a:gd name="T1" fmla="*/ 0 h 27"/>
                <a:gd name="T2" fmla="*/ 11 w 32"/>
                <a:gd name="T3" fmla="*/ 1 h 27"/>
                <a:gd name="T4" fmla="*/ 10 w 32"/>
                <a:gd name="T5" fmla="*/ 3 h 27"/>
                <a:gd name="T6" fmla="*/ 0 w 32"/>
                <a:gd name="T7" fmla="*/ 19 h 27"/>
                <a:gd name="T8" fmla="*/ 10 w 32"/>
                <a:gd name="T9" fmla="*/ 24 h 27"/>
                <a:gd name="T10" fmla="*/ 32 w 32"/>
                <a:gd name="T11" fmla="*/ 10 h 27"/>
                <a:gd name="T12" fmla="*/ 32 w 32"/>
                <a:gd name="T13" fmla="*/ 10 h 27"/>
                <a:gd name="T14" fmla="*/ 11 w 32"/>
                <a:gd name="T15" fmla="*/ 0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27">
                  <a:moveTo>
                    <a:pt x="11" y="0"/>
                  </a:moveTo>
                  <a:cubicBezTo>
                    <a:pt x="11" y="0"/>
                    <a:pt x="11" y="1"/>
                    <a:pt x="11" y="1"/>
                  </a:cubicBezTo>
                  <a:cubicBezTo>
                    <a:pt x="11" y="2"/>
                    <a:pt x="10" y="2"/>
                    <a:pt x="10" y="3"/>
                  </a:cubicBezTo>
                  <a:cubicBezTo>
                    <a:pt x="7" y="9"/>
                    <a:pt x="4" y="14"/>
                    <a:pt x="0" y="19"/>
                  </a:cubicBezTo>
                  <a:cubicBezTo>
                    <a:pt x="10" y="24"/>
                    <a:pt x="10" y="24"/>
                    <a:pt x="10" y="24"/>
                  </a:cubicBezTo>
                  <a:cubicBezTo>
                    <a:pt x="17" y="27"/>
                    <a:pt x="29" y="18"/>
                    <a:pt x="32" y="10"/>
                  </a:cubicBezTo>
                  <a:cubicBezTo>
                    <a:pt x="32" y="10"/>
                    <a:pt x="32" y="10"/>
                    <a:pt x="32" y="10"/>
                  </a:cubicBezTo>
                  <a:lnTo>
                    <a:pt x="11"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6" name="Freeform 44"/>
            <p:cNvSpPr>
              <a:spLocks/>
            </p:cNvSpPr>
            <p:nvPr/>
          </p:nvSpPr>
          <p:spPr bwMode="auto">
            <a:xfrm>
              <a:off x="841376" y="3602038"/>
              <a:ext cx="65088" cy="55562"/>
            </a:xfrm>
            <a:custGeom>
              <a:avLst/>
              <a:gdLst>
                <a:gd name="T0" fmla="*/ 43 w 43"/>
                <a:gd name="T1" fmla="*/ 18 h 37"/>
                <a:gd name="T2" fmla="*/ 29 w 43"/>
                <a:gd name="T3" fmla="*/ 11 h 37"/>
                <a:gd name="T4" fmla="*/ 4 w 43"/>
                <a:gd name="T5" fmla="*/ 0 h 37"/>
                <a:gd name="T6" fmla="*/ 4 w 43"/>
                <a:gd name="T7" fmla="*/ 0 h 37"/>
                <a:gd name="T8" fmla="*/ 8 w 43"/>
                <a:gd name="T9" fmla="*/ 26 h 37"/>
                <a:gd name="T10" fmla="*/ 15 w 43"/>
                <a:gd name="T11" fmla="*/ 29 h 37"/>
                <a:gd name="T12" fmla="*/ 31 w 43"/>
                <a:gd name="T13" fmla="*/ 37 h 37"/>
                <a:gd name="T14" fmla="*/ 43 w 43"/>
                <a:gd name="T15" fmla="*/ 19 h 37"/>
                <a:gd name="T16" fmla="*/ 43 w 43"/>
                <a:gd name="T17" fmla="*/ 1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37">
                  <a:moveTo>
                    <a:pt x="43" y="18"/>
                  </a:moveTo>
                  <a:cubicBezTo>
                    <a:pt x="29" y="11"/>
                    <a:pt x="29" y="11"/>
                    <a:pt x="29" y="11"/>
                  </a:cubicBezTo>
                  <a:cubicBezTo>
                    <a:pt x="4" y="0"/>
                    <a:pt x="4" y="0"/>
                    <a:pt x="4" y="0"/>
                  </a:cubicBezTo>
                  <a:cubicBezTo>
                    <a:pt x="4" y="0"/>
                    <a:pt x="4" y="0"/>
                    <a:pt x="4" y="0"/>
                  </a:cubicBezTo>
                  <a:cubicBezTo>
                    <a:pt x="0" y="7"/>
                    <a:pt x="0" y="22"/>
                    <a:pt x="8" y="26"/>
                  </a:cubicBezTo>
                  <a:cubicBezTo>
                    <a:pt x="15" y="29"/>
                    <a:pt x="15" y="29"/>
                    <a:pt x="15" y="29"/>
                  </a:cubicBezTo>
                  <a:cubicBezTo>
                    <a:pt x="31" y="37"/>
                    <a:pt x="31" y="37"/>
                    <a:pt x="31" y="37"/>
                  </a:cubicBezTo>
                  <a:cubicBezTo>
                    <a:pt x="35" y="31"/>
                    <a:pt x="39" y="25"/>
                    <a:pt x="43" y="19"/>
                  </a:cubicBezTo>
                  <a:cubicBezTo>
                    <a:pt x="43" y="19"/>
                    <a:pt x="43" y="18"/>
                    <a:pt x="43" y="1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7" name="Freeform 45"/>
            <p:cNvSpPr>
              <a:spLocks/>
            </p:cNvSpPr>
            <p:nvPr/>
          </p:nvSpPr>
          <p:spPr bwMode="auto">
            <a:xfrm>
              <a:off x="1160463" y="3708400"/>
              <a:ext cx="123825" cy="150812"/>
            </a:xfrm>
            <a:custGeom>
              <a:avLst/>
              <a:gdLst>
                <a:gd name="T0" fmla="*/ 64 w 78"/>
                <a:gd name="T1" fmla="*/ 95 h 95"/>
                <a:gd name="T2" fmla="*/ 78 w 78"/>
                <a:gd name="T3" fmla="*/ 0 h 95"/>
                <a:gd name="T4" fmla="*/ 0 w 78"/>
                <a:gd name="T5" fmla="*/ 0 h 95"/>
                <a:gd name="T6" fmla="*/ 13 w 78"/>
                <a:gd name="T7" fmla="*/ 95 h 95"/>
                <a:gd name="T8" fmla="*/ 64 w 78"/>
                <a:gd name="T9" fmla="*/ 95 h 95"/>
              </a:gdLst>
              <a:ahLst/>
              <a:cxnLst>
                <a:cxn ang="0">
                  <a:pos x="T0" y="T1"/>
                </a:cxn>
                <a:cxn ang="0">
                  <a:pos x="T2" y="T3"/>
                </a:cxn>
                <a:cxn ang="0">
                  <a:pos x="T4" y="T5"/>
                </a:cxn>
                <a:cxn ang="0">
                  <a:pos x="T6" y="T7"/>
                </a:cxn>
                <a:cxn ang="0">
                  <a:pos x="T8" y="T9"/>
                </a:cxn>
              </a:cxnLst>
              <a:rect l="0" t="0" r="r" b="b"/>
              <a:pathLst>
                <a:path w="78" h="95">
                  <a:moveTo>
                    <a:pt x="64" y="95"/>
                  </a:moveTo>
                  <a:lnTo>
                    <a:pt x="78" y="0"/>
                  </a:lnTo>
                  <a:lnTo>
                    <a:pt x="0" y="0"/>
                  </a:lnTo>
                  <a:lnTo>
                    <a:pt x="13" y="95"/>
                  </a:lnTo>
                  <a:lnTo>
                    <a:pt x="64" y="95"/>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8" name="Freeform 46"/>
            <p:cNvSpPr>
              <a:spLocks/>
            </p:cNvSpPr>
            <p:nvPr/>
          </p:nvSpPr>
          <p:spPr bwMode="auto">
            <a:xfrm>
              <a:off x="1116013" y="3568700"/>
              <a:ext cx="176213" cy="130175"/>
            </a:xfrm>
            <a:custGeom>
              <a:avLst/>
              <a:gdLst>
                <a:gd name="T0" fmla="*/ 45 w 111"/>
                <a:gd name="T1" fmla="*/ 69 h 82"/>
                <a:gd name="T2" fmla="*/ 22 w 111"/>
                <a:gd name="T3" fmla="*/ 69 h 82"/>
                <a:gd name="T4" fmla="*/ 22 w 111"/>
                <a:gd name="T5" fmla="*/ 82 h 82"/>
                <a:gd name="T6" fmla="*/ 111 w 111"/>
                <a:gd name="T7" fmla="*/ 82 h 82"/>
                <a:gd name="T8" fmla="*/ 111 w 111"/>
                <a:gd name="T9" fmla="*/ 69 h 82"/>
                <a:gd name="T10" fmla="*/ 53 w 111"/>
                <a:gd name="T11" fmla="*/ 69 h 82"/>
                <a:gd name="T12" fmla="*/ 39 w 111"/>
                <a:gd name="T13" fmla="*/ 16 h 82"/>
                <a:gd name="T14" fmla="*/ 3 w 111"/>
                <a:gd name="T15" fmla="*/ 0 h 82"/>
                <a:gd name="T16" fmla="*/ 0 w 111"/>
                <a:gd name="T17" fmla="*/ 8 h 82"/>
                <a:gd name="T18" fmla="*/ 33 w 111"/>
                <a:gd name="T19" fmla="*/ 22 h 82"/>
                <a:gd name="T20" fmla="*/ 45 w 111"/>
                <a:gd name="T21" fmla="*/ 69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1" h="82">
                  <a:moveTo>
                    <a:pt x="45" y="69"/>
                  </a:moveTo>
                  <a:lnTo>
                    <a:pt x="22" y="69"/>
                  </a:lnTo>
                  <a:lnTo>
                    <a:pt x="22" y="82"/>
                  </a:lnTo>
                  <a:lnTo>
                    <a:pt x="111" y="82"/>
                  </a:lnTo>
                  <a:lnTo>
                    <a:pt x="111" y="69"/>
                  </a:lnTo>
                  <a:lnTo>
                    <a:pt x="53" y="69"/>
                  </a:lnTo>
                  <a:lnTo>
                    <a:pt x="39" y="16"/>
                  </a:lnTo>
                  <a:lnTo>
                    <a:pt x="3" y="0"/>
                  </a:lnTo>
                  <a:lnTo>
                    <a:pt x="0" y="8"/>
                  </a:lnTo>
                  <a:lnTo>
                    <a:pt x="33" y="22"/>
                  </a:lnTo>
                  <a:lnTo>
                    <a:pt x="45" y="69"/>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9" name="Freeform 47"/>
            <p:cNvSpPr>
              <a:spLocks/>
            </p:cNvSpPr>
            <p:nvPr/>
          </p:nvSpPr>
          <p:spPr bwMode="auto">
            <a:xfrm>
              <a:off x="554038" y="3608388"/>
              <a:ext cx="457200" cy="223837"/>
            </a:xfrm>
            <a:custGeom>
              <a:avLst/>
              <a:gdLst>
                <a:gd name="T0" fmla="*/ 194 w 303"/>
                <a:gd name="T1" fmla="*/ 72 h 149"/>
                <a:gd name="T2" fmla="*/ 148 w 303"/>
                <a:gd name="T3" fmla="*/ 85 h 149"/>
                <a:gd name="T4" fmla="*/ 103 w 303"/>
                <a:gd name="T5" fmla="*/ 75 h 149"/>
                <a:gd name="T6" fmla="*/ 84 w 303"/>
                <a:gd name="T7" fmla="*/ 67 h 149"/>
                <a:gd name="T8" fmla="*/ 63 w 303"/>
                <a:gd name="T9" fmla="*/ 54 h 149"/>
                <a:gd name="T10" fmla="*/ 58 w 303"/>
                <a:gd name="T11" fmla="*/ 50 h 149"/>
                <a:gd name="T12" fmla="*/ 57 w 303"/>
                <a:gd name="T13" fmla="*/ 49 h 149"/>
                <a:gd name="T14" fmla="*/ 56 w 303"/>
                <a:gd name="T15" fmla="*/ 49 h 149"/>
                <a:gd name="T16" fmla="*/ 56 w 303"/>
                <a:gd name="T17" fmla="*/ 49 h 149"/>
                <a:gd name="T18" fmla="*/ 38 w 303"/>
                <a:gd name="T19" fmla="*/ 41 h 149"/>
                <a:gd name="T20" fmla="*/ 11 w 303"/>
                <a:gd name="T21" fmla="*/ 52 h 149"/>
                <a:gd name="T22" fmla="*/ 15 w 303"/>
                <a:gd name="T23" fmla="*/ 97 h 149"/>
                <a:gd name="T24" fmla="*/ 15 w 303"/>
                <a:gd name="T25" fmla="*/ 97 h 149"/>
                <a:gd name="T26" fmla="*/ 54 w 303"/>
                <a:gd name="T27" fmla="*/ 123 h 149"/>
                <a:gd name="T28" fmla="*/ 81 w 303"/>
                <a:gd name="T29" fmla="*/ 136 h 149"/>
                <a:gd name="T30" fmla="*/ 148 w 303"/>
                <a:gd name="T31" fmla="*/ 149 h 149"/>
                <a:gd name="T32" fmla="*/ 149 w 303"/>
                <a:gd name="T33" fmla="*/ 149 h 149"/>
                <a:gd name="T34" fmla="*/ 228 w 303"/>
                <a:gd name="T35" fmla="*/ 126 h 149"/>
                <a:gd name="T36" fmla="*/ 283 w 303"/>
                <a:gd name="T37" fmla="*/ 71 h 149"/>
                <a:gd name="T38" fmla="*/ 288 w 303"/>
                <a:gd name="T39" fmla="*/ 64 h 149"/>
                <a:gd name="T40" fmla="*/ 298 w 303"/>
                <a:gd name="T41" fmla="*/ 47 h 149"/>
                <a:gd name="T42" fmla="*/ 299 w 303"/>
                <a:gd name="T43" fmla="*/ 45 h 149"/>
                <a:gd name="T44" fmla="*/ 299 w 303"/>
                <a:gd name="T45" fmla="*/ 45 h 149"/>
                <a:gd name="T46" fmla="*/ 301 w 303"/>
                <a:gd name="T47" fmla="*/ 38 h 149"/>
                <a:gd name="T48" fmla="*/ 302 w 303"/>
                <a:gd name="T49" fmla="*/ 37 h 149"/>
                <a:gd name="T50" fmla="*/ 294 w 303"/>
                <a:gd name="T51" fmla="*/ 11 h 149"/>
                <a:gd name="T52" fmla="*/ 293 w 303"/>
                <a:gd name="T53" fmla="*/ 10 h 149"/>
                <a:gd name="T54" fmla="*/ 290 w 303"/>
                <a:gd name="T55" fmla="*/ 7 h 149"/>
                <a:gd name="T56" fmla="*/ 285 w 303"/>
                <a:gd name="T57" fmla="*/ 4 h 149"/>
                <a:gd name="T58" fmla="*/ 272 w 303"/>
                <a:gd name="T59" fmla="*/ 0 h 149"/>
                <a:gd name="T60" fmla="*/ 271 w 303"/>
                <a:gd name="T61" fmla="*/ 0 h 149"/>
                <a:gd name="T62" fmla="*/ 246 w 303"/>
                <a:gd name="T63" fmla="*/ 11 h 149"/>
                <a:gd name="T64" fmla="*/ 245 w 303"/>
                <a:gd name="T65" fmla="*/ 11 h 149"/>
                <a:gd name="T66" fmla="*/ 242 w 303"/>
                <a:gd name="T67" fmla="*/ 16 h 149"/>
                <a:gd name="T68" fmla="*/ 241 w 303"/>
                <a:gd name="T69" fmla="*/ 18 h 149"/>
                <a:gd name="T70" fmla="*/ 241 w 303"/>
                <a:gd name="T71" fmla="*/ 18 h 149"/>
                <a:gd name="T72" fmla="*/ 229 w 303"/>
                <a:gd name="T73" fmla="*/ 36 h 149"/>
                <a:gd name="T74" fmla="*/ 225 w 303"/>
                <a:gd name="T75" fmla="*/ 43 h 149"/>
                <a:gd name="T76" fmla="*/ 194 w 303"/>
                <a:gd name="T77" fmla="*/ 72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3" h="149">
                  <a:moveTo>
                    <a:pt x="194" y="72"/>
                  </a:moveTo>
                  <a:cubicBezTo>
                    <a:pt x="178" y="82"/>
                    <a:pt x="163" y="85"/>
                    <a:pt x="148" y="85"/>
                  </a:cubicBezTo>
                  <a:cubicBezTo>
                    <a:pt x="133" y="85"/>
                    <a:pt x="117" y="81"/>
                    <a:pt x="103" y="75"/>
                  </a:cubicBezTo>
                  <a:cubicBezTo>
                    <a:pt x="96" y="73"/>
                    <a:pt x="90" y="70"/>
                    <a:pt x="84" y="67"/>
                  </a:cubicBezTo>
                  <a:cubicBezTo>
                    <a:pt x="75" y="62"/>
                    <a:pt x="68" y="57"/>
                    <a:pt x="63" y="54"/>
                  </a:cubicBezTo>
                  <a:cubicBezTo>
                    <a:pt x="61" y="52"/>
                    <a:pt x="59" y="51"/>
                    <a:pt x="58" y="50"/>
                  </a:cubicBezTo>
                  <a:cubicBezTo>
                    <a:pt x="57" y="49"/>
                    <a:pt x="57" y="49"/>
                    <a:pt x="57" y="49"/>
                  </a:cubicBezTo>
                  <a:cubicBezTo>
                    <a:pt x="56" y="49"/>
                    <a:pt x="56" y="49"/>
                    <a:pt x="56" y="49"/>
                  </a:cubicBezTo>
                  <a:cubicBezTo>
                    <a:pt x="56" y="49"/>
                    <a:pt x="56" y="49"/>
                    <a:pt x="56" y="49"/>
                  </a:cubicBezTo>
                  <a:cubicBezTo>
                    <a:pt x="51" y="44"/>
                    <a:pt x="44" y="41"/>
                    <a:pt x="38" y="41"/>
                  </a:cubicBezTo>
                  <a:cubicBezTo>
                    <a:pt x="28" y="40"/>
                    <a:pt x="18" y="44"/>
                    <a:pt x="11" y="52"/>
                  </a:cubicBezTo>
                  <a:cubicBezTo>
                    <a:pt x="0" y="66"/>
                    <a:pt x="1" y="86"/>
                    <a:pt x="15" y="97"/>
                  </a:cubicBezTo>
                  <a:cubicBezTo>
                    <a:pt x="15" y="97"/>
                    <a:pt x="15" y="97"/>
                    <a:pt x="15" y="97"/>
                  </a:cubicBezTo>
                  <a:cubicBezTo>
                    <a:pt x="16" y="98"/>
                    <a:pt x="31" y="111"/>
                    <a:pt x="54" y="123"/>
                  </a:cubicBezTo>
                  <a:cubicBezTo>
                    <a:pt x="62" y="127"/>
                    <a:pt x="71" y="132"/>
                    <a:pt x="81" y="136"/>
                  </a:cubicBezTo>
                  <a:cubicBezTo>
                    <a:pt x="100" y="143"/>
                    <a:pt x="123" y="149"/>
                    <a:pt x="148" y="149"/>
                  </a:cubicBezTo>
                  <a:cubicBezTo>
                    <a:pt x="148" y="149"/>
                    <a:pt x="148" y="149"/>
                    <a:pt x="149" y="149"/>
                  </a:cubicBezTo>
                  <a:cubicBezTo>
                    <a:pt x="174" y="149"/>
                    <a:pt x="202" y="143"/>
                    <a:pt x="228" y="126"/>
                  </a:cubicBezTo>
                  <a:cubicBezTo>
                    <a:pt x="248" y="113"/>
                    <a:pt x="267" y="95"/>
                    <a:pt x="283" y="71"/>
                  </a:cubicBezTo>
                  <a:cubicBezTo>
                    <a:pt x="285" y="69"/>
                    <a:pt x="286" y="66"/>
                    <a:pt x="288" y="64"/>
                  </a:cubicBezTo>
                  <a:cubicBezTo>
                    <a:pt x="291" y="59"/>
                    <a:pt x="295" y="53"/>
                    <a:pt x="298" y="47"/>
                  </a:cubicBezTo>
                  <a:cubicBezTo>
                    <a:pt x="298" y="47"/>
                    <a:pt x="299" y="46"/>
                    <a:pt x="299" y="45"/>
                  </a:cubicBezTo>
                  <a:cubicBezTo>
                    <a:pt x="299" y="45"/>
                    <a:pt x="299" y="45"/>
                    <a:pt x="299" y="45"/>
                  </a:cubicBezTo>
                  <a:cubicBezTo>
                    <a:pt x="300" y="43"/>
                    <a:pt x="301" y="40"/>
                    <a:pt x="301" y="38"/>
                  </a:cubicBezTo>
                  <a:cubicBezTo>
                    <a:pt x="301" y="38"/>
                    <a:pt x="301" y="37"/>
                    <a:pt x="302" y="37"/>
                  </a:cubicBezTo>
                  <a:cubicBezTo>
                    <a:pt x="303" y="28"/>
                    <a:pt x="300" y="18"/>
                    <a:pt x="294" y="11"/>
                  </a:cubicBezTo>
                  <a:cubicBezTo>
                    <a:pt x="294" y="10"/>
                    <a:pt x="294" y="10"/>
                    <a:pt x="293" y="10"/>
                  </a:cubicBezTo>
                  <a:cubicBezTo>
                    <a:pt x="292" y="9"/>
                    <a:pt x="291" y="8"/>
                    <a:pt x="290" y="7"/>
                  </a:cubicBezTo>
                  <a:cubicBezTo>
                    <a:pt x="289" y="6"/>
                    <a:pt x="287" y="5"/>
                    <a:pt x="285" y="4"/>
                  </a:cubicBezTo>
                  <a:cubicBezTo>
                    <a:pt x="281" y="1"/>
                    <a:pt x="277" y="0"/>
                    <a:pt x="272" y="0"/>
                  </a:cubicBezTo>
                  <a:cubicBezTo>
                    <a:pt x="272" y="0"/>
                    <a:pt x="271" y="0"/>
                    <a:pt x="271" y="0"/>
                  </a:cubicBezTo>
                  <a:cubicBezTo>
                    <a:pt x="261" y="0"/>
                    <a:pt x="252" y="3"/>
                    <a:pt x="246" y="11"/>
                  </a:cubicBezTo>
                  <a:cubicBezTo>
                    <a:pt x="246" y="11"/>
                    <a:pt x="245" y="11"/>
                    <a:pt x="245" y="11"/>
                  </a:cubicBezTo>
                  <a:cubicBezTo>
                    <a:pt x="244" y="13"/>
                    <a:pt x="243" y="14"/>
                    <a:pt x="242" y="16"/>
                  </a:cubicBezTo>
                  <a:cubicBezTo>
                    <a:pt x="242" y="17"/>
                    <a:pt x="241" y="17"/>
                    <a:pt x="241" y="18"/>
                  </a:cubicBezTo>
                  <a:cubicBezTo>
                    <a:pt x="241" y="18"/>
                    <a:pt x="241" y="18"/>
                    <a:pt x="241" y="18"/>
                  </a:cubicBezTo>
                  <a:cubicBezTo>
                    <a:pt x="237" y="25"/>
                    <a:pt x="233" y="31"/>
                    <a:pt x="229" y="36"/>
                  </a:cubicBezTo>
                  <a:cubicBezTo>
                    <a:pt x="228" y="39"/>
                    <a:pt x="226" y="41"/>
                    <a:pt x="225" y="43"/>
                  </a:cubicBezTo>
                  <a:cubicBezTo>
                    <a:pt x="214" y="56"/>
                    <a:pt x="204" y="66"/>
                    <a:pt x="194" y="7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0" name="Freeform 48"/>
            <p:cNvSpPr>
              <a:spLocks/>
            </p:cNvSpPr>
            <p:nvPr/>
          </p:nvSpPr>
          <p:spPr bwMode="auto">
            <a:xfrm>
              <a:off x="723901" y="3870325"/>
              <a:ext cx="822325" cy="647700"/>
            </a:xfrm>
            <a:custGeom>
              <a:avLst/>
              <a:gdLst>
                <a:gd name="T0" fmla="*/ 188 w 545"/>
                <a:gd name="T1" fmla="*/ 52 h 429"/>
                <a:gd name="T2" fmla="*/ 232 w 545"/>
                <a:gd name="T3" fmla="*/ 401 h 429"/>
                <a:gd name="T4" fmla="*/ 153 w 545"/>
                <a:gd name="T5" fmla="*/ 429 h 429"/>
                <a:gd name="T6" fmla="*/ 392 w 545"/>
                <a:gd name="T7" fmla="*/ 429 h 429"/>
                <a:gd name="T8" fmla="*/ 314 w 545"/>
                <a:gd name="T9" fmla="*/ 401 h 429"/>
                <a:gd name="T10" fmla="*/ 357 w 545"/>
                <a:gd name="T11" fmla="*/ 52 h 429"/>
                <a:gd name="T12" fmla="*/ 545 w 545"/>
                <a:gd name="T13" fmla="*/ 0 h 429"/>
                <a:gd name="T14" fmla="*/ 0 w 545"/>
                <a:gd name="T15" fmla="*/ 0 h 429"/>
                <a:gd name="T16" fmla="*/ 188 w 545"/>
                <a:gd name="T17" fmla="*/ 52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5" h="429">
                  <a:moveTo>
                    <a:pt x="188" y="52"/>
                  </a:moveTo>
                  <a:cubicBezTo>
                    <a:pt x="241" y="81"/>
                    <a:pt x="288" y="380"/>
                    <a:pt x="232" y="401"/>
                  </a:cubicBezTo>
                  <a:cubicBezTo>
                    <a:pt x="169" y="424"/>
                    <a:pt x="180" y="393"/>
                    <a:pt x="153" y="429"/>
                  </a:cubicBezTo>
                  <a:cubicBezTo>
                    <a:pt x="169" y="429"/>
                    <a:pt x="377" y="429"/>
                    <a:pt x="392" y="429"/>
                  </a:cubicBezTo>
                  <a:cubicBezTo>
                    <a:pt x="366" y="393"/>
                    <a:pt x="376" y="424"/>
                    <a:pt x="314" y="401"/>
                  </a:cubicBezTo>
                  <a:cubicBezTo>
                    <a:pt x="258" y="380"/>
                    <a:pt x="304" y="81"/>
                    <a:pt x="357" y="52"/>
                  </a:cubicBezTo>
                  <a:cubicBezTo>
                    <a:pt x="409" y="23"/>
                    <a:pt x="478" y="46"/>
                    <a:pt x="545" y="0"/>
                  </a:cubicBezTo>
                  <a:cubicBezTo>
                    <a:pt x="514" y="0"/>
                    <a:pt x="31" y="0"/>
                    <a:pt x="0" y="0"/>
                  </a:cubicBezTo>
                  <a:cubicBezTo>
                    <a:pt x="68" y="46"/>
                    <a:pt x="136" y="23"/>
                    <a:pt x="188" y="5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51" name="组合 50"/>
          <p:cNvGrpSpPr/>
          <p:nvPr/>
        </p:nvGrpSpPr>
        <p:grpSpPr>
          <a:xfrm>
            <a:off x="1800226" y="2917825"/>
            <a:ext cx="1663700" cy="1601788"/>
            <a:chOff x="1800226" y="2917825"/>
            <a:chExt cx="1663700" cy="1601788"/>
          </a:xfrm>
        </p:grpSpPr>
        <p:sp>
          <p:nvSpPr>
            <p:cNvPr id="52" name="Freeform 49"/>
            <p:cNvSpPr>
              <a:spLocks/>
            </p:cNvSpPr>
            <p:nvPr/>
          </p:nvSpPr>
          <p:spPr bwMode="auto">
            <a:xfrm>
              <a:off x="2047876" y="3154363"/>
              <a:ext cx="309563" cy="307975"/>
            </a:xfrm>
            <a:custGeom>
              <a:avLst/>
              <a:gdLst>
                <a:gd name="T0" fmla="*/ 137 w 205"/>
                <a:gd name="T1" fmla="*/ 19 h 204"/>
                <a:gd name="T2" fmla="*/ 19 w 205"/>
                <a:gd name="T3" fmla="*/ 67 h 204"/>
                <a:gd name="T4" fmla="*/ 68 w 205"/>
                <a:gd name="T5" fmla="*/ 185 h 204"/>
                <a:gd name="T6" fmla="*/ 186 w 205"/>
                <a:gd name="T7" fmla="*/ 136 h 204"/>
                <a:gd name="T8" fmla="*/ 137 w 205"/>
                <a:gd name="T9" fmla="*/ 19 h 204"/>
              </a:gdLst>
              <a:ahLst/>
              <a:cxnLst>
                <a:cxn ang="0">
                  <a:pos x="T0" y="T1"/>
                </a:cxn>
                <a:cxn ang="0">
                  <a:pos x="T2" y="T3"/>
                </a:cxn>
                <a:cxn ang="0">
                  <a:pos x="T4" y="T5"/>
                </a:cxn>
                <a:cxn ang="0">
                  <a:pos x="T6" y="T7"/>
                </a:cxn>
                <a:cxn ang="0">
                  <a:pos x="T8" y="T9"/>
                </a:cxn>
              </a:cxnLst>
              <a:rect l="0" t="0" r="r" b="b"/>
              <a:pathLst>
                <a:path w="205" h="204">
                  <a:moveTo>
                    <a:pt x="137" y="19"/>
                  </a:moveTo>
                  <a:cubicBezTo>
                    <a:pt x="91" y="0"/>
                    <a:pt x="38" y="21"/>
                    <a:pt x="19" y="67"/>
                  </a:cubicBezTo>
                  <a:cubicBezTo>
                    <a:pt x="0" y="113"/>
                    <a:pt x="22" y="166"/>
                    <a:pt x="68" y="185"/>
                  </a:cubicBezTo>
                  <a:cubicBezTo>
                    <a:pt x="114" y="204"/>
                    <a:pt x="167" y="182"/>
                    <a:pt x="186" y="136"/>
                  </a:cubicBezTo>
                  <a:cubicBezTo>
                    <a:pt x="205" y="90"/>
                    <a:pt x="183" y="38"/>
                    <a:pt x="137" y="1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3" name="Freeform 50"/>
            <p:cNvSpPr>
              <a:spLocks/>
            </p:cNvSpPr>
            <p:nvPr/>
          </p:nvSpPr>
          <p:spPr bwMode="auto">
            <a:xfrm>
              <a:off x="1833563" y="3429000"/>
              <a:ext cx="320675" cy="1090612"/>
            </a:xfrm>
            <a:custGeom>
              <a:avLst/>
              <a:gdLst>
                <a:gd name="T0" fmla="*/ 172 w 212"/>
                <a:gd name="T1" fmla="*/ 11 h 724"/>
                <a:gd name="T2" fmla="*/ 87 w 212"/>
                <a:gd name="T3" fmla="*/ 26 h 724"/>
                <a:gd name="T4" fmla="*/ 101 w 212"/>
                <a:gd name="T5" fmla="*/ 26 h 724"/>
                <a:gd name="T6" fmla="*/ 142 w 212"/>
                <a:gd name="T7" fmla="*/ 29 h 724"/>
                <a:gd name="T8" fmla="*/ 175 w 212"/>
                <a:gd name="T9" fmla="*/ 75 h 724"/>
                <a:gd name="T10" fmla="*/ 135 w 212"/>
                <a:gd name="T11" fmla="*/ 108 h 724"/>
                <a:gd name="T12" fmla="*/ 129 w 212"/>
                <a:gd name="T13" fmla="*/ 108 h 724"/>
                <a:gd name="T14" fmla="*/ 127 w 212"/>
                <a:gd name="T15" fmla="*/ 107 h 724"/>
                <a:gd name="T16" fmla="*/ 122 w 212"/>
                <a:gd name="T17" fmla="*/ 107 h 724"/>
                <a:gd name="T18" fmla="*/ 101 w 212"/>
                <a:gd name="T19" fmla="*/ 106 h 724"/>
                <a:gd name="T20" fmla="*/ 101 w 212"/>
                <a:gd name="T21" fmla="*/ 106 h 724"/>
                <a:gd name="T22" fmla="*/ 67 w 212"/>
                <a:gd name="T23" fmla="*/ 110 h 724"/>
                <a:gd name="T24" fmla="*/ 51 w 212"/>
                <a:gd name="T25" fmla="*/ 119 h 724"/>
                <a:gd name="T26" fmla="*/ 49 w 212"/>
                <a:gd name="T27" fmla="*/ 129 h 724"/>
                <a:gd name="T28" fmla="*/ 81 w 212"/>
                <a:gd name="T29" fmla="*/ 207 h 724"/>
                <a:gd name="T30" fmla="*/ 92 w 212"/>
                <a:gd name="T31" fmla="*/ 224 h 724"/>
                <a:gd name="T32" fmla="*/ 99 w 212"/>
                <a:gd name="T33" fmla="*/ 254 h 724"/>
                <a:gd name="T34" fmla="*/ 82 w 212"/>
                <a:gd name="T35" fmla="*/ 280 h 724"/>
                <a:gd name="T36" fmla="*/ 59 w 212"/>
                <a:gd name="T37" fmla="*/ 287 h 724"/>
                <a:gd name="T38" fmla="*/ 59 w 212"/>
                <a:gd name="T39" fmla="*/ 287 h 724"/>
                <a:gd name="T40" fmla="*/ 31 w 212"/>
                <a:gd name="T41" fmla="*/ 275 h 724"/>
                <a:gd name="T42" fmla="*/ 26 w 212"/>
                <a:gd name="T43" fmla="*/ 270 h 724"/>
                <a:gd name="T44" fmla="*/ 3 w 212"/>
                <a:gd name="T45" fmla="*/ 233 h 724"/>
                <a:gd name="T46" fmla="*/ 0 w 212"/>
                <a:gd name="T47" fmla="*/ 277 h 724"/>
                <a:gd name="T48" fmla="*/ 52 w 212"/>
                <a:gd name="T49" fmla="*/ 355 h 724"/>
                <a:gd name="T50" fmla="*/ 60 w 212"/>
                <a:gd name="T51" fmla="*/ 455 h 724"/>
                <a:gd name="T52" fmla="*/ 33 w 212"/>
                <a:gd name="T53" fmla="*/ 662 h 724"/>
                <a:gd name="T54" fmla="*/ 69 w 212"/>
                <a:gd name="T55" fmla="*/ 722 h 724"/>
                <a:gd name="T56" fmla="*/ 82 w 212"/>
                <a:gd name="T57" fmla="*/ 724 h 724"/>
                <a:gd name="T58" fmla="*/ 130 w 212"/>
                <a:gd name="T59" fmla="*/ 686 h 724"/>
                <a:gd name="T60" fmla="*/ 130 w 212"/>
                <a:gd name="T61" fmla="*/ 686 h 724"/>
                <a:gd name="T62" fmla="*/ 160 w 212"/>
                <a:gd name="T63" fmla="*/ 455 h 724"/>
                <a:gd name="T64" fmla="*/ 141 w 212"/>
                <a:gd name="T65" fmla="*/ 291 h 724"/>
                <a:gd name="T66" fmla="*/ 194 w 212"/>
                <a:gd name="T67" fmla="*/ 111 h 724"/>
                <a:gd name="T68" fmla="*/ 172 w 212"/>
                <a:gd name="T69" fmla="*/ 11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2" h="724">
                  <a:moveTo>
                    <a:pt x="172" y="11"/>
                  </a:moveTo>
                  <a:cubicBezTo>
                    <a:pt x="149" y="0"/>
                    <a:pt x="115" y="3"/>
                    <a:pt x="87" y="26"/>
                  </a:cubicBezTo>
                  <a:cubicBezTo>
                    <a:pt x="92" y="26"/>
                    <a:pt x="97" y="26"/>
                    <a:pt x="101" y="26"/>
                  </a:cubicBezTo>
                  <a:cubicBezTo>
                    <a:pt x="122" y="26"/>
                    <a:pt x="137" y="28"/>
                    <a:pt x="142" y="29"/>
                  </a:cubicBezTo>
                  <a:cubicBezTo>
                    <a:pt x="164" y="32"/>
                    <a:pt x="178" y="53"/>
                    <a:pt x="175" y="75"/>
                  </a:cubicBezTo>
                  <a:cubicBezTo>
                    <a:pt x="172" y="94"/>
                    <a:pt x="155" y="108"/>
                    <a:pt x="135" y="108"/>
                  </a:cubicBezTo>
                  <a:cubicBezTo>
                    <a:pt x="133" y="108"/>
                    <a:pt x="131" y="108"/>
                    <a:pt x="129" y="108"/>
                  </a:cubicBezTo>
                  <a:cubicBezTo>
                    <a:pt x="127" y="107"/>
                    <a:pt x="127" y="107"/>
                    <a:pt x="127" y="107"/>
                  </a:cubicBezTo>
                  <a:cubicBezTo>
                    <a:pt x="126" y="107"/>
                    <a:pt x="124" y="107"/>
                    <a:pt x="122" y="107"/>
                  </a:cubicBezTo>
                  <a:cubicBezTo>
                    <a:pt x="117" y="106"/>
                    <a:pt x="110" y="106"/>
                    <a:pt x="101" y="106"/>
                  </a:cubicBezTo>
                  <a:cubicBezTo>
                    <a:pt x="101" y="106"/>
                    <a:pt x="101" y="106"/>
                    <a:pt x="101" y="106"/>
                  </a:cubicBezTo>
                  <a:cubicBezTo>
                    <a:pt x="88" y="106"/>
                    <a:pt x="75" y="107"/>
                    <a:pt x="67" y="110"/>
                  </a:cubicBezTo>
                  <a:cubicBezTo>
                    <a:pt x="55" y="113"/>
                    <a:pt x="52" y="118"/>
                    <a:pt x="51" y="119"/>
                  </a:cubicBezTo>
                  <a:cubicBezTo>
                    <a:pt x="50" y="120"/>
                    <a:pt x="49" y="122"/>
                    <a:pt x="49" y="129"/>
                  </a:cubicBezTo>
                  <a:cubicBezTo>
                    <a:pt x="48" y="142"/>
                    <a:pt x="57" y="169"/>
                    <a:pt x="81" y="207"/>
                  </a:cubicBezTo>
                  <a:cubicBezTo>
                    <a:pt x="84" y="213"/>
                    <a:pt x="88" y="218"/>
                    <a:pt x="92" y="224"/>
                  </a:cubicBezTo>
                  <a:cubicBezTo>
                    <a:pt x="98" y="233"/>
                    <a:pt x="101" y="244"/>
                    <a:pt x="99" y="254"/>
                  </a:cubicBezTo>
                  <a:cubicBezTo>
                    <a:pt x="97" y="265"/>
                    <a:pt x="91" y="274"/>
                    <a:pt x="82" y="280"/>
                  </a:cubicBezTo>
                  <a:cubicBezTo>
                    <a:pt x="75" y="285"/>
                    <a:pt x="67" y="287"/>
                    <a:pt x="59" y="287"/>
                  </a:cubicBezTo>
                  <a:cubicBezTo>
                    <a:pt x="59" y="287"/>
                    <a:pt x="59" y="287"/>
                    <a:pt x="59" y="287"/>
                  </a:cubicBezTo>
                  <a:cubicBezTo>
                    <a:pt x="48" y="287"/>
                    <a:pt x="38" y="282"/>
                    <a:pt x="31" y="275"/>
                  </a:cubicBezTo>
                  <a:cubicBezTo>
                    <a:pt x="29" y="273"/>
                    <a:pt x="28" y="271"/>
                    <a:pt x="26" y="270"/>
                  </a:cubicBezTo>
                  <a:cubicBezTo>
                    <a:pt x="18" y="257"/>
                    <a:pt x="10" y="245"/>
                    <a:pt x="3" y="233"/>
                  </a:cubicBezTo>
                  <a:cubicBezTo>
                    <a:pt x="2" y="247"/>
                    <a:pt x="1" y="261"/>
                    <a:pt x="0" y="277"/>
                  </a:cubicBezTo>
                  <a:cubicBezTo>
                    <a:pt x="2" y="326"/>
                    <a:pt x="25" y="346"/>
                    <a:pt x="52" y="355"/>
                  </a:cubicBezTo>
                  <a:cubicBezTo>
                    <a:pt x="57" y="382"/>
                    <a:pt x="60" y="415"/>
                    <a:pt x="60" y="455"/>
                  </a:cubicBezTo>
                  <a:cubicBezTo>
                    <a:pt x="60" y="511"/>
                    <a:pt x="54" y="581"/>
                    <a:pt x="33" y="662"/>
                  </a:cubicBezTo>
                  <a:cubicBezTo>
                    <a:pt x="26" y="689"/>
                    <a:pt x="43" y="716"/>
                    <a:pt x="69" y="722"/>
                  </a:cubicBezTo>
                  <a:cubicBezTo>
                    <a:pt x="73" y="724"/>
                    <a:pt x="78" y="724"/>
                    <a:pt x="82" y="724"/>
                  </a:cubicBezTo>
                  <a:cubicBezTo>
                    <a:pt x="104" y="724"/>
                    <a:pt x="124" y="709"/>
                    <a:pt x="130" y="686"/>
                  </a:cubicBezTo>
                  <a:cubicBezTo>
                    <a:pt x="130" y="686"/>
                    <a:pt x="130" y="686"/>
                    <a:pt x="130" y="686"/>
                  </a:cubicBezTo>
                  <a:cubicBezTo>
                    <a:pt x="153" y="597"/>
                    <a:pt x="160" y="519"/>
                    <a:pt x="160" y="455"/>
                  </a:cubicBezTo>
                  <a:cubicBezTo>
                    <a:pt x="160" y="383"/>
                    <a:pt x="151" y="328"/>
                    <a:pt x="141" y="291"/>
                  </a:cubicBezTo>
                  <a:cubicBezTo>
                    <a:pt x="148" y="227"/>
                    <a:pt x="176" y="160"/>
                    <a:pt x="194" y="111"/>
                  </a:cubicBezTo>
                  <a:cubicBezTo>
                    <a:pt x="212" y="74"/>
                    <a:pt x="205" y="25"/>
                    <a:pt x="172" y="1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4" name="Freeform 51"/>
            <p:cNvSpPr>
              <a:spLocks/>
            </p:cNvSpPr>
            <p:nvPr/>
          </p:nvSpPr>
          <p:spPr bwMode="auto">
            <a:xfrm>
              <a:off x="1800226" y="3479800"/>
              <a:ext cx="290513" cy="369887"/>
            </a:xfrm>
            <a:custGeom>
              <a:avLst/>
              <a:gdLst>
                <a:gd name="T0" fmla="*/ 56 w 193"/>
                <a:gd name="T1" fmla="*/ 231 h 245"/>
                <a:gd name="T2" fmla="*/ 82 w 193"/>
                <a:gd name="T3" fmla="*/ 245 h 245"/>
                <a:gd name="T4" fmla="*/ 100 w 193"/>
                <a:gd name="T5" fmla="*/ 239 h 245"/>
                <a:gd name="T6" fmla="*/ 109 w 193"/>
                <a:gd name="T7" fmla="*/ 195 h 245"/>
                <a:gd name="T8" fmla="*/ 95 w 193"/>
                <a:gd name="T9" fmla="*/ 173 h 245"/>
                <a:gd name="T10" fmla="*/ 64 w 193"/>
                <a:gd name="T11" fmla="*/ 94 h 245"/>
                <a:gd name="T12" fmla="*/ 67 w 193"/>
                <a:gd name="T13" fmla="*/ 80 h 245"/>
                <a:gd name="T14" fmla="*/ 87 w 193"/>
                <a:gd name="T15" fmla="*/ 68 h 245"/>
                <a:gd name="T16" fmla="*/ 124 w 193"/>
                <a:gd name="T17" fmla="*/ 64 h 245"/>
                <a:gd name="T18" fmla="*/ 145 w 193"/>
                <a:gd name="T19" fmla="*/ 65 h 245"/>
                <a:gd name="T20" fmla="*/ 151 w 193"/>
                <a:gd name="T21" fmla="*/ 65 h 245"/>
                <a:gd name="T22" fmla="*/ 153 w 193"/>
                <a:gd name="T23" fmla="*/ 66 h 245"/>
                <a:gd name="T24" fmla="*/ 153 w 193"/>
                <a:gd name="T25" fmla="*/ 66 h 245"/>
                <a:gd name="T26" fmla="*/ 190 w 193"/>
                <a:gd name="T27" fmla="*/ 39 h 245"/>
                <a:gd name="T28" fmla="*/ 164 w 193"/>
                <a:gd name="T29" fmla="*/ 3 h 245"/>
                <a:gd name="T30" fmla="*/ 124 w 193"/>
                <a:gd name="T31" fmla="*/ 0 h 245"/>
                <a:gd name="T32" fmla="*/ 101 w 193"/>
                <a:gd name="T33" fmla="*/ 1 h 245"/>
                <a:gd name="T34" fmla="*/ 50 w 193"/>
                <a:gd name="T35" fmla="*/ 14 h 245"/>
                <a:gd name="T36" fmla="*/ 14 w 193"/>
                <a:gd name="T37" fmla="*/ 44 h 245"/>
                <a:gd name="T38" fmla="*/ 0 w 193"/>
                <a:gd name="T39" fmla="*/ 94 h 245"/>
                <a:gd name="T40" fmla="*/ 28 w 193"/>
                <a:gd name="T41" fmla="*/ 186 h 245"/>
                <a:gd name="T42" fmla="*/ 50 w 193"/>
                <a:gd name="T43" fmla="*/ 223 h 245"/>
                <a:gd name="T44" fmla="*/ 56 w 193"/>
                <a:gd name="T45" fmla="*/ 23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3" h="245">
                  <a:moveTo>
                    <a:pt x="56" y="231"/>
                  </a:moveTo>
                  <a:cubicBezTo>
                    <a:pt x="62" y="240"/>
                    <a:pt x="72" y="245"/>
                    <a:pt x="82" y="245"/>
                  </a:cubicBezTo>
                  <a:cubicBezTo>
                    <a:pt x="88" y="245"/>
                    <a:pt x="95" y="243"/>
                    <a:pt x="100" y="239"/>
                  </a:cubicBezTo>
                  <a:cubicBezTo>
                    <a:pt x="115" y="229"/>
                    <a:pt x="119" y="209"/>
                    <a:pt x="109" y="195"/>
                  </a:cubicBezTo>
                  <a:cubicBezTo>
                    <a:pt x="103" y="187"/>
                    <a:pt x="99" y="180"/>
                    <a:pt x="95" y="173"/>
                  </a:cubicBezTo>
                  <a:cubicBezTo>
                    <a:pt x="71" y="134"/>
                    <a:pt x="63" y="108"/>
                    <a:pt x="64" y="94"/>
                  </a:cubicBezTo>
                  <a:cubicBezTo>
                    <a:pt x="64" y="86"/>
                    <a:pt x="65" y="83"/>
                    <a:pt x="67" y="80"/>
                  </a:cubicBezTo>
                  <a:cubicBezTo>
                    <a:pt x="70" y="76"/>
                    <a:pt x="76" y="71"/>
                    <a:pt x="87" y="68"/>
                  </a:cubicBezTo>
                  <a:cubicBezTo>
                    <a:pt x="98" y="65"/>
                    <a:pt x="112" y="64"/>
                    <a:pt x="124" y="64"/>
                  </a:cubicBezTo>
                  <a:cubicBezTo>
                    <a:pt x="133" y="64"/>
                    <a:pt x="140" y="64"/>
                    <a:pt x="145" y="65"/>
                  </a:cubicBezTo>
                  <a:cubicBezTo>
                    <a:pt x="148" y="65"/>
                    <a:pt x="150" y="65"/>
                    <a:pt x="151" y="65"/>
                  </a:cubicBezTo>
                  <a:cubicBezTo>
                    <a:pt x="152" y="66"/>
                    <a:pt x="153" y="66"/>
                    <a:pt x="153" y="66"/>
                  </a:cubicBezTo>
                  <a:cubicBezTo>
                    <a:pt x="153" y="66"/>
                    <a:pt x="153" y="66"/>
                    <a:pt x="153" y="66"/>
                  </a:cubicBezTo>
                  <a:cubicBezTo>
                    <a:pt x="171" y="69"/>
                    <a:pt x="187" y="57"/>
                    <a:pt x="190" y="39"/>
                  </a:cubicBezTo>
                  <a:cubicBezTo>
                    <a:pt x="193" y="22"/>
                    <a:pt x="181" y="5"/>
                    <a:pt x="164" y="3"/>
                  </a:cubicBezTo>
                  <a:cubicBezTo>
                    <a:pt x="162" y="2"/>
                    <a:pt x="146" y="0"/>
                    <a:pt x="124" y="0"/>
                  </a:cubicBezTo>
                  <a:cubicBezTo>
                    <a:pt x="117" y="0"/>
                    <a:pt x="109" y="0"/>
                    <a:pt x="101" y="1"/>
                  </a:cubicBezTo>
                  <a:cubicBezTo>
                    <a:pt x="85" y="2"/>
                    <a:pt x="67" y="6"/>
                    <a:pt x="50" y="14"/>
                  </a:cubicBezTo>
                  <a:cubicBezTo>
                    <a:pt x="37" y="20"/>
                    <a:pt x="24" y="30"/>
                    <a:pt x="14" y="44"/>
                  </a:cubicBezTo>
                  <a:cubicBezTo>
                    <a:pt x="5" y="58"/>
                    <a:pt x="0" y="76"/>
                    <a:pt x="0" y="94"/>
                  </a:cubicBezTo>
                  <a:cubicBezTo>
                    <a:pt x="0" y="122"/>
                    <a:pt x="9" y="151"/>
                    <a:pt x="28" y="186"/>
                  </a:cubicBezTo>
                  <a:cubicBezTo>
                    <a:pt x="34" y="198"/>
                    <a:pt x="42" y="210"/>
                    <a:pt x="50" y="223"/>
                  </a:cubicBezTo>
                  <a:cubicBezTo>
                    <a:pt x="52" y="226"/>
                    <a:pt x="54" y="228"/>
                    <a:pt x="56" y="23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5" name="Freeform 52"/>
            <p:cNvSpPr>
              <a:spLocks/>
            </p:cNvSpPr>
            <p:nvPr/>
          </p:nvSpPr>
          <p:spPr bwMode="auto">
            <a:xfrm>
              <a:off x="2276476" y="3467100"/>
              <a:ext cx="217488" cy="358775"/>
            </a:xfrm>
            <a:custGeom>
              <a:avLst/>
              <a:gdLst>
                <a:gd name="T0" fmla="*/ 80 w 144"/>
                <a:gd name="T1" fmla="*/ 165 h 238"/>
                <a:gd name="T2" fmla="*/ 131 w 144"/>
                <a:gd name="T3" fmla="*/ 229 h 238"/>
                <a:gd name="T4" fmla="*/ 8 w 144"/>
                <a:gd name="T5" fmla="*/ 4 h 238"/>
                <a:gd name="T6" fmla="*/ 54 w 144"/>
                <a:gd name="T7" fmla="*/ 126 h 238"/>
                <a:gd name="T8" fmla="*/ 31 w 144"/>
                <a:gd name="T9" fmla="*/ 124 h 238"/>
                <a:gd name="T10" fmla="*/ 82 w 144"/>
                <a:gd name="T11" fmla="*/ 194 h 238"/>
                <a:gd name="T12" fmla="*/ 80 w 144"/>
                <a:gd name="T13" fmla="*/ 165 h 238"/>
              </a:gdLst>
              <a:ahLst/>
              <a:cxnLst>
                <a:cxn ang="0">
                  <a:pos x="T0" y="T1"/>
                </a:cxn>
                <a:cxn ang="0">
                  <a:pos x="T2" y="T3"/>
                </a:cxn>
                <a:cxn ang="0">
                  <a:pos x="T4" y="T5"/>
                </a:cxn>
                <a:cxn ang="0">
                  <a:pos x="T6" y="T7"/>
                </a:cxn>
                <a:cxn ang="0">
                  <a:pos x="T8" y="T9"/>
                </a:cxn>
                <a:cxn ang="0">
                  <a:pos x="T10" y="T11"/>
                </a:cxn>
                <a:cxn ang="0">
                  <a:pos x="T12" y="T13"/>
                </a:cxn>
              </a:cxnLst>
              <a:rect l="0" t="0" r="r" b="b"/>
              <a:pathLst>
                <a:path w="144" h="238">
                  <a:moveTo>
                    <a:pt x="80" y="165"/>
                  </a:moveTo>
                  <a:cubicBezTo>
                    <a:pt x="87" y="162"/>
                    <a:pt x="118" y="238"/>
                    <a:pt x="131" y="229"/>
                  </a:cubicBezTo>
                  <a:cubicBezTo>
                    <a:pt x="144" y="219"/>
                    <a:pt x="17" y="0"/>
                    <a:pt x="8" y="4"/>
                  </a:cubicBezTo>
                  <a:cubicBezTo>
                    <a:pt x="0" y="7"/>
                    <a:pt x="61" y="122"/>
                    <a:pt x="54" y="126"/>
                  </a:cubicBezTo>
                  <a:cubicBezTo>
                    <a:pt x="46" y="130"/>
                    <a:pt x="35" y="117"/>
                    <a:pt x="31" y="124"/>
                  </a:cubicBezTo>
                  <a:cubicBezTo>
                    <a:pt x="27" y="131"/>
                    <a:pt x="75" y="197"/>
                    <a:pt x="82" y="194"/>
                  </a:cubicBezTo>
                  <a:cubicBezTo>
                    <a:pt x="89" y="191"/>
                    <a:pt x="73" y="168"/>
                    <a:pt x="80" y="16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6" name="Freeform 53"/>
            <p:cNvSpPr>
              <a:spLocks/>
            </p:cNvSpPr>
            <p:nvPr/>
          </p:nvSpPr>
          <p:spPr bwMode="auto">
            <a:xfrm>
              <a:off x="2425701" y="3649663"/>
              <a:ext cx="136525" cy="276225"/>
            </a:xfrm>
            <a:custGeom>
              <a:avLst/>
              <a:gdLst>
                <a:gd name="T0" fmla="*/ 78 w 91"/>
                <a:gd name="T1" fmla="*/ 129 h 184"/>
                <a:gd name="T2" fmla="*/ 8 w 91"/>
                <a:gd name="T3" fmla="*/ 3 h 184"/>
                <a:gd name="T4" fmla="*/ 78 w 91"/>
                <a:gd name="T5" fmla="*/ 129 h 184"/>
              </a:gdLst>
              <a:ahLst/>
              <a:cxnLst>
                <a:cxn ang="0">
                  <a:pos x="T0" y="T1"/>
                </a:cxn>
                <a:cxn ang="0">
                  <a:pos x="T2" y="T3"/>
                </a:cxn>
                <a:cxn ang="0">
                  <a:pos x="T4" y="T5"/>
                </a:cxn>
              </a:cxnLst>
              <a:rect l="0" t="0" r="r" b="b"/>
              <a:pathLst>
                <a:path w="91" h="184">
                  <a:moveTo>
                    <a:pt x="78" y="129"/>
                  </a:moveTo>
                  <a:cubicBezTo>
                    <a:pt x="64" y="74"/>
                    <a:pt x="15" y="0"/>
                    <a:pt x="8" y="3"/>
                  </a:cubicBezTo>
                  <a:cubicBezTo>
                    <a:pt x="0" y="6"/>
                    <a:pt x="91" y="184"/>
                    <a:pt x="78" y="12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7" name="Freeform 54"/>
            <p:cNvSpPr>
              <a:spLocks/>
            </p:cNvSpPr>
            <p:nvPr/>
          </p:nvSpPr>
          <p:spPr bwMode="auto">
            <a:xfrm>
              <a:off x="3016251" y="3117850"/>
              <a:ext cx="287338" cy="287337"/>
            </a:xfrm>
            <a:custGeom>
              <a:avLst/>
              <a:gdLst>
                <a:gd name="T0" fmla="*/ 6 w 190"/>
                <a:gd name="T1" fmla="*/ 104 h 190"/>
                <a:gd name="T2" fmla="*/ 104 w 190"/>
                <a:gd name="T3" fmla="*/ 185 h 190"/>
                <a:gd name="T4" fmla="*/ 185 w 190"/>
                <a:gd name="T5" fmla="*/ 86 h 190"/>
                <a:gd name="T6" fmla="*/ 86 w 190"/>
                <a:gd name="T7" fmla="*/ 6 h 190"/>
                <a:gd name="T8" fmla="*/ 6 w 190"/>
                <a:gd name="T9" fmla="*/ 104 h 190"/>
              </a:gdLst>
              <a:ahLst/>
              <a:cxnLst>
                <a:cxn ang="0">
                  <a:pos x="T0" y="T1"/>
                </a:cxn>
                <a:cxn ang="0">
                  <a:pos x="T2" y="T3"/>
                </a:cxn>
                <a:cxn ang="0">
                  <a:pos x="T4" y="T5"/>
                </a:cxn>
                <a:cxn ang="0">
                  <a:pos x="T6" y="T7"/>
                </a:cxn>
                <a:cxn ang="0">
                  <a:pos x="T8" y="T9"/>
                </a:cxn>
              </a:cxnLst>
              <a:rect l="0" t="0" r="r" b="b"/>
              <a:pathLst>
                <a:path w="190" h="190">
                  <a:moveTo>
                    <a:pt x="6" y="104"/>
                  </a:moveTo>
                  <a:cubicBezTo>
                    <a:pt x="11" y="154"/>
                    <a:pt x="55" y="190"/>
                    <a:pt x="104" y="185"/>
                  </a:cubicBezTo>
                  <a:cubicBezTo>
                    <a:pt x="154" y="179"/>
                    <a:pt x="190" y="135"/>
                    <a:pt x="185" y="86"/>
                  </a:cubicBezTo>
                  <a:cubicBezTo>
                    <a:pt x="179" y="36"/>
                    <a:pt x="135" y="0"/>
                    <a:pt x="86" y="6"/>
                  </a:cubicBezTo>
                  <a:cubicBezTo>
                    <a:pt x="36" y="11"/>
                    <a:pt x="0" y="55"/>
                    <a:pt x="6" y="10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8" name="Freeform 55"/>
            <p:cNvSpPr>
              <a:spLocks/>
            </p:cNvSpPr>
            <p:nvPr/>
          </p:nvSpPr>
          <p:spPr bwMode="auto">
            <a:xfrm>
              <a:off x="2774951" y="3281363"/>
              <a:ext cx="601663" cy="1238250"/>
            </a:xfrm>
            <a:custGeom>
              <a:avLst/>
              <a:gdLst>
                <a:gd name="T0" fmla="*/ 388 w 399"/>
                <a:gd name="T1" fmla="*/ 399 h 822"/>
                <a:gd name="T2" fmla="*/ 395 w 399"/>
                <a:gd name="T3" fmla="*/ 366 h 822"/>
                <a:gd name="T4" fmla="*/ 365 w 399"/>
                <a:gd name="T5" fmla="*/ 393 h 822"/>
                <a:gd name="T6" fmla="*/ 342 w 399"/>
                <a:gd name="T7" fmla="*/ 401 h 822"/>
                <a:gd name="T8" fmla="*/ 340 w 399"/>
                <a:gd name="T9" fmla="*/ 402 h 822"/>
                <a:gd name="T10" fmla="*/ 308 w 399"/>
                <a:gd name="T11" fmla="*/ 387 h 822"/>
                <a:gd name="T12" fmla="*/ 300 w 399"/>
                <a:gd name="T13" fmla="*/ 357 h 822"/>
                <a:gd name="T14" fmla="*/ 300 w 399"/>
                <a:gd name="T15" fmla="*/ 356 h 822"/>
                <a:gd name="T16" fmla="*/ 314 w 399"/>
                <a:gd name="T17" fmla="*/ 330 h 822"/>
                <a:gd name="T18" fmla="*/ 373 w 399"/>
                <a:gd name="T19" fmla="*/ 272 h 822"/>
                <a:gd name="T20" fmla="*/ 385 w 399"/>
                <a:gd name="T21" fmla="*/ 244 h 822"/>
                <a:gd name="T22" fmla="*/ 380 w 399"/>
                <a:gd name="T23" fmla="*/ 235 h 822"/>
                <a:gd name="T24" fmla="*/ 359 w 399"/>
                <a:gd name="T25" fmla="*/ 222 h 822"/>
                <a:gd name="T26" fmla="*/ 313 w 399"/>
                <a:gd name="T27" fmla="*/ 208 h 822"/>
                <a:gd name="T28" fmla="*/ 313 w 399"/>
                <a:gd name="T29" fmla="*/ 208 h 822"/>
                <a:gd name="T30" fmla="*/ 286 w 399"/>
                <a:gd name="T31" fmla="*/ 193 h 822"/>
                <a:gd name="T32" fmla="*/ 278 w 399"/>
                <a:gd name="T33" fmla="*/ 163 h 822"/>
                <a:gd name="T34" fmla="*/ 278 w 399"/>
                <a:gd name="T35" fmla="*/ 162 h 822"/>
                <a:gd name="T36" fmla="*/ 317 w 399"/>
                <a:gd name="T37" fmla="*/ 128 h 822"/>
                <a:gd name="T38" fmla="*/ 322 w 399"/>
                <a:gd name="T39" fmla="*/ 129 h 822"/>
                <a:gd name="T40" fmla="*/ 328 w 399"/>
                <a:gd name="T41" fmla="*/ 130 h 822"/>
                <a:gd name="T42" fmla="*/ 363 w 399"/>
                <a:gd name="T43" fmla="*/ 138 h 822"/>
                <a:gd name="T44" fmla="*/ 382 w 399"/>
                <a:gd name="T45" fmla="*/ 144 h 822"/>
                <a:gd name="T46" fmla="*/ 298 w 399"/>
                <a:gd name="T47" fmla="*/ 95 h 822"/>
                <a:gd name="T48" fmla="*/ 297 w 399"/>
                <a:gd name="T49" fmla="*/ 95 h 822"/>
                <a:gd name="T50" fmla="*/ 290 w 399"/>
                <a:gd name="T51" fmla="*/ 96 h 822"/>
                <a:gd name="T52" fmla="*/ 289 w 399"/>
                <a:gd name="T53" fmla="*/ 96 h 822"/>
                <a:gd name="T54" fmla="*/ 215 w 399"/>
                <a:gd name="T55" fmla="*/ 102 h 822"/>
                <a:gd name="T56" fmla="*/ 119 w 399"/>
                <a:gd name="T57" fmla="*/ 86 h 822"/>
                <a:gd name="T58" fmla="*/ 85 w 399"/>
                <a:gd name="T59" fmla="*/ 64 h 822"/>
                <a:gd name="T60" fmla="*/ 66 w 399"/>
                <a:gd name="T61" fmla="*/ 28 h 822"/>
                <a:gd name="T62" fmla="*/ 28 w 399"/>
                <a:gd name="T63" fmla="*/ 5 h 822"/>
                <a:gd name="T64" fmla="*/ 4 w 399"/>
                <a:gd name="T65" fmla="*/ 43 h 822"/>
                <a:gd name="T66" fmla="*/ 39 w 399"/>
                <a:gd name="T67" fmla="*/ 108 h 822"/>
                <a:gd name="T68" fmla="*/ 125 w 399"/>
                <a:gd name="T69" fmla="*/ 155 h 822"/>
                <a:gd name="T70" fmla="*/ 215 w 399"/>
                <a:gd name="T71" fmla="*/ 166 h 822"/>
                <a:gd name="T72" fmla="*/ 248 w 399"/>
                <a:gd name="T73" fmla="*/ 165 h 822"/>
                <a:gd name="T74" fmla="*/ 249 w 399"/>
                <a:gd name="T75" fmla="*/ 185 h 822"/>
                <a:gd name="T76" fmla="*/ 244 w 399"/>
                <a:gd name="T77" fmla="*/ 391 h 822"/>
                <a:gd name="T78" fmla="*/ 244 w 399"/>
                <a:gd name="T79" fmla="*/ 391 h 822"/>
                <a:gd name="T80" fmla="*/ 237 w 399"/>
                <a:gd name="T81" fmla="*/ 458 h 822"/>
                <a:gd name="T82" fmla="*/ 295 w 399"/>
                <a:gd name="T83" fmla="*/ 785 h 822"/>
                <a:gd name="T84" fmla="*/ 343 w 399"/>
                <a:gd name="T85" fmla="*/ 822 h 822"/>
                <a:gd name="T86" fmla="*/ 356 w 399"/>
                <a:gd name="T87" fmla="*/ 820 h 822"/>
                <a:gd name="T88" fmla="*/ 391 w 399"/>
                <a:gd name="T89" fmla="*/ 759 h 822"/>
                <a:gd name="T90" fmla="*/ 391 w 399"/>
                <a:gd name="T91" fmla="*/ 759 h 822"/>
                <a:gd name="T92" fmla="*/ 337 w 399"/>
                <a:gd name="T93" fmla="*/ 458 h 822"/>
                <a:gd name="T94" fmla="*/ 337 w 399"/>
                <a:gd name="T95" fmla="*/ 455 h 822"/>
                <a:gd name="T96" fmla="*/ 388 w 399"/>
                <a:gd name="T97" fmla="*/ 399 h 8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99" h="822">
                  <a:moveTo>
                    <a:pt x="388" y="399"/>
                  </a:moveTo>
                  <a:cubicBezTo>
                    <a:pt x="390" y="388"/>
                    <a:pt x="393" y="377"/>
                    <a:pt x="395" y="366"/>
                  </a:cubicBezTo>
                  <a:cubicBezTo>
                    <a:pt x="386" y="375"/>
                    <a:pt x="376" y="384"/>
                    <a:pt x="365" y="393"/>
                  </a:cubicBezTo>
                  <a:cubicBezTo>
                    <a:pt x="358" y="398"/>
                    <a:pt x="351" y="401"/>
                    <a:pt x="342" y="401"/>
                  </a:cubicBezTo>
                  <a:cubicBezTo>
                    <a:pt x="341" y="402"/>
                    <a:pt x="341" y="402"/>
                    <a:pt x="340" y="402"/>
                  </a:cubicBezTo>
                  <a:cubicBezTo>
                    <a:pt x="327" y="402"/>
                    <a:pt x="316" y="396"/>
                    <a:pt x="308" y="387"/>
                  </a:cubicBezTo>
                  <a:cubicBezTo>
                    <a:pt x="302" y="378"/>
                    <a:pt x="299" y="368"/>
                    <a:pt x="300" y="357"/>
                  </a:cubicBezTo>
                  <a:cubicBezTo>
                    <a:pt x="300" y="357"/>
                    <a:pt x="300" y="356"/>
                    <a:pt x="300" y="356"/>
                  </a:cubicBezTo>
                  <a:cubicBezTo>
                    <a:pt x="302" y="346"/>
                    <a:pt x="307" y="337"/>
                    <a:pt x="314" y="330"/>
                  </a:cubicBezTo>
                  <a:cubicBezTo>
                    <a:pt x="348" y="303"/>
                    <a:pt x="365" y="283"/>
                    <a:pt x="373" y="272"/>
                  </a:cubicBezTo>
                  <a:cubicBezTo>
                    <a:pt x="383" y="256"/>
                    <a:pt x="385" y="247"/>
                    <a:pt x="385" y="244"/>
                  </a:cubicBezTo>
                  <a:cubicBezTo>
                    <a:pt x="384" y="241"/>
                    <a:pt x="384" y="239"/>
                    <a:pt x="380" y="235"/>
                  </a:cubicBezTo>
                  <a:cubicBezTo>
                    <a:pt x="376" y="231"/>
                    <a:pt x="368" y="226"/>
                    <a:pt x="359" y="222"/>
                  </a:cubicBezTo>
                  <a:cubicBezTo>
                    <a:pt x="341" y="213"/>
                    <a:pt x="318" y="209"/>
                    <a:pt x="313" y="208"/>
                  </a:cubicBezTo>
                  <a:cubicBezTo>
                    <a:pt x="313" y="208"/>
                    <a:pt x="313" y="208"/>
                    <a:pt x="313" y="208"/>
                  </a:cubicBezTo>
                  <a:cubicBezTo>
                    <a:pt x="302" y="207"/>
                    <a:pt x="292" y="201"/>
                    <a:pt x="286" y="193"/>
                  </a:cubicBezTo>
                  <a:cubicBezTo>
                    <a:pt x="279" y="185"/>
                    <a:pt x="276" y="174"/>
                    <a:pt x="278" y="163"/>
                  </a:cubicBezTo>
                  <a:cubicBezTo>
                    <a:pt x="278" y="163"/>
                    <a:pt x="278" y="163"/>
                    <a:pt x="278" y="162"/>
                  </a:cubicBezTo>
                  <a:cubicBezTo>
                    <a:pt x="281" y="143"/>
                    <a:pt x="298" y="128"/>
                    <a:pt x="317" y="128"/>
                  </a:cubicBezTo>
                  <a:cubicBezTo>
                    <a:pt x="319" y="128"/>
                    <a:pt x="321" y="129"/>
                    <a:pt x="322" y="129"/>
                  </a:cubicBezTo>
                  <a:cubicBezTo>
                    <a:pt x="324" y="129"/>
                    <a:pt x="326" y="129"/>
                    <a:pt x="328" y="130"/>
                  </a:cubicBezTo>
                  <a:cubicBezTo>
                    <a:pt x="336" y="131"/>
                    <a:pt x="348" y="133"/>
                    <a:pt x="363" y="138"/>
                  </a:cubicBezTo>
                  <a:cubicBezTo>
                    <a:pt x="369" y="139"/>
                    <a:pt x="375" y="142"/>
                    <a:pt x="382" y="144"/>
                  </a:cubicBezTo>
                  <a:cubicBezTo>
                    <a:pt x="362" y="107"/>
                    <a:pt x="326" y="91"/>
                    <a:pt x="298" y="95"/>
                  </a:cubicBezTo>
                  <a:cubicBezTo>
                    <a:pt x="298" y="95"/>
                    <a:pt x="297" y="95"/>
                    <a:pt x="297" y="95"/>
                  </a:cubicBezTo>
                  <a:cubicBezTo>
                    <a:pt x="295" y="95"/>
                    <a:pt x="293" y="95"/>
                    <a:pt x="290" y="96"/>
                  </a:cubicBezTo>
                  <a:cubicBezTo>
                    <a:pt x="290" y="96"/>
                    <a:pt x="290" y="96"/>
                    <a:pt x="289" y="96"/>
                  </a:cubicBezTo>
                  <a:cubicBezTo>
                    <a:pt x="283" y="97"/>
                    <a:pt x="252" y="102"/>
                    <a:pt x="215" y="102"/>
                  </a:cubicBezTo>
                  <a:cubicBezTo>
                    <a:pt x="183" y="102"/>
                    <a:pt x="147" y="98"/>
                    <a:pt x="119" y="86"/>
                  </a:cubicBezTo>
                  <a:cubicBezTo>
                    <a:pt x="106" y="80"/>
                    <a:pt x="94" y="73"/>
                    <a:pt x="85" y="64"/>
                  </a:cubicBezTo>
                  <a:cubicBezTo>
                    <a:pt x="77" y="54"/>
                    <a:pt x="70" y="43"/>
                    <a:pt x="66" y="28"/>
                  </a:cubicBezTo>
                  <a:cubicBezTo>
                    <a:pt x="62" y="11"/>
                    <a:pt x="45" y="0"/>
                    <a:pt x="28" y="5"/>
                  </a:cubicBezTo>
                  <a:cubicBezTo>
                    <a:pt x="10" y="9"/>
                    <a:pt x="0" y="26"/>
                    <a:pt x="4" y="43"/>
                  </a:cubicBezTo>
                  <a:cubicBezTo>
                    <a:pt x="10" y="69"/>
                    <a:pt x="23" y="91"/>
                    <a:pt x="39" y="108"/>
                  </a:cubicBezTo>
                  <a:cubicBezTo>
                    <a:pt x="63" y="133"/>
                    <a:pt x="94" y="147"/>
                    <a:pt x="125" y="155"/>
                  </a:cubicBezTo>
                  <a:cubicBezTo>
                    <a:pt x="156" y="164"/>
                    <a:pt x="188" y="166"/>
                    <a:pt x="215" y="166"/>
                  </a:cubicBezTo>
                  <a:cubicBezTo>
                    <a:pt x="227" y="166"/>
                    <a:pt x="238" y="166"/>
                    <a:pt x="248" y="165"/>
                  </a:cubicBezTo>
                  <a:cubicBezTo>
                    <a:pt x="248" y="172"/>
                    <a:pt x="248" y="179"/>
                    <a:pt x="249" y="185"/>
                  </a:cubicBezTo>
                  <a:cubicBezTo>
                    <a:pt x="253" y="242"/>
                    <a:pt x="262" y="324"/>
                    <a:pt x="244" y="391"/>
                  </a:cubicBezTo>
                  <a:cubicBezTo>
                    <a:pt x="244" y="391"/>
                    <a:pt x="244" y="391"/>
                    <a:pt x="244" y="391"/>
                  </a:cubicBezTo>
                  <a:cubicBezTo>
                    <a:pt x="242" y="401"/>
                    <a:pt x="237" y="421"/>
                    <a:pt x="237" y="458"/>
                  </a:cubicBezTo>
                  <a:cubicBezTo>
                    <a:pt x="237" y="516"/>
                    <a:pt x="248" y="616"/>
                    <a:pt x="295" y="785"/>
                  </a:cubicBezTo>
                  <a:cubicBezTo>
                    <a:pt x="301" y="808"/>
                    <a:pt x="321" y="822"/>
                    <a:pt x="343" y="822"/>
                  </a:cubicBezTo>
                  <a:cubicBezTo>
                    <a:pt x="347" y="822"/>
                    <a:pt x="352" y="821"/>
                    <a:pt x="356" y="820"/>
                  </a:cubicBezTo>
                  <a:cubicBezTo>
                    <a:pt x="383" y="813"/>
                    <a:pt x="399" y="785"/>
                    <a:pt x="391" y="759"/>
                  </a:cubicBezTo>
                  <a:cubicBezTo>
                    <a:pt x="391" y="759"/>
                    <a:pt x="391" y="759"/>
                    <a:pt x="391" y="759"/>
                  </a:cubicBezTo>
                  <a:cubicBezTo>
                    <a:pt x="346" y="596"/>
                    <a:pt x="337" y="503"/>
                    <a:pt x="337" y="458"/>
                  </a:cubicBezTo>
                  <a:cubicBezTo>
                    <a:pt x="337" y="457"/>
                    <a:pt x="337" y="456"/>
                    <a:pt x="337" y="455"/>
                  </a:cubicBezTo>
                  <a:cubicBezTo>
                    <a:pt x="358" y="449"/>
                    <a:pt x="376" y="433"/>
                    <a:pt x="388" y="39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9" name="Freeform 56"/>
            <p:cNvSpPr>
              <a:spLocks/>
            </p:cNvSpPr>
            <p:nvPr/>
          </p:nvSpPr>
          <p:spPr bwMode="auto">
            <a:xfrm>
              <a:off x="3203576" y="3484563"/>
              <a:ext cx="260350" cy="390525"/>
            </a:xfrm>
            <a:custGeom>
              <a:avLst/>
              <a:gdLst>
                <a:gd name="T0" fmla="*/ 43 w 173"/>
                <a:gd name="T1" fmla="*/ 2 h 259"/>
                <a:gd name="T2" fmla="*/ 37 w 173"/>
                <a:gd name="T3" fmla="*/ 2 h 259"/>
                <a:gd name="T4" fmla="*/ 2 w 173"/>
                <a:gd name="T5" fmla="*/ 26 h 259"/>
                <a:gd name="T6" fmla="*/ 2 w 173"/>
                <a:gd name="T7" fmla="*/ 29 h 259"/>
                <a:gd name="T8" fmla="*/ 30 w 173"/>
                <a:gd name="T9" fmla="*/ 65 h 259"/>
                <a:gd name="T10" fmla="*/ 30 w 173"/>
                <a:gd name="T11" fmla="*/ 65 h 259"/>
                <a:gd name="T12" fmla="*/ 79 w 173"/>
                <a:gd name="T13" fmla="*/ 79 h 259"/>
                <a:gd name="T14" fmla="*/ 102 w 173"/>
                <a:gd name="T15" fmla="*/ 95 h 259"/>
                <a:gd name="T16" fmla="*/ 109 w 173"/>
                <a:gd name="T17" fmla="*/ 109 h 259"/>
                <a:gd name="T18" fmla="*/ 95 w 173"/>
                <a:gd name="T19" fmla="*/ 141 h 259"/>
                <a:gd name="T20" fmla="*/ 35 w 173"/>
                <a:gd name="T21" fmla="*/ 202 h 259"/>
                <a:gd name="T22" fmla="*/ 24 w 173"/>
                <a:gd name="T23" fmla="*/ 222 h 259"/>
                <a:gd name="T24" fmla="*/ 31 w 173"/>
                <a:gd name="T25" fmla="*/ 247 h 259"/>
                <a:gd name="T26" fmla="*/ 56 w 173"/>
                <a:gd name="T27" fmla="*/ 259 h 259"/>
                <a:gd name="T28" fmla="*/ 57 w 173"/>
                <a:gd name="T29" fmla="*/ 258 h 259"/>
                <a:gd name="T30" fmla="*/ 76 w 173"/>
                <a:gd name="T31" fmla="*/ 251 h 259"/>
                <a:gd name="T32" fmla="*/ 114 w 173"/>
                <a:gd name="T33" fmla="*/ 218 h 259"/>
                <a:gd name="T34" fmla="*/ 148 w 173"/>
                <a:gd name="T35" fmla="*/ 177 h 259"/>
                <a:gd name="T36" fmla="*/ 173 w 173"/>
                <a:gd name="T37" fmla="*/ 109 h 259"/>
                <a:gd name="T38" fmla="*/ 146 w 173"/>
                <a:gd name="T39" fmla="*/ 48 h 259"/>
                <a:gd name="T40" fmla="*/ 103 w 173"/>
                <a:gd name="T41" fmla="*/ 20 h 259"/>
                <a:gd name="T42" fmla="*/ 77 w 173"/>
                <a:gd name="T43" fmla="*/ 10 h 259"/>
                <a:gd name="T44" fmla="*/ 43 w 173"/>
                <a:gd name="T45" fmla="*/ 2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3" h="259">
                  <a:moveTo>
                    <a:pt x="43" y="2"/>
                  </a:moveTo>
                  <a:cubicBezTo>
                    <a:pt x="40" y="2"/>
                    <a:pt x="38" y="2"/>
                    <a:pt x="37" y="2"/>
                  </a:cubicBezTo>
                  <a:cubicBezTo>
                    <a:pt x="21" y="0"/>
                    <a:pt x="6" y="10"/>
                    <a:pt x="2" y="26"/>
                  </a:cubicBezTo>
                  <a:cubicBezTo>
                    <a:pt x="2" y="27"/>
                    <a:pt x="2" y="28"/>
                    <a:pt x="2" y="29"/>
                  </a:cubicBezTo>
                  <a:cubicBezTo>
                    <a:pt x="0" y="47"/>
                    <a:pt x="12" y="63"/>
                    <a:pt x="30" y="65"/>
                  </a:cubicBezTo>
                  <a:cubicBezTo>
                    <a:pt x="30" y="65"/>
                    <a:pt x="30" y="65"/>
                    <a:pt x="30" y="65"/>
                  </a:cubicBezTo>
                  <a:cubicBezTo>
                    <a:pt x="34" y="66"/>
                    <a:pt x="59" y="70"/>
                    <a:pt x="79" y="79"/>
                  </a:cubicBezTo>
                  <a:cubicBezTo>
                    <a:pt x="89" y="84"/>
                    <a:pt x="97" y="90"/>
                    <a:pt x="102" y="95"/>
                  </a:cubicBezTo>
                  <a:cubicBezTo>
                    <a:pt x="107" y="100"/>
                    <a:pt x="108" y="103"/>
                    <a:pt x="109" y="109"/>
                  </a:cubicBezTo>
                  <a:cubicBezTo>
                    <a:pt x="109" y="115"/>
                    <a:pt x="106" y="125"/>
                    <a:pt x="95" y="141"/>
                  </a:cubicBezTo>
                  <a:cubicBezTo>
                    <a:pt x="85" y="157"/>
                    <a:pt x="65" y="177"/>
                    <a:pt x="35" y="202"/>
                  </a:cubicBezTo>
                  <a:cubicBezTo>
                    <a:pt x="29" y="207"/>
                    <a:pt x="25" y="215"/>
                    <a:pt x="24" y="222"/>
                  </a:cubicBezTo>
                  <a:cubicBezTo>
                    <a:pt x="23" y="231"/>
                    <a:pt x="25" y="240"/>
                    <a:pt x="31" y="247"/>
                  </a:cubicBezTo>
                  <a:cubicBezTo>
                    <a:pt x="37" y="255"/>
                    <a:pt x="46" y="259"/>
                    <a:pt x="56" y="259"/>
                  </a:cubicBezTo>
                  <a:cubicBezTo>
                    <a:pt x="56" y="259"/>
                    <a:pt x="57" y="259"/>
                    <a:pt x="57" y="258"/>
                  </a:cubicBezTo>
                  <a:cubicBezTo>
                    <a:pt x="64" y="258"/>
                    <a:pt x="70" y="256"/>
                    <a:pt x="76" y="251"/>
                  </a:cubicBezTo>
                  <a:cubicBezTo>
                    <a:pt x="90" y="240"/>
                    <a:pt x="103" y="229"/>
                    <a:pt x="114" y="218"/>
                  </a:cubicBezTo>
                  <a:cubicBezTo>
                    <a:pt x="128" y="204"/>
                    <a:pt x="139" y="190"/>
                    <a:pt x="148" y="177"/>
                  </a:cubicBezTo>
                  <a:cubicBezTo>
                    <a:pt x="164" y="154"/>
                    <a:pt x="172" y="132"/>
                    <a:pt x="173" y="109"/>
                  </a:cubicBezTo>
                  <a:cubicBezTo>
                    <a:pt x="173" y="84"/>
                    <a:pt x="161" y="62"/>
                    <a:pt x="146" y="48"/>
                  </a:cubicBezTo>
                  <a:cubicBezTo>
                    <a:pt x="133" y="35"/>
                    <a:pt x="117" y="26"/>
                    <a:pt x="103" y="20"/>
                  </a:cubicBezTo>
                  <a:cubicBezTo>
                    <a:pt x="93" y="16"/>
                    <a:pt x="85" y="13"/>
                    <a:pt x="77" y="10"/>
                  </a:cubicBezTo>
                  <a:cubicBezTo>
                    <a:pt x="62" y="6"/>
                    <a:pt x="49" y="4"/>
                    <a:pt x="43" y="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0" name="Freeform 57"/>
            <p:cNvSpPr>
              <a:spLocks noEditPoints="1"/>
            </p:cNvSpPr>
            <p:nvPr/>
          </p:nvSpPr>
          <p:spPr bwMode="auto">
            <a:xfrm>
              <a:off x="2600326" y="3017838"/>
              <a:ext cx="193675" cy="195262"/>
            </a:xfrm>
            <a:custGeom>
              <a:avLst/>
              <a:gdLst>
                <a:gd name="T0" fmla="*/ 108 w 128"/>
                <a:gd name="T1" fmla="*/ 30 h 129"/>
                <a:gd name="T2" fmla="*/ 95 w 128"/>
                <a:gd name="T3" fmla="*/ 32 h 129"/>
                <a:gd name="T4" fmla="*/ 95 w 128"/>
                <a:gd name="T5" fmla="*/ 16 h 129"/>
                <a:gd name="T6" fmla="*/ 77 w 128"/>
                <a:gd name="T7" fmla="*/ 12 h 129"/>
                <a:gd name="T8" fmla="*/ 77 w 128"/>
                <a:gd name="T9" fmla="*/ 36 h 129"/>
                <a:gd name="T10" fmla="*/ 53 w 128"/>
                <a:gd name="T11" fmla="*/ 43 h 129"/>
                <a:gd name="T12" fmla="*/ 53 w 128"/>
                <a:gd name="T13" fmla="*/ 25 h 129"/>
                <a:gd name="T14" fmla="*/ 34 w 128"/>
                <a:gd name="T15" fmla="*/ 19 h 129"/>
                <a:gd name="T16" fmla="*/ 36 w 128"/>
                <a:gd name="T17" fmla="*/ 49 h 129"/>
                <a:gd name="T18" fmla="*/ 9 w 128"/>
                <a:gd name="T19" fmla="*/ 60 h 129"/>
                <a:gd name="T20" fmla="*/ 24 w 128"/>
                <a:gd name="T21" fmla="*/ 64 h 129"/>
                <a:gd name="T22" fmla="*/ 37 w 128"/>
                <a:gd name="T23" fmla="*/ 58 h 129"/>
                <a:gd name="T24" fmla="*/ 41 w 128"/>
                <a:gd name="T25" fmla="*/ 80 h 129"/>
                <a:gd name="T26" fmla="*/ 24 w 128"/>
                <a:gd name="T27" fmla="*/ 88 h 129"/>
                <a:gd name="T28" fmla="*/ 28 w 128"/>
                <a:gd name="T29" fmla="*/ 95 h 129"/>
                <a:gd name="T30" fmla="*/ 43 w 128"/>
                <a:gd name="T31" fmla="*/ 88 h 129"/>
                <a:gd name="T32" fmla="*/ 54 w 128"/>
                <a:gd name="T33" fmla="*/ 119 h 129"/>
                <a:gd name="T34" fmla="*/ 70 w 128"/>
                <a:gd name="T35" fmla="*/ 118 h 129"/>
                <a:gd name="T36" fmla="*/ 59 w 128"/>
                <a:gd name="T37" fmla="*/ 82 h 129"/>
                <a:gd name="T38" fmla="*/ 81 w 128"/>
                <a:gd name="T39" fmla="*/ 74 h 129"/>
                <a:gd name="T40" fmla="*/ 89 w 128"/>
                <a:gd name="T41" fmla="*/ 105 h 129"/>
                <a:gd name="T42" fmla="*/ 104 w 128"/>
                <a:gd name="T43" fmla="*/ 100 h 129"/>
                <a:gd name="T44" fmla="*/ 97 w 128"/>
                <a:gd name="T45" fmla="*/ 69 h 129"/>
                <a:gd name="T46" fmla="*/ 115 w 128"/>
                <a:gd name="T47" fmla="*/ 63 h 129"/>
                <a:gd name="T48" fmla="*/ 113 w 128"/>
                <a:gd name="T49" fmla="*/ 56 h 129"/>
                <a:gd name="T50" fmla="*/ 96 w 128"/>
                <a:gd name="T51" fmla="*/ 61 h 129"/>
                <a:gd name="T52" fmla="*/ 95 w 128"/>
                <a:gd name="T53" fmla="*/ 39 h 129"/>
                <a:gd name="T54" fmla="*/ 114 w 128"/>
                <a:gd name="T55" fmla="*/ 36 h 129"/>
                <a:gd name="T56" fmla="*/ 108 w 128"/>
                <a:gd name="T57" fmla="*/ 30 h 129"/>
                <a:gd name="T58" fmla="*/ 80 w 128"/>
                <a:gd name="T59" fmla="*/ 66 h 129"/>
                <a:gd name="T60" fmla="*/ 57 w 128"/>
                <a:gd name="T61" fmla="*/ 74 h 129"/>
                <a:gd name="T62" fmla="*/ 54 w 128"/>
                <a:gd name="T63" fmla="*/ 51 h 129"/>
                <a:gd name="T64" fmla="*/ 78 w 128"/>
                <a:gd name="T65" fmla="*/ 43 h 129"/>
                <a:gd name="T66" fmla="*/ 80 w 128"/>
                <a:gd name="T67" fmla="*/ 66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8" h="129">
                  <a:moveTo>
                    <a:pt x="108" y="30"/>
                  </a:moveTo>
                  <a:cubicBezTo>
                    <a:pt x="104" y="31"/>
                    <a:pt x="99" y="31"/>
                    <a:pt x="95" y="32"/>
                  </a:cubicBezTo>
                  <a:cubicBezTo>
                    <a:pt x="95" y="27"/>
                    <a:pt x="95" y="22"/>
                    <a:pt x="95" y="16"/>
                  </a:cubicBezTo>
                  <a:cubicBezTo>
                    <a:pt x="95" y="6"/>
                    <a:pt x="77" y="0"/>
                    <a:pt x="77" y="12"/>
                  </a:cubicBezTo>
                  <a:cubicBezTo>
                    <a:pt x="77" y="20"/>
                    <a:pt x="77" y="28"/>
                    <a:pt x="77" y="36"/>
                  </a:cubicBezTo>
                  <a:cubicBezTo>
                    <a:pt x="69" y="38"/>
                    <a:pt x="61" y="40"/>
                    <a:pt x="53" y="43"/>
                  </a:cubicBezTo>
                  <a:cubicBezTo>
                    <a:pt x="53" y="37"/>
                    <a:pt x="53" y="31"/>
                    <a:pt x="53" y="25"/>
                  </a:cubicBezTo>
                  <a:cubicBezTo>
                    <a:pt x="52" y="17"/>
                    <a:pt x="34" y="10"/>
                    <a:pt x="34" y="19"/>
                  </a:cubicBezTo>
                  <a:cubicBezTo>
                    <a:pt x="34" y="29"/>
                    <a:pt x="35" y="39"/>
                    <a:pt x="36" y="49"/>
                  </a:cubicBezTo>
                  <a:cubicBezTo>
                    <a:pt x="27" y="52"/>
                    <a:pt x="18" y="56"/>
                    <a:pt x="9" y="60"/>
                  </a:cubicBezTo>
                  <a:cubicBezTo>
                    <a:pt x="0" y="65"/>
                    <a:pt x="20" y="66"/>
                    <a:pt x="24" y="64"/>
                  </a:cubicBezTo>
                  <a:cubicBezTo>
                    <a:pt x="28" y="62"/>
                    <a:pt x="32" y="60"/>
                    <a:pt x="37" y="58"/>
                  </a:cubicBezTo>
                  <a:cubicBezTo>
                    <a:pt x="38" y="66"/>
                    <a:pt x="39" y="73"/>
                    <a:pt x="41" y="80"/>
                  </a:cubicBezTo>
                  <a:cubicBezTo>
                    <a:pt x="35" y="83"/>
                    <a:pt x="29" y="86"/>
                    <a:pt x="24" y="88"/>
                  </a:cubicBezTo>
                  <a:cubicBezTo>
                    <a:pt x="20" y="90"/>
                    <a:pt x="24" y="97"/>
                    <a:pt x="28" y="95"/>
                  </a:cubicBezTo>
                  <a:cubicBezTo>
                    <a:pt x="33" y="93"/>
                    <a:pt x="38" y="90"/>
                    <a:pt x="43" y="88"/>
                  </a:cubicBezTo>
                  <a:cubicBezTo>
                    <a:pt x="46" y="99"/>
                    <a:pt x="49" y="109"/>
                    <a:pt x="54" y="119"/>
                  </a:cubicBezTo>
                  <a:cubicBezTo>
                    <a:pt x="57" y="126"/>
                    <a:pt x="75" y="129"/>
                    <a:pt x="70" y="118"/>
                  </a:cubicBezTo>
                  <a:cubicBezTo>
                    <a:pt x="65" y="106"/>
                    <a:pt x="61" y="94"/>
                    <a:pt x="59" y="82"/>
                  </a:cubicBezTo>
                  <a:cubicBezTo>
                    <a:pt x="66" y="79"/>
                    <a:pt x="73" y="76"/>
                    <a:pt x="81" y="74"/>
                  </a:cubicBezTo>
                  <a:cubicBezTo>
                    <a:pt x="83" y="84"/>
                    <a:pt x="85" y="95"/>
                    <a:pt x="89" y="105"/>
                  </a:cubicBezTo>
                  <a:cubicBezTo>
                    <a:pt x="93" y="116"/>
                    <a:pt x="109" y="112"/>
                    <a:pt x="104" y="100"/>
                  </a:cubicBezTo>
                  <a:cubicBezTo>
                    <a:pt x="100" y="90"/>
                    <a:pt x="98" y="79"/>
                    <a:pt x="97" y="69"/>
                  </a:cubicBezTo>
                  <a:cubicBezTo>
                    <a:pt x="103" y="67"/>
                    <a:pt x="109" y="65"/>
                    <a:pt x="115" y="63"/>
                  </a:cubicBezTo>
                  <a:cubicBezTo>
                    <a:pt x="120" y="62"/>
                    <a:pt x="117" y="55"/>
                    <a:pt x="113" y="56"/>
                  </a:cubicBezTo>
                  <a:cubicBezTo>
                    <a:pt x="107" y="57"/>
                    <a:pt x="101" y="59"/>
                    <a:pt x="96" y="61"/>
                  </a:cubicBezTo>
                  <a:cubicBezTo>
                    <a:pt x="95" y="54"/>
                    <a:pt x="95" y="46"/>
                    <a:pt x="95" y="39"/>
                  </a:cubicBezTo>
                  <a:cubicBezTo>
                    <a:pt x="101" y="38"/>
                    <a:pt x="108" y="37"/>
                    <a:pt x="114" y="36"/>
                  </a:cubicBezTo>
                  <a:cubicBezTo>
                    <a:pt x="128" y="34"/>
                    <a:pt x="116" y="29"/>
                    <a:pt x="108" y="30"/>
                  </a:cubicBezTo>
                  <a:close/>
                  <a:moveTo>
                    <a:pt x="80" y="66"/>
                  </a:moveTo>
                  <a:cubicBezTo>
                    <a:pt x="72" y="68"/>
                    <a:pt x="65" y="71"/>
                    <a:pt x="57" y="74"/>
                  </a:cubicBezTo>
                  <a:cubicBezTo>
                    <a:pt x="56" y="66"/>
                    <a:pt x="55" y="59"/>
                    <a:pt x="54" y="51"/>
                  </a:cubicBezTo>
                  <a:cubicBezTo>
                    <a:pt x="62" y="48"/>
                    <a:pt x="70" y="45"/>
                    <a:pt x="78" y="43"/>
                  </a:cubicBezTo>
                  <a:cubicBezTo>
                    <a:pt x="78" y="51"/>
                    <a:pt x="79" y="58"/>
                    <a:pt x="80" y="6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1" name="Freeform 58"/>
            <p:cNvSpPr>
              <a:spLocks/>
            </p:cNvSpPr>
            <p:nvPr/>
          </p:nvSpPr>
          <p:spPr bwMode="auto">
            <a:xfrm>
              <a:off x="2890838" y="2917825"/>
              <a:ext cx="193675" cy="165100"/>
            </a:xfrm>
            <a:custGeom>
              <a:avLst/>
              <a:gdLst>
                <a:gd name="T0" fmla="*/ 67 w 128"/>
                <a:gd name="T1" fmla="*/ 13 h 110"/>
                <a:gd name="T2" fmla="*/ 58 w 128"/>
                <a:gd name="T3" fmla="*/ 0 h 110"/>
                <a:gd name="T4" fmla="*/ 57 w 128"/>
                <a:gd name="T5" fmla="*/ 42 h 110"/>
                <a:gd name="T6" fmla="*/ 8 w 128"/>
                <a:gd name="T7" fmla="*/ 39 h 110"/>
                <a:gd name="T8" fmla="*/ 16 w 128"/>
                <a:gd name="T9" fmla="*/ 51 h 110"/>
                <a:gd name="T10" fmla="*/ 53 w 128"/>
                <a:gd name="T11" fmla="*/ 52 h 110"/>
                <a:gd name="T12" fmla="*/ 22 w 128"/>
                <a:gd name="T13" fmla="*/ 80 h 110"/>
                <a:gd name="T14" fmla="*/ 35 w 128"/>
                <a:gd name="T15" fmla="*/ 82 h 110"/>
                <a:gd name="T16" fmla="*/ 59 w 128"/>
                <a:gd name="T17" fmla="*/ 60 h 110"/>
                <a:gd name="T18" fmla="*/ 65 w 128"/>
                <a:gd name="T19" fmla="*/ 96 h 110"/>
                <a:gd name="T20" fmla="*/ 74 w 128"/>
                <a:gd name="T21" fmla="*/ 107 h 110"/>
                <a:gd name="T22" fmla="*/ 66 w 128"/>
                <a:gd name="T23" fmla="*/ 55 h 110"/>
                <a:gd name="T24" fmla="*/ 99 w 128"/>
                <a:gd name="T25" fmla="*/ 73 h 110"/>
                <a:gd name="T26" fmla="*/ 108 w 128"/>
                <a:gd name="T27" fmla="*/ 68 h 110"/>
                <a:gd name="T28" fmla="*/ 76 w 128"/>
                <a:gd name="T29" fmla="*/ 48 h 110"/>
                <a:gd name="T30" fmla="*/ 119 w 128"/>
                <a:gd name="T31" fmla="*/ 22 h 110"/>
                <a:gd name="T32" fmla="*/ 112 w 128"/>
                <a:gd name="T33" fmla="*/ 15 h 110"/>
                <a:gd name="T34" fmla="*/ 66 w 128"/>
                <a:gd name="T35" fmla="*/ 42 h 110"/>
                <a:gd name="T36" fmla="*/ 67 w 128"/>
                <a:gd name="T37" fmla="*/ 13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8" h="110">
                  <a:moveTo>
                    <a:pt x="67" y="13"/>
                  </a:moveTo>
                  <a:cubicBezTo>
                    <a:pt x="67" y="8"/>
                    <a:pt x="58" y="0"/>
                    <a:pt x="58" y="0"/>
                  </a:cubicBezTo>
                  <a:cubicBezTo>
                    <a:pt x="56" y="14"/>
                    <a:pt x="56" y="28"/>
                    <a:pt x="57" y="42"/>
                  </a:cubicBezTo>
                  <a:cubicBezTo>
                    <a:pt x="42" y="38"/>
                    <a:pt x="25" y="37"/>
                    <a:pt x="8" y="39"/>
                  </a:cubicBezTo>
                  <a:cubicBezTo>
                    <a:pt x="0" y="39"/>
                    <a:pt x="10" y="51"/>
                    <a:pt x="16" y="51"/>
                  </a:cubicBezTo>
                  <a:cubicBezTo>
                    <a:pt x="28" y="50"/>
                    <a:pt x="41" y="50"/>
                    <a:pt x="53" y="52"/>
                  </a:cubicBezTo>
                  <a:cubicBezTo>
                    <a:pt x="42" y="61"/>
                    <a:pt x="32" y="70"/>
                    <a:pt x="22" y="80"/>
                  </a:cubicBezTo>
                  <a:cubicBezTo>
                    <a:pt x="15" y="86"/>
                    <a:pt x="31" y="87"/>
                    <a:pt x="35" y="82"/>
                  </a:cubicBezTo>
                  <a:cubicBezTo>
                    <a:pt x="42" y="75"/>
                    <a:pt x="51" y="67"/>
                    <a:pt x="59" y="60"/>
                  </a:cubicBezTo>
                  <a:cubicBezTo>
                    <a:pt x="61" y="72"/>
                    <a:pt x="63" y="84"/>
                    <a:pt x="65" y="96"/>
                  </a:cubicBezTo>
                  <a:cubicBezTo>
                    <a:pt x="65" y="100"/>
                    <a:pt x="74" y="110"/>
                    <a:pt x="74" y="107"/>
                  </a:cubicBezTo>
                  <a:cubicBezTo>
                    <a:pt x="71" y="90"/>
                    <a:pt x="68" y="73"/>
                    <a:pt x="66" y="55"/>
                  </a:cubicBezTo>
                  <a:cubicBezTo>
                    <a:pt x="78" y="59"/>
                    <a:pt x="89" y="64"/>
                    <a:pt x="99" y="73"/>
                  </a:cubicBezTo>
                  <a:cubicBezTo>
                    <a:pt x="105" y="79"/>
                    <a:pt x="116" y="76"/>
                    <a:pt x="108" y="68"/>
                  </a:cubicBezTo>
                  <a:cubicBezTo>
                    <a:pt x="98" y="59"/>
                    <a:pt x="87" y="52"/>
                    <a:pt x="76" y="48"/>
                  </a:cubicBezTo>
                  <a:cubicBezTo>
                    <a:pt x="89" y="38"/>
                    <a:pt x="104" y="30"/>
                    <a:pt x="119" y="22"/>
                  </a:cubicBezTo>
                  <a:cubicBezTo>
                    <a:pt x="128" y="18"/>
                    <a:pt x="119" y="12"/>
                    <a:pt x="112" y="15"/>
                  </a:cubicBezTo>
                  <a:cubicBezTo>
                    <a:pt x="96" y="23"/>
                    <a:pt x="80" y="32"/>
                    <a:pt x="66" y="42"/>
                  </a:cubicBezTo>
                  <a:cubicBezTo>
                    <a:pt x="66" y="32"/>
                    <a:pt x="66" y="22"/>
                    <a:pt x="67" y="1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2" name="Freeform 59"/>
            <p:cNvSpPr>
              <a:spLocks/>
            </p:cNvSpPr>
            <p:nvPr/>
          </p:nvSpPr>
          <p:spPr bwMode="auto">
            <a:xfrm>
              <a:off x="2776538" y="2952750"/>
              <a:ext cx="87313" cy="130175"/>
            </a:xfrm>
            <a:custGeom>
              <a:avLst/>
              <a:gdLst>
                <a:gd name="T0" fmla="*/ 23 w 58"/>
                <a:gd name="T1" fmla="*/ 14 h 87"/>
                <a:gd name="T2" fmla="*/ 3 w 58"/>
                <a:gd name="T3" fmla="*/ 24 h 87"/>
                <a:gd name="T4" fmla="*/ 52 w 58"/>
                <a:gd name="T5" fmla="*/ 83 h 87"/>
                <a:gd name="T6" fmla="*/ 23 w 58"/>
                <a:gd name="T7" fmla="*/ 14 h 87"/>
              </a:gdLst>
              <a:ahLst/>
              <a:cxnLst>
                <a:cxn ang="0">
                  <a:pos x="T0" y="T1"/>
                </a:cxn>
                <a:cxn ang="0">
                  <a:pos x="T2" y="T3"/>
                </a:cxn>
                <a:cxn ang="0">
                  <a:pos x="T4" y="T5"/>
                </a:cxn>
                <a:cxn ang="0">
                  <a:pos x="T6" y="T7"/>
                </a:cxn>
              </a:cxnLst>
              <a:rect l="0" t="0" r="r" b="b"/>
              <a:pathLst>
                <a:path w="58" h="87">
                  <a:moveTo>
                    <a:pt x="23" y="14"/>
                  </a:moveTo>
                  <a:cubicBezTo>
                    <a:pt x="8" y="0"/>
                    <a:pt x="0" y="11"/>
                    <a:pt x="3" y="24"/>
                  </a:cubicBezTo>
                  <a:cubicBezTo>
                    <a:pt x="6" y="37"/>
                    <a:pt x="46" y="87"/>
                    <a:pt x="52" y="83"/>
                  </a:cubicBezTo>
                  <a:cubicBezTo>
                    <a:pt x="58" y="79"/>
                    <a:pt x="38" y="28"/>
                    <a:pt x="23" y="1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3" name="Oval 60"/>
            <p:cNvSpPr>
              <a:spLocks noChangeArrowheads="1"/>
            </p:cNvSpPr>
            <p:nvPr/>
          </p:nvSpPr>
          <p:spPr bwMode="auto">
            <a:xfrm>
              <a:off x="2855913" y="3084513"/>
              <a:ext cx="31750" cy="31750"/>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4" name="Freeform 61"/>
            <p:cNvSpPr>
              <a:spLocks/>
            </p:cNvSpPr>
            <p:nvPr/>
          </p:nvSpPr>
          <p:spPr bwMode="auto">
            <a:xfrm>
              <a:off x="2457451" y="3063875"/>
              <a:ext cx="190500" cy="233362"/>
            </a:xfrm>
            <a:custGeom>
              <a:avLst/>
              <a:gdLst>
                <a:gd name="T0" fmla="*/ 58 w 126"/>
                <a:gd name="T1" fmla="*/ 83 h 155"/>
                <a:gd name="T2" fmla="*/ 53 w 126"/>
                <a:gd name="T3" fmla="*/ 72 h 155"/>
                <a:gd name="T4" fmla="*/ 44 w 126"/>
                <a:gd name="T5" fmla="*/ 108 h 155"/>
                <a:gd name="T6" fmla="*/ 66 w 126"/>
                <a:gd name="T7" fmla="*/ 115 h 155"/>
                <a:gd name="T8" fmla="*/ 72 w 126"/>
                <a:gd name="T9" fmla="*/ 97 h 155"/>
                <a:gd name="T10" fmla="*/ 89 w 126"/>
                <a:gd name="T11" fmla="*/ 104 h 155"/>
                <a:gd name="T12" fmla="*/ 95 w 126"/>
                <a:gd name="T13" fmla="*/ 104 h 155"/>
                <a:gd name="T14" fmla="*/ 10 w 126"/>
                <a:gd name="T15" fmla="*/ 62 h 155"/>
                <a:gd name="T16" fmla="*/ 34 w 126"/>
                <a:gd name="T17" fmla="*/ 139 h 155"/>
                <a:gd name="T18" fmla="*/ 106 w 126"/>
                <a:gd name="T19" fmla="*/ 118 h 155"/>
                <a:gd name="T20" fmla="*/ 94 w 126"/>
                <a:gd name="T21" fmla="*/ 112 h 155"/>
                <a:gd name="T22" fmla="*/ 36 w 126"/>
                <a:gd name="T23" fmla="*/ 130 h 155"/>
                <a:gd name="T24" fmla="*/ 22 w 126"/>
                <a:gd name="T25" fmla="*/ 71 h 155"/>
                <a:gd name="T26" fmla="*/ 85 w 126"/>
                <a:gd name="T27" fmla="*/ 93 h 155"/>
                <a:gd name="T28" fmla="*/ 74 w 126"/>
                <a:gd name="T29" fmla="*/ 87 h 155"/>
                <a:gd name="T30" fmla="*/ 64 w 126"/>
                <a:gd name="T31" fmla="*/ 84 h 155"/>
                <a:gd name="T32" fmla="*/ 58 w 126"/>
                <a:gd name="T33" fmla="*/ 100 h 155"/>
                <a:gd name="T34" fmla="*/ 49 w 126"/>
                <a:gd name="T35" fmla="*/ 95 h 155"/>
                <a:gd name="T36" fmla="*/ 58 w 126"/>
                <a:gd name="T37" fmla="*/ 83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6" h="155">
                  <a:moveTo>
                    <a:pt x="58" y="83"/>
                  </a:moveTo>
                  <a:cubicBezTo>
                    <a:pt x="66" y="84"/>
                    <a:pt x="59" y="73"/>
                    <a:pt x="53" y="72"/>
                  </a:cubicBezTo>
                  <a:cubicBezTo>
                    <a:pt x="33" y="71"/>
                    <a:pt x="33" y="97"/>
                    <a:pt x="44" y="108"/>
                  </a:cubicBezTo>
                  <a:cubicBezTo>
                    <a:pt x="49" y="112"/>
                    <a:pt x="60" y="120"/>
                    <a:pt x="66" y="115"/>
                  </a:cubicBezTo>
                  <a:cubicBezTo>
                    <a:pt x="72" y="111"/>
                    <a:pt x="70" y="103"/>
                    <a:pt x="72" y="97"/>
                  </a:cubicBezTo>
                  <a:cubicBezTo>
                    <a:pt x="77" y="100"/>
                    <a:pt x="83" y="102"/>
                    <a:pt x="89" y="104"/>
                  </a:cubicBezTo>
                  <a:cubicBezTo>
                    <a:pt x="90" y="105"/>
                    <a:pt x="94" y="106"/>
                    <a:pt x="95" y="104"/>
                  </a:cubicBezTo>
                  <a:cubicBezTo>
                    <a:pt x="126" y="56"/>
                    <a:pt x="34" y="0"/>
                    <a:pt x="10" y="62"/>
                  </a:cubicBezTo>
                  <a:cubicBezTo>
                    <a:pt x="0" y="88"/>
                    <a:pt x="11" y="123"/>
                    <a:pt x="34" y="139"/>
                  </a:cubicBezTo>
                  <a:cubicBezTo>
                    <a:pt x="58" y="155"/>
                    <a:pt x="97" y="148"/>
                    <a:pt x="106" y="118"/>
                  </a:cubicBezTo>
                  <a:cubicBezTo>
                    <a:pt x="108" y="113"/>
                    <a:pt x="96" y="106"/>
                    <a:pt x="94" y="112"/>
                  </a:cubicBezTo>
                  <a:cubicBezTo>
                    <a:pt x="87" y="136"/>
                    <a:pt x="56" y="143"/>
                    <a:pt x="36" y="130"/>
                  </a:cubicBezTo>
                  <a:cubicBezTo>
                    <a:pt x="19" y="118"/>
                    <a:pt x="17" y="90"/>
                    <a:pt x="22" y="71"/>
                  </a:cubicBezTo>
                  <a:cubicBezTo>
                    <a:pt x="34" y="20"/>
                    <a:pt x="107" y="55"/>
                    <a:pt x="85" y="93"/>
                  </a:cubicBezTo>
                  <a:cubicBezTo>
                    <a:pt x="81" y="92"/>
                    <a:pt x="76" y="90"/>
                    <a:pt x="74" y="87"/>
                  </a:cubicBezTo>
                  <a:cubicBezTo>
                    <a:pt x="72" y="85"/>
                    <a:pt x="67" y="80"/>
                    <a:pt x="64" y="84"/>
                  </a:cubicBezTo>
                  <a:cubicBezTo>
                    <a:pt x="60" y="89"/>
                    <a:pt x="59" y="94"/>
                    <a:pt x="58" y="100"/>
                  </a:cubicBezTo>
                  <a:cubicBezTo>
                    <a:pt x="57" y="110"/>
                    <a:pt x="50" y="100"/>
                    <a:pt x="49" y="95"/>
                  </a:cubicBezTo>
                  <a:cubicBezTo>
                    <a:pt x="48" y="89"/>
                    <a:pt x="50" y="83"/>
                    <a:pt x="58" y="8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65" name="组合 64"/>
          <p:cNvGrpSpPr/>
          <p:nvPr/>
        </p:nvGrpSpPr>
        <p:grpSpPr>
          <a:xfrm>
            <a:off x="501651" y="4832350"/>
            <a:ext cx="862013" cy="1333500"/>
            <a:chOff x="501651" y="4832350"/>
            <a:chExt cx="862013" cy="1333500"/>
          </a:xfrm>
        </p:grpSpPr>
        <p:sp>
          <p:nvSpPr>
            <p:cNvPr id="66" name="Freeform 62"/>
            <p:cNvSpPr>
              <a:spLocks/>
            </p:cNvSpPr>
            <p:nvPr/>
          </p:nvSpPr>
          <p:spPr bwMode="auto">
            <a:xfrm>
              <a:off x="731838" y="4978400"/>
              <a:ext cx="53975" cy="104775"/>
            </a:xfrm>
            <a:custGeom>
              <a:avLst/>
              <a:gdLst>
                <a:gd name="T0" fmla="*/ 14 w 36"/>
                <a:gd name="T1" fmla="*/ 25 h 69"/>
                <a:gd name="T2" fmla="*/ 0 w 36"/>
                <a:gd name="T3" fmla="*/ 69 h 69"/>
                <a:gd name="T4" fmla="*/ 36 w 36"/>
                <a:gd name="T5" fmla="*/ 0 h 69"/>
                <a:gd name="T6" fmla="*/ 14 w 36"/>
                <a:gd name="T7" fmla="*/ 25 h 69"/>
              </a:gdLst>
              <a:ahLst/>
              <a:cxnLst>
                <a:cxn ang="0">
                  <a:pos x="T0" y="T1"/>
                </a:cxn>
                <a:cxn ang="0">
                  <a:pos x="T2" y="T3"/>
                </a:cxn>
                <a:cxn ang="0">
                  <a:pos x="T4" y="T5"/>
                </a:cxn>
                <a:cxn ang="0">
                  <a:pos x="T6" y="T7"/>
                </a:cxn>
              </a:cxnLst>
              <a:rect l="0" t="0" r="r" b="b"/>
              <a:pathLst>
                <a:path w="36" h="69">
                  <a:moveTo>
                    <a:pt x="14" y="25"/>
                  </a:moveTo>
                  <a:cubicBezTo>
                    <a:pt x="6" y="38"/>
                    <a:pt x="2" y="53"/>
                    <a:pt x="0" y="69"/>
                  </a:cubicBezTo>
                  <a:cubicBezTo>
                    <a:pt x="22" y="53"/>
                    <a:pt x="35" y="27"/>
                    <a:pt x="36" y="0"/>
                  </a:cubicBezTo>
                  <a:cubicBezTo>
                    <a:pt x="27" y="7"/>
                    <a:pt x="20" y="16"/>
                    <a:pt x="14" y="2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7" name="Freeform 63"/>
            <p:cNvSpPr>
              <a:spLocks/>
            </p:cNvSpPr>
            <p:nvPr/>
          </p:nvSpPr>
          <p:spPr bwMode="auto">
            <a:xfrm>
              <a:off x="501651" y="4832350"/>
              <a:ext cx="231775" cy="271462"/>
            </a:xfrm>
            <a:custGeom>
              <a:avLst/>
              <a:gdLst>
                <a:gd name="T0" fmla="*/ 98 w 154"/>
                <a:gd name="T1" fmla="*/ 81 h 180"/>
                <a:gd name="T2" fmla="*/ 154 w 154"/>
                <a:gd name="T3" fmla="*/ 23 h 180"/>
                <a:gd name="T4" fmla="*/ 79 w 154"/>
                <a:gd name="T5" fmla="*/ 7 h 180"/>
                <a:gd name="T6" fmla="*/ 11 w 154"/>
                <a:gd name="T7" fmla="*/ 115 h 180"/>
                <a:gd name="T8" fmla="*/ 73 w 154"/>
                <a:gd name="T9" fmla="*/ 180 h 180"/>
                <a:gd name="T10" fmla="*/ 73 w 154"/>
                <a:gd name="T11" fmla="*/ 177 h 180"/>
                <a:gd name="T12" fmla="*/ 98 w 154"/>
                <a:gd name="T13" fmla="*/ 81 h 180"/>
              </a:gdLst>
              <a:ahLst/>
              <a:cxnLst>
                <a:cxn ang="0">
                  <a:pos x="T0" y="T1"/>
                </a:cxn>
                <a:cxn ang="0">
                  <a:pos x="T2" y="T3"/>
                </a:cxn>
                <a:cxn ang="0">
                  <a:pos x="T4" y="T5"/>
                </a:cxn>
                <a:cxn ang="0">
                  <a:pos x="T6" y="T7"/>
                </a:cxn>
                <a:cxn ang="0">
                  <a:pos x="T8" y="T9"/>
                </a:cxn>
                <a:cxn ang="0">
                  <a:pos x="T10" y="T11"/>
                </a:cxn>
                <a:cxn ang="0">
                  <a:pos x="T12" y="T13"/>
                </a:cxn>
              </a:cxnLst>
              <a:rect l="0" t="0" r="r" b="b"/>
              <a:pathLst>
                <a:path w="154" h="180">
                  <a:moveTo>
                    <a:pt x="98" y="81"/>
                  </a:moveTo>
                  <a:cubicBezTo>
                    <a:pt x="112" y="59"/>
                    <a:pt x="130" y="39"/>
                    <a:pt x="154" y="23"/>
                  </a:cubicBezTo>
                  <a:cubicBezTo>
                    <a:pt x="133" y="7"/>
                    <a:pt x="106" y="0"/>
                    <a:pt x="79" y="7"/>
                  </a:cubicBezTo>
                  <a:cubicBezTo>
                    <a:pt x="30" y="18"/>
                    <a:pt x="0" y="66"/>
                    <a:pt x="11" y="115"/>
                  </a:cubicBezTo>
                  <a:cubicBezTo>
                    <a:pt x="19" y="147"/>
                    <a:pt x="43" y="171"/>
                    <a:pt x="73" y="180"/>
                  </a:cubicBezTo>
                  <a:cubicBezTo>
                    <a:pt x="73" y="179"/>
                    <a:pt x="73" y="178"/>
                    <a:pt x="73" y="177"/>
                  </a:cubicBezTo>
                  <a:cubicBezTo>
                    <a:pt x="73" y="141"/>
                    <a:pt x="81" y="109"/>
                    <a:pt x="98" y="8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8" name="Freeform 64"/>
            <p:cNvSpPr>
              <a:spLocks/>
            </p:cNvSpPr>
            <p:nvPr/>
          </p:nvSpPr>
          <p:spPr bwMode="auto">
            <a:xfrm>
              <a:off x="520701" y="5129213"/>
              <a:ext cx="474663" cy="1036637"/>
            </a:xfrm>
            <a:custGeom>
              <a:avLst/>
              <a:gdLst>
                <a:gd name="T0" fmla="*/ 185 w 315"/>
                <a:gd name="T1" fmla="*/ 9 h 687"/>
                <a:gd name="T2" fmla="*/ 141 w 315"/>
                <a:gd name="T3" fmla="*/ 0 h 687"/>
                <a:gd name="T4" fmla="*/ 142 w 315"/>
                <a:gd name="T5" fmla="*/ 2 h 687"/>
                <a:gd name="T6" fmla="*/ 157 w 315"/>
                <a:gd name="T7" fmla="*/ 52 h 687"/>
                <a:gd name="T8" fmla="*/ 161 w 315"/>
                <a:gd name="T9" fmla="*/ 68 h 687"/>
                <a:gd name="T10" fmla="*/ 159 w 315"/>
                <a:gd name="T11" fmla="*/ 83 h 687"/>
                <a:gd name="T12" fmla="*/ 139 w 315"/>
                <a:gd name="T13" fmla="*/ 107 h 687"/>
                <a:gd name="T14" fmla="*/ 121 w 315"/>
                <a:gd name="T15" fmla="*/ 111 h 687"/>
                <a:gd name="T16" fmla="*/ 86 w 315"/>
                <a:gd name="T17" fmla="*/ 89 h 687"/>
                <a:gd name="T18" fmla="*/ 85 w 315"/>
                <a:gd name="T19" fmla="*/ 89 h 687"/>
                <a:gd name="T20" fmla="*/ 85 w 315"/>
                <a:gd name="T21" fmla="*/ 89 h 687"/>
                <a:gd name="T22" fmla="*/ 85 w 315"/>
                <a:gd name="T23" fmla="*/ 88 h 687"/>
                <a:gd name="T24" fmla="*/ 65 w 315"/>
                <a:gd name="T25" fmla="*/ 31 h 687"/>
                <a:gd name="T26" fmla="*/ 62 w 315"/>
                <a:gd name="T27" fmla="*/ 95 h 687"/>
                <a:gd name="T28" fmla="*/ 83 w 315"/>
                <a:gd name="T29" fmla="*/ 300 h 687"/>
                <a:gd name="T30" fmla="*/ 83 w 315"/>
                <a:gd name="T31" fmla="*/ 310 h 687"/>
                <a:gd name="T32" fmla="*/ 69 w 315"/>
                <a:gd name="T33" fmla="*/ 325 h 687"/>
                <a:gd name="T34" fmla="*/ 0 w 315"/>
                <a:gd name="T35" fmla="*/ 514 h 687"/>
                <a:gd name="T36" fmla="*/ 25 w 315"/>
                <a:gd name="T37" fmla="*/ 648 h 687"/>
                <a:gd name="T38" fmla="*/ 89 w 315"/>
                <a:gd name="T39" fmla="*/ 678 h 687"/>
                <a:gd name="T40" fmla="*/ 119 w 315"/>
                <a:gd name="T41" fmla="*/ 614 h 687"/>
                <a:gd name="T42" fmla="*/ 100 w 315"/>
                <a:gd name="T43" fmla="*/ 514 h 687"/>
                <a:gd name="T44" fmla="*/ 101 w 315"/>
                <a:gd name="T45" fmla="*/ 492 h 687"/>
                <a:gd name="T46" fmla="*/ 115 w 315"/>
                <a:gd name="T47" fmla="*/ 541 h 687"/>
                <a:gd name="T48" fmla="*/ 199 w 315"/>
                <a:gd name="T49" fmla="*/ 667 h 687"/>
                <a:gd name="T50" fmla="*/ 234 w 315"/>
                <a:gd name="T51" fmla="*/ 681 h 687"/>
                <a:gd name="T52" fmla="*/ 270 w 315"/>
                <a:gd name="T53" fmla="*/ 666 h 687"/>
                <a:gd name="T54" fmla="*/ 269 w 315"/>
                <a:gd name="T55" fmla="*/ 595 h 687"/>
                <a:gd name="T56" fmla="*/ 209 w 315"/>
                <a:gd name="T57" fmla="*/ 505 h 687"/>
                <a:gd name="T58" fmla="*/ 194 w 315"/>
                <a:gd name="T59" fmla="*/ 422 h 687"/>
                <a:gd name="T60" fmla="*/ 202 w 315"/>
                <a:gd name="T61" fmla="*/ 353 h 687"/>
                <a:gd name="T62" fmla="*/ 208 w 315"/>
                <a:gd name="T63" fmla="*/ 334 h 687"/>
                <a:gd name="T64" fmla="*/ 210 w 315"/>
                <a:gd name="T65" fmla="*/ 331 h 687"/>
                <a:gd name="T66" fmla="*/ 226 w 315"/>
                <a:gd name="T67" fmla="*/ 290 h 687"/>
                <a:gd name="T68" fmla="*/ 211 w 315"/>
                <a:gd name="T69" fmla="*/ 91 h 687"/>
                <a:gd name="T70" fmla="*/ 232 w 315"/>
                <a:gd name="T71" fmla="*/ 113 h 687"/>
                <a:gd name="T72" fmla="*/ 251 w 315"/>
                <a:gd name="T73" fmla="*/ 180 h 687"/>
                <a:gd name="T74" fmla="*/ 244 w 315"/>
                <a:gd name="T75" fmla="*/ 232 h 687"/>
                <a:gd name="T76" fmla="*/ 269 w 315"/>
                <a:gd name="T77" fmla="*/ 270 h 687"/>
                <a:gd name="T78" fmla="*/ 276 w 315"/>
                <a:gd name="T79" fmla="*/ 271 h 687"/>
                <a:gd name="T80" fmla="*/ 307 w 315"/>
                <a:gd name="T81" fmla="*/ 246 h 687"/>
                <a:gd name="T82" fmla="*/ 315 w 315"/>
                <a:gd name="T83" fmla="*/ 180 h 687"/>
                <a:gd name="T84" fmla="*/ 285 w 315"/>
                <a:gd name="T85" fmla="*/ 76 h 687"/>
                <a:gd name="T86" fmla="*/ 185 w 315"/>
                <a:gd name="T87" fmla="*/ 9 h 6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15" h="687">
                  <a:moveTo>
                    <a:pt x="185" y="9"/>
                  </a:moveTo>
                  <a:cubicBezTo>
                    <a:pt x="168" y="4"/>
                    <a:pt x="153" y="1"/>
                    <a:pt x="141" y="0"/>
                  </a:cubicBezTo>
                  <a:cubicBezTo>
                    <a:pt x="141" y="1"/>
                    <a:pt x="141" y="1"/>
                    <a:pt x="142" y="2"/>
                  </a:cubicBezTo>
                  <a:cubicBezTo>
                    <a:pt x="145" y="27"/>
                    <a:pt x="154" y="48"/>
                    <a:pt x="157" y="52"/>
                  </a:cubicBezTo>
                  <a:cubicBezTo>
                    <a:pt x="159" y="58"/>
                    <a:pt x="161" y="63"/>
                    <a:pt x="161" y="68"/>
                  </a:cubicBezTo>
                  <a:cubicBezTo>
                    <a:pt x="161" y="73"/>
                    <a:pt x="161" y="78"/>
                    <a:pt x="159" y="83"/>
                  </a:cubicBezTo>
                  <a:cubicBezTo>
                    <a:pt x="156" y="93"/>
                    <a:pt x="149" y="102"/>
                    <a:pt x="139" y="107"/>
                  </a:cubicBezTo>
                  <a:cubicBezTo>
                    <a:pt x="134" y="110"/>
                    <a:pt x="127" y="111"/>
                    <a:pt x="121" y="111"/>
                  </a:cubicBezTo>
                  <a:cubicBezTo>
                    <a:pt x="106" y="111"/>
                    <a:pt x="92" y="103"/>
                    <a:pt x="86" y="89"/>
                  </a:cubicBezTo>
                  <a:cubicBezTo>
                    <a:pt x="85" y="89"/>
                    <a:pt x="85" y="89"/>
                    <a:pt x="85" y="89"/>
                  </a:cubicBezTo>
                  <a:cubicBezTo>
                    <a:pt x="85" y="89"/>
                    <a:pt x="85" y="89"/>
                    <a:pt x="85" y="89"/>
                  </a:cubicBezTo>
                  <a:cubicBezTo>
                    <a:pt x="85" y="88"/>
                    <a:pt x="85" y="88"/>
                    <a:pt x="85" y="88"/>
                  </a:cubicBezTo>
                  <a:cubicBezTo>
                    <a:pt x="79" y="76"/>
                    <a:pt x="71" y="56"/>
                    <a:pt x="65" y="31"/>
                  </a:cubicBezTo>
                  <a:cubicBezTo>
                    <a:pt x="57" y="50"/>
                    <a:pt x="56" y="74"/>
                    <a:pt x="62" y="95"/>
                  </a:cubicBezTo>
                  <a:cubicBezTo>
                    <a:pt x="73" y="151"/>
                    <a:pt x="92" y="232"/>
                    <a:pt x="83" y="300"/>
                  </a:cubicBezTo>
                  <a:cubicBezTo>
                    <a:pt x="83" y="304"/>
                    <a:pt x="83" y="307"/>
                    <a:pt x="83" y="310"/>
                  </a:cubicBezTo>
                  <a:cubicBezTo>
                    <a:pt x="78" y="315"/>
                    <a:pt x="74" y="320"/>
                    <a:pt x="69" y="325"/>
                  </a:cubicBezTo>
                  <a:cubicBezTo>
                    <a:pt x="35" y="364"/>
                    <a:pt x="0" y="428"/>
                    <a:pt x="0" y="514"/>
                  </a:cubicBezTo>
                  <a:cubicBezTo>
                    <a:pt x="0" y="555"/>
                    <a:pt x="7" y="599"/>
                    <a:pt x="25" y="648"/>
                  </a:cubicBezTo>
                  <a:cubicBezTo>
                    <a:pt x="34" y="674"/>
                    <a:pt x="63" y="687"/>
                    <a:pt x="89" y="678"/>
                  </a:cubicBezTo>
                  <a:cubicBezTo>
                    <a:pt x="115" y="669"/>
                    <a:pt x="128" y="640"/>
                    <a:pt x="119" y="614"/>
                  </a:cubicBezTo>
                  <a:cubicBezTo>
                    <a:pt x="105" y="575"/>
                    <a:pt x="100" y="542"/>
                    <a:pt x="100" y="514"/>
                  </a:cubicBezTo>
                  <a:cubicBezTo>
                    <a:pt x="100" y="507"/>
                    <a:pt x="100" y="499"/>
                    <a:pt x="101" y="492"/>
                  </a:cubicBezTo>
                  <a:cubicBezTo>
                    <a:pt x="104" y="508"/>
                    <a:pt x="109" y="524"/>
                    <a:pt x="115" y="541"/>
                  </a:cubicBezTo>
                  <a:cubicBezTo>
                    <a:pt x="131" y="583"/>
                    <a:pt x="158" y="627"/>
                    <a:pt x="199" y="667"/>
                  </a:cubicBezTo>
                  <a:cubicBezTo>
                    <a:pt x="209" y="676"/>
                    <a:pt x="221" y="681"/>
                    <a:pt x="234" y="681"/>
                  </a:cubicBezTo>
                  <a:cubicBezTo>
                    <a:pt x="247" y="681"/>
                    <a:pt x="260" y="676"/>
                    <a:pt x="270" y="666"/>
                  </a:cubicBezTo>
                  <a:cubicBezTo>
                    <a:pt x="289" y="646"/>
                    <a:pt x="289" y="614"/>
                    <a:pt x="269" y="595"/>
                  </a:cubicBezTo>
                  <a:cubicBezTo>
                    <a:pt x="238" y="565"/>
                    <a:pt x="220" y="535"/>
                    <a:pt x="209" y="505"/>
                  </a:cubicBezTo>
                  <a:cubicBezTo>
                    <a:pt x="198" y="476"/>
                    <a:pt x="194" y="447"/>
                    <a:pt x="194" y="422"/>
                  </a:cubicBezTo>
                  <a:cubicBezTo>
                    <a:pt x="194" y="394"/>
                    <a:pt x="198" y="370"/>
                    <a:pt x="202" y="353"/>
                  </a:cubicBezTo>
                  <a:cubicBezTo>
                    <a:pt x="205" y="345"/>
                    <a:pt x="207" y="338"/>
                    <a:pt x="208" y="334"/>
                  </a:cubicBezTo>
                  <a:cubicBezTo>
                    <a:pt x="209" y="333"/>
                    <a:pt x="209" y="331"/>
                    <a:pt x="210" y="331"/>
                  </a:cubicBezTo>
                  <a:cubicBezTo>
                    <a:pt x="217" y="321"/>
                    <a:pt x="223" y="307"/>
                    <a:pt x="226" y="290"/>
                  </a:cubicBezTo>
                  <a:cubicBezTo>
                    <a:pt x="235" y="210"/>
                    <a:pt x="231" y="159"/>
                    <a:pt x="211" y="91"/>
                  </a:cubicBezTo>
                  <a:cubicBezTo>
                    <a:pt x="219" y="97"/>
                    <a:pt x="226" y="104"/>
                    <a:pt x="232" y="113"/>
                  </a:cubicBezTo>
                  <a:cubicBezTo>
                    <a:pt x="243" y="128"/>
                    <a:pt x="250" y="149"/>
                    <a:pt x="251" y="180"/>
                  </a:cubicBezTo>
                  <a:cubicBezTo>
                    <a:pt x="251" y="195"/>
                    <a:pt x="249" y="212"/>
                    <a:pt x="244" y="232"/>
                  </a:cubicBezTo>
                  <a:cubicBezTo>
                    <a:pt x="241" y="249"/>
                    <a:pt x="252" y="266"/>
                    <a:pt x="269" y="270"/>
                  </a:cubicBezTo>
                  <a:cubicBezTo>
                    <a:pt x="271" y="271"/>
                    <a:pt x="273" y="271"/>
                    <a:pt x="276" y="271"/>
                  </a:cubicBezTo>
                  <a:cubicBezTo>
                    <a:pt x="290" y="271"/>
                    <a:pt x="304" y="261"/>
                    <a:pt x="307" y="246"/>
                  </a:cubicBezTo>
                  <a:cubicBezTo>
                    <a:pt x="312" y="222"/>
                    <a:pt x="315" y="200"/>
                    <a:pt x="315" y="180"/>
                  </a:cubicBezTo>
                  <a:cubicBezTo>
                    <a:pt x="315" y="138"/>
                    <a:pt x="303" y="103"/>
                    <a:pt x="285" y="76"/>
                  </a:cubicBezTo>
                  <a:cubicBezTo>
                    <a:pt x="257" y="37"/>
                    <a:pt x="217" y="18"/>
                    <a:pt x="185" y="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9" name="Freeform 65"/>
            <p:cNvSpPr>
              <a:spLocks/>
            </p:cNvSpPr>
            <p:nvPr/>
          </p:nvSpPr>
          <p:spPr bwMode="auto">
            <a:xfrm>
              <a:off x="623888" y="4832350"/>
              <a:ext cx="250825" cy="452437"/>
            </a:xfrm>
            <a:custGeom>
              <a:avLst/>
              <a:gdLst>
                <a:gd name="T0" fmla="*/ 53 w 167"/>
                <a:gd name="T1" fmla="*/ 300 h 300"/>
                <a:gd name="T2" fmla="*/ 68 w 167"/>
                <a:gd name="T3" fmla="*/ 297 h 300"/>
                <a:gd name="T4" fmla="*/ 85 w 167"/>
                <a:gd name="T5" fmla="*/ 264 h 300"/>
                <a:gd name="T6" fmla="*/ 82 w 167"/>
                <a:gd name="T7" fmla="*/ 253 h 300"/>
                <a:gd name="T8" fmla="*/ 82 w 167"/>
                <a:gd name="T9" fmla="*/ 253 h 300"/>
                <a:gd name="T10" fmla="*/ 82 w 167"/>
                <a:gd name="T11" fmla="*/ 253 h 300"/>
                <a:gd name="T12" fmla="*/ 65 w 167"/>
                <a:gd name="T13" fmla="*/ 196 h 300"/>
                <a:gd name="T14" fmla="*/ 65 w 167"/>
                <a:gd name="T15" fmla="*/ 196 h 300"/>
                <a:gd name="T16" fmla="*/ 64 w 167"/>
                <a:gd name="T17" fmla="*/ 177 h 300"/>
                <a:gd name="T18" fmla="*/ 64 w 167"/>
                <a:gd name="T19" fmla="*/ 172 h 300"/>
                <a:gd name="T20" fmla="*/ 79 w 167"/>
                <a:gd name="T21" fmla="*/ 118 h 300"/>
                <a:gd name="T22" fmla="*/ 108 w 167"/>
                <a:gd name="T23" fmla="*/ 86 h 300"/>
                <a:gd name="T24" fmla="*/ 144 w 167"/>
                <a:gd name="T25" fmla="*/ 65 h 300"/>
                <a:gd name="T26" fmla="*/ 160 w 167"/>
                <a:gd name="T27" fmla="*/ 23 h 300"/>
                <a:gd name="T28" fmla="*/ 117 w 167"/>
                <a:gd name="T29" fmla="*/ 7 h 300"/>
                <a:gd name="T30" fmla="*/ 79 w 167"/>
                <a:gd name="T31" fmla="*/ 28 h 300"/>
                <a:gd name="T32" fmla="*/ 24 w 167"/>
                <a:gd name="T33" fmla="*/ 85 h 300"/>
                <a:gd name="T34" fmla="*/ 0 w 167"/>
                <a:gd name="T35" fmla="*/ 177 h 300"/>
                <a:gd name="T36" fmla="*/ 0 w 167"/>
                <a:gd name="T37" fmla="*/ 182 h 300"/>
                <a:gd name="T38" fmla="*/ 4 w 167"/>
                <a:gd name="T39" fmla="*/ 217 h 300"/>
                <a:gd name="T40" fmla="*/ 25 w 167"/>
                <a:gd name="T41" fmla="*/ 283 h 300"/>
                <a:gd name="T42" fmla="*/ 53 w 167"/>
                <a:gd name="T43" fmla="*/ 300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7" h="300">
                  <a:moveTo>
                    <a:pt x="53" y="300"/>
                  </a:moveTo>
                  <a:cubicBezTo>
                    <a:pt x="58" y="300"/>
                    <a:pt x="63" y="299"/>
                    <a:pt x="68" y="297"/>
                  </a:cubicBezTo>
                  <a:cubicBezTo>
                    <a:pt x="80" y="290"/>
                    <a:pt x="87" y="277"/>
                    <a:pt x="85" y="264"/>
                  </a:cubicBezTo>
                  <a:cubicBezTo>
                    <a:pt x="84" y="260"/>
                    <a:pt x="83" y="257"/>
                    <a:pt x="82" y="253"/>
                  </a:cubicBezTo>
                  <a:cubicBezTo>
                    <a:pt x="82" y="253"/>
                    <a:pt x="82" y="253"/>
                    <a:pt x="82" y="253"/>
                  </a:cubicBezTo>
                  <a:cubicBezTo>
                    <a:pt x="82" y="253"/>
                    <a:pt x="82" y="253"/>
                    <a:pt x="82" y="253"/>
                  </a:cubicBezTo>
                  <a:cubicBezTo>
                    <a:pt x="80" y="252"/>
                    <a:pt x="69" y="227"/>
                    <a:pt x="65" y="196"/>
                  </a:cubicBezTo>
                  <a:cubicBezTo>
                    <a:pt x="65" y="196"/>
                    <a:pt x="65" y="196"/>
                    <a:pt x="65" y="196"/>
                  </a:cubicBezTo>
                  <a:cubicBezTo>
                    <a:pt x="64" y="190"/>
                    <a:pt x="64" y="183"/>
                    <a:pt x="64" y="177"/>
                  </a:cubicBezTo>
                  <a:cubicBezTo>
                    <a:pt x="64" y="175"/>
                    <a:pt x="64" y="173"/>
                    <a:pt x="64" y="172"/>
                  </a:cubicBezTo>
                  <a:cubicBezTo>
                    <a:pt x="65" y="153"/>
                    <a:pt x="69" y="135"/>
                    <a:pt x="79" y="118"/>
                  </a:cubicBezTo>
                  <a:cubicBezTo>
                    <a:pt x="86" y="107"/>
                    <a:pt x="95" y="97"/>
                    <a:pt x="108" y="86"/>
                  </a:cubicBezTo>
                  <a:cubicBezTo>
                    <a:pt x="117" y="79"/>
                    <a:pt x="129" y="72"/>
                    <a:pt x="144" y="65"/>
                  </a:cubicBezTo>
                  <a:cubicBezTo>
                    <a:pt x="160" y="58"/>
                    <a:pt x="167" y="39"/>
                    <a:pt x="160" y="23"/>
                  </a:cubicBezTo>
                  <a:cubicBezTo>
                    <a:pt x="153" y="7"/>
                    <a:pt x="134" y="0"/>
                    <a:pt x="117" y="7"/>
                  </a:cubicBezTo>
                  <a:cubicBezTo>
                    <a:pt x="103" y="13"/>
                    <a:pt x="90" y="20"/>
                    <a:pt x="79" y="28"/>
                  </a:cubicBezTo>
                  <a:cubicBezTo>
                    <a:pt x="55" y="45"/>
                    <a:pt x="37" y="64"/>
                    <a:pt x="24" y="85"/>
                  </a:cubicBezTo>
                  <a:cubicBezTo>
                    <a:pt x="6" y="116"/>
                    <a:pt x="0" y="148"/>
                    <a:pt x="0" y="177"/>
                  </a:cubicBezTo>
                  <a:cubicBezTo>
                    <a:pt x="0" y="179"/>
                    <a:pt x="0" y="181"/>
                    <a:pt x="0" y="182"/>
                  </a:cubicBezTo>
                  <a:cubicBezTo>
                    <a:pt x="0" y="195"/>
                    <a:pt x="2" y="206"/>
                    <a:pt x="4" y="217"/>
                  </a:cubicBezTo>
                  <a:cubicBezTo>
                    <a:pt x="10" y="255"/>
                    <a:pt x="24" y="281"/>
                    <a:pt x="25" y="283"/>
                  </a:cubicBezTo>
                  <a:cubicBezTo>
                    <a:pt x="30" y="294"/>
                    <a:pt x="42" y="300"/>
                    <a:pt x="53" y="30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0" name="Freeform 66"/>
            <p:cNvSpPr>
              <a:spLocks/>
            </p:cNvSpPr>
            <p:nvPr/>
          </p:nvSpPr>
          <p:spPr bwMode="auto">
            <a:xfrm>
              <a:off x="1228726" y="5213350"/>
              <a:ext cx="134938" cy="131762"/>
            </a:xfrm>
            <a:custGeom>
              <a:avLst/>
              <a:gdLst>
                <a:gd name="T0" fmla="*/ 68 w 90"/>
                <a:gd name="T1" fmla="*/ 7 h 87"/>
                <a:gd name="T2" fmla="*/ 49 w 90"/>
                <a:gd name="T3" fmla="*/ 2 h 87"/>
                <a:gd name="T4" fmla="*/ 22 w 90"/>
                <a:gd name="T5" fmla="*/ 12 h 87"/>
                <a:gd name="T6" fmla="*/ 8 w 90"/>
                <a:gd name="T7" fmla="*/ 28 h 87"/>
                <a:gd name="T8" fmla="*/ 2 w 90"/>
                <a:gd name="T9" fmla="*/ 46 h 87"/>
                <a:gd name="T10" fmla="*/ 8 w 90"/>
                <a:gd name="T11" fmla="*/ 64 h 87"/>
                <a:gd name="T12" fmla="*/ 36 w 90"/>
                <a:gd name="T13" fmla="*/ 83 h 87"/>
                <a:gd name="T14" fmla="*/ 56 w 90"/>
                <a:gd name="T15" fmla="*/ 83 h 87"/>
                <a:gd name="T16" fmla="*/ 79 w 90"/>
                <a:gd name="T17" fmla="*/ 67 h 87"/>
                <a:gd name="T18" fmla="*/ 90 w 90"/>
                <a:gd name="T19" fmla="*/ 48 h 87"/>
                <a:gd name="T20" fmla="*/ 90 w 90"/>
                <a:gd name="T21" fmla="*/ 44 h 87"/>
                <a:gd name="T22" fmla="*/ 82 w 90"/>
                <a:gd name="T23" fmla="*/ 23 h 87"/>
                <a:gd name="T24" fmla="*/ 68 w 90"/>
                <a:gd name="T25" fmla="*/ 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87">
                  <a:moveTo>
                    <a:pt x="68" y="7"/>
                  </a:moveTo>
                  <a:cubicBezTo>
                    <a:pt x="64" y="2"/>
                    <a:pt x="55" y="0"/>
                    <a:pt x="49" y="2"/>
                  </a:cubicBezTo>
                  <a:cubicBezTo>
                    <a:pt x="22" y="12"/>
                    <a:pt x="22" y="12"/>
                    <a:pt x="22" y="12"/>
                  </a:cubicBezTo>
                  <a:cubicBezTo>
                    <a:pt x="16" y="14"/>
                    <a:pt x="10" y="21"/>
                    <a:pt x="8" y="28"/>
                  </a:cubicBezTo>
                  <a:cubicBezTo>
                    <a:pt x="2" y="46"/>
                    <a:pt x="2" y="46"/>
                    <a:pt x="2" y="46"/>
                  </a:cubicBezTo>
                  <a:cubicBezTo>
                    <a:pt x="0" y="53"/>
                    <a:pt x="3" y="61"/>
                    <a:pt x="8" y="64"/>
                  </a:cubicBezTo>
                  <a:cubicBezTo>
                    <a:pt x="36" y="83"/>
                    <a:pt x="36" y="83"/>
                    <a:pt x="36" y="83"/>
                  </a:cubicBezTo>
                  <a:cubicBezTo>
                    <a:pt x="42" y="87"/>
                    <a:pt x="51" y="87"/>
                    <a:pt x="56" y="83"/>
                  </a:cubicBezTo>
                  <a:cubicBezTo>
                    <a:pt x="79" y="67"/>
                    <a:pt x="79" y="67"/>
                    <a:pt x="79" y="67"/>
                  </a:cubicBezTo>
                  <a:cubicBezTo>
                    <a:pt x="85" y="63"/>
                    <a:pt x="89" y="55"/>
                    <a:pt x="90" y="48"/>
                  </a:cubicBezTo>
                  <a:cubicBezTo>
                    <a:pt x="90" y="44"/>
                    <a:pt x="90" y="44"/>
                    <a:pt x="90" y="44"/>
                  </a:cubicBezTo>
                  <a:cubicBezTo>
                    <a:pt x="90" y="37"/>
                    <a:pt x="87" y="28"/>
                    <a:pt x="82" y="23"/>
                  </a:cubicBezTo>
                  <a:lnTo>
                    <a:pt x="68" y="7"/>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1" name="Freeform 67"/>
            <p:cNvSpPr>
              <a:spLocks/>
            </p:cNvSpPr>
            <p:nvPr/>
          </p:nvSpPr>
          <p:spPr bwMode="auto">
            <a:xfrm>
              <a:off x="903288" y="4965700"/>
              <a:ext cx="300038" cy="239712"/>
            </a:xfrm>
            <a:custGeom>
              <a:avLst/>
              <a:gdLst>
                <a:gd name="T0" fmla="*/ 83 w 199"/>
                <a:gd name="T1" fmla="*/ 65 h 159"/>
                <a:gd name="T2" fmla="*/ 80 w 199"/>
                <a:gd name="T3" fmla="*/ 65 h 159"/>
                <a:gd name="T4" fmla="*/ 6 w 199"/>
                <a:gd name="T5" fmla="*/ 17 h 159"/>
                <a:gd name="T6" fmla="*/ 1 w 199"/>
                <a:gd name="T7" fmla="*/ 1 h 159"/>
                <a:gd name="T8" fmla="*/ 1 w 199"/>
                <a:gd name="T9" fmla="*/ 18 h 159"/>
                <a:gd name="T10" fmla="*/ 81 w 199"/>
                <a:gd name="T11" fmla="*/ 81 h 159"/>
                <a:gd name="T12" fmla="*/ 111 w 199"/>
                <a:gd name="T13" fmla="*/ 91 h 159"/>
                <a:gd name="T14" fmla="*/ 159 w 199"/>
                <a:gd name="T15" fmla="*/ 130 h 159"/>
                <a:gd name="T16" fmla="*/ 159 w 199"/>
                <a:gd name="T17" fmla="*/ 131 h 159"/>
                <a:gd name="T18" fmla="*/ 190 w 199"/>
                <a:gd name="T19" fmla="*/ 156 h 159"/>
                <a:gd name="T20" fmla="*/ 180 w 199"/>
                <a:gd name="T21" fmla="*/ 113 h 159"/>
                <a:gd name="T22" fmla="*/ 83 w 199"/>
                <a:gd name="T23" fmla="*/ 65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9" h="159">
                  <a:moveTo>
                    <a:pt x="83" y="65"/>
                  </a:moveTo>
                  <a:cubicBezTo>
                    <a:pt x="82" y="65"/>
                    <a:pt x="81" y="65"/>
                    <a:pt x="80" y="65"/>
                  </a:cubicBezTo>
                  <a:cubicBezTo>
                    <a:pt x="49" y="63"/>
                    <a:pt x="16" y="49"/>
                    <a:pt x="6" y="17"/>
                  </a:cubicBezTo>
                  <a:cubicBezTo>
                    <a:pt x="4" y="7"/>
                    <a:pt x="2" y="2"/>
                    <a:pt x="1" y="1"/>
                  </a:cubicBezTo>
                  <a:cubicBezTo>
                    <a:pt x="0" y="0"/>
                    <a:pt x="0" y="5"/>
                    <a:pt x="1" y="18"/>
                  </a:cubicBezTo>
                  <a:cubicBezTo>
                    <a:pt x="8" y="55"/>
                    <a:pt x="47" y="76"/>
                    <a:pt x="81" y="81"/>
                  </a:cubicBezTo>
                  <a:cubicBezTo>
                    <a:pt x="91" y="83"/>
                    <a:pt x="101" y="87"/>
                    <a:pt x="111" y="91"/>
                  </a:cubicBezTo>
                  <a:cubicBezTo>
                    <a:pt x="130" y="100"/>
                    <a:pt x="147" y="113"/>
                    <a:pt x="159" y="130"/>
                  </a:cubicBezTo>
                  <a:cubicBezTo>
                    <a:pt x="159" y="130"/>
                    <a:pt x="159" y="130"/>
                    <a:pt x="159" y="131"/>
                  </a:cubicBezTo>
                  <a:cubicBezTo>
                    <a:pt x="171" y="146"/>
                    <a:pt x="182" y="159"/>
                    <a:pt x="190" y="156"/>
                  </a:cubicBezTo>
                  <a:cubicBezTo>
                    <a:pt x="199" y="153"/>
                    <a:pt x="197" y="131"/>
                    <a:pt x="180" y="113"/>
                  </a:cubicBezTo>
                  <a:cubicBezTo>
                    <a:pt x="155" y="85"/>
                    <a:pt x="119" y="68"/>
                    <a:pt x="83" y="6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72" name="组合 71"/>
          <p:cNvGrpSpPr/>
          <p:nvPr/>
        </p:nvGrpSpPr>
        <p:grpSpPr>
          <a:xfrm>
            <a:off x="4229101" y="4757738"/>
            <a:ext cx="1316038" cy="1398587"/>
            <a:chOff x="4229101" y="4757738"/>
            <a:chExt cx="1316038" cy="1398587"/>
          </a:xfrm>
        </p:grpSpPr>
        <p:sp>
          <p:nvSpPr>
            <p:cNvPr id="73" name="Freeform 68"/>
            <p:cNvSpPr>
              <a:spLocks/>
            </p:cNvSpPr>
            <p:nvPr/>
          </p:nvSpPr>
          <p:spPr bwMode="auto">
            <a:xfrm>
              <a:off x="4260851" y="4757738"/>
              <a:ext cx="298450" cy="298450"/>
            </a:xfrm>
            <a:custGeom>
              <a:avLst/>
              <a:gdLst>
                <a:gd name="T0" fmla="*/ 78 w 198"/>
                <a:gd name="T1" fmla="*/ 11 h 198"/>
                <a:gd name="T2" fmla="*/ 11 w 198"/>
                <a:gd name="T3" fmla="*/ 119 h 198"/>
                <a:gd name="T4" fmla="*/ 119 w 198"/>
                <a:gd name="T5" fmla="*/ 186 h 198"/>
                <a:gd name="T6" fmla="*/ 186 w 198"/>
                <a:gd name="T7" fmla="*/ 78 h 198"/>
                <a:gd name="T8" fmla="*/ 78 w 198"/>
                <a:gd name="T9" fmla="*/ 11 h 198"/>
              </a:gdLst>
              <a:ahLst/>
              <a:cxnLst>
                <a:cxn ang="0">
                  <a:pos x="T0" y="T1"/>
                </a:cxn>
                <a:cxn ang="0">
                  <a:pos x="T2" y="T3"/>
                </a:cxn>
                <a:cxn ang="0">
                  <a:pos x="T4" y="T5"/>
                </a:cxn>
                <a:cxn ang="0">
                  <a:pos x="T6" y="T7"/>
                </a:cxn>
                <a:cxn ang="0">
                  <a:pos x="T8" y="T9"/>
                </a:cxn>
              </a:cxnLst>
              <a:rect l="0" t="0" r="r" b="b"/>
              <a:pathLst>
                <a:path w="198" h="198">
                  <a:moveTo>
                    <a:pt x="78" y="11"/>
                  </a:moveTo>
                  <a:cubicBezTo>
                    <a:pt x="30" y="22"/>
                    <a:pt x="0" y="71"/>
                    <a:pt x="11" y="119"/>
                  </a:cubicBezTo>
                  <a:cubicBezTo>
                    <a:pt x="22" y="167"/>
                    <a:pt x="71" y="198"/>
                    <a:pt x="119" y="186"/>
                  </a:cubicBezTo>
                  <a:cubicBezTo>
                    <a:pt x="167" y="175"/>
                    <a:pt x="198" y="127"/>
                    <a:pt x="186" y="78"/>
                  </a:cubicBezTo>
                  <a:cubicBezTo>
                    <a:pt x="175" y="30"/>
                    <a:pt x="127" y="0"/>
                    <a:pt x="78" y="1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4" name="Freeform 69"/>
            <p:cNvSpPr>
              <a:spLocks/>
            </p:cNvSpPr>
            <p:nvPr/>
          </p:nvSpPr>
          <p:spPr bwMode="auto">
            <a:xfrm>
              <a:off x="4229101" y="5037138"/>
              <a:ext cx="296863" cy="1119187"/>
            </a:xfrm>
            <a:custGeom>
              <a:avLst/>
              <a:gdLst>
                <a:gd name="T0" fmla="*/ 171 w 197"/>
                <a:gd name="T1" fmla="*/ 377 h 742"/>
                <a:gd name="T2" fmla="*/ 170 w 197"/>
                <a:gd name="T3" fmla="*/ 377 h 742"/>
                <a:gd name="T4" fmla="*/ 87 w 197"/>
                <a:gd name="T5" fmla="*/ 288 h 742"/>
                <a:gd name="T6" fmla="*/ 71 w 197"/>
                <a:gd name="T7" fmla="*/ 255 h 742"/>
                <a:gd name="T8" fmla="*/ 50 w 197"/>
                <a:gd name="T9" fmla="*/ 137 h 742"/>
                <a:gd name="T10" fmla="*/ 55 w 197"/>
                <a:gd name="T11" fmla="*/ 81 h 742"/>
                <a:gd name="T12" fmla="*/ 93 w 197"/>
                <a:gd name="T13" fmla="*/ 56 h 742"/>
                <a:gd name="T14" fmla="*/ 118 w 197"/>
                <a:gd name="T15" fmla="*/ 94 h 742"/>
                <a:gd name="T16" fmla="*/ 114 w 197"/>
                <a:gd name="T17" fmla="*/ 137 h 742"/>
                <a:gd name="T18" fmla="*/ 131 w 197"/>
                <a:gd name="T19" fmla="*/ 232 h 742"/>
                <a:gd name="T20" fmla="*/ 169 w 197"/>
                <a:gd name="T21" fmla="*/ 293 h 742"/>
                <a:gd name="T22" fmla="*/ 154 w 197"/>
                <a:gd name="T23" fmla="*/ 121 h 742"/>
                <a:gd name="T24" fmla="*/ 110 w 197"/>
                <a:gd name="T25" fmla="*/ 20 h 742"/>
                <a:gd name="T26" fmla="*/ 16 w 197"/>
                <a:gd name="T27" fmla="*/ 80 h 742"/>
                <a:gd name="T28" fmla="*/ 29 w 197"/>
                <a:gd name="T29" fmla="*/ 327 h 742"/>
                <a:gd name="T30" fmla="*/ 91 w 197"/>
                <a:gd name="T31" fmla="*/ 401 h 742"/>
                <a:gd name="T32" fmla="*/ 97 w 197"/>
                <a:gd name="T33" fmla="*/ 487 h 742"/>
                <a:gd name="T34" fmla="*/ 61 w 197"/>
                <a:gd name="T35" fmla="*/ 672 h 742"/>
                <a:gd name="T36" fmla="*/ 86 w 197"/>
                <a:gd name="T37" fmla="*/ 738 h 742"/>
                <a:gd name="T38" fmla="*/ 106 w 197"/>
                <a:gd name="T39" fmla="*/ 742 h 742"/>
                <a:gd name="T40" fmla="*/ 152 w 197"/>
                <a:gd name="T41" fmla="*/ 712 h 742"/>
                <a:gd name="T42" fmla="*/ 197 w 197"/>
                <a:gd name="T43" fmla="*/ 487 h 742"/>
                <a:gd name="T44" fmla="*/ 189 w 197"/>
                <a:gd name="T45" fmla="*/ 382 h 742"/>
                <a:gd name="T46" fmla="*/ 188 w 197"/>
                <a:gd name="T47" fmla="*/ 382 h 742"/>
                <a:gd name="T48" fmla="*/ 171 w 197"/>
                <a:gd name="T49" fmla="*/ 377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7" h="742">
                  <a:moveTo>
                    <a:pt x="171" y="377"/>
                  </a:moveTo>
                  <a:cubicBezTo>
                    <a:pt x="171" y="377"/>
                    <a:pt x="171" y="377"/>
                    <a:pt x="170" y="377"/>
                  </a:cubicBezTo>
                  <a:cubicBezTo>
                    <a:pt x="132" y="352"/>
                    <a:pt x="105" y="321"/>
                    <a:pt x="87" y="288"/>
                  </a:cubicBezTo>
                  <a:cubicBezTo>
                    <a:pt x="81" y="277"/>
                    <a:pt x="76" y="266"/>
                    <a:pt x="71" y="255"/>
                  </a:cubicBezTo>
                  <a:cubicBezTo>
                    <a:pt x="54" y="211"/>
                    <a:pt x="50" y="169"/>
                    <a:pt x="50" y="137"/>
                  </a:cubicBezTo>
                  <a:cubicBezTo>
                    <a:pt x="50" y="104"/>
                    <a:pt x="55" y="83"/>
                    <a:pt x="55" y="81"/>
                  </a:cubicBezTo>
                  <a:cubicBezTo>
                    <a:pt x="58" y="64"/>
                    <a:pt x="75" y="52"/>
                    <a:pt x="93" y="56"/>
                  </a:cubicBezTo>
                  <a:cubicBezTo>
                    <a:pt x="110" y="59"/>
                    <a:pt x="121" y="76"/>
                    <a:pt x="118" y="94"/>
                  </a:cubicBezTo>
                  <a:cubicBezTo>
                    <a:pt x="117" y="95"/>
                    <a:pt x="114" y="112"/>
                    <a:pt x="114" y="137"/>
                  </a:cubicBezTo>
                  <a:cubicBezTo>
                    <a:pt x="114" y="163"/>
                    <a:pt x="118" y="198"/>
                    <a:pt x="131" y="232"/>
                  </a:cubicBezTo>
                  <a:cubicBezTo>
                    <a:pt x="139" y="253"/>
                    <a:pt x="151" y="274"/>
                    <a:pt x="169" y="293"/>
                  </a:cubicBezTo>
                  <a:cubicBezTo>
                    <a:pt x="149" y="235"/>
                    <a:pt x="145" y="175"/>
                    <a:pt x="154" y="121"/>
                  </a:cubicBezTo>
                  <a:cubicBezTo>
                    <a:pt x="161" y="82"/>
                    <a:pt x="144" y="41"/>
                    <a:pt x="110" y="20"/>
                  </a:cubicBezTo>
                  <a:cubicBezTo>
                    <a:pt x="76" y="0"/>
                    <a:pt x="29" y="23"/>
                    <a:pt x="16" y="80"/>
                  </a:cubicBezTo>
                  <a:cubicBezTo>
                    <a:pt x="0" y="159"/>
                    <a:pt x="3" y="244"/>
                    <a:pt x="29" y="327"/>
                  </a:cubicBezTo>
                  <a:cubicBezTo>
                    <a:pt x="39" y="362"/>
                    <a:pt x="65" y="389"/>
                    <a:pt x="91" y="401"/>
                  </a:cubicBezTo>
                  <a:cubicBezTo>
                    <a:pt x="94" y="426"/>
                    <a:pt x="97" y="455"/>
                    <a:pt x="97" y="487"/>
                  </a:cubicBezTo>
                  <a:cubicBezTo>
                    <a:pt x="97" y="544"/>
                    <a:pt x="88" y="609"/>
                    <a:pt x="61" y="672"/>
                  </a:cubicBezTo>
                  <a:cubicBezTo>
                    <a:pt x="49" y="697"/>
                    <a:pt x="61" y="726"/>
                    <a:pt x="86" y="738"/>
                  </a:cubicBezTo>
                  <a:cubicBezTo>
                    <a:pt x="93" y="741"/>
                    <a:pt x="99" y="742"/>
                    <a:pt x="106" y="742"/>
                  </a:cubicBezTo>
                  <a:cubicBezTo>
                    <a:pt x="125" y="742"/>
                    <a:pt x="144" y="731"/>
                    <a:pt x="152" y="712"/>
                  </a:cubicBezTo>
                  <a:cubicBezTo>
                    <a:pt x="187" y="634"/>
                    <a:pt x="197" y="554"/>
                    <a:pt x="197" y="487"/>
                  </a:cubicBezTo>
                  <a:cubicBezTo>
                    <a:pt x="197" y="447"/>
                    <a:pt x="194" y="411"/>
                    <a:pt x="189" y="382"/>
                  </a:cubicBezTo>
                  <a:cubicBezTo>
                    <a:pt x="189" y="382"/>
                    <a:pt x="188" y="382"/>
                    <a:pt x="188" y="382"/>
                  </a:cubicBezTo>
                  <a:cubicBezTo>
                    <a:pt x="182" y="382"/>
                    <a:pt x="176" y="380"/>
                    <a:pt x="171" y="37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5" name="Freeform 70"/>
            <p:cNvSpPr>
              <a:spLocks/>
            </p:cNvSpPr>
            <p:nvPr/>
          </p:nvSpPr>
          <p:spPr bwMode="auto">
            <a:xfrm>
              <a:off x="4316413" y="5132388"/>
              <a:ext cx="231775" cy="469900"/>
            </a:xfrm>
            <a:custGeom>
              <a:avLst/>
              <a:gdLst>
                <a:gd name="T0" fmla="*/ 143 w 154"/>
                <a:gd name="T1" fmla="*/ 267 h 311"/>
                <a:gd name="T2" fmla="*/ 116 w 154"/>
                <a:gd name="T3" fmla="*/ 246 h 311"/>
                <a:gd name="T4" fmla="*/ 115 w 154"/>
                <a:gd name="T5" fmla="*/ 245 h 311"/>
                <a:gd name="T6" fmla="*/ 87 w 154"/>
                <a:gd name="T7" fmla="*/ 212 h 311"/>
                <a:gd name="T8" fmla="*/ 66 w 154"/>
                <a:gd name="T9" fmla="*/ 172 h 311"/>
                <a:gd name="T10" fmla="*/ 48 w 154"/>
                <a:gd name="T11" fmla="*/ 74 h 311"/>
                <a:gd name="T12" fmla="*/ 52 w 154"/>
                <a:gd name="T13" fmla="*/ 29 h 311"/>
                <a:gd name="T14" fmla="*/ 48 w 154"/>
                <a:gd name="T15" fmla="*/ 11 h 311"/>
                <a:gd name="T16" fmla="*/ 33 w 154"/>
                <a:gd name="T17" fmla="*/ 1 h 311"/>
                <a:gd name="T18" fmla="*/ 28 w 154"/>
                <a:gd name="T19" fmla="*/ 0 h 311"/>
                <a:gd name="T20" fmla="*/ 5 w 154"/>
                <a:gd name="T21" fmla="*/ 20 h 311"/>
                <a:gd name="T22" fmla="*/ 0 w 154"/>
                <a:gd name="T23" fmla="*/ 74 h 311"/>
                <a:gd name="T24" fmla="*/ 21 w 154"/>
                <a:gd name="T25" fmla="*/ 189 h 311"/>
                <a:gd name="T26" fmla="*/ 35 w 154"/>
                <a:gd name="T27" fmla="*/ 219 h 311"/>
                <a:gd name="T28" fmla="*/ 116 w 154"/>
                <a:gd name="T29" fmla="*/ 307 h 311"/>
                <a:gd name="T30" fmla="*/ 117 w 154"/>
                <a:gd name="T31" fmla="*/ 307 h 311"/>
                <a:gd name="T32" fmla="*/ 130 w 154"/>
                <a:gd name="T33" fmla="*/ 311 h 311"/>
                <a:gd name="T34" fmla="*/ 130 w 154"/>
                <a:gd name="T35" fmla="*/ 311 h 311"/>
                <a:gd name="T36" fmla="*/ 150 w 154"/>
                <a:gd name="T37" fmla="*/ 300 h 311"/>
                <a:gd name="T38" fmla="*/ 153 w 154"/>
                <a:gd name="T39" fmla="*/ 282 h 311"/>
                <a:gd name="T40" fmla="*/ 143 w 154"/>
                <a:gd name="T41" fmla="*/ 267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4" h="311">
                  <a:moveTo>
                    <a:pt x="143" y="267"/>
                  </a:moveTo>
                  <a:cubicBezTo>
                    <a:pt x="133" y="261"/>
                    <a:pt x="124" y="254"/>
                    <a:pt x="116" y="246"/>
                  </a:cubicBezTo>
                  <a:cubicBezTo>
                    <a:pt x="116" y="246"/>
                    <a:pt x="115" y="246"/>
                    <a:pt x="115" y="245"/>
                  </a:cubicBezTo>
                  <a:cubicBezTo>
                    <a:pt x="104" y="235"/>
                    <a:pt x="95" y="224"/>
                    <a:pt x="87" y="212"/>
                  </a:cubicBezTo>
                  <a:cubicBezTo>
                    <a:pt x="78" y="200"/>
                    <a:pt x="71" y="187"/>
                    <a:pt x="66" y="172"/>
                  </a:cubicBezTo>
                  <a:cubicBezTo>
                    <a:pt x="51" y="135"/>
                    <a:pt x="48" y="98"/>
                    <a:pt x="48" y="74"/>
                  </a:cubicBezTo>
                  <a:cubicBezTo>
                    <a:pt x="48" y="48"/>
                    <a:pt x="52" y="30"/>
                    <a:pt x="52" y="29"/>
                  </a:cubicBezTo>
                  <a:cubicBezTo>
                    <a:pt x="53" y="23"/>
                    <a:pt x="52" y="16"/>
                    <a:pt x="48" y="11"/>
                  </a:cubicBezTo>
                  <a:cubicBezTo>
                    <a:pt x="45" y="6"/>
                    <a:pt x="39" y="2"/>
                    <a:pt x="33" y="1"/>
                  </a:cubicBezTo>
                  <a:cubicBezTo>
                    <a:pt x="31" y="0"/>
                    <a:pt x="30" y="0"/>
                    <a:pt x="28" y="0"/>
                  </a:cubicBezTo>
                  <a:cubicBezTo>
                    <a:pt x="17" y="0"/>
                    <a:pt x="7" y="8"/>
                    <a:pt x="5" y="20"/>
                  </a:cubicBezTo>
                  <a:cubicBezTo>
                    <a:pt x="4" y="24"/>
                    <a:pt x="0" y="44"/>
                    <a:pt x="0" y="74"/>
                  </a:cubicBezTo>
                  <a:cubicBezTo>
                    <a:pt x="0" y="116"/>
                    <a:pt x="7" y="154"/>
                    <a:pt x="21" y="189"/>
                  </a:cubicBezTo>
                  <a:cubicBezTo>
                    <a:pt x="24" y="198"/>
                    <a:pt x="29" y="209"/>
                    <a:pt x="35" y="219"/>
                  </a:cubicBezTo>
                  <a:cubicBezTo>
                    <a:pt x="51" y="248"/>
                    <a:pt x="76" y="281"/>
                    <a:pt x="116" y="307"/>
                  </a:cubicBezTo>
                  <a:cubicBezTo>
                    <a:pt x="116" y="307"/>
                    <a:pt x="116" y="307"/>
                    <a:pt x="117" y="307"/>
                  </a:cubicBezTo>
                  <a:cubicBezTo>
                    <a:pt x="120" y="310"/>
                    <a:pt x="125" y="311"/>
                    <a:pt x="130" y="311"/>
                  </a:cubicBezTo>
                  <a:cubicBezTo>
                    <a:pt x="130" y="311"/>
                    <a:pt x="130" y="311"/>
                    <a:pt x="130" y="311"/>
                  </a:cubicBezTo>
                  <a:cubicBezTo>
                    <a:pt x="138" y="311"/>
                    <a:pt x="145" y="307"/>
                    <a:pt x="150" y="300"/>
                  </a:cubicBezTo>
                  <a:cubicBezTo>
                    <a:pt x="153" y="295"/>
                    <a:pt x="154" y="288"/>
                    <a:pt x="153" y="282"/>
                  </a:cubicBezTo>
                  <a:cubicBezTo>
                    <a:pt x="152" y="276"/>
                    <a:pt x="148" y="270"/>
                    <a:pt x="143" y="26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6" name="Freeform 71"/>
            <p:cNvSpPr>
              <a:spLocks/>
            </p:cNvSpPr>
            <p:nvPr/>
          </p:nvSpPr>
          <p:spPr bwMode="auto">
            <a:xfrm>
              <a:off x="4570413" y="5586413"/>
              <a:ext cx="68263" cy="49212"/>
            </a:xfrm>
            <a:custGeom>
              <a:avLst/>
              <a:gdLst>
                <a:gd name="T0" fmla="*/ 41 w 46"/>
                <a:gd name="T1" fmla="*/ 18 h 33"/>
                <a:gd name="T2" fmla="*/ 12 w 46"/>
                <a:gd name="T3" fmla="*/ 2 h 33"/>
                <a:gd name="T4" fmla="*/ 2 w 46"/>
                <a:gd name="T5" fmla="*/ 6 h 33"/>
                <a:gd name="T6" fmla="*/ 6 w 46"/>
                <a:gd name="T7" fmla="*/ 16 h 33"/>
                <a:gd name="T8" fmla="*/ 6 w 46"/>
                <a:gd name="T9" fmla="*/ 16 h 33"/>
                <a:gd name="T10" fmla="*/ 32 w 46"/>
                <a:gd name="T11" fmla="*/ 31 h 33"/>
                <a:gd name="T12" fmla="*/ 37 w 46"/>
                <a:gd name="T13" fmla="*/ 33 h 33"/>
                <a:gd name="T14" fmla="*/ 44 w 46"/>
                <a:gd name="T15" fmla="*/ 29 h 33"/>
                <a:gd name="T16" fmla="*/ 41 w 46"/>
                <a:gd name="T17" fmla="*/ 1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33">
                  <a:moveTo>
                    <a:pt x="41" y="18"/>
                  </a:moveTo>
                  <a:cubicBezTo>
                    <a:pt x="32" y="12"/>
                    <a:pt x="23" y="6"/>
                    <a:pt x="12" y="2"/>
                  </a:cubicBezTo>
                  <a:cubicBezTo>
                    <a:pt x="8" y="0"/>
                    <a:pt x="4" y="2"/>
                    <a:pt x="2" y="6"/>
                  </a:cubicBezTo>
                  <a:cubicBezTo>
                    <a:pt x="0" y="10"/>
                    <a:pt x="2" y="15"/>
                    <a:pt x="6" y="16"/>
                  </a:cubicBezTo>
                  <a:cubicBezTo>
                    <a:pt x="6" y="16"/>
                    <a:pt x="6" y="16"/>
                    <a:pt x="6" y="16"/>
                  </a:cubicBezTo>
                  <a:cubicBezTo>
                    <a:pt x="15" y="21"/>
                    <a:pt x="24" y="26"/>
                    <a:pt x="32" y="31"/>
                  </a:cubicBezTo>
                  <a:cubicBezTo>
                    <a:pt x="34" y="32"/>
                    <a:pt x="35" y="33"/>
                    <a:pt x="37" y="33"/>
                  </a:cubicBezTo>
                  <a:cubicBezTo>
                    <a:pt x="39" y="33"/>
                    <a:pt x="42" y="31"/>
                    <a:pt x="44" y="29"/>
                  </a:cubicBezTo>
                  <a:cubicBezTo>
                    <a:pt x="46" y="25"/>
                    <a:pt x="45" y="20"/>
                    <a:pt x="41" y="1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7" name="Freeform 72"/>
            <p:cNvSpPr>
              <a:spLocks/>
            </p:cNvSpPr>
            <p:nvPr/>
          </p:nvSpPr>
          <p:spPr bwMode="auto">
            <a:xfrm>
              <a:off x="4767263" y="5834063"/>
              <a:ext cx="42863" cy="69850"/>
            </a:xfrm>
            <a:custGeom>
              <a:avLst/>
              <a:gdLst>
                <a:gd name="T0" fmla="*/ 17 w 28"/>
                <a:gd name="T1" fmla="*/ 6 h 47"/>
                <a:gd name="T2" fmla="*/ 7 w 28"/>
                <a:gd name="T3" fmla="*/ 1 h 47"/>
                <a:gd name="T4" fmla="*/ 2 w 28"/>
                <a:gd name="T5" fmla="*/ 12 h 47"/>
                <a:gd name="T6" fmla="*/ 12 w 28"/>
                <a:gd name="T7" fmla="*/ 42 h 47"/>
                <a:gd name="T8" fmla="*/ 19 w 28"/>
                <a:gd name="T9" fmla="*/ 47 h 47"/>
                <a:gd name="T10" fmla="*/ 21 w 28"/>
                <a:gd name="T11" fmla="*/ 47 h 47"/>
                <a:gd name="T12" fmla="*/ 27 w 28"/>
                <a:gd name="T13" fmla="*/ 37 h 47"/>
                <a:gd name="T14" fmla="*/ 17 w 28"/>
                <a:gd name="T15" fmla="*/ 6 h 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47">
                  <a:moveTo>
                    <a:pt x="17" y="6"/>
                  </a:moveTo>
                  <a:cubicBezTo>
                    <a:pt x="16" y="2"/>
                    <a:pt x="11" y="0"/>
                    <a:pt x="7" y="1"/>
                  </a:cubicBezTo>
                  <a:cubicBezTo>
                    <a:pt x="3" y="3"/>
                    <a:pt x="0" y="7"/>
                    <a:pt x="2" y="12"/>
                  </a:cubicBezTo>
                  <a:cubicBezTo>
                    <a:pt x="5" y="22"/>
                    <a:pt x="9" y="32"/>
                    <a:pt x="12" y="42"/>
                  </a:cubicBezTo>
                  <a:cubicBezTo>
                    <a:pt x="13" y="45"/>
                    <a:pt x="16" y="47"/>
                    <a:pt x="19" y="47"/>
                  </a:cubicBezTo>
                  <a:cubicBezTo>
                    <a:pt x="20" y="47"/>
                    <a:pt x="21" y="47"/>
                    <a:pt x="21" y="47"/>
                  </a:cubicBezTo>
                  <a:cubicBezTo>
                    <a:pt x="26" y="46"/>
                    <a:pt x="28" y="41"/>
                    <a:pt x="27" y="37"/>
                  </a:cubicBezTo>
                  <a:cubicBezTo>
                    <a:pt x="24" y="27"/>
                    <a:pt x="21" y="17"/>
                    <a:pt x="17" y="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8" name="Freeform 73"/>
            <p:cNvSpPr>
              <a:spLocks/>
            </p:cNvSpPr>
            <p:nvPr/>
          </p:nvSpPr>
          <p:spPr bwMode="auto">
            <a:xfrm>
              <a:off x="4659313" y="5648325"/>
              <a:ext cx="58738" cy="61912"/>
            </a:xfrm>
            <a:custGeom>
              <a:avLst/>
              <a:gdLst>
                <a:gd name="T0" fmla="*/ 23 w 39"/>
                <a:gd name="T1" fmla="*/ 38 h 41"/>
                <a:gd name="T2" fmla="*/ 30 w 39"/>
                <a:gd name="T3" fmla="*/ 41 h 41"/>
                <a:gd name="T4" fmla="*/ 35 w 39"/>
                <a:gd name="T5" fmla="*/ 39 h 41"/>
                <a:gd name="T6" fmla="*/ 36 w 39"/>
                <a:gd name="T7" fmla="*/ 28 h 41"/>
                <a:gd name="T8" fmla="*/ 14 w 39"/>
                <a:gd name="T9" fmla="*/ 3 h 41"/>
                <a:gd name="T10" fmla="*/ 3 w 39"/>
                <a:gd name="T11" fmla="*/ 3 h 41"/>
                <a:gd name="T12" fmla="*/ 3 w 39"/>
                <a:gd name="T13" fmla="*/ 15 h 41"/>
                <a:gd name="T14" fmla="*/ 3 w 39"/>
                <a:gd name="T15" fmla="*/ 15 h 41"/>
                <a:gd name="T16" fmla="*/ 23 w 39"/>
                <a:gd name="T17" fmla="*/ 3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41">
                  <a:moveTo>
                    <a:pt x="23" y="38"/>
                  </a:moveTo>
                  <a:cubicBezTo>
                    <a:pt x="25" y="40"/>
                    <a:pt x="27" y="41"/>
                    <a:pt x="30" y="41"/>
                  </a:cubicBezTo>
                  <a:cubicBezTo>
                    <a:pt x="31" y="41"/>
                    <a:pt x="33" y="40"/>
                    <a:pt x="35" y="39"/>
                  </a:cubicBezTo>
                  <a:cubicBezTo>
                    <a:pt x="38" y="37"/>
                    <a:pt x="39" y="32"/>
                    <a:pt x="36" y="28"/>
                  </a:cubicBezTo>
                  <a:cubicBezTo>
                    <a:pt x="29" y="19"/>
                    <a:pt x="22" y="11"/>
                    <a:pt x="14" y="3"/>
                  </a:cubicBezTo>
                  <a:cubicBezTo>
                    <a:pt x="11" y="0"/>
                    <a:pt x="6" y="0"/>
                    <a:pt x="3" y="3"/>
                  </a:cubicBezTo>
                  <a:cubicBezTo>
                    <a:pt x="0" y="6"/>
                    <a:pt x="0" y="11"/>
                    <a:pt x="3" y="15"/>
                  </a:cubicBezTo>
                  <a:cubicBezTo>
                    <a:pt x="3" y="15"/>
                    <a:pt x="3" y="15"/>
                    <a:pt x="3" y="15"/>
                  </a:cubicBezTo>
                  <a:cubicBezTo>
                    <a:pt x="10" y="22"/>
                    <a:pt x="17" y="30"/>
                    <a:pt x="23" y="3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9" name="Freeform 74"/>
            <p:cNvSpPr>
              <a:spLocks/>
            </p:cNvSpPr>
            <p:nvPr/>
          </p:nvSpPr>
          <p:spPr bwMode="auto">
            <a:xfrm>
              <a:off x="4724401" y="5734050"/>
              <a:ext cx="49213" cy="69850"/>
            </a:xfrm>
            <a:custGeom>
              <a:avLst/>
              <a:gdLst>
                <a:gd name="T0" fmla="*/ 16 w 33"/>
                <a:gd name="T1" fmla="*/ 5 h 46"/>
                <a:gd name="T2" fmla="*/ 5 w 33"/>
                <a:gd name="T3" fmla="*/ 2 h 46"/>
                <a:gd name="T4" fmla="*/ 2 w 33"/>
                <a:gd name="T5" fmla="*/ 13 h 46"/>
                <a:gd name="T6" fmla="*/ 2 w 33"/>
                <a:gd name="T7" fmla="*/ 13 h 46"/>
                <a:gd name="T8" fmla="*/ 16 w 33"/>
                <a:gd name="T9" fmla="*/ 41 h 46"/>
                <a:gd name="T10" fmla="*/ 23 w 33"/>
                <a:gd name="T11" fmla="*/ 46 h 46"/>
                <a:gd name="T12" fmla="*/ 27 w 33"/>
                <a:gd name="T13" fmla="*/ 45 h 46"/>
                <a:gd name="T14" fmla="*/ 31 w 33"/>
                <a:gd name="T15" fmla="*/ 34 h 46"/>
                <a:gd name="T16" fmla="*/ 16 w 33"/>
                <a:gd name="T17" fmla="*/ 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46">
                  <a:moveTo>
                    <a:pt x="16" y="5"/>
                  </a:moveTo>
                  <a:cubicBezTo>
                    <a:pt x="14" y="1"/>
                    <a:pt x="9" y="0"/>
                    <a:pt x="5" y="2"/>
                  </a:cubicBezTo>
                  <a:cubicBezTo>
                    <a:pt x="1" y="5"/>
                    <a:pt x="0" y="9"/>
                    <a:pt x="2" y="13"/>
                  </a:cubicBezTo>
                  <a:cubicBezTo>
                    <a:pt x="2" y="13"/>
                    <a:pt x="2" y="13"/>
                    <a:pt x="2" y="13"/>
                  </a:cubicBezTo>
                  <a:cubicBezTo>
                    <a:pt x="7" y="22"/>
                    <a:pt x="12" y="32"/>
                    <a:pt x="16" y="41"/>
                  </a:cubicBezTo>
                  <a:cubicBezTo>
                    <a:pt x="18" y="44"/>
                    <a:pt x="20" y="46"/>
                    <a:pt x="23" y="46"/>
                  </a:cubicBezTo>
                  <a:cubicBezTo>
                    <a:pt x="25" y="46"/>
                    <a:pt x="26" y="45"/>
                    <a:pt x="27" y="45"/>
                  </a:cubicBezTo>
                  <a:cubicBezTo>
                    <a:pt x="31" y="43"/>
                    <a:pt x="33" y="38"/>
                    <a:pt x="31" y="34"/>
                  </a:cubicBezTo>
                  <a:cubicBezTo>
                    <a:pt x="26" y="25"/>
                    <a:pt x="21" y="15"/>
                    <a:pt x="16" y="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0" name="Freeform 75"/>
            <p:cNvSpPr>
              <a:spLocks/>
            </p:cNvSpPr>
            <p:nvPr/>
          </p:nvSpPr>
          <p:spPr bwMode="auto">
            <a:xfrm>
              <a:off x="4797426" y="5937250"/>
              <a:ext cx="36513" cy="74612"/>
            </a:xfrm>
            <a:custGeom>
              <a:avLst/>
              <a:gdLst>
                <a:gd name="T0" fmla="*/ 1 w 24"/>
                <a:gd name="T1" fmla="*/ 11 h 49"/>
                <a:gd name="T2" fmla="*/ 7 w 24"/>
                <a:gd name="T3" fmla="*/ 42 h 49"/>
                <a:gd name="T4" fmla="*/ 15 w 24"/>
                <a:gd name="T5" fmla="*/ 49 h 49"/>
                <a:gd name="T6" fmla="*/ 16 w 24"/>
                <a:gd name="T7" fmla="*/ 49 h 49"/>
                <a:gd name="T8" fmla="*/ 23 w 24"/>
                <a:gd name="T9" fmla="*/ 39 h 49"/>
                <a:gd name="T10" fmla="*/ 17 w 24"/>
                <a:gd name="T11" fmla="*/ 8 h 49"/>
                <a:gd name="T12" fmla="*/ 7 w 24"/>
                <a:gd name="T13" fmla="*/ 1 h 49"/>
                <a:gd name="T14" fmla="*/ 1 w 2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49">
                  <a:moveTo>
                    <a:pt x="1" y="11"/>
                  </a:moveTo>
                  <a:cubicBezTo>
                    <a:pt x="3" y="22"/>
                    <a:pt x="5" y="32"/>
                    <a:pt x="7" y="42"/>
                  </a:cubicBezTo>
                  <a:cubicBezTo>
                    <a:pt x="8" y="46"/>
                    <a:pt x="11" y="49"/>
                    <a:pt x="15" y="49"/>
                  </a:cubicBezTo>
                  <a:cubicBezTo>
                    <a:pt x="15" y="49"/>
                    <a:pt x="16" y="49"/>
                    <a:pt x="16" y="49"/>
                  </a:cubicBezTo>
                  <a:cubicBezTo>
                    <a:pt x="21" y="48"/>
                    <a:pt x="24" y="44"/>
                    <a:pt x="23" y="39"/>
                  </a:cubicBezTo>
                  <a:cubicBezTo>
                    <a:pt x="21" y="29"/>
                    <a:pt x="19" y="19"/>
                    <a:pt x="17" y="8"/>
                  </a:cubicBezTo>
                  <a:cubicBezTo>
                    <a:pt x="16" y="3"/>
                    <a:pt x="12" y="0"/>
                    <a:pt x="7" y="1"/>
                  </a:cubicBezTo>
                  <a:cubicBezTo>
                    <a:pt x="3" y="2"/>
                    <a:pt x="0" y="7"/>
                    <a:pt x="1" y="1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1" name="Freeform 76"/>
            <p:cNvSpPr>
              <a:spLocks/>
            </p:cNvSpPr>
            <p:nvPr/>
          </p:nvSpPr>
          <p:spPr bwMode="auto">
            <a:xfrm>
              <a:off x="4924426" y="5541963"/>
              <a:ext cx="620713" cy="604837"/>
            </a:xfrm>
            <a:custGeom>
              <a:avLst/>
              <a:gdLst>
                <a:gd name="T0" fmla="*/ 388 w 412"/>
                <a:gd name="T1" fmla="*/ 0 h 402"/>
                <a:gd name="T2" fmla="*/ 320 w 412"/>
                <a:gd name="T3" fmla="*/ 0 h 402"/>
                <a:gd name="T4" fmla="*/ 296 w 412"/>
                <a:gd name="T5" fmla="*/ 24 h 402"/>
                <a:gd name="T6" fmla="*/ 296 w 412"/>
                <a:gd name="T7" fmla="*/ 139 h 402"/>
                <a:gd name="T8" fmla="*/ 270 w 412"/>
                <a:gd name="T9" fmla="*/ 164 h 402"/>
                <a:gd name="T10" fmla="*/ 0 w 412"/>
                <a:gd name="T11" fmla="*/ 164 h 402"/>
                <a:gd name="T12" fmla="*/ 0 w 412"/>
                <a:gd name="T13" fmla="*/ 196 h 402"/>
                <a:gd name="T14" fmla="*/ 84 w 412"/>
                <a:gd name="T15" fmla="*/ 274 h 402"/>
                <a:gd name="T16" fmla="*/ 111 w 412"/>
                <a:gd name="T17" fmla="*/ 402 h 402"/>
                <a:gd name="T18" fmla="*/ 412 w 412"/>
                <a:gd name="T19" fmla="*/ 402 h 402"/>
                <a:gd name="T20" fmla="*/ 412 w 412"/>
                <a:gd name="T21" fmla="*/ 24 h 402"/>
                <a:gd name="T22" fmla="*/ 388 w 412"/>
                <a:gd name="T23" fmla="*/ 0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02">
                  <a:moveTo>
                    <a:pt x="388" y="0"/>
                  </a:moveTo>
                  <a:cubicBezTo>
                    <a:pt x="320" y="0"/>
                    <a:pt x="320" y="0"/>
                    <a:pt x="320" y="0"/>
                  </a:cubicBezTo>
                  <a:cubicBezTo>
                    <a:pt x="306" y="0"/>
                    <a:pt x="296" y="11"/>
                    <a:pt x="296" y="24"/>
                  </a:cubicBezTo>
                  <a:cubicBezTo>
                    <a:pt x="296" y="24"/>
                    <a:pt x="296" y="124"/>
                    <a:pt x="296" y="139"/>
                  </a:cubicBezTo>
                  <a:cubicBezTo>
                    <a:pt x="296" y="158"/>
                    <a:pt x="270" y="164"/>
                    <a:pt x="270" y="164"/>
                  </a:cubicBezTo>
                  <a:cubicBezTo>
                    <a:pt x="0" y="164"/>
                    <a:pt x="0" y="164"/>
                    <a:pt x="0" y="164"/>
                  </a:cubicBezTo>
                  <a:cubicBezTo>
                    <a:pt x="0" y="164"/>
                    <a:pt x="0" y="181"/>
                    <a:pt x="0" y="196"/>
                  </a:cubicBezTo>
                  <a:cubicBezTo>
                    <a:pt x="0" y="260"/>
                    <a:pt x="84" y="274"/>
                    <a:pt x="84" y="274"/>
                  </a:cubicBezTo>
                  <a:cubicBezTo>
                    <a:pt x="111" y="402"/>
                    <a:pt x="111" y="402"/>
                    <a:pt x="111" y="402"/>
                  </a:cubicBezTo>
                  <a:cubicBezTo>
                    <a:pt x="412" y="402"/>
                    <a:pt x="412" y="402"/>
                    <a:pt x="412" y="402"/>
                  </a:cubicBezTo>
                  <a:cubicBezTo>
                    <a:pt x="412" y="24"/>
                    <a:pt x="412" y="24"/>
                    <a:pt x="412" y="24"/>
                  </a:cubicBezTo>
                  <a:cubicBezTo>
                    <a:pt x="412" y="11"/>
                    <a:pt x="402" y="0"/>
                    <a:pt x="388"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2" name="Freeform 77"/>
            <p:cNvSpPr>
              <a:spLocks/>
            </p:cNvSpPr>
            <p:nvPr/>
          </p:nvSpPr>
          <p:spPr bwMode="auto">
            <a:xfrm>
              <a:off x="4692651" y="6046788"/>
              <a:ext cx="279400" cy="107950"/>
            </a:xfrm>
            <a:custGeom>
              <a:avLst/>
              <a:gdLst>
                <a:gd name="T0" fmla="*/ 120 w 186"/>
                <a:gd name="T1" fmla="*/ 43 h 72"/>
                <a:gd name="T2" fmla="*/ 100 w 186"/>
                <a:gd name="T3" fmla="*/ 44 h 72"/>
                <a:gd name="T4" fmla="*/ 101 w 186"/>
                <a:gd name="T5" fmla="*/ 40 h 72"/>
                <a:gd name="T6" fmla="*/ 98 w 186"/>
                <a:gd name="T7" fmla="*/ 8 h 72"/>
                <a:gd name="T8" fmla="*/ 90 w 186"/>
                <a:gd name="T9" fmla="*/ 0 h 72"/>
                <a:gd name="T10" fmla="*/ 82 w 186"/>
                <a:gd name="T11" fmla="*/ 9 h 72"/>
                <a:gd name="T12" fmla="*/ 85 w 186"/>
                <a:gd name="T13" fmla="*/ 41 h 72"/>
                <a:gd name="T14" fmla="*/ 86 w 186"/>
                <a:gd name="T15" fmla="*/ 45 h 72"/>
                <a:gd name="T16" fmla="*/ 57 w 186"/>
                <a:gd name="T17" fmla="*/ 51 h 72"/>
                <a:gd name="T18" fmla="*/ 0 w 186"/>
                <a:gd name="T19" fmla="*/ 61 h 72"/>
                <a:gd name="T20" fmla="*/ 66 w 186"/>
                <a:gd name="T21" fmla="*/ 72 h 72"/>
                <a:gd name="T22" fmla="*/ 129 w 186"/>
                <a:gd name="T23" fmla="*/ 64 h 72"/>
                <a:gd name="T24" fmla="*/ 186 w 186"/>
                <a:gd name="T25" fmla="*/ 54 h 72"/>
                <a:gd name="T26" fmla="*/ 120 w 186"/>
                <a:gd name="T27" fmla="*/ 43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6" h="72">
                  <a:moveTo>
                    <a:pt x="120" y="43"/>
                  </a:moveTo>
                  <a:cubicBezTo>
                    <a:pt x="113" y="43"/>
                    <a:pt x="107" y="43"/>
                    <a:pt x="100" y="44"/>
                  </a:cubicBezTo>
                  <a:cubicBezTo>
                    <a:pt x="101" y="42"/>
                    <a:pt x="101" y="41"/>
                    <a:pt x="101" y="40"/>
                  </a:cubicBezTo>
                  <a:cubicBezTo>
                    <a:pt x="101" y="33"/>
                    <a:pt x="100" y="22"/>
                    <a:pt x="98" y="8"/>
                  </a:cubicBezTo>
                  <a:cubicBezTo>
                    <a:pt x="98" y="3"/>
                    <a:pt x="94" y="0"/>
                    <a:pt x="90" y="0"/>
                  </a:cubicBezTo>
                  <a:cubicBezTo>
                    <a:pt x="85" y="1"/>
                    <a:pt x="82" y="5"/>
                    <a:pt x="82" y="9"/>
                  </a:cubicBezTo>
                  <a:cubicBezTo>
                    <a:pt x="84" y="23"/>
                    <a:pt x="85" y="34"/>
                    <a:pt x="85" y="41"/>
                  </a:cubicBezTo>
                  <a:cubicBezTo>
                    <a:pt x="85" y="42"/>
                    <a:pt x="86" y="43"/>
                    <a:pt x="86" y="45"/>
                  </a:cubicBezTo>
                  <a:cubicBezTo>
                    <a:pt x="72" y="46"/>
                    <a:pt x="61" y="48"/>
                    <a:pt x="57" y="51"/>
                  </a:cubicBezTo>
                  <a:cubicBezTo>
                    <a:pt x="25" y="52"/>
                    <a:pt x="0" y="56"/>
                    <a:pt x="0" y="61"/>
                  </a:cubicBezTo>
                  <a:cubicBezTo>
                    <a:pt x="0" y="67"/>
                    <a:pt x="30" y="72"/>
                    <a:pt x="66" y="72"/>
                  </a:cubicBezTo>
                  <a:cubicBezTo>
                    <a:pt x="96" y="72"/>
                    <a:pt x="122" y="69"/>
                    <a:pt x="129" y="64"/>
                  </a:cubicBezTo>
                  <a:cubicBezTo>
                    <a:pt x="162" y="64"/>
                    <a:pt x="186" y="59"/>
                    <a:pt x="186" y="54"/>
                  </a:cubicBezTo>
                  <a:cubicBezTo>
                    <a:pt x="186" y="48"/>
                    <a:pt x="157" y="43"/>
                    <a:pt x="120" y="4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83" name="组合 82"/>
          <p:cNvGrpSpPr/>
          <p:nvPr/>
        </p:nvGrpSpPr>
        <p:grpSpPr>
          <a:xfrm>
            <a:off x="2800351" y="5183188"/>
            <a:ext cx="1008062" cy="973137"/>
            <a:chOff x="2800351" y="5183188"/>
            <a:chExt cx="1008062" cy="973137"/>
          </a:xfrm>
        </p:grpSpPr>
        <p:sp>
          <p:nvSpPr>
            <p:cNvPr id="84" name="Freeform 78"/>
            <p:cNvSpPr>
              <a:spLocks/>
            </p:cNvSpPr>
            <p:nvPr/>
          </p:nvSpPr>
          <p:spPr bwMode="auto">
            <a:xfrm>
              <a:off x="3314701" y="5183188"/>
              <a:ext cx="309563" cy="309562"/>
            </a:xfrm>
            <a:custGeom>
              <a:avLst/>
              <a:gdLst>
                <a:gd name="T0" fmla="*/ 143 w 205"/>
                <a:gd name="T1" fmla="*/ 183 h 205"/>
                <a:gd name="T2" fmla="*/ 183 w 205"/>
                <a:gd name="T3" fmla="*/ 62 h 205"/>
                <a:gd name="T4" fmla="*/ 62 w 205"/>
                <a:gd name="T5" fmla="*/ 22 h 205"/>
                <a:gd name="T6" fmla="*/ 22 w 205"/>
                <a:gd name="T7" fmla="*/ 143 h 205"/>
                <a:gd name="T8" fmla="*/ 143 w 205"/>
                <a:gd name="T9" fmla="*/ 183 h 205"/>
              </a:gdLst>
              <a:ahLst/>
              <a:cxnLst>
                <a:cxn ang="0">
                  <a:pos x="T0" y="T1"/>
                </a:cxn>
                <a:cxn ang="0">
                  <a:pos x="T2" y="T3"/>
                </a:cxn>
                <a:cxn ang="0">
                  <a:pos x="T4" y="T5"/>
                </a:cxn>
                <a:cxn ang="0">
                  <a:pos x="T6" y="T7"/>
                </a:cxn>
                <a:cxn ang="0">
                  <a:pos x="T8" y="T9"/>
                </a:cxn>
              </a:cxnLst>
              <a:rect l="0" t="0" r="r" b="b"/>
              <a:pathLst>
                <a:path w="205" h="205">
                  <a:moveTo>
                    <a:pt x="143" y="183"/>
                  </a:moveTo>
                  <a:cubicBezTo>
                    <a:pt x="188" y="160"/>
                    <a:pt x="205" y="106"/>
                    <a:pt x="183" y="62"/>
                  </a:cubicBezTo>
                  <a:cubicBezTo>
                    <a:pt x="161" y="18"/>
                    <a:pt x="106" y="0"/>
                    <a:pt x="62" y="22"/>
                  </a:cubicBezTo>
                  <a:cubicBezTo>
                    <a:pt x="18" y="45"/>
                    <a:pt x="0" y="99"/>
                    <a:pt x="22" y="143"/>
                  </a:cubicBezTo>
                  <a:cubicBezTo>
                    <a:pt x="45" y="188"/>
                    <a:pt x="99" y="205"/>
                    <a:pt x="143" y="18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5" name="Freeform 79"/>
            <p:cNvSpPr>
              <a:spLocks/>
            </p:cNvSpPr>
            <p:nvPr/>
          </p:nvSpPr>
          <p:spPr bwMode="auto">
            <a:xfrm>
              <a:off x="3049588" y="5459413"/>
              <a:ext cx="758825" cy="696912"/>
            </a:xfrm>
            <a:custGeom>
              <a:avLst/>
              <a:gdLst>
                <a:gd name="T0" fmla="*/ 425 w 503"/>
                <a:gd name="T1" fmla="*/ 65 h 462"/>
                <a:gd name="T2" fmla="*/ 308 w 503"/>
                <a:gd name="T3" fmla="*/ 23 h 462"/>
                <a:gd name="T4" fmla="*/ 281 w 503"/>
                <a:gd name="T5" fmla="*/ 73 h 462"/>
                <a:gd name="T6" fmla="*/ 275 w 503"/>
                <a:gd name="T7" fmla="*/ 91 h 462"/>
                <a:gd name="T8" fmla="*/ 262 w 503"/>
                <a:gd name="T9" fmla="*/ 108 h 462"/>
                <a:gd name="T10" fmla="*/ 244 w 503"/>
                <a:gd name="T11" fmla="*/ 114 h 462"/>
                <a:gd name="T12" fmla="*/ 170 w 503"/>
                <a:gd name="T13" fmla="*/ 80 h 462"/>
                <a:gd name="T14" fmla="*/ 229 w 503"/>
                <a:gd name="T15" fmla="*/ 11 h 462"/>
                <a:gd name="T16" fmla="*/ 217 w 503"/>
                <a:gd name="T17" fmla="*/ 0 h 462"/>
                <a:gd name="T18" fmla="*/ 155 w 503"/>
                <a:gd name="T19" fmla="*/ 72 h 462"/>
                <a:gd name="T20" fmla="*/ 121 w 503"/>
                <a:gd name="T21" fmla="*/ 84 h 462"/>
                <a:gd name="T22" fmla="*/ 118 w 503"/>
                <a:gd name="T23" fmla="*/ 116 h 462"/>
                <a:gd name="T24" fmla="*/ 0 w 503"/>
                <a:gd name="T25" fmla="*/ 254 h 462"/>
                <a:gd name="T26" fmla="*/ 12 w 503"/>
                <a:gd name="T27" fmla="*/ 265 h 462"/>
                <a:gd name="T28" fmla="*/ 128 w 503"/>
                <a:gd name="T29" fmla="*/ 129 h 462"/>
                <a:gd name="T30" fmla="*/ 210 w 503"/>
                <a:gd name="T31" fmla="*/ 173 h 462"/>
                <a:gd name="T32" fmla="*/ 213 w 503"/>
                <a:gd name="T33" fmla="*/ 171 h 462"/>
                <a:gd name="T34" fmla="*/ 248 w 503"/>
                <a:gd name="T35" fmla="*/ 159 h 462"/>
                <a:gd name="T36" fmla="*/ 268 w 503"/>
                <a:gd name="T37" fmla="*/ 163 h 462"/>
                <a:gd name="T38" fmla="*/ 273 w 503"/>
                <a:gd name="T39" fmla="*/ 155 h 462"/>
                <a:gd name="T40" fmla="*/ 292 w 503"/>
                <a:gd name="T41" fmla="*/ 121 h 462"/>
                <a:gd name="T42" fmla="*/ 308 w 503"/>
                <a:gd name="T43" fmla="*/ 79 h 462"/>
                <a:gd name="T44" fmla="*/ 345 w 503"/>
                <a:gd name="T45" fmla="*/ 47 h 462"/>
                <a:gd name="T46" fmla="*/ 347 w 503"/>
                <a:gd name="T47" fmla="*/ 47 h 462"/>
                <a:gd name="T48" fmla="*/ 356 w 503"/>
                <a:gd name="T49" fmla="*/ 48 h 462"/>
                <a:gd name="T50" fmla="*/ 386 w 503"/>
                <a:gd name="T51" fmla="*/ 96 h 462"/>
                <a:gd name="T52" fmla="*/ 386 w 503"/>
                <a:gd name="T53" fmla="*/ 96 h 462"/>
                <a:gd name="T54" fmla="*/ 386 w 503"/>
                <a:gd name="T55" fmla="*/ 97 h 462"/>
                <a:gd name="T56" fmla="*/ 344 w 503"/>
                <a:gd name="T57" fmla="*/ 194 h 462"/>
                <a:gd name="T58" fmla="*/ 337 w 503"/>
                <a:gd name="T59" fmla="*/ 205 h 462"/>
                <a:gd name="T60" fmla="*/ 338 w 503"/>
                <a:gd name="T61" fmla="*/ 207 h 462"/>
                <a:gd name="T62" fmla="*/ 397 w 503"/>
                <a:gd name="T63" fmla="*/ 251 h 462"/>
                <a:gd name="T64" fmla="*/ 343 w 503"/>
                <a:gd name="T65" fmla="*/ 218 h 462"/>
                <a:gd name="T66" fmla="*/ 332 w 503"/>
                <a:gd name="T67" fmla="*/ 211 h 462"/>
                <a:gd name="T68" fmla="*/ 326 w 503"/>
                <a:gd name="T69" fmla="*/ 207 h 462"/>
                <a:gd name="T70" fmla="*/ 274 w 503"/>
                <a:gd name="T71" fmla="*/ 175 h 462"/>
                <a:gd name="T72" fmla="*/ 272 w 503"/>
                <a:gd name="T73" fmla="*/ 174 h 462"/>
                <a:gd name="T74" fmla="*/ 271 w 503"/>
                <a:gd name="T75" fmla="*/ 173 h 462"/>
                <a:gd name="T76" fmla="*/ 263 w 503"/>
                <a:gd name="T77" fmla="*/ 170 h 462"/>
                <a:gd name="T78" fmla="*/ 221 w 503"/>
                <a:gd name="T79" fmla="*/ 175 h 462"/>
                <a:gd name="T80" fmla="*/ 218 w 503"/>
                <a:gd name="T81" fmla="*/ 177 h 462"/>
                <a:gd name="T82" fmla="*/ 199 w 503"/>
                <a:gd name="T83" fmla="*/ 230 h 462"/>
                <a:gd name="T84" fmla="*/ 200 w 503"/>
                <a:gd name="T85" fmla="*/ 231 h 462"/>
                <a:gd name="T86" fmla="*/ 201 w 503"/>
                <a:gd name="T87" fmla="*/ 238 h 462"/>
                <a:gd name="T88" fmla="*/ 219 w 503"/>
                <a:gd name="T89" fmla="*/ 301 h 462"/>
                <a:gd name="T90" fmla="*/ 221 w 503"/>
                <a:gd name="T91" fmla="*/ 309 h 462"/>
                <a:gd name="T92" fmla="*/ 254 w 503"/>
                <a:gd name="T93" fmla="*/ 425 h 462"/>
                <a:gd name="T94" fmla="*/ 302 w 503"/>
                <a:gd name="T95" fmla="*/ 462 h 462"/>
                <a:gd name="T96" fmla="*/ 316 w 503"/>
                <a:gd name="T97" fmla="*/ 460 h 462"/>
                <a:gd name="T98" fmla="*/ 350 w 503"/>
                <a:gd name="T99" fmla="*/ 398 h 462"/>
                <a:gd name="T100" fmla="*/ 331 w 503"/>
                <a:gd name="T101" fmla="*/ 327 h 462"/>
                <a:gd name="T102" fmla="*/ 381 w 503"/>
                <a:gd name="T103" fmla="*/ 359 h 462"/>
                <a:gd name="T104" fmla="*/ 418 w 503"/>
                <a:gd name="T105" fmla="*/ 365 h 462"/>
                <a:gd name="T106" fmla="*/ 419 w 503"/>
                <a:gd name="T107" fmla="*/ 365 h 462"/>
                <a:gd name="T108" fmla="*/ 437 w 503"/>
                <a:gd name="T109" fmla="*/ 361 h 462"/>
                <a:gd name="T110" fmla="*/ 500 w 503"/>
                <a:gd name="T111" fmla="*/ 275 h 462"/>
                <a:gd name="T112" fmla="*/ 425 w 503"/>
                <a:gd name="T113" fmla="*/ 65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03" h="462">
                  <a:moveTo>
                    <a:pt x="425" y="65"/>
                  </a:moveTo>
                  <a:cubicBezTo>
                    <a:pt x="392" y="13"/>
                    <a:pt x="339" y="7"/>
                    <a:pt x="308" y="23"/>
                  </a:cubicBezTo>
                  <a:cubicBezTo>
                    <a:pt x="291" y="32"/>
                    <a:pt x="282" y="52"/>
                    <a:pt x="281" y="73"/>
                  </a:cubicBezTo>
                  <a:cubicBezTo>
                    <a:pt x="280" y="79"/>
                    <a:pt x="278" y="86"/>
                    <a:pt x="275" y="91"/>
                  </a:cubicBezTo>
                  <a:cubicBezTo>
                    <a:pt x="271" y="99"/>
                    <a:pt x="267" y="105"/>
                    <a:pt x="262" y="108"/>
                  </a:cubicBezTo>
                  <a:cubicBezTo>
                    <a:pt x="257" y="112"/>
                    <a:pt x="253" y="114"/>
                    <a:pt x="244" y="114"/>
                  </a:cubicBezTo>
                  <a:cubicBezTo>
                    <a:pt x="231" y="114"/>
                    <a:pt x="206" y="107"/>
                    <a:pt x="170" y="80"/>
                  </a:cubicBezTo>
                  <a:cubicBezTo>
                    <a:pt x="229" y="11"/>
                    <a:pt x="229" y="11"/>
                    <a:pt x="229" y="11"/>
                  </a:cubicBezTo>
                  <a:cubicBezTo>
                    <a:pt x="217" y="0"/>
                    <a:pt x="217" y="0"/>
                    <a:pt x="217" y="0"/>
                  </a:cubicBezTo>
                  <a:cubicBezTo>
                    <a:pt x="155" y="72"/>
                    <a:pt x="155" y="72"/>
                    <a:pt x="155" y="72"/>
                  </a:cubicBezTo>
                  <a:cubicBezTo>
                    <a:pt x="143" y="69"/>
                    <a:pt x="129" y="73"/>
                    <a:pt x="121" y="84"/>
                  </a:cubicBezTo>
                  <a:cubicBezTo>
                    <a:pt x="114" y="94"/>
                    <a:pt x="113" y="106"/>
                    <a:pt x="118" y="116"/>
                  </a:cubicBezTo>
                  <a:cubicBezTo>
                    <a:pt x="0" y="254"/>
                    <a:pt x="0" y="254"/>
                    <a:pt x="0" y="254"/>
                  </a:cubicBezTo>
                  <a:cubicBezTo>
                    <a:pt x="12" y="265"/>
                    <a:pt x="12" y="265"/>
                    <a:pt x="12" y="265"/>
                  </a:cubicBezTo>
                  <a:cubicBezTo>
                    <a:pt x="128" y="129"/>
                    <a:pt x="128" y="129"/>
                    <a:pt x="128" y="129"/>
                  </a:cubicBezTo>
                  <a:cubicBezTo>
                    <a:pt x="159" y="152"/>
                    <a:pt x="186" y="166"/>
                    <a:pt x="210" y="173"/>
                  </a:cubicBezTo>
                  <a:cubicBezTo>
                    <a:pt x="211" y="172"/>
                    <a:pt x="212" y="172"/>
                    <a:pt x="213" y="171"/>
                  </a:cubicBezTo>
                  <a:cubicBezTo>
                    <a:pt x="223" y="163"/>
                    <a:pt x="235" y="159"/>
                    <a:pt x="248" y="159"/>
                  </a:cubicBezTo>
                  <a:cubicBezTo>
                    <a:pt x="255" y="159"/>
                    <a:pt x="262" y="161"/>
                    <a:pt x="268" y="163"/>
                  </a:cubicBezTo>
                  <a:cubicBezTo>
                    <a:pt x="270" y="161"/>
                    <a:pt x="272" y="158"/>
                    <a:pt x="273" y="155"/>
                  </a:cubicBezTo>
                  <a:cubicBezTo>
                    <a:pt x="281" y="143"/>
                    <a:pt x="287" y="132"/>
                    <a:pt x="292" y="121"/>
                  </a:cubicBezTo>
                  <a:cubicBezTo>
                    <a:pt x="304" y="97"/>
                    <a:pt x="308" y="79"/>
                    <a:pt x="308" y="79"/>
                  </a:cubicBezTo>
                  <a:cubicBezTo>
                    <a:pt x="312" y="61"/>
                    <a:pt x="327" y="48"/>
                    <a:pt x="345" y="47"/>
                  </a:cubicBezTo>
                  <a:cubicBezTo>
                    <a:pt x="346" y="47"/>
                    <a:pt x="346" y="47"/>
                    <a:pt x="347" y="47"/>
                  </a:cubicBezTo>
                  <a:cubicBezTo>
                    <a:pt x="350" y="47"/>
                    <a:pt x="353" y="48"/>
                    <a:pt x="356" y="48"/>
                  </a:cubicBezTo>
                  <a:cubicBezTo>
                    <a:pt x="377" y="53"/>
                    <a:pt x="391" y="75"/>
                    <a:pt x="386" y="96"/>
                  </a:cubicBezTo>
                  <a:cubicBezTo>
                    <a:pt x="386" y="96"/>
                    <a:pt x="386" y="96"/>
                    <a:pt x="386" y="96"/>
                  </a:cubicBezTo>
                  <a:cubicBezTo>
                    <a:pt x="386" y="97"/>
                    <a:pt x="386" y="97"/>
                    <a:pt x="386" y="97"/>
                  </a:cubicBezTo>
                  <a:cubicBezTo>
                    <a:pt x="383" y="108"/>
                    <a:pt x="372" y="148"/>
                    <a:pt x="344" y="194"/>
                  </a:cubicBezTo>
                  <a:cubicBezTo>
                    <a:pt x="342" y="198"/>
                    <a:pt x="339" y="201"/>
                    <a:pt x="337" y="205"/>
                  </a:cubicBezTo>
                  <a:cubicBezTo>
                    <a:pt x="337" y="206"/>
                    <a:pt x="337" y="206"/>
                    <a:pt x="338" y="207"/>
                  </a:cubicBezTo>
                  <a:cubicBezTo>
                    <a:pt x="359" y="222"/>
                    <a:pt x="382" y="238"/>
                    <a:pt x="397" y="251"/>
                  </a:cubicBezTo>
                  <a:cubicBezTo>
                    <a:pt x="343" y="218"/>
                    <a:pt x="343" y="218"/>
                    <a:pt x="343" y="218"/>
                  </a:cubicBezTo>
                  <a:cubicBezTo>
                    <a:pt x="332" y="211"/>
                    <a:pt x="332" y="211"/>
                    <a:pt x="332" y="211"/>
                  </a:cubicBezTo>
                  <a:cubicBezTo>
                    <a:pt x="326" y="207"/>
                    <a:pt x="326" y="207"/>
                    <a:pt x="326" y="207"/>
                  </a:cubicBezTo>
                  <a:cubicBezTo>
                    <a:pt x="274" y="175"/>
                    <a:pt x="274" y="175"/>
                    <a:pt x="274" y="175"/>
                  </a:cubicBezTo>
                  <a:cubicBezTo>
                    <a:pt x="273" y="174"/>
                    <a:pt x="273" y="174"/>
                    <a:pt x="272" y="174"/>
                  </a:cubicBezTo>
                  <a:cubicBezTo>
                    <a:pt x="272" y="174"/>
                    <a:pt x="271" y="173"/>
                    <a:pt x="271" y="173"/>
                  </a:cubicBezTo>
                  <a:cubicBezTo>
                    <a:pt x="269" y="172"/>
                    <a:pt x="266" y="171"/>
                    <a:pt x="263" y="170"/>
                  </a:cubicBezTo>
                  <a:cubicBezTo>
                    <a:pt x="249" y="165"/>
                    <a:pt x="233" y="167"/>
                    <a:pt x="221" y="175"/>
                  </a:cubicBezTo>
                  <a:cubicBezTo>
                    <a:pt x="220" y="176"/>
                    <a:pt x="219" y="177"/>
                    <a:pt x="218" y="177"/>
                  </a:cubicBezTo>
                  <a:cubicBezTo>
                    <a:pt x="201" y="190"/>
                    <a:pt x="194" y="210"/>
                    <a:pt x="199" y="230"/>
                  </a:cubicBezTo>
                  <a:cubicBezTo>
                    <a:pt x="199" y="230"/>
                    <a:pt x="199" y="230"/>
                    <a:pt x="200" y="231"/>
                  </a:cubicBezTo>
                  <a:cubicBezTo>
                    <a:pt x="201" y="238"/>
                    <a:pt x="201" y="238"/>
                    <a:pt x="201" y="238"/>
                  </a:cubicBezTo>
                  <a:cubicBezTo>
                    <a:pt x="219" y="301"/>
                    <a:pt x="219" y="301"/>
                    <a:pt x="219" y="301"/>
                  </a:cubicBezTo>
                  <a:cubicBezTo>
                    <a:pt x="221" y="309"/>
                    <a:pt x="221" y="309"/>
                    <a:pt x="221" y="309"/>
                  </a:cubicBezTo>
                  <a:cubicBezTo>
                    <a:pt x="254" y="425"/>
                    <a:pt x="254" y="425"/>
                    <a:pt x="254" y="425"/>
                  </a:cubicBezTo>
                  <a:cubicBezTo>
                    <a:pt x="260" y="448"/>
                    <a:pt x="280" y="462"/>
                    <a:pt x="302" y="462"/>
                  </a:cubicBezTo>
                  <a:cubicBezTo>
                    <a:pt x="307" y="462"/>
                    <a:pt x="311" y="461"/>
                    <a:pt x="316" y="460"/>
                  </a:cubicBezTo>
                  <a:cubicBezTo>
                    <a:pt x="342" y="453"/>
                    <a:pt x="358" y="425"/>
                    <a:pt x="350" y="398"/>
                  </a:cubicBezTo>
                  <a:cubicBezTo>
                    <a:pt x="331" y="327"/>
                    <a:pt x="331" y="327"/>
                    <a:pt x="331" y="327"/>
                  </a:cubicBezTo>
                  <a:cubicBezTo>
                    <a:pt x="381" y="359"/>
                    <a:pt x="381" y="359"/>
                    <a:pt x="381" y="359"/>
                  </a:cubicBezTo>
                  <a:cubicBezTo>
                    <a:pt x="393" y="366"/>
                    <a:pt x="406" y="368"/>
                    <a:pt x="418" y="365"/>
                  </a:cubicBezTo>
                  <a:cubicBezTo>
                    <a:pt x="418" y="365"/>
                    <a:pt x="419" y="365"/>
                    <a:pt x="419" y="365"/>
                  </a:cubicBezTo>
                  <a:cubicBezTo>
                    <a:pt x="424" y="364"/>
                    <a:pt x="430" y="363"/>
                    <a:pt x="437" y="361"/>
                  </a:cubicBezTo>
                  <a:cubicBezTo>
                    <a:pt x="472" y="353"/>
                    <a:pt x="503" y="341"/>
                    <a:pt x="500" y="275"/>
                  </a:cubicBezTo>
                  <a:cubicBezTo>
                    <a:pt x="489" y="187"/>
                    <a:pt x="471" y="137"/>
                    <a:pt x="425" y="6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6" name="Freeform 80"/>
            <p:cNvSpPr>
              <a:spLocks/>
            </p:cNvSpPr>
            <p:nvPr/>
          </p:nvSpPr>
          <p:spPr bwMode="auto">
            <a:xfrm>
              <a:off x="2990851" y="5884863"/>
              <a:ext cx="236538" cy="52387"/>
            </a:xfrm>
            <a:custGeom>
              <a:avLst/>
              <a:gdLst>
                <a:gd name="T0" fmla="*/ 156 w 157"/>
                <a:gd name="T1" fmla="*/ 6 h 35"/>
                <a:gd name="T2" fmla="*/ 75 w 157"/>
                <a:gd name="T3" fmla="*/ 9 h 35"/>
                <a:gd name="T4" fmla="*/ 39 w 157"/>
                <a:gd name="T5" fmla="*/ 1 h 35"/>
                <a:gd name="T6" fmla="*/ 0 w 157"/>
                <a:gd name="T7" fmla="*/ 19 h 35"/>
                <a:gd name="T8" fmla="*/ 40 w 157"/>
                <a:gd name="T9" fmla="*/ 35 h 35"/>
                <a:gd name="T10" fmla="*/ 76 w 157"/>
                <a:gd name="T11" fmla="*/ 23 h 35"/>
                <a:gd name="T12" fmla="*/ 157 w 157"/>
                <a:gd name="T13" fmla="*/ 20 h 35"/>
                <a:gd name="T14" fmla="*/ 156 w 157"/>
                <a:gd name="T15" fmla="*/ 6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 h="35">
                  <a:moveTo>
                    <a:pt x="156" y="6"/>
                  </a:moveTo>
                  <a:cubicBezTo>
                    <a:pt x="75" y="9"/>
                    <a:pt x="75" y="9"/>
                    <a:pt x="75" y="9"/>
                  </a:cubicBezTo>
                  <a:cubicBezTo>
                    <a:pt x="69" y="4"/>
                    <a:pt x="55" y="0"/>
                    <a:pt x="39" y="1"/>
                  </a:cubicBezTo>
                  <a:cubicBezTo>
                    <a:pt x="17" y="1"/>
                    <a:pt x="0" y="10"/>
                    <a:pt x="0" y="19"/>
                  </a:cubicBezTo>
                  <a:cubicBezTo>
                    <a:pt x="1" y="28"/>
                    <a:pt x="18" y="35"/>
                    <a:pt x="40" y="35"/>
                  </a:cubicBezTo>
                  <a:cubicBezTo>
                    <a:pt x="56" y="34"/>
                    <a:pt x="70" y="29"/>
                    <a:pt x="76" y="23"/>
                  </a:cubicBezTo>
                  <a:cubicBezTo>
                    <a:pt x="157" y="20"/>
                    <a:pt x="157" y="20"/>
                    <a:pt x="157" y="20"/>
                  </a:cubicBezTo>
                  <a:cubicBezTo>
                    <a:pt x="156" y="15"/>
                    <a:pt x="156" y="11"/>
                    <a:pt x="156" y="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7" name="Freeform 81"/>
            <p:cNvSpPr>
              <a:spLocks/>
            </p:cNvSpPr>
            <p:nvPr/>
          </p:nvSpPr>
          <p:spPr bwMode="auto">
            <a:xfrm>
              <a:off x="3238501" y="5824538"/>
              <a:ext cx="131763" cy="122237"/>
            </a:xfrm>
            <a:custGeom>
              <a:avLst/>
              <a:gdLst>
                <a:gd name="T0" fmla="*/ 23 w 87"/>
                <a:gd name="T1" fmla="*/ 19 h 81"/>
                <a:gd name="T2" fmla="*/ 0 w 87"/>
                <a:gd name="T3" fmla="*/ 46 h 81"/>
                <a:gd name="T4" fmla="*/ 1 w 87"/>
                <a:gd name="T5" fmla="*/ 58 h 81"/>
                <a:gd name="T6" fmla="*/ 2 w 87"/>
                <a:gd name="T7" fmla="*/ 60 h 81"/>
                <a:gd name="T8" fmla="*/ 32 w 87"/>
                <a:gd name="T9" fmla="*/ 81 h 81"/>
                <a:gd name="T10" fmla="*/ 41 w 87"/>
                <a:gd name="T11" fmla="*/ 80 h 81"/>
                <a:gd name="T12" fmla="*/ 87 w 87"/>
                <a:gd name="T13" fmla="*/ 63 h 81"/>
                <a:gd name="T14" fmla="*/ 69 w 87"/>
                <a:gd name="T15" fmla="*/ 0 h 81"/>
                <a:gd name="T16" fmla="*/ 23 w 87"/>
                <a:gd name="T17" fmla="*/ 19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81">
                  <a:moveTo>
                    <a:pt x="23" y="19"/>
                  </a:moveTo>
                  <a:cubicBezTo>
                    <a:pt x="10" y="22"/>
                    <a:pt x="1" y="33"/>
                    <a:pt x="0" y="46"/>
                  </a:cubicBezTo>
                  <a:cubicBezTo>
                    <a:pt x="0" y="50"/>
                    <a:pt x="0" y="54"/>
                    <a:pt x="1" y="58"/>
                  </a:cubicBezTo>
                  <a:cubicBezTo>
                    <a:pt x="1" y="59"/>
                    <a:pt x="2" y="59"/>
                    <a:pt x="2" y="60"/>
                  </a:cubicBezTo>
                  <a:cubicBezTo>
                    <a:pt x="6" y="73"/>
                    <a:pt x="19" y="81"/>
                    <a:pt x="32" y="81"/>
                  </a:cubicBezTo>
                  <a:cubicBezTo>
                    <a:pt x="35" y="81"/>
                    <a:pt x="38" y="81"/>
                    <a:pt x="41" y="80"/>
                  </a:cubicBezTo>
                  <a:cubicBezTo>
                    <a:pt x="57" y="75"/>
                    <a:pt x="73" y="69"/>
                    <a:pt x="87" y="63"/>
                  </a:cubicBezTo>
                  <a:cubicBezTo>
                    <a:pt x="69" y="0"/>
                    <a:pt x="69" y="0"/>
                    <a:pt x="69" y="0"/>
                  </a:cubicBezTo>
                  <a:cubicBezTo>
                    <a:pt x="55" y="7"/>
                    <a:pt x="40" y="14"/>
                    <a:pt x="23" y="1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8" name="Freeform 82"/>
            <p:cNvSpPr>
              <a:spLocks/>
            </p:cNvSpPr>
            <p:nvPr/>
          </p:nvSpPr>
          <p:spPr bwMode="auto">
            <a:xfrm>
              <a:off x="3465513" y="5541963"/>
              <a:ext cx="160338" cy="220662"/>
            </a:xfrm>
            <a:custGeom>
              <a:avLst/>
              <a:gdLst>
                <a:gd name="T0" fmla="*/ 6 w 106"/>
                <a:gd name="T1" fmla="*/ 115 h 146"/>
                <a:gd name="T2" fmla="*/ 53 w 106"/>
                <a:gd name="T3" fmla="*/ 146 h 146"/>
                <a:gd name="T4" fmla="*/ 56 w 106"/>
                <a:gd name="T5" fmla="*/ 142 h 146"/>
                <a:gd name="T6" fmla="*/ 61 w 106"/>
                <a:gd name="T7" fmla="*/ 135 h 146"/>
                <a:gd name="T8" fmla="*/ 102 w 106"/>
                <a:gd name="T9" fmla="*/ 39 h 146"/>
                <a:gd name="T10" fmla="*/ 78 w 106"/>
                <a:gd name="T11" fmla="*/ 1 h 146"/>
                <a:gd name="T12" fmla="*/ 71 w 106"/>
                <a:gd name="T13" fmla="*/ 0 h 146"/>
                <a:gd name="T14" fmla="*/ 40 w 106"/>
                <a:gd name="T15" fmla="*/ 25 h 146"/>
                <a:gd name="T16" fmla="*/ 40 w 106"/>
                <a:gd name="T17" fmla="*/ 25 h 146"/>
                <a:gd name="T18" fmla="*/ 21 w 106"/>
                <a:gd name="T19" fmla="*/ 75 h 146"/>
                <a:gd name="T20" fmla="*/ 4 w 106"/>
                <a:gd name="T21" fmla="*/ 105 h 146"/>
                <a:gd name="T22" fmla="*/ 0 w 106"/>
                <a:gd name="T23" fmla="*/ 112 h 146"/>
                <a:gd name="T24" fmla="*/ 2 w 106"/>
                <a:gd name="T25" fmla="*/ 113 h 146"/>
                <a:gd name="T26" fmla="*/ 6 w 106"/>
                <a:gd name="T27" fmla="*/ 115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6" h="146">
                  <a:moveTo>
                    <a:pt x="6" y="115"/>
                  </a:moveTo>
                  <a:cubicBezTo>
                    <a:pt x="13" y="120"/>
                    <a:pt x="32" y="132"/>
                    <a:pt x="53" y="146"/>
                  </a:cubicBezTo>
                  <a:cubicBezTo>
                    <a:pt x="54" y="145"/>
                    <a:pt x="55" y="143"/>
                    <a:pt x="56" y="142"/>
                  </a:cubicBezTo>
                  <a:cubicBezTo>
                    <a:pt x="58" y="139"/>
                    <a:pt x="59" y="137"/>
                    <a:pt x="61" y="135"/>
                  </a:cubicBezTo>
                  <a:cubicBezTo>
                    <a:pt x="92" y="85"/>
                    <a:pt x="102" y="42"/>
                    <a:pt x="102" y="39"/>
                  </a:cubicBezTo>
                  <a:cubicBezTo>
                    <a:pt x="106" y="22"/>
                    <a:pt x="95" y="5"/>
                    <a:pt x="78" y="1"/>
                  </a:cubicBezTo>
                  <a:cubicBezTo>
                    <a:pt x="76" y="1"/>
                    <a:pt x="74" y="0"/>
                    <a:pt x="71" y="0"/>
                  </a:cubicBezTo>
                  <a:cubicBezTo>
                    <a:pt x="57" y="0"/>
                    <a:pt x="43" y="10"/>
                    <a:pt x="40" y="25"/>
                  </a:cubicBezTo>
                  <a:cubicBezTo>
                    <a:pt x="40" y="25"/>
                    <a:pt x="40" y="25"/>
                    <a:pt x="40" y="25"/>
                  </a:cubicBezTo>
                  <a:cubicBezTo>
                    <a:pt x="39" y="27"/>
                    <a:pt x="34" y="48"/>
                    <a:pt x="21" y="75"/>
                  </a:cubicBezTo>
                  <a:cubicBezTo>
                    <a:pt x="16" y="85"/>
                    <a:pt x="11" y="95"/>
                    <a:pt x="4" y="105"/>
                  </a:cubicBezTo>
                  <a:cubicBezTo>
                    <a:pt x="3" y="107"/>
                    <a:pt x="1" y="109"/>
                    <a:pt x="0" y="112"/>
                  </a:cubicBezTo>
                  <a:cubicBezTo>
                    <a:pt x="0" y="112"/>
                    <a:pt x="1" y="112"/>
                    <a:pt x="2" y="113"/>
                  </a:cubicBezTo>
                  <a:cubicBezTo>
                    <a:pt x="2" y="113"/>
                    <a:pt x="4" y="114"/>
                    <a:pt x="6" y="11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9" name="Freeform 83"/>
            <p:cNvSpPr>
              <a:spLocks/>
            </p:cNvSpPr>
            <p:nvPr/>
          </p:nvSpPr>
          <p:spPr bwMode="auto">
            <a:xfrm>
              <a:off x="2800351" y="5637213"/>
              <a:ext cx="180975" cy="193675"/>
            </a:xfrm>
            <a:custGeom>
              <a:avLst/>
              <a:gdLst>
                <a:gd name="T0" fmla="*/ 112 w 120"/>
                <a:gd name="T1" fmla="*/ 128 h 128"/>
                <a:gd name="T2" fmla="*/ 120 w 120"/>
                <a:gd name="T3" fmla="*/ 128 h 128"/>
                <a:gd name="T4" fmla="*/ 120 w 120"/>
                <a:gd name="T5" fmla="*/ 100 h 128"/>
                <a:gd name="T6" fmla="*/ 109 w 120"/>
                <a:gd name="T7" fmla="*/ 79 h 128"/>
                <a:gd name="T8" fmla="*/ 80 w 120"/>
                <a:gd name="T9" fmla="*/ 72 h 128"/>
                <a:gd name="T10" fmla="*/ 44 w 120"/>
                <a:gd name="T11" fmla="*/ 40 h 128"/>
                <a:gd name="T12" fmla="*/ 34 w 120"/>
                <a:gd name="T13" fmla="*/ 12 h 128"/>
                <a:gd name="T14" fmla="*/ 0 w 120"/>
                <a:gd name="T15" fmla="*/ 0 h 128"/>
                <a:gd name="T16" fmla="*/ 0 w 120"/>
                <a:gd name="T17" fmla="*/ 8 h 128"/>
                <a:gd name="T18" fmla="*/ 28 w 120"/>
                <a:gd name="T19" fmla="*/ 17 h 128"/>
                <a:gd name="T20" fmla="*/ 36 w 120"/>
                <a:gd name="T21" fmla="*/ 40 h 128"/>
                <a:gd name="T22" fmla="*/ 48 w 120"/>
                <a:gd name="T23" fmla="*/ 68 h 128"/>
                <a:gd name="T24" fmla="*/ 80 w 120"/>
                <a:gd name="T25" fmla="*/ 80 h 128"/>
                <a:gd name="T26" fmla="*/ 105 w 120"/>
                <a:gd name="T27" fmla="*/ 85 h 128"/>
                <a:gd name="T28" fmla="*/ 112 w 120"/>
                <a:gd name="T29" fmla="*/ 100 h 128"/>
                <a:gd name="T30" fmla="*/ 112 w 120"/>
                <a:gd name="T31"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128">
                  <a:moveTo>
                    <a:pt x="112" y="128"/>
                  </a:moveTo>
                  <a:cubicBezTo>
                    <a:pt x="120" y="128"/>
                    <a:pt x="120" y="128"/>
                    <a:pt x="120" y="128"/>
                  </a:cubicBezTo>
                  <a:cubicBezTo>
                    <a:pt x="120" y="128"/>
                    <a:pt x="120" y="116"/>
                    <a:pt x="120" y="100"/>
                  </a:cubicBezTo>
                  <a:cubicBezTo>
                    <a:pt x="120" y="91"/>
                    <a:pt x="116" y="83"/>
                    <a:pt x="109" y="79"/>
                  </a:cubicBezTo>
                  <a:cubicBezTo>
                    <a:pt x="102" y="74"/>
                    <a:pt x="92" y="72"/>
                    <a:pt x="80" y="72"/>
                  </a:cubicBezTo>
                  <a:cubicBezTo>
                    <a:pt x="58" y="72"/>
                    <a:pt x="44" y="58"/>
                    <a:pt x="44" y="40"/>
                  </a:cubicBezTo>
                  <a:cubicBezTo>
                    <a:pt x="44" y="29"/>
                    <a:pt x="41" y="19"/>
                    <a:pt x="34" y="12"/>
                  </a:cubicBezTo>
                  <a:cubicBezTo>
                    <a:pt x="27" y="4"/>
                    <a:pt x="16" y="0"/>
                    <a:pt x="0" y="0"/>
                  </a:cubicBezTo>
                  <a:cubicBezTo>
                    <a:pt x="0" y="8"/>
                    <a:pt x="0" y="8"/>
                    <a:pt x="0" y="8"/>
                  </a:cubicBezTo>
                  <a:cubicBezTo>
                    <a:pt x="14" y="8"/>
                    <a:pt x="23" y="12"/>
                    <a:pt x="28" y="17"/>
                  </a:cubicBezTo>
                  <a:cubicBezTo>
                    <a:pt x="34" y="23"/>
                    <a:pt x="36" y="31"/>
                    <a:pt x="36" y="40"/>
                  </a:cubicBezTo>
                  <a:cubicBezTo>
                    <a:pt x="36" y="51"/>
                    <a:pt x="40" y="61"/>
                    <a:pt x="48" y="68"/>
                  </a:cubicBezTo>
                  <a:cubicBezTo>
                    <a:pt x="56" y="76"/>
                    <a:pt x="67" y="80"/>
                    <a:pt x="80" y="80"/>
                  </a:cubicBezTo>
                  <a:cubicBezTo>
                    <a:pt x="92" y="80"/>
                    <a:pt x="100" y="82"/>
                    <a:pt x="105" y="85"/>
                  </a:cubicBezTo>
                  <a:cubicBezTo>
                    <a:pt x="110" y="89"/>
                    <a:pt x="112" y="93"/>
                    <a:pt x="112" y="100"/>
                  </a:cubicBezTo>
                  <a:cubicBezTo>
                    <a:pt x="112" y="116"/>
                    <a:pt x="112" y="128"/>
                    <a:pt x="112" y="12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0" name="Freeform 84"/>
            <p:cNvSpPr>
              <a:spLocks/>
            </p:cNvSpPr>
            <p:nvPr/>
          </p:nvSpPr>
          <p:spPr bwMode="auto">
            <a:xfrm>
              <a:off x="2927351" y="5637213"/>
              <a:ext cx="90488" cy="193675"/>
            </a:xfrm>
            <a:custGeom>
              <a:avLst/>
              <a:gdLst>
                <a:gd name="T0" fmla="*/ 60 w 60"/>
                <a:gd name="T1" fmla="*/ 128 h 128"/>
                <a:gd name="T2" fmla="*/ 60 w 60"/>
                <a:gd name="T3" fmla="*/ 76 h 128"/>
                <a:gd name="T4" fmla="*/ 58 w 60"/>
                <a:gd name="T5" fmla="*/ 63 h 128"/>
                <a:gd name="T6" fmla="*/ 46 w 60"/>
                <a:gd name="T7" fmla="*/ 53 h 128"/>
                <a:gd name="T8" fmla="*/ 24 w 60"/>
                <a:gd name="T9" fmla="*/ 52 h 128"/>
                <a:gd name="T10" fmla="*/ 22 w 60"/>
                <a:gd name="T11" fmla="*/ 52 h 128"/>
                <a:gd name="T12" fmla="*/ 30 w 60"/>
                <a:gd name="T13" fmla="*/ 45 h 128"/>
                <a:gd name="T14" fmla="*/ 40 w 60"/>
                <a:gd name="T15" fmla="*/ 24 h 128"/>
                <a:gd name="T16" fmla="*/ 22 w 60"/>
                <a:gd name="T17" fmla="*/ 3 h 128"/>
                <a:gd name="T18" fmla="*/ 0 w 60"/>
                <a:gd name="T19" fmla="*/ 0 h 128"/>
                <a:gd name="T20" fmla="*/ 0 w 60"/>
                <a:gd name="T21" fmla="*/ 8 h 128"/>
                <a:gd name="T22" fmla="*/ 20 w 60"/>
                <a:gd name="T23" fmla="*/ 10 h 128"/>
                <a:gd name="T24" fmla="*/ 32 w 60"/>
                <a:gd name="T25" fmla="*/ 24 h 128"/>
                <a:gd name="T26" fmla="*/ 23 w 60"/>
                <a:gd name="T27" fmla="*/ 40 h 128"/>
                <a:gd name="T28" fmla="*/ 16 w 60"/>
                <a:gd name="T29" fmla="*/ 47 h 128"/>
                <a:gd name="T30" fmla="*/ 12 w 60"/>
                <a:gd name="T31" fmla="*/ 54 h 128"/>
                <a:gd name="T32" fmla="*/ 14 w 60"/>
                <a:gd name="T33" fmla="*/ 58 h 128"/>
                <a:gd name="T34" fmla="*/ 24 w 60"/>
                <a:gd name="T35" fmla="*/ 60 h 128"/>
                <a:gd name="T36" fmla="*/ 47 w 60"/>
                <a:gd name="T37" fmla="*/ 62 h 128"/>
                <a:gd name="T38" fmla="*/ 51 w 60"/>
                <a:gd name="T39" fmla="*/ 66 h 128"/>
                <a:gd name="T40" fmla="*/ 52 w 60"/>
                <a:gd name="T41" fmla="*/ 76 h 128"/>
                <a:gd name="T42" fmla="*/ 52 w 60"/>
                <a:gd name="T43" fmla="*/ 128 h 128"/>
                <a:gd name="T44" fmla="*/ 60 w 60"/>
                <a:gd name="T45"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 h="128">
                  <a:moveTo>
                    <a:pt x="60" y="128"/>
                  </a:moveTo>
                  <a:cubicBezTo>
                    <a:pt x="60" y="128"/>
                    <a:pt x="60" y="96"/>
                    <a:pt x="60" y="76"/>
                  </a:cubicBezTo>
                  <a:cubicBezTo>
                    <a:pt x="60" y="71"/>
                    <a:pt x="60" y="67"/>
                    <a:pt x="58" y="63"/>
                  </a:cubicBezTo>
                  <a:cubicBezTo>
                    <a:pt x="56" y="57"/>
                    <a:pt x="51" y="54"/>
                    <a:pt x="46" y="53"/>
                  </a:cubicBezTo>
                  <a:cubicBezTo>
                    <a:pt x="40" y="52"/>
                    <a:pt x="33" y="52"/>
                    <a:pt x="24" y="52"/>
                  </a:cubicBezTo>
                  <a:cubicBezTo>
                    <a:pt x="23" y="52"/>
                    <a:pt x="23" y="52"/>
                    <a:pt x="22" y="52"/>
                  </a:cubicBezTo>
                  <a:cubicBezTo>
                    <a:pt x="24" y="50"/>
                    <a:pt x="27" y="47"/>
                    <a:pt x="30" y="45"/>
                  </a:cubicBezTo>
                  <a:cubicBezTo>
                    <a:pt x="35" y="40"/>
                    <a:pt x="40" y="33"/>
                    <a:pt x="40" y="24"/>
                  </a:cubicBezTo>
                  <a:cubicBezTo>
                    <a:pt x="40" y="12"/>
                    <a:pt x="31" y="5"/>
                    <a:pt x="22" y="3"/>
                  </a:cubicBezTo>
                  <a:cubicBezTo>
                    <a:pt x="13" y="0"/>
                    <a:pt x="4" y="0"/>
                    <a:pt x="0" y="0"/>
                  </a:cubicBezTo>
                  <a:cubicBezTo>
                    <a:pt x="0" y="8"/>
                    <a:pt x="0" y="8"/>
                    <a:pt x="0" y="8"/>
                  </a:cubicBezTo>
                  <a:cubicBezTo>
                    <a:pt x="4" y="8"/>
                    <a:pt x="13" y="8"/>
                    <a:pt x="20" y="10"/>
                  </a:cubicBezTo>
                  <a:cubicBezTo>
                    <a:pt x="27" y="13"/>
                    <a:pt x="32" y="16"/>
                    <a:pt x="32" y="24"/>
                  </a:cubicBezTo>
                  <a:cubicBezTo>
                    <a:pt x="32" y="30"/>
                    <a:pt x="28" y="35"/>
                    <a:pt x="23" y="40"/>
                  </a:cubicBezTo>
                  <a:cubicBezTo>
                    <a:pt x="21" y="42"/>
                    <a:pt x="18" y="45"/>
                    <a:pt x="16" y="47"/>
                  </a:cubicBezTo>
                  <a:cubicBezTo>
                    <a:pt x="14" y="49"/>
                    <a:pt x="12" y="50"/>
                    <a:pt x="12" y="54"/>
                  </a:cubicBezTo>
                  <a:cubicBezTo>
                    <a:pt x="12" y="55"/>
                    <a:pt x="13" y="57"/>
                    <a:pt x="14" y="58"/>
                  </a:cubicBezTo>
                  <a:cubicBezTo>
                    <a:pt x="17" y="60"/>
                    <a:pt x="19" y="60"/>
                    <a:pt x="24" y="60"/>
                  </a:cubicBezTo>
                  <a:cubicBezTo>
                    <a:pt x="36" y="60"/>
                    <a:pt x="44" y="60"/>
                    <a:pt x="47" y="62"/>
                  </a:cubicBezTo>
                  <a:cubicBezTo>
                    <a:pt x="49" y="63"/>
                    <a:pt x="50" y="64"/>
                    <a:pt x="51" y="66"/>
                  </a:cubicBezTo>
                  <a:cubicBezTo>
                    <a:pt x="51" y="68"/>
                    <a:pt x="52" y="71"/>
                    <a:pt x="52" y="76"/>
                  </a:cubicBezTo>
                  <a:cubicBezTo>
                    <a:pt x="52" y="96"/>
                    <a:pt x="52" y="128"/>
                    <a:pt x="52" y="128"/>
                  </a:cubicBezTo>
                  <a:lnTo>
                    <a:pt x="60" y="128"/>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1" name="Freeform 85"/>
            <p:cNvSpPr>
              <a:spLocks noEditPoints="1"/>
            </p:cNvSpPr>
            <p:nvPr/>
          </p:nvSpPr>
          <p:spPr bwMode="auto">
            <a:xfrm>
              <a:off x="2967038" y="5946775"/>
              <a:ext cx="166688" cy="203200"/>
            </a:xfrm>
            <a:custGeom>
              <a:avLst/>
              <a:gdLst>
                <a:gd name="T0" fmla="*/ 72 w 111"/>
                <a:gd name="T1" fmla="*/ 109 h 135"/>
                <a:gd name="T2" fmla="*/ 72 w 111"/>
                <a:gd name="T3" fmla="*/ 57 h 135"/>
                <a:gd name="T4" fmla="*/ 60 w 111"/>
                <a:gd name="T5" fmla="*/ 57 h 135"/>
                <a:gd name="T6" fmla="*/ 60 w 111"/>
                <a:gd name="T7" fmla="*/ 51 h 135"/>
                <a:gd name="T8" fmla="*/ 66 w 111"/>
                <a:gd name="T9" fmla="*/ 36 h 135"/>
                <a:gd name="T10" fmla="*/ 56 w 111"/>
                <a:gd name="T11" fmla="*/ 0 h 135"/>
                <a:gd name="T12" fmla="*/ 45 w 111"/>
                <a:gd name="T13" fmla="*/ 36 h 135"/>
                <a:gd name="T14" fmla="*/ 52 w 111"/>
                <a:gd name="T15" fmla="*/ 51 h 135"/>
                <a:gd name="T16" fmla="*/ 52 w 111"/>
                <a:gd name="T17" fmla="*/ 57 h 135"/>
                <a:gd name="T18" fmla="*/ 40 w 111"/>
                <a:gd name="T19" fmla="*/ 57 h 135"/>
                <a:gd name="T20" fmla="*/ 40 w 111"/>
                <a:gd name="T21" fmla="*/ 109 h 135"/>
                <a:gd name="T22" fmla="*/ 0 w 111"/>
                <a:gd name="T23" fmla="*/ 122 h 135"/>
                <a:gd name="T24" fmla="*/ 56 w 111"/>
                <a:gd name="T25" fmla="*/ 135 h 135"/>
                <a:gd name="T26" fmla="*/ 111 w 111"/>
                <a:gd name="T27" fmla="*/ 122 h 135"/>
                <a:gd name="T28" fmla="*/ 72 w 111"/>
                <a:gd name="T29" fmla="*/ 109 h 135"/>
                <a:gd name="T30" fmla="*/ 56 w 111"/>
                <a:gd name="T31" fmla="*/ 128 h 135"/>
                <a:gd name="T32" fmla="*/ 16 w 111"/>
                <a:gd name="T33" fmla="*/ 120 h 135"/>
                <a:gd name="T34" fmla="*/ 40 w 111"/>
                <a:gd name="T35" fmla="*/ 113 h 135"/>
                <a:gd name="T36" fmla="*/ 40 w 111"/>
                <a:gd name="T37" fmla="*/ 120 h 135"/>
                <a:gd name="T38" fmla="*/ 72 w 111"/>
                <a:gd name="T39" fmla="*/ 120 h 135"/>
                <a:gd name="T40" fmla="*/ 72 w 111"/>
                <a:gd name="T41" fmla="*/ 113 h 135"/>
                <a:gd name="T42" fmla="*/ 95 w 111"/>
                <a:gd name="T43" fmla="*/ 120 h 135"/>
                <a:gd name="T44" fmla="*/ 56 w 111"/>
                <a:gd name="T45" fmla="*/ 12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1" h="135">
                  <a:moveTo>
                    <a:pt x="72" y="109"/>
                  </a:moveTo>
                  <a:cubicBezTo>
                    <a:pt x="72" y="57"/>
                    <a:pt x="72" y="57"/>
                    <a:pt x="72" y="57"/>
                  </a:cubicBezTo>
                  <a:cubicBezTo>
                    <a:pt x="60" y="57"/>
                    <a:pt x="60" y="57"/>
                    <a:pt x="60" y="57"/>
                  </a:cubicBezTo>
                  <a:cubicBezTo>
                    <a:pt x="60" y="51"/>
                    <a:pt x="60" y="51"/>
                    <a:pt x="60" y="51"/>
                  </a:cubicBezTo>
                  <a:cubicBezTo>
                    <a:pt x="64" y="50"/>
                    <a:pt x="66" y="47"/>
                    <a:pt x="66" y="36"/>
                  </a:cubicBezTo>
                  <a:cubicBezTo>
                    <a:pt x="66" y="22"/>
                    <a:pt x="62" y="0"/>
                    <a:pt x="56" y="0"/>
                  </a:cubicBezTo>
                  <a:cubicBezTo>
                    <a:pt x="50" y="0"/>
                    <a:pt x="45" y="22"/>
                    <a:pt x="45" y="36"/>
                  </a:cubicBezTo>
                  <a:cubicBezTo>
                    <a:pt x="45" y="47"/>
                    <a:pt x="48" y="50"/>
                    <a:pt x="52" y="51"/>
                  </a:cubicBezTo>
                  <a:cubicBezTo>
                    <a:pt x="52" y="57"/>
                    <a:pt x="52" y="57"/>
                    <a:pt x="52" y="57"/>
                  </a:cubicBezTo>
                  <a:cubicBezTo>
                    <a:pt x="40" y="57"/>
                    <a:pt x="40" y="57"/>
                    <a:pt x="40" y="57"/>
                  </a:cubicBezTo>
                  <a:cubicBezTo>
                    <a:pt x="40" y="109"/>
                    <a:pt x="40" y="109"/>
                    <a:pt x="40" y="109"/>
                  </a:cubicBezTo>
                  <a:cubicBezTo>
                    <a:pt x="17" y="111"/>
                    <a:pt x="0" y="116"/>
                    <a:pt x="0" y="122"/>
                  </a:cubicBezTo>
                  <a:cubicBezTo>
                    <a:pt x="0" y="129"/>
                    <a:pt x="25" y="135"/>
                    <a:pt x="56" y="135"/>
                  </a:cubicBezTo>
                  <a:cubicBezTo>
                    <a:pt x="86" y="135"/>
                    <a:pt x="111" y="129"/>
                    <a:pt x="111" y="122"/>
                  </a:cubicBezTo>
                  <a:cubicBezTo>
                    <a:pt x="111" y="116"/>
                    <a:pt x="94" y="111"/>
                    <a:pt x="72" y="109"/>
                  </a:cubicBezTo>
                  <a:close/>
                  <a:moveTo>
                    <a:pt x="56" y="128"/>
                  </a:moveTo>
                  <a:cubicBezTo>
                    <a:pt x="34" y="128"/>
                    <a:pt x="16" y="124"/>
                    <a:pt x="16" y="120"/>
                  </a:cubicBezTo>
                  <a:cubicBezTo>
                    <a:pt x="16" y="117"/>
                    <a:pt x="26" y="114"/>
                    <a:pt x="40" y="113"/>
                  </a:cubicBezTo>
                  <a:cubicBezTo>
                    <a:pt x="40" y="120"/>
                    <a:pt x="40" y="120"/>
                    <a:pt x="40" y="120"/>
                  </a:cubicBezTo>
                  <a:cubicBezTo>
                    <a:pt x="72" y="120"/>
                    <a:pt x="72" y="120"/>
                    <a:pt x="72" y="120"/>
                  </a:cubicBezTo>
                  <a:cubicBezTo>
                    <a:pt x="72" y="113"/>
                    <a:pt x="72" y="113"/>
                    <a:pt x="72" y="113"/>
                  </a:cubicBezTo>
                  <a:cubicBezTo>
                    <a:pt x="85" y="114"/>
                    <a:pt x="95" y="117"/>
                    <a:pt x="95" y="120"/>
                  </a:cubicBezTo>
                  <a:cubicBezTo>
                    <a:pt x="95" y="124"/>
                    <a:pt x="77" y="128"/>
                    <a:pt x="56" y="12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92" name="组合 91"/>
          <p:cNvGrpSpPr/>
          <p:nvPr/>
        </p:nvGrpSpPr>
        <p:grpSpPr>
          <a:xfrm>
            <a:off x="3849688" y="2838450"/>
            <a:ext cx="1712913" cy="1681162"/>
            <a:chOff x="3849688" y="2838450"/>
            <a:chExt cx="1712913" cy="1681162"/>
          </a:xfrm>
        </p:grpSpPr>
        <p:sp>
          <p:nvSpPr>
            <p:cNvPr id="93" name="Freeform 86"/>
            <p:cNvSpPr>
              <a:spLocks/>
            </p:cNvSpPr>
            <p:nvPr/>
          </p:nvSpPr>
          <p:spPr bwMode="auto">
            <a:xfrm>
              <a:off x="4427538" y="3460750"/>
              <a:ext cx="1135063" cy="1058862"/>
            </a:xfrm>
            <a:custGeom>
              <a:avLst/>
              <a:gdLst>
                <a:gd name="T0" fmla="*/ 704 w 752"/>
                <a:gd name="T1" fmla="*/ 20 h 703"/>
                <a:gd name="T2" fmla="*/ 628 w 752"/>
                <a:gd name="T3" fmla="*/ 5 h 703"/>
                <a:gd name="T4" fmla="*/ 561 w 752"/>
                <a:gd name="T5" fmla="*/ 58 h 703"/>
                <a:gd name="T6" fmla="*/ 505 w 752"/>
                <a:gd name="T7" fmla="*/ 342 h 703"/>
                <a:gd name="T8" fmla="*/ 480 w 752"/>
                <a:gd name="T9" fmla="*/ 342 h 703"/>
                <a:gd name="T10" fmla="*/ 504 w 752"/>
                <a:gd name="T11" fmla="*/ 222 h 703"/>
                <a:gd name="T12" fmla="*/ 437 w 752"/>
                <a:gd name="T13" fmla="*/ 117 h 703"/>
                <a:gd name="T14" fmla="*/ 364 w 752"/>
                <a:gd name="T15" fmla="*/ 189 h 703"/>
                <a:gd name="T16" fmla="*/ 347 w 752"/>
                <a:gd name="T17" fmla="*/ 262 h 703"/>
                <a:gd name="T18" fmla="*/ 370 w 752"/>
                <a:gd name="T19" fmla="*/ 238 h 703"/>
                <a:gd name="T20" fmla="*/ 391 w 752"/>
                <a:gd name="T21" fmla="*/ 183 h 703"/>
                <a:gd name="T22" fmla="*/ 431 w 752"/>
                <a:gd name="T23" fmla="*/ 145 h 703"/>
                <a:gd name="T24" fmla="*/ 432 w 752"/>
                <a:gd name="T25" fmla="*/ 145 h 703"/>
                <a:gd name="T26" fmla="*/ 471 w 752"/>
                <a:gd name="T27" fmla="*/ 186 h 703"/>
                <a:gd name="T28" fmla="*/ 456 w 752"/>
                <a:gd name="T29" fmla="*/ 246 h 703"/>
                <a:gd name="T30" fmla="*/ 372 w 752"/>
                <a:gd name="T31" fmla="*/ 342 h 703"/>
                <a:gd name="T32" fmla="*/ 367 w 752"/>
                <a:gd name="T33" fmla="*/ 345 h 703"/>
                <a:gd name="T34" fmla="*/ 344 w 752"/>
                <a:gd name="T35" fmla="*/ 356 h 703"/>
                <a:gd name="T36" fmla="*/ 310 w 752"/>
                <a:gd name="T37" fmla="*/ 367 h 703"/>
                <a:gd name="T38" fmla="*/ 240 w 752"/>
                <a:gd name="T39" fmla="*/ 378 h 703"/>
                <a:gd name="T40" fmla="*/ 238 w 752"/>
                <a:gd name="T41" fmla="*/ 378 h 703"/>
                <a:gd name="T42" fmla="*/ 209 w 752"/>
                <a:gd name="T43" fmla="*/ 365 h 703"/>
                <a:gd name="T44" fmla="*/ 198 w 752"/>
                <a:gd name="T45" fmla="*/ 342 h 703"/>
                <a:gd name="T46" fmla="*/ 189 w 752"/>
                <a:gd name="T47" fmla="*/ 342 h 703"/>
                <a:gd name="T48" fmla="*/ 125 w 752"/>
                <a:gd name="T49" fmla="*/ 401 h 703"/>
                <a:gd name="T50" fmla="*/ 46 w 752"/>
                <a:gd name="T51" fmla="*/ 482 h 703"/>
                <a:gd name="T52" fmla="*/ 1 w 752"/>
                <a:gd name="T53" fmla="*/ 635 h 703"/>
                <a:gd name="T54" fmla="*/ 48 w 752"/>
                <a:gd name="T55" fmla="*/ 688 h 703"/>
                <a:gd name="T56" fmla="*/ 51 w 752"/>
                <a:gd name="T57" fmla="*/ 688 h 703"/>
                <a:gd name="T58" fmla="*/ 101 w 752"/>
                <a:gd name="T59" fmla="*/ 641 h 703"/>
                <a:gd name="T60" fmla="*/ 125 w 752"/>
                <a:gd name="T61" fmla="*/ 544 h 703"/>
                <a:gd name="T62" fmla="*/ 125 w 752"/>
                <a:gd name="T63" fmla="*/ 615 h 703"/>
                <a:gd name="T64" fmla="*/ 178 w 752"/>
                <a:gd name="T65" fmla="*/ 678 h 703"/>
                <a:gd name="T66" fmla="*/ 178 w 752"/>
                <a:gd name="T67" fmla="*/ 703 h 703"/>
                <a:gd name="T68" fmla="*/ 280 w 752"/>
                <a:gd name="T69" fmla="*/ 703 h 703"/>
                <a:gd name="T70" fmla="*/ 280 w 752"/>
                <a:gd name="T71" fmla="*/ 679 h 703"/>
                <a:gd name="T72" fmla="*/ 515 w 752"/>
                <a:gd name="T73" fmla="*/ 679 h 703"/>
                <a:gd name="T74" fmla="*/ 515 w 752"/>
                <a:gd name="T75" fmla="*/ 703 h 703"/>
                <a:gd name="T76" fmla="*/ 618 w 752"/>
                <a:gd name="T77" fmla="*/ 703 h 703"/>
                <a:gd name="T78" fmla="*/ 618 w 752"/>
                <a:gd name="T79" fmla="*/ 678 h 703"/>
                <a:gd name="T80" fmla="*/ 670 w 752"/>
                <a:gd name="T81" fmla="*/ 615 h 703"/>
                <a:gd name="T82" fmla="*/ 670 w 752"/>
                <a:gd name="T83" fmla="*/ 475 h 703"/>
                <a:gd name="T84" fmla="*/ 746 w 752"/>
                <a:gd name="T85" fmla="*/ 94 h 703"/>
                <a:gd name="T86" fmla="*/ 704 w 752"/>
                <a:gd name="T87" fmla="*/ 20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52" h="703">
                  <a:moveTo>
                    <a:pt x="704" y="20"/>
                  </a:moveTo>
                  <a:cubicBezTo>
                    <a:pt x="628" y="5"/>
                    <a:pt x="628" y="5"/>
                    <a:pt x="628" y="5"/>
                  </a:cubicBezTo>
                  <a:cubicBezTo>
                    <a:pt x="598" y="0"/>
                    <a:pt x="568" y="23"/>
                    <a:pt x="561" y="58"/>
                  </a:cubicBezTo>
                  <a:cubicBezTo>
                    <a:pt x="505" y="342"/>
                    <a:pt x="505" y="342"/>
                    <a:pt x="505" y="342"/>
                  </a:cubicBezTo>
                  <a:cubicBezTo>
                    <a:pt x="480" y="342"/>
                    <a:pt x="480" y="342"/>
                    <a:pt x="480" y="342"/>
                  </a:cubicBezTo>
                  <a:cubicBezTo>
                    <a:pt x="493" y="305"/>
                    <a:pt x="500" y="269"/>
                    <a:pt x="504" y="222"/>
                  </a:cubicBezTo>
                  <a:cubicBezTo>
                    <a:pt x="510" y="160"/>
                    <a:pt x="472" y="123"/>
                    <a:pt x="437" y="117"/>
                  </a:cubicBezTo>
                  <a:cubicBezTo>
                    <a:pt x="403" y="111"/>
                    <a:pt x="370" y="148"/>
                    <a:pt x="364" y="189"/>
                  </a:cubicBezTo>
                  <a:cubicBezTo>
                    <a:pt x="359" y="211"/>
                    <a:pt x="354" y="236"/>
                    <a:pt x="347" y="262"/>
                  </a:cubicBezTo>
                  <a:cubicBezTo>
                    <a:pt x="356" y="255"/>
                    <a:pt x="363" y="247"/>
                    <a:pt x="370" y="238"/>
                  </a:cubicBezTo>
                  <a:cubicBezTo>
                    <a:pt x="389" y="212"/>
                    <a:pt x="391" y="184"/>
                    <a:pt x="391" y="183"/>
                  </a:cubicBezTo>
                  <a:cubicBezTo>
                    <a:pt x="392" y="162"/>
                    <a:pt x="409" y="145"/>
                    <a:pt x="431" y="145"/>
                  </a:cubicBezTo>
                  <a:cubicBezTo>
                    <a:pt x="431" y="145"/>
                    <a:pt x="432" y="145"/>
                    <a:pt x="432" y="145"/>
                  </a:cubicBezTo>
                  <a:cubicBezTo>
                    <a:pt x="454" y="146"/>
                    <a:pt x="472" y="164"/>
                    <a:pt x="471" y="186"/>
                  </a:cubicBezTo>
                  <a:cubicBezTo>
                    <a:pt x="470" y="195"/>
                    <a:pt x="468" y="218"/>
                    <a:pt x="456" y="246"/>
                  </a:cubicBezTo>
                  <a:cubicBezTo>
                    <a:pt x="445" y="274"/>
                    <a:pt x="420" y="313"/>
                    <a:pt x="372" y="342"/>
                  </a:cubicBezTo>
                  <a:cubicBezTo>
                    <a:pt x="370" y="343"/>
                    <a:pt x="368" y="344"/>
                    <a:pt x="367" y="345"/>
                  </a:cubicBezTo>
                  <a:cubicBezTo>
                    <a:pt x="359" y="349"/>
                    <a:pt x="352" y="352"/>
                    <a:pt x="344" y="356"/>
                  </a:cubicBezTo>
                  <a:cubicBezTo>
                    <a:pt x="333" y="360"/>
                    <a:pt x="322" y="364"/>
                    <a:pt x="310" y="367"/>
                  </a:cubicBezTo>
                  <a:cubicBezTo>
                    <a:pt x="288" y="373"/>
                    <a:pt x="265" y="376"/>
                    <a:pt x="240" y="378"/>
                  </a:cubicBezTo>
                  <a:cubicBezTo>
                    <a:pt x="239" y="378"/>
                    <a:pt x="239" y="378"/>
                    <a:pt x="238" y="378"/>
                  </a:cubicBezTo>
                  <a:cubicBezTo>
                    <a:pt x="226" y="378"/>
                    <a:pt x="216" y="373"/>
                    <a:pt x="209" y="365"/>
                  </a:cubicBezTo>
                  <a:cubicBezTo>
                    <a:pt x="203" y="359"/>
                    <a:pt x="199" y="351"/>
                    <a:pt x="198" y="342"/>
                  </a:cubicBezTo>
                  <a:cubicBezTo>
                    <a:pt x="189" y="342"/>
                    <a:pt x="189" y="342"/>
                    <a:pt x="189" y="342"/>
                  </a:cubicBezTo>
                  <a:cubicBezTo>
                    <a:pt x="155" y="342"/>
                    <a:pt x="128" y="368"/>
                    <a:pt x="125" y="401"/>
                  </a:cubicBezTo>
                  <a:cubicBezTo>
                    <a:pt x="96" y="420"/>
                    <a:pt x="68" y="446"/>
                    <a:pt x="46" y="482"/>
                  </a:cubicBezTo>
                  <a:cubicBezTo>
                    <a:pt x="21" y="522"/>
                    <a:pt x="4" y="573"/>
                    <a:pt x="1" y="635"/>
                  </a:cubicBezTo>
                  <a:cubicBezTo>
                    <a:pt x="0" y="663"/>
                    <a:pt x="21" y="687"/>
                    <a:pt x="48" y="688"/>
                  </a:cubicBezTo>
                  <a:cubicBezTo>
                    <a:pt x="49" y="688"/>
                    <a:pt x="50" y="688"/>
                    <a:pt x="51" y="688"/>
                  </a:cubicBezTo>
                  <a:cubicBezTo>
                    <a:pt x="77" y="688"/>
                    <a:pt x="100" y="667"/>
                    <a:pt x="101" y="641"/>
                  </a:cubicBezTo>
                  <a:cubicBezTo>
                    <a:pt x="103" y="598"/>
                    <a:pt x="113" y="568"/>
                    <a:pt x="125" y="544"/>
                  </a:cubicBezTo>
                  <a:cubicBezTo>
                    <a:pt x="125" y="615"/>
                    <a:pt x="125" y="615"/>
                    <a:pt x="125" y="615"/>
                  </a:cubicBezTo>
                  <a:cubicBezTo>
                    <a:pt x="125" y="646"/>
                    <a:pt x="148" y="672"/>
                    <a:pt x="178" y="678"/>
                  </a:cubicBezTo>
                  <a:cubicBezTo>
                    <a:pt x="178" y="703"/>
                    <a:pt x="178" y="703"/>
                    <a:pt x="178" y="703"/>
                  </a:cubicBezTo>
                  <a:cubicBezTo>
                    <a:pt x="280" y="703"/>
                    <a:pt x="280" y="703"/>
                    <a:pt x="280" y="703"/>
                  </a:cubicBezTo>
                  <a:cubicBezTo>
                    <a:pt x="280" y="679"/>
                    <a:pt x="280" y="679"/>
                    <a:pt x="280" y="679"/>
                  </a:cubicBezTo>
                  <a:cubicBezTo>
                    <a:pt x="515" y="679"/>
                    <a:pt x="515" y="679"/>
                    <a:pt x="515" y="679"/>
                  </a:cubicBezTo>
                  <a:cubicBezTo>
                    <a:pt x="515" y="703"/>
                    <a:pt x="515" y="703"/>
                    <a:pt x="515" y="703"/>
                  </a:cubicBezTo>
                  <a:cubicBezTo>
                    <a:pt x="618" y="703"/>
                    <a:pt x="618" y="703"/>
                    <a:pt x="618" y="703"/>
                  </a:cubicBezTo>
                  <a:cubicBezTo>
                    <a:pt x="618" y="678"/>
                    <a:pt x="618" y="678"/>
                    <a:pt x="618" y="678"/>
                  </a:cubicBezTo>
                  <a:cubicBezTo>
                    <a:pt x="648" y="672"/>
                    <a:pt x="670" y="646"/>
                    <a:pt x="670" y="615"/>
                  </a:cubicBezTo>
                  <a:cubicBezTo>
                    <a:pt x="670" y="475"/>
                    <a:pt x="670" y="475"/>
                    <a:pt x="670" y="475"/>
                  </a:cubicBezTo>
                  <a:cubicBezTo>
                    <a:pt x="746" y="94"/>
                    <a:pt x="746" y="94"/>
                    <a:pt x="746" y="94"/>
                  </a:cubicBezTo>
                  <a:cubicBezTo>
                    <a:pt x="752" y="59"/>
                    <a:pt x="734" y="26"/>
                    <a:pt x="704" y="2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4" name="Freeform 87"/>
            <p:cNvSpPr>
              <a:spLocks/>
            </p:cNvSpPr>
            <p:nvPr/>
          </p:nvSpPr>
          <p:spPr bwMode="auto">
            <a:xfrm>
              <a:off x="4937126" y="3336925"/>
              <a:ext cx="271463" cy="271462"/>
            </a:xfrm>
            <a:custGeom>
              <a:avLst/>
              <a:gdLst>
                <a:gd name="T0" fmla="*/ 0 w 180"/>
                <a:gd name="T1" fmla="*/ 91 h 180"/>
                <a:gd name="T2" fmla="*/ 91 w 180"/>
                <a:gd name="T3" fmla="*/ 180 h 180"/>
                <a:gd name="T4" fmla="*/ 180 w 180"/>
                <a:gd name="T5" fmla="*/ 90 h 180"/>
                <a:gd name="T6" fmla="*/ 89 w 180"/>
                <a:gd name="T7" fmla="*/ 0 h 180"/>
                <a:gd name="T8" fmla="*/ 0 w 180"/>
                <a:gd name="T9" fmla="*/ 91 h 180"/>
              </a:gdLst>
              <a:ahLst/>
              <a:cxnLst>
                <a:cxn ang="0">
                  <a:pos x="T0" y="T1"/>
                </a:cxn>
                <a:cxn ang="0">
                  <a:pos x="T2" y="T3"/>
                </a:cxn>
                <a:cxn ang="0">
                  <a:pos x="T4" y="T5"/>
                </a:cxn>
                <a:cxn ang="0">
                  <a:pos x="T6" y="T7"/>
                </a:cxn>
                <a:cxn ang="0">
                  <a:pos x="T8" y="T9"/>
                </a:cxn>
              </a:cxnLst>
              <a:rect l="0" t="0" r="r" b="b"/>
              <a:pathLst>
                <a:path w="180" h="180">
                  <a:moveTo>
                    <a:pt x="0" y="91"/>
                  </a:moveTo>
                  <a:cubicBezTo>
                    <a:pt x="0" y="140"/>
                    <a:pt x="41" y="180"/>
                    <a:pt x="91" y="180"/>
                  </a:cubicBezTo>
                  <a:cubicBezTo>
                    <a:pt x="140" y="180"/>
                    <a:pt x="180" y="139"/>
                    <a:pt x="180" y="90"/>
                  </a:cubicBezTo>
                  <a:cubicBezTo>
                    <a:pt x="180" y="40"/>
                    <a:pt x="139" y="0"/>
                    <a:pt x="89" y="0"/>
                  </a:cubicBezTo>
                  <a:cubicBezTo>
                    <a:pt x="40" y="1"/>
                    <a:pt x="0" y="41"/>
                    <a:pt x="0" y="9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5" name="Freeform 88"/>
            <p:cNvSpPr>
              <a:spLocks/>
            </p:cNvSpPr>
            <p:nvPr/>
          </p:nvSpPr>
          <p:spPr bwMode="auto">
            <a:xfrm>
              <a:off x="4737101" y="3689350"/>
              <a:ext cx="388938" cy="328612"/>
            </a:xfrm>
            <a:custGeom>
              <a:avLst/>
              <a:gdLst>
                <a:gd name="T0" fmla="*/ 13 w 258"/>
                <a:gd name="T1" fmla="*/ 211 h 218"/>
                <a:gd name="T2" fmla="*/ 33 w 258"/>
                <a:gd name="T3" fmla="*/ 218 h 218"/>
                <a:gd name="T4" fmla="*/ 34 w 258"/>
                <a:gd name="T5" fmla="*/ 218 h 218"/>
                <a:gd name="T6" fmla="*/ 110 w 258"/>
                <a:gd name="T7" fmla="*/ 206 h 218"/>
                <a:gd name="T8" fmla="*/ 126 w 258"/>
                <a:gd name="T9" fmla="*/ 200 h 218"/>
                <a:gd name="T10" fmla="*/ 150 w 258"/>
                <a:gd name="T11" fmla="*/ 190 h 218"/>
                <a:gd name="T12" fmla="*/ 158 w 258"/>
                <a:gd name="T13" fmla="*/ 186 h 218"/>
                <a:gd name="T14" fmla="*/ 244 w 258"/>
                <a:gd name="T15" fmla="*/ 91 h 218"/>
                <a:gd name="T16" fmla="*/ 258 w 258"/>
                <a:gd name="T17" fmla="*/ 34 h 218"/>
                <a:gd name="T18" fmla="*/ 227 w 258"/>
                <a:gd name="T19" fmla="*/ 1 h 218"/>
                <a:gd name="T20" fmla="*/ 194 w 258"/>
                <a:gd name="T21" fmla="*/ 32 h 218"/>
                <a:gd name="T22" fmla="*/ 194 w 258"/>
                <a:gd name="T23" fmla="*/ 32 h 218"/>
                <a:gd name="T24" fmla="*/ 194 w 258"/>
                <a:gd name="T25" fmla="*/ 32 h 218"/>
                <a:gd name="T26" fmla="*/ 194 w 258"/>
                <a:gd name="T27" fmla="*/ 32 h 218"/>
                <a:gd name="T28" fmla="*/ 171 w 258"/>
                <a:gd name="T29" fmla="*/ 91 h 218"/>
                <a:gd name="T30" fmla="*/ 139 w 258"/>
                <a:gd name="T31" fmla="*/ 122 h 218"/>
                <a:gd name="T32" fmla="*/ 125 w 258"/>
                <a:gd name="T33" fmla="*/ 131 h 218"/>
                <a:gd name="T34" fmla="*/ 31 w 258"/>
                <a:gd name="T35" fmla="*/ 154 h 218"/>
                <a:gd name="T36" fmla="*/ 1 w 258"/>
                <a:gd name="T37" fmla="*/ 187 h 218"/>
                <a:gd name="T38" fmla="*/ 1 w 258"/>
                <a:gd name="T39" fmla="*/ 190 h 218"/>
                <a:gd name="T40" fmla="*/ 13 w 258"/>
                <a:gd name="T41" fmla="*/ 211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8" h="218">
                  <a:moveTo>
                    <a:pt x="13" y="211"/>
                  </a:moveTo>
                  <a:cubicBezTo>
                    <a:pt x="18" y="215"/>
                    <a:pt x="25" y="218"/>
                    <a:pt x="33" y="218"/>
                  </a:cubicBezTo>
                  <a:cubicBezTo>
                    <a:pt x="33" y="218"/>
                    <a:pt x="34" y="218"/>
                    <a:pt x="34" y="218"/>
                  </a:cubicBezTo>
                  <a:cubicBezTo>
                    <a:pt x="63" y="216"/>
                    <a:pt x="88" y="212"/>
                    <a:pt x="110" y="206"/>
                  </a:cubicBezTo>
                  <a:cubicBezTo>
                    <a:pt x="115" y="204"/>
                    <a:pt x="121" y="202"/>
                    <a:pt x="126" y="200"/>
                  </a:cubicBezTo>
                  <a:cubicBezTo>
                    <a:pt x="134" y="197"/>
                    <a:pt x="143" y="194"/>
                    <a:pt x="150" y="190"/>
                  </a:cubicBezTo>
                  <a:cubicBezTo>
                    <a:pt x="153" y="188"/>
                    <a:pt x="155" y="187"/>
                    <a:pt x="158" y="186"/>
                  </a:cubicBezTo>
                  <a:cubicBezTo>
                    <a:pt x="205" y="160"/>
                    <a:pt x="231" y="122"/>
                    <a:pt x="244" y="91"/>
                  </a:cubicBezTo>
                  <a:cubicBezTo>
                    <a:pt x="257" y="60"/>
                    <a:pt x="258" y="37"/>
                    <a:pt x="258" y="34"/>
                  </a:cubicBezTo>
                  <a:cubicBezTo>
                    <a:pt x="258" y="16"/>
                    <a:pt x="245" y="2"/>
                    <a:pt x="227" y="1"/>
                  </a:cubicBezTo>
                  <a:cubicBezTo>
                    <a:pt x="209" y="0"/>
                    <a:pt x="195" y="14"/>
                    <a:pt x="194" y="32"/>
                  </a:cubicBezTo>
                  <a:cubicBezTo>
                    <a:pt x="194" y="32"/>
                    <a:pt x="194" y="32"/>
                    <a:pt x="194" y="32"/>
                  </a:cubicBezTo>
                  <a:cubicBezTo>
                    <a:pt x="194" y="32"/>
                    <a:pt x="194" y="32"/>
                    <a:pt x="194" y="32"/>
                  </a:cubicBezTo>
                  <a:cubicBezTo>
                    <a:pt x="194" y="32"/>
                    <a:pt x="194" y="32"/>
                    <a:pt x="194" y="32"/>
                  </a:cubicBezTo>
                  <a:cubicBezTo>
                    <a:pt x="194" y="35"/>
                    <a:pt x="191" y="64"/>
                    <a:pt x="171" y="91"/>
                  </a:cubicBezTo>
                  <a:cubicBezTo>
                    <a:pt x="164" y="102"/>
                    <a:pt x="153" y="113"/>
                    <a:pt x="139" y="122"/>
                  </a:cubicBezTo>
                  <a:cubicBezTo>
                    <a:pt x="135" y="125"/>
                    <a:pt x="130" y="128"/>
                    <a:pt x="125" y="131"/>
                  </a:cubicBezTo>
                  <a:cubicBezTo>
                    <a:pt x="103" y="142"/>
                    <a:pt x="73" y="152"/>
                    <a:pt x="31" y="154"/>
                  </a:cubicBezTo>
                  <a:cubicBezTo>
                    <a:pt x="14" y="155"/>
                    <a:pt x="0" y="170"/>
                    <a:pt x="1" y="187"/>
                  </a:cubicBezTo>
                  <a:cubicBezTo>
                    <a:pt x="1" y="188"/>
                    <a:pt x="1" y="189"/>
                    <a:pt x="1" y="190"/>
                  </a:cubicBezTo>
                  <a:cubicBezTo>
                    <a:pt x="2" y="198"/>
                    <a:pt x="6" y="205"/>
                    <a:pt x="13" y="21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6" name="Freeform 89"/>
            <p:cNvSpPr>
              <a:spLocks/>
            </p:cNvSpPr>
            <p:nvPr/>
          </p:nvSpPr>
          <p:spPr bwMode="auto">
            <a:xfrm>
              <a:off x="3989388" y="3113088"/>
              <a:ext cx="296863" cy="298450"/>
            </a:xfrm>
            <a:custGeom>
              <a:avLst/>
              <a:gdLst>
                <a:gd name="T0" fmla="*/ 11 w 197"/>
                <a:gd name="T1" fmla="*/ 79 h 198"/>
                <a:gd name="T2" fmla="*/ 79 w 197"/>
                <a:gd name="T3" fmla="*/ 187 h 198"/>
                <a:gd name="T4" fmla="*/ 186 w 197"/>
                <a:gd name="T5" fmla="*/ 119 h 198"/>
                <a:gd name="T6" fmla="*/ 119 w 197"/>
                <a:gd name="T7" fmla="*/ 11 h 198"/>
                <a:gd name="T8" fmla="*/ 11 w 197"/>
                <a:gd name="T9" fmla="*/ 79 h 198"/>
              </a:gdLst>
              <a:ahLst/>
              <a:cxnLst>
                <a:cxn ang="0">
                  <a:pos x="T0" y="T1"/>
                </a:cxn>
                <a:cxn ang="0">
                  <a:pos x="T2" y="T3"/>
                </a:cxn>
                <a:cxn ang="0">
                  <a:pos x="T4" y="T5"/>
                </a:cxn>
                <a:cxn ang="0">
                  <a:pos x="T6" y="T7"/>
                </a:cxn>
                <a:cxn ang="0">
                  <a:pos x="T8" y="T9"/>
                </a:cxn>
              </a:cxnLst>
              <a:rect l="0" t="0" r="r" b="b"/>
              <a:pathLst>
                <a:path w="197" h="198">
                  <a:moveTo>
                    <a:pt x="11" y="79"/>
                  </a:moveTo>
                  <a:cubicBezTo>
                    <a:pt x="0" y="127"/>
                    <a:pt x="30" y="176"/>
                    <a:pt x="79" y="187"/>
                  </a:cubicBezTo>
                  <a:cubicBezTo>
                    <a:pt x="127" y="198"/>
                    <a:pt x="175" y="167"/>
                    <a:pt x="186" y="119"/>
                  </a:cubicBezTo>
                  <a:cubicBezTo>
                    <a:pt x="197" y="71"/>
                    <a:pt x="167" y="22"/>
                    <a:pt x="119" y="11"/>
                  </a:cubicBezTo>
                  <a:cubicBezTo>
                    <a:pt x="70" y="0"/>
                    <a:pt x="22" y="31"/>
                    <a:pt x="11" y="7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7" name="Freeform 90"/>
            <p:cNvSpPr>
              <a:spLocks/>
            </p:cNvSpPr>
            <p:nvPr/>
          </p:nvSpPr>
          <p:spPr bwMode="auto">
            <a:xfrm>
              <a:off x="3849688" y="3403600"/>
              <a:ext cx="277813" cy="1116012"/>
            </a:xfrm>
            <a:custGeom>
              <a:avLst/>
              <a:gdLst>
                <a:gd name="T0" fmla="*/ 107 w 185"/>
                <a:gd name="T1" fmla="*/ 184 h 741"/>
                <a:gd name="T2" fmla="*/ 71 w 185"/>
                <a:gd name="T3" fmla="*/ 84 h 741"/>
                <a:gd name="T4" fmla="*/ 71 w 185"/>
                <a:gd name="T5" fmla="*/ 83 h 741"/>
                <a:gd name="T6" fmla="*/ 109 w 185"/>
                <a:gd name="T7" fmla="*/ 41 h 741"/>
                <a:gd name="T8" fmla="*/ 111 w 185"/>
                <a:gd name="T9" fmla="*/ 41 h 741"/>
                <a:gd name="T10" fmla="*/ 151 w 185"/>
                <a:gd name="T11" fmla="*/ 78 h 741"/>
                <a:gd name="T12" fmla="*/ 151 w 185"/>
                <a:gd name="T13" fmla="*/ 80 h 741"/>
                <a:gd name="T14" fmla="*/ 152 w 185"/>
                <a:gd name="T15" fmla="*/ 88 h 741"/>
                <a:gd name="T16" fmla="*/ 161 w 185"/>
                <a:gd name="T17" fmla="*/ 117 h 741"/>
                <a:gd name="T18" fmla="*/ 169 w 185"/>
                <a:gd name="T19" fmla="*/ 131 h 741"/>
                <a:gd name="T20" fmla="*/ 174 w 185"/>
                <a:gd name="T21" fmla="*/ 104 h 741"/>
                <a:gd name="T22" fmla="*/ 136 w 185"/>
                <a:gd name="T23" fmla="*/ 9 h 741"/>
                <a:gd name="T24" fmla="*/ 32 w 185"/>
                <a:gd name="T25" fmla="*/ 78 h 741"/>
                <a:gd name="T26" fmla="*/ 11 w 185"/>
                <a:gd name="T27" fmla="*/ 300 h 741"/>
                <a:gd name="T28" fmla="*/ 68 w 185"/>
                <a:gd name="T29" fmla="*/ 367 h 741"/>
                <a:gd name="T30" fmla="*/ 79 w 185"/>
                <a:gd name="T31" fmla="*/ 451 h 741"/>
                <a:gd name="T32" fmla="*/ 34 w 185"/>
                <a:gd name="T33" fmla="*/ 674 h 741"/>
                <a:gd name="T34" fmla="*/ 65 w 185"/>
                <a:gd name="T35" fmla="*/ 738 h 741"/>
                <a:gd name="T36" fmla="*/ 82 w 185"/>
                <a:gd name="T37" fmla="*/ 741 h 741"/>
                <a:gd name="T38" fmla="*/ 129 w 185"/>
                <a:gd name="T39" fmla="*/ 708 h 741"/>
                <a:gd name="T40" fmla="*/ 129 w 185"/>
                <a:gd name="T41" fmla="*/ 708 h 741"/>
                <a:gd name="T42" fmla="*/ 179 w 185"/>
                <a:gd name="T43" fmla="*/ 451 h 741"/>
                <a:gd name="T44" fmla="*/ 154 w 185"/>
                <a:gd name="T45" fmla="*/ 312 h 741"/>
                <a:gd name="T46" fmla="*/ 154 w 185"/>
                <a:gd name="T47" fmla="*/ 310 h 741"/>
                <a:gd name="T48" fmla="*/ 153 w 185"/>
                <a:gd name="T49" fmla="*/ 234 h 741"/>
                <a:gd name="T50" fmla="*/ 107 w 185"/>
                <a:gd name="T51" fmla="*/ 184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5" h="741">
                  <a:moveTo>
                    <a:pt x="107" y="184"/>
                  </a:moveTo>
                  <a:cubicBezTo>
                    <a:pt x="79" y="141"/>
                    <a:pt x="73" y="100"/>
                    <a:pt x="71" y="84"/>
                  </a:cubicBezTo>
                  <a:cubicBezTo>
                    <a:pt x="71" y="83"/>
                    <a:pt x="71" y="83"/>
                    <a:pt x="71" y="83"/>
                  </a:cubicBezTo>
                  <a:cubicBezTo>
                    <a:pt x="70" y="61"/>
                    <a:pt x="87" y="42"/>
                    <a:pt x="109" y="41"/>
                  </a:cubicBezTo>
                  <a:cubicBezTo>
                    <a:pt x="109" y="41"/>
                    <a:pt x="110" y="41"/>
                    <a:pt x="111" y="41"/>
                  </a:cubicBezTo>
                  <a:cubicBezTo>
                    <a:pt x="132" y="41"/>
                    <a:pt x="150" y="57"/>
                    <a:pt x="151" y="78"/>
                  </a:cubicBezTo>
                  <a:cubicBezTo>
                    <a:pt x="151" y="78"/>
                    <a:pt x="151" y="79"/>
                    <a:pt x="151" y="80"/>
                  </a:cubicBezTo>
                  <a:cubicBezTo>
                    <a:pt x="151" y="81"/>
                    <a:pt x="152" y="84"/>
                    <a:pt x="152" y="88"/>
                  </a:cubicBezTo>
                  <a:cubicBezTo>
                    <a:pt x="154" y="94"/>
                    <a:pt x="156" y="105"/>
                    <a:pt x="161" y="117"/>
                  </a:cubicBezTo>
                  <a:cubicBezTo>
                    <a:pt x="164" y="122"/>
                    <a:pt x="166" y="126"/>
                    <a:pt x="169" y="131"/>
                  </a:cubicBezTo>
                  <a:cubicBezTo>
                    <a:pt x="170" y="122"/>
                    <a:pt x="172" y="113"/>
                    <a:pt x="174" y="104"/>
                  </a:cubicBezTo>
                  <a:cubicBezTo>
                    <a:pt x="185" y="65"/>
                    <a:pt x="170" y="17"/>
                    <a:pt x="136" y="9"/>
                  </a:cubicBezTo>
                  <a:cubicBezTo>
                    <a:pt x="102" y="0"/>
                    <a:pt x="52" y="19"/>
                    <a:pt x="32" y="78"/>
                  </a:cubicBezTo>
                  <a:cubicBezTo>
                    <a:pt x="5" y="159"/>
                    <a:pt x="0" y="211"/>
                    <a:pt x="11" y="300"/>
                  </a:cubicBezTo>
                  <a:cubicBezTo>
                    <a:pt x="19" y="343"/>
                    <a:pt x="42" y="360"/>
                    <a:pt x="68" y="367"/>
                  </a:cubicBezTo>
                  <a:cubicBezTo>
                    <a:pt x="73" y="383"/>
                    <a:pt x="79" y="411"/>
                    <a:pt x="79" y="451"/>
                  </a:cubicBezTo>
                  <a:cubicBezTo>
                    <a:pt x="79" y="503"/>
                    <a:pt x="69" y="576"/>
                    <a:pt x="34" y="674"/>
                  </a:cubicBezTo>
                  <a:cubicBezTo>
                    <a:pt x="25" y="701"/>
                    <a:pt x="39" y="729"/>
                    <a:pt x="65" y="738"/>
                  </a:cubicBezTo>
                  <a:cubicBezTo>
                    <a:pt x="71" y="740"/>
                    <a:pt x="76" y="741"/>
                    <a:pt x="82" y="741"/>
                  </a:cubicBezTo>
                  <a:cubicBezTo>
                    <a:pt x="102" y="741"/>
                    <a:pt x="122" y="728"/>
                    <a:pt x="129" y="708"/>
                  </a:cubicBezTo>
                  <a:cubicBezTo>
                    <a:pt x="129" y="708"/>
                    <a:pt x="129" y="708"/>
                    <a:pt x="129" y="708"/>
                  </a:cubicBezTo>
                  <a:cubicBezTo>
                    <a:pt x="167" y="600"/>
                    <a:pt x="179" y="515"/>
                    <a:pt x="179" y="451"/>
                  </a:cubicBezTo>
                  <a:cubicBezTo>
                    <a:pt x="179" y="382"/>
                    <a:pt x="165" y="337"/>
                    <a:pt x="154" y="312"/>
                  </a:cubicBezTo>
                  <a:cubicBezTo>
                    <a:pt x="154" y="311"/>
                    <a:pt x="154" y="310"/>
                    <a:pt x="154" y="310"/>
                  </a:cubicBezTo>
                  <a:cubicBezTo>
                    <a:pt x="150" y="285"/>
                    <a:pt x="151" y="260"/>
                    <a:pt x="153" y="234"/>
                  </a:cubicBezTo>
                  <a:cubicBezTo>
                    <a:pt x="135" y="220"/>
                    <a:pt x="120" y="203"/>
                    <a:pt x="107" y="18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8" name="Freeform 91"/>
            <p:cNvSpPr>
              <a:spLocks/>
            </p:cNvSpPr>
            <p:nvPr/>
          </p:nvSpPr>
          <p:spPr bwMode="auto">
            <a:xfrm>
              <a:off x="3967163" y="3475038"/>
              <a:ext cx="412750" cy="352425"/>
            </a:xfrm>
            <a:custGeom>
              <a:avLst/>
              <a:gdLst>
                <a:gd name="T0" fmla="*/ 67 w 274"/>
                <a:gd name="T1" fmla="*/ 41 h 233"/>
                <a:gd name="T2" fmla="*/ 65 w 274"/>
                <a:gd name="T3" fmla="*/ 33 h 233"/>
                <a:gd name="T4" fmla="*/ 65 w 274"/>
                <a:gd name="T5" fmla="*/ 31 h 233"/>
                <a:gd name="T6" fmla="*/ 65 w 274"/>
                <a:gd name="T7" fmla="*/ 31 h 233"/>
                <a:gd name="T8" fmla="*/ 31 w 274"/>
                <a:gd name="T9" fmla="*/ 1 h 233"/>
                <a:gd name="T10" fmla="*/ 1 w 274"/>
                <a:gd name="T11" fmla="*/ 35 h 233"/>
                <a:gd name="T12" fmla="*/ 36 w 274"/>
                <a:gd name="T13" fmla="*/ 132 h 233"/>
                <a:gd name="T14" fmla="*/ 76 w 274"/>
                <a:gd name="T15" fmla="*/ 177 h 233"/>
                <a:gd name="T16" fmla="*/ 109 w 274"/>
                <a:gd name="T17" fmla="*/ 200 h 233"/>
                <a:gd name="T18" fmla="*/ 240 w 274"/>
                <a:gd name="T19" fmla="*/ 233 h 233"/>
                <a:gd name="T20" fmla="*/ 241 w 274"/>
                <a:gd name="T21" fmla="*/ 233 h 233"/>
                <a:gd name="T22" fmla="*/ 273 w 274"/>
                <a:gd name="T23" fmla="*/ 202 h 233"/>
                <a:gd name="T24" fmla="*/ 242 w 274"/>
                <a:gd name="T25" fmla="*/ 169 h 233"/>
                <a:gd name="T26" fmla="*/ 141 w 274"/>
                <a:gd name="T27" fmla="*/ 144 h 233"/>
                <a:gd name="T28" fmla="*/ 88 w 274"/>
                <a:gd name="T29" fmla="*/ 95 h 233"/>
                <a:gd name="T30" fmla="*/ 76 w 274"/>
                <a:gd name="T31" fmla="*/ 72 h 233"/>
                <a:gd name="T32" fmla="*/ 67 w 274"/>
                <a:gd name="T33" fmla="*/ 41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4" h="233">
                  <a:moveTo>
                    <a:pt x="67" y="41"/>
                  </a:moveTo>
                  <a:cubicBezTo>
                    <a:pt x="66" y="38"/>
                    <a:pt x="65" y="35"/>
                    <a:pt x="65" y="33"/>
                  </a:cubicBezTo>
                  <a:cubicBezTo>
                    <a:pt x="65" y="32"/>
                    <a:pt x="65" y="31"/>
                    <a:pt x="65" y="31"/>
                  </a:cubicBezTo>
                  <a:cubicBezTo>
                    <a:pt x="65" y="31"/>
                    <a:pt x="65" y="31"/>
                    <a:pt x="65" y="31"/>
                  </a:cubicBezTo>
                  <a:cubicBezTo>
                    <a:pt x="64" y="13"/>
                    <a:pt x="49" y="0"/>
                    <a:pt x="31" y="1"/>
                  </a:cubicBezTo>
                  <a:cubicBezTo>
                    <a:pt x="13" y="2"/>
                    <a:pt x="0" y="17"/>
                    <a:pt x="1" y="35"/>
                  </a:cubicBezTo>
                  <a:cubicBezTo>
                    <a:pt x="1" y="38"/>
                    <a:pt x="4" y="83"/>
                    <a:pt x="36" y="132"/>
                  </a:cubicBezTo>
                  <a:cubicBezTo>
                    <a:pt x="46" y="147"/>
                    <a:pt x="59" y="163"/>
                    <a:pt x="76" y="177"/>
                  </a:cubicBezTo>
                  <a:cubicBezTo>
                    <a:pt x="86" y="185"/>
                    <a:pt x="97" y="193"/>
                    <a:pt x="109" y="200"/>
                  </a:cubicBezTo>
                  <a:cubicBezTo>
                    <a:pt x="143" y="219"/>
                    <a:pt x="186" y="231"/>
                    <a:pt x="240" y="233"/>
                  </a:cubicBezTo>
                  <a:cubicBezTo>
                    <a:pt x="240" y="233"/>
                    <a:pt x="241" y="233"/>
                    <a:pt x="241" y="233"/>
                  </a:cubicBezTo>
                  <a:cubicBezTo>
                    <a:pt x="258" y="233"/>
                    <a:pt x="272" y="219"/>
                    <a:pt x="273" y="202"/>
                  </a:cubicBezTo>
                  <a:cubicBezTo>
                    <a:pt x="274" y="184"/>
                    <a:pt x="260" y="169"/>
                    <a:pt x="242" y="169"/>
                  </a:cubicBezTo>
                  <a:cubicBezTo>
                    <a:pt x="197" y="167"/>
                    <a:pt x="164" y="157"/>
                    <a:pt x="141" y="144"/>
                  </a:cubicBezTo>
                  <a:cubicBezTo>
                    <a:pt x="116" y="130"/>
                    <a:pt x="100" y="113"/>
                    <a:pt x="88" y="95"/>
                  </a:cubicBezTo>
                  <a:cubicBezTo>
                    <a:pt x="83" y="87"/>
                    <a:pt x="79" y="79"/>
                    <a:pt x="76" y="72"/>
                  </a:cubicBezTo>
                  <a:cubicBezTo>
                    <a:pt x="71" y="60"/>
                    <a:pt x="68" y="49"/>
                    <a:pt x="67" y="4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9" name="Freeform 92"/>
            <p:cNvSpPr>
              <a:spLocks/>
            </p:cNvSpPr>
            <p:nvPr/>
          </p:nvSpPr>
          <p:spPr bwMode="auto">
            <a:xfrm>
              <a:off x="4579938" y="2992438"/>
              <a:ext cx="58738" cy="55562"/>
            </a:xfrm>
            <a:custGeom>
              <a:avLst/>
              <a:gdLst>
                <a:gd name="T0" fmla="*/ 14 w 39"/>
                <a:gd name="T1" fmla="*/ 8 h 36"/>
                <a:gd name="T2" fmla="*/ 39 w 39"/>
                <a:gd name="T3" fmla="*/ 36 h 36"/>
                <a:gd name="T4" fmla="*/ 28 w 39"/>
                <a:gd name="T5" fmla="*/ 0 h 36"/>
                <a:gd name="T6" fmla="*/ 14 w 39"/>
                <a:gd name="T7" fmla="*/ 8 h 36"/>
              </a:gdLst>
              <a:ahLst/>
              <a:cxnLst>
                <a:cxn ang="0">
                  <a:pos x="T0" y="T1"/>
                </a:cxn>
                <a:cxn ang="0">
                  <a:pos x="T2" y="T3"/>
                </a:cxn>
                <a:cxn ang="0">
                  <a:pos x="T4" y="T5"/>
                </a:cxn>
                <a:cxn ang="0">
                  <a:pos x="T6" y="T7"/>
                </a:cxn>
              </a:cxnLst>
              <a:rect l="0" t="0" r="r" b="b"/>
              <a:pathLst>
                <a:path w="39" h="36">
                  <a:moveTo>
                    <a:pt x="14" y="8"/>
                  </a:moveTo>
                  <a:cubicBezTo>
                    <a:pt x="0" y="22"/>
                    <a:pt x="19" y="30"/>
                    <a:pt x="39" y="36"/>
                  </a:cubicBezTo>
                  <a:cubicBezTo>
                    <a:pt x="36" y="23"/>
                    <a:pt x="33" y="11"/>
                    <a:pt x="28" y="0"/>
                  </a:cubicBezTo>
                  <a:cubicBezTo>
                    <a:pt x="22" y="2"/>
                    <a:pt x="17" y="5"/>
                    <a:pt x="14" y="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0" name="Freeform 93"/>
            <p:cNvSpPr>
              <a:spLocks noEditPoints="1"/>
            </p:cNvSpPr>
            <p:nvPr/>
          </p:nvSpPr>
          <p:spPr bwMode="auto">
            <a:xfrm>
              <a:off x="4368801" y="2838450"/>
              <a:ext cx="568325" cy="522287"/>
            </a:xfrm>
            <a:custGeom>
              <a:avLst/>
              <a:gdLst>
                <a:gd name="T0" fmla="*/ 376 w 376"/>
                <a:gd name="T1" fmla="*/ 146 h 347"/>
                <a:gd name="T2" fmla="*/ 188 w 376"/>
                <a:gd name="T3" fmla="*/ 0 h 347"/>
                <a:gd name="T4" fmla="*/ 0 w 376"/>
                <a:gd name="T5" fmla="*/ 146 h 347"/>
                <a:gd name="T6" fmla="*/ 46 w 376"/>
                <a:gd name="T7" fmla="*/ 242 h 347"/>
                <a:gd name="T8" fmla="*/ 34 w 376"/>
                <a:gd name="T9" fmla="*/ 338 h 347"/>
                <a:gd name="T10" fmla="*/ 188 w 376"/>
                <a:gd name="T11" fmla="*/ 292 h 347"/>
                <a:gd name="T12" fmla="*/ 376 w 376"/>
                <a:gd name="T13" fmla="*/ 146 h 347"/>
                <a:gd name="T14" fmla="*/ 186 w 376"/>
                <a:gd name="T15" fmla="*/ 196 h 347"/>
                <a:gd name="T16" fmla="*/ 135 w 376"/>
                <a:gd name="T17" fmla="*/ 185 h 347"/>
                <a:gd name="T18" fmla="*/ 144 w 376"/>
                <a:gd name="T19" fmla="*/ 176 h 347"/>
                <a:gd name="T20" fmla="*/ 185 w 376"/>
                <a:gd name="T21" fmla="*/ 183 h 347"/>
                <a:gd name="T22" fmla="*/ 182 w 376"/>
                <a:gd name="T23" fmla="*/ 152 h 347"/>
                <a:gd name="T24" fmla="*/ 130 w 376"/>
                <a:gd name="T25" fmla="*/ 120 h 347"/>
                <a:gd name="T26" fmla="*/ 162 w 376"/>
                <a:gd name="T27" fmla="*/ 87 h 347"/>
                <a:gd name="T28" fmla="*/ 149 w 376"/>
                <a:gd name="T29" fmla="*/ 64 h 347"/>
                <a:gd name="T30" fmla="*/ 167 w 376"/>
                <a:gd name="T31" fmla="*/ 59 h 347"/>
                <a:gd name="T32" fmla="*/ 180 w 376"/>
                <a:gd name="T33" fmla="*/ 83 h 347"/>
                <a:gd name="T34" fmla="*/ 233 w 376"/>
                <a:gd name="T35" fmla="*/ 100 h 347"/>
                <a:gd name="T36" fmla="*/ 215 w 376"/>
                <a:gd name="T37" fmla="*/ 100 h 347"/>
                <a:gd name="T38" fmla="*/ 187 w 376"/>
                <a:gd name="T39" fmla="*/ 96 h 347"/>
                <a:gd name="T40" fmla="*/ 202 w 376"/>
                <a:gd name="T41" fmla="*/ 143 h 347"/>
                <a:gd name="T42" fmla="*/ 213 w 376"/>
                <a:gd name="T43" fmla="*/ 144 h 347"/>
                <a:gd name="T44" fmla="*/ 240 w 376"/>
                <a:gd name="T45" fmla="*/ 180 h 347"/>
                <a:gd name="T46" fmla="*/ 206 w 376"/>
                <a:gd name="T47" fmla="*/ 194 h 347"/>
                <a:gd name="T48" fmla="*/ 207 w 376"/>
                <a:gd name="T49" fmla="*/ 228 h 347"/>
                <a:gd name="T50" fmla="*/ 187 w 376"/>
                <a:gd name="T51" fmla="*/ 226 h 347"/>
                <a:gd name="T52" fmla="*/ 186 w 376"/>
                <a:gd name="T53" fmla="*/ 196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76" h="347">
                  <a:moveTo>
                    <a:pt x="376" y="146"/>
                  </a:moveTo>
                  <a:cubicBezTo>
                    <a:pt x="376" y="66"/>
                    <a:pt x="292" y="0"/>
                    <a:pt x="188" y="0"/>
                  </a:cubicBezTo>
                  <a:cubicBezTo>
                    <a:pt x="84" y="0"/>
                    <a:pt x="0" y="66"/>
                    <a:pt x="0" y="146"/>
                  </a:cubicBezTo>
                  <a:cubicBezTo>
                    <a:pt x="0" y="183"/>
                    <a:pt x="17" y="217"/>
                    <a:pt x="46" y="242"/>
                  </a:cubicBezTo>
                  <a:cubicBezTo>
                    <a:pt x="63" y="257"/>
                    <a:pt x="74" y="304"/>
                    <a:pt x="34" y="338"/>
                  </a:cubicBezTo>
                  <a:cubicBezTo>
                    <a:pt x="58" y="347"/>
                    <a:pt x="159" y="292"/>
                    <a:pt x="188" y="292"/>
                  </a:cubicBezTo>
                  <a:cubicBezTo>
                    <a:pt x="292" y="292"/>
                    <a:pt x="376" y="227"/>
                    <a:pt x="376" y="146"/>
                  </a:cubicBezTo>
                  <a:close/>
                  <a:moveTo>
                    <a:pt x="186" y="196"/>
                  </a:moveTo>
                  <a:cubicBezTo>
                    <a:pt x="168" y="196"/>
                    <a:pt x="150" y="192"/>
                    <a:pt x="135" y="185"/>
                  </a:cubicBezTo>
                  <a:cubicBezTo>
                    <a:pt x="123" y="179"/>
                    <a:pt x="135" y="172"/>
                    <a:pt x="144" y="176"/>
                  </a:cubicBezTo>
                  <a:cubicBezTo>
                    <a:pt x="155" y="181"/>
                    <a:pt x="170" y="184"/>
                    <a:pt x="185" y="183"/>
                  </a:cubicBezTo>
                  <a:cubicBezTo>
                    <a:pt x="185" y="173"/>
                    <a:pt x="183" y="162"/>
                    <a:pt x="182" y="152"/>
                  </a:cubicBezTo>
                  <a:cubicBezTo>
                    <a:pt x="159" y="147"/>
                    <a:pt x="136" y="139"/>
                    <a:pt x="130" y="120"/>
                  </a:cubicBezTo>
                  <a:cubicBezTo>
                    <a:pt x="126" y="105"/>
                    <a:pt x="141" y="93"/>
                    <a:pt x="162" y="87"/>
                  </a:cubicBezTo>
                  <a:cubicBezTo>
                    <a:pt x="158" y="79"/>
                    <a:pt x="154" y="72"/>
                    <a:pt x="149" y="64"/>
                  </a:cubicBezTo>
                  <a:cubicBezTo>
                    <a:pt x="143" y="55"/>
                    <a:pt x="163" y="52"/>
                    <a:pt x="167" y="59"/>
                  </a:cubicBezTo>
                  <a:cubicBezTo>
                    <a:pt x="172" y="67"/>
                    <a:pt x="176" y="75"/>
                    <a:pt x="180" y="83"/>
                  </a:cubicBezTo>
                  <a:cubicBezTo>
                    <a:pt x="203" y="80"/>
                    <a:pt x="227" y="85"/>
                    <a:pt x="233" y="100"/>
                  </a:cubicBezTo>
                  <a:cubicBezTo>
                    <a:pt x="237" y="109"/>
                    <a:pt x="217" y="106"/>
                    <a:pt x="215" y="100"/>
                  </a:cubicBezTo>
                  <a:cubicBezTo>
                    <a:pt x="212" y="92"/>
                    <a:pt x="199" y="93"/>
                    <a:pt x="187" y="96"/>
                  </a:cubicBezTo>
                  <a:cubicBezTo>
                    <a:pt x="193" y="111"/>
                    <a:pt x="199" y="127"/>
                    <a:pt x="202" y="143"/>
                  </a:cubicBezTo>
                  <a:cubicBezTo>
                    <a:pt x="206" y="144"/>
                    <a:pt x="210" y="144"/>
                    <a:pt x="213" y="144"/>
                  </a:cubicBezTo>
                  <a:cubicBezTo>
                    <a:pt x="235" y="147"/>
                    <a:pt x="271" y="158"/>
                    <a:pt x="240" y="180"/>
                  </a:cubicBezTo>
                  <a:cubicBezTo>
                    <a:pt x="230" y="188"/>
                    <a:pt x="219" y="192"/>
                    <a:pt x="206" y="194"/>
                  </a:cubicBezTo>
                  <a:cubicBezTo>
                    <a:pt x="207" y="205"/>
                    <a:pt x="207" y="217"/>
                    <a:pt x="207" y="228"/>
                  </a:cubicBezTo>
                  <a:cubicBezTo>
                    <a:pt x="207" y="236"/>
                    <a:pt x="187" y="235"/>
                    <a:pt x="187" y="226"/>
                  </a:cubicBezTo>
                  <a:cubicBezTo>
                    <a:pt x="187" y="216"/>
                    <a:pt x="187" y="206"/>
                    <a:pt x="186" y="19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1" name="Freeform 94"/>
            <p:cNvSpPr>
              <a:spLocks/>
            </p:cNvSpPr>
            <p:nvPr/>
          </p:nvSpPr>
          <p:spPr bwMode="auto">
            <a:xfrm>
              <a:off x="4675188" y="3071813"/>
              <a:ext cx="52388" cy="36512"/>
            </a:xfrm>
            <a:custGeom>
              <a:avLst/>
              <a:gdLst>
                <a:gd name="T0" fmla="*/ 30 w 35"/>
                <a:gd name="T1" fmla="*/ 4 h 25"/>
                <a:gd name="T2" fmla="*/ 8 w 35"/>
                <a:gd name="T3" fmla="*/ 1 h 25"/>
                <a:gd name="T4" fmla="*/ 0 w 35"/>
                <a:gd name="T5" fmla="*/ 0 h 25"/>
                <a:gd name="T6" fmla="*/ 3 w 35"/>
                <a:gd name="T7" fmla="*/ 25 h 25"/>
                <a:gd name="T8" fmla="*/ 14 w 35"/>
                <a:gd name="T9" fmla="*/ 20 h 25"/>
                <a:gd name="T10" fmla="*/ 30 w 35"/>
                <a:gd name="T11" fmla="*/ 4 h 25"/>
              </a:gdLst>
              <a:ahLst/>
              <a:cxnLst>
                <a:cxn ang="0">
                  <a:pos x="T0" y="T1"/>
                </a:cxn>
                <a:cxn ang="0">
                  <a:pos x="T2" y="T3"/>
                </a:cxn>
                <a:cxn ang="0">
                  <a:pos x="T4" y="T5"/>
                </a:cxn>
                <a:cxn ang="0">
                  <a:pos x="T6" y="T7"/>
                </a:cxn>
                <a:cxn ang="0">
                  <a:pos x="T8" y="T9"/>
                </a:cxn>
                <a:cxn ang="0">
                  <a:pos x="T10" y="T11"/>
                </a:cxn>
              </a:cxnLst>
              <a:rect l="0" t="0" r="r" b="b"/>
              <a:pathLst>
                <a:path w="35" h="25">
                  <a:moveTo>
                    <a:pt x="30" y="4"/>
                  </a:moveTo>
                  <a:cubicBezTo>
                    <a:pt x="23" y="2"/>
                    <a:pt x="15" y="2"/>
                    <a:pt x="8" y="1"/>
                  </a:cubicBezTo>
                  <a:cubicBezTo>
                    <a:pt x="6" y="1"/>
                    <a:pt x="3" y="1"/>
                    <a:pt x="0" y="0"/>
                  </a:cubicBezTo>
                  <a:cubicBezTo>
                    <a:pt x="1" y="8"/>
                    <a:pt x="2" y="17"/>
                    <a:pt x="3" y="25"/>
                  </a:cubicBezTo>
                  <a:cubicBezTo>
                    <a:pt x="7" y="24"/>
                    <a:pt x="11" y="22"/>
                    <a:pt x="14" y="20"/>
                  </a:cubicBezTo>
                  <a:cubicBezTo>
                    <a:pt x="16" y="19"/>
                    <a:pt x="35" y="6"/>
                    <a:pt x="30" y="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02" name="组合 101"/>
          <p:cNvGrpSpPr/>
          <p:nvPr/>
        </p:nvGrpSpPr>
        <p:grpSpPr>
          <a:xfrm>
            <a:off x="1579563" y="4995863"/>
            <a:ext cx="1174750" cy="1160462"/>
            <a:chOff x="1579563" y="4995863"/>
            <a:chExt cx="1174750" cy="1160462"/>
          </a:xfrm>
        </p:grpSpPr>
        <p:sp>
          <p:nvSpPr>
            <p:cNvPr id="103" name="Freeform 95"/>
            <p:cNvSpPr>
              <a:spLocks/>
            </p:cNvSpPr>
            <p:nvPr/>
          </p:nvSpPr>
          <p:spPr bwMode="auto">
            <a:xfrm>
              <a:off x="2449513" y="4995863"/>
              <a:ext cx="304800" cy="304800"/>
            </a:xfrm>
            <a:custGeom>
              <a:avLst/>
              <a:gdLst>
                <a:gd name="T0" fmla="*/ 44 w 202"/>
                <a:gd name="T1" fmla="*/ 31 h 202"/>
                <a:gd name="T2" fmla="*/ 32 w 202"/>
                <a:gd name="T3" fmla="*/ 158 h 202"/>
                <a:gd name="T4" fmla="*/ 158 w 202"/>
                <a:gd name="T5" fmla="*/ 170 h 202"/>
                <a:gd name="T6" fmla="*/ 171 w 202"/>
                <a:gd name="T7" fmla="*/ 44 h 202"/>
                <a:gd name="T8" fmla="*/ 44 w 202"/>
                <a:gd name="T9" fmla="*/ 31 h 202"/>
              </a:gdLst>
              <a:ahLst/>
              <a:cxnLst>
                <a:cxn ang="0">
                  <a:pos x="T0" y="T1"/>
                </a:cxn>
                <a:cxn ang="0">
                  <a:pos x="T2" y="T3"/>
                </a:cxn>
                <a:cxn ang="0">
                  <a:pos x="T4" y="T5"/>
                </a:cxn>
                <a:cxn ang="0">
                  <a:pos x="T6" y="T7"/>
                </a:cxn>
                <a:cxn ang="0">
                  <a:pos x="T8" y="T9"/>
                </a:cxn>
              </a:cxnLst>
              <a:rect l="0" t="0" r="r" b="b"/>
              <a:pathLst>
                <a:path w="202" h="202">
                  <a:moveTo>
                    <a:pt x="44" y="31"/>
                  </a:moveTo>
                  <a:cubicBezTo>
                    <a:pt x="6" y="63"/>
                    <a:pt x="0" y="119"/>
                    <a:pt x="32" y="158"/>
                  </a:cubicBezTo>
                  <a:cubicBezTo>
                    <a:pt x="63" y="196"/>
                    <a:pt x="120" y="202"/>
                    <a:pt x="158" y="170"/>
                  </a:cubicBezTo>
                  <a:cubicBezTo>
                    <a:pt x="197" y="139"/>
                    <a:pt x="202" y="82"/>
                    <a:pt x="171" y="44"/>
                  </a:cubicBezTo>
                  <a:cubicBezTo>
                    <a:pt x="139" y="5"/>
                    <a:pt x="83" y="0"/>
                    <a:pt x="44" y="3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4" name="Freeform 96"/>
            <p:cNvSpPr>
              <a:spLocks/>
            </p:cNvSpPr>
            <p:nvPr/>
          </p:nvSpPr>
          <p:spPr bwMode="auto">
            <a:xfrm>
              <a:off x="1979613" y="5151438"/>
              <a:ext cx="495300" cy="1004887"/>
            </a:xfrm>
            <a:custGeom>
              <a:avLst/>
              <a:gdLst>
                <a:gd name="T0" fmla="*/ 183 w 329"/>
                <a:gd name="T1" fmla="*/ 34 h 666"/>
                <a:gd name="T2" fmla="*/ 29 w 329"/>
                <a:gd name="T3" fmla="*/ 196 h 666"/>
                <a:gd name="T4" fmla="*/ 60 w 329"/>
                <a:gd name="T5" fmla="*/ 309 h 666"/>
                <a:gd name="T6" fmla="*/ 76 w 329"/>
                <a:gd name="T7" fmla="*/ 320 h 666"/>
                <a:gd name="T8" fmla="*/ 96 w 329"/>
                <a:gd name="T9" fmla="*/ 413 h 666"/>
                <a:gd name="T10" fmla="*/ 48 w 329"/>
                <a:gd name="T11" fmla="*/ 594 h 666"/>
                <a:gd name="T12" fmla="*/ 71 w 329"/>
                <a:gd name="T13" fmla="*/ 661 h 666"/>
                <a:gd name="T14" fmla="*/ 93 w 329"/>
                <a:gd name="T15" fmla="*/ 666 h 666"/>
                <a:gd name="T16" fmla="*/ 138 w 329"/>
                <a:gd name="T17" fmla="*/ 638 h 666"/>
                <a:gd name="T18" fmla="*/ 196 w 329"/>
                <a:gd name="T19" fmla="*/ 413 h 666"/>
                <a:gd name="T20" fmla="*/ 195 w 329"/>
                <a:gd name="T21" fmla="*/ 388 h 666"/>
                <a:gd name="T22" fmla="*/ 191 w 329"/>
                <a:gd name="T23" fmla="*/ 388 h 666"/>
                <a:gd name="T24" fmla="*/ 153 w 329"/>
                <a:gd name="T25" fmla="*/ 359 h 666"/>
                <a:gd name="T26" fmla="*/ 138 w 329"/>
                <a:gd name="T27" fmla="*/ 289 h 666"/>
                <a:gd name="T28" fmla="*/ 135 w 329"/>
                <a:gd name="T29" fmla="*/ 240 h 666"/>
                <a:gd name="T30" fmla="*/ 135 w 329"/>
                <a:gd name="T31" fmla="*/ 233 h 666"/>
                <a:gd name="T32" fmla="*/ 178 w 329"/>
                <a:gd name="T33" fmla="*/ 90 h 666"/>
                <a:gd name="T34" fmla="*/ 226 w 329"/>
                <a:gd name="T35" fmla="*/ 42 h 666"/>
                <a:gd name="T36" fmla="*/ 247 w 329"/>
                <a:gd name="T37" fmla="*/ 36 h 666"/>
                <a:gd name="T38" fmla="*/ 281 w 329"/>
                <a:gd name="T39" fmla="*/ 56 h 666"/>
                <a:gd name="T40" fmla="*/ 268 w 329"/>
                <a:gd name="T41" fmla="*/ 110 h 666"/>
                <a:gd name="T42" fmla="*/ 267 w 329"/>
                <a:gd name="T43" fmla="*/ 111 h 666"/>
                <a:gd name="T44" fmla="*/ 262 w 329"/>
                <a:gd name="T45" fmla="*/ 115 h 666"/>
                <a:gd name="T46" fmla="*/ 244 w 329"/>
                <a:gd name="T47" fmla="*/ 136 h 666"/>
                <a:gd name="T48" fmla="*/ 219 w 329"/>
                <a:gd name="T49" fmla="*/ 194 h 666"/>
                <a:gd name="T50" fmla="*/ 278 w 329"/>
                <a:gd name="T51" fmla="*/ 142 h 666"/>
                <a:gd name="T52" fmla="*/ 307 w 329"/>
                <a:gd name="T53" fmla="*/ 43 h 666"/>
                <a:gd name="T54" fmla="*/ 183 w 329"/>
                <a:gd name="T55" fmla="*/ 34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29" h="666">
                  <a:moveTo>
                    <a:pt x="183" y="34"/>
                  </a:moveTo>
                  <a:cubicBezTo>
                    <a:pt x="112" y="81"/>
                    <a:pt x="75" y="119"/>
                    <a:pt x="29" y="196"/>
                  </a:cubicBezTo>
                  <a:cubicBezTo>
                    <a:pt x="0" y="255"/>
                    <a:pt x="31" y="287"/>
                    <a:pt x="60" y="309"/>
                  </a:cubicBezTo>
                  <a:cubicBezTo>
                    <a:pt x="66" y="313"/>
                    <a:pt x="71" y="317"/>
                    <a:pt x="76" y="320"/>
                  </a:cubicBezTo>
                  <a:cubicBezTo>
                    <a:pt x="85" y="337"/>
                    <a:pt x="96" y="368"/>
                    <a:pt x="96" y="413"/>
                  </a:cubicBezTo>
                  <a:cubicBezTo>
                    <a:pt x="96" y="458"/>
                    <a:pt x="85" y="518"/>
                    <a:pt x="48" y="594"/>
                  </a:cubicBezTo>
                  <a:cubicBezTo>
                    <a:pt x="36" y="619"/>
                    <a:pt x="47" y="649"/>
                    <a:pt x="71" y="661"/>
                  </a:cubicBezTo>
                  <a:cubicBezTo>
                    <a:pt x="78" y="664"/>
                    <a:pt x="86" y="666"/>
                    <a:pt x="93" y="666"/>
                  </a:cubicBezTo>
                  <a:cubicBezTo>
                    <a:pt x="112" y="666"/>
                    <a:pt x="130" y="656"/>
                    <a:pt x="138" y="638"/>
                  </a:cubicBezTo>
                  <a:cubicBezTo>
                    <a:pt x="181" y="550"/>
                    <a:pt x="196" y="474"/>
                    <a:pt x="196" y="413"/>
                  </a:cubicBezTo>
                  <a:cubicBezTo>
                    <a:pt x="196" y="405"/>
                    <a:pt x="196" y="396"/>
                    <a:pt x="195" y="388"/>
                  </a:cubicBezTo>
                  <a:cubicBezTo>
                    <a:pt x="194" y="388"/>
                    <a:pt x="192" y="388"/>
                    <a:pt x="191" y="388"/>
                  </a:cubicBezTo>
                  <a:cubicBezTo>
                    <a:pt x="173" y="388"/>
                    <a:pt x="157" y="376"/>
                    <a:pt x="153" y="359"/>
                  </a:cubicBezTo>
                  <a:cubicBezTo>
                    <a:pt x="146" y="335"/>
                    <a:pt x="141" y="312"/>
                    <a:pt x="138" y="289"/>
                  </a:cubicBezTo>
                  <a:cubicBezTo>
                    <a:pt x="136" y="272"/>
                    <a:pt x="135" y="256"/>
                    <a:pt x="135" y="240"/>
                  </a:cubicBezTo>
                  <a:cubicBezTo>
                    <a:pt x="135" y="238"/>
                    <a:pt x="135" y="235"/>
                    <a:pt x="135" y="233"/>
                  </a:cubicBezTo>
                  <a:cubicBezTo>
                    <a:pt x="136" y="164"/>
                    <a:pt x="159" y="117"/>
                    <a:pt x="178" y="90"/>
                  </a:cubicBezTo>
                  <a:cubicBezTo>
                    <a:pt x="200" y="59"/>
                    <a:pt x="222" y="44"/>
                    <a:pt x="226" y="42"/>
                  </a:cubicBezTo>
                  <a:cubicBezTo>
                    <a:pt x="233" y="38"/>
                    <a:pt x="240" y="36"/>
                    <a:pt x="247" y="36"/>
                  </a:cubicBezTo>
                  <a:cubicBezTo>
                    <a:pt x="261" y="36"/>
                    <a:pt x="274" y="43"/>
                    <a:pt x="281" y="56"/>
                  </a:cubicBezTo>
                  <a:cubicBezTo>
                    <a:pt x="292" y="74"/>
                    <a:pt x="286" y="99"/>
                    <a:pt x="268" y="110"/>
                  </a:cubicBezTo>
                  <a:cubicBezTo>
                    <a:pt x="268" y="110"/>
                    <a:pt x="268" y="110"/>
                    <a:pt x="267" y="111"/>
                  </a:cubicBezTo>
                  <a:cubicBezTo>
                    <a:pt x="266" y="111"/>
                    <a:pt x="265" y="112"/>
                    <a:pt x="262" y="115"/>
                  </a:cubicBezTo>
                  <a:cubicBezTo>
                    <a:pt x="257" y="119"/>
                    <a:pt x="251" y="126"/>
                    <a:pt x="244" y="136"/>
                  </a:cubicBezTo>
                  <a:cubicBezTo>
                    <a:pt x="232" y="152"/>
                    <a:pt x="224" y="172"/>
                    <a:pt x="219" y="194"/>
                  </a:cubicBezTo>
                  <a:cubicBezTo>
                    <a:pt x="240" y="175"/>
                    <a:pt x="261" y="157"/>
                    <a:pt x="278" y="142"/>
                  </a:cubicBezTo>
                  <a:cubicBezTo>
                    <a:pt x="311" y="117"/>
                    <a:pt x="329" y="70"/>
                    <a:pt x="307" y="43"/>
                  </a:cubicBezTo>
                  <a:cubicBezTo>
                    <a:pt x="285" y="15"/>
                    <a:pt x="234" y="0"/>
                    <a:pt x="183" y="3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5" name="Freeform 97"/>
            <p:cNvSpPr>
              <a:spLocks/>
            </p:cNvSpPr>
            <p:nvPr/>
          </p:nvSpPr>
          <p:spPr bwMode="auto">
            <a:xfrm>
              <a:off x="2195513" y="5211763"/>
              <a:ext cx="211138" cy="512762"/>
            </a:xfrm>
            <a:custGeom>
              <a:avLst/>
              <a:gdLst>
                <a:gd name="T0" fmla="*/ 114 w 140"/>
                <a:gd name="T1" fmla="*/ 70 h 341"/>
                <a:gd name="T2" fmla="*/ 119 w 140"/>
                <a:gd name="T3" fmla="*/ 65 h 341"/>
                <a:gd name="T4" fmla="*/ 121 w 140"/>
                <a:gd name="T5" fmla="*/ 64 h 341"/>
                <a:gd name="T6" fmla="*/ 121 w 140"/>
                <a:gd name="T7" fmla="*/ 64 h 341"/>
                <a:gd name="T8" fmla="*/ 131 w 140"/>
                <a:gd name="T9" fmla="*/ 21 h 341"/>
                <a:gd name="T10" fmla="*/ 88 w 140"/>
                <a:gd name="T11" fmla="*/ 10 h 341"/>
                <a:gd name="T12" fmla="*/ 42 w 140"/>
                <a:gd name="T13" fmla="*/ 55 h 341"/>
                <a:gd name="T14" fmla="*/ 0 w 140"/>
                <a:gd name="T15" fmla="*/ 200 h 341"/>
                <a:gd name="T16" fmla="*/ 0 w 140"/>
                <a:gd name="T17" fmla="*/ 201 h 341"/>
                <a:gd name="T18" fmla="*/ 2 w 140"/>
                <a:gd name="T19" fmla="*/ 239 h 341"/>
                <a:gd name="T20" fmla="*/ 17 w 140"/>
                <a:gd name="T21" fmla="*/ 318 h 341"/>
                <a:gd name="T22" fmla="*/ 48 w 140"/>
                <a:gd name="T23" fmla="*/ 341 h 341"/>
                <a:gd name="T24" fmla="*/ 51 w 140"/>
                <a:gd name="T25" fmla="*/ 341 h 341"/>
                <a:gd name="T26" fmla="*/ 57 w 140"/>
                <a:gd name="T27" fmla="*/ 340 h 341"/>
                <a:gd name="T28" fmla="*/ 79 w 140"/>
                <a:gd name="T29" fmla="*/ 300 h 341"/>
                <a:gd name="T30" fmla="*/ 64 w 140"/>
                <a:gd name="T31" fmla="*/ 201 h 341"/>
                <a:gd name="T32" fmla="*/ 66 w 140"/>
                <a:gd name="T33" fmla="*/ 164 h 341"/>
                <a:gd name="T34" fmla="*/ 94 w 140"/>
                <a:gd name="T35" fmla="*/ 92 h 341"/>
                <a:gd name="T36" fmla="*/ 114 w 140"/>
                <a:gd name="T37" fmla="*/ 70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0" h="341">
                  <a:moveTo>
                    <a:pt x="114" y="70"/>
                  </a:moveTo>
                  <a:cubicBezTo>
                    <a:pt x="116" y="68"/>
                    <a:pt x="118" y="66"/>
                    <a:pt x="119" y="65"/>
                  </a:cubicBezTo>
                  <a:cubicBezTo>
                    <a:pt x="120" y="65"/>
                    <a:pt x="120" y="64"/>
                    <a:pt x="121" y="64"/>
                  </a:cubicBezTo>
                  <a:cubicBezTo>
                    <a:pt x="121" y="64"/>
                    <a:pt x="121" y="64"/>
                    <a:pt x="121" y="64"/>
                  </a:cubicBezTo>
                  <a:cubicBezTo>
                    <a:pt x="136" y="55"/>
                    <a:pt x="140" y="36"/>
                    <a:pt x="131" y="21"/>
                  </a:cubicBezTo>
                  <a:cubicBezTo>
                    <a:pt x="122" y="5"/>
                    <a:pt x="103" y="0"/>
                    <a:pt x="88" y="10"/>
                  </a:cubicBezTo>
                  <a:cubicBezTo>
                    <a:pt x="85" y="11"/>
                    <a:pt x="63" y="25"/>
                    <a:pt x="42" y="55"/>
                  </a:cubicBezTo>
                  <a:cubicBezTo>
                    <a:pt x="20" y="86"/>
                    <a:pt x="0" y="134"/>
                    <a:pt x="0" y="200"/>
                  </a:cubicBezTo>
                  <a:cubicBezTo>
                    <a:pt x="0" y="200"/>
                    <a:pt x="0" y="201"/>
                    <a:pt x="0" y="201"/>
                  </a:cubicBezTo>
                  <a:cubicBezTo>
                    <a:pt x="0" y="213"/>
                    <a:pt x="0" y="226"/>
                    <a:pt x="2" y="239"/>
                  </a:cubicBezTo>
                  <a:cubicBezTo>
                    <a:pt x="4" y="263"/>
                    <a:pt x="9" y="290"/>
                    <a:pt x="17" y="318"/>
                  </a:cubicBezTo>
                  <a:cubicBezTo>
                    <a:pt x="21" y="332"/>
                    <a:pt x="34" y="341"/>
                    <a:pt x="48" y="341"/>
                  </a:cubicBezTo>
                  <a:cubicBezTo>
                    <a:pt x="49" y="341"/>
                    <a:pt x="50" y="341"/>
                    <a:pt x="51" y="341"/>
                  </a:cubicBezTo>
                  <a:cubicBezTo>
                    <a:pt x="53" y="341"/>
                    <a:pt x="55" y="340"/>
                    <a:pt x="57" y="340"/>
                  </a:cubicBezTo>
                  <a:cubicBezTo>
                    <a:pt x="74" y="335"/>
                    <a:pt x="84" y="317"/>
                    <a:pt x="79" y="300"/>
                  </a:cubicBezTo>
                  <a:cubicBezTo>
                    <a:pt x="68" y="262"/>
                    <a:pt x="64" y="229"/>
                    <a:pt x="64" y="201"/>
                  </a:cubicBezTo>
                  <a:cubicBezTo>
                    <a:pt x="64" y="188"/>
                    <a:pt x="65" y="175"/>
                    <a:pt x="66" y="164"/>
                  </a:cubicBezTo>
                  <a:cubicBezTo>
                    <a:pt x="71" y="131"/>
                    <a:pt x="83" y="108"/>
                    <a:pt x="94" y="92"/>
                  </a:cubicBezTo>
                  <a:cubicBezTo>
                    <a:pt x="101" y="82"/>
                    <a:pt x="109" y="74"/>
                    <a:pt x="114" y="7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6" name="Freeform 98"/>
            <p:cNvSpPr>
              <a:spLocks/>
            </p:cNvSpPr>
            <p:nvPr/>
          </p:nvSpPr>
          <p:spPr bwMode="auto">
            <a:xfrm>
              <a:off x="1579563" y="5503863"/>
              <a:ext cx="392113" cy="381000"/>
            </a:xfrm>
            <a:custGeom>
              <a:avLst/>
              <a:gdLst>
                <a:gd name="T0" fmla="*/ 202 w 260"/>
                <a:gd name="T1" fmla="*/ 111 h 253"/>
                <a:gd name="T2" fmla="*/ 200 w 260"/>
                <a:gd name="T3" fmla="*/ 118 h 253"/>
                <a:gd name="T4" fmla="*/ 228 w 260"/>
                <a:gd name="T5" fmla="*/ 184 h 253"/>
                <a:gd name="T6" fmla="*/ 204 w 260"/>
                <a:gd name="T7" fmla="*/ 212 h 253"/>
                <a:gd name="T8" fmla="*/ 159 w 260"/>
                <a:gd name="T9" fmla="*/ 198 h 253"/>
                <a:gd name="T10" fmla="*/ 147 w 260"/>
                <a:gd name="T11" fmla="*/ 197 h 253"/>
                <a:gd name="T12" fmla="*/ 110 w 260"/>
                <a:gd name="T13" fmla="*/ 242 h 253"/>
                <a:gd name="T14" fmla="*/ 62 w 260"/>
                <a:gd name="T15" fmla="*/ 226 h 253"/>
                <a:gd name="T16" fmla="*/ 75 w 260"/>
                <a:gd name="T17" fmla="*/ 150 h 253"/>
                <a:gd name="T18" fmla="*/ 68 w 260"/>
                <a:gd name="T19" fmla="*/ 142 h 253"/>
                <a:gd name="T20" fmla="*/ 27 w 260"/>
                <a:gd name="T21" fmla="*/ 93 h 253"/>
                <a:gd name="T22" fmla="*/ 78 w 260"/>
                <a:gd name="T23" fmla="*/ 73 h 253"/>
                <a:gd name="T24" fmla="*/ 89 w 260"/>
                <a:gd name="T25" fmla="*/ 71 h 253"/>
                <a:gd name="T26" fmla="*/ 95 w 260"/>
                <a:gd name="T27" fmla="*/ 19 h 253"/>
                <a:gd name="T28" fmla="*/ 158 w 260"/>
                <a:gd name="T29" fmla="*/ 51 h 253"/>
                <a:gd name="T30" fmla="*/ 172 w 260"/>
                <a:gd name="T31" fmla="*/ 53 h 253"/>
                <a:gd name="T32" fmla="*/ 97 w 260"/>
                <a:gd name="T33" fmla="*/ 8 h 253"/>
                <a:gd name="T34" fmla="*/ 70 w 260"/>
                <a:gd name="T35" fmla="*/ 59 h 253"/>
                <a:gd name="T36" fmla="*/ 15 w 260"/>
                <a:gd name="T37" fmla="*/ 84 h 253"/>
                <a:gd name="T38" fmla="*/ 55 w 260"/>
                <a:gd name="T39" fmla="*/ 147 h 253"/>
                <a:gd name="T40" fmla="*/ 59 w 260"/>
                <a:gd name="T41" fmla="*/ 235 h 253"/>
                <a:gd name="T42" fmla="*/ 115 w 260"/>
                <a:gd name="T43" fmla="*/ 251 h 253"/>
                <a:gd name="T44" fmla="*/ 157 w 260"/>
                <a:gd name="T45" fmla="*/ 209 h 253"/>
                <a:gd name="T46" fmla="*/ 237 w 260"/>
                <a:gd name="T47" fmla="*/ 198 h 253"/>
                <a:gd name="T48" fmla="*/ 202 w 260"/>
                <a:gd name="T49" fmla="*/ 111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0" h="253">
                  <a:moveTo>
                    <a:pt x="202" y="111"/>
                  </a:moveTo>
                  <a:cubicBezTo>
                    <a:pt x="194" y="108"/>
                    <a:pt x="192" y="115"/>
                    <a:pt x="200" y="118"/>
                  </a:cubicBezTo>
                  <a:cubicBezTo>
                    <a:pt x="231" y="127"/>
                    <a:pt x="240" y="156"/>
                    <a:pt x="228" y="184"/>
                  </a:cubicBezTo>
                  <a:cubicBezTo>
                    <a:pt x="224" y="196"/>
                    <a:pt x="215" y="206"/>
                    <a:pt x="204" y="212"/>
                  </a:cubicBezTo>
                  <a:cubicBezTo>
                    <a:pt x="187" y="222"/>
                    <a:pt x="171" y="211"/>
                    <a:pt x="159" y="198"/>
                  </a:cubicBezTo>
                  <a:cubicBezTo>
                    <a:pt x="157" y="196"/>
                    <a:pt x="148" y="193"/>
                    <a:pt x="147" y="197"/>
                  </a:cubicBezTo>
                  <a:cubicBezTo>
                    <a:pt x="141" y="217"/>
                    <a:pt x="131" y="237"/>
                    <a:pt x="110" y="242"/>
                  </a:cubicBezTo>
                  <a:cubicBezTo>
                    <a:pt x="92" y="247"/>
                    <a:pt x="75" y="237"/>
                    <a:pt x="62" y="226"/>
                  </a:cubicBezTo>
                  <a:cubicBezTo>
                    <a:pt x="33" y="200"/>
                    <a:pt x="38" y="163"/>
                    <a:pt x="75" y="150"/>
                  </a:cubicBezTo>
                  <a:cubicBezTo>
                    <a:pt x="82" y="147"/>
                    <a:pt x="70" y="142"/>
                    <a:pt x="68" y="142"/>
                  </a:cubicBezTo>
                  <a:cubicBezTo>
                    <a:pt x="39" y="140"/>
                    <a:pt x="19" y="123"/>
                    <a:pt x="27" y="93"/>
                  </a:cubicBezTo>
                  <a:cubicBezTo>
                    <a:pt x="34" y="70"/>
                    <a:pt x="58" y="55"/>
                    <a:pt x="78" y="73"/>
                  </a:cubicBezTo>
                  <a:cubicBezTo>
                    <a:pt x="81" y="76"/>
                    <a:pt x="94" y="78"/>
                    <a:pt x="89" y="71"/>
                  </a:cubicBezTo>
                  <a:cubicBezTo>
                    <a:pt x="74" y="54"/>
                    <a:pt x="75" y="32"/>
                    <a:pt x="95" y="19"/>
                  </a:cubicBezTo>
                  <a:cubicBezTo>
                    <a:pt x="123" y="3"/>
                    <a:pt x="149" y="25"/>
                    <a:pt x="158" y="51"/>
                  </a:cubicBezTo>
                  <a:cubicBezTo>
                    <a:pt x="160" y="56"/>
                    <a:pt x="173" y="58"/>
                    <a:pt x="172" y="53"/>
                  </a:cubicBezTo>
                  <a:cubicBezTo>
                    <a:pt x="160" y="21"/>
                    <a:pt x="132" y="0"/>
                    <a:pt x="97" y="8"/>
                  </a:cubicBezTo>
                  <a:cubicBezTo>
                    <a:pt x="69" y="14"/>
                    <a:pt x="60" y="37"/>
                    <a:pt x="70" y="59"/>
                  </a:cubicBezTo>
                  <a:cubicBezTo>
                    <a:pt x="49" y="52"/>
                    <a:pt x="27" y="60"/>
                    <a:pt x="15" y="84"/>
                  </a:cubicBezTo>
                  <a:cubicBezTo>
                    <a:pt x="0" y="118"/>
                    <a:pt x="26" y="139"/>
                    <a:pt x="55" y="147"/>
                  </a:cubicBezTo>
                  <a:cubicBezTo>
                    <a:pt x="18" y="167"/>
                    <a:pt x="26" y="209"/>
                    <a:pt x="59" y="235"/>
                  </a:cubicBezTo>
                  <a:cubicBezTo>
                    <a:pt x="75" y="247"/>
                    <a:pt x="95" y="253"/>
                    <a:pt x="115" y="251"/>
                  </a:cubicBezTo>
                  <a:cubicBezTo>
                    <a:pt x="137" y="248"/>
                    <a:pt x="150" y="229"/>
                    <a:pt x="157" y="209"/>
                  </a:cubicBezTo>
                  <a:cubicBezTo>
                    <a:pt x="183" y="229"/>
                    <a:pt x="217" y="229"/>
                    <a:pt x="237" y="198"/>
                  </a:cubicBezTo>
                  <a:cubicBezTo>
                    <a:pt x="260" y="161"/>
                    <a:pt x="241" y="122"/>
                    <a:pt x="202" y="11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7" name="Freeform 99"/>
            <p:cNvSpPr>
              <a:spLocks/>
            </p:cNvSpPr>
            <p:nvPr/>
          </p:nvSpPr>
          <p:spPr bwMode="auto">
            <a:xfrm>
              <a:off x="1797051" y="5573713"/>
              <a:ext cx="187325" cy="114300"/>
            </a:xfrm>
            <a:custGeom>
              <a:avLst/>
              <a:gdLst>
                <a:gd name="T0" fmla="*/ 114 w 125"/>
                <a:gd name="T1" fmla="*/ 12 h 75"/>
                <a:gd name="T2" fmla="*/ 3 w 125"/>
                <a:gd name="T3" fmla="*/ 18 h 75"/>
                <a:gd name="T4" fmla="*/ 12 w 125"/>
                <a:gd name="T5" fmla="*/ 29 h 75"/>
                <a:gd name="T6" fmla="*/ 98 w 125"/>
                <a:gd name="T7" fmla="*/ 18 h 75"/>
                <a:gd name="T8" fmla="*/ 33 w 125"/>
                <a:gd name="T9" fmla="*/ 62 h 75"/>
                <a:gd name="T10" fmla="*/ 43 w 125"/>
                <a:gd name="T11" fmla="*/ 71 h 75"/>
                <a:gd name="T12" fmla="*/ 121 w 125"/>
                <a:gd name="T13" fmla="*/ 23 h 75"/>
                <a:gd name="T14" fmla="*/ 114 w 125"/>
                <a:gd name="T15" fmla="*/ 12 h 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5" h="75">
                  <a:moveTo>
                    <a:pt x="114" y="12"/>
                  </a:moveTo>
                  <a:cubicBezTo>
                    <a:pt x="79" y="1"/>
                    <a:pt x="37" y="0"/>
                    <a:pt x="3" y="18"/>
                  </a:cubicBezTo>
                  <a:cubicBezTo>
                    <a:pt x="0" y="20"/>
                    <a:pt x="8" y="31"/>
                    <a:pt x="12" y="29"/>
                  </a:cubicBezTo>
                  <a:cubicBezTo>
                    <a:pt x="38" y="15"/>
                    <a:pt x="69" y="13"/>
                    <a:pt x="98" y="18"/>
                  </a:cubicBezTo>
                  <a:cubicBezTo>
                    <a:pt x="73" y="27"/>
                    <a:pt x="43" y="40"/>
                    <a:pt x="33" y="62"/>
                  </a:cubicBezTo>
                  <a:cubicBezTo>
                    <a:pt x="32" y="65"/>
                    <a:pt x="42" y="75"/>
                    <a:pt x="43" y="71"/>
                  </a:cubicBezTo>
                  <a:cubicBezTo>
                    <a:pt x="55" y="46"/>
                    <a:pt x="97" y="32"/>
                    <a:pt x="121" y="23"/>
                  </a:cubicBezTo>
                  <a:cubicBezTo>
                    <a:pt x="125" y="22"/>
                    <a:pt x="116" y="13"/>
                    <a:pt x="114" y="1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8" name="Freeform 100"/>
            <p:cNvSpPr>
              <a:spLocks/>
            </p:cNvSpPr>
            <p:nvPr/>
          </p:nvSpPr>
          <p:spPr bwMode="auto">
            <a:xfrm>
              <a:off x="1747838" y="5619750"/>
              <a:ext cx="88900" cy="104775"/>
            </a:xfrm>
            <a:custGeom>
              <a:avLst/>
              <a:gdLst>
                <a:gd name="T0" fmla="*/ 7 w 59"/>
                <a:gd name="T1" fmla="*/ 5 h 70"/>
                <a:gd name="T2" fmla="*/ 3 w 59"/>
                <a:gd name="T3" fmla="*/ 2 h 70"/>
                <a:gd name="T4" fmla="*/ 58 w 59"/>
                <a:gd name="T5" fmla="*/ 65 h 70"/>
                <a:gd name="T6" fmla="*/ 51 w 59"/>
                <a:gd name="T7" fmla="*/ 53 h 70"/>
                <a:gd name="T8" fmla="*/ 11 w 59"/>
                <a:gd name="T9" fmla="*/ 13 h 70"/>
                <a:gd name="T10" fmla="*/ 7 w 59"/>
                <a:gd name="T11" fmla="*/ 5 h 70"/>
              </a:gdLst>
              <a:ahLst/>
              <a:cxnLst>
                <a:cxn ang="0">
                  <a:pos x="T0" y="T1"/>
                </a:cxn>
                <a:cxn ang="0">
                  <a:pos x="T2" y="T3"/>
                </a:cxn>
                <a:cxn ang="0">
                  <a:pos x="T4" y="T5"/>
                </a:cxn>
                <a:cxn ang="0">
                  <a:pos x="T6" y="T7"/>
                </a:cxn>
                <a:cxn ang="0">
                  <a:pos x="T8" y="T9"/>
                </a:cxn>
                <a:cxn ang="0">
                  <a:pos x="T10" y="T11"/>
                </a:cxn>
              </a:cxnLst>
              <a:rect l="0" t="0" r="r" b="b"/>
              <a:pathLst>
                <a:path w="59" h="70">
                  <a:moveTo>
                    <a:pt x="7" y="5"/>
                  </a:moveTo>
                  <a:cubicBezTo>
                    <a:pt x="7" y="5"/>
                    <a:pt x="3" y="0"/>
                    <a:pt x="3" y="2"/>
                  </a:cubicBezTo>
                  <a:cubicBezTo>
                    <a:pt x="0" y="33"/>
                    <a:pt x="24" y="70"/>
                    <a:pt x="58" y="65"/>
                  </a:cubicBezTo>
                  <a:cubicBezTo>
                    <a:pt x="59" y="65"/>
                    <a:pt x="55" y="52"/>
                    <a:pt x="51" y="53"/>
                  </a:cubicBezTo>
                  <a:cubicBezTo>
                    <a:pt x="26" y="56"/>
                    <a:pt x="8" y="38"/>
                    <a:pt x="11" y="13"/>
                  </a:cubicBezTo>
                  <a:cubicBezTo>
                    <a:pt x="11" y="11"/>
                    <a:pt x="9" y="7"/>
                    <a:pt x="7" y="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09" name="组合 108"/>
          <p:cNvGrpSpPr/>
          <p:nvPr/>
        </p:nvGrpSpPr>
        <p:grpSpPr>
          <a:xfrm>
            <a:off x="9653588" y="1111250"/>
            <a:ext cx="2205038" cy="1558925"/>
            <a:chOff x="9653588" y="1111250"/>
            <a:chExt cx="2205038" cy="1558925"/>
          </a:xfrm>
          <a:solidFill>
            <a:schemeClr val="tx1">
              <a:lumMod val="65000"/>
              <a:lumOff val="35000"/>
            </a:schemeClr>
          </a:solidFill>
        </p:grpSpPr>
        <p:sp>
          <p:nvSpPr>
            <p:cNvPr id="110" name="Freeform 114"/>
            <p:cNvSpPr>
              <a:spLocks/>
            </p:cNvSpPr>
            <p:nvPr/>
          </p:nvSpPr>
          <p:spPr bwMode="auto">
            <a:xfrm>
              <a:off x="10871200" y="2592388"/>
              <a:ext cx="125413" cy="76200"/>
            </a:xfrm>
            <a:custGeom>
              <a:avLst/>
              <a:gdLst>
                <a:gd name="T0" fmla="*/ 85 w 85"/>
                <a:gd name="T1" fmla="*/ 1 h 52"/>
                <a:gd name="T2" fmla="*/ 85 w 85"/>
                <a:gd name="T3" fmla="*/ 0 h 52"/>
                <a:gd name="T4" fmla="*/ 0 w 85"/>
                <a:gd name="T5" fmla="*/ 36 h 52"/>
                <a:gd name="T6" fmla="*/ 36 w 85"/>
                <a:gd name="T7" fmla="*/ 52 h 52"/>
                <a:gd name="T8" fmla="*/ 81 w 85"/>
                <a:gd name="T9" fmla="*/ 23 h 52"/>
                <a:gd name="T10" fmla="*/ 81 w 85"/>
                <a:gd name="T11" fmla="*/ 19 h 52"/>
                <a:gd name="T12" fmla="*/ 85 w 85"/>
                <a:gd name="T13" fmla="*/ 1 h 52"/>
              </a:gdLst>
              <a:ahLst/>
              <a:cxnLst>
                <a:cxn ang="0">
                  <a:pos x="T0" y="T1"/>
                </a:cxn>
                <a:cxn ang="0">
                  <a:pos x="T2" y="T3"/>
                </a:cxn>
                <a:cxn ang="0">
                  <a:pos x="T4" y="T5"/>
                </a:cxn>
                <a:cxn ang="0">
                  <a:pos x="T6" y="T7"/>
                </a:cxn>
                <a:cxn ang="0">
                  <a:pos x="T8" y="T9"/>
                </a:cxn>
                <a:cxn ang="0">
                  <a:pos x="T10" y="T11"/>
                </a:cxn>
                <a:cxn ang="0">
                  <a:pos x="T12" y="T13"/>
                </a:cxn>
              </a:cxnLst>
              <a:rect l="0" t="0" r="r" b="b"/>
              <a:pathLst>
                <a:path w="85" h="52">
                  <a:moveTo>
                    <a:pt x="85" y="1"/>
                  </a:moveTo>
                  <a:cubicBezTo>
                    <a:pt x="85" y="0"/>
                    <a:pt x="85" y="0"/>
                    <a:pt x="85" y="0"/>
                  </a:cubicBezTo>
                  <a:cubicBezTo>
                    <a:pt x="58" y="13"/>
                    <a:pt x="29" y="25"/>
                    <a:pt x="0" y="36"/>
                  </a:cubicBezTo>
                  <a:cubicBezTo>
                    <a:pt x="9" y="46"/>
                    <a:pt x="22" y="52"/>
                    <a:pt x="36" y="52"/>
                  </a:cubicBezTo>
                  <a:cubicBezTo>
                    <a:pt x="56" y="52"/>
                    <a:pt x="73" y="40"/>
                    <a:pt x="81" y="23"/>
                  </a:cubicBezTo>
                  <a:cubicBezTo>
                    <a:pt x="81" y="22"/>
                    <a:pt x="81" y="21"/>
                    <a:pt x="81" y="19"/>
                  </a:cubicBezTo>
                  <a:cubicBezTo>
                    <a:pt x="81" y="13"/>
                    <a:pt x="82" y="6"/>
                    <a:pt x="8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115"/>
            <p:cNvSpPr>
              <a:spLocks/>
            </p:cNvSpPr>
            <p:nvPr/>
          </p:nvSpPr>
          <p:spPr bwMode="auto">
            <a:xfrm>
              <a:off x="11290300" y="1250950"/>
              <a:ext cx="187325" cy="231775"/>
            </a:xfrm>
            <a:custGeom>
              <a:avLst/>
              <a:gdLst>
                <a:gd name="T0" fmla="*/ 26 w 127"/>
                <a:gd name="T1" fmla="*/ 145 h 157"/>
                <a:gd name="T2" fmla="*/ 73 w 127"/>
                <a:gd name="T3" fmla="*/ 157 h 157"/>
                <a:gd name="T4" fmla="*/ 123 w 127"/>
                <a:gd name="T5" fmla="*/ 44 h 157"/>
                <a:gd name="T6" fmla="*/ 100 w 127"/>
                <a:gd name="T7" fmla="*/ 4 h 157"/>
                <a:gd name="T8" fmla="*/ 61 w 127"/>
                <a:gd name="T9" fmla="*/ 27 h 157"/>
                <a:gd name="T10" fmla="*/ 0 w 127"/>
                <a:gd name="T11" fmla="*/ 149 h 157"/>
                <a:gd name="T12" fmla="*/ 22 w 127"/>
                <a:gd name="T13" fmla="*/ 145 h 157"/>
                <a:gd name="T14" fmla="*/ 26 w 127"/>
                <a:gd name="T15" fmla="*/ 145 h 1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7" h="157">
                  <a:moveTo>
                    <a:pt x="26" y="145"/>
                  </a:moveTo>
                  <a:cubicBezTo>
                    <a:pt x="43" y="145"/>
                    <a:pt x="59" y="150"/>
                    <a:pt x="73" y="157"/>
                  </a:cubicBezTo>
                  <a:cubicBezTo>
                    <a:pt x="93" y="127"/>
                    <a:pt x="110" y="90"/>
                    <a:pt x="123" y="44"/>
                  </a:cubicBezTo>
                  <a:cubicBezTo>
                    <a:pt x="127" y="27"/>
                    <a:pt x="117" y="9"/>
                    <a:pt x="100" y="4"/>
                  </a:cubicBezTo>
                  <a:cubicBezTo>
                    <a:pt x="83" y="0"/>
                    <a:pt x="66" y="10"/>
                    <a:pt x="61" y="27"/>
                  </a:cubicBezTo>
                  <a:cubicBezTo>
                    <a:pt x="45" y="83"/>
                    <a:pt x="24" y="121"/>
                    <a:pt x="0" y="149"/>
                  </a:cubicBezTo>
                  <a:cubicBezTo>
                    <a:pt x="7" y="147"/>
                    <a:pt x="15" y="146"/>
                    <a:pt x="22" y="145"/>
                  </a:cubicBezTo>
                  <a:cubicBezTo>
                    <a:pt x="23" y="145"/>
                    <a:pt x="25" y="145"/>
                    <a:pt x="26" y="1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116"/>
            <p:cNvSpPr>
              <a:spLocks/>
            </p:cNvSpPr>
            <p:nvPr/>
          </p:nvSpPr>
          <p:spPr bwMode="auto">
            <a:xfrm>
              <a:off x="10558463" y="1250950"/>
              <a:ext cx="157163" cy="327025"/>
            </a:xfrm>
            <a:custGeom>
              <a:avLst/>
              <a:gdLst>
                <a:gd name="T0" fmla="*/ 56 w 107"/>
                <a:gd name="T1" fmla="*/ 27 h 222"/>
                <a:gd name="T2" fmla="*/ 17 w 107"/>
                <a:gd name="T3" fmla="*/ 4 h 222"/>
                <a:gd name="T4" fmla="*/ 0 w 107"/>
                <a:gd name="T5" fmla="*/ 15 h 222"/>
                <a:gd name="T6" fmla="*/ 52 w 107"/>
                <a:gd name="T7" fmla="*/ 102 h 222"/>
                <a:gd name="T8" fmla="*/ 40 w 107"/>
                <a:gd name="T9" fmla="*/ 150 h 222"/>
                <a:gd name="T10" fmla="*/ 100 w 107"/>
                <a:gd name="T11" fmla="*/ 222 h 222"/>
                <a:gd name="T12" fmla="*/ 101 w 107"/>
                <a:gd name="T13" fmla="*/ 182 h 222"/>
                <a:gd name="T14" fmla="*/ 101 w 107"/>
                <a:gd name="T15" fmla="*/ 158 h 222"/>
                <a:gd name="T16" fmla="*/ 107 w 107"/>
                <a:gd name="T17" fmla="*/ 136 h 222"/>
                <a:gd name="T18" fmla="*/ 56 w 107"/>
                <a:gd name="T19" fmla="*/ 27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7" h="222">
                  <a:moveTo>
                    <a:pt x="56" y="27"/>
                  </a:moveTo>
                  <a:cubicBezTo>
                    <a:pt x="52" y="10"/>
                    <a:pt x="34" y="0"/>
                    <a:pt x="17" y="4"/>
                  </a:cubicBezTo>
                  <a:cubicBezTo>
                    <a:pt x="10" y="6"/>
                    <a:pt x="4" y="10"/>
                    <a:pt x="0" y="15"/>
                  </a:cubicBezTo>
                  <a:cubicBezTo>
                    <a:pt x="31" y="32"/>
                    <a:pt x="52" y="65"/>
                    <a:pt x="52" y="102"/>
                  </a:cubicBezTo>
                  <a:cubicBezTo>
                    <a:pt x="52" y="120"/>
                    <a:pt x="48" y="136"/>
                    <a:pt x="40" y="150"/>
                  </a:cubicBezTo>
                  <a:cubicBezTo>
                    <a:pt x="58" y="181"/>
                    <a:pt x="79" y="204"/>
                    <a:pt x="100" y="222"/>
                  </a:cubicBezTo>
                  <a:cubicBezTo>
                    <a:pt x="101" y="210"/>
                    <a:pt x="101" y="197"/>
                    <a:pt x="101" y="182"/>
                  </a:cubicBezTo>
                  <a:cubicBezTo>
                    <a:pt x="101" y="174"/>
                    <a:pt x="101" y="166"/>
                    <a:pt x="101" y="158"/>
                  </a:cubicBezTo>
                  <a:cubicBezTo>
                    <a:pt x="101" y="150"/>
                    <a:pt x="103" y="142"/>
                    <a:pt x="107" y="136"/>
                  </a:cubicBezTo>
                  <a:cubicBezTo>
                    <a:pt x="87" y="110"/>
                    <a:pt x="70" y="75"/>
                    <a:pt x="56"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117"/>
            <p:cNvSpPr>
              <a:spLocks/>
            </p:cNvSpPr>
            <p:nvPr/>
          </p:nvSpPr>
          <p:spPr bwMode="auto">
            <a:xfrm>
              <a:off x="11141075" y="2241550"/>
              <a:ext cx="30163" cy="26988"/>
            </a:xfrm>
            <a:custGeom>
              <a:avLst/>
              <a:gdLst>
                <a:gd name="T0" fmla="*/ 18 w 20"/>
                <a:gd name="T1" fmla="*/ 18 h 19"/>
                <a:gd name="T2" fmla="*/ 20 w 20"/>
                <a:gd name="T3" fmla="*/ 19 h 19"/>
                <a:gd name="T4" fmla="*/ 20 w 20"/>
                <a:gd name="T5" fmla="*/ 6 h 19"/>
                <a:gd name="T6" fmla="*/ 0 w 20"/>
                <a:gd name="T7" fmla="*/ 0 h 19"/>
                <a:gd name="T8" fmla="*/ 18 w 20"/>
                <a:gd name="T9" fmla="*/ 18 h 19"/>
              </a:gdLst>
              <a:ahLst/>
              <a:cxnLst>
                <a:cxn ang="0">
                  <a:pos x="T0" y="T1"/>
                </a:cxn>
                <a:cxn ang="0">
                  <a:pos x="T2" y="T3"/>
                </a:cxn>
                <a:cxn ang="0">
                  <a:pos x="T4" y="T5"/>
                </a:cxn>
                <a:cxn ang="0">
                  <a:pos x="T6" y="T7"/>
                </a:cxn>
                <a:cxn ang="0">
                  <a:pos x="T8" y="T9"/>
                </a:cxn>
              </a:cxnLst>
              <a:rect l="0" t="0" r="r" b="b"/>
              <a:pathLst>
                <a:path w="20" h="19">
                  <a:moveTo>
                    <a:pt x="18" y="18"/>
                  </a:moveTo>
                  <a:cubicBezTo>
                    <a:pt x="20" y="19"/>
                    <a:pt x="20" y="19"/>
                    <a:pt x="20" y="19"/>
                  </a:cubicBezTo>
                  <a:cubicBezTo>
                    <a:pt x="20" y="6"/>
                    <a:pt x="20" y="6"/>
                    <a:pt x="20" y="6"/>
                  </a:cubicBezTo>
                  <a:cubicBezTo>
                    <a:pt x="13" y="5"/>
                    <a:pt x="6" y="3"/>
                    <a:pt x="0" y="0"/>
                  </a:cubicBezTo>
                  <a:lnTo>
                    <a:pt x="18"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118"/>
            <p:cNvSpPr>
              <a:spLocks/>
            </p:cNvSpPr>
            <p:nvPr/>
          </p:nvSpPr>
          <p:spPr bwMode="auto">
            <a:xfrm>
              <a:off x="10818813" y="1543050"/>
              <a:ext cx="381000" cy="630238"/>
            </a:xfrm>
            <a:custGeom>
              <a:avLst/>
              <a:gdLst>
                <a:gd name="T0" fmla="*/ 102 w 259"/>
                <a:gd name="T1" fmla="*/ 166 h 427"/>
                <a:gd name="T2" fmla="*/ 136 w 259"/>
                <a:gd name="T3" fmla="*/ 132 h 427"/>
                <a:gd name="T4" fmla="*/ 239 w 259"/>
                <a:gd name="T5" fmla="*/ 131 h 427"/>
                <a:gd name="T6" fmla="*/ 239 w 259"/>
                <a:gd name="T7" fmla="*/ 76 h 427"/>
                <a:gd name="T8" fmla="*/ 252 w 259"/>
                <a:gd name="T9" fmla="*/ 72 h 427"/>
                <a:gd name="T10" fmla="*/ 248 w 259"/>
                <a:gd name="T11" fmla="*/ 49 h 427"/>
                <a:gd name="T12" fmla="*/ 259 w 259"/>
                <a:gd name="T13" fmla="*/ 0 h 427"/>
                <a:gd name="T14" fmla="*/ 222 w 259"/>
                <a:gd name="T15" fmla="*/ 14 h 427"/>
                <a:gd name="T16" fmla="*/ 211 w 259"/>
                <a:gd name="T17" fmla="*/ 17 h 427"/>
                <a:gd name="T18" fmla="*/ 208 w 259"/>
                <a:gd name="T19" fmla="*/ 17 h 427"/>
                <a:gd name="T20" fmla="*/ 53 w 259"/>
                <a:gd name="T21" fmla="*/ 17 h 427"/>
                <a:gd name="T22" fmla="*/ 51 w 259"/>
                <a:gd name="T23" fmla="*/ 17 h 427"/>
                <a:gd name="T24" fmla="*/ 5 w 259"/>
                <a:gd name="T25" fmla="*/ 1 h 427"/>
                <a:gd name="T26" fmla="*/ 0 w 259"/>
                <a:gd name="T27" fmla="*/ 69 h 427"/>
                <a:gd name="T28" fmla="*/ 22 w 259"/>
                <a:gd name="T29" fmla="*/ 76 h 427"/>
                <a:gd name="T30" fmla="*/ 22 w 259"/>
                <a:gd name="T31" fmla="*/ 415 h 427"/>
                <a:gd name="T32" fmla="*/ 113 w 259"/>
                <a:gd name="T33" fmla="*/ 409 h 427"/>
                <a:gd name="T34" fmla="*/ 114 w 259"/>
                <a:gd name="T35" fmla="*/ 409 h 427"/>
                <a:gd name="T36" fmla="*/ 121 w 259"/>
                <a:gd name="T37" fmla="*/ 408 h 427"/>
                <a:gd name="T38" fmla="*/ 121 w 259"/>
                <a:gd name="T39" fmla="*/ 408 h 427"/>
                <a:gd name="T40" fmla="*/ 121 w 259"/>
                <a:gd name="T41" fmla="*/ 352 h 427"/>
                <a:gd name="T42" fmla="*/ 140 w 259"/>
                <a:gd name="T43" fmla="*/ 352 h 427"/>
                <a:gd name="T44" fmla="*/ 140 w 259"/>
                <a:gd name="T45" fmla="*/ 410 h 427"/>
                <a:gd name="T46" fmla="*/ 165 w 259"/>
                <a:gd name="T47" fmla="*/ 421 h 427"/>
                <a:gd name="T48" fmla="*/ 171 w 259"/>
                <a:gd name="T49" fmla="*/ 427 h 427"/>
                <a:gd name="T50" fmla="*/ 164 w 259"/>
                <a:gd name="T51" fmla="*/ 359 h 427"/>
                <a:gd name="T52" fmla="*/ 209 w 259"/>
                <a:gd name="T53" fmla="*/ 299 h 427"/>
                <a:gd name="T54" fmla="*/ 239 w 259"/>
                <a:gd name="T55" fmla="*/ 288 h 427"/>
                <a:gd name="T56" fmla="*/ 239 w 259"/>
                <a:gd name="T57" fmla="*/ 199 h 427"/>
                <a:gd name="T58" fmla="*/ 136 w 259"/>
                <a:gd name="T59" fmla="*/ 200 h 427"/>
                <a:gd name="T60" fmla="*/ 102 w 259"/>
                <a:gd name="T61" fmla="*/ 166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59" h="427">
                  <a:moveTo>
                    <a:pt x="102" y="166"/>
                  </a:moveTo>
                  <a:cubicBezTo>
                    <a:pt x="102" y="148"/>
                    <a:pt x="117" y="132"/>
                    <a:pt x="136" y="132"/>
                  </a:cubicBezTo>
                  <a:cubicBezTo>
                    <a:pt x="239" y="131"/>
                    <a:pt x="239" y="131"/>
                    <a:pt x="239" y="131"/>
                  </a:cubicBezTo>
                  <a:cubicBezTo>
                    <a:pt x="239" y="76"/>
                    <a:pt x="239" y="76"/>
                    <a:pt x="239" y="76"/>
                  </a:cubicBezTo>
                  <a:cubicBezTo>
                    <a:pt x="243" y="75"/>
                    <a:pt x="247" y="74"/>
                    <a:pt x="252" y="72"/>
                  </a:cubicBezTo>
                  <a:cubicBezTo>
                    <a:pt x="250" y="65"/>
                    <a:pt x="249" y="57"/>
                    <a:pt x="248" y="49"/>
                  </a:cubicBezTo>
                  <a:cubicBezTo>
                    <a:pt x="247" y="31"/>
                    <a:pt x="252" y="15"/>
                    <a:pt x="259" y="0"/>
                  </a:cubicBezTo>
                  <a:cubicBezTo>
                    <a:pt x="245" y="8"/>
                    <a:pt x="232" y="12"/>
                    <a:pt x="222" y="14"/>
                  </a:cubicBezTo>
                  <a:cubicBezTo>
                    <a:pt x="217" y="16"/>
                    <a:pt x="214" y="16"/>
                    <a:pt x="211" y="17"/>
                  </a:cubicBezTo>
                  <a:cubicBezTo>
                    <a:pt x="210" y="17"/>
                    <a:pt x="209" y="17"/>
                    <a:pt x="208" y="17"/>
                  </a:cubicBezTo>
                  <a:cubicBezTo>
                    <a:pt x="53" y="17"/>
                    <a:pt x="53" y="17"/>
                    <a:pt x="53" y="17"/>
                  </a:cubicBezTo>
                  <a:cubicBezTo>
                    <a:pt x="52" y="17"/>
                    <a:pt x="52" y="17"/>
                    <a:pt x="51" y="17"/>
                  </a:cubicBezTo>
                  <a:cubicBezTo>
                    <a:pt x="42" y="15"/>
                    <a:pt x="25" y="11"/>
                    <a:pt x="5" y="1"/>
                  </a:cubicBezTo>
                  <a:cubicBezTo>
                    <a:pt x="4" y="28"/>
                    <a:pt x="3" y="50"/>
                    <a:pt x="0" y="69"/>
                  </a:cubicBezTo>
                  <a:cubicBezTo>
                    <a:pt x="8" y="72"/>
                    <a:pt x="16" y="75"/>
                    <a:pt x="22" y="76"/>
                  </a:cubicBezTo>
                  <a:cubicBezTo>
                    <a:pt x="22" y="415"/>
                    <a:pt x="22" y="415"/>
                    <a:pt x="22" y="415"/>
                  </a:cubicBezTo>
                  <a:cubicBezTo>
                    <a:pt x="73" y="415"/>
                    <a:pt x="109" y="409"/>
                    <a:pt x="113" y="409"/>
                  </a:cubicBezTo>
                  <a:cubicBezTo>
                    <a:pt x="114" y="409"/>
                    <a:pt x="114" y="409"/>
                    <a:pt x="114" y="409"/>
                  </a:cubicBezTo>
                  <a:cubicBezTo>
                    <a:pt x="117" y="408"/>
                    <a:pt x="119" y="408"/>
                    <a:pt x="121" y="408"/>
                  </a:cubicBezTo>
                  <a:cubicBezTo>
                    <a:pt x="121" y="408"/>
                    <a:pt x="121" y="408"/>
                    <a:pt x="121" y="408"/>
                  </a:cubicBezTo>
                  <a:cubicBezTo>
                    <a:pt x="121" y="352"/>
                    <a:pt x="121" y="352"/>
                    <a:pt x="121" y="352"/>
                  </a:cubicBezTo>
                  <a:cubicBezTo>
                    <a:pt x="140" y="352"/>
                    <a:pt x="140" y="352"/>
                    <a:pt x="140" y="352"/>
                  </a:cubicBezTo>
                  <a:cubicBezTo>
                    <a:pt x="140" y="410"/>
                    <a:pt x="140" y="410"/>
                    <a:pt x="140" y="410"/>
                  </a:cubicBezTo>
                  <a:cubicBezTo>
                    <a:pt x="149" y="411"/>
                    <a:pt x="159" y="415"/>
                    <a:pt x="165" y="421"/>
                  </a:cubicBezTo>
                  <a:cubicBezTo>
                    <a:pt x="171" y="427"/>
                    <a:pt x="171" y="427"/>
                    <a:pt x="171" y="427"/>
                  </a:cubicBezTo>
                  <a:cubicBezTo>
                    <a:pt x="161" y="406"/>
                    <a:pt x="158" y="382"/>
                    <a:pt x="164" y="359"/>
                  </a:cubicBezTo>
                  <a:cubicBezTo>
                    <a:pt x="171" y="334"/>
                    <a:pt x="187" y="312"/>
                    <a:pt x="209" y="299"/>
                  </a:cubicBezTo>
                  <a:cubicBezTo>
                    <a:pt x="219" y="294"/>
                    <a:pt x="229" y="290"/>
                    <a:pt x="239" y="288"/>
                  </a:cubicBezTo>
                  <a:cubicBezTo>
                    <a:pt x="239" y="199"/>
                    <a:pt x="239" y="199"/>
                    <a:pt x="239" y="199"/>
                  </a:cubicBezTo>
                  <a:cubicBezTo>
                    <a:pt x="136" y="200"/>
                    <a:pt x="136" y="200"/>
                    <a:pt x="136" y="200"/>
                  </a:cubicBezTo>
                  <a:cubicBezTo>
                    <a:pt x="117" y="200"/>
                    <a:pt x="102" y="185"/>
                    <a:pt x="102" y="1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119"/>
            <p:cNvSpPr>
              <a:spLocks/>
            </p:cNvSpPr>
            <p:nvPr/>
          </p:nvSpPr>
          <p:spPr bwMode="auto">
            <a:xfrm>
              <a:off x="11055350" y="2486025"/>
              <a:ext cx="115888" cy="74613"/>
            </a:xfrm>
            <a:custGeom>
              <a:avLst/>
              <a:gdLst>
                <a:gd name="T0" fmla="*/ 78 w 78"/>
                <a:gd name="T1" fmla="*/ 45 h 51"/>
                <a:gd name="T2" fmla="*/ 78 w 78"/>
                <a:gd name="T3" fmla="*/ 0 h 51"/>
                <a:gd name="T4" fmla="*/ 0 w 78"/>
                <a:gd name="T5" fmla="*/ 51 h 51"/>
                <a:gd name="T6" fmla="*/ 78 w 78"/>
                <a:gd name="T7" fmla="*/ 45 h 51"/>
              </a:gdLst>
              <a:ahLst/>
              <a:cxnLst>
                <a:cxn ang="0">
                  <a:pos x="T0" y="T1"/>
                </a:cxn>
                <a:cxn ang="0">
                  <a:pos x="T2" y="T3"/>
                </a:cxn>
                <a:cxn ang="0">
                  <a:pos x="T4" y="T5"/>
                </a:cxn>
                <a:cxn ang="0">
                  <a:pos x="T6" y="T7"/>
                </a:cxn>
              </a:cxnLst>
              <a:rect l="0" t="0" r="r" b="b"/>
              <a:pathLst>
                <a:path w="78" h="51">
                  <a:moveTo>
                    <a:pt x="78" y="45"/>
                  </a:moveTo>
                  <a:cubicBezTo>
                    <a:pt x="78" y="0"/>
                    <a:pt x="78" y="0"/>
                    <a:pt x="78" y="0"/>
                  </a:cubicBezTo>
                  <a:cubicBezTo>
                    <a:pt x="53" y="19"/>
                    <a:pt x="27" y="36"/>
                    <a:pt x="0" y="51"/>
                  </a:cubicBezTo>
                  <a:cubicBezTo>
                    <a:pt x="37" y="51"/>
                    <a:pt x="62" y="48"/>
                    <a:pt x="78"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120"/>
            <p:cNvSpPr>
              <a:spLocks/>
            </p:cNvSpPr>
            <p:nvPr/>
          </p:nvSpPr>
          <p:spPr bwMode="auto">
            <a:xfrm>
              <a:off x="10850563" y="2271713"/>
              <a:ext cx="52388" cy="52388"/>
            </a:xfrm>
            <a:custGeom>
              <a:avLst/>
              <a:gdLst>
                <a:gd name="T0" fmla="*/ 35 w 35"/>
                <a:gd name="T1" fmla="*/ 0 h 36"/>
                <a:gd name="T2" fmla="*/ 0 w 35"/>
                <a:gd name="T3" fmla="*/ 1 h 36"/>
                <a:gd name="T4" fmla="*/ 0 w 35"/>
                <a:gd name="T5" fmla="*/ 36 h 36"/>
                <a:gd name="T6" fmla="*/ 35 w 35"/>
                <a:gd name="T7" fmla="*/ 0 h 36"/>
              </a:gdLst>
              <a:ahLst/>
              <a:cxnLst>
                <a:cxn ang="0">
                  <a:pos x="T0" y="T1"/>
                </a:cxn>
                <a:cxn ang="0">
                  <a:pos x="T2" y="T3"/>
                </a:cxn>
                <a:cxn ang="0">
                  <a:pos x="T4" y="T5"/>
                </a:cxn>
                <a:cxn ang="0">
                  <a:pos x="T6" y="T7"/>
                </a:cxn>
              </a:cxnLst>
              <a:rect l="0" t="0" r="r" b="b"/>
              <a:pathLst>
                <a:path w="35" h="36">
                  <a:moveTo>
                    <a:pt x="35" y="0"/>
                  </a:moveTo>
                  <a:cubicBezTo>
                    <a:pt x="24" y="1"/>
                    <a:pt x="12" y="1"/>
                    <a:pt x="0" y="1"/>
                  </a:cubicBezTo>
                  <a:cubicBezTo>
                    <a:pt x="0" y="36"/>
                    <a:pt x="0" y="36"/>
                    <a:pt x="0" y="36"/>
                  </a:cubicBezTo>
                  <a:cubicBezTo>
                    <a:pt x="14" y="26"/>
                    <a:pt x="25" y="14"/>
                    <a:pt x="3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Oval 121"/>
            <p:cNvSpPr>
              <a:spLocks noChangeArrowheads="1"/>
            </p:cNvSpPr>
            <p:nvPr/>
          </p:nvSpPr>
          <p:spPr bwMode="auto">
            <a:xfrm>
              <a:off x="10879138" y="1268413"/>
              <a:ext cx="265113" cy="2651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122"/>
            <p:cNvSpPr>
              <a:spLocks/>
            </p:cNvSpPr>
            <p:nvPr/>
          </p:nvSpPr>
          <p:spPr bwMode="auto">
            <a:xfrm>
              <a:off x="10980738" y="1292225"/>
              <a:ext cx="877888" cy="1370013"/>
            </a:xfrm>
            <a:custGeom>
              <a:avLst/>
              <a:gdLst>
                <a:gd name="T0" fmla="*/ 483 w 595"/>
                <a:gd name="T1" fmla="*/ 41 h 929"/>
                <a:gd name="T2" fmla="*/ 471 w 595"/>
                <a:gd name="T3" fmla="*/ 6 h 929"/>
                <a:gd name="T4" fmla="*/ 437 w 595"/>
                <a:gd name="T5" fmla="*/ 18 h 929"/>
                <a:gd name="T6" fmla="*/ 332 w 595"/>
                <a:gd name="T7" fmla="*/ 235 h 929"/>
                <a:gd name="T8" fmla="*/ 240 w 595"/>
                <a:gd name="T9" fmla="*/ 313 h 929"/>
                <a:gd name="T10" fmla="*/ 236 w 595"/>
                <a:gd name="T11" fmla="*/ 313 h 929"/>
                <a:gd name="T12" fmla="*/ 207 w 595"/>
                <a:gd name="T13" fmla="*/ 309 h 929"/>
                <a:gd name="T14" fmla="*/ 26 w 595"/>
                <a:gd name="T15" fmla="*/ 310 h 929"/>
                <a:gd name="T16" fmla="*/ 0 w 595"/>
                <a:gd name="T17" fmla="*/ 336 h 929"/>
                <a:gd name="T18" fmla="*/ 26 w 595"/>
                <a:gd name="T19" fmla="*/ 362 h 929"/>
                <a:gd name="T20" fmla="*/ 26 w 595"/>
                <a:gd name="T21" fmla="*/ 362 h 929"/>
                <a:gd name="T22" fmla="*/ 225 w 595"/>
                <a:gd name="T23" fmla="*/ 361 h 929"/>
                <a:gd name="T24" fmla="*/ 279 w 595"/>
                <a:gd name="T25" fmla="*/ 663 h 929"/>
                <a:gd name="T26" fmla="*/ 336 w 595"/>
                <a:gd name="T27" fmla="*/ 649 h 929"/>
                <a:gd name="T28" fmla="*/ 336 w 595"/>
                <a:gd name="T29" fmla="*/ 889 h 929"/>
                <a:gd name="T30" fmla="*/ 376 w 595"/>
                <a:gd name="T31" fmla="*/ 929 h 929"/>
                <a:gd name="T32" fmla="*/ 416 w 595"/>
                <a:gd name="T33" fmla="*/ 889 h 929"/>
                <a:gd name="T34" fmla="*/ 416 w 595"/>
                <a:gd name="T35" fmla="*/ 629 h 929"/>
                <a:gd name="T36" fmla="*/ 430 w 595"/>
                <a:gd name="T37" fmla="*/ 626 h 929"/>
                <a:gd name="T38" fmla="*/ 430 w 595"/>
                <a:gd name="T39" fmla="*/ 889 h 929"/>
                <a:gd name="T40" fmla="*/ 470 w 595"/>
                <a:gd name="T41" fmla="*/ 929 h 929"/>
                <a:gd name="T42" fmla="*/ 510 w 595"/>
                <a:gd name="T43" fmla="*/ 889 h 929"/>
                <a:gd name="T44" fmla="*/ 510 w 595"/>
                <a:gd name="T45" fmla="*/ 606 h 929"/>
                <a:gd name="T46" fmla="*/ 595 w 595"/>
                <a:gd name="T47" fmla="*/ 585 h 929"/>
                <a:gd name="T48" fmla="*/ 377 w 595"/>
                <a:gd name="T49" fmla="*/ 261 h 929"/>
                <a:gd name="T50" fmla="*/ 483 w 595"/>
                <a:gd name="T51" fmla="*/ 41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95" h="929">
                  <a:moveTo>
                    <a:pt x="483" y="41"/>
                  </a:moveTo>
                  <a:cubicBezTo>
                    <a:pt x="490" y="28"/>
                    <a:pt x="484" y="12"/>
                    <a:pt x="471" y="6"/>
                  </a:cubicBezTo>
                  <a:cubicBezTo>
                    <a:pt x="458" y="0"/>
                    <a:pt x="443" y="5"/>
                    <a:pt x="437" y="18"/>
                  </a:cubicBezTo>
                  <a:cubicBezTo>
                    <a:pt x="332" y="235"/>
                    <a:pt x="332" y="235"/>
                    <a:pt x="332" y="235"/>
                  </a:cubicBezTo>
                  <a:cubicBezTo>
                    <a:pt x="323" y="278"/>
                    <a:pt x="286" y="311"/>
                    <a:pt x="240" y="313"/>
                  </a:cubicBezTo>
                  <a:cubicBezTo>
                    <a:pt x="239" y="313"/>
                    <a:pt x="237" y="313"/>
                    <a:pt x="236" y="313"/>
                  </a:cubicBezTo>
                  <a:cubicBezTo>
                    <a:pt x="226" y="313"/>
                    <a:pt x="216" y="312"/>
                    <a:pt x="207" y="309"/>
                  </a:cubicBezTo>
                  <a:cubicBezTo>
                    <a:pt x="26" y="310"/>
                    <a:pt x="26" y="310"/>
                    <a:pt x="26" y="310"/>
                  </a:cubicBezTo>
                  <a:cubicBezTo>
                    <a:pt x="12" y="310"/>
                    <a:pt x="0" y="322"/>
                    <a:pt x="0" y="336"/>
                  </a:cubicBezTo>
                  <a:cubicBezTo>
                    <a:pt x="0" y="351"/>
                    <a:pt x="12" y="362"/>
                    <a:pt x="26" y="362"/>
                  </a:cubicBezTo>
                  <a:cubicBezTo>
                    <a:pt x="26" y="362"/>
                    <a:pt x="26" y="362"/>
                    <a:pt x="26" y="362"/>
                  </a:cubicBezTo>
                  <a:cubicBezTo>
                    <a:pt x="225" y="361"/>
                    <a:pt x="225" y="361"/>
                    <a:pt x="225" y="361"/>
                  </a:cubicBezTo>
                  <a:cubicBezTo>
                    <a:pt x="261" y="461"/>
                    <a:pt x="279" y="564"/>
                    <a:pt x="279" y="663"/>
                  </a:cubicBezTo>
                  <a:cubicBezTo>
                    <a:pt x="298" y="659"/>
                    <a:pt x="317" y="654"/>
                    <a:pt x="336" y="649"/>
                  </a:cubicBezTo>
                  <a:cubicBezTo>
                    <a:pt x="336" y="889"/>
                    <a:pt x="336" y="889"/>
                    <a:pt x="336" y="889"/>
                  </a:cubicBezTo>
                  <a:cubicBezTo>
                    <a:pt x="336" y="911"/>
                    <a:pt x="354" y="929"/>
                    <a:pt x="376" y="929"/>
                  </a:cubicBezTo>
                  <a:cubicBezTo>
                    <a:pt x="399" y="929"/>
                    <a:pt x="416" y="911"/>
                    <a:pt x="416" y="889"/>
                  </a:cubicBezTo>
                  <a:cubicBezTo>
                    <a:pt x="416" y="629"/>
                    <a:pt x="416" y="629"/>
                    <a:pt x="416" y="629"/>
                  </a:cubicBezTo>
                  <a:cubicBezTo>
                    <a:pt x="421" y="628"/>
                    <a:pt x="425" y="627"/>
                    <a:pt x="430" y="626"/>
                  </a:cubicBezTo>
                  <a:cubicBezTo>
                    <a:pt x="430" y="889"/>
                    <a:pt x="430" y="889"/>
                    <a:pt x="430" y="889"/>
                  </a:cubicBezTo>
                  <a:cubicBezTo>
                    <a:pt x="430" y="911"/>
                    <a:pt x="448" y="929"/>
                    <a:pt x="470" y="929"/>
                  </a:cubicBezTo>
                  <a:cubicBezTo>
                    <a:pt x="492" y="929"/>
                    <a:pt x="510" y="911"/>
                    <a:pt x="510" y="889"/>
                  </a:cubicBezTo>
                  <a:cubicBezTo>
                    <a:pt x="510" y="606"/>
                    <a:pt x="510" y="606"/>
                    <a:pt x="510" y="606"/>
                  </a:cubicBezTo>
                  <a:cubicBezTo>
                    <a:pt x="538" y="599"/>
                    <a:pt x="567" y="592"/>
                    <a:pt x="595" y="585"/>
                  </a:cubicBezTo>
                  <a:cubicBezTo>
                    <a:pt x="539" y="462"/>
                    <a:pt x="465" y="353"/>
                    <a:pt x="377" y="261"/>
                  </a:cubicBezTo>
                  <a:lnTo>
                    <a:pt x="483"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123"/>
            <p:cNvSpPr>
              <a:spLocks/>
            </p:cNvSpPr>
            <p:nvPr/>
          </p:nvSpPr>
          <p:spPr bwMode="auto">
            <a:xfrm>
              <a:off x="11193463" y="1473200"/>
              <a:ext cx="271463" cy="271463"/>
            </a:xfrm>
            <a:custGeom>
              <a:avLst/>
              <a:gdLst>
                <a:gd name="T0" fmla="*/ 88 w 184"/>
                <a:gd name="T1" fmla="*/ 2 h 184"/>
                <a:gd name="T2" fmla="*/ 2 w 184"/>
                <a:gd name="T3" fmla="*/ 96 h 184"/>
                <a:gd name="T4" fmla="*/ 96 w 184"/>
                <a:gd name="T5" fmla="*/ 182 h 184"/>
                <a:gd name="T6" fmla="*/ 182 w 184"/>
                <a:gd name="T7" fmla="*/ 88 h 184"/>
                <a:gd name="T8" fmla="*/ 88 w 184"/>
                <a:gd name="T9" fmla="*/ 2 h 184"/>
              </a:gdLst>
              <a:ahLst/>
              <a:cxnLst>
                <a:cxn ang="0">
                  <a:pos x="T0" y="T1"/>
                </a:cxn>
                <a:cxn ang="0">
                  <a:pos x="T2" y="T3"/>
                </a:cxn>
                <a:cxn ang="0">
                  <a:pos x="T4" y="T5"/>
                </a:cxn>
                <a:cxn ang="0">
                  <a:pos x="T6" y="T7"/>
                </a:cxn>
                <a:cxn ang="0">
                  <a:pos x="T8" y="T9"/>
                </a:cxn>
              </a:cxnLst>
              <a:rect l="0" t="0" r="r" b="b"/>
              <a:pathLst>
                <a:path w="184" h="184">
                  <a:moveTo>
                    <a:pt x="88" y="2"/>
                  </a:moveTo>
                  <a:cubicBezTo>
                    <a:pt x="39" y="4"/>
                    <a:pt x="0" y="46"/>
                    <a:pt x="2" y="96"/>
                  </a:cubicBezTo>
                  <a:cubicBezTo>
                    <a:pt x="4" y="145"/>
                    <a:pt x="46" y="184"/>
                    <a:pt x="96" y="182"/>
                  </a:cubicBezTo>
                  <a:cubicBezTo>
                    <a:pt x="145" y="180"/>
                    <a:pt x="184" y="138"/>
                    <a:pt x="182" y="88"/>
                  </a:cubicBezTo>
                  <a:cubicBezTo>
                    <a:pt x="180" y="39"/>
                    <a:pt x="138" y="0"/>
                    <a:pt x="8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124"/>
            <p:cNvSpPr>
              <a:spLocks/>
            </p:cNvSpPr>
            <p:nvPr/>
          </p:nvSpPr>
          <p:spPr bwMode="auto">
            <a:xfrm>
              <a:off x="10587038" y="2443163"/>
              <a:ext cx="9525" cy="7938"/>
            </a:xfrm>
            <a:custGeom>
              <a:avLst/>
              <a:gdLst>
                <a:gd name="T0" fmla="*/ 0 w 7"/>
                <a:gd name="T1" fmla="*/ 4 h 5"/>
                <a:gd name="T2" fmla="*/ 7 w 7"/>
                <a:gd name="T3" fmla="*/ 5 h 5"/>
                <a:gd name="T4" fmla="*/ 2 w 7"/>
                <a:gd name="T5" fmla="*/ 0 h 5"/>
                <a:gd name="T6" fmla="*/ 0 w 7"/>
                <a:gd name="T7" fmla="*/ 4 h 5"/>
              </a:gdLst>
              <a:ahLst/>
              <a:cxnLst>
                <a:cxn ang="0">
                  <a:pos x="T0" y="T1"/>
                </a:cxn>
                <a:cxn ang="0">
                  <a:pos x="T2" y="T3"/>
                </a:cxn>
                <a:cxn ang="0">
                  <a:pos x="T4" y="T5"/>
                </a:cxn>
                <a:cxn ang="0">
                  <a:pos x="T6" y="T7"/>
                </a:cxn>
              </a:cxnLst>
              <a:rect l="0" t="0" r="r" b="b"/>
              <a:pathLst>
                <a:path w="7" h="5">
                  <a:moveTo>
                    <a:pt x="0" y="4"/>
                  </a:moveTo>
                  <a:cubicBezTo>
                    <a:pt x="3" y="5"/>
                    <a:pt x="5" y="5"/>
                    <a:pt x="7" y="5"/>
                  </a:cubicBezTo>
                  <a:cubicBezTo>
                    <a:pt x="2" y="0"/>
                    <a:pt x="2" y="0"/>
                    <a:pt x="2" y="0"/>
                  </a:cubicBezTo>
                  <a:lnTo>
                    <a:pt x="0"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125"/>
            <p:cNvSpPr>
              <a:spLocks/>
            </p:cNvSpPr>
            <p:nvPr/>
          </p:nvSpPr>
          <p:spPr bwMode="auto">
            <a:xfrm>
              <a:off x="10590213" y="2622550"/>
              <a:ext cx="101600" cy="46038"/>
            </a:xfrm>
            <a:custGeom>
              <a:avLst/>
              <a:gdLst>
                <a:gd name="T0" fmla="*/ 0 w 69"/>
                <a:gd name="T1" fmla="*/ 0 h 31"/>
                <a:gd name="T2" fmla="*/ 51 w 69"/>
                <a:gd name="T3" fmla="*/ 28 h 31"/>
                <a:gd name="T4" fmla="*/ 69 w 69"/>
                <a:gd name="T5" fmla="*/ 22 h 31"/>
                <a:gd name="T6" fmla="*/ 46 w 69"/>
                <a:gd name="T7" fmla="*/ 12 h 31"/>
                <a:gd name="T8" fmla="*/ 0 w 69"/>
                <a:gd name="T9" fmla="*/ 0 h 31"/>
              </a:gdLst>
              <a:ahLst/>
              <a:cxnLst>
                <a:cxn ang="0">
                  <a:pos x="T0" y="T1"/>
                </a:cxn>
                <a:cxn ang="0">
                  <a:pos x="T2" y="T3"/>
                </a:cxn>
                <a:cxn ang="0">
                  <a:pos x="T4" y="T5"/>
                </a:cxn>
                <a:cxn ang="0">
                  <a:pos x="T6" y="T7"/>
                </a:cxn>
                <a:cxn ang="0">
                  <a:pos x="T8" y="T9"/>
                </a:cxn>
              </a:cxnLst>
              <a:rect l="0" t="0" r="r" b="b"/>
              <a:pathLst>
                <a:path w="69" h="31">
                  <a:moveTo>
                    <a:pt x="0" y="0"/>
                  </a:moveTo>
                  <a:cubicBezTo>
                    <a:pt x="8" y="19"/>
                    <a:pt x="29" y="31"/>
                    <a:pt x="51" y="28"/>
                  </a:cubicBezTo>
                  <a:cubicBezTo>
                    <a:pt x="58" y="27"/>
                    <a:pt x="64" y="25"/>
                    <a:pt x="69" y="22"/>
                  </a:cubicBezTo>
                  <a:cubicBezTo>
                    <a:pt x="59" y="18"/>
                    <a:pt x="49" y="13"/>
                    <a:pt x="46" y="12"/>
                  </a:cubicBezTo>
                  <a:cubicBezTo>
                    <a:pt x="34" y="8"/>
                    <a:pt x="19"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126"/>
            <p:cNvSpPr>
              <a:spLocks/>
            </p:cNvSpPr>
            <p:nvPr/>
          </p:nvSpPr>
          <p:spPr bwMode="auto">
            <a:xfrm>
              <a:off x="10628313" y="2252663"/>
              <a:ext cx="63500" cy="52388"/>
            </a:xfrm>
            <a:custGeom>
              <a:avLst/>
              <a:gdLst>
                <a:gd name="T0" fmla="*/ 0 w 43"/>
                <a:gd name="T1" fmla="*/ 0 h 36"/>
                <a:gd name="T2" fmla="*/ 43 w 43"/>
                <a:gd name="T3" fmla="*/ 36 h 36"/>
                <a:gd name="T4" fmla="*/ 39 w 43"/>
                <a:gd name="T5" fmla="*/ 7 h 36"/>
                <a:gd name="T6" fmla="*/ 0 w 43"/>
                <a:gd name="T7" fmla="*/ 0 h 36"/>
              </a:gdLst>
              <a:ahLst/>
              <a:cxnLst>
                <a:cxn ang="0">
                  <a:pos x="T0" y="T1"/>
                </a:cxn>
                <a:cxn ang="0">
                  <a:pos x="T2" y="T3"/>
                </a:cxn>
                <a:cxn ang="0">
                  <a:pos x="T4" y="T5"/>
                </a:cxn>
                <a:cxn ang="0">
                  <a:pos x="T6" y="T7"/>
                </a:cxn>
              </a:cxnLst>
              <a:rect l="0" t="0" r="r" b="b"/>
              <a:pathLst>
                <a:path w="43" h="36">
                  <a:moveTo>
                    <a:pt x="0" y="0"/>
                  </a:moveTo>
                  <a:cubicBezTo>
                    <a:pt x="43" y="36"/>
                    <a:pt x="43" y="36"/>
                    <a:pt x="43" y="36"/>
                  </a:cubicBezTo>
                  <a:cubicBezTo>
                    <a:pt x="39" y="7"/>
                    <a:pt x="39" y="7"/>
                    <a:pt x="39" y="7"/>
                  </a:cubicBezTo>
                  <a:cubicBezTo>
                    <a:pt x="26" y="5"/>
                    <a:pt x="13"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27"/>
            <p:cNvSpPr>
              <a:spLocks/>
            </p:cNvSpPr>
            <p:nvPr/>
          </p:nvSpPr>
          <p:spPr bwMode="auto">
            <a:xfrm>
              <a:off x="10066338" y="1111250"/>
              <a:ext cx="747713" cy="1355725"/>
            </a:xfrm>
            <a:custGeom>
              <a:avLst/>
              <a:gdLst>
                <a:gd name="T0" fmla="*/ 244 w 506"/>
                <a:gd name="T1" fmla="*/ 863 h 918"/>
                <a:gd name="T2" fmla="*/ 273 w 506"/>
                <a:gd name="T3" fmla="*/ 644 h 918"/>
                <a:gd name="T4" fmla="*/ 302 w 506"/>
                <a:gd name="T5" fmla="*/ 644 h 918"/>
                <a:gd name="T6" fmla="*/ 306 w 506"/>
                <a:gd name="T7" fmla="*/ 678 h 918"/>
                <a:gd name="T8" fmla="*/ 321 w 506"/>
                <a:gd name="T9" fmla="*/ 676 h 918"/>
                <a:gd name="T10" fmla="*/ 334 w 506"/>
                <a:gd name="T11" fmla="*/ 678 h 918"/>
                <a:gd name="T12" fmla="*/ 409 w 506"/>
                <a:gd name="T13" fmla="*/ 697 h 918"/>
                <a:gd name="T14" fmla="*/ 396 w 506"/>
                <a:gd name="T15" fmla="*/ 596 h 918"/>
                <a:gd name="T16" fmla="*/ 396 w 506"/>
                <a:gd name="T17" fmla="*/ 437 h 918"/>
                <a:gd name="T18" fmla="*/ 411 w 506"/>
                <a:gd name="T19" fmla="*/ 448 h 918"/>
                <a:gd name="T20" fmla="*/ 436 w 506"/>
                <a:gd name="T21" fmla="*/ 454 h 918"/>
                <a:gd name="T22" fmla="*/ 437 w 506"/>
                <a:gd name="T23" fmla="*/ 454 h 918"/>
                <a:gd name="T24" fmla="*/ 437 w 506"/>
                <a:gd name="T25" fmla="*/ 454 h 918"/>
                <a:gd name="T26" fmla="*/ 458 w 506"/>
                <a:gd name="T27" fmla="*/ 450 h 918"/>
                <a:gd name="T28" fmla="*/ 484 w 506"/>
                <a:gd name="T29" fmla="*/ 424 h 918"/>
                <a:gd name="T30" fmla="*/ 501 w 506"/>
                <a:gd name="T31" fmla="*/ 368 h 918"/>
                <a:gd name="T32" fmla="*/ 506 w 506"/>
                <a:gd name="T33" fmla="*/ 276 h 918"/>
                <a:gd name="T34" fmla="*/ 506 w 506"/>
                <a:gd name="T35" fmla="*/ 251 h 918"/>
                <a:gd name="T36" fmla="*/ 473 w 506"/>
                <a:gd name="T37" fmla="*/ 219 h 918"/>
                <a:gd name="T38" fmla="*/ 442 w 506"/>
                <a:gd name="T39" fmla="*/ 252 h 918"/>
                <a:gd name="T40" fmla="*/ 442 w 506"/>
                <a:gd name="T41" fmla="*/ 276 h 918"/>
                <a:gd name="T42" fmla="*/ 432 w 506"/>
                <a:gd name="T43" fmla="*/ 382 h 918"/>
                <a:gd name="T44" fmla="*/ 432 w 506"/>
                <a:gd name="T45" fmla="*/ 384 h 918"/>
                <a:gd name="T46" fmla="*/ 429 w 506"/>
                <a:gd name="T47" fmla="*/ 381 h 918"/>
                <a:gd name="T48" fmla="*/ 429 w 506"/>
                <a:gd name="T49" fmla="*/ 380 h 918"/>
                <a:gd name="T50" fmla="*/ 409 w 506"/>
                <a:gd name="T51" fmla="*/ 352 h 918"/>
                <a:gd name="T52" fmla="*/ 402 w 506"/>
                <a:gd name="T53" fmla="*/ 341 h 918"/>
                <a:gd name="T54" fmla="*/ 401 w 506"/>
                <a:gd name="T55" fmla="*/ 338 h 918"/>
                <a:gd name="T56" fmla="*/ 400 w 506"/>
                <a:gd name="T57" fmla="*/ 337 h 918"/>
                <a:gd name="T58" fmla="*/ 393 w 506"/>
                <a:gd name="T59" fmla="*/ 327 h 918"/>
                <a:gd name="T60" fmla="*/ 365 w 506"/>
                <a:gd name="T61" fmla="*/ 309 h 918"/>
                <a:gd name="T62" fmla="*/ 230 w 506"/>
                <a:gd name="T63" fmla="*/ 309 h 918"/>
                <a:gd name="T64" fmla="*/ 65 w 506"/>
                <a:gd name="T65" fmla="*/ 21 h 918"/>
                <a:gd name="T66" fmla="*/ 21 w 506"/>
                <a:gd name="T67" fmla="*/ 9 h 918"/>
                <a:gd name="T68" fmla="*/ 9 w 506"/>
                <a:gd name="T69" fmla="*/ 52 h 918"/>
                <a:gd name="T70" fmla="*/ 122 w 506"/>
                <a:gd name="T71" fmla="*/ 248 h 918"/>
                <a:gd name="T72" fmla="*/ 177 w 506"/>
                <a:gd name="T73" fmla="*/ 340 h 918"/>
                <a:gd name="T74" fmla="*/ 176 w 506"/>
                <a:gd name="T75" fmla="*/ 343 h 918"/>
                <a:gd name="T76" fmla="*/ 179 w 506"/>
                <a:gd name="T77" fmla="*/ 348 h 918"/>
                <a:gd name="T78" fmla="*/ 179 w 506"/>
                <a:gd name="T79" fmla="*/ 596 h 918"/>
                <a:gd name="T80" fmla="*/ 138 w 506"/>
                <a:gd name="T81" fmla="*/ 918 h 918"/>
                <a:gd name="T82" fmla="*/ 228 w 506"/>
                <a:gd name="T83" fmla="*/ 903 h 918"/>
                <a:gd name="T84" fmla="*/ 244 w 506"/>
                <a:gd name="T85" fmla="*/ 863 h 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6" h="918">
                  <a:moveTo>
                    <a:pt x="244" y="863"/>
                  </a:moveTo>
                  <a:cubicBezTo>
                    <a:pt x="273" y="644"/>
                    <a:pt x="273" y="644"/>
                    <a:pt x="273" y="644"/>
                  </a:cubicBezTo>
                  <a:cubicBezTo>
                    <a:pt x="302" y="644"/>
                    <a:pt x="302" y="644"/>
                    <a:pt x="302" y="644"/>
                  </a:cubicBezTo>
                  <a:cubicBezTo>
                    <a:pt x="306" y="678"/>
                    <a:pt x="306" y="678"/>
                    <a:pt x="306" y="678"/>
                  </a:cubicBezTo>
                  <a:cubicBezTo>
                    <a:pt x="311" y="677"/>
                    <a:pt x="316" y="676"/>
                    <a:pt x="321" y="676"/>
                  </a:cubicBezTo>
                  <a:cubicBezTo>
                    <a:pt x="326" y="676"/>
                    <a:pt x="330" y="676"/>
                    <a:pt x="334" y="678"/>
                  </a:cubicBezTo>
                  <a:cubicBezTo>
                    <a:pt x="359" y="686"/>
                    <a:pt x="384" y="692"/>
                    <a:pt x="409" y="697"/>
                  </a:cubicBezTo>
                  <a:cubicBezTo>
                    <a:pt x="396" y="596"/>
                    <a:pt x="396" y="596"/>
                    <a:pt x="396" y="596"/>
                  </a:cubicBezTo>
                  <a:cubicBezTo>
                    <a:pt x="396" y="437"/>
                    <a:pt x="396" y="437"/>
                    <a:pt x="396" y="437"/>
                  </a:cubicBezTo>
                  <a:cubicBezTo>
                    <a:pt x="400" y="441"/>
                    <a:pt x="405" y="445"/>
                    <a:pt x="411" y="448"/>
                  </a:cubicBezTo>
                  <a:cubicBezTo>
                    <a:pt x="418" y="451"/>
                    <a:pt x="426" y="454"/>
                    <a:pt x="436" y="454"/>
                  </a:cubicBezTo>
                  <a:cubicBezTo>
                    <a:pt x="436" y="454"/>
                    <a:pt x="437" y="454"/>
                    <a:pt x="437" y="454"/>
                  </a:cubicBezTo>
                  <a:cubicBezTo>
                    <a:pt x="437" y="454"/>
                    <a:pt x="437" y="454"/>
                    <a:pt x="437" y="454"/>
                  </a:cubicBezTo>
                  <a:cubicBezTo>
                    <a:pt x="444" y="454"/>
                    <a:pt x="451" y="453"/>
                    <a:pt x="458" y="450"/>
                  </a:cubicBezTo>
                  <a:cubicBezTo>
                    <a:pt x="470" y="444"/>
                    <a:pt x="478" y="434"/>
                    <a:pt x="484" y="424"/>
                  </a:cubicBezTo>
                  <a:cubicBezTo>
                    <a:pt x="492" y="409"/>
                    <a:pt x="497" y="391"/>
                    <a:pt x="501" y="368"/>
                  </a:cubicBezTo>
                  <a:cubicBezTo>
                    <a:pt x="504" y="344"/>
                    <a:pt x="506" y="314"/>
                    <a:pt x="506" y="276"/>
                  </a:cubicBezTo>
                  <a:cubicBezTo>
                    <a:pt x="506" y="268"/>
                    <a:pt x="506" y="259"/>
                    <a:pt x="506" y="251"/>
                  </a:cubicBezTo>
                  <a:cubicBezTo>
                    <a:pt x="505" y="233"/>
                    <a:pt x="491" y="219"/>
                    <a:pt x="473" y="219"/>
                  </a:cubicBezTo>
                  <a:cubicBezTo>
                    <a:pt x="455" y="220"/>
                    <a:pt x="441" y="234"/>
                    <a:pt x="442" y="252"/>
                  </a:cubicBezTo>
                  <a:cubicBezTo>
                    <a:pt x="442" y="260"/>
                    <a:pt x="442" y="268"/>
                    <a:pt x="442" y="276"/>
                  </a:cubicBezTo>
                  <a:cubicBezTo>
                    <a:pt x="442" y="330"/>
                    <a:pt x="437" y="365"/>
                    <a:pt x="432" y="382"/>
                  </a:cubicBezTo>
                  <a:cubicBezTo>
                    <a:pt x="432" y="383"/>
                    <a:pt x="432" y="383"/>
                    <a:pt x="432" y="384"/>
                  </a:cubicBezTo>
                  <a:cubicBezTo>
                    <a:pt x="431" y="383"/>
                    <a:pt x="430" y="382"/>
                    <a:pt x="429" y="381"/>
                  </a:cubicBezTo>
                  <a:cubicBezTo>
                    <a:pt x="429" y="381"/>
                    <a:pt x="429" y="380"/>
                    <a:pt x="429" y="380"/>
                  </a:cubicBezTo>
                  <a:cubicBezTo>
                    <a:pt x="422" y="372"/>
                    <a:pt x="414" y="361"/>
                    <a:pt x="409" y="352"/>
                  </a:cubicBezTo>
                  <a:cubicBezTo>
                    <a:pt x="406" y="347"/>
                    <a:pt x="404" y="343"/>
                    <a:pt x="402" y="341"/>
                  </a:cubicBezTo>
                  <a:cubicBezTo>
                    <a:pt x="402" y="339"/>
                    <a:pt x="401" y="338"/>
                    <a:pt x="401" y="338"/>
                  </a:cubicBezTo>
                  <a:cubicBezTo>
                    <a:pt x="400" y="337"/>
                    <a:pt x="400" y="337"/>
                    <a:pt x="400" y="337"/>
                  </a:cubicBezTo>
                  <a:cubicBezTo>
                    <a:pt x="398" y="333"/>
                    <a:pt x="396" y="330"/>
                    <a:pt x="393" y="327"/>
                  </a:cubicBezTo>
                  <a:cubicBezTo>
                    <a:pt x="388" y="316"/>
                    <a:pt x="377" y="309"/>
                    <a:pt x="365" y="309"/>
                  </a:cubicBezTo>
                  <a:cubicBezTo>
                    <a:pt x="230" y="309"/>
                    <a:pt x="230" y="309"/>
                    <a:pt x="230" y="309"/>
                  </a:cubicBezTo>
                  <a:cubicBezTo>
                    <a:pt x="65" y="21"/>
                    <a:pt x="65" y="21"/>
                    <a:pt x="65" y="21"/>
                  </a:cubicBezTo>
                  <a:cubicBezTo>
                    <a:pt x="56" y="5"/>
                    <a:pt x="36" y="0"/>
                    <a:pt x="21" y="9"/>
                  </a:cubicBezTo>
                  <a:cubicBezTo>
                    <a:pt x="6" y="18"/>
                    <a:pt x="0" y="37"/>
                    <a:pt x="9" y="52"/>
                  </a:cubicBezTo>
                  <a:cubicBezTo>
                    <a:pt x="122" y="248"/>
                    <a:pt x="122" y="248"/>
                    <a:pt x="122" y="248"/>
                  </a:cubicBezTo>
                  <a:cubicBezTo>
                    <a:pt x="156" y="265"/>
                    <a:pt x="178" y="300"/>
                    <a:pt x="177" y="340"/>
                  </a:cubicBezTo>
                  <a:cubicBezTo>
                    <a:pt x="177" y="341"/>
                    <a:pt x="177" y="342"/>
                    <a:pt x="176" y="343"/>
                  </a:cubicBezTo>
                  <a:cubicBezTo>
                    <a:pt x="179" y="348"/>
                    <a:pt x="179" y="348"/>
                    <a:pt x="179" y="348"/>
                  </a:cubicBezTo>
                  <a:cubicBezTo>
                    <a:pt x="179" y="596"/>
                    <a:pt x="179" y="596"/>
                    <a:pt x="179" y="596"/>
                  </a:cubicBezTo>
                  <a:cubicBezTo>
                    <a:pt x="138" y="918"/>
                    <a:pt x="138" y="918"/>
                    <a:pt x="138" y="918"/>
                  </a:cubicBezTo>
                  <a:cubicBezTo>
                    <a:pt x="168" y="910"/>
                    <a:pt x="198" y="906"/>
                    <a:pt x="228" y="903"/>
                  </a:cubicBezTo>
                  <a:lnTo>
                    <a:pt x="244" y="8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128"/>
            <p:cNvSpPr>
              <a:spLocks/>
            </p:cNvSpPr>
            <p:nvPr/>
          </p:nvSpPr>
          <p:spPr bwMode="auto">
            <a:xfrm>
              <a:off x="10274300" y="2622550"/>
              <a:ext cx="95250" cy="44450"/>
            </a:xfrm>
            <a:custGeom>
              <a:avLst/>
              <a:gdLst>
                <a:gd name="T0" fmla="*/ 55 w 65"/>
                <a:gd name="T1" fmla="*/ 0 h 30"/>
                <a:gd name="T2" fmla="*/ 0 w 65"/>
                <a:gd name="T3" fmla="*/ 13 h 30"/>
                <a:gd name="T4" fmla="*/ 30 w 65"/>
                <a:gd name="T5" fmla="*/ 28 h 30"/>
                <a:gd name="T6" fmla="*/ 65 w 65"/>
                <a:gd name="T7" fmla="*/ 19 h 30"/>
                <a:gd name="T8" fmla="*/ 56 w 65"/>
                <a:gd name="T9" fmla="*/ 5 h 30"/>
                <a:gd name="T10" fmla="*/ 55 w 65"/>
                <a:gd name="T11" fmla="*/ 0 h 30"/>
              </a:gdLst>
              <a:ahLst/>
              <a:cxnLst>
                <a:cxn ang="0">
                  <a:pos x="T0" y="T1"/>
                </a:cxn>
                <a:cxn ang="0">
                  <a:pos x="T2" y="T3"/>
                </a:cxn>
                <a:cxn ang="0">
                  <a:pos x="T4" y="T5"/>
                </a:cxn>
                <a:cxn ang="0">
                  <a:pos x="T6" y="T7"/>
                </a:cxn>
                <a:cxn ang="0">
                  <a:pos x="T8" y="T9"/>
                </a:cxn>
                <a:cxn ang="0">
                  <a:pos x="T10" y="T11"/>
                </a:cxn>
              </a:cxnLst>
              <a:rect l="0" t="0" r="r" b="b"/>
              <a:pathLst>
                <a:path w="65" h="30">
                  <a:moveTo>
                    <a:pt x="55" y="0"/>
                  </a:moveTo>
                  <a:cubicBezTo>
                    <a:pt x="37" y="3"/>
                    <a:pt x="18" y="8"/>
                    <a:pt x="0" y="13"/>
                  </a:cubicBezTo>
                  <a:cubicBezTo>
                    <a:pt x="7" y="21"/>
                    <a:pt x="18" y="27"/>
                    <a:pt x="30" y="28"/>
                  </a:cubicBezTo>
                  <a:cubicBezTo>
                    <a:pt x="43" y="30"/>
                    <a:pt x="55" y="26"/>
                    <a:pt x="65" y="19"/>
                  </a:cubicBezTo>
                  <a:cubicBezTo>
                    <a:pt x="62" y="15"/>
                    <a:pt x="59" y="10"/>
                    <a:pt x="56" y="5"/>
                  </a:cubicBezTo>
                  <a:cubicBezTo>
                    <a:pt x="56" y="3"/>
                    <a:pt x="55" y="2"/>
                    <a:pt x="5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Oval 129"/>
            <p:cNvSpPr>
              <a:spLocks noChangeArrowheads="1"/>
            </p:cNvSpPr>
            <p:nvPr/>
          </p:nvSpPr>
          <p:spPr bwMode="auto">
            <a:xfrm>
              <a:off x="10358438" y="1268413"/>
              <a:ext cx="265113" cy="2651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130"/>
            <p:cNvSpPr>
              <a:spLocks/>
            </p:cNvSpPr>
            <p:nvPr/>
          </p:nvSpPr>
          <p:spPr bwMode="auto">
            <a:xfrm>
              <a:off x="11049000" y="1957388"/>
              <a:ext cx="303213" cy="303213"/>
            </a:xfrm>
            <a:custGeom>
              <a:avLst/>
              <a:gdLst>
                <a:gd name="T0" fmla="*/ 57 w 206"/>
                <a:gd name="T1" fmla="*/ 25 h 205"/>
                <a:gd name="T2" fmla="*/ 26 w 206"/>
                <a:gd name="T3" fmla="*/ 148 h 205"/>
                <a:gd name="T4" fmla="*/ 149 w 206"/>
                <a:gd name="T5" fmla="*/ 180 h 205"/>
                <a:gd name="T6" fmla="*/ 181 w 206"/>
                <a:gd name="T7" fmla="*/ 57 h 205"/>
                <a:gd name="T8" fmla="*/ 57 w 206"/>
                <a:gd name="T9" fmla="*/ 25 h 205"/>
              </a:gdLst>
              <a:ahLst/>
              <a:cxnLst>
                <a:cxn ang="0">
                  <a:pos x="T0" y="T1"/>
                </a:cxn>
                <a:cxn ang="0">
                  <a:pos x="T2" y="T3"/>
                </a:cxn>
                <a:cxn ang="0">
                  <a:pos x="T4" y="T5"/>
                </a:cxn>
                <a:cxn ang="0">
                  <a:pos x="T6" y="T7"/>
                </a:cxn>
                <a:cxn ang="0">
                  <a:pos x="T8" y="T9"/>
                </a:cxn>
              </a:cxnLst>
              <a:rect l="0" t="0" r="r" b="b"/>
              <a:pathLst>
                <a:path w="206" h="205">
                  <a:moveTo>
                    <a:pt x="57" y="25"/>
                  </a:moveTo>
                  <a:cubicBezTo>
                    <a:pt x="15" y="50"/>
                    <a:pt x="0" y="105"/>
                    <a:pt x="26" y="148"/>
                  </a:cubicBezTo>
                  <a:cubicBezTo>
                    <a:pt x="51" y="191"/>
                    <a:pt x="106" y="205"/>
                    <a:pt x="149" y="180"/>
                  </a:cubicBezTo>
                  <a:cubicBezTo>
                    <a:pt x="192" y="155"/>
                    <a:pt x="206" y="100"/>
                    <a:pt x="181" y="57"/>
                  </a:cubicBezTo>
                  <a:cubicBezTo>
                    <a:pt x="155" y="14"/>
                    <a:pt x="100" y="0"/>
                    <a:pt x="57"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131"/>
            <p:cNvSpPr>
              <a:spLocks/>
            </p:cNvSpPr>
            <p:nvPr/>
          </p:nvSpPr>
          <p:spPr bwMode="auto">
            <a:xfrm>
              <a:off x="10366375" y="2613025"/>
              <a:ext cx="141288" cy="57150"/>
            </a:xfrm>
            <a:custGeom>
              <a:avLst/>
              <a:gdLst>
                <a:gd name="T0" fmla="*/ 0 w 96"/>
                <a:gd name="T1" fmla="*/ 6 h 39"/>
                <a:gd name="T2" fmla="*/ 28 w 96"/>
                <a:gd name="T3" fmla="*/ 36 h 39"/>
                <a:gd name="T4" fmla="*/ 47 w 96"/>
                <a:gd name="T5" fmla="*/ 39 h 39"/>
                <a:gd name="T6" fmla="*/ 93 w 96"/>
                <a:gd name="T7" fmla="*/ 8 h 39"/>
                <a:gd name="T8" fmla="*/ 96 w 96"/>
                <a:gd name="T9" fmla="*/ 0 h 39"/>
                <a:gd name="T10" fmla="*/ 74 w 96"/>
                <a:gd name="T11" fmla="*/ 0 h 39"/>
                <a:gd name="T12" fmla="*/ 0 w 96"/>
                <a:gd name="T13" fmla="*/ 6 h 39"/>
              </a:gdLst>
              <a:ahLst/>
              <a:cxnLst>
                <a:cxn ang="0">
                  <a:pos x="T0" y="T1"/>
                </a:cxn>
                <a:cxn ang="0">
                  <a:pos x="T2" y="T3"/>
                </a:cxn>
                <a:cxn ang="0">
                  <a:pos x="T4" y="T5"/>
                </a:cxn>
                <a:cxn ang="0">
                  <a:pos x="T6" y="T7"/>
                </a:cxn>
                <a:cxn ang="0">
                  <a:pos x="T8" y="T9"/>
                </a:cxn>
                <a:cxn ang="0">
                  <a:pos x="T10" y="T11"/>
                </a:cxn>
                <a:cxn ang="0">
                  <a:pos x="T12" y="T13"/>
                </a:cxn>
              </a:cxnLst>
              <a:rect l="0" t="0" r="r" b="b"/>
              <a:pathLst>
                <a:path w="96" h="39">
                  <a:moveTo>
                    <a:pt x="0" y="6"/>
                  </a:moveTo>
                  <a:cubicBezTo>
                    <a:pt x="4" y="19"/>
                    <a:pt x="14" y="30"/>
                    <a:pt x="28" y="36"/>
                  </a:cubicBezTo>
                  <a:cubicBezTo>
                    <a:pt x="34" y="38"/>
                    <a:pt x="40" y="39"/>
                    <a:pt x="47" y="39"/>
                  </a:cubicBezTo>
                  <a:cubicBezTo>
                    <a:pt x="66" y="39"/>
                    <a:pt x="85" y="27"/>
                    <a:pt x="93" y="8"/>
                  </a:cubicBezTo>
                  <a:cubicBezTo>
                    <a:pt x="96" y="0"/>
                    <a:pt x="96" y="0"/>
                    <a:pt x="96" y="0"/>
                  </a:cubicBezTo>
                  <a:cubicBezTo>
                    <a:pt x="89" y="0"/>
                    <a:pt x="82" y="0"/>
                    <a:pt x="74" y="0"/>
                  </a:cubicBezTo>
                  <a:cubicBezTo>
                    <a:pt x="50" y="0"/>
                    <a:pt x="25" y="2"/>
                    <a:pt x="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132"/>
            <p:cNvSpPr>
              <a:spLocks/>
            </p:cNvSpPr>
            <p:nvPr/>
          </p:nvSpPr>
          <p:spPr bwMode="auto">
            <a:xfrm>
              <a:off x="10058400" y="2114550"/>
              <a:ext cx="1274763" cy="555625"/>
            </a:xfrm>
            <a:custGeom>
              <a:avLst/>
              <a:gdLst>
                <a:gd name="T0" fmla="*/ 675 w 864"/>
                <a:gd name="T1" fmla="*/ 39 h 376"/>
                <a:gd name="T2" fmla="*/ 643 w 864"/>
                <a:gd name="T3" fmla="*/ 29 h 376"/>
                <a:gd name="T4" fmla="*/ 631 w 864"/>
                <a:gd name="T5" fmla="*/ 29 h 376"/>
                <a:gd name="T6" fmla="*/ 629 w 864"/>
                <a:gd name="T7" fmla="*/ 29 h 376"/>
                <a:gd name="T8" fmla="*/ 534 w 864"/>
                <a:gd name="T9" fmla="*/ 35 h 376"/>
                <a:gd name="T10" fmla="*/ 337 w 864"/>
                <a:gd name="T11" fmla="*/ 5 h 376"/>
                <a:gd name="T12" fmla="*/ 297 w 864"/>
                <a:gd name="T13" fmla="*/ 25 h 376"/>
                <a:gd name="T14" fmla="*/ 317 w 864"/>
                <a:gd name="T15" fmla="*/ 66 h 376"/>
                <a:gd name="T16" fmla="*/ 534 w 864"/>
                <a:gd name="T17" fmla="*/ 99 h 376"/>
                <a:gd name="T18" fmla="*/ 588 w 864"/>
                <a:gd name="T19" fmla="*/ 97 h 376"/>
                <a:gd name="T20" fmla="*/ 477 w 864"/>
                <a:gd name="T21" fmla="*/ 180 h 376"/>
                <a:gd name="T22" fmla="*/ 368 w 864"/>
                <a:gd name="T23" fmla="*/ 88 h 376"/>
                <a:gd name="T24" fmla="*/ 324 w 864"/>
                <a:gd name="T25" fmla="*/ 78 h 376"/>
                <a:gd name="T26" fmla="*/ 289 w 864"/>
                <a:gd name="T27" fmla="*/ 108 h 376"/>
                <a:gd name="T28" fmla="*/ 243 w 864"/>
                <a:gd name="T29" fmla="*/ 222 h 376"/>
                <a:gd name="T30" fmla="*/ 283 w 864"/>
                <a:gd name="T31" fmla="*/ 221 h 376"/>
                <a:gd name="T32" fmla="*/ 350 w 864"/>
                <a:gd name="T33" fmla="*/ 225 h 376"/>
                <a:gd name="T34" fmla="*/ 356 w 864"/>
                <a:gd name="T35" fmla="*/ 209 h 376"/>
                <a:gd name="T36" fmla="*/ 381 w 864"/>
                <a:gd name="T37" fmla="*/ 230 h 376"/>
                <a:gd name="T38" fmla="*/ 436 w 864"/>
                <a:gd name="T39" fmla="*/ 244 h 376"/>
                <a:gd name="T40" fmla="*/ 438 w 864"/>
                <a:gd name="T41" fmla="*/ 253 h 376"/>
                <a:gd name="T42" fmla="*/ 283 w 864"/>
                <a:gd name="T43" fmla="*/ 229 h 376"/>
                <a:gd name="T44" fmla="*/ 38 w 864"/>
                <a:gd name="T45" fmla="*/ 279 h 376"/>
                <a:gd name="T46" fmla="*/ 10 w 864"/>
                <a:gd name="T47" fmla="*/ 344 h 376"/>
                <a:gd name="T48" fmla="*/ 57 w 864"/>
                <a:gd name="T49" fmla="*/ 376 h 376"/>
                <a:gd name="T50" fmla="*/ 75 w 864"/>
                <a:gd name="T51" fmla="*/ 372 h 376"/>
                <a:gd name="T52" fmla="*/ 283 w 864"/>
                <a:gd name="T53" fmla="*/ 329 h 376"/>
                <a:gd name="T54" fmla="*/ 409 w 864"/>
                <a:gd name="T55" fmla="*/ 349 h 376"/>
                <a:gd name="T56" fmla="*/ 440 w 864"/>
                <a:gd name="T57" fmla="*/ 362 h 376"/>
                <a:gd name="T58" fmla="*/ 447 w 864"/>
                <a:gd name="T59" fmla="*/ 365 h 376"/>
                <a:gd name="T60" fmla="*/ 448 w 864"/>
                <a:gd name="T61" fmla="*/ 366 h 376"/>
                <a:gd name="T62" fmla="*/ 448 w 864"/>
                <a:gd name="T63" fmla="*/ 366 h 376"/>
                <a:gd name="T64" fmla="*/ 486 w 864"/>
                <a:gd name="T65" fmla="*/ 373 h 376"/>
                <a:gd name="T66" fmla="*/ 498 w 864"/>
                <a:gd name="T67" fmla="*/ 370 h 376"/>
                <a:gd name="T68" fmla="*/ 772 w 864"/>
                <a:gd name="T69" fmla="*/ 225 h 376"/>
                <a:gd name="T70" fmla="*/ 774 w 864"/>
                <a:gd name="T71" fmla="*/ 227 h 376"/>
                <a:gd name="T72" fmla="*/ 793 w 864"/>
                <a:gd name="T73" fmla="*/ 255 h 376"/>
                <a:gd name="T74" fmla="*/ 800 w 864"/>
                <a:gd name="T75" fmla="*/ 277 h 376"/>
                <a:gd name="T76" fmla="*/ 798 w 864"/>
                <a:gd name="T77" fmla="*/ 284 h 376"/>
                <a:gd name="T78" fmla="*/ 768 w 864"/>
                <a:gd name="T79" fmla="*/ 300 h 376"/>
                <a:gd name="T80" fmla="*/ 672 w 864"/>
                <a:gd name="T81" fmla="*/ 310 h 376"/>
                <a:gd name="T82" fmla="*/ 640 w 864"/>
                <a:gd name="T83" fmla="*/ 342 h 376"/>
                <a:gd name="T84" fmla="*/ 672 w 864"/>
                <a:gd name="T85" fmla="*/ 374 h 376"/>
                <a:gd name="T86" fmla="*/ 812 w 864"/>
                <a:gd name="T87" fmla="*/ 352 h 376"/>
                <a:gd name="T88" fmla="*/ 851 w 864"/>
                <a:gd name="T89" fmla="*/ 320 h 376"/>
                <a:gd name="T90" fmla="*/ 864 w 864"/>
                <a:gd name="T91" fmla="*/ 277 h 376"/>
                <a:gd name="T92" fmla="*/ 849 w 864"/>
                <a:gd name="T93" fmla="*/ 223 h 376"/>
                <a:gd name="T94" fmla="*/ 806 w 864"/>
                <a:gd name="T95" fmla="*/ 166 h 376"/>
                <a:gd name="T96" fmla="*/ 785 w 864"/>
                <a:gd name="T97" fmla="*/ 146 h 376"/>
                <a:gd name="T98" fmla="*/ 783 w 864"/>
                <a:gd name="T99" fmla="*/ 143 h 376"/>
                <a:gd name="T100" fmla="*/ 675 w 864"/>
                <a:gd name="T101" fmla="*/ 39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64" h="376">
                  <a:moveTo>
                    <a:pt x="675" y="39"/>
                  </a:moveTo>
                  <a:cubicBezTo>
                    <a:pt x="668" y="32"/>
                    <a:pt x="655" y="29"/>
                    <a:pt x="643" y="29"/>
                  </a:cubicBezTo>
                  <a:cubicBezTo>
                    <a:pt x="639" y="28"/>
                    <a:pt x="635" y="28"/>
                    <a:pt x="631" y="29"/>
                  </a:cubicBezTo>
                  <a:cubicBezTo>
                    <a:pt x="631" y="29"/>
                    <a:pt x="630" y="29"/>
                    <a:pt x="629" y="29"/>
                  </a:cubicBezTo>
                  <a:cubicBezTo>
                    <a:pt x="622" y="30"/>
                    <a:pt x="585" y="35"/>
                    <a:pt x="534" y="35"/>
                  </a:cubicBezTo>
                  <a:cubicBezTo>
                    <a:pt x="478" y="35"/>
                    <a:pt x="407" y="29"/>
                    <a:pt x="337" y="5"/>
                  </a:cubicBezTo>
                  <a:cubicBezTo>
                    <a:pt x="321" y="0"/>
                    <a:pt x="303" y="8"/>
                    <a:pt x="297" y="25"/>
                  </a:cubicBezTo>
                  <a:cubicBezTo>
                    <a:pt x="291" y="42"/>
                    <a:pt x="300" y="60"/>
                    <a:pt x="317" y="66"/>
                  </a:cubicBezTo>
                  <a:cubicBezTo>
                    <a:pt x="395" y="93"/>
                    <a:pt x="474" y="99"/>
                    <a:pt x="534" y="99"/>
                  </a:cubicBezTo>
                  <a:cubicBezTo>
                    <a:pt x="554" y="99"/>
                    <a:pt x="573" y="98"/>
                    <a:pt x="588" y="97"/>
                  </a:cubicBezTo>
                  <a:cubicBezTo>
                    <a:pt x="565" y="134"/>
                    <a:pt x="535" y="161"/>
                    <a:pt x="477" y="180"/>
                  </a:cubicBezTo>
                  <a:cubicBezTo>
                    <a:pt x="368" y="88"/>
                    <a:pt x="368" y="88"/>
                    <a:pt x="368" y="88"/>
                  </a:cubicBezTo>
                  <a:cubicBezTo>
                    <a:pt x="356" y="78"/>
                    <a:pt x="339" y="74"/>
                    <a:pt x="324" y="78"/>
                  </a:cubicBezTo>
                  <a:cubicBezTo>
                    <a:pt x="308" y="82"/>
                    <a:pt x="295" y="93"/>
                    <a:pt x="289" y="108"/>
                  </a:cubicBezTo>
                  <a:cubicBezTo>
                    <a:pt x="243" y="222"/>
                    <a:pt x="243" y="222"/>
                    <a:pt x="243" y="222"/>
                  </a:cubicBezTo>
                  <a:cubicBezTo>
                    <a:pt x="257" y="221"/>
                    <a:pt x="270" y="221"/>
                    <a:pt x="283" y="221"/>
                  </a:cubicBezTo>
                  <a:cubicBezTo>
                    <a:pt x="307" y="221"/>
                    <a:pt x="329" y="222"/>
                    <a:pt x="350" y="225"/>
                  </a:cubicBezTo>
                  <a:cubicBezTo>
                    <a:pt x="356" y="209"/>
                    <a:pt x="356" y="209"/>
                    <a:pt x="356" y="209"/>
                  </a:cubicBezTo>
                  <a:cubicBezTo>
                    <a:pt x="381" y="230"/>
                    <a:pt x="381" y="230"/>
                    <a:pt x="381" y="230"/>
                  </a:cubicBezTo>
                  <a:cubicBezTo>
                    <a:pt x="402" y="234"/>
                    <a:pt x="420" y="239"/>
                    <a:pt x="436" y="244"/>
                  </a:cubicBezTo>
                  <a:cubicBezTo>
                    <a:pt x="438" y="253"/>
                    <a:pt x="438" y="253"/>
                    <a:pt x="438" y="253"/>
                  </a:cubicBezTo>
                  <a:cubicBezTo>
                    <a:pt x="401" y="241"/>
                    <a:pt x="349" y="229"/>
                    <a:pt x="283" y="229"/>
                  </a:cubicBezTo>
                  <a:cubicBezTo>
                    <a:pt x="215" y="229"/>
                    <a:pt x="132" y="242"/>
                    <a:pt x="38" y="279"/>
                  </a:cubicBezTo>
                  <a:cubicBezTo>
                    <a:pt x="13" y="289"/>
                    <a:pt x="0" y="318"/>
                    <a:pt x="10" y="344"/>
                  </a:cubicBezTo>
                  <a:cubicBezTo>
                    <a:pt x="18" y="364"/>
                    <a:pt x="37" y="376"/>
                    <a:pt x="57" y="376"/>
                  </a:cubicBezTo>
                  <a:cubicBezTo>
                    <a:pt x="63" y="376"/>
                    <a:pt x="69" y="374"/>
                    <a:pt x="75" y="372"/>
                  </a:cubicBezTo>
                  <a:cubicBezTo>
                    <a:pt x="158" y="339"/>
                    <a:pt x="227" y="329"/>
                    <a:pt x="283" y="329"/>
                  </a:cubicBezTo>
                  <a:cubicBezTo>
                    <a:pt x="339" y="329"/>
                    <a:pt x="381" y="339"/>
                    <a:pt x="409" y="349"/>
                  </a:cubicBezTo>
                  <a:cubicBezTo>
                    <a:pt x="423" y="354"/>
                    <a:pt x="433" y="358"/>
                    <a:pt x="440" y="362"/>
                  </a:cubicBezTo>
                  <a:cubicBezTo>
                    <a:pt x="443" y="363"/>
                    <a:pt x="445" y="365"/>
                    <a:pt x="447" y="365"/>
                  </a:cubicBezTo>
                  <a:cubicBezTo>
                    <a:pt x="447" y="366"/>
                    <a:pt x="448" y="366"/>
                    <a:pt x="448" y="366"/>
                  </a:cubicBezTo>
                  <a:cubicBezTo>
                    <a:pt x="448" y="366"/>
                    <a:pt x="448" y="366"/>
                    <a:pt x="448" y="366"/>
                  </a:cubicBezTo>
                  <a:cubicBezTo>
                    <a:pt x="460" y="374"/>
                    <a:pt x="474" y="376"/>
                    <a:pt x="486" y="373"/>
                  </a:cubicBezTo>
                  <a:cubicBezTo>
                    <a:pt x="490" y="372"/>
                    <a:pt x="494" y="372"/>
                    <a:pt x="498" y="370"/>
                  </a:cubicBezTo>
                  <a:cubicBezTo>
                    <a:pt x="597" y="334"/>
                    <a:pt x="695" y="295"/>
                    <a:pt x="772" y="225"/>
                  </a:cubicBezTo>
                  <a:cubicBezTo>
                    <a:pt x="773" y="225"/>
                    <a:pt x="774" y="226"/>
                    <a:pt x="774" y="227"/>
                  </a:cubicBezTo>
                  <a:cubicBezTo>
                    <a:pt x="782" y="236"/>
                    <a:pt x="789" y="246"/>
                    <a:pt x="793" y="255"/>
                  </a:cubicBezTo>
                  <a:cubicBezTo>
                    <a:pt x="798" y="264"/>
                    <a:pt x="800" y="272"/>
                    <a:pt x="800" y="277"/>
                  </a:cubicBezTo>
                  <a:cubicBezTo>
                    <a:pt x="800" y="280"/>
                    <a:pt x="799" y="282"/>
                    <a:pt x="798" y="284"/>
                  </a:cubicBezTo>
                  <a:cubicBezTo>
                    <a:pt x="796" y="287"/>
                    <a:pt x="788" y="294"/>
                    <a:pt x="768" y="300"/>
                  </a:cubicBezTo>
                  <a:cubicBezTo>
                    <a:pt x="748" y="306"/>
                    <a:pt x="716" y="311"/>
                    <a:pt x="672" y="310"/>
                  </a:cubicBezTo>
                  <a:cubicBezTo>
                    <a:pt x="654" y="310"/>
                    <a:pt x="640" y="325"/>
                    <a:pt x="640" y="342"/>
                  </a:cubicBezTo>
                  <a:cubicBezTo>
                    <a:pt x="640" y="360"/>
                    <a:pt x="654" y="374"/>
                    <a:pt x="672" y="374"/>
                  </a:cubicBezTo>
                  <a:cubicBezTo>
                    <a:pt x="736" y="374"/>
                    <a:pt x="780" y="367"/>
                    <a:pt x="812" y="352"/>
                  </a:cubicBezTo>
                  <a:cubicBezTo>
                    <a:pt x="828" y="344"/>
                    <a:pt x="842" y="333"/>
                    <a:pt x="851" y="320"/>
                  </a:cubicBezTo>
                  <a:cubicBezTo>
                    <a:pt x="860" y="307"/>
                    <a:pt x="864" y="291"/>
                    <a:pt x="864" y="277"/>
                  </a:cubicBezTo>
                  <a:cubicBezTo>
                    <a:pt x="864" y="256"/>
                    <a:pt x="857" y="239"/>
                    <a:pt x="849" y="223"/>
                  </a:cubicBezTo>
                  <a:cubicBezTo>
                    <a:pt x="836" y="200"/>
                    <a:pt x="820" y="181"/>
                    <a:pt x="806" y="166"/>
                  </a:cubicBezTo>
                  <a:cubicBezTo>
                    <a:pt x="797" y="157"/>
                    <a:pt x="790" y="150"/>
                    <a:pt x="785" y="146"/>
                  </a:cubicBezTo>
                  <a:cubicBezTo>
                    <a:pt x="785" y="145"/>
                    <a:pt x="784" y="144"/>
                    <a:pt x="783" y="143"/>
                  </a:cubicBezTo>
                  <a:cubicBezTo>
                    <a:pt x="747" y="108"/>
                    <a:pt x="711" y="74"/>
                    <a:pt x="675"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133"/>
            <p:cNvSpPr>
              <a:spLocks/>
            </p:cNvSpPr>
            <p:nvPr/>
          </p:nvSpPr>
          <p:spPr bwMode="auto">
            <a:xfrm>
              <a:off x="9653588" y="1273175"/>
              <a:ext cx="628650" cy="1387475"/>
            </a:xfrm>
            <a:custGeom>
              <a:avLst/>
              <a:gdLst>
                <a:gd name="T0" fmla="*/ 355 w 426"/>
                <a:gd name="T1" fmla="*/ 325 h 941"/>
                <a:gd name="T2" fmla="*/ 263 w 426"/>
                <a:gd name="T3" fmla="*/ 250 h 941"/>
                <a:gd name="T4" fmla="*/ 260 w 426"/>
                <a:gd name="T5" fmla="*/ 249 h 941"/>
                <a:gd name="T6" fmla="*/ 231 w 426"/>
                <a:gd name="T7" fmla="*/ 218 h 941"/>
                <a:gd name="T8" fmla="*/ 204 w 426"/>
                <a:gd name="T9" fmla="*/ 137 h 941"/>
                <a:gd name="T10" fmla="*/ 233 w 426"/>
                <a:gd name="T11" fmla="*/ 43 h 941"/>
                <a:gd name="T12" fmla="*/ 224 w 426"/>
                <a:gd name="T13" fmla="*/ 7 h 941"/>
                <a:gd name="T14" fmla="*/ 188 w 426"/>
                <a:gd name="T15" fmla="*/ 16 h 941"/>
                <a:gd name="T16" fmla="*/ 152 w 426"/>
                <a:gd name="T17" fmla="*/ 137 h 941"/>
                <a:gd name="T18" fmla="*/ 191 w 426"/>
                <a:gd name="T19" fmla="*/ 251 h 941"/>
                <a:gd name="T20" fmla="*/ 214 w 426"/>
                <a:gd name="T21" fmla="*/ 277 h 941"/>
                <a:gd name="T22" fmla="*/ 0 w 426"/>
                <a:gd name="T23" fmla="*/ 597 h 941"/>
                <a:gd name="T24" fmla="*/ 85 w 426"/>
                <a:gd name="T25" fmla="*/ 618 h 941"/>
                <a:gd name="T26" fmla="*/ 85 w 426"/>
                <a:gd name="T27" fmla="*/ 901 h 941"/>
                <a:gd name="T28" fmla="*/ 125 w 426"/>
                <a:gd name="T29" fmla="*/ 941 h 941"/>
                <a:gd name="T30" fmla="*/ 165 w 426"/>
                <a:gd name="T31" fmla="*/ 901 h 941"/>
                <a:gd name="T32" fmla="*/ 165 w 426"/>
                <a:gd name="T33" fmla="*/ 638 h 941"/>
                <a:gd name="T34" fmla="*/ 178 w 426"/>
                <a:gd name="T35" fmla="*/ 641 h 941"/>
                <a:gd name="T36" fmla="*/ 178 w 426"/>
                <a:gd name="T37" fmla="*/ 901 h 941"/>
                <a:gd name="T38" fmla="*/ 218 w 426"/>
                <a:gd name="T39" fmla="*/ 941 h 941"/>
                <a:gd name="T40" fmla="*/ 258 w 426"/>
                <a:gd name="T41" fmla="*/ 901 h 941"/>
                <a:gd name="T42" fmla="*/ 258 w 426"/>
                <a:gd name="T43" fmla="*/ 661 h 941"/>
                <a:gd name="T44" fmla="*/ 316 w 426"/>
                <a:gd name="T45" fmla="*/ 675 h 941"/>
                <a:gd name="T46" fmla="*/ 338 w 426"/>
                <a:gd name="T47" fmla="*/ 480 h 941"/>
                <a:gd name="T48" fmla="*/ 326 w 426"/>
                <a:gd name="T49" fmla="*/ 470 h 941"/>
                <a:gd name="T50" fmla="*/ 266 w 426"/>
                <a:gd name="T51" fmla="*/ 411 h 941"/>
                <a:gd name="T52" fmla="*/ 257 w 426"/>
                <a:gd name="T53" fmla="*/ 386 h 941"/>
                <a:gd name="T54" fmla="*/ 268 w 426"/>
                <a:gd name="T55" fmla="*/ 362 h 941"/>
                <a:gd name="T56" fmla="*/ 291 w 426"/>
                <a:gd name="T57" fmla="*/ 353 h 941"/>
                <a:gd name="T58" fmla="*/ 316 w 426"/>
                <a:gd name="T59" fmla="*/ 364 h 941"/>
                <a:gd name="T60" fmla="*/ 371 w 426"/>
                <a:gd name="T61" fmla="*/ 419 h 941"/>
                <a:gd name="T62" fmla="*/ 392 w 426"/>
                <a:gd name="T63" fmla="*/ 435 h 941"/>
                <a:gd name="T64" fmla="*/ 389 w 426"/>
                <a:gd name="T65" fmla="*/ 443 h 941"/>
                <a:gd name="T66" fmla="*/ 366 w 426"/>
                <a:gd name="T67" fmla="*/ 425 h 941"/>
                <a:gd name="T68" fmla="*/ 310 w 426"/>
                <a:gd name="T69" fmla="*/ 369 h 941"/>
                <a:gd name="T70" fmla="*/ 273 w 426"/>
                <a:gd name="T71" fmla="*/ 368 h 941"/>
                <a:gd name="T72" fmla="*/ 272 w 426"/>
                <a:gd name="T73" fmla="*/ 405 h 941"/>
                <a:gd name="T74" fmla="*/ 332 w 426"/>
                <a:gd name="T75" fmla="*/ 464 h 941"/>
                <a:gd name="T76" fmla="*/ 371 w 426"/>
                <a:gd name="T77" fmla="*/ 492 h 941"/>
                <a:gd name="T78" fmla="*/ 372 w 426"/>
                <a:gd name="T79" fmla="*/ 493 h 941"/>
                <a:gd name="T80" fmla="*/ 394 w 426"/>
                <a:gd name="T81" fmla="*/ 497 h 941"/>
                <a:gd name="T82" fmla="*/ 409 w 426"/>
                <a:gd name="T83" fmla="*/ 493 h 941"/>
                <a:gd name="T84" fmla="*/ 420 w 426"/>
                <a:gd name="T85" fmla="*/ 483 h 941"/>
                <a:gd name="T86" fmla="*/ 420 w 426"/>
                <a:gd name="T87" fmla="*/ 483 h 941"/>
                <a:gd name="T88" fmla="*/ 426 w 426"/>
                <a:gd name="T89" fmla="*/ 460 h 941"/>
                <a:gd name="T90" fmla="*/ 419 w 426"/>
                <a:gd name="T91" fmla="*/ 424 h 941"/>
                <a:gd name="T92" fmla="*/ 384 w 426"/>
                <a:gd name="T93" fmla="*/ 345 h 941"/>
                <a:gd name="T94" fmla="*/ 381 w 426"/>
                <a:gd name="T95" fmla="*/ 341 h 941"/>
                <a:gd name="T96" fmla="*/ 382 w 426"/>
                <a:gd name="T97" fmla="*/ 341 h 941"/>
                <a:gd name="T98" fmla="*/ 370 w 426"/>
                <a:gd name="T99" fmla="*/ 324 h 941"/>
                <a:gd name="T100" fmla="*/ 359 w 426"/>
                <a:gd name="T101" fmla="*/ 325 h 941"/>
                <a:gd name="T102" fmla="*/ 355 w 426"/>
                <a:gd name="T103" fmla="*/ 325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26" h="941">
                  <a:moveTo>
                    <a:pt x="355" y="325"/>
                  </a:moveTo>
                  <a:cubicBezTo>
                    <a:pt x="310" y="323"/>
                    <a:pt x="273" y="291"/>
                    <a:pt x="263" y="250"/>
                  </a:cubicBezTo>
                  <a:cubicBezTo>
                    <a:pt x="262" y="249"/>
                    <a:pt x="261" y="249"/>
                    <a:pt x="260" y="249"/>
                  </a:cubicBezTo>
                  <a:cubicBezTo>
                    <a:pt x="256" y="246"/>
                    <a:pt x="243" y="235"/>
                    <a:pt x="231" y="218"/>
                  </a:cubicBezTo>
                  <a:cubicBezTo>
                    <a:pt x="217" y="199"/>
                    <a:pt x="204" y="171"/>
                    <a:pt x="204" y="137"/>
                  </a:cubicBezTo>
                  <a:cubicBezTo>
                    <a:pt x="204" y="111"/>
                    <a:pt x="211" y="80"/>
                    <a:pt x="233" y="43"/>
                  </a:cubicBezTo>
                  <a:cubicBezTo>
                    <a:pt x="240" y="30"/>
                    <a:pt x="236" y="14"/>
                    <a:pt x="224" y="7"/>
                  </a:cubicBezTo>
                  <a:cubicBezTo>
                    <a:pt x="212" y="0"/>
                    <a:pt x="196" y="4"/>
                    <a:pt x="188" y="16"/>
                  </a:cubicBezTo>
                  <a:cubicBezTo>
                    <a:pt x="162" y="60"/>
                    <a:pt x="152" y="101"/>
                    <a:pt x="152" y="137"/>
                  </a:cubicBezTo>
                  <a:cubicBezTo>
                    <a:pt x="152" y="187"/>
                    <a:pt x="172" y="226"/>
                    <a:pt x="191" y="251"/>
                  </a:cubicBezTo>
                  <a:cubicBezTo>
                    <a:pt x="199" y="262"/>
                    <a:pt x="207" y="271"/>
                    <a:pt x="214" y="277"/>
                  </a:cubicBezTo>
                  <a:cubicBezTo>
                    <a:pt x="128" y="368"/>
                    <a:pt x="55" y="476"/>
                    <a:pt x="0" y="597"/>
                  </a:cubicBezTo>
                  <a:cubicBezTo>
                    <a:pt x="28" y="604"/>
                    <a:pt x="57" y="611"/>
                    <a:pt x="85" y="618"/>
                  </a:cubicBezTo>
                  <a:cubicBezTo>
                    <a:pt x="85" y="901"/>
                    <a:pt x="85" y="901"/>
                    <a:pt x="85" y="901"/>
                  </a:cubicBezTo>
                  <a:cubicBezTo>
                    <a:pt x="85" y="923"/>
                    <a:pt x="103" y="941"/>
                    <a:pt x="125" y="941"/>
                  </a:cubicBezTo>
                  <a:cubicBezTo>
                    <a:pt x="147" y="941"/>
                    <a:pt x="165" y="923"/>
                    <a:pt x="165" y="901"/>
                  </a:cubicBezTo>
                  <a:cubicBezTo>
                    <a:pt x="165" y="638"/>
                    <a:pt x="165" y="638"/>
                    <a:pt x="165" y="638"/>
                  </a:cubicBezTo>
                  <a:cubicBezTo>
                    <a:pt x="170" y="639"/>
                    <a:pt x="174" y="640"/>
                    <a:pt x="178" y="641"/>
                  </a:cubicBezTo>
                  <a:cubicBezTo>
                    <a:pt x="178" y="901"/>
                    <a:pt x="178" y="901"/>
                    <a:pt x="178" y="901"/>
                  </a:cubicBezTo>
                  <a:cubicBezTo>
                    <a:pt x="178" y="923"/>
                    <a:pt x="196" y="941"/>
                    <a:pt x="218" y="941"/>
                  </a:cubicBezTo>
                  <a:cubicBezTo>
                    <a:pt x="240" y="941"/>
                    <a:pt x="258" y="923"/>
                    <a:pt x="258" y="901"/>
                  </a:cubicBezTo>
                  <a:cubicBezTo>
                    <a:pt x="258" y="661"/>
                    <a:pt x="258" y="661"/>
                    <a:pt x="258" y="661"/>
                  </a:cubicBezTo>
                  <a:cubicBezTo>
                    <a:pt x="278" y="666"/>
                    <a:pt x="297" y="671"/>
                    <a:pt x="316" y="675"/>
                  </a:cubicBezTo>
                  <a:cubicBezTo>
                    <a:pt x="316" y="611"/>
                    <a:pt x="323" y="546"/>
                    <a:pt x="338" y="480"/>
                  </a:cubicBezTo>
                  <a:cubicBezTo>
                    <a:pt x="334" y="477"/>
                    <a:pt x="331" y="474"/>
                    <a:pt x="326" y="470"/>
                  </a:cubicBezTo>
                  <a:cubicBezTo>
                    <a:pt x="309" y="455"/>
                    <a:pt x="290" y="436"/>
                    <a:pt x="266" y="411"/>
                  </a:cubicBezTo>
                  <a:cubicBezTo>
                    <a:pt x="260" y="404"/>
                    <a:pt x="257" y="395"/>
                    <a:pt x="257" y="386"/>
                  </a:cubicBezTo>
                  <a:cubicBezTo>
                    <a:pt x="257" y="377"/>
                    <a:pt x="261" y="369"/>
                    <a:pt x="268" y="362"/>
                  </a:cubicBezTo>
                  <a:cubicBezTo>
                    <a:pt x="274" y="357"/>
                    <a:pt x="282" y="353"/>
                    <a:pt x="291" y="353"/>
                  </a:cubicBezTo>
                  <a:cubicBezTo>
                    <a:pt x="300" y="353"/>
                    <a:pt x="309" y="357"/>
                    <a:pt x="316" y="364"/>
                  </a:cubicBezTo>
                  <a:cubicBezTo>
                    <a:pt x="338" y="387"/>
                    <a:pt x="356" y="406"/>
                    <a:pt x="371" y="419"/>
                  </a:cubicBezTo>
                  <a:cubicBezTo>
                    <a:pt x="381" y="428"/>
                    <a:pt x="388" y="433"/>
                    <a:pt x="392" y="435"/>
                  </a:cubicBezTo>
                  <a:cubicBezTo>
                    <a:pt x="389" y="443"/>
                    <a:pt x="389" y="443"/>
                    <a:pt x="389" y="443"/>
                  </a:cubicBezTo>
                  <a:cubicBezTo>
                    <a:pt x="384" y="440"/>
                    <a:pt x="376" y="434"/>
                    <a:pt x="366" y="425"/>
                  </a:cubicBezTo>
                  <a:cubicBezTo>
                    <a:pt x="352" y="413"/>
                    <a:pt x="333" y="394"/>
                    <a:pt x="310" y="369"/>
                  </a:cubicBezTo>
                  <a:cubicBezTo>
                    <a:pt x="300" y="359"/>
                    <a:pt x="284" y="358"/>
                    <a:pt x="273" y="368"/>
                  </a:cubicBezTo>
                  <a:cubicBezTo>
                    <a:pt x="263" y="378"/>
                    <a:pt x="262" y="395"/>
                    <a:pt x="272" y="405"/>
                  </a:cubicBezTo>
                  <a:cubicBezTo>
                    <a:pt x="296" y="431"/>
                    <a:pt x="316" y="450"/>
                    <a:pt x="332" y="464"/>
                  </a:cubicBezTo>
                  <a:cubicBezTo>
                    <a:pt x="347" y="478"/>
                    <a:pt x="359" y="487"/>
                    <a:pt x="371" y="492"/>
                  </a:cubicBezTo>
                  <a:cubicBezTo>
                    <a:pt x="372" y="493"/>
                    <a:pt x="372" y="493"/>
                    <a:pt x="372" y="493"/>
                  </a:cubicBezTo>
                  <a:cubicBezTo>
                    <a:pt x="378" y="496"/>
                    <a:pt x="385" y="498"/>
                    <a:pt x="394" y="497"/>
                  </a:cubicBezTo>
                  <a:cubicBezTo>
                    <a:pt x="399" y="497"/>
                    <a:pt x="404" y="496"/>
                    <a:pt x="409" y="493"/>
                  </a:cubicBezTo>
                  <a:cubicBezTo>
                    <a:pt x="413" y="491"/>
                    <a:pt x="417" y="487"/>
                    <a:pt x="420" y="483"/>
                  </a:cubicBezTo>
                  <a:cubicBezTo>
                    <a:pt x="420" y="483"/>
                    <a:pt x="420" y="483"/>
                    <a:pt x="420" y="483"/>
                  </a:cubicBezTo>
                  <a:cubicBezTo>
                    <a:pt x="426" y="474"/>
                    <a:pt x="426" y="466"/>
                    <a:pt x="426" y="460"/>
                  </a:cubicBezTo>
                  <a:cubicBezTo>
                    <a:pt x="426" y="447"/>
                    <a:pt x="423" y="436"/>
                    <a:pt x="419" y="424"/>
                  </a:cubicBezTo>
                  <a:cubicBezTo>
                    <a:pt x="407" y="387"/>
                    <a:pt x="384" y="346"/>
                    <a:pt x="384" y="345"/>
                  </a:cubicBezTo>
                  <a:cubicBezTo>
                    <a:pt x="383" y="344"/>
                    <a:pt x="382" y="342"/>
                    <a:pt x="381" y="341"/>
                  </a:cubicBezTo>
                  <a:cubicBezTo>
                    <a:pt x="382" y="341"/>
                    <a:pt x="382" y="341"/>
                    <a:pt x="382" y="341"/>
                  </a:cubicBezTo>
                  <a:cubicBezTo>
                    <a:pt x="382" y="341"/>
                    <a:pt x="378" y="334"/>
                    <a:pt x="370" y="324"/>
                  </a:cubicBezTo>
                  <a:cubicBezTo>
                    <a:pt x="366" y="325"/>
                    <a:pt x="363" y="325"/>
                    <a:pt x="359" y="325"/>
                  </a:cubicBezTo>
                  <a:cubicBezTo>
                    <a:pt x="357" y="325"/>
                    <a:pt x="356" y="325"/>
                    <a:pt x="355" y="3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134"/>
            <p:cNvSpPr>
              <a:spLocks/>
            </p:cNvSpPr>
            <p:nvPr/>
          </p:nvSpPr>
          <p:spPr bwMode="auto">
            <a:xfrm>
              <a:off x="10047288" y="1471613"/>
              <a:ext cx="271463" cy="271463"/>
            </a:xfrm>
            <a:custGeom>
              <a:avLst/>
              <a:gdLst>
                <a:gd name="T0" fmla="*/ 95 w 184"/>
                <a:gd name="T1" fmla="*/ 2 h 184"/>
                <a:gd name="T2" fmla="*/ 2 w 184"/>
                <a:gd name="T3" fmla="*/ 88 h 184"/>
                <a:gd name="T4" fmla="*/ 88 w 184"/>
                <a:gd name="T5" fmla="*/ 182 h 184"/>
                <a:gd name="T6" fmla="*/ 182 w 184"/>
                <a:gd name="T7" fmla="*/ 96 h 184"/>
                <a:gd name="T8" fmla="*/ 95 w 184"/>
                <a:gd name="T9" fmla="*/ 2 h 184"/>
              </a:gdLst>
              <a:ahLst/>
              <a:cxnLst>
                <a:cxn ang="0">
                  <a:pos x="T0" y="T1"/>
                </a:cxn>
                <a:cxn ang="0">
                  <a:pos x="T2" y="T3"/>
                </a:cxn>
                <a:cxn ang="0">
                  <a:pos x="T4" y="T5"/>
                </a:cxn>
                <a:cxn ang="0">
                  <a:pos x="T6" y="T7"/>
                </a:cxn>
                <a:cxn ang="0">
                  <a:pos x="T8" y="T9"/>
                </a:cxn>
              </a:cxnLst>
              <a:rect l="0" t="0" r="r" b="b"/>
              <a:pathLst>
                <a:path w="184" h="184">
                  <a:moveTo>
                    <a:pt x="95" y="2"/>
                  </a:moveTo>
                  <a:cubicBezTo>
                    <a:pt x="46" y="0"/>
                    <a:pt x="4" y="39"/>
                    <a:pt x="2" y="88"/>
                  </a:cubicBezTo>
                  <a:cubicBezTo>
                    <a:pt x="0" y="138"/>
                    <a:pt x="38" y="180"/>
                    <a:pt x="88" y="182"/>
                  </a:cubicBezTo>
                  <a:cubicBezTo>
                    <a:pt x="138" y="184"/>
                    <a:pt x="180" y="145"/>
                    <a:pt x="182" y="96"/>
                  </a:cubicBezTo>
                  <a:cubicBezTo>
                    <a:pt x="184" y="46"/>
                    <a:pt x="145" y="4"/>
                    <a:pt x="9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31" name="组合 130"/>
          <p:cNvGrpSpPr/>
          <p:nvPr/>
        </p:nvGrpSpPr>
        <p:grpSpPr>
          <a:xfrm>
            <a:off x="6645275" y="1273175"/>
            <a:ext cx="1339851" cy="1397000"/>
            <a:chOff x="6645275" y="1273175"/>
            <a:chExt cx="1339851" cy="1397000"/>
          </a:xfrm>
        </p:grpSpPr>
        <p:sp>
          <p:nvSpPr>
            <p:cNvPr id="132" name="Freeform 104"/>
            <p:cNvSpPr>
              <a:spLocks/>
            </p:cNvSpPr>
            <p:nvPr/>
          </p:nvSpPr>
          <p:spPr bwMode="auto">
            <a:xfrm>
              <a:off x="7273925" y="1778000"/>
              <a:ext cx="136525" cy="95250"/>
            </a:xfrm>
            <a:custGeom>
              <a:avLst/>
              <a:gdLst>
                <a:gd name="T0" fmla="*/ 0 w 93"/>
                <a:gd name="T1" fmla="*/ 65 h 65"/>
                <a:gd name="T2" fmla="*/ 71 w 93"/>
                <a:gd name="T3" fmla="*/ 42 h 65"/>
                <a:gd name="T4" fmla="*/ 86 w 93"/>
                <a:gd name="T5" fmla="*/ 0 h 65"/>
                <a:gd name="T6" fmla="*/ 12 w 93"/>
                <a:gd name="T7" fmla="*/ 52 h 65"/>
                <a:gd name="T8" fmla="*/ 0 w 93"/>
                <a:gd name="T9" fmla="*/ 65 h 65"/>
              </a:gdLst>
              <a:ahLst/>
              <a:cxnLst>
                <a:cxn ang="0">
                  <a:pos x="T0" y="T1"/>
                </a:cxn>
                <a:cxn ang="0">
                  <a:pos x="T2" y="T3"/>
                </a:cxn>
                <a:cxn ang="0">
                  <a:pos x="T4" y="T5"/>
                </a:cxn>
                <a:cxn ang="0">
                  <a:pos x="T6" y="T7"/>
                </a:cxn>
                <a:cxn ang="0">
                  <a:pos x="T8" y="T9"/>
                </a:cxn>
              </a:cxnLst>
              <a:rect l="0" t="0" r="r" b="b"/>
              <a:pathLst>
                <a:path w="93" h="65">
                  <a:moveTo>
                    <a:pt x="0" y="65"/>
                  </a:moveTo>
                  <a:cubicBezTo>
                    <a:pt x="22" y="61"/>
                    <a:pt x="46" y="54"/>
                    <a:pt x="71" y="42"/>
                  </a:cubicBezTo>
                  <a:cubicBezTo>
                    <a:pt x="86" y="34"/>
                    <a:pt x="93" y="16"/>
                    <a:pt x="86" y="0"/>
                  </a:cubicBezTo>
                  <a:cubicBezTo>
                    <a:pt x="68" y="11"/>
                    <a:pt x="26" y="38"/>
                    <a:pt x="12" y="52"/>
                  </a:cubicBezTo>
                  <a:cubicBezTo>
                    <a:pt x="8" y="56"/>
                    <a:pt x="4" y="61"/>
                    <a:pt x="0" y="6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3" name="Freeform 105"/>
            <p:cNvSpPr>
              <a:spLocks/>
            </p:cNvSpPr>
            <p:nvPr/>
          </p:nvSpPr>
          <p:spPr bwMode="auto">
            <a:xfrm>
              <a:off x="6796088" y="1273175"/>
              <a:ext cx="284163" cy="280988"/>
            </a:xfrm>
            <a:custGeom>
              <a:avLst/>
              <a:gdLst>
                <a:gd name="T0" fmla="*/ 107 w 192"/>
                <a:gd name="T1" fmla="*/ 185 h 191"/>
                <a:gd name="T2" fmla="*/ 185 w 192"/>
                <a:gd name="T3" fmla="*/ 84 h 191"/>
                <a:gd name="T4" fmla="*/ 84 w 192"/>
                <a:gd name="T5" fmla="*/ 6 h 191"/>
                <a:gd name="T6" fmla="*/ 7 w 192"/>
                <a:gd name="T7" fmla="*/ 107 h 191"/>
                <a:gd name="T8" fmla="*/ 107 w 192"/>
                <a:gd name="T9" fmla="*/ 185 h 191"/>
              </a:gdLst>
              <a:ahLst/>
              <a:cxnLst>
                <a:cxn ang="0">
                  <a:pos x="T0" y="T1"/>
                </a:cxn>
                <a:cxn ang="0">
                  <a:pos x="T2" y="T3"/>
                </a:cxn>
                <a:cxn ang="0">
                  <a:pos x="T4" y="T5"/>
                </a:cxn>
                <a:cxn ang="0">
                  <a:pos x="T6" y="T7"/>
                </a:cxn>
                <a:cxn ang="0">
                  <a:pos x="T8" y="T9"/>
                </a:cxn>
              </a:cxnLst>
              <a:rect l="0" t="0" r="r" b="b"/>
              <a:pathLst>
                <a:path w="192" h="191">
                  <a:moveTo>
                    <a:pt x="107" y="185"/>
                  </a:moveTo>
                  <a:cubicBezTo>
                    <a:pt x="157" y="178"/>
                    <a:pt x="192" y="133"/>
                    <a:pt x="185" y="84"/>
                  </a:cubicBezTo>
                  <a:cubicBezTo>
                    <a:pt x="179" y="34"/>
                    <a:pt x="134" y="0"/>
                    <a:pt x="84" y="6"/>
                  </a:cubicBezTo>
                  <a:cubicBezTo>
                    <a:pt x="35" y="12"/>
                    <a:pt x="0" y="58"/>
                    <a:pt x="7" y="107"/>
                  </a:cubicBezTo>
                  <a:cubicBezTo>
                    <a:pt x="13" y="156"/>
                    <a:pt x="58" y="191"/>
                    <a:pt x="107" y="18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4" name="Freeform 106"/>
            <p:cNvSpPr>
              <a:spLocks/>
            </p:cNvSpPr>
            <p:nvPr/>
          </p:nvSpPr>
          <p:spPr bwMode="auto">
            <a:xfrm>
              <a:off x="6762750" y="1993900"/>
              <a:ext cx="454025" cy="676275"/>
            </a:xfrm>
            <a:custGeom>
              <a:avLst/>
              <a:gdLst>
                <a:gd name="T0" fmla="*/ 144 w 308"/>
                <a:gd name="T1" fmla="*/ 49 h 458"/>
                <a:gd name="T2" fmla="*/ 134 w 308"/>
                <a:gd name="T3" fmla="*/ 52 h 458"/>
                <a:gd name="T4" fmla="*/ 118 w 308"/>
                <a:gd name="T5" fmla="*/ 42 h 458"/>
                <a:gd name="T6" fmla="*/ 109 w 308"/>
                <a:gd name="T7" fmla="*/ 26 h 458"/>
                <a:gd name="T8" fmla="*/ 107 w 308"/>
                <a:gd name="T9" fmla="*/ 26 h 458"/>
                <a:gd name="T10" fmla="*/ 103 w 308"/>
                <a:gd name="T11" fmla="*/ 26 h 458"/>
                <a:gd name="T12" fmla="*/ 1 w 308"/>
                <a:gd name="T13" fmla="*/ 0 h 458"/>
                <a:gd name="T14" fmla="*/ 7 w 308"/>
                <a:gd name="T15" fmla="*/ 17 h 458"/>
                <a:gd name="T16" fmla="*/ 8 w 308"/>
                <a:gd name="T17" fmla="*/ 19 h 458"/>
                <a:gd name="T18" fmla="*/ 8 w 308"/>
                <a:gd name="T19" fmla="*/ 19 h 458"/>
                <a:gd name="T20" fmla="*/ 8 w 308"/>
                <a:gd name="T21" fmla="*/ 19 h 458"/>
                <a:gd name="T22" fmla="*/ 8 w 308"/>
                <a:gd name="T23" fmla="*/ 19 h 458"/>
                <a:gd name="T24" fmla="*/ 8 w 308"/>
                <a:gd name="T25" fmla="*/ 19 h 458"/>
                <a:gd name="T26" fmla="*/ 8 w 308"/>
                <a:gd name="T27" fmla="*/ 19 h 458"/>
                <a:gd name="T28" fmla="*/ 8 w 308"/>
                <a:gd name="T29" fmla="*/ 19 h 458"/>
                <a:gd name="T30" fmla="*/ 8 w 308"/>
                <a:gd name="T31" fmla="*/ 19 h 458"/>
                <a:gd name="T32" fmla="*/ 8 w 308"/>
                <a:gd name="T33" fmla="*/ 19 h 458"/>
                <a:gd name="T34" fmla="*/ 38 w 308"/>
                <a:gd name="T35" fmla="*/ 205 h 458"/>
                <a:gd name="T36" fmla="*/ 9 w 308"/>
                <a:gd name="T37" fmla="*/ 393 h 458"/>
                <a:gd name="T38" fmla="*/ 41 w 308"/>
                <a:gd name="T39" fmla="*/ 456 h 458"/>
                <a:gd name="T40" fmla="*/ 56 w 308"/>
                <a:gd name="T41" fmla="*/ 458 h 458"/>
                <a:gd name="T42" fmla="*/ 104 w 308"/>
                <a:gd name="T43" fmla="*/ 423 h 458"/>
                <a:gd name="T44" fmla="*/ 138 w 308"/>
                <a:gd name="T45" fmla="*/ 205 h 458"/>
                <a:gd name="T46" fmla="*/ 125 w 308"/>
                <a:gd name="T47" fmla="*/ 67 h 458"/>
                <a:gd name="T48" fmla="*/ 164 w 308"/>
                <a:gd name="T49" fmla="*/ 107 h 458"/>
                <a:gd name="T50" fmla="*/ 208 w 308"/>
                <a:gd name="T51" fmla="*/ 266 h 458"/>
                <a:gd name="T52" fmla="*/ 191 w 308"/>
                <a:gd name="T53" fmla="*/ 394 h 458"/>
                <a:gd name="T54" fmla="*/ 228 w 308"/>
                <a:gd name="T55" fmla="*/ 454 h 458"/>
                <a:gd name="T56" fmla="*/ 240 w 308"/>
                <a:gd name="T57" fmla="*/ 456 h 458"/>
                <a:gd name="T58" fmla="*/ 289 w 308"/>
                <a:gd name="T59" fmla="*/ 418 h 458"/>
                <a:gd name="T60" fmla="*/ 308 w 308"/>
                <a:gd name="T61" fmla="*/ 266 h 458"/>
                <a:gd name="T62" fmla="*/ 239 w 308"/>
                <a:gd name="T63" fmla="*/ 40 h 458"/>
                <a:gd name="T64" fmla="*/ 213 w 308"/>
                <a:gd name="T65" fmla="*/ 12 h 458"/>
                <a:gd name="T66" fmla="*/ 144 w 308"/>
                <a:gd name="T67" fmla="*/ 49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08" h="458">
                  <a:moveTo>
                    <a:pt x="144" y="49"/>
                  </a:moveTo>
                  <a:cubicBezTo>
                    <a:pt x="141" y="51"/>
                    <a:pt x="138" y="52"/>
                    <a:pt x="134" y="52"/>
                  </a:cubicBezTo>
                  <a:cubicBezTo>
                    <a:pt x="127" y="52"/>
                    <a:pt x="121" y="48"/>
                    <a:pt x="118" y="42"/>
                  </a:cubicBezTo>
                  <a:cubicBezTo>
                    <a:pt x="109" y="26"/>
                    <a:pt x="109" y="26"/>
                    <a:pt x="109" y="26"/>
                  </a:cubicBezTo>
                  <a:cubicBezTo>
                    <a:pt x="108" y="26"/>
                    <a:pt x="107" y="26"/>
                    <a:pt x="107" y="26"/>
                  </a:cubicBezTo>
                  <a:cubicBezTo>
                    <a:pt x="106" y="26"/>
                    <a:pt x="104" y="26"/>
                    <a:pt x="103" y="26"/>
                  </a:cubicBezTo>
                  <a:cubicBezTo>
                    <a:pt x="63" y="22"/>
                    <a:pt x="29" y="13"/>
                    <a:pt x="1" y="0"/>
                  </a:cubicBezTo>
                  <a:cubicBezTo>
                    <a:pt x="3" y="5"/>
                    <a:pt x="5" y="11"/>
                    <a:pt x="7" y="17"/>
                  </a:cubicBezTo>
                  <a:cubicBezTo>
                    <a:pt x="8" y="17"/>
                    <a:pt x="8" y="18"/>
                    <a:pt x="8"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10" y="23"/>
                    <a:pt x="38" y="97"/>
                    <a:pt x="38" y="205"/>
                  </a:cubicBezTo>
                  <a:cubicBezTo>
                    <a:pt x="38" y="260"/>
                    <a:pt x="31" y="324"/>
                    <a:pt x="9" y="393"/>
                  </a:cubicBezTo>
                  <a:cubicBezTo>
                    <a:pt x="0" y="419"/>
                    <a:pt x="15" y="447"/>
                    <a:pt x="41" y="456"/>
                  </a:cubicBezTo>
                  <a:cubicBezTo>
                    <a:pt x="46" y="457"/>
                    <a:pt x="51" y="458"/>
                    <a:pt x="56" y="458"/>
                  </a:cubicBezTo>
                  <a:cubicBezTo>
                    <a:pt x="78" y="458"/>
                    <a:pt x="97" y="445"/>
                    <a:pt x="104" y="423"/>
                  </a:cubicBezTo>
                  <a:cubicBezTo>
                    <a:pt x="130" y="344"/>
                    <a:pt x="138" y="269"/>
                    <a:pt x="138" y="205"/>
                  </a:cubicBezTo>
                  <a:cubicBezTo>
                    <a:pt x="138" y="151"/>
                    <a:pt x="132" y="104"/>
                    <a:pt x="125" y="67"/>
                  </a:cubicBezTo>
                  <a:cubicBezTo>
                    <a:pt x="134" y="74"/>
                    <a:pt x="149" y="86"/>
                    <a:pt x="164" y="107"/>
                  </a:cubicBezTo>
                  <a:cubicBezTo>
                    <a:pt x="186" y="138"/>
                    <a:pt x="208" y="187"/>
                    <a:pt x="208" y="266"/>
                  </a:cubicBezTo>
                  <a:cubicBezTo>
                    <a:pt x="208" y="302"/>
                    <a:pt x="203" y="344"/>
                    <a:pt x="191" y="394"/>
                  </a:cubicBezTo>
                  <a:cubicBezTo>
                    <a:pt x="185" y="421"/>
                    <a:pt x="201" y="448"/>
                    <a:pt x="228" y="454"/>
                  </a:cubicBezTo>
                  <a:cubicBezTo>
                    <a:pt x="232" y="455"/>
                    <a:pt x="236" y="456"/>
                    <a:pt x="240" y="456"/>
                  </a:cubicBezTo>
                  <a:cubicBezTo>
                    <a:pt x="263" y="456"/>
                    <a:pt x="283" y="440"/>
                    <a:pt x="289" y="418"/>
                  </a:cubicBezTo>
                  <a:cubicBezTo>
                    <a:pt x="302" y="361"/>
                    <a:pt x="308" y="311"/>
                    <a:pt x="308" y="266"/>
                  </a:cubicBezTo>
                  <a:cubicBezTo>
                    <a:pt x="308" y="161"/>
                    <a:pt x="275" y="86"/>
                    <a:pt x="239" y="40"/>
                  </a:cubicBezTo>
                  <a:cubicBezTo>
                    <a:pt x="230" y="29"/>
                    <a:pt x="222" y="20"/>
                    <a:pt x="213" y="12"/>
                  </a:cubicBezTo>
                  <a:cubicBezTo>
                    <a:pt x="178" y="31"/>
                    <a:pt x="144" y="49"/>
                    <a:pt x="144" y="4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5" name="Freeform 107"/>
            <p:cNvSpPr>
              <a:spLocks/>
            </p:cNvSpPr>
            <p:nvPr/>
          </p:nvSpPr>
          <p:spPr bwMode="auto">
            <a:xfrm>
              <a:off x="6907213" y="1695450"/>
              <a:ext cx="533400" cy="365125"/>
            </a:xfrm>
            <a:custGeom>
              <a:avLst/>
              <a:gdLst>
                <a:gd name="T0" fmla="*/ 42 w 361"/>
                <a:gd name="T1" fmla="*/ 244 h 247"/>
                <a:gd name="T2" fmla="*/ 183 w 361"/>
                <a:gd name="T3" fmla="*/ 168 h 247"/>
                <a:gd name="T4" fmla="*/ 254 w 361"/>
                <a:gd name="T5" fmla="*/ 101 h 247"/>
                <a:gd name="T6" fmla="*/ 339 w 361"/>
                <a:gd name="T7" fmla="*/ 43 h 247"/>
                <a:gd name="T8" fmla="*/ 345 w 361"/>
                <a:gd name="T9" fmla="*/ 40 h 247"/>
                <a:gd name="T10" fmla="*/ 352 w 361"/>
                <a:gd name="T11" fmla="*/ 36 h 247"/>
                <a:gd name="T12" fmla="*/ 358 w 361"/>
                <a:gd name="T13" fmla="*/ 26 h 247"/>
                <a:gd name="T14" fmla="*/ 347 w 361"/>
                <a:gd name="T15" fmla="*/ 5 h 247"/>
                <a:gd name="T16" fmla="*/ 335 w 361"/>
                <a:gd name="T17" fmla="*/ 5 h 247"/>
                <a:gd name="T18" fmla="*/ 328 w 361"/>
                <a:gd name="T19" fmla="*/ 9 h 247"/>
                <a:gd name="T20" fmla="*/ 322 w 361"/>
                <a:gd name="T21" fmla="*/ 12 h 247"/>
                <a:gd name="T22" fmla="*/ 227 w 361"/>
                <a:gd name="T23" fmla="*/ 51 h 247"/>
                <a:gd name="T24" fmla="*/ 132 w 361"/>
                <a:gd name="T25" fmla="*/ 75 h 247"/>
                <a:gd name="T26" fmla="*/ 0 w 361"/>
                <a:gd name="T27" fmla="*/ 147 h 247"/>
                <a:gd name="T28" fmla="*/ 12 w 361"/>
                <a:gd name="T29" fmla="*/ 148 h 247"/>
                <a:gd name="T30" fmla="*/ 49 w 361"/>
                <a:gd name="T31" fmla="*/ 191 h 247"/>
                <a:gd name="T32" fmla="*/ 19 w 361"/>
                <a:gd name="T33" fmla="*/ 226 h 247"/>
                <a:gd name="T34" fmla="*/ 27 w 361"/>
                <a:gd name="T35" fmla="*/ 240 h 247"/>
                <a:gd name="T36" fmla="*/ 42 w 361"/>
                <a:gd name="T37" fmla="*/ 244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61" h="247">
                  <a:moveTo>
                    <a:pt x="42" y="244"/>
                  </a:moveTo>
                  <a:cubicBezTo>
                    <a:pt x="42" y="244"/>
                    <a:pt x="153" y="184"/>
                    <a:pt x="183" y="168"/>
                  </a:cubicBezTo>
                  <a:cubicBezTo>
                    <a:pt x="213" y="152"/>
                    <a:pt x="228" y="128"/>
                    <a:pt x="254" y="101"/>
                  </a:cubicBezTo>
                  <a:cubicBezTo>
                    <a:pt x="273" y="82"/>
                    <a:pt x="339" y="43"/>
                    <a:pt x="339" y="43"/>
                  </a:cubicBezTo>
                  <a:cubicBezTo>
                    <a:pt x="345" y="40"/>
                    <a:pt x="345" y="40"/>
                    <a:pt x="345" y="40"/>
                  </a:cubicBezTo>
                  <a:cubicBezTo>
                    <a:pt x="345" y="40"/>
                    <a:pt x="351" y="36"/>
                    <a:pt x="352" y="36"/>
                  </a:cubicBezTo>
                  <a:cubicBezTo>
                    <a:pt x="352" y="36"/>
                    <a:pt x="361" y="31"/>
                    <a:pt x="358" y="26"/>
                  </a:cubicBezTo>
                  <a:cubicBezTo>
                    <a:pt x="347" y="5"/>
                    <a:pt x="347" y="5"/>
                    <a:pt x="347" y="5"/>
                  </a:cubicBezTo>
                  <a:cubicBezTo>
                    <a:pt x="344" y="0"/>
                    <a:pt x="335" y="5"/>
                    <a:pt x="335" y="5"/>
                  </a:cubicBezTo>
                  <a:cubicBezTo>
                    <a:pt x="334" y="6"/>
                    <a:pt x="328" y="9"/>
                    <a:pt x="328" y="9"/>
                  </a:cubicBezTo>
                  <a:cubicBezTo>
                    <a:pt x="322" y="12"/>
                    <a:pt x="322" y="12"/>
                    <a:pt x="322" y="12"/>
                  </a:cubicBezTo>
                  <a:cubicBezTo>
                    <a:pt x="322" y="12"/>
                    <a:pt x="253" y="46"/>
                    <a:pt x="227" y="51"/>
                  </a:cubicBezTo>
                  <a:cubicBezTo>
                    <a:pt x="190" y="58"/>
                    <a:pt x="162" y="59"/>
                    <a:pt x="132" y="75"/>
                  </a:cubicBezTo>
                  <a:cubicBezTo>
                    <a:pt x="107" y="88"/>
                    <a:pt x="27" y="132"/>
                    <a:pt x="0" y="147"/>
                  </a:cubicBezTo>
                  <a:cubicBezTo>
                    <a:pt x="4" y="147"/>
                    <a:pt x="8" y="148"/>
                    <a:pt x="12" y="148"/>
                  </a:cubicBezTo>
                  <a:cubicBezTo>
                    <a:pt x="34" y="150"/>
                    <a:pt x="50" y="169"/>
                    <a:pt x="49" y="191"/>
                  </a:cubicBezTo>
                  <a:cubicBezTo>
                    <a:pt x="47" y="209"/>
                    <a:pt x="35" y="222"/>
                    <a:pt x="19" y="226"/>
                  </a:cubicBezTo>
                  <a:cubicBezTo>
                    <a:pt x="27" y="240"/>
                    <a:pt x="27" y="240"/>
                    <a:pt x="27" y="240"/>
                  </a:cubicBezTo>
                  <a:cubicBezTo>
                    <a:pt x="30" y="246"/>
                    <a:pt x="36" y="247"/>
                    <a:pt x="42" y="24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6" name="Freeform 108"/>
            <p:cNvSpPr>
              <a:spLocks/>
            </p:cNvSpPr>
            <p:nvPr/>
          </p:nvSpPr>
          <p:spPr bwMode="auto">
            <a:xfrm>
              <a:off x="6645275" y="1577975"/>
              <a:ext cx="527050" cy="442913"/>
            </a:xfrm>
            <a:custGeom>
              <a:avLst/>
              <a:gdLst>
                <a:gd name="T0" fmla="*/ 42 w 357"/>
                <a:gd name="T1" fmla="*/ 246 h 300"/>
                <a:gd name="T2" fmla="*/ 183 w 357"/>
                <a:gd name="T3" fmla="*/ 300 h 300"/>
                <a:gd name="T4" fmla="*/ 186 w 357"/>
                <a:gd name="T5" fmla="*/ 300 h 300"/>
                <a:gd name="T6" fmla="*/ 218 w 357"/>
                <a:gd name="T7" fmla="*/ 271 h 300"/>
                <a:gd name="T8" fmla="*/ 189 w 357"/>
                <a:gd name="T9" fmla="*/ 236 h 300"/>
                <a:gd name="T10" fmla="*/ 86 w 357"/>
                <a:gd name="T11" fmla="*/ 200 h 300"/>
                <a:gd name="T12" fmla="*/ 64 w 357"/>
                <a:gd name="T13" fmla="*/ 144 h 300"/>
                <a:gd name="T14" fmla="*/ 78 w 357"/>
                <a:gd name="T15" fmla="*/ 87 h 300"/>
                <a:gd name="T16" fmla="*/ 86 w 357"/>
                <a:gd name="T17" fmla="*/ 89 h 300"/>
                <a:gd name="T18" fmla="*/ 72 w 357"/>
                <a:gd name="T19" fmla="*/ 144 h 300"/>
                <a:gd name="T20" fmla="*/ 92 w 357"/>
                <a:gd name="T21" fmla="*/ 194 h 300"/>
                <a:gd name="T22" fmla="*/ 164 w 357"/>
                <a:gd name="T23" fmla="*/ 225 h 300"/>
                <a:gd name="T24" fmla="*/ 165 w 357"/>
                <a:gd name="T25" fmla="*/ 224 h 300"/>
                <a:gd name="T26" fmla="*/ 244 w 357"/>
                <a:gd name="T27" fmla="*/ 181 h 300"/>
                <a:gd name="T28" fmla="*/ 251 w 357"/>
                <a:gd name="T29" fmla="*/ 125 h 300"/>
                <a:gd name="T30" fmla="*/ 262 w 357"/>
                <a:gd name="T31" fmla="*/ 139 h 300"/>
                <a:gd name="T32" fmla="*/ 283 w 357"/>
                <a:gd name="T33" fmla="*/ 160 h 300"/>
                <a:gd name="T34" fmla="*/ 305 w 357"/>
                <a:gd name="T35" fmla="*/ 148 h 300"/>
                <a:gd name="T36" fmla="*/ 357 w 357"/>
                <a:gd name="T37" fmla="*/ 131 h 300"/>
                <a:gd name="T38" fmla="*/ 345 w 357"/>
                <a:gd name="T39" fmla="*/ 126 h 300"/>
                <a:gd name="T40" fmla="*/ 298 w 357"/>
                <a:gd name="T41" fmla="*/ 81 h 300"/>
                <a:gd name="T42" fmla="*/ 286 w 357"/>
                <a:gd name="T43" fmla="*/ 62 h 300"/>
                <a:gd name="T44" fmla="*/ 283 w 357"/>
                <a:gd name="T45" fmla="*/ 56 h 300"/>
                <a:gd name="T46" fmla="*/ 283 w 357"/>
                <a:gd name="T47" fmla="*/ 55 h 300"/>
                <a:gd name="T48" fmla="*/ 283 w 357"/>
                <a:gd name="T49" fmla="*/ 55 h 300"/>
                <a:gd name="T50" fmla="*/ 277 w 357"/>
                <a:gd name="T51" fmla="*/ 46 h 300"/>
                <a:gd name="T52" fmla="*/ 241 w 357"/>
                <a:gd name="T53" fmla="*/ 14 h 300"/>
                <a:gd name="T54" fmla="*/ 90 w 357"/>
                <a:gd name="T55" fmla="*/ 0 h 300"/>
                <a:gd name="T56" fmla="*/ 64 w 357"/>
                <a:gd name="T57" fmla="*/ 8 h 300"/>
                <a:gd name="T58" fmla="*/ 53 w 357"/>
                <a:gd name="T59" fmla="*/ 15 h 300"/>
                <a:gd name="T60" fmla="*/ 33 w 357"/>
                <a:gd name="T61" fmla="*/ 37 h 300"/>
                <a:gd name="T62" fmla="*/ 14 w 357"/>
                <a:gd name="T63" fmla="*/ 75 h 300"/>
                <a:gd name="T64" fmla="*/ 0 w 357"/>
                <a:gd name="T65" fmla="*/ 144 h 300"/>
                <a:gd name="T66" fmla="*/ 42 w 357"/>
                <a:gd name="T67" fmla="*/ 246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7" h="300">
                  <a:moveTo>
                    <a:pt x="42" y="246"/>
                  </a:moveTo>
                  <a:cubicBezTo>
                    <a:pt x="72" y="275"/>
                    <a:pt x="118" y="294"/>
                    <a:pt x="183" y="300"/>
                  </a:cubicBezTo>
                  <a:cubicBezTo>
                    <a:pt x="184" y="300"/>
                    <a:pt x="185" y="300"/>
                    <a:pt x="186" y="300"/>
                  </a:cubicBezTo>
                  <a:cubicBezTo>
                    <a:pt x="202" y="300"/>
                    <a:pt x="216" y="287"/>
                    <a:pt x="218" y="271"/>
                  </a:cubicBezTo>
                  <a:cubicBezTo>
                    <a:pt x="219" y="253"/>
                    <a:pt x="206" y="238"/>
                    <a:pt x="189" y="236"/>
                  </a:cubicBezTo>
                  <a:cubicBezTo>
                    <a:pt x="133" y="231"/>
                    <a:pt x="103" y="216"/>
                    <a:pt x="86" y="200"/>
                  </a:cubicBezTo>
                  <a:cubicBezTo>
                    <a:pt x="70" y="184"/>
                    <a:pt x="65" y="166"/>
                    <a:pt x="64" y="144"/>
                  </a:cubicBezTo>
                  <a:cubicBezTo>
                    <a:pt x="64" y="125"/>
                    <a:pt x="70" y="103"/>
                    <a:pt x="78" y="87"/>
                  </a:cubicBezTo>
                  <a:cubicBezTo>
                    <a:pt x="86" y="89"/>
                    <a:pt x="86" y="89"/>
                    <a:pt x="86" y="89"/>
                  </a:cubicBezTo>
                  <a:cubicBezTo>
                    <a:pt x="79" y="102"/>
                    <a:pt x="72" y="124"/>
                    <a:pt x="72" y="144"/>
                  </a:cubicBezTo>
                  <a:cubicBezTo>
                    <a:pt x="73" y="166"/>
                    <a:pt x="79" y="181"/>
                    <a:pt x="92" y="194"/>
                  </a:cubicBezTo>
                  <a:cubicBezTo>
                    <a:pt x="103" y="205"/>
                    <a:pt x="124" y="218"/>
                    <a:pt x="164" y="225"/>
                  </a:cubicBezTo>
                  <a:cubicBezTo>
                    <a:pt x="164" y="225"/>
                    <a:pt x="164" y="224"/>
                    <a:pt x="165" y="224"/>
                  </a:cubicBezTo>
                  <a:cubicBezTo>
                    <a:pt x="244" y="181"/>
                    <a:pt x="244" y="181"/>
                    <a:pt x="244" y="181"/>
                  </a:cubicBezTo>
                  <a:cubicBezTo>
                    <a:pt x="243" y="161"/>
                    <a:pt x="245" y="143"/>
                    <a:pt x="251" y="125"/>
                  </a:cubicBezTo>
                  <a:cubicBezTo>
                    <a:pt x="254" y="130"/>
                    <a:pt x="258" y="135"/>
                    <a:pt x="262" y="139"/>
                  </a:cubicBezTo>
                  <a:cubicBezTo>
                    <a:pt x="268" y="146"/>
                    <a:pt x="275" y="153"/>
                    <a:pt x="283" y="160"/>
                  </a:cubicBezTo>
                  <a:cubicBezTo>
                    <a:pt x="305" y="148"/>
                    <a:pt x="305" y="148"/>
                    <a:pt x="305" y="148"/>
                  </a:cubicBezTo>
                  <a:cubicBezTo>
                    <a:pt x="323" y="138"/>
                    <a:pt x="339" y="134"/>
                    <a:pt x="357" y="131"/>
                  </a:cubicBezTo>
                  <a:cubicBezTo>
                    <a:pt x="353" y="129"/>
                    <a:pt x="349" y="128"/>
                    <a:pt x="345" y="126"/>
                  </a:cubicBezTo>
                  <a:cubicBezTo>
                    <a:pt x="325" y="115"/>
                    <a:pt x="308" y="97"/>
                    <a:pt x="298" y="81"/>
                  </a:cubicBezTo>
                  <a:cubicBezTo>
                    <a:pt x="292" y="73"/>
                    <a:pt x="288" y="66"/>
                    <a:pt x="286" y="62"/>
                  </a:cubicBezTo>
                  <a:cubicBezTo>
                    <a:pt x="285" y="59"/>
                    <a:pt x="284" y="57"/>
                    <a:pt x="283" y="56"/>
                  </a:cubicBezTo>
                  <a:cubicBezTo>
                    <a:pt x="283" y="55"/>
                    <a:pt x="283" y="55"/>
                    <a:pt x="283" y="55"/>
                  </a:cubicBezTo>
                  <a:cubicBezTo>
                    <a:pt x="283" y="55"/>
                    <a:pt x="283" y="55"/>
                    <a:pt x="283" y="55"/>
                  </a:cubicBezTo>
                  <a:cubicBezTo>
                    <a:pt x="281" y="51"/>
                    <a:pt x="280" y="48"/>
                    <a:pt x="277" y="46"/>
                  </a:cubicBezTo>
                  <a:cubicBezTo>
                    <a:pt x="272" y="31"/>
                    <a:pt x="254" y="15"/>
                    <a:pt x="241" y="14"/>
                  </a:cubicBezTo>
                  <a:cubicBezTo>
                    <a:pt x="191" y="9"/>
                    <a:pt x="140" y="5"/>
                    <a:pt x="90" y="0"/>
                  </a:cubicBezTo>
                  <a:cubicBezTo>
                    <a:pt x="84" y="0"/>
                    <a:pt x="74" y="3"/>
                    <a:pt x="64" y="8"/>
                  </a:cubicBezTo>
                  <a:cubicBezTo>
                    <a:pt x="60" y="10"/>
                    <a:pt x="56" y="12"/>
                    <a:pt x="53" y="15"/>
                  </a:cubicBezTo>
                  <a:cubicBezTo>
                    <a:pt x="45" y="21"/>
                    <a:pt x="39" y="28"/>
                    <a:pt x="33" y="37"/>
                  </a:cubicBezTo>
                  <a:cubicBezTo>
                    <a:pt x="26" y="47"/>
                    <a:pt x="19" y="60"/>
                    <a:pt x="14" y="75"/>
                  </a:cubicBezTo>
                  <a:cubicBezTo>
                    <a:pt x="6" y="95"/>
                    <a:pt x="1" y="119"/>
                    <a:pt x="0" y="144"/>
                  </a:cubicBezTo>
                  <a:cubicBezTo>
                    <a:pt x="0" y="178"/>
                    <a:pt x="11" y="216"/>
                    <a:pt x="42" y="24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7" name="Freeform 109"/>
            <p:cNvSpPr>
              <a:spLocks/>
            </p:cNvSpPr>
            <p:nvPr/>
          </p:nvSpPr>
          <p:spPr bwMode="auto">
            <a:xfrm>
              <a:off x="7450138" y="1431925"/>
              <a:ext cx="174625" cy="255588"/>
            </a:xfrm>
            <a:custGeom>
              <a:avLst/>
              <a:gdLst>
                <a:gd name="T0" fmla="*/ 16 w 118"/>
                <a:gd name="T1" fmla="*/ 165 h 173"/>
                <a:gd name="T2" fmla="*/ 111 w 118"/>
                <a:gd name="T3" fmla="*/ 37 h 173"/>
                <a:gd name="T4" fmla="*/ 108 w 118"/>
                <a:gd name="T5" fmla="*/ 2 h 173"/>
                <a:gd name="T6" fmla="*/ 86 w 118"/>
                <a:gd name="T7" fmla="*/ 27 h 173"/>
                <a:gd name="T8" fmla="*/ 14 w 118"/>
                <a:gd name="T9" fmla="*/ 161 h 173"/>
                <a:gd name="T10" fmla="*/ 16 w 118"/>
                <a:gd name="T11" fmla="*/ 165 h 173"/>
              </a:gdLst>
              <a:ahLst/>
              <a:cxnLst>
                <a:cxn ang="0">
                  <a:pos x="T0" y="T1"/>
                </a:cxn>
                <a:cxn ang="0">
                  <a:pos x="T2" y="T3"/>
                </a:cxn>
                <a:cxn ang="0">
                  <a:pos x="T4" y="T5"/>
                </a:cxn>
                <a:cxn ang="0">
                  <a:pos x="T6" y="T7"/>
                </a:cxn>
                <a:cxn ang="0">
                  <a:pos x="T8" y="T9"/>
                </a:cxn>
                <a:cxn ang="0">
                  <a:pos x="T10" y="T11"/>
                </a:cxn>
              </a:cxnLst>
              <a:rect l="0" t="0" r="r" b="b"/>
              <a:pathLst>
                <a:path w="118" h="173">
                  <a:moveTo>
                    <a:pt x="16" y="165"/>
                  </a:moveTo>
                  <a:cubicBezTo>
                    <a:pt x="61" y="134"/>
                    <a:pt x="90" y="86"/>
                    <a:pt x="111" y="37"/>
                  </a:cubicBezTo>
                  <a:cubicBezTo>
                    <a:pt x="118" y="20"/>
                    <a:pt x="116" y="5"/>
                    <a:pt x="108" y="2"/>
                  </a:cubicBezTo>
                  <a:cubicBezTo>
                    <a:pt x="99" y="0"/>
                    <a:pt x="90" y="11"/>
                    <a:pt x="86" y="27"/>
                  </a:cubicBezTo>
                  <a:cubicBezTo>
                    <a:pt x="72" y="76"/>
                    <a:pt x="52" y="126"/>
                    <a:pt x="14" y="161"/>
                  </a:cubicBezTo>
                  <a:cubicBezTo>
                    <a:pt x="0" y="171"/>
                    <a:pt x="1" y="173"/>
                    <a:pt x="16" y="16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8" name="Freeform 110"/>
            <p:cNvSpPr>
              <a:spLocks/>
            </p:cNvSpPr>
            <p:nvPr/>
          </p:nvSpPr>
          <p:spPr bwMode="auto">
            <a:xfrm>
              <a:off x="7459663" y="1651000"/>
              <a:ext cx="312738" cy="66675"/>
            </a:xfrm>
            <a:custGeom>
              <a:avLst/>
              <a:gdLst>
                <a:gd name="T0" fmla="*/ 180 w 212"/>
                <a:gd name="T1" fmla="*/ 29 h 46"/>
                <a:gd name="T2" fmla="*/ 212 w 212"/>
                <a:gd name="T3" fmla="*/ 14 h 46"/>
                <a:gd name="T4" fmla="*/ 179 w 212"/>
                <a:gd name="T5" fmla="*/ 2 h 46"/>
                <a:gd name="T6" fmla="*/ 17 w 212"/>
                <a:gd name="T7" fmla="*/ 37 h 46"/>
                <a:gd name="T8" fmla="*/ 18 w 212"/>
                <a:gd name="T9" fmla="*/ 41 h 46"/>
                <a:gd name="T10" fmla="*/ 180 w 212"/>
                <a:gd name="T11" fmla="*/ 29 h 46"/>
              </a:gdLst>
              <a:ahLst/>
              <a:cxnLst>
                <a:cxn ang="0">
                  <a:pos x="T0" y="T1"/>
                </a:cxn>
                <a:cxn ang="0">
                  <a:pos x="T2" y="T3"/>
                </a:cxn>
                <a:cxn ang="0">
                  <a:pos x="T4" y="T5"/>
                </a:cxn>
                <a:cxn ang="0">
                  <a:pos x="T6" y="T7"/>
                </a:cxn>
                <a:cxn ang="0">
                  <a:pos x="T8" y="T9"/>
                </a:cxn>
                <a:cxn ang="0">
                  <a:pos x="T10" y="T11"/>
                </a:cxn>
              </a:cxnLst>
              <a:rect l="0" t="0" r="r" b="b"/>
              <a:pathLst>
                <a:path w="212" h="46">
                  <a:moveTo>
                    <a:pt x="180" y="29"/>
                  </a:moveTo>
                  <a:cubicBezTo>
                    <a:pt x="198" y="30"/>
                    <a:pt x="212" y="23"/>
                    <a:pt x="212" y="14"/>
                  </a:cubicBezTo>
                  <a:cubicBezTo>
                    <a:pt x="212" y="6"/>
                    <a:pt x="197" y="0"/>
                    <a:pt x="179" y="2"/>
                  </a:cubicBezTo>
                  <a:cubicBezTo>
                    <a:pt x="124" y="8"/>
                    <a:pt x="69" y="18"/>
                    <a:pt x="17" y="37"/>
                  </a:cubicBezTo>
                  <a:cubicBezTo>
                    <a:pt x="0" y="44"/>
                    <a:pt x="1" y="46"/>
                    <a:pt x="18" y="41"/>
                  </a:cubicBezTo>
                  <a:cubicBezTo>
                    <a:pt x="72" y="29"/>
                    <a:pt x="126" y="28"/>
                    <a:pt x="180" y="2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9" name="Freeform 111"/>
            <p:cNvSpPr>
              <a:spLocks/>
            </p:cNvSpPr>
            <p:nvPr/>
          </p:nvSpPr>
          <p:spPr bwMode="auto">
            <a:xfrm>
              <a:off x="7456488" y="1506538"/>
              <a:ext cx="360363" cy="196850"/>
            </a:xfrm>
            <a:custGeom>
              <a:avLst/>
              <a:gdLst>
                <a:gd name="T0" fmla="*/ 21 w 244"/>
                <a:gd name="T1" fmla="*/ 123 h 133"/>
                <a:gd name="T2" fmla="*/ 209 w 244"/>
                <a:gd name="T3" fmla="*/ 37 h 133"/>
                <a:gd name="T4" fmla="*/ 241 w 244"/>
                <a:gd name="T5" fmla="*/ 8 h 133"/>
                <a:gd name="T6" fmla="*/ 198 w 244"/>
                <a:gd name="T7" fmla="*/ 12 h 133"/>
                <a:gd name="T8" fmla="*/ 19 w 244"/>
                <a:gd name="T9" fmla="*/ 119 h 133"/>
                <a:gd name="T10" fmla="*/ 21 w 244"/>
                <a:gd name="T11" fmla="*/ 123 h 133"/>
              </a:gdLst>
              <a:ahLst/>
              <a:cxnLst>
                <a:cxn ang="0">
                  <a:pos x="T0" y="T1"/>
                </a:cxn>
                <a:cxn ang="0">
                  <a:pos x="T2" y="T3"/>
                </a:cxn>
                <a:cxn ang="0">
                  <a:pos x="T4" y="T5"/>
                </a:cxn>
                <a:cxn ang="0">
                  <a:pos x="T6" y="T7"/>
                </a:cxn>
                <a:cxn ang="0">
                  <a:pos x="T8" y="T9"/>
                </a:cxn>
                <a:cxn ang="0">
                  <a:pos x="T10" y="T11"/>
                </a:cxn>
              </a:cxnLst>
              <a:rect l="0" t="0" r="r" b="b"/>
              <a:pathLst>
                <a:path w="244" h="133">
                  <a:moveTo>
                    <a:pt x="21" y="123"/>
                  </a:moveTo>
                  <a:cubicBezTo>
                    <a:pt x="83" y="93"/>
                    <a:pt x="146" y="64"/>
                    <a:pt x="209" y="37"/>
                  </a:cubicBezTo>
                  <a:cubicBezTo>
                    <a:pt x="230" y="29"/>
                    <a:pt x="244" y="16"/>
                    <a:pt x="241" y="8"/>
                  </a:cubicBezTo>
                  <a:cubicBezTo>
                    <a:pt x="237" y="0"/>
                    <a:pt x="218" y="2"/>
                    <a:pt x="198" y="12"/>
                  </a:cubicBezTo>
                  <a:cubicBezTo>
                    <a:pt x="136" y="46"/>
                    <a:pt x="77" y="82"/>
                    <a:pt x="19" y="119"/>
                  </a:cubicBezTo>
                  <a:cubicBezTo>
                    <a:pt x="0" y="131"/>
                    <a:pt x="1" y="133"/>
                    <a:pt x="21" y="12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0" name="Freeform 112"/>
            <p:cNvSpPr>
              <a:spLocks/>
            </p:cNvSpPr>
            <p:nvPr/>
          </p:nvSpPr>
          <p:spPr bwMode="auto">
            <a:xfrm>
              <a:off x="7469188" y="1712913"/>
              <a:ext cx="317500" cy="117475"/>
            </a:xfrm>
            <a:custGeom>
              <a:avLst/>
              <a:gdLst>
                <a:gd name="T0" fmla="*/ 19 w 215"/>
                <a:gd name="T1" fmla="*/ 11 h 80"/>
                <a:gd name="T2" fmla="*/ 178 w 215"/>
                <a:gd name="T3" fmla="*/ 62 h 80"/>
                <a:gd name="T4" fmla="*/ 211 w 215"/>
                <a:gd name="T5" fmla="*/ 74 h 80"/>
                <a:gd name="T6" fmla="*/ 190 w 215"/>
                <a:gd name="T7" fmla="*/ 45 h 80"/>
                <a:gd name="T8" fmla="*/ 19 w 215"/>
                <a:gd name="T9" fmla="*/ 7 h 80"/>
                <a:gd name="T10" fmla="*/ 19 w 215"/>
                <a:gd name="T11" fmla="*/ 11 h 80"/>
              </a:gdLst>
              <a:ahLst/>
              <a:cxnLst>
                <a:cxn ang="0">
                  <a:pos x="T0" y="T1"/>
                </a:cxn>
                <a:cxn ang="0">
                  <a:pos x="T2" y="T3"/>
                </a:cxn>
                <a:cxn ang="0">
                  <a:pos x="T4" y="T5"/>
                </a:cxn>
                <a:cxn ang="0">
                  <a:pos x="T6" y="T7"/>
                </a:cxn>
                <a:cxn ang="0">
                  <a:pos x="T8" y="T9"/>
                </a:cxn>
                <a:cxn ang="0">
                  <a:pos x="T10" y="T11"/>
                </a:cxn>
              </a:cxnLst>
              <a:rect l="0" t="0" r="r" b="b"/>
              <a:pathLst>
                <a:path w="215" h="80">
                  <a:moveTo>
                    <a:pt x="19" y="11"/>
                  </a:moveTo>
                  <a:cubicBezTo>
                    <a:pt x="77" y="9"/>
                    <a:pt x="134" y="28"/>
                    <a:pt x="178" y="62"/>
                  </a:cubicBezTo>
                  <a:cubicBezTo>
                    <a:pt x="193" y="73"/>
                    <a:pt x="206" y="80"/>
                    <a:pt x="211" y="74"/>
                  </a:cubicBezTo>
                  <a:cubicBezTo>
                    <a:pt x="215" y="70"/>
                    <a:pt x="207" y="55"/>
                    <a:pt x="190" y="45"/>
                  </a:cubicBezTo>
                  <a:cubicBezTo>
                    <a:pt x="138" y="13"/>
                    <a:pt x="77" y="0"/>
                    <a:pt x="19" y="7"/>
                  </a:cubicBezTo>
                  <a:cubicBezTo>
                    <a:pt x="0" y="10"/>
                    <a:pt x="1" y="12"/>
                    <a:pt x="19" y="1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1" name="Freeform 113"/>
            <p:cNvSpPr>
              <a:spLocks/>
            </p:cNvSpPr>
            <p:nvPr/>
          </p:nvSpPr>
          <p:spPr bwMode="auto">
            <a:xfrm>
              <a:off x="7862888" y="1423988"/>
              <a:ext cx="122238" cy="85725"/>
            </a:xfrm>
            <a:custGeom>
              <a:avLst/>
              <a:gdLst>
                <a:gd name="T0" fmla="*/ 18 w 82"/>
                <a:gd name="T1" fmla="*/ 55 h 58"/>
                <a:gd name="T2" fmla="*/ 38 w 82"/>
                <a:gd name="T3" fmla="*/ 47 h 58"/>
                <a:gd name="T4" fmla="*/ 46 w 82"/>
                <a:gd name="T5" fmla="*/ 55 h 58"/>
                <a:gd name="T6" fmla="*/ 73 w 82"/>
                <a:gd name="T7" fmla="*/ 44 h 58"/>
                <a:gd name="T8" fmla="*/ 79 w 82"/>
                <a:gd name="T9" fmla="*/ 28 h 58"/>
                <a:gd name="T10" fmla="*/ 72 w 82"/>
                <a:gd name="T11" fmla="*/ 9 h 58"/>
                <a:gd name="T12" fmla="*/ 56 w 82"/>
                <a:gd name="T13" fmla="*/ 3 h 58"/>
                <a:gd name="T14" fmla="*/ 29 w 82"/>
                <a:gd name="T15" fmla="*/ 14 h 58"/>
                <a:gd name="T16" fmla="*/ 29 w 82"/>
                <a:gd name="T17" fmla="*/ 25 h 58"/>
                <a:gd name="T18" fmla="*/ 9 w 82"/>
                <a:gd name="T19" fmla="*/ 33 h 58"/>
                <a:gd name="T20" fmla="*/ 3 w 82"/>
                <a:gd name="T21" fmla="*/ 48 h 58"/>
                <a:gd name="T22" fmla="*/ 18 w 8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2" h="58">
                  <a:moveTo>
                    <a:pt x="18" y="55"/>
                  </a:moveTo>
                  <a:cubicBezTo>
                    <a:pt x="38" y="47"/>
                    <a:pt x="38" y="47"/>
                    <a:pt x="38" y="47"/>
                  </a:cubicBezTo>
                  <a:cubicBezTo>
                    <a:pt x="41" y="52"/>
                    <a:pt x="44" y="55"/>
                    <a:pt x="46" y="55"/>
                  </a:cubicBezTo>
                  <a:cubicBezTo>
                    <a:pt x="73" y="44"/>
                    <a:pt x="73" y="44"/>
                    <a:pt x="73" y="44"/>
                  </a:cubicBezTo>
                  <a:cubicBezTo>
                    <a:pt x="79" y="41"/>
                    <a:pt x="82" y="34"/>
                    <a:pt x="79" y="28"/>
                  </a:cubicBezTo>
                  <a:cubicBezTo>
                    <a:pt x="72" y="9"/>
                    <a:pt x="72" y="9"/>
                    <a:pt x="72" y="9"/>
                  </a:cubicBezTo>
                  <a:cubicBezTo>
                    <a:pt x="69" y="3"/>
                    <a:pt x="62" y="0"/>
                    <a:pt x="56" y="3"/>
                  </a:cubicBezTo>
                  <a:cubicBezTo>
                    <a:pt x="29" y="14"/>
                    <a:pt x="29" y="14"/>
                    <a:pt x="29" y="14"/>
                  </a:cubicBezTo>
                  <a:cubicBezTo>
                    <a:pt x="28" y="15"/>
                    <a:pt x="28" y="19"/>
                    <a:pt x="29" y="25"/>
                  </a:cubicBezTo>
                  <a:cubicBezTo>
                    <a:pt x="9" y="33"/>
                    <a:pt x="9" y="33"/>
                    <a:pt x="9" y="33"/>
                  </a:cubicBezTo>
                  <a:cubicBezTo>
                    <a:pt x="3" y="35"/>
                    <a:pt x="0" y="42"/>
                    <a:pt x="3" y="48"/>
                  </a:cubicBezTo>
                  <a:cubicBezTo>
                    <a:pt x="5" y="55"/>
                    <a:pt x="12" y="58"/>
                    <a:pt x="18" y="5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42" name="组合 141"/>
          <p:cNvGrpSpPr/>
          <p:nvPr/>
        </p:nvGrpSpPr>
        <p:grpSpPr>
          <a:xfrm>
            <a:off x="8001000" y="1273175"/>
            <a:ext cx="1304926" cy="1397000"/>
            <a:chOff x="8001000" y="1273175"/>
            <a:chExt cx="1304926" cy="1397000"/>
          </a:xfrm>
        </p:grpSpPr>
        <p:sp>
          <p:nvSpPr>
            <p:cNvPr id="143" name="Freeform 135"/>
            <p:cNvSpPr>
              <a:spLocks/>
            </p:cNvSpPr>
            <p:nvPr/>
          </p:nvSpPr>
          <p:spPr bwMode="auto">
            <a:xfrm>
              <a:off x="8861425" y="1273175"/>
              <a:ext cx="279400" cy="254000"/>
            </a:xfrm>
            <a:custGeom>
              <a:avLst/>
              <a:gdLst>
                <a:gd name="T0" fmla="*/ 116 w 190"/>
                <a:gd name="T1" fmla="*/ 140 h 173"/>
                <a:gd name="T2" fmla="*/ 133 w 190"/>
                <a:gd name="T3" fmla="*/ 151 h 173"/>
                <a:gd name="T4" fmla="*/ 143 w 190"/>
                <a:gd name="T5" fmla="*/ 171 h 173"/>
                <a:gd name="T6" fmla="*/ 184 w 190"/>
                <a:gd name="T7" fmla="*/ 107 h 173"/>
                <a:gd name="T8" fmla="*/ 106 w 190"/>
                <a:gd name="T9" fmla="*/ 6 h 173"/>
                <a:gd name="T10" fmla="*/ 5 w 190"/>
                <a:gd name="T11" fmla="*/ 84 h 173"/>
                <a:gd name="T12" fmla="*/ 48 w 190"/>
                <a:gd name="T13" fmla="*/ 173 h 173"/>
                <a:gd name="T14" fmla="*/ 106 w 190"/>
                <a:gd name="T15" fmla="*/ 142 h 173"/>
                <a:gd name="T16" fmla="*/ 116 w 190"/>
                <a:gd name="T17"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0" h="173">
                  <a:moveTo>
                    <a:pt x="116" y="140"/>
                  </a:moveTo>
                  <a:cubicBezTo>
                    <a:pt x="123" y="140"/>
                    <a:pt x="129" y="144"/>
                    <a:pt x="133" y="151"/>
                  </a:cubicBezTo>
                  <a:cubicBezTo>
                    <a:pt x="143" y="171"/>
                    <a:pt x="143" y="171"/>
                    <a:pt x="143" y="171"/>
                  </a:cubicBezTo>
                  <a:cubicBezTo>
                    <a:pt x="165" y="157"/>
                    <a:pt x="180" y="134"/>
                    <a:pt x="184" y="107"/>
                  </a:cubicBezTo>
                  <a:cubicBezTo>
                    <a:pt x="190" y="58"/>
                    <a:pt x="155" y="12"/>
                    <a:pt x="106" y="6"/>
                  </a:cubicBezTo>
                  <a:cubicBezTo>
                    <a:pt x="57" y="0"/>
                    <a:pt x="12" y="34"/>
                    <a:pt x="5" y="84"/>
                  </a:cubicBezTo>
                  <a:cubicBezTo>
                    <a:pt x="0" y="120"/>
                    <a:pt x="18" y="155"/>
                    <a:pt x="48" y="173"/>
                  </a:cubicBezTo>
                  <a:cubicBezTo>
                    <a:pt x="79" y="156"/>
                    <a:pt x="106" y="142"/>
                    <a:pt x="106" y="142"/>
                  </a:cubicBezTo>
                  <a:cubicBezTo>
                    <a:pt x="109" y="141"/>
                    <a:pt x="113" y="140"/>
                    <a:pt x="116" y="14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4" name="Freeform 136"/>
            <p:cNvSpPr>
              <a:spLocks/>
            </p:cNvSpPr>
            <p:nvPr/>
          </p:nvSpPr>
          <p:spPr bwMode="auto">
            <a:xfrm>
              <a:off x="8891588" y="1574800"/>
              <a:ext cx="414338" cy="211138"/>
            </a:xfrm>
            <a:custGeom>
              <a:avLst/>
              <a:gdLst>
                <a:gd name="T0" fmla="*/ 151 w 280"/>
                <a:gd name="T1" fmla="*/ 35 h 143"/>
                <a:gd name="T2" fmla="*/ 141 w 280"/>
                <a:gd name="T3" fmla="*/ 46 h 143"/>
                <a:gd name="T4" fmla="*/ 102 w 280"/>
                <a:gd name="T5" fmla="*/ 66 h 143"/>
                <a:gd name="T6" fmla="*/ 168 w 280"/>
                <a:gd name="T7" fmla="*/ 71 h 143"/>
                <a:gd name="T8" fmla="*/ 170 w 280"/>
                <a:gd name="T9" fmla="*/ 71 h 143"/>
                <a:gd name="T10" fmla="*/ 212 w 280"/>
                <a:gd name="T11" fmla="*/ 74 h 143"/>
                <a:gd name="T12" fmla="*/ 168 w 280"/>
                <a:gd name="T13" fmla="*/ 79 h 143"/>
                <a:gd name="T14" fmla="*/ 41 w 280"/>
                <a:gd name="T15" fmla="*/ 64 h 143"/>
                <a:gd name="T16" fmla="*/ 3 w 280"/>
                <a:gd name="T17" fmla="*/ 89 h 143"/>
                <a:gd name="T18" fmla="*/ 29 w 280"/>
                <a:gd name="T19" fmla="*/ 127 h 143"/>
                <a:gd name="T20" fmla="*/ 168 w 280"/>
                <a:gd name="T21" fmla="*/ 143 h 143"/>
                <a:gd name="T22" fmla="*/ 245 w 280"/>
                <a:gd name="T23" fmla="*/ 130 h 143"/>
                <a:gd name="T24" fmla="*/ 270 w 280"/>
                <a:gd name="T25" fmla="*/ 109 h 143"/>
                <a:gd name="T26" fmla="*/ 280 w 280"/>
                <a:gd name="T27" fmla="*/ 78 h 143"/>
                <a:gd name="T28" fmla="*/ 270 w 280"/>
                <a:gd name="T29" fmla="*/ 45 h 143"/>
                <a:gd name="T30" fmla="*/ 270 w 280"/>
                <a:gd name="T31" fmla="*/ 45 h 143"/>
                <a:gd name="T32" fmla="*/ 239 w 280"/>
                <a:gd name="T33" fmla="*/ 14 h 143"/>
                <a:gd name="T34" fmla="*/ 195 w 280"/>
                <a:gd name="T35" fmla="*/ 0 h 143"/>
                <a:gd name="T36" fmla="*/ 193 w 280"/>
                <a:gd name="T37" fmla="*/ 1 h 143"/>
                <a:gd name="T38" fmla="*/ 184 w 280"/>
                <a:gd name="T39" fmla="*/ 2 h 143"/>
                <a:gd name="T40" fmla="*/ 181 w 280"/>
                <a:gd name="T41" fmla="*/ 2 h 143"/>
                <a:gd name="T42" fmla="*/ 143 w 280"/>
                <a:gd name="T43" fmla="*/ 6 h 143"/>
                <a:gd name="T44" fmla="*/ 150 w 280"/>
                <a:gd name="T45" fmla="*/ 20 h 143"/>
                <a:gd name="T46" fmla="*/ 151 w 280"/>
                <a:gd name="T47" fmla="*/ 3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0" h="143">
                  <a:moveTo>
                    <a:pt x="151" y="35"/>
                  </a:moveTo>
                  <a:cubicBezTo>
                    <a:pt x="149" y="39"/>
                    <a:pt x="146" y="43"/>
                    <a:pt x="141" y="46"/>
                  </a:cubicBezTo>
                  <a:cubicBezTo>
                    <a:pt x="102" y="66"/>
                    <a:pt x="102" y="66"/>
                    <a:pt x="102" y="66"/>
                  </a:cubicBezTo>
                  <a:cubicBezTo>
                    <a:pt x="128" y="69"/>
                    <a:pt x="150" y="71"/>
                    <a:pt x="168" y="71"/>
                  </a:cubicBezTo>
                  <a:cubicBezTo>
                    <a:pt x="170" y="71"/>
                    <a:pt x="170" y="71"/>
                    <a:pt x="170" y="71"/>
                  </a:cubicBezTo>
                  <a:cubicBezTo>
                    <a:pt x="173" y="71"/>
                    <a:pt x="197" y="73"/>
                    <a:pt x="212" y="74"/>
                  </a:cubicBezTo>
                  <a:cubicBezTo>
                    <a:pt x="205" y="77"/>
                    <a:pt x="190" y="79"/>
                    <a:pt x="168" y="79"/>
                  </a:cubicBezTo>
                  <a:cubicBezTo>
                    <a:pt x="139" y="79"/>
                    <a:pt x="98" y="75"/>
                    <a:pt x="41" y="64"/>
                  </a:cubicBezTo>
                  <a:cubicBezTo>
                    <a:pt x="24" y="60"/>
                    <a:pt x="7" y="72"/>
                    <a:pt x="3" y="89"/>
                  </a:cubicBezTo>
                  <a:cubicBezTo>
                    <a:pt x="0" y="106"/>
                    <a:pt x="11" y="123"/>
                    <a:pt x="29" y="127"/>
                  </a:cubicBezTo>
                  <a:cubicBezTo>
                    <a:pt x="88" y="138"/>
                    <a:pt x="133" y="143"/>
                    <a:pt x="168" y="143"/>
                  </a:cubicBezTo>
                  <a:cubicBezTo>
                    <a:pt x="201" y="143"/>
                    <a:pt x="225" y="139"/>
                    <a:pt x="245" y="130"/>
                  </a:cubicBezTo>
                  <a:cubicBezTo>
                    <a:pt x="254" y="125"/>
                    <a:pt x="263" y="118"/>
                    <a:pt x="270" y="109"/>
                  </a:cubicBezTo>
                  <a:cubicBezTo>
                    <a:pt x="277" y="100"/>
                    <a:pt x="280" y="88"/>
                    <a:pt x="280" y="78"/>
                  </a:cubicBezTo>
                  <a:cubicBezTo>
                    <a:pt x="280" y="65"/>
                    <a:pt x="276" y="54"/>
                    <a:pt x="270" y="45"/>
                  </a:cubicBezTo>
                  <a:cubicBezTo>
                    <a:pt x="270" y="45"/>
                    <a:pt x="270" y="45"/>
                    <a:pt x="270" y="45"/>
                  </a:cubicBezTo>
                  <a:cubicBezTo>
                    <a:pt x="262" y="32"/>
                    <a:pt x="251" y="22"/>
                    <a:pt x="239" y="14"/>
                  </a:cubicBezTo>
                  <a:cubicBezTo>
                    <a:pt x="226" y="6"/>
                    <a:pt x="212" y="1"/>
                    <a:pt x="195" y="0"/>
                  </a:cubicBezTo>
                  <a:cubicBezTo>
                    <a:pt x="194" y="0"/>
                    <a:pt x="194" y="0"/>
                    <a:pt x="193" y="1"/>
                  </a:cubicBezTo>
                  <a:cubicBezTo>
                    <a:pt x="190" y="1"/>
                    <a:pt x="187" y="1"/>
                    <a:pt x="184" y="2"/>
                  </a:cubicBezTo>
                  <a:cubicBezTo>
                    <a:pt x="183" y="2"/>
                    <a:pt x="182" y="2"/>
                    <a:pt x="181" y="2"/>
                  </a:cubicBezTo>
                  <a:cubicBezTo>
                    <a:pt x="168" y="3"/>
                    <a:pt x="155" y="5"/>
                    <a:pt x="143" y="6"/>
                  </a:cubicBezTo>
                  <a:cubicBezTo>
                    <a:pt x="150" y="20"/>
                    <a:pt x="150" y="20"/>
                    <a:pt x="150" y="20"/>
                  </a:cubicBezTo>
                  <a:cubicBezTo>
                    <a:pt x="152" y="24"/>
                    <a:pt x="153" y="30"/>
                    <a:pt x="151" y="3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5" name="Freeform 137"/>
            <p:cNvSpPr>
              <a:spLocks/>
            </p:cNvSpPr>
            <p:nvPr/>
          </p:nvSpPr>
          <p:spPr bwMode="auto">
            <a:xfrm>
              <a:off x="8577263" y="1749425"/>
              <a:ext cx="657225" cy="920750"/>
            </a:xfrm>
            <a:custGeom>
              <a:avLst/>
              <a:gdLst>
                <a:gd name="T0" fmla="*/ 381 w 445"/>
                <a:gd name="T1" fmla="*/ 33 h 624"/>
                <a:gd name="T2" fmla="*/ 381 w 445"/>
                <a:gd name="T3" fmla="*/ 33 h 624"/>
                <a:gd name="T4" fmla="*/ 240 w 445"/>
                <a:gd name="T5" fmla="*/ 16 h 624"/>
                <a:gd name="T6" fmla="*/ 215 w 445"/>
                <a:gd name="T7" fmla="*/ 0 h 624"/>
                <a:gd name="T8" fmla="*/ 212 w 445"/>
                <a:gd name="T9" fmla="*/ 1 h 624"/>
                <a:gd name="T10" fmla="*/ 150 w 445"/>
                <a:gd name="T11" fmla="*/ 19 h 624"/>
                <a:gd name="T12" fmla="*/ 98 w 445"/>
                <a:gd name="T13" fmla="*/ 29 h 624"/>
                <a:gd name="T14" fmla="*/ 98 w 445"/>
                <a:gd name="T15" fmla="*/ 28 h 624"/>
                <a:gd name="T16" fmla="*/ 21 w 445"/>
                <a:gd name="T17" fmla="*/ 60 h 624"/>
                <a:gd name="T18" fmla="*/ 15 w 445"/>
                <a:gd name="T19" fmla="*/ 63 h 624"/>
                <a:gd name="T20" fmla="*/ 8 w 445"/>
                <a:gd name="T21" fmla="*/ 67 h 624"/>
                <a:gd name="T22" fmla="*/ 0 w 445"/>
                <a:gd name="T23" fmla="*/ 70 h 624"/>
                <a:gd name="T24" fmla="*/ 18 w 445"/>
                <a:gd name="T25" fmla="*/ 82 h 624"/>
                <a:gd name="T26" fmla="*/ 98 w 445"/>
                <a:gd name="T27" fmla="*/ 93 h 624"/>
                <a:gd name="T28" fmla="*/ 99 w 445"/>
                <a:gd name="T29" fmla="*/ 93 h 624"/>
                <a:gd name="T30" fmla="*/ 188 w 445"/>
                <a:gd name="T31" fmla="*/ 71 h 624"/>
                <a:gd name="T32" fmla="*/ 238 w 445"/>
                <a:gd name="T33" fmla="*/ 25 h 624"/>
                <a:gd name="T34" fmla="*/ 214 w 445"/>
                <a:gd name="T35" fmla="*/ 158 h 624"/>
                <a:gd name="T36" fmla="*/ 167 w 445"/>
                <a:gd name="T37" fmla="*/ 206 h 624"/>
                <a:gd name="T38" fmla="*/ 97 w 445"/>
                <a:gd name="T39" fmla="*/ 432 h 624"/>
                <a:gd name="T40" fmla="*/ 117 w 445"/>
                <a:gd name="T41" fmla="*/ 584 h 624"/>
                <a:gd name="T42" fmla="*/ 165 w 445"/>
                <a:gd name="T43" fmla="*/ 622 h 624"/>
                <a:gd name="T44" fmla="*/ 177 w 445"/>
                <a:gd name="T45" fmla="*/ 620 h 624"/>
                <a:gd name="T46" fmla="*/ 214 w 445"/>
                <a:gd name="T47" fmla="*/ 560 h 624"/>
                <a:gd name="T48" fmla="*/ 197 w 445"/>
                <a:gd name="T49" fmla="*/ 432 h 624"/>
                <a:gd name="T50" fmla="*/ 246 w 445"/>
                <a:gd name="T51" fmla="*/ 267 h 624"/>
                <a:gd name="T52" fmla="*/ 277 w 445"/>
                <a:gd name="T53" fmla="*/ 236 h 624"/>
                <a:gd name="T54" fmla="*/ 280 w 445"/>
                <a:gd name="T55" fmla="*/ 233 h 624"/>
                <a:gd name="T56" fmla="*/ 267 w 445"/>
                <a:gd name="T57" fmla="*/ 371 h 624"/>
                <a:gd name="T58" fmla="*/ 301 w 445"/>
                <a:gd name="T59" fmla="*/ 589 h 624"/>
                <a:gd name="T60" fmla="*/ 349 w 445"/>
                <a:gd name="T61" fmla="*/ 624 h 624"/>
                <a:gd name="T62" fmla="*/ 364 w 445"/>
                <a:gd name="T63" fmla="*/ 622 h 624"/>
                <a:gd name="T64" fmla="*/ 396 w 445"/>
                <a:gd name="T65" fmla="*/ 559 h 624"/>
                <a:gd name="T66" fmla="*/ 367 w 445"/>
                <a:gd name="T67" fmla="*/ 371 h 624"/>
                <a:gd name="T68" fmla="*/ 383 w 445"/>
                <a:gd name="T69" fmla="*/ 234 h 624"/>
                <a:gd name="T70" fmla="*/ 393 w 445"/>
                <a:gd name="T71" fmla="*/ 196 h 624"/>
                <a:gd name="T72" fmla="*/ 396 w 445"/>
                <a:gd name="T73" fmla="*/ 187 h 624"/>
                <a:gd name="T74" fmla="*/ 397 w 445"/>
                <a:gd name="T75" fmla="*/ 185 h 624"/>
                <a:gd name="T76" fmla="*/ 397 w 445"/>
                <a:gd name="T77" fmla="*/ 185 h 624"/>
                <a:gd name="T78" fmla="*/ 398 w 445"/>
                <a:gd name="T79" fmla="*/ 182 h 624"/>
                <a:gd name="T80" fmla="*/ 445 w 445"/>
                <a:gd name="T81" fmla="*/ 25 h 624"/>
                <a:gd name="T82" fmla="*/ 381 w 445"/>
                <a:gd name="T83" fmla="*/ 33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45" h="624">
                  <a:moveTo>
                    <a:pt x="381" y="33"/>
                  </a:moveTo>
                  <a:cubicBezTo>
                    <a:pt x="381" y="33"/>
                    <a:pt x="381" y="33"/>
                    <a:pt x="381" y="33"/>
                  </a:cubicBezTo>
                  <a:cubicBezTo>
                    <a:pt x="344" y="33"/>
                    <a:pt x="298" y="28"/>
                    <a:pt x="240" y="16"/>
                  </a:cubicBezTo>
                  <a:cubicBezTo>
                    <a:pt x="230" y="14"/>
                    <a:pt x="221" y="9"/>
                    <a:pt x="215" y="0"/>
                  </a:cubicBezTo>
                  <a:cubicBezTo>
                    <a:pt x="212" y="1"/>
                    <a:pt x="212" y="1"/>
                    <a:pt x="212" y="1"/>
                  </a:cubicBezTo>
                  <a:cubicBezTo>
                    <a:pt x="191" y="12"/>
                    <a:pt x="172" y="16"/>
                    <a:pt x="150" y="19"/>
                  </a:cubicBezTo>
                  <a:cubicBezTo>
                    <a:pt x="138" y="24"/>
                    <a:pt x="121" y="28"/>
                    <a:pt x="98" y="29"/>
                  </a:cubicBezTo>
                  <a:cubicBezTo>
                    <a:pt x="98" y="29"/>
                    <a:pt x="98" y="28"/>
                    <a:pt x="98" y="28"/>
                  </a:cubicBezTo>
                  <a:cubicBezTo>
                    <a:pt x="68" y="39"/>
                    <a:pt x="22" y="60"/>
                    <a:pt x="21" y="60"/>
                  </a:cubicBezTo>
                  <a:cubicBezTo>
                    <a:pt x="15" y="63"/>
                    <a:pt x="15" y="63"/>
                    <a:pt x="15" y="63"/>
                  </a:cubicBezTo>
                  <a:cubicBezTo>
                    <a:pt x="15" y="63"/>
                    <a:pt x="9" y="66"/>
                    <a:pt x="8" y="67"/>
                  </a:cubicBezTo>
                  <a:cubicBezTo>
                    <a:pt x="7" y="67"/>
                    <a:pt x="4" y="69"/>
                    <a:pt x="0" y="70"/>
                  </a:cubicBezTo>
                  <a:cubicBezTo>
                    <a:pt x="5" y="75"/>
                    <a:pt x="11" y="80"/>
                    <a:pt x="18" y="82"/>
                  </a:cubicBezTo>
                  <a:cubicBezTo>
                    <a:pt x="48" y="89"/>
                    <a:pt x="75" y="92"/>
                    <a:pt x="98" y="93"/>
                  </a:cubicBezTo>
                  <a:cubicBezTo>
                    <a:pt x="98" y="93"/>
                    <a:pt x="99" y="93"/>
                    <a:pt x="99" y="93"/>
                  </a:cubicBezTo>
                  <a:cubicBezTo>
                    <a:pt x="135" y="93"/>
                    <a:pt x="165" y="84"/>
                    <a:pt x="188" y="71"/>
                  </a:cubicBezTo>
                  <a:cubicBezTo>
                    <a:pt x="211" y="59"/>
                    <a:pt x="226" y="42"/>
                    <a:pt x="238" y="25"/>
                  </a:cubicBezTo>
                  <a:cubicBezTo>
                    <a:pt x="245" y="63"/>
                    <a:pt x="240" y="103"/>
                    <a:pt x="214" y="158"/>
                  </a:cubicBezTo>
                  <a:cubicBezTo>
                    <a:pt x="200" y="169"/>
                    <a:pt x="183" y="185"/>
                    <a:pt x="167" y="206"/>
                  </a:cubicBezTo>
                  <a:cubicBezTo>
                    <a:pt x="131" y="252"/>
                    <a:pt x="97" y="327"/>
                    <a:pt x="97" y="432"/>
                  </a:cubicBezTo>
                  <a:cubicBezTo>
                    <a:pt x="97" y="477"/>
                    <a:pt x="103" y="527"/>
                    <a:pt x="117" y="584"/>
                  </a:cubicBezTo>
                  <a:cubicBezTo>
                    <a:pt x="122" y="606"/>
                    <a:pt x="143" y="622"/>
                    <a:pt x="165" y="622"/>
                  </a:cubicBezTo>
                  <a:cubicBezTo>
                    <a:pt x="169" y="622"/>
                    <a:pt x="173" y="621"/>
                    <a:pt x="177" y="620"/>
                  </a:cubicBezTo>
                  <a:cubicBezTo>
                    <a:pt x="204" y="614"/>
                    <a:pt x="220" y="587"/>
                    <a:pt x="214" y="560"/>
                  </a:cubicBezTo>
                  <a:cubicBezTo>
                    <a:pt x="202" y="510"/>
                    <a:pt x="197" y="468"/>
                    <a:pt x="197" y="432"/>
                  </a:cubicBezTo>
                  <a:cubicBezTo>
                    <a:pt x="197" y="347"/>
                    <a:pt x="223" y="298"/>
                    <a:pt x="246" y="267"/>
                  </a:cubicBezTo>
                  <a:cubicBezTo>
                    <a:pt x="257" y="252"/>
                    <a:pt x="269" y="242"/>
                    <a:pt x="277" y="236"/>
                  </a:cubicBezTo>
                  <a:cubicBezTo>
                    <a:pt x="278" y="235"/>
                    <a:pt x="279" y="234"/>
                    <a:pt x="280" y="233"/>
                  </a:cubicBezTo>
                  <a:cubicBezTo>
                    <a:pt x="273" y="270"/>
                    <a:pt x="267" y="317"/>
                    <a:pt x="267" y="371"/>
                  </a:cubicBezTo>
                  <a:cubicBezTo>
                    <a:pt x="267" y="435"/>
                    <a:pt x="276" y="510"/>
                    <a:pt x="301" y="589"/>
                  </a:cubicBezTo>
                  <a:cubicBezTo>
                    <a:pt x="308" y="611"/>
                    <a:pt x="328" y="624"/>
                    <a:pt x="349" y="624"/>
                  </a:cubicBezTo>
                  <a:cubicBezTo>
                    <a:pt x="354" y="624"/>
                    <a:pt x="359" y="623"/>
                    <a:pt x="364" y="622"/>
                  </a:cubicBezTo>
                  <a:cubicBezTo>
                    <a:pt x="390" y="613"/>
                    <a:pt x="405" y="585"/>
                    <a:pt x="396" y="559"/>
                  </a:cubicBezTo>
                  <a:cubicBezTo>
                    <a:pt x="374" y="490"/>
                    <a:pt x="367" y="426"/>
                    <a:pt x="367" y="371"/>
                  </a:cubicBezTo>
                  <a:cubicBezTo>
                    <a:pt x="367" y="314"/>
                    <a:pt x="375" y="266"/>
                    <a:pt x="383" y="234"/>
                  </a:cubicBezTo>
                  <a:cubicBezTo>
                    <a:pt x="386" y="217"/>
                    <a:pt x="390" y="204"/>
                    <a:pt x="393" y="196"/>
                  </a:cubicBezTo>
                  <a:cubicBezTo>
                    <a:pt x="394" y="192"/>
                    <a:pt x="396" y="189"/>
                    <a:pt x="396" y="187"/>
                  </a:cubicBezTo>
                  <a:cubicBezTo>
                    <a:pt x="397" y="186"/>
                    <a:pt x="397" y="185"/>
                    <a:pt x="397" y="185"/>
                  </a:cubicBezTo>
                  <a:cubicBezTo>
                    <a:pt x="397" y="185"/>
                    <a:pt x="397" y="185"/>
                    <a:pt x="397" y="185"/>
                  </a:cubicBezTo>
                  <a:cubicBezTo>
                    <a:pt x="397" y="184"/>
                    <a:pt x="398" y="183"/>
                    <a:pt x="398" y="182"/>
                  </a:cubicBezTo>
                  <a:cubicBezTo>
                    <a:pt x="420" y="124"/>
                    <a:pt x="437" y="78"/>
                    <a:pt x="445" y="25"/>
                  </a:cubicBezTo>
                  <a:cubicBezTo>
                    <a:pt x="428" y="31"/>
                    <a:pt x="408" y="33"/>
                    <a:pt x="381" y="3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6" name="Freeform 138"/>
            <p:cNvSpPr>
              <a:spLocks/>
            </p:cNvSpPr>
            <p:nvPr/>
          </p:nvSpPr>
          <p:spPr bwMode="auto">
            <a:xfrm>
              <a:off x="8342313" y="2092325"/>
              <a:ext cx="103188" cy="109538"/>
            </a:xfrm>
            <a:custGeom>
              <a:avLst/>
              <a:gdLst>
                <a:gd name="T0" fmla="*/ 65 w 70"/>
                <a:gd name="T1" fmla="*/ 4 h 75"/>
                <a:gd name="T2" fmla="*/ 48 w 70"/>
                <a:gd name="T3" fmla="*/ 5 h 75"/>
                <a:gd name="T4" fmla="*/ 34 w 70"/>
                <a:gd name="T5" fmla="*/ 22 h 75"/>
                <a:gd name="T6" fmla="*/ 23 w 70"/>
                <a:gd name="T7" fmla="*/ 18 h 75"/>
                <a:gd name="T8" fmla="*/ 4 w 70"/>
                <a:gd name="T9" fmla="*/ 40 h 75"/>
                <a:gd name="T10" fmla="*/ 6 w 70"/>
                <a:gd name="T11" fmla="*/ 57 h 75"/>
                <a:gd name="T12" fmla="*/ 21 w 70"/>
                <a:gd name="T13" fmla="*/ 70 h 75"/>
                <a:gd name="T14" fmla="*/ 38 w 70"/>
                <a:gd name="T15" fmla="*/ 69 h 75"/>
                <a:gd name="T16" fmla="*/ 57 w 70"/>
                <a:gd name="T17" fmla="*/ 47 h 75"/>
                <a:gd name="T18" fmla="*/ 52 w 70"/>
                <a:gd name="T19" fmla="*/ 37 h 75"/>
                <a:gd name="T20" fmla="*/ 66 w 70"/>
                <a:gd name="T21" fmla="*/ 21 h 75"/>
                <a:gd name="T22" fmla="*/ 65 w 70"/>
                <a:gd name="T23" fmla="*/ 4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0" h="75">
                  <a:moveTo>
                    <a:pt x="65" y="4"/>
                  </a:moveTo>
                  <a:cubicBezTo>
                    <a:pt x="60" y="0"/>
                    <a:pt x="52" y="0"/>
                    <a:pt x="48" y="5"/>
                  </a:cubicBezTo>
                  <a:cubicBezTo>
                    <a:pt x="34" y="22"/>
                    <a:pt x="34" y="22"/>
                    <a:pt x="34" y="22"/>
                  </a:cubicBezTo>
                  <a:cubicBezTo>
                    <a:pt x="29" y="18"/>
                    <a:pt x="25" y="17"/>
                    <a:pt x="23" y="18"/>
                  </a:cubicBezTo>
                  <a:cubicBezTo>
                    <a:pt x="4" y="40"/>
                    <a:pt x="4" y="40"/>
                    <a:pt x="4" y="40"/>
                  </a:cubicBezTo>
                  <a:cubicBezTo>
                    <a:pt x="0" y="45"/>
                    <a:pt x="1" y="53"/>
                    <a:pt x="6" y="57"/>
                  </a:cubicBezTo>
                  <a:cubicBezTo>
                    <a:pt x="21" y="70"/>
                    <a:pt x="21" y="70"/>
                    <a:pt x="21" y="70"/>
                  </a:cubicBezTo>
                  <a:cubicBezTo>
                    <a:pt x="26" y="75"/>
                    <a:pt x="34" y="74"/>
                    <a:pt x="38" y="69"/>
                  </a:cubicBezTo>
                  <a:cubicBezTo>
                    <a:pt x="57" y="47"/>
                    <a:pt x="57" y="47"/>
                    <a:pt x="57" y="47"/>
                  </a:cubicBezTo>
                  <a:cubicBezTo>
                    <a:pt x="58" y="45"/>
                    <a:pt x="56" y="42"/>
                    <a:pt x="52" y="37"/>
                  </a:cubicBezTo>
                  <a:cubicBezTo>
                    <a:pt x="66" y="21"/>
                    <a:pt x="66" y="21"/>
                    <a:pt x="66" y="21"/>
                  </a:cubicBezTo>
                  <a:cubicBezTo>
                    <a:pt x="70" y="16"/>
                    <a:pt x="70" y="8"/>
                    <a:pt x="65" y="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7" name="Freeform 139"/>
            <p:cNvSpPr>
              <a:spLocks/>
            </p:cNvSpPr>
            <p:nvPr/>
          </p:nvSpPr>
          <p:spPr bwMode="auto">
            <a:xfrm>
              <a:off x="8545513" y="1489075"/>
              <a:ext cx="561975" cy="355600"/>
            </a:xfrm>
            <a:custGeom>
              <a:avLst/>
              <a:gdLst>
                <a:gd name="T0" fmla="*/ 14 w 381"/>
                <a:gd name="T1" fmla="*/ 236 h 241"/>
                <a:gd name="T2" fmla="*/ 26 w 381"/>
                <a:gd name="T3" fmla="*/ 236 h 241"/>
                <a:gd name="T4" fmla="*/ 33 w 381"/>
                <a:gd name="T5" fmla="*/ 232 h 241"/>
                <a:gd name="T6" fmla="*/ 40 w 381"/>
                <a:gd name="T7" fmla="*/ 229 h 241"/>
                <a:gd name="T8" fmla="*/ 135 w 381"/>
                <a:gd name="T9" fmla="*/ 192 h 241"/>
                <a:gd name="T10" fmla="*/ 230 w 381"/>
                <a:gd name="T11" fmla="*/ 170 h 241"/>
                <a:gd name="T12" fmla="*/ 233 w 381"/>
                <a:gd name="T13" fmla="*/ 169 h 241"/>
                <a:gd name="T14" fmla="*/ 231 w 381"/>
                <a:gd name="T15" fmla="*/ 145 h 241"/>
                <a:gd name="T16" fmla="*/ 270 w 381"/>
                <a:gd name="T17" fmla="*/ 113 h 241"/>
                <a:gd name="T18" fmla="*/ 278 w 381"/>
                <a:gd name="T19" fmla="*/ 114 h 241"/>
                <a:gd name="T20" fmla="*/ 324 w 381"/>
                <a:gd name="T21" fmla="*/ 122 h 241"/>
                <a:gd name="T22" fmla="*/ 373 w 381"/>
                <a:gd name="T23" fmla="*/ 97 h 241"/>
                <a:gd name="T24" fmla="*/ 378 w 381"/>
                <a:gd name="T25" fmla="*/ 81 h 241"/>
                <a:gd name="T26" fmla="*/ 339 w 381"/>
                <a:gd name="T27" fmla="*/ 7 h 241"/>
                <a:gd name="T28" fmla="*/ 324 w 381"/>
                <a:gd name="T29" fmla="*/ 3 h 241"/>
                <a:gd name="T30" fmla="*/ 182 w 381"/>
                <a:gd name="T31" fmla="*/ 76 h 241"/>
                <a:gd name="T32" fmla="*/ 109 w 381"/>
                <a:gd name="T33" fmla="*/ 141 h 241"/>
                <a:gd name="T34" fmla="*/ 23 w 381"/>
                <a:gd name="T35" fmla="*/ 198 h 241"/>
                <a:gd name="T36" fmla="*/ 17 w 381"/>
                <a:gd name="T37" fmla="*/ 201 h 241"/>
                <a:gd name="T38" fmla="*/ 10 w 381"/>
                <a:gd name="T39" fmla="*/ 205 h 241"/>
                <a:gd name="T40" fmla="*/ 3 w 381"/>
                <a:gd name="T41" fmla="*/ 215 h 241"/>
                <a:gd name="T42" fmla="*/ 14 w 381"/>
                <a:gd name="T43" fmla="*/ 236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1" h="241">
                  <a:moveTo>
                    <a:pt x="14" y="236"/>
                  </a:moveTo>
                  <a:cubicBezTo>
                    <a:pt x="17" y="241"/>
                    <a:pt x="26" y="236"/>
                    <a:pt x="26" y="236"/>
                  </a:cubicBezTo>
                  <a:cubicBezTo>
                    <a:pt x="27" y="235"/>
                    <a:pt x="33" y="232"/>
                    <a:pt x="33" y="232"/>
                  </a:cubicBezTo>
                  <a:cubicBezTo>
                    <a:pt x="40" y="229"/>
                    <a:pt x="40" y="229"/>
                    <a:pt x="40" y="229"/>
                  </a:cubicBezTo>
                  <a:cubicBezTo>
                    <a:pt x="40" y="229"/>
                    <a:pt x="109" y="197"/>
                    <a:pt x="135" y="192"/>
                  </a:cubicBezTo>
                  <a:cubicBezTo>
                    <a:pt x="172" y="185"/>
                    <a:pt x="200" y="186"/>
                    <a:pt x="230" y="170"/>
                  </a:cubicBezTo>
                  <a:cubicBezTo>
                    <a:pt x="231" y="170"/>
                    <a:pt x="232" y="169"/>
                    <a:pt x="233" y="169"/>
                  </a:cubicBezTo>
                  <a:cubicBezTo>
                    <a:pt x="230" y="162"/>
                    <a:pt x="229" y="153"/>
                    <a:pt x="231" y="145"/>
                  </a:cubicBezTo>
                  <a:cubicBezTo>
                    <a:pt x="234" y="127"/>
                    <a:pt x="251" y="113"/>
                    <a:pt x="270" y="113"/>
                  </a:cubicBezTo>
                  <a:cubicBezTo>
                    <a:pt x="272" y="113"/>
                    <a:pt x="275" y="113"/>
                    <a:pt x="278" y="114"/>
                  </a:cubicBezTo>
                  <a:cubicBezTo>
                    <a:pt x="294" y="117"/>
                    <a:pt x="309" y="120"/>
                    <a:pt x="324" y="122"/>
                  </a:cubicBezTo>
                  <a:cubicBezTo>
                    <a:pt x="351" y="108"/>
                    <a:pt x="373" y="97"/>
                    <a:pt x="373" y="97"/>
                  </a:cubicBezTo>
                  <a:cubicBezTo>
                    <a:pt x="378" y="94"/>
                    <a:pt x="381" y="87"/>
                    <a:pt x="378" y="81"/>
                  </a:cubicBezTo>
                  <a:cubicBezTo>
                    <a:pt x="339" y="7"/>
                    <a:pt x="339" y="7"/>
                    <a:pt x="339" y="7"/>
                  </a:cubicBezTo>
                  <a:cubicBezTo>
                    <a:pt x="337" y="2"/>
                    <a:pt x="330" y="0"/>
                    <a:pt x="324" y="3"/>
                  </a:cubicBezTo>
                  <a:cubicBezTo>
                    <a:pt x="324" y="3"/>
                    <a:pt x="212" y="60"/>
                    <a:pt x="182" y="76"/>
                  </a:cubicBezTo>
                  <a:cubicBezTo>
                    <a:pt x="151" y="92"/>
                    <a:pt x="136" y="115"/>
                    <a:pt x="109" y="141"/>
                  </a:cubicBezTo>
                  <a:cubicBezTo>
                    <a:pt x="90" y="160"/>
                    <a:pt x="23" y="198"/>
                    <a:pt x="23" y="198"/>
                  </a:cubicBezTo>
                  <a:cubicBezTo>
                    <a:pt x="17" y="201"/>
                    <a:pt x="17" y="201"/>
                    <a:pt x="17" y="201"/>
                  </a:cubicBezTo>
                  <a:cubicBezTo>
                    <a:pt x="17" y="201"/>
                    <a:pt x="11" y="204"/>
                    <a:pt x="10" y="205"/>
                  </a:cubicBezTo>
                  <a:cubicBezTo>
                    <a:pt x="10" y="205"/>
                    <a:pt x="0" y="210"/>
                    <a:pt x="3" y="215"/>
                  </a:cubicBezTo>
                  <a:lnTo>
                    <a:pt x="14" y="236"/>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8" name="Freeform 140"/>
            <p:cNvSpPr>
              <a:spLocks/>
            </p:cNvSpPr>
            <p:nvPr/>
          </p:nvSpPr>
          <p:spPr bwMode="auto">
            <a:xfrm>
              <a:off x="8001000" y="1716088"/>
              <a:ext cx="525463" cy="123825"/>
            </a:xfrm>
            <a:custGeom>
              <a:avLst/>
              <a:gdLst>
                <a:gd name="T0" fmla="*/ 53 w 356"/>
                <a:gd name="T1" fmla="*/ 33 h 83"/>
                <a:gd name="T2" fmla="*/ 326 w 356"/>
                <a:gd name="T3" fmla="*/ 77 h 83"/>
                <a:gd name="T4" fmla="*/ 327 w 356"/>
                <a:gd name="T5" fmla="*/ 73 h 83"/>
                <a:gd name="T6" fmla="*/ 57 w 356"/>
                <a:gd name="T7" fmla="*/ 5 h 83"/>
                <a:gd name="T8" fmla="*/ 1 w 356"/>
                <a:gd name="T9" fmla="*/ 13 h 83"/>
                <a:gd name="T10" fmla="*/ 53 w 356"/>
                <a:gd name="T11" fmla="*/ 33 h 83"/>
              </a:gdLst>
              <a:ahLst/>
              <a:cxnLst>
                <a:cxn ang="0">
                  <a:pos x="T0" y="T1"/>
                </a:cxn>
                <a:cxn ang="0">
                  <a:pos x="T2" y="T3"/>
                </a:cxn>
                <a:cxn ang="0">
                  <a:pos x="T4" y="T5"/>
                </a:cxn>
                <a:cxn ang="0">
                  <a:pos x="T6" y="T7"/>
                </a:cxn>
                <a:cxn ang="0">
                  <a:pos x="T8" y="T9"/>
                </a:cxn>
                <a:cxn ang="0">
                  <a:pos x="T10" y="T11"/>
                </a:cxn>
              </a:cxnLst>
              <a:rect l="0" t="0" r="r" b="b"/>
              <a:pathLst>
                <a:path w="356" h="83">
                  <a:moveTo>
                    <a:pt x="53" y="33"/>
                  </a:moveTo>
                  <a:cubicBezTo>
                    <a:pt x="144" y="42"/>
                    <a:pt x="235" y="59"/>
                    <a:pt x="326" y="77"/>
                  </a:cubicBezTo>
                  <a:cubicBezTo>
                    <a:pt x="355" y="83"/>
                    <a:pt x="356" y="81"/>
                    <a:pt x="327" y="73"/>
                  </a:cubicBezTo>
                  <a:cubicBezTo>
                    <a:pt x="238" y="47"/>
                    <a:pt x="149" y="23"/>
                    <a:pt x="57" y="5"/>
                  </a:cubicBezTo>
                  <a:cubicBezTo>
                    <a:pt x="27" y="0"/>
                    <a:pt x="2" y="4"/>
                    <a:pt x="1" y="13"/>
                  </a:cubicBezTo>
                  <a:cubicBezTo>
                    <a:pt x="0" y="21"/>
                    <a:pt x="24" y="30"/>
                    <a:pt x="53" y="3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9" name="Freeform 141"/>
            <p:cNvSpPr>
              <a:spLocks/>
            </p:cNvSpPr>
            <p:nvPr/>
          </p:nvSpPr>
          <p:spPr bwMode="auto">
            <a:xfrm>
              <a:off x="8189913" y="1655763"/>
              <a:ext cx="339725" cy="153988"/>
            </a:xfrm>
            <a:custGeom>
              <a:avLst/>
              <a:gdLst>
                <a:gd name="T0" fmla="*/ 34 w 230"/>
                <a:gd name="T1" fmla="*/ 34 h 104"/>
                <a:gd name="T2" fmla="*/ 210 w 230"/>
                <a:gd name="T3" fmla="*/ 95 h 104"/>
                <a:gd name="T4" fmla="*/ 212 w 230"/>
                <a:gd name="T5" fmla="*/ 91 h 104"/>
                <a:gd name="T6" fmla="*/ 42 w 230"/>
                <a:gd name="T7" fmla="*/ 8 h 104"/>
                <a:gd name="T8" fmla="*/ 3 w 230"/>
                <a:gd name="T9" fmla="*/ 9 h 104"/>
                <a:gd name="T10" fmla="*/ 34 w 230"/>
                <a:gd name="T11" fmla="*/ 34 h 104"/>
              </a:gdLst>
              <a:ahLst/>
              <a:cxnLst>
                <a:cxn ang="0">
                  <a:pos x="T0" y="T1"/>
                </a:cxn>
                <a:cxn ang="0">
                  <a:pos x="T2" y="T3"/>
                </a:cxn>
                <a:cxn ang="0">
                  <a:pos x="T4" y="T5"/>
                </a:cxn>
                <a:cxn ang="0">
                  <a:pos x="T6" y="T7"/>
                </a:cxn>
                <a:cxn ang="0">
                  <a:pos x="T8" y="T9"/>
                </a:cxn>
                <a:cxn ang="0">
                  <a:pos x="T10" y="T11"/>
                </a:cxn>
              </a:cxnLst>
              <a:rect l="0" t="0" r="r" b="b"/>
              <a:pathLst>
                <a:path w="230" h="104">
                  <a:moveTo>
                    <a:pt x="34" y="34"/>
                  </a:moveTo>
                  <a:cubicBezTo>
                    <a:pt x="94" y="50"/>
                    <a:pt x="153" y="70"/>
                    <a:pt x="210" y="95"/>
                  </a:cubicBezTo>
                  <a:cubicBezTo>
                    <a:pt x="228" y="104"/>
                    <a:pt x="230" y="102"/>
                    <a:pt x="212" y="91"/>
                  </a:cubicBezTo>
                  <a:cubicBezTo>
                    <a:pt x="158" y="59"/>
                    <a:pt x="101" y="31"/>
                    <a:pt x="42" y="8"/>
                  </a:cubicBezTo>
                  <a:cubicBezTo>
                    <a:pt x="23" y="0"/>
                    <a:pt x="5" y="1"/>
                    <a:pt x="3" y="9"/>
                  </a:cubicBezTo>
                  <a:cubicBezTo>
                    <a:pt x="0" y="18"/>
                    <a:pt x="14" y="29"/>
                    <a:pt x="34" y="3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0" name="Freeform 142"/>
            <p:cNvSpPr>
              <a:spLocks/>
            </p:cNvSpPr>
            <p:nvPr/>
          </p:nvSpPr>
          <p:spPr bwMode="auto">
            <a:xfrm>
              <a:off x="8156575" y="1838325"/>
              <a:ext cx="355600" cy="65088"/>
            </a:xfrm>
            <a:custGeom>
              <a:avLst/>
              <a:gdLst>
                <a:gd name="T0" fmla="*/ 220 w 240"/>
                <a:gd name="T1" fmla="*/ 10 h 44"/>
                <a:gd name="T2" fmla="*/ 34 w 240"/>
                <a:gd name="T3" fmla="*/ 11 h 44"/>
                <a:gd name="T4" fmla="*/ 3 w 240"/>
                <a:gd name="T5" fmla="*/ 35 h 44"/>
                <a:gd name="T6" fmla="*/ 41 w 240"/>
                <a:gd name="T7" fmla="*/ 38 h 44"/>
                <a:gd name="T8" fmla="*/ 220 w 240"/>
                <a:gd name="T9" fmla="*/ 14 h 44"/>
                <a:gd name="T10" fmla="*/ 220 w 240"/>
                <a:gd name="T11" fmla="*/ 10 h 44"/>
              </a:gdLst>
              <a:ahLst/>
              <a:cxnLst>
                <a:cxn ang="0">
                  <a:pos x="T0" y="T1"/>
                </a:cxn>
                <a:cxn ang="0">
                  <a:pos x="T2" y="T3"/>
                </a:cxn>
                <a:cxn ang="0">
                  <a:pos x="T4" y="T5"/>
                </a:cxn>
                <a:cxn ang="0">
                  <a:pos x="T6" y="T7"/>
                </a:cxn>
                <a:cxn ang="0">
                  <a:pos x="T8" y="T9"/>
                </a:cxn>
                <a:cxn ang="0">
                  <a:pos x="T10" y="T11"/>
                </a:cxn>
              </a:cxnLst>
              <a:rect l="0" t="0" r="r" b="b"/>
              <a:pathLst>
                <a:path w="240" h="44">
                  <a:moveTo>
                    <a:pt x="220" y="10"/>
                  </a:moveTo>
                  <a:cubicBezTo>
                    <a:pt x="159" y="2"/>
                    <a:pt x="97" y="0"/>
                    <a:pt x="34" y="11"/>
                  </a:cubicBezTo>
                  <a:cubicBezTo>
                    <a:pt x="13" y="15"/>
                    <a:pt x="0" y="27"/>
                    <a:pt x="3" y="35"/>
                  </a:cubicBezTo>
                  <a:cubicBezTo>
                    <a:pt x="7" y="44"/>
                    <a:pt x="23" y="44"/>
                    <a:pt x="41" y="38"/>
                  </a:cubicBezTo>
                  <a:cubicBezTo>
                    <a:pt x="97" y="20"/>
                    <a:pt x="159" y="14"/>
                    <a:pt x="220" y="14"/>
                  </a:cubicBezTo>
                  <a:cubicBezTo>
                    <a:pt x="239" y="15"/>
                    <a:pt x="240" y="13"/>
                    <a:pt x="220" y="1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51" name="组合 150"/>
          <p:cNvGrpSpPr/>
          <p:nvPr/>
        </p:nvGrpSpPr>
        <p:grpSpPr>
          <a:xfrm>
            <a:off x="7985125" y="3136900"/>
            <a:ext cx="579438" cy="1422401"/>
            <a:chOff x="7985125" y="3136900"/>
            <a:chExt cx="579438" cy="1422401"/>
          </a:xfrm>
        </p:grpSpPr>
        <p:sp>
          <p:nvSpPr>
            <p:cNvPr id="152" name="Freeform 148"/>
            <p:cNvSpPr>
              <a:spLocks/>
            </p:cNvSpPr>
            <p:nvPr/>
          </p:nvSpPr>
          <p:spPr bwMode="auto">
            <a:xfrm>
              <a:off x="8064500" y="3136900"/>
              <a:ext cx="292100" cy="290513"/>
            </a:xfrm>
            <a:custGeom>
              <a:avLst/>
              <a:gdLst>
                <a:gd name="T0" fmla="*/ 119 w 198"/>
                <a:gd name="T1" fmla="*/ 11 h 197"/>
                <a:gd name="T2" fmla="*/ 11 w 198"/>
                <a:gd name="T3" fmla="*/ 78 h 197"/>
                <a:gd name="T4" fmla="*/ 78 w 198"/>
                <a:gd name="T5" fmla="*/ 186 h 197"/>
                <a:gd name="T6" fmla="*/ 186 w 198"/>
                <a:gd name="T7" fmla="*/ 119 h 197"/>
                <a:gd name="T8" fmla="*/ 119 w 198"/>
                <a:gd name="T9" fmla="*/ 11 h 197"/>
              </a:gdLst>
              <a:ahLst/>
              <a:cxnLst>
                <a:cxn ang="0">
                  <a:pos x="T0" y="T1"/>
                </a:cxn>
                <a:cxn ang="0">
                  <a:pos x="T2" y="T3"/>
                </a:cxn>
                <a:cxn ang="0">
                  <a:pos x="T4" y="T5"/>
                </a:cxn>
                <a:cxn ang="0">
                  <a:pos x="T6" y="T7"/>
                </a:cxn>
                <a:cxn ang="0">
                  <a:pos x="T8" y="T9"/>
                </a:cxn>
              </a:cxnLst>
              <a:rect l="0" t="0" r="r" b="b"/>
              <a:pathLst>
                <a:path w="198" h="197">
                  <a:moveTo>
                    <a:pt x="119" y="11"/>
                  </a:moveTo>
                  <a:cubicBezTo>
                    <a:pt x="71" y="0"/>
                    <a:pt x="22" y="30"/>
                    <a:pt x="11" y="78"/>
                  </a:cubicBezTo>
                  <a:cubicBezTo>
                    <a:pt x="0" y="126"/>
                    <a:pt x="30" y="175"/>
                    <a:pt x="78" y="186"/>
                  </a:cubicBezTo>
                  <a:cubicBezTo>
                    <a:pt x="127" y="197"/>
                    <a:pt x="175" y="167"/>
                    <a:pt x="186" y="119"/>
                  </a:cubicBezTo>
                  <a:cubicBezTo>
                    <a:pt x="198" y="70"/>
                    <a:pt x="168" y="22"/>
                    <a:pt x="119" y="1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3" name="Freeform 149"/>
            <p:cNvSpPr>
              <a:spLocks/>
            </p:cNvSpPr>
            <p:nvPr/>
          </p:nvSpPr>
          <p:spPr bwMode="auto">
            <a:xfrm>
              <a:off x="7985125" y="3433763"/>
              <a:ext cx="500063" cy="1125538"/>
            </a:xfrm>
            <a:custGeom>
              <a:avLst/>
              <a:gdLst>
                <a:gd name="T0" fmla="*/ 161 w 339"/>
                <a:gd name="T1" fmla="*/ 202 h 763"/>
                <a:gd name="T2" fmla="*/ 141 w 339"/>
                <a:gd name="T3" fmla="*/ 190 h 763"/>
                <a:gd name="T4" fmla="*/ 103 w 339"/>
                <a:gd name="T5" fmla="*/ 145 h 763"/>
                <a:gd name="T6" fmla="*/ 76 w 339"/>
                <a:gd name="T7" fmla="*/ 85 h 763"/>
                <a:gd name="T8" fmla="*/ 76 w 339"/>
                <a:gd name="T9" fmla="*/ 85 h 763"/>
                <a:gd name="T10" fmla="*/ 80 w 339"/>
                <a:gd name="T11" fmla="*/ 54 h 763"/>
                <a:gd name="T12" fmla="*/ 104 w 339"/>
                <a:gd name="T13" fmla="*/ 35 h 763"/>
                <a:gd name="T14" fmla="*/ 115 w 339"/>
                <a:gd name="T15" fmla="*/ 34 h 763"/>
                <a:gd name="T16" fmla="*/ 153 w 339"/>
                <a:gd name="T17" fmla="*/ 63 h 763"/>
                <a:gd name="T18" fmla="*/ 153 w 339"/>
                <a:gd name="T19" fmla="*/ 64 h 763"/>
                <a:gd name="T20" fmla="*/ 154 w 339"/>
                <a:gd name="T21" fmla="*/ 65 h 763"/>
                <a:gd name="T22" fmla="*/ 155 w 339"/>
                <a:gd name="T23" fmla="*/ 70 h 763"/>
                <a:gd name="T24" fmla="*/ 163 w 339"/>
                <a:gd name="T25" fmla="*/ 88 h 763"/>
                <a:gd name="T26" fmla="*/ 191 w 339"/>
                <a:gd name="T27" fmla="*/ 127 h 763"/>
                <a:gd name="T28" fmla="*/ 209 w 339"/>
                <a:gd name="T29" fmla="*/ 134 h 763"/>
                <a:gd name="T30" fmla="*/ 232 w 339"/>
                <a:gd name="T31" fmla="*/ 126 h 763"/>
                <a:gd name="T32" fmla="*/ 275 w 339"/>
                <a:gd name="T33" fmla="*/ 89 h 763"/>
                <a:gd name="T34" fmla="*/ 305 w 339"/>
                <a:gd name="T35" fmla="*/ 76 h 763"/>
                <a:gd name="T36" fmla="*/ 331 w 339"/>
                <a:gd name="T37" fmla="*/ 86 h 763"/>
                <a:gd name="T38" fmla="*/ 338 w 339"/>
                <a:gd name="T39" fmla="*/ 93 h 763"/>
                <a:gd name="T40" fmla="*/ 327 w 339"/>
                <a:gd name="T41" fmla="*/ 65 h 763"/>
                <a:gd name="T42" fmla="*/ 282 w 339"/>
                <a:gd name="T43" fmla="*/ 67 h 763"/>
                <a:gd name="T44" fmla="*/ 235 w 339"/>
                <a:gd name="T45" fmla="*/ 109 h 763"/>
                <a:gd name="T46" fmla="*/ 211 w 339"/>
                <a:gd name="T47" fmla="*/ 118 h 763"/>
                <a:gd name="T48" fmla="*/ 200 w 339"/>
                <a:gd name="T49" fmla="*/ 114 h 763"/>
                <a:gd name="T50" fmla="*/ 183 w 339"/>
                <a:gd name="T51" fmla="*/ 82 h 763"/>
                <a:gd name="T52" fmla="*/ 179 w 339"/>
                <a:gd name="T53" fmla="*/ 65 h 763"/>
                <a:gd name="T54" fmla="*/ 178 w 339"/>
                <a:gd name="T55" fmla="*/ 61 h 763"/>
                <a:gd name="T56" fmla="*/ 178 w 339"/>
                <a:gd name="T57" fmla="*/ 60 h 763"/>
                <a:gd name="T58" fmla="*/ 178 w 339"/>
                <a:gd name="T59" fmla="*/ 60 h 763"/>
                <a:gd name="T60" fmla="*/ 174 w 339"/>
                <a:gd name="T61" fmla="*/ 49 h 763"/>
                <a:gd name="T62" fmla="*/ 137 w 339"/>
                <a:gd name="T63" fmla="*/ 8 h 763"/>
                <a:gd name="T64" fmla="*/ 33 w 339"/>
                <a:gd name="T65" fmla="*/ 77 h 763"/>
                <a:gd name="T66" fmla="*/ 10 w 339"/>
                <a:gd name="T67" fmla="*/ 299 h 763"/>
                <a:gd name="T68" fmla="*/ 53 w 339"/>
                <a:gd name="T69" fmla="*/ 361 h 763"/>
                <a:gd name="T70" fmla="*/ 55 w 339"/>
                <a:gd name="T71" fmla="*/ 714 h 763"/>
                <a:gd name="T72" fmla="*/ 105 w 339"/>
                <a:gd name="T73" fmla="*/ 763 h 763"/>
                <a:gd name="T74" fmla="*/ 106 w 339"/>
                <a:gd name="T75" fmla="*/ 763 h 763"/>
                <a:gd name="T76" fmla="*/ 155 w 339"/>
                <a:gd name="T77" fmla="*/ 713 h 763"/>
                <a:gd name="T78" fmla="*/ 153 w 339"/>
                <a:gd name="T79" fmla="*/ 333 h 763"/>
                <a:gd name="T80" fmla="*/ 152 w 339"/>
                <a:gd name="T81" fmla="*/ 326 h 763"/>
                <a:gd name="T82" fmla="*/ 153 w 339"/>
                <a:gd name="T83" fmla="*/ 309 h 763"/>
                <a:gd name="T84" fmla="*/ 161 w 339"/>
                <a:gd name="T85" fmla="*/ 202 h 7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39" h="763">
                  <a:moveTo>
                    <a:pt x="161" y="202"/>
                  </a:moveTo>
                  <a:cubicBezTo>
                    <a:pt x="154" y="199"/>
                    <a:pt x="147" y="195"/>
                    <a:pt x="141" y="190"/>
                  </a:cubicBezTo>
                  <a:cubicBezTo>
                    <a:pt x="127" y="178"/>
                    <a:pt x="114" y="164"/>
                    <a:pt x="103" y="145"/>
                  </a:cubicBezTo>
                  <a:cubicBezTo>
                    <a:pt x="87" y="119"/>
                    <a:pt x="79" y="95"/>
                    <a:pt x="76" y="85"/>
                  </a:cubicBezTo>
                  <a:cubicBezTo>
                    <a:pt x="76" y="85"/>
                    <a:pt x="76" y="85"/>
                    <a:pt x="76" y="85"/>
                  </a:cubicBezTo>
                  <a:cubicBezTo>
                    <a:pt x="73" y="74"/>
                    <a:pt x="75" y="64"/>
                    <a:pt x="80" y="54"/>
                  </a:cubicBezTo>
                  <a:cubicBezTo>
                    <a:pt x="85" y="45"/>
                    <a:pt x="94" y="38"/>
                    <a:pt x="104" y="35"/>
                  </a:cubicBezTo>
                  <a:cubicBezTo>
                    <a:pt x="107" y="34"/>
                    <a:pt x="111" y="34"/>
                    <a:pt x="115" y="34"/>
                  </a:cubicBezTo>
                  <a:cubicBezTo>
                    <a:pt x="133" y="34"/>
                    <a:pt x="148" y="46"/>
                    <a:pt x="153" y="63"/>
                  </a:cubicBezTo>
                  <a:cubicBezTo>
                    <a:pt x="153" y="64"/>
                    <a:pt x="153" y="64"/>
                    <a:pt x="153" y="64"/>
                  </a:cubicBezTo>
                  <a:cubicBezTo>
                    <a:pt x="154" y="65"/>
                    <a:pt x="154" y="65"/>
                    <a:pt x="154" y="65"/>
                  </a:cubicBezTo>
                  <a:cubicBezTo>
                    <a:pt x="154" y="66"/>
                    <a:pt x="155" y="68"/>
                    <a:pt x="155" y="70"/>
                  </a:cubicBezTo>
                  <a:cubicBezTo>
                    <a:pt x="157" y="74"/>
                    <a:pt x="159" y="81"/>
                    <a:pt x="163" y="88"/>
                  </a:cubicBezTo>
                  <a:cubicBezTo>
                    <a:pt x="171" y="105"/>
                    <a:pt x="182" y="120"/>
                    <a:pt x="191" y="127"/>
                  </a:cubicBezTo>
                  <a:cubicBezTo>
                    <a:pt x="197" y="132"/>
                    <a:pt x="202" y="134"/>
                    <a:pt x="209" y="134"/>
                  </a:cubicBezTo>
                  <a:cubicBezTo>
                    <a:pt x="215" y="134"/>
                    <a:pt x="223" y="132"/>
                    <a:pt x="232" y="126"/>
                  </a:cubicBezTo>
                  <a:cubicBezTo>
                    <a:pt x="241" y="121"/>
                    <a:pt x="256" y="111"/>
                    <a:pt x="275" y="89"/>
                  </a:cubicBezTo>
                  <a:cubicBezTo>
                    <a:pt x="282" y="81"/>
                    <a:pt x="293" y="76"/>
                    <a:pt x="305" y="76"/>
                  </a:cubicBezTo>
                  <a:cubicBezTo>
                    <a:pt x="315" y="76"/>
                    <a:pt x="324" y="80"/>
                    <a:pt x="331" y="86"/>
                  </a:cubicBezTo>
                  <a:cubicBezTo>
                    <a:pt x="334" y="88"/>
                    <a:pt x="336" y="91"/>
                    <a:pt x="338" y="93"/>
                  </a:cubicBezTo>
                  <a:cubicBezTo>
                    <a:pt x="339" y="83"/>
                    <a:pt x="336" y="72"/>
                    <a:pt x="327" y="65"/>
                  </a:cubicBezTo>
                  <a:cubicBezTo>
                    <a:pt x="314" y="53"/>
                    <a:pt x="294" y="54"/>
                    <a:pt x="282" y="67"/>
                  </a:cubicBezTo>
                  <a:cubicBezTo>
                    <a:pt x="263" y="89"/>
                    <a:pt x="247" y="102"/>
                    <a:pt x="235" y="109"/>
                  </a:cubicBezTo>
                  <a:cubicBezTo>
                    <a:pt x="223" y="117"/>
                    <a:pt x="215" y="118"/>
                    <a:pt x="211" y="118"/>
                  </a:cubicBezTo>
                  <a:cubicBezTo>
                    <a:pt x="207" y="118"/>
                    <a:pt x="205" y="117"/>
                    <a:pt x="200" y="114"/>
                  </a:cubicBezTo>
                  <a:cubicBezTo>
                    <a:pt x="194" y="108"/>
                    <a:pt x="187" y="94"/>
                    <a:pt x="183" y="82"/>
                  </a:cubicBezTo>
                  <a:cubicBezTo>
                    <a:pt x="181" y="75"/>
                    <a:pt x="180" y="70"/>
                    <a:pt x="179" y="65"/>
                  </a:cubicBezTo>
                  <a:cubicBezTo>
                    <a:pt x="178" y="63"/>
                    <a:pt x="178" y="62"/>
                    <a:pt x="178" y="61"/>
                  </a:cubicBezTo>
                  <a:cubicBezTo>
                    <a:pt x="178" y="60"/>
                    <a:pt x="178" y="60"/>
                    <a:pt x="178" y="60"/>
                  </a:cubicBezTo>
                  <a:cubicBezTo>
                    <a:pt x="178" y="60"/>
                    <a:pt x="178" y="60"/>
                    <a:pt x="178" y="60"/>
                  </a:cubicBezTo>
                  <a:cubicBezTo>
                    <a:pt x="177" y="56"/>
                    <a:pt x="176" y="52"/>
                    <a:pt x="174" y="49"/>
                  </a:cubicBezTo>
                  <a:cubicBezTo>
                    <a:pt x="168" y="29"/>
                    <a:pt x="155" y="13"/>
                    <a:pt x="137" y="8"/>
                  </a:cubicBezTo>
                  <a:cubicBezTo>
                    <a:pt x="103" y="0"/>
                    <a:pt x="53" y="18"/>
                    <a:pt x="33" y="77"/>
                  </a:cubicBezTo>
                  <a:cubicBezTo>
                    <a:pt x="6" y="157"/>
                    <a:pt x="0" y="210"/>
                    <a:pt x="10" y="299"/>
                  </a:cubicBezTo>
                  <a:cubicBezTo>
                    <a:pt x="17" y="334"/>
                    <a:pt x="34" y="352"/>
                    <a:pt x="53" y="361"/>
                  </a:cubicBezTo>
                  <a:cubicBezTo>
                    <a:pt x="55" y="714"/>
                    <a:pt x="55" y="714"/>
                    <a:pt x="55" y="714"/>
                  </a:cubicBezTo>
                  <a:cubicBezTo>
                    <a:pt x="56" y="741"/>
                    <a:pt x="78" y="763"/>
                    <a:pt x="105" y="763"/>
                  </a:cubicBezTo>
                  <a:cubicBezTo>
                    <a:pt x="105" y="763"/>
                    <a:pt x="106" y="763"/>
                    <a:pt x="106" y="763"/>
                  </a:cubicBezTo>
                  <a:cubicBezTo>
                    <a:pt x="133" y="763"/>
                    <a:pt x="156" y="741"/>
                    <a:pt x="155" y="713"/>
                  </a:cubicBezTo>
                  <a:cubicBezTo>
                    <a:pt x="153" y="333"/>
                    <a:pt x="153" y="333"/>
                    <a:pt x="153" y="333"/>
                  </a:cubicBezTo>
                  <a:cubicBezTo>
                    <a:pt x="153" y="330"/>
                    <a:pt x="153" y="328"/>
                    <a:pt x="152" y="326"/>
                  </a:cubicBezTo>
                  <a:cubicBezTo>
                    <a:pt x="153" y="321"/>
                    <a:pt x="153" y="315"/>
                    <a:pt x="153" y="309"/>
                  </a:cubicBezTo>
                  <a:cubicBezTo>
                    <a:pt x="153" y="285"/>
                    <a:pt x="156" y="244"/>
                    <a:pt x="161" y="20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4" name="Freeform 150"/>
            <p:cNvSpPr>
              <a:spLocks/>
            </p:cNvSpPr>
            <p:nvPr/>
          </p:nvSpPr>
          <p:spPr bwMode="auto">
            <a:xfrm>
              <a:off x="8101013" y="3489325"/>
              <a:ext cx="385763" cy="247650"/>
            </a:xfrm>
            <a:custGeom>
              <a:avLst/>
              <a:gdLst>
                <a:gd name="T0" fmla="*/ 247 w 261"/>
                <a:gd name="T1" fmla="*/ 54 h 168"/>
                <a:gd name="T2" fmla="*/ 202 w 261"/>
                <a:gd name="T3" fmla="*/ 57 h 168"/>
                <a:gd name="T4" fmla="*/ 157 w 261"/>
                <a:gd name="T5" fmla="*/ 95 h 168"/>
                <a:gd name="T6" fmla="*/ 130 w 261"/>
                <a:gd name="T7" fmla="*/ 104 h 168"/>
                <a:gd name="T8" fmla="*/ 107 w 261"/>
                <a:gd name="T9" fmla="*/ 95 h 168"/>
                <a:gd name="T10" fmla="*/ 77 w 261"/>
                <a:gd name="T11" fmla="*/ 54 h 168"/>
                <a:gd name="T12" fmla="*/ 69 w 261"/>
                <a:gd name="T13" fmla="*/ 35 h 168"/>
                <a:gd name="T14" fmla="*/ 67 w 261"/>
                <a:gd name="T15" fmla="*/ 29 h 168"/>
                <a:gd name="T16" fmla="*/ 67 w 261"/>
                <a:gd name="T17" fmla="*/ 28 h 168"/>
                <a:gd name="T18" fmla="*/ 66 w 261"/>
                <a:gd name="T19" fmla="*/ 27 h 168"/>
                <a:gd name="T20" fmla="*/ 66 w 261"/>
                <a:gd name="T21" fmla="*/ 27 h 168"/>
                <a:gd name="T22" fmla="*/ 27 w 261"/>
                <a:gd name="T23" fmla="*/ 5 h 168"/>
                <a:gd name="T24" fmla="*/ 5 w 261"/>
                <a:gd name="T25" fmla="*/ 45 h 168"/>
                <a:gd name="T26" fmla="*/ 5 w 261"/>
                <a:gd name="T27" fmla="*/ 45 h 168"/>
                <a:gd name="T28" fmla="*/ 31 w 261"/>
                <a:gd name="T29" fmla="*/ 103 h 168"/>
                <a:gd name="T30" fmla="*/ 67 w 261"/>
                <a:gd name="T31" fmla="*/ 146 h 168"/>
                <a:gd name="T32" fmla="*/ 129 w 261"/>
                <a:gd name="T33" fmla="*/ 168 h 168"/>
                <a:gd name="T34" fmla="*/ 130 w 261"/>
                <a:gd name="T35" fmla="*/ 168 h 168"/>
                <a:gd name="T36" fmla="*/ 189 w 261"/>
                <a:gd name="T37" fmla="*/ 151 h 168"/>
                <a:gd name="T38" fmla="*/ 250 w 261"/>
                <a:gd name="T39" fmla="*/ 99 h 168"/>
                <a:gd name="T40" fmla="*/ 247 w 261"/>
                <a:gd name="T41" fmla="*/ 54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1" h="168">
                  <a:moveTo>
                    <a:pt x="247" y="54"/>
                  </a:moveTo>
                  <a:cubicBezTo>
                    <a:pt x="234" y="42"/>
                    <a:pt x="214" y="43"/>
                    <a:pt x="202" y="57"/>
                  </a:cubicBezTo>
                  <a:cubicBezTo>
                    <a:pt x="184" y="76"/>
                    <a:pt x="169" y="88"/>
                    <a:pt x="157" y="95"/>
                  </a:cubicBezTo>
                  <a:cubicBezTo>
                    <a:pt x="145" y="102"/>
                    <a:pt x="136" y="104"/>
                    <a:pt x="130" y="104"/>
                  </a:cubicBezTo>
                  <a:cubicBezTo>
                    <a:pt x="121" y="104"/>
                    <a:pt x="115" y="101"/>
                    <a:pt x="107" y="95"/>
                  </a:cubicBezTo>
                  <a:cubicBezTo>
                    <a:pt x="95" y="86"/>
                    <a:pt x="84" y="69"/>
                    <a:pt x="77" y="54"/>
                  </a:cubicBezTo>
                  <a:cubicBezTo>
                    <a:pt x="73" y="46"/>
                    <a:pt x="71" y="39"/>
                    <a:pt x="69" y="35"/>
                  </a:cubicBezTo>
                  <a:cubicBezTo>
                    <a:pt x="68" y="32"/>
                    <a:pt x="67" y="30"/>
                    <a:pt x="67" y="29"/>
                  </a:cubicBezTo>
                  <a:cubicBezTo>
                    <a:pt x="67" y="28"/>
                    <a:pt x="67" y="28"/>
                    <a:pt x="67" y="28"/>
                  </a:cubicBezTo>
                  <a:cubicBezTo>
                    <a:pt x="67" y="27"/>
                    <a:pt x="66" y="27"/>
                    <a:pt x="66" y="27"/>
                  </a:cubicBezTo>
                  <a:cubicBezTo>
                    <a:pt x="66" y="27"/>
                    <a:pt x="66" y="27"/>
                    <a:pt x="66" y="27"/>
                  </a:cubicBezTo>
                  <a:cubicBezTo>
                    <a:pt x="62" y="10"/>
                    <a:pt x="44" y="0"/>
                    <a:pt x="27" y="5"/>
                  </a:cubicBezTo>
                  <a:cubicBezTo>
                    <a:pt x="10" y="10"/>
                    <a:pt x="0" y="28"/>
                    <a:pt x="5" y="45"/>
                  </a:cubicBezTo>
                  <a:cubicBezTo>
                    <a:pt x="5" y="45"/>
                    <a:pt x="5" y="45"/>
                    <a:pt x="5" y="45"/>
                  </a:cubicBezTo>
                  <a:cubicBezTo>
                    <a:pt x="5" y="46"/>
                    <a:pt x="13" y="73"/>
                    <a:pt x="31" y="103"/>
                  </a:cubicBezTo>
                  <a:cubicBezTo>
                    <a:pt x="40" y="117"/>
                    <a:pt x="51" y="133"/>
                    <a:pt x="67" y="146"/>
                  </a:cubicBezTo>
                  <a:cubicBezTo>
                    <a:pt x="83" y="158"/>
                    <a:pt x="105" y="168"/>
                    <a:pt x="129" y="168"/>
                  </a:cubicBezTo>
                  <a:cubicBezTo>
                    <a:pt x="129" y="168"/>
                    <a:pt x="130" y="168"/>
                    <a:pt x="130" y="168"/>
                  </a:cubicBezTo>
                  <a:cubicBezTo>
                    <a:pt x="149" y="168"/>
                    <a:pt x="169" y="162"/>
                    <a:pt x="189" y="151"/>
                  </a:cubicBezTo>
                  <a:cubicBezTo>
                    <a:pt x="209" y="139"/>
                    <a:pt x="229" y="123"/>
                    <a:pt x="250" y="99"/>
                  </a:cubicBezTo>
                  <a:cubicBezTo>
                    <a:pt x="261" y="86"/>
                    <a:pt x="260" y="66"/>
                    <a:pt x="247" y="5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5" name="Freeform 151"/>
            <p:cNvSpPr>
              <a:spLocks/>
            </p:cNvSpPr>
            <p:nvPr/>
          </p:nvSpPr>
          <p:spPr bwMode="auto">
            <a:xfrm>
              <a:off x="8364538" y="3475038"/>
              <a:ext cx="63500" cy="34925"/>
            </a:xfrm>
            <a:custGeom>
              <a:avLst/>
              <a:gdLst>
                <a:gd name="T0" fmla="*/ 39 w 43"/>
                <a:gd name="T1" fmla="*/ 1 h 24"/>
                <a:gd name="T2" fmla="*/ 31 w 43"/>
                <a:gd name="T3" fmla="*/ 0 h 24"/>
                <a:gd name="T4" fmla="*/ 1 w 43"/>
                <a:gd name="T5" fmla="*/ 18 h 24"/>
                <a:gd name="T6" fmla="*/ 3 w 43"/>
                <a:gd name="T7" fmla="*/ 23 h 24"/>
                <a:gd name="T8" fmla="*/ 5 w 43"/>
                <a:gd name="T9" fmla="*/ 24 h 24"/>
                <a:gd name="T10" fmla="*/ 8 w 43"/>
                <a:gd name="T11" fmla="*/ 22 h 24"/>
                <a:gd name="T12" fmla="*/ 8 w 43"/>
                <a:gd name="T13" fmla="*/ 22 h 24"/>
                <a:gd name="T14" fmla="*/ 10 w 43"/>
                <a:gd name="T15" fmla="*/ 20 h 24"/>
                <a:gd name="T16" fmla="*/ 31 w 43"/>
                <a:gd name="T17" fmla="*/ 8 h 24"/>
                <a:gd name="T18" fmla="*/ 37 w 43"/>
                <a:gd name="T19" fmla="*/ 8 h 24"/>
                <a:gd name="T20" fmla="*/ 42 w 43"/>
                <a:gd name="T21" fmla="*/ 5 h 24"/>
                <a:gd name="T22" fmla="*/ 39 w 43"/>
                <a:gd name="T23" fmla="*/ 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3" h="24">
                  <a:moveTo>
                    <a:pt x="39" y="1"/>
                  </a:moveTo>
                  <a:cubicBezTo>
                    <a:pt x="36" y="0"/>
                    <a:pt x="34" y="0"/>
                    <a:pt x="31" y="0"/>
                  </a:cubicBezTo>
                  <a:cubicBezTo>
                    <a:pt x="11" y="0"/>
                    <a:pt x="2" y="18"/>
                    <a:pt x="1" y="18"/>
                  </a:cubicBezTo>
                  <a:cubicBezTo>
                    <a:pt x="0" y="20"/>
                    <a:pt x="1" y="22"/>
                    <a:pt x="3" y="23"/>
                  </a:cubicBezTo>
                  <a:cubicBezTo>
                    <a:pt x="4" y="24"/>
                    <a:pt x="4" y="24"/>
                    <a:pt x="5" y="24"/>
                  </a:cubicBezTo>
                  <a:cubicBezTo>
                    <a:pt x="6" y="24"/>
                    <a:pt x="8" y="23"/>
                    <a:pt x="8" y="22"/>
                  </a:cubicBezTo>
                  <a:cubicBezTo>
                    <a:pt x="8" y="22"/>
                    <a:pt x="8" y="22"/>
                    <a:pt x="8" y="22"/>
                  </a:cubicBezTo>
                  <a:cubicBezTo>
                    <a:pt x="8" y="22"/>
                    <a:pt x="9" y="21"/>
                    <a:pt x="10" y="20"/>
                  </a:cubicBezTo>
                  <a:cubicBezTo>
                    <a:pt x="13" y="16"/>
                    <a:pt x="21" y="8"/>
                    <a:pt x="31" y="8"/>
                  </a:cubicBezTo>
                  <a:cubicBezTo>
                    <a:pt x="33" y="8"/>
                    <a:pt x="35" y="8"/>
                    <a:pt x="37" y="8"/>
                  </a:cubicBezTo>
                  <a:cubicBezTo>
                    <a:pt x="39" y="9"/>
                    <a:pt x="42" y="8"/>
                    <a:pt x="42" y="5"/>
                  </a:cubicBezTo>
                  <a:cubicBezTo>
                    <a:pt x="43" y="3"/>
                    <a:pt x="41" y="1"/>
                    <a:pt x="39" y="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6" name="Freeform 152"/>
            <p:cNvSpPr>
              <a:spLocks/>
            </p:cNvSpPr>
            <p:nvPr/>
          </p:nvSpPr>
          <p:spPr bwMode="auto">
            <a:xfrm>
              <a:off x="8339138" y="3444875"/>
              <a:ext cx="90488" cy="53975"/>
            </a:xfrm>
            <a:custGeom>
              <a:avLst/>
              <a:gdLst>
                <a:gd name="T0" fmla="*/ 4 w 62"/>
                <a:gd name="T1" fmla="*/ 36 h 36"/>
                <a:gd name="T2" fmla="*/ 5 w 62"/>
                <a:gd name="T3" fmla="*/ 36 h 36"/>
                <a:gd name="T4" fmla="*/ 8 w 62"/>
                <a:gd name="T5" fmla="*/ 33 h 36"/>
                <a:gd name="T6" fmla="*/ 8 w 62"/>
                <a:gd name="T7" fmla="*/ 33 h 36"/>
                <a:gd name="T8" fmla="*/ 10 w 62"/>
                <a:gd name="T9" fmla="*/ 29 h 36"/>
                <a:gd name="T10" fmla="*/ 42 w 62"/>
                <a:gd name="T11" fmla="*/ 8 h 36"/>
                <a:gd name="T12" fmla="*/ 56 w 62"/>
                <a:gd name="T13" fmla="*/ 10 h 36"/>
                <a:gd name="T14" fmla="*/ 61 w 62"/>
                <a:gd name="T15" fmla="*/ 7 h 36"/>
                <a:gd name="T16" fmla="*/ 58 w 62"/>
                <a:gd name="T17" fmla="*/ 2 h 36"/>
                <a:gd name="T18" fmla="*/ 42 w 62"/>
                <a:gd name="T19" fmla="*/ 0 h 36"/>
                <a:gd name="T20" fmla="*/ 9 w 62"/>
                <a:gd name="T21" fmla="*/ 15 h 36"/>
                <a:gd name="T22" fmla="*/ 1 w 62"/>
                <a:gd name="T23" fmla="*/ 31 h 36"/>
                <a:gd name="T24" fmla="*/ 4 w 62"/>
                <a:gd name="T25"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 h="36">
                  <a:moveTo>
                    <a:pt x="4" y="36"/>
                  </a:moveTo>
                  <a:cubicBezTo>
                    <a:pt x="4" y="36"/>
                    <a:pt x="4" y="36"/>
                    <a:pt x="5" y="36"/>
                  </a:cubicBezTo>
                  <a:cubicBezTo>
                    <a:pt x="6" y="36"/>
                    <a:pt x="8" y="35"/>
                    <a:pt x="8" y="33"/>
                  </a:cubicBezTo>
                  <a:cubicBezTo>
                    <a:pt x="8" y="33"/>
                    <a:pt x="8" y="33"/>
                    <a:pt x="8" y="33"/>
                  </a:cubicBezTo>
                  <a:cubicBezTo>
                    <a:pt x="8" y="33"/>
                    <a:pt x="9" y="32"/>
                    <a:pt x="10" y="29"/>
                  </a:cubicBezTo>
                  <a:cubicBezTo>
                    <a:pt x="13" y="22"/>
                    <a:pt x="22" y="8"/>
                    <a:pt x="42" y="8"/>
                  </a:cubicBezTo>
                  <a:cubicBezTo>
                    <a:pt x="46" y="8"/>
                    <a:pt x="51" y="9"/>
                    <a:pt x="56" y="10"/>
                  </a:cubicBezTo>
                  <a:cubicBezTo>
                    <a:pt x="58" y="10"/>
                    <a:pt x="60" y="9"/>
                    <a:pt x="61" y="7"/>
                  </a:cubicBezTo>
                  <a:cubicBezTo>
                    <a:pt x="62" y="5"/>
                    <a:pt x="60" y="3"/>
                    <a:pt x="58" y="2"/>
                  </a:cubicBezTo>
                  <a:cubicBezTo>
                    <a:pt x="52" y="1"/>
                    <a:pt x="47" y="0"/>
                    <a:pt x="42" y="0"/>
                  </a:cubicBezTo>
                  <a:cubicBezTo>
                    <a:pt x="26" y="0"/>
                    <a:pt x="15" y="8"/>
                    <a:pt x="9" y="15"/>
                  </a:cubicBezTo>
                  <a:cubicBezTo>
                    <a:pt x="3" y="23"/>
                    <a:pt x="1" y="31"/>
                    <a:pt x="1" y="31"/>
                  </a:cubicBezTo>
                  <a:cubicBezTo>
                    <a:pt x="0" y="33"/>
                    <a:pt x="1" y="35"/>
                    <a:pt x="4" y="3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7" name="Freeform 153"/>
            <p:cNvSpPr>
              <a:spLocks/>
            </p:cNvSpPr>
            <p:nvPr/>
          </p:nvSpPr>
          <p:spPr bwMode="auto">
            <a:xfrm>
              <a:off x="8505825" y="3557588"/>
              <a:ext cx="31750" cy="74613"/>
            </a:xfrm>
            <a:custGeom>
              <a:avLst/>
              <a:gdLst>
                <a:gd name="T0" fmla="*/ 9 w 22"/>
                <a:gd name="T1" fmla="*/ 7 h 51"/>
                <a:gd name="T2" fmla="*/ 9 w 22"/>
                <a:gd name="T3" fmla="*/ 7 h 51"/>
                <a:gd name="T4" fmla="*/ 9 w 22"/>
                <a:gd name="T5" fmla="*/ 8 h 51"/>
                <a:gd name="T6" fmla="*/ 14 w 22"/>
                <a:gd name="T7" fmla="*/ 22 h 51"/>
                <a:gd name="T8" fmla="*/ 2 w 22"/>
                <a:gd name="T9" fmla="*/ 44 h 51"/>
                <a:gd name="T10" fmla="*/ 2 w 22"/>
                <a:gd name="T11" fmla="*/ 50 h 51"/>
                <a:gd name="T12" fmla="*/ 5 w 22"/>
                <a:gd name="T13" fmla="*/ 51 h 51"/>
                <a:gd name="T14" fmla="*/ 7 w 22"/>
                <a:gd name="T15" fmla="*/ 50 h 51"/>
                <a:gd name="T16" fmla="*/ 22 w 22"/>
                <a:gd name="T17" fmla="*/ 22 h 51"/>
                <a:gd name="T18" fmla="*/ 15 w 22"/>
                <a:gd name="T19" fmla="*/ 2 h 51"/>
                <a:gd name="T20" fmla="*/ 9 w 22"/>
                <a:gd name="T21" fmla="*/ 1 h 51"/>
                <a:gd name="T22" fmla="*/ 9 w 22"/>
                <a:gd name="T23" fmla="*/ 7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51">
                  <a:moveTo>
                    <a:pt x="9" y="7"/>
                  </a:moveTo>
                  <a:cubicBezTo>
                    <a:pt x="9" y="7"/>
                    <a:pt x="9" y="7"/>
                    <a:pt x="9" y="7"/>
                  </a:cubicBezTo>
                  <a:cubicBezTo>
                    <a:pt x="9" y="7"/>
                    <a:pt x="9" y="7"/>
                    <a:pt x="9" y="8"/>
                  </a:cubicBezTo>
                  <a:cubicBezTo>
                    <a:pt x="11" y="10"/>
                    <a:pt x="14" y="16"/>
                    <a:pt x="14" y="22"/>
                  </a:cubicBezTo>
                  <a:cubicBezTo>
                    <a:pt x="14" y="29"/>
                    <a:pt x="12" y="36"/>
                    <a:pt x="2" y="44"/>
                  </a:cubicBezTo>
                  <a:cubicBezTo>
                    <a:pt x="1" y="45"/>
                    <a:pt x="0" y="48"/>
                    <a:pt x="2" y="50"/>
                  </a:cubicBezTo>
                  <a:cubicBezTo>
                    <a:pt x="2" y="51"/>
                    <a:pt x="4" y="51"/>
                    <a:pt x="5" y="51"/>
                  </a:cubicBezTo>
                  <a:cubicBezTo>
                    <a:pt x="6" y="51"/>
                    <a:pt x="7" y="51"/>
                    <a:pt x="7" y="50"/>
                  </a:cubicBezTo>
                  <a:cubicBezTo>
                    <a:pt x="18" y="41"/>
                    <a:pt x="22" y="31"/>
                    <a:pt x="22" y="22"/>
                  </a:cubicBezTo>
                  <a:cubicBezTo>
                    <a:pt x="22" y="10"/>
                    <a:pt x="15" y="2"/>
                    <a:pt x="15" y="2"/>
                  </a:cubicBezTo>
                  <a:cubicBezTo>
                    <a:pt x="14" y="0"/>
                    <a:pt x="11" y="0"/>
                    <a:pt x="9" y="1"/>
                  </a:cubicBezTo>
                  <a:cubicBezTo>
                    <a:pt x="8" y="2"/>
                    <a:pt x="7" y="5"/>
                    <a:pt x="9" y="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8" name="Freeform 154"/>
            <p:cNvSpPr>
              <a:spLocks/>
            </p:cNvSpPr>
            <p:nvPr/>
          </p:nvSpPr>
          <p:spPr bwMode="auto">
            <a:xfrm>
              <a:off x="8526463" y="3544888"/>
              <a:ext cx="38100" cy="114300"/>
            </a:xfrm>
            <a:custGeom>
              <a:avLst/>
              <a:gdLst>
                <a:gd name="T0" fmla="*/ 1 w 26"/>
                <a:gd name="T1" fmla="*/ 76 h 77"/>
                <a:gd name="T2" fmla="*/ 4 w 26"/>
                <a:gd name="T3" fmla="*/ 77 h 77"/>
                <a:gd name="T4" fmla="*/ 7 w 26"/>
                <a:gd name="T5" fmla="*/ 76 h 77"/>
                <a:gd name="T6" fmla="*/ 26 w 26"/>
                <a:gd name="T7" fmla="*/ 29 h 77"/>
                <a:gd name="T8" fmla="*/ 21 w 26"/>
                <a:gd name="T9" fmla="*/ 3 h 77"/>
                <a:gd name="T10" fmla="*/ 16 w 26"/>
                <a:gd name="T11" fmla="*/ 1 h 77"/>
                <a:gd name="T12" fmla="*/ 14 w 26"/>
                <a:gd name="T13" fmla="*/ 6 h 77"/>
                <a:gd name="T14" fmla="*/ 16 w 26"/>
                <a:gd name="T15" fmla="*/ 12 h 77"/>
                <a:gd name="T16" fmla="*/ 18 w 26"/>
                <a:gd name="T17" fmla="*/ 29 h 77"/>
                <a:gd name="T18" fmla="*/ 1 w 26"/>
                <a:gd name="T19" fmla="*/ 71 h 77"/>
                <a:gd name="T20" fmla="*/ 1 w 26"/>
                <a:gd name="T21" fmla="*/ 7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77">
                  <a:moveTo>
                    <a:pt x="1" y="76"/>
                  </a:moveTo>
                  <a:cubicBezTo>
                    <a:pt x="2" y="77"/>
                    <a:pt x="3" y="77"/>
                    <a:pt x="4" y="77"/>
                  </a:cubicBezTo>
                  <a:cubicBezTo>
                    <a:pt x="5" y="77"/>
                    <a:pt x="6" y="77"/>
                    <a:pt x="7" y="76"/>
                  </a:cubicBezTo>
                  <a:cubicBezTo>
                    <a:pt x="22" y="60"/>
                    <a:pt x="26" y="43"/>
                    <a:pt x="26" y="29"/>
                  </a:cubicBezTo>
                  <a:cubicBezTo>
                    <a:pt x="26" y="14"/>
                    <a:pt x="21" y="3"/>
                    <a:pt x="21" y="3"/>
                  </a:cubicBezTo>
                  <a:cubicBezTo>
                    <a:pt x="20" y="1"/>
                    <a:pt x="18" y="0"/>
                    <a:pt x="16" y="1"/>
                  </a:cubicBezTo>
                  <a:cubicBezTo>
                    <a:pt x="14" y="2"/>
                    <a:pt x="13" y="4"/>
                    <a:pt x="14" y="6"/>
                  </a:cubicBezTo>
                  <a:cubicBezTo>
                    <a:pt x="14" y="6"/>
                    <a:pt x="15" y="8"/>
                    <a:pt x="16" y="12"/>
                  </a:cubicBezTo>
                  <a:cubicBezTo>
                    <a:pt x="17" y="16"/>
                    <a:pt x="18" y="22"/>
                    <a:pt x="18" y="29"/>
                  </a:cubicBezTo>
                  <a:cubicBezTo>
                    <a:pt x="18" y="41"/>
                    <a:pt x="15" y="56"/>
                    <a:pt x="1" y="71"/>
                  </a:cubicBezTo>
                  <a:cubicBezTo>
                    <a:pt x="0" y="72"/>
                    <a:pt x="0" y="75"/>
                    <a:pt x="1" y="7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59" name="组合 158"/>
          <p:cNvGrpSpPr/>
          <p:nvPr/>
        </p:nvGrpSpPr>
        <p:grpSpPr>
          <a:xfrm>
            <a:off x="6704013" y="3054350"/>
            <a:ext cx="565150" cy="1504950"/>
            <a:chOff x="6704013" y="3054350"/>
            <a:chExt cx="565150" cy="1504950"/>
          </a:xfrm>
        </p:grpSpPr>
        <p:sp>
          <p:nvSpPr>
            <p:cNvPr id="160" name="Freeform 155"/>
            <p:cNvSpPr>
              <a:spLocks/>
            </p:cNvSpPr>
            <p:nvPr/>
          </p:nvSpPr>
          <p:spPr bwMode="auto">
            <a:xfrm>
              <a:off x="6727825" y="3136900"/>
              <a:ext cx="292100" cy="290513"/>
            </a:xfrm>
            <a:custGeom>
              <a:avLst/>
              <a:gdLst>
                <a:gd name="T0" fmla="*/ 79 w 198"/>
                <a:gd name="T1" fmla="*/ 186 h 197"/>
                <a:gd name="T2" fmla="*/ 187 w 198"/>
                <a:gd name="T3" fmla="*/ 119 h 197"/>
                <a:gd name="T4" fmla="*/ 120 w 198"/>
                <a:gd name="T5" fmla="*/ 11 h 197"/>
                <a:gd name="T6" fmla="*/ 12 w 198"/>
                <a:gd name="T7" fmla="*/ 78 h 197"/>
                <a:gd name="T8" fmla="*/ 79 w 198"/>
                <a:gd name="T9" fmla="*/ 186 h 197"/>
              </a:gdLst>
              <a:ahLst/>
              <a:cxnLst>
                <a:cxn ang="0">
                  <a:pos x="T0" y="T1"/>
                </a:cxn>
                <a:cxn ang="0">
                  <a:pos x="T2" y="T3"/>
                </a:cxn>
                <a:cxn ang="0">
                  <a:pos x="T4" y="T5"/>
                </a:cxn>
                <a:cxn ang="0">
                  <a:pos x="T6" y="T7"/>
                </a:cxn>
                <a:cxn ang="0">
                  <a:pos x="T8" y="T9"/>
                </a:cxn>
              </a:cxnLst>
              <a:rect l="0" t="0" r="r" b="b"/>
              <a:pathLst>
                <a:path w="198" h="197">
                  <a:moveTo>
                    <a:pt x="79" y="186"/>
                  </a:moveTo>
                  <a:cubicBezTo>
                    <a:pt x="127" y="197"/>
                    <a:pt x="176" y="167"/>
                    <a:pt x="187" y="119"/>
                  </a:cubicBezTo>
                  <a:cubicBezTo>
                    <a:pt x="198" y="70"/>
                    <a:pt x="168" y="22"/>
                    <a:pt x="120" y="11"/>
                  </a:cubicBezTo>
                  <a:cubicBezTo>
                    <a:pt x="71" y="0"/>
                    <a:pt x="23" y="30"/>
                    <a:pt x="12" y="78"/>
                  </a:cubicBezTo>
                  <a:cubicBezTo>
                    <a:pt x="0" y="126"/>
                    <a:pt x="30" y="175"/>
                    <a:pt x="79" y="18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1" name="Freeform 156"/>
            <p:cNvSpPr>
              <a:spLocks/>
            </p:cNvSpPr>
            <p:nvPr/>
          </p:nvSpPr>
          <p:spPr bwMode="auto">
            <a:xfrm>
              <a:off x="6704013" y="3152775"/>
              <a:ext cx="488950" cy="1406525"/>
            </a:xfrm>
            <a:custGeom>
              <a:avLst/>
              <a:gdLst>
                <a:gd name="T0" fmla="*/ 174 w 332"/>
                <a:gd name="T1" fmla="*/ 294 h 953"/>
                <a:gd name="T2" fmla="*/ 233 w 332"/>
                <a:gd name="T3" fmla="*/ 246 h 953"/>
                <a:gd name="T4" fmla="*/ 329 w 332"/>
                <a:gd name="T5" fmla="*/ 36 h 953"/>
                <a:gd name="T6" fmla="*/ 302 w 332"/>
                <a:gd name="T7" fmla="*/ 0 h 953"/>
                <a:gd name="T8" fmla="*/ 301 w 332"/>
                <a:gd name="T9" fmla="*/ 0 h 953"/>
                <a:gd name="T10" fmla="*/ 311 w 332"/>
                <a:gd name="T11" fmla="*/ 27 h 953"/>
                <a:gd name="T12" fmla="*/ 220 w 332"/>
                <a:gd name="T13" fmla="*/ 234 h 953"/>
                <a:gd name="T14" fmla="*/ 131 w 332"/>
                <a:gd name="T15" fmla="*/ 291 h 953"/>
                <a:gd name="T16" fmla="*/ 131 w 332"/>
                <a:gd name="T17" fmla="*/ 291 h 953"/>
                <a:gd name="T18" fmla="*/ 131 w 332"/>
                <a:gd name="T19" fmla="*/ 292 h 953"/>
                <a:gd name="T20" fmla="*/ 117 w 332"/>
                <a:gd name="T21" fmla="*/ 294 h 953"/>
                <a:gd name="T22" fmla="*/ 80 w 332"/>
                <a:gd name="T23" fmla="*/ 268 h 953"/>
                <a:gd name="T24" fmla="*/ 104 w 332"/>
                <a:gd name="T25" fmla="*/ 216 h 953"/>
                <a:gd name="T26" fmla="*/ 104 w 332"/>
                <a:gd name="T27" fmla="*/ 216 h 953"/>
                <a:gd name="T28" fmla="*/ 104 w 332"/>
                <a:gd name="T29" fmla="*/ 216 h 953"/>
                <a:gd name="T30" fmla="*/ 108 w 332"/>
                <a:gd name="T31" fmla="*/ 215 h 953"/>
                <a:gd name="T32" fmla="*/ 122 w 332"/>
                <a:gd name="T33" fmla="*/ 208 h 953"/>
                <a:gd name="T34" fmla="*/ 137 w 332"/>
                <a:gd name="T35" fmla="*/ 198 h 953"/>
                <a:gd name="T36" fmla="*/ 136 w 332"/>
                <a:gd name="T37" fmla="*/ 198 h 953"/>
                <a:gd name="T38" fmla="*/ 33 w 332"/>
                <a:gd name="T39" fmla="*/ 267 h 953"/>
                <a:gd name="T40" fmla="*/ 10 w 332"/>
                <a:gd name="T41" fmla="*/ 489 h 953"/>
                <a:gd name="T42" fmla="*/ 53 w 332"/>
                <a:gd name="T43" fmla="*/ 551 h 953"/>
                <a:gd name="T44" fmla="*/ 55 w 332"/>
                <a:gd name="T45" fmla="*/ 904 h 953"/>
                <a:gd name="T46" fmla="*/ 105 w 332"/>
                <a:gd name="T47" fmla="*/ 953 h 953"/>
                <a:gd name="T48" fmla="*/ 105 w 332"/>
                <a:gd name="T49" fmla="*/ 953 h 953"/>
                <a:gd name="T50" fmla="*/ 155 w 332"/>
                <a:gd name="T51" fmla="*/ 903 h 953"/>
                <a:gd name="T52" fmla="*/ 153 w 332"/>
                <a:gd name="T53" fmla="*/ 523 h 953"/>
                <a:gd name="T54" fmla="*/ 152 w 332"/>
                <a:gd name="T55" fmla="*/ 516 h 953"/>
                <a:gd name="T56" fmla="*/ 153 w 332"/>
                <a:gd name="T57" fmla="*/ 499 h 953"/>
                <a:gd name="T58" fmla="*/ 174 w 332"/>
                <a:gd name="T59" fmla="*/ 294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32" h="953">
                  <a:moveTo>
                    <a:pt x="174" y="294"/>
                  </a:moveTo>
                  <a:cubicBezTo>
                    <a:pt x="188" y="286"/>
                    <a:pt x="210" y="270"/>
                    <a:pt x="233" y="246"/>
                  </a:cubicBezTo>
                  <a:cubicBezTo>
                    <a:pt x="272" y="205"/>
                    <a:pt x="313" y="138"/>
                    <a:pt x="329" y="36"/>
                  </a:cubicBezTo>
                  <a:cubicBezTo>
                    <a:pt x="332" y="19"/>
                    <a:pt x="320" y="2"/>
                    <a:pt x="302" y="0"/>
                  </a:cubicBezTo>
                  <a:cubicBezTo>
                    <a:pt x="302" y="0"/>
                    <a:pt x="301" y="0"/>
                    <a:pt x="301" y="0"/>
                  </a:cubicBezTo>
                  <a:cubicBezTo>
                    <a:pt x="307" y="7"/>
                    <a:pt x="311" y="17"/>
                    <a:pt x="311" y="27"/>
                  </a:cubicBezTo>
                  <a:cubicBezTo>
                    <a:pt x="309" y="136"/>
                    <a:pt x="253" y="204"/>
                    <a:pt x="220" y="234"/>
                  </a:cubicBezTo>
                  <a:cubicBezTo>
                    <a:pt x="181" y="271"/>
                    <a:pt x="142" y="287"/>
                    <a:pt x="131" y="291"/>
                  </a:cubicBezTo>
                  <a:cubicBezTo>
                    <a:pt x="131" y="291"/>
                    <a:pt x="131" y="291"/>
                    <a:pt x="131" y="291"/>
                  </a:cubicBezTo>
                  <a:cubicBezTo>
                    <a:pt x="131" y="292"/>
                    <a:pt x="131" y="292"/>
                    <a:pt x="131" y="292"/>
                  </a:cubicBezTo>
                  <a:cubicBezTo>
                    <a:pt x="127" y="293"/>
                    <a:pt x="122" y="294"/>
                    <a:pt x="117" y="294"/>
                  </a:cubicBezTo>
                  <a:cubicBezTo>
                    <a:pt x="101" y="294"/>
                    <a:pt x="85" y="283"/>
                    <a:pt x="80" y="268"/>
                  </a:cubicBezTo>
                  <a:cubicBezTo>
                    <a:pt x="72" y="247"/>
                    <a:pt x="83" y="224"/>
                    <a:pt x="104" y="216"/>
                  </a:cubicBezTo>
                  <a:cubicBezTo>
                    <a:pt x="104" y="216"/>
                    <a:pt x="104" y="216"/>
                    <a:pt x="104" y="216"/>
                  </a:cubicBezTo>
                  <a:cubicBezTo>
                    <a:pt x="104" y="216"/>
                    <a:pt x="104" y="216"/>
                    <a:pt x="104" y="216"/>
                  </a:cubicBezTo>
                  <a:cubicBezTo>
                    <a:pt x="105" y="216"/>
                    <a:pt x="106" y="215"/>
                    <a:pt x="108" y="215"/>
                  </a:cubicBezTo>
                  <a:cubicBezTo>
                    <a:pt x="111" y="213"/>
                    <a:pt x="115" y="211"/>
                    <a:pt x="122" y="208"/>
                  </a:cubicBezTo>
                  <a:cubicBezTo>
                    <a:pt x="126" y="205"/>
                    <a:pt x="131" y="202"/>
                    <a:pt x="137" y="198"/>
                  </a:cubicBezTo>
                  <a:cubicBezTo>
                    <a:pt x="137" y="198"/>
                    <a:pt x="137" y="198"/>
                    <a:pt x="136" y="198"/>
                  </a:cubicBezTo>
                  <a:cubicBezTo>
                    <a:pt x="102" y="190"/>
                    <a:pt x="53" y="208"/>
                    <a:pt x="33" y="267"/>
                  </a:cubicBezTo>
                  <a:cubicBezTo>
                    <a:pt x="5" y="347"/>
                    <a:pt x="0" y="400"/>
                    <a:pt x="10" y="489"/>
                  </a:cubicBezTo>
                  <a:cubicBezTo>
                    <a:pt x="17" y="524"/>
                    <a:pt x="33" y="542"/>
                    <a:pt x="53" y="551"/>
                  </a:cubicBezTo>
                  <a:cubicBezTo>
                    <a:pt x="55" y="904"/>
                    <a:pt x="55" y="904"/>
                    <a:pt x="55" y="904"/>
                  </a:cubicBezTo>
                  <a:cubicBezTo>
                    <a:pt x="55" y="931"/>
                    <a:pt x="78" y="953"/>
                    <a:pt x="105" y="953"/>
                  </a:cubicBezTo>
                  <a:cubicBezTo>
                    <a:pt x="105" y="953"/>
                    <a:pt x="105" y="953"/>
                    <a:pt x="105" y="953"/>
                  </a:cubicBezTo>
                  <a:cubicBezTo>
                    <a:pt x="133" y="953"/>
                    <a:pt x="155" y="931"/>
                    <a:pt x="155" y="903"/>
                  </a:cubicBezTo>
                  <a:cubicBezTo>
                    <a:pt x="153" y="523"/>
                    <a:pt x="153" y="523"/>
                    <a:pt x="153" y="523"/>
                  </a:cubicBezTo>
                  <a:cubicBezTo>
                    <a:pt x="153" y="520"/>
                    <a:pt x="152" y="518"/>
                    <a:pt x="152" y="516"/>
                  </a:cubicBezTo>
                  <a:cubicBezTo>
                    <a:pt x="153" y="511"/>
                    <a:pt x="153" y="505"/>
                    <a:pt x="153" y="499"/>
                  </a:cubicBezTo>
                  <a:cubicBezTo>
                    <a:pt x="153" y="455"/>
                    <a:pt x="163" y="350"/>
                    <a:pt x="174" y="29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2" name="Freeform 157"/>
            <p:cNvSpPr>
              <a:spLocks/>
            </p:cNvSpPr>
            <p:nvPr/>
          </p:nvSpPr>
          <p:spPr bwMode="auto">
            <a:xfrm>
              <a:off x="6823075" y="3143250"/>
              <a:ext cx="327025" cy="431800"/>
            </a:xfrm>
            <a:custGeom>
              <a:avLst/>
              <a:gdLst>
                <a:gd name="T0" fmla="*/ 26 w 222"/>
                <a:gd name="T1" fmla="*/ 230 h 292"/>
                <a:gd name="T2" fmla="*/ 25 w 222"/>
                <a:gd name="T3" fmla="*/ 230 h 292"/>
                <a:gd name="T4" fmla="*/ 25 w 222"/>
                <a:gd name="T5" fmla="*/ 230 h 292"/>
                <a:gd name="T6" fmla="*/ 6 w 222"/>
                <a:gd name="T7" fmla="*/ 271 h 292"/>
                <a:gd name="T8" fmla="*/ 36 w 222"/>
                <a:gd name="T9" fmla="*/ 292 h 292"/>
                <a:gd name="T10" fmla="*/ 47 w 222"/>
                <a:gd name="T11" fmla="*/ 290 h 292"/>
                <a:gd name="T12" fmla="*/ 134 w 222"/>
                <a:gd name="T13" fmla="*/ 234 h 292"/>
                <a:gd name="T14" fmla="*/ 222 w 222"/>
                <a:gd name="T15" fmla="*/ 32 h 292"/>
                <a:gd name="T16" fmla="*/ 190 w 222"/>
                <a:gd name="T17" fmla="*/ 0 h 292"/>
                <a:gd name="T18" fmla="*/ 158 w 222"/>
                <a:gd name="T19" fmla="*/ 32 h 292"/>
                <a:gd name="T20" fmla="*/ 90 w 222"/>
                <a:gd name="T21" fmla="*/ 188 h 292"/>
                <a:gd name="T22" fmla="*/ 44 w 222"/>
                <a:gd name="T23" fmla="*/ 221 h 292"/>
                <a:gd name="T24" fmla="*/ 30 w 222"/>
                <a:gd name="T25" fmla="*/ 228 h 292"/>
                <a:gd name="T26" fmla="*/ 26 w 222"/>
                <a:gd name="T27" fmla="*/ 230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2" h="292">
                  <a:moveTo>
                    <a:pt x="26" y="230"/>
                  </a:moveTo>
                  <a:cubicBezTo>
                    <a:pt x="26" y="230"/>
                    <a:pt x="25" y="230"/>
                    <a:pt x="25" y="230"/>
                  </a:cubicBezTo>
                  <a:cubicBezTo>
                    <a:pt x="25" y="230"/>
                    <a:pt x="25" y="230"/>
                    <a:pt x="25" y="230"/>
                  </a:cubicBezTo>
                  <a:cubicBezTo>
                    <a:pt x="9" y="236"/>
                    <a:pt x="0" y="254"/>
                    <a:pt x="6" y="271"/>
                  </a:cubicBezTo>
                  <a:cubicBezTo>
                    <a:pt x="11" y="284"/>
                    <a:pt x="23" y="292"/>
                    <a:pt x="36" y="292"/>
                  </a:cubicBezTo>
                  <a:cubicBezTo>
                    <a:pt x="40" y="292"/>
                    <a:pt x="44" y="291"/>
                    <a:pt x="47" y="290"/>
                  </a:cubicBezTo>
                  <a:cubicBezTo>
                    <a:pt x="50" y="289"/>
                    <a:pt x="91" y="274"/>
                    <a:pt x="134" y="234"/>
                  </a:cubicBezTo>
                  <a:cubicBezTo>
                    <a:pt x="177" y="195"/>
                    <a:pt x="220" y="129"/>
                    <a:pt x="222" y="32"/>
                  </a:cubicBezTo>
                  <a:cubicBezTo>
                    <a:pt x="222" y="15"/>
                    <a:pt x="208" y="0"/>
                    <a:pt x="190" y="0"/>
                  </a:cubicBezTo>
                  <a:cubicBezTo>
                    <a:pt x="172" y="0"/>
                    <a:pt x="158" y="14"/>
                    <a:pt x="158" y="32"/>
                  </a:cubicBezTo>
                  <a:cubicBezTo>
                    <a:pt x="156" y="109"/>
                    <a:pt x="123" y="156"/>
                    <a:pt x="90" y="188"/>
                  </a:cubicBezTo>
                  <a:cubicBezTo>
                    <a:pt x="74" y="203"/>
                    <a:pt x="57" y="214"/>
                    <a:pt x="44" y="221"/>
                  </a:cubicBezTo>
                  <a:cubicBezTo>
                    <a:pt x="38" y="224"/>
                    <a:pt x="33" y="227"/>
                    <a:pt x="30" y="228"/>
                  </a:cubicBezTo>
                  <a:cubicBezTo>
                    <a:pt x="28" y="229"/>
                    <a:pt x="27" y="229"/>
                    <a:pt x="26" y="23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3" name="Freeform 158"/>
            <p:cNvSpPr>
              <a:spLocks/>
            </p:cNvSpPr>
            <p:nvPr/>
          </p:nvSpPr>
          <p:spPr bwMode="auto">
            <a:xfrm>
              <a:off x="7056438" y="3081338"/>
              <a:ext cx="55563" cy="42863"/>
            </a:xfrm>
            <a:custGeom>
              <a:avLst/>
              <a:gdLst>
                <a:gd name="T0" fmla="*/ 32 w 38"/>
                <a:gd name="T1" fmla="*/ 8 h 29"/>
                <a:gd name="T2" fmla="*/ 34 w 38"/>
                <a:gd name="T3" fmla="*/ 8 h 29"/>
                <a:gd name="T4" fmla="*/ 38 w 38"/>
                <a:gd name="T5" fmla="*/ 5 h 29"/>
                <a:gd name="T6" fmla="*/ 34 w 38"/>
                <a:gd name="T7" fmla="*/ 0 h 29"/>
                <a:gd name="T8" fmla="*/ 32 w 38"/>
                <a:gd name="T9" fmla="*/ 0 h 29"/>
                <a:gd name="T10" fmla="*/ 8 w 38"/>
                <a:gd name="T11" fmla="*/ 12 h 29"/>
                <a:gd name="T12" fmla="*/ 0 w 38"/>
                <a:gd name="T13" fmla="*/ 24 h 29"/>
                <a:gd name="T14" fmla="*/ 3 w 38"/>
                <a:gd name="T15" fmla="*/ 29 h 29"/>
                <a:gd name="T16" fmla="*/ 4 w 38"/>
                <a:gd name="T17" fmla="*/ 29 h 29"/>
                <a:gd name="T18" fmla="*/ 8 w 38"/>
                <a:gd name="T19" fmla="*/ 27 h 29"/>
                <a:gd name="T20" fmla="*/ 8 w 38"/>
                <a:gd name="T21" fmla="*/ 27 h 29"/>
                <a:gd name="T22" fmla="*/ 9 w 38"/>
                <a:gd name="T23" fmla="*/ 24 h 29"/>
                <a:gd name="T24" fmla="*/ 32 w 38"/>
                <a:gd name="T25" fmla="*/ 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 h="29">
                  <a:moveTo>
                    <a:pt x="32" y="8"/>
                  </a:moveTo>
                  <a:cubicBezTo>
                    <a:pt x="33" y="8"/>
                    <a:pt x="33" y="8"/>
                    <a:pt x="34" y="8"/>
                  </a:cubicBezTo>
                  <a:cubicBezTo>
                    <a:pt x="36" y="8"/>
                    <a:pt x="38" y="7"/>
                    <a:pt x="38" y="5"/>
                  </a:cubicBezTo>
                  <a:cubicBezTo>
                    <a:pt x="38" y="2"/>
                    <a:pt x="37" y="0"/>
                    <a:pt x="34" y="0"/>
                  </a:cubicBezTo>
                  <a:cubicBezTo>
                    <a:pt x="34" y="0"/>
                    <a:pt x="33" y="0"/>
                    <a:pt x="32" y="0"/>
                  </a:cubicBezTo>
                  <a:cubicBezTo>
                    <a:pt x="21" y="0"/>
                    <a:pt x="12" y="6"/>
                    <a:pt x="8" y="12"/>
                  </a:cubicBezTo>
                  <a:cubicBezTo>
                    <a:pt x="3" y="18"/>
                    <a:pt x="1" y="24"/>
                    <a:pt x="0" y="24"/>
                  </a:cubicBezTo>
                  <a:cubicBezTo>
                    <a:pt x="0" y="26"/>
                    <a:pt x="1" y="28"/>
                    <a:pt x="3" y="29"/>
                  </a:cubicBezTo>
                  <a:cubicBezTo>
                    <a:pt x="3" y="29"/>
                    <a:pt x="4" y="29"/>
                    <a:pt x="4" y="29"/>
                  </a:cubicBezTo>
                  <a:cubicBezTo>
                    <a:pt x="6" y="29"/>
                    <a:pt x="7" y="28"/>
                    <a:pt x="8" y="27"/>
                  </a:cubicBezTo>
                  <a:cubicBezTo>
                    <a:pt x="8" y="27"/>
                    <a:pt x="8" y="27"/>
                    <a:pt x="8" y="27"/>
                  </a:cubicBezTo>
                  <a:cubicBezTo>
                    <a:pt x="8" y="27"/>
                    <a:pt x="8" y="26"/>
                    <a:pt x="9" y="24"/>
                  </a:cubicBezTo>
                  <a:cubicBezTo>
                    <a:pt x="12" y="18"/>
                    <a:pt x="19" y="8"/>
                    <a:pt x="32" y="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4" name="Freeform 159"/>
            <p:cNvSpPr>
              <a:spLocks/>
            </p:cNvSpPr>
            <p:nvPr/>
          </p:nvSpPr>
          <p:spPr bwMode="auto">
            <a:xfrm>
              <a:off x="7029450" y="3054350"/>
              <a:ext cx="80963" cy="63500"/>
            </a:xfrm>
            <a:custGeom>
              <a:avLst/>
              <a:gdLst>
                <a:gd name="T0" fmla="*/ 51 w 55"/>
                <a:gd name="T1" fmla="*/ 1 h 43"/>
                <a:gd name="T2" fmla="*/ 45 w 55"/>
                <a:gd name="T3" fmla="*/ 0 h 43"/>
                <a:gd name="T4" fmla="*/ 7 w 55"/>
                <a:gd name="T5" fmla="*/ 20 h 43"/>
                <a:gd name="T6" fmla="*/ 0 w 55"/>
                <a:gd name="T7" fmla="*/ 39 h 43"/>
                <a:gd name="T8" fmla="*/ 3 w 55"/>
                <a:gd name="T9" fmla="*/ 43 h 43"/>
                <a:gd name="T10" fmla="*/ 4 w 55"/>
                <a:gd name="T11" fmla="*/ 43 h 43"/>
                <a:gd name="T12" fmla="*/ 8 w 55"/>
                <a:gd name="T13" fmla="*/ 40 h 43"/>
                <a:gd name="T14" fmla="*/ 8 w 55"/>
                <a:gd name="T15" fmla="*/ 40 h 43"/>
                <a:gd name="T16" fmla="*/ 9 w 55"/>
                <a:gd name="T17" fmla="*/ 35 h 43"/>
                <a:gd name="T18" fmla="*/ 45 w 55"/>
                <a:gd name="T19" fmla="*/ 8 h 43"/>
                <a:gd name="T20" fmla="*/ 51 w 55"/>
                <a:gd name="T21" fmla="*/ 9 h 43"/>
                <a:gd name="T22" fmla="*/ 55 w 55"/>
                <a:gd name="T23" fmla="*/ 5 h 43"/>
                <a:gd name="T24" fmla="*/ 51 w 55"/>
                <a:gd name="T25" fmla="*/ 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5" h="43">
                  <a:moveTo>
                    <a:pt x="51" y="1"/>
                  </a:moveTo>
                  <a:cubicBezTo>
                    <a:pt x="49" y="1"/>
                    <a:pt x="47" y="0"/>
                    <a:pt x="45" y="0"/>
                  </a:cubicBezTo>
                  <a:cubicBezTo>
                    <a:pt x="25" y="0"/>
                    <a:pt x="13" y="10"/>
                    <a:pt x="7" y="20"/>
                  </a:cubicBezTo>
                  <a:cubicBezTo>
                    <a:pt x="1" y="29"/>
                    <a:pt x="0" y="39"/>
                    <a:pt x="0" y="39"/>
                  </a:cubicBezTo>
                  <a:cubicBezTo>
                    <a:pt x="0" y="41"/>
                    <a:pt x="1" y="43"/>
                    <a:pt x="3" y="43"/>
                  </a:cubicBezTo>
                  <a:cubicBezTo>
                    <a:pt x="3" y="43"/>
                    <a:pt x="4" y="43"/>
                    <a:pt x="4" y="43"/>
                  </a:cubicBezTo>
                  <a:cubicBezTo>
                    <a:pt x="6" y="43"/>
                    <a:pt x="8" y="42"/>
                    <a:pt x="8" y="40"/>
                  </a:cubicBezTo>
                  <a:cubicBezTo>
                    <a:pt x="8" y="40"/>
                    <a:pt x="8" y="40"/>
                    <a:pt x="8" y="40"/>
                  </a:cubicBezTo>
                  <a:cubicBezTo>
                    <a:pt x="8" y="40"/>
                    <a:pt x="8" y="38"/>
                    <a:pt x="9" y="35"/>
                  </a:cubicBezTo>
                  <a:cubicBezTo>
                    <a:pt x="12" y="26"/>
                    <a:pt x="19" y="9"/>
                    <a:pt x="45" y="8"/>
                  </a:cubicBezTo>
                  <a:cubicBezTo>
                    <a:pt x="47" y="8"/>
                    <a:pt x="49" y="9"/>
                    <a:pt x="51" y="9"/>
                  </a:cubicBezTo>
                  <a:cubicBezTo>
                    <a:pt x="53" y="9"/>
                    <a:pt x="55" y="7"/>
                    <a:pt x="55" y="5"/>
                  </a:cubicBezTo>
                  <a:cubicBezTo>
                    <a:pt x="55" y="3"/>
                    <a:pt x="54" y="1"/>
                    <a:pt x="51" y="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5" name="Freeform 160"/>
            <p:cNvSpPr>
              <a:spLocks/>
            </p:cNvSpPr>
            <p:nvPr/>
          </p:nvSpPr>
          <p:spPr bwMode="auto">
            <a:xfrm>
              <a:off x="7215188" y="3144838"/>
              <a:ext cx="26988" cy="77788"/>
            </a:xfrm>
            <a:custGeom>
              <a:avLst/>
              <a:gdLst>
                <a:gd name="T0" fmla="*/ 2 w 18"/>
                <a:gd name="T1" fmla="*/ 51 h 52"/>
                <a:gd name="T2" fmla="*/ 5 w 18"/>
                <a:gd name="T3" fmla="*/ 52 h 52"/>
                <a:gd name="T4" fmla="*/ 8 w 18"/>
                <a:gd name="T5" fmla="*/ 50 h 52"/>
                <a:gd name="T6" fmla="*/ 18 w 18"/>
                <a:gd name="T7" fmla="*/ 26 h 52"/>
                <a:gd name="T8" fmla="*/ 7 w 18"/>
                <a:gd name="T9" fmla="*/ 1 h 52"/>
                <a:gd name="T10" fmla="*/ 1 w 18"/>
                <a:gd name="T11" fmla="*/ 1 h 52"/>
                <a:gd name="T12" fmla="*/ 2 w 18"/>
                <a:gd name="T13" fmla="*/ 7 h 52"/>
                <a:gd name="T14" fmla="*/ 3 w 18"/>
                <a:gd name="T15" fmla="*/ 8 h 52"/>
                <a:gd name="T16" fmla="*/ 10 w 18"/>
                <a:gd name="T17" fmla="*/ 26 h 52"/>
                <a:gd name="T18" fmla="*/ 2 w 18"/>
                <a:gd name="T19" fmla="*/ 45 h 52"/>
                <a:gd name="T20" fmla="*/ 2 w 18"/>
                <a:gd name="T21" fmla="*/ 5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52">
                  <a:moveTo>
                    <a:pt x="2" y="51"/>
                  </a:moveTo>
                  <a:cubicBezTo>
                    <a:pt x="3" y="51"/>
                    <a:pt x="4" y="52"/>
                    <a:pt x="5" y="52"/>
                  </a:cubicBezTo>
                  <a:cubicBezTo>
                    <a:pt x="6" y="52"/>
                    <a:pt x="7" y="51"/>
                    <a:pt x="8" y="50"/>
                  </a:cubicBezTo>
                  <a:cubicBezTo>
                    <a:pt x="15" y="42"/>
                    <a:pt x="18" y="33"/>
                    <a:pt x="18" y="26"/>
                  </a:cubicBezTo>
                  <a:cubicBezTo>
                    <a:pt x="18" y="11"/>
                    <a:pt x="7" y="1"/>
                    <a:pt x="7" y="1"/>
                  </a:cubicBezTo>
                  <a:cubicBezTo>
                    <a:pt x="5" y="0"/>
                    <a:pt x="3" y="0"/>
                    <a:pt x="1" y="1"/>
                  </a:cubicBezTo>
                  <a:cubicBezTo>
                    <a:pt x="0" y="3"/>
                    <a:pt x="0" y="6"/>
                    <a:pt x="2" y="7"/>
                  </a:cubicBezTo>
                  <a:cubicBezTo>
                    <a:pt x="2" y="7"/>
                    <a:pt x="2" y="7"/>
                    <a:pt x="3" y="8"/>
                  </a:cubicBezTo>
                  <a:cubicBezTo>
                    <a:pt x="5" y="11"/>
                    <a:pt x="10" y="17"/>
                    <a:pt x="10" y="26"/>
                  </a:cubicBezTo>
                  <a:cubicBezTo>
                    <a:pt x="10" y="31"/>
                    <a:pt x="8" y="38"/>
                    <a:pt x="2" y="45"/>
                  </a:cubicBezTo>
                  <a:cubicBezTo>
                    <a:pt x="0" y="47"/>
                    <a:pt x="1" y="49"/>
                    <a:pt x="2" y="5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6" name="Freeform 161"/>
            <p:cNvSpPr>
              <a:spLocks/>
            </p:cNvSpPr>
            <p:nvPr/>
          </p:nvSpPr>
          <p:spPr bwMode="auto">
            <a:xfrm>
              <a:off x="7239000" y="3128963"/>
              <a:ext cx="30163" cy="115888"/>
            </a:xfrm>
            <a:custGeom>
              <a:avLst/>
              <a:gdLst>
                <a:gd name="T0" fmla="*/ 5 w 20"/>
                <a:gd name="T1" fmla="*/ 78 h 78"/>
                <a:gd name="T2" fmla="*/ 8 w 20"/>
                <a:gd name="T3" fmla="*/ 77 h 78"/>
                <a:gd name="T4" fmla="*/ 20 w 20"/>
                <a:gd name="T5" fmla="*/ 39 h 78"/>
                <a:gd name="T6" fmla="*/ 10 w 20"/>
                <a:gd name="T7" fmla="*/ 2 h 78"/>
                <a:gd name="T8" fmla="*/ 4 w 20"/>
                <a:gd name="T9" fmla="*/ 1 h 78"/>
                <a:gd name="T10" fmla="*/ 3 w 20"/>
                <a:gd name="T11" fmla="*/ 6 h 78"/>
                <a:gd name="T12" fmla="*/ 3 w 20"/>
                <a:gd name="T13" fmla="*/ 6 h 78"/>
                <a:gd name="T14" fmla="*/ 5 w 20"/>
                <a:gd name="T15" fmla="*/ 9 h 78"/>
                <a:gd name="T16" fmla="*/ 12 w 20"/>
                <a:gd name="T17" fmla="*/ 39 h 78"/>
                <a:gd name="T18" fmla="*/ 2 w 20"/>
                <a:gd name="T19" fmla="*/ 72 h 78"/>
                <a:gd name="T20" fmla="*/ 3 w 20"/>
                <a:gd name="T21" fmla="*/ 78 h 78"/>
                <a:gd name="T22" fmla="*/ 5 w 20"/>
                <a:gd name="T23"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78">
                  <a:moveTo>
                    <a:pt x="5" y="78"/>
                  </a:moveTo>
                  <a:cubicBezTo>
                    <a:pt x="6" y="78"/>
                    <a:pt x="8" y="78"/>
                    <a:pt x="8" y="77"/>
                  </a:cubicBezTo>
                  <a:cubicBezTo>
                    <a:pt x="17" y="63"/>
                    <a:pt x="20" y="50"/>
                    <a:pt x="20" y="39"/>
                  </a:cubicBezTo>
                  <a:cubicBezTo>
                    <a:pt x="20" y="17"/>
                    <a:pt x="10" y="2"/>
                    <a:pt x="10" y="2"/>
                  </a:cubicBezTo>
                  <a:cubicBezTo>
                    <a:pt x="9" y="0"/>
                    <a:pt x="6" y="0"/>
                    <a:pt x="4" y="1"/>
                  </a:cubicBezTo>
                  <a:cubicBezTo>
                    <a:pt x="3" y="2"/>
                    <a:pt x="2" y="4"/>
                    <a:pt x="3" y="6"/>
                  </a:cubicBezTo>
                  <a:cubicBezTo>
                    <a:pt x="3" y="6"/>
                    <a:pt x="3" y="6"/>
                    <a:pt x="3" y="6"/>
                  </a:cubicBezTo>
                  <a:cubicBezTo>
                    <a:pt x="3" y="6"/>
                    <a:pt x="4" y="7"/>
                    <a:pt x="5" y="9"/>
                  </a:cubicBezTo>
                  <a:cubicBezTo>
                    <a:pt x="7" y="13"/>
                    <a:pt x="12" y="25"/>
                    <a:pt x="12" y="39"/>
                  </a:cubicBezTo>
                  <a:cubicBezTo>
                    <a:pt x="12" y="49"/>
                    <a:pt x="10" y="60"/>
                    <a:pt x="2" y="72"/>
                  </a:cubicBezTo>
                  <a:cubicBezTo>
                    <a:pt x="0" y="74"/>
                    <a:pt x="1" y="76"/>
                    <a:pt x="3" y="78"/>
                  </a:cubicBezTo>
                  <a:cubicBezTo>
                    <a:pt x="3" y="78"/>
                    <a:pt x="4" y="78"/>
                    <a:pt x="5" y="7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67" name="组合 166"/>
          <p:cNvGrpSpPr/>
          <p:nvPr/>
        </p:nvGrpSpPr>
        <p:grpSpPr>
          <a:xfrm>
            <a:off x="8575675" y="3133725"/>
            <a:ext cx="1206501" cy="1425576"/>
            <a:chOff x="8575675" y="3133725"/>
            <a:chExt cx="1206501" cy="1425576"/>
          </a:xfrm>
        </p:grpSpPr>
        <p:sp>
          <p:nvSpPr>
            <p:cNvPr id="168" name="Freeform 143"/>
            <p:cNvSpPr>
              <a:spLocks/>
            </p:cNvSpPr>
            <p:nvPr/>
          </p:nvSpPr>
          <p:spPr bwMode="auto">
            <a:xfrm>
              <a:off x="9124950" y="3133725"/>
              <a:ext cx="171450" cy="198438"/>
            </a:xfrm>
            <a:custGeom>
              <a:avLst/>
              <a:gdLst>
                <a:gd name="T0" fmla="*/ 58 w 116"/>
                <a:gd name="T1" fmla="*/ 104 h 134"/>
                <a:gd name="T2" fmla="*/ 116 w 116"/>
                <a:gd name="T3" fmla="*/ 80 h 134"/>
                <a:gd name="T4" fmla="*/ 2 w 116"/>
                <a:gd name="T5" fmla="*/ 0 h 134"/>
                <a:gd name="T6" fmla="*/ 0 w 116"/>
                <a:gd name="T7" fmla="*/ 1 h 134"/>
                <a:gd name="T8" fmla="*/ 34 w 116"/>
                <a:gd name="T9" fmla="*/ 134 h 134"/>
                <a:gd name="T10" fmla="*/ 58 w 116"/>
                <a:gd name="T11" fmla="*/ 104 h 134"/>
              </a:gdLst>
              <a:ahLst/>
              <a:cxnLst>
                <a:cxn ang="0">
                  <a:pos x="T0" y="T1"/>
                </a:cxn>
                <a:cxn ang="0">
                  <a:pos x="T2" y="T3"/>
                </a:cxn>
                <a:cxn ang="0">
                  <a:pos x="T4" y="T5"/>
                </a:cxn>
                <a:cxn ang="0">
                  <a:pos x="T6" y="T7"/>
                </a:cxn>
                <a:cxn ang="0">
                  <a:pos x="T8" y="T9"/>
                </a:cxn>
                <a:cxn ang="0">
                  <a:pos x="T10" y="T11"/>
                </a:cxn>
              </a:cxnLst>
              <a:rect l="0" t="0" r="r" b="b"/>
              <a:pathLst>
                <a:path w="116" h="134">
                  <a:moveTo>
                    <a:pt x="58" y="104"/>
                  </a:moveTo>
                  <a:cubicBezTo>
                    <a:pt x="74" y="90"/>
                    <a:pt x="95" y="81"/>
                    <a:pt x="116" y="80"/>
                  </a:cubicBezTo>
                  <a:cubicBezTo>
                    <a:pt x="2" y="0"/>
                    <a:pt x="2" y="0"/>
                    <a:pt x="2" y="0"/>
                  </a:cubicBezTo>
                  <a:cubicBezTo>
                    <a:pt x="0" y="1"/>
                    <a:pt x="0" y="1"/>
                    <a:pt x="0" y="1"/>
                  </a:cubicBezTo>
                  <a:cubicBezTo>
                    <a:pt x="34" y="134"/>
                    <a:pt x="34" y="134"/>
                    <a:pt x="34" y="134"/>
                  </a:cubicBezTo>
                  <a:cubicBezTo>
                    <a:pt x="40" y="123"/>
                    <a:pt x="48" y="112"/>
                    <a:pt x="58" y="10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9" name="Freeform 144"/>
            <p:cNvSpPr>
              <a:spLocks/>
            </p:cNvSpPr>
            <p:nvPr/>
          </p:nvSpPr>
          <p:spPr bwMode="auto">
            <a:xfrm>
              <a:off x="9245600" y="3249613"/>
              <a:ext cx="209550" cy="250825"/>
            </a:xfrm>
            <a:custGeom>
              <a:avLst/>
              <a:gdLst>
                <a:gd name="T0" fmla="*/ 0 w 142"/>
                <a:gd name="T1" fmla="*/ 19 h 170"/>
                <a:gd name="T2" fmla="*/ 96 w 142"/>
                <a:gd name="T3" fmla="*/ 170 h 170"/>
                <a:gd name="T4" fmla="*/ 100 w 142"/>
                <a:gd name="T5" fmla="*/ 167 h 170"/>
                <a:gd name="T6" fmla="*/ 109 w 142"/>
                <a:gd name="T7" fmla="*/ 40 h 170"/>
                <a:gd name="T8" fmla="*/ 0 w 142"/>
                <a:gd name="T9" fmla="*/ 19 h 170"/>
              </a:gdLst>
              <a:ahLst/>
              <a:cxnLst>
                <a:cxn ang="0">
                  <a:pos x="T0" y="T1"/>
                </a:cxn>
                <a:cxn ang="0">
                  <a:pos x="T2" y="T3"/>
                </a:cxn>
                <a:cxn ang="0">
                  <a:pos x="T4" y="T5"/>
                </a:cxn>
                <a:cxn ang="0">
                  <a:pos x="T6" y="T7"/>
                </a:cxn>
                <a:cxn ang="0">
                  <a:pos x="T8" y="T9"/>
                </a:cxn>
              </a:cxnLst>
              <a:rect l="0" t="0" r="r" b="b"/>
              <a:pathLst>
                <a:path w="142" h="170">
                  <a:moveTo>
                    <a:pt x="0" y="19"/>
                  </a:moveTo>
                  <a:cubicBezTo>
                    <a:pt x="16" y="32"/>
                    <a:pt x="69" y="78"/>
                    <a:pt x="96" y="170"/>
                  </a:cubicBezTo>
                  <a:cubicBezTo>
                    <a:pt x="97" y="169"/>
                    <a:pt x="99" y="168"/>
                    <a:pt x="100" y="167"/>
                  </a:cubicBezTo>
                  <a:cubicBezTo>
                    <a:pt x="138" y="134"/>
                    <a:pt x="142" y="77"/>
                    <a:pt x="109" y="40"/>
                  </a:cubicBezTo>
                  <a:cubicBezTo>
                    <a:pt x="81" y="8"/>
                    <a:pt x="36" y="0"/>
                    <a:pt x="0" y="1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0" name="Freeform 145"/>
            <p:cNvSpPr>
              <a:spLocks/>
            </p:cNvSpPr>
            <p:nvPr/>
          </p:nvSpPr>
          <p:spPr bwMode="auto">
            <a:xfrm>
              <a:off x="9158288" y="3284538"/>
              <a:ext cx="217488" cy="257175"/>
            </a:xfrm>
            <a:custGeom>
              <a:avLst/>
              <a:gdLst>
                <a:gd name="T0" fmla="*/ 52 w 148"/>
                <a:gd name="T1" fmla="*/ 1 h 175"/>
                <a:gd name="T2" fmla="*/ 51 w 148"/>
                <a:gd name="T3" fmla="*/ 0 h 175"/>
                <a:gd name="T4" fmla="*/ 41 w 148"/>
                <a:gd name="T5" fmla="*/ 8 h 175"/>
                <a:gd name="T6" fmla="*/ 32 w 148"/>
                <a:gd name="T7" fmla="*/ 135 h 175"/>
                <a:gd name="T8" fmla="*/ 148 w 148"/>
                <a:gd name="T9" fmla="*/ 152 h 175"/>
                <a:gd name="T10" fmla="*/ 52 w 148"/>
                <a:gd name="T11" fmla="*/ 1 h 175"/>
              </a:gdLst>
              <a:ahLst/>
              <a:cxnLst>
                <a:cxn ang="0">
                  <a:pos x="T0" y="T1"/>
                </a:cxn>
                <a:cxn ang="0">
                  <a:pos x="T2" y="T3"/>
                </a:cxn>
                <a:cxn ang="0">
                  <a:pos x="T4" y="T5"/>
                </a:cxn>
                <a:cxn ang="0">
                  <a:pos x="T6" y="T7"/>
                </a:cxn>
                <a:cxn ang="0">
                  <a:pos x="T8" y="T9"/>
                </a:cxn>
                <a:cxn ang="0">
                  <a:pos x="T10" y="T11"/>
                </a:cxn>
              </a:cxnLst>
              <a:rect l="0" t="0" r="r" b="b"/>
              <a:pathLst>
                <a:path w="148" h="175">
                  <a:moveTo>
                    <a:pt x="52" y="1"/>
                  </a:moveTo>
                  <a:cubicBezTo>
                    <a:pt x="52" y="1"/>
                    <a:pt x="52" y="1"/>
                    <a:pt x="51" y="0"/>
                  </a:cubicBezTo>
                  <a:cubicBezTo>
                    <a:pt x="48" y="3"/>
                    <a:pt x="45" y="5"/>
                    <a:pt x="41" y="8"/>
                  </a:cubicBezTo>
                  <a:cubicBezTo>
                    <a:pt x="4" y="40"/>
                    <a:pt x="0" y="97"/>
                    <a:pt x="32" y="135"/>
                  </a:cubicBezTo>
                  <a:cubicBezTo>
                    <a:pt x="62" y="169"/>
                    <a:pt x="111" y="175"/>
                    <a:pt x="148" y="152"/>
                  </a:cubicBezTo>
                  <a:cubicBezTo>
                    <a:pt x="121" y="57"/>
                    <a:pt x="66" y="11"/>
                    <a:pt x="52" y="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1" name="Freeform 146"/>
            <p:cNvSpPr>
              <a:spLocks/>
            </p:cNvSpPr>
            <p:nvPr/>
          </p:nvSpPr>
          <p:spPr bwMode="auto">
            <a:xfrm>
              <a:off x="9374188" y="3484563"/>
              <a:ext cx="407988" cy="1074738"/>
            </a:xfrm>
            <a:custGeom>
              <a:avLst/>
              <a:gdLst>
                <a:gd name="T0" fmla="*/ 261 w 276"/>
                <a:gd name="T1" fmla="*/ 299 h 728"/>
                <a:gd name="T2" fmla="*/ 267 w 276"/>
                <a:gd name="T3" fmla="*/ 228 h 728"/>
                <a:gd name="T4" fmla="*/ 143 w 276"/>
                <a:gd name="T5" fmla="*/ 43 h 728"/>
                <a:gd name="T6" fmla="*/ 19 w 276"/>
                <a:gd name="T7" fmla="*/ 30 h 728"/>
                <a:gd name="T8" fmla="*/ 11 w 276"/>
                <a:gd name="T9" fmla="*/ 103 h 728"/>
                <a:gd name="T10" fmla="*/ 31 w 276"/>
                <a:gd name="T11" fmla="*/ 68 h 728"/>
                <a:gd name="T12" fmla="*/ 66 w 276"/>
                <a:gd name="T13" fmla="*/ 47 h 728"/>
                <a:gd name="T14" fmla="*/ 85 w 276"/>
                <a:gd name="T15" fmla="*/ 52 h 728"/>
                <a:gd name="T16" fmla="*/ 104 w 276"/>
                <a:gd name="T17" fmla="*/ 76 h 728"/>
                <a:gd name="T18" fmla="*/ 101 w 276"/>
                <a:gd name="T19" fmla="*/ 106 h 728"/>
                <a:gd name="T20" fmla="*/ 63 w 276"/>
                <a:gd name="T21" fmla="*/ 176 h 728"/>
                <a:gd name="T22" fmla="*/ 145 w 276"/>
                <a:gd name="T23" fmla="*/ 304 h 728"/>
                <a:gd name="T24" fmla="*/ 161 w 276"/>
                <a:gd name="T25" fmla="*/ 328 h 728"/>
                <a:gd name="T26" fmla="*/ 158 w 276"/>
                <a:gd name="T27" fmla="*/ 678 h 728"/>
                <a:gd name="T28" fmla="*/ 208 w 276"/>
                <a:gd name="T29" fmla="*/ 728 h 728"/>
                <a:gd name="T30" fmla="*/ 208 w 276"/>
                <a:gd name="T31" fmla="*/ 728 h 728"/>
                <a:gd name="T32" fmla="*/ 258 w 276"/>
                <a:gd name="T33" fmla="*/ 679 h 728"/>
                <a:gd name="T34" fmla="*/ 261 w 276"/>
                <a:gd name="T35" fmla="*/ 299 h 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6" h="728">
                  <a:moveTo>
                    <a:pt x="261" y="299"/>
                  </a:moveTo>
                  <a:cubicBezTo>
                    <a:pt x="272" y="283"/>
                    <a:pt x="276" y="260"/>
                    <a:pt x="267" y="228"/>
                  </a:cubicBezTo>
                  <a:cubicBezTo>
                    <a:pt x="234" y="145"/>
                    <a:pt x="205" y="101"/>
                    <a:pt x="143" y="43"/>
                  </a:cubicBezTo>
                  <a:cubicBezTo>
                    <a:pt x="98" y="0"/>
                    <a:pt x="45" y="7"/>
                    <a:pt x="19" y="30"/>
                  </a:cubicBezTo>
                  <a:cubicBezTo>
                    <a:pt x="0" y="47"/>
                    <a:pt x="0" y="77"/>
                    <a:pt x="11" y="103"/>
                  </a:cubicBezTo>
                  <a:cubicBezTo>
                    <a:pt x="31" y="68"/>
                    <a:pt x="31" y="68"/>
                    <a:pt x="31" y="68"/>
                  </a:cubicBezTo>
                  <a:cubicBezTo>
                    <a:pt x="38" y="55"/>
                    <a:pt x="51" y="47"/>
                    <a:pt x="66" y="47"/>
                  </a:cubicBezTo>
                  <a:cubicBezTo>
                    <a:pt x="73" y="47"/>
                    <a:pt x="79" y="49"/>
                    <a:pt x="85" y="52"/>
                  </a:cubicBezTo>
                  <a:cubicBezTo>
                    <a:pt x="95" y="57"/>
                    <a:pt x="101" y="66"/>
                    <a:pt x="104" y="76"/>
                  </a:cubicBezTo>
                  <a:cubicBezTo>
                    <a:pt x="107" y="86"/>
                    <a:pt x="106" y="97"/>
                    <a:pt x="101" y="106"/>
                  </a:cubicBezTo>
                  <a:cubicBezTo>
                    <a:pt x="63" y="176"/>
                    <a:pt x="63" y="176"/>
                    <a:pt x="63" y="176"/>
                  </a:cubicBezTo>
                  <a:cubicBezTo>
                    <a:pt x="94" y="220"/>
                    <a:pt x="130" y="276"/>
                    <a:pt x="145" y="304"/>
                  </a:cubicBezTo>
                  <a:cubicBezTo>
                    <a:pt x="150" y="314"/>
                    <a:pt x="155" y="322"/>
                    <a:pt x="161" y="328"/>
                  </a:cubicBezTo>
                  <a:cubicBezTo>
                    <a:pt x="158" y="678"/>
                    <a:pt x="158" y="678"/>
                    <a:pt x="158" y="678"/>
                  </a:cubicBezTo>
                  <a:cubicBezTo>
                    <a:pt x="158" y="706"/>
                    <a:pt x="180" y="728"/>
                    <a:pt x="208" y="728"/>
                  </a:cubicBezTo>
                  <a:cubicBezTo>
                    <a:pt x="208" y="728"/>
                    <a:pt x="208" y="728"/>
                    <a:pt x="208" y="728"/>
                  </a:cubicBezTo>
                  <a:cubicBezTo>
                    <a:pt x="236" y="728"/>
                    <a:pt x="258" y="706"/>
                    <a:pt x="258" y="679"/>
                  </a:cubicBezTo>
                  <a:lnTo>
                    <a:pt x="261" y="299"/>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2" name="Freeform 147"/>
            <p:cNvSpPr>
              <a:spLocks/>
            </p:cNvSpPr>
            <p:nvPr/>
          </p:nvSpPr>
          <p:spPr bwMode="auto">
            <a:xfrm>
              <a:off x="9231313" y="3559175"/>
              <a:ext cx="295275" cy="439738"/>
            </a:xfrm>
            <a:custGeom>
              <a:avLst/>
              <a:gdLst>
                <a:gd name="T0" fmla="*/ 179 w 200"/>
                <a:gd name="T1" fmla="*/ 9 h 298"/>
                <a:gd name="T2" fmla="*/ 135 w 200"/>
                <a:gd name="T3" fmla="*/ 21 h 298"/>
                <a:gd name="T4" fmla="*/ 8 w 200"/>
                <a:gd name="T5" fmla="*/ 250 h 298"/>
                <a:gd name="T6" fmla="*/ 21 w 200"/>
                <a:gd name="T7" fmla="*/ 294 h 298"/>
                <a:gd name="T8" fmla="*/ 36 w 200"/>
                <a:gd name="T9" fmla="*/ 298 h 298"/>
                <a:gd name="T10" fmla="*/ 64 w 200"/>
                <a:gd name="T11" fmla="*/ 281 h 298"/>
                <a:gd name="T12" fmla="*/ 191 w 200"/>
                <a:gd name="T13" fmla="*/ 53 h 298"/>
                <a:gd name="T14" fmla="*/ 179 w 200"/>
                <a:gd name="T15" fmla="*/ 9 h 2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0" h="298">
                  <a:moveTo>
                    <a:pt x="179" y="9"/>
                  </a:moveTo>
                  <a:cubicBezTo>
                    <a:pt x="163" y="0"/>
                    <a:pt x="144" y="6"/>
                    <a:pt x="135" y="21"/>
                  </a:cubicBezTo>
                  <a:cubicBezTo>
                    <a:pt x="8" y="250"/>
                    <a:pt x="8" y="250"/>
                    <a:pt x="8" y="250"/>
                  </a:cubicBezTo>
                  <a:cubicBezTo>
                    <a:pt x="0" y="266"/>
                    <a:pt x="5" y="285"/>
                    <a:pt x="21" y="294"/>
                  </a:cubicBezTo>
                  <a:cubicBezTo>
                    <a:pt x="26" y="296"/>
                    <a:pt x="31" y="298"/>
                    <a:pt x="36" y="298"/>
                  </a:cubicBezTo>
                  <a:cubicBezTo>
                    <a:pt x="48" y="298"/>
                    <a:pt x="58" y="292"/>
                    <a:pt x="64" y="281"/>
                  </a:cubicBezTo>
                  <a:cubicBezTo>
                    <a:pt x="191" y="53"/>
                    <a:pt x="191" y="53"/>
                    <a:pt x="191" y="53"/>
                  </a:cubicBezTo>
                  <a:cubicBezTo>
                    <a:pt x="200" y="37"/>
                    <a:pt x="194" y="18"/>
                    <a:pt x="179" y="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3" name="Freeform 162"/>
            <p:cNvSpPr>
              <a:spLocks/>
            </p:cNvSpPr>
            <p:nvPr/>
          </p:nvSpPr>
          <p:spPr bwMode="auto">
            <a:xfrm>
              <a:off x="8575675" y="4014788"/>
              <a:ext cx="736600" cy="544513"/>
            </a:xfrm>
            <a:custGeom>
              <a:avLst/>
              <a:gdLst>
                <a:gd name="T0" fmla="*/ 0 w 464"/>
                <a:gd name="T1" fmla="*/ 24 h 343"/>
                <a:gd name="T2" fmla="*/ 26 w 464"/>
                <a:gd name="T3" fmla="*/ 24 h 343"/>
                <a:gd name="T4" fmla="*/ 26 w 464"/>
                <a:gd name="T5" fmla="*/ 343 h 343"/>
                <a:gd name="T6" fmla="*/ 82 w 464"/>
                <a:gd name="T7" fmla="*/ 343 h 343"/>
                <a:gd name="T8" fmla="*/ 82 w 464"/>
                <a:gd name="T9" fmla="*/ 76 h 343"/>
                <a:gd name="T10" fmla="*/ 383 w 464"/>
                <a:gd name="T11" fmla="*/ 76 h 343"/>
                <a:gd name="T12" fmla="*/ 383 w 464"/>
                <a:gd name="T13" fmla="*/ 343 h 343"/>
                <a:gd name="T14" fmla="*/ 438 w 464"/>
                <a:gd name="T15" fmla="*/ 343 h 343"/>
                <a:gd name="T16" fmla="*/ 438 w 464"/>
                <a:gd name="T17" fmla="*/ 24 h 343"/>
                <a:gd name="T18" fmla="*/ 464 w 464"/>
                <a:gd name="T19" fmla="*/ 24 h 343"/>
                <a:gd name="T20" fmla="*/ 464 w 464"/>
                <a:gd name="T21" fmla="*/ 0 h 343"/>
                <a:gd name="T22" fmla="*/ 0 w 464"/>
                <a:gd name="T23" fmla="*/ 0 h 343"/>
                <a:gd name="T24" fmla="*/ 0 w 464"/>
                <a:gd name="T25" fmla="*/ 24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4" h="343">
                  <a:moveTo>
                    <a:pt x="0" y="24"/>
                  </a:moveTo>
                  <a:lnTo>
                    <a:pt x="26" y="24"/>
                  </a:lnTo>
                  <a:lnTo>
                    <a:pt x="26" y="343"/>
                  </a:lnTo>
                  <a:lnTo>
                    <a:pt x="82" y="343"/>
                  </a:lnTo>
                  <a:lnTo>
                    <a:pt x="82" y="76"/>
                  </a:lnTo>
                  <a:lnTo>
                    <a:pt x="383" y="76"/>
                  </a:lnTo>
                  <a:lnTo>
                    <a:pt x="383" y="343"/>
                  </a:lnTo>
                  <a:lnTo>
                    <a:pt x="438" y="343"/>
                  </a:lnTo>
                  <a:lnTo>
                    <a:pt x="438" y="24"/>
                  </a:lnTo>
                  <a:lnTo>
                    <a:pt x="464" y="24"/>
                  </a:lnTo>
                  <a:lnTo>
                    <a:pt x="464" y="0"/>
                  </a:lnTo>
                  <a:lnTo>
                    <a:pt x="0" y="0"/>
                  </a:lnTo>
                  <a:lnTo>
                    <a:pt x="0" y="24"/>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4" name="Rectangle 163"/>
            <p:cNvSpPr>
              <a:spLocks noChangeArrowheads="1"/>
            </p:cNvSpPr>
            <p:nvPr/>
          </p:nvSpPr>
          <p:spPr bwMode="auto">
            <a:xfrm>
              <a:off x="8715375" y="3968750"/>
              <a:ext cx="460375" cy="17463"/>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5" name="Freeform 164"/>
            <p:cNvSpPr>
              <a:spLocks/>
            </p:cNvSpPr>
            <p:nvPr/>
          </p:nvSpPr>
          <p:spPr bwMode="auto">
            <a:xfrm>
              <a:off x="8743950" y="3689350"/>
              <a:ext cx="401638" cy="255588"/>
            </a:xfrm>
            <a:custGeom>
              <a:avLst/>
              <a:gdLst>
                <a:gd name="T0" fmla="*/ 0 w 253"/>
                <a:gd name="T1" fmla="*/ 161 h 161"/>
                <a:gd name="T2" fmla="*/ 253 w 253"/>
                <a:gd name="T3" fmla="*/ 161 h 161"/>
                <a:gd name="T4" fmla="*/ 253 w 253"/>
                <a:gd name="T5" fmla="*/ 57 h 161"/>
                <a:gd name="T6" fmla="*/ 208 w 253"/>
                <a:gd name="T7" fmla="*/ 57 h 161"/>
                <a:gd name="T8" fmla="*/ 208 w 253"/>
                <a:gd name="T9" fmla="*/ 0 h 161"/>
                <a:gd name="T10" fmla="*/ 193 w 253"/>
                <a:gd name="T11" fmla="*/ 0 h 161"/>
                <a:gd name="T12" fmla="*/ 193 w 253"/>
                <a:gd name="T13" fmla="*/ 57 h 161"/>
                <a:gd name="T14" fmla="*/ 134 w 253"/>
                <a:gd name="T15" fmla="*/ 57 h 161"/>
                <a:gd name="T16" fmla="*/ 134 w 253"/>
                <a:gd name="T17" fmla="*/ 0 h 161"/>
                <a:gd name="T18" fmla="*/ 119 w 253"/>
                <a:gd name="T19" fmla="*/ 0 h 161"/>
                <a:gd name="T20" fmla="*/ 119 w 253"/>
                <a:gd name="T21" fmla="*/ 57 h 161"/>
                <a:gd name="T22" fmla="*/ 60 w 253"/>
                <a:gd name="T23" fmla="*/ 57 h 161"/>
                <a:gd name="T24" fmla="*/ 60 w 253"/>
                <a:gd name="T25" fmla="*/ 0 h 161"/>
                <a:gd name="T26" fmla="*/ 45 w 253"/>
                <a:gd name="T27" fmla="*/ 0 h 161"/>
                <a:gd name="T28" fmla="*/ 45 w 253"/>
                <a:gd name="T29" fmla="*/ 57 h 161"/>
                <a:gd name="T30" fmla="*/ 0 w 253"/>
                <a:gd name="T31" fmla="*/ 57 h 161"/>
                <a:gd name="T32" fmla="*/ 0 w 253"/>
                <a:gd name="T33" fmla="*/ 161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3" h="161">
                  <a:moveTo>
                    <a:pt x="0" y="161"/>
                  </a:moveTo>
                  <a:lnTo>
                    <a:pt x="253" y="161"/>
                  </a:lnTo>
                  <a:lnTo>
                    <a:pt x="253" y="57"/>
                  </a:lnTo>
                  <a:lnTo>
                    <a:pt x="208" y="57"/>
                  </a:lnTo>
                  <a:lnTo>
                    <a:pt x="208" y="0"/>
                  </a:lnTo>
                  <a:lnTo>
                    <a:pt x="193" y="0"/>
                  </a:lnTo>
                  <a:lnTo>
                    <a:pt x="193" y="57"/>
                  </a:lnTo>
                  <a:lnTo>
                    <a:pt x="134" y="57"/>
                  </a:lnTo>
                  <a:lnTo>
                    <a:pt x="134" y="0"/>
                  </a:lnTo>
                  <a:lnTo>
                    <a:pt x="119" y="0"/>
                  </a:lnTo>
                  <a:lnTo>
                    <a:pt x="119" y="57"/>
                  </a:lnTo>
                  <a:lnTo>
                    <a:pt x="60" y="57"/>
                  </a:lnTo>
                  <a:lnTo>
                    <a:pt x="60" y="0"/>
                  </a:lnTo>
                  <a:lnTo>
                    <a:pt x="45" y="0"/>
                  </a:lnTo>
                  <a:lnTo>
                    <a:pt x="45" y="57"/>
                  </a:lnTo>
                  <a:lnTo>
                    <a:pt x="0" y="57"/>
                  </a:lnTo>
                  <a:lnTo>
                    <a:pt x="0" y="161"/>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6" name="Oval 165"/>
            <p:cNvSpPr>
              <a:spLocks noChangeArrowheads="1"/>
            </p:cNvSpPr>
            <p:nvPr/>
          </p:nvSpPr>
          <p:spPr bwMode="auto">
            <a:xfrm>
              <a:off x="8812213" y="3598863"/>
              <a:ext cx="30163" cy="69850"/>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7" name="Oval 166"/>
            <p:cNvSpPr>
              <a:spLocks noChangeArrowheads="1"/>
            </p:cNvSpPr>
            <p:nvPr/>
          </p:nvSpPr>
          <p:spPr bwMode="auto">
            <a:xfrm>
              <a:off x="8931275" y="3598863"/>
              <a:ext cx="28575" cy="69850"/>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8" name="Oval 167"/>
            <p:cNvSpPr>
              <a:spLocks noChangeArrowheads="1"/>
            </p:cNvSpPr>
            <p:nvPr/>
          </p:nvSpPr>
          <p:spPr bwMode="auto">
            <a:xfrm>
              <a:off x="9047163" y="3598863"/>
              <a:ext cx="30163" cy="69850"/>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79" name="组合 178"/>
          <p:cNvGrpSpPr/>
          <p:nvPr/>
        </p:nvGrpSpPr>
        <p:grpSpPr>
          <a:xfrm>
            <a:off x="7351713" y="2433638"/>
            <a:ext cx="858837" cy="2125663"/>
            <a:chOff x="7351713" y="2433638"/>
            <a:chExt cx="858837" cy="2125663"/>
          </a:xfrm>
        </p:grpSpPr>
        <p:sp>
          <p:nvSpPr>
            <p:cNvPr id="180" name="Freeform 168"/>
            <p:cNvSpPr>
              <a:spLocks/>
            </p:cNvSpPr>
            <p:nvPr/>
          </p:nvSpPr>
          <p:spPr bwMode="auto">
            <a:xfrm>
              <a:off x="7797800" y="2870200"/>
              <a:ext cx="180975" cy="782638"/>
            </a:xfrm>
            <a:custGeom>
              <a:avLst/>
              <a:gdLst>
                <a:gd name="T0" fmla="*/ 116 w 123"/>
                <a:gd name="T1" fmla="*/ 0 h 531"/>
                <a:gd name="T2" fmla="*/ 115 w 123"/>
                <a:gd name="T3" fmla="*/ 0 h 531"/>
                <a:gd name="T4" fmla="*/ 0 w 123"/>
                <a:gd name="T5" fmla="*/ 529 h 531"/>
                <a:gd name="T6" fmla="*/ 8 w 123"/>
                <a:gd name="T7" fmla="*/ 531 h 531"/>
                <a:gd name="T8" fmla="*/ 89 w 123"/>
                <a:gd name="T9" fmla="*/ 113 h 531"/>
                <a:gd name="T10" fmla="*/ 120 w 123"/>
                <a:gd name="T11" fmla="*/ 8 h 531"/>
                <a:gd name="T12" fmla="*/ 123 w 123"/>
                <a:gd name="T13" fmla="*/ 1 h 531"/>
                <a:gd name="T14" fmla="*/ 117 w 123"/>
                <a:gd name="T15" fmla="*/ 0 h 531"/>
                <a:gd name="T16" fmla="*/ 116 w 123"/>
                <a:gd name="T17" fmla="*/ 0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3" h="531">
                  <a:moveTo>
                    <a:pt x="116" y="0"/>
                  </a:moveTo>
                  <a:cubicBezTo>
                    <a:pt x="115" y="0"/>
                    <a:pt x="115" y="0"/>
                    <a:pt x="115" y="0"/>
                  </a:cubicBezTo>
                  <a:cubicBezTo>
                    <a:pt x="93" y="61"/>
                    <a:pt x="42" y="227"/>
                    <a:pt x="0" y="529"/>
                  </a:cubicBezTo>
                  <a:cubicBezTo>
                    <a:pt x="3" y="530"/>
                    <a:pt x="6" y="530"/>
                    <a:pt x="8" y="531"/>
                  </a:cubicBezTo>
                  <a:cubicBezTo>
                    <a:pt x="34" y="340"/>
                    <a:pt x="64" y="203"/>
                    <a:pt x="89" y="113"/>
                  </a:cubicBezTo>
                  <a:cubicBezTo>
                    <a:pt x="101" y="65"/>
                    <a:pt x="113" y="31"/>
                    <a:pt x="120" y="8"/>
                  </a:cubicBezTo>
                  <a:cubicBezTo>
                    <a:pt x="121" y="6"/>
                    <a:pt x="122" y="3"/>
                    <a:pt x="123" y="1"/>
                  </a:cubicBezTo>
                  <a:cubicBezTo>
                    <a:pt x="121" y="1"/>
                    <a:pt x="119" y="1"/>
                    <a:pt x="117" y="0"/>
                  </a:cubicBezTo>
                  <a:cubicBezTo>
                    <a:pt x="117" y="0"/>
                    <a:pt x="116" y="0"/>
                    <a:pt x="116"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1" name="Freeform 169"/>
            <p:cNvSpPr>
              <a:spLocks/>
            </p:cNvSpPr>
            <p:nvPr/>
          </p:nvSpPr>
          <p:spPr bwMode="auto">
            <a:xfrm>
              <a:off x="7786688" y="3768725"/>
              <a:ext cx="53975" cy="87313"/>
            </a:xfrm>
            <a:custGeom>
              <a:avLst/>
              <a:gdLst>
                <a:gd name="T0" fmla="*/ 12 w 36"/>
                <a:gd name="T1" fmla="*/ 43 h 59"/>
                <a:gd name="T2" fmla="*/ 32 w 36"/>
                <a:gd name="T3" fmla="*/ 59 h 59"/>
                <a:gd name="T4" fmla="*/ 36 w 36"/>
                <a:gd name="T5" fmla="*/ 53 h 59"/>
                <a:gd name="T6" fmla="*/ 18 w 36"/>
                <a:gd name="T7" fmla="*/ 38 h 59"/>
                <a:gd name="T8" fmla="*/ 8 w 36"/>
                <a:gd name="T9" fmla="*/ 0 h 59"/>
                <a:gd name="T10" fmla="*/ 0 w 36"/>
                <a:gd name="T11" fmla="*/ 2 h 59"/>
                <a:gd name="T12" fmla="*/ 12 w 36"/>
                <a:gd name="T13" fmla="*/ 43 h 59"/>
              </a:gdLst>
              <a:ahLst/>
              <a:cxnLst>
                <a:cxn ang="0">
                  <a:pos x="T0" y="T1"/>
                </a:cxn>
                <a:cxn ang="0">
                  <a:pos x="T2" y="T3"/>
                </a:cxn>
                <a:cxn ang="0">
                  <a:pos x="T4" y="T5"/>
                </a:cxn>
                <a:cxn ang="0">
                  <a:pos x="T6" y="T7"/>
                </a:cxn>
                <a:cxn ang="0">
                  <a:pos x="T8" y="T9"/>
                </a:cxn>
                <a:cxn ang="0">
                  <a:pos x="T10" y="T11"/>
                </a:cxn>
                <a:cxn ang="0">
                  <a:pos x="T12" y="T13"/>
                </a:cxn>
              </a:cxnLst>
              <a:rect l="0" t="0" r="r" b="b"/>
              <a:pathLst>
                <a:path w="36" h="59">
                  <a:moveTo>
                    <a:pt x="12" y="43"/>
                  </a:moveTo>
                  <a:cubicBezTo>
                    <a:pt x="19" y="52"/>
                    <a:pt x="27" y="56"/>
                    <a:pt x="32" y="59"/>
                  </a:cubicBezTo>
                  <a:cubicBezTo>
                    <a:pt x="36" y="53"/>
                    <a:pt x="36" y="53"/>
                    <a:pt x="36" y="53"/>
                  </a:cubicBezTo>
                  <a:cubicBezTo>
                    <a:pt x="31" y="48"/>
                    <a:pt x="24" y="46"/>
                    <a:pt x="18" y="38"/>
                  </a:cubicBezTo>
                  <a:cubicBezTo>
                    <a:pt x="13" y="32"/>
                    <a:pt x="8" y="21"/>
                    <a:pt x="8" y="0"/>
                  </a:cubicBezTo>
                  <a:cubicBezTo>
                    <a:pt x="5" y="1"/>
                    <a:pt x="2" y="1"/>
                    <a:pt x="0" y="2"/>
                  </a:cubicBezTo>
                  <a:cubicBezTo>
                    <a:pt x="1" y="23"/>
                    <a:pt x="6" y="35"/>
                    <a:pt x="12" y="4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2" name="Freeform 170"/>
            <p:cNvSpPr>
              <a:spLocks noEditPoints="1"/>
            </p:cNvSpPr>
            <p:nvPr/>
          </p:nvSpPr>
          <p:spPr bwMode="auto">
            <a:xfrm>
              <a:off x="7877175" y="2433638"/>
              <a:ext cx="333375" cy="444500"/>
            </a:xfrm>
            <a:custGeom>
              <a:avLst/>
              <a:gdLst>
                <a:gd name="T0" fmla="*/ 80 w 226"/>
                <a:gd name="T1" fmla="*/ 196 h 301"/>
                <a:gd name="T2" fmla="*/ 58 w 226"/>
                <a:gd name="T3" fmla="*/ 285 h 301"/>
                <a:gd name="T4" fmla="*/ 63 w 226"/>
                <a:gd name="T5" fmla="*/ 287 h 301"/>
                <a:gd name="T6" fmla="*/ 209 w 226"/>
                <a:gd name="T7" fmla="*/ 148 h 301"/>
                <a:gd name="T8" fmla="*/ 127 w 226"/>
                <a:gd name="T9" fmla="*/ 12 h 301"/>
                <a:gd name="T10" fmla="*/ 0 w 226"/>
                <a:gd name="T11" fmla="*/ 76 h 301"/>
                <a:gd name="T12" fmla="*/ 80 w 226"/>
                <a:gd name="T13" fmla="*/ 196 h 301"/>
                <a:gd name="T14" fmla="*/ 168 w 226"/>
                <a:gd name="T15" fmla="*/ 194 h 301"/>
                <a:gd name="T16" fmla="*/ 146 w 226"/>
                <a:gd name="T17" fmla="*/ 40 h 301"/>
                <a:gd name="T18" fmla="*/ 168 w 226"/>
                <a:gd name="T19" fmla="*/ 194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6" h="301">
                  <a:moveTo>
                    <a:pt x="80" y="196"/>
                  </a:moveTo>
                  <a:cubicBezTo>
                    <a:pt x="79" y="225"/>
                    <a:pt x="71" y="257"/>
                    <a:pt x="58" y="285"/>
                  </a:cubicBezTo>
                  <a:cubicBezTo>
                    <a:pt x="59" y="286"/>
                    <a:pt x="61" y="287"/>
                    <a:pt x="63" y="287"/>
                  </a:cubicBezTo>
                  <a:cubicBezTo>
                    <a:pt x="123" y="301"/>
                    <a:pt x="193" y="221"/>
                    <a:pt x="209" y="148"/>
                  </a:cubicBezTo>
                  <a:cubicBezTo>
                    <a:pt x="226" y="75"/>
                    <a:pt x="186" y="26"/>
                    <a:pt x="127" y="12"/>
                  </a:cubicBezTo>
                  <a:cubicBezTo>
                    <a:pt x="73" y="0"/>
                    <a:pt x="22" y="20"/>
                    <a:pt x="0" y="76"/>
                  </a:cubicBezTo>
                  <a:cubicBezTo>
                    <a:pt x="50" y="91"/>
                    <a:pt x="81" y="136"/>
                    <a:pt x="80" y="196"/>
                  </a:cubicBezTo>
                  <a:close/>
                  <a:moveTo>
                    <a:pt x="168" y="194"/>
                  </a:moveTo>
                  <a:cubicBezTo>
                    <a:pt x="172" y="144"/>
                    <a:pt x="178" y="109"/>
                    <a:pt x="146" y="40"/>
                  </a:cubicBezTo>
                  <a:cubicBezTo>
                    <a:pt x="146" y="40"/>
                    <a:pt x="215" y="84"/>
                    <a:pt x="168" y="19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3" name="Freeform 171"/>
            <p:cNvSpPr>
              <a:spLocks/>
            </p:cNvSpPr>
            <p:nvPr/>
          </p:nvSpPr>
          <p:spPr bwMode="auto">
            <a:xfrm>
              <a:off x="7405688" y="3136900"/>
              <a:ext cx="292100" cy="290513"/>
            </a:xfrm>
            <a:custGeom>
              <a:avLst/>
              <a:gdLst>
                <a:gd name="T0" fmla="*/ 11 w 198"/>
                <a:gd name="T1" fmla="*/ 78 h 197"/>
                <a:gd name="T2" fmla="*/ 78 w 198"/>
                <a:gd name="T3" fmla="*/ 186 h 197"/>
                <a:gd name="T4" fmla="*/ 186 w 198"/>
                <a:gd name="T5" fmla="*/ 119 h 197"/>
                <a:gd name="T6" fmla="*/ 119 w 198"/>
                <a:gd name="T7" fmla="*/ 11 h 197"/>
                <a:gd name="T8" fmla="*/ 11 w 198"/>
                <a:gd name="T9" fmla="*/ 78 h 197"/>
              </a:gdLst>
              <a:ahLst/>
              <a:cxnLst>
                <a:cxn ang="0">
                  <a:pos x="T0" y="T1"/>
                </a:cxn>
                <a:cxn ang="0">
                  <a:pos x="T2" y="T3"/>
                </a:cxn>
                <a:cxn ang="0">
                  <a:pos x="T4" y="T5"/>
                </a:cxn>
                <a:cxn ang="0">
                  <a:pos x="T6" y="T7"/>
                </a:cxn>
                <a:cxn ang="0">
                  <a:pos x="T8" y="T9"/>
                </a:cxn>
              </a:cxnLst>
              <a:rect l="0" t="0" r="r" b="b"/>
              <a:pathLst>
                <a:path w="198" h="197">
                  <a:moveTo>
                    <a:pt x="11" y="78"/>
                  </a:moveTo>
                  <a:cubicBezTo>
                    <a:pt x="0" y="126"/>
                    <a:pt x="30" y="175"/>
                    <a:pt x="78" y="186"/>
                  </a:cubicBezTo>
                  <a:cubicBezTo>
                    <a:pt x="127" y="197"/>
                    <a:pt x="175" y="167"/>
                    <a:pt x="186" y="119"/>
                  </a:cubicBezTo>
                  <a:cubicBezTo>
                    <a:pt x="198" y="70"/>
                    <a:pt x="167" y="22"/>
                    <a:pt x="119" y="11"/>
                  </a:cubicBezTo>
                  <a:cubicBezTo>
                    <a:pt x="71" y="0"/>
                    <a:pt x="22" y="30"/>
                    <a:pt x="11" y="7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4" name="Freeform 172"/>
            <p:cNvSpPr>
              <a:spLocks/>
            </p:cNvSpPr>
            <p:nvPr/>
          </p:nvSpPr>
          <p:spPr bwMode="auto">
            <a:xfrm>
              <a:off x="7351713" y="3433763"/>
              <a:ext cx="274638" cy="1125538"/>
            </a:xfrm>
            <a:custGeom>
              <a:avLst/>
              <a:gdLst>
                <a:gd name="T0" fmla="*/ 156 w 186"/>
                <a:gd name="T1" fmla="*/ 713 h 763"/>
                <a:gd name="T2" fmla="*/ 153 w 186"/>
                <a:gd name="T3" fmla="*/ 333 h 763"/>
                <a:gd name="T4" fmla="*/ 153 w 186"/>
                <a:gd name="T5" fmla="*/ 326 h 763"/>
                <a:gd name="T6" fmla="*/ 153 w 186"/>
                <a:gd name="T7" fmla="*/ 309 h 763"/>
                <a:gd name="T8" fmla="*/ 161 w 186"/>
                <a:gd name="T9" fmla="*/ 204 h 763"/>
                <a:gd name="T10" fmla="*/ 115 w 186"/>
                <a:gd name="T11" fmla="*/ 160 h 763"/>
                <a:gd name="T12" fmla="*/ 80 w 186"/>
                <a:gd name="T13" fmla="*/ 91 h 763"/>
                <a:gd name="T14" fmla="*/ 79 w 186"/>
                <a:gd name="T15" fmla="*/ 90 h 763"/>
                <a:gd name="T16" fmla="*/ 107 w 186"/>
                <a:gd name="T17" fmla="*/ 41 h 763"/>
                <a:gd name="T18" fmla="*/ 118 w 186"/>
                <a:gd name="T19" fmla="*/ 39 h 763"/>
                <a:gd name="T20" fmla="*/ 156 w 186"/>
                <a:gd name="T21" fmla="*/ 68 h 763"/>
                <a:gd name="T22" fmla="*/ 156 w 186"/>
                <a:gd name="T23" fmla="*/ 68 h 763"/>
                <a:gd name="T24" fmla="*/ 157 w 186"/>
                <a:gd name="T25" fmla="*/ 69 h 763"/>
                <a:gd name="T26" fmla="*/ 159 w 186"/>
                <a:gd name="T27" fmla="*/ 75 h 763"/>
                <a:gd name="T28" fmla="*/ 168 w 186"/>
                <a:gd name="T29" fmla="*/ 96 h 763"/>
                <a:gd name="T30" fmla="*/ 174 w 186"/>
                <a:gd name="T31" fmla="*/ 105 h 763"/>
                <a:gd name="T32" fmla="*/ 175 w 186"/>
                <a:gd name="T33" fmla="*/ 104 h 763"/>
                <a:gd name="T34" fmla="*/ 137 w 186"/>
                <a:gd name="T35" fmla="*/ 8 h 763"/>
                <a:gd name="T36" fmla="*/ 33 w 186"/>
                <a:gd name="T37" fmla="*/ 77 h 763"/>
                <a:gd name="T38" fmla="*/ 10 w 186"/>
                <a:gd name="T39" fmla="*/ 299 h 763"/>
                <a:gd name="T40" fmla="*/ 53 w 186"/>
                <a:gd name="T41" fmla="*/ 361 h 763"/>
                <a:gd name="T42" fmla="*/ 56 w 186"/>
                <a:gd name="T43" fmla="*/ 714 h 763"/>
                <a:gd name="T44" fmla="*/ 106 w 186"/>
                <a:gd name="T45" fmla="*/ 763 h 763"/>
                <a:gd name="T46" fmla="*/ 106 w 186"/>
                <a:gd name="T47" fmla="*/ 763 h 763"/>
                <a:gd name="T48" fmla="*/ 156 w 186"/>
                <a:gd name="T49" fmla="*/ 713 h 7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6" h="763">
                  <a:moveTo>
                    <a:pt x="156" y="713"/>
                  </a:moveTo>
                  <a:cubicBezTo>
                    <a:pt x="153" y="333"/>
                    <a:pt x="153" y="333"/>
                    <a:pt x="153" y="333"/>
                  </a:cubicBezTo>
                  <a:cubicBezTo>
                    <a:pt x="153" y="330"/>
                    <a:pt x="153" y="328"/>
                    <a:pt x="153" y="326"/>
                  </a:cubicBezTo>
                  <a:cubicBezTo>
                    <a:pt x="153" y="321"/>
                    <a:pt x="153" y="315"/>
                    <a:pt x="153" y="309"/>
                  </a:cubicBezTo>
                  <a:cubicBezTo>
                    <a:pt x="153" y="286"/>
                    <a:pt x="156" y="245"/>
                    <a:pt x="161" y="204"/>
                  </a:cubicBezTo>
                  <a:cubicBezTo>
                    <a:pt x="144" y="193"/>
                    <a:pt x="128" y="178"/>
                    <a:pt x="115" y="160"/>
                  </a:cubicBezTo>
                  <a:cubicBezTo>
                    <a:pt x="93" y="130"/>
                    <a:pt x="83" y="102"/>
                    <a:pt x="80" y="91"/>
                  </a:cubicBezTo>
                  <a:cubicBezTo>
                    <a:pt x="79" y="90"/>
                    <a:pt x="79" y="90"/>
                    <a:pt x="79" y="90"/>
                  </a:cubicBezTo>
                  <a:cubicBezTo>
                    <a:pt x="73" y="69"/>
                    <a:pt x="86" y="47"/>
                    <a:pt x="107" y="41"/>
                  </a:cubicBezTo>
                  <a:cubicBezTo>
                    <a:pt x="110" y="40"/>
                    <a:pt x="114" y="39"/>
                    <a:pt x="118" y="39"/>
                  </a:cubicBezTo>
                  <a:cubicBezTo>
                    <a:pt x="136" y="39"/>
                    <a:pt x="151" y="51"/>
                    <a:pt x="156" y="68"/>
                  </a:cubicBezTo>
                  <a:cubicBezTo>
                    <a:pt x="156" y="68"/>
                    <a:pt x="156" y="68"/>
                    <a:pt x="156" y="68"/>
                  </a:cubicBezTo>
                  <a:cubicBezTo>
                    <a:pt x="157" y="69"/>
                    <a:pt x="157" y="69"/>
                    <a:pt x="157" y="69"/>
                  </a:cubicBezTo>
                  <a:cubicBezTo>
                    <a:pt x="157" y="71"/>
                    <a:pt x="158" y="72"/>
                    <a:pt x="159" y="75"/>
                  </a:cubicBezTo>
                  <a:cubicBezTo>
                    <a:pt x="161" y="80"/>
                    <a:pt x="164" y="87"/>
                    <a:pt x="168" y="96"/>
                  </a:cubicBezTo>
                  <a:cubicBezTo>
                    <a:pt x="170" y="98"/>
                    <a:pt x="172" y="102"/>
                    <a:pt x="174" y="105"/>
                  </a:cubicBezTo>
                  <a:cubicBezTo>
                    <a:pt x="174" y="105"/>
                    <a:pt x="174" y="104"/>
                    <a:pt x="175" y="104"/>
                  </a:cubicBezTo>
                  <a:cubicBezTo>
                    <a:pt x="186" y="64"/>
                    <a:pt x="171" y="17"/>
                    <a:pt x="137" y="8"/>
                  </a:cubicBezTo>
                  <a:cubicBezTo>
                    <a:pt x="103" y="0"/>
                    <a:pt x="53" y="18"/>
                    <a:pt x="33" y="77"/>
                  </a:cubicBezTo>
                  <a:cubicBezTo>
                    <a:pt x="6" y="157"/>
                    <a:pt x="0" y="210"/>
                    <a:pt x="10" y="299"/>
                  </a:cubicBezTo>
                  <a:cubicBezTo>
                    <a:pt x="17" y="334"/>
                    <a:pt x="34" y="352"/>
                    <a:pt x="53" y="361"/>
                  </a:cubicBezTo>
                  <a:cubicBezTo>
                    <a:pt x="56" y="714"/>
                    <a:pt x="56" y="714"/>
                    <a:pt x="56" y="714"/>
                  </a:cubicBezTo>
                  <a:cubicBezTo>
                    <a:pt x="56" y="741"/>
                    <a:pt x="78" y="763"/>
                    <a:pt x="106" y="763"/>
                  </a:cubicBezTo>
                  <a:cubicBezTo>
                    <a:pt x="106" y="763"/>
                    <a:pt x="106" y="763"/>
                    <a:pt x="106" y="763"/>
                  </a:cubicBezTo>
                  <a:cubicBezTo>
                    <a:pt x="133" y="763"/>
                    <a:pt x="156" y="741"/>
                    <a:pt x="156" y="71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5" name="Freeform 173"/>
            <p:cNvSpPr>
              <a:spLocks/>
            </p:cNvSpPr>
            <p:nvPr/>
          </p:nvSpPr>
          <p:spPr bwMode="auto">
            <a:xfrm>
              <a:off x="7696200" y="3773488"/>
              <a:ext cx="68263" cy="80963"/>
            </a:xfrm>
            <a:custGeom>
              <a:avLst/>
              <a:gdLst>
                <a:gd name="T0" fmla="*/ 21 w 46"/>
                <a:gd name="T1" fmla="*/ 29 h 54"/>
                <a:gd name="T2" fmla="*/ 6 w 46"/>
                <a:gd name="T3" fmla="*/ 43 h 54"/>
                <a:gd name="T4" fmla="*/ 2 w 46"/>
                <a:gd name="T5" fmla="*/ 46 h 54"/>
                <a:gd name="T6" fmla="*/ 0 w 46"/>
                <a:gd name="T7" fmla="*/ 47 h 54"/>
                <a:gd name="T8" fmla="*/ 3 w 46"/>
                <a:gd name="T9" fmla="*/ 54 h 54"/>
                <a:gd name="T10" fmla="*/ 46 w 46"/>
                <a:gd name="T11" fmla="*/ 0 h 54"/>
                <a:gd name="T12" fmla="*/ 38 w 46"/>
                <a:gd name="T13" fmla="*/ 1 h 54"/>
                <a:gd name="T14" fmla="*/ 21 w 46"/>
                <a:gd name="T15" fmla="*/ 29 h 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 h="54">
                  <a:moveTo>
                    <a:pt x="21" y="29"/>
                  </a:moveTo>
                  <a:cubicBezTo>
                    <a:pt x="16" y="35"/>
                    <a:pt x="11" y="40"/>
                    <a:pt x="6" y="43"/>
                  </a:cubicBezTo>
                  <a:cubicBezTo>
                    <a:pt x="4" y="44"/>
                    <a:pt x="3" y="45"/>
                    <a:pt x="2" y="46"/>
                  </a:cubicBezTo>
                  <a:cubicBezTo>
                    <a:pt x="0" y="46"/>
                    <a:pt x="0" y="47"/>
                    <a:pt x="0" y="47"/>
                  </a:cubicBezTo>
                  <a:cubicBezTo>
                    <a:pt x="3" y="54"/>
                    <a:pt x="3" y="54"/>
                    <a:pt x="3" y="54"/>
                  </a:cubicBezTo>
                  <a:cubicBezTo>
                    <a:pt x="4" y="54"/>
                    <a:pt x="34" y="38"/>
                    <a:pt x="46" y="0"/>
                  </a:cubicBezTo>
                  <a:cubicBezTo>
                    <a:pt x="43" y="1"/>
                    <a:pt x="40" y="1"/>
                    <a:pt x="38" y="1"/>
                  </a:cubicBezTo>
                  <a:cubicBezTo>
                    <a:pt x="33" y="13"/>
                    <a:pt x="27" y="22"/>
                    <a:pt x="21" y="2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6" name="Freeform 174"/>
            <p:cNvSpPr>
              <a:spLocks/>
            </p:cNvSpPr>
            <p:nvPr/>
          </p:nvSpPr>
          <p:spPr bwMode="auto">
            <a:xfrm>
              <a:off x="7688263" y="2909888"/>
              <a:ext cx="79375" cy="746125"/>
            </a:xfrm>
            <a:custGeom>
              <a:avLst/>
              <a:gdLst>
                <a:gd name="T0" fmla="*/ 8 w 54"/>
                <a:gd name="T1" fmla="*/ 0 h 506"/>
                <a:gd name="T2" fmla="*/ 8 w 54"/>
                <a:gd name="T3" fmla="*/ 0 h 506"/>
                <a:gd name="T4" fmla="*/ 6 w 54"/>
                <a:gd name="T5" fmla="*/ 1 h 506"/>
                <a:gd name="T6" fmla="*/ 0 w 54"/>
                <a:gd name="T7" fmla="*/ 1 h 506"/>
                <a:gd name="T8" fmla="*/ 47 w 54"/>
                <a:gd name="T9" fmla="*/ 506 h 506"/>
                <a:gd name="T10" fmla="*/ 54 w 54"/>
                <a:gd name="T11" fmla="*/ 505 h 506"/>
                <a:gd name="T12" fmla="*/ 8 w 54"/>
                <a:gd name="T13" fmla="*/ 0 h 506"/>
              </a:gdLst>
              <a:ahLst/>
              <a:cxnLst>
                <a:cxn ang="0">
                  <a:pos x="T0" y="T1"/>
                </a:cxn>
                <a:cxn ang="0">
                  <a:pos x="T2" y="T3"/>
                </a:cxn>
                <a:cxn ang="0">
                  <a:pos x="T4" y="T5"/>
                </a:cxn>
                <a:cxn ang="0">
                  <a:pos x="T6" y="T7"/>
                </a:cxn>
                <a:cxn ang="0">
                  <a:pos x="T8" y="T9"/>
                </a:cxn>
                <a:cxn ang="0">
                  <a:pos x="T10" y="T11"/>
                </a:cxn>
                <a:cxn ang="0">
                  <a:pos x="T12" y="T13"/>
                </a:cxn>
              </a:cxnLst>
              <a:rect l="0" t="0" r="r" b="b"/>
              <a:pathLst>
                <a:path w="54" h="506">
                  <a:moveTo>
                    <a:pt x="8" y="0"/>
                  </a:moveTo>
                  <a:cubicBezTo>
                    <a:pt x="8" y="0"/>
                    <a:pt x="8" y="0"/>
                    <a:pt x="8" y="0"/>
                  </a:cubicBezTo>
                  <a:cubicBezTo>
                    <a:pt x="7" y="0"/>
                    <a:pt x="7" y="1"/>
                    <a:pt x="6" y="1"/>
                  </a:cubicBezTo>
                  <a:cubicBezTo>
                    <a:pt x="4" y="1"/>
                    <a:pt x="2" y="1"/>
                    <a:pt x="0" y="1"/>
                  </a:cubicBezTo>
                  <a:cubicBezTo>
                    <a:pt x="9" y="64"/>
                    <a:pt x="28" y="220"/>
                    <a:pt x="47" y="506"/>
                  </a:cubicBezTo>
                  <a:cubicBezTo>
                    <a:pt x="49" y="506"/>
                    <a:pt x="52" y="505"/>
                    <a:pt x="54" y="505"/>
                  </a:cubicBezTo>
                  <a:cubicBezTo>
                    <a:pt x="36" y="219"/>
                    <a:pt x="17" y="63"/>
                    <a:pt x="8"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7" name="Freeform 175"/>
            <p:cNvSpPr>
              <a:spLocks noEditPoints="1"/>
            </p:cNvSpPr>
            <p:nvPr/>
          </p:nvSpPr>
          <p:spPr bwMode="auto">
            <a:xfrm>
              <a:off x="7473950" y="2476500"/>
              <a:ext cx="306388" cy="434975"/>
            </a:xfrm>
            <a:custGeom>
              <a:avLst/>
              <a:gdLst>
                <a:gd name="T0" fmla="*/ 151 w 208"/>
                <a:gd name="T1" fmla="*/ 286 h 295"/>
                <a:gd name="T2" fmla="*/ 115 w 208"/>
                <a:gd name="T3" fmla="*/ 161 h 295"/>
                <a:gd name="T4" fmla="*/ 208 w 208"/>
                <a:gd name="T5" fmla="*/ 44 h 295"/>
                <a:gd name="T6" fmla="*/ 102 w 208"/>
                <a:gd name="T7" fmla="*/ 8 h 295"/>
                <a:gd name="T8" fmla="*/ 13 w 208"/>
                <a:gd name="T9" fmla="*/ 139 h 295"/>
                <a:gd name="T10" fmla="*/ 151 w 208"/>
                <a:gd name="T11" fmla="*/ 286 h 295"/>
                <a:gd name="T12" fmla="*/ 52 w 208"/>
                <a:gd name="T13" fmla="*/ 187 h 295"/>
                <a:gd name="T14" fmla="*/ 82 w 208"/>
                <a:gd name="T15" fmla="*/ 35 h 295"/>
                <a:gd name="T16" fmla="*/ 52 w 208"/>
                <a:gd name="T17" fmla="*/ 187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8" h="295">
                  <a:moveTo>
                    <a:pt x="151" y="286"/>
                  </a:moveTo>
                  <a:cubicBezTo>
                    <a:pt x="128" y="250"/>
                    <a:pt x="114" y="203"/>
                    <a:pt x="115" y="161"/>
                  </a:cubicBezTo>
                  <a:cubicBezTo>
                    <a:pt x="117" y="98"/>
                    <a:pt x="152" y="54"/>
                    <a:pt x="208" y="44"/>
                  </a:cubicBezTo>
                  <a:cubicBezTo>
                    <a:pt x="183" y="12"/>
                    <a:pt x="144" y="0"/>
                    <a:pt x="102" y="8"/>
                  </a:cubicBezTo>
                  <a:cubicBezTo>
                    <a:pt x="42" y="18"/>
                    <a:pt x="0" y="66"/>
                    <a:pt x="13" y="139"/>
                  </a:cubicBezTo>
                  <a:cubicBezTo>
                    <a:pt x="26" y="212"/>
                    <a:pt x="91" y="295"/>
                    <a:pt x="151" y="286"/>
                  </a:cubicBezTo>
                  <a:close/>
                  <a:moveTo>
                    <a:pt x="52" y="187"/>
                  </a:moveTo>
                  <a:cubicBezTo>
                    <a:pt x="10" y="75"/>
                    <a:pt x="82" y="35"/>
                    <a:pt x="82" y="35"/>
                  </a:cubicBezTo>
                  <a:cubicBezTo>
                    <a:pt x="46" y="102"/>
                    <a:pt x="51" y="137"/>
                    <a:pt x="52" y="18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8" name="Freeform 176"/>
            <p:cNvSpPr>
              <a:spLocks/>
            </p:cNvSpPr>
            <p:nvPr/>
          </p:nvSpPr>
          <p:spPr bwMode="auto">
            <a:xfrm>
              <a:off x="7777163" y="2976563"/>
              <a:ext cx="41275" cy="674688"/>
            </a:xfrm>
            <a:custGeom>
              <a:avLst/>
              <a:gdLst>
                <a:gd name="T0" fmla="*/ 26 w 29"/>
                <a:gd name="T1" fmla="*/ 1 h 457"/>
                <a:gd name="T2" fmla="*/ 25 w 29"/>
                <a:gd name="T3" fmla="*/ 1 h 457"/>
                <a:gd name="T4" fmla="*/ 21 w 29"/>
                <a:gd name="T5" fmla="*/ 0 h 457"/>
                <a:gd name="T6" fmla="*/ 0 w 29"/>
                <a:gd name="T7" fmla="*/ 457 h 457"/>
                <a:gd name="T8" fmla="*/ 9 w 29"/>
                <a:gd name="T9" fmla="*/ 456 h 457"/>
                <a:gd name="T10" fmla="*/ 29 w 29"/>
                <a:gd name="T11" fmla="*/ 1 h 457"/>
                <a:gd name="T12" fmla="*/ 26 w 29"/>
                <a:gd name="T13" fmla="*/ 1 h 457"/>
              </a:gdLst>
              <a:ahLst/>
              <a:cxnLst>
                <a:cxn ang="0">
                  <a:pos x="T0" y="T1"/>
                </a:cxn>
                <a:cxn ang="0">
                  <a:pos x="T2" y="T3"/>
                </a:cxn>
                <a:cxn ang="0">
                  <a:pos x="T4" y="T5"/>
                </a:cxn>
                <a:cxn ang="0">
                  <a:pos x="T6" y="T7"/>
                </a:cxn>
                <a:cxn ang="0">
                  <a:pos x="T8" y="T9"/>
                </a:cxn>
                <a:cxn ang="0">
                  <a:pos x="T10" y="T11"/>
                </a:cxn>
                <a:cxn ang="0">
                  <a:pos x="T12" y="T13"/>
                </a:cxn>
              </a:cxnLst>
              <a:rect l="0" t="0" r="r" b="b"/>
              <a:pathLst>
                <a:path w="29" h="457">
                  <a:moveTo>
                    <a:pt x="26" y="1"/>
                  </a:moveTo>
                  <a:cubicBezTo>
                    <a:pt x="26" y="1"/>
                    <a:pt x="25" y="1"/>
                    <a:pt x="25" y="1"/>
                  </a:cubicBezTo>
                  <a:cubicBezTo>
                    <a:pt x="24" y="1"/>
                    <a:pt x="22" y="0"/>
                    <a:pt x="21" y="0"/>
                  </a:cubicBezTo>
                  <a:cubicBezTo>
                    <a:pt x="21" y="69"/>
                    <a:pt x="17" y="209"/>
                    <a:pt x="0" y="457"/>
                  </a:cubicBezTo>
                  <a:cubicBezTo>
                    <a:pt x="3" y="457"/>
                    <a:pt x="6" y="456"/>
                    <a:pt x="9" y="456"/>
                  </a:cubicBezTo>
                  <a:cubicBezTo>
                    <a:pt x="25" y="209"/>
                    <a:pt x="29" y="69"/>
                    <a:pt x="29" y="1"/>
                  </a:cubicBezTo>
                  <a:cubicBezTo>
                    <a:pt x="28" y="1"/>
                    <a:pt x="27" y="1"/>
                    <a:pt x="26" y="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9" name="Freeform 177"/>
            <p:cNvSpPr>
              <a:spLocks/>
            </p:cNvSpPr>
            <p:nvPr/>
          </p:nvSpPr>
          <p:spPr bwMode="auto">
            <a:xfrm>
              <a:off x="7762875" y="3771900"/>
              <a:ext cx="17463" cy="125413"/>
            </a:xfrm>
            <a:custGeom>
              <a:avLst/>
              <a:gdLst>
                <a:gd name="T0" fmla="*/ 0 w 12"/>
                <a:gd name="T1" fmla="*/ 84 h 84"/>
                <a:gd name="T2" fmla="*/ 8 w 12"/>
                <a:gd name="T3" fmla="*/ 84 h 84"/>
                <a:gd name="T4" fmla="*/ 9 w 12"/>
                <a:gd name="T5" fmla="*/ 58 h 84"/>
                <a:gd name="T6" fmla="*/ 12 w 12"/>
                <a:gd name="T7" fmla="*/ 0 h 84"/>
                <a:gd name="T8" fmla="*/ 4 w 12"/>
                <a:gd name="T9" fmla="*/ 1 h 84"/>
                <a:gd name="T10" fmla="*/ 0 w 12"/>
                <a:gd name="T11" fmla="*/ 84 h 84"/>
              </a:gdLst>
              <a:ahLst/>
              <a:cxnLst>
                <a:cxn ang="0">
                  <a:pos x="T0" y="T1"/>
                </a:cxn>
                <a:cxn ang="0">
                  <a:pos x="T2" y="T3"/>
                </a:cxn>
                <a:cxn ang="0">
                  <a:pos x="T4" y="T5"/>
                </a:cxn>
                <a:cxn ang="0">
                  <a:pos x="T6" y="T7"/>
                </a:cxn>
                <a:cxn ang="0">
                  <a:pos x="T8" y="T9"/>
                </a:cxn>
                <a:cxn ang="0">
                  <a:pos x="T10" y="T11"/>
                </a:cxn>
              </a:cxnLst>
              <a:rect l="0" t="0" r="r" b="b"/>
              <a:pathLst>
                <a:path w="12" h="84">
                  <a:moveTo>
                    <a:pt x="0" y="84"/>
                  </a:moveTo>
                  <a:cubicBezTo>
                    <a:pt x="8" y="84"/>
                    <a:pt x="8" y="84"/>
                    <a:pt x="8" y="84"/>
                  </a:cubicBezTo>
                  <a:cubicBezTo>
                    <a:pt x="8" y="84"/>
                    <a:pt x="8" y="77"/>
                    <a:pt x="9" y="58"/>
                  </a:cubicBezTo>
                  <a:cubicBezTo>
                    <a:pt x="9" y="45"/>
                    <a:pt x="10" y="26"/>
                    <a:pt x="12" y="0"/>
                  </a:cubicBezTo>
                  <a:cubicBezTo>
                    <a:pt x="9" y="0"/>
                    <a:pt x="7" y="0"/>
                    <a:pt x="4" y="1"/>
                  </a:cubicBezTo>
                  <a:cubicBezTo>
                    <a:pt x="0" y="62"/>
                    <a:pt x="0" y="84"/>
                    <a:pt x="0" y="8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0" name="Freeform 178"/>
            <p:cNvSpPr>
              <a:spLocks noEditPoints="1"/>
            </p:cNvSpPr>
            <p:nvPr/>
          </p:nvSpPr>
          <p:spPr bwMode="auto">
            <a:xfrm>
              <a:off x="7651750" y="2547938"/>
              <a:ext cx="334963" cy="420688"/>
            </a:xfrm>
            <a:custGeom>
              <a:avLst/>
              <a:gdLst>
                <a:gd name="T0" fmla="*/ 2 w 226"/>
                <a:gd name="T1" fmla="*/ 113 h 285"/>
                <a:gd name="T2" fmla="*/ 109 w 226"/>
                <a:gd name="T3" fmla="*/ 284 h 285"/>
                <a:gd name="T4" fmla="*/ 224 w 226"/>
                <a:gd name="T5" fmla="*/ 118 h 285"/>
                <a:gd name="T6" fmla="*/ 116 w 226"/>
                <a:gd name="T7" fmla="*/ 2 h 285"/>
                <a:gd name="T8" fmla="*/ 2 w 226"/>
                <a:gd name="T9" fmla="*/ 113 h 285"/>
                <a:gd name="T10" fmla="*/ 192 w 226"/>
                <a:gd name="T11" fmla="*/ 172 h 285"/>
                <a:gd name="T12" fmla="*/ 140 w 226"/>
                <a:gd name="T13" fmla="*/ 25 h 285"/>
                <a:gd name="T14" fmla="*/ 192 w 226"/>
                <a:gd name="T15" fmla="*/ 172 h 2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 h="285">
                  <a:moveTo>
                    <a:pt x="2" y="113"/>
                  </a:moveTo>
                  <a:cubicBezTo>
                    <a:pt x="0" y="187"/>
                    <a:pt x="48" y="282"/>
                    <a:pt x="109" y="284"/>
                  </a:cubicBezTo>
                  <a:cubicBezTo>
                    <a:pt x="170" y="285"/>
                    <a:pt x="222" y="193"/>
                    <a:pt x="224" y="118"/>
                  </a:cubicBezTo>
                  <a:cubicBezTo>
                    <a:pt x="226" y="44"/>
                    <a:pt x="177" y="3"/>
                    <a:pt x="116" y="2"/>
                  </a:cubicBezTo>
                  <a:cubicBezTo>
                    <a:pt x="55" y="0"/>
                    <a:pt x="4" y="38"/>
                    <a:pt x="2" y="113"/>
                  </a:cubicBezTo>
                  <a:close/>
                  <a:moveTo>
                    <a:pt x="192" y="172"/>
                  </a:moveTo>
                  <a:cubicBezTo>
                    <a:pt x="186" y="122"/>
                    <a:pt x="186" y="86"/>
                    <a:pt x="140" y="25"/>
                  </a:cubicBezTo>
                  <a:cubicBezTo>
                    <a:pt x="140" y="25"/>
                    <a:pt x="217" y="54"/>
                    <a:pt x="192" y="17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1" name="Freeform 179"/>
            <p:cNvSpPr>
              <a:spLocks/>
            </p:cNvSpPr>
            <p:nvPr/>
          </p:nvSpPr>
          <p:spPr bwMode="auto">
            <a:xfrm>
              <a:off x="7472363" y="3497263"/>
              <a:ext cx="369888" cy="268288"/>
            </a:xfrm>
            <a:custGeom>
              <a:avLst/>
              <a:gdLst>
                <a:gd name="T0" fmla="*/ 69 w 251"/>
                <a:gd name="T1" fmla="*/ 35 h 182"/>
                <a:gd name="T2" fmla="*/ 67 w 251"/>
                <a:gd name="T3" fmla="*/ 29 h 182"/>
                <a:gd name="T4" fmla="*/ 67 w 251"/>
                <a:gd name="T5" fmla="*/ 27 h 182"/>
                <a:gd name="T6" fmla="*/ 67 w 251"/>
                <a:gd name="T7" fmla="*/ 27 h 182"/>
                <a:gd name="T8" fmla="*/ 67 w 251"/>
                <a:gd name="T9" fmla="*/ 27 h 182"/>
                <a:gd name="T10" fmla="*/ 27 w 251"/>
                <a:gd name="T11" fmla="*/ 5 h 182"/>
                <a:gd name="T12" fmla="*/ 5 w 251"/>
                <a:gd name="T13" fmla="*/ 45 h 182"/>
                <a:gd name="T14" fmla="*/ 39 w 251"/>
                <a:gd name="T15" fmla="*/ 112 h 182"/>
                <a:gd name="T16" fmla="*/ 91 w 251"/>
                <a:gd name="T17" fmla="*/ 160 h 182"/>
                <a:gd name="T18" fmla="*/ 172 w 251"/>
                <a:gd name="T19" fmla="*/ 182 h 182"/>
                <a:gd name="T20" fmla="*/ 173 w 251"/>
                <a:gd name="T21" fmla="*/ 182 h 182"/>
                <a:gd name="T22" fmla="*/ 224 w 251"/>
                <a:gd name="T23" fmla="*/ 175 h 182"/>
                <a:gd name="T24" fmla="*/ 247 w 251"/>
                <a:gd name="T25" fmla="*/ 136 h 182"/>
                <a:gd name="T26" fmla="*/ 208 w 251"/>
                <a:gd name="T27" fmla="*/ 113 h 182"/>
                <a:gd name="T28" fmla="*/ 173 w 251"/>
                <a:gd name="T29" fmla="*/ 118 h 182"/>
                <a:gd name="T30" fmla="*/ 124 w 251"/>
                <a:gd name="T31" fmla="*/ 105 h 182"/>
                <a:gd name="T32" fmla="*/ 79 w 251"/>
                <a:gd name="T33" fmla="*/ 56 h 182"/>
                <a:gd name="T34" fmla="*/ 69 w 251"/>
                <a:gd name="T35" fmla="*/ 35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1" h="182">
                  <a:moveTo>
                    <a:pt x="69" y="35"/>
                  </a:moveTo>
                  <a:cubicBezTo>
                    <a:pt x="68" y="32"/>
                    <a:pt x="67" y="30"/>
                    <a:pt x="67" y="29"/>
                  </a:cubicBezTo>
                  <a:cubicBezTo>
                    <a:pt x="67" y="28"/>
                    <a:pt x="67" y="28"/>
                    <a:pt x="67" y="27"/>
                  </a:cubicBezTo>
                  <a:cubicBezTo>
                    <a:pt x="67" y="27"/>
                    <a:pt x="67" y="27"/>
                    <a:pt x="67" y="27"/>
                  </a:cubicBezTo>
                  <a:cubicBezTo>
                    <a:pt x="67" y="27"/>
                    <a:pt x="67" y="27"/>
                    <a:pt x="67" y="27"/>
                  </a:cubicBezTo>
                  <a:cubicBezTo>
                    <a:pt x="62" y="10"/>
                    <a:pt x="44" y="0"/>
                    <a:pt x="27" y="5"/>
                  </a:cubicBezTo>
                  <a:cubicBezTo>
                    <a:pt x="10" y="10"/>
                    <a:pt x="0" y="28"/>
                    <a:pt x="5" y="45"/>
                  </a:cubicBezTo>
                  <a:cubicBezTo>
                    <a:pt x="6" y="47"/>
                    <a:pt x="14" y="78"/>
                    <a:pt x="39" y="112"/>
                  </a:cubicBezTo>
                  <a:cubicBezTo>
                    <a:pt x="52" y="129"/>
                    <a:pt x="68" y="146"/>
                    <a:pt x="91" y="160"/>
                  </a:cubicBezTo>
                  <a:cubicBezTo>
                    <a:pt x="113" y="173"/>
                    <a:pt x="140" y="182"/>
                    <a:pt x="172" y="182"/>
                  </a:cubicBezTo>
                  <a:cubicBezTo>
                    <a:pt x="172" y="182"/>
                    <a:pt x="173" y="182"/>
                    <a:pt x="173" y="182"/>
                  </a:cubicBezTo>
                  <a:cubicBezTo>
                    <a:pt x="189" y="182"/>
                    <a:pt x="206" y="180"/>
                    <a:pt x="224" y="175"/>
                  </a:cubicBezTo>
                  <a:cubicBezTo>
                    <a:pt x="241" y="170"/>
                    <a:pt x="251" y="153"/>
                    <a:pt x="247" y="136"/>
                  </a:cubicBezTo>
                  <a:cubicBezTo>
                    <a:pt x="242" y="119"/>
                    <a:pt x="225" y="109"/>
                    <a:pt x="208" y="113"/>
                  </a:cubicBezTo>
                  <a:cubicBezTo>
                    <a:pt x="195" y="117"/>
                    <a:pt x="183" y="118"/>
                    <a:pt x="173" y="118"/>
                  </a:cubicBezTo>
                  <a:cubicBezTo>
                    <a:pt x="152" y="118"/>
                    <a:pt x="137" y="113"/>
                    <a:pt x="124" y="105"/>
                  </a:cubicBezTo>
                  <a:cubicBezTo>
                    <a:pt x="104" y="93"/>
                    <a:pt x="89" y="73"/>
                    <a:pt x="79" y="56"/>
                  </a:cubicBezTo>
                  <a:cubicBezTo>
                    <a:pt x="75" y="48"/>
                    <a:pt x="71" y="40"/>
                    <a:pt x="69" y="3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92" name="组合 191"/>
          <p:cNvGrpSpPr/>
          <p:nvPr/>
        </p:nvGrpSpPr>
        <p:grpSpPr>
          <a:xfrm>
            <a:off x="10385425" y="3105150"/>
            <a:ext cx="1420813" cy="1454151"/>
            <a:chOff x="10385425" y="3105150"/>
            <a:chExt cx="1420813" cy="1454151"/>
          </a:xfrm>
        </p:grpSpPr>
        <p:sp>
          <p:nvSpPr>
            <p:cNvPr id="193" name="Freeform 180"/>
            <p:cNvSpPr>
              <a:spLocks/>
            </p:cNvSpPr>
            <p:nvPr/>
          </p:nvSpPr>
          <p:spPr bwMode="auto">
            <a:xfrm>
              <a:off x="11204575" y="3332163"/>
              <a:ext cx="601663" cy="1227138"/>
            </a:xfrm>
            <a:custGeom>
              <a:avLst/>
              <a:gdLst>
                <a:gd name="T0" fmla="*/ 7 w 407"/>
                <a:gd name="T1" fmla="*/ 12 h 831"/>
                <a:gd name="T2" fmla="*/ 6 w 407"/>
                <a:gd name="T3" fmla="*/ 66 h 831"/>
                <a:gd name="T4" fmla="*/ 229 w 407"/>
                <a:gd name="T5" fmla="*/ 152 h 831"/>
                <a:gd name="T6" fmla="*/ 233 w 407"/>
                <a:gd name="T7" fmla="*/ 172 h 831"/>
                <a:gd name="T8" fmla="*/ 248 w 407"/>
                <a:gd name="T9" fmla="*/ 284 h 831"/>
                <a:gd name="T10" fmla="*/ 260 w 407"/>
                <a:gd name="T11" fmla="*/ 219 h 831"/>
                <a:gd name="T12" fmla="*/ 253 w 407"/>
                <a:gd name="T13" fmla="*/ 166 h 831"/>
                <a:gd name="T14" fmla="*/ 276 w 407"/>
                <a:gd name="T15" fmla="*/ 115 h 831"/>
                <a:gd name="T16" fmla="*/ 290 w 407"/>
                <a:gd name="T17" fmla="*/ 112 h 831"/>
                <a:gd name="T18" fmla="*/ 327 w 407"/>
                <a:gd name="T19" fmla="*/ 138 h 831"/>
                <a:gd name="T20" fmla="*/ 340 w 407"/>
                <a:gd name="T21" fmla="*/ 219 h 831"/>
                <a:gd name="T22" fmla="*/ 321 w 407"/>
                <a:gd name="T23" fmla="*/ 316 h 831"/>
                <a:gd name="T24" fmla="*/ 254 w 407"/>
                <a:gd name="T25" fmla="*/ 410 h 831"/>
                <a:gd name="T26" fmla="*/ 252 w 407"/>
                <a:gd name="T27" fmla="*/ 781 h 831"/>
                <a:gd name="T28" fmla="*/ 301 w 407"/>
                <a:gd name="T29" fmla="*/ 831 h 831"/>
                <a:gd name="T30" fmla="*/ 302 w 407"/>
                <a:gd name="T31" fmla="*/ 831 h 831"/>
                <a:gd name="T32" fmla="*/ 352 w 407"/>
                <a:gd name="T33" fmla="*/ 782 h 831"/>
                <a:gd name="T34" fmla="*/ 354 w 407"/>
                <a:gd name="T35" fmla="*/ 429 h 831"/>
                <a:gd name="T36" fmla="*/ 397 w 407"/>
                <a:gd name="T37" fmla="*/ 367 h 831"/>
                <a:gd name="T38" fmla="*/ 374 w 407"/>
                <a:gd name="T39" fmla="*/ 145 h 831"/>
                <a:gd name="T40" fmla="*/ 270 w 407"/>
                <a:gd name="T41" fmla="*/ 76 h 831"/>
                <a:gd name="T42" fmla="*/ 247 w 407"/>
                <a:gd name="T43" fmla="*/ 90 h 831"/>
                <a:gd name="T44" fmla="*/ 15 w 407"/>
                <a:gd name="T45" fmla="*/ 0 h 831"/>
                <a:gd name="T46" fmla="*/ 14 w 407"/>
                <a:gd name="T47" fmla="*/ 1 h 831"/>
                <a:gd name="T48" fmla="*/ 7 w 407"/>
                <a:gd name="T49" fmla="*/ 12 h 8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07" h="831">
                  <a:moveTo>
                    <a:pt x="7" y="12"/>
                  </a:moveTo>
                  <a:cubicBezTo>
                    <a:pt x="4" y="22"/>
                    <a:pt x="0" y="55"/>
                    <a:pt x="6" y="66"/>
                  </a:cubicBezTo>
                  <a:cubicBezTo>
                    <a:pt x="229" y="152"/>
                    <a:pt x="229" y="152"/>
                    <a:pt x="229" y="152"/>
                  </a:cubicBezTo>
                  <a:cubicBezTo>
                    <a:pt x="230" y="159"/>
                    <a:pt x="231" y="165"/>
                    <a:pt x="233" y="172"/>
                  </a:cubicBezTo>
                  <a:cubicBezTo>
                    <a:pt x="238" y="201"/>
                    <a:pt x="244" y="244"/>
                    <a:pt x="248" y="284"/>
                  </a:cubicBezTo>
                  <a:cubicBezTo>
                    <a:pt x="256" y="264"/>
                    <a:pt x="260" y="242"/>
                    <a:pt x="260" y="219"/>
                  </a:cubicBezTo>
                  <a:cubicBezTo>
                    <a:pt x="260" y="188"/>
                    <a:pt x="253" y="166"/>
                    <a:pt x="253" y="166"/>
                  </a:cubicBezTo>
                  <a:cubicBezTo>
                    <a:pt x="245" y="145"/>
                    <a:pt x="255" y="122"/>
                    <a:pt x="276" y="115"/>
                  </a:cubicBezTo>
                  <a:cubicBezTo>
                    <a:pt x="280" y="113"/>
                    <a:pt x="285" y="112"/>
                    <a:pt x="290" y="112"/>
                  </a:cubicBezTo>
                  <a:cubicBezTo>
                    <a:pt x="307" y="112"/>
                    <a:pt x="322" y="122"/>
                    <a:pt x="327" y="138"/>
                  </a:cubicBezTo>
                  <a:cubicBezTo>
                    <a:pt x="331" y="147"/>
                    <a:pt x="340" y="177"/>
                    <a:pt x="340" y="219"/>
                  </a:cubicBezTo>
                  <a:cubicBezTo>
                    <a:pt x="340" y="253"/>
                    <a:pt x="334" y="286"/>
                    <a:pt x="321" y="316"/>
                  </a:cubicBezTo>
                  <a:cubicBezTo>
                    <a:pt x="307" y="351"/>
                    <a:pt x="284" y="383"/>
                    <a:pt x="254" y="410"/>
                  </a:cubicBezTo>
                  <a:cubicBezTo>
                    <a:pt x="252" y="781"/>
                    <a:pt x="252" y="781"/>
                    <a:pt x="252" y="781"/>
                  </a:cubicBezTo>
                  <a:cubicBezTo>
                    <a:pt x="251" y="809"/>
                    <a:pt x="274" y="831"/>
                    <a:pt x="301" y="831"/>
                  </a:cubicBezTo>
                  <a:cubicBezTo>
                    <a:pt x="301" y="831"/>
                    <a:pt x="301" y="831"/>
                    <a:pt x="302" y="831"/>
                  </a:cubicBezTo>
                  <a:cubicBezTo>
                    <a:pt x="329" y="831"/>
                    <a:pt x="351" y="809"/>
                    <a:pt x="352" y="782"/>
                  </a:cubicBezTo>
                  <a:cubicBezTo>
                    <a:pt x="354" y="429"/>
                    <a:pt x="354" y="429"/>
                    <a:pt x="354" y="429"/>
                  </a:cubicBezTo>
                  <a:cubicBezTo>
                    <a:pt x="373" y="420"/>
                    <a:pt x="390" y="402"/>
                    <a:pt x="397" y="367"/>
                  </a:cubicBezTo>
                  <a:cubicBezTo>
                    <a:pt x="407" y="278"/>
                    <a:pt x="401" y="225"/>
                    <a:pt x="374" y="145"/>
                  </a:cubicBezTo>
                  <a:cubicBezTo>
                    <a:pt x="354" y="86"/>
                    <a:pt x="304" y="68"/>
                    <a:pt x="270" y="76"/>
                  </a:cubicBezTo>
                  <a:cubicBezTo>
                    <a:pt x="261" y="78"/>
                    <a:pt x="254" y="83"/>
                    <a:pt x="247" y="90"/>
                  </a:cubicBezTo>
                  <a:cubicBezTo>
                    <a:pt x="15" y="0"/>
                    <a:pt x="15" y="0"/>
                    <a:pt x="15" y="0"/>
                  </a:cubicBezTo>
                  <a:cubicBezTo>
                    <a:pt x="14" y="0"/>
                    <a:pt x="14" y="0"/>
                    <a:pt x="14" y="1"/>
                  </a:cubicBezTo>
                  <a:cubicBezTo>
                    <a:pt x="10" y="6"/>
                    <a:pt x="8" y="9"/>
                    <a:pt x="7" y="1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4" name="Freeform 181"/>
            <p:cNvSpPr>
              <a:spLocks/>
            </p:cNvSpPr>
            <p:nvPr/>
          </p:nvSpPr>
          <p:spPr bwMode="auto">
            <a:xfrm>
              <a:off x="11133138" y="3332163"/>
              <a:ext cx="44450" cy="82550"/>
            </a:xfrm>
            <a:custGeom>
              <a:avLst/>
              <a:gdLst>
                <a:gd name="T0" fmla="*/ 25 w 30"/>
                <a:gd name="T1" fmla="*/ 13 h 56"/>
                <a:gd name="T2" fmla="*/ 18 w 30"/>
                <a:gd name="T3" fmla="*/ 2 h 56"/>
                <a:gd name="T4" fmla="*/ 16 w 30"/>
                <a:gd name="T5" fmla="*/ 0 h 56"/>
                <a:gd name="T6" fmla="*/ 7 w 30"/>
                <a:gd name="T7" fmla="*/ 13 h 56"/>
                <a:gd name="T8" fmla="*/ 25 w 30"/>
                <a:gd name="T9" fmla="*/ 55 h 56"/>
                <a:gd name="T10" fmla="*/ 28 w 30"/>
                <a:gd name="T11" fmla="*/ 56 h 56"/>
                <a:gd name="T12" fmla="*/ 25 w 30"/>
                <a:gd name="T13" fmla="*/ 13 h 56"/>
              </a:gdLst>
              <a:ahLst/>
              <a:cxnLst>
                <a:cxn ang="0">
                  <a:pos x="T0" y="T1"/>
                </a:cxn>
                <a:cxn ang="0">
                  <a:pos x="T2" y="T3"/>
                </a:cxn>
                <a:cxn ang="0">
                  <a:pos x="T4" y="T5"/>
                </a:cxn>
                <a:cxn ang="0">
                  <a:pos x="T6" y="T7"/>
                </a:cxn>
                <a:cxn ang="0">
                  <a:pos x="T8" y="T9"/>
                </a:cxn>
                <a:cxn ang="0">
                  <a:pos x="T10" y="T11"/>
                </a:cxn>
                <a:cxn ang="0">
                  <a:pos x="T12" y="T13"/>
                </a:cxn>
              </a:cxnLst>
              <a:rect l="0" t="0" r="r" b="b"/>
              <a:pathLst>
                <a:path w="30" h="56">
                  <a:moveTo>
                    <a:pt x="25" y="13"/>
                  </a:moveTo>
                  <a:cubicBezTo>
                    <a:pt x="24" y="10"/>
                    <a:pt x="22" y="7"/>
                    <a:pt x="18" y="2"/>
                  </a:cubicBezTo>
                  <a:cubicBezTo>
                    <a:pt x="17" y="1"/>
                    <a:pt x="17" y="1"/>
                    <a:pt x="16" y="0"/>
                  </a:cubicBezTo>
                  <a:cubicBezTo>
                    <a:pt x="12" y="3"/>
                    <a:pt x="9" y="8"/>
                    <a:pt x="7" y="13"/>
                  </a:cubicBezTo>
                  <a:cubicBezTo>
                    <a:pt x="0" y="30"/>
                    <a:pt x="8" y="48"/>
                    <a:pt x="25" y="55"/>
                  </a:cubicBezTo>
                  <a:cubicBezTo>
                    <a:pt x="28" y="56"/>
                    <a:pt x="28" y="56"/>
                    <a:pt x="28" y="56"/>
                  </a:cubicBezTo>
                  <a:cubicBezTo>
                    <a:pt x="30" y="42"/>
                    <a:pt x="27" y="20"/>
                    <a:pt x="25" y="1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5" name="Freeform 182"/>
            <p:cNvSpPr>
              <a:spLocks/>
            </p:cNvSpPr>
            <p:nvPr/>
          </p:nvSpPr>
          <p:spPr bwMode="auto">
            <a:xfrm>
              <a:off x="10464800" y="3136900"/>
              <a:ext cx="292100" cy="290513"/>
            </a:xfrm>
            <a:custGeom>
              <a:avLst/>
              <a:gdLst>
                <a:gd name="T0" fmla="*/ 187 w 198"/>
                <a:gd name="T1" fmla="*/ 119 h 197"/>
                <a:gd name="T2" fmla="*/ 119 w 198"/>
                <a:gd name="T3" fmla="*/ 11 h 197"/>
                <a:gd name="T4" fmla="*/ 11 w 198"/>
                <a:gd name="T5" fmla="*/ 78 h 197"/>
                <a:gd name="T6" fmla="*/ 79 w 198"/>
                <a:gd name="T7" fmla="*/ 186 h 197"/>
                <a:gd name="T8" fmla="*/ 187 w 198"/>
                <a:gd name="T9" fmla="*/ 119 h 197"/>
              </a:gdLst>
              <a:ahLst/>
              <a:cxnLst>
                <a:cxn ang="0">
                  <a:pos x="T0" y="T1"/>
                </a:cxn>
                <a:cxn ang="0">
                  <a:pos x="T2" y="T3"/>
                </a:cxn>
                <a:cxn ang="0">
                  <a:pos x="T4" y="T5"/>
                </a:cxn>
                <a:cxn ang="0">
                  <a:pos x="T6" y="T7"/>
                </a:cxn>
                <a:cxn ang="0">
                  <a:pos x="T8" y="T9"/>
                </a:cxn>
              </a:cxnLst>
              <a:rect l="0" t="0" r="r" b="b"/>
              <a:pathLst>
                <a:path w="198" h="197">
                  <a:moveTo>
                    <a:pt x="187" y="119"/>
                  </a:moveTo>
                  <a:cubicBezTo>
                    <a:pt x="198" y="70"/>
                    <a:pt x="168" y="22"/>
                    <a:pt x="119" y="11"/>
                  </a:cubicBezTo>
                  <a:cubicBezTo>
                    <a:pt x="71" y="0"/>
                    <a:pt x="23" y="30"/>
                    <a:pt x="11" y="78"/>
                  </a:cubicBezTo>
                  <a:cubicBezTo>
                    <a:pt x="0" y="126"/>
                    <a:pt x="30" y="175"/>
                    <a:pt x="79" y="186"/>
                  </a:cubicBezTo>
                  <a:cubicBezTo>
                    <a:pt x="127" y="197"/>
                    <a:pt x="175" y="167"/>
                    <a:pt x="187" y="11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6" name="Freeform 183"/>
            <p:cNvSpPr>
              <a:spLocks/>
            </p:cNvSpPr>
            <p:nvPr/>
          </p:nvSpPr>
          <p:spPr bwMode="auto">
            <a:xfrm>
              <a:off x="10385425" y="3433763"/>
              <a:ext cx="261938" cy="1125538"/>
            </a:xfrm>
            <a:custGeom>
              <a:avLst/>
              <a:gdLst>
                <a:gd name="T0" fmla="*/ 33 w 177"/>
                <a:gd name="T1" fmla="*/ 77 h 763"/>
                <a:gd name="T2" fmla="*/ 10 w 177"/>
                <a:gd name="T3" fmla="*/ 299 h 763"/>
                <a:gd name="T4" fmla="*/ 53 w 177"/>
                <a:gd name="T5" fmla="*/ 361 h 763"/>
                <a:gd name="T6" fmla="*/ 56 w 177"/>
                <a:gd name="T7" fmla="*/ 714 h 763"/>
                <a:gd name="T8" fmla="*/ 106 w 177"/>
                <a:gd name="T9" fmla="*/ 763 h 763"/>
                <a:gd name="T10" fmla="*/ 106 w 177"/>
                <a:gd name="T11" fmla="*/ 763 h 763"/>
                <a:gd name="T12" fmla="*/ 156 w 177"/>
                <a:gd name="T13" fmla="*/ 713 h 763"/>
                <a:gd name="T14" fmla="*/ 153 w 177"/>
                <a:gd name="T15" fmla="*/ 333 h 763"/>
                <a:gd name="T16" fmla="*/ 153 w 177"/>
                <a:gd name="T17" fmla="*/ 326 h 763"/>
                <a:gd name="T18" fmla="*/ 153 w 177"/>
                <a:gd name="T19" fmla="*/ 309 h 763"/>
                <a:gd name="T20" fmla="*/ 175 w 177"/>
                <a:gd name="T21" fmla="*/ 104 h 763"/>
                <a:gd name="T22" fmla="*/ 177 w 177"/>
                <a:gd name="T23" fmla="*/ 93 h 763"/>
                <a:gd name="T24" fmla="*/ 129 w 177"/>
                <a:gd name="T25" fmla="*/ 111 h 763"/>
                <a:gd name="T26" fmla="*/ 115 w 177"/>
                <a:gd name="T27" fmla="*/ 114 h 763"/>
                <a:gd name="T28" fmla="*/ 77 w 177"/>
                <a:gd name="T29" fmla="*/ 88 h 763"/>
                <a:gd name="T30" fmla="*/ 100 w 177"/>
                <a:gd name="T31" fmla="*/ 37 h 763"/>
                <a:gd name="T32" fmla="*/ 153 w 177"/>
                <a:gd name="T33" fmla="*/ 16 h 763"/>
                <a:gd name="T34" fmla="*/ 137 w 177"/>
                <a:gd name="T35" fmla="*/ 8 h 763"/>
                <a:gd name="T36" fmla="*/ 33 w 177"/>
                <a:gd name="T37" fmla="*/ 77 h 7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7" h="763">
                  <a:moveTo>
                    <a:pt x="33" y="77"/>
                  </a:moveTo>
                  <a:cubicBezTo>
                    <a:pt x="6" y="157"/>
                    <a:pt x="0" y="210"/>
                    <a:pt x="10" y="299"/>
                  </a:cubicBezTo>
                  <a:cubicBezTo>
                    <a:pt x="17" y="334"/>
                    <a:pt x="34" y="352"/>
                    <a:pt x="53" y="361"/>
                  </a:cubicBezTo>
                  <a:cubicBezTo>
                    <a:pt x="56" y="714"/>
                    <a:pt x="56" y="714"/>
                    <a:pt x="56" y="714"/>
                  </a:cubicBezTo>
                  <a:cubicBezTo>
                    <a:pt x="56" y="741"/>
                    <a:pt x="78" y="763"/>
                    <a:pt x="106" y="763"/>
                  </a:cubicBezTo>
                  <a:cubicBezTo>
                    <a:pt x="106" y="763"/>
                    <a:pt x="106" y="763"/>
                    <a:pt x="106" y="763"/>
                  </a:cubicBezTo>
                  <a:cubicBezTo>
                    <a:pt x="133" y="763"/>
                    <a:pt x="156" y="741"/>
                    <a:pt x="156" y="713"/>
                  </a:cubicBezTo>
                  <a:cubicBezTo>
                    <a:pt x="153" y="333"/>
                    <a:pt x="153" y="333"/>
                    <a:pt x="153" y="333"/>
                  </a:cubicBezTo>
                  <a:cubicBezTo>
                    <a:pt x="153" y="330"/>
                    <a:pt x="153" y="328"/>
                    <a:pt x="153" y="326"/>
                  </a:cubicBezTo>
                  <a:cubicBezTo>
                    <a:pt x="153" y="321"/>
                    <a:pt x="153" y="315"/>
                    <a:pt x="153" y="309"/>
                  </a:cubicBezTo>
                  <a:cubicBezTo>
                    <a:pt x="153" y="265"/>
                    <a:pt x="164" y="160"/>
                    <a:pt x="175" y="104"/>
                  </a:cubicBezTo>
                  <a:cubicBezTo>
                    <a:pt x="176" y="100"/>
                    <a:pt x="176" y="97"/>
                    <a:pt x="177" y="93"/>
                  </a:cubicBezTo>
                  <a:cubicBezTo>
                    <a:pt x="129" y="111"/>
                    <a:pt x="129" y="111"/>
                    <a:pt x="129" y="111"/>
                  </a:cubicBezTo>
                  <a:cubicBezTo>
                    <a:pt x="125" y="113"/>
                    <a:pt x="120" y="114"/>
                    <a:pt x="115" y="114"/>
                  </a:cubicBezTo>
                  <a:cubicBezTo>
                    <a:pt x="98" y="114"/>
                    <a:pt x="83" y="104"/>
                    <a:pt x="77" y="88"/>
                  </a:cubicBezTo>
                  <a:cubicBezTo>
                    <a:pt x="70" y="68"/>
                    <a:pt x="80" y="45"/>
                    <a:pt x="100" y="37"/>
                  </a:cubicBezTo>
                  <a:cubicBezTo>
                    <a:pt x="153" y="16"/>
                    <a:pt x="153" y="16"/>
                    <a:pt x="153" y="16"/>
                  </a:cubicBezTo>
                  <a:cubicBezTo>
                    <a:pt x="148" y="12"/>
                    <a:pt x="143" y="10"/>
                    <a:pt x="137" y="8"/>
                  </a:cubicBezTo>
                  <a:cubicBezTo>
                    <a:pt x="103" y="0"/>
                    <a:pt x="53" y="18"/>
                    <a:pt x="33" y="7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7" name="Freeform 184"/>
            <p:cNvSpPr>
              <a:spLocks/>
            </p:cNvSpPr>
            <p:nvPr/>
          </p:nvSpPr>
          <p:spPr bwMode="auto">
            <a:xfrm>
              <a:off x="10963275" y="3425825"/>
              <a:ext cx="95250" cy="38100"/>
            </a:xfrm>
            <a:custGeom>
              <a:avLst/>
              <a:gdLst>
                <a:gd name="T0" fmla="*/ 24 w 65"/>
                <a:gd name="T1" fmla="*/ 7 h 26"/>
                <a:gd name="T2" fmla="*/ 5 w 65"/>
                <a:gd name="T3" fmla="*/ 22 h 26"/>
                <a:gd name="T4" fmla="*/ 1 w 65"/>
                <a:gd name="T5" fmla="*/ 26 h 26"/>
                <a:gd name="T6" fmla="*/ 65 w 65"/>
                <a:gd name="T7" fmla="*/ 26 h 26"/>
                <a:gd name="T8" fmla="*/ 60 w 65"/>
                <a:gd name="T9" fmla="*/ 22 h 26"/>
                <a:gd name="T10" fmla="*/ 41 w 65"/>
                <a:gd name="T11" fmla="*/ 7 h 26"/>
                <a:gd name="T12" fmla="*/ 38 w 65"/>
                <a:gd name="T13" fmla="*/ 0 h 26"/>
                <a:gd name="T14" fmla="*/ 26 w 65"/>
                <a:gd name="T15" fmla="*/ 5 h 26"/>
                <a:gd name="T16" fmla="*/ 24 w 65"/>
                <a:gd name="T17" fmla="*/ 7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26">
                  <a:moveTo>
                    <a:pt x="24" y="7"/>
                  </a:moveTo>
                  <a:cubicBezTo>
                    <a:pt x="16" y="20"/>
                    <a:pt x="7" y="21"/>
                    <a:pt x="5" y="22"/>
                  </a:cubicBezTo>
                  <a:cubicBezTo>
                    <a:pt x="2" y="23"/>
                    <a:pt x="0" y="25"/>
                    <a:pt x="1" y="26"/>
                  </a:cubicBezTo>
                  <a:cubicBezTo>
                    <a:pt x="65" y="26"/>
                    <a:pt x="65" y="26"/>
                    <a:pt x="65" y="26"/>
                  </a:cubicBezTo>
                  <a:cubicBezTo>
                    <a:pt x="65" y="25"/>
                    <a:pt x="63" y="23"/>
                    <a:pt x="60" y="22"/>
                  </a:cubicBezTo>
                  <a:cubicBezTo>
                    <a:pt x="58" y="21"/>
                    <a:pt x="49" y="20"/>
                    <a:pt x="41" y="7"/>
                  </a:cubicBezTo>
                  <a:cubicBezTo>
                    <a:pt x="40" y="5"/>
                    <a:pt x="39" y="3"/>
                    <a:pt x="38" y="0"/>
                  </a:cubicBezTo>
                  <a:cubicBezTo>
                    <a:pt x="26" y="5"/>
                    <a:pt x="26" y="5"/>
                    <a:pt x="26" y="5"/>
                  </a:cubicBezTo>
                  <a:cubicBezTo>
                    <a:pt x="25" y="6"/>
                    <a:pt x="25" y="7"/>
                    <a:pt x="24" y="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8" name="Freeform 185"/>
            <p:cNvSpPr>
              <a:spLocks/>
            </p:cNvSpPr>
            <p:nvPr/>
          </p:nvSpPr>
          <p:spPr bwMode="auto">
            <a:xfrm>
              <a:off x="10945813" y="3181350"/>
              <a:ext cx="130175" cy="139700"/>
            </a:xfrm>
            <a:custGeom>
              <a:avLst/>
              <a:gdLst>
                <a:gd name="T0" fmla="*/ 41 w 89"/>
                <a:gd name="T1" fmla="*/ 87 h 95"/>
                <a:gd name="T2" fmla="*/ 64 w 89"/>
                <a:gd name="T3" fmla="*/ 95 h 95"/>
                <a:gd name="T4" fmla="*/ 76 w 89"/>
                <a:gd name="T5" fmla="*/ 79 h 95"/>
                <a:gd name="T6" fmla="*/ 73 w 89"/>
                <a:gd name="T7" fmla="*/ 4 h 95"/>
                <a:gd name="T8" fmla="*/ 69 w 89"/>
                <a:gd name="T9" fmla="*/ 0 h 95"/>
                <a:gd name="T10" fmla="*/ 20 w 89"/>
                <a:gd name="T11" fmla="*/ 0 h 95"/>
                <a:gd name="T12" fmla="*/ 16 w 89"/>
                <a:gd name="T13" fmla="*/ 4 h 95"/>
                <a:gd name="T14" fmla="*/ 14 w 89"/>
                <a:gd name="T15" fmla="*/ 79 h 95"/>
                <a:gd name="T16" fmla="*/ 22 w 89"/>
                <a:gd name="T17" fmla="*/ 91 h 95"/>
                <a:gd name="T18" fmla="*/ 26 w 89"/>
                <a:gd name="T19" fmla="*/ 90 h 95"/>
                <a:gd name="T20" fmla="*/ 41 w 89"/>
                <a:gd name="T21" fmla="*/ 87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9" h="95">
                  <a:moveTo>
                    <a:pt x="41" y="87"/>
                  </a:moveTo>
                  <a:cubicBezTo>
                    <a:pt x="49" y="87"/>
                    <a:pt x="57" y="90"/>
                    <a:pt x="64" y="95"/>
                  </a:cubicBezTo>
                  <a:cubicBezTo>
                    <a:pt x="67" y="91"/>
                    <a:pt x="71" y="86"/>
                    <a:pt x="76" y="79"/>
                  </a:cubicBezTo>
                  <a:cubicBezTo>
                    <a:pt x="89" y="59"/>
                    <a:pt x="76" y="13"/>
                    <a:pt x="73" y="4"/>
                  </a:cubicBezTo>
                  <a:cubicBezTo>
                    <a:pt x="73" y="2"/>
                    <a:pt x="71" y="0"/>
                    <a:pt x="69" y="0"/>
                  </a:cubicBezTo>
                  <a:cubicBezTo>
                    <a:pt x="20" y="0"/>
                    <a:pt x="20" y="0"/>
                    <a:pt x="20" y="0"/>
                  </a:cubicBezTo>
                  <a:cubicBezTo>
                    <a:pt x="18" y="0"/>
                    <a:pt x="16" y="2"/>
                    <a:pt x="16" y="4"/>
                  </a:cubicBezTo>
                  <a:cubicBezTo>
                    <a:pt x="13" y="13"/>
                    <a:pt x="0" y="59"/>
                    <a:pt x="14" y="79"/>
                  </a:cubicBezTo>
                  <a:cubicBezTo>
                    <a:pt x="17" y="84"/>
                    <a:pt x="20" y="88"/>
                    <a:pt x="22" y="91"/>
                  </a:cubicBezTo>
                  <a:cubicBezTo>
                    <a:pt x="26" y="90"/>
                    <a:pt x="26" y="90"/>
                    <a:pt x="26" y="90"/>
                  </a:cubicBezTo>
                  <a:cubicBezTo>
                    <a:pt x="31" y="88"/>
                    <a:pt x="36" y="87"/>
                    <a:pt x="41" y="8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9" name="Freeform 186"/>
            <p:cNvSpPr>
              <a:spLocks/>
            </p:cNvSpPr>
            <p:nvPr/>
          </p:nvSpPr>
          <p:spPr bwMode="auto">
            <a:xfrm>
              <a:off x="10502900" y="3314700"/>
              <a:ext cx="555625" cy="274638"/>
            </a:xfrm>
            <a:custGeom>
              <a:avLst/>
              <a:gdLst>
                <a:gd name="T0" fmla="*/ 6 w 377"/>
                <a:gd name="T1" fmla="*/ 166 h 186"/>
                <a:gd name="T2" fmla="*/ 36 w 377"/>
                <a:gd name="T3" fmla="*/ 186 h 186"/>
                <a:gd name="T4" fmla="*/ 47 w 377"/>
                <a:gd name="T5" fmla="*/ 184 h 186"/>
                <a:gd name="T6" fmla="*/ 352 w 377"/>
                <a:gd name="T7" fmla="*/ 66 h 186"/>
                <a:gd name="T8" fmla="*/ 371 w 377"/>
                <a:gd name="T9" fmla="*/ 24 h 186"/>
                <a:gd name="T10" fmla="*/ 329 w 377"/>
                <a:gd name="T11" fmla="*/ 6 h 186"/>
                <a:gd name="T12" fmla="*/ 24 w 377"/>
                <a:gd name="T13" fmla="*/ 124 h 186"/>
                <a:gd name="T14" fmla="*/ 6 w 377"/>
                <a:gd name="T15" fmla="*/ 166 h 18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7" h="186">
                  <a:moveTo>
                    <a:pt x="6" y="166"/>
                  </a:moveTo>
                  <a:cubicBezTo>
                    <a:pt x="11" y="178"/>
                    <a:pt x="23" y="186"/>
                    <a:pt x="36" y="186"/>
                  </a:cubicBezTo>
                  <a:cubicBezTo>
                    <a:pt x="40" y="186"/>
                    <a:pt x="44" y="185"/>
                    <a:pt x="47" y="184"/>
                  </a:cubicBezTo>
                  <a:cubicBezTo>
                    <a:pt x="352" y="66"/>
                    <a:pt x="352" y="66"/>
                    <a:pt x="352" y="66"/>
                  </a:cubicBezTo>
                  <a:cubicBezTo>
                    <a:pt x="369" y="59"/>
                    <a:pt x="377" y="41"/>
                    <a:pt x="371" y="24"/>
                  </a:cubicBezTo>
                  <a:cubicBezTo>
                    <a:pt x="364" y="8"/>
                    <a:pt x="346" y="0"/>
                    <a:pt x="329" y="6"/>
                  </a:cubicBezTo>
                  <a:cubicBezTo>
                    <a:pt x="24" y="124"/>
                    <a:pt x="24" y="124"/>
                    <a:pt x="24" y="124"/>
                  </a:cubicBezTo>
                  <a:cubicBezTo>
                    <a:pt x="8" y="131"/>
                    <a:pt x="0" y="149"/>
                    <a:pt x="6" y="16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0" name="Freeform 187"/>
            <p:cNvSpPr>
              <a:spLocks/>
            </p:cNvSpPr>
            <p:nvPr/>
          </p:nvSpPr>
          <p:spPr bwMode="auto">
            <a:xfrm>
              <a:off x="11433175" y="3136900"/>
              <a:ext cx="292100" cy="290513"/>
            </a:xfrm>
            <a:custGeom>
              <a:avLst/>
              <a:gdLst>
                <a:gd name="T0" fmla="*/ 120 w 198"/>
                <a:gd name="T1" fmla="*/ 186 h 197"/>
                <a:gd name="T2" fmla="*/ 187 w 198"/>
                <a:gd name="T3" fmla="*/ 78 h 197"/>
                <a:gd name="T4" fmla="*/ 79 w 198"/>
                <a:gd name="T5" fmla="*/ 11 h 197"/>
                <a:gd name="T6" fmla="*/ 11 w 198"/>
                <a:gd name="T7" fmla="*/ 119 h 197"/>
                <a:gd name="T8" fmla="*/ 120 w 198"/>
                <a:gd name="T9" fmla="*/ 186 h 197"/>
              </a:gdLst>
              <a:ahLst/>
              <a:cxnLst>
                <a:cxn ang="0">
                  <a:pos x="T0" y="T1"/>
                </a:cxn>
                <a:cxn ang="0">
                  <a:pos x="T2" y="T3"/>
                </a:cxn>
                <a:cxn ang="0">
                  <a:pos x="T4" y="T5"/>
                </a:cxn>
                <a:cxn ang="0">
                  <a:pos x="T6" y="T7"/>
                </a:cxn>
                <a:cxn ang="0">
                  <a:pos x="T8" y="T9"/>
                </a:cxn>
              </a:cxnLst>
              <a:rect l="0" t="0" r="r" b="b"/>
              <a:pathLst>
                <a:path w="198" h="197">
                  <a:moveTo>
                    <a:pt x="120" y="186"/>
                  </a:moveTo>
                  <a:cubicBezTo>
                    <a:pt x="168" y="175"/>
                    <a:pt x="198" y="126"/>
                    <a:pt x="187" y="78"/>
                  </a:cubicBezTo>
                  <a:cubicBezTo>
                    <a:pt x="175" y="30"/>
                    <a:pt x="127" y="0"/>
                    <a:pt x="79" y="11"/>
                  </a:cubicBezTo>
                  <a:cubicBezTo>
                    <a:pt x="30" y="22"/>
                    <a:pt x="0" y="70"/>
                    <a:pt x="11" y="119"/>
                  </a:cubicBezTo>
                  <a:cubicBezTo>
                    <a:pt x="23" y="167"/>
                    <a:pt x="71" y="197"/>
                    <a:pt x="120" y="18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1" name="Freeform 188"/>
            <p:cNvSpPr>
              <a:spLocks/>
            </p:cNvSpPr>
            <p:nvPr/>
          </p:nvSpPr>
          <p:spPr bwMode="auto">
            <a:xfrm>
              <a:off x="11126788" y="3181350"/>
              <a:ext cx="131763" cy="282575"/>
            </a:xfrm>
            <a:custGeom>
              <a:avLst/>
              <a:gdLst>
                <a:gd name="T0" fmla="*/ 16 w 89"/>
                <a:gd name="T1" fmla="*/ 4 h 192"/>
                <a:gd name="T2" fmla="*/ 13 w 89"/>
                <a:gd name="T3" fmla="*/ 79 h 192"/>
                <a:gd name="T4" fmla="*/ 37 w 89"/>
                <a:gd name="T5" fmla="*/ 112 h 192"/>
                <a:gd name="T6" fmla="*/ 36 w 89"/>
                <a:gd name="T7" fmla="*/ 173 h 192"/>
                <a:gd name="T8" fmla="*/ 17 w 89"/>
                <a:gd name="T9" fmla="*/ 188 h 192"/>
                <a:gd name="T10" fmla="*/ 12 w 89"/>
                <a:gd name="T11" fmla="*/ 192 h 192"/>
                <a:gd name="T12" fmla="*/ 76 w 89"/>
                <a:gd name="T13" fmla="*/ 192 h 192"/>
                <a:gd name="T14" fmla="*/ 72 w 89"/>
                <a:gd name="T15" fmla="*/ 188 h 192"/>
                <a:gd name="T16" fmla="*/ 53 w 89"/>
                <a:gd name="T17" fmla="*/ 173 h 192"/>
                <a:gd name="T18" fmla="*/ 52 w 89"/>
                <a:gd name="T19" fmla="*/ 112 h 192"/>
                <a:gd name="T20" fmla="*/ 76 w 89"/>
                <a:gd name="T21" fmla="*/ 79 h 192"/>
                <a:gd name="T22" fmla="*/ 73 w 89"/>
                <a:gd name="T23" fmla="*/ 4 h 192"/>
                <a:gd name="T24" fmla="*/ 69 w 89"/>
                <a:gd name="T25" fmla="*/ 0 h 192"/>
                <a:gd name="T26" fmla="*/ 20 w 89"/>
                <a:gd name="T27" fmla="*/ 0 h 192"/>
                <a:gd name="T28" fmla="*/ 16 w 89"/>
                <a:gd name="T29" fmla="*/ 4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9" h="192">
                  <a:moveTo>
                    <a:pt x="16" y="4"/>
                  </a:moveTo>
                  <a:cubicBezTo>
                    <a:pt x="13" y="13"/>
                    <a:pt x="0" y="59"/>
                    <a:pt x="13" y="79"/>
                  </a:cubicBezTo>
                  <a:cubicBezTo>
                    <a:pt x="28" y="100"/>
                    <a:pt x="34" y="104"/>
                    <a:pt x="37" y="112"/>
                  </a:cubicBezTo>
                  <a:cubicBezTo>
                    <a:pt x="40" y="121"/>
                    <a:pt x="45" y="160"/>
                    <a:pt x="36" y="173"/>
                  </a:cubicBezTo>
                  <a:cubicBezTo>
                    <a:pt x="28" y="186"/>
                    <a:pt x="19" y="187"/>
                    <a:pt x="17" y="188"/>
                  </a:cubicBezTo>
                  <a:cubicBezTo>
                    <a:pt x="14" y="189"/>
                    <a:pt x="12" y="191"/>
                    <a:pt x="12" y="192"/>
                  </a:cubicBezTo>
                  <a:cubicBezTo>
                    <a:pt x="76" y="192"/>
                    <a:pt x="76" y="192"/>
                    <a:pt x="76" y="192"/>
                  </a:cubicBezTo>
                  <a:cubicBezTo>
                    <a:pt x="77" y="191"/>
                    <a:pt x="75" y="189"/>
                    <a:pt x="72" y="188"/>
                  </a:cubicBezTo>
                  <a:cubicBezTo>
                    <a:pt x="70" y="187"/>
                    <a:pt x="61" y="186"/>
                    <a:pt x="53" y="173"/>
                  </a:cubicBezTo>
                  <a:cubicBezTo>
                    <a:pt x="44" y="160"/>
                    <a:pt x="49" y="121"/>
                    <a:pt x="52" y="112"/>
                  </a:cubicBezTo>
                  <a:cubicBezTo>
                    <a:pt x="55" y="104"/>
                    <a:pt x="61" y="100"/>
                    <a:pt x="76" y="79"/>
                  </a:cubicBezTo>
                  <a:cubicBezTo>
                    <a:pt x="89" y="59"/>
                    <a:pt x="76" y="13"/>
                    <a:pt x="73" y="4"/>
                  </a:cubicBezTo>
                  <a:cubicBezTo>
                    <a:pt x="73" y="2"/>
                    <a:pt x="71" y="0"/>
                    <a:pt x="69" y="0"/>
                  </a:cubicBezTo>
                  <a:cubicBezTo>
                    <a:pt x="20" y="0"/>
                    <a:pt x="20" y="0"/>
                    <a:pt x="20" y="0"/>
                  </a:cubicBezTo>
                  <a:cubicBezTo>
                    <a:pt x="18" y="0"/>
                    <a:pt x="16" y="2"/>
                    <a:pt x="16" y="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2" name="Freeform 189"/>
            <p:cNvSpPr>
              <a:spLocks/>
            </p:cNvSpPr>
            <p:nvPr/>
          </p:nvSpPr>
          <p:spPr bwMode="auto">
            <a:xfrm>
              <a:off x="11472863" y="3503613"/>
              <a:ext cx="222250" cy="449263"/>
            </a:xfrm>
            <a:custGeom>
              <a:avLst/>
              <a:gdLst>
                <a:gd name="T0" fmla="*/ 132 w 150"/>
                <a:gd name="T1" fmla="*/ 197 h 304"/>
                <a:gd name="T2" fmla="*/ 150 w 150"/>
                <a:gd name="T3" fmla="*/ 103 h 304"/>
                <a:gd name="T4" fmla="*/ 138 w 150"/>
                <a:gd name="T5" fmla="*/ 25 h 304"/>
                <a:gd name="T6" fmla="*/ 97 w 150"/>
                <a:gd name="T7" fmla="*/ 6 h 304"/>
                <a:gd name="T8" fmla="*/ 78 w 150"/>
                <a:gd name="T9" fmla="*/ 47 h 304"/>
                <a:gd name="T10" fmla="*/ 78 w 150"/>
                <a:gd name="T11" fmla="*/ 47 h 304"/>
                <a:gd name="T12" fmla="*/ 86 w 150"/>
                <a:gd name="T13" fmla="*/ 103 h 304"/>
                <a:gd name="T14" fmla="*/ 73 w 150"/>
                <a:gd name="T15" fmla="*/ 172 h 304"/>
                <a:gd name="T16" fmla="*/ 16 w 150"/>
                <a:gd name="T17" fmla="*/ 247 h 304"/>
                <a:gd name="T18" fmla="*/ 11 w 150"/>
                <a:gd name="T19" fmla="*/ 292 h 304"/>
                <a:gd name="T20" fmla="*/ 36 w 150"/>
                <a:gd name="T21" fmla="*/ 304 h 304"/>
                <a:gd name="T22" fmla="*/ 56 w 150"/>
                <a:gd name="T23" fmla="*/ 297 h 304"/>
                <a:gd name="T24" fmla="*/ 132 w 150"/>
                <a:gd name="T25" fmla="*/ 197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0" h="304">
                  <a:moveTo>
                    <a:pt x="132" y="197"/>
                  </a:moveTo>
                  <a:cubicBezTo>
                    <a:pt x="146" y="163"/>
                    <a:pt x="150" y="130"/>
                    <a:pt x="150" y="103"/>
                  </a:cubicBezTo>
                  <a:cubicBezTo>
                    <a:pt x="150" y="58"/>
                    <a:pt x="139" y="27"/>
                    <a:pt x="138" y="25"/>
                  </a:cubicBezTo>
                  <a:cubicBezTo>
                    <a:pt x="132" y="8"/>
                    <a:pt x="113" y="0"/>
                    <a:pt x="97" y="6"/>
                  </a:cubicBezTo>
                  <a:cubicBezTo>
                    <a:pt x="80" y="12"/>
                    <a:pt x="72" y="31"/>
                    <a:pt x="78" y="47"/>
                  </a:cubicBezTo>
                  <a:cubicBezTo>
                    <a:pt x="78" y="47"/>
                    <a:pt x="78" y="47"/>
                    <a:pt x="78" y="47"/>
                  </a:cubicBezTo>
                  <a:cubicBezTo>
                    <a:pt x="79" y="49"/>
                    <a:pt x="86" y="72"/>
                    <a:pt x="86" y="103"/>
                  </a:cubicBezTo>
                  <a:cubicBezTo>
                    <a:pt x="86" y="124"/>
                    <a:pt x="83" y="148"/>
                    <a:pt x="73" y="172"/>
                  </a:cubicBezTo>
                  <a:cubicBezTo>
                    <a:pt x="62" y="197"/>
                    <a:pt x="45" y="223"/>
                    <a:pt x="16" y="247"/>
                  </a:cubicBezTo>
                  <a:cubicBezTo>
                    <a:pt x="2" y="259"/>
                    <a:pt x="0" y="279"/>
                    <a:pt x="11" y="292"/>
                  </a:cubicBezTo>
                  <a:cubicBezTo>
                    <a:pt x="18" y="300"/>
                    <a:pt x="27" y="304"/>
                    <a:pt x="36" y="304"/>
                  </a:cubicBezTo>
                  <a:cubicBezTo>
                    <a:pt x="43" y="304"/>
                    <a:pt x="50" y="302"/>
                    <a:pt x="56" y="297"/>
                  </a:cubicBezTo>
                  <a:cubicBezTo>
                    <a:pt x="94" y="266"/>
                    <a:pt x="118" y="231"/>
                    <a:pt x="132" y="19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3" name="Freeform 190"/>
            <p:cNvSpPr>
              <a:spLocks/>
            </p:cNvSpPr>
            <p:nvPr/>
          </p:nvSpPr>
          <p:spPr bwMode="auto">
            <a:xfrm>
              <a:off x="10917238" y="3135313"/>
              <a:ext cx="57150" cy="42863"/>
            </a:xfrm>
            <a:custGeom>
              <a:avLst/>
              <a:gdLst>
                <a:gd name="T0" fmla="*/ 28 w 39"/>
                <a:gd name="T1" fmla="*/ 0 h 29"/>
                <a:gd name="T2" fmla="*/ 4 w 39"/>
                <a:gd name="T3" fmla="*/ 12 h 29"/>
                <a:gd name="T4" fmla="*/ 0 w 39"/>
                <a:gd name="T5" fmla="*/ 25 h 29"/>
                <a:gd name="T6" fmla="*/ 4 w 39"/>
                <a:gd name="T7" fmla="*/ 29 h 29"/>
                <a:gd name="T8" fmla="*/ 4 w 39"/>
                <a:gd name="T9" fmla="*/ 29 h 29"/>
                <a:gd name="T10" fmla="*/ 8 w 39"/>
                <a:gd name="T11" fmla="*/ 25 h 29"/>
                <a:gd name="T12" fmla="*/ 8 w 39"/>
                <a:gd name="T13" fmla="*/ 25 h 29"/>
                <a:gd name="T14" fmla="*/ 9 w 39"/>
                <a:gd name="T15" fmla="*/ 23 h 29"/>
                <a:gd name="T16" fmla="*/ 28 w 39"/>
                <a:gd name="T17" fmla="*/ 8 h 29"/>
                <a:gd name="T18" fmla="*/ 34 w 39"/>
                <a:gd name="T19" fmla="*/ 8 h 29"/>
                <a:gd name="T20" fmla="*/ 38 w 39"/>
                <a:gd name="T21" fmla="*/ 5 h 29"/>
                <a:gd name="T22" fmla="*/ 35 w 39"/>
                <a:gd name="T23" fmla="*/ 0 h 29"/>
                <a:gd name="T24" fmla="*/ 28 w 39"/>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29">
                  <a:moveTo>
                    <a:pt x="28" y="0"/>
                  </a:moveTo>
                  <a:cubicBezTo>
                    <a:pt x="15" y="0"/>
                    <a:pt x="7" y="6"/>
                    <a:pt x="4" y="12"/>
                  </a:cubicBezTo>
                  <a:cubicBezTo>
                    <a:pt x="0" y="19"/>
                    <a:pt x="0" y="25"/>
                    <a:pt x="0" y="25"/>
                  </a:cubicBezTo>
                  <a:cubicBezTo>
                    <a:pt x="0" y="27"/>
                    <a:pt x="2" y="29"/>
                    <a:pt x="4" y="29"/>
                  </a:cubicBezTo>
                  <a:cubicBezTo>
                    <a:pt x="4" y="29"/>
                    <a:pt x="4" y="29"/>
                    <a:pt x="4" y="29"/>
                  </a:cubicBezTo>
                  <a:cubicBezTo>
                    <a:pt x="6" y="29"/>
                    <a:pt x="8" y="28"/>
                    <a:pt x="8" y="25"/>
                  </a:cubicBezTo>
                  <a:cubicBezTo>
                    <a:pt x="8" y="25"/>
                    <a:pt x="8" y="25"/>
                    <a:pt x="8" y="25"/>
                  </a:cubicBezTo>
                  <a:cubicBezTo>
                    <a:pt x="8" y="25"/>
                    <a:pt x="8" y="24"/>
                    <a:pt x="9" y="23"/>
                  </a:cubicBezTo>
                  <a:cubicBezTo>
                    <a:pt x="10" y="17"/>
                    <a:pt x="13" y="8"/>
                    <a:pt x="28" y="8"/>
                  </a:cubicBezTo>
                  <a:cubicBezTo>
                    <a:pt x="29" y="8"/>
                    <a:pt x="31" y="8"/>
                    <a:pt x="34" y="8"/>
                  </a:cubicBezTo>
                  <a:cubicBezTo>
                    <a:pt x="36" y="9"/>
                    <a:pt x="38" y="7"/>
                    <a:pt x="38" y="5"/>
                  </a:cubicBezTo>
                  <a:cubicBezTo>
                    <a:pt x="39" y="3"/>
                    <a:pt x="37" y="1"/>
                    <a:pt x="35" y="0"/>
                  </a:cubicBezTo>
                  <a:cubicBezTo>
                    <a:pt x="32" y="0"/>
                    <a:pt x="30" y="0"/>
                    <a:pt x="28"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4" name="Freeform 191"/>
            <p:cNvSpPr>
              <a:spLocks/>
            </p:cNvSpPr>
            <p:nvPr/>
          </p:nvSpPr>
          <p:spPr bwMode="auto">
            <a:xfrm>
              <a:off x="10890250" y="3106738"/>
              <a:ext cx="80963" cy="63500"/>
            </a:xfrm>
            <a:custGeom>
              <a:avLst/>
              <a:gdLst>
                <a:gd name="T0" fmla="*/ 51 w 55"/>
                <a:gd name="T1" fmla="*/ 1 h 43"/>
                <a:gd name="T2" fmla="*/ 45 w 55"/>
                <a:gd name="T3" fmla="*/ 0 h 43"/>
                <a:gd name="T4" fmla="*/ 7 w 55"/>
                <a:gd name="T5" fmla="*/ 20 h 43"/>
                <a:gd name="T6" fmla="*/ 0 w 55"/>
                <a:gd name="T7" fmla="*/ 39 h 43"/>
                <a:gd name="T8" fmla="*/ 3 w 55"/>
                <a:gd name="T9" fmla="*/ 43 h 43"/>
                <a:gd name="T10" fmla="*/ 4 w 55"/>
                <a:gd name="T11" fmla="*/ 43 h 43"/>
                <a:gd name="T12" fmla="*/ 8 w 55"/>
                <a:gd name="T13" fmla="*/ 40 h 43"/>
                <a:gd name="T14" fmla="*/ 8 w 55"/>
                <a:gd name="T15" fmla="*/ 40 h 43"/>
                <a:gd name="T16" fmla="*/ 9 w 55"/>
                <a:gd name="T17" fmla="*/ 35 h 43"/>
                <a:gd name="T18" fmla="*/ 45 w 55"/>
                <a:gd name="T19" fmla="*/ 8 h 43"/>
                <a:gd name="T20" fmla="*/ 51 w 55"/>
                <a:gd name="T21" fmla="*/ 9 h 43"/>
                <a:gd name="T22" fmla="*/ 55 w 55"/>
                <a:gd name="T23" fmla="*/ 5 h 43"/>
                <a:gd name="T24" fmla="*/ 51 w 55"/>
                <a:gd name="T25" fmla="*/ 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5" h="43">
                  <a:moveTo>
                    <a:pt x="51" y="1"/>
                  </a:moveTo>
                  <a:cubicBezTo>
                    <a:pt x="49" y="1"/>
                    <a:pt x="47" y="0"/>
                    <a:pt x="45" y="0"/>
                  </a:cubicBezTo>
                  <a:cubicBezTo>
                    <a:pt x="25" y="0"/>
                    <a:pt x="13" y="10"/>
                    <a:pt x="7" y="20"/>
                  </a:cubicBezTo>
                  <a:cubicBezTo>
                    <a:pt x="1" y="29"/>
                    <a:pt x="0" y="39"/>
                    <a:pt x="0" y="39"/>
                  </a:cubicBezTo>
                  <a:cubicBezTo>
                    <a:pt x="0" y="41"/>
                    <a:pt x="1" y="43"/>
                    <a:pt x="3" y="43"/>
                  </a:cubicBezTo>
                  <a:cubicBezTo>
                    <a:pt x="3" y="43"/>
                    <a:pt x="4" y="43"/>
                    <a:pt x="4" y="43"/>
                  </a:cubicBezTo>
                  <a:cubicBezTo>
                    <a:pt x="6" y="43"/>
                    <a:pt x="8" y="42"/>
                    <a:pt x="8" y="40"/>
                  </a:cubicBezTo>
                  <a:cubicBezTo>
                    <a:pt x="8" y="40"/>
                    <a:pt x="8" y="40"/>
                    <a:pt x="8" y="40"/>
                  </a:cubicBezTo>
                  <a:cubicBezTo>
                    <a:pt x="8" y="40"/>
                    <a:pt x="8" y="38"/>
                    <a:pt x="9" y="35"/>
                  </a:cubicBezTo>
                  <a:cubicBezTo>
                    <a:pt x="12" y="26"/>
                    <a:pt x="19" y="9"/>
                    <a:pt x="45" y="8"/>
                  </a:cubicBezTo>
                  <a:cubicBezTo>
                    <a:pt x="47" y="8"/>
                    <a:pt x="49" y="9"/>
                    <a:pt x="51" y="9"/>
                  </a:cubicBezTo>
                  <a:cubicBezTo>
                    <a:pt x="53" y="9"/>
                    <a:pt x="55" y="7"/>
                    <a:pt x="55" y="5"/>
                  </a:cubicBezTo>
                  <a:cubicBezTo>
                    <a:pt x="55" y="3"/>
                    <a:pt x="54" y="1"/>
                    <a:pt x="51" y="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5" name="Freeform 192"/>
            <p:cNvSpPr>
              <a:spLocks/>
            </p:cNvSpPr>
            <p:nvPr/>
          </p:nvSpPr>
          <p:spPr bwMode="auto">
            <a:xfrm>
              <a:off x="11218863" y="3133725"/>
              <a:ext cx="50800" cy="50800"/>
            </a:xfrm>
            <a:custGeom>
              <a:avLst/>
              <a:gdLst>
                <a:gd name="T0" fmla="*/ 4 w 35"/>
                <a:gd name="T1" fmla="*/ 8 h 34"/>
                <a:gd name="T2" fmla="*/ 4 w 35"/>
                <a:gd name="T3" fmla="*/ 8 h 34"/>
                <a:gd name="T4" fmla="*/ 7 w 35"/>
                <a:gd name="T5" fmla="*/ 9 h 34"/>
                <a:gd name="T6" fmla="*/ 27 w 35"/>
                <a:gd name="T7" fmla="*/ 30 h 34"/>
                <a:gd name="T8" fmla="*/ 31 w 35"/>
                <a:gd name="T9" fmla="*/ 34 h 34"/>
                <a:gd name="T10" fmla="*/ 31 w 35"/>
                <a:gd name="T11" fmla="*/ 34 h 34"/>
                <a:gd name="T12" fmla="*/ 35 w 35"/>
                <a:gd name="T13" fmla="*/ 29 h 34"/>
                <a:gd name="T14" fmla="*/ 18 w 35"/>
                <a:gd name="T15" fmla="*/ 6 h 34"/>
                <a:gd name="T16" fmla="*/ 5 w 35"/>
                <a:gd name="T17" fmla="*/ 0 h 34"/>
                <a:gd name="T18" fmla="*/ 0 w 35"/>
                <a:gd name="T19" fmla="*/ 4 h 34"/>
                <a:gd name="T20" fmla="*/ 4 w 35"/>
                <a:gd name="T21" fmla="*/ 8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 h="34">
                  <a:moveTo>
                    <a:pt x="4" y="8"/>
                  </a:moveTo>
                  <a:cubicBezTo>
                    <a:pt x="4" y="8"/>
                    <a:pt x="4" y="8"/>
                    <a:pt x="4" y="8"/>
                  </a:cubicBezTo>
                  <a:cubicBezTo>
                    <a:pt x="4" y="8"/>
                    <a:pt x="5" y="9"/>
                    <a:pt x="7" y="9"/>
                  </a:cubicBezTo>
                  <a:cubicBezTo>
                    <a:pt x="13" y="11"/>
                    <a:pt x="25" y="16"/>
                    <a:pt x="27" y="30"/>
                  </a:cubicBezTo>
                  <a:cubicBezTo>
                    <a:pt x="27" y="32"/>
                    <a:pt x="29" y="34"/>
                    <a:pt x="31" y="34"/>
                  </a:cubicBezTo>
                  <a:cubicBezTo>
                    <a:pt x="31" y="34"/>
                    <a:pt x="31" y="34"/>
                    <a:pt x="31" y="34"/>
                  </a:cubicBezTo>
                  <a:cubicBezTo>
                    <a:pt x="33" y="34"/>
                    <a:pt x="35" y="32"/>
                    <a:pt x="35" y="29"/>
                  </a:cubicBezTo>
                  <a:cubicBezTo>
                    <a:pt x="33" y="17"/>
                    <a:pt x="25" y="9"/>
                    <a:pt x="18" y="6"/>
                  </a:cubicBezTo>
                  <a:cubicBezTo>
                    <a:pt x="12" y="1"/>
                    <a:pt x="5" y="1"/>
                    <a:pt x="5" y="0"/>
                  </a:cubicBezTo>
                  <a:cubicBezTo>
                    <a:pt x="3" y="0"/>
                    <a:pt x="1" y="2"/>
                    <a:pt x="0" y="4"/>
                  </a:cubicBezTo>
                  <a:cubicBezTo>
                    <a:pt x="0" y="6"/>
                    <a:pt x="2" y="8"/>
                    <a:pt x="4" y="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6" name="Freeform 193"/>
            <p:cNvSpPr>
              <a:spLocks/>
            </p:cNvSpPr>
            <p:nvPr/>
          </p:nvSpPr>
          <p:spPr bwMode="auto">
            <a:xfrm>
              <a:off x="11218863" y="3105150"/>
              <a:ext cx="77788" cy="71438"/>
            </a:xfrm>
            <a:custGeom>
              <a:avLst/>
              <a:gdLst>
                <a:gd name="T0" fmla="*/ 5 w 52"/>
                <a:gd name="T1" fmla="*/ 8 h 48"/>
                <a:gd name="T2" fmla="*/ 5 w 52"/>
                <a:gd name="T3" fmla="*/ 8 h 48"/>
                <a:gd name="T4" fmla="*/ 7 w 52"/>
                <a:gd name="T5" fmla="*/ 8 h 48"/>
                <a:gd name="T6" fmla="*/ 26 w 52"/>
                <a:gd name="T7" fmla="*/ 14 h 48"/>
                <a:gd name="T8" fmla="*/ 44 w 52"/>
                <a:gd name="T9" fmla="*/ 45 h 48"/>
                <a:gd name="T10" fmla="*/ 48 w 52"/>
                <a:gd name="T11" fmla="*/ 48 h 48"/>
                <a:gd name="T12" fmla="*/ 48 w 52"/>
                <a:gd name="T13" fmla="*/ 48 h 48"/>
                <a:gd name="T14" fmla="*/ 52 w 52"/>
                <a:gd name="T15" fmla="*/ 44 h 48"/>
                <a:gd name="T16" fmla="*/ 31 w 52"/>
                <a:gd name="T17" fmla="*/ 7 h 48"/>
                <a:gd name="T18" fmla="*/ 7 w 52"/>
                <a:gd name="T19" fmla="*/ 0 h 48"/>
                <a:gd name="T20" fmla="*/ 4 w 52"/>
                <a:gd name="T21" fmla="*/ 0 h 48"/>
                <a:gd name="T22" fmla="*/ 1 w 52"/>
                <a:gd name="T23" fmla="*/ 5 h 48"/>
                <a:gd name="T24" fmla="*/ 5 w 52"/>
                <a:gd name="T25" fmla="*/ 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2" h="48">
                  <a:moveTo>
                    <a:pt x="5" y="8"/>
                  </a:moveTo>
                  <a:cubicBezTo>
                    <a:pt x="5" y="8"/>
                    <a:pt x="5" y="8"/>
                    <a:pt x="5" y="8"/>
                  </a:cubicBezTo>
                  <a:cubicBezTo>
                    <a:pt x="5" y="8"/>
                    <a:pt x="5" y="8"/>
                    <a:pt x="7" y="8"/>
                  </a:cubicBezTo>
                  <a:cubicBezTo>
                    <a:pt x="10" y="8"/>
                    <a:pt x="19" y="9"/>
                    <a:pt x="26" y="14"/>
                  </a:cubicBezTo>
                  <a:cubicBezTo>
                    <a:pt x="34" y="19"/>
                    <a:pt x="42" y="27"/>
                    <a:pt x="44" y="45"/>
                  </a:cubicBezTo>
                  <a:cubicBezTo>
                    <a:pt x="44" y="47"/>
                    <a:pt x="46" y="48"/>
                    <a:pt x="48" y="48"/>
                  </a:cubicBezTo>
                  <a:cubicBezTo>
                    <a:pt x="48" y="48"/>
                    <a:pt x="48" y="48"/>
                    <a:pt x="48" y="48"/>
                  </a:cubicBezTo>
                  <a:cubicBezTo>
                    <a:pt x="50" y="48"/>
                    <a:pt x="52" y="46"/>
                    <a:pt x="52" y="44"/>
                  </a:cubicBezTo>
                  <a:cubicBezTo>
                    <a:pt x="50" y="24"/>
                    <a:pt x="40" y="13"/>
                    <a:pt x="31" y="7"/>
                  </a:cubicBezTo>
                  <a:cubicBezTo>
                    <a:pt x="21" y="1"/>
                    <a:pt x="11" y="0"/>
                    <a:pt x="7" y="0"/>
                  </a:cubicBezTo>
                  <a:cubicBezTo>
                    <a:pt x="5" y="0"/>
                    <a:pt x="4" y="0"/>
                    <a:pt x="4" y="0"/>
                  </a:cubicBezTo>
                  <a:cubicBezTo>
                    <a:pt x="2" y="1"/>
                    <a:pt x="0" y="3"/>
                    <a:pt x="1" y="5"/>
                  </a:cubicBezTo>
                  <a:cubicBezTo>
                    <a:pt x="1" y="7"/>
                    <a:pt x="3" y="9"/>
                    <a:pt x="5" y="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207" name="组合 206"/>
          <p:cNvGrpSpPr/>
          <p:nvPr/>
        </p:nvGrpSpPr>
        <p:grpSpPr>
          <a:xfrm>
            <a:off x="6584950" y="4708525"/>
            <a:ext cx="795338" cy="1550988"/>
            <a:chOff x="6584950" y="4708525"/>
            <a:chExt cx="795338" cy="1550988"/>
          </a:xfrm>
          <a:solidFill>
            <a:schemeClr val="tx1">
              <a:lumMod val="65000"/>
              <a:lumOff val="35000"/>
            </a:schemeClr>
          </a:solidFill>
        </p:grpSpPr>
        <p:sp>
          <p:nvSpPr>
            <p:cNvPr id="208" name="Freeform 194"/>
            <p:cNvSpPr>
              <a:spLocks/>
            </p:cNvSpPr>
            <p:nvPr/>
          </p:nvSpPr>
          <p:spPr bwMode="auto">
            <a:xfrm>
              <a:off x="6996113" y="4708525"/>
              <a:ext cx="125413" cy="153988"/>
            </a:xfrm>
            <a:custGeom>
              <a:avLst/>
              <a:gdLst>
                <a:gd name="T0" fmla="*/ 85 w 85"/>
                <a:gd name="T1" fmla="*/ 104 h 104"/>
                <a:gd name="T2" fmla="*/ 45 w 85"/>
                <a:gd name="T3" fmla="*/ 0 h 104"/>
                <a:gd name="T4" fmla="*/ 39 w 85"/>
                <a:gd name="T5" fmla="*/ 0 h 104"/>
                <a:gd name="T6" fmla="*/ 0 w 85"/>
                <a:gd name="T7" fmla="*/ 104 h 104"/>
                <a:gd name="T8" fmla="*/ 42 w 85"/>
                <a:gd name="T9" fmla="*/ 95 h 104"/>
                <a:gd name="T10" fmla="*/ 85 w 85"/>
                <a:gd name="T11" fmla="*/ 104 h 104"/>
              </a:gdLst>
              <a:ahLst/>
              <a:cxnLst>
                <a:cxn ang="0">
                  <a:pos x="T0" y="T1"/>
                </a:cxn>
                <a:cxn ang="0">
                  <a:pos x="T2" y="T3"/>
                </a:cxn>
                <a:cxn ang="0">
                  <a:pos x="T4" y="T5"/>
                </a:cxn>
                <a:cxn ang="0">
                  <a:pos x="T6" y="T7"/>
                </a:cxn>
                <a:cxn ang="0">
                  <a:pos x="T8" y="T9"/>
                </a:cxn>
                <a:cxn ang="0">
                  <a:pos x="T10" y="T11"/>
                </a:cxn>
              </a:cxnLst>
              <a:rect l="0" t="0" r="r" b="b"/>
              <a:pathLst>
                <a:path w="85" h="104">
                  <a:moveTo>
                    <a:pt x="85" y="104"/>
                  </a:moveTo>
                  <a:cubicBezTo>
                    <a:pt x="45" y="0"/>
                    <a:pt x="45" y="0"/>
                    <a:pt x="45" y="0"/>
                  </a:cubicBezTo>
                  <a:cubicBezTo>
                    <a:pt x="39" y="0"/>
                    <a:pt x="39" y="0"/>
                    <a:pt x="39" y="0"/>
                  </a:cubicBezTo>
                  <a:cubicBezTo>
                    <a:pt x="0" y="104"/>
                    <a:pt x="0" y="104"/>
                    <a:pt x="0" y="104"/>
                  </a:cubicBezTo>
                  <a:cubicBezTo>
                    <a:pt x="13" y="98"/>
                    <a:pt x="27" y="95"/>
                    <a:pt x="42" y="95"/>
                  </a:cubicBezTo>
                  <a:cubicBezTo>
                    <a:pt x="58" y="95"/>
                    <a:pt x="72" y="98"/>
                    <a:pt x="85" y="1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195"/>
            <p:cNvSpPr>
              <a:spLocks/>
            </p:cNvSpPr>
            <p:nvPr/>
          </p:nvSpPr>
          <p:spPr bwMode="auto">
            <a:xfrm>
              <a:off x="6584950" y="4945063"/>
              <a:ext cx="795338" cy="1314450"/>
            </a:xfrm>
            <a:custGeom>
              <a:avLst/>
              <a:gdLst>
                <a:gd name="T0" fmla="*/ 513 w 539"/>
                <a:gd name="T1" fmla="*/ 181 h 891"/>
                <a:gd name="T2" fmla="*/ 480 w 539"/>
                <a:gd name="T3" fmla="*/ 158 h 891"/>
                <a:gd name="T4" fmla="*/ 419 w 539"/>
                <a:gd name="T5" fmla="*/ 40 h 891"/>
                <a:gd name="T6" fmla="*/ 408 w 539"/>
                <a:gd name="T7" fmla="*/ 55 h 891"/>
                <a:gd name="T8" fmla="*/ 413 w 539"/>
                <a:gd name="T9" fmla="*/ 64 h 891"/>
                <a:gd name="T10" fmla="*/ 465 w 539"/>
                <a:gd name="T11" fmla="*/ 163 h 891"/>
                <a:gd name="T12" fmla="*/ 451 w 539"/>
                <a:gd name="T13" fmla="*/ 199 h 891"/>
                <a:gd name="T14" fmla="*/ 453 w 539"/>
                <a:gd name="T15" fmla="*/ 204 h 891"/>
                <a:gd name="T16" fmla="*/ 436 w 539"/>
                <a:gd name="T17" fmla="*/ 176 h 891"/>
                <a:gd name="T18" fmla="*/ 428 w 539"/>
                <a:gd name="T19" fmla="*/ 163 h 891"/>
                <a:gd name="T20" fmla="*/ 410 w 539"/>
                <a:gd name="T21" fmla="*/ 148 h 891"/>
                <a:gd name="T22" fmla="*/ 398 w 539"/>
                <a:gd name="T23" fmla="*/ 146 h 891"/>
                <a:gd name="T24" fmla="*/ 243 w 539"/>
                <a:gd name="T25" fmla="*/ 146 h 891"/>
                <a:gd name="T26" fmla="*/ 235 w 539"/>
                <a:gd name="T27" fmla="*/ 147 h 891"/>
                <a:gd name="T28" fmla="*/ 214 w 539"/>
                <a:gd name="T29" fmla="*/ 155 h 891"/>
                <a:gd name="T30" fmla="*/ 214 w 539"/>
                <a:gd name="T31" fmla="*/ 155 h 891"/>
                <a:gd name="T32" fmla="*/ 200 w 539"/>
                <a:gd name="T33" fmla="*/ 163 h 891"/>
                <a:gd name="T34" fmla="*/ 172 w 539"/>
                <a:gd name="T35" fmla="*/ 171 h 891"/>
                <a:gd name="T36" fmla="*/ 127 w 539"/>
                <a:gd name="T37" fmla="*/ 148 h 891"/>
                <a:gd name="T38" fmla="*/ 67 w 539"/>
                <a:gd name="T39" fmla="*/ 27 h 891"/>
                <a:gd name="T40" fmla="*/ 27 w 539"/>
                <a:gd name="T41" fmla="*/ 5 h 891"/>
                <a:gd name="T42" fmla="*/ 5 w 539"/>
                <a:gd name="T43" fmla="*/ 45 h 891"/>
                <a:gd name="T44" fmla="*/ 80 w 539"/>
                <a:gd name="T45" fmla="*/ 192 h 891"/>
                <a:gd name="T46" fmla="*/ 171 w 539"/>
                <a:gd name="T47" fmla="*/ 235 h 891"/>
                <a:gd name="T48" fmla="*/ 172 w 539"/>
                <a:gd name="T49" fmla="*/ 235 h 891"/>
                <a:gd name="T50" fmla="*/ 212 w 539"/>
                <a:gd name="T51" fmla="*/ 228 h 891"/>
                <a:gd name="T52" fmla="*/ 212 w 539"/>
                <a:gd name="T53" fmla="*/ 842 h 891"/>
                <a:gd name="T54" fmla="*/ 262 w 539"/>
                <a:gd name="T55" fmla="*/ 891 h 891"/>
                <a:gd name="T56" fmla="*/ 311 w 539"/>
                <a:gd name="T57" fmla="*/ 842 h 891"/>
                <a:gd name="T58" fmla="*/ 311 w 539"/>
                <a:gd name="T59" fmla="*/ 481 h 891"/>
                <a:gd name="T60" fmla="*/ 330 w 539"/>
                <a:gd name="T61" fmla="*/ 481 h 891"/>
                <a:gd name="T62" fmla="*/ 330 w 539"/>
                <a:gd name="T63" fmla="*/ 842 h 891"/>
                <a:gd name="T64" fmla="*/ 379 w 539"/>
                <a:gd name="T65" fmla="*/ 891 h 891"/>
                <a:gd name="T66" fmla="*/ 429 w 539"/>
                <a:gd name="T67" fmla="*/ 842 h 891"/>
                <a:gd name="T68" fmla="*/ 429 w 539"/>
                <a:gd name="T69" fmla="*/ 284 h 891"/>
                <a:gd name="T70" fmla="*/ 450 w 539"/>
                <a:gd name="T71" fmla="*/ 312 h 891"/>
                <a:gd name="T72" fmla="*/ 468 w 539"/>
                <a:gd name="T73" fmla="*/ 331 h 891"/>
                <a:gd name="T74" fmla="*/ 480 w 539"/>
                <a:gd name="T75" fmla="*/ 339 h 891"/>
                <a:gd name="T76" fmla="*/ 500 w 539"/>
                <a:gd name="T77" fmla="*/ 344 h 891"/>
                <a:gd name="T78" fmla="*/ 500 w 539"/>
                <a:gd name="T79" fmla="*/ 344 h 891"/>
                <a:gd name="T80" fmla="*/ 521 w 539"/>
                <a:gd name="T81" fmla="*/ 338 h 891"/>
                <a:gd name="T82" fmla="*/ 536 w 539"/>
                <a:gd name="T83" fmla="*/ 316 h 891"/>
                <a:gd name="T84" fmla="*/ 539 w 539"/>
                <a:gd name="T85" fmla="*/ 298 h 891"/>
                <a:gd name="T86" fmla="*/ 532 w 539"/>
                <a:gd name="T87" fmla="*/ 252 h 891"/>
                <a:gd name="T88" fmla="*/ 513 w 539"/>
                <a:gd name="T89" fmla="*/ 181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9" h="891">
                  <a:moveTo>
                    <a:pt x="513" y="181"/>
                  </a:moveTo>
                  <a:cubicBezTo>
                    <a:pt x="508" y="166"/>
                    <a:pt x="495" y="157"/>
                    <a:pt x="480" y="158"/>
                  </a:cubicBezTo>
                  <a:cubicBezTo>
                    <a:pt x="419" y="40"/>
                    <a:pt x="419" y="40"/>
                    <a:pt x="419" y="40"/>
                  </a:cubicBezTo>
                  <a:cubicBezTo>
                    <a:pt x="417" y="46"/>
                    <a:pt x="413" y="50"/>
                    <a:pt x="408" y="55"/>
                  </a:cubicBezTo>
                  <a:cubicBezTo>
                    <a:pt x="413" y="64"/>
                    <a:pt x="413" y="64"/>
                    <a:pt x="413" y="64"/>
                  </a:cubicBezTo>
                  <a:cubicBezTo>
                    <a:pt x="465" y="163"/>
                    <a:pt x="465" y="163"/>
                    <a:pt x="465" y="163"/>
                  </a:cubicBezTo>
                  <a:cubicBezTo>
                    <a:pt x="453" y="171"/>
                    <a:pt x="447" y="185"/>
                    <a:pt x="451" y="199"/>
                  </a:cubicBezTo>
                  <a:cubicBezTo>
                    <a:pt x="452" y="201"/>
                    <a:pt x="452" y="203"/>
                    <a:pt x="453" y="204"/>
                  </a:cubicBezTo>
                  <a:cubicBezTo>
                    <a:pt x="446" y="193"/>
                    <a:pt x="440" y="183"/>
                    <a:pt x="436" y="176"/>
                  </a:cubicBezTo>
                  <a:cubicBezTo>
                    <a:pt x="431" y="168"/>
                    <a:pt x="428" y="163"/>
                    <a:pt x="428" y="163"/>
                  </a:cubicBezTo>
                  <a:cubicBezTo>
                    <a:pt x="424" y="156"/>
                    <a:pt x="417" y="151"/>
                    <a:pt x="410" y="148"/>
                  </a:cubicBezTo>
                  <a:cubicBezTo>
                    <a:pt x="406" y="146"/>
                    <a:pt x="402" y="146"/>
                    <a:pt x="398" y="146"/>
                  </a:cubicBezTo>
                  <a:cubicBezTo>
                    <a:pt x="243" y="146"/>
                    <a:pt x="243" y="146"/>
                    <a:pt x="243" y="146"/>
                  </a:cubicBezTo>
                  <a:cubicBezTo>
                    <a:pt x="241" y="146"/>
                    <a:pt x="238" y="146"/>
                    <a:pt x="235" y="147"/>
                  </a:cubicBezTo>
                  <a:cubicBezTo>
                    <a:pt x="228" y="146"/>
                    <a:pt x="220" y="149"/>
                    <a:pt x="214" y="155"/>
                  </a:cubicBezTo>
                  <a:cubicBezTo>
                    <a:pt x="214" y="155"/>
                    <a:pt x="214" y="155"/>
                    <a:pt x="214" y="155"/>
                  </a:cubicBezTo>
                  <a:cubicBezTo>
                    <a:pt x="214" y="155"/>
                    <a:pt x="208" y="159"/>
                    <a:pt x="200" y="163"/>
                  </a:cubicBezTo>
                  <a:cubicBezTo>
                    <a:pt x="192" y="167"/>
                    <a:pt x="182" y="171"/>
                    <a:pt x="172" y="171"/>
                  </a:cubicBezTo>
                  <a:cubicBezTo>
                    <a:pt x="159" y="171"/>
                    <a:pt x="146" y="167"/>
                    <a:pt x="127" y="148"/>
                  </a:cubicBezTo>
                  <a:cubicBezTo>
                    <a:pt x="108" y="129"/>
                    <a:pt x="86" y="91"/>
                    <a:pt x="67" y="27"/>
                  </a:cubicBezTo>
                  <a:cubicBezTo>
                    <a:pt x="62" y="10"/>
                    <a:pt x="44" y="0"/>
                    <a:pt x="27" y="5"/>
                  </a:cubicBezTo>
                  <a:cubicBezTo>
                    <a:pt x="10" y="10"/>
                    <a:pt x="0" y="28"/>
                    <a:pt x="5" y="45"/>
                  </a:cubicBezTo>
                  <a:cubicBezTo>
                    <a:pt x="27" y="116"/>
                    <a:pt x="52" y="162"/>
                    <a:pt x="80" y="192"/>
                  </a:cubicBezTo>
                  <a:cubicBezTo>
                    <a:pt x="108" y="222"/>
                    <a:pt x="142" y="235"/>
                    <a:pt x="171" y="235"/>
                  </a:cubicBezTo>
                  <a:cubicBezTo>
                    <a:pt x="171" y="235"/>
                    <a:pt x="171" y="235"/>
                    <a:pt x="172" y="235"/>
                  </a:cubicBezTo>
                  <a:cubicBezTo>
                    <a:pt x="187" y="235"/>
                    <a:pt x="201" y="232"/>
                    <a:pt x="212" y="228"/>
                  </a:cubicBezTo>
                  <a:cubicBezTo>
                    <a:pt x="212" y="842"/>
                    <a:pt x="212" y="842"/>
                    <a:pt x="212" y="842"/>
                  </a:cubicBezTo>
                  <a:cubicBezTo>
                    <a:pt x="212" y="869"/>
                    <a:pt x="234" y="891"/>
                    <a:pt x="262" y="891"/>
                  </a:cubicBezTo>
                  <a:cubicBezTo>
                    <a:pt x="289" y="891"/>
                    <a:pt x="311" y="869"/>
                    <a:pt x="311" y="842"/>
                  </a:cubicBezTo>
                  <a:cubicBezTo>
                    <a:pt x="311" y="481"/>
                    <a:pt x="311" y="481"/>
                    <a:pt x="311" y="481"/>
                  </a:cubicBezTo>
                  <a:cubicBezTo>
                    <a:pt x="330" y="481"/>
                    <a:pt x="330" y="481"/>
                    <a:pt x="330" y="481"/>
                  </a:cubicBezTo>
                  <a:cubicBezTo>
                    <a:pt x="330" y="842"/>
                    <a:pt x="330" y="842"/>
                    <a:pt x="330" y="842"/>
                  </a:cubicBezTo>
                  <a:cubicBezTo>
                    <a:pt x="330" y="869"/>
                    <a:pt x="352" y="891"/>
                    <a:pt x="379" y="891"/>
                  </a:cubicBezTo>
                  <a:cubicBezTo>
                    <a:pt x="406" y="891"/>
                    <a:pt x="429" y="869"/>
                    <a:pt x="429" y="842"/>
                  </a:cubicBezTo>
                  <a:cubicBezTo>
                    <a:pt x="429" y="284"/>
                    <a:pt x="429" y="284"/>
                    <a:pt x="429" y="284"/>
                  </a:cubicBezTo>
                  <a:cubicBezTo>
                    <a:pt x="436" y="294"/>
                    <a:pt x="443" y="303"/>
                    <a:pt x="450" y="312"/>
                  </a:cubicBezTo>
                  <a:cubicBezTo>
                    <a:pt x="456" y="319"/>
                    <a:pt x="462" y="325"/>
                    <a:pt x="468" y="331"/>
                  </a:cubicBezTo>
                  <a:cubicBezTo>
                    <a:pt x="472" y="334"/>
                    <a:pt x="475" y="337"/>
                    <a:pt x="480" y="339"/>
                  </a:cubicBezTo>
                  <a:cubicBezTo>
                    <a:pt x="485" y="342"/>
                    <a:pt x="491" y="344"/>
                    <a:pt x="500" y="344"/>
                  </a:cubicBezTo>
                  <a:cubicBezTo>
                    <a:pt x="500" y="344"/>
                    <a:pt x="500" y="344"/>
                    <a:pt x="500" y="344"/>
                  </a:cubicBezTo>
                  <a:cubicBezTo>
                    <a:pt x="507" y="344"/>
                    <a:pt x="515" y="342"/>
                    <a:pt x="521" y="338"/>
                  </a:cubicBezTo>
                  <a:cubicBezTo>
                    <a:pt x="531" y="331"/>
                    <a:pt x="534" y="322"/>
                    <a:pt x="536" y="316"/>
                  </a:cubicBezTo>
                  <a:cubicBezTo>
                    <a:pt x="538" y="309"/>
                    <a:pt x="539" y="304"/>
                    <a:pt x="539" y="298"/>
                  </a:cubicBezTo>
                  <a:cubicBezTo>
                    <a:pt x="538" y="285"/>
                    <a:pt x="536" y="271"/>
                    <a:pt x="532" y="252"/>
                  </a:cubicBezTo>
                  <a:cubicBezTo>
                    <a:pt x="528" y="233"/>
                    <a:pt x="522" y="210"/>
                    <a:pt x="513" y="1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196"/>
            <p:cNvSpPr>
              <a:spLocks/>
            </p:cNvSpPr>
            <p:nvPr/>
          </p:nvSpPr>
          <p:spPr bwMode="auto">
            <a:xfrm>
              <a:off x="6940550" y="4860925"/>
              <a:ext cx="234950" cy="71438"/>
            </a:xfrm>
            <a:custGeom>
              <a:avLst/>
              <a:gdLst>
                <a:gd name="T0" fmla="*/ 38 w 159"/>
                <a:gd name="T1" fmla="*/ 37 h 49"/>
                <a:gd name="T2" fmla="*/ 79 w 159"/>
                <a:gd name="T3" fmla="*/ 49 h 49"/>
                <a:gd name="T4" fmla="*/ 120 w 159"/>
                <a:gd name="T5" fmla="*/ 37 h 49"/>
                <a:gd name="T6" fmla="*/ 159 w 159"/>
                <a:gd name="T7" fmla="*/ 47 h 49"/>
                <a:gd name="T8" fmla="*/ 79 w 159"/>
                <a:gd name="T9" fmla="*/ 0 h 49"/>
                <a:gd name="T10" fmla="*/ 0 w 159"/>
                <a:gd name="T11" fmla="*/ 47 h 49"/>
                <a:gd name="T12" fmla="*/ 38 w 159"/>
                <a:gd name="T13" fmla="*/ 37 h 49"/>
              </a:gdLst>
              <a:ahLst/>
              <a:cxnLst>
                <a:cxn ang="0">
                  <a:pos x="T0" y="T1"/>
                </a:cxn>
                <a:cxn ang="0">
                  <a:pos x="T2" y="T3"/>
                </a:cxn>
                <a:cxn ang="0">
                  <a:pos x="T4" y="T5"/>
                </a:cxn>
                <a:cxn ang="0">
                  <a:pos x="T6" y="T7"/>
                </a:cxn>
                <a:cxn ang="0">
                  <a:pos x="T8" y="T9"/>
                </a:cxn>
                <a:cxn ang="0">
                  <a:pos x="T10" y="T11"/>
                </a:cxn>
                <a:cxn ang="0">
                  <a:pos x="T12" y="T13"/>
                </a:cxn>
              </a:cxnLst>
              <a:rect l="0" t="0" r="r" b="b"/>
              <a:pathLst>
                <a:path w="159" h="49">
                  <a:moveTo>
                    <a:pt x="38" y="37"/>
                  </a:moveTo>
                  <a:cubicBezTo>
                    <a:pt x="54" y="37"/>
                    <a:pt x="68" y="41"/>
                    <a:pt x="79" y="49"/>
                  </a:cubicBezTo>
                  <a:cubicBezTo>
                    <a:pt x="91" y="41"/>
                    <a:pt x="105" y="37"/>
                    <a:pt x="120" y="37"/>
                  </a:cubicBezTo>
                  <a:cubicBezTo>
                    <a:pt x="135" y="37"/>
                    <a:pt x="148" y="41"/>
                    <a:pt x="159" y="47"/>
                  </a:cubicBezTo>
                  <a:cubicBezTo>
                    <a:pt x="143" y="19"/>
                    <a:pt x="114" y="0"/>
                    <a:pt x="79" y="0"/>
                  </a:cubicBezTo>
                  <a:cubicBezTo>
                    <a:pt x="45" y="0"/>
                    <a:pt x="15" y="19"/>
                    <a:pt x="0" y="47"/>
                  </a:cubicBezTo>
                  <a:cubicBezTo>
                    <a:pt x="11" y="41"/>
                    <a:pt x="24" y="37"/>
                    <a:pt x="38"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197"/>
            <p:cNvSpPr>
              <a:spLocks/>
            </p:cNvSpPr>
            <p:nvPr/>
          </p:nvSpPr>
          <p:spPr bwMode="auto">
            <a:xfrm>
              <a:off x="6929438" y="5027613"/>
              <a:ext cx="258763" cy="98425"/>
            </a:xfrm>
            <a:custGeom>
              <a:avLst/>
              <a:gdLst>
                <a:gd name="T0" fmla="*/ 128 w 175"/>
                <a:gd name="T1" fmla="*/ 16 h 67"/>
                <a:gd name="T2" fmla="*/ 87 w 175"/>
                <a:gd name="T3" fmla="*/ 4 h 67"/>
                <a:gd name="T4" fmla="*/ 46 w 175"/>
                <a:gd name="T5" fmla="*/ 16 h 67"/>
                <a:gd name="T6" fmla="*/ 0 w 175"/>
                <a:gd name="T7" fmla="*/ 0 h 67"/>
                <a:gd name="T8" fmla="*/ 87 w 175"/>
                <a:gd name="T9" fmla="*/ 67 h 67"/>
                <a:gd name="T10" fmla="*/ 175 w 175"/>
                <a:gd name="T11" fmla="*/ 0 h 67"/>
                <a:gd name="T12" fmla="*/ 128 w 175"/>
                <a:gd name="T13" fmla="*/ 16 h 67"/>
              </a:gdLst>
              <a:ahLst/>
              <a:cxnLst>
                <a:cxn ang="0">
                  <a:pos x="T0" y="T1"/>
                </a:cxn>
                <a:cxn ang="0">
                  <a:pos x="T2" y="T3"/>
                </a:cxn>
                <a:cxn ang="0">
                  <a:pos x="T4" y="T5"/>
                </a:cxn>
                <a:cxn ang="0">
                  <a:pos x="T6" y="T7"/>
                </a:cxn>
                <a:cxn ang="0">
                  <a:pos x="T8" y="T9"/>
                </a:cxn>
                <a:cxn ang="0">
                  <a:pos x="T10" y="T11"/>
                </a:cxn>
                <a:cxn ang="0">
                  <a:pos x="T12" y="T13"/>
                </a:cxn>
              </a:cxnLst>
              <a:rect l="0" t="0" r="r" b="b"/>
              <a:pathLst>
                <a:path w="175" h="67">
                  <a:moveTo>
                    <a:pt x="128" y="16"/>
                  </a:moveTo>
                  <a:cubicBezTo>
                    <a:pt x="113" y="16"/>
                    <a:pt x="99" y="11"/>
                    <a:pt x="87" y="4"/>
                  </a:cubicBezTo>
                  <a:cubicBezTo>
                    <a:pt x="76" y="11"/>
                    <a:pt x="62" y="16"/>
                    <a:pt x="46" y="16"/>
                  </a:cubicBezTo>
                  <a:cubicBezTo>
                    <a:pt x="28" y="16"/>
                    <a:pt x="11" y="9"/>
                    <a:pt x="0" y="0"/>
                  </a:cubicBezTo>
                  <a:cubicBezTo>
                    <a:pt x="10" y="38"/>
                    <a:pt x="46" y="67"/>
                    <a:pt x="87" y="67"/>
                  </a:cubicBezTo>
                  <a:cubicBezTo>
                    <a:pt x="129" y="67"/>
                    <a:pt x="164" y="38"/>
                    <a:pt x="175" y="0"/>
                  </a:cubicBezTo>
                  <a:cubicBezTo>
                    <a:pt x="163" y="9"/>
                    <a:pt x="147" y="16"/>
                    <a:pt x="12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198"/>
            <p:cNvSpPr>
              <a:spLocks noEditPoints="1"/>
            </p:cNvSpPr>
            <p:nvPr/>
          </p:nvSpPr>
          <p:spPr bwMode="auto">
            <a:xfrm>
              <a:off x="6919913" y="4926013"/>
              <a:ext cx="276225" cy="112713"/>
            </a:xfrm>
            <a:custGeom>
              <a:avLst/>
              <a:gdLst>
                <a:gd name="T0" fmla="*/ 52 w 187"/>
                <a:gd name="T1" fmla="*/ 76 h 76"/>
                <a:gd name="T2" fmla="*/ 93 w 187"/>
                <a:gd name="T3" fmla="*/ 61 h 76"/>
                <a:gd name="T4" fmla="*/ 134 w 187"/>
                <a:gd name="T5" fmla="*/ 76 h 76"/>
                <a:gd name="T6" fmla="*/ 187 w 187"/>
                <a:gd name="T7" fmla="*/ 38 h 76"/>
                <a:gd name="T8" fmla="*/ 134 w 187"/>
                <a:gd name="T9" fmla="*/ 0 h 76"/>
                <a:gd name="T10" fmla="*/ 93 w 187"/>
                <a:gd name="T11" fmla="*/ 14 h 76"/>
                <a:gd name="T12" fmla="*/ 52 w 187"/>
                <a:gd name="T13" fmla="*/ 0 h 76"/>
                <a:gd name="T14" fmla="*/ 0 w 187"/>
                <a:gd name="T15" fmla="*/ 38 h 76"/>
                <a:gd name="T16" fmla="*/ 52 w 187"/>
                <a:gd name="T17" fmla="*/ 76 h 76"/>
                <a:gd name="T18" fmla="*/ 130 w 187"/>
                <a:gd name="T19" fmla="*/ 19 h 76"/>
                <a:gd name="T20" fmla="*/ 148 w 187"/>
                <a:gd name="T21" fmla="*/ 38 h 76"/>
                <a:gd name="T22" fmla="*/ 130 w 187"/>
                <a:gd name="T23" fmla="*/ 56 h 76"/>
                <a:gd name="T24" fmla="*/ 111 w 187"/>
                <a:gd name="T25" fmla="*/ 38 h 76"/>
                <a:gd name="T26" fmla="*/ 130 w 187"/>
                <a:gd name="T27" fmla="*/ 19 h 76"/>
                <a:gd name="T28" fmla="*/ 57 w 187"/>
                <a:gd name="T29" fmla="*/ 19 h 76"/>
                <a:gd name="T30" fmla="*/ 76 w 187"/>
                <a:gd name="T31" fmla="*/ 38 h 76"/>
                <a:gd name="T32" fmla="*/ 57 w 187"/>
                <a:gd name="T33" fmla="*/ 56 h 76"/>
                <a:gd name="T34" fmla="*/ 38 w 187"/>
                <a:gd name="T35" fmla="*/ 38 h 76"/>
                <a:gd name="T36" fmla="*/ 57 w 187"/>
                <a:gd name="T37" fmla="*/ 19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7" h="76">
                  <a:moveTo>
                    <a:pt x="52" y="76"/>
                  </a:moveTo>
                  <a:cubicBezTo>
                    <a:pt x="69" y="76"/>
                    <a:pt x="84" y="70"/>
                    <a:pt x="93" y="61"/>
                  </a:cubicBezTo>
                  <a:cubicBezTo>
                    <a:pt x="103" y="70"/>
                    <a:pt x="118" y="76"/>
                    <a:pt x="134" y="76"/>
                  </a:cubicBezTo>
                  <a:cubicBezTo>
                    <a:pt x="164" y="76"/>
                    <a:pt x="187" y="59"/>
                    <a:pt x="187" y="38"/>
                  </a:cubicBezTo>
                  <a:cubicBezTo>
                    <a:pt x="187" y="17"/>
                    <a:pt x="164" y="0"/>
                    <a:pt x="134" y="0"/>
                  </a:cubicBezTo>
                  <a:cubicBezTo>
                    <a:pt x="118" y="0"/>
                    <a:pt x="103" y="5"/>
                    <a:pt x="93" y="14"/>
                  </a:cubicBezTo>
                  <a:cubicBezTo>
                    <a:pt x="84" y="5"/>
                    <a:pt x="69" y="0"/>
                    <a:pt x="52" y="0"/>
                  </a:cubicBezTo>
                  <a:cubicBezTo>
                    <a:pt x="23" y="0"/>
                    <a:pt x="0" y="17"/>
                    <a:pt x="0" y="38"/>
                  </a:cubicBezTo>
                  <a:cubicBezTo>
                    <a:pt x="0" y="59"/>
                    <a:pt x="23" y="76"/>
                    <a:pt x="52" y="76"/>
                  </a:cubicBezTo>
                  <a:close/>
                  <a:moveTo>
                    <a:pt x="130" y="19"/>
                  </a:moveTo>
                  <a:cubicBezTo>
                    <a:pt x="140" y="19"/>
                    <a:pt x="148" y="27"/>
                    <a:pt x="148" y="38"/>
                  </a:cubicBezTo>
                  <a:cubicBezTo>
                    <a:pt x="148" y="48"/>
                    <a:pt x="140" y="56"/>
                    <a:pt x="130" y="56"/>
                  </a:cubicBezTo>
                  <a:cubicBezTo>
                    <a:pt x="119" y="56"/>
                    <a:pt x="111" y="48"/>
                    <a:pt x="111" y="38"/>
                  </a:cubicBezTo>
                  <a:cubicBezTo>
                    <a:pt x="111" y="27"/>
                    <a:pt x="119" y="19"/>
                    <a:pt x="130" y="19"/>
                  </a:cubicBezTo>
                  <a:close/>
                  <a:moveTo>
                    <a:pt x="57" y="19"/>
                  </a:moveTo>
                  <a:cubicBezTo>
                    <a:pt x="67" y="19"/>
                    <a:pt x="76" y="27"/>
                    <a:pt x="76" y="38"/>
                  </a:cubicBezTo>
                  <a:cubicBezTo>
                    <a:pt x="76" y="48"/>
                    <a:pt x="67" y="56"/>
                    <a:pt x="57" y="56"/>
                  </a:cubicBezTo>
                  <a:cubicBezTo>
                    <a:pt x="47" y="56"/>
                    <a:pt x="38" y="48"/>
                    <a:pt x="38" y="38"/>
                  </a:cubicBezTo>
                  <a:cubicBezTo>
                    <a:pt x="38" y="27"/>
                    <a:pt x="47" y="19"/>
                    <a:pt x="5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3" name="组合 212"/>
          <p:cNvGrpSpPr/>
          <p:nvPr/>
        </p:nvGrpSpPr>
        <p:grpSpPr>
          <a:xfrm>
            <a:off x="7537450" y="4718050"/>
            <a:ext cx="823913" cy="1541463"/>
            <a:chOff x="7537450" y="4718050"/>
            <a:chExt cx="823913" cy="1541463"/>
          </a:xfrm>
          <a:solidFill>
            <a:schemeClr val="tx1">
              <a:lumMod val="65000"/>
              <a:lumOff val="35000"/>
            </a:schemeClr>
          </a:solidFill>
        </p:grpSpPr>
        <p:sp>
          <p:nvSpPr>
            <p:cNvPr id="214" name="Freeform 199"/>
            <p:cNvSpPr>
              <a:spLocks/>
            </p:cNvSpPr>
            <p:nvPr/>
          </p:nvSpPr>
          <p:spPr bwMode="auto">
            <a:xfrm>
              <a:off x="7756525" y="4718050"/>
              <a:ext cx="117475" cy="152400"/>
            </a:xfrm>
            <a:custGeom>
              <a:avLst/>
              <a:gdLst>
                <a:gd name="T0" fmla="*/ 80 w 80"/>
                <a:gd name="T1" fmla="*/ 92 h 103"/>
                <a:gd name="T2" fmla="*/ 25 w 80"/>
                <a:gd name="T3" fmla="*/ 0 h 103"/>
                <a:gd name="T4" fmla="*/ 19 w 80"/>
                <a:gd name="T5" fmla="*/ 1 h 103"/>
                <a:gd name="T6" fmla="*/ 0 w 80"/>
                <a:gd name="T7" fmla="*/ 103 h 103"/>
                <a:gd name="T8" fmla="*/ 52 w 80"/>
                <a:gd name="T9" fmla="*/ 88 h 103"/>
                <a:gd name="T10" fmla="*/ 80 w 80"/>
                <a:gd name="T11" fmla="*/ 92 h 103"/>
              </a:gdLst>
              <a:ahLst/>
              <a:cxnLst>
                <a:cxn ang="0">
                  <a:pos x="T0" y="T1"/>
                </a:cxn>
                <a:cxn ang="0">
                  <a:pos x="T2" y="T3"/>
                </a:cxn>
                <a:cxn ang="0">
                  <a:pos x="T4" y="T5"/>
                </a:cxn>
                <a:cxn ang="0">
                  <a:pos x="T6" y="T7"/>
                </a:cxn>
                <a:cxn ang="0">
                  <a:pos x="T8" y="T9"/>
                </a:cxn>
                <a:cxn ang="0">
                  <a:pos x="T10" y="T11"/>
                </a:cxn>
              </a:cxnLst>
              <a:rect l="0" t="0" r="r" b="b"/>
              <a:pathLst>
                <a:path w="80" h="103">
                  <a:moveTo>
                    <a:pt x="80" y="92"/>
                  </a:moveTo>
                  <a:cubicBezTo>
                    <a:pt x="25" y="0"/>
                    <a:pt x="25" y="0"/>
                    <a:pt x="25" y="0"/>
                  </a:cubicBezTo>
                  <a:cubicBezTo>
                    <a:pt x="19" y="1"/>
                    <a:pt x="19" y="1"/>
                    <a:pt x="19" y="1"/>
                  </a:cubicBezTo>
                  <a:cubicBezTo>
                    <a:pt x="0" y="103"/>
                    <a:pt x="0" y="103"/>
                    <a:pt x="0" y="103"/>
                  </a:cubicBezTo>
                  <a:cubicBezTo>
                    <a:pt x="15" y="93"/>
                    <a:pt x="33" y="88"/>
                    <a:pt x="52" y="88"/>
                  </a:cubicBezTo>
                  <a:cubicBezTo>
                    <a:pt x="62" y="88"/>
                    <a:pt x="71" y="89"/>
                    <a:pt x="80" y="9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15" name="Freeform 200"/>
            <p:cNvSpPr>
              <a:spLocks/>
            </p:cNvSpPr>
            <p:nvPr/>
          </p:nvSpPr>
          <p:spPr bwMode="auto">
            <a:xfrm>
              <a:off x="7537450" y="4860925"/>
              <a:ext cx="823913" cy="1398588"/>
            </a:xfrm>
            <a:custGeom>
              <a:avLst/>
              <a:gdLst>
                <a:gd name="T0" fmla="*/ 497 w 558"/>
                <a:gd name="T1" fmla="*/ 49 h 948"/>
                <a:gd name="T2" fmla="*/ 493 w 558"/>
                <a:gd name="T3" fmla="*/ 92 h 948"/>
                <a:gd name="T4" fmla="*/ 510 w 558"/>
                <a:gd name="T5" fmla="*/ 80 h 948"/>
                <a:gd name="T6" fmla="*/ 509 w 558"/>
                <a:gd name="T7" fmla="*/ 64 h 948"/>
                <a:gd name="T8" fmla="*/ 531 w 558"/>
                <a:gd name="T9" fmla="*/ 66 h 948"/>
                <a:gd name="T10" fmla="*/ 534 w 558"/>
                <a:gd name="T11" fmla="*/ 99 h 948"/>
                <a:gd name="T12" fmla="*/ 495 w 558"/>
                <a:gd name="T13" fmla="*/ 110 h 948"/>
                <a:gd name="T14" fmla="*/ 344 w 558"/>
                <a:gd name="T15" fmla="*/ 110 h 948"/>
                <a:gd name="T16" fmla="*/ 300 w 558"/>
                <a:gd name="T17" fmla="*/ 110 h 948"/>
                <a:gd name="T18" fmla="*/ 288 w 558"/>
                <a:gd name="T19" fmla="*/ 110 h 948"/>
                <a:gd name="T20" fmla="*/ 200 w 558"/>
                <a:gd name="T21" fmla="*/ 0 h 948"/>
                <a:gd name="T22" fmla="*/ 200 w 558"/>
                <a:gd name="T23" fmla="*/ 180 h 948"/>
                <a:gd name="T24" fmla="*/ 289 w 558"/>
                <a:gd name="T25" fmla="*/ 130 h 948"/>
                <a:gd name="T26" fmla="*/ 294 w 558"/>
                <a:gd name="T27" fmla="*/ 149 h 948"/>
                <a:gd name="T28" fmla="*/ 299 w 558"/>
                <a:gd name="T29" fmla="*/ 211 h 948"/>
                <a:gd name="T30" fmla="*/ 278 w 558"/>
                <a:gd name="T31" fmla="*/ 203 h 948"/>
                <a:gd name="T32" fmla="*/ 113 w 558"/>
                <a:gd name="T33" fmla="*/ 204 h 948"/>
                <a:gd name="T34" fmla="*/ 28 w 558"/>
                <a:gd name="T35" fmla="*/ 287 h 948"/>
                <a:gd name="T36" fmla="*/ 3 w 558"/>
                <a:gd name="T37" fmla="*/ 556 h 948"/>
                <a:gd name="T38" fmla="*/ 36 w 558"/>
                <a:gd name="T39" fmla="*/ 586 h 948"/>
                <a:gd name="T40" fmla="*/ 64 w 558"/>
                <a:gd name="T41" fmla="*/ 480 h 948"/>
                <a:gd name="T42" fmla="*/ 92 w 558"/>
                <a:gd name="T43" fmla="*/ 899 h 948"/>
                <a:gd name="T44" fmla="*/ 191 w 558"/>
                <a:gd name="T45" fmla="*/ 899 h 948"/>
                <a:gd name="T46" fmla="*/ 210 w 558"/>
                <a:gd name="T47" fmla="*/ 538 h 948"/>
                <a:gd name="T48" fmla="*/ 259 w 558"/>
                <a:gd name="T49" fmla="*/ 948 h 948"/>
                <a:gd name="T50" fmla="*/ 309 w 558"/>
                <a:gd name="T51" fmla="*/ 272 h 948"/>
                <a:gd name="T52" fmla="*/ 351 w 558"/>
                <a:gd name="T53" fmla="*/ 316 h 948"/>
                <a:gd name="T54" fmla="*/ 389 w 558"/>
                <a:gd name="T55" fmla="*/ 333 h 948"/>
                <a:gd name="T56" fmla="*/ 405 w 558"/>
                <a:gd name="T57" fmla="*/ 330 h 948"/>
                <a:gd name="T58" fmla="*/ 425 w 558"/>
                <a:gd name="T59" fmla="*/ 295 h 948"/>
                <a:gd name="T60" fmla="*/ 356 w 558"/>
                <a:gd name="T61" fmla="*/ 130 h 948"/>
                <a:gd name="T62" fmla="*/ 532 w 558"/>
                <a:gd name="T63" fmla="*/ 125 h 948"/>
                <a:gd name="T64" fmla="*/ 558 w 558"/>
                <a:gd name="T65" fmla="*/ 85 h 948"/>
                <a:gd name="T66" fmla="*/ 519 w 558"/>
                <a:gd name="T67" fmla="*/ 41 h 9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58" h="948">
                  <a:moveTo>
                    <a:pt x="519" y="41"/>
                  </a:moveTo>
                  <a:cubicBezTo>
                    <a:pt x="511" y="42"/>
                    <a:pt x="503" y="44"/>
                    <a:pt x="497" y="49"/>
                  </a:cubicBezTo>
                  <a:cubicBezTo>
                    <a:pt x="490" y="53"/>
                    <a:pt x="486" y="61"/>
                    <a:pt x="486" y="70"/>
                  </a:cubicBezTo>
                  <a:cubicBezTo>
                    <a:pt x="486" y="77"/>
                    <a:pt x="488" y="85"/>
                    <a:pt x="493" y="92"/>
                  </a:cubicBezTo>
                  <a:cubicBezTo>
                    <a:pt x="497" y="96"/>
                    <a:pt x="503" y="97"/>
                    <a:pt x="507" y="94"/>
                  </a:cubicBezTo>
                  <a:cubicBezTo>
                    <a:pt x="512" y="91"/>
                    <a:pt x="513" y="84"/>
                    <a:pt x="510" y="80"/>
                  </a:cubicBezTo>
                  <a:cubicBezTo>
                    <a:pt x="506" y="75"/>
                    <a:pt x="506" y="72"/>
                    <a:pt x="506" y="70"/>
                  </a:cubicBezTo>
                  <a:cubicBezTo>
                    <a:pt x="506" y="68"/>
                    <a:pt x="507" y="66"/>
                    <a:pt x="509" y="64"/>
                  </a:cubicBezTo>
                  <a:cubicBezTo>
                    <a:pt x="511" y="63"/>
                    <a:pt x="515" y="61"/>
                    <a:pt x="519" y="61"/>
                  </a:cubicBezTo>
                  <a:cubicBezTo>
                    <a:pt x="523" y="62"/>
                    <a:pt x="528" y="63"/>
                    <a:pt x="531" y="66"/>
                  </a:cubicBezTo>
                  <a:cubicBezTo>
                    <a:pt x="535" y="70"/>
                    <a:pt x="538" y="75"/>
                    <a:pt x="538" y="85"/>
                  </a:cubicBezTo>
                  <a:cubicBezTo>
                    <a:pt x="538" y="92"/>
                    <a:pt x="536" y="96"/>
                    <a:pt x="534" y="99"/>
                  </a:cubicBezTo>
                  <a:cubicBezTo>
                    <a:pt x="530" y="103"/>
                    <a:pt x="524" y="107"/>
                    <a:pt x="517" y="108"/>
                  </a:cubicBezTo>
                  <a:cubicBezTo>
                    <a:pt x="509" y="110"/>
                    <a:pt x="501" y="110"/>
                    <a:pt x="495" y="110"/>
                  </a:cubicBezTo>
                  <a:cubicBezTo>
                    <a:pt x="490" y="110"/>
                    <a:pt x="432" y="110"/>
                    <a:pt x="376" y="110"/>
                  </a:cubicBezTo>
                  <a:cubicBezTo>
                    <a:pt x="365" y="110"/>
                    <a:pt x="354" y="110"/>
                    <a:pt x="344" y="110"/>
                  </a:cubicBezTo>
                  <a:cubicBezTo>
                    <a:pt x="334" y="101"/>
                    <a:pt x="319" y="99"/>
                    <a:pt x="307" y="106"/>
                  </a:cubicBezTo>
                  <a:cubicBezTo>
                    <a:pt x="304" y="107"/>
                    <a:pt x="302" y="109"/>
                    <a:pt x="300" y="110"/>
                  </a:cubicBezTo>
                  <a:cubicBezTo>
                    <a:pt x="299" y="110"/>
                    <a:pt x="297" y="110"/>
                    <a:pt x="296" y="110"/>
                  </a:cubicBezTo>
                  <a:cubicBezTo>
                    <a:pt x="293" y="110"/>
                    <a:pt x="290" y="110"/>
                    <a:pt x="288" y="110"/>
                  </a:cubicBezTo>
                  <a:cubicBezTo>
                    <a:pt x="289" y="104"/>
                    <a:pt x="290" y="97"/>
                    <a:pt x="290" y="90"/>
                  </a:cubicBezTo>
                  <a:cubicBezTo>
                    <a:pt x="290" y="40"/>
                    <a:pt x="250" y="0"/>
                    <a:pt x="200" y="0"/>
                  </a:cubicBezTo>
                  <a:cubicBezTo>
                    <a:pt x="151" y="0"/>
                    <a:pt x="110" y="40"/>
                    <a:pt x="110" y="90"/>
                  </a:cubicBezTo>
                  <a:cubicBezTo>
                    <a:pt x="110" y="139"/>
                    <a:pt x="151" y="180"/>
                    <a:pt x="200" y="180"/>
                  </a:cubicBezTo>
                  <a:cubicBezTo>
                    <a:pt x="235" y="180"/>
                    <a:pt x="266" y="160"/>
                    <a:pt x="281" y="130"/>
                  </a:cubicBezTo>
                  <a:cubicBezTo>
                    <a:pt x="283" y="130"/>
                    <a:pt x="286" y="130"/>
                    <a:pt x="289" y="130"/>
                  </a:cubicBezTo>
                  <a:cubicBezTo>
                    <a:pt x="290" y="130"/>
                    <a:pt x="290" y="130"/>
                    <a:pt x="290" y="130"/>
                  </a:cubicBezTo>
                  <a:cubicBezTo>
                    <a:pt x="289" y="137"/>
                    <a:pt x="290" y="143"/>
                    <a:pt x="294" y="149"/>
                  </a:cubicBezTo>
                  <a:cubicBezTo>
                    <a:pt x="305" y="169"/>
                    <a:pt x="314" y="188"/>
                    <a:pt x="322" y="204"/>
                  </a:cubicBezTo>
                  <a:cubicBezTo>
                    <a:pt x="314" y="203"/>
                    <a:pt x="306" y="205"/>
                    <a:pt x="299" y="211"/>
                  </a:cubicBezTo>
                  <a:cubicBezTo>
                    <a:pt x="299" y="211"/>
                    <a:pt x="299" y="211"/>
                    <a:pt x="299" y="211"/>
                  </a:cubicBezTo>
                  <a:cubicBezTo>
                    <a:pt x="293" y="206"/>
                    <a:pt x="286" y="203"/>
                    <a:pt x="278" y="203"/>
                  </a:cubicBezTo>
                  <a:cubicBezTo>
                    <a:pt x="123" y="203"/>
                    <a:pt x="123" y="203"/>
                    <a:pt x="123" y="203"/>
                  </a:cubicBezTo>
                  <a:cubicBezTo>
                    <a:pt x="120" y="203"/>
                    <a:pt x="116" y="203"/>
                    <a:pt x="113" y="204"/>
                  </a:cubicBezTo>
                  <a:cubicBezTo>
                    <a:pt x="107" y="205"/>
                    <a:pt x="98" y="207"/>
                    <a:pt x="89" y="212"/>
                  </a:cubicBezTo>
                  <a:cubicBezTo>
                    <a:pt x="67" y="223"/>
                    <a:pt x="44" y="246"/>
                    <a:pt x="28" y="287"/>
                  </a:cubicBezTo>
                  <a:cubicBezTo>
                    <a:pt x="11" y="329"/>
                    <a:pt x="0" y="389"/>
                    <a:pt x="0" y="480"/>
                  </a:cubicBezTo>
                  <a:cubicBezTo>
                    <a:pt x="0" y="503"/>
                    <a:pt x="1" y="528"/>
                    <a:pt x="3" y="556"/>
                  </a:cubicBezTo>
                  <a:cubicBezTo>
                    <a:pt x="4" y="573"/>
                    <a:pt x="18" y="586"/>
                    <a:pt x="35" y="586"/>
                  </a:cubicBezTo>
                  <a:cubicBezTo>
                    <a:pt x="35" y="586"/>
                    <a:pt x="36" y="586"/>
                    <a:pt x="36" y="586"/>
                  </a:cubicBezTo>
                  <a:cubicBezTo>
                    <a:pt x="54" y="585"/>
                    <a:pt x="68" y="570"/>
                    <a:pt x="67" y="552"/>
                  </a:cubicBezTo>
                  <a:cubicBezTo>
                    <a:pt x="65" y="526"/>
                    <a:pt x="64" y="502"/>
                    <a:pt x="64" y="480"/>
                  </a:cubicBezTo>
                  <a:cubicBezTo>
                    <a:pt x="64" y="383"/>
                    <a:pt x="78" y="328"/>
                    <a:pt x="92" y="300"/>
                  </a:cubicBezTo>
                  <a:cubicBezTo>
                    <a:pt x="92" y="899"/>
                    <a:pt x="92" y="899"/>
                    <a:pt x="92" y="899"/>
                  </a:cubicBezTo>
                  <a:cubicBezTo>
                    <a:pt x="92" y="926"/>
                    <a:pt x="114" y="948"/>
                    <a:pt x="142" y="948"/>
                  </a:cubicBezTo>
                  <a:cubicBezTo>
                    <a:pt x="169" y="948"/>
                    <a:pt x="191" y="926"/>
                    <a:pt x="191" y="899"/>
                  </a:cubicBezTo>
                  <a:cubicBezTo>
                    <a:pt x="191" y="538"/>
                    <a:pt x="191" y="538"/>
                    <a:pt x="191" y="538"/>
                  </a:cubicBezTo>
                  <a:cubicBezTo>
                    <a:pt x="210" y="538"/>
                    <a:pt x="210" y="538"/>
                    <a:pt x="210" y="538"/>
                  </a:cubicBezTo>
                  <a:cubicBezTo>
                    <a:pt x="210" y="899"/>
                    <a:pt x="210" y="899"/>
                    <a:pt x="210" y="899"/>
                  </a:cubicBezTo>
                  <a:cubicBezTo>
                    <a:pt x="210" y="926"/>
                    <a:pt x="232" y="948"/>
                    <a:pt x="259" y="948"/>
                  </a:cubicBezTo>
                  <a:cubicBezTo>
                    <a:pt x="286" y="948"/>
                    <a:pt x="309" y="926"/>
                    <a:pt x="309" y="899"/>
                  </a:cubicBezTo>
                  <a:cubicBezTo>
                    <a:pt x="309" y="272"/>
                    <a:pt x="309" y="272"/>
                    <a:pt x="309" y="272"/>
                  </a:cubicBezTo>
                  <a:cubicBezTo>
                    <a:pt x="313" y="278"/>
                    <a:pt x="319" y="284"/>
                    <a:pt x="325" y="290"/>
                  </a:cubicBezTo>
                  <a:cubicBezTo>
                    <a:pt x="333" y="299"/>
                    <a:pt x="342" y="308"/>
                    <a:pt x="351" y="316"/>
                  </a:cubicBezTo>
                  <a:cubicBezTo>
                    <a:pt x="355" y="319"/>
                    <a:pt x="360" y="323"/>
                    <a:pt x="365" y="326"/>
                  </a:cubicBezTo>
                  <a:cubicBezTo>
                    <a:pt x="370" y="329"/>
                    <a:pt x="376" y="333"/>
                    <a:pt x="389" y="333"/>
                  </a:cubicBezTo>
                  <a:cubicBezTo>
                    <a:pt x="389" y="333"/>
                    <a:pt x="389" y="333"/>
                    <a:pt x="389" y="333"/>
                  </a:cubicBezTo>
                  <a:cubicBezTo>
                    <a:pt x="394" y="333"/>
                    <a:pt x="399" y="333"/>
                    <a:pt x="405" y="330"/>
                  </a:cubicBezTo>
                  <a:cubicBezTo>
                    <a:pt x="413" y="326"/>
                    <a:pt x="420" y="318"/>
                    <a:pt x="422" y="311"/>
                  </a:cubicBezTo>
                  <a:cubicBezTo>
                    <a:pt x="425" y="305"/>
                    <a:pt x="425" y="299"/>
                    <a:pt x="425" y="295"/>
                  </a:cubicBezTo>
                  <a:cubicBezTo>
                    <a:pt x="425" y="285"/>
                    <a:pt x="423" y="277"/>
                    <a:pt x="420" y="268"/>
                  </a:cubicBezTo>
                  <a:cubicBezTo>
                    <a:pt x="412" y="241"/>
                    <a:pt x="393" y="199"/>
                    <a:pt x="356" y="130"/>
                  </a:cubicBezTo>
                  <a:cubicBezTo>
                    <a:pt x="418" y="130"/>
                    <a:pt x="489" y="130"/>
                    <a:pt x="495" y="130"/>
                  </a:cubicBezTo>
                  <a:cubicBezTo>
                    <a:pt x="504" y="130"/>
                    <a:pt x="518" y="130"/>
                    <a:pt x="532" y="125"/>
                  </a:cubicBezTo>
                  <a:cubicBezTo>
                    <a:pt x="538" y="122"/>
                    <a:pt x="545" y="117"/>
                    <a:pt x="550" y="111"/>
                  </a:cubicBezTo>
                  <a:cubicBezTo>
                    <a:pt x="555" y="104"/>
                    <a:pt x="558" y="95"/>
                    <a:pt x="558" y="85"/>
                  </a:cubicBezTo>
                  <a:cubicBezTo>
                    <a:pt x="558" y="71"/>
                    <a:pt x="553" y="60"/>
                    <a:pt x="545" y="52"/>
                  </a:cubicBezTo>
                  <a:cubicBezTo>
                    <a:pt x="538" y="45"/>
                    <a:pt x="528" y="41"/>
                    <a:pt x="519" y="4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216" name="组合 215"/>
          <p:cNvGrpSpPr/>
          <p:nvPr/>
        </p:nvGrpSpPr>
        <p:grpSpPr>
          <a:xfrm>
            <a:off x="8374063" y="4857750"/>
            <a:ext cx="1343025" cy="1401763"/>
            <a:chOff x="8374063" y="4857750"/>
            <a:chExt cx="1343025" cy="1401763"/>
          </a:xfrm>
          <a:solidFill>
            <a:schemeClr val="tx1">
              <a:lumMod val="65000"/>
              <a:lumOff val="35000"/>
            </a:schemeClr>
          </a:solidFill>
        </p:grpSpPr>
        <p:sp>
          <p:nvSpPr>
            <p:cNvPr id="217" name="Freeform 201"/>
            <p:cNvSpPr>
              <a:spLocks/>
            </p:cNvSpPr>
            <p:nvPr/>
          </p:nvSpPr>
          <p:spPr bwMode="auto">
            <a:xfrm>
              <a:off x="8526463" y="4857750"/>
              <a:ext cx="290513" cy="290513"/>
            </a:xfrm>
            <a:custGeom>
              <a:avLst/>
              <a:gdLst>
                <a:gd name="T0" fmla="*/ 78 w 197"/>
                <a:gd name="T1" fmla="*/ 186 h 197"/>
                <a:gd name="T2" fmla="*/ 186 w 197"/>
                <a:gd name="T3" fmla="*/ 119 h 197"/>
                <a:gd name="T4" fmla="*/ 119 w 197"/>
                <a:gd name="T5" fmla="*/ 11 h 197"/>
                <a:gd name="T6" fmla="*/ 11 w 197"/>
                <a:gd name="T7" fmla="*/ 78 h 197"/>
                <a:gd name="T8" fmla="*/ 78 w 197"/>
                <a:gd name="T9" fmla="*/ 186 h 197"/>
              </a:gdLst>
              <a:ahLst/>
              <a:cxnLst>
                <a:cxn ang="0">
                  <a:pos x="T0" y="T1"/>
                </a:cxn>
                <a:cxn ang="0">
                  <a:pos x="T2" y="T3"/>
                </a:cxn>
                <a:cxn ang="0">
                  <a:pos x="T4" y="T5"/>
                </a:cxn>
                <a:cxn ang="0">
                  <a:pos x="T6" y="T7"/>
                </a:cxn>
                <a:cxn ang="0">
                  <a:pos x="T8" y="T9"/>
                </a:cxn>
              </a:cxnLst>
              <a:rect l="0" t="0" r="r" b="b"/>
              <a:pathLst>
                <a:path w="197" h="197">
                  <a:moveTo>
                    <a:pt x="78" y="186"/>
                  </a:moveTo>
                  <a:cubicBezTo>
                    <a:pt x="126" y="197"/>
                    <a:pt x="175" y="167"/>
                    <a:pt x="186" y="119"/>
                  </a:cubicBezTo>
                  <a:cubicBezTo>
                    <a:pt x="197" y="70"/>
                    <a:pt x="167" y="22"/>
                    <a:pt x="119" y="11"/>
                  </a:cubicBezTo>
                  <a:cubicBezTo>
                    <a:pt x="70" y="0"/>
                    <a:pt x="22" y="30"/>
                    <a:pt x="11" y="78"/>
                  </a:cubicBezTo>
                  <a:cubicBezTo>
                    <a:pt x="0" y="126"/>
                    <a:pt x="30" y="175"/>
                    <a:pt x="78" y="1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202"/>
            <p:cNvSpPr>
              <a:spLocks/>
            </p:cNvSpPr>
            <p:nvPr/>
          </p:nvSpPr>
          <p:spPr bwMode="auto">
            <a:xfrm>
              <a:off x="8374063" y="5133975"/>
              <a:ext cx="282575" cy="1125538"/>
            </a:xfrm>
            <a:custGeom>
              <a:avLst/>
              <a:gdLst>
                <a:gd name="T0" fmla="*/ 120 w 191"/>
                <a:gd name="T1" fmla="*/ 167 h 763"/>
                <a:gd name="T2" fmla="*/ 79 w 191"/>
                <a:gd name="T3" fmla="*/ 90 h 763"/>
                <a:gd name="T4" fmla="*/ 79 w 191"/>
                <a:gd name="T5" fmla="*/ 90 h 763"/>
                <a:gd name="T6" fmla="*/ 78 w 191"/>
                <a:gd name="T7" fmla="*/ 90 h 763"/>
                <a:gd name="T8" fmla="*/ 108 w 191"/>
                <a:gd name="T9" fmla="*/ 41 h 763"/>
                <a:gd name="T10" fmla="*/ 117 w 191"/>
                <a:gd name="T11" fmla="*/ 40 h 763"/>
                <a:gd name="T12" fmla="*/ 156 w 191"/>
                <a:gd name="T13" fmla="*/ 70 h 763"/>
                <a:gd name="T14" fmla="*/ 156 w 191"/>
                <a:gd name="T15" fmla="*/ 72 h 763"/>
                <a:gd name="T16" fmla="*/ 158 w 191"/>
                <a:gd name="T17" fmla="*/ 77 h 763"/>
                <a:gd name="T18" fmla="*/ 169 w 191"/>
                <a:gd name="T19" fmla="*/ 98 h 763"/>
                <a:gd name="T20" fmla="*/ 174 w 191"/>
                <a:gd name="T21" fmla="*/ 107 h 763"/>
                <a:gd name="T22" fmla="*/ 175 w 191"/>
                <a:gd name="T23" fmla="*/ 104 h 763"/>
                <a:gd name="T24" fmla="*/ 137 w 191"/>
                <a:gd name="T25" fmla="*/ 8 h 763"/>
                <a:gd name="T26" fmla="*/ 34 w 191"/>
                <a:gd name="T27" fmla="*/ 77 h 763"/>
                <a:gd name="T28" fmla="*/ 11 w 191"/>
                <a:gd name="T29" fmla="*/ 299 h 763"/>
                <a:gd name="T30" fmla="*/ 63 w 191"/>
                <a:gd name="T31" fmla="*/ 365 h 763"/>
                <a:gd name="T32" fmla="*/ 91 w 191"/>
                <a:gd name="T33" fmla="*/ 522 h 763"/>
                <a:gd name="T34" fmla="*/ 59 w 191"/>
                <a:gd name="T35" fmla="*/ 696 h 763"/>
                <a:gd name="T36" fmla="*/ 89 w 191"/>
                <a:gd name="T37" fmla="*/ 760 h 763"/>
                <a:gd name="T38" fmla="*/ 106 w 191"/>
                <a:gd name="T39" fmla="*/ 763 h 763"/>
                <a:gd name="T40" fmla="*/ 153 w 191"/>
                <a:gd name="T41" fmla="*/ 731 h 763"/>
                <a:gd name="T42" fmla="*/ 191 w 191"/>
                <a:gd name="T43" fmla="*/ 522 h 763"/>
                <a:gd name="T44" fmla="*/ 154 w 191"/>
                <a:gd name="T45" fmla="*/ 324 h 763"/>
                <a:gd name="T46" fmla="*/ 154 w 191"/>
                <a:gd name="T47" fmla="*/ 309 h 763"/>
                <a:gd name="T48" fmla="*/ 157 w 191"/>
                <a:gd name="T49" fmla="*/ 201 h 763"/>
                <a:gd name="T50" fmla="*/ 120 w 191"/>
                <a:gd name="T51" fmla="*/ 167 h 7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1" h="763">
                  <a:moveTo>
                    <a:pt x="120" y="167"/>
                  </a:moveTo>
                  <a:cubicBezTo>
                    <a:pt x="92" y="134"/>
                    <a:pt x="82" y="102"/>
                    <a:pt x="79" y="90"/>
                  </a:cubicBezTo>
                  <a:cubicBezTo>
                    <a:pt x="79" y="90"/>
                    <a:pt x="79" y="90"/>
                    <a:pt x="79" y="90"/>
                  </a:cubicBezTo>
                  <a:cubicBezTo>
                    <a:pt x="78" y="90"/>
                    <a:pt x="78" y="90"/>
                    <a:pt x="78" y="90"/>
                  </a:cubicBezTo>
                  <a:cubicBezTo>
                    <a:pt x="73" y="68"/>
                    <a:pt x="86" y="47"/>
                    <a:pt x="108" y="41"/>
                  </a:cubicBezTo>
                  <a:cubicBezTo>
                    <a:pt x="111" y="41"/>
                    <a:pt x="114" y="40"/>
                    <a:pt x="117" y="40"/>
                  </a:cubicBezTo>
                  <a:cubicBezTo>
                    <a:pt x="136" y="40"/>
                    <a:pt x="152" y="53"/>
                    <a:pt x="156" y="70"/>
                  </a:cubicBezTo>
                  <a:cubicBezTo>
                    <a:pt x="156" y="72"/>
                    <a:pt x="156" y="72"/>
                    <a:pt x="156" y="72"/>
                  </a:cubicBezTo>
                  <a:cubicBezTo>
                    <a:pt x="157" y="73"/>
                    <a:pt x="157" y="75"/>
                    <a:pt x="158" y="77"/>
                  </a:cubicBezTo>
                  <a:cubicBezTo>
                    <a:pt x="160" y="82"/>
                    <a:pt x="164" y="89"/>
                    <a:pt x="169" y="98"/>
                  </a:cubicBezTo>
                  <a:cubicBezTo>
                    <a:pt x="170" y="101"/>
                    <a:pt x="172" y="104"/>
                    <a:pt x="174" y="107"/>
                  </a:cubicBezTo>
                  <a:cubicBezTo>
                    <a:pt x="175" y="106"/>
                    <a:pt x="175" y="105"/>
                    <a:pt x="175" y="104"/>
                  </a:cubicBezTo>
                  <a:cubicBezTo>
                    <a:pt x="186" y="64"/>
                    <a:pt x="171" y="17"/>
                    <a:pt x="137" y="8"/>
                  </a:cubicBezTo>
                  <a:cubicBezTo>
                    <a:pt x="103" y="0"/>
                    <a:pt x="54" y="18"/>
                    <a:pt x="34" y="77"/>
                  </a:cubicBezTo>
                  <a:cubicBezTo>
                    <a:pt x="6" y="157"/>
                    <a:pt x="0" y="210"/>
                    <a:pt x="11" y="299"/>
                  </a:cubicBezTo>
                  <a:cubicBezTo>
                    <a:pt x="19" y="340"/>
                    <a:pt x="39" y="357"/>
                    <a:pt x="63" y="365"/>
                  </a:cubicBezTo>
                  <a:cubicBezTo>
                    <a:pt x="71" y="386"/>
                    <a:pt x="91" y="444"/>
                    <a:pt x="91" y="522"/>
                  </a:cubicBezTo>
                  <a:cubicBezTo>
                    <a:pt x="91" y="572"/>
                    <a:pt x="83" y="631"/>
                    <a:pt x="59" y="696"/>
                  </a:cubicBezTo>
                  <a:cubicBezTo>
                    <a:pt x="50" y="722"/>
                    <a:pt x="63" y="751"/>
                    <a:pt x="89" y="760"/>
                  </a:cubicBezTo>
                  <a:cubicBezTo>
                    <a:pt x="94" y="762"/>
                    <a:pt x="100" y="763"/>
                    <a:pt x="106" y="763"/>
                  </a:cubicBezTo>
                  <a:cubicBezTo>
                    <a:pt x="126" y="763"/>
                    <a:pt x="145" y="751"/>
                    <a:pt x="153" y="731"/>
                  </a:cubicBezTo>
                  <a:cubicBezTo>
                    <a:pt x="181" y="654"/>
                    <a:pt x="191" y="583"/>
                    <a:pt x="191" y="522"/>
                  </a:cubicBezTo>
                  <a:cubicBezTo>
                    <a:pt x="191" y="423"/>
                    <a:pt x="166" y="352"/>
                    <a:pt x="154" y="324"/>
                  </a:cubicBezTo>
                  <a:cubicBezTo>
                    <a:pt x="154" y="319"/>
                    <a:pt x="154" y="315"/>
                    <a:pt x="154" y="309"/>
                  </a:cubicBezTo>
                  <a:cubicBezTo>
                    <a:pt x="149" y="275"/>
                    <a:pt x="152" y="237"/>
                    <a:pt x="157" y="201"/>
                  </a:cubicBezTo>
                  <a:cubicBezTo>
                    <a:pt x="143" y="191"/>
                    <a:pt x="131" y="180"/>
                    <a:pt x="120" y="1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203"/>
            <p:cNvSpPr>
              <a:spLocks noEditPoints="1"/>
            </p:cNvSpPr>
            <p:nvPr/>
          </p:nvSpPr>
          <p:spPr bwMode="auto">
            <a:xfrm>
              <a:off x="8829675" y="5208588"/>
              <a:ext cx="254000" cy="114300"/>
            </a:xfrm>
            <a:custGeom>
              <a:avLst/>
              <a:gdLst>
                <a:gd name="T0" fmla="*/ 172 w 172"/>
                <a:gd name="T1" fmla="*/ 77 h 77"/>
                <a:gd name="T2" fmla="*/ 172 w 172"/>
                <a:gd name="T3" fmla="*/ 54 h 77"/>
                <a:gd name="T4" fmla="*/ 134 w 172"/>
                <a:gd name="T5" fmla="*/ 54 h 77"/>
                <a:gd name="T6" fmla="*/ 125 w 172"/>
                <a:gd name="T7" fmla="*/ 21 h 77"/>
                <a:gd name="T8" fmla="*/ 86 w 172"/>
                <a:gd name="T9" fmla="*/ 26 h 77"/>
                <a:gd name="T10" fmla="*/ 47 w 172"/>
                <a:gd name="T11" fmla="*/ 21 h 77"/>
                <a:gd name="T12" fmla="*/ 39 w 172"/>
                <a:gd name="T13" fmla="*/ 54 h 77"/>
                <a:gd name="T14" fmla="*/ 0 w 172"/>
                <a:gd name="T15" fmla="*/ 54 h 77"/>
                <a:gd name="T16" fmla="*/ 0 w 172"/>
                <a:gd name="T17" fmla="*/ 77 h 77"/>
                <a:gd name="T18" fmla="*/ 172 w 172"/>
                <a:gd name="T19" fmla="*/ 77 h 77"/>
                <a:gd name="T20" fmla="*/ 112 w 172"/>
                <a:gd name="T21" fmla="*/ 32 h 77"/>
                <a:gd name="T22" fmla="*/ 101 w 172"/>
                <a:gd name="T23" fmla="*/ 51 h 77"/>
                <a:gd name="T24" fmla="*/ 98 w 172"/>
                <a:gd name="T25" fmla="*/ 47 h 77"/>
                <a:gd name="T26" fmla="*/ 112 w 172"/>
                <a:gd name="T27" fmla="*/ 32 h 77"/>
                <a:gd name="T28" fmla="*/ 60 w 172"/>
                <a:gd name="T29" fmla="*/ 32 h 77"/>
                <a:gd name="T30" fmla="*/ 75 w 172"/>
                <a:gd name="T31" fmla="*/ 47 h 77"/>
                <a:gd name="T32" fmla="*/ 71 w 172"/>
                <a:gd name="T33" fmla="*/ 51 h 77"/>
                <a:gd name="T34" fmla="*/ 60 w 172"/>
                <a:gd name="T35" fmla="*/ 32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2" h="77">
                  <a:moveTo>
                    <a:pt x="172" y="77"/>
                  </a:moveTo>
                  <a:cubicBezTo>
                    <a:pt x="172" y="54"/>
                    <a:pt x="172" y="54"/>
                    <a:pt x="172" y="54"/>
                  </a:cubicBezTo>
                  <a:cubicBezTo>
                    <a:pt x="134" y="54"/>
                    <a:pt x="134" y="54"/>
                    <a:pt x="134" y="54"/>
                  </a:cubicBezTo>
                  <a:cubicBezTo>
                    <a:pt x="136" y="49"/>
                    <a:pt x="138" y="37"/>
                    <a:pt x="125" y="21"/>
                  </a:cubicBezTo>
                  <a:cubicBezTo>
                    <a:pt x="109" y="0"/>
                    <a:pt x="86" y="26"/>
                    <a:pt x="86" y="26"/>
                  </a:cubicBezTo>
                  <a:cubicBezTo>
                    <a:pt x="86" y="26"/>
                    <a:pt x="64" y="0"/>
                    <a:pt x="47" y="21"/>
                  </a:cubicBezTo>
                  <a:cubicBezTo>
                    <a:pt x="35" y="37"/>
                    <a:pt x="37" y="49"/>
                    <a:pt x="39" y="54"/>
                  </a:cubicBezTo>
                  <a:cubicBezTo>
                    <a:pt x="0" y="54"/>
                    <a:pt x="0" y="54"/>
                    <a:pt x="0" y="54"/>
                  </a:cubicBezTo>
                  <a:cubicBezTo>
                    <a:pt x="0" y="77"/>
                    <a:pt x="0" y="77"/>
                    <a:pt x="0" y="77"/>
                  </a:cubicBezTo>
                  <a:lnTo>
                    <a:pt x="172" y="77"/>
                  </a:lnTo>
                  <a:close/>
                  <a:moveTo>
                    <a:pt x="112" y="32"/>
                  </a:moveTo>
                  <a:cubicBezTo>
                    <a:pt x="119" y="36"/>
                    <a:pt x="122" y="46"/>
                    <a:pt x="101" y="51"/>
                  </a:cubicBezTo>
                  <a:cubicBezTo>
                    <a:pt x="100" y="50"/>
                    <a:pt x="99" y="48"/>
                    <a:pt x="98" y="47"/>
                  </a:cubicBezTo>
                  <a:cubicBezTo>
                    <a:pt x="101" y="40"/>
                    <a:pt x="107" y="28"/>
                    <a:pt x="112" y="32"/>
                  </a:cubicBezTo>
                  <a:close/>
                  <a:moveTo>
                    <a:pt x="60" y="32"/>
                  </a:moveTo>
                  <a:cubicBezTo>
                    <a:pt x="65" y="28"/>
                    <a:pt x="72" y="40"/>
                    <a:pt x="75" y="47"/>
                  </a:cubicBezTo>
                  <a:cubicBezTo>
                    <a:pt x="74" y="48"/>
                    <a:pt x="72" y="50"/>
                    <a:pt x="71" y="51"/>
                  </a:cubicBezTo>
                  <a:cubicBezTo>
                    <a:pt x="51" y="46"/>
                    <a:pt x="54" y="36"/>
                    <a:pt x="60"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204"/>
            <p:cNvSpPr>
              <a:spLocks/>
            </p:cNvSpPr>
            <p:nvPr/>
          </p:nvSpPr>
          <p:spPr bwMode="auto">
            <a:xfrm>
              <a:off x="8829675" y="5349875"/>
              <a:ext cx="254000" cy="161925"/>
            </a:xfrm>
            <a:custGeom>
              <a:avLst/>
              <a:gdLst>
                <a:gd name="T0" fmla="*/ 96 w 172"/>
                <a:gd name="T1" fmla="*/ 0 h 109"/>
                <a:gd name="T2" fmla="*/ 96 w 172"/>
                <a:gd name="T3" fmla="*/ 65 h 109"/>
                <a:gd name="T4" fmla="*/ 77 w 172"/>
                <a:gd name="T5" fmla="*/ 65 h 109"/>
                <a:gd name="T6" fmla="*/ 77 w 172"/>
                <a:gd name="T7" fmla="*/ 0 h 109"/>
                <a:gd name="T8" fmla="*/ 0 w 172"/>
                <a:gd name="T9" fmla="*/ 0 h 109"/>
                <a:gd name="T10" fmla="*/ 0 w 172"/>
                <a:gd name="T11" fmla="*/ 14 h 109"/>
                <a:gd name="T12" fmla="*/ 18 w 172"/>
                <a:gd name="T13" fmla="*/ 12 h 109"/>
                <a:gd name="T14" fmla="*/ 23 w 172"/>
                <a:gd name="T15" fmla="*/ 12 h 109"/>
                <a:gd name="T16" fmla="*/ 63 w 172"/>
                <a:gd name="T17" fmla="*/ 47 h 109"/>
                <a:gd name="T18" fmla="*/ 28 w 172"/>
                <a:gd name="T19" fmla="*/ 91 h 109"/>
                <a:gd name="T20" fmla="*/ 0 w 172"/>
                <a:gd name="T21" fmla="*/ 94 h 109"/>
                <a:gd name="T22" fmla="*/ 0 w 172"/>
                <a:gd name="T23" fmla="*/ 109 h 109"/>
                <a:gd name="T24" fmla="*/ 172 w 172"/>
                <a:gd name="T25" fmla="*/ 109 h 109"/>
                <a:gd name="T26" fmla="*/ 172 w 172"/>
                <a:gd name="T27" fmla="*/ 0 h 109"/>
                <a:gd name="T28" fmla="*/ 96 w 172"/>
                <a:gd name="T29"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2" h="109">
                  <a:moveTo>
                    <a:pt x="96" y="0"/>
                  </a:moveTo>
                  <a:cubicBezTo>
                    <a:pt x="96" y="65"/>
                    <a:pt x="96" y="65"/>
                    <a:pt x="96" y="65"/>
                  </a:cubicBezTo>
                  <a:cubicBezTo>
                    <a:pt x="77" y="65"/>
                    <a:pt x="77" y="65"/>
                    <a:pt x="77" y="65"/>
                  </a:cubicBezTo>
                  <a:cubicBezTo>
                    <a:pt x="77" y="0"/>
                    <a:pt x="77" y="0"/>
                    <a:pt x="77" y="0"/>
                  </a:cubicBezTo>
                  <a:cubicBezTo>
                    <a:pt x="0" y="0"/>
                    <a:pt x="0" y="0"/>
                    <a:pt x="0" y="0"/>
                  </a:cubicBezTo>
                  <a:cubicBezTo>
                    <a:pt x="0" y="14"/>
                    <a:pt x="0" y="14"/>
                    <a:pt x="0" y="14"/>
                  </a:cubicBezTo>
                  <a:cubicBezTo>
                    <a:pt x="6" y="14"/>
                    <a:pt x="12" y="13"/>
                    <a:pt x="18" y="12"/>
                  </a:cubicBezTo>
                  <a:cubicBezTo>
                    <a:pt x="20" y="12"/>
                    <a:pt x="21" y="12"/>
                    <a:pt x="23" y="12"/>
                  </a:cubicBezTo>
                  <a:cubicBezTo>
                    <a:pt x="43" y="12"/>
                    <a:pt x="60" y="27"/>
                    <a:pt x="63" y="47"/>
                  </a:cubicBezTo>
                  <a:cubicBezTo>
                    <a:pt x="66" y="68"/>
                    <a:pt x="50" y="89"/>
                    <a:pt x="28" y="91"/>
                  </a:cubicBezTo>
                  <a:cubicBezTo>
                    <a:pt x="19" y="93"/>
                    <a:pt x="9" y="94"/>
                    <a:pt x="0" y="94"/>
                  </a:cubicBezTo>
                  <a:cubicBezTo>
                    <a:pt x="0" y="109"/>
                    <a:pt x="0" y="109"/>
                    <a:pt x="0" y="109"/>
                  </a:cubicBezTo>
                  <a:cubicBezTo>
                    <a:pt x="172" y="109"/>
                    <a:pt x="172" y="109"/>
                    <a:pt x="172" y="109"/>
                  </a:cubicBezTo>
                  <a:cubicBezTo>
                    <a:pt x="172" y="0"/>
                    <a:pt x="172" y="0"/>
                    <a:pt x="172" y="0"/>
                  </a:cubicBezTo>
                  <a:lnTo>
                    <a:pt x="9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205"/>
            <p:cNvSpPr>
              <a:spLocks/>
            </p:cNvSpPr>
            <p:nvPr/>
          </p:nvSpPr>
          <p:spPr bwMode="auto">
            <a:xfrm>
              <a:off x="8494713" y="5199063"/>
              <a:ext cx="419100" cy="279400"/>
            </a:xfrm>
            <a:custGeom>
              <a:avLst/>
              <a:gdLst>
                <a:gd name="T0" fmla="*/ 282 w 284"/>
                <a:gd name="T1" fmla="*/ 150 h 189"/>
                <a:gd name="T2" fmla="*/ 246 w 284"/>
                <a:gd name="T3" fmla="*/ 122 h 189"/>
                <a:gd name="T4" fmla="*/ 211 w 284"/>
                <a:gd name="T5" fmla="*/ 125 h 189"/>
                <a:gd name="T6" fmla="*/ 136 w 284"/>
                <a:gd name="T7" fmla="*/ 109 h 189"/>
                <a:gd name="T8" fmla="*/ 80 w 284"/>
                <a:gd name="T9" fmla="*/ 57 h 189"/>
                <a:gd name="T10" fmla="*/ 69 w 284"/>
                <a:gd name="T11" fmla="*/ 35 h 189"/>
                <a:gd name="T12" fmla="*/ 67 w 284"/>
                <a:gd name="T13" fmla="*/ 29 h 189"/>
                <a:gd name="T14" fmla="*/ 66 w 284"/>
                <a:gd name="T15" fmla="*/ 28 h 189"/>
                <a:gd name="T16" fmla="*/ 66 w 284"/>
                <a:gd name="T17" fmla="*/ 27 h 189"/>
                <a:gd name="T18" fmla="*/ 66 w 284"/>
                <a:gd name="T19" fmla="*/ 27 h 189"/>
                <a:gd name="T20" fmla="*/ 28 w 284"/>
                <a:gd name="T21" fmla="*/ 4 h 189"/>
                <a:gd name="T22" fmla="*/ 4 w 284"/>
                <a:gd name="T23" fmla="*/ 43 h 189"/>
                <a:gd name="T24" fmla="*/ 4 w 284"/>
                <a:gd name="T25" fmla="*/ 43 h 189"/>
                <a:gd name="T26" fmla="*/ 44 w 284"/>
                <a:gd name="T27" fmla="*/ 116 h 189"/>
                <a:gd name="T28" fmla="*/ 108 w 284"/>
                <a:gd name="T29" fmla="*/ 166 h 189"/>
                <a:gd name="T30" fmla="*/ 210 w 284"/>
                <a:gd name="T31" fmla="*/ 189 h 189"/>
                <a:gd name="T32" fmla="*/ 211 w 284"/>
                <a:gd name="T33" fmla="*/ 189 h 189"/>
                <a:gd name="T34" fmla="*/ 254 w 284"/>
                <a:gd name="T35" fmla="*/ 186 h 189"/>
                <a:gd name="T36" fmla="*/ 282 w 284"/>
                <a:gd name="T37" fmla="*/ 15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84" h="189">
                  <a:moveTo>
                    <a:pt x="282" y="150"/>
                  </a:moveTo>
                  <a:cubicBezTo>
                    <a:pt x="279" y="132"/>
                    <a:pt x="263" y="120"/>
                    <a:pt x="246" y="122"/>
                  </a:cubicBezTo>
                  <a:cubicBezTo>
                    <a:pt x="233" y="124"/>
                    <a:pt x="221" y="125"/>
                    <a:pt x="211" y="125"/>
                  </a:cubicBezTo>
                  <a:cubicBezTo>
                    <a:pt x="179" y="125"/>
                    <a:pt x="155" y="118"/>
                    <a:pt x="136" y="109"/>
                  </a:cubicBezTo>
                  <a:cubicBezTo>
                    <a:pt x="108" y="95"/>
                    <a:pt x="90" y="75"/>
                    <a:pt x="80" y="57"/>
                  </a:cubicBezTo>
                  <a:cubicBezTo>
                    <a:pt x="75" y="48"/>
                    <a:pt x="71" y="40"/>
                    <a:pt x="69" y="35"/>
                  </a:cubicBezTo>
                  <a:cubicBezTo>
                    <a:pt x="68" y="32"/>
                    <a:pt x="67" y="30"/>
                    <a:pt x="67" y="29"/>
                  </a:cubicBezTo>
                  <a:cubicBezTo>
                    <a:pt x="67" y="28"/>
                    <a:pt x="66" y="28"/>
                    <a:pt x="66" y="28"/>
                  </a:cubicBezTo>
                  <a:cubicBezTo>
                    <a:pt x="66" y="27"/>
                    <a:pt x="66" y="27"/>
                    <a:pt x="66" y="27"/>
                  </a:cubicBezTo>
                  <a:cubicBezTo>
                    <a:pt x="66" y="27"/>
                    <a:pt x="66" y="27"/>
                    <a:pt x="66" y="27"/>
                  </a:cubicBezTo>
                  <a:cubicBezTo>
                    <a:pt x="62" y="10"/>
                    <a:pt x="45" y="0"/>
                    <a:pt x="28" y="4"/>
                  </a:cubicBezTo>
                  <a:cubicBezTo>
                    <a:pt x="11" y="8"/>
                    <a:pt x="0" y="26"/>
                    <a:pt x="4" y="43"/>
                  </a:cubicBezTo>
                  <a:cubicBezTo>
                    <a:pt x="4" y="43"/>
                    <a:pt x="4" y="43"/>
                    <a:pt x="4" y="43"/>
                  </a:cubicBezTo>
                  <a:cubicBezTo>
                    <a:pt x="5" y="46"/>
                    <a:pt x="14" y="80"/>
                    <a:pt x="44" y="116"/>
                  </a:cubicBezTo>
                  <a:cubicBezTo>
                    <a:pt x="59" y="135"/>
                    <a:pt x="80" y="153"/>
                    <a:pt x="108" y="166"/>
                  </a:cubicBezTo>
                  <a:cubicBezTo>
                    <a:pt x="135" y="180"/>
                    <a:pt x="170" y="189"/>
                    <a:pt x="210" y="189"/>
                  </a:cubicBezTo>
                  <a:cubicBezTo>
                    <a:pt x="211" y="189"/>
                    <a:pt x="211" y="189"/>
                    <a:pt x="211" y="189"/>
                  </a:cubicBezTo>
                  <a:cubicBezTo>
                    <a:pt x="224" y="189"/>
                    <a:pt x="239" y="188"/>
                    <a:pt x="254" y="186"/>
                  </a:cubicBezTo>
                  <a:cubicBezTo>
                    <a:pt x="272" y="183"/>
                    <a:pt x="284" y="167"/>
                    <a:pt x="282" y="1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206"/>
            <p:cNvSpPr>
              <a:spLocks/>
            </p:cNvSpPr>
            <p:nvPr/>
          </p:nvSpPr>
          <p:spPr bwMode="auto">
            <a:xfrm>
              <a:off x="9151938" y="4911725"/>
              <a:ext cx="304800" cy="303213"/>
            </a:xfrm>
            <a:custGeom>
              <a:avLst/>
              <a:gdLst>
                <a:gd name="T0" fmla="*/ 62 w 206"/>
                <a:gd name="T1" fmla="*/ 22 h 205"/>
                <a:gd name="T2" fmla="*/ 23 w 206"/>
                <a:gd name="T3" fmla="*/ 143 h 205"/>
                <a:gd name="T4" fmla="*/ 144 w 206"/>
                <a:gd name="T5" fmla="*/ 183 h 205"/>
                <a:gd name="T6" fmla="*/ 183 w 206"/>
                <a:gd name="T7" fmla="*/ 62 h 205"/>
                <a:gd name="T8" fmla="*/ 62 w 206"/>
                <a:gd name="T9" fmla="*/ 22 h 205"/>
              </a:gdLst>
              <a:ahLst/>
              <a:cxnLst>
                <a:cxn ang="0">
                  <a:pos x="T0" y="T1"/>
                </a:cxn>
                <a:cxn ang="0">
                  <a:pos x="T2" y="T3"/>
                </a:cxn>
                <a:cxn ang="0">
                  <a:pos x="T4" y="T5"/>
                </a:cxn>
                <a:cxn ang="0">
                  <a:pos x="T6" y="T7"/>
                </a:cxn>
                <a:cxn ang="0">
                  <a:pos x="T8" y="T9"/>
                </a:cxn>
              </a:cxnLst>
              <a:rect l="0" t="0" r="r" b="b"/>
              <a:pathLst>
                <a:path w="206" h="205">
                  <a:moveTo>
                    <a:pt x="62" y="22"/>
                  </a:moveTo>
                  <a:cubicBezTo>
                    <a:pt x="18" y="45"/>
                    <a:pt x="0" y="99"/>
                    <a:pt x="23" y="143"/>
                  </a:cubicBezTo>
                  <a:cubicBezTo>
                    <a:pt x="46" y="188"/>
                    <a:pt x="100" y="205"/>
                    <a:pt x="144" y="183"/>
                  </a:cubicBezTo>
                  <a:cubicBezTo>
                    <a:pt x="188" y="160"/>
                    <a:pt x="206" y="106"/>
                    <a:pt x="183" y="62"/>
                  </a:cubicBezTo>
                  <a:cubicBezTo>
                    <a:pt x="161" y="17"/>
                    <a:pt x="107" y="0"/>
                    <a:pt x="62"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207"/>
            <p:cNvSpPr>
              <a:spLocks/>
            </p:cNvSpPr>
            <p:nvPr/>
          </p:nvSpPr>
          <p:spPr bwMode="auto">
            <a:xfrm>
              <a:off x="9378950" y="5156200"/>
              <a:ext cx="338138" cy="1103313"/>
            </a:xfrm>
            <a:custGeom>
              <a:avLst/>
              <a:gdLst>
                <a:gd name="T0" fmla="*/ 152 w 229"/>
                <a:gd name="T1" fmla="*/ 58 h 748"/>
                <a:gd name="T2" fmla="*/ 35 w 229"/>
                <a:gd name="T3" fmla="*/ 16 h 748"/>
                <a:gd name="T4" fmla="*/ 21 w 229"/>
                <a:gd name="T5" fmla="*/ 118 h 748"/>
                <a:gd name="T6" fmla="*/ 22 w 229"/>
                <a:gd name="T7" fmla="*/ 121 h 748"/>
                <a:gd name="T8" fmla="*/ 31 w 229"/>
                <a:gd name="T9" fmla="*/ 81 h 748"/>
                <a:gd name="T10" fmla="*/ 31 w 229"/>
                <a:gd name="T11" fmla="*/ 81 h 748"/>
                <a:gd name="T12" fmla="*/ 31 w 229"/>
                <a:gd name="T13" fmla="*/ 81 h 748"/>
                <a:gd name="T14" fmla="*/ 37 w 229"/>
                <a:gd name="T15" fmla="*/ 60 h 748"/>
                <a:gd name="T16" fmla="*/ 38 w 229"/>
                <a:gd name="T17" fmla="*/ 60 h 748"/>
                <a:gd name="T18" fmla="*/ 38 w 229"/>
                <a:gd name="T19" fmla="*/ 59 h 748"/>
                <a:gd name="T20" fmla="*/ 38 w 229"/>
                <a:gd name="T21" fmla="*/ 59 h 748"/>
                <a:gd name="T22" fmla="*/ 43 w 229"/>
                <a:gd name="T23" fmla="*/ 53 h 748"/>
                <a:gd name="T24" fmla="*/ 43 w 229"/>
                <a:gd name="T25" fmla="*/ 53 h 748"/>
                <a:gd name="T26" fmla="*/ 43 w 229"/>
                <a:gd name="T27" fmla="*/ 53 h 748"/>
                <a:gd name="T28" fmla="*/ 71 w 229"/>
                <a:gd name="T29" fmla="*/ 41 h 748"/>
                <a:gd name="T30" fmla="*/ 100 w 229"/>
                <a:gd name="T31" fmla="*/ 53 h 748"/>
                <a:gd name="T32" fmla="*/ 111 w 229"/>
                <a:gd name="T33" fmla="*/ 83 h 748"/>
                <a:gd name="T34" fmla="*/ 99 w 229"/>
                <a:gd name="T35" fmla="*/ 143 h 748"/>
                <a:gd name="T36" fmla="*/ 62 w 229"/>
                <a:gd name="T37" fmla="*/ 208 h 748"/>
                <a:gd name="T38" fmla="*/ 91 w 229"/>
                <a:gd name="T39" fmla="*/ 312 h 748"/>
                <a:gd name="T40" fmla="*/ 93 w 229"/>
                <a:gd name="T41" fmla="*/ 325 h 748"/>
                <a:gd name="T42" fmla="*/ 63 w 229"/>
                <a:gd name="T43" fmla="*/ 507 h 748"/>
                <a:gd name="T44" fmla="*/ 101 w 229"/>
                <a:gd name="T45" fmla="*/ 716 h 748"/>
                <a:gd name="T46" fmla="*/ 148 w 229"/>
                <a:gd name="T47" fmla="*/ 748 h 748"/>
                <a:gd name="T48" fmla="*/ 165 w 229"/>
                <a:gd name="T49" fmla="*/ 745 h 748"/>
                <a:gd name="T50" fmla="*/ 195 w 229"/>
                <a:gd name="T51" fmla="*/ 681 h 748"/>
                <a:gd name="T52" fmla="*/ 163 w 229"/>
                <a:gd name="T53" fmla="*/ 507 h 748"/>
                <a:gd name="T54" fmla="*/ 180 w 229"/>
                <a:gd name="T55" fmla="*/ 383 h 748"/>
                <a:gd name="T56" fmla="*/ 191 w 229"/>
                <a:gd name="T57" fmla="*/ 350 h 748"/>
                <a:gd name="T58" fmla="*/ 193 w 229"/>
                <a:gd name="T59" fmla="*/ 344 h 748"/>
                <a:gd name="T60" fmla="*/ 227 w 229"/>
                <a:gd name="T61" fmla="*/ 268 h 748"/>
                <a:gd name="T62" fmla="*/ 152 w 229"/>
                <a:gd name="T63" fmla="*/ 58 h 7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29" h="748">
                  <a:moveTo>
                    <a:pt x="152" y="58"/>
                  </a:moveTo>
                  <a:cubicBezTo>
                    <a:pt x="118" y="6"/>
                    <a:pt x="66" y="0"/>
                    <a:pt x="35" y="16"/>
                  </a:cubicBezTo>
                  <a:cubicBezTo>
                    <a:pt x="4" y="33"/>
                    <a:pt x="0" y="82"/>
                    <a:pt x="21" y="118"/>
                  </a:cubicBezTo>
                  <a:cubicBezTo>
                    <a:pt x="21" y="119"/>
                    <a:pt x="22" y="120"/>
                    <a:pt x="22" y="121"/>
                  </a:cubicBezTo>
                  <a:cubicBezTo>
                    <a:pt x="31" y="99"/>
                    <a:pt x="31" y="82"/>
                    <a:pt x="31" y="81"/>
                  </a:cubicBezTo>
                  <a:cubicBezTo>
                    <a:pt x="31" y="81"/>
                    <a:pt x="31" y="81"/>
                    <a:pt x="31" y="81"/>
                  </a:cubicBezTo>
                  <a:cubicBezTo>
                    <a:pt x="31" y="81"/>
                    <a:pt x="31" y="81"/>
                    <a:pt x="31" y="81"/>
                  </a:cubicBezTo>
                  <a:cubicBezTo>
                    <a:pt x="32" y="69"/>
                    <a:pt x="35" y="64"/>
                    <a:pt x="37" y="60"/>
                  </a:cubicBezTo>
                  <a:cubicBezTo>
                    <a:pt x="38" y="60"/>
                    <a:pt x="38" y="60"/>
                    <a:pt x="38" y="60"/>
                  </a:cubicBezTo>
                  <a:cubicBezTo>
                    <a:pt x="38" y="59"/>
                    <a:pt x="38" y="59"/>
                    <a:pt x="38" y="59"/>
                  </a:cubicBezTo>
                  <a:cubicBezTo>
                    <a:pt x="38" y="59"/>
                    <a:pt x="38" y="59"/>
                    <a:pt x="38" y="59"/>
                  </a:cubicBezTo>
                  <a:cubicBezTo>
                    <a:pt x="40" y="56"/>
                    <a:pt x="42" y="54"/>
                    <a:pt x="43" y="53"/>
                  </a:cubicBezTo>
                  <a:cubicBezTo>
                    <a:pt x="43" y="53"/>
                    <a:pt x="43" y="53"/>
                    <a:pt x="43" y="53"/>
                  </a:cubicBezTo>
                  <a:cubicBezTo>
                    <a:pt x="43" y="53"/>
                    <a:pt x="43" y="53"/>
                    <a:pt x="43" y="53"/>
                  </a:cubicBezTo>
                  <a:cubicBezTo>
                    <a:pt x="51" y="45"/>
                    <a:pt x="61" y="41"/>
                    <a:pt x="71" y="41"/>
                  </a:cubicBezTo>
                  <a:cubicBezTo>
                    <a:pt x="82" y="41"/>
                    <a:pt x="92" y="45"/>
                    <a:pt x="100" y="53"/>
                  </a:cubicBezTo>
                  <a:cubicBezTo>
                    <a:pt x="107" y="61"/>
                    <a:pt x="112" y="72"/>
                    <a:pt x="111" y="83"/>
                  </a:cubicBezTo>
                  <a:cubicBezTo>
                    <a:pt x="111" y="91"/>
                    <a:pt x="110" y="114"/>
                    <a:pt x="99" y="143"/>
                  </a:cubicBezTo>
                  <a:cubicBezTo>
                    <a:pt x="93" y="162"/>
                    <a:pt x="81" y="185"/>
                    <a:pt x="62" y="208"/>
                  </a:cubicBezTo>
                  <a:cubicBezTo>
                    <a:pt x="75" y="242"/>
                    <a:pt x="87" y="278"/>
                    <a:pt x="91" y="312"/>
                  </a:cubicBezTo>
                  <a:cubicBezTo>
                    <a:pt x="91" y="317"/>
                    <a:pt x="92" y="321"/>
                    <a:pt x="93" y="325"/>
                  </a:cubicBezTo>
                  <a:cubicBezTo>
                    <a:pt x="81" y="360"/>
                    <a:pt x="63" y="424"/>
                    <a:pt x="63" y="507"/>
                  </a:cubicBezTo>
                  <a:cubicBezTo>
                    <a:pt x="63" y="568"/>
                    <a:pt x="72" y="639"/>
                    <a:pt x="101" y="716"/>
                  </a:cubicBezTo>
                  <a:cubicBezTo>
                    <a:pt x="108" y="736"/>
                    <a:pt x="127" y="748"/>
                    <a:pt x="148" y="748"/>
                  </a:cubicBezTo>
                  <a:cubicBezTo>
                    <a:pt x="154" y="748"/>
                    <a:pt x="159" y="747"/>
                    <a:pt x="165" y="745"/>
                  </a:cubicBezTo>
                  <a:cubicBezTo>
                    <a:pt x="191" y="736"/>
                    <a:pt x="204" y="707"/>
                    <a:pt x="195" y="681"/>
                  </a:cubicBezTo>
                  <a:cubicBezTo>
                    <a:pt x="171" y="616"/>
                    <a:pt x="163" y="557"/>
                    <a:pt x="163" y="507"/>
                  </a:cubicBezTo>
                  <a:cubicBezTo>
                    <a:pt x="163" y="455"/>
                    <a:pt x="171" y="413"/>
                    <a:pt x="180" y="383"/>
                  </a:cubicBezTo>
                  <a:cubicBezTo>
                    <a:pt x="184" y="369"/>
                    <a:pt x="188" y="357"/>
                    <a:pt x="191" y="350"/>
                  </a:cubicBezTo>
                  <a:cubicBezTo>
                    <a:pt x="192" y="347"/>
                    <a:pt x="193" y="345"/>
                    <a:pt x="193" y="344"/>
                  </a:cubicBezTo>
                  <a:cubicBezTo>
                    <a:pt x="214" y="331"/>
                    <a:pt x="229" y="309"/>
                    <a:pt x="227" y="268"/>
                  </a:cubicBezTo>
                  <a:cubicBezTo>
                    <a:pt x="216" y="179"/>
                    <a:pt x="198" y="130"/>
                    <a:pt x="152"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208"/>
            <p:cNvSpPr>
              <a:spLocks/>
            </p:cNvSpPr>
            <p:nvPr/>
          </p:nvSpPr>
          <p:spPr bwMode="auto">
            <a:xfrm>
              <a:off x="9167813" y="5222875"/>
              <a:ext cx="365125" cy="346075"/>
            </a:xfrm>
            <a:custGeom>
              <a:avLst/>
              <a:gdLst>
                <a:gd name="T0" fmla="*/ 237 w 247"/>
                <a:gd name="T1" fmla="*/ 13 h 234"/>
                <a:gd name="T2" fmla="*/ 192 w 247"/>
                <a:gd name="T3" fmla="*/ 13 h 234"/>
                <a:gd name="T4" fmla="*/ 192 w 247"/>
                <a:gd name="T5" fmla="*/ 13 h 234"/>
                <a:gd name="T6" fmla="*/ 188 w 247"/>
                <a:gd name="T7" fmla="*/ 18 h 234"/>
                <a:gd name="T8" fmla="*/ 182 w 247"/>
                <a:gd name="T9" fmla="*/ 35 h 234"/>
                <a:gd name="T10" fmla="*/ 182 w 247"/>
                <a:gd name="T11" fmla="*/ 35 h 234"/>
                <a:gd name="T12" fmla="*/ 182 w 247"/>
                <a:gd name="T13" fmla="*/ 35 h 234"/>
                <a:gd name="T14" fmla="*/ 162 w 247"/>
                <a:gd name="T15" fmla="*/ 99 h 234"/>
                <a:gd name="T16" fmla="*/ 119 w 247"/>
                <a:gd name="T17" fmla="*/ 142 h 234"/>
                <a:gd name="T18" fmla="*/ 31 w 247"/>
                <a:gd name="T19" fmla="*/ 170 h 234"/>
                <a:gd name="T20" fmla="*/ 2 w 247"/>
                <a:gd name="T21" fmla="*/ 205 h 234"/>
                <a:gd name="T22" fmla="*/ 34 w 247"/>
                <a:gd name="T23" fmla="*/ 234 h 234"/>
                <a:gd name="T24" fmla="*/ 38 w 247"/>
                <a:gd name="T25" fmla="*/ 234 h 234"/>
                <a:gd name="T26" fmla="*/ 155 w 247"/>
                <a:gd name="T27" fmla="*/ 195 h 234"/>
                <a:gd name="T28" fmla="*/ 235 w 247"/>
                <a:gd name="T29" fmla="*/ 94 h 234"/>
                <a:gd name="T30" fmla="*/ 246 w 247"/>
                <a:gd name="T31" fmla="*/ 36 h 234"/>
                <a:gd name="T32" fmla="*/ 237 w 247"/>
                <a:gd name="T33" fmla="*/ 13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7" h="234">
                  <a:moveTo>
                    <a:pt x="237" y="13"/>
                  </a:moveTo>
                  <a:cubicBezTo>
                    <a:pt x="224" y="0"/>
                    <a:pt x="204" y="0"/>
                    <a:pt x="192" y="13"/>
                  </a:cubicBezTo>
                  <a:cubicBezTo>
                    <a:pt x="192" y="13"/>
                    <a:pt x="192" y="13"/>
                    <a:pt x="192" y="13"/>
                  </a:cubicBezTo>
                  <a:cubicBezTo>
                    <a:pt x="191" y="14"/>
                    <a:pt x="189" y="15"/>
                    <a:pt x="188" y="18"/>
                  </a:cubicBezTo>
                  <a:cubicBezTo>
                    <a:pt x="186" y="20"/>
                    <a:pt x="183" y="24"/>
                    <a:pt x="182" y="35"/>
                  </a:cubicBezTo>
                  <a:cubicBezTo>
                    <a:pt x="182" y="35"/>
                    <a:pt x="182" y="35"/>
                    <a:pt x="182" y="35"/>
                  </a:cubicBezTo>
                  <a:cubicBezTo>
                    <a:pt x="182" y="35"/>
                    <a:pt x="182" y="35"/>
                    <a:pt x="182" y="35"/>
                  </a:cubicBezTo>
                  <a:cubicBezTo>
                    <a:pt x="182" y="38"/>
                    <a:pt x="181" y="69"/>
                    <a:pt x="162" y="99"/>
                  </a:cubicBezTo>
                  <a:cubicBezTo>
                    <a:pt x="153" y="114"/>
                    <a:pt x="139" y="129"/>
                    <a:pt x="119" y="142"/>
                  </a:cubicBezTo>
                  <a:cubicBezTo>
                    <a:pt x="98" y="155"/>
                    <a:pt x="70" y="166"/>
                    <a:pt x="31" y="170"/>
                  </a:cubicBezTo>
                  <a:cubicBezTo>
                    <a:pt x="13" y="172"/>
                    <a:pt x="0" y="188"/>
                    <a:pt x="2" y="205"/>
                  </a:cubicBezTo>
                  <a:cubicBezTo>
                    <a:pt x="4" y="222"/>
                    <a:pt x="18" y="234"/>
                    <a:pt x="34" y="234"/>
                  </a:cubicBezTo>
                  <a:cubicBezTo>
                    <a:pt x="35" y="234"/>
                    <a:pt x="36" y="234"/>
                    <a:pt x="38" y="234"/>
                  </a:cubicBezTo>
                  <a:cubicBezTo>
                    <a:pt x="87" y="228"/>
                    <a:pt x="126" y="214"/>
                    <a:pt x="155" y="195"/>
                  </a:cubicBezTo>
                  <a:cubicBezTo>
                    <a:pt x="200" y="165"/>
                    <a:pt x="224" y="126"/>
                    <a:pt x="235" y="94"/>
                  </a:cubicBezTo>
                  <a:cubicBezTo>
                    <a:pt x="245" y="65"/>
                    <a:pt x="246" y="42"/>
                    <a:pt x="246" y="36"/>
                  </a:cubicBezTo>
                  <a:cubicBezTo>
                    <a:pt x="247" y="28"/>
                    <a:pt x="243" y="19"/>
                    <a:pt x="237"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25" name="组合 224"/>
          <p:cNvGrpSpPr/>
          <p:nvPr/>
        </p:nvGrpSpPr>
        <p:grpSpPr>
          <a:xfrm>
            <a:off x="9744075" y="4862513"/>
            <a:ext cx="2108200" cy="1403350"/>
            <a:chOff x="9744075" y="4862513"/>
            <a:chExt cx="2108200" cy="1403350"/>
          </a:xfrm>
          <a:solidFill>
            <a:schemeClr val="tx1">
              <a:lumMod val="65000"/>
              <a:lumOff val="35000"/>
            </a:schemeClr>
          </a:solidFill>
        </p:grpSpPr>
        <p:sp>
          <p:nvSpPr>
            <p:cNvPr id="226" name="Freeform 209"/>
            <p:cNvSpPr>
              <a:spLocks/>
            </p:cNvSpPr>
            <p:nvPr/>
          </p:nvSpPr>
          <p:spPr bwMode="auto">
            <a:xfrm>
              <a:off x="10244138" y="4862513"/>
              <a:ext cx="282575" cy="280988"/>
            </a:xfrm>
            <a:custGeom>
              <a:avLst/>
              <a:gdLst>
                <a:gd name="T0" fmla="*/ 84 w 192"/>
                <a:gd name="T1" fmla="*/ 6 h 191"/>
                <a:gd name="T2" fmla="*/ 7 w 192"/>
                <a:gd name="T3" fmla="*/ 107 h 191"/>
                <a:gd name="T4" fmla="*/ 108 w 192"/>
                <a:gd name="T5" fmla="*/ 185 h 191"/>
                <a:gd name="T6" fmla="*/ 185 w 192"/>
                <a:gd name="T7" fmla="*/ 84 h 191"/>
                <a:gd name="T8" fmla="*/ 84 w 192"/>
                <a:gd name="T9" fmla="*/ 6 h 191"/>
              </a:gdLst>
              <a:ahLst/>
              <a:cxnLst>
                <a:cxn ang="0">
                  <a:pos x="T0" y="T1"/>
                </a:cxn>
                <a:cxn ang="0">
                  <a:pos x="T2" y="T3"/>
                </a:cxn>
                <a:cxn ang="0">
                  <a:pos x="T4" y="T5"/>
                </a:cxn>
                <a:cxn ang="0">
                  <a:pos x="T6" y="T7"/>
                </a:cxn>
                <a:cxn ang="0">
                  <a:pos x="T8" y="T9"/>
                </a:cxn>
              </a:cxnLst>
              <a:rect l="0" t="0" r="r" b="b"/>
              <a:pathLst>
                <a:path w="192" h="191">
                  <a:moveTo>
                    <a:pt x="84" y="6"/>
                  </a:moveTo>
                  <a:cubicBezTo>
                    <a:pt x="35" y="13"/>
                    <a:pt x="0" y="58"/>
                    <a:pt x="7" y="107"/>
                  </a:cubicBezTo>
                  <a:cubicBezTo>
                    <a:pt x="13" y="156"/>
                    <a:pt x="58" y="191"/>
                    <a:pt x="108" y="185"/>
                  </a:cubicBezTo>
                  <a:cubicBezTo>
                    <a:pt x="157" y="178"/>
                    <a:pt x="192" y="133"/>
                    <a:pt x="185" y="84"/>
                  </a:cubicBezTo>
                  <a:cubicBezTo>
                    <a:pt x="179" y="35"/>
                    <a:pt x="134" y="0"/>
                    <a:pt x="8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210"/>
            <p:cNvSpPr>
              <a:spLocks/>
            </p:cNvSpPr>
            <p:nvPr/>
          </p:nvSpPr>
          <p:spPr bwMode="auto">
            <a:xfrm>
              <a:off x="11179175" y="4910138"/>
              <a:ext cx="295275" cy="295275"/>
            </a:xfrm>
            <a:custGeom>
              <a:avLst/>
              <a:gdLst>
                <a:gd name="T0" fmla="*/ 125 w 200"/>
                <a:gd name="T1" fmla="*/ 14 h 200"/>
                <a:gd name="T2" fmla="*/ 14 w 200"/>
                <a:gd name="T3" fmla="*/ 76 h 200"/>
                <a:gd name="T4" fmla="*/ 76 w 200"/>
                <a:gd name="T5" fmla="*/ 187 h 200"/>
                <a:gd name="T6" fmla="*/ 187 w 200"/>
                <a:gd name="T7" fmla="*/ 124 h 200"/>
                <a:gd name="T8" fmla="*/ 125 w 200"/>
                <a:gd name="T9" fmla="*/ 14 h 200"/>
              </a:gdLst>
              <a:ahLst/>
              <a:cxnLst>
                <a:cxn ang="0">
                  <a:pos x="T0" y="T1"/>
                </a:cxn>
                <a:cxn ang="0">
                  <a:pos x="T2" y="T3"/>
                </a:cxn>
                <a:cxn ang="0">
                  <a:pos x="T4" y="T5"/>
                </a:cxn>
                <a:cxn ang="0">
                  <a:pos x="T6" y="T7"/>
                </a:cxn>
                <a:cxn ang="0">
                  <a:pos x="T8" y="T9"/>
                </a:cxn>
              </a:cxnLst>
              <a:rect l="0" t="0" r="r" b="b"/>
              <a:pathLst>
                <a:path w="200" h="200">
                  <a:moveTo>
                    <a:pt x="125" y="14"/>
                  </a:moveTo>
                  <a:cubicBezTo>
                    <a:pt x="77" y="0"/>
                    <a:pt x="27" y="28"/>
                    <a:pt x="14" y="76"/>
                  </a:cubicBezTo>
                  <a:cubicBezTo>
                    <a:pt x="0" y="124"/>
                    <a:pt x="28" y="173"/>
                    <a:pt x="76" y="187"/>
                  </a:cubicBezTo>
                  <a:cubicBezTo>
                    <a:pt x="124" y="200"/>
                    <a:pt x="174" y="172"/>
                    <a:pt x="187" y="124"/>
                  </a:cubicBezTo>
                  <a:cubicBezTo>
                    <a:pt x="200" y="77"/>
                    <a:pt x="172" y="27"/>
                    <a:pt x="125"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211"/>
            <p:cNvSpPr>
              <a:spLocks/>
            </p:cNvSpPr>
            <p:nvPr/>
          </p:nvSpPr>
          <p:spPr bwMode="auto">
            <a:xfrm>
              <a:off x="9744075" y="4902200"/>
              <a:ext cx="2108200" cy="1363663"/>
            </a:xfrm>
            <a:custGeom>
              <a:avLst/>
              <a:gdLst>
                <a:gd name="T0" fmla="*/ 1377 w 1429"/>
                <a:gd name="T1" fmla="*/ 15 h 924"/>
                <a:gd name="T2" fmla="*/ 1165 w 1429"/>
                <a:gd name="T3" fmla="*/ 194 h 924"/>
                <a:gd name="T4" fmla="*/ 1140 w 1429"/>
                <a:gd name="T5" fmla="*/ 207 h 924"/>
                <a:gd name="T6" fmla="*/ 1139 w 1429"/>
                <a:gd name="T7" fmla="*/ 208 h 924"/>
                <a:gd name="T8" fmla="*/ 1061 w 1429"/>
                <a:gd name="T9" fmla="*/ 235 h 924"/>
                <a:gd name="T10" fmla="*/ 1057 w 1429"/>
                <a:gd name="T11" fmla="*/ 236 h 924"/>
                <a:gd name="T12" fmla="*/ 807 w 1429"/>
                <a:gd name="T13" fmla="*/ 211 h 924"/>
                <a:gd name="T14" fmla="*/ 762 w 1429"/>
                <a:gd name="T15" fmla="*/ 192 h 924"/>
                <a:gd name="T16" fmla="*/ 526 w 1429"/>
                <a:gd name="T17" fmla="*/ 212 h 924"/>
                <a:gd name="T18" fmla="*/ 494 w 1429"/>
                <a:gd name="T19" fmla="*/ 199 h 924"/>
                <a:gd name="T20" fmla="*/ 492 w 1429"/>
                <a:gd name="T21" fmla="*/ 198 h 924"/>
                <a:gd name="T22" fmla="*/ 479 w 1429"/>
                <a:gd name="T23" fmla="*/ 194 h 924"/>
                <a:gd name="T24" fmla="*/ 327 w 1429"/>
                <a:gd name="T25" fmla="*/ 181 h 924"/>
                <a:gd name="T26" fmla="*/ 223 w 1429"/>
                <a:gd name="T27" fmla="*/ 156 h 924"/>
                <a:gd name="T28" fmla="*/ 12 w 1429"/>
                <a:gd name="T29" fmla="*/ 67 h 924"/>
                <a:gd name="T30" fmla="*/ 215 w 1429"/>
                <a:gd name="T31" fmla="*/ 221 h 924"/>
                <a:gd name="T32" fmla="*/ 323 w 1429"/>
                <a:gd name="T33" fmla="*/ 479 h 924"/>
                <a:gd name="T34" fmla="*/ 324 w 1429"/>
                <a:gd name="T35" fmla="*/ 481 h 924"/>
                <a:gd name="T36" fmla="*/ 325 w 1429"/>
                <a:gd name="T37" fmla="*/ 855 h 924"/>
                <a:gd name="T38" fmla="*/ 373 w 1429"/>
                <a:gd name="T39" fmla="*/ 920 h 924"/>
                <a:gd name="T40" fmla="*/ 454 w 1429"/>
                <a:gd name="T41" fmla="*/ 667 h 924"/>
                <a:gd name="T42" fmla="*/ 498 w 1429"/>
                <a:gd name="T43" fmla="*/ 604 h 924"/>
                <a:gd name="T44" fmla="*/ 629 w 1429"/>
                <a:gd name="T45" fmla="*/ 918 h 924"/>
                <a:gd name="T46" fmla="*/ 679 w 1429"/>
                <a:gd name="T47" fmla="*/ 863 h 924"/>
                <a:gd name="T48" fmla="*/ 510 w 1429"/>
                <a:gd name="T49" fmla="*/ 460 h 924"/>
                <a:gd name="T50" fmla="*/ 619 w 1429"/>
                <a:gd name="T51" fmla="*/ 290 h 924"/>
                <a:gd name="T52" fmla="*/ 777 w 1429"/>
                <a:gd name="T53" fmla="*/ 256 h 924"/>
                <a:gd name="T54" fmla="*/ 1034 w 1429"/>
                <a:gd name="T55" fmla="*/ 296 h 924"/>
                <a:gd name="T56" fmla="*/ 1060 w 1429"/>
                <a:gd name="T57" fmla="*/ 598 h 924"/>
                <a:gd name="T58" fmla="*/ 999 w 1429"/>
                <a:gd name="T59" fmla="*/ 917 h 924"/>
                <a:gd name="T60" fmla="*/ 1143 w 1429"/>
                <a:gd name="T61" fmla="*/ 604 h 924"/>
                <a:gd name="T62" fmla="*/ 1165 w 1429"/>
                <a:gd name="T63" fmla="*/ 879 h 924"/>
                <a:gd name="T64" fmla="*/ 1245 w 1429"/>
                <a:gd name="T65" fmla="*/ 879 h 924"/>
                <a:gd name="T66" fmla="*/ 1316 w 1429"/>
                <a:gd name="T67" fmla="*/ 616 h 924"/>
                <a:gd name="T68" fmla="*/ 1258 w 1429"/>
                <a:gd name="T69" fmla="*/ 199 h 924"/>
                <a:gd name="T70" fmla="*/ 1414 w 1429"/>
                <a:gd name="T71" fmla="*/ 8 h 9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29" h="924">
                  <a:moveTo>
                    <a:pt x="1414" y="8"/>
                  </a:moveTo>
                  <a:cubicBezTo>
                    <a:pt x="1402" y="0"/>
                    <a:pt x="1385" y="3"/>
                    <a:pt x="1377" y="15"/>
                  </a:cubicBezTo>
                  <a:cubicBezTo>
                    <a:pt x="1339" y="73"/>
                    <a:pt x="1279" y="122"/>
                    <a:pt x="1229" y="155"/>
                  </a:cubicBezTo>
                  <a:cubicBezTo>
                    <a:pt x="1204" y="172"/>
                    <a:pt x="1181" y="185"/>
                    <a:pt x="1165" y="194"/>
                  </a:cubicBezTo>
                  <a:cubicBezTo>
                    <a:pt x="1156" y="199"/>
                    <a:pt x="1150" y="202"/>
                    <a:pt x="1145" y="204"/>
                  </a:cubicBezTo>
                  <a:cubicBezTo>
                    <a:pt x="1143" y="205"/>
                    <a:pt x="1142" y="206"/>
                    <a:pt x="1140" y="207"/>
                  </a:cubicBezTo>
                  <a:cubicBezTo>
                    <a:pt x="1139" y="207"/>
                    <a:pt x="1139" y="207"/>
                    <a:pt x="1139" y="207"/>
                  </a:cubicBezTo>
                  <a:cubicBezTo>
                    <a:pt x="1139" y="208"/>
                    <a:pt x="1139" y="208"/>
                    <a:pt x="1139" y="208"/>
                  </a:cubicBezTo>
                  <a:cubicBezTo>
                    <a:pt x="1129" y="209"/>
                    <a:pt x="1119" y="212"/>
                    <a:pt x="1107" y="216"/>
                  </a:cubicBezTo>
                  <a:cubicBezTo>
                    <a:pt x="1088" y="222"/>
                    <a:pt x="1072" y="229"/>
                    <a:pt x="1061" y="235"/>
                  </a:cubicBezTo>
                  <a:cubicBezTo>
                    <a:pt x="1060" y="235"/>
                    <a:pt x="1058" y="236"/>
                    <a:pt x="1057" y="236"/>
                  </a:cubicBezTo>
                  <a:cubicBezTo>
                    <a:pt x="1057" y="236"/>
                    <a:pt x="1057" y="236"/>
                    <a:pt x="1057" y="236"/>
                  </a:cubicBezTo>
                  <a:cubicBezTo>
                    <a:pt x="1056" y="237"/>
                    <a:pt x="1029" y="248"/>
                    <a:pt x="978" y="248"/>
                  </a:cubicBezTo>
                  <a:cubicBezTo>
                    <a:pt x="936" y="248"/>
                    <a:pt x="879" y="240"/>
                    <a:pt x="807" y="211"/>
                  </a:cubicBezTo>
                  <a:cubicBezTo>
                    <a:pt x="806" y="210"/>
                    <a:pt x="805" y="208"/>
                    <a:pt x="805" y="207"/>
                  </a:cubicBezTo>
                  <a:cubicBezTo>
                    <a:pt x="797" y="191"/>
                    <a:pt x="778" y="184"/>
                    <a:pt x="762" y="192"/>
                  </a:cubicBezTo>
                  <a:cubicBezTo>
                    <a:pt x="709" y="218"/>
                    <a:pt x="661" y="226"/>
                    <a:pt x="619" y="226"/>
                  </a:cubicBezTo>
                  <a:cubicBezTo>
                    <a:pt x="580" y="226"/>
                    <a:pt x="548" y="219"/>
                    <a:pt x="526" y="212"/>
                  </a:cubicBezTo>
                  <a:cubicBezTo>
                    <a:pt x="514" y="208"/>
                    <a:pt x="506" y="204"/>
                    <a:pt x="500" y="202"/>
                  </a:cubicBezTo>
                  <a:cubicBezTo>
                    <a:pt x="497" y="201"/>
                    <a:pt x="495" y="200"/>
                    <a:pt x="494" y="199"/>
                  </a:cubicBezTo>
                  <a:cubicBezTo>
                    <a:pt x="493" y="199"/>
                    <a:pt x="493" y="198"/>
                    <a:pt x="492" y="198"/>
                  </a:cubicBezTo>
                  <a:cubicBezTo>
                    <a:pt x="492" y="198"/>
                    <a:pt x="492" y="198"/>
                    <a:pt x="492" y="198"/>
                  </a:cubicBezTo>
                  <a:cubicBezTo>
                    <a:pt x="492" y="198"/>
                    <a:pt x="492" y="198"/>
                    <a:pt x="492" y="198"/>
                  </a:cubicBezTo>
                  <a:cubicBezTo>
                    <a:pt x="488" y="196"/>
                    <a:pt x="484" y="195"/>
                    <a:pt x="479" y="194"/>
                  </a:cubicBezTo>
                  <a:cubicBezTo>
                    <a:pt x="479" y="194"/>
                    <a:pt x="478" y="194"/>
                    <a:pt x="478" y="194"/>
                  </a:cubicBezTo>
                  <a:cubicBezTo>
                    <a:pt x="428" y="190"/>
                    <a:pt x="378" y="185"/>
                    <a:pt x="327" y="181"/>
                  </a:cubicBezTo>
                  <a:cubicBezTo>
                    <a:pt x="327" y="180"/>
                    <a:pt x="326" y="181"/>
                    <a:pt x="325" y="181"/>
                  </a:cubicBezTo>
                  <a:cubicBezTo>
                    <a:pt x="313" y="179"/>
                    <a:pt x="272" y="173"/>
                    <a:pt x="223" y="156"/>
                  </a:cubicBezTo>
                  <a:cubicBezTo>
                    <a:pt x="169" y="139"/>
                    <a:pt x="106" y="110"/>
                    <a:pt x="58" y="65"/>
                  </a:cubicBezTo>
                  <a:cubicBezTo>
                    <a:pt x="45" y="53"/>
                    <a:pt x="24" y="54"/>
                    <a:pt x="12" y="67"/>
                  </a:cubicBezTo>
                  <a:cubicBezTo>
                    <a:pt x="0" y="80"/>
                    <a:pt x="1" y="100"/>
                    <a:pt x="14" y="112"/>
                  </a:cubicBezTo>
                  <a:cubicBezTo>
                    <a:pt x="77" y="170"/>
                    <a:pt x="154" y="202"/>
                    <a:pt x="215" y="221"/>
                  </a:cubicBezTo>
                  <a:cubicBezTo>
                    <a:pt x="237" y="228"/>
                    <a:pt x="256" y="233"/>
                    <a:pt x="273" y="236"/>
                  </a:cubicBezTo>
                  <a:cubicBezTo>
                    <a:pt x="269" y="331"/>
                    <a:pt x="290" y="391"/>
                    <a:pt x="323" y="479"/>
                  </a:cubicBezTo>
                  <a:cubicBezTo>
                    <a:pt x="324" y="479"/>
                    <a:pt x="324" y="480"/>
                    <a:pt x="324" y="481"/>
                  </a:cubicBezTo>
                  <a:cubicBezTo>
                    <a:pt x="324" y="481"/>
                    <a:pt x="324" y="481"/>
                    <a:pt x="324" y="481"/>
                  </a:cubicBezTo>
                  <a:cubicBezTo>
                    <a:pt x="325" y="482"/>
                    <a:pt x="354" y="557"/>
                    <a:pt x="354" y="667"/>
                  </a:cubicBezTo>
                  <a:cubicBezTo>
                    <a:pt x="354" y="722"/>
                    <a:pt x="347" y="786"/>
                    <a:pt x="325" y="855"/>
                  </a:cubicBezTo>
                  <a:cubicBezTo>
                    <a:pt x="316" y="882"/>
                    <a:pt x="331" y="910"/>
                    <a:pt x="357" y="918"/>
                  </a:cubicBezTo>
                  <a:cubicBezTo>
                    <a:pt x="362" y="920"/>
                    <a:pt x="368" y="920"/>
                    <a:pt x="373" y="920"/>
                  </a:cubicBezTo>
                  <a:cubicBezTo>
                    <a:pt x="394" y="920"/>
                    <a:pt x="413" y="907"/>
                    <a:pt x="420" y="886"/>
                  </a:cubicBezTo>
                  <a:cubicBezTo>
                    <a:pt x="446" y="806"/>
                    <a:pt x="454" y="731"/>
                    <a:pt x="454" y="667"/>
                  </a:cubicBezTo>
                  <a:cubicBezTo>
                    <a:pt x="454" y="614"/>
                    <a:pt x="449" y="569"/>
                    <a:pt x="442" y="533"/>
                  </a:cubicBezTo>
                  <a:cubicBezTo>
                    <a:pt x="454" y="544"/>
                    <a:pt x="476" y="567"/>
                    <a:pt x="498" y="604"/>
                  </a:cubicBezTo>
                  <a:cubicBezTo>
                    <a:pt x="530" y="658"/>
                    <a:pt x="565" y="744"/>
                    <a:pt x="580" y="874"/>
                  </a:cubicBezTo>
                  <a:cubicBezTo>
                    <a:pt x="582" y="899"/>
                    <a:pt x="604" y="918"/>
                    <a:pt x="629" y="918"/>
                  </a:cubicBezTo>
                  <a:cubicBezTo>
                    <a:pt x="631" y="918"/>
                    <a:pt x="633" y="918"/>
                    <a:pt x="635" y="918"/>
                  </a:cubicBezTo>
                  <a:cubicBezTo>
                    <a:pt x="662" y="915"/>
                    <a:pt x="682" y="890"/>
                    <a:pt x="679" y="863"/>
                  </a:cubicBezTo>
                  <a:cubicBezTo>
                    <a:pt x="662" y="705"/>
                    <a:pt x="616" y="600"/>
                    <a:pt x="572" y="534"/>
                  </a:cubicBezTo>
                  <a:cubicBezTo>
                    <a:pt x="549" y="499"/>
                    <a:pt x="527" y="475"/>
                    <a:pt x="510" y="460"/>
                  </a:cubicBezTo>
                  <a:cubicBezTo>
                    <a:pt x="469" y="377"/>
                    <a:pt x="476" y="328"/>
                    <a:pt x="500" y="270"/>
                  </a:cubicBezTo>
                  <a:cubicBezTo>
                    <a:pt x="528" y="280"/>
                    <a:pt x="569" y="290"/>
                    <a:pt x="619" y="290"/>
                  </a:cubicBezTo>
                  <a:cubicBezTo>
                    <a:pt x="619" y="290"/>
                    <a:pt x="619" y="290"/>
                    <a:pt x="619" y="290"/>
                  </a:cubicBezTo>
                  <a:cubicBezTo>
                    <a:pt x="666" y="290"/>
                    <a:pt x="720" y="281"/>
                    <a:pt x="777" y="256"/>
                  </a:cubicBezTo>
                  <a:cubicBezTo>
                    <a:pt x="860" y="290"/>
                    <a:pt x="928" y="300"/>
                    <a:pt x="978" y="300"/>
                  </a:cubicBezTo>
                  <a:cubicBezTo>
                    <a:pt x="1000" y="300"/>
                    <a:pt x="1019" y="298"/>
                    <a:pt x="1034" y="296"/>
                  </a:cubicBezTo>
                  <a:cubicBezTo>
                    <a:pt x="1036" y="400"/>
                    <a:pt x="1021" y="501"/>
                    <a:pt x="991" y="593"/>
                  </a:cubicBezTo>
                  <a:cubicBezTo>
                    <a:pt x="1014" y="595"/>
                    <a:pt x="1037" y="596"/>
                    <a:pt x="1060" y="598"/>
                  </a:cubicBezTo>
                  <a:cubicBezTo>
                    <a:pt x="973" y="867"/>
                    <a:pt x="973" y="867"/>
                    <a:pt x="973" y="867"/>
                  </a:cubicBezTo>
                  <a:cubicBezTo>
                    <a:pt x="966" y="888"/>
                    <a:pt x="978" y="910"/>
                    <a:pt x="999" y="917"/>
                  </a:cubicBezTo>
                  <a:cubicBezTo>
                    <a:pt x="1020" y="924"/>
                    <a:pt x="1042" y="912"/>
                    <a:pt x="1049" y="891"/>
                  </a:cubicBezTo>
                  <a:cubicBezTo>
                    <a:pt x="1143" y="604"/>
                    <a:pt x="1143" y="604"/>
                    <a:pt x="1143" y="604"/>
                  </a:cubicBezTo>
                  <a:cubicBezTo>
                    <a:pt x="1150" y="604"/>
                    <a:pt x="1158" y="605"/>
                    <a:pt x="1165" y="605"/>
                  </a:cubicBezTo>
                  <a:cubicBezTo>
                    <a:pt x="1165" y="879"/>
                    <a:pt x="1165" y="879"/>
                    <a:pt x="1165" y="879"/>
                  </a:cubicBezTo>
                  <a:cubicBezTo>
                    <a:pt x="1165" y="901"/>
                    <a:pt x="1183" y="919"/>
                    <a:pt x="1205" y="919"/>
                  </a:cubicBezTo>
                  <a:cubicBezTo>
                    <a:pt x="1228" y="919"/>
                    <a:pt x="1245" y="901"/>
                    <a:pt x="1245" y="879"/>
                  </a:cubicBezTo>
                  <a:cubicBezTo>
                    <a:pt x="1245" y="611"/>
                    <a:pt x="1245" y="611"/>
                    <a:pt x="1245" y="611"/>
                  </a:cubicBezTo>
                  <a:cubicBezTo>
                    <a:pt x="1269" y="613"/>
                    <a:pt x="1292" y="614"/>
                    <a:pt x="1316" y="616"/>
                  </a:cubicBezTo>
                  <a:cubicBezTo>
                    <a:pt x="1300" y="478"/>
                    <a:pt x="1262" y="348"/>
                    <a:pt x="1204" y="232"/>
                  </a:cubicBezTo>
                  <a:cubicBezTo>
                    <a:pt x="1219" y="223"/>
                    <a:pt x="1238" y="212"/>
                    <a:pt x="1258" y="199"/>
                  </a:cubicBezTo>
                  <a:cubicBezTo>
                    <a:pt x="1311" y="163"/>
                    <a:pt x="1376" y="111"/>
                    <a:pt x="1421" y="44"/>
                  </a:cubicBezTo>
                  <a:cubicBezTo>
                    <a:pt x="1429" y="32"/>
                    <a:pt x="1425" y="16"/>
                    <a:pt x="1414"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2513636187"/>
      </p:ext>
    </p:extLst>
  </p:cSld>
  <p:clrMapOvr>
    <a:masterClrMapping/>
  </p:clrMapOvr>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261938" y="2914650"/>
            <a:ext cx="1181100" cy="1360488"/>
            <a:chOff x="261938" y="2914650"/>
            <a:chExt cx="1181100" cy="1360488"/>
          </a:xfrm>
        </p:grpSpPr>
        <p:sp>
          <p:nvSpPr>
            <p:cNvPr id="3" name="Freeform 5"/>
            <p:cNvSpPr>
              <a:spLocks noEditPoints="1"/>
            </p:cNvSpPr>
            <p:nvPr/>
          </p:nvSpPr>
          <p:spPr bwMode="auto">
            <a:xfrm>
              <a:off x="261938" y="3038475"/>
              <a:ext cx="576263" cy="1236663"/>
            </a:xfrm>
            <a:custGeom>
              <a:avLst/>
              <a:gdLst>
                <a:gd name="T0" fmla="*/ 35 w 434"/>
                <a:gd name="T1" fmla="*/ 569 h 931"/>
                <a:gd name="T2" fmla="*/ 37 w 434"/>
                <a:gd name="T3" fmla="*/ 569 h 931"/>
                <a:gd name="T4" fmla="*/ 67 w 434"/>
                <a:gd name="T5" fmla="*/ 535 h 931"/>
                <a:gd name="T6" fmla="*/ 64 w 434"/>
                <a:gd name="T7" fmla="*/ 462 h 931"/>
                <a:gd name="T8" fmla="*/ 92 w 434"/>
                <a:gd name="T9" fmla="*/ 282 h 931"/>
                <a:gd name="T10" fmla="*/ 92 w 434"/>
                <a:gd name="T11" fmla="*/ 882 h 931"/>
                <a:gd name="T12" fmla="*/ 142 w 434"/>
                <a:gd name="T13" fmla="*/ 931 h 931"/>
                <a:gd name="T14" fmla="*/ 191 w 434"/>
                <a:gd name="T15" fmla="*/ 882 h 931"/>
                <a:gd name="T16" fmla="*/ 191 w 434"/>
                <a:gd name="T17" fmla="*/ 520 h 931"/>
                <a:gd name="T18" fmla="*/ 210 w 434"/>
                <a:gd name="T19" fmla="*/ 520 h 931"/>
                <a:gd name="T20" fmla="*/ 210 w 434"/>
                <a:gd name="T21" fmla="*/ 882 h 931"/>
                <a:gd name="T22" fmla="*/ 259 w 434"/>
                <a:gd name="T23" fmla="*/ 931 h 931"/>
                <a:gd name="T24" fmla="*/ 309 w 434"/>
                <a:gd name="T25" fmla="*/ 882 h 931"/>
                <a:gd name="T26" fmla="*/ 309 w 434"/>
                <a:gd name="T27" fmla="*/ 414 h 931"/>
                <a:gd name="T28" fmla="*/ 309 w 434"/>
                <a:gd name="T29" fmla="*/ 405 h 931"/>
                <a:gd name="T30" fmla="*/ 255 w 434"/>
                <a:gd name="T31" fmla="*/ 230 h 931"/>
                <a:gd name="T32" fmla="*/ 261 w 434"/>
                <a:gd name="T33" fmla="*/ 191 h 931"/>
                <a:gd name="T34" fmla="*/ 269 w 434"/>
                <a:gd name="T35" fmla="*/ 192 h 931"/>
                <a:gd name="T36" fmla="*/ 263 w 434"/>
                <a:gd name="T37" fmla="*/ 230 h 931"/>
                <a:gd name="T38" fmla="*/ 309 w 434"/>
                <a:gd name="T39" fmla="*/ 390 h 931"/>
                <a:gd name="T40" fmla="*/ 309 w 434"/>
                <a:gd name="T41" fmla="*/ 261 h 931"/>
                <a:gd name="T42" fmla="*/ 373 w 434"/>
                <a:gd name="T43" fmla="*/ 271 h 931"/>
                <a:gd name="T44" fmla="*/ 409 w 434"/>
                <a:gd name="T45" fmla="*/ 263 h 931"/>
                <a:gd name="T46" fmla="*/ 428 w 434"/>
                <a:gd name="T47" fmla="*/ 246 h 931"/>
                <a:gd name="T48" fmla="*/ 434 w 434"/>
                <a:gd name="T49" fmla="*/ 220 h 931"/>
                <a:gd name="T50" fmla="*/ 411 w 434"/>
                <a:gd name="T51" fmla="*/ 162 h 931"/>
                <a:gd name="T52" fmla="*/ 344 w 434"/>
                <a:gd name="T53" fmla="*/ 87 h 931"/>
                <a:gd name="T54" fmla="*/ 336 w 434"/>
                <a:gd name="T55" fmla="*/ 82 h 931"/>
                <a:gd name="T56" fmla="*/ 339 w 434"/>
                <a:gd name="T57" fmla="*/ 25 h 931"/>
                <a:gd name="T58" fmla="*/ 296 w 434"/>
                <a:gd name="T59" fmla="*/ 3 h 931"/>
                <a:gd name="T60" fmla="*/ 298 w 434"/>
                <a:gd name="T61" fmla="*/ 53 h 931"/>
                <a:gd name="T62" fmla="*/ 318 w 434"/>
                <a:gd name="T63" fmla="*/ 57 h 931"/>
                <a:gd name="T64" fmla="*/ 316 w 434"/>
                <a:gd name="T65" fmla="*/ 79 h 931"/>
                <a:gd name="T66" fmla="*/ 299 w 434"/>
                <a:gd name="T67" fmla="*/ 88 h 931"/>
                <a:gd name="T68" fmla="*/ 299 w 434"/>
                <a:gd name="T69" fmla="*/ 133 h 931"/>
                <a:gd name="T70" fmla="*/ 291 w 434"/>
                <a:gd name="T71" fmla="*/ 148 h 931"/>
                <a:gd name="T72" fmla="*/ 272 w 434"/>
                <a:gd name="T73" fmla="*/ 141 h 931"/>
                <a:gd name="T74" fmla="*/ 244 w 434"/>
                <a:gd name="T75" fmla="*/ 183 h 931"/>
                <a:gd name="T76" fmla="*/ 246 w 434"/>
                <a:gd name="T77" fmla="*/ 185 h 931"/>
                <a:gd name="T78" fmla="*/ 123 w 434"/>
                <a:gd name="T79" fmla="*/ 185 h 931"/>
                <a:gd name="T80" fmla="*/ 113 w 434"/>
                <a:gd name="T81" fmla="*/ 187 h 931"/>
                <a:gd name="T82" fmla="*/ 89 w 434"/>
                <a:gd name="T83" fmla="*/ 195 h 931"/>
                <a:gd name="T84" fmla="*/ 28 w 434"/>
                <a:gd name="T85" fmla="*/ 270 h 931"/>
                <a:gd name="T86" fmla="*/ 0 w 434"/>
                <a:gd name="T87" fmla="*/ 462 h 931"/>
                <a:gd name="T88" fmla="*/ 3 w 434"/>
                <a:gd name="T89" fmla="*/ 539 h 931"/>
                <a:gd name="T90" fmla="*/ 35 w 434"/>
                <a:gd name="T91" fmla="*/ 569 h 931"/>
                <a:gd name="T92" fmla="*/ 292 w 434"/>
                <a:gd name="T93" fmla="*/ 187 h 931"/>
                <a:gd name="T94" fmla="*/ 315 w 434"/>
                <a:gd name="T95" fmla="*/ 149 h 931"/>
                <a:gd name="T96" fmla="*/ 358 w 434"/>
                <a:gd name="T97" fmla="*/ 199 h 931"/>
                <a:gd name="T98" fmla="*/ 363 w 434"/>
                <a:gd name="T99" fmla="*/ 207 h 931"/>
                <a:gd name="T100" fmla="*/ 324 w 434"/>
                <a:gd name="T101" fmla="*/ 199 h 931"/>
                <a:gd name="T102" fmla="*/ 303 w 434"/>
                <a:gd name="T103" fmla="*/ 192 h 931"/>
                <a:gd name="T104" fmla="*/ 297 w 434"/>
                <a:gd name="T105" fmla="*/ 190 h 931"/>
                <a:gd name="T106" fmla="*/ 295 w 434"/>
                <a:gd name="T107" fmla="*/ 189 h 931"/>
                <a:gd name="T108" fmla="*/ 291 w 434"/>
                <a:gd name="T109" fmla="*/ 188 h 931"/>
                <a:gd name="T110" fmla="*/ 291 w 434"/>
                <a:gd name="T111" fmla="*/ 188 h 931"/>
                <a:gd name="T112" fmla="*/ 292 w 434"/>
                <a:gd name="T113" fmla="*/ 187 h 9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34" h="931">
                  <a:moveTo>
                    <a:pt x="35" y="569"/>
                  </a:moveTo>
                  <a:cubicBezTo>
                    <a:pt x="35" y="569"/>
                    <a:pt x="36" y="569"/>
                    <a:pt x="37" y="569"/>
                  </a:cubicBezTo>
                  <a:cubicBezTo>
                    <a:pt x="54" y="568"/>
                    <a:pt x="68" y="553"/>
                    <a:pt x="67" y="535"/>
                  </a:cubicBezTo>
                  <a:cubicBezTo>
                    <a:pt x="65" y="508"/>
                    <a:pt x="64" y="484"/>
                    <a:pt x="64" y="462"/>
                  </a:cubicBezTo>
                  <a:cubicBezTo>
                    <a:pt x="64" y="365"/>
                    <a:pt x="78" y="311"/>
                    <a:pt x="92" y="282"/>
                  </a:cubicBezTo>
                  <a:cubicBezTo>
                    <a:pt x="92" y="882"/>
                    <a:pt x="92" y="882"/>
                    <a:pt x="92" y="882"/>
                  </a:cubicBezTo>
                  <a:cubicBezTo>
                    <a:pt x="92" y="909"/>
                    <a:pt x="114" y="931"/>
                    <a:pt x="142" y="931"/>
                  </a:cubicBezTo>
                  <a:cubicBezTo>
                    <a:pt x="169" y="931"/>
                    <a:pt x="191" y="909"/>
                    <a:pt x="191" y="882"/>
                  </a:cubicBezTo>
                  <a:cubicBezTo>
                    <a:pt x="191" y="520"/>
                    <a:pt x="191" y="520"/>
                    <a:pt x="191" y="520"/>
                  </a:cubicBezTo>
                  <a:cubicBezTo>
                    <a:pt x="210" y="520"/>
                    <a:pt x="210" y="520"/>
                    <a:pt x="210" y="520"/>
                  </a:cubicBezTo>
                  <a:cubicBezTo>
                    <a:pt x="210" y="882"/>
                    <a:pt x="210" y="882"/>
                    <a:pt x="210" y="882"/>
                  </a:cubicBezTo>
                  <a:cubicBezTo>
                    <a:pt x="210" y="909"/>
                    <a:pt x="232" y="931"/>
                    <a:pt x="259" y="931"/>
                  </a:cubicBezTo>
                  <a:cubicBezTo>
                    <a:pt x="286" y="931"/>
                    <a:pt x="309" y="909"/>
                    <a:pt x="309" y="882"/>
                  </a:cubicBezTo>
                  <a:cubicBezTo>
                    <a:pt x="309" y="414"/>
                    <a:pt x="309" y="414"/>
                    <a:pt x="309" y="414"/>
                  </a:cubicBezTo>
                  <a:cubicBezTo>
                    <a:pt x="309" y="405"/>
                    <a:pt x="309" y="405"/>
                    <a:pt x="309" y="405"/>
                  </a:cubicBezTo>
                  <a:cubicBezTo>
                    <a:pt x="276" y="357"/>
                    <a:pt x="255" y="283"/>
                    <a:pt x="255" y="230"/>
                  </a:cubicBezTo>
                  <a:cubicBezTo>
                    <a:pt x="255" y="215"/>
                    <a:pt x="257" y="201"/>
                    <a:pt x="261" y="191"/>
                  </a:cubicBezTo>
                  <a:cubicBezTo>
                    <a:pt x="264" y="191"/>
                    <a:pt x="267" y="192"/>
                    <a:pt x="269" y="192"/>
                  </a:cubicBezTo>
                  <a:cubicBezTo>
                    <a:pt x="265" y="201"/>
                    <a:pt x="263" y="215"/>
                    <a:pt x="263" y="230"/>
                  </a:cubicBezTo>
                  <a:cubicBezTo>
                    <a:pt x="263" y="277"/>
                    <a:pt x="281" y="343"/>
                    <a:pt x="309" y="390"/>
                  </a:cubicBezTo>
                  <a:cubicBezTo>
                    <a:pt x="309" y="261"/>
                    <a:pt x="309" y="261"/>
                    <a:pt x="309" y="261"/>
                  </a:cubicBezTo>
                  <a:cubicBezTo>
                    <a:pt x="327" y="266"/>
                    <a:pt x="350" y="271"/>
                    <a:pt x="373" y="271"/>
                  </a:cubicBezTo>
                  <a:cubicBezTo>
                    <a:pt x="384" y="271"/>
                    <a:pt x="396" y="270"/>
                    <a:pt x="409" y="263"/>
                  </a:cubicBezTo>
                  <a:cubicBezTo>
                    <a:pt x="416" y="260"/>
                    <a:pt x="423" y="254"/>
                    <a:pt x="428" y="246"/>
                  </a:cubicBezTo>
                  <a:cubicBezTo>
                    <a:pt x="432" y="238"/>
                    <a:pt x="434" y="229"/>
                    <a:pt x="434" y="220"/>
                  </a:cubicBezTo>
                  <a:cubicBezTo>
                    <a:pt x="434" y="199"/>
                    <a:pt x="425" y="183"/>
                    <a:pt x="411" y="162"/>
                  </a:cubicBezTo>
                  <a:cubicBezTo>
                    <a:pt x="396" y="142"/>
                    <a:pt x="375" y="117"/>
                    <a:pt x="344" y="87"/>
                  </a:cubicBezTo>
                  <a:cubicBezTo>
                    <a:pt x="342" y="85"/>
                    <a:pt x="339" y="83"/>
                    <a:pt x="336" y="82"/>
                  </a:cubicBezTo>
                  <a:cubicBezTo>
                    <a:pt x="340" y="60"/>
                    <a:pt x="343" y="35"/>
                    <a:pt x="339" y="25"/>
                  </a:cubicBezTo>
                  <a:cubicBezTo>
                    <a:pt x="334" y="8"/>
                    <a:pt x="300" y="0"/>
                    <a:pt x="296" y="3"/>
                  </a:cubicBezTo>
                  <a:cubicBezTo>
                    <a:pt x="292" y="7"/>
                    <a:pt x="288" y="49"/>
                    <a:pt x="298" y="53"/>
                  </a:cubicBezTo>
                  <a:cubicBezTo>
                    <a:pt x="306" y="57"/>
                    <a:pt x="318" y="53"/>
                    <a:pt x="318" y="57"/>
                  </a:cubicBezTo>
                  <a:cubicBezTo>
                    <a:pt x="318" y="60"/>
                    <a:pt x="317" y="69"/>
                    <a:pt x="316" y="79"/>
                  </a:cubicBezTo>
                  <a:cubicBezTo>
                    <a:pt x="309" y="80"/>
                    <a:pt x="304" y="83"/>
                    <a:pt x="299" y="88"/>
                  </a:cubicBezTo>
                  <a:cubicBezTo>
                    <a:pt x="287" y="100"/>
                    <a:pt x="287" y="120"/>
                    <a:pt x="299" y="133"/>
                  </a:cubicBezTo>
                  <a:cubicBezTo>
                    <a:pt x="296" y="140"/>
                    <a:pt x="293" y="146"/>
                    <a:pt x="291" y="148"/>
                  </a:cubicBezTo>
                  <a:cubicBezTo>
                    <a:pt x="289" y="152"/>
                    <a:pt x="281" y="142"/>
                    <a:pt x="272" y="141"/>
                  </a:cubicBezTo>
                  <a:cubicBezTo>
                    <a:pt x="262" y="139"/>
                    <a:pt x="242" y="177"/>
                    <a:pt x="244" y="183"/>
                  </a:cubicBezTo>
                  <a:cubicBezTo>
                    <a:pt x="244" y="183"/>
                    <a:pt x="245" y="184"/>
                    <a:pt x="246" y="185"/>
                  </a:cubicBezTo>
                  <a:cubicBezTo>
                    <a:pt x="123" y="185"/>
                    <a:pt x="123" y="185"/>
                    <a:pt x="123" y="185"/>
                  </a:cubicBezTo>
                  <a:cubicBezTo>
                    <a:pt x="120" y="185"/>
                    <a:pt x="116" y="186"/>
                    <a:pt x="113" y="187"/>
                  </a:cubicBezTo>
                  <a:cubicBezTo>
                    <a:pt x="107" y="188"/>
                    <a:pt x="98" y="190"/>
                    <a:pt x="89" y="195"/>
                  </a:cubicBezTo>
                  <a:cubicBezTo>
                    <a:pt x="67" y="205"/>
                    <a:pt x="44" y="229"/>
                    <a:pt x="28" y="270"/>
                  </a:cubicBezTo>
                  <a:cubicBezTo>
                    <a:pt x="11" y="311"/>
                    <a:pt x="0" y="371"/>
                    <a:pt x="0" y="462"/>
                  </a:cubicBezTo>
                  <a:cubicBezTo>
                    <a:pt x="0" y="485"/>
                    <a:pt x="1" y="511"/>
                    <a:pt x="3" y="539"/>
                  </a:cubicBezTo>
                  <a:cubicBezTo>
                    <a:pt x="4" y="556"/>
                    <a:pt x="18" y="569"/>
                    <a:pt x="35" y="569"/>
                  </a:cubicBezTo>
                  <a:close/>
                  <a:moveTo>
                    <a:pt x="292" y="187"/>
                  </a:moveTo>
                  <a:cubicBezTo>
                    <a:pt x="299" y="182"/>
                    <a:pt x="308" y="165"/>
                    <a:pt x="315" y="149"/>
                  </a:cubicBezTo>
                  <a:cubicBezTo>
                    <a:pt x="335" y="170"/>
                    <a:pt x="350" y="186"/>
                    <a:pt x="358" y="199"/>
                  </a:cubicBezTo>
                  <a:cubicBezTo>
                    <a:pt x="360" y="202"/>
                    <a:pt x="362" y="204"/>
                    <a:pt x="363" y="207"/>
                  </a:cubicBezTo>
                  <a:cubicBezTo>
                    <a:pt x="352" y="205"/>
                    <a:pt x="337" y="202"/>
                    <a:pt x="324" y="199"/>
                  </a:cubicBezTo>
                  <a:cubicBezTo>
                    <a:pt x="316" y="196"/>
                    <a:pt x="309" y="194"/>
                    <a:pt x="303" y="192"/>
                  </a:cubicBezTo>
                  <a:cubicBezTo>
                    <a:pt x="301" y="191"/>
                    <a:pt x="299" y="191"/>
                    <a:pt x="297" y="190"/>
                  </a:cubicBezTo>
                  <a:cubicBezTo>
                    <a:pt x="296" y="190"/>
                    <a:pt x="295" y="189"/>
                    <a:pt x="295" y="189"/>
                  </a:cubicBezTo>
                  <a:cubicBezTo>
                    <a:pt x="294" y="189"/>
                    <a:pt x="293" y="189"/>
                    <a:pt x="291" y="188"/>
                  </a:cubicBezTo>
                  <a:cubicBezTo>
                    <a:pt x="291" y="188"/>
                    <a:pt x="291" y="188"/>
                    <a:pt x="291" y="188"/>
                  </a:cubicBezTo>
                  <a:cubicBezTo>
                    <a:pt x="291" y="188"/>
                    <a:pt x="292" y="188"/>
                    <a:pt x="292" y="18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 name="Oval 6"/>
            <p:cNvSpPr>
              <a:spLocks noChangeArrowheads="1"/>
            </p:cNvSpPr>
            <p:nvPr/>
          </p:nvSpPr>
          <p:spPr bwMode="auto">
            <a:xfrm>
              <a:off x="407988" y="3014663"/>
              <a:ext cx="238125" cy="239713"/>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 name="Freeform 7"/>
            <p:cNvSpPr>
              <a:spLocks noEditPoints="1"/>
            </p:cNvSpPr>
            <p:nvPr/>
          </p:nvSpPr>
          <p:spPr bwMode="auto">
            <a:xfrm>
              <a:off x="676275" y="2914650"/>
              <a:ext cx="766763" cy="1358900"/>
            </a:xfrm>
            <a:custGeom>
              <a:avLst/>
              <a:gdLst>
                <a:gd name="T0" fmla="*/ 1 w 579"/>
                <a:gd name="T1" fmla="*/ 506 h 1024"/>
                <a:gd name="T2" fmla="*/ 1 w 579"/>
                <a:gd name="T3" fmla="*/ 506 h 1024"/>
                <a:gd name="T4" fmla="*/ 1 w 579"/>
                <a:gd name="T5" fmla="*/ 506 h 1024"/>
                <a:gd name="T6" fmla="*/ 147 w 579"/>
                <a:gd name="T7" fmla="*/ 462 h 1024"/>
                <a:gd name="T8" fmla="*/ 179 w 579"/>
                <a:gd name="T9" fmla="*/ 520 h 1024"/>
                <a:gd name="T10" fmla="*/ 331 w 579"/>
                <a:gd name="T11" fmla="*/ 560 h 1024"/>
                <a:gd name="T12" fmla="*/ 250 w 579"/>
                <a:gd name="T13" fmla="*/ 972 h 1024"/>
                <a:gd name="T14" fmla="*/ 508 w 579"/>
                <a:gd name="T15" fmla="*/ 1024 h 1024"/>
                <a:gd name="T16" fmla="*/ 427 w 579"/>
                <a:gd name="T17" fmla="*/ 972 h 1024"/>
                <a:gd name="T18" fmla="*/ 539 w 579"/>
                <a:gd name="T19" fmla="*/ 560 h 1024"/>
                <a:gd name="T20" fmla="*/ 579 w 579"/>
                <a:gd name="T21" fmla="*/ 40 h 1024"/>
                <a:gd name="T22" fmla="*/ 219 w 579"/>
                <a:gd name="T23" fmla="*/ 0 h 1024"/>
                <a:gd name="T24" fmla="*/ 179 w 579"/>
                <a:gd name="T25" fmla="*/ 372 h 1024"/>
                <a:gd name="T26" fmla="*/ 236 w 579"/>
                <a:gd name="T27" fmla="*/ 277 h 1024"/>
                <a:gd name="T28" fmla="*/ 241 w 579"/>
                <a:gd name="T29" fmla="*/ 275 h 1024"/>
                <a:gd name="T30" fmla="*/ 318 w 579"/>
                <a:gd name="T31" fmla="*/ 199 h 1024"/>
                <a:gd name="T32" fmla="*/ 492 w 579"/>
                <a:gd name="T33" fmla="*/ 406 h 1024"/>
                <a:gd name="T34" fmla="*/ 318 w 579"/>
                <a:gd name="T35" fmla="*/ 164 h 1024"/>
                <a:gd name="T36" fmla="*/ 235 w 579"/>
                <a:gd name="T37" fmla="*/ 270 h 1024"/>
                <a:gd name="T38" fmla="*/ 275 w 579"/>
                <a:gd name="T39" fmla="*/ 77 h 1024"/>
                <a:gd name="T40" fmla="*/ 523 w 579"/>
                <a:gd name="T41" fmla="*/ 117 h 1024"/>
                <a:gd name="T42" fmla="*/ 483 w 579"/>
                <a:gd name="T43" fmla="*/ 499 h 1024"/>
                <a:gd name="T44" fmla="*/ 235 w 579"/>
                <a:gd name="T45" fmla="*/ 459 h 1024"/>
                <a:gd name="T46" fmla="*/ 180 w 579"/>
                <a:gd name="T47" fmla="*/ 389 h 1024"/>
                <a:gd name="T48" fmla="*/ 180 w 579"/>
                <a:gd name="T49" fmla="*/ 389 h 1024"/>
                <a:gd name="T50" fmla="*/ 173 w 579"/>
                <a:gd name="T51" fmla="*/ 385 h 1024"/>
                <a:gd name="T52" fmla="*/ 139 w 579"/>
                <a:gd name="T53" fmla="*/ 458 h 1024"/>
                <a:gd name="T54" fmla="*/ 7 w 579"/>
                <a:gd name="T55" fmla="*/ 501 h 1024"/>
                <a:gd name="T56" fmla="*/ 2 w 579"/>
                <a:gd name="T57" fmla="*/ 500 h 1024"/>
                <a:gd name="T58" fmla="*/ 470 w 579"/>
                <a:gd name="T59" fmla="*/ 223 h 1024"/>
                <a:gd name="T60" fmla="*/ 445 w 579"/>
                <a:gd name="T61" fmla="*/ 248 h 1024"/>
                <a:gd name="T62" fmla="*/ 445 w 579"/>
                <a:gd name="T63" fmla="*/ 260 h 1024"/>
                <a:gd name="T64" fmla="*/ 470 w 579"/>
                <a:gd name="T65" fmla="*/ 285 h 1024"/>
                <a:gd name="T66" fmla="*/ 445 w 579"/>
                <a:gd name="T67" fmla="*/ 260 h 1024"/>
                <a:gd name="T68" fmla="*/ 470 w 579"/>
                <a:gd name="T69" fmla="*/ 297 h 1024"/>
                <a:gd name="T70" fmla="*/ 445 w 579"/>
                <a:gd name="T71" fmla="*/ 322 h 1024"/>
                <a:gd name="T72" fmla="*/ 445 w 579"/>
                <a:gd name="T73" fmla="*/ 333 h 1024"/>
                <a:gd name="T74" fmla="*/ 470 w 579"/>
                <a:gd name="T75" fmla="*/ 359 h 1024"/>
                <a:gd name="T76" fmla="*/ 445 w 579"/>
                <a:gd name="T77" fmla="*/ 333 h 1024"/>
                <a:gd name="T78" fmla="*/ 433 w 579"/>
                <a:gd name="T79" fmla="*/ 223 h 1024"/>
                <a:gd name="T80" fmla="*/ 407 w 579"/>
                <a:gd name="T81" fmla="*/ 248 h 1024"/>
                <a:gd name="T82" fmla="*/ 407 w 579"/>
                <a:gd name="T83" fmla="*/ 260 h 1024"/>
                <a:gd name="T84" fmla="*/ 433 w 579"/>
                <a:gd name="T85" fmla="*/ 285 h 1024"/>
                <a:gd name="T86" fmla="*/ 407 w 579"/>
                <a:gd name="T87" fmla="*/ 260 h 1024"/>
                <a:gd name="T88" fmla="*/ 433 w 579"/>
                <a:gd name="T89" fmla="*/ 297 h 1024"/>
                <a:gd name="T90" fmla="*/ 407 w 579"/>
                <a:gd name="T91" fmla="*/ 322 h 1024"/>
                <a:gd name="T92" fmla="*/ 407 w 579"/>
                <a:gd name="T93" fmla="*/ 333 h 1024"/>
                <a:gd name="T94" fmla="*/ 433 w 579"/>
                <a:gd name="T95" fmla="*/ 359 h 1024"/>
                <a:gd name="T96" fmla="*/ 407 w 579"/>
                <a:gd name="T97" fmla="*/ 333 h 1024"/>
                <a:gd name="T98" fmla="*/ 395 w 579"/>
                <a:gd name="T99" fmla="*/ 223 h 1024"/>
                <a:gd name="T100" fmla="*/ 370 w 579"/>
                <a:gd name="T101" fmla="*/ 248 h 1024"/>
                <a:gd name="T102" fmla="*/ 370 w 579"/>
                <a:gd name="T103" fmla="*/ 260 h 1024"/>
                <a:gd name="T104" fmla="*/ 395 w 579"/>
                <a:gd name="T105" fmla="*/ 285 h 1024"/>
                <a:gd name="T106" fmla="*/ 370 w 579"/>
                <a:gd name="T107" fmla="*/ 260 h 1024"/>
                <a:gd name="T108" fmla="*/ 395 w 579"/>
                <a:gd name="T109" fmla="*/ 297 h 1024"/>
                <a:gd name="T110" fmla="*/ 370 w 579"/>
                <a:gd name="T111" fmla="*/ 322 h 1024"/>
                <a:gd name="T112" fmla="*/ 370 w 579"/>
                <a:gd name="T113" fmla="*/ 333 h 1024"/>
                <a:gd name="T114" fmla="*/ 395 w 579"/>
                <a:gd name="T115" fmla="*/ 359 h 1024"/>
                <a:gd name="T116" fmla="*/ 370 w 579"/>
                <a:gd name="T117" fmla="*/ 333 h 10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9" h="1024">
                  <a:moveTo>
                    <a:pt x="2" y="500"/>
                  </a:moveTo>
                  <a:cubicBezTo>
                    <a:pt x="0" y="501"/>
                    <a:pt x="0" y="504"/>
                    <a:pt x="1" y="506"/>
                  </a:cubicBezTo>
                  <a:cubicBezTo>
                    <a:pt x="1" y="506"/>
                    <a:pt x="1" y="506"/>
                    <a:pt x="1" y="506"/>
                  </a:cubicBezTo>
                  <a:cubicBezTo>
                    <a:pt x="1" y="506"/>
                    <a:pt x="1" y="506"/>
                    <a:pt x="1" y="506"/>
                  </a:cubicBezTo>
                  <a:cubicBezTo>
                    <a:pt x="1" y="506"/>
                    <a:pt x="1" y="506"/>
                    <a:pt x="1" y="506"/>
                  </a:cubicBezTo>
                  <a:cubicBezTo>
                    <a:pt x="1" y="506"/>
                    <a:pt x="1" y="506"/>
                    <a:pt x="1" y="506"/>
                  </a:cubicBezTo>
                  <a:cubicBezTo>
                    <a:pt x="19" y="530"/>
                    <a:pt x="40" y="547"/>
                    <a:pt x="63" y="547"/>
                  </a:cubicBezTo>
                  <a:cubicBezTo>
                    <a:pt x="92" y="547"/>
                    <a:pt x="120" y="522"/>
                    <a:pt x="147" y="462"/>
                  </a:cubicBezTo>
                  <a:cubicBezTo>
                    <a:pt x="158" y="436"/>
                    <a:pt x="169" y="412"/>
                    <a:pt x="179" y="391"/>
                  </a:cubicBezTo>
                  <a:cubicBezTo>
                    <a:pt x="179" y="520"/>
                    <a:pt x="179" y="520"/>
                    <a:pt x="179" y="520"/>
                  </a:cubicBezTo>
                  <a:cubicBezTo>
                    <a:pt x="179" y="542"/>
                    <a:pt x="197" y="560"/>
                    <a:pt x="219" y="560"/>
                  </a:cubicBezTo>
                  <a:cubicBezTo>
                    <a:pt x="331" y="560"/>
                    <a:pt x="331" y="560"/>
                    <a:pt x="331" y="560"/>
                  </a:cubicBezTo>
                  <a:cubicBezTo>
                    <a:pt x="331" y="972"/>
                    <a:pt x="331" y="972"/>
                    <a:pt x="331" y="972"/>
                  </a:cubicBezTo>
                  <a:cubicBezTo>
                    <a:pt x="250" y="972"/>
                    <a:pt x="250" y="972"/>
                    <a:pt x="250" y="972"/>
                  </a:cubicBezTo>
                  <a:cubicBezTo>
                    <a:pt x="250" y="1024"/>
                    <a:pt x="250" y="1024"/>
                    <a:pt x="250" y="1024"/>
                  </a:cubicBezTo>
                  <a:cubicBezTo>
                    <a:pt x="508" y="1024"/>
                    <a:pt x="508" y="1024"/>
                    <a:pt x="508" y="1024"/>
                  </a:cubicBezTo>
                  <a:cubicBezTo>
                    <a:pt x="508" y="972"/>
                    <a:pt x="508" y="972"/>
                    <a:pt x="508" y="972"/>
                  </a:cubicBezTo>
                  <a:cubicBezTo>
                    <a:pt x="427" y="972"/>
                    <a:pt x="427" y="972"/>
                    <a:pt x="427" y="972"/>
                  </a:cubicBezTo>
                  <a:cubicBezTo>
                    <a:pt x="427" y="560"/>
                    <a:pt x="427" y="560"/>
                    <a:pt x="427" y="560"/>
                  </a:cubicBezTo>
                  <a:cubicBezTo>
                    <a:pt x="539" y="560"/>
                    <a:pt x="539" y="560"/>
                    <a:pt x="539" y="560"/>
                  </a:cubicBezTo>
                  <a:cubicBezTo>
                    <a:pt x="561" y="560"/>
                    <a:pt x="579" y="542"/>
                    <a:pt x="579" y="520"/>
                  </a:cubicBezTo>
                  <a:cubicBezTo>
                    <a:pt x="579" y="40"/>
                    <a:pt x="579" y="40"/>
                    <a:pt x="579" y="40"/>
                  </a:cubicBezTo>
                  <a:cubicBezTo>
                    <a:pt x="579" y="18"/>
                    <a:pt x="561" y="0"/>
                    <a:pt x="539" y="0"/>
                  </a:cubicBezTo>
                  <a:cubicBezTo>
                    <a:pt x="219" y="0"/>
                    <a:pt x="219" y="0"/>
                    <a:pt x="219" y="0"/>
                  </a:cubicBezTo>
                  <a:cubicBezTo>
                    <a:pt x="197" y="0"/>
                    <a:pt x="179" y="18"/>
                    <a:pt x="179" y="40"/>
                  </a:cubicBezTo>
                  <a:cubicBezTo>
                    <a:pt x="179" y="372"/>
                    <a:pt x="179" y="372"/>
                    <a:pt x="179" y="372"/>
                  </a:cubicBezTo>
                  <a:cubicBezTo>
                    <a:pt x="200" y="329"/>
                    <a:pt x="218" y="296"/>
                    <a:pt x="234" y="271"/>
                  </a:cubicBezTo>
                  <a:cubicBezTo>
                    <a:pt x="233" y="273"/>
                    <a:pt x="234" y="276"/>
                    <a:pt x="236" y="277"/>
                  </a:cubicBezTo>
                  <a:cubicBezTo>
                    <a:pt x="236" y="277"/>
                    <a:pt x="237" y="277"/>
                    <a:pt x="238" y="277"/>
                  </a:cubicBezTo>
                  <a:cubicBezTo>
                    <a:pt x="239" y="277"/>
                    <a:pt x="240" y="277"/>
                    <a:pt x="241" y="275"/>
                  </a:cubicBezTo>
                  <a:cubicBezTo>
                    <a:pt x="241" y="275"/>
                    <a:pt x="241" y="275"/>
                    <a:pt x="241" y="275"/>
                  </a:cubicBezTo>
                  <a:cubicBezTo>
                    <a:pt x="277" y="220"/>
                    <a:pt x="301" y="204"/>
                    <a:pt x="318" y="199"/>
                  </a:cubicBezTo>
                  <a:cubicBezTo>
                    <a:pt x="318" y="406"/>
                    <a:pt x="318" y="406"/>
                    <a:pt x="318" y="406"/>
                  </a:cubicBezTo>
                  <a:cubicBezTo>
                    <a:pt x="492" y="406"/>
                    <a:pt x="492" y="406"/>
                    <a:pt x="492" y="406"/>
                  </a:cubicBezTo>
                  <a:cubicBezTo>
                    <a:pt x="492" y="164"/>
                    <a:pt x="492" y="164"/>
                    <a:pt x="492" y="164"/>
                  </a:cubicBezTo>
                  <a:cubicBezTo>
                    <a:pt x="318" y="164"/>
                    <a:pt x="318" y="164"/>
                    <a:pt x="318" y="164"/>
                  </a:cubicBezTo>
                  <a:cubicBezTo>
                    <a:pt x="318" y="191"/>
                    <a:pt x="318" y="191"/>
                    <a:pt x="318" y="191"/>
                  </a:cubicBezTo>
                  <a:cubicBezTo>
                    <a:pt x="298" y="195"/>
                    <a:pt x="272" y="213"/>
                    <a:pt x="235" y="270"/>
                  </a:cubicBezTo>
                  <a:cubicBezTo>
                    <a:pt x="235" y="117"/>
                    <a:pt x="235" y="117"/>
                    <a:pt x="235" y="117"/>
                  </a:cubicBezTo>
                  <a:cubicBezTo>
                    <a:pt x="235" y="95"/>
                    <a:pt x="253" y="77"/>
                    <a:pt x="275" y="77"/>
                  </a:cubicBezTo>
                  <a:cubicBezTo>
                    <a:pt x="483" y="77"/>
                    <a:pt x="483" y="77"/>
                    <a:pt x="483" y="77"/>
                  </a:cubicBezTo>
                  <a:cubicBezTo>
                    <a:pt x="505" y="77"/>
                    <a:pt x="523" y="95"/>
                    <a:pt x="523" y="117"/>
                  </a:cubicBezTo>
                  <a:cubicBezTo>
                    <a:pt x="523" y="459"/>
                    <a:pt x="523" y="459"/>
                    <a:pt x="523" y="459"/>
                  </a:cubicBezTo>
                  <a:cubicBezTo>
                    <a:pt x="523" y="481"/>
                    <a:pt x="505" y="499"/>
                    <a:pt x="483" y="499"/>
                  </a:cubicBezTo>
                  <a:cubicBezTo>
                    <a:pt x="275" y="499"/>
                    <a:pt x="275" y="499"/>
                    <a:pt x="275" y="499"/>
                  </a:cubicBezTo>
                  <a:cubicBezTo>
                    <a:pt x="253" y="499"/>
                    <a:pt x="235" y="481"/>
                    <a:pt x="235" y="459"/>
                  </a:cubicBezTo>
                  <a:cubicBezTo>
                    <a:pt x="235" y="285"/>
                    <a:pt x="235" y="285"/>
                    <a:pt x="235" y="285"/>
                  </a:cubicBezTo>
                  <a:cubicBezTo>
                    <a:pt x="219" y="312"/>
                    <a:pt x="201" y="345"/>
                    <a:pt x="180" y="389"/>
                  </a:cubicBezTo>
                  <a:cubicBezTo>
                    <a:pt x="180" y="389"/>
                    <a:pt x="180" y="389"/>
                    <a:pt x="180" y="389"/>
                  </a:cubicBezTo>
                  <a:cubicBezTo>
                    <a:pt x="180" y="389"/>
                    <a:pt x="180" y="389"/>
                    <a:pt x="180" y="389"/>
                  </a:cubicBezTo>
                  <a:cubicBezTo>
                    <a:pt x="181" y="387"/>
                    <a:pt x="180" y="385"/>
                    <a:pt x="178" y="384"/>
                  </a:cubicBezTo>
                  <a:cubicBezTo>
                    <a:pt x="176" y="383"/>
                    <a:pt x="174" y="384"/>
                    <a:pt x="173" y="385"/>
                  </a:cubicBezTo>
                  <a:cubicBezTo>
                    <a:pt x="173" y="385"/>
                    <a:pt x="173" y="385"/>
                    <a:pt x="173" y="385"/>
                  </a:cubicBezTo>
                  <a:cubicBezTo>
                    <a:pt x="162" y="407"/>
                    <a:pt x="151" y="432"/>
                    <a:pt x="139" y="458"/>
                  </a:cubicBezTo>
                  <a:cubicBezTo>
                    <a:pt x="113" y="518"/>
                    <a:pt x="86" y="540"/>
                    <a:pt x="63" y="539"/>
                  </a:cubicBezTo>
                  <a:cubicBezTo>
                    <a:pt x="44" y="540"/>
                    <a:pt x="25" y="525"/>
                    <a:pt x="7" y="501"/>
                  </a:cubicBezTo>
                  <a:cubicBezTo>
                    <a:pt x="7" y="501"/>
                    <a:pt x="7" y="501"/>
                    <a:pt x="7" y="501"/>
                  </a:cubicBezTo>
                  <a:cubicBezTo>
                    <a:pt x="6" y="499"/>
                    <a:pt x="4" y="499"/>
                    <a:pt x="2" y="500"/>
                  </a:cubicBezTo>
                  <a:close/>
                  <a:moveTo>
                    <a:pt x="445" y="223"/>
                  </a:moveTo>
                  <a:cubicBezTo>
                    <a:pt x="470" y="223"/>
                    <a:pt x="470" y="223"/>
                    <a:pt x="470" y="223"/>
                  </a:cubicBezTo>
                  <a:cubicBezTo>
                    <a:pt x="470" y="248"/>
                    <a:pt x="470" y="248"/>
                    <a:pt x="470" y="248"/>
                  </a:cubicBezTo>
                  <a:cubicBezTo>
                    <a:pt x="445" y="248"/>
                    <a:pt x="445" y="248"/>
                    <a:pt x="445" y="248"/>
                  </a:cubicBezTo>
                  <a:lnTo>
                    <a:pt x="445" y="223"/>
                  </a:lnTo>
                  <a:close/>
                  <a:moveTo>
                    <a:pt x="445" y="260"/>
                  </a:moveTo>
                  <a:cubicBezTo>
                    <a:pt x="470" y="260"/>
                    <a:pt x="470" y="260"/>
                    <a:pt x="470" y="260"/>
                  </a:cubicBezTo>
                  <a:cubicBezTo>
                    <a:pt x="470" y="285"/>
                    <a:pt x="470" y="285"/>
                    <a:pt x="470" y="285"/>
                  </a:cubicBezTo>
                  <a:cubicBezTo>
                    <a:pt x="445" y="285"/>
                    <a:pt x="445" y="285"/>
                    <a:pt x="445" y="285"/>
                  </a:cubicBezTo>
                  <a:lnTo>
                    <a:pt x="445" y="260"/>
                  </a:lnTo>
                  <a:close/>
                  <a:moveTo>
                    <a:pt x="445" y="297"/>
                  </a:moveTo>
                  <a:cubicBezTo>
                    <a:pt x="470" y="297"/>
                    <a:pt x="470" y="297"/>
                    <a:pt x="470" y="297"/>
                  </a:cubicBezTo>
                  <a:cubicBezTo>
                    <a:pt x="470" y="322"/>
                    <a:pt x="470" y="322"/>
                    <a:pt x="470" y="322"/>
                  </a:cubicBezTo>
                  <a:cubicBezTo>
                    <a:pt x="445" y="322"/>
                    <a:pt x="445" y="322"/>
                    <a:pt x="445" y="322"/>
                  </a:cubicBezTo>
                  <a:lnTo>
                    <a:pt x="445" y="297"/>
                  </a:lnTo>
                  <a:close/>
                  <a:moveTo>
                    <a:pt x="445" y="333"/>
                  </a:moveTo>
                  <a:cubicBezTo>
                    <a:pt x="470" y="333"/>
                    <a:pt x="470" y="333"/>
                    <a:pt x="470" y="333"/>
                  </a:cubicBezTo>
                  <a:cubicBezTo>
                    <a:pt x="470" y="359"/>
                    <a:pt x="470" y="359"/>
                    <a:pt x="470" y="359"/>
                  </a:cubicBezTo>
                  <a:cubicBezTo>
                    <a:pt x="445" y="359"/>
                    <a:pt x="445" y="359"/>
                    <a:pt x="445" y="359"/>
                  </a:cubicBezTo>
                  <a:lnTo>
                    <a:pt x="445" y="333"/>
                  </a:lnTo>
                  <a:close/>
                  <a:moveTo>
                    <a:pt x="407" y="223"/>
                  </a:moveTo>
                  <a:cubicBezTo>
                    <a:pt x="433" y="223"/>
                    <a:pt x="433" y="223"/>
                    <a:pt x="433" y="223"/>
                  </a:cubicBezTo>
                  <a:cubicBezTo>
                    <a:pt x="433" y="248"/>
                    <a:pt x="433" y="248"/>
                    <a:pt x="433" y="248"/>
                  </a:cubicBezTo>
                  <a:cubicBezTo>
                    <a:pt x="407" y="248"/>
                    <a:pt x="407" y="248"/>
                    <a:pt x="407" y="248"/>
                  </a:cubicBezTo>
                  <a:lnTo>
                    <a:pt x="407" y="223"/>
                  </a:lnTo>
                  <a:close/>
                  <a:moveTo>
                    <a:pt x="407" y="260"/>
                  </a:moveTo>
                  <a:cubicBezTo>
                    <a:pt x="433" y="260"/>
                    <a:pt x="433" y="260"/>
                    <a:pt x="433" y="260"/>
                  </a:cubicBezTo>
                  <a:cubicBezTo>
                    <a:pt x="433" y="285"/>
                    <a:pt x="433" y="285"/>
                    <a:pt x="433" y="285"/>
                  </a:cubicBezTo>
                  <a:cubicBezTo>
                    <a:pt x="407" y="285"/>
                    <a:pt x="407" y="285"/>
                    <a:pt x="407" y="285"/>
                  </a:cubicBezTo>
                  <a:lnTo>
                    <a:pt x="407" y="260"/>
                  </a:lnTo>
                  <a:close/>
                  <a:moveTo>
                    <a:pt x="407" y="297"/>
                  </a:moveTo>
                  <a:cubicBezTo>
                    <a:pt x="433" y="297"/>
                    <a:pt x="433" y="297"/>
                    <a:pt x="433" y="297"/>
                  </a:cubicBezTo>
                  <a:cubicBezTo>
                    <a:pt x="433" y="322"/>
                    <a:pt x="433" y="322"/>
                    <a:pt x="433" y="322"/>
                  </a:cubicBezTo>
                  <a:cubicBezTo>
                    <a:pt x="407" y="322"/>
                    <a:pt x="407" y="322"/>
                    <a:pt x="407" y="322"/>
                  </a:cubicBezTo>
                  <a:lnTo>
                    <a:pt x="407" y="297"/>
                  </a:lnTo>
                  <a:close/>
                  <a:moveTo>
                    <a:pt x="407" y="333"/>
                  </a:moveTo>
                  <a:cubicBezTo>
                    <a:pt x="433" y="333"/>
                    <a:pt x="433" y="333"/>
                    <a:pt x="433" y="333"/>
                  </a:cubicBezTo>
                  <a:cubicBezTo>
                    <a:pt x="433" y="359"/>
                    <a:pt x="433" y="359"/>
                    <a:pt x="433" y="359"/>
                  </a:cubicBezTo>
                  <a:cubicBezTo>
                    <a:pt x="407" y="359"/>
                    <a:pt x="407" y="359"/>
                    <a:pt x="407" y="359"/>
                  </a:cubicBezTo>
                  <a:lnTo>
                    <a:pt x="407" y="333"/>
                  </a:lnTo>
                  <a:close/>
                  <a:moveTo>
                    <a:pt x="370" y="223"/>
                  </a:moveTo>
                  <a:cubicBezTo>
                    <a:pt x="395" y="223"/>
                    <a:pt x="395" y="223"/>
                    <a:pt x="395" y="223"/>
                  </a:cubicBezTo>
                  <a:cubicBezTo>
                    <a:pt x="395" y="248"/>
                    <a:pt x="395" y="248"/>
                    <a:pt x="395" y="248"/>
                  </a:cubicBezTo>
                  <a:cubicBezTo>
                    <a:pt x="370" y="248"/>
                    <a:pt x="370" y="248"/>
                    <a:pt x="370" y="248"/>
                  </a:cubicBezTo>
                  <a:lnTo>
                    <a:pt x="370" y="223"/>
                  </a:lnTo>
                  <a:close/>
                  <a:moveTo>
                    <a:pt x="370" y="260"/>
                  </a:moveTo>
                  <a:cubicBezTo>
                    <a:pt x="395" y="260"/>
                    <a:pt x="395" y="260"/>
                    <a:pt x="395" y="260"/>
                  </a:cubicBezTo>
                  <a:cubicBezTo>
                    <a:pt x="395" y="285"/>
                    <a:pt x="395" y="285"/>
                    <a:pt x="395" y="285"/>
                  </a:cubicBezTo>
                  <a:cubicBezTo>
                    <a:pt x="370" y="285"/>
                    <a:pt x="370" y="285"/>
                    <a:pt x="370" y="285"/>
                  </a:cubicBezTo>
                  <a:lnTo>
                    <a:pt x="370" y="260"/>
                  </a:lnTo>
                  <a:close/>
                  <a:moveTo>
                    <a:pt x="370" y="297"/>
                  </a:moveTo>
                  <a:cubicBezTo>
                    <a:pt x="395" y="297"/>
                    <a:pt x="395" y="297"/>
                    <a:pt x="395" y="297"/>
                  </a:cubicBezTo>
                  <a:cubicBezTo>
                    <a:pt x="395" y="322"/>
                    <a:pt x="395" y="322"/>
                    <a:pt x="395" y="322"/>
                  </a:cubicBezTo>
                  <a:cubicBezTo>
                    <a:pt x="370" y="322"/>
                    <a:pt x="370" y="322"/>
                    <a:pt x="370" y="322"/>
                  </a:cubicBezTo>
                  <a:lnTo>
                    <a:pt x="370" y="297"/>
                  </a:lnTo>
                  <a:close/>
                  <a:moveTo>
                    <a:pt x="370" y="333"/>
                  </a:moveTo>
                  <a:cubicBezTo>
                    <a:pt x="395" y="333"/>
                    <a:pt x="395" y="333"/>
                    <a:pt x="395" y="333"/>
                  </a:cubicBezTo>
                  <a:cubicBezTo>
                    <a:pt x="395" y="359"/>
                    <a:pt x="395" y="359"/>
                    <a:pt x="395" y="359"/>
                  </a:cubicBezTo>
                  <a:cubicBezTo>
                    <a:pt x="370" y="359"/>
                    <a:pt x="370" y="359"/>
                    <a:pt x="370" y="359"/>
                  </a:cubicBezTo>
                  <a:lnTo>
                    <a:pt x="370" y="333"/>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6" name="组合 5"/>
          <p:cNvGrpSpPr/>
          <p:nvPr/>
        </p:nvGrpSpPr>
        <p:grpSpPr>
          <a:xfrm>
            <a:off x="1809750" y="3014663"/>
            <a:ext cx="815976" cy="1260475"/>
            <a:chOff x="1809750" y="3014663"/>
            <a:chExt cx="815976" cy="1260475"/>
          </a:xfrm>
        </p:grpSpPr>
        <p:sp>
          <p:nvSpPr>
            <p:cNvPr id="7" name="Freeform 8"/>
            <p:cNvSpPr>
              <a:spLocks/>
            </p:cNvSpPr>
            <p:nvPr/>
          </p:nvSpPr>
          <p:spPr bwMode="auto">
            <a:xfrm>
              <a:off x="1809750" y="3265488"/>
              <a:ext cx="663575" cy="1008063"/>
            </a:xfrm>
            <a:custGeom>
              <a:avLst/>
              <a:gdLst>
                <a:gd name="T0" fmla="*/ 35 w 500"/>
                <a:gd name="T1" fmla="*/ 397 h 759"/>
                <a:gd name="T2" fmla="*/ 37 w 500"/>
                <a:gd name="T3" fmla="*/ 397 h 759"/>
                <a:gd name="T4" fmla="*/ 67 w 500"/>
                <a:gd name="T5" fmla="*/ 363 h 759"/>
                <a:gd name="T6" fmla="*/ 64 w 500"/>
                <a:gd name="T7" fmla="*/ 291 h 759"/>
                <a:gd name="T8" fmla="*/ 92 w 500"/>
                <a:gd name="T9" fmla="*/ 111 h 759"/>
                <a:gd name="T10" fmla="*/ 92 w 500"/>
                <a:gd name="T11" fmla="*/ 710 h 759"/>
                <a:gd name="T12" fmla="*/ 142 w 500"/>
                <a:gd name="T13" fmla="*/ 759 h 759"/>
                <a:gd name="T14" fmla="*/ 191 w 500"/>
                <a:gd name="T15" fmla="*/ 710 h 759"/>
                <a:gd name="T16" fmla="*/ 191 w 500"/>
                <a:gd name="T17" fmla="*/ 349 h 759"/>
                <a:gd name="T18" fmla="*/ 210 w 500"/>
                <a:gd name="T19" fmla="*/ 349 h 759"/>
                <a:gd name="T20" fmla="*/ 210 w 500"/>
                <a:gd name="T21" fmla="*/ 710 h 759"/>
                <a:gd name="T22" fmla="*/ 259 w 500"/>
                <a:gd name="T23" fmla="*/ 759 h 759"/>
                <a:gd name="T24" fmla="*/ 309 w 500"/>
                <a:gd name="T25" fmla="*/ 710 h 759"/>
                <a:gd name="T26" fmla="*/ 309 w 500"/>
                <a:gd name="T27" fmla="*/ 132 h 759"/>
                <a:gd name="T28" fmla="*/ 318 w 500"/>
                <a:gd name="T29" fmla="*/ 139 h 759"/>
                <a:gd name="T30" fmla="*/ 372 w 500"/>
                <a:gd name="T31" fmla="*/ 156 h 759"/>
                <a:gd name="T32" fmla="*/ 372 w 500"/>
                <a:gd name="T33" fmla="*/ 156 h 759"/>
                <a:gd name="T34" fmla="*/ 372 w 500"/>
                <a:gd name="T35" fmla="*/ 156 h 759"/>
                <a:gd name="T36" fmla="*/ 437 w 500"/>
                <a:gd name="T37" fmla="*/ 129 h 759"/>
                <a:gd name="T38" fmla="*/ 492 w 500"/>
                <a:gd name="T39" fmla="*/ 51 h 759"/>
                <a:gd name="T40" fmla="*/ 478 w 500"/>
                <a:gd name="T41" fmla="*/ 8 h 759"/>
                <a:gd name="T42" fmla="*/ 435 w 500"/>
                <a:gd name="T43" fmla="*/ 23 h 759"/>
                <a:gd name="T44" fmla="*/ 395 w 500"/>
                <a:gd name="T45" fmla="*/ 81 h 759"/>
                <a:gd name="T46" fmla="*/ 372 w 500"/>
                <a:gd name="T47" fmla="*/ 92 h 759"/>
                <a:gd name="T48" fmla="*/ 372 w 500"/>
                <a:gd name="T49" fmla="*/ 92 h 759"/>
                <a:gd name="T50" fmla="*/ 353 w 500"/>
                <a:gd name="T51" fmla="*/ 85 h 759"/>
                <a:gd name="T52" fmla="*/ 323 w 500"/>
                <a:gd name="T53" fmla="*/ 53 h 759"/>
                <a:gd name="T54" fmla="*/ 313 w 500"/>
                <a:gd name="T55" fmla="*/ 38 h 759"/>
                <a:gd name="T56" fmla="*/ 311 w 500"/>
                <a:gd name="T57" fmla="*/ 34 h 759"/>
                <a:gd name="T58" fmla="*/ 310 w 500"/>
                <a:gd name="T59" fmla="*/ 33 h 759"/>
                <a:gd name="T60" fmla="*/ 310 w 500"/>
                <a:gd name="T61" fmla="*/ 32 h 759"/>
                <a:gd name="T62" fmla="*/ 287 w 500"/>
                <a:gd name="T63" fmla="*/ 15 h 759"/>
                <a:gd name="T64" fmla="*/ 278 w 500"/>
                <a:gd name="T65" fmla="*/ 14 h 759"/>
                <a:gd name="T66" fmla="*/ 123 w 500"/>
                <a:gd name="T67" fmla="*/ 14 h 759"/>
                <a:gd name="T68" fmla="*/ 113 w 500"/>
                <a:gd name="T69" fmla="*/ 15 h 759"/>
                <a:gd name="T70" fmla="*/ 89 w 500"/>
                <a:gd name="T71" fmla="*/ 23 h 759"/>
                <a:gd name="T72" fmla="*/ 28 w 500"/>
                <a:gd name="T73" fmla="*/ 98 h 759"/>
                <a:gd name="T74" fmla="*/ 0 w 500"/>
                <a:gd name="T75" fmla="*/ 291 h 759"/>
                <a:gd name="T76" fmla="*/ 3 w 500"/>
                <a:gd name="T77" fmla="*/ 367 h 759"/>
                <a:gd name="T78" fmla="*/ 35 w 500"/>
                <a:gd name="T79" fmla="*/ 397 h 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00" h="759">
                  <a:moveTo>
                    <a:pt x="35" y="397"/>
                  </a:moveTo>
                  <a:cubicBezTo>
                    <a:pt x="35" y="397"/>
                    <a:pt x="36" y="397"/>
                    <a:pt x="37" y="397"/>
                  </a:cubicBezTo>
                  <a:cubicBezTo>
                    <a:pt x="54" y="396"/>
                    <a:pt x="68" y="381"/>
                    <a:pt x="67" y="363"/>
                  </a:cubicBezTo>
                  <a:cubicBezTo>
                    <a:pt x="65" y="337"/>
                    <a:pt x="64" y="313"/>
                    <a:pt x="64" y="291"/>
                  </a:cubicBezTo>
                  <a:cubicBezTo>
                    <a:pt x="64" y="194"/>
                    <a:pt x="78" y="139"/>
                    <a:pt x="92" y="111"/>
                  </a:cubicBezTo>
                  <a:cubicBezTo>
                    <a:pt x="92" y="710"/>
                    <a:pt x="92" y="710"/>
                    <a:pt x="92" y="710"/>
                  </a:cubicBezTo>
                  <a:cubicBezTo>
                    <a:pt x="92" y="737"/>
                    <a:pt x="114" y="759"/>
                    <a:pt x="142" y="759"/>
                  </a:cubicBezTo>
                  <a:cubicBezTo>
                    <a:pt x="169" y="759"/>
                    <a:pt x="191" y="737"/>
                    <a:pt x="191" y="710"/>
                  </a:cubicBezTo>
                  <a:cubicBezTo>
                    <a:pt x="191" y="349"/>
                    <a:pt x="191" y="349"/>
                    <a:pt x="191" y="349"/>
                  </a:cubicBezTo>
                  <a:cubicBezTo>
                    <a:pt x="210" y="349"/>
                    <a:pt x="210" y="349"/>
                    <a:pt x="210" y="349"/>
                  </a:cubicBezTo>
                  <a:cubicBezTo>
                    <a:pt x="210" y="710"/>
                    <a:pt x="210" y="710"/>
                    <a:pt x="210" y="710"/>
                  </a:cubicBezTo>
                  <a:cubicBezTo>
                    <a:pt x="210" y="737"/>
                    <a:pt x="232" y="759"/>
                    <a:pt x="259" y="759"/>
                  </a:cubicBezTo>
                  <a:cubicBezTo>
                    <a:pt x="286" y="759"/>
                    <a:pt x="309" y="737"/>
                    <a:pt x="309" y="710"/>
                  </a:cubicBezTo>
                  <a:cubicBezTo>
                    <a:pt x="309" y="132"/>
                    <a:pt x="309" y="132"/>
                    <a:pt x="309" y="132"/>
                  </a:cubicBezTo>
                  <a:cubicBezTo>
                    <a:pt x="312" y="134"/>
                    <a:pt x="315" y="136"/>
                    <a:pt x="318" y="139"/>
                  </a:cubicBezTo>
                  <a:cubicBezTo>
                    <a:pt x="332" y="148"/>
                    <a:pt x="351" y="156"/>
                    <a:pt x="372" y="156"/>
                  </a:cubicBezTo>
                  <a:cubicBezTo>
                    <a:pt x="372" y="156"/>
                    <a:pt x="372" y="156"/>
                    <a:pt x="372" y="156"/>
                  </a:cubicBezTo>
                  <a:cubicBezTo>
                    <a:pt x="372" y="156"/>
                    <a:pt x="372" y="156"/>
                    <a:pt x="372" y="156"/>
                  </a:cubicBezTo>
                  <a:cubicBezTo>
                    <a:pt x="395" y="156"/>
                    <a:pt x="418" y="146"/>
                    <a:pt x="437" y="129"/>
                  </a:cubicBezTo>
                  <a:cubicBezTo>
                    <a:pt x="457" y="112"/>
                    <a:pt x="475" y="86"/>
                    <a:pt x="492" y="51"/>
                  </a:cubicBezTo>
                  <a:cubicBezTo>
                    <a:pt x="500" y="35"/>
                    <a:pt x="494" y="16"/>
                    <a:pt x="478" y="8"/>
                  </a:cubicBezTo>
                  <a:cubicBezTo>
                    <a:pt x="462" y="0"/>
                    <a:pt x="443" y="7"/>
                    <a:pt x="435" y="23"/>
                  </a:cubicBezTo>
                  <a:cubicBezTo>
                    <a:pt x="420" y="53"/>
                    <a:pt x="406" y="71"/>
                    <a:pt x="395" y="81"/>
                  </a:cubicBezTo>
                  <a:cubicBezTo>
                    <a:pt x="384" y="91"/>
                    <a:pt x="377" y="92"/>
                    <a:pt x="372" y="92"/>
                  </a:cubicBezTo>
                  <a:cubicBezTo>
                    <a:pt x="372" y="92"/>
                    <a:pt x="372" y="92"/>
                    <a:pt x="372" y="92"/>
                  </a:cubicBezTo>
                  <a:cubicBezTo>
                    <a:pt x="367" y="92"/>
                    <a:pt x="361" y="90"/>
                    <a:pt x="353" y="85"/>
                  </a:cubicBezTo>
                  <a:cubicBezTo>
                    <a:pt x="342" y="78"/>
                    <a:pt x="331" y="65"/>
                    <a:pt x="323" y="53"/>
                  </a:cubicBezTo>
                  <a:cubicBezTo>
                    <a:pt x="319" y="47"/>
                    <a:pt x="315" y="42"/>
                    <a:pt x="313" y="38"/>
                  </a:cubicBezTo>
                  <a:cubicBezTo>
                    <a:pt x="312" y="36"/>
                    <a:pt x="311" y="35"/>
                    <a:pt x="311" y="34"/>
                  </a:cubicBezTo>
                  <a:cubicBezTo>
                    <a:pt x="311" y="33"/>
                    <a:pt x="311" y="33"/>
                    <a:pt x="310" y="33"/>
                  </a:cubicBezTo>
                  <a:cubicBezTo>
                    <a:pt x="310" y="32"/>
                    <a:pt x="310" y="32"/>
                    <a:pt x="310" y="32"/>
                  </a:cubicBezTo>
                  <a:cubicBezTo>
                    <a:pt x="306" y="23"/>
                    <a:pt x="297" y="17"/>
                    <a:pt x="287" y="15"/>
                  </a:cubicBezTo>
                  <a:cubicBezTo>
                    <a:pt x="284" y="14"/>
                    <a:pt x="281" y="14"/>
                    <a:pt x="278" y="14"/>
                  </a:cubicBezTo>
                  <a:cubicBezTo>
                    <a:pt x="123" y="14"/>
                    <a:pt x="123" y="14"/>
                    <a:pt x="123" y="14"/>
                  </a:cubicBezTo>
                  <a:cubicBezTo>
                    <a:pt x="120" y="14"/>
                    <a:pt x="116" y="14"/>
                    <a:pt x="113" y="15"/>
                  </a:cubicBezTo>
                  <a:cubicBezTo>
                    <a:pt x="107" y="16"/>
                    <a:pt x="98" y="18"/>
                    <a:pt x="89" y="23"/>
                  </a:cubicBezTo>
                  <a:cubicBezTo>
                    <a:pt x="67" y="34"/>
                    <a:pt x="44" y="57"/>
                    <a:pt x="28" y="98"/>
                  </a:cubicBezTo>
                  <a:cubicBezTo>
                    <a:pt x="11" y="140"/>
                    <a:pt x="0" y="200"/>
                    <a:pt x="0" y="291"/>
                  </a:cubicBezTo>
                  <a:cubicBezTo>
                    <a:pt x="0" y="314"/>
                    <a:pt x="1" y="339"/>
                    <a:pt x="3" y="367"/>
                  </a:cubicBezTo>
                  <a:cubicBezTo>
                    <a:pt x="4" y="384"/>
                    <a:pt x="18" y="397"/>
                    <a:pt x="35" y="39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 name="Oval 9"/>
            <p:cNvSpPr>
              <a:spLocks noChangeArrowheads="1"/>
            </p:cNvSpPr>
            <p:nvPr/>
          </p:nvSpPr>
          <p:spPr bwMode="auto">
            <a:xfrm>
              <a:off x="1955800" y="3014663"/>
              <a:ext cx="239713" cy="239713"/>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 name="Freeform 10"/>
            <p:cNvSpPr>
              <a:spLocks noEditPoints="1"/>
            </p:cNvSpPr>
            <p:nvPr/>
          </p:nvSpPr>
          <p:spPr bwMode="auto">
            <a:xfrm>
              <a:off x="2332038" y="3033713"/>
              <a:ext cx="293688" cy="1241425"/>
            </a:xfrm>
            <a:custGeom>
              <a:avLst/>
              <a:gdLst>
                <a:gd name="T0" fmla="*/ 71 w 222"/>
                <a:gd name="T1" fmla="*/ 172 h 935"/>
                <a:gd name="T2" fmla="*/ 88 w 222"/>
                <a:gd name="T3" fmla="*/ 176 h 935"/>
                <a:gd name="T4" fmla="*/ 106 w 222"/>
                <a:gd name="T5" fmla="*/ 230 h 935"/>
                <a:gd name="T6" fmla="*/ 83 w 222"/>
                <a:gd name="T7" fmla="*/ 271 h 935"/>
                <a:gd name="T8" fmla="*/ 91 w 222"/>
                <a:gd name="T9" fmla="*/ 275 h 935"/>
                <a:gd name="T10" fmla="*/ 91 w 222"/>
                <a:gd name="T11" fmla="*/ 895 h 935"/>
                <a:gd name="T12" fmla="*/ 28 w 222"/>
                <a:gd name="T13" fmla="*/ 895 h 935"/>
                <a:gd name="T14" fmla="*/ 28 w 222"/>
                <a:gd name="T15" fmla="*/ 935 h 935"/>
                <a:gd name="T16" fmla="*/ 194 w 222"/>
                <a:gd name="T17" fmla="*/ 935 h 935"/>
                <a:gd name="T18" fmla="*/ 194 w 222"/>
                <a:gd name="T19" fmla="*/ 895 h 935"/>
                <a:gd name="T20" fmla="*/ 131 w 222"/>
                <a:gd name="T21" fmla="*/ 895 h 935"/>
                <a:gd name="T22" fmla="*/ 131 w 222"/>
                <a:gd name="T23" fmla="*/ 275 h 935"/>
                <a:gd name="T24" fmla="*/ 222 w 222"/>
                <a:gd name="T25" fmla="*/ 111 h 935"/>
                <a:gd name="T26" fmla="*/ 111 w 222"/>
                <a:gd name="T27" fmla="*/ 0 h 935"/>
                <a:gd name="T28" fmla="*/ 0 w 222"/>
                <a:gd name="T29" fmla="*/ 111 h 935"/>
                <a:gd name="T30" fmla="*/ 28 w 222"/>
                <a:gd name="T31" fmla="*/ 208 h 935"/>
                <a:gd name="T32" fmla="*/ 35 w 222"/>
                <a:gd name="T33" fmla="*/ 194 h 935"/>
                <a:gd name="T34" fmla="*/ 71 w 222"/>
                <a:gd name="T35" fmla="*/ 172 h 935"/>
                <a:gd name="T36" fmla="*/ 161 w 222"/>
                <a:gd name="T37" fmla="*/ 189 h 935"/>
                <a:gd name="T38" fmla="*/ 146 w 222"/>
                <a:gd name="T39" fmla="*/ 189 h 935"/>
                <a:gd name="T40" fmla="*/ 146 w 222"/>
                <a:gd name="T41" fmla="*/ 143 h 935"/>
                <a:gd name="T42" fmla="*/ 161 w 222"/>
                <a:gd name="T43" fmla="*/ 143 h 935"/>
                <a:gd name="T44" fmla="*/ 161 w 222"/>
                <a:gd name="T45" fmla="*/ 189 h 935"/>
                <a:gd name="T46" fmla="*/ 131 w 222"/>
                <a:gd name="T47" fmla="*/ 189 h 935"/>
                <a:gd name="T48" fmla="*/ 116 w 222"/>
                <a:gd name="T49" fmla="*/ 189 h 935"/>
                <a:gd name="T50" fmla="*/ 116 w 222"/>
                <a:gd name="T51" fmla="*/ 143 h 935"/>
                <a:gd name="T52" fmla="*/ 131 w 222"/>
                <a:gd name="T53" fmla="*/ 143 h 935"/>
                <a:gd name="T54" fmla="*/ 131 w 222"/>
                <a:gd name="T55" fmla="*/ 189 h 935"/>
                <a:gd name="T56" fmla="*/ 111 w 222"/>
                <a:gd name="T57" fmla="*/ 39 h 935"/>
                <a:gd name="T58" fmla="*/ 183 w 222"/>
                <a:gd name="T59" fmla="*/ 111 h 935"/>
                <a:gd name="T60" fmla="*/ 183 w 222"/>
                <a:gd name="T61" fmla="*/ 115 h 935"/>
                <a:gd name="T62" fmla="*/ 115 w 222"/>
                <a:gd name="T63" fmla="*/ 115 h 935"/>
                <a:gd name="T64" fmla="*/ 75 w 222"/>
                <a:gd name="T65" fmla="*/ 69 h 935"/>
                <a:gd name="T66" fmla="*/ 69 w 222"/>
                <a:gd name="T67" fmla="*/ 69 h 935"/>
                <a:gd name="T68" fmla="*/ 68 w 222"/>
                <a:gd name="T69" fmla="*/ 76 h 935"/>
                <a:gd name="T70" fmla="*/ 103 w 222"/>
                <a:gd name="T71" fmla="*/ 115 h 935"/>
                <a:gd name="T72" fmla="*/ 40 w 222"/>
                <a:gd name="T73" fmla="*/ 115 h 935"/>
                <a:gd name="T74" fmla="*/ 39 w 222"/>
                <a:gd name="T75" fmla="*/ 111 h 935"/>
                <a:gd name="T76" fmla="*/ 111 w 222"/>
                <a:gd name="T77" fmla="*/ 39 h 9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22" h="935">
                  <a:moveTo>
                    <a:pt x="71" y="172"/>
                  </a:moveTo>
                  <a:cubicBezTo>
                    <a:pt x="77" y="172"/>
                    <a:pt x="83" y="173"/>
                    <a:pt x="88" y="176"/>
                  </a:cubicBezTo>
                  <a:cubicBezTo>
                    <a:pt x="108" y="186"/>
                    <a:pt x="116" y="210"/>
                    <a:pt x="106" y="230"/>
                  </a:cubicBezTo>
                  <a:cubicBezTo>
                    <a:pt x="99" y="245"/>
                    <a:pt x="91" y="259"/>
                    <a:pt x="83" y="271"/>
                  </a:cubicBezTo>
                  <a:cubicBezTo>
                    <a:pt x="85" y="273"/>
                    <a:pt x="88" y="274"/>
                    <a:pt x="91" y="275"/>
                  </a:cubicBezTo>
                  <a:cubicBezTo>
                    <a:pt x="91" y="895"/>
                    <a:pt x="91" y="895"/>
                    <a:pt x="91" y="895"/>
                  </a:cubicBezTo>
                  <a:cubicBezTo>
                    <a:pt x="28" y="895"/>
                    <a:pt x="28" y="895"/>
                    <a:pt x="28" y="895"/>
                  </a:cubicBezTo>
                  <a:cubicBezTo>
                    <a:pt x="28" y="935"/>
                    <a:pt x="28" y="935"/>
                    <a:pt x="28" y="935"/>
                  </a:cubicBezTo>
                  <a:cubicBezTo>
                    <a:pt x="194" y="935"/>
                    <a:pt x="194" y="935"/>
                    <a:pt x="194" y="935"/>
                  </a:cubicBezTo>
                  <a:cubicBezTo>
                    <a:pt x="194" y="895"/>
                    <a:pt x="194" y="895"/>
                    <a:pt x="194" y="895"/>
                  </a:cubicBezTo>
                  <a:cubicBezTo>
                    <a:pt x="131" y="895"/>
                    <a:pt x="131" y="895"/>
                    <a:pt x="131" y="895"/>
                  </a:cubicBezTo>
                  <a:cubicBezTo>
                    <a:pt x="131" y="275"/>
                    <a:pt x="131" y="275"/>
                    <a:pt x="131" y="275"/>
                  </a:cubicBezTo>
                  <a:cubicBezTo>
                    <a:pt x="183" y="256"/>
                    <a:pt x="222" y="165"/>
                    <a:pt x="222" y="111"/>
                  </a:cubicBezTo>
                  <a:cubicBezTo>
                    <a:pt x="222" y="49"/>
                    <a:pt x="173" y="0"/>
                    <a:pt x="111" y="0"/>
                  </a:cubicBezTo>
                  <a:cubicBezTo>
                    <a:pt x="50" y="0"/>
                    <a:pt x="0" y="49"/>
                    <a:pt x="0" y="111"/>
                  </a:cubicBezTo>
                  <a:cubicBezTo>
                    <a:pt x="0" y="139"/>
                    <a:pt x="11" y="176"/>
                    <a:pt x="28" y="208"/>
                  </a:cubicBezTo>
                  <a:cubicBezTo>
                    <a:pt x="30" y="204"/>
                    <a:pt x="32" y="199"/>
                    <a:pt x="35" y="194"/>
                  </a:cubicBezTo>
                  <a:cubicBezTo>
                    <a:pt x="42" y="181"/>
                    <a:pt x="55" y="172"/>
                    <a:pt x="71" y="172"/>
                  </a:cubicBezTo>
                  <a:close/>
                  <a:moveTo>
                    <a:pt x="161" y="189"/>
                  </a:moveTo>
                  <a:cubicBezTo>
                    <a:pt x="146" y="189"/>
                    <a:pt x="146" y="189"/>
                    <a:pt x="146" y="189"/>
                  </a:cubicBezTo>
                  <a:cubicBezTo>
                    <a:pt x="146" y="143"/>
                    <a:pt x="146" y="143"/>
                    <a:pt x="146" y="143"/>
                  </a:cubicBezTo>
                  <a:cubicBezTo>
                    <a:pt x="161" y="143"/>
                    <a:pt x="161" y="143"/>
                    <a:pt x="161" y="143"/>
                  </a:cubicBezTo>
                  <a:lnTo>
                    <a:pt x="161" y="189"/>
                  </a:lnTo>
                  <a:close/>
                  <a:moveTo>
                    <a:pt x="131" y="189"/>
                  </a:moveTo>
                  <a:cubicBezTo>
                    <a:pt x="116" y="189"/>
                    <a:pt x="116" y="189"/>
                    <a:pt x="116" y="189"/>
                  </a:cubicBezTo>
                  <a:cubicBezTo>
                    <a:pt x="116" y="143"/>
                    <a:pt x="116" y="143"/>
                    <a:pt x="116" y="143"/>
                  </a:cubicBezTo>
                  <a:cubicBezTo>
                    <a:pt x="131" y="143"/>
                    <a:pt x="131" y="143"/>
                    <a:pt x="131" y="143"/>
                  </a:cubicBezTo>
                  <a:lnTo>
                    <a:pt x="131" y="189"/>
                  </a:lnTo>
                  <a:close/>
                  <a:moveTo>
                    <a:pt x="111" y="39"/>
                  </a:moveTo>
                  <a:cubicBezTo>
                    <a:pt x="151" y="39"/>
                    <a:pt x="183" y="71"/>
                    <a:pt x="183" y="111"/>
                  </a:cubicBezTo>
                  <a:cubicBezTo>
                    <a:pt x="183" y="112"/>
                    <a:pt x="183" y="114"/>
                    <a:pt x="183" y="115"/>
                  </a:cubicBezTo>
                  <a:cubicBezTo>
                    <a:pt x="115" y="115"/>
                    <a:pt x="115" y="115"/>
                    <a:pt x="115" y="115"/>
                  </a:cubicBezTo>
                  <a:cubicBezTo>
                    <a:pt x="75" y="69"/>
                    <a:pt x="75" y="69"/>
                    <a:pt x="75" y="69"/>
                  </a:cubicBezTo>
                  <a:cubicBezTo>
                    <a:pt x="73" y="68"/>
                    <a:pt x="70" y="67"/>
                    <a:pt x="69" y="69"/>
                  </a:cubicBezTo>
                  <a:cubicBezTo>
                    <a:pt x="67" y="71"/>
                    <a:pt x="66" y="74"/>
                    <a:pt x="68" y="76"/>
                  </a:cubicBezTo>
                  <a:cubicBezTo>
                    <a:pt x="103" y="115"/>
                    <a:pt x="103" y="115"/>
                    <a:pt x="103" y="115"/>
                  </a:cubicBezTo>
                  <a:cubicBezTo>
                    <a:pt x="40" y="115"/>
                    <a:pt x="40" y="115"/>
                    <a:pt x="40" y="115"/>
                  </a:cubicBezTo>
                  <a:cubicBezTo>
                    <a:pt x="39" y="114"/>
                    <a:pt x="39" y="112"/>
                    <a:pt x="39" y="111"/>
                  </a:cubicBezTo>
                  <a:cubicBezTo>
                    <a:pt x="39" y="71"/>
                    <a:pt x="72" y="39"/>
                    <a:pt x="111" y="3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0" name="组合 9"/>
          <p:cNvGrpSpPr/>
          <p:nvPr/>
        </p:nvGrpSpPr>
        <p:grpSpPr>
          <a:xfrm>
            <a:off x="3576638" y="884238"/>
            <a:ext cx="1058863" cy="1655763"/>
            <a:chOff x="3576638" y="884238"/>
            <a:chExt cx="1058863" cy="1655763"/>
          </a:xfrm>
        </p:grpSpPr>
        <p:sp>
          <p:nvSpPr>
            <p:cNvPr id="11" name="Freeform 11"/>
            <p:cNvSpPr>
              <a:spLocks/>
            </p:cNvSpPr>
            <p:nvPr/>
          </p:nvSpPr>
          <p:spPr bwMode="auto">
            <a:xfrm>
              <a:off x="3681413" y="1149350"/>
              <a:ext cx="849313" cy="1320800"/>
            </a:xfrm>
            <a:custGeom>
              <a:avLst/>
              <a:gdLst>
                <a:gd name="T0" fmla="*/ 640 w 640"/>
                <a:gd name="T1" fmla="*/ 0 h 996"/>
                <a:gd name="T2" fmla="*/ 0 w 640"/>
                <a:gd name="T3" fmla="*/ 0 h 996"/>
                <a:gd name="T4" fmla="*/ 0 w 640"/>
                <a:gd name="T5" fmla="*/ 325 h 996"/>
                <a:gd name="T6" fmla="*/ 41 w 640"/>
                <a:gd name="T7" fmla="*/ 301 h 996"/>
                <a:gd name="T8" fmla="*/ 49 w 640"/>
                <a:gd name="T9" fmla="*/ 298 h 996"/>
                <a:gd name="T10" fmla="*/ 65 w 640"/>
                <a:gd name="T11" fmla="*/ 295 h 996"/>
                <a:gd name="T12" fmla="*/ 81 w 640"/>
                <a:gd name="T13" fmla="*/ 295 h 996"/>
                <a:gd name="T14" fmla="*/ 81 w 640"/>
                <a:gd name="T15" fmla="*/ 265 h 996"/>
                <a:gd name="T16" fmla="*/ 66 w 640"/>
                <a:gd name="T17" fmla="*/ 213 h 996"/>
                <a:gd name="T18" fmla="*/ 81 w 640"/>
                <a:gd name="T19" fmla="*/ 161 h 996"/>
                <a:gd name="T20" fmla="*/ 81 w 640"/>
                <a:gd name="T21" fmla="*/ 107 h 996"/>
                <a:gd name="T22" fmla="*/ 97 w 640"/>
                <a:gd name="T23" fmla="*/ 91 h 996"/>
                <a:gd name="T24" fmla="*/ 532 w 640"/>
                <a:gd name="T25" fmla="*/ 91 h 996"/>
                <a:gd name="T26" fmla="*/ 548 w 640"/>
                <a:gd name="T27" fmla="*/ 107 h 996"/>
                <a:gd name="T28" fmla="*/ 548 w 640"/>
                <a:gd name="T29" fmla="*/ 555 h 996"/>
                <a:gd name="T30" fmla="*/ 532 w 640"/>
                <a:gd name="T31" fmla="*/ 571 h 996"/>
                <a:gd name="T32" fmla="*/ 258 w 640"/>
                <a:gd name="T33" fmla="*/ 571 h 996"/>
                <a:gd name="T34" fmla="*/ 258 w 640"/>
                <a:gd name="T35" fmla="*/ 996 h 996"/>
                <a:gd name="T36" fmla="*/ 640 w 640"/>
                <a:gd name="T37" fmla="*/ 996 h 996"/>
                <a:gd name="T38" fmla="*/ 640 w 640"/>
                <a:gd name="T39" fmla="*/ 0 h 9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40" h="996">
                  <a:moveTo>
                    <a:pt x="640" y="0"/>
                  </a:moveTo>
                  <a:cubicBezTo>
                    <a:pt x="0" y="0"/>
                    <a:pt x="0" y="0"/>
                    <a:pt x="0" y="0"/>
                  </a:cubicBezTo>
                  <a:cubicBezTo>
                    <a:pt x="0" y="325"/>
                    <a:pt x="0" y="325"/>
                    <a:pt x="0" y="325"/>
                  </a:cubicBezTo>
                  <a:cubicBezTo>
                    <a:pt x="13" y="314"/>
                    <a:pt x="27" y="306"/>
                    <a:pt x="41" y="301"/>
                  </a:cubicBezTo>
                  <a:cubicBezTo>
                    <a:pt x="43" y="300"/>
                    <a:pt x="46" y="299"/>
                    <a:pt x="49" y="298"/>
                  </a:cubicBezTo>
                  <a:cubicBezTo>
                    <a:pt x="54" y="296"/>
                    <a:pt x="59" y="295"/>
                    <a:pt x="65" y="295"/>
                  </a:cubicBezTo>
                  <a:cubicBezTo>
                    <a:pt x="81" y="295"/>
                    <a:pt x="81" y="295"/>
                    <a:pt x="81" y="295"/>
                  </a:cubicBezTo>
                  <a:cubicBezTo>
                    <a:pt x="81" y="265"/>
                    <a:pt x="81" y="265"/>
                    <a:pt x="81" y="265"/>
                  </a:cubicBezTo>
                  <a:cubicBezTo>
                    <a:pt x="71" y="250"/>
                    <a:pt x="66" y="232"/>
                    <a:pt x="66" y="213"/>
                  </a:cubicBezTo>
                  <a:cubicBezTo>
                    <a:pt x="66" y="194"/>
                    <a:pt x="71" y="176"/>
                    <a:pt x="81" y="161"/>
                  </a:cubicBezTo>
                  <a:cubicBezTo>
                    <a:pt x="81" y="107"/>
                    <a:pt x="81" y="107"/>
                    <a:pt x="81" y="107"/>
                  </a:cubicBezTo>
                  <a:cubicBezTo>
                    <a:pt x="81" y="98"/>
                    <a:pt x="88" y="91"/>
                    <a:pt x="97" y="91"/>
                  </a:cubicBezTo>
                  <a:cubicBezTo>
                    <a:pt x="532" y="91"/>
                    <a:pt x="532" y="91"/>
                    <a:pt x="532" y="91"/>
                  </a:cubicBezTo>
                  <a:cubicBezTo>
                    <a:pt x="541" y="91"/>
                    <a:pt x="548" y="98"/>
                    <a:pt x="548" y="107"/>
                  </a:cubicBezTo>
                  <a:cubicBezTo>
                    <a:pt x="548" y="555"/>
                    <a:pt x="548" y="555"/>
                    <a:pt x="548" y="555"/>
                  </a:cubicBezTo>
                  <a:cubicBezTo>
                    <a:pt x="548" y="564"/>
                    <a:pt x="541" y="571"/>
                    <a:pt x="532" y="571"/>
                  </a:cubicBezTo>
                  <a:cubicBezTo>
                    <a:pt x="258" y="571"/>
                    <a:pt x="258" y="571"/>
                    <a:pt x="258" y="571"/>
                  </a:cubicBezTo>
                  <a:cubicBezTo>
                    <a:pt x="258" y="996"/>
                    <a:pt x="258" y="996"/>
                    <a:pt x="258" y="996"/>
                  </a:cubicBezTo>
                  <a:cubicBezTo>
                    <a:pt x="640" y="996"/>
                    <a:pt x="640" y="996"/>
                    <a:pt x="640" y="996"/>
                  </a:cubicBezTo>
                  <a:lnTo>
                    <a:pt x="640"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 name="Rectangle 12"/>
            <p:cNvSpPr>
              <a:spLocks noChangeArrowheads="1"/>
            </p:cNvSpPr>
            <p:nvPr/>
          </p:nvSpPr>
          <p:spPr bwMode="auto">
            <a:xfrm>
              <a:off x="3868738" y="2006600"/>
              <a:ext cx="3175" cy="463550"/>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 name="Freeform 13"/>
            <p:cNvSpPr>
              <a:spLocks/>
            </p:cNvSpPr>
            <p:nvPr/>
          </p:nvSpPr>
          <p:spPr bwMode="auto">
            <a:xfrm>
              <a:off x="3695700" y="1693863"/>
              <a:ext cx="20638" cy="69850"/>
            </a:xfrm>
            <a:custGeom>
              <a:avLst/>
              <a:gdLst>
                <a:gd name="T0" fmla="*/ 0 w 16"/>
                <a:gd name="T1" fmla="*/ 32 h 52"/>
                <a:gd name="T2" fmla="*/ 2 w 16"/>
                <a:gd name="T3" fmla="*/ 39 h 52"/>
                <a:gd name="T4" fmla="*/ 10 w 16"/>
                <a:gd name="T5" fmla="*/ 48 h 52"/>
                <a:gd name="T6" fmla="*/ 16 w 16"/>
                <a:gd name="T7" fmla="*/ 52 h 52"/>
                <a:gd name="T8" fmla="*/ 16 w 16"/>
                <a:gd name="T9" fmla="*/ 0 h 52"/>
                <a:gd name="T10" fmla="*/ 7 w 16"/>
                <a:gd name="T11" fmla="*/ 13 h 52"/>
                <a:gd name="T12" fmla="*/ 0 w 16"/>
                <a:gd name="T13" fmla="*/ 32 h 52"/>
              </a:gdLst>
              <a:ahLst/>
              <a:cxnLst>
                <a:cxn ang="0">
                  <a:pos x="T0" y="T1"/>
                </a:cxn>
                <a:cxn ang="0">
                  <a:pos x="T2" y="T3"/>
                </a:cxn>
                <a:cxn ang="0">
                  <a:pos x="T4" y="T5"/>
                </a:cxn>
                <a:cxn ang="0">
                  <a:pos x="T6" y="T7"/>
                </a:cxn>
                <a:cxn ang="0">
                  <a:pos x="T8" y="T9"/>
                </a:cxn>
                <a:cxn ang="0">
                  <a:pos x="T10" y="T11"/>
                </a:cxn>
                <a:cxn ang="0">
                  <a:pos x="T12" y="T13"/>
                </a:cxn>
              </a:cxnLst>
              <a:rect l="0" t="0" r="r" b="b"/>
              <a:pathLst>
                <a:path w="16" h="52">
                  <a:moveTo>
                    <a:pt x="0" y="32"/>
                  </a:moveTo>
                  <a:cubicBezTo>
                    <a:pt x="0" y="35"/>
                    <a:pt x="1" y="36"/>
                    <a:pt x="2" y="39"/>
                  </a:cubicBezTo>
                  <a:cubicBezTo>
                    <a:pt x="3" y="42"/>
                    <a:pt x="6" y="45"/>
                    <a:pt x="10" y="48"/>
                  </a:cubicBezTo>
                  <a:cubicBezTo>
                    <a:pt x="12" y="49"/>
                    <a:pt x="14" y="51"/>
                    <a:pt x="16" y="52"/>
                  </a:cubicBezTo>
                  <a:cubicBezTo>
                    <a:pt x="16" y="0"/>
                    <a:pt x="16" y="0"/>
                    <a:pt x="16" y="0"/>
                  </a:cubicBezTo>
                  <a:cubicBezTo>
                    <a:pt x="12" y="4"/>
                    <a:pt x="9" y="9"/>
                    <a:pt x="7" y="13"/>
                  </a:cubicBezTo>
                  <a:cubicBezTo>
                    <a:pt x="3" y="20"/>
                    <a:pt x="0" y="27"/>
                    <a:pt x="0" y="3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 name="Freeform 14"/>
            <p:cNvSpPr>
              <a:spLocks/>
            </p:cNvSpPr>
            <p:nvPr/>
          </p:nvSpPr>
          <p:spPr bwMode="auto">
            <a:xfrm>
              <a:off x="3681413" y="1865313"/>
              <a:ext cx="34925" cy="604838"/>
            </a:xfrm>
            <a:custGeom>
              <a:avLst/>
              <a:gdLst>
                <a:gd name="T0" fmla="*/ 26 w 26"/>
                <a:gd name="T1" fmla="*/ 11 h 456"/>
                <a:gd name="T2" fmla="*/ 0 w 26"/>
                <a:gd name="T3" fmla="*/ 0 h 456"/>
                <a:gd name="T4" fmla="*/ 0 w 26"/>
                <a:gd name="T5" fmla="*/ 456 h 456"/>
                <a:gd name="T6" fmla="*/ 26 w 26"/>
                <a:gd name="T7" fmla="*/ 456 h 456"/>
                <a:gd name="T8" fmla="*/ 26 w 26"/>
                <a:gd name="T9" fmla="*/ 11 h 456"/>
              </a:gdLst>
              <a:ahLst/>
              <a:cxnLst>
                <a:cxn ang="0">
                  <a:pos x="T0" y="T1"/>
                </a:cxn>
                <a:cxn ang="0">
                  <a:pos x="T2" y="T3"/>
                </a:cxn>
                <a:cxn ang="0">
                  <a:pos x="T4" y="T5"/>
                </a:cxn>
                <a:cxn ang="0">
                  <a:pos x="T6" y="T7"/>
                </a:cxn>
                <a:cxn ang="0">
                  <a:pos x="T8" y="T9"/>
                </a:cxn>
              </a:cxnLst>
              <a:rect l="0" t="0" r="r" b="b"/>
              <a:pathLst>
                <a:path w="26" h="456">
                  <a:moveTo>
                    <a:pt x="26" y="11"/>
                  </a:moveTo>
                  <a:cubicBezTo>
                    <a:pt x="16" y="8"/>
                    <a:pt x="8" y="4"/>
                    <a:pt x="0" y="0"/>
                  </a:cubicBezTo>
                  <a:cubicBezTo>
                    <a:pt x="0" y="456"/>
                    <a:pt x="0" y="456"/>
                    <a:pt x="0" y="456"/>
                  </a:cubicBezTo>
                  <a:cubicBezTo>
                    <a:pt x="26" y="456"/>
                    <a:pt x="26" y="456"/>
                    <a:pt x="26" y="456"/>
                  </a:cubicBezTo>
                  <a:lnTo>
                    <a:pt x="26" y="11"/>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 name="Freeform 15"/>
            <p:cNvSpPr>
              <a:spLocks noEditPoints="1"/>
            </p:cNvSpPr>
            <p:nvPr/>
          </p:nvSpPr>
          <p:spPr bwMode="auto">
            <a:xfrm>
              <a:off x="3970338" y="1322388"/>
              <a:ext cx="385763" cy="531813"/>
            </a:xfrm>
            <a:custGeom>
              <a:avLst/>
              <a:gdLst>
                <a:gd name="T0" fmla="*/ 35 w 291"/>
                <a:gd name="T1" fmla="*/ 39 h 400"/>
                <a:gd name="T2" fmla="*/ 239 w 291"/>
                <a:gd name="T3" fmla="*/ 39 h 400"/>
                <a:gd name="T4" fmla="*/ 239 w 291"/>
                <a:gd name="T5" fmla="*/ 83 h 400"/>
                <a:gd name="T6" fmla="*/ 45 w 291"/>
                <a:gd name="T7" fmla="*/ 83 h 400"/>
                <a:gd name="T8" fmla="*/ 30 w 291"/>
                <a:gd name="T9" fmla="*/ 133 h 400"/>
                <a:gd name="T10" fmla="*/ 118 w 291"/>
                <a:gd name="T11" fmla="*/ 133 h 400"/>
                <a:gd name="T12" fmla="*/ 118 w 291"/>
                <a:gd name="T13" fmla="*/ 274 h 400"/>
                <a:gd name="T14" fmla="*/ 117 w 291"/>
                <a:gd name="T15" fmla="*/ 274 h 400"/>
                <a:gd name="T16" fmla="*/ 123 w 291"/>
                <a:gd name="T17" fmla="*/ 279 h 400"/>
                <a:gd name="T18" fmla="*/ 168 w 291"/>
                <a:gd name="T19" fmla="*/ 293 h 400"/>
                <a:gd name="T20" fmla="*/ 171 w 291"/>
                <a:gd name="T21" fmla="*/ 276 h 400"/>
                <a:gd name="T22" fmla="*/ 153 w 291"/>
                <a:gd name="T23" fmla="*/ 276 h 400"/>
                <a:gd name="T24" fmla="*/ 153 w 291"/>
                <a:gd name="T25" fmla="*/ 249 h 400"/>
                <a:gd name="T26" fmla="*/ 246 w 291"/>
                <a:gd name="T27" fmla="*/ 249 h 400"/>
                <a:gd name="T28" fmla="*/ 246 w 291"/>
                <a:gd name="T29" fmla="*/ 276 h 400"/>
                <a:gd name="T30" fmla="*/ 228 w 291"/>
                <a:gd name="T31" fmla="*/ 276 h 400"/>
                <a:gd name="T32" fmla="*/ 231 w 291"/>
                <a:gd name="T33" fmla="*/ 293 h 400"/>
                <a:gd name="T34" fmla="*/ 246 w 291"/>
                <a:gd name="T35" fmla="*/ 313 h 400"/>
                <a:gd name="T36" fmla="*/ 222 w 291"/>
                <a:gd name="T37" fmla="*/ 364 h 400"/>
                <a:gd name="T38" fmla="*/ 170 w 291"/>
                <a:gd name="T39" fmla="*/ 373 h 400"/>
                <a:gd name="T40" fmla="*/ 82 w 291"/>
                <a:gd name="T41" fmla="*/ 347 h 400"/>
                <a:gd name="T42" fmla="*/ 41 w 291"/>
                <a:gd name="T43" fmla="*/ 316 h 400"/>
                <a:gd name="T44" fmla="*/ 41 w 291"/>
                <a:gd name="T45" fmla="*/ 400 h 400"/>
                <a:gd name="T46" fmla="*/ 291 w 291"/>
                <a:gd name="T47" fmla="*/ 400 h 400"/>
                <a:gd name="T48" fmla="*/ 291 w 291"/>
                <a:gd name="T49" fmla="*/ 0 h 400"/>
                <a:gd name="T50" fmla="*/ 0 w 291"/>
                <a:gd name="T51" fmla="*/ 0 h 400"/>
                <a:gd name="T52" fmla="*/ 35 w 291"/>
                <a:gd name="T53" fmla="*/ 39 h 400"/>
                <a:gd name="T54" fmla="*/ 246 w 291"/>
                <a:gd name="T55" fmla="*/ 229 h 400"/>
                <a:gd name="T56" fmla="*/ 153 w 291"/>
                <a:gd name="T57" fmla="*/ 229 h 400"/>
                <a:gd name="T58" fmla="*/ 153 w 291"/>
                <a:gd name="T59" fmla="*/ 133 h 400"/>
                <a:gd name="T60" fmla="*/ 246 w 291"/>
                <a:gd name="T61" fmla="*/ 133 h 400"/>
                <a:gd name="T62" fmla="*/ 246 w 291"/>
                <a:gd name="T63" fmla="*/ 229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91" h="400">
                  <a:moveTo>
                    <a:pt x="35" y="39"/>
                  </a:moveTo>
                  <a:cubicBezTo>
                    <a:pt x="239" y="39"/>
                    <a:pt x="239" y="39"/>
                    <a:pt x="239" y="39"/>
                  </a:cubicBezTo>
                  <a:cubicBezTo>
                    <a:pt x="239" y="83"/>
                    <a:pt x="239" y="83"/>
                    <a:pt x="239" y="83"/>
                  </a:cubicBezTo>
                  <a:cubicBezTo>
                    <a:pt x="45" y="83"/>
                    <a:pt x="45" y="83"/>
                    <a:pt x="45" y="83"/>
                  </a:cubicBezTo>
                  <a:cubicBezTo>
                    <a:pt x="45" y="102"/>
                    <a:pt x="39" y="119"/>
                    <a:pt x="30" y="133"/>
                  </a:cubicBezTo>
                  <a:cubicBezTo>
                    <a:pt x="118" y="133"/>
                    <a:pt x="118" y="133"/>
                    <a:pt x="118" y="133"/>
                  </a:cubicBezTo>
                  <a:cubicBezTo>
                    <a:pt x="118" y="274"/>
                    <a:pt x="118" y="274"/>
                    <a:pt x="118" y="274"/>
                  </a:cubicBezTo>
                  <a:cubicBezTo>
                    <a:pt x="117" y="274"/>
                    <a:pt x="117" y="274"/>
                    <a:pt x="117" y="274"/>
                  </a:cubicBezTo>
                  <a:cubicBezTo>
                    <a:pt x="119" y="276"/>
                    <a:pt x="121" y="277"/>
                    <a:pt x="123" y="279"/>
                  </a:cubicBezTo>
                  <a:cubicBezTo>
                    <a:pt x="139" y="288"/>
                    <a:pt x="154" y="293"/>
                    <a:pt x="168" y="293"/>
                  </a:cubicBezTo>
                  <a:cubicBezTo>
                    <a:pt x="171" y="276"/>
                    <a:pt x="171" y="276"/>
                    <a:pt x="171" y="276"/>
                  </a:cubicBezTo>
                  <a:cubicBezTo>
                    <a:pt x="153" y="276"/>
                    <a:pt x="153" y="276"/>
                    <a:pt x="153" y="276"/>
                  </a:cubicBezTo>
                  <a:cubicBezTo>
                    <a:pt x="153" y="249"/>
                    <a:pt x="153" y="249"/>
                    <a:pt x="153" y="249"/>
                  </a:cubicBezTo>
                  <a:cubicBezTo>
                    <a:pt x="246" y="249"/>
                    <a:pt x="246" y="249"/>
                    <a:pt x="246" y="249"/>
                  </a:cubicBezTo>
                  <a:cubicBezTo>
                    <a:pt x="246" y="276"/>
                    <a:pt x="246" y="276"/>
                    <a:pt x="246" y="276"/>
                  </a:cubicBezTo>
                  <a:cubicBezTo>
                    <a:pt x="228" y="276"/>
                    <a:pt x="228" y="276"/>
                    <a:pt x="228" y="276"/>
                  </a:cubicBezTo>
                  <a:cubicBezTo>
                    <a:pt x="231" y="293"/>
                    <a:pt x="231" y="293"/>
                    <a:pt x="231" y="293"/>
                  </a:cubicBezTo>
                  <a:cubicBezTo>
                    <a:pt x="238" y="297"/>
                    <a:pt x="243" y="304"/>
                    <a:pt x="246" y="313"/>
                  </a:cubicBezTo>
                  <a:cubicBezTo>
                    <a:pt x="254" y="333"/>
                    <a:pt x="243" y="356"/>
                    <a:pt x="222" y="364"/>
                  </a:cubicBezTo>
                  <a:cubicBezTo>
                    <a:pt x="205" y="370"/>
                    <a:pt x="187" y="373"/>
                    <a:pt x="170" y="373"/>
                  </a:cubicBezTo>
                  <a:cubicBezTo>
                    <a:pt x="140" y="373"/>
                    <a:pt x="111" y="364"/>
                    <a:pt x="82" y="347"/>
                  </a:cubicBezTo>
                  <a:cubicBezTo>
                    <a:pt x="68" y="339"/>
                    <a:pt x="54" y="328"/>
                    <a:pt x="41" y="316"/>
                  </a:cubicBezTo>
                  <a:cubicBezTo>
                    <a:pt x="41" y="400"/>
                    <a:pt x="41" y="400"/>
                    <a:pt x="41" y="400"/>
                  </a:cubicBezTo>
                  <a:cubicBezTo>
                    <a:pt x="291" y="400"/>
                    <a:pt x="291" y="400"/>
                    <a:pt x="291" y="400"/>
                  </a:cubicBezTo>
                  <a:cubicBezTo>
                    <a:pt x="291" y="0"/>
                    <a:pt x="291" y="0"/>
                    <a:pt x="291" y="0"/>
                  </a:cubicBezTo>
                  <a:cubicBezTo>
                    <a:pt x="0" y="0"/>
                    <a:pt x="0" y="0"/>
                    <a:pt x="0" y="0"/>
                  </a:cubicBezTo>
                  <a:cubicBezTo>
                    <a:pt x="15" y="10"/>
                    <a:pt x="27" y="23"/>
                    <a:pt x="35" y="39"/>
                  </a:cubicBezTo>
                  <a:close/>
                  <a:moveTo>
                    <a:pt x="246" y="229"/>
                  </a:moveTo>
                  <a:cubicBezTo>
                    <a:pt x="153" y="229"/>
                    <a:pt x="153" y="229"/>
                    <a:pt x="153" y="229"/>
                  </a:cubicBezTo>
                  <a:cubicBezTo>
                    <a:pt x="153" y="133"/>
                    <a:pt x="153" y="133"/>
                    <a:pt x="153" y="133"/>
                  </a:cubicBezTo>
                  <a:cubicBezTo>
                    <a:pt x="246" y="133"/>
                    <a:pt x="246" y="133"/>
                    <a:pt x="246" y="133"/>
                  </a:cubicBezTo>
                  <a:lnTo>
                    <a:pt x="246" y="229"/>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 name="Freeform 16"/>
            <p:cNvSpPr>
              <a:spLocks/>
            </p:cNvSpPr>
            <p:nvPr/>
          </p:nvSpPr>
          <p:spPr bwMode="auto">
            <a:xfrm>
              <a:off x="3900488" y="963613"/>
              <a:ext cx="22225" cy="38100"/>
            </a:xfrm>
            <a:custGeom>
              <a:avLst/>
              <a:gdLst>
                <a:gd name="T0" fmla="*/ 8 w 16"/>
                <a:gd name="T1" fmla="*/ 0 h 29"/>
                <a:gd name="T2" fmla="*/ 7 w 16"/>
                <a:gd name="T3" fmla="*/ 0 h 29"/>
                <a:gd name="T4" fmla="*/ 4 w 16"/>
                <a:gd name="T5" fmla="*/ 14 h 29"/>
                <a:gd name="T6" fmla="*/ 0 w 16"/>
                <a:gd name="T7" fmla="*/ 29 h 29"/>
                <a:gd name="T8" fmla="*/ 16 w 16"/>
                <a:gd name="T9" fmla="*/ 29 h 29"/>
                <a:gd name="T10" fmla="*/ 11 w 16"/>
                <a:gd name="T11" fmla="*/ 14 h 29"/>
                <a:gd name="T12" fmla="*/ 8 w 16"/>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6" h="29">
                  <a:moveTo>
                    <a:pt x="8" y="0"/>
                  </a:moveTo>
                  <a:cubicBezTo>
                    <a:pt x="7" y="0"/>
                    <a:pt x="7" y="0"/>
                    <a:pt x="7" y="0"/>
                  </a:cubicBezTo>
                  <a:cubicBezTo>
                    <a:pt x="6" y="4"/>
                    <a:pt x="5" y="10"/>
                    <a:pt x="4" y="14"/>
                  </a:cubicBezTo>
                  <a:cubicBezTo>
                    <a:pt x="0" y="29"/>
                    <a:pt x="0" y="29"/>
                    <a:pt x="0" y="29"/>
                  </a:cubicBezTo>
                  <a:cubicBezTo>
                    <a:pt x="16" y="29"/>
                    <a:pt x="16" y="29"/>
                    <a:pt x="16" y="29"/>
                  </a:cubicBezTo>
                  <a:cubicBezTo>
                    <a:pt x="11" y="14"/>
                    <a:pt x="11" y="14"/>
                    <a:pt x="11" y="14"/>
                  </a:cubicBezTo>
                  <a:cubicBezTo>
                    <a:pt x="10" y="10"/>
                    <a:pt x="9" y="4"/>
                    <a:pt x="8"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 name="Freeform 17"/>
            <p:cNvSpPr>
              <a:spLocks/>
            </p:cNvSpPr>
            <p:nvPr/>
          </p:nvSpPr>
          <p:spPr bwMode="auto">
            <a:xfrm>
              <a:off x="3813175" y="1000125"/>
              <a:ext cx="26988" cy="26988"/>
            </a:xfrm>
            <a:custGeom>
              <a:avLst/>
              <a:gdLst>
                <a:gd name="T0" fmla="*/ 5 w 20"/>
                <a:gd name="T1" fmla="*/ 0 h 20"/>
                <a:gd name="T2" fmla="*/ 0 w 20"/>
                <a:gd name="T3" fmla="*/ 0 h 20"/>
                <a:gd name="T4" fmla="*/ 0 w 20"/>
                <a:gd name="T5" fmla="*/ 20 h 20"/>
                <a:gd name="T6" fmla="*/ 6 w 20"/>
                <a:gd name="T7" fmla="*/ 20 h 20"/>
                <a:gd name="T8" fmla="*/ 20 w 20"/>
                <a:gd name="T9" fmla="*/ 10 h 20"/>
                <a:gd name="T10" fmla="*/ 5 w 20"/>
                <a:gd name="T11" fmla="*/ 0 h 20"/>
              </a:gdLst>
              <a:ahLst/>
              <a:cxnLst>
                <a:cxn ang="0">
                  <a:pos x="T0" y="T1"/>
                </a:cxn>
                <a:cxn ang="0">
                  <a:pos x="T2" y="T3"/>
                </a:cxn>
                <a:cxn ang="0">
                  <a:pos x="T4" y="T5"/>
                </a:cxn>
                <a:cxn ang="0">
                  <a:pos x="T6" y="T7"/>
                </a:cxn>
                <a:cxn ang="0">
                  <a:pos x="T8" y="T9"/>
                </a:cxn>
                <a:cxn ang="0">
                  <a:pos x="T10" y="T11"/>
                </a:cxn>
              </a:cxnLst>
              <a:rect l="0" t="0" r="r" b="b"/>
              <a:pathLst>
                <a:path w="20" h="20">
                  <a:moveTo>
                    <a:pt x="5" y="0"/>
                  </a:moveTo>
                  <a:cubicBezTo>
                    <a:pt x="0" y="0"/>
                    <a:pt x="0" y="0"/>
                    <a:pt x="0" y="0"/>
                  </a:cubicBezTo>
                  <a:cubicBezTo>
                    <a:pt x="0" y="20"/>
                    <a:pt x="0" y="20"/>
                    <a:pt x="0" y="20"/>
                  </a:cubicBezTo>
                  <a:cubicBezTo>
                    <a:pt x="1" y="20"/>
                    <a:pt x="3" y="20"/>
                    <a:pt x="6" y="20"/>
                  </a:cubicBezTo>
                  <a:cubicBezTo>
                    <a:pt x="13" y="20"/>
                    <a:pt x="20" y="17"/>
                    <a:pt x="20" y="10"/>
                  </a:cubicBezTo>
                  <a:cubicBezTo>
                    <a:pt x="20" y="2"/>
                    <a:pt x="13" y="0"/>
                    <a:pt x="5"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 name="Freeform 18"/>
            <p:cNvSpPr>
              <a:spLocks noEditPoints="1"/>
            </p:cNvSpPr>
            <p:nvPr/>
          </p:nvSpPr>
          <p:spPr bwMode="auto">
            <a:xfrm>
              <a:off x="3576638" y="884238"/>
              <a:ext cx="1058863" cy="211138"/>
            </a:xfrm>
            <a:custGeom>
              <a:avLst/>
              <a:gdLst>
                <a:gd name="T0" fmla="*/ 0 w 798"/>
                <a:gd name="T1" fmla="*/ 0 h 160"/>
                <a:gd name="T2" fmla="*/ 798 w 798"/>
                <a:gd name="T3" fmla="*/ 160 h 160"/>
                <a:gd name="T4" fmla="*/ 207 w 798"/>
                <a:gd name="T5" fmla="*/ 113 h 160"/>
                <a:gd name="T6" fmla="*/ 162 w 798"/>
                <a:gd name="T7" fmla="*/ 119 h 160"/>
                <a:gd name="T8" fmla="*/ 183 w 798"/>
                <a:gd name="T9" fmla="*/ 48 h 160"/>
                <a:gd name="T10" fmla="*/ 212 w 798"/>
                <a:gd name="T11" fmla="*/ 66 h 160"/>
                <a:gd name="T12" fmla="*/ 200 w 798"/>
                <a:gd name="T13" fmla="*/ 81 h 160"/>
                <a:gd name="T14" fmla="*/ 207 w 798"/>
                <a:gd name="T15" fmla="*/ 113 h 160"/>
                <a:gd name="T16" fmla="*/ 262 w 798"/>
                <a:gd name="T17" fmla="*/ 101 h 160"/>
                <a:gd name="T18" fmla="*/ 237 w 798"/>
                <a:gd name="T19" fmla="*/ 119 h 160"/>
                <a:gd name="T20" fmla="*/ 242 w 798"/>
                <a:gd name="T21" fmla="*/ 48 h 160"/>
                <a:gd name="T22" fmla="*/ 285 w 798"/>
                <a:gd name="T23" fmla="*/ 119 h 160"/>
                <a:gd name="T24" fmla="*/ 353 w 798"/>
                <a:gd name="T25" fmla="*/ 119 h 160"/>
                <a:gd name="T26" fmla="*/ 321 w 798"/>
                <a:gd name="T27" fmla="*/ 92 h 160"/>
                <a:gd name="T28" fmla="*/ 308 w 798"/>
                <a:gd name="T29" fmla="*/ 67 h 160"/>
                <a:gd name="T30" fmla="*/ 309 w 798"/>
                <a:gd name="T31" fmla="*/ 119 h 160"/>
                <a:gd name="T32" fmla="*/ 294 w 798"/>
                <a:gd name="T33" fmla="*/ 48 h 160"/>
                <a:gd name="T34" fmla="*/ 328 w 798"/>
                <a:gd name="T35" fmla="*/ 74 h 160"/>
                <a:gd name="T36" fmla="*/ 339 w 798"/>
                <a:gd name="T37" fmla="*/ 98 h 160"/>
                <a:gd name="T38" fmla="*/ 338 w 798"/>
                <a:gd name="T39" fmla="*/ 48 h 160"/>
                <a:gd name="T40" fmla="*/ 353 w 798"/>
                <a:gd name="T41" fmla="*/ 119 h 160"/>
                <a:gd name="T42" fmla="*/ 389 w 798"/>
                <a:gd name="T43" fmla="*/ 88 h 160"/>
                <a:gd name="T44" fmla="*/ 383 w 798"/>
                <a:gd name="T45" fmla="*/ 119 h 160"/>
                <a:gd name="T46" fmla="*/ 367 w 798"/>
                <a:gd name="T47" fmla="*/ 48 h 160"/>
                <a:gd name="T48" fmla="*/ 383 w 798"/>
                <a:gd name="T49" fmla="*/ 79 h 160"/>
                <a:gd name="T50" fmla="*/ 388 w 798"/>
                <a:gd name="T51" fmla="*/ 72 h 160"/>
                <a:gd name="T52" fmla="*/ 424 w 798"/>
                <a:gd name="T53" fmla="*/ 48 h 160"/>
                <a:gd name="T54" fmla="*/ 425 w 798"/>
                <a:gd name="T55" fmla="*/ 119 h 160"/>
                <a:gd name="T56" fmla="*/ 495 w 798"/>
                <a:gd name="T57" fmla="*/ 119 h 160"/>
                <a:gd name="T58" fmla="*/ 469 w 798"/>
                <a:gd name="T59" fmla="*/ 101 h 160"/>
                <a:gd name="T60" fmla="*/ 448 w 798"/>
                <a:gd name="T61" fmla="*/ 119 h 160"/>
                <a:gd name="T62" fmla="*/ 490 w 798"/>
                <a:gd name="T63" fmla="*/ 48 h 160"/>
                <a:gd name="T64" fmla="*/ 495 w 798"/>
                <a:gd name="T65" fmla="*/ 119 h 160"/>
                <a:gd name="T66" fmla="*/ 543 w 798"/>
                <a:gd name="T67" fmla="*/ 62 h 160"/>
                <a:gd name="T68" fmla="*/ 527 w 798"/>
                <a:gd name="T69" fmla="*/ 119 h 160"/>
                <a:gd name="T70" fmla="*/ 508 w 798"/>
                <a:gd name="T71" fmla="*/ 62 h 160"/>
                <a:gd name="T72" fmla="*/ 562 w 798"/>
                <a:gd name="T73" fmla="*/ 48 h 160"/>
                <a:gd name="T74" fmla="*/ 631 w 798"/>
                <a:gd name="T75" fmla="*/ 119 h 160"/>
                <a:gd name="T76" fmla="*/ 630 w 798"/>
                <a:gd name="T77" fmla="*/ 63 h 160"/>
                <a:gd name="T78" fmla="*/ 621 w 798"/>
                <a:gd name="T79" fmla="*/ 90 h 160"/>
                <a:gd name="T80" fmla="*/ 600 w 798"/>
                <a:gd name="T81" fmla="*/ 118 h 160"/>
                <a:gd name="T82" fmla="*/ 586 w 798"/>
                <a:gd name="T83" fmla="*/ 63 h 160"/>
                <a:gd name="T84" fmla="*/ 585 w 798"/>
                <a:gd name="T85" fmla="*/ 92 h 160"/>
                <a:gd name="T86" fmla="*/ 569 w 798"/>
                <a:gd name="T87" fmla="*/ 119 h 160"/>
                <a:gd name="T88" fmla="*/ 595 w 798"/>
                <a:gd name="T89" fmla="*/ 48 h 160"/>
                <a:gd name="T90" fmla="*/ 607 w 798"/>
                <a:gd name="T91" fmla="*/ 97 h 160"/>
                <a:gd name="T92" fmla="*/ 615 w 798"/>
                <a:gd name="T93" fmla="*/ 72 h 160"/>
                <a:gd name="T94" fmla="*/ 643 w 798"/>
                <a:gd name="T95" fmla="*/ 48 h 160"/>
                <a:gd name="T96" fmla="*/ 631 w 798"/>
                <a:gd name="T97" fmla="*/ 119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98" h="160">
                  <a:moveTo>
                    <a:pt x="798" y="0"/>
                  </a:moveTo>
                  <a:cubicBezTo>
                    <a:pt x="0" y="0"/>
                    <a:pt x="0" y="0"/>
                    <a:pt x="0" y="0"/>
                  </a:cubicBezTo>
                  <a:cubicBezTo>
                    <a:pt x="0" y="160"/>
                    <a:pt x="0" y="160"/>
                    <a:pt x="0" y="160"/>
                  </a:cubicBezTo>
                  <a:cubicBezTo>
                    <a:pt x="798" y="160"/>
                    <a:pt x="798" y="160"/>
                    <a:pt x="798" y="160"/>
                  </a:cubicBezTo>
                  <a:lnTo>
                    <a:pt x="798" y="0"/>
                  </a:lnTo>
                  <a:close/>
                  <a:moveTo>
                    <a:pt x="207" y="113"/>
                  </a:moveTo>
                  <a:cubicBezTo>
                    <a:pt x="202" y="117"/>
                    <a:pt x="193" y="120"/>
                    <a:pt x="179" y="120"/>
                  </a:cubicBezTo>
                  <a:cubicBezTo>
                    <a:pt x="171" y="120"/>
                    <a:pt x="166" y="119"/>
                    <a:pt x="162" y="119"/>
                  </a:cubicBezTo>
                  <a:cubicBezTo>
                    <a:pt x="162" y="49"/>
                    <a:pt x="162" y="49"/>
                    <a:pt x="162" y="49"/>
                  </a:cubicBezTo>
                  <a:cubicBezTo>
                    <a:pt x="166" y="48"/>
                    <a:pt x="175" y="48"/>
                    <a:pt x="183" y="48"/>
                  </a:cubicBezTo>
                  <a:cubicBezTo>
                    <a:pt x="192" y="48"/>
                    <a:pt x="198" y="48"/>
                    <a:pt x="204" y="52"/>
                  </a:cubicBezTo>
                  <a:cubicBezTo>
                    <a:pt x="209" y="54"/>
                    <a:pt x="212" y="59"/>
                    <a:pt x="212" y="66"/>
                  </a:cubicBezTo>
                  <a:cubicBezTo>
                    <a:pt x="212" y="72"/>
                    <a:pt x="208" y="78"/>
                    <a:pt x="200" y="81"/>
                  </a:cubicBezTo>
                  <a:cubicBezTo>
                    <a:pt x="200" y="81"/>
                    <a:pt x="200" y="81"/>
                    <a:pt x="200" y="81"/>
                  </a:cubicBezTo>
                  <a:cubicBezTo>
                    <a:pt x="209" y="83"/>
                    <a:pt x="215" y="89"/>
                    <a:pt x="215" y="98"/>
                  </a:cubicBezTo>
                  <a:cubicBezTo>
                    <a:pt x="215" y="105"/>
                    <a:pt x="212" y="110"/>
                    <a:pt x="207" y="113"/>
                  </a:cubicBezTo>
                  <a:close/>
                  <a:moveTo>
                    <a:pt x="267" y="119"/>
                  </a:moveTo>
                  <a:cubicBezTo>
                    <a:pt x="262" y="101"/>
                    <a:pt x="262" y="101"/>
                    <a:pt x="262" y="101"/>
                  </a:cubicBezTo>
                  <a:cubicBezTo>
                    <a:pt x="242" y="101"/>
                    <a:pt x="242" y="101"/>
                    <a:pt x="242" y="101"/>
                  </a:cubicBezTo>
                  <a:cubicBezTo>
                    <a:pt x="237" y="119"/>
                    <a:pt x="237" y="119"/>
                    <a:pt x="237" y="119"/>
                  </a:cubicBezTo>
                  <a:cubicBezTo>
                    <a:pt x="220" y="119"/>
                    <a:pt x="220" y="119"/>
                    <a:pt x="220" y="119"/>
                  </a:cubicBezTo>
                  <a:cubicBezTo>
                    <a:pt x="242" y="48"/>
                    <a:pt x="242" y="48"/>
                    <a:pt x="242" y="48"/>
                  </a:cubicBezTo>
                  <a:cubicBezTo>
                    <a:pt x="263" y="48"/>
                    <a:pt x="263" y="48"/>
                    <a:pt x="263" y="48"/>
                  </a:cubicBezTo>
                  <a:cubicBezTo>
                    <a:pt x="285" y="119"/>
                    <a:pt x="285" y="119"/>
                    <a:pt x="285" y="119"/>
                  </a:cubicBezTo>
                  <a:lnTo>
                    <a:pt x="267" y="119"/>
                  </a:lnTo>
                  <a:close/>
                  <a:moveTo>
                    <a:pt x="353" y="119"/>
                  </a:moveTo>
                  <a:cubicBezTo>
                    <a:pt x="336" y="119"/>
                    <a:pt x="336" y="119"/>
                    <a:pt x="336" y="119"/>
                  </a:cubicBezTo>
                  <a:cubicBezTo>
                    <a:pt x="321" y="92"/>
                    <a:pt x="321" y="92"/>
                    <a:pt x="321" y="92"/>
                  </a:cubicBezTo>
                  <a:cubicBezTo>
                    <a:pt x="317" y="84"/>
                    <a:pt x="312" y="75"/>
                    <a:pt x="309" y="67"/>
                  </a:cubicBezTo>
                  <a:cubicBezTo>
                    <a:pt x="308" y="67"/>
                    <a:pt x="308" y="67"/>
                    <a:pt x="308" y="67"/>
                  </a:cubicBezTo>
                  <a:cubicBezTo>
                    <a:pt x="309" y="76"/>
                    <a:pt x="309" y="86"/>
                    <a:pt x="309" y="98"/>
                  </a:cubicBezTo>
                  <a:cubicBezTo>
                    <a:pt x="309" y="119"/>
                    <a:pt x="309" y="119"/>
                    <a:pt x="309" y="119"/>
                  </a:cubicBezTo>
                  <a:cubicBezTo>
                    <a:pt x="294" y="119"/>
                    <a:pt x="294" y="119"/>
                    <a:pt x="294" y="119"/>
                  </a:cubicBezTo>
                  <a:cubicBezTo>
                    <a:pt x="294" y="48"/>
                    <a:pt x="294" y="48"/>
                    <a:pt x="294" y="48"/>
                  </a:cubicBezTo>
                  <a:cubicBezTo>
                    <a:pt x="313" y="48"/>
                    <a:pt x="313" y="48"/>
                    <a:pt x="313" y="48"/>
                  </a:cubicBezTo>
                  <a:cubicBezTo>
                    <a:pt x="328" y="74"/>
                    <a:pt x="328" y="74"/>
                    <a:pt x="328" y="74"/>
                  </a:cubicBezTo>
                  <a:cubicBezTo>
                    <a:pt x="332" y="82"/>
                    <a:pt x="336" y="90"/>
                    <a:pt x="339" y="98"/>
                  </a:cubicBezTo>
                  <a:cubicBezTo>
                    <a:pt x="339" y="98"/>
                    <a:pt x="339" y="98"/>
                    <a:pt x="339" y="98"/>
                  </a:cubicBezTo>
                  <a:cubicBezTo>
                    <a:pt x="338" y="89"/>
                    <a:pt x="338" y="79"/>
                    <a:pt x="338" y="69"/>
                  </a:cubicBezTo>
                  <a:cubicBezTo>
                    <a:pt x="338" y="48"/>
                    <a:pt x="338" y="48"/>
                    <a:pt x="338" y="48"/>
                  </a:cubicBezTo>
                  <a:cubicBezTo>
                    <a:pt x="353" y="48"/>
                    <a:pt x="353" y="48"/>
                    <a:pt x="353" y="48"/>
                  </a:cubicBezTo>
                  <a:lnTo>
                    <a:pt x="353" y="119"/>
                  </a:lnTo>
                  <a:close/>
                  <a:moveTo>
                    <a:pt x="406" y="119"/>
                  </a:moveTo>
                  <a:cubicBezTo>
                    <a:pt x="389" y="88"/>
                    <a:pt x="389" y="88"/>
                    <a:pt x="389" y="88"/>
                  </a:cubicBezTo>
                  <a:cubicBezTo>
                    <a:pt x="383" y="96"/>
                    <a:pt x="383" y="96"/>
                    <a:pt x="383" y="96"/>
                  </a:cubicBezTo>
                  <a:cubicBezTo>
                    <a:pt x="383" y="119"/>
                    <a:pt x="383" y="119"/>
                    <a:pt x="383" y="119"/>
                  </a:cubicBezTo>
                  <a:cubicBezTo>
                    <a:pt x="367" y="119"/>
                    <a:pt x="367" y="119"/>
                    <a:pt x="367" y="119"/>
                  </a:cubicBezTo>
                  <a:cubicBezTo>
                    <a:pt x="367" y="48"/>
                    <a:pt x="367" y="48"/>
                    <a:pt x="367" y="48"/>
                  </a:cubicBezTo>
                  <a:cubicBezTo>
                    <a:pt x="383" y="48"/>
                    <a:pt x="383" y="48"/>
                    <a:pt x="383" y="48"/>
                  </a:cubicBezTo>
                  <a:cubicBezTo>
                    <a:pt x="383" y="79"/>
                    <a:pt x="383" y="79"/>
                    <a:pt x="383" y="79"/>
                  </a:cubicBezTo>
                  <a:cubicBezTo>
                    <a:pt x="383" y="79"/>
                    <a:pt x="383" y="79"/>
                    <a:pt x="383" y="79"/>
                  </a:cubicBezTo>
                  <a:cubicBezTo>
                    <a:pt x="384" y="77"/>
                    <a:pt x="386" y="74"/>
                    <a:pt x="388" y="72"/>
                  </a:cubicBezTo>
                  <a:cubicBezTo>
                    <a:pt x="404" y="48"/>
                    <a:pt x="404" y="48"/>
                    <a:pt x="404" y="48"/>
                  </a:cubicBezTo>
                  <a:cubicBezTo>
                    <a:pt x="424" y="48"/>
                    <a:pt x="424" y="48"/>
                    <a:pt x="424" y="48"/>
                  </a:cubicBezTo>
                  <a:cubicBezTo>
                    <a:pt x="400" y="78"/>
                    <a:pt x="400" y="78"/>
                    <a:pt x="400" y="78"/>
                  </a:cubicBezTo>
                  <a:cubicBezTo>
                    <a:pt x="425" y="119"/>
                    <a:pt x="425" y="119"/>
                    <a:pt x="425" y="119"/>
                  </a:cubicBezTo>
                  <a:lnTo>
                    <a:pt x="406" y="119"/>
                  </a:lnTo>
                  <a:close/>
                  <a:moveTo>
                    <a:pt x="495" y="119"/>
                  </a:moveTo>
                  <a:cubicBezTo>
                    <a:pt x="489" y="101"/>
                    <a:pt x="489" y="101"/>
                    <a:pt x="489" y="101"/>
                  </a:cubicBezTo>
                  <a:cubicBezTo>
                    <a:pt x="469" y="101"/>
                    <a:pt x="469" y="101"/>
                    <a:pt x="469" y="101"/>
                  </a:cubicBezTo>
                  <a:cubicBezTo>
                    <a:pt x="464" y="119"/>
                    <a:pt x="464" y="119"/>
                    <a:pt x="464" y="119"/>
                  </a:cubicBezTo>
                  <a:cubicBezTo>
                    <a:pt x="448" y="119"/>
                    <a:pt x="448" y="119"/>
                    <a:pt x="448" y="119"/>
                  </a:cubicBezTo>
                  <a:cubicBezTo>
                    <a:pt x="469" y="48"/>
                    <a:pt x="469" y="48"/>
                    <a:pt x="469" y="48"/>
                  </a:cubicBezTo>
                  <a:cubicBezTo>
                    <a:pt x="490" y="48"/>
                    <a:pt x="490" y="48"/>
                    <a:pt x="490" y="48"/>
                  </a:cubicBezTo>
                  <a:cubicBezTo>
                    <a:pt x="512" y="119"/>
                    <a:pt x="512" y="119"/>
                    <a:pt x="512" y="119"/>
                  </a:cubicBezTo>
                  <a:lnTo>
                    <a:pt x="495" y="119"/>
                  </a:lnTo>
                  <a:close/>
                  <a:moveTo>
                    <a:pt x="562" y="62"/>
                  </a:moveTo>
                  <a:cubicBezTo>
                    <a:pt x="543" y="62"/>
                    <a:pt x="543" y="62"/>
                    <a:pt x="543" y="62"/>
                  </a:cubicBezTo>
                  <a:cubicBezTo>
                    <a:pt x="543" y="119"/>
                    <a:pt x="543" y="119"/>
                    <a:pt x="543" y="119"/>
                  </a:cubicBezTo>
                  <a:cubicBezTo>
                    <a:pt x="527" y="119"/>
                    <a:pt x="527" y="119"/>
                    <a:pt x="527" y="119"/>
                  </a:cubicBezTo>
                  <a:cubicBezTo>
                    <a:pt x="527" y="62"/>
                    <a:pt x="527" y="62"/>
                    <a:pt x="527" y="62"/>
                  </a:cubicBezTo>
                  <a:cubicBezTo>
                    <a:pt x="508" y="62"/>
                    <a:pt x="508" y="62"/>
                    <a:pt x="508" y="62"/>
                  </a:cubicBezTo>
                  <a:cubicBezTo>
                    <a:pt x="508" y="48"/>
                    <a:pt x="508" y="48"/>
                    <a:pt x="508" y="48"/>
                  </a:cubicBezTo>
                  <a:cubicBezTo>
                    <a:pt x="562" y="48"/>
                    <a:pt x="562" y="48"/>
                    <a:pt x="562" y="48"/>
                  </a:cubicBezTo>
                  <a:lnTo>
                    <a:pt x="562" y="62"/>
                  </a:lnTo>
                  <a:close/>
                  <a:moveTo>
                    <a:pt x="631" y="119"/>
                  </a:moveTo>
                  <a:cubicBezTo>
                    <a:pt x="630" y="92"/>
                    <a:pt x="630" y="92"/>
                    <a:pt x="630" y="92"/>
                  </a:cubicBezTo>
                  <a:cubicBezTo>
                    <a:pt x="630" y="83"/>
                    <a:pt x="630" y="73"/>
                    <a:pt x="630" y="63"/>
                  </a:cubicBezTo>
                  <a:cubicBezTo>
                    <a:pt x="629" y="63"/>
                    <a:pt x="629" y="63"/>
                    <a:pt x="629" y="63"/>
                  </a:cubicBezTo>
                  <a:cubicBezTo>
                    <a:pt x="627" y="72"/>
                    <a:pt x="624" y="82"/>
                    <a:pt x="621" y="90"/>
                  </a:cubicBezTo>
                  <a:cubicBezTo>
                    <a:pt x="613" y="118"/>
                    <a:pt x="613" y="118"/>
                    <a:pt x="613" y="118"/>
                  </a:cubicBezTo>
                  <a:cubicBezTo>
                    <a:pt x="600" y="118"/>
                    <a:pt x="600" y="118"/>
                    <a:pt x="600" y="118"/>
                  </a:cubicBezTo>
                  <a:cubicBezTo>
                    <a:pt x="593" y="90"/>
                    <a:pt x="593" y="90"/>
                    <a:pt x="593" y="90"/>
                  </a:cubicBezTo>
                  <a:cubicBezTo>
                    <a:pt x="590" y="82"/>
                    <a:pt x="588" y="72"/>
                    <a:pt x="586" y="63"/>
                  </a:cubicBezTo>
                  <a:cubicBezTo>
                    <a:pt x="586" y="63"/>
                    <a:pt x="586" y="63"/>
                    <a:pt x="586" y="63"/>
                  </a:cubicBezTo>
                  <a:cubicBezTo>
                    <a:pt x="586" y="72"/>
                    <a:pt x="585" y="83"/>
                    <a:pt x="585" y="92"/>
                  </a:cubicBezTo>
                  <a:cubicBezTo>
                    <a:pt x="583" y="119"/>
                    <a:pt x="583" y="119"/>
                    <a:pt x="583" y="119"/>
                  </a:cubicBezTo>
                  <a:cubicBezTo>
                    <a:pt x="569" y="119"/>
                    <a:pt x="569" y="119"/>
                    <a:pt x="569" y="119"/>
                  </a:cubicBezTo>
                  <a:cubicBezTo>
                    <a:pt x="573" y="48"/>
                    <a:pt x="573" y="48"/>
                    <a:pt x="573" y="48"/>
                  </a:cubicBezTo>
                  <a:cubicBezTo>
                    <a:pt x="595" y="48"/>
                    <a:pt x="595" y="48"/>
                    <a:pt x="595" y="48"/>
                  </a:cubicBezTo>
                  <a:cubicBezTo>
                    <a:pt x="601" y="72"/>
                    <a:pt x="601" y="72"/>
                    <a:pt x="601" y="72"/>
                  </a:cubicBezTo>
                  <a:cubicBezTo>
                    <a:pt x="604" y="80"/>
                    <a:pt x="606" y="89"/>
                    <a:pt x="607" y="97"/>
                  </a:cubicBezTo>
                  <a:cubicBezTo>
                    <a:pt x="608" y="97"/>
                    <a:pt x="608" y="97"/>
                    <a:pt x="608" y="97"/>
                  </a:cubicBezTo>
                  <a:cubicBezTo>
                    <a:pt x="610" y="89"/>
                    <a:pt x="612" y="80"/>
                    <a:pt x="615" y="72"/>
                  </a:cubicBezTo>
                  <a:cubicBezTo>
                    <a:pt x="622" y="48"/>
                    <a:pt x="622" y="48"/>
                    <a:pt x="622" y="48"/>
                  </a:cubicBezTo>
                  <a:cubicBezTo>
                    <a:pt x="643" y="48"/>
                    <a:pt x="643" y="48"/>
                    <a:pt x="643" y="48"/>
                  </a:cubicBezTo>
                  <a:cubicBezTo>
                    <a:pt x="647" y="119"/>
                    <a:pt x="647" y="119"/>
                    <a:pt x="647" y="119"/>
                  </a:cubicBezTo>
                  <a:lnTo>
                    <a:pt x="631" y="119"/>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 name="Freeform 19"/>
            <p:cNvSpPr>
              <a:spLocks/>
            </p:cNvSpPr>
            <p:nvPr/>
          </p:nvSpPr>
          <p:spPr bwMode="auto">
            <a:xfrm>
              <a:off x="3813175" y="962025"/>
              <a:ext cx="23813" cy="22225"/>
            </a:xfrm>
            <a:custGeom>
              <a:avLst/>
              <a:gdLst>
                <a:gd name="T0" fmla="*/ 18 w 18"/>
                <a:gd name="T1" fmla="*/ 8 h 17"/>
                <a:gd name="T2" fmla="*/ 7 w 18"/>
                <a:gd name="T3" fmla="*/ 0 h 17"/>
                <a:gd name="T4" fmla="*/ 0 w 18"/>
                <a:gd name="T5" fmla="*/ 1 h 17"/>
                <a:gd name="T6" fmla="*/ 0 w 18"/>
                <a:gd name="T7" fmla="*/ 17 h 17"/>
                <a:gd name="T8" fmla="*/ 5 w 18"/>
                <a:gd name="T9" fmla="*/ 17 h 17"/>
                <a:gd name="T10" fmla="*/ 18 w 18"/>
                <a:gd name="T11" fmla="*/ 8 h 17"/>
              </a:gdLst>
              <a:ahLst/>
              <a:cxnLst>
                <a:cxn ang="0">
                  <a:pos x="T0" y="T1"/>
                </a:cxn>
                <a:cxn ang="0">
                  <a:pos x="T2" y="T3"/>
                </a:cxn>
                <a:cxn ang="0">
                  <a:pos x="T4" y="T5"/>
                </a:cxn>
                <a:cxn ang="0">
                  <a:pos x="T6" y="T7"/>
                </a:cxn>
                <a:cxn ang="0">
                  <a:pos x="T8" y="T9"/>
                </a:cxn>
                <a:cxn ang="0">
                  <a:pos x="T10" y="T11"/>
                </a:cxn>
              </a:cxnLst>
              <a:rect l="0" t="0" r="r" b="b"/>
              <a:pathLst>
                <a:path w="18" h="17">
                  <a:moveTo>
                    <a:pt x="18" y="8"/>
                  </a:moveTo>
                  <a:cubicBezTo>
                    <a:pt x="18" y="3"/>
                    <a:pt x="14" y="0"/>
                    <a:pt x="7" y="0"/>
                  </a:cubicBezTo>
                  <a:cubicBezTo>
                    <a:pt x="3" y="0"/>
                    <a:pt x="1" y="0"/>
                    <a:pt x="0" y="1"/>
                  </a:cubicBezTo>
                  <a:cubicBezTo>
                    <a:pt x="0" y="17"/>
                    <a:pt x="0" y="17"/>
                    <a:pt x="0" y="17"/>
                  </a:cubicBezTo>
                  <a:cubicBezTo>
                    <a:pt x="5" y="17"/>
                    <a:pt x="5" y="17"/>
                    <a:pt x="5" y="17"/>
                  </a:cubicBezTo>
                  <a:cubicBezTo>
                    <a:pt x="14" y="17"/>
                    <a:pt x="18" y="14"/>
                    <a:pt x="18" y="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 name="Freeform 20"/>
            <p:cNvSpPr>
              <a:spLocks/>
            </p:cNvSpPr>
            <p:nvPr/>
          </p:nvSpPr>
          <p:spPr bwMode="auto">
            <a:xfrm>
              <a:off x="4202113" y="963613"/>
              <a:ext cx="20638" cy="38100"/>
            </a:xfrm>
            <a:custGeom>
              <a:avLst/>
              <a:gdLst>
                <a:gd name="T0" fmla="*/ 8 w 16"/>
                <a:gd name="T1" fmla="*/ 0 h 29"/>
                <a:gd name="T2" fmla="*/ 8 w 16"/>
                <a:gd name="T3" fmla="*/ 0 h 29"/>
                <a:gd name="T4" fmla="*/ 5 w 16"/>
                <a:gd name="T5" fmla="*/ 14 h 29"/>
                <a:gd name="T6" fmla="*/ 0 w 16"/>
                <a:gd name="T7" fmla="*/ 29 h 29"/>
                <a:gd name="T8" fmla="*/ 16 w 16"/>
                <a:gd name="T9" fmla="*/ 29 h 29"/>
                <a:gd name="T10" fmla="*/ 12 w 16"/>
                <a:gd name="T11" fmla="*/ 14 h 29"/>
                <a:gd name="T12" fmla="*/ 8 w 16"/>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6" h="29">
                  <a:moveTo>
                    <a:pt x="8" y="0"/>
                  </a:moveTo>
                  <a:cubicBezTo>
                    <a:pt x="8" y="0"/>
                    <a:pt x="8" y="0"/>
                    <a:pt x="8" y="0"/>
                  </a:cubicBezTo>
                  <a:cubicBezTo>
                    <a:pt x="7" y="4"/>
                    <a:pt x="6" y="10"/>
                    <a:pt x="5" y="14"/>
                  </a:cubicBezTo>
                  <a:cubicBezTo>
                    <a:pt x="0" y="29"/>
                    <a:pt x="0" y="29"/>
                    <a:pt x="0" y="29"/>
                  </a:cubicBezTo>
                  <a:cubicBezTo>
                    <a:pt x="16" y="29"/>
                    <a:pt x="16" y="29"/>
                    <a:pt x="16" y="29"/>
                  </a:cubicBezTo>
                  <a:cubicBezTo>
                    <a:pt x="12" y="14"/>
                    <a:pt x="12" y="14"/>
                    <a:pt x="12" y="14"/>
                  </a:cubicBezTo>
                  <a:cubicBezTo>
                    <a:pt x="10" y="10"/>
                    <a:pt x="9" y="4"/>
                    <a:pt x="8"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1" name="Freeform 21"/>
            <p:cNvSpPr>
              <a:spLocks/>
            </p:cNvSpPr>
            <p:nvPr/>
          </p:nvSpPr>
          <p:spPr bwMode="auto">
            <a:xfrm>
              <a:off x="4183063" y="1663700"/>
              <a:ext cx="103188" cy="14288"/>
            </a:xfrm>
            <a:custGeom>
              <a:avLst/>
              <a:gdLst>
                <a:gd name="T0" fmla="*/ 65 w 65"/>
                <a:gd name="T1" fmla="*/ 0 h 9"/>
                <a:gd name="T2" fmla="*/ 0 w 65"/>
                <a:gd name="T3" fmla="*/ 0 h 9"/>
                <a:gd name="T4" fmla="*/ 0 w 65"/>
                <a:gd name="T5" fmla="*/ 9 h 9"/>
                <a:gd name="T6" fmla="*/ 10 w 65"/>
                <a:gd name="T7" fmla="*/ 9 h 9"/>
                <a:gd name="T8" fmla="*/ 10 w 65"/>
                <a:gd name="T9" fmla="*/ 5 h 9"/>
                <a:gd name="T10" fmla="*/ 54 w 65"/>
                <a:gd name="T11" fmla="*/ 5 h 9"/>
                <a:gd name="T12" fmla="*/ 55 w 65"/>
                <a:gd name="T13" fmla="*/ 9 h 9"/>
                <a:gd name="T14" fmla="*/ 65 w 65"/>
                <a:gd name="T15" fmla="*/ 9 h 9"/>
                <a:gd name="T16" fmla="*/ 65 w 65"/>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9">
                  <a:moveTo>
                    <a:pt x="65" y="0"/>
                  </a:moveTo>
                  <a:lnTo>
                    <a:pt x="0" y="0"/>
                  </a:lnTo>
                  <a:lnTo>
                    <a:pt x="0" y="9"/>
                  </a:lnTo>
                  <a:lnTo>
                    <a:pt x="10" y="9"/>
                  </a:lnTo>
                  <a:lnTo>
                    <a:pt x="10" y="5"/>
                  </a:lnTo>
                  <a:lnTo>
                    <a:pt x="54" y="5"/>
                  </a:lnTo>
                  <a:lnTo>
                    <a:pt x="55" y="9"/>
                  </a:lnTo>
                  <a:lnTo>
                    <a:pt x="65" y="9"/>
                  </a:lnTo>
                  <a:lnTo>
                    <a:pt x="65"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 name="Rectangle 22"/>
            <p:cNvSpPr>
              <a:spLocks noChangeArrowheads="1"/>
            </p:cNvSpPr>
            <p:nvPr/>
          </p:nvSpPr>
          <p:spPr bwMode="auto">
            <a:xfrm>
              <a:off x="4183063" y="1509713"/>
              <a:ext cx="103188" cy="106363"/>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3" name="Freeform 23"/>
            <p:cNvSpPr>
              <a:spLocks/>
            </p:cNvSpPr>
            <p:nvPr/>
          </p:nvSpPr>
          <p:spPr bwMode="auto">
            <a:xfrm>
              <a:off x="3971925" y="1509713"/>
              <a:ext cx="144463" cy="166688"/>
            </a:xfrm>
            <a:custGeom>
              <a:avLst/>
              <a:gdLst>
                <a:gd name="T0" fmla="*/ 1 w 109"/>
                <a:gd name="T1" fmla="*/ 23 h 125"/>
                <a:gd name="T2" fmla="*/ 14 w 109"/>
                <a:gd name="T3" fmla="*/ 25 h 125"/>
                <a:gd name="T4" fmla="*/ 40 w 109"/>
                <a:gd name="T5" fmla="*/ 45 h 125"/>
                <a:gd name="T6" fmla="*/ 41 w 109"/>
                <a:gd name="T7" fmla="*/ 47 h 125"/>
                <a:gd name="T8" fmla="*/ 45 w 109"/>
                <a:gd name="T9" fmla="*/ 55 h 125"/>
                <a:gd name="T10" fmla="*/ 63 w 109"/>
                <a:gd name="T11" fmla="*/ 80 h 125"/>
                <a:gd name="T12" fmla="*/ 105 w 109"/>
                <a:gd name="T13" fmla="*/ 125 h 125"/>
                <a:gd name="T14" fmla="*/ 109 w 109"/>
                <a:gd name="T15" fmla="*/ 125 h 125"/>
                <a:gd name="T16" fmla="*/ 109 w 109"/>
                <a:gd name="T17" fmla="*/ 0 h 125"/>
                <a:gd name="T18" fmla="*/ 24 w 109"/>
                <a:gd name="T19" fmla="*/ 0 h 125"/>
                <a:gd name="T20" fmla="*/ 0 w 109"/>
                <a:gd name="T21" fmla="*/ 23 h 125"/>
                <a:gd name="T22" fmla="*/ 1 w 109"/>
                <a:gd name="T23" fmla="*/ 23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9" h="125">
                  <a:moveTo>
                    <a:pt x="1" y="23"/>
                  </a:moveTo>
                  <a:cubicBezTo>
                    <a:pt x="6" y="23"/>
                    <a:pt x="10" y="23"/>
                    <a:pt x="14" y="25"/>
                  </a:cubicBezTo>
                  <a:cubicBezTo>
                    <a:pt x="25" y="28"/>
                    <a:pt x="34" y="35"/>
                    <a:pt x="40" y="45"/>
                  </a:cubicBezTo>
                  <a:cubicBezTo>
                    <a:pt x="41" y="47"/>
                    <a:pt x="41" y="47"/>
                    <a:pt x="41" y="47"/>
                  </a:cubicBezTo>
                  <a:cubicBezTo>
                    <a:pt x="42" y="49"/>
                    <a:pt x="43" y="51"/>
                    <a:pt x="45" y="55"/>
                  </a:cubicBezTo>
                  <a:cubicBezTo>
                    <a:pt x="49" y="60"/>
                    <a:pt x="55" y="70"/>
                    <a:pt x="63" y="80"/>
                  </a:cubicBezTo>
                  <a:cubicBezTo>
                    <a:pt x="71" y="91"/>
                    <a:pt x="86" y="110"/>
                    <a:pt x="105" y="125"/>
                  </a:cubicBezTo>
                  <a:cubicBezTo>
                    <a:pt x="109" y="125"/>
                    <a:pt x="109" y="125"/>
                    <a:pt x="109" y="125"/>
                  </a:cubicBezTo>
                  <a:cubicBezTo>
                    <a:pt x="109" y="0"/>
                    <a:pt x="109" y="0"/>
                    <a:pt x="109" y="0"/>
                  </a:cubicBezTo>
                  <a:cubicBezTo>
                    <a:pt x="24" y="0"/>
                    <a:pt x="24" y="0"/>
                    <a:pt x="24" y="0"/>
                  </a:cubicBezTo>
                  <a:cubicBezTo>
                    <a:pt x="17" y="9"/>
                    <a:pt x="9" y="16"/>
                    <a:pt x="0" y="23"/>
                  </a:cubicBezTo>
                  <a:lnTo>
                    <a:pt x="1" y="23"/>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4" name="Freeform 24"/>
            <p:cNvSpPr>
              <a:spLocks/>
            </p:cNvSpPr>
            <p:nvPr/>
          </p:nvSpPr>
          <p:spPr bwMode="auto">
            <a:xfrm>
              <a:off x="3779838" y="1312863"/>
              <a:ext cx="239713" cy="227013"/>
            </a:xfrm>
            <a:custGeom>
              <a:avLst/>
              <a:gdLst>
                <a:gd name="T0" fmla="*/ 52 w 180"/>
                <a:gd name="T1" fmla="*/ 172 h 172"/>
                <a:gd name="T2" fmla="*/ 128 w 180"/>
                <a:gd name="T3" fmla="*/ 172 h 172"/>
                <a:gd name="T4" fmla="*/ 180 w 180"/>
                <a:gd name="T5" fmla="*/ 90 h 172"/>
                <a:gd name="T6" fmla="*/ 90 w 180"/>
                <a:gd name="T7" fmla="*/ 0 h 172"/>
                <a:gd name="T8" fmla="*/ 0 w 180"/>
                <a:gd name="T9" fmla="*/ 90 h 172"/>
                <a:gd name="T10" fmla="*/ 52 w 180"/>
                <a:gd name="T11" fmla="*/ 172 h 172"/>
              </a:gdLst>
              <a:ahLst/>
              <a:cxnLst>
                <a:cxn ang="0">
                  <a:pos x="T0" y="T1"/>
                </a:cxn>
                <a:cxn ang="0">
                  <a:pos x="T2" y="T3"/>
                </a:cxn>
                <a:cxn ang="0">
                  <a:pos x="T4" y="T5"/>
                </a:cxn>
                <a:cxn ang="0">
                  <a:pos x="T6" y="T7"/>
                </a:cxn>
                <a:cxn ang="0">
                  <a:pos x="T8" y="T9"/>
                </a:cxn>
                <a:cxn ang="0">
                  <a:pos x="T10" y="T11"/>
                </a:cxn>
              </a:cxnLst>
              <a:rect l="0" t="0" r="r" b="b"/>
              <a:pathLst>
                <a:path w="180" h="172">
                  <a:moveTo>
                    <a:pt x="52" y="172"/>
                  </a:moveTo>
                  <a:cubicBezTo>
                    <a:pt x="128" y="172"/>
                    <a:pt x="128" y="172"/>
                    <a:pt x="128" y="172"/>
                  </a:cubicBezTo>
                  <a:cubicBezTo>
                    <a:pt x="159" y="157"/>
                    <a:pt x="180" y="126"/>
                    <a:pt x="180" y="90"/>
                  </a:cubicBezTo>
                  <a:cubicBezTo>
                    <a:pt x="180" y="40"/>
                    <a:pt x="140" y="0"/>
                    <a:pt x="90" y="0"/>
                  </a:cubicBezTo>
                  <a:cubicBezTo>
                    <a:pt x="40" y="0"/>
                    <a:pt x="0" y="40"/>
                    <a:pt x="0" y="90"/>
                  </a:cubicBezTo>
                  <a:cubicBezTo>
                    <a:pt x="0" y="126"/>
                    <a:pt x="21" y="157"/>
                    <a:pt x="52" y="17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5" name="Freeform 25"/>
            <p:cNvSpPr>
              <a:spLocks noEditPoints="1"/>
            </p:cNvSpPr>
            <p:nvPr/>
          </p:nvSpPr>
          <p:spPr bwMode="auto">
            <a:xfrm>
              <a:off x="3600450" y="1550988"/>
              <a:ext cx="695325" cy="989013"/>
            </a:xfrm>
            <a:custGeom>
              <a:avLst/>
              <a:gdLst>
                <a:gd name="T0" fmla="*/ 312 w 524"/>
                <a:gd name="T1" fmla="*/ 228 h 745"/>
                <a:gd name="T2" fmla="*/ 312 w 524"/>
                <a:gd name="T3" fmla="*/ 125 h 745"/>
                <a:gd name="T4" fmla="*/ 365 w 524"/>
                <a:gd name="T5" fmla="*/ 168 h 745"/>
                <a:gd name="T6" fmla="*/ 449 w 524"/>
                <a:gd name="T7" fmla="*/ 193 h 745"/>
                <a:gd name="T8" fmla="*/ 449 w 524"/>
                <a:gd name="T9" fmla="*/ 193 h 745"/>
                <a:gd name="T10" fmla="*/ 498 w 524"/>
                <a:gd name="T11" fmla="*/ 184 h 745"/>
                <a:gd name="T12" fmla="*/ 518 w 524"/>
                <a:gd name="T13" fmla="*/ 143 h 745"/>
                <a:gd name="T14" fmla="*/ 477 w 524"/>
                <a:gd name="T15" fmla="*/ 124 h 745"/>
                <a:gd name="T16" fmla="*/ 449 w 524"/>
                <a:gd name="T17" fmla="*/ 129 h 745"/>
                <a:gd name="T18" fmla="*/ 398 w 524"/>
                <a:gd name="T19" fmla="*/ 113 h 745"/>
                <a:gd name="T20" fmla="*/ 336 w 524"/>
                <a:gd name="T21" fmla="*/ 54 h 745"/>
                <a:gd name="T22" fmla="*/ 318 w 524"/>
                <a:gd name="T23" fmla="*/ 28 h 745"/>
                <a:gd name="T24" fmla="*/ 314 w 524"/>
                <a:gd name="T25" fmla="*/ 20 h 745"/>
                <a:gd name="T26" fmla="*/ 313 w 524"/>
                <a:gd name="T27" fmla="*/ 18 h 745"/>
                <a:gd name="T28" fmla="*/ 313 w 524"/>
                <a:gd name="T29" fmla="*/ 18 h 745"/>
                <a:gd name="T30" fmla="*/ 292 w 524"/>
                <a:gd name="T31" fmla="*/ 1 h 745"/>
                <a:gd name="T32" fmla="*/ 281 w 524"/>
                <a:gd name="T33" fmla="*/ 0 h 745"/>
                <a:gd name="T34" fmla="*/ 127 w 524"/>
                <a:gd name="T35" fmla="*/ 0 h 745"/>
                <a:gd name="T36" fmla="*/ 114 w 524"/>
                <a:gd name="T37" fmla="*/ 2 h 745"/>
                <a:gd name="T38" fmla="*/ 106 w 524"/>
                <a:gd name="T39" fmla="*/ 5 h 745"/>
                <a:gd name="T40" fmla="*/ 40 w 524"/>
                <a:gd name="T41" fmla="*/ 53 h 745"/>
                <a:gd name="T42" fmla="*/ 13 w 524"/>
                <a:gd name="T43" fmla="*/ 91 h 745"/>
                <a:gd name="T44" fmla="*/ 0 w 524"/>
                <a:gd name="T45" fmla="*/ 140 h 745"/>
                <a:gd name="T46" fmla="*/ 9 w 524"/>
                <a:gd name="T47" fmla="*/ 179 h 745"/>
                <a:gd name="T48" fmla="*/ 56 w 524"/>
                <a:gd name="T49" fmla="*/ 225 h 745"/>
                <a:gd name="T50" fmla="*/ 96 w 524"/>
                <a:gd name="T51" fmla="*/ 242 h 745"/>
                <a:gd name="T52" fmla="*/ 96 w 524"/>
                <a:gd name="T53" fmla="*/ 696 h 745"/>
                <a:gd name="T54" fmla="*/ 145 w 524"/>
                <a:gd name="T55" fmla="*/ 745 h 745"/>
                <a:gd name="T56" fmla="*/ 195 w 524"/>
                <a:gd name="T57" fmla="*/ 696 h 745"/>
                <a:gd name="T58" fmla="*/ 195 w 524"/>
                <a:gd name="T59" fmla="*/ 335 h 745"/>
                <a:gd name="T60" fmla="*/ 213 w 524"/>
                <a:gd name="T61" fmla="*/ 335 h 745"/>
                <a:gd name="T62" fmla="*/ 213 w 524"/>
                <a:gd name="T63" fmla="*/ 696 h 745"/>
                <a:gd name="T64" fmla="*/ 263 w 524"/>
                <a:gd name="T65" fmla="*/ 745 h 745"/>
                <a:gd name="T66" fmla="*/ 312 w 524"/>
                <a:gd name="T67" fmla="*/ 696 h 745"/>
                <a:gd name="T68" fmla="*/ 312 w 524"/>
                <a:gd name="T69" fmla="*/ 228 h 745"/>
                <a:gd name="T70" fmla="*/ 77 w 524"/>
                <a:gd name="T71" fmla="*/ 162 h 745"/>
                <a:gd name="T72" fmla="*/ 67 w 524"/>
                <a:gd name="T73" fmla="*/ 150 h 745"/>
                <a:gd name="T74" fmla="*/ 64 w 524"/>
                <a:gd name="T75" fmla="*/ 140 h 745"/>
                <a:gd name="T76" fmla="*/ 72 w 524"/>
                <a:gd name="T77" fmla="*/ 117 h 745"/>
                <a:gd name="T78" fmla="*/ 96 w 524"/>
                <a:gd name="T79" fmla="*/ 87 h 745"/>
                <a:gd name="T80" fmla="*/ 96 w 524"/>
                <a:gd name="T81" fmla="*/ 174 h 745"/>
                <a:gd name="T82" fmla="*/ 77 w 524"/>
                <a:gd name="T83" fmla="*/ 16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24" h="745">
                  <a:moveTo>
                    <a:pt x="312" y="228"/>
                  </a:moveTo>
                  <a:cubicBezTo>
                    <a:pt x="312" y="125"/>
                    <a:pt x="312" y="125"/>
                    <a:pt x="312" y="125"/>
                  </a:cubicBezTo>
                  <a:cubicBezTo>
                    <a:pt x="327" y="140"/>
                    <a:pt x="345" y="156"/>
                    <a:pt x="365" y="168"/>
                  </a:cubicBezTo>
                  <a:cubicBezTo>
                    <a:pt x="389" y="182"/>
                    <a:pt x="417" y="193"/>
                    <a:pt x="449" y="193"/>
                  </a:cubicBezTo>
                  <a:cubicBezTo>
                    <a:pt x="449" y="193"/>
                    <a:pt x="449" y="193"/>
                    <a:pt x="449" y="193"/>
                  </a:cubicBezTo>
                  <a:cubicBezTo>
                    <a:pt x="465" y="193"/>
                    <a:pt x="482" y="190"/>
                    <a:pt x="498" y="184"/>
                  </a:cubicBezTo>
                  <a:cubicBezTo>
                    <a:pt x="515" y="178"/>
                    <a:pt x="524" y="160"/>
                    <a:pt x="518" y="143"/>
                  </a:cubicBezTo>
                  <a:cubicBezTo>
                    <a:pt x="512" y="127"/>
                    <a:pt x="493" y="118"/>
                    <a:pt x="477" y="124"/>
                  </a:cubicBezTo>
                  <a:cubicBezTo>
                    <a:pt x="467" y="127"/>
                    <a:pt x="457" y="129"/>
                    <a:pt x="449" y="129"/>
                  </a:cubicBezTo>
                  <a:cubicBezTo>
                    <a:pt x="431" y="129"/>
                    <a:pt x="415" y="123"/>
                    <a:pt x="398" y="113"/>
                  </a:cubicBezTo>
                  <a:cubicBezTo>
                    <a:pt x="374" y="99"/>
                    <a:pt x="352" y="75"/>
                    <a:pt x="336" y="54"/>
                  </a:cubicBezTo>
                  <a:cubicBezTo>
                    <a:pt x="328" y="44"/>
                    <a:pt x="322" y="34"/>
                    <a:pt x="318" y="28"/>
                  </a:cubicBezTo>
                  <a:cubicBezTo>
                    <a:pt x="316" y="24"/>
                    <a:pt x="315" y="22"/>
                    <a:pt x="314" y="20"/>
                  </a:cubicBezTo>
                  <a:cubicBezTo>
                    <a:pt x="313" y="19"/>
                    <a:pt x="313" y="18"/>
                    <a:pt x="313" y="18"/>
                  </a:cubicBezTo>
                  <a:cubicBezTo>
                    <a:pt x="313" y="18"/>
                    <a:pt x="313" y="18"/>
                    <a:pt x="313" y="18"/>
                  </a:cubicBezTo>
                  <a:cubicBezTo>
                    <a:pt x="308" y="9"/>
                    <a:pt x="300" y="4"/>
                    <a:pt x="292" y="1"/>
                  </a:cubicBezTo>
                  <a:cubicBezTo>
                    <a:pt x="289" y="0"/>
                    <a:pt x="285" y="0"/>
                    <a:pt x="281" y="0"/>
                  </a:cubicBezTo>
                  <a:cubicBezTo>
                    <a:pt x="127" y="0"/>
                    <a:pt x="127" y="0"/>
                    <a:pt x="127" y="0"/>
                  </a:cubicBezTo>
                  <a:cubicBezTo>
                    <a:pt x="122" y="0"/>
                    <a:pt x="118" y="1"/>
                    <a:pt x="114" y="2"/>
                  </a:cubicBezTo>
                  <a:cubicBezTo>
                    <a:pt x="111" y="3"/>
                    <a:pt x="108" y="4"/>
                    <a:pt x="106" y="5"/>
                  </a:cubicBezTo>
                  <a:cubicBezTo>
                    <a:pt x="84" y="14"/>
                    <a:pt x="61" y="30"/>
                    <a:pt x="40" y="53"/>
                  </a:cubicBezTo>
                  <a:cubicBezTo>
                    <a:pt x="30" y="64"/>
                    <a:pt x="20" y="77"/>
                    <a:pt x="13" y="91"/>
                  </a:cubicBezTo>
                  <a:cubicBezTo>
                    <a:pt x="6" y="106"/>
                    <a:pt x="0" y="122"/>
                    <a:pt x="0" y="140"/>
                  </a:cubicBezTo>
                  <a:cubicBezTo>
                    <a:pt x="0" y="153"/>
                    <a:pt x="3" y="166"/>
                    <a:pt x="9" y="179"/>
                  </a:cubicBezTo>
                  <a:cubicBezTo>
                    <a:pt x="19" y="197"/>
                    <a:pt x="35" y="213"/>
                    <a:pt x="56" y="225"/>
                  </a:cubicBezTo>
                  <a:cubicBezTo>
                    <a:pt x="67" y="232"/>
                    <a:pt x="81" y="237"/>
                    <a:pt x="96" y="242"/>
                  </a:cubicBezTo>
                  <a:cubicBezTo>
                    <a:pt x="96" y="696"/>
                    <a:pt x="96" y="696"/>
                    <a:pt x="96" y="696"/>
                  </a:cubicBezTo>
                  <a:cubicBezTo>
                    <a:pt x="96" y="723"/>
                    <a:pt x="118" y="745"/>
                    <a:pt x="145" y="745"/>
                  </a:cubicBezTo>
                  <a:cubicBezTo>
                    <a:pt x="173" y="745"/>
                    <a:pt x="195" y="723"/>
                    <a:pt x="195" y="696"/>
                  </a:cubicBezTo>
                  <a:cubicBezTo>
                    <a:pt x="195" y="335"/>
                    <a:pt x="195" y="335"/>
                    <a:pt x="195" y="335"/>
                  </a:cubicBezTo>
                  <a:cubicBezTo>
                    <a:pt x="213" y="335"/>
                    <a:pt x="213" y="335"/>
                    <a:pt x="213" y="335"/>
                  </a:cubicBezTo>
                  <a:cubicBezTo>
                    <a:pt x="213" y="696"/>
                    <a:pt x="213" y="696"/>
                    <a:pt x="213" y="696"/>
                  </a:cubicBezTo>
                  <a:cubicBezTo>
                    <a:pt x="213" y="723"/>
                    <a:pt x="235" y="745"/>
                    <a:pt x="263" y="745"/>
                  </a:cubicBezTo>
                  <a:cubicBezTo>
                    <a:pt x="290" y="745"/>
                    <a:pt x="312" y="723"/>
                    <a:pt x="312" y="696"/>
                  </a:cubicBezTo>
                  <a:lnTo>
                    <a:pt x="312" y="228"/>
                  </a:lnTo>
                  <a:close/>
                  <a:moveTo>
                    <a:pt x="77" y="162"/>
                  </a:moveTo>
                  <a:cubicBezTo>
                    <a:pt x="71" y="157"/>
                    <a:pt x="68" y="153"/>
                    <a:pt x="67" y="150"/>
                  </a:cubicBezTo>
                  <a:cubicBezTo>
                    <a:pt x="65" y="147"/>
                    <a:pt x="64" y="144"/>
                    <a:pt x="64" y="140"/>
                  </a:cubicBezTo>
                  <a:cubicBezTo>
                    <a:pt x="64" y="134"/>
                    <a:pt x="67" y="126"/>
                    <a:pt x="72" y="117"/>
                  </a:cubicBezTo>
                  <a:cubicBezTo>
                    <a:pt x="77" y="107"/>
                    <a:pt x="86" y="96"/>
                    <a:pt x="96" y="87"/>
                  </a:cubicBezTo>
                  <a:cubicBezTo>
                    <a:pt x="96" y="174"/>
                    <a:pt x="96" y="174"/>
                    <a:pt x="96" y="174"/>
                  </a:cubicBezTo>
                  <a:cubicBezTo>
                    <a:pt x="87" y="170"/>
                    <a:pt x="81" y="166"/>
                    <a:pt x="77" y="16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26" name="组合 25"/>
          <p:cNvGrpSpPr/>
          <p:nvPr/>
        </p:nvGrpSpPr>
        <p:grpSpPr>
          <a:xfrm>
            <a:off x="2024063" y="884238"/>
            <a:ext cx="1168400" cy="1655763"/>
            <a:chOff x="2024063" y="884238"/>
            <a:chExt cx="1168400" cy="1655763"/>
          </a:xfrm>
        </p:grpSpPr>
        <p:sp>
          <p:nvSpPr>
            <p:cNvPr id="27" name="Rectangle 26"/>
            <p:cNvSpPr>
              <a:spLocks noChangeArrowheads="1"/>
            </p:cNvSpPr>
            <p:nvPr/>
          </p:nvSpPr>
          <p:spPr bwMode="auto">
            <a:xfrm>
              <a:off x="2298700" y="2054225"/>
              <a:ext cx="1588" cy="415925"/>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8" name="Freeform 27"/>
            <p:cNvSpPr>
              <a:spLocks/>
            </p:cNvSpPr>
            <p:nvPr/>
          </p:nvSpPr>
          <p:spPr bwMode="auto">
            <a:xfrm>
              <a:off x="2078038" y="1846263"/>
              <a:ext cx="68263" cy="623888"/>
            </a:xfrm>
            <a:custGeom>
              <a:avLst/>
              <a:gdLst>
                <a:gd name="T0" fmla="*/ 44 w 51"/>
                <a:gd name="T1" fmla="*/ 141 h 471"/>
                <a:gd name="T2" fmla="*/ 44 w 51"/>
                <a:gd name="T3" fmla="*/ 24 h 471"/>
                <a:gd name="T4" fmla="*/ 15 w 51"/>
                <a:gd name="T5" fmla="*/ 10 h 471"/>
                <a:gd name="T6" fmla="*/ 0 w 51"/>
                <a:gd name="T7" fmla="*/ 0 h 471"/>
                <a:gd name="T8" fmla="*/ 0 w 51"/>
                <a:gd name="T9" fmla="*/ 471 h 471"/>
                <a:gd name="T10" fmla="*/ 51 w 51"/>
                <a:gd name="T11" fmla="*/ 471 h 471"/>
                <a:gd name="T12" fmla="*/ 51 w 51"/>
                <a:gd name="T13" fmla="*/ 154 h 471"/>
                <a:gd name="T14" fmla="*/ 44 w 51"/>
                <a:gd name="T15" fmla="*/ 14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471">
                  <a:moveTo>
                    <a:pt x="44" y="141"/>
                  </a:moveTo>
                  <a:cubicBezTo>
                    <a:pt x="44" y="24"/>
                    <a:pt x="44" y="24"/>
                    <a:pt x="44" y="24"/>
                  </a:cubicBezTo>
                  <a:cubicBezTo>
                    <a:pt x="33" y="19"/>
                    <a:pt x="23" y="15"/>
                    <a:pt x="15" y="10"/>
                  </a:cubicBezTo>
                  <a:cubicBezTo>
                    <a:pt x="9" y="7"/>
                    <a:pt x="4" y="3"/>
                    <a:pt x="0" y="0"/>
                  </a:cubicBezTo>
                  <a:cubicBezTo>
                    <a:pt x="0" y="471"/>
                    <a:pt x="0" y="471"/>
                    <a:pt x="0" y="471"/>
                  </a:cubicBezTo>
                  <a:cubicBezTo>
                    <a:pt x="51" y="471"/>
                    <a:pt x="51" y="471"/>
                    <a:pt x="51" y="471"/>
                  </a:cubicBezTo>
                  <a:cubicBezTo>
                    <a:pt x="51" y="154"/>
                    <a:pt x="51" y="154"/>
                    <a:pt x="51" y="154"/>
                  </a:cubicBezTo>
                  <a:cubicBezTo>
                    <a:pt x="47" y="151"/>
                    <a:pt x="44" y="147"/>
                    <a:pt x="44" y="14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9" name="Freeform 28"/>
            <p:cNvSpPr>
              <a:spLocks/>
            </p:cNvSpPr>
            <p:nvPr/>
          </p:nvSpPr>
          <p:spPr bwMode="auto">
            <a:xfrm>
              <a:off x="2124075" y="1706563"/>
              <a:ext cx="12700" cy="50800"/>
            </a:xfrm>
            <a:custGeom>
              <a:avLst/>
              <a:gdLst>
                <a:gd name="T0" fmla="*/ 9 w 9"/>
                <a:gd name="T1" fmla="*/ 38 h 38"/>
                <a:gd name="T2" fmla="*/ 9 w 9"/>
                <a:gd name="T3" fmla="*/ 0 h 38"/>
                <a:gd name="T4" fmla="*/ 7 w 9"/>
                <a:gd name="T5" fmla="*/ 4 h 38"/>
                <a:gd name="T6" fmla="*/ 0 w 9"/>
                <a:gd name="T7" fmla="*/ 23 h 38"/>
                <a:gd name="T8" fmla="*/ 2 w 9"/>
                <a:gd name="T9" fmla="*/ 30 h 38"/>
                <a:gd name="T10" fmla="*/ 9 w 9"/>
                <a:gd name="T11" fmla="*/ 38 h 38"/>
              </a:gdLst>
              <a:ahLst/>
              <a:cxnLst>
                <a:cxn ang="0">
                  <a:pos x="T0" y="T1"/>
                </a:cxn>
                <a:cxn ang="0">
                  <a:pos x="T2" y="T3"/>
                </a:cxn>
                <a:cxn ang="0">
                  <a:pos x="T4" y="T5"/>
                </a:cxn>
                <a:cxn ang="0">
                  <a:pos x="T6" y="T7"/>
                </a:cxn>
                <a:cxn ang="0">
                  <a:pos x="T8" y="T9"/>
                </a:cxn>
                <a:cxn ang="0">
                  <a:pos x="T10" y="T11"/>
                </a:cxn>
              </a:cxnLst>
              <a:rect l="0" t="0" r="r" b="b"/>
              <a:pathLst>
                <a:path w="9" h="38">
                  <a:moveTo>
                    <a:pt x="9" y="38"/>
                  </a:moveTo>
                  <a:cubicBezTo>
                    <a:pt x="9" y="0"/>
                    <a:pt x="9" y="0"/>
                    <a:pt x="9" y="0"/>
                  </a:cubicBezTo>
                  <a:cubicBezTo>
                    <a:pt x="8" y="1"/>
                    <a:pt x="7" y="3"/>
                    <a:pt x="7" y="4"/>
                  </a:cubicBezTo>
                  <a:cubicBezTo>
                    <a:pt x="3" y="11"/>
                    <a:pt x="0" y="18"/>
                    <a:pt x="0" y="23"/>
                  </a:cubicBezTo>
                  <a:cubicBezTo>
                    <a:pt x="0" y="26"/>
                    <a:pt x="1" y="27"/>
                    <a:pt x="2" y="30"/>
                  </a:cubicBezTo>
                  <a:cubicBezTo>
                    <a:pt x="3" y="32"/>
                    <a:pt x="6" y="35"/>
                    <a:pt x="9" y="3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0" name="Freeform 29"/>
            <p:cNvSpPr>
              <a:spLocks noEditPoints="1"/>
            </p:cNvSpPr>
            <p:nvPr/>
          </p:nvSpPr>
          <p:spPr bwMode="auto">
            <a:xfrm>
              <a:off x="2078038" y="1149350"/>
              <a:ext cx="1062038" cy="1320800"/>
            </a:xfrm>
            <a:custGeom>
              <a:avLst/>
              <a:gdLst>
                <a:gd name="T0" fmla="*/ 44 w 800"/>
                <a:gd name="T1" fmla="*/ 312 h 996"/>
                <a:gd name="T2" fmla="*/ 44 w 800"/>
                <a:gd name="T3" fmla="*/ 90 h 996"/>
                <a:gd name="T4" fmla="*/ 60 w 800"/>
                <a:gd name="T5" fmla="*/ 74 h 996"/>
                <a:gd name="T6" fmla="*/ 519 w 800"/>
                <a:gd name="T7" fmla="*/ 74 h 996"/>
                <a:gd name="T8" fmla="*/ 535 w 800"/>
                <a:gd name="T9" fmla="*/ 90 h 996"/>
                <a:gd name="T10" fmla="*/ 535 w 800"/>
                <a:gd name="T11" fmla="*/ 666 h 996"/>
                <a:gd name="T12" fmla="*/ 519 w 800"/>
                <a:gd name="T13" fmla="*/ 682 h 996"/>
                <a:gd name="T14" fmla="*/ 283 w 800"/>
                <a:gd name="T15" fmla="*/ 682 h 996"/>
                <a:gd name="T16" fmla="*/ 283 w 800"/>
                <a:gd name="T17" fmla="*/ 996 h 996"/>
                <a:gd name="T18" fmla="*/ 800 w 800"/>
                <a:gd name="T19" fmla="*/ 996 h 996"/>
                <a:gd name="T20" fmla="*/ 800 w 800"/>
                <a:gd name="T21" fmla="*/ 0 h 996"/>
                <a:gd name="T22" fmla="*/ 0 w 800"/>
                <a:gd name="T23" fmla="*/ 0 h 996"/>
                <a:gd name="T24" fmla="*/ 0 w 800"/>
                <a:gd name="T25" fmla="*/ 348 h 996"/>
                <a:gd name="T26" fmla="*/ 44 w 800"/>
                <a:gd name="T27" fmla="*/ 312 h 996"/>
                <a:gd name="T28" fmla="*/ 568 w 800"/>
                <a:gd name="T29" fmla="*/ 90 h 996"/>
                <a:gd name="T30" fmla="*/ 584 w 800"/>
                <a:gd name="T31" fmla="*/ 74 h 996"/>
                <a:gd name="T32" fmla="*/ 731 w 800"/>
                <a:gd name="T33" fmla="*/ 74 h 996"/>
                <a:gd name="T34" fmla="*/ 747 w 800"/>
                <a:gd name="T35" fmla="*/ 90 h 996"/>
                <a:gd name="T36" fmla="*/ 747 w 800"/>
                <a:gd name="T37" fmla="*/ 666 h 996"/>
                <a:gd name="T38" fmla="*/ 731 w 800"/>
                <a:gd name="T39" fmla="*/ 682 h 996"/>
                <a:gd name="T40" fmla="*/ 584 w 800"/>
                <a:gd name="T41" fmla="*/ 682 h 996"/>
                <a:gd name="T42" fmla="*/ 568 w 800"/>
                <a:gd name="T43" fmla="*/ 666 h 996"/>
                <a:gd name="T44" fmla="*/ 568 w 800"/>
                <a:gd name="T45" fmla="*/ 90 h 9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00" h="996">
                  <a:moveTo>
                    <a:pt x="44" y="312"/>
                  </a:moveTo>
                  <a:cubicBezTo>
                    <a:pt x="44" y="90"/>
                    <a:pt x="44" y="90"/>
                    <a:pt x="44" y="90"/>
                  </a:cubicBezTo>
                  <a:cubicBezTo>
                    <a:pt x="44" y="82"/>
                    <a:pt x="51" y="74"/>
                    <a:pt x="60" y="74"/>
                  </a:cubicBezTo>
                  <a:cubicBezTo>
                    <a:pt x="519" y="74"/>
                    <a:pt x="519" y="74"/>
                    <a:pt x="519" y="74"/>
                  </a:cubicBezTo>
                  <a:cubicBezTo>
                    <a:pt x="527" y="74"/>
                    <a:pt x="535" y="82"/>
                    <a:pt x="535" y="90"/>
                  </a:cubicBezTo>
                  <a:cubicBezTo>
                    <a:pt x="535" y="666"/>
                    <a:pt x="535" y="666"/>
                    <a:pt x="535" y="666"/>
                  </a:cubicBezTo>
                  <a:cubicBezTo>
                    <a:pt x="535" y="675"/>
                    <a:pt x="527" y="682"/>
                    <a:pt x="519" y="682"/>
                  </a:cubicBezTo>
                  <a:cubicBezTo>
                    <a:pt x="283" y="682"/>
                    <a:pt x="283" y="682"/>
                    <a:pt x="283" y="682"/>
                  </a:cubicBezTo>
                  <a:cubicBezTo>
                    <a:pt x="283" y="996"/>
                    <a:pt x="283" y="996"/>
                    <a:pt x="283" y="996"/>
                  </a:cubicBezTo>
                  <a:cubicBezTo>
                    <a:pt x="800" y="996"/>
                    <a:pt x="800" y="996"/>
                    <a:pt x="800" y="996"/>
                  </a:cubicBezTo>
                  <a:cubicBezTo>
                    <a:pt x="800" y="0"/>
                    <a:pt x="800" y="0"/>
                    <a:pt x="800" y="0"/>
                  </a:cubicBezTo>
                  <a:cubicBezTo>
                    <a:pt x="0" y="0"/>
                    <a:pt x="0" y="0"/>
                    <a:pt x="0" y="0"/>
                  </a:cubicBezTo>
                  <a:cubicBezTo>
                    <a:pt x="0" y="348"/>
                    <a:pt x="0" y="348"/>
                    <a:pt x="0" y="348"/>
                  </a:cubicBezTo>
                  <a:cubicBezTo>
                    <a:pt x="14" y="333"/>
                    <a:pt x="29" y="321"/>
                    <a:pt x="44" y="312"/>
                  </a:cubicBezTo>
                  <a:close/>
                  <a:moveTo>
                    <a:pt x="568" y="90"/>
                  </a:moveTo>
                  <a:cubicBezTo>
                    <a:pt x="568" y="82"/>
                    <a:pt x="575" y="74"/>
                    <a:pt x="584" y="74"/>
                  </a:cubicBezTo>
                  <a:cubicBezTo>
                    <a:pt x="731" y="74"/>
                    <a:pt x="731" y="74"/>
                    <a:pt x="731" y="74"/>
                  </a:cubicBezTo>
                  <a:cubicBezTo>
                    <a:pt x="739" y="74"/>
                    <a:pt x="747" y="82"/>
                    <a:pt x="747" y="90"/>
                  </a:cubicBezTo>
                  <a:cubicBezTo>
                    <a:pt x="747" y="666"/>
                    <a:pt x="747" y="666"/>
                    <a:pt x="747" y="666"/>
                  </a:cubicBezTo>
                  <a:cubicBezTo>
                    <a:pt x="747" y="675"/>
                    <a:pt x="739" y="682"/>
                    <a:pt x="731" y="682"/>
                  </a:cubicBezTo>
                  <a:cubicBezTo>
                    <a:pt x="584" y="682"/>
                    <a:pt x="584" y="682"/>
                    <a:pt x="584" y="682"/>
                  </a:cubicBezTo>
                  <a:cubicBezTo>
                    <a:pt x="575" y="682"/>
                    <a:pt x="568" y="675"/>
                    <a:pt x="568" y="666"/>
                  </a:cubicBezTo>
                  <a:lnTo>
                    <a:pt x="568" y="9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1" name="Freeform 30"/>
            <p:cNvSpPr>
              <a:spLocks/>
            </p:cNvSpPr>
            <p:nvPr/>
          </p:nvSpPr>
          <p:spPr bwMode="auto">
            <a:xfrm>
              <a:off x="3065463" y="965200"/>
              <a:ext cx="25400" cy="30163"/>
            </a:xfrm>
            <a:custGeom>
              <a:avLst/>
              <a:gdLst>
                <a:gd name="T0" fmla="*/ 9 w 20"/>
                <a:gd name="T1" fmla="*/ 0 h 23"/>
                <a:gd name="T2" fmla="*/ 0 w 20"/>
                <a:gd name="T3" fmla="*/ 12 h 23"/>
                <a:gd name="T4" fmla="*/ 10 w 20"/>
                <a:gd name="T5" fmla="*/ 23 h 23"/>
                <a:gd name="T6" fmla="*/ 19 w 20"/>
                <a:gd name="T7" fmla="*/ 19 h 23"/>
                <a:gd name="T8" fmla="*/ 20 w 20"/>
                <a:gd name="T9" fmla="*/ 15 h 23"/>
                <a:gd name="T10" fmla="*/ 9 w 20"/>
                <a:gd name="T11" fmla="*/ 0 h 23"/>
              </a:gdLst>
              <a:ahLst/>
              <a:cxnLst>
                <a:cxn ang="0">
                  <a:pos x="T0" y="T1"/>
                </a:cxn>
                <a:cxn ang="0">
                  <a:pos x="T2" y="T3"/>
                </a:cxn>
                <a:cxn ang="0">
                  <a:pos x="T4" y="T5"/>
                </a:cxn>
                <a:cxn ang="0">
                  <a:pos x="T6" y="T7"/>
                </a:cxn>
                <a:cxn ang="0">
                  <a:pos x="T8" y="T9"/>
                </a:cxn>
                <a:cxn ang="0">
                  <a:pos x="T10" y="T11"/>
                </a:cxn>
              </a:cxnLst>
              <a:rect l="0" t="0" r="r" b="b"/>
              <a:pathLst>
                <a:path w="20" h="23">
                  <a:moveTo>
                    <a:pt x="9" y="0"/>
                  </a:moveTo>
                  <a:cubicBezTo>
                    <a:pt x="4" y="0"/>
                    <a:pt x="0" y="5"/>
                    <a:pt x="0" y="12"/>
                  </a:cubicBezTo>
                  <a:cubicBezTo>
                    <a:pt x="0" y="18"/>
                    <a:pt x="3" y="23"/>
                    <a:pt x="10" y="23"/>
                  </a:cubicBezTo>
                  <a:cubicBezTo>
                    <a:pt x="14" y="23"/>
                    <a:pt x="17" y="21"/>
                    <a:pt x="19" y="19"/>
                  </a:cubicBezTo>
                  <a:cubicBezTo>
                    <a:pt x="19" y="18"/>
                    <a:pt x="20" y="17"/>
                    <a:pt x="20" y="15"/>
                  </a:cubicBezTo>
                  <a:cubicBezTo>
                    <a:pt x="20" y="7"/>
                    <a:pt x="17" y="0"/>
                    <a:pt x="9"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2" name="Freeform 31"/>
            <p:cNvSpPr>
              <a:spLocks noEditPoints="1"/>
            </p:cNvSpPr>
            <p:nvPr/>
          </p:nvSpPr>
          <p:spPr bwMode="auto">
            <a:xfrm>
              <a:off x="2024063" y="884238"/>
              <a:ext cx="1168400" cy="211138"/>
            </a:xfrm>
            <a:custGeom>
              <a:avLst/>
              <a:gdLst>
                <a:gd name="T0" fmla="*/ 0 w 881"/>
                <a:gd name="T1" fmla="*/ 0 h 160"/>
                <a:gd name="T2" fmla="*/ 881 w 881"/>
                <a:gd name="T3" fmla="*/ 160 h 160"/>
                <a:gd name="T4" fmla="*/ 121 w 881"/>
                <a:gd name="T5" fmla="*/ 62 h 160"/>
                <a:gd name="T6" fmla="*/ 101 w 881"/>
                <a:gd name="T7" fmla="*/ 119 h 160"/>
                <a:gd name="T8" fmla="*/ 85 w 881"/>
                <a:gd name="T9" fmla="*/ 62 h 160"/>
                <a:gd name="T10" fmla="*/ 66 w 881"/>
                <a:gd name="T11" fmla="*/ 48 h 160"/>
                <a:gd name="T12" fmla="*/ 121 w 881"/>
                <a:gd name="T13" fmla="*/ 62 h 160"/>
                <a:gd name="T14" fmla="*/ 129 w 881"/>
                <a:gd name="T15" fmla="*/ 119 h 160"/>
                <a:gd name="T16" fmla="*/ 145 w 881"/>
                <a:gd name="T17" fmla="*/ 48 h 160"/>
                <a:gd name="T18" fmla="*/ 195 w 881"/>
                <a:gd name="T19" fmla="*/ 107 h 160"/>
                <a:gd name="T20" fmla="*/ 211 w 881"/>
                <a:gd name="T21" fmla="*/ 117 h 160"/>
                <a:gd name="T22" fmla="*/ 156 w 881"/>
                <a:gd name="T23" fmla="*/ 85 h 160"/>
                <a:gd name="T24" fmla="*/ 212 w 881"/>
                <a:gd name="T25" fmla="*/ 50 h 160"/>
                <a:gd name="T26" fmla="*/ 195 w 881"/>
                <a:gd name="T27" fmla="*/ 60 h 160"/>
                <a:gd name="T28" fmla="*/ 195 w 881"/>
                <a:gd name="T29" fmla="*/ 107 h 160"/>
                <a:gd name="T30" fmla="*/ 244 w 881"/>
                <a:gd name="T31" fmla="*/ 88 h 160"/>
                <a:gd name="T32" fmla="*/ 238 w 881"/>
                <a:gd name="T33" fmla="*/ 119 h 160"/>
                <a:gd name="T34" fmla="*/ 222 w 881"/>
                <a:gd name="T35" fmla="*/ 48 h 160"/>
                <a:gd name="T36" fmla="*/ 238 w 881"/>
                <a:gd name="T37" fmla="*/ 79 h 160"/>
                <a:gd name="T38" fmla="*/ 243 w 881"/>
                <a:gd name="T39" fmla="*/ 72 h 160"/>
                <a:gd name="T40" fmla="*/ 279 w 881"/>
                <a:gd name="T41" fmla="*/ 48 h 160"/>
                <a:gd name="T42" fmla="*/ 280 w 881"/>
                <a:gd name="T43" fmla="*/ 119 h 160"/>
                <a:gd name="T44" fmla="*/ 332 w 881"/>
                <a:gd name="T45" fmla="*/ 119 h 160"/>
                <a:gd name="T46" fmla="*/ 287 w 881"/>
                <a:gd name="T47" fmla="*/ 48 h 160"/>
                <a:gd name="T48" fmla="*/ 330 w 881"/>
                <a:gd name="T49" fmla="*/ 61 h 160"/>
                <a:gd name="T50" fmla="*/ 303 w 881"/>
                <a:gd name="T51" fmla="*/ 76 h 160"/>
                <a:gd name="T52" fmla="*/ 329 w 881"/>
                <a:gd name="T53" fmla="*/ 89 h 160"/>
                <a:gd name="T54" fmla="*/ 303 w 881"/>
                <a:gd name="T55" fmla="*/ 106 h 160"/>
                <a:gd name="T56" fmla="*/ 332 w 881"/>
                <a:gd name="T57" fmla="*/ 119 h 160"/>
                <a:gd name="T58" fmla="*/ 373 w 881"/>
                <a:gd name="T59" fmla="*/ 62 h 160"/>
                <a:gd name="T60" fmla="*/ 357 w 881"/>
                <a:gd name="T61" fmla="*/ 119 h 160"/>
                <a:gd name="T62" fmla="*/ 338 w 881"/>
                <a:gd name="T63" fmla="*/ 62 h 160"/>
                <a:gd name="T64" fmla="*/ 392 w 881"/>
                <a:gd name="T65" fmla="*/ 48 h 160"/>
                <a:gd name="T66" fmla="*/ 705 w 881"/>
                <a:gd name="T67" fmla="*/ 103 h 160"/>
                <a:gd name="T68" fmla="*/ 697 w 881"/>
                <a:gd name="T69" fmla="*/ 119 h 160"/>
                <a:gd name="T70" fmla="*/ 682 w 881"/>
                <a:gd name="T71" fmla="*/ 103 h 160"/>
                <a:gd name="T72" fmla="*/ 652 w 881"/>
                <a:gd name="T73" fmla="*/ 92 h 160"/>
                <a:gd name="T74" fmla="*/ 697 w 881"/>
                <a:gd name="T75" fmla="*/ 51 h 160"/>
                <a:gd name="T76" fmla="*/ 705 w 881"/>
                <a:gd name="T77" fmla="*/ 91 h 160"/>
                <a:gd name="T78" fmla="*/ 761 w 881"/>
                <a:gd name="T79" fmla="*/ 119 h 160"/>
                <a:gd name="T80" fmla="*/ 712 w 881"/>
                <a:gd name="T81" fmla="*/ 109 h 160"/>
                <a:gd name="T82" fmla="*/ 743 w 881"/>
                <a:gd name="T83" fmla="*/ 72 h 160"/>
                <a:gd name="T84" fmla="*/ 718 w 881"/>
                <a:gd name="T85" fmla="*/ 68 h 160"/>
                <a:gd name="T86" fmla="*/ 735 w 881"/>
                <a:gd name="T87" fmla="*/ 49 h 160"/>
                <a:gd name="T88" fmla="*/ 741 w 881"/>
                <a:gd name="T89" fmla="*/ 100 h 160"/>
                <a:gd name="T90" fmla="*/ 735 w 881"/>
                <a:gd name="T91" fmla="*/ 106 h 160"/>
                <a:gd name="T92" fmla="*/ 761 w 881"/>
                <a:gd name="T93" fmla="*/ 119 h 160"/>
                <a:gd name="T94" fmla="*/ 783 w 881"/>
                <a:gd name="T95" fmla="*/ 120 h 160"/>
                <a:gd name="T96" fmla="*/ 776 w 881"/>
                <a:gd name="T97" fmla="*/ 108 h 160"/>
                <a:gd name="T98" fmla="*/ 796 w 881"/>
                <a:gd name="T99" fmla="*/ 103 h 160"/>
                <a:gd name="T100" fmla="*/ 804 w 881"/>
                <a:gd name="T101" fmla="*/ 90 h 160"/>
                <a:gd name="T102" fmla="*/ 769 w 881"/>
                <a:gd name="T103" fmla="*/ 74 h 160"/>
                <a:gd name="T104" fmla="*/ 821 w 881"/>
                <a:gd name="T105" fmla="*/ 79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81" h="160">
                  <a:moveTo>
                    <a:pt x="881" y="0"/>
                  </a:moveTo>
                  <a:cubicBezTo>
                    <a:pt x="0" y="0"/>
                    <a:pt x="0" y="0"/>
                    <a:pt x="0" y="0"/>
                  </a:cubicBezTo>
                  <a:cubicBezTo>
                    <a:pt x="0" y="160"/>
                    <a:pt x="0" y="160"/>
                    <a:pt x="0" y="160"/>
                  </a:cubicBezTo>
                  <a:cubicBezTo>
                    <a:pt x="881" y="160"/>
                    <a:pt x="881" y="160"/>
                    <a:pt x="881" y="160"/>
                  </a:cubicBezTo>
                  <a:lnTo>
                    <a:pt x="881" y="0"/>
                  </a:lnTo>
                  <a:close/>
                  <a:moveTo>
                    <a:pt x="121" y="62"/>
                  </a:moveTo>
                  <a:cubicBezTo>
                    <a:pt x="101" y="62"/>
                    <a:pt x="101" y="62"/>
                    <a:pt x="101" y="62"/>
                  </a:cubicBezTo>
                  <a:cubicBezTo>
                    <a:pt x="101" y="119"/>
                    <a:pt x="101" y="119"/>
                    <a:pt x="101" y="119"/>
                  </a:cubicBezTo>
                  <a:cubicBezTo>
                    <a:pt x="85" y="119"/>
                    <a:pt x="85" y="119"/>
                    <a:pt x="85" y="119"/>
                  </a:cubicBezTo>
                  <a:cubicBezTo>
                    <a:pt x="85" y="62"/>
                    <a:pt x="85" y="62"/>
                    <a:pt x="85" y="62"/>
                  </a:cubicBezTo>
                  <a:cubicBezTo>
                    <a:pt x="66" y="62"/>
                    <a:pt x="66" y="62"/>
                    <a:pt x="66" y="62"/>
                  </a:cubicBezTo>
                  <a:cubicBezTo>
                    <a:pt x="66" y="48"/>
                    <a:pt x="66" y="48"/>
                    <a:pt x="66" y="48"/>
                  </a:cubicBezTo>
                  <a:cubicBezTo>
                    <a:pt x="121" y="48"/>
                    <a:pt x="121" y="48"/>
                    <a:pt x="121" y="48"/>
                  </a:cubicBezTo>
                  <a:lnTo>
                    <a:pt x="121" y="62"/>
                  </a:lnTo>
                  <a:close/>
                  <a:moveTo>
                    <a:pt x="145" y="119"/>
                  </a:moveTo>
                  <a:cubicBezTo>
                    <a:pt x="129" y="119"/>
                    <a:pt x="129" y="119"/>
                    <a:pt x="129" y="119"/>
                  </a:cubicBezTo>
                  <a:cubicBezTo>
                    <a:pt x="129" y="48"/>
                    <a:pt x="129" y="48"/>
                    <a:pt x="129" y="48"/>
                  </a:cubicBezTo>
                  <a:cubicBezTo>
                    <a:pt x="145" y="48"/>
                    <a:pt x="145" y="48"/>
                    <a:pt x="145" y="48"/>
                  </a:cubicBezTo>
                  <a:lnTo>
                    <a:pt x="145" y="119"/>
                  </a:lnTo>
                  <a:close/>
                  <a:moveTo>
                    <a:pt x="195" y="107"/>
                  </a:moveTo>
                  <a:cubicBezTo>
                    <a:pt x="200" y="107"/>
                    <a:pt x="206" y="106"/>
                    <a:pt x="209" y="104"/>
                  </a:cubicBezTo>
                  <a:cubicBezTo>
                    <a:pt x="211" y="117"/>
                    <a:pt x="211" y="117"/>
                    <a:pt x="211" y="117"/>
                  </a:cubicBezTo>
                  <a:cubicBezTo>
                    <a:pt x="208" y="118"/>
                    <a:pt x="202" y="120"/>
                    <a:pt x="193" y="120"/>
                  </a:cubicBezTo>
                  <a:cubicBezTo>
                    <a:pt x="169" y="120"/>
                    <a:pt x="156" y="105"/>
                    <a:pt x="156" y="85"/>
                  </a:cubicBezTo>
                  <a:cubicBezTo>
                    <a:pt x="156" y="60"/>
                    <a:pt x="173" y="47"/>
                    <a:pt x="195" y="47"/>
                  </a:cubicBezTo>
                  <a:cubicBezTo>
                    <a:pt x="203" y="47"/>
                    <a:pt x="209" y="49"/>
                    <a:pt x="212" y="50"/>
                  </a:cubicBezTo>
                  <a:cubicBezTo>
                    <a:pt x="209" y="63"/>
                    <a:pt x="209" y="63"/>
                    <a:pt x="209" y="63"/>
                  </a:cubicBezTo>
                  <a:cubicBezTo>
                    <a:pt x="206" y="61"/>
                    <a:pt x="201" y="60"/>
                    <a:pt x="195" y="60"/>
                  </a:cubicBezTo>
                  <a:cubicBezTo>
                    <a:pt x="183" y="60"/>
                    <a:pt x="173" y="68"/>
                    <a:pt x="173" y="84"/>
                  </a:cubicBezTo>
                  <a:cubicBezTo>
                    <a:pt x="173" y="98"/>
                    <a:pt x="181" y="107"/>
                    <a:pt x="195" y="107"/>
                  </a:cubicBezTo>
                  <a:close/>
                  <a:moveTo>
                    <a:pt x="261" y="119"/>
                  </a:moveTo>
                  <a:cubicBezTo>
                    <a:pt x="244" y="88"/>
                    <a:pt x="244" y="88"/>
                    <a:pt x="244" y="88"/>
                  </a:cubicBezTo>
                  <a:cubicBezTo>
                    <a:pt x="238" y="96"/>
                    <a:pt x="238" y="96"/>
                    <a:pt x="238" y="96"/>
                  </a:cubicBezTo>
                  <a:cubicBezTo>
                    <a:pt x="238" y="119"/>
                    <a:pt x="238" y="119"/>
                    <a:pt x="238" y="119"/>
                  </a:cubicBezTo>
                  <a:cubicBezTo>
                    <a:pt x="222" y="119"/>
                    <a:pt x="222" y="119"/>
                    <a:pt x="222" y="119"/>
                  </a:cubicBezTo>
                  <a:cubicBezTo>
                    <a:pt x="222" y="48"/>
                    <a:pt x="222" y="48"/>
                    <a:pt x="222" y="48"/>
                  </a:cubicBezTo>
                  <a:cubicBezTo>
                    <a:pt x="238" y="48"/>
                    <a:pt x="238" y="48"/>
                    <a:pt x="238" y="48"/>
                  </a:cubicBezTo>
                  <a:cubicBezTo>
                    <a:pt x="238" y="79"/>
                    <a:pt x="238" y="79"/>
                    <a:pt x="238" y="79"/>
                  </a:cubicBezTo>
                  <a:cubicBezTo>
                    <a:pt x="238" y="79"/>
                    <a:pt x="238" y="79"/>
                    <a:pt x="238" y="79"/>
                  </a:cubicBezTo>
                  <a:cubicBezTo>
                    <a:pt x="240" y="77"/>
                    <a:pt x="241" y="74"/>
                    <a:pt x="243" y="72"/>
                  </a:cubicBezTo>
                  <a:cubicBezTo>
                    <a:pt x="259" y="48"/>
                    <a:pt x="259" y="48"/>
                    <a:pt x="259" y="48"/>
                  </a:cubicBezTo>
                  <a:cubicBezTo>
                    <a:pt x="279" y="48"/>
                    <a:pt x="279" y="48"/>
                    <a:pt x="279" y="48"/>
                  </a:cubicBezTo>
                  <a:cubicBezTo>
                    <a:pt x="255" y="78"/>
                    <a:pt x="255" y="78"/>
                    <a:pt x="255" y="78"/>
                  </a:cubicBezTo>
                  <a:cubicBezTo>
                    <a:pt x="280" y="119"/>
                    <a:pt x="280" y="119"/>
                    <a:pt x="280" y="119"/>
                  </a:cubicBezTo>
                  <a:lnTo>
                    <a:pt x="261" y="119"/>
                  </a:lnTo>
                  <a:close/>
                  <a:moveTo>
                    <a:pt x="332" y="119"/>
                  </a:moveTo>
                  <a:cubicBezTo>
                    <a:pt x="287" y="119"/>
                    <a:pt x="287" y="119"/>
                    <a:pt x="287" y="119"/>
                  </a:cubicBezTo>
                  <a:cubicBezTo>
                    <a:pt x="287" y="48"/>
                    <a:pt x="287" y="48"/>
                    <a:pt x="287" y="48"/>
                  </a:cubicBezTo>
                  <a:cubicBezTo>
                    <a:pt x="330" y="48"/>
                    <a:pt x="330" y="48"/>
                    <a:pt x="330" y="48"/>
                  </a:cubicBezTo>
                  <a:cubicBezTo>
                    <a:pt x="330" y="61"/>
                    <a:pt x="330" y="61"/>
                    <a:pt x="330" y="61"/>
                  </a:cubicBezTo>
                  <a:cubicBezTo>
                    <a:pt x="303" y="61"/>
                    <a:pt x="303" y="61"/>
                    <a:pt x="303" y="61"/>
                  </a:cubicBezTo>
                  <a:cubicBezTo>
                    <a:pt x="303" y="76"/>
                    <a:pt x="303" y="76"/>
                    <a:pt x="303" y="76"/>
                  </a:cubicBezTo>
                  <a:cubicBezTo>
                    <a:pt x="329" y="76"/>
                    <a:pt x="329" y="76"/>
                    <a:pt x="329" y="76"/>
                  </a:cubicBezTo>
                  <a:cubicBezTo>
                    <a:pt x="329" y="89"/>
                    <a:pt x="329" y="89"/>
                    <a:pt x="329" y="89"/>
                  </a:cubicBezTo>
                  <a:cubicBezTo>
                    <a:pt x="303" y="89"/>
                    <a:pt x="303" y="89"/>
                    <a:pt x="303" y="89"/>
                  </a:cubicBezTo>
                  <a:cubicBezTo>
                    <a:pt x="303" y="106"/>
                    <a:pt x="303" y="106"/>
                    <a:pt x="303" y="106"/>
                  </a:cubicBezTo>
                  <a:cubicBezTo>
                    <a:pt x="332" y="106"/>
                    <a:pt x="332" y="106"/>
                    <a:pt x="332" y="106"/>
                  </a:cubicBezTo>
                  <a:lnTo>
                    <a:pt x="332" y="119"/>
                  </a:lnTo>
                  <a:close/>
                  <a:moveTo>
                    <a:pt x="392" y="62"/>
                  </a:moveTo>
                  <a:cubicBezTo>
                    <a:pt x="373" y="62"/>
                    <a:pt x="373" y="62"/>
                    <a:pt x="373" y="62"/>
                  </a:cubicBezTo>
                  <a:cubicBezTo>
                    <a:pt x="373" y="119"/>
                    <a:pt x="373" y="119"/>
                    <a:pt x="373" y="119"/>
                  </a:cubicBezTo>
                  <a:cubicBezTo>
                    <a:pt x="357" y="119"/>
                    <a:pt x="357" y="119"/>
                    <a:pt x="357" y="119"/>
                  </a:cubicBezTo>
                  <a:cubicBezTo>
                    <a:pt x="357" y="62"/>
                    <a:pt x="357" y="62"/>
                    <a:pt x="357" y="62"/>
                  </a:cubicBezTo>
                  <a:cubicBezTo>
                    <a:pt x="338" y="62"/>
                    <a:pt x="338" y="62"/>
                    <a:pt x="338" y="62"/>
                  </a:cubicBezTo>
                  <a:cubicBezTo>
                    <a:pt x="338" y="48"/>
                    <a:pt x="338" y="48"/>
                    <a:pt x="338" y="48"/>
                  </a:cubicBezTo>
                  <a:cubicBezTo>
                    <a:pt x="392" y="48"/>
                    <a:pt x="392" y="48"/>
                    <a:pt x="392" y="48"/>
                  </a:cubicBezTo>
                  <a:lnTo>
                    <a:pt x="392" y="62"/>
                  </a:lnTo>
                  <a:close/>
                  <a:moveTo>
                    <a:pt x="705" y="103"/>
                  </a:moveTo>
                  <a:cubicBezTo>
                    <a:pt x="697" y="103"/>
                    <a:pt x="697" y="103"/>
                    <a:pt x="697" y="103"/>
                  </a:cubicBezTo>
                  <a:cubicBezTo>
                    <a:pt x="697" y="119"/>
                    <a:pt x="697" y="119"/>
                    <a:pt x="697" y="119"/>
                  </a:cubicBezTo>
                  <a:cubicBezTo>
                    <a:pt x="682" y="119"/>
                    <a:pt x="682" y="119"/>
                    <a:pt x="682" y="119"/>
                  </a:cubicBezTo>
                  <a:cubicBezTo>
                    <a:pt x="682" y="103"/>
                    <a:pt x="682" y="103"/>
                    <a:pt x="682" y="103"/>
                  </a:cubicBezTo>
                  <a:cubicBezTo>
                    <a:pt x="652" y="103"/>
                    <a:pt x="652" y="103"/>
                    <a:pt x="652" y="103"/>
                  </a:cubicBezTo>
                  <a:cubicBezTo>
                    <a:pt x="652" y="92"/>
                    <a:pt x="652" y="92"/>
                    <a:pt x="652" y="92"/>
                  </a:cubicBezTo>
                  <a:cubicBezTo>
                    <a:pt x="678" y="51"/>
                    <a:pt x="678" y="51"/>
                    <a:pt x="678" y="51"/>
                  </a:cubicBezTo>
                  <a:cubicBezTo>
                    <a:pt x="697" y="51"/>
                    <a:pt x="697" y="51"/>
                    <a:pt x="697" y="51"/>
                  </a:cubicBezTo>
                  <a:cubicBezTo>
                    <a:pt x="697" y="91"/>
                    <a:pt x="697" y="91"/>
                    <a:pt x="697" y="91"/>
                  </a:cubicBezTo>
                  <a:cubicBezTo>
                    <a:pt x="705" y="91"/>
                    <a:pt x="705" y="91"/>
                    <a:pt x="705" y="91"/>
                  </a:cubicBezTo>
                  <a:lnTo>
                    <a:pt x="705" y="103"/>
                  </a:lnTo>
                  <a:close/>
                  <a:moveTo>
                    <a:pt x="761" y="119"/>
                  </a:moveTo>
                  <a:cubicBezTo>
                    <a:pt x="712" y="119"/>
                    <a:pt x="712" y="119"/>
                    <a:pt x="712" y="119"/>
                  </a:cubicBezTo>
                  <a:cubicBezTo>
                    <a:pt x="712" y="109"/>
                    <a:pt x="712" y="109"/>
                    <a:pt x="712" y="109"/>
                  </a:cubicBezTo>
                  <a:cubicBezTo>
                    <a:pt x="721" y="101"/>
                    <a:pt x="721" y="101"/>
                    <a:pt x="721" y="101"/>
                  </a:cubicBezTo>
                  <a:cubicBezTo>
                    <a:pt x="736" y="88"/>
                    <a:pt x="743" y="80"/>
                    <a:pt x="743" y="72"/>
                  </a:cubicBezTo>
                  <a:cubicBezTo>
                    <a:pt x="743" y="67"/>
                    <a:pt x="740" y="62"/>
                    <a:pt x="732" y="62"/>
                  </a:cubicBezTo>
                  <a:cubicBezTo>
                    <a:pt x="726" y="62"/>
                    <a:pt x="721" y="65"/>
                    <a:pt x="718" y="68"/>
                  </a:cubicBezTo>
                  <a:cubicBezTo>
                    <a:pt x="713" y="56"/>
                    <a:pt x="713" y="56"/>
                    <a:pt x="713" y="56"/>
                  </a:cubicBezTo>
                  <a:cubicBezTo>
                    <a:pt x="718" y="53"/>
                    <a:pt x="726" y="49"/>
                    <a:pt x="735" y="49"/>
                  </a:cubicBezTo>
                  <a:cubicBezTo>
                    <a:pt x="751" y="49"/>
                    <a:pt x="759" y="58"/>
                    <a:pt x="759" y="71"/>
                  </a:cubicBezTo>
                  <a:cubicBezTo>
                    <a:pt x="759" y="82"/>
                    <a:pt x="751" y="92"/>
                    <a:pt x="741" y="100"/>
                  </a:cubicBezTo>
                  <a:cubicBezTo>
                    <a:pt x="735" y="106"/>
                    <a:pt x="735" y="106"/>
                    <a:pt x="735" y="106"/>
                  </a:cubicBezTo>
                  <a:cubicBezTo>
                    <a:pt x="735" y="106"/>
                    <a:pt x="735" y="106"/>
                    <a:pt x="735" y="106"/>
                  </a:cubicBezTo>
                  <a:cubicBezTo>
                    <a:pt x="761" y="106"/>
                    <a:pt x="761" y="106"/>
                    <a:pt x="761" y="106"/>
                  </a:cubicBezTo>
                  <a:lnTo>
                    <a:pt x="761" y="119"/>
                  </a:lnTo>
                  <a:close/>
                  <a:moveTo>
                    <a:pt x="809" y="110"/>
                  </a:moveTo>
                  <a:cubicBezTo>
                    <a:pt x="802" y="116"/>
                    <a:pt x="793" y="120"/>
                    <a:pt x="783" y="120"/>
                  </a:cubicBezTo>
                  <a:cubicBezTo>
                    <a:pt x="780" y="120"/>
                    <a:pt x="777" y="120"/>
                    <a:pt x="776" y="120"/>
                  </a:cubicBezTo>
                  <a:cubicBezTo>
                    <a:pt x="776" y="108"/>
                    <a:pt x="776" y="108"/>
                    <a:pt x="776" y="108"/>
                  </a:cubicBezTo>
                  <a:cubicBezTo>
                    <a:pt x="778" y="108"/>
                    <a:pt x="779" y="108"/>
                    <a:pt x="782" y="108"/>
                  </a:cubicBezTo>
                  <a:cubicBezTo>
                    <a:pt x="787" y="107"/>
                    <a:pt x="792" y="106"/>
                    <a:pt x="796" y="103"/>
                  </a:cubicBezTo>
                  <a:cubicBezTo>
                    <a:pt x="800" y="100"/>
                    <a:pt x="803" y="96"/>
                    <a:pt x="805" y="91"/>
                  </a:cubicBezTo>
                  <a:cubicBezTo>
                    <a:pt x="804" y="90"/>
                    <a:pt x="804" y="90"/>
                    <a:pt x="804" y="90"/>
                  </a:cubicBezTo>
                  <a:cubicBezTo>
                    <a:pt x="801" y="94"/>
                    <a:pt x="797" y="95"/>
                    <a:pt x="791" y="95"/>
                  </a:cubicBezTo>
                  <a:cubicBezTo>
                    <a:pt x="779" y="95"/>
                    <a:pt x="769" y="87"/>
                    <a:pt x="769" y="74"/>
                  </a:cubicBezTo>
                  <a:cubicBezTo>
                    <a:pt x="769" y="61"/>
                    <a:pt x="780" y="49"/>
                    <a:pt x="795" y="49"/>
                  </a:cubicBezTo>
                  <a:cubicBezTo>
                    <a:pt x="813" y="49"/>
                    <a:pt x="821" y="63"/>
                    <a:pt x="821" y="79"/>
                  </a:cubicBezTo>
                  <a:cubicBezTo>
                    <a:pt x="821" y="93"/>
                    <a:pt x="816" y="104"/>
                    <a:pt x="809" y="11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3" name="Freeform 32"/>
            <p:cNvSpPr>
              <a:spLocks/>
            </p:cNvSpPr>
            <p:nvPr/>
          </p:nvSpPr>
          <p:spPr bwMode="auto">
            <a:xfrm>
              <a:off x="2908300" y="966788"/>
              <a:ext cx="20638" cy="38100"/>
            </a:xfrm>
            <a:custGeom>
              <a:avLst/>
              <a:gdLst>
                <a:gd name="T0" fmla="*/ 9 w 15"/>
                <a:gd name="T1" fmla="*/ 13 h 28"/>
                <a:gd name="T2" fmla="*/ 0 w 15"/>
                <a:gd name="T3" fmla="*/ 27 h 28"/>
                <a:gd name="T4" fmla="*/ 0 w 15"/>
                <a:gd name="T5" fmla="*/ 28 h 28"/>
                <a:gd name="T6" fmla="*/ 15 w 15"/>
                <a:gd name="T7" fmla="*/ 28 h 28"/>
                <a:gd name="T8" fmla="*/ 15 w 15"/>
                <a:gd name="T9" fmla="*/ 13 h 28"/>
                <a:gd name="T10" fmla="*/ 15 w 15"/>
                <a:gd name="T11" fmla="*/ 0 h 28"/>
                <a:gd name="T12" fmla="*/ 15 w 15"/>
                <a:gd name="T13" fmla="*/ 0 h 28"/>
                <a:gd name="T14" fmla="*/ 9 w 15"/>
                <a:gd name="T15" fmla="*/ 13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28">
                  <a:moveTo>
                    <a:pt x="9" y="13"/>
                  </a:moveTo>
                  <a:cubicBezTo>
                    <a:pt x="0" y="27"/>
                    <a:pt x="0" y="27"/>
                    <a:pt x="0" y="27"/>
                  </a:cubicBezTo>
                  <a:cubicBezTo>
                    <a:pt x="0" y="28"/>
                    <a:pt x="0" y="28"/>
                    <a:pt x="0" y="28"/>
                  </a:cubicBezTo>
                  <a:cubicBezTo>
                    <a:pt x="15" y="28"/>
                    <a:pt x="15" y="28"/>
                    <a:pt x="15" y="28"/>
                  </a:cubicBezTo>
                  <a:cubicBezTo>
                    <a:pt x="15" y="13"/>
                    <a:pt x="15" y="13"/>
                    <a:pt x="15" y="13"/>
                  </a:cubicBezTo>
                  <a:cubicBezTo>
                    <a:pt x="15" y="8"/>
                    <a:pt x="15" y="4"/>
                    <a:pt x="15" y="0"/>
                  </a:cubicBezTo>
                  <a:cubicBezTo>
                    <a:pt x="15" y="0"/>
                    <a:pt x="15" y="0"/>
                    <a:pt x="15" y="0"/>
                  </a:cubicBezTo>
                  <a:cubicBezTo>
                    <a:pt x="13" y="4"/>
                    <a:pt x="11" y="8"/>
                    <a:pt x="9" y="1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4" name="Rectangle 33"/>
            <p:cNvSpPr>
              <a:spLocks noChangeArrowheads="1"/>
            </p:cNvSpPr>
            <p:nvPr/>
          </p:nvSpPr>
          <p:spPr bwMode="auto">
            <a:xfrm>
              <a:off x="2865438" y="1284288"/>
              <a:ext cx="168275" cy="31750"/>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5" name="Rectangle 34"/>
            <p:cNvSpPr>
              <a:spLocks noChangeArrowheads="1"/>
            </p:cNvSpPr>
            <p:nvPr/>
          </p:nvSpPr>
          <p:spPr bwMode="auto">
            <a:xfrm>
              <a:off x="2865438" y="1347788"/>
              <a:ext cx="168275" cy="31750"/>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6" name="Rectangle 35"/>
            <p:cNvSpPr>
              <a:spLocks noChangeArrowheads="1"/>
            </p:cNvSpPr>
            <p:nvPr/>
          </p:nvSpPr>
          <p:spPr bwMode="auto">
            <a:xfrm>
              <a:off x="2865438" y="1411288"/>
              <a:ext cx="168275" cy="31750"/>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7" name="Rectangle 36"/>
            <p:cNvSpPr>
              <a:spLocks noChangeArrowheads="1"/>
            </p:cNvSpPr>
            <p:nvPr/>
          </p:nvSpPr>
          <p:spPr bwMode="auto">
            <a:xfrm>
              <a:off x="2865438" y="1474788"/>
              <a:ext cx="168275" cy="31750"/>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8" name="Rectangle 37"/>
            <p:cNvSpPr>
              <a:spLocks noChangeArrowheads="1"/>
            </p:cNvSpPr>
            <p:nvPr/>
          </p:nvSpPr>
          <p:spPr bwMode="auto">
            <a:xfrm>
              <a:off x="2865438" y="1538288"/>
              <a:ext cx="168275" cy="31750"/>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9" name="Rectangle 38"/>
            <p:cNvSpPr>
              <a:spLocks noChangeArrowheads="1"/>
            </p:cNvSpPr>
            <p:nvPr/>
          </p:nvSpPr>
          <p:spPr bwMode="auto">
            <a:xfrm>
              <a:off x="2865438" y="1601788"/>
              <a:ext cx="168275" cy="31750"/>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0" name="Rectangle 39"/>
            <p:cNvSpPr>
              <a:spLocks noChangeArrowheads="1"/>
            </p:cNvSpPr>
            <p:nvPr/>
          </p:nvSpPr>
          <p:spPr bwMode="auto">
            <a:xfrm>
              <a:off x="2865438" y="1663700"/>
              <a:ext cx="168275" cy="31750"/>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1" name="Rectangle 40"/>
            <p:cNvSpPr>
              <a:spLocks noChangeArrowheads="1"/>
            </p:cNvSpPr>
            <p:nvPr/>
          </p:nvSpPr>
          <p:spPr bwMode="auto">
            <a:xfrm>
              <a:off x="2865438" y="1727200"/>
              <a:ext cx="168275" cy="31750"/>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2" name="Rectangle 41"/>
            <p:cNvSpPr>
              <a:spLocks noChangeArrowheads="1"/>
            </p:cNvSpPr>
            <p:nvPr/>
          </p:nvSpPr>
          <p:spPr bwMode="auto">
            <a:xfrm>
              <a:off x="2865438" y="1790700"/>
              <a:ext cx="168275" cy="31750"/>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3" name="Rectangle 42"/>
            <p:cNvSpPr>
              <a:spLocks noChangeArrowheads="1"/>
            </p:cNvSpPr>
            <p:nvPr/>
          </p:nvSpPr>
          <p:spPr bwMode="auto">
            <a:xfrm>
              <a:off x="2865438" y="1854200"/>
              <a:ext cx="168275" cy="31750"/>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4" name="Rectangle 43"/>
            <p:cNvSpPr>
              <a:spLocks noChangeArrowheads="1"/>
            </p:cNvSpPr>
            <p:nvPr/>
          </p:nvSpPr>
          <p:spPr bwMode="auto">
            <a:xfrm>
              <a:off x="2865438" y="1917700"/>
              <a:ext cx="168275" cy="31750"/>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5" name="Rectangle 44"/>
            <p:cNvSpPr>
              <a:spLocks noChangeArrowheads="1"/>
            </p:cNvSpPr>
            <p:nvPr/>
          </p:nvSpPr>
          <p:spPr bwMode="auto">
            <a:xfrm>
              <a:off x="2865438" y="1979613"/>
              <a:ext cx="168275" cy="31750"/>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6" name="Freeform 45"/>
            <p:cNvSpPr>
              <a:spLocks noEditPoints="1"/>
            </p:cNvSpPr>
            <p:nvPr/>
          </p:nvSpPr>
          <p:spPr bwMode="auto">
            <a:xfrm>
              <a:off x="2601913" y="1654175"/>
              <a:ext cx="123825" cy="57150"/>
            </a:xfrm>
            <a:custGeom>
              <a:avLst/>
              <a:gdLst>
                <a:gd name="T0" fmla="*/ 17 w 93"/>
                <a:gd name="T1" fmla="*/ 44 h 44"/>
                <a:gd name="T2" fmla="*/ 42 w 93"/>
                <a:gd name="T3" fmla="*/ 39 h 44"/>
                <a:gd name="T4" fmla="*/ 56 w 93"/>
                <a:gd name="T5" fmla="*/ 37 h 44"/>
                <a:gd name="T6" fmla="*/ 78 w 93"/>
                <a:gd name="T7" fmla="*/ 44 h 44"/>
                <a:gd name="T8" fmla="*/ 75 w 93"/>
                <a:gd name="T9" fmla="*/ 27 h 44"/>
                <a:gd name="T10" fmla="*/ 93 w 93"/>
                <a:gd name="T11" fmla="*/ 27 h 44"/>
                <a:gd name="T12" fmla="*/ 93 w 93"/>
                <a:gd name="T13" fmla="*/ 0 h 44"/>
                <a:gd name="T14" fmla="*/ 0 w 93"/>
                <a:gd name="T15" fmla="*/ 0 h 44"/>
                <a:gd name="T16" fmla="*/ 0 w 93"/>
                <a:gd name="T17" fmla="*/ 27 h 44"/>
                <a:gd name="T18" fmla="*/ 18 w 93"/>
                <a:gd name="T19" fmla="*/ 27 h 44"/>
                <a:gd name="T20" fmla="*/ 15 w 93"/>
                <a:gd name="T21" fmla="*/ 44 h 44"/>
                <a:gd name="T22" fmla="*/ 17 w 93"/>
                <a:gd name="T23" fmla="*/ 44 h 44"/>
                <a:gd name="T24" fmla="*/ 8 w 93"/>
                <a:gd name="T25" fmla="*/ 19 h 44"/>
                <a:gd name="T26" fmla="*/ 8 w 93"/>
                <a:gd name="T27" fmla="*/ 8 h 44"/>
                <a:gd name="T28" fmla="*/ 85 w 93"/>
                <a:gd name="T29" fmla="*/ 8 h 44"/>
                <a:gd name="T30" fmla="*/ 85 w 93"/>
                <a:gd name="T31" fmla="*/ 19 h 44"/>
                <a:gd name="T32" fmla="*/ 73 w 93"/>
                <a:gd name="T33" fmla="*/ 19 h 44"/>
                <a:gd name="T34" fmla="*/ 72 w 93"/>
                <a:gd name="T35" fmla="*/ 14 h 44"/>
                <a:gd name="T36" fmla="*/ 20 w 93"/>
                <a:gd name="T37" fmla="*/ 14 h 44"/>
                <a:gd name="T38" fmla="*/ 19 w 93"/>
                <a:gd name="T39" fmla="*/ 19 h 44"/>
                <a:gd name="T40" fmla="*/ 8 w 93"/>
                <a:gd name="T41" fmla="*/ 1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3" h="44">
                  <a:moveTo>
                    <a:pt x="17" y="44"/>
                  </a:moveTo>
                  <a:cubicBezTo>
                    <a:pt x="25" y="44"/>
                    <a:pt x="33" y="42"/>
                    <a:pt x="42" y="39"/>
                  </a:cubicBezTo>
                  <a:cubicBezTo>
                    <a:pt x="46" y="38"/>
                    <a:pt x="51" y="37"/>
                    <a:pt x="56" y="37"/>
                  </a:cubicBezTo>
                  <a:cubicBezTo>
                    <a:pt x="64" y="37"/>
                    <a:pt x="71" y="39"/>
                    <a:pt x="78" y="44"/>
                  </a:cubicBezTo>
                  <a:cubicBezTo>
                    <a:pt x="75" y="27"/>
                    <a:pt x="75" y="27"/>
                    <a:pt x="75" y="27"/>
                  </a:cubicBezTo>
                  <a:cubicBezTo>
                    <a:pt x="93" y="27"/>
                    <a:pt x="93" y="27"/>
                    <a:pt x="93" y="27"/>
                  </a:cubicBezTo>
                  <a:cubicBezTo>
                    <a:pt x="93" y="0"/>
                    <a:pt x="93" y="0"/>
                    <a:pt x="93" y="0"/>
                  </a:cubicBezTo>
                  <a:cubicBezTo>
                    <a:pt x="0" y="0"/>
                    <a:pt x="0" y="0"/>
                    <a:pt x="0" y="0"/>
                  </a:cubicBezTo>
                  <a:cubicBezTo>
                    <a:pt x="0" y="27"/>
                    <a:pt x="0" y="27"/>
                    <a:pt x="0" y="27"/>
                  </a:cubicBezTo>
                  <a:cubicBezTo>
                    <a:pt x="18" y="27"/>
                    <a:pt x="18" y="27"/>
                    <a:pt x="18" y="27"/>
                  </a:cubicBezTo>
                  <a:cubicBezTo>
                    <a:pt x="15" y="44"/>
                    <a:pt x="15" y="44"/>
                    <a:pt x="15" y="44"/>
                  </a:cubicBezTo>
                  <a:cubicBezTo>
                    <a:pt x="16" y="44"/>
                    <a:pt x="16" y="44"/>
                    <a:pt x="17" y="44"/>
                  </a:cubicBezTo>
                  <a:close/>
                  <a:moveTo>
                    <a:pt x="8" y="19"/>
                  </a:moveTo>
                  <a:cubicBezTo>
                    <a:pt x="8" y="8"/>
                    <a:pt x="8" y="8"/>
                    <a:pt x="8" y="8"/>
                  </a:cubicBezTo>
                  <a:cubicBezTo>
                    <a:pt x="85" y="8"/>
                    <a:pt x="85" y="8"/>
                    <a:pt x="85" y="8"/>
                  </a:cubicBezTo>
                  <a:cubicBezTo>
                    <a:pt x="85" y="19"/>
                    <a:pt x="85" y="19"/>
                    <a:pt x="85" y="19"/>
                  </a:cubicBezTo>
                  <a:cubicBezTo>
                    <a:pt x="73" y="19"/>
                    <a:pt x="73" y="19"/>
                    <a:pt x="73" y="19"/>
                  </a:cubicBezTo>
                  <a:cubicBezTo>
                    <a:pt x="72" y="14"/>
                    <a:pt x="72" y="14"/>
                    <a:pt x="72" y="14"/>
                  </a:cubicBezTo>
                  <a:cubicBezTo>
                    <a:pt x="20" y="14"/>
                    <a:pt x="20" y="14"/>
                    <a:pt x="20" y="14"/>
                  </a:cubicBezTo>
                  <a:cubicBezTo>
                    <a:pt x="19" y="19"/>
                    <a:pt x="19" y="19"/>
                    <a:pt x="19" y="19"/>
                  </a:cubicBezTo>
                  <a:lnTo>
                    <a:pt x="8" y="19"/>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7" name="Rectangle 46"/>
            <p:cNvSpPr>
              <a:spLocks noChangeArrowheads="1"/>
            </p:cNvSpPr>
            <p:nvPr/>
          </p:nvSpPr>
          <p:spPr bwMode="auto">
            <a:xfrm>
              <a:off x="2525713" y="1296988"/>
              <a:ext cx="209550" cy="303213"/>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8" name="Freeform 47"/>
            <p:cNvSpPr>
              <a:spLocks/>
            </p:cNvSpPr>
            <p:nvPr/>
          </p:nvSpPr>
          <p:spPr bwMode="auto">
            <a:xfrm>
              <a:off x="2452688" y="1952625"/>
              <a:ext cx="282575" cy="50800"/>
            </a:xfrm>
            <a:custGeom>
              <a:avLst/>
              <a:gdLst>
                <a:gd name="T0" fmla="*/ 0 w 178"/>
                <a:gd name="T1" fmla="*/ 1 h 32"/>
                <a:gd name="T2" fmla="*/ 0 w 178"/>
                <a:gd name="T3" fmla="*/ 32 h 32"/>
                <a:gd name="T4" fmla="*/ 178 w 178"/>
                <a:gd name="T5" fmla="*/ 32 h 32"/>
                <a:gd name="T6" fmla="*/ 178 w 178"/>
                <a:gd name="T7" fmla="*/ 0 h 32"/>
                <a:gd name="T8" fmla="*/ 0 w 178"/>
                <a:gd name="T9" fmla="*/ 0 h 32"/>
                <a:gd name="T10" fmla="*/ 0 w 178"/>
                <a:gd name="T11" fmla="*/ 1 h 32"/>
              </a:gdLst>
              <a:ahLst/>
              <a:cxnLst>
                <a:cxn ang="0">
                  <a:pos x="T0" y="T1"/>
                </a:cxn>
                <a:cxn ang="0">
                  <a:pos x="T2" y="T3"/>
                </a:cxn>
                <a:cxn ang="0">
                  <a:pos x="T4" y="T5"/>
                </a:cxn>
                <a:cxn ang="0">
                  <a:pos x="T6" y="T7"/>
                </a:cxn>
                <a:cxn ang="0">
                  <a:pos x="T8" y="T9"/>
                </a:cxn>
                <a:cxn ang="0">
                  <a:pos x="T10" y="T11"/>
                </a:cxn>
              </a:cxnLst>
              <a:rect l="0" t="0" r="r" b="b"/>
              <a:pathLst>
                <a:path w="178" h="32">
                  <a:moveTo>
                    <a:pt x="0" y="1"/>
                  </a:moveTo>
                  <a:lnTo>
                    <a:pt x="0" y="32"/>
                  </a:lnTo>
                  <a:lnTo>
                    <a:pt x="178" y="32"/>
                  </a:lnTo>
                  <a:lnTo>
                    <a:pt x="178" y="0"/>
                  </a:lnTo>
                  <a:lnTo>
                    <a:pt x="0" y="0"/>
                  </a:lnTo>
                  <a:lnTo>
                    <a:pt x="0" y="1"/>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9" name="Freeform 48"/>
            <p:cNvSpPr>
              <a:spLocks/>
            </p:cNvSpPr>
            <p:nvPr/>
          </p:nvSpPr>
          <p:spPr bwMode="auto">
            <a:xfrm>
              <a:off x="2209800" y="1312863"/>
              <a:ext cx="238125" cy="227013"/>
            </a:xfrm>
            <a:custGeom>
              <a:avLst/>
              <a:gdLst>
                <a:gd name="T0" fmla="*/ 180 w 180"/>
                <a:gd name="T1" fmla="*/ 90 h 172"/>
                <a:gd name="T2" fmla="*/ 90 w 180"/>
                <a:gd name="T3" fmla="*/ 0 h 172"/>
                <a:gd name="T4" fmla="*/ 0 w 180"/>
                <a:gd name="T5" fmla="*/ 90 h 172"/>
                <a:gd name="T6" fmla="*/ 52 w 180"/>
                <a:gd name="T7" fmla="*/ 172 h 172"/>
                <a:gd name="T8" fmla="*/ 128 w 180"/>
                <a:gd name="T9" fmla="*/ 172 h 172"/>
                <a:gd name="T10" fmla="*/ 180 w 180"/>
                <a:gd name="T11" fmla="*/ 90 h 172"/>
              </a:gdLst>
              <a:ahLst/>
              <a:cxnLst>
                <a:cxn ang="0">
                  <a:pos x="T0" y="T1"/>
                </a:cxn>
                <a:cxn ang="0">
                  <a:pos x="T2" y="T3"/>
                </a:cxn>
                <a:cxn ang="0">
                  <a:pos x="T4" y="T5"/>
                </a:cxn>
                <a:cxn ang="0">
                  <a:pos x="T6" y="T7"/>
                </a:cxn>
                <a:cxn ang="0">
                  <a:pos x="T8" y="T9"/>
                </a:cxn>
                <a:cxn ang="0">
                  <a:pos x="T10" y="T11"/>
                </a:cxn>
              </a:cxnLst>
              <a:rect l="0" t="0" r="r" b="b"/>
              <a:pathLst>
                <a:path w="180" h="172">
                  <a:moveTo>
                    <a:pt x="180" y="90"/>
                  </a:moveTo>
                  <a:cubicBezTo>
                    <a:pt x="180" y="40"/>
                    <a:pt x="140" y="0"/>
                    <a:pt x="90" y="0"/>
                  </a:cubicBezTo>
                  <a:cubicBezTo>
                    <a:pt x="40" y="0"/>
                    <a:pt x="0" y="40"/>
                    <a:pt x="0" y="90"/>
                  </a:cubicBezTo>
                  <a:cubicBezTo>
                    <a:pt x="0" y="126"/>
                    <a:pt x="21" y="157"/>
                    <a:pt x="52" y="172"/>
                  </a:cubicBezTo>
                  <a:cubicBezTo>
                    <a:pt x="128" y="172"/>
                    <a:pt x="128" y="172"/>
                    <a:pt x="128" y="172"/>
                  </a:cubicBezTo>
                  <a:cubicBezTo>
                    <a:pt x="159" y="157"/>
                    <a:pt x="180" y="126"/>
                    <a:pt x="180" y="9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0" name="Freeform 49"/>
            <p:cNvSpPr>
              <a:spLocks noEditPoints="1"/>
            </p:cNvSpPr>
            <p:nvPr/>
          </p:nvSpPr>
          <p:spPr bwMode="auto">
            <a:xfrm>
              <a:off x="2028825" y="1550988"/>
              <a:ext cx="695325" cy="989013"/>
            </a:xfrm>
            <a:custGeom>
              <a:avLst/>
              <a:gdLst>
                <a:gd name="T0" fmla="*/ 56 w 524"/>
                <a:gd name="T1" fmla="*/ 225 h 745"/>
                <a:gd name="T2" fmla="*/ 96 w 524"/>
                <a:gd name="T3" fmla="*/ 242 h 745"/>
                <a:gd name="T4" fmla="*/ 96 w 524"/>
                <a:gd name="T5" fmla="*/ 696 h 745"/>
                <a:gd name="T6" fmla="*/ 145 w 524"/>
                <a:gd name="T7" fmla="*/ 745 h 745"/>
                <a:gd name="T8" fmla="*/ 195 w 524"/>
                <a:gd name="T9" fmla="*/ 696 h 745"/>
                <a:gd name="T10" fmla="*/ 195 w 524"/>
                <a:gd name="T11" fmla="*/ 335 h 745"/>
                <a:gd name="T12" fmla="*/ 213 w 524"/>
                <a:gd name="T13" fmla="*/ 335 h 745"/>
                <a:gd name="T14" fmla="*/ 213 w 524"/>
                <a:gd name="T15" fmla="*/ 696 h 745"/>
                <a:gd name="T16" fmla="*/ 263 w 524"/>
                <a:gd name="T17" fmla="*/ 745 h 745"/>
                <a:gd name="T18" fmla="*/ 312 w 524"/>
                <a:gd name="T19" fmla="*/ 696 h 745"/>
                <a:gd name="T20" fmla="*/ 312 w 524"/>
                <a:gd name="T21" fmla="*/ 125 h 745"/>
                <a:gd name="T22" fmla="*/ 365 w 524"/>
                <a:gd name="T23" fmla="*/ 168 h 745"/>
                <a:gd name="T24" fmla="*/ 449 w 524"/>
                <a:gd name="T25" fmla="*/ 193 h 745"/>
                <a:gd name="T26" fmla="*/ 449 w 524"/>
                <a:gd name="T27" fmla="*/ 193 h 745"/>
                <a:gd name="T28" fmla="*/ 498 w 524"/>
                <a:gd name="T29" fmla="*/ 184 h 745"/>
                <a:gd name="T30" fmla="*/ 518 w 524"/>
                <a:gd name="T31" fmla="*/ 143 h 745"/>
                <a:gd name="T32" fmla="*/ 477 w 524"/>
                <a:gd name="T33" fmla="*/ 124 h 745"/>
                <a:gd name="T34" fmla="*/ 449 w 524"/>
                <a:gd name="T35" fmla="*/ 129 h 745"/>
                <a:gd name="T36" fmla="*/ 398 w 524"/>
                <a:gd name="T37" fmla="*/ 113 h 745"/>
                <a:gd name="T38" fmla="*/ 336 w 524"/>
                <a:gd name="T39" fmla="*/ 54 h 745"/>
                <a:gd name="T40" fmla="*/ 318 w 524"/>
                <a:gd name="T41" fmla="*/ 28 h 745"/>
                <a:gd name="T42" fmla="*/ 314 w 524"/>
                <a:gd name="T43" fmla="*/ 20 h 745"/>
                <a:gd name="T44" fmla="*/ 313 w 524"/>
                <a:gd name="T45" fmla="*/ 18 h 745"/>
                <a:gd name="T46" fmla="*/ 313 w 524"/>
                <a:gd name="T47" fmla="*/ 18 h 745"/>
                <a:gd name="T48" fmla="*/ 292 w 524"/>
                <a:gd name="T49" fmla="*/ 1 h 745"/>
                <a:gd name="T50" fmla="*/ 281 w 524"/>
                <a:gd name="T51" fmla="*/ 0 h 745"/>
                <a:gd name="T52" fmla="*/ 127 w 524"/>
                <a:gd name="T53" fmla="*/ 0 h 745"/>
                <a:gd name="T54" fmla="*/ 114 w 524"/>
                <a:gd name="T55" fmla="*/ 2 h 745"/>
                <a:gd name="T56" fmla="*/ 106 w 524"/>
                <a:gd name="T57" fmla="*/ 5 h 745"/>
                <a:gd name="T58" fmla="*/ 40 w 524"/>
                <a:gd name="T59" fmla="*/ 53 h 745"/>
                <a:gd name="T60" fmla="*/ 13 w 524"/>
                <a:gd name="T61" fmla="*/ 91 h 745"/>
                <a:gd name="T62" fmla="*/ 0 w 524"/>
                <a:gd name="T63" fmla="*/ 140 h 745"/>
                <a:gd name="T64" fmla="*/ 9 w 524"/>
                <a:gd name="T65" fmla="*/ 179 h 745"/>
                <a:gd name="T66" fmla="*/ 56 w 524"/>
                <a:gd name="T67" fmla="*/ 225 h 745"/>
                <a:gd name="T68" fmla="*/ 72 w 524"/>
                <a:gd name="T69" fmla="*/ 117 h 745"/>
                <a:gd name="T70" fmla="*/ 96 w 524"/>
                <a:gd name="T71" fmla="*/ 87 h 745"/>
                <a:gd name="T72" fmla="*/ 96 w 524"/>
                <a:gd name="T73" fmla="*/ 174 h 745"/>
                <a:gd name="T74" fmla="*/ 77 w 524"/>
                <a:gd name="T75" fmla="*/ 162 h 745"/>
                <a:gd name="T76" fmla="*/ 67 w 524"/>
                <a:gd name="T77" fmla="*/ 150 h 745"/>
                <a:gd name="T78" fmla="*/ 64 w 524"/>
                <a:gd name="T79" fmla="*/ 140 h 745"/>
                <a:gd name="T80" fmla="*/ 72 w 524"/>
                <a:gd name="T81" fmla="*/ 117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24" h="745">
                  <a:moveTo>
                    <a:pt x="56" y="225"/>
                  </a:moveTo>
                  <a:cubicBezTo>
                    <a:pt x="67" y="232"/>
                    <a:pt x="81" y="237"/>
                    <a:pt x="96" y="242"/>
                  </a:cubicBezTo>
                  <a:cubicBezTo>
                    <a:pt x="96" y="696"/>
                    <a:pt x="96" y="696"/>
                    <a:pt x="96" y="696"/>
                  </a:cubicBezTo>
                  <a:cubicBezTo>
                    <a:pt x="96" y="723"/>
                    <a:pt x="118" y="745"/>
                    <a:pt x="145" y="745"/>
                  </a:cubicBezTo>
                  <a:cubicBezTo>
                    <a:pt x="173" y="745"/>
                    <a:pt x="195" y="723"/>
                    <a:pt x="195" y="696"/>
                  </a:cubicBezTo>
                  <a:cubicBezTo>
                    <a:pt x="195" y="335"/>
                    <a:pt x="195" y="335"/>
                    <a:pt x="195" y="335"/>
                  </a:cubicBezTo>
                  <a:cubicBezTo>
                    <a:pt x="213" y="335"/>
                    <a:pt x="213" y="335"/>
                    <a:pt x="213" y="335"/>
                  </a:cubicBezTo>
                  <a:cubicBezTo>
                    <a:pt x="213" y="696"/>
                    <a:pt x="213" y="696"/>
                    <a:pt x="213" y="696"/>
                  </a:cubicBezTo>
                  <a:cubicBezTo>
                    <a:pt x="213" y="723"/>
                    <a:pt x="235" y="745"/>
                    <a:pt x="263" y="745"/>
                  </a:cubicBezTo>
                  <a:cubicBezTo>
                    <a:pt x="290" y="745"/>
                    <a:pt x="312" y="723"/>
                    <a:pt x="312" y="696"/>
                  </a:cubicBezTo>
                  <a:cubicBezTo>
                    <a:pt x="312" y="125"/>
                    <a:pt x="312" y="125"/>
                    <a:pt x="312" y="125"/>
                  </a:cubicBezTo>
                  <a:cubicBezTo>
                    <a:pt x="327" y="140"/>
                    <a:pt x="345" y="156"/>
                    <a:pt x="365" y="168"/>
                  </a:cubicBezTo>
                  <a:cubicBezTo>
                    <a:pt x="389" y="182"/>
                    <a:pt x="417" y="193"/>
                    <a:pt x="449" y="193"/>
                  </a:cubicBezTo>
                  <a:cubicBezTo>
                    <a:pt x="449" y="193"/>
                    <a:pt x="449" y="193"/>
                    <a:pt x="449" y="193"/>
                  </a:cubicBezTo>
                  <a:cubicBezTo>
                    <a:pt x="465" y="193"/>
                    <a:pt x="482" y="190"/>
                    <a:pt x="498" y="184"/>
                  </a:cubicBezTo>
                  <a:cubicBezTo>
                    <a:pt x="515" y="178"/>
                    <a:pt x="524" y="160"/>
                    <a:pt x="518" y="143"/>
                  </a:cubicBezTo>
                  <a:cubicBezTo>
                    <a:pt x="512" y="127"/>
                    <a:pt x="493" y="118"/>
                    <a:pt x="477" y="124"/>
                  </a:cubicBezTo>
                  <a:cubicBezTo>
                    <a:pt x="467" y="127"/>
                    <a:pt x="457" y="129"/>
                    <a:pt x="449" y="129"/>
                  </a:cubicBezTo>
                  <a:cubicBezTo>
                    <a:pt x="431" y="129"/>
                    <a:pt x="415" y="123"/>
                    <a:pt x="398" y="113"/>
                  </a:cubicBezTo>
                  <a:cubicBezTo>
                    <a:pt x="374" y="99"/>
                    <a:pt x="352" y="75"/>
                    <a:pt x="336" y="54"/>
                  </a:cubicBezTo>
                  <a:cubicBezTo>
                    <a:pt x="328" y="44"/>
                    <a:pt x="322" y="34"/>
                    <a:pt x="318" y="28"/>
                  </a:cubicBezTo>
                  <a:cubicBezTo>
                    <a:pt x="316" y="24"/>
                    <a:pt x="315" y="22"/>
                    <a:pt x="314" y="20"/>
                  </a:cubicBezTo>
                  <a:cubicBezTo>
                    <a:pt x="313" y="19"/>
                    <a:pt x="313" y="18"/>
                    <a:pt x="313" y="18"/>
                  </a:cubicBezTo>
                  <a:cubicBezTo>
                    <a:pt x="313" y="18"/>
                    <a:pt x="313" y="18"/>
                    <a:pt x="313" y="18"/>
                  </a:cubicBezTo>
                  <a:cubicBezTo>
                    <a:pt x="308" y="9"/>
                    <a:pt x="300" y="4"/>
                    <a:pt x="292" y="1"/>
                  </a:cubicBezTo>
                  <a:cubicBezTo>
                    <a:pt x="289" y="0"/>
                    <a:pt x="285" y="0"/>
                    <a:pt x="281" y="0"/>
                  </a:cubicBezTo>
                  <a:cubicBezTo>
                    <a:pt x="127" y="0"/>
                    <a:pt x="127" y="0"/>
                    <a:pt x="127" y="0"/>
                  </a:cubicBezTo>
                  <a:cubicBezTo>
                    <a:pt x="122" y="0"/>
                    <a:pt x="118" y="1"/>
                    <a:pt x="114" y="2"/>
                  </a:cubicBezTo>
                  <a:cubicBezTo>
                    <a:pt x="111" y="3"/>
                    <a:pt x="108" y="4"/>
                    <a:pt x="106" y="5"/>
                  </a:cubicBezTo>
                  <a:cubicBezTo>
                    <a:pt x="84" y="14"/>
                    <a:pt x="61" y="30"/>
                    <a:pt x="40" y="53"/>
                  </a:cubicBezTo>
                  <a:cubicBezTo>
                    <a:pt x="30" y="64"/>
                    <a:pt x="20" y="77"/>
                    <a:pt x="13" y="91"/>
                  </a:cubicBezTo>
                  <a:cubicBezTo>
                    <a:pt x="6" y="106"/>
                    <a:pt x="0" y="122"/>
                    <a:pt x="0" y="140"/>
                  </a:cubicBezTo>
                  <a:cubicBezTo>
                    <a:pt x="0" y="153"/>
                    <a:pt x="3" y="166"/>
                    <a:pt x="9" y="179"/>
                  </a:cubicBezTo>
                  <a:cubicBezTo>
                    <a:pt x="19" y="197"/>
                    <a:pt x="35" y="213"/>
                    <a:pt x="56" y="225"/>
                  </a:cubicBezTo>
                  <a:close/>
                  <a:moveTo>
                    <a:pt x="72" y="117"/>
                  </a:moveTo>
                  <a:cubicBezTo>
                    <a:pt x="77" y="107"/>
                    <a:pt x="86" y="96"/>
                    <a:pt x="96" y="87"/>
                  </a:cubicBezTo>
                  <a:cubicBezTo>
                    <a:pt x="96" y="174"/>
                    <a:pt x="96" y="174"/>
                    <a:pt x="96" y="174"/>
                  </a:cubicBezTo>
                  <a:cubicBezTo>
                    <a:pt x="87" y="170"/>
                    <a:pt x="81" y="166"/>
                    <a:pt x="77" y="162"/>
                  </a:cubicBezTo>
                  <a:cubicBezTo>
                    <a:pt x="71" y="157"/>
                    <a:pt x="68" y="153"/>
                    <a:pt x="67" y="150"/>
                  </a:cubicBezTo>
                  <a:cubicBezTo>
                    <a:pt x="65" y="147"/>
                    <a:pt x="64" y="144"/>
                    <a:pt x="64" y="140"/>
                  </a:cubicBezTo>
                  <a:cubicBezTo>
                    <a:pt x="64" y="134"/>
                    <a:pt x="67" y="126"/>
                    <a:pt x="72" y="11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51" name="组合 50"/>
          <p:cNvGrpSpPr/>
          <p:nvPr/>
        </p:nvGrpSpPr>
        <p:grpSpPr>
          <a:xfrm>
            <a:off x="366713" y="728663"/>
            <a:ext cx="1169988" cy="1811338"/>
            <a:chOff x="366713" y="728663"/>
            <a:chExt cx="1169988" cy="1811338"/>
          </a:xfrm>
        </p:grpSpPr>
        <p:sp>
          <p:nvSpPr>
            <p:cNvPr id="52" name="Freeform 50"/>
            <p:cNvSpPr>
              <a:spLocks noEditPoints="1"/>
            </p:cNvSpPr>
            <p:nvPr/>
          </p:nvSpPr>
          <p:spPr bwMode="auto">
            <a:xfrm>
              <a:off x="481013" y="969963"/>
              <a:ext cx="1050925" cy="1470025"/>
            </a:xfrm>
            <a:custGeom>
              <a:avLst/>
              <a:gdLst>
                <a:gd name="T0" fmla="*/ 36 w 792"/>
                <a:gd name="T1" fmla="*/ 430 h 1108"/>
                <a:gd name="T2" fmla="*/ 63 w 792"/>
                <a:gd name="T3" fmla="*/ 430 h 1108"/>
                <a:gd name="T4" fmla="*/ 63 w 792"/>
                <a:gd name="T5" fmla="*/ 409 h 1108"/>
                <a:gd name="T6" fmla="*/ 16 w 792"/>
                <a:gd name="T7" fmla="*/ 325 h 1108"/>
                <a:gd name="T8" fmla="*/ 63 w 792"/>
                <a:gd name="T9" fmla="*/ 241 h 1108"/>
                <a:gd name="T10" fmla="*/ 63 w 792"/>
                <a:gd name="T11" fmla="*/ 85 h 1108"/>
                <a:gd name="T12" fmla="*/ 79 w 792"/>
                <a:gd name="T13" fmla="*/ 69 h 1108"/>
                <a:gd name="T14" fmla="*/ 491 w 792"/>
                <a:gd name="T15" fmla="*/ 69 h 1108"/>
                <a:gd name="T16" fmla="*/ 507 w 792"/>
                <a:gd name="T17" fmla="*/ 85 h 1108"/>
                <a:gd name="T18" fmla="*/ 507 w 792"/>
                <a:gd name="T19" fmla="*/ 684 h 1108"/>
                <a:gd name="T20" fmla="*/ 491 w 792"/>
                <a:gd name="T21" fmla="*/ 700 h 1108"/>
                <a:gd name="T22" fmla="*/ 230 w 792"/>
                <a:gd name="T23" fmla="*/ 700 h 1108"/>
                <a:gd name="T24" fmla="*/ 230 w 792"/>
                <a:gd name="T25" fmla="*/ 880 h 1108"/>
                <a:gd name="T26" fmla="*/ 438 w 792"/>
                <a:gd name="T27" fmla="*/ 880 h 1108"/>
                <a:gd name="T28" fmla="*/ 438 w 792"/>
                <a:gd name="T29" fmla="*/ 768 h 1108"/>
                <a:gd name="T30" fmla="*/ 440 w 792"/>
                <a:gd name="T31" fmla="*/ 768 h 1108"/>
                <a:gd name="T32" fmla="*/ 456 w 792"/>
                <a:gd name="T33" fmla="*/ 784 h 1108"/>
                <a:gd name="T34" fmla="*/ 456 w 792"/>
                <a:gd name="T35" fmla="*/ 884 h 1108"/>
                <a:gd name="T36" fmla="*/ 440 w 792"/>
                <a:gd name="T37" fmla="*/ 900 h 1108"/>
                <a:gd name="T38" fmla="*/ 230 w 792"/>
                <a:gd name="T39" fmla="*/ 900 h 1108"/>
                <a:gd name="T40" fmla="*/ 230 w 792"/>
                <a:gd name="T41" fmla="*/ 1049 h 1108"/>
                <a:gd name="T42" fmla="*/ 624 w 792"/>
                <a:gd name="T43" fmla="*/ 1049 h 1108"/>
                <a:gd name="T44" fmla="*/ 624 w 792"/>
                <a:gd name="T45" fmla="*/ 1108 h 1108"/>
                <a:gd name="T46" fmla="*/ 740 w 792"/>
                <a:gd name="T47" fmla="*/ 1108 h 1108"/>
                <a:gd name="T48" fmla="*/ 740 w 792"/>
                <a:gd name="T49" fmla="*/ 1049 h 1108"/>
                <a:gd name="T50" fmla="*/ 792 w 792"/>
                <a:gd name="T51" fmla="*/ 1049 h 1108"/>
                <a:gd name="T52" fmla="*/ 792 w 792"/>
                <a:gd name="T53" fmla="*/ 0 h 1108"/>
                <a:gd name="T54" fmla="*/ 0 w 792"/>
                <a:gd name="T55" fmla="*/ 0 h 1108"/>
                <a:gd name="T56" fmla="*/ 0 w 792"/>
                <a:gd name="T57" fmla="*/ 439 h 1108"/>
                <a:gd name="T58" fmla="*/ 25 w 792"/>
                <a:gd name="T59" fmla="*/ 431 h 1108"/>
                <a:gd name="T60" fmla="*/ 36 w 792"/>
                <a:gd name="T61" fmla="*/ 430 h 1108"/>
                <a:gd name="T62" fmla="*/ 547 w 792"/>
                <a:gd name="T63" fmla="*/ 85 h 1108"/>
                <a:gd name="T64" fmla="*/ 563 w 792"/>
                <a:gd name="T65" fmla="*/ 69 h 1108"/>
                <a:gd name="T66" fmla="*/ 713 w 792"/>
                <a:gd name="T67" fmla="*/ 69 h 1108"/>
                <a:gd name="T68" fmla="*/ 729 w 792"/>
                <a:gd name="T69" fmla="*/ 85 h 1108"/>
                <a:gd name="T70" fmla="*/ 729 w 792"/>
                <a:gd name="T71" fmla="*/ 941 h 1108"/>
                <a:gd name="T72" fmla="*/ 713 w 792"/>
                <a:gd name="T73" fmla="*/ 957 h 1108"/>
                <a:gd name="T74" fmla="*/ 563 w 792"/>
                <a:gd name="T75" fmla="*/ 957 h 1108"/>
                <a:gd name="T76" fmla="*/ 547 w 792"/>
                <a:gd name="T77" fmla="*/ 941 h 1108"/>
                <a:gd name="T78" fmla="*/ 547 w 792"/>
                <a:gd name="T79" fmla="*/ 85 h 1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92" h="1108">
                  <a:moveTo>
                    <a:pt x="36" y="430"/>
                  </a:moveTo>
                  <a:cubicBezTo>
                    <a:pt x="63" y="430"/>
                    <a:pt x="63" y="430"/>
                    <a:pt x="63" y="430"/>
                  </a:cubicBezTo>
                  <a:cubicBezTo>
                    <a:pt x="63" y="409"/>
                    <a:pt x="63" y="409"/>
                    <a:pt x="63" y="409"/>
                  </a:cubicBezTo>
                  <a:cubicBezTo>
                    <a:pt x="35" y="392"/>
                    <a:pt x="16" y="360"/>
                    <a:pt x="16" y="325"/>
                  </a:cubicBezTo>
                  <a:cubicBezTo>
                    <a:pt x="16" y="289"/>
                    <a:pt x="35" y="258"/>
                    <a:pt x="63" y="241"/>
                  </a:cubicBezTo>
                  <a:cubicBezTo>
                    <a:pt x="63" y="85"/>
                    <a:pt x="63" y="85"/>
                    <a:pt x="63" y="85"/>
                  </a:cubicBezTo>
                  <a:cubicBezTo>
                    <a:pt x="63" y="76"/>
                    <a:pt x="70" y="69"/>
                    <a:pt x="79" y="69"/>
                  </a:cubicBezTo>
                  <a:cubicBezTo>
                    <a:pt x="491" y="69"/>
                    <a:pt x="491" y="69"/>
                    <a:pt x="491" y="69"/>
                  </a:cubicBezTo>
                  <a:cubicBezTo>
                    <a:pt x="500" y="69"/>
                    <a:pt x="507" y="76"/>
                    <a:pt x="507" y="85"/>
                  </a:cubicBezTo>
                  <a:cubicBezTo>
                    <a:pt x="507" y="684"/>
                    <a:pt x="507" y="684"/>
                    <a:pt x="507" y="684"/>
                  </a:cubicBezTo>
                  <a:cubicBezTo>
                    <a:pt x="507" y="693"/>
                    <a:pt x="500" y="700"/>
                    <a:pt x="491" y="700"/>
                  </a:cubicBezTo>
                  <a:cubicBezTo>
                    <a:pt x="230" y="700"/>
                    <a:pt x="230" y="700"/>
                    <a:pt x="230" y="700"/>
                  </a:cubicBezTo>
                  <a:cubicBezTo>
                    <a:pt x="230" y="880"/>
                    <a:pt x="230" y="880"/>
                    <a:pt x="230" y="880"/>
                  </a:cubicBezTo>
                  <a:cubicBezTo>
                    <a:pt x="438" y="880"/>
                    <a:pt x="438" y="880"/>
                    <a:pt x="438" y="880"/>
                  </a:cubicBezTo>
                  <a:cubicBezTo>
                    <a:pt x="438" y="768"/>
                    <a:pt x="438" y="768"/>
                    <a:pt x="438" y="768"/>
                  </a:cubicBezTo>
                  <a:cubicBezTo>
                    <a:pt x="440" y="768"/>
                    <a:pt x="440" y="768"/>
                    <a:pt x="440" y="768"/>
                  </a:cubicBezTo>
                  <a:cubicBezTo>
                    <a:pt x="449" y="768"/>
                    <a:pt x="456" y="775"/>
                    <a:pt x="456" y="784"/>
                  </a:cubicBezTo>
                  <a:cubicBezTo>
                    <a:pt x="456" y="884"/>
                    <a:pt x="456" y="884"/>
                    <a:pt x="456" y="884"/>
                  </a:cubicBezTo>
                  <a:cubicBezTo>
                    <a:pt x="456" y="893"/>
                    <a:pt x="449" y="900"/>
                    <a:pt x="440" y="900"/>
                  </a:cubicBezTo>
                  <a:cubicBezTo>
                    <a:pt x="230" y="900"/>
                    <a:pt x="230" y="900"/>
                    <a:pt x="230" y="900"/>
                  </a:cubicBezTo>
                  <a:cubicBezTo>
                    <a:pt x="230" y="1049"/>
                    <a:pt x="230" y="1049"/>
                    <a:pt x="230" y="1049"/>
                  </a:cubicBezTo>
                  <a:cubicBezTo>
                    <a:pt x="624" y="1049"/>
                    <a:pt x="624" y="1049"/>
                    <a:pt x="624" y="1049"/>
                  </a:cubicBezTo>
                  <a:cubicBezTo>
                    <a:pt x="624" y="1108"/>
                    <a:pt x="624" y="1108"/>
                    <a:pt x="624" y="1108"/>
                  </a:cubicBezTo>
                  <a:cubicBezTo>
                    <a:pt x="740" y="1108"/>
                    <a:pt x="740" y="1108"/>
                    <a:pt x="740" y="1108"/>
                  </a:cubicBezTo>
                  <a:cubicBezTo>
                    <a:pt x="740" y="1049"/>
                    <a:pt x="740" y="1049"/>
                    <a:pt x="740" y="1049"/>
                  </a:cubicBezTo>
                  <a:cubicBezTo>
                    <a:pt x="792" y="1049"/>
                    <a:pt x="792" y="1049"/>
                    <a:pt x="792" y="1049"/>
                  </a:cubicBezTo>
                  <a:cubicBezTo>
                    <a:pt x="792" y="0"/>
                    <a:pt x="792" y="0"/>
                    <a:pt x="792" y="0"/>
                  </a:cubicBezTo>
                  <a:cubicBezTo>
                    <a:pt x="0" y="0"/>
                    <a:pt x="0" y="0"/>
                    <a:pt x="0" y="0"/>
                  </a:cubicBezTo>
                  <a:cubicBezTo>
                    <a:pt x="0" y="439"/>
                    <a:pt x="0" y="439"/>
                    <a:pt x="0" y="439"/>
                  </a:cubicBezTo>
                  <a:cubicBezTo>
                    <a:pt x="8" y="435"/>
                    <a:pt x="16" y="433"/>
                    <a:pt x="25" y="431"/>
                  </a:cubicBezTo>
                  <a:cubicBezTo>
                    <a:pt x="29" y="430"/>
                    <a:pt x="32" y="430"/>
                    <a:pt x="36" y="430"/>
                  </a:cubicBezTo>
                  <a:close/>
                  <a:moveTo>
                    <a:pt x="547" y="85"/>
                  </a:moveTo>
                  <a:cubicBezTo>
                    <a:pt x="547" y="76"/>
                    <a:pt x="554" y="69"/>
                    <a:pt x="563" y="69"/>
                  </a:cubicBezTo>
                  <a:cubicBezTo>
                    <a:pt x="713" y="69"/>
                    <a:pt x="713" y="69"/>
                    <a:pt x="713" y="69"/>
                  </a:cubicBezTo>
                  <a:cubicBezTo>
                    <a:pt x="722" y="69"/>
                    <a:pt x="729" y="76"/>
                    <a:pt x="729" y="85"/>
                  </a:cubicBezTo>
                  <a:cubicBezTo>
                    <a:pt x="729" y="941"/>
                    <a:pt x="729" y="941"/>
                    <a:pt x="729" y="941"/>
                  </a:cubicBezTo>
                  <a:cubicBezTo>
                    <a:pt x="729" y="950"/>
                    <a:pt x="722" y="957"/>
                    <a:pt x="713" y="957"/>
                  </a:cubicBezTo>
                  <a:cubicBezTo>
                    <a:pt x="563" y="957"/>
                    <a:pt x="563" y="957"/>
                    <a:pt x="563" y="957"/>
                  </a:cubicBezTo>
                  <a:cubicBezTo>
                    <a:pt x="554" y="957"/>
                    <a:pt x="547" y="950"/>
                    <a:pt x="547" y="941"/>
                  </a:cubicBezTo>
                  <a:lnTo>
                    <a:pt x="547" y="85"/>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3" name="Freeform 51"/>
            <p:cNvSpPr>
              <a:spLocks noEditPoints="1"/>
            </p:cNvSpPr>
            <p:nvPr/>
          </p:nvSpPr>
          <p:spPr bwMode="auto">
            <a:xfrm>
              <a:off x="484188" y="728663"/>
              <a:ext cx="1052513" cy="212725"/>
            </a:xfrm>
            <a:custGeom>
              <a:avLst/>
              <a:gdLst>
                <a:gd name="T0" fmla="*/ 0 w 793"/>
                <a:gd name="T1" fmla="*/ 0 h 160"/>
                <a:gd name="T2" fmla="*/ 793 w 793"/>
                <a:gd name="T3" fmla="*/ 160 h 160"/>
                <a:gd name="T4" fmla="*/ 123 w 793"/>
                <a:gd name="T5" fmla="*/ 110 h 160"/>
                <a:gd name="T6" fmla="*/ 72 w 793"/>
                <a:gd name="T7" fmla="*/ 118 h 160"/>
                <a:gd name="T8" fmla="*/ 94 w 793"/>
                <a:gd name="T9" fmla="*/ 47 h 160"/>
                <a:gd name="T10" fmla="*/ 135 w 793"/>
                <a:gd name="T11" fmla="*/ 82 h 160"/>
                <a:gd name="T12" fmla="*/ 182 w 793"/>
                <a:gd name="T13" fmla="*/ 119 h 160"/>
                <a:gd name="T14" fmla="*/ 166 w 793"/>
                <a:gd name="T15" fmla="*/ 91 h 160"/>
                <a:gd name="T16" fmla="*/ 161 w 793"/>
                <a:gd name="T17" fmla="*/ 119 h 160"/>
                <a:gd name="T18" fmla="*/ 145 w 793"/>
                <a:gd name="T19" fmla="*/ 49 h 160"/>
                <a:gd name="T20" fmla="*/ 189 w 793"/>
                <a:gd name="T21" fmla="*/ 53 h 160"/>
                <a:gd name="T22" fmla="*/ 184 w 793"/>
                <a:gd name="T23" fmla="*/ 85 h 160"/>
                <a:gd name="T24" fmla="*/ 193 w 793"/>
                <a:gd name="T25" fmla="*/ 99 h 160"/>
                <a:gd name="T26" fmla="*/ 182 w 793"/>
                <a:gd name="T27" fmla="*/ 119 h 160"/>
                <a:gd name="T28" fmla="*/ 208 w 793"/>
                <a:gd name="T29" fmla="*/ 119 h 160"/>
                <a:gd name="T30" fmla="*/ 224 w 793"/>
                <a:gd name="T31" fmla="*/ 48 h 160"/>
                <a:gd name="T32" fmla="*/ 296 w 793"/>
                <a:gd name="T33" fmla="*/ 119 h 160"/>
                <a:gd name="T34" fmla="*/ 264 w 793"/>
                <a:gd name="T35" fmla="*/ 91 h 160"/>
                <a:gd name="T36" fmla="*/ 252 w 793"/>
                <a:gd name="T37" fmla="*/ 66 h 160"/>
                <a:gd name="T38" fmla="*/ 252 w 793"/>
                <a:gd name="T39" fmla="*/ 119 h 160"/>
                <a:gd name="T40" fmla="*/ 238 w 793"/>
                <a:gd name="T41" fmla="*/ 48 h 160"/>
                <a:gd name="T42" fmla="*/ 271 w 793"/>
                <a:gd name="T43" fmla="*/ 74 h 160"/>
                <a:gd name="T44" fmla="*/ 283 w 793"/>
                <a:gd name="T45" fmla="*/ 98 h 160"/>
                <a:gd name="T46" fmla="*/ 282 w 793"/>
                <a:gd name="T47" fmla="*/ 48 h 160"/>
                <a:gd name="T48" fmla="*/ 296 w 793"/>
                <a:gd name="T49" fmla="*/ 119 h 160"/>
                <a:gd name="T50" fmla="*/ 332 w 793"/>
                <a:gd name="T51" fmla="*/ 88 h 160"/>
                <a:gd name="T52" fmla="*/ 326 w 793"/>
                <a:gd name="T53" fmla="*/ 119 h 160"/>
                <a:gd name="T54" fmla="*/ 310 w 793"/>
                <a:gd name="T55" fmla="*/ 48 h 160"/>
                <a:gd name="T56" fmla="*/ 326 w 793"/>
                <a:gd name="T57" fmla="*/ 79 h 160"/>
                <a:gd name="T58" fmla="*/ 331 w 793"/>
                <a:gd name="T59" fmla="*/ 71 h 160"/>
                <a:gd name="T60" fmla="*/ 367 w 793"/>
                <a:gd name="T61" fmla="*/ 48 h 160"/>
                <a:gd name="T62" fmla="*/ 368 w 793"/>
                <a:gd name="T63" fmla="*/ 119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93" h="160">
                  <a:moveTo>
                    <a:pt x="793" y="0"/>
                  </a:moveTo>
                  <a:cubicBezTo>
                    <a:pt x="0" y="0"/>
                    <a:pt x="0" y="0"/>
                    <a:pt x="0" y="0"/>
                  </a:cubicBezTo>
                  <a:cubicBezTo>
                    <a:pt x="0" y="160"/>
                    <a:pt x="0" y="160"/>
                    <a:pt x="0" y="160"/>
                  </a:cubicBezTo>
                  <a:cubicBezTo>
                    <a:pt x="793" y="160"/>
                    <a:pt x="793" y="160"/>
                    <a:pt x="793" y="160"/>
                  </a:cubicBezTo>
                  <a:lnTo>
                    <a:pt x="793" y="0"/>
                  </a:lnTo>
                  <a:close/>
                  <a:moveTo>
                    <a:pt x="123" y="110"/>
                  </a:moveTo>
                  <a:cubicBezTo>
                    <a:pt x="116" y="116"/>
                    <a:pt x="104" y="119"/>
                    <a:pt x="90" y="119"/>
                  </a:cubicBezTo>
                  <a:cubicBezTo>
                    <a:pt x="82" y="119"/>
                    <a:pt x="76" y="119"/>
                    <a:pt x="72" y="118"/>
                  </a:cubicBezTo>
                  <a:cubicBezTo>
                    <a:pt x="72" y="49"/>
                    <a:pt x="72" y="49"/>
                    <a:pt x="72" y="49"/>
                  </a:cubicBezTo>
                  <a:cubicBezTo>
                    <a:pt x="78" y="48"/>
                    <a:pt x="86" y="47"/>
                    <a:pt x="94" y="47"/>
                  </a:cubicBezTo>
                  <a:cubicBezTo>
                    <a:pt x="107" y="47"/>
                    <a:pt x="116" y="50"/>
                    <a:pt x="123" y="55"/>
                  </a:cubicBezTo>
                  <a:cubicBezTo>
                    <a:pt x="130" y="60"/>
                    <a:pt x="135" y="69"/>
                    <a:pt x="135" y="82"/>
                  </a:cubicBezTo>
                  <a:cubicBezTo>
                    <a:pt x="135" y="95"/>
                    <a:pt x="130" y="104"/>
                    <a:pt x="123" y="110"/>
                  </a:cubicBezTo>
                  <a:close/>
                  <a:moveTo>
                    <a:pt x="182" y="119"/>
                  </a:moveTo>
                  <a:cubicBezTo>
                    <a:pt x="181" y="117"/>
                    <a:pt x="179" y="111"/>
                    <a:pt x="178" y="102"/>
                  </a:cubicBezTo>
                  <a:cubicBezTo>
                    <a:pt x="176" y="93"/>
                    <a:pt x="172" y="91"/>
                    <a:pt x="166" y="91"/>
                  </a:cubicBezTo>
                  <a:cubicBezTo>
                    <a:pt x="161" y="91"/>
                    <a:pt x="161" y="91"/>
                    <a:pt x="161" y="91"/>
                  </a:cubicBezTo>
                  <a:cubicBezTo>
                    <a:pt x="161" y="119"/>
                    <a:pt x="161" y="119"/>
                    <a:pt x="161" y="119"/>
                  </a:cubicBezTo>
                  <a:cubicBezTo>
                    <a:pt x="145" y="119"/>
                    <a:pt x="145" y="119"/>
                    <a:pt x="145" y="119"/>
                  </a:cubicBezTo>
                  <a:cubicBezTo>
                    <a:pt x="145" y="49"/>
                    <a:pt x="145" y="49"/>
                    <a:pt x="145" y="49"/>
                  </a:cubicBezTo>
                  <a:cubicBezTo>
                    <a:pt x="150" y="48"/>
                    <a:pt x="158" y="47"/>
                    <a:pt x="167" y="47"/>
                  </a:cubicBezTo>
                  <a:cubicBezTo>
                    <a:pt x="177" y="47"/>
                    <a:pt x="184" y="49"/>
                    <a:pt x="189" y="53"/>
                  </a:cubicBezTo>
                  <a:cubicBezTo>
                    <a:pt x="194" y="56"/>
                    <a:pt x="196" y="61"/>
                    <a:pt x="196" y="68"/>
                  </a:cubicBezTo>
                  <a:cubicBezTo>
                    <a:pt x="196" y="77"/>
                    <a:pt x="190" y="83"/>
                    <a:pt x="184" y="85"/>
                  </a:cubicBezTo>
                  <a:cubicBezTo>
                    <a:pt x="184" y="85"/>
                    <a:pt x="184" y="85"/>
                    <a:pt x="184" y="85"/>
                  </a:cubicBezTo>
                  <a:cubicBezTo>
                    <a:pt x="189" y="87"/>
                    <a:pt x="191" y="92"/>
                    <a:pt x="193" y="99"/>
                  </a:cubicBezTo>
                  <a:cubicBezTo>
                    <a:pt x="195" y="107"/>
                    <a:pt x="197" y="116"/>
                    <a:pt x="199" y="119"/>
                  </a:cubicBezTo>
                  <a:lnTo>
                    <a:pt x="182" y="119"/>
                  </a:lnTo>
                  <a:close/>
                  <a:moveTo>
                    <a:pt x="224" y="119"/>
                  </a:moveTo>
                  <a:cubicBezTo>
                    <a:pt x="208" y="119"/>
                    <a:pt x="208" y="119"/>
                    <a:pt x="208" y="119"/>
                  </a:cubicBezTo>
                  <a:cubicBezTo>
                    <a:pt x="208" y="48"/>
                    <a:pt x="208" y="48"/>
                    <a:pt x="208" y="48"/>
                  </a:cubicBezTo>
                  <a:cubicBezTo>
                    <a:pt x="224" y="48"/>
                    <a:pt x="224" y="48"/>
                    <a:pt x="224" y="48"/>
                  </a:cubicBezTo>
                  <a:lnTo>
                    <a:pt x="224" y="119"/>
                  </a:lnTo>
                  <a:close/>
                  <a:moveTo>
                    <a:pt x="296" y="119"/>
                  </a:moveTo>
                  <a:cubicBezTo>
                    <a:pt x="279" y="119"/>
                    <a:pt x="279" y="119"/>
                    <a:pt x="279" y="119"/>
                  </a:cubicBezTo>
                  <a:cubicBezTo>
                    <a:pt x="264" y="91"/>
                    <a:pt x="264" y="91"/>
                    <a:pt x="264" y="91"/>
                  </a:cubicBezTo>
                  <a:cubicBezTo>
                    <a:pt x="260" y="84"/>
                    <a:pt x="255" y="75"/>
                    <a:pt x="252" y="66"/>
                  </a:cubicBezTo>
                  <a:cubicBezTo>
                    <a:pt x="252" y="66"/>
                    <a:pt x="252" y="66"/>
                    <a:pt x="252" y="66"/>
                  </a:cubicBezTo>
                  <a:cubicBezTo>
                    <a:pt x="252" y="76"/>
                    <a:pt x="252" y="86"/>
                    <a:pt x="252" y="97"/>
                  </a:cubicBezTo>
                  <a:cubicBezTo>
                    <a:pt x="252" y="119"/>
                    <a:pt x="252" y="119"/>
                    <a:pt x="252" y="119"/>
                  </a:cubicBezTo>
                  <a:cubicBezTo>
                    <a:pt x="238" y="119"/>
                    <a:pt x="238" y="119"/>
                    <a:pt x="238" y="119"/>
                  </a:cubicBezTo>
                  <a:cubicBezTo>
                    <a:pt x="238" y="48"/>
                    <a:pt x="238" y="48"/>
                    <a:pt x="238" y="48"/>
                  </a:cubicBezTo>
                  <a:cubicBezTo>
                    <a:pt x="256" y="48"/>
                    <a:pt x="256" y="48"/>
                    <a:pt x="256" y="48"/>
                  </a:cubicBezTo>
                  <a:cubicBezTo>
                    <a:pt x="271" y="74"/>
                    <a:pt x="271" y="74"/>
                    <a:pt x="271" y="74"/>
                  </a:cubicBezTo>
                  <a:cubicBezTo>
                    <a:pt x="275" y="81"/>
                    <a:pt x="279" y="90"/>
                    <a:pt x="283" y="98"/>
                  </a:cubicBezTo>
                  <a:cubicBezTo>
                    <a:pt x="283" y="98"/>
                    <a:pt x="283" y="98"/>
                    <a:pt x="283" y="98"/>
                  </a:cubicBezTo>
                  <a:cubicBezTo>
                    <a:pt x="282" y="89"/>
                    <a:pt x="282" y="79"/>
                    <a:pt x="282" y="68"/>
                  </a:cubicBezTo>
                  <a:cubicBezTo>
                    <a:pt x="282" y="48"/>
                    <a:pt x="282" y="48"/>
                    <a:pt x="282" y="48"/>
                  </a:cubicBezTo>
                  <a:cubicBezTo>
                    <a:pt x="296" y="48"/>
                    <a:pt x="296" y="48"/>
                    <a:pt x="296" y="48"/>
                  </a:cubicBezTo>
                  <a:lnTo>
                    <a:pt x="296" y="119"/>
                  </a:lnTo>
                  <a:close/>
                  <a:moveTo>
                    <a:pt x="350" y="119"/>
                  </a:moveTo>
                  <a:cubicBezTo>
                    <a:pt x="332" y="88"/>
                    <a:pt x="332" y="88"/>
                    <a:pt x="332" y="88"/>
                  </a:cubicBezTo>
                  <a:cubicBezTo>
                    <a:pt x="326" y="95"/>
                    <a:pt x="326" y="95"/>
                    <a:pt x="326" y="95"/>
                  </a:cubicBezTo>
                  <a:cubicBezTo>
                    <a:pt x="326" y="119"/>
                    <a:pt x="326" y="119"/>
                    <a:pt x="326" y="119"/>
                  </a:cubicBezTo>
                  <a:cubicBezTo>
                    <a:pt x="310" y="119"/>
                    <a:pt x="310" y="119"/>
                    <a:pt x="310" y="119"/>
                  </a:cubicBezTo>
                  <a:cubicBezTo>
                    <a:pt x="310" y="48"/>
                    <a:pt x="310" y="48"/>
                    <a:pt x="310" y="48"/>
                  </a:cubicBezTo>
                  <a:cubicBezTo>
                    <a:pt x="326" y="48"/>
                    <a:pt x="326" y="48"/>
                    <a:pt x="326" y="48"/>
                  </a:cubicBezTo>
                  <a:cubicBezTo>
                    <a:pt x="326" y="79"/>
                    <a:pt x="326" y="79"/>
                    <a:pt x="326" y="79"/>
                  </a:cubicBezTo>
                  <a:cubicBezTo>
                    <a:pt x="326" y="79"/>
                    <a:pt x="326" y="79"/>
                    <a:pt x="326" y="79"/>
                  </a:cubicBezTo>
                  <a:cubicBezTo>
                    <a:pt x="328" y="76"/>
                    <a:pt x="330" y="74"/>
                    <a:pt x="331" y="71"/>
                  </a:cubicBezTo>
                  <a:cubicBezTo>
                    <a:pt x="347" y="48"/>
                    <a:pt x="347" y="48"/>
                    <a:pt x="347" y="48"/>
                  </a:cubicBezTo>
                  <a:cubicBezTo>
                    <a:pt x="367" y="48"/>
                    <a:pt x="367" y="48"/>
                    <a:pt x="367" y="48"/>
                  </a:cubicBezTo>
                  <a:cubicBezTo>
                    <a:pt x="344" y="78"/>
                    <a:pt x="344" y="78"/>
                    <a:pt x="344" y="78"/>
                  </a:cubicBezTo>
                  <a:cubicBezTo>
                    <a:pt x="368" y="119"/>
                    <a:pt x="368" y="119"/>
                    <a:pt x="368" y="119"/>
                  </a:cubicBezTo>
                  <a:lnTo>
                    <a:pt x="350" y="119"/>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4" name="Freeform 52"/>
            <p:cNvSpPr>
              <a:spLocks/>
            </p:cNvSpPr>
            <p:nvPr/>
          </p:nvSpPr>
          <p:spPr bwMode="auto">
            <a:xfrm>
              <a:off x="698500" y="806450"/>
              <a:ext cx="25400" cy="26988"/>
            </a:xfrm>
            <a:custGeom>
              <a:avLst/>
              <a:gdLst>
                <a:gd name="T0" fmla="*/ 7 w 19"/>
                <a:gd name="T1" fmla="*/ 0 h 20"/>
                <a:gd name="T2" fmla="*/ 0 w 19"/>
                <a:gd name="T3" fmla="*/ 1 h 20"/>
                <a:gd name="T4" fmla="*/ 0 w 19"/>
                <a:gd name="T5" fmla="*/ 20 h 20"/>
                <a:gd name="T6" fmla="*/ 6 w 19"/>
                <a:gd name="T7" fmla="*/ 20 h 20"/>
                <a:gd name="T8" fmla="*/ 19 w 19"/>
                <a:gd name="T9" fmla="*/ 10 h 20"/>
                <a:gd name="T10" fmla="*/ 7 w 19"/>
                <a:gd name="T11" fmla="*/ 0 h 20"/>
              </a:gdLst>
              <a:ahLst/>
              <a:cxnLst>
                <a:cxn ang="0">
                  <a:pos x="T0" y="T1"/>
                </a:cxn>
                <a:cxn ang="0">
                  <a:pos x="T2" y="T3"/>
                </a:cxn>
                <a:cxn ang="0">
                  <a:pos x="T4" y="T5"/>
                </a:cxn>
                <a:cxn ang="0">
                  <a:pos x="T6" y="T7"/>
                </a:cxn>
                <a:cxn ang="0">
                  <a:pos x="T8" y="T9"/>
                </a:cxn>
                <a:cxn ang="0">
                  <a:pos x="T10" y="T11"/>
                </a:cxn>
              </a:cxnLst>
              <a:rect l="0" t="0" r="r" b="b"/>
              <a:pathLst>
                <a:path w="19" h="20">
                  <a:moveTo>
                    <a:pt x="7" y="0"/>
                  </a:moveTo>
                  <a:cubicBezTo>
                    <a:pt x="3" y="0"/>
                    <a:pt x="1" y="0"/>
                    <a:pt x="0" y="1"/>
                  </a:cubicBezTo>
                  <a:cubicBezTo>
                    <a:pt x="0" y="20"/>
                    <a:pt x="0" y="20"/>
                    <a:pt x="0" y="20"/>
                  </a:cubicBezTo>
                  <a:cubicBezTo>
                    <a:pt x="6" y="20"/>
                    <a:pt x="6" y="20"/>
                    <a:pt x="6" y="20"/>
                  </a:cubicBezTo>
                  <a:cubicBezTo>
                    <a:pt x="14" y="20"/>
                    <a:pt x="19" y="16"/>
                    <a:pt x="19" y="10"/>
                  </a:cubicBezTo>
                  <a:cubicBezTo>
                    <a:pt x="19" y="4"/>
                    <a:pt x="15" y="0"/>
                    <a:pt x="7"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5" name="Freeform 53"/>
            <p:cNvSpPr>
              <a:spLocks/>
            </p:cNvSpPr>
            <p:nvPr/>
          </p:nvSpPr>
          <p:spPr bwMode="auto">
            <a:xfrm>
              <a:off x="601663" y="808038"/>
              <a:ext cx="39688" cy="61913"/>
            </a:xfrm>
            <a:custGeom>
              <a:avLst/>
              <a:gdLst>
                <a:gd name="T0" fmla="*/ 7 w 30"/>
                <a:gd name="T1" fmla="*/ 0 h 47"/>
                <a:gd name="T2" fmla="*/ 0 w 30"/>
                <a:gd name="T3" fmla="*/ 0 h 47"/>
                <a:gd name="T4" fmla="*/ 0 w 30"/>
                <a:gd name="T5" fmla="*/ 47 h 47"/>
                <a:gd name="T6" fmla="*/ 6 w 30"/>
                <a:gd name="T7" fmla="*/ 47 h 47"/>
                <a:gd name="T8" fmla="*/ 30 w 30"/>
                <a:gd name="T9" fmla="*/ 22 h 47"/>
                <a:gd name="T10" fmla="*/ 7 w 30"/>
                <a:gd name="T11" fmla="*/ 0 h 47"/>
              </a:gdLst>
              <a:ahLst/>
              <a:cxnLst>
                <a:cxn ang="0">
                  <a:pos x="T0" y="T1"/>
                </a:cxn>
                <a:cxn ang="0">
                  <a:pos x="T2" y="T3"/>
                </a:cxn>
                <a:cxn ang="0">
                  <a:pos x="T4" y="T5"/>
                </a:cxn>
                <a:cxn ang="0">
                  <a:pos x="T6" y="T7"/>
                </a:cxn>
                <a:cxn ang="0">
                  <a:pos x="T8" y="T9"/>
                </a:cxn>
                <a:cxn ang="0">
                  <a:pos x="T10" y="T11"/>
                </a:cxn>
              </a:cxnLst>
              <a:rect l="0" t="0" r="r" b="b"/>
              <a:pathLst>
                <a:path w="30" h="47">
                  <a:moveTo>
                    <a:pt x="7" y="0"/>
                  </a:moveTo>
                  <a:cubicBezTo>
                    <a:pt x="4" y="0"/>
                    <a:pt x="1" y="0"/>
                    <a:pt x="0" y="0"/>
                  </a:cubicBezTo>
                  <a:cubicBezTo>
                    <a:pt x="0" y="47"/>
                    <a:pt x="0" y="47"/>
                    <a:pt x="0" y="47"/>
                  </a:cubicBezTo>
                  <a:cubicBezTo>
                    <a:pt x="1" y="47"/>
                    <a:pt x="4" y="47"/>
                    <a:pt x="6" y="47"/>
                  </a:cubicBezTo>
                  <a:cubicBezTo>
                    <a:pt x="20" y="47"/>
                    <a:pt x="30" y="39"/>
                    <a:pt x="30" y="22"/>
                  </a:cubicBezTo>
                  <a:cubicBezTo>
                    <a:pt x="30" y="7"/>
                    <a:pt x="21" y="0"/>
                    <a:pt x="7"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6" name="Rectangle 54"/>
            <p:cNvSpPr>
              <a:spLocks noChangeArrowheads="1"/>
            </p:cNvSpPr>
            <p:nvPr/>
          </p:nvSpPr>
          <p:spPr bwMode="auto">
            <a:xfrm>
              <a:off x="1235075" y="1289050"/>
              <a:ext cx="46038" cy="47625"/>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7" name="Rectangle 55"/>
            <p:cNvSpPr>
              <a:spLocks noChangeArrowheads="1"/>
            </p:cNvSpPr>
            <p:nvPr/>
          </p:nvSpPr>
          <p:spPr bwMode="auto">
            <a:xfrm>
              <a:off x="1304925" y="1289050"/>
              <a:ext cx="44450" cy="47625"/>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8" name="Rectangle 56"/>
            <p:cNvSpPr>
              <a:spLocks noChangeArrowheads="1"/>
            </p:cNvSpPr>
            <p:nvPr/>
          </p:nvSpPr>
          <p:spPr bwMode="auto">
            <a:xfrm>
              <a:off x="1371600" y="1289050"/>
              <a:ext cx="47625" cy="47625"/>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9" name="Rectangle 57"/>
            <p:cNvSpPr>
              <a:spLocks noChangeArrowheads="1"/>
            </p:cNvSpPr>
            <p:nvPr/>
          </p:nvSpPr>
          <p:spPr bwMode="auto">
            <a:xfrm>
              <a:off x="1235075" y="1354138"/>
              <a:ext cx="46038" cy="46038"/>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0" name="Rectangle 58"/>
            <p:cNvSpPr>
              <a:spLocks noChangeArrowheads="1"/>
            </p:cNvSpPr>
            <p:nvPr/>
          </p:nvSpPr>
          <p:spPr bwMode="auto">
            <a:xfrm>
              <a:off x="1304925" y="1354138"/>
              <a:ext cx="44450" cy="46038"/>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1" name="Rectangle 59"/>
            <p:cNvSpPr>
              <a:spLocks noChangeArrowheads="1"/>
            </p:cNvSpPr>
            <p:nvPr/>
          </p:nvSpPr>
          <p:spPr bwMode="auto">
            <a:xfrm>
              <a:off x="1371600" y="1354138"/>
              <a:ext cx="47625" cy="46038"/>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2" name="Rectangle 60"/>
            <p:cNvSpPr>
              <a:spLocks noChangeArrowheads="1"/>
            </p:cNvSpPr>
            <p:nvPr/>
          </p:nvSpPr>
          <p:spPr bwMode="auto">
            <a:xfrm>
              <a:off x="1235075" y="1419225"/>
              <a:ext cx="46038" cy="46038"/>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3" name="Rectangle 61"/>
            <p:cNvSpPr>
              <a:spLocks noChangeArrowheads="1"/>
            </p:cNvSpPr>
            <p:nvPr/>
          </p:nvSpPr>
          <p:spPr bwMode="auto">
            <a:xfrm>
              <a:off x="1304925" y="1419225"/>
              <a:ext cx="44450" cy="46038"/>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4" name="Rectangle 62"/>
            <p:cNvSpPr>
              <a:spLocks noChangeArrowheads="1"/>
            </p:cNvSpPr>
            <p:nvPr/>
          </p:nvSpPr>
          <p:spPr bwMode="auto">
            <a:xfrm>
              <a:off x="1371600" y="1419225"/>
              <a:ext cx="47625" cy="46038"/>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5" name="Rectangle 63"/>
            <p:cNvSpPr>
              <a:spLocks noChangeArrowheads="1"/>
            </p:cNvSpPr>
            <p:nvPr/>
          </p:nvSpPr>
          <p:spPr bwMode="auto">
            <a:xfrm>
              <a:off x="1235075" y="1484313"/>
              <a:ext cx="46038" cy="44450"/>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6" name="Rectangle 64"/>
            <p:cNvSpPr>
              <a:spLocks noChangeArrowheads="1"/>
            </p:cNvSpPr>
            <p:nvPr/>
          </p:nvSpPr>
          <p:spPr bwMode="auto">
            <a:xfrm>
              <a:off x="1304925" y="1484313"/>
              <a:ext cx="44450" cy="44450"/>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7" name="Rectangle 65"/>
            <p:cNvSpPr>
              <a:spLocks noChangeArrowheads="1"/>
            </p:cNvSpPr>
            <p:nvPr/>
          </p:nvSpPr>
          <p:spPr bwMode="auto">
            <a:xfrm>
              <a:off x="1371600" y="1484313"/>
              <a:ext cx="47625" cy="44450"/>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8" name="Freeform 66"/>
            <p:cNvSpPr>
              <a:spLocks noEditPoints="1"/>
            </p:cNvSpPr>
            <p:nvPr/>
          </p:nvSpPr>
          <p:spPr bwMode="auto">
            <a:xfrm>
              <a:off x="1235075" y="1611313"/>
              <a:ext cx="184150" cy="327025"/>
            </a:xfrm>
            <a:custGeom>
              <a:avLst/>
              <a:gdLst>
                <a:gd name="T0" fmla="*/ 116 w 116"/>
                <a:gd name="T1" fmla="*/ 0 h 206"/>
                <a:gd name="T2" fmla="*/ 0 w 116"/>
                <a:gd name="T3" fmla="*/ 0 h 206"/>
                <a:gd name="T4" fmla="*/ 0 w 116"/>
                <a:gd name="T5" fmla="*/ 206 h 206"/>
                <a:gd name="T6" fmla="*/ 116 w 116"/>
                <a:gd name="T7" fmla="*/ 206 h 206"/>
                <a:gd name="T8" fmla="*/ 116 w 116"/>
                <a:gd name="T9" fmla="*/ 0 h 206"/>
                <a:gd name="T10" fmla="*/ 46 w 116"/>
                <a:gd name="T11" fmla="*/ 97 h 206"/>
                <a:gd name="T12" fmla="*/ 24 w 116"/>
                <a:gd name="T13" fmla="*/ 97 h 206"/>
                <a:gd name="T14" fmla="*/ 24 w 116"/>
                <a:gd name="T15" fmla="*/ 23 h 206"/>
                <a:gd name="T16" fmla="*/ 46 w 116"/>
                <a:gd name="T17" fmla="*/ 23 h 206"/>
                <a:gd name="T18" fmla="*/ 46 w 116"/>
                <a:gd name="T19" fmla="*/ 97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06">
                  <a:moveTo>
                    <a:pt x="116" y="0"/>
                  </a:moveTo>
                  <a:lnTo>
                    <a:pt x="0" y="0"/>
                  </a:lnTo>
                  <a:lnTo>
                    <a:pt x="0" y="206"/>
                  </a:lnTo>
                  <a:lnTo>
                    <a:pt x="116" y="206"/>
                  </a:lnTo>
                  <a:lnTo>
                    <a:pt x="116" y="0"/>
                  </a:lnTo>
                  <a:close/>
                  <a:moveTo>
                    <a:pt x="46" y="97"/>
                  </a:moveTo>
                  <a:lnTo>
                    <a:pt x="24" y="97"/>
                  </a:lnTo>
                  <a:lnTo>
                    <a:pt x="24" y="23"/>
                  </a:lnTo>
                  <a:lnTo>
                    <a:pt x="46" y="23"/>
                  </a:lnTo>
                  <a:lnTo>
                    <a:pt x="46" y="97"/>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9" name="Rectangle 67"/>
            <p:cNvSpPr>
              <a:spLocks noChangeArrowheads="1"/>
            </p:cNvSpPr>
            <p:nvPr/>
          </p:nvSpPr>
          <p:spPr bwMode="auto">
            <a:xfrm>
              <a:off x="1235075" y="1152525"/>
              <a:ext cx="184150" cy="71438"/>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0" name="Freeform 68"/>
            <p:cNvSpPr>
              <a:spLocks/>
            </p:cNvSpPr>
            <p:nvPr/>
          </p:nvSpPr>
          <p:spPr bwMode="auto">
            <a:xfrm>
              <a:off x="593725" y="1225550"/>
              <a:ext cx="274638" cy="36513"/>
            </a:xfrm>
            <a:custGeom>
              <a:avLst/>
              <a:gdLst>
                <a:gd name="T0" fmla="*/ 0 w 207"/>
                <a:gd name="T1" fmla="*/ 0 h 27"/>
                <a:gd name="T2" fmla="*/ 0 w 207"/>
                <a:gd name="T3" fmla="*/ 27 h 27"/>
                <a:gd name="T4" fmla="*/ 202 w 207"/>
                <a:gd name="T5" fmla="*/ 27 h 27"/>
                <a:gd name="T6" fmla="*/ 203 w 207"/>
                <a:gd name="T7" fmla="*/ 19 h 27"/>
                <a:gd name="T8" fmla="*/ 207 w 207"/>
                <a:gd name="T9" fmla="*/ 0 h 27"/>
                <a:gd name="T10" fmla="*/ 0 w 207"/>
                <a:gd name="T11" fmla="*/ 0 h 27"/>
              </a:gdLst>
              <a:ahLst/>
              <a:cxnLst>
                <a:cxn ang="0">
                  <a:pos x="T0" y="T1"/>
                </a:cxn>
                <a:cxn ang="0">
                  <a:pos x="T2" y="T3"/>
                </a:cxn>
                <a:cxn ang="0">
                  <a:pos x="T4" y="T5"/>
                </a:cxn>
                <a:cxn ang="0">
                  <a:pos x="T6" y="T7"/>
                </a:cxn>
                <a:cxn ang="0">
                  <a:pos x="T8" y="T9"/>
                </a:cxn>
                <a:cxn ang="0">
                  <a:pos x="T10" y="T11"/>
                </a:cxn>
              </a:cxnLst>
              <a:rect l="0" t="0" r="r" b="b"/>
              <a:pathLst>
                <a:path w="207" h="27">
                  <a:moveTo>
                    <a:pt x="0" y="0"/>
                  </a:moveTo>
                  <a:cubicBezTo>
                    <a:pt x="0" y="27"/>
                    <a:pt x="0" y="27"/>
                    <a:pt x="0" y="27"/>
                  </a:cubicBezTo>
                  <a:cubicBezTo>
                    <a:pt x="202" y="27"/>
                    <a:pt x="202" y="27"/>
                    <a:pt x="202" y="27"/>
                  </a:cubicBezTo>
                  <a:cubicBezTo>
                    <a:pt x="203" y="24"/>
                    <a:pt x="203" y="22"/>
                    <a:pt x="203" y="19"/>
                  </a:cubicBezTo>
                  <a:cubicBezTo>
                    <a:pt x="203" y="12"/>
                    <a:pt x="204" y="6"/>
                    <a:pt x="207" y="0"/>
                  </a:cubicBezTo>
                  <a:lnTo>
                    <a:pt x="0"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1" name="Freeform 69"/>
            <p:cNvSpPr>
              <a:spLocks/>
            </p:cNvSpPr>
            <p:nvPr/>
          </p:nvSpPr>
          <p:spPr bwMode="auto">
            <a:xfrm>
              <a:off x="962025" y="1225550"/>
              <a:ext cx="163513" cy="36513"/>
            </a:xfrm>
            <a:custGeom>
              <a:avLst/>
              <a:gdLst>
                <a:gd name="T0" fmla="*/ 123 w 123"/>
                <a:gd name="T1" fmla="*/ 0 h 27"/>
                <a:gd name="T2" fmla="*/ 0 w 123"/>
                <a:gd name="T3" fmla="*/ 0 h 27"/>
                <a:gd name="T4" fmla="*/ 5 w 123"/>
                <a:gd name="T5" fmla="*/ 19 h 27"/>
                <a:gd name="T6" fmla="*/ 5 w 123"/>
                <a:gd name="T7" fmla="*/ 27 h 27"/>
                <a:gd name="T8" fmla="*/ 123 w 123"/>
                <a:gd name="T9" fmla="*/ 27 h 27"/>
                <a:gd name="T10" fmla="*/ 123 w 123"/>
                <a:gd name="T11" fmla="*/ 0 h 27"/>
              </a:gdLst>
              <a:ahLst/>
              <a:cxnLst>
                <a:cxn ang="0">
                  <a:pos x="T0" y="T1"/>
                </a:cxn>
                <a:cxn ang="0">
                  <a:pos x="T2" y="T3"/>
                </a:cxn>
                <a:cxn ang="0">
                  <a:pos x="T4" y="T5"/>
                </a:cxn>
                <a:cxn ang="0">
                  <a:pos x="T6" y="T7"/>
                </a:cxn>
                <a:cxn ang="0">
                  <a:pos x="T8" y="T9"/>
                </a:cxn>
                <a:cxn ang="0">
                  <a:pos x="T10" y="T11"/>
                </a:cxn>
              </a:cxnLst>
              <a:rect l="0" t="0" r="r" b="b"/>
              <a:pathLst>
                <a:path w="123" h="27">
                  <a:moveTo>
                    <a:pt x="123" y="0"/>
                  </a:moveTo>
                  <a:cubicBezTo>
                    <a:pt x="0" y="0"/>
                    <a:pt x="0" y="0"/>
                    <a:pt x="0" y="0"/>
                  </a:cubicBezTo>
                  <a:cubicBezTo>
                    <a:pt x="3" y="6"/>
                    <a:pt x="5" y="12"/>
                    <a:pt x="5" y="19"/>
                  </a:cubicBezTo>
                  <a:cubicBezTo>
                    <a:pt x="5" y="22"/>
                    <a:pt x="5" y="24"/>
                    <a:pt x="5" y="27"/>
                  </a:cubicBezTo>
                  <a:cubicBezTo>
                    <a:pt x="123" y="27"/>
                    <a:pt x="123" y="27"/>
                    <a:pt x="123" y="27"/>
                  </a:cubicBezTo>
                  <a:lnTo>
                    <a:pt x="123"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2" name="Freeform 70"/>
            <p:cNvSpPr>
              <a:spLocks/>
            </p:cNvSpPr>
            <p:nvPr/>
          </p:nvSpPr>
          <p:spPr bwMode="auto">
            <a:xfrm>
              <a:off x="588963" y="1095375"/>
              <a:ext cx="63500" cy="114300"/>
            </a:xfrm>
            <a:custGeom>
              <a:avLst/>
              <a:gdLst>
                <a:gd name="T0" fmla="*/ 16 w 47"/>
                <a:gd name="T1" fmla="*/ 86 h 86"/>
                <a:gd name="T2" fmla="*/ 31 w 47"/>
                <a:gd name="T3" fmla="*/ 86 h 86"/>
                <a:gd name="T4" fmla="*/ 47 w 47"/>
                <a:gd name="T5" fmla="*/ 70 h 86"/>
                <a:gd name="T6" fmla="*/ 47 w 47"/>
                <a:gd name="T7" fmla="*/ 16 h 86"/>
                <a:gd name="T8" fmla="*/ 31 w 47"/>
                <a:gd name="T9" fmla="*/ 0 h 86"/>
                <a:gd name="T10" fmla="*/ 16 w 47"/>
                <a:gd name="T11" fmla="*/ 0 h 86"/>
                <a:gd name="T12" fmla="*/ 0 w 47"/>
                <a:gd name="T13" fmla="*/ 16 h 86"/>
                <a:gd name="T14" fmla="*/ 0 w 47"/>
                <a:gd name="T15" fmla="*/ 70 h 86"/>
                <a:gd name="T16" fmla="*/ 16 w 47"/>
                <a:gd name="T17"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86">
                  <a:moveTo>
                    <a:pt x="16" y="86"/>
                  </a:moveTo>
                  <a:cubicBezTo>
                    <a:pt x="31" y="86"/>
                    <a:pt x="31" y="86"/>
                    <a:pt x="31" y="86"/>
                  </a:cubicBezTo>
                  <a:cubicBezTo>
                    <a:pt x="40" y="86"/>
                    <a:pt x="47" y="79"/>
                    <a:pt x="47" y="70"/>
                  </a:cubicBezTo>
                  <a:cubicBezTo>
                    <a:pt x="47" y="16"/>
                    <a:pt x="47" y="16"/>
                    <a:pt x="47" y="16"/>
                  </a:cubicBezTo>
                  <a:cubicBezTo>
                    <a:pt x="47" y="7"/>
                    <a:pt x="40" y="0"/>
                    <a:pt x="31" y="0"/>
                  </a:cubicBezTo>
                  <a:cubicBezTo>
                    <a:pt x="16" y="0"/>
                    <a:pt x="16" y="0"/>
                    <a:pt x="16" y="0"/>
                  </a:cubicBezTo>
                  <a:cubicBezTo>
                    <a:pt x="7" y="0"/>
                    <a:pt x="0" y="7"/>
                    <a:pt x="0" y="16"/>
                  </a:cubicBezTo>
                  <a:cubicBezTo>
                    <a:pt x="0" y="70"/>
                    <a:pt x="0" y="70"/>
                    <a:pt x="0" y="70"/>
                  </a:cubicBezTo>
                  <a:cubicBezTo>
                    <a:pt x="0" y="79"/>
                    <a:pt x="7" y="86"/>
                    <a:pt x="16" y="8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3" name="Freeform 71"/>
            <p:cNvSpPr>
              <a:spLocks/>
            </p:cNvSpPr>
            <p:nvPr/>
          </p:nvSpPr>
          <p:spPr bwMode="auto">
            <a:xfrm>
              <a:off x="668338" y="1095375"/>
              <a:ext cx="63500" cy="114300"/>
            </a:xfrm>
            <a:custGeom>
              <a:avLst/>
              <a:gdLst>
                <a:gd name="T0" fmla="*/ 16 w 47"/>
                <a:gd name="T1" fmla="*/ 86 h 86"/>
                <a:gd name="T2" fmla="*/ 31 w 47"/>
                <a:gd name="T3" fmla="*/ 86 h 86"/>
                <a:gd name="T4" fmla="*/ 47 w 47"/>
                <a:gd name="T5" fmla="*/ 70 h 86"/>
                <a:gd name="T6" fmla="*/ 47 w 47"/>
                <a:gd name="T7" fmla="*/ 16 h 86"/>
                <a:gd name="T8" fmla="*/ 31 w 47"/>
                <a:gd name="T9" fmla="*/ 0 h 86"/>
                <a:gd name="T10" fmla="*/ 16 w 47"/>
                <a:gd name="T11" fmla="*/ 0 h 86"/>
                <a:gd name="T12" fmla="*/ 0 w 47"/>
                <a:gd name="T13" fmla="*/ 16 h 86"/>
                <a:gd name="T14" fmla="*/ 0 w 47"/>
                <a:gd name="T15" fmla="*/ 70 h 86"/>
                <a:gd name="T16" fmla="*/ 16 w 47"/>
                <a:gd name="T17"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86">
                  <a:moveTo>
                    <a:pt x="16" y="86"/>
                  </a:moveTo>
                  <a:cubicBezTo>
                    <a:pt x="31" y="86"/>
                    <a:pt x="31" y="86"/>
                    <a:pt x="31" y="86"/>
                  </a:cubicBezTo>
                  <a:cubicBezTo>
                    <a:pt x="40" y="86"/>
                    <a:pt x="47" y="79"/>
                    <a:pt x="47" y="70"/>
                  </a:cubicBezTo>
                  <a:cubicBezTo>
                    <a:pt x="47" y="16"/>
                    <a:pt x="47" y="16"/>
                    <a:pt x="47" y="16"/>
                  </a:cubicBezTo>
                  <a:cubicBezTo>
                    <a:pt x="47" y="7"/>
                    <a:pt x="40" y="0"/>
                    <a:pt x="31" y="0"/>
                  </a:cubicBezTo>
                  <a:cubicBezTo>
                    <a:pt x="16" y="0"/>
                    <a:pt x="16" y="0"/>
                    <a:pt x="16" y="0"/>
                  </a:cubicBezTo>
                  <a:cubicBezTo>
                    <a:pt x="7" y="0"/>
                    <a:pt x="0" y="7"/>
                    <a:pt x="0" y="16"/>
                  </a:cubicBezTo>
                  <a:cubicBezTo>
                    <a:pt x="0" y="70"/>
                    <a:pt x="0" y="70"/>
                    <a:pt x="0" y="70"/>
                  </a:cubicBezTo>
                  <a:cubicBezTo>
                    <a:pt x="0" y="79"/>
                    <a:pt x="7" y="86"/>
                    <a:pt x="16" y="8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4" name="Freeform 72"/>
            <p:cNvSpPr>
              <a:spLocks/>
            </p:cNvSpPr>
            <p:nvPr/>
          </p:nvSpPr>
          <p:spPr bwMode="auto">
            <a:xfrm>
              <a:off x="749300" y="1095375"/>
              <a:ext cx="61913" cy="114300"/>
            </a:xfrm>
            <a:custGeom>
              <a:avLst/>
              <a:gdLst>
                <a:gd name="T0" fmla="*/ 16 w 47"/>
                <a:gd name="T1" fmla="*/ 86 h 86"/>
                <a:gd name="T2" fmla="*/ 31 w 47"/>
                <a:gd name="T3" fmla="*/ 86 h 86"/>
                <a:gd name="T4" fmla="*/ 47 w 47"/>
                <a:gd name="T5" fmla="*/ 70 h 86"/>
                <a:gd name="T6" fmla="*/ 47 w 47"/>
                <a:gd name="T7" fmla="*/ 16 h 86"/>
                <a:gd name="T8" fmla="*/ 31 w 47"/>
                <a:gd name="T9" fmla="*/ 0 h 86"/>
                <a:gd name="T10" fmla="*/ 16 w 47"/>
                <a:gd name="T11" fmla="*/ 0 h 86"/>
                <a:gd name="T12" fmla="*/ 0 w 47"/>
                <a:gd name="T13" fmla="*/ 16 h 86"/>
                <a:gd name="T14" fmla="*/ 0 w 47"/>
                <a:gd name="T15" fmla="*/ 70 h 86"/>
                <a:gd name="T16" fmla="*/ 16 w 47"/>
                <a:gd name="T17"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86">
                  <a:moveTo>
                    <a:pt x="16" y="86"/>
                  </a:moveTo>
                  <a:cubicBezTo>
                    <a:pt x="31" y="86"/>
                    <a:pt x="31" y="86"/>
                    <a:pt x="31" y="86"/>
                  </a:cubicBezTo>
                  <a:cubicBezTo>
                    <a:pt x="40" y="86"/>
                    <a:pt x="47" y="79"/>
                    <a:pt x="47" y="70"/>
                  </a:cubicBezTo>
                  <a:cubicBezTo>
                    <a:pt x="47" y="16"/>
                    <a:pt x="47" y="16"/>
                    <a:pt x="47" y="16"/>
                  </a:cubicBezTo>
                  <a:cubicBezTo>
                    <a:pt x="47" y="7"/>
                    <a:pt x="40" y="0"/>
                    <a:pt x="31" y="0"/>
                  </a:cubicBezTo>
                  <a:cubicBezTo>
                    <a:pt x="16" y="0"/>
                    <a:pt x="16" y="0"/>
                    <a:pt x="16" y="0"/>
                  </a:cubicBezTo>
                  <a:cubicBezTo>
                    <a:pt x="7" y="0"/>
                    <a:pt x="0" y="7"/>
                    <a:pt x="0" y="16"/>
                  </a:cubicBezTo>
                  <a:cubicBezTo>
                    <a:pt x="0" y="70"/>
                    <a:pt x="0" y="70"/>
                    <a:pt x="0" y="70"/>
                  </a:cubicBezTo>
                  <a:cubicBezTo>
                    <a:pt x="0" y="79"/>
                    <a:pt x="7" y="86"/>
                    <a:pt x="16" y="8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5" name="Freeform 73"/>
            <p:cNvSpPr>
              <a:spLocks/>
            </p:cNvSpPr>
            <p:nvPr/>
          </p:nvSpPr>
          <p:spPr bwMode="auto">
            <a:xfrm>
              <a:off x="828675" y="1095375"/>
              <a:ext cx="61913" cy="114300"/>
            </a:xfrm>
            <a:custGeom>
              <a:avLst/>
              <a:gdLst>
                <a:gd name="T0" fmla="*/ 16 w 47"/>
                <a:gd name="T1" fmla="*/ 86 h 86"/>
                <a:gd name="T2" fmla="*/ 31 w 47"/>
                <a:gd name="T3" fmla="*/ 86 h 86"/>
                <a:gd name="T4" fmla="*/ 47 w 47"/>
                <a:gd name="T5" fmla="*/ 70 h 86"/>
                <a:gd name="T6" fmla="*/ 47 w 47"/>
                <a:gd name="T7" fmla="*/ 16 h 86"/>
                <a:gd name="T8" fmla="*/ 31 w 47"/>
                <a:gd name="T9" fmla="*/ 0 h 86"/>
                <a:gd name="T10" fmla="*/ 16 w 47"/>
                <a:gd name="T11" fmla="*/ 0 h 86"/>
                <a:gd name="T12" fmla="*/ 0 w 47"/>
                <a:gd name="T13" fmla="*/ 16 h 86"/>
                <a:gd name="T14" fmla="*/ 0 w 47"/>
                <a:gd name="T15" fmla="*/ 70 h 86"/>
                <a:gd name="T16" fmla="*/ 16 w 47"/>
                <a:gd name="T17"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86">
                  <a:moveTo>
                    <a:pt x="16" y="86"/>
                  </a:moveTo>
                  <a:cubicBezTo>
                    <a:pt x="31" y="86"/>
                    <a:pt x="31" y="86"/>
                    <a:pt x="31" y="86"/>
                  </a:cubicBezTo>
                  <a:cubicBezTo>
                    <a:pt x="39" y="86"/>
                    <a:pt x="47" y="79"/>
                    <a:pt x="47" y="70"/>
                  </a:cubicBezTo>
                  <a:cubicBezTo>
                    <a:pt x="47" y="16"/>
                    <a:pt x="47" y="16"/>
                    <a:pt x="47" y="16"/>
                  </a:cubicBezTo>
                  <a:cubicBezTo>
                    <a:pt x="47" y="7"/>
                    <a:pt x="39" y="0"/>
                    <a:pt x="31" y="0"/>
                  </a:cubicBezTo>
                  <a:cubicBezTo>
                    <a:pt x="16" y="0"/>
                    <a:pt x="16" y="0"/>
                    <a:pt x="16" y="0"/>
                  </a:cubicBezTo>
                  <a:cubicBezTo>
                    <a:pt x="7" y="0"/>
                    <a:pt x="0" y="7"/>
                    <a:pt x="0" y="16"/>
                  </a:cubicBezTo>
                  <a:cubicBezTo>
                    <a:pt x="0" y="70"/>
                    <a:pt x="0" y="70"/>
                    <a:pt x="0" y="70"/>
                  </a:cubicBezTo>
                  <a:cubicBezTo>
                    <a:pt x="0" y="79"/>
                    <a:pt x="7" y="86"/>
                    <a:pt x="16" y="8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6" name="Freeform 74"/>
            <p:cNvSpPr>
              <a:spLocks/>
            </p:cNvSpPr>
            <p:nvPr/>
          </p:nvSpPr>
          <p:spPr bwMode="auto">
            <a:xfrm>
              <a:off x="908050" y="1095375"/>
              <a:ext cx="61913" cy="114300"/>
            </a:xfrm>
            <a:custGeom>
              <a:avLst/>
              <a:gdLst>
                <a:gd name="T0" fmla="*/ 6 w 47"/>
                <a:gd name="T1" fmla="*/ 77 h 86"/>
                <a:gd name="T2" fmla="*/ 31 w 47"/>
                <a:gd name="T3" fmla="*/ 86 h 86"/>
                <a:gd name="T4" fmla="*/ 47 w 47"/>
                <a:gd name="T5" fmla="*/ 70 h 86"/>
                <a:gd name="T6" fmla="*/ 47 w 47"/>
                <a:gd name="T7" fmla="*/ 16 h 86"/>
                <a:gd name="T8" fmla="*/ 31 w 47"/>
                <a:gd name="T9" fmla="*/ 0 h 86"/>
                <a:gd name="T10" fmla="*/ 16 w 47"/>
                <a:gd name="T11" fmla="*/ 0 h 86"/>
                <a:gd name="T12" fmla="*/ 0 w 47"/>
                <a:gd name="T13" fmla="*/ 16 h 86"/>
                <a:gd name="T14" fmla="*/ 0 w 47"/>
                <a:gd name="T15" fmla="*/ 70 h 86"/>
                <a:gd name="T16" fmla="*/ 1 w 47"/>
                <a:gd name="T17" fmla="*/ 77 h 86"/>
                <a:gd name="T18" fmla="*/ 6 w 47"/>
                <a:gd name="T19" fmla="*/ 7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86">
                  <a:moveTo>
                    <a:pt x="6" y="77"/>
                  </a:moveTo>
                  <a:cubicBezTo>
                    <a:pt x="15" y="77"/>
                    <a:pt x="24" y="80"/>
                    <a:pt x="31" y="86"/>
                  </a:cubicBezTo>
                  <a:cubicBezTo>
                    <a:pt x="40" y="86"/>
                    <a:pt x="47" y="79"/>
                    <a:pt x="47" y="70"/>
                  </a:cubicBezTo>
                  <a:cubicBezTo>
                    <a:pt x="47" y="16"/>
                    <a:pt x="47" y="16"/>
                    <a:pt x="47" y="16"/>
                  </a:cubicBezTo>
                  <a:cubicBezTo>
                    <a:pt x="47" y="7"/>
                    <a:pt x="39" y="0"/>
                    <a:pt x="31" y="0"/>
                  </a:cubicBezTo>
                  <a:cubicBezTo>
                    <a:pt x="16" y="0"/>
                    <a:pt x="16" y="0"/>
                    <a:pt x="16" y="0"/>
                  </a:cubicBezTo>
                  <a:cubicBezTo>
                    <a:pt x="7" y="0"/>
                    <a:pt x="0" y="7"/>
                    <a:pt x="0" y="16"/>
                  </a:cubicBezTo>
                  <a:cubicBezTo>
                    <a:pt x="0" y="70"/>
                    <a:pt x="0" y="70"/>
                    <a:pt x="0" y="70"/>
                  </a:cubicBezTo>
                  <a:cubicBezTo>
                    <a:pt x="0" y="73"/>
                    <a:pt x="0" y="75"/>
                    <a:pt x="1" y="77"/>
                  </a:cubicBezTo>
                  <a:cubicBezTo>
                    <a:pt x="3" y="77"/>
                    <a:pt x="4" y="77"/>
                    <a:pt x="6" y="7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7" name="Freeform 75"/>
            <p:cNvSpPr>
              <a:spLocks/>
            </p:cNvSpPr>
            <p:nvPr/>
          </p:nvSpPr>
          <p:spPr bwMode="auto">
            <a:xfrm>
              <a:off x="987425" y="1095375"/>
              <a:ext cx="60325" cy="114300"/>
            </a:xfrm>
            <a:custGeom>
              <a:avLst/>
              <a:gdLst>
                <a:gd name="T0" fmla="*/ 16 w 46"/>
                <a:gd name="T1" fmla="*/ 86 h 86"/>
                <a:gd name="T2" fmla="*/ 30 w 46"/>
                <a:gd name="T3" fmla="*/ 86 h 86"/>
                <a:gd name="T4" fmla="*/ 46 w 46"/>
                <a:gd name="T5" fmla="*/ 70 h 86"/>
                <a:gd name="T6" fmla="*/ 46 w 46"/>
                <a:gd name="T7" fmla="*/ 16 h 86"/>
                <a:gd name="T8" fmla="*/ 30 w 46"/>
                <a:gd name="T9" fmla="*/ 0 h 86"/>
                <a:gd name="T10" fmla="*/ 16 w 46"/>
                <a:gd name="T11" fmla="*/ 0 h 86"/>
                <a:gd name="T12" fmla="*/ 0 w 46"/>
                <a:gd name="T13" fmla="*/ 16 h 86"/>
                <a:gd name="T14" fmla="*/ 0 w 46"/>
                <a:gd name="T15" fmla="*/ 70 h 86"/>
                <a:gd name="T16" fmla="*/ 16 w 46"/>
                <a:gd name="T17"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86">
                  <a:moveTo>
                    <a:pt x="16" y="86"/>
                  </a:moveTo>
                  <a:cubicBezTo>
                    <a:pt x="30" y="86"/>
                    <a:pt x="30" y="86"/>
                    <a:pt x="30" y="86"/>
                  </a:cubicBezTo>
                  <a:cubicBezTo>
                    <a:pt x="39" y="86"/>
                    <a:pt x="46" y="79"/>
                    <a:pt x="46" y="70"/>
                  </a:cubicBezTo>
                  <a:cubicBezTo>
                    <a:pt x="46" y="16"/>
                    <a:pt x="46" y="16"/>
                    <a:pt x="46" y="16"/>
                  </a:cubicBezTo>
                  <a:cubicBezTo>
                    <a:pt x="46" y="7"/>
                    <a:pt x="39" y="0"/>
                    <a:pt x="30" y="0"/>
                  </a:cubicBezTo>
                  <a:cubicBezTo>
                    <a:pt x="16" y="0"/>
                    <a:pt x="16" y="0"/>
                    <a:pt x="16" y="0"/>
                  </a:cubicBezTo>
                  <a:cubicBezTo>
                    <a:pt x="7" y="0"/>
                    <a:pt x="0" y="7"/>
                    <a:pt x="0" y="16"/>
                  </a:cubicBezTo>
                  <a:cubicBezTo>
                    <a:pt x="0" y="70"/>
                    <a:pt x="0" y="70"/>
                    <a:pt x="0" y="70"/>
                  </a:cubicBezTo>
                  <a:cubicBezTo>
                    <a:pt x="0" y="79"/>
                    <a:pt x="7" y="86"/>
                    <a:pt x="16" y="8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8" name="Freeform 76"/>
            <p:cNvSpPr>
              <a:spLocks/>
            </p:cNvSpPr>
            <p:nvPr/>
          </p:nvSpPr>
          <p:spPr bwMode="auto">
            <a:xfrm>
              <a:off x="1066800" y="1095375"/>
              <a:ext cx="61913" cy="114300"/>
            </a:xfrm>
            <a:custGeom>
              <a:avLst/>
              <a:gdLst>
                <a:gd name="T0" fmla="*/ 16 w 46"/>
                <a:gd name="T1" fmla="*/ 86 h 86"/>
                <a:gd name="T2" fmla="*/ 30 w 46"/>
                <a:gd name="T3" fmla="*/ 86 h 86"/>
                <a:gd name="T4" fmla="*/ 46 w 46"/>
                <a:gd name="T5" fmla="*/ 70 h 86"/>
                <a:gd name="T6" fmla="*/ 46 w 46"/>
                <a:gd name="T7" fmla="*/ 16 h 86"/>
                <a:gd name="T8" fmla="*/ 30 w 46"/>
                <a:gd name="T9" fmla="*/ 0 h 86"/>
                <a:gd name="T10" fmla="*/ 16 w 46"/>
                <a:gd name="T11" fmla="*/ 0 h 86"/>
                <a:gd name="T12" fmla="*/ 0 w 46"/>
                <a:gd name="T13" fmla="*/ 16 h 86"/>
                <a:gd name="T14" fmla="*/ 0 w 46"/>
                <a:gd name="T15" fmla="*/ 70 h 86"/>
                <a:gd name="T16" fmla="*/ 16 w 46"/>
                <a:gd name="T17"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86">
                  <a:moveTo>
                    <a:pt x="16" y="86"/>
                  </a:moveTo>
                  <a:cubicBezTo>
                    <a:pt x="30" y="86"/>
                    <a:pt x="30" y="86"/>
                    <a:pt x="30" y="86"/>
                  </a:cubicBezTo>
                  <a:cubicBezTo>
                    <a:pt x="39" y="86"/>
                    <a:pt x="46" y="79"/>
                    <a:pt x="46" y="70"/>
                  </a:cubicBezTo>
                  <a:cubicBezTo>
                    <a:pt x="46" y="16"/>
                    <a:pt x="46" y="16"/>
                    <a:pt x="46" y="16"/>
                  </a:cubicBezTo>
                  <a:cubicBezTo>
                    <a:pt x="46" y="7"/>
                    <a:pt x="39" y="0"/>
                    <a:pt x="30" y="0"/>
                  </a:cubicBezTo>
                  <a:cubicBezTo>
                    <a:pt x="16" y="0"/>
                    <a:pt x="16" y="0"/>
                    <a:pt x="16" y="0"/>
                  </a:cubicBezTo>
                  <a:cubicBezTo>
                    <a:pt x="7" y="0"/>
                    <a:pt x="0" y="7"/>
                    <a:pt x="0" y="16"/>
                  </a:cubicBezTo>
                  <a:cubicBezTo>
                    <a:pt x="0" y="70"/>
                    <a:pt x="0" y="70"/>
                    <a:pt x="0" y="70"/>
                  </a:cubicBezTo>
                  <a:cubicBezTo>
                    <a:pt x="0" y="79"/>
                    <a:pt x="7" y="86"/>
                    <a:pt x="16" y="8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9" name="Freeform 77"/>
            <p:cNvSpPr>
              <a:spLocks/>
            </p:cNvSpPr>
            <p:nvPr/>
          </p:nvSpPr>
          <p:spPr bwMode="auto">
            <a:xfrm>
              <a:off x="746125" y="1427163"/>
              <a:ext cx="80963" cy="34925"/>
            </a:xfrm>
            <a:custGeom>
              <a:avLst/>
              <a:gdLst>
                <a:gd name="T0" fmla="*/ 10 w 61"/>
                <a:gd name="T1" fmla="*/ 0 h 27"/>
                <a:gd name="T2" fmla="*/ 0 w 61"/>
                <a:gd name="T3" fmla="*/ 27 h 27"/>
                <a:gd name="T4" fmla="*/ 45 w 61"/>
                <a:gd name="T5" fmla="*/ 27 h 27"/>
                <a:gd name="T6" fmla="*/ 61 w 61"/>
                <a:gd name="T7" fmla="*/ 0 h 27"/>
                <a:gd name="T8" fmla="*/ 10 w 61"/>
                <a:gd name="T9" fmla="*/ 0 h 27"/>
              </a:gdLst>
              <a:ahLst/>
              <a:cxnLst>
                <a:cxn ang="0">
                  <a:pos x="T0" y="T1"/>
                </a:cxn>
                <a:cxn ang="0">
                  <a:pos x="T2" y="T3"/>
                </a:cxn>
                <a:cxn ang="0">
                  <a:pos x="T4" y="T5"/>
                </a:cxn>
                <a:cxn ang="0">
                  <a:pos x="T6" y="T7"/>
                </a:cxn>
                <a:cxn ang="0">
                  <a:pos x="T8" y="T9"/>
                </a:cxn>
              </a:cxnLst>
              <a:rect l="0" t="0" r="r" b="b"/>
              <a:pathLst>
                <a:path w="61" h="27">
                  <a:moveTo>
                    <a:pt x="10" y="0"/>
                  </a:moveTo>
                  <a:cubicBezTo>
                    <a:pt x="8" y="10"/>
                    <a:pt x="4" y="19"/>
                    <a:pt x="0" y="27"/>
                  </a:cubicBezTo>
                  <a:cubicBezTo>
                    <a:pt x="45" y="27"/>
                    <a:pt x="45" y="27"/>
                    <a:pt x="45" y="27"/>
                  </a:cubicBezTo>
                  <a:cubicBezTo>
                    <a:pt x="51" y="19"/>
                    <a:pt x="56" y="10"/>
                    <a:pt x="61" y="0"/>
                  </a:cubicBezTo>
                  <a:lnTo>
                    <a:pt x="10"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0" name="Freeform 78"/>
            <p:cNvSpPr>
              <a:spLocks/>
            </p:cNvSpPr>
            <p:nvPr/>
          </p:nvSpPr>
          <p:spPr bwMode="auto">
            <a:xfrm>
              <a:off x="927100" y="1427163"/>
              <a:ext cx="198438" cy="34925"/>
            </a:xfrm>
            <a:custGeom>
              <a:avLst/>
              <a:gdLst>
                <a:gd name="T0" fmla="*/ 149 w 149"/>
                <a:gd name="T1" fmla="*/ 27 h 27"/>
                <a:gd name="T2" fmla="*/ 149 w 149"/>
                <a:gd name="T3" fmla="*/ 0 h 27"/>
                <a:gd name="T4" fmla="*/ 10 w 149"/>
                <a:gd name="T5" fmla="*/ 0 h 27"/>
                <a:gd name="T6" fmla="*/ 0 w 149"/>
                <a:gd name="T7" fmla="*/ 27 h 27"/>
                <a:gd name="T8" fmla="*/ 149 w 149"/>
                <a:gd name="T9" fmla="*/ 27 h 27"/>
              </a:gdLst>
              <a:ahLst/>
              <a:cxnLst>
                <a:cxn ang="0">
                  <a:pos x="T0" y="T1"/>
                </a:cxn>
                <a:cxn ang="0">
                  <a:pos x="T2" y="T3"/>
                </a:cxn>
                <a:cxn ang="0">
                  <a:pos x="T4" y="T5"/>
                </a:cxn>
                <a:cxn ang="0">
                  <a:pos x="T6" y="T7"/>
                </a:cxn>
                <a:cxn ang="0">
                  <a:pos x="T8" y="T9"/>
                </a:cxn>
              </a:cxnLst>
              <a:rect l="0" t="0" r="r" b="b"/>
              <a:pathLst>
                <a:path w="149" h="27">
                  <a:moveTo>
                    <a:pt x="149" y="27"/>
                  </a:moveTo>
                  <a:cubicBezTo>
                    <a:pt x="149" y="0"/>
                    <a:pt x="149" y="0"/>
                    <a:pt x="149" y="0"/>
                  </a:cubicBezTo>
                  <a:cubicBezTo>
                    <a:pt x="10" y="0"/>
                    <a:pt x="10" y="0"/>
                    <a:pt x="10" y="0"/>
                  </a:cubicBezTo>
                  <a:cubicBezTo>
                    <a:pt x="7" y="10"/>
                    <a:pt x="3" y="19"/>
                    <a:pt x="0" y="27"/>
                  </a:cubicBezTo>
                  <a:lnTo>
                    <a:pt x="149" y="27"/>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1" name="Freeform 79"/>
            <p:cNvSpPr>
              <a:spLocks/>
            </p:cNvSpPr>
            <p:nvPr/>
          </p:nvSpPr>
          <p:spPr bwMode="auto">
            <a:xfrm>
              <a:off x="708025" y="1296988"/>
              <a:ext cx="23813" cy="20638"/>
            </a:xfrm>
            <a:custGeom>
              <a:avLst/>
              <a:gdLst>
                <a:gd name="T0" fmla="*/ 1 w 17"/>
                <a:gd name="T1" fmla="*/ 0 h 16"/>
                <a:gd name="T2" fmla="*/ 0 w 17"/>
                <a:gd name="T3" fmla="*/ 0 h 16"/>
                <a:gd name="T4" fmla="*/ 17 w 17"/>
                <a:gd name="T5" fmla="*/ 16 h 16"/>
                <a:gd name="T6" fmla="*/ 17 w 17"/>
                <a:gd name="T7" fmla="*/ 16 h 16"/>
                <a:gd name="T8" fmla="*/ 1 w 17"/>
                <a:gd name="T9" fmla="*/ 0 h 16"/>
              </a:gdLst>
              <a:ahLst/>
              <a:cxnLst>
                <a:cxn ang="0">
                  <a:pos x="T0" y="T1"/>
                </a:cxn>
                <a:cxn ang="0">
                  <a:pos x="T2" y="T3"/>
                </a:cxn>
                <a:cxn ang="0">
                  <a:pos x="T4" y="T5"/>
                </a:cxn>
                <a:cxn ang="0">
                  <a:pos x="T6" y="T7"/>
                </a:cxn>
                <a:cxn ang="0">
                  <a:pos x="T8" y="T9"/>
                </a:cxn>
              </a:cxnLst>
              <a:rect l="0" t="0" r="r" b="b"/>
              <a:pathLst>
                <a:path w="17" h="16">
                  <a:moveTo>
                    <a:pt x="1" y="0"/>
                  </a:moveTo>
                  <a:cubicBezTo>
                    <a:pt x="0" y="0"/>
                    <a:pt x="0" y="0"/>
                    <a:pt x="0" y="0"/>
                  </a:cubicBezTo>
                  <a:cubicBezTo>
                    <a:pt x="6" y="4"/>
                    <a:pt x="12" y="10"/>
                    <a:pt x="17" y="16"/>
                  </a:cubicBezTo>
                  <a:cubicBezTo>
                    <a:pt x="17" y="16"/>
                    <a:pt x="17" y="16"/>
                    <a:pt x="17" y="16"/>
                  </a:cubicBezTo>
                  <a:cubicBezTo>
                    <a:pt x="17" y="7"/>
                    <a:pt x="10" y="0"/>
                    <a:pt x="1"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2" name="Freeform 80"/>
            <p:cNvSpPr>
              <a:spLocks/>
            </p:cNvSpPr>
            <p:nvPr/>
          </p:nvSpPr>
          <p:spPr bwMode="auto">
            <a:xfrm>
              <a:off x="749300" y="1296988"/>
              <a:ext cx="61913" cy="114300"/>
            </a:xfrm>
            <a:custGeom>
              <a:avLst/>
              <a:gdLst>
                <a:gd name="T0" fmla="*/ 16 w 47"/>
                <a:gd name="T1" fmla="*/ 86 h 86"/>
                <a:gd name="T2" fmla="*/ 31 w 47"/>
                <a:gd name="T3" fmla="*/ 86 h 86"/>
                <a:gd name="T4" fmla="*/ 47 w 47"/>
                <a:gd name="T5" fmla="*/ 70 h 86"/>
                <a:gd name="T6" fmla="*/ 47 w 47"/>
                <a:gd name="T7" fmla="*/ 16 h 86"/>
                <a:gd name="T8" fmla="*/ 31 w 47"/>
                <a:gd name="T9" fmla="*/ 0 h 86"/>
                <a:gd name="T10" fmla="*/ 16 w 47"/>
                <a:gd name="T11" fmla="*/ 0 h 86"/>
                <a:gd name="T12" fmla="*/ 0 w 47"/>
                <a:gd name="T13" fmla="*/ 16 h 86"/>
                <a:gd name="T14" fmla="*/ 0 w 47"/>
                <a:gd name="T15" fmla="*/ 37 h 86"/>
                <a:gd name="T16" fmla="*/ 10 w 47"/>
                <a:gd name="T17" fmla="*/ 79 h 86"/>
                <a:gd name="T18" fmla="*/ 9 w 47"/>
                <a:gd name="T19" fmla="*/ 85 h 86"/>
                <a:gd name="T20" fmla="*/ 16 w 47"/>
                <a:gd name="T2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86">
                  <a:moveTo>
                    <a:pt x="16" y="86"/>
                  </a:moveTo>
                  <a:cubicBezTo>
                    <a:pt x="31" y="86"/>
                    <a:pt x="31" y="86"/>
                    <a:pt x="31" y="86"/>
                  </a:cubicBezTo>
                  <a:cubicBezTo>
                    <a:pt x="40" y="86"/>
                    <a:pt x="47" y="79"/>
                    <a:pt x="47" y="70"/>
                  </a:cubicBezTo>
                  <a:cubicBezTo>
                    <a:pt x="47" y="16"/>
                    <a:pt x="47" y="16"/>
                    <a:pt x="47" y="16"/>
                  </a:cubicBezTo>
                  <a:cubicBezTo>
                    <a:pt x="47" y="7"/>
                    <a:pt x="40" y="0"/>
                    <a:pt x="31" y="0"/>
                  </a:cubicBezTo>
                  <a:cubicBezTo>
                    <a:pt x="16" y="0"/>
                    <a:pt x="16" y="0"/>
                    <a:pt x="16" y="0"/>
                  </a:cubicBezTo>
                  <a:cubicBezTo>
                    <a:pt x="7" y="0"/>
                    <a:pt x="0" y="7"/>
                    <a:pt x="0" y="16"/>
                  </a:cubicBezTo>
                  <a:cubicBezTo>
                    <a:pt x="0" y="37"/>
                    <a:pt x="0" y="37"/>
                    <a:pt x="0" y="37"/>
                  </a:cubicBezTo>
                  <a:cubicBezTo>
                    <a:pt x="6" y="49"/>
                    <a:pt x="10" y="64"/>
                    <a:pt x="10" y="79"/>
                  </a:cubicBezTo>
                  <a:cubicBezTo>
                    <a:pt x="10" y="81"/>
                    <a:pt x="10" y="83"/>
                    <a:pt x="9" y="85"/>
                  </a:cubicBezTo>
                  <a:cubicBezTo>
                    <a:pt x="11" y="86"/>
                    <a:pt x="14" y="86"/>
                    <a:pt x="16" y="8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3" name="Freeform 81"/>
            <p:cNvSpPr>
              <a:spLocks/>
            </p:cNvSpPr>
            <p:nvPr/>
          </p:nvSpPr>
          <p:spPr bwMode="auto">
            <a:xfrm>
              <a:off x="828675" y="1296988"/>
              <a:ext cx="31750" cy="109538"/>
            </a:xfrm>
            <a:custGeom>
              <a:avLst/>
              <a:gdLst>
                <a:gd name="T0" fmla="*/ 16 w 24"/>
                <a:gd name="T1" fmla="*/ 0 h 83"/>
                <a:gd name="T2" fmla="*/ 0 w 24"/>
                <a:gd name="T3" fmla="*/ 16 h 83"/>
                <a:gd name="T4" fmla="*/ 0 w 24"/>
                <a:gd name="T5" fmla="*/ 70 h 83"/>
                <a:gd name="T6" fmla="*/ 6 w 24"/>
                <a:gd name="T7" fmla="*/ 83 h 83"/>
                <a:gd name="T8" fmla="*/ 24 w 24"/>
                <a:gd name="T9" fmla="*/ 0 h 83"/>
                <a:gd name="T10" fmla="*/ 16 w 24"/>
                <a:gd name="T11" fmla="*/ 0 h 83"/>
              </a:gdLst>
              <a:ahLst/>
              <a:cxnLst>
                <a:cxn ang="0">
                  <a:pos x="T0" y="T1"/>
                </a:cxn>
                <a:cxn ang="0">
                  <a:pos x="T2" y="T3"/>
                </a:cxn>
                <a:cxn ang="0">
                  <a:pos x="T4" y="T5"/>
                </a:cxn>
                <a:cxn ang="0">
                  <a:pos x="T6" y="T7"/>
                </a:cxn>
                <a:cxn ang="0">
                  <a:pos x="T8" y="T9"/>
                </a:cxn>
                <a:cxn ang="0">
                  <a:pos x="T10" y="T11"/>
                </a:cxn>
              </a:cxnLst>
              <a:rect l="0" t="0" r="r" b="b"/>
              <a:pathLst>
                <a:path w="24" h="83">
                  <a:moveTo>
                    <a:pt x="16" y="0"/>
                  </a:moveTo>
                  <a:cubicBezTo>
                    <a:pt x="7" y="0"/>
                    <a:pt x="0" y="7"/>
                    <a:pt x="0" y="16"/>
                  </a:cubicBezTo>
                  <a:cubicBezTo>
                    <a:pt x="0" y="70"/>
                    <a:pt x="0" y="70"/>
                    <a:pt x="0" y="70"/>
                  </a:cubicBezTo>
                  <a:cubicBezTo>
                    <a:pt x="0" y="75"/>
                    <a:pt x="2" y="80"/>
                    <a:pt x="6" y="83"/>
                  </a:cubicBezTo>
                  <a:cubicBezTo>
                    <a:pt x="15" y="58"/>
                    <a:pt x="21" y="30"/>
                    <a:pt x="24" y="0"/>
                  </a:cubicBezTo>
                  <a:lnTo>
                    <a:pt x="16"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4" name="Freeform 82"/>
            <p:cNvSpPr>
              <a:spLocks/>
            </p:cNvSpPr>
            <p:nvPr/>
          </p:nvSpPr>
          <p:spPr bwMode="auto">
            <a:xfrm>
              <a:off x="946150" y="1304925"/>
              <a:ext cx="23813" cy="106363"/>
            </a:xfrm>
            <a:custGeom>
              <a:avLst/>
              <a:gdLst>
                <a:gd name="T0" fmla="*/ 2 w 18"/>
                <a:gd name="T1" fmla="*/ 79 h 79"/>
                <a:gd name="T2" fmla="*/ 18 w 18"/>
                <a:gd name="T3" fmla="*/ 63 h 79"/>
                <a:gd name="T4" fmla="*/ 18 w 18"/>
                <a:gd name="T5" fmla="*/ 9 h 79"/>
                <a:gd name="T6" fmla="*/ 15 w 18"/>
                <a:gd name="T7" fmla="*/ 0 h 79"/>
                <a:gd name="T8" fmla="*/ 0 w 18"/>
                <a:gd name="T9" fmla="*/ 79 h 79"/>
                <a:gd name="T10" fmla="*/ 2 w 18"/>
                <a:gd name="T11" fmla="*/ 79 h 79"/>
              </a:gdLst>
              <a:ahLst/>
              <a:cxnLst>
                <a:cxn ang="0">
                  <a:pos x="T0" y="T1"/>
                </a:cxn>
                <a:cxn ang="0">
                  <a:pos x="T2" y="T3"/>
                </a:cxn>
                <a:cxn ang="0">
                  <a:pos x="T4" y="T5"/>
                </a:cxn>
                <a:cxn ang="0">
                  <a:pos x="T6" y="T7"/>
                </a:cxn>
                <a:cxn ang="0">
                  <a:pos x="T8" y="T9"/>
                </a:cxn>
                <a:cxn ang="0">
                  <a:pos x="T10" y="T11"/>
                </a:cxn>
              </a:cxnLst>
              <a:rect l="0" t="0" r="r" b="b"/>
              <a:pathLst>
                <a:path w="18" h="79">
                  <a:moveTo>
                    <a:pt x="2" y="79"/>
                  </a:moveTo>
                  <a:cubicBezTo>
                    <a:pt x="10" y="79"/>
                    <a:pt x="18" y="72"/>
                    <a:pt x="18" y="63"/>
                  </a:cubicBezTo>
                  <a:cubicBezTo>
                    <a:pt x="18" y="9"/>
                    <a:pt x="18" y="9"/>
                    <a:pt x="18" y="9"/>
                  </a:cubicBezTo>
                  <a:cubicBezTo>
                    <a:pt x="18" y="6"/>
                    <a:pt x="17" y="3"/>
                    <a:pt x="15" y="0"/>
                  </a:cubicBezTo>
                  <a:cubicBezTo>
                    <a:pt x="12" y="30"/>
                    <a:pt x="7" y="56"/>
                    <a:pt x="0" y="79"/>
                  </a:cubicBezTo>
                  <a:lnTo>
                    <a:pt x="2" y="79"/>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5" name="Freeform 83"/>
            <p:cNvSpPr>
              <a:spLocks/>
            </p:cNvSpPr>
            <p:nvPr/>
          </p:nvSpPr>
          <p:spPr bwMode="auto">
            <a:xfrm>
              <a:off x="987425" y="1296988"/>
              <a:ext cx="60325" cy="114300"/>
            </a:xfrm>
            <a:custGeom>
              <a:avLst/>
              <a:gdLst>
                <a:gd name="T0" fmla="*/ 16 w 46"/>
                <a:gd name="T1" fmla="*/ 0 h 86"/>
                <a:gd name="T2" fmla="*/ 0 w 46"/>
                <a:gd name="T3" fmla="*/ 16 h 86"/>
                <a:gd name="T4" fmla="*/ 0 w 46"/>
                <a:gd name="T5" fmla="*/ 70 h 86"/>
                <a:gd name="T6" fmla="*/ 16 w 46"/>
                <a:gd name="T7" fmla="*/ 86 h 86"/>
                <a:gd name="T8" fmla="*/ 30 w 46"/>
                <a:gd name="T9" fmla="*/ 86 h 86"/>
                <a:gd name="T10" fmla="*/ 46 w 46"/>
                <a:gd name="T11" fmla="*/ 70 h 86"/>
                <a:gd name="T12" fmla="*/ 46 w 46"/>
                <a:gd name="T13" fmla="*/ 16 h 86"/>
                <a:gd name="T14" fmla="*/ 30 w 46"/>
                <a:gd name="T15" fmla="*/ 0 h 86"/>
                <a:gd name="T16" fmla="*/ 16 w 46"/>
                <a:gd name="T17"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86">
                  <a:moveTo>
                    <a:pt x="16" y="0"/>
                  </a:moveTo>
                  <a:cubicBezTo>
                    <a:pt x="7" y="0"/>
                    <a:pt x="0" y="7"/>
                    <a:pt x="0" y="16"/>
                  </a:cubicBezTo>
                  <a:cubicBezTo>
                    <a:pt x="0" y="70"/>
                    <a:pt x="0" y="70"/>
                    <a:pt x="0" y="70"/>
                  </a:cubicBezTo>
                  <a:cubicBezTo>
                    <a:pt x="0" y="79"/>
                    <a:pt x="7" y="86"/>
                    <a:pt x="16" y="86"/>
                  </a:cubicBezTo>
                  <a:cubicBezTo>
                    <a:pt x="30" y="86"/>
                    <a:pt x="30" y="86"/>
                    <a:pt x="30" y="86"/>
                  </a:cubicBezTo>
                  <a:cubicBezTo>
                    <a:pt x="39" y="86"/>
                    <a:pt x="46" y="79"/>
                    <a:pt x="46" y="70"/>
                  </a:cubicBezTo>
                  <a:cubicBezTo>
                    <a:pt x="46" y="16"/>
                    <a:pt x="46" y="16"/>
                    <a:pt x="46" y="16"/>
                  </a:cubicBezTo>
                  <a:cubicBezTo>
                    <a:pt x="46" y="7"/>
                    <a:pt x="39" y="0"/>
                    <a:pt x="30" y="0"/>
                  </a:cubicBezTo>
                  <a:lnTo>
                    <a:pt x="16"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6" name="Freeform 84"/>
            <p:cNvSpPr>
              <a:spLocks/>
            </p:cNvSpPr>
            <p:nvPr/>
          </p:nvSpPr>
          <p:spPr bwMode="auto">
            <a:xfrm>
              <a:off x="1066800" y="1296988"/>
              <a:ext cx="61913" cy="114300"/>
            </a:xfrm>
            <a:custGeom>
              <a:avLst/>
              <a:gdLst>
                <a:gd name="T0" fmla="*/ 30 w 46"/>
                <a:gd name="T1" fmla="*/ 0 h 86"/>
                <a:gd name="T2" fmla="*/ 16 w 46"/>
                <a:gd name="T3" fmla="*/ 0 h 86"/>
                <a:gd name="T4" fmla="*/ 0 w 46"/>
                <a:gd name="T5" fmla="*/ 16 h 86"/>
                <a:gd name="T6" fmla="*/ 0 w 46"/>
                <a:gd name="T7" fmla="*/ 70 h 86"/>
                <a:gd name="T8" fmla="*/ 16 w 46"/>
                <a:gd name="T9" fmla="*/ 86 h 86"/>
                <a:gd name="T10" fmla="*/ 30 w 46"/>
                <a:gd name="T11" fmla="*/ 86 h 86"/>
                <a:gd name="T12" fmla="*/ 46 w 46"/>
                <a:gd name="T13" fmla="*/ 70 h 86"/>
                <a:gd name="T14" fmla="*/ 46 w 46"/>
                <a:gd name="T15" fmla="*/ 16 h 86"/>
                <a:gd name="T16" fmla="*/ 30 w 46"/>
                <a:gd name="T17"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86">
                  <a:moveTo>
                    <a:pt x="30" y="0"/>
                  </a:moveTo>
                  <a:cubicBezTo>
                    <a:pt x="16" y="0"/>
                    <a:pt x="16" y="0"/>
                    <a:pt x="16" y="0"/>
                  </a:cubicBezTo>
                  <a:cubicBezTo>
                    <a:pt x="7" y="0"/>
                    <a:pt x="0" y="7"/>
                    <a:pt x="0" y="16"/>
                  </a:cubicBezTo>
                  <a:cubicBezTo>
                    <a:pt x="0" y="70"/>
                    <a:pt x="0" y="70"/>
                    <a:pt x="0" y="70"/>
                  </a:cubicBezTo>
                  <a:cubicBezTo>
                    <a:pt x="0" y="79"/>
                    <a:pt x="7" y="86"/>
                    <a:pt x="16" y="86"/>
                  </a:cubicBezTo>
                  <a:cubicBezTo>
                    <a:pt x="30" y="86"/>
                    <a:pt x="30" y="86"/>
                    <a:pt x="30" y="86"/>
                  </a:cubicBezTo>
                  <a:cubicBezTo>
                    <a:pt x="39" y="86"/>
                    <a:pt x="46" y="79"/>
                    <a:pt x="46" y="70"/>
                  </a:cubicBezTo>
                  <a:cubicBezTo>
                    <a:pt x="46" y="16"/>
                    <a:pt x="46" y="16"/>
                    <a:pt x="46" y="16"/>
                  </a:cubicBezTo>
                  <a:cubicBezTo>
                    <a:pt x="46" y="7"/>
                    <a:pt x="39" y="0"/>
                    <a:pt x="30"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7" name="Rectangle 85"/>
            <p:cNvSpPr>
              <a:spLocks noChangeArrowheads="1"/>
            </p:cNvSpPr>
            <p:nvPr/>
          </p:nvSpPr>
          <p:spPr bwMode="auto">
            <a:xfrm>
              <a:off x="785813" y="1628775"/>
              <a:ext cx="339725" cy="33338"/>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8" name="Freeform 86"/>
            <p:cNvSpPr>
              <a:spLocks/>
            </p:cNvSpPr>
            <p:nvPr/>
          </p:nvSpPr>
          <p:spPr bwMode="auto">
            <a:xfrm>
              <a:off x="588963" y="1524000"/>
              <a:ext cx="63500" cy="15875"/>
            </a:xfrm>
            <a:custGeom>
              <a:avLst/>
              <a:gdLst>
                <a:gd name="T0" fmla="*/ 47 w 47"/>
                <a:gd name="T1" fmla="*/ 4 h 12"/>
                <a:gd name="T2" fmla="*/ 32 w 47"/>
                <a:gd name="T3" fmla="*/ 5 h 12"/>
                <a:gd name="T4" fmla="*/ 0 w 47"/>
                <a:gd name="T5" fmla="*/ 0 h 12"/>
                <a:gd name="T6" fmla="*/ 0 w 47"/>
                <a:gd name="T7" fmla="*/ 12 h 12"/>
                <a:gd name="T8" fmla="*/ 47 w 47"/>
                <a:gd name="T9" fmla="*/ 12 h 12"/>
                <a:gd name="T10" fmla="*/ 47 w 47"/>
                <a:gd name="T11" fmla="*/ 4 h 12"/>
              </a:gdLst>
              <a:ahLst/>
              <a:cxnLst>
                <a:cxn ang="0">
                  <a:pos x="T0" y="T1"/>
                </a:cxn>
                <a:cxn ang="0">
                  <a:pos x="T2" y="T3"/>
                </a:cxn>
                <a:cxn ang="0">
                  <a:pos x="T4" y="T5"/>
                </a:cxn>
                <a:cxn ang="0">
                  <a:pos x="T6" y="T7"/>
                </a:cxn>
                <a:cxn ang="0">
                  <a:pos x="T8" y="T9"/>
                </a:cxn>
                <a:cxn ang="0">
                  <a:pos x="T10" y="T11"/>
                </a:cxn>
              </a:cxnLst>
              <a:rect l="0" t="0" r="r" b="b"/>
              <a:pathLst>
                <a:path w="47" h="12">
                  <a:moveTo>
                    <a:pt x="47" y="4"/>
                  </a:moveTo>
                  <a:cubicBezTo>
                    <a:pt x="42" y="4"/>
                    <a:pt x="37" y="5"/>
                    <a:pt x="32" y="5"/>
                  </a:cubicBezTo>
                  <a:cubicBezTo>
                    <a:pt x="21" y="5"/>
                    <a:pt x="10" y="3"/>
                    <a:pt x="0" y="0"/>
                  </a:cubicBezTo>
                  <a:cubicBezTo>
                    <a:pt x="0" y="12"/>
                    <a:pt x="0" y="12"/>
                    <a:pt x="0" y="12"/>
                  </a:cubicBezTo>
                  <a:cubicBezTo>
                    <a:pt x="47" y="12"/>
                    <a:pt x="47" y="12"/>
                    <a:pt x="47" y="12"/>
                  </a:cubicBezTo>
                  <a:lnTo>
                    <a:pt x="47" y="4"/>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9" name="Freeform 87"/>
            <p:cNvSpPr>
              <a:spLocks/>
            </p:cNvSpPr>
            <p:nvPr/>
          </p:nvSpPr>
          <p:spPr bwMode="auto">
            <a:xfrm>
              <a:off x="668338" y="1498600"/>
              <a:ext cx="63500" cy="41275"/>
            </a:xfrm>
            <a:custGeom>
              <a:avLst/>
              <a:gdLst>
                <a:gd name="T0" fmla="*/ 41 w 47"/>
                <a:gd name="T1" fmla="*/ 32 h 32"/>
                <a:gd name="T2" fmla="*/ 47 w 47"/>
                <a:gd name="T3" fmla="*/ 28 h 32"/>
                <a:gd name="T4" fmla="*/ 47 w 47"/>
                <a:gd name="T5" fmla="*/ 15 h 32"/>
                <a:gd name="T6" fmla="*/ 37 w 47"/>
                <a:gd name="T7" fmla="*/ 0 h 32"/>
                <a:gd name="T8" fmla="*/ 0 w 47"/>
                <a:gd name="T9" fmla="*/ 20 h 32"/>
                <a:gd name="T10" fmla="*/ 0 w 47"/>
                <a:gd name="T11" fmla="*/ 32 h 32"/>
                <a:gd name="T12" fmla="*/ 41 w 47"/>
                <a:gd name="T13" fmla="*/ 32 h 32"/>
              </a:gdLst>
              <a:ahLst/>
              <a:cxnLst>
                <a:cxn ang="0">
                  <a:pos x="T0" y="T1"/>
                </a:cxn>
                <a:cxn ang="0">
                  <a:pos x="T2" y="T3"/>
                </a:cxn>
                <a:cxn ang="0">
                  <a:pos x="T4" y="T5"/>
                </a:cxn>
                <a:cxn ang="0">
                  <a:pos x="T6" y="T7"/>
                </a:cxn>
                <a:cxn ang="0">
                  <a:pos x="T8" y="T9"/>
                </a:cxn>
                <a:cxn ang="0">
                  <a:pos x="T10" y="T11"/>
                </a:cxn>
                <a:cxn ang="0">
                  <a:pos x="T12" y="T13"/>
                </a:cxn>
              </a:cxnLst>
              <a:rect l="0" t="0" r="r" b="b"/>
              <a:pathLst>
                <a:path w="47" h="32">
                  <a:moveTo>
                    <a:pt x="41" y="32"/>
                  </a:moveTo>
                  <a:cubicBezTo>
                    <a:pt x="43" y="31"/>
                    <a:pt x="45" y="29"/>
                    <a:pt x="47" y="28"/>
                  </a:cubicBezTo>
                  <a:cubicBezTo>
                    <a:pt x="47" y="15"/>
                    <a:pt x="47" y="15"/>
                    <a:pt x="47" y="15"/>
                  </a:cubicBezTo>
                  <a:cubicBezTo>
                    <a:pt x="47" y="8"/>
                    <a:pt x="43" y="2"/>
                    <a:pt x="37" y="0"/>
                  </a:cubicBezTo>
                  <a:cubicBezTo>
                    <a:pt x="26" y="9"/>
                    <a:pt x="14" y="16"/>
                    <a:pt x="0" y="20"/>
                  </a:cubicBezTo>
                  <a:cubicBezTo>
                    <a:pt x="0" y="32"/>
                    <a:pt x="0" y="32"/>
                    <a:pt x="0" y="32"/>
                  </a:cubicBezTo>
                  <a:lnTo>
                    <a:pt x="41" y="32"/>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0" name="Freeform 88"/>
            <p:cNvSpPr>
              <a:spLocks/>
            </p:cNvSpPr>
            <p:nvPr/>
          </p:nvSpPr>
          <p:spPr bwMode="auto">
            <a:xfrm>
              <a:off x="749300" y="1497013"/>
              <a:ext cx="30163" cy="26988"/>
            </a:xfrm>
            <a:custGeom>
              <a:avLst/>
              <a:gdLst>
                <a:gd name="T0" fmla="*/ 0 w 23"/>
                <a:gd name="T1" fmla="*/ 16 h 20"/>
                <a:gd name="T2" fmla="*/ 0 w 23"/>
                <a:gd name="T3" fmla="*/ 20 h 20"/>
                <a:gd name="T4" fmla="*/ 23 w 23"/>
                <a:gd name="T5" fmla="*/ 0 h 20"/>
                <a:gd name="T6" fmla="*/ 16 w 23"/>
                <a:gd name="T7" fmla="*/ 0 h 20"/>
                <a:gd name="T8" fmla="*/ 0 w 23"/>
                <a:gd name="T9" fmla="*/ 16 h 20"/>
              </a:gdLst>
              <a:ahLst/>
              <a:cxnLst>
                <a:cxn ang="0">
                  <a:pos x="T0" y="T1"/>
                </a:cxn>
                <a:cxn ang="0">
                  <a:pos x="T2" y="T3"/>
                </a:cxn>
                <a:cxn ang="0">
                  <a:pos x="T4" y="T5"/>
                </a:cxn>
                <a:cxn ang="0">
                  <a:pos x="T6" y="T7"/>
                </a:cxn>
                <a:cxn ang="0">
                  <a:pos x="T8" y="T9"/>
                </a:cxn>
              </a:cxnLst>
              <a:rect l="0" t="0" r="r" b="b"/>
              <a:pathLst>
                <a:path w="23" h="20">
                  <a:moveTo>
                    <a:pt x="0" y="16"/>
                  </a:moveTo>
                  <a:cubicBezTo>
                    <a:pt x="0" y="20"/>
                    <a:pt x="0" y="20"/>
                    <a:pt x="0" y="20"/>
                  </a:cubicBezTo>
                  <a:cubicBezTo>
                    <a:pt x="7" y="15"/>
                    <a:pt x="15" y="8"/>
                    <a:pt x="23" y="0"/>
                  </a:cubicBezTo>
                  <a:cubicBezTo>
                    <a:pt x="16" y="0"/>
                    <a:pt x="16" y="0"/>
                    <a:pt x="16" y="0"/>
                  </a:cubicBezTo>
                  <a:cubicBezTo>
                    <a:pt x="7" y="0"/>
                    <a:pt x="0" y="7"/>
                    <a:pt x="0" y="1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1" name="Freeform 89"/>
            <p:cNvSpPr>
              <a:spLocks/>
            </p:cNvSpPr>
            <p:nvPr/>
          </p:nvSpPr>
          <p:spPr bwMode="auto">
            <a:xfrm>
              <a:off x="828675" y="1528763"/>
              <a:ext cx="61913" cy="84138"/>
            </a:xfrm>
            <a:custGeom>
              <a:avLst/>
              <a:gdLst>
                <a:gd name="T0" fmla="*/ 31 w 47"/>
                <a:gd name="T1" fmla="*/ 63 h 63"/>
                <a:gd name="T2" fmla="*/ 47 w 47"/>
                <a:gd name="T3" fmla="*/ 47 h 63"/>
                <a:gd name="T4" fmla="*/ 47 w 47"/>
                <a:gd name="T5" fmla="*/ 0 h 63"/>
                <a:gd name="T6" fmla="*/ 27 w 47"/>
                <a:gd name="T7" fmla="*/ 25 h 63"/>
                <a:gd name="T8" fmla="*/ 0 w 47"/>
                <a:gd name="T9" fmla="*/ 50 h 63"/>
                <a:gd name="T10" fmla="*/ 16 w 47"/>
                <a:gd name="T11" fmla="*/ 63 h 63"/>
                <a:gd name="T12" fmla="*/ 31 w 47"/>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47" h="63">
                  <a:moveTo>
                    <a:pt x="31" y="63"/>
                  </a:moveTo>
                  <a:cubicBezTo>
                    <a:pt x="39" y="63"/>
                    <a:pt x="47" y="55"/>
                    <a:pt x="47" y="47"/>
                  </a:cubicBezTo>
                  <a:cubicBezTo>
                    <a:pt x="47" y="0"/>
                    <a:pt x="47" y="0"/>
                    <a:pt x="47" y="0"/>
                  </a:cubicBezTo>
                  <a:cubicBezTo>
                    <a:pt x="40" y="9"/>
                    <a:pt x="33" y="18"/>
                    <a:pt x="27" y="25"/>
                  </a:cubicBezTo>
                  <a:cubicBezTo>
                    <a:pt x="18" y="35"/>
                    <a:pt x="9" y="43"/>
                    <a:pt x="0" y="50"/>
                  </a:cubicBezTo>
                  <a:cubicBezTo>
                    <a:pt x="2" y="57"/>
                    <a:pt x="8" y="63"/>
                    <a:pt x="16" y="63"/>
                  </a:cubicBezTo>
                  <a:lnTo>
                    <a:pt x="31" y="63"/>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2" name="Freeform 90"/>
            <p:cNvSpPr>
              <a:spLocks/>
            </p:cNvSpPr>
            <p:nvPr/>
          </p:nvSpPr>
          <p:spPr bwMode="auto">
            <a:xfrm>
              <a:off x="908050" y="1497013"/>
              <a:ext cx="61913" cy="115888"/>
            </a:xfrm>
            <a:custGeom>
              <a:avLst/>
              <a:gdLst>
                <a:gd name="T0" fmla="*/ 16 w 47"/>
                <a:gd name="T1" fmla="*/ 0 h 87"/>
                <a:gd name="T2" fmla="*/ 0 w 47"/>
                <a:gd name="T3" fmla="*/ 16 h 87"/>
                <a:gd name="T4" fmla="*/ 0 w 47"/>
                <a:gd name="T5" fmla="*/ 71 h 87"/>
                <a:gd name="T6" fmla="*/ 16 w 47"/>
                <a:gd name="T7" fmla="*/ 87 h 87"/>
                <a:gd name="T8" fmla="*/ 31 w 47"/>
                <a:gd name="T9" fmla="*/ 87 h 87"/>
                <a:gd name="T10" fmla="*/ 47 w 47"/>
                <a:gd name="T11" fmla="*/ 71 h 87"/>
                <a:gd name="T12" fmla="*/ 47 w 47"/>
                <a:gd name="T13" fmla="*/ 16 h 87"/>
                <a:gd name="T14" fmla="*/ 31 w 47"/>
                <a:gd name="T15" fmla="*/ 0 h 87"/>
                <a:gd name="T16" fmla="*/ 16 w 47"/>
                <a:gd name="T17"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87">
                  <a:moveTo>
                    <a:pt x="16" y="0"/>
                  </a:moveTo>
                  <a:cubicBezTo>
                    <a:pt x="7" y="0"/>
                    <a:pt x="0" y="7"/>
                    <a:pt x="0" y="16"/>
                  </a:cubicBezTo>
                  <a:cubicBezTo>
                    <a:pt x="0" y="71"/>
                    <a:pt x="0" y="71"/>
                    <a:pt x="0" y="71"/>
                  </a:cubicBezTo>
                  <a:cubicBezTo>
                    <a:pt x="0" y="79"/>
                    <a:pt x="7" y="87"/>
                    <a:pt x="16" y="87"/>
                  </a:cubicBezTo>
                  <a:cubicBezTo>
                    <a:pt x="31" y="87"/>
                    <a:pt x="31" y="87"/>
                    <a:pt x="31" y="87"/>
                  </a:cubicBezTo>
                  <a:cubicBezTo>
                    <a:pt x="39" y="87"/>
                    <a:pt x="47" y="79"/>
                    <a:pt x="47" y="71"/>
                  </a:cubicBezTo>
                  <a:cubicBezTo>
                    <a:pt x="47" y="16"/>
                    <a:pt x="47" y="16"/>
                    <a:pt x="47" y="16"/>
                  </a:cubicBezTo>
                  <a:cubicBezTo>
                    <a:pt x="47" y="7"/>
                    <a:pt x="39" y="0"/>
                    <a:pt x="31" y="0"/>
                  </a:cubicBezTo>
                  <a:lnTo>
                    <a:pt x="16"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3" name="Freeform 91"/>
            <p:cNvSpPr>
              <a:spLocks/>
            </p:cNvSpPr>
            <p:nvPr/>
          </p:nvSpPr>
          <p:spPr bwMode="auto">
            <a:xfrm>
              <a:off x="987425" y="1497013"/>
              <a:ext cx="60325" cy="115888"/>
            </a:xfrm>
            <a:custGeom>
              <a:avLst/>
              <a:gdLst>
                <a:gd name="T0" fmla="*/ 16 w 46"/>
                <a:gd name="T1" fmla="*/ 0 h 87"/>
                <a:gd name="T2" fmla="*/ 0 w 46"/>
                <a:gd name="T3" fmla="*/ 16 h 87"/>
                <a:gd name="T4" fmla="*/ 0 w 46"/>
                <a:gd name="T5" fmla="*/ 71 h 87"/>
                <a:gd name="T6" fmla="*/ 16 w 46"/>
                <a:gd name="T7" fmla="*/ 87 h 87"/>
                <a:gd name="T8" fmla="*/ 30 w 46"/>
                <a:gd name="T9" fmla="*/ 87 h 87"/>
                <a:gd name="T10" fmla="*/ 46 w 46"/>
                <a:gd name="T11" fmla="*/ 71 h 87"/>
                <a:gd name="T12" fmla="*/ 46 w 46"/>
                <a:gd name="T13" fmla="*/ 16 h 87"/>
                <a:gd name="T14" fmla="*/ 30 w 46"/>
                <a:gd name="T15" fmla="*/ 0 h 87"/>
                <a:gd name="T16" fmla="*/ 16 w 46"/>
                <a:gd name="T17"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87">
                  <a:moveTo>
                    <a:pt x="16" y="0"/>
                  </a:moveTo>
                  <a:cubicBezTo>
                    <a:pt x="7" y="0"/>
                    <a:pt x="0" y="7"/>
                    <a:pt x="0" y="16"/>
                  </a:cubicBezTo>
                  <a:cubicBezTo>
                    <a:pt x="0" y="71"/>
                    <a:pt x="0" y="71"/>
                    <a:pt x="0" y="71"/>
                  </a:cubicBezTo>
                  <a:cubicBezTo>
                    <a:pt x="0" y="79"/>
                    <a:pt x="7" y="87"/>
                    <a:pt x="16" y="87"/>
                  </a:cubicBezTo>
                  <a:cubicBezTo>
                    <a:pt x="30" y="87"/>
                    <a:pt x="30" y="87"/>
                    <a:pt x="30" y="87"/>
                  </a:cubicBezTo>
                  <a:cubicBezTo>
                    <a:pt x="39" y="87"/>
                    <a:pt x="46" y="79"/>
                    <a:pt x="46" y="71"/>
                  </a:cubicBezTo>
                  <a:cubicBezTo>
                    <a:pt x="46" y="16"/>
                    <a:pt x="46" y="16"/>
                    <a:pt x="46" y="16"/>
                  </a:cubicBezTo>
                  <a:cubicBezTo>
                    <a:pt x="46" y="7"/>
                    <a:pt x="39" y="0"/>
                    <a:pt x="30" y="0"/>
                  </a:cubicBezTo>
                  <a:lnTo>
                    <a:pt x="16"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4" name="Freeform 92"/>
            <p:cNvSpPr>
              <a:spLocks/>
            </p:cNvSpPr>
            <p:nvPr/>
          </p:nvSpPr>
          <p:spPr bwMode="auto">
            <a:xfrm>
              <a:off x="1066800" y="1497013"/>
              <a:ext cx="61913" cy="115888"/>
            </a:xfrm>
            <a:custGeom>
              <a:avLst/>
              <a:gdLst>
                <a:gd name="T0" fmla="*/ 30 w 46"/>
                <a:gd name="T1" fmla="*/ 0 h 87"/>
                <a:gd name="T2" fmla="*/ 16 w 46"/>
                <a:gd name="T3" fmla="*/ 0 h 87"/>
                <a:gd name="T4" fmla="*/ 0 w 46"/>
                <a:gd name="T5" fmla="*/ 16 h 87"/>
                <a:gd name="T6" fmla="*/ 0 w 46"/>
                <a:gd name="T7" fmla="*/ 71 h 87"/>
                <a:gd name="T8" fmla="*/ 16 w 46"/>
                <a:gd name="T9" fmla="*/ 87 h 87"/>
                <a:gd name="T10" fmla="*/ 30 w 46"/>
                <a:gd name="T11" fmla="*/ 87 h 87"/>
                <a:gd name="T12" fmla="*/ 46 w 46"/>
                <a:gd name="T13" fmla="*/ 71 h 87"/>
                <a:gd name="T14" fmla="*/ 46 w 46"/>
                <a:gd name="T15" fmla="*/ 16 h 87"/>
                <a:gd name="T16" fmla="*/ 30 w 46"/>
                <a:gd name="T17"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87">
                  <a:moveTo>
                    <a:pt x="30" y="0"/>
                  </a:moveTo>
                  <a:cubicBezTo>
                    <a:pt x="16" y="0"/>
                    <a:pt x="16" y="0"/>
                    <a:pt x="16" y="0"/>
                  </a:cubicBezTo>
                  <a:cubicBezTo>
                    <a:pt x="7" y="0"/>
                    <a:pt x="0" y="7"/>
                    <a:pt x="0" y="16"/>
                  </a:cubicBezTo>
                  <a:cubicBezTo>
                    <a:pt x="0" y="71"/>
                    <a:pt x="0" y="71"/>
                    <a:pt x="0" y="71"/>
                  </a:cubicBezTo>
                  <a:cubicBezTo>
                    <a:pt x="0" y="79"/>
                    <a:pt x="7" y="87"/>
                    <a:pt x="16" y="87"/>
                  </a:cubicBezTo>
                  <a:cubicBezTo>
                    <a:pt x="30" y="87"/>
                    <a:pt x="30" y="87"/>
                    <a:pt x="30" y="87"/>
                  </a:cubicBezTo>
                  <a:cubicBezTo>
                    <a:pt x="39" y="87"/>
                    <a:pt x="46" y="79"/>
                    <a:pt x="46" y="71"/>
                  </a:cubicBezTo>
                  <a:cubicBezTo>
                    <a:pt x="46" y="16"/>
                    <a:pt x="46" y="16"/>
                    <a:pt x="46" y="16"/>
                  </a:cubicBezTo>
                  <a:cubicBezTo>
                    <a:pt x="46" y="7"/>
                    <a:pt x="39" y="0"/>
                    <a:pt x="30"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5" name="Freeform 93"/>
            <p:cNvSpPr>
              <a:spLocks/>
            </p:cNvSpPr>
            <p:nvPr/>
          </p:nvSpPr>
          <p:spPr bwMode="auto">
            <a:xfrm>
              <a:off x="785813" y="1828800"/>
              <a:ext cx="339725" cy="34925"/>
            </a:xfrm>
            <a:custGeom>
              <a:avLst/>
              <a:gdLst>
                <a:gd name="T0" fmla="*/ 0 w 214"/>
                <a:gd name="T1" fmla="*/ 16 h 22"/>
                <a:gd name="T2" fmla="*/ 0 w 214"/>
                <a:gd name="T3" fmla="*/ 22 h 22"/>
                <a:gd name="T4" fmla="*/ 214 w 214"/>
                <a:gd name="T5" fmla="*/ 22 h 22"/>
                <a:gd name="T6" fmla="*/ 214 w 214"/>
                <a:gd name="T7" fmla="*/ 0 h 22"/>
                <a:gd name="T8" fmla="*/ 0 w 214"/>
                <a:gd name="T9" fmla="*/ 0 h 22"/>
                <a:gd name="T10" fmla="*/ 0 w 214"/>
                <a:gd name="T11" fmla="*/ 16 h 22"/>
              </a:gdLst>
              <a:ahLst/>
              <a:cxnLst>
                <a:cxn ang="0">
                  <a:pos x="T0" y="T1"/>
                </a:cxn>
                <a:cxn ang="0">
                  <a:pos x="T2" y="T3"/>
                </a:cxn>
                <a:cxn ang="0">
                  <a:pos x="T4" y="T5"/>
                </a:cxn>
                <a:cxn ang="0">
                  <a:pos x="T6" y="T7"/>
                </a:cxn>
                <a:cxn ang="0">
                  <a:pos x="T8" y="T9"/>
                </a:cxn>
                <a:cxn ang="0">
                  <a:pos x="T10" y="T11"/>
                </a:cxn>
              </a:cxnLst>
              <a:rect l="0" t="0" r="r" b="b"/>
              <a:pathLst>
                <a:path w="214" h="22">
                  <a:moveTo>
                    <a:pt x="0" y="16"/>
                  </a:moveTo>
                  <a:lnTo>
                    <a:pt x="0" y="22"/>
                  </a:lnTo>
                  <a:lnTo>
                    <a:pt x="214" y="22"/>
                  </a:lnTo>
                  <a:lnTo>
                    <a:pt x="214" y="0"/>
                  </a:lnTo>
                  <a:lnTo>
                    <a:pt x="0" y="0"/>
                  </a:lnTo>
                  <a:lnTo>
                    <a:pt x="0" y="16"/>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6" name="Freeform 94"/>
            <p:cNvSpPr>
              <a:spLocks/>
            </p:cNvSpPr>
            <p:nvPr/>
          </p:nvSpPr>
          <p:spPr bwMode="auto">
            <a:xfrm>
              <a:off x="785813" y="1697038"/>
              <a:ext cx="25400" cy="115888"/>
            </a:xfrm>
            <a:custGeom>
              <a:avLst/>
              <a:gdLst>
                <a:gd name="T0" fmla="*/ 3 w 19"/>
                <a:gd name="T1" fmla="*/ 87 h 87"/>
                <a:gd name="T2" fmla="*/ 19 w 19"/>
                <a:gd name="T3" fmla="*/ 71 h 87"/>
                <a:gd name="T4" fmla="*/ 19 w 19"/>
                <a:gd name="T5" fmla="*/ 16 h 87"/>
                <a:gd name="T6" fmla="*/ 3 w 19"/>
                <a:gd name="T7" fmla="*/ 0 h 87"/>
                <a:gd name="T8" fmla="*/ 0 w 19"/>
                <a:gd name="T9" fmla="*/ 0 h 87"/>
                <a:gd name="T10" fmla="*/ 0 w 19"/>
                <a:gd name="T11" fmla="*/ 87 h 87"/>
                <a:gd name="T12" fmla="*/ 3 w 19"/>
                <a:gd name="T13" fmla="*/ 87 h 87"/>
              </a:gdLst>
              <a:ahLst/>
              <a:cxnLst>
                <a:cxn ang="0">
                  <a:pos x="T0" y="T1"/>
                </a:cxn>
                <a:cxn ang="0">
                  <a:pos x="T2" y="T3"/>
                </a:cxn>
                <a:cxn ang="0">
                  <a:pos x="T4" y="T5"/>
                </a:cxn>
                <a:cxn ang="0">
                  <a:pos x="T6" y="T7"/>
                </a:cxn>
                <a:cxn ang="0">
                  <a:pos x="T8" y="T9"/>
                </a:cxn>
                <a:cxn ang="0">
                  <a:pos x="T10" y="T11"/>
                </a:cxn>
                <a:cxn ang="0">
                  <a:pos x="T12" y="T13"/>
                </a:cxn>
              </a:cxnLst>
              <a:rect l="0" t="0" r="r" b="b"/>
              <a:pathLst>
                <a:path w="19" h="87">
                  <a:moveTo>
                    <a:pt x="3" y="87"/>
                  </a:moveTo>
                  <a:cubicBezTo>
                    <a:pt x="12" y="87"/>
                    <a:pt x="19" y="80"/>
                    <a:pt x="19" y="71"/>
                  </a:cubicBezTo>
                  <a:cubicBezTo>
                    <a:pt x="19" y="16"/>
                    <a:pt x="19" y="16"/>
                    <a:pt x="19" y="16"/>
                  </a:cubicBezTo>
                  <a:cubicBezTo>
                    <a:pt x="19" y="7"/>
                    <a:pt x="12" y="0"/>
                    <a:pt x="3" y="0"/>
                  </a:cubicBezTo>
                  <a:cubicBezTo>
                    <a:pt x="0" y="0"/>
                    <a:pt x="0" y="0"/>
                    <a:pt x="0" y="0"/>
                  </a:cubicBezTo>
                  <a:cubicBezTo>
                    <a:pt x="0" y="87"/>
                    <a:pt x="0" y="87"/>
                    <a:pt x="0" y="87"/>
                  </a:cubicBezTo>
                  <a:lnTo>
                    <a:pt x="3" y="87"/>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7" name="Freeform 95"/>
            <p:cNvSpPr>
              <a:spLocks/>
            </p:cNvSpPr>
            <p:nvPr/>
          </p:nvSpPr>
          <p:spPr bwMode="auto">
            <a:xfrm>
              <a:off x="828675" y="1697038"/>
              <a:ext cx="61913" cy="115888"/>
            </a:xfrm>
            <a:custGeom>
              <a:avLst/>
              <a:gdLst>
                <a:gd name="T0" fmla="*/ 16 w 47"/>
                <a:gd name="T1" fmla="*/ 0 h 87"/>
                <a:gd name="T2" fmla="*/ 0 w 47"/>
                <a:gd name="T3" fmla="*/ 16 h 87"/>
                <a:gd name="T4" fmla="*/ 0 w 47"/>
                <a:gd name="T5" fmla="*/ 71 h 87"/>
                <a:gd name="T6" fmla="*/ 16 w 47"/>
                <a:gd name="T7" fmla="*/ 87 h 87"/>
                <a:gd name="T8" fmla="*/ 31 w 47"/>
                <a:gd name="T9" fmla="*/ 87 h 87"/>
                <a:gd name="T10" fmla="*/ 47 w 47"/>
                <a:gd name="T11" fmla="*/ 71 h 87"/>
                <a:gd name="T12" fmla="*/ 47 w 47"/>
                <a:gd name="T13" fmla="*/ 16 h 87"/>
                <a:gd name="T14" fmla="*/ 31 w 47"/>
                <a:gd name="T15" fmla="*/ 0 h 87"/>
                <a:gd name="T16" fmla="*/ 16 w 47"/>
                <a:gd name="T17"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87">
                  <a:moveTo>
                    <a:pt x="16" y="0"/>
                  </a:moveTo>
                  <a:cubicBezTo>
                    <a:pt x="7" y="0"/>
                    <a:pt x="0" y="7"/>
                    <a:pt x="0" y="16"/>
                  </a:cubicBezTo>
                  <a:cubicBezTo>
                    <a:pt x="0" y="71"/>
                    <a:pt x="0" y="71"/>
                    <a:pt x="0" y="71"/>
                  </a:cubicBezTo>
                  <a:cubicBezTo>
                    <a:pt x="0" y="80"/>
                    <a:pt x="7" y="87"/>
                    <a:pt x="16" y="87"/>
                  </a:cubicBezTo>
                  <a:cubicBezTo>
                    <a:pt x="31" y="87"/>
                    <a:pt x="31" y="87"/>
                    <a:pt x="31" y="87"/>
                  </a:cubicBezTo>
                  <a:cubicBezTo>
                    <a:pt x="39" y="87"/>
                    <a:pt x="47" y="80"/>
                    <a:pt x="47" y="71"/>
                  </a:cubicBezTo>
                  <a:cubicBezTo>
                    <a:pt x="47" y="16"/>
                    <a:pt x="47" y="16"/>
                    <a:pt x="47" y="16"/>
                  </a:cubicBezTo>
                  <a:cubicBezTo>
                    <a:pt x="47" y="7"/>
                    <a:pt x="39" y="0"/>
                    <a:pt x="31" y="0"/>
                  </a:cubicBezTo>
                  <a:lnTo>
                    <a:pt x="16"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8" name="Freeform 96"/>
            <p:cNvSpPr>
              <a:spLocks/>
            </p:cNvSpPr>
            <p:nvPr/>
          </p:nvSpPr>
          <p:spPr bwMode="auto">
            <a:xfrm>
              <a:off x="908050" y="1697038"/>
              <a:ext cx="61913" cy="115888"/>
            </a:xfrm>
            <a:custGeom>
              <a:avLst/>
              <a:gdLst>
                <a:gd name="T0" fmla="*/ 16 w 47"/>
                <a:gd name="T1" fmla="*/ 0 h 87"/>
                <a:gd name="T2" fmla="*/ 0 w 47"/>
                <a:gd name="T3" fmla="*/ 16 h 87"/>
                <a:gd name="T4" fmla="*/ 0 w 47"/>
                <a:gd name="T5" fmla="*/ 71 h 87"/>
                <a:gd name="T6" fmla="*/ 16 w 47"/>
                <a:gd name="T7" fmla="*/ 87 h 87"/>
                <a:gd name="T8" fmla="*/ 31 w 47"/>
                <a:gd name="T9" fmla="*/ 87 h 87"/>
                <a:gd name="T10" fmla="*/ 47 w 47"/>
                <a:gd name="T11" fmla="*/ 71 h 87"/>
                <a:gd name="T12" fmla="*/ 47 w 47"/>
                <a:gd name="T13" fmla="*/ 16 h 87"/>
                <a:gd name="T14" fmla="*/ 31 w 47"/>
                <a:gd name="T15" fmla="*/ 0 h 87"/>
                <a:gd name="T16" fmla="*/ 16 w 47"/>
                <a:gd name="T17"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87">
                  <a:moveTo>
                    <a:pt x="16" y="0"/>
                  </a:moveTo>
                  <a:cubicBezTo>
                    <a:pt x="7" y="0"/>
                    <a:pt x="0" y="7"/>
                    <a:pt x="0" y="16"/>
                  </a:cubicBezTo>
                  <a:cubicBezTo>
                    <a:pt x="0" y="71"/>
                    <a:pt x="0" y="71"/>
                    <a:pt x="0" y="71"/>
                  </a:cubicBezTo>
                  <a:cubicBezTo>
                    <a:pt x="0" y="80"/>
                    <a:pt x="7" y="87"/>
                    <a:pt x="16" y="87"/>
                  </a:cubicBezTo>
                  <a:cubicBezTo>
                    <a:pt x="31" y="87"/>
                    <a:pt x="31" y="87"/>
                    <a:pt x="31" y="87"/>
                  </a:cubicBezTo>
                  <a:cubicBezTo>
                    <a:pt x="39" y="87"/>
                    <a:pt x="47" y="80"/>
                    <a:pt x="47" y="71"/>
                  </a:cubicBezTo>
                  <a:cubicBezTo>
                    <a:pt x="47" y="16"/>
                    <a:pt x="47" y="16"/>
                    <a:pt x="47" y="16"/>
                  </a:cubicBezTo>
                  <a:cubicBezTo>
                    <a:pt x="47" y="7"/>
                    <a:pt x="39" y="0"/>
                    <a:pt x="31" y="0"/>
                  </a:cubicBezTo>
                  <a:lnTo>
                    <a:pt x="16"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9" name="Freeform 97"/>
            <p:cNvSpPr>
              <a:spLocks/>
            </p:cNvSpPr>
            <p:nvPr/>
          </p:nvSpPr>
          <p:spPr bwMode="auto">
            <a:xfrm>
              <a:off x="987425" y="1697038"/>
              <a:ext cx="60325" cy="115888"/>
            </a:xfrm>
            <a:custGeom>
              <a:avLst/>
              <a:gdLst>
                <a:gd name="T0" fmla="*/ 16 w 46"/>
                <a:gd name="T1" fmla="*/ 0 h 87"/>
                <a:gd name="T2" fmla="*/ 0 w 46"/>
                <a:gd name="T3" fmla="*/ 16 h 87"/>
                <a:gd name="T4" fmla="*/ 0 w 46"/>
                <a:gd name="T5" fmla="*/ 71 h 87"/>
                <a:gd name="T6" fmla="*/ 16 w 46"/>
                <a:gd name="T7" fmla="*/ 87 h 87"/>
                <a:gd name="T8" fmla="*/ 30 w 46"/>
                <a:gd name="T9" fmla="*/ 87 h 87"/>
                <a:gd name="T10" fmla="*/ 46 w 46"/>
                <a:gd name="T11" fmla="*/ 71 h 87"/>
                <a:gd name="T12" fmla="*/ 46 w 46"/>
                <a:gd name="T13" fmla="*/ 16 h 87"/>
                <a:gd name="T14" fmla="*/ 30 w 46"/>
                <a:gd name="T15" fmla="*/ 0 h 87"/>
                <a:gd name="T16" fmla="*/ 16 w 46"/>
                <a:gd name="T17"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87">
                  <a:moveTo>
                    <a:pt x="16" y="0"/>
                  </a:moveTo>
                  <a:cubicBezTo>
                    <a:pt x="7" y="0"/>
                    <a:pt x="0" y="7"/>
                    <a:pt x="0" y="16"/>
                  </a:cubicBezTo>
                  <a:cubicBezTo>
                    <a:pt x="0" y="71"/>
                    <a:pt x="0" y="71"/>
                    <a:pt x="0" y="71"/>
                  </a:cubicBezTo>
                  <a:cubicBezTo>
                    <a:pt x="0" y="80"/>
                    <a:pt x="7" y="87"/>
                    <a:pt x="16" y="87"/>
                  </a:cubicBezTo>
                  <a:cubicBezTo>
                    <a:pt x="30" y="87"/>
                    <a:pt x="30" y="87"/>
                    <a:pt x="30" y="87"/>
                  </a:cubicBezTo>
                  <a:cubicBezTo>
                    <a:pt x="39" y="87"/>
                    <a:pt x="46" y="80"/>
                    <a:pt x="46" y="71"/>
                  </a:cubicBezTo>
                  <a:cubicBezTo>
                    <a:pt x="46" y="16"/>
                    <a:pt x="46" y="16"/>
                    <a:pt x="46" y="16"/>
                  </a:cubicBezTo>
                  <a:cubicBezTo>
                    <a:pt x="46" y="7"/>
                    <a:pt x="39" y="0"/>
                    <a:pt x="30" y="0"/>
                  </a:cubicBezTo>
                  <a:lnTo>
                    <a:pt x="16"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0" name="Freeform 98"/>
            <p:cNvSpPr>
              <a:spLocks/>
            </p:cNvSpPr>
            <p:nvPr/>
          </p:nvSpPr>
          <p:spPr bwMode="auto">
            <a:xfrm>
              <a:off x="1066800" y="1697038"/>
              <a:ext cx="61913" cy="115888"/>
            </a:xfrm>
            <a:custGeom>
              <a:avLst/>
              <a:gdLst>
                <a:gd name="T0" fmla="*/ 30 w 46"/>
                <a:gd name="T1" fmla="*/ 0 h 87"/>
                <a:gd name="T2" fmla="*/ 16 w 46"/>
                <a:gd name="T3" fmla="*/ 0 h 87"/>
                <a:gd name="T4" fmla="*/ 0 w 46"/>
                <a:gd name="T5" fmla="*/ 16 h 87"/>
                <a:gd name="T6" fmla="*/ 0 w 46"/>
                <a:gd name="T7" fmla="*/ 71 h 87"/>
                <a:gd name="T8" fmla="*/ 16 w 46"/>
                <a:gd name="T9" fmla="*/ 87 h 87"/>
                <a:gd name="T10" fmla="*/ 30 w 46"/>
                <a:gd name="T11" fmla="*/ 87 h 87"/>
                <a:gd name="T12" fmla="*/ 46 w 46"/>
                <a:gd name="T13" fmla="*/ 71 h 87"/>
                <a:gd name="T14" fmla="*/ 46 w 46"/>
                <a:gd name="T15" fmla="*/ 16 h 87"/>
                <a:gd name="T16" fmla="*/ 30 w 46"/>
                <a:gd name="T17"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87">
                  <a:moveTo>
                    <a:pt x="30" y="0"/>
                  </a:moveTo>
                  <a:cubicBezTo>
                    <a:pt x="16" y="0"/>
                    <a:pt x="16" y="0"/>
                    <a:pt x="16" y="0"/>
                  </a:cubicBezTo>
                  <a:cubicBezTo>
                    <a:pt x="7" y="0"/>
                    <a:pt x="0" y="7"/>
                    <a:pt x="0" y="16"/>
                  </a:cubicBezTo>
                  <a:cubicBezTo>
                    <a:pt x="0" y="71"/>
                    <a:pt x="0" y="71"/>
                    <a:pt x="0" y="71"/>
                  </a:cubicBezTo>
                  <a:cubicBezTo>
                    <a:pt x="0" y="80"/>
                    <a:pt x="7" y="87"/>
                    <a:pt x="16" y="87"/>
                  </a:cubicBezTo>
                  <a:cubicBezTo>
                    <a:pt x="30" y="87"/>
                    <a:pt x="30" y="87"/>
                    <a:pt x="30" y="87"/>
                  </a:cubicBezTo>
                  <a:cubicBezTo>
                    <a:pt x="39" y="87"/>
                    <a:pt x="46" y="80"/>
                    <a:pt x="46" y="71"/>
                  </a:cubicBezTo>
                  <a:cubicBezTo>
                    <a:pt x="46" y="16"/>
                    <a:pt x="46" y="16"/>
                    <a:pt x="46" y="16"/>
                  </a:cubicBezTo>
                  <a:cubicBezTo>
                    <a:pt x="46" y="7"/>
                    <a:pt x="39" y="0"/>
                    <a:pt x="30"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1" name="Rectangle 99"/>
            <p:cNvSpPr>
              <a:spLocks noChangeArrowheads="1"/>
            </p:cNvSpPr>
            <p:nvPr/>
          </p:nvSpPr>
          <p:spPr bwMode="auto">
            <a:xfrm>
              <a:off x="628650" y="2006600"/>
              <a:ext cx="4763" cy="433388"/>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2" name="Freeform 100"/>
            <p:cNvSpPr>
              <a:spLocks/>
            </p:cNvSpPr>
            <p:nvPr/>
          </p:nvSpPr>
          <p:spPr bwMode="auto">
            <a:xfrm>
              <a:off x="366713" y="1208088"/>
              <a:ext cx="592138" cy="1331913"/>
            </a:xfrm>
            <a:custGeom>
              <a:avLst/>
              <a:gdLst>
                <a:gd name="T0" fmla="*/ 34 w 446"/>
                <a:gd name="T1" fmla="*/ 641 h 1003"/>
                <a:gd name="T2" fmla="*/ 36 w 446"/>
                <a:gd name="T3" fmla="*/ 641 h 1003"/>
                <a:gd name="T4" fmla="*/ 66 w 446"/>
                <a:gd name="T5" fmla="*/ 607 h 1003"/>
                <a:gd name="T6" fmla="*/ 64 w 446"/>
                <a:gd name="T7" fmla="*/ 535 h 1003"/>
                <a:gd name="T8" fmla="*/ 91 w 446"/>
                <a:gd name="T9" fmla="*/ 355 h 1003"/>
                <a:gd name="T10" fmla="*/ 91 w 446"/>
                <a:gd name="T11" fmla="*/ 954 h 1003"/>
                <a:gd name="T12" fmla="*/ 141 w 446"/>
                <a:gd name="T13" fmla="*/ 1003 h 1003"/>
                <a:gd name="T14" fmla="*/ 190 w 446"/>
                <a:gd name="T15" fmla="*/ 954 h 1003"/>
                <a:gd name="T16" fmla="*/ 190 w 446"/>
                <a:gd name="T17" fmla="*/ 593 h 1003"/>
                <a:gd name="T18" fmla="*/ 209 w 446"/>
                <a:gd name="T19" fmla="*/ 593 h 1003"/>
                <a:gd name="T20" fmla="*/ 209 w 446"/>
                <a:gd name="T21" fmla="*/ 954 h 1003"/>
                <a:gd name="T22" fmla="*/ 258 w 446"/>
                <a:gd name="T23" fmla="*/ 1003 h 1003"/>
                <a:gd name="T24" fmla="*/ 308 w 446"/>
                <a:gd name="T25" fmla="*/ 954 h 1003"/>
                <a:gd name="T26" fmla="*/ 308 w 446"/>
                <a:gd name="T27" fmla="*/ 310 h 1003"/>
                <a:gd name="T28" fmla="*/ 369 w 446"/>
                <a:gd name="T29" fmla="*/ 261 h 1003"/>
                <a:gd name="T30" fmla="*/ 446 w 446"/>
                <a:gd name="T31" fmla="*/ 32 h 1003"/>
                <a:gd name="T32" fmla="*/ 414 w 446"/>
                <a:gd name="T33" fmla="*/ 0 h 1003"/>
                <a:gd name="T34" fmla="*/ 382 w 446"/>
                <a:gd name="T35" fmla="*/ 32 h 1003"/>
                <a:gd name="T36" fmla="*/ 321 w 446"/>
                <a:gd name="T37" fmla="*/ 218 h 1003"/>
                <a:gd name="T38" fmla="*/ 281 w 446"/>
                <a:gd name="T39" fmla="*/ 252 h 1003"/>
                <a:gd name="T40" fmla="*/ 271 w 446"/>
                <a:gd name="T41" fmla="*/ 258 h 1003"/>
                <a:gd name="T42" fmla="*/ 122 w 446"/>
                <a:gd name="T43" fmla="*/ 258 h 1003"/>
                <a:gd name="T44" fmla="*/ 113 w 446"/>
                <a:gd name="T45" fmla="*/ 259 h 1003"/>
                <a:gd name="T46" fmla="*/ 88 w 446"/>
                <a:gd name="T47" fmla="*/ 267 h 1003"/>
                <a:gd name="T48" fmla="*/ 27 w 446"/>
                <a:gd name="T49" fmla="*/ 342 h 1003"/>
                <a:gd name="T50" fmla="*/ 0 w 446"/>
                <a:gd name="T51" fmla="*/ 535 h 1003"/>
                <a:gd name="T52" fmla="*/ 2 w 446"/>
                <a:gd name="T53" fmla="*/ 611 h 1003"/>
                <a:gd name="T54" fmla="*/ 34 w 446"/>
                <a:gd name="T55" fmla="*/ 641 h 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46" h="1003">
                  <a:moveTo>
                    <a:pt x="34" y="641"/>
                  </a:moveTo>
                  <a:cubicBezTo>
                    <a:pt x="35" y="641"/>
                    <a:pt x="35" y="641"/>
                    <a:pt x="36" y="641"/>
                  </a:cubicBezTo>
                  <a:cubicBezTo>
                    <a:pt x="53" y="640"/>
                    <a:pt x="67" y="625"/>
                    <a:pt x="66" y="607"/>
                  </a:cubicBezTo>
                  <a:cubicBezTo>
                    <a:pt x="64" y="581"/>
                    <a:pt x="64" y="557"/>
                    <a:pt x="64" y="535"/>
                  </a:cubicBezTo>
                  <a:cubicBezTo>
                    <a:pt x="63" y="438"/>
                    <a:pt x="78" y="383"/>
                    <a:pt x="91" y="355"/>
                  </a:cubicBezTo>
                  <a:cubicBezTo>
                    <a:pt x="91" y="954"/>
                    <a:pt x="91" y="954"/>
                    <a:pt x="91" y="954"/>
                  </a:cubicBezTo>
                  <a:cubicBezTo>
                    <a:pt x="91" y="981"/>
                    <a:pt x="114" y="1003"/>
                    <a:pt x="141" y="1003"/>
                  </a:cubicBezTo>
                  <a:cubicBezTo>
                    <a:pt x="168" y="1003"/>
                    <a:pt x="190" y="981"/>
                    <a:pt x="190" y="954"/>
                  </a:cubicBezTo>
                  <a:cubicBezTo>
                    <a:pt x="190" y="593"/>
                    <a:pt x="190" y="593"/>
                    <a:pt x="190" y="593"/>
                  </a:cubicBezTo>
                  <a:cubicBezTo>
                    <a:pt x="209" y="593"/>
                    <a:pt x="209" y="593"/>
                    <a:pt x="209" y="593"/>
                  </a:cubicBezTo>
                  <a:cubicBezTo>
                    <a:pt x="209" y="954"/>
                    <a:pt x="209" y="954"/>
                    <a:pt x="209" y="954"/>
                  </a:cubicBezTo>
                  <a:cubicBezTo>
                    <a:pt x="209" y="981"/>
                    <a:pt x="231" y="1003"/>
                    <a:pt x="258" y="1003"/>
                  </a:cubicBezTo>
                  <a:cubicBezTo>
                    <a:pt x="286" y="1003"/>
                    <a:pt x="308" y="981"/>
                    <a:pt x="308" y="954"/>
                  </a:cubicBezTo>
                  <a:cubicBezTo>
                    <a:pt x="308" y="310"/>
                    <a:pt x="308" y="310"/>
                    <a:pt x="308" y="310"/>
                  </a:cubicBezTo>
                  <a:cubicBezTo>
                    <a:pt x="324" y="301"/>
                    <a:pt x="346" y="286"/>
                    <a:pt x="369" y="261"/>
                  </a:cubicBezTo>
                  <a:cubicBezTo>
                    <a:pt x="408" y="217"/>
                    <a:pt x="446" y="143"/>
                    <a:pt x="446" y="32"/>
                  </a:cubicBezTo>
                  <a:cubicBezTo>
                    <a:pt x="446" y="14"/>
                    <a:pt x="431" y="0"/>
                    <a:pt x="414" y="0"/>
                  </a:cubicBezTo>
                  <a:cubicBezTo>
                    <a:pt x="396" y="0"/>
                    <a:pt x="382" y="14"/>
                    <a:pt x="382" y="32"/>
                  </a:cubicBezTo>
                  <a:cubicBezTo>
                    <a:pt x="381" y="129"/>
                    <a:pt x="350" y="185"/>
                    <a:pt x="321" y="218"/>
                  </a:cubicBezTo>
                  <a:cubicBezTo>
                    <a:pt x="306" y="235"/>
                    <a:pt x="291" y="246"/>
                    <a:pt x="281" y="252"/>
                  </a:cubicBezTo>
                  <a:cubicBezTo>
                    <a:pt x="277" y="254"/>
                    <a:pt x="274" y="256"/>
                    <a:pt x="271" y="258"/>
                  </a:cubicBezTo>
                  <a:cubicBezTo>
                    <a:pt x="122" y="258"/>
                    <a:pt x="122" y="258"/>
                    <a:pt x="122" y="258"/>
                  </a:cubicBezTo>
                  <a:cubicBezTo>
                    <a:pt x="119" y="258"/>
                    <a:pt x="116" y="258"/>
                    <a:pt x="113" y="259"/>
                  </a:cubicBezTo>
                  <a:cubicBezTo>
                    <a:pt x="106" y="260"/>
                    <a:pt x="97" y="262"/>
                    <a:pt x="88" y="267"/>
                  </a:cubicBezTo>
                  <a:cubicBezTo>
                    <a:pt x="67" y="278"/>
                    <a:pt x="43" y="301"/>
                    <a:pt x="27" y="342"/>
                  </a:cubicBezTo>
                  <a:cubicBezTo>
                    <a:pt x="11" y="384"/>
                    <a:pt x="0" y="444"/>
                    <a:pt x="0" y="535"/>
                  </a:cubicBezTo>
                  <a:cubicBezTo>
                    <a:pt x="0" y="558"/>
                    <a:pt x="0" y="583"/>
                    <a:pt x="2" y="611"/>
                  </a:cubicBezTo>
                  <a:cubicBezTo>
                    <a:pt x="3" y="628"/>
                    <a:pt x="17" y="641"/>
                    <a:pt x="34" y="64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3" name="Oval 101"/>
            <p:cNvSpPr>
              <a:spLocks noChangeArrowheads="1"/>
            </p:cNvSpPr>
            <p:nvPr/>
          </p:nvSpPr>
          <p:spPr bwMode="auto">
            <a:xfrm>
              <a:off x="512763" y="1281113"/>
              <a:ext cx="238125" cy="239713"/>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04" name="组合 103"/>
          <p:cNvGrpSpPr/>
          <p:nvPr/>
        </p:nvGrpSpPr>
        <p:grpSpPr>
          <a:xfrm>
            <a:off x="2889250" y="4516438"/>
            <a:ext cx="2779713" cy="1508125"/>
            <a:chOff x="2889250" y="4516438"/>
            <a:chExt cx="2779713" cy="1508125"/>
          </a:xfrm>
        </p:grpSpPr>
        <p:sp>
          <p:nvSpPr>
            <p:cNvPr id="105" name="Freeform 102"/>
            <p:cNvSpPr>
              <a:spLocks/>
            </p:cNvSpPr>
            <p:nvPr/>
          </p:nvSpPr>
          <p:spPr bwMode="auto">
            <a:xfrm>
              <a:off x="4479925" y="5264150"/>
              <a:ext cx="222250" cy="125413"/>
            </a:xfrm>
            <a:custGeom>
              <a:avLst/>
              <a:gdLst>
                <a:gd name="T0" fmla="*/ 114 w 168"/>
                <a:gd name="T1" fmla="*/ 66 h 94"/>
                <a:gd name="T2" fmla="*/ 125 w 168"/>
                <a:gd name="T3" fmla="*/ 37 h 94"/>
                <a:gd name="T4" fmla="*/ 152 w 168"/>
                <a:gd name="T5" fmla="*/ 24 h 94"/>
                <a:gd name="T6" fmla="*/ 168 w 168"/>
                <a:gd name="T7" fmla="*/ 23 h 94"/>
                <a:gd name="T8" fmla="*/ 107 w 168"/>
                <a:gd name="T9" fmla="*/ 0 h 94"/>
                <a:gd name="T10" fmla="*/ 105 w 168"/>
                <a:gd name="T11" fmla="*/ 1 h 94"/>
                <a:gd name="T12" fmla="*/ 73 w 168"/>
                <a:gd name="T13" fmla="*/ 18 h 94"/>
                <a:gd name="T14" fmla="*/ 67 w 168"/>
                <a:gd name="T15" fmla="*/ 18 h 94"/>
                <a:gd name="T16" fmla="*/ 0 w 168"/>
                <a:gd name="T17" fmla="*/ 48 h 94"/>
                <a:gd name="T18" fmla="*/ 30 w 168"/>
                <a:gd name="T19" fmla="*/ 79 h 94"/>
                <a:gd name="T20" fmla="*/ 57 w 168"/>
                <a:gd name="T21" fmla="*/ 67 h 94"/>
                <a:gd name="T22" fmla="*/ 127 w 168"/>
                <a:gd name="T23" fmla="*/ 94 h 94"/>
                <a:gd name="T24" fmla="*/ 114 w 168"/>
                <a:gd name="T25" fmla="*/ 66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8" h="94">
                  <a:moveTo>
                    <a:pt x="114" y="66"/>
                  </a:moveTo>
                  <a:cubicBezTo>
                    <a:pt x="114" y="55"/>
                    <a:pt x="117" y="45"/>
                    <a:pt x="125" y="37"/>
                  </a:cubicBezTo>
                  <a:cubicBezTo>
                    <a:pt x="132" y="29"/>
                    <a:pt x="142" y="24"/>
                    <a:pt x="152" y="24"/>
                  </a:cubicBezTo>
                  <a:cubicBezTo>
                    <a:pt x="158" y="24"/>
                    <a:pt x="163" y="23"/>
                    <a:pt x="168" y="23"/>
                  </a:cubicBezTo>
                  <a:cubicBezTo>
                    <a:pt x="107" y="0"/>
                    <a:pt x="107" y="0"/>
                    <a:pt x="107" y="0"/>
                  </a:cubicBezTo>
                  <a:cubicBezTo>
                    <a:pt x="105" y="1"/>
                    <a:pt x="105" y="1"/>
                    <a:pt x="105" y="1"/>
                  </a:cubicBezTo>
                  <a:cubicBezTo>
                    <a:pt x="98" y="11"/>
                    <a:pt x="86" y="18"/>
                    <a:pt x="73" y="18"/>
                  </a:cubicBezTo>
                  <a:cubicBezTo>
                    <a:pt x="67" y="18"/>
                    <a:pt x="67" y="18"/>
                    <a:pt x="67" y="18"/>
                  </a:cubicBezTo>
                  <a:cubicBezTo>
                    <a:pt x="0" y="48"/>
                    <a:pt x="0" y="48"/>
                    <a:pt x="0" y="48"/>
                  </a:cubicBezTo>
                  <a:cubicBezTo>
                    <a:pt x="11" y="57"/>
                    <a:pt x="21" y="67"/>
                    <a:pt x="30" y="79"/>
                  </a:cubicBezTo>
                  <a:cubicBezTo>
                    <a:pt x="57" y="67"/>
                    <a:pt x="57" y="67"/>
                    <a:pt x="57" y="67"/>
                  </a:cubicBezTo>
                  <a:cubicBezTo>
                    <a:pt x="127" y="94"/>
                    <a:pt x="127" y="94"/>
                    <a:pt x="127" y="94"/>
                  </a:cubicBezTo>
                  <a:cubicBezTo>
                    <a:pt x="120" y="87"/>
                    <a:pt x="115" y="77"/>
                    <a:pt x="114" y="6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6" name="Freeform 103"/>
            <p:cNvSpPr>
              <a:spLocks/>
            </p:cNvSpPr>
            <p:nvPr/>
          </p:nvSpPr>
          <p:spPr bwMode="auto">
            <a:xfrm>
              <a:off x="4699000" y="4760913"/>
              <a:ext cx="261938" cy="263525"/>
            </a:xfrm>
            <a:custGeom>
              <a:avLst/>
              <a:gdLst>
                <a:gd name="T0" fmla="*/ 79 w 198"/>
                <a:gd name="T1" fmla="*/ 11 h 198"/>
                <a:gd name="T2" fmla="*/ 12 w 198"/>
                <a:gd name="T3" fmla="*/ 119 h 198"/>
                <a:gd name="T4" fmla="*/ 120 w 198"/>
                <a:gd name="T5" fmla="*/ 187 h 198"/>
                <a:gd name="T6" fmla="*/ 187 w 198"/>
                <a:gd name="T7" fmla="*/ 79 h 198"/>
                <a:gd name="T8" fmla="*/ 79 w 198"/>
                <a:gd name="T9" fmla="*/ 11 h 198"/>
              </a:gdLst>
              <a:ahLst/>
              <a:cxnLst>
                <a:cxn ang="0">
                  <a:pos x="T0" y="T1"/>
                </a:cxn>
                <a:cxn ang="0">
                  <a:pos x="T2" y="T3"/>
                </a:cxn>
                <a:cxn ang="0">
                  <a:pos x="T4" y="T5"/>
                </a:cxn>
                <a:cxn ang="0">
                  <a:pos x="T6" y="T7"/>
                </a:cxn>
                <a:cxn ang="0">
                  <a:pos x="T8" y="T9"/>
                </a:cxn>
              </a:cxnLst>
              <a:rect l="0" t="0" r="r" b="b"/>
              <a:pathLst>
                <a:path w="198" h="198">
                  <a:moveTo>
                    <a:pt x="79" y="11"/>
                  </a:moveTo>
                  <a:cubicBezTo>
                    <a:pt x="31" y="23"/>
                    <a:pt x="0" y="71"/>
                    <a:pt x="12" y="119"/>
                  </a:cubicBezTo>
                  <a:cubicBezTo>
                    <a:pt x="23" y="168"/>
                    <a:pt x="71" y="198"/>
                    <a:pt x="120" y="187"/>
                  </a:cubicBezTo>
                  <a:cubicBezTo>
                    <a:pt x="168" y="175"/>
                    <a:pt x="198" y="127"/>
                    <a:pt x="187" y="79"/>
                  </a:cubicBezTo>
                  <a:cubicBezTo>
                    <a:pt x="176" y="30"/>
                    <a:pt x="127" y="0"/>
                    <a:pt x="79" y="1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7" name="Freeform 104"/>
            <p:cNvSpPr>
              <a:spLocks/>
            </p:cNvSpPr>
            <p:nvPr/>
          </p:nvSpPr>
          <p:spPr bwMode="auto">
            <a:xfrm>
              <a:off x="2889250" y="5156200"/>
              <a:ext cx="234950" cy="122238"/>
            </a:xfrm>
            <a:custGeom>
              <a:avLst/>
              <a:gdLst>
                <a:gd name="T0" fmla="*/ 159 w 177"/>
                <a:gd name="T1" fmla="*/ 92 h 92"/>
                <a:gd name="T2" fmla="*/ 161 w 177"/>
                <a:gd name="T3" fmla="*/ 86 h 92"/>
                <a:gd name="T4" fmla="*/ 162 w 177"/>
                <a:gd name="T5" fmla="*/ 84 h 92"/>
                <a:gd name="T6" fmla="*/ 177 w 177"/>
                <a:gd name="T7" fmla="*/ 46 h 92"/>
                <a:gd name="T8" fmla="*/ 153 w 177"/>
                <a:gd name="T9" fmla="*/ 46 h 92"/>
                <a:gd name="T10" fmla="*/ 153 w 177"/>
                <a:gd name="T11" fmla="*/ 30 h 92"/>
                <a:gd name="T12" fmla="*/ 123 w 177"/>
                <a:gd name="T13" fmla="*/ 0 h 92"/>
                <a:gd name="T14" fmla="*/ 31 w 177"/>
                <a:gd name="T15" fmla="*/ 0 h 92"/>
                <a:gd name="T16" fmla="*/ 0 w 177"/>
                <a:gd name="T17" fmla="*/ 30 h 92"/>
                <a:gd name="T18" fmla="*/ 0 w 177"/>
                <a:gd name="T19" fmla="*/ 61 h 92"/>
                <a:gd name="T20" fmla="*/ 31 w 177"/>
                <a:gd name="T21" fmla="*/ 92 h 92"/>
                <a:gd name="T22" fmla="*/ 138 w 177"/>
                <a:gd name="T23" fmla="*/ 92 h 92"/>
                <a:gd name="T24" fmla="*/ 153 w 177"/>
                <a:gd name="T25" fmla="*/ 92 h 92"/>
                <a:gd name="T26" fmla="*/ 159 w 177"/>
                <a:gd name="T27"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7" h="92">
                  <a:moveTo>
                    <a:pt x="159" y="92"/>
                  </a:moveTo>
                  <a:cubicBezTo>
                    <a:pt x="161" y="86"/>
                    <a:pt x="161" y="86"/>
                    <a:pt x="161" y="86"/>
                  </a:cubicBezTo>
                  <a:cubicBezTo>
                    <a:pt x="162" y="84"/>
                    <a:pt x="162" y="84"/>
                    <a:pt x="162" y="84"/>
                  </a:cubicBezTo>
                  <a:cubicBezTo>
                    <a:pt x="166" y="75"/>
                    <a:pt x="171" y="62"/>
                    <a:pt x="177" y="46"/>
                  </a:cubicBezTo>
                  <a:cubicBezTo>
                    <a:pt x="153" y="46"/>
                    <a:pt x="153" y="46"/>
                    <a:pt x="153" y="46"/>
                  </a:cubicBezTo>
                  <a:cubicBezTo>
                    <a:pt x="153" y="30"/>
                    <a:pt x="153" y="30"/>
                    <a:pt x="153" y="30"/>
                  </a:cubicBezTo>
                  <a:cubicBezTo>
                    <a:pt x="153" y="14"/>
                    <a:pt x="140" y="0"/>
                    <a:pt x="123" y="0"/>
                  </a:cubicBezTo>
                  <a:cubicBezTo>
                    <a:pt x="31" y="0"/>
                    <a:pt x="31" y="0"/>
                    <a:pt x="31" y="0"/>
                  </a:cubicBezTo>
                  <a:cubicBezTo>
                    <a:pt x="14" y="0"/>
                    <a:pt x="0" y="14"/>
                    <a:pt x="0" y="30"/>
                  </a:cubicBezTo>
                  <a:cubicBezTo>
                    <a:pt x="0" y="61"/>
                    <a:pt x="0" y="61"/>
                    <a:pt x="0" y="61"/>
                  </a:cubicBezTo>
                  <a:cubicBezTo>
                    <a:pt x="0" y="78"/>
                    <a:pt x="14" y="92"/>
                    <a:pt x="31" y="92"/>
                  </a:cubicBezTo>
                  <a:cubicBezTo>
                    <a:pt x="138" y="92"/>
                    <a:pt x="138" y="92"/>
                    <a:pt x="138" y="92"/>
                  </a:cubicBezTo>
                  <a:cubicBezTo>
                    <a:pt x="153" y="92"/>
                    <a:pt x="153" y="92"/>
                    <a:pt x="153" y="92"/>
                  </a:cubicBezTo>
                  <a:lnTo>
                    <a:pt x="159" y="92"/>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8" name="Freeform 105"/>
            <p:cNvSpPr>
              <a:spLocks/>
            </p:cNvSpPr>
            <p:nvPr/>
          </p:nvSpPr>
          <p:spPr bwMode="auto">
            <a:xfrm>
              <a:off x="4383088" y="5156200"/>
              <a:ext cx="233363" cy="122238"/>
            </a:xfrm>
            <a:custGeom>
              <a:avLst/>
              <a:gdLst>
                <a:gd name="T0" fmla="*/ 15 w 176"/>
                <a:gd name="T1" fmla="*/ 86 h 92"/>
                <a:gd name="T2" fmla="*/ 16 w 176"/>
                <a:gd name="T3" fmla="*/ 88 h 92"/>
                <a:gd name="T4" fmla="*/ 17 w 176"/>
                <a:gd name="T5" fmla="*/ 92 h 92"/>
                <a:gd name="T6" fmla="*/ 23 w 176"/>
                <a:gd name="T7" fmla="*/ 92 h 92"/>
                <a:gd name="T8" fmla="*/ 39 w 176"/>
                <a:gd name="T9" fmla="*/ 92 h 92"/>
                <a:gd name="T10" fmla="*/ 146 w 176"/>
                <a:gd name="T11" fmla="*/ 92 h 92"/>
                <a:gd name="T12" fmla="*/ 176 w 176"/>
                <a:gd name="T13" fmla="*/ 61 h 92"/>
                <a:gd name="T14" fmla="*/ 176 w 176"/>
                <a:gd name="T15" fmla="*/ 30 h 92"/>
                <a:gd name="T16" fmla="*/ 146 w 176"/>
                <a:gd name="T17" fmla="*/ 0 h 92"/>
                <a:gd name="T18" fmla="*/ 54 w 176"/>
                <a:gd name="T19" fmla="*/ 0 h 92"/>
                <a:gd name="T20" fmla="*/ 23 w 176"/>
                <a:gd name="T21" fmla="*/ 30 h 92"/>
                <a:gd name="T22" fmla="*/ 23 w 176"/>
                <a:gd name="T23" fmla="*/ 46 h 92"/>
                <a:gd name="T24" fmla="*/ 0 w 176"/>
                <a:gd name="T25" fmla="*/ 46 h 92"/>
                <a:gd name="T26" fmla="*/ 13 w 176"/>
                <a:gd name="T27" fmla="*/ 79 h 92"/>
                <a:gd name="T28" fmla="*/ 15 w 176"/>
                <a:gd name="T29" fmla="*/ 8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6" h="92">
                  <a:moveTo>
                    <a:pt x="15" y="86"/>
                  </a:moveTo>
                  <a:cubicBezTo>
                    <a:pt x="16" y="88"/>
                    <a:pt x="16" y="88"/>
                    <a:pt x="16" y="88"/>
                  </a:cubicBezTo>
                  <a:cubicBezTo>
                    <a:pt x="17" y="92"/>
                    <a:pt x="17" y="92"/>
                    <a:pt x="17" y="92"/>
                  </a:cubicBezTo>
                  <a:cubicBezTo>
                    <a:pt x="23" y="92"/>
                    <a:pt x="23" y="92"/>
                    <a:pt x="23" y="92"/>
                  </a:cubicBezTo>
                  <a:cubicBezTo>
                    <a:pt x="39" y="92"/>
                    <a:pt x="39" y="92"/>
                    <a:pt x="39" y="92"/>
                  </a:cubicBezTo>
                  <a:cubicBezTo>
                    <a:pt x="146" y="92"/>
                    <a:pt x="146" y="92"/>
                    <a:pt x="146" y="92"/>
                  </a:cubicBezTo>
                  <a:cubicBezTo>
                    <a:pt x="163" y="92"/>
                    <a:pt x="176" y="78"/>
                    <a:pt x="176" y="61"/>
                  </a:cubicBezTo>
                  <a:cubicBezTo>
                    <a:pt x="176" y="30"/>
                    <a:pt x="176" y="30"/>
                    <a:pt x="176" y="30"/>
                  </a:cubicBezTo>
                  <a:cubicBezTo>
                    <a:pt x="176" y="14"/>
                    <a:pt x="163" y="0"/>
                    <a:pt x="146" y="0"/>
                  </a:cubicBezTo>
                  <a:cubicBezTo>
                    <a:pt x="54" y="0"/>
                    <a:pt x="54" y="0"/>
                    <a:pt x="54" y="0"/>
                  </a:cubicBezTo>
                  <a:cubicBezTo>
                    <a:pt x="37" y="0"/>
                    <a:pt x="23" y="14"/>
                    <a:pt x="23" y="30"/>
                  </a:cubicBezTo>
                  <a:cubicBezTo>
                    <a:pt x="23" y="46"/>
                    <a:pt x="23" y="46"/>
                    <a:pt x="23" y="46"/>
                  </a:cubicBezTo>
                  <a:cubicBezTo>
                    <a:pt x="0" y="46"/>
                    <a:pt x="0" y="46"/>
                    <a:pt x="0" y="46"/>
                  </a:cubicBezTo>
                  <a:cubicBezTo>
                    <a:pt x="5" y="61"/>
                    <a:pt x="10" y="72"/>
                    <a:pt x="13" y="79"/>
                  </a:cubicBezTo>
                  <a:lnTo>
                    <a:pt x="15" y="86"/>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9" name="Freeform 106"/>
            <p:cNvSpPr>
              <a:spLocks/>
            </p:cNvSpPr>
            <p:nvPr/>
          </p:nvSpPr>
          <p:spPr bwMode="auto">
            <a:xfrm>
              <a:off x="3681413" y="4999038"/>
              <a:ext cx="142875" cy="47625"/>
            </a:xfrm>
            <a:custGeom>
              <a:avLst/>
              <a:gdLst>
                <a:gd name="T0" fmla="*/ 90 w 107"/>
                <a:gd name="T1" fmla="*/ 0 h 36"/>
                <a:gd name="T2" fmla="*/ 18 w 107"/>
                <a:gd name="T3" fmla="*/ 0 h 36"/>
                <a:gd name="T4" fmla="*/ 0 w 107"/>
                <a:gd name="T5" fmla="*/ 18 h 36"/>
                <a:gd name="T6" fmla="*/ 18 w 107"/>
                <a:gd name="T7" fmla="*/ 36 h 36"/>
                <a:gd name="T8" fmla="*/ 90 w 107"/>
                <a:gd name="T9" fmla="*/ 36 h 36"/>
                <a:gd name="T10" fmla="*/ 107 w 107"/>
                <a:gd name="T11" fmla="*/ 18 h 36"/>
                <a:gd name="T12" fmla="*/ 90 w 107"/>
                <a:gd name="T13" fmla="*/ 0 h 36"/>
              </a:gdLst>
              <a:ahLst/>
              <a:cxnLst>
                <a:cxn ang="0">
                  <a:pos x="T0" y="T1"/>
                </a:cxn>
                <a:cxn ang="0">
                  <a:pos x="T2" y="T3"/>
                </a:cxn>
                <a:cxn ang="0">
                  <a:pos x="T4" y="T5"/>
                </a:cxn>
                <a:cxn ang="0">
                  <a:pos x="T6" y="T7"/>
                </a:cxn>
                <a:cxn ang="0">
                  <a:pos x="T8" y="T9"/>
                </a:cxn>
                <a:cxn ang="0">
                  <a:pos x="T10" y="T11"/>
                </a:cxn>
                <a:cxn ang="0">
                  <a:pos x="T12" y="T13"/>
                </a:cxn>
              </a:cxnLst>
              <a:rect l="0" t="0" r="r" b="b"/>
              <a:pathLst>
                <a:path w="107" h="36">
                  <a:moveTo>
                    <a:pt x="90" y="0"/>
                  </a:moveTo>
                  <a:cubicBezTo>
                    <a:pt x="18" y="0"/>
                    <a:pt x="18" y="0"/>
                    <a:pt x="18" y="0"/>
                  </a:cubicBezTo>
                  <a:cubicBezTo>
                    <a:pt x="8" y="0"/>
                    <a:pt x="0" y="8"/>
                    <a:pt x="0" y="18"/>
                  </a:cubicBezTo>
                  <a:cubicBezTo>
                    <a:pt x="0" y="28"/>
                    <a:pt x="8" y="36"/>
                    <a:pt x="18" y="36"/>
                  </a:cubicBezTo>
                  <a:cubicBezTo>
                    <a:pt x="90" y="36"/>
                    <a:pt x="90" y="36"/>
                    <a:pt x="90" y="36"/>
                  </a:cubicBezTo>
                  <a:cubicBezTo>
                    <a:pt x="99" y="36"/>
                    <a:pt x="107" y="28"/>
                    <a:pt x="107" y="18"/>
                  </a:cubicBezTo>
                  <a:cubicBezTo>
                    <a:pt x="107" y="8"/>
                    <a:pt x="99" y="0"/>
                    <a:pt x="90"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0" name="Freeform 107"/>
            <p:cNvSpPr>
              <a:spLocks noEditPoints="1"/>
            </p:cNvSpPr>
            <p:nvPr/>
          </p:nvSpPr>
          <p:spPr bwMode="auto">
            <a:xfrm>
              <a:off x="2962275" y="4873625"/>
              <a:ext cx="1581150" cy="830263"/>
            </a:xfrm>
            <a:custGeom>
              <a:avLst/>
              <a:gdLst>
                <a:gd name="T0" fmla="*/ 1081 w 1191"/>
                <a:gd name="T1" fmla="*/ 313 h 626"/>
                <a:gd name="T2" fmla="*/ 1077 w 1191"/>
                <a:gd name="T3" fmla="*/ 302 h 626"/>
                <a:gd name="T4" fmla="*/ 987 w 1191"/>
                <a:gd name="T5" fmla="*/ 59 h 626"/>
                <a:gd name="T6" fmla="*/ 941 w 1191"/>
                <a:gd name="T7" fmla="*/ 21 h 626"/>
                <a:gd name="T8" fmla="*/ 863 w 1191"/>
                <a:gd name="T9" fmla="*/ 11 h 626"/>
                <a:gd name="T10" fmla="*/ 596 w 1191"/>
                <a:gd name="T11" fmla="*/ 0 h 626"/>
                <a:gd name="T12" fmla="*/ 328 w 1191"/>
                <a:gd name="T13" fmla="*/ 11 h 626"/>
                <a:gd name="T14" fmla="*/ 250 w 1191"/>
                <a:gd name="T15" fmla="*/ 21 h 626"/>
                <a:gd name="T16" fmla="*/ 205 w 1191"/>
                <a:gd name="T17" fmla="*/ 59 h 626"/>
                <a:gd name="T18" fmla="*/ 114 w 1191"/>
                <a:gd name="T19" fmla="*/ 302 h 626"/>
                <a:gd name="T20" fmla="*/ 110 w 1191"/>
                <a:gd name="T21" fmla="*/ 313 h 626"/>
                <a:gd name="T22" fmla="*/ 0 w 1191"/>
                <a:gd name="T23" fmla="*/ 442 h 626"/>
                <a:gd name="T24" fmla="*/ 0 w 1191"/>
                <a:gd name="T25" fmla="*/ 626 h 626"/>
                <a:gd name="T26" fmla="*/ 420 w 1191"/>
                <a:gd name="T27" fmla="*/ 626 h 626"/>
                <a:gd name="T28" fmla="*/ 420 w 1191"/>
                <a:gd name="T29" fmla="*/ 473 h 626"/>
                <a:gd name="T30" fmla="*/ 466 w 1191"/>
                <a:gd name="T31" fmla="*/ 473 h 626"/>
                <a:gd name="T32" fmla="*/ 466 w 1191"/>
                <a:gd name="T33" fmla="*/ 626 h 626"/>
                <a:gd name="T34" fmla="*/ 496 w 1191"/>
                <a:gd name="T35" fmla="*/ 626 h 626"/>
                <a:gd name="T36" fmla="*/ 496 w 1191"/>
                <a:gd name="T37" fmla="*/ 473 h 626"/>
                <a:gd name="T38" fmla="*/ 542 w 1191"/>
                <a:gd name="T39" fmla="*/ 473 h 626"/>
                <a:gd name="T40" fmla="*/ 542 w 1191"/>
                <a:gd name="T41" fmla="*/ 626 h 626"/>
                <a:gd name="T42" fmla="*/ 573 w 1191"/>
                <a:gd name="T43" fmla="*/ 626 h 626"/>
                <a:gd name="T44" fmla="*/ 573 w 1191"/>
                <a:gd name="T45" fmla="*/ 473 h 626"/>
                <a:gd name="T46" fmla="*/ 619 w 1191"/>
                <a:gd name="T47" fmla="*/ 473 h 626"/>
                <a:gd name="T48" fmla="*/ 619 w 1191"/>
                <a:gd name="T49" fmla="*/ 626 h 626"/>
                <a:gd name="T50" fmla="*/ 649 w 1191"/>
                <a:gd name="T51" fmla="*/ 626 h 626"/>
                <a:gd name="T52" fmla="*/ 649 w 1191"/>
                <a:gd name="T53" fmla="*/ 473 h 626"/>
                <a:gd name="T54" fmla="*/ 695 w 1191"/>
                <a:gd name="T55" fmla="*/ 473 h 626"/>
                <a:gd name="T56" fmla="*/ 695 w 1191"/>
                <a:gd name="T57" fmla="*/ 626 h 626"/>
                <a:gd name="T58" fmla="*/ 726 w 1191"/>
                <a:gd name="T59" fmla="*/ 626 h 626"/>
                <a:gd name="T60" fmla="*/ 726 w 1191"/>
                <a:gd name="T61" fmla="*/ 473 h 626"/>
                <a:gd name="T62" fmla="*/ 772 w 1191"/>
                <a:gd name="T63" fmla="*/ 473 h 626"/>
                <a:gd name="T64" fmla="*/ 772 w 1191"/>
                <a:gd name="T65" fmla="*/ 626 h 626"/>
                <a:gd name="T66" fmla="*/ 1191 w 1191"/>
                <a:gd name="T67" fmla="*/ 626 h 626"/>
                <a:gd name="T68" fmla="*/ 1191 w 1191"/>
                <a:gd name="T69" fmla="*/ 442 h 626"/>
                <a:gd name="T70" fmla="*/ 1081 w 1191"/>
                <a:gd name="T71" fmla="*/ 313 h 626"/>
                <a:gd name="T72" fmla="*/ 227 w 1191"/>
                <a:gd name="T73" fmla="*/ 111 h 626"/>
                <a:gd name="T74" fmla="*/ 256 w 1191"/>
                <a:gd name="T75" fmla="*/ 88 h 626"/>
                <a:gd name="T76" fmla="*/ 330 w 1191"/>
                <a:gd name="T77" fmla="*/ 79 h 626"/>
                <a:gd name="T78" fmla="*/ 596 w 1191"/>
                <a:gd name="T79" fmla="*/ 68 h 626"/>
                <a:gd name="T80" fmla="*/ 861 w 1191"/>
                <a:gd name="T81" fmla="*/ 79 h 626"/>
                <a:gd name="T82" fmla="*/ 936 w 1191"/>
                <a:gd name="T83" fmla="*/ 88 h 626"/>
                <a:gd name="T84" fmla="*/ 965 w 1191"/>
                <a:gd name="T85" fmla="*/ 111 h 626"/>
                <a:gd name="T86" fmla="*/ 1050 w 1191"/>
                <a:gd name="T87" fmla="*/ 295 h 626"/>
                <a:gd name="T88" fmla="*/ 142 w 1191"/>
                <a:gd name="T89" fmla="*/ 295 h 626"/>
                <a:gd name="T90" fmla="*/ 227 w 1191"/>
                <a:gd name="T91" fmla="*/ 111 h 626"/>
                <a:gd name="T92" fmla="*/ 183 w 1191"/>
                <a:gd name="T93" fmla="*/ 551 h 626"/>
                <a:gd name="T94" fmla="*/ 106 w 1191"/>
                <a:gd name="T95" fmla="*/ 475 h 626"/>
                <a:gd name="T96" fmla="*/ 183 w 1191"/>
                <a:gd name="T97" fmla="*/ 398 h 626"/>
                <a:gd name="T98" fmla="*/ 259 w 1191"/>
                <a:gd name="T99" fmla="*/ 475 h 626"/>
                <a:gd name="T100" fmla="*/ 183 w 1191"/>
                <a:gd name="T101" fmla="*/ 551 h 626"/>
                <a:gd name="T102" fmla="*/ 1009 w 1191"/>
                <a:gd name="T103" fmla="*/ 551 h 626"/>
                <a:gd name="T104" fmla="*/ 933 w 1191"/>
                <a:gd name="T105" fmla="*/ 475 h 626"/>
                <a:gd name="T106" fmla="*/ 1009 w 1191"/>
                <a:gd name="T107" fmla="*/ 398 h 626"/>
                <a:gd name="T108" fmla="*/ 1086 w 1191"/>
                <a:gd name="T109" fmla="*/ 475 h 626"/>
                <a:gd name="T110" fmla="*/ 1009 w 1191"/>
                <a:gd name="T111" fmla="*/ 551 h 6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91" h="626">
                  <a:moveTo>
                    <a:pt x="1081" y="313"/>
                  </a:moveTo>
                  <a:cubicBezTo>
                    <a:pt x="1077" y="302"/>
                    <a:pt x="1077" y="302"/>
                    <a:pt x="1077" y="302"/>
                  </a:cubicBezTo>
                  <a:cubicBezTo>
                    <a:pt x="1077" y="302"/>
                    <a:pt x="998" y="92"/>
                    <a:pt x="987" y="59"/>
                  </a:cubicBezTo>
                  <a:cubicBezTo>
                    <a:pt x="980" y="38"/>
                    <a:pt x="962" y="26"/>
                    <a:pt x="941" y="21"/>
                  </a:cubicBezTo>
                  <a:cubicBezTo>
                    <a:pt x="920" y="15"/>
                    <a:pt x="895" y="14"/>
                    <a:pt x="863" y="11"/>
                  </a:cubicBezTo>
                  <a:cubicBezTo>
                    <a:pt x="795" y="6"/>
                    <a:pt x="670" y="0"/>
                    <a:pt x="596" y="0"/>
                  </a:cubicBezTo>
                  <a:cubicBezTo>
                    <a:pt x="522" y="0"/>
                    <a:pt x="397" y="6"/>
                    <a:pt x="328" y="11"/>
                  </a:cubicBezTo>
                  <a:cubicBezTo>
                    <a:pt x="297" y="14"/>
                    <a:pt x="271" y="15"/>
                    <a:pt x="250" y="21"/>
                  </a:cubicBezTo>
                  <a:cubicBezTo>
                    <a:pt x="230" y="26"/>
                    <a:pt x="212" y="38"/>
                    <a:pt x="205" y="59"/>
                  </a:cubicBezTo>
                  <a:cubicBezTo>
                    <a:pt x="194" y="92"/>
                    <a:pt x="115" y="302"/>
                    <a:pt x="114" y="302"/>
                  </a:cubicBezTo>
                  <a:cubicBezTo>
                    <a:pt x="110" y="313"/>
                    <a:pt x="110" y="313"/>
                    <a:pt x="110" y="313"/>
                  </a:cubicBezTo>
                  <a:cubicBezTo>
                    <a:pt x="77" y="330"/>
                    <a:pt x="0" y="376"/>
                    <a:pt x="0" y="442"/>
                  </a:cubicBezTo>
                  <a:cubicBezTo>
                    <a:pt x="0" y="528"/>
                    <a:pt x="0" y="626"/>
                    <a:pt x="0" y="626"/>
                  </a:cubicBezTo>
                  <a:cubicBezTo>
                    <a:pt x="420" y="626"/>
                    <a:pt x="420" y="626"/>
                    <a:pt x="420" y="626"/>
                  </a:cubicBezTo>
                  <a:cubicBezTo>
                    <a:pt x="420" y="473"/>
                    <a:pt x="420" y="473"/>
                    <a:pt x="420" y="473"/>
                  </a:cubicBezTo>
                  <a:cubicBezTo>
                    <a:pt x="466" y="473"/>
                    <a:pt x="466" y="473"/>
                    <a:pt x="466" y="473"/>
                  </a:cubicBezTo>
                  <a:cubicBezTo>
                    <a:pt x="466" y="626"/>
                    <a:pt x="466" y="626"/>
                    <a:pt x="466" y="626"/>
                  </a:cubicBezTo>
                  <a:cubicBezTo>
                    <a:pt x="496" y="626"/>
                    <a:pt x="496" y="626"/>
                    <a:pt x="496" y="626"/>
                  </a:cubicBezTo>
                  <a:cubicBezTo>
                    <a:pt x="496" y="473"/>
                    <a:pt x="496" y="473"/>
                    <a:pt x="496" y="473"/>
                  </a:cubicBezTo>
                  <a:cubicBezTo>
                    <a:pt x="542" y="473"/>
                    <a:pt x="542" y="473"/>
                    <a:pt x="542" y="473"/>
                  </a:cubicBezTo>
                  <a:cubicBezTo>
                    <a:pt x="542" y="626"/>
                    <a:pt x="542" y="626"/>
                    <a:pt x="542" y="626"/>
                  </a:cubicBezTo>
                  <a:cubicBezTo>
                    <a:pt x="573" y="626"/>
                    <a:pt x="573" y="626"/>
                    <a:pt x="573" y="626"/>
                  </a:cubicBezTo>
                  <a:cubicBezTo>
                    <a:pt x="573" y="473"/>
                    <a:pt x="573" y="473"/>
                    <a:pt x="573" y="473"/>
                  </a:cubicBezTo>
                  <a:cubicBezTo>
                    <a:pt x="619" y="473"/>
                    <a:pt x="619" y="473"/>
                    <a:pt x="619" y="473"/>
                  </a:cubicBezTo>
                  <a:cubicBezTo>
                    <a:pt x="619" y="626"/>
                    <a:pt x="619" y="626"/>
                    <a:pt x="619" y="626"/>
                  </a:cubicBezTo>
                  <a:cubicBezTo>
                    <a:pt x="649" y="626"/>
                    <a:pt x="649" y="626"/>
                    <a:pt x="649" y="626"/>
                  </a:cubicBezTo>
                  <a:cubicBezTo>
                    <a:pt x="649" y="473"/>
                    <a:pt x="649" y="473"/>
                    <a:pt x="649" y="473"/>
                  </a:cubicBezTo>
                  <a:cubicBezTo>
                    <a:pt x="695" y="473"/>
                    <a:pt x="695" y="473"/>
                    <a:pt x="695" y="473"/>
                  </a:cubicBezTo>
                  <a:cubicBezTo>
                    <a:pt x="695" y="626"/>
                    <a:pt x="695" y="626"/>
                    <a:pt x="695" y="626"/>
                  </a:cubicBezTo>
                  <a:cubicBezTo>
                    <a:pt x="726" y="626"/>
                    <a:pt x="726" y="626"/>
                    <a:pt x="726" y="626"/>
                  </a:cubicBezTo>
                  <a:cubicBezTo>
                    <a:pt x="726" y="473"/>
                    <a:pt x="726" y="473"/>
                    <a:pt x="726" y="473"/>
                  </a:cubicBezTo>
                  <a:cubicBezTo>
                    <a:pt x="772" y="473"/>
                    <a:pt x="772" y="473"/>
                    <a:pt x="772" y="473"/>
                  </a:cubicBezTo>
                  <a:cubicBezTo>
                    <a:pt x="772" y="626"/>
                    <a:pt x="772" y="626"/>
                    <a:pt x="772" y="626"/>
                  </a:cubicBezTo>
                  <a:cubicBezTo>
                    <a:pt x="1191" y="626"/>
                    <a:pt x="1191" y="626"/>
                    <a:pt x="1191" y="626"/>
                  </a:cubicBezTo>
                  <a:cubicBezTo>
                    <a:pt x="1191" y="626"/>
                    <a:pt x="1191" y="528"/>
                    <a:pt x="1191" y="442"/>
                  </a:cubicBezTo>
                  <a:cubicBezTo>
                    <a:pt x="1191" y="376"/>
                    <a:pt x="1114" y="330"/>
                    <a:pt x="1081" y="313"/>
                  </a:cubicBezTo>
                  <a:close/>
                  <a:moveTo>
                    <a:pt x="227" y="111"/>
                  </a:moveTo>
                  <a:cubicBezTo>
                    <a:pt x="231" y="98"/>
                    <a:pt x="239" y="93"/>
                    <a:pt x="256" y="88"/>
                  </a:cubicBezTo>
                  <a:cubicBezTo>
                    <a:pt x="273" y="83"/>
                    <a:pt x="299" y="82"/>
                    <a:pt x="330" y="79"/>
                  </a:cubicBezTo>
                  <a:cubicBezTo>
                    <a:pt x="398" y="74"/>
                    <a:pt x="523" y="68"/>
                    <a:pt x="596" y="68"/>
                  </a:cubicBezTo>
                  <a:cubicBezTo>
                    <a:pt x="669" y="68"/>
                    <a:pt x="794" y="74"/>
                    <a:pt x="861" y="79"/>
                  </a:cubicBezTo>
                  <a:cubicBezTo>
                    <a:pt x="893" y="82"/>
                    <a:pt x="918" y="83"/>
                    <a:pt x="936" y="88"/>
                  </a:cubicBezTo>
                  <a:cubicBezTo>
                    <a:pt x="953" y="93"/>
                    <a:pt x="960" y="98"/>
                    <a:pt x="965" y="111"/>
                  </a:cubicBezTo>
                  <a:cubicBezTo>
                    <a:pt x="974" y="140"/>
                    <a:pt x="1031" y="246"/>
                    <a:pt x="1050" y="295"/>
                  </a:cubicBezTo>
                  <a:cubicBezTo>
                    <a:pt x="142" y="295"/>
                    <a:pt x="142" y="295"/>
                    <a:pt x="142" y="295"/>
                  </a:cubicBezTo>
                  <a:cubicBezTo>
                    <a:pt x="160" y="246"/>
                    <a:pt x="217" y="140"/>
                    <a:pt x="227" y="111"/>
                  </a:cubicBezTo>
                  <a:close/>
                  <a:moveTo>
                    <a:pt x="183" y="551"/>
                  </a:moveTo>
                  <a:cubicBezTo>
                    <a:pt x="140" y="551"/>
                    <a:pt x="106" y="517"/>
                    <a:pt x="106" y="475"/>
                  </a:cubicBezTo>
                  <a:cubicBezTo>
                    <a:pt x="106" y="432"/>
                    <a:pt x="140" y="398"/>
                    <a:pt x="183" y="398"/>
                  </a:cubicBezTo>
                  <a:cubicBezTo>
                    <a:pt x="225" y="398"/>
                    <a:pt x="259" y="432"/>
                    <a:pt x="259" y="475"/>
                  </a:cubicBezTo>
                  <a:cubicBezTo>
                    <a:pt x="259" y="517"/>
                    <a:pt x="225" y="551"/>
                    <a:pt x="183" y="551"/>
                  </a:cubicBezTo>
                  <a:close/>
                  <a:moveTo>
                    <a:pt x="1009" y="551"/>
                  </a:moveTo>
                  <a:cubicBezTo>
                    <a:pt x="967" y="551"/>
                    <a:pt x="933" y="517"/>
                    <a:pt x="933" y="475"/>
                  </a:cubicBezTo>
                  <a:cubicBezTo>
                    <a:pt x="933" y="432"/>
                    <a:pt x="967" y="398"/>
                    <a:pt x="1009" y="398"/>
                  </a:cubicBezTo>
                  <a:cubicBezTo>
                    <a:pt x="1051" y="398"/>
                    <a:pt x="1086" y="432"/>
                    <a:pt x="1086" y="475"/>
                  </a:cubicBezTo>
                  <a:cubicBezTo>
                    <a:pt x="1086" y="517"/>
                    <a:pt x="1051" y="551"/>
                    <a:pt x="1009" y="55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1" name="Freeform 108"/>
            <p:cNvSpPr>
              <a:spLocks/>
            </p:cNvSpPr>
            <p:nvPr/>
          </p:nvSpPr>
          <p:spPr bwMode="auto">
            <a:xfrm>
              <a:off x="2940050" y="5729288"/>
              <a:ext cx="1625600" cy="295275"/>
            </a:xfrm>
            <a:custGeom>
              <a:avLst/>
              <a:gdLst>
                <a:gd name="T0" fmla="*/ 0 w 1225"/>
                <a:gd name="T1" fmla="*/ 0 h 223"/>
                <a:gd name="T2" fmla="*/ 52 w 1225"/>
                <a:gd name="T3" fmla="*/ 80 h 223"/>
                <a:gd name="T4" fmla="*/ 62 w 1225"/>
                <a:gd name="T5" fmla="*/ 80 h 223"/>
                <a:gd name="T6" fmla="*/ 62 w 1225"/>
                <a:gd name="T7" fmla="*/ 192 h 223"/>
                <a:gd name="T8" fmla="*/ 92 w 1225"/>
                <a:gd name="T9" fmla="*/ 223 h 223"/>
                <a:gd name="T10" fmla="*/ 215 w 1225"/>
                <a:gd name="T11" fmla="*/ 223 h 223"/>
                <a:gd name="T12" fmla="*/ 245 w 1225"/>
                <a:gd name="T13" fmla="*/ 192 h 223"/>
                <a:gd name="T14" fmla="*/ 245 w 1225"/>
                <a:gd name="T15" fmla="*/ 131 h 223"/>
                <a:gd name="T16" fmla="*/ 999 w 1225"/>
                <a:gd name="T17" fmla="*/ 131 h 223"/>
                <a:gd name="T18" fmla="*/ 999 w 1225"/>
                <a:gd name="T19" fmla="*/ 194 h 223"/>
                <a:gd name="T20" fmla="*/ 1028 w 1225"/>
                <a:gd name="T21" fmla="*/ 223 h 223"/>
                <a:gd name="T22" fmla="*/ 1142 w 1225"/>
                <a:gd name="T23" fmla="*/ 223 h 223"/>
                <a:gd name="T24" fmla="*/ 1171 w 1225"/>
                <a:gd name="T25" fmla="*/ 194 h 223"/>
                <a:gd name="T26" fmla="*/ 1171 w 1225"/>
                <a:gd name="T27" fmla="*/ 80 h 223"/>
                <a:gd name="T28" fmla="*/ 1174 w 1225"/>
                <a:gd name="T29" fmla="*/ 80 h 223"/>
                <a:gd name="T30" fmla="*/ 1225 w 1225"/>
                <a:gd name="T31" fmla="*/ 0 h 223"/>
                <a:gd name="T32" fmla="*/ 613 w 1225"/>
                <a:gd name="T33" fmla="*/ 0 h 223"/>
                <a:gd name="T34" fmla="*/ 0 w 1225"/>
                <a:gd name="T35"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25" h="223">
                  <a:moveTo>
                    <a:pt x="0" y="0"/>
                  </a:moveTo>
                  <a:cubicBezTo>
                    <a:pt x="0" y="0"/>
                    <a:pt x="0" y="80"/>
                    <a:pt x="52" y="80"/>
                  </a:cubicBezTo>
                  <a:cubicBezTo>
                    <a:pt x="54" y="80"/>
                    <a:pt x="57" y="80"/>
                    <a:pt x="62" y="80"/>
                  </a:cubicBezTo>
                  <a:cubicBezTo>
                    <a:pt x="62" y="192"/>
                    <a:pt x="62" y="192"/>
                    <a:pt x="62" y="192"/>
                  </a:cubicBezTo>
                  <a:cubicBezTo>
                    <a:pt x="62" y="209"/>
                    <a:pt x="75" y="223"/>
                    <a:pt x="92" y="223"/>
                  </a:cubicBezTo>
                  <a:cubicBezTo>
                    <a:pt x="215" y="223"/>
                    <a:pt x="215" y="223"/>
                    <a:pt x="215" y="223"/>
                  </a:cubicBezTo>
                  <a:cubicBezTo>
                    <a:pt x="232" y="223"/>
                    <a:pt x="245" y="209"/>
                    <a:pt x="245" y="192"/>
                  </a:cubicBezTo>
                  <a:cubicBezTo>
                    <a:pt x="245" y="131"/>
                    <a:pt x="245" y="131"/>
                    <a:pt x="245" y="131"/>
                  </a:cubicBezTo>
                  <a:cubicBezTo>
                    <a:pt x="428" y="131"/>
                    <a:pt x="833" y="131"/>
                    <a:pt x="999" y="131"/>
                  </a:cubicBezTo>
                  <a:cubicBezTo>
                    <a:pt x="999" y="194"/>
                    <a:pt x="999" y="194"/>
                    <a:pt x="999" y="194"/>
                  </a:cubicBezTo>
                  <a:cubicBezTo>
                    <a:pt x="999" y="210"/>
                    <a:pt x="1012" y="223"/>
                    <a:pt x="1028" y="223"/>
                  </a:cubicBezTo>
                  <a:cubicBezTo>
                    <a:pt x="1142" y="223"/>
                    <a:pt x="1142" y="223"/>
                    <a:pt x="1142" y="223"/>
                  </a:cubicBezTo>
                  <a:cubicBezTo>
                    <a:pt x="1158" y="223"/>
                    <a:pt x="1171" y="210"/>
                    <a:pt x="1171" y="194"/>
                  </a:cubicBezTo>
                  <a:cubicBezTo>
                    <a:pt x="1171" y="80"/>
                    <a:pt x="1171" y="80"/>
                    <a:pt x="1171" y="80"/>
                  </a:cubicBezTo>
                  <a:cubicBezTo>
                    <a:pt x="1172" y="80"/>
                    <a:pt x="1173" y="80"/>
                    <a:pt x="1174" y="80"/>
                  </a:cubicBezTo>
                  <a:cubicBezTo>
                    <a:pt x="1225" y="80"/>
                    <a:pt x="1225" y="0"/>
                    <a:pt x="1225" y="0"/>
                  </a:cubicBezTo>
                  <a:cubicBezTo>
                    <a:pt x="613" y="0"/>
                    <a:pt x="613" y="0"/>
                    <a:pt x="613" y="0"/>
                  </a:cubicBezTo>
                  <a:lnTo>
                    <a:pt x="0"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2" name="Oval 109"/>
            <p:cNvSpPr>
              <a:spLocks noChangeArrowheads="1"/>
            </p:cNvSpPr>
            <p:nvPr/>
          </p:nvSpPr>
          <p:spPr bwMode="auto">
            <a:xfrm>
              <a:off x="3125788" y="5424488"/>
              <a:ext cx="158750" cy="157163"/>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3" name="Oval 110"/>
            <p:cNvSpPr>
              <a:spLocks noChangeArrowheads="1"/>
            </p:cNvSpPr>
            <p:nvPr/>
          </p:nvSpPr>
          <p:spPr bwMode="auto">
            <a:xfrm>
              <a:off x="4222750" y="5424488"/>
              <a:ext cx="158750" cy="157163"/>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4" name="Freeform 111"/>
            <p:cNvSpPr>
              <a:spLocks/>
            </p:cNvSpPr>
            <p:nvPr/>
          </p:nvSpPr>
          <p:spPr bwMode="auto">
            <a:xfrm>
              <a:off x="4714875" y="4516438"/>
              <a:ext cx="954088" cy="1506538"/>
            </a:xfrm>
            <a:custGeom>
              <a:avLst/>
              <a:gdLst>
                <a:gd name="T0" fmla="*/ 299 w 719"/>
                <a:gd name="T1" fmla="*/ 168 h 1136"/>
                <a:gd name="T2" fmla="*/ 344 w 719"/>
                <a:gd name="T3" fmla="*/ 168 h 1136"/>
                <a:gd name="T4" fmla="*/ 344 w 719"/>
                <a:gd name="T5" fmla="*/ 797 h 1136"/>
                <a:gd name="T6" fmla="*/ 396 w 719"/>
                <a:gd name="T7" fmla="*/ 571 h 1136"/>
                <a:gd name="T8" fmla="*/ 473 w 719"/>
                <a:gd name="T9" fmla="*/ 316 h 1136"/>
                <a:gd name="T10" fmla="*/ 445 w 719"/>
                <a:gd name="T11" fmla="*/ 263 h 1136"/>
                <a:gd name="T12" fmla="*/ 509 w 719"/>
                <a:gd name="T13" fmla="*/ 199 h 1136"/>
                <a:gd name="T14" fmla="*/ 573 w 719"/>
                <a:gd name="T15" fmla="*/ 263 h 1136"/>
                <a:gd name="T16" fmla="*/ 509 w 719"/>
                <a:gd name="T17" fmla="*/ 327 h 1136"/>
                <a:gd name="T18" fmla="*/ 491 w 719"/>
                <a:gd name="T19" fmla="*/ 324 h 1136"/>
                <a:gd name="T20" fmla="*/ 475 w 719"/>
                <a:gd name="T21" fmla="*/ 364 h 1136"/>
                <a:gd name="T22" fmla="*/ 416 w 719"/>
                <a:gd name="T23" fmla="*/ 573 h 1136"/>
                <a:gd name="T24" fmla="*/ 348 w 719"/>
                <a:gd name="T25" fmla="*/ 841 h 1136"/>
                <a:gd name="T26" fmla="*/ 348 w 719"/>
                <a:gd name="T27" fmla="*/ 841 h 1136"/>
                <a:gd name="T28" fmla="*/ 348 w 719"/>
                <a:gd name="T29" fmla="*/ 841 h 1136"/>
                <a:gd name="T30" fmla="*/ 348 w 719"/>
                <a:gd name="T31" fmla="*/ 841 h 1136"/>
                <a:gd name="T32" fmla="*/ 343 w 719"/>
                <a:gd name="T33" fmla="*/ 828 h 1136"/>
                <a:gd name="T34" fmla="*/ 330 w 719"/>
                <a:gd name="T35" fmla="*/ 833 h 1136"/>
                <a:gd name="T36" fmla="*/ 282 w 719"/>
                <a:gd name="T37" fmla="*/ 920 h 1136"/>
                <a:gd name="T38" fmla="*/ 227 w 719"/>
                <a:gd name="T39" fmla="*/ 960 h 1136"/>
                <a:gd name="T40" fmla="*/ 203 w 719"/>
                <a:gd name="T41" fmla="*/ 963 h 1136"/>
                <a:gd name="T42" fmla="*/ 198 w 719"/>
                <a:gd name="T43" fmla="*/ 895 h 1136"/>
                <a:gd name="T44" fmla="*/ 215 w 719"/>
                <a:gd name="T45" fmla="*/ 771 h 1136"/>
                <a:gd name="T46" fmla="*/ 226 w 719"/>
                <a:gd name="T47" fmla="*/ 738 h 1136"/>
                <a:gd name="T48" fmla="*/ 226 w 719"/>
                <a:gd name="T49" fmla="*/ 737 h 1136"/>
                <a:gd name="T50" fmla="*/ 278 w 719"/>
                <a:gd name="T51" fmla="*/ 671 h 1136"/>
                <a:gd name="T52" fmla="*/ 255 w 719"/>
                <a:gd name="T53" fmla="*/ 449 h 1136"/>
                <a:gd name="T54" fmla="*/ 151 w 719"/>
                <a:gd name="T55" fmla="*/ 381 h 1136"/>
                <a:gd name="T56" fmla="*/ 114 w 719"/>
                <a:gd name="T57" fmla="*/ 477 h 1136"/>
                <a:gd name="T58" fmla="*/ 120 w 719"/>
                <a:gd name="T59" fmla="*/ 506 h 1136"/>
                <a:gd name="T60" fmla="*/ 136 w 719"/>
                <a:gd name="T61" fmla="*/ 451 h 1136"/>
                <a:gd name="T62" fmla="*/ 176 w 719"/>
                <a:gd name="T63" fmla="*/ 413 h 1136"/>
                <a:gd name="T64" fmla="*/ 178 w 719"/>
                <a:gd name="T65" fmla="*/ 413 h 1136"/>
                <a:gd name="T66" fmla="*/ 216 w 719"/>
                <a:gd name="T67" fmla="*/ 455 h 1136"/>
                <a:gd name="T68" fmla="*/ 200 w 719"/>
                <a:gd name="T69" fmla="*/ 521 h 1136"/>
                <a:gd name="T70" fmla="*/ 136 w 719"/>
                <a:gd name="T71" fmla="*/ 612 h 1136"/>
                <a:gd name="T72" fmla="*/ 135 w 719"/>
                <a:gd name="T73" fmla="*/ 682 h 1136"/>
                <a:gd name="T74" fmla="*/ 135 w 719"/>
                <a:gd name="T75" fmla="*/ 696 h 1136"/>
                <a:gd name="T76" fmla="*/ 98 w 719"/>
                <a:gd name="T77" fmla="*/ 895 h 1136"/>
                <a:gd name="T78" fmla="*/ 98 w 719"/>
                <a:gd name="T79" fmla="*/ 922 h 1136"/>
                <a:gd name="T80" fmla="*/ 57 w 719"/>
                <a:gd name="T81" fmla="*/ 802 h 1136"/>
                <a:gd name="T82" fmla="*/ 21 w 719"/>
                <a:gd name="T83" fmla="*/ 664 h 1136"/>
                <a:gd name="T84" fmla="*/ 0 w 719"/>
                <a:gd name="T85" fmla="*/ 666 h 1136"/>
                <a:gd name="T86" fmla="*/ 37 w 719"/>
                <a:gd name="T87" fmla="*/ 802 h 1136"/>
                <a:gd name="T88" fmla="*/ 84 w 719"/>
                <a:gd name="T89" fmla="*/ 936 h 1136"/>
                <a:gd name="T90" fmla="*/ 101 w 719"/>
                <a:gd name="T91" fmla="*/ 951 h 1136"/>
                <a:gd name="T92" fmla="*/ 136 w 719"/>
                <a:gd name="T93" fmla="*/ 1103 h 1136"/>
                <a:gd name="T94" fmla="*/ 183 w 719"/>
                <a:gd name="T95" fmla="*/ 1136 h 1136"/>
                <a:gd name="T96" fmla="*/ 200 w 719"/>
                <a:gd name="T97" fmla="*/ 1133 h 1136"/>
                <a:gd name="T98" fmla="*/ 230 w 719"/>
                <a:gd name="T99" fmla="*/ 1069 h 1136"/>
                <a:gd name="T100" fmla="*/ 206 w 719"/>
                <a:gd name="T101" fmla="*/ 983 h 1136"/>
                <a:gd name="T102" fmla="*/ 231 w 719"/>
                <a:gd name="T103" fmla="*/ 980 h 1136"/>
                <a:gd name="T104" fmla="*/ 298 w 719"/>
                <a:gd name="T105" fmla="*/ 932 h 1136"/>
                <a:gd name="T106" fmla="*/ 344 w 719"/>
                <a:gd name="T107" fmla="*/ 852 h 1136"/>
                <a:gd name="T108" fmla="*/ 344 w 719"/>
                <a:gd name="T109" fmla="*/ 1136 h 1136"/>
                <a:gd name="T110" fmla="*/ 674 w 719"/>
                <a:gd name="T111" fmla="*/ 1136 h 1136"/>
                <a:gd name="T112" fmla="*/ 674 w 719"/>
                <a:gd name="T113" fmla="*/ 168 h 1136"/>
                <a:gd name="T114" fmla="*/ 719 w 719"/>
                <a:gd name="T115" fmla="*/ 168 h 1136"/>
                <a:gd name="T116" fmla="*/ 719 w 719"/>
                <a:gd name="T117" fmla="*/ 0 h 1136"/>
                <a:gd name="T118" fmla="*/ 299 w 719"/>
                <a:gd name="T119" fmla="*/ 0 h 1136"/>
                <a:gd name="T120" fmla="*/ 299 w 719"/>
                <a:gd name="T121" fmla="*/ 168 h 1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19" h="1136">
                  <a:moveTo>
                    <a:pt x="299" y="168"/>
                  </a:moveTo>
                  <a:cubicBezTo>
                    <a:pt x="344" y="168"/>
                    <a:pt x="344" y="168"/>
                    <a:pt x="344" y="168"/>
                  </a:cubicBezTo>
                  <a:cubicBezTo>
                    <a:pt x="344" y="797"/>
                    <a:pt x="344" y="797"/>
                    <a:pt x="344" y="797"/>
                  </a:cubicBezTo>
                  <a:cubicBezTo>
                    <a:pt x="370" y="723"/>
                    <a:pt x="388" y="637"/>
                    <a:pt x="396" y="571"/>
                  </a:cubicBezTo>
                  <a:cubicBezTo>
                    <a:pt x="408" y="480"/>
                    <a:pt x="446" y="379"/>
                    <a:pt x="473" y="316"/>
                  </a:cubicBezTo>
                  <a:cubicBezTo>
                    <a:pt x="456" y="304"/>
                    <a:pt x="445" y="285"/>
                    <a:pt x="445" y="263"/>
                  </a:cubicBezTo>
                  <a:cubicBezTo>
                    <a:pt x="445" y="228"/>
                    <a:pt x="473" y="199"/>
                    <a:pt x="509" y="199"/>
                  </a:cubicBezTo>
                  <a:cubicBezTo>
                    <a:pt x="544" y="199"/>
                    <a:pt x="573" y="228"/>
                    <a:pt x="573" y="263"/>
                  </a:cubicBezTo>
                  <a:cubicBezTo>
                    <a:pt x="573" y="298"/>
                    <a:pt x="544" y="327"/>
                    <a:pt x="509" y="327"/>
                  </a:cubicBezTo>
                  <a:cubicBezTo>
                    <a:pt x="502" y="327"/>
                    <a:pt x="496" y="326"/>
                    <a:pt x="491" y="324"/>
                  </a:cubicBezTo>
                  <a:cubicBezTo>
                    <a:pt x="486" y="336"/>
                    <a:pt x="480" y="349"/>
                    <a:pt x="475" y="364"/>
                  </a:cubicBezTo>
                  <a:cubicBezTo>
                    <a:pt x="451" y="424"/>
                    <a:pt x="425" y="503"/>
                    <a:pt x="416" y="573"/>
                  </a:cubicBezTo>
                  <a:cubicBezTo>
                    <a:pt x="406" y="652"/>
                    <a:pt x="383" y="757"/>
                    <a:pt x="348" y="841"/>
                  </a:cubicBezTo>
                  <a:cubicBezTo>
                    <a:pt x="348" y="841"/>
                    <a:pt x="348" y="841"/>
                    <a:pt x="348" y="841"/>
                  </a:cubicBezTo>
                  <a:cubicBezTo>
                    <a:pt x="348" y="841"/>
                    <a:pt x="348" y="841"/>
                    <a:pt x="348" y="841"/>
                  </a:cubicBezTo>
                  <a:cubicBezTo>
                    <a:pt x="348" y="841"/>
                    <a:pt x="348" y="841"/>
                    <a:pt x="348" y="841"/>
                  </a:cubicBezTo>
                  <a:cubicBezTo>
                    <a:pt x="351" y="836"/>
                    <a:pt x="348" y="830"/>
                    <a:pt x="343" y="828"/>
                  </a:cubicBezTo>
                  <a:cubicBezTo>
                    <a:pt x="338" y="826"/>
                    <a:pt x="332" y="828"/>
                    <a:pt x="330" y="833"/>
                  </a:cubicBezTo>
                  <a:cubicBezTo>
                    <a:pt x="316" y="867"/>
                    <a:pt x="299" y="898"/>
                    <a:pt x="282" y="920"/>
                  </a:cubicBezTo>
                  <a:cubicBezTo>
                    <a:pt x="264" y="942"/>
                    <a:pt x="246" y="956"/>
                    <a:pt x="227" y="960"/>
                  </a:cubicBezTo>
                  <a:cubicBezTo>
                    <a:pt x="219" y="962"/>
                    <a:pt x="211" y="963"/>
                    <a:pt x="203" y="963"/>
                  </a:cubicBezTo>
                  <a:cubicBezTo>
                    <a:pt x="199" y="939"/>
                    <a:pt x="198" y="916"/>
                    <a:pt x="198" y="895"/>
                  </a:cubicBezTo>
                  <a:cubicBezTo>
                    <a:pt x="198" y="843"/>
                    <a:pt x="206" y="800"/>
                    <a:pt x="215" y="771"/>
                  </a:cubicBezTo>
                  <a:cubicBezTo>
                    <a:pt x="219" y="756"/>
                    <a:pt x="223" y="745"/>
                    <a:pt x="226" y="738"/>
                  </a:cubicBezTo>
                  <a:cubicBezTo>
                    <a:pt x="226" y="737"/>
                    <a:pt x="226" y="737"/>
                    <a:pt x="226" y="737"/>
                  </a:cubicBezTo>
                  <a:cubicBezTo>
                    <a:pt x="249" y="730"/>
                    <a:pt x="270" y="712"/>
                    <a:pt x="278" y="671"/>
                  </a:cubicBezTo>
                  <a:cubicBezTo>
                    <a:pt x="288" y="582"/>
                    <a:pt x="282" y="530"/>
                    <a:pt x="255" y="449"/>
                  </a:cubicBezTo>
                  <a:cubicBezTo>
                    <a:pt x="235" y="391"/>
                    <a:pt x="186" y="372"/>
                    <a:pt x="151" y="381"/>
                  </a:cubicBezTo>
                  <a:cubicBezTo>
                    <a:pt x="117" y="389"/>
                    <a:pt x="102" y="437"/>
                    <a:pt x="114" y="477"/>
                  </a:cubicBezTo>
                  <a:cubicBezTo>
                    <a:pt x="116" y="486"/>
                    <a:pt x="118" y="495"/>
                    <a:pt x="120" y="506"/>
                  </a:cubicBezTo>
                  <a:cubicBezTo>
                    <a:pt x="134" y="478"/>
                    <a:pt x="136" y="452"/>
                    <a:pt x="136" y="451"/>
                  </a:cubicBezTo>
                  <a:cubicBezTo>
                    <a:pt x="137" y="430"/>
                    <a:pt x="154" y="413"/>
                    <a:pt x="176" y="413"/>
                  </a:cubicBezTo>
                  <a:cubicBezTo>
                    <a:pt x="176" y="413"/>
                    <a:pt x="177" y="413"/>
                    <a:pt x="178" y="413"/>
                  </a:cubicBezTo>
                  <a:cubicBezTo>
                    <a:pt x="200" y="415"/>
                    <a:pt x="217" y="433"/>
                    <a:pt x="216" y="455"/>
                  </a:cubicBezTo>
                  <a:cubicBezTo>
                    <a:pt x="215" y="463"/>
                    <a:pt x="213" y="489"/>
                    <a:pt x="200" y="521"/>
                  </a:cubicBezTo>
                  <a:cubicBezTo>
                    <a:pt x="190" y="548"/>
                    <a:pt x="171" y="583"/>
                    <a:pt x="136" y="612"/>
                  </a:cubicBezTo>
                  <a:cubicBezTo>
                    <a:pt x="138" y="636"/>
                    <a:pt x="138" y="659"/>
                    <a:pt x="135" y="682"/>
                  </a:cubicBezTo>
                  <a:cubicBezTo>
                    <a:pt x="135" y="687"/>
                    <a:pt x="135" y="692"/>
                    <a:pt x="135" y="696"/>
                  </a:cubicBezTo>
                  <a:cubicBezTo>
                    <a:pt x="123" y="725"/>
                    <a:pt x="98" y="796"/>
                    <a:pt x="98" y="895"/>
                  </a:cubicBezTo>
                  <a:cubicBezTo>
                    <a:pt x="98" y="903"/>
                    <a:pt x="98" y="912"/>
                    <a:pt x="98" y="922"/>
                  </a:cubicBezTo>
                  <a:cubicBezTo>
                    <a:pt x="74" y="895"/>
                    <a:pt x="59" y="855"/>
                    <a:pt x="57" y="802"/>
                  </a:cubicBezTo>
                  <a:cubicBezTo>
                    <a:pt x="55" y="739"/>
                    <a:pt x="38" y="694"/>
                    <a:pt x="21" y="664"/>
                  </a:cubicBezTo>
                  <a:cubicBezTo>
                    <a:pt x="14" y="665"/>
                    <a:pt x="7" y="666"/>
                    <a:pt x="0" y="666"/>
                  </a:cubicBezTo>
                  <a:cubicBezTo>
                    <a:pt x="17" y="694"/>
                    <a:pt x="35" y="738"/>
                    <a:pt x="37" y="802"/>
                  </a:cubicBezTo>
                  <a:cubicBezTo>
                    <a:pt x="39" y="859"/>
                    <a:pt x="56" y="905"/>
                    <a:pt x="84" y="936"/>
                  </a:cubicBezTo>
                  <a:cubicBezTo>
                    <a:pt x="89" y="942"/>
                    <a:pt x="95" y="947"/>
                    <a:pt x="101" y="951"/>
                  </a:cubicBezTo>
                  <a:cubicBezTo>
                    <a:pt x="105" y="998"/>
                    <a:pt x="116" y="1049"/>
                    <a:pt x="136" y="1103"/>
                  </a:cubicBezTo>
                  <a:cubicBezTo>
                    <a:pt x="143" y="1123"/>
                    <a:pt x="162" y="1136"/>
                    <a:pt x="183" y="1136"/>
                  </a:cubicBezTo>
                  <a:cubicBezTo>
                    <a:pt x="189" y="1136"/>
                    <a:pt x="194" y="1135"/>
                    <a:pt x="200" y="1133"/>
                  </a:cubicBezTo>
                  <a:cubicBezTo>
                    <a:pt x="226" y="1123"/>
                    <a:pt x="239" y="1094"/>
                    <a:pt x="230" y="1069"/>
                  </a:cubicBezTo>
                  <a:cubicBezTo>
                    <a:pt x="219" y="1039"/>
                    <a:pt x="211" y="1010"/>
                    <a:pt x="206" y="983"/>
                  </a:cubicBezTo>
                  <a:cubicBezTo>
                    <a:pt x="214" y="983"/>
                    <a:pt x="223" y="982"/>
                    <a:pt x="231" y="980"/>
                  </a:cubicBezTo>
                  <a:cubicBezTo>
                    <a:pt x="256" y="974"/>
                    <a:pt x="278" y="957"/>
                    <a:pt x="298" y="932"/>
                  </a:cubicBezTo>
                  <a:cubicBezTo>
                    <a:pt x="315" y="911"/>
                    <a:pt x="330" y="883"/>
                    <a:pt x="344" y="852"/>
                  </a:cubicBezTo>
                  <a:cubicBezTo>
                    <a:pt x="344" y="1136"/>
                    <a:pt x="344" y="1136"/>
                    <a:pt x="344" y="1136"/>
                  </a:cubicBezTo>
                  <a:cubicBezTo>
                    <a:pt x="674" y="1136"/>
                    <a:pt x="674" y="1136"/>
                    <a:pt x="674" y="1136"/>
                  </a:cubicBezTo>
                  <a:cubicBezTo>
                    <a:pt x="674" y="168"/>
                    <a:pt x="674" y="168"/>
                    <a:pt x="674" y="168"/>
                  </a:cubicBezTo>
                  <a:cubicBezTo>
                    <a:pt x="719" y="168"/>
                    <a:pt x="719" y="168"/>
                    <a:pt x="719" y="168"/>
                  </a:cubicBezTo>
                  <a:cubicBezTo>
                    <a:pt x="719" y="0"/>
                    <a:pt x="719" y="0"/>
                    <a:pt x="719" y="0"/>
                  </a:cubicBezTo>
                  <a:cubicBezTo>
                    <a:pt x="299" y="0"/>
                    <a:pt x="299" y="0"/>
                    <a:pt x="299" y="0"/>
                  </a:cubicBezTo>
                  <a:lnTo>
                    <a:pt x="299" y="168"/>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5" name="Freeform 112"/>
            <p:cNvSpPr>
              <a:spLocks/>
            </p:cNvSpPr>
            <p:nvPr/>
          </p:nvSpPr>
          <p:spPr bwMode="auto">
            <a:xfrm>
              <a:off x="4640263" y="5073650"/>
              <a:ext cx="350838" cy="317500"/>
            </a:xfrm>
            <a:custGeom>
              <a:avLst/>
              <a:gdLst>
                <a:gd name="T0" fmla="*/ 161 w 265"/>
                <a:gd name="T1" fmla="*/ 205 h 240"/>
                <a:gd name="T2" fmla="*/ 249 w 265"/>
                <a:gd name="T3" fmla="*/ 98 h 240"/>
                <a:gd name="T4" fmla="*/ 264 w 265"/>
                <a:gd name="T5" fmla="*/ 35 h 240"/>
                <a:gd name="T6" fmla="*/ 233 w 265"/>
                <a:gd name="T7" fmla="*/ 1 h 240"/>
                <a:gd name="T8" fmla="*/ 200 w 265"/>
                <a:gd name="T9" fmla="*/ 32 h 240"/>
                <a:gd name="T10" fmla="*/ 200 w 265"/>
                <a:gd name="T11" fmla="*/ 32 h 240"/>
                <a:gd name="T12" fmla="*/ 174 w 265"/>
                <a:gd name="T13" fmla="*/ 104 h 240"/>
                <a:gd name="T14" fmla="*/ 125 w 265"/>
                <a:gd name="T15" fmla="*/ 151 h 240"/>
                <a:gd name="T16" fmla="*/ 32 w 265"/>
                <a:gd name="T17" fmla="*/ 176 h 240"/>
                <a:gd name="T18" fmla="*/ 1 w 265"/>
                <a:gd name="T19" fmla="*/ 209 h 240"/>
                <a:gd name="T20" fmla="*/ 33 w 265"/>
                <a:gd name="T21" fmla="*/ 240 h 240"/>
                <a:gd name="T22" fmla="*/ 34 w 265"/>
                <a:gd name="T23" fmla="*/ 240 h 240"/>
                <a:gd name="T24" fmla="*/ 161 w 265"/>
                <a:gd name="T25" fmla="*/ 205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5" h="240">
                  <a:moveTo>
                    <a:pt x="161" y="205"/>
                  </a:moveTo>
                  <a:cubicBezTo>
                    <a:pt x="210" y="175"/>
                    <a:pt x="236" y="132"/>
                    <a:pt x="249" y="98"/>
                  </a:cubicBezTo>
                  <a:cubicBezTo>
                    <a:pt x="262" y="64"/>
                    <a:pt x="263" y="37"/>
                    <a:pt x="264" y="35"/>
                  </a:cubicBezTo>
                  <a:cubicBezTo>
                    <a:pt x="265" y="17"/>
                    <a:pt x="251" y="2"/>
                    <a:pt x="233" y="1"/>
                  </a:cubicBezTo>
                  <a:cubicBezTo>
                    <a:pt x="216" y="0"/>
                    <a:pt x="201" y="14"/>
                    <a:pt x="200" y="32"/>
                  </a:cubicBezTo>
                  <a:cubicBezTo>
                    <a:pt x="200" y="32"/>
                    <a:pt x="200" y="32"/>
                    <a:pt x="200" y="32"/>
                  </a:cubicBezTo>
                  <a:cubicBezTo>
                    <a:pt x="200" y="33"/>
                    <a:pt x="196" y="70"/>
                    <a:pt x="174" y="104"/>
                  </a:cubicBezTo>
                  <a:cubicBezTo>
                    <a:pt x="163" y="122"/>
                    <a:pt x="148" y="138"/>
                    <a:pt x="125" y="151"/>
                  </a:cubicBezTo>
                  <a:cubicBezTo>
                    <a:pt x="103" y="164"/>
                    <a:pt x="73" y="174"/>
                    <a:pt x="32" y="176"/>
                  </a:cubicBezTo>
                  <a:cubicBezTo>
                    <a:pt x="14" y="177"/>
                    <a:pt x="0" y="192"/>
                    <a:pt x="1" y="209"/>
                  </a:cubicBezTo>
                  <a:cubicBezTo>
                    <a:pt x="2" y="227"/>
                    <a:pt x="16" y="240"/>
                    <a:pt x="33" y="240"/>
                  </a:cubicBezTo>
                  <a:cubicBezTo>
                    <a:pt x="33" y="240"/>
                    <a:pt x="34" y="240"/>
                    <a:pt x="34" y="240"/>
                  </a:cubicBezTo>
                  <a:cubicBezTo>
                    <a:pt x="86" y="238"/>
                    <a:pt x="128" y="224"/>
                    <a:pt x="161" y="20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6" name="Oval 113"/>
            <p:cNvSpPr>
              <a:spLocks noChangeArrowheads="1"/>
            </p:cNvSpPr>
            <p:nvPr/>
          </p:nvSpPr>
          <p:spPr bwMode="auto">
            <a:xfrm>
              <a:off x="5335588" y="4810125"/>
              <a:ext cx="106363" cy="109538"/>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17" name="组合 116"/>
          <p:cNvGrpSpPr/>
          <p:nvPr/>
        </p:nvGrpSpPr>
        <p:grpSpPr>
          <a:xfrm>
            <a:off x="268288" y="4833938"/>
            <a:ext cx="2435225" cy="1190625"/>
            <a:chOff x="268288" y="4833938"/>
            <a:chExt cx="2435225" cy="1190625"/>
          </a:xfrm>
        </p:grpSpPr>
        <p:sp>
          <p:nvSpPr>
            <p:cNvPr id="118" name="Freeform 114"/>
            <p:cNvSpPr>
              <a:spLocks/>
            </p:cNvSpPr>
            <p:nvPr/>
          </p:nvSpPr>
          <p:spPr bwMode="auto">
            <a:xfrm>
              <a:off x="1749425" y="5170488"/>
              <a:ext cx="38100" cy="34925"/>
            </a:xfrm>
            <a:custGeom>
              <a:avLst/>
              <a:gdLst>
                <a:gd name="T0" fmla="*/ 24 w 29"/>
                <a:gd name="T1" fmla="*/ 26 h 26"/>
                <a:gd name="T2" fmla="*/ 24 w 29"/>
                <a:gd name="T3" fmla="*/ 19 h 26"/>
                <a:gd name="T4" fmla="*/ 29 w 29"/>
                <a:gd name="T5" fmla="*/ 0 h 26"/>
                <a:gd name="T6" fmla="*/ 0 w 29"/>
                <a:gd name="T7" fmla="*/ 10 h 26"/>
                <a:gd name="T8" fmla="*/ 6 w 29"/>
                <a:gd name="T9" fmla="*/ 26 h 26"/>
                <a:gd name="T10" fmla="*/ 24 w 29"/>
                <a:gd name="T11" fmla="*/ 26 h 26"/>
              </a:gdLst>
              <a:ahLst/>
              <a:cxnLst>
                <a:cxn ang="0">
                  <a:pos x="T0" y="T1"/>
                </a:cxn>
                <a:cxn ang="0">
                  <a:pos x="T2" y="T3"/>
                </a:cxn>
                <a:cxn ang="0">
                  <a:pos x="T4" y="T5"/>
                </a:cxn>
                <a:cxn ang="0">
                  <a:pos x="T6" y="T7"/>
                </a:cxn>
                <a:cxn ang="0">
                  <a:pos x="T8" y="T9"/>
                </a:cxn>
                <a:cxn ang="0">
                  <a:pos x="T10" y="T11"/>
                </a:cxn>
              </a:cxnLst>
              <a:rect l="0" t="0" r="r" b="b"/>
              <a:pathLst>
                <a:path w="29" h="26">
                  <a:moveTo>
                    <a:pt x="24" y="26"/>
                  </a:moveTo>
                  <a:cubicBezTo>
                    <a:pt x="24" y="19"/>
                    <a:pt x="24" y="19"/>
                    <a:pt x="24" y="19"/>
                  </a:cubicBezTo>
                  <a:cubicBezTo>
                    <a:pt x="24" y="12"/>
                    <a:pt x="26" y="6"/>
                    <a:pt x="29" y="0"/>
                  </a:cubicBezTo>
                  <a:cubicBezTo>
                    <a:pt x="18" y="4"/>
                    <a:pt x="9" y="7"/>
                    <a:pt x="0" y="10"/>
                  </a:cubicBezTo>
                  <a:cubicBezTo>
                    <a:pt x="2" y="15"/>
                    <a:pt x="4" y="21"/>
                    <a:pt x="6" y="26"/>
                  </a:cubicBezTo>
                  <a:lnTo>
                    <a:pt x="24" y="26"/>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9" name="Freeform 115"/>
            <p:cNvSpPr>
              <a:spLocks/>
            </p:cNvSpPr>
            <p:nvPr/>
          </p:nvSpPr>
          <p:spPr bwMode="auto">
            <a:xfrm>
              <a:off x="1658938" y="4919663"/>
              <a:ext cx="195263" cy="242888"/>
            </a:xfrm>
            <a:custGeom>
              <a:avLst/>
              <a:gdLst>
                <a:gd name="T0" fmla="*/ 62 w 147"/>
                <a:gd name="T1" fmla="*/ 183 h 183"/>
                <a:gd name="T2" fmla="*/ 130 w 147"/>
                <a:gd name="T3" fmla="*/ 124 h 183"/>
                <a:gd name="T4" fmla="*/ 75 w 147"/>
                <a:gd name="T5" fmla="*/ 9 h 183"/>
                <a:gd name="T6" fmla="*/ 0 w 147"/>
                <a:gd name="T7" fmla="*/ 17 h 183"/>
                <a:gd name="T8" fmla="*/ 2 w 147"/>
                <a:gd name="T9" fmla="*/ 21 h 183"/>
                <a:gd name="T10" fmla="*/ 62 w 147"/>
                <a:gd name="T11" fmla="*/ 183 h 183"/>
              </a:gdLst>
              <a:ahLst/>
              <a:cxnLst>
                <a:cxn ang="0">
                  <a:pos x="T0" y="T1"/>
                </a:cxn>
                <a:cxn ang="0">
                  <a:pos x="T2" y="T3"/>
                </a:cxn>
                <a:cxn ang="0">
                  <a:pos x="T4" y="T5"/>
                </a:cxn>
                <a:cxn ang="0">
                  <a:pos x="T6" y="T7"/>
                </a:cxn>
                <a:cxn ang="0">
                  <a:pos x="T8" y="T9"/>
                </a:cxn>
                <a:cxn ang="0">
                  <a:pos x="T10" y="T11"/>
                </a:cxn>
              </a:cxnLst>
              <a:rect l="0" t="0" r="r" b="b"/>
              <a:pathLst>
                <a:path w="147" h="183">
                  <a:moveTo>
                    <a:pt x="62" y="183"/>
                  </a:moveTo>
                  <a:cubicBezTo>
                    <a:pt x="92" y="177"/>
                    <a:pt x="119" y="156"/>
                    <a:pt x="130" y="124"/>
                  </a:cubicBezTo>
                  <a:cubicBezTo>
                    <a:pt x="147" y="77"/>
                    <a:pt x="122" y="26"/>
                    <a:pt x="75" y="9"/>
                  </a:cubicBezTo>
                  <a:cubicBezTo>
                    <a:pt x="49" y="0"/>
                    <a:pt x="22" y="4"/>
                    <a:pt x="0" y="17"/>
                  </a:cubicBezTo>
                  <a:cubicBezTo>
                    <a:pt x="1" y="18"/>
                    <a:pt x="1" y="20"/>
                    <a:pt x="2" y="21"/>
                  </a:cubicBezTo>
                  <a:cubicBezTo>
                    <a:pt x="8" y="41"/>
                    <a:pt x="38" y="120"/>
                    <a:pt x="62" y="18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0" name="Freeform 116"/>
            <p:cNvSpPr>
              <a:spLocks/>
            </p:cNvSpPr>
            <p:nvPr/>
          </p:nvSpPr>
          <p:spPr bwMode="auto">
            <a:xfrm>
              <a:off x="1587500" y="5011738"/>
              <a:ext cx="84138" cy="142875"/>
            </a:xfrm>
            <a:custGeom>
              <a:avLst/>
              <a:gdLst>
                <a:gd name="T0" fmla="*/ 64 w 64"/>
                <a:gd name="T1" fmla="*/ 107 h 107"/>
                <a:gd name="T2" fmla="*/ 55 w 64"/>
                <a:gd name="T3" fmla="*/ 89 h 107"/>
                <a:gd name="T4" fmla="*/ 18 w 64"/>
                <a:gd name="T5" fmla="*/ 9 h 107"/>
                <a:gd name="T6" fmla="*/ 13 w 64"/>
                <a:gd name="T7" fmla="*/ 0 h 107"/>
                <a:gd name="T8" fmla="*/ 64 w 64"/>
                <a:gd name="T9" fmla="*/ 107 h 107"/>
              </a:gdLst>
              <a:ahLst/>
              <a:cxnLst>
                <a:cxn ang="0">
                  <a:pos x="T0" y="T1"/>
                </a:cxn>
                <a:cxn ang="0">
                  <a:pos x="T2" y="T3"/>
                </a:cxn>
                <a:cxn ang="0">
                  <a:pos x="T4" y="T5"/>
                </a:cxn>
                <a:cxn ang="0">
                  <a:pos x="T6" y="T7"/>
                </a:cxn>
                <a:cxn ang="0">
                  <a:pos x="T8" y="T9"/>
                </a:cxn>
              </a:cxnLst>
              <a:rect l="0" t="0" r="r" b="b"/>
              <a:pathLst>
                <a:path w="64" h="107">
                  <a:moveTo>
                    <a:pt x="64" y="107"/>
                  </a:moveTo>
                  <a:cubicBezTo>
                    <a:pt x="61" y="101"/>
                    <a:pt x="58" y="95"/>
                    <a:pt x="55" y="89"/>
                  </a:cubicBezTo>
                  <a:cubicBezTo>
                    <a:pt x="37" y="53"/>
                    <a:pt x="23" y="23"/>
                    <a:pt x="18" y="9"/>
                  </a:cubicBezTo>
                  <a:cubicBezTo>
                    <a:pt x="17" y="5"/>
                    <a:pt x="15" y="2"/>
                    <a:pt x="13" y="0"/>
                  </a:cubicBezTo>
                  <a:cubicBezTo>
                    <a:pt x="0" y="43"/>
                    <a:pt x="22" y="89"/>
                    <a:pt x="64" y="10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1" name="Freeform 117"/>
            <p:cNvSpPr>
              <a:spLocks/>
            </p:cNvSpPr>
            <p:nvPr/>
          </p:nvSpPr>
          <p:spPr bwMode="auto">
            <a:xfrm>
              <a:off x="1304925" y="5116513"/>
              <a:ext cx="412750" cy="136525"/>
            </a:xfrm>
            <a:custGeom>
              <a:avLst/>
              <a:gdLst>
                <a:gd name="T0" fmla="*/ 157 w 311"/>
                <a:gd name="T1" fmla="*/ 8 h 102"/>
                <a:gd name="T2" fmla="*/ 154 w 311"/>
                <a:gd name="T3" fmla="*/ 7 h 102"/>
                <a:gd name="T4" fmla="*/ 154 w 311"/>
                <a:gd name="T5" fmla="*/ 7 h 102"/>
                <a:gd name="T6" fmla="*/ 132 w 311"/>
                <a:gd name="T7" fmla="*/ 2 h 102"/>
                <a:gd name="T8" fmla="*/ 104 w 311"/>
                <a:gd name="T9" fmla="*/ 0 h 102"/>
                <a:gd name="T10" fmla="*/ 42 w 311"/>
                <a:gd name="T11" fmla="*/ 12 h 102"/>
                <a:gd name="T12" fmla="*/ 13 w 311"/>
                <a:gd name="T13" fmla="*/ 35 h 102"/>
                <a:gd name="T14" fmla="*/ 0 w 311"/>
                <a:gd name="T15" fmla="*/ 75 h 102"/>
                <a:gd name="T16" fmla="*/ 4 w 311"/>
                <a:gd name="T17" fmla="*/ 102 h 102"/>
                <a:gd name="T18" fmla="*/ 74 w 311"/>
                <a:gd name="T19" fmla="*/ 102 h 102"/>
                <a:gd name="T20" fmla="*/ 64 w 311"/>
                <a:gd name="T21" fmla="*/ 75 h 102"/>
                <a:gd name="T22" fmla="*/ 64 w 311"/>
                <a:gd name="T23" fmla="*/ 73 h 102"/>
                <a:gd name="T24" fmla="*/ 76 w 311"/>
                <a:gd name="T25" fmla="*/ 67 h 102"/>
                <a:gd name="T26" fmla="*/ 104 w 311"/>
                <a:gd name="T27" fmla="*/ 64 h 102"/>
                <a:gd name="T28" fmla="*/ 99 w 311"/>
                <a:gd name="T29" fmla="*/ 102 h 102"/>
                <a:gd name="T30" fmla="*/ 311 w 311"/>
                <a:gd name="T31" fmla="*/ 102 h 102"/>
                <a:gd name="T32" fmla="*/ 293 w 311"/>
                <a:gd name="T33" fmla="*/ 62 h 102"/>
                <a:gd name="T34" fmla="*/ 158 w 311"/>
                <a:gd name="T35" fmla="*/ 8 h 102"/>
                <a:gd name="T36" fmla="*/ 157 w 311"/>
                <a:gd name="T37" fmla="*/ 8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1" h="102">
                  <a:moveTo>
                    <a:pt x="157" y="8"/>
                  </a:moveTo>
                  <a:cubicBezTo>
                    <a:pt x="156" y="7"/>
                    <a:pt x="155" y="7"/>
                    <a:pt x="154" y="7"/>
                  </a:cubicBezTo>
                  <a:cubicBezTo>
                    <a:pt x="154" y="7"/>
                    <a:pt x="154" y="7"/>
                    <a:pt x="154" y="7"/>
                  </a:cubicBezTo>
                  <a:cubicBezTo>
                    <a:pt x="147" y="4"/>
                    <a:pt x="140" y="3"/>
                    <a:pt x="132" y="2"/>
                  </a:cubicBezTo>
                  <a:cubicBezTo>
                    <a:pt x="124" y="1"/>
                    <a:pt x="114" y="0"/>
                    <a:pt x="104" y="0"/>
                  </a:cubicBezTo>
                  <a:cubicBezTo>
                    <a:pt x="85" y="0"/>
                    <a:pt x="63" y="2"/>
                    <a:pt x="42" y="12"/>
                  </a:cubicBezTo>
                  <a:cubicBezTo>
                    <a:pt x="32" y="17"/>
                    <a:pt x="21" y="24"/>
                    <a:pt x="13" y="35"/>
                  </a:cubicBezTo>
                  <a:cubicBezTo>
                    <a:pt x="5" y="46"/>
                    <a:pt x="0" y="61"/>
                    <a:pt x="0" y="75"/>
                  </a:cubicBezTo>
                  <a:cubicBezTo>
                    <a:pt x="0" y="84"/>
                    <a:pt x="1" y="93"/>
                    <a:pt x="4" y="102"/>
                  </a:cubicBezTo>
                  <a:cubicBezTo>
                    <a:pt x="74" y="102"/>
                    <a:pt x="74" y="102"/>
                    <a:pt x="74" y="102"/>
                  </a:cubicBezTo>
                  <a:cubicBezTo>
                    <a:pt x="66" y="88"/>
                    <a:pt x="64" y="79"/>
                    <a:pt x="64" y="75"/>
                  </a:cubicBezTo>
                  <a:cubicBezTo>
                    <a:pt x="64" y="73"/>
                    <a:pt x="64" y="73"/>
                    <a:pt x="64" y="73"/>
                  </a:cubicBezTo>
                  <a:cubicBezTo>
                    <a:pt x="64" y="73"/>
                    <a:pt x="68" y="70"/>
                    <a:pt x="76" y="67"/>
                  </a:cubicBezTo>
                  <a:cubicBezTo>
                    <a:pt x="83" y="65"/>
                    <a:pt x="94" y="64"/>
                    <a:pt x="104" y="64"/>
                  </a:cubicBezTo>
                  <a:cubicBezTo>
                    <a:pt x="103" y="77"/>
                    <a:pt x="101" y="90"/>
                    <a:pt x="99" y="102"/>
                  </a:cubicBezTo>
                  <a:cubicBezTo>
                    <a:pt x="311" y="102"/>
                    <a:pt x="311" y="102"/>
                    <a:pt x="311" y="102"/>
                  </a:cubicBezTo>
                  <a:cubicBezTo>
                    <a:pt x="306" y="90"/>
                    <a:pt x="300" y="76"/>
                    <a:pt x="293" y="62"/>
                  </a:cubicBezTo>
                  <a:cubicBezTo>
                    <a:pt x="248" y="44"/>
                    <a:pt x="203" y="26"/>
                    <a:pt x="158" y="8"/>
                  </a:cubicBezTo>
                  <a:cubicBezTo>
                    <a:pt x="158" y="8"/>
                    <a:pt x="157" y="8"/>
                    <a:pt x="157" y="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2" name="Freeform 118"/>
            <p:cNvSpPr>
              <a:spLocks/>
            </p:cNvSpPr>
            <p:nvPr/>
          </p:nvSpPr>
          <p:spPr bwMode="auto">
            <a:xfrm>
              <a:off x="268288" y="5156200"/>
              <a:ext cx="234950" cy="122238"/>
            </a:xfrm>
            <a:custGeom>
              <a:avLst/>
              <a:gdLst>
                <a:gd name="T0" fmla="*/ 153 w 177"/>
                <a:gd name="T1" fmla="*/ 30 h 92"/>
                <a:gd name="T2" fmla="*/ 123 w 177"/>
                <a:gd name="T3" fmla="*/ 0 h 92"/>
                <a:gd name="T4" fmla="*/ 31 w 177"/>
                <a:gd name="T5" fmla="*/ 0 h 92"/>
                <a:gd name="T6" fmla="*/ 0 w 177"/>
                <a:gd name="T7" fmla="*/ 30 h 92"/>
                <a:gd name="T8" fmla="*/ 0 w 177"/>
                <a:gd name="T9" fmla="*/ 61 h 92"/>
                <a:gd name="T10" fmla="*/ 31 w 177"/>
                <a:gd name="T11" fmla="*/ 92 h 92"/>
                <a:gd name="T12" fmla="*/ 138 w 177"/>
                <a:gd name="T13" fmla="*/ 92 h 92"/>
                <a:gd name="T14" fmla="*/ 153 w 177"/>
                <a:gd name="T15" fmla="*/ 92 h 92"/>
                <a:gd name="T16" fmla="*/ 160 w 177"/>
                <a:gd name="T17" fmla="*/ 92 h 92"/>
                <a:gd name="T18" fmla="*/ 162 w 177"/>
                <a:gd name="T19" fmla="*/ 86 h 92"/>
                <a:gd name="T20" fmla="*/ 162 w 177"/>
                <a:gd name="T21" fmla="*/ 84 h 92"/>
                <a:gd name="T22" fmla="*/ 177 w 177"/>
                <a:gd name="T23" fmla="*/ 46 h 92"/>
                <a:gd name="T24" fmla="*/ 153 w 177"/>
                <a:gd name="T25" fmla="*/ 46 h 92"/>
                <a:gd name="T26" fmla="*/ 153 w 177"/>
                <a:gd name="T27" fmla="*/ 3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7" h="92">
                  <a:moveTo>
                    <a:pt x="153" y="30"/>
                  </a:moveTo>
                  <a:cubicBezTo>
                    <a:pt x="153" y="14"/>
                    <a:pt x="140" y="0"/>
                    <a:pt x="123" y="0"/>
                  </a:cubicBezTo>
                  <a:cubicBezTo>
                    <a:pt x="31" y="0"/>
                    <a:pt x="31" y="0"/>
                    <a:pt x="31" y="0"/>
                  </a:cubicBezTo>
                  <a:cubicBezTo>
                    <a:pt x="14" y="0"/>
                    <a:pt x="0" y="14"/>
                    <a:pt x="0" y="30"/>
                  </a:cubicBezTo>
                  <a:cubicBezTo>
                    <a:pt x="0" y="61"/>
                    <a:pt x="0" y="61"/>
                    <a:pt x="0" y="61"/>
                  </a:cubicBezTo>
                  <a:cubicBezTo>
                    <a:pt x="0" y="78"/>
                    <a:pt x="14" y="92"/>
                    <a:pt x="31" y="92"/>
                  </a:cubicBezTo>
                  <a:cubicBezTo>
                    <a:pt x="138" y="92"/>
                    <a:pt x="138" y="92"/>
                    <a:pt x="138" y="92"/>
                  </a:cubicBezTo>
                  <a:cubicBezTo>
                    <a:pt x="153" y="92"/>
                    <a:pt x="153" y="92"/>
                    <a:pt x="153" y="92"/>
                  </a:cubicBezTo>
                  <a:cubicBezTo>
                    <a:pt x="160" y="92"/>
                    <a:pt x="160" y="92"/>
                    <a:pt x="160" y="92"/>
                  </a:cubicBezTo>
                  <a:cubicBezTo>
                    <a:pt x="162" y="86"/>
                    <a:pt x="162" y="86"/>
                    <a:pt x="162" y="86"/>
                  </a:cubicBezTo>
                  <a:cubicBezTo>
                    <a:pt x="162" y="84"/>
                    <a:pt x="162" y="84"/>
                    <a:pt x="162" y="84"/>
                  </a:cubicBezTo>
                  <a:cubicBezTo>
                    <a:pt x="166" y="75"/>
                    <a:pt x="171" y="62"/>
                    <a:pt x="177" y="46"/>
                  </a:cubicBezTo>
                  <a:cubicBezTo>
                    <a:pt x="153" y="46"/>
                    <a:pt x="153" y="46"/>
                    <a:pt x="153" y="46"/>
                  </a:cubicBezTo>
                  <a:lnTo>
                    <a:pt x="153" y="3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3" name="Freeform 119"/>
            <p:cNvSpPr>
              <a:spLocks/>
            </p:cNvSpPr>
            <p:nvPr/>
          </p:nvSpPr>
          <p:spPr bwMode="auto">
            <a:xfrm>
              <a:off x="1760538" y="5156200"/>
              <a:ext cx="234950" cy="122238"/>
            </a:xfrm>
            <a:custGeom>
              <a:avLst/>
              <a:gdLst>
                <a:gd name="T0" fmla="*/ 146 w 177"/>
                <a:gd name="T1" fmla="*/ 0 h 92"/>
                <a:gd name="T2" fmla="*/ 54 w 177"/>
                <a:gd name="T3" fmla="*/ 0 h 92"/>
                <a:gd name="T4" fmla="*/ 23 w 177"/>
                <a:gd name="T5" fmla="*/ 30 h 92"/>
                <a:gd name="T6" fmla="*/ 23 w 177"/>
                <a:gd name="T7" fmla="*/ 46 h 92"/>
                <a:gd name="T8" fmla="*/ 0 w 177"/>
                <a:gd name="T9" fmla="*/ 46 h 92"/>
                <a:gd name="T10" fmla="*/ 13 w 177"/>
                <a:gd name="T11" fmla="*/ 79 h 92"/>
                <a:gd name="T12" fmla="*/ 15 w 177"/>
                <a:gd name="T13" fmla="*/ 86 h 92"/>
                <a:gd name="T14" fmla="*/ 16 w 177"/>
                <a:gd name="T15" fmla="*/ 88 h 92"/>
                <a:gd name="T16" fmla="*/ 17 w 177"/>
                <a:gd name="T17" fmla="*/ 92 h 92"/>
                <a:gd name="T18" fmla="*/ 23 w 177"/>
                <a:gd name="T19" fmla="*/ 92 h 92"/>
                <a:gd name="T20" fmla="*/ 39 w 177"/>
                <a:gd name="T21" fmla="*/ 92 h 92"/>
                <a:gd name="T22" fmla="*/ 146 w 177"/>
                <a:gd name="T23" fmla="*/ 92 h 92"/>
                <a:gd name="T24" fmla="*/ 177 w 177"/>
                <a:gd name="T25" fmla="*/ 61 h 92"/>
                <a:gd name="T26" fmla="*/ 177 w 177"/>
                <a:gd name="T27" fmla="*/ 30 h 92"/>
                <a:gd name="T28" fmla="*/ 146 w 177"/>
                <a:gd name="T29"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7" h="92">
                  <a:moveTo>
                    <a:pt x="146" y="0"/>
                  </a:moveTo>
                  <a:cubicBezTo>
                    <a:pt x="54" y="0"/>
                    <a:pt x="54" y="0"/>
                    <a:pt x="54" y="0"/>
                  </a:cubicBezTo>
                  <a:cubicBezTo>
                    <a:pt x="37" y="0"/>
                    <a:pt x="23" y="14"/>
                    <a:pt x="23" y="30"/>
                  </a:cubicBezTo>
                  <a:cubicBezTo>
                    <a:pt x="23" y="46"/>
                    <a:pt x="23" y="46"/>
                    <a:pt x="23" y="46"/>
                  </a:cubicBezTo>
                  <a:cubicBezTo>
                    <a:pt x="0" y="46"/>
                    <a:pt x="0" y="46"/>
                    <a:pt x="0" y="46"/>
                  </a:cubicBezTo>
                  <a:cubicBezTo>
                    <a:pt x="6" y="61"/>
                    <a:pt x="10" y="72"/>
                    <a:pt x="13" y="79"/>
                  </a:cubicBezTo>
                  <a:cubicBezTo>
                    <a:pt x="15" y="86"/>
                    <a:pt x="15" y="86"/>
                    <a:pt x="15" y="86"/>
                  </a:cubicBezTo>
                  <a:cubicBezTo>
                    <a:pt x="16" y="88"/>
                    <a:pt x="16" y="88"/>
                    <a:pt x="16" y="88"/>
                  </a:cubicBezTo>
                  <a:cubicBezTo>
                    <a:pt x="17" y="92"/>
                    <a:pt x="17" y="92"/>
                    <a:pt x="17" y="92"/>
                  </a:cubicBezTo>
                  <a:cubicBezTo>
                    <a:pt x="23" y="92"/>
                    <a:pt x="23" y="92"/>
                    <a:pt x="23" y="92"/>
                  </a:cubicBezTo>
                  <a:cubicBezTo>
                    <a:pt x="39" y="92"/>
                    <a:pt x="39" y="92"/>
                    <a:pt x="39" y="92"/>
                  </a:cubicBezTo>
                  <a:cubicBezTo>
                    <a:pt x="146" y="92"/>
                    <a:pt x="146" y="92"/>
                    <a:pt x="146" y="92"/>
                  </a:cubicBezTo>
                  <a:cubicBezTo>
                    <a:pt x="163" y="92"/>
                    <a:pt x="177" y="78"/>
                    <a:pt x="177" y="61"/>
                  </a:cubicBezTo>
                  <a:cubicBezTo>
                    <a:pt x="177" y="30"/>
                    <a:pt x="177" y="30"/>
                    <a:pt x="177" y="30"/>
                  </a:cubicBezTo>
                  <a:cubicBezTo>
                    <a:pt x="177" y="14"/>
                    <a:pt x="163" y="0"/>
                    <a:pt x="146"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4" name="Freeform 120"/>
            <p:cNvSpPr>
              <a:spLocks/>
            </p:cNvSpPr>
            <p:nvPr/>
          </p:nvSpPr>
          <p:spPr bwMode="auto">
            <a:xfrm>
              <a:off x="1060450" y="4999038"/>
              <a:ext cx="142875" cy="47625"/>
            </a:xfrm>
            <a:custGeom>
              <a:avLst/>
              <a:gdLst>
                <a:gd name="T0" fmla="*/ 90 w 108"/>
                <a:gd name="T1" fmla="*/ 0 h 36"/>
                <a:gd name="T2" fmla="*/ 18 w 108"/>
                <a:gd name="T3" fmla="*/ 0 h 36"/>
                <a:gd name="T4" fmla="*/ 0 w 108"/>
                <a:gd name="T5" fmla="*/ 18 h 36"/>
                <a:gd name="T6" fmla="*/ 18 w 108"/>
                <a:gd name="T7" fmla="*/ 36 h 36"/>
                <a:gd name="T8" fmla="*/ 90 w 108"/>
                <a:gd name="T9" fmla="*/ 36 h 36"/>
                <a:gd name="T10" fmla="*/ 108 w 108"/>
                <a:gd name="T11" fmla="*/ 18 h 36"/>
                <a:gd name="T12" fmla="*/ 90 w 108"/>
                <a:gd name="T13" fmla="*/ 0 h 36"/>
              </a:gdLst>
              <a:ahLst/>
              <a:cxnLst>
                <a:cxn ang="0">
                  <a:pos x="T0" y="T1"/>
                </a:cxn>
                <a:cxn ang="0">
                  <a:pos x="T2" y="T3"/>
                </a:cxn>
                <a:cxn ang="0">
                  <a:pos x="T4" y="T5"/>
                </a:cxn>
                <a:cxn ang="0">
                  <a:pos x="T6" y="T7"/>
                </a:cxn>
                <a:cxn ang="0">
                  <a:pos x="T8" y="T9"/>
                </a:cxn>
                <a:cxn ang="0">
                  <a:pos x="T10" y="T11"/>
                </a:cxn>
                <a:cxn ang="0">
                  <a:pos x="T12" y="T13"/>
                </a:cxn>
              </a:cxnLst>
              <a:rect l="0" t="0" r="r" b="b"/>
              <a:pathLst>
                <a:path w="108" h="36">
                  <a:moveTo>
                    <a:pt x="90" y="0"/>
                  </a:moveTo>
                  <a:cubicBezTo>
                    <a:pt x="18" y="0"/>
                    <a:pt x="18" y="0"/>
                    <a:pt x="18" y="0"/>
                  </a:cubicBezTo>
                  <a:cubicBezTo>
                    <a:pt x="8" y="0"/>
                    <a:pt x="0" y="8"/>
                    <a:pt x="0" y="18"/>
                  </a:cubicBezTo>
                  <a:cubicBezTo>
                    <a:pt x="0" y="28"/>
                    <a:pt x="8" y="36"/>
                    <a:pt x="18" y="36"/>
                  </a:cubicBezTo>
                  <a:cubicBezTo>
                    <a:pt x="90" y="36"/>
                    <a:pt x="90" y="36"/>
                    <a:pt x="90" y="36"/>
                  </a:cubicBezTo>
                  <a:cubicBezTo>
                    <a:pt x="100" y="36"/>
                    <a:pt x="108" y="28"/>
                    <a:pt x="108" y="18"/>
                  </a:cubicBezTo>
                  <a:cubicBezTo>
                    <a:pt x="108" y="8"/>
                    <a:pt x="100" y="0"/>
                    <a:pt x="90"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5" name="Freeform 121"/>
            <p:cNvSpPr>
              <a:spLocks noEditPoints="1"/>
            </p:cNvSpPr>
            <p:nvPr/>
          </p:nvSpPr>
          <p:spPr bwMode="auto">
            <a:xfrm>
              <a:off x="342900" y="4873625"/>
              <a:ext cx="1577975" cy="830263"/>
            </a:xfrm>
            <a:custGeom>
              <a:avLst/>
              <a:gdLst>
                <a:gd name="T0" fmla="*/ 1076 w 1190"/>
                <a:gd name="T1" fmla="*/ 302 h 626"/>
                <a:gd name="T2" fmla="*/ 986 w 1190"/>
                <a:gd name="T3" fmla="*/ 59 h 626"/>
                <a:gd name="T4" fmla="*/ 940 w 1190"/>
                <a:gd name="T5" fmla="*/ 21 h 626"/>
                <a:gd name="T6" fmla="*/ 862 w 1190"/>
                <a:gd name="T7" fmla="*/ 11 h 626"/>
                <a:gd name="T8" fmla="*/ 595 w 1190"/>
                <a:gd name="T9" fmla="*/ 0 h 626"/>
                <a:gd name="T10" fmla="*/ 328 w 1190"/>
                <a:gd name="T11" fmla="*/ 11 h 626"/>
                <a:gd name="T12" fmla="*/ 249 w 1190"/>
                <a:gd name="T13" fmla="*/ 21 h 626"/>
                <a:gd name="T14" fmla="*/ 204 w 1190"/>
                <a:gd name="T15" fmla="*/ 59 h 626"/>
                <a:gd name="T16" fmla="*/ 114 w 1190"/>
                <a:gd name="T17" fmla="*/ 302 h 626"/>
                <a:gd name="T18" fmla="*/ 109 w 1190"/>
                <a:gd name="T19" fmla="*/ 313 h 626"/>
                <a:gd name="T20" fmla="*/ 98 w 1190"/>
                <a:gd name="T21" fmla="*/ 319 h 626"/>
                <a:gd name="T22" fmla="*/ 0 w 1190"/>
                <a:gd name="T23" fmla="*/ 442 h 626"/>
                <a:gd name="T24" fmla="*/ 0 w 1190"/>
                <a:gd name="T25" fmla="*/ 626 h 626"/>
                <a:gd name="T26" fmla="*/ 419 w 1190"/>
                <a:gd name="T27" fmla="*/ 626 h 626"/>
                <a:gd name="T28" fmla="*/ 419 w 1190"/>
                <a:gd name="T29" fmla="*/ 473 h 626"/>
                <a:gd name="T30" fmla="*/ 465 w 1190"/>
                <a:gd name="T31" fmla="*/ 473 h 626"/>
                <a:gd name="T32" fmla="*/ 465 w 1190"/>
                <a:gd name="T33" fmla="*/ 626 h 626"/>
                <a:gd name="T34" fmla="*/ 495 w 1190"/>
                <a:gd name="T35" fmla="*/ 626 h 626"/>
                <a:gd name="T36" fmla="*/ 495 w 1190"/>
                <a:gd name="T37" fmla="*/ 473 h 626"/>
                <a:gd name="T38" fmla="*/ 541 w 1190"/>
                <a:gd name="T39" fmla="*/ 473 h 626"/>
                <a:gd name="T40" fmla="*/ 541 w 1190"/>
                <a:gd name="T41" fmla="*/ 626 h 626"/>
                <a:gd name="T42" fmla="*/ 572 w 1190"/>
                <a:gd name="T43" fmla="*/ 626 h 626"/>
                <a:gd name="T44" fmla="*/ 572 w 1190"/>
                <a:gd name="T45" fmla="*/ 473 h 626"/>
                <a:gd name="T46" fmla="*/ 618 w 1190"/>
                <a:gd name="T47" fmla="*/ 473 h 626"/>
                <a:gd name="T48" fmla="*/ 618 w 1190"/>
                <a:gd name="T49" fmla="*/ 626 h 626"/>
                <a:gd name="T50" fmla="*/ 649 w 1190"/>
                <a:gd name="T51" fmla="*/ 626 h 626"/>
                <a:gd name="T52" fmla="*/ 649 w 1190"/>
                <a:gd name="T53" fmla="*/ 473 h 626"/>
                <a:gd name="T54" fmla="*/ 694 w 1190"/>
                <a:gd name="T55" fmla="*/ 473 h 626"/>
                <a:gd name="T56" fmla="*/ 694 w 1190"/>
                <a:gd name="T57" fmla="*/ 626 h 626"/>
                <a:gd name="T58" fmla="*/ 725 w 1190"/>
                <a:gd name="T59" fmla="*/ 626 h 626"/>
                <a:gd name="T60" fmla="*/ 725 w 1190"/>
                <a:gd name="T61" fmla="*/ 473 h 626"/>
                <a:gd name="T62" fmla="*/ 771 w 1190"/>
                <a:gd name="T63" fmla="*/ 473 h 626"/>
                <a:gd name="T64" fmla="*/ 771 w 1190"/>
                <a:gd name="T65" fmla="*/ 626 h 626"/>
                <a:gd name="T66" fmla="*/ 1190 w 1190"/>
                <a:gd name="T67" fmla="*/ 626 h 626"/>
                <a:gd name="T68" fmla="*/ 1190 w 1190"/>
                <a:gd name="T69" fmla="*/ 442 h 626"/>
                <a:gd name="T70" fmla="*/ 1092 w 1190"/>
                <a:gd name="T71" fmla="*/ 319 h 626"/>
                <a:gd name="T72" fmla="*/ 1080 w 1190"/>
                <a:gd name="T73" fmla="*/ 313 h 626"/>
                <a:gd name="T74" fmla="*/ 1076 w 1190"/>
                <a:gd name="T75" fmla="*/ 302 h 626"/>
                <a:gd name="T76" fmla="*/ 226 w 1190"/>
                <a:gd name="T77" fmla="*/ 111 h 626"/>
                <a:gd name="T78" fmla="*/ 255 w 1190"/>
                <a:gd name="T79" fmla="*/ 88 h 626"/>
                <a:gd name="T80" fmla="*/ 329 w 1190"/>
                <a:gd name="T81" fmla="*/ 79 h 626"/>
                <a:gd name="T82" fmla="*/ 595 w 1190"/>
                <a:gd name="T83" fmla="*/ 68 h 626"/>
                <a:gd name="T84" fmla="*/ 860 w 1190"/>
                <a:gd name="T85" fmla="*/ 79 h 626"/>
                <a:gd name="T86" fmla="*/ 935 w 1190"/>
                <a:gd name="T87" fmla="*/ 88 h 626"/>
                <a:gd name="T88" fmla="*/ 964 w 1190"/>
                <a:gd name="T89" fmla="*/ 111 h 626"/>
                <a:gd name="T90" fmla="*/ 1049 w 1190"/>
                <a:gd name="T91" fmla="*/ 295 h 626"/>
                <a:gd name="T92" fmla="*/ 141 w 1190"/>
                <a:gd name="T93" fmla="*/ 295 h 626"/>
                <a:gd name="T94" fmla="*/ 226 w 1190"/>
                <a:gd name="T95" fmla="*/ 111 h 626"/>
                <a:gd name="T96" fmla="*/ 182 w 1190"/>
                <a:gd name="T97" fmla="*/ 551 h 626"/>
                <a:gd name="T98" fmla="*/ 105 w 1190"/>
                <a:gd name="T99" fmla="*/ 475 h 626"/>
                <a:gd name="T100" fmla="*/ 182 w 1190"/>
                <a:gd name="T101" fmla="*/ 398 h 626"/>
                <a:gd name="T102" fmla="*/ 258 w 1190"/>
                <a:gd name="T103" fmla="*/ 475 h 626"/>
                <a:gd name="T104" fmla="*/ 182 w 1190"/>
                <a:gd name="T105" fmla="*/ 551 h 626"/>
                <a:gd name="T106" fmla="*/ 1008 w 1190"/>
                <a:gd name="T107" fmla="*/ 551 h 626"/>
                <a:gd name="T108" fmla="*/ 932 w 1190"/>
                <a:gd name="T109" fmla="*/ 475 h 626"/>
                <a:gd name="T110" fmla="*/ 1008 w 1190"/>
                <a:gd name="T111" fmla="*/ 398 h 626"/>
                <a:gd name="T112" fmla="*/ 1085 w 1190"/>
                <a:gd name="T113" fmla="*/ 475 h 626"/>
                <a:gd name="T114" fmla="*/ 1008 w 1190"/>
                <a:gd name="T115" fmla="*/ 551 h 6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90" h="626">
                  <a:moveTo>
                    <a:pt x="1076" y="302"/>
                  </a:moveTo>
                  <a:cubicBezTo>
                    <a:pt x="1076" y="302"/>
                    <a:pt x="997" y="92"/>
                    <a:pt x="986" y="59"/>
                  </a:cubicBezTo>
                  <a:cubicBezTo>
                    <a:pt x="979" y="38"/>
                    <a:pt x="961" y="26"/>
                    <a:pt x="940" y="21"/>
                  </a:cubicBezTo>
                  <a:cubicBezTo>
                    <a:pt x="920" y="15"/>
                    <a:pt x="894" y="14"/>
                    <a:pt x="862" y="11"/>
                  </a:cubicBezTo>
                  <a:cubicBezTo>
                    <a:pt x="794" y="6"/>
                    <a:pt x="669" y="0"/>
                    <a:pt x="595" y="0"/>
                  </a:cubicBezTo>
                  <a:cubicBezTo>
                    <a:pt x="521" y="0"/>
                    <a:pt x="396" y="6"/>
                    <a:pt x="328" y="11"/>
                  </a:cubicBezTo>
                  <a:cubicBezTo>
                    <a:pt x="296" y="14"/>
                    <a:pt x="270" y="15"/>
                    <a:pt x="249" y="21"/>
                  </a:cubicBezTo>
                  <a:cubicBezTo>
                    <a:pt x="229" y="26"/>
                    <a:pt x="211" y="38"/>
                    <a:pt x="204" y="59"/>
                  </a:cubicBezTo>
                  <a:cubicBezTo>
                    <a:pt x="193" y="92"/>
                    <a:pt x="114" y="302"/>
                    <a:pt x="114" y="302"/>
                  </a:cubicBezTo>
                  <a:cubicBezTo>
                    <a:pt x="109" y="313"/>
                    <a:pt x="109" y="313"/>
                    <a:pt x="109" y="313"/>
                  </a:cubicBezTo>
                  <a:cubicBezTo>
                    <a:pt x="106" y="315"/>
                    <a:pt x="102" y="317"/>
                    <a:pt x="98" y="319"/>
                  </a:cubicBezTo>
                  <a:cubicBezTo>
                    <a:pt x="61" y="340"/>
                    <a:pt x="0" y="383"/>
                    <a:pt x="0" y="442"/>
                  </a:cubicBezTo>
                  <a:cubicBezTo>
                    <a:pt x="0" y="528"/>
                    <a:pt x="0" y="626"/>
                    <a:pt x="0" y="626"/>
                  </a:cubicBezTo>
                  <a:cubicBezTo>
                    <a:pt x="419" y="626"/>
                    <a:pt x="419" y="626"/>
                    <a:pt x="419" y="626"/>
                  </a:cubicBezTo>
                  <a:cubicBezTo>
                    <a:pt x="419" y="473"/>
                    <a:pt x="419" y="473"/>
                    <a:pt x="419" y="473"/>
                  </a:cubicBezTo>
                  <a:cubicBezTo>
                    <a:pt x="465" y="473"/>
                    <a:pt x="465" y="473"/>
                    <a:pt x="465" y="473"/>
                  </a:cubicBezTo>
                  <a:cubicBezTo>
                    <a:pt x="465" y="626"/>
                    <a:pt x="465" y="626"/>
                    <a:pt x="465" y="626"/>
                  </a:cubicBezTo>
                  <a:cubicBezTo>
                    <a:pt x="495" y="626"/>
                    <a:pt x="495" y="626"/>
                    <a:pt x="495" y="626"/>
                  </a:cubicBezTo>
                  <a:cubicBezTo>
                    <a:pt x="495" y="473"/>
                    <a:pt x="495" y="473"/>
                    <a:pt x="495" y="473"/>
                  </a:cubicBezTo>
                  <a:cubicBezTo>
                    <a:pt x="541" y="473"/>
                    <a:pt x="541" y="473"/>
                    <a:pt x="541" y="473"/>
                  </a:cubicBezTo>
                  <a:cubicBezTo>
                    <a:pt x="541" y="626"/>
                    <a:pt x="541" y="626"/>
                    <a:pt x="541" y="626"/>
                  </a:cubicBezTo>
                  <a:cubicBezTo>
                    <a:pt x="572" y="626"/>
                    <a:pt x="572" y="626"/>
                    <a:pt x="572" y="626"/>
                  </a:cubicBezTo>
                  <a:cubicBezTo>
                    <a:pt x="572" y="473"/>
                    <a:pt x="572" y="473"/>
                    <a:pt x="572" y="473"/>
                  </a:cubicBezTo>
                  <a:cubicBezTo>
                    <a:pt x="618" y="473"/>
                    <a:pt x="618" y="473"/>
                    <a:pt x="618" y="473"/>
                  </a:cubicBezTo>
                  <a:cubicBezTo>
                    <a:pt x="618" y="626"/>
                    <a:pt x="618" y="626"/>
                    <a:pt x="618" y="626"/>
                  </a:cubicBezTo>
                  <a:cubicBezTo>
                    <a:pt x="649" y="626"/>
                    <a:pt x="649" y="626"/>
                    <a:pt x="649" y="626"/>
                  </a:cubicBezTo>
                  <a:cubicBezTo>
                    <a:pt x="649" y="473"/>
                    <a:pt x="649" y="473"/>
                    <a:pt x="649" y="473"/>
                  </a:cubicBezTo>
                  <a:cubicBezTo>
                    <a:pt x="694" y="473"/>
                    <a:pt x="694" y="473"/>
                    <a:pt x="694" y="473"/>
                  </a:cubicBezTo>
                  <a:cubicBezTo>
                    <a:pt x="694" y="626"/>
                    <a:pt x="694" y="626"/>
                    <a:pt x="694" y="626"/>
                  </a:cubicBezTo>
                  <a:cubicBezTo>
                    <a:pt x="725" y="626"/>
                    <a:pt x="725" y="626"/>
                    <a:pt x="725" y="626"/>
                  </a:cubicBezTo>
                  <a:cubicBezTo>
                    <a:pt x="725" y="473"/>
                    <a:pt x="725" y="473"/>
                    <a:pt x="725" y="473"/>
                  </a:cubicBezTo>
                  <a:cubicBezTo>
                    <a:pt x="771" y="473"/>
                    <a:pt x="771" y="473"/>
                    <a:pt x="771" y="473"/>
                  </a:cubicBezTo>
                  <a:cubicBezTo>
                    <a:pt x="771" y="626"/>
                    <a:pt x="771" y="626"/>
                    <a:pt x="771" y="626"/>
                  </a:cubicBezTo>
                  <a:cubicBezTo>
                    <a:pt x="1190" y="626"/>
                    <a:pt x="1190" y="626"/>
                    <a:pt x="1190" y="626"/>
                  </a:cubicBezTo>
                  <a:cubicBezTo>
                    <a:pt x="1190" y="626"/>
                    <a:pt x="1190" y="528"/>
                    <a:pt x="1190" y="442"/>
                  </a:cubicBezTo>
                  <a:cubicBezTo>
                    <a:pt x="1190" y="383"/>
                    <a:pt x="1129" y="340"/>
                    <a:pt x="1092" y="319"/>
                  </a:cubicBezTo>
                  <a:cubicBezTo>
                    <a:pt x="1088" y="317"/>
                    <a:pt x="1084" y="315"/>
                    <a:pt x="1080" y="313"/>
                  </a:cubicBezTo>
                  <a:lnTo>
                    <a:pt x="1076" y="302"/>
                  </a:lnTo>
                  <a:close/>
                  <a:moveTo>
                    <a:pt x="226" y="111"/>
                  </a:moveTo>
                  <a:cubicBezTo>
                    <a:pt x="231" y="98"/>
                    <a:pt x="238" y="93"/>
                    <a:pt x="255" y="88"/>
                  </a:cubicBezTo>
                  <a:cubicBezTo>
                    <a:pt x="272" y="83"/>
                    <a:pt x="298" y="82"/>
                    <a:pt x="329" y="79"/>
                  </a:cubicBezTo>
                  <a:cubicBezTo>
                    <a:pt x="397" y="74"/>
                    <a:pt x="522" y="68"/>
                    <a:pt x="595" y="68"/>
                  </a:cubicBezTo>
                  <a:cubicBezTo>
                    <a:pt x="668" y="68"/>
                    <a:pt x="793" y="74"/>
                    <a:pt x="860" y="79"/>
                  </a:cubicBezTo>
                  <a:cubicBezTo>
                    <a:pt x="892" y="82"/>
                    <a:pt x="918" y="83"/>
                    <a:pt x="935" y="88"/>
                  </a:cubicBezTo>
                  <a:cubicBezTo>
                    <a:pt x="952" y="93"/>
                    <a:pt x="959" y="98"/>
                    <a:pt x="964" y="111"/>
                  </a:cubicBezTo>
                  <a:cubicBezTo>
                    <a:pt x="974" y="140"/>
                    <a:pt x="1030" y="246"/>
                    <a:pt x="1049" y="295"/>
                  </a:cubicBezTo>
                  <a:cubicBezTo>
                    <a:pt x="141" y="295"/>
                    <a:pt x="141" y="295"/>
                    <a:pt x="141" y="295"/>
                  </a:cubicBezTo>
                  <a:cubicBezTo>
                    <a:pt x="160" y="246"/>
                    <a:pt x="216" y="140"/>
                    <a:pt x="226" y="111"/>
                  </a:cubicBezTo>
                  <a:close/>
                  <a:moveTo>
                    <a:pt x="182" y="551"/>
                  </a:moveTo>
                  <a:cubicBezTo>
                    <a:pt x="139" y="551"/>
                    <a:pt x="105" y="517"/>
                    <a:pt x="105" y="475"/>
                  </a:cubicBezTo>
                  <a:cubicBezTo>
                    <a:pt x="105" y="432"/>
                    <a:pt x="139" y="398"/>
                    <a:pt x="182" y="398"/>
                  </a:cubicBezTo>
                  <a:cubicBezTo>
                    <a:pt x="224" y="398"/>
                    <a:pt x="258" y="432"/>
                    <a:pt x="258" y="475"/>
                  </a:cubicBezTo>
                  <a:cubicBezTo>
                    <a:pt x="258" y="517"/>
                    <a:pt x="224" y="551"/>
                    <a:pt x="182" y="551"/>
                  </a:cubicBezTo>
                  <a:close/>
                  <a:moveTo>
                    <a:pt x="1008" y="551"/>
                  </a:moveTo>
                  <a:cubicBezTo>
                    <a:pt x="966" y="551"/>
                    <a:pt x="932" y="517"/>
                    <a:pt x="932" y="475"/>
                  </a:cubicBezTo>
                  <a:cubicBezTo>
                    <a:pt x="932" y="432"/>
                    <a:pt x="966" y="398"/>
                    <a:pt x="1008" y="398"/>
                  </a:cubicBezTo>
                  <a:cubicBezTo>
                    <a:pt x="1051" y="398"/>
                    <a:pt x="1085" y="432"/>
                    <a:pt x="1085" y="475"/>
                  </a:cubicBezTo>
                  <a:cubicBezTo>
                    <a:pt x="1085" y="517"/>
                    <a:pt x="1051" y="551"/>
                    <a:pt x="1008" y="55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6" name="Freeform 122"/>
            <p:cNvSpPr>
              <a:spLocks/>
            </p:cNvSpPr>
            <p:nvPr/>
          </p:nvSpPr>
          <p:spPr bwMode="auto">
            <a:xfrm>
              <a:off x="320675" y="5729288"/>
              <a:ext cx="1624013" cy="295275"/>
            </a:xfrm>
            <a:custGeom>
              <a:avLst/>
              <a:gdLst>
                <a:gd name="T0" fmla="*/ 0 w 1224"/>
                <a:gd name="T1" fmla="*/ 0 h 223"/>
                <a:gd name="T2" fmla="*/ 51 w 1224"/>
                <a:gd name="T3" fmla="*/ 80 h 223"/>
                <a:gd name="T4" fmla="*/ 61 w 1224"/>
                <a:gd name="T5" fmla="*/ 80 h 223"/>
                <a:gd name="T6" fmla="*/ 61 w 1224"/>
                <a:gd name="T7" fmla="*/ 192 h 223"/>
                <a:gd name="T8" fmla="*/ 91 w 1224"/>
                <a:gd name="T9" fmla="*/ 223 h 223"/>
                <a:gd name="T10" fmla="*/ 214 w 1224"/>
                <a:gd name="T11" fmla="*/ 223 h 223"/>
                <a:gd name="T12" fmla="*/ 245 w 1224"/>
                <a:gd name="T13" fmla="*/ 192 h 223"/>
                <a:gd name="T14" fmla="*/ 245 w 1224"/>
                <a:gd name="T15" fmla="*/ 131 h 223"/>
                <a:gd name="T16" fmla="*/ 998 w 1224"/>
                <a:gd name="T17" fmla="*/ 131 h 223"/>
                <a:gd name="T18" fmla="*/ 998 w 1224"/>
                <a:gd name="T19" fmla="*/ 194 h 223"/>
                <a:gd name="T20" fmla="*/ 1027 w 1224"/>
                <a:gd name="T21" fmla="*/ 223 h 223"/>
                <a:gd name="T22" fmla="*/ 1141 w 1224"/>
                <a:gd name="T23" fmla="*/ 223 h 223"/>
                <a:gd name="T24" fmla="*/ 1170 w 1224"/>
                <a:gd name="T25" fmla="*/ 194 h 223"/>
                <a:gd name="T26" fmla="*/ 1170 w 1224"/>
                <a:gd name="T27" fmla="*/ 80 h 223"/>
                <a:gd name="T28" fmla="*/ 1173 w 1224"/>
                <a:gd name="T29" fmla="*/ 80 h 223"/>
                <a:gd name="T30" fmla="*/ 1224 w 1224"/>
                <a:gd name="T31" fmla="*/ 0 h 223"/>
                <a:gd name="T32" fmla="*/ 612 w 1224"/>
                <a:gd name="T33" fmla="*/ 0 h 223"/>
                <a:gd name="T34" fmla="*/ 0 w 1224"/>
                <a:gd name="T35"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24" h="223">
                  <a:moveTo>
                    <a:pt x="0" y="0"/>
                  </a:moveTo>
                  <a:cubicBezTo>
                    <a:pt x="0" y="0"/>
                    <a:pt x="0" y="80"/>
                    <a:pt x="51" y="80"/>
                  </a:cubicBezTo>
                  <a:cubicBezTo>
                    <a:pt x="53" y="80"/>
                    <a:pt x="56" y="80"/>
                    <a:pt x="61" y="80"/>
                  </a:cubicBezTo>
                  <a:cubicBezTo>
                    <a:pt x="61" y="192"/>
                    <a:pt x="61" y="192"/>
                    <a:pt x="61" y="192"/>
                  </a:cubicBezTo>
                  <a:cubicBezTo>
                    <a:pt x="61" y="209"/>
                    <a:pt x="75" y="223"/>
                    <a:pt x="91" y="223"/>
                  </a:cubicBezTo>
                  <a:cubicBezTo>
                    <a:pt x="214" y="223"/>
                    <a:pt x="214" y="223"/>
                    <a:pt x="214" y="223"/>
                  </a:cubicBezTo>
                  <a:cubicBezTo>
                    <a:pt x="231" y="223"/>
                    <a:pt x="245" y="209"/>
                    <a:pt x="245" y="192"/>
                  </a:cubicBezTo>
                  <a:cubicBezTo>
                    <a:pt x="245" y="131"/>
                    <a:pt x="245" y="131"/>
                    <a:pt x="245" y="131"/>
                  </a:cubicBezTo>
                  <a:cubicBezTo>
                    <a:pt x="427" y="131"/>
                    <a:pt x="832" y="131"/>
                    <a:pt x="998" y="131"/>
                  </a:cubicBezTo>
                  <a:cubicBezTo>
                    <a:pt x="998" y="194"/>
                    <a:pt x="998" y="194"/>
                    <a:pt x="998" y="194"/>
                  </a:cubicBezTo>
                  <a:cubicBezTo>
                    <a:pt x="998" y="210"/>
                    <a:pt x="1011" y="223"/>
                    <a:pt x="1027" y="223"/>
                  </a:cubicBezTo>
                  <a:cubicBezTo>
                    <a:pt x="1141" y="223"/>
                    <a:pt x="1141" y="223"/>
                    <a:pt x="1141" y="223"/>
                  </a:cubicBezTo>
                  <a:cubicBezTo>
                    <a:pt x="1157" y="223"/>
                    <a:pt x="1170" y="210"/>
                    <a:pt x="1170" y="194"/>
                  </a:cubicBezTo>
                  <a:cubicBezTo>
                    <a:pt x="1170" y="80"/>
                    <a:pt x="1170" y="80"/>
                    <a:pt x="1170" y="80"/>
                  </a:cubicBezTo>
                  <a:cubicBezTo>
                    <a:pt x="1171" y="80"/>
                    <a:pt x="1172" y="80"/>
                    <a:pt x="1173" y="80"/>
                  </a:cubicBezTo>
                  <a:cubicBezTo>
                    <a:pt x="1224" y="80"/>
                    <a:pt x="1224" y="0"/>
                    <a:pt x="1224" y="0"/>
                  </a:cubicBezTo>
                  <a:cubicBezTo>
                    <a:pt x="612" y="0"/>
                    <a:pt x="612" y="0"/>
                    <a:pt x="612" y="0"/>
                  </a:cubicBezTo>
                  <a:lnTo>
                    <a:pt x="0"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7" name="Oval 123"/>
            <p:cNvSpPr>
              <a:spLocks noChangeArrowheads="1"/>
            </p:cNvSpPr>
            <p:nvPr/>
          </p:nvSpPr>
          <p:spPr bwMode="auto">
            <a:xfrm>
              <a:off x="504825" y="5424488"/>
              <a:ext cx="157163" cy="157163"/>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8" name="Oval 124"/>
            <p:cNvSpPr>
              <a:spLocks noChangeArrowheads="1"/>
            </p:cNvSpPr>
            <p:nvPr/>
          </p:nvSpPr>
          <p:spPr bwMode="auto">
            <a:xfrm>
              <a:off x="1601788" y="5424488"/>
              <a:ext cx="157163" cy="157163"/>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9" name="Freeform 125"/>
            <p:cNvSpPr>
              <a:spLocks/>
            </p:cNvSpPr>
            <p:nvPr/>
          </p:nvSpPr>
          <p:spPr bwMode="auto">
            <a:xfrm>
              <a:off x="1870075" y="4833938"/>
              <a:ext cx="833438" cy="1189038"/>
            </a:xfrm>
            <a:custGeom>
              <a:avLst/>
              <a:gdLst>
                <a:gd name="T0" fmla="*/ 232 w 628"/>
                <a:gd name="T1" fmla="*/ 52 h 896"/>
                <a:gd name="T2" fmla="*/ 271 w 628"/>
                <a:gd name="T3" fmla="*/ 52 h 896"/>
                <a:gd name="T4" fmla="*/ 271 w 628"/>
                <a:gd name="T5" fmla="*/ 179 h 896"/>
                <a:gd name="T6" fmla="*/ 185 w 628"/>
                <a:gd name="T7" fmla="*/ 195 h 896"/>
                <a:gd name="T8" fmla="*/ 147 w 628"/>
                <a:gd name="T9" fmla="*/ 182 h 896"/>
                <a:gd name="T10" fmla="*/ 0 w 628"/>
                <a:gd name="T11" fmla="*/ 233 h 896"/>
                <a:gd name="T12" fmla="*/ 64 w 628"/>
                <a:gd name="T13" fmla="*/ 233 h 896"/>
                <a:gd name="T14" fmla="*/ 103 w 628"/>
                <a:gd name="T15" fmla="*/ 266 h 896"/>
                <a:gd name="T16" fmla="*/ 170 w 628"/>
                <a:gd name="T17" fmla="*/ 242 h 896"/>
                <a:gd name="T18" fmla="*/ 190 w 628"/>
                <a:gd name="T19" fmla="*/ 208 h 896"/>
                <a:gd name="T20" fmla="*/ 271 w 628"/>
                <a:gd name="T21" fmla="*/ 192 h 896"/>
                <a:gd name="T22" fmla="*/ 271 w 628"/>
                <a:gd name="T23" fmla="*/ 428 h 896"/>
                <a:gd name="T24" fmla="*/ 417 w 628"/>
                <a:gd name="T25" fmla="*/ 896 h 896"/>
                <a:gd name="T26" fmla="*/ 589 w 628"/>
                <a:gd name="T27" fmla="*/ 896 h 896"/>
                <a:gd name="T28" fmla="*/ 589 w 628"/>
                <a:gd name="T29" fmla="*/ 52 h 896"/>
                <a:gd name="T30" fmla="*/ 628 w 628"/>
                <a:gd name="T31" fmla="*/ 52 h 896"/>
                <a:gd name="T32" fmla="*/ 628 w 628"/>
                <a:gd name="T33" fmla="*/ 0 h 896"/>
                <a:gd name="T34" fmla="*/ 232 w 628"/>
                <a:gd name="T35" fmla="*/ 0 h 896"/>
                <a:gd name="T36" fmla="*/ 232 w 628"/>
                <a:gd name="T37" fmla="*/ 52 h 8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28" h="896">
                  <a:moveTo>
                    <a:pt x="232" y="52"/>
                  </a:moveTo>
                  <a:cubicBezTo>
                    <a:pt x="271" y="52"/>
                    <a:pt x="271" y="52"/>
                    <a:pt x="271" y="52"/>
                  </a:cubicBezTo>
                  <a:cubicBezTo>
                    <a:pt x="271" y="179"/>
                    <a:pt x="271" y="179"/>
                    <a:pt x="271" y="179"/>
                  </a:cubicBezTo>
                  <a:cubicBezTo>
                    <a:pt x="185" y="195"/>
                    <a:pt x="185" y="195"/>
                    <a:pt x="185" y="195"/>
                  </a:cubicBezTo>
                  <a:cubicBezTo>
                    <a:pt x="177" y="182"/>
                    <a:pt x="161" y="176"/>
                    <a:pt x="147" y="182"/>
                  </a:cubicBezTo>
                  <a:cubicBezTo>
                    <a:pt x="111" y="196"/>
                    <a:pt x="54" y="216"/>
                    <a:pt x="0" y="233"/>
                  </a:cubicBezTo>
                  <a:cubicBezTo>
                    <a:pt x="64" y="233"/>
                    <a:pt x="64" y="233"/>
                    <a:pt x="64" y="233"/>
                  </a:cubicBezTo>
                  <a:cubicBezTo>
                    <a:pt x="84" y="233"/>
                    <a:pt x="100" y="248"/>
                    <a:pt x="103" y="266"/>
                  </a:cubicBezTo>
                  <a:cubicBezTo>
                    <a:pt x="128" y="258"/>
                    <a:pt x="151" y="249"/>
                    <a:pt x="170" y="242"/>
                  </a:cubicBezTo>
                  <a:cubicBezTo>
                    <a:pt x="184" y="236"/>
                    <a:pt x="192" y="222"/>
                    <a:pt x="190" y="208"/>
                  </a:cubicBezTo>
                  <a:cubicBezTo>
                    <a:pt x="271" y="192"/>
                    <a:pt x="271" y="192"/>
                    <a:pt x="271" y="192"/>
                  </a:cubicBezTo>
                  <a:cubicBezTo>
                    <a:pt x="271" y="428"/>
                    <a:pt x="271" y="428"/>
                    <a:pt x="271" y="428"/>
                  </a:cubicBezTo>
                  <a:cubicBezTo>
                    <a:pt x="417" y="896"/>
                    <a:pt x="417" y="896"/>
                    <a:pt x="417" y="896"/>
                  </a:cubicBezTo>
                  <a:cubicBezTo>
                    <a:pt x="589" y="896"/>
                    <a:pt x="589" y="896"/>
                    <a:pt x="589" y="896"/>
                  </a:cubicBezTo>
                  <a:cubicBezTo>
                    <a:pt x="589" y="52"/>
                    <a:pt x="589" y="52"/>
                    <a:pt x="589" y="52"/>
                  </a:cubicBezTo>
                  <a:cubicBezTo>
                    <a:pt x="628" y="52"/>
                    <a:pt x="628" y="52"/>
                    <a:pt x="628" y="52"/>
                  </a:cubicBezTo>
                  <a:cubicBezTo>
                    <a:pt x="628" y="0"/>
                    <a:pt x="628" y="0"/>
                    <a:pt x="628" y="0"/>
                  </a:cubicBezTo>
                  <a:cubicBezTo>
                    <a:pt x="232" y="0"/>
                    <a:pt x="232" y="0"/>
                    <a:pt x="232" y="0"/>
                  </a:cubicBezTo>
                  <a:lnTo>
                    <a:pt x="232" y="52"/>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30" name="组合 129"/>
          <p:cNvGrpSpPr/>
          <p:nvPr/>
        </p:nvGrpSpPr>
        <p:grpSpPr>
          <a:xfrm>
            <a:off x="4941888" y="1404938"/>
            <a:ext cx="742950" cy="1135063"/>
            <a:chOff x="4941888" y="1404938"/>
            <a:chExt cx="742950" cy="1135063"/>
          </a:xfrm>
        </p:grpSpPr>
        <p:sp>
          <p:nvSpPr>
            <p:cNvPr id="131" name="Freeform 126"/>
            <p:cNvSpPr>
              <a:spLocks/>
            </p:cNvSpPr>
            <p:nvPr/>
          </p:nvSpPr>
          <p:spPr bwMode="auto">
            <a:xfrm>
              <a:off x="5287963" y="1404938"/>
              <a:ext cx="266700" cy="266700"/>
            </a:xfrm>
            <a:custGeom>
              <a:avLst/>
              <a:gdLst>
                <a:gd name="T0" fmla="*/ 41 w 201"/>
                <a:gd name="T1" fmla="*/ 169 h 201"/>
                <a:gd name="T2" fmla="*/ 168 w 201"/>
                <a:gd name="T3" fmla="*/ 160 h 201"/>
                <a:gd name="T4" fmla="*/ 159 w 201"/>
                <a:gd name="T5" fmla="*/ 33 h 201"/>
                <a:gd name="T6" fmla="*/ 32 w 201"/>
                <a:gd name="T7" fmla="*/ 42 h 201"/>
                <a:gd name="T8" fmla="*/ 41 w 201"/>
                <a:gd name="T9" fmla="*/ 169 h 201"/>
              </a:gdLst>
              <a:ahLst/>
              <a:cxnLst>
                <a:cxn ang="0">
                  <a:pos x="T0" y="T1"/>
                </a:cxn>
                <a:cxn ang="0">
                  <a:pos x="T2" y="T3"/>
                </a:cxn>
                <a:cxn ang="0">
                  <a:pos x="T4" y="T5"/>
                </a:cxn>
                <a:cxn ang="0">
                  <a:pos x="T6" y="T7"/>
                </a:cxn>
                <a:cxn ang="0">
                  <a:pos x="T8" y="T9"/>
                </a:cxn>
              </a:cxnLst>
              <a:rect l="0" t="0" r="r" b="b"/>
              <a:pathLst>
                <a:path w="201" h="201">
                  <a:moveTo>
                    <a:pt x="41" y="169"/>
                  </a:moveTo>
                  <a:cubicBezTo>
                    <a:pt x="79" y="201"/>
                    <a:pt x="136" y="197"/>
                    <a:pt x="168" y="160"/>
                  </a:cubicBezTo>
                  <a:cubicBezTo>
                    <a:pt x="201" y="122"/>
                    <a:pt x="197" y="65"/>
                    <a:pt x="159" y="33"/>
                  </a:cubicBezTo>
                  <a:cubicBezTo>
                    <a:pt x="121" y="0"/>
                    <a:pt x="64" y="4"/>
                    <a:pt x="32" y="42"/>
                  </a:cubicBezTo>
                  <a:cubicBezTo>
                    <a:pt x="0" y="80"/>
                    <a:pt x="4" y="136"/>
                    <a:pt x="41" y="16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2" name="Freeform 127"/>
            <p:cNvSpPr>
              <a:spLocks/>
            </p:cNvSpPr>
            <p:nvPr/>
          </p:nvSpPr>
          <p:spPr bwMode="auto">
            <a:xfrm>
              <a:off x="4941888" y="1573213"/>
              <a:ext cx="379413" cy="966788"/>
            </a:xfrm>
            <a:custGeom>
              <a:avLst/>
              <a:gdLst>
                <a:gd name="T0" fmla="*/ 30 w 286"/>
                <a:gd name="T1" fmla="*/ 313 h 728"/>
                <a:gd name="T2" fmla="*/ 32 w 286"/>
                <a:gd name="T3" fmla="*/ 679 h 728"/>
                <a:gd name="T4" fmla="*/ 82 w 286"/>
                <a:gd name="T5" fmla="*/ 728 h 728"/>
                <a:gd name="T6" fmla="*/ 83 w 286"/>
                <a:gd name="T7" fmla="*/ 728 h 728"/>
                <a:gd name="T8" fmla="*/ 132 w 286"/>
                <a:gd name="T9" fmla="*/ 678 h 728"/>
                <a:gd name="T10" fmla="*/ 130 w 286"/>
                <a:gd name="T11" fmla="*/ 312 h 728"/>
                <a:gd name="T12" fmla="*/ 134 w 286"/>
                <a:gd name="T13" fmla="*/ 304 h 728"/>
                <a:gd name="T14" fmla="*/ 181 w 286"/>
                <a:gd name="T15" fmla="*/ 219 h 728"/>
                <a:gd name="T16" fmla="*/ 160 w 286"/>
                <a:gd name="T17" fmla="*/ 124 h 728"/>
                <a:gd name="T18" fmla="*/ 166 w 286"/>
                <a:gd name="T19" fmla="*/ 69 h 728"/>
                <a:gd name="T20" fmla="*/ 205 w 286"/>
                <a:gd name="T21" fmla="*/ 40 h 728"/>
                <a:gd name="T22" fmla="*/ 215 w 286"/>
                <a:gd name="T23" fmla="*/ 41 h 728"/>
                <a:gd name="T24" fmla="*/ 239 w 286"/>
                <a:gd name="T25" fmla="*/ 60 h 728"/>
                <a:gd name="T26" fmla="*/ 243 w 286"/>
                <a:gd name="T27" fmla="*/ 90 h 728"/>
                <a:gd name="T28" fmla="*/ 243 w 286"/>
                <a:gd name="T29" fmla="*/ 92 h 728"/>
                <a:gd name="T30" fmla="*/ 242 w 286"/>
                <a:gd name="T31" fmla="*/ 98 h 728"/>
                <a:gd name="T32" fmla="*/ 240 w 286"/>
                <a:gd name="T33" fmla="*/ 124 h 728"/>
                <a:gd name="T34" fmla="*/ 241 w 286"/>
                <a:gd name="T35" fmla="*/ 141 h 728"/>
                <a:gd name="T36" fmla="*/ 248 w 286"/>
                <a:gd name="T37" fmla="*/ 132 h 728"/>
                <a:gd name="T38" fmla="*/ 259 w 286"/>
                <a:gd name="T39" fmla="*/ 30 h 728"/>
                <a:gd name="T40" fmla="*/ 136 w 286"/>
                <a:gd name="T41" fmla="*/ 42 h 728"/>
                <a:gd name="T42" fmla="*/ 12 w 286"/>
                <a:gd name="T43" fmla="*/ 228 h 728"/>
                <a:gd name="T44" fmla="*/ 30 w 286"/>
                <a:gd name="T45" fmla="*/ 313 h 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6" h="728">
                  <a:moveTo>
                    <a:pt x="30" y="313"/>
                  </a:moveTo>
                  <a:cubicBezTo>
                    <a:pt x="32" y="679"/>
                    <a:pt x="32" y="679"/>
                    <a:pt x="32" y="679"/>
                  </a:cubicBezTo>
                  <a:cubicBezTo>
                    <a:pt x="32" y="706"/>
                    <a:pt x="55" y="728"/>
                    <a:pt x="82" y="728"/>
                  </a:cubicBezTo>
                  <a:cubicBezTo>
                    <a:pt x="82" y="728"/>
                    <a:pt x="82" y="728"/>
                    <a:pt x="83" y="728"/>
                  </a:cubicBezTo>
                  <a:cubicBezTo>
                    <a:pt x="110" y="728"/>
                    <a:pt x="132" y="706"/>
                    <a:pt x="132" y="678"/>
                  </a:cubicBezTo>
                  <a:cubicBezTo>
                    <a:pt x="130" y="312"/>
                    <a:pt x="130" y="312"/>
                    <a:pt x="130" y="312"/>
                  </a:cubicBezTo>
                  <a:cubicBezTo>
                    <a:pt x="131" y="310"/>
                    <a:pt x="133" y="307"/>
                    <a:pt x="134" y="304"/>
                  </a:cubicBezTo>
                  <a:cubicBezTo>
                    <a:pt x="145" y="274"/>
                    <a:pt x="162" y="246"/>
                    <a:pt x="181" y="219"/>
                  </a:cubicBezTo>
                  <a:cubicBezTo>
                    <a:pt x="167" y="190"/>
                    <a:pt x="160" y="158"/>
                    <a:pt x="160" y="124"/>
                  </a:cubicBezTo>
                  <a:cubicBezTo>
                    <a:pt x="160" y="96"/>
                    <a:pt x="164" y="77"/>
                    <a:pt x="166" y="69"/>
                  </a:cubicBezTo>
                  <a:cubicBezTo>
                    <a:pt x="171" y="52"/>
                    <a:pt x="187" y="40"/>
                    <a:pt x="205" y="40"/>
                  </a:cubicBezTo>
                  <a:cubicBezTo>
                    <a:pt x="208" y="40"/>
                    <a:pt x="212" y="40"/>
                    <a:pt x="215" y="41"/>
                  </a:cubicBezTo>
                  <a:cubicBezTo>
                    <a:pt x="226" y="44"/>
                    <a:pt x="234" y="51"/>
                    <a:pt x="239" y="60"/>
                  </a:cubicBezTo>
                  <a:cubicBezTo>
                    <a:pt x="245" y="69"/>
                    <a:pt x="246" y="80"/>
                    <a:pt x="243" y="90"/>
                  </a:cubicBezTo>
                  <a:cubicBezTo>
                    <a:pt x="243" y="92"/>
                    <a:pt x="243" y="92"/>
                    <a:pt x="243" y="92"/>
                  </a:cubicBezTo>
                  <a:cubicBezTo>
                    <a:pt x="243" y="93"/>
                    <a:pt x="242" y="95"/>
                    <a:pt x="242" y="98"/>
                  </a:cubicBezTo>
                  <a:cubicBezTo>
                    <a:pt x="241" y="104"/>
                    <a:pt x="240" y="113"/>
                    <a:pt x="240" y="124"/>
                  </a:cubicBezTo>
                  <a:cubicBezTo>
                    <a:pt x="240" y="129"/>
                    <a:pt x="240" y="135"/>
                    <a:pt x="241" y="141"/>
                  </a:cubicBezTo>
                  <a:cubicBezTo>
                    <a:pt x="243" y="138"/>
                    <a:pt x="246" y="135"/>
                    <a:pt x="248" y="132"/>
                  </a:cubicBezTo>
                  <a:cubicBezTo>
                    <a:pt x="277" y="102"/>
                    <a:pt x="286" y="53"/>
                    <a:pt x="259" y="30"/>
                  </a:cubicBezTo>
                  <a:cubicBezTo>
                    <a:pt x="233" y="6"/>
                    <a:pt x="181" y="0"/>
                    <a:pt x="136" y="42"/>
                  </a:cubicBezTo>
                  <a:cubicBezTo>
                    <a:pt x="74" y="101"/>
                    <a:pt x="44" y="145"/>
                    <a:pt x="12" y="228"/>
                  </a:cubicBezTo>
                  <a:cubicBezTo>
                    <a:pt x="0" y="270"/>
                    <a:pt x="11" y="295"/>
                    <a:pt x="30" y="31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3" name="Freeform 128"/>
            <p:cNvSpPr>
              <a:spLocks/>
            </p:cNvSpPr>
            <p:nvPr/>
          </p:nvSpPr>
          <p:spPr bwMode="auto">
            <a:xfrm>
              <a:off x="5310188" y="1914525"/>
              <a:ext cx="374650" cy="615950"/>
            </a:xfrm>
            <a:custGeom>
              <a:avLst/>
              <a:gdLst>
                <a:gd name="T0" fmla="*/ 102 w 282"/>
                <a:gd name="T1" fmla="*/ 20 h 464"/>
                <a:gd name="T2" fmla="*/ 106 w 282"/>
                <a:gd name="T3" fmla="*/ 51 h 464"/>
                <a:gd name="T4" fmla="*/ 68 w 282"/>
                <a:gd name="T5" fmla="*/ 80 h 464"/>
                <a:gd name="T6" fmla="*/ 57 w 282"/>
                <a:gd name="T7" fmla="*/ 79 h 464"/>
                <a:gd name="T8" fmla="*/ 0 w 282"/>
                <a:gd name="T9" fmla="*/ 57 h 464"/>
                <a:gd name="T10" fmla="*/ 0 w 282"/>
                <a:gd name="T11" fmla="*/ 464 h 464"/>
                <a:gd name="T12" fmla="*/ 282 w 282"/>
                <a:gd name="T13" fmla="*/ 464 h 464"/>
                <a:gd name="T14" fmla="*/ 282 w 282"/>
                <a:gd name="T15" fmla="*/ 0 h 464"/>
                <a:gd name="T16" fmla="*/ 73 w 282"/>
                <a:gd name="T17" fmla="*/ 0 h 464"/>
                <a:gd name="T18" fmla="*/ 78 w 282"/>
                <a:gd name="T19" fmla="*/ 2 h 464"/>
                <a:gd name="T20" fmla="*/ 102 w 282"/>
                <a:gd name="T21" fmla="*/ 20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2" h="464">
                  <a:moveTo>
                    <a:pt x="102" y="20"/>
                  </a:moveTo>
                  <a:cubicBezTo>
                    <a:pt x="108" y="30"/>
                    <a:pt x="109" y="41"/>
                    <a:pt x="106" y="51"/>
                  </a:cubicBezTo>
                  <a:cubicBezTo>
                    <a:pt x="101" y="68"/>
                    <a:pt x="85" y="80"/>
                    <a:pt x="68" y="80"/>
                  </a:cubicBezTo>
                  <a:cubicBezTo>
                    <a:pt x="64" y="80"/>
                    <a:pt x="60" y="80"/>
                    <a:pt x="57" y="79"/>
                  </a:cubicBezTo>
                  <a:cubicBezTo>
                    <a:pt x="35" y="73"/>
                    <a:pt x="17" y="65"/>
                    <a:pt x="0" y="57"/>
                  </a:cubicBezTo>
                  <a:cubicBezTo>
                    <a:pt x="0" y="464"/>
                    <a:pt x="0" y="464"/>
                    <a:pt x="0" y="464"/>
                  </a:cubicBezTo>
                  <a:cubicBezTo>
                    <a:pt x="282" y="464"/>
                    <a:pt x="282" y="464"/>
                    <a:pt x="282" y="464"/>
                  </a:cubicBezTo>
                  <a:cubicBezTo>
                    <a:pt x="282" y="0"/>
                    <a:pt x="282" y="0"/>
                    <a:pt x="282" y="0"/>
                  </a:cubicBezTo>
                  <a:cubicBezTo>
                    <a:pt x="73" y="0"/>
                    <a:pt x="73" y="0"/>
                    <a:pt x="73" y="0"/>
                  </a:cubicBezTo>
                  <a:cubicBezTo>
                    <a:pt x="75" y="1"/>
                    <a:pt x="77" y="1"/>
                    <a:pt x="78" y="2"/>
                  </a:cubicBezTo>
                  <a:cubicBezTo>
                    <a:pt x="89" y="4"/>
                    <a:pt x="97" y="11"/>
                    <a:pt x="102" y="2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4" name="Freeform 129"/>
            <p:cNvSpPr>
              <a:spLocks/>
            </p:cNvSpPr>
            <p:nvPr/>
          </p:nvSpPr>
          <p:spPr bwMode="auto">
            <a:xfrm>
              <a:off x="5343525" y="1862138"/>
              <a:ext cx="47625" cy="42863"/>
            </a:xfrm>
            <a:custGeom>
              <a:avLst/>
              <a:gdLst>
                <a:gd name="T0" fmla="*/ 36 w 36"/>
                <a:gd name="T1" fmla="*/ 11 h 33"/>
                <a:gd name="T2" fmla="*/ 8 w 36"/>
                <a:gd name="T3" fmla="*/ 0 h 33"/>
                <a:gd name="T4" fmla="*/ 0 w 36"/>
                <a:gd name="T5" fmla="*/ 20 h 33"/>
                <a:gd name="T6" fmla="*/ 27 w 36"/>
                <a:gd name="T7" fmla="*/ 33 h 33"/>
                <a:gd name="T8" fmla="*/ 36 w 36"/>
                <a:gd name="T9" fmla="*/ 11 h 33"/>
              </a:gdLst>
              <a:ahLst/>
              <a:cxnLst>
                <a:cxn ang="0">
                  <a:pos x="T0" y="T1"/>
                </a:cxn>
                <a:cxn ang="0">
                  <a:pos x="T2" y="T3"/>
                </a:cxn>
                <a:cxn ang="0">
                  <a:pos x="T4" y="T5"/>
                </a:cxn>
                <a:cxn ang="0">
                  <a:pos x="T6" y="T7"/>
                </a:cxn>
                <a:cxn ang="0">
                  <a:pos x="T8" y="T9"/>
                </a:cxn>
              </a:cxnLst>
              <a:rect l="0" t="0" r="r" b="b"/>
              <a:pathLst>
                <a:path w="36" h="33">
                  <a:moveTo>
                    <a:pt x="36" y="11"/>
                  </a:moveTo>
                  <a:cubicBezTo>
                    <a:pt x="8" y="0"/>
                    <a:pt x="8" y="0"/>
                    <a:pt x="8" y="0"/>
                  </a:cubicBezTo>
                  <a:cubicBezTo>
                    <a:pt x="0" y="20"/>
                    <a:pt x="0" y="20"/>
                    <a:pt x="0" y="20"/>
                  </a:cubicBezTo>
                  <a:cubicBezTo>
                    <a:pt x="9" y="24"/>
                    <a:pt x="18" y="29"/>
                    <a:pt x="27" y="33"/>
                  </a:cubicBezTo>
                  <a:lnTo>
                    <a:pt x="36" y="11"/>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5" name="Freeform 130"/>
            <p:cNvSpPr>
              <a:spLocks/>
            </p:cNvSpPr>
            <p:nvPr/>
          </p:nvSpPr>
          <p:spPr bwMode="auto">
            <a:xfrm>
              <a:off x="5165725" y="1631950"/>
              <a:ext cx="280988" cy="377825"/>
            </a:xfrm>
            <a:custGeom>
              <a:avLst/>
              <a:gdLst>
                <a:gd name="T0" fmla="*/ 66 w 212"/>
                <a:gd name="T1" fmla="*/ 53 h 285"/>
                <a:gd name="T2" fmla="*/ 67 w 212"/>
                <a:gd name="T3" fmla="*/ 46 h 285"/>
                <a:gd name="T4" fmla="*/ 67 w 212"/>
                <a:gd name="T5" fmla="*/ 44 h 285"/>
                <a:gd name="T6" fmla="*/ 67 w 212"/>
                <a:gd name="T7" fmla="*/ 44 h 285"/>
                <a:gd name="T8" fmla="*/ 45 w 212"/>
                <a:gd name="T9" fmla="*/ 5 h 285"/>
                <a:gd name="T10" fmla="*/ 6 w 212"/>
                <a:gd name="T11" fmla="*/ 27 h 285"/>
                <a:gd name="T12" fmla="*/ 0 w 212"/>
                <a:gd name="T13" fmla="*/ 80 h 285"/>
                <a:gd name="T14" fmla="*/ 30 w 212"/>
                <a:gd name="T15" fmla="*/ 191 h 285"/>
                <a:gd name="T16" fmla="*/ 168 w 212"/>
                <a:gd name="T17" fmla="*/ 284 h 285"/>
                <a:gd name="T18" fmla="*/ 177 w 212"/>
                <a:gd name="T19" fmla="*/ 285 h 285"/>
                <a:gd name="T20" fmla="*/ 207 w 212"/>
                <a:gd name="T21" fmla="*/ 262 h 285"/>
                <a:gd name="T22" fmla="*/ 185 w 212"/>
                <a:gd name="T23" fmla="*/ 222 h 285"/>
                <a:gd name="T24" fmla="*/ 84 w 212"/>
                <a:gd name="T25" fmla="*/ 156 h 285"/>
                <a:gd name="T26" fmla="*/ 64 w 212"/>
                <a:gd name="T27" fmla="*/ 80 h 285"/>
                <a:gd name="T28" fmla="*/ 66 w 212"/>
                <a:gd name="T29" fmla="*/ 53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2" h="285">
                  <a:moveTo>
                    <a:pt x="66" y="53"/>
                  </a:moveTo>
                  <a:cubicBezTo>
                    <a:pt x="66" y="50"/>
                    <a:pt x="67" y="48"/>
                    <a:pt x="67" y="46"/>
                  </a:cubicBezTo>
                  <a:cubicBezTo>
                    <a:pt x="67" y="45"/>
                    <a:pt x="67" y="45"/>
                    <a:pt x="67" y="44"/>
                  </a:cubicBezTo>
                  <a:cubicBezTo>
                    <a:pt x="67" y="44"/>
                    <a:pt x="67" y="44"/>
                    <a:pt x="67" y="44"/>
                  </a:cubicBezTo>
                  <a:cubicBezTo>
                    <a:pt x="72" y="27"/>
                    <a:pt x="62" y="10"/>
                    <a:pt x="45" y="5"/>
                  </a:cubicBezTo>
                  <a:cubicBezTo>
                    <a:pt x="28" y="0"/>
                    <a:pt x="11" y="10"/>
                    <a:pt x="6" y="27"/>
                  </a:cubicBezTo>
                  <a:cubicBezTo>
                    <a:pt x="5" y="29"/>
                    <a:pt x="0" y="50"/>
                    <a:pt x="0" y="80"/>
                  </a:cubicBezTo>
                  <a:cubicBezTo>
                    <a:pt x="0" y="110"/>
                    <a:pt x="5" y="151"/>
                    <a:pt x="30" y="191"/>
                  </a:cubicBezTo>
                  <a:cubicBezTo>
                    <a:pt x="55" y="230"/>
                    <a:pt x="100" y="265"/>
                    <a:pt x="168" y="284"/>
                  </a:cubicBezTo>
                  <a:cubicBezTo>
                    <a:pt x="171" y="285"/>
                    <a:pt x="174" y="285"/>
                    <a:pt x="177" y="285"/>
                  </a:cubicBezTo>
                  <a:cubicBezTo>
                    <a:pt x="191" y="285"/>
                    <a:pt x="203" y="276"/>
                    <a:pt x="207" y="262"/>
                  </a:cubicBezTo>
                  <a:cubicBezTo>
                    <a:pt x="212" y="245"/>
                    <a:pt x="202" y="227"/>
                    <a:pt x="185" y="222"/>
                  </a:cubicBezTo>
                  <a:cubicBezTo>
                    <a:pt x="129" y="206"/>
                    <a:pt x="101" y="181"/>
                    <a:pt x="84" y="156"/>
                  </a:cubicBezTo>
                  <a:cubicBezTo>
                    <a:pt x="68" y="131"/>
                    <a:pt x="64" y="102"/>
                    <a:pt x="64" y="80"/>
                  </a:cubicBezTo>
                  <a:cubicBezTo>
                    <a:pt x="64" y="69"/>
                    <a:pt x="65" y="60"/>
                    <a:pt x="66" y="5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6" name="Freeform 131"/>
            <p:cNvSpPr>
              <a:spLocks/>
            </p:cNvSpPr>
            <p:nvPr/>
          </p:nvSpPr>
          <p:spPr bwMode="auto">
            <a:xfrm>
              <a:off x="5608638" y="1824038"/>
              <a:ext cx="26988" cy="33338"/>
            </a:xfrm>
            <a:custGeom>
              <a:avLst/>
              <a:gdLst>
                <a:gd name="T0" fmla="*/ 2 w 21"/>
                <a:gd name="T1" fmla="*/ 13 h 25"/>
                <a:gd name="T2" fmla="*/ 5 w 21"/>
                <a:gd name="T3" fmla="*/ 20 h 25"/>
                <a:gd name="T4" fmla="*/ 12 w 21"/>
                <a:gd name="T5" fmla="*/ 25 h 25"/>
                <a:gd name="T6" fmla="*/ 16 w 21"/>
                <a:gd name="T7" fmla="*/ 24 h 25"/>
                <a:gd name="T8" fmla="*/ 20 w 21"/>
                <a:gd name="T9" fmla="*/ 13 h 25"/>
                <a:gd name="T10" fmla="*/ 16 w 21"/>
                <a:gd name="T11" fmla="*/ 6 h 25"/>
                <a:gd name="T12" fmla="*/ 6 w 21"/>
                <a:gd name="T13" fmla="*/ 2 h 25"/>
                <a:gd name="T14" fmla="*/ 2 w 21"/>
                <a:gd name="T15" fmla="*/ 13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5">
                  <a:moveTo>
                    <a:pt x="2" y="13"/>
                  </a:moveTo>
                  <a:cubicBezTo>
                    <a:pt x="3" y="15"/>
                    <a:pt x="4" y="17"/>
                    <a:pt x="5" y="20"/>
                  </a:cubicBezTo>
                  <a:cubicBezTo>
                    <a:pt x="6" y="23"/>
                    <a:pt x="9" y="25"/>
                    <a:pt x="12" y="25"/>
                  </a:cubicBezTo>
                  <a:cubicBezTo>
                    <a:pt x="13" y="25"/>
                    <a:pt x="15" y="24"/>
                    <a:pt x="16" y="24"/>
                  </a:cubicBezTo>
                  <a:cubicBezTo>
                    <a:pt x="20" y="22"/>
                    <a:pt x="21" y="17"/>
                    <a:pt x="20" y="13"/>
                  </a:cubicBezTo>
                  <a:cubicBezTo>
                    <a:pt x="19" y="11"/>
                    <a:pt x="17" y="8"/>
                    <a:pt x="16" y="6"/>
                  </a:cubicBezTo>
                  <a:cubicBezTo>
                    <a:pt x="14" y="2"/>
                    <a:pt x="10" y="0"/>
                    <a:pt x="6" y="2"/>
                  </a:cubicBezTo>
                  <a:cubicBezTo>
                    <a:pt x="2" y="4"/>
                    <a:pt x="0" y="9"/>
                    <a:pt x="2" y="1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7" name="Freeform 132"/>
            <p:cNvSpPr>
              <a:spLocks/>
            </p:cNvSpPr>
            <p:nvPr/>
          </p:nvSpPr>
          <p:spPr bwMode="auto">
            <a:xfrm>
              <a:off x="5524500" y="1733550"/>
              <a:ext cx="33338" cy="25400"/>
            </a:xfrm>
            <a:custGeom>
              <a:avLst/>
              <a:gdLst>
                <a:gd name="T0" fmla="*/ 1 w 25"/>
                <a:gd name="T1" fmla="*/ 6 h 20"/>
                <a:gd name="T2" fmla="*/ 5 w 25"/>
                <a:gd name="T3" fmla="*/ 16 h 20"/>
                <a:gd name="T4" fmla="*/ 12 w 25"/>
                <a:gd name="T5" fmla="*/ 19 h 20"/>
                <a:gd name="T6" fmla="*/ 16 w 25"/>
                <a:gd name="T7" fmla="*/ 20 h 20"/>
                <a:gd name="T8" fmla="*/ 23 w 25"/>
                <a:gd name="T9" fmla="*/ 16 h 20"/>
                <a:gd name="T10" fmla="*/ 20 w 25"/>
                <a:gd name="T11" fmla="*/ 5 h 20"/>
                <a:gd name="T12" fmla="*/ 12 w 25"/>
                <a:gd name="T13" fmla="*/ 1 h 20"/>
                <a:gd name="T14" fmla="*/ 1 w 25"/>
                <a:gd name="T15" fmla="*/ 6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20">
                  <a:moveTo>
                    <a:pt x="1" y="6"/>
                  </a:moveTo>
                  <a:cubicBezTo>
                    <a:pt x="0" y="10"/>
                    <a:pt x="1" y="14"/>
                    <a:pt x="5" y="16"/>
                  </a:cubicBezTo>
                  <a:cubicBezTo>
                    <a:pt x="8" y="17"/>
                    <a:pt x="10" y="18"/>
                    <a:pt x="12" y="19"/>
                  </a:cubicBezTo>
                  <a:cubicBezTo>
                    <a:pt x="13" y="20"/>
                    <a:pt x="15" y="20"/>
                    <a:pt x="16" y="20"/>
                  </a:cubicBezTo>
                  <a:cubicBezTo>
                    <a:pt x="19" y="20"/>
                    <a:pt x="21" y="19"/>
                    <a:pt x="23" y="16"/>
                  </a:cubicBezTo>
                  <a:cubicBezTo>
                    <a:pt x="25" y="12"/>
                    <a:pt x="24" y="7"/>
                    <a:pt x="20" y="5"/>
                  </a:cubicBezTo>
                  <a:cubicBezTo>
                    <a:pt x="17" y="4"/>
                    <a:pt x="15" y="3"/>
                    <a:pt x="12" y="1"/>
                  </a:cubicBezTo>
                  <a:cubicBezTo>
                    <a:pt x="8" y="0"/>
                    <a:pt x="3" y="1"/>
                    <a:pt x="1" y="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8" name="Freeform 133"/>
            <p:cNvSpPr>
              <a:spLocks/>
            </p:cNvSpPr>
            <p:nvPr/>
          </p:nvSpPr>
          <p:spPr bwMode="auto">
            <a:xfrm>
              <a:off x="5386388" y="1789113"/>
              <a:ext cx="30163" cy="31750"/>
            </a:xfrm>
            <a:custGeom>
              <a:avLst/>
              <a:gdLst>
                <a:gd name="T0" fmla="*/ 16 w 22"/>
                <a:gd name="T1" fmla="*/ 20 h 24"/>
                <a:gd name="T2" fmla="*/ 20 w 22"/>
                <a:gd name="T3" fmla="*/ 13 h 24"/>
                <a:gd name="T4" fmla="*/ 17 w 22"/>
                <a:gd name="T5" fmla="*/ 2 h 24"/>
                <a:gd name="T6" fmla="*/ 6 w 22"/>
                <a:gd name="T7" fmla="*/ 4 h 24"/>
                <a:gd name="T8" fmla="*/ 6 w 22"/>
                <a:gd name="T9" fmla="*/ 4 h 24"/>
                <a:gd name="T10" fmla="*/ 2 w 22"/>
                <a:gd name="T11" fmla="*/ 11 h 24"/>
                <a:gd name="T12" fmla="*/ 5 w 22"/>
                <a:gd name="T13" fmla="*/ 22 h 24"/>
                <a:gd name="T14" fmla="*/ 9 w 22"/>
                <a:gd name="T15" fmla="*/ 24 h 24"/>
                <a:gd name="T16" fmla="*/ 16 w 22"/>
                <a:gd name="T17" fmla="*/ 2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24">
                  <a:moveTo>
                    <a:pt x="16" y="20"/>
                  </a:moveTo>
                  <a:cubicBezTo>
                    <a:pt x="17" y="18"/>
                    <a:pt x="18" y="15"/>
                    <a:pt x="20" y="13"/>
                  </a:cubicBezTo>
                  <a:cubicBezTo>
                    <a:pt x="22" y="9"/>
                    <a:pt x="21" y="4"/>
                    <a:pt x="17" y="2"/>
                  </a:cubicBezTo>
                  <a:cubicBezTo>
                    <a:pt x="14" y="0"/>
                    <a:pt x="9" y="1"/>
                    <a:pt x="6" y="4"/>
                  </a:cubicBezTo>
                  <a:cubicBezTo>
                    <a:pt x="6" y="4"/>
                    <a:pt x="6" y="4"/>
                    <a:pt x="6" y="4"/>
                  </a:cubicBezTo>
                  <a:cubicBezTo>
                    <a:pt x="5" y="7"/>
                    <a:pt x="3" y="9"/>
                    <a:pt x="2" y="11"/>
                  </a:cubicBezTo>
                  <a:cubicBezTo>
                    <a:pt x="0" y="15"/>
                    <a:pt x="1" y="20"/>
                    <a:pt x="5" y="22"/>
                  </a:cubicBezTo>
                  <a:cubicBezTo>
                    <a:pt x="6" y="23"/>
                    <a:pt x="7" y="24"/>
                    <a:pt x="9" y="24"/>
                  </a:cubicBezTo>
                  <a:cubicBezTo>
                    <a:pt x="12" y="24"/>
                    <a:pt x="14" y="22"/>
                    <a:pt x="16" y="2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9" name="Freeform 134"/>
            <p:cNvSpPr>
              <a:spLocks/>
            </p:cNvSpPr>
            <p:nvPr/>
          </p:nvSpPr>
          <p:spPr bwMode="auto">
            <a:xfrm>
              <a:off x="5588000" y="1787525"/>
              <a:ext cx="30163" cy="31750"/>
            </a:xfrm>
            <a:custGeom>
              <a:avLst/>
              <a:gdLst>
                <a:gd name="T0" fmla="*/ 2 w 23"/>
                <a:gd name="T1" fmla="*/ 14 h 24"/>
                <a:gd name="T2" fmla="*/ 7 w 23"/>
                <a:gd name="T3" fmla="*/ 20 h 24"/>
                <a:gd name="T4" fmla="*/ 13 w 23"/>
                <a:gd name="T5" fmla="*/ 24 h 24"/>
                <a:gd name="T6" fmla="*/ 18 w 23"/>
                <a:gd name="T7" fmla="*/ 23 h 24"/>
                <a:gd name="T8" fmla="*/ 20 w 23"/>
                <a:gd name="T9" fmla="*/ 12 h 24"/>
                <a:gd name="T10" fmla="*/ 16 w 23"/>
                <a:gd name="T11" fmla="*/ 5 h 24"/>
                <a:gd name="T12" fmla="*/ 5 w 23"/>
                <a:gd name="T13" fmla="*/ 3 h 24"/>
                <a:gd name="T14" fmla="*/ 2 w 23"/>
                <a:gd name="T15" fmla="*/ 14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24">
                  <a:moveTo>
                    <a:pt x="2" y="14"/>
                  </a:moveTo>
                  <a:cubicBezTo>
                    <a:pt x="4" y="16"/>
                    <a:pt x="5" y="18"/>
                    <a:pt x="7" y="20"/>
                  </a:cubicBezTo>
                  <a:cubicBezTo>
                    <a:pt x="8" y="23"/>
                    <a:pt x="11" y="24"/>
                    <a:pt x="13" y="24"/>
                  </a:cubicBezTo>
                  <a:cubicBezTo>
                    <a:pt x="15" y="24"/>
                    <a:pt x="16" y="24"/>
                    <a:pt x="18" y="23"/>
                  </a:cubicBezTo>
                  <a:cubicBezTo>
                    <a:pt x="21" y="21"/>
                    <a:pt x="23" y="16"/>
                    <a:pt x="20" y="12"/>
                  </a:cubicBezTo>
                  <a:cubicBezTo>
                    <a:pt x="19" y="10"/>
                    <a:pt x="17" y="7"/>
                    <a:pt x="16" y="5"/>
                  </a:cubicBezTo>
                  <a:cubicBezTo>
                    <a:pt x="13" y="1"/>
                    <a:pt x="8" y="0"/>
                    <a:pt x="5" y="3"/>
                  </a:cubicBezTo>
                  <a:cubicBezTo>
                    <a:pt x="1" y="5"/>
                    <a:pt x="0" y="10"/>
                    <a:pt x="2" y="1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0" name="Freeform 135"/>
            <p:cNvSpPr>
              <a:spLocks/>
            </p:cNvSpPr>
            <p:nvPr/>
          </p:nvSpPr>
          <p:spPr bwMode="auto">
            <a:xfrm>
              <a:off x="5624513" y="1863725"/>
              <a:ext cx="26988" cy="33338"/>
            </a:xfrm>
            <a:custGeom>
              <a:avLst/>
              <a:gdLst>
                <a:gd name="T0" fmla="*/ 1 w 20"/>
                <a:gd name="T1" fmla="*/ 11 h 25"/>
                <a:gd name="T2" fmla="*/ 4 w 20"/>
                <a:gd name="T3" fmla="*/ 19 h 25"/>
                <a:gd name="T4" fmla="*/ 11 w 20"/>
                <a:gd name="T5" fmla="*/ 25 h 25"/>
                <a:gd name="T6" fmla="*/ 13 w 20"/>
                <a:gd name="T7" fmla="*/ 24 h 25"/>
                <a:gd name="T8" fmla="*/ 19 w 20"/>
                <a:gd name="T9" fmla="*/ 15 h 25"/>
                <a:gd name="T10" fmla="*/ 19 w 20"/>
                <a:gd name="T11" fmla="*/ 15 h 25"/>
                <a:gd name="T12" fmla="*/ 17 w 20"/>
                <a:gd name="T13" fmla="*/ 7 h 25"/>
                <a:gd name="T14" fmla="*/ 6 w 20"/>
                <a:gd name="T15" fmla="*/ 1 h 25"/>
                <a:gd name="T16" fmla="*/ 1 w 20"/>
                <a:gd name="T17"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5">
                  <a:moveTo>
                    <a:pt x="1" y="11"/>
                  </a:moveTo>
                  <a:cubicBezTo>
                    <a:pt x="3" y="16"/>
                    <a:pt x="4" y="19"/>
                    <a:pt x="4" y="19"/>
                  </a:cubicBezTo>
                  <a:cubicBezTo>
                    <a:pt x="4" y="22"/>
                    <a:pt x="8" y="25"/>
                    <a:pt x="11" y="25"/>
                  </a:cubicBezTo>
                  <a:cubicBezTo>
                    <a:pt x="12" y="25"/>
                    <a:pt x="13" y="25"/>
                    <a:pt x="13" y="24"/>
                  </a:cubicBezTo>
                  <a:cubicBezTo>
                    <a:pt x="18" y="23"/>
                    <a:pt x="20" y="19"/>
                    <a:pt x="19" y="15"/>
                  </a:cubicBezTo>
                  <a:cubicBezTo>
                    <a:pt x="19" y="15"/>
                    <a:pt x="19" y="15"/>
                    <a:pt x="19" y="15"/>
                  </a:cubicBezTo>
                  <a:cubicBezTo>
                    <a:pt x="19" y="15"/>
                    <a:pt x="18" y="12"/>
                    <a:pt x="17" y="7"/>
                  </a:cubicBezTo>
                  <a:cubicBezTo>
                    <a:pt x="15" y="2"/>
                    <a:pt x="11" y="0"/>
                    <a:pt x="6" y="1"/>
                  </a:cubicBezTo>
                  <a:cubicBezTo>
                    <a:pt x="2" y="3"/>
                    <a:pt x="0" y="7"/>
                    <a:pt x="1" y="1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1" name="Freeform 136"/>
            <p:cNvSpPr>
              <a:spLocks/>
            </p:cNvSpPr>
            <p:nvPr/>
          </p:nvSpPr>
          <p:spPr bwMode="auto">
            <a:xfrm>
              <a:off x="5559425" y="1755775"/>
              <a:ext cx="31750" cy="30163"/>
            </a:xfrm>
            <a:custGeom>
              <a:avLst/>
              <a:gdLst>
                <a:gd name="T0" fmla="*/ 9 w 24"/>
                <a:gd name="T1" fmla="*/ 20 h 23"/>
                <a:gd name="T2" fmla="*/ 15 w 24"/>
                <a:gd name="T3" fmla="*/ 23 h 23"/>
                <a:gd name="T4" fmla="*/ 21 w 24"/>
                <a:gd name="T5" fmla="*/ 21 h 23"/>
                <a:gd name="T6" fmla="*/ 21 w 24"/>
                <a:gd name="T7" fmla="*/ 9 h 23"/>
                <a:gd name="T8" fmla="*/ 21 w 24"/>
                <a:gd name="T9" fmla="*/ 9 h 23"/>
                <a:gd name="T10" fmla="*/ 15 w 24"/>
                <a:gd name="T11" fmla="*/ 3 h 23"/>
                <a:gd name="T12" fmla="*/ 3 w 24"/>
                <a:gd name="T13" fmla="*/ 4 h 23"/>
                <a:gd name="T14" fmla="*/ 4 w 24"/>
                <a:gd name="T15" fmla="*/ 15 h 23"/>
                <a:gd name="T16" fmla="*/ 9 w 24"/>
                <a:gd name="T17" fmla="*/ 2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3">
                  <a:moveTo>
                    <a:pt x="9" y="20"/>
                  </a:moveTo>
                  <a:cubicBezTo>
                    <a:pt x="11" y="22"/>
                    <a:pt x="13" y="23"/>
                    <a:pt x="15" y="23"/>
                  </a:cubicBezTo>
                  <a:cubicBezTo>
                    <a:pt x="17" y="23"/>
                    <a:pt x="19" y="22"/>
                    <a:pt x="21" y="21"/>
                  </a:cubicBezTo>
                  <a:cubicBezTo>
                    <a:pt x="24" y="18"/>
                    <a:pt x="24" y="12"/>
                    <a:pt x="21" y="9"/>
                  </a:cubicBezTo>
                  <a:cubicBezTo>
                    <a:pt x="21" y="9"/>
                    <a:pt x="21" y="9"/>
                    <a:pt x="21" y="9"/>
                  </a:cubicBezTo>
                  <a:cubicBezTo>
                    <a:pt x="19" y="7"/>
                    <a:pt x="17" y="5"/>
                    <a:pt x="15" y="3"/>
                  </a:cubicBezTo>
                  <a:cubicBezTo>
                    <a:pt x="11" y="0"/>
                    <a:pt x="6" y="1"/>
                    <a:pt x="3" y="4"/>
                  </a:cubicBezTo>
                  <a:cubicBezTo>
                    <a:pt x="0" y="7"/>
                    <a:pt x="1" y="12"/>
                    <a:pt x="4" y="15"/>
                  </a:cubicBezTo>
                  <a:cubicBezTo>
                    <a:pt x="6" y="17"/>
                    <a:pt x="7" y="19"/>
                    <a:pt x="9" y="2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2" name="Freeform 137"/>
            <p:cNvSpPr>
              <a:spLocks/>
            </p:cNvSpPr>
            <p:nvPr/>
          </p:nvSpPr>
          <p:spPr bwMode="auto">
            <a:xfrm>
              <a:off x="5484813" y="1725613"/>
              <a:ext cx="31750" cy="20638"/>
            </a:xfrm>
            <a:custGeom>
              <a:avLst/>
              <a:gdLst>
                <a:gd name="T0" fmla="*/ 16 w 24"/>
                <a:gd name="T1" fmla="*/ 16 h 16"/>
                <a:gd name="T2" fmla="*/ 24 w 24"/>
                <a:gd name="T3" fmla="*/ 9 h 16"/>
                <a:gd name="T4" fmla="*/ 17 w 24"/>
                <a:gd name="T5" fmla="*/ 1 h 16"/>
                <a:gd name="T6" fmla="*/ 8 w 24"/>
                <a:gd name="T7" fmla="*/ 0 h 16"/>
                <a:gd name="T8" fmla="*/ 0 w 24"/>
                <a:gd name="T9" fmla="*/ 8 h 16"/>
                <a:gd name="T10" fmla="*/ 8 w 24"/>
                <a:gd name="T11" fmla="*/ 16 h 16"/>
                <a:gd name="T12" fmla="*/ 15 w 24"/>
                <a:gd name="T13" fmla="*/ 16 h 16"/>
                <a:gd name="T14" fmla="*/ 16 w 24"/>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16">
                  <a:moveTo>
                    <a:pt x="16" y="16"/>
                  </a:moveTo>
                  <a:cubicBezTo>
                    <a:pt x="20" y="16"/>
                    <a:pt x="23" y="13"/>
                    <a:pt x="24" y="9"/>
                  </a:cubicBezTo>
                  <a:cubicBezTo>
                    <a:pt x="24" y="5"/>
                    <a:pt x="21" y="1"/>
                    <a:pt x="17" y="1"/>
                  </a:cubicBezTo>
                  <a:cubicBezTo>
                    <a:pt x="14" y="0"/>
                    <a:pt x="11" y="0"/>
                    <a:pt x="8" y="0"/>
                  </a:cubicBezTo>
                  <a:cubicBezTo>
                    <a:pt x="3" y="0"/>
                    <a:pt x="0" y="3"/>
                    <a:pt x="0" y="8"/>
                  </a:cubicBezTo>
                  <a:cubicBezTo>
                    <a:pt x="0" y="12"/>
                    <a:pt x="3" y="16"/>
                    <a:pt x="8" y="16"/>
                  </a:cubicBezTo>
                  <a:cubicBezTo>
                    <a:pt x="10" y="16"/>
                    <a:pt x="12" y="16"/>
                    <a:pt x="15" y="16"/>
                  </a:cubicBezTo>
                  <a:cubicBezTo>
                    <a:pt x="15" y="16"/>
                    <a:pt x="15" y="16"/>
                    <a:pt x="16" y="1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3" name="Freeform 138"/>
            <p:cNvSpPr>
              <a:spLocks/>
            </p:cNvSpPr>
            <p:nvPr/>
          </p:nvSpPr>
          <p:spPr bwMode="auto">
            <a:xfrm>
              <a:off x="5367338" y="1825625"/>
              <a:ext cx="28575" cy="31750"/>
            </a:xfrm>
            <a:custGeom>
              <a:avLst/>
              <a:gdLst>
                <a:gd name="T0" fmla="*/ 16 w 22"/>
                <a:gd name="T1" fmla="*/ 2 h 24"/>
                <a:gd name="T2" fmla="*/ 5 w 22"/>
                <a:gd name="T3" fmla="*/ 5 h 24"/>
                <a:gd name="T4" fmla="*/ 2 w 22"/>
                <a:gd name="T5" fmla="*/ 13 h 24"/>
                <a:gd name="T6" fmla="*/ 6 w 22"/>
                <a:gd name="T7" fmla="*/ 24 h 24"/>
                <a:gd name="T8" fmla="*/ 9 w 22"/>
                <a:gd name="T9" fmla="*/ 24 h 24"/>
                <a:gd name="T10" fmla="*/ 17 w 22"/>
                <a:gd name="T11" fmla="*/ 19 h 24"/>
                <a:gd name="T12" fmla="*/ 20 w 22"/>
                <a:gd name="T13" fmla="*/ 12 h 24"/>
                <a:gd name="T14" fmla="*/ 16 w 22"/>
                <a:gd name="T15" fmla="*/ 2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24">
                  <a:moveTo>
                    <a:pt x="16" y="2"/>
                  </a:moveTo>
                  <a:cubicBezTo>
                    <a:pt x="12" y="0"/>
                    <a:pt x="7" y="1"/>
                    <a:pt x="5" y="5"/>
                  </a:cubicBezTo>
                  <a:cubicBezTo>
                    <a:pt x="4" y="9"/>
                    <a:pt x="3" y="11"/>
                    <a:pt x="2" y="13"/>
                  </a:cubicBezTo>
                  <a:cubicBezTo>
                    <a:pt x="0" y="17"/>
                    <a:pt x="2" y="22"/>
                    <a:pt x="6" y="24"/>
                  </a:cubicBezTo>
                  <a:cubicBezTo>
                    <a:pt x="7" y="24"/>
                    <a:pt x="8" y="24"/>
                    <a:pt x="9" y="24"/>
                  </a:cubicBezTo>
                  <a:cubicBezTo>
                    <a:pt x="12" y="24"/>
                    <a:pt x="15" y="22"/>
                    <a:pt x="17" y="19"/>
                  </a:cubicBezTo>
                  <a:cubicBezTo>
                    <a:pt x="17" y="18"/>
                    <a:pt x="18" y="15"/>
                    <a:pt x="20" y="12"/>
                  </a:cubicBezTo>
                  <a:cubicBezTo>
                    <a:pt x="22" y="8"/>
                    <a:pt x="20" y="3"/>
                    <a:pt x="16" y="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4" name="Freeform 139"/>
            <p:cNvSpPr>
              <a:spLocks/>
            </p:cNvSpPr>
            <p:nvPr/>
          </p:nvSpPr>
          <p:spPr bwMode="auto">
            <a:xfrm>
              <a:off x="5441950" y="1730375"/>
              <a:ext cx="34925" cy="26988"/>
            </a:xfrm>
            <a:custGeom>
              <a:avLst/>
              <a:gdLst>
                <a:gd name="T0" fmla="*/ 20 w 26"/>
                <a:gd name="T1" fmla="*/ 16 h 20"/>
                <a:gd name="T2" fmla="*/ 24 w 26"/>
                <a:gd name="T3" fmla="*/ 5 h 20"/>
                <a:gd name="T4" fmla="*/ 13 w 26"/>
                <a:gd name="T5" fmla="*/ 1 h 20"/>
                <a:gd name="T6" fmla="*/ 5 w 26"/>
                <a:gd name="T7" fmla="*/ 6 h 20"/>
                <a:gd name="T8" fmla="*/ 3 w 26"/>
                <a:gd name="T9" fmla="*/ 17 h 20"/>
                <a:gd name="T10" fmla="*/ 9 w 26"/>
                <a:gd name="T11" fmla="*/ 20 h 20"/>
                <a:gd name="T12" fmla="*/ 14 w 26"/>
                <a:gd name="T13" fmla="*/ 19 h 20"/>
                <a:gd name="T14" fmla="*/ 20 w 26"/>
                <a:gd name="T15" fmla="*/ 16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20">
                  <a:moveTo>
                    <a:pt x="20" y="16"/>
                  </a:moveTo>
                  <a:cubicBezTo>
                    <a:pt x="24" y="14"/>
                    <a:pt x="26" y="9"/>
                    <a:pt x="24" y="5"/>
                  </a:cubicBezTo>
                  <a:cubicBezTo>
                    <a:pt x="22" y="1"/>
                    <a:pt x="17" y="0"/>
                    <a:pt x="13" y="1"/>
                  </a:cubicBezTo>
                  <a:cubicBezTo>
                    <a:pt x="10" y="3"/>
                    <a:pt x="8" y="4"/>
                    <a:pt x="5" y="6"/>
                  </a:cubicBezTo>
                  <a:cubicBezTo>
                    <a:pt x="1" y="8"/>
                    <a:pt x="0" y="13"/>
                    <a:pt x="3" y="17"/>
                  </a:cubicBezTo>
                  <a:cubicBezTo>
                    <a:pt x="4" y="19"/>
                    <a:pt x="7" y="20"/>
                    <a:pt x="9" y="20"/>
                  </a:cubicBezTo>
                  <a:cubicBezTo>
                    <a:pt x="11" y="20"/>
                    <a:pt x="12" y="20"/>
                    <a:pt x="14" y="19"/>
                  </a:cubicBezTo>
                  <a:cubicBezTo>
                    <a:pt x="16" y="18"/>
                    <a:pt x="18" y="17"/>
                    <a:pt x="20" y="1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5" name="Freeform 140"/>
            <p:cNvSpPr>
              <a:spLocks/>
            </p:cNvSpPr>
            <p:nvPr/>
          </p:nvSpPr>
          <p:spPr bwMode="auto">
            <a:xfrm>
              <a:off x="5410200" y="1755775"/>
              <a:ext cx="31750" cy="30163"/>
            </a:xfrm>
            <a:custGeom>
              <a:avLst/>
              <a:gdLst>
                <a:gd name="T0" fmla="*/ 9 w 24"/>
                <a:gd name="T1" fmla="*/ 23 h 23"/>
                <a:gd name="T2" fmla="*/ 16 w 24"/>
                <a:gd name="T3" fmla="*/ 20 h 23"/>
                <a:gd name="T4" fmla="*/ 21 w 24"/>
                <a:gd name="T5" fmla="*/ 14 h 23"/>
                <a:gd name="T6" fmla="*/ 20 w 24"/>
                <a:gd name="T7" fmla="*/ 3 h 23"/>
                <a:gd name="T8" fmla="*/ 9 w 24"/>
                <a:gd name="T9" fmla="*/ 3 h 23"/>
                <a:gd name="T10" fmla="*/ 3 w 24"/>
                <a:gd name="T11" fmla="*/ 9 h 23"/>
                <a:gd name="T12" fmla="*/ 4 w 24"/>
                <a:gd name="T13" fmla="*/ 21 h 23"/>
                <a:gd name="T14" fmla="*/ 9 w 24"/>
                <a:gd name="T15" fmla="*/ 23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23">
                  <a:moveTo>
                    <a:pt x="9" y="23"/>
                  </a:moveTo>
                  <a:cubicBezTo>
                    <a:pt x="12" y="23"/>
                    <a:pt x="14" y="22"/>
                    <a:pt x="16" y="20"/>
                  </a:cubicBezTo>
                  <a:cubicBezTo>
                    <a:pt x="17" y="18"/>
                    <a:pt x="19" y="16"/>
                    <a:pt x="21" y="14"/>
                  </a:cubicBezTo>
                  <a:cubicBezTo>
                    <a:pt x="24" y="11"/>
                    <a:pt x="24" y="6"/>
                    <a:pt x="20" y="3"/>
                  </a:cubicBezTo>
                  <a:cubicBezTo>
                    <a:pt x="17" y="0"/>
                    <a:pt x="12" y="0"/>
                    <a:pt x="9" y="3"/>
                  </a:cubicBezTo>
                  <a:cubicBezTo>
                    <a:pt x="7" y="5"/>
                    <a:pt x="5" y="7"/>
                    <a:pt x="3" y="9"/>
                  </a:cubicBezTo>
                  <a:cubicBezTo>
                    <a:pt x="0" y="13"/>
                    <a:pt x="1" y="18"/>
                    <a:pt x="4" y="21"/>
                  </a:cubicBezTo>
                  <a:cubicBezTo>
                    <a:pt x="6" y="22"/>
                    <a:pt x="8" y="23"/>
                    <a:pt x="9" y="2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6" name="Freeform 141"/>
            <p:cNvSpPr>
              <a:spLocks/>
            </p:cNvSpPr>
            <p:nvPr/>
          </p:nvSpPr>
          <p:spPr bwMode="auto">
            <a:xfrm>
              <a:off x="5538788" y="1792288"/>
              <a:ext cx="31750" cy="31750"/>
            </a:xfrm>
            <a:custGeom>
              <a:avLst/>
              <a:gdLst>
                <a:gd name="T0" fmla="*/ 3 w 23"/>
                <a:gd name="T1" fmla="*/ 4 h 23"/>
                <a:gd name="T2" fmla="*/ 3 w 23"/>
                <a:gd name="T3" fmla="*/ 15 h 23"/>
                <a:gd name="T4" fmla="*/ 8 w 23"/>
                <a:gd name="T5" fmla="*/ 20 h 23"/>
                <a:gd name="T6" fmla="*/ 14 w 23"/>
                <a:gd name="T7" fmla="*/ 23 h 23"/>
                <a:gd name="T8" fmla="*/ 19 w 23"/>
                <a:gd name="T9" fmla="*/ 21 h 23"/>
                <a:gd name="T10" fmla="*/ 20 w 23"/>
                <a:gd name="T11" fmla="*/ 10 h 23"/>
                <a:gd name="T12" fmla="*/ 15 w 23"/>
                <a:gd name="T13" fmla="*/ 4 h 23"/>
                <a:gd name="T14" fmla="*/ 3 w 23"/>
                <a:gd name="T15" fmla="*/ 4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23">
                  <a:moveTo>
                    <a:pt x="3" y="4"/>
                  </a:moveTo>
                  <a:cubicBezTo>
                    <a:pt x="0" y="7"/>
                    <a:pt x="0" y="12"/>
                    <a:pt x="3" y="15"/>
                  </a:cubicBezTo>
                  <a:cubicBezTo>
                    <a:pt x="5" y="17"/>
                    <a:pt x="6" y="18"/>
                    <a:pt x="8" y="20"/>
                  </a:cubicBezTo>
                  <a:cubicBezTo>
                    <a:pt x="10" y="22"/>
                    <a:pt x="12" y="23"/>
                    <a:pt x="14" y="23"/>
                  </a:cubicBezTo>
                  <a:cubicBezTo>
                    <a:pt x="16" y="23"/>
                    <a:pt x="18" y="23"/>
                    <a:pt x="19" y="21"/>
                  </a:cubicBezTo>
                  <a:cubicBezTo>
                    <a:pt x="23" y="18"/>
                    <a:pt x="23" y="13"/>
                    <a:pt x="20" y="10"/>
                  </a:cubicBezTo>
                  <a:cubicBezTo>
                    <a:pt x="18" y="8"/>
                    <a:pt x="17" y="6"/>
                    <a:pt x="15" y="4"/>
                  </a:cubicBezTo>
                  <a:cubicBezTo>
                    <a:pt x="11" y="0"/>
                    <a:pt x="6" y="0"/>
                    <a:pt x="3" y="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7" name="Freeform 142"/>
            <p:cNvSpPr>
              <a:spLocks/>
            </p:cNvSpPr>
            <p:nvPr/>
          </p:nvSpPr>
          <p:spPr bwMode="auto">
            <a:xfrm>
              <a:off x="5462588" y="1766888"/>
              <a:ext cx="33338" cy="23813"/>
            </a:xfrm>
            <a:custGeom>
              <a:avLst/>
              <a:gdLst>
                <a:gd name="T0" fmla="*/ 25 w 25"/>
                <a:gd name="T1" fmla="*/ 8 h 18"/>
                <a:gd name="T2" fmla="*/ 16 w 25"/>
                <a:gd name="T3" fmla="*/ 1 h 18"/>
                <a:gd name="T4" fmla="*/ 7 w 25"/>
                <a:gd name="T5" fmla="*/ 2 h 18"/>
                <a:gd name="T6" fmla="*/ 1 w 25"/>
                <a:gd name="T7" fmla="*/ 12 h 18"/>
                <a:gd name="T8" fmla="*/ 9 w 25"/>
                <a:gd name="T9" fmla="*/ 18 h 18"/>
                <a:gd name="T10" fmla="*/ 11 w 25"/>
                <a:gd name="T11" fmla="*/ 18 h 18"/>
                <a:gd name="T12" fmla="*/ 11 w 25"/>
                <a:gd name="T13" fmla="*/ 18 h 18"/>
                <a:gd name="T14" fmla="*/ 18 w 25"/>
                <a:gd name="T15" fmla="*/ 16 h 18"/>
                <a:gd name="T16" fmla="*/ 25 w 25"/>
                <a:gd name="T17" fmla="*/ 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18">
                  <a:moveTo>
                    <a:pt x="25" y="8"/>
                  </a:moveTo>
                  <a:cubicBezTo>
                    <a:pt x="24" y="3"/>
                    <a:pt x="20" y="0"/>
                    <a:pt x="16" y="1"/>
                  </a:cubicBezTo>
                  <a:cubicBezTo>
                    <a:pt x="13" y="1"/>
                    <a:pt x="10" y="1"/>
                    <a:pt x="7" y="2"/>
                  </a:cubicBezTo>
                  <a:cubicBezTo>
                    <a:pt x="3" y="3"/>
                    <a:pt x="0" y="7"/>
                    <a:pt x="1" y="12"/>
                  </a:cubicBezTo>
                  <a:cubicBezTo>
                    <a:pt x="2" y="15"/>
                    <a:pt x="5" y="18"/>
                    <a:pt x="9" y="18"/>
                  </a:cubicBezTo>
                  <a:cubicBezTo>
                    <a:pt x="9" y="18"/>
                    <a:pt x="10" y="18"/>
                    <a:pt x="11" y="18"/>
                  </a:cubicBezTo>
                  <a:cubicBezTo>
                    <a:pt x="11" y="18"/>
                    <a:pt x="11" y="18"/>
                    <a:pt x="11" y="18"/>
                  </a:cubicBezTo>
                  <a:cubicBezTo>
                    <a:pt x="13" y="17"/>
                    <a:pt x="15" y="17"/>
                    <a:pt x="18" y="16"/>
                  </a:cubicBezTo>
                  <a:cubicBezTo>
                    <a:pt x="22" y="16"/>
                    <a:pt x="25" y="12"/>
                    <a:pt x="25" y="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8" name="Freeform 143"/>
            <p:cNvSpPr>
              <a:spLocks/>
            </p:cNvSpPr>
            <p:nvPr/>
          </p:nvSpPr>
          <p:spPr bwMode="auto">
            <a:xfrm>
              <a:off x="5581650" y="1865313"/>
              <a:ext cx="28575" cy="33338"/>
            </a:xfrm>
            <a:custGeom>
              <a:avLst/>
              <a:gdLst>
                <a:gd name="T0" fmla="*/ 4 w 21"/>
                <a:gd name="T1" fmla="*/ 19 h 25"/>
                <a:gd name="T2" fmla="*/ 12 w 21"/>
                <a:gd name="T3" fmla="*/ 25 h 25"/>
                <a:gd name="T4" fmla="*/ 15 w 21"/>
                <a:gd name="T5" fmla="*/ 24 h 25"/>
                <a:gd name="T6" fmla="*/ 19 w 21"/>
                <a:gd name="T7" fmla="*/ 14 h 25"/>
                <a:gd name="T8" fmla="*/ 17 w 21"/>
                <a:gd name="T9" fmla="*/ 6 h 25"/>
                <a:gd name="T10" fmla="*/ 6 w 21"/>
                <a:gd name="T11" fmla="*/ 2 h 25"/>
                <a:gd name="T12" fmla="*/ 2 w 21"/>
                <a:gd name="T13" fmla="*/ 12 h 25"/>
                <a:gd name="T14" fmla="*/ 4 w 21"/>
                <a:gd name="T15" fmla="*/ 19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5">
                  <a:moveTo>
                    <a:pt x="4" y="19"/>
                  </a:moveTo>
                  <a:cubicBezTo>
                    <a:pt x="5" y="22"/>
                    <a:pt x="9" y="25"/>
                    <a:pt x="12" y="25"/>
                  </a:cubicBezTo>
                  <a:cubicBezTo>
                    <a:pt x="13" y="25"/>
                    <a:pt x="14" y="24"/>
                    <a:pt x="15" y="24"/>
                  </a:cubicBezTo>
                  <a:cubicBezTo>
                    <a:pt x="19" y="23"/>
                    <a:pt x="21" y="18"/>
                    <a:pt x="19" y="14"/>
                  </a:cubicBezTo>
                  <a:cubicBezTo>
                    <a:pt x="19" y="11"/>
                    <a:pt x="18" y="9"/>
                    <a:pt x="17" y="6"/>
                  </a:cubicBezTo>
                  <a:cubicBezTo>
                    <a:pt x="15" y="2"/>
                    <a:pt x="10" y="0"/>
                    <a:pt x="6" y="2"/>
                  </a:cubicBezTo>
                  <a:cubicBezTo>
                    <a:pt x="2" y="3"/>
                    <a:pt x="0" y="8"/>
                    <a:pt x="2" y="12"/>
                  </a:cubicBezTo>
                  <a:cubicBezTo>
                    <a:pt x="3" y="14"/>
                    <a:pt x="3" y="17"/>
                    <a:pt x="4" y="1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9" name="Freeform 144"/>
            <p:cNvSpPr>
              <a:spLocks/>
            </p:cNvSpPr>
            <p:nvPr/>
          </p:nvSpPr>
          <p:spPr bwMode="auto">
            <a:xfrm>
              <a:off x="5503863" y="1770063"/>
              <a:ext cx="34925" cy="26988"/>
            </a:xfrm>
            <a:custGeom>
              <a:avLst/>
              <a:gdLst>
                <a:gd name="T0" fmla="*/ 7 w 26"/>
                <a:gd name="T1" fmla="*/ 17 h 20"/>
                <a:gd name="T2" fmla="*/ 13 w 26"/>
                <a:gd name="T3" fmla="*/ 19 h 20"/>
                <a:gd name="T4" fmla="*/ 17 w 26"/>
                <a:gd name="T5" fmla="*/ 20 h 20"/>
                <a:gd name="T6" fmla="*/ 24 w 26"/>
                <a:gd name="T7" fmla="*/ 16 h 20"/>
                <a:gd name="T8" fmla="*/ 20 w 26"/>
                <a:gd name="T9" fmla="*/ 5 h 20"/>
                <a:gd name="T10" fmla="*/ 12 w 26"/>
                <a:gd name="T11" fmla="*/ 1 h 20"/>
                <a:gd name="T12" fmla="*/ 2 w 26"/>
                <a:gd name="T13" fmla="*/ 6 h 20"/>
                <a:gd name="T14" fmla="*/ 7 w 26"/>
                <a:gd name="T15" fmla="*/ 17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20">
                  <a:moveTo>
                    <a:pt x="7" y="17"/>
                  </a:moveTo>
                  <a:cubicBezTo>
                    <a:pt x="9" y="17"/>
                    <a:pt x="11" y="18"/>
                    <a:pt x="13" y="19"/>
                  </a:cubicBezTo>
                  <a:cubicBezTo>
                    <a:pt x="14" y="20"/>
                    <a:pt x="16" y="20"/>
                    <a:pt x="17" y="20"/>
                  </a:cubicBezTo>
                  <a:cubicBezTo>
                    <a:pt x="20" y="20"/>
                    <a:pt x="22" y="18"/>
                    <a:pt x="24" y="16"/>
                  </a:cubicBezTo>
                  <a:cubicBezTo>
                    <a:pt x="26" y="12"/>
                    <a:pt x="24" y="7"/>
                    <a:pt x="20" y="5"/>
                  </a:cubicBezTo>
                  <a:cubicBezTo>
                    <a:pt x="17" y="3"/>
                    <a:pt x="15" y="2"/>
                    <a:pt x="12" y="1"/>
                  </a:cubicBezTo>
                  <a:cubicBezTo>
                    <a:pt x="8" y="0"/>
                    <a:pt x="3" y="2"/>
                    <a:pt x="2" y="6"/>
                  </a:cubicBezTo>
                  <a:cubicBezTo>
                    <a:pt x="0" y="11"/>
                    <a:pt x="3" y="15"/>
                    <a:pt x="7" y="1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0" name="Freeform 145"/>
            <p:cNvSpPr>
              <a:spLocks/>
            </p:cNvSpPr>
            <p:nvPr/>
          </p:nvSpPr>
          <p:spPr bwMode="auto">
            <a:xfrm>
              <a:off x="5564188" y="1827213"/>
              <a:ext cx="30163" cy="31750"/>
            </a:xfrm>
            <a:custGeom>
              <a:avLst/>
              <a:gdLst>
                <a:gd name="T0" fmla="*/ 20 w 22"/>
                <a:gd name="T1" fmla="*/ 12 h 24"/>
                <a:gd name="T2" fmla="*/ 16 w 22"/>
                <a:gd name="T3" fmla="*/ 5 h 24"/>
                <a:gd name="T4" fmla="*/ 5 w 22"/>
                <a:gd name="T5" fmla="*/ 2 h 24"/>
                <a:gd name="T6" fmla="*/ 2 w 22"/>
                <a:gd name="T7" fmla="*/ 13 h 24"/>
                <a:gd name="T8" fmla="*/ 2 w 22"/>
                <a:gd name="T9" fmla="*/ 13 h 24"/>
                <a:gd name="T10" fmla="*/ 5 w 22"/>
                <a:gd name="T11" fmla="*/ 20 h 24"/>
                <a:gd name="T12" fmla="*/ 13 w 22"/>
                <a:gd name="T13" fmla="*/ 24 h 24"/>
                <a:gd name="T14" fmla="*/ 16 w 22"/>
                <a:gd name="T15" fmla="*/ 23 h 24"/>
                <a:gd name="T16" fmla="*/ 20 w 22"/>
                <a:gd name="T17"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24">
                  <a:moveTo>
                    <a:pt x="20" y="12"/>
                  </a:moveTo>
                  <a:cubicBezTo>
                    <a:pt x="18" y="10"/>
                    <a:pt x="17" y="7"/>
                    <a:pt x="16" y="5"/>
                  </a:cubicBezTo>
                  <a:cubicBezTo>
                    <a:pt x="14" y="1"/>
                    <a:pt x="9" y="0"/>
                    <a:pt x="5" y="2"/>
                  </a:cubicBezTo>
                  <a:cubicBezTo>
                    <a:pt x="1" y="4"/>
                    <a:pt x="0" y="9"/>
                    <a:pt x="2" y="13"/>
                  </a:cubicBezTo>
                  <a:cubicBezTo>
                    <a:pt x="2" y="13"/>
                    <a:pt x="2" y="13"/>
                    <a:pt x="2" y="13"/>
                  </a:cubicBezTo>
                  <a:cubicBezTo>
                    <a:pt x="3" y="15"/>
                    <a:pt x="4" y="17"/>
                    <a:pt x="5" y="20"/>
                  </a:cubicBezTo>
                  <a:cubicBezTo>
                    <a:pt x="7" y="22"/>
                    <a:pt x="10" y="24"/>
                    <a:pt x="13" y="24"/>
                  </a:cubicBezTo>
                  <a:cubicBezTo>
                    <a:pt x="14" y="24"/>
                    <a:pt x="15" y="24"/>
                    <a:pt x="16" y="23"/>
                  </a:cubicBezTo>
                  <a:cubicBezTo>
                    <a:pt x="20" y="21"/>
                    <a:pt x="22" y="16"/>
                    <a:pt x="20" y="1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1" name="Freeform 146"/>
            <p:cNvSpPr>
              <a:spLocks/>
            </p:cNvSpPr>
            <p:nvPr/>
          </p:nvSpPr>
          <p:spPr bwMode="auto">
            <a:xfrm>
              <a:off x="5424488" y="1781175"/>
              <a:ext cx="33338" cy="28575"/>
            </a:xfrm>
            <a:custGeom>
              <a:avLst/>
              <a:gdLst>
                <a:gd name="T0" fmla="*/ 9 w 25"/>
                <a:gd name="T1" fmla="*/ 22 h 22"/>
                <a:gd name="T2" fmla="*/ 14 w 25"/>
                <a:gd name="T3" fmla="*/ 20 h 22"/>
                <a:gd name="T4" fmla="*/ 16 w 25"/>
                <a:gd name="T5" fmla="*/ 19 h 22"/>
                <a:gd name="T6" fmla="*/ 20 w 25"/>
                <a:gd name="T7" fmla="*/ 16 h 22"/>
                <a:gd name="T8" fmla="*/ 23 w 25"/>
                <a:gd name="T9" fmla="*/ 5 h 22"/>
                <a:gd name="T10" fmla="*/ 12 w 25"/>
                <a:gd name="T11" fmla="*/ 2 h 22"/>
                <a:gd name="T12" fmla="*/ 4 w 25"/>
                <a:gd name="T13" fmla="*/ 7 h 22"/>
                <a:gd name="T14" fmla="*/ 3 w 25"/>
                <a:gd name="T15" fmla="*/ 19 h 22"/>
                <a:gd name="T16" fmla="*/ 9 w 25"/>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22">
                  <a:moveTo>
                    <a:pt x="9" y="22"/>
                  </a:moveTo>
                  <a:cubicBezTo>
                    <a:pt x="11" y="22"/>
                    <a:pt x="13" y="21"/>
                    <a:pt x="14" y="20"/>
                  </a:cubicBezTo>
                  <a:cubicBezTo>
                    <a:pt x="14" y="20"/>
                    <a:pt x="15" y="19"/>
                    <a:pt x="16" y="19"/>
                  </a:cubicBezTo>
                  <a:cubicBezTo>
                    <a:pt x="17" y="18"/>
                    <a:pt x="18" y="17"/>
                    <a:pt x="20" y="16"/>
                  </a:cubicBezTo>
                  <a:cubicBezTo>
                    <a:pt x="24" y="14"/>
                    <a:pt x="25" y="9"/>
                    <a:pt x="23" y="5"/>
                  </a:cubicBezTo>
                  <a:cubicBezTo>
                    <a:pt x="20" y="1"/>
                    <a:pt x="15" y="0"/>
                    <a:pt x="12" y="2"/>
                  </a:cubicBezTo>
                  <a:cubicBezTo>
                    <a:pt x="7" y="5"/>
                    <a:pt x="4" y="7"/>
                    <a:pt x="4" y="7"/>
                  </a:cubicBezTo>
                  <a:cubicBezTo>
                    <a:pt x="1" y="10"/>
                    <a:pt x="0" y="15"/>
                    <a:pt x="3" y="19"/>
                  </a:cubicBezTo>
                  <a:cubicBezTo>
                    <a:pt x="5" y="21"/>
                    <a:pt x="7" y="22"/>
                    <a:pt x="9" y="2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52" name="组合 151"/>
          <p:cNvGrpSpPr/>
          <p:nvPr/>
        </p:nvGrpSpPr>
        <p:grpSpPr>
          <a:xfrm>
            <a:off x="4424363" y="3014663"/>
            <a:ext cx="1319212" cy="1260475"/>
            <a:chOff x="4424363" y="3014663"/>
            <a:chExt cx="1319212" cy="1260475"/>
          </a:xfrm>
        </p:grpSpPr>
        <p:sp>
          <p:nvSpPr>
            <p:cNvPr id="153" name="Freeform 147"/>
            <p:cNvSpPr>
              <a:spLocks noEditPoints="1"/>
            </p:cNvSpPr>
            <p:nvPr/>
          </p:nvSpPr>
          <p:spPr bwMode="auto">
            <a:xfrm>
              <a:off x="4816475" y="3468688"/>
              <a:ext cx="628650" cy="171450"/>
            </a:xfrm>
            <a:custGeom>
              <a:avLst/>
              <a:gdLst>
                <a:gd name="T0" fmla="*/ 474 w 474"/>
                <a:gd name="T1" fmla="*/ 0 h 129"/>
                <a:gd name="T2" fmla="*/ 0 w 474"/>
                <a:gd name="T3" fmla="*/ 0 h 129"/>
                <a:gd name="T4" fmla="*/ 0 w 474"/>
                <a:gd name="T5" fmla="*/ 21 h 129"/>
                <a:gd name="T6" fmla="*/ 35 w 474"/>
                <a:gd name="T7" fmla="*/ 24 h 129"/>
                <a:gd name="T8" fmla="*/ 60 w 474"/>
                <a:gd name="T9" fmla="*/ 22 h 129"/>
                <a:gd name="T10" fmla="*/ 63 w 474"/>
                <a:gd name="T11" fmla="*/ 22 h 129"/>
                <a:gd name="T12" fmla="*/ 103 w 474"/>
                <a:gd name="T13" fmla="*/ 59 h 129"/>
                <a:gd name="T14" fmla="*/ 67 w 474"/>
                <a:gd name="T15" fmla="*/ 102 h 129"/>
                <a:gd name="T16" fmla="*/ 35 w 474"/>
                <a:gd name="T17" fmla="*/ 104 h 129"/>
                <a:gd name="T18" fmla="*/ 35 w 474"/>
                <a:gd name="T19" fmla="*/ 104 h 129"/>
                <a:gd name="T20" fmla="*/ 0 w 474"/>
                <a:gd name="T21" fmla="*/ 102 h 129"/>
                <a:gd name="T22" fmla="*/ 0 w 474"/>
                <a:gd name="T23" fmla="*/ 129 h 129"/>
                <a:gd name="T24" fmla="*/ 474 w 474"/>
                <a:gd name="T25" fmla="*/ 129 h 129"/>
                <a:gd name="T26" fmla="*/ 474 w 474"/>
                <a:gd name="T27" fmla="*/ 0 h 129"/>
                <a:gd name="T28" fmla="*/ 344 w 474"/>
                <a:gd name="T29" fmla="*/ 92 h 129"/>
                <a:gd name="T30" fmla="*/ 317 w 474"/>
                <a:gd name="T31" fmla="*/ 64 h 129"/>
                <a:gd name="T32" fmla="*/ 344 w 474"/>
                <a:gd name="T33" fmla="*/ 37 h 129"/>
                <a:gd name="T34" fmla="*/ 371 w 474"/>
                <a:gd name="T35" fmla="*/ 64 h 129"/>
                <a:gd name="T36" fmla="*/ 344 w 474"/>
                <a:gd name="T37" fmla="*/ 92 h 129"/>
                <a:gd name="T38" fmla="*/ 419 w 474"/>
                <a:gd name="T39" fmla="*/ 92 h 129"/>
                <a:gd name="T40" fmla="*/ 392 w 474"/>
                <a:gd name="T41" fmla="*/ 64 h 129"/>
                <a:gd name="T42" fmla="*/ 419 w 474"/>
                <a:gd name="T43" fmla="*/ 37 h 129"/>
                <a:gd name="T44" fmla="*/ 447 w 474"/>
                <a:gd name="T45" fmla="*/ 64 h 129"/>
                <a:gd name="T46" fmla="*/ 419 w 474"/>
                <a:gd name="T47" fmla="*/ 92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4" h="129">
                  <a:moveTo>
                    <a:pt x="474" y="0"/>
                  </a:moveTo>
                  <a:cubicBezTo>
                    <a:pt x="0" y="0"/>
                    <a:pt x="0" y="0"/>
                    <a:pt x="0" y="0"/>
                  </a:cubicBezTo>
                  <a:cubicBezTo>
                    <a:pt x="0" y="21"/>
                    <a:pt x="0" y="21"/>
                    <a:pt x="0" y="21"/>
                  </a:cubicBezTo>
                  <a:cubicBezTo>
                    <a:pt x="11" y="23"/>
                    <a:pt x="22" y="24"/>
                    <a:pt x="35" y="24"/>
                  </a:cubicBezTo>
                  <a:cubicBezTo>
                    <a:pt x="43" y="24"/>
                    <a:pt x="51" y="23"/>
                    <a:pt x="60" y="22"/>
                  </a:cubicBezTo>
                  <a:cubicBezTo>
                    <a:pt x="61" y="22"/>
                    <a:pt x="62" y="22"/>
                    <a:pt x="63" y="22"/>
                  </a:cubicBezTo>
                  <a:cubicBezTo>
                    <a:pt x="84" y="22"/>
                    <a:pt x="101" y="38"/>
                    <a:pt x="103" y="59"/>
                  </a:cubicBezTo>
                  <a:cubicBezTo>
                    <a:pt x="105" y="81"/>
                    <a:pt x="89" y="100"/>
                    <a:pt x="67" y="102"/>
                  </a:cubicBezTo>
                  <a:cubicBezTo>
                    <a:pt x="56" y="103"/>
                    <a:pt x="45" y="104"/>
                    <a:pt x="35" y="104"/>
                  </a:cubicBezTo>
                  <a:cubicBezTo>
                    <a:pt x="35" y="104"/>
                    <a:pt x="35" y="104"/>
                    <a:pt x="35" y="104"/>
                  </a:cubicBezTo>
                  <a:cubicBezTo>
                    <a:pt x="23" y="104"/>
                    <a:pt x="11" y="103"/>
                    <a:pt x="0" y="102"/>
                  </a:cubicBezTo>
                  <a:cubicBezTo>
                    <a:pt x="0" y="129"/>
                    <a:pt x="0" y="129"/>
                    <a:pt x="0" y="129"/>
                  </a:cubicBezTo>
                  <a:cubicBezTo>
                    <a:pt x="474" y="129"/>
                    <a:pt x="474" y="129"/>
                    <a:pt x="474" y="129"/>
                  </a:cubicBezTo>
                  <a:lnTo>
                    <a:pt x="474" y="0"/>
                  </a:lnTo>
                  <a:close/>
                  <a:moveTo>
                    <a:pt x="344" y="92"/>
                  </a:moveTo>
                  <a:cubicBezTo>
                    <a:pt x="329" y="92"/>
                    <a:pt x="317" y="79"/>
                    <a:pt x="317" y="64"/>
                  </a:cubicBezTo>
                  <a:cubicBezTo>
                    <a:pt x="317" y="49"/>
                    <a:pt x="329" y="37"/>
                    <a:pt x="344" y="37"/>
                  </a:cubicBezTo>
                  <a:cubicBezTo>
                    <a:pt x="359" y="37"/>
                    <a:pt x="371" y="49"/>
                    <a:pt x="371" y="64"/>
                  </a:cubicBezTo>
                  <a:cubicBezTo>
                    <a:pt x="371" y="79"/>
                    <a:pt x="359" y="92"/>
                    <a:pt x="344" y="92"/>
                  </a:cubicBezTo>
                  <a:close/>
                  <a:moveTo>
                    <a:pt x="419" y="92"/>
                  </a:moveTo>
                  <a:cubicBezTo>
                    <a:pt x="404" y="92"/>
                    <a:pt x="392" y="79"/>
                    <a:pt x="392" y="64"/>
                  </a:cubicBezTo>
                  <a:cubicBezTo>
                    <a:pt x="392" y="49"/>
                    <a:pt x="404" y="37"/>
                    <a:pt x="419" y="37"/>
                  </a:cubicBezTo>
                  <a:cubicBezTo>
                    <a:pt x="434" y="37"/>
                    <a:pt x="447" y="49"/>
                    <a:pt x="447" y="64"/>
                  </a:cubicBezTo>
                  <a:cubicBezTo>
                    <a:pt x="447" y="79"/>
                    <a:pt x="434" y="92"/>
                    <a:pt x="419" y="9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4" name="Freeform 148"/>
            <p:cNvSpPr>
              <a:spLocks noEditPoints="1"/>
            </p:cNvSpPr>
            <p:nvPr/>
          </p:nvSpPr>
          <p:spPr bwMode="auto">
            <a:xfrm>
              <a:off x="4816475" y="3660775"/>
              <a:ext cx="628650" cy="614363"/>
            </a:xfrm>
            <a:custGeom>
              <a:avLst/>
              <a:gdLst>
                <a:gd name="T0" fmla="*/ 474 w 474"/>
                <a:gd name="T1" fmla="*/ 0 h 463"/>
                <a:gd name="T2" fmla="*/ 0 w 474"/>
                <a:gd name="T3" fmla="*/ 0 h 463"/>
                <a:gd name="T4" fmla="*/ 0 w 474"/>
                <a:gd name="T5" fmla="*/ 463 h 463"/>
                <a:gd name="T6" fmla="*/ 474 w 474"/>
                <a:gd name="T7" fmla="*/ 463 h 463"/>
                <a:gd name="T8" fmla="*/ 474 w 474"/>
                <a:gd name="T9" fmla="*/ 0 h 463"/>
                <a:gd name="T10" fmla="*/ 237 w 474"/>
                <a:gd name="T11" fmla="*/ 351 h 463"/>
                <a:gd name="T12" fmla="*/ 107 w 474"/>
                <a:gd name="T13" fmla="*/ 221 h 463"/>
                <a:gd name="T14" fmla="*/ 237 w 474"/>
                <a:gd name="T15" fmla="*/ 91 h 463"/>
                <a:gd name="T16" fmla="*/ 367 w 474"/>
                <a:gd name="T17" fmla="*/ 221 h 463"/>
                <a:gd name="T18" fmla="*/ 237 w 474"/>
                <a:gd name="T19" fmla="*/ 351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4" h="463">
                  <a:moveTo>
                    <a:pt x="474" y="0"/>
                  </a:moveTo>
                  <a:cubicBezTo>
                    <a:pt x="0" y="0"/>
                    <a:pt x="0" y="0"/>
                    <a:pt x="0" y="0"/>
                  </a:cubicBezTo>
                  <a:cubicBezTo>
                    <a:pt x="0" y="463"/>
                    <a:pt x="0" y="463"/>
                    <a:pt x="0" y="463"/>
                  </a:cubicBezTo>
                  <a:cubicBezTo>
                    <a:pt x="474" y="463"/>
                    <a:pt x="474" y="463"/>
                    <a:pt x="474" y="463"/>
                  </a:cubicBezTo>
                  <a:lnTo>
                    <a:pt x="474" y="0"/>
                  </a:lnTo>
                  <a:close/>
                  <a:moveTo>
                    <a:pt x="237" y="351"/>
                  </a:moveTo>
                  <a:cubicBezTo>
                    <a:pt x="165" y="351"/>
                    <a:pt x="107" y="293"/>
                    <a:pt x="107" y="221"/>
                  </a:cubicBezTo>
                  <a:cubicBezTo>
                    <a:pt x="107" y="149"/>
                    <a:pt x="165" y="91"/>
                    <a:pt x="237" y="91"/>
                  </a:cubicBezTo>
                  <a:cubicBezTo>
                    <a:pt x="309" y="91"/>
                    <a:pt x="367" y="149"/>
                    <a:pt x="367" y="221"/>
                  </a:cubicBezTo>
                  <a:cubicBezTo>
                    <a:pt x="367" y="293"/>
                    <a:pt x="309" y="351"/>
                    <a:pt x="237" y="35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5" name="Oval 149"/>
            <p:cNvSpPr>
              <a:spLocks noChangeArrowheads="1"/>
            </p:cNvSpPr>
            <p:nvPr/>
          </p:nvSpPr>
          <p:spPr bwMode="auto">
            <a:xfrm>
              <a:off x="5005388" y="3830638"/>
              <a:ext cx="249238" cy="246063"/>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6" name="Freeform 150"/>
            <p:cNvSpPr>
              <a:spLocks/>
            </p:cNvSpPr>
            <p:nvPr/>
          </p:nvSpPr>
          <p:spPr bwMode="auto">
            <a:xfrm>
              <a:off x="4570413" y="3014663"/>
              <a:ext cx="271463" cy="273050"/>
            </a:xfrm>
            <a:custGeom>
              <a:avLst/>
              <a:gdLst>
                <a:gd name="T0" fmla="*/ 21 w 205"/>
                <a:gd name="T1" fmla="*/ 63 h 205"/>
                <a:gd name="T2" fmla="*/ 63 w 205"/>
                <a:gd name="T3" fmla="*/ 183 h 205"/>
                <a:gd name="T4" fmla="*/ 183 w 205"/>
                <a:gd name="T5" fmla="*/ 141 h 205"/>
                <a:gd name="T6" fmla="*/ 141 w 205"/>
                <a:gd name="T7" fmla="*/ 21 h 205"/>
                <a:gd name="T8" fmla="*/ 21 w 205"/>
                <a:gd name="T9" fmla="*/ 63 h 205"/>
              </a:gdLst>
              <a:ahLst/>
              <a:cxnLst>
                <a:cxn ang="0">
                  <a:pos x="T0" y="T1"/>
                </a:cxn>
                <a:cxn ang="0">
                  <a:pos x="T2" y="T3"/>
                </a:cxn>
                <a:cxn ang="0">
                  <a:pos x="T4" y="T5"/>
                </a:cxn>
                <a:cxn ang="0">
                  <a:pos x="T6" y="T7"/>
                </a:cxn>
                <a:cxn ang="0">
                  <a:pos x="T8" y="T9"/>
                </a:cxn>
              </a:cxnLst>
              <a:rect l="0" t="0" r="r" b="b"/>
              <a:pathLst>
                <a:path w="205" h="205">
                  <a:moveTo>
                    <a:pt x="21" y="63"/>
                  </a:moveTo>
                  <a:cubicBezTo>
                    <a:pt x="0" y="108"/>
                    <a:pt x="18" y="162"/>
                    <a:pt x="63" y="183"/>
                  </a:cubicBezTo>
                  <a:cubicBezTo>
                    <a:pt x="108" y="205"/>
                    <a:pt x="162" y="186"/>
                    <a:pt x="183" y="141"/>
                  </a:cubicBezTo>
                  <a:cubicBezTo>
                    <a:pt x="205" y="97"/>
                    <a:pt x="186" y="43"/>
                    <a:pt x="141" y="21"/>
                  </a:cubicBezTo>
                  <a:cubicBezTo>
                    <a:pt x="97" y="0"/>
                    <a:pt x="43" y="19"/>
                    <a:pt x="21" y="6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7" name="Freeform 151"/>
            <p:cNvSpPr>
              <a:spLocks/>
            </p:cNvSpPr>
            <p:nvPr/>
          </p:nvSpPr>
          <p:spPr bwMode="auto">
            <a:xfrm>
              <a:off x="4424363" y="3267075"/>
              <a:ext cx="296863" cy="1006475"/>
            </a:xfrm>
            <a:custGeom>
              <a:avLst/>
              <a:gdLst>
                <a:gd name="T0" fmla="*/ 145 w 224"/>
                <a:gd name="T1" fmla="*/ 176 h 758"/>
                <a:gd name="T2" fmla="*/ 104 w 224"/>
                <a:gd name="T3" fmla="*/ 94 h 758"/>
                <a:gd name="T4" fmla="*/ 104 w 224"/>
                <a:gd name="T5" fmla="*/ 94 h 758"/>
                <a:gd name="T6" fmla="*/ 110 w 224"/>
                <a:gd name="T7" fmla="*/ 64 h 758"/>
                <a:gd name="T8" fmla="*/ 136 w 224"/>
                <a:gd name="T9" fmla="*/ 47 h 758"/>
                <a:gd name="T10" fmla="*/ 143 w 224"/>
                <a:gd name="T11" fmla="*/ 46 h 758"/>
                <a:gd name="T12" fmla="*/ 183 w 224"/>
                <a:gd name="T13" fmla="*/ 79 h 758"/>
                <a:gd name="T14" fmla="*/ 183 w 224"/>
                <a:gd name="T15" fmla="*/ 80 h 758"/>
                <a:gd name="T16" fmla="*/ 185 w 224"/>
                <a:gd name="T17" fmla="*/ 86 h 758"/>
                <a:gd name="T18" fmla="*/ 194 w 224"/>
                <a:gd name="T19" fmla="*/ 108 h 758"/>
                <a:gd name="T20" fmla="*/ 203 w 224"/>
                <a:gd name="T21" fmla="*/ 120 h 758"/>
                <a:gd name="T22" fmla="*/ 204 w 224"/>
                <a:gd name="T23" fmla="*/ 118 h 758"/>
                <a:gd name="T24" fmla="*/ 188 w 224"/>
                <a:gd name="T25" fmla="*/ 16 h 758"/>
                <a:gd name="T26" fmla="*/ 72 w 224"/>
                <a:gd name="T27" fmla="*/ 60 h 758"/>
                <a:gd name="T28" fmla="*/ 1 w 224"/>
                <a:gd name="T29" fmla="*/ 272 h 758"/>
                <a:gd name="T30" fmla="*/ 38 w 224"/>
                <a:gd name="T31" fmla="*/ 348 h 758"/>
                <a:gd name="T32" fmla="*/ 41 w 224"/>
                <a:gd name="T33" fmla="*/ 709 h 758"/>
                <a:gd name="T34" fmla="*/ 91 w 224"/>
                <a:gd name="T35" fmla="*/ 758 h 758"/>
                <a:gd name="T36" fmla="*/ 91 w 224"/>
                <a:gd name="T37" fmla="*/ 758 h 758"/>
                <a:gd name="T38" fmla="*/ 141 w 224"/>
                <a:gd name="T39" fmla="*/ 708 h 758"/>
                <a:gd name="T40" fmla="*/ 138 w 224"/>
                <a:gd name="T41" fmla="*/ 328 h 758"/>
                <a:gd name="T42" fmla="*/ 137 w 224"/>
                <a:gd name="T43" fmla="*/ 319 h 758"/>
                <a:gd name="T44" fmla="*/ 138 w 224"/>
                <a:gd name="T45" fmla="*/ 313 h 758"/>
                <a:gd name="T46" fmla="*/ 168 w 224"/>
                <a:gd name="T47" fmla="*/ 201 h 758"/>
                <a:gd name="T48" fmla="*/ 145 w 224"/>
                <a:gd name="T49" fmla="*/ 176 h 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4" h="758">
                  <a:moveTo>
                    <a:pt x="145" y="176"/>
                  </a:moveTo>
                  <a:cubicBezTo>
                    <a:pt x="116" y="141"/>
                    <a:pt x="107" y="107"/>
                    <a:pt x="104" y="94"/>
                  </a:cubicBezTo>
                  <a:cubicBezTo>
                    <a:pt x="104" y="94"/>
                    <a:pt x="104" y="94"/>
                    <a:pt x="104" y="94"/>
                  </a:cubicBezTo>
                  <a:cubicBezTo>
                    <a:pt x="102" y="83"/>
                    <a:pt x="104" y="72"/>
                    <a:pt x="110" y="64"/>
                  </a:cubicBezTo>
                  <a:cubicBezTo>
                    <a:pt x="116" y="55"/>
                    <a:pt x="126" y="49"/>
                    <a:pt x="136" y="47"/>
                  </a:cubicBezTo>
                  <a:cubicBezTo>
                    <a:pt x="138" y="47"/>
                    <a:pt x="141" y="46"/>
                    <a:pt x="143" y="46"/>
                  </a:cubicBezTo>
                  <a:cubicBezTo>
                    <a:pt x="163" y="46"/>
                    <a:pt x="179" y="60"/>
                    <a:pt x="183" y="79"/>
                  </a:cubicBezTo>
                  <a:cubicBezTo>
                    <a:pt x="183" y="80"/>
                    <a:pt x="183" y="80"/>
                    <a:pt x="183" y="80"/>
                  </a:cubicBezTo>
                  <a:cubicBezTo>
                    <a:pt x="183" y="81"/>
                    <a:pt x="184" y="83"/>
                    <a:pt x="185" y="86"/>
                  </a:cubicBezTo>
                  <a:cubicBezTo>
                    <a:pt x="186" y="91"/>
                    <a:pt x="189" y="99"/>
                    <a:pt x="194" y="108"/>
                  </a:cubicBezTo>
                  <a:cubicBezTo>
                    <a:pt x="197" y="112"/>
                    <a:pt x="200" y="116"/>
                    <a:pt x="203" y="120"/>
                  </a:cubicBezTo>
                  <a:cubicBezTo>
                    <a:pt x="203" y="120"/>
                    <a:pt x="204" y="119"/>
                    <a:pt x="204" y="118"/>
                  </a:cubicBezTo>
                  <a:cubicBezTo>
                    <a:pt x="224" y="82"/>
                    <a:pt x="220" y="32"/>
                    <a:pt x="188" y="16"/>
                  </a:cubicBezTo>
                  <a:cubicBezTo>
                    <a:pt x="157" y="0"/>
                    <a:pt x="104" y="8"/>
                    <a:pt x="72" y="60"/>
                  </a:cubicBezTo>
                  <a:cubicBezTo>
                    <a:pt x="28" y="133"/>
                    <a:pt x="10" y="183"/>
                    <a:pt x="1" y="272"/>
                  </a:cubicBezTo>
                  <a:cubicBezTo>
                    <a:pt x="0" y="314"/>
                    <a:pt x="17" y="336"/>
                    <a:pt x="38" y="348"/>
                  </a:cubicBezTo>
                  <a:cubicBezTo>
                    <a:pt x="41" y="709"/>
                    <a:pt x="41" y="709"/>
                    <a:pt x="41" y="709"/>
                  </a:cubicBezTo>
                  <a:cubicBezTo>
                    <a:pt x="41" y="736"/>
                    <a:pt x="63" y="758"/>
                    <a:pt x="91" y="758"/>
                  </a:cubicBezTo>
                  <a:cubicBezTo>
                    <a:pt x="91" y="758"/>
                    <a:pt x="91" y="758"/>
                    <a:pt x="91" y="758"/>
                  </a:cubicBezTo>
                  <a:cubicBezTo>
                    <a:pt x="119" y="758"/>
                    <a:pt x="141" y="736"/>
                    <a:pt x="141" y="708"/>
                  </a:cubicBezTo>
                  <a:cubicBezTo>
                    <a:pt x="138" y="328"/>
                    <a:pt x="138" y="328"/>
                    <a:pt x="138" y="328"/>
                  </a:cubicBezTo>
                  <a:cubicBezTo>
                    <a:pt x="138" y="325"/>
                    <a:pt x="138" y="322"/>
                    <a:pt x="137" y="319"/>
                  </a:cubicBezTo>
                  <a:cubicBezTo>
                    <a:pt x="138" y="317"/>
                    <a:pt x="138" y="315"/>
                    <a:pt x="138" y="313"/>
                  </a:cubicBezTo>
                  <a:cubicBezTo>
                    <a:pt x="142" y="276"/>
                    <a:pt x="154" y="237"/>
                    <a:pt x="168" y="201"/>
                  </a:cubicBezTo>
                  <a:cubicBezTo>
                    <a:pt x="160" y="193"/>
                    <a:pt x="152" y="185"/>
                    <a:pt x="145" y="17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8" name="Freeform 152"/>
            <p:cNvSpPr>
              <a:spLocks/>
            </p:cNvSpPr>
            <p:nvPr/>
          </p:nvSpPr>
          <p:spPr bwMode="auto">
            <a:xfrm>
              <a:off x="4568825" y="3336925"/>
              <a:ext cx="376238" cy="258763"/>
            </a:xfrm>
            <a:custGeom>
              <a:avLst/>
              <a:gdLst>
                <a:gd name="T0" fmla="*/ 222 w 284"/>
                <a:gd name="T1" fmla="*/ 196 h 196"/>
                <a:gd name="T2" fmla="*/ 253 w 284"/>
                <a:gd name="T3" fmla="*/ 194 h 196"/>
                <a:gd name="T4" fmla="*/ 282 w 284"/>
                <a:gd name="T5" fmla="*/ 160 h 196"/>
                <a:gd name="T6" fmla="*/ 248 w 284"/>
                <a:gd name="T7" fmla="*/ 130 h 196"/>
                <a:gd name="T8" fmla="*/ 222 w 284"/>
                <a:gd name="T9" fmla="*/ 132 h 196"/>
                <a:gd name="T10" fmla="*/ 137 w 284"/>
                <a:gd name="T11" fmla="*/ 115 h 196"/>
                <a:gd name="T12" fmla="*/ 78 w 284"/>
                <a:gd name="T13" fmla="*/ 59 h 196"/>
                <a:gd name="T14" fmla="*/ 68 w 284"/>
                <a:gd name="T15" fmla="*/ 36 h 196"/>
                <a:gd name="T16" fmla="*/ 66 w 284"/>
                <a:gd name="T17" fmla="*/ 30 h 196"/>
                <a:gd name="T18" fmla="*/ 66 w 284"/>
                <a:gd name="T19" fmla="*/ 28 h 196"/>
                <a:gd name="T20" fmla="*/ 29 w 284"/>
                <a:gd name="T21" fmla="*/ 3 h 196"/>
                <a:gd name="T22" fmla="*/ 3 w 284"/>
                <a:gd name="T23" fmla="*/ 40 h 196"/>
                <a:gd name="T24" fmla="*/ 3 w 284"/>
                <a:gd name="T25" fmla="*/ 40 h 196"/>
                <a:gd name="T26" fmla="*/ 42 w 284"/>
                <a:gd name="T27" fmla="*/ 119 h 196"/>
                <a:gd name="T28" fmla="*/ 110 w 284"/>
                <a:gd name="T29" fmla="*/ 172 h 196"/>
                <a:gd name="T30" fmla="*/ 222 w 284"/>
                <a:gd name="T31" fmla="*/ 196 h 196"/>
                <a:gd name="T32" fmla="*/ 222 w 284"/>
                <a:gd name="T33" fmla="*/ 196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4" h="196">
                  <a:moveTo>
                    <a:pt x="222" y="196"/>
                  </a:moveTo>
                  <a:cubicBezTo>
                    <a:pt x="232" y="196"/>
                    <a:pt x="242" y="195"/>
                    <a:pt x="253" y="194"/>
                  </a:cubicBezTo>
                  <a:cubicBezTo>
                    <a:pt x="271" y="193"/>
                    <a:pt x="284" y="177"/>
                    <a:pt x="282" y="160"/>
                  </a:cubicBezTo>
                  <a:cubicBezTo>
                    <a:pt x="281" y="142"/>
                    <a:pt x="265" y="129"/>
                    <a:pt x="248" y="130"/>
                  </a:cubicBezTo>
                  <a:cubicBezTo>
                    <a:pt x="239" y="131"/>
                    <a:pt x="230" y="132"/>
                    <a:pt x="222" y="132"/>
                  </a:cubicBezTo>
                  <a:cubicBezTo>
                    <a:pt x="185" y="132"/>
                    <a:pt x="158" y="124"/>
                    <a:pt x="137" y="115"/>
                  </a:cubicBezTo>
                  <a:cubicBezTo>
                    <a:pt x="107" y="100"/>
                    <a:pt x="89" y="78"/>
                    <a:pt x="78" y="59"/>
                  </a:cubicBezTo>
                  <a:cubicBezTo>
                    <a:pt x="73" y="50"/>
                    <a:pt x="70" y="42"/>
                    <a:pt x="68" y="36"/>
                  </a:cubicBezTo>
                  <a:cubicBezTo>
                    <a:pt x="67" y="33"/>
                    <a:pt x="66" y="31"/>
                    <a:pt x="66" y="30"/>
                  </a:cubicBezTo>
                  <a:cubicBezTo>
                    <a:pt x="66" y="29"/>
                    <a:pt x="66" y="29"/>
                    <a:pt x="66" y="28"/>
                  </a:cubicBezTo>
                  <a:cubicBezTo>
                    <a:pt x="63" y="11"/>
                    <a:pt x="46" y="0"/>
                    <a:pt x="29" y="3"/>
                  </a:cubicBezTo>
                  <a:cubicBezTo>
                    <a:pt x="11" y="6"/>
                    <a:pt x="0" y="23"/>
                    <a:pt x="3" y="40"/>
                  </a:cubicBezTo>
                  <a:cubicBezTo>
                    <a:pt x="3" y="40"/>
                    <a:pt x="3" y="40"/>
                    <a:pt x="3" y="40"/>
                  </a:cubicBezTo>
                  <a:cubicBezTo>
                    <a:pt x="4" y="43"/>
                    <a:pt x="10" y="80"/>
                    <a:pt x="42" y="119"/>
                  </a:cubicBezTo>
                  <a:cubicBezTo>
                    <a:pt x="58" y="138"/>
                    <a:pt x="80" y="158"/>
                    <a:pt x="110" y="172"/>
                  </a:cubicBezTo>
                  <a:cubicBezTo>
                    <a:pt x="139" y="187"/>
                    <a:pt x="177" y="196"/>
                    <a:pt x="222" y="196"/>
                  </a:cubicBezTo>
                  <a:cubicBezTo>
                    <a:pt x="222" y="196"/>
                    <a:pt x="222" y="196"/>
                    <a:pt x="222" y="19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9" name="Freeform 153"/>
            <p:cNvSpPr>
              <a:spLocks/>
            </p:cNvSpPr>
            <p:nvPr/>
          </p:nvSpPr>
          <p:spPr bwMode="auto">
            <a:xfrm>
              <a:off x="4976813" y="3073400"/>
              <a:ext cx="265113" cy="42863"/>
            </a:xfrm>
            <a:custGeom>
              <a:avLst/>
              <a:gdLst>
                <a:gd name="T0" fmla="*/ 102 w 200"/>
                <a:gd name="T1" fmla="*/ 31 h 32"/>
                <a:gd name="T2" fmla="*/ 142 w 200"/>
                <a:gd name="T3" fmla="*/ 17 h 32"/>
                <a:gd name="T4" fmla="*/ 178 w 200"/>
                <a:gd name="T5" fmla="*/ 28 h 32"/>
                <a:gd name="T6" fmla="*/ 183 w 200"/>
                <a:gd name="T7" fmla="*/ 32 h 32"/>
                <a:gd name="T8" fmla="*/ 200 w 200"/>
                <a:gd name="T9" fmla="*/ 32 h 32"/>
                <a:gd name="T10" fmla="*/ 143 w 200"/>
                <a:gd name="T11" fmla="*/ 0 h 32"/>
                <a:gd name="T12" fmla="*/ 82 w 200"/>
                <a:gd name="T13" fmla="*/ 21 h 32"/>
                <a:gd name="T14" fmla="*/ 29 w 200"/>
                <a:gd name="T15" fmla="*/ 6 h 32"/>
                <a:gd name="T16" fmla="*/ 0 w 200"/>
                <a:gd name="T17" fmla="*/ 32 h 32"/>
                <a:gd name="T18" fmla="*/ 101 w 200"/>
                <a:gd name="T19" fmla="*/ 32 h 32"/>
                <a:gd name="T20" fmla="*/ 102 w 200"/>
                <a:gd name="T21" fmla="*/ 3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0" h="32">
                  <a:moveTo>
                    <a:pt x="102" y="31"/>
                  </a:moveTo>
                  <a:cubicBezTo>
                    <a:pt x="102" y="31"/>
                    <a:pt x="119" y="17"/>
                    <a:pt x="142" y="17"/>
                  </a:cubicBezTo>
                  <a:cubicBezTo>
                    <a:pt x="155" y="17"/>
                    <a:pt x="167" y="21"/>
                    <a:pt x="178" y="28"/>
                  </a:cubicBezTo>
                  <a:cubicBezTo>
                    <a:pt x="180" y="29"/>
                    <a:pt x="181" y="30"/>
                    <a:pt x="183" y="32"/>
                  </a:cubicBezTo>
                  <a:cubicBezTo>
                    <a:pt x="200" y="32"/>
                    <a:pt x="200" y="32"/>
                    <a:pt x="200" y="32"/>
                  </a:cubicBezTo>
                  <a:cubicBezTo>
                    <a:pt x="188" y="17"/>
                    <a:pt x="174" y="0"/>
                    <a:pt x="143" y="0"/>
                  </a:cubicBezTo>
                  <a:cubicBezTo>
                    <a:pt x="112" y="0"/>
                    <a:pt x="105" y="16"/>
                    <a:pt x="82" y="21"/>
                  </a:cubicBezTo>
                  <a:cubicBezTo>
                    <a:pt x="59" y="26"/>
                    <a:pt x="58" y="8"/>
                    <a:pt x="29" y="6"/>
                  </a:cubicBezTo>
                  <a:cubicBezTo>
                    <a:pt x="13" y="6"/>
                    <a:pt x="4" y="20"/>
                    <a:pt x="0" y="32"/>
                  </a:cubicBezTo>
                  <a:cubicBezTo>
                    <a:pt x="101" y="32"/>
                    <a:pt x="101" y="32"/>
                    <a:pt x="101" y="32"/>
                  </a:cubicBezTo>
                  <a:lnTo>
                    <a:pt x="102" y="31"/>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0" name="Freeform 154"/>
            <p:cNvSpPr>
              <a:spLocks/>
            </p:cNvSpPr>
            <p:nvPr/>
          </p:nvSpPr>
          <p:spPr bwMode="auto">
            <a:xfrm>
              <a:off x="4965700" y="3125788"/>
              <a:ext cx="309563" cy="323850"/>
            </a:xfrm>
            <a:custGeom>
              <a:avLst/>
              <a:gdLst>
                <a:gd name="T0" fmla="*/ 39 w 234"/>
                <a:gd name="T1" fmla="*/ 244 h 244"/>
                <a:gd name="T2" fmla="*/ 196 w 234"/>
                <a:gd name="T3" fmla="*/ 244 h 244"/>
                <a:gd name="T4" fmla="*/ 220 w 234"/>
                <a:gd name="T5" fmla="*/ 32 h 244"/>
                <a:gd name="T6" fmla="*/ 234 w 234"/>
                <a:gd name="T7" fmla="*/ 32 h 244"/>
                <a:gd name="T8" fmla="*/ 234 w 234"/>
                <a:gd name="T9" fmla="*/ 0 h 244"/>
                <a:gd name="T10" fmla="*/ 201 w 234"/>
                <a:gd name="T11" fmla="*/ 0 h 244"/>
                <a:gd name="T12" fmla="*/ 212 w 234"/>
                <a:gd name="T13" fmla="*/ 47 h 244"/>
                <a:gd name="T14" fmla="*/ 142 w 234"/>
                <a:gd name="T15" fmla="*/ 112 h 244"/>
                <a:gd name="T16" fmla="*/ 142 w 234"/>
                <a:gd name="T17" fmla="*/ 112 h 244"/>
                <a:gd name="T18" fmla="*/ 132 w 234"/>
                <a:gd name="T19" fmla="*/ 107 h 244"/>
                <a:gd name="T20" fmla="*/ 133 w 234"/>
                <a:gd name="T21" fmla="*/ 90 h 244"/>
                <a:gd name="T22" fmla="*/ 110 w 234"/>
                <a:gd name="T23" fmla="*/ 2 h 244"/>
                <a:gd name="T24" fmla="*/ 107 w 234"/>
                <a:gd name="T25" fmla="*/ 0 h 244"/>
                <a:gd name="T26" fmla="*/ 0 w 234"/>
                <a:gd name="T27" fmla="*/ 0 h 244"/>
                <a:gd name="T28" fmla="*/ 0 w 234"/>
                <a:gd name="T29" fmla="*/ 32 h 244"/>
                <a:gd name="T30" fmla="*/ 14 w 234"/>
                <a:gd name="T31" fmla="*/ 32 h 244"/>
                <a:gd name="T32" fmla="*/ 39 w 234"/>
                <a:gd name="T33" fmla="*/ 244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4" h="244">
                  <a:moveTo>
                    <a:pt x="39" y="244"/>
                  </a:moveTo>
                  <a:cubicBezTo>
                    <a:pt x="196" y="244"/>
                    <a:pt x="196" y="244"/>
                    <a:pt x="196" y="244"/>
                  </a:cubicBezTo>
                  <a:cubicBezTo>
                    <a:pt x="220" y="32"/>
                    <a:pt x="220" y="32"/>
                    <a:pt x="220" y="32"/>
                  </a:cubicBezTo>
                  <a:cubicBezTo>
                    <a:pt x="234" y="32"/>
                    <a:pt x="234" y="32"/>
                    <a:pt x="234" y="32"/>
                  </a:cubicBezTo>
                  <a:cubicBezTo>
                    <a:pt x="234" y="0"/>
                    <a:pt x="234" y="0"/>
                    <a:pt x="234" y="0"/>
                  </a:cubicBezTo>
                  <a:cubicBezTo>
                    <a:pt x="201" y="0"/>
                    <a:pt x="201" y="0"/>
                    <a:pt x="201" y="0"/>
                  </a:cubicBezTo>
                  <a:cubicBezTo>
                    <a:pt x="217" y="16"/>
                    <a:pt x="216" y="34"/>
                    <a:pt x="212" y="47"/>
                  </a:cubicBezTo>
                  <a:cubicBezTo>
                    <a:pt x="202" y="82"/>
                    <a:pt x="159" y="112"/>
                    <a:pt x="142" y="112"/>
                  </a:cubicBezTo>
                  <a:cubicBezTo>
                    <a:pt x="142" y="112"/>
                    <a:pt x="142" y="112"/>
                    <a:pt x="142" y="112"/>
                  </a:cubicBezTo>
                  <a:cubicBezTo>
                    <a:pt x="136" y="112"/>
                    <a:pt x="133" y="109"/>
                    <a:pt x="132" y="107"/>
                  </a:cubicBezTo>
                  <a:cubicBezTo>
                    <a:pt x="128" y="100"/>
                    <a:pt x="132" y="93"/>
                    <a:pt x="133" y="90"/>
                  </a:cubicBezTo>
                  <a:cubicBezTo>
                    <a:pt x="152" y="55"/>
                    <a:pt x="110" y="3"/>
                    <a:pt x="110" y="2"/>
                  </a:cubicBezTo>
                  <a:cubicBezTo>
                    <a:pt x="107" y="0"/>
                    <a:pt x="107" y="0"/>
                    <a:pt x="107" y="0"/>
                  </a:cubicBezTo>
                  <a:cubicBezTo>
                    <a:pt x="0" y="0"/>
                    <a:pt x="0" y="0"/>
                    <a:pt x="0" y="0"/>
                  </a:cubicBezTo>
                  <a:cubicBezTo>
                    <a:pt x="0" y="32"/>
                    <a:pt x="0" y="32"/>
                    <a:pt x="0" y="32"/>
                  </a:cubicBezTo>
                  <a:cubicBezTo>
                    <a:pt x="14" y="32"/>
                    <a:pt x="14" y="32"/>
                    <a:pt x="14" y="32"/>
                  </a:cubicBezTo>
                  <a:lnTo>
                    <a:pt x="39" y="244"/>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1" name="Freeform 155"/>
            <p:cNvSpPr>
              <a:spLocks/>
            </p:cNvSpPr>
            <p:nvPr/>
          </p:nvSpPr>
          <p:spPr bwMode="auto">
            <a:xfrm>
              <a:off x="5119688" y="3087688"/>
              <a:ext cx="192088" cy="215900"/>
            </a:xfrm>
            <a:custGeom>
              <a:avLst/>
              <a:gdLst>
                <a:gd name="T0" fmla="*/ 0 w 145"/>
                <a:gd name="T1" fmla="*/ 26 h 163"/>
                <a:gd name="T2" fmla="*/ 24 w 145"/>
                <a:gd name="T3" fmla="*/ 123 h 163"/>
                <a:gd name="T4" fmla="*/ 67 w 145"/>
                <a:gd name="T5" fmla="*/ 24 h 163"/>
                <a:gd name="T6" fmla="*/ 0 w 145"/>
                <a:gd name="T7" fmla="*/ 26 h 163"/>
              </a:gdLst>
              <a:ahLst/>
              <a:cxnLst>
                <a:cxn ang="0">
                  <a:pos x="T0" y="T1"/>
                </a:cxn>
                <a:cxn ang="0">
                  <a:pos x="T2" y="T3"/>
                </a:cxn>
                <a:cxn ang="0">
                  <a:pos x="T4" y="T5"/>
                </a:cxn>
                <a:cxn ang="0">
                  <a:pos x="T6" y="T7"/>
                </a:cxn>
              </a:cxnLst>
              <a:rect l="0" t="0" r="r" b="b"/>
              <a:pathLst>
                <a:path w="145" h="163">
                  <a:moveTo>
                    <a:pt x="0" y="26"/>
                  </a:moveTo>
                  <a:cubicBezTo>
                    <a:pt x="0" y="26"/>
                    <a:pt x="46" y="83"/>
                    <a:pt x="24" y="123"/>
                  </a:cubicBezTo>
                  <a:cubicBezTo>
                    <a:pt x="3" y="163"/>
                    <a:pt x="145" y="76"/>
                    <a:pt x="67" y="24"/>
                  </a:cubicBezTo>
                  <a:cubicBezTo>
                    <a:pt x="30" y="0"/>
                    <a:pt x="0" y="26"/>
                    <a:pt x="0" y="2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2" name="Rectangle 156"/>
            <p:cNvSpPr>
              <a:spLocks noChangeArrowheads="1"/>
            </p:cNvSpPr>
            <p:nvPr/>
          </p:nvSpPr>
          <p:spPr bwMode="auto">
            <a:xfrm>
              <a:off x="5470525" y="3468688"/>
              <a:ext cx="273050" cy="171450"/>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3" name="Freeform 157"/>
            <p:cNvSpPr>
              <a:spLocks/>
            </p:cNvSpPr>
            <p:nvPr/>
          </p:nvSpPr>
          <p:spPr bwMode="auto">
            <a:xfrm>
              <a:off x="5470525" y="3660775"/>
              <a:ext cx="273050" cy="614363"/>
            </a:xfrm>
            <a:custGeom>
              <a:avLst/>
              <a:gdLst>
                <a:gd name="T0" fmla="*/ 0 w 206"/>
                <a:gd name="T1" fmla="*/ 463 h 463"/>
                <a:gd name="T2" fmla="*/ 206 w 206"/>
                <a:gd name="T3" fmla="*/ 463 h 463"/>
                <a:gd name="T4" fmla="*/ 206 w 206"/>
                <a:gd name="T5" fmla="*/ 347 h 463"/>
                <a:gd name="T6" fmla="*/ 107 w 206"/>
                <a:gd name="T7" fmla="*/ 221 h 463"/>
                <a:gd name="T8" fmla="*/ 206 w 206"/>
                <a:gd name="T9" fmla="*/ 94 h 463"/>
                <a:gd name="T10" fmla="*/ 206 w 206"/>
                <a:gd name="T11" fmla="*/ 0 h 463"/>
                <a:gd name="T12" fmla="*/ 0 w 206"/>
                <a:gd name="T13" fmla="*/ 0 h 463"/>
                <a:gd name="T14" fmla="*/ 0 w 206"/>
                <a:gd name="T15" fmla="*/ 463 h 4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6" h="463">
                  <a:moveTo>
                    <a:pt x="0" y="463"/>
                  </a:moveTo>
                  <a:cubicBezTo>
                    <a:pt x="206" y="463"/>
                    <a:pt x="206" y="463"/>
                    <a:pt x="206" y="463"/>
                  </a:cubicBezTo>
                  <a:cubicBezTo>
                    <a:pt x="206" y="347"/>
                    <a:pt x="206" y="347"/>
                    <a:pt x="206" y="347"/>
                  </a:cubicBezTo>
                  <a:cubicBezTo>
                    <a:pt x="149" y="334"/>
                    <a:pt x="107" y="282"/>
                    <a:pt x="107" y="221"/>
                  </a:cubicBezTo>
                  <a:cubicBezTo>
                    <a:pt x="107" y="160"/>
                    <a:pt x="149" y="108"/>
                    <a:pt x="206" y="94"/>
                  </a:cubicBezTo>
                  <a:cubicBezTo>
                    <a:pt x="206" y="0"/>
                    <a:pt x="206" y="0"/>
                    <a:pt x="206" y="0"/>
                  </a:cubicBezTo>
                  <a:cubicBezTo>
                    <a:pt x="0" y="0"/>
                    <a:pt x="0" y="0"/>
                    <a:pt x="0" y="0"/>
                  </a:cubicBezTo>
                  <a:lnTo>
                    <a:pt x="0" y="463"/>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4" name="Freeform 158"/>
            <p:cNvSpPr>
              <a:spLocks/>
            </p:cNvSpPr>
            <p:nvPr/>
          </p:nvSpPr>
          <p:spPr bwMode="auto">
            <a:xfrm>
              <a:off x="5661025" y="3836988"/>
              <a:ext cx="82550" cy="233363"/>
            </a:xfrm>
            <a:custGeom>
              <a:avLst/>
              <a:gdLst>
                <a:gd name="T0" fmla="*/ 0 w 62"/>
                <a:gd name="T1" fmla="*/ 88 h 176"/>
                <a:gd name="T2" fmla="*/ 62 w 62"/>
                <a:gd name="T3" fmla="*/ 176 h 176"/>
                <a:gd name="T4" fmla="*/ 62 w 62"/>
                <a:gd name="T5" fmla="*/ 0 h 176"/>
                <a:gd name="T6" fmla="*/ 0 w 62"/>
                <a:gd name="T7" fmla="*/ 88 h 176"/>
              </a:gdLst>
              <a:ahLst/>
              <a:cxnLst>
                <a:cxn ang="0">
                  <a:pos x="T0" y="T1"/>
                </a:cxn>
                <a:cxn ang="0">
                  <a:pos x="T2" y="T3"/>
                </a:cxn>
                <a:cxn ang="0">
                  <a:pos x="T4" y="T5"/>
                </a:cxn>
                <a:cxn ang="0">
                  <a:pos x="T6" y="T7"/>
                </a:cxn>
              </a:cxnLst>
              <a:rect l="0" t="0" r="r" b="b"/>
              <a:pathLst>
                <a:path w="62" h="176">
                  <a:moveTo>
                    <a:pt x="0" y="88"/>
                  </a:moveTo>
                  <a:cubicBezTo>
                    <a:pt x="0" y="129"/>
                    <a:pt x="26" y="163"/>
                    <a:pt x="62" y="176"/>
                  </a:cubicBezTo>
                  <a:cubicBezTo>
                    <a:pt x="62" y="0"/>
                    <a:pt x="62" y="0"/>
                    <a:pt x="62" y="0"/>
                  </a:cubicBezTo>
                  <a:cubicBezTo>
                    <a:pt x="26" y="13"/>
                    <a:pt x="0" y="47"/>
                    <a:pt x="0" y="8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65" name="组合 164"/>
          <p:cNvGrpSpPr/>
          <p:nvPr/>
        </p:nvGrpSpPr>
        <p:grpSpPr>
          <a:xfrm>
            <a:off x="2876550" y="2798763"/>
            <a:ext cx="1293813" cy="1476375"/>
            <a:chOff x="2876550" y="2798763"/>
            <a:chExt cx="1293813" cy="1476375"/>
          </a:xfrm>
        </p:grpSpPr>
        <p:sp>
          <p:nvSpPr>
            <p:cNvPr id="166" name="Freeform 159"/>
            <p:cNvSpPr>
              <a:spLocks noEditPoints="1"/>
            </p:cNvSpPr>
            <p:nvPr/>
          </p:nvSpPr>
          <p:spPr bwMode="auto">
            <a:xfrm>
              <a:off x="3436938" y="3911600"/>
              <a:ext cx="357188" cy="357188"/>
            </a:xfrm>
            <a:custGeom>
              <a:avLst/>
              <a:gdLst>
                <a:gd name="T0" fmla="*/ 0 w 225"/>
                <a:gd name="T1" fmla="*/ 225 h 225"/>
                <a:gd name="T2" fmla="*/ 225 w 225"/>
                <a:gd name="T3" fmla="*/ 225 h 225"/>
                <a:gd name="T4" fmla="*/ 225 w 225"/>
                <a:gd name="T5" fmla="*/ 0 h 225"/>
                <a:gd name="T6" fmla="*/ 0 w 225"/>
                <a:gd name="T7" fmla="*/ 0 h 225"/>
                <a:gd name="T8" fmla="*/ 0 w 225"/>
                <a:gd name="T9" fmla="*/ 225 h 225"/>
                <a:gd name="T10" fmla="*/ 25 w 225"/>
                <a:gd name="T11" fmla="*/ 50 h 225"/>
                <a:gd name="T12" fmla="*/ 58 w 225"/>
                <a:gd name="T13" fmla="*/ 50 h 225"/>
                <a:gd name="T14" fmla="*/ 58 w 225"/>
                <a:gd name="T15" fmla="*/ 175 h 225"/>
                <a:gd name="T16" fmla="*/ 25 w 225"/>
                <a:gd name="T17" fmla="*/ 175 h 225"/>
                <a:gd name="T18" fmla="*/ 25 w 225"/>
                <a:gd name="T19" fmla="*/ 50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5" h="225">
                  <a:moveTo>
                    <a:pt x="0" y="225"/>
                  </a:moveTo>
                  <a:lnTo>
                    <a:pt x="225" y="225"/>
                  </a:lnTo>
                  <a:lnTo>
                    <a:pt x="225" y="0"/>
                  </a:lnTo>
                  <a:lnTo>
                    <a:pt x="0" y="0"/>
                  </a:lnTo>
                  <a:lnTo>
                    <a:pt x="0" y="225"/>
                  </a:lnTo>
                  <a:close/>
                  <a:moveTo>
                    <a:pt x="25" y="50"/>
                  </a:moveTo>
                  <a:lnTo>
                    <a:pt x="58" y="50"/>
                  </a:lnTo>
                  <a:lnTo>
                    <a:pt x="58" y="175"/>
                  </a:lnTo>
                  <a:lnTo>
                    <a:pt x="25" y="175"/>
                  </a:lnTo>
                  <a:lnTo>
                    <a:pt x="25" y="5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7" name="Rectangle 160"/>
            <p:cNvSpPr>
              <a:spLocks noChangeArrowheads="1"/>
            </p:cNvSpPr>
            <p:nvPr/>
          </p:nvSpPr>
          <p:spPr bwMode="auto">
            <a:xfrm>
              <a:off x="3492500" y="4044950"/>
              <a:ext cx="19050" cy="90488"/>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8" name="Freeform 161"/>
            <p:cNvSpPr>
              <a:spLocks noEditPoints="1"/>
            </p:cNvSpPr>
            <p:nvPr/>
          </p:nvSpPr>
          <p:spPr bwMode="auto">
            <a:xfrm>
              <a:off x="3436938" y="3540125"/>
              <a:ext cx="357188" cy="357188"/>
            </a:xfrm>
            <a:custGeom>
              <a:avLst/>
              <a:gdLst>
                <a:gd name="T0" fmla="*/ 0 w 225"/>
                <a:gd name="T1" fmla="*/ 225 h 225"/>
                <a:gd name="T2" fmla="*/ 225 w 225"/>
                <a:gd name="T3" fmla="*/ 225 h 225"/>
                <a:gd name="T4" fmla="*/ 225 w 225"/>
                <a:gd name="T5" fmla="*/ 0 h 225"/>
                <a:gd name="T6" fmla="*/ 0 w 225"/>
                <a:gd name="T7" fmla="*/ 0 h 225"/>
                <a:gd name="T8" fmla="*/ 0 w 225"/>
                <a:gd name="T9" fmla="*/ 225 h 225"/>
                <a:gd name="T10" fmla="*/ 25 w 225"/>
                <a:gd name="T11" fmla="*/ 50 h 225"/>
                <a:gd name="T12" fmla="*/ 58 w 225"/>
                <a:gd name="T13" fmla="*/ 50 h 225"/>
                <a:gd name="T14" fmla="*/ 58 w 225"/>
                <a:gd name="T15" fmla="*/ 175 h 225"/>
                <a:gd name="T16" fmla="*/ 25 w 225"/>
                <a:gd name="T17" fmla="*/ 175 h 225"/>
                <a:gd name="T18" fmla="*/ 25 w 225"/>
                <a:gd name="T19" fmla="*/ 50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5" h="225">
                  <a:moveTo>
                    <a:pt x="0" y="225"/>
                  </a:moveTo>
                  <a:lnTo>
                    <a:pt x="225" y="225"/>
                  </a:lnTo>
                  <a:lnTo>
                    <a:pt x="225" y="0"/>
                  </a:lnTo>
                  <a:lnTo>
                    <a:pt x="0" y="0"/>
                  </a:lnTo>
                  <a:lnTo>
                    <a:pt x="0" y="225"/>
                  </a:lnTo>
                  <a:close/>
                  <a:moveTo>
                    <a:pt x="25" y="50"/>
                  </a:moveTo>
                  <a:lnTo>
                    <a:pt x="58" y="50"/>
                  </a:lnTo>
                  <a:lnTo>
                    <a:pt x="58" y="175"/>
                  </a:lnTo>
                  <a:lnTo>
                    <a:pt x="25" y="175"/>
                  </a:lnTo>
                  <a:lnTo>
                    <a:pt x="25" y="5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9" name="Rectangle 162"/>
            <p:cNvSpPr>
              <a:spLocks noChangeArrowheads="1"/>
            </p:cNvSpPr>
            <p:nvPr/>
          </p:nvSpPr>
          <p:spPr bwMode="auto">
            <a:xfrm>
              <a:off x="3492500" y="3673475"/>
              <a:ext cx="19050" cy="90488"/>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0" name="Freeform 163"/>
            <p:cNvSpPr>
              <a:spLocks/>
            </p:cNvSpPr>
            <p:nvPr/>
          </p:nvSpPr>
          <p:spPr bwMode="auto">
            <a:xfrm>
              <a:off x="3436938" y="3168650"/>
              <a:ext cx="357188" cy="357188"/>
            </a:xfrm>
            <a:custGeom>
              <a:avLst/>
              <a:gdLst>
                <a:gd name="T0" fmla="*/ 0 w 269"/>
                <a:gd name="T1" fmla="*/ 124 h 269"/>
                <a:gd name="T2" fmla="*/ 20 w 269"/>
                <a:gd name="T3" fmla="*/ 128 h 269"/>
                <a:gd name="T4" fmla="*/ 20 w 269"/>
                <a:gd name="T5" fmla="*/ 20 h 269"/>
                <a:gd name="T6" fmla="*/ 168 w 269"/>
                <a:gd name="T7" fmla="*/ 20 h 269"/>
                <a:gd name="T8" fmla="*/ 168 w 269"/>
                <a:gd name="T9" fmla="*/ 82 h 269"/>
                <a:gd name="T10" fmla="*/ 191 w 269"/>
                <a:gd name="T11" fmla="*/ 95 h 269"/>
                <a:gd name="T12" fmla="*/ 192 w 269"/>
                <a:gd name="T13" fmla="*/ 95 h 269"/>
                <a:gd name="T14" fmla="*/ 192 w 269"/>
                <a:gd name="T15" fmla="*/ 71 h 269"/>
                <a:gd name="T16" fmla="*/ 208 w 269"/>
                <a:gd name="T17" fmla="*/ 71 h 269"/>
                <a:gd name="T18" fmla="*/ 208 w 269"/>
                <a:gd name="T19" fmla="*/ 199 h 269"/>
                <a:gd name="T20" fmla="*/ 192 w 269"/>
                <a:gd name="T21" fmla="*/ 199 h 269"/>
                <a:gd name="T22" fmla="*/ 192 w 269"/>
                <a:gd name="T23" fmla="*/ 148 h 269"/>
                <a:gd name="T24" fmla="*/ 188 w 269"/>
                <a:gd name="T25" fmla="*/ 151 h 269"/>
                <a:gd name="T26" fmla="*/ 168 w 269"/>
                <a:gd name="T27" fmla="*/ 168 h 269"/>
                <a:gd name="T28" fmla="*/ 168 w 269"/>
                <a:gd name="T29" fmla="*/ 249 h 269"/>
                <a:gd name="T30" fmla="*/ 20 w 269"/>
                <a:gd name="T31" fmla="*/ 249 h 269"/>
                <a:gd name="T32" fmla="*/ 20 w 269"/>
                <a:gd name="T33" fmla="*/ 208 h 269"/>
                <a:gd name="T34" fmla="*/ 0 w 269"/>
                <a:gd name="T35" fmla="*/ 205 h 269"/>
                <a:gd name="T36" fmla="*/ 0 w 269"/>
                <a:gd name="T37" fmla="*/ 269 h 269"/>
                <a:gd name="T38" fmla="*/ 269 w 269"/>
                <a:gd name="T39" fmla="*/ 269 h 269"/>
                <a:gd name="T40" fmla="*/ 269 w 269"/>
                <a:gd name="T41" fmla="*/ 0 h 269"/>
                <a:gd name="T42" fmla="*/ 0 w 269"/>
                <a:gd name="T43" fmla="*/ 0 h 269"/>
                <a:gd name="T44" fmla="*/ 0 w 269"/>
                <a:gd name="T45" fmla="*/ 12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9" h="269">
                  <a:moveTo>
                    <a:pt x="0" y="124"/>
                  </a:moveTo>
                  <a:cubicBezTo>
                    <a:pt x="6" y="125"/>
                    <a:pt x="13" y="127"/>
                    <a:pt x="20" y="128"/>
                  </a:cubicBezTo>
                  <a:cubicBezTo>
                    <a:pt x="20" y="20"/>
                    <a:pt x="20" y="20"/>
                    <a:pt x="20" y="20"/>
                  </a:cubicBezTo>
                  <a:cubicBezTo>
                    <a:pt x="168" y="20"/>
                    <a:pt x="168" y="20"/>
                    <a:pt x="168" y="20"/>
                  </a:cubicBezTo>
                  <a:cubicBezTo>
                    <a:pt x="168" y="82"/>
                    <a:pt x="168" y="82"/>
                    <a:pt x="168" y="82"/>
                  </a:cubicBezTo>
                  <a:cubicBezTo>
                    <a:pt x="177" y="83"/>
                    <a:pt x="185" y="88"/>
                    <a:pt x="191" y="95"/>
                  </a:cubicBezTo>
                  <a:cubicBezTo>
                    <a:pt x="191" y="95"/>
                    <a:pt x="192" y="95"/>
                    <a:pt x="192" y="95"/>
                  </a:cubicBezTo>
                  <a:cubicBezTo>
                    <a:pt x="192" y="71"/>
                    <a:pt x="192" y="71"/>
                    <a:pt x="192" y="71"/>
                  </a:cubicBezTo>
                  <a:cubicBezTo>
                    <a:pt x="208" y="71"/>
                    <a:pt x="208" y="71"/>
                    <a:pt x="208" y="71"/>
                  </a:cubicBezTo>
                  <a:cubicBezTo>
                    <a:pt x="208" y="199"/>
                    <a:pt x="208" y="199"/>
                    <a:pt x="208" y="199"/>
                  </a:cubicBezTo>
                  <a:cubicBezTo>
                    <a:pt x="192" y="199"/>
                    <a:pt x="192" y="199"/>
                    <a:pt x="192" y="199"/>
                  </a:cubicBezTo>
                  <a:cubicBezTo>
                    <a:pt x="192" y="148"/>
                    <a:pt x="192" y="148"/>
                    <a:pt x="192" y="148"/>
                  </a:cubicBezTo>
                  <a:cubicBezTo>
                    <a:pt x="191" y="149"/>
                    <a:pt x="190" y="150"/>
                    <a:pt x="188" y="151"/>
                  </a:cubicBezTo>
                  <a:cubicBezTo>
                    <a:pt x="182" y="158"/>
                    <a:pt x="175" y="163"/>
                    <a:pt x="168" y="168"/>
                  </a:cubicBezTo>
                  <a:cubicBezTo>
                    <a:pt x="168" y="249"/>
                    <a:pt x="168" y="249"/>
                    <a:pt x="168" y="249"/>
                  </a:cubicBezTo>
                  <a:cubicBezTo>
                    <a:pt x="20" y="249"/>
                    <a:pt x="20" y="249"/>
                    <a:pt x="20" y="249"/>
                  </a:cubicBezTo>
                  <a:cubicBezTo>
                    <a:pt x="20" y="208"/>
                    <a:pt x="20" y="208"/>
                    <a:pt x="20" y="208"/>
                  </a:cubicBezTo>
                  <a:cubicBezTo>
                    <a:pt x="13" y="207"/>
                    <a:pt x="6" y="207"/>
                    <a:pt x="0" y="205"/>
                  </a:cubicBezTo>
                  <a:cubicBezTo>
                    <a:pt x="0" y="269"/>
                    <a:pt x="0" y="269"/>
                    <a:pt x="0" y="269"/>
                  </a:cubicBezTo>
                  <a:cubicBezTo>
                    <a:pt x="269" y="269"/>
                    <a:pt x="269" y="269"/>
                    <a:pt x="269" y="269"/>
                  </a:cubicBezTo>
                  <a:cubicBezTo>
                    <a:pt x="269" y="0"/>
                    <a:pt x="269" y="0"/>
                    <a:pt x="269" y="0"/>
                  </a:cubicBezTo>
                  <a:cubicBezTo>
                    <a:pt x="0" y="0"/>
                    <a:pt x="0" y="0"/>
                    <a:pt x="0" y="0"/>
                  </a:cubicBezTo>
                  <a:lnTo>
                    <a:pt x="0" y="124"/>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1" name="Freeform 164"/>
            <p:cNvSpPr>
              <a:spLocks noEditPoints="1"/>
            </p:cNvSpPr>
            <p:nvPr/>
          </p:nvSpPr>
          <p:spPr bwMode="auto">
            <a:xfrm>
              <a:off x="3436938" y="2798763"/>
              <a:ext cx="357188" cy="357188"/>
            </a:xfrm>
            <a:custGeom>
              <a:avLst/>
              <a:gdLst>
                <a:gd name="T0" fmla="*/ 0 w 225"/>
                <a:gd name="T1" fmla="*/ 225 h 225"/>
                <a:gd name="T2" fmla="*/ 225 w 225"/>
                <a:gd name="T3" fmla="*/ 225 h 225"/>
                <a:gd name="T4" fmla="*/ 225 w 225"/>
                <a:gd name="T5" fmla="*/ 0 h 225"/>
                <a:gd name="T6" fmla="*/ 0 w 225"/>
                <a:gd name="T7" fmla="*/ 0 h 225"/>
                <a:gd name="T8" fmla="*/ 0 w 225"/>
                <a:gd name="T9" fmla="*/ 225 h 225"/>
                <a:gd name="T10" fmla="*/ 25 w 225"/>
                <a:gd name="T11" fmla="*/ 49 h 225"/>
                <a:gd name="T12" fmla="*/ 58 w 225"/>
                <a:gd name="T13" fmla="*/ 49 h 225"/>
                <a:gd name="T14" fmla="*/ 58 w 225"/>
                <a:gd name="T15" fmla="*/ 175 h 225"/>
                <a:gd name="T16" fmla="*/ 25 w 225"/>
                <a:gd name="T17" fmla="*/ 175 h 225"/>
                <a:gd name="T18" fmla="*/ 25 w 225"/>
                <a:gd name="T19" fmla="*/ 49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5" h="225">
                  <a:moveTo>
                    <a:pt x="0" y="225"/>
                  </a:moveTo>
                  <a:lnTo>
                    <a:pt x="225" y="225"/>
                  </a:lnTo>
                  <a:lnTo>
                    <a:pt x="225" y="0"/>
                  </a:lnTo>
                  <a:lnTo>
                    <a:pt x="0" y="0"/>
                  </a:lnTo>
                  <a:lnTo>
                    <a:pt x="0" y="225"/>
                  </a:lnTo>
                  <a:close/>
                  <a:moveTo>
                    <a:pt x="25" y="49"/>
                  </a:moveTo>
                  <a:lnTo>
                    <a:pt x="58" y="49"/>
                  </a:lnTo>
                  <a:lnTo>
                    <a:pt x="58" y="175"/>
                  </a:lnTo>
                  <a:lnTo>
                    <a:pt x="25" y="175"/>
                  </a:lnTo>
                  <a:lnTo>
                    <a:pt x="25" y="49"/>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2" name="Rectangle 165"/>
            <p:cNvSpPr>
              <a:spLocks noChangeArrowheads="1"/>
            </p:cNvSpPr>
            <p:nvPr/>
          </p:nvSpPr>
          <p:spPr bwMode="auto">
            <a:xfrm>
              <a:off x="3492500" y="2932113"/>
              <a:ext cx="19050" cy="88900"/>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3" name="Freeform 166"/>
            <p:cNvSpPr>
              <a:spLocks noEditPoints="1"/>
            </p:cNvSpPr>
            <p:nvPr/>
          </p:nvSpPr>
          <p:spPr bwMode="auto">
            <a:xfrm>
              <a:off x="3813175" y="3911600"/>
              <a:ext cx="357188" cy="357188"/>
            </a:xfrm>
            <a:custGeom>
              <a:avLst/>
              <a:gdLst>
                <a:gd name="T0" fmla="*/ 0 w 225"/>
                <a:gd name="T1" fmla="*/ 225 h 225"/>
                <a:gd name="T2" fmla="*/ 225 w 225"/>
                <a:gd name="T3" fmla="*/ 225 h 225"/>
                <a:gd name="T4" fmla="*/ 225 w 225"/>
                <a:gd name="T5" fmla="*/ 0 h 225"/>
                <a:gd name="T6" fmla="*/ 0 w 225"/>
                <a:gd name="T7" fmla="*/ 0 h 225"/>
                <a:gd name="T8" fmla="*/ 0 w 225"/>
                <a:gd name="T9" fmla="*/ 225 h 225"/>
                <a:gd name="T10" fmla="*/ 25 w 225"/>
                <a:gd name="T11" fmla="*/ 50 h 225"/>
                <a:gd name="T12" fmla="*/ 59 w 225"/>
                <a:gd name="T13" fmla="*/ 50 h 225"/>
                <a:gd name="T14" fmla="*/ 59 w 225"/>
                <a:gd name="T15" fmla="*/ 175 h 225"/>
                <a:gd name="T16" fmla="*/ 25 w 225"/>
                <a:gd name="T17" fmla="*/ 175 h 225"/>
                <a:gd name="T18" fmla="*/ 25 w 225"/>
                <a:gd name="T19" fmla="*/ 50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5" h="225">
                  <a:moveTo>
                    <a:pt x="0" y="225"/>
                  </a:moveTo>
                  <a:lnTo>
                    <a:pt x="225" y="225"/>
                  </a:lnTo>
                  <a:lnTo>
                    <a:pt x="225" y="0"/>
                  </a:lnTo>
                  <a:lnTo>
                    <a:pt x="0" y="0"/>
                  </a:lnTo>
                  <a:lnTo>
                    <a:pt x="0" y="225"/>
                  </a:lnTo>
                  <a:close/>
                  <a:moveTo>
                    <a:pt x="25" y="50"/>
                  </a:moveTo>
                  <a:lnTo>
                    <a:pt x="59" y="50"/>
                  </a:lnTo>
                  <a:lnTo>
                    <a:pt x="59" y="175"/>
                  </a:lnTo>
                  <a:lnTo>
                    <a:pt x="25" y="175"/>
                  </a:lnTo>
                  <a:lnTo>
                    <a:pt x="25" y="5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4" name="Rectangle 167"/>
            <p:cNvSpPr>
              <a:spLocks noChangeArrowheads="1"/>
            </p:cNvSpPr>
            <p:nvPr/>
          </p:nvSpPr>
          <p:spPr bwMode="auto">
            <a:xfrm>
              <a:off x="3868738" y="4044950"/>
              <a:ext cx="20638" cy="90488"/>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5" name="Freeform 168"/>
            <p:cNvSpPr>
              <a:spLocks noEditPoints="1"/>
            </p:cNvSpPr>
            <p:nvPr/>
          </p:nvSpPr>
          <p:spPr bwMode="auto">
            <a:xfrm>
              <a:off x="3813175" y="3540125"/>
              <a:ext cx="357188" cy="357188"/>
            </a:xfrm>
            <a:custGeom>
              <a:avLst/>
              <a:gdLst>
                <a:gd name="T0" fmla="*/ 0 w 225"/>
                <a:gd name="T1" fmla="*/ 225 h 225"/>
                <a:gd name="T2" fmla="*/ 225 w 225"/>
                <a:gd name="T3" fmla="*/ 225 h 225"/>
                <a:gd name="T4" fmla="*/ 225 w 225"/>
                <a:gd name="T5" fmla="*/ 0 h 225"/>
                <a:gd name="T6" fmla="*/ 0 w 225"/>
                <a:gd name="T7" fmla="*/ 0 h 225"/>
                <a:gd name="T8" fmla="*/ 0 w 225"/>
                <a:gd name="T9" fmla="*/ 225 h 225"/>
                <a:gd name="T10" fmla="*/ 25 w 225"/>
                <a:gd name="T11" fmla="*/ 50 h 225"/>
                <a:gd name="T12" fmla="*/ 59 w 225"/>
                <a:gd name="T13" fmla="*/ 50 h 225"/>
                <a:gd name="T14" fmla="*/ 59 w 225"/>
                <a:gd name="T15" fmla="*/ 175 h 225"/>
                <a:gd name="T16" fmla="*/ 25 w 225"/>
                <a:gd name="T17" fmla="*/ 175 h 225"/>
                <a:gd name="T18" fmla="*/ 25 w 225"/>
                <a:gd name="T19" fmla="*/ 50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5" h="225">
                  <a:moveTo>
                    <a:pt x="0" y="225"/>
                  </a:moveTo>
                  <a:lnTo>
                    <a:pt x="225" y="225"/>
                  </a:lnTo>
                  <a:lnTo>
                    <a:pt x="225" y="0"/>
                  </a:lnTo>
                  <a:lnTo>
                    <a:pt x="0" y="0"/>
                  </a:lnTo>
                  <a:lnTo>
                    <a:pt x="0" y="225"/>
                  </a:lnTo>
                  <a:close/>
                  <a:moveTo>
                    <a:pt x="25" y="50"/>
                  </a:moveTo>
                  <a:lnTo>
                    <a:pt x="59" y="50"/>
                  </a:lnTo>
                  <a:lnTo>
                    <a:pt x="59" y="175"/>
                  </a:lnTo>
                  <a:lnTo>
                    <a:pt x="25" y="175"/>
                  </a:lnTo>
                  <a:lnTo>
                    <a:pt x="25" y="5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6" name="Rectangle 169"/>
            <p:cNvSpPr>
              <a:spLocks noChangeArrowheads="1"/>
            </p:cNvSpPr>
            <p:nvPr/>
          </p:nvSpPr>
          <p:spPr bwMode="auto">
            <a:xfrm>
              <a:off x="3868738" y="3673475"/>
              <a:ext cx="20638" cy="90488"/>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7" name="Freeform 170"/>
            <p:cNvSpPr>
              <a:spLocks noEditPoints="1"/>
            </p:cNvSpPr>
            <p:nvPr/>
          </p:nvSpPr>
          <p:spPr bwMode="auto">
            <a:xfrm>
              <a:off x="3813175" y="2798763"/>
              <a:ext cx="357188" cy="357188"/>
            </a:xfrm>
            <a:custGeom>
              <a:avLst/>
              <a:gdLst>
                <a:gd name="T0" fmla="*/ 0 w 225"/>
                <a:gd name="T1" fmla="*/ 0 h 225"/>
                <a:gd name="T2" fmla="*/ 0 w 225"/>
                <a:gd name="T3" fmla="*/ 225 h 225"/>
                <a:gd name="T4" fmla="*/ 225 w 225"/>
                <a:gd name="T5" fmla="*/ 225 h 225"/>
                <a:gd name="T6" fmla="*/ 225 w 225"/>
                <a:gd name="T7" fmla="*/ 0 h 225"/>
                <a:gd name="T8" fmla="*/ 0 w 225"/>
                <a:gd name="T9" fmla="*/ 0 h 225"/>
                <a:gd name="T10" fmla="*/ 59 w 225"/>
                <a:gd name="T11" fmla="*/ 175 h 225"/>
                <a:gd name="T12" fmla="*/ 25 w 225"/>
                <a:gd name="T13" fmla="*/ 175 h 225"/>
                <a:gd name="T14" fmla="*/ 25 w 225"/>
                <a:gd name="T15" fmla="*/ 49 h 225"/>
                <a:gd name="T16" fmla="*/ 59 w 225"/>
                <a:gd name="T17" fmla="*/ 49 h 225"/>
                <a:gd name="T18" fmla="*/ 59 w 225"/>
                <a:gd name="T19" fmla="*/ 175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5" h="225">
                  <a:moveTo>
                    <a:pt x="0" y="0"/>
                  </a:moveTo>
                  <a:lnTo>
                    <a:pt x="0" y="225"/>
                  </a:lnTo>
                  <a:lnTo>
                    <a:pt x="225" y="225"/>
                  </a:lnTo>
                  <a:lnTo>
                    <a:pt x="225" y="0"/>
                  </a:lnTo>
                  <a:lnTo>
                    <a:pt x="0" y="0"/>
                  </a:lnTo>
                  <a:close/>
                  <a:moveTo>
                    <a:pt x="59" y="175"/>
                  </a:moveTo>
                  <a:lnTo>
                    <a:pt x="25" y="175"/>
                  </a:lnTo>
                  <a:lnTo>
                    <a:pt x="25" y="49"/>
                  </a:lnTo>
                  <a:lnTo>
                    <a:pt x="59" y="49"/>
                  </a:lnTo>
                  <a:lnTo>
                    <a:pt x="59" y="175"/>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8" name="Rectangle 171"/>
            <p:cNvSpPr>
              <a:spLocks noChangeArrowheads="1"/>
            </p:cNvSpPr>
            <p:nvPr/>
          </p:nvSpPr>
          <p:spPr bwMode="auto">
            <a:xfrm>
              <a:off x="3868738" y="2932113"/>
              <a:ext cx="20638" cy="88900"/>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9" name="Freeform 172"/>
            <p:cNvSpPr>
              <a:spLocks noEditPoints="1"/>
            </p:cNvSpPr>
            <p:nvPr/>
          </p:nvSpPr>
          <p:spPr bwMode="auto">
            <a:xfrm>
              <a:off x="3813175" y="3168650"/>
              <a:ext cx="357188" cy="357188"/>
            </a:xfrm>
            <a:custGeom>
              <a:avLst/>
              <a:gdLst>
                <a:gd name="T0" fmla="*/ 0 w 225"/>
                <a:gd name="T1" fmla="*/ 225 h 225"/>
                <a:gd name="T2" fmla="*/ 225 w 225"/>
                <a:gd name="T3" fmla="*/ 225 h 225"/>
                <a:gd name="T4" fmla="*/ 225 w 225"/>
                <a:gd name="T5" fmla="*/ 0 h 225"/>
                <a:gd name="T6" fmla="*/ 0 w 225"/>
                <a:gd name="T7" fmla="*/ 0 h 225"/>
                <a:gd name="T8" fmla="*/ 0 w 225"/>
                <a:gd name="T9" fmla="*/ 225 h 225"/>
                <a:gd name="T10" fmla="*/ 25 w 225"/>
                <a:gd name="T11" fmla="*/ 50 h 225"/>
                <a:gd name="T12" fmla="*/ 59 w 225"/>
                <a:gd name="T13" fmla="*/ 50 h 225"/>
                <a:gd name="T14" fmla="*/ 59 w 225"/>
                <a:gd name="T15" fmla="*/ 176 h 225"/>
                <a:gd name="T16" fmla="*/ 25 w 225"/>
                <a:gd name="T17" fmla="*/ 176 h 225"/>
                <a:gd name="T18" fmla="*/ 25 w 225"/>
                <a:gd name="T19" fmla="*/ 50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5" h="225">
                  <a:moveTo>
                    <a:pt x="0" y="225"/>
                  </a:moveTo>
                  <a:lnTo>
                    <a:pt x="225" y="225"/>
                  </a:lnTo>
                  <a:lnTo>
                    <a:pt x="225" y="0"/>
                  </a:lnTo>
                  <a:lnTo>
                    <a:pt x="0" y="0"/>
                  </a:lnTo>
                  <a:lnTo>
                    <a:pt x="0" y="225"/>
                  </a:lnTo>
                  <a:close/>
                  <a:moveTo>
                    <a:pt x="25" y="50"/>
                  </a:moveTo>
                  <a:lnTo>
                    <a:pt x="59" y="50"/>
                  </a:lnTo>
                  <a:lnTo>
                    <a:pt x="59" y="176"/>
                  </a:lnTo>
                  <a:lnTo>
                    <a:pt x="25" y="176"/>
                  </a:lnTo>
                  <a:lnTo>
                    <a:pt x="25" y="5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0" name="Rectangle 173"/>
            <p:cNvSpPr>
              <a:spLocks noChangeArrowheads="1"/>
            </p:cNvSpPr>
            <p:nvPr/>
          </p:nvSpPr>
          <p:spPr bwMode="auto">
            <a:xfrm>
              <a:off x="3868738" y="3303588"/>
              <a:ext cx="20638" cy="88900"/>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1" name="Oval 174"/>
            <p:cNvSpPr>
              <a:spLocks noChangeArrowheads="1"/>
            </p:cNvSpPr>
            <p:nvPr/>
          </p:nvSpPr>
          <p:spPr bwMode="auto">
            <a:xfrm>
              <a:off x="3081338" y="3014663"/>
              <a:ext cx="238125" cy="239713"/>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2" name="Freeform 175"/>
            <p:cNvSpPr>
              <a:spLocks/>
            </p:cNvSpPr>
            <p:nvPr/>
          </p:nvSpPr>
          <p:spPr bwMode="auto">
            <a:xfrm>
              <a:off x="2876550" y="3282950"/>
              <a:ext cx="820738" cy="992188"/>
            </a:xfrm>
            <a:custGeom>
              <a:avLst/>
              <a:gdLst>
                <a:gd name="T0" fmla="*/ 464 w 619"/>
                <a:gd name="T1" fmla="*/ 115 h 747"/>
                <a:gd name="T2" fmla="*/ 605 w 619"/>
                <a:gd name="T3" fmla="*/ 59 h 747"/>
                <a:gd name="T4" fmla="*/ 607 w 619"/>
                <a:gd name="T5" fmla="*/ 14 h 747"/>
                <a:gd name="T6" fmla="*/ 562 w 619"/>
                <a:gd name="T7" fmla="*/ 12 h 747"/>
                <a:gd name="T8" fmla="*/ 463 w 619"/>
                <a:gd name="T9" fmla="*/ 51 h 747"/>
                <a:gd name="T10" fmla="*/ 376 w 619"/>
                <a:gd name="T11" fmla="*/ 30 h 747"/>
                <a:gd name="T12" fmla="*/ 349 w 619"/>
                <a:gd name="T13" fmla="*/ 15 h 747"/>
                <a:gd name="T14" fmla="*/ 345 w 619"/>
                <a:gd name="T15" fmla="*/ 13 h 747"/>
                <a:gd name="T16" fmla="*/ 321 w 619"/>
                <a:gd name="T17" fmla="*/ 1 h 747"/>
                <a:gd name="T18" fmla="*/ 167 w 619"/>
                <a:gd name="T19" fmla="*/ 1 h 747"/>
                <a:gd name="T20" fmla="*/ 155 w 619"/>
                <a:gd name="T21" fmla="*/ 3 h 747"/>
                <a:gd name="T22" fmla="*/ 133 w 619"/>
                <a:gd name="T23" fmla="*/ 12 h 747"/>
                <a:gd name="T24" fmla="*/ 65 w 619"/>
                <a:gd name="T25" fmla="*/ 101 h 747"/>
                <a:gd name="T26" fmla="*/ 21 w 619"/>
                <a:gd name="T27" fmla="*/ 344 h 747"/>
                <a:gd name="T28" fmla="*/ 47 w 619"/>
                <a:gd name="T29" fmla="*/ 378 h 747"/>
                <a:gd name="T30" fmla="*/ 47 w 619"/>
                <a:gd name="T31" fmla="*/ 406 h 747"/>
                <a:gd name="T32" fmla="*/ 16 w 619"/>
                <a:gd name="T33" fmla="*/ 406 h 747"/>
                <a:gd name="T34" fmla="*/ 0 w 619"/>
                <a:gd name="T35" fmla="*/ 422 h 747"/>
                <a:gd name="T36" fmla="*/ 0 w 619"/>
                <a:gd name="T37" fmla="*/ 585 h 747"/>
                <a:gd name="T38" fmla="*/ 16 w 619"/>
                <a:gd name="T39" fmla="*/ 601 h 747"/>
                <a:gd name="T40" fmla="*/ 96 w 619"/>
                <a:gd name="T41" fmla="*/ 601 h 747"/>
                <a:gd name="T42" fmla="*/ 112 w 619"/>
                <a:gd name="T43" fmla="*/ 585 h 747"/>
                <a:gd name="T44" fmla="*/ 112 w 619"/>
                <a:gd name="T45" fmla="*/ 422 h 747"/>
                <a:gd name="T46" fmla="*/ 96 w 619"/>
                <a:gd name="T47" fmla="*/ 406 h 747"/>
                <a:gd name="T48" fmla="*/ 66 w 619"/>
                <a:gd name="T49" fmla="*/ 406 h 747"/>
                <a:gd name="T50" fmla="*/ 66 w 619"/>
                <a:gd name="T51" fmla="*/ 375 h 747"/>
                <a:gd name="T52" fmla="*/ 85 w 619"/>
                <a:gd name="T53" fmla="*/ 348 h 747"/>
                <a:gd name="T54" fmla="*/ 136 w 619"/>
                <a:gd name="T55" fmla="*/ 101 h 747"/>
                <a:gd name="T56" fmla="*/ 136 w 619"/>
                <a:gd name="T57" fmla="*/ 698 h 747"/>
                <a:gd name="T58" fmla="*/ 185 w 619"/>
                <a:gd name="T59" fmla="*/ 747 h 747"/>
                <a:gd name="T60" fmla="*/ 235 w 619"/>
                <a:gd name="T61" fmla="*/ 698 h 747"/>
                <a:gd name="T62" fmla="*/ 235 w 619"/>
                <a:gd name="T63" fmla="*/ 336 h 747"/>
                <a:gd name="T64" fmla="*/ 253 w 619"/>
                <a:gd name="T65" fmla="*/ 336 h 747"/>
                <a:gd name="T66" fmla="*/ 253 w 619"/>
                <a:gd name="T67" fmla="*/ 698 h 747"/>
                <a:gd name="T68" fmla="*/ 303 w 619"/>
                <a:gd name="T69" fmla="*/ 747 h 747"/>
                <a:gd name="T70" fmla="*/ 352 w 619"/>
                <a:gd name="T71" fmla="*/ 698 h 747"/>
                <a:gd name="T72" fmla="*/ 352 w 619"/>
                <a:gd name="T73" fmla="*/ 89 h 747"/>
                <a:gd name="T74" fmla="*/ 463 w 619"/>
                <a:gd name="T75" fmla="*/ 115 h 747"/>
                <a:gd name="T76" fmla="*/ 464 w 619"/>
                <a:gd name="T77" fmla="*/ 115 h 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19" h="747">
                  <a:moveTo>
                    <a:pt x="464" y="115"/>
                  </a:moveTo>
                  <a:cubicBezTo>
                    <a:pt x="509" y="115"/>
                    <a:pt x="560" y="100"/>
                    <a:pt x="605" y="59"/>
                  </a:cubicBezTo>
                  <a:cubicBezTo>
                    <a:pt x="618" y="47"/>
                    <a:pt x="619" y="27"/>
                    <a:pt x="607" y="14"/>
                  </a:cubicBezTo>
                  <a:cubicBezTo>
                    <a:pt x="596" y="1"/>
                    <a:pt x="575" y="0"/>
                    <a:pt x="562" y="12"/>
                  </a:cubicBezTo>
                  <a:cubicBezTo>
                    <a:pt x="528" y="42"/>
                    <a:pt x="495" y="51"/>
                    <a:pt x="463" y="51"/>
                  </a:cubicBezTo>
                  <a:cubicBezTo>
                    <a:pt x="431" y="51"/>
                    <a:pt x="399" y="41"/>
                    <a:pt x="376" y="30"/>
                  </a:cubicBezTo>
                  <a:cubicBezTo>
                    <a:pt x="364" y="24"/>
                    <a:pt x="355" y="19"/>
                    <a:pt x="349" y="15"/>
                  </a:cubicBezTo>
                  <a:cubicBezTo>
                    <a:pt x="347" y="14"/>
                    <a:pt x="346" y="13"/>
                    <a:pt x="345" y="13"/>
                  </a:cubicBezTo>
                  <a:cubicBezTo>
                    <a:pt x="340" y="6"/>
                    <a:pt x="331" y="1"/>
                    <a:pt x="321" y="1"/>
                  </a:cubicBezTo>
                  <a:cubicBezTo>
                    <a:pt x="167" y="1"/>
                    <a:pt x="167" y="1"/>
                    <a:pt x="167" y="1"/>
                  </a:cubicBezTo>
                  <a:cubicBezTo>
                    <a:pt x="163" y="1"/>
                    <a:pt x="159" y="2"/>
                    <a:pt x="155" y="3"/>
                  </a:cubicBezTo>
                  <a:cubicBezTo>
                    <a:pt x="149" y="5"/>
                    <a:pt x="141" y="7"/>
                    <a:pt x="133" y="12"/>
                  </a:cubicBezTo>
                  <a:cubicBezTo>
                    <a:pt x="110" y="25"/>
                    <a:pt x="85" y="51"/>
                    <a:pt x="65" y="101"/>
                  </a:cubicBezTo>
                  <a:cubicBezTo>
                    <a:pt x="45" y="152"/>
                    <a:pt x="28" y="228"/>
                    <a:pt x="21" y="344"/>
                  </a:cubicBezTo>
                  <a:cubicBezTo>
                    <a:pt x="20" y="361"/>
                    <a:pt x="31" y="375"/>
                    <a:pt x="47" y="378"/>
                  </a:cubicBezTo>
                  <a:cubicBezTo>
                    <a:pt x="47" y="406"/>
                    <a:pt x="47" y="406"/>
                    <a:pt x="47" y="406"/>
                  </a:cubicBezTo>
                  <a:cubicBezTo>
                    <a:pt x="16" y="406"/>
                    <a:pt x="16" y="406"/>
                    <a:pt x="16" y="406"/>
                  </a:cubicBezTo>
                  <a:cubicBezTo>
                    <a:pt x="7" y="406"/>
                    <a:pt x="0" y="413"/>
                    <a:pt x="0" y="422"/>
                  </a:cubicBezTo>
                  <a:cubicBezTo>
                    <a:pt x="0" y="585"/>
                    <a:pt x="0" y="585"/>
                    <a:pt x="0" y="585"/>
                  </a:cubicBezTo>
                  <a:cubicBezTo>
                    <a:pt x="0" y="594"/>
                    <a:pt x="7" y="601"/>
                    <a:pt x="16" y="601"/>
                  </a:cubicBezTo>
                  <a:cubicBezTo>
                    <a:pt x="96" y="601"/>
                    <a:pt x="96" y="601"/>
                    <a:pt x="96" y="601"/>
                  </a:cubicBezTo>
                  <a:cubicBezTo>
                    <a:pt x="105" y="601"/>
                    <a:pt x="112" y="594"/>
                    <a:pt x="112" y="585"/>
                  </a:cubicBezTo>
                  <a:cubicBezTo>
                    <a:pt x="112" y="422"/>
                    <a:pt x="112" y="422"/>
                    <a:pt x="112" y="422"/>
                  </a:cubicBezTo>
                  <a:cubicBezTo>
                    <a:pt x="112" y="413"/>
                    <a:pt x="105" y="406"/>
                    <a:pt x="96" y="406"/>
                  </a:cubicBezTo>
                  <a:cubicBezTo>
                    <a:pt x="66" y="406"/>
                    <a:pt x="66" y="406"/>
                    <a:pt x="66" y="406"/>
                  </a:cubicBezTo>
                  <a:cubicBezTo>
                    <a:pt x="66" y="375"/>
                    <a:pt x="66" y="375"/>
                    <a:pt x="66" y="375"/>
                  </a:cubicBezTo>
                  <a:cubicBezTo>
                    <a:pt x="76" y="371"/>
                    <a:pt x="84" y="360"/>
                    <a:pt x="85" y="348"/>
                  </a:cubicBezTo>
                  <a:cubicBezTo>
                    <a:pt x="93" y="209"/>
                    <a:pt x="116" y="136"/>
                    <a:pt x="136" y="101"/>
                  </a:cubicBezTo>
                  <a:cubicBezTo>
                    <a:pt x="136" y="698"/>
                    <a:pt x="136" y="698"/>
                    <a:pt x="136" y="698"/>
                  </a:cubicBezTo>
                  <a:cubicBezTo>
                    <a:pt x="136" y="725"/>
                    <a:pt x="158" y="747"/>
                    <a:pt x="185" y="747"/>
                  </a:cubicBezTo>
                  <a:cubicBezTo>
                    <a:pt x="213" y="747"/>
                    <a:pt x="235" y="725"/>
                    <a:pt x="235" y="698"/>
                  </a:cubicBezTo>
                  <a:cubicBezTo>
                    <a:pt x="235" y="336"/>
                    <a:pt x="235" y="336"/>
                    <a:pt x="235" y="336"/>
                  </a:cubicBezTo>
                  <a:cubicBezTo>
                    <a:pt x="253" y="336"/>
                    <a:pt x="253" y="336"/>
                    <a:pt x="253" y="336"/>
                  </a:cubicBezTo>
                  <a:cubicBezTo>
                    <a:pt x="253" y="698"/>
                    <a:pt x="253" y="698"/>
                    <a:pt x="253" y="698"/>
                  </a:cubicBezTo>
                  <a:cubicBezTo>
                    <a:pt x="253" y="725"/>
                    <a:pt x="275" y="747"/>
                    <a:pt x="303" y="747"/>
                  </a:cubicBezTo>
                  <a:cubicBezTo>
                    <a:pt x="330" y="747"/>
                    <a:pt x="352" y="725"/>
                    <a:pt x="352" y="698"/>
                  </a:cubicBezTo>
                  <a:cubicBezTo>
                    <a:pt x="352" y="89"/>
                    <a:pt x="352" y="89"/>
                    <a:pt x="352" y="89"/>
                  </a:cubicBezTo>
                  <a:cubicBezTo>
                    <a:pt x="381" y="102"/>
                    <a:pt x="419" y="115"/>
                    <a:pt x="463" y="115"/>
                  </a:cubicBezTo>
                  <a:cubicBezTo>
                    <a:pt x="463" y="115"/>
                    <a:pt x="464" y="115"/>
                    <a:pt x="464" y="11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83" name="组合 182"/>
          <p:cNvGrpSpPr/>
          <p:nvPr/>
        </p:nvGrpSpPr>
        <p:grpSpPr>
          <a:xfrm>
            <a:off x="6692901" y="2084388"/>
            <a:ext cx="514350" cy="1135063"/>
            <a:chOff x="6692901" y="2084388"/>
            <a:chExt cx="514350" cy="1135063"/>
          </a:xfrm>
        </p:grpSpPr>
        <p:sp>
          <p:nvSpPr>
            <p:cNvPr id="184" name="Freeform 179"/>
            <p:cNvSpPr>
              <a:spLocks noEditPoints="1"/>
            </p:cNvSpPr>
            <p:nvPr/>
          </p:nvSpPr>
          <p:spPr bwMode="auto">
            <a:xfrm>
              <a:off x="6692901" y="2327276"/>
              <a:ext cx="514350" cy="892175"/>
            </a:xfrm>
            <a:custGeom>
              <a:avLst/>
              <a:gdLst>
                <a:gd name="T0" fmla="*/ 220 w 429"/>
                <a:gd name="T1" fmla="*/ 336 h 746"/>
                <a:gd name="T2" fmla="*/ 239 w 429"/>
                <a:gd name="T3" fmla="*/ 697 h 746"/>
                <a:gd name="T4" fmla="*/ 337 w 429"/>
                <a:gd name="T5" fmla="*/ 697 h 746"/>
                <a:gd name="T6" fmla="*/ 345 w 429"/>
                <a:gd name="T7" fmla="*/ 114 h 746"/>
                <a:gd name="T8" fmla="*/ 363 w 429"/>
                <a:gd name="T9" fmla="*/ 349 h 746"/>
                <a:gd name="T10" fmla="*/ 395 w 429"/>
                <a:gd name="T11" fmla="*/ 383 h 746"/>
                <a:gd name="T12" fmla="*/ 429 w 429"/>
                <a:gd name="T13" fmla="*/ 276 h 746"/>
                <a:gd name="T14" fmla="*/ 341 w 429"/>
                <a:gd name="T15" fmla="*/ 9 h 746"/>
                <a:gd name="T16" fmla="*/ 301 w 429"/>
                <a:gd name="T17" fmla="*/ 0 h 746"/>
                <a:gd name="T18" fmla="*/ 157 w 429"/>
                <a:gd name="T19" fmla="*/ 0 h 746"/>
                <a:gd name="T20" fmla="*/ 122 w 429"/>
                <a:gd name="T21" fmla="*/ 9 h 746"/>
                <a:gd name="T22" fmla="*/ 20 w 429"/>
                <a:gd name="T23" fmla="*/ 339 h 746"/>
                <a:gd name="T24" fmla="*/ 34 w 429"/>
                <a:gd name="T25" fmla="*/ 383 h 746"/>
                <a:gd name="T26" fmla="*/ 0 w 429"/>
                <a:gd name="T27" fmla="*/ 399 h 746"/>
                <a:gd name="T28" fmla="*/ 16 w 429"/>
                <a:gd name="T29" fmla="*/ 611 h 746"/>
                <a:gd name="T30" fmla="*/ 104 w 429"/>
                <a:gd name="T31" fmla="*/ 595 h 746"/>
                <a:gd name="T32" fmla="*/ 88 w 429"/>
                <a:gd name="T33" fmla="*/ 383 h 746"/>
                <a:gd name="T34" fmla="*/ 69 w 429"/>
                <a:gd name="T35" fmla="*/ 366 h 746"/>
                <a:gd name="T36" fmla="*/ 121 w 429"/>
                <a:gd name="T37" fmla="*/ 101 h 746"/>
                <a:gd name="T38" fmla="*/ 171 w 429"/>
                <a:gd name="T39" fmla="*/ 746 h 746"/>
                <a:gd name="T40" fmla="*/ 229 w 429"/>
                <a:gd name="T41" fmla="*/ 291 h 746"/>
                <a:gd name="T42" fmla="*/ 213 w 429"/>
                <a:gd name="T43" fmla="*/ 82 h 746"/>
                <a:gd name="T44" fmla="*/ 229 w 429"/>
                <a:gd name="T45" fmla="*/ 85 h 746"/>
                <a:gd name="T46" fmla="*/ 245 w 429"/>
                <a:gd name="T47" fmla="*/ 82 h 746"/>
                <a:gd name="T48" fmla="*/ 229 w 429"/>
                <a:gd name="T49" fmla="*/ 291 h 746"/>
                <a:gd name="T50" fmla="*/ 320 w 429"/>
                <a:gd name="T51" fmla="*/ 103 h 746"/>
                <a:gd name="T52" fmla="*/ 273 w 429"/>
                <a:gd name="T53" fmla="*/ 120 h 746"/>
                <a:gd name="T54" fmla="*/ 214 w 429"/>
                <a:gd name="T55" fmla="*/ 33 h 746"/>
                <a:gd name="T56" fmla="*/ 244 w 429"/>
                <a:gd name="T57" fmla="*/ 33 h 746"/>
                <a:gd name="T58" fmla="*/ 251 w 429"/>
                <a:gd name="T59" fmla="*/ 65 h 746"/>
                <a:gd name="T60" fmla="*/ 208 w 429"/>
                <a:gd name="T61" fmla="*/ 65 h 746"/>
                <a:gd name="T62" fmla="*/ 214 w 429"/>
                <a:gd name="T63" fmla="*/ 33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29" h="746">
                  <a:moveTo>
                    <a:pt x="220" y="697"/>
                  </a:moveTo>
                  <a:cubicBezTo>
                    <a:pt x="220" y="336"/>
                    <a:pt x="220" y="336"/>
                    <a:pt x="220" y="336"/>
                  </a:cubicBezTo>
                  <a:cubicBezTo>
                    <a:pt x="239" y="336"/>
                    <a:pt x="239" y="336"/>
                    <a:pt x="239" y="336"/>
                  </a:cubicBezTo>
                  <a:cubicBezTo>
                    <a:pt x="239" y="697"/>
                    <a:pt x="239" y="697"/>
                    <a:pt x="239" y="697"/>
                  </a:cubicBezTo>
                  <a:cubicBezTo>
                    <a:pt x="239" y="724"/>
                    <a:pt x="261" y="746"/>
                    <a:pt x="288" y="746"/>
                  </a:cubicBezTo>
                  <a:cubicBezTo>
                    <a:pt x="315" y="746"/>
                    <a:pt x="337" y="724"/>
                    <a:pt x="337" y="697"/>
                  </a:cubicBezTo>
                  <a:cubicBezTo>
                    <a:pt x="337" y="97"/>
                    <a:pt x="337" y="97"/>
                    <a:pt x="337" y="97"/>
                  </a:cubicBezTo>
                  <a:cubicBezTo>
                    <a:pt x="340" y="102"/>
                    <a:pt x="342" y="107"/>
                    <a:pt x="345" y="114"/>
                  </a:cubicBezTo>
                  <a:cubicBezTo>
                    <a:pt x="356" y="145"/>
                    <a:pt x="365" y="196"/>
                    <a:pt x="365" y="276"/>
                  </a:cubicBezTo>
                  <a:cubicBezTo>
                    <a:pt x="365" y="298"/>
                    <a:pt x="365" y="322"/>
                    <a:pt x="363" y="349"/>
                  </a:cubicBezTo>
                  <a:cubicBezTo>
                    <a:pt x="362" y="367"/>
                    <a:pt x="376" y="382"/>
                    <a:pt x="393" y="383"/>
                  </a:cubicBezTo>
                  <a:cubicBezTo>
                    <a:pt x="394" y="383"/>
                    <a:pt x="394" y="383"/>
                    <a:pt x="395" y="383"/>
                  </a:cubicBezTo>
                  <a:cubicBezTo>
                    <a:pt x="412" y="383"/>
                    <a:pt x="426" y="370"/>
                    <a:pt x="427" y="353"/>
                  </a:cubicBezTo>
                  <a:cubicBezTo>
                    <a:pt x="429" y="325"/>
                    <a:pt x="429" y="300"/>
                    <a:pt x="429" y="276"/>
                  </a:cubicBezTo>
                  <a:cubicBezTo>
                    <a:pt x="429" y="155"/>
                    <a:pt x="410" y="89"/>
                    <a:pt x="384" y="48"/>
                  </a:cubicBezTo>
                  <a:cubicBezTo>
                    <a:pt x="370" y="29"/>
                    <a:pt x="355" y="16"/>
                    <a:pt x="341" y="9"/>
                  </a:cubicBezTo>
                  <a:cubicBezTo>
                    <a:pt x="327" y="1"/>
                    <a:pt x="314" y="0"/>
                    <a:pt x="307" y="0"/>
                  </a:cubicBezTo>
                  <a:cubicBezTo>
                    <a:pt x="305" y="0"/>
                    <a:pt x="303" y="0"/>
                    <a:pt x="301" y="0"/>
                  </a:cubicBezTo>
                  <a:cubicBezTo>
                    <a:pt x="301" y="0"/>
                    <a:pt x="301" y="0"/>
                    <a:pt x="301" y="0"/>
                  </a:cubicBezTo>
                  <a:cubicBezTo>
                    <a:pt x="157" y="0"/>
                    <a:pt x="157" y="0"/>
                    <a:pt x="157" y="0"/>
                  </a:cubicBezTo>
                  <a:cubicBezTo>
                    <a:pt x="156" y="0"/>
                    <a:pt x="155" y="0"/>
                    <a:pt x="153" y="0"/>
                  </a:cubicBezTo>
                  <a:cubicBezTo>
                    <a:pt x="149" y="0"/>
                    <a:pt x="137" y="1"/>
                    <a:pt x="122" y="9"/>
                  </a:cubicBezTo>
                  <a:cubicBezTo>
                    <a:pt x="100" y="20"/>
                    <a:pt x="73" y="46"/>
                    <a:pt x="53" y="96"/>
                  </a:cubicBezTo>
                  <a:cubicBezTo>
                    <a:pt x="34" y="146"/>
                    <a:pt x="20" y="222"/>
                    <a:pt x="20" y="339"/>
                  </a:cubicBezTo>
                  <a:cubicBezTo>
                    <a:pt x="20" y="350"/>
                    <a:pt x="25" y="360"/>
                    <a:pt x="34" y="366"/>
                  </a:cubicBezTo>
                  <a:cubicBezTo>
                    <a:pt x="34" y="383"/>
                    <a:pt x="34" y="383"/>
                    <a:pt x="34" y="383"/>
                  </a:cubicBezTo>
                  <a:cubicBezTo>
                    <a:pt x="16" y="383"/>
                    <a:pt x="16" y="383"/>
                    <a:pt x="16" y="383"/>
                  </a:cubicBezTo>
                  <a:cubicBezTo>
                    <a:pt x="7" y="383"/>
                    <a:pt x="0" y="390"/>
                    <a:pt x="0" y="399"/>
                  </a:cubicBezTo>
                  <a:cubicBezTo>
                    <a:pt x="0" y="595"/>
                    <a:pt x="0" y="595"/>
                    <a:pt x="0" y="595"/>
                  </a:cubicBezTo>
                  <a:cubicBezTo>
                    <a:pt x="0" y="604"/>
                    <a:pt x="7" y="611"/>
                    <a:pt x="16" y="611"/>
                  </a:cubicBezTo>
                  <a:cubicBezTo>
                    <a:pt x="88" y="611"/>
                    <a:pt x="88" y="611"/>
                    <a:pt x="88" y="611"/>
                  </a:cubicBezTo>
                  <a:cubicBezTo>
                    <a:pt x="97" y="611"/>
                    <a:pt x="104" y="604"/>
                    <a:pt x="104" y="595"/>
                  </a:cubicBezTo>
                  <a:cubicBezTo>
                    <a:pt x="104" y="399"/>
                    <a:pt x="104" y="399"/>
                    <a:pt x="104" y="399"/>
                  </a:cubicBezTo>
                  <a:cubicBezTo>
                    <a:pt x="104" y="390"/>
                    <a:pt x="97" y="383"/>
                    <a:pt x="88" y="383"/>
                  </a:cubicBezTo>
                  <a:cubicBezTo>
                    <a:pt x="69" y="383"/>
                    <a:pt x="69" y="383"/>
                    <a:pt x="69" y="383"/>
                  </a:cubicBezTo>
                  <a:cubicBezTo>
                    <a:pt x="69" y="366"/>
                    <a:pt x="69" y="366"/>
                    <a:pt x="69" y="366"/>
                  </a:cubicBezTo>
                  <a:cubicBezTo>
                    <a:pt x="78" y="360"/>
                    <a:pt x="84" y="350"/>
                    <a:pt x="84" y="339"/>
                  </a:cubicBezTo>
                  <a:cubicBezTo>
                    <a:pt x="83" y="208"/>
                    <a:pt x="103" y="137"/>
                    <a:pt x="121" y="101"/>
                  </a:cubicBezTo>
                  <a:cubicBezTo>
                    <a:pt x="121" y="697"/>
                    <a:pt x="121" y="697"/>
                    <a:pt x="121" y="697"/>
                  </a:cubicBezTo>
                  <a:cubicBezTo>
                    <a:pt x="121" y="724"/>
                    <a:pt x="143" y="746"/>
                    <a:pt x="171" y="746"/>
                  </a:cubicBezTo>
                  <a:cubicBezTo>
                    <a:pt x="198" y="746"/>
                    <a:pt x="220" y="724"/>
                    <a:pt x="220" y="697"/>
                  </a:cubicBezTo>
                  <a:close/>
                  <a:moveTo>
                    <a:pt x="229" y="291"/>
                  </a:moveTo>
                  <a:cubicBezTo>
                    <a:pt x="191" y="243"/>
                    <a:pt x="191" y="243"/>
                    <a:pt x="191" y="243"/>
                  </a:cubicBezTo>
                  <a:cubicBezTo>
                    <a:pt x="213" y="82"/>
                    <a:pt x="213" y="82"/>
                    <a:pt x="213" y="82"/>
                  </a:cubicBezTo>
                  <a:cubicBezTo>
                    <a:pt x="218" y="84"/>
                    <a:pt x="224" y="85"/>
                    <a:pt x="229" y="85"/>
                  </a:cubicBezTo>
                  <a:cubicBezTo>
                    <a:pt x="229" y="85"/>
                    <a:pt x="229" y="85"/>
                    <a:pt x="229" y="85"/>
                  </a:cubicBezTo>
                  <a:cubicBezTo>
                    <a:pt x="229" y="85"/>
                    <a:pt x="229" y="85"/>
                    <a:pt x="229" y="85"/>
                  </a:cubicBezTo>
                  <a:cubicBezTo>
                    <a:pt x="235" y="85"/>
                    <a:pt x="240" y="84"/>
                    <a:pt x="245" y="82"/>
                  </a:cubicBezTo>
                  <a:cubicBezTo>
                    <a:pt x="267" y="243"/>
                    <a:pt x="267" y="243"/>
                    <a:pt x="267" y="243"/>
                  </a:cubicBezTo>
                  <a:lnTo>
                    <a:pt x="229" y="291"/>
                  </a:lnTo>
                  <a:close/>
                  <a:moveTo>
                    <a:pt x="273" y="103"/>
                  </a:moveTo>
                  <a:cubicBezTo>
                    <a:pt x="320" y="103"/>
                    <a:pt x="320" y="103"/>
                    <a:pt x="320" y="103"/>
                  </a:cubicBezTo>
                  <a:cubicBezTo>
                    <a:pt x="320" y="120"/>
                    <a:pt x="320" y="120"/>
                    <a:pt x="320" y="120"/>
                  </a:cubicBezTo>
                  <a:cubicBezTo>
                    <a:pt x="273" y="120"/>
                    <a:pt x="273" y="120"/>
                    <a:pt x="273" y="120"/>
                  </a:cubicBezTo>
                  <a:lnTo>
                    <a:pt x="273" y="103"/>
                  </a:lnTo>
                  <a:close/>
                  <a:moveTo>
                    <a:pt x="214" y="33"/>
                  </a:moveTo>
                  <a:cubicBezTo>
                    <a:pt x="229" y="33"/>
                    <a:pt x="229" y="33"/>
                    <a:pt x="229" y="33"/>
                  </a:cubicBezTo>
                  <a:cubicBezTo>
                    <a:pt x="244" y="33"/>
                    <a:pt x="244" y="33"/>
                    <a:pt x="244" y="33"/>
                  </a:cubicBezTo>
                  <a:cubicBezTo>
                    <a:pt x="252" y="63"/>
                    <a:pt x="252" y="63"/>
                    <a:pt x="252" y="63"/>
                  </a:cubicBezTo>
                  <a:cubicBezTo>
                    <a:pt x="251" y="65"/>
                    <a:pt x="251" y="65"/>
                    <a:pt x="251" y="65"/>
                  </a:cubicBezTo>
                  <a:cubicBezTo>
                    <a:pt x="245" y="70"/>
                    <a:pt x="237" y="73"/>
                    <a:pt x="229" y="73"/>
                  </a:cubicBezTo>
                  <a:cubicBezTo>
                    <a:pt x="222" y="73"/>
                    <a:pt x="214" y="70"/>
                    <a:pt x="208" y="65"/>
                  </a:cubicBezTo>
                  <a:cubicBezTo>
                    <a:pt x="206" y="63"/>
                    <a:pt x="206" y="63"/>
                    <a:pt x="206" y="63"/>
                  </a:cubicBezTo>
                  <a:lnTo>
                    <a:pt x="214" y="33"/>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5" name="Oval 180"/>
            <p:cNvSpPr>
              <a:spLocks noChangeArrowheads="1"/>
            </p:cNvSpPr>
            <p:nvPr/>
          </p:nvSpPr>
          <p:spPr bwMode="auto">
            <a:xfrm>
              <a:off x="6859589" y="2084388"/>
              <a:ext cx="215900" cy="215900"/>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86" name="组合 185"/>
          <p:cNvGrpSpPr/>
          <p:nvPr/>
        </p:nvGrpSpPr>
        <p:grpSpPr>
          <a:xfrm>
            <a:off x="6638926" y="776288"/>
            <a:ext cx="1235076" cy="1136651"/>
            <a:chOff x="6638926" y="776288"/>
            <a:chExt cx="1235076" cy="1136651"/>
          </a:xfrm>
        </p:grpSpPr>
        <p:sp>
          <p:nvSpPr>
            <p:cNvPr id="187" name="Freeform 181"/>
            <p:cNvSpPr>
              <a:spLocks/>
            </p:cNvSpPr>
            <p:nvPr/>
          </p:nvSpPr>
          <p:spPr bwMode="auto">
            <a:xfrm>
              <a:off x="7416801" y="1254126"/>
              <a:ext cx="68263" cy="495300"/>
            </a:xfrm>
            <a:custGeom>
              <a:avLst/>
              <a:gdLst>
                <a:gd name="T0" fmla="*/ 46 w 56"/>
                <a:gd name="T1" fmla="*/ 199 h 414"/>
                <a:gd name="T2" fmla="*/ 43 w 56"/>
                <a:gd name="T3" fmla="*/ 199 h 414"/>
                <a:gd name="T4" fmla="*/ 13 w 56"/>
                <a:gd name="T5" fmla="*/ 184 h 414"/>
                <a:gd name="T6" fmla="*/ 2 w 56"/>
                <a:gd name="T7" fmla="*/ 152 h 414"/>
                <a:gd name="T8" fmla="*/ 4 w 56"/>
                <a:gd name="T9" fmla="*/ 80 h 414"/>
                <a:gd name="T10" fmla="*/ 0 w 56"/>
                <a:gd name="T11" fmla="*/ 0 h 414"/>
                <a:gd name="T12" fmla="*/ 0 w 56"/>
                <a:gd name="T13" fmla="*/ 33 h 414"/>
                <a:gd name="T14" fmla="*/ 0 w 56"/>
                <a:gd name="T15" fmla="*/ 109 h 414"/>
                <a:gd name="T16" fmla="*/ 0 w 56"/>
                <a:gd name="T17" fmla="*/ 414 h 414"/>
                <a:gd name="T18" fmla="*/ 40 w 56"/>
                <a:gd name="T19" fmla="*/ 414 h 414"/>
                <a:gd name="T20" fmla="*/ 56 w 56"/>
                <a:gd name="T21" fmla="*/ 398 h 414"/>
                <a:gd name="T22" fmla="*/ 56 w 56"/>
                <a:gd name="T23" fmla="*/ 202 h 414"/>
                <a:gd name="T24" fmla="*/ 55 w 56"/>
                <a:gd name="T25" fmla="*/ 198 h 414"/>
                <a:gd name="T26" fmla="*/ 46 w 56"/>
                <a:gd name="T27" fmla="*/ 199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6" h="414">
                  <a:moveTo>
                    <a:pt x="46" y="199"/>
                  </a:moveTo>
                  <a:cubicBezTo>
                    <a:pt x="45" y="199"/>
                    <a:pt x="44" y="199"/>
                    <a:pt x="43" y="199"/>
                  </a:cubicBezTo>
                  <a:cubicBezTo>
                    <a:pt x="31" y="198"/>
                    <a:pt x="21" y="193"/>
                    <a:pt x="13" y="184"/>
                  </a:cubicBezTo>
                  <a:cubicBezTo>
                    <a:pt x="5" y="175"/>
                    <a:pt x="1" y="164"/>
                    <a:pt x="2" y="152"/>
                  </a:cubicBezTo>
                  <a:cubicBezTo>
                    <a:pt x="3" y="126"/>
                    <a:pt x="4" y="102"/>
                    <a:pt x="4" y="80"/>
                  </a:cubicBezTo>
                  <a:cubicBezTo>
                    <a:pt x="4" y="48"/>
                    <a:pt x="3" y="22"/>
                    <a:pt x="0" y="0"/>
                  </a:cubicBezTo>
                  <a:cubicBezTo>
                    <a:pt x="0" y="33"/>
                    <a:pt x="0" y="33"/>
                    <a:pt x="0" y="33"/>
                  </a:cubicBezTo>
                  <a:cubicBezTo>
                    <a:pt x="0" y="109"/>
                    <a:pt x="0" y="109"/>
                    <a:pt x="0" y="109"/>
                  </a:cubicBezTo>
                  <a:cubicBezTo>
                    <a:pt x="0" y="414"/>
                    <a:pt x="0" y="414"/>
                    <a:pt x="0" y="414"/>
                  </a:cubicBezTo>
                  <a:cubicBezTo>
                    <a:pt x="40" y="414"/>
                    <a:pt x="40" y="414"/>
                    <a:pt x="40" y="414"/>
                  </a:cubicBezTo>
                  <a:cubicBezTo>
                    <a:pt x="49" y="414"/>
                    <a:pt x="56" y="407"/>
                    <a:pt x="56" y="398"/>
                  </a:cubicBezTo>
                  <a:cubicBezTo>
                    <a:pt x="56" y="202"/>
                    <a:pt x="56" y="202"/>
                    <a:pt x="56" y="202"/>
                  </a:cubicBezTo>
                  <a:cubicBezTo>
                    <a:pt x="56" y="201"/>
                    <a:pt x="56" y="199"/>
                    <a:pt x="55" y="198"/>
                  </a:cubicBezTo>
                  <a:cubicBezTo>
                    <a:pt x="52" y="198"/>
                    <a:pt x="49" y="199"/>
                    <a:pt x="46" y="19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8" name="Freeform 182"/>
            <p:cNvSpPr>
              <a:spLocks noEditPoints="1"/>
            </p:cNvSpPr>
            <p:nvPr/>
          </p:nvSpPr>
          <p:spPr bwMode="auto">
            <a:xfrm>
              <a:off x="7466014" y="1019176"/>
              <a:ext cx="407988" cy="893763"/>
            </a:xfrm>
            <a:custGeom>
              <a:avLst/>
              <a:gdLst>
                <a:gd name="T0" fmla="*/ 32 w 341"/>
                <a:gd name="T1" fmla="*/ 103 h 746"/>
                <a:gd name="T2" fmla="*/ 33 w 341"/>
                <a:gd name="T3" fmla="*/ 101 h 746"/>
                <a:gd name="T4" fmla="*/ 33 w 341"/>
                <a:gd name="T5" fmla="*/ 108 h 746"/>
                <a:gd name="T6" fmla="*/ 52 w 341"/>
                <a:gd name="T7" fmla="*/ 276 h 746"/>
                <a:gd name="T8" fmla="*/ 50 w 341"/>
                <a:gd name="T9" fmla="*/ 353 h 746"/>
                <a:gd name="T10" fmla="*/ 33 w 341"/>
                <a:gd name="T11" fmla="*/ 385 h 746"/>
                <a:gd name="T12" fmla="*/ 33 w 341"/>
                <a:gd name="T13" fmla="*/ 697 h 746"/>
                <a:gd name="T14" fmla="*/ 83 w 341"/>
                <a:gd name="T15" fmla="*/ 746 h 746"/>
                <a:gd name="T16" fmla="*/ 132 w 341"/>
                <a:gd name="T17" fmla="*/ 697 h 746"/>
                <a:gd name="T18" fmla="*/ 132 w 341"/>
                <a:gd name="T19" fmla="*/ 335 h 746"/>
                <a:gd name="T20" fmla="*/ 151 w 341"/>
                <a:gd name="T21" fmla="*/ 335 h 746"/>
                <a:gd name="T22" fmla="*/ 151 w 341"/>
                <a:gd name="T23" fmla="*/ 697 h 746"/>
                <a:gd name="T24" fmla="*/ 200 w 341"/>
                <a:gd name="T25" fmla="*/ 746 h 746"/>
                <a:gd name="T26" fmla="*/ 250 w 341"/>
                <a:gd name="T27" fmla="*/ 697 h 746"/>
                <a:gd name="T28" fmla="*/ 250 w 341"/>
                <a:gd name="T29" fmla="*/ 96 h 746"/>
                <a:gd name="T30" fmla="*/ 257 w 341"/>
                <a:gd name="T31" fmla="*/ 113 h 746"/>
                <a:gd name="T32" fmla="*/ 277 w 341"/>
                <a:gd name="T33" fmla="*/ 276 h 746"/>
                <a:gd name="T34" fmla="*/ 275 w 341"/>
                <a:gd name="T35" fmla="*/ 349 h 746"/>
                <a:gd name="T36" fmla="*/ 305 w 341"/>
                <a:gd name="T37" fmla="*/ 383 h 746"/>
                <a:gd name="T38" fmla="*/ 307 w 341"/>
                <a:gd name="T39" fmla="*/ 383 h 746"/>
                <a:gd name="T40" fmla="*/ 339 w 341"/>
                <a:gd name="T41" fmla="*/ 352 h 746"/>
                <a:gd name="T42" fmla="*/ 341 w 341"/>
                <a:gd name="T43" fmla="*/ 276 h 746"/>
                <a:gd name="T44" fmla="*/ 296 w 341"/>
                <a:gd name="T45" fmla="*/ 48 h 746"/>
                <a:gd name="T46" fmla="*/ 253 w 341"/>
                <a:gd name="T47" fmla="*/ 8 h 746"/>
                <a:gd name="T48" fmla="*/ 219 w 341"/>
                <a:gd name="T49" fmla="*/ 0 h 746"/>
                <a:gd name="T50" fmla="*/ 214 w 341"/>
                <a:gd name="T51" fmla="*/ 0 h 746"/>
                <a:gd name="T52" fmla="*/ 214 w 341"/>
                <a:gd name="T53" fmla="*/ 0 h 746"/>
                <a:gd name="T54" fmla="*/ 69 w 341"/>
                <a:gd name="T55" fmla="*/ 0 h 746"/>
                <a:gd name="T56" fmla="*/ 65 w 341"/>
                <a:gd name="T57" fmla="*/ 0 h 746"/>
                <a:gd name="T58" fmla="*/ 34 w 341"/>
                <a:gd name="T59" fmla="*/ 8 h 746"/>
                <a:gd name="T60" fmla="*/ 0 w 341"/>
                <a:gd name="T61" fmla="*/ 36 h 746"/>
                <a:gd name="T62" fmla="*/ 4 w 341"/>
                <a:gd name="T63" fmla="*/ 42 h 746"/>
                <a:gd name="T64" fmla="*/ 32 w 341"/>
                <a:gd name="T65" fmla="*/ 103 h 746"/>
                <a:gd name="T66" fmla="*/ 185 w 341"/>
                <a:gd name="T67" fmla="*/ 102 h 746"/>
                <a:gd name="T68" fmla="*/ 232 w 341"/>
                <a:gd name="T69" fmla="*/ 102 h 746"/>
                <a:gd name="T70" fmla="*/ 232 w 341"/>
                <a:gd name="T71" fmla="*/ 120 h 746"/>
                <a:gd name="T72" fmla="*/ 185 w 341"/>
                <a:gd name="T73" fmla="*/ 120 h 746"/>
                <a:gd name="T74" fmla="*/ 185 w 341"/>
                <a:gd name="T75" fmla="*/ 102 h 746"/>
                <a:gd name="T76" fmla="*/ 126 w 341"/>
                <a:gd name="T77" fmla="*/ 33 h 746"/>
                <a:gd name="T78" fmla="*/ 141 w 341"/>
                <a:gd name="T79" fmla="*/ 33 h 746"/>
                <a:gd name="T80" fmla="*/ 157 w 341"/>
                <a:gd name="T81" fmla="*/ 33 h 746"/>
                <a:gd name="T82" fmla="*/ 164 w 341"/>
                <a:gd name="T83" fmla="*/ 63 h 746"/>
                <a:gd name="T84" fmla="*/ 163 w 341"/>
                <a:gd name="T85" fmla="*/ 65 h 746"/>
                <a:gd name="T86" fmla="*/ 141 w 341"/>
                <a:gd name="T87" fmla="*/ 72 h 746"/>
                <a:gd name="T88" fmla="*/ 120 w 341"/>
                <a:gd name="T89" fmla="*/ 65 h 746"/>
                <a:gd name="T90" fmla="*/ 119 w 341"/>
                <a:gd name="T91" fmla="*/ 63 h 746"/>
                <a:gd name="T92" fmla="*/ 126 w 341"/>
                <a:gd name="T93" fmla="*/ 33 h 746"/>
                <a:gd name="T94" fmla="*/ 125 w 341"/>
                <a:gd name="T95" fmla="*/ 82 h 746"/>
                <a:gd name="T96" fmla="*/ 141 w 341"/>
                <a:gd name="T97" fmla="*/ 84 h 746"/>
                <a:gd name="T98" fmla="*/ 141 w 341"/>
                <a:gd name="T99" fmla="*/ 84 h 746"/>
                <a:gd name="T100" fmla="*/ 141 w 341"/>
                <a:gd name="T101" fmla="*/ 84 h 746"/>
                <a:gd name="T102" fmla="*/ 158 w 341"/>
                <a:gd name="T103" fmla="*/ 82 h 746"/>
                <a:gd name="T104" fmla="*/ 179 w 341"/>
                <a:gd name="T105" fmla="*/ 243 h 746"/>
                <a:gd name="T106" fmla="*/ 141 w 341"/>
                <a:gd name="T107" fmla="*/ 291 h 746"/>
                <a:gd name="T108" fmla="*/ 103 w 341"/>
                <a:gd name="T109" fmla="*/ 243 h 746"/>
                <a:gd name="T110" fmla="*/ 125 w 341"/>
                <a:gd name="T111" fmla="*/ 82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41" h="746">
                  <a:moveTo>
                    <a:pt x="32" y="103"/>
                  </a:moveTo>
                  <a:cubicBezTo>
                    <a:pt x="32" y="103"/>
                    <a:pt x="33" y="102"/>
                    <a:pt x="33" y="101"/>
                  </a:cubicBezTo>
                  <a:cubicBezTo>
                    <a:pt x="33" y="108"/>
                    <a:pt x="33" y="108"/>
                    <a:pt x="33" y="108"/>
                  </a:cubicBezTo>
                  <a:cubicBezTo>
                    <a:pt x="46" y="152"/>
                    <a:pt x="52" y="207"/>
                    <a:pt x="52" y="276"/>
                  </a:cubicBezTo>
                  <a:cubicBezTo>
                    <a:pt x="52" y="300"/>
                    <a:pt x="51" y="326"/>
                    <a:pt x="50" y="353"/>
                  </a:cubicBezTo>
                  <a:cubicBezTo>
                    <a:pt x="49" y="366"/>
                    <a:pt x="43" y="377"/>
                    <a:pt x="33" y="385"/>
                  </a:cubicBezTo>
                  <a:cubicBezTo>
                    <a:pt x="33" y="697"/>
                    <a:pt x="33" y="697"/>
                    <a:pt x="33" y="697"/>
                  </a:cubicBezTo>
                  <a:cubicBezTo>
                    <a:pt x="33" y="724"/>
                    <a:pt x="55" y="746"/>
                    <a:pt x="83" y="746"/>
                  </a:cubicBezTo>
                  <a:cubicBezTo>
                    <a:pt x="110" y="746"/>
                    <a:pt x="132" y="724"/>
                    <a:pt x="132" y="697"/>
                  </a:cubicBezTo>
                  <a:cubicBezTo>
                    <a:pt x="132" y="335"/>
                    <a:pt x="132" y="335"/>
                    <a:pt x="132" y="335"/>
                  </a:cubicBezTo>
                  <a:cubicBezTo>
                    <a:pt x="151" y="335"/>
                    <a:pt x="151" y="335"/>
                    <a:pt x="151" y="335"/>
                  </a:cubicBezTo>
                  <a:cubicBezTo>
                    <a:pt x="151" y="697"/>
                    <a:pt x="151" y="697"/>
                    <a:pt x="151" y="697"/>
                  </a:cubicBezTo>
                  <a:cubicBezTo>
                    <a:pt x="151" y="724"/>
                    <a:pt x="173" y="746"/>
                    <a:pt x="200" y="746"/>
                  </a:cubicBezTo>
                  <a:cubicBezTo>
                    <a:pt x="227" y="746"/>
                    <a:pt x="250" y="724"/>
                    <a:pt x="250" y="697"/>
                  </a:cubicBezTo>
                  <a:cubicBezTo>
                    <a:pt x="250" y="96"/>
                    <a:pt x="250" y="96"/>
                    <a:pt x="250" y="96"/>
                  </a:cubicBezTo>
                  <a:cubicBezTo>
                    <a:pt x="252" y="101"/>
                    <a:pt x="254" y="107"/>
                    <a:pt x="257" y="113"/>
                  </a:cubicBezTo>
                  <a:cubicBezTo>
                    <a:pt x="268" y="145"/>
                    <a:pt x="277" y="196"/>
                    <a:pt x="277" y="276"/>
                  </a:cubicBezTo>
                  <a:cubicBezTo>
                    <a:pt x="277" y="298"/>
                    <a:pt x="277" y="322"/>
                    <a:pt x="275" y="349"/>
                  </a:cubicBezTo>
                  <a:cubicBezTo>
                    <a:pt x="274" y="366"/>
                    <a:pt x="288" y="382"/>
                    <a:pt x="305" y="383"/>
                  </a:cubicBezTo>
                  <a:cubicBezTo>
                    <a:pt x="306" y="383"/>
                    <a:pt x="307" y="383"/>
                    <a:pt x="307" y="383"/>
                  </a:cubicBezTo>
                  <a:cubicBezTo>
                    <a:pt x="324" y="383"/>
                    <a:pt x="338" y="369"/>
                    <a:pt x="339" y="352"/>
                  </a:cubicBezTo>
                  <a:cubicBezTo>
                    <a:pt x="341" y="325"/>
                    <a:pt x="341" y="299"/>
                    <a:pt x="341" y="276"/>
                  </a:cubicBezTo>
                  <a:cubicBezTo>
                    <a:pt x="341" y="155"/>
                    <a:pt x="322" y="88"/>
                    <a:pt x="296" y="48"/>
                  </a:cubicBezTo>
                  <a:cubicBezTo>
                    <a:pt x="283" y="28"/>
                    <a:pt x="267" y="15"/>
                    <a:pt x="253" y="8"/>
                  </a:cubicBezTo>
                  <a:cubicBezTo>
                    <a:pt x="239" y="1"/>
                    <a:pt x="226" y="0"/>
                    <a:pt x="219" y="0"/>
                  </a:cubicBezTo>
                  <a:cubicBezTo>
                    <a:pt x="217" y="0"/>
                    <a:pt x="215" y="0"/>
                    <a:pt x="214" y="0"/>
                  </a:cubicBezTo>
                  <a:cubicBezTo>
                    <a:pt x="214" y="0"/>
                    <a:pt x="214" y="0"/>
                    <a:pt x="214" y="0"/>
                  </a:cubicBezTo>
                  <a:cubicBezTo>
                    <a:pt x="69" y="0"/>
                    <a:pt x="69" y="0"/>
                    <a:pt x="69" y="0"/>
                  </a:cubicBezTo>
                  <a:cubicBezTo>
                    <a:pt x="68" y="0"/>
                    <a:pt x="67" y="0"/>
                    <a:pt x="65" y="0"/>
                  </a:cubicBezTo>
                  <a:cubicBezTo>
                    <a:pt x="61" y="0"/>
                    <a:pt x="49" y="1"/>
                    <a:pt x="34" y="8"/>
                  </a:cubicBezTo>
                  <a:cubicBezTo>
                    <a:pt x="23" y="14"/>
                    <a:pt x="12" y="22"/>
                    <a:pt x="0" y="36"/>
                  </a:cubicBezTo>
                  <a:cubicBezTo>
                    <a:pt x="2" y="38"/>
                    <a:pt x="3" y="39"/>
                    <a:pt x="4" y="42"/>
                  </a:cubicBezTo>
                  <a:cubicBezTo>
                    <a:pt x="16" y="59"/>
                    <a:pt x="25" y="79"/>
                    <a:pt x="32" y="103"/>
                  </a:cubicBezTo>
                  <a:close/>
                  <a:moveTo>
                    <a:pt x="185" y="102"/>
                  </a:moveTo>
                  <a:cubicBezTo>
                    <a:pt x="232" y="102"/>
                    <a:pt x="232" y="102"/>
                    <a:pt x="232" y="102"/>
                  </a:cubicBezTo>
                  <a:cubicBezTo>
                    <a:pt x="232" y="120"/>
                    <a:pt x="232" y="120"/>
                    <a:pt x="232" y="120"/>
                  </a:cubicBezTo>
                  <a:cubicBezTo>
                    <a:pt x="185" y="120"/>
                    <a:pt x="185" y="120"/>
                    <a:pt x="185" y="120"/>
                  </a:cubicBezTo>
                  <a:lnTo>
                    <a:pt x="185" y="102"/>
                  </a:lnTo>
                  <a:close/>
                  <a:moveTo>
                    <a:pt x="126" y="33"/>
                  </a:moveTo>
                  <a:cubicBezTo>
                    <a:pt x="141" y="33"/>
                    <a:pt x="141" y="33"/>
                    <a:pt x="141" y="33"/>
                  </a:cubicBezTo>
                  <a:cubicBezTo>
                    <a:pt x="157" y="33"/>
                    <a:pt x="157" y="33"/>
                    <a:pt x="157" y="33"/>
                  </a:cubicBezTo>
                  <a:cubicBezTo>
                    <a:pt x="164" y="63"/>
                    <a:pt x="164" y="63"/>
                    <a:pt x="164" y="63"/>
                  </a:cubicBezTo>
                  <a:cubicBezTo>
                    <a:pt x="163" y="65"/>
                    <a:pt x="163" y="65"/>
                    <a:pt x="163" y="65"/>
                  </a:cubicBezTo>
                  <a:cubicBezTo>
                    <a:pt x="157" y="70"/>
                    <a:pt x="149" y="72"/>
                    <a:pt x="141" y="72"/>
                  </a:cubicBezTo>
                  <a:cubicBezTo>
                    <a:pt x="134" y="72"/>
                    <a:pt x="126" y="70"/>
                    <a:pt x="120" y="65"/>
                  </a:cubicBezTo>
                  <a:cubicBezTo>
                    <a:pt x="119" y="63"/>
                    <a:pt x="119" y="63"/>
                    <a:pt x="119" y="63"/>
                  </a:cubicBezTo>
                  <a:lnTo>
                    <a:pt x="126" y="33"/>
                  </a:lnTo>
                  <a:close/>
                  <a:moveTo>
                    <a:pt x="125" y="82"/>
                  </a:moveTo>
                  <a:cubicBezTo>
                    <a:pt x="130" y="83"/>
                    <a:pt x="136" y="85"/>
                    <a:pt x="141" y="84"/>
                  </a:cubicBezTo>
                  <a:cubicBezTo>
                    <a:pt x="141" y="84"/>
                    <a:pt x="141" y="84"/>
                    <a:pt x="141" y="84"/>
                  </a:cubicBezTo>
                  <a:cubicBezTo>
                    <a:pt x="141" y="84"/>
                    <a:pt x="141" y="84"/>
                    <a:pt x="141" y="84"/>
                  </a:cubicBezTo>
                  <a:cubicBezTo>
                    <a:pt x="147" y="84"/>
                    <a:pt x="152" y="83"/>
                    <a:pt x="158" y="82"/>
                  </a:cubicBezTo>
                  <a:cubicBezTo>
                    <a:pt x="179" y="243"/>
                    <a:pt x="179" y="243"/>
                    <a:pt x="179" y="243"/>
                  </a:cubicBezTo>
                  <a:cubicBezTo>
                    <a:pt x="141" y="291"/>
                    <a:pt x="141" y="291"/>
                    <a:pt x="141" y="291"/>
                  </a:cubicBezTo>
                  <a:cubicBezTo>
                    <a:pt x="103" y="243"/>
                    <a:pt x="103" y="243"/>
                    <a:pt x="103" y="243"/>
                  </a:cubicBezTo>
                  <a:lnTo>
                    <a:pt x="125" y="82"/>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9" name="Oval 183"/>
            <p:cNvSpPr>
              <a:spLocks noChangeArrowheads="1"/>
            </p:cNvSpPr>
            <p:nvPr/>
          </p:nvSpPr>
          <p:spPr bwMode="auto">
            <a:xfrm>
              <a:off x="7526339" y="776288"/>
              <a:ext cx="215900" cy="215900"/>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0" name="Freeform 184"/>
            <p:cNvSpPr>
              <a:spLocks/>
            </p:cNvSpPr>
            <p:nvPr/>
          </p:nvSpPr>
          <p:spPr bwMode="auto">
            <a:xfrm>
              <a:off x="7097714" y="1230313"/>
              <a:ext cx="31750" cy="242888"/>
            </a:xfrm>
            <a:custGeom>
              <a:avLst/>
              <a:gdLst>
                <a:gd name="T0" fmla="*/ 27 w 27"/>
                <a:gd name="T1" fmla="*/ 0 h 202"/>
                <a:gd name="T2" fmla="*/ 13 w 27"/>
                <a:gd name="T3" fmla="*/ 162 h 202"/>
                <a:gd name="T4" fmla="*/ 0 w 27"/>
                <a:gd name="T5" fmla="*/ 193 h 202"/>
                <a:gd name="T6" fmla="*/ 6 w 27"/>
                <a:gd name="T7" fmla="*/ 193 h 202"/>
                <a:gd name="T8" fmla="*/ 26 w 27"/>
                <a:gd name="T9" fmla="*/ 202 h 202"/>
                <a:gd name="T10" fmla="*/ 27 w 27"/>
                <a:gd name="T11" fmla="*/ 202 h 202"/>
                <a:gd name="T12" fmla="*/ 27 w 27"/>
                <a:gd name="T13" fmla="*/ 0 h 202"/>
              </a:gdLst>
              <a:ahLst/>
              <a:cxnLst>
                <a:cxn ang="0">
                  <a:pos x="T0" y="T1"/>
                </a:cxn>
                <a:cxn ang="0">
                  <a:pos x="T2" y="T3"/>
                </a:cxn>
                <a:cxn ang="0">
                  <a:pos x="T4" y="T5"/>
                </a:cxn>
                <a:cxn ang="0">
                  <a:pos x="T6" y="T7"/>
                </a:cxn>
                <a:cxn ang="0">
                  <a:pos x="T8" y="T9"/>
                </a:cxn>
                <a:cxn ang="0">
                  <a:pos x="T10" y="T11"/>
                </a:cxn>
                <a:cxn ang="0">
                  <a:pos x="T12" y="T13"/>
                </a:cxn>
              </a:cxnLst>
              <a:rect l="0" t="0" r="r" b="b"/>
              <a:pathLst>
                <a:path w="27" h="202">
                  <a:moveTo>
                    <a:pt x="27" y="0"/>
                  </a:moveTo>
                  <a:cubicBezTo>
                    <a:pt x="19" y="37"/>
                    <a:pt x="13" y="90"/>
                    <a:pt x="13" y="162"/>
                  </a:cubicBezTo>
                  <a:cubicBezTo>
                    <a:pt x="13" y="174"/>
                    <a:pt x="8" y="185"/>
                    <a:pt x="0" y="193"/>
                  </a:cubicBezTo>
                  <a:cubicBezTo>
                    <a:pt x="6" y="193"/>
                    <a:pt x="6" y="193"/>
                    <a:pt x="6" y="193"/>
                  </a:cubicBezTo>
                  <a:cubicBezTo>
                    <a:pt x="14" y="193"/>
                    <a:pt x="21" y="197"/>
                    <a:pt x="26" y="202"/>
                  </a:cubicBezTo>
                  <a:cubicBezTo>
                    <a:pt x="26" y="202"/>
                    <a:pt x="27" y="202"/>
                    <a:pt x="27" y="202"/>
                  </a:cubicBezTo>
                  <a:lnTo>
                    <a:pt x="27"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1" name="Freeform 185"/>
            <p:cNvSpPr>
              <a:spLocks noEditPoints="1"/>
            </p:cNvSpPr>
            <p:nvPr/>
          </p:nvSpPr>
          <p:spPr bwMode="auto">
            <a:xfrm>
              <a:off x="6638926" y="1019176"/>
              <a:ext cx="447675" cy="893763"/>
            </a:xfrm>
            <a:custGeom>
              <a:avLst/>
              <a:gdLst>
                <a:gd name="T0" fmla="*/ 104 w 374"/>
                <a:gd name="T1" fmla="*/ 398 h 746"/>
                <a:gd name="T2" fmla="*/ 69 w 374"/>
                <a:gd name="T3" fmla="*/ 382 h 746"/>
                <a:gd name="T4" fmla="*/ 84 w 374"/>
                <a:gd name="T5" fmla="*/ 339 h 746"/>
                <a:gd name="T6" fmla="*/ 121 w 374"/>
                <a:gd name="T7" fmla="*/ 697 h 746"/>
                <a:gd name="T8" fmla="*/ 220 w 374"/>
                <a:gd name="T9" fmla="*/ 697 h 746"/>
                <a:gd name="T10" fmla="*/ 239 w 374"/>
                <a:gd name="T11" fmla="*/ 335 h 746"/>
                <a:gd name="T12" fmla="*/ 288 w 374"/>
                <a:gd name="T13" fmla="*/ 746 h 746"/>
                <a:gd name="T14" fmla="*/ 338 w 374"/>
                <a:gd name="T15" fmla="*/ 622 h 746"/>
                <a:gd name="T16" fmla="*/ 288 w 374"/>
                <a:gd name="T17" fmla="*/ 594 h 746"/>
                <a:gd name="T18" fmla="*/ 316 w 374"/>
                <a:gd name="T19" fmla="*/ 370 h 746"/>
                <a:gd name="T20" fmla="*/ 308 w 374"/>
                <a:gd name="T21" fmla="*/ 339 h 746"/>
                <a:gd name="T22" fmla="*/ 338 w 374"/>
                <a:gd name="T23" fmla="*/ 96 h 746"/>
                <a:gd name="T24" fmla="*/ 343 w 374"/>
                <a:gd name="T25" fmla="*/ 91 h 746"/>
                <a:gd name="T26" fmla="*/ 341 w 374"/>
                <a:gd name="T27" fmla="*/ 8 h 746"/>
                <a:gd name="T28" fmla="*/ 302 w 374"/>
                <a:gd name="T29" fmla="*/ 0 h 746"/>
                <a:gd name="T30" fmla="*/ 157 w 374"/>
                <a:gd name="T31" fmla="*/ 0 h 746"/>
                <a:gd name="T32" fmla="*/ 122 w 374"/>
                <a:gd name="T33" fmla="*/ 8 h 746"/>
                <a:gd name="T34" fmla="*/ 20 w 374"/>
                <a:gd name="T35" fmla="*/ 339 h 746"/>
                <a:gd name="T36" fmla="*/ 34 w 374"/>
                <a:gd name="T37" fmla="*/ 382 h 746"/>
                <a:gd name="T38" fmla="*/ 0 w 374"/>
                <a:gd name="T39" fmla="*/ 398 h 746"/>
                <a:gd name="T40" fmla="*/ 16 w 374"/>
                <a:gd name="T41" fmla="*/ 610 h 746"/>
                <a:gd name="T42" fmla="*/ 104 w 374"/>
                <a:gd name="T43" fmla="*/ 594 h 746"/>
                <a:gd name="T44" fmla="*/ 320 w 374"/>
                <a:gd name="T45" fmla="*/ 102 h 746"/>
                <a:gd name="T46" fmla="*/ 273 w 374"/>
                <a:gd name="T47" fmla="*/ 120 h 746"/>
                <a:gd name="T48" fmla="*/ 214 w 374"/>
                <a:gd name="T49" fmla="*/ 33 h 746"/>
                <a:gd name="T50" fmla="*/ 245 w 374"/>
                <a:gd name="T51" fmla="*/ 33 h 746"/>
                <a:gd name="T52" fmla="*/ 251 w 374"/>
                <a:gd name="T53" fmla="*/ 65 h 746"/>
                <a:gd name="T54" fmla="*/ 208 w 374"/>
                <a:gd name="T55" fmla="*/ 65 h 746"/>
                <a:gd name="T56" fmla="*/ 214 w 374"/>
                <a:gd name="T57" fmla="*/ 33 h 746"/>
                <a:gd name="T58" fmla="*/ 229 w 374"/>
                <a:gd name="T59" fmla="*/ 84 h 746"/>
                <a:gd name="T60" fmla="*/ 229 w 374"/>
                <a:gd name="T61" fmla="*/ 84 h 746"/>
                <a:gd name="T62" fmla="*/ 267 w 374"/>
                <a:gd name="T63" fmla="*/ 243 h 746"/>
                <a:gd name="T64" fmla="*/ 191 w 374"/>
                <a:gd name="T65" fmla="*/ 243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4" h="746">
                  <a:moveTo>
                    <a:pt x="104" y="594"/>
                  </a:moveTo>
                  <a:cubicBezTo>
                    <a:pt x="104" y="398"/>
                    <a:pt x="104" y="398"/>
                    <a:pt x="104" y="398"/>
                  </a:cubicBezTo>
                  <a:cubicBezTo>
                    <a:pt x="104" y="390"/>
                    <a:pt x="97" y="382"/>
                    <a:pt x="88" y="382"/>
                  </a:cubicBezTo>
                  <a:cubicBezTo>
                    <a:pt x="69" y="382"/>
                    <a:pt x="69" y="382"/>
                    <a:pt x="69" y="382"/>
                  </a:cubicBezTo>
                  <a:cubicBezTo>
                    <a:pt x="69" y="365"/>
                    <a:pt x="69" y="365"/>
                    <a:pt x="69" y="365"/>
                  </a:cubicBezTo>
                  <a:cubicBezTo>
                    <a:pt x="78" y="360"/>
                    <a:pt x="84" y="350"/>
                    <a:pt x="84" y="339"/>
                  </a:cubicBezTo>
                  <a:cubicBezTo>
                    <a:pt x="84" y="207"/>
                    <a:pt x="103" y="136"/>
                    <a:pt x="121" y="101"/>
                  </a:cubicBezTo>
                  <a:cubicBezTo>
                    <a:pt x="121" y="697"/>
                    <a:pt x="121" y="697"/>
                    <a:pt x="121" y="697"/>
                  </a:cubicBezTo>
                  <a:cubicBezTo>
                    <a:pt x="121" y="724"/>
                    <a:pt x="143" y="746"/>
                    <a:pt x="171" y="746"/>
                  </a:cubicBezTo>
                  <a:cubicBezTo>
                    <a:pt x="198" y="746"/>
                    <a:pt x="220" y="724"/>
                    <a:pt x="220" y="697"/>
                  </a:cubicBezTo>
                  <a:cubicBezTo>
                    <a:pt x="220" y="335"/>
                    <a:pt x="220" y="335"/>
                    <a:pt x="220" y="335"/>
                  </a:cubicBezTo>
                  <a:cubicBezTo>
                    <a:pt x="239" y="335"/>
                    <a:pt x="239" y="335"/>
                    <a:pt x="239" y="335"/>
                  </a:cubicBezTo>
                  <a:cubicBezTo>
                    <a:pt x="239" y="697"/>
                    <a:pt x="239" y="697"/>
                    <a:pt x="239" y="697"/>
                  </a:cubicBezTo>
                  <a:cubicBezTo>
                    <a:pt x="239" y="724"/>
                    <a:pt x="261" y="746"/>
                    <a:pt x="288" y="746"/>
                  </a:cubicBezTo>
                  <a:cubicBezTo>
                    <a:pt x="315" y="746"/>
                    <a:pt x="338" y="724"/>
                    <a:pt x="338" y="697"/>
                  </a:cubicBezTo>
                  <a:cubicBezTo>
                    <a:pt x="338" y="622"/>
                    <a:pt x="338" y="622"/>
                    <a:pt x="338" y="622"/>
                  </a:cubicBezTo>
                  <a:cubicBezTo>
                    <a:pt x="316" y="622"/>
                    <a:pt x="316" y="622"/>
                    <a:pt x="316" y="622"/>
                  </a:cubicBezTo>
                  <a:cubicBezTo>
                    <a:pt x="301" y="622"/>
                    <a:pt x="288" y="610"/>
                    <a:pt x="288" y="594"/>
                  </a:cubicBezTo>
                  <a:cubicBezTo>
                    <a:pt x="288" y="398"/>
                    <a:pt x="288" y="398"/>
                    <a:pt x="288" y="398"/>
                  </a:cubicBezTo>
                  <a:cubicBezTo>
                    <a:pt x="288" y="383"/>
                    <a:pt x="301" y="370"/>
                    <a:pt x="316" y="370"/>
                  </a:cubicBezTo>
                  <a:cubicBezTo>
                    <a:pt x="322" y="370"/>
                    <a:pt x="322" y="370"/>
                    <a:pt x="322" y="370"/>
                  </a:cubicBezTo>
                  <a:cubicBezTo>
                    <a:pt x="313" y="362"/>
                    <a:pt x="308" y="351"/>
                    <a:pt x="308" y="339"/>
                  </a:cubicBezTo>
                  <a:cubicBezTo>
                    <a:pt x="308" y="241"/>
                    <a:pt x="318" y="164"/>
                    <a:pt x="338" y="106"/>
                  </a:cubicBezTo>
                  <a:cubicBezTo>
                    <a:pt x="338" y="96"/>
                    <a:pt x="338" y="96"/>
                    <a:pt x="338" y="96"/>
                  </a:cubicBezTo>
                  <a:cubicBezTo>
                    <a:pt x="338" y="98"/>
                    <a:pt x="339" y="99"/>
                    <a:pt x="340" y="101"/>
                  </a:cubicBezTo>
                  <a:cubicBezTo>
                    <a:pt x="341" y="97"/>
                    <a:pt x="342" y="94"/>
                    <a:pt x="343" y="91"/>
                  </a:cubicBezTo>
                  <a:cubicBezTo>
                    <a:pt x="352" y="67"/>
                    <a:pt x="363" y="49"/>
                    <a:pt x="374" y="35"/>
                  </a:cubicBezTo>
                  <a:cubicBezTo>
                    <a:pt x="363" y="22"/>
                    <a:pt x="352" y="14"/>
                    <a:pt x="341" y="8"/>
                  </a:cubicBezTo>
                  <a:cubicBezTo>
                    <a:pt x="327" y="1"/>
                    <a:pt x="314" y="0"/>
                    <a:pt x="307" y="0"/>
                  </a:cubicBezTo>
                  <a:cubicBezTo>
                    <a:pt x="305" y="0"/>
                    <a:pt x="303" y="0"/>
                    <a:pt x="302" y="0"/>
                  </a:cubicBezTo>
                  <a:cubicBezTo>
                    <a:pt x="302" y="0"/>
                    <a:pt x="302" y="0"/>
                    <a:pt x="302" y="0"/>
                  </a:cubicBezTo>
                  <a:cubicBezTo>
                    <a:pt x="157" y="0"/>
                    <a:pt x="157" y="0"/>
                    <a:pt x="157" y="0"/>
                  </a:cubicBezTo>
                  <a:cubicBezTo>
                    <a:pt x="156" y="0"/>
                    <a:pt x="155" y="0"/>
                    <a:pt x="153" y="0"/>
                  </a:cubicBezTo>
                  <a:cubicBezTo>
                    <a:pt x="149" y="0"/>
                    <a:pt x="137" y="1"/>
                    <a:pt x="122" y="8"/>
                  </a:cubicBezTo>
                  <a:cubicBezTo>
                    <a:pt x="100" y="20"/>
                    <a:pt x="73" y="45"/>
                    <a:pt x="54" y="96"/>
                  </a:cubicBezTo>
                  <a:cubicBezTo>
                    <a:pt x="34" y="146"/>
                    <a:pt x="20" y="222"/>
                    <a:pt x="20" y="339"/>
                  </a:cubicBezTo>
                  <a:cubicBezTo>
                    <a:pt x="20" y="350"/>
                    <a:pt x="26" y="360"/>
                    <a:pt x="34" y="366"/>
                  </a:cubicBezTo>
                  <a:cubicBezTo>
                    <a:pt x="34" y="382"/>
                    <a:pt x="34" y="382"/>
                    <a:pt x="34" y="382"/>
                  </a:cubicBezTo>
                  <a:cubicBezTo>
                    <a:pt x="16" y="382"/>
                    <a:pt x="16" y="382"/>
                    <a:pt x="16" y="382"/>
                  </a:cubicBezTo>
                  <a:cubicBezTo>
                    <a:pt x="7" y="382"/>
                    <a:pt x="0" y="390"/>
                    <a:pt x="0" y="398"/>
                  </a:cubicBezTo>
                  <a:cubicBezTo>
                    <a:pt x="0" y="594"/>
                    <a:pt x="0" y="594"/>
                    <a:pt x="0" y="594"/>
                  </a:cubicBezTo>
                  <a:cubicBezTo>
                    <a:pt x="0" y="603"/>
                    <a:pt x="7" y="610"/>
                    <a:pt x="16" y="610"/>
                  </a:cubicBezTo>
                  <a:cubicBezTo>
                    <a:pt x="88" y="610"/>
                    <a:pt x="88" y="610"/>
                    <a:pt x="88" y="610"/>
                  </a:cubicBezTo>
                  <a:cubicBezTo>
                    <a:pt x="97" y="610"/>
                    <a:pt x="104" y="603"/>
                    <a:pt x="104" y="594"/>
                  </a:cubicBezTo>
                  <a:close/>
                  <a:moveTo>
                    <a:pt x="273" y="102"/>
                  </a:moveTo>
                  <a:cubicBezTo>
                    <a:pt x="320" y="102"/>
                    <a:pt x="320" y="102"/>
                    <a:pt x="320" y="102"/>
                  </a:cubicBezTo>
                  <a:cubicBezTo>
                    <a:pt x="320" y="120"/>
                    <a:pt x="320" y="120"/>
                    <a:pt x="320" y="120"/>
                  </a:cubicBezTo>
                  <a:cubicBezTo>
                    <a:pt x="273" y="120"/>
                    <a:pt x="273" y="120"/>
                    <a:pt x="273" y="120"/>
                  </a:cubicBezTo>
                  <a:lnTo>
                    <a:pt x="273" y="102"/>
                  </a:lnTo>
                  <a:close/>
                  <a:moveTo>
                    <a:pt x="214" y="33"/>
                  </a:moveTo>
                  <a:cubicBezTo>
                    <a:pt x="229" y="33"/>
                    <a:pt x="229" y="33"/>
                    <a:pt x="229" y="33"/>
                  </a:cubicBezTo>
                  <a:cubicBezTo>
                    <a:pt x="245" y="33"/>
                    <a:pt x="245" y="33"/>
                    <a:pt x="245" y="33"/>
                  </a:cubicBezTo>
                  <a:cubicBezTo>
                    <a:pt x="252" y="63"/>
                    <a:pt x="252" y="63"/>
                    <a:pt x="252" y="63"/>
                  </a:cubicBezTo>
                  <a:cubicBezTo>
                    <a:pt x="251" y="65"/>
                    <a:pt x="251" y="65"/>
                    <a:pt x="251" y="65"/>
                  </a:cubicBezTo>
                  <a:cubicBezTo>
                    <a:pt x="245" y="70"/>
                    <a:pt x="237" y="72"/>
                    <a:pt x="229" y="72"/>
                  </a:cubicBezTo>
                  <a:cubicBezTo>
                    <a:pt x="222" y="72"/>
                    <a:pt x="214" y="70"/>
                    <a:pt x="208" y="65"/>
                  </a:cubicBezTo>
                  <a:cubicBezTo>
                    <a:pt x="207" y="63"/>
                    <a:pt x="207" y="63"/>
                    <a:pt x="207" y="63"/>
                  </a:cubicBezTo>
                  <a:lnTo>
                    <a:pt x="214" y="33"/>
                  </a:lnTo>
                  <a:close/>
                  <a:moveTo>
                    <a:pt x="213" y="82"/>
                  </a:moveTo>
                  <a:cubicBezTo>
                    <a:pt x="218" y="83"/>
                    <a:pt x="224" y="85"/>
                    <a:pt x="229" y="84"/>
                  </a:cubicBezTo>
                  <a:cubicBezTo>
                    <a:pt x="229" y="84"/>
                    <a:pt x="229" y="84"/>
                    <a:pt x="229" y="84"/>
                  </a:cubicBezTo>
                  <a:cubicBezTo>
                    <a:pt x="229" y="84"/>
                    <a:pt x="229" y="84"/>
                    <a:pt x="229" y="84"/>
                  </a:cubicBezTo>
                  <a:cubicBezTo>
                    <a:pt x="235" y="84"/>
                    <a:pt x="240" y="83"/>
                    <a:pt x="246" y="82"/>
                  </a:cubicBezTo>
                  <a:cubicBezTo>
                    <a:pt x="267" y="243"/>
                    <a:pt x="267" y="243"/>
                    <a:pt x="267" y="243"/>
                  </a:cubicBezTo>
                  <a:cubicBezTo>
                    <a:pt x="229" y="291"/>
                    <a:pt x="229" y="291"/>
                    <a:pt x="229" y="291"/>
                  </a:cubicBezTo>
                  <a:cubicBezTo>
                    <a:pt x="191" y="243"/>
                    <a:pt x="191" y="243"/>
                    <a:pt x="191" y="243"/>
                  </a:cubicBezTo>
                  <a:lnTo>
                    <a:pt x="213" y="82"/>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2" name="Oval 186"/>
            <p:cNvSpPr>
              <a:spLocks noChangeArrowheads="1"/>
            </p:cNvSpPr>
            <p:nvPr/>
          </p:nvSpPr>
          <p:spPr bwMode="auto">
            <a:xfrm>
              <a:off x="6805614" y="776288"/>
              <a:ext cx="215900" cy="215900"/>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3" name="Freeform 187"/>
            <p:cNvSpPr>
              <a:spLocks noEditPoints="1"/>
            </p:cNvSpPr>
            <p:nvPr/>
          </p:nvSpPr>
          <p:spPr bwMode="auto">
            <a:xfrm>
              <a:off x="6997701" y="1019176"/>
              <a:ext cx="515938" cy="893763"/>
            </a:xfrm>
            <a:custGeom>
              <a:avLst/>
              <a:gdLst>
                <a:gd name="T0" fmla="*/ 20 w 430"/>
                <a:gd name="T1" fmla="*/ 339 h 746"/>
                <a:gd name="T2" fmla="*/ 35 w 430"/>
                <a:gd name="T3" fmla="*/ 382 h 746"/>
                <a:gd name="T4" fmla="*/ 0 w 430"/>
                <a:gd name="T5" fmla="*/ 398 h 746"/>
                <a:gd name="T6" fmla="*/ 16 w 430"/>
                <a:gd name="T7" fmla="*/ 610 h 746"/>
                <a:gd name="T8" fmla="*/ 105 w 430"/>
                <a:gd name="T9" fmla="*/ 594 h 746"/>
                <a:gd name="T10" fmla="*/ 89 w 430"/>
                <a:gd name="T11" fmla="*/ 382 h 746"/>
                <a:gd name="T12" fmla="*/ 70 w 430"/>
                <a:gd name="T13" fmla="*/ 365 h 746"/>
                <a:gd name="T14" fmla="*/ 122 w 430"/>
                <a:gd name="T15" fmla="*/ 101 h 746"/>
                <a:gd name="T16" fmla="*/ 171 w 430"/>
                <a:gd name="T17" fmla="*/ 746 h 746"/>
                <a:gd name="T18" fmla="*/ 221 w 430"/>
                <a:gd name="T19" fmla="*/ 335 h 746"/>
                <a:gd name="T20" fmla="*/ 239 w 430"/>
                <a:gd name="T21" fmla="*/ 697 h 746"/>
                <a:gd name="T22" fmla="*/ 338 w 430"/>
                <a:gd name="T23" fmla="*/ 697 h 746"/>
                <a:gd name="T24" fmla="*/ 345 w 430"/>
                <a:gd name="T25" fmla="*/ 113 h 746"/>
                <a:gd name="T26" fmla="*/ 364 w 430"/>
                <a:gd name="T27" fmla="*/ 349 h 746"/>
                <a:gd name="T28" fmla="*/ 396 w 430"/>
                <a:gd name="T29" fmla="*/ 383 h 746"/>
                <a:gd name="T30" fmla="*/ 430 w 430"/>
                <a:gd name="T31" fmla="*/ 276 h 746"/>
                <a:gd name="T32" fmla="*/ 342 w 430"/>
                <a:gd name="T33" fmla="*/ 8 h 746"/>
                <a:gd name="T34" fmla="*/ 302 w 430"/>
                <a:gd name="T35" fmla="*/ 0 h 746"/>
                <a:gd name="T36" fmla="*/ 158 w 430"/>
                <a:gd name="T37" fmla="*/ 0 h 746"/>
                <a:gd name="T38" fmla="*/ 123 w 430"/>
                <a:gd name="T39" fmla="*/ 8 h 746"/>
                <a:gd name="T40" fmla="*/ 274 w 430"/>
                <a:gd name="T41" fmla="*/ 102 h 746"/>
                <a:gd name="T42" fmla="*/ 320 w 430"/>
                <a:gd name="T43" fmla="*/ 120 h 746"/>
                <a:gd name="T44" fmla="*/ 274 w 430"/>
                <a:gd name="T45" fmla="*/ 102 h 746"/>
                <a:gd name="T46" fmla="*/ 230 w 430"/>
                <a:gd name="T47" fmla="*/ 33 h 746"/>
                <a:gd name="T48" fmla="*/ 253 w 430"/>
                <a:gd name="T49" fmla="*/ 63 h 746"/>
                <a:gd name="T50" fmla="*/ 230 w 430"/>
                <a:gd name="T51" fmla="*/ 72 h 746"/>
                <a:gd name="T52" fmla="*/ 207 w 430"/>
                <a:gd name="T53" fmla="*/ 63 h 746"/>
                <a:gd name="T54" fmla="*/ 214 w 430"/>
                <a:gd name="T55" fmla="*/ 82 h 746"/>
                <a:gd name="T56" fmla="*/ 230 w 430"/>
                <a:gd name="T57" fmla="*/ 84 h 746"/>
                <a:gd name="T58" fmla="*/ 246 w 430"/>
                <a:gd name="T59" fmla="*/ 82 h 746"/>
                <a:gd name="T60" fmla="*/ 230 w 430"/>
                <a:gd name="T61" fmla="*/ 291 h 746"/>
                <a:gd name="T62" fmla="*/ 214 w 430"/>
                <a:gd name="T63" fmla="*/ 82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30" h="746">
                  <a:moveTo>
                    <a:pt x="54" y="96"/>
                  </a:moveTo>
                  <a:cubicBezTo>
                    <a:pt x="35" y="146"/>
                    <a:pt x="20" y="222"/>
                    <a:pt x="20" y="339"/>
                  </a:cubicBezTo>
                  <a:cubicBezTo>
                    <a:pt x="20" y="350"/>
                    <a:pt x="26" y="360"/>
                    <a:pt x="35" y="366"/>
                  </a:cubicBezTo>
                  <a:cubicBezTo>
                    <a:pt x="35" y="382"/>
                    <a:pt x="35" y="382"/>
                    <a:pt x="35" y="382"/>
                  </a:cubicBezTo>
                  <a:cubicBezTo>
                    <a:pt x="16" y="382"/>
                    <a:pt x="16" y="382"/>
                    <a:pt x="16" y="382"/>
                  </a:cubicBezTo>
                  <a:cubicBezTo>
                    <a:pt x="7" y="382"/>
                    <a:pt x="0" y="390"/>
                    <a:pt x="0" y="398"/>
                  </a:cubicBezTo>
                  <a:cubicBezTo>
                    <a:pt x="0" y="594"/>
                    <a:pt x="0" y="594"/>
                    <a:pt x="0" y="594"/>
                  </a:cubicBezTo>
                  <a:cubicBezTo>
                    <a:pt x="0" y="603"/>
                    <a:pt x="7" y="610"/>
                    <a:pt x="16" y="610"/>
                  </a:cubicBezTo>
                  <a:cubicBezTo>
                    <a:pt x="89" y="610"/>
                    <a:pt x="89" y="610"/>
                    <a:pt x="89" y="610"/>
                  </a:cubicBezTo>
                  <a:cubicBezTo>
                    <a:pt x="97" y="610"/>
                    <a:pt x="105" y="603"/>
                    <a:pt x="105" y="594"/>
                  </a:cubicBezTo>
                  <a:cubicBezTo>
                    <a:pt x="105" y="398"/>
                    <a:pt x="105" y="398"/>
                    <a:pt x="105" y="398"/>
                  </a:cubicBezTo>
                  <a:cubicBezTo>
                    <a:pt x="105" y="390"/>
                    <a:pt x="97" y="382"/>
                    <a:pt x="89" y="382"/>
                  </a:cubicBezTo>
                  <a:cubicBezTo>
                    <a:pt x="70" y="382"/>
                    <a:pt x="70" y="382"/>
                    <a:pt x="70" y="382"/>
                  </a:cubicBezTo>
                  <a:cubicBezTo>
                    <a:pt x="70" y="365"/>
                    <a:pt x="70" y="365"/>
                    <a:pt x="70" y="365"/>
                  </a:cubicBezTo>
                  <a:cubicBezTo>
                    <a:pt x="79" y="360"/>
                    <a:pt x="84" y="350"/>
                    <a:pt x="84" y="339"/>
                  </a:cubicBezTo>
                  <a:cubicBezTo>
                    <a:pt x="84" y="207"/>
                    <a:pt x="104" y="136"/>
                    <a:pt x="122" y="101"/>
                  </a:cubicBezTo>
                  <a:cubicBezTo>
                    <a:pt x="122" y="697"/>
                    <a:pt x="122" y="697"/>
                    <a:pt x="122" y="697"/>
                  </a:cubicBezTo>
                  <a:cubicBezTo>
                    <a:pt x="122" y="724"/>
                    <a:pt x="144" y="746"/>
                    <a:pt x="171" y="746"/>
                  </a:cubicBezTo>
                  <a:cubicBezTo>
                    <a:pt x="199" y="746"/>
                    <a:pt x="221" y="724"/>
                    <a:pt x="221" y="697"/>
                  </a:cubicBezTo>
                  <a:cubicBezTo>
                    <a:pt x="221" y="335"/>
                    <a:pt x="221" y="335"/>
                    <a:pt x="221" y="335"/>
                  </a:cubicBezTo>
                  <a:cubicBezTo>
                    <a:pt x="239" y="335"/>
                    <a:pt x="239" y="335"/>
                    <a:pt x="239" y="335"/>
                  </a:cubicBezTo>
                  <a:cubicBezTo>
                    <a:pt x="239" y="697"/>
                    <a:pt x="239" y="697"/>
                    <a:pt x="239" y="697"/>
                  </a:cubicBezTo>
                  <a:cubicBezTo>
                    <a:pt x="239" y="724"/>
                    <a:pt x="261" y="746"/>
                    <a:pt x="289" y="746"/>
                  </a:cubicBezTo>
                  <a:cubicBezTo>
                    <a:pt x="316" y="746"/>
                    <a:pt x="338" y="724"/>
                    <a:pt x="338" y="697"/>
                  </a:cubicBezTo>
                  <a:cubicBezTo>
                    <a:pt x="338" y="96"/>
                    <a:pt x="338" y="96"/>
                    <a:pt x="338" y="96"/>
                  </a:cubicBezTo>
                  <a:cubicBezTo>
                    <a:pt x="341" y="101"/>
                    <a:pt x="343" y="107"/>
                    <a:pt x="345" y="113"/>
                  </a:cubicBezTo>
                  <a:cubicBezTo>
                    <a:pt x="357" y="145"/>
                    <a:pt x="366" y="196"/>
                    <a:pt x="366" y="276"/>
                  </a:cubicBezTo>
                  <a:cubicBezTo>
                    <a:pt x="366" y="298"/>
                    <a:pt x="365" y="322"/>
                    <a:pt x="364" y="349"/>
                  </a:cubicBezTo>
                  <a:cubicBezTo>
                    <a:pt x="363" y="366"/>
                    <a:pt x="376" y="382"/>
                    <a:pt x="394" y="383"/>
                  </a:cubicBezTo>
                  <a:cubicBezTo>
                    <a:pt x="395" y="383"/>
                    <a:pt x="395" y="383"/>
                    <a:pt x="396" y="383"/>
                  </a:cubicBezTo>
                  <a:cubicBezTo>
                    <a:pt x="413" y="383"/>
                    <a:pt x="427" y="369"/>
                    <a:pt x="428" y="352"/>
                  </a:cubicBezTo>
                  <a:cubicBezTo>
                    <a:pt x="429" y="325"/>
                    <a:pt x="430" y="299"/>
                    <a:pt x="430" y="276"/>
                  </a:cubicBezTo>
                  <a:cubicBezTo>
                    <a:pt x="430" y="155"/>
                    <a:pt x="411" y="88"/>
                    <a:pt x="384" y="48"/>
                  </a:cubicBezTo>
                  <a:cubicBezTo>
                    <a:pt x="371" y="28"/>
                    <a:pt x="356" y="15"/>
                    <a:pt x="342" y="8"/>
                  </a:cubicBezTo>
                  <a:cubicBezTo>
                    <a:pt x="327" y="1"/>
                    <a:pt x="315" y="0"/>
                    <a:pt x="308" y="0"/>
                  </a:cubicBezTo>
                  <a:cubicBezTo>
                    <a:pt x="305" y="0"/>
                    <a:pt x="303" y="0"/>
                    <a:pt x="302" y="0"/>
                  </a:cubicBezTo>
                  <a:cubicBezTo>
                    <a:pt x="302" y="0"/>
                    <a:pt x="302" y="0"/>
                    <a:pt x="302" y="0"/>
                  </a:cubicBezTo>
                  <a:cubicBezTo>
                    <a:pt x="158" y="0"/>
                    <a:pt x="158" y="0"/>
                    <a:pt x="158" y="0"/>
                  </a:cubicBezTo>
                  <a:cubicBezTo>
                    <a:pt x="157" y="0"/>
                    <a:pt x="156" y="0"/>
                    <a:pt x="154" y="0"/>
                  </a:cubicBezTo>
                  <a:cubicBezTo>
                    <a:pt x="149" y="0"/>
                    <a:pt x="137" y="1"/>
                    <a:pt x="123" y="8"/>
                  </a:cubicBezTo>
                  <a:cubicBezTo>
                    <a:pt x="100" y="20"/>
                    <a:pt x="74" y="45"/>
                    <a:pt x="54" y="96"/>
                  </a:cubicBezTo>
                  <a:close/>
                  <a:moveTo>
                    <a:pt x="274" y="102"/>
                  </a:moveTo>
                  <a:cubicBezTo>
                    <a:pt x="320" y="102"/>
                    <a:pt x="320" y="102"/>
                    <a:pt x="320" y="102"/>
                  </a:cubicBezTo>
                  <a:cubicBezTo>
                    <a:pt x="320" y="120"/>
                    <a:pt x="320" y="120"/>
                    <a:pt x="320" y="120"/>
                  </a:cubicBezTo>
                  <a:cubicBezTo>
                    <a:pt x="274" y="120"/>
                    <a:pt x="274" y="120"/>
                    <a:pt x="274" y="120"/>
                  </a:cubicBezTo>
                  <a:lnTo>
                    <a:pt x="274" y="102"/>
                  </a:lnTo>
                  <a:close/>
                  <a:moveTo>
                    <a:pt x="215" y="33"/>
                  </a:moveTo>
                  <a:cubicBezTo>
                    <a:pt x="230" y="33"/>
                    <a:pt x="230" y="33"/>
                    <a:pt x="230" y="33"/>
                  </a:cubicBezTo>
                  <a:cubicBezTo>
                    <a:pt x="245" y="33"/>
                    <a:pt x="245" y="33"/>
                    <a:pt x="245" y="33"/>
                  </a:cubicBezTo>
                  <a:cubicBezTo>
                    <a:pt x="253" y="63"/>
                    <a:pt x="253" y="63"/>
                    <a:pt x="253" y="63"/>
                  </a:cubicBezTo>
                  <a:cubicBezTo>
                    <a:pt x="252" y="65"/>
                    <a:pt x="252" y="65"/>
                    <a:pt x="252" y="65"/>
                  </a:cubicBezTo>
                  <a:cubicBezTo>
                    <a:pt x="245" y="70"/>
                    <a:pt x="238" y="72"/>
                    <a:pt x="230" y="72"/>
                  </a:cubicBezTo>
                  <a:cubicBezTo>
                    <a:pt x="222" y="72"/>
                    <a:pt x="215" y="70"/>
                    <a:pt x="208" y="65"/>
                  </a:cubicBezTo>
                  <a:cubicBezTo>
                    <a:pt x="207" y="63"/>
                    <a:pt x="207" y="63"/>
                    <a:pt x="207" y="63"/>
                  </a:cubicBezTo>
                  <a:lnTo>
                    <a:pt x="215" y="33"/>
                  </a:lnTo>
                  <a:close/>
                  <a:moveTo>
                    <a:pt x="214" y="82"/>
                  </a:moveTo>
                  <a:cubicBezTo>
                    <a:pt x="219" y="83"/>
                    <a:pt x="225" y="85"/>
                    <a:pt x="230" y="84"/>
                  </a:cubicBezTo>
                  <a:cubicBezTo>
                    <a:pt x="230" y="84"/>
                    <a:pt x="230" y="84"/>
                    <a:pt x="230" y="84"/>
                  </a:cubicBezTo>
                  <a:cubicBezTo>
                    <a:pt x="230" y="84"/>
                    <a:pt x="230" y="84"/>
                    <a:pt x="230" y="84"/>
                  </a:cubicBezTo>
                  <a:cubicBezTo>
                    <a:pt x="236" y="84"/>
                    <a:pt x="241" y="83"/>
                    <a:pt x="246" y="82"/>
                  </a:cubicBezTo>
                  <a:cubicBezTo>
                    <a:pt x="268" y="243"/>
                    <a:pt x="268" y="243"/>
                    <a:pt x="268" y="243"/>
                  </a:cubicBezTo>
                  <a:cubicBezTo>
                    <a:pt x="230" y="291"/>
                    <a:pt x="230" y="291"/>
                    <a:pt x="230" y="291"/>
                  </a:cubicBezTo>
                  <a:cubicBezTo>
                    <a:pt x="192" y="243"/>
                    <a:pt x="192" y="243"/>
                    <a:pt x="192" y="243"/>
                  </a:cubicBezTo>
                  <a:lnTo>
                    <a:pt x="214" y="82"/>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4" name="Oval 188"/>
            <p:cNvSpPr>
              <a:spLocks noChangeArrowheads="1"/>
            </p:cNvSpPr>
            <p:nvPr/>
          </p:nvSpPr>
          <p:spPr bwMode="auto">
            <a:xfrm>
              <a:off x="7165976" y="776288"/>
              <a:ext cx="215900" cy="215900"/>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95" name="组合 194"/>
          <p:cNvGrpSpPr/>
          <p:nvPr/>
        </p:nvGrpSpPr>
        <p:grpSpPr>
          <a:xfrm>
            <a:off x="9805989" y="801688"/>
            <a:ext cx="2065337" cy="1433513"/>
            <a:chOff x="9805989" y="801688"/>
            <a:chExt cx="2065337" cy="1433513"/>
          </a:xfrm>
        </p:grpSpPr>
        <p:sp>
          <p:nvSpPr>
            <p:cNvPr id="196" name="Freeform 189"/>
            <p:cNvSpPr>
              <a:spLocks/>
            </p:cNvSpPr>
            <p:nvPr/>
          </p:nvSpPr>
          <p:spPr bwMode="auto">
            <a:xfrm>
              <a:off x="10517189" y="801688"/>
              <a:ext cx="649288" cy="1331913"/>
            </a:xfrm>
            <a:custGeom>
              <a:avLst/>
              <a:gdLst>
                <a:gd name="T0" fmla="*/ 32 w 542"/>
                <a:gd name="T1" fmla="*/ 32 h 1112"/>
                <a:gd name="T2" fmla="*/ 510 w 542"/>
                <a:gd name="T3" fmla="*/ 32 h 1112"/>
                <a:gd name="T4" fmla="*/ 510 w 542"/>
                <a:gd name="T5" fmla="*/ 1080 h 1112"/>
                <a:gd name="T6" fmla="*/ 133 w 542"/>
                <a:gd name="T7" fmla="*/ 1080 h 1112"/>
                <a:gd name="T8" fmla="*/ 133 w 542"/>
                <a:gd name="T9" fmla="*/ 1112 h 1112"/>
                <a:gd name="T10" fmla="*/ 542 w 542"/>
                <a:gd name="T11" fmla="*/ 1112 h 1112"/>
                <a:gd name="T12" fmla="*/ 542 w 542"/>
                <a:gd name="T13" fmla="*/ 0 h 1112"/>
                <a:gd name="T14" fmla="*/ 0 w 542"/>
                <a:gd name="T15" fmla="*/ 0 h 1112"/>
                <a:gd name="T16" fmla="*/ 0 w 542"/>
                <a:gd name="T17" fmla="*/ 244 h 1112"/>
                <a:gd name="T18" fmla="*/ 32 w 542"/>
                <a:gd name="T19" fmla="*/ 249 h 1112"/>
                <a:gd name="T20" fmla="*/ 32 w 542"/>
                <a:gd name="T21" fmla="*/ 32 h 1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42" h="1112">
                  <a:moveTo>
                    <a:pt x="32" y="32"/>
                  </a:moveTo>
                  <a:cubicBezTo>
                    <a:pt x="510" y="32"/>
                    <a:pt x="510" y="32"/>
                    <a:pt x="510" y="32"/>
                  </a:cubicBezTo>
                  <a:cubicBezTo>
                    <a:pt x="510" y="1080"/>
                    <a:pt x="510" y="1080"/>
                    <a:pt x="510" y="1080"/>
                  </a:cubicBezTo>
                  <a:cubicBezTo>
                    <a:pt x="133" y="1080"/>
                    <a:pt x="133" y="1080"/>
                    <a:pt x="133" y="1080"/>
                  </a:cubicBezTo>
                  <a:cubicBezTo>
                    <a:pt x="133" y="1112"/>
                    <a:pt x="133" y="1112"/>
                    <a:pt x="133" y="1112"/>
                  </a:cubicBezTo>
                  <a:cubicBezTo>
                    <a:pt x="542" y="1112"/>
                    <a:pt x="542" y="1112"/>
                    <a:pt x="542" y="1112"/>
                  </a:cubicBezTo>
                  <a:cubicBezTo>
                    <a:pt x="542" y="0"/>
                    <a:pt x="542" y="0"/>
                    <a:pt x="542" y="0"/>
                  </a:cubicBezTo>
                  <a:cubicBezTo>
                    <a:pt x="0" y="0"/>
                    <a:pt x="0" y="0"/>
                    <a:pt x="0" y="0"/>
                  </a:cubicBezTo>
                  <a:cubicBezTo>
                    <a:pt x="0" y="244"/>
                    <a:pt x="0" y="244"/>
                    <a:pt x="0" y="244"/>
                  </a:cubicBezTo>
                  <a:cubicBezTo>
                    <a:pt x="12" y="244"/>
                    <a:pt x="22" y="246"/>
                    <a:pt x="32" y="249"/>
                  </a:cubicBezTo>
                  <a:lnTo>
                    <a:pt x="32" y="32"/>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7" name="Freeform 190"/>
            <p:cNvSpPr>
              <a:spLocks noEditPoints="1"/>
            </p:cNvSpPr>
            <p:nvPr/>
          </p:nvSpPr>
          <p:spPr bwMode="auto">
            <a:xfrm>
              <a:off x="10609264" y="895351"/>
              <a:ext cx="466725" cy="87313"/>
            </a:xfrm>
            <a:custGeom>
              <a:avLst/>
              <a:gdLst>
                <a:gd name="T0" fmla="*/ 294 w 294"/>
                <a:gd name="T1" fmla="*/ 0 h 55"/>
                <a:gd name="T2" fmla="*/ 0 w 294"/>
                <a:gd name="T3" fmla="*/ 0 h 55"/>
                <a:gd name="T4" fmla="*/ 0 w 294"/>
                <a:gd name="T5" fmla="*/ 55 h 55"/>
                <a:gd name="T6" fmla="*/ 294 w 294"/>
                <a:gd name="T7" fmla="*/ 55 h 55"/>
                <a:gd name="T8" fmla="*/ 294 w 294"/>
                <a:gd name="T9" fmla="*/ 0 h 55"/>
                <a:gd name="T10" fmla="*/ 118 w 294"/>
                <a:gd name="T11" fmla="*/ 37 h 55"/>
                <a:gd name="T12" fmla="*/ 19 w 294"/>
                <a:gd name="T13" fmla="*/ 37 h 55"/>
                <a:gd name="T14" fmla="*/ 19 w 294"/>
                <a:gd name="T15" fmla="*/ 16 h 55"/>
                <a:gd name="T16" fmla="*/ 118 w 294"/>
                <a:gd name="T17" fmla="*/ 16 h 55"/>
                <a:gd name="T18" fmla="*/ 118 w 294"/>
                <a:gd name="T19" fmla="*/ 37 h 55"/>
                <a:gd name="T20" fmla="*/ 209 w 294"/>
                <a:gd name="T21" fmla="*/ 37 h 55"/>
                <a:gd name="T22" fmla="*/ 188 w 294"/>
                <a:gd name="T23" fmla="*/ 37 h 55"/>
                <a:gd name="T24" fmla="*/ 188 w 294"/>
                <a:gd name="T25" fmla="*/ 16 h 55"/>
                <a:gd name="T26" fmla="*/ 209 w 294"/>
                <a:gd name="T27" fmla="*/ 16 h 55"/>
                <a:gd name="T28" fmla="*/ 209 w 294"/>
                <a:gd name="T29" fmla="*/ 37 h 55"/>
                <a:gd name="T30" fmla="*/ 243 w 294"/>
                <a:gd name="T31" fmla="*/ 37 h 55"/>
                <a:gd name="T32" fmla="*/ 222 w 294"/>
                <a:gd name="T33" fmla="*/ 37 h 55"/>
                <a:gd name="T34" fmla="*/ 222 w 294"/>
                <a:gd name="T35" fmla="*/ 16 h 55"/>
                <a:gd name="T36" fmla="*/ 243 w 294"/>
                <a:gd name="T37" fmla="*/ 16 h 55"/>
                <a:gd name="T38" fmla="*/ 243 w 294"/>
                <a:gd name="T39" fmla="*/ 37 h 55"/>
                <a:gd name="T40" fmla="*/ 277 w 294"/>
                <a:gd name="T41" fmla="*/ 37 h 55"/>
                <a:gd name="T42" fmla="*/ 256 w 294"/>
                <a:gd name="T43" fmla="*/ 37 h 55"/>
                <a:gd name="T44" fmla="*/ 256 w 294"/>
                <a:gd name="T45" fmla="*/ 16 h 55"/>
                <a:gd name="T46" fmla="*/ 277 w 294"/>
                <a:gd name="T47" fmla="*/ 16 h 55"/>
                <a:gd name="T48" fmla="*/ 277 w 294"/>
                <a:gd name="T49" fmla="*/ 37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94" h="55">
                  <a:moveTo>
                    <a:pt x="294" y="0"/>
                  </a:moveTo>
                  <a:lnTo>
                    <a:pt x="0" y="0"/>
                  </a:lnTo>
                  <a:lnTo>
                    <a:pt x="0" y="55"/>
                  </a:lnTo>
                  <a:lnTo>
                    <a:pt x="294" y="55"/>
                  </a:lnTo>
                  <a:lnTo>
                    <a:pt x="294" y="0"/>
                  </a:lnTo>
                  <a:close/>
                  <a:moveTo>
                    <a:pt x="118" y="37"/>
                  </a:moveTo>
                  <a:lnTo>
                    <a:pt x="19" y="37"/>
                  </a:lnTo>
                  <a:lnTo>
                    <a:pt x="19" y="16"/>
                  </a:lnTo>
                  <a:lnTo>
                    <a:pt x="118" y="16"/>
                  </a:lnTo>
                  <a:lnTo>
                    <a:pt x="118" y="37"/>
                  </a:lnTo>
                  <a:close/>
                  <a:moveTo>
                    <a:pt x="209" y="37"/>
                  </a:moveTo>
                  <a:lnTo>
                    <a:pt x="188" y="37"/>
                  </a:lnTo>
                  <a:lnTo>
                    <a:pt x="188" y="16"/>
                  </a:lnTo>
                  <a:lnTo>
                    <a:pt x="209" y="16"/>
                  </a:lnTo>
                  <a:lnTo>
                    <a:pt x="209" y="37"/>
                  </a:lnTo>
                  <a:close/>
                  <a:moveTo>
                    <a:pt x="243" y="37"/>
                  </a:moveTo>
                  <a:lnTo>
                    <a:pt x="222" y="37"/>
                  </a:lnTo>
                  <a:lnTo>
                    <a:pt x="222" y="16"/>
                  </a:lnTo>
                  <a:lnTo>
                    <a:pt x="243" y="16"/>
                  </a:lnTo>
                  <a:lnTo>
                    <a:pt x="243" y="37"/>
                  </a:lnTo>
                  <a:close/>
                  <a:moveTo>
                    <a:pt x="277" y="37"/>
                  </a:moveTo>
                  <a:lnTo>
                    <a:pt x="256" y="37"/>
                  </a:lnTo>
                  <a:lnTo>
                    <a:pt x="256" y="16"/>
                  </a:lnTo>
                  <a:lnTo>
                    <a:pt x="277" y="16"/>
                  </a:lnTo>
                  <a:lnTo>
                    <a:pt x="277" y="37"/>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8" name="Freeform 191"/>
            <p:cNvSpPr>
              <a:spLocks noEditPoints="1"/>
            </p:cNvSpPr>
            <p:nvPr/>
          </p:nvSpPr>
          <p:spPr bwMode="auto">
            <a:xfrm>
              <a:off x="10615614" y="1130301"/>
              <a:ext cx="460375" cy="85725"/>
            </a:xfrm>
            <a:custGeom>
              <a:avLst/>
              <a:gdLst>
                <a:gd name="T0" fmla="*/ 20 w 384"/>
                <a:gd name="T1" fmla="*/ 22 h 72"/>
                <a:gd name="T2" fmla="*/ 20 w 384"/>
                <a:gd name="T3" fmla="*/ 22 h 72"/>
                <a:gd name="T4" fmla="*/ 151 w 384"/>
                <a:gd name="T5" fmla="*/ 22 h 72"/>
                <a:gd name="T6" fmla="*/ 151 w 384"/>
                <a:gd name="T7" fmla="*/ 50 h 72"/>
                <a:gd name="T8" fmla="*/ 37 w 384"/>
                <a:gd name="T9" fmla="*/ 50 h 72"/>
                <a:gd name="T10" fmla="*/ 44 w 384"/>
                <a:gd name="T11" fmla="*/ 72 h 72"/>
                <a:gd name="T12" fmla="*/ 384 w 384"/>
                <a:gd name="T13" fmla="*/ 72 h 72"/>
                <a:gd name="T14" fmla="*/ 384 w 384"/>
                <a:gd name="T15" fmla="*/ 0 h 72"/>
                <a:gd name="T16" fmla="*/ 0 w 384"/>
                <a:gd name="T17" fmla="*/ 0 h 72"/>
                <a:gd name="T18" fmla="*/ 20 w 384"/>
                <a:gd name="T19" fmla="*/ 22 h 72"/>
                <a:gd name="T20" fmla="*/ 334 w 384"/>
                <a:gd name="T21" fmla="*/ 22 h 72"/>
                <a:gd name="T22" fmla="*/ 362 w 384"/>
                <a:gd name="T23" fmla="*/ 22 h 72"/>
                <a:gd name="T24" fmla="*/ 362 w 384"/>
                <a:gd name="T25" fmla="*/ 50 h 72"/>
                <a:gd name="T26" fmla="*/ 334 w 384"/>
                <a:gd name="T27" fmla="*/ 50 h 72"/>
                <a:gd name="T28" fmla="*/ 334 w 384"/>
                <a:gd name="T29" fmla="*/ 22 h 72"/>
                <a:gd name="T30" fmla="*/ 289 w 384"/>
                <a:gd name="T31" fmla="*/ 22 h 72"/>
                <a:gd name="T32" fmla="*/ 317 w 384"/>
                <a:gd name="T33" fmla="*/ 22 h 72"/>
                <a:gd name="T34" fmla="*/ 317 w 384"/>
                <a:gd name="T35" fmla="*/ 50 h 72"/>
                <a:gd name="T36" fmla="*/ 289 w 384"/>
                <a:gd name="T37" fmla="*/ 50 h 72"/>
                <a:gd name="T38" fmla="*/ 289 w 384"/>
                <a:gd name="T39" fmla="*/ 22 h 72"/>
                <a:gd name="T40" fmla="*/ 244 w 384"/>
                <a:gd name="T41" fmla="*/ 22 h 72"/>
                <a:gd name="T42" fmla="*/ 272 w 384"/>
                <a:gd name="T43" fmla="*/ 22 h 72"/>
                <a:gd name="T44" fmla="*/ 272 w 384"/>
                <a:gd name="T45" fmla="*/ 50 h 72"/>
                <a:gd name="T46" fmla="*/ 244 w 384"/>
                <a:gd name="T47" fmla="*/ 50 h 72"/>
                <a:gd name="T48" fmla="*/ 244 w 384"/>
                <a:gd name="T49" fmla="*/ 2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4" h="72">
                  <a:moveTo>
                    <a:pt x="20" y="22"/>
                  </a:moveTo>
                  <a:cubicBezTo>
                    <a:pt x="20" y="22"/>
                    <a:pt x="20" y="22"/>
                    <a:pt x="20" y="22"/>
                  </a:cubicBezTo>
                  <a:cubicBezTo>
                    <a:pt x="151" y="22"/>
                    <a:pt x="151" y="22"/>
                    <a:pt x="151" y="22"/>
                  </a:cubicBezTo>
                  <a:cubicBezTo>
                    <a:pt x="151" y="50"/>
                    <a:pt x="151" y="50"/>
                    <a:pt x="151" y="50"/>
                  </a:cubicBezTo>
                  <a:cubicBezTo>
                    <a:pt x="37" y="50"/>
                    <a:pt x="37" y="50"/>
                    <a:pt x="37" y="50"/>
                  </a:cubicBezTo>
                  <a:cubicBezTo>
                    <a:pt x="40" y="57"/>
                    <a:pt x="42" y="64"/>
                    <a:pt x="44" y="72"/>
                  </a:cubicBezTo>
                  <a:cubicBezTo>
                    <a:pt x="384" y="72"/>
                    <a:pt x="384" y="72"/>
                    <a:pt x="384" y="72"/>
                  </a:cubicBezTo>
                  <a:cubicBezTo>
                    <a:pt x="384" y="0"/>
                    <a:pt x="384" y="0"/>
                    <a:pt x="384" y="0"/>
                  </a:cubicBezTo>
                  <a:cubicBezTo>
                    <a:pt x="0" y="0"/>
                    <a:pt x="0" y="0"/>
                    <a:pt x="0" y="0"/>
                  </a:cubicBezTo>
                  <a:cubicBezTo>
                    <a:pt x="8" y="7"/>
                    <a:pt x="14" y="14"/>
                    <a:pt x="20" y="22"/>
                  </a:cubicBezTo>
                  <a:close/>
                  <a:moveTo>
                    <a:pt x="334" y="22"/>
                  </a:moveTo>
                  <a:cubicBezTo>
                    <a:pt x="362" y="22"/>
                    <a:pt x="362" y="22"/>
                    <a:pt x="362" y="22"/>
                  </a:cubicBezTo>
                  <a:cubicBezTo>
                    <a:pt x="362" y="50"/>
                    <a:pt x="362" y="50"/>
                    <a:pt x="362" y="50"/>
                  </a:cubicBezTo>
                  <a:cubicBezTo>
                    <a:pt x="334" y="50"/>
                    <a:pt x="334" y="50"/>
                    <a:pt x="334" y="50"/>
                  </a:cubicBezTo>
                  <a:lnTo>
                    <a:pt x="334" y="22"/>
                  </a:lnTo>
                  <a:close/>
                  <a:moveTo>
                    <a:pt x="289" y="22"/>
                  </a:moveTo>
                  <a:cubicBezTo>
                    <a:pt x="317" y="22"/>
                    <a:pt x="317" y="22"/>
                    <a:pt x="317" y="22"/>
                  </a:cubicBezTo>
                  <a:cubicBezTo>
                    <a:pt x="317" y="50"/>
                    <a:pt x="317" y="50"/>
                    <a:pt x="317" y="50"/>
                  </a:cubicBezTo>
                  <a:cubicBezTo>
                    <a:pt x="289" y="50"/>
                    <a:pt x="289" y="50"/>
                    <a:pt x="289" y="50"/>
                  </a:cubicBezTo>
                  <a:lnTo>
                    <a:pt x="289" y="22"/>
                  </a:lnTo>
                  <a:close/>
                  <a:moveTo>
                    <a:pt x="244" y="22"/>
                  </a:moveTo>
                  <a:cubicBezTo>
                    <a:pt x="272" y="22"/>
                    <a:pt x="272" y="22"/>
                    <a:pt x="272" y="22"/>
                  </a:cubicBezTo>
                  <a:cubicBezTo>
                    <a:pt x="272" y="50"/>
                    <a:pt x="272" y="50"/>
                    <a:pt x="272" y="50"/>
                  </a:cubicBezTo>
                  <a:cubicBezTo>
                    <a:pt x="244" y="50"/>
                    <a:pt x="244" y="50"/>
                    <a:pt x="244" y="50"/>
                  </a:cubicBezTo>
                  <a:lnTo>
                    <a:pt x="244" y="22"/>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9" name="Freeform 192"/>
            <p:cNvSpPr>
              <a:spLocks noEditPoints="1"/>
            </p:cNvSpPr>
            <p:nvPr/>
          </p:nvSpPr>
          <p:spPr bwMode="auto">
            <a:xfrm>
              <a:off x="10702926" y="1366838"/>
              <a:ext cx="373063" cy="85725"/>
            </a:xfrm>
            <a:custGeom>
              <a:avLst/>
              <a:gdLst>
                <a:gd name="T0" fmla="*/ 5 w 312"/>
                <a:gd name="T1" fmla="*/ 21 h 72"/>
                <a:gd name="T2" fmla="*/ 79 w 312"/>
                <a:gd name="T3" fmla="*/ 21 h 72"/>
                <a:gd name="T4" fmla="*/ 79 w 312"/>
                <a:gd name="T5" fmla="*/ 49 h 72"/>
                <a:gd name="T6" fmla="*/ 8 w 312"/>
                <a:gd name="T7" fmla="*/ 49 h 72"/>
                <a:gd name="T8" fmla="*/ 8 w 312"/>
                <a:gd name="T9" fmla="*/ 67 h 72"/>
                <a:gd name="T10" fmla="*/ 8 w 312"/>
                <a:gd name="T11" fmla="*/ 72 h 72"/>
                <a:gd name="T12" fmla="*/ 312 w 312"/>
                <a:gd name="T13" fmla="*/ 72 h 72"/>
                <a:gd name="T14" fmla="*/ 312 w 312"/>
                <a:gd name="T15" fmla="*/ 0 h 72"/>
                <a:gd name="T16" fmla="*/ 0 w 312"/>
                <a:gd name="T17" fmla="*/ 0 h 72"/>
                <a:gd name="T18" fmla="*/ 5 w 312"/>
                <a:gd name="T19" fmla="*/ 21 h 72"/>
                <a:gd name="T20" fmla="*/ 262 w 312"/>
                <a:gd name="T21" fmla="*/ 21 h 72"/>
                <a:gd name="T22" fmla="*/ 290 w 312"/>
                <a:gd name="T23" fmla="*/ 21 h 72"/>
                <a:gd name="T24" fmla="*/ 290 w 312"/>
                <a:gd name="T25" fmla="*/ 49 h 72"/>
                <a:gd name="T26" fmla="*/ 262 w 312"/>
                <a:gd name="T27" fmla="*/ 49 h 72"/>
                <a:gd name="T28" fmla="*/ 262 w 312"/>
                <a:gd name="T29" fmla="*/ 21 h 72"/>
                <a:gd name="T30" fmla="*/ 217 w 312"/>
                <a:gd name="T31" fmla="*/ 21 h 72"/>
                <a:gd name="T32" fmla="*/ 245 w 312"/>
                <a:gd name="T33" fmla="*/ 21 h 72"/>
                <a:gd name="T34" fmla="*/ 245 w 312"/>
                <a:gd name="T35" fmla="*/ 49 h 72"/>
                <a:gd name="T36" fmla="*/ 217 w 312"/>
                <a:gd name="T37" fmla="*/ 49 h 72"/>
                <a:gd name="T38" fmla="*/ 217 w 312"/>
                <a:gd name="T39" fmla="*/ 21 h 72"/>
                <a:gd name="T40" fmla="*/ 172 w 312"/>
                <a:gd name="T41" fmla="*/ 21 h 72"/>
                <a:gd name="T42" fmla="*/ 200 w 312"/>
                <a:gd name="T43" fmla="*/ 21 h 72"/>
                <a:gd name="T44" fmla="*/ 200 w 312"/>
                <a:gd name="T45" fmla="*/ 49 h 72"/>
                <a:gd name="T46" fmla="*/ 172 w 312"/>
                <a:gd name="T47" fmla="*/ 49 h 72"/>
                <a:gd name="T48" fmla="*/ 172 w 312"/>
                <a:gd name="T49" fmla="*/ 21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2" h="72">
                  <a:moveTo>
                    <a:pt x="5" y="21"/>
                  </a:moveTo>
                  <a:cubicBezTo>
                    <a:pt x="79" y="21"/>
                    <a:pt x="79" y="21"/>
                    <a:pt x="79" y="21"/>
                  </a:cubicBezTo>
                  <a:cubicBezTo>
                    <a:pt x="79" y="49"/>
                    <a:pt x="79" y="49"/>
                    <a:pt x="79" y="49"/>
                  </a:cubicBezTo>
                  <a:cubicBezTo>
                    <a:pt x="8" y="49"/>
                    <a:pt x="8" y="49"/>
                    <a:pt x="8" y="49"/>
                  </a:cubicBezTo>
                  <a:cubicBezTo>
                    <a:pt x="8" y="55"/>
                    <a:pt x="8" y="61"/>
                    <a:pt x="8" y="67"/>
                  </a:cubicBezTo>
                  <a:cubicBezTo>
                    <a:pt x="8" y="68"/>
                    <a:pt x="8" y="70"/>
                    <a:pt x="8" y="72"/>
                  </a:cubicBezTo>
                  <a:cubicBezTo>
                    <a:pt x="312" y="72"/>
                    <a:pt x="312" y="72"/>
                    <a:pt x="312" y="72"/>
                  </a:cubicBezTo>
                  <a:cubicBezTo>
                    <a:pt x="312" y="0"/>
                    <a:pt x="312" y="0"/>
                    <a:pt x="312" y="0"/>
                  </a:cubicBezTo>
                  <a:cubicBezTo>
                    <a:pt x="0" y="0"/>
                    <a:pt x="0" y="0"/>
                    <a:pt x="0" y="0"/>
                  </a:cubicBezTo>
                  <a:cubicBezTo>
                    <a:pt x="3" y="7"/>
                    <a:pt x="4" y="15"/>
                    <a:pt x="5" y="21"/>
                  </a:cubicBezTo>
                  <a:close/>
                  <a:moveTo>
                    <a:pt x="262" y="21"/>
                  </a:moveTo>
                  <a:cubicBezTo>
                    <a:pt x="290" y="21"/>
                    <a:pt x="290" y="21"/>
                    <a:pt x="290" y="21"/>
                  </a:cubicBezTo>
                  <a:cubicBezTo>
                    <a:pt x="290" y="49"/>
                    <a:pt x="290" y="49"/>
                    <a:pt x="290" y="49"/>
                  </a:cubicBezTo>
                  <a:cubicBezTo>
                    <a:pt x="262" y="49"/>
                    <a:pt x="262" y="49"/>
                    <a:pt x="262" y="49"/>
                  </a:cubicBezTo>
                  <a:lnTo>
                    <a:pt x="262" y="21"/>
                  </a:lnTo>
                  <a:close/>
                  <a:moveTo>
                    <a:pt x="217" y="21"/>
                  </a:moveTo>
                  <a:cubicBezTo>
                    <a:pt x="245" y="21"/>
                    <a:pt x="245" y="21"/>
                    <a:pt x="245" y="21"/>
                  </a:cubicBezTo>
                  <a:cubicBezTo>
                    <a:pt x="245" y="49"/>
                    <a:pt x="245" y="49"/>
                    <a:pt x="245" y="49"/>
                  </a:cubicBezTo>
                  <a:cubicBezTo>
                    <a:pt x="217" y="49"/>
                    <a:pt x="217" y="49"/>
                    <a:pt x="217" y="49"/>
                  </a:cubicBezTo>
                  <a:lnTo>
                    <a:pt x="217" y="21"/>
                  </a:lnTo>
                  <a:close/>
                  <a:moveTo>
                    <a:pt x="172" y="21"/>
                  </a:moveTo>
                  <a:cubicBezTo>
                    <a:pt x="200" y="21"/>
                    <a:pt x="200" y="21"/>
                    <a:pt x="200" y="21"/>
                  </a:cubicBezTo>
                  <a:cubicBezTo>
                    <a:pt x="200" y="49"/>
                    <a:pt x="200" y="49"/>
                    <a:pt x="200" y="49"/>
                  </a:cubicBezTo>
                  <a:cubicBezTo>
                    <a:pt x="172" y="49"/>
                    <a:pt x="172" y="49"/>
                    <a:pt x="172" y="49"/>
                  </a:cubicBezTo>
                  <a:lnTo>
                    <a:pt x="172" y="21"/>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0" name="Freeform 193"/>
            <p:cNvSpPr>
              <a:spLocks noEditPoints="1"/>
            </p:cNvSpPr>
            <p:nvPr/>
          </p:nvSpPr>
          <p:spPr bwMode="auto">
            <a:xfrm>
              <a:off x="10714039" y="1484313"/>
              <a:ext cx="361950" cy="85725"/>
            </a:xfrm>
            <a:custGeom>
              <a:avLst/>
              <a:gdLst>
                <a:gd name="T0" fmla="*/ 1 w 302"/>
                <a:gd name="T1" fmla="*/ 11 h 72"/>
                <a:gd name="T2" fmla="*/ 2 w 302"/>
                <a:gd name="T3" fmla="*/ 18 h 72"/>
                <a:gd name="T4" fmla="*/ 15 w 302"/>
                <a:gd name="T5" fmla="*/ 19 h 72"/>
                <a:gd name="T6" fmla="*/ 15 w 302"/>
                <a:gd name="T7" fmla="*/ 19 h 72"/>
                <a:gd name="T8" fmla="*/ 16 w 302"/>
                <a:gd name="T9" fmla="*/ 19 h 72"/>
                <a:gd name="T10" fmla="*/ 26 w 302"/>
                <a:gd name="T11" fmla="*/ 18 h 72"/>
                <a:gd name="T12" fmla="*/ 33 w 302"/>
                <a:gd name="T13" fmla="*/ 18 h 72"/>
                <a:gd name="T14" fmla="*/ 55 w 302"/>
                <a:gd name="T15" fmla="*/ 22 h 72"/>
                <a:gd name="T16" fmla="*/ 69 w 302"/>
                <a:gd name="T17" fmla="*/ 22 h 72"/>
                <a:gd name="T18" fmla="*/ 69 w 302"/>
                <a:gd name="T19" fmla="*/ 28 h 72"/>
                <a:gd name="T20" fmla="*/ 103 w 302"/>
                <a:gd name="T21" fmla="*/ 72 h 72"/>
                <a:gd name="T22" fmla="*/ 302 w 302"/>
                <a:gd name="T23" fmla="*/ 72 h 72"/>
                <a:gd name="T24" fmla="*/ 302 w 302"/>
                <a:gd name="T25" fmla="*/ 0 h 72"/>
                <a:gd name="T26" fmla="*/ 0 w 302"/>
                <a:gd name="T27" fmla="*/ 0 h 72"/>
                <a:gd name="T28" fmla="*/ 1 w 302"/>
                <a:gd name="T29" fmla="*/ 11 h 72"/>
                <a:gd name="T30" fmla="*/ 252 w 302"/>
                <a:gd name="T31" fmla="*/ 22 h 72"/>
                <a:gd name="T32" fmla="*/ 280 w 302"/>
                <a:gd name="T33" fmla="*/ 22 h 72"/>
                <a:gd name="T34" fmla="*/ 280 w 302"/>
                <a:gd name="T35" fmla="*/ 50 h 72"/>
                <a:gd name="T36" fmla="*/ 252 w 302"/>
                <a:gd name="T37" fmla="*/ 50 h 72"/>
                <a:gd name="T38" fmla="*/ 252 w 302"/>
                <a:gd name="T39" fmla="*/ 22 h 72"/>
                <a:gd name="T40" fmla="*/ 207 w 302"/>
                <a:gd name="T41" fmla="*/ 22 h 72"/>
                <a:gd name="T42" fmla="*/ 235 w 302"/>
                <a:gd name="T43" fmla="*/ 22 h 72"/>
                <a:gd name="T44" fmla="*/ 235 w 302"/>
                <a:gd name="T45" fmla="*/ 50 h 72"/>
                <a:gd name="T46" fmla="*/ 207 w 302"/>
                <a:gd name="T47" fmla="*/ 50 h 72"/>
                <a:gd name="T48" fmla="*/ 207 w 302"/>
                <a:gd name="T49" fmla="*/ 22 h 72"/>
                <a:gd name="T50" fmla="*/ 162 w 302"/>
                <a:gd name="T51" fmla="*/ 22 h 72"/>
                <a:gd name="T52" fmla="*/ 190 w 302"/>
                <a:gd name="T53" fmla="*/ 22 h 72"/>
                <a:gd name="T54" fmla="*/ 190 w 302"/>
                <a:gd name="T55" fmla="*/ 50 h 72"/>
                <a:gd name="T56" fmla="*/ 162 w 302"/>
                <a:gd name="T57" fmla="*/ 50 h 72"/>
                <a:gd name="T58" fmla="*/ 162 w 302"/>
                <a:gd name="T59" fmla="*/ 2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02" h="72">
                  <a:moveTo>
                    <a:pt x="1" y="11"/>
                  </a:moveTo>
                  <a:cubicBezTo>
                    <a:pt x="1" y="14"/>
                    <a:pt x="2" y="16"/>
                    <a:pt x="2" y="18"/>
                  </a:cubicBezTo>
                  <a:cubicBezTo>
                    <a:pt x="6" y="19"/>
                    <a:pt x="11" y="19"/>
                    <a:pt x="15" y="19"/>
                  </a:cubicBezTo>
                  <a:cubicBezTo>
                    <a:pt x="15" y="19"/>
                    <a:pt x="15" y="19"/>
                    <a:pt x="15" y="19"/>
                  </a:cubicBezTo>
                  <a:cubicBezTo>
                    <a:pt x="16" y="19"/>
                    <a:pt x="16" y="19"/>
                    <a:pt x="16" y="19"/>
                  </a:cubicBezTo>
                  <a:cubicBezTo>
                    <a:pt x="21" y="19"/>
                    <a:pt x="25" y="19"/>
                    <a:pt x="26" y="18"/>
                  </a:cubicBezTo>
                  <a:cubicBezTo>
                    <a:pt x="28" y="18"/>
                    <a:pt x="31" y="18"/>
                    <a:pt x="33" y="18"/>
                  </a:cubicBezTo>
                  <a:cubicBezTo>
                    <a:pt x="41" y="18"/>
                    <a:pt x="48" y="19"/>
                    <a:pt x="55" y="22"/>
                  </a:cubicBezTo>
                  <a:cubicBezTo>
                    <a:pt x="69" y="22"/>
                    <a:pt x="69" y="22"/>
                    <a:pt x="69" y="22"/>
                  </a:cubicBezTo>
                  <a:cubicBezTo>
                    <a:pt x="69" y="28"/>
                    <a:pt x="69" y="28"/>
                    <a:pt x="69" y="28"/>
                  </a:cubicBezTo>
                  <a:cubicBezTo>
                    <a:pt x="86" y="37"/>
                    <a:pt x="98" y="53"/>
                    <a:pt x="103" y="72"/>
                  </a:cubicBezTo>
                  <a:cubicBezTo>
                    <a:pt x="302" y="72"/>
                    <a:pt x="302" y="72"/>
                    <a:pt x="302" y="72"/>
                  </a:cubicBezTo>
                  <a:cubicBezTo>
                    <a:pt x="302" y="0"/>
                    <a:pt x="302" y="0"/>
                    <a:pt x="302" y="0"/>
                  </a:cubicBezTo>
                  <a:cubicBezTo>
                    <a:pt x="0" y="0"/>
                    <a:pt x="0" y="0"/>
                    <a:pt x="0" y="0"/>
                  </a:cubicBezTo>
                  <a:cubicBezTo>
                    <a:pt x="0" y="4"/>
                    <a:pt x="0" y="8"/>
                    <a:pt x="1" y="11"/>
                  </a:cubicBezTo>
                  <a:close/>
                  <a:moveTo>
                    <a:pt x="252" y="22"/>
                  </a:moveTo>
                  <a:cubicBezTo>
                    <a:pt x="280" y="22"/>
                    <a:pt x="280" y="22"/>
                    <a:pt x="280" y="22"/>
                  </a:cubicBezTo>
                  <a:cubicBezTo>
                    <a:pt x="280" y="50"/>
                    <a:pt x="280" y="50"/>
                    <a:pt x="280" y="50"/>
                  </a:cubicBezTo>
                  <a:cubicBezTo>
                    <a:pt x="252" y="50"/>
                    <a:pt x="252" y="50"/>
                    <a:pt x="252" y="50"/>
                  </a:cubicBezTo>
                  <a:lnTo>
                    <a:pt x="252" y="22"/>
                  </a:lnTo>
                  <a:close/>
                  <a:moveTo>
                    <a:pt x="207" y="22"/>
                  </a:moveTo>
                  <a:cubicBezTo>
                    <a:pt x="235" y="22"/>
                    <a:pt x="235" y="22"/>
                    <a:pt x="235" y="22"/>
                  </a:cubicBezTo>
                  <a:cubicBezTo>
                    <a:pt x="235" y="50"/>
                    <a:pt x="235" y="50"/>
                    <a:pt x="235" y="50"/>
                  </a:cubicBezTo>
                  <a:cubicBezTo>
                    <a:pt x="207" y="50"/>
                    <a:pt x="207" y="50"/>
                    <a:pt x="207" y="50"/>
                  </a:cubicBezTo>
                  <a:lnTo>
                    <a:pt x="207" y="22"/>
                  </a:lnTo>
                  <a:close/>
                  <a:moveTo>
                    <a:pt x="162" y="22"/>
                  </a:moveTo>
                  <a:cubicBezTo>
                    <a:pt x="190" y="22"/>
                    <a:pt x="190" y="22"/>
                    <a:pt x="190" y="22"/>
                  </a:cubicBezTo>
                  <a:cubicBezTo>
                    <a:pt x="190" y="50"/>
                    <a:pt x="190" y="50"/>
                    <a:pt x="190" y="50"/>
                  </a:cubicBezTo>
                  <a:cubicBezTo>
                    <a:pt x="162" y="50"/>
                    <a:pt x="162" y="50"/>
                    <a:pt x="162" y="50"/>
                  </a:cubicBezTo>
                  <a:lnTo>
                    <a:pt x="162" y="22"/>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1" name="Freeform 194"/>
            <p:cNvSpPr>
              <a:spLocks noEditPoints="1"/>
            </p:cNvSpPr>
            <p:nvPr/>
          </p:nvSpPr>
          <p:spPr bwMode="auto">
            <a:xfrm>
              <a:off x="10677526" y="1600201"/>
              <a:ext cx="398463" cy="87313"/>
            </a:xfrm>
            <a:custGeom>
              <a:avLst/>
              <a:gdLst>
                <a:gd name="T0" fmla="*/ 120 w 333"/>
                <a:gd name="T1" fmla="*/ 37 h 72"/>
                <a:gd name="T2" fmla="*/ 72 w 333"/>
                <a:gd name="T3" fmla="*/ 64 h 72"/>
                <a:gd name="T4" fmla="*/ 47 w 333"/>
                <a:gd name="T5" fmla="*/ 65 h 72"/>
                <a:gd name="T6" fmla="*/ 0 w 333"/>
                <a:gd name="T7" fmla="*/ 60 h 72"/>
                <a:gd name="T8" fmla="*/ 0 w 333"/>
                <a:gd name="T9" fmla="*/ 72 h 72"/>
                <a:gd name="T10" fmla="*/ 333 w 333"/>
                <a:gd name="T11" fmla="*/ 72 h 72"/>
                <a:gd name="T12" fmla="*/ 333 w 333"/>
                <a:gd name="T13" fmla="*/ 0 h 72"/>
                <a:gd name="T14" fmla="*/ 135 w 333"/>
                <a:gd name="T15" fmla="*/ 0 h 72"/>
                <a:gd name="T16" fmla="*/ 120 w 333"/>
                <a:gd name="T17" fmla="*/ 37 h 72"/>
                <a:gd name="T18" fmla="*/ 283 w 333"/>
                <a:gd name="T19" fmla="*/ 22 h 72"/>
                <a:gd name="T20" fmla="*/ 311 w 333"/>
                <a:gd name="T21" fmla="*/ 22 h 72"/>
                <a:gd name="T22" fmla="*/ 311 w 333"/>
                <a:gd name="T23" fmla="*/ 50 h 72"/>
                <a:gd name="T24" fmla="*/ 283 w 333"/>
                <a:gd name="T25" fmla="*/ 50 h 72"/>
                <a:gd name="T26" fmla="*/ 283 w 333"/>
                <a:gd name="T27" fmla="*/ 22 h 72"/>
                <a:gd name="T28" fmla="*/ 238 w 333"/>
                <a:gd name="T29" fmla="*/ 22 h 72"/>
                <a:gd name="T30" fmla="*/ 266 w 333"/>
                <a:gd name="T31" fmla="*/ 22 h 72"/>
                <a:gd name="T32" fmla="*/ 266 w 333"/>
                <a:gd name="T33" fmla="*/ 50 h 72"/>
                <a:gd name="T34" fmla="*/ 238 w 333"/>
                <a:gd name="T35" fmla="*/ 50 h 72"/>
                <a:gd name="T36" fmla="*/ 238 w 333"/>
                <a:gd name="T37" fmla="*/ 22 h 72"/>
                <a:gd name="T38" fmla="*/ 221 w 333"/>
                <a:gd name="T39" fmla="*/ 22 h 72"/>
                <a:gd name="T40" fmla="*/ 221 w 333"/>
                <a:gd name="T41" fmla="*/ 50 h 72"/>
                <a:gd name="T42" fmla="*/ 193 w 333"/>
                <a:gd name="T43" fmla="*/ 50 h 72"/>
                <a:gd name="T44" fmla="*/ 193 w 333"/>
                <a:gd name="T45" fmla="*/ 22 h 72"/>
                <a:gd name="T46" fmla="*/ 221 w 333"/>
                <a:gd name="T47" fmla="*/ 2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33" h="72">
                  <a:moveTo>
                    <a:pt x="120" y="37"/>
                  </a:moveTo>
                  <a:cubicBezTo>
                    <a:pt x="108" y="52"/>
                    <a:pt x="91" y="62"/>
                    <a:pt x="72" y="64"/>
                  </a:cubicBezTo>
                  <a:cubicBezTo>
                    <a:pt x="69" y="64"/>
                    <a:pt x="60" y="65"/>
                    <a:pt x="47" y="65"/>
                  </a:cubicBezTo>
                  <a:cubicBezTo>
                    <a:pt x="35" y="65"/>
                    <a:pt x="19" y="64"/>
                    <a:pt x="0" y="60"/>
                  </a:cubicBezTo>
                  <a:cubicBezTo>
                    <a:pt x="0" y="72"/>
                    <a:pt x="0" y="72"/>
                    <a:pt x="0" y="72"/>
                  </a:cubicBezTo>
                  <a:cubicBezTo>
                    <a:pt x="333" y="72"/>
                    <a:pt x="333" y="72"/>
                    <a:pt x="333" y="72"/>
                  </a:cubicBezTo>
                  <a:cubicBezTo>
                    <a:pt x="333" y="0"/>
                    <a:pt x="333" y="0"/>
                    <a:pt x="333" y="0"/>
                  </a:cubicBezTo>
                  <a:cubicBezTo>
                    <a:pt x="135" y="0"/>
                    <a:pt x="135" y="0"/>
                    <a:pt x="135" y="0"/>
                  </a:cubicBezTo>
                  <a:cubicBezTo>
                    <a:pt x="134" y="14"/>
                    <a:pt x="129" y="26"/>
                    <a:pt x="120" y="37"/>
                  </a:cubicBezTo>
                  <a:close/>
                  <a:moveTo>
                    <a:pt x="283" y="22"/>
                  </a:moveTo>
                  <a:cubicBezTo>
                    <a:pt x="311" y="22"/>
                    <a:pt x="311" y="22"/>
                    <a:pt x="311" y="22"/>
                  </a:cubicBezTo>
                  <a:cubicBezTo>
                    <a:pt x="311" y="50"/>
                    <a:pt x="311" y="50"/>
                    <a:pt x="311" y="50"/>
                  </a:cubicBezTo>
                  <a:cubicBezTo>
                    <a:pt x="283" y="50"/>
                    <a:pt x="283" y="50"/>
                    <a:pt x="283" y="50"/>
                  </a:cubicBezTo>
                  <a:lnTo>
                    <a:pt x="283" y="22"/>
                  </a:lnTo>
                  <a:close/>
                  <a:moveTo>
                    <a:pt x="238" y="22"/>
                  </a:moveTo>
                  <a:cubicBezTo>
                    <a:pt x="266" y="22"/>
                    <a:pt x="266" y="22"/>
                    <a:pt x="266" y="22"/>
                  </a:cubicBezTo>
                  <a:cubicBezTo>
                    <a:pt x="266" y="50"/>
                    <a:pt x="266" y="50"/>
                    <a:pt x="266" y="50"/>
                  </a:cubicBezTo>
                  <a:cubicBezTo>
                    <a:pt x="238" y="50"/>
                    <a:pt x="238" y="50"/>
                    <a:pt x="238" y="50"/>
                  </a:cubicBezTo>
                  <a:lnTo>
                    <a:pt x="238" y="22"/>
                  </a:lnTo>
                  <a:close/>
                  <a:moveTo>
                    <a:pt x="221" y="22"/>
                  </a:moveTo>
                  <a:cubicBezTo>
                    <a:pt x="221" y="50"/>
                    <a:pt x="221" y="50"/>
                    <a:pt x="221" y="50"/>
                  </a:cubicBezTo>
                  <a:cubicBezTo>
                    <a:pt x="193" y="50"/>
                    <a:pt x="193" y="50"/>
                    <a:pt x="193" y="50"/>
                  </a:cubicBezTo>
                  <a:cubicBezTo>
                    <a:pt x="193" y="22"/>
                    <a:pt x="193" y="22"/>
                    <a:pt x="193" y="22"/>
                  </a:cubicBezTo>
                  <a:lnTo>
                    <a:pt x="221" y="22"/>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2" name="Freeform 195"/>
            <p:cNvSpPr>
              <a:spLocks noEditPoints="1"/>
            </p:cNvSpPr>
            <p:nvPr/>
          </p:nvSpPr>
          <p:spPr bwMode="auto">
            <a:xfrm>
              <a:off x="10677526" y="1719263"/>
              <a:ext cx="398463" cy="85725"/>
            </a:xfrm>
            <a:custGeom>
              <a:avLst/>
              <a:gdLst>
                <a:gd name="T0" fmla="*/ 0 w 251"/>
                <a:gd name="T1" fmla="*/ 16 h 54"/>
                <a:gd name="T2" fmla="*/ 75 w 251"/>
                <a:gd name="T3" fmla="*/ 16 h 54"/>
                <a:gd name="T4" fmla="*/ 75 w 251"/>
                <a:gd name="T5" fmla="*/ 37 h 54"/>
                <a:gd name="T6" fmla="*/ 0 w 251"/>
                <a:gd name="T7" fmla="*/ 37 h 54"/>
                <a:gd name="T8" fmla="*/ 0 w 251"/>
                <a:gd name="T9" fmla="*/ 54 h 54"/>
                <a:gd name="T10" fmla="*/ 251 w 251"/>
                <a:gd name="T11" fmla="*/ 54 h 54"/>
                <a:gd name="T12" fmla="*/ 251 w 251"/>
                <a:gd name="T13" fmla="*/ 0 h 54"/>
                <a:gd name="T14" fmla="*/ 0 w 251"/>
                <a:gd name="T15" fmla="*/ 0 h 54"/>
                <a:gd name="T16" fmla="*/ 0 w 251"/>
                <a:gd name="T17" fmla="*/ 16 h 54"/>
                <a:gd name="T18" fmla="*/ 213 w 251"/>
                <a:gd name="T19" fmla="*/ 16 h 54"/>
                <a:gd name="T20" fmla="*/ 234 w 251"/>
                <a:gd name="T21" fmla="*/ 16 h 54"/>
                <a:gd name="T22" fmla="*/ 234 w 251"/>
                <a:gd name="T23" fmla="*/ 37 h 54"/>
                <a:gd name="T24" fmla="*/ 213 w 251"/>
                <a:gd name="T25" fmla="*/ 37 h 54"/>
                <a:gd name="T26" fmla="*/ 213 w 251"/>
                <a:gd name="T27" fmla="*/ 16 h 54"/>
                <a:gd name="T28" fmla="*/ 179 w 251"/>
                <a:gd name="T29" fmla="*/ 16 h 54"/>
                <a:gd name="T30" fmla="*/ 200 w 251"/>
                <a:gd name="T31" fmla="*/ 16 h 54"/>
                <a:gd name="T32" fmla="*/ 200 w 251"/>
                <a:gd name="T33" fmla="*/ 37 h 54"/>
                <a:gd name="T34" fmla="*/ 179 w 251"/>
                <a:gd name="T35" fmla="*/ 37 h 54"/>
                <a:gd name="T36" fmla="*/ 179 w 251"/>
                <a:gd name="T37" fmla="*/ 16 h 54"/>
                <a:gd name="T38" fmla="*/ 145 w 251"/>
                <a:gd name="T39" fmla="*/ 16 h 54"/>
                <a:gd name="T40" fmla="*/ 166 w 251"/>
                <a:gd name="T41" fmla="*/ 16 h 54"/>
                <a:gd name="T42" fmla="*/ 166 w 251"/>
                <a:gd name="T43" fmla="*/ 37 h 54"/>
                <a:gd name="T44" fmla="*/ 145 w 251"/>
                <a:gd name="T45" fmla="*/ 37 h 54"/>
                <a:gd name="T46" fmla="*/ 145 w 251"/>
                <a:gd name="T47" fmla="*/ 1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1" h="54">
                  <a:moveTo>
                    <a:pt x="0" y="16"/>
                  </a:moveTo>
                  <a:lnTo>
                    <a:pt x="75" y="16"/>
                  </a:lnTo>
                  <a:lnTo>
                    <a:pt x="75" y="37"/>
                  </a:lnTo>
                  <a:lnTo>
                    <a:pt x="0" y="37"/>
                  </a:lnTo>
                  <a:lnTo>
                    <a:pt x="0" y="54"/>
                  </a:lnTo>
                  <a:lnTo>
                    <a:pt x="251" y="54"/>
                  </a:lnTo>
                  <a:lnTo>
                    <a:pt x="251" y="0"/>
                  </a:lnTo>
                  <a:lnTo>
                    <a:pt x="0" y="0"/>
                  </a:lnTo>
                  <a:lnTo>
                    <a:pt x="0" y="16"/>
                  </a:lnTo>
                  <a:close/>
                  <a:moveTo>
                    <a:pt x="213" y="16"/>
                  </a:moveTo>
                  <a:lnTo>
                    <a:pt x="234" y="16"/>
                  </a:lnTo>
                  <a:lnTo>
                    <a:pt x="234" y="37"/>
                  </a:lnTo>
                  <a:lnTo>
                    <a:pt x="213" y="37"/>
                  </a:lnTo>
                  <a:lnTo>
                    <a:pt x="213" y="16"/>
                  </a:lnTo>
                  <a:close/>
                  <a:moveTo>
                    <a:pt x="179" y="16"/>
                  </a:moveTo>
                  <a:lnTo>
                    <a:pt x="200" y="16"/>
                  </a:lnTo>
                  <a:lnTo>
                    <a:pt x="200" y="37"/>
                  </a:lnTo>
                  <a:lnTo>
                    <a:pt x="179" y="37"/>
                  </a:lnTo>
                  <a:lnTo>
                    <a:pt x="179" y="16"/>
                  </a:lnTo>
                  <a:close/>
                  <a:moveTo>
                    <a:pt x="145" y="16"/>
                  </a:moveTo>
                  <a:lnTo>
                    <a:pt x="166" y="16"/>
                  </a:lnTo>
                  <a:lnTo>
                    <a:pt x="166" y="37"/>
                  </a:lnTo>
                  <a:lnTo>
                    <a:pt x="145" y="37"/>
                  </a:lnTo>
                  <a:lnTo>
                    <a:pt x="145" y="16"/>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3" name="Freeform 196"/>
            <p:cNvSpPr>
              <a:spLocks noEditPoints="1"/>
            </p:cNvSpPr>
            <p:nvPr/>
          </p:nvSpPr>
          <p:spPr bwMode="auto">
            <a:xfrm>
              <a:off x="10677526" y="1836738"/>
              <a:ext cx="398463" cy="85725"/>
            </a:xfrm>
            <a:custGeom>
              <a:avLst/>
              <a:gdLst>
                <a:gd name="T0" fmla="*/ 0 w 251"/>
                <a:gd name="T1" fmla="*/ 16 h 54"/>
                <a:gd name="T2" fmla="*/ 75 w 251"/>
                <a:gd name="T3" fmla="*/ 16 h 54"/>
                <a:gd name="T4" fmla="*/ 75 w 251"/>
                <a:gd name="T5" fmla="*/ 37 h 54"/>
                <a:gd name="T6" fmla="*/ 0 w 251"/>
                <a:gd name="T7" fmla="*/ 37 h 54"/>
                <a:gd name="T8" fmla="*/ 0 w 251"/>
                <a:gd name="T9" fmla="*/ 54 h 54"/>
                <a:gd name="T10" fmla="*/ 251 w 251"/>
                <a:gd name="T11" fmla="*/ 54 h 54"/>
                <a:gd name="T12" fmla="*/ 251 w 251"/>
                <a:gd name="T13" fmla="*/ 0 h 54"/>
                <a:gd name="T14" fmla="*/ 0 w 251"/>
                <a:gd name="T15" fmla="*/ 0 h 54"/>
                <a:gd name="T16" fmla="*/ 0 w 251"/>
                <a:gd name="T17" fmla="*/ 16 h 54"/>
                <a:gd name="T18" fmla="*/ 213 w 251"/>
                <a:gd name="T19" fmla="*/ 16 h 54"/>
                <a:gd name="T20" fmla="*/ 234 w 251"/>
                <a:gd name="T21" fmla="*/ 16 h 54"/>
                <a:gd name="T22" fmla="*/ 234 w 251"/>
                <a:gd name="T23" fmla="*/ 37 h 54"/>
                <a:gd name="T24" fmla="*/ 213 w 251"/>
                <a:gd name="T25" fmla="*/ 37 h 54"/>
                <a:gd name="T26" fmla="*/ 213 w 251"/>
                <a:gd name="T27" fmla="*/ 16 h 54"/>
                <a:gd name="T28" fmla="*/ 179 w 251"/>
                <a:gd name="T29" fmla="*/ 16 h 54"/>
                <a:gd name="T30" fmla="*/ 200 w 251"/>
                <a:gd name="T31" fmla="*/ 16 h 54"/>
                <a:gd name="T32" fmla="*/ 200 w 251"/>
                <a:gd name="T33" fmla="*/ 37 h 54"/>
                <a:gd name="T34" fmla="*/ 179 w 251"/>
                <a:gd name="T35" fmla="*/ 37 h 54"/>
                <a:gd name="T36" fmla="*/ 179 w 251"/>
                <a:gd name="T37" fmla="*/ 16 h 54"/>
                <a:gd name="T38" fmla="*/ 145 w 251"/>
                <a:gd name="T39" fmla="*/ 16 h 54"/>
                <a:gd name="T40" fmla="*/ 166 w 251"/>
                <a:gd name="T41" fmla="*/ 16 h 54"/>
                <a:gd name="T42" fmla="*/ 166 w 251"/>
                <a:gd name="T43" fmla="*/ 37 h 54"/>
                <a:gd name="T44" fmla="*/ 145 w 251"/>
                <a:gd name="T45" fmla="*/ 37 h 54"/>
                <a:gd name="T46" fmla="*/ 145 w 251"/>
                <a:gd name="T47" fmla="*/ 1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1" h="54">
                  <a:moveTo>
                    <a:pt x="0" y="16"/>
                  </a:moveTo>
                  <a:lnTo>
                    <a:pt x="75" y="16"/>
                  </a:lnTo>
                  <a:lnTo>
                    <a:pt x="75" y="37"/>
                  </a:lnTo>
                  <a:lnTo>
                    <a:pt x="0" y="37"/>
                  </a:lnTo>
                  <a:lnTo>
                    <a:pt x="0" y="54"/>
                  </a:lnTo>
                  <a:lnTo>
                    <a:pt x="251" y="54"/>
                  </a:lnTo>
                  <a:lnTo>
                    <a:pt x="251" y="0"/>
                  </a:lnTo>
                  <a:lnTo>
                    <a:pt x="0" y="0"/>
                  </a:lnTo>
                  <a:lnTo>
                    <a:pt x="0" y="16"/>
                  </a:lnTo>
                  <a:close/>
                  <a:moveTo>
                    <a:pt x="213" y="16"/>
                  </a:moveTo>
                  <a:lnTo>
                    <a:pt x="234" y="16"/>
                  </a:lnTo>
                  <a:lnTo>
                    <a:pt x="234" y="37"/>
                  </a:lnTo>
                  <a:lnTo>
                    <a:pt x="213" y="37"/>
                  </a:lnTo>
                  <a:lnTo>
                    <a:pt x="213" y="16"/>
                  </a:lnTo>
                  <a:close/>
                  <a:moveTo>
                    <a:pt x="179" y="16"/>
                  </a:moveTo>
                  <a:lnTo>
                    <a:pt x="200" y="16"/>
                  </a:lnTo>
                  <a:lnTo>
                    <a:pt x="200" y="37"/>
                  </a:lnTo>
                  <a:lnTo>
                    <a:pt x="179" y="37"/>
                  </a:lnTo>
                  <a:lnTo>
                    <a:pt x="179" y="16"/>
                  </a:lnTo>
                  <a:close/>
                  <a:moveTo>
                    <a:pt x="145" y="16"/>
                  </a:moveTo>
                  <a:lnTo>
                    <a:pt x="166" y="16"/>
                  </a:lnTo>
                  <a:lnTo>
                    <a:pt x="166" y="37"/>
                  </a:lnTo>
                  <a:lnTo>
                    <a:pt x="145" y="37"/>
                  </a:lnTo>
                  <a:lnTo>
                    <a:pt x="145" y="16"/>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4" name="Freeform 197"/>
            <p:cNvSpPr>
              <a:spLocks noEditPoints="1"/>
            </p:cNvSpPr>
            <p:nvPr/>
          </p:nvSpPr>
          <p:spPr bwMode="auto">
            <a:xfrm>
              <a:off x="10677526" y="1954213"/>
              <a:ext cx="398463" cy="85725"/>
            </a:xfrm>
            <a:custGeom>
              <a:avLst/>
              <a:gdLst>
                <a:gd name="T0" fmla="*/ 0 w 251"/>
                <a:gd name="T1" fmla="*/ 17 h 54"/>
                <a:gd name="T2" fmla="*/ 75 w 251"/>
                <a:gd name="T3" fmla="*/ 17 h 54"/>
                <a:gd name="T4" fmla="*/ 75 w 251"/>
                <a:gd name="T5" fmla="*/ 38 h 54"/>
                <a:gd name="T6" fmla="*/ 0 w 251"/>
                <a:gd name="T7" fmla="*/ 38 h 54"/>
                <a:gd name="T8" fmla="*/ 0 w 251"/>
                <a:gd name="T9" fmla="*/ 54 h 54"/>
                <a:gd name="T10" fmla="*/ 251 w 251"/>
                <a:gd name="T11" fmla="*/ 54 h 54"/>
                <a:gd name="T12" fmla="*/ 251 w 251"/>
                <a:gd name="T13" fmla="*/ 0 h 54"/>
                <a:gd name="T14" fmla="*/ 0 w 251"/>
                <a:gd name="T15" fmla="*/ 0 h 54"/>
                <a:gd name="T16" fmla="*/ 0 w 251"/>
                <a:gd name="T17" fmla="*/ 17 h 54"/>
                <a:gd name="T18" fmla="*/ 213 w 251"/>
                <a:gd name="T19" fmla="*/ 17 h 54"/>
                <a:gd name="T20" fmla="*/ 234 w 251"/>
                <a:gd name="T21" fmla="*/ 17 h 54"/>
                <a:gd name="T22" fmla="*/ 234 w 251"/>
                <a:gd name="T23" fmla="*/ 38 h 54"/>
                <a:gd name="T24" fmla="*/ 213 w 251"/>
                <a:gd name="T25" fmla="*/ 38 h 54"/>
                <a:gd name="T26" fmla="*/ 213 w 251"/>
                <a:gd name="T27" fmla="*/ 17 h 54"/>
                <a:gd name="T28" fmla="*/ 179 w 251"/>
                <a:gd name="T29" fmla="*/ 17 h 54"/>
                <a:gd name="T30" fmla="*/ 200 w 251"/>
                <a:gd name="T31" fmla="*/ 17 h 54"/>
                <a:gd name="T32" fmla="*/ 200 w 251"/>
                <a:gd name="T33" fmla="*/ 38 h 54"/>
                <a:gd name="T34" fmla="*/ 179 w 251"/>
                <a:gd name="T35" fmla="*/ 38 h 54"/>
                <a:gd name="T36" fmla="*/ 179 w 251"/>
                <a:gd name="T37" fmla="*/ 17 h 54"/>
                <a:gd name="T38" fmla="*/ 145 w 251"/>
                <a:gd name="T39" fmla="*/ 17 h 54"/>
                <a:gd name="T40" fmla="*/ 166 w 251"/>
                <a:gd name="T41" fmla="*/ 17 h 54"/>
                <a:gd name="T42" fmla="*/ 166 w 251"/>
                <a:gd name="T43" fmla="*/ 38 h 54"/>
                <a:gd name="T44" fmla="*/ 145 w 251"/>
                <a:gd name="T45" fmla="*/ 38 h 54"/>
                <a:gd name="T46" fmla="*/ 145 w 251"/>
                <a:gd name="T47" fmla="*/ 1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1" h="54">
                  <a:moveTo>
                    <a:pt x="0" y="17"/>
                  </a:moveTo>
                  <a:lnTo>
                    <a:pt x="75" y="17"/>
                  </a:lnTo>
                  <a:lnTo>
                    <a:pt x="75" y="38"/>
                  </a:lnTo>
                  <a:lnTo>
                    <a:pt x="0" y="38"/>
                  </a:lnTo>
                  <a:lnTo>
                    <a:pt x="0" y="54"/>
                  </a:lnTo>
                  <a:lnTo>
                    <a:pt x="251" y="54"/>
                  </a:lnTo>
                  <a:lnTo>
                    <a:pt x="251" y="0"/>
                  </a:lnTo>
                  <a:lnTo>
                    <a:pt x="0" y="0"/>
                  </a:lnTo>
                  <a:lnTo>
                    <a:pt x="0" y="17"/>
                  </a:lnTo>
                  <a:close/>
                  <a:moveTo>
                    <a:pt x="213" y="17"/>
                  </a:moveTo>
                  <a:lnTo>
                    <a:pt x="234" y="17"/>
                  </a:lnTo>
                  <a:lnTo>
                    <a:pt x="234" y="38"/>
                  </a:lnTo>
                  <a:lnTo>
                    <a:pt x="213" y="38"/>
                  </a:lnTo>
                  <a:lnTo>
                    <a:pt x="213" y="17"/>
                  </a:lnTo>
                  <a:close/>
                  <a:moveTo>
                    <a:pt x="179" y="17"/>
                  </a:moveTo>
                  <a:lnTo>
                    <a:pt x="200" y="17"/>
                  </a:lnTo>
                  <a:lnTo>
                    <a:pt x="200" y="38"/>
                  </a:lnTo>
                  <a:lnTo>
                    <a:pt x="179" y="38"/>
                  </a:lnTo>
                  <a:lnTo>
                    <a:pt x="179" y="17"/>
                  </a:lnTo>
                  <a:close/>
                  <a:moveTo>
                    <a:pt x="145" y="17"/>
                  </a:moveTo>
                  <a:lnTo>
                    <a:pt x="166" y="17"/>
                  </a:lnTo>
                  <a:lnTo>
                    <a:pt x="166" y="38"/>
                  </a:lnTo>
                  <a:lnTo>
                    <a:pt x="145" y="38"/>
                  </a:lnTo>
                  <a:lnTo>
                    <a:pt x="145" y="17"/>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5" name="Freeform 198"/>
            <p:cNvSpPr>
              <a:spLocks noEditPoints="1"/>
            </p:cNvSpPr>
            <p:nvPr/>
          </p:nvSpPr>
          <p:spPr bwMode="auto">
            <a:xfrm>
              <a:off x="11223626" y="801688"/>
              <a:ext cx="647700" cy="1331913"/>
            </a:xfrm>
            <a:custGeom>
              <a:avLst/>
              <a:gdLst>
                <a:gd name="T0" fmla="*/ 0 w 408"/>
                <a:gd name="T1" fmla="*/ 0 h 839"/>
                <a:gd name="T2" fmla="*/ 0 w 408"/>
                <a:gd name="T3" fmla="*/ 839 h 839"/>
                <a:gd name="T4" fmla="*/ 408 w 408"/>
                <a:gd name="T5" fmla="*/ 839 h 839"/>
                <a:gd name="T6" fmla="*/ 408 w 408"/>
                <a:gd name="T7" fmla="*/ 0 h 839"/>
                <a:gd name="T8" fmla="*/ 0 w 408"/>
                <a:gd name="T9" fmla="*/ 0 h 839"/>
                <a:gd name="T10" fmla="*/ 384 w 408"/>
                <a:gd name="T11" fmla="*/ 815 h 839"/>
                <a:gd name="T12" fmla="*/ 24 w 408"/>
                <a:gd name="T13" fmla="*/ 815 h 839"/>
                <a:gd name="T14" fmla="*/ 24 w 408"/>
                <a:gd name="T15" fmla="*/ 25 h 839"/>
                <a:gd name="T16" fmla="*/ 384 w 408"/>
                <a:gd name="T17" fmla="*/ 25 h 839"/>
                <a:gd name="T18" fmla="*/ 384 w 408"/>
                <a:gd name="T19" fmla="*/ 815 h 8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8" h="839">
                  <a:moveTo>
                    <a:pt x="0" y="0"/>
                  </a:moveTo>
                  <a:lnTo>
                    <a:pt x="0" y="839"/>
                  </a:lnTo>
                  <a:lnTo>
                    <a:pt x="408" y="839"/>
                  </a:lnTo>
                  <a:lnTo>
                    <a:pt x="408" y="0"/>
                  </a:lnTo>
                  <a:lnTo>
                    <a:pt x="0" y="0"/>
                  </a:lnTo>
                  <a:close/>
                  <a:moveTo>
                    <a:pt x="384" y="815"/>
                  </a:moveTo>
                  <a:lnTo>
                    <a:pt x="24" y="815"/>
                  </a:lnTo>
                  <a:lnTo>
                    <a:pt x="24" y="25"/>
                  </a:lnTo>
                  <a:lnTo>
                    <a:pt x="384" y="25"/>
                  </a:lnTo>
                  <a:lnTo>
                    <a:pt x="384" y="815"/>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6" name="Freeform 199"/>
            <p:cNvSpPr>
              <a:spLocks noEditPoints="1"/>
            </p:cNvSpPr>
            <p:nvPr/>
          </p:nvSpPr>
          <p:spPr bwMode="auto">
            <a:xfrm>
              <a:off x="11314114" y="895351"/>
              <a:ext cx="466725" cy="87313"/>
            </a:xfrm>
            <a:custGeom>
              <a:avLst/>
              <a:gdLst>
                <a:gd name="T0" fmla="*/ 294 w 294"/>
                <a:gd name="T1" fmla="*/ 0 h 55"/>
                <a:gd name="T2" fmla="*/ 0 w 294"/>
                <a:gd name="T3" fmla="*/ 0 h 55"/>
                <a:gd name="T4" fmla="*/ 0 w 294"/>
                <a:gd name="T5" fmla="*/ 55 h 55"/>
                <a:gd name="T6" fmla="*/ 294 w 294"/>
                <a:gd name="T7" fmla="*/ 55 h 55"/>
                <a:gd name="T8" fmla="*/ 294 w 294"/>
                <a:gd name="T9" fmla="*/ 0 h 55"/>
                <a:gd name="T10" fmla="*/ 118 w 294"/>
                <a:gd name="T11" fmla="*/ 37 h 55"/>
                <a:gd name="T12" fmla="*/ 19 w 294"/>
                <a:gd name="T13" fmla="*/ 37 h 55"/>
                <a:gd name="T14" fmla="*/ 19 w 294"/>
                <a:gd name="T15" fmla="*/ 16 h 55"/>
                <a:gd name="T16" fmla="*/ 118 w 294"/>
                <a:gd name="T17" fmla="*/ 16 h 55"/>
                <a:gd name="T18" fmla="*/ 118 w 294"/>
                <a:gd name="T19" fmla="*/ 37 h 55"/>
                <a:gd name="T20" fmla="*/ 209 w 294"/>
                <a:gd name="T21" fmla="*/ 37 h 55"/>
                <a:gd name="T22" fmla="*/ 188 w 294"/>
                <a:gd name="T23" fmla="*/ 37 h 55"/>
                <a:gd name="T24" fmla="*/ 188 w 294"/>
                <a:gd name="T25" fmla="*/ 16 h 55"/>
                <a:gd name="T26" fmla="*/ 209 w 294"/>
                <a:gd name="T27" fmla="*/ 16 h 55"/>
                <a:gd name="T28" fmla="*/ 209 w 294"/>
                <a:gd name="T29" fmla="*/ 37 h 55"/>
                <a:gd name="T30" fmla="*/ 243 w 294"/>
                <a:gd name="T31" fmla="*/ 37 h 55"/>
                <a:gd name="T32" fmla="*/ 222 w 294"/>
                <a:gd name="T33" fmla="*/ 37 h 55"/>
                <a:gd name="T34" fmla="*/ 222 w 294"/>
                <a:gd name="T35" fmla="*/ 16 h 55"/>
                <a:gd name="T36" fmla="*/ 243 w 294"/>
                <a:gd name="T37" fmla="*/ 16 h 55"/>
                <a:gd name="T38" fmla="*/ 243 w 294"/>
                <a:gd name="T39" fmla="*/ 37 h 55"/>
                <a:gd name="T40" fmla="*/ 277 w 294"/>
                <a:gd name="T41" fmla="*/ 37 h 55"/>
                <a:gd name="T42" fmla="*/ 256 w 294"/>
                <a:gd name="T43" fmla="*/ 37 h 55"/>
                <a:gd name="T44" fmla="*/ 256 w 294"/>
                <a:gd name="T45" fmla="*/ 16 h 55"/>
                <a:gd name="T46" fmla="*/ 277 w 294"/>
                <a:gd name="T47" fmla="*/ 16 h 55"/>
                <a:gd name="T48" fmla="*/ 277 w 294"/>
                <a:gd name="T49" fmla="*/ 37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94" h="55">
                  <a:moveTo>
                    <a:pt x="294" y="0"/>
                  </a:moveTo>
                  <a:lnTo>
                    <a:pt x="0" y="0"/>
                  </a:lnTo>
                  <a:lnTo>
                    <a:pt x="0" y="55"/>
                  </a:lnTo>
                  <a:lnTo>
                    <a:pt x="294" y="55"/>
                  </a:lnTo>
                  <a:lnTo>
                    <a:pt x="294" y="0"/>
                  </a:lnTo>
                  <a:close/>
                  <a:moveTo>
                    <a:pt x="118" y="37"/>
                  </a:moveTo>
                  <a:lnTo>
                    <a:pt x="19" y="37"/>
                  </a:lnTo>
                  <a:lnTo>
                    <a:pt x="19" y="16"/>
                  </a:lnTo>
                  <a:lnTo>
                    <a:pt x="118" y="16"/>
                  </a:lnTo>
                  <a:lnTo>
                    <a:pt x="118" y="37"/>
                  </a:lnTo>
                  <a:close/>
                  <a:moveTo>
                    <a:pt x="209" y="37"/>
                  </a:moveTo>
                  <a:lnTo>
                    <a:pt x="188" y="37"/>
                  </a:lnTo>
                  <a:lnTo>
                    <a:pt x="188" y="16"/>
                  </a:lnTo>
                  <a:lnTo>
                    <a:pt x="209" y="16"/>
                  </a:lnTo>
                  <a:lnTo>
                    <a:pt x="209" y="37"/>
                  </a:lnTo>
                  <a:close/>
                  <a:moveTo>
                    <a:pt x="243" y="37"/>
                  </a:moveTo>
                  <a:lnTo>
                    <a:pt x="222" y="37"/>
                  </a:lnTo>
                  <a:lnTo>
                    <a:pt x="222" y="16"/>
                  </a:lnTo>
                  <a:lnTo>
                    <a:pt x="243" y="16"/>
                  </a:lnTo>
                  <a:lnTo>
                    <a:pt x="243" y="37"/>
                  </a:lnTo>
                  <a:close/>
                  <a:moveTo>
                    <a:pt x="277" y="37"/>
                  </a:moveTo>
                  <a:lnTo>
                    <a:pt x="256" y="37"/>
                  </a:lnTo>
                  <a:lnTo>
                    <a:pt x="256" y="16"/>
                  </a:lnTo>
                  <a:lnTo>
                    <a:pt x="277" y="16"/>
                  </a:lnTo>
                  <a:lnTo>
                    <a:pt x="277" y="37"/>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7" name="Freeform 200"/>
            <p:cNvSpPr>
              <a:spLocks noEditPoints="1"/>
            </p:cNvSpPr>
            <p:nvPr/>
          </p:nvSpPr>
          <p:spPr bwMode="auto">
            <a:xfrm>
              <a:off x="11314114" y="1130301"/>
              <a:ext cx="466725" cy="85725"/>
            </a:xfrm>
            <a:custGeom>
              <a:avLst/>
              <a:gdLst>
                <a:gd name="T0" fmla="*/ 294 w 294"/>
                <a:gd name="T1" fmla="*/ 0 h 54"/>
                <a:gd name="T2" fmla="*/ 0 w 294"/>
                <a:gd name="T3" fmla="*/ 0 h 54"/>
                <a:gd name="T4" fmla="*/ 0 w 294"/>
                <a:gd name="T5" fmla="*/ 54 h 54"/>
                <a:gd name="T6" fmla="*/ 294 w 294"/>
                <a:gd name="T7" fmla="*/ 54 h 54"/>
                <a:gd name="T8" fmla="*/ 294 w 294"/>
                <a:gd name="T9" fmla="*/ 0 h 54"/>
                <a:gd name="T10" fmla="*/ 118 w 294"/>
                <a:gd name="T11" fmla="*/ 38 h 54"/>
                <a:gd name="T12" fmla="*/ 19 w 294"/>
                <a:gd name="T13" fmla="*/ 38 h 54"/>
                <a:gd name="T14" fmla="*/ 19 w 294"/>
                <a:gd name="T15" fmla="*/ 17 h 54"/>
                <a:gd name="T16" fmla="*/ 118 w 294"/>
                <a:gd name="T17" fmla="*/ 17 h 54"/>
                <a:gd name="T18" fmla="*/ 118 w 294"/>
                <a:gd name="T19" fmla="*/ 38 h 54"/>
                <a:gd name="T20" fmla="*/ 209 w 294"/>
                <a:gd name="T21" fmla="*/ 38 h 54"/>
                <a:gd name="T22" fmla="*/ 188 w 294"/>
                <a:gd name="T23" fmla="*/ 38 h 54"/>
                <a:gd name="T24" fmla="*/ 188 w 294"/>
                <a:gd name="T25" fmla="*/ 17 h 54"/>
                <a:gd name="T26" fmla="*/ 209 w 294"/>
                <a:gd name="T27" fmla="*/ 17 h 54"/>
                <a:gd name="T28" fmla="*/ 209 w 294"/>
                <a:gd name="T29" fmla="*/ 38 h 54"/>
                <a:gd name="T30" fmla="*/ 243 w 294"/>
                <a:gd name="T31" fmla="*/ 38 h 54"/>
                <a:gd name="T32" fmla="*/ 222 w 294"/>
                <a:gd name="T33" fmla="*/ 38 h 54"/>
                <a:gd name="T34" fmla="*/ 222 w 294"/>
                <a:gd name="T35" fmla="*/ 17 h 54"/>
                <a:gd name="T36" fmla="*/ 243 w 294"/>
                <a:gd name="T37" fmla="*/ 17 h 54"/>
                <a:gd name="T38" fmla="*/ 243 w 294"/>
                <a:gd name="T39" fmla="*/ 38 h 54"/>
                <a:gd name="T40" fmla="*/ 277 w 294"/>
                <a:gd name="T41" fmla="*/ 38 h 54"/>
                <a:gd name="T42" fmla="*/ 256 w 294"/>
                <a:gd name="T43" fmla="*/ 38 h 54"/>
                <a:gd name="T44" fmla="*/ 256 w 294"/>
                <a:gd name="T45" fmla="*/ 17 h 54"/>
                <a:gd name="T46" fmla="*/ 277 w 294"/>
                <a:gd name="T47" fmla="*/ 17 h 54"/>
                <a:gd name="T48" fmla="*/ 277 w 294"/>
                <a:gd name="T49" fmla="*/ 38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94" h="54">
                  <a:moveTo>
                    <a:pt x="294" y="0"/>
                  </a:moveTo>
                  <a:lnTo>
                    <a:pt x="0" y="0"/>
                  </a:lnTo>
                  <a:lnTo>
                    <a:pt x="0" y="54"/>
                  </a:lnTo>
                  <a:lnTo>
                    <a:pt x="294" y="54"/>
                  </a:lnTo>
                  <a:lnTo>
                    <a:pt x="294" y="0"/>
                  </a:lnTo>
                  <a:close/>
                  <a:moveTo>
                    <a:pt x="118" y="38"/>
                  </a:moveTo>
                  <a:lnTo>
                    <a:pt x="19" y="38"/>
                  </a:lnTo>
                  <a:lnTo>
                    <a:pt x="19" y="17"/>
                  </a:lnTo>
                  <a:lnTo>
                    <a:pt x="118" y="17"/>
                  </a:lnTo>
                  <a:lnTo>
                    <a:pt x="118" y="38"/>
                  </a:lnTo>
                  <a:close/>
                  <a:moveTo>
                    <a:pt x="209" y="38"/>
                  </a:moveTo>
                  <a:lnTo>
                    <a:pt x="188" y="38"/>
                  </a:lnTo>
                  <a:lnTo>
                    <a:pt x="188" y="17"/>
                  </a:lnTo>
                  <a:lnTo>
                    <a:pt x="209" y="17"/>
                  </a:lnTo>
                  <a:lnTo>
                    <a:pt x="209" y="38"/>
                  </a:lnTo>
                  <a:close/>
                  <a:moveTo>
                    <a:pt x="243" y="38"/>
                  </a:moveTo>
                  <a:lnTo>
                    <a:pt x="222" y="38"/>
                  </a:lnTo>
                  <a:lnTo>
                    <a:pt x="222" y="17"/>
                  </a:lnTo>
                  <a:lnTo>
                    <a:pt x="243" y="17"/>
                  </a:lnTo>
                  <a:lnTo>
                    <a:pt x="243" y="38"/>
                  </a:lnTo>
                  <a:close/>
                  <a:moveTo>
                    <a:pt x="277" y="38"/>
                  </a:moveTo>
                  <a:lnTo>
                    <a:pt x="256" y="38"/>
                  </a:lnTo>
                  <a:lnTo>
                    <a:pt x="256" y="17"/>
                  </a:lnTo>
                  <a:lnTo>
                    <a:pt x="277" y="17"/>
                  </a:lnTo>
                  <a:lnTo>
                    <a:pt x="277" y="38"/>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8" name="Freeform 201"/>
            <p:cNvSpPr>
              <a:spLocks noEditPoints="1"/>
            </p:cNvSpPr>
            <p:nvPr/>
          </p:nvSpPr>
          <p:spPr bwMode="auto">
            <a:xfrm>
              <a:off x="11314114" y="1366838"/>
              <a:ext cx="466725" cy="85725"/>
            </a:xfrm>
            <a:custGeom>
              <a:avLst/>
              <a:gdLst>
                <a:gd name="T0" fmla="*/ 294 w 294"/>
                <a:gd name="T1" fmla="*/ 0 h 54"/>
                <a:gd name="T2" fmla="*/ 0 w 294"/>
                <a:gd name="T3" fmla="*/ 0 h 54"/>
                <a:gd name="T4" fmla="*/ 0 w 294"/>
                <a:gd name="T5" fmla="*/ 54 h 54"/>
                <a:gd name="T6" fmla="*/ 294 w 294"/>
                <a:gd name="T7" fmla="*/ 54 h 54"/>
                <a:gd name="T8" fmla="*/ 294 w 294"/>
                <a:gd name="T9" fmla="*/ 0 h 54"/>
                <a:gd name="T10" fmla="*/ 118 w 294"/>
                <a:gd name="T11" fmla="*/ 37 h 54"/>
                <a:gd name="T12" fmla="*/ 19 w 294"/>
                <a:gd name="T13" fmla="*/ 37 h 54"/>
                <a:gd name="T14" fmla="*/ 19 w 294"/>
                <a:gd name="T15" fmla="*/ 15 h 54"/>
                <a:gd name="T16" fmla="*/ 118 w 294"/>
                <a:gd name="T17" fmla="*/ 15 h 54"/>
                <a:gd name="T18" fmla="*/ 118 w 294"/>
                <a:gd name="T19" fmla="*/ 37 h 54"/>
                <a:gd name="T20" fmla="*/ 209 w 294"/>
                <a:gd name="T21" fmla="*/ 37 h 54"/>
                <a:gd name="T22" fmla="*/ 188 w 294"/>
                <a:gd name="T23" fmla="*/ 37 h 54"/>
                <a:gd name="T24" fmla="*/ 188 w 294"/>
                <a:gd name="T25" fmla="*/ 15 h 54"/>
                <a:gd name="T26" fmla="*/ 209 w 294"/>
                <a:gd name="T27" fmla="*/ 15 h 54"/>
                <a:gd name="T28" fmla="*/ 209 w 294"/>
                <a:gd name="T29" fmla="*/ 37 h 54"/>
                <a:gd name="T30" fmla="*/ 243 w 294"/>
                <a:gd name="T31" fmla="*/ 37 h 54"/>
                <a:gd name="T32" fmla="*/ 222 w 294"/>
                <a:gd name="T33" fmla="*/ 37 h 54"/>
                <a:gd name="T34" fmla="*/ 222 w 294"/>
                <a:gd name="T35" fmla="*/ 15 h 54"/>
                <a:gd name="T36" fmla="*/ 243 w 294"/>
                <a:gd name="T37" fmla="*/ 15 h 54"/>
                <a:gd name="T38" fmla="*/ 243 w 294"/>
                <a:gd name="T39" fmla="*/ 37 h 54"/>
                <a:gd name="T40" fmla="*/ 277 w 294"/>
                <a:gd name="T41" fmla="*/ 37 h 54"/>
                <a:gd name="T42" fmla="*/ 256 w 294"/>
                <a:gd name="T43" fmla="*/ 37 h 54"/>
                <a:gd name="T44" fmla="*/ 256 w 294"/>
                <a:gd name="T45" fmla="*/ 15 h 54"/>
                <a:gd name="T46" fmla="*/ 277 w 294"/>
                <a:gd name="T47" fmla="*/ 15 h 54"/>
                <a:gd name="T48" fmla="*/ 277 w 294"/>
                <a:gd name="T49" fmla="*/ 3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94" h="54">
                  <a:moveTo>
                    <a:pt x="294" y="0"/>
                  </a:moveTo>
                  <a:lnTo>
                    <a:pt x="0" y="0"/>
                  </a:lnTo>
                  <a:lnTo>
                    <a:pt x="0" y="54"/>
                  </a:lnTo>
                  <a:lnTo>
                    <a:pt x="294" y="54"/>
                  </a:lnTo>
                  <a:lnTo>
                    <a:pt x="294" y="0"/>
                  </a:lnTo>
                  <a:close/>
                  <a:moveTo>
                    <a:pt x="118" y="37"/>
                  </a:moveTo>
                  <a:lnTo>
                    <a:pt x="19" y="37"/>
                  </a:lnTo>
                  <a:lnTo>
                    <a:pt x="19" y="15"/>
                  </a:lnTo>
                  <a:lnTo>
                    <a:pt x="118" y="15"/>
                  </a:lnTo>
                  <a:lnTo>
                    <a:pt x="118" y="37"/>
                  </a:lnTo>
                  <a:close/>
                  <a:moveTo>
                    <a:pt x="209" y="37"/>
                  </a:moveTo>
                  <a:lnTo>
                    <a:pt x="188" y="37"/>
                  </a:lnTo>
                  <a:lnTo>
                    <a:pt x="188" y="15"/>
                  </a:lnTo>
                  <a:lnTo>
                    <a:pt x="209" y="15"/>
                  </a:lnTo>
                  <a:lnTo>
                    <a:pt x="209" y="37"/>
                  </a:lnTo>
                  <a:close/>
                  <a:moveTo>
                    <a:pt x="243" y="37"/>
                  </a:moveTo>
                  <a:lnTo>
                    <a:pt x="222" y="37"/>
                  </a:lnTo>
                  <a:lnTo>
                    <a:pt x="222" y="15"/>
                  </a:lnTo>
                  <a:lnTo>
                    <a:pt x="243" y="15"/>
                  </a:lnTo>
                  <a:lnTo>
                    <a:pt x="243" y="37"/>
                  </a:lnTo>
                  <a:close/>
                  <a:moveTo>
                    <a:pt x="277" y="37"/>
                  </a:moveTo>
                  <a:lnTo>
                    <a:pt x="256" y="37"/>
                  </a:lnTo>
                  <a:lnTo>
                    <a:pt x="256" y="15"/>
                  </a:lnTo>
                  <a:lnTo>
                    <a:pt x="277" y="15"/>
                  </a:lnTo>
                  <a:lnTo>
                    <a:pt x="277" y="37"/>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9" name="Freeform 202"/>
            <p:cNvSpPr>
              <a:spLocks noEditPoints="1"/>
            </p:cNvSpPr>
            <p:nvPr/>
          </p:nvSpPr>
          <p:spPr bwMode="auto">
            <a:xfrm>
              <a:off x="11314114" y="1484313"/>
              <a:ext cx="466725" cy="85725"/>
            </a:xfrm>
            <a:custGeom>
              <a:avLst/>
              <a:gdLst>
                <a:gd name="T0" fmla="*/ 294 w 294"/>
                <a:gd name="T1" fmla="*/ 0 h 54"/>
                <a:gd name="T2" fmla="*/ 0 w 294"/>
                <a:gd name="T3" fmla="*/ 0 h 54"/>
                <a:gd name="T4" fmla="*/ 0 w 294"/>
                <a:gd name="T5" fmla="*/ 54 h 54"/>
                <a:gd name="T6" fmla="*/ 294 w 294"/>
                <a:gd name="T7" fmla="*/ 54 h 54"/>
                <a:gd name="T8" fmla="*/ 294 w 294"/>
                <a:gd name="T9" fmla="*/ 0 h 54"/>
                <a:gd name="T10" fmla="*/ 118 w 294"/>
                <a:gd name="T11" fmla="*/ 37 h 54"/>
                <a:gd name="T12" fmla="*/ 19 w 294"/>
                <a:gd name="T13" fmla="*/ 37 h 54"/>
                <a:gd name="T14" fmla="*/ 19 w 294"/>
                <a:gd name="T15" fmla="*/ 16 h 54"/>
                <a:gd name="T16" fmla="*/ 118 w 294"/>
                <a:gd name="T17" fmla="*/ 16 h 54"/>
                <a:gd name="T18" fmla="*/ 118 w 294"/>
                <a:gd name="T19" fmla="*/ 37 h 54"/>
                <a:gd name="T20" fmla="*/ 209 w 294"/>
                <a:gd name="T21" fmla="*/ 37 h 54"/>
                <a:gd name="T22" fmla="*/ 188 w 294"/>
                <a:gd name="T23" fmla="*/ 37 h 54"/>
                <a:gd name="T24" fmla="*/ 188 w 294"/>
                <a:gd name="T25" fmla="*/ 16 h 54"/>
                <a:gd name="T26" fmla="*/ 209 w 294"/>
                <a:gd name="T27" fmla="*/ 16 h 54"/>
                <a:gd name="T28" fmla="*/ 209 w 294"/>
                <a:gd name="T29" fmla="*/ 37 h 54"/>
                <a:gd name="T30" fmla="*/ 243 w 294"/>
                <a:gd name="T31" fmla="*/ 37 h 54"/>
                <a:gd name="T32" fmla="*/ 222 w 294"/>
                <a:gd name="T33" fmla="*/ 37 h 54"/>
                <a:gd name="T34" fmla="*/ 222 w 294"/>
                <a:gd name="T35" fmla="*/ 16 h 54"/>
                <a:gd name="T36" fmla="*/ 243 w 294"/>
                <a:gd name="T37" fmla="*/ 16 h 54"/>
                <a:gd name="T38" fmla="*/ 243 w 294"/>
                <a:gd name="T39" fmla="*/ 37 h 54"/>
                <a:gd name="T40" fmla="*/ 277 w 294"/>
                <a:gd name="T41" fmla="*/ 37 h 54"/>
                <a:gd name="T42" fmla="*/ 256 w 294"/>
                <a:gd name="T43" fmla="*/ 37 h 54"/>
                <a:gd name="T44" fmla="*/ 256 w 294"/>
                <a:gd name="T45" fmla="*/ 16 h 54"/>
                <a:gd name="T46" fmla="*/ 277 w 294"/>
                <a:gd name="T47" fmla="*/ 16 h 54"/>
                <a:gd name="T48" fmla="*/ 277 w 294"/>
                <a:gd name="T49" fmla="*/ 3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94" h="54">
                  <a:moveTo>
                    <a:pt x="294" y="0"/>
                  </a:moveTo>
                  <a:lnTo>
                    <a:pt x="0" y="0"/>
                  </a:lnTo>
                  <a:lnTo>
                    <a:pt x="0" y="54"/>
                  </a:lnTo>
                  <a:lnTo>
                    <a:pt x="294" y="54"/>
                  </a:lnTo>
                  <a:lnTo>
                    <a:pt x="294" y="0"/>
                  </a:lnTo>
                  <a:close/>
                  <a:moveTo>
                    <a:pt x="118" y="37"/>
                  </a:moveTo>
                  <a:lnTo>
                    <a:pt x="19" y="37"/>
                  </a:lnTo>
                  <a:lnTo>
                    <a:pt x="19" y="16"/>
                  </a:lnTo>
                  <a:lnTo>
                    <a:pt x="118" y="16"/>
                  </a:lnTo>
                  <a:lnTo>
                    <a:pt x="118" y="37"/>
                  </a:lnTo>
                  <a:close/>
                  <a:moveTo>
                    <a:pt x="209" y="37"/>
                  </a:moveTo>
                  <a:lnTo>
                    <a:pt x="188" y="37"/>
                  </a:lnTo>
                  <a:lnTo>
                    <a:pt x="188" y="16"/>
                  </a:lnTo>
                  <a:lnTo>
                    <a:pt x="209" y="16"/>
                  </a:lnTo>
                  <a:lnTo>
                    <a:pt x="209" y="37"/>
                  </a:lnTo>
                  <a:close/>
                  <a:moveTo>
                    <a:pt x="243" y="37"/>
                  </a:moveTo>
                  <a:lnTo>
                    <a:pt x="222" y="37"/>
                  </a:lnTo>
                  <a:lnTo>
                    <a:pt x="222" y="16"/>
                  </a:lnTo>
                  <a:lnTo>
                    <a:pt x="243" y="16"/>
                  </a:lnTo>
                  <a:lnTo>
                    <a:pt x="243" y="37"/>
                  </a:lnTo>
                  <a:close/>
                  <a:moveTo>
                    <a:pt x="277" y="37"/>
                  </a:moveTo>
                  <a:lnTo>
                    <a:pt x="256" y="37"/>
                  </a:lnTo>
                  <a:lnTo>
                    <a:pt x="256" y="16"/>
                  </a:lnTo>
                  <a:lnTo>
                    <a:pt x="277" y="16"/>
                  </a:lnTo>
                  <a:lnTo>
                    <a:pt x="277" y="37"/>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10" name="Freeform 203"/>
            <p:cNvSpPr>
              <a:spLocks noEditPoints="1"/>
            </p:cNvSpPr>
            <p:nvPr/>
          </p:nvSpPr>
          <p:spPr bwMode="auto">
            <a:xfrm>
              <a:off x="11314114" y="1719263"/>
              <a:ext cx="466725" cy="85725"/>
            </a:xfrm>
            <a:custGeom>
              <a:avLst/>
              <a:gdLst>
                <a:gd name="T0" fmla="*/ 294 w 294"/>
                <a:gd name="T1" fmla="*/ 0 h 54"/>
                <a:gd name="T2" fmla="*/ 0 w 294"/>
                <a:gd name="T3" fmla="*/ 0 h 54"/>
                <a:gd name="T4" fmla="*/ 0 w 294"/>
                <a:gd name="T5" fmla="*/ 54 h 54"/>
                <a:gd name="T6" fmla="*/ 294 w 294"/>
                <a:gd name="T7" fmla="*/ 54 h 54"/>
                <a:gd name="T8" fmla="*/ 294 w 294"/>
                <a:gd name="T9" fmla="*/ 0 h 54"/>
                <a:gd name="T10" fmla="*/ 118 w 294"/>
                <a:gd name="T11" fmla="*/ 37 h 54"/>
                <a:gd name="T12" fmla="*/ 19 w 294"/>
                <a:gd name="T13" fmla="*/ 37 h 54"/>
                <a:gd name="T14" fmla="*/ 19 w 294"/>
                <a:gd name="T15" fmla="*/ 16 h 54"/>
                <a:gd name="T16" fmla="*/ 118 w 294"/>
                <a:gd name="T17" fmla="*/ 16 h 54"/>
                <a:gd name="T18" fmla="*/ 118 w 294"/>
                <a:gd name="T19" fmla="*/ 37 h 54"/>
                <a:gd name="T20" fmla="*/ 209 w 294"/>
                <a:gd name="T21" fmla="*/ 37 h 54"/>
                <a:gd name="T22" fmla="*/ 188 w 294"/>
                <a:gd name="T23" fmla="*/ 37 h 54"/>
                <a:gd name="T24" fmla="*/ 188 w 294"/>
                <a:gd name="T25" fmla="*/ 16 h 54"/>
                <a:gd name="T26" fmla="*/ 209 w 294"/>
                <a:gd name="T27" fmla="*/ 16 h 54"/>
                <a:gd name="T28" fmla="*/ 209 w 294"/>
                <a:gd name="T29" fmla="*/ 37 h 54"/>
                <a:gd name="T30" fmla="*/ 243 w 294"/>
                <a:gd name="T31" fmla="*/ 37 h 54"/>
                <a:gd name="T32" fmla="*/ 222 w 294"/>
                <a:gd name="T33" fmla="*/ 37 h 54"/>
                <a:gd name="T34" fmla="*/ 222 w 294"/>
                <a:gd name="T35" fmla="*/ 16 h 54"/>
                <a:gd name="T36" fmla="*/ 243 w 294"/>
                <a:gd name="T37" fmla="*/ 16 h 54"/>
                <a:gd name="T38" fmla="*/ 243 w 294"/>
                <a:gd name="T39" fmla="*/ 37 h 54"/>
                <a:gd name="T40" fmla="*/ 277 w 294"/>
                <a:gd name="T41" fmla="*/ 37 h 54"/>
                <a:gd name="T42" fmla="*/ 256 w 294"/>
                <a:gd name="T43" fmla="*/ 37 h 54"/>
                <a:gd name="T44" fmla="*/ 256 w 294"/>
                <a:gd name="T45" fmla="*/ 16 h 54"/>
                <a:gd name="T46" fmla="*/ 277 w 294"/>
                <a:gd name="T47" fmla="*/ 16 h 54"/>
                <a:gd name="T48" fmla="*/ 277 w 294"/>
                <a:gd name="T49" fmla="*/ 3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94" h="54">
                  <a:moveTo>
                    <a:pt x="294" y="0"/>
                  </a:moveTo>
                  <a:lnTo>
                    <a:pt x="0" y="0"/>
                  </a:lnTo>
                  <a:lnTo>
                    <a:pt x="0" y="54"/>
                  </a:lnTo>
                  <a:lnTo>
                    <a:pt x="294" y="54"/>
                  </a:lnTo>
                  <a:lnTo>
                    <a:pt x="294" y="0"/>
                  </a:lnTo>
                  <a:close/>
                  <a:moveTo>
                    <a:pt x="118" y="37"/>
                  </a:moveTo>
                  <a:lnTo>
                    <a:pt x="19" y="37"/>
                  </a:lnTo>
                  <a:lnTo>
                    <a:pt x="19" y="16"/>
                  </a:lnTo>
                  <a:lnTo>
                    <a:pt x="118" y="16"/>
                  </a:lnTo>
                  <a:lnTo>
                    <a:pt x="118" y="37"/>
                  </a:lnTo>
                  <a:close/>
                  <a:moveTo>
                    <a:pt x="209" y="37"/>
                  </a:moveTo>
                  <a:lnTo>
                    <a:pt x="188" y="37"/>
                  </a:lnTo>
                  <a:lnTo>
                    <a:pt x="188" y="16"/>
                  </a:lnTo>
                  <a:lnTo>
                    <a:pt x="209" y="16"/>
                  </a:lnTo>
                  <a:lnTo>
                    <a:pt x="209" y="37"/>
                  </a:lnTo>
                  <a:close/>
                  <a:moveTo>
                    <a:pt x="243" y="37"/>
                  </a:moveTo>
                  <a:lnTo>
                    <a:pt x="222" y="37"/>
                  </a:lnTo>
                  <a:lnTo>
                    <a:pt x="222" y="16"/>
                  </a:lnTo>
                  <a:lnTo>
                    <a:pt x="243" y="16"/>
                  </a:lnTo>
                  <a:lnTo>
                    <a:pt x="243" y="37"/>
                  </a:lnTo>
                  <a:close/>
                  <a:moveTo>
                    <a:pt x="277" y="37"/>
                  </a:moveTo>
                  <a:lnTo>
                    <a:pt x="256" y="37"/>
                  </a:lnTo>
                  <a:lnTo>
                    <a:pt x="256" y="16"/>
                  </a:lnTo>
                  <a:lnTo>
                    <a:pt x="277" y="16"/>
                  </a:lnTo>
                  <a:lnTo>
                    <a:pt x="277" y="37"/>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11" name="Freeform 204"/>
            <p:cNvSpPr>
              <a:spLocks noEditPoints="1"/>
            </p:cNvSpPr>
            <p:nvPr/>
          </p:nvSpPr>
          <p:spPr bwMode="auto">
            <a:xfrm>
              <a:off x="11314114" y="1836738"/>
              <a:ext cx="466725" cy="85725"/>
            </a:xfrm>
            <a:custGeom>
              <a:avLst/>
              <a:gdLst>
                <a:gd name="T0" fmla="*/ 294 w 294"/>
                <a:gd name="T1" fmla="*/ 0 h 54"/>
                <a:gd name="T2" fmla="*/ 0 w 294"/>
                <a:gd name="T3" fmla="*/ 0 h 54"/>
                <a:gd name="T4" fmla="*/ 0 w 294"/>
                <a:gd name="T5" fmla="*/ 54 h 54"/>
                <a:gd name="T6" fmla="*/ 294 w 294"/>
                <a:gd name="T7" fmla="*/ 54 h 54"/>
                <a:gd name="T8" fmla="*/ 294 w 294"/>
                <a:gd name="T9" fmla="*/ 0 h 54"/>
                <a:gd name="T10" fmla="*/ 118 w 294"/>
                <a:gd name="T11" fmla="*/ 37 h 54"/>
                <a:gd name="T12" fmla="*/ 19 w 294"/>
                <a:gd name="T13" fmla="*/ 37 h 54"/>
                <a:gd name="T14" fmla="*/ 19 w 294"/>
                <a:gd name="T15" fmla="*/ 16 h 54"/>
                <a:gd name="T16" fmla="*/ 118 w 294"/>
                <a:gd name="T17" fmla="*/ 16 h 54"/>
                <a:gd name="T18" fmla="*/ 118 w 294"/>
                <a:gd name="T19" fmla="*/ 37 h 54"/>
                <a:gd name="T20" fmla="*/ 209 w 294"/>
                <a:gd name="T21" fmla="*/ 37 h 54"/>
                <a:gd name="T22" fmla="*/ 188 w 294"/>
                <a:gd name="T23" fmla="*/ 37 h 54"/>
                <a:gd name="T24" fmla="*/ 188 w 294"/>
                <a:gd name="T25" fmla="*/ 16 h 54"/>
                <a:gd name="T26" fmla="*/ 209 w 294"/>
                <a:gd name="T27" fmla="*/ 16 h 54"/>
                <a:gd name="T28" fmla="*/ 209 w 294"/>
                <a:gd name="T29" fmla="*/ 37 h 54"/>
                <a:gd name="T30" fmla="*/ 243 w 294"/>
                <a:gd name="T31" fmla="*/ 37 h 54"/>
                <a:gd name="T32" fmla="*/ 222 w 294"/>
                <a:gd name="T33" fmla="*/ 37 h 54"/>
                <a:gd name="T34" fmla="*/ 222 w 294"/>
                <a:gd name="T35" fmla="*/ 16 h 54"/>
                <a:gd name="T36" fmla="*/ 243 w 294"/>
                <a:gd name="T37" fmla="*/ 16 h 54"/>
                <a:gd name="T38" fmla="*/ 243 w 294"/>
                <a:gd name="T39" fmla="*/ 37 h 54"/>
                <a:gd name="T40" fmla="*/ 277 w 294"/>
                <a:gd name="T41" fmla="*/ 37 h 54"/>
                <a:gd name="T42" fmla="*/ 256 w 294"/>
                <a:gd name="T43" fmla="*/ 37 h 54"/>
                <a:gd name="T44" fmla="*/ 256 w 294"/>
                <a:gd name="T45" fmla="*/ 16 h 54"/>
                <a:gd name="T46" fmla="*/ 277 w 294"/>
                <a:gd name="T47" fmla="*/ 16 h 54"/>
                <a:gd name="T48" fmla="*/ 277 w 294"/>
                <a:gd name="T49" fmla="*/ 3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94" h="54">
                  <a:moveTo>
                    <a:pt x="294" y="0"/>
                  </a:moveTo>
                  <a:lnTo>
                    <a:pt x="0" y="0"/>
                  </a:lnTo>
                  <a:lnTo>
                    <a:pt x="0" y="54"/>
                  </a:lnTo>
                  <a:lnTo>
                    <a:pt x="294" y="54"/>
                  </a:lnTo>
                  <a:lnTo>
                    <a:pt x="294" y="0"/>
                  </a:lnTo>
                  <a:close/>
                  <a:moveTo>
                    <a:pt x="118" y="37"/>
                  </a:moveTo>
                  <a:lnTo>
                    <a:pt x="19" y="37"/>
                  </a:lnTo>
                  <a:lnTo>
                    <a:pt x="19" y="16"/>
                  </a:lnTo>
                  <a:lnTo>
                    <a:pt x="118" y="16"/>
                  </a:lnTo>
                  <a:lnTo>
                    <a:pt x="118" y="37"/>
                  </a:lnTo>
                  <a:close/>
                  <a:moveTo>
                    <a:pt x="209" y="37"/>
                  </a:moveTo>
                  <a:lnTo>
                    <a:pt x="188" y="37"/>
                  </a:lnTo>
                  <a:lnTo>
                    <a:pt x="188" y="16"/>
                  </a:lnTo>
                  <a:lnTo>
                    <a:pt x="209" y="16"/>
                  </a:lnTo>
                  <a:lnTo>
                    <a:pt x="209" y="37"/>
                  </a:lnTo>
                  <a:close/>
                  <a:moveTo>
                    <a:pt x="243" y="37"/>
                  </a:moveTo>
                  <a:lnTo>
                    <a:pt x="222" y="37"/>
                  </a:lnTo>
                  <a:lnTo>
                    <a:pt x="222" y="16"/>
                  </a:lnTo>
                  <a:lnTo>
                    <a:pt x="243" y="16"/>
                  </a:lnTo>
                  <a:lnTo>
                    <a:pt x="243" y="37"/>
                  </a:lnTo>
                  <a:close/>
                  <a:moveTo>
                    <a:pt x="277" y="37"/>
                  </a:moveTo>
                  <a:lnTo>
                    <a:pt x="256" y="37"/>
                  </a:lnTo>
                  <a:lnTo>
                    <a:pt x="256" y="16"/>
                  </a:lnTo>
                  <a:lnTo>
                    <a:pt x="277" y="16"/>
                  </a:lnTo>
                  <a:lnTo>
                    <a:pt x="277" y="37"/>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12" name="Freeform 205"/>
            <p:cNvSpPr>
              <a:spLocks noEditPoints="1"/>
            </p:cNvSpPr>
            <p:nvPr/>
          </p:nvSpPr>
          <p:spPr bwMode="auto">
            <a:xfrm>
              <a:off x="11314114" y="1954213"/>
              <a:ext cx="466725" cy="85725"/>
            </a:xfrm>
            <a:custGeom>
              <a:avLst/>
              <a:gdLst>
                <a:gd name="T0" fmla="*/ 294 w 294"/>
                <a:gd name="T1" fmla="*/ 0 h 54"/>
                <a:gd name="T2" fmla="*/ 0 w 294"/>
                <a:gd name="T3" fmla="*/ 0 h 54"/>
                <a:gd name="T4" fmla="*/ 0 w 294"/>
                <a:gd name="T5" fmla="*/ 54 h 54"/>
                <a:gd name="T6" fmla="*/ 294 w 294"/>
                <a:gd name="T7" fmla="*/ 54 h 54"/>
                <a:gd name="T8" fmla="*/ 294 w 294"/>
                <a:gd name="T9" fmla="*/ 0 h 54"/>
                <a:gd name="T10" fmla="*/ 118 w 294"/>
                <a:gd name="T11" fmla="*/ 38 h 54"/>
                <a:gd name="T12" fmla="*/ 19 w 294"/>
                <a:gd name="T13" fmla="*/ 38 h 54"/>
                <a:gd name="T14" fmla="*/ 19 w 294"/>
                <a:gd name="T15" fmla="*/ 17 h 54"/>
                <a:gd name="T16" fmla="*/ 118 w 294"/>
                <a:gd name="T17" fmla="*/ 17 h 54"/>
                <a:gd name="T18" fmla="*/ 118 w 294"/>
                <a:gd name="T19" fmla="*/ 38 h 54"/>
                <a:gd name="T20" fmla="*/ 209 w 294"/>
                <a:gd name="T21" fmla="*/ 38 h 54"/>
                <a:gd name="T22" fmla="*/ 188 w 294"/>
                <a:gd name="T23" fmla="*/ 38 h 54"/>
                <a:gd name="T24" fmla="*/ 188 w 294"/>
                <a:gd name="T25" fmla="*/ 17 h 54"/>
                <a:gd name="T26" fmla="*/ 209 w 294"/>
                <a:gd name="T27" fmla="*/ 17 h 54"/>
                <a:gd name="T28" fmla="*/ 209 w 294"/>
                <a:gd name="T29" fmla="*/ 38 h 54"/>
                <a:gd name="T30" fmla="*/ 243 w 294"/>
                <a:gd name="T31" fmla="*/ 38 h 54"/>
                <a:gd name="T32" fmla="*/ 222 w 294"/>
                <a:gd name="T33" fmla="*/ 38 h 54"/>
                <a:gd name="T34" fmla="*/ 222 w 294"/>
                <a:gd name="T35" fmla="*/ 17 h 54"/>
                <a:gd name="T36" fmla="*/ 243 w 294"/>
                <a:gd name="T37" fmla="*/ 17 h 54"/>
                <a:gd name="T38" fmla="*/ 243 w 294"/>
                <a:gd name="T39" fmla="*/ 38 h 54"/>
                <a:gd name="T40" fmla="*/ 277 w 294"/>
                <a:gd name="T41" fmla="*/ 38 h 54"/>
                <a:gd name="T42" fmla="*/ 256 w 294"/>
                <a:gd name="T43" fmla="*/ 38 h 54"/>
                <a:gd name="T44" fmla="*/ 256 w 294"/>
                <a:gd name="T45" fmla="*/ 17 h 54"/>
                <a:gd name="T46" fmla="*/ 277 w 294"/>
                <a:gd name="T47" fmla="*/ 17 h 54"/>
                <a:gd name="T48" fmla="*/ 277 w 294"/>
                <a:gd name="T49" fmla="*/ 38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94" h="54">
                  <a:moveTo>
                    <a:pt x="294" y="0"/>
                  </a:moveTo>
                  <a:lnTo>
                    <a:pt x="0" y="0"/>
                  </a:lnTo>
                  <a:lnTo>
                    <a:pt x="0" y="54"/>
                  </a:lnTo>
                  <a:lnTo>
                    <a:pt x="294" y="54"/>
                  </a:lnTo>
                  <a:lnTo>
                    <a:pt x="294" y="0"/>
                  </a:lnTo>
                  <a:close/>
                  <a:moveTo>
                    <a:pt x="118" y="38"/>
                  </a:moveTo>
                  <a:lnTo>
                    <a:pt x="19" y="38"/>
                  </a:lnTo>
                  <a:lnTo>
                    <a:pt x="19" y="17"/>
                  </a:lnTo>
                  <a:lnTo>
                    <a:pt x="118" y="17"/>
                  </a:lnTo>
                  <a:lnTo>
                    <a:pt x="118" y="38"/>
                  </a:lnTo>
                  <a:close/>
                  <a:moveTo>
                    <a:pt x="209" y="38"/>
                  </a:moveTo>
                  <a:lnTo>
                    <a:pt x="188" y="38"/>
                  </a:lnTo>
                  <a:lnTo>
                    <a:pt x="188" y="17"/>
                  </a:lnTo>
                  <a:lnTo>
                    <a:pt x="209" y="17"/>
                  </a:lnTo>
                  <a:lnTo>
                    <a:pt x="209" y="38"/>
                  </a:lnTo>
                  <a:close/>
                  <a:moveTo>
                    <a:pt x="243" y="38"/>
                  </a:moveTo>
                  <a:lnTo>
                    <a:pt x="222" y="38"/>
                  </a:lnTo>
                  <a:lnTo>
                    <a:pt x="222" y="17"/>
                  </a:lnTo>
                  <a:lnTo>
                    <a:pt x="243" y="17"/>
                  </a:lnTo>
                  <a:lnTo>
                    <a:pt x="243" y="38"/>
                  </a:lnTo>
                  <a:close/>
                  <a:moveTo>
                    <a:pt x="277" y="38"/>
                  </a:moveTo>
                  <a:lnTo>
                    <a:pt x="256" y="38"/>
                  </a:lnTo>
                  <a:lnTo>
                    <a:pt x="256" y="17"/>
                  </a:lnTo>
                  <a:lnTo>
                    <a:pt x="277" y="17"/>
                  </a:lnTo>
                  <a:lnTo>
                    <a:pt x="277" y="38"/>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13" name="Freeform 206"/>
            <p:cNvSpPr>
              <a:spLocks/>
            </p:cNvSpPr>
            <p:nvPr/>
          </p:nvSpPr>
          <p:spPr bwMode="auto">
            <a:xfrm>
              <a:off x="9805989" y="801688"/>
              <a:ext cx="649288" cy="1331913"/>
            </a:xfrm>
            <a:custGeom>
              <a:avLst/>
              <a:gdLst>
                <a:gd name="T0" fmla="*/ 431 w 542"/>
                <a:gd name="T1" fmla="*/ 1080 h 1112"/>
                <a:gd name="T2" fmla="*/ 32 w 542"/>
                <a:gd name="T3" fmla="*/ 1080 h 1112"/>
                <a:gd name="T4" fmla="*/ 32 w 542"/>
                <a:gd name="T5" fmla="*/ 32 h 1112"/>
                <a:gd name="T6" fmla="*/ 510 w 542"/>
                <a:gd name="T7" fmla="*/ 32 h 1112"/>
                <a:gd name="T8" fmla="*/ 510 w 542"/>
                <a:gd name="T9" fmla="*/ 274 h 1112"/>
                <a:gd name="T10" fmla="*/ 542 w 542"/>
                <a:gd name="T11" fmla="*/ 254 h 1112"/>
                <a:gd name="T12" fmla="*/ 542 w 542"/>
                <a:gd name="T13" fmla="*/ 0 h 1112"/>
                <a:gd name="T14" fmla="*/ 0 w 542"/>
                <a:gd name="T15" fmla="*/ 0 h 1112"/>
                <a:gd name="T16" fmla="*/ 0 w 542"/>
                <a:gd name="T17" fmla="*/ 1112 h 1112"/>
                <a:gd name="T18" fmla="*/ 431 w 542"/>
                <a:gd name="T19" fmla="*/ 1112 h 1112"/>
                <a:gd name="T20" fmla="*/ 431 w 542"/>
                <a:gd name="T21" fmla="*/ 1080 h 1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42" h="1112">
                  <a:moveTo>
                    <a:pt x="431" y="1080"/>
                  </a:moveTo>
                  <a:cubicBezTo>
                    <a:pt x="32" y="1080"/>
                    <a:pt x="32" y="1080"/>
                    <a:pt x="32" y="1080"/>
                  </a:cubicBezTo>
                  <a:cubicBezTo>
                    <a:pt x="32" y="32"/>
                    <a:pt x="32" y="32"/>
                    <a:pt x="32" y="32"/>
                  </a:cubicBezTo>
                  <a:cubicBezTo>
                    <a:pt x="510" y="32"/>
                    <a:pt x="510" y="32"/>
                    <a:pt x="510" y="32"/>
                  </a:cubicBezTo>
                  <a:cubicBezTo>
                    <a:pt x="510" y="274"/>
                    <a:pt x="510" y="274"/>
                    <a:pt x="510" y="274"/>
                  </a:cubicBezTo>
                  <a:cubicBezTo>
                    <a:pt x="520" y="266"/>
                    <a:pt x="531" y="259"/>
                    <a:pt x="542" y="254"/>
                  </a:cubicBezTo>
                  <a:cubicBezTo>
                    <a:pt x="542" y="0"/>
                    <a:pt x="542" y="0"/>
                    <a:pt x="542" y="0"/>
                  </a:cubicBezTo>
                  <a:cubicBezTo>
                    <a:pt x="0" y="0"/>
                    <a:pt x="0" y="0"/>
                    <a:pt x="0" y="0"/>
                  </a:cubicBezTo>
                  <a:cubicBezTo>
                    <a:pt x="0" y="1112"/>
                    <a:pt x="0" y="1112"/>
                    <a:pt x="0" y="1112"/>
                  </a:cubicBezTo>
                  <a:cubicBezTo>
                    <a:pt x="431" y="1112"/>
                    <a:pt x="431" y="1112"/>
                    <a:pt x="431" y="1112"/>
                  </a:cubicBezTo>
                  <a:lnTo>
                    <a:pt x="431" y="108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14" name="Freeform 207"/>
            <p:cNvSpPr>
              <a:spLocks noEditPoints="1"/>
            </p:cNvSpPr>
            <p:nvPr/>
          </p:nvSpPr>
          <p:spPr bwMode="auto">
            <a:xfrm>
              <a:off x="9898064" y="895351"/>
              <a:ext cx="466725" cy="87313"/>
            </a:xfrm>
            <a:custGeom>
              <a:avLst/>
              <a:gdLst>
                <a:gd name="T0" fmla="*/ 294 w 294"/>
                <a:gd name="T1" fmla="*/ 0 h 55"/>
                <a:gd name="T2" fmla="*/ 0 w 294"/>
                <a:gd name="T3" fmla="*/ 0 h 55"/>
                <a:gd name="T4" fmla="*/ 0 w 294"/>
                <a:gd name="T5" fmla="*/ 55 h 55"/>
                <a:gd name="T6" fmla="*/ 294 w 294"/>
                <a:gd name="T7" fmla="*/ 55 h 55"/>
                <a:gd name="T8" fmla="*/ 294 w 294"/>
                <a:gd name="T9" fmla="*/ 0 h 55"/>
                <a:gd name="T10" fmla="*/ 118 w 294"/>
                <a:gd name="T11" fmla="*/ 37 h 55"/>
                <a:gd name="T12" fmla="*/ 19 w 294"/>
                <a:gd name="T13" fmla="*/ 37 h 55"/>
                <a:gd name="T14" fmla="*/ 19 w 294"/>
                <a:gd name="T15" fmla="*/ 16 h 55"/>
                <a:gd name="T16" fmla="*/ 118 w 294"/>
                <a:gd name="T17" fmla="*/ 16 h 55"/>
                <a:gd name="T18" fmla="*/ 118 w 294"/>
                <a:gd name="T19" fmla="*/ 37 h 55"/>
                <a:gd name="T20" fmla="*/ 209 w 294"/>
                <a:gd name="T21" fmla="*/ 37 h 55"/>
                <a:gd name="T22" fmla="*/ 188 w 294"/>
                <a:gd name="T23" fmla="*/ 37 h 55"/>
                <a:gd name="T24" fmla="*/ 188 w 294"/>
                <a:gd name="T25" fmla="*/ 16 h 55"/>
                <a:gd name="T26" fmla="*/ 209 w 294"/>
                <a:gd name="T27" fmla="*/ 16 h 55"/>
                <a:gd name="T28" fmla="*/ 209 w 294"/>
                <a:gd name="T29" fmla="*/ 37 h 55"/>
                <a:gd name="T30" fmla="*/ 243 w 294"/>
                <a:gd name="T31" fmla="*/ 37 h 55"/>
                <a:gd name="T32" fmla="*/ 222 w 294"/>
                <a:gd name="T33" fmla="*/ 37 h 55"/>
                <a:gd name="T34" fmla="*/ 222 w 294"/>
                <a:gd name="T35" fmla="*/ 16 h 55"/>
                <a:gd name="T36" fmla="*/ 243 w 294"/>
                <a:gd name="T37" fmla="*/ 16 h 55"/>
                <a:gd name="T38" fmla="*/ 243 w 294"/>
                <a:gd name="T39" fmla="*/ 37 h 55"/>
                <a:gd name="T40" fmla="*/ 277 w 294"/>
                <a:gd name="T41" fmla="*/ 37 h 55"/>
                <a:gd name="T42" fmla="*/ 256 w 294"/>
                <a:gd name="T43" fmla="*/ 37 h 55"/>
                <a:gd name="T44" fmla="*/ 256 w 294"/>
                <a:gd name="T45" fmla="*/ 16 h 55"/>
                <a:gd name="T46" fmla="*/ 277 w 294"/>
                <a:gd name="T47" fmla="*/ 16 h 55"/>
                <a:gd name="T48" fmla="*/ 277 w 294"/>
                <a:gd name="T49" fmla="*/ 37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94" h="55">
                  <a:moveTo>
                    <a:pt x="294" y="0"/>
                  </a:moveTo>
                  <a:lnTo>
                    <a:pt x="0" y="0"/>
                  </a:lnTo>
                  <a:lnTo>
                    <a:pt x="0" y="55"/>
                  </a:lnTo>
                  <a:lnTo>
                    <a:pt x="294" y="55"/>
                  </a:lnTo>
                  <a:lnTo>
                    <a:pt x="294" y="0"/>
                  </a:lnTo>
                  <a:close/>
                  <a:moveTo>
                    <a:pt x="118" y="37"/>
                  </a:moveTo>
                  <a:lnTo>
                    <a:pt x="19" y="37"/>
                  </a:lnTo>
                  <a:lnTo>
                    <a:pt x="19" y="16"/>
                  </a:lnTo>
                  <a:lnTo>
                    <a:pt x="118" y="16"/>
                  </a:lnTo>
                  <a:lnTo>
                    <a:pt x="118" y="37"/>
                  </a:lnTo>
                  <a:close/>
                  <a:moveTo>
                    <a:pt x="209" y="37"/>
                  </a:moveTo>
                  <a:lnTo>
                    <a:pt x="188" y="37"/>
                  </a:lnTo>
                  <a:lnTo>
                    <a:pt x="188" y="16"/>
                  </a:lnTo>
                  <a:lnTo>
                    <a:pt x="209" y="16"/>
                  </a:lnTo>
                  <a:lnTo>
                    <a:pt x="209" y="37"/>
                  </a:lnTo>
                  <a:close/>
                  <a:moveTo>
                    <a:pt x="243" y="37"/>
                  </a:moveTo>
                  <a:lnTo>
                    <a:pt x="222" y="37"/>
                  </a:lnTo>
                  <a:lnTo>
                    <a:pt x="222" y="16"/>
                  </a:lnTo>
                  <a:lnTo>
                    <a:pt x="243" y="16"/>
                  </a:lnTo>
                  <a:lnTo>
                    <a:pt x="243" y="37"/>
                  </a:lnTo>
                  <a:close/>
                  <a:moveTo>
                    <a:pt x="277" y="37"/>
                  </a:moveTo>
                  <a:lnTo>
                    <a:pt x="256" y="37"/>
                  </a:lnTo>
                  <a:lnTo>
                    <a:pt x="256" y="16"/>
                  </a:lnTo>
                  <a:lnTo>
                    <a:pt x="277" y="16"/>
                  </a:lnTo>
                  <a:lnTo>
                    <a:pt x="277" y="37"/>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15" name="Freeform 208"/>
            <p:cNvSpPr>
              <a:spLocks noEditPoints="1"/>
            </p:cNvSpPr>
            <p:nvPr/>
          </p:nvSpPr>
          <p:spPr bwMode="auto">
            <a:xfrm>
              <a:off x="9898064" y="1012826"/>
              <a:ext cx="466725" cy="85725"/>
            </a:xfrm>
            <a:custGeom>
              <a:avLst/>
              <a:gdLst>
                <a:gd name="T0" fmla="*/ 294 w 294"/>
                <a:gd name="T1" fmla="*/ 0 h 54"/>
                <a:gd name="T2" fmla="*/ 0 w 294"/>
                <a:gd name="T3" fmla="*/ 0 h 54"/>
                <a:gd name="T4" fmla="*/ 0 w 294"/>
                <a:gd name="T5" fmla="*/ 54 h 54"/>
                <a:gd name="T6" fmla="*/ 294 w 294"/>
                <a:gd name="T7" fmla="*/ 54 h 54"/>
                <a:gd name="T8" fmla="*/ 294 w 294"/>
                <a:gd name="T9" fmla="*/ 0 h 54"/>
                <a:gd name="T10" fmla="*/ 118 w 294"/>
                <a:gd name="T11" fmla="*/ 37 h 54"/>
                <a:gd name="T12" fmla="*/ 19 w 294"/>
                <a:gd name="T13" fmla="*/ 37 h 54"/>
                <a:gd name="T14" fmla="*/ 19 w 294"/>
                <a:gd name="T15" fmla="*/ 16 h 54"/>
                <a:gd name="T16" fmla="*/ 118 w 294"/>
                <a:gd name="T17" fmla="*/ 16 h 54"/>
                <a:gd name="T18" fmla="*/ 118 w 294"/>
                <a:gd name="T19" fmla="*/ 37 h 54"/>
                <a:gd name="T20" fmla="*/ 209 w 294"/>
                <a:gd name="T21" fmla="*/ 37 h 54"/>
                <a:gd name="T22" fmla="*/ 188 w 294"/>
                <a:gd name="T23" fmla="*/ 37 h 54"/>
                <a:gd name="T24" fmla="*/ 188 w 294"/>
                <a:gd name="T25" fmla="*/ 16 h 54"/>
                <a:gd name="T26" fmla="*/ 209 w 294"/>
                <a:gd name="T27" fmla="*/ 16 h 54"/>
                <a:gd name="T28" fmla="*/ 209 w 294"/>
                <a:gd name="T29" fmla="*/ 37 h 54"/>
                <a:gd name="T30" fmla="*/ 243 w 294"/>
                <a:gd name="T31" fmla="*/ 37 h 54"/>
                <a:gd name="T32" fmla="*/ 222 w 294"/>
                <a:gd name="T33" fmla="*/ 37 h 54"/>
                <a:gd name="T34" fmla="*/ 222 w 294"/>
                <a:gd name="T35" fmla="*/ 16 h 54"/>
                <a:gd name="T36" fmla="*/ 243 w 294"/>
                <a:gd name="T37" fmla="*/ 16 h 54"/>
                <a:gd name="T38" fmla="*/ 243 w 294"/>
                <a:gd name="T39" fmla="*/ 37 h 54"/>
                <a:gd name="T40" fmla="*/ 277 w 294"/>
                <a:gd name="T41" fmla="*/ 37 h 54"/>
                <a:gd name="T42" fmla="*/ 256 w 294"/>
                <a:gd name="T43" fmla="*/ 37 h 54"/>
                <a:gd name="T44" fmla="*/ 256 w 294"/>
                <a:gd name="T45" fmla="*/ 16 h 54"/>
                <a:gd name="T46" fmla="*/ 277 w 294"/>
                <a:gd name="T47" fmla="*/ 16 h 54"/>
                <a:gd name="T48" fmla="*/ 277 w 294"/>
                <a:gd name="T49" fmla="*/ 3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94" h="54">
                  <a:moveTo>
                    <a:pt x="294" y="0"/>
                  </a:moveTo>
                  <a:lnTo>
                    <a:pt x="0" y="0"/>
                  </a:lnTo>
                  <a:lnTo>
                    <a:pt x="0" y="54"/>
                  </a:lnTo>
                  <a:lnTo>
                    <a:pt x="294" y="54"/>
                  </a:lnTo>
                  <a:lnTo>
                    <a:pt x="294" y="0"/>
                  </a:lnTo>
                  <a:close/>
                  <a:moveTo>
                    <a:pt x="118" y="37"/>
                  </a:moveTo>
                  <a:lnTo>
                    <a:pt x="19" y="37"/>
                  </a:lnTo>
                  <a:lnTo>
                    <a:pt x="19" y="16"/>
                  </a:lnTo>
                  <a:lnTo>
                    <a:pt x="118" y="16"/>
                  </a:lnTo>
                  <a:lnTo>
                    <a:pt x="118" y="37"/>
                  </a:lnTo>
                  <a:close/>
                  <a:moveTo>
                    <a:pt x="209" y="37"/>
                  </a:moveTo>
                  <a:lnTo>
                    <a:pt x="188" y="37"/>
                  </a:lnTo>
                  <a:lnTo>
                    <a:pt x="188" y="16"/>
                  </a:lnTo>
                  <a:lnTo>
                    <a:pt x="209" y="16"/>
                  </a:lnTo>
                  <a:lnTo>
                    <a:pt x="209" y="37"/>
                  </a:lnTo>
                  <a:close/>
                  <a:moveTo>
                    <a:pt x="243" y="37"/>
                  </a:moveTo>
                  <a:lnTo>
                    <a:pt x="222" y="37"/>
                  </a:lnTo>
                  <a:lnTo>
                    <a:pt x="222" y="16"/>
                  </a:lnTo>
                  <a:lnTo>
                    <a:pt x="243" y="16"/>
                  </a:lnTo>
                  <a:lnTo>
                    <a:pt x="243" y="37"/>
                  </a:lnTo>
                  <a:close/>
                  <a:moveTo>
                    <a:pt x="277" y="37"/>
                  </a:moveTo>
                  <a:lnTo>
                    <a:pt x="256" y="37"/>
                  </a:lnTo>
                  <a:lnTo>
                    <a:pt x="256" y="16"/>
                  </a:lnTo>
                  <a:lnTo>
                    <a:pt x="277" y="16"/>
                  </a:lnTo>
                  <a:lnTo>
                    <a:pt x="277" y="37"/>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16" name="Freeform 209"/>
            <p:cNvSpPr>
              <a:spLocks noEditPoints="1"/>
            </p:cNvSpPr>
            <p:nvPr/>
          </p:nvSpPr>
          <p:spPr bwMode="auto">
            <a:xfrm>
              <a:off x="9898064" y="1130301"/>
              <a:ext cx="466725" cy="85725"/>
            </a:xfrm>
            <a:custGeom>
              <a:avLst/>
              <a:gdLst>
                <a:gd name="T0" fmla="*/ 390 w 390"/>
                <a:gd name="T1" fmla="*/ 69 h 72"/>
                <a:gd name="T2" fmla="*/ 390 w 390"/>
                <a:gd name="T3" fmla="*/ 0 h 72"/>
                <a:gd name="T4" fmla="*/ 0 w 390"/>
                <a:gd name="T5" fmla="*/ 0 h 72"/>
                <a:gd name="T6" fmla="*/ 0 w 390"/>
                <a:gd name="T7" fmla="*/ 72 h 72"/>
                <a:gd name="T8" fmla="*/ 390 w 390"/>
                <a:gd name="T9" fmla="*/ 72 h 72"/>
                <a:gd name="T10" fmla="*/ 390 w 390"/>
                <a:gd name="T11" fmla="*/ 69 h 72"/>
                <a:gd name="T12" fmla="*/ 157 w 390"/>
                <a:gd name="T13" fmla="*/ 50 h 72"/>
                <a:gd name="T14" fmla="*/ 26 w 390"/>
                <a:gd name="T15" fmla="*/ 50 h 72"/>
                <a:gd name="T16" fmla="*/ 26 w 390"/>
                <a:gd name="T17" fmla="*/ 22 h 72"/>
                <a:gd name="T18" fmla="*/ 157 w 390"/>
                <a:gd name="T19" fmla="*/ 22 h 72"/>
                <a:gd name="T20" fmla="*/ 157 w 390"/>
                <a:gd name="T21" fmla="*/ 50 h 72"/>
                <a:gd name="T22" fmla="*/ 278 w 390"/>
                <a:gd name="T23" fmla="*/ 50 h 72"/>
                <a:gd name="T24" fmla="*/ 250 w 390"/>
                <a:gd name="T25" fmla="*/ 50 h 72"/>
                <a:gd name="T26" fmla="*/ 250 w 390"/>
                <a:gd name="T27" fmla="*/ 22 h 72"/>
                <a:gd name="T28" fmla="*/ 278 w 390"/>
                <a:gd name="T29" fmla="*/ 22 h 72"/>
                <a:gd name="T30" fmla="*/ 278 w 390"/>
                <a:gd name="T31" fmla="*/ 50 h 72"/>
                <a:gd name="T32" fmla="*/ 323 w 390"/>
                <a:gd name="T33" fmla="*/ 50 h 72"/>
                <a:gd name="T34" fmla="*/ 295 w 390"/>
                <a:gd name="T35" fmla="*/ 50 h 72"/>
                <a:gd name="T36" fmla="*/ 295 w 390"/>
                <a:gd name="T37" fmla="*/ 22 h 72"/>
                <a:gd name="T38" fmla="*/ 323 w 390"/>
                <a:gd name="T39" fmla="*/ 22 h 72"/>
                <a:gd name="T40" fmla="*/ 323 w 390"/>
                <a:gd name="T41" fmla="*/ 50 h 72"/>
                <a:gd name="T42" fmla="*/ 340 w 390"/>
                <a:gd name="T43" fmla="*/ 50 h 72"/>
                <a:gd name="T44" fmla="*/ 340 w 390"/>
                <a:gd name="T45" fmla="*/ 22 h 72"/>
                <a:gd name="T46" fmla="*/ 368 w 390"/>
                <a:gd name="T47" fmla="*/ 22 h 72"/>
                <a:gd name="T48" fmla="*/ 368 w 390"/>
                <a:gd name="T49" fmla="*/ 50 h 72"/>
                <a:gd name="T50" fmla="*/ 340 w 390"/>
                <a:gd name="T51" fmla="*/ 5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90" h="72">
                  <a:moveTo>
                    <a:pt x="390" y="69"/>
                  </a:moveTo>
                  <a:cubicBezTo>
                    <a:pt x="390" y="0"/>
                    <a:pt x="390" y="0"/>
                    <a:pt x="390" y="0"/>
                  </a:cubicBezTo>
                  <a:cubicBezTo>
                    <a:pt x="0" y="0"/>
                    <a:pt x="0" y="0"/>
                    <a:pt x="0" y="0"/>
                  </a:cubicBezTo>
                  <a:cubicBezTo>
                    <a:pt x="0" y="72"/>
                    <a:pt x="0" y="72"/>
                    <a:pt x="0" y="72"/>
                  </a:cubicBezTo>
                  <a:cubicBezTo>
                    <a:pt x="390" y="72"/>
                    <a:pt x="390" y="72"/>
                    <a:pt x="390" y="72"/>
                  </a:cubicBezTo>
                  <a:cubicBezTo>
                    <a:pt x="390" y="71"/>
                    <a:pt x="390" y="70"/>
                    <a:pt x="390" y="69"/>
                  </a:cubicBezTo>
                  <a:close/>
                  <a:moveTo>
                    <a:pt x="157" y="50"/>
                  </a:moveTo>
                  <a:cubicBezTo>
                    <a:pt x="26" y="50"/>
                    <a:pt x="26" y="50"/>
                    <a:pt x="26" y="50"/>
                  </a:cubicBezTo>
                  <a:cubicBezTo>
                    <a:pt x="26" y="22"/>
                    <a:pt x="26" y="22"/>
                    <a:pt x="26" y="22"/>
                  </a:cubicBezTo>
                  <a:cubicBezTo>
                    <a:pt x="157" y="22"/>
                    <a:pt x="157" y="22"/>
                    <a:pt x="157" y="22"/>
                  </a:cubicBezTo>
                  <a:lnTo>
                    <a:pt x="157" y="50"/>
                  </a:lnTo>
                  <a:close/>
                  <a:moveTo>
                    <a:pt x="278" y="50"/>
                  </a:moveTo>
                  <a:cubicBezTo>
                    <a:pt x="250" y="50"/>
                    <a:pt x="250" y="50"/>
                    <a:pt x="250" y="50"/>
                  </a:cubicBezTo>
                  <a:cubicBezTo>
                    <a:pt x="250" y="22"/>
                    <a:pt x="250" y="22"/>
                    <a:pt x="250" y="22"/>
                  </a:cubicBezTo>
                  <a:cubicBezTo>
                    <a:pt x="278" y="22"/>
                    <a:pt x="278" y="22"/>
                    <a:pt x="278" y="22"/>
                  </a:cubicBezTo>
                  <a:lnTo>
                    <a:pt x="278" y="50"/>
                  </a:lnTo>
                  <a:close/>
                  <a:moveTo>
                    <a:pt x="323" y="50"/>
                  </a:moveTo>
                  <a:cubicBezTo>
                    <a:pt x="295" y="50"/>
                    <a:pt x="295" y="50"/>
                    <a:pt x="295" y="50"/>
                  </a:cubicBezTo>
                  <a:cubicBezTo>
                    <a:pt x="295" y="22"/>
                    <a:pt x="295" y="22"/>
                    <a:pt x="295" y="22"/>
                  </a:cubicBezTo>
                  <a:cubicBezTo>
                    <a:pt x="323" y="22"/>
                    <a:pt x="323" y="22"/>
                    <a:pt x="323" y="22"/>
                  </a:cubicBezTo>
                  <a:lnTo>
                    <a:pt x="323" y="50"/>
                  </a:lnTo>
                  <a:close/>
                  <a:moveTo>
                    <a:pt x="340" y="50"/>
                  </a:moveTo>
                  <a:cubicBezTo>
                    <a:pt x="340" y="22"/>
                    <a:pt x="340" y="22"/>
                    <a:pt x="340" y="22"/>
                  </a:cubicBezTo>
                  <a:cubicBezTo>
                    <a:pt x="368" y="22"/>
                    <a:pt x="368" y="22"/>
                    <a:pt x="368" y="22"/>
                  </a:cubicBezTo>
                  <a:cubicBezTo>
                    <a:pt x="368" y="50"/>
                    <a:pt x="368" y="50"/>
                    <a:pt x="368" y="50"/>
                  </a:cubicBezTo>
                  <a:lnTo>
                    <a:pt x="340" y="5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17" name="Freeform 210"/>
            <p:cNvSpPr>
              <a:spLocks noEditPoints="1"/>
            </p:cNvSpPr>
            <p:nvPr/>
          </p:nvSpPr>
          <p:spPr bwMode="auto">
            <a:xfrm>
              <a:off x="9898064" y="1249363"/>
              <a:ext cx="466725" cy="85725"/>
            </a:xfrm>
            <a:custGeom>
              <a:avLst/>
              <a:gdLst>
                <a:gd name="T0" fmla="*/ 366 w 390"/>
                <a:gd name="T1" fmla="*/ 56 h 72"/>
                <a:gd name="T2" fmla="*/ 366 w 390"/>
                <a:gd name="T3" fmla="*/ 56 h 72"/>
                <a:gd name="T4" fmla="*/ 367 w 390"/>
                <a:gd name="T5" fmla="*/ 56 h 72"/>
                <a:gd name="T6" fmla="*/ 390 w 390"/>
                <a:gd name="T7" fmla="*/ 45 h 72"/>
                <a:gd name="T8" fmla="*/ 390 w 390"/>
                <a:gd name="T9" fmla="*/ 32 h 72"/>
                <a:gd name="T10" fmla="*/ 387 w 390"/>
                <a:gd name="T11" fmla="*/ 1 h 72"/>
                <a:gd name="T12" fmla="*/ 387 w 390"/>
                <a:gd name="T13" fmla="*/ 0 h 72"/>
                <a:gd name="T14" fmla="*/ 0 w 390"/>
                <a:gd name="T15" fmla="*/ 0 h 72"/>
                <a:gd name="T16" fmla="*/ 0 w 390"/>
                <a:gd name="T17" fmla="*/ 72 h 72"/>
                <a:gd name="T18" fmla="*/ 343 w 390"/>
                <a:gd name="T19" fmla="*/ 72 h 72"/>
                <a:gd name="T20" fmla="*/ 366 w 390"/>
                <a:gd name="T21" fmla="*/ 56 h 72"/>
                <a:gd name="T22" fmla="*/ 340 w 390"/>
                <a:gd name="T23" fmla="*/ 21 h 72"/>
                <a:gd name="T24" fmla="*/ 368 w 390"/>
                <a:gd name="T25" fmla="*/ 21 h 72"/>
                <a:gd name="T26" fmla="*/ 368 w 390"/>
                <a:gd name="T27" fmla="*/ 49 h 72"/>
                <a:gd name="T28" fmla="*/ 340 w 390"/>
                <a:gd name="T29" fmla="*/ 49 h 72"/>
                <a:gd name="T30" fmla="*/ 340 w 390"/>
                <a:gd name="T31" fmla="*/ 21 h 72"/>
                <a:gd name="T32" fmla="*/ 157 w 390"/>
                <a:gd name="T33" fmla="*/ 49 h 72"/>
                <a:gd name="T34" fmla="*/ 26 w 390"/>
                <a:gd name="T35" fmla="*/ 49 h 72"/>
                <a:gd name="T36" fmla="*/ 26 w 390"/>
                <a:gd name="T37" fmla="*/ 21 h 72"/>
                <a:gd name="T38" fmla="*/ 157 w 390"/>
                <a:gd name="T39" fmla="*/ 21 h 72"/>
                <a:gd name="T40" fmla="*/ 157 w 390"/>
                <a:gd name="T41" fmla="*/ 49 h 72"/>
                <a:gd name="T42" fmla="*/ 278 w 390"/>
                <a:gd name="T43" fmla="*/ 49 h 72"/>
                <a:gd name="T44" fmla="*/ 250 w 390"/>
                <a:gd name="T45" fmla="*/ 49 h 72"/>
                <a:gd name="T46" fmla="*/ 250 w 390"/>
                <a:gd name="T47" fmla="*/ 21 h 72"/>
                <a:gd name="T48" fmla="*/ 278 w 390"/>
                <a:gd name="T49" fmla="*/ 21 h 72"/>
                <a:gd name="T50" fmla="*/ 278 w 390"/>
                <a:gd name="T51" fmla="*/ 49 h 72"/>
                <a:gd name="T52" fmla="*/ 323 w 390"/>
                <a:gd name="T53" fmla="*/ 49 h 72"/>
                <a:gd name="T54" fmla="*/ 295 w 390"/>
                <a:gd name="T55" fmla="*/ 49 h 72"/>
                <a:gd name="T56" fmla="*/ 295 w 390"/>
                <a:gd name="T57" fmla="*/ 21 h 72"/>
                <a:gd name="T58" fmla="*/ 323 w 390"/>
                <a:gd name="T59" fmla="*/ 21 h 72"/>
                <a:gd name="T60" fmla="*/ 323 w 390"/>
                <a:gd name="T61" fmla="*/ 4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90" h="72">
                  <a:moveTo>
                    <a:pt x="366" y="56"/>
                  </a:moveTo>
                  <a:cubicBezTo>
                    <a:pt x="366" y="56"/>
                    <a:pt x="366" y="56"/>
                    <a:pt x="366" y="56"/>
                  </a:cubicBezTo>
                  <a:cubicBezTo>
                    <a:pt x="367" y="56"/>
                    <a:pt x="367" y="56"/>
                    <a:pt x="367" y="56"/>
                  </a:cubicBezTo>
                  <a:cubicBezTo>
                    <a:pt x="374" y="52"/>
                    <a:pt x="382" y="48"/>
                    <a:pt x="390" y="45"/>
                  </a:cubicBezTo>
                  <a:cubicBezTo>
                    <a:pt x="390" y="32"/>
                    <a:pt x="390" y="32"/>
                    <a:pt x="390" y="32"/>
                  </a:cubicBezTo>
                  <a:cubicBezTo>
                    <a:pt x="388" y="22"/>
                    <a:pt x="387" y="12"/>
                    <a:pt x="387" y="1"/>
                  </a:cubicBezTo>
                  <a:cubicBezTo>
                    <a:pt x="387" y="1"/>
                    <a:pt x="387" y="0"/>
                    <a:pt x="387" y="0"/>
                  </a:cubicBezTo>
                  <a:cubicBezTo>
                    <a:pt x="0" y="0"/>
                    <a:pt x="0" y="0"/>
                    <a:pt x="0" y="0"/>
                  </a:cubicBezTo>
                  <a:cubicBezTo>
                    <a:pt x="0" y="72"/>
                    <a:pt x="0" y="72"/>
                    <a:pt x="0" y="72"/>
                  </a:cubicBezTo>
                  <a:cubicBezTo>
                    <a:pt x="343" y="72"/>
                    <a:pt x="343" y="72"/>
                    <a:pt x="343" y="72"/>
                  </a:cubicBezTo>
                  <a:cubicBezTo>
                    <a:pt x="351" y="66"/>
                    <a:pt x="358" y="61"/>
                    <a:pt x="366" y="56"/>
                  </a:cubicBezTo>
                  <a:close/>
                  <a:moveTo>
                    <a:pt x="340" y="21"/>
                  </a:moveTo>
                  <a:cubicBezTo>
                    <a:pt x="368" y="21"/>
                    <a:pt x="368" y="21"/>
                    <a:pt x="368" y="21"/>
                  </a:cubicBezTo>
                  <a:cubicBezTo>
                    <a:pt x="368" y="49"/>
                    <a:pt x="368" y="49"/>
                    <a:pt x="368" y="49"/>
                  </a:cubicBezTo>
                  <a:cubicBezTo>
                    <a:pt x="340" y="49"/>
                    <a:pt x="340" y="49"/>
                    <a:pt x="340" y="49"/>
                  </a:cubicBezTo>
                  <a:lnTo>
                    <a:pt x="340" y="21"/>
                  </a:lnTo>
                  <a:close/>
                  <a:moveTo>
                    <a:pt x="157" y="49"/>
                  </a:moveTo>
                  <a:cubicBezTo>
                    <a:pt x="26" y="49"/>
                    <a:pt x="26" y="49"/>
                    <a:pt x="26" y="49"/>
                  </a:cubicBezTo>
                  <a:cubicBezTo>
                    <a:pt x="26" y="21"/>
                    <a:pt x="26" y="21"/>
                    <a:pt x="26" y="21"/>
                  </a:cubicBezTo>
                  <a:cubicBezTo>
                    <a:pt x="157" y="21"/>
                    <a:pt x="157" y="21"/>
                    <a:pt x="157" y="21"/>
                  </a:cubicBezTo>
                  <a:lnTo>
                    <a:pt x="157" y="49"/>
                  </a:lnTo>
                  <a:close/>
                  <a:moveTo>
                    <a:pt x="278" y="49"/>
                  </a:moveTo>
                  <a:cubicBezTo>
                    <a:pt x="250" y="49"/>
                    <a:pt x="250" y="49"/>
                    <a:pt x="250" y="49"/>
                  </a:cubicBezTo>
                  <a:cubicBezTo>
                    <a:pt x="250" y="21"/>
                    <a:pt x="250" y="21"/>
                    <a:pt x="250" y="21"/>
                  </a:cubicBezTo>
                  <a:cubicBezTo>
                    <a:pt x="278" y="21"/>
                    <a:pt x="278" y="21"/>
                    <a:pt x="278" y="21"/>
                  </a:cubicBezTo>
                  <a:lnTo>
                    <a:pt x="278" y="49"/>
                  </a:lnTo>
                  <a:close/>
                  <a:moveTo>
                    <a:pt x="323" y="49"/>
                  </a:moveTo>
                  <a:cubicBezTo>
                    <a:pt x="295" y="49"/>
                    <a:pt x="295" y="49"/>
                    <a:pt x="295" y="49"/>
                  </a:cubicBezTo>
                  <a:cubicBezTo>
                    <a:pt x="295" y="21"/>
                    <a:pt x="295" y="21"/>
                    <a:pt x="295" y="21"/>
                  </a:cubicBezTo>
                  <a:cubicBezTo>
                    <a:pt x="323" y="21"/>
                    <a:pt x="323" y="21"/>
                    <a:pt x="323" y="21"/>
                  </a:cubicBezTo>
                  <a:lnTo>
                    <a:pt x="323" y="49"/>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18" name="Freeform 211"/>
            <p:cNvSpPr>
              <a:spLocks noEditPoints="1"/>
            </p:cNvSpPr>
            <p:nvPr/>
          </p:nvSpPr>
          <p:spPr bwMode="auto">
            <a:xfrm>
              <a:off x="9898064" y="1484313"/>
              <a:ext cx="338138" cy="85725"/>
            </a:xfrm>
            <a:custGeom>
              <a:avLst/>
              <a:gdLst>
                <a:gd name="T0" fmla="*/ 277 w 283"/>
                <a:gd name="T1" fmla="*/ 58 h 72"/>
                <a:gd name="T2" fmla="*/ 277 w 283"/>
                <a:gd name="T3" fmla="*/ 58 h 72"/>
                <a:gd name="T4" fmla="*/ 274 w 283"/>
                <a:gd name="T5" fmla="*/ 50 h 72"/>
                <a:gd name="T6" fmla="*/ 250 w 283"/>
                <a:gd name="T7" fmla="*/ 50 h 72"/>
                <a:gd name="T8" fmla="*/ 250 w 283"/>
                <a:gd name="T9" fmla="*/ 22 h 72"/>
                <a:gd name="T10" fmla="*/ 269 w 283"/>
                <a:gd name="T11" fmla="*/ 22 h 72"/>
                <a:gd name="T12" fmla="*/ 268 w 283"/>
                <a:gd name="T13" fmla="*/ 12 h 72"/>
                <a:gd name="T14" fmla="*/ 269 w 283"/>
                <a:gd name="T15" fmla="*/ 0 h 72"/>
                <a:gd name="T16" fmla="*/ 0 w 283"/>
                <a:gd name="T17" fmla="*/ 0 h 72"/>
                <a:gd name="T18" fmla="*/ 0 w 283"/>
                <a:gd name="T19" fmla="*/ 72 h 72"/>
                <a:gd name="T20" fmla="*/ 283 w 283"/>
                <a:gd name="T21" fmla="*/ 72 h 72"/>
                <a:gd name="T22" fmla="*/ 277 w 283"/>
                <a:gd name="T23" fmla="*/ 58 h 72"/>
                <a:gd name="T24" fmla="*/ 157 w 283"/>
                <a:gd name="T25" fmla="*/ 50 h 72"/>
                <a:gd name="T26" fmla="*/ 26 w 283"/>
                <a:gd name="T27" fmla="*/ 50 h 72"/>
                <a:gd name="T28" fmla="*/ 26 w 283"/>
                <a:gd name="T29" fmla="*/ 22 h 72"/>
                <a:gd name="T30" fmla="*/ 157 w 283"/>
                <a:gd name="T31" fmla="*/ 22 h 72"/>
                <a:gd name="T32" fmla="*/ 157 w 283"/>
                <a:gd name="T33" fmla="*/ 5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3" h="72">
                  <a:moveTo>
                    <a:pt x="277" y="58"/>
                  </a:moveTo>
                  <a:cubicBezTo>
                    <a:pt x="277" y="58"/>
                    <a:pt x="277" y="58"/>
                    <a:pt x="277" y="58"/>
                  </a:cubicBezTo>
                  <a:cubicBezTo>
                    <a:pt x="276" y="55"/>
                    <a:pt x="275" y="52"/>
                    <a:pt x="274" y="50"/>
                  </a:cubicBezTo>
                  <a:cubicBezTo>
                    <a:pt x="250" y="50"/>
                    <a:pt x="250" y="50"/>
                    <a:pt x="250" y="50"/>
                  </a:cubicBezTo>
                  <a:cubicBezTo>
                    <a:pt x="250" y="22"/>
                    <a:pt x="250" y="22"/>
                    <a:pt x="250" y="22"/>
                  </a:cubicBezTo>
                  <a:cubicBezTo>
                    <a:pt x="269" y="22"/>
                    <a:pt x="269" y="22"/>
                    <a:pt x="269" y="22"/>
                  </a:cubicBezTo>
                  <a:cubicBezTo>
                    <a:pt x="268" y="18"/>
                    <a:pt x="268" y="15"/>
                    <a:pt x="268" y="12"/>
                  </a:cubicBezTo>
                  <a:cubicBezTo>
                    <a:pt x="268" y="8"/>
                    <a:pt x="268" y="4"/>
                    <a:pt x="269" y="0"/>
                  </a:cubicBezTo>
                  <a:cubicBezTo>
                    <a:pt x="0" y="0"/>
                    <a:pt x="0" y="0"/>
                    <a:pt x="0" y="0"/>
                  </a:cubicBezTo>
                  <a:cubicBezTo>
                    <a:pt x="0" y="72"/>
                    <a:pt x="0" y="72"/>
                    <a:pt x="0" y="72"/>
                  </a:cubicBezTo>
                  <a:cubicBezTo>
                    <a:pt x="283" y="72"/>
                    <a:pt x="283" y="72"/>
                    <a:pt x="283" y="72"/>
                  </a:cubicBezTo>
                  <a:cubicBezTo>
                    <a:pt x="281" y="68"/>
                    <a:pt x="279" y="63"/>
                    <a:pt x="277" y="58"/>
                  </a:cubicBezTo>
                  <a:close/>
                  <a:moveTo>
                    <a:pt x="157" y="50"/>
                  </a:moveTo>
                  <a:cubicBezTo>
                    <a:pt x="26" y="50"/>
                    <a:pt x="26" y="50"/>
                    <a:pt x="26" y="50"/>
                  </a:cubicBezTo>
                  <a:cubicBezTo>
                    <a:pt x="26" y="22"/>
                    <a:pt x="26" y="22"/>
                    <a:pt x="26" y="22"/>
                  </a:cubicBezTo>
                  <a:cubicBezTo>
                    <a:pt x="157" y="22"/>
                    <a:pt x="157" y="22"/>
                    <a:pt x="157" y="22"/>
                  </a:cubicBezTo>
                  <a:lnTo>
                    <a:pt x="157" y="5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19" name="Freeform 212"/>
            <p:cNvSpPr>
              <a:spLocks noEditPoints="1"/>
            </p:cNvSpPr>
            <p:nvPr/>
          </p:nvSpPr>
          <p:spPr bwMode="auto">
            <a:xfrm>
              <a:off x="9898064" y="1719263"/>
              <a:ext cx="423863" cy="85725"/>
            </a:xfrm>
            <a:custGeom>
              <a:avLst/>
              <a:gdLst>
                <a:gd name="T0" fmla="*/ 267 w 267"/>
                <a:gd name="T1" fmla="*/ 37 h 54"/>
                <a:gd name="T2" fmla="*/ 256 w 267"/>
                <a:gd name="T3" fmla="*/ 37 h 54"/>
                <a:gd name="T4" fmla="*/ 256 w 267"/>
                <a:gd name="T5" fmla="*/ 16 h 54"/>
                <a:gd name="T6" fmla="*/ 267 w 267"/>
                <a:gd name="T7" fmla="*/ 16 h 54"/>
                <a:gd name="T8" fmla="*/ 267 w 267"/>
                <a:gd name="T9" fmla="*/ 0 h 54"/>
                <a:gd name="T10" fmla="*/ 0 w 267"/>
                <a:gd name="T11" fmla="*/ 0 h 54"/>
                <a:gd name="T12" fmla="*/ 0 w 267"/>
                <a:gd name="T13" fmla="*/ 54 h 54"/>
                <a:gd name="T14" fmla="*/ 267 w 267"/>
                <a:gd name="T15" fmla="*/ 54 h 54"/>
                <a:gd name="T16" fmla="*/ 267 w 267"/>
                <a:gd name="T17" fmla="*/ 37 h 54"/>
                <a:gd name="T18" fmla="*/ 118 w 267"/>
                <a:gd name="T19" fmla="*/ 37 h 54"/>
                <a:gd name="T20" fmla="*/ 19 w 267"/>
                <a:gd name="T21" fmla="*/ 37 h 54"/>
                <a:gd name="T22" fmla="*/ 19 w 267"/>
                <a:gd name="T23" fmla="*/ 16 h 54"/>
                <a:gd name="T24" fmla="*/ 118 w 267"/>
                <a:gd name="T25" fmla="*/ 16 h 54"/>
                <a:gd name="T26" fmla="*/ 118 w 267"/>
                <a:gd name="T27" fmla="*/ 37 h 54"/>
                <a:gd name="T28" fmla="*/ 209 w 267"/>
                <a:gd name="T29" fmla="*/ 37 h 54"/>
                <a:gd name="T30" fmla="*/ 188 w 267"/>
                <a:gd name="T31" fmla="*/ 37 h 54"/>
                <a:gd name="T32" fmla="*/ 188 w 267"/>
                <a:gd name="T33" fmla="*/ 16 h 54"/>
                <a:gd name="T34" fmla="*/ 209 w 267"/>
                <a:gd name="T35" fmla="*/ 16 h 54"/>
                <a:gd name="T36" fmla="*/ 209 w 267"/>
                <a:gd name="T37" fmla="*/ 37 h 54"/>
                <a:gd name="T38" fmla="*/ 243 w 267"/>
                <a:gd name="T39" fmla="*/ 37 h 54"/>
                <a:gd name="T40" fmla="*/ 222 w 267"/>
                <a:gd name="T41" fmla="*/ 37 h 54"/>
                <a:gd name="T42" fmla="*/ 222 w 267"/>
                <a:gd name="T43" fmla="*/ 16 h 54"/>
                <a:gd name="T44" fmla="*/ 243 w 267"/>
                <a:gd name="T45" fmla="*/ 16 h 54"/>
                <a:gd name="T46" fmla="*/ 243 w 267"/>
                <a:gd name="T47" fmla="*/ 3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7" h="54">
                  <a:moveTo>
                    <a:pt x="267" y="37"/>
                  </a:moveTo>
                  <a:lnTo>
                    <a:pt x="256" y="37"/>
                  </a:lnTo>
                  <a:lnTo>
                    <a:pt x="256" y="16"/>
                  </a:lnTo>
                  <a:lnTo>
                    <a:pt x="267" y="16"/>
                  </a:lnTo>
                  <a:lnTo>
                    <a:pt x="267" y="0"/>
                  </a:lnTo>
                  <a:lnTo>
                    <a:pt x="0" y="0"/>
                  </a:lnTo>
                  <a:lnTo>
                    <a:pt x="0" y="54"/>
                  </a:lnTo>
                  <a:lnTo>
                    <a:pt x="267" y="54"/>
                  </a:lnTo>
                  <a:lnTo>
                    <a:pt x="267" y="37"/>
                  </a:lnTo>
                  <a:close/>
                  <a:moveTo>
                    <a:pt x="118" y="37"/>
                  </a:moveTo>
                  <a:lnTo>
                    <a:pt x="19" y="37"/>
                  </a:lnTo>
                  <a:lnTo>
                    <a:pt x="19" y="16"/>
                  </a:lnTo>
                  <a:lnTo>
                    <a:pt x="118" y="16"/>
                  </a:lnTo>
                  <a:lnTo>
                    <a:pt x="118" y="37"/>
                  </a:lnTo>
                  <a:close/>
                  <a:moveTo>
                    <a:pt x="209" y="37"/>
                  </a:moveTo>
                  <a:lnTo>
                    <a:pt x="188" y="37"/>
                  </a:lnTo>
                  <a:lnTo>
                    <a:pt x="188" y="16"/>
                  </a:lnTo>
                  <a:lnTo>
                    <a:pt x="209" y="16"/>
                  </a:lnTo>
                  <a:lnTo>
                    <a:pt x="209" y="37"/>
                  </a:lnTo>
                  <a:close/>
                  <a:moveTo>
                    <a:pt x="243" y="37"/>
                  </a:moveTo>
                  <a:lnTo>
                    <a:pt x="222" y="37"/>
                  </a:lnTo>
                  <a:lnTo>
                    <a:pt x="222" y="16"/>
                  </a:lnTo>
                  <a:lnTo>
                    <a:pt x="243" y="16"/>
                  </a:lnTo>
                  <a:lnTo>
                    <a:pt x="243" y="37"/>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0" name="Freeform 213"/>
            <p:cNvSpPr>
              <a:spLocks noEditPoints="1"/>
            </p:cNvSpPr>
            <p:nvPr/>
          </p:nvSpPr>
          <p:spPr bwMode="auto">
            <a:xfrm>
              <a:off x="9898064" y="1836738"/>
              <a:ext cx="423863" cy="85725"/>
            </a:xfrm>
            <a:custGeom>
              <a:avLst/>
              <a:gdLst>
                <a:gd name="T0" fmla="*/ 267 w 267"/>
                <a:gd name="T1" fmla="*/ 37 h 54"/>
                <a:gd name="T2" fmla="*/ 256 w 267"/>
                <a:gd name="T3" fmla="*/ 37 h 54"/>
                <a:gd name="T4" fmla="*/ 256 w 267"/>
                <a:gd name="T5" fmla="*/ 16 h 54"/>
                <a:gd name="T6" fmla="*/ 267 w 267"/>
                <a:gd name="T7" fmla="*/ 16 h 54"/>
                <a:gd name="T8" fmla="*/ 267 w 267"/>
                <a:gd name="T9" fmla="*/ 0 h 54"/>
                <a:gd name="T10" fmla="*/ 0 w 267"/>
                <a:gd name="T11" fmla="*/ 0 h 54"/>
                <a:gd name="T12" fmla="*/ 0 w 267"/>
                <a:gd name="T13" fmla="*/ 54 h 54"/>
                <a:gd name="T14" fmla="*/ 267 w 267"/>
                <a:gd name="T15" fmla="*/ 54 h 54"/>
                <a:gd name="T16" fmla="*/ 267 w 267"/>
                <a:gd name="T17" fmla="*/ 37 h 54"/>
                <a:gd name="T18" fmla="*/ 118 w 267"/>
                <a:gd name="T19" fmla="*/ 37 h 54"/>
                <a:gd name="T20" fmla="*/ 19 w 267"/>
                <a:gd name="T21" fmla="*/ 37 h 54"/>
                <a:gd name="T22" fmla="*/ 19 w 267"/>
                <a:gd name="T23" fmla="*/ 16 h 54"/>
                <a:gd name="T24" fmla="*/ 118 w 267"/>
                <a:gd name="T25" fmla="*/ 16 h 54"/>
                <a:gd name="T26" fmla="*/ 118 w 267"/>
                <a:gd name="T27" fmla="*/ 37 h 54"/>
                <a:gd name="T28" fmla="*/ 209 w 267"/>
                <a:gd name="T29" fmla="*/ 37 h 54"/>
                <a:gd name="T30" fmla="*/ 188 w 267"/>
                <a:gd name="T31" fmla="*/ 37 h 54"/>
                <a:gd name="T32" fmla="*/ 188 w 267"/>
                <a:gd name="T33" fmla="*/ 16 h 54"/>
                <a:gd name="T34" fmla="*/ 209 w 267"/>
                <a:gd name="T35" fmla="*/ 16 h 54"/>
                <a:gd name="T36" fmla="*/ 209 w 267"/>
                <a:gd name="T37" fmla="*/ 37 h 54"/>
                <a:gd name="T38" fmla="*/ 243 w 267"/>
                <a:gd name="T39" fmla="*/ 37 h 54"/>
                <a:gd name="T40" fmla="*/ 222 w 267"/>
                <a:gd name="T41" fmla="*/ 37 h 54"/>
                <a:gd name="T42" fmla="*/ 222 w 267"/>
                <a:gd name="T43" fmla="*/ 16 h 54"/>
                <a:gd name="T44" fmla="*/ 243 w 267"/>
                <a:gd name="T45" fmla="*/ 16 h 54"/>
                <a:gd name="T46" fmla="*/ 243 w 267"/>
                <a:gd name="T47" fmla="*/ 3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7" h="54">
                  <a:moveTo>
                    <a:pt x="267" y="37"/>
                  </a:moveTo>
                  <a:lnTo>
                    <a:pt x="256" y="37"/>
                  </a:lnTo>
                  <a:lnTo>
                    <a:pt x="256" y="16"/>
                  </a:lnTo>
                  <a:lnTo>
                    <a:pt x="267" y="16"/>
                  </a:lnTo>
                  <a:lnTo>
                    <a:pt x="267" y="0"/>
                  </a:lnTo>
                  <a:lnTo>
                    <a:pt x="0" y="0"/>
                  </a:lnTo>
                  <a:lnTo>
                    <a:pt x="0" y="54"/>
                  </a:lnTo>
                  <a:lnTo>
                    <a:pt x="267" y="54"/>
                  </a:lnTo>
                  <a:lnTo>
                    <a:pt x="267" y="37"/>
                  </a:lnTo>
                  <a:close/>
                  <a:moveTo>
                    <a:pt x="118" y="37"/>
                  </a:moveTo>
                  <a:lnTo>
                    <a:pt x="19" y="37"/>
                  </a:lnTo>
                  <a:lnTo>
                    <a:pt x="19" y="16"/>
                  </a:lnTo>
                  <a:lnTo>
                    <a:pt x="118" y="16"/>
                  </a:lnTo>
                  <a:lnTo>
                    <a:pt x="118" y="37"/>
                  </a:lnTo>
                  <a:close/>
                  <a:moveTo>
                    <a:pt x="209" y="37"/>
                  </a:moveTo>
                  <a:lnTo>
                    <a:pt x="188" y="37"/>
                  </a:lnTo>
                  <a:lnTo>
                    <a:pt x="188" y="16"/>
                  </a:lnTo>
                  <a:lnTo>
                    <a:pt x="209" y="16"/>
                  </a:lnTo>
                  <a:lnTo>
                    <a:pt x="209" y="37"/>
                  </a:lnTo>
                  <a:close/>
                  <a:moveTo>
                    <a:pt x="243" y="37"/>
                  </a:moveTo>
                  <a:lnTo>
                    <a:pt x="222" y="37"/>
                  </a:lnTo>
                  <a:lnTo>
                    <a:pt x="222" y="16"/>
                  </a:lnTo>
                  <a:lnTo>
                    <a:pt x="243" y="16"/>
                  </a:lnTo>
                  <a:lnTo>
                    <a:pt x="243" y="37"/>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1" name="Freeform 214"/>
            <p:cNvSpPr>
              <a:spLocks noEditPoints="1"/>
            </p:cNvSpPr>
            <p:nvPr/>
          </p:nvSpPr>
          <p:spPr bwMode="auto">
            <a:xfrm>
              <a:off x="9898064" y="1954213"/>
              <a:ext cx="423863" cy="85725"/>
            </a:xfrm>
            <a:custGeom>
              <a:avLst/>
              <a:gdLst>
                <a:gd name="T0" fmla="*/ 256 w 267"/>
                <a:gd name="T1" fmla="*/ 38 h 54"/>
                <a:gd name="T2" fmla="*/ 256 w 267"/>
                <a:gd name="T3" fmla="*/ 17 h 54"/>
                <a:gd name="T4" fmla="*/ 267 w 267"/>
                <a:gd name="T5" fmla="*/ 17 h 54"/>
                <a:gd name="T6" fmla="*/ 267 w 267"/>
                <a:gd name="T7" fmla="*/ 0 h 54"/>
                <a:gd name="T8" fmla="*/ 0 w 267"/>
                <a:gd name="T9" fmla="*/ 0 h 54"/>
                <a:gd name="T10" fmla="*/ 0 w 267"/>
                <a:gd name="T11" fmla="*/ 54 h 54"/>
                <a:gd name="T12" fmla="*/ 267 w 267"/>
                <a:gd name="T13" fmla="*/ 54 h 54"/>
                <a:gd name="T14" fmla="*/ 267 w 267"/>
                <a:gd name="T15" fmla="*/ 38 h 54"/>
                <a:gd name="T16" fmla="*/ 256 w 267"/>
                <a:gd name="T17" fmla="*/ 38 h 54"/>
                <a:gd name="T18" fmla="*/ 118 w 267"/>
                <a:gd name="T19" fmla="*/ 38 h 54"/>
                <a:gd name="T20" fmla="*/ 19 w 267"/>
                <a:gd name="T21" fmla="*/ 38 h 54"/>
                <a:gd name="T22" fmla="*/ 19 w 267"/>
                <a:gd name="T23" fmla="*/ 17 h 54"/>
                <a:gd name="T24" fmla="*/ 118 w 267"/>
                <a:gd name="T25" fmla="*/ 17 h 54"/>
                <a:gd name="T26" fmla="*/ 118 w 267"/>
                <a:gd name="T27" fmla="*/ 38 h 54"/>
                <a:gd name="T28" fmla="*/ 209 w 267"/>
                <a:gd name="T29" fmla="*/ 38 h 54"/>
                <a:gd name="T30" fmla="*/ 188 w 267"/>
                <a:gd name="T31" fmla="*/ 38 h 54"/>
                <a:gd name="T32" fmla="*/ 188 w 267"/>
                <a:gd name="T33" fmla="*/ 17 h 54"/>
                <a:gd name="T34" fmla="*/ 209 w 267"/>
                <a:gd name="T35" fmla="*/ 17 h 54"/>
                <a:gd name="T36" fmla="*/ 209 w 267"/>
                <a:gd name="T37" fmla="*/ 38 h 54"/>
                <a:gd name="T38" fmla="*/ 243 w 267"/>
                <a:gd name="T39" fmla="*/ 38 h 54"/>
                <a:gd name="T40" fmla="*/ 222 w 267"/>
                <a:gd name="T41" fmla="*/ 38 h 54"/>
                <a:gd name="T42" fmla="*/ 222 w 267"/>
                <a:gd name="T43" fmla="*/ 17 h 54"/>
                <a:gd name="T44" fmla="*/ 243 w 267"/>
                <a:gd name="T45" fmla="*/ 17 h 54"/>
                <a:gd name="T46" fmla="*/ 243 w 267"/>
                <a:gd name="T47" fmla="*/ 38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7" h="54">
                  <a:moveTo>
                    <a:pt x="256" y="38"/>
                  </a:moveTo>
                  <a:lnTo>
                    <a:pt x="256" y="17"/>
                  </a:lnTo>
                  <a:lnTo>
                    <a:pt x="267" y="17"/>
                  </a:lnTo>
                  <a:lnTo>
                    <a:pt x="267" y="0"/>
                  </a:lnTo>
                  <a:lnTo>
                    <a:pt x="0" y="0"/>
                  </a:lnTo>
                  <a:lnTo>
                    <a:pt x="0" y="54"/>
                  </a:lnTo>
                  <a:lnTo>
                    <a:pt x="267" y="54"/>
                  </a:lnTo>
                  <a:lnTo>
                    <a:pt x="267" y="38"/>
                  </a:lnTo>
                  <a:lnTo>
                    <a:pt x="256" y="38"/>
                  </a:lnTo>
                  <a:close/>
                  <a:moveTo>
                    <a:pt x="118" y="38"/>
                  </a:moveTo>
                  <a:lnTo>
                    <a:pt x="19" y="38"/>
                  </a:lnTo>
                  <a:lnTo>
                    <a:pt x="19" y="17"/>
                  </a:lnTo>
                  <a:lnTo>
                    <a:pt x="118" y="17"/>
                  </a:lnTo>
                  <a:lnTo>
                    <a:pt x="118" y="38"/>
                  </a:lnTo>
                  <a:close/>
                  <a:moveTo>
                    <a:pt x="209" y="38"/>
                  </a:moveTo>
                  <a:lnTo>
                    <a:pt x="188" y="38"/>
                  </a:lnTo>
                  <a:lnTo>
                    <a:pt x="188" y="17"/>
                  </a:lnTo>
                  <a:lnTo>
                    <a:pt x="209" y="17"/>
                  </a:lnTo>
                  <a:lnTo>
                    <a:pt x="209" y="38"/>
                  </a:lnTo>
                  <a:close/>
                  <a:moveTo>
                    <a:pt x="243" y="38"/>
                  </a:moveTo>
                  <a:lnTo>
                    <a:pt x="222" y="38"/>
                  </a:lnTo>
                  <a:lnTo>
                    <a:pt x="222" y="17"/>
                  </a:lnTo>
                  <a:lnTo>
                    <a:pt x="243" y="17"/>
                  </a:lnTo>
                  <a:lnTo>
                    <a:pt x="243" y="38"/>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2" name="Freeform 215"/>
            <p:cNvSpPr>
              <a:spLocks/>
            </p:cNvSpPr>
            <p:nvPr/>
          </p:nvSpPr>
          <p:spPr bwMode="auto">
            <a:xfrm>
              <a:off x="10409239" y="1143001"/>
              <a:ext cx="215900" cy="190500"/>
            </a:xfrm>
            <a:custGeom>
              <a:avLst/>
              <a:gdLst>
                <a:gd name="T0" fmla="*/ 32 w 180"/>
                <a:gd name="T1" fmla="*/ 159 h 159"/>
                <a:gd name="T2" fmla="*/ 148 w 180"/>
                <a:gd name="T3" fmla="*/ 159 h 159"/>
                <a:gd name="T4" fmla="*/ 180 w 180"/>
                <a:gd name="T5" fmla="*/ 90 h 159"/>
                <a:gd name="T6" fmla="*/ 90 w 180"/>
                <a:gd name="T7" fmla="*/ 0 h 159"/>
                <a:gd name="T8" fmla="*/ 0 w 180"/>
                <a:gd name="T9" fmla="*/ 90 h 159"/>
                <a:gd name="T10" fmla="*/ 32 w 180"/>
                <a:gd name="T11" fmla="*/ 159 h 159"/>
              </a:gdLst>
              <a:ahLst/>
              <a:cxnLst>
                <a:cxn ang="0">
                  <a:pos x="T0" y="T1"/>
                </a:cxn>
                <a:cxn ang="0">
                  <a:pos x="T2" y="T3"/>
                </a:cxn>
                <a:cxn ang="0">
                  <a:pos x="T4" y="T5"/>
                </a:cxn>
                <a:cxn ang="0">
                  <a:pos x="T6" y="T7"/>
                </a:cxn>
                <a:cxn ang="0">
                  <a:pos x="T8" y="T9"/>
                </a:cxn>
                <a:cxn ang="0">
                  <a:pos x="T10" y="T11"/>
                </a:cxn>
              </a:cxnLst>
              <a:rect l="0" t="0" r="r" b="b"/>
              <a:pathLst>
                <a:path w="180" h="159">
                  <a:moveTo>
                    <a:pt x="32" y="159"/>
                  </a:moveTo>
                  <a:cubicBezTo>
                    <a:pt x="148" y="159"/>
                    <a:pt x="148" y="159"/>
                    <a:pt x="148" y="159"/>
                  </a:cubicBezTo>
                  <a:cubicBezTo>
                    <a:pt x="167" y="142"/>
                    <a:pt x="180" y="118"/>
                    <a:pt x="180" y="90"/>
                  </a:cubicBezTo>
                  <a:cubicBezTo>
                    <a:pt x="180" y="40"/>
                    <a:pt x="139" y="0"/>
                    <a:pt x="90" y="0"/>
                  </a:cubicBezTo>
                  <a:cubicBezTo>
                    <a:pt x="40" y="0"/>
                    <a:pt x="0" y="40"/>
                    <a:pt x="0" y="90"/>
                  </a:cubicBezTo>
                  <a:cubicBezTo>
                    <a:pt x="0" y="118"/>
                    <a:pt x="12" y="142"/>
                    <a:pt x="32" y="15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3" name="Freeform 216"/>
            <p:cNvSpPr>
              <a:spLocks/>
            </p:cNvSpPr>
            <p:nvPr/>
          </p:nvSpPr>
          <p:spPr bwMode="auto">
            <a:xfrm>
              <a:off x="10266364" y="1343026"/>
              <a:ext cx="528638" cy="892175"/>
            </a:xfrm>
            <a:custGeom>
              <a:avLst/>
              <a:gdLst>
                <a:gd name="T0" fmla="*/ 118 w 441"/>
                <a:gd name="T1" fmla="*/ 0 h 746"/>
                <a:gd name="T2" fmla="*/ 110 w 441"/>
                <a:gd name="T3" fmla="*/ 1 h 746"/>
                <a:gd name="T4" fmla="*/ 78 w 441"/>
                <a:gd name="T5" fmla="*/ 13 h 746"/>
                <a:gd name="T6" fmla="*/ 27 w 441"/>
                <a:gd name="T7" fmla="*/ 58 h 746"/>
                <a:gd name="T8" fmla="*/ 0 w 441"/>
                <a:gd name="T9" fmla="*/ 130 h 746"/>
                <a:gd name="T10" fmla="*/ 6 w 441"/>
                <a:gd name="T11" fmla="*/ 162 h 746"/>
                <a:gd name="T12" fmla="*/ 6 w 441"/>
                <a:gd name="T13" fmla="*/ 162 h 746"/>
                <a:gd name="T14" fmla="*/ 6 w 441"/>
                <a:gd name="T15" fmla="*/ 162 h 746"/>
                <a:gd name="T16" fmla="*/ 53 w 441"/>
                <a:gd name="T17" fmla="*/ 214 h 746"/>
                <a:gd name="T18" fmla="*/ 79 w 441"/>
                <a:gd name="T19" fmla="*/ 227 h 746"/>
                <a:gd name="T20" fmla="*/ 79 w 441"/>
                <a:gd name="T21" fmla="*/ 154 h 746"/>
                <a:gd name="T22" fmla="*/ 66 w 441"/>
                <a:gd name="T23" fmla="*/ 139 h 746"/>
                <a:gd name="T24" fmla="*/ 66 w 441"/>
                <a:gd name="T25" fmla="*/ 139 h 746"/>
                <a:gd name="T26" fmla="*/ 66 w 441"/>
                <a:gd name="T27" fmla="*/ 138 h 746"/>
                <a:gd name="T28" fmla="*/ 64 w 441"/>
                <a:gd name="T29" fmla="*/ 130 h 746"/>
                <a:gd name="T30" fmla="*/ 70 w 441"/>
                <a:gd name="T31" fmla="*/ 109 h 746"/>
                <a:gd name="T32" fmla="*/ 87 w 441"/>
                <a:gd name="T33" fmla="*/ 87 h 746"/>
                <a:gd name="T34" fmla="*/ 87 w 441"/>
                <a:gd name="T35" fmla="*/ 696 h 746"/>
                <a:gd name="T36" fmla="*/ 136 w 441"/>
                <a:gd name="T37" fmla="*/ 746 h 746"/>
                <a:gd name="T38" fmla="*/ 186 w 441"/>
                <a:gd name="T39" fmla="*/ 696 h 746"/>
                <a:gd name="T40" fmla="*/ 186 w 441"/>
                <a:gd name="T41" fmla="*/ 335 h 746"/>
                <a:gd name="T42" fmla="*/ 204 w 441"/>
                <a:gd name="T43" fmla="*/ 335 h 746"/>
                <a:gd name="T44" fmla="*/ 204 w 441"/>
                <a:gd name="T45" fmla="*/ 696 h 746"/>
                <a:gd name="T46" fmla="*/ 254 w 441"/>
                <a:gd name="T47" fmla="*/ 746 h 746"/>
                <a:gd name="T48" fmla="*/ 303 w 441"/>
                <a:gd name="T49" fmla="*/ 696 h 746"/>
                <a:gd name="T50" fmla="*/ 303 w 441"/>
                <a:gd name="T51" fmla="*/ 213 h 746"/>
                <a:gd name="T52" fmla="*/ 347 w 441"/>
                <a:gd name="T53" fmla="*/ 236 h 746"/>
                <a:gd name="T54" fmla="*/ 390 w 441"/>
                <a:gd name="T55" fmla="*/ 241 h 746"/>
                <a:gd name="T56" fmla="*/ 411 w 441"/>
                <a:gd name="T57" fmla="*/ 240 h 746"/>
                <a:gd name="T58" fmla="*/ 439 w 441"/>
                <a:gd name="T59" fmla="*/ 205 h 746"/>
                <a:gd name="T60" fmla="*/ 404 w 441"/>
                <a:gd name="T61" fmla="*/ 176 h 746"/>
                <a:gd name="T62" fmla="*/ 390 w 441"/>
                <a:gd name="T63" fmla="*/ 177 h 746"/>
                <a:gd name="T64" fmla="*/ 362 w 441"/>
                <a:gd name="T65" fmla="*/ 174 h 746"/>
                <a:gd name="T66" fmla="*/ 348 w 441"/>
                <a:gd name="T67" fmla="*/ 168 h 746"/>
                <a:gd name="T68" fmla="*/ 336 w 441"/>
                <a:gd name="T69" fmla="*/ 136 h 746"/>
                <a:gd name="T70" fmla="*/ 332 w 441"/>
                <a:gd name="T71" fmla="*/ 66 h 746"/>
                <a:gd name="T72" fmla="*/ 325 w 441"/>
                <a:gd name="T73" fmla="*/ 30 h 746"/>
                <a:gd name="T74" fmla="*/ 310 w 441"/>
                <a:gd name="T75" fmla="*/ 9 h 746"/>
                <a:gd name="T76" fmla="*/ 282 w 441"/>
                <a:gd name="T77" fmla="*/ 0 h 746"/>
                <a:gd name="T78" fmla="*/ 277 w 441"/>
                <a:gd name="T79" fmla="*/ 0 h 746"/>
                <a:gd name="T80" fmla="*/ 272 w 441"/>
                <a:gd name="T81" fmla="*/ 0 h 746"/>
                <a:gd name="T82" fmla="*/ 118 w 441"/>
                <a:gd name="T83" fmla="*/ 0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41" h="746">
                  <a:moveTo>
                    <a:pt x="118" y="0"/>
                  </a:moveTo>
                  <a:cubicBezTo>
                    <a:pt x="115" y="0"/>
                    <a:pt x="113" y="0"/>
                    <a:pt x="110" y="1"/>
                  </a:cubicBezTo>
                  <a:cubicBezTo>
                    <a:pt x="98" y="2"/>
                    <a:pt x="88" y="7"/>
                    <a:pt x="78" y="13"/>
                  </a:cubicBezTo>
                  <a:cubicBezTo>
                    <a:pt x="60" y="23"/>
                    <a:pt x="42" y="39"/>
                    <a:pt x="27" y="58"/>
                  </a:cubicBezTo>
                  <a:cubicBezTo>
                    <a:pt x="13" y="78"/>
                    <a:pt x="0" y="102"/>
                    <a:pt x="0" y="130"/>
                  </a:cubicBezTo>
                  <a:cubicBezTo>
                    <a:pt x="0" y="140"/>
                    <a:pt x="2" y="151"/>
                    <a:pt x="6" y="162"/>
                  </a:cubicBezTo>
                  <a:cubicBezTo>
                    <a:pt x="6" y="162"/>
                    <a:pt x="6" y="162"/>
                    <a:pt x="6" y="162"/>
                  </a:cubicBezTo>
                  <a:cubicBezTo>
                    <a:pt x="6" y="162"/>
                    <a:pt x="6" y="162"/>
                    <a:pt x="6" y="162"/>
                  </a:cubicBezTo>
                  <a:cubicBezTo>
                    <a:pt x="14" y="182"/>
                    <a:pt x="31" y="200"/>
                    <a:pt x="53" y="214"/>
                  </a:cubicBezTo>
                  <a:cubicBezTo>
                    <a:pt x="61" y="219"/>
                    <a:pt x="69" y="223"/>
                    <a:pt x="79" y="227"/>
                  </a:cubicBezTo>
                  <a:cubicBezTo>
                    <a:pt x="79" y="154"/>
                    <a:pt x="79" y="154"/>
                    <a:pt x="79" y="154"/>
                  </a:cubicBezTo>
                  <a:cubicBezTo>
                    <a:pt x="71" y="148"/>
                    <a:pt x="67" y="143"/>
                    <a:pt x="66" y="139"/>
                  </a:cubicBezTo>
                  <a:cubicBezTo>
                    <a:pt x="66" y="139"/>
                    <a:pt x="66" y="139"/>
                    <a:pt x="66" y="139"/>
                  </a:cubicBezTo>
                  <a:cubicBezTo>
                    <a:pt x="66" y="139"/>
                    <a:pt x="66" y="138"/>
                    <a:pt x="66" y="138"/>
                  </a:cubicBezTo>
                  <a:cubicBezTo>
                    <a:pt x="65" y="136"/>
                    <a:pt x="64" y="133"/>
                    <a:pt x="64" y="130"/>
                  </a:cubicBezTo>
                  <a:cubicBezTo>
                    <a:pt x="64" y="124"/>
                    <a:pt x="66" y="117"/>
                    <a:pt x="70" y="109"/>
                  </a:cubicBezTo>
                  <a:cubicBezTo>
                    <a:pt x="74" y="102"/>
                    <a:pt x="80" y="94"/>
                    <a:pt x="87" y="87"/>
                  </a:cubicBezTo>
                  <a:cubicBezTo>
                    <a:pt x="87" y="696"/>
                    <a:pt x="87" y="696"/>
                    <a:pt x="87" y="696"/>
                  </a:cubicBezTo>
                  <a:cubicBezTo>
                    <a:pt x="87" y="724"/>
                    <a:pt x="109" y="746"/>
                    <a:pt x="136" y="746"/>
                  </a:cubicBezTo>
                  <a:cubicBezTo>
                    <a:pt x="163" y="746"/>
                    <a:pt x="186" y="724"/>
                    <a:pt x="186" y="696"/>
                  </a:cubicBezTo>
                  <a:cubicBezTo>
                    <a:pt x="186" y="335"/>
                    <a:pt x="186" y="335"/>
                    <a:pt x="186" y="335"/>
                  </a:cubicBezTo>
                  <a:cubicBezTo>
                    <a:pt x="204" y="335"/>
                    <a:pt x="204" y="335"/>
                    <a:pt x="204" y="335"/>
                  </a:cubicBezTo>
                  <a:cubicBezTo>
                    <a:pt x="204" y="696"/>
                    <a:pt x="204" y="696"/>
                    <a:pt x="204" y="696"/>
                  </a:cubicBezTo>
                  <a:cubicBezTo>
                    <a:pt x="204" y="724"/>
                    <a:pt x="226" y="746"/>
                    <a:pt x="254" y="746"/>
                  </a:cubicBezTo>
                  <a:cubicBezTo>
                    <a:pt x="281" y="746"/>
                    <a:pt x="303" y="724"/>
                    <a:pt x="303" y="696"/>
                  </a:cubicBezTo>
                  <a:cubicBezTo>
                    <a:pt x="303" y="213"/>
                    <a:pt x="303" y="213"/>
                    <a:pt x="303" y="213"/>
                  </a:cubicBezTo>
                  <a:cubicBezTo>
                    <a:pt x="316" y="227"/>
                    <a:pt x="333" y="233"/>
                    <a:pt x="347" y="236"/>
                  </a:cubicBezTo>
                  <a:cubicBezTo>
                    <a:pt x="363" y="240"/>
                    <a:pt x="378" y="241"/>
                    <a:pt x="390" y="241"/>
                  </a:cubicBezTo>
                  <a:cubicBezTo>
                    <a:pt x="402" y="241"/>
                    <a:pt x="410" y="240"/>
                    <a:pt x="411" y="240"/>
                  </a:cubicBezTo>
                  <a:cubicBezTo>
                    <a:pt x="428" y="238"/>
                    <a:pt x="441" y="222"/>
                    <a:pt x="439" y="205"/>
                  </a:cubicBezTo>
                  <a:cubicBezTo>
                    <a:pt x="437" y="187"/>
                    <a:pt x="421" y="174"/>
                    <a:pt x="404" y="176"/>
                  </a:cubicBezTo>
                  <a:cubicBezTo>
                    <a:pt x="403" y="176"/>
                    <a:pt x="397" y="177"/>
                    <a:pt x="390" y="177"/>
                  </a:cubicBezTo>
                  <a:cubicBezTo>
                    <a:pt x="381" y="177"/>
                    <a:pt x="370" y="176"/>
                    <a:pt x="362" y="174"/>
                  </a:cubicBezTo>
                  <a:cubicBezTo>
                    <a:pt x="353" y="172"/>
                    <a:pt x="348" y="168"/>
                    <a:pt x="348" y="168"/>
                  </a:cubicBezTo>
                  <a:cubicBezTo>
                    <a:pt x="342" y="161"/>
                    <a:pt x="338" y="150"/>
                    <a:pt x="336" y="136"/>
                  </a:cubicBezTo>
                  <a:cubicBezTo>
                    <a:pt x="332" y="115"/>
                    <a:pt x="333" y="90"/>
                    <a:pt x="332" y="66"/>
                  </a:cubicBezTo>
                  <a:cubicBezTo>
                    <a:pt x="331" y="54"/>
                    <a:pt x="330" y="43"/>
                    <a:pt x="325" y="30"/>
                  </a:cubicBezTo>
                  <a:cubicBezTo>
                    <a:pt x="322" y="23"/>
                    <a:pt x="318" y="16"/>
                    <a:pt x="310" y="9"/>
                  </a:cubicBezTo>
                  <a:cubicBezTo>
                    <a:pt x="302" y="3"/>
                    <a:pt x="291" y="0"/>
                    <a:pt x="282" y="0"/>
                  </a:cubicBezTo>
                  <a:cubicBezTo>
                    <a:pt x="280" y="0"/>
                    <a:pt x="279" y="0"/>
                    <a:pt x="277" y="0"/>
                  </a:cubicBezTo>
                  <a:cubicBezTo>
                    <a:pt x="276" y="0"/>
                    <a:pt x="274" y="0"/>
                    <a:pt x="272" y="0"/>
                  </a:cubicBezTo>
                  <a:lnTo>
                    <a:pt x="118"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224" name="组合 223"/>
          <p:cNvGrpSpPr/>
          <p:nvPr/>
        </p:nvGrpSpPr>
        <p:grpSpPr>
          <a:xfrm>
            <a:off x="9853614" y="2452688"/>
            <a:ext cx="1876425" cy="1749426"/>
            <a:chOff x="9853614" y="2452688"/>
            <a:chExt cx="1876425" cy="1749426"/>
          </a:xfrm>
        </p:grpSpPr>
        <p:sp>
          <p:nvSpPr>
            <p:cNvPr id="225" name="Freeform 217"/>
            <p:cNvSpPr>
              <a:spLocks/>
            </p:cNvSpPr>
            <p:nvPr/>
          </p:nvSpPr>
          <p:spPr bwMode="auto">
            <a:xfrm>
              <a:off x="10250489" y="3032126"/>
              <a:ext cx="139700" cy="57150"/>
            </a:xfrm>
            <a:custGeom>
              <a:avLst/>
              <a:gdLst>
                <a:gd name="T0" fmla="*/ 0 w 116"/>
                <a:gd name="T1" fmla="*/ 48 h 48"/>
                <a:gd name="T2" fmla="*/ 112 w 116"/>
                <a:gd name="T3" fmla="*/ 48 h 48"/>
                <a:gd name="T4" fmla="*/ 111 w 116"/>
                <a:gd name="T5" fmla="*/ 39 h 48"/>
                <a:gd name="T6" fmla="*/ 116 w 116"/>
                <a:gd name="T7" fmla="*/ 0 h 48"/>
                <a:gd name="T8" fmla="*/ 47 w 116"/>
                <a:gd name="T9" fmla="*/ 0 h 48"/>
                <a:gd name="T10" fmla="*/ 0 w 116"/>
                <a:gd name="T11" fmla="*/ 48 h 48"/>
              </a:gdLst>
              <a:ahLst/>
              <a:cxnLst>
                <a:cxn ang="0">
                  <a:pos x="T0" y="T1"/>
                </a:cxn>
                <a:cxn ang="0">
                  <a:pos x="T2" y="T3"/>
                </a:cxn>
                <a:cxn ang="0">
                  <a:pos x="T4" y="T5"/>
                </a:cxn>
                <a:cxn ang="0">
                  <a:pos x="T6" y="T7"/>
                </a:cxn>
                <a:cxn ang="0">
                  <a:pos x="T8" y="T9"/>
                </a:cxn>
                <a:cxn ang="0">
                  <a:pos x="T10" y="T11"/>
                </a:cxn>
              </a:cxnLst>
              <a:rect l="0" t="0" r="r" b="b"/>
              <a:pathLst>
                <a:path w="116" h="48">
                  <a:moveTo>
                    <a:pt x="0" y="48"/>
                  </a:moveTo>
                  <a:cubicBezTo>
                    <a:pt x="112" y="48"/>
                    <a:pt x="112" y="48"/>
                    <a:pt x="112" y="48"/>
                  </a:cubicBezTo>
                  <a:cubicBezTo>
                    <a:pt x="112" y="45"/>
                    <a:pt x="111" y="42"/>
                    <a:pt x="111" y="39"/>
                  </a:cubicBezTo>
                  <a:cubicBezTo>
                    <a:pt x="111" y="24"/>
                    <a:pt x="113" y="11"/>
                    <a:pt x="116" y="0"/>
                  </a:cubicBezTo>
                  <a:cubicBezTo>
                    <a:pt x="47" y="0"/>
                    <a:pt x="47" y="0"/>
                    <a:pt x="47" y="0"/>
                  </a:cubicBezTo>
                  <a:cubicBezTo>
                    <a:pt x="29" y="16"/>
                    <a:pt x="13" y="32"/>
                    <a:pt x="0" y="4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6" name="Freeform 218"/>
            <p:cNvSpPr>
              <a:spLocks/>
            </p:cNvSpPr>
            <p:nvPr/>
          </p:nvSpPr>
          <p:spPr bwMode="auto">
            <a:xfrm>
              <a:off x="11218864" y="3038476"/>
              <a:ext cx="33338" cy="50800"/>
            </a:xfrm>
            <a:custGeom>
              <a:avLst/>
              <a:gdLst>
                <a:gd name="T0" fmla="*/ 0 w 29"/>
                <a:gd name="T1" fmla="*/ 28 h 42"/>
                <a:gd name="T2" fmla="*/ 1 w 29"/>
                <a:gd name="T3" fmla="*/ 39 h 42"/>
                <a:gd name="T4" fmla="*/ 1 w 29"/>
                <a:gd name="T5" fmla="*/ 42 h 42"/>
                <a:gd name="T6" fmla="*/ 29 w 29"/>
                <a:gd name="T7" fmla="*/ 42 h 42"/>
                <a:gd name="T8" fmla="*/ 22 w 29"/>
                <a:gd name="T9" fmla="*/ 0 h 42"/>
                <a:gd name="T10" fmla="*/ 0 w 29"/>
                <a:gd name="T11" fmla="*/ 28 h 42"/>
              </a:gdLst>
              <a:ahLst/>
              <a:cxnLst>
                <a:cxn ang="0">
                  <a:pos x="T0" y="T1"/>
                </a:cxn>
                <a:cxn ang="0">
                  <a:pos x="T2" y="T3"/>
                </a:cxn>
                <a:cxn ang="0">
                  <a:pos x="T4" y="T5"/>
                </a:cxn>
                <a:cxn ang="0">
                  <a:pos x="T6" y="T7"/>
                </a:cxn>
                <a:cxn ang="0">
                  <a:pos x="T8" y="T9"/>
                </a:cxn>
                <a:cxn ang="0">
                  <a:pos x="T10" y="T11"/>
                </a:cxn>
              </a:cxnLst>
              <a:rect l="0" t="0" r="r" b="b"/>
              <a:pathLst>
                <a:path w="29" h="42">
                  <a:moveTo>
                    <a:pt x="0" y="28"/>
                  </a:moveTo>
                  <a:cubicBezTo>
                    <a:pt x="1" y="32"/>
                    <a:pt x="1" y="36"/>
                    <a:pt x="1" y="39"/>
                  </a:cubicBezTo>
                  <a:cubicBezTo>
                    <a:pt x="1" y="40"/>
                    <a:pt x="1" y="41"/>
                    <a:pt x="1" y="42"/>
                  </a:cubicBezTo>
                  <a:cubicBezTo>
                    <a:pt x="29" y="42"/>
                    <a:pt x="29" y="42"/>
                    <a:pt x="29" y="42"/>
                  </a:cubicBezTo>
                  <a:cubicBezTo>
                    <a:pt x="27" y="28"/>
                    <a:pt x="25" y="14"/>
                    <a:pt x="22" y="0"/>
                  </a:cubicBezTo>
                  <a:cubicBezTo>
                    <a:pt x="15" y="9"/>
                    <a:pt x="8" y="19"/>
                    <a:pt x="0" y="2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7" name="Freeform 219"/>
            <p:cNvSpPr>
              <a:spLocks/>
            </p:cNvSpPr>
            <p:nvPr/>
          </p:nvSpPr>
          <p:spPr bwMode="auto">
            <a:xfrm>
              <a:off x="11037889" y="3032126"/>
              <a:ext cx="146050" cy="57150"/>
            </a:xfrm>
            <a:custGeom>
              <a:avLst/>
              <a:gdLst>
                <a:gd name="T0" fmla="*/ 121 w 121"/>
                <a:gd name="T1" fmla="*/ 26 h 48"/>
                <a:gd name="T2" fmla="*/ 112 w 121"/>
                <a:gd name="T3" fmla="*/ 0 h 48"/>
                <a:gd name="T4" fmla="*/ 60 w 121"/>
                <a:gd name="T5" fmla="*/ 0 h 48"/>
                <a:gd name="T6" fmla="*/ 7 w 121"/>
                <a:gd name="T7" fmla="*/ 41 h 48"/>
                <a:gd name="T8" fmla="*/ 0 w 121"/>
                <a:gd name="T9" fmla="*/ 48 h 48"/>
                <a:gd name="T10" fmla="*/ 104 w 121"/>
                <a:gd name="T11" fmla="*/ 48 h 48"/>
                <a:gd name="T12" fmla="*/ 121 w 121"/>
                <a:gd name="T13" fmla="*/ 26 h 48"/>
              </a:gdLst>
              <a:ahLst/>
              <a:cxnLst>
                <a:cxn ang="0">
                  <a:pos x="T0" y="T1"/>
                </a:cxn>
                <a:cxn ang="0">
                  <a:pos x="T2" y="T3"/>
                </a:cxn>
                <a:cxn ang="0">
                  <a:pos x="T4" y="T5"/>
                </a:cxn>
                <a:cxn ang="0">
                  <a:pos x="T6" y="T7"/>
                </a:cxn>
                <a:cxn ang="0">
                  <a:pos x="T8" y="T9"/>
                </a:cxn>
                <a:cxn ang="0">
                  <a:pos x="T10" y="T11"/>
                </a:cxn>
                <a:cxn ang="0">
                  <a:pos x="T12" y="T13"/>
                </a:cxn>
              </a:cxnLst>
              <a:rect l="0" t="0" r="r" b="b"/>
              <a:pathLst>
                <a:path w="121" h="48">
                  <a:moveTo>
                    <a:pt x="121" y="26"/>
                  </a:moveTo>
                  <a:cubicBezTo>
                    <a:pt x="120" y="17"/>
                    <a:pt x="117" y="8"/>
                    <a:pt x="112" y="0"/>
                  </a:cubicBezTo>
                  <a:cubicBezTo>
                    <a:pt x="60" y="0"/>
                    <a:pt x="60" y="0"/>
                    <a:pt x="60" y="0"/>
                  </a:cubicBezTo>
                  <a:cubicBezTo>
                    <a:pt x="42" y="13"/>
                    <a:pt x="24" y="27"/>
                    <a:pt x="7" y="41"/>
                  </a:cubicBezTo>
                  <a:cubicBezTo>
                    <a:pt x="5" y="43"/>
                    <a:pt x="2" y="46"/>
                    <a:pt x="0" y="48"/>
                  </a:cubicBezTo>
                  <a:cubicBezTo>
                    <a:pt x="104" y="48"/>
                    <a:pt x="104" y="48"/>
                    <a:pt x="104" y="48"/>
                  </a:cubicBezTo>
                  <a:cubicBezTo>
                    <a:pt x="110" y="41"/>
                    <a:pt x="116" y="34"/>
                    <a:pt x="121" y="2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8" name="Freeform 220"/>
            <p:cNvSpPr>
              <a:spLocks/>
            </p:cNvSpPr>
            <p:nvPr/>
          </p:nvSpPr>
          <p:spPr bwMode="auto">
            <a:xfrm>
              <a:off x="10625139" y="3086101"/>
              <a:ext cx="7938" cy="3175"/>
            </a:xfrm>
            <a:custGeom>
              <a:avLst/>
              <a:gdLst>
                <a:gd name="T0" fmla="*/ 0 w 6"/>
                <a:gd name="T1" fmla="*/ 0 h 3"/>
                <a:gd name="T2" fmla="*/ 0 w 6"/>
                <a:gd name="T3" fmla="*/ 3 h 3"/>
                <a:gd name="T4" fmla="*/ 6 w 6"/>
                <a:gd name="T5" fmla="*/ 3 h 3"/>
                <a:gd name="T6" fmla="*/ 0 w 6"/>
                <a:gd name="T7" fmla="*/ 0 h 3"/>
              </a:gdLst>
              <a:ahLst/>
              <a:cxnLst>
                <a:cxn ang="0">
                  <a:pos x="T0" y="T1"/>
                </a:cxn>
                <a:cxn ang="0">
                  <a:pos x="T2" y="T3"/>
                </a:cxn>
                <a:cxn ang="0">
                  <a:pos x="T4" y="T5"/>
                </a:cxn>
                <a:cxn ang="0">
                  <a:pos x="T6" y="T7"/>
                </a:cxn>
              </a:cxnLst>
              <a:rect l="0" t="0" r="r" b="b"/>
              <a:pathLst>
                <a:path w="6" h="3">
                  <a:moveTo>
                    <a:pt x="0" y="0"/>
                  </a:moveTo>
                  <a:cubicBezTo>
                    <a:pt x="0" y="1"/>
                    <a:pt x="0" y="2"/>
                    <a:pt x="0" y="3"/>
                  </a:cubicBezTo>
                  <a:cubicBezTo>
                    <a:pt x="6" y="3"/>
                    <a:pt x="6" y="3"/>
                    <a:pt x="6" y="3"/>
                  </a:cubicBezTo>
                  <a:cubicBezTo>
                    <a:pt x="4" y="2"/>
                    <a:pt x="2" y="1"/>
                    <a:pt x="0"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9" name="Freeform 221"/>
            <p:cNvSpPr>
              <a:spLocks/>
            </p:cNvSpPr>
            <p:nvPr/>
          </p:nvSpPr>
          <p:spPr bwMode="auto">
            <a:xfrm>
              <a:off x="10417176" y="3032126"/>
              <a:ext cx="26988" cy="57150"/>
            </a:xfrm>
            <a:custGeom>
              <a:avLst/>
              <a:gdLst>
                <a:gd name="T0" fmla="*/ 0 w 22"/>
                <a:gd name="T1" fmla="*/ 39 h 48"/>
                <a:gd name="T2" fmla="*/ 1 w 22"/>
                <a:gd name="T3" fmla="*/ 48 h 48"/>
                <a:gd name="T4" fmla="*/ 6 w 22"/>
                <a:gd name="T5" fmla="*/ 48 h 48"/>
                <a:gd name="T6" fmla="*/ 22 w 22"/>
                <a:gd name="T7" fmla="*/ 0 h 48"/>
                <a:gd name="T8" fmla="*/ 6 w 22"/>
                <a:gd name="T9" fmla="*/ 0 h 48"/>
                <a:gd name="T10" fmla="*/ 0 w 22"/>
                <a:gd name="T11" fmla="*/ 39 h 48"/>
              </a:gdLst>
              <a:ahLst/>
              <a:cxnLst>
                <a:cxn ang="0">
                  <a:pos x="T0" y="T1"/>
                </a:cxn>
                <a:cxn ang="0">
                  <a:pos x="T2" y="T3"/>
                </a:cxn>
                <a:cxn ang="0">
                  <a:pos x="T4" y="T5"/>
                </a:cxn>
                <a:cxn ang="0">
                  <a:pos x="T6" y="T7"/>
                </a:cxn>
                <a:cxn ang="0">
                  <a:pos x="T8" y="T9"/>
                </a:cxn>
                <a:cxn ang="0">
                  <a:pos x="T10" y="T11"/>
                </a:cxn>
              </a:cxnLst>
              <a:rect l="0" t="0" r="r" b="b"/>
              <a:pathLst>
                <a:path w="22" h="48">
                  <a:moveTo>
                    <a:pt x="0" y="39"/>
                  </a:moveTo>
                  <a:cubicBezTo>
                    <a:pt x="0" y="42"/>
                    <a:pt x="1" y="45"/>
                    <a:pt x="1" y="48"/>
                  </a:cubicBezTo>
                  <a:cubicBezTo>
                    <a:pt x="6" y="48"/>
                    <a:pt x="6" y="48"/>
                    <a:pt x="6" y="48"/>
                  </a:cubicBezTo>
                  <a:cubicBezTo>
                    <a:pt x="11" y="32"/>
                    <a:pt x="17" y="16"/>
                    <a:pt x="22" y="0"/>
                  </a:cubicBezTo>
                  <a:cubicBezTo>
                    <a:pt x="6" y="0"/>
                    <a:pt x="6" y="0"/>
                    <a:pt x="6" y="0"/>
                  </a:cubicBezTo>
                  <a:cubicBezTo>
                    <a:pt x="2" y="11"/>
                    <a:pt x="1" y="24"/>
                    <a:pt x="0" y="3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30" name="Freeform 222"/>
            <p:cNvSpPr>
              <a:spLocks/>
            </p:cNvSpPr>
            <p:nvPr/>
          </p:nvSpPr>
          <p:spPr bwMode="auto">
            <a:xfrm>
              <a:off x="11471276" y="3032126"/>
              <a:ext cx="77788" cy="57150"/>
            </a:xfrm>
            <a:custGeom>
              <a:avLst/>
              <a:gdLst>
                <a:gd name="T0" fmla="*/ 65 w 65"/>
                <a:gd name="T1" fmla="*/ 0 h 48"/>
                <a:gd name="T2" fmla="*/ 15 w 65"/>
                <a:gd name="T3" fmla="*/ 0 h 48"/>
                <a:gd name="T4" fmla="*/ 0 w 65"/>
                <a:gd name="T5" fmla="*/ 30 h 48"/>
                <a:gd name="T6" fmla="*/ 2 w 65"/>
                <a:gd name="T7" fmla="*/ 48 h 48"/>
                <a:gd name="T8" fmla="*/ 65 w 65"/>
                <a:gd name="T9" fmla="*/ 48 h 48"/>
                <a:gd name="T10" fmla="*/ 65 w 65"/>
                <a:gd name="T11" fmla="*/ 0 h 48"/>
              </a:gdLst>
              <a:ahLst/>
              <a:cxnLst>
                <a:cxn ang="0">
                  <a:pos x="T0" y="T1"/>
                </a:cxn>
                <a:cxn ang="0">
                  <a:pos x="T2" y="T3"/>
                </a:cxn>
                <a:cxn ang="0">
                  <a:pos x="T4" y="T5"/>
                </a:cxn>
                <a:cxn ang="0">
                  <a:pos x="T6" y="T7"/>
                </a:cxn>
                <a:cxn ang="0">
                  <a:pos x="T8" y="T9"/>
                </a:cxn>
                <a:cxn ang="0">
                  <a:pos x="T10" y="T11"/>
                </a:cxn>
              </a:cxnLst>
              <a:rect l="0" t="0" r="r" b="b"/>
              <a:pathLst>
                <a:path w="65" h="48">
                  <a:moveTo>
                    <a:pt x="65" y="0"/>
                  </a:moveTo>
                  <a:cubicBezTo>
                    <a:pt x="15" y="0"/>
                    <a:pt x="15" y="0"/>
                    <a:pt x="15" y="0"/>
                  </a:cubicBezTo>
                  <a:cubicBezTo>
                    <a:pt x="10" y="10"/>
                    <a:pt x="5" y="20"/>
                    <a:pt x="0" y="30"/>
                  </a:cubicBezTo>
                  <a:cubicBezTo>
                    <a:pt x="0" y="36"/>
                    <a:pt x="1" y="42"/>
                    <a:pt x="2" y="48"/>
                  </a:cubicBezTo>
                  <a:cubicBezTo>
                    <a:pt x="65" y="48"/>
                    <a:pt x="65" y="48"/>
                    <a:pt x="65" y="48"/>
                  </a:cubicBezTo>
                  <a:lnTo>
                    <a:pt x="65"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31" name="Freeform 223"/>
            <p:cNvSpPr>
              <a:spLocks/>
            </p:cNvSpPr>
            <p:nvPr/>
          </p:nvSpPr>
          <p:spPr bwMode="auto">
            <a:xfrm>
              <a:off x="10460039" y="3032126"/>
              <a:ext cx="117475" cy="57150"/>
            </a:xfrm>
            <a:custGeom>
              <a:avLst/>
              <a:gdLst>
                <a:gd name="T0" fmla="*/ 84 w 98"/>
                <a:gd name="T1" fmla="*/ 10 h 48"/>
                <a:gd name="T2" fmla="*/ 71 w 98"/>
                <a:gd name="T3" fmla="*/ 0 h 48"/>
                <a:gd name="T4" fmla="*/ 17 w 98"/>
                <a:gd name="T5" fmla="*/ 0 h 48"/>
                <a:gd name="T6" fmla="*/ 0 w 98"/>
                <a:gd name="T7" fmla="*/ 48 h 48"/>
                <a:gd name="T8" fmla="*/ 98 w 98"/>
                <a:gd name="T9" fmla="*/ 48 h 48"/>
                <a:gd name="T10" fmla="*/ 84 w 98"/>
                <a:gd name="T11" fmla="*/ 10 h 48"/>
              </a:gdLst>
              <a:ahLst/>
              <a:cxnLst>
                <a:cxn ang="0">
                  <a:pos x="T0" y="T1"/>
                </a:cxn>
                <a:cxn ang="0">
                  <a:pos x="T2" y="T3"/>
                </a:cxn>
                <a:cxn ang="0">
                  <a:pos x="T4" y="T5"/>
                </a:cxn>
                <a:cxn ang="0">
                  <a:pos x="T6" y="T7"/>
                </a:cxn>
                <a:cxn ang="0">
                  <a:pos x="T8" y="T9"/>
                </a:cxn>
                <a:cxn ang="0">
                  <a:pos x="T10" y="T11"/>
                </a:cxn>
              </a:cxnLst>
              <a:rect l="0" t="0" r="r" b="b"/>
              <a:pathLst>
                <a:path w="98" h="48">
                  <a:moveTo>
                    <a:pt x="84" y="10"/>
                  </a:moveTo>
                  <a:cubicBezTo>
                    <a:pt x="80" y="7"/>
                    <a:pt x="75" y="3"/>
                    <a:pt x="71" y="0"/>
                  </a:cubicBezTo>
                  <a:cubicBezTo>
                    <a:pt x="17" y="0"/>
                    <a:pt x="17" y="0"/>
                    <a:pt x="17" y="0"/>
                  </a:cubicBezTo>
                  <a:cubicBezTo>
                    <a:pt x="11" y="15"/>
                    <a:pt x="5" y="31"/>
                    <a:pt x="0" y="48"/>
                  </a:cubicBezTo>
                  <a:cubicBezTo>
                    <a:pt x="98" y="48"/>
                    <a:pt x="98" y="48"/>
                    <a:pt x="98" y="48"/>
                  </a:cubicBezTo>
                  <a:cubicBezTo>
                    <a:pt x="94" y="35"/>
                    <a:pt x="89" y="22"/>
                    <a:pt x="84" y="1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32" name="Freeform 224"/>
            <p:cNvSpPr>
              <a:spLocks/>
            </p:cNvSpPr>
            <p:nvPr/>
          </p:nvSpPr>
          <p:spPr bwMode="auto">
            <a:xfrm>
              <a:off x="11276014" y="3032126"/>
              <a:ext cx="160338" cy="57150"/>
            </a:xfrm>
            <a:custGeom>
              <a:avLst/>
              <a:gdLst>
                <a:gd name="T0" fmla="*/ 133 w 133"/>
                <a:gd name="T1" fmla="*/ 17 h 48"/>
                <a:gd name="T2" fmla="*/ 131 w 133"/>
                <a:gd name="T3" fmla="*/ 0 h 48"/>
                <a:gd name="T4" fmla="*/ 0 w 133"/>
                <a:gd name="T5" fmla="*/ 0 h 48"/>
                <a:gd name="T6" fmla="*/ 8 w 133"/>
                <a:gd name="T7" fmla="*/ 48 h 48"/>
                <a:gd name="T8" fmla="*/ 116 w 133"/>
                <a:gd name="T9" fmla="*/ 48 h 48"/>
                <a:gd name="T10" fmla="*/ 133 w 133"/>
                <a:gd name="T11" fmla="*/ 17 h 48"/>
              </a:gdLst>
              <a:ahLst/>
              <a:cxnLst>
                <a:cxn ang="0">
                  <a:pos x="T0" y="T1"/>
                </a:cxn>
                <a:cxn ang="0">
                  <a:pos x="T2" y="T3"/>
                </a:cxn>
                <a:cxn ang="0">
                  <a:pos x="T4" y="T5"/>
                </a:cxn>
                <a:cxn ang="0">
                  <a:pos x="T6" y="T7"/>
                </a:cxn>
                <a:cxn ang="0">
                  <a:pos x="T8" y="T9"/>
                </a:cxn>
                <a:cxn ang="0">
                  <a:pos x="T10" y="T11"/>
                </a:cxn>
              </a:cxnLst>
              <a:rect l="0" t="0" r="r" b="b"/>
              <a:pathLst>
                <a:path w="133" h="48">
                  <a:moveTo>
                    <a:pt x="133" y="17"/>
                  </a:moveTo>
                  <a:cubicBezTo>
                    <a:pt x="133" y="11"/>
                    <a:pt x="132" y="5"/>
                    <a:pt x="131" y="0"/>
                  </a:cubicBezTo>
                  <a:cubicBezTo>
                    <a:pt x="0" y="0"/>
                    <a:pt x="0" y="0"/>
                    <a:pt x="0" y="0"/>
                  </a:cubicBezTo>
                  <a:cubicBezTo>
                    <a:pt x="4" y="16"/>
                    <a:pt x="6" y="32"/>
                    <a:pt x="8" y="48"/>
                  </a:cubicBezTo>
                  <a:cubicBezTo>
                    <a:pt x="116" y="48"/>
                    <a:pt x="116" y="48"/>
                    <a:pt x="116" y="48"/>
                  </a:cubicBezTo>
                  <a:cubicBezTo>
                    <a:pt x="122" y="37"/>
                    <a:pt x="128" y="27"/>
                    <a:pt x="133" y="1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33" name="Freeform 225"/>
            <p:cNvSpPr>
              <a:spLocks/>
            </p:cNvSpPr>
            <p:nvPr/>
          </p:nvSpPr>
          <p:spPr bwMode="auto">
            <a:xfrm>
              <a:off x="10966451" y="3032126"/>
              <a:ext cx="87313" cy="57150"/>
            </a:xfrm>
            <a:custGeom>
              <a:avLst/>
              <a:gdLst>
                <a:gd name="T0" fmla="*/ 49 w 73"/>
                <a:gd name="T1" fmla="*/ 20 h 48"/>
                <a:gd name="T2" fmla="*/ 73 w 73"/>
                <a:gd name="T3" fmla="*/ 0 h 48"/>
                <a:gd name="T4" fmla="*/ 0 w 73"/>
                <a:gd name="T5" fmla="*/ 0 h 48"/>
                <a:gd name="T6" fmla="*/ 3 w 73"/>
                <a:gd name="T7" fmla="*/ 48 h 48"/>
                <a:gd name="T8" fmla="*/ 19 w 73"/>
                <a:gd name="T9" fmla="*/ 48 h 48"/>
                <a:gd name="T10" fmla="*/ 49 w 73"/>
                <a:gd name="T11" fmla="*/ 20 h 48"/>
              </a:gdLst>
              <a:ahLst/>
              <a:cxnLst>
                <a:cxn ang="0">
                  <a:pos x="T0" y="T1"/>
                </a:cxn>
                <a:cxn ang="0">
                  <a:pos x="T2" y="T3"/>
                </a:cxn>
                <a:cxn ang="0">
                  <a:pos x="T4" y="T5"/>
                </a:cxn>
                <a:cxn ang="0">
                  <a:pos x="T6" y="T7"/>
                </a:cxn>
                <a:cxn ang="0">
                  <a:pos x="T8" y="T9"/>
                </a:cxn>
                <a:cxn ang="0">
                  <a:pos x="T10" y="T11"/>
                </a:cxn>
              </a:cxnLst>
              <a:rect l="0" t="0" r="r" b="b"/>
              <a:pathLst>
                <a:path w="73" h="48">
                  <a:moveTo>
                    <a:pt x="49" y="20"/>
                  </a:moveTo>
                  <a:cubicBezTo>
                    <a:pt x="57" y="13"/>
                    <a:pt x="65" y="7"/>
                    <a:pt x="73" y="0"/>
                  </a:cubicBezTo>
                  <a:cubicBezTo>
                    <a:pt x="0" y="0"/>
                    <a:pt x="0" y="0"/>
                    <a:pt x="0" y="0"/>
                  </a:cubicBezTo>
                  <a:cubicBezTo>
                    <a:pt x="1" y="14"/>
                    <a:pt x="2" y="31"/>
                    <a:pt x="3" y="48"/>
                  </a:cubicBezTo>
                  <a:cubicBezTo>
                    <a:pt x="19" y="48"/>
                    <a:pt x="19" y="48"/>
                    <a:pt x="19" y="48"/>
                  </a:cubicBezTo>
                  <a:cubicBezTo>
                    <a:pt x="28" y="39"/>
                    <a:pt x="38" y="29"/>
                    <a:pt x="49" y="2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34" name="Freeform 226"/>
            <p:cNvSpPr>
              <a:spLocks/>
            </p:cNvSpPr>
            <p:nvPr/>
          </p:nvSpPr>
          <p:spPr bwMode="auto">
            <a:xfrm>
              <a:off x="10088564" y="3032126"/>
              <a:ext cx="169863" cy="323850"/>
            </a:xfrm>
            <a:custGeom>
              <a:avLst/>
              <a:gdLst>
                <a:gd name="T0" fmla="*/ 0 w 141"/>
                <a:gd name="T1" fmla="*/ 63 h 271"/>
                <a:gd name="T2" fmla="*/ 16 w 141"/>
                <a:gd name="T3" fmla="*/ 90 h 271"/>
                <a:gd name="T4" fmla="*/ 16 w 141"/>
                <a:gd name="T5" fmla="*/ 244 h 271"/>
                <a:gd name="T6" fmla="*/ 37 w 141"/>
                <a:gd name="T7" fmla="*/ 271 h 271"/>
                <a:gd name="T8" fmla="*/ 37 w 141"/>
                <a:gd name="T9" fmla="*/ 208 h 271"/>
                <a:gd name="T10" fmla="*/ 59 w 141"/>
                <a:gd name="T11" fmla="*/ 208 h 271"/>
                <a:gd name="T12" fmla="*/ 56 w 141"/>
                <a:gd name="T13" fmla="*/ 174 h 271"/>
                <a:gd name="T14" fmla="*/ 81 w 141"/>
                <a:gd name="T15" fmla="*/ 78 h 271"/>
                <a:gd name="T16" fmla="*/ 22 w 141"/>
                <a:gd name="T17" fmla="*/ 78 h 271"/>
                <a:gd name="T18" fmla="*/ 8 w 141"/>
                <a:gd name="T19" fmla="*/ 48 h 271"/>
                <a:gd name="T20" fmla="*/ 99 w 141"/>
                <a:gd name="T21" fmla="*/ 48 h 271"/>
                <a:gd name="T22" fmla="*/ 141 w 141"/>
                <a:gd name="T23" fmla="*/ 0 h 271"/>
                <a:gd name="T24" fmla="*/ 23 w 141"/>
                <a:gd name="T25" fmla="*/ 0 h 271"/>
                <a:gd name="T26" fmla="*/ 0 w 141"/>
                <a:gd name="T27" fmla="*/ 63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1" h="271">
                  <a:moveTo>
                    <a:pt x="0" y="63"/>
                  </a:moveTo>
                  <a:cubicBezTo>
                    <a:pt x="4" y="72"/>
                    <a:pt x="9" y="81"/>
                    <a:pt x="16" y="90"/>
                  </a:cubicBezTo>
                  <a:cubicBezTo>
                    <a:pt x="16" y="244"/>
                    <a:pt x="16" y="244"/>
                    <a:pt x="16" y="244"/>
                  </a:cubicBezTo>
                  <a:cubicBezTo>
                    <a:pt x="22" y="253"/>
                    <a:pt x="29" y="262"/>
                    <a:pt x="37" y="271"/>
                  </a:cubicBezTo>
                  <a:cubicBezTo>
                    <a:pt x="37" y="208"/>
                    <a:pt x="37" y="208"/>
                    <a:pt x="37" y="208"/>
                  </a:cubicBezTo>
                  <a:cubicBezTo>
                    <a:pt x="59" y="208"/>
                    <a:pt x="59" y="208"/>
                    <a:pt x="59" y="208"/>
                  </a:cubicBezTo>
                  <a:cubicBezTo>
                    <a:pt x="57" y="197"/>
                    <a:pt x="56" y="185"/>
                    <a:pt x="56" y="174"/>
                  </a:cubicBezTo>
                  <a:cubicBezTo>
                    <a:pt x="56" y="141"/>
                    <a:pt x="65" y="109"/>
                    <a:pt x="81" y="78"/>
                  </a:cubicBezTo>
                  <a:cubicBezTo>
                    <a:pt x="22" y="78"/>
                    <a:pt x="22" y="78"/>
                    <a:pt x="22" y="78"/>
                  </a:cubicBezTo>
                  <a:cubicBezTo>
                    <a:pt x="15" y="68"/>
                    <a:pt x="11" y="58"/>
                    <a:pt x="8" y="48"/>
                  </a:cubicBezTo>
                  <a:cubicBezTo>
                    <a:pt x="99" y="48"/>
                    <a:pt x="99" y="48"/>
                    <a:pt x="99" y="48"/>
                  </a:cubicBezTo>
                  <a:cubicBezTo>
                    <a:pt x="111" y="32"/>
                    <a:pt x="125" y="16"/>
                    <a:pt x="141" y="0"/>
                  </a:cubicBezTo>
                  <a:cubicBezTo>
                    <a:pt x="23" y="0"/>
                    <a:pt x="23" y="0"/>
                    <a:pt x="23" y="0"/>
                  </a:cubicBezTo>
                  <a:cubicBezTo>
                    <a:pt x="14" y="20"/>
                    <a:pt x="7" y="42"/>
                    <a:pt x="0" y="6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35" name="Freeform 227"/>
            <p:cNvSpPr>
              <a:spLocks/>
            </p:cNvSpPr>
            <p:nvPr/>
          </p:nvSpPr>
          <p:spPr bwMode="auto">
            <a:xfrm>
              <a:off x="10887076" y="3046413"/>
              <a:ext cx="49213" cy="42863"/>
            </a:xfrm>
            <a:custGeom>
              <a:avLst/>
              <a:gdLst>
                <a:gd name="T0" fmla="*/ 2 w 41"/>
                <a:gd name="T1" fmla="*/ 18 h 36"/>
                <a:gd name="T2" fmla="*/ 0 w 41"/>
                <a:gd name="T3" fmla="*/ 28 h 36"/>
                <a:gd name="T4" fmla="*/ 22 w 41"/>
                <a:gd name="T5" fmla="*/ 36 h 36"/>
                <a:gd name="T6" fmla="*/ 41 w 41"/>
                <a:gd name="T7" fmla="*/ 36 h 36"/>
                <a:gd name="T8" fmla="*/ 39 w 41"/>
                <a:gd name="T9" fmla="*/ 13 h 36"/>
                <a:gd name="T10" fmla="*/ 38 w 41"/>
                <a:gd name="T11" fmla="*/ 0 h 36"/>
                <a:gd name="T12" fmla="*/ 20 w 41"/>
                <a:gd name="T13" fmla="*/ 13 h 36"/>
                <a:gd name="T14" fmla="*/ 2 w 41"/>
                <a:gd name="T15" fmla="*/ 18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 h="36">
                  <a:moveTo>
                    <a:pt x="2" y="18"/>
                  </a:moveTo>
                  <a:cubicBezTo>
                    <a:pt x="1" y="22"/>
                    <a:pt x="1" y="25"/>
                    <a:pt x="0" y="28"/>
                  </a:cubicBezTo>
                  <a:cubicBezTo>
                    <a:pt x="8" y="31"/>
                    <a:pt x="15" y="33"/>
                    <a:pt x="22" y="36"/>
                  </a:cubicBezTo>
                  <a:cubicBezTo>
                    <a:pt x="41" y="36"/>
                    <a:pt x="41" y="36"/>
                    <a:pt x="41" y="36"/>
                  </a:cubicBezTo>
                  <a:cubicBezTo>
                    <a:pt x="41" y="28"/>
                    <a:pt x="40" y="20"/>
                    <a:pt x="39" y="13"/>
                  </a:cubicBezTo>
                  <a:cubicBezTo>
                    <a:pt x="39" y="9"/>
                    <a:pt x="39" y="5"/>
                    <a:pt x="38" y="0"/>
                  </a:cubicBezTo>
                  <a:cubicBezTo>
                    <a:pt x="33" y="6"/>
                    <a:pt x="27" y="10"/>
                    <a:pt x="20" y="13"/>
                  </a:cubicBezTo>
                  <a:cubicBezTo>
                    <a:pt x="14" y="16"/>
                    <a:pt x="8" y="18"/>
                    <a:pt x="2" y="1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36" name="Freeform 228"/>
            <p:cNvSpPr>
              <a:spLocks/>
            </p:cNvSpPr>
            <p:nvPr/>
          </p:nvSpPr>
          <p:spPr bwMode="auto">
            <a:xfrm>
              <a:off x="10629901" y="3032126"/>
              <a:ext cx="33338" cy="25400"/>
            </a:xfrm>
            <a:custGeom>
              <a:avLst/>
              <a:gdLst>
                <a:gd name="T0" fmla="*/ 0 w 27"/>
                <a:gd name="T1" fmla="*/ 14 h 22"/>
                <a:gd name="T2" fmla="*/ 9 w 27"/>
                <a:gd name="T3" fmla="*/ 20 h 22"/>
                <a:gd name="T4" fmla="*/ 14 w 27"/>
                <a:gd name="T5" fmla="*/ 22 h 22"/>
                <a:gd name="T6" fmla="*/ 27 w 27"/>
                <a:gd name="T7" fmla="*/ 0 h 22"/>
                <a:gd name="T8" fmla="*/ 2 w 27"/>
                <a:gd name="T9" fmla="*/ 0 h 22"/>
                <a:gd name="T10" fmla="*/ 0 w 27"/>
                <a:gd name="T11" fmla="*/ 14 h 22"/>
              </a:gdLst>
              <a:ahLst/>
              <a:cxnLst>
                <a:cxn ang="0">
                  <a:pos x="T0" y="T1"/>
                </a:cxn>
                <a:cxn ang="0">
                  <a:pos x="T2" y="T3"/>
                </a:cxn>
                <a:cxn ang="0">
                  <a:pos x="T4" y="T5"/>
                </a:cxn>
                <a:cxn ang="0">
                  <a:pos x="T6" y="T7"/>
                </a:cxn>
                <a:cxn ang="0">
                  <a:pos x="T8" y="T9"/>
                </a:cxn>
                <a:cxn ang="0">
                  <a:pos x="T10" y="T11"/>
                </a:cxn>
              </a:cxnLst>
              <a:rect l="0" t="0" r="r" b="b"/>
              <a:pathLst>
                <a:path w="27" h="22">
                  <a:moveTo>
                    <a:pt x="0" y="14"/>
                  </a:moveTo>
                  <a:cubicBezTo>
                    <a:pt x="3" y="16"/>
                    <a:pt x="6" y="18"/>
                    <a:pt x="9" y="20"/>
                  </a:cubicBezTo>
                  <a:cubicBezTo>
                    <a:pt x="11" y="21"/>
                    <a:pt x="12" y="22"/>
                    <a:pt x="14" y="22"/>
                  </a:cubicBezTo>
                  <a:cubicBezTo>
                    <a:pt x="18" y="14"/>
                    <a:pt x="22" y="7"/>
                    <a:pt x="27" y="0"/>
                  </a:cubicBezTo>
                  <a:cubicBezTo>
                    <a:pt x="2" y="0"/>
                    <a:pt x="2" y="0"/>
                    <a:pt x="2" y="0"/>
                  </a:cubicBezTo>
                  <a:cubicBezTo>
                    <a:pt x="1" y="5"/>
                    <a:pt x="0" y="9"/>
                    <a:pt x="0" y="1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37" name="Freeform 229"/>
            <p:cNvSpPr>
              <a:spLocks noEditPoints="1"/>
            </p:cNvSpPr>
            <p:nvPr/>
          </p:nvSpPr>
          <p:spPr bwMode="auto">
            <a:xfrm>
              <a:off x="10002839" y="2546351"/>
              <a:ext cx="1031875" cy="515938"/>
            </a:xfrm>
            <a:custGeom>
              <a:avLst/>
              <a:gdLst>
                <a:gd name="T0" fmla="*/ 0 w 862"/>
                <a:gd name="T1" fmla="*/ 431 h 431"/>
                <a:gd name="T2" fmla="*/ 68 w 862"/>
                <a:gd name="T3" fmla="*/ 246 h 431"/>
                <a:gd name="T4" fmla="*/ 112 w 862"/>
                <a:gd name="T5" fmla="*/ 181 h 431"/>
                <a:gd name="T6" fmla="*/ 113 w 862"/>
                <a:gd name="T7" fmla="*/ 192 h 431"/>
                <a:gd name="T8" fmla="*/ 88 w 862"/>
                <a:gd name="T9" fmla="*/ 355 h 431"/>
                <a:gd name="T10" fmla="*/ 109 w 862"/>
                <a:gd name="T11" fmla="*/ 288 h 431"/>
                <a:gd name="T12" fmla="*/ 153 w 862"/>
                <a:gd name="T13" fmla="*/ 201 h 431"/>
                <a:gd name="T14" fmla="*/ 186 w 862"/>
                <a:gd name="T15" fmla="*/ 219 h 431"/>
                <a:gd name="T16" fmla="*/ 171 w 862"/>
                <a:gd name="T17" fmla="*/ 201 h 431"/>
                <a:gd name="T18" fmla="*/ 256 w 862"/>
                <a:gd name="T19" fmla="*/ 158 h 431"/>
                <a:gd name="T20" fmla="*/ 176 w 862"/>
                <a:gd name="T21" fmla="*/ 70 h 431"/>
                <a:gd name="T22" fmla="*/ 147 w 862"/>
                <a:gd name="T23" fmla="*/ 102 h 431"/>
                <a:gd name="T24" fmla="*/ 263 w 862"/>
                <a:gd name="T25" fmla="*/ 16 h 431"/>
                <a:gd name="T26" fmla="*/ 615 w 862"/>
                <a:gd name="T27" fmla="*/ 216 h 431"/>
                <a:gd name="T28" fmla="*/ 693 w 862"/>
                <a:gd name="T29" fmla="*/ 181 h 431"/>
                <a:gd name="T30" fmla="*/ 761 w 862"/>
                <a:gd name="T31" fmla="*/ 123 h 431"/>
                <a:gd name="T32" fmla="*/ 699 w 862"/>
                <a:gd name="T33" fmla="*/ 187 h 431"/>
                <a:gd name="T34" fmla="*/ 694 w 862"/>
                <a:gd name="T35" fmla="*/ 310 h 431"/>
                <a:gd name="T36" fmla="*/ 728 w 862"/>
                <a:gd name="T37" fmla="*/ 301 h 431"/>
                <a:gd name="T38" fmla="*/ 733 w 862"/>
                <a:gd name="T39" fmla="*/ 302 h 431"/>
                <a:gd name="T40" fmla="*/ 770 w 862"/>
                <a:gd name="T41" fmla="*/ 315 h 431"/>
                <a:gd name="T42" fmla="*/ 789 w 862"/>
                <a:gd name="T43" fmla="*/ 331 h 431"/>
                <a:gd name="T44" fmla="*/ 797 w 862"/>
                <a:gd name="T45" fmla="*/ 331 h 431"/>
                <a:gd name="T46" fmla="*/ 777 w 862"/>
                <a:gd name="T47" fmla="*/ 320 h 431"/>
                <a:gd name="T48" fmla="*/ 841 w 862"/>
                <a:gd name="T49" fmla="*/ 302 h 431"/>
                <a:gd name="T50" fmla="*/ 862 w 862"/>
                <a:gd name="T51" fmla="*/ 315 h 431"/>
                <a:gd name="T52" fmla="*/ 694 w 862"/>
                <a:gd name="T53" fmla="*/ 70 h 431"/>
                <a:gd name="T54" fmla="*/ 712 w 862"/>
                <a:gd name="T55" fmla="*/ 127 h 431"/>
                <a:gd name="T56" fmla="*/ 748 w 862"/>
                <a:gd name="T57" fmla="*/ 102 h 431"/>
                <a:gd name="T58" fmla="*/ 615 w 862"/>
                <a:gd name="T59" fmla="*/ 200 h 431"/>
                <a:gd name="T60" fmla="*/ 263 w 862"/>
                <a:gd name="T61" fmla="*/ 0 h 431"/>
                <a:gd name="T62" fmla="*/ 131 w 862"/>
                <a:gd name="T63" fmla="*/ 99 h 431"/>
                <a:gd name="T64" fmla="*/ 137 w 862"/>
                <a:gd name="T65" fmla="*/ 70 h 431"/>
                <a:gd name="T66" fmla="*/ 88 w 862"/>
                <a:gd name="T67" fmla="*/ 180 h 431"/>
                <a:gd name="T68" fmla="*/ 103 w 862"/>
                <a:gd name="T69" fmla="*/ 173 h 431"/>
                <a:gd name="T70" fmla="*/ 233 w 862"/>
                <a:gd name="T71" fmla="*/ 142 h 431"/>
                <a:gd name="T72" fmla="*/ 161 w 862"/>
                <a:gd name="T73" fmla="*/ 142 h 431"/>
                <a:gd name="T74" fmla="*/ 759 w 862"/>
                <a:gd name="T75" fmla="*/ 288 h 431"/>
                <a:gd name="T76" fmla="*/ 715 w 862"/>
                <a:gd name="T77" fmla="*/ 201 h 431"/>
                <a:gd name="T78" fmla="*/ 759 w 862"/>
                <a:gd name="T79" fmla="*/ 288 h 431"/>
                <a:gd name="T80" fmla="*/ 777 w 862"/>
                <a:gd name="T81" fmla="*/ 286 h 431"/>
                <a:gd name="T82" fmla="*/ 841 w 862"/>
                <a:gd name="T83" fmla="*/ 268 h 431"/>
                <a:gd name="T84" fmla="*/ 841 w 862"/>
                <a:gd name="T85" fmla="*/ 252 h 431"/>
                <a:gd name="T86" fmla="*/ 777 w 862"/>
                <a:gd name="T87" fmla="*/ 234 h 431"/>
                <a:gd name="T88" fmla="*/ 841 w 862"/>
                <a:gd name="T89" fmla="*/ 252 h 431"/>
                <a:gd name="T90" fmla="*/ 777 w 862"/>
                <a:gd name="T91" fmla="*/ 219 h 431"/>
                <a:gd name="T92" fmla="*/ 841 w 862"/>
                <a:gd name="T93" fmla="*/ 201 h 431"/>
                <a:gd name="T94" fmla="*/ 803 w 862"/>
                <a:gd name="T95" fmla="*/ 106 h 431"/>
                <a:gd name="T96" fmla="*/ 803 w 862"/>
                <a:gd name="T97" fmla="*/ 178 h 431"/>
                <a:gd name="T98" fmla="*/ 803 w 862"/>
                <a:gd name="T99" fmla="*/ 106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62" h="431">
                  <a:moveTo>
                    <a:pt x="103" y="173"/>
                  </a:moveTo>
                  <a:cubicBezTo>
                    <a:pt x="74" y="209"/>
                    <a:pt x="5" y="307"/>
                    <a:pt x="0" y="431"/>
                  </a:cubicBezTo>
                  <a:cubicBezTo>
                    <a:pt x="4" y="427"/>
                    <a:pt x="8" y="424"/>
                    <a:pt x="12" y="420"/>
                  </a:cubicBezTo>
                  <a:cubicBezTo>
                    <a:pt x="18" y="352"/>
                    <a:pt x="43" y="291"/>
                    <a:pt x="68" y="246"/>
                  </a:cubicBezTo>
                  <a:cubicBezTo>
                    <a:pt x="82" y="221"/>
                    <a:pt x="96" y="201"/>
                    <a:pt x="107" y="187"/>
                  </a:cubicBezTo>
                  <a:cubicBezTo>
                    <a:pt x="109" y="185"/>
                    <a:pt x="110" y="183"/>
                    <a:pt x="112" y="181"/>
                  </a:cubicBezTo>
                  <a:cubicBezTo>
                    <a:pt x="117" y="187"/>
                    <a:pt x="117" y="187"/>
                    <a:pt x="117" y="187"/>
                  </a:cubicBezTo>
                  <a:cubicBezTo>
                    <a:pt x="116" y="189"/>
                    <a:pt x="115" y="190"/>
                    <a:pt x="113" y="192"/>
                  </a:cubicBezTo>
                  <a:cubicBezTo>
                    <a:pt x="107" y="201"/>
                    <a:pt x="97" y="213"/>
                    <a:pt x="88" y="229"/>
                  </a:cubicBezTo>
                  <a:cubicBezTo>
                    <a:pt x="88" y="355"/>
                    <a:pt x="88" y="355"/>
                    <a:pt x="88" y="355"/>
                  </a:cubicBezTo>
                  <a:cubicBezTo>
                    <a:pt x="100" y="332"/>
                    <a:pt x="113" y="310"/>
                    <a:pt x="128" y="288"/>
                  </a:cubicBezTo>
                  <a:cubicBezTo>
                    <a:pt x="109" y="288"/>
                    <a:pt x="109" y="288"/>
                    <a:pt x="109" y="288"/>
                  </a:cubicBezTo>
                  <a:cubicBezTo>
                    <a:pt x="109" y="201"/>
                    <a:pt x="109" y="201"/>
                    <a:pt x="109" y="201"/>
                  </a:cubicBezTo>
                  <a:cubicBezTo>
                    <a:pt x="153" y="201"/>
                    <a:pt x="153" y="201"/>
                    <a:pt x="153" y="201"/>
                  </a:cubicBezTo>
                  <a:cubicBezTo>
                    <a:pt x="153" y="256"/>
                    <a:pt x="153" y="256"/>
                    <a:pt x="153" y="256"/>
                  </a:cubicBezTo>
                  <a:cubicBezTo>
                    <a:pt x="163" y="243"/>
                    <a:pt x="174" y="231"/>
                    <a:pt x="186" y="219"/>
                  </a:cubicBezTo>
                  <a:cubicBezTo>
                    <a:pt x="171" y="219"/>
                    <a:pt x="171" y="219"/>
                    <a:pt x="171" y="219"/>
                  </a:cubicBezTo>
                  <a:cubicBezTo>
                    <a:pt x="171" y="201"/>
                    <a:pt x="171" y="201"/>
                    <a:pt x="171" y="201"/>
                  </a:cubicBezTo>
                  <a:cubicBezTo>
                    <a:pt x="204" y="201"/>
                    <a:pt x="204" y="201"/>
                    <a:pt x="204" y="201"/>
                  </a:cubicBezTo>
                  <a:cubicBezTo>
                    <a:pt x="220" y="185"/>
                    <a:pt x="238" y="171"/>
                    <a:pt x="256" y="158"/>
                  </a:cubicBezTo>
                  <a:cubicBezTo>
                    <a:pt x="256" y="70"/>
                    <a:pt x="256" y="70"/>
                    <a:pt x="256" y="70"/>
                  </a:cubicBezTo>
                  <a:cubicBezTo>
                    <a:pt x="176" y="70"/>
                    <a:pt x="176" y="70"/>
                    <a:pt x="176" y="70"/>
                  </a:cubicBezTo>
                  <a:cubicBezTo>
                    <a:pt x="165" y="84"/>
                    <a:pt x="159" y="96"/>
                    <a:pt x="155" y="104"/>
                  </a:cubicBezTo>
                  <a:cubicBezTo>
                    <a:pt x="147" y="102"/>
                    <a:pt x="147" y="102"/>
                    <a:pt x="147" y="102"/>
                  </a:cubicBezTo>
                  <a:cubicBezTo>
                    <a:pt x="152" y="92"/>
                    <a:pt x="162" y="72"/>
                    <a:pt x="180" y="53"/>
                  </a:cubicBezTo>
                  <a:cubicBezTo>
                    <a:pt x="199" y="33"/>
                    <a:pt x="226" y="16"/>
                    <a:pt x="263" y="16"/>
                  </a:cubicBezTo>
                  <a:cubicBezTo>
                    <a:pt x="302" y="16"/>
                    <a:pt x="353" y="36"/>
                    <a:pt x="419" y="98"/>
                  </a:cubicBezTo>
                  <a:cubicBezTo>
                    <a:pt x="510" y="183"/>
                    <a:pt x="568" y="216"/>
                    <a:pt x="615" y="216"/>
                  </a:cubicBezTo>
                  <a:cubicBezTo>
                    <a:pt x="615" y="216"/>
                    <a:pt x="615" y="216"/>
                    <a:pt x="615" y="216"/>
                  </a:cubicBezTo>
                  <a:cubicBezTo>
                    <a:pt x="646" y="216"/>
                    <a:pt x="671" y="201"/>
                    <a:pt x="693" y="181"/>
                  </a:cubicBezTo>
                  <a:cubicBezTo>
                    <a:pt x="714" y="162"/>
                    <a:pt x="734" y="138"/>
                    <a:pt x="758" y="115"/>
                  </a:cubicBezTo>
                  <a:cubicBezTo>
                    <a:pt x="760" y="119"/>
                    <a:pt x="762" y="122"/>
                    <a:pt x="761" y="123"/>
                  </a:cubicBezTo>
                  <a:cubicBezTo>
                    <a:pt x="752" y="131"/>
                    <a:pt x="744" y="140"/>
                    <a:pt x="736" y="149"/>
                  </a:cubicBezTo>
                  <a:cubicBezTo>
                    <a:pt x="723" y="162"/>
                    <a:pt x="711" y="175"/>
                    <a:pt x="699" y="187"/>
                  </a:cubicBezTo>
                  <a:cubicBezTo>
                    <a:pt x="697" y="188"/>
                    <a:pt x="695" y="190"/>
                    <a:pt x="694" y="191"/>
                  </a:cubicBezTo>
                  <a:cubicBezTo>
                    <a:pt x="694" y="310"/>
                    <a:pt x="694" y="310"/>
                    <a:pt x="694" y="310"/>
                  </a:cubicBezTo>
                  <a:cubicBezTo>
                    <a:pt x="698" y="308"/>
                    <a:pt x="703" y="306"/>
                    <a:pt x="708" y="304"/>
                  </a:cubicBezTo>
                  <a:cubicBezTo>
                    <a:pt x="714" y="302"/>
                    <a:pt x="721" y="301"/>
                    <a:pt x="728" y="301"/>
                  </a:cubicBezTo>
                  <a:cubicBezTo>
                    <a:pt x="730" y="301"/>
                    <a:pt x="731" y="302"/>
                    <a:pt x="733" y="302"/>
                  </a:cubicBezTo>
                  <a:cubicBezTo>
                    <a:pt x="733" y="302"/>
                    <a:pt x="733" y="302"/>
                    <a:pt x="733" y="302"/>
                  </a:cubicBezTo>
                  <a:cubicBezTo>
                    <a:pt x="744" y="302"/>
                    <a:pt x="754" y="305"/>
                    <a:pt x="764" y="311"/>
                  </a:cubicBezTo>
                  <a:cubicBezTo>
                    <a:pt x="766" y="312"/>
                    <a:pt x="768" y="314"/>
                    <a:pt x="770" y="315"/>
                  </a:cubicBezTo>
                  <a:cubicBezTo>
                    <a:pt x="778" y="320"/>
                    <a:pt x="784" y="325"/>
                    <a:pt x="788" y="331"/>
                  </a:cubicBezTo>
                  <a:cubicBezTo>
                    <a:pt x="789" y="331"/>
                    <a:pt x="789" y="331"/>
                    <a:pt x="789" y="331"/>
                  </a:cubicBezTo>
                  <a:cubicBezTo>
                    <a:pt x="797" y="330"/>
                    <a:pt x="797" y="330"/>
                    <a:pt x="797" y="330"/>
                  </a:cubicBezTo>
                  <a:cubicBezTo>
                    <a:pt x="797" y="331"/>
                    <a:pt x="797" y="331"/>
                    <a:pt x="797" y="331"/>
                  </a:cubicBezTo>
                  <a:cubicBezTo>
                    <a:pt x="809" y="326"/>
                    <a:pt x="820" y="323"/>
                    <a:pt x="831" y="320"/>
                  </a:cubicBezTo>
                  <a:cubicBezTo>
                    <a:pt x="777" y="320"/>
                    <a:pt x="777" y="320"/>
                    <a:pt x="777" y="320"/>
                  </a:cubicBezTo>
                  <a:cubicBezTo>
                    <a:pt x="777" y="302"/>
                    <a:pt x="777" y="302"/>
                    <a:pt x="777" y="302"/>
                  </a:cubicBezTo>
                  <a:cubicBezTo>
                    <a:pt x="841" y="302"/>
                    <a:pt x="841" y="302"/>
                    <a:pt x="841" y="302"/>
                  </a:cubicBezTo>
                  <a:cubicBezTo>
                    <a:pt x="841" y="318"/>
                    <a:pt x="841" y="318"/>
                    <a:pt x="841" y="318"/>
                  </a:cubicBezTo>
                  <a:cubicBezTo>
                    <a:pt x="848" y="316"/>
                    <a:pt x="855" y="315"/>
                    <a:pt x="862" y="315"/>
                  </a:cubicBezTo>
                  <a:cubicBezTo>
                    <a:pt x="862" y="70"/>
                    <a:pt x="862" y="70"/>
                    <a:pt x="862" y="70"/>
                  </a:cubicBezTo>
                  <a:cubicBezTo>
                    <a:pt x="694" y="70"/>
                    <a:pt x="694" y="70"/>
                    <a:pt x="694" y="70"/>
                  </a:cubicBezTo>
                  <a:cubicBezTo>
                    <a:pt x="694" y="147"/>
                    <a:pt x="694" y="147"/>
                    <a:pt x="694" y="147"/>
                  </a:cubicBezTo>
                  <a:cubicBezTo>
                    <a:pt x="700" y="141"/>
                    <a:pt x="706" y="134"/>
                    <a:pt x="712" y="127"/>
                  </a:cubicBezTo>
                  <a:cubicBezTo>
                    <a:pt x="722" y="117"/>
                    <a:pt x="731" y="107"/>
                    <a:pt x="742" y="96"/>
                  </a:cubicBezTo>
                  <a:cubicBezTo>
                    <a:pt x="743" y="96"/>
                    <a:pt x="745" y="98"/>
                    <a:pt x="748" y="102"/>
                  </a:cubicBezTo>
                  <a:cubicBezTo>
                    <a:pt x="723" y="126"/>
                    <a:pt x="703" y="151"/>
                    <a:pt x="683" y="169"/>
                  </a:cubicBezTo>
                  <a:cubicBezTo>
                    <a:pt x="661" y="188"/>
                    <a:pt x="641" y="200"/>
                    <a:pt x="615" y="200"/>
                  </a:cubicBezTo>
                  <a:cubicBezTo>
                    <a:pt x="576" y="200"/>
                    <a:pt x="520" y="171"/>
                    <a:pt x="430" y="87"/>
                  </a:cubicBezTo>
                  <a:cubicBezTo>
                    <a:pt x="363" y="23"/>
                    <a:pt x="307" y="0"/>
                    <a:pt x="263" y="0"/>
                  </a:cubicBezTo>
                  <a:cubicBezTo>
                    <a:pt x="215" y="0"/>
                    <a:pt x="181" y="26"/>
                    <a:pt x="160" y="52"/>
                  </a:cubicBezTo>
                  <a:cubicBezTo>
                    <a:pt x="143" y="72"/>
                    <a:pt x="134" y="92"/>
                    <a:pt x="131" y="99"/>
                  </a:cubicBezTo>
                  <a:cubicBezTo>
                    <a:pt x="123" y="98"/>
                    <a:pt x="123" y="98"/>
                    <a:pt x="123" y="98"/>
                  </a:cubicBezTo>
                  <a:cubicBezTo>
                    <a:pt x="124" y="93"/>
                    <a:pt x="129" y="83"/>
                    <a:pt x="137" y="70"/>
                  </a:cubicBezTo>
                  <a:cubicBezTo>
                    <a:pt x="88" y="70"/>
                    <a:pt x="88" y="70"/>
                    <a:pt x="88" y="70"/>
                  </a:cubicBezTo>
                  <a:cubicBezTo>
                    <a:pt x="88" y="180"/>
                    <a:pt x="88" y="180"/>
                    <a:pt x="88" y="180"/>
                  </a:cubicBezTo>
                  <a:cubicBezTo>
                    <a:pt x="91" y="175"/>
                    <a:pt x="94" y="171"/>
                    <a:pt x="97" y="167"/>
                  </a:cubicBezTo>
                  <a:lnTo>
                    <a:pt x="103" y="173"/>
                  </a:lnTo>
                  <a:close/>
                  <a:moveTo>
                    <a:pt x="197" y="106"/>
                  </a:moveTo>
                  <a:cubicBezTo>
                    <a:pt x="217" y="106"/>
                    <a:pt x="233" y="122"/>
                    <a:pt x="233" y="142"/>
                  </a:cubicBezTo>
                  <a:cubicBezTo>
                    <a:pt x="233" y="162"/>
                    <a:pt x="217" y="178"/>
                    <a:pt x="197" y="178"/>
                  </a:cubicBezTo>
                  <a:cubicBezTo>
                    <a:pt x="177" y="178"/>
                    <a:pt x="161" y="162"/>
                    <a:pt x="161" y="142"/>
                  </a:cubicBezTo>
                  <a:cubicBezTo>
                    <a:pt x="161" y="122"/>
                    <a:pt x="177" y="106"/>
                    <a:pt x="197" y="106"/>
                  </a:cubicBezTo>
                  <a:close/>
                  <a:moveTo>
                    <a:pt x="759" y="288"/>
                  </a:moveTo>
                  <a:cubicBezTo>
                    <a:pt x="715" y="288"/>
                    <a:pt x="715" y="288"/>
                    <a:pt x="715" y="288"/>
                  </a:cubicBezTo>
                  <a:cubicBezTo>
                    <a:pt x="715" y="201"/>
                    <a:pt x="715" y="201"/>
                    <a:pt x="715" y="201"/>
                  </a:cubicBezTo>
                  <a:cubicBezTo>
                    <a:pt x="759" y="201"/>
                    <a:pt x="759" y="201"/>
                    <a:pt x="759" y="201"/>
                  </a:cubicBezTo>
                  <a:lnTo>
                    <a:pt x="759" y="288"/>
                  </a:lnTo>
                  <a:close/>
                  <a:moveTo>
                    <a:pt x="841" y="286"/>
                  </a:moveTo>
                  <a:cubicBezTo>
                    <a:pt x="777" y="286"/>
                    <a:pt x="777" y="286"/>
                    <a:pt x="777" y="286"/>
                  </a:cubicBezTo>
                  <a:cubicBezTo>
                    <a:pt x="777" y="268"/>
                    <a:pt x="777" y="268"/>
                    <a:pt x="777" y="268"/>
                  </a:cubicBezTo>
                  <a:cubicBezTo>
                    <a:pt x="841" y="268"/>
                    <a:pt x="841" y="268"/>
                    <a:pt x="841" y="268"/>
                  </a:cubicBezTo>
                  <a:lnTo>
                    <a:pt x="841" y="286"/>
                  </a:lnTo>
                  <a:close/>
                  <a:moveTo>
                    <a:pt x="841" y="252"/>
                  </a:moveTo>
                  <a:cubicBezTo>
                    <a:pt x="777" y="252"/>
                    <a:pt x="777" y="252"/>
                    <a:pt x="777" y="252"/>
                  </a:cubicBezTo>
                  <a:cubicBezTo>
                    <a:pt x="777" y="234"/>
                    <a:pt x="777" y="234"/>
                    <a:pt x="777" y="234"/>
                  </a:cubicBezTo>
                  <a:cubicBezTo>
                    <a:pt x="841" y="234"/>
                    <a:pt x="841" y="234"/>
                    <a:pt x="841" y="234"/>
                  </a:cubicBezTo>
                  <a:lnTo>
                    <a:pt x="841" y="252"/>
                  </a:lnTo>
                  <a:close/>
                  <a:moveTo>
                    <a:pt x="841" y="219"/>
                  </a:moveTo>
                  <a:cubicBezTo>
                    <a:pt x="777" y="219"/>
                    <a:pt x="777" y="219"/>
                    <a:pt x="777" y="219"/>
                  </a:cubicBezTo>
                  <a:cubicBezTo>
                    <a:pt x="777" y="201"/>
                    <a:pt x="777" y="201"/>
                    <a:pt x="777" y="201"/>
                  </a:cubicBezTo>
                  <a:cubicBezTo>
                    <a:pt x="841" y="201"/>
                    <a:pt x="841" y="201"/>
                    <a:pt x="841" y="201"/>
                  </a:cubicBezTo>
                  <a:lnTo>
                    <a:pt x="841" y="219"/>
                  </a:lnTo>
                  <a:close/>
                  <a:moveTo>
                    <a:pt x="803" y="106"/>
                  </a:moveTo>
                  <a:cubicBezTo>
                    <a:pt x="823" y="106"/>
                    <a:pt x="839" y="122"/>
                    <a:pt x="839" y="142"/>
                  </a:cubicBezTo>
                  <a:cubicBezTo>
                    <a:pt x="839" y="162"/>
                    <a:pt x="823" y="178"/>
                    <a:pt x="803" y="178"/>
                  </a:cubicBezTo>
                  <a:cubicBezTo>
                    <a:pt x="783" y="178"/>
                    <a:pt x="767" y="162"/>
                    <a:pt x="767" y="142"/>
                  </a:cubicBezTo>
                  <a:cubicBezTo>
                    <a:pt x="767" y="122"/>
                    <a:pt x="783" y="106"/>
                    <a:pt x="803" y="10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38" name="Oval 230"/>
            <p:cNvSpPr>
              <a:spLocks noChangeArrowheads="1"/>
            </p:cNvSpPr>
            <p:nvPr/>
          </p:nvSpPr>
          <p:spPr bwMode="auto">
            <a:xfrm>
              <a:off x="10215564" y="2692401"/>
              <a:ext cx="46038" cy="44450"/>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39" name="Freeform 231"/>
            <p:cNvSpPr>
              <a:spLocks noEditPoints="1"/>
            </p:cNvSpPr>
            <p:nvPr/>
          </p:nvSpPr>
          <p:spPr bwMode="auto">
            <a:xfrm>
              <a:off x="10110789" y="2628901"/>
              <a:ext cx="441325" cy="357188"/>
            </a:xfrm>
            <a:custGeom>
              <a:avLst/>
              <a:gdLst>
                <a:gd name="T0" fmla="*/ 200 w 368"/>
                <a:gd name="T1" fmla="*/ 64 h 298"/>
                <a:gd name="T2" fmla="*/ 232 w 368"/>
                <a:gd name="T3" fmla="*/ 44 h 298"/>
                <a:gd name="T4" fmla="*/ 235 w 368"/>
                <a:gd name="T5" fmla="*/ 52 h 298"/>
                <a:gd name="T6" fmla="*/ 0 w 368"/>
                <a:gd name="T7" fmla="*/ 298 h 298"/>
                <a:gd name="T8" fmla="*/ 19 w 368"/>
                <a:gd name="T9" fmla="*/ 288 h 298"/>
                <a:gd name="T10" fmla="*/ 239 w 368"/>
                <a:gd name="T11" fmla="*/ 63 h 298"/>
                <a:gd name="T12" fmla="*/ 241 w 368"/>
                <a:gd name="T13" fmla="*/ 71 h 298"/>
                <a:gd name="T14" fmla="*/ 200 w 368"/>
                <a:gd name="T15" fmla="*/ 98 h 298"/>
                <a:gd name="T16" fmla="*/ 200 w 368"/>
                <a:gd name="T17" fmla="*/ 275 h 298"/>
                <a:gd name="T18" fmla="*/ 237 w 368"/>
                <a:gd name="T19" fmla="*/ 251 h 298"/>
                <a:gd name="T20" fmla="*/ 283 w 368"/>
                <a:gd name="T21" fmla="*/ 232 h 298"/>
                <a:gd name="T22" fmla="*/ 283 w 368"/>
                <a:gd name="T23" fmla="*/ 232 h 298"/>
                <a:gd name="T24" fmla="*/ 287 w 368"/>
                <a:gd name="T25" fmla="*/ 232 h 298"/>
                <a:gd name="T26" fmla="*/ 299 w 368"/>
                <a:gd name="T27" fmla="*/ 231 h 298"/>
                <a:gd name="T28" fmla="*/ 309 w 368"/>
                <a:gd name="T29" fmla="*/ 232 h 298"/>
                <a:gd name="T30" fmla="*/ 322 w 368"/>
                <a:gd name="T31" fmla="*/ 232 h 298"/>
                <a:gd name="T32" fmla="*/ 329 w 368"/>
                <a:gd name="T33" fmla="*/ 216 h 298"/>
                <a:gd name="T34" fmla="*/ 283 w 368"/>
                <a:gd name="T35" fmla="*/ 216 h 298"/>
                <a:gd name="T36" fmla="*/ 283 w 368"/>
                <a:gd name="T37" fmla="*/ 198 h 298"/>
                <a:gd name="T38" fmla="*/ 338 w 368"/>
                <a:gd name="T39" fmla="*/ 198 h 298"/>
                <a:gd name="T40" fmla="*/ 346 w 368"/>
                <a:gd name="T41" fmla="*/ 182 h 298"/>
                <a:gd name="T42" fmla="*/ 283 w 368"/>
                <a:gd name="T43" fmla="*/ 182 h 298"/>
                <a:gd name="T44" fmla="*/ 283 w 368"/>
                <a:gd name="T45" fmla="*/ 164 h 298"/>
                <a:gd name="T46" fmla="*/ 347 w 368"/>
                <a:gd name="T47" fmla="*/ 164 h 298"/>
                <a:gd name="T48" fmla="*/ 347 w 368"/>
                <a:gd name="T49" fmla="*/ 181 h 298"/>
                <a:gd name="T50" fmla="*/ 368 w 368"/>
                <a:gd name="T51" fmla="*/ 141 h 298"/>
                <a:gd name="T52" fmla="*/ 368 w 368"/>
                <a:gd name="T53" fmla="*/ 73 h 298"/>
                <a:gd name="T54" fmla="*/ 324 w 368"/>
                <a:gd name="T55" fmla="*/ 34 h 298"/>
                <a:gd name="T56" fmla="*/ 284 w 368"/>
                <a:gd name="T57" fmla="*/ 0 h 298"/>
                <a:gd name="T58" fmla="*/ 200 w 368"/>
                <a:gd name="T59" fmla="*/ 0 h 298"/>
                <a:gd name="T60" fmla="*/ 200 w 368"/>
                <a:gd name="T61" fmla="*/ 64 h 298"/>
                <a:gd name="T62" fmla="*/ 347 w 368"/>
                <a:gd name="T63" fmla="*/ 149 h 298"/>
                <a:gd name="T64" fmla="*/ 283 w 368"/>
                <a:gd name="T65" fmla="*/ 149 h 298"/>
                <a:gd name="T66" fmla="*/ 283 w 368"/>
                <a:gd name="T67" fmla="*/ 131 h 298"/>
                <a:gd name="T68" fmla="*/ 347 w 368"/>
                <a:gd name="T69" fmla="*/ 131 h 298"/>
                <a:gd name="T70" fmla="*/ 347 w 368"/>
                <a:gd name="T71" fmla="*/ 149 h 298"/>
                <a:gd name="T72" fmla="*/ 309 w 368"/>
                <a:gd name="T73" fmla="*/ 36 h 298"/>
                <a:gd name="T74" fmla="*/ 345 w 368"/>
                <a:gd name="T75" fmla="*/ 72 h 298"/>
                <a:gd name="T76" fmla="*/ 309 w 368"/>
                <a:gd name="T77" fmla="*/ 108 h 298"/>
                <a:gd name="T78" fmla="*/ 273 w 368"/>
                <a:gd name="T79" fmla="*/ 72 h 298"/>
                <a:gd name="T80" fmla="*/ 309 w 368"/>
                <a:gd name="T81" fmla="*/ 36 h 298"/>
                <a:gd name="T82" fmla="*/ 265 w 368"/>
                <a:gd name="T83" fmla="*/ 218 h 298"/>
                <a:gd name="T84" fmla="*/ 221 w 368"/>
                <a:gd name="T85" fmla="*/ 218 h 298"/>
                <a:gd name="T86" fmla="*/ 221 w 368"/>
                <a:gd name="T87" fmla="*/ 131 h 298"/>
                <a:gd name="T88" fmla="*/ 265 w 368"/>
                <a:gd name="T89" fmla="*/ 131 h 298"/>
                <a:gd name="T90" fmla="*/ 265 w 368"/>
                <a:gd name="T91" fmla="*/ 218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68" h="298">
                  <a:moveTo>
                    <a:pt x="200" y="64"/>
                  </a:moveTo>
                  <a:cubicBezTo>
                    <a:pt x="210" y="57"/>
                    <a:pt x="221" y="50"/>
                    <a:pt x="232" y="44"/>
                  </a:cubicBezTo>
                  <a:cubicBezTo>
                    <a:pt x="235" y="52"/>
                    <a:pt x="235" y="52"/>
                    <a:pt x="235" y="52"/>
                  </a:cubicBezTo>
                  <a:cubicBezTo>
                    <a:pt x="121" y="118"/>
                    <a:pt x="46" y="204"/>
                    <a:pt x="0" y="298"/>
                  </a:cubicBezTo>
                  <a:cubicBezTo>
                    <a:pt x="7" y="295"/>
                    <a:pt x="13" y="291"/>
                    <a:pt x="19" y="288"/>
                  </a:cubicBezTo>
                  <a:cubicBezTo>
                    <a:pt x="64" y="202"/>
                    <a:pt x="134" y="124"/>
                    <a:pt x="239" y="63"/>
                  </a:cubicBezTo>
                  <a:cubicBezTo>
                    <a:pt x="241" y="71"/>
                    <a:pt x="241" y="71"/>
                    <a:pt x="241" y="71"/>
                  </a:cubicBezTo>
                  <a:cubicBezTo>
                    <a:pt x="227" y="79"/>
                    <a:pt x="213" y="88"/>
                    <a:pt x="200" y="98"/>
                  </a:cubicBezTo>
                  <a:cubicBezTo>
                    <a:pt x="200" y="275"/>
                    <a:pt x="200" y="275"/>
                    <a:pt x="200" y="275"/>
                  </a:cubicBezTo>
                  <a:cubicBezTo>
                    <a:pt x="211" y="267"/>
                    <a:pt x="224" y="259"/>
                    <a:pt x="237" y="251"/>
                  </a:cubicBezTo>
                  <a:cubicBezTo>
                    <a:pt x="254" y="241"/>
                    <a:pt x="269" y="235"/>
                    <a:pt x="283" y="232"/>
                  </a:cubicBezTo>
                  <a:cubicBezTo>
                    <a:pt x="283" y="232"/>
                    <a:pt x="283" y="232"/>
                    <a:pt x="283" y="232"/>
                  </a:cubicBezTo>
                  <a:cubicBezTo>
                    <a:pt x="287" y="232"/>
                    <a:pt x="287" y="232"/>
                    <a:pt x="287" y="232"/>
                  </a:cubicBezTo>
                  <a:cubicBezTo>
                    <a:pt x="291" y="231"/>
                    <a:pt x="295" y="231"/>
                    <a:pt x="299" y="231"/>
                  </a:cubicBezTo>
                  <a:cubicBezTo>
                    <a:pt x="302" y="231"/>
                    <a:pt x="306" y="231"/>
                    <a:pt x="309" y="232"/>
                  </a:cubicBezTo>
                  <a:cubicBezTo>
                    <a:pt x="322" y="232"/>
                    <a:pt x="322" y="232"/>
                    <a:pt x="322" y="232"/>
                  </a:cubicBezTo>
                  <a:cubicBezTo>
                    <a:pt x="324" y="227"/>
                    <a:pt x="327" y="221"/>
                    <a:pt x="329" y="216"/>
                  </a:cubicBezTo>
                  <a:cubicBezTo>
                    <a:pt x="283" y="216"/>
                    <a:pt x="283" y="216"/>
                    <a:pt x="283" y="216"/>
                  </a:cubicBezTo>
                  <a:cubicBezTo>
                    <a:pt x="283" y="198"/>
                    <a:pt x="283" y="198"/>
                    <a:pt x="283" y="198"/>
                  </a:cubicBezTo>
                  <a:cubicBezTo>
                    <a:pt x="338" y="198"/>
                    <a:pt x="338" y="198"/>
                    <a:pt x="338" y="198"/>
                  </a:cubicBezTo>
                  <a:cubicBezTo>
                    <a:pt x="341" y="193"/>
                    <a:pt x="343" y="188"/>
                    <a:pt x="346" y="182"/>
                  </a:cubicBezTo>
                  <a:cubicBezTo>
                    <a:pt x="283" y="182"/>
                    <a:pt x="283" y="182"/>
                    <a:pt x="283" y="182"/>
                  </a:cubicBezTo>
                  <a:cubicBezTo>
                    <a:pt x="283" y="164"/>
                    <a:pt x="283" y="164"/>
                    <a:pt x="283" y="164"/>
                  </a:cubicBezTo>
                  <a:cubicBezTo>
                    <a:pt x="347" y="164"/>
                    <a:pt x="347" y="164"/>
                    <a:pt x="347" y="164"/>
                  </a:cubicBezTo>
                  <a:cubicBezTo>
                    <a:pt x="347" y="181"/>
                    <a:pt x="347" y="181"/>
                    <a:pt x="347" y="181"/>
                  </a:cubicBezTo>
                  <a:cubicBezTo>
                    <a:pt x="354" y="167"/>
                    <a:pt x="361" y="153"/>
                    <a:pt x="368" y="141"/>
                  </a:cubicBezTo>
                  <a:cubicBezTo>
                    <a:pt x="368" y="73"/>
                    <a:pt x="368" y="73"/>
                    <a:pt x="368" y="73"/>
                  </a:cubicBezTo>
                  <a:cubicBezTo>
                    <a:pt x="354" y="62"/>
                    <a:pt x="339" y="49"/>
                    <a:pt x="324" y="34"/>
                  </a:cubicBezTo>
                  <a:cubicBezTo>
                    <a:pt x="310" y="21"/>
                    <a:pt x="297" y="10"/>
                    <a:pt x="284" y="0"/>
                  </a:cubicBezTo>
                  <a:cubicBezTo>
                    <a:pt x="200" y="0"/>
                    <a:pt x="200" y="0"/>
                    <a:pt x="200" y="0"/>
                  </a:cubicBezTo>
                  <a:lnTo>
                    <a:pt x="200" y="64"/>
                  </a:lnTo>
                  <a:close/>
                  <a:moveTo>
                    <a:pt x="347" y="149"/>
                  </a:moveTo>
                  <a:cubicBezTo>
                    <a:pt x="283" y="149"/>
                    <a:pt x="283" y="149"/>
                    <a:pt x="283" y="149"/>
                  </a:cubicBezTo>
                  <a:cubicBezTo>
                    <a:pt x="283" y="131"/>
                    <a:pt x="283" y="131"/>
                    <a:pt x="283" y="131"/>
                  </a:cubicBezTo>
                  <a:cubicBezTo>
                    <a:pt x="347" y="131"/>
                    <a:pt x="347" y="131"/>
                    <a:pt x="347" y="131"/>
                  </a:cubicBezTo>
                  <a:lnTo>
                    <a:pt x="347" y="149"/>
                  </a:lnTo>
                  <a:close/>
                  <a:moveTo>
                    <a:pt x="309" y="36"/>
                  </a:moveTo>
                  <a:cubicBezTo>
                    <a:pt x="329" y="36"/>
                    <a:pt x="345" y="52"/>
                    <a:pt x="345" y="72"/>
                  </a:cubicBezTo>
                  <a:cubicBezTo>
                    <a:pt x="345" y="92"/>
                    <a:pt x="329" y="108"/>
                    <a:pt x="309" y="108"/>
                  </a:cubicBezTo>
                  <a:cubicBezTo>
                    <a:pt x="289" y="108"/>
                    <a:pt x="273" y="92"/>
                    <a:pt x="273" y="72"/>
                  </a:cubicBezTo>
                  <a:cubicBezTo>
                    <a:pt x="273" y="52"/>
                    <a:pt x="289" y="36"/>
                    <a:pt x="309" y="36"/>
                  </a:cubicBezTo>
                  <a:close/>
                  <a:moveTo>
                    <a:pt x="265" y="218"/>
                  </a:moveTo>
                  <a:cubicBezTo>
                    <a:pt x="221" y="218"/>
                    <a:pt x="221" y="218"/>
                    <a:pt x="221" y="218"/>
                  </a:cubicBezTo>
                  <a:cubicBezTo>
                    <a:pt x="221" y="131"/>
                    <a:pt x="221" y="131"/>
                    <a:pt x="221" y="131"/>
                  </a:cubicBezTo>
                  <a:cubicBezTo>
                    <a:pt x="265" y="131"/>
                    <a:pt x="265" y="131"/>
                    <a:pt x="265" y="131"/>
                  </a:cubicBezTo>
                  <a:lnTo>
                    <a:pt x="265" y="218"/>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40" name="Freeform 232"/>
            <p:cNvSpPr>
              <a:spLocks/>
            </p:cNvSpPr>
            <p:nvPr/>
          </p:nvSpPr>
          <p:spPr bwMode="auto">
            <a:xfrm>
              <a:off x="10350501" y="2940051"/>
              <a:ext cx="130175" cy="214313"/>
            </a:xfrm>
            <a:custGeom>
              <a:avLst/>
              <a:gdLst>
                <a:gd name="T0" fmla="*/ 51 w 109"/>
                <a:gd name="T1" fmla="*/ 16 h 179"/>
                <a:gd name="T2" fmla="*/ 0 w 109"/>
                <a:gd name="T3" fmla="*/ 50 h 179"/>
                <a:gd name="T4" fmla="*/ 0 w 109"/>
                <a:gd name="T5" fmla="*/ 57 h 179"/>
                <a:gd name="T6" fmla="*/ 40 w 109"/>
                <a:gd name="T7" fmla="*/ 57 h 179"/>
                <a:gd name="T8" fmla="*/ 59 w 109"/>
                <a:gd name="T9" fmla="*/ 28 h 179"/>
                <a:gd name="T10" fmla="*/ 64 w 109"/>
                <a:gd name="T11" fmla="*/ 35 h 179"/>
                <a:gd name="T12" fmla="*/ 36 w 109"/>
                <a:gd name="T13" fmla="*/ 116 h 179"/>
                <a:gd name="T14" fmla="*/ 45 w 109"/>
                <a:gd name="T15" fmla="*/ 179 h 179"/>
                <a:gd name="T16" fmla="*/ 52 w 109"/>
                <a:gd name="T17" fmla="*/ 155 h 179"/>
                <a:gd name="T18" fmla="*/ 48 w 109"/>
                <a:gd name="T19" fmla="*/ 116 h 179"/>
                <a:gd name="T20" fmla="*/ 69 w 109"/>
                <a:gd name="T21" fmla="*/ 47 h 179"/>
                <a:gd name="T22" fmla="*/ 71 w 109"/>
                <a:gd name="T23" fmla="*/ 45 h 179"/>
                <a:gd name="T24" fmla="*/ 75 w 109"/>
                <a:gd name="T25" fmla="*/ 52 h 179"/>
                <a:gd name="T26" fmla="*/ 71 w 109"/>
                <a:gd name="T27" fmla="*/ 57 h 179"/>
                <a:gd name="T28" fmla="*/ 86 w 109"/>
                <a:gd name="T29" fmla="*/ 57 h 179"/>
                <a:gd name="T30" fmla="*/ 109 w 109"/>
                <a:gd name="T31" fmla="*/ 1 h 179"/>
                <a:gd name="T32" fmla="*/ 98 w 109"/>
                <a:gd name="T33" fmla="*/ 0 h 179"/>
                <a:gd name="T34" fmla="*/ 51 w 109"/>
                <a:gd name="T35" fmla="*/ 16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9" h="179">
                  <a:moveTo>
                    <a:pt x="51" y="16"/>
                  </a:moveTo>
                  <a:cubicBezTo>
                    <a:pt x="33" y="27"/>
                    <a:pt x="15" y="38"/>
                    <a:pt x="0" y="50"/>
                  </a:cubicBezTo>
                  <a:cubicBezTo>
                    <a:pt x="0" y="57"/>
                    <a:pt x="0" y="57"/>
                    <a:pt x="0" y="57"/>
                  </a:cubicBezTo>
                  <a:cubicBezTo>
                    <a:pt x="40" y="57"/>
                    <a:pt x="40" y="57"/>
                    <a:pt x="40" y="57"/>
                  </a:cubicBezTo>
                  <a:cubicBezTo>
                    <a:pt x="45" y="45"/>
                    <a:pt x="52" y="35"/>
                    <a:pt x="59" y="28"/>
                  </a:cubicBezTo>
                  <a:cubicBezTo>
                    <a:pt x="64" y="35"/>
                    <a:pt x="64" y="35"/>
                    <a:pt x="64" y="35"/>
                  </a:cubicBezTo>
                  <a:cubicBezTo>
                    <a:pt x="51" y="49"/>
                    <a:pt x="36" y="74"/>
                    <a:pt x="36" y="116"/>
                  </a:cubicBezTo>
                  <a:cubicBezTo>
                    <a:pt x="36" y="134"/>
                    <a:pt x="39" y="154"/>
                    <a:pt x="45" y="179"/>
                  </a:cubicBezTo>
                  <a:cubicBezTo>
                    <a:pt x="48" y="171"/>
                    <a:pt x="50" y="163"/>
                    <a:pt x="52" y="155"/>
                  </a:cubicBezTo>
                  <a:cubicBezTo>
                    <a:pt x="50" y="140"/>
                    <a:pt x="48" y="127"/>
                    <a:pt x="48" y="116"/>
                  </a:cubicBezTo>
                  <a:cubicBezTo>
                    <a:pt x="49" y="81"/>
                    <a:pt x="59" y="59"/>
                    <a:pt x="69" y="47"/>
                  </a:cubicBezTo>
                  <a:cubicBezTo>
                    <a:pt x="70" y="46"/>
                    <a:pt x="70" y="45"/>
                    <a:pt x="71" y="45"/>
                  </a:cubicBezTo>
                  <a:cubicBezTo>
                    <a:pt x="75" y="52"/>
                    <a:pt x="75" y="52"/>
                    <a:pt x="75" y="52"/>
                  </a:cubicBezTo>
                  <a:cubicBezTo>
                    <a:pt x="74" y="53"/>
                    <a:pt x="73" y="55"/>
                    <a:pt x="71" y="57"/>
                  </a:cubicBezTo>
                  <a:cubicBezTo>
                    <a:pt x="86" y="57"/>
                    <a:pt x="86" y="57"/>
                    <a:pt x="86" y="57"/>
                  </a:cubicBezTo>
                  <a:cubicBezTo>
                    <a:pt x="94" y="38"/>
                    <a:pt x="101" y="19"/>
                    <a:pt x="109" y="1"/>
                  </a:cubicBezTo>
                  <a:cubicBezTo>
                    <a:pt x="106" y="1"/>
                    <a:pt x="102" y="0"/>
                    <a:pt x="98" y="0"/>
                  </a:cubicBezTo>
                  <a:cubicBezTo>
                    <a:pt x="85" y="0"/>
                    <a:pt x="69" y="6"/>
                    <a:pt x="51" y="1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41" name="Freeform 233"/>
            <p:cNvSpPr>
              <a:spLocks/>
            </p:cNvSpPr>
            <p:nvPr/>
          </p:nvSpPr>
          <p:spPr bwMode="auto">
            <a:xfrm>
              <a:off x="10510839" y="2628901"/>
              <a:ext cx="41275" cy="38100"/>
            </a:xfrm>
            <a:custGeom>
              <a:avLst/>
              <a:gdLst>
                <a:gd name="T0" fmla="*/ 34 w 34"/>
                <a:gd name="T1" fmla="*/ 31 h 31"/>
                <a:gd name="T2" fmla="*/ 34 w 34"/>
                <a:gd name="T3" fmla="*/ 0 h 31"/>
                <a:gd name="T4" fmla="*/ 0 w 34"/>
                <a:gd name="T5" fmla="*/ 0 h 31"/>
                <a:gd name="T6" fmla="*/ 12 w 34"/>
                <a:gd name="T7" fmla="*/ 11 h 31"/>
                <a:gd name="T8" fmla="*/ 34 w 34"/>
                <a:gd name="T9" fmla="*/ 31 h 31"/>
              </a:gdLst>
              <a:ahLst/>
              <a:cxnLst>
                <a:cxn ang="0">
                  <a:pos x="T0" y="T1"/>
                </a:cxn>
                <a:cxn ang="0">
                  <a:pos x="T2" y="T3"/>
                </a:cxn>
                <a:cxn ang="0">
                  <a:pos x="T4" y="T5"/>
                </a:cxn>
                <a:cxn ang="0">
                  <a:pos x="T6" y="T7"/>
                </a:cxn>
                <a:cxn ang="0">
                  <a:pos x="T8" y="T9"/>
                </a:cxn>
              </a:cxnLst>
              <a:rect l="0" t="0" r="r" b="b"/>
              <a:pathLst>
                <a:path w="34" h="31">
                  <a:moveTo>
                    <a:pt x="34" y="31"/>
                  </a:moveTo>
                  <a:cubicBezTo>
                    <a:pt x="34" y="0"/>
                    <a:pt x="34" y="0"/>
                    <a:pt x="34" y="0"/>
                  </a:cubicBezTo>
                  <a:cubicBezTo>
                    <a:pt x="0" y="0"/>
                    <a:pt x="0" y="0"/>
                    <a:pt x="0" y="0"/>
                  </a:cubicBezTo>
                  <a:cubicBezTo>
                    <a:pt x="4" y="4"/>
                    <a:pt x="8" y="7"/>
                    <a:pt x="12" y="11"/>
                  </a:cubicBezTo>
                  <a:cubicBezTo>
                    <a:pt x="19" y="18"/>
                    <a:pt x="27" y="25"/>
                    <a:pt x="34" y="3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42" name="Freeform 234"/>
            <p:cNvSpPr>
              <a:spLocks/>
            </p:cNvSpPr>
            <p:nvPr/>
          </p:nvSpPr>
          <p:spPr bwMode="auto">
            <a:xfrm>
              <a:off x="10488614" y="2989263"/>
              <a:ext cx="28575" cy="19050"/>
            </a:xfrm>
            <a:custGeom>
              <a:avLst/>
              <a:gdLst>
                <a:gd name="T0" fmla="*/ 7 w 24"/>
                <a:gd name="T1" fmla="*/ 0 h 16"/>
                <a:gd name="T2" fmla="*/ 0 w 24"/>
                <a:gd name="T3" fmla="*/ 16 h 16"/>
                <a:gd name="T4" fmla="*/ 24 w 24"/>
                <a:gd name="T5" fmla="*/ 16 h 16"/>
                <a:gd name="T6" fmla="*/ 7 w 24"/>
                <a:gd name="T7" fmla="*/ 0 h 16"/>
              </a:gdLst>
              <a:ahLst/>
              <a:cxnLst>
                <a:cxn ang="0">
                  <a:pos x="T0" y="T1"/>
                </a:cxn>
                <a:cxn ang="0">
                  <a:pos x="T2" y="T3"/>
                </a:cxn>
                <a:cxn ang="0">
                  <a:pos x="T4" y="T5"/>
                </a:cxn>
                <a:cxn ang="0">
                  <a:pos x="T6" y="T7"/>
                </a:cxn>
              </a:cxnLst>
              <a:rect l="0" t="0" r="r" b="b"/>
              <a:pathLst>
                <a:path w="24" h="16">
                  <a:moveTo>
                    <a:pt x="7" y="0"/>
                  </a:moveTo>
                  <a:cubicBezTo>
                    <a:pt x="5" y="5"/>
                    <a:pt x="3" y="11"/>
                    <a:pt x="0" y="16"/>
                  </a:cubicBezTo>
                  <a:cubicBezTo>
                    <a:pt x="24" y="16"/>
                    <a:pt x="24" y="16"/>
                    <a:pt x="24" y="16"/>
                  </a:cubicBezTo>
                  <a:cubicBezTo>
                    <a:pt x="17" y="10"/>
                    <a:pt x="11" y="4"/>
                    <a:pt x="7"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43" name="Freeform 235"/>
            <p:cNvSpPr>
              <a:spLocks/>
            </p:cNvSpPr>
            <p:nvPr/>
          </p:nvSpPr>
          <p:spPr bwMode="auto">
            <a:xfrm>
              <a:off x="10526714" y="2871788"/>
              <a:ext cx="25400" cy="80963"/>
            </a:xfrm>
            <a:custGeom>
              <a:avLst/>
              <a:gdLst>
                <a:gd name="T0" fmla="*/ 0 w 21"/>
                <a:gd name="T1" fmla="*/ 44 h 68"/>
                <a:gd name="T2" fmla="*/ 0 w 21"/>
                <a:gd name="T3" fmla="*/ 46 h 68"/>
                <a:gd name="T4" fmla="*/ 12 w 21"/>
                <a:gd name="T5" fmla="*/ 57 h 68"/>
                <a:gd name="T6" fmla="*/ 21 w 21"/>
                <a:gd name="T7" fmla="*/ 68 h 68"/>
                <a:gd name="T8" fmla="*/ 21 w 21"/>
                <a:gd name="T9" fmla="*/ 0 h 68"/>
                <a:gd name="T10" fmla="*/ 0 w 21"/>
                <a:gd name="T11" fmla="*/ 44 h 68"/>
              </a:gdLst>
              <a:ahLst/>
              <a:cxnLst>
                <a:cxn ang="0">
                  <a:pos x="T0" y="T1"/>
                </a:cxn>
                <a:cxn ang="0">
                  <a:pos x="T2" y="T3"/>
                </a:cxn>
                <a:cxn ang="0">
                  <a:pos x="T4" y="T5"/>
                </a:cxn>
                <a:cxn ang="0">
                  <a:pos x="T6" y="T7"/>
                </a:cxn>
                <a:cxn ang="0">
                  <a:pos x="T8" y="T9"/>
                </a:cxn>
                <a:cxn ang="0">
                  <a:pos x="T10" y="T11"/>
                </a:cxn>
              </a:cxnLst>
              <a:rect l="0" t="0" r="r" b="b"/>
              <a:pathLst>
                <a:path w="21" h="68">
                  <a:moveTo>
                    <a:pt x="0" y="44"/>
                  </a:moveTo>
                  <a:cubicBezTo>
                    <a:pt x="0" y="46"/>
                    <a:pt x="0" y="46"/>
                    <a:pt x="0" y="46"/>
                  </a:cubicBezTo>
                  <a:cubicBezTo>
                    <a:pt x="4" y="50"/>
                    <a:pt x="8" y="53"/>
                    <a:pt x="12" y="57"/>
                  </a:cubicBezTo>
                  <a:cubicBezTo>
                    <a:pt x="15" y="61"/>
                    <a:pt x="18" y="64"/>
                    <a:pt x="21" y="68"/>
                  </a:cubicBezTo>
                  <a:cubicBezTo>
                    <a:pt x="21" y="0"/>
                    <a:pt x="21" y="0"/>
                    <a:pt x="21" y="0"/>
                  </a:cubicBezTo>
                  <a:cubicBezTo>
                    <a:pt x="14" y="13"/>
                    <a:pt x="7" y="28"/>
                    <a:pt x="0" y="4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44" name="Oval 236"/>
            <p:cNvSpPr>
              <a:spLocks noChangeArrowheads="1"/>
            </p:cNvSpPr>
            <p:nvPr/>
          </p:nvSpPr>
          <p:spPr bwMode="auto">
            <a:xfrm>
              <a:off x="10458451" y="2692401"/>
              <a:ext cx="44450" cy="44450"/>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45" name="Freeform 237"/>
            <p:cNvSpPr>
              <a:spLocks noEditPoints="1"/>
            </p:cNvSpPr>
            <p:nvPr/>
          </p:nvSpPr>
          <p:spPr bwMode="auto">
            <a:xfrm>
              <a:off x="10591801" y="2763838"/>
              <a:ext cx="201613" cy="279400"/>
            </a:xfrm>
            <a:custGeom>
              <a:avLst/>
              <a:gdLst>
                <a:gd name="T0" fmla="*/ 123 w 168"/>
                <a:gd name="T1" fmla="*/ 42 h 234"/>
                <a:gd name="T2" fmla="*/ 123 w 168"/>
                <a:gd name="T3" fmla="*/ 42 h 234"/>
                <a:gd name="T4" fmla="*/ 123 w 168"/>
                <a:gd name="T5" fmla="*/ 42 h 234"/>
                <a:gd name="T6" fmla="*/ 88 w 168"/>
                <a:gd name="T7" fmla="*/ 37 h 234"/>
                <a:gd name="T8" fmla="*/ 83 w 168"/>
                <a:gd name="T9" fmla="*/ 37 h 234"/>
                <a:gd name="T10" fmla="*/ 83 w 168"/>
                <a:gd name="T11" fmla="*/ 35 h 234"/>
                <a:gd name="T12" fmla="*/ 65 w 168"/>
                <a:gd name="T13" fmla="*/ 28 h 234"/>
                <a:gd name="T14" fmla="*/ 65 w 168"/>
                <a:gd name="T15" fmla="*/ 106 h 234"/>
                <a:gd name="T16" fmla="*/ 21 w 168"/>
                <a:gd name="T17" fmla="*/ 106 h 234"/>
                <a:gd name="T18" fmla="*/ 21 w 168"/>
                <a:gd name="T19" fmla="*/ 19 h 234"/>
                <a:gd name="T20" fmla="*/ 46 w 168"/>
                <a:gd name="T21" fmla="*/ 19 h 234"/>
                <a:gd name="T22" fmla="*/ 15 w 168"/>
                <a:gd name="T23" fmla="*/ 0 h 234"/>
                <a:gd name="T24" fmla="*/ 6 w 168"/>
                <a:gd name="T25" fmla="*/ 16 h 234"/>
                <a:gd name="T26" fmla="*/ 0 w 168"/>
                <a:gd name="T27" fmla="*/ 26 h 234"/>
                <a:gd name="T28" fmla="*/ 0 w 168"/>
                <a:gd name="T29" fmla="*/ 204 h 234"/>
                <a:gd name="T30" fmla="*/ 9 w 168"/>
                <a:gd name="T31" fmla="*/ 204 h 234"/>
                <a:gd name="T32" fmla="*/ 12 w 168"/>
                <a:gd name="T33" fmla="*/ 183 h 234"/>
                <a:gd name="T34" fmla="*/ 20 w 168"/>
                <a:gd name="T35" fmla="*/ 183 h 234"/>
                <a:gd name="T36" fmla="*/ 13 w 168"/>
                <a:gd name="T37" fmla="*/ 227 h 234"/>
                <a:gd name="T38" fmla="*/ 24 w 168"/>
                <a:gd name="T39" fmla="*/ 234 h 234"/>
                <a:gd name="T40" fmla="*/ 32 w 168"/>
                <a:gd name="T41" fmla="*/ 184 h 234"/>
                <a:gd name="T42" fmla="*/ 40 w 168"/>
                <a:gd name="T43" fmla="*/ 187 h 234"/>
                <a:gd name="T44" fmla="*/ 37 w 168"/>
                <a:gd name="T45" fmla="*/ 204 h 234"/>
                <a:gd name="T46" fmla="*/ 72 w 168"/>
                <a:gd name="T47" fmla="*/ 204 h 234"/>
                <a:gd name="T48" fmla="*/ 75 w 168"/>
                <a:gd name="T49" fmla="*/ 192 h 234"/>
                <a:gd name="T50" fmla="*/ 77 w 168"/>
                <a:gd name="T51" fmla="*/ 187 h 234"/>
                <a:gd name="T52" fmla="*/ 70 w 168"/>
                <a:gd name="T53" fmla="*/ 162 h 234"/>
                <a:gd name="T54" fmla="*/ 83 w 168"/>
                <a:gd name="T55" fmla="*/ 127 h 234"/>
                <a:gd name="T56" fmla="*/ 83 w 168"/>
                <a:gd name="T57" fmla="*/ 120 h 234"/>
                <a:gd name="T58" fmla="*/ 91 w 168"/>
                <a:gd name="T59" fmla="*/ 120 h 234"/>
                <a:gd name="T60" fmla="*/ 103 w 168"/>
                <a:gd name="T61" fmla="*/ 111 h 234"/>
                <a:gd name="T62" fmla="*/ 103 w 168"/>
                <a:gd name="T63" fmla="*/ 111 h 234"/>
                <a:gd name="T64" fmla="*/ 120 w 168"/>
                <a:gd name="T65" fmla="*/ 104 h 234"/>
                <a:gd name="T66" fmla="*/ 83 w 168"/>
                <a:gd name="T67" fmla="*/ 104 h 234"/>
                <a:gd name="T68" fmla="*/ 83 w 168"/>
                <a:gd name="T69" fmla="*/ 86 h 234"/>
                <a:gd name="T70" fmla="*/ 147 w 168"/>
                <a:gd name="T71" fmla="*/ 86 h 234"/>
                <a:gd name="T72" fmla="*/ 147 w 168"/>
                <a:gd name="T73" fmla="*/ 102 h 234"/>
                <a:gd name="T74" fmla="*/ 168 w 168"/>
                <a:gd name="T75" fmla="*/ 107 h 234"/>
                <a:gd name="T76" fmla="*/ 168 w 168"/>
                <a:gd name="T77" fmla="*/ 32 h 234"/>
                <a:gd name="T78" fmla="*/ 123 w 168"/>
                <a:gd name="T79" fmla="*/ 42 h 234"/>
                <a:gd name="T80" fmla="*/ 83 w 168"/>
                <a:gd name="T81" fmla="*/ 70 h 234"/>
                <a:gd name="T82" fmla="*/ 83 w 168"/>
                <a:gd name="T83" fmla="*/ 52 h 234"/>
                <a:gd name="T84" fmla="*/ 147 w 168"/>
                <a:gd name="T85" fmla="*/ 52 h 234"/>
                <a:gd name="T86" fmla="*/ 147 w 168"/>
                <a:gd name="T87" fmla="*/ 70 h 234"/>
                <a:gd name="T88" fmla="*/ 83 w 168"/>
                <a:gd name="T89" fmla="*/ 70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8" h="234">
                  <a:moveTo>
                    <a:pt x="123" y="42"/>
                  </a:moveTo>
                  <a:cubicBezTo>
                    <a:pt x="123" y="42"/>
                    <a:pt x="123" y="42"/>
                    <a:pt x="123" y="42"/>
                  </a:cubicBezTo>
                  <a:cubicBezTo>
                    <a:pt x="123" y="42"/>
                    <a:pt x="123" y="42"/>
                    <a:pt x="123" y="42"/>
                  </a:cubicBezTo>
                  <a:cubicBezTo>
                    <a:pt x="112" y="42"/>
                    <a:pt x="100" y="40"/>
                    <a:pt x="88" y="37"/>
                  </a:cubicBezTo>
                  <a:cubicBezTo>
                    <a:pt x="83" y="37"/>
                    <a:pt x="83" y="37"/>
                    <a:pt x="83" y="37"/>
                  </a:cubicBezTo>
                  <a:cubicBezTo>
                    <a:pt x="83" y="35"/>
                    <a:pt x="83" y="35"/>
                    <a:pt x="83" y="35"/>
                  </a:cubicBezTo>
                  <a:cubicBezTo>
                    <a:pt x="77" y="33"/>
                    <a:pt x="71" y="31"/>
                    <a:pt x="65" y="28"/>
                  </a:cubicBezTo>
                  <a:cubicBezTo>
                    <a:pt x="65" y="106"/>
                    <a:pt x="65" y="106"/>
                    <a:pt x="65" y="106"/>
                  </a:cubicBezTo>
                  <a:cubicBezTo>
                    <a:pt x="21" y="106"/>
                    <a:pt x="21" y="106"/>
                    <a:pt x="21" y="106"/>
                  </a:cubicBezTo>
                  <a:cubicBezTo>
                    <a:pt x="21" y="19"/>
                    <a:pt x="21" y="19"/>
                    <a:pt x="21" y="19"/>
                  </a:cubicBezTo>
                  <a:cubicBezTo>
                    <a:pt x="46" y="19"/>
                    <a:pt x="46" y="19"/>
                    <a:pt x="46" y="19"/>
                  </a:cubicBezTo>
                  <a:cubicBezTo>
                    <a:pt x="36" y="13"/>
                    <a:pt x="26" y="7"/>
                    <a:pt x="15" y="0"/>
                  </a:cubicBezTo>
                  <a:cubicBezTo>
                    <a:pt x="12" y="5"/>
                    <a:pt x="9" y="10"/>
                    <a:pt x="6" y="16"/>
                  </a:cubicBezTo>
                  <a:cubicBezTo>
                    <a:pt x="4" y="19"/>
                    <a:pt x="2" y="23"/>
                    <a:pt x="0" y="26"/>
                  </a:cubicBezTo>
                  <a:cubicBezTo>
                    <a:pt x="0" y="204"/>
                    <a:pt x="0" y="204"/>
                    <a:pt x="0" y="204"/>
                  </a:cubicBezTo>
                  <a:cubicBezTo>
                    <a:pt x="9" y="204"/>
                    <a:pt x="9" y="204"/>
                    <a:pt x="9" y="204"/>
                  </a:cubicBezTo>
                  <a:cubicBezTo>
                    <a:pt x="10" y="196"/>
                    <a:pt x="11" y="189"/>
                    <a:pt x="12" y="183"/>
                  </a:cubicBezTo>
                  <a:cubicBezTo>
                    <a:pt x="12" y="183"/>
                    <a:pt x="16" y="183"/>
                    <a:pt x="20" y="183"/>
                  </a:cubicBezTo>
                  <a:cubicBezTo>
                    <a:pt x="18" y="192"/>
                    <a:pt x="16" y="207"/>
                    <a:pt x="13" y="227"/>
                  </a:cubicBezTo>
                  <a:cubicBezTo>
                    <a:pt x="17" y="229"/>
                    <a:pt x="20" y="231"/>
                    <a:pt x="24" y="234"/>
                  </a:cubicBezTo>
                  <a:cubicBezTo>
                    <a:pt x="27" y="211"/>
                    <a:pt x="30" y="194"/>
                    <a:pt x="32" y="184"/>
                  </a:cubicBezTo>
                  <a:cubicBezTo>
                    <a:pt x="36" y="185"/>
                    <a:pt x="40" y="186"/>
                    <a:pt x="40" y="187"/>
                  </a:cubicBezTo>
                  <a:cubicBezTo>
                    <a:pt x="39" y="192"/>
                    <a:pt x="38" y="198"/>
                    <a:pt x="37" y="204"/>
                  </a:cubicBezTo>
                  <a:cubicBezTo>
                    <a:pt x="72" y="204"/>
                    <a:pt x="72" y="204"/>
                    <a:pt x="72" y="204"/>
                  </a:cubicBezTo>
                  <a:cubicBezTo>
                    <a:pt x="72" y="200"/>
                    <a:pt x="73" y="196"/>
                    <a:pt x="75" y="192"/>
                  </a:cubicBezTo>
                  <a:cubicBezTo>
                    <a:pt x="75" y="190"/>
                    <a:pt x="76" y="189"/>
                    <a:pt x="77" y="187"/>
                  </a:cubicBezTo>
                  <a:cubicBezTo>
                    <a:pt x="72" y="179"/>
                    <a:pt x="70" y="171"/>
                    <a:pt x="70" y="162"/>
                  </a:cubicBezTo>
                  <a:cubicBezTo>
                    <a:pt x="70" y="149"/>
                    <a:pt x="74" y="138"/>
                    <a:pt x="83" y="127"/>
                  </a:cubicBezTo>
                  <a:cubicBezTo>
                    <a:pt x="83" y="120"/>
                    <a:pt x="83" y="120"/>
                    <a:pt x="83" y="120"/>
                  </a:cubicBezTo>
                  <a:cubicBezTo>
                    <a:pt x="91" y="120"/>
                    <a:pt x="91" y="120"/>
                    <a:pt x="91" y="120"/>
                  </a:cubicBezTo>
                  <a:cubicBezTo>
                    <a:pt x="95" y="117"/>
                    <a:pt x="99" y="114"/>
                    <a:pt x="103" y="111"/>
                  </a:cubicBezTo>
                  <a:cubicBezTo>
                    <a:pt x="103" y="111"/>
                    <a:pt x="103" y="111"/>
                    <a:pt x="103" y="111"/>
                  </a:cubicBezTo>
                  <a:cubicBezTo>
                    <a:pt x="108" y="108"/>
                    <a:pt x="114" y="106"/>
                    <a:pt x="120" y="104"/>
                  </a:cubicBezTo>
                  <a:cubicBezTo>
                    <a:pt x="83" y="104"/>
                    <a:pt x="83" y="104"/>
                    <a:pt x="83" y="104"/>
                  </a:cubicBezTo>
                  <a:cubicBezTo>
                    <a:pt x="83" y="86"/>
                    <a:pt x="83" y="86"/>
                    <a:pt x="83" y="86"/>
                  </a:cubicBezTo>
                  <a:cubicBezTo>
                    <a:pt x="147" y="86"/>
                    <a:pt x="147" y="86"/>
                    <a:pt x="147" y="86"/>
                  </a:cubicBezTo>
                  <a:cubicBezTo>
                    <a:pt x="147" y="102"/>
                    <a:pt x="147" y="102"/>
                    <a:pt x="147" y="102"/>
                  </a:cubicBezTo>
                  <a:cubicBezTo>
                    <a:pt x="154" y="102"/>
                    <a:pt x="161" y="104"/>
                    <a:pt x="168" y="107"/>
                  </a:cubicBezTo>
                  <a:cubicBezTo>
                    <a:pt x="168" y="32"/>
                    <a:pt x="168" y="32"/>
                    <a:pt x="168" y="32"/>
                  </a:cubicBezTo>
                  <a:cubicBezTo>
                    <a:pt x="153" y="39"/>
                    <a:pt x="139" y="42"/>
                    <a:pt x="123" y="42"/>
                  </a:cubicBezTo>
                  <a:close/>
                  <a:moveTo>
                    <a:pt x="83" y="70"/>
                  </a:moveTo>
                  <a:cubicBezTo>
                    <a:pt x="83" y="52"/>
                    <a:pt x="83" y="52"/>
                    <a:pt x="83" y="52"/>
                  </a:cubicBezTo>
                  <a:cubicBezTo>
                    <a:pt x="147" y="52"/>
                    <a:pt x="147" y="52"/>
                    <a:pt x="147" y="52"/>
                  </a:cubicBezTo>
                  <a:cubicBezTo>
                    <a:pt x="147" y="70"/>
                    <a:pt x="147" y="70"/>
                    <a:pt x="147" y="70"/>
                  </a:cubicBezTo>
                  <a:lnTo>
                    <a:pt x="83" y="7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46" name="Freeform 238"/>
            <p:cNvSpPr>
              <a:spLocks noEditPoints="1"/>
            </p:cNvSpPr>
            <p:nvPr/>
          </p:nvSpPr>
          <p:spPr bwMode="auto">
            <a:xfrm>
              <a:off x="10591801" y="2452688"/>
              <a:ext cx="747713" cy="322263"/>
            </a:xfrm>
            <a:custGeom>
              <a:avLst/>
              <a:gdLst>
                <a:gd name="T0" fmla="*/ 10 w 624"/>
                <a:gd name="T1" fmla="*/ 216 h 270"/>
                <a:gd name="T2" fmla="*/ 10 w 624"/>
                <a:gd name="T3" fmla="*/ 216 h 270"/>
                <a:gd name="T4" fmla="*/ 123 w 624"/>
                <a:gd name="T5" fmla="*/ 270 h 270"/>
                <a:gd name="T6" fmla="*/ 123 w 624"/>
                <a:gd name="T7" fmla="*/ 270 h 270"/>
                <a:gd name="T8" fmla="*/ 168 w 624"/>
                <a:gd name="T9" fmla="*/ 255 h 270"/>
                <a:gd name="T10" fmla="*/ 168 w 624"/>
                <a:gd name="T11" fmla="*/ 155 h 270"/>
                <a:gd name="T12" fmla="*/ 154 w 624"/>
                <a:gd name="T13" fmla="*/ 167 h 270"/>
                <a:gd name="T14" fmla="*/ 152 w 624"/>
                <a:gd name="T15" fmla="*/ 169 h 270"/>
                <a:gd name="T16" fmla="*/ 146 w 624"/>
                <a:gd name="T17" fmla="*/ 164 h 270"/>
                <a:gd name="T18" fmla="*/ 149 w 624"/>
                <a:gd name="T19" fmla="*/ 161 h 270"/>
                <a:gd name="T20" fmla="*/ 458 w 624"/>
                <a:gd name="T21" fmla="*/ 16 h 270"/>
                <a:gd name="T22" fmla="*/ 607 w 624"/>
                <a:gd name="T23" fmla="*/ 73 h 270"/>
                <a:gd name="T24" fmla="*/ 624 w 624"/>
                <a:gd name="T25" fmla="*/ 67 h 270"/>
                <a:gd name="T26" fmla="*/ 458 w 624"/>
                <a:gd name="T27" fmla="*/ 0 h 270"/>
                <a:gd name="T28" fmla="*/ 231 w 624"/>
                <a:gd name="T29" fmla="*/ 78 h 270"/>
                <a:gd name="T30" fmla="*/ 133 w 624"/>
                <a:gd name="T31" fmla="*/ 154 h 270"/>
                <a:gd name="T32" fmla="*/ 126 w 624"/>
                <a:gd name="T33" fmla="*/ 149 h 270"/>
                <a:gd name="T34" fmla="*/ 127 w 624"/>
                <a:gd name="T35" fmla="*/ 148 h 270"/>
                <a:gd name="T36" fmla="*/ 0 w 624"/>
                <a:gd name="T37" fmla="*/ 148 h 270"/>
                <a:gd name="T38" fmla="*/ 0 w 624"/>
                <a:gd name="T39" fmla="*/ 208 h 270"/>
                <a:gd name="T40" fmla="*/ 10 w 624"/>
                <a:gd name="T41" fmla="*/ 216 h 270"/>
                <a:gd name="T42" fmla="*/ 10 w 624"/>
                <a:gd name="T43" fmla="*/ 216 h 270"/>
                <a:gd name="T44" fmla="*/ 109 w 624"/>
                <a:gd name="T45" fmla="*/ 184 h 270"/>
                <a:gd name="T46" fmla="*/ 145 w 624"/>
                <a:gd name="T47" fmla="*/ 220 h 270"/>
                <a:gd name="T48" fmla="*/ 109 w 624"/>
                <a:gd name="T49" fmla="*/ 256 h 270"/>
                <a:gd name="T50" fmla="*/ 73 w 624"/>
                <a:gd name="T51" fmla="*/ 220 h 270"/>
                <a:gd name="T52" fmla="*/ 109 w 624"/>
                <a:gd name="T53" fmla="*/ 184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24" h="270">
                  <a:moveTo>
                    <a:pt x="10" y="216"/>
                  </a:moveTo>
                  <a:cubicBezTo>
                    <a:pt x="10" y="216"/>
                    <a:pt x="10" y="216"/>
                    <a:pt x="10" y="216"/>
                  </a:cubicBezTo>
                  <a:cubicBezTo>
                    <a:pt x="57" y="252"/>
                    <a:pt x="94" y="270"/>
                    <a:pt x="123" y="270"/>
                  </a:cubicBezTo>
                  <a:cubicBezTo>
                    <a:pt x="123" y="270"/>
                    <a:pt x="123" y="270"/>
                    <a:pt x="123" y="270"/>
                  </a:cubicBezTo>
                  <a:cubicBezTo>
                    <a:pt x="139" y="270"/>
                    <a:pt x="152" y="265"/>
                    <a:pt x="168" y="255"/>
                  </a:cubicBezTo>
                  <a:cubicBezTo>
                    <a:pt x="168" y="155"/>
                    <a:pt x="168" y="155"/>
                    <a:pt x="168" y="155"/>
                  </a:cubicBezTo>
                  <a:cubicBezTo>
                    <a:pt x="161" y="161"/>
                    <a:pt x="156" y="165"/>
                    <a:pt x="154" y="167"/>
                  </a:cubicBezTo>
                  <a:cubicBezTo>
                    <a:pt x="153" y="168"/>
                    <a:pt x="153" y="168"/>
                    <a:pt x="152" y="169"/>
                  </a:cubicBezTo>
                  <a:cubicBezTo>
                    <a:pt x="146" y="164"/>
                    <a:pt x="146" y="164"/>
                    <a:pt x="146" y="164"/>
                  </a:cubicBezTo>
                  <a:cubicBezTo>
                    <a:pt x="146" y="163"/>
                    <a:pt x="147" y="162"/>
                    <a:pt x="149" y="161"/>
                  </a:cubicBezTo>
                  <a:cubicBezTo>
                    <a:pt x="180" y="132"/>
                    <a:pt x="320" y="16"/>
                    <a:pt x="458" y="16"/>
                  </a:cubicBezTo>
                  <a:cubicBezTo>
                    <a:pt x="509" y="16"/>
                    <a:pt x="560" y="32"/>
                    <a:pt x="607" y="73"/>
                  </a:cubicBezTo>
                  <a:cubicBezTo>
                    <a:pt x="612" y="71"/>
                    <a:pt x="618" y="69"/>
                    <a:pt x="624" y="67"/>
                  </a:cubicBezTo>
                  <a:cubicBezTo>
                    <a:pt x="572" y="19"/>
                    <a:pt x="514" y="0"/>
                    <a:pt x="458" y="0"/>
                  </a:cubicBezTo>
                  <a:cubicBezTo>
                    <a:pt x="374" y="0"/>
                    <a:pt x="292" y="39"/>
                    <a:pt x="231" y="78"/>
                  </a:cubicBezTo>
                  <a:cubicBezTo>
                    <a:pt x="179" y="112"/>
                    <a:pt x="142" y="146"/>
                    <a:pt x="133" y="154"/>
                  </a:cubicBezTo>
                  <a:cubicBezTo>
                    <a:pt x="126" y="149"/>
                    <a:pt x="126" y="149"/>
                    <a:pt x="126" y="149"/>
                  </a:cubicBezTo>
                  <a:cubicBezTo>
                    <a:pt x="126" y="149"/>
                    <a:pt x="127" y="149"/>
                    <a:pt x="127" y="148"/>
                  </a:cubicBezTo>
                  <a:cubicBezTo>
                    <a:pt x="0" y="148"/>
                    <a:pt x="0" y="148"/>
                    <a:pt x="0" y="148"/>
                  </a:cubicBezTo>
                  <a:cubicBezTo>
                    <a:pt x="0" y="208"/>
                    <a:pt x="0" y="208"/>
                    <a:pt x="0" y="208"/>
                  </a:cubicBezTo>
                  <a:cubicBezTo>
                    <a:pt x="3" y="211"/>
                    <a:pt x="6" y="213"/>
                    <a:pt x="10" y="216"/>
                  </a:cubicBezTo>
                  <a:cubicBezTo>
                    <a:pt x="10" y="216"/>
                    <a:pt x="10" y="216"/>
                    <a:pt x="10" y="216"/>
                  </a:cubicBezTo>
                  <a:close/>
                  <a:moveTo>
                    <a:pt x="109" y="184"/>
                  </a:moveTo>
                  <a:cubicBezTo>
                    <a:pt x="129" y="184"/>
                    <a:pt x="145" y="200"/>
                    <a:pt x="145" y="220"/>
                  </a:cubicBezTo>
                  <a:cubicBezTo>
                    <a:pt x="145" y="240"/>
                    <a:pt x="129" y="256"/>
                    <a:pt x="109" y="256"/>
                  </a:cubicBezTo>
                  <a:cubicBezTo>
                    <a:pt x="89" y="256"/>
                    <a:pt x="73" y="240"/>
                    <a:pt x="73" y="220"/>
                  </a:cubicBezTo>
                  <a:cubicBezTo>
                    <a:pt x="73" y="200"/>
                    <a:pt x="89" y="184"/>
                    <a:pt x="109" y="18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47" name="Oval 239"/>
            <p:cNvSpPr>
              <a:spLocks noChangeArrowheads="1"/>
            </p:cNvSpPr>
            <p:nvPr/>
          </p:nvSpPr>
          <p:spPr bwMode="auto">
            <a:xfrm>
              <a:off x="10699751" y="2692401"/>
              <a:ext cx="46038" cy="44450"/>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48" name="Freeform 240"/>
            <p:cNvSpPr>
              <a:spLocks/>
            </p:cNvSpPr>
            <p:nvPr/>
          </p:nvSpPr>
          <p:spPr bwMode="auto">
            <a:xfrm>
              <a:off x="10960101" y="2955926"/>
              <a:ext cx="74613" cy="52388"/>
            </a:xfrm>
            <a:custGeom>
              <a:avLst/>
              <a:gdLst>
                <a:gd name="T0" fmla="*/ 62 w 62"/>
                <a:gd name="T1" fmla="*/ 0 h 43"/>
                <a:gd name="T2" fmla="*/ 0 w 62"/>
                <a:gd name="T3" fmla="*/ 17 h 43"/>
                <a:gd name="T4" fmla="*/ 3 w 62"/>
                <a:gd name="T5" fmla="*/ 43 h 43"/>
                <a:gd name="T6" fmla="*/ 62 w 62"/>
                <a:gd name="T7" fmla="*/ 43 h 43"/>
                <a:gd name="T8" fmla="*/ 62 w 62"/>
                <a:gd name="T9" fmla="*/ 0 h 43"/>
              </a:gdLst>
              <a:ahLst/>
              <a:cxnLst>
                <a:cxn ang="0">
                  <a:pos x="T0" y="T1"/>
                </a:cxn>
                <a:cxn ang="0">
                  <a:pos x="T2" y="T3"/>
                </a:cxn>
                <a:cxn ang="0">
                  <a:pos x="T4" y="T5"/>
                </a:cxn>
                <a:cxn ang="0">
                  <a:pos x="T6" y="T7"/>
                </a:cxn>
                <a:cxn ang="0">
                  <a:pos x="T8" y="T9"/>
                </a:cxn>
              </a:cxnLst>
              <a:rect l="0" t="0" r="r" b="b"/>
              <a:pathLst>
                <a:path w="62" h="43">
                  <a:moveTo>
                    <a:pt x="62" y="0"/>
                  </a:moveTo>
                  <a:cubicBezTo>
                    <a:pt x="43" y="2"/>
                    <a:pt x="22" y="8"/>
                    <a:pt x="0" y="17"/>
                  </a:cubicBezTo>
                  <a:cubicBezTo>
                    <a:pt x="1" y="24"/>
                    <a:pt x="2" y="33"/>
                    <a:pt x="3" y="43"/>
                  </a:cubicBezTo>
                  <a:cubicBezTo>
                    <a:pt x="62" y="43"/>
                    <a:pt x="62" y="43"/>
                    <a:pt x="62" y="43"/>
                  </a:cubicBezTo>
                  <a:lnTo>
                    <a:pt x="62"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49" name="Oval 241"/>
            <p:cNvSpPr>
              <a:spLocks noChangeArrowheads="1"/>
            </p:cNvSpPr>
            <p:nvPr/>
          </p:nvSpPr>
          <p:spPr bwMode="auto">
            <a:xfrm>
              <a:off x="10941051" y="2692401"/>
              <a:ext cx="46038" cy="44450"/>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50" name="Freeform 242"/>
            <p:cNvSpPr>
              <a:spLocks/>
            </p:cNvSpPr>
            <p:nvPr/>
          </p:nvSpPr>
          <p:spPr bwMode="auto">
            <a:xfrm>
              <a:off x="11145839" y="3003551"/>
              <a:ext cx="12700" cy="4763"/>
            </a:xfrm>
            <a:custGeom>
              <a:avLst/>
              <a:gdLst>
                <a:gd name="T0" fmla="*/ 7 w 10"/>
                <a:gd name="T1" fmla="*/ 0 h 3"/>
                <a:gd name="T2" fmla="*/ 0 w 10"/>
                <a:gd name="T3" fmla="*/ 3 h 3"/>
                <a:gd name="T4" fmla="*/ 10 w 10"/>
                <a:gd name="T5" fmla="*/ 3 h 3"/>
                <a:gd name="T6" fmla="*/ 7 w 10"/>
                <a:gd name="T7" fmla="*/ 0 h 3"/>
              </a:gdLst>
              <a:ahLst/>
              <a:cxnLst>
                <a:cxn ang="0">
                  <a:pos x="T0" y="T1"/>
                </a:cxn>
                <a:cxn ang="0">
                  <a:pos x="T2" y="T3"/>
                </a:cxn>
                <a:cxn ang="0">
                  <a:pos x="T4" y="T5"/>
                </a:cxn>
                <a:cxn ang="0">
                  <a:pos x="T6" y="T7"/>
                </a:cxn>
              </a:cxnLst>
              <a:rect l="0" t="0" r="r" b="b"/>
              <a:pathLst>
                <a:path w="10" h="3">
                  <a:moveTo>
                    <a:pt x="7" y="0"/>
                  </a:moveTo>
                  <a:cubicBezTo>
                    <a:pt x="4" y="1"/>
                    <a:pt x="2" y="2"/>
                    <a:pt x="0" y="3"/>
                  </a:cubicBezTo>
                  <a:cubicBezTo>
                    <a:pt x="10" y="3"/>
                    <a:pt x="10" y="3"/>
                    <a:pt x="10" y="3"/>
                  </a:cubicBezTo>
                  <a:cubicBezTo>
                    <a:pt x="9" y="2"/>
                    <a:pt x="8" y="1"/>
                    <a:pt x="7"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51" name="Freeform 243"/>
            <p:cNvSpPr>
              <a:spLocks/>
            </p:cNvSpPr>
            <p:nvPr/>
          </p:nvSpPr>
          <p:spPr bwMode="auto">
            <a:xfrm>
              <a:off x="11075989" y="2957513"/>
              <a:ext cx="52388" cy="50800"/>
            </a:xfrm>
            <a:custGeom>
              <a:avLst/>
              <a:gdLst>
                <a:gd name="T0" fmla="*/ 8 w 44"/>
                <a:gd name="T1" fmla="*/ 42 h 42"/>
                <a:gd name="T2" fmla="*/ 44 w 44"/>
                <a:gd name="T3" fmla="*/ 19 h 42"/>
                <a:gd name="T4" fmla="*/ 0 w 44"/>
                <a:gd name="T5" fmla="*/ 0 h 42"/>
                <a:gd name="T6" fmla="*/ 0 w 44"/>
                <a:gd name="T7" fmla="*/ 42 h 42"/>
                <a:gd name="T8" fmla="*/ 8 w 44"/>
                <a:gd name="T9" fmla="*/ 42 h 42"/>
              </a:gdLst>
              <a:ahLst/>
              <a:cxnLst>
                <a:cxn ang="0">
                  <a:pos x="T0" y="T1"/>
                </a:cxn>
                <a:cxn ang="0">
                  <a:pos x="T2" y="T3"/>
                </a:cxn>
                <a:cxn ang="0">
                  <a:pos x="T4" y="T5"/>
                </a:cxn>
                <a:cxn ang="0">
                  <a:pos x="T6" y="T7"/>
                </a:cxn>
                <a:cxn ang="0">
                  <a:pos x="T8" y="T9"/>
                </a:cxn>
              </a:cxnLst>
              <a:rect l="0" t="0" r="r" b="b"/>
              <a:pathLst>
                <a:path w="44" h="42">
                  <a:moveTo>
                    <a:pt x="8" y="42"/>
                  </a:moveTo>
                  <a:cubicBezTo>
                    <a:pt x="20" y="34"/>
                    <a:pt x="32" y="26"/>
                    <a:pt x="44" y="19"/>
                  </a:cubicBezTo>
                  <a:cubicBezTo>
                    <a:pt x="31" y="9"/>
                    <a:pt x="16" y="2"/>
                    <a:pt x="0" y="0"/>
                  </a:cubicBezTo>
                  <a:cubicBezTo>
                    <a:pt x="0" y="42"/>
                    <a:pt x="0" y="42"/>
                    <a:pt x="0" y="42"/>
                  </a:cubicBezTo>
                  <a:lnTo>
                    <a:pt x="8" y="42"/>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52" name="Freeform 244"/>
            <p:cNvSpPr>
              <a:spLocks/>
            </p:cNvSpPr>
            <p:nvPr/>
          </p:nvSpPr>
          <p:spPr bwMode="auto">
            <a:xfrm>
              <a:off x="11269664" y="2992438"/>
              <a:ext cx="6350" cy="15875"/>
            </a:xfrm>
            <a:custGeom>
              <a:avLst/>
              <a:gdLst>
                <a:gd name="T0" fmla="*/ 6 w 6"/>
                <a:gd name="T1" fmla="*/ 0 h 13"/>
                <a:gd name="T2" fmla="*/ 0 w 6"/>
                <a:gd name="T3" fmla="*/ 8 h 13"/>
                <a:gd name="T4" fmla="*/ 2 w 6"/>
                <a:gd name="T5" fmla="*/ 13 h 13"/>
                <a:gd name="T6" fmla="*/ 6 w 6"/>
                <a:gd name="T7" fmla="*/ 13 h 13"/>
                <a:gd name="T8" fmla="*/ 6 w 6"/>
                <a:gd name="T9" fmla="*/ 0 h 13"/>
              </a:gdLst>
              <a:ahLst/>
              <a:cxnLst>
                <a:cxn ang="0">
                  <a:pos x="T0" y="T1"/>
                </a:cxn>
                <a:cxn ang="0">
                  <a:pos x="T2" y="T3"/>
                </a:cxn>
                <a:cxn ang="0">
                  <a:pos x="T4" y="T5"/>
                </a:cxn>
                <a:cxn ang="0">
                  <a:pos x="T6" y="T7"/>
                </a:cxn>
                <a:cxn ang="0">
                  <a:pos x="T8" y="T9"/>
                </a:cxn>
              </a:cxnLst>
              <a:rect l="0" t="0" r="r" b="b"/>
              <a:pathLst>
                <a:path w="6" h="13">
                  <a:moveTo>
                    <a:pt x="6" y="0"/>
                  </a:moveTo>
                  <a:cubicBezTo>
                    <a:pt x="4" y="2"/>
                    <a:pt x="2" y="5"/>
                    <a:pt x="0" y="8"/>
                  </a:cubicBezTo>
                  <a:cubicBezTo>
                    <a:pt x="1" y="10"/>
                    <a:pt x="1" y="12"/>
                    <a:pt x="2" y="13"/>
                  </a:cubicBezTo>
                  <a:cubicBezTo>
                    <a:pt x="6" y="13"/>
                    <a:pt x="6" y="13"/>
                    <a:pt x="6" y="13"/>
                  </a:cubicBezTo>
                  <a:lnTo>
                    <a:pt x="6"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53" name="Freeform 245"/>
            <p:cNvSpPr>
              <a:spLocks/>
            </p:cNvSpPr>
            <p:nvPr/>
          </p:nvSpPr>
          <p:spPr bwMode="auto">
            <a:xfrm>
              <a:off x="11183939" y="2967038"/>
              <a:ext cx="49213" cy="41275"/>
            </a:xfrm>
            <a:custGeom>
              <a:avLst/>
              <a:gdLst>
                <a:gd name="T0" fmla="*/ 13 w 42"/>
                <a:gd name="T1" fmla="*/ 34 h 34"/>
                <a:gd name="T2" fmla="*/ 35 w 42"/>
                <a:gd name="T3" fmla="*/ 34 h 34"/>
                <a:gd name="T4" fmla="*/ 42 w 42"/>
                <a:gd name="T5" fmla="*/ 24 h 34"/>
                <a:gd name="T6" fmla="*/ 34 w 42"/>
                <a:gd name="T7" fmla="*/ 0 h 34"/>
                <a:gd name="T8" fmla="*/ 0 w 42"/>
                <a:gd name="T9" fmla="*/ 17 h 34"/>
                <a:gd name="T10" fmla="*/ 13 w 42"/>
                <a:gd name="T11" fmla="*/ 34 h 34"/>
              </a:gdLst>
              <a:ahLst/>
              <a:cxnLst>
                <a:cxn ang="0">
                  <a:pos x="T0" y="T1"/>
                </a:cxn>
                <a:cxn ang="0">
                  <a:pos x="T2" y="T3"/>
                </a:cxn>
                <a:cxn ang="0">
                  <a:pos x="T4" y="T5"/>
                </a:cxn>
                <a:cxn ang="0">
                  <a:pos x="T6" y="T7"/>
                </a:cxn>
                <a:cxn ang="0">
                  <a:pos x="T8" y="T9"/>
                </a:cxn>
                <a:cxn ang="0">
                  <a:pos x="T10" y="T11"/>
                </a:cxn>
              </a:cxnLst>
              <a:rect l="0" t="0" r="r" b="b"/>
              <a:pathLst>
                <a:path w="42" h="34">
                  <a:moveTo>
                    <a:pt x="13" y="34"/>
                  </a:moveTo>
                  <a:cubicBezTo>
                    <a:pt x="35" y="34"/>
                    <a:pt x="35" y="34"/>
                    <a:pt x="35" y="34"/>
                  </a:cubicBezTo>
                  <a:cubicBezTo>
                    <a:pt x="37" y="31"/>
                    <a:pt x="39" y="27"/>
                    <a:pt x="42" y="24"/>
                  </a:cubicBezTo>
                  <a:cubicBezTo>
                    <a:pt x="40" y="16"/>
                    <a:pt x="37" y="8"/>
                    <a:pt x="34" y="0"/>
                  </a:cubicBezTo>
                  <a:cubicBezTo>
                    <a:pt x="23" y="5"/>
                    <a:pt x="12" y="11"/>
                    <a:pt x="0" y="17"/>
                  </a:cubicBezTo>
                  <a:cubicBezTo>
                    <a:pt x="5" y="22"/>
                    <a:pt x="9" y="28"/>
                    <a:pt x="13" y="3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54" name="Freeform 246"/>
            <p:cNvSpPr>
              <a:spLocks/>
            </p:cNvSpPr>
            <p:nvPr/>
          </p:nvSpPr>
          <p:spPr bwMode="auto">
            <a:xfrm>
              <a:off x="11256964" y="2952751"/>
              <a:ext cx="4763" cy="6350"/>
            </a:xfrm>
            <a:custGeom>
              <a:avLst/>
              <a:gdLst>
                <a:gd name="T0" fmla="*/ 0 w 4"/>
                <a:gd name="T1" fmla="*/ 2 h 5"/>
                <a:gd name="T2" fmla="*/ 1 w 4"/>
                <a:gd name="T3" fmla="*/ 5 h 5"/>
                <a:gd name="T4" fmla="*/ 4 w 4"/>
                <a:gd name="T5" fmla="*/ 0 h 5"/>
                <a:gd name="T6" fmla="*/ 0 w 4"/>
                <a:gd name="T7" fmla="*/ 2 h 5"/>
              </a:gdLst>
              <a:ahLst/>
              <a:cxnLst>
                <a:cxn ang="0">
                  <a:pos x="T0" y="T1"/>
                </a:cxn>
                <a:cxn ang="0">
                  <a:pos x="T2" y="T3"/>
                </a:cxn>
                <a:cxn ang="0">
                  <a:pos x="T4" y="T5"/>
                </a:cxn>
                <a:cxn ang="0">
                  <a:pos x="T6" y="T7"/>
                </a:cxn>
              </a:cxnLst>
              <a:rect l="0" t="0" r="r" b="b"/>
              <a:pathLst>
                <a:path w="4" h="5">
                  <a:moveTo>
                    <a:pt x="0" y="2"/>
                  </a:moveTo>
                  <a:cubicBezTo>
                    <a:pt x="0" y="3"/>
                    <a:pt x="1" y="4"/>
                    <a:pt x="1" y="5"/>
                  </a:cubicBezTo>
                  <a:cubicBezTo>
                    <a:pt x="2" y="4"/>
                    <a:pt x="3" y="2"/>
                    <a:pt x="4" y="0"/>
                  </a:cubicBezTo>
                  <a:cubicBezTo>
                    <a:pt x="3" y="1"/>
                    <a:pt x="1" y="1"/>
                    <a:pt x="0" y="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55" name="Oval 247"/>
            <p:cNvSpPr>
              <a:spLocks noChangeArrowheads="1"/>
            </p:cNvSpPr>
            <p:nvPr/>
          </p:nvSpPr>
          <p:spPr bwMode="auto">
            <a:xfrm>
              <a:off x="11183939" y="2692401"/>
              <a:ext cx="44450" cy="44450"/>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56" name="Freeform 248"/>
            <p:cNvSpPr>
              <a:spLocks/>
            </p:cNvSpPr>
            <p:nvPr/>
          </p:nvSpPr>
          <p:spPr bwMode="auto">
            <a:xfrm>
              <a:off x="11503026" y="2987676"/>
              <a:ext cx="15875" cy="20638"/>
            </a:xfrm>
            <a:custGeom>
              <a:avLst/>
              <a:gdLst>
                <a:gd name="T0" fmla="*/ 13 w 13"/>
                <a:gd name="T1" fmla="*/ 1 h 17"/>
                <a:gd name="T2" fmla="*/ 9 w 13"/>
                <a:gd name="T3" fmla="*/ 0 h 17"/>
                <a:gd name="T4" fmla="*/ 0 w 13"/>
                <a:gd name="T5" fmla="*/ 17 h 17"/>
                <a:gd name="T6" fmla="*/ 13 w 13"/>
                <a:gd name="T7" fmla="*/ 17 h 17"/>
                <a:gd name="T8" fmla="*/ 13 w 13"/>
                <a:gd name="T9" fmla="*/ 1 h 17"/>
              </a:gdLst>
              <a:ahLst/>
              <a:cxnLst>
                <a:cxn ang="0">
                  <a:pos x="T0" y="T1"/>
                </a:cxn>
                <a:cxn ang="0">
                  <a:pos x="T2" y="T3"/>
                </a:cxn>
                <a:cxn ang="0">
                  <a:pos x="T4" y="T5"/>
                </a:cxn>
                <a:cxn ang="0">
                  <a:pos x="T6" y="T7"/>
                </a:cxn>
                <a:cxn ang="0">
                  <a:pos x="T8" y="T9"/>
                </a:cxn>
              </a:cxnLst>
              <a:rect l="0" t="0" r="r" b="b"/>
              <a:pathLst>
                <a:path w="13" h="17">
                  <a:moveTo>
                    <a:pt x="13" y="1"/>
                  </a:moveTo>
                  <a:cubicBezTo>
                    <a:pt x="11" y="1"/>
                    <a:pt x="10" y="0"/>
                    <a:pt x="9" y="0"/>
                  </a:cubicBezTo>
                  <a:cubicBezTo>
                    <a:pt x="6" y="5"/>
                    <a:pt x="3" y="11"/>
                    <a:pt x="0" y="17"/>
                  </a:cubicBezTo>
                  <a:cubicBezTo>
                    <a:pt x="13" y="17"/>
                    <a:pt x="13" y="17"/>
                    <a:pt x="13" y="17"/>
                  </a:cubicBezTo>
                  <a:lnTo>
                    <a:pt x="13" y="1"/>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57" name="Freeform 249"/>
            <p:cNvSpPr>
              <a:spLocks/>
            </p:cNvSpPr>
            <p:nvPr/>
          </p:nvSpPr>
          <p:spPr bwMode="auto">
            <a:xfrm>
              <a:off x="11317289" y="2932113"/>
              <a:ext cx="114300" cy="76200"/>
            </a:xfrm>
            <a:custGeom>
              <a:avLst/>
              <a:gdLst>
                <a:gd name="T0" fmla="*/ 95 w 95"/>
                <a:gd name="T1" fmla="*/ 63 h 63"/>
                <a:gd name="T2" fmla="*/ 91 w 95"/>
                <a:gd name="T3" fmla="*/ 32 h 63"/>
                <a:gd name="T4" fmla="*/ 76 w 95"/>
                <a:gd name="T5" fmla="*/ 9 h 63"/>
                <a:gd name="T6" fmla="*/ 37 w 95"/>
                <a:gd name="T7" fmla="*/ 0 h 63"/>
                <a:gd name="T8" fmla="*/ 37 w 95"/>
                <a:gd name="T9" fmla="*/ 0 h 63"/>
                <a:gd name="T10" fmla="*/ 0 w 95"/>
                <a:gd name="T11" fmla="*/ 4 h 63"/>
                <a:gd name="T12" fmla="*/ 0 w 95"/>
                <a:gd name="T13" fmla="*/ 63 h 63"/>
                <a:gd name="T14" fmla="*/ 95 w 95"/>
                <a:gd name="T15" fmla="*/ 63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5" h="63">
                  <a:moveTo>
                    <a:pt x="95" y="63"/>
                  </a:moveTo>
                  <a:cubicBezTo>
                    <a:pt x="93" y="48"/>
                    <a:pt x="92" y="37"/>
                    <a:pt x="91" y="32"/>
                  </a:cubicBezTo>
                  <a:cubicBezTo>
                    <a:pt x="89" y="21"/>
                    <a:pt x="85" y="14"/>
                    <a:pt x="76" y="9"/>
                  </a:cubicBezTo>
                  <a:cubicBezTo>
                    <a:pt x="67" y="3"/>
                    <a:pt x="54" y="0"/>
                    <a:pt x="37" y="0"/>
                  </a:cubicBezTo>
                  <a:cubicBezTo>
                    <a:pt x="37" y="0"/>
                    <a:pt x="37" y="0"/>
                    <a:pt x="37" y="0"/>
                  </a:cubicBezTo>
                  <a:cubicBezTo>
                    <a:pt x="25" y="0"/>
                    <a:pt x="13" y="2"/>
                    <a:pt x="0" y="4"/>
                  </a:cubicBezTo>
                  <a:cubicBezTo>
                    <a:pt x="0" y="63"/>
                    <a:pt x="0" y="63"/>
                    <a:pt x="0" y="63"/>
                  </a:cubicBezTo>
                  <a:lnTo>
                    <a:pt x="95" y="63"/>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58" name="Freeform 250"/>
            <p:cNvSpPr>
              <a:spLocks noEditPoints="1"/>
            </p:cNvSpPr>
            <p:nvPr/>
          </p:nvSpPr>
          <p:spPr bwMode="auto">
            <a:xfrm>
              <a:off x="11261726" y="2562226"/>
              <a:ext cx="293688" cy="436563"/>
            </a:xfrm>
            <a:custGeom>
              <a:avLst/>
              <a:gdLst>
                <a:gd name="T0" fmla="*/ 65 w 246"/>
                <a:gd name="T1" fmla="*/ 143 h 365"/>
                <a:gd name="T2" fmla="*/ 70 w 246"/>
                <a:gd name="T3" fmla="*/ 111 h 365"/>
                <a:gd name="T4" fmla="*/ 0 w 246"/>
                <a:gd name="T5" fmla="*/ 341 h 365"/>
                <a:gd name="T6" fmla="*/ 85 w 246"/>
                <a:gd name="T7" fmla="*/ 143 h 365"/>
                <a:gd name="T8" fmla="*/ 91 w 246"/>
                <a:gd name="T9" fmla="*/ 110 h 365"/>
                <a:gd name="T10" fmla="*/ 89 w 246"/>
                <a:gd name="T11" fmla="*/ 187 h 365"/>
                <a:gd name="T12" fmla="*/ 112 w 246"/>
                <a:gd name="T13" fmla="*/ 274 h 365"/>
                <a:gd name="T14" fmla="*/ 68 w 246"/>
                <a:gd name="T15" fmla="*/ 257 h 365"/>
                <a:gd name="T16" fmla="*/ 84 w 246"/>
                <a:gd name="T17" fmla="*/ 281 h 365"/>
                <a:gd name="T18" fmla="*/ 130 w 246"/>
                <a:gd name="T19" fmla="*/ 288 h 365"/>
                <a:gd name="T20" fmla="*/ 194 w 246"/>
                <a:gd name="T21" fmla="*/ 306 h 365"/>
                <a:gd name="T22" fmla="*/ 166 w 246"/>
                <a:gd name="T23" fmla="*/ 337 h 365"/>
                <a:gd name="T24" fmla="*/ 190 w 246"/>
                <a:gd name="T25" fmla="*/ 324 h 365"/>
                <a:gd name="T26" fmla="*/ 193 w 246"/>
                <a:gd name="T27" fmla="*/ 317 h 365"/>
                <a:gd name="T28" fmla="*/ 215 w 246"/>
                <a:gd name="T29" fmla="*/ 167 h 365"/>
                <a:gd name="T30" fmla="*/ 181 w 246"/>
                <a:gd name="T31" fmla="*/ 83 h 365"/>
                <a:gd name="T32" fmla="*/ 195 w 246"/>
                <a:gd name="T33" fmla="*/ 95 h 365"/>
                <a:gd name="T34" fmla="*/ 246 w 246"/>
                <a:gd name="T35" fmla="*/ 194 h 365"/>
                <a:gd name="T36" fmla="*/ 206 w 246"/>
                <a:gd name="T37" fmla="*/ 72 h 365"/>
                <a:gd name="T38" fmla="*/ 215 w 246"/>
                <a:gd name="T39" fmla="*/ 91 h 365"/>
                <a:gd name="T40" fmla="*/ 138 w 246"/>
                <a:gd name="T41" fmla="*/ 56 h 365"/>
                <a:gd name="T42" fmla="*/ 134 w 246"/>
                <a:gd name="T43" fmla="*/ 66 h 365"/>
                <a:gd name="T44" fmla="*/ 73 w 246"/>
                <a:gd name="T45" fmla="*/ 6 h 365"/>
                <a:gd name="T46" fmla="*/ 110 w 246"/>
                <a:gd name="T47" fmla="*/ 73 h 365"/>
                <a:gd name="T48" fmla="*/ 47 w 246"/>
                <a:gd name="T49" fmla="*/ 56 h 365"/>
                <a:gd name="T50" fmla="*/ 194 w 246"/>
                <a:gd name="T51" fmla="*/ 272 h 365"/>
                <a:gd name="T52" fmla="*/ 130 w 246"/>
                <a:gd name="T53" fmla="*/ 254 h 365"/>
                <a:gd name="T54" fmla="*/ 194 w 246"/>
                <a:gd name="T55" fmla="*/ 272 h 365"/>
                <a:gd name="T56" fmla="*/ 130 w 246"/>
                <a:gd name="T57" fmla="*/ 238 h 365"/>
                <a:gd name="T58" fmla="*/ 194 w 246"/>
                <a:gd name="T59" fmla="*/ 220 h 365"/>
                <a:gd name="T60" fmla="*/ 194 w 246"/>
                <a:gd name="T61" fmla="*/ 205 h 365"/>
                <a:gd name="T62" fmla="*/ 130 w 246"/>
                <a:gd name="T63" fmla="*/ 187 h 365"/>
                <a:gd name="T64" fmla="*/ 194 w 246"/>
                <a:gd name="T65" fmla="*/ 205 h 365"/>
                <a:gd name="T66" fmla="*/ 192 w 246"/>
                <a:gd name="T67" fmla="*/ 128 h 365"/>
                <a:gd name="T68" fmla="*/ 120 w 246"/>
                <a:gd name="T69" fmla="*/ 128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6" h="365">
                  <a:moveTo>
                    <a:pt x="47" y="234"/>
                  </a:moveTo>
                  <a:cubicBezTo>
                    <a:pt x="59" y="201"/>
                    <a:pt x="65" y="170"/>
                    <a:pt x="65" y="143"/>
                  </a:cubicBezTo>
                  <a:cubicBezTo>
                    <a:pt x="65" y="132"/>
                    <a:pt x="64" y="122"/>
                    <a:pt x="63" y="112"/>
                  </a:cubicBezTo>
                  <a:cubicBezTo>
                    <a:pt x="63" y="112"/>
                    <a:pt x="66" y="111"/>
                    <a:pt x="70" y="111"/>
                  </a:cubicBezTo>
                  <a:cubicBezTo>
                    <a:pt x="72" y="121"/>
                    <a:pt x="73" y="132"/>
                    <a:pt x="73" y="143"/>
                  </a:cubicBezTo>
                  <a:cubicBezTo>
                    <a:pt x="74" y="201"/>
                    <a:pt x="46" y="269"/>
                    <a:pt x="0" y="341"/>
                  </a:cubicBezTo>
                  <a:cubicBezTo>
                    <a:pt x="2" y="346"/>
                    <a:pt x="3" y="351"/>
                    <a:pt x="5" y="356"/>
                  </a:cubicBezTo>
                  <a:cubicBezTo>
                    <a:pt x="55" y="280"/>
                    <a:pt x="85" y="207"/>
                    <a:pt x="85" y="143"/>
                  </a:cubicBezTo>
                  <a:cubicBezTo>
                    <a:pt x="85" y="131"/>
                    <a:pt x="84" y="120"/>
                    <a:pt x="82" y="109"/>
                  </a:cubicBezTo>
                  <a:cubicBezTo>
                    <a:pt x="87" y="109"/>
                    <a:pt x="91" y="109"/>
                    <a:pt x="91" y="110"/>
                  </a:cubicBezTo>
                  <a:cubicBezTo>
                    <a:pt x="93" y="121"/>
                    <a:pt x="93" y="132"/>
                    <a:pt x="93" y="143"/>
                  </a:cubicBezTo>
                  <a:cubicBezTo>
                    <a:pt x="93" y="157"/>
                    <a:pt x="92" y="172"/>
                    <a:pt x="89" y="187"/>
                  </a:cubicBezTo>
                  <a:cubicBezTo>
                    <a:pt x="112" y="187"/>
                    <a:pt x="112" y="187"/>
                    <a:pt x="112" y="187"/>
                  </a:cubicBezTo>
                  <a:cubicBezTo>
                    <a:pt x="112" y="274"/>
                    <a:pt x="112" y="274"/>
                    <a:pt x="112" y="274"/>
                  </a:cubicBezTo>
                  <a:cubicBezTo>
                    <a:pt x="68" y="274"/>
                    <a:pt x="68" y="274"/>
                    <a:pt x="68" y="274"/>
                  </a:cubicBezTo>
                  <a:cubicBezTo>
                    <a:pt x="68" y="257"/>
                    <a:pt x="68" y="257"/>
                    <a:pt x="68" y="257"/>
                  </a:cubicBezTo>
                  <a:cubicBezTo>
                    <a:pt x="64" y="266"/>
                    <a:pt x="60" y="274"/>
                    <a:pt x="56" y="283"/>
                  </a:cubicBezTo>
                  <a:cubicBezTo>
                    <a:pt x="66" y="282"/>
                    <a:pt x="75" y="281"/>
                    <a:pt x="84" y="281"/>
                  </a:cubicBezTo>
                  <a:cubicBezTo>
                    <a:pt x="102" y="281"/>
                    <a:pt x="118" y="284"/>
                    <a:pt x="130" y="290"/>
                  </a:cubicBezTo>
                  <a:cubicBezTo>
                    <a:pt x="130" y="288"/>
                    <a:pt x="130" y="288"/>
                    <a:pt x="130" y="288"/>
                  </a:cubicBezTo>
                  <a:cubicBezTo>
                    <a:pt x="194" y="288"/>
                    <a:pt x="194" y="288"/>
                    <a:pt x="194" y="288"/>
                  </a:cubicBezTo>
                  <a:cubicBezTo>
                    <a:pt x="194" y="306"/>
                    <a:pt x="194" y="306"/>
                    <a:pt x="194" y="306"/>
                  </a:cubicBezTo>
                  <a:cubicBezTo>
                    <a:pt x="152" y="306"/>
                    <a:pt x="152" y="306"/>
                    <a:pt x="152" y="306"/>
                  </a:cubicBezTo>
                  <a:cubicBezTo>
                    <a:pt x="159" y="314"/>
                    <a:pt x="164" y="325"/>
                    <a:pt x="166" y="337"/>
                  </a:cubicBezTo>
                  <a:cubicBezTo>
                    <a:pt x="166" y="342"/>
                    <a:pt x="168" y="352"/>
                    <a:pt x="169" y="365"/>
                  </a:cubicBezTo>
                  <a:cubicBezTo>
                    <a:pt x="177" y="351"/>
                    <a:pt x="183" y="337"/>
                    <a:pt x="190" y="324"/>
                  </a:cubicBezTo>
                  <a:cubicBezTo>
                    <a:pt x="190" y="324"/>
                    <a:pt x="189" y="324"/>
                    <a:pt x="189" y="324"/>
                  </a:cubicBezTo>
                  <a:cubicBezTo>
                    <a:pt x="191" y="320"/>
                    <a:pt x="192" y="317"/>
                    <a:pt x="193" y="317"/>
                  </a:cubicBezTo>
                  <a:cubicBezTo>
                    <a:pt x="201" y="301"/>
                    <a:pt x="208" y="286"/>
                    <a:pt x="215" y="271"/>
                  </a:cubicBezTo>
                  <a:cubicBezTo>
                    <a:pt x="215" y="167"/>
                    <a:pt x="215" y="167"/>
                    <a:pt x="215" y="167"/>
                  </a:cubicBezTo>
                  <a:cubicBezTo>
                    <a:pt x="203" y="134"/>
                    <a:pt x="193" y="110"/>
                    <a:pt x="187" y="98"/>
                  </a:cubicBezTo>
                  <a:cubicBezTo>
                    <a:pt x="183" y="88"/>
                    <a:pt x="181" y="83"/>
                    <a:pt x="181" y="83"/>
                  </a:cubicBezTo>
                  <a:cubicBezTo>
                    <a:pt x="188" y="80"/>
                    <a:pt x="188" y="80"/>
                    <a:pt x="188" y="80"/>
                  </a:cubicBezTo>
                  <a:cubicBezTo>
                    <a:pt x="188" y="81"/>
                    <a:pt x="191" y="86"/>
                    <a:pt x="195" y="95"/>
                  </a:cubicBezTo>
                  <a:cubicBezTo>
                    <a:pt x="204" y="115"/>
                    <a:pt x="221" y="157"/>
                    <a:pt x="239" y="212"/>
                  </a:cubicBezTo>
                  <a:cubicBezTo>
                    <a:pt x="241" y="206"/>
                    <a:pt x="244" y="200"/>
                    <a:pt x="246" y="194"/>
                  </a:cubicBezTo>
                  <a:cubicBezTo>
                    <a:pt x="221" y="122"/>
                    <a:pt x="200" y="77"/>
                    <a:pt x="199" y="75"/>
                  </a:cubicBezTo>
                  <a:cubicBezTo>
                    <a:pt x="206" y="72"/>
                    <a:pt x="206" y="72"/>
                    <a:pt x="206" y="72"/>
                  </a:cubicBezTo>
                  <a:cubicBezTo>
                    <a:pt x="206" y="72"/>
                    <a:pt x="206" y="72"/>
                    <a:pt x="206" y="72"/>
                  </a:cubicBezTo>
                  <a:cubicBezTo>
                    <a:pt x="208" y="76"/>
                    <a:pt x="211" y="82"/>
                    <a:pt x="215" y="91"/>
                  </a:cubicBezTo>
                  <a:cubicBezTo>
                    <a:pt x="215" y="56"/>
                    <a:pt x="215" y="56"/>
                    <a:pt x="215" y="56"/>
                  </a:cubicBezTo>
                  <a:cubicBezTo>
                    <a:pt x="138" y="56"/>
                    <a:pt x="138" y="56"/>
                    <a:pt x="138" y="56"/>
                  </a:cubicBezTo>
                  <a:cubicBezTo>
                    <a:pt x="139" y="58"/>
                    <a:pt x="140" y="60"/>
                    <a:pt x="141" y="62"/>
                  </a:cubicBezTo>
                  <a:cubicBezTo>
                    <a:pt x="141" y="62"/>
                    <a:pt x="138" y="64"/>
                    <a:pt x="134" y="66"/>
                  </a:cubicBezTo>
                  <a:cubicBezTo>
                    <a:pt x="120" y="40"/>
                    <a:pt x="105" y="19"/>
                    <a:pt x="89" y="0"/>
                  </a:cubicBezTo>
                  <a:cubicBezTo>
                    <a:pt x="84" y="2"/>
                    <a:pt x="78" y="4"/>
                    <a:pt x="73" y="6"/>
                  </a:cubicBezTo>
                  <a:cubicBezTo>
                    <a:pt x="89" y="24"/>
                    <a:pt x="104" y="46"/>
                    <a:pt x="119" y="72"/>
                  </a:cubicBezTo>
                  <a:cubicBezTo>
                    <a:pt x="114" y="73"/>
                    <a:pt x="111" y="74"/>
                    <a:pt x="110" y="73"/>
                  </a:cubicBezTo>
                  <a:cubicBezTo>
                    <a:pt x="107" y="67"/>
                    <a:pt x="104" y="62"/>
                    <a:pt x="100" y="56"/>
                  </a:cubicBezTo>
                  <a:cubicBezTo>
                    <a:pt x="47" y="56"/>
                    <a:pt x="47" y="56"/>
                    <a:pt x="47" y="56"/>
                  </a:cubicBezTo>
                  <a:lnTo>
                    <a:pt x="47" y="234"/>
                  </a:lnTo>
                  <a:close/>
                  <a:moveTo>
                    <a:pt x="194" y="272"/>
                  </a:moveTo>
                  <a:cubicBezTo>
                    <a:pt x="130" y="272"/>
                    <a:pt x="130" y="272"/>
                    <a:pt x="130" y="272"/>
                  </a:cubicBezTo>
                  <a:cubicBezTo>
                    <a:pt x="130" y="254"/>
                    <a:pt x="130" y="254"/>
                    <a:pt x="130" y="254"/>
                  </a:cubicBezTo>
                  <a:cubicBezTo>
                    <a:pt x="194" y="254"/>
                    <a:pt x="194" y="254"/>
                    <a:pt x="194" y="254"/>
                  </a:cubicBezTo>
                  <a:lnTo>
                    <a:pt x="194" y="272"/>
                  </a:lnTo>
                  <a:close/>
                  <a:moveTo>
                    <a:pt x="194" y="238"/>
                  </a:moveTo>
                  <a:cubicBezTo>
                    <a:pt x="130" y="238"/>
                    <a:pt x="130" y="238"/>
                    <a:pt x="130" y="238"/>
                  </a:cubicBezTo>
                  <a:cubicBezTo>
                    <a:pt x="130" y="220"/>
                    <a:pt x="130" y="220"/>
                    <a:pt x="130" y="220"/>
                  </a:cubicBezTo>
                  <a:cubicBezTo>
                    <a:pt x="194" y="220"/>
                    <a:pt x="194" y="220"/>
                    <a:pt x="194" y="220"/>
                  </a:cubicBezTo>
                  <a:lnTo>
                    <a:pt x="194" y="238"/>
                  </a:lnTo>
                  <a:close/>
                  <a:moveTo>
                    <a:pt x="194" y="205"/>
                  </a:moveTo>
                  <a:cubicBezTo>
                    <a:pt x="130" y="205"/>
                    <a:pt x="130" y="205"/>
                    <a:pt x="130" y="205"/>
                  </a:cubicBezTo>
                  <a:cubicBezTo>
                    <a:pt x="130" y="187"/>
                    <a:pt x="130" y="187"/>
                    <a:pt x="130" y="187"/>
                  </a:cubicBezTo>
                  <a:cubicBezTo>
                    <a:pt x="194" y="187"/>
                    <a:pt x="194" y="187"/>
                    <a:pt x="194" y="187"/>
                  </a:cubicBezTo>
                  <a:lnTo>
                    <a:pt x="194" y="205"/>
                  </a:lnTo>
                  <a:close/>
                  <a:moveTo>
                    <a:pt x="156" y="92"/>
                  </a:moveTo>
                  <a:cubicBezTo>
                    <a:pt x="176" y="92"/>
                    <a:pt x="192" y="108"/>
                    <a:pt x="192" y="128"/>
                  </a:cubicBezTo>
                  <a:cubicBezTo>
                    <a:pt x="192" y="148"/>
                    <a:pt x="176" y="164"/>
                    <a:pt x="156" y="164"/>
                  </a:cubicBezTo>
                  <a:cubicBezTo>
                    <a:pt x="136" y="164"/>
                    <a:pt x="120" y="148"/>
                    <a:pt x="120" y="128"/>
                  </a:cubicBezTo>
                  <a:cubicBezTo>
                    <a:pt x="120" y="108"/>
                    <a:pt x="136" y="92"/>
                    <a:pt x="156" y="9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59" name="Oval 251"/>
            <p:cNvSpPr>
              <a:spLocks noChangeArrowheads="1"/>
            </p:cNvSpPr>
            <p:nvPr/>
          </p:nvSpPr>
          <p:spPr bwMode="auto">
            <a:xfrm>
              <a:off x="11425239" y="2692401"/>
              <a:ext cx="46038" cy="44450"/>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60" name="Freeform 252"/>
            <p:cNvSpPr>
              <a:spLocks/>
            </p:cNvSpPr>
            <p:nvPr/>
          </p:nvSpPr>
          <p:spPr bwMode="auto">
            <a:xfrm>
              <a:off x="10075864" y="3525838"/>
              <a:ext cx="234950" cy="57150"/>
            </a:xfrm>
            <a:custGeom>
              <a:avLst/>
              <a:gdLst>
                <a:gd name="T0" fmla="*/ 196 w 196"/>
                <a:gd name="T1" fmla="*/ 0 h 48"/>
                <a:gd name="T2" fmla="*/ 0 w 196"/>
                <a:gd name="T3" fmla="*/ 0 h 48"/>
                <a:gd name="T4" fmla="*/ 0 w 196"/>
                <a:gd name="T5" fmla="*/ 47 h 48"/>
                <a:gd name="T6" fmla="*/ 1 w 196"/>
                <a:gd name="T7" fmla="*/ 48 h 48"/>
                <a:gd name="T8" fmla="*/ 128 w 196"/>
                <a:gd name="T9" fmla="*/ 48 h 48"/>
                <a:gd name="T10" fmla="*/ 196 w 196"/>
                <a:gd name="T11" fmla="*/ 0 h 48"/>
              </a:gdLst>
              <a:ahLst/>
              <a:cxnLst>
                <a:cxn ang="0">
                  <a:pos x="T0" y="T1"/>
                </a:cxn>
                <a:cxn ang="0">
                  <a:pos x="T2" y="T3"/>
                </a:cxn>
                <a:cxn ang="0">
                  <a:pos x="T4" y="T5"/>
                </a:cxn>
                <a:cxn ang="0">
                  <a:pos x="T6" y="T7"/>
                </a:cxn>
                <a:cxn ang="0">
                  <a:pos x="T8" y="T9"/>
                </a:cxn>
                <a:cxn ang="0">
                  <a:pos x="T10" y="T11"/>
                </a:cxn>
              </a:cxnLst>
              <a:rect l="0" t="0" r="r" b="b"/>
              <a:pathLst>
                <a:path w="196" h="48">
                  <a:moveTo>
                    <a:pt x="196" y="0"/>
                  </a:moveTo>
                  <a:cubicBezTo>
                    <a:pt x="0" y="0"/>
                    <a:pt x="0" y="0"/>
                    <a:pt x="0" y="0"/>
                  </a:cubicBezTo>
                  <a:cubicBezTo>
                    <a:pt x="0" y="47"/>
                    <a:pt x="0" y="47"/>
                    <a:pt x="0" y="47"/>
                  </a:cubicBezTo>
                  <a:cubicBezTo>
                    <a:pt x="0" y="48"/>
                    <a:pt x="0" y="48"/>
                    <a:pt x="1" y="48"/>
                  </a:cubicBezTo>
                  <a:cubicBezTo>
                    <a:pt x="128" y="48"/>
                    <a:pt x="128" y="48"/>
                    <a:pt x="128" y="48"/>
                  </a:cubicBezTo>
                  <a:cubicBezTo>
                    <a:pt x="147" y="33"/>
                    <a:pt x="169" y="17"/>
                    <a:pt x="196"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61" name="Freeform 253"/>
            <p:cNvSpPr>
              <a:spLocks/>
            </p:cNvSpPr>
            <p:nvPr/>
          </p:nvSpPr>
          <p:spPr bwMode="auto">
            <a:xfrm>
              <a:off x="10385426" y="3525838"/>
              <a:ext cx="66675" cy="55563"/>
            </a:xfrm>
            <a:custGeom>
              <a:avLst/>
              <a:gdLst>
                <a:gd name="T0" fmla="*/ 51 w 56"/>
                <a:gd name="T1" fmla="*/ 46 h 46"/>
                <a:gd name="T2" fmla="*/ 56 w 56"/>
                <a:gd name="T3" fmla="*/ 0 h 46"/>
                <a:gd name="T4" fmla="*/ 0 w 56"/>
                <a:gd name="T5" fmla="*/ 0 h 46"/>
                <a:gd name="T6" fmla="*/ 0 w 56"/>
                <a:gd name="T7" fmla="*/ 9 h 46"/>
                <a:gd name="T8" fmla="*/ 7 w 56"/>
                <a:gd name="T9" fmla="*/ 15 h 46"/>
                <a:gd name="T10" fmla="*/ 51 w 56"/>
                <a:gd name="T11" fmla="*/ 46 h 46"/>
              </a:gdLst>
              <a:ahLst/>
              <a:cxnLst>
                <a:cxn ang="0">
                  <a:pos x="T0" y="T1"/>
                </a:cxn>
                <a:cxn ang="0">
                  <a:pos x="T2" y="T3"/>
                </a:cxn>
                <a:cxn ang="0">
                  <a:pos x="T4" y="T5"/>
                </a:cxn>
                <a:cxn ang="0">
                  <a:pos x="T6" y="T7"/>
                </a:cxn>
                <a:cxn ang="0">
                  <a:pos x="T8" y="T9"/>
                </a:cxn>
                <a:cxn ang="0">
                  <a:pos x="T10" y="T11"/>
                </a:cxn>
              </a:cxnLst>
              <a:rect l="0" t="0" r="r" b="b"/>
              <a:pathLst>
                <a:path w="56" h="46">
                  <a:moveTo>
                    <a:pt x="51" y="46"/>
                  </a:moveTo>
                  <a:cubicBezTo>
                    <a:pt x="53" y="32"/>
                    <a:pt x="55" y="17"/>
                    <a:pt x="56" y="0"/>
                  </a:cubicBezTo>
                  <a:cubicBezTo>
                    <a:pt x="0" y="0"/>
                    <a:pt x="0" y="0"/>
                    <a:pt x="0" y="0"/>
                  </a:cubicBezTo>
                  <a:cubicBezTo>
                    <a:pt x="0" y="3"/>
                    <a:pt x="0" y="6"/>
                    <a:pt x="0" y="9"/>
                  </a:cubicBezTo>
                  <a:cubicBezTo>
                    <a:pt x="3" y="11"/>
                    <a:pt x="5" y="13"/>
                    <a:pt x="7" y="15"/>
                  </a:cubicBezTo>
                  <a:cubicBezTo>
                    <a:pt x="22" y="26"/>
                    <a:pt x="36" y="36"/>
                    <a:pt x="51" y="4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62" name="Freeform 254"/>
            <p:cNvSpPr>
              <a:spLocks/>
            </p:cNvSpPr>
            <p:nvPr/>
          </p:nvSpPr>
          <p:spPr bwMode="auto">
            <a:xfrm>
              <a:off x="10283826" y="3546476"/>
              <a:ext cx="69850" cy="36513"/>
            </a:xfrm>
            <a:custGeom>
              <a:avLst/>
              <a:gdLst>
                <a:gd name="T0" fmla="*/ 57 w 58"/>
                <a:gd name="T1" fmla="*/ 6 h 31"/>
                <a:gd name="T2" fmla="*/ 49 w 58"/>
                <a:gd name="T3" fmla="*/ 0 h 31"/>
                <a:gd name="T4" fmla="*/ 0 w 58"/>
                <a:gd name="T5" fmla="*/ 31 h 31"/>
                <a:gd name="T6" fmla="*/ 58 w 58"/>
                <a:gd name="T7" fmla="*/ 31 h 31"/>
                <a:gd name="T8" fmla="*/ 57 w 58"/>
                <a:gd name="T9" fmla="*/ 6 h 31"/>
              </a:gdLst>
              <a:ahLst/>
              <a:cxnLst>
                <a:cxn ang="0">
                  <a:pos x="T0" y="T1"/>
                </a:cxn>
                <a:cxn ang="0">
                  <a:pos x="T2" y="T3"/>
                </a:cxn>
                <a:cxn ang="0">
                  <a:pos x="T4" y="T5"/>
                </a:cxn>
                <a:cxn ang="0">
                  <a:pos x="T6" y="T7"/>
                </a:cxn>
                <a:cxn ang="0">
                  <a:pos x="T8" y="T9"/>
                </a:cxn>
              </a:cxnLst>
              <a:rect l="0" t="0" r="r" b="b"/>
              <a:pathLst>
                <a:path w="58" h="31">
                  <a:moveTo>
                    <a:pt x="57" y="6"/>
                  </a:moveTo>
                  <a:cubicBezTo>
                    <a:pt x="54" y="4"/>
                    <a:pt x="52" y="2"/>
                    <a:pt x="49" y="0"/>
                  </a:cubicBezTo>
                  <a:cubicBezTo>
                    <a:pt x="31" y="10"/>
                    <a:pt x="15" y="21"/>
                    <a:pt x="0" y="31"/>
                  </a:cubicBezTo>
                  <a:cubicBezTo>
                    <a:pt x="58" y="31"/>
                    <a:pt x="58" y="31"/>
                    <a:pt x="58" y="31"/>
                  </a:cubicBezTo>
                  <a:cubicBezTo>
                    <a:pt x="57" y="23"/>
                    <a:pt x="57" y="14"/>
                    <a:pt x="57" y="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63" name="Freeform 255"/>
            <p:cNvSpPr>
              <a:spLocks/>
            </p:cNvSpPr>
            <p:nvPr/>
          </p:nvSpPr>
          <p:spPr bwMode="auto">
            <a:xfrm>
              <a:off x="11468101" y="3525838"/>
              <a:ext cx="80963" cy="57150"/>
            </a:xfrm>
            <a:custGeom>
              <a:avLst/>
              <a:gdLst>
                <a:gd name="T0" fmla="*/ 68 w 68"/>
                <a:gd name="T1" fmla="*/ 26 h 48"/>
                <a:gd name="T2" fmla="*/ 53 w 68"/>
                <a:gd name="T3" fmla="*/ 12 h 48"/>
                <a:gd name="T4" fmla="*/ 38 w 68"/>
                <a:gd name="T5" fmla="*/ 0 h 48"/>
                <a:gd name="T6" fmla="*/ 8 w 68"/>
                <a:gd name="T7" fmla="*/ 0 h 48"/>
                <a:gd name="T8" fmla="*/ 0 w 68"/>
                <a:gd name="T9" fmla="*/ 48 h 48"/>
                <a:gd name="T10" fmla="*/ 68 w 68"/>
                <a:gd name="T11" fmla="*/ 48 h 48"/>
                <a:gd name="T12" fmla="*/ 68 w 68"/>
                <a:gd name="T13" fmla="*/ 26 h 48"/>
              </a:gdLst>
              <a:ahLst/>
              <a:cxnLst>
                <a:cxn ang="0">
                  <a:pos x="T0" y="T1"/>
                </a:cxn>
                <a:cxn ang="0">
                  <a:pos x="T2" y="T3"/>
                </a:cxn>
                <a:cxn ang="0">
                  <a:pos x="T4" y="T5"/>
                </a:cxn>
                <a:cxn ang="0">
                  <a:pos x="T6" y="T7"/>
                </a:cxn>
                <a:cxn ang="0">
                  <a:pos x="T8" y="T9"/>
                </a:cxn>
                <a:cxn ang="0">
                  <a:pos x="T10" y="T11"/>
                </a:cxn>
                <a:cxn ang="0">
                  <a:pos x="T12" y="T13"/>
                </a:cxn>
              </a:cxnLst>
              <a:rect l="0" t="0" r="r" b="b"/>
              <a:pathLst>
                <a:path w="68" h="48">
                  <a:moveTo>
                    <a:pt x="68" y="26"/>
                  </a:moveTo>
                  <a:cubicBezTo>
                    <a:pt x="63" y="21"/>
                    <a:pt x="58" y="16"/>
                    <a:pt x="53" y="12"/>
                  </a:cubicBezTo>
                  <a:cubicBezTo>
                    <a:pt x="48" y="8"/>
                    <a:pt x="43" y="4"/>
                    <a:pt x="38" y="0"/>
                  </a:cubicBezTo>
                  <a:cubicBezTo>
                    <a:pt x="8" y="0"/>
                    <a:pt x="8" y="0"/>
                    <a:pt x="8" y="0"/>
                  </a:cubicBezTo>
                  <a:cubicBezTo>
                    <a:pt x="6" y="18"/>
                    <a:pt x="3" y="34"/>
                    <a:pt x="0" y="48"/>
                  </a:cubicBezTo>
                  <a:cubicBezTo>
                    <a:pt x="68" y="48"/>
                    <a:pt x="68" y="48"/>
                    <a:pt x="68" y="48"/>
                  </a:cubicBezTo>
                  <a:lnTo>
                    <a:pt x="68" y="26"/>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64" name="Freeform 256"/>
            <p:cNvSpPr>
              <a:spLocks/>
            </p:cNvSpPr>
            <p:nvPr/>
          </p:nvSpPr>
          <p:spPr bwMode="auto">
            <a:xfrm>
              <a:off x="10956926" y="3525838"/>
              <a:ext cx="142875" cy="57150"/>
            </a:xfrm>
            <a:custGeom>
              <a:avLst/>
              <a:gdLst>
                <a:gd name="T0" fmla="*/ 0 w 119"/>
                <a:gd name="T1" fmla="*/ 48 h 48"/>
                <a:gd name="T2" fmla="*/ 90 w 119"/>
                <a:gd name="T3" fmla="*/ 48 h 48"/>
                <a:gd name="T4" fmla="*/ 101 w 119"/>
                <a:gd name="T5" fmla="*/ 38 h 48"/>
                <a:gd name="T6" fmla="*/ 119 w 119"/>
                <a:gd name="T7" fmla="*/ 20 h 48"/>
                <a:gd name="T8" fmla="*/ 112 w 119"/>
                <a:gd name="T9" fmla="*/ 0 h 48"/>
                <a:gd name="T10" fmla="*/ 8 w 119"/>
                <a:gd name="T11" fmla="*/ 0 h 48"/>
                <a:gd name="T12" fmla="*/ 0 w 119"/>
                <a:gd name="T13" fmla="*/ 48 h 48"/>
              </a:gdLst>
              <a:ahLst/>
              <a:cxnLst>
                <a:cxn ang="0">
                  <a:pos x="T0" y="T1"/>
                </a:cxn>
                <a:cxn ang="0">
                  <a:pos x="T2" y="T3"/>
                </a:cxn>
                <a:cxn ang="0">
                  <a:pos x="T4" y="T5"/>
                </a:cxn>
                <a:cxn ang="0">
                  <a:pos x="T6" y="T7"/>
                </a:cxn>
                <a:cxn ang="0">
                  <a:pos x="T8" y="T9"/>
                </a:cxn>
                <a:cxn ang="0">
                  <a:pos x="T10" y="T11"/>
                </a:cxn>
                <a:cxn ang="0">
                  <a:pos x="T12" y="T13"/>
                </a:cxn>
              </a:cxnLst>
              <a:rect l="0" t="0" r="r" b="b"/>
              <a:pathLst>
                <a:path w="119" h="48">
                  <a:moveTo>
                    <a:pt x="0" y="48"/>
                  </a:moveTo>
                  <a:cubicBezTo>
                    <a:pt x="90" y="48"/>
                    <a:pt x="90" y="48"/>
                    <a:pt x="90" y="48"/>
                  </a:cubicBezTo>
                  <a:cubicBezTo>
                    <a:pt x="93" y="45"/>
                    <a:pt x="97" y="41"/>
                    <a:pt x="101" y="38"/>
                  </a:cubicBezTo>
                  <a:cubicBezTo>
                    <a:pt x="107" y="32"/>
                    <a:pt x="113" y="26"/>
                    <a:pt x="119" y="20"/>
                  </a:cubicBezTo>
                  <a:cubicBezTo>
                    <a:pt x="117" y="14"/>
                    <a:pt x="114" y="7"/>
                    <a:pt x="112" y="0"/>
                  </a:cubicBezTo>
                  <a:cubicBezTo>
                    <a:pt x="8" y="0"/>
                    <a:pt x="8" y="0"/>
                    <a:pt x="8" y="0"/>
                  </a:cubicBezTo>
                  <a:cubicBezTo>
                    <a:pt x="6" y="17"/>
                    <a:pt x="3" y="33"/>
                    <a:pt x="0" y="4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65" name="Freeform 257"/>
            <p:cNvSpPr>
              <a:spLocks/>
            </p:cNvSpPr>
            <p:nvPr/>
          </p:nvSpPr>
          <p:spPr bwMode="auto">
            <a:xfrm>
              <a:off x="11147426" y="3525838"/>
              <a:ext cx="71438" cy="57150"/>
            </a:xfrm>
            <a:custGeom>
              <a:avLst/>
              <a:gdLst>
                <a:gd name="T0" fmla="*/ 0 w 60"/>
                <a:gd name="T1" fmla="*/ 35 h 48"/>
                <a:gd name="T2" fmla="*/ 8 w 60"/>
                <a:gd name="T3" fmla="*/ 48 h 48"/>
                <a:gd name="T4" fmla="*/ 38 w 60"/>
                <a:gd name="T5" fmla="*/ 48 h 48"/>
                <a:gd name="T6" fmla="*/ 60 w 60"/>
                <a:gd name="T7" fmla="*/ 0 h 48"/>
                <a:gd name="T8" fmla="*/ 24 w 60"/>
                <a:gd name="T9" fmla="*/ 0 h 48"/>
                <a:gd name="T10" fmla="*/ 0 w 60"/>
                <a:gd name="T11" fmla="*/ 35 h 48"/>
              </a:gdLst>
              <a:ahLst/>
              <a:cxnLst>
                <a:cxn ang="0">
                  <a:pos x="T0" y="T1"/>
                </a:cxn>
                <a:cxn ang="0">
                  <a:pos x="T2" y="T3"/>
                </a:cxn>
                <a:cxn ang="0">
                  <a:pos x="T4" y="T5"/>
                </a:cxn>
                <a:cxn ang="0">
                  <a:pos x="T6" y="T7"/>
                </a:cxn>
                <a:cxn ang="0">
                  <a:pos x="T8" y="T9"/>
                </a:cxn>
                <a:cxn ang="0">
                  <a:pos x="T10" y="T11"/>
                </a:cxn>
              </a:cxnLst>
              <a:rect l="0" t="0" r="r" b="b"/>
              <a:pathLst>
                <a:path w="60" h="48">
                  <a:moveTo>
                    <a:pt x="0" y="35"/>
                  </a:moveTo>
                  <a:cubicBezTo>
                    <a:pt x="3" y="40"/>
                    <a:pt x="5" y="44"/>
                    <a:pt x="8" y="48"/>
                  </a:cubicBezTo>
                  <a:cubicBezTo>
                    <a:pt x="38" y="48"/>
                    <a:pt x="38" y="48"/>
                    <a:pt x="38" y="48"/>
                  </a:cubicBezTo>
                  <a:cubicBezTo>
                    <a:pt x="46" y="33"/>
                    <a:pt x="54" y="17"/>
                    <a:pt x="60" y="0"/>
                  </a:cubicBezTo>
                  <a:cubicBezTo>
                    <a:pt x="24" y="0"/>
                    <a:pt x="24" y="0"/>
                    <a:pt x="24" y="0"/>
                  </a:cubicBezTo>
                  <a:cubicBezTo>
                    <a:pt x="17" y="12"/>
                    <a:pt x="9" y="24"/>
                    <a:pt x="0" y="3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66" name="Freeform 258"/>
            <p:cNvSpPr>
              <a:spLocks/>
            </p:cNvSpPr>
            <p:nvPr/>
          </p:nvSpPr>
          <p:spPr bwMode="auto">
            <a:xfrm>
              <a:off x="11231564" y="3525838"/>
              <a:ext cx="212725" cy="57150"/>
            </a:xfrm>
            <a:custGeom>
              <a:avLst/>
              <a:gdLst>
                <a:gd name="T0" fmla="*/ 0 w 178"/>
                <a:gd name="T1" fmla="*/ 48 h 48"/>
                <a:gd name="T2" fmla="*/ 169 w 178"/>
                <a:gd name="T3" fmla="*/ 48 h 48"/>
                <a:gd name="T4" fmla="*/ 178 w 178"/>
                <a:gd name="T5" fmla="*/ 0 h 48"/>
                <a:gd name="T6" fmla="*/ 19 w 178"/>
                <a:gd name="T7" fmla="*/ 0 h 48"/>
                <a:gd name="T8" fmla="*/ 0 w 178"/>
                <a:gd name="T9" fmla="*/ 48 h 48"/>
              </a:gdLst>
              <a:ahLst/>
              <a:cxnLst>
                <a:cxn ang="0">
                  <a:pos x="T0" y="T1"/>
                </a:cxn>
                <a:cxn ang="0">
                  <a:pos x="T2" y="T3"/>
                </a:cxn>
                <a:cxn ang="0">
                  <a:pos x="T4" y="T5"/>
                </a:cxn>
                <a:cxn ang="0">
                  <a:pos x="T6" y="T7"/>
                </a:cxn>
                <a:cxn ang="0">
                  <a:pos x="T8" y="T9"/>
                </a:cxn>
              </a:cxnLst>
              <a:rect l="0" t="0" r="r" b="b"/>
              <a:pathLst>
                <a:path w="178" h="48">
                  <a:moveTo>
                    <a:pt x="0" y="48"/>
                  </a:moveTo>
                  <a:cubicBezTo>
                    <a:pt x="169" y="48"/>
                    <a:pt x="169" y="48"/>
                    <a:pt x="169" y="48"/>
                  </a:cubicBezTo>
                  <a:cubicBezTo>
                    <a:pt x="173" y="34"/>
                    <a:pt x="175" y="18"/>
                    <a:pt x="178" y="0"/>
                  </a:cubicBezTo>
                  <a:cubicBezTo>
                    <a:pt x="19" y="0"/>
                    <a:pt x="19" y="0"/>
                    <a:pt x="19" y="0"/>
                  </a:cubicBezTo>
                  <a:cubicBezTo>
                    <a:pt x="14" y="17"/>
                    <a:pt x="7" y="33"/>
                    <a:pt x="0" y="4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67" name="Freeform 259"/>
            <p:cNvSpPr>
              <a:spLocks/>
            </p:cNvSpPr>
            <p:nvPr/>
          </p:nvSpPr>
          <p:spPr bwMode="auto">
            <a:xfrm>
              <a:off x="10387014" y="3579813"/>
              <a:ext cx="4763" cy="3175"/>
            </a:xfrm>
            <a:custGeom>
              <a:avLst/>
              <a:gdLst>
                <a:gd name="T0" fmla="*/ 0 w 4"/>
                <a:gd name="T1" fmla="*/ 0 h 3"/>
                <a:gd name="T2" fmla="*/ 0 w 4"/>
                <a:gd name="T3" fmla="*/ 3 h 3"/>
                <a:gd name="T4" fmla="*/ 4 w 4"/>
                <a:gd name="T5" fmla="*/ 3 h 3"/>
                <a:gd name="T6" fmla="*/ 0 w 4"/>
                <a:gd name="T7" fmla="*/ 0 h 3"/>
              </a:gdLst>
              <a:ahLst/>
              <a:cxnLst>
                <a:cxn ang="0">
                  <a:pos x="T0" y="T1"/>
                </a:cxn>
                <a:cxn ang="0">
                  <a:pos x="T2" y="T3"/>
                </a:cxn>
                <a:cxn ang="0">
                  <a:pos x="T4" y="T5"/>
                </a:cxn>
                <a:cxn ang="0">
                  <a:pos x="T6" y="T7"/>
                </a:cxn>
              </a:cxnLst>
              <a:rect l="0" t="0" r="r" b="b"/>
              <a:pathLst>
                <a:path w="4" h="3">
                  <a:moveTo>
                    <a:pt x="0" y="0"/>
                  </a:moveTo>
                  <a:cubicBezTo>
                    <a:pt x="0" y="1"/>
                    <a:pt x="0" y="2"/>
                    <a:pt x="0" y="3"/>
                  </a:cubicBezTo>
                  <a:cubicBezTo>
                    <a:pt x="4" y="3"/>
                    <a:pt x="4" y="3"/>
                    <a:pt x="4" y="3"/>
                  </a:cubicBezTo>
                  <a:cubicBezTo>
                    <a:pt x="2" y="2"/>
                    <a:pt x="1" y="1"/>
                    <a:pt x="0"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68" name="Freeform 260"/>
            <p:cNvSpPr>
              <a:spLocks/>
            </p:cNvSpPr>
            <p:nvPr/>
          </p:nvSpPr>
          <p:spPr bwMode="auto">
            <a:xfrm>
              <a:off x="10002839" y="3100388"/>
              <a:ext cx="292100" cy="731838"/>
            </a:xfrm>
            <a:custGeom>
              <a:avLst/>
              <a:gdLst>
                <a:gd name="T0" fmla="*/ 244 w 244"/>
                <a:gd name="T1" fmla="*/ 337 h 611"/>
                <a:gd name="T2" fmla="*/ 186 w 244"/>
                <a:gd name="T3" fmla="*/ 270 h 611"/>
                <a:gd name="T4" fmla="*/ 171 w 244"/>
                <a:gd name="T5" fmla="*/ 270 h 611"/>
                <a:gd name="T6" fmla="*/ 171 w 244"/>
                <a:gd name="T7" fmla="*/ 252 h 611"/>
                <a:gd name="T8" fmla="*/ 173 w 244"/>
                <a:gd name="T9" fmla="*/ 252 h 611"/>
                <a:gd name="T10" fmla="*/ 153 w 244"/>
                <a:gd name="T11" fmla="*/ 216 h 611"/>
                <a:gd name="T12" fmla="*/ 153 w 244"/>
                <a:gd name="T13" fmla="*/ 238 h 611"/>
                <a:gd name="T14" fmla="*/ 131 w 244"/>
                <a:gd name="T15" fmla="*/ 238 h 611"/>
                <a:gd name="T16" fmla="*/ 139 w 244"/>
                <a:gd name="T17" fmla="*/ 247 h 611"/>
                <a:gd name="T18" fmla="*/ 134 w 244"/>
                <a:gd name="T19" fmla="*/ 252 h 611"/>
                <a:gd name="T20" fmla="*/ 12 w 244"/>
                <a:gd name="T21" fmla="*/ 0 h 611"/>
                <a:gd name="T22" fmla="*/ 0 w 244"/>
                <a:gd name="T23" fmla="*/ 11 h 611"/>
                <a:gd name="T24" fmla="*/ 125 w 244"/>
                <a:gd name="T25" fmla="*/ 261 h 611"/>
                <a:gd name="T26" fmla="*/ 120 w 244"/>
                <a:gd name="T27" fmla="*/ 267 h 611"/>
                <a:gd name="T28" fmla="*/ 88 w 244"/>
                <a:gd name="T29" fmla="*/ 232 h 611"/>
                <a:gd name="T30" fmla="*/ 88 w 244"/>
                <a:gd name="T31" fmla="*/ 267 h 611"/>
                <a:gd name="T32" fmla="*/ 102 w 244"/>
                <a:gd name="T33" fmla="*/ 259 h 611"/>
                <a:gd name="T34" fmla="*/ 105 w 244"/>
                <a:gd name="T35" fmla="*/ 266 h 611"/>
                <a:gd name="T36" fmla="*/ 61 w 244"/>
                <a:gd name="T37" fmla="*/ 299 h 611"/>
                <a:gd name="T38" fmla="*/ 16 w 244"/>
                <a:gd name="T39" fmla="*/ 405 h 611"/>
                <a:gd name="T40" fmla="*/ 132 w 244"/>
                <a:gd name="T41" fmla="*/ 611 h 611"/>
                <a:gd name="T42" fmla="*/ 140 w 244"/>
                <a:gd name="T43" fmla="*/ 603 h 611"/>
                <a:gd name="T44" fmla="*/ 28 w 244"/>
                <a:gd name="T45" fmla="*/ 405 h 611"/>
                <a:gd name="T46" fmla="*/ 69 w 244"/>
                <a:gd name="T47" fmla="*/ 308 h 611"/>
                <a:gd name="T48" fmla="*/ 98 w 244"/>
                <a:gd name="T49" fmla="*/ 284 h 611"/>
                <a:gd name="T50" fmla="*/ 107 w 244"/>
                <a:gd name="T51" fmla="*/ 278 h 611"/>
                <a:gd name="T52" fmla="*/ 111 w 244"/>
                <a:gd name="T53" fmla="*/ 276 h 611"/>
                <a:gd name="T54" fmla="*/ 114 w 244"/>
                <a:gd name="T55" fmla="*/ 284 h 611"/>
                <a:gd name="T56" fmla="*/ 111 w 244"/>
                <a:gd name="T57" fmla="*/ 285 h 611"/>
                <a:gd name="T58" fmla="*/ 102 w 244"/>
                <a:gd name="T59" fmla="*/ 291 h 611"/>
                <a:gd name="T60" fmla="*/ 88 w 244"/>
                <a:gd name="T61" fmla="*/ 302 h 611"/>
                <a:gd name="T62" fmla="*/ 88 w 244"/>
                <a:gd name="T63" fmla="*/ 337 h 611"/>
                <a:gd name="T64" fmla="*/ 244 w 244"/>
                <a:gd name="T65" fmla="*/ 337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4" h="611">
                  <a:moveTo>
                    <a:pt x="244" y="337"/>
                  </a:moveTo>
                  <a:cubicBezTo>
                    <a:pt x="221" y="315"/>
                    <a:pt x="202" y="292"/>
                    <a:pt x="186" y="270"/>
                  </a:cubicBezTo>
                  <a:cubicBezTo>
                    <a:pt x="171" y="270"/>
                    <a:pt x="171" y="270"/>
                    <a:pt x="171" y="270"/>
                  </a:cubicBezTo>
                  <a:cubicBezTo>
                    <a:pt x="171" y="252"/>
                    <a:pt x="171" y="252"/>
                    <a:pt x="171" y="252"/>
                  </a:cubicBezTo>
                  <a:cubicBezTo>
                    <a:pt x="173" y="252"/>
                    <a:pt x="173" y="252"/>
                    <a:pt x="173" y="252"/>
                  </a:cubicBezTo>
                  <a:cubicBezTo>
                    <a:pt x="165" y="240"/>
                    <a:pt x="159" y="228"/>
                    <a:pt x="153" y="216"/>
                  </a:cubicBezTo>
                  <a:cubicBezTo>
                    <a:pt x="153" y="238"/>
                    <a:pt x="153" y="238"/>
                    <a:pt x="153" y="238"/>
                  </a:cubicBezTo>
                  <a:cubicBezTo>
                    <a:pt x="131" y="238"/>
                    <a:pt x="131" y="238"/>
                    <a:pt x="131" y="238"/>
                  </a:cubicBezTo>
                  <a:cubicBezTo>
                    <a:pt x="134" y="241"/>
                    <a:pt x="137" y="244"/>
                    <a:pt x="139" y="247"/>
                  </a:cubicBezTo>
                  <a:cubicBezTo>
                    <a:pt x="134" y="252"/>
                    <a:pt x="134" y="252"/>
                    <a:pt x="134" y="252"/>
                  </a:cubicBezTo>
                  <a:cubicBezTo>
                    <a:pt x="47" y="165"/>
                    <a:pt x="16" y="79"/>
                    <a:pt x="12" y="0"/>
                  </a:cubicBezTo>
                  <a:cubicBezTo>
                    <a:pt x="8" y="4"/>
                    <a:pt x="4" y="7"/>
                    <a:pt x="0" y="11"/>
                  </a:cubicBezTo>
                  <a:cubicBezTo>
                    <a:pt x="7" y="90"/>
                    <a:pt x="41" y="176"/>
                    <a:pt x="125" y="261"/>
                  </a:cubicBezTo>
                  <a:cubicBezTo>
                    <a:pt x="120" y="267"/>
                    <a:pt x="120" y="267"/>
                    <a:pt x="120" y="267"/>
                  </a:cubicBezTo>
                  <a:cubicBezTo>
                    <a:pt x="108" y="255"/>
                    <a:pt x="98" y="244"/>
                    <a:pt x="88" y="232"/>
                  </a:cubicBezTo>
                  <a:cubicBezTo>
                    <a:pt x="88" y="267"/>
                    <a:pt x="88" y="267"/>
                    <a:pt x="88" y="267"/>
                  </a:cubicBezTo>
                  <a:cubicBezTo>
                    <a:pt x="95" y="262"/>
                    <a:pt x="100" y="259"/>
                    <a:pt x="102" y="259"/>
                  </a:cubicBezTo>
                  <a:cubicBezTo>
                    <a:pt x="105" y="266"/>
                    <a:pt x="105" y="266"/>
                    <a:pt x="105" y="266"/>
                  </a:cubicBezTo>
                  <a:cubicBezTo>
                    <a:pt x="104" y="267"/>
                    <a:pt x="82" y="277"/>
                    <a:pt x="61" y="299"/>
                  </a:cubicBezTo>
                  <a:cubicBezTo>
                    <a:pt x="38" y="322"/>
                    <a:pt x="16" y="357"/>
                    <a:pt x="16" y="405"/>
                  </a:cubicBezTo>
                  <a:cubicBezTo>
                    <a:pt x="16" y="458"/>
                    <a:pt x="44" y="527"/>
                    <a:pt x="132" y="611"/>
                  </a:cubicBezTo>
                  <a:cubicBezTo>
                    <a:pt x="140" y="603"/>
                    <a:pt x="140" y="603"/>
                    <a:pt x="140" y="603"/>
                  </a:cubicBezTo>
                  <a:cubicBezTo>
                    <a:pt x="54" y="519"/>
                    <a:pt x="28" y="454"/>
                    <a:pt x="28" y="405"/>
                  </a:cubicBezTo>
                  <a:cubicBezTo>
                    <a:pt x="28" y="361"/>
                    <a:pt x="48" y="329"/>
                    <a:pt x="69" y="308"/>
                  </a:cubicBezTo>
                  <a:cubicBezTo>
                    <a:pt x="80" y="297"/>
                    <a:pt x="90" y="289"/>
                    <a:pt x="98" y="284"/>
                  </a:cubicBezTo>
                  <a:cubicBezTo>
                    <a:pt x="102" y="282"/>
                    <a:pt x="105" y="280"/>
                    <a:pt x="107" y="278"/>
                  </a:cubicBezTo>
                  <a:cubicBezTo>
                    <a:pt x="109" y="277"/>
                    <a:pt x="110" y="277"/>
                    <a:pt x="111" y="276"/>
                  </a:cubicBezTo>
                  <a:cubicBezTo>
                    <a:pt x="114" y="284"/>
                    <a:pt x="114" y="284"/>
                    <a:pt x="114" y="284"/>
                  </a:cubicBezTo>
                  <a:cubicBezTo>
                    <a:pt x="114" y="284"/>
                    <a:pt x="113" y="284"/>
                    <a:pt x="111" y="285"/>
                  </a:cubicBezTo>
                  <a:cubicBezTo>
                    <a:pt x="108" y="287"/>
                    <a:pt x="105" y="289"/>
                    <a:pt x="102" y="291"/>
                  </a:cubicBezTo>
                  <a:cubicBezTo>
                    <a:pt x="98" y="293"/>
                    <a:pt x="93" y="297"/>
                    <a:pt x="88" y="302"/>
                  </a:cubicBezTo>
                  <a:cubicBezTo>
                    <a:pt x="88" y="337"/>
                    <a:pt x="88" y="337"/>
                    <a:pt x="88" y="337"/>
                  </a:cubicBezTo>
                  <a:lnTo>
                    <a:pt x="244" y="337"/>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69" name="Freeform 261"/>
            <p:cNvSpPr>
              <a:spLocks noEditPoints="1"/>
            </p:cNvSpPr>
            <p:nvPr/>
          </p:nvSpPr>
          <p:spPr bwMode="auto">
            <a:xfrm>
              <a:off x="10190164" y="3125788"/>
              <a:ext cx="119063" cy="342900"/>
            </a:xfrm>
            <a:custGeom>
              <a:avLst/>
              <a:gdLst>
                <a:gd name="T0" fmla="*/ 29 w 100"/>
                <a:gd name="T1" fmla="*/ 0 h 287"/>
                <a:gd name="T2" fmla="*/ 0 w 100"/>
                <a:gd name="T3" fmla="*/ 96 h 287"/>
                <a:gd name="T4" fmla="*/ 15 w 100"/>
                <a:gd name="T5" fmla="*/ 168 h 287"/>
                <a:gd name="T6" fmla="*/ 15 w 100"/>
                <a:gd name="T7" fmla="*/ 164 h 287"/>
                <a:gd name="T8" fmla="*/ 79 w 100"/>
                <a:gd name="T9" fmla="*/ 164 h 287"/>
                <a:gd name="T10" fmla="*/ 79 w 100"/>
                <a:gd name="T11" fmla="*/ 182 h 287"/>
                <a:gd name="T12" fmla="*/ 21 w 100"/>
                <a:gd name="T13" fmla="*/ 182 h 287"/>
                <a:gd name="T14" fmla="*/ 30 w 100"/>
                <a:gd name="T15" fmla="*/ 198 h 287"/>
                <a:gd name="T16" fmla="*/ 79 w 100"/>
                <a:gd name="T17" fmla="*/ 198 h 287"/>
                <a:gd name="T18" fmla="*/ 79 w 100"/>
                <a:gd name="T19" fmla="*/ 216 h 287"/>
                <a:gd name="T20" fmla="*/ 41 w 100"/>
                <a:gd name="T21" fmla="*/ 216 h 287"/>
                <a:gd name="T22" fmla="*/ 51 w 100"/>
                <a:gd name="T23" fmla="*/ 231 h 287"/>
                <a:gd name="T24" fmla="*/ 79 w 100"/>
                <a:gd name="T25" fmla="*/ 231 h 287"/>
                <a:gd name="T26" fmla="*/ 79 w 100"/>
                <a:gd name="T27" fmla="*/ 249 h 287"/>
                <a:gd name="T28" fmla="*/ 65 w 100"/>
                <a:gd name="T29" fmla="*/ 249 h 287"/>
                <a:gd name="T30" fmla="*/ 100 w 100"/>
                <a:gd name="T31" fmla="*/ 287 h 287"/>
                <a:gd name="T32" fmla="*/ 100 w 100"/>
                <a:gd name="T33" fmla="*/ 0 h 287"/>
                <a:gd name="T34" fmla="*/ 29 w 100"/>
                <a:gd name="T35" fmla="*/ 0 h 287"/>
                <a:gd name="T36" fmla="*/ 5 w 100"/>
                <a:gd name="T37" fmla="*/ 71 h 287"/>
                <a:gd name="T38" fmla="*/ 41 w 100"/>
                <a:gd name="T39" fmla="*/ 35 h 287"/>
                <a:gd name="T40" fmla="*/ 77 w 100"/>
                <a:gd name="T41" fmla="*/ 71 h 287"/>
                <a:gd name="T42" fmla="*/ 41 w 100"/>
                <a:gd name="T43" fmla="*/ 107 h 287"/>
                <a:gd name="T44" fmla="*/ 5 w 100"/>
                <a:gd name="T45" fmla="*/ 71 h 287"/>
                <a:gd name="T46" fmla="*/ 15 w 100"/>
                <a:gd name="T47" fmla="*/ 148 h 287"/>
                <a:gd name="T48" fmla="*/ 15 w 100"/>
                <a:gd name="T49" fmla="*/ 130 h 287"/>
                <a:gd name="T50" fmla="*/ 79 w 100"/>
                <a:gd name="T51" fmla="*/ 130 h 287"/>
                <a:gd name="T52" fmla="*/ 79 w 100"/>
                <a:gd name="T53" fmla="*/ 148 h 287"/>
                <a:gd name="T54" fmla="*/ 15 w 100"/>
                <a:gd name="T55" fmla="*/ 148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0" h="287">
                  <a:moveTo>
                    <a:pt x="29" y="0"/>
                  </a:moveTo>
                  <a:cubicBezTo>
                    <a:pt x="10" y="31"/>
                    <a:pt x="0" y="63"/>
                    <a:pt x="0" y="96"/>
                  </a:cubicBezTo>
                  <a:cubicBezTo>
                    <a:pt x="0" y="120"/>
                    <a:pt x="6" y="145"/>
                    <a:pt x="15" y="168"/>
                  </a:cubicBezTo>
                  <a:cubicBezTo>
                    <a:pt x="15" y="164"/>
                    <a:pt x="15" y="164"/>
                    <a:pt x="15" y="164"/>
                  </a:cubicBezTo>
                  <a:cubicBezTo>
                    <a:pt x="79" y="164"/>
                    <a:pt x="79" y="164"/>
                    <a:pt x="79" y="164"/>
                  </a:cubicBezTo>
                  <a:cubicBezTo>
                    <a:pt x="79" y="182"/>
                    <a:pt x="79" y="182"/>
                    <a:pt x="79" y="182"/>
                  </a:cubicBezTo>
                  <a:cubicBezTo>
                    <a:pt x="21" y="182"/>
                    <a:pt x="21" y="182"/>
                    <a:pt x="21" y="182"/>
                  </a:cubicBezTo>
                  <a:cubicBezTo>
                    <a:pt x="24" y="187"/>
                    <a:pt x="27" y="192"/>
                    <a:pt x="30" y="198"/>
                  </a:cubicBezTo>
                  <a:cubicBezTo>
                    <a:pt x="79" y="198"/>
                    <a:pt x="79" y="198"/>
                    <a:pt x="79" y="198"/>
                  </a:cubicBezTo>
                  <a:cubicBezTo>
                    <a:pt x="79" y="216"/>
                    <a:pt x="79" y="216"/>
                    <a:pt x="79" y="216"/>
                  </a:cubicBezTo>
                  <a:cubicBezTo>
                    <a:pt x="41" y="216"/>
                    <a:pt x="41" y="216"/>
                    <a:pt x="41" y="216"/>
                  </a:cubicBezTo>
                  <a:cubicBezTo>
                    <a:pt x="44" y="221"/>
                    <a:pt x="48" y="226"/>
                    <a:pt x="51" y="231"/>
                  </a:cubicBezTo>
                  <a:cubicBezTo>
                    <a:pt x="79" y="231"/>
                    <a:pt x="79" y="231"/>
                    <a:pt x="79" y="231"/>
                  </a:cubicBezTo>
                  <a:cubicBezTo>
                    <a:pt x="79" y="249"/>
                    <a:pt x="79" y="249"/>
                    <a:pt x="79" y="249"/>
                  </a:cubicBezTo>
                  <a:cubicBezTo>
                    <a:pt x="65" y="249"/>
                    <a:pt x="65" y="249"/>
                    <a:pt x="65" y="249"/>
                  </a:cubicBezTo>
                  <a:cubicBezTo>
                    <a:pt x="76" y="263"/>
                    <a:pt x="88" y="275"/>
                    <a:pt x="100" y="287"/>
                  </a:cubicBezTo>
                  <a:cubicBezTo>
                    <a:pt x="100" y="0"/>
                    <a:pt x="100" y="0"/>
                    <a:pt x="100" y="0"/>
                  </a:cubicBezTo>
                  <a:lnTo>
                    <a:pt x="29" y="0"/>
                  </a:lnTo>
                  <a:close/>
                  <a:moveTo>
                    <a:pt x="5" y="71"/>
                  </a:moveTo>
                  <a:cubicBezTo>
                    <a:pt x="5" y="51"/>
                    <a:pt x="21" y="35"/>
                    <a:pt x="41" y="35"/>
                  </a:cubicBezTo>
                  <a:cubicBezTo>
                    <a:pt x="61" y="35"/>
                    <a:pt x="77" y="51"/>
                    <a:pt x="77" y="71"/>
                  </a:cubicBezTo>
                  <a:cubicBezTo>
                    <a:pt x="77" y="91"/>
                    <a:pt x="61" y="107"/>
                    <a:pt x="41" y="107"/>
                  </a:cubicBezTo>
                  <a:cubicBezTo>
                    <a:pt x="21" y="107"/>
                    <a:pt x="5" y="91"/>
                    <a:pt x="5" y="71"/>
                  </a:cubicBezTo>
                  <a:close/>
                  <a:moveTo>
                    <a:pt x="15" y="148"/>
                  </a:moveTo>
                  <a:cubicBezTo>
                    <a:pt x="15" y="130"/>
                    <a:pt x="15" y="130"/>
                    <a:pt x="15" y="130"/>
                  </a:cubicBezTo>
                  <a:cubicBezTo>
                    <a:pt x="79" y="130"/>
                    <a:pt x="79" y="130"/>
                    <a:pt x="79" y="130"/>
                  </a:cubicBezTo>
                  <a:cubicBezTo>
                    <a:pt x="79" y="148"/>
                    <a:pt x="79" y="148"/>
                    <a:pt x="79" y="148"/>
                  </a:cubicBezTo>
                  <a:lnTo>
                    <a:pt x="15" y="148"/>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70" name="Oval 262"/>
            <p:cNvSpPr>
              <a:spLocks noChangeArrowheads="1"/>
            </p:cNvSpPr>
            <p:nvPr/>
          </p:nvSpPr>
          <p:spPr bwMode="auto">
            <a:xfrm>
              <a:off x="10215564" y="3187701"/>
              <a:ext cx="46038" cy="44450"/>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71" name="Freeform 263"/>
            <p:cNvSpPr>
              <a:spLocks/>
            </p:cNvSpPr>
            <p:nvPr/>
          </p:nvSpPr>
          <p:spPr bwMode="auto">
            <a:xfrm>
              <a:off x="10434639" y="3125788"/>
              <a:ext cx="117475" cy="206375"/>
            </a:xfrm>
            <a:custGeom>
              <a:avLst/>
              <a:gdLst>
                <a:gd name="T0" fmla="*/ 6 w 98"/>
                <a:gd name="T1" fmla="*/ 58 h 173"/>
                <a:gd name="T2" fmla="*/ 39 w 98"/>
                <a:gd name="T3" fmla="*/ 35 h 173"/>
                <a:gd name="T4" fmla="*/ 75 w 98"/>
                <a:gd name="T5" fmla="*/ 71 h 173"/>
                <a:gd name="T6" fmla="*/ 39 w 98"/>
                <a:gd name="T7" fmla="*/ 107 h 173"/>
                <a:gd name="T8" fmla="*/ 16 w 98"/>
                <a:gd name="T9" fmla="*/ 99 h 173"/>
                <a:gd name="T10" fmla="*/ 23 w 98"/>
                <a:gd name="T11" fmla="*/ 130 h 173"/>
                <a:gd name="T12" fmla="*/ 77 w 98"/>
                <a:gd name="T13" fmla="*/ 130 h 173"/>
                <a:gd name="T14" fmla="*/ 77 w 98"/>
                <a:gd name="T15" fmla="*/ 148 h 173"/>
                <a:gd name="T16" fmla="*/ 27 w 98"/>
                <a:gd name="T17" fmla="*/ 148 h 173"/>
                <a:gd name="T18" fmla="*/ 30 w 98"/>
                <a:gd name="T19" fmla="*/ 164 h 173"/>
                <a:gd name="T20" fmla="*/ 77 w 98"/>
                <a:gd name="T21" fmla="*/ 164 h 173"/>
                <a:gd name="T22" fmla="*/ 77 w 98"/>
                <a:gd name="T23" fmla="*/ 173 h 173"/>
                <a:gd name="T24" fmla="*/ 98 w 98"/>
                <a:gd name="T25" fmla="*/ 147 h 173"/>
                <a:gd name="T26" fmla="*/ 98 w 98"/>
                <a:gd name="T27" fmla="*/ 0 h 173"/>
                <a:gd name="T28" fmla="*/ 12 w 98"/>
                <a:gd name="T29" fmla="*/ 0 h 173"/>
                <a:gd name="T30" fmla="*/ 0 w 98"/>
                <a:gd name="T31" fmla="*/ 39 h 173"/>
                <a:gd name="T32" fmla="*/ 6 w 98"/>
                <a:gd name="T33" fmla="*/ 58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8" h="173">
                  <a:moveTo>
                    <a:pt x="6" y="58"/>
                  </a:moveTo>
                  <a:cubicBezTo>
                    <a:pt x="11" y="44"/>
                    <a:pt x="24" y="35"/>
                    <a:pt x="39" y="35"/>
                  </a:cubicBezTo>
                  <a:cubicBezTo>
                    <a:pt x="59" y="35"/>
                    <a:pt x="75" y="51"/>
                    <a:pt x="75" y="71"/>
                  </a:cubicBezTo>
                  <a:cubicBezTo>
                    <a:pt x="75" y="91"/>
                    <a:pt x="59" y="107"/>
                    <a:pt x="39" y="107"/>
                  </a:cubicBezTo>
                  <a:cubicBezTo>
                    <a:pt x="30" y="107"/>
                    <a:pt x="22" y="104"/>
                    <a:pt x="16" y="99"/>
                  </a:cubicBezTo>
                  <a:cubicBezTo>
                    <a:pt x="19" y="109"/>
                    <a:pt x="21" y="119"/>
                    <a:pt x="23" y="130"/>
                  </a:cubicBezTo>
                  <a:cubicBezTo>
                    <a:pt x="77" y="130"/>
                    <a:pt x="77" y="130"/>
                    <a:pt x="77" y="130"/>
                  </a:cubicBezTo>
                  <a:cubicBezTo>
                    <a:pt x="77" y="148"/>
                    <a:pt x="77" y="148"/>
                    <a:pt x="77" y="148"/>
                  </a:cubicBezTo>
                  <a:cubicBezTo>
                    <a:pt x="27" y="148"/>
                    <a:pt x="27" y="148"/>
                    <a:pt x="27" y="148"/>
                  </a:cubicBezTo>
                  <a:cubicBezTo>
                    <a:pt x="28" y="153"/>
                    <a:pt x="29" y="158"/>
                    <a:pt x="30" y="164"/>
                  </a:cubicBezTo>
                  <a:cubicBezTo>
                    <a:pt x="77" y="164"/>
                    <a:pt x="77" y="164"/>
                    <a:pt x="77" y="164"/>
                  </a:cubicBezTo>
                  <a:cubicBezTo>
                    <a:pt x="77" y="173"/>
                    <a:pt x="77" y="173"/>
                    <a:pt x="77" y="173"/>
                  </a:cubicBezTo>
                  <a:cubicBezTo>
                    <a:pt x="83" y="163"/>
                    <a:pt x="90" y="155"/>
                    <a:pt x="98" y="147"/>
                  </a:cubicBezTo>
                  <a:cubicBezTo>
                    <a:pt x="98" y="0"/>
                    <a:pt x="98" y="0"/>
                    <a:pt x="98" y="0"/>
                  </a:cubicBezTo>
                  <a:cubicBezTo>
                    <a:pt x="12" y="0"/>
                    <a:pt x="12" y="0"/>
                    <a:pt x="12" y="0"/>
                  </a:cubicBezTo>
                  <a:cubicBezTo>
                    <a:pt x="8" y="13"/>
                    <a:pt x="4" y="26"/>
                    <a:pt x="0" y="39"/>
                  </a:cubicBezTo>
                  <a:cubicBezTo>
                    <a:pt x="2" y="45"/>
                    <a:pt x="4" y="51"/>
                    <a:pt x="6" y="5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72" name="Freeform 264"/>
            <p:cNvSpPr>
              <a:spLocks/>
            </p:cNvSpPr>
            <p:nvPr/>
          </p:nvSpPr>
          <p:spPr bwMode="auto">
            <a:xfrm>
              <a:off x="10409239" y="3238501"/>
              <a:ext cx="19050" cy="42863"/>
            </a:xfrm>
            <a:custGeom>
              <a:avLst/>
              <a:gdLst>
                <a:gd name="T0" fmla="*/ 7 w 16"/>
                <a:gd name="T1" fmla="*/ 0 h 35"/>
                <a:gd name="T2" fmla="*/ 0 w 16"/>
                <a:gd name="T3" fmla="*/ 35 h 35"/>
                <a:gd name="T4" fmla="*/ 16 w 16"/>
                <a:gd name="T5" fmla="*/ 35 h 35"/>
                <a:gd name="T6" fmla="*/ 7 w 16"/>
                <a:gd name="T7" fmla="*/ 0 h 35"/>
              </a:gdLst>
              <a:ahLst/>
              <a:cxnLst>
                <a:cxn ang="0">
                  <a:pos x="T0" y="T1"/>
                </a:cxn>
                <a:cxn ang="0">
                  <a:pos x="T2" y="T3"/>
                </a:cxn>
                <a:cxn ang="0">
                  <a:pos x="T4" y="T5"/>
                </a:cxn>
                <a:cxn ang="0">
                  <a:pos x="T6" y="T7"/>
                </a:cxn>
              </a:cxnLst>
              <a:rect l="0" t="0" r="r" b="b"/>
              <a:pathLst>
                <a:path w="16" h="35">
                  <a:moveTo>
                    <a:pt x="7" y="0"/>
                  </a:moveTo>
                  <a:cubicBezTo>
                    <a:pt x="5" y="11"/>
                    <a:pt x="2" y="23"/>
                    <a:pt x="0" y="35"/>
                  </a:cubicBezTo>
                  <a:cubicBezTo>
                    <a:pt x="16" y="35"/>
                    <a:pt x="16" y="35"/>
                    <a:pt x="16" y="35"/>
                  </a:cubicBezTo>
                  <a:cubicBezTo>
                    <a:pt x="13" y="23"/>
                    <a:pt x="10" y="11"/>
                    <a:pt x="7"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73" name="Freeform 265"/>
            <p:cNvSpPr>
              <a:spLocks/>
            </p:cNvSpPr>
            <p:nvPr/>
          </p:nvSpPr>
          <p:spPr bwMode="auto">
            <a:xfrm>
              <a:off x="10483851" y="3422651"/>
              <a:ext cx="0" cy="1588"/>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0" y="1"/>
                  </a:cubicBezTo>
                  <a:cubicBezTo>
                    <a:pt x="0" y="1"/>
                    <a:pt x="0" y="0"/>
                    <a:pt x="1"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74" name="Freeform 266"/>
            <p:cNvSpPr>
              <a:spLocks/>
            </p:cNvSpPr>
            <p:nvPr/>
          </p:nvSpPr>
          <p:spPr bwMode="auto">
            <a:xfrm>
              <a:off x="10350501" y="3125788"/>
              <a:ext cx="49213" cy="377825"/>
            </a:xfrm>
            <a:custGeom>
              <a:avLst/>
              <a:gdLst>
                <a:gd name="T0" fmla="*/ 0 w 41"/>
                <a:gd name="T1" fmla="*/ 316 h 316"/>
                <a:gd name="T2" fmla="*/ 1 w 41"/>
                <a:gd name="T3" fmla="*/ 316 h 316"/>
                <a:gd name="T4" fmla="*/ 41 w 41"/>
                <a:gd name="T5" fmla="*/ 39 h 316"/>
                <a:gd name="T6" fmla="*/ 32 w 41"/>
                <a:gd name="T7" fmla="*/ 0 h 316"/>
                <a:gd name="T8" fmla="*/ 0 w 41"/>
                <a:gd name="T9" fmla="*/ 0 h 316"/>
                <a:gd name="T10" fmla="*/ 0 w 41"/>
                <a:gd name="T11" fmla="*/ 316 h 316"/>
              </a:gdLst>
              <a:ahLst/>
              <a:cxnLst>
                <a:cxn ang="0">
                  <a:pos x="T0" y="T1"/>
                </a:cxn>
                <a:cxn ang="0">
                  <a:pos x="T2" y="T3"/>
                </a:cxn>
                <a:cxn ang="0">
                  <a:pos x="T4" y="T5"/>
                </a:cxn>
                <a:cxn ang="0">
                  <a:pos x="T6" y="T7"/>
                </a:cxn>
                <a:cxn ang="0">
                  <a:pos x="T8" y="T9"/>
                </a:cxn>
                <a:cxn ang="0">
                  <a:pos x="T10" y="T11"/>
                </a:cxn>
              </a:cxnLst>
              <a:rect l="0" t="0" r="r" b="b"/>
              <a:pathLst>
                <a:path w="41" h="316">
                  <a:moveTo>
                    <a:pt x="0" y="316"/>
                  </a:moveTo>
                  <a:cubicBezTo>
                    <a:pt x="1" y="316"/>
                    <a:pt x="1" y="316"/>
                    <a:pt x="1" y="316"/>
                  </a:cubicBezTo>
                  <a:cubicBezTo>
                    <a:pt x="2" y="217"/>
                    <a:pt x="18" y="123"/>
                    <a:pt x="41" y="39"/>
                  </a:cubicBezTo>
                  <a:cubicBezTo>
                    <a:pt x="37" y="25"/>
                    <a:pt x="34" y="12"/>
                    <a:pt x="32" y="0"/>
                  </a:cubicBezTo>
                  <a:cubicBezTo>
                    <a:pt x="0" y="0"/>
                    <a:pt x="0" y="0"/>
                    <a:pt x="0" y="0"/>
                  </a:cubicBezTo>
                  <a:lnTo>
                    <a:pt x="0" y="316"/>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75" name="Freeform 267"/>
            <p:cNvSpPr>
              <a:spLocks/>
            </p:cNvSpPr>
            <p:nvPr/>
          </p:nvSpPr>
          <p:spPr bwMode="auto">
            <a:xfrm>
              <a:off x="10385426" y="3281363"/>
              <a:ext cx="66675" cy="206375"/>
            </a:xfrm>
            <a:custGeom>
              <a:avLst/>
              <a:gdLst>
                <a:gd name="T0" fmla="*/ 35 w 55"/>
                <a:gd name="T1" fmla="*/ 0 h 172"/>
                <a:gd name="T2" fmla="*/ 35 w 55"/>
                <a:gd name="T3" fmla="*/ 86 h 172"/>
                <a:gd name="T4" fmla="*/ 5 w 55"/>
                <a:gd name="T5" fmla="*/ 86 h 172"/>
                <a:gd name="T6" fmla="*/ 0 w 55"/>
                <a:gd name="T7" fmla="*/ 172 h 172"/>
                <a:gd name="T8" fmla="*/ 55 w 55"/>
                <a:gd name="T9" fmla="*/ 151 h 172"/>
                <a:gd name="T10" fmla="*/ 35 w 55"/>
                <a:gd name="T11" fmla="*/ 0 h 172"/>
              </a:gdLst>
              <a:ahLst/>
              <a:cxnLst>
                <a:cxn ang="0">
                  <a:pos x="T0" y="T1"/>
                </a:cxn>
                <a:cxn ang="0">
                  <a:pos x="T2" y="T3"/>
                </a:cxn>
                <a:cxn ang="0">
                  <a:pos x="T4" y="T5"/>
                </a:cxn>
                <a:cxn ang="0">
                  <a:pos x="T6" y="T7"/>
                </a:cxn>
                <a:cxn ang="0">
                  <a:pos x="T8" y="T9"/>
                </a:cxn>
                <a:cxn ang="0">
                  <a:pos x="T10" y="T11"/>
                </a:cxn>
              </a:cxnLst>
              <a:rect l="0" t="0" r="r" b="b"/>
              <a:pathLst>
                <a:path w="55" h="172">
                  <a:moveTo>
                    <a:pt x="35" y="0"/>
                  </a:moveTo>
                  <a:cubicBezTo>
                    <a:pt x="35" y="86"/>
                    <a:pt x="35" y="86"/>
                    <a:pt x="35" y="86"/>
                  </a:cubicBezTo>
                  <a:cubicBezTo>
                    <a:pt x="5" y="86"/>
                    <a:pt x="5" y="86"/>
                    <a:pt x="5" y="86"/>
                  </a:cubicBezTo>
                  <a:cubicBezTo>
                    <a:pt x="2" y="114"/>
                    <a:pt x="0" y="143"/>
                    <a:pt x="0" y="172"/>
                  </a:cubicBezTo>
                  <a:cubicBezTo>
                    <a:pt x="17" y="164"/>
                    <a:pt x="36" y="157"/>
                    <a:pt x="55" y="151"/>
                  </a:cubicBezTo>
                  <a:cubicBezTo>
                    <a:pt x="53" y="99"/>
                    <a:pt x="45" y="46"/>
                    <a:pt x="35"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76" name="Freeform 268"/>
            <p:cNvSpPr>
              <a:spLocks/>
            </p:cNvSpPr>
            <p:nvPr/>
          </p:nvSpPr>
          <p:spPr bwMode="auto">
            <a:xfrm>
              <a:off x="10436226" y="3497263"/>
              <a:ext cx="17463" cy="6350"/>
            </a:xfrm>
            <a:custGeom>
              <a:avLst/>
              <a:gdLst>
                <a:gd name="T0" fmla="*/ 14 w 14"/>
                <a:gd name="T1" fmla="*/ 0 h 5"/>
                <a:gd name="T2" fmla="*/ 0 w 14"/>
                <a:gd name="T3" fmla="*/ 5 h 5"/>
                <a:gd name="T4" fmla="*/ 14 w 14"/>
                <a:gd name="T5" fmla="*/ 5 h 5"/>
                <a:gd name="T6" fmla="*/ 14 w 14"/>
                <a:gd name="T7" fmla="*/ 0 h 5"/>
              </a:gdLst>
              <a:ahLst/>
              <a:cxnLst>
                <a:cxn ang="0">
                  <a:pos x="T0" y="T1"/>
                </a:cxn>
                <a:cxn ang="0">
                  <a:pos x="T2" y="T3"/>
                </a:cxn>
                <a:cxn ang="0">
                  <a:pos x="T4" y="T5"/>
                </a:cxn>
                <a:cxn ang="0">
                  <a:pos x="T6" y="T7"/>
                </a:cxn>
              </a:cxnLst>
              <a:rect l="0" t="0" r="r" b="b"/>
              <a:pathLst>
                <a:path w="14" h="5">
                  <a:moveTo>
                    <a:pt x="14" y="0"/>
                  </a:moveTo>
                  <a:cubicBezTo>
                    <a:pt x="9" y="2"/>
                    <a:pt x="5" y="3"/>
                    <a:pt x="0" y="5"/>
                  </a:cubicBezTo>
                  <a:cubicBezTo>
                    <a:pt x="14" y="5"/>
                    <a:pt x="14" y="5"/>
                    <a:pt x="14" y="5"/>
                  </a:cubicBezTo>
                  <a:cubicBezTo>
                    <a:pt x="14" y="3"/>
                    <a:pt x="14" y="2"/>
                    <a:pt x="14"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77" name="Freeform 269"/>
            <p:cNvSpPr>
              <a:spLocks/>
            </p:cNvSpPr>
            <p:nvPr/>
          </p:nvSpPr>
          <p:spPr bwMode="auto">
            <a:xfrm>
              <a:off x="10474326" y="3343276"/>
              <a:ext cx="44450" cy="19050"/>
            </a:xfrm>
            <a:custGeom>
              <a:avLst/>
              <a:gdLst>
                <a:gd name="T0" fmla="*/ 2 w 38"/>
                <a:gd name="T1" fmla="*/ 16 h 16"/>
                <a:gd name="T2" fmla="*/ 29 w 38"/>
                <a:gd name="T3" fmla="*/ 16 h 16"/>
                <a:gd name="T4" fmla="*/ 38 w 38"/>
                <a:gd name="T5" fmla="*/ 0 h 16"/>
                <a:gd name="T6" fmla="*/ 0 w 38"/>
                <a:gd name="T7" fmla="*/ 0 h 16"/>
                <a:gd name="T8" fmla="*/ 2 w 38"/>
                <a:gd name="T9" fmla="*/ 16 h 16"/>
              </a:gdLst>
              <a:ahLst/>
              <a:cxnLst>
                <a:cxn ang="0">
                  <a:pos x="T0" y="T1"/>
                </a:cxn>
                <a:cxn ang="0">
                  <a:pos x="T2" y="T3"/>
                </a:cxn>
                <a:cxn ang="0">
                  <a:pos x="T4" y="T5"/>
                </a:cxn>
                <a:cxn ang="0">
                  <a:pos x="T6" y="T7"/>
                </a:cxn>
                <a:cxn ang="0">
                  <a:pos x="T8" y="T9"/>
                </a:cxn>
              </a:cxnLst>
              <a:rect l="0" t="0" r="r" b="b"/>
              <a:pathLst>
                <a:path w="38" h="16">
                  <a:moveTo>
                    <a:pt x="2" y="16"/>
                  </a:moveTo>
                  <a:cubicBezTo>
                    <a:pt x="29" y="16"/>
                    <a:pt x="29" y="16"/>
                    <a:pt x="29" y="16"/>
                  </a:cubicBezTo>
                  <a:cubicBezTo>
                    <a:pt x="32" y="10"/>
                    <a:pt x="35" y="5"/>
                    <a:pt x="38" y="0"/>
                  </a:cubicBezTo>
                  <a:cubicBezTo>
                    <a:pt x="0" y="0"/>
                    <a:pt x="0" y="0"/>
                    <a:pt x="0" y="0"/>
                  </a:cubicBezTo>
                  <a:cubicBezTo>
                    <a:pt x="1" y="5"/>
                    <a:pt x="2" y="10"/>
                    <a:pt x="2" y="1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78" name="Freeform 270"/>
            <p:cNvSpPr>
              <a:spLocks/>
            </p:cNvSpPr>
            <p:nvPr/>
          </p:nvSpPr>
          <p:spPr bwMode="auto">
            <a:xfrm>
              <a:off x="10479089" y="3382963"/>
              <a:ext cx="19050" cy="19050"/>
            </a:xfrm>
            <a:custGeom>
              <a:avLst/>
              <a:gdLst>
                <a:gd name="T0" fmla="*/ 9 w 15"/>
                <a:gd name="T1" fmla="*/ 15 h 15"/>
                <a:gd name="T2" fmla="*/ 13 w 15"/>
                <a:gd name="T3" fmla="*/ 4 h 15"/>
                <a:gd name="T4" fmla="*/ 15 w 15"/>
                <a:gd name="T5" fmla="*/ 0 h 15"/>
                <a:gd name="T6" fmla="*/ 0 w 15"/>
                <a:gd name="T7" fmla="*/ 0 h 15"/>
                <a:gd name="T8" fmla="*/ 2 w 15"/>
                <a:gd name="T9" fmla="*/ 15 h 15"/>
                <a:gd name="T10" fmla="*/ 9 w 15"/>
                <a:gd name="T11" fmla="*/ 15 h 15"/>
              </a:gdLst>
              <a:ahLst/>
              <a:cxnLst>
                <a:cxn ang="0">
                  <a:pos x="T0" y="T1"/>
                </a:cxn>
                <a:cxn ang="0">
                  <a:pos x="T2" y="T3"/>
                </a:cxn>
                <a:cxn ang="0">
                  <a:pos x="T4" y="T5"/>
                </a:cxn>
                <a:cxn ang="0">
                  <a:pos x="T6" y="T7"/>
                </a:cxn>
                <a:cxn ang="0">
                  <a:pos x="T8" y="T9"/>
                </a:cxn>
                <a:cxn ang="0">
                  <a:pos x="T10" y="T11"/>
                </a:cxn>
              </a:cxnLst>
              <a:rect l="0" t="0" r="r" b="b"/>
              <a:pathLst>
                <a:path w="15" h="15">
                  <a:moveTo>
                    <a:pt x="9" y="15"/>
                  </a:moveTo>
                  <a:cubicBezTo>
                    <a:pt x="11" y="12"/>
                    <a:pt x="12" y="8"/>
                    <a:pt x="13" y="4"/>
                  </a:cubicBezTo>
                  <a:cubicBezTo>
                    <a:pt x="14" y="3"/>
                    <a:pt x="15" y="1"/>
                    <a:pt x="15" y="0"/>
                  </a:cubicBezTo>
                  <a:cubicBezTo>
                    <a:pt x="0" y="0"/>
                    <a:pt x="0" y="0"/>
                    <a:pt x="0" y="0"/>
                  </a:cubicBezTo>
                  <a:cubicBezTo>
                    <a:pt x="0" y="5"/>
                    <a:pt x="1" y="10"/>
                    <a:pt x="2" y="15"/>
                  </a:cubicBezTo>
                  <a:lnTo>
                    <a:pt x="9" y="15"/>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79" name="Oval 271"/>
            <p:cNvSpPr>
              <a:spLocks noChangeArrowheads="1"/>
            </p:cNvSpPr>
            <p:nvPr/>
          </p:nvSpPr>
          <p:spPr bwMode="auto">
            <a:xfrm>
              <a:off x="10458451" y="3187701"/>
              <a:ext cx="44450" cy="44450"/>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80" name="Freeform 272"/>
            <p:cNvSpPr>
              <a:spLocks/>
            </p:cNvSpPr>
            <p:nvPr/>
          </p:nvSpPr>
          <p:spPr bwMode="auto">
            <a:xfrm>
              <a:off x="10998201" y="3125788"/>
              <a:ext cx="36513" cy="30163"/>
            </a:xfrm>
            <a:custGeom>
              <a:avLst/>
              <a:gdLst>
                <a:gd name="T0" fmla="*/ 3 w 31"/>
                <a:gd name="T1" fmla="*/ 0 h 26"/>
                <a:gd name="T2" fmla="*/ 0 w 31"/>
                <a:gd name="T3" fmla="*/ 4 h 26"/>
                <a:gd name="T4" fmla="*/ 29 w 31"/>
                <a:gd name="T5" fmla="*/ 26 h 26"/>
                <a:gd name="T6" fmla="*/ 31 w 31"/>
                <a:gd name="T7" fmla="*/ 26 h 26"/>
                <a:gd name="T8" fmla="*/ 31 w 31"/>
                <a:gd name="T9" fmla="*/ 0 h 26"/>
                <a:gd name="T10" fmla="*/ 3 w 31"/>
                <a:gd name="T11" fmla="*/ 0 h 26"/>
              </a:gdLst>
              <a:ahLst/>
              <a:cxnLst>
                <a:cxn ang="0">
                  <a:pos x="T0" y="T1"/>
                </a:cxn>
                <a:cxn ang="0">
                  <a:pos x="T2" y="T3"/>
                </a:cxn>
                <a:cxn ang="0">
                  <a:pos x="T4" y="T5"/>
                </a:cxn>
                <a:cxn ang="0">
                  <a:pos x="T6" y="T7"/>
                </a:cxn>
                <a:cxn ang="0">
                  <a:pos x="T8" y="T9"/>
                </a:cxn>
                <a:cxn ang="0">
                  <a:pos x="T10" y="T11"/>
                </a:cxn>
              </a:cxnLst>
              <a:rect l="0" t="0" r="r" b="b"/>
              <a:pathLst>
                <a:path w="31" h="26">
                  <a:moveTo>
                    <a:pt x="3" y="0"/>
                  </a:moveTo>
                  <a:cubicBezTo>
                    <a:pt x="2" y="1"/>
                    <a:pt x="1" y="2"/>
                    <a:pt x="0" y="4"/>
                  </a:cubicBezTo>
                  <a:cubicBezTo>
                    <a:pt x="11" y="11"/>
                    <a:pt x="20" y="18"/>
                    <a:pt x="29" y="26"/>
                  </a:cubicBezTo>
                  <a:cubicBezTo>
                    <a:pt x="29" y="26"/>
                    <a:pt x="30" y="26"/>
                    <a:pt x="31" y="26"/>
                  </a:cubicBezTo>
                  <a:cubicBezTo>
                    <a:pt x="31" y="0"/>
                    <a:pt x="31" y="0"/>
                    <a:pt x="31" y="0"/>
                  </a:cubicBezTo>
                  <a:lnTo>
                    <a:pt x="3"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81" name="Freeform 273"/>
            <p:cNvSpPr>
              <a:spLocks/>
            </p:cNvSpPr>
            <p:nvPr/>
          </p:nvSpPr>
          <p:spPr bwMode="auto">
            <a:xfrm>
              <a:off x="10969626" y="3360738"/>
              <a:ext cx="65088" cy="142875"/>
            </a:xfrm>
            <a:custGeom>
              <a:avLst/>
              <a:gdLst>
                <a:gd name="T0" fmla="*/ 55 w 55"/>
                <a:gd name="T1" fmla="*/ 0 h 119"/>
                <a:gd name="T2" fmla="*/ 47 w 55"/>
                <a:gd name="T3" fmla="*/ 7 h 119"/>
                <a:gd name="T4" fmla="*/ 34 w 55"/>
                <a:gd name="T5" fmla="*/ 17 h 119"/>
                <a:gd name="T6" fmla="*/ 34 w 55"/>
                <a:gd name="T7" fmla="*/ 19 h 119"/>
                <a:gd name="T8" fmla="*/ 32 w 55"/>
                <a:gd name="T9" fmla="*/ 19 h 119"/>
                <a:gd name="T10" fmla="*/ 6 w 55"/>
                <a:gd name="T11" fmla="*/ 33 h 119"/>
                <a:gd name="T12" fmla="*/ 6 w 55"/>
                <a:gd name="T13" fmla="*/ 34 h 119"/>
                <a:gd name="T14" fmla="*/ 34 w 55"/>
                <a:gd name="T15" fmla="*/ 34 h 119"/>
                <a:gd name="T16" fmla="*/ 34 w 55"/>
                <a:gd name="T17" fmla="*/ 52 h 119"/>
                <a:gd name="T18" fmla="*/ 5 w 55"/>
                <a:gd name="T19" fmla="*/ 52 h 119"/>
                <a:gd name="T20" fmla="*/ 0 w 55"/>
                <a:gd name="T21" fmla="*/ 119 h 119"/>
                <a:gd name="T22" fmla="*/ 55 w 55"/>
                <a:gd name="T23" fmla="*/ 119 h 119"/>
                <a:gd name="T24" fmla="*/ 55 w 55"/>
                <a:gd name="T25" fmla="*/ 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5" h="119">
                  <a:moveTo>
                    <a:pt x="55" y="0"/>
                  </a:moveTo>
                  <a:cubicBezTo>
                    <a:pt x="52" y="2"/>
                    <a:pt x="49" y="5"/>
                    <a:pt x="47" y="7"/>
                  </a:cubicBezTo>
                  <a:cubicBezTo>
                    <a:pt x="42" y="11"/>
                    <a:pt x="38" y="14"/>
                    <a:pt x="34" y="17"/>
                  </a:cubicBezTo>
                  <a:cubicBezTo>
                    <a:pt x="34" y="19"/>
                    <a:pt x="34" y="19"/>
                    <a:pt x="34" y="19"/>
                  </a:cubicBezTo>
                  <a:cubicBezTo>
                    <a:pt x="32" y="19"/>
                    <a:pt x="32" y="19"/>
                    <a:pt x="32" y="19"/>
                  </a:cubicBezTo>
                  <a:cubicBezTo>
                    <a:pt x="23" y="24"/>
                    <a:pt x="14" y="29"/>
                    <a:pt x="6" y="33"/>
                  </a:cubicBezTo>
                  <a:cubicBezTo>
                    <a:pt x="6" y="34"/>
                    <a:pt x="6" y="34"/>
                    <a:pt x="6" y="34"/>
                  </a:cubicBezTo>
                  <a:cubicBezTo>
                    <a:pt x="34" y="34"/>
                    <a:pt x="34" y="34"/>
                    <a:pt x="34" y="34"/>
                  </a:cubicBezTo>
                  <a:cubicBezTo>
                    <a:pt x="34" y="52"/>
                    <a:pt x="34" y="52"/>
                    <a:pt x="34" y="52"/>
                  </a:cubicBezTo>
                  <a:cubicBezTo>
                    <a:pt x="5" y="52"/>
                    <a:pt x="5" y="52"/>
                    <a:pt x="5" y="52"/>
                  </a:cubicBezTo>
                  <a:cubicBezTo>
                    <a:pt x="4" y="76"/>
                    <a:pt x="2" y="98"/>
                    <a:pt x="0" y="119"/>
                  </a:cubicBezTo>
                  <a:cubicBezTo>
                    <a:pt x="55" y="119"/>
                    <a:pt x="55" y="119"/>
                    <a:pt x="55" y="119"/>
                  </a:cubicBezTo>
                  <a:lnTo>
                    <a:pt x="55"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82" name="Freeform 274"/>
            <p:cNvSpPr>
              <a:spLocks/>
            </p:cNvSpPr>
            <p:nvPr/>
          </p:nvSpPr>
          <p:spPr bwMode="auto">
            <a:xfrm>
              <a:off x="10942639" y="3387726"/>
              <a:ext cx="333375" cy="498475"/>
            </a:xfrm>
            <a:custGeom>
              <a:avLst/>
              <a:gdLst>
                <a:gd name="T0" fmla="*/ 279 w 279"/>
                <a:gd name="T1" fmla="*/ 0 h 417"/>
                <a:gd name="T2" fmla="*/ 211 w 279"/>
                <a:gd name="T3" fmla="*/ 92 h 417"/>
                <a:gd name="T4" fmla="*/ 208 w 279"/>
                <a:gd name="T5" fmla="*/ 97 h 417"/>
                <a:gd name="T6" fmla="*/ 238 w 279"/>
                <a:gd name="T7" fmla="*/ 97 h 417"/>
                <a:gd name="T8" fmla="*/ 244 w 279"/>
                <a:gd name="T9" fmla="*/ 73 h 417"/>
                <a:gd name="T10" fmla="*/ 252 w 279"/>
                <a:gd name="T11" fmla="*/ 76 h 417"/>
                <a:gd name="T12" fmla="*/ 27 w 279"/>
                <a:gd name="T13" fmla="*/ 382 h 417"/>
                <a:gd name="T14" fmla="*/ 0 w 279"/>
                <a:gd name="T15" fmla="*/ 402 h 417"/>
                <a:gd name="T16" fmla="*/ 0 w 279"/>
                <a:gd name="T17" fmla="*/ 417 h 417"/>
                <a:gd name="T18" fmla="*/ 263 w 279"/>
                <a:gd name="T19" fmla="*/ 81 h 417"/>
                <a:gd name="T20" fmla="*/ 270 w 279"/>
                <a:gd name="T21" fmla="*/ 84 h 417"/>
                <a:gd name="T22" fmla="*/ 267 w 279"/>
                <a:gd name="T23" fmla="*/ 97 h 417"/>
                <a:gd name="T24" fmla="*/ 279 w 279"/>
                <a:gd name="T25" fmla="*/ 97 h 417"/>
                <a:gd name="T26" fmla="*/ 279 w 279"/>
                <a:gd name="T27" fmla="*/ 0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9" h="417">
                  <a:moveTo>
                    <a:pt x="279" y="0"/>
                  </a:moveTo>
                  <a:cubicBezTo>
                    <a:pt x="258" y="32"/>
                    <a:pt x="236" y="63"/>
                    <a:pt x="211" y="92"/>
                  </a:cubicBezTo>
                  <a:cubicBezTo>
                    <a:pt x="210" y="94"/>
                    <a:pt x="209" y="95"/>
                    <a:pt x="208" y="97"/>
                  </a:cubicBezTo>
                  <a:cubicBezTo>
                    <a:pt x="238" y="97"/>
                    <a:pt x="238" y="97"/>
                    <a:pt x="238" y="97"/>
                  </a:cubicBezTo>
                  <a:cubicBezTo>
                    <a:pt x="240" y="89"/>
                    <a:pt x="242" y="81"/>
                    <a:pt x="244" y="73"/>
                  </a:cubicBezTo>
                  <a:cubicBezTo>
                    <a:pt x="252" y="76"/>
                    <a:pt x="252" y="76"/>
                    <a:pt x="252" y="76"/>
                  </a:cubicBezTo>
                  <a:cubicBezTo>
                    <a:pt x="218" y="209"/>
                    <a:pt x="119" y="312"/>
                    <a:pt x="27" y="382"/>
                  </a:cubicBezTo>
                  <a:cubicBezTo>
                    <a:pt x="18" y="389"/>
                    <a:pt x="9" y="396"/>
                    <a:pt x="0" y="402"/>
                  </a:cubicBezTo>
                  <a:cubicBezTo>
                    <a:pt x="0" y="417"/>
                    <a:pt x="0" y="417"/>
                    <a:pt x="0" y="417"/>
                  </a:cubicBezTo>
                  <a:cubicBezTo>
                    <a:pt x="101" y="347"/>
                    <a:pt x="224" y="234"/>
                    <a:pt x="263" y="81"/>
                  </a:cubicBezTo>
                  <a:cubicBezTo>
                    <a:pt x="270" y="84"/>
                    <a:pt x="270" y="84"/>
                    <a:pt x="270" y="84"/>
                  </a:cubicBezTo>
                  <a:cubicBezTo>
                    <a:pt x="269" y="88"/>
                    <a:pt x="268" y="92"/>
                    <a:pt x="267" y="97"/>
                  </a:cubicBezTo>
                  <a:cubicBezTo>
                    <a:pt x="279" y="97"/>
                    <a:pt x="279" y="97"/>
                    <a:pt x="279" y="97"/>
                  </a:cubicBezTo>
                  <a:lnTo>
                    <a:pt x="279"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83" name="Freeform 275"/>
            <p:cNvSpPr>
              <a:spLocks/>
            </p:cNvSpPr>
            <p:nvPr/>
          </p:nvSpPr>
          <p:spPr bwMode="auto">
            <a:xfrm>
              <a:off x="11075989" y="3125788"/>
              <a:ext cx="57150" cy="38100"/>
            </a:xfrm>
            <a:custGeom>
              <a:avLst/>
              <a:gdLst>
                <a:gd name="T0" fmla="*/ 0 w 48"/>
                <a:gd name="T1" fmla="*/ 0 h 32"/>
                <a:gd name="T2" fmla="*/ 0 w 48"/>
                <a:gd name="T3" fmla="*/ 26 h 32"/>
                <a:gd name="T4" fmla="*/ 19 w 48"/>
                <a:gd name="T5" fmla="*/ 25 h 32"/>
                <a:gd name="T6" fmla="*/ 19 w 48"/>
                <a:gd name="T7" fmla="*/ 32 h 32"/>
                <a:gd name="T8" fmla="*/ 48 w 48"/>
                <a:gd name="T9" fmla="*/ 0 h 32"/>
                <a:gd name="T10" fmla="*/ 0 w 48"/>
                <a:gd name="T11" fmla="*/ 0 h 32"/>
              </a:gdLst>
              <a:ahLst/>
              <a:cxnLst>
                <a:cxn ang="0">
                  <a:pos x="T0" y="T1"/>
                </a:cxn>
                <a:cxn ang="0">
                  <a:pos x="T2" y="T3"/>
                </a:cxn>
                <a:cxn ang="0">
                  <a:pos x="T4" y="T5"/>
                </a:cxn>
                <a:cxn ang="0">
                  <a:pos x="T6" y="T7"/>
                </a:cxn>
                <a:cxn ang="0">
                  <a:pos x="T8" y="T9"/>
                </a:cxn>
                <a:cxn ang="0">
                  <a:pos x="T10" y="T11"/>
                </a:cxn>
              </a:cxnLst>
              <a:rect l="0" t="0" r="r" b="b"/>
              <a:pathLst>
                <a:path w="48" h="32">
                  <a:moveTo>
                    <a:pt x="0" y="0"/>
                  </a:moveTo>
                  <a:cubicBezTo>
                    <a:pt x="0" y="26"/>
                    <a:pt x="0" y="26"/>
                    <a:pt x="0" y="26"/>
                  </a:cubicBezTo>
                  <a:cubicBezTo>
                    <a:pt x="6" y="25"/>
                    <a:pt x="13" y="25"/>
                    <a:pt x="19" y="25"/>
                  </a:cubicBezTo>
                  <a:cubicBezTo>
                    <a:pt x="19" y="32"/>
                    <a:pt x="19" y="32"/>
                    <a:pt x="19" y="32"/>
                  </a:cubicBezTo>
                  <a:cubicBezTo>
                    <a:pt x="29" y="21"/>
                    <a:pt x="39" y="11"/>
                    <a:pt x="48" y="0"/>
                  </a:cubicBezTo>
                  <a:lnTo>
                    <a:pt x="0"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84" name="Freeform 276"/>
            <p:cNvSpPr>
              <a:spLocks/>
            </p:cNvSpPr>
            <p:nvPr/>
          </p:nvSpPr>
          <p:spPr bwMode="auto">
            <a:xfrm>
              <a:off x="11263314" y="3295651"/>
              <a:ext cx="12700" cy="49213"/>
            </a:xfrm>
            <a:custGeom>
              <a:avLst/>
              <a:gdLst>
                <a:gd name="T0" fmla="*/ 0 w 11"/>
                <a:gd name="T1" fmla="*/ 40 h 40"/>
                <a:gd name="T2" fmla="*/ 11 w 11"/>
                <a:gd name="T3" fmla="*/ 22 h 40"/>
                <a:gd name="T4" fmla="*/ 11 w 11"/>
                <a:gd name="T5" fmla="*/ 0 h 40"/>
                <a:gd name="T6" fmla="*/ 0 w 11"/>
                <a:gd name="T7" fmla="*/ 40 h 40"/>
              </a:gdLst>
              <a:ahLst/>
              <a:cxnLst>
                <a:cxn ang="0">
                  <a:pos x="T0" y="T1"/>
                </a:cxn>
                <a:cxn ang="0">
                  <a:pos x="T2" y="T3"/>
                </a:cxn>
                <a:cxn ang="0">
                  <a:pos x="T4" y="T5"/>
                </a:cxn>
                <a:cxn ang="0">
                  <a:pos x="T6" y="T7"/>
                </a:cxn>
              </a:cxnLst>
              <a:rect l="0" t="0" r="r" b="b"/>
              <a:pathLst>
                <a:path w="11" h="40">
                  <a:moveTo>
                    <a:pt x="0" y="40"/>
                  </a:moveTo>
                  <a:cubicBezTo>
                    <a:pt x="4" y="34"/>
                    <a:pt x="7" y="28"/>
                    <a:pt x="11" y="22"/>
                  </a:cubicBezTo>
                  <a:cubicBezTo>
                    <a:pt x="11" y="0"/>
                    <a:pt x="11" y="0"/>
                    <a:pt x="11" y="0"/>
                  </a:cubicBezTo>
                  <a:cubicBezTo>
                    <a:pt x="8" y="13"/>
                    <a:pt x="4" y="27"/>
                    <a:pt x="0" y="4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85" name="Freeform 277"/>
            <p:cNvSpPr>
              <a:spLocks/>
            </p:cNvSpPr>
            <p:nvPr/>
          </p:nvSpPr>
          <p:spPr bwMode="auto">
            <a:xfrm>
              <a:off x="11110914" y="3125788"/>
              <a:ext cx="146050" cy="377825"/>
            </a:xfrm>
            <a:custGeom>
              <a:avLst/>
              <a:gdLst>
                <a:gd name="T0" fmla="*/ 77 w 122"/>
                <a:gd name="T1" fmla="*/ 35 h 316"/>
                <a:gd name="T2" fmla="*/ 79 w 122"/>
                <a:gd name="T3" fmla="*/ 35 h 316"/>
                <a:gd name="T4" fmla="*/ 115 w 122"/>
                <a:gd name="T5" fmla="*/ 71 h 316"/>
                <a:gd name="T6" fmla="*/ 79 w 122"/>
                <a:gd name="T7" fmla="*/ 107 h 316"/>
                <a:gd name="T8" fmla="*/ 53 w 122"/>
                <a:gd name="T9" fmla="*/ 96 h 316"/>
                <a:gd name="T10" fmla="*/ 48 w 122"/>
                <a:gd name="T11" fmla="*/ 105 h 316"/>
                <a:gd name="T12" fmla="*/ 44 w 122"/>
                <a:gd name="T13" fmla="*/ 116 h 316"/>
                <a:gd name="T14" fmla="*/ 35 w 122"/>
                <a:gd name="T15" fmla="*/ 137 h 316"/>
                <a:gd name="T16" fmla="*/ 35 w 122"/>
                <a:gd name="T17" fmla="*/ 217 h 316"/>
                <a:gd name="T18" fmla="*/ 7 w 122"/>
                <a:gd name="T19" fmla="*/ 217 h 316"/>
                <a:gd name="T20" fmla="*/ 0 w 122"/>
                <a:gd name="T21" fmla="*/ 269 h 316"/>
                <a:gd name="T22" fmla="*/ 6 w 122"/>
                <a:gd name="T23" fmla="*/ 316 h 316"/>
                <a:gd name="T24" fmla="*/ 28 w 122"/>
                <a:gd name="T25" fmla="*/ 316 h 316"/>
                <a:gd name="T26" fmla="*/ 46 w 122"/>
                <a:gd name="T27" fmla="*/ 296 h 316"/>
                <a:gd name="T28" fmla="*/ 71 w 122"/>
                <a:gd name="T29" fmla="*/ 249 h 316"/>
                <a:gd name="T30" fmla="*/ 53 w 122"/>
                <a:gd name="T31" fmla="*/ 249 h 316"/>
                <a:gd name="T32" fmla="*/ 53 w 122"/>
                <a:gd name="T33" fmla="*/ 231 h 316"/>
                <a:gd name="T34" fmla="*/ 79 w 122"/>
                <a:gd name="T35" fmla="*/ 231 h 316"/>
                <a:gd name="T36" fmla="*/ 86 w 122"/>
                <a:gd name="T37" fmla="*/ 216 h 316"/>
                <a:gd name="T38" fmla="*/ 53 w 122"/>
                <a:gd name="T39" fmla="*/ 216 h 316"/>
                <a:gd name="T40" fmla="*/ 53 w 122"/>
                <a:gd name="T41" fmla="*/ 198 h 316"/>
                <a:gd name="T42" fmla="*/ 93 w 122"/>
                <a:gd name="T43" fmla="*/ 198 h 316"/>
                <a:gd name="T44" fmla="*/ 98 w 122"/>
                <a:gd name="T45" fmla="*/ 182 h 316"/>
                <a:gd name="T46" fmla="*/ 53 w 122"/>
                <a:gd name="T47" fmla="*/ 182 h 316"/>
                <a:gd name="T48" fmla="*/ 53 w 122"/>
                <a:gd name="T49" fmla="*/ 164 h 316"/>
                <a:gd name="T50" fmla="*/ 104 w 122"/>
                <a:gd name="T51" fmla="*/ 164 h 316"/>
                <a:gd name="T52" fmla="*/ 108 w 122"/>
                <a:gd name="T53" fmla="*/ 148 h 316"/>
                <a:gd name="T54" fmla="*/ 53 w 122"/>
                <a:gd name="T55" fmla="*/ 148 h 316"/>
                <a:gd name="T56" fmla="*/ 53 w 122"/>
                <a:gd name="T57" fmla="*/ 130 h 316"/>
                <a:gd name="T58" fmla="*/ 112 w 122"/>
                <a:gd name="T59" fmla="*/ 130 h 316"/>
                <a:gd name="T60" fmla="*/ 122 w 122"/>
                <a:gd name="T61" fmla="*/ 32 h 316"/>
                <a:gd name="T62" fmla="*/ 121 w 122"/>
                <a:gd name="T63" fmla="*/ 0 h 316"/>
                <a:gd name="T64" fmla="*/ 87 w 122"/>
                <a:gd name="T65" fmla="*/ 0 h 316"/>
                <a:gd name="T66" fmla="*/ 77 w 122"/>
                <a:gd name="T67" fmla="*/ 35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2" h="316">
                  <a:moveTo>
                    <a:pt x="77" y="35"/>
                  </a:moveTo>
                  <a:cubicBezTo>
                    <a:pt x="78" y="35"/>
                    <a:pt x="78" y="35"/>
                    <a:pt x="79" y="35"/>
                  </a:cubicBezTo>
                  <a:cubicBezTo>
                    <a:pt x="99" y="35"/>
                    <a:pt x="115" y="51"/>
                    <a:pt x="115" y="71"/>
                  </a:cubicBezTo>
                  <a:cubicBezTo>
                    <a:pt x="115" y="91"/>
                    <a:pt x="99" y="107"/>
                    <a:pt x="79" y="107"/>
                  </a:cubicBezTo>
                  <a:cubicBezTo>
                    <a:pt x="69" y="107"/>
                    <a:pt x="59" y="103"/>
                    <a:pt x="53" y="96"/>
                  </a:cubicBezTo>
                  <a:cubicBezTo>
                    <a:pt x="51" y="99"/>
                    <a:pt x="50" y="102"/>
                    <a:pt x="48" y="105"/>
                  </a:cubicBezTo>
                  <a:cubicBezTo>
                    <a:pt x="44" y="116"/>
                    <a:pt x="44" y="116"/>
                    <a:pt x="44" y="116"/>
                  </a:cubicBezTo>
                  <a:cubicBezTo>
                    <a:pt x="41" y="123"/>
                    <a:pt x="38" y="130"/>
                    <a:pt x="35" y="137"/>
                  </a:cubicBezTo>
                  <a:cubicBezTo>
                    <a:pt x="35" y="217"/>
                    <a:pt x="35" y="217"/>
                    <a:pt x="35" y="217"/>
                  </a:cubicBezTo>
                  <a:cubicBezTo>
                    <a:pt x="7" y="217"/>
                    <a:pt x="7" y="217"/>
                    <a:pt x="7" y="217"/>
                  </a:cubicBezTo>
                  <a:cubicBezTo>
                    <a:pt x="3" y="235"/>
                    <a:pt x="0" y="252"/>
                    <a:pt x="0" y="269"/>
                  </a:cubicBezTo>
                  <a:cubicBezTo>
                    <a:pt x="0" y="285"/>
                    <a:pt x="2" y="301"/>
                    <a:pt x="6" y="316"/>
                  </a:cubicBezTo>
                  <a:cubicBezTo>
                    <a:pt x="28" y="316"/>
                    <a:pt x="28" y="316"/>
                    <a:pt x="28" y="316"/>
                  </a:cubicBezTo>
                  <a:cubicBezTo>
                    <a:pt x="34" y="309"/>
                    <a:pt x="40" y="302"/>
                    <a:pt x="46" y="296"/>
                  </a:cubicBezTo>
                  <a:cubicBezTo>
                    <a:pt x="55" y="280"/>
                    <a:pt x="64" y="265"/>
                    <a:pt x="71" y="249"/>
                  </a:cubicBezTo>
                  <a:cubicBezTo>
                    <a:pt x="53" y="249"/>
                    <a:pt x="53" y="249"/>
                    <a:pt x="53" y="249"/>
                  </a:cubicBezTo>
                  <a:cubicBezTo>
                    <a:pt x="53" y="231"/>
                    <a:pt x="53" y="231"/>
                    <a:pt x="53" y="231"/>
                  </a:cubicBezTo>
                  <a:cubicBezTo>
                    <a:pt x="79" y="231"/>
                    <a:pt x="79" y="231"/>
                    <a:pt x="79" y="231"/>
                  </a:cubicBezTo>
                  <a:cubicBezTo>
                    <a:pt x="82" y="226"/>
                    <a:pt x="84" y="221"/>
                    <a:pt x="86" y="216"/>
                  </a:cubicBezTo>
                  <a:cubicBezTo>
                    <a:pt x="53" y="216"/>
                    <a:pt x="53" y="216"/>
                    <a:pt x="53" y="216"/>
                  </a:cubicBezTo>
                  <a:cubicBezTo>
                    <a:pt x="53" y="198"/>
                    <a:pt x="53" y="198"/>
                    <a:pt x="53" y="198"/>
                  </a:cubicBezTo>
                  <a:cubicBezTo>
                    <a:pt x="93" y="198"/>
                    <a:pt x="93" y="198"/>
                    <a:pt x="93" y="198"/>
                  </a:cubicBezTo>
                  <a:cubicBezTo>
                    <a:pt x="95" y="192"/>
                    <a:pt x="96" y="187"/>
                    <a:pt x="98" y="182"/>
                  </a:cubicBezTo>
                  <a:cubicBezTo>
                    <a:pt x="53" y="182"/>
                    <a:pt x="53" y="182"/>
                    <a:pt x="53" y="182"/>
                  </a:cubicBezTo>
                  <a:cubicBezTo>
                    <a:pt x="53" y="164"/>
                    <a:pt x="53" y="164"/>
                    <a:pt x="53" y="164"/>
                  </a:cubicBezTo>
                  <a:cubicBezTo>
                    <a:pt x="104" y="164"/>
                    <a:pt x="104" y="164"/>
                    <a:pt x="104" y="164"/>
                  </a:cubicBezTo>
                  <a:cubicBezTo>
                    <a:pt x="105" y="158"/>
                    <a:pt x="106" y="153"/>
                    <a:pt x="108" y="148"/>
                  </a:cubicBezTo>
                  <a:cubicBezTo>
                    <a:pt x="53" y="148"/>
                    <a:pt x="53" y="148"/>
                    <a:pt x="53" y="148"/>
                  </a:cubicBezTo>
                  <a:cubicBezTo>
                    <a:pt x="53" y="130"/>
                    <a:pt x="53" y="130"/>
                    <a:pt x="53" y="130"/>
                  </a:cubicBezTo>
                  <a:cubicBezTo>
                    <a:pt x="112" y="130"/>
                    <a:pt x="112" y="130"/>
                    <a:pt x="112" y="130"/>
                  </a:cubicBezTo>
                  <a:cubicBezTo>
                    <a:pt x="119" y="98"/>
                    <a:pt x="122" y="65"/>
                    <a:pt x="122" y="32"/>
                  </a:cubicBezTo>
                  <a:cubicBezTo>
                    <a:pt x="122" y="21"/>
                    <a:pt x="122" y="10"/>
                    <a:pt x="121" y="0"/>
                  </a:cubicBezTo>
                  <a:cubicBezTo>
                    <a:pt x="87" y="0"/>
                    <a:pt x="87" y="0"/>
                    <a:pt x="87" y="0"/>
                  </a:cubicBezTo>
                  <a:cubicBezTo>
                    <a:pt x="84" y="11"/>
                    <a:pt x="81" y="23"/>
                    <a:pt x="77" y="3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86" name="Freeform 278"/>
            <p:cNvSpPr>
              <a:spLocks/>
            </p:cNvSpPr>
            <p:nvPr/>
          </p:nvSpPr>
          <p:spPr bwMode="auto">
            <a:xfrm>
              <a:off x="11075989" y="3125788"/>
              <a:ext cx="104775" cy="377825"/>
            </a:xfrm>
            <a:custGeom>
              <a:avLst/>
              <a:gdLst>
                <a:gd name="T0" fmla="*/ 2 w 88"/>
                <a:gd name="T1" fmla="*/ 92 h 316"/>
                <a:gd name="T2" fmla="*/ 5 w 88"/>
                <a:gd name="T3" fmla="*/ 113 h 316"/>
                <a:gd name="T4" fmla="*/ 0 w 88"/>
                <a:gd name="T5" fmla="*/ 144 h 316"/>
                <a:gd name="T6" fmla="*/ 0 w 88"/>
                <a:gd name="T7" fmla="*/ 316 h 316"/>
                <a:gd name="T8" fmla="*/ 7 w 88"/>
                <a:gd name="T9" fmla="*/ 316 h 316"/>
                <a:gd name="T10" fmla="*/ 2 w 88"/>
                <a:gd name="T11" fmla="*/ 269 h 316"/>
                <a:gd name="T12" fmla="*/ 21 w 88"/>
                <a:gd name="T13" fmla="*/ 172 h 316"/>
                <a:gd name="T14" fmla="*/ 21 w 88"/>
                <a:gd name="T15" fmla="*/ 130 h 316"/>
                <a:gd name="T16" fmla="*/ 37 w 88"/>
                <a:gd name="T17" fmla="*/ 130 h 316"/>
                <a:gd name="T18" fmla="*/ 48 w 88"/>
                <a:gd name="T19" fmla="*/ 104 h 316"/>
                <a:gd name="T20" fmla="*/ 51 w 88"/>
                <a:gd name="T21" fmla="*/ 98 h 316"/>
                <a:gd name="T22" fmla="*/ 88 w 88"/>
                <a:gd name="T23" fmla="*/ 0 h 316"/>
                <a:gd name="T24" fmla="*/ 85 w 88"/>
                <a:gd name="T25" fmla="*/ 0 h 316"/>
                <a:gd name="T26" fmla="*/ 2 w 88"/>
                <a:gd name="T27" fmla="*/ 92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316">
                  <a:moveTo>
                    <a:pt x="2" y="92"/>
                  </a:moveTo>
                  <a:cubicBezTo>
                    <a:pt x="4" y="99"/>
                    <a:pt x="5" y="106"/>
                    <a:pt x="5" y="113"/>
                  </a:cubicBezTo>
                  <a:cubicBezTo>
                    <a:pt x="5" y="124"/>
                    <a:pt x="3" y="135"/>
                    <a:pt x="0" y="144"/>
                  </a:cubicBezTo>
                  <a:cubicBezTo>
                    <a:pt x="0" y="316"/>
                    <a:pt x="0" y="316"/>
                    <a:pt x="0" y="316"/>
                  </a:cubicBezTo>
                  <a:cubicBezTo>
                    <a:pt x="7" y="316"/>
                    <a:pt x="7" y="316"/>
                    <a:pt x="7" y="316"/>
                  </a:cubicBezTo>
                  <a:cubicBezTo>
                    <a:pt x="4" y="301"/>
                    <a:pt x="2" y="285"/>
                    <a:pt x="2" y="269"/>
                  </a:cubicBezTo>
                  <a:cubicBezTo>
                    <a:pt x="2" y="236"/>
                    <a:pt x="10" y="204"/>
                    <a:pt x="21" y="172"/>
                  </a:cubicBezTo>
                  <a:cubicBezTo>
                    <a:pt x="21" y="130"/>
                    <a:pt x="21" y="130"/>
                    <a:pt x="21" y="130"/>
                  </a:cubicBezTo>
                  <a:cubicBezTo>
                    <a:pt x="37" y="130"/>
                    <a:pt x="37" y="130"/>
                    <a:pt x="37" y="130"/>
                  </a:cubicBezTo>
                  <a:cubicBezTo>
                    <a:pt x="41" y="122"/>
                    <a:pt x="44" y="113"/>
                    <a:pt x="48" y="104"/>
                  </a:cubicBezTo>
                  <a:cubicBezTo>
                    <a:pt x="51" y="98"/>
                    <a:pt x="51" y="98"/>
                    <a:pt x="51" y="98"/>
                  </a:cubicBezTo>
                  <a:cubicBezTo>
                    <a:pt x="66" y="63"/>
                    <a:pt x="81" y="30"/>
                    <a:pt x="88" y="0"/>
                  </a:cubicBezTo>
                  <a:cubicBezTo>
                    <a:pt x="85" y="0"/>
                    <a:pt x="85" y="0"/>
                    <a:pt x="85" y="0"/>
                  </a:cubicBezTo>
                  <a:cubicBezTo>
                    <a:pt x="60" y="29"/>
                    <a:pt x="33" y="60"/>
                    <a:pt x="2" y="9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87" name="Freeform 279"/>
            <p:cNvSpPr>
              <a:spLocks/>
            </p:cNvSpPr>
            <p:nvPr/>
          </p:nvSpPr>
          <p:spPr bwMode="auto">
            <a:xfrm>
              <a:off x="11183939" y="3187701"/>
              <a:ext cx="44450" cy="44450"/>
            </a:xfrm>
            <a:custGeom>
              <a:avLst/>
              <a:gdLst>
                <a:gd name="T0" fmla="*/ 18 w 37"/>
                <a:gd name="T1" fmla="*/ 38 h 38"/>
                <a:gd name="T2" fmla="*/ 37 w 37"/>
                <a:gd name="T3" fmla="*/ 19 h 38"/>
                <a:gd name="T4" fmla="*/ 18 w 37"/>
                <a:gd name="T5" fmla="*/ 0 h 38"/>
                <a:gd name="T6" fmla="*/ 9 w 37"/>
                <a:gd name="T7" fmla="*/ 3 h 38"/>
                <a:gd name="T8" fmla="*/ 0 w 37"/>
                <a:gd name="T9" fmla="*/ 24 h 38"/>
                <a:gd name="T10" fmla="*/ 18 w 37"/>
                <a:gd name="T11" fmla="*/ 38 h 38"/>
              </a:gdLst>
              <a:ahLst/>
              <a:cxnLst>
                <a:cxn ang="0">
                  <a:pos x="T0" y="T1"/>
                </a:cxn>
                <a:cxn ang="0">
                  <a:pos x="T2" y="T3"/>
                </a:cxn>
                <a:cxn ang="0">
                  <a:pos x="T4" y="T5"/>
                </a:cxn>
                <a:cxn ang="0">
                  <a:pos x="T6" y="T7"/>
                </a:cxn>
                <a:cxn ang="0">
                  <a:pos x="T8" y="T9"/>
                </a:cxn>
                <a:cxn ang="0">
                  <a:pos x="T10" y="T11"/>
                </a:cxn>
              </a:cxnLst>
              <a:rect l="0" t="0" r="r" b="b"/>
              <a:pathLst>
                <a:path w="37" h="38">
                  <a:moveTo>
                    <a:pt x="18" y="38"/>
                  </a:moveTo>
                  <a:cubicBezTo>
                    <a:pt x="28" y="38"/>
                    <a:pt x="37" y="29"/>
                    <a:pt x="37" y="19"/>
                  </a:cubicBezTo>
                  <a:cubicBezTo>
                    <a:pt x="37" y="9"/>
                    <a:pt x="28" y="0"/>
                    <a:pt x="18" y="0"/>
                  </a:cubicBezTo>
                  <a:cubicBezTo>
                    <a:pt x="15" y="0"/>
                    <a:pt x="12" y="1"/>
                    <a:pt x="9" y="3"/>
                  </a:cubicBezTo>
                  <a:cubicBezTo>
                    <a:pt x="6" y="10"/>
                    <a:pt x="3" y="17"/>
                    <a:pt x="0" y="24"/>
                  </a:cubicBezTo>
                  <a:cubicBezTo>
                    <a:pt x="2" y="32"/>
                    <a:pt x="10" y="38"/>
                    <a:pt x="18" y="3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88" name="Freeform 280"/>
            <p:cNvSpPr>
              <a:spLocks/>
            </p:cNvSpPr>
            <p:nvPr/>
          </p:nvSpPr>
          <p:spPr bwMode="auto">
            <a:xfrm>
              <a:off x="11425239" y="3187701"/>
              <a:ext cx="25400" cy="44450"/>
            </a:xfrm>
            <a:custGeom>
              <a:avLst/>
              <a:gdLst>
                <a:gd name="T0" fmla="*/ 19 w 21"/>
                <a:gd name="T1" fmla="*/ 0 h 38"/>
                <a:gd name="T2" fmla="*/ 0 w 21"/>
                <a:gd name="T3" fmla="*/ 19 h 38"/>
                <a:gd name="T4" fmla="*/ 19 w 21"/>
                <a:gd name="T5" fmla="*/ 38 h 38"/>
                <a:gd name="T6" fmla="*/ 21 w 21"/>
                <a:gd name="T7" fmla="*/ 37 h 38"/>
                <a:gd name="T8" fmla="*/ 19 w 21"/>
                <a:gd name="T9" fmla="*/ 0 h 38"/>
                <a:gd name="T10" fmla="*/ 19 w 21"/>
                <a:gd name="T11" fmla="*/ 0 h 38"/>
              </a:gdLst>
              <a:ahLst/>
              <a:cxnLst>
                <a:cxn ang="0">
                  <a:pos x="T0" y="T1"/>
                </a:cxn>
                <a:cxn ang="0">
                  <a:pos x="T2" y="T3"/>
                </a:cxn>
                <a:cxn ang="0">
                  <a:pos x="T4" y="T5"/>
                </a:cxn>
                <a:cxn ang="0">
                  <a:pos x="T6" y="T7"/>
                </a:cxn>
                <a:cxn ang="0">
                  <a:pos x="T8" y="T9"/>
                </a:cxn>
                <a:cxn ang="0">
                  <a:pos x="T10" y="T11"/>
                </a:cxn>
              </a:cxnLst>
              <a:rect l="0" t="0" r="r" b="b"/>
              <a:pathLst>
                <a:path w="21" h="38">
                  <a:moveTo>
                    <a:pt x="19" y="0"/>
                  </a:moveTo>
                  <a:cubicBezTo>
                    <a:pt x="9" y="0"/>
                    <a:pt x="0" y="9"/>
                    <a:pt x="0" y="19"/>
                  </a:cubicBezTo>
                  <a:cubicBezTo>
                    <a:pt x="0" y="29"/>
                    <a:pt x="9" y="38"/>
                    <a:pt x="19" y="38"/>
                  </a:cubicBezTo>
                  <a:cubicBezTo>
                    <a:pt x="20" y="38"/>
                    <a:pt x="21" y="38"/>
                    <a:pt x="21" y="37"/>
                  </a:cubicBezTo>
                  <a:cubicBezTo>
                    <a:pt x="21" y="25"/>
                    <a:pt x="20" y="12"/>
                    <a:pt x="19" y="0"/>
                  </a:cubicBezTo>
                  <a:cubicBezTo>
                    <a:pt x="19" y="0"/>
                    <a:pt x="19" y="0"/>
                    <a:pt x="19"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89" name="Rectangle 281"/>
            <p:cNvSpPr>
              <a:spLocks noChangeArrowheads="1"/>
            </p:cNvSpPr>
            <p:nvPr/>
          </p:nvSpPr>
          <p:spPr bwMode="auto">
            <a:xfrm>
              <a:off x="10942639" y="4037013"/>
              <a:ext cx="606425" cy="57150"/>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90" name="Rectangle 282"/>
            <p:cNvSpPr>
              <a:spLocks noChangeArrowheads="1"/>
            </p:cNvSpPr>
            <p:nvPr/>
          </p:nvSpPr>
          <p:spPr bwMode="auto">
            <a:xfrm>
              <a:off x="10075864" y="4037013"/>
              <a:ext cx="492125" cy="57150"/>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91" name="Oval 283"/>
            <p:cNvSpPr>
              <a:spLocks noChangeArrowheads="1"/>
            </p:cNvSpPr>
            <p:nvPr/>
          </p:nvSpPr>
          <p:spPr bwMode="auto">
            <a:xfrm>
              <a:off x="10215564" y="3698876"/>
              <a:ext cx="46038" cy="44450"/>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92" name="Freeform 284"/>
            <p:cNvSpPr>
              <a:spLocks/>
            </p:cNvSpPr>
            <p:nvPr/>
          </p:nvSpPr>
          <p:spPr bwMode="auto">
            <a:xfrm>
              <a:off x="10390189" y="3763963"/>
              <a:ext cx="131763" cy="152400"/>
            </a:xfrm>
            <a:custGeom>
              <a:avLst/>
              <a:gdLst>
                <a:gd name="T0" fmla="*/ 103 w 110"/>
                <a:gd name="T1" fmla="*/ 57 h 127"/>
                <a:gd name="T2" fmla="*/ 110 w 110"/>
                <a:gd name="T3" fmla="*/ 45 h 127"/>
                <a:gd name="T4" fmla="*/ 101 w 110"/>
                <a:gd name="T5" fmla="*/ 41 h 127"/>
                <a:gd name="T6" fmla="*/ 50 w 110"/>
                <a:gd name="T7" fmla="*/ 41 h 127"/>
                <a:gd name="T8" fmla="*/ 50 w 110"/>
                <a:gd name="T9" fmla="*/ 23 h 127"/>
                <a:gd name="T10" fmla="*/ 79 w 110"/>
                <a:gd name="T11" fmla="*/ 23 h 127"/>
                <a:gd name="T12" fmla="*/ 65 w 110"/>
                <a:gd name="T13" fmla="*/ 0 h 127"/>
                <a:gd name="T14" fmla="*/ 32 w 110"/>
                <a:gd name="T15" fmla="*/ 25 h 127"/>
                <a:gd name="T16" fmla="*/ 32 w 110"/>
                <a:gd name="T17" fmla="*/ 110 h 127"/>
                <a:gd name="T18" fmla="*/ 0 w 110"/>
                <a:gd name="T19" fmla="*/ 110 h 127"/>
                <a:gd name="T20" fmla="*/ 30 w 110"/>
                <a:gd name="T21" fmla="*/ 127 h 127"/>
                <a:gd name="T22" fmla="*/ 64 w 110"/>
                <a:gd name="T23" fmla="*/ 118 h 127"/>
                <a:gd name="T24" fmla="*/ 70 w 110"/>
                <a:gd name="T25" fmla="*/ 109 h 127"/>
                <a:gd name="T26" fmla="*/ 50 w 110"/>
                <a:gd name="T27" fmla="*/ 109 h 127"/>
                <a:gd name="T28" fmla="*/ 50 w 110"/>
                <a:gd name="T29" fmla="*/ 91 h 127"/>
                <a:gd name="T30" fmla="*/ 82 w 110"/>
                <a:gd name="T31" fmla="*/ 91 h 127"/>
                <a:gd name="T32" fmla="*/ 92 w 110"/>
                <a:gd name="T33" fmla="*/ 75 h 127"/>
                <a:gd name="T34" fmla="*/ 50 w 110"/>
                <a:gd name="T35" fmla="*/ 75 h 127"/>
                <a:gd name="T36" fmla="*/ 50 w 110"/>
                <a:gd name="T37" fmla="*/ 57 h 127"/>
                <a:gd name="T38" fmla="*/ 103 w 110"/>
                <a:gd name="T39" fmla="*/ 5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0" h="127">
                  <a:moveTo>
                    <a:pt x="103" y="57"/>
                  </a:moveTo>
                  <a:cubicBezTo>
                    <a:pt x="106" y="53"/>
                    <a:pt x="108" y="49"/>
                    <a:pt x="110" y="45"/>
                  </a:cubicBezTo>
                  <a:cubicBezTo>
                    <a:pt x="107" y="44"/>
                    <a:pt x="104" y="43"/>
                    <a:pt x="101" y="41"/>
                  </a:cubicBezTo>
                  <a:cubicBezTo>
                    <a:pt x="50" y="41"/>
                    <a:pt x="50" y="41"/>
                    <a:pt x="50" y="41"/>
                  </a:cubicBezTo>
                  <a:cubicBezTo>
                    <a:pt x="50" y="23"/>
                    <a:pt x="50" y="23"/>
                    <a:pt x="50" y="23"/>
                  </a:cubicBezTo>
                  <a:cubicBezTo>
                    <a:pt x="79" y="23"/>
                    <a:pt x="79" y="23"/>
                    <a:pt x="79" y="23"/>
                  </a:cubicBezTo>
                  <a:cubicBezTo>
                    <a:pt x="73" y="16"/>
                    <a:pt x="69" y="8"/>
                    <a:pt x="65" y="0"/>
                  </a:cubicBezTo>
                  <a:cubicBezTo>
                    <a:pt x="54" y="8"/>
                    <a:pt x="43" y="17"/>
                    <a:pt x="32" y="25"/>
                  </a:cubicBezTo>
                  <a:cubicBezTo>
                    <a:pt x="32" y="110"/>
                    <a:pt x="32" y="110"/>
                    <a:pt x="32" y="110"/>
                  </a:cubicBezTo>
                  <a:cubicBezTo>
                    <a:pt x="0" y="110"/>
                    <a:pt x="0" y="110"/>
                    <a:pt x="0" y="110"/>
                  </a:cubicBezTo>
                  <a:cubicBezTo>
                    <a:pt x="10" y="117"/>
                    <a:pt x="21" y="122"/>
                    <a:pt x="30" y="127"/>
                  </a:cubicBezTo>
                  <a:cubicBezTo>
                    <a:pt x="41" y="124"/>
                    <a:pt x="52" y="121"/>
                    <a:pt x="64" y="118"/>
                  </a:cubicBezTo>
                  <a:cubicBezTo>
                    <a:pt x="66" y="115"/>
                    <a:pt x="68" y="112"/>
                    <a:pt x="70" y="109"/>
                  </a:cubicBezTo>
                  <a:cubicBezTo>
                    <a:pt x="50" y="109"/>
                    <a:pt x="50" y="109"/>
                    <a:pt x="50" y="109"/>
                  </a:cubicBezTo>
                  <a:cubicBezTo>
                    <a:pt x="50" y="91"/>
                    <a:pt x="50" y="91"/>
                    <a:pt x="50" y="91"/>
                  </a:cubicBezTo>
                  <a:cubicBezTo>
                    <a:pt x="82" y="91"/>
                    <a:pt x="82" y="91"/>
                    <a:pt x="82" y="91"/>
                  </a:cubicBezTo>
                  <a:cubicBezTo>
                    <a:pt x="85" y="86"/>
                    <a:pt x="88" y="80"/>
                    <a:pt x="92" y="75"/>
                  </a:cubicBezTo>
                  <a:cubicBezTo>
                    <a:pt x="50" y="75"/>
                    <a:pt x="50" y="75"/>
                    <a:pt x="50" y="75"/>
                  </a:cubicBezTo>
                  <a:cubicBezTo>
                    <a:pt x="50" y="57"/>
                    <a:pt x="50" y="57"/>
                    <a:pt x="50" y="57"/>
                  </a:cubicBezTo>
                  <a:lnTo>
                    <a:pt x="103" y="57"/>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93" name="Freeform 285"/>
            <p:cNvSpPr>
              <a:spLocks/>
            </p:cNvSpPr>
            <p:nvPr/>
          </p:nvSpPr>
          <p:spPr bwMode="auto">
            <a:xfrm>
              <a:off x="10526714" y="3835401"/>
              <a:ext cx="25400" cy="50800"/>
            </a:xfrm>
            <a:custGeom>
              <a:avLst/>
              <a:gdLst>
                <a:gd name="T0" fmla="*/ 21 w 21"/>
                <a:gd name="T1" fmla="*/ 0 h 43"/>
                <a:gd name="T2" fmla="*/ 0 w 21"/>
                <a:gd name="T3" fmla="*/ 33 h 43"/>
                <a:gd name="T4" fmla="*/ 0 w 21"/>
                <a:gd name="T5" fmla="*/ 43 h 43"/>
                <a:gd name="T6" fmla="*/ 21 w 21"/>
                <a:gd name="T7" fmla="*/ 36 h 43"/>
                <a:gd name="T8" fmla="*/ 21 w 21"/>
                <a:gd name="T9" fmla="*/ 0 h 43"/>
              </a:gdLst>
              <a:ahLst/>
              <a:cxnLst>
                <a:cxn ang="0">
                  <a:pos x="T0" y="T1"/>
                </a:cxn>
                <a:cxn ang="0">
                  <a:pos x="T2" y="T3"/>
                </a:cxn>
                <a:cxn ang="0">
                  <a:pos x="T4" y="T5"/>
                </a:cxn>
                <a:cxn ang="0">
                  <a:pos x="T6" y="T7"/>
                </a:cxn>
                <a:cxn ang="0">
                  <a:pos x="T8" y="T9"/>
                </a:cxn>
              </a:cxnLst>
              <a:rect l="0" t="0" r="r" b="b"/>
              <a:pathLst>
                <a:path w="21" h="43">
                  <a:moveTo>
                    <a:pt x="21" y="0"/>
                  </a:moveTo>
                  <a:cubicBezTo>
                    <a:pt x="13" y="12"/>
                    <a:pt x="6" y="23"/>
                    <a:pt x="0" y="33"/>
                  </a:cubicBezTo>
                  <a:cubicBezTo>
                    <a:pt x="0" y="43"/>
                    <a:pt x="0" y="43"/>
                    <a:pt x="0" y="43"/>
                  </a:cubicBezTo>
                  <a:cubicBezTo>
                    <a:pt x="7" y="40"/>
                    <a:pt x="14" y="38"/>
                    <a:pt x="21" y="36"/>
                  </a:cubicBezTo>
                  <a:lnTo>
                    <a:pt x="21"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94" name="Freeform 286"/>
            <p:cNvSpPr>
              <a:spLocks/>
            </p:cNvSpPr>
            <p:nvPr/>
          </p:nvSpPr>
          <p:spPr bwMode="auto">
            <a:xfrm>
              <a:off x="10350501" y="3832226"/>
              <a:ext cx="25400" cy="55563"/>
            </a:xfrm>
            <a:custGeom>
              <a:avLst/>
              <a:gdLst>
                <a:gd name="T0" fmla="*/ 21 w 21"/>
                <a:gd name="T1" fmla="*/ 0 h 46"/>
                <a:gd name="T2" fmla="*/ 0 w 21"/>
                <a:gd name="T3" fmla="*/ 16 h 46"/>
                <a:gd name="T4" fmla="*/ 0 w 21"/>
                <a:gd name="T5" fmla="*/ 32 h 46"/>
                <a:gd name="T6" fmla="*/ 21 w 21"/>
                <a:gd name="T7" fmla="*/ 46 h 46"/>
                <a:gd name="T8" fmla="*/ 21 w 21"/>
                <a:gd name="T9" fmla="*/ 0 h 46"/>
              </a:gdLst>
              <a:ahLst/>
              <a:cxnLst>
                <a:cxn ang="0">
                  <a:pos x="T0" y="T1"/>
                </a:cxn>
                <a:cxn ang="0">
                  <a:pos x="T2" y="T3"/>
                </a:cxn>
                <a:cxn ang="0">
                  <a:pos x="T4" y="T5"/>
                </a:cxn>
                <a:cxn ang="0">
                  <a:pos x="T6" y="T7"/>
                </a:cxn>
                <a:cxn ang="0">
                  <a:pos x="T8" y="T9"/>
                </a:cxn>
              </a:cxnLst>
              <a:rect l="0" t="0" r="r" b="b"/>
              <a:pathLst>
                <a:path w="21" h="46">
                  <a:moveTo>
                    <a:pt x="21" y="0"/>
                  </a:moveTo>
                  <a:cubicBezTo>
                    <a:pt x="14" y="6"/>
                    <a:pt x="7" y="11"/>
                    <a:pt x="0" y="16"/>
                  </a:cubicBezTo>
                  <a:cubicBezTo>
                    <a:pt x="0" y="32"/>
                    <a:pt x="0" y="32"/>
                    <a:pt x="0" y="32"/>
                  </a:cubicBezTo>
                  <a:cubicBezTo>
                    <a:pt x="7" y="37"/>
                    <a:pt x="14" y="42"/>
                    <a:pt x="21" y="46"/>
                  </a:cubicBezTo>
                  <a:lnTo>
                    <a:pt x="21"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95" name="Freeform 287"/>
            <p:cNvSpPr>
              <a:spLocks noEditPoints="1"/>
            </p:cNvSpPr>
            <p:nvPr/>
          </p:nvSpPr>
          <p:spPr bwMode="auto">
            <a:xfrm>
              <a:off x="9853614" y="2776538"/>
              <a:ext cx="698500" cy="1238250"/>
            </a:xfrm>
            <a:custGeom>
              <a:avLst/>
              <a:gdLst>
                <a:gd name="T0" fmla="*/ 525 w 583"/>
                <a:gd name="T1" fmla="*/ 974 h 1034"/>
                <a:gd name="T2" fmla="*/ 542 w 583"/>
                <a:gd name="T3" fmla="*/ 988 h 1034"/>
                <a:gd name="T4" fmla="*/ 287 w 583"/>
                <a:gd name="T5" fmla="*/ 782 h 1034"/>
                <a:gd name="T6" fmla="*/ 322 w 583"/>
                <a:gd name="T7" fmla="*/ 825 h 1034"/>
                <a:gd name="T8" fmla="*/ 360 w 583"/>
                <a:gd name="T9" fmla="*/ 848 h 1034"/>
                <a:gd name="T10" fmla="*/ 380 w 583"/>
                <a:gd name="T11" fmla="*/ 888 h 1034"/>
                <a:gd name="T12" fmla="*/ 307 w 583"/>
                <a:gd name="T13" fmla="*/ 718 h 1034"/>
                <a:gd name="T14" fmla="*/ 283 w 583"/>
                <a:gd name="T15" fmla="*/ 730 h 1034"/>
                <a:gd name="T16" fmla="*/ 268 w 583"/>
                <a:gd name="T17" fmla="*/ 728 h 1034"/>
                <a:gd name="T18" fmla="*/ 213 w 583"/>
                <a:gd name="T19" fmla="*/ 718 h 1034"/>
                <a:gd name="T20" fmla="*/ 252 w 583"/>
                <a:gd name="T21" fmla="*/ 848 h 1034"/>
                <a:gd name="T22" fmla="*/ 260 w 583"/>
                <a:gd name="T23" fmla="*/ 935 h 1034"/>
                <a:gd name="T24" fmla="*/ 247 w 583"/>
                <a:gd name="T25" fmla="*/ 924 h 1034"/>
                <a:gd name="T26" fmla="*/ 251 w 583"/>
                <a:gd name="T27" fmla="*/ 967 h 1034"/>
                <a:gd name="T28" fmla="*/ 213 w 583"/>
                <a:gd name="T29" fmla="*/ 945 h 1034"/>
                <a:gd name="T30" fmla="*/ 16 w 583"/>
                <a:gd name="T31" fmla="*/ 519 h 1034"/>
                <a:gd name="T32" fmla="*/ 284 w 583"/>
                <a:gd name="T33" fmla="*/ 169 h 1034"/>
                <a:gd name="T34" fmla="*/ 255 w 583"/>
                <a:gd name="T35" fmla="*/ 190 h 1034"/>
                <a:gd name="T36" fmla="*/ 381 w 583"/>
                <a:gd name="T37" fmla="*/ 176 h 1034"/>
                <a:gd name="T38" fmla="*/ 360 w 583"/>
                <a:gd name="T39" fmla="*/ 26 h 1034"/>
                <a:gd name="T40" fmla="*/ 360 w 583"/>
                <a:gd name="T41" fmla="*/ 41 h 1034"/>
                <a:gd name="T42" fmla="*/ 304 w 583"/>
                <a:gd name="T43" fmla="*/ 75 h 1034"/>
                <a:gd name="T44" fmla="*/ 296 w 583"/>
                <a:gd name="T45" fmla="*/ 93 h 1034"/>
                <a:gd name="T46" fmla="*/ 278 w 583"/>
                <a:gd name="T47" fmla="*/ 145 h 1034"/>
                <a:gd name="T48" fmla="*/ 0 w 583"/>
                <a:gd name="T49" fmla="*/ 519 h 1034"/>
                <a:gd name="T50" fmla="*/ 213 w 583"/>
                <a:gd name="T51" fmla="*/ 996 h 1034"/>
                <a:gd name="T52" fmla="*/ 381 w 583"/>
                <a:gd name="T53" fmla="*/ 1004 h 1034"/>
                <a:gd name="T54" fmla="*/ 464 w 583"/>
                <a:gd name="T55" fmla="*/ 977 h 1034"/>
                <a:gd name="T56" fmla="*/ 366 w 583"/>
                <a:gd name="T57" fmla="*/ 986 h 1034"/>
                <a:gd name="T58" fmla="*/ 381 w 583"/>
                <a:gd name="T59" fmla="*/ 924 h 1034"/>
                <a:gd name="T60" fmla="*/ 360 w 583"/>
                <a:gd name="T61" fmla="*/ 949 h 1034"/>
                <a:gd name="T62" fmla="*/ 274 w 583"/>
                <a:gd name="T63" fmla="*/ 997 h 1034"/>
                <a:gd name="T64" fmla="*/ 363 w 583"/>
                <a:gd name="T65" fmla="*/ 910 h 1034"/>
                <a:gd name="T66" fmla="*/ 258 w 583"/>
                <a:gd name="T67" fmla="*/ 974 h 1034"/>
                <a:gd name="T68" fmla="*/ 296 w 583"/>
                <a:gd name="T69" fmla="*/ 916 h 1034"/>
                <a:gd name="T70" fmla="*/ 356 w 583"/>
                <a:gd name="T71" fmla="*/ 905 h 1034"/>
                <a:gd name="T72" fmla="*/ 296 w 583"/>
                <a:gd name="T73" fmla="*/ 882 h 1034"/>
                <a:gd name="T74" fmla="*/ 296 w 583"/>
                <a:gd name="T75" fmla="*/ 866 h 1034"/>
                <a:gd name="T76" fmla="*/ 240 w 583"/>
                <a:gd name="T77" fmla="*/ 755 h 1034"/>
                <a:gd name="T78" fmla="*/ 539 w 583"/>
                <a:gd name="T79" fmla="*/ 1009 h 1034"/>
                <a:gd name="T80" fmla="*/ 488 w 583"/>
                <a:gd name="T81" fmla="*/ 1014 h 1034"/>
                <a:gd name="T82" fmla="*/ 477 w 583"/>
                <a:gd name="T83" fmla="*/ 1009 h 1034"/>
                <a:gd name="T84" fmla="*/ 483 w 583"/>
                <a:gd name="T85" fmla="*/ 986 h 1034"/>
                <a:gd name="T86" fmla="*/ 415 w 583"/>
                <a:gd name="T87" fmla="*/ 1034 h 1034"/>
                <a:gd name="T88" fmla="*/ 562 w 583"/>
                <a:gd name="T89" fmla="*/ 956 h 1034"/>
                <a:gd name="T90" fmla="*/ 360 w 583"/>
                <a:gd name="T91" fmla="*/ 109 h 1034"/>
                <a:gd name="T92" fmla="*/ 296 w 583"/>
                <a:gd name="T93" fmla="*/ 109 h 10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83" h="1034">
                  <a:moveTo>
                    <a:pt x="562" y="967"/>
                  </a:moveTo>
                  <a:cubicBezTo>
                    <a:pt x="529" y="967"/>
                    <a:pt x="529" y="967"/>
                    <a:pt x="529" y="967"/>
                  </a:cubicBezTo>
                  <a:cubicBezTo>
                    <a:pt x="528" y="970"/>
                    <a:pt x="526" y="972"/>
                    <a:pt x="525" y="974"/>
                  </a:cubicBezTo>
                  <a:cubicBezTo>
                    <a:pt x="533" y="977"/>
                    <a:pt x="540" y="979"/>
                    <a:pt x="544" y="981"/>
                  </a:cubicBezTo>
                  <a:cubicBezTo>
                    <a:pt x="543" y="989"/>
                    <a:pt x="543" y="989"/>
                    <a:pt x="543" y="989"/>
                  </a:cubicBezTo>
                  <a:cubicBezTo>
                    <a:pt x="542" y="989"/>
                    <a:pt x="542" y="989"/>
                    <a:pt x="542" y="988"/>
                  </a:cubicBezTo>
                  <a:cubicBezTo>
                    <a:pt x="501" y="975"/>
                    <a:pt x="336" y="910"/>
                    <a:pt x="259" y="747"/>
                  </a:cubicBezTo>
                  <a:cubicBezTo>
                    <a:pt x="263" y="746"/>
                    <a:pt x="267" y="746"/>
                    <a:pt x="267" y="747"/>
                  </a:cubicBezTo>
                  <a:cubicBezTo>
                    <a:pt x="273" y="760"/>
                    <a:pt x="280" y="771"/>
                    <a:pt x="287" y="782"/>
                  </a:cubicBezTo>
                  <a:cubicBezTo>
                    <a:pt x="290" y="766"/>
                    <a:pt x="305" y="753"/>
                    <a:pt x="322" y="753"/>
                  </a:cubicBezTo>
                  <a:cubicBezTo>
                    <a:pt x="342" y="753"/>
                    <a:pt x="358" y="769"/>
                    <a:pt x="358" y="789"/>
                  </a:cubicBezTo>
                  <a:cubicBezTo>
                    <a:pt x="358" y="809"/>
                    <a:pt x="342" y="825"/>
                    <a:pt x="322" y="825"/>
                  </a:cubicBezTo>
                  <a:cubicBezTo>
                    <a:pt x="320" y="825"/>
                    <a:pt x="319" y="825"/>
                    <a:pt x="317" y="825"/>
                  </a:cubicBezTo>
                  <a:cubicBezTo>
                    <a:pt x="324" y="833"/>
                    <a:pt x="331" y="841"/>
                    <a:pt x="338" y="848"/>
                  </a:cubicBezTo>
                  <a:cubicBezTo>
                    <a:pt x="360" y="848"/>
                    <a:pt x="360" y="848"/>
                    <a:pt x="360" y="848"/>
                  </a:cubicBezTo>
                  <a:cubicBezTo>
                    <a:pt x="360" y="866"/>
                    <a:pt x="360" y="866"/>
                    <a:pt x="360" y="866"/>
                  </a:cubicBezTo>
                  <a:cubicBezTo>
                    <a:pt x="355" y="866"/>
                    <a:pt x="355" y="866"/>
                    <a:pt x="355" y="866"/>
                  </a:cubicBezTo>
                  <a:cubicBezTo>
                    <a:pt x="364" y="874"/>
                    <a:pt x="372" y="881"/>
                    <a:pt x="380" y="888"/>
                  </a:cubicBezTo>
                  <a:cubicBezTo>
                    <a:pt x="380" y="888"/>
                    <a:pt x="380" y="888"/>
                    <a:pt x="381" y="887"/>
                  </a:cubicBezTo>
                  <a:cubicBezTo>
                    <a:pt x="381" y="718"/>
                    <a:pt x="381" y="718"/>
                    <a:pt x="381" y="718"/>
                  </a:cubicBezTo>
                  <a:cubicBezTo>
                    <a:pt x="307" y="718"/>
                    <a:pt x="307" y="718"/>
                    <a:pt x="307" y="718"/>
                  </a:cubicBezTo>
                  <a:cubicBezTo>
                    <a:pt x="298" y="726"/>
                    <a:pt x="292" y="732"/>
                    <a:pt x="288" y="736"/>
                  </a:cubicBezTo>
                  <a:cubicBezTo>
                    <a:pt x="287" y="737"/>
                    <a:pt x="283" y="736"/>
                    <a:pt x="279" y="734"/>
                  </a:cubicBezTo>
                  <a:cubicBezTo>
                    <a:pt x="280" y="733"/>
                    <a:pt x="281" y="732"/>
                    <a:pt x="283" y="730"/>
                  </a:cubicBezTo>
                  <a:cubicBezTo>
                    <a:pt x="298" y="714"/>
                    <a:pt x="341" y="673"/>
                    <a:pt x="403" y="637"/>
                  </a:cubicBezTo>
                  <a:cubicBezTo>
                    <a:pt x="400" y="634"/>
                    <a:pt x="396" y="631"/>
                    <a:pt x="393" y="629"/>
                  </a:cubicBezTo>
                  <a:cubicBezTo>
                    <a:pt x="322" y="671"/>
                    <a:pt x="276" y="719"/>
                    <a:pt x="268" y="728"/>
                  </a:cubicBezTo>
                  <a:cubicBezTo>
                    <a:pt x="265" y="725"/>
                    <a:pt x="262" y="723"/>
                    <a:pt x="262" y="723"/>
                  </a:cubicBezTo>
                  <a:cubicBezTo>
                    <a:pt x="263" y="722"/>
                    <a:pt x="265" y="720"/>
                    <a:pt x="267" y="718"/>
                  </a:cubicBezTo>
                  <a:cubicBezTo>
                    <a:pt x="213" y="718"/>
                    <a:pt x="213" y="718"/>
                    <a:pt x="213" y="718"/>
                  </a:cubicBezTo>
                  <a:cubicBezTo>
                    <a:pt x="213" y="792"/>
                    <a:pt x="213" y="792"/>
                    <a:pt x="213" y="792"/>
                  </a:cubicBezTo>
                  <a:cubicBezTo>
                    <a:pt x="214" y="797"/>
                    <a:pt x="216" y="803"/>
                    <a:pt x="217" y="808"/>
                  </a:cubicBezTo>
                  <a:cubicBezTo>
                    <a:pt x="227" y="821"/>
                    <a:pt x="239" y="834"/>
                    <a:pt x="252" y="848"/>
                  </a:cubicBezTo>
                  <a:cubicBezTo>
                    <a:pt x="278" y="848"/>
                    <a:pt x="278" y="848"/>
                    <a:pt x="278" y="848"/>
                  </a:cubicBezTo>
                  <a:cubicBezTo>
                    <a:pt x="278" y="935"/>
                    <a:pt x="278" y="935"/>
                    <a:pt x="278" y="935"/>
                  </a:cubicBezTo>
                  <a:cubicBezTo>
                    <a:pt x="260" y="935"/>
                    <a:pt x="260" y="935"/>
                    <a:pt x="260" y="935"/>
                  </a:cubicBezTo>
                  <a:cubicBezTo>
                    <a:pt x="266" y="951"/>
                    <a:pt x="270" y="959"/>
                    <a:pt x="270" y="959"/>
                  </a:cubicBezTo>
                  <a:cubicBezTo>
                    <a:pt x="262" y="962"/>
                    <a:pt x="262" y="962"/>
                    <a:pt x="262" y="962"/>
                  </a:cubicBezTo>
                  <a:cubicBezTo>
                    <a:pt x="262" y="961"/>
                    <a:pt x="256" y="947"/>
                    <a:pt x="247" y="924"/>
                  </a:cubicBezTo>
                  <a:cubicBezTo>
                    <a:pt x="240" y="907"/>
                    <a:pt x="233" y="885"/>
                    <a:pt x="224" y="860"/>
                  </a:cubicBezTo>
                  <a:cubicBezTo>
                    <a:pt x="217" y="852"/>
                    <a:pt x="211" y="845"/>
                    <a:pt x="205" y="837"/>
                  </a:cubicBezTo>
                  <a:cubicBezTo>
                    <a:pt x="228" y="914"/>
                    <a:pt x="250" y="964"/>
                    <a:pt x="251" y="967"/>
                  </a:cubicBezTo>
                  <a:cubicBezTo>
                    <a:pt x="244" y="971"/>
                    <a:pt x="244" y="971"/>
                    <a:pt x="244" y="971"/>
                  </a:cubicBezTo>
                  <a:cubicBezTo>
                    <a:pt x="241" y="963"/>
                    <a:pt x="228" y="933"/>
                    <a:pt x="213" y="889"/>
                  </a:cubicBezTo>
                  <a:cubicBezTo>
                    <a:pt x="213" y="945"/>
                    <a:pt x="213" y="945"/>
                    <a:pt x="213" y="945"/>
                  </a:cubicBezTo>
                  <a:cubicBezTo>
                    <a:pt x="222" y="956"/>
                    <a:pt x="231" y="968"/>
                    <a:pt x="241" y="979"/>
                  </a:cubicBezTo>
                  <a:cubicBezTo>
                    <a:pt x="242" y="980"/>
                    <a:pt x="240" y="984"/>
                    <a:pt x="237" y="987"/>
                  </a:cubicBezTo>
                  <a:cubicBezTo>
                    <a:pt x="72" y="790"/>
                    <a:pt x="16" y="636"/>
                    <a:pt x="16" y="519"/>
                  </a:cubicBezTo>
                  <a:cubicBezTo>
                    <a:pt x="16" y="388"/>
                    <a:pt x="85" y="300"/>
                    <a:pt x="155" y="244"/>
                  </a:cubicBezTo>
                  <a:cubicBezTo>
                    <a:pt x="190" y="216"/>
                    <a:pt x="226" y="196"/>
                    <a:pt x="252" y="183"/>
                  </a:cubicBezTo>
                  <a:cubicBezTo>
                    <a:pt x="265" y="177"/>
                    <a:pt x="276" y="172"/>
                    <a:pt x="284" y="169"/>
                  </a:cubicBezTo>
                  <a:cubicBezTo>
                    <a:pt x="284" y="169"/>
                    <a:pt x="284" y="169"/>
                    <a:pt x="285" y="169"/>
                  </a:cubicBezTo>
                  <a:cubicBezTo>
                    <a:pt x="287" y="176"/>
                    <a:pt x="287" y="176"/>
                    <a:pt x="287" y="176"/>
                  </a:cubicBezTo>
                  <a:cubicBezTo>
                    <a:pt x="280" y="179"/>
                    <a:pt x="269" y="184"/>
                    <a:pt x="255" y="190"/>
                  </a:cubicBezTo>
                  <a:cubicBezTo>
                    <a:pt x="253" y="191"/>
                    <a:pt x="251" y="192"/>
                    <a:pt x="249" y="193"/>
                  </a:cubicBezTo>
                  <a:cubicBezTo>
                    <a:pt x="359" y="193"/>
                    <a:pt x="359" y="193"/>
                    <a:pt x="359" y="193"/>
                  </a:cubicBezTo>
                  <a:cubicBezTo>
                    <a:pt x="366" y="188"/>
                    <a:pt x="373" y="182"/>
                    <a:pt x="381" y="176"/>
                  </a:cubicBezTo>
                  <a:cubicBezTo>
                    <a:pt x="381" y="0"/>
                    <a:pt x="381" y="0"/>
                    <a:pt x="381" y="0"/>
                  </a:cubicBezTo>
                  <a:cubicBezTo>
                    <a:pt x="374" y="6"/>
                    <a:pt x="367" y="12"/>
                    <a:pt x="360" y="18"/>
                  </a:cubicBezTo>
                  <a:cubicBezTo>
                    <a:pt x="360" y="26"/>
                    <a:pt x="360" y="26"/>
                    <a:pt x="360" y="26"/>
                  </a:cubicBezTo>
                  <a:cubicBezTo>
                    <a:pt x="351" y="26"/>
                    <a:pt x="351" y="26"/>
                    <a:pt x="351" y="26"/>
                  </a:cubicBezTo>
                  <a:cubicBezTo>
                    <a:pt x="345" y="31"/>
                    <a:pt x="340" y="36"/>
                    <a:pt x="334" y="41"/>
                  </a:cubicBezTo>
                  <a:cubicBezTo>
                    <a:pt x="360" y="41"/>
                    <a:pt x="360" y="41"/>
                    <a:pt x="360" y="41"/>
                  </a:cubicBezTo>
                  <a:cubicBezTo>
                    <a:pt x="360" y="59"/>
                    <a:pt x="360" y="59"/>
                    <a:pt x="360" y="59"/>
                  </a:cubicBezTo>
                  <a:cubicBezTo>
                    <a:pt x="317" y="59"/>
                    <a:pt x="317" y="59"/>
                    <a:pt x="317" y="59"/>
                  </a:cubicBezTo>
                  <a:cubicBezTo>
                    <a:pt x="313" y="65"/>
                    <a:pt x="308" y="70"/>
                    <a:pt x="304" y="75"/>
                  </a:cubicBezTo>
                  <a:cubicBezTo>
                    <a:pt x="360" y="75"/>
                    <a:pt x="360" y="75"/>
                    <a:pt x="360" y="75"/>
                  </a:cubicBezTo>
                  <a:cubicBezTo>
                    <a:pt x="360" y="93"/>
                    <a:pt x="360" y="93"/>
                    <a:pt x="360" y="93"/>
                  </a:cubicBezTo>
                  <a:cubicBezTo>
                    <a:pt x="296" y="93"/>
                    <a:pt x="296" y="93"/>
                    <a:pt x="296" y="93"/>
                  </a:cubicBezTo>
                  <a:cubicBezTo>
                    <a:pt x="296" y="84"/>
                    <a:pt x="296" y="84"/>
                    <a:pt x="296" y="84"/>
                  </a:cubicBezTo>
                  <a:cubicBezTo>
                    <a:pt x="277" y="108"/>
                    <a:pt x="261" y="133"/>
                    <a:pt x="246" y="159"/>
                  </a:cubicBezTo>
                  <a:cubicBezTo>
                    <a:pt x="260" y="153"/>
                    <a:pt x="271" y="148"/>
                    <a:pt x="278" y="145"/>
                  </a:cubicBezTo>
                  <a:cubicBezTo>
                    <a:pt x="280" y="153"/>
                    <a:pt x="280" y="153"/>
                    <a:pt x="280" y="153"/>
                  </a:cubicBezTo>
                  <a:cubicBezTo>
                    <a:pt x="258" y="162"/>
                    <a:pt x="202" y="186"/>
                    <a:pt x="145" y="231"/>
                  </a:cubicBezTo>
                  <a:cubicBezTo>
                    <a:pt x="73" y="289"/>
                    <a:pt x="0" y="382"/>
                    <a:pt x="0" y="519"/>
                  </a:cubicBezTo>
                  <a:cubicBezTo>
                    <a:pt x="0" y="642"/>
                    <a:pt x="58" y="799"/>
                    <a:pt x="225" y="998"/>
                  </a:cubicBezTo>
                  <a:cubicBezTo>
                    <a:pt x="222" y="1001"/>
                    <a:pt x="219" y="1003"/>
                    <a:pt x="218" y="1002"/>
                  </a:cubicBezTo>
                  <a:cubicBezTo>
                    <a:pt x="216" y="1000"/>
                    <a:pt x="215" y="998"/>
                    <a:pt x="213" y="996"/>
                  </a:cubicBezTo>
                  <a:cubicBezTo>
                    <a:pt x="213" y="1034"/>
                    <a:pt x="213" y="1034"/>
                    <a:pt x="213" y="1034"/>
                  </a:cubicBezTo>
                  <a:cubicBezTo>
                    <a:pt x="381" y="1034"/>
                    <a:pt x="381" y="1034"/>
                    <a:pt x="381" y="1034"/>
                  </a:cubicBezTo>
                  <a:cubicBezTo>
                    <a:pt x="381" y="1004"/>
                    <a:pt x="381" y="1004"/>
                    <a:pt x="381" y="1004"/>
                  </a:cubicBezTo>
                  <a:cubicBezTo>
                    <a:pt x="376" y="1005"/>
                    <a:pt x="372" y="1005"/>
                    <a:pt x="369" y="1006"/>
                  </a:cubicBezTo>
                  <a:cubicBezTo>
                    <a:pt x="367" y="998"/>
                    <a:pt x="367" y="998"/>
                    <a:pt x="367" y="998"/>
                  </a:cubicBezTo>
                  <a:cubicBezTo>
                    <a:pt x="380" y="996"/>
                    <a:pt x="415" y="989"/>
                    <a:pt x="464" y="977"/>
                  </a:cubicBezTo>
                  <a:cubicBezTo>
                    <a:pt x="459" y="974"/>
                    <a:pt x="454" y="971"/>
                    <a:pt x="448" y="968"/>
                  </a:cubicBezTo>
                  <a:cubicBezTo>
                    <a:pt x="425" y="974"/>
                    <a:pt x="405" y="979"/>
                    <a:pt x="390" y="982"/>
                  </a:cubicBezTo>
                  <a:cubicBezTo>
                    <a:pt x="379" y="984"/>
                    <a:pt x="371" y="985"/>
                    <a:pt x="366" y="986"/>
                  </a:cubicBezTo>
                  <a:cubicBezTo>
                    <a:pt x="365" y="978"/>
                    <a:pt x="365" y="978"/>
                    <a:pt x="365" y="978"/>
                  </a:cubicBezTo>
                  <a:cubicBezTo>
                    <a:pt x="370" y="977"/>
                    <a:pt x="375" y="976"/>
                    <a:pt x="381" y="975"/>
                  </a:cubicBezTo>
                  <a:cubicBezTo>
                    <a:pt x="381" y="924"/>
                    <a:pt x="381" y="924"/>
                    <a:pt x="381" y="924"/>
                  </a:cubicBezTo>
                  <a:cubicBezTo>
                    <a:pt x="380" y="924"/>
                    <a:pt x="380" y="924"/>
                    <a:pt x="379" y="923"/>
                  </a:cubicBezTo>
                  <a:cubicBezTo>
                    <a:pt x="366" y="933"/>
                    <a:pt x="354" y="942"/>
                    <a:pt x="343" y="949"/>
                  </a:cubicBezTo>
                  <a:cubicBezTo>
                    <a:pt x="360" y="949"/>
                    <a:pt x="360" y="949"/>
                    <a:pt x="360" y="949"/>
                  </a:cubicBezTo>
                  <a:cubicBezTo>
                    <a:pt x="360" y="967"/>
                    <a:pt x="360" y="967"/>
                    <a:pt x="360" y="967"/>
                  </a:cubicBezTo>
                  <a:cubicBezTo>
                    <a:pt x="317" y="967"/>
                    <a:pt x="317" y="967"/>
                    <a:pt x="317" y="967"/>
                  </a:cubicBezTo>
                  <a:cubicBezTo>
                    <a:pt x="292" y="985"/>
                    <a:pt x="276" y="995"/>
                    <a:pt x="274" y="997"/>
                  </a:cubicBezTo>
                  <a:cubicBezTo>
                    <a:pt x="269" y="990"/>
                    <a:pt x="269" y="990"/>
                    <a:pt x="269" y="990"/>
                  </a:cubicBezTo>
                  <a:cubicBezTo>
                    <a:pt x="279" y="984"/>
                    <a:pt x="317" y="958"/>
                    <a:pt x="372" y="918"/>
                  </a:cubicBezTo>
                  <a:cubicBezTo>
                    <a:pt x="369" y="915"/>
                    <a:pt x="366" y="913"/>
                    <a:pt x="363" y="910"/>
                  </a:cubicBezTo>
                  <a:cubicBezTo>
                    <a:pt x="359" y="913"/>
                    <a:pt x="355" y="915"/>
                    <a:pt x="352" y="918"/>
                  </a:cubicBezTo>
                  <a:cubicBezTo>
                    <a:pt x="303" y="952"/>
                    <a:pt x="271" y="974"/>
                    <a:pt x="263" y="980"/>
                  </a:cubicBezTo>
                  <a:cubicBezTo>
                    <a:pt x="258" y="974"/>
                    <a:pt x="258" y="974"/>
                    <a:pt x="258" y="974"/>
                  </a:cubicBezTo>
                  <a:cubicBezTo>
                    <a:pt x="259" y="974"/>
                    <a:pt x="279" y="959"/>
                    <a:pt x="316" y="934"/>
                  </a:cubicBezTo>
                  <a:cubicBezTo>
                    <a:pt x="296" y="934"/>
                    <a:pt x="296" y="934"/>
                    <a:pt x="296" y="934"/>
                  </a:cubicBezTo>
                  <a:cubicBezTo>
                    <a:pt x="296" y="916"/>
                    <a:pt x="296" y="916"/>
                    <a:pt x="296" y="916"/>
                  </a:cubicBezTo>
                  <a:cubicBezTo>
                    <a:pt x="341" y="916"/>
                    <a:pt x="341" y="916"/>
                    <a:pt x="341" y="916"/>
                  </a:cubicBezTo>
                  <a:cubicBezTo>
                    <a:pt x="343" y="914"/>
                    <a:pt x="345" y="913"/>
                    <a:pt x="347" y="912"/>
                  </a:cubicBezTo>
                  <a:cubicBezTo>
                    <a:pt x="350" y="909"/>
                    <a:pt x="353" y="907"/>
                    <a:pt x="356" y="905"/>
                  </a:cubicBezTo>
                  <a:cubicBezTo>
                    <a:pt x="354" y="903"/>
                    <a:pt x="353" y="901"/>
                    <a:pt x="351" y="900"/>
                  </a:cubicBezTo>
                  <a:cubicBezTo>
                    <a:pt x="296" y="900"/>
                    <a:pt x="296" y="900"/>
                    <a:pt x="296" y="900"/>
                  </a:cubicBezTo>
                  <a:cubicBezTo>
                    <a:pt x="296" y="882"/>
                    <a:pt x="296" y="882"/>
                    <a:pt x="296" y="882"/>
                  </a:cubicBezTo>
                  <a:cubicBezTo>
                    <a:pt x="331" y="882"/>
                    <a:pt x="331" y="882"/>
                    <a:pt x="331" y="882"/>
                  </a:cubicBezTo>
                  <a:cubicBezTo>
                    <a:pt x="326" y="877"/>
                    <a:pt x="321" y="871"/>
                    <a:pt x="316" y="866"/>
                  </a:cubicBezTo>
                  <a:cubicBezTo>
                    <a:pt x="296" y="866"/>
                    <a:pt x="296" y="866"/>
                    <a:pt x="296" y="866"/>
                  </a:cubicBezTo>
                  <a:cubicBezTo>
                    <a:pt x="296" y="848"/>
                    <a:pt x="296" y="848"/>
                    <a:pt x="296" y="848"/>
                  </a:cubicBezTo>
                  <a:cubicBezTo>
                    <a:pt x="300" y="848"/>
                    <a:pt x="300" y="848"/>
                    <a:pt x="300" y="848"/>
                  </a:cubicBezTo>
                  <a:cubicBezTo>
                    <a:pt x="278" y="821"/>
                    <a:pt x="257" y="791"/>
                    <a:pt x="240" y="755"/>
                  </a:cubicBezTo>
                  <a:cubicBezTo>
                    <a:pt x="240" y="754"/>
                    <a:pt x="243" y="753"/>
                    <a:pt x="247" y="751"/>
                  </a:cubicBezTo>
                  <a:cubicBezTo>
                    <a:pt x="329" y="923"/>
                    <a:pt x="504" y="989"/>
                    <a:pt x="541" y="1001"/>
                  </a:cubicBezTo>
                  <a:cubicBezTo>
                    <a:pt x="539" y="1009"/>
                    <a:pt x="539" y="1009"/>
                    <a:pt x="539" y="1009"/>
                  </a:cubicBezTo>
                  <a:cubicBezTo>
                    <a:pt x="533" y="1006"/>
                    <a:pt x="522" y="1003"/>
                    <a:pt x="509" y="997"/>
                  </a:cubicBezTo>
                  <a:cubicBezTo>
                    <a:pt x="503" y="1005"/>
                    <a:pt x="499" y="1012"/>
                    <a:pt x="496" y="1016"/>
                  </a:cubicBezTo>
                  <a:cubicBezTo>
                    <a:pt x="495" y="1017"/>
                    <a:pt x="492" y="1016"/>
                    <a:pt x="488" y="1014"/>
                  </a:cubicBezTo>
                  <a:cubicBezTo>
                    <a:pt x="490" y="1010"/>
                    <a:pt x="495" y="1004"/>
                    <a:pt x="501" y="994"/>
                  </a:cubicBezTo>
                  <a:cubicBezTo>
                    <a:pt x="498" y="993"/>
                    <a:pt x="494" y="991"/>
                    <a:pt x="490" y="989"/>
                  </a:cubicBezTo>
                  <a:cubicBezTo>
                    <a:pt x="483" y="1000"/>
                    <a:pt x="479" y="1006"/>
                    <a:pt x="477" y="1009"/>
                  </a:cubicBezTo>
                  <a:cubicBezTo>
                    <a:pt x="473" y="1006"/>
                    <a:pt x="470" y="1005"/>
                    <a:pt x="470" y="1004"/>
                  </a:cubicBezTo>
                  <a:cubicBezTo>
                    <a:pt x="470" y="1004"/>
                    <a:pt x="472" y="1002"/>
                    <a:pt x="473" y="1000"/>
                  </a:cubicBezTo>
                  <a:cubicBezTo>
                    <a:pt x="475" y="997"/>
                    <a:pt x="479" y="992"/>
                    <a:pt x="483" y="986"/>
                  </a:cubicBezTo>
                  <a:cubicBezTo>
                    <a:pt x="480" y="985"/>
                    <a:pt x="478" y="983"/>
                    <a:pt x="475" y="982"/>
                  </a:cubicBezTo>
                  <a:cubicBezTo>
                    <a:pt x="452" y="988"/>
                    <a:pt x="432" y="993"/>
                    <a:pt x="415" y="997"/>
                  </a:cubicBezTo>
                  <a:cubicBezTo>
                    <a:pt x="415" y="1034"/>
                    <a:pt x="415" y="1034"/>
                    <a:pt x="415" y="1034"/>
                  </a:cubicBezTo>
                  <a:cubicBezTo>
                    <a:pt x="583" y="1034"/>
                    <a:pt x="583" y="1034"/>
                    <a:pt x="583" y="1034"/>
                  </a:cubicBezTo>
                  <a:cubicBezTo>
                    <a:pt x="583" y="949"/>
                    <a:pt x="583" y="949"/>
                    <a:pt x="583" y="949"/>
                  </a:cubicBezTo>
                  <a:cubicBezTo>
                    <a:pt x="576" y="952"/>
                    <a:pt x="569" y="954"/>
                    <a:pt x="562" y="956"/>
                  </a:cubicBezTo>
                  <a:lnTo>
                    <a:pt x="562" y="967"/>
                  </a:lnTo>
                  <a:close/>
                  <a:moveTo>
                    <a:pt x="296" y="109"/>
                  </a:moveTo>
                  <a:cubicBezTo>
                    <a:pt x="360" y="109"/>
                    <a:pt x="360" y="109"/>
                    <a:pt x="360" y="109"/>
                  </a:cubicBezTo>
                  <a:cubicBezTo>
                    <a:pt x="360" y="127"/>
                    <a:pt x="360" y="127"/>
                    <a:pt x="360" y="127"/>
                  </a:cubicBezTo>
                  <a:cubicBezTo>
                    <a:pt x="296" y="127"/>
                    <a:pt x="296" y="127"/>
                    <a:pt x="296" y="127"/>
                  </a:cubicBezTo>
                  <a:lnTo>
                    <a:pt x="296" y="109"/>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96" name="Freeform 288"/>
            <p:cNvSpPr>
              <a:spLocks/>
            </p:cNvSpPr>
            <p:nvPr/>
          </p:nvSpPr>
          <p:spPr bwMode="auto">
            <a:xfrm>
              <a:off x="10350501" y="2749551"/>
              <a:ext cx="252413" cy="1060450"/>
            </a:xfrm>
            <a:custGeom>
              <a:avLst/>
              <a:gdLst>
                <a:gd name="T0" fmla="*/ 0 w 211"/>
                <a:gd name="T1" fmla="*/ 886 h 886"/>
                <a:gd name="T2" fmla="*/ 77 w 211"/>
                <a:gd name="T3" fmla="*/ 828 h 886"/>
                <a:gd name="T4" fmla="*/ 73 w 211"/>
                <a:gd name="T5" fmla="*/ 812 h 886"/>
                <a:gd name="T6" fmla="*/ 91 w 211"/>
                <a:gd name="T7" fmla="*/ 781 h 886"/>
                <a:gd name="T8" fmla="*/ 91 w 211"/>
                <a:gd name="T9" fmla="*/ 757 h 886"/>
                <a:gd name="T10" fmla="*/ 60 w 211"/>
                <a:gd name="T11" fmla="*/ 808 h 886"/>
                <a:gd name="T12" fmla="*/ 53 w 211"/>
                <a:gd name="T13" fmla="*/ 803 h 886"/>
                <a:gd name="T14" fmla="*/ 90 w 211"/>
                <a:gd name="T15" fmla="*/ 736 h 886"/>
                <a:gd name="T16" fmla="*/ 80 w 211"/>
                <a:gd name="T17" fmla="*/ 729 h 886"/>
                <a:gd name="T18" fmla="*/ 45 w 211"/>
                <a:gd name="T19" fmla="*/ 795 h 886"/>
                <a:gd name="T20" fmla="*/ 41 w 211"/>
                <a:gd name="T21" fmla="*/ 787 h 886"/>
                <a:gd name="T22" fmla="*/ 67 w 211"/>
                <a:gd name="T23" fmla="*/ 741 h 886"/>
                <a:gd name="T24" fmla="*/ 35 w 211"/>
                <a:gd name="T25" fmla="*/ 741 h 886"/>
                <a:gd name="T26" fmla="*/ 39 w 211"/>
                <a:gd name="T27" fmla="*/ 770 h 886"/>
                <a:gd name="T28" fmla="*/ 31 w 211"/>
                <a:gd name="T29" fmla="*/ 771 h 886"/>
                <a:gd name="T30" fmla="*/ 21 w 211"/>
                <a:gd name="T31" fmla="*/ 641 h 886"/>
                <a:gd name="T32" fmla="*/ 128 w 211"/>
                <a:gd name="T33" fmla="*/ 169 h 886"/>
                <a:gd name="T34" fmla="*/ 201 w 211"/>
                <a:gd name="T35" fmla="*/ 24 h 886"/>
                <a:gd name="T36" fmla="*/ 211 w 211"/>
                <a:gd name="T37" fmla="*/ 7 h 886"/>
                <a:gd name="T38" fmla="*/ 201 w 211"/>
                <a:gd name="T39" fmla="*/ 0 h 886"/>
                <a:gd name="T40" fmla="*/ 9 w 211"/>
                <a:gd name="T41" fmla="*/ 641 h 886"/>
                <a:gd name="T42" fmla="*/ 19 w 211"/>
                <a:gd name="T43" fmla="*/ 773 h 886"/>
                <a:gd name="T44" fmla="*/ 11 w 211"/>
                <a:gd name="T45" fmla="*/ 774 h 886"/>
                <a:gd name="T46" fmla="*/ 7 w 211"/>
                <a:gd name="T47" fmla="*/ 741 h 886"/>
                <a:gd name="T48" fmla="*/ 0 w 211"/>
                <a:gd name="T49" fmla="*/ 741 h 886"/>
                <a:gd name="T50" fmla="*/ 0 w 211"/>
                <a:gd name="T51" fmla="*/ 886 h 8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11" h="886">
                  <a:moveTo>
                    <a:pt x="0" y="886"/>
                  </a:moveTo>
                  <a:cubicBezTo>
                    <a:pt x="23" y="868"/>
                    <a:pt x="49" y="849"/>
                    <a:pt x="77" y="828"/>
                  </a:cubicBezTo>
                  <a:cubicBezTo>
                    <a:pt x="74" y="823"/>
                    <a:pt x="73" y="818"/>
                    <a:pt x="73" y="812"/>
                  </a:cubicBezTo>
                  <a:cubicBezTo>
                    <a:pt x="73" y="799"/>
                    <a:pt x="80" y="787"/>
                    <a:pt x="91" y="781"/>
                  </a:cubicBezTo>
                  <a:cubicBezTo>
                    <a:pt x="91" y="773"/>
                    <a:pt x="91" y="765"/>
                    <a:pt x="91" y="757"/>
                  </a:cubicBezTo>
                  <a:cubicBezTo>
                    <a:pt x="83" y="777"/>
                    <a:pt x="72" y="794"/>
                    <a:pt x="60" y="808"/>
                  </a:cubicBezTo>
                  <a:cubicBezTo>
                    <a:pt x="59" y="809"/>
                    <a:pt x="57" y="807"/>
                    <a:pt x="53" y="803"/>
                  </a:cubicBezTo>
                  <a:cubicBezTo>
                    <a:pt x="70" y="785"/>
                    <a:pt x="82" y="762"/>
                    <a:pt x="90" y="736"/>
                  </a:cubicBezTo>
                  <a:cubicBezTo>
                    <a:pt x="87" y="734"/>
                    <a:pt x="83" y="732"/>
                    <a:pt x="80" y="729"/>
                  </a:cubicBezTo>
                  <a:cubicBezTo>
                    <a:pt x="72" y="755"/>
                    <a:pt x="60" y="777"/>
                    <a:pt x="45" y="795"/>
                  </a:cubicBezTo>
                  <a:cubicBezTo>
                    <a:pt x="42" y="791"/>
                    <a:pt x="40" y="788"/>
                    <a:pt x="41" y="787"/>
                  </a:cubicBezTo>
                  <a:cubicBezTo>
                    <a:pt x="52" y="774"/>
                    <a:pt x="60" y="759"/>
                    <a:pt x="67" y="741"/>
                  </a:cubicBezTo>
                  <a:cubicBezTo>
                    <a:pt x="35" y="741"/>
                    <a:pt x="35" y="741"/>
                    <a:pt x="35" y="741"/>
                  </a:cubicBezTo>
                  <a:cubicBezTo>
                    <a:pt x="36" y="750"/>
                    <a:pt x="38" y="760"/>
                    <a:pt x="39" y="770"/>
                  </a:cubicBezTo>
                  <a:cubicBezTo>
                    <a:pt x="31" y="771"/>
                    <a:pt x="31" y="771"/>
                    <a:pt x="31" y="771"/>
                  </a:cubicBezTo>
                  <a:cubicBezTo>
                    <a:pt x="24" y="727"/>
                    <a:pt x="21" y="684"/>
                    <a:pt x="21" y="641"/>
                  </a:cubicBezTo>
                  <a:cubicBezTo>
                    <a:pt x="21" y="459"/>
                    <a:pt x="74" y="291"/>
                    <a:pt x="128" y="169"/>
                  </a:cubicBezTo>
                  <a:cubicBezTo>
                    <a:pt x="154" y="108"/>
                    <a:pt x="181" y="58"/>
                    <a:pt x="201" y="24"/>
                  </a:cubicBezTo>
                  <a:cubicBezTo>
                    <a:pt x="204" y="18"/>
                    <a:pt x="208" y="12"/>
                    <a:pt x="211" y="7"/>
                  </a:cubicBezTo>
                  <a:cubicBezTo>
                    <a:pt x="207" y="5"/>
                    <a:pt x="204" y="2"/>
                    <a:pt x="201" y="0"/>
                  </a:cubicBezTo>
                  <a:cubicBezTo>
                    <a:pt x="145" y="92"/>
                    <a:pt x="9" y="346"/>
                    <a:pt x="9" y="641"/>
                  </a:cubicBezTo>
                  <a:cubicBezTo>
                    <a:pt x="9" y="684"/>
                    <a:pt x="12" y="728"/>
                    <a:pt x="19" y="773"/>
                  </a:cubicBezTo>
                  <a:cubicBezTo>
                    <a:pt x="11" y="774"/>
                    <a:pt x="11" y="774"/>
                    <a:pt x="11" y="774"/>
                  </a:cubicBezTo>
                  <a:cubicBezTo>
                    <a:pt x="10" y="763"/>
                    <a:pt x="8" y="752"/>
                    <a:pt x="7" y="741"/>
                  </a:cubicBezTo>
                  <a:cubicBezTo>
                    <a:pt x="0" y="741"/>
                    <a:pt x="0" y="741"/>
                    <a:pt x="0" y="741"/>
                  </a:cubicBezTo>
                  <a:lnTo>
                    <a:pt x="0" y="886"/>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97" name="Freeform 289"/>
            <p:cNvSpPr>
              <a:spLocks/>
            </p:cNvSpPr>
            <p:nvPr/>
          </p:nvSpPr>
          <p:spPr bwMode="auto">
            <a:xfrm>
              <a:off x="10350501" y="3911601"/>
              <a:ext cx="26988" cy="23813"/>
            </a:xfrm>
            <a:custGeom>
              <a:avLst/>
              <a:gdLst>
                <a:gd name="T0" fmla="*/ 23 w 23"/>
                <a:gd name="T1" fmla="*/ 15 h 20"/>
                <a:gd name="T2" fmla="*/ 0 w 23"/>
                <a:gd name="T3" fmla="*/ 0 h 20"/>
                <a:gd name="T4" fmla="*/ 0 w 23"/>
                <a:gd name="T5" fmla="*/ 20 h 20"/>
                <a:gd name="T6" fmla="*/ 23 w 23"/>
                <a:gd name="T7" fmla="*/ 15 h 20"/>
              </a:gdLst>
              <a:ahLst/>
              <a:cxnLst>
                <a:cxn ang="0">
                  <a:pos x="T0" y="T1"/>
                </a:cxn>
                <a:cxn ang="0">
                  <a:pos x="T2" y="T3"/>
                </a:cxn>
                <a:cxn ang="0">
                  <a:pos x="T4" y="T5"/>
                </a:cxn>
                <a:cxn ang="0">
                  <a:pos x="T6" y="T7"/>
                </a:cxn>
              </a:cxnLst>
              <a:rect l="0" t="0" r="r" b="b"/>
              <a:pathLst>
                <a:path w="23" h="20">
                  <a:moveTo>
                    <a:pt x="23" y="15"/>
                  </a:moveTo>
                  <a:cubicBezTo>
                    <a:pt x="16" y="10"/>
                    <a:pt x="8" y="5"/>
                    <a:pt x="0" y="0"/>
                  </a:cubicBezTo>
                  <a:cubicBezTo>
                    <a:pt x="0" y="20"/>
                    <a:pt x="0" y="20"/>
                    <a:pt x="0" y="20"/>
                  </a:cubicBezTo>
                  <a:cubicBezTo>
                    <a:pt x="7" y="18"/>
                    <a:pt x="15" y="17"/>
                    <a:pt x="23" y="1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98" name="Freeform 290"/>
            <p:cNvSpPr>
              <a:spLocks/>
            </p:cNvSpPr>
            <p:nvPr/>
          </p:nvSpPr>
          <p:spPr bwMode="auto">
            <a:xfrm>
              <a:off x="10458451" y="3713163"/>
              <a:ext cx="3175" cy="15875"/>
            </a:xfrm>
            <a:custGeom>
              <a:avLst/>
              <a:gdLst>
                <a:gd name="T0" fmla="*/ 2 w 3"/>
                <a:gd name="T1" fmla="*/ 0 h 13"/>
                <a:gd name="T2" fmla="*/ 0 w 3"/>
                <a:gd name="T3" fmla="*/ 7 h 13"/>
                <a:gd name="T4" fmla="*/ 1 w 3"/>
                <a:gd name="T5" fmla="*/ 13 h 13"/>
                <a:gd name="T6" fmla="*/ 3 w 3"/>
                <a:gd name="T7" fmla="*/ 12 h 13"/>
                <a:gd name="T8" fmla="*/ 2 w 3"/>
                <a:gd name="T9" fmla="*/ 0 h 13"/>
              </a:gdLst>
              <a:ahLst/>
              <a:cxnLst>
                <a:cxn ang="0">
                  <a:pos x="T0" y="T1"/>
                </a:cxn>
                <a:cxn ang="0">
                  <a:pos x="T2" y="T3"/>
                </a:cxn>
                <a:cxn ang="0">
                  <a:pos x="T4" y="T5"/>
                </a:cxn>
                <a:cxn ang="0">
                  <a:pos x="T6" y="T7"/>
                </a:cxn>
                <a:cxn ang="0">
                  <a:pos x="T8" y="T9"/>
                </a:cxn>
              </a:cxnLst>
              <a:rect l="0" t="0" r="r" b="b"/>
              <a:pathLst>
                <a:path w="3" h="13">
                  <a:moveTo>
                    <a:pt x="2" y="0"/>
                  </a:moveTo>
                  <a:cubicBezTo>
                    <a:pt x="1" y="2"/>
                    <a:pt x="0" y="4"/>
                    <a:pt x="0" y="7"/>
                  </a:cubicBezTo>
                  <a:cubicBezTo>
                    <a:pt x="0" y="9"/>
                    <a:pt x="1" y="11"/>
                    <a:pt x="1" y="13"/>
                  </a:cubicBezTo>
                  <a:cubicBezTo>
                    <a:pt x="2" y="12"/>
                    <a:pt x="2" y="12"/>
                    <a:pt x="3" y="12"/>
                  </a:cubicBezTo>
                  <a:cubicBezTo>
                    <a:pt x="2" y="8"/>
                    <a:pt x="2" y="4"/>
                    <a:pt x="2"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99" name="Freeform 291"/>
            <p:cNvSpPr>
              <a:spLocks/>
            </p:cNvSpPr>
            <p:nvPr/>
          </p:nvSpPr>
          <p:spPr bwMode="auto">
            <a:xfrm>
              <a:off x="10942639" y="3854451"/>
              <a:ext cx="3175" cy="1588"/>
            </a:xfrm>
            <a:custGeom>
              <a:avLst/>
              <a:gdLst>
                <a:gd name="T0" fmla="*/ 0 w 3"/>
                <a:gd name="T1" fmla="*/ 2 h 2"/>
                <a:gd name="T2" fmla="*/ 3 w 3"/>
                <a:gd name="T3" fmla="*/ 0 h 2"/>
                <a:gd name="T4" fmla="*/ 0 w 3"/>
                <a:gd name="T5" fmla="*/ 0 h 2"/>
                <a:gd name="T6" fmla="*/ 0 w 3"/>
                <a:gd name="T7" fmla="*/ 2 h 2"/>
              </a:gdLst>
              <a:ahLst/>
              <a:cxnLst>
                <a:cxn ang="0">
                  <a:pos x="T0" y="T1"/>
                </a:cxn>
                <a:cxn ang="0">
                  <a:pos x="T2" y="T3"/>
                </a:cxn>
                <a:cxn ang="0">
                  <a:pos x="T4" y="T5"/>
                </a:cxn>
                <a:cxn ang="0">
                  <a:pos x="T6" y="T7"/>
                </a:cxn>
              </a:cxnLst>
              <a:rect l="0" t="0" r="r" b="b"/>
              <a:pathLst>
                <a:path w="3" h="2">
                  <a:moveTo>
                    <a:pt x="0" y="2"/>
                  </a:moveTo>
                  <a:cubicBezTo>
                    <a:pt x="1" y="1"/>
                    <a:pt x="2" y="1"/>
                    <a:pt x="3" y="0"/>
                  </a:cubicBezTo>
                  <a:cubicBezTo>
                    <a:pt x="0" y="0"/>
                    <a:pt x="0" y="0"/>
                    <a:pt x="0" y="0"/>
                  </a:cubicBezTo>
                  <a:lnTo>
                    <a:pt x="0" y="2"/>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00" name="Freeform 292"/>
            <p:cNvSpPr>
              <a:spLocks/>
            </p:cNvSpPr>
            <p:nvPr/>
          </p:nvSpPr>
          <p:spPr bwMode="auto">
            <a:xfrm>
              <a:off x="10942639" y="3813176"/>
              <a:ext cx="57150" cy="19050"/>
            </a:xfrm>
            <a:custGeom>
              <a:avLst/>
              <a:gdLst>
                <a:gd name="T0" fmla="*/ 27 w 47"/>
                <a:gd name="T1" fmla="*/ 16 h 16"/>
                <a:gd name="T2" fmla="*/ 47 w 47"/>
                <a:gd name="T3" fmla="*/ 0 h 16"/>
                <a:gd name="T4" fmla="*/ 0 w 47"/>
                <a:gd name="T5" fmla="*/ 0 h 16"/>
                <a:gd name="T6" fmla="*/ 0 w 47"/>
                <a:gd name="T7" fmla="*/ 16 h 16"/>
                <a:gd name="T8" fmla="*/ 27 w 47"/>
                <a:gd name="T9" fmla="*/ 16 h 16"/>
              </a:gdLst>
              <a:ahLst/>
              <a:cxnLst>
                <a:cxn ang="0">
                  <a:pos x="T0" y="T1"/>
                </a:cxn>
                <a:cxn ang="0">
                  <a:pos x="T2" y="T3"/>
                </a:cxn>
                <a:cxn ang="0">
                  <a:pos x="T4" y="T5"/>
                </a:cxn>
                <a:cxn ang="0">
                  <a:pos x="T6" y="T7"/>
                </a:cxn>
                <a:cxn ang="0">
                  <a:pos x="T8" y="T9"/>
                </a:cxn>
              </a:cxnLst>
              <a:rect l="0" t="0" r="r" b="b"/>
              <a:pathLst>
                <a:path w="47" h="16">
                  <a:moveTo>
                    <a:pt x="27" y="16"/>
                  </a:moveTo>
                  <a:cubicBezTo>
                    <a:pt x="34" y="11"/>
                    <a:pt x="40" y="5"/>
                    <a:pt x="47" y="0"/>
                  </a:cubicBezTo>
                  <a:cubicBezTo>
                    <a:pt x="0" y="0"/>
                    <a:pt x="0" y="0"/>
                    <a:pt x="0" y="0"/>
                  </a:cubicBezTo>
                  <a:cubicBezTo>
                    <a:pt x="0" y="16"/>
                    <a:pt x="0" y="16"/>
                    <a:pt x="0" y="16"/>
                  </a:cubicBezTo>
                  <a:lnTo>
                    <a:pt x="27" y="16"/>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01" name="Freeform 293"/>
            <p:cNvSpPr>
              <a:spLocks/>
            </p:cNvSpPr>
            <p:nvPr/>
          </p:nvSpPr>
          <p:spPr bwMode="auto">
            <a:xfrm>
              <a:off x="10942639" y="3636963"/>
              <a:ext cx="60325" cy="44450"/>
            </a:xfrm>
            <a:custGeom>
              <a:avLst/>
              <a:gdLst>
                <a:gd name="T0" fmla="*/ 0 w 50"/>
                <a:gd name="T1" fmla="*/ 7 h 37"/>
                <a:gd name="T2" fmla="*/ 0 w 50"/>
                <a:gd name="T3" fmla="*/ 32 h 37"/>
                <a:gd name="T4" fmla="*/ 0 w 50"/>
                <a:gd name="T5" fmla="*/ 37 h 37"/>
                <a:gd name="T6" fmla="*/ 50 w 50"/>
                <a:gd name="T7" fmla="*/ 0 h 37"/>
                <a:gd name="T8" fmla="*/ 2 w 50"/>
                <a:gd name="T9" fmla="*/ 0 h 37"/>
                <a:gd name="T10" fmla="*/ 0 w 50"/>
                <a:gd name="T11" fmla="*/ 7 h 37"/>
              </a:gdLst>
              <a:ahLst/>
              <a:cxnLst>
                <a:cxn ang="0">
                  <a:pos x="T0" y="T1"/>
                </a:cxn>
                <a:cxn ang="0">
                  <a:pos x="T2" y="T3"/>
                </a:cxn>
                <a:cxn ang="0">
                  <a:pos x="T4" y="T5"/>
                </a:cxn>
                <a:cxn ang="0">
                  <a:pos x="T6" y="T7"/>
                </a:cxn>
                <a:cxn ang="0">
                  <a:pos x="T8" y="T9"/>
                </a:cxn>
                <a:cxn ang="0">
                  <a:pos x="T10" y="T11"/>
                </a:cxn>
              </a:cxnLst>
              <a:rect l="0" t="0" r="r" b="b"/>
              <a:pathLst>
                <a:path w="50" h="37">
                  <a:moveTo>
                    <a:pt x="0" y="7"/>
                  </a:moveTo>
                  <a:cubicBezTo>
                    <a:pt x="0" y="32"/>
                    <a:pt x="0" y="32"/>
                    <a:pt x="0" y="32"/>
                  </a:cubicBezTo>
                  <a:cubicBezTo>
                    <a:pt x="0" y="37"/>
                    <a:pt x="0" y="37"/>
                    <a:pt x="0" y="37"/>
                  </a:cubicBezTo>
                  <a:cubicBezTo>
                    <a:pt x="17" y="25"/>
                    <a:pt x="34" y="13"/>
                    <a:pt x="50" y="0"/>
                  </a:cubicBezTo>
                  <a:cubicBezTo>
                    <a:pt x="2" y="0"/>
                    <a:pt x="2" y="0"/>
                    <a:pt x="2" y="0"/>
                  </a:cubicBezTo>
                  <a:cubicBezTo>
                    <a:pt x="1" y="2"/>
                    <a:pt x="0" y="4"/>
                    <a:pt x="0" y="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02" name="Freeform 294"/>
            <p:cNvSpPr>
              <a:spLocks/>
            </p:cNvSpPr>
            <p:nvPr/>
          </p:nvSpPr>
          <p:spPr bwMode="auto">
            <a:xfrm>
              <a:off x="10942639" y="3827463"/>
              <a:ext cx="92075" cy="187325"/>
            </a:xfrm>
            <a:custGeom>
              <a:avLst/>
              <a:gdLst>
                <a:gd name="T0" fmla="*/ 56 w 77"/>
                <a:gd name="T1" fmla="*/ 22 h 156"/>
                <a:gd name="T2" fmla="*/ 50 w 77"/>
                <a:gd name="T3" fmla="*/ 22 h 156"/>
                <a:gd name="T4" fmla="*/ 49 w 77"/>
                <a:gd name="T5" fmla="*/ 22 h 156"/>
                <a:gd name="T6" fmla="*/ 29 w 77"/>
                <a:gd name="T7" fmla="*/ 38 h 156"/>
                <a:gd name="T8" fmla="*/ 56 w 77"/>
                <a:gd name="T9" fmla="*/ 38 h 156"/>
                <a:gd name="T10" fmla="*/ 56 w 77"/>
                <a:gd name="T11" fmla="*/ 56 h 156"/>
                <a:gd name="T12" fmla="*/ 4 w 77"/>
                <a:gd name="T13" fmla="*/ 56 h 156"/>
                <a:gd name="T14" fmla="*/ 0 w 77"/>
                <a:gd name="T15" fmla="*/ 58 h 156"/>
                <a:gd name="T16" fmla="*/ 0 w 77"/>
                <a:gd name="T17" fmla="*/ 71 h 156"/>
                <a:gd name="T18" fmla="*/ 56 w 77"/>
                <a:gd name="T19" fmla="*/ 71 h 156"/>
                <a:gd name="T20" fmla="*/ 56 w 77"/>
                <a:gd name="T21" fmla="*/ 89 h 156"/>
                <a:gd name="T22" fmla="*/ 0 w 77"/>
                <a:gd name="T23" fmla="*/ 89 h 156"/>
                <a:gd name="T24" fmla="*/ 0 w 77"/>
                <a:gd name="T25" fmla="*/ 156 h 156"/>
                <a:gd name="T26" fmla="*/ 77 w 77"/>
                <a:gd name="T27" fmla="*/ 156 h 156"/>
                <a:gd name="T28" fmla="*/ 77 w 77"/>
                <a:gd name="T29" fmla="*/ 0 h 156"/>
                <a:gd name="T30" fmla="*/ 56 w 77"/>
                <a:gd name="T31" fmla="*/ 17 h 156"/>
                <a:gd name="T32" fmla="*/ 56 w 77"/>
                <a:gd name="T33" fmla="*/ 2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7" h="156">
                  <a:moveTo>
                    <a:pt x="56" y="22"/>
                  </a:moveTo>
                  <a:cubicBezTo>
                    <a:pt x="50" y="22"/>
                    <a:pt x="50" y="22"/>
                    <a:pt x="50" y="22"/>
                  </a:cubicBezTo>
                  <a:cubicBezTo>
                    <a:pt x="50" y="22"/>
                    <a:pt x="49" y="22"/>
                    <a:pt x="49" y="22"/>
                  </a:cubicBezTo>
                  <a:cubicBezTo>
                    <a:pt x="42" y="28"/>
                    <a:pt x="36" y="33"/>
                    <a:pt x="29" y="38"/>
                  </a:cubicBezTo>
                  <a:cubicBezTo>
                    <a:pt x="56" y="38"/>
                    <a:pt x="56" y="38"/>
                    <a:pt x="56" y="38"/>
                  </a:cubicBezTo>
                  <a:cubicBezTo>
                    <a:pt x="56" y="56"/>
                    <a:pt x="56" y="56"/>
                    <a:pt x="56" y="56"/>
                  </a:cubicBezTo>
                  <a:cubicBezTo>
                    <a:pt x="4" y="56"/>
                    <a:pt x="4" y="56"/>
                    <a:pt x="4" y="56"/>
                  </a:cubicBezTo>
                  <a:cubicBezTo>
                    <a:pt x="3" y="57"/>
                    <a:pt x="1" y="57"/>
                    <a:pt x="0" y="58"/>
                  </a:cubicBezTo>
                  <a:cubicBezTo>
                    <a:pt x="0" y="71"/>
                    <a:pt x="0" y="71"/>
                    <a:pt x="0" y="71"/>
                  </a:cubicBezTo>
                  <a:cubicBezTo>
                    <a:pt x="56" y="71"/>
                    <a:pt x="56" y="71"/>
                    <a:pt x="56" y="71"/>
                  </a:cubicBezTo>
                  <a:cubicBezTo>
                    <a:pt x="56" y="89"/>
                    <a:pt x="56" y="89"/>
                    <a:pt x="56" y="89"/>
                  </a:cubicBezTo>
                  <a:cubicBezTo>
                    <a:pt x="0" y="89"/>
                    <a:pt x="0" y="89"/>
                    <a:pt x="0" y="89"/>
                  </a:cubicBezTo>
                  <a:cubicBezTo>
                    <a:pt x="0" y="156"/>
                    <a:pt x="0" y="156"/>
                    <a:pt x="0" y="156"/>
                  </a:cubicBezTo>
                  <a:cubicBezTo>
                    <a:pt x="77" y="156"/>
                    <a:pt x="77" y="156"/>
                    <a:pt x="77" y="156"/>
                  </a:cubicBezTo>
                  <a:cubicBezTo>
                    <a:pt x="77" y="0"/>
                    <a:pt x="77" y="0"/>
                    <a:pt x="77" y="0"/>
                  </a:cubicBezTo>
                  <a:cubicBezTo>
                    <a:pt x="70" y="6"/>
                    <a:pt x="63" y="11"/>
                    <a:pt x="56" y="17"/>
                  </a:cubicBezTo>
                  <a:lnTo>
                    <a:pt x="56" y="22"/>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03" name="Freeform 295"/>
            <p:cNvSpPr>
              <a:spLocks/>
            </p:cNvSpPr>
            <p:nvPr/>
          </p:nvSpPr>
          <p:spPr bwMode="auto">
            <a:xfrm>
              <a:off x="10942639" y="3721101"/>
              <a:ext cx="36513" cy="22225"/>
            </a:xfrm>
            <a:custGeom>
              <a:avLst/>
              <a:gdLst>
                <a:gd name="T0" fmla="*/ 0 w 30"/>
                <a:gd name="T1" fmla="*/ 4 h 19"/>
                <a:gd name="T2" fmla="*/ 18 w 30"/>
                <a:gd name="T3" fmla="*/ 19 h 19"/>
                <a:gd name="T4" fmla="*/ 30 w 30"/>
                <a:gd name="T5" fmla="*/ 14 h 19"/>
                <a:gd name="T6" fmla="*/ 0 w 30"/>
                <a:gd name="T7" fmla="*/ 0 h 19"/>
                <a:gd name="T8" fmla="*/ 0 w 30"/>
                <a:gd name="T9" fmla="*/ 0 h 19"/>
                <a:gd name="T10" fmla="*/ 0 w 30"/>
                <a:gd name="T11" fmla="*/ 4 h 19"/>
              </a:gdLst>
              <a:ahLst/>
              <a:cxnLst>
                <a:cxn ang="0">
                  <a:pos x="T0" y="T1"/>
                </a:cxn>
                <a:cxn ang="0">
                  <a:pos x="T2" y="T3"/>
                </a:cxn>
                <a:cxn ang="0">
                  <a:pos x="T4" y="T5"/>
                </a:cxn>
                <a:cxn ang="0">
                  <a:pos x="T6" y="T7"/>
                </a:cxn>
                <a:cxn ang="0">
                  <a:pos x="T8" y="T9"/>
                </a:cxn>
                <a:cxn ang="0">
                  <a:pos x="T10" y="T11"/>
                </a:cxn>
              </a:cxnLst>
              <a:rect l="0" t="0" r="r" b="b"/>
              <a:pathLst>
                <a:path w="30" h="19">
                  <a:moveTo>
                    <a:pt x="0" y="4"/>
                  </a:moveTo>
                  <a:cubicBezTo>
                    <a:pt x="1" y="12"/>
                    <a:pt x="9" y="19"/>
                    <a:pt x="18" y="19"/>
                  </a:cubicBezTo>
                  <a:cubicBezTo>
                    <a:pt x="23" y="19"/>
                    <a:pt x="27" y="17"/>
                    <a:pt x="30" y="14"/>
                  </a:cubicBezTo>
                  <a:cubicBezTo>
                    <a:pt x="20" y="10"/>
                    <a:pt x="10" y="5"/>
                    <a:pt x="0" y="0"/>
                  </a:cubicBezTo>
                  <a:cubicBezTo>
                    <a:pt x="0" y="0"/>
                    <a:pt x="0" y="0"/>
                    <a:pt x="0" y="0"/>
                  </a:cubicBezTo>
                  <a:lnTo>
                    <a:pt x="0" y="4"/>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04" name="Freeform 296"/>
            <p:cNvSpPr>
              <a:spLocks noEditPoints="1"/>
            </p:cNvSpPr>
            <p:nvPr/>
          </p:nvSpPr>
          <p:spPr bwMode="auto">
            <a:xfrm>
              <a:off x="11075989" y="3665538"/>
              <a:ext cx="200025" cy="349250"/>
            </a:xfrm>
            <a:custGeom>
              <a:avLst/>
              <a:gdLst>
                <a:gd name="T0" fmla="*/ 145 w 168"/>
                <a:gd name="T1" fmla="*/ 47 h 292"/>
                <a:gd name="T2" fmla="*/ 109 w 168"/>
                <a:gd name="T3" fmla="*/ 83 h 292"/>
                <a:gd name="T4" fmla="*/ 73 w 168"/>
                <a:gd name="T5" fmla="*/ 47 h 292"/>
                <a:gd name="T6" fmla="*/ 104 w 168"/>
                <a:gd name="T7" fmla="*/ 11 h 292"/>
                <a:gd name="T8" fmla="*/ 91 w 168"/>
                <a:gd name="T9" fmla="*/ 0 h 292"/>
                <a:gd name="T10" fmla="*/ 0 w 168"/>
                <a:gd name="T11" fmla="*/ 106 h 292"/>
                <a:gd name="T12" fmla="*/ 0 w 168"/>
                <a:gd name="T13" fmla="*/ 292 h 292"/>
                <a:gd name="T14" fmla="*/ 168 w 168"/>
                <a:gd name="T15" fmla="*/ 292 h 292"/>
                <a:gd name="T16" fmla="*/ 168 w 168"/>
                <a:gd name="T17" fmla="*/ 56 h 292"/>
                <a:gd name="T18" fmla="*/ 145 w 168"/>
                <a:gd name="T19" fmla="*/ 43 h 292"/>
                <a:gd name="T20" fmla="*/ 145 w 168"/>
                <a:gd name="T21" fmla="*/ 47 h 292"/>
                <a:gd name="T22" fmla="*/ 65 w 168"/>
                <a:gd name="T23" fmla="*/ 193 h 292"/>
                <a:gd name="T24" fmla="*/ 21 w 168"/>
                <a:gd name="T25" fmla="*/ 193 h 292"/>
                <a:gd name="T26" fmla="*/ 21 w 168"/>
                <a:gd name="T27" fmla="*/ 106 h 292"/>
                <a:gd name="T28" fmla="*/ 65 w 168"/>
                <a:gd name="T29" fmla="*/ 106 h 292"/>
                <a:gd name="T30" fmla="*/ 65 w 168"/>
                <a:gd name="T31" fmla="*/ 193 h 292"/>
                <a:gd name="T32" fmla="*/ 147 w 168"/>
                <a:gd name="T33" fmla="*/ 225 h 292"/>
                <a:gd name="T34" fmla="*/ 83 w 168"/>
                <a:gd name="T35" fmla="*/ 225 h 292"/>
                <a:gd name="T36" fmla="*/ 83 w 168"/>
                <a:gd name="T37" fmla="*/ 207 h 292"/>
                <a:gd name="T38" fmla="*/ 147 w 168"/>
                <a:gd name="T39" fmla="*/ 207 h 292"/>
                <a:gd name="T40" fmla="*/ 147 w 168"/>
                <a:gd name="T41" fmla="*/ 225 h 292"/>
                <a:gd name="T42" fmla="*/ 147 w 168"/>
                <a:gd name="T43" fmla="*/ 192 h 292"/>
                <a:gd name="T44" fmla="*/ 83 w 168"/>
                <a:gd name="T45" fmla="*/ 192 h 292"/>
                <a:gd name="T46" fmla="*/ 83 w 168"/>
                <a:gd name="T47" fmla="*/ 174 h 292"/>
                <a:gd name="T48" fmla="*/ 147 w 168"/>
                <a:gd name="T49" fmla="*/ 174 h 292"/>
                <a:gd name="T50" fmla="*/ 147 w 168"/>
                <a:gd name="T51" fmla="*/ 192 h 292"/>
                <a:gd name="T52" fmla="*/ 147 w 168"/>
                <a:gd name="T53" fmla="*/ 158 h 292"/>
                <a:gd name="T54" fmla="*/ 83 w 168"/>
                <a:gd name="T55" fmla="*/ 158 h 292"/>
                <a:gd name="T56" fmla="*/ 83 w 168"/>
                <a:gd name="T57" fmla="*/ 140 h 292"/>
                <a:gd name="T58" fmla="*/ 147 w 168"/>
                <a:gd name="T59" fmla="*/ 140 h 292"/>
                <a:gd name="T60" fmla="*/ 147 w 168"/>
                <a:gd name="T61" fmla="*/ 158 h 292"/>
                <a:gd name="T62" fmla="*/ 147 w 168"/>
                <a:gd name="T63" fmla="*/ 124 h 292"/>
                <a:gd name="T64" fmla="*/ 83 w 168"/>
                <a:gd name="T65" fmla="*/ 124 h 292"/>
                <a:gd name="T66" fmla="*/ 83 w 168"/>
                <a:gd name="T67" fmla="*/ 106 h 292"/>
                <a:gd name="T68" fmla="*/ 147 w 168"/>
                <a:gd name="T69" fmla="*/ 106 h 292"/>
                <a:gd name="T70" fmla="*/ 147 w 168"/>
                <a:gd name="T71" fmla="*/ 124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8" h="292">
                  <a:moveTo>
                    <a:pt x="145" y="47"/>
                  </a:moveTo>
                  <a:cubicBezTo>
                    <a:pt x="145" y="67"/>
                    <a:pt x="129" y="83"/>
                    <a:pt x="109" y="83"/>
                  </a:cubicBezTo>
                  <a:cubicBezTo>
                    <a:pt x="89" y="83"/>
                    <a:pt x="73" y="67"/>
                    <a:pt x="73" y="47"/>
                  </a:cubicBezTo>
                  <a:cubicBezTo>
                    <a:pt x="73" y="29"/>
                    <a:pt x="86" y="14"/>
                    <a:pt x="104" y="11"/>
                  </a:cubicBezTo>
                  <a:cubicBezTo>
                    <a:pt x="99" y="8"/>
                    <a:pt x="95" y="4"/>
                    <a:pt x="91" y="0"/>
                  </a:cubicBezTo>
                  <a:cubicBezTo>
                    <a:pt x="66" y="36"/>
                    <a:pt x="36" y="72"/>
                    <a:pt x="0" y="106"/>
                  </a:cubicBezTo>
                  <a:cubicBezTo>
                    <a:pt x="0" y="292"/>
                    <a:pt x="0" y="292"/>
                    <a:pt x="0" y="292"/>
                  </a:cubicBezTo>
                  <a:cubicBezTo>
                    <a:pt x="168" y="292"/>
                    <a:pt x="168" y="292"/>
                    <a:pt x="168" y="292"/>
                  </a:cubicBezTo>
                  <a:cubicBezTo>
                    <a:pt x="168" y="56"/>
                    <a:pt x="168" y="56"/>
                    <a:pt x="168" y="56"/>
                  </a:cubicBezTo>
                  <a:cubicBezTo>
                    <a:pt x="160" y="52"/>
                    <a:pt x="153" y="48"/>
                    <a:pt x="145" y="43"/>
                  </a:cubicBezTo>
                  <a:cubicBezTo>
                    <a:pt x="145" y="44"/>
                    <a:pt x="145" y="46"/>
                    <a:pt x="145" y="47"/>
                  </a:cubicBezTo>
                  <a:close/>
                  <a:moveTo>
                    <a:pt x="65" y="193"/>
                  </a:moveTo>
                  <a:cubicBezTo>
                    <a:pt x="21" y="193"/>
                    <a:pt x="21" y="193"/>
                    <a:pt x="21" y="193"/>
                  </a:cubicBezTo>
                  <a:cubicBezTo>
                    <a:pt x="21" y="106"/>
                    <a:pt x="21" y="106"/>
                    <a:pt x="21" y="106"/>
                  </a:cubicBezTo>
                  <a:cubicBezTo>
                    <a:pt x="65" y="106"/>
                    <a:pt x="65" y="106"/>
                    <a:pt x="65" y="106"/>
                  </a:cubicBezTo>
                  <a:lnTo>
                    <a:pt x="65" y="193"/>
                  </a:lnTo>
                  <a:close/>
                  <a:moveTo>
                    <a:pt x="147" y="225"/>
                  </a:moveTo>
                  <a:cubicBezTo>
                    <a:pt x="83" y="225"/>
                    <a:pt x="83" y="225"/>
                    <a:pt x="83" y="225"/>
                  </a:cubicBezTo>
                  <a:cubicBezTo>
                    <a:pt x="83" y="207"/>
                    <a:pt x="83" y="207"/>
                    <a:pt x="83" y="207"/>
                  </a:cubicBezTo>
                  <a:cubicBezTo>
                    <a:pt x="147" y="207"/>
                    <a:pt x="147" y="207"/>
                    <a:pt x="147" y="207"/>
                  </a:cubicBezTo>
                  <a:lnTo>
                    <a:pt x="147" y="225"/>
                  </a:lnTo>
                  <a:close/>
                  <a:moveTo>
                    <a:pt x="147" y="192"/>
                  </a:moveTo>
                  <a:cubicBezTo>
                    <a:pt x="83" y="192"/>
                    <a:pt x="83" y="192"/>
                    <a:pt x="83" y="192"/>
                  </a:cubicBezTo>
                  <a:cubicBezTo>
                    <a:pt x="83" y="174"/>
                    <a:pt x="83" y="174"/>
                    <a:pt x="83" y="174"/>
                  </a:cubicBezTo>
                  <a:cubicBezTo>
                    <a:pt x="147" y="174"/>
                    <a:pt x="147" y="174"/>
                    <a:pt x="147" y="174"/>
                  </a:cubicBezTo>
                  <a:lnTo>
                    <a:pt x="147" y="192"/>
                  </a:lnTo>
                  <a:close/>
                  <a:moveTo>
                    <a:pt x="147" y="158"/>
                  </a:moveTo>
                  <a:cubicBezTo>
                    <a:pt x="83" y="158"/>
                    <a:pt x="83" y="158"/>
                    <a:pt x="83" y="158"/>
                  </a:cubicBezTo>
                  <a:cubicBezTo>
                    <a:pt x="83" y="140"/>
                    <a:pt x="83" y="140"/>
                    <a:pt x="83" y="140"/>
                  </a:cubicBezTo>
                  <a:cubicBezTo>
                    <a:pt x="147" y="140"/>
                    <a:pt x="147" y="140"/>
                    <a:pt x="147" y="140"/>
                  </a:cubicBezTo>
                  <a:lnTo>
                    <a:pt x="147" y="158"/>
                  </a:lnTo>
                  <a:close/>
                  <a:moveTo>
                    <a:pt x="147" y="124"/>
                  </a:moveTo>
                  <a:cubicBezTo>
                    <a:pt x="83" y="124"/>
                    <a:pt x="83" y="124"/>
                    <a:pt x="83" y="124"/>
                  </a:cubicBezTo>
                  <a:cubicBezTo>
                    <a:pt x="83" y="106"/>
                    <a:pt x="83" y="106"/>
                    <a:pt x="83" y="106"/>
                  </a:cubicBezTo>
                  <a:cubicBezTo>
                    <a:pt x="147" y="106"/>
                    <a:pt x="147" y="106"/>
                    <a:pt x="147" y="106"/>
                  </a:cubicBezTo>
                  <a:lnTo>
                    <a:pt x="147" y="124"/>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05" name="Freeform 297"/>
            <p:cNvSpPr>
              <a:spLocks/>
            </p:cNvSpPr>
            <p:nvPr/>
          </p:nvSpPr>
          <p:spPr bwMode="auto">
            <a:xfrm>
              <a:off x="11075989" y="3636963"/>
              <a:ext cx="84138" cy="106363"/>
            </a:xfrm>
            <a:custGeom>
              <a:avLst/>
              <a:gdLst>
                <a:gd name="T0" fmla="*/ 71 w 71"/>
                <a:gd name="T1" fmla="*/ 3 h 90"/>
                <a:gd name="T2" fmla="*/ 68 w 71"/>
                <a:gd name="T3" fmla="*/ 0 h 90"/>
                <a:gd name="T4" fmla="*/ 14 w 71"/>
                <a:gd name="T5" fmla="*/ 0 h 90"/>
                <a:gd name="T6" fmla="*/ 0 w 71"/>
                <a:gd name="T7" fmla="*/ 15 h 90"/>
                <a:gd name="T8" fmla="*/ 0 w 71"/>
                <a:gd name="T9" fmla="*/ 90 h 90"/>
                <a:gd name="T10" fmla="*/ 71 w 71"/>
                <a:gd name="T11" fmla="*/ 3 h 90"/>
              </a:gdLst>
              <a:ahLst/>
              <a:cxnLst>
                <a:cxn ang="0">
                  <a:pos x="T0" y="T1"/>
                </a:cxn>
                <a:cxn ang="0">
                  <a:pos x="T2" y="T3"/>
                </a:cxn>
                <a:cxn ang="0">
                  <a:pos x="T4" y="T5"/>
                </a:cxn>
                <a:cxn ang="0">
                  <a:pos x="T6" y="T7"/>
                </a:cxn>
                <a:cxn ang="0">
                  <a:pos x="T8" y="T9"/>
                </a:cxn>
                <a:cxn ang="0">
                  <a:pos x="T10" y="T11"/>
                </a:cxn>
              </a:cxnLst>
              <a:rect l="0" t="0" r="r" b="b"/>
              <a:pathLst>
                <a:path w="71" h="90">
                  <a:moveTo>
                    <a:pt x="71" y="3"/>
                  </a:moveTo>
                  <a:cubicBezTo>
                    <a:pt x="70" y="2"/>
                    <a:pt x="69" y="1"/>
                    <a:pt x="68" y="0"/>
                  </a:cubicBezTo>
                  <a:cubicBezTo>
                    <a:pt x="14" y="0"/>
                    <a:pt x="14" y="0"/>
                    <a:pt x="14" y="0"/>
                  </a:cubicBezTo>
                  <a:cubicBezTo>
                    <a:pt x="9" y="5"/>
                    <a:pt x="4" y="10"/>
                    <a:pt x="0" y="15"/>
                  </a:cubicBezTo>
                  <a:cubicBezTo>
                    <a:pt x="0" y="90"/>
                    <a:pt x="0" y="90"/>
                    <a:pt x="0" y="90"/>
                  </a:cubicBezTo>
                  <a:cubicBezTo>
                    <a:pt x="25" y="64"/>
                    <a:pt x="49" y="35"/>
                    <a:pt x="71" y="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06" name="Freeform 298"/>
            <p:cNvSpPr>
              <a:spLocks/>
            </p:cNvSpPr>
            <p:nvPr/>
          </p:nvSpPr>
          <p:spPr bwMode="auto">
            <a:xfrm>
              <a:off x="11202989" y="3636963"/>
              <a:ext cx="73025" cy="57150"/>
            </a:xfrm>
            <a:custGeom>
              <a:avLst/>
              <a:gdLst>
                <a:gd name="T0" fmla="*/ 0 w 62"/>
                <a:gd name="T1" fmla="*/ 0 h 48"/>
                <a:gd name="T2" fmla="*/ 0 w 62"/>
                <a:gd name="T3" fmla="*/ 0 h 48"/>
                <a:gd name="T4" fmla="*/ 23 w 62"/>
                <a:gd name="T5" fmla="*/ 20 h 48"/>
                <a:gd name="T6" fmla="*/ 62 w 62"/>
                <a:gd name="T7" fmla="*/ 48 h 48"/>
                <a:gd name="T8" fmla="*/ 62 w 62"/>
                <a:gd name="T9" fmla="*/ 0 h 48"/>
                <a:gd name="T10" fmla="*/ 0 w 62"/>
                <a:gd name="T11" fmla="*/ 0 h 48"/>
              </a:gdLst>
              <a:ahLst/>
              <a:cxnLst>
                <a:cxn ang="0">
                  <a:pos x="T0" y="T1"/>
                </a:cxn>
                <a:cxn ang="0">
                  <a:pos x="T2" y="T3"/>
                </a:cxn>
                <a:cxn ang="0">
                  <a:pos x="T4" y="T5"/>
                </a:cxn>
                <a:cxn ang="0">
                  <a:pos x="T6" y="T7"/>
                </a:cxn>
                <a:cxn ang="0">
                  <a:pos x="T8" y="T9"/>
                </a:cxn>
                <a:cxn ang="0">
                  <a:pos x="T10" y="T11"/>
                </a:cxn>
              </a:cxnLst>
              <a:rect l="0" t="0" r="r" b="b"/>
              <a:pathLst>
                <a:path w="62" h="48">
                  <a:moveTo>
                    <a:pt x="0" y="0"/>
                  </a:moveTo>
                  <a:cubicBezTo>
                    <a:pt x="0" y="0"/>
                    <a:pt x="0" y="0"/>
                    <a:pt x="0" y="0"/>
                  </a:cubicBezTo>
                  <a:cubicBezTo>
                    <a:pt x="7" y="7"/>
                    <a:pt x="15" y="14"/>
                    <a:pt x="23" y="20"/>
                  </a:cubicBezTo>
                  <a:cubicBezTo>
                    <a:pt x="37" y="32"/>
                    <a:pt x="50" y="41"/>
                    <a:pt x="62" y="48"/>
                  </a:cubicBezTo>
                  <a:cubicBezTo>
                    <a:pt x="62" y="0"/>
                    <a:pt x="62" y="0"/>
                    <a:pt x="62" y="0"/>
                  </a:cubicBezTo>
                  <a:lnTo>
                    <a:pt x="0"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07" name="Oval 299"/>
            <p:cNvSpPr>
              <a:spLocks noChangeArrowheads="1"/>
            </p:cNvSpPr>
            <p:nvPr/>
          </p:nvSpPr>
          <p:spPr bwMode="auto">
            <a:xfrm>
              <a:off x="11183939" y="3698876"/>
              <a:ext cx="44450" cy="44450"/>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08" name="Freeform 300"/>
            <p:cNvSpPr>
              <a:spLocks noEditPoints="1"/>
            </p:cNvSpPr>
            <p:nvPr/>
          </p:nvSpPr>
          <p:spPr bwMode="auto">
            <a:xfrm>
              <a:off x="10942639" y="2511426"/>
              <a:ext cx="685800" cy="1503363"/>
            </a:xfrm>
            <a:custGeom>
              <a:avLst/>
              <a:gdLst>
                <a:gd name="T0" fmla="*/ 435 w 573"/>
                <a:gd name="T1" fmla="*/ 1189 h 1256"/>
                <a:gd name="T2" fmla="*/ 423 w 573"/>
                <a:gd name="T3" fmla="*/ 1189 h 1256"/>
                <a:gd name="T4" fmla="*/ 573 w 573"/>
                <a:gd name="T5" fmla="*/ 968 h 1256"/>
                <a:gd name="T6" fmla="*/ 425 w 573"/>
                <a:gd name="T7" fmla="*/ 786 h 1256"/>
                <a:gd name="T8" fmla="*/ 426 w 573"/>
                <a:gd name="T9" fmla="*/ 744 h 1256"/>
                <a:gd name="T10" fmla="*/ 427 w 573"/>
                <a:gd name="T11" fmla="*/ 711 h 1256"/>
                <a:gd name="T12" fmla="*/ 396 w 573"/>
                <a:gd name="T13" fmla="*/ 677 h 1256"/>
                <a:gd name="T14" fmla="*/ 396 w 573"/>
                <a:gd name="T15" fmla="*/ 643 h 1256"/>
                <a:gd name="T16" fmla="*/ 386 w 573"/>
                <a:gd name="T17" fmla="*/ 584 h 1256"/>
                <a:gd name="T18" fmla="*/ 403 w 573"/>
                <a:gd name="T19" fmla="*/ 534 h 1256"/>
                <a:gd name="T20" fmla="*/ 456 w 573"/>
                <a:gd name="T21" fmla="*/ 0 h 1256"/>
                <a:gd name="T22" fmla="*/ 111 w 573"/>
                <a:gd name="T23" fmla="*/ 99 h 1256"/>
                <a:gd name="T24" fmla="*/ 224 w 573"/>
                <a:gd name="T25" fmla="*/ 349 h 1256"/>
                <a:gd name="T26" fmla="*/ 209 w 573"/>
                <a:gd name="T27" fmla="*/ 315 h 1256"/>
                <a:gd name="T28" fmla="*/ 176 w 573"/>
                <a:gd name="T29" fmla="*/ 254 h 1256"/>
                <a:gd name="T30" fmla="*/ 160 w 573"/>
                <a:gd name="T31" fmla="*/ 230 h 1256"/>
                <a:gd name="T32" fmla="*/ 271 w 573"/>
                <a:gd name="T33" fmla="*/ 545 h 1256"/>
                <a:gd name="T34" fmla="*/ 53 w 573"/>
                <a:gd name="T35" fmla="*/ 1005 h 1256"/>
                <a:gd name="T36" fmla="*/ 7 w 573"/>
                <a:gd name="T37" fmla="*/ 1006 h 1256"/>
                <a:gd name="T38" fmla="*/ 18 w 573"/>
                <a:gd name="T39" fmla="*/ 1047 h 1256"/>
                <a:gd name="T40" fmla="*/ 0 w 573"/>
                <a:gd name="T41" fmla="*/ 1052 h 1256"/>
                <a:gd name="T42" fmla="*/ 77 w 573"/>
                <a:gd name="T43" fmla="*/ 1063 h 1256"/>
                <a:gd name="T44" fmla="*/ 146 w 573"/>
                <a:gd name="T45" fmla="*/ 178 h 1256"/>
                <a:gd name="T46" fmla="*/ 258 w 573"/>
                <a:gd name="T47" fmla="*/ 230 h 1256"/>
                <a:gd name="T48" fmla="*/ 258 w 573"/>
                <a:gd name="T49" fmla="*/ 263 h 1256"/>
                <a:gd name="T50" fmla="*/ 258 w 573"/>
                <a:gd name="T51" fmla="*/ 297 h 1256"/>
                <a:gd name="T52" fmla="*/ 258 w 573"/>
                <a:gd name="T53" fmla="*/ 331 h 1256"/>
                <a:gd name="T54" fmla="*/ 221 w 573"/>
                <a:gd name="T55" fmla="*/ 99 h 1256"/>
                <a:gd name="T56" fmla="*/ 196 w 573"/>
                <a:gd name="T57" fmla="*/ 103 h 1256"/>
                <a:gd name="T58" fmla="*/ 380 w 573"/>
                <a:gd name="T59" fmla="*/ 525 h 1256"/>
                <a:gd name="T60" fmla="*/ 313 w 573"/>
                <a:gd name="T61" fmla="*/ 610 h 1256"/>
                <a:gd name="T62" fmla="*/ 233 w 573"/>
                <a:gd name="T63" fmla="*/ 784 h 1256"/>
                <a:gd name="T64" fmla="*/ 313 w 573"/>
                <a:gd name="T65" fmla="*/ 829 h 1256"/>
                <a:gd name="T66" fmla="*/ 364 w 573"/>
                <a:gd name="T67" fmla="*/ 791 h 1256"/>
                <a:gd name="T68" fmla="*/ 561 w 573"/>
                <a:gd name="T69" fmla="*/ 968 h 1256"/>
                <a:gd name="T70" fmla="*/ 396 w 573"/>
                <a:gd name="T71" fmla="*/ 1171 h 1256"/>
                <a:gd name="T72" fmla="*/ 396 w 573"/>
                <a:gd name="T73" fmla="*/ 1138 h 1256"/>
                <a:gd name="T74" fmla="*/ 396 w 573"/>
                <a:gd name="T75" fmla="*/ 1122 h 1256"/>
                <a:gd name="T76" fmla="*/ 481 w 573"/>
                <a:gd name="T77" fmla="*/ 1084 h 1256"/>
                <a:gd name="T78" fmla="*/ 422 w 573"/>
                <a:gd name="T79" fmla="*/ 975 h 1256"/>
                <a:gd name="T80" fmla="*/ 331 w 573"/>
                <a:gd name="T81" fmla="*/ 1034 h 1256"/>
                <a:gd name="T82" fmla="*/ 481 w 573"/>
                <a:gd name="T83" fmla="*/ 1141 h 1256"/>
                <a:gd name="T84" fmla="*/ 256 w 573"/>
                <a:gd name="T85" fmla="*/ 171 h 1256"/>
                <a:gd name="T86" fmla="*/ 334 w 573"/>
                <a:gd name="T87" fmla="*/ 643 h 1256"/>
                <a:gd name="T88" fmla="*/ 334 w 573"/>
                <a:gd name="T89" fmla="*/ 643 h 1256"/>
                <a:gd name="T90" fmla="*/ 460 w 573"/>
                <a:gd name="T91" fmla="*/ 1070 h 1256"/>
                <a:gd name="T92" fmla="*/ 334 w 573"/>
                <a:gd name="T93" fmla="*/ 1070 h 1256"/>
                <a:gd name="T94" fmla="*/ 334 w 573"/>
                <a:gd name="T95" fmla="*/ 1070 h 1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73" h="1256">
                  <a:moveTo>
                    <a:pt x="451" y="1171"/>
                  </a:moveTo>
                  <a:cubicBezTo>
                    <a:pt x="460" y="1171"/>
                    <a:pt x="460" y="1171"/>
                    <a:pt x="460" y="1171"/>
                  </a:cubicBezTo>
                  <a:cubicBezTo>
                    <a:pt x="460" y="1189"/>
                    <a:pt x="460" y="1189"/>
                    <a:pt x="460" y="1189"/>
                  </a:cubicBezTo>
                  <a:cubicBezTo>
                    <a:pt x="435" y="1189"/>
                    <a:pt x="435" y="1189"/>
                    <a:pt x="435" y="1189"/>
                  </a:cubicBezTo>
                  <a:cubicBezTo>
                    <a:pt x="435" y="1189"/>
                    <a:pt x="435" y="1189"/>
                    <a:pt x="435" y="1189"/>
                  </a:cubicBezTo>
                  <a:cubicBezTo>
                    <a:pt x="430" y="1195"/>
                    <a:pt x="430" y="1195"/>
                    <a:pt x="430" y="1195"/>
                  </a:cubicBezTo>
                  <a:cubicBezTo>
                    <a:pt x="424" y="1190"/>
                    <a:pt x="424" y="1190"/>
                    <a:pt x="424" y="1190"/>
                  </a:cubicBezTo>
                  <a:cubicBezTo>
                    <a:pt x="423" y="1189"/>
                    <a:pt x="423" y="1189"/>
                    <a:pt x="423" y="1189"/>
                  </a:cubicBezTo>
                  <a:cubicBezTo>
                    <a:pt x="421" y="1189"/>
                    <a:pt x="421" y="1189"/>
                    <a:pt x="421" y="1189"/>
                  </a:cubicBezTo>
                  <a:cubicBezTo>
                    <a:pt x="408" y="1199"/>
                    <a:pt x="394" y="1209"/>
                    <a:pt x="379" y="1218"/>
                  </a:cubicBezTo>
                  <a:cubicBezTo>
                    <a:pt x="378" y="1219"/>
                    <a:pt x="376" y="1216"/>
                    <a:pt x="373" y="1212"/>
                  </a:cubicBezTo>
                  <a:cubicBezTo>
                    <a:pt x="521" y="1116"/>
                    <a:pt x="573" y="1035"/>
                    <a:pt x="573" y="968"/>
                  </a:cubicBezTo>
                  <a:cubicBezTo>
                    <a:pt x="573" y="899"/>
                    <a:pt x="518" y="849"/>
                    <a:pt x="465" y="817"/>
                  </a:cubicBezTo>
                  <a:cubicBezTo>
                    <a:pt x="423" y="791"/>
                    <a:pt x="381" y="776"/>
                    <a:pt x="365" y="770"/>
                  </a:cubicBezTo>
                  <a:cubicBezTo>
                    <a:pt x="367" y="766"/>
                    <a:pt x="369" y="763"/>
                    <a:pt x="371" y="764"/>
                  </a:cubicBezTo>
                  <a:cubicBezTo>
                    <a:pt x="382" y="768"/>
                    <a:pt x="402" y="775"/>
                    <a:pt x="425" y="786"/>
                  </a:cubicBezTo>
                  <a:cubicBezTo>
                    <a:pt x="425" y="778"/>
                    <a:pt x="425" y="770"/>
                    <a:pt x="426" y="762"/>
                  </a:cubicBezTo>
                  <a:cubicBezTo>
                    <a:pt x="396" y="762"/>
                    <a:pt x="396" y="762"/>
                    <a:pt x="396" y="762"/>
                  </a:cubicBezTo>
                  <a:cubicBezTo>
                    <a:pt x="396" y="744"/>
                    <a:pt x="396" y="744"/>
                    <a:pt x="396" y="744"/>
                  </a:cubicBezTo>
                  <a:cubicBezTo>
                    <a:pt x="426" y="744"/>
                    <a:pt x="426" y="744"/>
                    <a:pt x="426" y="744"/>
                  </a:cubicBezTo>
                  <a:cubicBezTo>
                    <a:pt x="426" y="739"/>
                    <a:pt x="427" y="734"/>
                    <a:pt x="427" y="729"/>
                  </a:cubicBezTo>
                  <a:cubicBezTo>
                    <a:pt x="396" y="729"/>
                    <a:pt x="396" y="729"/>
                    <a:pt x="396" y="729"/>
                  </a:cubicBezTo>
                  <a:cubicBezTo>
                    <a:pt x="396" y="711"/>
                    <a:pt x="396" y="711"/>
                    <a:pt x="396" y="711"/>
                  </a:cubicBezTo>
                  <a:cubicBezTo>
                    <a:pt x="427" y="711"/>
                    <a:pt x="427" y="711"/>
                    <a:pt x="427" y="711"/>
                  </a:cubicBezTo>
                  <a:cubicBezTo>
                    <a:pt x="427" y="708"/>
                    <a:pt x="427" y="706"/>
                    <a:pt x="427" y="703"/>
                  </a:cubicBezTo>
                  <a:cubicBezTo>
                    <a:pt x="427" y="700"/>
                    <a:pt x="427" y="698"/>
                    <a:pt x="427" y="695"/>
                  </a:cubicBezTo>
                  <a:cubicBezTo>
                    <a:pt x="396" y="695"/>
                    <a:pt x="396" y="695"/>
                    <a:pt x="396" y="695"/>
                  </a:cubicBezTo>
                  <a:cubicBezTo>
                    <a:pt x="396" y="677"/>
                    <a:pt x="396" y="677"/>
                    <a:pt x="396" y="677"/>
                  </a:cubicBezTo>
                  <a:cubicBezTo>
                    <a:pt x="427" y="677"/>
                    <a:pt x="427" y="677"/>
                    <a:pt x="427" y="677"/>
                  </a:cubicBezTo>
                  <a:cubicBezTo>
                    <a:pt x="427" y="671"/>
                    <a:pt x="427" y="666"/>
                    <a:pt x="426" y="661"/>
                  </a:cubicBezTo>
                  <a:cubicBezTo>
                    <a:pt x="396" y="661"/>
                    <a:pt x="396" y="661"/>
                    <a:pt x="396" y="661"/>
                  </a:cubicBezTo>
                  <a:cubicBezTo>
                    <a:pt x="396" y="643"/>
                    <a:pt x="396" y="643"/>
                    <a:pt x="396" y="643"/>
                  </a:cubicBezTo>
                  <a:cubicBezTo>
                    <a:pt x="426" y="643"/>
                    <a:pt x="426" y="643"/>
                    <a:pt x="426" y="643"/>
                  </a:cubicBezTo>
                  <a:cubicBezTo>
                    <a:pt x="426" y="635"/>
                    <a:pt x="425" y="628"/>
                    <a:pt x="425" y="620"/>
                  </a:cubicBezTo>
                  <a:cubicBezTo>
                    <a:pt x="424" y="620"/>
                    <a:pt x="423" y="620"/>
                    <a:pt x="422" y="620"/>
                  </a:cubicBezTo>
                  <a:cubicBezTo>
                    <a:pt x="402" y="620"/>
                    <a:pt x="386" y="604"/>
                    <a:pt x="386" y="584"/>
                  </a:cubicBezTo>
                  <a:cubicBezTo>
                    <a:pt x="386" y="565"/>
                    <a:pt x="402" y="549"/>
                    <a:pt x="421" y="548"/>
                  </a:cubicBezTo>
                  <a:cubicBezTo>
                    <a:pt x="420" y="536"/>
                    <a:pt x="419" y="524"/>
                    <a:pt x="418" y="513"/>
                  </a:cubicBezTo>
                  <a:cubicBezTo>
                    <a:pt x="415" y="513"/>
                    <a:pt x="415" y="513"/>
                    <a:pt x="415" y="513"/>
                  </a:cubicBezTo>
                  <a:cubicBezTo>
                    <a:pt x="411" y="520"/>
                    <a:pt x="407" y="527"/>
                    <a:pt x="403" y="534"/>
                  </a:cubicBezTo>
                  <a:cubicBezTo>
                    <a:pt x="402" y="535"/>
                    <a:pt x="399" y="534"/>
                    <a:pt x="395" y="532"/>
                  </a:cubicBezTo>
                  <a:cubicBezTo>
                    <a:pt x="517" y="320"/>
                    <a:pt x="563" y="189"/>
                    <a:pt x="563" y="108"/>
                  </a:cubicBezTo>
                  <a:cubicBezTo>
                    <a:pt x="564" y="70"/>
                    <a:pt x="552" y="42"/>
                    <a:pt x="532" y="24"/>
                  </a:cubicBezTo>
                  <a:cubicBezTo>
                    <a:pt x="512" y="7"/>
                    <a:pt x="485" y="0"/>
                    <a:pt x="456" y="0"/>
                  </a:cubicBezTo>
                  <a:cubicBezTo>
                    <a:pt x="395" y="1"/>
                    <a:pt x="322" y="27"/>
                    <a:pt x="263" y="53"/>
                  </a:cubicBezTo>
                  <a:cubicBezTo>
                    <a:pt x="214" y="75"/>
                    <a:pt x="175" y="97"/>
                    <a:pt x="163" y="104"/>
                  </a:cubicBezTo>
                  <a:cubicBezTo>
                    <a:pt x="161" y="99"/>
                    <a:pt x="161" y="99"/>
                    <a:pt x="161" y="99"/>
                  </a:cubicBezTo>
                  <a:cubicBezTo>
                    <a:pt x="111" y="99"/>
                    <a:pt x="111" y="99"/>
                    <a:pt x="111" y="99"/>
                  </a:cubicBezTo>
                  <a:cubicBezTo>
                    <a:pt x="111" y="344"/>
                    <a:pt x="111" y="344"/>
                    <a:pt x="111" y="344"/>
                  </a:cubicBezTo>
                  <a:cubicBezTo>
                    <a:pt x="137" y="348"/>
                    <a:pt x="161" y="359"/>
                    <a:pt x="181" y="377"/>
                  </a:cubicBezTo>
                  <a:cubicBezTo>
                    <a:pt x="196" y="368"/>
                    <a:pt x="211" y="361"/>
                    <a:pt x="226" y="355"/>
                  </a:cubicBezTo>
                  <a:cubicBezTo>
                    <a:pt x="225" y="353"/>
                    <a:pt x="224" y="351"/>
                    <a:pt x="224" y="349"/>
                  </a:cubicBezTo>
                  <a:cubicBezTo>
                    <a:pt x="194" y="349"/>
                    <a:pt x="194" y="349"/>
                    <a:pt x="194" y="349"/>
                  </a:cubicBezTo>
                  <a:cubicBezTo>
                    <a:pt x="194" y="331"/>
                    <a:pt x="194" y="331"/>
                    <a:pt x="194" y="331"/>
                  </a:cubicBezTo>
                  <a:cubicBezTo>
                    <a:pt x="216" y="331"/>
                    <a:pt x="216" y="331"/>
                    <a:pt x="216" y="331"/>
                  </a:cubicBezTo>
                  <a:cubicBezTo>
                    <a:pt x="214" y="326"/>
                    <a:pt x="211" y="320"/>
                    <a:pt x="209" y="315"/>
                  </a:cubicBezTo>
                  <a:cubicBezTo>
                    <a:pt x="194" y="315"/>
                    <a:pt x="194" y="315"/>
                    <a:pt x="194" y="315"/>
                  </a:cubicBezTo>
                  <a:cubicBezTo>
                    <a:pt x="194" y="297"/>
                    <a:pt x="194" y="297"/>
                    <a:pt x="194" y="297"/>
                  </a:cubicBezTo>
                  <a:cubicBezTo>
                    <a:pt x="200" y="297"/>
                    <a:pt x="200" y="297"/>
                    <a:pt x="200" y="297"/>
                  </a:cubicBezTo>
                  <a:cubicBezTo>
                    <a:pt x="192" y="281"/>
                    <a:pt x="184" y="267"/>
                    <a:pt x="176" y="254"/>
                  </a:cubicBezTo>
                  <a:cubicBezTo>
                    <a:pt x="176" y="317"/>
                    <a:pt x="176" y="317"/>
                    <a:pt x="176" y="317"/>
                  </a:cubicBezTo>
                  <a:cubicBezTo>
                    <a:pt x="132" y="317"/>
                    <a:pt x="132" y="317"/>
                    <a:pt x="132" y="317"/>
                  </a:cubicBezTo>
                  <a:cubicBezTo>
                    <a:pt x="132" y="230"/>
                    <a:pt x="132" y="230"/>
                    <a:pt x="132" y="230"/>
                  </a:cubicBezTo>
                  <a:cubicBezTo>
                    <a:pt x="160" y="230"/>
                    <a:pt x="160" y="230"/>
                    <a:pt x="160" y="230"/>
                  </a:cubicBezTo>
                  <a:cubicBezTo>
                    <a:pt x="148" y="213"/>
                    <a:pt x="139" y="201"/>
                    <a:pt x="134" y="195"/>
                  </a:cubicBezTo>
                  <a:cubicBezTo>
                    <a:pt x="133" y="193"/>
                    <a:pt x="135" y="190"/>
                    <a:pt x="138" y="186"/>
                  </a:cubicBezTo>
                  <a:cubicBezTo>
                    <a:pt x="138" y="187"/>
                    <a:pt x="139" y="188"/>
                    <a:pt x="140" y="190"/>
                  </a:cubicBezTo>
                  <a:cubicBezTo>
                    <a:pt x="166" y="221"/>
                    <a:pt x="271" y="360"/>
                    <a:pt x="271" y="545"/>
                  </a:cubicBezTo>
                  <a:cubicBezTo>
                    <a:pt x="271" y="671"/>
                    <a:pt x="222" y="820"/>
                    <a:pt x="65" y="973"/>
                  </a:cubicBezTo>
                  <a:cubicBezTo>
                    <a:pt x="61" y="967"/>
                    <a:pt x="61" y="967"/>
                    <a:pt x="61" y="967"/>
                  </a:cubicBezTo>
                  <a:cubicBezTo>
                    <a:pt x="54" y="972"/>
                    <a:pt x="47" y="977"/>
                    <a:pt x="40" y="983"/>
                  </a:cubicBezTo>
                  <a:cubicBezTo>
                    <a:pt x="47" y="988"/>
                    <a:pt x="52" y="996"/>
                    <a:pt x="53" y="1005"/>
                  </a:cubicBezTo>
                  <a:cubicBezTo>
                    <a:pt x="56" y="1006"/>
                    <a:pt x="59" y="1007"/>
                    <a:pt x="61" y="1008"/>
                  </a:cubicBezTo>
                  <a:cubicBezTo>
                    <a:pt x="58" y="1016"/>
                    <a:pt x="58" y="1016"/>
                    <a:pt x="58" y="1016"/>
                  </a:cubicBezTo>
                  <a:cubicBezTo>
                    <a:pt x="44" y="1011"/>
                    <a:pt x="31" y="1005"/>
                    <a:pt x="18" y="998"/>
                  </a:cubicBezTo>
                  <a:cubicBezTo>
                    <a:pt x="15" y="1001"/>
                    <a:pt x="11" y="1003"/>
                    <a:pt x="7" y="1006"/>
                  </a:cubicBezTo>
                  <a:cubicBezTo>
                    <a:pt x="22" y="1014"/>
                    <a:pt x="37" y="1021"/>
                    <a:pt x="54" y="1027"/>
                  </a:cubicBezTo>
                  <a:cubicBezTo>
                    <a:pt x="51" y="1034"/>
                    <a:pt x="51" y="1034"/>
                    <a:pt x="51" y="1034"/>
                  </a:cubicBezTo>
                  <a:cubicBezTo>
                    <a:pt x="50" y="1034"/>
                    <a:pt x="48" y="1033"/>
                    <a:pt x="47" y="1033"/>
                  </a:cubicBezTo>
                  <a:cubicBezTo>
                    <a:pt x="40" y="1041"/>
                    <a:pt x="30" y="1047"/>
                    <a:pt x="18" y="1047"/>
                  </a:cubicBezTo>
                  <a:cubicBezTo>
                    <a:pt x="13" y="1047"/>
                    <a:pt x="9" y="1046"/>
                    <a:pt x="4" y="1044"/>
                  </a:cubicBezTo>
                  <a:cubicBezTo>
                    <a:pt x="6" y="1046"/>
                    <a:pt x="7" y="1048"/>
                    <a:pt x="8" y="1050"/>
                  </a:cubicBezTo>
                  <a:cubicBezTo>
                    <a:pt x="8" y="1051"/>
                    <a:pt x="6" y="1053"/>
                    <a:pt x="2" y="1055"/>
                  </a:cubicBezTo>
                  <a:cubicBezTo>
                    <a:pt x="1" y="1054"/>
                    <a:pt x="0" y="1053"/>
                    <a:pt x="0" y="1052"/>
                  </a:cubicBezTo>
                  <a:cubicBezTo>
                    <a:pt x="0" y="1070"/>
                    <a:pt x="0" y="1070"/>
                    <a:pt x="0" y="1070"/>
                  </a:cubicBezTo>
                  <a:cubicBezTo>
                    <a:pt x="56" y="1070"/>
                    <a:pt x="56" y="1070"/>
                    <a:pt x="56" y="1070"/>
                  </a:cubicBezTo>
                  <a:cubicBezTo>
                    <a:pt x="56" y="1081"/>
                    <a:pt x="56" y="1081"/>
                    <a:pt x="56" y="1081"/>
                  </a:cubicBezTo>
                  <a:cubicBezTo>
                    <a:pt x="63" y="1075"/>
                    <a:pt x="70" y="1069"/>
                    <a:pt x="77" y="1063"/>
                  </a:cubicBezTo>
                  <a:cubicBezTo>
                    <a:pt x="77" y="987"/>
                    <a:pt x="77" y="987"/>
                    <a:pt x="77" y="987"/>
                  </a:cubicBezTo>
                  <a:cubicBezTo>
                    <a:pt x="73" y="982"/>
                    <a:pt x="73" y="982"/>
                    <a:pt x="73" y="982"/>
                  </a:cubicBezTo>
                  <a:cubicBezTo>
                    <a:pt x="232" y="827"/>
                    <a:pt x="283" y="675"/>
                    <a:pt x="283" y="545"/>
                  </a:cubicBezTo>
                  <a:cubicBezTo>
                    <a:pt x="283" y="344"/>
                    <a:pt x="163" y="198"/>
                    <a:pt x="146" y="178"/>
                  </a:cubicBezTo>
                  <a:cubicBezTo>
                    <a:pt x="149" y="174"/>
                    <a:pt x="152" y="172"/>
                    <a:pt x="152" y="173"/>
                  </a:cubicBezTo>
                  <a:cubicBezTo>
                    <a:pt x="159" y="181"/>
                    <a:pt x="175" y="201"/>
                    <a:pt x="194" y="231"/>
                  </a:cubicBezTo>
                  <a:cubicBezTo>
                    <a:pt x="194" y="230"/>
                    <a:pt x="194" y="230"/>
                    <a:pt x="194" y="230"/>
                  </a:cubicBezTo>
                  <a:cubicBezTo>
                    <a:pt x="258" y="230"/>
                    <a:pt x="258" y="230"/>
                    <a:pt x="258" y="230"/>
                  </a:cubicBezTo>
                  <a:cubicBezTo>
                    <a:pt x="258" y="248"/>
                    <a:pt x="258" y="248"/>
                    <a:pt x="258" y="248"/>
                  </a:cubicBezTo>
                  <a:cubicBezTo>
                    <a:pt x="205" y="248"/>
                    <a:pt x="205" y="248"/>
                    <a:pt x="205" y="248"/>
                  </a:cubicBezTo>
                  <a:cubicBezTo>
                    <a:pt x="208" y="253"/>
                    <a:pt x="211" y="258"/>
                    <a:pt x="214" y="263"/>
                  </a:cubicBezTo>
                  <a:cubicBezTo>
                    <a:pt x="258" y="263"/>
                    <a:pt x="258" y="263"/>
                    <a:pt x="258" y="263"/>
                  </a:cubicBezTo>
                  <a:cubicBezTo>
                    <a:pt x="258" y="281"/>
                    <a:pt x="258" y="281"/>
                    <a:pt x="258" y="281"/>
                  </a:cubicBezTo>
                  <a:cubicBezTo>
                    <a:pt x="224" y="281"/>
                    <a:pt x="224" y="281"/>
                    <a:pt x="224" y="281"/>
                  </a:cubicBezTo>
                  <a:cubicBezTo>
                    <a:pt x="226" y="287"/>
                    <a:pt x="229" y="292"/>
                    <a:pt x="232" y="297"/>
                  </a:cubicBezTo>
                  <a:cubicBezTo>
                    <a:pt x="258" y="297"/>
                    <a:pt x="258" y="297"/>
                    <a:pt x="258" y="297"/>
                  </a:cubicBezTo>
                  <a:cubicBezTo>
                    <a:pt x="258" y="315"/>
                    <a:pt x="258" y="315"/>
                    <a:pt x="258" y="315"/>
                  </a:cubicBezTo>
                  <a:cubicBezTo>
                    <a:pt x="240" y="315"/>
                    <a:pt x="240" y="315"/>
                    <a:pt x="240" y="315"/>
                  </a:cubicBezTo>
                  <a:cubicBezTo>
                    <a:pt x="242" y="320"/>
                    <a:pt x="245" y="326"/>
                    <a:pt x="247" y="331"/>
                  </a:cubicBezTo>
                  <a:cubicBezTo>
                    <a:pt x="258" y="331"/>
                    <a:pt x="258" y="331"/>
                    <a:pt x="258" y="331"/>
                  </a:cubicBezTo>
                  <a:cubicBezTo>
                    <a:pt x="258" y="342"/>
                    <a:pt x="258" y="342"/>
                    <a:pt x="258" y="342"/>
                  </a:cubicBezTo>
                  <a:cubicBezTo>
                    <a:pt x="265" y="340"/>
                    <a:pt x="272" y="338"/>
                    <a:pt x="279" y="336"/>
                  </a:cubicBezTo>
                  <a:cubicBezTo>
                    <a:pt x="279" y="99"/>
                    <a:pt x="279" y="99"/>
                    <a:pt x="279" y="99"/>
                  </a:cubicBezTo>
                  <a:cubicBezTo>
                    <a:pt x="221" y="99"/>
                    <a:pt x="221" y="99"/>
                    <a:pt x="221" y="99"/>
                  </a:cubicBezTo>
                  <a:cubicBezTo>
                    <a:pt x="213" y="104"/>
                    <a:pt x="205" y="108"/>
                    <a:pt x="200" y="111"/>
                  </a:cubicBezTo>
                  <a:cubicBezTo>
                    <a:pt x="187" y="117"/>
                    <a:pt x="178" y="122"/>
                    <a:pt x="174" y="125"/>
                  </a:cubicBezTo>
                  <a:cubicBezTo>
                    <a:pt x="170" y="118"/>
                    <a:pt x="170" y="118"/>
                    <a:pt x="170" y="118"/>
                  </a:cubicBezTo>
                  <a:cubicBezTo>
                    <a:pt x="175" y="115"/>
                    <a:pt x="184" y="110"/>
                    <a:pt x="196" y="103"/>
                  </a:cubicBezTo>
                  <a:cubicBezTo>
                    <a:pt x="251" y="74"/>
                    <a:pt x="372" y="16"/>
                    <a:pt x="456" y="16"/>
                  </a:cubicBezTo>
                  <a:cubicBezTo>
                    <a:pt x="483" y="16"/>
                    <a:pt x="506" y="23"/>
                    <a:pt x="522" y="36"/>
                  </a:cubicBezTo>
                  <a:cubicBezTo>
                    <a:pt x="537" y="50"/>
                    <a:pt x="547" y="72"/>
                    <a:pt x="547" y="108"/>
                  </a:cubicBezTo>
                  <a:cubicBezTo>
                    <a:pt x="548" y="183"/>
                    <a:pt x="503" y="314"/>
                    <a:pt x="380" y="525"/>
                  </a:cubicBezTo>
                  <a:cubicBezTo>
                    <a:pt x="376" y="523"/>
                    <a:pt x="373" y="521"/>
                    <a:pt x="374" y="520"/>
                  </a:cubicBezTo>
                  <a:cubicBezTo>
                    <a:pt x="375" y="518"/>
                    <a:pt x="377" y="515"/>
                    <a:pt x="378" y="513"/>
                  </a:cubicBezTo>
                  <a:cubicBezTo>
                    <a:pt x="313" y="513"/>
                    <a:pt x="313" y="513"/>
                    <a:pt x="313" y="513"/>
                  </a:cubicBezTo>
                  <a:cubicBezTo>
                    <a:pt x="313" y="610"/>
                    <a:pt x="313" y="610"/>
                    <a:pt x="313" y="610"/>
                  </a:cubicBezTo>
                  <a:cubicBezTo>
                    <a:pt x="319" y="596"/>
                    <a:pt x="325" y="582"/>
                    <a:pt x="331" y="567"/>
                  </a:cubicBezTo>
                  <a:cubicBezTo>
                    <a:pt x="331" y="566"/>
                    <a:pt x="335" y="566"/>
                    <a:pt x="339" y="568"/>
                  </a:cubicBezTo>
                  <a:cubicBezTo>
                    <a:pt x="317" y="626"/>
                    <a:pt x="289" y="680"/>
                    <a:pt x="257" y="729"/>
                  </a:cubicBezTo>
                  <a:cubicBezTo>
                    <a:pt x="250" y="747"/>
                    <a:pt x="242" y="766"/>
                    <a:pt x="233" y="784"/>
                  </a:cubicBezTo>
                  <a:cubicBezTo>
                    <a:pt x="280" y="722"/>
                    <a:pt x="320" y="651"/>
                    <a:pt x="350" y="571"/>
                  </a:cubicBezTo>
                  <a:cubicBezTo>
                    <a:pt x="355" y="573"/>
                    <a:pt x="358" y="575"/>
                    <a:pt x="357" y="576"/>
                  </a:cubicBezTo>
                  <a:cubicBezTo>
                    <a:pt x="345" y="609"/>
                    <a:pt x="330" y="642"/>
                    <a:pt x="313" y="674"/>
                  </a:cubicBezTo>
                  <a:cubicBezTo>
                    <a:pt x="313" y="829"/>
                    <a:pt x="313" y="829"/>
                    <a:pt x="313" y="829"/>
                  </a:cubicBezTo>
                  <a:cubicBezTo>
                    <a:pt x="421" y="829"/>
                    <a:pt x="421" y="829"/>
                    <a:pt x="421" y="829"/>
                  </a:cubicBezTo>
                  <a:cubicBezTo>
                    <a:pt x="421" y="825"/>
                    <a:pt x="422" y="820"/>
                    <a:pt x="422" y="816"/>
                  </a:cubicBezTo>
                  <a:cubicBezTo>
                    <a:pt x="408" y="809"/>
                    <a:pt x="395" y="803"/>
                    <a:pt x="384" y="799"/>
                  </a:cubicBezTo>
                  <a:cubicBezTo>
                    <a:pt x="376" y="795"/>
                    <a:pt x="369" y="793"/>
                    <a:pt x="364" y="791"/>
                  </a:cubicBezTo>
                  <a:cubicBezTo>
                    <a:pt x="362" y="790"/>
                    <a:pt x="361" y="786"/>
                    <a:pt x="362" y="782"/>
                  </a:cubicBezTo>
                  <a:cubicBezTo>
                    <a:pt x="368" y="784"/>
                    <a:pt x="376" y="787"/>
                    <a:pt x="387" y="791"/>
                  </a:cubicBezTo>
                  <a:cubicBezTo>
                    <a:pt x="416" y="803"/>
                    <a:pt x="460" y="824"/>
                    <a:pt x="497" y="854"/>
                  </a:cubicBezTo>
                  <a:cubicBezTo>
                    <a:pt x="533" y="884"/>
                    <a:pt x="561" y="922"/>
                    <a:pt x="561" y="968"/>
                  </a:cubicBezTo>
                  <a:cubicBezTo>
                    <a:pt x="562" y="1028"/>
                    <a:pt x="514" y="1107"/>
                    <a:pt x="367" y="1202"/>
                  </a:cubicBezTo>
                  <a:cubicBezTo>
                    <a:pt x="365" y="1198"/>
                    <a:pt x="364" y="1195"/>
                    <a:pt x="365" y="1194"/>
                  </a:cubicBezTo>
                  <a:cubicBezTo>
                    <a:pt x="376" y="1187"/>
                    <a:pt x="386" y="1180"/>
                    <a:pt x="396" y="1173"/>
                  </a:cubicBezTo>
                  <a:cubicBezTo>
                    <a:pt x="396" y="1171"/>
                    <a:pt x="396" y="1171"/>
                    <a:pt x="396" y="1171"/>
                  </a:cubicBezTo>
                  <a:cubicBezTo>
                    <a:pt x="398" y="1171"/>
                    <a:pt x="398" y="1171"/>
                    <a:pt x="398" y="1171"/>
                  </a:cubicBezTo>
                  <a:cubicBezTo>
                    <a:pt x="406" y="1166"/>
                    <a:pt x="413" y="1161"/>
                    <a:pt x="420" y="1156"/>
                  </a:cubicBezTo>
                  <a:cubicBezTo>
                    <a:pt x="396" y="1156"/>
                    <a:pt x="396" y="1156"/>
                    <a:pt x="396" y="1156"/>
                  </a:cubicBezTo>
                  <a:cubicBezTo>
                    <a:pt x="396" y="1138"/>
                    <a:pt x="396" y="1138"/>
                    <a:pt x="396" y="1138"/>
                  </a:cubicBezTo>
                  <a:cubicBezTo>
                    <a:pt x="442" y="1138"/>
                    <a:pt x="442" y="1138"/>
                    <a:pt x="442" y="1138"/>
                  </a:cubicBezTo>
                  <a:cubicBezTo>
                    <a:pt x="443" y="1137"/>
                    <a:pt x="443" y="1137"/>
                    <a:pt x="444" y="1136"/>
                  </a:cubicBezTo>
                  <a:cubicBezTo>
                    <a:pt x="448" y="1132"/>
                    <a:pt x="451" y="1127"/>
                    <a:pt x="455" y="1122"/>
                  </a:cubicBezTo>
                  <a:cubicBezTo>
                    <a:pt x="396" y="1122"/>
                    <a:pt x="396" y="1122"/>
                    <a:pt x="396" y="1122"/>
                  </a:cubicBezTo>
                  <a:cubicBezTo>
                    <a:pt x="396" y="1104"/>
                    <a:pt x="396" y="1104"/>
                    <a:pt x="396" y="1104"/>
                  </a:cubicBezTo>
                  <a:cubicBezTo>
                    <a:pt x="460" y="1104"/>
                    <a:pt x="460" y="1104"/>
                    <a:pt x="460" y="1104"/>
                  </a:cubicBezTo>
                  <a:cubicBezTo>
                    <a:pt x="460" y="1115"/>
                    <a:pt x="460" y="1115"/>
                    <a:pt x="460" y="1115"/>
                  </a:cubicBezTo>
                  <a:cubicBezTo>
                    <a:pt x="467" y="1105"/>
                    <a:pt x="474" y="1094"/>
                    <a:pt x="481" y="1084"/>
                  </a:cubicBezTo>
                  <a:cubicBezTo>
                    <a:pt x="481" y="940"/>
                    <a:pt x="481" y="940"/>
                    <a:pt x="481" y="940"/>
                  </a:cubicBezTo>
                  <a:cubicBezTo>
                    <a:pt x="428" y="940"/>
                    <a:pt x="428" y="940"/>
                    <a:pt x="428" y="940"/>
                  </a:cubicBezTo>
                  <a:cubicBezTo>
                    <a:pt x="423" y="953"/>
                    <a:pt x="418" y="966"/>
                    <a:pt x="412" y="976"/>
                  </a:cubicBezTo>
                  <a:cubicBezTo>
                    <a:pt x="415" y="976"/>
                    <a:pt x="419" y="975"/>
                    <a:pt x="422" y="975"/>
                  </a:cubicBezTo>
                  <a:cubicBezTo>
                    <a:pt x="442" y="975"/>
                    <a:pt x="458" y="991"/>
                    <a:pt x="458" y="1011"/>
                  </a:cubicBezTo>
                  <a:cubicBezTo>
                    <a:pt x="458" y="1031"/>
                    <a:pt x="442" y="1047"/>
                    <a:pt x="422" y="1047"/>
                  </a:cubicBezTo>
                  <a:cubicBezTo>
                    <a:pt x="402" y="1047"/>
                    <a:pt x="386" y="1031"/>
                    <a:pt x="386" y="1012"/>
                  </a:cubicBezTo>
                  <a:cubicBezTo>
                    <a:pt x="370" y="1026"/>
                    <a:pt x="352" y="1034"/>
                    <a:pt x="331" y="1034"/>
                  </a:cubicBezTo>
                  <a:cubicBezTo>
                    <a:pt x="325" y="1034"/>
                    <a:pt x="319" y="1033"/>
                    <a:pt x="313" y="1032"/>
                  </a:cubicBezTo>
                  <a:cubicBezTo>
                    <a:pt x="313" y="1256"/>
                    <a:pt x="313" y="1256"/>
                    <a:pt x="313" y="1256"/>
                  </a:cubicBezTo>
                  <a:cubicBezTo>
                    <a:pt x="481" y="1256"/>
                    <a:pt x="481" y="1256"/>
                    <a:pt x="481" y="1256"/>
                  </a:cubicBezTo>
                  <a:cubicBezTo>
                    <a:pt x="481" y="1141"/>
                    <a:pt x="481" y="1141"/>
                    <a:pt x="481" y="1141"/>
                  </a:cubicBezTo>
                  <a:cubicBezTo>
                    <a:pt x="475" y="1146"/>
                    <a:pt x="470" y="1151"/>
                    <a:pt x="464" y="1156"/>
                  </a:cubicBezTo>
                  <a:cubicBezTo>
                    <a:pt x="460" y="1161"/>
                    <a:pt x="456" y="1166"/>
                    <a:pt x="451" y="1171"/>
                  </a:cubicBezTo>
                  <a:close/>
                  <a:moveTo>
                    <a:pt x="220" y="135"/>
                  </a:moveTo>
                  <a:cubicBezTo>
                    <a:pt x="240" y="135"/>
                    <a:pt x="256" y="151"/>
                    <a:pt x="256" y="171"/>
                  </a:cubicBezTo>
                  <a:cubicBezTo>
                    <a:pt x="256" y="191"/>
                    <a:pt x="240" y="207"/>
                    <a:pt x="220" y="207"/>
                  </a:cubicBezTo>
                  <a:cubicBezTo>
                    <a:pt x="200" y="207"/>
                    <a:pt x="184" y="191"/>
                    <a:pt x="184" y="171"/>
                  </a:cubicBezTo>
                  <a:cubicBezTo>
                    <a:pt x="184" y="151"/>
                    <a:pt x="200" y="135"/>
                    <a:pt x="220" y="135"/>
                  </a:cubicBezTo>
                  <a:close/>
                  <a:moveTo>
                    <a:pt x="334" y="643"/>
                  </a:moveTo>
                  <a:cubicBezTo>
                    <a:pt x="378" y="643"/>
                    <a:pt x="378" y="643"/>
                    <a:pt x="378" y="643"/>
                  </a:cubicBezTo>
                  <a:cubicBezTo>
                    <a:pt x="378" y="730"/>
                    <a:pt x="378" y="730"/>
                    <a:pt x="378" y="730"/>
                  </a:cubicBezTo>
                  <a:cubicBezTo>
                    <a:pt x="334" y="730"/>
                    <a:pt x="334" y="730"/>
                    <a:pt x="334" y="730"/>
                  </a:cubicBezTo>
                  <a:lnTo>
                    <a:pt x="334" y="643"/>
                  </a:lnTo>
                  <a:close/>
                  <a:moveTo>
                    <a:pt x="355" y="779"/>
                  </a:moveTo>
                  <a:cubicBezTo>
                    <a:pt x="355" y="779"/>
                    <a:pt x="355" y="779"/>
                    <a:pt x="355" y="779"/>
                  </a:cubicBezTo>
                  <a:close/>
                  <a:moveTo>
                    <a:pt x="396" y="1070"/>
                  </a:moveTo>
                  <a:cubicBezTo>
                    <a:pt x="460" y="1070"/>
                    <a:pt x="460" y="1070"/>
                    <a:pt x="460" y="1070"/>
                  </a:cubicBezTo>
                  <a:cubicBezTo>
                    <a:pt x="460" y="1088"/>
                    <a:pt x="460" y="1088"/>
                    <a:pt x="460" y="1088"/>
                  </a:cubicBezTo>
                  <a:cubicBezTo>
                    <a:pt x="396" y="1088"/>
                    <a:pt x="396" y="1088"/>
                    <a:pt x="396" y="1088"/>
                  </a:cubicBezTo>
                  <a:lnTo>
                    <a:pt x="396" y="1070"/>
                  </a:lnTo>
                  <a:close/>
                  <a:moveTo>
                    <a:pt x="334" y="1070"/>
                  </a:moveTo>
                  <a:cubicBezTo>
                    <a:pt x="378" y="1070"/>
                    <a:pt x="378" y="1070"/>
                    <a:pt x="378" y="1070"/>
                  </a:cubicBezTo>
                  <a:cubicBezTo>
                    <a:pt x="378" y="1157"/>
                    <a:pt x="378" y="1157"/>
                    <a:pt x="378" y="1157"/>
                  </a:cubicBezTo>
                  <a:cubicBezTo>
                    <a:pt x="334" y="1157"/>
                    <a:pt x="334" y="1157"/>
                    <a:pt x="334" y="1157"/>
                  </a:cubicBezTo>
                  <a:lnTo>
                    <a:pt x="334" y="107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09" name="Freeform 301"/>
            <p:cNvSpPr>
              <a:spLocks/>
            </p:cNvSpPr>
            <p:nvPr/>
          </p:nvSpPr>
          <p:spPr bwMode="auto">
            <a:xfrm>
              <a:off x="11317289" y="3636963"/>
              <a:ext cx="101600" cy="77788"/>
            </a:xfrm>
            <a:custGeom>
              <a:avLst/>
              <a:gdLst>
                <a:gd name="T0" fmla="*/ 0 w 85"/>
                <a:gd name="T1" fmla="*/ 63 h 66"/>
                <a:gd name="T2" fmla="*/ 18 w 85"/>
                <a:gd name="T3" fmla="*/ 66 h 66"/>
                <a:gd name="T4" fmla="*/ 61 w 85"/>
                <a:gd name="T5" fmla="*/ 44 h 66"/>
                <a:gd name="T6" fmla="*/ 85 w 85"/>
                <a:gd name="T7" fmla="*/ 0 h 66"/>
                <a:gd name="T8" fmla="*/ 0 w 85"/>
                <a:gd name="T9" fmla="*/ 0 h 66"/>
                <a:gd name="T10" fmla="*/ 0 w 85"/>
                <a:gd name="T11" fmla="*/ 63 h 66"/>
              </a:gdLst>
              <a:ahLst/>
              <a:cxnLst>
                <a:cxn ang="0">
                  <a:pos x="T0" y="T1"/>
                </a:cxn>
                <a:cxn ang="0">
                  <a:pos x="T2" y="T3"/>
                </a:cxn>
                <a:cxn ang="0">
                  <a:pos x="T4" y="T5"/>
                </a:cxn>
                <a:cxn ang="0">
                  <a:pos x="T6" y="T7"/>
                </a:cxn>
                <a:cxn ang="0">
                  <a:pos x="T8" y="T9"/>
                </a:cxn>
                <a:cxn ang="0">
                  <a:pos x="T10" y="T11"/>
                </a:cxn>
              </a:cxnLst>
              <a:rect l="0" t="0" r="r" b="b"/>
              <a:pathLst>
                <a:path w="85" h="66">
                  <a:moveTo>
                    <a:pt x="0" y="63"/>
                  </a:moveTo>
                  <a:cubicBezTo>
                    <a:pt x="6" y="65"/>
                    <a:pt x="12" y="66"/>
                    <a:pt x="18" y="66"/>
                  </a:cubicBezTo>
                  <a:cubicBezTo>
                    <a:pt x="35" y="66"/>
                    <a:pt x="48" y="59"/>
                    <a:pt x="61" y="44"/>
                  </a:cubicBezTo>
                  <a:cubicBezTo>
                    <a:pt x="70" y="33"/>
                    <a:pt x="78" y="18"/>
                    <a:pt x="85" y="0"/>
                  </a:cubicBezTo>
                  <a:cubicBezTo>
                    <a:pt x="0" y="0"/>
                    <a:pt x="0" y="0"/>
                    <a:pt x="0" y="0"/>
                  </a:cubicBezTo>
                  <a:lnTo>
                    <a:pt x="0" y="63"/>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10" name="Oval 302"/>
            <p:cNvSpPr>
              <a:spLocks noChangeArrowheads="1"/>
            </p:cNvSpPr>
            <p:nvPr/>
          </p:nvSpPr>
          <p:spPr bwMode="auto">
            <a:xfrm>
              <a:off x="11425239" y="3698876"/>
              <a:ext cx="46038" cy="44450"/>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11" name="Freeform 303"/>
            <p:cNvSpPr>
              <a:spLocks/>
            </p:cNvSpPr>
            <p:nvPr/>
          </p:nvSpPr>
          <p:spPr bwMode="auto">
            <a:xfrm>
              <a:off x="10453689" y="3492501"/>
              <a:ext cx="14288" cy="98425"/>
            </a:xfrm>
            <a:custGeom>
              <a:avLst/>
              <a:gdLst>
                <a:gd name="T0" fmla="*/ 12 w 12"/>
                <a:gd name="T1" fmla="*/ 0 h 82"/>
                <a:gd name="T2" fmla="*/ 7 w 12"/>
                <a:gd name="T3" fmla="*/ 2 h 82"/>
                <a:gd name="T4" fmla="*/ 0 w 12"/>
                <a:gd name="T5" fmla="*/ 79 h 82"/>
                <a:gd name="T6" fmla="*/ 4 w 12"/>
                <a:gd name="T7" fmla="*/ 82 h 82"/>
                <a:gd name="T8" fmla="*/ 12 w 12"/>
                <a:gd name="T9" fmla="*/ 0 h 82"/>
              </a:gdLst>
              <a:ahLst/>
              <a:cxnLst>
                <a:cxn ang="0">
                  <a:pos x="T0" y="T1"/>
                </a:cxn>
                <a:cxn ang="0">
                  <a:pos x="T2" y="T3"/>
                </a:cxn>
                <a:cxn ang="0">
                  <a:pos x="T4" y="T5"/>
                </a:cxn>
                <a:cxn ang="0">
                  <a:pos x="T6" y="T7"/>
                </a:cxn>
                <a:cxn ang="0">
                  <a:pos x="T8" y="T9"/>
                </a:cxn>
              </a:cxnLst>
              <a:rect l="0" t="0" r="r" b="b"/>
              <a:pathLst>
                <a:path w="12" h="82">
                  <a:moveTo>
                    <a:pt x="12" y="0"/>
                  </a:moveTo>
                  <a:cubicBezTo>
                    <a:pt x="10" y="1"/>
                    <a:pt x="9" y="1"/>
                    <a:pt x="7" y="2"/>
                  </a:cubicBezTo>
                  <a:cubicBezTo>
                    <a:pt x="7" y="29"/>
                    <a:pt x="5" y="55"/>
                    <a:pt x="0" y="79"/>
                  </a:cubicBezTo>
                  <a:cubicBezTo>
                    <a:pt x="1" y="80"/>
                    <a:pt x="3" y="81"/>
                    <a:pt x="4" y="82"/>
                  </a:cubicBezTo>
                  <a:cubicBezTo>
                    <a:pt x="6" y="52"/>
                    <a:pt x="8" y="25"/>
                    <a:pt x="12"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12" name="Freeform 304"/>
            <p:cNvSpPr>
              <a:spLocks/>
            </p:cNvSpPr>
            <p:nvPr/>
          </p:nvSpPr>
          <p:spPr bwMode="auto">
            <a:xfrm>
              <a:off x="10421939" y="3189288"/>
              <a:ext cx="53975" cy="271463"/>
            </a:xfrm>
            <a:custGeom>
              <a:avLst/>
              <a:gdLst>
                <a:gd name="T0" fmla="*/ 33 w 45"/>
                <a:gd name="T1" fmla="*/ 226 h 226"/>
                <a:gd name="T2" fmla="*/ 45 w 45"/>
                <a:gd name="T3" fmla="*/ 223 h 226"/>
                <a:gd name="T4" fmla="*/ 45 w 45"/>
                <a:gd name="T5" fmla="*/ 220 h 226"/>
                <a:gd name="T6" fmla="*/ 6 w 45"/>
                <a:gd name="T7" fmla="*/ 0 h 226"/>
                <a:gd name="T8" fmla="*/ 0 w 45"/>
                <a:gd name="T9" fmla="*/ 24 h 226"/>
                <a:gd name="T10" fmla="*/ 33 w 45"/>
                <a:gd name="T11" fmla="*/ 226 h 226"/>
              </a:gdLst>
              <a:ahLst/>
              <a:cxnLst>
                <a:cxn ang="0">
                  <a:pos x="T0" y="T1"/>
                </a:cxn>
                <a:cxn ang="0">
                  <a:pos x="T2" y="T3"/>
                </a:cxn>
                <a:cxn ang="0">
                  <a:pos x="T4" y="T5"/>
                </a:cxn>
                <a:cxn ang="0">
                  <a:pos x="T6" y="T7"/>
                </a:cxn>
                <a:cxn ang="0">
                  <a:pos x="T8" y="T9"/>
                </a:cxn>
                <a:cxn ang="0">
                  <a:pos x="T10" y="T11"/>
                </a:cxn>
              </a:cxnLst>
              <a:rect l="0" t="0" r="r" b="b"/>
              <a:pathLst>
                <a:path w="45" h="226">
                  <a:moveTo>
                    <a:pt x="33" y="226"/>
                  </a:moveTo>
                  <a:cubicBezTo>
                    <a:pt x="37" y="225"/>
                    <a:pt x="41" y="224"/>
                    <a:pt x="45" y="223"/>
                  </a:cubicBezTo>
                  <a:cubicBezTo>
                    <a:pt x="45" y="222"/>
                    <a:pt x="45" y="221"/>
                    <a:pt x="45" y="220"/>
                  </a:cubicBezTo>
                  <a:cubicBezTo>
                    <a:pt x="41" y="144"/>
                    <a:pt x="24" y="64"/>
                    <a:pt x="6" y="0"/>
                  </a:cubicBezTo>
                  <a:cubicBezTo>
                    <a:pt x="4" y="8"/>
                    <a:pt x="2" y="16"/>
                    <a:pt x="0" y="24"/>
                  </a:cubicBezTo>
                  <a:cubicBezTo>
                    <a:pt x="16" y="85"/>
                    <a:pt x="30" y="157"/>
                    <a:pt x="33" y="22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13" name="Freeform 305"/>
            <p:cNvSpPr>
              <a:spLocks/>
            </p:cNvSpPr>
            <p:nvPr/>
          </p:nvSpPr>
          <p:spPr bwMode="auto">
            <a:xfrm>
              <a:off x="10609264" y="3074988"/>
              <a:ext cx="6350" cy="19050"/>
            </a:xfrm>
            <a:custGeom>
              <a:avLst/>
              <a:gdLst>
                <a:gd name="T0" fmla="*/ 0 w 6"/>
                <a:gd name="T1" fmla="*/ 0 h 16"/>
                <a:gd name="T2" fmla="*/ 5 w 6"/>
                <a:gd name="T3" fmla="*/ 16 h 16"/>
                <a:gd name="T4" fmla="*/ 6 w 6"/>
                <a:gd name="T5" fmla="*/ 4 h 16"/>
                <a:gd name="T6" fmla="*/ 0 w 6"/>
                <a:gd name="T7" fmla="*/ 0 h 16"/>
              </a:gdLst>
              <a:ahLst/>
              <a:cxnLst>
                <a:cxn ang="0">
                  <a:pos x="T0" y="T1"/>
                </a:cxn>
                <a:cxn ang="0">
                  <a:pos x="T2" y="T3"/>
                </a:cxn>
                <a:cxn ang="0">
                  <a:pos x="T4" y="T5"/>
                </a:cxn>
                <a:cxn ang="0">
                  <a:pos x="T6" y="T7"/>
                </a:cxn>
              </a:cxnLst>
              <a:rect l="0" t="0" r="r" b="b"/>
              <a:pathLst>
                <a:path w="6" h="16">
                  <a:moveTo>
                    <a:pt x="0" y="0"/>
                  </a:moveTo>
                  <a:cubicBezTo>
                    <a:pt x="2" y="5"/>
                    <a:pt x="3" y="10"/>
                    <a:pt x="5" y="16"/>
                  </a:cubicBezTo>
                  <a:cubicBezTo>
                    <a:pt x="6" y="12"/>
                    <a:pt x="6" y="8"/>
                    <a:pt x="6" y="4"/>
                  </a:cubicBezTo>
                  <a:cubicBezTo>
                    <a:pt x="4" y="3"/>
                    <a:pt x="2" y="2"/>
                    <a:pt x="0"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14" name="Freeform 306"/>
            <p:cNvSpPr>
              <a:spLocks/>
            </p:cNvSpPr>
            <p:nvPr/>
          </p:nvSpPr>
          <p:spPr bwMode="auto">
            <a:xfrm>
              <a:off x="10593389" y="3144838"/>
              <a:ext cx="15875" cy="125413"/>
            </a:xfrm>
            <a:custGeom>
              <a:avLst/>
              <a:gdLst>
                <a:gd name="T0" fmla="*/ 3 w 13"/>
                <a:gd name="T1" fmla="*/ 0 h 104"/>
                <a:gd name="T2" fmla="*/ 0 w 13"/>
                <a:gd name="T3" fmla="*/ 73 h 104"/>
                <a:gd name="T4" fmla="*/ 1 w 13"/>
                <a:gd name="T5" fmla="*/ 104 h 104"/>
                <a:gd name="T6" fmla="*/ 3 w 13"/>
                <a:gd name="T7" fmla="*/ 103 h 104"/>
                <a:gd name="T8" fmla="*/ 13 w 13"/>
                <a:gd name="T9" fmla="*/ 98 h 104"/>
                <a:gd name="T10" fmla="*/ 12 w 13"/>
                <a:gd name="T11" fmla="*/ 73 h 104"/>
                <a:gd name="T12" fmla="*/ 13 w 13"/>
                <a:gd name="T13" fmla="*/ 33 h 104"/>
                <a:gd name="T14" fmla="*/ 3 w 13"/>
                <a:gd name="T15" fmla="*/ 0 h 1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04">
                  <a:moveTo>
                    <a:pt x="3" y="0"/>
                  </a:moveTo>
                  <a:cubicBezTo>
                    <a:pt x="1" y="22"/>
                    <a:pt x="0" y="47"/>
                    <a:pt x="0" y="73"/>
                  </a:cubicBezTo>
                  <a:cubicBezTo>
                    <a:pt x="0" y="83"/>
                    <a:pt x="0" y="93"/>
                    <a:pt x="1" y="104"/>
                  </a:cubicBezTo>
                  <a:cubicBezTo>
                    <a:pt x="1" y="103"/>
                    <a:pt x="2" y="103"/>
                    <a:pt x="3" y="103"/>
                  </a:cubicBezTo>
                  <a:cubicBezTo>
                    <a:pt x="6" y="101"/>
                    <a:pt x="9" y="99"/>
                    <a:pt x="13" y="98"/>
                  </a:cubicBezTo>
                  <a:cubicBezTo>
                    <a:pt x="12" y="90"/>
                    <a:pt x="12" y="81"/>
                    <a:pt x="12" y="73"/>
                  </a:cubicBezTo>
                  <a:cubicBezTo>
                    <a:pt x="12" y="59"/>
                    <a:pt x="13" y="46"/>
                    <a:pt x="13" y="33"/>
                  </a:cubicBezTo>
                  <a:cubicBezTo>
                    <a:pt x="9" y="22"/>
                    <a:pt x="6" y="11"/>
                    <a:pt x="3"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15" name="Freeform 307"/>
            <p:cNvSpPr>
              <a:spLocks/>
            </p:cNvSpPr>
            <p:nvPr/>
          </p:nvSpPr>
          <p:spPr bwMode="auto">
            <a:xfrm>
              <a:off x="10942639" y="3014663"/>
              <a:ext cx="19050" cy="95250"/>
            </a:xfrm>
            <a:custGeom>
              <a:avLst/>
              <a:gdLst>
                <a:gd name="T0" fmla="*/ 10 w 16"/>
                <a:gd name="T1" fmla="*/ 0 h 79"/>
                <a:gd name="T2" fmla="*/ 4 w 16"/>
                <a:gd name="T3" fmla="*/ 13 h 79"/>
                <a:gd name="T4" fmla="*/ 3 w 16"/>
                <a:gd name="T5" fmla="*/ 13 h 79"/>
                <a:gd name="T6" fmla="*/ 3 w 16"/>
                <a:gd name="T7" fmla="*/ 13 h 79"/>
                <a:gd name="T8" fmla="*/ 0 w 16"/>
                <a:gd name="T9" fmla="*/ 18 h 79"/>
                <a:gd name="T10" fmla="*/ 1 w 16"/>
                <a:gd name="T11" fmla="*/ 39 h 79"/>
                <a:gd name="T12" fmla="*/ 4 w 16"/>
                <a:gd name="T13" fmla="*/ 74 h 79"/>
                <a:gd name="T14" fmla="*/ 16 w 16"/>
                <a:gd name="T15" fmla="*/ 79 h 79"/>
                <a:gd name="T16" fmla="*/ 10 w 16"/>
                <a:gd name="T17"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79">
                  <a:moveTo>
                    <a:pt x="10" y="0"/>
                  </a:moveTo>
                  <a:cubicBezTo>
                    <a:pt x="9" y="4"/>
                    <a:pt x="6" y="8"/>
                    <a:pt x="4" y="13"/>
                  </a:cubicBezTo>
                  <a:cubicBezTo>
                    <a:pt x="3" y="13"/>
                    <a:pt x="3" y="13"/>
                    <a:pt x="3" y="13"/>
                  </a:cubicBezTo>
                  <a:cubicBezTo>
                    <a:pt x="3" y="13"/>
                    <a:pt x="3" y="13"/>
                    <a:pt x="3" y="13"/>
                  </a:cubicBezTo>
                  <a:cubicBezTo>
                    <a:pt x="2" y="15"/>
                    <a:pt x="1" y="16"/>
                    <a:pt x="0" y="18"/>
                  </a:cubicBezTo>
                  <a:cubicBezTo>
                    <a:pt x="0" y="25"/>
                    <a:pt x="1" y="32"/>
                    <a:pt x="1" y="39"/>
                  </a:cubicBezTo>
                  <a:cubicBezTo>
                    <a:pt x="2" y="50"/>
                    <a:pt x="3" y="61"/>
                    <a:pt x="4" y="74"/>
                  </a:cubicBezTo>
                  <a:cubicBezTo>
                    <a:pt x="8" y="76"/>
                    <a:pt x="12" y="77"/>
                    <a:pt x="16" y="79"/>
                  </a:cubicBezTo>
                  <a:cubicBezTo>
                    <a:pt x="14" y="49"/>
                    <a:pt x="12" y="22"/>
                    <a:pt x="10"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16" name="Freeform 308"/>
            <p:cNvSpPr>
              <a:spLocks/>
            </p:cNvSpPr>
            <p:nvPr/>
          </p:nvSpPr>
          <p:spPr bwMode="auto">
            <a:xfrm>
              <a:off x="10942639" y="3406776"/>
              <a:ext cx="23813" cy="201613"/>
            </a:xfrm>
            <a:custGeom>
              <a:avLst/>
              <a:gdLst>
                <a:gd name="T0" fmla="*/ 20 w 20"/>
                <a:gd name="T1" fmla="*/ 0 h 168"/>
                <a:gd name="T2" fmla="*/ 10 w 20"/>
                <a:gd name="T3" fmla="*/ 4 h 168"/>
                <a:gd name="T4" fmla="*/ 8 w 20"/>
                <a:gd name="T5" fmla="*/ 5 h 168"/>
                <a:gd name="T6" fmla="*/ 0 w 20"/>
                <a:gd name="T7" fmla="*/ 99 h 168"/>
                <a:gd name="T8" fmla="*/ 0 w 20"/>
                <a:gd name="T9" fmla="*/ 148 h 168"/>
                <a:gd name="T10" fmla="*/ 0 w 20"/>
                <a:gd name="T11" fmla="*/ 168 h 168"/>
                <a:gd name="T12" fmla="*/ 20 w 20"/>
                <a:gd name="T13" fmla="*/ 0 h 168"/>
              </a:gdLst>
              <a:ahLst/>
              <a:cxnLst>
                <a:cxn ang="0">
                  <a:pos x="T0" y="T1"/>
                </a:cxn>
                <a:cxn ang="0">
                  <a:pos x="T2" y="T3"/>
                </a:cxn>
                <a:cxn ang="0">
                  <a:pos x="T4" y="T5"/>
                </a:cxn>
                <a:cxn ang="0">
                  <a:pos x="T6" y="T7"/>
                </a:cxn>
                <a:cxn ang="0">
                  <a:pos x="T8" y="T9"/>
                </a:cxn>
                <a:cxn ang="0">
                  <a:pos x="T10" y="T11"/>
                </a:cxn>
                <a:cxn ang="0">
                  <a:pos x="T12" y="T13"/>
                </a:cxn>
              </a:cxnLst>
              <a:rect l="0" t="0" r="r" b="b"/>
              <a:pathLst>
                <a:path w="20" h="168">
                  <a:moveTo>
                    <a:pt x="20" y="0"/>
                  </a:moveTo>
                  <a:cubicBezTo>
                    <a:pt x="17" y="1"/>
                    <a:pt x="13" y="3"/>
                    <a:pt x="10" y="4"/>
                  </a:cubicBezTo>
                  <a:cubicBezTo>
                    <a:pt x="9" y="4"/>
                    <a:pt x="9" y="5"/>
                    <a:pt x="8" y="5"/>
                  </a:cubicBezTo>
                  <a:cubicBezTo>
                    <a:pt x="6" y="38"/>
                    <a:pt x="4" y="69"/>
                    <a:pt x="0" y="99"/>
                  </a:cubicBezTo>
                  <a:cubicBezTo>
                    <a:pt x="0" y="148"/>
                    <a:pt x="0" y="148"/>
                    <a:pt x="0" y="148"/>
                  </a:cubicBezTo>
                  <a:cubicBezTo>
                    <a:pt x="0" y="168"/>
                    <a:pt x="0" y="168"/>
                    <a:pt x="0" y="168"/>
                  </a:cubicBezTo>
                  <a:cubicBezTo>
                    <a:pt x="11" y="118"/>
                    <a:pt x="17" y="60"/>
                    <a:pt x="20"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17" name="Freeform 309"/>
            <p:cNvSpPr>
              <a:spLocks/>
            </p:cNvSpPr>
            <p:nvPr/>
          </p:nvSpPr>
          <p:spPr bwMode="auto">
            <a:xfrm>
              <a:off x="10385426" y="3467101"/>
              <a:ext cx="88900" cy="47625"/>
            </a:xfrm>
            <a:custGeom>
              <a:avLst/>
              <a:gdLst>
                <a:gd name="T0" fmla="*/ 71 w 74"/>
                <a:gd name="T1" fmla="*/ 13 h 40"/>
                <a:gd name="T2" fmla="*/ 74 w 74"/>
                <a:gd name="T3" fmla="*/ 0 h 40"/>
                <a:gd name="T4" fmla="*/ 0 w 74"/>
                <a:gd name="T5" fmla="*/ 26 h 40"/>
                <a:gd name="T6" fmla="*/ 0 w 74"/>
                <a:gd name="T7" fmla="*/ 40 h 40"/>
                <a:gd name="T8" fmla="*/ 71 w 74"/>
                <a:gd name="T9" fmla="*/ 13 h 40"/>
              </a:gdLst>
              <a:ahLst/>
              <a:cxnLst>
                <a:cxn ang="0">
                  <a:pos x="T0" y="T1"/>
                </a:cxn>
                <a:cxn ang="0">
                  <a:pos x="T2" y="T3"/>
                </a:cxn>
                <a:cxn ang="0">
                  <a:pos x="T4" y="T5"/>
                </a:cxn>
                <a:cxn ang="0">
                  <a:pos x="T6" y="T7"/>
                </a:cxn>
                <a:cxn ang="0">
                  <a:pos x="T8" y="T9"/>
                </a:cxn>
              </a:cxnLst>
              <a:rect l="0" t="0" r="r" b="b"/>
              <a:pathLst>
                <a:path w="74" h="40">
                  <a:moveTo>
                    <a:pt x="71" y="13"/>
                  </a:moveTo>
                  <a:cubicBezTo>
                    <a:pt x="72" y="9"/>
                    <a:pt x="73" y="5"/>
                    <a:pt x="74" y="0"/>
                  </a:cubicBezTo>
                  <a:cubicBezTo>
                    <a:pt x="48" y="7"/>
                    <a:pt x="23" y="16"/>
                    <a:pt x="0" y="26"/>
                  </a:cubicBezTo>
                  <a:cubicBezTo>
                    <a:pt x="0" y="31"/>
                    <a:pt x="0" y="35"/>
                    <a:pt x="0" y="40"/>
                  </a:cubicBezTo>
                  <a:cubicBezTo>
                    <a:pt x="22" y="29"/>
                    <a:pt x="46" y="20"/>
                    <a:pt x="71" y="1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18" name="Freeform 310"/>
            <p:cNvSpPr>
              <a:spLocks/>
            </p:cNvSpPr>
            <p:nvPr/>
          </p:nvSpPr>
          <p:spPr bwMode="auto">
            <a:xfrm>
              <a:off x="10666414" y="3082926"/>
              <a:ext cx="22225" cy="19050"/>
            </a:xfrm>
            <a:custGeom>
              <a:avLst/>
              <a:gdLst>
                <a:gd name="T0" fmla="*/ 0 w 19"/>
                <a:gd name="T1" fmla="*/ 11 h 16"/>
                <a:gd name="T2" fmla="*/ 11 w 19"/>
                <a:gd name="T3" fmla="*/ 16 h 16"/>
                <a:gd name="T4" fmla="*/ 19 w 19"/>
                <a:gd name="T5" fmla="*/ 10 h 16"/>
                <a:gd name="T6" fmla="*/ 18 w 19"/>
                <a:gd name="T7" fmla="*/ 9 h 16"/>
                <a:gd name="T8" fmla="*/ 12 w 19"/>
                <a:gd name="T9" fmla="*/ 3 h 16"/>
                <a:gd name="T10" fmla="*/ 5 w 19"/>
                <a:gd name="T11" fmla="*/ 0 h 16"/>
                <a:gd name="T12" fmla="*/ 0 w 19"/>
                <a:gd name="T13" fmla="*/ 11 h 16"/>
              </a:gdLst>
              <a:ahLst/>
              <a:cxnLst>
                <a:cxn ang="0">
                  <a:pos x="T0" y="T1"/>
                </a:cxn>
                <a:cxn ang="0">
                  <a:pos x="T2" y="T3"/>
                </a:cxn>
                <a:cxn ang="0">
                  <a:pos x="T4" y="T5"/>
                </a:cxn>
                <a:cxn ang="0">
                  <a:pos x="T6" y="T7"/>
                </a:cxn>
                <a:cxn ang="0">
                  <a:pos x="T8" y="T9"/>
                </a:cxn>
                <a:cxn ang="0">
                  <a:pos x="T10" y="T11"/>
                </a:cxn>
                <a:cxn ang="0">
                  <a:pos x="T12" y="T13"/>
                </a:cxn>
              </a:cxnLst>
              <a:rect l="0" t="0" r="r" b="b"/>
              <a:pathLst>
                <a:path w="19" h="16">
                  <a:moveTo>
                    <a:pt x="0" y="11"/>
                  </a:moveTo>
                  <a:cubicBezTo>
                    <a:pt x="4" y="12"/>
                    <a:pt x="7" y="14"/>
                    <a:pt x="11" y="16"/>
                  </a:cubicBezTo>
                  <a:cubicBezTo>
                    <a:pt x="13" y="14"/>
                    <a:pt x="16" y="12"/>
                    <a:pt x="19" y="10"/>
                  </a:cubicBezTo>
                  <a:cubicBezTo>
                    <a:pt x="19" y="10"/>
                    <a:pt x="18" y="9"/>
                    <a:pt x="18" y="9"/>
                  </a:cubicBezTo>
                  <a:cubicBezTo>
                    <a:pt x="16" y="7"/>
                    <a:pt x="14" y="5"/>
                    <a:pt x="12" y="3"/>
                  </a:cubicBezTo>
                  <a:cubicBezTo>
                    <a:pt x="10" y="2"/>
                    <a:pt x="7" y="1"/>
                    <a:pt x="5" y="0"/>
                  </a:cubicBezTo>
                  <a:cubicBezTo>
                    <a:pt x="3" y="3"/>
                    <a:pt x="2" y="7"/>
                    <a:pt x="0" y="1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19" name="Freeform 311"/>
            <p:cNvSpPr>
              <a:spLocks/>
            </p:cNvSpPr>
            <p:nvPr/>
          </p:nvSpPr>
          <p:spPr bwMode="auto">
            <a:xfrm>
              <a:off x="10594976" y="3038476"/>
              <a:ext cx="47625" cy="42863"/>
            </a:xfrm>
            <a:custGeom>
              <a:avLst/>
              <a:gdLst>
                <a:gd name="T0" fmla="*/ 0 w 39"/>
                <a:gd name="T1" fmla="*/ 0 h 35"/>
                <a:gd name="T2" fmla="*/ 7 w 39"/>
                <a:gd name="T3" fmla="*/ 18 h 35"/>
                <a:gd name="T4" fmla="*/ 34 w 39"/>
                <a:gd name="T5" fmla="*/ 35 h 35"/>
                <a:gd name="T6" fmla="*/ 39 w 39"/>
                <a:gd name="T7" fmla="*/ 24 h 35"/>
                <a:gd name="T8" fmla="*/ 35 w 39"/>
                <a:gd name="T9" fmla="*/ 21 h 35"/>
                <a:gd name="T10" fmla="*/ 0 w 39"/>
                <a:gd name="T11" fmla="*/ 0 h 35"/>
              </a:gdLst>
              <a:ahLst/>
              <a:cxnLst>
                <a:cxn ang="0">
                  <a:pos x="T0" y="T1"/>
                </a:cxn>
                <a:cxn ang="0">
                  <a:pos x="T2" y="T3"/>
                </a:cxn>
                <a:cxn ang="0">
                  <a:pos x="T4" y="T5"/>
                </a:cxn>
                <a:cxn ang="0">
                  <a:pos x="T6" y="T7"/>
                </a:cxn>
                <a:cxn ang="0">
                  <a:pos x="T8" y="T9"/>
                </a:cxn>
                <a:cxn ang="0">
                  <a:pos x="T10" y="T11"/>
                </a:cxn>
              </a:cxnLst>
              <a:rect l="0" t="0" r="r" b="b"/>
              <a:pathLst>
                <a:path w="39" h="35">
                  <a:moveTo>
                    <a:pt x="0" y="0"/>
                  </a:moveTo>
                  <a:cubicBezTo>
                    <a:pt x="2" y="6"/>
                    <a:pt x="4" y="12"/>
                    <a:pt x="7" y="18"/>
                  </a:cubicBezTo>
                  <a:cubicBezTo>
                    <a:pt x="15" y="24"/>
                    <a:pt x="25" y="29"/>
                    <a:pt x="34" y="35"/>
                  </a:cubicBezTo>
                  <a:cubicBezTo>
                    <a:pt x="36" y="31"/>
                    <a:pt x="38" y="27"/>
                    <a:pt x="39" y="24"/>
                  </a:cubicBezTo>
                  <a:cubicBezTo>
                    <a:pt x="38" y="23"/>
                    <a:pt x="36" y="22"/>
                    <a:pt x="35" y="21"/>
                  </a:cubicBezTo>
                  <a:cubicBezTo>
                    <a:pt x="22" y="14"/>
                    <a:pt x="10" y="7"/>
                    <a:pt x="0"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20" name="Freeform 312"/>
            <p:cNvSpPr>
              <a:spLocks/>
            </p:cNvSpPr>
            <p:nvPr/>
          </p:nvSpPr>
          <p:spPr bwMode="auto">
            <a:xfrm>
              <a:off x="10501314" y="2965451"/>
              <a:ext cx="52388" cy="60325"/>
            </a:xfrm>
            <a:custGeom>
              <a:avLst/>
              <a:gdLst>
                <a:gd name="T0" fmla="*/ 44 w 44"/>
                <a:gd name="T1" fmla="*/ 51 h 51"/>
                <a:gd name="T2" fmla="*/ 31 w 44"/>
                <a:gd name="T3" fmla="*/ 25 h 51"/>
                <a:gd name="T4" fmla="*/ 11 w 44"/>
                <a:gd name="T5" fmla="*/ 6 h 51"/>
                <a:gd name="T6" fmla="*/ 5 w 44"/>
                <a:gd name="T7" fmla="*/ 0 h 51"/>
                <a:gd name="T8" fmla="*/ 0 w 44"/>
                <a:gd name="T9" fmla="*/ 12 h 51"/>
                <a:gd name="T10" fmla="*/ 44 w 44"/>
                <a:gd name="T11" fmla="*/ 51 h 51"/>
              </a:gdLst>
              <a:ahLst/>
              <a:cxnLst>
                <a:cxn ang="0">
                  <a:pos x="T0" y="T1"/>
                </a:cxn>
                <a:cxn ang="0">
                  <a:pos x="T2" y="T3"/>
                </a:cxn>
                <a:cxn ang="0">
                  <a:pos x="T4" y="T5"/>
                </a:cxn>
                <a:cxn ang="0">
                  <a:pos x="T6" y="T7"/>
                </a:cxn>
                <a:cxn ang="0">
                  <a:pos x="T8" y="T9"/>
                </a:cxn>
                <a:cxn ang="0">
                  <a:pos x="T10" y="T11"/>
                </a:cxn>
              </a:cxnLst>
              <a:rect l="0" t="0" r="r" b="b"/>
              <a:pathLst>
                <a:path w="44" h="51">
                  <a:moveTo>
                    <a:pt x="44" y="51"/>
                  </a:moveTo>
                  <a:cubicBezTo>
                    <a:pt x="40" y="42"/>
                    <a:pt x="36" y="33"/>
                    <a:pt x="31" y="25"/>
                  </a:cubicBezTo>
                  <a:cubicBezTo>
                    <a:pt x="22" y="17"/>
                    <a:pt x="15" y="10"/>
                    <a:pt x="11" y="6"/>
                  </a:cubicBezTo>
                  <a:cubicBezTo>
                    <a:pt x="8" y="3"/>
                    <a:pt x="6" y="1"/>
                    <a:pt x="5" y="0"/>
                  </a:cubicBezTo>
                  <a:cubicBezTo>
                    <a:pt x="4" y="4"/>
                    <a:pt x="2" y="8"/>
                    <a:pt x="0" y="12"/>
                  </a:cubicBezTo>
                  <a:cubicBezTo>
                    <a:pt x="7" y="20"/>
                    <a:pt x="22" y="34"/>
                    <a:pt x="44" y="5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21" name="Freeform 313"/>
            <p:cNvSpPr>
              <a:spLocks/>
            </p:cNvSpPr>
            <p:nvPr/>
          </p:nvSpPr>
          <p:spPr bwMode="auto">
            <a:xfrm>
              <a:off x="11042651" y="3163888"/>
              <a:ext cx="55563" cy="15875"/>
            </a:xfrm>
            <a:custGeom>
              <a:avLst/>
              <a:gdLst>
                <a:gd name="T0" fmla="*/ 10 w 47"/>
                <a:gd name="T1" fmla="*/ 1 h 13"/>
                <a:gd name="T2" fmla="*/ 0 w 47"/>
                <a:gd name="T3" fmla="*/ 1 h 13"/>
                <a:gd name="T4" fmla="*/ 10 w 47"/>
                <a:gd name="T5" fmla="*/ 13 h 13"/>
                <a:gd name="T6" fmla="*/ 35 w 47"/>
                <a:gd name="T7" fmla="*/ 12 h 13"/>
                <a:gd name="T8" fmla="*/ 47 w 47"/>
                <a:gd name="T9" fmla="*/ 0 h 13"/>
                <a:gd name="T10" fmla="*/ 10 w 47"/>
                <a:gd name="T11" fmla="*/ 1 h 13"/>
              </a:gdLst>
              <a:ahLst/>
              <a:cxnLst>
                <a:cxn ang="0">
                  <a:pos x="T0" y="T1"/>
                </a:cxn>
                <a:cxn ang="0">
                  <a:pos x="T2" y="T3"/>
                </a:cxn>
                <a:cxn ang="0">
                  <a:pos x="T4" y="T5"/>
                </a:cxn>
                <a:cxn ang="0">
                  <a:pos x="T6" y="T7"/>
                </a:cxn>
                <a:cxn ang="0">
                  <a:pos x="T8" y="T9"/>
                </a:cxn>
                <a:cxn ang="0">
                  <a:pos x="T10" y="T11"/>
                </a:cxn>
              </a:cxnLst>
              <a:rect l="0" t="0" r="r" b="b"/>
              <a:pathLst>
                <a:path w="47" h="13">
                  <a:moveTo>
                    <a:pt x="10" y="1"/>
                  </a:moveTo>
                  <a:cubicBezTo>
                    <a:pt x="6" y="1"/>
                    <a:pt x="3" y="1"/>
                    <a:pt x="0" y="1"/>
                  </a:cubicBezTo>
                  <a:cubicBezTo>
                    <a:pt x="3" y="5"/>
                    <a:pt x="7" y="9"/>
                    <a:pt x="10" y="13"/>
                  </a:cubicBezTo>
                  <a:cubicBezTo>
                    <a:pt x="18" y="13"/>
                    <a:pt x="27" y="13"/>
                    <a:pt x="35" y="12"/>
                  </a:cubicBezTo>
                  <a:cubicBezTo>
                    <a:pt x="39" y="8"/>
                    <a:pt x="43" y="4"/>
                    <a:pt x="47" y="0"/>
                  </a:cubicBezTo>
                  <a:cubicBezTo>
                    <a:pt x="34" y="0"/>
                    <a:pt x="22" y="1"/>
                    <a:pt x="10" y="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22" name="Freeform 314"/>
            <p:cNvSpPr>
              <a:spLocks/>
            </p:cNvSpPr>
            <p:nvPr/>
          </p:nvSpPr>
          <p:spPr bwMode="auto">
            <a:xfrm>
              <a:off x="11131551" y="3576638"/>
              <a:ext cx="42863" cy="55563"/>
            </a:xfrm>
            <a:custGeom>
              <a:avLst/>
              <a:gdLst>
                <a:gd name="T0" fmla="*/ 35 w 35"/>
                <a:gd name="T1" fmla="*/ 36 h 46"/>
                <a:gd name="T2" fmla="*/ 8 w 35"/>
                <a:gd name="T3" fmla="*/ 0 h 46"/>
                <a:gd name="T4" fmla="*/ 0 w 35"/>
                <a:gd name="T5" fmla="*/ 10 h 46"/>
                <a:gd name="T6" fmla="*/ 28 w 35"/>
                <a:gd name="T7" fmla="*/ 46 h 46"/>
                <a:gd name="T8" fmla="*/ 35 w 35"/>
                <a:gd name="T9" fmla="*/ 36 h 46"/>
              </a:gdLst>
              <a:ahLst/>
              <a:cxnLst>
                <a:cxn ang="0">
                  <a:pos x="T0" y="T1"/>
                </a:cxn>
                <a:cxn ang="0">
                  <a:pos x="T2" y="T3"/>
                </a:cxn>
                <a:cxn ang="0">
                  <a:pos x="T4" y="T5"/>
                </a:cxn>
                <a:cxn ang="0">
                  <a:pos x="T6" y="T7"/>
                </a:cxn>
                <a:cxn ang="0">
                  <a:pos x="T8" y="T9"/>
                </a:cxn>
              </a:cxnLst>
              <a:rect l="0" t="0" r="r" b="b"/>
              <a:pathLst>
                <a:path w="35" h="46">
                  <a:moveTo>
                    <a:pt x="35" y="36"/>
                  </a:moveTo>
                  <a:cubicBezTo>
                    <a:pt x="24" y="24"/>
                    <a:pt x="15" y="12"/>
                    <a:pt x="8" y="0"/>
                  </a:cubicBezTo>
                  <a:cubicBezTo>
                    <a:pt x="5" y="3"/>
                    <a:pt x="3" y="7"/>
                    <a:pt x="0" y="10"/>
                  </a:cubicBezTo>
                  <a:cubicBezTo>
                    <a:pt x="8" y="22"/>
                    <a:pt x="17" y="34"/>
                    <a:pt x="28" y="46"/>
                  </a:cubicBezTo>
                  <a:cubicBezTo>
                    <a:pt x="30" y="43"/>
                    <a:pt x="33" y="39"/>
                    <a:pt x="35" y="3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23" name="Freeform 315"/>
            <p:cNvSpPr>
              <a:spLocks/>
            </p:cNvSpPr>
            <p:nvPr/>
          </p:nvSpPr>
          <p:spPr bwMode="auto">
            <a:xfrm>
              <a:off x="11247439" y="2921001"/>
              <a:ext cx="31750" cy="23813"/>
            </a:xfrm>
            <a:custGeom>
              <a:avLst/>
              <a:gdLst>
                <a:gd name="T0" fmla="*/ 26 w 26"/>
                <a:gd name="T1" fmla="*/ 0 h 20"/>
                <a:gd name="T2" fmla="*/ 0 w 26"/>
                <a:gd name="T3" fmla="*/ 9 h 20"/>
                <a:gd name="T4" fmla="*/ 4 w 26"/>
                <a:gd name="T5" fmla="*/ 20 h 20"/>
                <a:gd name="T6" fmla="*/ 18 w 26"/>
                <a:gd name="T7" fmla="*/ 15 h 20"/>
                <a:gd name="T8" fmla="*/ 26 w 26"/>
                <a:gd name="T9" fmla="*/ 0 h 20"/>
              </a:gdLst>
              <a:ahLst/>
              <a:cxnLst>
                <a:cxn ang="0">
                  <a:pos x="T0" y="T1"/>
                </a:cxn>
                <a:cxn ang="0">
                  <a:pos x="T2" y="T3"/>
                </a:cxn>
                <a:cxn ang="0">
                  <a:pos x="T4" y="T5"/>
                </a:cxn>
                <a:cxn ang="0">
                  <a:pos x="T6" y="T7"/>
                </a:cxn>
                <a:cxn ang="0">
                  <a:pos x="T8" y="T9"/>
                </a:cxn>
              </a:cxnLst>
              <a:rect l="0" t="0" r="r" b="b"/>
              <a:pathLst>
                <a:path w="26" h="20">
                  <a:moveTo>
                    <a:pt x="26" y="0"/>
                  </a:moveTo>
                  <a:cubicBezTo>
                    <a:pt x="18" y="3"/>
                    <a:pt x="9" y="6"/>
                    <a:pt x="0" y="9"/>
                  </a:cubicBezTo>
                  <a:cubicBezTo>
                    <a:pt x="1" y="13"/>
                    <a:pt x="3" y="16"/>
                    <a:pt x="4" y="20"/>
                  </a:cubicBezTo>
                  <a:cubicBezTo>
                    <a:pt x="9" y="18"/>
                    <a:pt x="13" y="17"/>
                    <a:pt x="18" y="15"/>
                  </a:cubicBezTo>
                  <a:cubicBezTo>
                    <a:pt x="21" y="10"/>
                    <a:pt x="24" y="5"/>
                    <a:pt x="26"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24" name="Freeform 316"/>
            <p:cNvSpPr>
              <a:spLocks/>
            </p:cNvSpPr>
            <p:nvPr/>
          </p:nvSpPr>
          <p:spPr bwMode="auto">
            <a:xfrm>
              <a:off x="11315701" y="2908301"/>
              <a:ext cx="141288" cy="128588"/>
            </a:xfrm>
            <a:custGeom>
              <a:avLst/>
              <a:gdLst>
                <a:gd name="T0" fmla="*/ 39 w 118"/>
                <a:gd name="T1" fmla="*/ 12 h 107"/>
                <a:gd name="T2" fmla="*/ 82 w 118"/>
                <a:gd name="T3" fmla="*/ 22 h 107"/>
                <a:gd name="T4" fmla="*/ 101 w 118"/>
                <a:gd name="T5" fmla="*/ 51 h 107"/>
                <a:gd name="T6" fmla="*/ 108 w 118"/>
                <a:gd name="T7" fmla="*/ 107 h 107"/>
                <a:gd name="T8" fmla="*/ 118 w 118"/>
                <a:gd name="T9" fmla="*/ 89 h 107"/>
                <a:gd name="T10" fmla="*/ 113 w 118"/>
                <a:gd name="T11" fmla="*/ 49 h 107"/>
                <a:gd name="T12" fmla="*/ 89 w 118"/>
                <a:gd name="T13" fmla="*/ 12 h 107"/>
                <a:gd name="T14" fmla="*/ 39 w 118"/>
                <a:gd name="T15" fmla="*/ 0 h 107"/>
                <a:gd name="T16" fmla="*/ 7 w 118"/>
                <a:gd name="T17" fmla="*/ 3 h 107"/>
                <a:gd name="T18" fmla="*/ 0 w 118"/>
                <a:gd name="T19" fmla="*/ 16 h 107"/>
                <a:gd name="T20" fmla="*/ 39 w 118"/>
                <a:gd name="T21" fmla="*/ 12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8" h="107">
                  <a:moveTo>
                    <a:pt x="39" y="12"/>
                  </a:moveTo>
                  <a:cubicBezTo>
                    <a:pt x="57" y="12"/>
                    <a:pt x="72" y="16"/>
                    <a:pt x="82" y="22"/>
                  </a:cubicBezTo>
                  <a:cubicBezTo>
                    <a:pt x="93" y="28"/>
                    <a:pt x="99" y="37"/>
                    <a:pt x="101" y="51"/>
                  </a:cubicBezTo>
                  <a:cubicBezTo>
                    <a:pt x="103" y="66"/>
                    <a:pt x="105" y="85"/>
                    <a:pt x="108" y="107"/>
                  </a:cubicBezTo>
                  <a:cubicBezTo>
                    <a:pt x="111" y="101"/>
                    <a:pt x="115" y="95"/>
                    <a:pt x="118" y="89"/>
                  </a:cubicBezTo>
                  <a:cubicBezTo>
                    <a:pt x="116" y="74"/>
                    <a:pt x="114" y="60"/>
                    <a:pt x="113" y="49"/>
                  </a:cubicBezTo>
                  <a:cubicBezTo>
                    <a:pt x="110" y="32"/>
                    <a:pt x="102" y="20"/>
                    <a:pt x="89" y="12"/>
                  </a:cubicBezTo>
                  <a:cubicBezTo>
                    <a:pt x="76" y="4"/>
                    <a:pt x="59" y="0"/>
                    <a:pt x="39" y="0"/>
                  </a:cubicBezTo>
                  <a:cubicBezTo>
                    <a:pt x="29" y="0"/>
                    <a:pt x="18" y="1"/>
                    <a:pt x="7" y="3"/>
                  </a:cubicBezTo>
                  <a:cubicBezTo>
                    <a:pt x="4" y="7"/>
                    <a:pt x="2" y="12"/>
                    <a:pt x="0" y="16"/>
                  </a:cubicBezTo>
                  <a:cubicBezTo>
                    <a:pt x="14" y="14"/>
                    <a:pt x="27" y="12"/>
                    <a:pt x="39" y="1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25" name="Freeform 317"/>
            <p:cNvSpPr>
              <a:spLocks/>
            </p:cNvSpPr>
            <p:nvPr/>
          </p:nvSpPr>
          <p:spPr bwMode="auto">
            <a:xfrm>
              <a:off x="11087101" y="3084513"/>
              <a:ext cx="122238" cy="458788"/>
            </a:xfrm>
            <a:custGeom>
              <a:avLst/>
              <a:gdLst>
                <a:gd name="T0" fmla="*/ 46 w 102"/>
                <a:gd name="T1" fmla="*/ 142 h 383"/>
                <a:gd name="T2" fmla="*/ 0 w 102"/>
                <a:gd name="T3" fmla="*/ 303 h 383"/>
                <a:gd name="T4" fmla="*/ 17 w 102"/>
                <a:gd name="T5" fmla="*/ 383 h 383"/>
                <a:gd name="T6" fmla="*/ 26 w 102"/>
                <a:gd name="T7" fmla="*/ 374 h 383"/>
                <a:gd name="T8" fmla="*/ 12 w 102"/>
                <a:gd name="T9" fmla="*/ 303 h 383"/>
                <a:gd name="T10" fmla="*/ 57 w 102"/>
                <a:gd name="T11" fmla="*/ 146 h 383"/>
                <a:gd name="T12" fmla="*/ 102 w 102"/>
                <a:gd name="T13" fmla="*/ 1 h 383"/>
                <a:gd name="T14" fmla="*/ 102 w 102"/>
                <a:gd name="T15" fmla="*/ 0 h 383"/>
                <a:gd name="T16" fmla="*/ 89 w 102"/>
                <a:gd name="T17" fmla="*/ 16 h 383"/>
                <a:gd name="T18" fmla="*/ 46 w 102"/>
                <a:gd name="T19" fmla="*/ 142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2" h="383">
                  <a:moveTo>
                    <a:pt x="46" y="142"/>
                  </a:moveTo>
                  <a:cubicBezTo>
                    <a:pt x="23" y="192"/>
                    <a:pt x="0" y="246"/>
                    <a:pt x="0" y="303"/>
                  </a:cubicBezTo>
                  <a:cubicBezTo>
                    <a:pt x="0" y="330"/>
                    <a:pt x="5" y="356"/>
                    <a:pt x="17" y="383"/>
                  </a:cubicBezTo>
                  <a:cubicBezTo>
                    <a:pt x="20" y="380"/>
                    <a:pt x="23" y="377"/>
                    <a:pt x="26" y="374"/>
                  </a:cubicBezTo>
                  <a:cubicBezTo>
                    <a:pt x="16" y="350"/>
                    <a:pt x="12" y="327"/>
                    <a:pt x="12" y="303"/>
                  </a:cubicBezTo>
                  <a:cubicBezTo>
                    <a:pt x="12" y="249"/>
                    <a:pt x="34" y="197"/>
                    <a:pt x="57" y="146"/>
                  </a:cubicBezTo>
                  <a:cubicBezTo>
                    <a:pt x="79" y="96"/>
                    <a:pt x="102" y="48"/>
                    <a:pt x="102" y="1"/>
                  </a:cubicBezTo>
                  <a:cubicBezTo>
                    <a:pt x="102" y="1"/>
                    <a:pt x="102" y="1"/>
                    <a:pt x="102" y="0"/>
                  </a:cubicBezTo>
                  <a:cubicBezTo>
                    <a:pt x="98" y="6"/>
                    <a:pt x="93" y="11"/>
                    <a:pt x="89" y="16"/>
                  </a:cubicBezTo>
                  <a:cubicBezTo>
                    <a:pt x="85" y="55"/>
                    <a:pt x="65" y="97"/>
                    <a:pt x="46" y="14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26" name="Freeform 318"/>
            <p:cNvSpPr>
              <a:spLocks/>
            </p:cNvSpPr>
            <p:nvPr/>
          </p:nvSpPr>
          <p:spPr bwMode="auto">
            <a:xfrm>
              <a:off x="11452226" y="3081338"/>
              <a:ext cx="25400" cy="382588"/>
            </a:xfrm>
            <a:custGeom>
              <a:avLst/>
              <a:gdLst>
                <a:gd name="T0" fmla="*/ 22 w 22"/>
                <a:gd name="T1" fmla="*/ 226 h 319"/>
                <a:gd name="T2" fmla="*/ 10 w 22"/>
                <a:gd name="T3" fmla="*/ 0 h 319"/>
                <a:gd name="T4" fmla="*/ 0 w 22"/>
                <a:gd name="T5" fmla="*/ 19 h 319"/>
                <a:gd name="T6" fmla="*/ 10 w 22"/>
                <a:gd name="T7" fmla="*/ 226 h 319"/>
                <a:gd name="T8" fmla="*/ 7 w 22"/>
                <a:gd name="T9" fmla="*/ 313 h 319"/>
                <a:gd name="T10" fmla="*/ 19 w 22"/>
                <a:gd name="T11" fmla="*/ 319 h 319"/>
                <a:gd name="T12" fmla="*/ 22 w 22"/>
                <a:gd name="T13" fmla="*/ 226 h 319"/>
              </a:gdLst>
              <a:ahLst/>
              <a:cxnLst>
                <a:cxn ang="0">
                  <a:pos x="T0" y="T1"/>
                </a:cxn>
                <a:cxn ang="0">
                  <a:pos x="T2" y="T3"/>
                </a:cxn>
                <a:cxn ang="0">
                  <a:pos x="T4" y="T5"/>
                </a:cxn>
                <a:cxn ang="0">
                  <a:pos x="T6" y="T7"/>
                </a:cxn>
                <a:cxn ang="0">
                  <a:pos x="T8" y="T9"/>
                </a:cxn>
                <a:cxn ang="0">
                  <a:pos x="T10" y="T11"/>
                </a:cxn>
                <a:cxn ang="0">
                  <a:pos x="T12" y="T13"/>
                </a:cxn>
              </a:cxnLst>
              <a:rect l="0" t="0" r="r" b="b"/>
              <a:pathLst>
                <a:path w="22" h="319">
                  <a:moveTo>
                    <a:pt x="22" y="226"/>
                  </a:moveTo>
                  <a:cubicBezTo>
                    <a:pt x="22" y="146"/>
                    <a:pt x="16" y="65"/>
                    <a:pt x="10" y="0"/>
                  </a:cubicBezTo>
                  <a:cubicBezTo>
                    <a:pt x="7" y="6"/>
                    <a:pt x="3" y="12"/>
                    <a:pt x="0" y="19"/>
                  </a:cubicBezTo>
                  <a:cubicBezTo>
                    <a:pt x="5" y="80"/>
                    <a:pt x="10" y="154"/>
                    <a:pt x="10" y="226"/>
                  </a:cubicBezTo>
                  <a:cubicBezTo>
                    <a:pt x="10" y="255"/>
                    <a:pt x="9" y="285"/>
                    <a:pt x="7" y="313"/>
                  </a:cubicBezTo>
                  <a:cubicBezTo>
                    <a:pt x="11" y="315"/>
                    <a:pt x="15" y="317"/>
                    <a:pt x="19" y="319"/>
                  </a:cubicBezTo>
                  <a:cubicBezTo>
                    <a:pt x="21" y="289"/>
                    <a:pt x="22" y="258"/>
                    <a:pt x="22" y="22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27" name="Freeform 319"/>
            <p:cNvSpPr>
              <a:spLocks/>
            </p:cNvSpPr>
            <p:nvPr/>
          </p:nvSpPr>
          <p:spPr bwMode="auto">
            <a:xfrm>
              <a:off x="11188701" y="3492501"/>
              <a:ext cx="282575" cy="246063"/>
            </a:xfrm>
            <a:custGeom>
              <a:avLst/>
              <a:gdLst>
                <a:gd name="T0" fmla="*/ 183 w 235"/>
                <a:gd name="T1" fmla="*/ 177 h 206"/>
                <a:gd name="T2" fmla="*/ 235 w 235"/>
                <a:gd name="T3" fmla="*/ 6 h 206"/>
                <a:gd name="T4" fmla="*/ 224 w 235"/>
                <a:gd name="T5" fmla="*/ 0 h 206"/>
                <a:gd name="T6" fmla="*/ 207 w 235"/>
                <a:gd name="T7" fmla="*/ 100 h 206"/>
                <a:gd name="T8" fmla="*/ 174 w 235"/>
                <a:gd name="T9" fmla="*/ 169 h 206"/>
                <a:gd name="T10" fmla="*/ 125 w 235"/>
                <a:gd name="T11" fmla="*/ 194 h 206"/>
                <a:gd name="T12" fmla="*/ 29 w 235"/>
                <a:gd name="T13" fmla="*/ 146 h 206"/>
                <a:gd name="T14" fmla="*/ 7 w 235"/>
                <a:gd name="T15" fmla="*/ 127 h 206"/>
                <a:gd name="T16" fmla="*/ 0 w 235"/>
                <a:gd name="T17" fmla="*/ 137 h 206"/>
                <a:gd name="T18" fmla="*/ 21 w 235"/>
                <a:gd name="T19" fmla="*/ 156 h 206"/>
                <a:gd name="T20" fmla="*/ 125 w 235"/>
                <a:gd name="T21" fmla="*/ 206 h 206"/>
                <a:gd name="T22" fmla="*/ 183 w 235"/>
                <a:gd name="T23" fmla="*/ 177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5" h="206">
                  <a:moveTo>
                    <a:pt x="183" y="177"/>
                  </a:moveTo>
                  <a:cubicBezTo>
                    <a:pt x="213" y="141"/>
                    <a:pt x="228" y="79"/>
                    <a:pt x="235" y="6"/>
                  </a:cubicBezTo>
                  <a:cubicBezTo>
                    <a:pt x="232" y="4"/>
                    <a:pt x="228" y="2"/>
                    <a:pt x="224" y="0"/>
                  </a:cubicBezTo>
                  <a:cubicBezTo>
                    <a:pt x="220" y="37"/>
                    <a:pt x="215" y="71"/>
                    <a:pt x="207" y="100"/>
                  </a:cubicBezTo>
                  <a:cubicBezTo>
                    <a:pt x="198" y="129"/>
                    <a:pt x="188" y="153"/>
                    <a:pt x="174" y="169"/>
                  </a:cubicBezTo>
                  <a:cubicBezTo>
                    <a:pt x="160" y="185"/>
                    <a:pt x="145" y="194"/>
                    <a:pt x="125" y="194"/>
                  </a:cubicBezTo>
                  <a:cubicBezTo>
                    <a:pt x="100" y="194"/>
                    <a:pt x="68" y="180"/>
                    <a:pt x="29" y="146"/>
                  </a:cubicBezTo>
                  <a:cubicBezTo>
                    <a:pt x="21" y="140"/>
                    <a:pt x="14" y="133"/>
                    <a:pt x="7" y="127"/>
                  </a:cubicBezTo>
                  <a:cubicBezTo>
                    <a:pt x="5" y="130"/>
                    <a:pt x="3" y="134"/>
                    <a:pt x="0" y="137"/>
                  </a:cubicBezTo>
                  <a:cubicBezTo>
                    <a:pt x="7" y="143"/>
                    <a:pt x="14" y="149"/>
                    <a:pt x="21" y="156"/>
                  </a:cubicBezTo>
                  <a:cubicBezTo>
                    <a:pt x="62" y="190"/>
                    <a:pt x="96" y="206"/>
                    <a:pt x="125" y="206"/>
                  </a:cubicBezTo>
                  <a:cubicBezTo>
                    <a:pt x="148" y="206"/>
                    <a:pt x="168" y="195"/>
                    <a:pt x="183" y="17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28" name="Freeform 320"/>
            <p:cNvSpPr>
              <a:spLocks/>
            </p:cNvSpPr>
            <p:nvPr/>
          </p:nvSpPr>
          <p:spPr bwMode="auto">
            <a:xfrm>
              <a:off x="10953751" y="2930526"/>
              <a:ext cx="268288" cy="193675"/>
            </a:xfrm>
            <a:custGeom>
              <a:avLst/>
              <a:gdLst>
                <a:gd name="T0" fmla="*/ 0 w 224"/>
                <a:gd name="T1" fmla="*/ 19 h 161"/>
                <a:gd name="T2" fmla="*/ 0 w 224"/>
                <a:gd name="T3" fmla="*/ 20 h 161"/>
                <a:gd name="T4" fmla="*/ 0 w 224"/>
                <a:gd name="T5" fmla="*/ 20 h 161"/>
                <a:gd name="T6" fmla="*/ 4 w 224"/>
                <a:gd name="T7" fmla="*/ 30 h 161"/>
                <a:gd name="T8" fmla="*/ 82 w 224"/>
                <a:gd name="T9" fmla="*/ 12 h 161"/>
                <a:gd name="T10" fmla="*/ 160 w 224"/>
                <a:gd name="T11" fmla="*/ 42 h 161"/>
                <a:gd name="T12" fmla="*/ 65 w 224"/>
                <a:gd name="T13" fmla="*/ 110 h 161"/>
                <a:gd name="T14" fmla="*/ 19 w 224"/>
                <a:gd name="T15" fmla="*/ 155 h 161"/>
                <a:gd name="T16" fmla="*/ 24 w 224"/>
                <a:gd name="T17" fmla="*/ 158 h 161"/>
                <a:gd name="T18" fmla="*/ 30 w 224"/>
                <a:gd name="T19" fmla="*/ 161 h 161"/>
                <a:gd name="T20" fmla="*/ 73 w 224"/>
                <a:gd name="T21" fmla="*/ 119 h 161"/>
                <a:gd name="T22" fmla="*/ 169 w 224"/>
                <a:gd name="T23" fmla="*/ 50 h 161"/>
                <a:gd name="T24" fmla="*/ 170 w 224"/>
                <a:gd name="T25" fmla="*/ 51 h 161"/>
                <a:gd name="T26" fmla="*/ 199 w 224"/>
                <a:gd name="T27" fmla="*/ 102 h 161"/>
                <a:gd name="T28" fmla="*/ 208 w 224"/>
                <a:gd name="T29" fmla="*/ 90 h 161"/>
                <a:gd name="T30" fmla="*/ 180 w 224"/>
                <a:gd name="T31" fmla="*/ 44 h 161"/>
                <a:gd name="T32" fmla="*/ 224 w 224"/>
                <a:gd name="T33" fmla="*/ 23 h 161"/>
                <a:gd name="T34" fmla="*/ 220 w 224"/>
                <a:gd name="T35" fmla="*/ 11 h 161"/>
                <a:gd name="T36" fmla="*/ 171 w 224"/>
                <a:gd name="T37" fmla="*/ 35 h 161"/>
                <a:gd name="T38" fmla="*/ 82 w 224"/>
                <a:gd name="T39" fmla="*/ 0 h 161"/>
                <a:gd name="T40" fmla="*/ 0 w 224"/>
                <a:gd name="T41" fmla="*/ 19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4" h="161">
                  <a:moveTo>
                    <a:pt x="0" y="19"/>
                  </a:moveTo>
                  <a:cubicBezTo>
                    <a:pt x="0" y="19"/>
                    <a:pt x="0" y="20"/>
                    <a:pt x="0" y="20"/>
                  </a:cubicBezTo>
                  <a:cubicBezTo>
                    <a:pt x="0" y="20"/>
                    <a:pt x="0" y="20"/>
                    <a:pt x="0" y="20"/>
                  </a:cubicBezTo>
                  <a:cubicBezTo>
                    <a:pt x="2" y="24"/>
                    <a:pt x="3" y="27"/>
                    <a:pt x="4" y="30"/>
                  </a:cubicBezTo>
                  <a:cubicBezTo>
                    <a:pt x="31" y="19"/>
                    <a:pt x="57" y="12"/>
                    <a:pt x="82" y="12"/>
                  </a:cubicBezTo>
                  <a:cubicBezTo>
                    <a:pt x="110" y="12"/>
                    <a:pt x="137" y="21"/>
                    <a:pt x="160" y="42"/>
                  </a:cubicBezTo>
                  <a:cubicBezTo>
                    <a:pt x="128" y="61"/>
                    <a:pt x="96" y="84"/>
                    <a:pt x="65" y="110"/>
                  </a:cubicBezTo>
                  <a:cubicBezTo>
                    <a:pt x="49" y="124"/>
                    <a:pt x="34" y="139"/>
                    <a:pt x="19" y="155"/>
                  </a:cubicBezTo>
                  <a:cubicBezTo>
                    <a:pt x="21" y="156"/>
                    <a:pt x="22" y="157"/>
                    <a:pt x="24" y="158"/>
                  </a:cubicBezTo>
                  <a:cubicBezTo>
                    <a:pt x="26" y="159"/>
                    <a:pt x="28" y="160"/>
                    <a:pt x="30" y="161"/>
                  </a:cubicBezTo>
                  <a:cubicBezTo>
                    <a:pt x="43" y="146"/>
                    <a:pt x="58" y="132"/>
                    <a:pt x="73" y="119"/>
                  </a:cubicBezTo>
                  <a:cubicBezTo>
                    <a:pt x="104" y="92"/>
                    <a:pt x="137" y="69"/>
                    <a:pt x="169" y="50"/>
                  </a:cubicBezTo>
                  <a:cubicBezTo>
                    <a:pt x="169" y="51"/>
                    <a:pt x="169" y="51"/>
                    <a:pt x="170" y="51"/>
                  </a:cubicBezTo>
                  <a:cubicBezTo>
                    <a:pt x="185" y="68"/>
                    <a:pt x="194" y="85"/>
                    <a:pt x="199" y="102"/>
                  </a:cubicBezTo>
                  <a:cubicBezTo>
                    <a:pt x="202" y="98"/>
                    <a:pt x="205" y="94"/>
                    <a:pt x="208" y="90"/>
                  </a:cubicBezTo>
                  <a:cubicBezTo>
                    <a:pt x="202" y="75"/>
                    <a:pt x="193" y="59"/>
                    <a:pt x="180" y="44"/>
                  </a:cubicBezTo>
                  <a:cubicBezTo>
                    <a:pt x="195" y="36"/>
                    <a:pt x="210" y="29"/>
                    <a:pt x="224" y="23"/>
                  </a:cubicBezTo>
                  <a:cubicBezTo>
                    <a:pt x="223" y="19"/>
                    <a:pt x="221" y="15"/>
                    <a:pt x="220" y="11"/>
                  </a:cubicBezTo>
                  <a:cubicBezTo>
                    <a:pt x="204" y="18"/>
                    <a:pt x="188" y="26"/>
                    <a:pt x="171" y="35"/>
                  </a:cubicBezTo>
                  <a:cubicBezTo>
                    <a:pt x="145" y="10"/>
                    <a:pt x="114" y="0"/>
                    <a:pt x="82" y="0"/>
                  </a:cubicBezTo>
                  <a:cubicBezTo>
                    <a:pt x="55" y="0"/>
                    <a:pt x="27" y="7"/>
                    <a:pt x="0" y="1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29" name="Freeform 321"/>
            <p:cNvSpPr>
              <a:spLocks/>
            </p:cNvSpPr>
            <p:nvPr/>
          </p:nvSpPr>
          <p:spPr bwMode="auto">
            <a:xfrm>
              <a:off x="10514014" y="2935288"/>
              <a:ext cx="106363" cy="238125"/>
            </a:xfrm>
            <a:custGeom>
              <a:avLst/>
              <a:gdLst>
                <a:gd name="T0" fmla="*/ 68 w 88"/>
                <a:gd name="T1" fmla="*/ 147 h 199"/>
                <a:gd name="T2" fmla="*/ 84 w 88"/>
                <a:gd name="T3" fmla="*/ 199 h 199"/>
                <a:gd name="T4" fmla="*/ 84 w 88"/>
                <a:gd name="T5" fmla="*/ 198 h 199"/>
                <a:gd name="T6" fmla="*/ 88 w 88"/>
                <a:gd name="T7" fmla="*/ 172 h 199"/>
                <a:gd name="T8" fmla="*/ 55 w 88"/>
                <a:gd name="T9" fmla="*/ 75 h 199"/>
                <a:gd name="T10" fmla="*/ 16 w 88"/>
                <a:gd name="T11" fmla="*/ 10 h 199"/>
                <a:gd name="T12" fmla="*/ 5 w 88"/>
                <a:gd name="T13" fmla="*/ 0 h 199"/>
                <a:gd name="T14" fmla="*/ 0 w 88"/>
                <a:gd name="T15" fmla="*/ 12 h 199"/>
                <a:gd name="T16" fmla="*/ 7 w 88"/>
                <a:gd name="T17" fmla="*/ 18 h 199"/>
                <a:gd name="T18" fmla="*/ 68 w 88"/>
                <a:gd name="T19" fmla="*/ 147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199">
                  <a:moveTo>
                    <a:pt x="68" y="147"/>
                  </a:moveTo>
                  <a:cubicBezTo>
                    <a:pt x="73" y="164"/>
                    <a:pt x="79" y="181"/>
                    <a:pt x="84" y="199"/>
                  </a:cubicBezTo>
                  <a:cubicBezTo>
                    <a:pt x="84" y="199"/>
                    <a:pt x="84" y="198"/>
                    <a:pt x="84" y="198"/>
                  </a:cubicBezTo>
                  <a:cubicBezTo>
                    <a:pt x="85" y="189"/>
                    <a:pt x="87" y="180"/>
                    <a:pt x="88" y="172"/>
                  </a:cubicBezTo>
                  <a:cubicBezTo>
                    <a:pt x="77" y="136"/>
                    <a:pt x="66" y="103"/>
                    <a:pt x="55" y="75"/>
                  </a:cubicBezTo>
                  <a:cubicBezTo>
                    <a:pt x="43" y="48"/>
                    <a:pt x="31" y="26"/>
                    <a:pt x="16" y="10"/>
                  </a:cubicBezTo>
                  <a:cubicBezTo>
                    <a:pt x="12" y="6"/>
                    <a:pt x="9" y="3"/>
                    <a:pt x="5" y="0"/>
                  </a:cubicBezTo>
                  <a:cubicBezTo>
                    <a:pt x="4" y="4"/>
                    <a:pt x="2" y="8"/>
                    <a:pt x="0" y="12"/>
                  </a:cubicBezTo>
                  <a:cubicBezTo>
                    <a:pt x="3" y="14"/>
                    <a:pt x="5" y="16"/>
                    <a:pt x="7" y="18"/>
                  </a:cubicBezTo>
                  <a:cubicBezTo>
                    <a:pt x="31" y="43"/>
                    <a:pt x="49" y="90"/>
                    <a:pt x="68" y="14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30" name="Freeform 322"/>
            <p:cNvSpPr>
              <a:spLocks/>
            </p:cNvSpPr>
            <p:nvPr/>
          </p:nvSpPr>
          <p:spPr bwMode="auto">
            <a:xfrm>
              <a:off x="10166351" y="2916238"/>
              <a:ext cx="323850" cy="623888"/>
            </a:xfrm>
            <a:custGeom>
              <a:avLst/>
              <a:gdLst>
                <a:gd name="T0" fmla="*/ 195 w 271"/>
                <a:gd name="T1" fmla="*/ 19 h 522"/>
                <a:gd name="T2" fmla="*/ 0 w 271"/>
                <a:gd name="T3" fmla="*/ 271 h 522"/>
                <a:gd name="T4" fmla="*/ 155 w 271"/>
                <a:gd name="T5" fmla="*/ 522 h 522"/>
                <a:gd name="T6" fmla="*/ 155 w 271"/>
                <a:gd name="T7" fmla="*/ 506 h 522"/>
                <a:gd name="T8" fmla="*/ 12 w 271"/>
                <a:gd name="T9" fmla="*/ 271 h 522"/>
                <a:gd name="T10" fmla="*/ 201 w 271"/>
                <a:gd name="T11" fmla="*/ 29 h 522"/>
                <a:gd name="T12" fmla="*/ 253 w 271"/>
                <a:gd name="T13" fmla="*/ 12 h 522"/>
                <a:gd name="T14" fmla="*/ 266 w 271"/>
                <a:gd name="T15" fmla="*/ 14 h 522"/>
                <a:gd name="T16" fmla="*/ 271 w 271"/>
                <a:gd name="T17" fmla="*/ 3 h 522"/>
                <a:gd name="T18" fmla="*/ 253 w 271"/>
                <a:gd name="T19" fmla="*/ 0 h 522"/>
                <a:gd name="T20" fmla="*/ 195 w 271"/>
                <a:gd name="T21" fmla="*/ 19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1" h="522">
                  <a:moveTo>
                    <a:pt x="195" y="19"/>
                  </a:moveTo>
                  <a:cubicBezTo>
                    <a:pt x="54" y="102"/>
                    <a:pt x="0" y="188"/>
                    <a:pt x="0" y="271"/>
                  </a:cubicBezTo>
                  <a:cubicBezTo>
                    <a:pt x="1" y="366"/>
                    <a:pt x="71" y="452"/>
                    <a:pt x="155" y="522"/>
                  </a:cubicBezTo>
                  <a:cubicBezTo>
                    <a:pt x="155" y="517"/>
                    <a:pt x="155" y="511"/>
                    <a:pt x="155" y="506"/>
                  </a:cubicBezTo>
                  <a:cubicBezTo>
                    <a:pt x="76" y="439"/>
                    <a:pt x="12" y="357"/>
                    <a:pt x="12" y="271"/>
                  </a:cubicBezTo>
                  <a:cubicBezTo>
                    <a:pt x="12" y="194"/>
                    <a:pt x="62" y="112"/>
                    <a:pt x="201" y="29"/>
                  </a:cubicBezTo>
                  <a:cubicBezTo>
                    <a:pt x="221" y="17"/>
                    <a:pt x="238" y="12"/>
                    <a:pt x="253" y="12"/>
                  </a:cubicBezTo>
                  <a:cubicBezTo>
                    <a:pt x="257" y="12"/>
                    <a:pt x="262" y="13"/>
                    <a:pt x="266" y="14"/>
                  </a:cubicBezTo>
                  <a:cubicBezTo>
                    <a:pt x="268" y="10"/>
                    <a:pt x="270" y="6"/>
                    <a:pt x="271" y="3"/>
                  </a:cubicBezTo>
                  <a:cubicBezTo>
                    <a:pt x="265" y="1"/>
                    <a:pt x="259" y="0"/>
                    <a:pt x="253" y="0"/>
                  </a:cubicBezTo>
                  <a:cubicBezTo>
                    <a:pt x="235" y="0"/>
                    <a:pt x="216" y="6"/>
                    <a:pt x="195" y="1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31" name="Freeform 323"/>
            <p:cNvSpPr>
              <a:spLocks/>
            </p:cNvSpPr>
            <p:nvPr/>
          </p:nvSpPr>
          <p:spPr bwMode="auto">
            <a:xfrm>
              <a:off x="10385426" y="3549651"/>
              <a:ext cx="73025" cy="69850"/>
            </a:xfrm>
            <a:custGeom>
              <a:avLst/>
              <a:gdLst>
                <a:gd name="T0" fmla="*/ 61 w 61"/>
                <a:gd name="T1" fmla="*/ 45 h 59"/>
                <a:gd name="T2" fmla="*/ 2 w 61"/>
                <a:gd name="T3" fmla="*/ 2 h 59"/>
                <a:gd name="T4" fmla="*/ 0 w 61"/>
                <a:gd name="T5" fmla="*/ 0 h 59"/>
                <a:gd name="T6" fmla="*/ 0 w 61"/>
                <a:gd name="T7" fmla="*/ 16 h 59"/>
                <a:gd name="T8" fmla="*/ 35 w 61"/>
                <a:gd name="T9" fmla="*/ 41 h 59"/>
                <a:gd name="T10" fmla="*/ 61 w 61"/>
                <a:gd name="T11" fmla="*/ 59 h 59"/>
                <a:gd name="T12" fmla="*/ 61 w 61"/>
                <a:gd name="T13" fmla="*/ 45 h 59"/>
              </a:gdLst>
              <a:ahLst/>
              <a:cxnLst>
                <a:cxn ang="0">
                  <a:pos x="T0" y="T1"/>
                </a:cxn>
                <a:cxn ang="0">
                  <a:pos x="T2" y="T3"/>
                </a:cxn>
                <a:cxn ang="0">
                  <a:pos x="T4" y="T5"/>
                </a:cxn>
                <a:cxn ang="0">
                  <a:pos x="T6" y="T7"/>
                </a:cxn>
                <a:cxn ang="0">
                  <a:pos x="T8" y="T9"/>
                </a:cxn>
                <a:cxn ang="0">
                  <a:pos x="T10" y="T11"/>
                </a:cxn>
                <a:cxn ang="0">
                  <a:pos x="T12" y="T13"/>
                </a:cxn>
              </a:cxnLst>
              <a:rect l="0" t="0" r="r" b="b"/>
              <a:pathLst>
                <a:path w="61" h="59">
                  <a:moveTo>
                    <a:pt x="61" y="45"/>
                  </a:moveTo>
                  <a:cubicBezTo>
                    <a:pt x="41" y="31"/>
                    <a:pt x="21" y="17"/>
                    <a:pt x="2" y="2"/>
                  </a:cubicBezTo>
                  <a:cubicBezTo>
                    <a:pt x="1" y="1"/>
                    <a:pt x="0" y="1"/>
                    <a:pt x="0" y="0"/>
                  </a:cubicBezTo>
                  <a:cubicBezTo>
                    <a:pt x="0" y="6"/>
                    <a:pt x="0" y="11"/>
                    <a:pt x="0" y="16"/>
                  </a:cubicBezTo>
                  <a:cubicBezTo>
                    <a:pt x="12" y="25"/>
                    <a:pt x="23" y="33"/>
                    <a:pt x="35" y="41"/>
                  </a:cubicBezTo>
                  <a:cubicBezTo>
                    <a:pt x="43" y="47"/>
                    <a:pt x="52" y="53"/>
                    <a:pt x="61" y="59"/>
                  </a:cubicBezTo>
                  <a:cubicBezTo>
                    <a:pt x="61" y="54"/>
                    <a:pt x="61" y="49"/>
                    <a:pt x="61" y="4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32" name="Freeform 324"/>
            <p:cNvSpPr>
              <a:spLocks/>
            </p:cNvSpPr>
            <p:nvPr/>
          </p:nvSpPr>
          <p:spPr bwMode="auto">
            <a:xfrm>
              <a:off x="11071226" y="3008313"/>
              <a:ext cx="169863" cy="214313"/>
            </a:xfrm>
            <a:custGeom>
              <a:avLst/>
              <a:gdLst>
                <a:gd name="T0" fmla="*/ 79 w 142"/>
                <a:gd name="T1" fmla="*/ 78 h 180"/>
                <a:gd name="T2" fmla="*/ 0 w 142"/>
                <a:gd name="T3" fmla="*/ 168 h 180"/>
                <a:gd name="T4" fmla="*/ 4 w 142"/>
                <a:gd name="T5" fmla="*/ 180 h 180"/>
                <a:gd name="T6" fmla="*/ 88 w 142"/>
                <a:gd name="T7" fmla="*/ 86 h 180"/>
                <a:gd name="T8" fmla="*/ 142 w 142"/>
                <a:gd name="T9" fmla="*/ 15 h 180"/>
                <a:gd name="T10" fmla="*/ 139 w 142"/>
                <a:gd name="T11" fmla="*/ 0 h 180"/>
                <a:gd name="T12" fmla="*/ 79 w 142"/>
                <a:gd name="T13" fmla="*/ 78 h 180"/>
              </a:gdLst>
              <a:ahLst/>
              <a:cxnLst>
                <a:cxn ang="0">
                  <a:pos x="T0" y="T1"/>
                </a:cxn>
                <a:cxn ang="0">
                  <a:pos x="T2" y="T3"/>
                </a:cxn>
                <a:cxn ang="0">
                  <a:pos x="T4" y="T5"/>
                </a:cxn>
                <a:cxn ang="0">
                  <a:pos x="T6" y="T7"/>
                </a:cxn>
                <a:cxn ang="0">
                  <a:pos x="T8" y="T9"/>
                </a:cxn>
                <a:cxn ang="0">
                  <a:pos x="T10" y="T11"/>
                </a:cxn>
                <a:cxn ang="0">
                  <a:pos x="T12" y="T13"/>
                </a:cxn>
              </a:cxnLst>
              <a:rect l="0" t="0" r="r" b="b"/>
              <a:pathLst>
                <a:path w="142" h="180">
                  <a:moveTo>
                    <a:pt x="79" y="78"/>
                  </a:moveTo>
                  <a:cubicBezTo>
                    <a:pt x="54" y="108"/>
                    <a:pt x="28" y="138"/>
                    <a:pt x="0" y="168"/>
                  </a:cubicBezTo>
                  <a:cubicBezTo>
                    <a:pt x="1" y="172"/>
                    <a:pt x="3" y="176"/>
                    <a:pt x="4" y="180"/>
                  </a:cubicBezTo>
                  <a:cubicBezTo>
                    <a:pt x="34" y="149"/>
                    <a:pt x="62" y="117"/>
                    <a:pt x="88" y="86"/>
                  </a:cubicBezTo>
                  <a:cubicBezTo>
                    <a:pt x="108" y="62"/>
                    <a:pt x="126" y="39"/>
                    <a:pt x="142" y="15"/>
                  </a:cubicBezTo>
                  <a:cubicBezTo>
                    <a:pt x="141" y="10"/>
                    <a:pt x="140" y="5"/>
                    <a:pt x="139" y="0"/>
                  </a:cubicBezTo>
                  <a:cubicBezTo>
                    <a:pt x="121" y="26"/>
                    <a:pt x="101" y="52"/>
                    <a:pt x="79" y="7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33" name="Freeform 325"/>
            <p:cNvSpPr>
              <a:spLocks/>
            </p:cNvSpPr>
            <p:nvPr/>
          </p:nvSpPr>
          <p:spPr bwMode="auto">
            <a:xfrm>
              <a:off x="10315576" y="3738563"/>
              <a:ext cx="149225" cy="117475"/>
            </a:xfrm>
            <a:custGeom>
              <a:avLst/>
              <a:gdLst>
                <a:gd name="T0" fmla="*/ 125 w 125"/>
                <a:gd name="T1" fmla="*/ 13 h 98"/>
                <a:gd name="T2" fmla="*/ 122 w 125"/>
                <a:gd name="T3" fmla="*/ 0 h 98"/>
                <a:gd name="T4" fmla="*/ 0 w 125"/>
                <a:gd name="T5" fmla="*/ 90 h 98"/>
                <a:gd name="T6" fmla="*/ 10 w 125"/>
                <a:gd name="T7" fmla="*/ 98 h 98"/>
                <a:gd name="T8" fmla="*/ 125 w 125"/>
                <a:gd name="T9" fmla="*/ 13 h 98"/>
              </a:gdLst>
              <a:ahLst/>
              <a:cxnLst>
                <a:cxn ang="0">
                  <a:pos x="T0" y="T1"/>
                </a:cxn>
                <a:cxn ang="0">
                  <a:pos x="T2" y="T3"/>
                </a:cxn>
                <a:cxn ang="0">
                  <a:pos x="T4" y="T5"/>
                </a:cxn>
                <a:cxn ang="0">
                  <a:pos x="T6" y="T7"/>
                </a:cxn>
                <a:cxn ang="0">
                  <a:pos x="T8" y="T9"/>
                </a:cxn>
              </a:cxnLst>
              <a:rect l="0" t="0" r="r" b="b"/>
              <a:pathLst>
                <a:path w="125" h="98">
                  <a:moveTo>
                    <a:pt x="125" y="13"/>
                  </a:moveTo>
                  <a:cubicBezTo>
                    <a:pt x="123" y="9"/>
                    <a:pt x="123" y="5"/>
                    <a:pt x="122" y="0"/>
                  </a:cubicBezTo>
                  <a:cubicBezTo>
                    <a:pt x="77" y="34"/>
                    <a:pt x="36" y="65"/>
                    <a:pt x="0" y="90"/>
                  </a:cubicBezTo>
                  <a:cubicBezTo>
                    <a:pt x="4" y="93"/>
                    <a:pt x="7" y="95"/>
                    <a:pt x="10" y="98"/>
                  </a:cubicBezTo>
                  <a:cubicBezTo>
                    <a:pt x="44" y="74"/>
                    <a:pt x="83" y="45"/>
                    <a:pt x="125" y="1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34" name="Freeform 326"/>
            <p:cNvSpPr>
              <a:spLocks/>
            </p:cNvSpPr>
            <p:nvPr/>
          </p:nvSpPr>
          <p:spPr bwMode="auto">
            <a:xfrm>
              <a:off x="10496551" y="3881438"/>
              <a:ext cx="71438" cy="39688"/>
            </a:xfrm>
            <a:custGeom>
              <a:avLst/>
              <a:gdLst>
                <a:gd name="T0" fmla="*/ 10 w 60"/>
                <a:gd name="T1" fmla="*/ 17 h 33"/>
                <a:gd name="T2" fmla="*/ 0 w 60"/>
                <a:gd name="T3" fmla="*/ 33 h 33"/>
                <a:gd name="T4" fmla="*/ 60 w 60"/>
                <a:gd name="T5" fmla="*/ 13 h 33"/>
                <a:gd name="T6" fmla="*/ 60 w 60"/>
                <a:gd name="T7" fmla="*/ 0 h 33"/>
                <a:gd name="T8" fmla="*/ 10 w 60"/>
                <a:gd name="T9" fmla="*/ 17 h 33"/>
              </a:gdLst>
              <a:ahLst/>
              <a:cxnLst>
                <a:cxn ang="0">
                  <a:pos x="T0" y="T1"/>
                </a:cxn>
                <a:cxn ang="0">
                  <a:pos x="T2" y="T3"/>
                </a:cxn>
                <a:cxn ang="0">
                  <a:pos x="T4" y="T5"/>
                </a:cxn>
                <a:cxn ang="0">
                  <a:pos x="T6" y="T7"/>
                </a:cxn>
                <a:cxn ang="0">
                  <a:pos x="T8" y="T9"/>
                </a:cxn>
              </a:cxnLst>
              <a:rect l="0" t="0" r="r" b="b"/>
              <a:pathLst>
                <a:path w="60" h="33">
                  <a:moveTo>
                    <a:pt x="10" y="17"/>
                  </a:moveTo>
                  <a:cubicBezTo>
                    <a:pt x="6" y="23"/>
                    <a:pt x="3" y="28"/>
                    <a:pt x="0" y="33"/>
                  </a:cubicBezTo>
                  <a:cubicBezTo>
                    <a:pt x="19" y="27"/>
                    <a:pt x="39" y="20"/>
                    <a:pt x="60" y="13"/>
                  </a:cubicBezTo>
                  <a:cubicBezTo>
                    <a:pt x="60" y="0"/>
                    <a:pt x="60" y="0"/>
                    <a:pt x="60" y="0"/>
                  </a:cubicBezTo>
                  <a:cubicBezTo>
                    <a:pt x="43" y="6"/>
                    <a:pt x="26" y="12"/>
                    <a:pt x="10" y="1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35" name="Freeform 327"/>
            <p:cNvSpPr>
              <a:spLocks/>
            </p:cNvSpPr>
            <p:nvPr/>
          </p:nvSpPr>
          <p:spPr bwMode="auto">
            <a:xfrm>
              <a:off x="10942639" y="3529013"/>
              <a:ext cx="190500" cy="180975"/>
            </a:xfrm>
            <a:custGeom>
              <a:avLst/>
              <a:gdLst>
                <a:gd name="T0" fmla="*/ 0 w 159"/>
                <a:gd name="T1" fmla="*/ 136 h 150"/>
                <a:gd name="T2" fmla="*/ 0 w 159"/>
                <a:gd name="T3" fmla="*/ 150 h 150"/>
                <a:gd name="T4" fmla="*/ 103 w 159"/>
                <a:gd name="T5" fmla="*/ 71 h 150"/>
                <a:gd name="T6" fmla="*/ 159 w 159"/>
                <a:gd name="T7" fmla="*/ 0 h 150"/>
                <a:gd name="T8" fmla="*/ 0 w 159"/>
                <a:gd name="T9" fmla="*/ 136 h 150"/>
              </a:gdLst>
              <a:ahLst/>
              <a:cxnLst>
                <a:cxn ang="0">
                  <a:pos x="T0" y="T1"/>
                </a:cxn>
                <a:cxn ang="0">
                  <a:pos x="T2" y="T3"/>
                </a:cxn>
                <a:cxn ang="0">
                  <a:pos x="T4" y="T5"/>
                </a:cxn>
                <a:cxn ang="0">
                  <a:pos x="T6" y="T7"/>
                </a:cxn>
                <a:cxn ang="0">
                  <a:pos x="T8" y="T9"/>
                </a:cxn>
              </a:cxnLst>
              <a:rect l="0" t="0" r="r" b="b"/>
              <a:pathLst>
                <a:path w="159" h="150">
                  <a:moveTo>
                    <a:pt x="0" y="136"/>
                  </a:moveTo>
                  <a:cubicBezTo>
                    <a:pt x="0" y="150"/>
                    <a:pt x="0" y="150"/>
                    <a:pt x="0" y="150"/>
                  </a:cubicBezTo>
                  <a:cubicBezTo>
                    <a:pt x="35" y="126"/>
                    <a:pt x="69" y="100"/>
                    <a:pt x="103" y="71"/>
                  </a:cubicBezTo>
                  <a:cubicBezTo>
                    <a:pt x="124" y="48"/>
                    <a:pt x="143" y="24"/>
                    <a:pt x="159" y="0"/>
                  </a:cubicBezTo>
                  <a:cubicBezTo>
                    <a:pt x="110" y="52"/>
                    <a:pt x="56" y="97"/>
                    <a:pt x="0" y="13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36" name="Freeform 328"/>
            <p:cNvSpPr>
              <a:spLocks/>
            </p:cNvSpPr>
            <p:nvPr/>
          </p:nvSpPr>
          <p:spPr bwMode="auto">
            <a:xfrm>
              <a:off x="10439401" y="3917951"/>
              <a:ext cx="19050" cy="11113"/>
            </a:xfrm>
            <a:custGeom>
              <a:avLst/>
              <a:gdLst>
                <a:gd name="T0" fmla="*/ 10 w 16"/>
                <a:gd name="T1" fmla="*/ 9 h 9"/>
                <a:gd name="T2" fmla="*/ 16 w 16"/>
                <a:gd name="T3" fmla="*/ 0 h 9"/>
                <a:gd name="T4" fmla="*/ 0 w 16"/>
                <a:gd name="T5" fmla="*/ 5 h 9"/>
                <a:gd name="T6" fmla="*/ 10 w 16"/>
                <a:gd name="T7" fmla="*/ 9 h 9"/>
              </a:gdLst>
              <a:ahLst/>
              <a:cxnLst>
                <a:cxn ang="0">
                  <a:pos x="T0" y="T1"/>
                </a:cxn>
                <a:cxn ang="0">
                  <a:pos x="T2" y="T3"/>
                </a:cxn>
                <a:cxn ang="0">
                  <a:pos x="T4" y="T5"/>
                </a:cxn>
                <a:cxn ang="0">
                  <a:pos x="T6" y="T7"/>
                </a:cxn>
              </a:cxnLst>
              <a:rect l="0" t="0" r="r" b="b"/>
              <a:pathLst>
                <a:path w="16" h="9">
                  <a:moveTo>
                    <a:pt x="10" y="9"/>
                  </a:moveTo>
                  <a:cubicBezTo>
                    <a:pt x="12" y="6"/>
                    <a:pt x="14" y="3"/>
                    <a:pt x="16" y="0"/>
                  </a:cubicBezTo>
                  <a:cubicBezTo>
                    <a:pt x="11" y="2"/>
                    <a:pt x="5" y="3"/>
                    <a:pt x="0" y="5"/>
                  </a:cubicBezTo>
                  <a:cubicBezTo>
                    <a:pt x="3" y="6"/>
                    <a:pt x="7" y="8"/>
                    <a:pt x="10" y="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37" name="Freeform 329"/>
            <p:cNvSpPr>
              <a:spLocks/>
            </p:cNvSpPr>
            <p:nvPr/>
          </p:nvSpPr>
          <p:spPr bwMode="auto">
            <a:xfrm>
              <a:off x="10048876" y="3524251"/>
              <a:ext cx="49213" cy="198438"/>
            </a:xfrm>
            <a:custGeom>
              <a:avLst/>
              <a:gdLst>
                <a:gd name="T0" fmla="*/ 0 w 41"/>
                <a:gd name="T1" fmla="*/ 27 h 165"/>
                <a:gd name="T2" fmla="*/ 20 w 41"/>
                <a:gd name="T3" fmla="*/ 131 h 165"/>
                <a:gd name="T4" fmla="*/ 41 w 41"/>
                <a:gd name="T5" fmla="*/ 165 h 165"/>
                <a:gd name="T6" fmla="*/ 8 w 41"/>
                <a:gd name="T7" fmla="*/ 0 h 165"/>
                <a:gd name="T8" fmla="*/ 0 w 41"/>
                <a:gd name="T9" fmla="*/ 27 h 165"/>
              </a:gdLst>
              <a:ahLst/>
              <a:cxnLst>
                <a:cxn ang="0">
                  <a:pos x="T0" y="T1"/>
                </a:cxn>
                <a:cxn ang="0">
                  <a:pos x="T2" y="T3"/>
                </a:cxn>
                <a:cxn ang="0">
                  <a:pos x="T4" y="T5"/>
                </a:cxn>
                <a:cxn ang="0">
                  <a:pos x="T6" y="T7"/>
                </a:cxn>
                <a:cxn ang="0">
                  <a:pos x="T8" y="T9"/>
                </a:cxn>
              </a:cxnLst>
              <a:rect l="0" t="0" r="r" b="b"/>
              <a:pathLst>
                <a:path w="41" h="165">
                  <a:moveTo>
                    <a:pt x="0" y="27"/>
                  </a:moveTo>
                  <a:cubicBezTo>
                    <a:pt x="5" y="64"/>
                    <a:pt x="12" y="99"/>
                    <a:pt x="20" y="131"/>
                  </a:cubicBezTo>
                  <a:cubicBezTo>
                    <a:pt x="26" y="142"/>
                    <a:pt x="33" y="154"/>
                    <a:pt x="41" y="165"/>
                  </a:cubicBezTo>
                  <a:cubicBezTo>
                    <a:pt x="28" y="117"/>
                    <a:pt x="16" y="61"/>
                    <a:pt x="8" y="0"/>
                  </a:cubicBezTo>
                  <a:cubicBezTo>
                    <a:pt x="4" y="9"/>
                    <a:pt x="1" y="18"/>
                    <a:pt x="0" y="2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38" name="Freeform 330"/>
            <p:cNvSpPr>
              <a:spLocks/>
            </p:cNvSpPr>
            <p:nvPr/>
          </p:nvSpPr>
          <p:spPr bwMode="auto">
            <a:xfrm>
              <a:off x="10031414" y="3268663"/>
              <a:ext cx="20638" cy="220663"/>
            </a:xfrm>
            <a:custGeom>
              <a:avLst/>
              <a:gdLst>
                <a:gd name="T0" fmla="*/ 6 w 17"/>
                <a:gd name="T1" fmla="*/ 184 h 184"/>
                <a:gd name="T2" fmla="*/ 17 w 17"/>
                <a:gd name="T3" fmla="*/ 169 h 184"/>
                <a:gd name="T4" fmla="*/ 12 w 17"/>
                <a:gd name="T5" fmla="*/ 77 h 184"/>
                <a:gd name="T6" fmla="*/ 14 w 17"/>
                <a:gd name="T7" fmla="*/ 20 h 184"/>
                <a:gd name="T8" fmla="*/ 4 w 17"/>
                <a:gd name="T9" fmla="*/ 0 h 184"/>
                <a:gd name="T10" fmla="*/ 0 w 17"/>
                <a:gd name="T11" fmla="*/ 77 h 184"/>
                <a:gd name="T12" fmla="*/ 6 w 17"/>
                <a:gd name="T13" fmla="*/ 184 h 184"/>
              </a:gdLst>
              <a:ahLst/>
              <a:cxnLst>
                <a:cxn ang="0">
                  <a:pos x="T0" y="T1"/>
                </a:cxn>
                <a:cxn ang="0">
                  <a:pos x="T2" y="T3"/>
                </a:cxn>
                <a:cxn ang="0">
                  <a:pos x="T4" y="T5"/>
                </a:cxn>
                <a:cxn ang="0">
                  <a:pos x="T6" y="T7"/>
                </a:cxn>
                <a:cxn ang="0">
                  <a:pos x="T8" y="T9"/>
                </a:cxn>
                <a:cxn ang="0">
                  <a:pos x="T10" y="T11"/>
                </a:cxn>
                <a:cxn ang="0">
                  <a:pos x="T12" y="T13"/>
                </a:cxn>
              </a:cxnLst>
              <a:rect l="0" t="0" r="r" b="b"/>
              <a:pathLst>
                <a:path w="17" h="184">
                  <a:moveTo>
                    <a:pt x="6" y="184"/>
                  </a:moveTo>
                  <a:cubicBezTo>
                    <a:pt x="10" y="179"/>
                    <a:pt x="13" y="174"/>
                    <a:pt x="17" y="169"/>
                  </a:cubicBezTo>
                  <a:cubicBezTo>
                    <a:pt x="14" y="139"/>
                    <a:pt x="12" y="108"/>
                    <a:pt x="12" y="77"/>
                  </a:cubicBezTo>
                  <a:cubicBezTo>
                    <a:pt x="12" y="58"/>
                    <a:pt x="13" y="39"/>
                    <a:pt x="14" y="20"/>
                  </a:cubicBezTo>
                  <a:cubicBezTo>
                    <a:pt x="10" y="14"/>
                    <a:pt x="7" y="7"/>
                    <a:pt x="4" y="0"/>
                  </a:cubicBezTo>
                  <a:cubicBezTo>
                    <a:pt x="1" y="26"/>
                    <a:pt x="0" y="51"/>
                    <a:pt x="0" y="77"/>
                  </a:cubicBezTo>
                  <a:cubicBezTo>
                    <a:pt x="0" y="113"/>
                    <a:pt x="3" y="149"/>
                    <a:pt x="6" y="18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39" name="Freeform 331"/>
            <p:cNvSpPr>
              <a:spLocks/>
            </p:cNvSpPr>
            <p:nvPr/>
          </p:nvSpPr>
          <p:spPr bwMode="auto">
            <a:xfrm>
              <a:off x="10045701" y="3033713"/>
              <a:ext cx="60325" cy="193675"/>
            </a:xfrm>
            <a:custGeom>
              <a:avLst/>
              <a:gdLst>
                <a:gd name="T0" fmla="*/ 51 w 51"/>
                <a:gd name="T1" fmla="*/ 0 h 162"/>
                <a:gd name="T2" fmla="*/ 33 w 51"/>
                <a:gd name="T3" fmla="*/ 11 h 162"/>
                <a:gd name="T4" fmla="*/ 0 w 51"/>
                <a:gd name="T5" fmla="*/ 138 h 162"/>
                <a:gd name="T6" fmla="*/ 8 w 51"/>
                <a:gd name="T7" fmla="*/ 162 h 162"/>
                <a:gd name="T8" fmla="*/ 51 w 51"/>
                <a:gd name="T9" fmla="*/ 0 h 162"/>
              </a:gdLst>
              <a:ahLst/>
              <a:cxnLst>
                <a:cxn ang="0">
                  <a:pos x="T0" y="T1"/>
                </a:cxn>
                <a:cxn ang="0">
                  <a:pos x="T2" y="T3"/>
                </a:cxn>
                <a:cxn ang="0">
                  <a:pos x="T4" y="T5"/>
                </a:cxn>
                <a:cxn ang="0">
                  <a:pos x="T6" y="T7"/>
                </a:cxn>
                <a:cxn ang="0">
                  <a:pos x="T8" y="T9"/>
                </a:cxn>
              </a:cxnLst>
              <a:rect l="0" t="0" r="r" b="b"/>
              <a:pathLst>
                <a:path w="51" h="162">
                  <a:moveTo>
                    <a:pt x="51" y="0"/>
                  </a:moveTo>
                  <a:cubicBezTo>
                    <a:pt x="45" y="3"/>
                    <a:pt x="39" y="7"/>
                    <a:pt x="33" y="11"/>
                  </a:cubicBezTo>
                  <a:cubicBezTo>
                    <a:pt x="18" y="53"/>
                    <a:pt x="7" y="95"/>
                    <a:pt x="0" y="138"/>
                  </a:cubicBezTo>
                  <a:cubicBezTo>
                    <a:pt x="2" y="146"/>
                    <a:pt x="5" y="154"/>
                    <a:pt x="8" y="162"/>
                  </a:cubicBezTo>
                  <a:cubicBezTo>
                    <a:pt x="16" y="107"/>
                    <a:pt x="29" y="52"/>
                    <a:pt x="51"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40" name="Freeform 332"/>
            <p:cNvSpPr>
              <a:spLocks/>
            </p:cNvSpPr>
            <p:nvPr/>
          </p:nvSpPr>
          <p:spPr bwMode="auto">
            <a:xfrm>
              <a:off x="11617326" y="3354388"/>
              <a:ext cx="39688" cy="255588"/>
            </a:xfrm>
            <a:custGeom>
              <a:avLst/>
              <a:gdLst>
                <a:gd name="T0" fmla="*/ 21 w 33"/>
                <a:gd name="T1" fmla="*/ 12 h 213"/>
                <a:gd name="T2" fmla="*/ 18 w 33"/>
                <a:gd name="T3" fmla="*/ 78 h 213"/>
                <a:gd name="T4" fmla="*/ 0 w 33"/>
                <a:gd name="T5" fmla="*/ 196 h 213"/>
                <a:gd name="T6" fmla="*/ 8 w 33"/>
                <a:gd name="T7" fmla="*/ 213 h 213"/>
                <a:gd name="T8" fmla="*/ 30 w 33"/>
                <a:gd name="T9" fmla="*/ 79 h 213"/>
                <a:gd name="T10" fmla="*/ 33 w 33"/>
                <a:gd name="T11" fmla="*/ 0 h 213"/>
                <a:gd name="T12" fmla="*/ 21 w 33"/>
                <a:gd name="T13" fmla="*/ 12 h 213"/>
              </a:gdLst>
              <a:ahLst/>
              <a:cxnLst>
                <a:cxn ang="0">
                  <a:pos x="T0" y="T1"/>
                </a:cxn>
                <a:cxn ang="0">
                  <a:pos x="T2" y="T3"/>
                </a:cxn>
                <a:cxn ang="0">
                  <a:pos x="T4" y="T5"/>
                </a:cxn>
                <a:cxn ang="0">
                  <a:pos x="T6" y="T7"/>
                </a:cxn>
                <a:cxn ang="0">
                  <a:pos x="T8" y="T9"/>
                </a:cxn>
                <a:cxn ang="0">
                  <a:pos x="T10" y="T11"/>
                </a:cxn>
                <a:cxn ang="0">
                  <a:pos x="T12" y="T13"/>
                </a:cxn>
              </a:cxnLst>
              <a:rect l="0" t="0" r="r" b="b"/>
              <a:pathLst>
                <a:path w="33" h="213">
                  <a:moveTo>
                    <a:pt x="21" y="12"/>
                  </a:moveTo>
                  <a:cubicBezTo>
                    <a:pt x="21" y="34"/>
                    <a:pt x="20" y="56"/>
                    <a:pt x="18" y="78"/>
                  </a:cubicBezTo>
                  <a:cubicBezTo>
                    <a:pt x="15" y="118"/>
                    <a:pt x="9" y="157"/>
                    <a:pt x="0" y="196"/>
                  </a:cubicBezTo>
                  <a:cubicBezTo>
                    <a:pt x="3" y="202"/>
                    <a:pt x="5" y="207"/>
                    <a:pt x="8" y="213"/>
                  </a:cubicBezTo>
                  <a:cubicBezTo>
                    <a:pt x="19" y="169"/>
                    <a:pt x="26" y="124"/>
                    <a:pt x="30" y="79"/>
                  </a:cubicBezTo>
                  <a:cubicBezTo>
                    <a:pt x="32" y="53"/>
                    <a:pt x="33" y="26"/>
                    <a:pt x="33" y="0"/>
                  </a:cubicBezTo>
                  <a:cubicBezTo>
                    <a:pt x="29" y="4"/>
                    <a:pt x="25" y="8"/>
                    <a:pt x="21" y="1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41" name="Freeform 333"/>
            <p:cNvSpPr>
              <a:spLocks/>
            </p:cNvSpPr>
            <p:nvPr/>
          </p:nvSpPr>
          <p:spPr bwMode="auto">
            <a:xfrm>
              <a:off x="11609389" y="3043238"/>
              <a:ext cx="47625" cy="279400"/>
            </a:xfrm>
            <a:custGeom>
              <a:avLst/>
              <a:gdLst>
                <a:gd name="T0" fmla="*/ 28 w 40"/>
                <a:gd name="T1" fmla="*/ 234 h 234"/>
                <a:gd name="T2" fmla="*/ 40 w 40"/>
                <a:gd name="T3" fmla="*/ 221 h 234"/>
                <a:gd name="T4" fmla="*/ 14 w 40"/>
                <a:gd name="T5" fmla="*/ 11 h 234"/>
                <a:gd name="T6" fmla="*/ 0 w 40"/>
                <a:gd name="T7" fmla="*/ 0 h 234"/>
                <a:gd name="T8" fmla="*/ 28 w 40"/>
                <a:gd name="T9" fmla="*/ 234 h 234"/>
              </a:gdLst>
              <a:ahLst/>
              <a:cxnLst>
                <a:cxn ang="0">
                  <a:pos x="T0" y="T1"/>
                </a:cxn>
                <a:cxn ang="0">
                  <a:pos x="T2" y="T3"/>
                </a:cxn>
                <a:cxn ang="0">
                  <a:pos x="T4" y="T5"/>
                </a:cxn>
                <a:cxn ang="0">
                  <a:pos x="T6" y="T7"/>
                </a:cxn>
                <a:cxn ang="0">
                  <a:pos x="T8" y="T9"/>
                </a:cxn>
              </a:cxnLst>
              <a:rect l="0" t="0" r="r" b="b"/>
              <a:pathLst>
                <a:path w="40" h="234">
                  <a:moveTo>
                    <a:pt x="28" y="234"/>
                  </a:moveTo>
                  <a:cubicBezTo>
                    <a:pt x="32" y="230"/>
                    <a:pt x="36" y="225"/>
                    <a:pt x="40" y="221"/>
                  </a:cubicBezTo>
                  <a:cubicBezTo>
                    <a:pt x="37" y="148"/>
                    <a:pt x="27" y="77"/>
                    <a:pt x="14" y="11"/>
                  </a:cubicBezTo>
                  <a:cubicBezTo>
                    <a:pt x="9" y="7"/>
                    <a:pt x="5" y="4"/>
                    <a:pt x="0" y="0"/>
                  </a:cubicBezTo>
                  <a:cubicBezTo>
                    <a:pt x="15" y="72"/>
                    <a:pt x="26" y="152"/>
                    <a:pt x="28" y="23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42" name="Freeform 334"/>
            <p:cNvSpPr>
              <a:spLocks/>
            </p:cNvSpPr>
            <p:nvPr/>
          </p:nvSpPr>
          <p:spPr bwMode="auto">
            <a:xfrm>
              <a:off x="11564939" y="2852738"/>
              <a:ext cx="50800" cy="153988"/>
            </a:xfrm>
            <a:custGeom>
              <a:avLst/>
              <a:gdLst>
                <a:gd name="T0" fmla="*/ 38 w 42"/>
                <a:gd name="T1" fmla="*/ 125 h 128"/>
                <a:gd name="T2" fmla="*/ 42 w 42"/>
                <a:gd name="T3" fmla="*/ 128 h 128"/>
                <a:gd name="T4" fmla="*/ 8 w 42"/>
                <a:gd name="T5" fmla="*/ 0 h 128"/>
                <a:gd name="T6" fmla="*/ 0 w 42"/>
                <a:gd name="T7" fmla="*/ 17 h 128"/>
                <a:gd name="T8" fmla="*/ 28 w 42"/>
                <a:gd name="T9" fmla="*/ 118 h 128"/>
                <a:gd name="T10" fmla="*/ 38 w 42"/>
                <a:gd name="T11" fmla="*/ 125 h 128"/>
              </a:gdLst>
              <a:ahLst/>
              <a:cxnLst>
                <a:cxn ang="0">
                  <a:pos x="T0" y="T1"/>
                </a:cxn>
                <a:cxn ang="0">
                  <a:pos x="T2" y="T3"/>
                </a:cxn>
                <a:cxn ang="0">
                  <a:pos x="T4" y="T5"/>
                </a:cxn>
                <a:cxn ang="0">
                  <a:pos x="T6" y="T7"/>
                </a:cxn>
                <a:cxn ang="0">
                  <a:pos x="T8" y="T9"/>
                </a:cxn>
                <a:cxn ang="0">
                  <a:pos x="T10" y="T11"/>
                </a:cxn>
              </a:cxnLst>
              <a:rect l="0" t="0" r="r" b="b"/>
              <a:pathLst>
                <a:path w="42" h="128">
                  <a:moveTo>
                    <a:pt x="38" y="125"/>
                  </a:moveTo>
                  <a:cubicBezTo>
                    <a:pt x="40" y="126"/>
                    <a:pt x="41" y="127"/>
                    <a:pt x="42" y="128"/>
                  </a:cubicBezTo>
                  <a:cubicBezTo>
                    <a:pt x="32" y="81"/>
                    <a:pt x="20" y="38"/>
                    <a:pt x="8" y="0"/>
                  </a:cubicBezTo>
                  <a:cubicBezTo>
                    <a:pt x="5" y="5"/>
                    <a:pt x="3" y="11"/>
                    <a:pt x="0" y="17"/>
                  </a:cubicBezTo>
                  <a:cubicBezTo>
                    <a:pt x="10" y="48"/>
                    <a:pt x="19" y="82"/>
                    <a:pt x="28" y="118"/>
                  </a:cubicBezTo>
                  <a:cubicBezTo>
                    <a:pt x="31" y="120"/>
                    <a:pt x="35" y="123"/>
                    <a:pt x="38" y="12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43" name="Freeform 335"/>
            <p:cNvSpPr>
              <a:spLocks/>
            </p:cNvSpPr>
            <p:nvPr/>
          </p:nvSpPr>
          <p:spPr bwMode="auto">
            <a:xfrm>
              <a:off x="11507789" y="3644901"/>
              <a:ext cx="96838" cy="196850"/>
            </a:xfrm>
            <a:custGeom>
              <a:avLst/>
              <a:gdLst>
                <a:gd name="T0" fmla="*/ 0 w 81"/>
                <a:gd name="T1" fmla="*/ 164 h 164"/>
                <a:gd name="T2" fmla="*/ 43 w 81"/>
                <a:gd name="T3" fmla="*/ 117 h 164"/>
                <a:gd name="T4" fmla="*/ 81 w 81"/>
                <a:gd name="T5" fmla="*/ 33 h 164"/>
                <a:gd name="T6" fmla="*/ 81 w 81"/>
                <a:gd name="T7" fmla="*/ 21 h 164"/>
                <a:gd name="T8" fmla="*/ 79 w 81"/>
                <a:gd name="T9" fmla="*/ 0 h 164"/>
                <a:gd name="T10" fmla="*/ 0 w 81"/>
                <a:gd name="T11" fmla="*/ 164 h 164"/>
              </a:gdLst>
              <a:ahLst/>
              <a:cxnLst>
                <a:cxn ang="0">
                  <a:pos x="T0" y="T1"/>
                </a:cxn>
                <a:cxn ang="0">
                  <a:pos x="T2" y="T3"/>
                </a:cxn>
                <a:cxn ang="0">
                  <a:pos x="T4" y="T5"/>
                </a:cxn>
                <a:cxn ang="0">
                  <a:pos x="T6" y="T7"/>
                </a:cxn>
                <a:cxn ang="0">
                  <a:pos x="T8" y="T9"/>
                </a:cxn>
                <a:cxn ang="0">
                  <a:pos x="T10" y="T11"/>
                </a:cxn>
              </a:cxnLst>
              <a:rect l="0" t="0" r="r" b="b"/>
              <a:pathLst>
                <a:path w="81" h="164">
                  <a:moveTo>
                    <a:pt x="0" y="164"/>
                  </a:moveTo>
                  <a:cubicBezTo>
                    <a:pt x="17" y="148"/>
                    <a:pt x="32" y="132"/>
                    <a:pt x="43" y="117"/>
                  </a:cubicBezTo>
                  <a:cubicBezTo>
                    <a:pt x="58" y="89"/>
                    <a:pt x="70" y="61"/>
                    <a:pt x="81" y="33"/>
                  </a:cubicBezTo>
                  <a:cubicBezTo>
                    <a:pt x="81" y="29"/>
                    <a:pt x="81" y="25"/>
                    <a:pt x="81" y="21"/>
                  </a:cubicBezTo>
                  <a:cubicBezTo>
                    <a:pt x="81" y="14"/>
                    <a:pt x="81" y="7"/>
                    <a:pt x="79" y="0"/>
                  </a:cubicBezTo>
                  <a:cubicBezTo>
                    <a:pt x="61" y="57"/>
                    <a:pt x="36" y="113"/>
                    <a:pt x="0" y="16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44" name="Freeform 336"/>
            <p:cNvSpPr>
              <a:spLocks/>
            </p:cNvSpPr>
            <p:nvPr/>
          </p:nvSpPr>
          <p:spPr bwMode="auto">
            <a:xfrm>
              <a:off x="11456989" y="3925888"/>
              <a:ext cx="1588" cy="3175"/>
            </a:xfrm>
            <a:custGeom>
              <a:avLst/>
              <a:gdLst>
                <a:gd name="T0" fmla="*/ 2 w 2"/>
                <a:gd name="T1" fmla="*/ 0 h 2"/>
                <a:gd name="T2" fmla="*/ 0 w 2"/>
                <a:gd name="T3" fmla="*/ 2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2" y="0"/>
                    <a:pt x="1" y="1"/>
                    <a:pt x="0" y="2"/>
                  </a:cubicBezTo>
                  <a:cubicBezTo>
                    <a:pt x="0" y="2"/>
                    <a:pt x="0" y="2"/>
                    <a:pt x="0" y="2"/>
                  </a:cubicBezTo>
                  <a:cubicBezTo>
                    <a:pt x="1" y="1"/>
                    <a:pt x="2" y="0"/>
                    <a:pt x="2"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45" name="Freeform 337"/>
            <p:cNvSpPr>
              <a:spLocks/>
            </p:cNvSpPr>
            <p:nvPr/>
          </p:nvSpPr>
          <p:spPr bwMode="auto">
            <a:xfrm>
              <a:off x="11476039" y="2965451"/>
              <a:ext cx="254000" cy="523875"/>
            </a:xfrm>
            <a:custGeom>
              <a:avLst/>
              <a:gdLst>
                <a:gd name="T0" fmla="*/ 108 w 212"/>
                <a:gd name="T1" fmla="*/ 38 h 437"/>
                <a:gd name="T2" fmla="*/ 40 w 212"/>
                <a:gd name="T3" fmla="*/ 0 h 437"/>
                <a:gd name="T4" fmla="*/ 34 w 212"/>
                <a:gd name="T5" fmla="*/ 10 h 437"/>
                <a:gd name="T6" fmla="*/ 138 w 212"/>
                <a:gd name="T7" fmla="*/ 75 h 437"/>
                <a:gd name="T8" fmla="*/ 200 w 212"/>
                <a:gd name="T9" fmla="*/ 189 h 437"/>
                <a:gd name="T10" fmla="*/ 23 w 212"/>
                <a:gd name="T11" fmla="*/ 396 h 437"/>
                <a:gd name="T12" fmla="*/ 21 w 212"/>
                <a:gd name="T13" fmla="*/ 389 h 437"/>
                <a:gd name="T14" fmla="*/ 35 w 212"/>
                <a:gd name="T15" fmla="*/ 380 h 437"/>
                <a:gd name="T16" fmla="*/ 35 w 212"/>
                <a:gd name="T17" fmla="*/ 133 h 437"/>
                <a:gd name="T18" fmla="*/ 0 w 212"/>
                <a:gd name="T19" fmla="*/ 133 h 437"/>
                <a:gd name="T20" fmla="*/ 4 w 212"/>
                <a:gd name="T21" fmla="*/ 181 h 437"/>
                <a:gd name="T22" fmla="*/ 12 w 212"/>
                <a:gd name="T23" fmla="*/ 204 h 437"/>
                <a:gd name="T24" fmla="*/ 6 w 212"/>
                <a:gd name="T25" fmla="*/ 223 h 437"/>
                <a:gd name="T26" fmla="*/ 8 w 212"/>
                <a:gd name="T27" fmla="*/ 263 h 437"/>
                <a:gd name="T28" fmla="*/ 14 w 212"/>
                <a:gd name="T29" fmla="*/ 263 h 437"/>
                <a:gd name="T30" fmla="*/ 14 w 212"/>
                <a:gd name="T31" fmla="*/ 281 h 437"/>
                <a:gd name="T32" fmla="*/ 8 w 212"/>
                <a:gd name="T33" fmla="*/ 281 h 437"/>
                <a:gd name="T34" fmla="*/ 9 w 212"/>
                <a:gd name="T35" fmla="*/ 297 h 437"/>
                <a:gd name="T36" fmla="*/ 14 w 212"/>
                <a:gd name="T37" fmla="*/ 297 h 437"/>
                <a:gd name="T38" fmla="*/ 14 w 212"/>
                <a:gd name="T39" fmla="*/ 315 h 437"/>
                <a:gd name="T40" fmla="*/ 9 w 212"/>
                <a:gd name="T41" fmla="*/ 315 h 437"/>
                <a:gd name="T42" fmla="*/ 9 w 212"/>
                <a:gd name="T43" fmla="*/ 323 h 437"/>
                <a:gd name="T44" fmla="*/ 9 w 212"/>
                <a:gd name="T45" fmla="*/ 331 h 437"/>
                <a:gd name="T46" fmla="*/ 14 w 212"/>
                <a:gd name="T47" fmla="*/ 331 h 437"/>
                <a:gd name="T48" fmla="*/ 14 w 212"/>
                <a:gd name="T49" fmla="*/ 349 h 437"/>
                <a:gd name="T50" fmla="*/ 9 w 212"/>
                <a:gd name="T51" fmla="*/ 349 h 437"/>
                <a:gd name="T52" fmla="*/ 8 w 212"/>
                <a:gd name="T53" fmla="*/ 364 h 437"/>
                <a:gd name="T54" fmla="*/ 14 w 212"/>
                <a:gd name="T55" fmla="*/ 364 h 437"/>
                <a:gd name="T56" fmla="*/ 14 w 212"/>
                <a:gd name="T57" fmla="*/ 382 h 437"/>
                <a:gd name="T58" fmla="*/ 8 w 212"/>
                <a:gd name="T59" fmla="*/ 382 h 437"/>
                <a:gd name="T60" fmla="*/ 6 w 212"/>
                <a:gd name="T61" fmla="*/ 420 h 437"/>
                <a:gd name="T62" fmla="*/ 23 w 212"/>
                <a:gd name="T63" fmla="*/ 430 h 437"/>
                <a:gd name="T64" fmla="*/ 35 w 212"/>
                <a:gd name="T65" fmla="*/ 437 h 437"/>
                <a:gd name="T66" fmla="*/ 35 w 212"/>
                <a:gd name="T67" fmla="*/ 413 h 437"/>
                <a:gd name="T68" fmla="*/ 30 w 212"/>
                <a:gd name="T69" fmla="*/ 416 h 437"/>
                <a:gd name="T70" fmla="*/ 27 w 212"/>
                <a:gd name="T71" fmla="*/ 408 h 437"/>
                <a:gd name="T72" fmla="*/ 212 w 212"/>
                <a:gd name="T73" fmla="*/ 189 h 437"/>
                <a:gd name="T74" fmla="*/ 108 w 212"/>
                <a:gd name="T75" fmla="*/ 38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2" h="437">
                  <a:moveTo>
                    <a:pt x="108" y="38"/>
                  </a:moveTo>
                  <a:cubicBezTo>
                    <a:pt x="83" y="21"/>
                    <a:pt x="59" y="8"/>
                    <a:pt x="40" y="0"/>
                  </a:cubicBezTo>
                  <a:cubicBezTo>
                    <a:pt x="38" y="3"/>
                    <a:pt x="36" y="7"/>
                    <a:pt x="34" y="10"/>
                  </a:cubicBezTo>
                  <a:cubicBezTo>
                    <a:pt x="63" y="24"/>
                    <a:pt x="104" y="46"/>
                    <a:pt x="138" y="75"/>
                  </a:cubicBezTo>
                  <a:cubicBezTo>
                    <a:pt x="173" y="106"/>
                    <a:pt x="200" y="145"/>
                    <a:pt x="200" y="189"/>
                  </a:cubicBezTo>
                  <a:cubicBezTo>
                    <a:pt x="200" y="245"/>
                    <a:pt x="157" y="316"/>
                    <a:pt x="23" y="396"/>
                  </a:cubicBezTo>
                  <a:cubicBezTo>
                    <a:pt x="21" y="389"/>
                    <a:pt x="21" y="389"/>
                    <a:pt x="21" y="389"/>
                  </a:cubicBezTo>
                  <a:cubicBezTo>
                    <a:pt x="25" y="386"/>
                    <a:pt x="30" y="383"/>
                    <a:pt x="35" y="380"/>
                  </a:cubicBezTo>
                  <a:cubicBezTo>
                    <a:pt x="35" y="133"/>
                    <a:pt x="35" y="133"/>
                    <a:pt x="35" y="133"/>
                  </a:cubicBezTo>
                  <a:cubicBezTo>
                    <a:pt x="0" y="133"/>
                    <a:pt x="0" y="133"/>
                    <a:pt x="0" y="133"/>
                  </a:cubicBezTo>
                  <a:cubicBezTo>
                    <a:pt x="1" y="148"/>
                    <a:pt x="3" y="164"/>
                    <a:pt x="4" y="181"/>
                  </a:cubicBezTo>
                  <a:cubicBezTo>
                    <a:pt x="9" y="187"/>
                    <a:pt x="12" y="195"/>
                    <a:pt x="12" y="204"/>
                  </a:cubicBezTo>
                  <a:cubicBezTo>
                    <a:pt x="12" y="211"/>
                    <a:pt x="10" y="218"/>
                    <a:pt x="6" y="223"/>
                  </a:cubicBezTo>
                  <a:cubicBezTo>
                    <a:pt x="7" y="236"/>
                    <a:pt x="7" y="250"/>
                    <a:pt x="8" y="263"/>
                  </a:cubicBezTo>
                  <a:cubicBezTo>
                    <a:pt x="14" y="263"/>
                    <a:pt x="14" y="263"/>
                    <a:pt x="14" y="263"/>
                  </a:cubicBezTo>
                  <a:cubicBezTo>
                    <a:pt x="14" y="281"/>
                    <a:pt x="14" y="281"/>
                    <a:pt x="14" y="281"/>
                  </a:cubicBezTo>
                  <a:cubicBezTo>
                    <a:pt x="8" y="281"/>
                    <a:pt x="8" y="281"/>
                    <a:pt x="8" y="281"/>
                  </a:cubicBezTo>
                  <a:cubicBezTo>
                    <a:pt x="9" y="286"/>
                    <a:pt x="9" y="291"/>
                    <a:pt x="9" y="297"/>
                  </a:cubicBezTo>
                  <a:cubicBezTo>
                    <a:pt x="14" y="297"/>
                    <a:pt x="14" y="297"/>
                    <a:pt x="14" y="297"/>
                  </a:cubicBezTo>
                  <a:cubicBezTo>
                    <a:pt x="14" y="315"/>
                    <a:pt x="14" y="315"/>
                    <a:pt x="14" y="315"/>
                  </a:cubicBezTo>
                  <a:cubicBezTo>
                    <a:pt x="9" y="315"/>
                    <a:pt x="9" y="315"/>
                    <a:pt x="9" y="315"/>
                  </a:cubicBezTo>
                  <a:cubicBezTo>
                    <a:pt x="9" y="318"/>
                    <a:pt x="9" y="320"/>
                    <a:pt x="9" y="323"/>
                  </a:cubicBezTo>
                  <a:cubicBezTo>
                    <a:pt x="9" y="326"/>
                    <a:pt x="9" y="328"/>
                    <a:pt x="9" y="331"/>
                  </a:cubicBezTo>
                  <a:cubicBezTo>
                    <a:pt x="14" y="331"/>
                    <a:pt x="14" y="331"/>
                    <a:pt x="14" y="331"/>
                  </a:cubicBezTo>
                  <a:cubicBezTo>
                    <a:pt x="14" y="349"/>
                    <a:pt x="14" y="349"/>
                    <a:pt x="14" y="349"/>
                  </a:cubicBezTo>
                  <a:cubicBezTo>
                    <a:pt x="9" y="349"/>
                    <a:pt x="9" y="349"/>
                    <a:pt x="9" y="349"/>
                  </a:cubicBezTo>
                  <a:cubicBezTo>
                    <a:pt x="9" y="354"/>
                    <a:pt x="8" y="359"/>
                    <a:pt x="8" y="364"/>
                  </a:cubicBezTo>
                  <a:cubicBezTo>
                    <a:pt x="14" y="364"/>
                    <a:pt x="14" y="364"/>
                    <a:pt x="14" y="364"/>
                  </a:cubicBezTo>
                  <a:cubicBezTo>
                    <a:pt x="14" y="382"/>
                    <a:pt x="14" y="382"/>
                    <a:pt x="14" y="382"/>
                  </a:cubicBezTo>
                  <a:cubicBezTo>
                    <a:pt x="8" y="382"/>
                    <a:pt x="8" y="382"/>
                    <a:pt x="8" y="382"/>
                  </a:cubicBezTo>
                  <a:cubicBezTo>
                    <a:pt x="7" y="395"/>
                    <a:pt x="6" y="408"/>
                    <a:pt x="6" y="420"/>
                  </a:cubicBezTo>
                  <a:cubicBezTo>
                    <a:pt x="11" y="423"/>
                    <a:pt x="17" y="426"/>
                    <a:pt x="23" y="430"/>
                  </a:cubicBezTo>
                  <a:cubicBezTo>
                    <a:pt x="27" y="432"/>
                    <a:pt x="31" y="435"/>
                    <a:pt x="35" y="437"/>
                  </a:cubicBezTo>
                  <a:cubicBezTo>
                    <a:pt x="35" y="413"/>
                    <a:pt x="35" y="413"/>
                    <a:pt x="35" y="413"/>
                  </a:cubicBezTo>
                  <a:cubicBezTo>
                    <a:pt x="33" y="414"/>
                    <a:pt x="32" y="415"/>
                    <a:pt x="30" y="416"/>
                  </a:cubicBezTo>
                  <a:cubicBezTo>
                    <a:pt x="27" y="408"/>
                    <a:pt x="27" y="408"/>
                    <a:pt x="27" y="408"/>
                  </a:cubicBezTo>
                  <a:cubicBezTo>
                    <a:pt x="164" y="326"/>
                    <a:pt x="212" y="253"/>
                    <a:pt x="212" y="189"/>
                  </a:cubicBezTo>
                  <a:cubicBezTo>
                    <a:pt x="212" y="123"/>
                    <a:pt x="159" y="72"/>
                    <a:pt x="108" y="3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46" name="Freeform 338"/>
            <p:cNvSpPr>
              <a:spLocks/>
            </p:cNvSpPr>
            <p:nvPr/>
          </p:nvSpPr>
          <p:spPr bwMode="auto">
            <a:xfrm>
              <a:off x="10864851" y="3067051"/>
              <a:ext cx="15875" cy="9525"/>
            </a:xfrm>
            <a:custGeom>
              <a:avLst/>
              <a:gdLst>
                <a:gd name="T0" fmla="*/ 9 w 13"/>
                <a:gd name="T1" fmla="*/ 7 h 8"/>
                <a:gd name="T2" fmla="*/ 11 w 13"/>
                <a:gd name="T3" fmla="*/ 8 h 8"/>
                <a:gd name="T4" fmla="*/ 13 w 13"/>
                <a:gd name="T5" fmla="*/ 1 h 8"/>
                <a:gd name="T6" fmla="*/ 12 w 13"/>
                <a:gd name="T7" fmla="*/ 1 h 8"/>
                <a:gd name="T8" fmla="*/ 4 w 13"/>
                <a:gd name="T9" fmla="*/ 1 h 8"/>
                <a:gd name="T10" fmla="*/ 1 w 13"/>
                <a:gd name="T11" fmla="*/ 0 h 8"/>
                <a:gd name="T12" fmla="*/ 0 w 13"/>
                <a:gd name="T13" fmla="*/ 4 h 8"/>
                <a:gd name="T14" fmla="*/ 9 w 13"/>
                <a:gd name="T15" fmla="*/ 7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8">
                  <a:moveTo>
                    <a:pt x="9" y="7"/>
                  </a:moveTo>
                  <a:cubicBezTo>
                    <a:pt x="10" y="7"/>
                    <a:pt x="10" y="7"/>
                    <a:pt x="11" y="8"/>
                  </a:cubicBezTo>
                  <a:cubicBezTo>
                    <a:pt x="12" y="5"/>
                    <a:pt x="12" y="3"/>
                    <a:pt x="13" y="1"/>
                  </a:cubicBezTo>
                  <a:cubicBezTo>
                    <a:pt x="12" y="1"/>
                    <a:pt x="12" y="1"/>
                    <a:pt x="12" y="1"/>
                  </a:cubicBezTo>
                  <a:cubicBezTo>
                    <a:pt x="9" y="1"/>
                    <a:pt x="7" y="1"/>
                    <a:pt x="4" y="1"/>
                  </a:cubicBezTo>
                  <a:cubicBezTo>
                    <a:pt x="3" y="0"/>
                    <a:pt x="2" y="0"/>
                    <a:pt x="1" y="0"/>
                  </a:cubicBezTo>
                  <a:cubicBezTo>
                    <a:pt x="0" y="2"/>
                    <a:pt x="0" y="3"/>
                    <a:pt x="0" y="4"/>
                  </a:cubicBezTo>
                  <a:cubicBezTo>
                    <a:pt x="3" y="5"/>
                    <a:pt x="6" y="6"/>
                    <a:pt x="9" y="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47" name="Freeform 339"/>
            <p:cNvSpPr>
              <a:spLocks/>
            </p:cNvSpPr>
            <p:nvPr/>
          </p:nvSpPr>
          <p:spPr bwMode="auto">
            <a:xfrm>
              <a:off x="10458451" y="3822701"/>
              <a:ext cx="88900" cy="115888"/>
            </a:xfrm>
            <a:custGeom>
              <a:avLst/>
              <a:gdLst>
                <a:gd name="T0" fmla="*/ 73 w 73"/>
                <a:gd name="T1" fmla="*/ 2 h 98"/>
                <a:gd name="T2" fmla="*/ 60 w 73"/>
                <a:gd name="T3" fmla="*/ 0 h 98"/>
                <a:gd name="T4" fmla="*/ 28 w 73"/>
                <a:gd name="T5" fmla="*/ 51 h 98"/>
                <a:gd name="T6" fmla="*/ 0 w 73"/>
                <a:gd name="T7" fmla="*/ 93 h 98"/>
                <a:gd name="T8" fmla="*/ 11 w 73"/>
                <a:gd name="T9" fmla="*/ 98 h 98"/>
                <a:gd name="T10" fmla="*/ 73 w 73"/>
                <a:gd name="T11" fmla="*/ 2 h 98"/>
              </a:gdLst>
              <a:ahLst/>
              <a:cxnLst>
                <a:cxn ang="0">
                  <a:pos x="T0" y="T1"/>
                </a:cxn>
                <a:cxn ang="0">
                  <a:pos x="T2" y="T3"/>
                </a:cxn>
                <a:cxn ang="0">
                  <a:pos x="T4" y="T5"/>
                </a:cxn>
                <a:cxn ang="0">
                  <a:pos x="T6" y="T7"/>
                </a:cxn>
                <a:cxn ang="0">
                  <a:pos x="T8" y="T9"/>
                </a:cxn>
                <a:cxn ang="0">
                  <a:pos x="T10" y="T11"/>
                </a:cxn>
              </a:cxnLst>
              <a:rect l="0" t="0" r="r" b="b"/>
              <a:pathLst>
                <a:path w="73" h="98">
                  <a:moveTo>
                    <a:pt x="73" y="2"/>
                  </a:moveTo>
                  <a:cubicBezTo>
                    <a:pt x="68" y="2"/>
                    <a:pt x="64" y="1"/>
                    <a:pt x="60" y="0"/>
                  </a:cubicBezTo>
                  <a:cubicBezTo>
                    <a:pt x="49" y="19"/>
                    <a:pt x="38" y="36"/>
                    <a:pt x="28" y="51"/>
                  </a:cubicBezTo>
                  <a:cubicBezTo>
                    <a:pt x="17" y="67"/>
                    <a:pt x="8" y="81"/>
                    <a:pt x="0" y="93"/>
                  </a:cubicBezTo>
                  <a:cubicBezTo>
                    <a:pt x="4" y="95"/>
                    <a:pt x="8" y="96"/>
                    <a:pt x="11" y="98"/>
                  </a:cubicBezTo>
                  <a:cubicBezTo>
                    <a:pt x="27" y="74"/>
                    <a:pt x="49" y="41"/>
                    <a:pt x="73" y="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48" name="Freeform 340"/>
            <p:cNvSpPr>
              <a:spLocks/>
            </p:cNvSpPr>
            <p:nvPr/>
          </p:nvSpPr>
          <p:spPr bwMode="auto">
            <a:xfrm>
              <a:off x="10625139" y="3041651"/>
              <a:ext cx="44450" cy="125413"/>
            </a:xfrm>
            <a:custGeom>
              <a:avLst/>
              <a:gdLst>
                <a:gd name="T0" fmla="*/ 0 w 37"/>
                <a:gd name="T1" fmla="*/ 105 h 105"/>
                <a:gd name="T2" fmla="*/ 17 w 37"/>
                <a:gd name="T3" fmla="*/ 77 h 105"/>
                <a:gd name="T4" fmla="*/ 37 w 37"/>
                <a:gd name="T5" fmla="*/ 21 h 105"/>
                <a:gd name="T6" fmla="*/ 35 w 37"/>
                <a:gd name="T7" fmla="*/ 7 h 105"/>
                <a:gd name="T8" fmla="*/ 36 w 37"/>
                <a:gd name="T9" fmla="*/ 0 h 105"/>
                <a:gd name="T10" fmla="*/ 0 w 37"/>
                <a:gd name="T11" fmla="*/ 105 h 105"/>
              </a:gdLst>
              <a:ahLst/>
              <a:cxnLst>
                <a:cxn ang="0">
                  <a:pos x="T0" y="T1"/>
                </a:cxn>
                <a:cxn ang="0">
                  <a:pos x="T2" y="T3"/>
                </a:cxn>
                <a:cxn ang="0">
                  <a:pos x="T4" y="T5"/>
                </a:cxn>
                <a:cxn ang="0">
                  <a:pos x="T6" y="T7"/>
                </a:cxn>
                <a:cxn ang="0">
                  <a:pos x="T8" y="T9"/>
                </a:cxn>
                <a:cxn ang="0">
                  <a:pos x="T10" y="T11"/>
                </a:cxn>
              </a:cxnLst>
              <a:rect l="0" t="0" r="r" b="b"/>
              <a:pathLst>
                <a:path w="37" h="105">
                  <a:moveTo>
                    <a:pt x="0" y="105"/>
                  </a:moveTo>
                  <a:cubicBezTo>
                    <a:pt x="4" y="95"/>
                    <a:pt x="10" y="86"/>
                    <a:pt x="17" y="77"/>
                  </a:cubicBezTo>
                  <a:cubicBezTo>
                    <a:pt x="22" y="55"/>
                    <a:pt x="29" y="36"/>
                    <a:pt x="37" y="21"/>
                  </a:cubicBezTo>
                  <a:cubicBezTo>
                    <a:pt x="36" y="17"/>
                    <a:pt x="35" y="12"/>
                    <a:pt x="35" y="7"/>
                  </a:cubicBezTo>
                  <a:cubicBezTo>
                    <a:pt x="35" y="5"/>
                    <a:pt x="35" y="3"/>
                    <a:pt x="36" y="0"/>
                  </a:cubicBezTo>
                  <a:cubicBezTo>
                    <a:pt x="19" y="25"/>
                    <a:pt x="5" y="59"/>
                    <a:pt x="0" y="10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49" name="Freeform 341"/>
            <p:cNvSpPr>
              <a:spLocks/>
            </p:cNvSpPr>
            <p:nvPr/>
          </p:nvSpPr>
          <p:spPr bwMode="auto">
            <a:xfrm>
              <a:off x="10660064" y="3121026"/>
              <a:ext cx="215900" cy="179388"/>
            </a:xfrm>
            <a:custGeom>
              <a:avLst/>
              <a:gdLst>
                <a:gd name="T0" fmla="*/ 90 w 180"/>
                <a:gd name="T1" fmla="*/ 0 h 149"/>
                <a:gd name="T2" fmla="*/ 0 w 180"/>
                <a:gd name="T3" fmla="*/ 90 h 149"/>
                <a:gd name="T4" fmla="*/ 23 w 180"/>
                <a:gd name="T5" fmla="*/ 149 h 149"/>
                <a:gd name="T6" fmla="*/ 149 w 180"/>
                <a:gd name="T7" fmla="*/ 149 h 149"/>
                <a:gd name="T8" fmla="*/ 153 w 180"/>
                <a:gd name="T9" fmla="*/ 148 h 149"/>
                <a:gd name="T10" fmla="*/ 160 w 180"/>
                <a:gd name="T11" fmla="*/ 146 h 149"/>
                <a:gd name="T12" fmla="*/ 180 w 180"/>
                <a:gd name="T13" fmla="*/ 90 h 149"/>
                <a:gd name="T14" fmla="*/ 180 w 180"/>
                <a:gd name="T15" fmla="*/ 90 h 149"/>
                <a:gd name="T16" fmla="*/ 142 w 180"/>
                <a:gd name="T17" fmla="*/ 76 h 149"/>
                <a:gd name="T18" fmla="*/ 119 w 180"/>
                <a:gd name="T19" fmla="*/ 56 h 149"/>
                <a:gd name="T20" fmla="*/ 117 w 180"/>
                <a:gd name="T21" fmla="*/ 25 h 149"/>
                <a:gd name="T22" fmla="*/ 128 w 180"/>
                <a:gd name="T23" fmla="*/ 8 h 149"/>
                <a:gd name="T24" fmla="*/ 90 w 180"/>
                <a:gd name="T25"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0" h="149">
                  <a:moveTo>
                    <a:pt x="90" y="0"/>
                  </a:moveTo>
                  <a:cubicBezTo>
                    <a:pt x="41" y="0"/>
                    <a:pt x="0" y="40"/>
                    <a:pt x="0" y="90"/>
                  </a:cubicBezTo>
                  <a:cubicBezTo>
                    <a:pt x="0" y="113"/>
                    <a:pt x="9" y="134"/>
                    <a:pt x="23" y="149"/>
                  </a:cubicBezTo>
                  <a:cubicBezTo>
                    <a:pt x="149" y="149"/>
                    <a:pt x="149" y="149"/>
                    <a:pt x="149" y="149"/>
                  </a:cubicBezTo>
                  <a:cubicBezTo>
                    <a:pt x="151" y="149"/>
                    <a:pt x="152" y="149"/>
                    <a:pt x="153" y="148"/>
                  </a:cubicBezTo>
                  <a:cubicBezTo>
                    <a:pt x="155" y="148"/>
                    <a:pt x="158" y="147"/>
                    <a:pt x="160" y="146"/>
                  </a:cubicBezTo>
                  <a:cubicBezTo>
                    <a:pt x="173" y="131"/>
                    <a:pt x="180" y="111"/>
                    <a:pt x="180" y="90"/>
                  </a:cubicBezTo>
                  <a:cubicBezTo>
                    <a:pt x="180" y="90"/>
                    <a:pt x="180" y="90"/>
                    <a:pt x="180" y="90"/>
                  </a:cubicBezTo>
                  <a:cubicBezTo>
                    <a:pt x="170" y="85"/>
                    <a:pt x="157" y="81"/>
                    <a:pt x="142" y="76"/>
                  </a:cubicBezTo>
                  <a:cubicBezTo>
                    <a:pt x="132" y="72"/>
                    <a:pt x="124" y="65"/>
                    <a:pt x="119" y="56"/>
                  </a:cubicBezTo>
                  <a:cubicBezTo>
                    <a:pt x="114" y="46"/>
                    <a:pt x="114" y="35"/>
                    <a:pt x="117" y="25"/>
                  </a:cubicBezTo>
                  <a:cubicBezTo>
                    <a:pt x="119" y="19"/>
                    <a:pt x="123" y="13"/>
                    <a:pt x="128" y="8"/>
                  </a:cubicBezTo>
                  <a:cubicBezTo>
                    <a:pt x="116" y="3"/>
                    <a:pt x="104" y="0"/>
                    <a:pt x="90"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50" name="Freeform 342"/>
            <p:cNvSpPr>
              <a:spLocks/>
            </p:cNvSpPr>
            <p:nvPr/>
          </p:nvSpPr>
          <p:spPr bwMode="auto">
            <a:xfrm>
              <a:off x="10517189" y="3124201"/>
              <a:ext cx="506413" cy="1077913"/>
            </a:xfrm>
            <a:custGeom>
              <a:avLst/>
              <a:gdLst>
                <a:gd name="T0" fmla="*/ 308 w 424"/>
                <a:gd name="T1" fmla="*/ 211 h 901"/>
                <a:gd name="T2" fmla="*/ 347 w 424"/>
                <a:gd name="T3" fmla="*/ 196 h 901"/>
                <a:gd name="T4" fmla="*/ 394 w 424"/>
                <a:gd name="T5" fmla="*/ 168 h 901"/>
                <a:gd name="T6" fmla="*/ 414 w 424"/>
                <a:gd name="T7" fmla="*/ 146 h 901"/>
                <a:gd name="T8" fmla="*/ 424 w 424"/>
                <a:gd name="T9" fmla="*/ 113 h 901"/>
                <a:gd name="T10" fmla="*/ 412 w 424"/>
                <a:gd name="T11" fmla="*/ 78 h 901"/>
                <a:gd name="T12" fmla="*/ 366 w 424"/>
                <a:gd name="T13" fmla="*/ 39 h 901"/>
                <a:gd name="T14" fmla="*/ 285 w 424"/>
                <a:gd name="T15" fmla="*/ 5 h 901"/>
                <a:gd name="T16" fmla="*/ 244 w 424"/>
                <a:gd name="T17" fmla="*/ 26 h 901"/>
                <a:gd name="T18" fmla="*/ 265 w 424"/>
                <a:gd name="T19" fmla="*/ 66 h 901"/>
                <a:gd name="T20" fmla="*/ 347 w 424"/>
                <a:gd name="T21" fmla="*/ 103 h 901"/>
                <a:gd name="T22" fmla="*/ 359 w 424"/>
                <a:gd name="T23" fmla="*/ 113 h 901"/>
                <a:gd name="T24" fmla="*/ 346 w 424"/>
                <a:gd name="T25" fmla="*/ 124 h 901"/>
                <a:gd name="T26" fmla="*/ 296 w 424"/>
                <a:gd name="T27" fmla="*/ 147 h 901"/>
                <a:gd name="T28" fmla="*/ 276 w 424"/>
                <a:gd name="T29" fmla="*/ 154 h 901"/>
                <a:gd name="T30" fmla="*/ 271 w 424"/>
                <a:gd name="T31" fmla="*/ 155 h 901"/>
                <a:gd name="T32" fmla="*/ 127 w 424"/>
                <a:gd name="T33" fmla="*/ 155 h 901"/>
                <a:gd name="T34" fmla="*/ 122 w 424"/>
                <a:gd name="T35" fmla="*/ 155 h 901"/>
                <a:gd name="T36" fmla="*/ 88 w 424"/>
                <a:gd name="T37" fmla="*/ 164 h 901"/>
                <a:gd name="T38" fmla="*/ 27 w 424"/>
                <a:gd name="T39" fmla="*/ 239 h 901"/>
                <a:gd name="T40" fmla="*/ 0 w 424"/>
                <a:gd name="T41" fmla="*/ 431 h 901"/>
                <a:gd name="T42" fmla="*/ 2 w 424"/>
                <a:gd name="T43" fmla="*/ 508 h 901"/>
                <a:gd name="T44" fmla="*/ 34 w 424"/>
                <a:gd name="T45" fmla="*/ 538 h 901"/>
                <a:gd name="T46" fmla="*/ 36 w 424"/>
                <a:gd name="T47" fmla="*/ 538 h 901"/>
                <a:gd name="T48" fmla="*/ 66 w 424"/>
                <a:gd name="T49" fmla="*/ 504 h 901"/>
                <a:gd name="T50" fmla="*/ 64 w 424"/>
                <a:gd name="T51" fmla="*/ 431 h 901"/>
                <a:gd name="T52" fmla="*/ 91 w 424"/>
                <a:gd name="T53" fmla="*/ 252 h 901"/>
                <a:gd name="T54" fmla="*/ 91 w 424"/>
                <a:gd name="T55" fmla="*/ 852 h 901"/>
                <a:gd name="T56" fmla="*/ 141 w 424"/>
                <a:gd name="T57" fmla="*/ 901 h 901"/>
                <a:gd name="T58" fmla="*/ 190 w 424"/>
                <a:gd name="T59" fmla="*/ 852 h 901"/>
                <a:gd name="T60" fmla="*/ 190 w 424"/>
                <a:gd name="T61" fmla="*/ 491 h 901"/>
                <a:gd name="T62" fmla="*/ 209 w 424"/>
                <a:gd name="T63" fmla="*/ 491 h 901"/>
                <a:gd name="T64" fmla="*/ 209 w 424"/>
                <a:gd name="T65" fmla="*/ 852 h 901"/>
                <a:gd name="T66" fmla="*/ 258 w 424"/>
                <a:gd name="T67" fmla="*/ 901 h 901"/>
                <a:gd name="T68" fmla="*/ 308 w 424"/>
                <a:gd name="T69" fmla="*/ 852 h 901"/>
                <a:gd name="T70" fmla="*/ 308 w 424"/>
                <a:gd name="T71" fmla="*/ 211 h 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24" h="901">
                  <a:moveTo>
                    <a:pt x="308" y="211"/>
                  </a:moveTo>
                  <a:cubicBezTo>
                    <a:pt x="319" y="207"/>
                    <a:pt x="332" y="203"/>
                    <a:pt x="347" y="196"/>
                  </a:cubicBezTo>
                  <a:cubicBezTo>
                    <a:pt x="363" y="189"/>
                    <a:pt x="379" y="180"/>
                    <a:pt x="394" y="168"/>
                  </a:cubicBezTo>
                  <a:cubicBezTo>
                    <a:pt x="401" y="162"/>
                    <a:pt x="408" y="155"/>
                    <a:pt x="414" y="146"/>
                  </a:cubicBezTo>
                  <a:cubicBezTo>
                    <a:pt x="419" y="137"/>
                    <a:pt x="424" y="126"/>
                    <a:pt x="424" y="113"/>
                  </a:cubicBezTo>
                  <a:cubicBezTo>
                    <a:pt x="424" y="101"/>
                    <a:pt x="419" y="88"/>
                    <a:pt x="412" y="78"/>
                  </a:cubicBezTo>
                  <a:cubicBezTo>
                    <a:pt x="402" y="62"/>
                    <a:pt x="386" y="51"/>
                    <a:pt x="366" y="39"/>
                  </a:cubicBezTo>
                  <a:cubicBezTo>
                    <a:pt x="345" y="28"/>
                    <a:pt x="319" y="17"/>
                    <a:pt x="285" y="5"/>
                  </a:cubicBezTo>
                  <a:cubicBezTo>
                    <a:pt x="268" y="0"/>
                    <a:pt x="250" y="9"/>
                    <a:pt x="244" y="26"/>
                  </a:cubicBezTo>
                  <a:cubicBezTo>
                    <a:pt x="239" y="43"/>
                    <a:pt x="248" y="61"/>
                    <a:pt x="265" y="66"/>
                  </a:cubicBezTo>
                  <a:cubicBezTo>
                    <a:pt x="307" y="80"/>
                    <a:pt x="334" y="93"/>
                    <a:pt x="347" y="103"/>
                  </a:cubicBezTo>
                  <a:cubicBezTo>
                    <a:pt x="354" y="108"/>
                    <a:pt x="357" y="111"/>
                    <a:pt x="359" y="113"/>
                  </a:cubicBezTo>
                  <a:cubicBezTo>
                    <a:pt x="357" y="116"/>
                    <a:pt x="353" y="120"/>
                    <a:pt x="346" y="124"/>
                  </a:cubicBezTo>
                  <a:cubicBezTo>
                    <a:pt x="333" y="133"/>
                    <a:pt x="313" y="142"/>
                    <a:pt x="296" y="147"/>
                  </a:cubicBezTo>
                  <a:cubicBezTo>
                    <a:pt x="288" y="150"/>
                    <a:pt x="281" y="153"/>
                    <a:pt x="276" y="154"/>
                  </a:cubicBezTo>
                  <a:cubicBezTo>
                    <a:pt x="274" y="155"/>
                    <a:pt x="272" y="155"/>
                    <a:pt x="271" y="155"/>
                  </a:cubicBezTo>
                  <a:cubicBezTo>
                    <a:pt x="127" y="155"/>
                    <a:pt x="127" y="155"/>
                    <a:pt x="127" y="155"/>
                  </a:cubicBezTo>
                  <a:cubicBezTo>
                    <a:pt x="126" y="155"/>
                    <a:pt x="124" y="155"/>
                    <a:pt x="122" y="155"/>
                  </a:cubicBezTo>
                  <a:cubicBezTo>
                    <a:pt x="115" y="155"/>
                    <a:pt x="102" y="157"/>
                    <a:pt x="88" y="164"/>
                  </a:cubicBezTo>
                  <a:cubicBezTo>
                    <a:pt x="66" y="174"/>
                    <a:pt x="43" y="198"/>
                    <a:pt x="27" y="239"/>
                  </a:cubicBezTo>
                  <a:cubicBezTo>
                    <a:pt x="11" y="281"/>
                    <a:pt x="0" y="341"/>
                    <a:pt x="0" y="431"/>
                  </a:cubicBezTo>
                  <a:cubicBezTo>
                    <a:pt x="0" y="455"/>
                    <a:pt x="0" y="480"/>
                    <a:pt x="2" y="508"/>
                  </a:cubicBezTo>
                  <a:cubicBezTo>
                    <a:pt x="3" y="525"/>
                    <a:pt x="17" y="538"/>
                    <a:pt x="34" y="538"/>
                  </a:cubicBezTo>
                  <a:cubicBezTo>
                    <a:pt x="34" y="538"/>
                    <a:pt x="35" y="538"/>
                    <a:pt x="36" y="538"/>
                  </a:cubicBezTo>
                  <a:cubicBezTo>
                    <a:pt x="53" y="537"/>
                    <a:pt x="67" y="522"/>
                    <a:pt x="66" y="504"/>
                  </a:cubicBezTo>
                  <a:cubicBezTo>
                    <a:pt x="64" y="477"/>
                    <a:pt x="64" y="453"/>
                    <a:pt x="64" y="431"/>
                  </a:cubicBezTo>
                  <a:cubicBezTo>
                    <a:pt x="63" y="334"/>
                    <a:pt x="77" y="280"/>
                    <a:pt x="91" y="252"/>
                  </a:cubicBezTo>
                  <a:cubicBezTo>
                    <a:pt x="91" y="852"/>
                    <a:pt x="91" y="852"/>
                    <a:pt x="91" y="852"/>
                  </a:cubicBezTo>
                  <a:cubicBezTo>
                    <a:pt x="91" y="879"/>
                    <a:pt x="114" y="901"/>
                    <a:pt x="141" y="901"/>
                  </a:cubicBezTo>
                  <a:cubicBezTo>
                    <a:pt x="168" y="901"/>
                    <a:pt x="190" y="879"/>
                    <a:pt x="190" y="852"/>
                  </a:cubicBezTo>
                  <a:cubicBezTo>
                    <a:pt x="190" y="491"/>
                    <a:pt x="190" y="491"/>
                    <a:pt x="190" y="491"/>
                  </a:cubicBezTo>
                  <a:cubicBezTo>
                    <a:pt x="209" y="491"/>
                    <a:pt x="209" y="491"/>
                    <a:pt x="209" y="491"/>
                  </a:cubicBezTo>
                  <a:cubicBezTo>
                    <a:pt x="209" y="852"/>
                    <a:pt x="209" y="852"/>
                    <a:pt x="209" y="852"/>
                  </a:cubicBezTo>
                  <a:cubicBezTo>
                    <a:pt x="209" y="879"/>
                    <a:pt x="231" y="901"/>
                    <a:pt x="258" y="901"/>
                  </a:cubicBezTo>
                  <a:cubicBezTo>
                    <a:pt x="286" y="901"/>
                    <a:pt x="308" y="879"/>
                    <a:pt x="308" y="852"/>
                  </a:cubicBezTo>
                  <a:lnTo>
                    <a:pt x="308" y="211"/>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51" name="Freeform 343"/>
            <p:cNvSpPr>
              <a:spLocks/>
            </p:cNvSpPr>
            <p:nvPr/>
          </p:nvSpPr>
          <p:spPr bwMode="auto">
            <a:xfrm>
              <a:off x="10715626" y="3038476"/>
              <a:ext cx="26988" cy="22225"/>
            </a:xfrm>
            <a:custGeom>
              <a:avLst/>
              <a:gdLst>
                <a:gd name="T0" fmla="*/ 19 w 23"/>
                <a:gd name="T1" fmla="*/ 15 h 18"/>
                <a:gd name="T2" fmla="*/ 23 w 23"/>
                <a:gd name="T3" fmla="*/ 8 h 18"/>
                <a:gd name="T4" fmla="*/ 17 w 23"/>
                <a:gd name="T5" fmla="*/ 2 h 18"/>
                <a:gd name="T6" fmla="*/ 12 w 23"/>
                <a:gd name="T7" fmla="*/ 0 h 18"/>
                <a:gd name="T8" fmla="*/ 7 w 23"/>
                <a:gd name="T9" fmla="*/ 1 h 18"/>
                <a:gd name="T10" fmla="*/ 5 w 23"/>
                <a:gd name="T11" fmla="*/ 2 h 18"/>
                <a:gd name="T12" fmla="*/ 0 w 23"/>
                <a:gd name="T13" fmla="*/ 9 h 18"/>
                <a:gd name="T14" fmla="*/ 3 w 23"/>
                <a:gd name="T15" fmla="*/ 15 h 18"/>
                <a:gd name="T16" fmla="*/ 10 w 23"/>
                <a:gd name="T17" fmla="*/ 18 h 18"/>
                <a:gd name="T18" fmla="*/ 19 w 23"/>
                <a:gd name="T19" fmla="*/ 1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8">
                  <a:moveTo>
                    <a:pt x="19" y="15"/>
                  </a:moveTo>
                  <a:cubicBezTo>
                    <a:pt x="22" y="13"/>
                    <a:pt x="23" y="11"/>
                    <a:pt x="23" y="8"/>
                  </a:cubicBezTo>
                  <a:cubicBezTo>
                    <a:pt x="23" y="4"/>
                    <a:pt x="21" y="2"/>
                    <a:pt x="17" y="2"/>
                  </a:cubicBezTo>
                  <a:cubicBezTo>
                    <a:pt x="15" y="0"/>
                    <a:pt x="13" y="0"/>
                    <a:pt x="12" y="0"/>
                  </a:cubicBezTo>
                  <a:cubicBezTo>
                    <a:pt x="10" y="0"/>
                    <a:pt x="8" y="0"/>
                    <a:pt x="7" y="1"/>
                  </a:cubicBezTo>
                  <a:cubicBezTo>
                    <a:pt x="6" y="1"/>
                    <a:pt x="6" y="2"/>
                    <a:pt x="5" y="2"/>
                  </a:cubicBezTo>
                  <a:cubicBezTo>
                    <a:pt x="2" y="5"/>
                    <a:pt x="0" y="7"/>
                    <a:pt x="0" y="9"/>
                  </a:cubicBezTo>
                  <a:cubicBezTo>
                    <a:pt x="0" y="12"/>
                    <a:pt x="1" y="14"/>
                    <a:pt x="3" y="15"/>
                  </a:cubicBezTo>
                  <a:cubicBezTo>
                    <a:pt x="5" y="17"/>
                    <a:pt x="7" y="18"/>
                    <a:pt x="10" y="18"/>
                  </a:cubicBezTo>
                  <a:cubicBezTo>
                    <a:pt x="13" y="18"/>
                    <a:pt x="16" y="17"/>
                    <a:pt x="19" y="1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52" name="Freeform 344"/>
            <p:cNvSpPr>
              <a:spLocks/>
            </p:cNvSpPr>
            <p:nvPr/>
          </p:nvSpPr>
          <p:spPr bwMode="auto">
            <a:xfrm>
              <a:off x="10723564" y="2933701"/>
              <a:ext cx="66675" cy="93663"/>
            </a:xfrm>
            <a:custGeom>
              <a:avLst/>
              <a:gdLst>
                <a:gd name="T0" fmla="*/ 24 w 56"/>
                <a:gd name="T1" fmla="*/ 0 h 78"/>
                <a:gd name="T2" fmla="*/ 14 w 56"/>
                <a:gd name="T3" fmla="*/ 3 h 78"/>
                <a:gd name="T4" fmla="*/ 14 w 56"/>
                <a:gd name="T5" fmla="*/ 3 h 78"/>
                <a:gd name="T6" fmla="*/ 4 w 56"/>
                <a:gd name="T7" fmla="*/ 11 h 78"/>
                <a:gd name="T8" fmla="*/ 0 w 56"/>
                <a:gd name="T9" fmla="*/ 20 h 78"/>
                <a:gd name="T10" fmla="*/ 6 w 56"/>
                <a:gd name="T11" fmla="*/ 26 h 78"/>
                <a:gd name="T12" fmla="*/ 17 w 56"/>
                <a:gd name="T13" fmla="*/ 20 h 78"/>
                <a:gd name="T14" fmla="*/ 20 w 56"/>
                <a:gd name="T15" fmla="*/ 16 h 78"/>
                <a:gd name="T16" fmla="*/ 29 w 56"/>
                <a:gd name="T17" fmla="*/ 14 h 78"/>
                <a:gd name="T18" fmla="*/ 34 w 56"/>
                <a:gd name="T19" fmla="*/ 15 h 78"/>
                <a:gd name="T20" fmla="*/ 38 w 56"/>
                <a:gd name="T21" fmla="*/ 17 h 78"/>
                <a:gd name="T22" fmla="*/ 40 w 56"/>
                <a:gd name="T23" fmla="*/ 22 h 78"/>
                <a:gd name="T24" fmla="*/ 41 w 56"/>
                <a:gd name="T25" fmla="*/ 28 h 78"/>
                <a:gd name="T26" fmla="*/ 39 w 56"/>
                <a:gd name="T27" fmla="*/ 34 h 78"/>
                <a:gd name="T28" fmla="*/ 35 w 56"/>
                <a:gd name="T29" fmla="*/ 39 h 78"/>
                <a:gd name="T30" fmla="*/ 26 w 56"/>
                <a:gd name="T31" fmla="*/ 42 h 78"/>
                <a:gd name="T32" fmla="*/ 14 w 56"/>
                <a:gd name="T33" fmla="*/ 47 h 78"/>
                <a:gd name="T34" fmla="*/ 7 w 56"/>
                <a:gd name="T35" fmla="*/ 52 h 78"/>
                <a:gd name="T36" fmla="*/ 2 w 56"/>
                <a:gd name="T37" fmla="*/ 63 h 78"/>
                <a:gd name="T38" fmla="*/ 1 w 56"/>
                <a:gd name="T39" fmla="*/ 69 h 78"/>
                <a:gd name="T40" fmla="*/ 2 w 56"/>
                <a:gd name="T41" fmla="*/ 75 h 78"/>
                <a:gd name="T42" fmla="*/ 5 w 56"/>
                <a:gd name="T43" fmla="*/ 78 h 78"/>
                <a:gd name="T44" fmla="*/ 14 w 56"/>
                <a:gd name="T45" fmla="*/ 76 h 78"/>
                <a:gd name="T46" fmla="*/ 17 w 56"/>
                <a:gd name="T47" fmla="*/ 71 h 78"/>
                <a:gd name="T48" fmla="*/ 20 w 56"/>
                <a:gd name="T49" fmla="*/ 59 h 78"/>
                <a:gd name="T50" fmla="*/ 34 w 56"/>
                <a:gd name="T51" fmla="*/ 54 h 78"/>
                <a:gd name="T52" fmla="*/ 49 w 56"/>
                <a:gd name="T53" fmla="*/ 45 h 78"/>
                <a:gd name="T54" fmla="*/ 50 w 56"/>
                <a:gd name="T55" fmla="*/ 44 h 78"/>
                <a:gd name="T56" fmla="*/ 54 w 56"/>
                <a:gd name="T57" fmla="*/ 38 h 78"/>
                <a:gd name="T58" fmla="*/ 56 w 56"/>
                <a:gd name="T59" fmla="*/ 25 h 78"/>
                <a:gd name="T60" fmla="*/ 56 w 56"/>
                <a:gd name="T61" fmla="*/ 25 h 78"/>
                <a:gd name="T62" fmla="*/ 54 w 56"/>
                <a:gd name="T63" fmla="*/ 12 h 78"/>
                <a:gd name="T64" fmla="*/ 44 w 56"/>
                <a:gd name="T65" fmla="*/ 3 h 78"/>
                <a:gd name="T66" fmla="*/ 32 w 56"/>
                <a:gd name="T67" fmla="*/ 0 h 78"/>
                <a:gd name="T68" fmla="*/ 24 w 56"/>
                <a:gd name="T6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6" h="78">
                  <a:moveTo>
                    <a:pt x="24" y="0"/>
                  </a:moveTo>
                  <a:cubicBezTo>
                    <a:pt x="21" y="0"/>
                    <a:pt x="17" y="1"/>
                    <a:pt x="14" y="3"/>
                  </a:cubicBezTo>
                  <a:cubicBezTo>
                    <a:pt x="14" y="3"/>
                    <a:pt x="14" y="3"/>
                    <a:pt x="14" y="3"/>
                  </a:cubicBezTo>
                  <a:cubicBezTo>
                    <a:pt x="10" y="6"/>
                    <a:pt x="6" y="8"/>
                    <a:pt x="4" y="11"/>
                  </a:cubicBezTo>
                  <a:cubicBezTo>
                    <a:pt x="1" y="14"/>
                    <a:pt x="0" y="17"/>
                    <a:pt x="0" y="20"/>
                  </a:cubicBezTo>
                  <a:cubicBezTo>
                    <a:pt x="0" y="24"/>
                    <a:pt x="2" y="26"/>
                    <a:pt x="6" y="26"/>
                  </a:cubicBezTo>
                  <a:cubicBezTo>
                    <a:pt x="12" y="26"/>
                    <a:pt x="16" y="24"/>
                    <a:pt x="17" y="20"/>
                  </a:cubicBezTo>
                  <a:cubicBezTo>
                    <a:pt x="17" y="18"/>
                    <a:pt x="18" y="17"/>
                    <a:pt x="20" y="16"/>
                  </a:cubicBezTo>
                  <a:cubicBezTo>
                    <a:pt x="21" y="15"/>
                    <a:pt x="25" y="14"/>
                    <a:pt x="29" y="14"/>
                  </a:cubicBezTo>
                  <a:cubicBezTo>
                    <a:pt x="31" y="14"/>
                    <a:pt x="33" y="14"/>
                    <a:pt x="34" y="15"/>
                  </a:cubicBezTo>
                  <a:cubicBezTo>
                    <a:pt x="36" y="15"/>
                    <a:pt x="37" y="16"/>
                    <a:pt x="38" y="17"/>
                  </a:cubicBezTo>
                  <a:cubicBezTo>
                    <a:pt x="38" y="17"/>
                    <a:pt x="39" y="19"/>
                    <a:pt x="40" y="22"/>
                  </a:cubicBezTo>
                  <a:cubicBezTo>
                    <a:pt x="40" y="24"/>
                    <a:pt x="41" y="26"/>
                    <a:pt x="41" y="28"/>
                  </a:cubicBezTo>
                  <a:cubicBezTo>
                    <a:pt x="41" y="30"/>
                    <a:pt x="40" y="32"/>
                    <a:pt x="39" y="34"/>
                  </a:cubicBezTo>
                  <a:cubicBezTo>
                    <a:pt x="38" y="37"/>
                    <a:pt x="37" y="38"/>
                    <a:pt x="35" y="39"/>
                  </a:cubicBezTo>
                  <a:cubicBezTo>
                    <a:pt x="26" y="42"/>
                    <a:pt x="26" y="42"/>
                    <a:pt x="26" y="42"/>
                  </a:cubicBezTo>
                  <a:cubicBezTo>
                    <a:pt x="20" y="45"/>
                    <a:pt x="16" y="46"/>
                    <a:pt x="14" y="47"/>
                  </a:cubicBezTo>
                  <a:cubicBezTo>
                    <a:pt x="12" y="48"/>
                    <a:pt x="10" y="50"/>
                    <a:pt x="7" y="52"/>
                  </a:cubicBezTo>
                  <a:cubicBezTo>
                    <a:pt x="5" y="58"/>
                    <a:pt x="3" y="61"/>
                    <a:pt x="2" y="63"/>
                  </a:cubicBezTo>
                  <a:cubicBezTo>
                    <a:pt x="2" y="65"/>
                    <a:pt x="1" y="67"/>
                    <a:pt x="1" y="69"/>
                  </a:cubicBezTo>
                  <a:cubicBezTo>
                    <a:pt x="1" y="71"/>
                    <a:pt x="2" y="73"/>
                    <a:pt x="2" y="75"/>
                  </a:cubicBezTo>
                  <a:cubicBezTo>
                    <a:pt x="3" y="77"/>
                    <a:pt x="4" y="78"/>
                    <a:pt x="5" y="78"/>
                  </a:cubicBezTo>
                  <a:cubicBezTo>
                    <a:pt x="9" y="78"/>
                    <a:pt x="12" y="77"/>
                    <a:pt x="14" y="76"/>
                  </a:cubicBezTo>
                  <a:cubicBezTo>
                    <a:pt x="15" y="75"/>
                    <a:pt x="16" y="73"/>
                    <a:pt x="17" y="71"/>
                  </a:cubicBezTo>
                  <a:cubicBezTo>
                    <a:pt x="18" y="66"/>
                    <a:pt x="19" y="63"/>
                    <a:pt x="20" y="59"/>
                  </a:cubicBezTo>
                  <a:cubicBezTo>
                    <a:pt x="26" y="57"/>
                    <a:pt x="30" y="56"/>
                    <a:pt x="34" y="54"/>
                  </a:cubicBezTo>
                  <a:cubicBezTo>
                    <a:pt x="38" y="51"/>
                    <a:pt x="43" y="48"/>
                    <a:pt x="49" y="45"/>
                  </a:cubicBezTo>
                  <a:cubicBezTo>
                    <a:pt x="49" y="45"/>
                    <a:pt x="49" y="44"/>
                    <a:pt x="50" y="44"/>
                  </a:cubicBezTo>
                  <a:cubicBezTo>
                    <a:pt x="51" y="42"/>
                    <a:pt x="52" y="40"/>
                    <a:pt x="54" y="38"/>
                  </a:cubicBezTo>
                  <a:cubicBezTo>
                    <a:pt x="55" y="35"/>
                    <a:pt x="56" y="30"/>
                    <a:pt x="56" y="25"/>
                  </a:cubicBezTo>
                  <a:cubicBezTo>
                    <a:pt x="56" y="25"/>
                    <a:pt x="56" y="25"/>
                    <a:pt x="56" y="25"/>
                  </a:cubicBezTo>
                  <a:cubicBezTo>
                    <a:pt x="56" y="19"/>
                    <a:pt x="55" y="15"/>
                    <a:pt x="54" y="12"/>
                  </a:cubicBezTo>
                  <a:cubicBezTo>
                    <a:pt x="52" y="9"/>
                    <a:pt x="49" y="6"/>
                    <a:pt x="44" y="3"/>
                  </a:cubicBezTo>
                  <a:cubicBezTo>
                    <a:pt x="41" y="1"/>
                    <a:pt x="37" y="0"/>
                    <a:pt x="32" y="0"/>
                  </a:cubicBezTo>
                  <a:cubicBezTo>
                    <a:pt x="30" y="0"/>
                    <a:pt x="27" y="0"/>
                    <a:pt x="24"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53" name="Freeform 345"/>
            <p:cNvSpPr>
              <a:spLocks/>
            </p:cNvSpPr>
            <p:nvPr/>
          </p:nvSpPr>
          <p:spPr bwMode="auto">
            <a:xfrm>
              <a:off x="10820401" y="2954338"/>
              <a:ext cx="93663" cy="73025"/>
            </a:xfrm>
            <a:custGeom>
              <a:avLst/>
              <a:gdLst>
                <a:gd name="T0" fmla="*/ 6 w 78"/>
                <a:gd name="T1" fmla="*/ 44 h 61"/>
                <a:gd name="T2" fmla="*/ 2 w 78"/>
                <a:gd name="T3" fmla="*/ 49 h 61"/>
                <a:gd name="T4" fmla="*/ 0 w 78"/>
                <a:gd name="T5" fmla="*/ 54 h 61"/>
                <a:gd name="T6" fmla="*/ 1 w 78"/>
                <a:gd name="T7" fmla="*/ 58 h 61"/>
                <a:gd name="T8" fmla="*/ 9 w 78"/>
                <a:gd name="T9" fmla="*/ 61 h 61"/>
                <a:gd name="T10" fmla="*/ 14 w 78"/>
                <a:gd name="T11" fmla="*/ 58 h 61"/>
                <a:gd name="T12" fmla="*/ 23 w 78"/>
                <a:gd name="T13" fmla="*/ 51 h 61"/>
                <a:gd name="T14" fmla="*/ 47 w 78"/>
                <a:gd name="T15" fmla="*/ 56 h 61"/>
                <a:gd name="T16" fmla="*/ 59 w 78"/>
                <a:gd name="T17" fmla="*/ 54 h 61"/>
                <a:gd name="T18" fmla="*/ 72 w 78"/>
                <a:gd name="T19" fmla="*/ 42 h 61"/>
                <a:gd name="T20" fmla="*/ 72 w 78"/>
                <a:gd name="T21" fmla="*/ 42 h 61"/>
                <a:gd name="T22" fmla="*/ 77 w 78"/>
                <a:gd name="T23" fmla="*/ 30 h 61"/>
                <a:gd name="T24" fmla="*/ 75 w 78"/>
                <a:gd name="T25" fmla="*/ 17 h 61"/>
                <a:gd name="T26" fmla="*/ 66 w 78"/>
                <a:gd name="T27" fmla="*/ 8 h 61"/>
                <a:gd name="T28" fmla="*/ 59 w 78"/>
                <a:gd name="T29" fmla="*/ 4 h 61"/>
                <a:gd name="T30" fmla="*/ 49 w 78"/>
                <a:gd name="T31" fmla="*/ 1 h 61"/>
                <a:gd name="T32" fmla="*/ 49 w 78"/>
                <a:gd name="T33" fmla="*/ 1 h 61"/>
                <a:gd name="T34" fmla="*/ 36 w 78"/>
                <a:gd name="T35" fmla="*/ 2 h 61"/>
                <a:gd name="T36" fmla="*/ 28 w 78"/>
                <a:gd name="T37" fmla="*/ 6 h 61"/>
                <a:gd name="T38" fmla="*/ 30 w 78"/>
                <a:gd name="T39" fmla="*/ 15 h 61"/>
                <a:gd name="T40" fmla="*/ 42 w 78"/>
                <a:gd name="T41" fmla="*/ 16 h 61"/>
                <a:gd name="T42" fmla="*/ 47 w 78"/>
                <a:gd name="T43" fmla="*/ 14 h 61"/>
                <a:gd name="T44" fmla="*/ 56 w 78"/>
                <a:gd name="T45" fmla="*/ 18 h 61"/>
                <a:gd name="T46" fmla="*/ 60 w 78"/>
                <a:gd name="T47" fmla="*/ 22 h 61"/>
                <a:gd name="T48" fmla="*/ 61 w 78"/>
                <a:gd name="T49" fmla="*/ 25 h 61"/>
                <a:gd name="T50" fmla="*/ 60 w 78"/>
                <a:gd name="T51" fmla="*/ 30 h 61"/>
                <a:gd name="T52" fmla="*/ 58 w 78"/>
                <a:gd name="T53" fmla="*/ 36 h 61"/>
                <a:gd name="T54" fmla="*/ 53 w 78"/>
                <a:gd name="T55" fmla="*/ 40 h 61"/>
                <a:gd name="T56" fmla="*/ 47 w 78"/>
                <a:gd name="T57" fmla="*/ 42 h 61"/>
                <a:gd name="T58" fmla="*/ 38 w 78"/>
                <a:gd name="T59" fmla="*/ 40 h 61"/>
                <a:gd name="T60" fmla="*/ 25 w 78"/>
                <a:gd name="T61" fmla="*/ 38 h 61"/>
                <a:gd name="T62" fmla="*/ 17 w 78"/>
                <a:gd name="T63" fmla="*/ 38 h 61"/>
                <a:gd name="T64" fmla="*/ 6 w 78"/>
                <a:gd name="T65" fmla="*/ 4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8" h="61">
                  <a:moveTo>
                    <a:pt x="6" y="44"/>
                  </a:moveTo>
                  <a:cubicBezTo>
                    <a:pt x="5" y="45"/>
                    <a:pt x="3" y="47"/>
                    <a:pt x="2" y="49"/>
                  </a:cubicBezTo>
                  <a:cubicBezTo>
                    <a:pt x="1" y="50"/>
                    <a:pt x="0" y="52"/>
                    <a:pt x="0" y="54"/>
                  </a:cubicBezTo>
                  <a:cubicBezTo>
                    <a:pt x="0" y="56"/>
                    <a:pt x="0" y="57"/>
                    <a:pt x="1" y="58"/>
                  </a:cubicBezTo>
                  <a:cubicBezTo>
                    <a:pt x="4" y="60"/>
                    <a:pt x="7" y="61"/>
                    <a:pt x="9" y="61"/>
                  </a:cubicBezTo>
                  <a:cubicBezTo>
                    <a:pt x="11" y="61"/>
                    <a:pt x="13" y="60"/>
                    <a:pt x="14" y="58"/>
                  </a:cubicBezTo>
                  <a:cubicBezTo>
                    <a:pt x="17" y="55"/>
                    <a:pt x="20" y="53"/>
                    <a:pt x="23" y="51"/>
                  </a:cubicBezTo>
                  <a:cubicBezTo>
                    <a:pt x="35" y="54"/>
                    <a:pt x="43" y="55"/>
                    <a:pt x="47" y="56"/>
                  </a:cubicBezTo>
                  <a:cubicBezTo>
                    <a:pt x="50" y="57"/>
                    <a:pt x="55" y="56"/>
                    <a:pt x="59" y="54"/>
                  </a:cubicBezTo>
                  <a:cubicBezTo>
                    <a:pt x="64" y="52"/>
                    <a:pt x="68" y="48"/>
                    <a:pt x="72" y="42"/>
                  </a:cubicBezTo>
                  <a:cubicBezTo>
                    <a:pt x="72" y="42"/>
                    <a:pt x="72" y="42"/>
                    <a:pt x="72" y="42"/>
                  </a:cubicBezTo>
                  <a:cubicBezTo>
                    <a:pt x="75" y="37"/>
                    <a:pt x="77" y="33"/>
                    <a:pt x="77" y="30"/>
                  </a:cubicBezTo>
                  <a:cubicBezTo>
                    <a:pt x="78" y="27"/>
                    <a:pt x="77" y="22"/>
                    <a:pt x="75" y="17"/>
                  </a:cubicBezTo>
                  <a:cubicBezTo>
                    <a:pt x="73" y="14"/>
                    <a:pt x="70" y="11"/>
                    <a:pt x="66" y="8"/>
                  </a:cubicBezTo>
                  <a:cubicBezTo>
                    <a:pt x="64" y="7"/>
                    <a:pt x="62" y="5"/>
                    <a:pt x="59" y="4"/>
                  </a:cubicBezTo>
                  <a:cubicBezTo>
                    <a:pt x="56" y="2"/>
                    <a:pt x="53" y="1"/>
                    <a:pt x="49" y="1"/>
                  </a:cubicBezTo>
                  <a:cubicBezTo>
                    <a:pt x="49" y="1"/>
                    <a:pt x="49" y="1"/>
                    <a:pt x="49" y="1"/>
                  </a:cubicBezTo>
                  <a:cubicBezTo>
                    <a:pt x="44" y="0"/>
                    <a:pt x="40" y="1"/>
                    <a:pt x="36" y="2"/>
                  </a:cubicBezTo>
                  <a:cubicBezTo>
                    <a:pt x="32" y="3"/>
                    <a:pt x="30" y="4"/>
                    <a:pt x="28" y="6"/>
                  </a:cubicBezTo>
                  <a:cubicBezTo>
                    <a:pt x="26" y="10"/>
                    <a:pt x="27" y="13"/>
                    <a:pt x="30" y="15"/>
                  </a:cubicBezTo>
                  <a:cubicBezTo>
                    <a:pt x="35" y="18"/>
                    <a:pt x="39" y="19"/>
                    <a:pt x="42" y="16"/>
                  </a:cubicBezTo>
                  <a:cubicBezTo>
                    <a:pt x="43" y="15"/>
                    <a:pt x="44" y="14"/>
                    <a:pt x="47" y="14"/>
                  </a:cubicBezTo>
                  <a:cubicBezTo>
                    <a:pt x="49" y="14"/>
                    <a:pt x="52" y="15"/>
                    <a:pt x="56" y="18"/>
                  </a:cubicBezTo>
                  <a:cubicBezTo>
                    <a:pt x="57" y="19"/>
                    <a:pt x="59" y="20"/>
                    <a:pt x="60" y="22"/>
                  </a:cubicBezTo>
                  <a:cubicBezTo>
                    <a:pt x="61" y="23"/>
                    <a:pt x="61" y="24"/>
                    <a:pt x="61" y="25"/>
                  </a:cubicBezTo>
                  <a:cubicBezTo>
                    <a:pt x="62" y="26"/>
                    <a:pt x="61" y="27"/>
                    <a:pt x="60" y="30"/>
                  </a:cubicBezTo>
                  <a:cubicBezTo>
                    <a:pt x="60" y="33"/>
                    <a:pt x="59" y="35"/>
                    <a:pt x="58" y="36"/>
                  </a:cubicBezTo>
                  <a:cubicBezTo>
                    <a:pt x="57" y="38"/>
                    <a:pt x="55" y="39"/>
                    <a:pt x="53" y="40"/>
                  </a:cubicBezTo>
                  <a:cubicBezTo>
                    <a:pt x="51" y="42"/>
                    <a:pt x="49" y="42"/>
                    <a:pt x="47" y="42"/>
                  </a:cubicBezTo>
                  <a:cubicBezTo>
                    <a:pt x="38" y="40"/>
                    <a:pt x="38" y="40"/>
                    <a:pt x="38" y="40"/>
                  </a:cubicBezTo>
                  <a:cubicBezTo>
                    <a:pt x="31" y="39"/>
                    <a:pt x="27" y="38"/>
                    <a:pt x="25" y="38"/>
                  </a:cubicBezTo>
                  <a:cubicBezTo>
                    <a:pt x="23" y="37"/>
                    <a:pt x="20" y="37"/>
                    <a:pt x="17" y="38"/>
                  </a:cubicBezTo>
                  <a:cubicBezTo>
                    <a:pt x="11" y="41"/>
                    <a:pt x="8" y="43"/>
                    <a:pt x="6" y="4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54" name="Freeform 346"/>
            <p:cNvSpPr>
              <a:spLocks/>
            </p:cNvSpPr>
            <p:nvPr/>
          </p:nvSpPr>
          <p:spPr bwMode="auto">
            <a:xfrm>
              <a:off x="10795001" y="3030538"/>
              <a:ext cx="28575" cy="22225"/>
            </a:xfrm>
            <a:custGeom>
              <a:avLst/>
              <a:gdLst>
                <a:gd name="T0" fmla="*/ 2 w 24"/>
                <a:gd name="T1" fmla="*/ 3 h 19"/>
                <a:gd name="T2" fmla="*/ 1 w 24"/>
                <a:gd name="T3" fmla="*/ 10 h 19"/>
                <a:gd name="T4" fmla="*/ 5 w 24"/>
                <a:gd name="T5" fmla="*/ 16 h 19"/>
                <a:gd name="T6" fmla="*/ 14 w 24"/>
                <a:gd name="T7" fmla="*/ 19 h 19"/>
                <a:gd name="T8" fmla="*/ 22 w 24"/>
                <a:gd name="T9" fmla="*/ 15 h 19"/>
                <a:gd name="T10" fmla="*/ 20 w 24"/>
                <a:gd name="T11" fmla="*/ 7 h 19"/>
                <a:gd name="T12" fmla="*/ 17 w 24"/>
                <a:gd name="T13" fmla="*/ 2 h 19"/>
                <a:gd name="T14" fmla="*/ 12 w 24"/>
                <a:gd name="T15" fmla="*/ 1 h 19"/>
                <a:gd name="T16" fmla="*/ 10 w 24"/>
                <a:gd name="T17" fmla="*/ 1 h 19"/>
                <a:gd name="T18" fmla="*/ 2 w 24"/>
                <a:gd name="T19"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19">
                  <a:moveTo>
                    <a:pt x="2" y="3"/>
                  </a:moveTo>
                  <a:cubicBezTo>
                    <a:pt x="0" y="5"/>
                    <a:pt x="0" y="8"/>
                    <a:pt x="1" y="10"/>
                  </a:cubicBezTo>
                  <a:cubicBezTo>
                    <a:pt x="1" y="13"/>
                    <a:pt x="3" y="15"/>
                    <a:pt x="5" y="16"/>
                  </a:cubicBezTo>
                  <a:cubicBezTo>
                    <a:pt x="8" y="18"/>
                    <a:pt x="10" y="19"/>
                    <a:pt x="14" y="19"/>
                  </a:cubicBezTo>
                  <a:cubicBezTo>
                    <a:pt x="18" y="19"/>
                    <a:pt x="21" y="17"/>
                    <a:pt x="22" y="15"/>
                  </a:cubicBezTo>
                  <a:cubicBezTo>
                    <a:pt x="24" y="12"/>
                    <a:pt x="23" y="9"/>
                    <a:pt x="20" y="7"/>
                  </a:cubicBezTo>
                  <a:cubicBezTo>
                    <a:pt x="19" y="4"/>
                    <a:pt x="18" y="3"/>
                    <a:pt x="17" y="2"/>
                  </a:cubicBezTo>
                  <a:cubicBezTo>
                    <a:pt x="15" y="1"/>
                    <a:pt x="13" y="0"/>
                    <a:pt x="12" y="1"/>
                  </a:cubicBezTo>
                  <a:cubicBezTo>
                    <a:pt x="11" y="1"/>
                    <a:pt x="11" y="1"/>
                    <a:pt x="10" y="1"/>
                  </a:cubicBezTo>
                  <a:cubicBezTo>
                    <a:pt x="6" y="1"/>
                    <a:pt x="3" y="2"/>
                    <a:pt x="2" y="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355" name="组合 354"/>
          <p:cNvGrpSpPr/>
          <p:nvPr/>
        </p:nvGrpSpPr>
        <p:grpSpPr>
          <a:xfrm>
            <a:off x="8828089" y="5065713"/>
            <a:ext cx="1552575" cy="958850"/>
            <a:chOff x="8828089" y="5065713"/>
            <a:chExt cx="1552575" cy="958850"/>
          </a:xfrm>
        </p:grpSpPr>
        <p:sp>
          <p:nvSpPr>
            <p:cNvPr id="356" name="Freeform 347"/>
            <p:cNvSpPr>
              <a:spLocks noEditPoints="1"/>
            </p:cNvSpPr>
            <p:nvPr/>
          </p:nvSpPr>
          <p:spPr bwMode="auto">
            <a:xfrm>
              <a:off x="10123489" y="5083176"/>
              <a:ext cx="220663" cy="447675"/>
            </a:xfrm>
            <a:custGeom>
              <a:avLst/>
              <a:gdLst>
                <a:gd name="T0" fmla="*/ 0 w 184"/>
                <a:gd name="T1" fmla="*/ 0 h 374"/>
                <a:gd name="T2" fmla="*/ 0 w 184"/>
                <a:gd name="T3" fmla="*/ 374 h 374"/>
                <a:gd name="T4" fmla="*/ 184 w 184"/>
                <a:gd name="T5" fmla="*/ 374 h 374"/>
                <a:gd name="T6" fmla="*/ 184 w 184"/>
                <a:gd name="T7" fmla="*/ 0 h 374"/>
                <a:gd name="T8" fmla="*/ 0 w 184"/>
                <a:gd name="T9" fmla="*/ 0 h 374"/>
                <a:gd name="T10" fmla="*/ 92 w 184"/>
                <a:gd name="T11" fmla="*/ 282 h 374"/>
                <a:gd name="T12" fmla="*/ 71 w 184"/>
                <a:gd name="T13" fmla="*/ 261 h 374"/>
                <a:gd name="T14" fmla="*/ 92 w 184"/>
                <a:gd name="T15" fmla="*/ 240 h 374"/>
                <a:gd name="T16" fmla="*/ 113 w 184"/>
                <a:gd name="T17" fmla="*/ 261 h 374"/>
                <a:gd name="T18" fmla="*/ 92 w 184"/>
                <a:gd name="T19" fmla="*/ 282 h 374"/>
                <a:gd name="T20" fmla="*/ 158 w 184"/>
                <a:gd name="T21" fmla="*/ 144 h 374"/>
                <a:gd name="T22" fmla="*/ 26 w 184"/>
                <a:gd name="T23" fmla="*/ 144 h 374"/>
                <a:gd name="T24" fmla="*/ 26 w 184"/>
                <a:gd name="T25" fmla="*/ 100 h 374"/>
                <a:gd name="T26" fmla="*/ 158 w 184"/>
                <a:gd name="T27" fmla="*/ 100 h 374"/>
                <a:gd name="T28" fmla="*/ 158 w 184"/>
                <a:gd name="T29" fmla="*/ 144 h 374"/>
                <a:gd name="T30" fmla="*/ 158 w 184"/>
                <a:gd name="T31" fmla="*/ 78 h 374"/>
                <a:gd name="T32" fmla="*/ 26 w 184"/>
                <a:gd name="T33" fmla="*/ 78 h 374"/>
                <a:gd name="T34" fmla="*/ 26 w 184"/>
                <a:gd name="T35" fmla="*/ 34 h 374"/>
                <a:gd name="T36" fmla="*/ 158 w 184"/>
                <a:gd name="T37" fmla="*/ 34 h 374"/>
                <a:gd name="T38" fmla="*/ 158 w 184"/>
                <a:gd name="T39" fmla="*/ 78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4" h="374">
                  <a:moveTo>
                    <a:pt x="0" y="0"/>
                  </a:moveTo>
                  <a:cubicBezTo>
                    <a:pt x="0" y="374"/>
                    <a:pt x="0" y="374"/>
                    <a:pt x="0" y="374"/>
                  </a:cubicBezTo>
                  <a:cubicBezTo>
                    <a:pt x="184" y="374"/>
                    <a:pt x="184" y="374"/>
                    <a:pt x="184" y="374"/>
                  </a:cubicBezTo>
                  <a:cubicBezTo>
                    <a:pt x="184" y="0"/>
                    <a:pt x="184" y="0"/>
                    <a:pt x="184" y="0"/>
                  </a:cubicBezTo>
                  <a:lnTo>
                    <a:pt x="0" y="0"/>
                  </a:lnTo>
                  <a:close/>
                  <a:moveTo>
                    <a:pt x="92" y="282"/>
                  </a:moveTo>
                  <a:cubicBezTo>
                    <a:pt x="81" y="282"/>
                    <a:pt x="71" y="272"/>
                    <a:pt x="71" y="261"/>
                  </a:cubicBezTo>
                  <a:cubicBezTo>
                    <a:pt x="71" y="249"/>
                    <a:pt x="81" y="240"/>
                    <a:pt x="92" y="240"/>
                  </a:cubicBezTo>
                  <a:cubicBezTo>
                    <a:pt x="104" y="240"/>
                    <a:pt x="113" y="249"/>
                    <a:pt x="113" y="261"/>
                  </a:cubicBezTo>
                  <a:cubicBezTo>
                    <a:pt x="113" y="272"/>
                    <a:pt x="104" y="282"/>
                    <a:pt x="92" y="282"/>
                  </a:cubicBezTo>
                  <a:close/>
                  <a:moveTo>
                    <a:pt x="158" y="144"/>
                  </a:moveTo>
                  <a:cubicBezTo>
                    <a:pt x="26" y="144"/>
                    <a:pt x="26" y="144"/>
                    <a:pt x="26" y="144"/>
                  </a:cubicBezTo>
                  <a:cubicBezTo>
                    <a:pt x="26" y="100"/>
                    <a:pt x="26" y="100"/>
                    <a:pt x="26" y="100"/>
                  </a:cubicBezTo>
                  <a:cubicBezTo>
                    <a:pt x="158" y="100"/>
                    <a:pt x="158" y="100"/>
                    <a:pt x="158" y="100"/>
                  </a:cubicBezTo>
                  <a:lnTo>
                    <a:pt x="158" y="144"/>
                  </a:lnTo>
                  <a:close/>
                  <a:moveTo>
                    <a:pt x="158" y="78"/>
                  </a:moveTo>
                  <a:cubicBezTo>
                    <a:pt x="26" y="78"/>
                    <a:pt x="26" y="78"/>
                    <a:pt x="26" y="78"/>
                  </a:cubicBezTo>
                  <a:cubicBezTo>
                    <a:pt x="26" y="34"/>
                    <a:pt x="26" y="34"/>
                    <a:pt x="26" y="34"/>
                  </a:cubicBezTo>
                  <a:cubicBezTo>
                    <a:pt x="158" y="34"/>
                    <a:pt x="158" y="34"/>
                    <a:pt x="158" y="34"/>
                  </a:cubicBezTo>
                  <a:lnTo>
                    <a:pt x="158" y="78"/>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57" name="Freeform 348"/>
            <p:cNvSpPr>
              <a:spLocks noEditPoints="1"/>
            </p:cNvSpPr>
            <p:nvPr/>
          </p:nvSpPr>
          <p:spPr bwMode="auto">
            <a:xfrm>
              <a:off x="9872664" y="5083176"/>
              <a:ext cx="220663" cy="447675"/>
            </a:xfrm>
            <a:custGeom>
              <a:avLst/>
              <a:gdLst>
                <a:gd name="T0" fmla="*/ 26 w 184"/>
                <a:gd name="T1" fmla="*/ 34 h 374"/>
                <a:gd name="T2" fmla="*/ 158 w 184"/>
                <a:gd name="T3" fmla="*/ 34 h 374"/>
                <a:gd name="T4" fmla="*/ 158 w 184"/>
                <a:gd name="T5" fmla="*/ 78 h 374"/>
                <a:gd name="T6" fmla="*/ 55 w 184"/>
                <a:gd name="T7" fmla="*/ 78 h 374"/>
                <a:gd name="T8" fmla="*/ 55 w 184"/>
                <a:gd name="T9" fmla="*/ 100 h 374"/>
                <a:gd name="T10" fmla="*/ 158 w 184"/>
                <a:gd name="T11" fmla="*/ 100 h 374"/>
                <a:gd name="T12" fmla="*/ 158 w 184"/>
                <a:gd name="T13" fmla="*/ 144 h 374"/>
                <a:gd name="T14" fmla="*/ 55 w 184"/>
                <a:gd name="T15" fmla="*/ 144 h 374"/>
                <a:gd name="T16" fmla="*/ 55 w 184"/>
                <a:gd name="T17" fmla="*/ 300 h 374"/>
                <a:gd name="T18" fmla="*/ 55 w 184"/>
                <a:gd name="T19" fmla="*/ 308 h 374"/>
                <a:gd name="T20" fmla="*/ 47 w 184"/>
                <a:gd name="T21" fmla="*/ 308 h 374"/>
                <a:gd name="T22" fmla="*/ 0 w 184"/>
                <a:gd name="T23" fmla="*/ 308 h 374"/>
                <a:gd name="T24" fmla="*/ 0 w 184"/>
                <a:gd name="T25" fmla="*/ 374 h 374"/>
                <a:gd name="T26" fmla="*/ 184 w 184"/>
                <a:gd name="T27" fmla="*/ 374 h 374"/>
                <a:gd name="T28" fmla="*/ 184 w 184"/>
                <a:gd name="T29" fmla="*/ 0 h 374"/>
                <a:gd name="T30" fmla="*/ 0 w 184"/>
                <a:gd name="T31" fmla="*/ 0 h 374"/>
                <a:gd name="T32" fmla="*/ 0 w 184"/>
                <a:gd name="T33" fmla="*/ 40 h 374"/>
                <a:gd name="T34" fmla="*/ 26 w 184"/>
                <a:gd name="T35" fmla="*/ 40 h 374"/>
                <a:gd name="T36" fmla="*/ 26 w 184"/>
                <a:gd name="T37" fmla="*/ 34 h 374"/>
                <a:gd name="T38" fmla="*/ 92 w 184"/>
                <a:gd name="T39" fmla="*/ 282 h 374"/>
                <a:gd name="T40" fmla="*/ 71 w 184"/>
                <a:gd name="T41" fmla="*/ 261 h 374"/>
                <a:gd name="T42" fmla="*/ 92 w 184"/>
                <a:gd name="T43" fmla="*/ 240 h 374"/>
                <a:gd name="T44" fmla="*/ 113 w 184"/>
                <a:gd name="T45" fmla="*/ 261 h 374"/>
                <a:gd name="T46" fmla="*/ 92 w 184"/>
                <a:gd name="T47" fmla="*/ 282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4" h="374">
                  <a:moveTo>
                    <a:pt x="26" y="34"/>
                  </a:moveTo>
                  <a:cubicBezTo>
                    <a:pt x="158" y="34"/>
                    <a:pt x="158" y="34"/>
                    <a:pt x="158" y="34"/>
                  </a:cubicBezTo>
                  <a:cubicBezTo>
                    <a:pt x="158" y="78"/>
                    <a:pt x="158" y="78"/>
                    <a:pt x="158" y="78"/>
                  </a:cubicBezTo>
                  <a:cubicBezTo>
                    <a:pt x="55" y="78"/>
                    <a:pt x="55" y="78"/>
                    <a:pt x="55" y="78"/>
                  </a:cubicBezTo>
                  <a:cubicBezTo>
                    <a:pt x="55" y="100"/>
                    <a:pt x="55" y="100"/>
                    <a:pt x="55" y="100"/>
                  </a:cubicBezTo>
                  <a:cubicBezTo>
                    <a:pt x="158" y="100"/>
                    <a:pt x="158" y="100"/>
                    <a:pt x="158" y="100"/>
                  </a:cubicBezTo>
                  <a:cubicBezTo>
                    <a:pt x="158" y="144"/>
                    <a:pt x="158" y="144"/>
                    <a:pt x="158" y="144"/>
                  </a:cubicBezTo>
                  <a:cubicBezTo>
                    <a:pt x="55" y="144"/>
                    <a:pt x="55" y="144"/>
                    <a:pt x="55" y="144"/>
                  </a:cubicBezTo>
                  <a:cubicBezTo>
                    <a:pt x="55" y="300"/>
                    <a:pt x="55" y="300"/>
                    <a:pt x="55" y="300"/>
                  </a:cubicBezTo>
                  <a:cubicBezTo>
                    <a:pt x="55" y="308"/>
                    <a:pt x="55" y="308"/>
                    <a:pt x="55" y="308"/>
                  </a:cubicBezTo>
                  <a:cubicBezTo>
                    <a:pt x="47" y="308"/>
                    <a:pt x="47" y="308"/>
                    <a:pt x="47" y="308"/>
                  </a:cubicBezTo>
                  <a:cubicBezTo>
                    <a:pt x="0" y="308"/>
                    <a:pt x="0" y="308"/>
                    <a:pt x="0" y="308"/>
                  </a:cubicBezTo>
                  <a:cubicBezTo>
                    <a:pt x="0" y="374"/>
                    <a:pt x="0" y="374"/>
                    <a:pt x="0" y="374"/>
                  </a:cubicBezTo>
                  <a:cubicBezTo>
                    <a:pt x="184" y="374"/>
                    <a:pt x="184" y="374"/>
                    <a:pt x="184" y="374"/>
                  </a:cubicBezTo>
                  <a:cubicBezTo>
                    <a:pt x="184" y="0"/>
                    <a:pt x="184" y="0"/>
                    <a:pt x="184" y="0"/>
                  </a:cubicBezTo>
                  <a:cubicBezTo>
                    <a:pt x="0" y="0"/>
                    <a:pt x="0" y="0"/>
                    <a:pt x="0" y="0"/>
                  </a:cubicBezTo>
                  <a:cubicBezTo>
                    <a:pt x="0" y="40"/>
                    <a:pt x="0" y="40"/>
                    <a:pt x="0" y="40"/>
                  </a:cubicBezTo>
                  <a:cubicBezTo>
                    <a:pt x="26" y="40"/>
                    <a:pt x="26" y="40"/>
                    <a:pt x="26" y="40"/>
                  </a:cubicBezTo>
                  <a:lnTo>
                    <a:pt x="26" y="34"/>
                  </a:lnTo>
                  <a:close/>
                  <a:moveTo>
                    <a:pt x="92" y="282"/>
                  </a:moveTo>
                  <a:cubicBezTo>
                    <a:pt x="80" y="282"/>
                    <a:pt x="71" y="272"/>
                    <a:pt x="71" y="261"/>
                  </a:cubicBezTo>
                  <a:cubicBezTo>
                    <a:pt x="71" y="249"/>
                    <a:pt x="80" y="240"/>
                    <a:pt x="92" y="240"/>
                  </a:cubicBezTo>
                  <a:cubicBezTo>
                    <a:pt x="103" y="240"/>
                    <a:pt x="113" y="249"/>
                    <a:pt x="113" y="261"/>
                  </a:cubicBezTo>
                  <a:cubicBezTo>
                    <a:pt x="113" y="272"/>
                    <a:pt x="103" y="282"/>
                    <a:pt x="92" y="28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58" name="Freeform 349"/>
            <p:cNvSpPr>
              <a:spLocks noEditPoints="1"/>
            </p:cNvSpPr>
            <p:nvPr/>
          </p:nvSpPr>
          <p:spPr bwMode="auto">
            <a:xfrm>
              <a:off x="9282114" y="5140326"/>
              <a:ext cx="646113" cy="385763"/>
            </a:xfrm>
            <a:custGeom>
              <a:avLst/>
              <a:gdLst>
                <a:gd name="T0" fmla="*/ 181 w 540"/>
                <a:gd name="T1" fmla="*/ 163 h 322"/>
                <a:gd name="T2" fmla="*/ 181 w 540"/>
                <a:gd name="T3" fmla="*/ 291 h 322"/>
                <a:gd name="T4" fmla="*/ 104 w 540"/>
                <a:gd name="T5" fmla="*/ 291 h 322"/>
                <a:gd name="T6" fmla="*/ 110 w 540"/>
                <a:gd name="T7" fmla="*/ 308 h 322"/>
                <a:gd name="T8" fmla="*/ 109 w 540"/>
                <a:gd name="T9" fmla="*/ 322 h 322"/>
                <a:gd name="T10" fmla="*/ 209 w 540"/>
                <a:gd name="T11" fmla="*/ 322 h 322"/>
                <a:gd name="T12" fmla="*/ 209 w 540"/>
                <a:gd name="T13" fmla="*/ 303 h 322"/>
                <a:gd name="T14" fmla="*/ 197 w 540"/>
                <a:gd name="T15" fmla="*/ 303 h 322"/>
                <a:gd name="T16" fmla="*/ 197 w 540"/>
                <a:gd name="T17" fmla="*/ 260 h 322"/>
                <a:gd name="T18" fmla="*/ 197 w 540"/>
                <a:gd name="T19" fmla="*/ 252 h 322"/>
                <a:gd name="T20" fmla="*/ 274 w 540"/>
                <a:gd name="T21" fmla="*/ 252 h 322"/>
                <a:gd name="T22" fmla="*/ 274 w 540"/>
                <a:gd name="T23" fmla="*/ 260 h 322"/>
                <a:gd name="T24" fmla="*/ 274 w 540"/>
                <a:gd name="T25" fmla="*/ 295 h 322"/>
                <a:gd name="T26" fmla="*/ 233 w 540"/>
                <a:gd name="T27" fmla="*/ 295 h 322"/>
                <a:gd name="T28" fmla="*/ 233 w 540"/>
                <a:gd name="T29" fmla="*/ 322 h 322"/>
                <a:gd name="T30" fmla="*/ 435 w 540"/>
                <a:gd name="T31" fmla="*/ 322 h 322"/>
                <a:gd name="T32" fmla="*/ 435 w 540"/>
                <a:gd name="T33" fmla="*/ 295 h 322"/>
                <a:gd name="T34" fmla="*/ 394 w 540"/>
                <a:gd name="T35" fmla="*/ 295 h 322"/>
                <a:gd name="T36" fmla="*/ 394 w 540"/>
                <a:gd name="T37" fmla="*/ 260 h 322"/>
                <a:gd name="T38" fmla="*/ 394 w 540"/>
                <a:gd name="T39" fmla="*/ 252 h 322"/>
                <a:gd name="T40" fmla="*/ 540 w 540"/>
                <a:gd name="T41" fmla="*/ 252 h 322"/>
                <a:gd name="T42" fmla="*/ 540 w 540"/>
                <a:gd name="T43" fmla="*/ 0 h 322"/>
                <a:gd name="T44" fmla="*/ 128 w 540"/>
                <a:gd name="T45" fmla="*/ 0 h 322"/>
                <a:gd name="T46" fmla="*/ 128 w 540"/>
                <a:gd name="T47" fmla="*/ 147 h 322"/>
                <a:gd name="T48" fmla="*/ 120 w 540"/>
                <a:gd name="T49" fmla="*/ 147 h 322"/>
                <a:gd name="T50" fmla="*/ 0 w 540"/>
                <a:gd name="T51" fmla="*/ 147 h 322"/>
                <a:gd name="T52" fmla="*/ 2 w 540"/>
                <a:gd name="T53" fmla="*/ 163 h 322"/>
                <a:gd name="T54" fmla="*/ 181 w 540"/>
                <a:gd name="T55" fmla="*/ 163 h 322"/>
                <a:gd name="T56" fmla="*/ 152 w 540"/>
                <a:gd name="T57" fmla="*/ 24 h 322"/>
                <a:gd name="T58" fmla="*/ 516 w 540"/>
                <a:gd name="T59" fmla="*/ 24 h 322"/>
                <a:gd name="T60" fmla="*/ 516 w 540"/>
                <a:gd name="T61" fmla="*/ 228 h 322"/>
                <a:gd name="T62" fmla="*/ 197 w 540"/>
                <a:gd name="T63" fmla="*/ 228 h 322"/>
                <a:gd name="T64" fmla="*/ 197 w 540"/>
                <a:gd name="T65" fmla="*/ 147 h 322"/>
                <a:gd name="T66" fmla="*/ 152 w 540"/>
                <a:gd name="T67" fmla="*/ 147 h 322"/>
                <a:gd name="T68" fmla="*/ 152 w 540"/>
                <a:gd name="T69" fmla="*/ 24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40" h="322">
                  <a:moveTo>
                    <a:pt x="181" y="163"/>
                  </a:moveTo>
                  <a:cubicBezTo>
                    <a:pt x="181" y="291"/>
                    <a:pt x="181" y="291"/>
                    <a:pt x="181" y="291"/>
                  </a:cubicBezTo>
                  <a:cubicBezTo>
                    <a:pt x="104" y="291"/>
                    <a:pt x="104" y="291"/>
                    <a:pt x="104" y="291"/>
                  </a:cubicBezTo>
                  <a:cubicBezTo>
                    <a:pt x="107" y="296"/>
                    <a:pt x="109" y="302"/>
                    <a:pt x="110" y="308"/>
                  </a:cubicBezTo>
                  <a:cubicBezTo>
                    <a:pt x="110" y="313"/>
                    <a:pt x="110" y="317"/>
                    <a:pt x="109" y="322"/>
                  </a:cubicBezTo>
                  <a:cubicBezTo>
                    <a:pt x="209" y="322"/>
                    <a:pt x="209" y="322"/>
                    <a:pt x="209" y="322"/>
                  </a:cubicBezTo>
                  <a:cubicBezTo>
                    <a:pt x="209" y="303"/>
                    <a:pt x="209" y="303"/>
                    <a:pt x="209" y="303"/>
                  </a:cubicBezTo>
                  <a:cubicBezTo>
                    <a:pt x="197" y="303"/>
                    <a:pt x="197" y="303"/>
                    <a:pt x="197" y="303"/>
                  </a:cubicBezTo>
                  <a:cubicBezTo>
                    <a:pt x="197" y="260"/>
                    <a:pt x="197" y="260"/>
                    <a:pt x="197" y="260"/>
                  </a:cubicBezTo>
                  <a:cubicBezTo>
                    <a:pt x="197" y="252"/>
                    <a:pt x="197" y="252"/>
                    <a:pt x="197" y="252"/>
                  </a:cubicBezTo>
                  <a:cubicBezTo>
                    <a:pt x="274" y="252"/>
                    <a:pt x="274" y="252"/>
                    <a:pt x="274" y="252"/>
                  </a:cubicBezTo>
                  <a:cubicBezTo>
                    <a:pt x="274" y="260"/>
                    <a:pt x="274" y="260"/>
                    <a:pt x="274" y="260"/>
                  </a:cubicBezTo>
                  <a:cubicBezTo>
                    <a:pt x="274" y="295"/>
                    <a:pt x="274" y="295"/>
                    <a:pt x="274" y="295"/>
                  </a:cubicBezTo>
                  <a:cubicBezTo>
                    <a:pt x="233" y="295"/>
                    <a:pt x="233" y="295"/>
                    <a:pt x="233" y="295"/>
                  </a:cubicBezTo>
                  <a:cubicBezTo>
                    <a:pt x="233" y="322"/>
                    <a:pt x="233" y="322"/>
                    <a:pt x="233" y="322"/>
                  </a:cubicBezTo>
                  <a:cubicBezTo>
                    <a:pt x="435" y="322"/>
                    <a:pt x="435" y="322"/>
                    <a:pt x="435" y="322"/>
                  </a:cubicBezTo>
                  <a:cubicBezTo>
                    <a:pt x="435" y="295"/>
                    <a:pt x="435" y="295"/>
                    <a:pt x="435" y="295"/>
                  </a:cubicBezTo>
                  <a:cubicBezTo>
                    <a:pt x="394" y="295"/>
                    <a:pt x="394" y="295"/>
                    <a:pt x="394" y="295"/>
                  </a:cubicBezTo>
                  <a:cubicBezTo>
                    <a:pt x="394" y="260"/>
                    <a:pt x="394" y="260"/>
                    <a:pt x="394" y="260"/>
                  </a:cubicBezTo>
                  <a:cubicBezTo>
                    <a:pt x="394" y="252"/>
                    <a:pt x="394" y="252"/>
                    <a:pt x="394" y="252"/>
                  </a:cubicBezTo>
                  <a:cubicBezTo>
                    <a:pt x="540" y="252"/>
                    <a:pt x="540" y="252"/>
                    <a:pt x="540" y="252"/>
                  </a:cubicBezTo>
                  <a:cubicBezTo>
                    <a:pt x="540" y="0"/>
                    <a:pt x="540" y="0"/>
                    <a:pt x="540" y="0"/>
                  </a:cubicBezTo>
                  <a:cubicBezTo>
                    <a:pt x="128" y="0"/>
                    <a:pt x="128" y="0"/>
                    <a:pt x="128" y="0"/>
                  </a:cubicBezTo>
                  <a:cubicBezTo>
                    <a:pt x="128" y="147"/>
                    <a:pt x="128" y="147"/>
                    <a:pt x="128" y="147"/>
                  </a:cubicBezTo>
                  <a:cubicBezTo>
                    <a:pt x="120" y="147"/>
                    <a:pt x="120" y="147"/>
                    <a:pt x="120" y="147"/>
                  </a:cubicBezTo>
                  <a:cubicBezTo>
                    <a:pt x="0" y="147"/>
                    <a:pt x="0" y="147"/>
                    <a:pt x="0" y="147"/>
                  </a:cubicBezTo>
                  <a:cubicBezTo>
                    <a:pt x="1" y="153"/>
                    <a:pt x="2" y="158"/>
                    <a:pt x="2" y="163"/>
                  </a:cubicBezTo>
                  <a:lnTo>
                    <a:pt x="181" y="163"/>
                  </a:lnTo>
                  <a:close/>
                  <a:moveTo>
                    <a:pt x="152" y="24"/>
                  </a:moveTo>
                  <a:cubicBezTo>
                    <a:pt x="516" y="24"/>
                    <a:pt x="516" y="24"/>
                    <a:pt x="516" y="24"/>
                  </a:cubicBezTo>
                  <a:cubicBezTo>
                    <a:pt x="516" y="228"/>
                    <a:pt x="516" y="228"/>
                    <a:pt x="516" y="228"/>
                  </a:cubicBezTo>
                  <a:cubicBezTo>
                    <a:pt x="197" y="228"/>
                    <a:pt x="197" y="228"/>
                    <a:pt x="197" y="228"/>
                  </a:cubicBezTo>
                  <a:cubicBezTo>
                    <a:pt x="197" y="147"/>
                    <a:pt x="197" y="147"/>
                    <a:pt x="197" y="147"/>
                  </a:cubicBezTo>
                  <a:cubicBezTo>
                    <a:pt x="152" y="147"/>
                    <a:pt x="152" y="147"/>
                    <a:pt x="152" y="147"/>
                  </a:cubicBezTo>
                  <a:lnTo>
                    <a:pt x="152" y="24"/>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59" name="Freeform 350"/>
            <p:cNvSpPr>
              <a:spLocks/>
            </p:cNvSpPr>
            <p:nvPr/>
          </p:nvSpPr>
          <p:spPr bwMode="auto">
            <a:xfrm>
              <a:off x="9251951" y="5549901"/>
              <a:ext cx="1128713" cy="42863"/>
            </a:xfrm>
            <a:custGeom>
              <a:avLst/>
              <a:gdLst>
                <a:gd name="T0" fmla="*/ 100 w 943"/>
                <a:gd name="T1" fmla="*/ 10 h 36"/>
                <a:gd name="T2" fmla="*/ 78 w 943"/>
                <a:gd name="T3" fmla="*/ 11 h 36"/>
                <a:gd name="T4" fmla="*/ 34 w 943"/>
                <a:gd name="T5" fmla="*/ 6 h 36"/>
                <a:gd name="T6" fmla="*/ 15 w 943"/>
                <a:gd name="T7" fmla="*/ 0 h 36"/>
                <a:gd name="T8" fmla="*/ 0 w 943"/>
                <a:gd name="T9" fmla="*/ 0 h 36"/>
                <a:gd name="T10" fmla="*/ 0 w 943"/>
                <a:gd name="T11" fmla="*/ 36 h 36"/>
                <a:gd name="T12" fmla="*/ 943 w 943"/>
                <a:gd name="T13" fmla="*/ 36 h 36"/>
                <a:gd name="T14" fmla="*/ 943 w 943"/>
                <a:gd name="T15" fmla="*/ 0 h 36"/>
                <a:gd name="T16" fmla="*/ 122 w 943"/>
                <a:gd name="T17" fmla="*/ 0 h 36"/>
                <a:gd name="T18" fmla="*/ 100 w 943"/>
                <a:gd name="T19" fmla="*/ 1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43" h="36">
                  <a:moveTo>
                    <a:pt x="100" y="10"/>
                  </a:moveTo>
                  <a:cubicBezTo>
                    <a:pt x="99" y="10"/>
                    <a:pt x="91" y="11"/>
                    <a:pt x="78" y="11"/>
                  </a:cubicBezTo>
                  <a:cubicBezTo>
                    <a:pt x="68" y="11"/>
                    <a:pt x="51" y="11"/>
                    <a:pt x="34" y="6"/>
                  </a:cubicBezTo>
                  <a:cubicBezTo>
                    <a:pt x="28" y="5"/>
                    <a:pt x="21" y="3"/>
                    <a:pt x="15" y="0"/>
                  </a:cubicBezTo>
                  <a:cubicBezTo>
                    <a:pt x="0" y="0"/>
                    <a:pt x="0" y="0"/>
                    <a:pt x="0" y="0"/>
                  </a:cubicBezTo>
                  <a:cubicBezTo>
                    <a:pt x="0" y="36"/>
                    <a:pt x="0" y="36"/>
                    <a:pt x="0" y="36"/>
                  </a:cubicBezTo>
                  <a:cubicBezTo>
                    <a:pt x="943" y="36"/>
                    <a:pt x="943" y="36"/>
                    <a:pt x="943" y="36"/>
                  </a:cubicBezTo>
                  <a:cubicBezTo>
                    <a:pt x="943" y="0"/>
                    <a:pt x="943" y="0"/>
                    <a:pt x="943" y="0"/>
                  </a:cubicBezTo>
                  <a:cubicBezTo>
                    <a:pt x="122" y="0"/>
                    <a:pt x="122" y="0"/>
                    <a:pt x="122" y="0"/>
                  </a:cubicBezTo>
                  <a:cubicBezTo>
                    <a:pt x="116" y="6"/>
                    <a:pt x="108" y="9"/>
                    <a:pt x="100" y="1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60" name="Freeform 351"/>
            <p:cNvSpPr>
              <a:spLocks/>
            </p:cNvSpPr>
            <p:nvPr/>
          </p:nvSpPr>
          <p:spPr bwMode="auto">
            <a:xfrm>
              <a:off x="8828089" y="5549901"/>
              <a:ext cx="144463" cy="42863"/>
            </a:xfrm>
            <a:custGeom>
              <a:avLst/>
              <a:gdLst>
                <a:gd name="T0" fmla="*/ 91 w 91"/>
                <a:gd name="T1" fmla="*/ 27 h 27"/>
                <a:gd name="T2" fmla="*/ 91 w 91"/>
                <a:gd name="T3" fmla="*/ 0 h 27"/>
                <a:gd name="T4" fmla="*/ 0 w 91"/>
                <a:gd name="T5" fmla="*/ 0 h 27"/>
                <a:gd name="T6" fmla="*/ 0 w 91"/>
                <a:gd name="T7" fmla="*/ 27 h 27"/>
                <a:gd name="T8" fmla="*/ 91 w 91"/>
                <a:gd name="T9" fmla="*/ 27 h 27"/>
                <a:gd name="T10" fmla="*/ 91 w 91"/>
                <a:gd name="T11" fmla="*/ 27 h 27"/>
                <a:gd name="T12" fmla="*/ 91 w 91"/>
                <a:gd name="T13" fmla="*/ 27 h 27"/>
              </a:gdLst>
              <a:ahLst/>
              <a:cxnLst>
                <a:cxn ang="0">
                  <a:pos x="T0" y="T1"/>
                </a:cxn>
                <a:cxn ang="0">
                  <a:pos x="T2" y="T3"/>
                </a:cxn>
                <a:cxn ang="0">
                  <a:pos x="T4" y="T5"/>
                </a:cxn>
                <a:cxn ang="0">
                  <a:pos x="T6" y="T7"/>
                </a:cxn>
                <a:cxn ang="0">
                  <a:pos x="T8" y="T9"/>
                </a:cxn>
                <a:cxn ang="0">
                  <a:pos x="T10" y="T11"/>
                </a:cxn>
                <a:cxn ang="0">
                  <a:pos x="T12" y="T13"/>
                </a:cxn>
              </a:cxnLst>
              <a:rect l="0" t="0" r="r" b="b"/>
              <a:pathLst>
                <a:path w="91" h="27">
                  <a:moveTo>
                    <a:pt x="91" y="27"/>
                  </a:moveTo>
                  <a:lnTo>
                    <a:pt x="91" y="0"/>
                  </a:lnTo>
                  <a:lnTo>
                    <a:pt x="0" y="0"/>
                  </a:lnTo>
                  <a:lnTo>
                    <a:pt x="0" y="27"/>
                  </a:lnTo>
                  <a:lnTo>
                    <a:pt x="91" y="27"/>
                  </a:lnTo>
                  <a:lnTo>
                    <a:pt x="91" y="27"/>
                  </a:lnTo>
                  <a:lnTo>
                    <a:pt x="91" y="27"/>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61" name="Freeform 352"/>
            <p:cNvSpPr>
              <a:spLocks/>
            </p:cNvSpPr>
            <p:nvPr/>
          </p:nvSpPr>
          <p:spPr bwMode="auto">
            <a:xfrm>
              <a:off x="9010651" y="5748338"/>
              <a:ext cx="295275" cy="276225"/>
            </a:xfrm>
            <a:custGeom>
              <a:avLst/>
              <a:gdLst>
                <a:gd name="T0" fmla="*/ 26 w 247"/>
                <a:gd name="T1" fmla="*/ 6 h 231"/>
                <a:gd name="T2" fmla="*/ 0 w 247"/>
                <a:gd name="T3" fmla="*/ 0 h 231"/>
                <a:gd name="T4" fmla="*/ 0 w 247"/>
                <a:gd name="T5" fmla="*/ 215 h 231"/>
                <a:gd name="T6" fmla="*/ 16 w 247"/>
                <a:gd name="T7" fmla="*/ 231 h 231"/>
                <a:gd name="T8" fmla="*/ 231 w 247"/>
                <a:gd name="T9" fmla="*/ 231 h 231"/>
                <a:gd name="T10" fmla="*/ 247 w 247"/>
                <a:gd name="T11" fmla="*/ 215 h 231"/>
                <a:gd name="T12" fmla="*/ 247 w 247"/>
                <a:gd name="T13" fmla="*/ 6 h 231"/>
                <a:gd name="T14" fmla="*/ 26 w 247"/>
                <a:gd name="T15" fmla="*/ 6 h 2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7" h="231">
                  <a:moveTo>
                    <a:pt x="26" y="6"/>
                  </a:moveTo>
                  <a:cubicBezTo>
                    <a:pt x="17" y="6"/>
                    <a:pt x="8" y="4"/>
                    <a:pt x="0" y="0"/>
                  </a:cubicBezTo>
                  <a:cubicBezTo>
                    <a:pt x="0" y="215"/>
                    <a:pt x="0" y="215"/>
                    <a:pt x="0" y="215"/>
                  </a:cubicBezTo>
                  <a:cubicBezTo>
                    <a:pt x="0" y="224"/>
                    <a:pt x="7" y="231"/>
                    <a:pt x="16" y="231"/>
                  </a:cubicBezTo>
                  <a:cubicBezTo>
                    <a:pt x="231" y="231"/>
                    <a:pt x="231" y="231"/>
                    <a:pt x="231" y="231"/>
                  </a:cubicBezTo>
                  <a:cubicBezTo>
                    <a:pt x="240" y="231"/>
                    <a:pt x="247" y="224"/>
                    <a:pt x="247" y="215"/>
                  </a:cubicBezTo>
                  <a:cubicBezTo>
                    <a:pt x="247" y="6"/>
                    <a:pt x="247" y="6"/>
                    <a:pt x="247" y="6"/>
                  </a:cubicBezTo>
                  <a:lnTo>
                    <a:pt x="26" y="6"/>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62" name="Freeform 353"/>
            <p:cNvSpPr>
              <a:spLocks/>
            </p:cNvSpPr>
            <p:nvPr/>
          </p:nvSpPr>
          <p:spPr bwMode="auto">
            <a:xfrm>
              <a:off x="9021764" y="5065713"/>
              <a:ext cx="215900" cy="188913"/>
            </a:xfrm>
            <a:custGeom>
              <a:avLst/>
              <a:gdLst>
                <a:gd name="T0" fmla="*/ 180 w 180"/>
                <a:gd name="T1" fmla="*/ 90 h 158"/>
                <a:gd name="T2" fmla="*/ 90 w 180"/>
                <a:gd name="T3" fmla="*/ 0 h 158"/>
                <a:gd name="T4" fmla="*/ 0 w 180"/>
                <a:gd name="T5" fmla="*/ 90 h 158"/>
                <a:gd name="T6" fmla="*/ 32 w 180"/>
                <a:gd name="T7" fmla="*/ 158 h 158"/>
                <a:gd name="T8" fmla="*/ 148 w 180"/>
                <a:gd name="T9" fmla="*/ 158 h 158"/>
                <a:gd name="T10" fmla="*/ 180 w 180"/>
                <a:gd name="T11" fmla="*/ 90 h 158"/>
              </a:gdLst>
              <a:ahLst/>
              <a:cxnLst>
                <a:cxn ang="0">
                  <a:pos x="T0" y="T1"/>
                </a:cxn>
                <a:cxn ang="0">
                  <a:pos x="T2" y="T3"/>
                </a:cxn>
                <a:cxn ang="0">
                  <a:pos x="T4" y="T5"/>
                </a:cxn>
                <a:cxn ang="0">
                  <a:pos x="T6" y="T7"/>
                </a:cxn>
                <a:cxn ang="0">
                  <a:pos x="T8" y="T9"/>
                </a:cxn>
                <a:cxn ang="0">
                  <a:pos x="T10" y="T11"/>
                </a:cxn>
              </a:cxnLst>
              <a:rect l="0" t="0" r="r" b="b"/>
              <a:pathLst>
                <a:path w="180" h="158">
                  <a:moveTo>
                    <a:pt x="180" y="90"/>
                  </a:moveTo>
                  <a:cubicBezTo>
                    <a:pt x="180" y="40"/>
                    <a:pt x="139" y="0"/>
                    <a:pt x="90" y="0"/>
                  </a:cubicBezTo>
                  <a:cubicBezTo>
                    <a:pt x="40" y="0"/>
                    <a:pt x="0" y="40"/>
                    <a:pt x="0" y="90"/>
                  </a:cubicBezTo>
                  <a:cubicBezTo>
                    <a:pt x="0" y="117"/>
                    <a:pt x="12" y="142"/>
                    <a:pt x="32" y="158"/>
                  </a:cubicBezTo>
                  <a:cubicBezTo>
                    <a:pt x="148" y="158"/>
                    <a:pt x="148" y="158"/>
                    <a:pt x="148" y="158"/>
                  </a:cubicBezTo>
                  <a:cubicBezTo>
                    <a:pt x="167" y="142"/>
                    <a:pt x="180" y="117"/>
                    <a:pt x="180" y="9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63" name="Freeform 354"/>
            <p:cNvSpPr>
              <a:spLocks/>
            </p:cNvSpPr>
            <p:nvPr/>
          </p:nvSpPr>
          <p:spPr bwMode="auto">
            <a:xfrm>
              <a:off x="8878889" y="5264151"/>
              <a:ext cx="577850" cy="749300"/>
            </a:xfrm>
            <a:custGeom>
              <a:avLst/>
              <a:gdLst>
                <a:gd name="T0" fmla="*/ 78 w 482"/>
                <a:gd name="T1" fmla="*/ 154 h 626"/>
                <a:gd name="T2" fmla="*/ 66 w 482"/>
                <a:gd name="T3" fmla="*/ 139 h 626"/>
                <a:gd name="T4" fmla="*/ 65 w 482"/>
                <a:gd name="T5" fmla="*/ 139 h 626"/>
                <a:gd name="T6" fmla="*/ 64 w 482"/>
                <a:gd name="T7" fmla="*/ 132 h 626"/>
                <a:gd name="T8" fmla="*/ 64 w 482"/>
                <a:gd name="T9" fmla="*/ 130 h 626"/>
                <a:gd name="T10" fmla="*/ 70 w 482"/>
                <a:gd name="T11" fmla="*/ 109 h 626"/>
                <a:gd name="T12" fmla="*/ 86 w 482"/>
                <a:gd name="T13" fmla="*/ 87 h 626"/>
                <a:gd name="T14" fmla="*/ 86 w 482"/>
                <a:gd name="T15" fmla="*/ 352 h 626"/>
                <a:gd name="T16" fmla="*/ 86 w 482"/>
                <a:gd name="T17" fmla="*/ 352 h 626"/>
                <a:gd name="T18" fmla="*/ 136 w 482"/>
                <a:gd name="T19" fmla="*/ 402 h 626"/>
                <a:gd name="T20" fmla="*/ 382 w 482"/>
                <a:gd name="T21" fmla="*/ 402 h 626"/>
                <a:gd name="T22" fmla="*/ 382 w 482"/>
                <a:gd name="T23" fmla="*/ 576 h 626"/>
                <a:gd name="T24" fmla="*/ 432 w 482"/>
                <a:gd name="T25" fmla="*/ 626 h 626"/>
                <a:gd name="T26" fmla="*/ 482 w 482"/>
                <a:gd name="T27" fmla="*/ 576 h 626"/>
                <a:gd name="T28" fmla="*/ 482 w 482"/>
                <a:gd name="T29" fmla="*/ 352 h 626"/>
                <a:gd name="T30" fmla="*/ 468 w 482"/>
                <a:gd name="T31" fmla="*/ 316 h 626"/>
                <a:gd name="T32" fmla="*/ 432 w 482"/>
                <a:gd name="T33" fmla="*/ 302 h 626"/>
                <a:gd name="T34" fmla="*/ 303 w 482"/>
                <a:gd name="T35" fmla="*/ 302 h 626"/>
                <a:gd name="T36" fmla="*/ 303 w 482"/>
                <a:gd name="T37" fmla="*/ 214 h 626"/>
                <a:gd name="T38" fmla="*/ 346 w 482"/>
                <a:gd name="T39" fmla="*/ 237 h 626"/>
                <a:gd name="T40" fmla="*/ 389 w 482"/>
                <a:gd name="T41" fmla="*/ 241 h 626"/>
                <a:gd name="T42" fmla="*/ 410 w 482"/>
                <a:gd name="T43" fmla="*/ 240 h 626"/>
                <a:gd name="T44" fmla="*/ 439 w 482"/>
                <a:gd name="T45" fmla="*/ 205 h 626"/>
                <a:gd name="T46" fmla="*/ 403 w 482"/>
                <a:gd name="T47" fmla="*/ 177 h 626"/>
                <a:gd name="T48" fmla="*/ 389 w 482"/>
                <a:gd name="T49" fmla="*/ 177 h 626"/>
                <a:gd name="T50" fmla="*/ 361 w 482"/>
                <a:gd name="T51" fmla="*/ 174 h 626"/>
                <a:gd name="T52" fmla="*/ 348 w 482"/>
                <a:gd name="T53" fmla="*/ 168 h 626"/>
                <a:gd name="T54" fmla="*/ 335 w 482"/>
                <a:gd name="T55" fmla="*/ 137 h 626"/>
                <a:gd name="T56" fmla="*/ 331 w 482"/>
                <a:gd name="T57" fmla="*/ 67 h 626"/>
                <a:gd name="T58" fmla="*/ 325 w 482"/>
                <a:gd name="T59" fmla="*/ 30 h 626"/>
                <a:gd name="T60" fmla="*/ 310 w 482"/>
                <a:gd name="T61" fmla="*/ 10 h 626"/>
                <a:gd name="T62" fmla="*/ 282 w 482"/>
                <a:gd name="T63" fmla="*/ 1 h 626"/>
                <a:gd name="T64" fmla="*/ 277 w 482"/>
                <a:gd name="T65" fmla="*/ 1 h 626"/>
                <a:gd name="T66" fmla="*/ 272 w 482"/>
                <a:gd name="T67" fmla="*/ 0 h 626"/>
                <a:gd name="T68" fmla="*/ 117 w 482"/>
                <a:gd name="T69" fmla="*/ 0 h 626"/>
                <a:gd name="T70" fmla="*/ 110 w 482"/>
                <a:gd name="T71" fmla="*/ 1 h 626"/>
                <a:gd name="T72" fmla="*/ 78 w 482"/>
                <a:gd name="T73" fmla="*/ 13 h 626"/>
                <a:gd name="T74" fmla="*/ 27 w 482"/>
                <a:gd name="T75" fmla="*/ 59 h 626"/>
                <a:gd name="T76" fmla="*/ 0 w 482"/>
                <a:gd name="T77" fmla="*/ 130 h 626"/>
                <a:gd name="T78" fmla="*/ 0 w 482"/>
                <a:gd name="T79" fmla="*/ 135 h 626"/>
                <a:gd name="T80" fmla="*/ 5 w 482"/>
                <a:gd name="T81" fmla="*/ 161 h 626"/>
                <a:gd name="T82" fmla="*/ 6 w 482"/>
                <a:gd name="T83" fmla="*/ 162 h 626"/>
                <a:gd name="T84" fmla="*/ 6 w 482"/>
                <a:gd name="T85" fmla="*/ 162 h 626"/>
                <a:gd name="T86" fmla="*/ 53 w 482"/>
                <a:gd name="T87" fmla="*/ 214 h 626"/>
                <a:gd name="T88" fmla="*/ 78 w 482"/>
                <a:gd name="T89" fmla="*/ 227 h 626"/>
                <a:gd name="T90" fmla="*/ 78 w 482"/>
                <a:gd name="T91" fmla="*/ 154 h 6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82" h="626">
                  <a:moveTo>
                    <a:pt x="78" y="154"/>
                  </a:moveTo>
                  <a:cubicBezTo>
                    <a:pt x="70" y="148"/>
                    <a:pt x="67" y="143"/>
                    <a:pt x="66" y="139"/>
                  </a:cubicBezTo>
                  <a:cubicBezTo>
                    <a:pt x="65" y="139"/>
                    <a:pt x="65" y="139"/>
                    <a:pt x="65" y="139"/>
                  </a:cubicBezTo>
                  <a:cubicBezTo>
                    <a:pt x="65" y="137"/>
                    <a:pt x="64" y="135"/>
                    <a:pt x="64" y="132"/>
                  </a:cubicBezTo>
                  <a:cubicBezTo>
                    <a:pt x="64" y="132"/>
                    <a:pt x="64" y="131"/>
                    <a:pt x="64" y="130"/>
                  </a:cubicBezTo>
                  <a:cubicBezTo>
                    <a:pt x="64" y="125"/>
                    <a:pt x="66" y="118"/>
                    <a:pt x="70" y="109"/>
                  </a:cubicBezTo>
                  <a:cubicBezTo>
                    <a:pt x="74" y="102"/>
                    <a:pt x="80" y="94"/>
                    <a:pt x="86" y="87"/>
                  </a:cubicBezTo>
                  <a:cubicBezTo>
                    <a:pt x="86" y="352"/>
                    <a:pt x="86" y="352"/>
                    <a:pt x="86" y="352"/>
                  </a:cubicBezTo>
                  <a:cubicBezTo>
                    <a:pt x="86" y="352"/>
                    <a:pt x="86" y="352"/>
                    <a:pt x="86" y="352"/>
                  </a:cubicBezTo>
                  <a:cubicBezTo>
                    <a:pt x="86" y="379"/>
                    <a:pt x="109" y="402"/>
                    <a:pt x="136" y="402"/>
                  </a:cubicBezTo>
                  <a:cubicBezTo>
                    <a:pt x="382" y="402"/>
                    <a:pt x="382" y="402"/>
                    <a:pt x="382" y="402"/>
                  </a:cubicBezTo>
                  <a:cubicBezTo>
                    <a:pt x="382" y="576"/>
                    <a:pt x="382" y="576"/>
                    <a:pt x="382" y="576"/>
                  </a:cubicBezTo>
                  <a:cubicBezTo>
                    <a:pt x="382" y="603"/>
                    <a:pt x="405" y="626"/>
                    <a:pt x="432" y="626"/>
                  </a:cubicBezTo>
                  <a:cubicBezTo>
                    <a:pt x="460" y="626"/>
                    <a:pt x="482" y="603"/>
                    <a:pt x="482" y="576"/>
                  </a:cubicBezTo>
                  <a:cubicBezTo>
                    <a:pt x="482" y="352"/>
                    <a:pt x="482" y="352"/>
                    <a:pt x="482" y="352"/>
                  </a:cubicBezTo>
                  <a:cubicBezTo>
                    <a:pt x="482" y="339"/>
                    <a:pt x="477" y="326"/>
                    <a:pt x="468" y="316"/>
                  </a:cubicBezTo>
                  <a:cubicBezTo>
                    <a:pt x="458" y="307"/>
                    <a:pt x="446" y="302"/>
                    <a:pt x="432" y="302"/>
                  </a:cubicBezTo>
                  <a:cubicBezTo>
                    <a:pt x="303" y="302"/>
                    <a:pt x="303" y="302"/>
                    <a:pt x="303" y="302"/>
                  </a:cubicBezTo>
                  <a:cubicBezTo>
                    <a:pt x="303" y="214"/>
                    <a:pt x="303" y="214"/>
                    <a:pt x="303" y="214"/>
                  </a:cubicBezTo>
                  <a:cubicBezTo>
                    <a:pt x="316" y="227"/>
                    <a:pt x="332" y="233"/>
                    <a:pt x="346" y="237"/>
                  </a:cubicBezTo>
                  <a:cubicBezTo>
                    <a:pt x="363" y="240"/>
                    <a:pt x="378" y="241"/>
                    <a:pt x="389" y="241"/>
                  </a:cubicBezTo>
                  <a:cubicBezTo>
                    <a:pt x="401" y="241"/>
                    <a:pt x="409" y="240"/>
                    <a:pt x="410" y="240"/>
                  </a:cubicBezTo>
                  <a:cubicBezTo>
                    <a:pt x="428" y="238"/>
                    <a:pt x="441" y="223"/>
                    <a:pt x="439" y="205"/>
                  </a:cubicBezTo>
                  <a:cubicBezTo>
                    <a:pt x="437" y="187"/>
                    <a:pt x="421" y="175"/>
                    <a:pt x="403" y="177"/>
                  </a:cubicBezTo>
                  <a:cubicBezTo>
                    <a:pt x="403" y="177"/>
                    <a:pt x="397" y="177"/>
                    <a:pt x="389" y="177"/>
                  </a:cubicBezTo>
                  <a:cubicBezTo>
                    <a:pt x="381" y="177"/>
                    <a:pt x="370" y="177"/>
                    <a:pt x="361" y="174"/>
                  </a:cubicBezTo>
                  <a:cubicBezTo>
                    <a:pt x="353" y="172"/>
                    <a:pt x="348" y="169"/>
                    <a:pt x="348" y="168"/>
                  </a:cubicBezTo>
                  <a:cubicBezTo>
                    <a:pt x="342" y="161"/>
                    <a:pt x="338" y="151"/>
                    <a:pt x="335" y="137"/>
                  </a:cubicBezTo>
                  <a:cubicBezTo>
                    <a:pt x="331" y="116"/>
                    <a:pt x="332" y="90"/>
                    <a:pt x="331" y="67"/>
                  </a:cubicBezTo>
                  <a:cubicBezTo>
                    <a:pt x="331" y="55"/>
                    <a:pt x="330" y="44"/>
                    <a:pt x="325" y="30"/>
                  </a:cubicBezTo>
                  <a:cubicBezTo>
                    <a:pt x="322" y="24"/>
                    <a:pt x="318" y="16"/>
                    <a:pt x="310" y="10"/>
                  </a:cubicBezTo>
                  <a:cubicBezTo>
                    <a:pt x="302" y="4"/>
                    <a:pt x="291" y="0"/>
                    <a:pt x="282" y="1"/>
                  </a:cubicBezTo>
                  <a:cubicBezTo>
                    <a:pt x="280" y="1"/>
                    <a:pt x="279" y="1"/>
                    <a:pt x="277" y="1"/>
                  </a:cubicBezTo>
                  <a:cubicBezTo>
                    <a:pt x="275" y="1"/>
                    <a:pt x="274" y="0"/>
                    <a:pt x="272" y="0"/>
                  </a:cubicBezTo>
                  <a:cubicBezTo>
                    <a:pt x="117" y="0"/>
                    <a:pt x="117" y="0"/>
                    <a:pt x="117" y="0"/>
                  </a:cubicBezTo>
                  <a:cubicBezTo>
                    <a:pt x="115" y="0"/>
                    <a:pt x="112" y="1"/>
                    <a:pt x="110" y="1"/>
                  </a:cubicBezTo>
                  <a:cubicBezTo>
                    <a:pt x="98" y="3"/>
                    <a:pt x="88" y="8"/>
                    <a:pt x="78" y="13"/>
                  </a:cubicBezTo>
                  <a:cubicBezTo>
                    <a:pt x="60" y="24"/>
                    <a:pt x="42" y="39"/>
                    <a:pt x="27" y="59"/>
                  </a:cubicBezTo>
                  <a:cubicBezTo>
                    <a:pt x="12" y="78"/>
                    <a:pt x="0" y="102"/>
                    <a:pt x="0" y="130"/>
                  </a:cubicBezTo>
                  <a:cubicBezTo>
                    <a:pt x="0" y="132"/>
                    <a:pt x="0" y="134"/>
                    <a:pt x="0" y="135"/>
                  </a:cubicBezTo>
                  <a:cubicBezTo>
                    <a:pt x="1" y="144"/>
                    <a:pt x="2" y="152"/>
                    <a:pt x="5" y="161"/>
                  </a:cubicBezTo>
                  <a:cubicBezTo>
                    <a:pt x="6" y="161"/>
                    <a:pt x="6" y="162"/>
                    <a:pt x="6" y="162"/>
                  </a:cubicBezTo>
                  <a:cubicBezTo>
                    <a:pt x="6" y="162"/>
                    <a:pt x="6" y="162"/>
                    <a:pt x="6" y="162"/>
                  </a:cubicBezTo>
                  <a:cubicBezTo>
                    <a:pt x="14" y="183"/>
                    <a:pt x="30" y="201"/>
                    <a:pt x="53" y="214"/>
                  </a:cubicBezTo>
                  <a:cubicBezTo>
                    <a:pt x="60" y="219"/>
                    <a:pt x="69" y="223"/>
                    <a:pt x="78" y="227"/>
                  </a:cubicBezTo>
                  <a:lnTo>
                    <a:pt x="78" y="154"/>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364" name="组合 363"/>
          <p:cNvGrpSpPr/>
          <p:nvPr/>
        </p:nvGrpSpPr>
        <p:grpSpPr>
          <a:xfrm>
            <a:off x="6910389" y="2516188"/>
            <a:ext cx="2871787" cy="3074988"/>
            <a:chOff x="6910389" y="2516188"/>
            <a:chExt cx="2871787" cy="3074988"/>
          </a:xfrm>
        </p:grpSpPr>
        <p:sp>
          <p:nvSpPr>
            <p:cNvPr id="365" name="Freeform 355"/>
            <p:cNvSpPr>
              <a:spLocks/>
            </p:cNvSpPr>
            <p:nvPr/>
          </p:nvSpPr>
          <p:spPr bwMode="auto">
            <a:xfrm>
              <a:off x="7138989" y="5116513"/>
              <a:ext cx="111125" cy="42863"/>
            </a:xfrm>
            <a:custGeom>
              <a:avLst/>
              <a:gdLst>
                <a:gd name="T0" fmla="*/ 70 w 70"/>
                <a:gd name="T1" fmla="*/ 26 h 27"/>
                <a:gd name="T2" fmla="*/ 70 w 70"/>
                <a:gd name="T3" fmla="*/ 0 h 27"/>
                <a:gd name="T4" fmla="*/ 0 w 70"/>
                <a:gd name="T5" fmla="*/ 0 h 27"/>
                <a:gd name="T6" fmla="*/ 0 w 70"/>
                <a:gd name="T7" fmla="*/ 27 h 27"/>
                <a:gd name="T8" fmla="*/ 70 w 70"/>
                <a:gd name="T9" fmla="*/ 27 h 27"/>
                <a:gd name="T10" fmla="*/ 70 w 70"/>
                <a:gd name="T11" fmla="*/ 26 h 27"/>
                <a:gd name="T12" fmla="*/ 70 w 70"/>
                <a:gd name="T13" fmla="*/ 26 h 27"/>
              </a:gdLst>
              <a:ahLst/>
              <a:cxnLst>
                <a:cxn ang="0">
                  <a:pos x="T0" y="T1"/>
                </a:cxn>
                <a:cxn ang="0">
                  <a:pos x="T2" y="T3"/>
                </a:cxn>
                <a:cxn ang="0">
                  <a:pos x="T4" y="T5"/>
                </a:cxn>
                <a:cxn ang="0">
                  <a:pos x="T6" y="T7"/>
                </a:cxn>
                <a:cxn ang="0">
                  <a:pos x="T8" y="T9"/>
                </a:cxn>
                <a:cxn ang="0">
                  <a:pos x="T10" y="T11"/>
                </a:cxn>
                <a:cxn ang="0">
                  <a:pos x="T12" y="T13"/>
                </a:cxn>
              </a:cxnLst>
              <a:rect l="0" t="0" r="r" b="b"/>
              <a:pathLst>
                <a:path w="70" h="27">
                  <a:moveTo>
                    <a:pt x="70" y="26"/>
                  </a:moveTo>
                  <a:lnTo>
                    <a:pt x="70" y="0"/>
                  </a:lnTo>
                  <a:lnTo>
                    <a:pt x="0" y="0"/>
                  </a:lnTo>
                  <a:lnTo>
                    <a:pt x="0" y="27"/>
                  </a:lnTo>
                  <a:lnTo>
                    <a:pt x="70" y="27"/>
                  </a:lnTo>
                  <a:lnTo>
                    <a:pt x="70" y="26"/>
                  </a:lnTo>
                  <a:lnTo>
                    <a:pt x="70" y="26"/>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66" name="Freeform 356"/>
            <p:cNvSpPr>
              <a:spLocks/>
            </p:cNvSpPr>
            <p:nvPr/>
          </p:nvSpPr>
          <p:spPr bwMode="auto">
            <a:xfrm>
              <a:off x="7527926" y="5116513"/>
              <a:ext cx="723900" cy="42863"/>
            </a:xfrm>
            <a:custGeom>
              <a:avLst/>
              <a:gdLst>
                <a:gd name="T0" fmla="*/ 101 w 605"/>
                <a:gd name="T1" fmla="*/ 10 h 36"/>
                <a:gd name="T2" fmla="*/ 79 w 605"/>
                <a:gd name="T3" fmla="*/ 11 h 36"/>
                <a:gd name="T4" fmla="*/ 34 w 605"/>
                <a:gd name="T5" fmla="*/ 6 h 36"/>
                <a:gd name="T6" fmla="*/ 16 w 605"/>
                <a:gd name="T7" fmla="*/ 0 h 36"/>
                <a:gd name="T8" fmla="*/ 0 w 605"/>
                <a:gd name="T9" fmla="*/ 0 h 36"/>
                <a:gd name="T10" fmla="*/ 0 w 605"/>
                <a:gd name="T11" fmla="*/ 36 h 36"/>
                <a:gd name="T12" fmla="*/ 605 w 605"/>
                <a:gd name="T13" fmla="*/ 36 h 36"/>
                <a:gd name="T14" fmla="*/ 605 w 605"/>
                <a:gd name="T15" fmla="*/ 0 h 36"/>
                <a:gd name="T16" fmla="*/ 123 w 605"/>
                <a:gd name="T17" fmla="*/ 0 h 36"/>
                <a:gd name="T18" fmla="*/ 101 w 605"/>
                <a:gd name="T19" fmla="*/ 1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5" h="36">
                  <a:moveTo>
                    <a:pt x="101" y="10"/>
                  </a:moveTo>
                  <a:cubicBezTo>
                    <a:pt x="100" y="10"/>
                    <a:pt x="91" y="11"/>
                    <a:pt x="79" y="11"/>
                  </a:cubicBezTo>
                  <a:cubicBezTo>
                    <a:pt x="68" y="11"/>
                    <a:pt x="52" y="10"/>
                    <a:pt x="34" y="6"/>
                  </a:cubicBezTo>
                  <a:cubicBezTo>
                    <a:pt x="29" y="5"/>
                    <a:pt x="22" y="3"/>
                    <a:pt x="16" y="0"/>
                  </a:cubicBezTo>
                  <a:cubicBezTo>
                    <a:pt x="0" y="0"/>
                    <a:pt x="0" y="0"/>
                    <a:pt x="0" y="0"/>
                  </a:cubicBezTo>
                  <a:cubicBezTo>
                    <a:pt x="0" y="36"/>
                    <a:pt x="0" y="36"/>
                    <a:pt x="0" y="36"/>
                  </a:cubicBezTo>
                  <a:cubicBezTo>
                    <a:pt x="605" y="36"/>
                    <a:pt x="605" y="36"/>
                    <a:pt x="605" y="36"/>
                  </a:cubicBezTo>
                  <a:cubicBezTo>
                    <a:pt x="605" y="0"/>
                    <a:pt x="605" y="0"/>
                    <a:pt x="605" y="0"/>
                  </a:cubicBezTo>
                  <a:cubicBezTo>
                    <a:pt x="123" y="0"/>
                    <a:pt x="123" y="0"/>
                    <a:pt x="123" y="0"/>
                  </a:cubicBezTo>
                  <a:cubicBezTo>
                    <a:pt x="117" y="6"/>
                    <a:pt x="109" y="9"/>
                    <a:pt x="101" y="1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67" name="Freeform 357"/>
            <p:cNvSpPr>
              <a:spLocks/>
            </p:cNvSpPr>
            <p:nvPr/>
          </p:nvSpPr>
          <p:spPr bwMode="auto">
            <a:xfrm>
              <a:off x="7518401" y="4706938"/>
              <a:ext cx="431800" cy="385763"/>
            </a:xfrm>
            <a:custGeom>
              <a:avLst/>
              <a:gdLst>
                <a:gd name="T0" fmla="*/ 337 w 361"/>
                <a:gd name="T1" fmla="*/ 24 h 322"/>
                <a:gd name="T2" fmla="*/ 337 w 361"/>
                <a:gd name="T3" fmla="*/ 228 h 322"/>
                <a:gd name="T4" fmla="*/ 39 w 361"/>
                <a:gd name="T5" fmla="*/ 228 h 322"/>
                <a:gd name="T6" fmla="*/ 41 w 361"/>
                <a:gd name="T7" fmla="*/ 239 h 322"/>
                <a:gd name="T8" fmla="*/ 44 w 361"/>
                <a:gd name="T9" fmla="*/ 252 h 322"/>
                <a:gd name="T10" fmla="*/ 95 w 361"/>
                <a:gd name="T11" fmla="*/ 252 h 322"/>
                <a:gd name="T12" fmla="*/ 95 w 361"/>
                <a:gd name="T13" fmla="*/ 273 h 322"/>
                <a:gd name="T14" fmla="*/ 100 w 361"/>
                <a:gd name="T15" fmla="*/ 273 h 322"/>
                <a:gd name="T16" fmla="*/ 104 w 361"/>
                <a:gd name="T17" fmla="*/ 272 h 322"/>
                <a:gd name="T18" fmla="*/ 144 w 361"/>
                <a:gd name="T19" fmla="*/ 308 h 322"/>
                <a:gd name="T20" fmla="*/ 143 w 361"/>
                <a:gd name="T21" fmla="*/ 322 h 322"/>
                <a:gd name="T22" fmla="*/ 257 w 361"/>
                <a:gd name="T23" fmla="*/ 322 h 322"/>
                <a:gd name="T24" fmla="*/ 257 w 361"/>
                <a:gd name="T25" fmla="*/ 295 h 322"/>
                <a:gd name="T26" fmla="*/ 215 w 361"/>
                <a:gd name="T27" fmla="*/ 295 h 322"/>
                <a:gd name="T28" fmla="*/ 215 w 361"/>
                <a:gd name="T29" fmla="*/ 252 h 322"/>
                <a:gd name="T30" fmla="*/ 361 w 361"/>
                <a:gd name="T31" fmla="*/ 252 h 322"/>
                <a:gd name="T32" fmla="*/ 361 w 361"/>
                <a:gd name="T33" fmla="*/ 0 h 322"/>
                <a:gd name="T34" fmla="*/ 0 w 361"/>
                <a:gd name="T35" fmla="*/ 0 h 322"/>
                <a:gd name="T36" fmla="*/ 4 w 361"/>
                <a:gd name="T37" fmla="*/ 24 h 322"/>
                <a:gd name="T38" fmla="*/ 337 w 361"/>
                <a:gd name="T39" fmla="*/ 24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61" h="322">
                  <a:moveTo>
                    <a:pt x="337" y="24"/>
                  </a:moveTo>
                  <a:cubicBezTo>
                    <a:pt x="337" y="228"/>
                    <a:pt x="337" y="228"/>
                    <a:pt x="337" y="228"/>
                  </a:cubicBezTo>
                  <a:cubicBezTo>
                    <a:pt x="39" y="228"/>
                    <a:pt x="39" y="228"/>
                    <a:pt x="39" y="228"/>
                  </a:cubicBezTo>
                  <a:cubicBezTo>
                    <a:pt x="40" y="232"/>
                    <a:pt x="40" y="236"/>
                    <a:pt x="41" y="239"/>
                  </a:cubicBezTo>
                  <a:cubicBezTo>
                    <a:pt x="42" y="244"/>
                    <a:pt x="43" y="248"/>
                    <a:pt x="44" y="252"/>
                  </a:cubicBezTo>
                  <a:cubicBezTo>
                    <a:pt x="95" y="252"/>
                    <a:pt x="95" y="252"/>
                    <a:pt x="95" y="252"/>
                  </a:cubicBezTo>
                  <a:cubicBezTo>
                    <a:pt x="95" y="273"/>
                    <a:pt x="95" y="273"/>
                    <a:pt x="95" y="273"/>
                  </a:cubicBezTo>
                  <a:cubicBezTo>
                    <a:pt x="98" y="273"/>
                    <a:pt x="100" y="273"/>
                    <a:pt x="100" y="273"/>
                  </a:cubicBezTo>
                  <a:cubicBezTo>
                    <a:pt x="102" y="272"/>
                    <a:pt x="103" y="272"/>
                    <a:pt x="104" y="272"/>
                  </a:cubicBezTo>
                  <a:cubicBezTo>
                    <a:pt x="125" y="272"/>
                    <a:pt x="142" y="288"/>
                    <a:pt x="144" y="308"/>
                  </a:cubicBezTo>
                  <a:cubicBezTo>
                    <a:pt x="145" y="313"/>
                    <a:pt x="144" y="317"/>
                    <a:pt x="143" y="322"/>
                  </a:cubicBezTo>
                  <a:cubicBezTo>
                    <a:pt x="257" y="322"/>
                    <a:pt x="257" y="322"/>
                    <a:pt x="257" y="322"/>
                  </a:cubicBezTo>
                  <a:cubicBezTo>
                    <a:pt x="257" y="295"/>
                    <a:pt x="257" y="295"/>
                    <a:pt x="257" y="295"/>
                  </a:cubicBezTo>
                  <a:cubicBezTo>
                    <a:pt x="215" y="295"/>
                    <a:pt x="215" y="295"/>
                    <a:pt x="215" y="295"/>
                  </a:cubicBezTo>
                  <a:cubicBezTo>
                    <a:pt x="215" y="252"/>
                    <a:pt x="215" y="252"/>
                    <a:pt x="215" y="252"/>
                  </a:cubicBezTo>
                  <a:cubicBezTo>
                    <a:pt x="361" y="252"/>
                    <a:pt x="361" y="252"/>
                    <a:pt x="361" y="252"/>
                  </a:cubicBezTo>
                  <a:cubicBezTo>
                    <a:pt x="361" y="0"/>
                    <a:pt x="361" y="0"/>
                    <a:pt x="361" y="0"/>
                  </a:cubicBezTo>
                  <a:cubicBezTo>
                    <a:pt x="0" y="0"/>
                    <a:pt x="0" y="0"/>
                    <a:pt x="0" y="0"/>
                  </a:cubicBezTo>
                  <a:cubicBezTo>
                    <a:pt x="3" y="8"/>
                    <a:pt x="4" y="16"/>
                    <a:pt x="4" y="24"/>
                  </a:cubicBezTo>
                  <a:lnTo>
                    <a:pt x="337" y="24"/>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68" name="Freeform 358"/>
            <p:cNvSpPr>
              <a:spLocks/>
            </p:cNvSpPr>
            <p:nvPr/>
          </p:nvSpPr>
          <p:spPr bwMode="auto">
            <a:xfrm>
              <a:off x="9159876" y="4079876"/>
              <a:ext cx="249238" cy="317500"/>
            </a:xfrm>
            <a:custGeom>
              <a:avLst/>
              <a:gdLst>
                <a:gd name="T0" fmla="*/ 176 w 209"/>
                <a:gd name="T1" fmla="*/ 215 h 265"/>
                <a:gd name="T2" fmla="*/ 170 w 209"/>
                <a:gd name="T3" fmla="*/ 216 h 265"/>
                <a:gd name="T4" fmla="*/ 165 w 209"/>
                <a:gd name="T5" fmla="*/ 222 h 265"/>
                <a:gd name="T6" fmla="*/ 155 w 209"/>
                <a:gd name="T7" fmla="*/ 218 h 265"/>
                <a:gd name="T8" fmla="*/ 131 w 209"/>
                <a:gd name="T9" fmla="*/ 220 h 265"/>
                <a:gd name="T10" fmla="*/ 112 w 209"/>
                <a:gd name="T11" fmla="*/ 219 h 265"/>
                <a:gd name="T12" fmla="*/ 94 w 209"/>
                <a:gd name="T13" fmla="*/ 228 h 265"/>
                <a:gd name="T14" fmla="*/ 83 w 209"/>
                <a:gd name="T15" fmla="*/ 205 h 265"/>
                <a:gd name="T16" fmla="*/ 82 w 209"/>
                <a:gd name="T17" fmla="*/ 204 h 265"/>
                <a:gd name="T18" fmla="*/ 74 w 209"/>
                <a:gd name="T19" fmla="*/ 188 h 265"/>
                <a:gd name="T20" fmla="*/ 21 w 209"/>
                <a:gd name="T21" fmla="*/ 81 h 265"/>
                <a:gd name="T22" fmla="*/ 139 w 209"/>
                <a:gd name="T23" fmla="*/ 22 h 265"/>
                <a:gd name="T24" fmla="*/ 178 w 209"/>
                <a:gd name="T25" fmla="*/ 100 h 265"/>
                <a:gd name="T26" fmla="*/ 180 w 209"/>
                <a:gd name="T27" fmla="*/ 67 h 265"/>
                <a:gd name="T28" fmla="*/ 152 w 209"/>
                <a:gd name="T29" fmla="*/ 11 h 265"/>
                <a:gd name="T30" fmla="*/ 130 w 209"/>
                <a:gd name="T31" fmla="*/ 4 h 265"/>
                <a:gd name="T32" fmla="*/ 11 w 209"/>
                <a:gd name="T33" fmla="*/ 64 h 265"/>
                <a:gd name="T34" fmla="*/ 4 w 209"/>
                <a:gd name="T35" fmla="*/ 85 h 265"/>
                <a:gd name="T36" fmla="*/ 89 w 209"/>
                <a:gd name="T37" fmla="*/ 254 h 265"/>
                <a:gd name="T38" fmla="*/ 111 w 209"/>
                <a:gd name="T39" fmla="*/ 261 h 265"/>
                <a:gd name="T40" fmla="*/ 209 w 209"/>
                <a:gd name="T41" fmla="*/ 211 h 265"/>
                <a:gd name="T42" fmla="*/ 209 w 209"/>
                <a:gd name="T43" fmla="*/ 201 h 265"/>
                <a:gd name="T44" fmla="*/ 176 w 209"/>
                <a:gd name="T45" fmla="*/ 215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9" h="265">
                  <a:moveTo>
                    <a:pt x="176" y="215"/>
                  </a:moveTo>
                  <a:cubicBezTo>
                    <a:pt x="174" y="215"/>
                    <a:pt x="172" y="216"/>
                    <a:pt x="170" y="216"/>
                  </a:cubicBezTo>
                  <a:cubicBezTo>
                    <a:pt x="169" y="218"/>
                    <a:pt x="168" y="221"/>
                    <a:pt x="165" y="222"/>
                  </a:cubicBezTo>
                  <a:cubicBezTo>
                    <a:pt x="161" y="224"/>
                    <a:pt x="157" y="222"/>
                    <a:pt x="155" y="218"/>
                  </a:cubicBezTo>
                  <a:cubicBezTo>
                    <a:pt x="145" y="219"/>
                    <a:pt x="137" y="220"/>
                    <a:pt x="131" y="220"/>
                  </a:cubicBezTo>
                  <a:cubicBezTo>
                    <a:pt x="122" y="220"/>
                    <a:pt x="115" y="219"/>
                    <a:pt x="112" y="219"/>
                  </a:cubicBezTo>
                  <a:cubicBezTo>
                    <a:pt x="94" y="228"/>
                    <a:pt x="94" y="228"/>
                    <a:pt x="94" y="228"/>
                  </a:cubicBezTo>
                  <a:cubicBezTo>
                    <a:pt x="83" y="205"/>
                    <a:pt x="83" y="205"/>
                    <a:pt x="83" y="205"/>
                  </a:cubicBezTo>
                  <a:cubicBezTo>
                    <a:pt x="83" y="204"/>
                    <a:pt x="82" y="204"/>
                    <a:pt x="82" y="204"/>
                  </a:cubicBezTo>
                  <a:cubicBezTo>
                    <a:pt x="78" y="199"/>
                    <a:pt x="76" y="194"/>
                    <a:pt x="74" y="188"/>
                  </a:cubicBezTo>
                  <a:cubicBezTo>
                    <a:pt x="21" y="81"/>
                    <a:pt x="21" y="81"/>
                    <a:pt x="21" y="81"/>
                  </a:cubicBezTo>
                  <a:cubicBezTo>
                    <a:pt x="139" y="22"/>
                    <a:pt x="139" y="22"/>
                    <a:pt x="139" y="22"/>
                  </a:cubicBezTo>
                  <a:cubicBezTo>
                    <a:pt x="178" y="100"/>
                    <a:pt x="178" y="100"/>
                    <a:pt x="178" y="100"/>
                  </a:cubicBezTo>
                  <a:cubicBezTo>
                    <a:pt x="179" y="90"/>
                    <a:pt x="180" y="78"/>
                    <a:pt x="180" y="67"/>
                  </a:cubicBezTo>
                  <a:cubicBezTo>
                    <a:pt x="152" y="11"/>
                    <a:pt x="152" y="11"/>
                    <a:pt x="152" y="11"/>
                  </a:cubicBezTo>
                  <a:cubicBezTo>
                    <a:pt x="148" y="3"/>
                    <a:pt x="138" y="0"/>
                    <a:pt x="130" y="4"/>
                  </a:cubicBezTo>
                  <a:cubicBezTo>
                    <a:pt x="11" y="64"/>
                    <a:pt x="11" y="64"/>
                    <a:pt x="11" y="64"/>
                  </a:cubicBezTo>
                  <a:cubicBezTo>
                    <a:pt x="3" y="67"/>
                    <a:pt x="0" y="77"/>
                    <a:pt x="4" y="85"/>
                  </a:cubicBezTo>
                  <a:cubicBezTo>
                    <a:pt x="89" y="254"/>
                    <a:pt x="89" y="254"/>
                    <a:pt x="89" y="254"/>
                  </a:cubicBezTo>
                  <a:cubicBezTo>
                    <a:pt x="93" y="262"/>
                    <a:pt x="103" y="265"/>
                    <a:pt x="111" y="261"/>
                  </a:cubicBezTo>
                  <a:cubicBezTo>
                    <a:pt x="209" y="211"/>
                    <a:pt x="209" y="211"/>
                    <a:pt x="209" y="211"/>
                  </a:cubicBezTo>
                  <a:cubicBezTo>
                    <a:pt x="209" y="201"/>
                    <a:pt x="209" y="201"/>
                    <a:pt x="209" y="201"/>
                  </a:cubicBezTo>
                  <a:cubicBezTo>
                    <a:pt x="198" y="208"/>
                    <a:pt x="186" y="212"/>
                    <a:pt x="176" y="21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69" name="Freeform 359"/>
            <p:cNvSpPr>
              <a:spLocks/>
            </p:cNvSpPr>
            <p:nvPr/>
          </p:nvSpPr>
          <p:spPr bwMode="auto">
            <a:xfrm>
              <a:off x="8643939" y="3903663"/>
              <a:ext cx="214313" cy="173038"/>
            </a:xfrm>
            <a:custGeom>
              <a:avLst/>
              <a:gdLst>
                <a:gd name="T0" fmla="*/ 26 w 180"/>
                <a:gd name="T1" fmla="*/ 145 h 145"/>
                <a:gd name="T2" fmla="*/ 28 w 180"/>
                <a:gd name="T3" fmla="*/ 145 h 145"/>
                <a:gd name="T4" fmla="*/ 161 w 180"/>
                <a:gd name="T5" fmla="*/ 145 h 145"/>
                <a:gd name="T6" fmla="*/ 180 w 180"/>
                <a:gd name="T7" fmla="*/ 90 h 145"/>
                <a:gd name="T8" fmla="*/ 90 w 180"/>
                <a:gd name="T9" fmla="*/ 0 h 145"/>
                <a:gd name="T10" fmla="*/ 0 w 180"/>
                <a:gd name="T11" fmla="*/ 90 h 145"/>
                <a:gd name="T12" fmla="*/ 19 w 180"/>
                <a:gd name="T13" fmla="*/ 145 h 145"/>
                <a:gd name="T14" fmla="*/ 21 w 180"/>
                <a:gd name="T15" fmla="*/ 145 h 145"/>
                <a:gd name="T16" fmla="*/ 26 w 180"/>
                <a:gd name="T17" fmla="*/ 14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0" h="145">
                  <a:moveTo>
                    <a:pt x="26" y="145"/>
                  </a:moveTo>
                  <a:cubicBezTo>
                    <a:pt x="26" y="145"/>
                    <a:pt x="27" y="145"/>
                    <a:pt x="28" y="145"/>
                  </a:cubicBezTo>
                  <a:cubicBezTo>
                    <a:pt x="161" y="145"/>
                    <a:pt x="161" y="145"/>
                    <a:pt x="161" y="145"/>
                  </a:cubicBezTo>
                  <a:cubicBezTo>
                    <a:pt x="173" y="130"/>
                    <a:pt x="180" y="111"/>
                    <a:pt x="180" y="90"/>
                  </a:cubicBezTo>
                  <a:cubicBezTo>
                    <a:pt x="180" y="40"/>
                    <a:pt x="140" y="0"/>
                    <a:pt x="90" y="0"/>
                  </a:cubicBezTo>
                  <a:cubicBezTo>
                    <a:pt x="40" y="0"/>
                    <a:pt x="0" y="40"/>
                    <a:pt x="0" y="90"/>
                  </a:cubicBezTo>
                  <a:cubicBezTo>
                    <a:pt x="0" y="110"/>
                    <a:pt x="7" y="130"/>
                    <a:pt x="19" y="145"/>
                  </a:cubicBezTo>
                  <a:cubicBezTo>
                    <a:pt x="19" y="145"/>
                    <a:pt x="20" y="145"/>
                    <a:pt x="21" y="145"/>
                  </a:cubicBezTo>
                  <a:cubicBezTo>
                    <a:pt x="22" y="145"/>
                    <a:pt x="24" y="145"/>
                    <a:pt x="26" y="14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70" name="Freeform 360"/>
            <p:cNvSpPr>
              <a:spLocks/>
            </p:cNvSpPr>
            <p:nvPr/>
          </p:nvSpPr>
          <p:spPr bwMode="auto">
            <a:xfrm>
              <a:off x="8447089" y="4049713"/>
              <a:ext cx="149225" cy="152400"/>
            </a:xfrm>
            <a:custGeom>
              <a:avLst/>
              <a:gdLst>
                <a:gd name="T0" fmla="*/ 41 w 125"/>
                <a:gd name="T1" fmla="*/ 100 h 127"/>
                <a:gd name="T2" fmla="*/ 16 w 125"/>
                <a:gd name="T3" fmla="*/ 49 h 127"/>
                <a:gd name="T4" fmla="*/ 72 w 125"/>
                <a:gd name="T5" fmla="*/ 21 h 127"/>
                <a:gd name="T6" fmla="*/ 113 w 125"/>
                <a:gd name="T7" fmla="*/ 100 h 127"/>
                <a:gd name="T8" fmla="*/ 90 w 125"/>
                <a:gd name="T9" fmla="*/ 112 h 127"/>
                <a:gd name="T10" fmla="*/ 91 w 125"/>
                <a:gd name="T11" fmla="*/ 113 h 127"/>
                <a:gd name="T12" fmla="*/ 104 w 125"/>
                <a:gd name="T13" fmla="*/ 127 h 127"/>
                <a:gd name="T14" fmla="*/ 104 w 125"/>
                <a:gd name="T15" fmla="*/ 127 h 127"/>
                <a:gd name="T16" fmla="*/ 115 w 125"/>
                <a:gd name="T17" fmla="*/ 115 h 127"/>
                <a:gd name="T18" fmla="*/ 125 w 125"/>
                <a:gd name="T19" fmla="*/ 100 h 127"/>
                <a:gd name="T20" fmla="*/ 80 w 125"/>
                <a:gd name="T21" fmla="*/ 11 h 127"/>
                <a:gd name="T22" fmla="*/ 58 w 125"/>
                <a:gd name="T23" fmla="*/ 4 h 127"/>
                <a:gd name="T24" fmla="*/ 11 w 125"/>
                <a:gd name="T25" fmla="*/ 28 h 127"/>
                <a:gd name="T26" fmla="*/ 4 w 125"/>
                <a:gd name="T27" fmla="*/ 49 h 127"/>
                <a:gd name="T28" fmla="*/ 32 w 125"/>
                <a:gd name="T29" fmla="*/ 106 h 127"/>
                <a:gd name="T30" fmla="*/ 35 w 125"/>
                <a:gd name="T31" fmla="*/ 103 h 127"/>
                <a:gd name="T32" fmla="*/ 41 w 125"/>
                <a:gd name="T33" fmla="*/ 10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5" h="127">
                  <a:moveTo>
                    <a:pt x="41" y="100"/>
                  </a:moveTo>
                  <a:cubicBezTo>
                    <a:pt x="16" y="49"/>
                    <a:pt x="16" y="49"/>
                    <a:pt x="16" y="49"/>
                  </a:cubicBezTo>
                  <a:cubicBezTo>
                    <a:pt x="72" y="21"/>
                    <a:pt x="72" y="21"/>
                    <a:pt x="72" y="21"/>
                  </a:cubicBezTo>
                  <a:cubicBezTo>
                    <a:pt x="113" y="100"/>
                    <a:pt x="113" y="100"/>
                    <a:pt x="113" y="100"/>
                  </a:cubicBezTo>
                  <a:cubicBezTo>
                    <a:pt x="90" y="112"/>
                    <a:pt x="90" y="112"/>
                    <a:pt x="90" y="112"/>
                  </a:cubicBezTo>
                  <a:cubicBezTo>
                    <a:pt x="90" y="112"/>
                    <a:pt x="90" y="112"/>
                    <a:pt x="91" y="113"/>
                  </a:cubicBezTo>
                  <a:cubicBezTo>
                    <a:pt x="98" y="122"/>
                    <a:pt x="102" y="126"/>
                    <a:pt x="104" y="127"/>
                  </a:cubicBezTo>
                  <a:cubicBezTo>
                    <a:pt x="104" y="127"/>
                    <a:pt x="104" y="127"/>
                    <a:pt x="104" y="127"/>
                  </a:cubicBezTo>
                  <a:cubicBezTo>
                    <a:pt x="106" y="125"/>
                    <a:pt x="110" y="121"/>
                    <a:pt x="115" y="115"/>
                  </a:cubicBezTo>
                  <a:cubicBezTo>
                    <a:pt x="118" y="111"/>
                    <a:pt x="122" y="106"/>
                    <a:pt x="125" y="100"/>
                  </a:cubicBezTo>
                  <a:cubicBezTo>
                    <a:pt x="80" y="11"/>
                    <a:pt x="80" y="11"/>
                    <a:pt x="80" y="11"/>
                  </a:cubicBezTo>
                  <a:cubicBezTo>
                    <a:pt x="76" y="3"/>
                    <a:pt x="66" y="0"/>
                    <a:pt x="58" y="4"/>
                  </a:cubicBezTo>
                  <a:cubicBezTo>
                    <a:pt x="11" y="28"/>
                    <a:pt x="11" y="28"/>
                    <a:pt x="11" y="28"/>
                  </a:cubicBezTo>
                  <a:cubicBezTo>
                    <a:pt x="3" y="32"/>
                    <a:pt x="0" y="41"/>
                    <a:pt x="4" y="49"/>
                  </a:cubicBezTo>
                  <a:cubicBezTo>
                    <a:pt x="32" y="106"/>
                    <a:pt x="32" y="106"/>
                    <a:pt x="32" y="106"/>
                  </a:cubicBezTo>
                  <a:cubicBezTo>
                    <a:pt x="33" y="105"/>
                    <a:pt x="34" y="104"/>
                    <a:pt x="35" y="103"/>
                  </a:cubicBezTo>
                  <a:cubicBezTo>
                    <a:pt x="37" y="102"/>
                    <a:pt x="39" y="101"/>
                    <a:pt x="41" y="10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71" name="Freeform 361"/>
            <p:cNvSpPr>
              <a:spLocks/>
            </p:cNvSpPr>
            <p:nvPr/>
          </p:nvSpPr>
          <p:spPr bwMode="auto">
            <a:xfrm>
              <a:off x="7043739" y="4230688"/>
              <a:ext cx="295275" cy="277813"/>
            </a:xfrm>
            <a:custGeom>
              <a:avLst/>
              <a:gdLst>
                <a:gd name="T0" fmla="*/ 246 w 246"/>
                <a:gd name="T1" fmla="*/ 216 h 232"/>
                <a:gd name="T2" fmla="*/ 246 w 246"/>
                <a:gd name="T3" fmla="*/ 7 h 232"/>
                <a:gd name="T4" fmla="*/ 26 w 246"/>
                <a:gd name="T5" fmla="*/ 7 h 232"/>
                <a:gd name="T6" fmla="*/ 0 w 246"/>
                <a:gd name="T7" fmla="*/ 0 h 232"/>
                <a:gd name="T8" fmla="*/ 0 w 246"/>
                <a:gd name="T9" fmla="*/ 216 h 232"/>
                <a:gd name="T10" fmla="*/ 16 w 246"/>
                <a:gd name="T11" fmla="*/ 232 h 232"/>
                <a:gd name="T12" fmla="*/ 230 w 246"/>
                <a:gd name="T13" fmla="*/ 232 h 232"/>
                <a:gd name="T14" fmla="*/ 246 w 246"/>
                <a:gd name="T15" fmla="*/ 216 h 2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6" h="232">
                  <a:moveTo>
                    <a:pt x="246" y="216"/>
                  </a:moveTo>
                  <a:cubicBezTo>
                    <a:pt x="246" y="7"/>
                    <a:pt x="246" y="7"/>
                    <a:pt x="246" y="7"/>
                  </a:cubicBezTo>
                  <a:cubicBezTo>
                    <a:pt x="26" y="7"/>
                    <a:pt x="26" y="7"/>
                    <a:pt x="26" y="7"/>
                  </a:cubicBezTo>
                  <a:cubicBezTo>
                    <a:pt x="16" y="7"/>
                    <a:pt x="7" y="4"/>
                    <a:pt x="0" y="0"/>
                  </a:cubicBezTo>
                  <a:cubicBezTo>
                    <a:pt x="0" y="216"/>
                    <a:pt x="0" y="216"/>
                    <a:pt x="0" y="216"/>
                  </a:cubicBezTo>
                  <a:cubicBezTo>
                    <a:pt x="0" y="225"/>
                    <a:pt x="7" y="232"/>
                    <a:pt x="16" y="232"/>
                  </a:cubicBezTo>
                  <a:cubicBezTo>
                    <a:pt x="230" y="232"/>
                    <a:pt x="230" y="232"/>
                    <a:pt x="230" y="232"/>
                  </a:cubicBezTo>
                  <a:cubicBezTo>
                    <a:pt x="239" y="232"/>
                    <a:pt x="246" y="225"/>
                    <a:pt x="246" y="21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72" name="Freeform 362"/>
            <p:cNvSpPr>
              <a:spLocks/>
            </p:cNvSpPr>
            <p:nvPr/>
          </p:nvSpPr>
          <p:spPr bwMode="auto">
            <a:xfrm>
              <a:off x="7358064" y="3832226"/>
              <a:ext cx="295275" cy="209550"/>
            </a:xfrm>
            <a:custGeom>
              <a:avLst/>
              <a:gdLst>
                <a:gd name="T0" fmla="*/ 16 w 246"/>
                <a:gd name="T1" fmla="*/ 99 h 175"/>
                <a:gd name="T2" fmla="*/ 16 w 246"/>
                <a:gd name="T3" fmla="*/ 16 h 175"/>
                <a:gd name="T4" fmla="*/ 218 w 246"/>
                <a:gd name="T5" fmla="*/ 16 h 175"/>
                <a:gd name="T6" fmla="*/ 218 w 246"/>
                <a:gd name="T7" fmla="*/ 144 h 175"/>
                <a:gd name="T8" fmla="*/ 73 w 246"/>
                <a:gd name="T9" fmla="*/ 144 h 175"/>
                <a:gd name="T10" fmla="*/ 64 w 246"/>
                <a:gd name="T11" fmla="*/ 163 h 175"/>
                <a:gd name="T12" fmla="*/ 50 w 246"/>
                <a:gd name="T13" fmla="*/ 175 h 175"/>
                <a:gd name="T14" fmla="*/ 246 w 246"/>
                <a:gd name="T15" fmla="*/ 175 h 175"/>
                <a:gd name="T16" fmla="*/ 246 w 246"/>
                <a:gd name="T17" fmla="*/ 156 h 175"/>
                <a:gd name="T18" fmla="*/ 234 w 246"/>
                <a:gd name="T19" fmla="*/ 156 h 175"/>
                <a:gd name="T20" fmla="*/ 234 w 246"/>
                <a:gd name="T21" fmla="*/ 0 h 175"/>
                <a:gd name="T22" fmla="*/ 0 w 246"/>
                <a:gd name="T23" fmla="*/ 0 h 175"/>
                <a:gd name="T24" fmla="*/ 0 w 246"/>
                <a:gd name="T25" fmla="*/ 98 h 175"/>
                <a:gd name="T26" fmla="*/ 15 w 246"/>
                <a:gd name="T27" fmla="*/ 99 h 175"/>
                <a:gd name="T28" fmla="*/ 16 w 246"/>
                <a:gd name="T29" fmla="*/ 99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6" h="175">
                  <a:moveTo>
                    <a:pt x="16" y="99"/>
                  </a:moveTo>
                  <a:cubicBezTo>
                    <a:pt x="16" y="16"/>
                    <a:pt x="16" y="16"/>
                    <a:pt x="16" y="16"/>
                  </a:cubicBezTo>
                  <a:cubicBezTo>
                    <a:pt x="218" y="16"/>
                    <a:pt x="218" y="16"/>
                    <a:pt x="218" y="16"/>
                  </a:cubicBezTo>
                  <a:cubicBezTo>
                    <a:pt x="218" y="144"/>
                    <a:pt x="218" y="144"/>
                    <a:pt x="218" y="144"/>
                  </a:cubicBezTo>
                  <a:cubicBezTo>
                    <a:pt x="73" y="144"/>
                    <a:pt x="73" y="144"/>
                    <a:pt x="73" y="144"/>
                  </a:cubicBezTo>
                  <a:cubicBezTo>
                    <a:pt x="72" y="151"/>
                    <a:pt x="69" y="158"/>
                    <a:pt x="64" y="163"/>
                  </a:cubicBezTo>
                  <a:cubicBezTo>
                    <a:pt x="60" y="168"/>
                    <a:pt x="55" y="172"/>
                    <a:pt x="50" y="175"/>
                  </a:cubicBezTo>
                  <a:cubicBezTo>
                    <a:pt x="246" y="175"/>
                    <a:pt x="246" y="175"/>
                    <a:pt x="246" y="175"/>
                  </a:cubicBezTo>
                  <a:cubicBezTo>
                    <a:pt x="246" y="156"/>
                    <a:pt x="246" y="156"/>
                    <a:pt x="246" y="156"/>
                  </a:cubicBezTo>
                  <a:cubicBezTo>
                    <a:pt x="234" y="156"/>
                    <a:pt x="234" y="156"/>
                    <a:pt x="234" y="156"/>
                  </a:cubicBezTo>
                  <a:cubicBezTo>
                    <a:pt x="234" y="0"/>
                    <a:pt x="234" y="0"/>
                    <a:pt x="234" y="0"/>
                  </a:cubicBezTo>
                  <a:cubicBezTo>
                    <a:pt x="0" y="0"/>
                    <a:pt x="0" y="0"/>
                    <a:pt x="0" y="0"/>
                  </a:cubicBezTo>
                  <a:cubicBezTo>
                    <a:pt x="0" y="98"/>
                    <a:pt x="0" y="98"/>
                    <a:pt x="0" y="98"/>
                  </a:cubicBezTo>
                  <a:cubicBezTo>
                    <a:pt x="5" y="99"/>
                    <a:pt x="10" y="99"/>
                    <a:pt x="15" y="99"/>
                  </a:cubicBezTo>
                  <a:cubicBezTo>
                    <a:pt x="16" y="99"/>
                    <a:pt x="16" y="99"/>
                    <a:pt x="16" y="9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73" name="Freeform 363"/>
            <p:cNvSpPr>
              <a:spLocks/>
            </p:cNvSpPr>
            <p:nvPr/>
          </p:nvSpPr>
          <p:spPr bwMode="auto">
            <a:xfrm>
              <a:off x="7283451" y="4065588"/>
              <a:ext cx="393700" cy="55563"/>
            </a:xfrm>
            <a:custGeom>
              <a:avLst/>
              <a:gdLst>
                <a:gd name="T0" fmla="*/ 122 w 329"/>
                <a:gd name="T1" fmla="*/ 29 h 46"/>
                <a:gd name="T2" fmla="*/ 163 w 329"/>
                <a:gd name="T3" fmla="*/ 46 h 46"/>
                <a:gd name="T4" fmla="*/ 163 w 329"/>
                <a:gd name="T5" fmla="*/ 46 h 46"/>
                <a:gd name="T6" fmla="*/ 329 w 329"/>
                <a:gd name="T7" fmla="*/ 46 h 46"/>
                <a:gd name="T8" fmla="*/ 329 w 329"/>
                <a:gd name="T9" fmla="*/ 0 h 46"/>
                <a:gd name="T10" fmla="*/ 0 w 329"/>
                <a:gd name="T11" fmla="*/ 0 h 46"/>
                <a:gd name="T12" fmla="*/ 0 w 329"/>
                <a:gd name="T13" fmla="*/ 29 h 46"/>
                <a:gd name="T14" fmla="*/ 122 w 329"/>
                <a:gd name="T15" fmla="*/ 29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9" h="46">
                  <a:moveTo>
                    <a:pt x="122" y="29"/>
                  </a:moveTo>
                  <a:cubicBezTo>
                    <a:pt x="137" y="29"/>
                    <a:pt x="152" y="35"/>
                    <a:pt x="163" y="46"/>
                  </a:cubicBezTo>
                  <a:cubicBezTo>
                    <a:pt x="163" y="46"/>
                    <a:pt x="163" y="46"/>
                    <a:pt x="163" y="46"/>
                  </a:cubicBezTo>
                  <a:cubicBezTo>
                    <a:pt x="329" y="46"/>
                    <a:pt x="329" y="46"/>
                    <a:pt x="329" y="46"/>
                  </a:cubicBezTo>
                  <a:cubicBezTo>
                    <a:pt x="329" y="0"/>
                    <a:pt x="329" y="0"/>
                    <a:pt x="329" y="0"/>
                  </a:cubicBezTo>
                  <a:cubicBezTo>
                    <a:pt x="0" y="0"/>
                    <a:pt x="0" y="0"/>
                    <a:pt x="0" y="0"/>
                  </a:cubicBezTo>
                  <a:cubicBezTo>
                    <a:pt x="0" y="29"/>
                    <a:pt x="0" y="29"/>
                    <a:pt x="0" y="29"/>
                  </a:cubicBezTo>
                  <a:lnTo>
                    <a:pt x="122" y="29"/>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74" name="Freeform 364"/>
            <p:cNvSpPr>
              <a:spLocks/>
            </p:cNvSpPr>
            <p:nvPr/>
          </p:nvSpPr>
          <p:spPr bwMode="auto">
            <a:xfrm>
              <a:off x="7053264" y="3549651"/>
              <a:ext cx="215900" cy="188913"/>
            </a:xfrm>
            <a:custGeom>
              <a:avLst/>
              <a:gdLst>
                <a:gd name="T0" fmla="*/ 180 w 180"/>
                <a:gd name="T1" fmla="*/ 90 h 159"/>
                <a:gd name="T2" fmla="*/ 90 w 180"/>
                <a:gd name="T3" fmla="*/ 0 h 159"/>
                <a:gd name="T4" fmla="*/ 0 w 180"/>
                <a:gd name="T5" fmla="*/ 90 h 159"/>
                <a:gd name="T6" fmla="*/ 32 w 180"/>
                <a:gd name="T7" fmla="*/ 159 h 159"/>
                <a:gd name="T8" fmla="*/ 148 w 180"/>
                <a:gd name="T9" fmla="*/ 159 h 159"/>
                <a:gd name="T10" fmla="*/ 180 w 180"/>
                <a:gd name="T11" fmla="*/ 90 h 159"/>
              </a:gdLst>
              <a:ahLst/>
              <a:cxnLst>
                <a:cxn ang="0">
                  <a:pos x="T0" y="T1"/>
                </a:cxn>
                <a:cxn ang="0">
                  <a:pos x="T2" y="T3"/>
                </a:cxn>
                <a:cxn ang="0">
                  <a:pos x="T4" y="T5"/>
                </a:cxn>
                <a:cxn ang="0">
                  <a:pos x="T6" y="T7"/>
                </a:cxn>
                <a:cxn ang="0">
                  <a:pos x="T8" y="T9"/>
                </a:cxn>
                <a:cxn ang="0">
                  <a:pos x="T10" y="T11"/>
                </a:cxn>
              </a:cxnLst>
              <a:rect l="0" t="0" r="r" b="b"/>
              <a:pathLst>
                <a:path w="180" h="159">
                  <a:moveTo>
                    <a:pt x="180" y="90"/>
                  </a:moveTo>
                  <a:cubicBezTo>
                    <a:pt x="180" y="41"/>
                    <a:pt x="140" y="0"/>
                    <a:pt x="90" y="0"/>
                  </a:cubicBezTo>
                  <a:cubicBezTo>
                    <a:pt x="40" y="0"/>
                    <a:pt x="0" y="41"/>
                    <a:pt x="0" y="90"/>
                  </a:cubicBezTo>
                  <a:cubicBezTo>
                    <a:pt x="0" y="118"/>
                    <a:pt x="12" y="143"/>
                    <a:pt x="32" y="159"/>
                  </a:cubicBezTo>
                  <a:cubicBezTo>
                    <a:pt x="148" y="159"/>
                    <a:pt x="148" y="159"/>
                    <a:pt x="148" y="159"/>
                  </a:cubicBezTo>
                  <a:cubicBezTo>
                    <a:pt x="167" y="143"/>
                    <a:pt x="180" y="118"/>
                    <a:pt x="180" y="9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75" name="Freeform 365"/>
            <p:cNvSpPr>
              <a:spLocks/>
            </p:cNvSpPr>
            <p:nvPr/>
          </p:nvSpPr>
          <p:spPr bwMode="auto">
            <a:xfrm>
              <a:off x="6910389" y="3749676"/>
              <a:ext cx="579438" cy="749300"/>
            </a:xfrm>
            <a:custGeom>
              <a:avLst/>
              <a:gdLst>
                <a:gd name="T0" fmla="*/ 79 w 483"/>
                <a:gd name="T1" fmla="*/ 154 h 626"/>
                <a:gd name="T2" fmla="*/ 66 w 483"/>
                <a:gd name="T3" fmla="*/ 139 h 626"/>
                <a:gd name="T4" fmla="*/ 66 w 483"/>
                <a:gd name="T5" fmla="*/ 139 h 626"/>
                <a:gd name="T6" fmla="*/ 64 w 483"/>
                <a:gd name="T7" fmla="*/ 132 h 626"/>
                <a:gd name="T8" fmla="*/ 64 w 483"/>
                <a:gd name="T9" fmla="*/ 130 h 626"/>
                <a:gd name="T10" fmla="*/ 70 w 483"/>
                <a:gd name="T11" fmla="*/ 109 h 626"/>
                <a:gd name="T12" fmla="*/ 87 w 483"/>
                <a:gd name="T13" fmla="*/ 87 h 626"/>
                <a:gd name="T14" fmla="*/ 87 w 483"/>
                <a:gd name="T15" fmla="*/ 352 h 626"/>
                <a:gd name="T16" fmla="*/ 87 w 483"/>
                <a:gd name="T17" fmla="*/ 352 h 626"/>
                <a:gd name="T18" fmla="*/ 137 w 483"/>
                <a:gd name="T19" fmla="*/ 402 h 626"/>
                <a:gd name="T20" fmla="*/ 383 w 483"/>
                <a:gd name="T21" fmla="*/ 402 h 626"/>
                <a:gd name="T22" fmla="*/ 383 w 483"/>
                <a:gd name="T23" fmla="*/ 576 h 626"/>
                <a:gd name="T24" fmla="*/ 433 w 483"/>
                <a:gd name="T25" fmla="*/ 626 h 626"/>
                <a:gd name="T26" fmla="*/ 483 w 483"/>
                <a:gd name="T27" fmla="*/ 576 h 626"/>
                <a:gd name="T28" fmla="*/ 483 w 483"/>
                <a:gd name="T29" fmla="*/ 352 h 626"/>
                <a:gd name="T30" fmla="*/ 468 w 483"/>
                <a:gd name="T31" fmla="*/ 316 h 626"/>
                <a:gd name="T32" fmla="*/ 433 w 483"/>
                <a:gd name="T33" fmla="*/ 302 h 626"/>
                <a:gd name="T34" fmla="*/ 303 w 483"/>
                <a:gd name="T35" fmla="*/ 302 h 626"/>
                <a:gd name="T36" fmla="*/ 303 w 483"/>
                <a:gd name="T37" fmla="*/ 214 h 626"/>
                <a:gd name="T38" fmla="*/ 347 w 483"/>
                <a:gd name="T39" fmla="*/ 236 h 626"/>
                <a:gd name="T40" fmla="*/ 390 w 483"/>
                <a:gd name="T41" fmla="*/ 241 h 626"/>
                <a:gd name="T42" fmla="*/ 411 w 483"/>
                <a:gd name="T43" fmla="*/ 240 h 626"/>
                <a:gd name="T44" fmla="*/ 439 w 483"/>
                <a:gd name="T45" fmla="*/ 205 h 626"/>
                <a:gd name="T46" fmla="*/ 404 w 483"/>
                <a:gd name="T47" fmla="*/ 176 h 626"/>
                <a:gd name="T48" fmla="*/ 390 w 483"/>
                <a:gd name="T49" fmla="*/ 177 h 626"/>
                <a:gd name="T50" fmla="*/ 362 w 483"/>
                <a:gd name="T51" fmla="*/ 174 h 626"/>
                <a:gd name="T52" fmla="*/ 348 w 483"/>
                <a:gd name="T53" fmla="*/ 168 h 626"/>
                <a:gd name="T54" fmla="*/ 336 w 483"/>
                <a:gd name="T55" fmla="*/ 137 h 626"/>
                <a:gd name="T56" fmla="*/ 332 w 483"/>
                <a:gd name="T57" fmla="*/ 67 h 626"/>
                <a:gd name="T58" fmla="*/ 325 w 483"/>
                <a:gd name="T59" fmla="*/ 30 h 626"/>
                <a:gd name="T60" fmla="*/ 310 w 483"/>
                <a:gd name="T61" fmla="*/ 10 h 626"/>
                <a:gd name="T62" fmla="*/ 282 w 483"/>
                <a:gd name="T63" fmla="*/ 0 h 626"/>
                <a:gd name="T64" fmla="*/ 278 w 483"/>
                <a:gd name="T65" fmla="*/ 1 h 626"/>
                <a:gd name="T66" fmla="*/ 272 w 483"/>
                <a:gd name="T67" fmla="*/ 0 h 626"/>
                <a:gd name="T68" fmla="*/ 118 w 483"/>
                <a:gd name="T69" fmla="*/ 0 h 626"/>
                <a:gd name="T70" fmla="*/ 111 w 483"/>
                <a:gd name="T71" fmla="*/ 1 h 626"/>
                <a:gd name="T72" fmla="*/ 78 w 483"/>
                <a:gd name="T73" fmla="*/ 13 h 626"/>
                <a:gd name="T74" fmla="*/ 27 w 483"/>
                <a:gd name="T75" fmla="*/ 59 h 626"/>
                <a:gd name="T76" fmla="*/ 0 w 483"/>
                <a:gd name="T77" fmla="*/ 130 h 626"/>
                <a:gd name="T78" fmla="*/ 0 w 483"/>
                <a:gd name="T79" fmla="*/ 135 h 626"/>
                <a:gd name="T80" fmla="*/ 6 w 483"/>
                <a:gd name="T81" fmla="*/ 161 h 626"/>
                <a:gd name="T82" fmla="*/ 6 w 483"/>
                <a:gd name="T83" fmla="*/ 162 h 626"/>
                <a:gd name="T84" fmla="*/ 6 w 483"/>
                <a:gd name="T85" fmla="*/ 162 h 626"/>
                <a:gd name="T86" fmla="*/ 53 w 483"/>
                <a:gd name="T87" fmla="*/ 214 h 626"/>
                <a:gd name="T88" fmla="*/ 79 w 483"/>
                <a:gd name="T89" fmla="*/ 227 h 626"/>
                <a:gd name="T90" fmla="*/ 79 w 483"/>
                <a:gd name="T91" fmla="*/ 154 h 6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83" h="626">
                  <a:moveTo>
                    <a:pt x="79" y="154"/>
                  </a:moveTo>
                  <a:cubicBezTo>
                    <a:pt x="71" y="148"/>
                    <a:pt x="68" y="143"/>
                    <a:pt x="66" y="139"/>
                  </a:cubicBezTo>
                  <a:cubicBezTo>
                    <a:pt x="66" y="139"/>
                    <a:pt x="66" y="139"/>
                    <a:pt x="66" y="139"/>
                  </a:cubicBezTo>
                  <a:cubicBezTo>
                    <a:pt x="65" y="137"/>
                    <a:pt x="65" y="134"/>
                    <a:pt x="64" y="132"/>
                  </a:cubicBezTo>
                  <a:cubicBezTo>
                    <a:pt x="64" y="131"/>
                    <a:pt x="64" y="131"/>
                    <a:pt x="64" y="130"/>
                  </a:cubicBezTo>
                  <a:cubicBezTo>
                    <a:pt x="64" y="125"/>
                    <a:pt x="66" y="117"/>
                    <a:pt x="70" y="109"/>
                  </a:cubicBezTo>
                  <a:cubicBezTo>
                    <a:pt x="74" y="102"/>
                    <a:pt x="80" y="94"/>
                    <a:pt x="87" y="87"/>
                  </a:cubicBezTo>
                  <a:cubicBezTo>
                    <a:pt x="87" y="352"/>
                    <a:pt x="87" y="352"/>
                    <a:pt x="87" y="352"/>
                  </a:cubicBezTo>
                  <a:cubicBezTo>
                    <a:pt x="87" y="352"/>
                    <a:pt x="87" y="352"/>
                    <a:pt x="87" y="352"/>
                  </a:cubicBezTo>
                  <a:cubicBezTo>
                    <a:pt x="87" y="379"/>
                    <a:pt x="109" y="402"/>
                    <a:pt x="137" y="402"/>
                  </a:cubicBezTo>
                  <a:cubicBezTo>
                    <a:pt x="383" y="402"/>
                    <a:pt x="383" y="402"/>
                    <a:pt x="383" y="402"/>
                  </a:cubicBezTo>
                  <a:cubicBezTo>
                    <a:pt x="383" y="576"/>
                    <a:pt x="383" y="576"/>
                    <a:pt x="383" y="576"/>
                  </a:cubicBezTo>
                  <a:cubicBezTo>
                    <a:pt x="383" y="603"/>
                    <a:pt x="405" y="626"/>
                    <a:pt x="433" y="626"/>
                  </a:cubicBezTo>
                  <a:cubicBezTo>
                    <a:pt x="460" y="626"/>
                    <a:pt x="483" y="603"/>
                    <a:pt x="483" y="576"/>
                  </a:cubicBezTo>
                  <a:cubicBezTo>
                    <a:pt x="483" y="352"/>
                    <a:pt x="483" y="352"/>
                    <a:pt x="483" y="352"/>
                  </a:cubicBezTo>
                  <a:cubicBezTo>
                    <a:pt x="483" y="339"/>
                    <a:pt x="477" y="326"/>
                    <a:pt x="468" y="316"/>
                  </a:cubicBezTo>
                  <a:cubicBezTo>
                    <a:pt x="459" y="307"/>
                    <a:pt x="446" y="302"/>
                    <a:pt x="433" y="302"/>
                  </a:cubicBezTo>
                  <a:cubicBezTo>
                    <a:pt x="303" y="302"/>
                    <a:pt x="303" y="302"/>
                    <a:pt x="303" y="302"/>
                  </a:cubicBezTo>
                  <a:cubicBezTo>
                    <a:pt x="303" y="214"/>
                    <a:pt x="303" y="214"/>
                    <a:pt x="303" y="214"/>
                  </a:cubicBezTo>
                  <a:cubicBezTo>
                    <a:pt x="317" y="227"/>
                    <a:pt x="333" y="233"/>
                    <a:pt x="347" y="236"/>
                  </a:cubicBezTo>
                  <a:cubicBezTo>
                    <a:pt x="363" y="240"/>
                    <a:pt x="378" y="241"/>
                    <a:pt x="390" y="241"/>
                  </a:cubicBezTo>
                  <a:cubicBezTo>
                    <a:pt x="402" y="241"/>
                    <a:pt x="410" y="240"/>
                    <a:pt x="411" y="240"/>
                  </a:cubicBezTo>
                  <a:cubicBezTo>
                    <a:pt x="428" y="238"/>
                    <a:pt x="441" y="222"/>
                    <a:pt x="439" y="205"/>
                  </a:cubicBezTo>
                  <a:cubicBezTo>
                    <a:pt x="437" y="187"/>
                    <a:pt x="421" y="175"/>
                    <a:pt x="404" y="176"/>
                  </a:cubicBezTo>
                  <a:cubicBezTo>
                    <a:pt x="403" y="177"/>
                    <a:pt x="397" y="177"/>
                    <a:pt x="390" y="177"/>
                  </a:cubicBezTo>
                  <a:cubicBezTo>
                    <a:pt x="381" y="177"/>
                    <a:pt x="370" y="176"/>
                    <a:pt x="362" y="174"/>
                  </a:cubicBezTo>
                  <a:cubicBezTo>
                    <a:pt x="353" y="172"/>
                    <a:pt x="348" y="169"/>
                    <a:pt x="348" y="168"/>
                  </a:cubicBezTo>
                  <a:cubicBezTo>
                    <a:pt x="342" y="161"/>
                    <a:pt x="338" y="151"/>
                    <a:pt x="336" y="137"/>
                  </a:cubicBezTo>
                  <a:cubicBezTo>
                    <a:pt x="332" y="116"/>
                    <a:pt x="333" y="90"/>
                    <a:pt x="332" y="67"/>
                  </a:cubicBezTo>
                  <a:cubicBezTo>
                    <a:pt x="331" y="55"/>
                    <a:pt x="331" y="43"/>
                    <a:pt x="325" y="30"/>
                  </a:cubicBezTo>
                  <a:cubicBezTo>
                    <a:pt x="322" y="23"/>
                    <a:pt x="318" y="16"/>
                    <a:pt x="310" y="10"/>
                  </a:cubicBezTo>
                  <a:cubicBezTo>
                    <a:pt x="302" y="3"/>
                    <a:pt x="291" y="0"/>
                    <a:pt x="282" y="0"/>
                  </a:cubicBezTo>
                  <a:cubicBezTo>
                    <a:pt x="281" y="0"/>
                    <a:pt x="279" y="0"/>
                    <a:pt x="278" y="1"/>
                  </a:cubicBezTo>
                  <a:cubicBezTo>
                    <a:pt x="276" y="0"/>
                    <a:pt x="274" y="0"/>
                    <a:pt x="272" y="0"/>
                  </a:cubicBezTo>
                  <a:cubicBezTo>
                    <a:pt x="118" y="0"/>
                    <a:pt x="118" y="0"/>
                    <a:pt x="118" y="0"/>
                  </a:cubicBezTo>
                  <a:cubicBezTo>
                    <a:pt x="115" y="0"/>
                    <a:pt x="113" y="1"/>
                    <a:pt x="111" y="1"/>
                  </a:cubicBezTo>
                  <a:cubicBezTo>
                    <a:pt x="98" y="3"/>
                    <a:pt x="88" y="7"/>
                    <a:pt x="78" y="13"/>
                  </a:cubicBezTo>
                  <a:cubicBezTo>
                    <a:pt x="60" y="24"/>
                    <a:pt x="42" y="39"/>
                    <a:pt x="27" y="59"/>
                  </a:cubicBezTo>
                  <a:cubicBezTo>
                    <a:pt x="13" y="78"/>
                    <a:pt x="1" y="102"/>
                    <a:pt x="0" y="130"/>
                  </a:cubicBezTo>
                  <a:cubicBezTo>
                    <a:pt x="0" y="132"/>
                    <a:pt x="0" y="133"/>
                    <a:pt x="0" y="135"/>
                  </a:cubicBezTo>
                  <a:cubicBezTo>
                    <a:pt x="1" y="143"/>
                    <a:pt x="3" y="152"/>
                    <a:pt x="6" y="161"/>
                  </a:cubicBezTo>
                  <a:cubicBezTo>
                    <a:pt x="6" y="161"/>
                    <a:pt x="6" y="161"/>
                    <a:pt x="6" y="162"/>
                  </a:cubicBezTo>
                  <a:cubicBezTo>
                    <a:pt x="6" y="162"/>
                    <a:pt x="6" y="162"/>
                    <a:pt x="6" y="162"/>
                  </a:cubicBezTo>
                  <a:cubicBezTo>
                    <a:pt x="14" y="183"/>
                    <a:pt x="31" y="201"/>
                    <a:pt x="53" y="214"/>
                  </a:cubicBezTo>
                  <a:cubicBezTo>
                    <a:pt x="61" y="219"/>
                    <a:pt x="69" y="223"/>
                    <a:pt x="79" y="227"/>
                  </a:cubicBezTo>
                  <a:lnTo>
                    <a:pt x="79" y="154"/>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76" name="Freeform 366"/>
            <p:cNvSpPr>
              <a:spLocks/>
            </p:cNvSpPr>
            <p:nvPr/>
          </p:nvSpPr>
          <p:spPr bwMode="auto">
            <a:xfrm>
              <a:off x="7288214" y="5313363"/>
              <a:ext cx="295275" cy="277813"/>
            </a:xfrm>
            <a:custGeom>
              <a:avLst/>
              <a:gdLst>
                <a:gd name="T0" fmla="*/ 26 w 247"/>
                <a:gd name="T1" fmla="*/ 7 h 232"/>
                <a:gd name="T2" fmla="*/ 0 w 247"/>
                <a:gd name="T3" fmla="*/ 0 h 232"/>
                <a:gd name="T4" fmla="*/ 0 w 247"/>
                <a:gd name="T5" fmla="*/ 216 h 232"/>
                <a:gd name="T6" fmla="*/ 16 w 247"/>
                <a:gd name="T7" fmla="*/ 232 h 232"/>
                <a:gd name="T8" fmla="*/ 231 w 247"/>
                <a:gd name="T9" fmla="*/ 232 h 232"/>
                <a:gd name="T10" fmla="*/ 247 w 247"/>
                <a:gd name="T11" fmla="*/ 216 h 232"/>
                <a:gd name="T12" fmla="*/ 247 w 247"/>
                <a:gd name="T13" fmla="*/ 7 h 232"/>
                <a:gd name="T14" fmla="*/ 26 w 247"/>
                <a:gd name="T15" fmla="*/ 7 h 2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7" h="232">
                  <a:moveTo>
                    <a:pt x="26" y="7"/>
                  </a:moveTo>
                  <a:cubicBezTo>
                    <a:pt x="17" y="7"/>
                    <a:pt x="8" y="4"/>
                    <a:pt x="0" y="0"/>
                  </a:cubicBezTo>
                  <a:cubicBezTo>
                    <a:pt x="0" y="216"/>
                    <a:pt x="0" y="216"/>
                    <a:pt x="0" y="216"/>
                  </a:cubicBezTo>
                  <a:cubicBezTo>
                    <a:pt x="0" y="225"/>
                    <a:pt x="7" y="232"/>
                    <a:pt x="16" y="232"/>
                  </a:cubicBezTo>
                  <a:cubicBezTo>
                    <a:pt x="231" y="232"/>
                    <a:pt x="231" y="232"/>
                    <a:pt x="231" y="232"/>
                  </a:cubicBezTo>
                  <a:cubicBezTo>
                    <a:pt x="240" y="232"/>
                    <a:pt x="247" y="225"/>
                    <a:pt x="247" y="216"/>
                  </a:cubicBezTo>
                  <a:cubicBezTo>
                    <a:pt x="247" y="7"/>
                    <a:pt x="247" y="7"/>
                    <a:pt x="247" y="7"/>
                  </a:cubicBezTo>
                  <a:lnTo>
                    <a:pt x="26" y="7"/>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77" name="Freeform 367"/>
            <p:cNvSpPr>
              <a:spLocks/>
            </p:cNvSpPr>
            <p:nvPr/>
          </p:nvSpPr>
          <p:spPr bwMode="auto">
            <a:xfrm>
              <a:off x="7297739" y="4630738"/>
              <a:ext cx="215900" cy="190500"/>
            </a:xfrm>
            <a:custGeom>
              <a:avLst/>
              <a:gdLst>
                <a:gd name="T0" fmla="*/ 180 w 180"/>
                <a:gd name="T1" fmla="*/ 90 h 159"/>
                <a:gd name="T2" fmla="*/ 90 w 180"/>
                <a:gd name="T3" fmla="*/ 0 h 159"/>
                <a:gd name="T4" fmla="*/ 0 w 180"/>
                <a:gd name="T5" fmla="*/ 90 h 159"/>
                <a:gd name="T6" fmla="*/ 32 w 180"/>
                <a:gd name="T7" fmla="*/ 159 h 159"/>
                <a:gd name="T8" fmla="*/ 148 w 180"/>
                <a:gd name="T9" fmla="*/ 159 h 159"/>
                <a:gd name="T10" fmla="*/ 180 w 180"/>
                <a:gd name="T11" fmla="*/ 90 h 159"/>
              </a:gdLst>
              <a:ahLst/>
              <a:cxnLst>
                <a:cxn ang="0">
                  <a:pos x="T0" y="T1"/>
                </a:cxn>
                <a:cxn ang="0">
                  <a:pos x="T2" y="T3"/>
                </a:cxn>
                <a:cxn ang="0">
                  <a:pos x="T4" y="T5"/>
                </a:cxn>
                <a:cxn ang="0">
                  <a:pos x="T6" y="T7"/>
                </a:cxn>
                <a:cxn ang="0">
                  <a:pos x="T8" y="T9"/>
                </a:cxn>
                <a:cxn ang="0">
                  <a:pos x="T10" y="T11"/>
                </a:cxn>
              </a:cxnLst>
              <a:rect l="0" t="0" r="r" b="b"/>
              <a:pathLst>
                <a:path w="180" h="159">
                  <a:moveTo>
                    <a:pt x="180" y="90"/>
                  </a:moveTo>
                  <a:cubicBezTo>
                    <a:pt x="180" y="41"/>
                    <a:pt x="140" y="0"/>
                    <a:pt x="90" y="0"/>
                  </a:cubicBezTo>
                  <a:cubicBezTo>
                    <a:pt x="40" y="0"/>
                    <a:pt x="0" y="41"/>
                    <a:pt x="0" y="90"/>
                  </a:cubicBezTo>
                  <a:cubicBezTo>
                    <a:pt x="0" y="118"/>
                    <a:pt x="13" y="143"/>
                    <a:pt x="32" y="159"/>
                  </a:cubicBezTo>
                  <a:cubicBezTo>
                    <a:pt x="148" y="159"/>
                    <a:pt x="148" y="159"/>
                    <a:pt x="148" y="159"/>
                  </a:cubicBezTo>
                  <a:cubicBezTo>
                    <a:pt x="168" y="143"/>
                    <a:pt x="180" y="118"/>
                    <a:pt x="180" y="9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78" name="Freeform 368"/>
            <p:cNvSpPr>
              <a:spLocks/>
            </p:cNvSpPr>
            <p:nvPr/>
          </p:nvSpPr>
          <p:spPr bwMode="auto">
            <a:xfrm>
              <a:off x="7156451" y="4830763"/>
              <a:ext cx="576263" cy="749300"/>
            </a:xfrm>
            <a:custGeom>
              <a:avLst/>
              <a:gdLst>
                <a:gd name="T0" fmla="*/ 78 w 482"/>
                <a:gd name="T1" fmla="*/ 154 h 626"/>
                <a:gd name="T2" fmla="*/ 65 w 482"/>
                <a:gd name="T3" fmla="*/ 139 h 626"/>
                <a:gd name="T4" fmla="*/ 65 w 482"/>
                <a:gd name="T5" fmla="*/ 139 h 626"/>
                <a:gd name="T6" fmla="*/ 64 w 482"/>
                <a:gd name="T7" fmla="*/ 132 h 626"/>
                <a:gd name="T8" fmla="*/ 64 w 482"/>
                <a:gd name="T9" fmla="*/ 130 h 626"/>
                <a:gd name="T10" fmla="*/ 70 w 482"/>
                <a:gd name="T11" fmla="*/ 109 h 626"/>
                <a:gd name="T12" fmla="*/ 86 w 482"/>
                <a:gd name="T13" fmla="*/ 87 h 626"/>
                <a:gd name="T14" fmla="*/ 86 w 482"/>
                <a:gd name="T15" fmla="*/ 352 h 626"/>
                <a:gd name="T16" fmla="*/ 86 w 482"/>
                <a:gd name="T17" fmla="*/ 352 h 626"/>
                <a:gd name="T18" fmla="*/ 136 w 482"/>
                <a:gd name="T19" fmla="*/ 402 h 626"/>
                <a:gd name="T20" fmla="*/ 382 w 482"/>
                <a:gd name="T21" fmla="*/ 402 h 626"/>
                <a:gd name="T22" fmla="*/ 382 w 482"/>
                <a:gd name="T23" fmla="*/ 576 h 626"/>
                <a:gd name="T24" fmla="*/ 432 w 482"/>
                <a:gd name="T25" fmla="*/ 626 h 626"/>
                <a:gd name="T26" fmla="*/ 482 w 482"/>
                <a:gd name="T27" fmla="*/ 576 h 626"/>
                <a:gd name="T28" fmla="*/ 482 w 482"/>
                <a:gd name="T29" fmla="*/ 352 h 626"/>
                <a:gd name="T30" fmla="*/ 467 w 482"/>
                <a:gd name="T31" fmla="*/ 316 h 626"/>
                <a:gd name="T32" fmla="*/ 432 w 482"/>
                <a:gd name="T33" fmla="*/ 302 h 626"/>
                <a:gd name="T34" fmla="*/ 302 w 482"/>
                <a:gd name="T35" fmla="*/ 302 h 626"/>
                <a:gd name="T36" fmla="*/ 302 w 482"/>
                <a:gd name="T37" fmla="*/ 214 h 626"/>
                <a:gd name="T38" fmla="*/ 346 w 482"/>
                <a:gd name="T39" fmla="*/ 236 h 626"/>
                <a:gd name="T40" fmla="*/ 389 w 482"/>
                <a:gd name="T41" fmla="*/ 241 h 626"/>
                <a:gd name="T42" fmla="*/ 410 w 482"/>
                <a:gd name="T43" fmla="*/ 240 h 626"/>
                <a:gd name="T44" fmla="*/ 438 w 482"/>
                <a:gd name="T45" fmla="*/ 205 h 626"/>
                <a:gd name="T46" fmla="*/ 403 w 482"/>
                <a:gd name="T47" fmla="*/ 176 h 626"/>
                <a:gd name="T48" fmla="*/ 389 w 482"/>
                <a:gd name="T49" fmla="*/ 177 h 626"/>
                <a:gd name="T50" fmla="*/ 361 w 482"/>
                <a:gd name="T51" fmla="*/ 174 h 626"/>
                <a:gd name="T52" fmla="*/ 347 w 482"/>
                <a:gd name="T53" fmla="*/ 168 h 626"/>
                <a:gd name="T54" fmla="*/ 335 w 482"/>
                <a:gd name="T55" fmla="*/ 137 h 626"/>
                <a:gd name="T56" fmla="*/ 331 w 482"/>
                <a:gd name="T57" fmla="*/ 67 h 626"/>
                <a:gd name="T58" fmla="*/ 325 w 482"/>
                <a:gd name="T59" fmla="*/ 30 h 626"/>
                <a:gd name="T60" fmla="*/ 309 w 482"/>
                <a:gd name="T61" fmla="*/ 10 h 626"/>
                <a:gd name="T62" fmla="*/ 281 w 482"/>
                <a:gd name="T63" fmla="*/ 0 h 626"/>
                <a:gd name="T64" fmla="*/ 277 w 482"/>
                <a:gd name="T65" fmla="*/ 1 h 626"/>
                <a:gd name="T66" fmla="*/ 271 w 482"/>
                <a:gd name="T67" fmla="*/ 0 h 626"/>
                <a:gd name="T68" fmla="*/ 117 w 482"/>
                <a:gd name="T69" fmla="*/ 0 h 626"/>
                <a:gd name="T70" fmla="*/ 110 w 482"/>
                <a:gd name="T71" fmla="*/ 1 h 626"/>
                <a:gd name="T72" fmla="*/ 77 w 482"/>
                <a:gd name="T73" fmla="*/ 13 h 626"/>
                <a:gd name="T74" fmla="*/ 26 w 482"/>
                <a:gd name="T75" fmla="*/ 59 h 626"/>
                <a:gd name="T76" fmla="*/ 0 w 482"/>
                <a:gd name="T77" fmla="*/ 130 h 626"/>
                <a:gd name="T78" fmla="*/ 0 w 482"/>
                <a:gd name="T79" fmla="*/ 135 h 626"/>
                <a:gd name="T80" fmla="*/ 5 w 482"/>
                <a:gd name="T81" fmla="*/ 161 h 626"/>
                <a:gd name="T82" fmla="*/ 6 w 482"/>
                <a:gd name="T83" fmla="*/ 162 h 626"/>
                <a:gd name="T84" fmla="*/ 6 w 482"/>
                <a:gd name="T85" fmla="*/ 162 h 626"/>
                <a:gd name="T86" fmla="*/ 52 w 482"/>
                <a:gd name="T87" fmla="*/ 214 h 626"/>
                <a:gd name="T88" fmla="*/ 78 w 482"/>
                <a:gd name="T89" fmla="*/ 227 h 626"/>
                <a:gd name="T90" fmla="*/ 78 w 482"/>
                <a:gd name="T91" fmla="*/ 191 h 626"/>
                <a:gd name="T92" fmla="*/ 78 w 482"/>
                <a:gd name="T93" fmla="*/ 154 h 6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2" h="626">
                  <a:moveTo>
                    <a:pt x="78" y="154"/>
                  </a:moveTo>
                  <a:cubicBezTo>
                    <a:pt x="70" y="148"/>
                    <a:pt x="67" y="143"/>
                    <a:pt x="65" y="139"/>
                  </a:cubicBezTo>
                  <a:cubicBezTo>
                    <a:pt x="65" y="139"/>
                    <a:pt x="65" y="139"/>
                    <a:pt x="65" y="139"/>
                  </a:cubicBezTo>
                  <a:cubicBezTo>
                    <a:pt x="64" y="137"/>
                    <a:pt x="64" y="134"/>
                    <a:pt x="64" y="132"/>
                  </a:cubicBezTo>
                  <a:cubicBezTo>
                    <a:pt x="64" y="131"/>
                    <a:pt x="64" y="131"/>
                    <a:pt x="64" y="130"/>
                  </a:cubicBezTo>
                  <a:cubicBezTo>
                    <a:pt x="64" y="125"/>
                    <a:pt x="65" y="117"/>
                    <a:pt x="70" y="109"/>
                  </a:cubicBezTo>
                  <a:cubicBezTo>
                    <a:pt x="74" y="102"/>
                    <a:pt x="79" y="94"/>
                    <a:pt x="86" y="87"/>
                  </a:cubicBezTo>
                  <a:cubicBezTo>
                    <a:pt x="86" y="352"/>
                    <a:pt x="86" y="352"/>
                    <a:pt x="86" y="352"/>
                  </a:cubicBezTo>
                  <a:cubicBezTo>
                    <a:pt x="86" y="352"/>
                    <a:pt x="86" y="352"/>
                    <a:pt x="86" y="352"/>
                  </a:cubicBezTo>
                  <a:cubicBezTo>
                    <a:pt x="86" y="379"/>
                    <a:pt x="108" y="402"/>
                    <a:pt x="136" y="402"/>
                  </a:cubicBezTo>
                  <a:cubicBezTo>
                    <a:pt x="382" y="402"/>
                    <a:pt x="382" y="402"/>
                    <a:pt x="382" y="402"/>
                  </a:cubicBezTo>
                  <a:cubicBezTo>
                    <a:pt x="382" y="576"/>
                    <a:pt x="382" y="576"/>
                    <a:pt x="382" y="576"/>
                  </a:cubicBezTo>
                  <a:cubicBezTo>
                    <a:pt x="382" y="603"/>
                    <a:pt x="404" y="626"/>
                    <a:pt x="432" y="626"/>
                  </a:cubicBezTo>
                  <a:cubicBezTo>
                    <a:pt x="460" y="626"/>
                    <a:pt x="482" y="603"/>
                    <a:pt x="482" y="576"/>
                  </a:cubicBezTo>
                  <a:cubicBezTo>
                    <a:pt x="482" y="352"/>
                    <a:pt x="482" y="352"/>
                    <a:pt x="482" y="352"/>
                  </a:cubicBezTo>
                  <a:cubicBezTo>
                    <a:pt x="482" y="339"/>
                    <a:pt x="477" y="326"/>
                    <a:pt x="467" y="316"/>
                  </a:cubicBezTo>
                  <a:cubicBezTo>
                    <a:pt x="458" y="307"/>
                    <a:pt x="445" y="302"/>
                    <a:pt x="432" y="302"/>
                  </a:cubicBezTo>
                  <a:cubicBezTo>
                    <a:pt x="302" y="302"/>
                    <a:pt x="302" y="302"/>
                    <a:pt x="302" y="302"/>
                  </a:cubicBezTo>
                  <a:cubicBezTo>
                    <a:pt x="302" y="214"/>
                    <a:pt x="302" y="214"/>
                    <a:pt x="302" y="214"/>
                  </a:cubicBezTo>
                  <a:cubicBezTo>
                    <a:pt x="316" y="227"/>
                    <a:pt x="332" y="233"/>
                    <a:pt x="346" y="236"/>
                  </a:cubicBezTo>
                  <a:cubicBezTo>
                    <a:pt x="362" y="240"/>
                    <a:pt x="377" y="241"/>
                    <a:pt x="389" y="241"/>
                  </a:cubicBezTo>
                  <a:cubicBezTo>
                    <a:pt x="401" y="241"/>
                    <a:pt x="409" y="240"/>
                    <a:pt x="410" y="240"/>
                  </a:cubicBezTo>
                  <a:cubicBezTo>
                    <a:pt x="427" y="238"/>
                    <a:pt x="440" y="222"/>
                    <a:pt x="438" y="205"/>
                  </a:cubicBezTo>
                  <a:cubicBezTo>
                    <a:pt x="436" y="187"/>
                    <a:pt x="420" y="175"/>
                    <a:pt x="403" y="176"/>
                  </a:cubicBezTo>
                  <a:cubicBezTo>
                    <a:pt x="402" y="177"/>
                    <a:pt x="397" y="177"/>
                    <a:pt x="389" y="177"/>
                  </a:cubicBezTo>
                  <a:cubicBezTo>
                    <a:pt x="381" y="177"/>
                    <a:pt x="370" y="176"/>
                    <a:pt x="361" y="174"/>
                  </a:cubicBezTo>
                  <a:cubicBezTo>
                    <a:pt x="352" y="172"/>
                    <a:pt x="347" y="169"/>
                    <a:pt x="347" y="168"/>
                  </a:cubicBezTo>
                  <a:cubicBezTo>
                    <a:pt x="342" y="161"/>
                    <a:pt x="337" y="151"/>
                    <a:pt x="335" y="137"/>
                  </a:cubicBezTo>
                  <a:cubicBezTo>
                    <a:pt x="331" y="116"/>
                    <a:pt x="332" y="90"/>
                    <a:pt x="331" y="67"/>
                  </a:cubicBezTo>
                  <a:cubicBezTo>
                    <a:pt x="330" y="55"/>
                    <a:pt x="330" y="43"/>
                    <a:pt x="325" y="30"/>
                  </a:cubicBezTo>
                  <a:cubicBezTo>
                    <a:pt x="322" y="23"/>
                    <a:pt x="317" y="16"/>
                    <a:pt x="309" y="10"/>
                  </a:cubicBezTo>
                  <a:cubicBezTo>
                    <a:pt x="301" y="3"/>
                    <a:pt x="290" y="0"/>
                    <a:pt x="281" y="0"/>
                  </a:cubicBezTo>
                  <a:cubicBezTo>
                    <a:pt x="280" y="0"/>
                    <a:pt x="278" y="1"/>
                    <a:pt x="277" y="1"/>
                  </a:cubicBezTo>
                  <a:cubicBezTo>
                    <a:pt x="275" y="0"/>
                    <a:pt x="273" y="0"/>
                    <a:pt x="271" y="0"/>
                  </a:cubicBezTo>
                  <a:cubicBezTo>
                    <a:pt x="117" y="0"/>
                    <a:pt x="117" y="0"/>
                    <a:pt x="117" y="0"/>
                  </a:cubicBezTo>
                  <a:cubicBezTo>
                    <a:pt x="114" y="0"/>
                    <a:pt x="112" y="1"/>
                    <a:pt x="110" y="1"/>
                  </a:cubicBezTo>
                  <a:cubicBezTo>
                    <a:pt x="98" y="3"/>
                    <a:pt x="88" y="7"/>
                    <a:pt x="77" y="13"/>
                  </a:cubicBezTo>
                  <a:cubicBezTo>
                    <a:pt x="59" y="24"/>
                    <a:pt x="41" y="39"/>
                    <a:pt x="26" y="59"/>
                  </a:cubicBezTo>
                  <a:cubicBezTo>
                    <a:pt x="12" y="78"/>
                    <a:pt x="0" y="102"/>
                    <a:pt x="0" y="130"/>
                  </a:cubicBezTo>
                  <a:cubicBezTo>
                    <a:pt x="0" y="132"/>
                    <a:pt x="0" y="133"/>
                    <a:pt x="0" y="135"/>
                  </a:cubicBezTo>
                  <a:cubicBezTo>
                    <a:pt x="0" y="143"/>
                    <a:pt x="2" y="152"/>
                    <a:pt x="5" y="161"/>
                  </a:cubicBezTo>
                  <a:cubicBezTo>
                    <a:pt x="5" y="161"/>
                    <a:pt x="5" y="162"/>
                    <a:pt x="6" y="162"/>
                  </a:cubicBezTo>
                  <a:cubicBezTo>
                    <a:pt x="6" y="162"/>
                    <a:pt x="6" y="162"/>
                    <a:pt x="6" y="162"/>
                  </a:cubicBezTo>
                  <a:cubicBezTo>
                    <a:pt x="14" y="183"/>
                    <a:pt x="30" y="201"/>
                    <a:pt x="52" y="214"/>
                  </a:cubicBezTo>
                  <a:cubicBezTo>
                    <a:pt x="60" y="219"/>
                    <a:pt x="69" y="223"/>
                    <a:pt x="78" y="227"/>
                  </a:cubicBezTo>
                  <a:cubicBezTo>
                    <a:pt x="78" y="191"/>
                    <a:pt x="78" y="191"/>
                    <a:pt x="78" y="191"/>
                  </a:cubicBezTo>
                  <a:lnTo>
                    <a:pt x="78" y="154"/>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79" name="Freeform 369"/>
            <p:cNvSpPr>
              <a:spLocks/>
            </p:cNvSpPr>
            <p:nvPr/>
          </p:nvSpPr>
          <p:spPr bwMode="auto">
            <a:xfrm>
              <a:off x="9353551" y="4527551"/>
              <a:ext cx="296863" cy="277813"/>
            </a:xfrm>
            <a:custGeom>
              <a:avLst/>
              <a:gdLst>
                <a:gd name="T0" fmla="*/ 16 w 247"/>
                <a:gd name="T1" fmla="*/ 231 h 231"/>
                <a:gd name="T2" fmla="*/ 231 w 247"/>
                <a:gd name="T3" fmla="*/ 231 h 231"/>
                <a:gd name="T4" fmla="*/ 247 w 247"/>
                <a:gd name="T5" fmla="*/ 215 h 231"/>
                <a:gd name="T6" fmla="*/ 247 w 247"/>
                <a:gd name="T7" fmla="*/ 0 h 231"/>
                <a:gd name="T8" fmla="*/ 221 w 247"/>
                <a:gd name="T9" fmla="*/ 6 h 231"/>
                <a:gd name="T10" fmla="*/ 0 w 247"/>
                <a:gd name="T11" fmla="*/ 6 h 231"/>
                <a:gd name="T12" fmla="*/ 0 w 247"/>
                <a:gd name="T13" fmla="*/ 215 h 231"/>
                <a:gd name="T14" fmla="*/ 16 w 247"/>
                <a:gd name="T15" fmla="*/ 231 h 2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7" h="231">
                  <a:moveTo>
                    <a:pt x="16" y="231"/>
                  </a:moveTo>
                  <a:cubicBezTo>
                    <a:pt x="231" y="231"/>
                    <a:pt x="231" y="231"/>
                    <a:pt x="231" y="231"/>
                  </a:cubicBezTo>
                  <a:cubicBezTo>
                    <a:pt x="240" y="231"/>
                    <a:pt x="247" y="224"/>
                    <a:pt x="247" y="215"/>
                  </a:cubicBezTo>
                  <a:cubicBezTo>
                    <a:pt x="247" y="0"/>
                    <a:pt x="247" y="0"/>
                    <a:pt x="247" y="0"/>
                  </a:cubicBezTo>
                  <a:cubicBezTo>
                    <a:pt x="239" y="4"/>
                    <a:pt x="230" y="6"/>
                    <a:pt x="221" y="6"/>
                  </a:cubicBezTo>
                  <a:cubicBezTo>
                    <a:pt x="0" y="6"/>
                    <a:pt x="0" y="6"/>
                    <a:pt x="0" y="6"/>
                  </a:cubicBezTo>
                  <a:cubicBezTo>
                    <a:pt x="0" y="215"/>
                    <a:pt x="0" y="215"/>
                    <a:pt x="0" y="215"/>
                  </a:cubicBezTo>
                  <a:cubicBezTo>
                    <a:pt x="0" y="224"/>
                    <a:pt x="7" y="231"/>
                    <a:pt x="16" y="23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80" name="Freeform 370"/>
            <p:cNvSpPr>
              <a:spLocks/>
            </p:cNvSpPr>
            <p:nvPr/>
          </p:nvSpPr>
          <p:spPr bwMode="auto">
            <a:xfrm>
              <a:off x="9424989" y="3846513"/>
              <a:ext cx="215900" cy="190500"/>
            </a:xfrm>
            <a:custGeom>
              <a:avLst/>
              <a:gdLst>
                <a:gd name="T0" fmla="*/ 0 w 180"/>
                <a:gd name="T1" fmla="*/ 90 h 159"/>
                <a:gd name="T2" fmla="*/ 32 w 180"/>
                <a:gd name="T3" fmla="*/ 159 h 159"/>
                <a:gd name="T4" fmla="*/ 148 w 180"/>
                <a:gd name="T5" fmla="*/ 159 h 159"/>
                <a:gd name="T6" fmla="*/ 180 w 180"/>
                <a:gd name="T7" fmla="*/ 90 h 159"/>
                <a:gd name="T8" fmla="*/ 90 w 180"/>
                <a:gd name="T9" fmla="*/ 0 h 159"/>
                <a:gd name="T10" fmla="*/ 0 w 180"/>
                <a:gd name="T11" fmla="*/ 90 h 159"/>
              </a:gdLst>
              <a:ahLst/>
              <a:cxnLst>
                <a:cxn ang="0">
                  <a:pos x="T0" y="T1"/>
                </a:cxn>
                <a:cxn ang="0">
                  <a:pos x="T2" y="T3"/>
                </a:cxn>
                <a:cxn ang="0">
                  <a:pos x="T4" y="T5"/>
                </a:cxn>
                <a:cxn ang="0">
                  <a:pos x="T6" y="T7"/>
                </a:cxn>
                <a:cxn ang="0">
                  <a:pos x="T8" y="T9"/>
                </a:cxn>
                <a:cxn ang="0">
                  <a:pos x="T10" y="T11"/>
                </a:cxn>
              </a:cxnLst>
              <a:rect l="0" t="0" r="r" b="b"/>
              <a:pathLst>
                <a:path w="180" h="159">
                  <a:moveTo>
                    <a:pt x="0" y="90"/>
                  </a:moveTo>
                  <a:cubicBezTo>
                    <a:pt x="0" y="118"/>
                    <a:pt x="12" y="142"/>
                    <a:pt x="32" y="159"/>
                  </a:cubicBezTo>
                  <a:cubicBezTo>
                    <a:pt x="148" y="159"/>
                    <a:pt x="148" y="159"/>
                    <a:pt x="148" y="159"/>
                  </a:cubicBezTo>
                  <a:cubicBezTo>
                    <a:pt x="167" y="142"/>
                    <a:pt x="180" y="118"/>
                    <a:pt x="180" y="90"/>
                  </a:cubicBezTo>
                  <a:cubicBezTo>
                    <a:pt x="180" y="40"/>
                    <a:pt x="139" y="0"/>
                    <a:pt x="90" y="0"/>
                  </a:cubicBezTo>
                  <a:cubicBezTo>
                    <a:pt x="40" y="0"/>
                    <a:pt x="0" y="40"/>
                    <a:pt x="0" y="9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81" name="Freeform 371"/>
            <p:cNvSpPr>
              <a:spLocks/>
            </p:cNvSpPr>
            <p:nvPr/>
          </p:nvSpPr>
          <p:spPr bwMode="auto">
            <a:xfrm>
              <a:off x="9204326" y="4046538"/>
              <a:ext cx="577850" cy="747713"/>
            </a:xfrm>
            <a:custGeom>
              <a:avLst/>
              <a:gdLst>
                <a:gd name="T0" fmla="*/ 455 w 482"/>
                <a:gd name="T1" fmla="*/ 58 h 625"/>
                <a:gd name="T2" fmla="*/ 404 w 482"/>
                <a:gd name="T3" fmla="*/ 13 h 625"/>
                <a:gd name="T4" fmla="*/ 372 w 482"/>
                <a:gd name="T5" fmla="*/ 1 h 625"/>
                <a:gd name="T6" fmla="*/ 365 w 482"/>
                <a:gd name="T7" fmla="*/ 0 h 625"/>
                <a:gd name="T8" fmla="*/ 210 w 482"/>
                <a:gd name="T9" fmla="*/ 0 h 625"/>
                <a:gd name="T10" fmla="*/ 205 w 482"/>
                <a:gd name="T11" fmla="*/ 0 h 625"/>
                <a:gd name="T12" fmla="*/ 200 w 482"/>
                <a:gd name="T13" fmla="*/ 0 h 625"/>
                <a:gd name="T14" fmla="*/ 173 w 482"/>
                <a:gd name="T15" fmla="*/ 9 h 625"/>
                <a:gd name="T16" fmla="*/ 157 w 482"/>
                <a:gd name="T17" fmla="*/ 30 h 625"/>
                <a:gd name="T18" fmla="*/ 151 w 482"/>
                <a:gd name="T19" fmla="*/ 66 h 625"/>
                <a:gd name="T20" fmla="*/ 147 w 482"/>
                <a:gd name="T21" fmla="*/ 136 h 625"/>
                <a:gd name="T22" fmla="*/ 135 w 482"/>
                <a:gd name="T23" fmla="*/ 168 h 625"/>
                <a:gd name="T24" fmla="*/ 121 w 482"/>
                <a:gd name="T25" fmla="*/ 174 h 625"/>
                <a:gd name="T26" fmla="*/ 93 w 482"/>
                <a:gd name="T27" fmla="*/ 177 h 625"/>
                <a:gd name="T28" fmla="*/ 79 w 482"/>
                <a:gd name="T29" fmla="*/ 176 h 625"/>
                <a:gd name="T30" fmla="*/ 44 w 482"/>
                <a:gd name="T31" fmla="*/ 204 h 625"/>
                <a:gd name="T32" fmla="*/ 72 w 482"/>
                <a:gd name="T33" fmla="*/ 240 h 625"/>
                <a:gd name="T34" fmla="*/ 93 w 482"/>
                <a:gd name="T35" fmla="*/ 241 h 625"/>
                <a:gd name="T36" fmla="*/ 136 w 482"/>
                <a:gd name="T37" fmla="*/ 236 h 625"/>
                <a:gd name="T38" fmla="*/ 179 w 482"/>
                <a:gd name="T39" fmla="*/ 213 h 625"/>
                <a:gd name="T40" fmla="*/ 179 w 482"/>
                <a:gd name="T41" fmla="*/ 301 h 625"/>
                <a:gd name="T42" fmla="*/ 50 w 482"/>
                <a:gd name="T43" fmla="*/ 301 h 625"/>
                <a:gd name="T44" fmla="*/ 14 w 482"/>
                <a:gd name="T45" fmla="*/ 316 h 625"/>
                <a:gd name="T46" fmla="*/ 0 w 482"/>
                <a:gd name="T47" fmla="*/ 351 h 625"/>
                <a:gd name="T48" fmla="*/ 0 w 482"/>
                <a:gd name="T49" fmla="*/ 575 h 625"/>
                <a:gd name="T50" fmla="*/ 50 w 482"/>
                <a:gd name="T51" fmla="*/ 625 h 625"/>
                <a:gd name="T52" fmla="*/ 100 w 482"/>
                <a:gd name="T53" fmla="*/ 575 h 625"/>
                <a:gd name="T54" fmla="*/ 100 w 482"/>
                <a:gd name="T55" fmla="*/ 401 h 625"/>
                <a:gd name="T56" fmla="*/ 346 w 482"/>
                <a:gd name="T57" fmla="*/ 401 h 625"/>
                <a:gd name="T58" fmla="*/ 396 w 482"/>
                <a:gd name="T59" fmla="*/ 351 h 625"/>
                <a:gd name="T60" fmla="*/ 396 w 482"/>
                <a:gd name="T61" fmla="*/ 351 h 625"/>
                <a:gd name="T62" fmla="*/ 396 w 482"/>
                <a:gd name="T63" fmla="*/ 87 h 625"/>
                <a:gd name="T64" fmla="*/ 412 w 482"/>
                <a:gd name="T65" fmla="*/ 109 h 625"/>
                <a:gd name="T66" fmla="*/ 418 w 482"/>
                <a:gd name="T67" fmla="*/ 130 h 625"/>
                <a:gd name="T68" fmla="*/ 418 w 482"/>
                <a:gd name="T69" fmla="*/ 132 h 625"/>
                <a:gd name="T70" fmla="*/ 417 w 482"/>
                <a:gd name="T71" fmla="*/ 138 h 625"/>
                <a:gd name="T72" fmla="*/ 417 w 482"/>
                <a:gd name="T73" fmla="*/ 138 h 625"/>
                <a:gd name="T74" fmla="*/ 404 w 482"/>
                <a:gd name="T75" fmla="*/ 154 h 625"/>
                <a:gd name="T76" fmla="*/ 404 w 482"/>
                <a:gd name="T77" fmla="*/ 227 h 625"/>
                <a:gd name="T78" fmla="*/ 430 w 482"/>
                <a:gd name="T79" fmla="*/ 214 h 625"/>
                <a:gd name="T80" fmla="*/ 476 w 482"/>
                <a:gd name="T81" fmla="*/ 162 h 625"/>
                <a:gd name="T82" fmla="*/ 476 w 482"/>
                <a:gd name="T83" fmla="*/ 162 h 625"/>
                <a:gd name="T84" fmla="*/ 477 w 482"/>
                <a:gd name="T85" fmla="*/ 160 h 625"/>
                <a:gd name="T86" fmla="*/ 482 w 482"/>
                <a:gd name="T87" fmla="*/ 135 h 625"/>
                <a:gd name="T88" fmla="*/ 482 w 482"/>
                <a:gd name="T89" fmla="*/ 130 h 625"/>
                <a:gd name="T90" fmla="*/ 455 w 482"/>
                <a:gd name="T91" fmla="*/ 58 h 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82" h="625">
                  <a:moveTo>
                    <a:pt x="455" y="58"/>
                  </a:moveTo>
                  <a:cubicBezTo>
                    <a:pt x="441" y="39"/>
                    <a:pt x="423" y="23"/>
                    <a:pt x="404" y="13"/>
                  </a:cubicBezTo>
                  <a:cubicBezTo>
                    <a:pt x="394" y="7"/>
                    <a:pt x="384" y="2"/>
                    <a:pt x="372" y="1"/>
                  </a:cubicBezTo>
                  <a:cubicBezTo>
                    <a:pt x="370" y="0"/>
                    <a:pt x="367" y="0"/>
                    <a:pt x="365" y="0"/>
                  </a:cubicBezTo>
                  <a:cubicBezTo>
                    <a:pt x="210" y="0"/>
                    <a:pt x="210" y="0"/>
                    <a:pt x="210" y="0"/>
                  </a:cubicBezTo>
                  <a:cubicBezTo>
                    <a:pt x="209" y="0"/>
                    <a:pt x="207" y="0"/>
                    <a:pt x="205" y="0"/>
                  </a:cubicBezTo>
                  <a:cubicBezTo>
                    <a:pt x="203" y="0"/>
                    <a:pt x="202" y="0"/>
                    <a:pt x="200" y="0"/>
                  </a:cubicBezTo>
                  <a:cubicBezTo>
                    <a:pt x="191" y="0"/>
                    <a:pt x="180" y="3"/>
                    <a:pt x="173" y="9"/>
                  </a:cubicBezTo>
                  <a:cubicBezTo>
                    <a:pt x="165" y="15"/>
                    <a:pt x="160" y="23"/>
                    <a:pt x="157" y="30"/>
                  </a:cubicBezTo>
                  <a:cubicBezTo>
                    <a:pt x="152" y="43"/>
                    <a:pt x="151" y="54"/>
                    <a:pt x="151" y="66"/>
                  </a:cubicBezTo>
                  <a:cubicBezTo>
                    <a:pt x="150" y="90"/>
                    <a:pt x="151" y="115"/>
                    <a:pt x="147" y="136"/>
                  </a:cubicBezTo>
                  <a:cubicBezTo>
                    <a:pt x="144" y="150"/>
                    <a:pt x="140" y="161"/>
                    <a:pt x="135" y="168"/>
                  </a:cubicBezTo>
                  <a:cubicBezTo>
                    <a:pt x="135" y="168"/>
                    <a:pt x="130" y="172"/>
                    <a:pt x="121" y="174"/>
                  </a:cubicBezTo>
                  <a:cubicBezTo>
                    <a:pt x="112" y="176"/>
                    <a:pt x="101" y="177"/>
                    <a:pt x="93" y="177"/>
                  </a:cubicBezTo>
                  <a:cubicBezTo>
                    <a:pt x="85" y="177"/>
                    <a:pt x="80" y="176"/>
                    <a:pt x="79" y="176"/>
                  </a:cubicBezTo>
                  <a:cubicBezTo>
                    <a:pt x="61" y="174"/>
                    <a:pt x="46" y="187"/>
                    <a:pt x="44" y="204"/>
                  </a:cubicBezTo>
                  <a:cubicBezTo>
                    <a:pt x="42" y="222"/>
                    <a:pt x="54" y="238"/>
                    <a:pt x="72" y="240"/>
                  </a:cubicBezTo>
                  <a:cubicBezTo>
                    <a:pt x="73" y="240"/>
                    <a:pt x="81" y="241"/>
                    <a:pt x="93" y="241"/>
                  </a:cubicBezTo>
                  <a:cubicBezTo>
                    <a:pt x="104" y="241"/>
                    <a:pt x="120" y="240"/>
                    <a:pt x="136" y="236"/>
                  </a:cubicBezTo>
                  <a:cubicBezTo>
                    <a:pt x="150" y="232"/>
                    <a:pt x="166" y="227"/>
                    <a:pt x="179" y="213"/>
                  </a:cubicBezTo>
                  <a:cubicBezTo>
                    <a:pt x="179" y="301"/>
                    <a:pt x="179" y="301"/>
                    <a:pt x="179" y="301"/>
                  </a:cubicBezTo>
                  <a:cubicBezTo>
                    <a:pt x="50" y="301"/>
                    <a:pt x="50" y="301"/>
                    <a:pt x="50" y="301"/>
                  </a:cubicBezTo>
                  <a:cubicBezTo>
                    <a:pt x="37" y="301"/>
                    <a:pt x="24" y="307"/>
                    <a:pt x="14" y="316"/>
                  </a:cubicBezTo>
                  <a:cubicBezTo>
                    <a:pt x="5" y="325"/>
                    <a:pt x="0" y="338"/>
                    <a:pt x="0" y="351"/>
                  </a:cubicBezTo>
                  <a:cubicBezTo>
                    <a:pt x="0" y="575"/>
                    <a:pt x="0" y="575"/>
                    <a:pt x="0" y="575"/>
                  </a:cubicBezTo>
                  <a:cubicBezTo>
                    <a:pt x="0" y="603"/>
                    <a:pt x="22" y="625"/>
                    <a:pt x="50" y="625"/>
                  </a:cubicBezTo>
                  <a:cubicBezTo>
                    <a:pt x="77" y="625"/>
                    <a:pt x="100" y="603"/>
                    <a:pt x="100" y="575"/>
                  </a:cubicBezTo>
                  <a:cubicBezTo>
                    <a:pt x="100" y="401"/>
                    <a:pt x="100" y="401"/>
                    <a:pt x="100" y="401"/>
                  </a:cubicBezTo>
                  <a:cubicBezTo>
                    <a:pt x="346" y="401"/>
                    <a:pt x="346" y="401"/>
                    <a:pt x="346" y="401"/>
                  </a:cubicBezTo>
                  <a:cubicBezTo>
                    <a:pt x="373" y="401"/>
                    <a:pt x="396" y="379"/>
                    <a:pt x="396" y="351"/>
                  </a:cubicBezTo>
                  <a:cubicBezTo>
                    <a:pt x="396" y="351"/>
                    <a:pt x="396" y="351"/>
                    <a:pt x="396" y="351"/>
                  </a:cubicBezTo>
                  <a:cubicBezTo>
                    <a:pt x="396" y="87"/>
                    <a:pt x="396" y="87"/>
                    <a:pt x="396" y="87"/>
                  </a:cubicBezTo>
                  <a:cubicBezTo>
                    <a:pt x="402" y="94"/>
                    <a:pt x="408" y="101"/>
                    <a:pt x="412" y="109"/>
                  </a:cubicBezTo>
                  <a:cubicBezTo>
                    <a:pt x="416" y="117"/>
                    <a:pt x="418" y="124"/>
                    <a:pt x="418" y="130"/>
                  </a:cubicBezTo>
                  <a:cubicBezTo>
                    <a:pt x="418" y="130"/>
                    <a:pt x="418" y="131"/>
                    <a:pt x="418" y="132"/>
                  </a:cubicBezTo>
                  <a:cubicBezTo>
                    <a:pt x="418" y="134"/>
                    <a:pt x="417" y="136"/>
                    <a:pt x="417" y="138"/>
                  </a:cubicBezTo>
                  <a:cubicBezTo>
                    <a:pt x="417" y="138"/>
                    <a:pt x="417" y="138"/>
                    <a:pt x="417" y="138"/>
                  </a:cubicBezTo>
                  <a:cubicBezTo>
                    <a:pt x="415" y="142"/>
                    <a:pt x="412" y="148"/>
                    <a:pt x="404" y="154"/>
                  </a:cubicBezTo>
                  <a:cubicBezTo>
                    <a:pt x="404" y="227"/>
                    <a:pt x="404" y="227"/>
                    <a:pt x="404" y="227"/>
                  </a:cubicBezTo>
                  <a:cubicBezTo>
                    <a:pt x="413" y="223"/>
                    <a:pt x="422" y="218"/>
                    <a:pt x="430" y="214"/>
                  </a:cubicBezTo>
                  <a:cubicBezTo>
                    <a:pt x="452" y="200"/>
                    <a:pt x="468" y="182"/>
                    <a:pt x="476" y="162"/>
                  </a:cubicBezTo>
                  <a:cubicBezTo>
                    <a:pt x="476" y="162"/>
                    <a:pt x="476" y="162"/>
                    <a:pt x="476" y="162"/>
                  </a:cubicBezTo>
                  <a:cubicBezTo>
                    <a:pt x="476" y="161"/>
                    <a:pt x="477" y="161"/>
                    <a:pt x="477" y="160"/>
                  </a:cubicBezTo>
                  <a:cubicBezTo>
                    <a:pt x="480" y="152"/>
                    <a:pt x="482" y="143"/>
                    <a:pt x="482" y="135"/>
                  </a:cubicBezTo>
                  <a:cubicBezTo>
                    <a:pt x="482" y="133"/>
                    <a:pt x="482" y="131"/>
                    <a:pt x="482" y="130"/>
                  </a:cubicBezTo>
                  <a:cubicBezTo>
                    <a:pt x="482" y="101"/>
                    <a:pt x="470" y="78"/>
                    <a:pt x="455" y="5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82" name="Freeform 372"/>
            <p:cNvSpPr>
              <a:spLocks noEditPoints="1"/>
            </p:cNvSpPr>
            <p:nvPr/>
          </p:nvSpPr>
          <p:spPr bwMode="auto">
            <a:xfrm>
              <a:off x="7539039" y="2516188"/>
              <a:ext cx="1390650" cy="1008063"/>
            </a:xfrm>
            <a:custGeom>
              <a:avLst/>
              <a:gdLst>
                <a:gd name="T0" fmla="*/ 242 w 1161"/>
                <a:gd name="T1" fmla="*/ 156 h 842"/>
                <a:gd name="T2" fmla="*/ 83 w 1161"/>
                <a:gd name="T3" fmla="*/ 315 h 842"/>
                <a:gd name="T4" fmla="*/ 84 w 1161"/>
                <a:gd name="T5" fmla="*/ 330 h 842"/>
                <a:gd name="T6" fmla="*/ 0 w 1161"/>
                <a:gd name="T7" fmla="*/ 475 h 842"/>
                <a:gd name="T8" fmla="*/ 141 w 1161"/>
                <a:gd name="T9" fmla="*/ 639 h 842"/>
                <a:gd name="T10" fmla="*/ 299 w 1161"/>
                <a:gd name="T11" fmla="*/ 755 h 842"/>
                <a:gd name="T12" fmla="*/ 366 w 1161"/>
                <a:gd name="T13" fmla="*/ 740 h 842"/>
                <a:gd name="T14" fmla="*/ 533 w 1161"/>
                <a:gd name="T15" fmla="*/ 842 h 842"/>
                <a:gd name="T16" fmla="*/ 706 w 1161"/>
                <a:gd name="T17" fmla="*/ 725 h 842"/>
                <a:gd name="T18" fmla="*/ 740 w 1161"/>
                <a:gd name="T19" fmla="*/ 729 h 842"/>
                <a:gd name="T20" fmla="*/ 860 w 1161"/>
                <a:gd name="T21" fmla="*/ 672 h 842"/>
                <a:gd name="T22" fmla="*/ 940 w 1161"/>
                <a:gd name="T23" fmla="*/ 693 h 842"/>
                <a:gd name="T24" fmla="*/ 1104 w 1161"/>
                <a:gd name="T25" fmla="*/ 529 h 842"/>
                <a:gd name="T26" fmla="*/ 1101 w 1161"/>
                <a:gd name="T27" fmla="*/ 500 h 842"/>
                <a:gd name="T28" fmla="*/ 1161 w 1161"/>
                <a:gd name="T29" fmla="*/ 358 h 842"/>
                <a:gd name="T30" fmla="*/ 963 w 1161"/>
                <a:gd name="T31" fmla="*/ 160 h 842"/>
                <a:gd name="T32" fmla="*/ 925 w 1161"/>
                <a:gd name="T33" fmla="*/ 164 h 842"/>
                <a:gd name="T34" fmla="*/ 803 w 1161"/>
                <a:gd name="T35" fmla="*/ 76 h 842"/>
                <a:gd name="T36" fmla="*/ 787 w 1161"/>
                <a:gd name="T37" fmla="*/ 77 h 842"/>
                <a:gd name="T38" fmla="*/ 651 w 1161"/>
                <a:gd name="T39" fmla="*/ 0 h 842"/>
                <a:gd name="T40" fmla="*/ 523 w 1161"/>
                <a:gd name="T41" fmla="*/ 64 h 842"/>
                <a:gd name="T42" fmla="*/ 417 w 1161"/>
                <a:gd name="T43" fmla="*/ 24 h 842"/>
                <a:gd name="T44" fmla="*/ 260 w 1161"/>
                <a:gd name="T45" fmla="*/ 157 h 842"/>
                <a:gd name="T46" fmla="*/ 242 w 1161"/>
                <a:gd name="T47" fmla="*/ 156 h 842"/>
                <a:gd name="T48" fmla="*/ 430 w 1161"/>
                <a:gd name="T49" fmla="*/ 62 h 842"/>
                <a:gd name="T50" fmla="*/ 510 w 1161"/>
                <a:gd name="T51" fmla="*/ 84 h 842"/>
                <a:gd name="T52" fmla="*/ 492 w 1161"/>
                <a:gd name="T53" fmla="*/ 157 h 842"/>
                <a:gd name="T54" fmla="*/ 649 w 1161"/>
                <a:gd name="T55" fmla="*/ 28 h 842"/>
                <a:gd name="T56" fmla="*/ 809 w 1161"/>
                <a:gd name="T57" fmla="*/ 176 h 842"/>
                <a:gd name="T58" fmla="*/ 810 w 1161"/>
                <a:gd name="T59" fmla="*/ 159 h 842"/>
                <a:gd name="T60" fmla="*/ 801 w 1161"/>
                <a:gd name="T61" fmla="*/ 108 h 842"/>
                <a:gd name="T62" fmla="*/ 901 w 1161"/>
                <a:gd name="T63" fmla="*/ 170 h 842"/>
                <a:gd name="T64" fmla="*/ 819 w 1161"/>
                <a:gd name="T65" fmla="*/ 222 h 842"/>
                <a:gd name="T66" fmla="*/ 939 w 1161"/>
                <a:gd name="T67" fmla="*/ 179 h 842"/>
                <a:gd name="T68" fmla="*/ 1126 w 1161"/>
                <a:gd name="T69" fmla="*/ 366 h 842"/>
                <a:gd name="T70" fmla="*/ 939 w 1161"/>
                <a:gd name="T71" fmla="*/ 553 h 842"/>
                <a:gd name="T72" fmla="*/ 929 w 1161"/>
                <a:gd name="T73" fmla="*/ 553 h 842"/>
                <a:gd name="T74" fmla="*/ 963 w 1161"/>
                <a:gd name="T75" fmla="*/ 556 h 842"/>
                <a:gd name="T76" fmla="*/ 1084 w 1161"/>
                <a:gd name="T77" fmla="*/ 514 h 842"/>
                <a:gd name="T78" fmla="*/ 921 w 1161"/>
                <a:gd name="T79" fmla="*/ 664 h 842"/>
                <a:gd name="T80" fmla="*/ 793 w 1161"/>
                <a:gd name="T81" fmla="*/ 602 h 842"/>
                <a:gd name="T82" fmla="*/ 840 w 1161"/>
                <a:gd name="T83" fmla="*/ 659 h 842"/>
                <a:gd name="T84" fmla="*/ 728 w 1161"/>
                <a:gd name="T85" fmla="*/ 701 h 842"/>
                <a:gd name="T86" fmla="*/ 606 w 1161"/>
                <a:gd name="T87" fmla="*/ 651 h 842"/>
                <a:gd name="T88" fmla="*/ 689 w 1161"/>
                <a:gd name="T89" fmla="*/ 720 h 842"/>
                <a:gd name="T90" fmla="*/ 533 w 1161"/>
                <a:gd name="T91" fmla="*/ 804 h 842"/>
                <a:gd name="T92" fmla="*/ 345 w 1161"/>
                <a:gd name="T93" fmla="*/ 635 h 842"/>
                <a:gd name="T94" fmla="*/ 345 w 1161"/>
                <a:gd name="T95" fmla="*/ 654 h 842"/>
                <a:gd name="T96" fmla="*/ 354 w 1161"/>
                <a:gd name="T97" fmla="*/ 712 h 842"/>
                <a:gd name="T98" fmla="*/ 299 w 1161"/>
                <a:gd name="T99" fmla="*/ 721 h 842"/>
                <a:gd name="T100" fmla="*/ 157 w 1161"/>
                <a:gd name="T101" fmla="*/ 641 h 842"/>
                <a:gd name="T102" fmla="*/ 167 w 1161"/>
                <a:gd name="T103" fmla="*/ 641 h 842"/>
                <a:gd name="T104" fmla="*/ 240 w 1161"/>
                <a:gd name="T105" fmla="*/ 625 h 842"/>
                <a:gd name="T106" fmla="*/ 198 w 1161"/>
                <a:gd name="T107" fmla="*/ 631 h 842"/>
                <a:gd name="T108" fmla="*/ 44 w 1161"/>
                <a:gd name="T109" fmla="*/ 476 h 842"/>
                <a:gd name="T110" fmla="*/ 198 w 1161"/>
                <a:gd name="T111" fmla="*/ 321 h 842"/>
                <a:gd name="T112" fmla="*/ 253 w 1161"/>
                <a:gd name="T113" fmla="*/ 332 h 842"/>
                <a:gd name="T114" fmla="*/ 167 w 1161"/>
                <a:gd name="T115" fmla="*/ 308 h 842"/>
                <a:gd name="T116" fmla="*/ 110 w 1161"/>
                <a:gd name="T117" fmla="*/ 318 h 842"/>
                <a:gd name="T118" fmla="*/ 268 w 1161"/>
                <a:gd name="T119" fmla="*/ 177 h 842"/>
                <a:gd name="T120" fmla="*/ 356 w 1161"/>
                <a:gd name="T121" fmla="*/ 204 h 842"/>
                <a:gd name="T122" fmla="*/ 282 w 1161"/>
                <a:gd name="T123" fmla="*/ 161 h 842"/>
                <a:gd name="T124" fmla="*/ 430 w 1161"/>
                <a:gd name="T125" fmla="*/ 62 h 8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61" h="842">
                  <a:moveTo>
                    <a:pt x="242" y="156"/>
                  </a:moveTo>
                  <a:cubicBezTo>
                    <a:pt x="154" y="156"/>
                    <a:pt x="83" y="227"/>
                    <a:pt x="83" y="315"/>
                  </a:cubicBezTo>
                  <a:cubicBezTo>
                    <a:pt x="83" y="320"/>
                    <a:pt x="83" y="325"/>
                    <a:pt x="84" y="330"/>
                  </a:cubicBezTo>
                  <a:cubicBezTo>
                    <a:pt x="34" y="359"/>
                    <a:pt x="0" y="413"/>
                    <a:pt x="0" y="475"/>
                  </a:cubicBezTo>
                  <a:cubicBezTo>
                    <a:pt x="0" y="558"/>
                    <a:pt x="62" y="627"/>
                    <a:pt x="141" y="639"/>
                  </a:cubicBezTo>
                  <a:cubicBezTo>
                    <a:pt x="162" y="706"/>
                    <a:pt x="225" y="755"/>
                    <a:pt x="299" y="755"/>
                  </a:cubicBezTo>
                  <a:cubicBezTo>
                    <a:pt x="322" y="755"/>
                    <a:pt x="345" y="749"/>
                    <a:pt x="366" y="740"/>
                  </a:cubicBezTo>
                  <a:cubicBezTo>
                    <a:pt x="397" y="801"/>
                    <a:pt x="460" y="842"/>
                    <a:pt x="533" y="842"/>
                  </a:cubicBezTo>
                  <a:cubicBezTo>
                    <a:pt x="611" y="842"/>
                    <a:pt x="678" y="794"/>
                    <a:pt x="706" y="725"/>
                  </a:cubicBezTo>
                  <a:cubicBezTo>
                    <a:pt x="717" y="728"/>
                    <a:pt x="729" y="729"/>
                    <a:pt x="740" y="729"/>
                  </a:cubicBezTo>
                  <a:cubicBezTo>
                    <a:pt x="788" y="729"/>
                    <a:pt x="831" y="707"/>
                    <a:pt x="860" y="672"/>
                  </a:cubicBezTo>
                  <a:cubicBezTo>
                    <a:pt x="883" y="686"/>
                    <a:pt x="911" y="693"/>
                    <a:pt x="940" y="693"/>
                  </a:cubicBezTo>
                  <a:cubicBezTo>
                    <a:pt x="1030" y="693"/>
                    <a:pt x="1104" y="620"/>
                    <a:pt x="1104" y="529"/>
                  </a:cubicBezTo>
                  <a:cubicBezTo>
                    <a:pt x="1104" y="519"/>
                    <a:pt x="1103" y="509"/>
                    <a:pt x="1101" y="500"/>
                  </a:cubicBezTo>
                  <a:cubicBezTo>
                    <a:pt x="1138" y="464"/>
                    <a:pt x="1161" y="414"/>
                    <a:pt x="1161" y="358"/>
                  </a:cubicBezTo>
                  <a:cubicBezTo>
                    <a:pt x="1161" y="249"/>
                    <a:pt x="1072" y="160"/>
                    <a:pt x="963" y="160"/>
                  </a:cubicBezTo>
                  <a:cubicBezTo>
                    <a:pt x="950" y="160"/>
                    <a:pt x="938" y="161"/>
                    <a:pt x="925" y="164"/>
                  </a:cubicBezTo>
                  <a:cubicBezTo>
                    <a:pt x="908" y="112"/>
                    <a:pt x="860" y="76"/>
                    <a:pt x="803" y="76"/>
                  </a:cubicBezTo>
                  <a:cubicBezTo>
                    <a:pt x="798" y="76"/>
                    <a:pt x="792" y="76"/>
                    <a:pt x="787" y="77"/>
                  </a:cubicBezTo>
                  <a:cubicBezTo>
                    <a:pt x="759" y="31"/>
                    <a:pt x="708" y="0"/>
                    <a:pt x="651" y="0"/>
                  </a:cubicBezTo>
                  <a:cubicBezTo>
                    <a:pt x="598" y="0"/>
                    <a:pt x="552" y="25"/>
                    <a:pt x="523" y="64"/>
                  </a:cubicBezTo>
                  <a:cubicBezTo>
                    <a:pt x="495" y="39"/>
                    <a:pt x="458" y="24"/>
                    <a:pt x="417" y="24"/>
                  </a:cubicBezTo>
                  <a:cubicBezTo>
                    <a:pt x="338" y="24"/>
                    <a:pt x="273" y="81"/>
                    <a:pt x="260" y="157"/>
                  </a:cubicBezTo>
                  <a:cubicBezTo>
                    <a:pt x="254" y="156"/>
                    <a:pt x="248" y="156"/>
                    <a:pt x="242" y="156"/>
                  </a:cubicBezTo>
                  <a:close/>
                  <a:moveTo>
                    <a:pt x="430" y="62"/>
                  </a:moveTo>
                  <a:cubicBezTo>
                    <a:pt x="459" y="62"/>
                    <a:pt x="487" y="70"/>
                    <a:pt x="510" y="84"/>
                  </a:cubicBezTo>
                  <a:cubicBezTo>
                    <a:pt x="499" y="106"/>
                    <a:pt x="492" y="131"/>
                    <a:pt x="492" y="157"/>
                  </a:cubicBezTo>
                  <a:cubicBezTo>
                    <a:pt x="506" y="84"/>
                    <a:pt x="571" y="28"/>
                    <a:pt x="649" y="28"/>
                  </a:cubicBezTo>
                  <a:cubicBezTo>
                    <a:pt x="733" y="28"/>
                    <a:pt x="802" y="93"/>
                    <a:pt x="809" y="176"/>
                  </a:cubicBezTo>
                  <a:cubicBezTo>
                    <a:pt x="809" y="170"/>
                    <a:pt x="810" y="165"/>
                    <a:pt x="810" y="159"/>
                  </a:cubicBezTo>
                  <a:cubicBezTo>
                    <a:pt x="810" y="141"/>
                    <a:pt x="807" y="124"/>
                    <a:pt x="801" y="108"/>
                  </a:cubicBezTo>
                  <a:cubicBezTo>
                    <a:pt x="844" y="112"/>
                    <a:pt x="880" y="136"/>
                    <a:pt x="901" y="170"/>
                  </a:cubicBezTo>
                  <a:cubicBezTo>
                    <a:pt x="869" y="180"/>
                    <a:pt x="841" y="198"/>
                    <a:pt x="819" y="222"/>
                  </a:cubicBezTo>
                  <a:cubicBezTo>
                    <a:pt x="851" y="195"/>
                    <a:pt x="893" y="179"/>
                    <a:pt x="939" y="179"/>
                  </a:cubicBezTo>
                  <a:cubicBezTo>
                    <a:pt x="1042" y="179"/>
                    <a:pt x="1126" y="262"/>
                    <a:pt x="1126" y="366"/>
                  </a:cubicBezTo>
                  <a:cubicBezTo>
                    <a:pt x="1126" y="469"/>
                    <a:pt x="1042" y="553"/>
                    <a:pt x="939" y="553"/>
                  </a:cubicBezTo>
                  <a:cubicBezTo>
                    <a:pt x="936" y="553"/>
                    <a:pt x="932" y="553"/>
                    <a:pt x="929" y="553"/>
                  </a:cubicBezTo>
                  <a:cubicBezTo>
                    <a:pt x="940" y="555"/>
                    <a:pt x="951" y="556"/>
                    <a:pt x="963" y="556"/>
                  </a:cubicBezTo>
                  <a:cubicBezTo>
                    <a:pt x="1009" y="556"/>
                    <a:pt x="1051" y="540"/>
                    <a:pt x="1084" y="514"/>
                  </a:cubicBezTo>
                  <a:cubicBezTo>
                    <a:pt x="1077" y="598"/>
                    <a:pt x="1007" y="664"/>
                    <a:pt x="921" y="664"/>
                  </a:cubicBezTo>
                  <a:cubicBezTo>
                    <a:pt x="869" y="664"/>
                    <a:pt x="823" y="640"/>
                    <a:pt x="793" y="602"/>
                  </a:cubicBezTo>
                  <a:cubicBezTo>
                    <a:pt x="804" y="625"/>
                    <a:pt x="820" y="644"/>
                    <a:pt x="840" y="659"/>
                  </a:cubicBezTo>
                  <a:cubicBezTo>
                    <a:pt x="810" y="685"/>
                    <a:pt x="770" y="701"/>
                    <a:pt x="728" y="701"/>
                  </a:cubicBezTo>
                  <a:cubicBezTo>
                    <a:pt x="680" y="701"/>
                    <a:pt x="637" y="682"/>
                    <a:pt x="606" y="651"/>
                  </a:cubicBezTo>
                  <a:cubicBezTo>
                    <a:pt x="624" y="683"/>
                    <a:pt x="654" y="708"/>
                    <a:pt x="689" y="720"/>
                  </a:cubicBezTo>
                  <a:cubicBezTo>
                    <a:pt x="655" y="771"/>
                    <a:pt x="598" y="804"/>
                    <a:pt x="533" y="804"/>
                  </a:cubicBezTo>
                  <a:cubicBezTo>
                    <a:pt x="435" y="804"/>
                    <a:pt x="355" y="730"/>
                    <a:pt x="345" y="635"/>
                  </a:cubicBezTo>
                  <a:cubicBezTo>
                    <a:pt x="345" y="641"/>
                    <a:pt x="345" y="648"/>
                    <a:pt x="345" y="654"/>
                  </a:cubicBezTo>
                  <a:cubicBezTo>
                    <a:pt x="345" y="674"/>
                    <a:pt x="348" y="694"/>
                    <a:pt x="354" y="712"/>
                  </a:cubicBezTo>
                  <a:cubicBezTo>
                    <a:pt x="336" y="718"/>
                    <a:pt x="318" y="721"/>
                    <a:pt x="299" y="721"/>
                  </a:cubicBezTo>
                  <a:cubicBezTo>
                    <a:pt x="238" y="721"/>
                    <a:pt x="186" y="689"/>
                    <a:pt x="157" y="641"/>
                  </a:cubicBezTo>
                  <a:cubicBezTo>
                    <a:pt x="160" y="641"/>
                    <a:pt x="164" y="641"/>
                    <a:pt x="167" y="641"/>
                  </a:cubicBezTo>
                  <a:cubicBezTo>
                    <a:pt x="193" y="641"/>
                    <a:pt x="218" y="635"/>
                    <a:pt x="240" y="625"/>
                  </a:cubicBezTo>
                  <a:cubicBezTo>
                    <a:pt x="227" y="628"/>
                    <a:pt x="213" y="631"/>
                    <a:pt x="198" y="631"/>
                  </a:cubicBezTo>
                  <a:cubicBezTo>
                    <a:pt x="113" y="631"/>
                    <a:pt x="44" y="561"/>
                    <a:pt x="44" y="476"/>
                  </a:cubicBezTo>
                  <a:cubicBezTo>
                    <a:pt x="44" y="391"/>
                    <a:pt x="113" y="321"/>
                    <a:pt x="198" y="321"/>
                  </a:cubicBezTo>
                  <a:cubicBezTo>
                    <a:pt x="217" y="321"/>
                    <a:pt x="236" y="325"/>
                    <a:pt x="253" y="332"/>
                  </a:cubicBezTo>
                  <a:cubicBezTo>
                    <a:pt x="228" y="316"/>
                    <a:pt x="199" y="308"/>
                    <a:pt x="167" y="308"/>
                  </a:cubicBezTo>
                  <a:cubicBezTo>
                    <a:pt x="147" y="308"/>
                    <a:pt x="128" y="311"/>
                    <a:pt x="110" y="318"/>
                  </a:cubicBezTo>
                  <a:cubicBezTo>
                    <a:pt x="119" y="239"/>
                    <a:pt x="186" y="177"/>
                    <a:pt x="268" y="177"/>
                  </a:cubicBezTo>
                  <a:cubicBezTo>
                    <a:pt x="300" y="177"/>
                    <a:pt x="331" y="187"/>
                    <a:pt x="356" y="204"/>
                  </a:cubicBezTo>
                  <a:cubicBezTo>
                    <a:pt x="336" y="184"/>
                    <a:pt x="311" y="168"/>
                    <a:pt x="282" y="161"/>
                  </a:cubicBezTo>
                  <a:cubicBezTo>
                    <a:pt x="306" y="103"/>
                    <a:pt x="363" y="62"/>
                    <a:pt x="430" y="6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83" name="Freeform 373"/>
            <p:cNvSpPr>
              <a:spLocks/>
            </p:cNvSpPr>
            <p:nvPr/>
          </p:nvSpPr>
          <p:spPr bwMode="auto">
            <a:xfrm>
              <a:off x="7831139" y="3022601"/>
              <a:ext cx="92075" cy="114300"/>
            </a:xfrm>
            <a:custGeom>
              <a:avLst/>
              <a:gdLst>
                <a:gd name="T0" fmla="*/ 9 w 77"/>
                <a:gd name="T1" fmla="*/ 88 h 95"/>
                <a:gd name="T2" fmla="*/ 29 w 77"/>
                <a:gd name="T3" fmla="*/ 95 h 95"/>
                <a:gd name="T4" fmla="*/ 54 w 77"/>
                <a:gd name="T5" fmla="*/ 87 h 95"/>
                <a:gd name="T6" fmla="*/ 67 w 77"/>
                <a:gd name="T7" fmla="*/ 74 h 95"/>
                <a:gd name="T8" fmla="*/ 63 w 77"/>
                <a:gd name="T9" fmla="*/ 69 h 95"/>
                <a:gd name="T10" fmla="*/ 55 w 77"/>
                <a:gd name="T11" fmla="*/ 74 h 95"/>
                <a:gd name="T12" fmla="*/ 42 w 77"/>
                <a:gd name="T13" fmla="*/ 80 h 95"/>
                <a:gd name="T14" fmla="*/ 31 w 77"/>
                <a:gd name="T15" fmla="*/ 82 h 95"/>
                <a:gd name="T16" fmla="*/ 19 w 77"/>
                <a:gd name="T17" fmla="*/ 78 h 95"/>
                <a:gd name="T18" fmla="*/ 15 w 77"/>
                <a:gd name="T19" fmla="*/ 66 h 95"/>
                <a:gd name="T20" fmla="*/ 23 w 77"/>
                <a:gd name="T21" fmla="*/ 42 h 95"/>
                <a:gd name="T22" fmla="*/ 41 w 77"/>
                <a:gd name="T23" fmla="*/ 20 h 95"/>
                <a:gd name="T24" fmla="*/ 60 w 77"/>
                <a:gd name="T25" fmla="*/ 11 h 95"/>
                <a:gd name="T26" fmla="*/ 63 w 77"/>
                <a:gd name="T27" fmla="*/ 15 h 95"/>
                <a:gd name="T28" fmla="*/ 62 w 77"/>
                <a:gd name="T29" fmla="*/ 21 h 95"/>
                <a:gd name="T30" fmla="*/ 61 w 77"/>
                <a:gd name="T31" fmla="*/ 26 h 95"/>
                <a:gd name="T32" fmla="*/ 62 w 77"/>
                <a:gd name="T33" fmla="*/ 31 h 95"/>
                <a:gd name="T34" fmla="*/ 66 w 77"/>
                <a:gd name="T35" fmla="*/ 32 h 95"/>
                <a:gd name="T36" fmla="*/ 72 w 77"/>
                <a:gd name="T37" fmla="*/ 30 h 95"/>
                <a:gd name="T38" fmla="*/ 76 w 77"/>
                <a:gd name="T39" fmla="*/ 25 h 95"/>
                <a:gd name="T40" fmla="*/ 77 w 77"/>
                <a:gd name="T41" fmla="*/ 15 h 95"/>
                <a:gd name="T42" fmla="*/ 73 w 77"/>
                <a:gd name="T43" fmla="*/ 4 h 95"/>
                <a:gd name="T44" fmla="*/ 60 w 77"/>
                <a:gd name="T45" fmla="*/ 0 h 95"/>
                <a:gd name="T46" fmla="*/ 33 w 77"/>
                <a:gd name="T47" fmla="*/ 10 h 95"/>
                <a:gd name="T48" fmla="*/ 10 w 77"/>
                <a:gd name="T49" fmla="*/ 37 h 95"/>
                <a:gd name="T50" fmla="*/ 0 w 77"/>
                <a:gd name="T51" fmla="*/ 68 h 95"/>
                <a:gd name="T52" fmla="*/ 9 w 77"/>
                <a:gd name="T53" fmla="*/ 8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7" h="95">
                  <a:moveTo>
                    <a:pt x="9" y="88"/>
                  </a:moveTo>
                  <a:cubicBezTo>
                    <a:pt x="15" y="93"/>
                    <a:pt x="22" y="95"/>
                    <a:pt x="29" y="95"/>
                  </a:cubicBezTo>
                  <a:cubicBezTo>
                    <a:pt x="37" y="95"/>
                    <a:pt x="45" y="92"/>
                    <a:pt x="54" y="87"/>
                  </a:cubicBezTo>
                  <a:cubicBezTo>
                    <a:pt x="63" y="82"/>
                    <a:pt x="67" y="77"/>
                    <a:pt x="67" y="74"/>
                  </a:cubicBezTo>
                  <a:cubicBezTo>
                    <a:pt x="67" y="71"/>
                    <a:pt x="66" y="69"/>
                    <a:pt x="63" y="69"/>
                  </a:cubicBezTo>
                  <a:cubicBezTo>
                    <a:pt x="61" y="69"/>
                    <a:pt x="59" y="71"/>
                    <a:pt x="55" y="74"/>
                  </a:cubicBezTo>
                  <a:cubicBezTo>
                    <a:pt x="51" y="76"/>
                    <a:pt x="47" y="78"/>
                    <a:pt x="42" y="80"/>
                  </a:cubicBezTo>
                  <a:cubicBezTo>
                    <a:pt x="38" y="82"/>
                    <a:pt x="34" y="82"/>
                    <a:pt x="31" y="82"/>
                  </a:cubicBezTo>
                  <a:cubicBezTo>
                    <a:pt x="26" y="82"/>
                    <a:pt x="22" y="81"/>
                    <a:pt x="19" y="78"/>
                  </a:cubicBezTo>
                  <a:cubicBezTo>
                    <a:pt x="17" y="75"/>
                    <a:pt x="15" y="71"/>
                    <a:pt x="15" y="66"/>
                  </a:cubicBezTo>
                  <a:cubicBezTo>
                    <a:pt x="15" y="59"/>
                    <a:pt x="18" y="51"/>
                    <a:pt x="23" y="42"/>
                  </a:cubicBezTo>
                  <a:cubicBezTo>
                    <a:pt x="28" y="34"/>
                    <a:pt x="34" y="26"/>
                    <a:pt x="41" y="20"/>
                  </a:cubicBezTo>
                  <a:cubicBezTo>
                    <a:pt x="48" y="14"/>
                    <a:pt x="54" y="11"/>
                    <a:pt x="60" y="11"/>
                  </a:cubicBezTo>
                  <a:cubicBezTo>
                    <a:pt x="62" y="11"/>
                    <a:pt x="63" y="12"/>
                    <a:pt x="63" y="15"/>
                  </a:cubicBezTo>
                  <a:cubicBezTo>
                    <a:pt x="63" y="17"/>
                    <a:pt x="62" y="19"/>
                    <a:pt x="62" y="21"/>
                  </a:cubicBezTo>
                  <a:cubicBezTo>
                    <a:pt x="61" y="23"/>
                    <a:pt x="61" y="25"/>
                    <a:pt x="61" y="26"/>
                  </a:cubicBezTo>
                  <a:cubicBezTo>
                    <a:pt x="61" y="28"/>
                    <a:pt x="61" y="30"/>
                    <a:pt x="62" y="31"/>
                  </a:cubicBezTo>
                  <a:cubicBezTo>
                    <a:pt x="63" y="32"/>
                    <a:pt x="65" y="32"/>
                    <a:pt x="66" y="32"/>
                  </a:cubicBezTo>
                  <a:cubicBezTo>
                    <a:pt x="68" y="32"/>
                    <a:pt x="70" y="32"/>
                    <a:pt x="72" y="30"/>
                  </a:cubicBezTo>
                  <a:cubicBezTo>
                    <a:pt x="74" y="29"/>
                    <a:pt x="76" y="27"/>
                    <a:pt x="76" y="25"/>
                  </a:cubicBezTo>
                  <a:cubicBezTo>
                    <a:pt x="77" y="23"/>
                    <a:pt x="77" y="20"/>
                    <a:pt x="77" y="15"/>
                  </a:cubicBezTo>
                  <a:cubicBezTo>
                    <a:pt x="77" y="11"/>
                    <a:pt x="76" y="7"/>
                    <a:pt x="73" y="4"/>
                  </a:cubicBezTo>
                  <a:cubicBezTo>
                    <a:pt x="70" y="1"/>
                    <a:pt x="65" y="0"/>
                    <a:pt x="60" y="0"/>
                  </a:cubicBezTo>
                  <a:cubicBezTo>
                    <a:pt x="51" y="0"/>
                    <a:pt x="42" y="3"/>
                    <a:pt x="33" y="10"/>
                  </a:cubicBezTo>
                  <a:cubicBezTo>
                    <a:pt x="24" y="17"/>
                    <a:pt x="16" y="26"/>
                    <a:pt x="10" y="37"/>
                  </a:cubicBezTo>
                  <a:cubicBezTo>
                    <a:pt x="3" y="48"/>
                    <a:pt x="0" y="58"/>
                    <a:pt x="0" y="68"/>
                  </a:cubicBezTo>
                  <a:cubicBezTo>
                    <a:pt x="0" y="76"/>
                    <a:pt x="3" y="83"/>
                    <a:pt x="9" y="8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84" name="Freeform 374"/>
            <p:cNvSpPr>
              <a:spLocks noEditPoints="1"/>
            </p:cNvSpPr>
            <p:nvPr/>
          </p:nvSpPr>
          <p:spPr bwMode="auto">
            <a:xfrm>
              <a:off x="7927976" y="3054351"/>
              <a:ext cx="69850" cy="80963"/>
            </a:xfrm>
            <a:custGeom>
              <a:avLst/>
              <a:gdLst>
                <a:gd name="T0" fmla="*/ 36 w 58"/>
                <a:gd name="T1" fmla="*/ 0 h 67"/>
                <a:gd name="T2" fmla="*/ 11 w 58"/>
                <a:gd name="T3" fmla="*/ 15 h 67"/>
                <a:gd name="T4" fmla="*/ 0 w 58"/>
                <a:gd name="T5" fmla="*/ 45 h 67"/>
                <a:gd name="T6" fmla="*/ 6 w 58"/>
                <a:gd name="T7" fmla="*/ 60 h 67"/>
                <a:gd name="T8" fmla="*/ 20 w 58"/>
                <a:gd name="T9" fmla="*/ 67 h 67"/>
                <a:gd name="T10" fmla="*/ 42 w 58"/>
                <a:gd name="T11" fmla="*/ 57 h 67"/>
                <a:gd name="T12" fmla="*/ 57 w 58"/>
                <a:gd name="T13" fmla="*/ 34 h 67"/>
                <a:gd name="T14" fmla="*/ 57 w 58"/>
                <a:gd name="T15" fmla="*/ 34 h 67"/>
                <a:gd name="T16" fmla="*/ 58 w 58"/>
                <a:gd name="T17" fmla="*/ 25 h 67"/>
                <a:gd name="T18" fmla="*/ 52 w 58"/>
                <a:gd name="T19" fmla="*/ 7 h 67"/>
                <a:gd name="T20" fmla="*/ 36 w 58"/>
                <a:gd name="T21" fmla="*/ 0 h 67"/>
                <a:gd name="T22" fmla="*/ 36 w 58"/>
                <a:gd name="T23" fmla="*/ 46 h 67"/>
                <a:gd name="T24" fmla="*/ 21 w 58"/>
                <a:gd name="T25" fmla="*/ 54 h 67"/>
                <a:gd name="T26" fmla="*/ 17 w 58"/>
                <a:gd name="T27" fmla="*/ 51 h 67"/>
                <a:gd name="T28" fmla="*/ 15 w 58"/>
                <a:gd name="T29" fmla="*/ 43 h 67"/>
                <a:gd name="T30" fmla="*/ 19 w 58"/>
                <a:gd name="T31" fmla="*/ 27 h 67"/>
                <a:gd name="T32" fmla="*/ 27 w 58"/>
                <a:gd name="T33" fmla="*/ 15 h 67"/>
                <a:gd name="T34" fmla="*/ 27 w 58"/>
                <a:gd name="T35" fmla="*/ 15 h 67"/>
                <a:gd name="T36" fmla="*/ 35 w 58"/>
                <a:gd name="T37" fmla="*/ 12 h 67"/>
                <a:gd name="T38" fmla="*/ 42 w 58"/>
                <a:gd name="T39" fmla="*/ 16 h 67"/>
                <a:gd name="T40" fmla="*/ 44 w 58"/>
                <a:gd name="T41" fmla="*/ 26 h 67"/>
                <a:gd name="T42" fmla="*/ 36 w 58"/>
                <a:gd name="T43" fmla="*/ 46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 h="67">
                  <a:moveTo>
                    <a:pt x="36" y="0"/>
                  </a:moveTo>
                  <a:cubicBezTo>
                    <a:pt x="26" y="0"/>
                    <a:pt x="18" y="5"/>
                    <a:pt x="11" y="15"/>
                  </a:cubicBezTo>
                  <a:cubicBezTo>
                    <a:pt x="4" y="24"/>
                    <a:pt x="0" y="34"/>
                    <a:pt x="0" y="45"/>
                  </a:cubicBezTo>
                  <a:cubicBezTo>
                    <a:pt x="0" y="51"/>
                    <a:pt x="2" y="56"/>
                    <a:pt x="6" y="60"/>
                  </a:cubicBezTo>
                  <a:cubicBezTo>
                    <a:pt x="10" y="64"/>
                    <a:pt x="15" y="67"/>
                    <a:pt x="20" y="67"/>
                  </a:cubicBezTo>
                  <a:cubicBezTo>
                    <a:pt x="28" y="67"/>
                    <a:pt x="35" y="63"/>
                    <a:pt x="42" y="57"/>
                  </a:cubicBezTo>
                  <a:cubicBezTo>
                    <a:pt x="50" y="51"/>
                    <a:pt x="55" y="43"/>
                    <a:pt x="57" y="34"/>
                  </a:cubicBezTo>
                  <a:cubicBezTo>
                    <a:pt x="57" y="34"/>
                    <a:pt x="57" y="34"/>
                    <a:pt x="57" y="34"/>
                  </a:cubicBezTo>
                  <a:cubicBezTo>
                    <a:pt x="58" y="31"/>
                    <a:pt x="58" y="28"/>
                    <a:pt x="58" y="25"/>
                  </a:cubicBezTo>
                  <a:cubicBezTo>
                    <a:pt x="58" y="18"/>
                    <a:pt x="56" y="12"/>
                    <a:pt x="52" y="7"/>
                  </a:cubicBezTo>
                  <a:cubicBezTo>
                    <a:pt x="48" y="2"/>
                    <a:pt x="42" y="0"/>
                    <a:pt x="36" y="0"/>
                  </a:cubicBezTo>
                  <a:close/>
                  <a:moveTo>
                    <a:pt x="36" y="46"/>
                  </a:moveTo>
                  <a:cubicBezTo>
                    <a:pt x="31" y="51"/>
                    <a:pt x="26" y="54"/>
                    <a:pt x="21" y="54"/>
                  </a:cubicBezTo>
                  <a:cubicBezTo>
                    <a:pt x="19" y="54"/>
                    <a:pt x="18" y="53"/>
                    <a:pt x="17" y="51"/>
                  </a:cubicBezTo>
                  <a:cubicBezTo>
                    <a:pt x="15" y="49"/>
                    <a:pt x="15" y="46"/>
                    <a:pt x="15" y="43"/>
                  </a:cubicBezTo>
                  <a:cubicBezTo>
                    <a:pt x="15" y="38"/>
                    <a:pt x="16" y="32"/>
                    <a:pt x="19" y="27"/>
                  </a:cubicBezTo>
                  <a:cubicBezTo>
                    <a:pt x="21" y="22"/>
                    <a:pt x="24" y="18"/>
                    <a:pt x="27" y="15"/>
                  </a:cubicBezTo>
                  <a:cubicBezTo>
                    <a:pt x="27" y="15"/>
                    <a:pt x="27" y="15"/>
                    <a:pt x="27" y="15"/>
                  </a:cubicBezTo>
                  <a:cubicBezTo>
                    <a:pt x="29" y="13"/>
                    <a:pt x="32" y="12"/>
                    <a:pt x="35" y="12"/>
                  </a:cubicBezTo>
                  <a:cubicBezTo>
                    <a:pt x="38" y="12"/>
                    <a:pt x="40" y="14"/>
                    <a:pt x="42" y="16"/>
                  </a:cubicBezTo>
                  <a:cubicBezTo>
                    <a:pt x="43" y="19"/>
                    <a:pt x="44" y="22"/>
                    <a:pt x="44" y="26"/>
                  </a:cubicBezTo>
                  <a:cubicBezTo>
                    <a:pt x="44" y="33"/>
                    <a:pt x="42" y="40"/>
                    <a:pt x="36" y="4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85" name="Freeform 375"/>
            <p:cNvSpPr>
              <a:spLocks/>
            </p:cNvSpPr>
            <p:nvPr/>
          </p:nvSpPr>
          <p:spPr bwMode="auto">
            <a:xfrm>
              <a:off x="8013701" y="3054351"/>
              <a:ext cx="131763" cy="79375"/>
            </a:xfrm>
            <a:custGeom>
              <a:avLst/>
              <a:gdLst>
                <a:gd name="T0" fmla="*/ 13 w 110"/>
                <a:gd name="T1" fmla="*/ 40 h 66"/>
                <a:gd name="T2" fmla="*/ 14 w 110"/>
                <a:gd name="T3" fmla="*/ 28 h 66"/>
                <a:gd name="T4" fmla="*/ 18 w 110"/>
                <a:gd name="T5" fmla="*/ 10 h 66"/>
                <a:gd name="T6" fmla="*/ 9 w 110"/>
                <a:gd name="T7" fmla="*/ 0 h 66"/>
                <a:gd name="T8" fmla="*/ 5 w 110"/>
                <a:gd name="T9" fmla="*/ 1 h 66"/>
                <a:gd name="T10" fmla="*/ 3 w 110"/>
                <a:gd name="T11" fmla="*/ 5 h 66"/>
                <a:gd name="T12" fmla="*/ 2 w 110"/>
                <a:gd name="T13" fmla="*/ 24 h 66"/>
                <a:gd name="T14" fmla="*/ 0 w 110"/>
                <a:gd name="T15" fmla="*/ 55 h 66"/>
                <a:gd name="T16" fmla="*/ 7 w 110"/>
                <a:gd name="T17" fmla="*/ 66 h 66"/>
                <a:gd name="T18" fmla="*/ 14 w 110"/>
                <a:gd name="T19" fmla="*/ 60 h 66"/>
                <a:gd name="T20" fmla="*/ 28 w 110"/>
                <a:gd name="T21" fmla="*/ 34 h 66"/>
                <a:gd name="T22" fmla="*/ 40 w 110"/>
                <a:gd name="T23" fmla="*/ 20 h 66"/>
                <a:gd name="T24" fmla="*/ 42 w 110"/>
                <a:gd name="T25" fmla="*/ 36 h 66"/>
                <a:gd name="T26" fmla="*/ 46 w 110"/>
                <a:gd name="T27" fmla="*/ 57 h 66"/>
                <a:gd name="T28" fmla="*/ 53 w 110"/>
                <a:gd name="T29" fmla="*/ 60 h 66"/>
                <a:gd name="T30" fmla="*/ 61 w 110"/>
                <a:gd name="T31" fmla="*/ 56 h 66"/>
                <a:gd name="T32" fmla="*/ 70 w 110"/>
                <a:gd name="T33" fmla="*/ 40 h 66"/>
                <a:gd name="T34" fmla="*/ 79 w 110"/>
                <a:gd name="T35" fmla="*/ 23 h 66"/>
                <a:gd name="T36" fmla="*/ 83 w 110"/>
                <a:gd name="T37" fmla="*/ 19 h 66"/>
                <a:gd name="T38" fmla="*/ 85 w 110"/>
                <a:gd name="T39" fmla="*/ 22 h 66"/>
                <a:gd name="T40" fmla="*/ 86 w 110"/>
                <a:gd name="T41" fmla="*/ 33 h 66"/>
                <a:gd name="T42" fmla="*/ 91 w 110"/>
                <a:gd name="T43" fmla="*/ 57 h 66"/>
                <a:gd name="T44" fmla="*/ 100 w 110"/>
                <a:gd name="T45" fmla="*/ 63 h 66"/>
                <a:gd name="T46" fmla="*/ 107 w 110"/>
                <a:gd name="T47" fmla="*/ 60 h 66"/>
                <a:gd name="T48" fmla="*/ 110 w 110"/>
                <a:gd name="T49" fmla="*/ 55 h 66"/>
                <a:gd name="T50" fmla="*/ 107 w 110"/>
                <a:gd name="T51" fmla="*/ 51 h 66"/>
                <a:gd name="T52" fmla="*/ 102 w 110"/>
                <a:gd name="T53" fmla="*/ 44 h 66"/>
                <a:gd name="T54" fmla="*/ 100 w 110"/>
                <a:gd name="T55" fmla="*/ 28 h 66"/>
                <a:gd name="T56" fmla="*/ 96 w 110"/>
                <a:gd name="T57" fmla="*/ 9 h 66"/>
                <a:gd name="T58" fmla="*/ 86 w 110"/>
                <a:gd name="T59" fmla="*/ 3 h 66"/>
                <a:gd name="T60" fmla="*/ 76 w 110"/>
                <a:gd name="T61" fmla="*/ 8 h 66"/>
                <a:gd name="T62" fmla="*/ 64 w 110"/>
                <a:gd name="T63" fmla="*/ 27 h 66"/>
                <a:gd name="T64" fmla="*/ 57 w 110"/>
                <a:gd name="T65" fmla="*/ 41 h 66"/>
                <a:gd name="T66" fmla="*/ 55 w 110"/>
                <a:gd name="T67" fmla="*/ 27 h 66"/>
                <a:gd name="T68" fmla="*/ 52 w 110"/>
                <a:gd name="T69" fmla="*/ 8 h 66"/>
                <a:gd name="T70" fmla="*/ 43 w 110"/>
                <a:gd name="T71" fmla="*/ 3 h 66"/>
                <a:gd name="T72" fmla="*/ 42 w 110"/>
                <a:gd name="T73" fmla="*/ 3 h 66"/>
                <a:gd name="T74" fmla="*/ 34 w 110"/>
                <a:gd name="T75" fmla="*/ 7 h 66"/>
                <a:gd name="T76" fmla="*/ 13 w 110"/>
                <a:gd name="T77" fmla="*/ 4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0" h="66">
                  <a:moveTo>
                    <a:pt x="13" y="40"/>
                  </a:moveTo>
                  <a:cubicBezTo>
                    <a:pt x="13" y="38"/>
                    <a:pt x="13" y="34"/>
                    <a:pt x="14" y="28"/>
                  </a:cubicBezTo>
                  <a:cubicBezTo>
                    <a:pt x="16" y="18"/>
                    <a:pt x="18" y="13"/>
                    <a:pt x="18" y="10"/>
                  </a:cubicBezTo>
                  <a:cubicBezTo>
                    <a:pt x="18" y="3"/>
                    <a:pt x="15" y="0"/>
                    <a:pt x="9" y="0"/>
                  </a:cubicBezTo>
                  <a:cubicBezTo>
                    <a:pt x="7" y="0"/>
                    <a:pt x="6" y="0"/>
                    <a:pt x="5" y="1"/>
                  </a:cubicBezTo>
                  <a:cubicBezTo>
                    <a:pt x="4" y="2"/>
                    <a:pt x="3" y="3"/>
                    <a:pt x="3" y="5"/>
                  </a:cubicBezTo>
                  <a:cubicBezTo>
                    <a:pt x="3" y="11"/>
                    <a:pt x="3" y="18"/>
                    <a:pt x="2" y="24"/>
                  </a:cubicBezTo>
                  <a:cubicBezTo>
                    <a:pt x="0" y="33"/>
                    <a:pt x="0" y="43"/>
                    <a:pt x="0" y="55"/>
                  </a:cubicBezTo>
                  <a:cubicBezTo>
                    <a:pt x="0" y="63"/>
                    <a:pt x="2" y="66"/>
                    <a:pt x="7" y="66"/>
                  </a:cubicBezTo>
                  <a:cubicBezTo>
                    <a:pt x="11" y="66"/>
                    <a:pt x="14" y="64"/>
                    <a:pt x="14" y="60"/>
                  </a:cubicBezTo>
                  <a:cubicBezTo>
                    <a:pt x="17" y="53"/>
                    <a:pt x="22" y="44"/>
                    <a:pt x="28" y="34"/>
                  </a:cubicBezTo>
                  <a:cubicBezTo>
                    <a:pt x="35" y="24"/>
                    <a:pt x="39" y="20"/>
                    <a:pt x="40" y="20"/>
                  </a:cubicBezTo>
                  <a:cubicBezTo>
                    <a:pt x="41" y="20"/>
                    <a:pt x="42" y="25"/>
                    <a:pt x="42" y="36"/>
                  </a:cubicBezTo>
                  <a:cubicBezTo>
                    <a:pt x="42" y="48"/>
                    <a:pt x="44" y="55"/>
                    <a:pt x="46" y="57"/>
                  </a:cubicBezTo>
                  <a:cubicBezTo>
                    <a:pt x="48" y="59"/>
                    <a:pt x="51" y="60"/>
                    <a:pt x="53" y="60"/>
                  </a:cubicBezTo>
                  <a:cubicBezTo>
                    <a:pt x="56" y="60"/>
                    <a:pt x="59" y="59"/>
                    <a:pt x="61" y="56"/>
                  </a:cubicBezTo>
                  <a:cubicBezTo>
                    <a:pt x="64" y="53"/>
                    <a:pt x="67" y="48"/>
                    <a:pt x="70" y="40"/>
                  </a:cubicBezTo>
                  <a:cubicBezTo>
                    <a:pt x="74" y="32"/>
                    <a:pt x="77" y="26"/>
                    <a:pt x="79" y="23"/>
                  </a:cubicBezTo>
                  <a:cubicBezTo>
                    <a:pt x="81" y="21"/>
                    <a:pt x="82" y="19"/>
                    <a:pt x="83" y="19"/>
                  </a:cubicBezTo>
                  <a:cubicBezTo>
                    <a:pt x="84" y="19"/>
                    <a:pt x="84" y="20"/>
                    <a:pt x="85" y="22"/>
                  </a:cubicBezTo>
                  <a:cubicBezTo>
                    <a:pt x="85" y="24"/>
                    <a:pt x="86" y="28"/>
                    <a:pt x="86" y="33"/>
                  </a:cubicBezTo>
                  <a:cubicBezTo>
                    <a:pt x="87" y="45"/>
                    <a:pt x="89" y="53"/>
                    <a:pt x="91" y="57"/>
                  </a:cubicBezTo>
                  <a:cubicBezTo>
                    <a:pt x="93" y="61"/>
                    <a:pt x="96" y="63"/>
                    <a:pt x="100" y="63"/>
                  </a:cubicBezTo>
                  <a:cubicBezTo>
                    <a:pt x="102" y="63"/>
                    <a:pt x="105" y="62"/>
                    <a:pt x="107" y="60"/>
                  </a:cubicBezTo>
                  <a:cubicBezTo>
                    <a:pt x="109" y="59"/>
                    <a:pt x="110" y="57"/>
                    <a:pt x="110" y="55"/>
                  </a:cubicBezTo>
                  <a:cubicBezTo>
                    <a:pt x="110" y="53"/>
                    <a:pt x="109" y="52"/>
                    <a:pt x="107" y="51"/>
                  </a:cubicBezTo>
                  <a:cubicBezTo>
                    <a:pt x="105" y="50"/>
                    <a:pt x="103" y="47"/>
                    <a:pt x="102" y="44"/>
                  </a:cubicBezTo>
                  <a:cubicBezTo>
                    <a:pt x="101" y="40"/>
                    <a:pt x="100" y="35"/>
                    <a:pt x="100" y="28"/>
                  </a:cubicBezTo>
                  <a:cubicBezTo>
                    <a:pt x="99" y="19"/>
                    <a:pt x="98" y="13"/>
                    <a:pt x="96" y="9"/>
                  </a:cubicBezTo>
                  <a:cubicBezTo>
                    <a:pt x="94" y="5"/>
                    <a:pt x="91" y="3"/>
                    <a:pt x="86" y="3"/>
                  </a:cubicBezTo>
                  <a:cubicBezTo>
                    <a:pt x="83" y="3"/>
                    <a:pt x="79" y="5"/>
                    <a:pt x="76" y="8"/>
                  </a:cubicBezTo>
                  <a:cubicBezTo>
                    <a:pt x="73" y="11"/>
                    <a:pt x="69" y="18"/>
                    <a:pt x="64" y="27"/>
                  </a:cubicBezTo>
                  <a:cubicBezTo>
                    <a:pt x="60" y="36"/>
                    <a:pt x="57" y="41"/>
                    <a:pt x="57" y="41"/>
                  </a:cubicBezTo>
                  <a:cubicBezTo>
                    <a:pt x="56" y="41"/>
                    <a:pt x="55" y="36"/>
                    <a:pt x="55" y="27"/>
                  </a:cubicBezTo>
                  <a:cubicBezTo>
                    <a:pt x="55" y="17"/>
                    <a:pt x="54" y="11"/>
                    <a:pt x="52" y="8"/>
                  </a:cubicBezTo>
                  <a:cubicBezTo>
                    <a:pt x="49" y="5"/>
                    <a:pt x="47" y="3"/>
                    <a:pt x="43" y="3"/>
                  </a:cubicBezTo>
                  <a:cubicBezTo>
                    <a:pt x="43" y="3"/>
                    <a:pt x="42" y="3"/>
                    <a:pt x="42" y="3"/>
                  </a:cubicBezTo>
                  <a:cubicBezTo>
                    <a:pt x="39" y="4"/>
                    <a:pt x="37" y="5"/>
                    <a:pt x="34" y="7"/>
                  </a:cubicBezTo>
                  <a:cubicBezTo>
                    <a:pt x="27" y="13"/>
                    <a:pt x="20" y="24"/>
                    <a:pt x="13" y="4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86" name="Freeform 376"/>
            <p:cNvSpPr>
              <a:spLocks noEditPoints="1"/>
            </p:cNvSpPr>
            <p:nvPr/>
          </p:nvSpPr>
          <p:spPr bwMode="auto">
            <a:xfrm>
              <a:off x="8148639" y="3051176"/>
              <a:ext cx="85725" cy="128588"/>
            </a:xfrm>
            <a:custGeom>
              <a:avLst/>
              <a:gdLst>
                <a:gd name="T0" fmla="*/ 58 w 72"/>
                <a:gd name="T1" fmla="*/ 52 h 108"/>
                <a:gd name="T2" fmla="*/ 72 w 72"/>
                <a:gd name="T3" fmla="*/ 18 h 108"/>
                <a:gd name="T4" fmla="*/ 68 w 72"/>
                <a:gd name="T5" fmla="*/ 6 h 108"/>
                <a:gd name="T6" fmla="*/ 57 w 72"/>
                <a:gd name="T7" fmla="*/ 1 h 108"/>
                <a:gd name="T8" fmla="*/ 40 w 72"/>
                <a:gd name="T9" fmla="*/ 9 h 108"/>
                <a:gd name="T10" fmla="*/ 24 w 72"/>
                <a:gd name="T11" fmla="*/ 27 h 108"/>
                <a:gd name="T12" fmla="*/ 25 w 72"/>
                <a:gd name="T13" fmla="*/ 23 h 108"/>
                <a:gd name="T14" fmla="*/ 26 w 72"/>
                <a:gd name="T15" fmla="*/ 10 h 108"/>
                <a:gd name="T16" fmla="*/ 20 w 72"/>
                <a:gd name="T17" fmla="*/ 0 h 108"/>
                <a:gd name="T18" fmla="*/ 14 w 72"/>
                <a:gd name="T19" fmla="*/ 2 h 108"/>
                <a:gd name="T20" fmla="*/ 11 w 72"/>
                <a:gd name="T21" fmla="*/ 6 h 108"/>
                <a:gd name="T22" fmla="*/ 11 w 72"/>
                <a:gd name="T23" fmla="*/ 17 h 108"/>
                <a:gd name="T24" fmla="*/ 11 w 72"/>
                <a:gd name="T25" fmla="*/ 18 h 108"/>
                <a:gd name="T26" fmla="*/ 1 w 72"/>
                <a:gd name="T27" fmla="*/ 91 h 108"/>
                <a:gd name="T28" fmla="*/ 0 w 72"/>
                <a:gd name="T29" fmla="*/ 102 h 108"/>
                <a:gd name="T30" fmla="*/ 2 w 72"/>
                <a:gd name="T31" fmla="*/ 106 h 108"/>
                <a:gd name="T32" fmla="*/ 7 w 72"/>
                <a:gd name="T33" fmla="*/ 108 h 108"/>
                <a:gd name="T34" fmla="*/ 12 w 72"/>
                <a:gd name="T35" fmla="*/ 106 h 108"/>
                <a:gd name="T36" fmla="*/ 15 w 72"/>
                <a:gd name="T37" fmla="*/ 98 h 108"/>
                <a:gd name="T38" fmla="*/ 18 w 72"/>
                <a:gd name="T39" fmla="*/ 75 h 108"/>
                <a:gd name="T40" fmla="*/ 20 w 72"/>
                <a:gd name="T41" fmla="*/ 63 h 108"/>
                <a:gd name="T42" fmla="*/ 28 w 72"/>
                <a:gd name="T43" fmla="*/ 68 h 108"/>
                <a:gd name="T44" fmla="*/ 58 w 72"/>
                <a:gd name="T45" fmla="*/ 52 h 108"/>
                <a:gd name="T46" fmla="*/ 31 w 72"/>
                <a:gd name="T47" fmla="*/ 56 h 108"/>
                <a:gd name="T48" fmla="*/ 26 w 72"/>
                <a:gd name="T49" fmla="*/ 54 h 108"/>
                <a:gd name="T50" fmla="*/ 24 w 72"/>
                <a:gd name="T51" fmla="*/ 51 h 108"/>
                <a:gd name="T52" fmla="*/ 36 w 72"/>
                <a:gd name="T53" fmla="*/ 29 h 108"/>
                <a:gd name="T54" fmla="*/ 54 w 72"/>
                <a:gd name="T55" fmla="*/ 15 h 108"/>
                <a:gd name="T56" fmla="*/ 57 w 72"/>
                <a:gd name="T57" fmla="*/ 16 h 108"/>
                <a:gd name="T58" fmla="*/ 58 w 72"/>
                <a:gd name="T59" fmla="*/ 22 h 108"/>
                <a:gd name="T60" fmla="*/ 48 w 72"/>
                <a:gd name="T61" fmla="*/ 44 h 108"/>
                <a:gd name="T62" fmla="*/ 31 w 72"/>
                <a:gd name="T63" fmla="*/ 5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2" h="108">
                  <a:moveTo>
                    <a:pt x="58" y="52"/>
                  </a:moveTo>
                  <a:cubicBezTo>
                    <a:pt x="67" y="42"/>
                    <a:pt x="72" y="31"/>
                    <a:pt x="72" y="18"/>
                  </a:cubicBezTo>
                  <a:cubicBezTo>
                    <a:pt x="72" y="13"/>
                    <a:pt x="71" y="9"/>
                    <a:pt x="68" y="6"/>
                  </a:cubicBezTo>
                  <a:cubicBezTo>
                    <a:pt x="65" y="3"/>
                    <a:pt x="61" y="1"/>
                    <a:pt x="57" y="1"/>
                  </a:cubicBezTo>
                  <a:cubicBezTo>
                    <a:pt x="52" y="1"/>
                    <a:pt x="46" y="4"/>
                    <a:pt x="40" y="9"/>
                  </a:cubicBezTo>
                  <a:cubicBezTo>
                    <a:pt x="34" y="14"/>
                    <a:pt x="29" y="20"/>
                    <a:pt x="24" y="27"/>
                  </a:cubicBezTo>
                  <a:cubicBezTo>
                    <a:pt x="25" y="23"/>
                    <a:pt x="25" y="23"/>
                    <a:pt x="25" y="23"/>
                  </a:cubicBezTo>
                  <a:cubicBezTo>
                    <a:pt x="26" y="17"/>
                    <a:pt x="26" y="12"/>
                    <a:pt x="26" y="10"/>
                  </a:cubicBezTo>
                  <a:cubicBezTo>
                    <a:pt x="26" y="3"/>
                    <a:pt x="24" y="0"/>
                    <a:pt x="20" y="0"/>
                  </a:cubicBezTo>
                  <a:cubicBezTo>
                    <a:pt x="17" y="0"/>
                    <a:pt x="15" y="1"/>
                    <a:pt x="14" y="2"/>
                  </a:cubicBezTo>
                  <a:cubicBezTo>
                    <a:pt x="12" y="3"/>
                    <a:pt x="12" y="5"/>
                    <a:pt x="11" y="6"/>
                  </a:cubicBezTo>
                  <a:cubicBezTo>
                    <a:pt x="11" y="8"/>
                    <a:pt x="11" y="12"/>
                    <a:pt x="11" y="17"/>
                  </a:cubicBezTo>
                  <a:cubicBezTo>
                    <a:pt x="11" y="18"/>
                    <a:pt x="11" y="18"/>
                    <a:pt x="11" y="18"/>
                  </a:cubicBezTo>
                  <a:cubicBezTo>
                    <a:pt x="10" y="43"/>
                    <a:pt x="7" y="67"/>
                    <a:pt x="1" y="91"/>
                  </a:cubicBezTo>
                  <a:cubicBezTo>
                    <a:pt x="0" y="95"/>
                    <a:pt x="0" y="99"/>
                    <a:pt x="0" y="102"/>
                  </a:cubicBezTo>
                  <a:cubicBezTo>
                    <a:pt x="0" y="103"/>
                    <a:pt x="1" y="105"/>
                    <a:pt x="2" y="106"/>
                  </a:cubicBezTo>
                  <a:cubicBezTo>
                    <a:pt x="4" y="107"/>
                    <a:pt x="5" y="108"/>
                    <a:pt x="7" y="108"/>
                  </a:cubicBezTo>
                  <a:cubicBezTo>
                    <a:pt x="9" y="108"/>
                    <a:pt x="11" y="107"/>
                    <a:pt x="12" y="106"/>
                  </a:cubicBezTo>
                  <a:cubicBezTo>
                    <a:pt x="13" y="105"/>
                    <a:pt x="14" y="102"/>
                    <a:pt x="15" y="98"/>
                  </a:cubicBezTo>
                  <a:cubicBezTo>
                    <a:pt x="18" y="75"/>
                    <a:pt x="18" y="75"/>
                    <a:pt x="18" y="75"/>
                  </a:cubicBezTo>
                  <a:cubicBezTo>
                    <a:pt x="18" y="69"/>
                    <a:pt x="19" y="65"/>
                    <a:pt x="20" y="63"/>
                  </a:cubicBezTo>
                  <a:cubicBezTo>
                    <a:pt x="21" y="66"/>
                    <a:pt x="24" y="68"/>
                    <a:pt x="28" y="68"/>
                  </a:cubicBezTo>
                  <a:cubicBezTo>
                    <a:pt x="38" y="68"/>
                    <a:pt x="48" y="63"/>
                    <a:pt x="58" y="52"/>
                  </a:cubicBezTo>
                  <a:close/>
                  <a:moveTo>
                    <a:pt x="31" y="56"/>
                  </a:moveTo>
                  <a:cubicBezTo>
                    <a:pt x="29" y="56"/>
                    <a:pt x="28" y="56"/>
                    <a:pt x="26" y="54"/>
                  </a:cubicBezTo>
                  <a:cubicBezTo>
                    <a:pt x="25" y="53"/>
                    <a:pt x="24" y="52"/>
                    <a:pt x="24" y="51"/>
                  </a:cubicBezTo>
                  <a:cubicBezTo>
                    <a:pt x="24" y="45"/>
                    <a:pt x="28" y="38"/>
                    <a:pt x="36" y="29"/>
                  </a:cubicBezTo>
                  <a:cubicBezTo>
                    <a:pt x="43" y="19"/>
                    <a:pt x="49" y="15"/>
                    <a:pt x="54" y="15"/>
                  </a:cubicBezTo>
                  <a:cubicBezTo>
                    <a:pt x="55" y="15"/>
                    <a:pt x="56" y="15"/>
                    <a:pt x="57" y="16"/>
                  </a:cubicBezTo>
                  <a:cubicBezTo>
                    <a:pt x="57" y="17"/>
                    <a:pt x="58" y="19"/>
                    <a:pt x="58" y="22"/>
                  </a:cubicBezTo>
                  <a:cubicBezTo>
                    <a:pt x="58" y="29"/>
                    <a:pt x="55" y="36"/>
                    <a:pt x="48" y="44"/>
                  </a:cubicBezTo>
                  <a:cubicBezTo>
                    <a:pt x="42" y="52"/>
                    <a:pt x="36" y="56"/>
                    <a:pt x="31" y="5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87" name="Freeform 377"/>
            <p:cNvSpPr>
              <a:spLocks/>
            </p:cNvSpPr>
            <p:nvPr/>
          </p:nvSpPr>
          <p:spPr bwMode="auto">
            <a:xfrm>
              <a:off x="8248651" y="3055938"/>
              <a:ext cx="71438" cy="77788"/>
            </a:xfrm>
            <a:custGeom>
              <a:avLst/>
              <a:gdLst>
                <a:gd name="T0" fmla="*/ 59 w 60"/>
                <a:gd name="T1" fmla="*/ 57 h 65"/>
                <a:gd name="T2" fmla="*/ 54 w 60"/>
                <a:gd name="T3" fmla="*/ 39 h 65"/>
                <a:gd name="T4" fmla="*/ 57 w 60"/>
                <a:gd name="T5" fmla="*/ 15 h 65"/>
                <a:gd name="T6" fmla="*/ 58 w 60"/>
                <a:gd name="T7" fmla="*/ 11 h 65"/>
                <a:gd name="T8" fmla="*/ 52 w 60"/>
                <a:gd name="T9" fmla="*/ 4 h 65"/>
                <a:gd name="T10" fmla="*/ 46 w 60"/>
                <a:gd name="T11" fmla="*/ 8 h 65"/>
                <a:gd name="T12" fmla="*/ 41 w 60"/>
                <a:gd name="T13" fmla="*/ 21 h 65"/>
                <a:gd name="T14" fmla="*/ 30 w 60"/>
                <a:gd name="T15" fmla="*/ 41 h 65"/>
                <a:gd name="T16" fmla="*/ 16 w 60"/>
                <a:gd name="T17" fmla="*/ 51 h 65"/>
                <a:gd name="T18" fmla="*/ 13 w 60"/>
                <a:gd name="T19" fmla="*/ 43 h 65"/>
                <a:gd name="T20" fmla="*/ 15 w 60"/>
                <a:gd name="T21" fmla="*/ 32 h 65"/>
                <a:gd name="T22" fmla="*/ 19 w 60"/>
                <a:gd name="T23" fmla="*/ 19 h 65"/>
                <a:gd name="T24" fmla="*/ 22 w 60"/>
                <a:gd name="T25" fmla="*/ 7 h 65"/>
                <a:gd name="T26" fmla="*/ 20 w 60"/>
                <a:gd name="T27" fmla="*/ 3 h 65"/>
                <a:gd name="T28" fmla="*/ 14 w 60"/>
                <a:gd name="T29" fmla="*/ 0 h 65"/>
                <a:gd name="T30" fmla="*/ 7 w 60"/>
                <a:gd name="T31" fmla="*/ 5 h 65"/>
                <a:gd name="T32" fmla="*/ 4 w 60"/>
                <a:gd name="T33" fmla="*/ 23 h 65"/>
                <a:gd name="T34" fmla="*/ 0 w 60"/>
                <a:gd name="T35" fmla="*/ 44 h 65"/>
                <a:gd name="T36" fmla="*/ 5 w 60"/>
                <a:gd name="T37" fmla="*/ 59 h 65"/>
                <a:gd name="T38" fmla="*/ 14 w 60"/>
                <a:gd name="T39" fmla="*/ 64 h 65"/>
                <a:gd name="T40" fmla="*/ 29 w 60"/>
                <a:gd name="T41" fmla="*/ 58 h 65"/>
                <a:gd name="T42" fmla="*/ 42 w 60"/>
                <a:gd name="T43" fmla="*/ 41 h 65"/>
                <a:gd name="T44" fmla="*/ 45 w 60"/>
                <a:gd name="T45" fmla="*/ 59 h 65"/>
                <a:gd name="T46" fmla="*/ 52 w 60"/>
                <a:gd name="T47" fmla="*/ 65 h 65"/>
                <a:gd name="T48" fmla="*/ 57 w 60"/>
                <a:gd name="T49" fmla="*/ 64 h 65"/>
                <a:gd name="T50" fmla="*/ 60 w 60"/>
                <a:gd name="T51" fmla="*/ 60 h 65"/>
                <a:gd name="T52" fmla="*/ 59 w 60"/>
                <a:gd name="T53" fmla="*/ 57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0" h="65">
                  <a:moveTo>
                    <a:pt x="59" y="57"/>
                  </a:moveTo>
                  <a:cubicBezTo>
                    <a:pt x="55" y="55"/>
                    <a:pt x="54" y="49"/>
                    <a:pt x="54" y="39"/>
                  </a:cubicBezTo>
                  <a:cubicBezTo>
                    <a:pt x="54" y="30"/>
                    <a:pt x="55" y="22"/>
                    <a:pt x="57" y="15"/>
                  </a:cubicBezTo>
                  <a:cubicBezTo>
                    <a:pt x="58" y="13"/>
                    <a:pt x="58" y="12"/>
                    <a:pt x="58" y="11"/>
                  </a:cubicBezTo>
                  <a:cubicBezTo>
                    <a:pt x="58" y="7"/>
                    <a:pt x="56" y="4"/>
                    <a:pt x="52" y="4"/>
                  </a:cubicBezTo>
                  <a:cubicBezTo>
                    <a:pt x="49" y="4"/>
                    <a:pt x="47" y="6"/>
                    <a:pt x="46" y="8"/>
                  </a:cubicBezTo>
                  <a:cubicBezTo>
                    <a:pt x="45" y="10"/>
                    <a:pt x="43" y="14"/>
                    <a:pt x="41" y="21"/>
                  </a:cubicBezTo>
                  <a:cubicBezTo>
                    <a:pt x="40" y="28"/>
                    <a:pt x="36" y="34"/>
                    <a:pt x="30" y="41"/>
                  </a:cubicBezTo>
                  <a:cubicBezTo>
                    <a:pt x="24" y="47"/>
                    <a:pt x="20" y="51"/>
                    <a:pt x="16" y="51"/>
                  </a:cubicBezTo>
                  <a:cubicBezTo>
                    <a:pt x="14" y="51"/>
                    <a:pt x="13" y="48"/>
                    <a:pt x="13" y="43"/>
                  </a:cubicBezTo>
                  <a:cubicBezTo>
                    <a:pt x="13" y="41"/>
                    <a:pt x="14" y="38"/>
                    <a:pt x="15" y="32"/>
                  </a:cubicBezTo>
                  <a:cubicBezTo>
                    <a:pt x="16" y="27"/>
                    <a:pt x="17" y="22"/>
                    <a:pt x="19" y="19"/>
                  </a:cubicBezTo>
                  <a:cubicBezTo>
                    <a:pt x="21" y="14"/>
                    <a:pt x="22" y="10"/>
                    <a:pt x="22" y="7"/>
                  </a:cubicBezTo>
                  <a:cubicBezTo>
                    <a:pt x="22" y="6"/>
                    <a:pt x="21" y="4"/>
                    <a:pt x="20" y="3"/>
                  </a:cubicBezTo>
                  <a:cubicBezTo>
                    <a:pt x="18" y="1"/>
                    <a:pt x="16" y="0"/>
                    <a:pt x="14" y="0"/>
                  </a:cubicBezTo>
                  <a:cubicBezTo>
                    <a:pt x="11" y="0"/>
                    <a:pt x="8" y="2"/>
                    <a:pt x="7" y="5"/>
                  </a:cubicBezTo>
                  <a:cubicBezTo>
                    <a:pt x="7" y="9"/>
                    <a:pt x="6" y="15"/>
                    <a:pt x="4" y="23"/>
                  </a:cubicBezTo>
                  <a:cubicBezTo>
                    <a:pt x="1" y="33"/>
                    <a:pt x="0" y="40"/>
                    <a:pt x="0" y="44"/>
                  </a:cubicBezTo>
                  <a:cubicBezTo>
                    <a:pt x="0" y="51"/>
                    <a:pt x="2" y="56"/>
                    <a:pt x="5" y="59"/>
                  </a:cubicBezTo>
                  <a:cubicBezTo>
                    <a:pt x="8" y="62"/>
                    <a:pt x="11" y="64"/>
                    <a:pt x="14" y="64"/>
                  </a:cubicBezTo>
                  <a:cubicBezTo>
                    <a:pt x="19" y="64"/>
                    <a:pt x="24" y="62"/>
                    <a:pt x="29" y="58"/>
                  </a:cubicBezTo>
                  <a:cubicBezTo>
                    <a:pt x="34" y="54"/>
                    <a:pt x="38" y="48"/>
                    <a:pt x="42" y="41"/>
                  </a:cubicBezTo>
                  <a:cubicBezTo>
                    <a:pt x="42" y="49"/>
                    <a:pt x="43" y="54"/>
                    <a:pt x="45" y="59"/>
                  </a:cubicBezTo>
                  <a:cubicBezTo>
                    <a:pt x="46" y="63"/>
                    <a:pt x="49" y="65"/>
                    <a:pt x="52" y="65"/>
                  </a:cubicBezTo>
                  <a:cubicBezTo>
                    <a:pt x="54" y="65"/>
                    <a:pt x="55" y="65"/>
                    <a:pt x="57" y="64"/>
                  </a:cubicBezTo>
                  <a:cubicBezTo>
                    <a:pt x="59" y="62"/>
                    <a:pt x="60" y="61"/>
                    <a:pt x="60" y="60"/>
                  </a:cubicBezTo>
                  <a:cubicBezTo>
                    <a:pt x="60" y="59"/>
                    <a:pt x="60" y="58"/>
                    <a:pt x="59" y="5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88" name="Freeform 378"/>
            <p:cNvSpPr>
              <a:spLocks/>
            </p:cNvSpPr>
            <p:nvPr/>
          </p:nvSpPr>
          <p:spPr bwMode="auto">
            <a:xfrm>
              <a:off x="8331201" y="3028951"/>
              <a:ext cx="68263" cy="104775"/>
            </a:xfrm>
            <a:custGeom>
              <a:avLst/>
              <a:gdLst>
                <a:gd name="T0" fmla="*/ 23 w 58"/>
                <a:gd name="T1" fmla="*/ 7 h 87"/>
                <a:gd name="T2" fmla="*/ 18 w 58"/>
                <a:gd name="T3" fmla="*/ 25 h 87"/>
                <a:gd name="T4" fmla="*/ 5 w 58"/>
                <a:gd name="T5" fmla="*/ 26 h 87"/>
                <a:gd name="T6" fmla="*/ 0 w 58"/>
                <a:gd name="T7" fmla="*/ 31 h 87"/>
                <a:gd name="T8" fmla="*/ 2 w 58"/>
                <a:gd name="T9" fmla="*/ 37 h 87"/>
                <a:gd name="T10" fmla="*/ 8 w 58"/>
                <a:gd name="T11" fmla="*/ 38 h 87"/>
                <a:gd name="T12" fmla="*/ 9 w 58"/>
                <a:gd name="T13" fmla="*/ 38 h 87"/>
                <a:gd name="T14" fmla="*/ 14 w 58"/>
                <a:gd name="T15" fmla="*/ 38 h 87"/>
                <a:gd name="T16" fmla="*/ 8 w 58"/>
                <a:gd name="T17" fmla="*/ 70 h 87"/>
                <a:gd name="T18" fmla="*/ 13 w 58"/>
                <a:gd name="T19" fmla="*/ 83 h 87"/>
                <a:gd name="T20" fmla="*/ 24 w 58"/>
                <a:gd name="T21" fmla="*/ 87 h 87"/>
                <a:gd name="T22" fmla="*/ 42 w 58"/>
                <a:gd name="T23" fmla="*/ 81 h 87"/>
                <a:gd name="T24" fmla="*/ 50 w 58"/>
                <a:gd name="T25" fmla="*/ 69 h 87"/>
                <a:gd name="T26" fmla="*/ 49 w 58"/>
                <a:gd name="T27" fmla="*/ 67 h 87"/>
                <a:gd name="T28" fmla="*/ 47 w 58"/>
                <a:gd name="T29" fmla="*/ 66 h 87"/>
                <a:gd name="T30" fmla="*/ 41 w 58"/>
                <a:gd name="T31" fmla="*/ 68 h 87"/>
                <a:gd name="T32" fmla="*/ 34 w 58"/>
                <a:gd name="T33" fmla="*/ 73 h 87"/>
                <a:gd name="T34" fmla="*/ 27 w 58"/>
                <a:gd name="T35" fmla="*/ 75 h 87"/>
                <a:gd name="T36" fmla="*/ 24 w 58"/>
                <a:gd name="T37" fmla="*/ 73 h 87"/>
                <a:gd name="T38" fmla="*/ 23 w 58"/>
                <a:gd name="T39" fmla="*/ 66 h 87"/>
                <a:gd name="T40" fmla="*/ 26 w 58"/>
                <a:gd name="T41" fmla="*/ 50 h 87"/>
                <a:gd name="T42" fmla="*/ 29 w 58"/>
                <a:gd name="T43" fmla="*/ 37 h 87"/>
                <a:gd name="T44" fmla="*/ 49 w 58"/>
                <a:gd name="T45" fmla="*/ 34 h 87"/>
                <a:gd name="T46" fmla="*/ 58 w 58"/>
                <a:gd name="T47" fmla="*/ 27 h 87"/>
                <a:gd name="T48" fmla="*/ 57 w 58"/>
                <a:gd name="T49" fmla="*/ 23 h 87"/>
                <a:gd name="T50" fmla="*/ 53 w 58"/>
                <a:gd name="T51" fmla="*/ 23 h 87"/>
                <a:gd name="T52" fmla="*/ 32 w 58"/>
                <a:gd name="T53" fmla="*/ 24 h 87"/>
                <a:gd name="T54" fmla="*/ 37 w 58"/>
                <a:gd name="T55" fmla="*/ 6 h 87"/>
                <a:gd name="T56" fmla="*/ 36 w 58"/>
                <a:gd name="T57" fmla="*/ 2 h 87"/>
                <a:gd name="T58" fmla="*/ 31 w 58"/>
                <a:gd name="T59" fmla="*/ 0 h 87"/>
                <a:gd name="T60" fmla="*/ 23 w 58"/>
                <a:gd name="T61" fmla="*/ 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8" h="87">
                  <a:moveTo>
                    <a:pt x="23" y="7"/>
                  </a:moveTo>
                  <a:cubicBezTo>
                    <a:pt x="21" y="15"/>
                    <a:pt x="19" y="21"/>
                    <a:pt x="18" y="25"/>
                  </a:cubicBezTo>
                  <a:cubicBezTo>
                    <a:pt x="5" y="26"/>
                    <a:pt x="5" y="26"/>
                    <a:pt x="5" y="26"/>
                  </a:cubicBezTo>
                  <a:cubicBezTo>
                    <a:pt x="2" y="26"/>
                    <a:pt x="0" y="28"/>
                    <a:pt x="0" y="31"/>
                  </a:cubicBezTo>
                  <a:cubicBezTo>
                    <a:pt x="0" y="33"/>
                    <a:pt x="1" y="35"/>
                    <a:pt x="2" y="37"/>
                  </a:cubicBezTo>
                  <a:cubicBezTo>
                    <a:pt x="4" y="38"/>
                    <a:pt x="6" y="38"/>
                    <a:pt x="8" y="38"/>
                  </a:cubicBezTo>
                  <a:cubicBezTo>
                    <a:pt x="9" y="38"/>
                    <a:pt x="9" y="38"/>
                    <a:pt x="9" y="38"/>
                  </a:cubicBezTo>
                  <a:cubicBezTo>
                    <a:pt x="10" y="38"/>
                    <a:pt x="12" y="38"/>
                    <a:pt x="14" y="38"/>
                  </a:cubicBezTo>
                  <a:cubicBezTo>
                    <a:pt x="10" y="54"/>
                    <a:pt x="8" y="64"/>
                    <a:pt x="8" y="70"/>
                  </a:cubicBezTo>
                  <a:cubicBezTo>
                    <a:pt x="8" y="75"/>
                    <a:pt x="10" y="80"/>
                    <a:pt x="13" y="83"/>
                  </a:cubicBezTo>
                  <a:cubicBezTo>
                    <a:pt x="15" y="86"/>
                    <a:pt x="19" y="87"/>
                    <a:pt x="24" y="87"/>
                  </a:cubicBezTo>
                  <a:cubicBezTo>
                    <a:pt x="31" y="87"/>
                    <a:pt x="36" y="85"/>
                    <a:pt x="42" y="81"/>
                  </a:cubicBezTo>
                  <a:cubicBezTo>
                    <a:pt x="48" y="76"/>
                    <a:pt x="50" y="72"/>
                    <a:pt x="50" y="69"/>
                  </a:cubicBezTo>
                  <a:cubicBezTo>
                    <a:pt x="50" y="68"/>
                    <a:pt x="50" y="67"/>
                    <a:pt x="49" y="67"/>
                  </a:cubicBezTo>
                  <a:cubicBezTo>
                    <a:pt x="49" y="66"/>
                    <a:pt x="48" y="66"/>
                    <a:pt x="47" y="66"/>
                  </a:cubicBezTo>
                  <a:cubicBezTo>
                    <a:pt x="45" y="66"/>
                    <a:pt x="44" y="67"/>
                    <a:pt x="41" y="68"/>
                  </a:cubicBezTo>
                  <a:cubicBezTo>
                    <a:pt x="38" y="71"/>
                    <a:pt x="36" y="73"/>
                    <a:pt x="34" y="73"/>
                  </a:cubicBezTo>
                  <a:cubicBezTo>
                    <a:pt x="31" y="74"/>
                    <a:pt x="29" y="75"/>
                    <a:pt x="27" y="75"/>
                  </a:cubicBezTo>
                  <a:cubicBezTo>
                    <a:pt x="26" y="75"/>
                    <a:pt x="24" y="74"/>
                    <a:pt x="24" y="73"/>
                  </a:cubicBezTo>
                  <a:cubicBezTo>
                    <a:pt x="23" y="71"/>
                    <a:pt x="23" y="69"/>
                    <a:pt x="23" y="66"/>
                  </a:cubicBezTo>
                  <a:cubicBezTo>
                    <a:pt x="23" y="64"/>
                    <a:pt x="24" y="59"/>
                    <a:pt x="26" y="50"/>
                  </a:cubicBezTo>
                  <a:cubicBezTo>
                    <a:pt x="27" y="41"/>
                    <a:pt x="29" y="37"/>
                    <a:pt x="29" y="37"/>
                  </a:cubicBezTo>
                  <a:cubicBezTo>
                    <a:pt x="49" y="34"/>
                    <a:pt x="49" y="34"/>
                    <a:pt x="49" y="34"/>
                  </a:cubicBezTo>
                  <a:cubicBezTo>
                    <a:pt x="55" y="33"/>
                    <a:pt x="58" y="30"/>
                    <a:pt x="58" y="27"/>
                  </a:cubicBezTo>
                  <a:cubicBezTo>
                    <a:pt x="58" y="25"/>
                    <a:pt x="58" y="24"/>
                    <a:pt x="57" y="23"/>
                  </a:cubicBezTo>
                  <a:cubicBezTo>
                    <a:pt x="56" y="23"/>
                    <a:pt x="55" y="23"/>
                    <a:pt x="53" y="23"/>
                  </a:cubicBezTo>
                  <a:cubicBezTo>
                    <a:pt x="52" y="23"/>
                    <a:pt x="45" y="23"/>
                    <a:pt x="32" y="24"/>
                  </a:cubicBezTo>
                  <a:cubicBezTo>
                    <a:pt x="36" y="13"/>
                    <a:pt x="37" y="7"/>
                    <a:pt x="37" y="6"/>
                  </a:cubicBezTo>
                  <a:cubicBezTo>
                    <a:pt x="37" y="4"/>
                    <a:pt x="37" y="3"/>
                    <a:pt x="36" y="2"/>
                  </a:cubicBezTo>
                  <a:cubicBezTo>
                    <a:pt x="34" y="0"/>
                    <a:pt x="33" y="0"/>
                    <a:pt x="31" y="0"/>
                  </a:cubicBezTo>
                  <a:cubicBezTo>
                    <a:pt x="27" y="0"/>
                    <a:pt x="24" y="2"/>
                    <a:pt x="23" y="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89" name="Freeform 380"/>
            <p:cNvSpPr>
              <a:spLocks/>
            </p:cNvSpPr>
            <p:nvPr/>
          </p:nvSpPr>
          <p:spPr bwMode="auto">
            <a:xfrm>
              <a:off x="8420101" y="3017838"/>
              <a:ext cx="23813" cy="20638"/>
            </a:xfrm>
            <a:custGeom>
              <a:avLst/>
              <a:gdLst>
                <a:gd name="T0" fmla="*/ 17 w 20"/>
                <a:gd name="T1" fmla="*/ 2 h 18"/>
                <a:gd name="T2" fmla="*/ 11 w 20"/>
                <a:gd name="T3" fmla="*/ 0 h 18"/>
                <a:gd name="T4" fmla="*/ 3 w 20"/>
                <a:gd name="T5" fmla="*/ 2 h 18"/>
                <a:gd name="T6" fmla="*/ 0 w 20"/>
                <a:gd name="T7" fmla="*/ 9 h 18"/>
                <a:gd name="T8" fmla="*/ 3 w 20"/>
                <a:gd name="T9" fmla="*/ 15 h 18"/>
                <a:gd name="T10" fmla="*/ 9 w 20"/>
                <a:gd name="T11" fmla="*/ 18 h 18"/>
                <a:gd name="T12" fmla="*/ 16 w 20"/>
                <a:gd name="T13" fmla="*/ 15 h 18"/>
                <a:gd name="T14" fmla="*/ 20 w 20"/>
                <a:gd name="T15" fmla="*/ 7 h 18"/>
                <a:gd name="T16" fmla="*/ 17 w 20"/>
                <a:gd name="T17"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18">
                  <a:moveTo>
                    <a:pt x="17" y="2"/>
                  </a:moveTo>
                  <a:cubicBezTo>
                    <a:pt x="16" y="0"/>
                    <a:pt x="14" y="0"/>
                    <a:pt x="11" y="0"/>
                  </a:cubicBezTo>
                  <a:cubicBezTo>
                    <a:pt x="8" y="0"/>
                    <a:pt x="5" y="0"/>
                    <a:pt x="3" y="2"/>
                  </a:cubicBezTo>
                  <a:cubicBezTo>
                    <a:pt x="1" y="4"/>
                    <a:pt x="0" y="6"/>
                    <a:pt x="0" y="9"/>
                  </a:cubicBezTo>
                  <a:cubicBezTo>
                    <a:pt x="0" y="11"/>
                    <a:pt x="1" y="13"/>
                    <a:pt x="3" y="15"/>
                  </a:cubicBezTo>
                  <a:cubicBezTo>
                    <a:pt x="5" y="17"/>
                    <a:pt x="7" y="18"/>
                    <a:pt x="9" y="18"/>
                  </a:cubicBezTo>
                  <a:cubicBezTo>
                    <a:pt x="11" y="18"/>
                    <a:pt x="13" y="17"/>
                    <a:pt x="16" y="15"/>
                  </a:cubicBezTo>
                  <a:cubicBezTo>
                    <a:pt x="18" y="13"/>
                    <a:pt x="20" y="10"/>
                    <a:pt x="20" y="7"/>
                  </a:cubicBezTo>
                  <a:cubicBezTo>
                    <a:pt x="20" y="5"/>
                    <a:pt x="19" y="3"/>
                    <a:pt x="17" y="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90" name="Freeform 381"/>
            <p:cNvSpPr>
              <a:spLocks/>
            </p:cNvSpPr>
            <p:nvPr/>
          </p:nvSpPr>
          <p:spPr bwMode="auto">
            <a:xfrm>
              <a:off x="8404226" y="3057525"/>
              <a:ext cx="25400" cy="77788"/>
            </a:xfrm>
            <a:custGeom>
              <a:avLst/>
              <a:gdLst>
                <a:gd name="T0" fmla="*/ 20 w 22"/>
                <a:gd name="T1" fmla="*/ 2 h 65"/>
                <a:gd name="T2" fmla="*/ 13 w 22"/>
                <a:gd name="T3" fmla="*/ 0 h 65"/>
                <a:gd name="T4" fmla="*/ 8 w 22"/>
                <a:gd name="T5" fmla="*/ 3 h 65"/>
                <a:gd name="T6" fmla="*/ 6 w 22"/>
                <a:gd name="T7" fmla="*/ 11 h 65"/>
                <a:gd name="T8" fmla="*/ 4 w 22"/>
                <a:gd name="T9" fmla="*/ 23 h 65"/>
                <a:gd name="T10" fmla="*/ 4 w 22"/>
                <a:gd name="T11" fmla="*/ 23 h 65"/>
                <a:gd name="T12" fmla="*/ 3 w 22"/>
                <a:gd name="T13" fmla="*/ 29 h 65"/>
                <a:gd name="T14" fmla="*/ 0 w 22"/>
                <a:gd name="T15" fmla="*/ 53 h 65"/>
                <a:gd name="T16" fmla="*/ 8 w 22"/>
                <a:gd name="T17" fmla="*/ 65 h 65"/>
                <a:gd name="T18" fmla="*/ 14 w 22"/>
                <a:gd name="T19" fmla="*/ 63 h 65"/>
                <a:gd name="T20" fmla="*/ 16 w 22"/>
                <a:gd name="T21" fmla="*/ 59 h 65"/>
                <a:gd name="T22" fmla="*/ 16 w 22"/>
                <a:gd name="T23" fmla="*/ 57 h 65"/>
                <a:gd name="T24" fmla="*/ 15 w 22"/>
                <a:gd name="T25" fmla="*/ 48 h 65"/>
                <a:gd name="T26" fmla="*/ 15 w 22"/>
                <a:gd name="T27" fmla="*/ 36 h 65"/>
                <a:gd name="T28" fmla="*/ 19 w 22"/>
                <a:gd name="T29" fmla="*/ 17 h 65"/>
                <a:gd name="T30" fmla="*/ 20 w 22"/>
                <a:gd name="T31" fmla="*/ 16 h 65"/>
                <a:gd name="T32" fmla="*/ 22 w 22"/>
                <a:gd name="T33" fmla="*/ 6 h 65"/>
                <a:gd name="T34" fmla="*/ 20 w 22"/>
                <a:gd name="T35" fmla="*/ 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65">
                  <a:moveTo>
                    <a:pt x="20" y="2"/>
                  </a:moveTo>
                  <a:cubicBezTo>
                    <a:pt x="18" y="1"/>
                    <a:pt x="16" y="0"/>
                    <a:pt x="13" y="0"/>
                  </a:cubicBezTo>
                  <a:cubicBezTo>
                    <a:pt x="11" y="0"/>
                    <a:pt x="9" y="1"/>
                    <a:pt x="8" y="3"/>
                  </a:cubicBezTo>
                  <a:cubicBezTo>
                    <a:pt x="7" y="5"/>
                    <a:pt x="6" y="8"/>
                    <a:pt x="6" y="11"/>
                  </a:cubicBezTo>
                  <a:cubicBezTo>
                    <a:pt x="6" y="12"/>
                    <a:pt x="6" y="16"/>
                    <a:pt x="4" y="23"/>
                  </a:cubicBezTo>
                  <a:cubicBezTo>
                    <a:pt x="4" y="23"/>
                    <a:pt x="4" y="23"/>
                    <a:pt x="4" y="23"/>
                  </a:cubicBezTo>
                  <a:cubicBezTo>
                    <a:pt x="4" y="25"/>
                    <a:pt x="4" y="27"/>
                    <a:pt x="3" y="29"/>
                  </a:cubicBezTo>
                  <a:cubicBezTo>
                    <a:pt x="1" y="38"/>
                    <a:pt x="0" y="46"/>
                    <a:pt x="0" y="53"/>
                  </a:cubicBezTo>
                  <a:cubicBezTo>
                    <a:pt x="0" y="61"/>
                    <a:pt x="3" y="65"/>
                    <a:pt x="8" y="65"/>
                  </a:cubicBezTo>
                  <a:cubicBezTo>
                    <a:pt x="10" y="65"/>
                    <a:pt x="12" y="64"/>
                    <a:pt x="14" y="63"/>
                  </a:cubicBezTo>
                  <a:cubicBezTo>
                    <a:pt x="15" y="61"/>
                    <a:pt x="16" y="60"/>
                    <a:pt x="16" y="59"/>
                  </a:cubicBezTo>
                  <a:cubicBezTo>
                    <a:pt x="16" y="58"/>
                    <a:pt x="16" y="58"/>
                    <a:pt x="16" y="57"/>
                  </a:cubicBezTo>
                  <a:cubicBezTo>
                    <a:pt x="15" y="53"/>
                    <a:pt x="15" y="50"/>
                    <a:pt x="15" y="48"/>
                  </a:cubicBezTo>
                  <a:cubicBezTo>
                    <a:pt x="15" y="45"/>
                    <a:pt x="15" y="41"/>
                    <a:pt x="15" y="36"/>
                  </a:cubicBezTo>
                  <a:cubicBezTo>
                    <a:pt x="16" y="31"/>
                    <a:pt x="17" y="25"/>
                    <a:pt x="19" y="17"/>
                  </a:cubicBezTo>
                  <a:cubicBezTo>
                    <a:pt x="20" y="16"/>
                    <a:pt x="20" y="16"/>
                    <a:pt x="20" y="16"/>
                  </a:cubicBezTo>
                  <a:cubicBezTo>
                    <a:pt x="21" y="11"/>
                    <a:pt x="22" y="8"/>
                    <a:pt x="22" y="6"/>
                  </a:cubicBezTo>
                  <a:cubicBezTo>
                    <a:pt x="22" y="5"/>
                    <a:pt x="21" y="3"/>
                    <a:pt x="20" y="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91" name="Freeform 382"/>
            <p:cNvSpPr>
              <a:spLocks/>
            </p:cNvSpPr>
            <p:nvPr/>
          </p:nvSpPr>
          <p:spPr bwMode="auto">
            <a:xfrm>
              <a:off x="8443913" y="3057525"/>
              <a:ext cx="87313" cy="73025"/>
            </a:xfrm>
            <a:custGeom>
              <a:avLst/>
              <a:gdLst>
                <a:gd name="T0" fmla="*/ 71 w 74"/>
                <a:gd name="T1" fmla="*/ 55 h 61"/>
                <a:gd name="T2" fmla="*/ 74 w 74"/>
                <a:gd name="T3" fmla="*/ 48 h 61"/>
                <a:gd name="T4" fmla="*/ 72 w 74"/>
                <a:gd name="T5" fmla="*/ 45 h 61"/>
                <a:gd name="T6" fmla="*/ 68 w 74"/>
                <a:gd name="T7" fmla="*/ 46 h 61"/>
                <a:gd name="T8" fmla="*/ 65 w 74"/>
                <a:gd name="T9" fmla="*/ 46 h 61"/>
                <a:gd name="T10" fmla="*/ 60 w 74"/>
                <a:gd name="T11" fmla="*/ 24 h 61"/>
                <a:gd name="T12" fmla="*/ 44 w 74"/>
                <a:gd name="T13" fmla="*/ 3 h 61"/>
                <a:gd name="T14" fmla="*/ 15 w 74"/>
                <a:gd name="T15" fmla="*/ 33 h 61"/>
                <a:gd name="T16" fmla="*/ 19 w 74"/>
                <a:gd name="T17" fmla="*/ 11 h 61"/>
                <a:gd name="T18" fmla="*/ 17 w 74"/>
                <a:gd name="T19" fmla="*/ 2 h 61"/>
                <a:gd name="T20" fmla="*/ 12 w 74"/>
                <a:gd name="T21" fmla="*/ 0 h 61"/>
                <a:gd name="T22" fmla="*/ 6 w 74"/>
                <a:gd name="T23" fmla="*/ 4 h 61"/>
                <a:gd name="T24" fmla="*/ 4 w 74"/>
                <a:gd name="T25" fmla="*/ 10 h 61"/>
                <a:gd name="T26" fmla="*/ 2 w 74"/>
                <a:gd name="T27" fmla="*/ 41 h 61"/>
                <a:gd name="T28" fmla="*/ 0 w 74"/>
                <a:gd name="T29" fmla="*/ 53 h 61"/>
                <a:gd name="T30" fmla="*/ 9 w 74"/>
                <a:gd name="T31" fmla="*/ 61 h 61"/>
                <a:gd name="T32" fmla="*/ 12 w 74"/>
                <a:gd name="T33" fmla="*/ 60 h 61"/>
                <a:gd name="T34" fmla="*/ 14 w 74"/>
                <a:gd name="T35" fmla="*/ 56 h 61"/>
                <a:gd name="T36" fmla="*/ 27 w 74"/>
                <a:gd name="T37" fmla="*/ 33 h 61"/>
                <a:gd name="T38" fmla="*/ 41 w 74"/>
                <a:gd name="T39" fmla="*/ 17 h 61"/>
                <a:gd name="T40" fmla="*/ 47 w 74"/>
                <a:gd name="T41" fmla="*/ 32 h 61"/>
                <a:gd name="T42" fmla="*/ 51 w 74"/>
                <a:gd name="T43" fmla="*/ 52 h 61"/>
                <a:gd name="T44" fmla="*/ 51 w 74"/>
                <a:gd name="T45" fmla="*/ 52 h 61"/>
                <a:gd name="T46" fmla="*/ 61 w 74"/>
                <a:gd name="T47" fmla="*/ 58 h 61"/>
                <a:gd name="T48" fmla="*/ 71 w 74"/>
                <a:gd name="T49" fmla="*/ 5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4" h="61">
                  <a:moveTo>
                    <a:pt x="71" y="55"/>
                  </a:moveTo>
                  <a:cubicBezTo>
                    <a:pt x="73" y="52"/>
                    <a:pt x="74" y="50"/>
                    <a:pt x="74" y="48"/>
                  </a:cubicBezTo>
                  <a:cubicBezTo>
                    <a:pt x="74" y="46"/>
                    <a:pt x="74" y="45"/>
                    <a:pt x="72" y="45"/>
                  </a:cubicBezTo>
                  <a:cubicBezTo>
                    <a:pt x="71" y="45"/>
                    <a:pt x="70" y="45"/>
                    <a:pt x="68" y="46"/>
                  </a:cubicBezTo>
                  <a:cubicBezTo>
                    <a:pt x="67" y="46"/>
                    <a:pt x="66" y="46"/>
                    <a:pt x="65" y="46"/>
                  </a:cubicBezTo>
                  <a:cubicBezTo>
                    <a:pt x="63" y="46"/>
                    <a:pt x="61" y="39"/>
                    <a:pt x="60" y="24"/>
                  </a:cubicBezTo>
                  <a:cubicBezTo>
                    <a:pt x="58" y="10"/>
                    <a:pt x="53" y="3"/>
                    <a:pt x="44" y="3"/>
                  </a:cubicBezTo>
                  <a:cubicBezTo>
                    <a:pt x="33" y="3"/>
                    <a:pt x="24" y="13"/>
                    <a:pt x="15" y="33"/>
                  </a:cubicBezTo>
                  <a:cubicBezTo>
                    <a:pt x="18" y="22"/>
                    <a:pt x="19" y="15"/>
                    <a:pt x="19" y="11"/>
                  </a:cubicBezTo>
                  <a:cubicBezTo>
                    <a:pt x="19" y="6"/>
                    <a:pt x="18" y="3"/>
                    <a:pt x="17" y="2"/>
                  </a:cubicBezTo>
                  <a:cubicBezTo>
                    <a:pt x="16" y="1"/>
                    <a:pt x="14" y="0"/>
                    <a:pt x="12" y="0"/>
                  </a:cubicBezTo>
                  <a:cubicBezTo>
                    <a:pt x="10" y="0"/>
                    <a:pt x="8" y="2"/>
                    <a:pt x="6" y="4"/>
                  </a:cubicBezTo>
                  <a:cubicBezTo>
                    <a:pt x="5" y="6"/>
                    <a:pt x="4" y="8"/>
                    <a:pt x="4" y="10"/>
                  </a:cubicBezTo>
                  <a:cubicBezTo>
                    <a:pt x="4" y="22"/>
                    <a:pt x="3" y="32"/>
                    <a:pt x="2" y="41"/>
                  </a:cubicBezTo>
                  <a:cubicBezTo>
                    <a:pt x="1" y="47"/>
                    <a:pt x="0" y="51"/>
                    <a:pt x="0" y="53"/>
                  </a:cubicBezTo>
                  <a:cubicBezTo>
                    <a:pt x="0" y="59"/>
                    <a:pt x="3" y="61"/>
                    <a:pt x="9" y="61"/>
                  </a:cubicBezTo>
                  <a:cubicBezTo>
                    <a:pt x="10" y="61"/>
                    <a:pt x="11" y="61"/>
                    <a:pt x="12" y="60"/>
                  </a:cubicBezTo>
                  <a:cubicBezTo>
                    <a:pt x="13" y="59"/>
                    <a:pt x="13" y="58"/>
                    <a:pt x="14" y="56"/>
                  </a:cubicBezTo>
                  <a:cubicBezTo>
                    <a:pt x="15" y="51"/>
                    <a:pt x="20" y="43"/>
                    <a:pt x="27" y="33"/>
                  </a:cubicBezTo>
                  <a:cubicBezTo>
                    <a:pt x="34" y="23"/>
                    <a:pt x="38" y="17"/>
                    <a:pt x="41" y="17"/>
                  </a:cubicBezTo>
                  <a:cubicBezTo>
                    <a:pt x="44" y="17"/>
                    <a:pt x="46" y="22"/>
                    <a:pt x="47" y="32"/>
                  </a:cubicBezTo>
                  <a:cubicBezTo>
                    <a:pt x="48" y="42"/>
                    <a:pt x="49" y="49"/>
                    <a:pt x="51" y="52"/>
                  </a:cubicBezTo>
                  <a:cubicBezTo>
                    <a:pt x="51" y="52"/>
                    <a:pt x="51" y="52"/>
                    <a:pt x="51" y="52"/>
                  </a:cubicBezTo>
                  <a:cubicBezTo>
                    <a:pt x="53" y="56"/>
                    <a:pt x="56" y="58"/>
                    <a:pt x="61" y="58"/>
                  </a:cubicBezTo>
                  <a:cubicBezTo>
                    <a:pt x="65" y="58"/>
                    <a:pt x="68" y="57"/>
                    <a:pt x="71" y="5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92" name="Freeform 383"/>
            <p:cNvSpPr>
              <a:spLocks noEditPoints="1"/>
            </p:cNvSpPr>
            <p:nvPr/>
          </p:nvSpPr>
          <p:spPr bwMode="auto">
            <a:xfrm>
              <a:off x="8523288" y="3055938"/>
              <a:ext cx="88900" cy="119063"/>
            </a:xfrm>
            <a:custGeom>
              <a:avLst/>
              <a:gdLst>
                <a:gd name="T0" fmla="*/ 54 w 74"/>
                <a:gd name="T1" fmla="*/ 91 h 100"/>
                <a:gd name="T2" fmla="*/ 65 w 74"/>
                <a:gd name="T3" fmla="*/ 61 h 100"/>
                <a:gd name="T4" fmla="*/ 69 w 74"/>
                <a:gd name="T5" fmla="*/ 31 h 100"/>
                <a:gd name="T6" fmla="*/ 72 w 74"/>
                <a:gd name="T7" fmla="*/ 19 h 100"/>
                <a:gd name="T8" fmla="*/ 74 w 74"/>
                <a:gd name="T9" fmla="*/ 12 h 100"/>
                <a:gd name="T10" fmla="*/ 73 w 74"/>
                <a:gd name="T11" fmla="*/ 8 h 100"/>
                <a:gd name="T12" fmla="*/ 70 w 74"/>
                <a:gd name="T13" fmla="*/ 4 h 100"/>
                <a:gd name="T14" fmla="*/ 69 w 74"/>
                <a:gd name="T15" fmla="*/ 3 h 100"/>
                <a:gd name="T16" fmla="*/ 59 w 74"/>
                <a:gd name="T17" fmla="*/ 0 h 100"/>
                <a:gd name="T18" fmla="*/ 37 w 74"/>
                <a:gd name="T19" fmla="*/ 8 h 100"/>
                <a:gd name="T20" fmla="*/ 18 w 74"/>
                <a:gd name="T21" fmla="*/ 28 h 100"/>
                <a:gd name="T22" fmla="*/ 11 w 74"/>
                <a:gd name="T23" fmla="*/ 48 h 100"/>
                <a:gd name="T24" fmla="*/ 15 w 74"/>
                <a:gd name="T25" fmla="*/ 58 h 100"/>
                <a:gd name="T26" fmla="*/ 24 w 74"/>
                <a:gd name="T27" fmla="*/ 62 h 100"/>
                <a:gd name="T28" fmla="*/ 39 w 74"/>
                <a:gd name="T29" fmla="*/ 57 h 100"/>
                <a:gd name="T30" fmla="*/ 55 w 74"/>
                <a:gd name="T31" fmla="*/ 45 h 100"/>
                <a:gd name="T32" fmla="*/ 47 w 74"/>
                <a:gd name="T33" fmla="*/ 78 h 100"/>
                <a:gd name="T34" fmla="*/ 35 w 74"/>
                <a:gd name="T35" fmla="*/ 87 h 100"/>
                <a:gd name="T36" fmla="*/ 12 w 74"/>
                <a:gd name="T37" fmla="*/ 79 h 100"/>
                <a:gd name="T38" fmla="*/ 5 w 74"/>
                <a:gd name="T39" fmla="*/ 75 h 100"/>
                <a:gd name="T40" fmla="*/ 0 w 74"/>
                <a:gd name="T41" fmla="*/ 80 h 100"/>
                <a:gd name="T42" fmla="*/ 11 w 74"/>
                <a:gd name="T43" fmla="*/ 92 h 100"/>
                <a:gd name="T44" fmla="*/ 34 w 74"/>
                <a:gd name="T45" fmla="*/ 100 h 100"/>
                <a:gd name="T46" fmla="*/ 54 w 74"/>
                <a:gd name="T47" fmla="*/ 91 h 100"/>
                <a:gd name="T48" fmla="*/ 43 w 74"/>
                <a:gd name="T49" fmla="*/ 43 h 100"/>
                <a:gd name="T50" fmla="*/ 28 w 74"/>
                <a:gd name="T51" fmla="*/ 49 h 100"/>
                <a:gd name="T52" fmla="*/ 26 w 74"/>
                <a:gd name="T53" fmla="*/ 46 h 100"/>
                <a:gd name="T54" fmla="*/ 32 w 74"/>
                <a:gd name="T55" fmla="*/ 31 h 100"/>
                <a:gd name="T56" fmla="*/ 45 w 74"/>
                <a:gd name="T57" fmla="*/ 17 h 100"/>
                <a:gd name="T58" fmla="*/ 56 w 74"/>
                <a:gd name="T59" fmla="*/ 12 h 100"/>
                <a:gd name="T60" fmla="*/ 58 w 74"/>
                <a:gd name="T61" fmla="*/ 13 h 100"/>
                <a:gd name="T62" fmla="*/ 60 w 74"/>
                <a:gd name="T63" fmla="*/ 17 h 100"/>
                <a:gd name="T64" fmla="*/ 55 w 74"/>
                <a:gd name="T65" fmla="*/ 29 h 100"/>
                <a:gd name="T66" fmla="*/ 43 w 74"/>
                <a:gd name="T67" fmla="*/ 43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4" h="100">
                  <a:moveTo>
                    <a:pt x="54" y="91"/>
                  </a:moveTo>
                  <a:cubicBezTo>
                    <a:pt x="60" y="84"/>
                    <a:pt x="64" y="74"/>
                    <a:pt x="65" y="61"/>
                  </a:cubicBezTo>
                  <a:cubicBezTo>
                    <a:pt x="67" y="45"/>
                    <a:pt x="68" y="35"/>
                    <a:pt x="69" y="31"/>
                  </a:cubicBezTo>
                  <a:cubicBezTo>
                    <a:pt x="69" y="27"/>
                    <a:pt x="71" y="23"/>
                    <a:pt x="72" y="19"/>
                  </a:cubicBezTo>
                  <a:cubicBezTo>
                    <a:pt x="74" y="15"/>
                    <a:pt x="74" y="13"/>
                    <a:pt x="74" y="12"/>
                  </a:cubicBezTo>
                  <a:cubicBezTo>
                    <a:pt x="74" y="11"/>
                    <a:pt x="74" y="9"/>
                    <a:pt x="73" y="8"/>
                  </a:cubicBezTo>
                  <a:cubicBezTo>
                    <a:pt x="72" y="6"/>
                    <a:pt x="71" y="5"/>
                    <a:pt x="70" y="4"/>
                  </a:cubicBezTo>
                  <a:cubicBezTo>
                    <a:pt x="70" y="4"/>
                    <a:pt x="69" y="3"/>
                    <a:pt x="69" y="3"/>
                  </a:cubicBezTo>
                  <a:cubicBezTo>
                    <a:pt x="66" y="1"/>
                    <a:pt x="63" y="0"/>
                    <a:pt x="59" y="0"/>
                  </a:cubicBezTo>
                  <a:cubicBezTo>
                    <a:pt x="53" y="0"/>
                    <a:pt x="46" y="3"/>
                    <a:pt x="37" y="8"/>
                  </a:cubicBezTo>
                  <a:cubicBezTo>
                    <a:pt x="29" y="14"/>
                    <a:pt x="23" y="20"/>
                    <a:pt x="18" y="28"/>
                  </a:cubicBezTo>
                  <a:cubicBezTo>
                    <a:pt x="14" y="35"/>
                    <a:pt x="11" y="42"/>
                    <a:pt x="11" y="48"/>
                  </a:cubicBezTo>
                  <a:cubicBezTo>
                    <a:pt x="11" y="52"/>
                    <a:pt x="12" y="55"/>
                    <a:pt x="15" y="58"/>
                  </a:cubicBezTo>
                  <a:cubicBezTo>
                    <a:pt x="17" y="60"/>
                    <a:pt x="20" y="62"/>
                    <a:pt x="24" y="62"/>
                  </a:cubicBezTo>
                  <a:cubicBezTo>
                    <a:pt x="29" y="62"/>
                    <a:pt x="34" y="60"/>
                    <a:pt x="39" y="57"/>
                  </a:cubicBezTo>
                  <a:cubicBezTo>
                    <a:pt x="45" y="54"/>
                    <a:pt x="50" y="50"/>
                    <a:pt x="55" y="45"/>
                  </a:cubicBezTo>
                  <a:cubicBezTo>
                    <a:pt x="53" y="61"/>
                    <a:pt x="50" y="72"/>
                    <a:pt x="47" y="78"/>
                  </a:cubicBezTo>
                  <a:cubicBezTo>
                    <a:pt x="43" y="84"/>
                    <a:pt x="39" y="87"/>
                    <a:pt x="35" y="87"/>
                  </a:cubicBezTo>
                  <a:cubicBezTo>
                    <a:pt x="28" y="87"/>
                    <a:pt x="21" y="84"/>
                    <a:pt x="12" y="79"/>
                  </a:cubicBezTo>
                  <a:cubicBezTo>
                    <a:pt x="8" y="76"/>
                    <a:pt x="6" y="75"/>
                    <a:pt x="5" y="75"/>
                  </a:cubicBezTo>
                  <a:cubicBezTo>
                    <a:pt x="2" y="75"/>
                    <a:pt x="0" y="77"/>
                    <a:pt x="0" y="80"/>
                  </a:cubicBezTo>
                  <a:cubicBezTo>
                    <a:pt x="0" y="83"/>
                    <a:pt x="4" y="87"/>
                    <a:pt x="11" y="92"/>
                  </a:cubicBezTo>
                  <a:cubicBezTo>
                    <a:pt x="18" y="98"/>
                    <a:pt x="26" y="100"/>
                    <a:pt x="34" y="100"/>
                  </a:cubicBezTo>
                  <a:cubicBezTo>
                    <a:pt x="41" y="100"/>
                    <a:pt x="48" y="97"/>
                    <a:pt x="54" y="91"/>
                  </a:cubicBezTo>
                  <a:close/>
                  <a:moveTo>
                    <a:pt x="43" y="43"/>
                  </a:moveTo>
                  <a:cubicBezTo>
                    <a:pt x="38" y="47"/>
                    <a:pt x="33" y="49"/>
                    <a:pt x="28" y="49"/>
                  </a:cubicBezTo>
                  <a:cubicBezTo>
                    <a:pt x="26" y="49"/>
                    <a:pt x="26" y="48"/>
                    <a:pt x="26" y="46"/>
                  </a:cubicBezTo>
                  <a:cubicBezTo>
                    <a:pt x="26" y="42"/>
                    <a:pt x="28" y="37"/>
                    <a:pt x="32" y="31"/>
                  </a:cubicBezTo>
                  <a:cubicBezTo>
                    <a:pt x="36" y="25"/>
                    <a:pt x="40" y="21"/>
                    <a:pt x="45" y="17"/>
                  </a:cubicBezTo>
                  <a:cubicBezTo>
                    <a:pt x="49" y="14"/>
                    <a:pt x="53" y="12"/>
                    <a:pt x="56" y="12"/>
                  </a:cubicBezTo>
                  <a:cubicBezTo>
                    <a:pt x="57" y="12"/>
                    <a:pt x="58" y="12"/>
                    <a:pt x="58" y="13"/>
                  </a:cubicBezTo>
                  <a:cubicBezTo>
                    <a:pt x="59" y="14"/>
                    <a:pt x="60" y="15"/>
                    <a:pt x="60" y="17"/>
                  </a:cubicBezTo>
                  <a:cubicBezTo>
                    <a:pt x="60" y="19"/>
                    <a:pt x="58" y="23"/>
                    <a:pt x="55" y="29"/>
                  </a:cubicBezTo>
                  <a:cubicBezTo>
                    <a:pt x="52" y="34"/>
                    <a:pt x="48" y="39"/>
                    <a:pt x="43" y="4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93" name="Freeform 384"/>
            <p:cNvSpPr>
              <a:spLocks/>
            </p:cNvSpPr>
            <p:nvPr/>
          </p:nvSpPr>
          <p:spPr bwMode="auto">
            <a:xfrm>
              <a:off x="7947026" y="2822575"/>
              <a:ext cx="128588" cy="158750"/>
            </a:xfrm>
            <a:custGeom>
              <a:avLst/>
              <a:gdLst>
                <a:gd name="T0" fmla="*/ 45 w 107"/>
                <a:gd name="T1" fmla="*/ 15 h 133"/>
                <a:gd name="T2" fmla="*/ 13 w 107"/>
                <a:gd name="T3" fmla="*/ 52 h 133"/>
                <a:gd name="T4" fmla="*/ 0 w 107"/>
                <a:gd name="T5" fmla="*/ 95 h 133"/>
                <a:gd name="T6" fmla="*/ 12 w 107"/>
                <a:gd name="T7" fmla="*/ 123 h 133"/>
                <a:gd name="T8" fmla="*/ 40 w 107"/>
                <a:gd name="T9" fmla="*/ 133 h 133"/>
                <a:gd name="T10" fmla="*/ 75 w 107"/>
                <a:gd name="T11" fmla="*/ 122 h 133"/>
                <a:gd name="T12" fmla="*/ 93 w 107"/>
                <a:gd name="T13" fmla="*/ 103 h 133"/>
                <a:gd name="T14" fmla="*/ 86 w 107"/>
                <a:gd name="T15" fmla="*/ 97 h 133"/>
                <a:gd name="T16" fmla="*/ 75 w 107"/>
                <a:gd name="T17" fmla="*/ 103 h 133"/>
                <a:gd name="T18" fmla="*/ 58 w 107"/>
                <a:gd name="T19" fmla="*/ 112 h 133"/>
                <a:gd name="T20" fmla="*/ 42 w 107"/>
                <a:gd name="T21" fmla="*/ 115 h 133"/>
                <a:gd name="T22" fmla="*/ 26 w 107"/>
                <a:gd name="T23" fmla="*/ 109 h 133"/>
                <a:gd name="T24" fmla="*/ 21 w 107"/>
                <a:gd name="T25" fmla="*/ 93 h 133"/>
                <a:gd name="T26" fmla="*/ 31 w 107"/>
                <a:gd name="T27" fmla="*/ 60 h 133"/>
                <a:gd name="T28" fmla="*/ 56 w 107"/>
                <a:gd name="T29" fmla="*/ 28 h 133"/>
                <a:gd name="T30" fmla="*/ 83 w 107"/>
                <a:gd name="T31" fmla="*/ 16 h 133"/>
                <a:gd name="T32" fmla="*/ 87 w 107"/>
                <a:gd name="T33" fmla="*/ 21 h 133"/>
                <a:gd name="T34" fmla="*/ 85 w 107"/>
                <a:gd name="T35" fmla="*/ 30 h 133"/>
                <a:gd name="T36" fmla="*/ 84 w 107"/>
                <a:gd name="T37" fmla="*/ 37 h 133"/>
                <a:gd name="T38" fmla="*/ 86 w 107"/>
                <a:gd name="T39" fmla="*/ 43 h 133"/>
                <a:gd name="T40" fmla="*/ 92 w 107"/>
                <a:gd name="T41" fmla="*/ 46 h 133"/>
                <a:gd name="T42" fmla="*/ 99 w 107"/>
                <a:gd name="T43" fmla="*/ 43 h 133"/>
                <a:gd name="T44" fmla="*/ 106 w 107"/>
                <a:gd name="T45" fmla="*/ 36 h 133"/>
                <a:gd name="T46" fmla="*/ 107 w 107"/>
                <a:gd name="T47" fmla="*/ 22 h 133"/>
                <a:gd name="T48" fmla="*/ 101 w 107"/>
                <a:gd name="T49" fmla="*/ 7 h 133"/>
                <a:gd name="T50" fmla="*/ 83 w 107"/>
                <a:gd name="T51" fmla="*/ 0 h 133"/>
                <a:gd name="T52" fmla="*/ 45 w 107"/>
                <a:gd name="T53" fmla="*/ 15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7" h="133">
                  <a:moveTo>
                    <a:pt x="45" y="15"/>
                  </a:moveTo>
                  <a:cubicBezTo>
                    <a:pt x="32" y="24"/>
                    <a:pt x="21" y="37"/>
                    <a:pt x="13" y="52"/>
                  </a:cubicBezTo>
                  <a:cubicBezTo>
                    <a:pt x="4" y="68"/>
                    <a:pt x="0" y="82"/>
                    <a:pt x="0" y="95"/>
                  </a:cubicBezTo>
                  <a:cubicBezTo>
                    <a:pt x="0" y="107"/>
                    <a:pt x="4" y="117"/>
                    <a:pt x="12" y="123"/>
                  </a:cubicBezTo>
                  <a:cubicBezTo>
                    <a:pt x="21" y="130"/>
                    <a:pt x="30" y="133"/>
                    <a:pt x="40" y="133"/>
                  </a:cubicBezTo>
                  <a:cubicBezTo>
                    <a:pt x="51" y="133"/>
                    <a:pt x="63" y="129"/>
                    <a:pt x="75" y="122"/>
                  </a:cubicBezTo>
                  <a:cubicBezTo>
                    <a:pt x="87" y="114"/>
                    <a:pt x="93" y="108"/>
                    <a:pt x="93" y="103"/>
                  </a:cubicBezTo>
                  <a:cubicBezTo>
                    <a:pt x="93" y="99"/>
                    <a:pt x="91" y="97"/>
                    <a:pt x="86" y="97"/>
                  </a:cubicBezTo>
                  <a:cubicBezTo>
                    <a:pt x="84" y="97"/>
                    <a:pt x="81" y="99"/>
                    <a:pt x="75" y="103"/>
                  </a:cubicBezTo>
                  <a:cubicBezTo>
                    <a:pt x="70" y="107"/>
                    <a:pt x="64" y="110"/>
                    <a:pt x="58" y="112"/>
                  </a:cubicBezTo>
                  <a:cubicBezTo>
                    <a:pt x="52" y="114"/>
                    <a:pt x="46" y="115"/>
                    <a:pt x="42" y="115"/>
                  </a:cubicBezTo>
                  <a:cubicBezTo>
                    <a:pt x="35" y="115"/>
                    <a:pt x="30" y="113"/>
                    <a:pt x="26" y="109"/>
                  </a:cubicBezTo>
                  <a:cubicBezTo>
                    <a:pt x="22" y="104"/>
                    <a:pt x="21" y="99"/>
                    <a:pt x="21" y="93"/>
                  </a:cubicBezTo>
                  <a:cubicBezTo>
                    <a:pt x="21" y="83"/>
                    <a:pt x="24" y="72"/>
                    <a:pt x="31" y="60"/>
                  </a:cubicBezTo>
                  <a:cubicBezTo>
                    <a:pt x="38" y="47"/>
                    <a:pt x="46" y="37"/>
                    <a:pt x="56" y="28"/>
                  </a:cubicBezTo>
                  <a:cubicBezTo>
                    <a:pt x="66" y="20"/>
                    <a:pt x="75" y="16"/>
                    <a:pt x="83" y="16"/>
                  </a:cubicBezTo>
                  <a:cubicBezTo>
                    <a:pt x="85" y="16"/>
                    <a:pt x="87" y="18"/>
                    <a:pt x="87" y="21"/>
                  </a:cubicBezTo>
                  <a:cubicBezTo>
                    <a:pt x="87" y="24"/>
                    <a:pt x="86" y="26"/>
                    <a:pt x="85" y="30"/>
                  </a:cubicBezTo>
                  <a:cubicBezTo>
                    <a:pt x="84" y="33"/>
                    <a:pt x="84" y="36"/>
                    <a:pt x="84" y="37"/>
                  </a:cubicBezTo>
                  <a:cubicBezTo>
                    <a:pt x="84" y="40"/>
                    <a:pt x="85" y="42"/>
                    <a:pt x="86" y="43"/>
                  </a:cubicBezTo>
                  <a:cubicBezTo>
                    <a:pt x="88" y="45"/>
                    <a:pt x="89" y="46"/>
                    <a:pt x="92" y="46"/>
                  </a:cubicBezTo>
                  <a:cubicBezTo>
                    <a:pt x="94" y="46"/>
                    <a:pt x="96" y="45"/>
                    <a:pt x="99" y="43"/>
                  </a:cubicBezTo>
                  <a:cubicBezTo>
                    <a:pt x="103" y="41"/>
                    <a:pt x="105" y="38"/>
                    <a:pt x="106" y="36"/>
                  </a:cubicBezTo>
                  <a:cubicBezTo>
                    <a:pt x="107" y="33"/>
                    <a:pt x="107" y="28"/>
                    <a:pt x="107" y="22"/>
                  </a:cubicBezTo>
                  <a:cubicBezTo>
                    <a:pt x="107" y="16"/>
                    <a:pt x="105" y="11"/>
                    <a:pt x="101" y="7"/>
                  </a:cubicBezTo>
                  <a:cubicBezTo>
                    <a:pt x="96" y="2"/>
                    <a:pt x="90" y="0"/>
                    <a:pt x="83" y="0"/>
                  </a:cubicBezTo>
                  <a:cubicBezTo>
                    <a:pt x="71" y="0"/>
                    <a:pt x="58" y="5"/>
                    <a:pt x="45" y="1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94" name="Freeform 385"/>
            <p:cNvSpPr>
              <a:spLocks/>
            </p:cNvSpPr>
            <p:nvPr/>
          </p:nvSpPr>
          <p:spPr bwMode="auto">
            <a:xfrm>
              <a:off x="8091488" y="2806700"/>
              <a:ext cx="44450" cy="173038"/>
            </a:xfrm>
            <a:custGeom>
              <a:avLst/>
              <a:gdLst>
                <a:gd name="T0" fmla="*/ 0 w 37"/>
                <a:gd name="T1" fmla="*/ 121 h 145"/>
                <a:gd name="T2" fmla="*/ 1 w 37"/>
                <a:gd name="T3" fmla="*/ 134 h 145"/>
                <a:gd name="T4" fmla="*/ 3 w 37"/>
                <a:gd name="T5" fmla="*/ 140 h 145"/>
                <a:gd name="T6" fmla="*/ 11 w 37"/>
                <a:gd name="T7" fmla="*/ 145 h 145"/>
                <a:gd name="T8" fmla="*/ 19 w 37"/>
                <a:gd name="T9" fmla="*/ 142 h 145"/>
                <a:gd name="T10" fmla="*/ 22 w 37"/>
                <a:gd name="T11" fmla="*/ 133 h 145"/>
                <a:gd name="T12" fmla="*/ 22 w 37"/>
                <a:gd name="T13" fmla="*/ 128 h 145"/>
                <a:gd name="T14" fmla="*/ 22 w 37"/>
                <a:gd name="T15" fmla="*/ 128 h 145"/>
                <a:gd name="T16" fmla="*/ 20 w 37"/>
                <a:gd name="T17" fmla="*/ 103 h 145"/>
                <a:gd name="T18" fmla="*/ 23 w 37"/>
                <a:gd name="T19" fmla="*/ 76 h 145"/>
                <a:gd name="T20" fmla="*/ 29 w 37"/>
                <a:gd name="T21" fmla="*/ 44 h 145"/>
                <a:gd name="T22" fmla="*/ 35 w 37"/>
                <a:gd name="T23" fmla="*/ 19 h 145"/>
                <a:gd name="T24" fmla="*/ 37 w 37"/>
                <a:gd name="T25" fmla="*/ 9 h 145"/>
                <a:gd name="T26" fmla="*/ 28 w 37"/>
                <a:gd name="T27" fmla="*/ 0 h 145"/>
                <a:gd name="T28" fmla="*/ 18 w 37"/>
                <a:gd name="T29" fmla="*/ 7 h 145"/>
                <a:gd name="T30" fmla="*/ 7 w 37"/>
                <a:gd name="T31" fmla="*/ 53 h 145"/>
                <a:gd name="T32" fmla="*/ 0 w 37"/>
                <a:gd name="T33" fmla="*/ 121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 h="145">
                  <a:moveTo>
                    <a:pt x="0" y="121"/>
                  </a:moveTo>
                  <a:cubicBezTo>
                    <a:pt x="0" y="126"/>
                    <a:pt x="1" y="130"/>
                    <a:pt x="1" y="134"/>
                  </a:cubicBezTo>
                  <a:cubicBezTo>
                    <a:pt x="2" y="136"/>
                    <a:pt x="2" y="138"/>
                    <a:pt x="3" y="140"/>
                  </a:cubicBezTo>
                  <a:cubicBezTo>
                    <a:pt x="4" y="143"/>
                    <a:pt x="7" y="145"/>
                    <a:pt x="11" y="145"/>
                  </a:cubicBezTo>
                  <a:cubicBezTo>
                    <a:pt x="14" y="145"/>
                    <a:pt x="16" y="144"/>
                    <a:pt x="19" y="142"/>
                  </a:cubicBezTo>
                  <a:cubicBezTo>
                    <a:pt x="21" y="139"/>
                    <a:pt x="22" y="136"/>
                    <a:pt x="22" y="133"/>
                  </a:cubicBezTo>
                  <a:cubicBezTo>
                    <a:pt x="22" y="132"/>
                    <a:pt x="22" y="131"/>
                    <a:pt x="22" y="128"/>
                  </a:cubicBezTo>
                  <a:cubicBezTo>
                    <a:pt x="22" y="128"/>
                    <a:pt x="22" y="128"/>
                    <a:pt x="22" y="128"/>
                  </a:cubicBezTo>
                  <a:cubicBezTo>
                    <a:pt x="21" y="118"/>
                    <a:pt x="20" y="110"/>
                    <a:pt x="20" y="103"/>
                  </a:cubicBezTo>
                  <a:cubicBezTo>
                    <a:pt x="20" y="97"/>
                    <a:pt x="21" y="88"/>
                    <a:pt x="23" y="76"/>
                  </a:cubicBezTo>
                  <a:cubicBezTo>
                    <a:pt x="24" y="65"/>
                    <a:pt x="26" y="54"/>
                    <a:pt x="29" y="44"/>
                  </a:cubicBezTo>
                  <a:cubicBezTo>
                    <a:pt x="32" y="31"/>
                    <a:pt x="35" y="22"/>
                    <a:pt x="35" y="19"/>
                  </a:cubicBezTo>
                  <a:cubicBezTo>
                    <a:pt x="36" y="16"/>
                    <a:pt x="37" y="12"/>
                    <a:pt x="37" y="9"/>
                  </a:cubicBezTo>
                  <a:cubicBezTo>
                    <a:pt x="37" y="3"/>
                    <a:pt x="34" y="0"/>
                    <a:pt x="28" y="0"/>
                  </a:cubicBezTo>
                  <a:cubicBezTo>
                    <a:pt x="24" y="0"/>
                    <a:pt x="21" y="2"/>
                    <a:pt x="18" y="7"/>
                  </a:cubicBezTo>
                  <a:cubicBezTo>
                    <a:pt x="15" y="12"/>
                    <a:pt x="12" y="27"/>
                    <a:pt x="7" y="53"/>
                  </a:cubicBezTo>
                  <a:cubicBezTo>
                    <a:pt x="3" y="79"/>
                    <a:pt x="0" y="102"/>
                    <a:pt x="0" y="12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95" name="Freeform 386"/>
            <p:cNvSpPr>
              <a:spLocks noEditPoints="1"/>
            </p:cNvSpPr>
            <p:nvPr/>
          </p:nvSpPr>
          <p:spPr bwMode="auto">
            <a:xfrm>
              <a:off x="8143876" y="2867025"/>
              <a:ext cx="95250" cy="109538"/>
            </a:xfrm>
            <a:custGeom>
              <a:avLst/>
              <a:gdLst>
                <a:gd name="T0" fmla="*/ 27 w 80"/>
                <a:gd name="T1" fmla="*/ 92 h 92"/>
                <a:gd name="T2" fmla="*/ 58 w 80"/>
                <a:gd name="T3" fmla="*/ 79 h 92"/>
                <a:gd name="T4" fmla="*/ 79 w 80"/>
                <a:gd name="T5" fmla="*/ 47 h 92"/>
                <a:gd name="T6" fmla="*/ 79 w 80"/>
                <a:gd name="T7" fmla="*/ 47 h 92"/>
                <a:gd name="T8" fmla="*/ 80 w 80"/>
                <a:gd name="T9" fmla="*/ 43 h 92"/>
                <a:gd name="T10" fmla="*/ 80 w 80"/>
                <a:gd name="T11" fmla="*/ 35 h 92"/>
                <a:gd name="T12" fmla="*/ 72 w 80"/>
                <a:gd name="T13" fmla="*/ 10 h 92"/>
                <a:gd name="T14" fmla="*/ 49 w 80"/>
                <a:gd name="T15" fmla="*/ 0 h 92"/>
                <a:gd name="T16" fmla="*/ 14 w 80"/>
                <a:gd name="T17" fmla="*/ 20 h 92"/>
                <a:gd name="T18" fmla="*/ 0 w 80"/>
                <a:gd name="T19" fmla="*/ 62 h 92"/>
                <a:gd name="T20" fmla="*/ 0 w 80"/>
                <a:gd name="T21" fmla="*/ 68 h 92"/>
                <a:gd name="T22" fmla="*/ 7 w 80"/>
                <a:gd name="T23" fmla="*/ 84 h 92"/>
                <a:gd name="T24" fmla="*/ 27 w 80"/>
                <a:gd name="T25" fmla="*/ 92 h 92"/>
                <a:gd name="T26" fmla="*/ 25 w 80"/>
                <a:gd name="T27" fmla="*/ 37 h 92"/>
                <a:gd name="T28" fmla="*/ 36 w 80"/>
                <a:gd name="T29" fmla="*/ 21 h 92"/>
                <a:gd name="T30" fmla="*/ 36 w 80"/>
                <a:gd name="T31" fmla="*/ 21 h 92"/>
                <a:gd name="T32" fmla="*/ 47 w 80"/>
                <a:gd name="T33" fmla="*/ 17 h 92"/>
                <a:gd name="T34" fmla="*/ 57 w 80"/>
                <a:gd name="T35" fmla="*/ 22 h 92"/>
                <a:gd name="T36" fmla="*/ 61 w 80"/>
                <a:gd name="T37" fmla="*/ 33 h 92"/>
                <a:gd name="T38" fmla="*/ 61 w 80"/>
                <a:gd name="T39" fmla="*/ 36 h 92"/>
                <a:gd name="T40" fmla="*/ 50 w 80"/>
                <a:gd name="T41" fmla="*/ 63 h 92"/>
                <a:gd name="T42" fmla="*/ 29 w 80"/>
                <a:gd name="T43" fmla="*/ 75 h 92"/>
                <a:gd name="T44" fmla="*/ 22 w 80"/>
                <a:gd name="T45" fmla="*/ 71 h 92"/>
                <a:gd name="T46" fmla="*/ 20 w 80"/>
                <a:gd name="T47" fmla="*/ 60 h 92"/>
                <a:gd name="T48" fmla="*/ 20 w 80"/>
                <a:gd name="T49" fmla="*/ 55 h 92"/>
                <a:gd name="T50" fmla="*/ 25 w 80"/>
                <a:gd name="T51" fmla="*/ 37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0" h="92">
                  <a:moveTo>
                    <a:pt x="27" y="92"/>
                  </a:moveTo>
                  <a:cubicBezTo>
                    <a:pt x="38" y="92"/>
                    <a:pt x="48" y="88"/>
                    <a:pt x="58" y="79"/>
                  </a:cubicBezTo>
                  <a:cubicBezTo>
                    <a:pt x="68" y="71"/>
                    <a:pt x="75" y="60"/>
                    <a:pt x="79" y="47"/>
                  </a:cubicBezTo>
                  <a:cubicBezTo>
                    <a:pt x="79" y="47"/>
                    <a:pt x="79" y="47"/>
                    <a:pt x="79" y="47"/>
                  </a:cubicBezTo>
                  <a:cubicBezTo>
                    <a:pt x="79" y="45"/>
                    <a:pt x="79" y="44"/>
                    <a:pt x="80" y="43"/>
                  </a:cubicBezTo>
                  <a:cubicBezTo>
                    <a:pt x="80" y="40"/>
                    <a:pt x="80" y="37"/>
                    <a:pt x="80" y="35"/>
                  </a:cubicBezTo>
                  <a:cubicBezTo>
                    <a:pt x="80" y="25"/>
                    <a:pt x="77" y="17"/>
                    <a:pt x="72" y="10"/>
                  </a:cubicBezTo>
                  <a:cubicBezTo>
                    <a:pt x="66" y="3"/>
                    <a:pt x="58" y="0"/>
                    <a:pt x="49" y="0"/>
                  </a:cubicBezTo>
                  <a:cubicBezTo>
                    <a:pt x="35" y="0"/>
                    <a:pt x="24" y="6"/>
                    <a:pt x="14" y="20"/>
                  </a:cubicBezTo>
                  <a:cubicBezTo>
                    <a:pt x="4" y="34"/>
                    <a:pt x="0" y="48"/>
                    <a:pt x="0" y="62"/>
                  </a:cubicBezTo>
                  <a:cubicBezTo>
                    <a:pt x="0" y="64"/>
                    <a:pt x="0" y="66"/>
                    <a:pt x="0" y="68"/>
                  </a:cubicBezTo>
                  <a:cubicBezTo>
                    <a:pt x="1" y="74"/>
                    <a:pt x="3" y="79"/>
                    <a:pt x="7" y="84"/>
                  </a:cubicBezTo>
                  <a:cubicBezTo>
                    <a:pt x="13" y="90"/>
                    <a:pt x="19" y="92"/>
                    <a:pt x="27" y="92"/>
                  </a:cubicBezTo>
                  <a:close/>
                  <a:moveTo>
                    <a:pt x="25" y="37"/>
                  </a:moveTo>
                  <a:cubicBezTo>
                    <a:pt x="29" y="30"/>
                    <a:pt x="32" y="24"/>
                    <a:pt x="36" y="21"/>
                  </a:cubicBezTo>
                  <a:cubicBezTo>
                    <a:pt x="36" y="21"/>
                    <a:pt x="36" y="21"/>
                    <a:pt x="36" y="21"/>
                  </a:cubicBezTo>
                  <a:cubicBezTo>
                    <a:pt x="40" y="18"/>
                    <a:pt x="43" y="17"/>
                    <a:pt x="47" y="17"/>
                  </a:cubicBezTo>
                  <a:cubicBezTo>
                    <a:pt x="52" y="17"/>
                    <a:pt x="55" y="19"/>
                    <a:pt x="57" y="22"/>
                  </a:cubicBezTo>
                  <a:cubicBezTo>
                    <a:pt x="59" y="25"/>
                    <a:pt x="60" y="29"/>
                    <a:pt x="61" y="33"/>
                  </a:cubicBezTo>
                  <a:cubicBezTo>
                    <a:pt x="61" y="34"/>
                    <a:pt x="61" y="35"/>
                    <a:pt x="61" y="36"/>
                  </a:cubicBezTo>
                  <a:cubicBezTo>
                    <a:pt x="61" y="46"/>
                    <a:pt x="57" y="55"/>
                    <a:pt x="50" y="63"/>
                  </a:cubicBezTo>
                  <a:cubicBezTo>
                    <a:pt x="43" y="71"/>
                    <a:pt x="35" y="75"/>
                    <a:pt x="29" y="75"/>
                  </a:cubicBezTo>
                  <a:cubicBezTo>
                    <a:pt x="26" y="75"/>
                    <a:pt x="24" y="74"/>
                    <a:pt x="22" y="71"/>
                  </a:cubicBezTo>
                  <a:cubicBezTo>
                    <a:pt x="20" y="68"/>
                    <a:pt x="20" y="64"/>
                    <a:pt x="20" y="60"/>
                  </a:cubicBezTo>
                  <a:cubicBezTo>
                    <a:pt x="20" y="58"/>
                    <a:pt x="20" y="57"/>
                    <a:pt x="20" y="55"/>
                  </a:cubicBezTo>
                  <a:cubicBezTo>
                    <a:pt x="20" y="49"/>
                    <a:pt x="22" y="43"/>
                    <a:pt x="25" y="3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96" name="Freeform 387"/>
            <p:cNvSpPr>
              <a:spLocks/>
            </p:cNvSpPr>
            <p:nvPr/>
          </p:nvSpPr>
          <p:spPr bwMode="auto">
            <a:xfrm>
              <a:off x="8258176" y="2868613"/>
              <a:ext cx="100013" cy="107950"/>
            </a:xfrm>
            <a:custGeom>
              <a:avLst/>
              <a:gdLst>
                <a:gd name="T0" fmla="*/ 7 w 84"/>
                <a:gd name="T1" fmla="*/ 81 h 90"/>
                <a:gd name="T2" fmla="*/ 20 w 84"/>
                <a:gd name="T3" fmla="*/ 88 h 90"/>
                <a:gd name="T4" fmla="*/ 41 w 84"/>
                <a:gd name="T5" fmla="*/ 79 h 90"/>
                <a:gd name="T6" fmla="*/ 59 w 84"/>
                <a:gd name="T7" fmla="*/ 57 h 90"/>
                <a:gd name="T8" fmla="*/ 61 w 84"/>
                <a:gd name="T9" fmla="*/ 76 h 90"/>
                <a:gd name="T10" fmla="*/ 62 w 84"/>
                <a:gd name="T11" fmla="*/ 81 h 90"/>
                <a:gd name="T12" fmla="*/ 72 w 84"/>
                <a:gd name="T13" fmla="*/ 90 h 90"/>
                <a:gd name="T14" fmla="*/ 80 w 84"/>
                <a:gd name="T15" fmla="*/ 88 h 90"/>
                <a:gd name="T16" fmla="*/ 84 w 84"/>
                <a:gd name="T17" fmla="*/ 82 h 90"/>
                <a:gd name="T18" fmla="*/ 82 w 84"/>
                <a:gd name="T19" fmla="*/ 79 h 90"/>
                <a:gd name="T20" fmla="*/ 77 w 84"/>
                <a:gd name="T21" fmla="*/ 70 h 90"/>
                <a:gd name="T22" fmla="*/ 75 w 84"/>
                <a:gd name="T23" fmla="*/ 53 h 90"/>
                <a:gd name="T24" fmla="*/ 75 w 84"/>
                <a:gd name="T25" fmla="*/ 52 h 90"/>
                <a:gd name="T26" fmla="*/ 80 w 84"/>
                <a:gd name="T27" fmla="*/ 20 h 90"/>
                <a:gd name="T28" fmla="*/ 81 w 84"/>
                <a:gd name="T29" fmla="*/ 15 h 90"/>
                <a:gd name="T30" fmla="*/ 72 w 84"/>
                <a:gd name="T31" fmla="*/ 5 h 90"/>
                <a:gd name="T32" fmla="*/ 64 w 84"/>
                <a:gd name="T33" fmla="*/ 10 h 90"/>
                <a:gd name="T34" fmla="*/ 58 w 84"/>
                <a:gd name="T35" fmla="*/ 28 h 90"/>
                <a:gd name="T36" fmla="*/ 44 w 84"/>
                <a:gd name="T37" fmla="*/ 54 h 90"/>
                <a:gd name="T38" fmla="*/ 42 w 84"/>
                <a:gd name="T39" fmla="*/ 56 h 90"/>
                <a:gd name="T40" fmla="*/ 23 w 84"/>
                <a:gd name="T41" fmla="*/ 70 h 90"/>
                <a:gd name="T42" fmla="*/ 18 w 84"/>
                <a:gd name="T43" fmla="*/ 59 h 90"/>
                <a:gd name="T44" fmla="*/ 19 w 84"/>
                <a:gd name="T45" fmla="*/ 51 h 90"/>
                <a:gd name="T46" fmla="*/ 21 w 84"/>
                <a:gd name="T47" fmla="*/ 44 h 90"/>
                <a:gd name="T48" fmla="*/ 26 w 84"/>
                <a:gd name="T49" fmla="*/ 26 h 90"/>
                <a:gd name="T50" fmla="*/ 30 w 84"/>
                <a:gd name="T51" fmla="*/ 9 h 90"/>
                <a:gd name="T52" fmla="*/ 27 w 84"/>
                <a:gd name="T53" fmla="*/ 3 h 90"/>
                <a:gd name="T54" fmla="*/ 20 w 84"/>
                <a:gd name="T55" fmla="*/ 0 h 90"/>
                <a:gd name="T56" fmla="*/ 10 w 84"/>
                <a:gd name="T57" fmla="*/ 7 h 90"/>
                <a:gd name="T58" fmla="*/ 5 w 84"/>
                <a:gd name="T59" fmla="*/ 31 h 90"/>
                <a:gd name="T60" fmla="*/ 2 w 84"/>
                <a:gd name="T61" fmla="*/ 47 h 90"/>
                <a:gd name="T62" fmla="*/ 0 w 84"/>
                <a:gd name="T63" fmla="*/ 61 h 90"/>
                <a:gd name="T64" fmla="*/ 7 w 84"/>
                <a:gd name="T65" fmla="*/ 81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4" h="90">
                  <a:moveTo>
                    <a:pt x="7" y="81"/>
                  </a:moveTo>
                  <a:cubicBezTo>
                    <a:pt x="11" y="86"/>
                    <a:pt x="15" y="88"/>
                    <a:pt x="20" y="88"/>
                  </a:cubicBezTo>
                  <a:cubicBezTo>
                    <a:pt x="27" y="88"/>
                    <a:pt x="34" y="85"/>
                    <a:pt x="41" y="79"/>
                  </a:cubicBezTo>
                  <a:cubicBezTo>
                    <a:pt x="47" y="74"/>
                    <a:pt x="54" y="66"/>
                    <a:pt x="59" y="57"/>
                  </a:cubicBezTo>
                  <a:cubicBezTo>
                    <a:pt x="59" y="64"/>
                    <a:pt x="59" y="70"/>
                    <a:pt x="61" y="76"/>
                  </a:cubicBezTo>
                  <a:cubicBezTo>
                    <a:pt x="61" y="78"/>
                    <a:pt x="62" y="79"/>
                    <a:pt x="62" y="81"/>
                  </a:cubicBezTo>
                  <a:cubicBezTo>
                    <a:pt x="65" y="87"/>
                    <a:pt x="68" y="90"/>
                    <a:pt x="72" y="90"/>
                  </a:cubicBezTo>
                  <a:cubicBezTo>
                    <a:pt x="75" y="90"/>
                    <a:pt x="77" y="89"/>
                    <a:pt x="80" y="88"/>
                  </a:cubicBezTo>
                  <a:cubicBezTo>
                    <a:pt x="83" y="86"/>
                    <a:pt x="84" y="84"/>
                    <a:pt x="84" y="82"/>
                  </a:cubicBezTo>
                  <a:cubicBezTo>
                    <a:pt x="84" y="81"/>
                    <a:pt x="84" y="80"/>
                    <a:pt x="82" y="79"/>
                  </a:cubicBezTo>
                  <a:cubicBezTo>
                    <a:pt x="80" y="77"/>
                    <a:pt x="78" y="74"/>
                    <a:pt x="77" y="70"/>
                  </a:cubicBezTo>
                  <a:cubicBezTo>
                    <a:pt x="75" y="66"/>
                    <a:pt x="75" y="60"/>
                    <a:pt x="75" y="53"/>
                  </a:cubicBezTo>
                  <a:cubicBezTo>
                    <a:pt x="75" y="53"/>
                    <a:pt x="75" y="52"/>
                    <a:pt x="75" y="52"/>
                  </a:cubicBezTo>
                  <a:cubicBezTo>
                    <a:pt x="75" y="40"/>
                    <a:pt x="76" y="30"/>
                    <a:pt x="80" y="20"/>
                  </a:cubicBezTo>
                  <a:cubicBezTo>
                    <a:pt x="81" y="18"/>
                    <a:pt x="81" y="16"/>
                    <a:pt x="81" y="15"/>
                  </a:cubicBezTo>
                  <a:cubicBezTo>
                    <a:pt x="81" y="8"/>
                    <a:pt x="78" y="5"/>
                    <a:pt x="72" y="5"/>
                  </a:cubicBezTo>
                  <a:cubicBezTo>
                    <a:pt x="69" y="5"/>
                    <a:pt x="66" y="7"/>
                    <a:pt x="64" y="10"/>
                  </a:cubicBezTo>
                  <a:cubicBezTo>
                    <a:pt x="62" y="13"/>
                    <a:pt x="60" y="19"/>
                    <a:pt x="58" y="28"/>
                  </a:cubicBezTo>
                  <a:cubicBezTo>
                    <a:pt x="56" y="37"/>
                    <a:pt x="51" y="45"/>
                    <a:pt x="44" y="54"/>
                  </a:cubicBezTo>
                  <a:cubicBezTo>
                    <a:pt x="43" y="55"/>
                    <a:pt x="43" y="55"/>
                    <a:pt x="42" y="56"/>
                  </a:cubicBezTo>
                  <a:cubicBezTo>
                    <a:pt x="34" y="65"/>
                    <a:pt x="27" y="70"/>
                    <a:pt x="23" y="70"/>
                  </a:cubicBezTo>
                  <a:cubicBezTo>
                    <a:pt x="20" y="70"/>
                    <a:pt x="18" y="66"/>
                    <a:pt x="18" y="59"/>
                  </a:cubicBezTo>
                  <a:cubicBezTo>
                    <a:pt x="18" y="57"/>
                    <a:pt x="19" y="55"/>
                    <a:pt x="19" y="51"/>
                  </a:cubicBezTo>
                  <a:cubicBezTo>
                    <a:pt x="20" y="49"/>
                    <a:pt x="20" y="47"/>
                    <a:pt x="21" y="44"/>
                  </a:cubicBezTo>
                  <a:cubicBezTo>
                    <a:pt x="23" y="36"/>
                    <a:pt x="24" y="30"/>
                    <a:pt x="26" y="26"/>
                  </a:cubicBezTo>
                  <a:cubicBezTo>
                    <a:pt x="29" y="19"/>
                    <a:pt x="30" y="13"/>
                    <a:pt x="30" y="9"/>
                  </a:cubicBezTo>
                  <a:cubicBezTo>
                    <a:pt x="30" y="7"/>
                    <a:pt x="29" y="5"/>
                    <a:pt x="27" y="3"/>
                  </a:cubicBezTo>
                  <a:cubicBezTo>
                    <a:pt x="25" y="1"/>
                    <a:pt x="23" y="0"/>
                    <a:pt x="20" y="0"/>
                  </a:cubicBezTo>
                  <a:cubicBezTo>
                    <a:pt x="15" y="0"/>
                    <a:pt x="12" y="2"/>
                    <a:pt x="10" y="7"/>
                  </a:cubicBezTo>
                  <a:cubicBezTo>
                    <a:pt x="10" y="12"/>
                    <a:pt x="8" y="20"/>
                    <a:pt x="5" y="31"/>
                  </a:cubicBezTo>
                  <a:cubicBezTo>
                    <a:pt x="4" y="37"/>
                    <a:pt x="3" y="42"/>
                    <a:pt x="2" y="47"/>
                  </a:cubicBezTo>
                  <a:cubicBezTo>
                    <a:pt x="1" y="53"/>
                    <a:pt x="0" y="57"/>
                    <a:pt x="0" y="61"/>
                  </a:cubicBezTo>
                  <a:cubicBezTo>
                    <a:pt x="0" y="70"/>
                    <a:pt x="2" y="77"/>
                    <a:pt x="7" y="8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97" name="Freeform 388"/>
            <p:cNvSpPr>
              <a:spLocks noEditPoints="1"/>
            </p:cNvSpPr>
            <p:nvPr/>
          </p:nvSpPr>
          <p:spPr bwMode="auto">
            <a:xfrm>
              <a:off x="8375651" y="2806700"/>
              <a:ext cx="122238" cy="168275"/>
            </a:xfrm>
            <a:custGeom>
              <a:avLst/>
              <a:gdLst>
                <a:gd name="T0" fmla="*/ 0 w 101"/>
                <a:gd name="T1" fmla="*/ 117 h 141"/>
                <a:gd name="T2" fmla="*/ 5 w 101"/>
                <a:gd name="T3" fmla="*/ 134 h 141"/>
                <a:gd name="T4" fmla="*/ 19 w 101"/>
                <a:gd name="T5" fmla="*/ 141 h 141"/>
                <a:gd name="T6" fmla="*/ 62 w 101"/>
                <a:gd name="T7" fmla="*/ 111 h 141"/>
                <a:gd name="T8" fmla="*/ 65 w 101"/>
                <a:gd name="T9" fmla="*/ 132 h 141"/>
                <a:gd name="T10" fmla="*/ 77 w 101"/>
                <a:gd name="T11" fmla="*/ 140 h 141"/>
                <a:gd name="T12" fmla="*/ 93 w 101"/>
                <a:gd name="T13" fmla="*/ 135 h 141"/>
                <a:gd name="T14" fmla="*/ 101 w 101"/>
                <a:gd name="T15" fmla="*/ 123 h 141"/>
                <a:gd name="T16" fmla="*/ 97 w 101"/>
                <a:gd name="T17" fmla="*/ 119 h 141"/>
                <a:gd name="T18" fmla="*/ 92 w 101"/>
                <a:gd name="T19" fmla="*/ 120 h 141"/>
                <a:gd name="T20" fmla="*/ 85 w 101"/>
                <a:gd name="T21" fmla="*/ 122 h 141"/>
                <a:gd name="T22" fmla="*/ 79 w 101"/>
                <a:gd name="T23" fmla="*/ 108 h 141"/>
                <a:gd name="T24" fmla="*/ 84 w 101"/>
                <a:gd name="T25" fmla="*/ 68 h 141"/>
                <a:gd name="T26" fmla="*/ 95 w 101"/>
                <a:gd name="T27" fmla="*/ 25 h 141"/>
                <a:gd name="T28" fmla="*/ 98 w 101"/>
                <a:gd name="T29" fmla="*/ 12 h 141"/>
                <a:gd name="T30" fmla="*/ 96 w 101"/>
                <a:gd name="T31" fmla="*/ 3 h 141"/>
                <a:gd name="T32" fmla="*/ 90 w 101"/>
                <a:gd name="T33" fmla="*/ 0 h 141"/>
                <a:gd name="T34" fmla="*/ 84 w 101"/>
                <a:gd name="T35" fmla="*/ 2 h 141"/>
                <a:gd name="T36" fmla="*/ 79 w 101"/>
                <a:gd name="T37" fmla="*/ 9 h 141"/>
                <a:gd name="T38" fmla="*/ 75 w 101"/>
                <a:gd name="T39" fmla="*/ 25 h 141"/>
                <a:gd name="T40" fmla="*/ 68 w 101"/>
                <a:gd name="T41" fmla="*/ 59 h 141"/>
                <a:gd name="T42" fmla="*/ 53 w 101"/>
                <a:gd name="T43" fmla="*/ 53 h 141"/>
                <a:gd name="T44" fmla="*/ 18 w 101"/>
                <a:gd name="T45" fmla="*/ 74 h 141"/>
                <a:gd name="T46" fmla="*/ 4 w 101"/>
                <a:gd name="T47" fmla="*/ 97 h 141"/>
                <a:gd name="T48" fmla="*/ 0 w 101"/>
                <a:gd name="T49" fmla="*/ 117 h 141"/>
                <a:gd name="T50" fmla="*/ 0 w 101"/>
                <a:gd name="T51" fmla="*/ 117 h 141"/>
                <a:gd name="T52" fmla="*/ 53 w 101"/>
                <a:gd name="T53" fmla="*/ 69 h 141"/>
                <a:gd name="T54" fmla="*/ 60 w 101"/>
                <a:gd name="T55" fmla="*/ 72 h 141"/>
                <a:gd name="T56" fmla="*/ 62 w 101"/>
                <a:gd name="T57" fmla="*/ 78 h 141"/>
                <a:gd name="T58" fmla="*/ 49 w 101"/>
                <a:gd name="T59" fmla="*/ 106 h 141"/>
                <a:gd name="T60" fmla="*/ 42 w 101"/>
                <a:gd name="T61" fmla="*/ 113 h 141"/>
                <a:gd name="T62" fmla="*/ 41 w 101"/>
                <a:gd name="T63" fmla="*/ 115 h 141"/>
                <a:gd name="T64" fmla="*/ 25 w 101"/>
                <a:gd name="T65" fmla="*/ 123 h 141"/>
                <a:gd name="T66" fmla="*/ 19 w 101"/>
                <a:gd name="T67" fmla="*/ 116 h 141"/>
                <a:gd name="T68" fmla="*/ 19 w 101"/>
                <a:gd name="T69" fmla="*/ 115 h 141"/>
                <a:gd name="T70" fmla="*/ 21 w 101"/>
                <a:gd name="T71" fmla="*/ 102 h 141"/>
                <a:gd name="T72" fmla="*/ 31 w 101"/>
                <a:gd name="T73" fmla="*/ 86 h 141"/>
                <a:gd name="T74" fmla="*/ 53 w 101"/>
                <a:gd name="T75" fmla="*/ 69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1" h="141">
                  <a:moveTo>
                    <a:pt x="0" y="117"/>
                  </a:moveTo>
                  <a:cubicBezTo>
                    <a:pt x="0" y="124"/>
                    <a:pt x="2" y="130"/>
                    <a:pt x="5" y="134"/>
                  </a:cubicBezTo>
                  <a:cubicBezTo>
                    <a:pt x="9" y="139"/>
                    <a:pt x="14" y="141"/>
                    <a:pt x="19" y="141"/>
                  </a:cubicBezTo>
                  <a:cubicBezTo>
                    <a:pt x="34" y="141"/>
                    <a:pt x="48" y="131"/>
                    <a:pt x="62" y="111"/>
                  </a:cubicBezTo>
                  <a:cubicBezTo>
                    <a:pt x="61" y="119"/>
                    <a:pt x="62" y="126"/>
                    <a:pt x="65" y="132"/>
                  </a:cubicBezTo>
                  <a:cubicBezTo>
                    <a:pt x="68" y="138"/>
                    <a:pt x="72" y="140"/>
                    <a:pt x="77" y="140"/>
                  </a:cubicBezTo>
                  <a:cubicBezTo>
                    <a:pt x="82" y="140"/>
                    <a:pt x="87" y="138"/>
                    <a:pt x="93" y="135"/>
                  </a:cubicBezTo>
                  <a:cubicBezTo>
                    <a:pt x="98" y="131"/>
                    <a:pt x="101" y="127"/>
                    <a:pt x="101" y="123"/>
                  </a:cubicBezTo>
                  <a:cubicBezTo>
                    <a:pt x="101" y="120"/>
                    <a:pt x="100" y="119"/>
                    <a:pt x="97" y="119"/>
                  </a:cubicBezTo>
                  <a:cubicBezTo>
                    <a:pt x="96" y="119"/>
                    <a:pt x="94" y="119"/>
                    <a:pt x="92" y="120"/>
                  </a:cubicBezTo>
                  <a:cubicBezTo>
                    <a:pt x="90" y="122"/>
                    <a:pt x="87" y="122"/>
                    <a:pt x="85" y="122"/>
                  </a:cubicBezTo>
                  <a:cubicBezTo>
                    <a:pt x="81" y="122"/>
                    <a:pt x="79" y="117"/>
                    <a:pt x="79" y="108"/>
                  </a:cubicBezTo>
                  <a:cubicBezTo>
                    <a:pt x="79" y="98"/>
                    <a:pt x="81" y="85"/>
                    <a:pt x="84" y="68"/>
                  </a:cubicBezTo>
                  <a:cubicBezTo>
                    <a:pt x="87" y="51"/>
                    <a:pt x="91" y="37"/>
                    <a:pt x="95" y="25"/>
                  </a:cubicBezTo>
                  <a:cubicBezTo>
                    <a:pt x="97" y="18"/>
                    <a:pt x="98" y="14"/>
                    <a:pt x="98" y="12"/>
                  </a:cubicBezTo>
                  <a:cubicBezTo>
                    <a:pt x="98" y="9"/>
                    <a:pt x="98" y="6"/>
                    <a:pt x="96" y="3"/>
                  </a:cubicBezTo>
                  <a:cubicBezTo>
                    <a:pt x="95" y="1"/>
                    <a:pt x="93" y="0"/>
                    <a:pt x="90" y="0"/>
                  </a:cubicBezTo>
                  <a:cubicBezTo>
                    <a:pt x="88" y="0"/>
                    <a:pt x="86" y="1"/>
                    <a:pt x="84" y="2"/>
                  </a:cubicBezTo>
                  <a:cubicBezTo>
                    <a:pt x="82" y="4"/>
                    <a:pt x="80" y="6"/>
                    <a:pt x="79" y="9"/>
                  </a:cubicBezTo>
                  <a:cubicBezTo>
                    <a:pt x="78" y="11"/>
                    <a:pt x="77" y="17"/>
                    <a:pt x="75" y="25"/>
                  </a:cubicBezTo>
                  <a:cubicBezTo>
                    <a:pt x="74" y="30"/>
                    <a:pt x="72" y="41"/>
                    <a:pt x="68" y="59"/>
                  </a:cubicBezTo>
                  <a:cubicBezTo>
                    <a:pt x="65" y="55"/>
                    <a:pt x="60" y="53"/>
                    <a:pt x="53" y="53"/>
                  </a:cubicBezTo>
                  <a:cubicBezTo>
                    <a:pt x="41" y="53"/>
                    <a:pt x="29" y="60"/>
                    <a:pt x="18" y="74"/>
                  </a:cubicBezTo>
                  <a:cubicBezTo>
                    <a:pt x="11" y="82"/>
                    <a:pt x="7" y="89"/>
                    <a:pt x="4" y="97"/>
                  </a:cubicBezTo>
                  <a:cubicBezTo>
                    <a:pt x="1" y="103"/>
                    <a:pt x="0" y="110"/>
                    <a:pt x="0" y="117"/>
                  </a:cubicBezTo>
                  <a:cubicBezTo>
                    <a:pt x="0" y="117"/>
                    <a:pt x="0" y="117"/>
                    <a:pt x="0" y="117"/>
                  </a:cubicBezTo>
                  <a:close/>
                  <a:moveTo>
                    <a:pt x="53" y="69"/>
                  </a:moveTo>
                  <a:cubicBezTo>
                    <a:pt x="56" y="69"/>
                    <a:pt x="58" y="70"/>
                    <a:pt x="60" y="72"/>
                  </a:cubicBezTo>
                  <a:cubicBezTo>
                    <a:pt x="62" y="74"/>
                    <a:pt x="62" y="75"/>
                    <a:pt x="62" y="78"/>
                  </a:cubicBezTo>
                  <a:cubicBezTo>
                    <a:pt x="62" y="84"/>
                    <a:pt x="58" y="94"/>
                    <a:pt x="49" y="106"/>
                  </a:cubicBezTo>
                  <a:cubicBezTo>
                    <a:pt x="46" y="109"/>
                    <a:pt x="44" y="111"/>
                    <a:pt x="42" y="113"/>
                  </a:cubicBezTo>
                  <a:cubicBezTo>
                    <a:pt x="42" y="114"/>
                    <a:pt x="41" y="114"/>
                    <a:pt x="41" y="115"/>
                  </a:cubicBezTo>
                  <a:cubicBezTo>
                    <a:pt x="35" y="121"/>
                    <a:pt x="29" y="123"/>
                    <a:pt x="25" y="123"/>
                  </a:cubicBezTo>
                  <a:cubicBezTo>
                    <a:pt x="21" y="123"/>
                    <a:pt x="19" y="121"/>
                    <a:pt x="19" y="116"/>
                  </a:cubicBezTo>
                  <a:cubicBezTo>
                    <a:pt x="19" y="115"/>
                    <a:pt x="19" y="115"/>
                    <a:pt x="19" y="115"/>
                  </a:cubicBezTo>
                  <a:cubicBezTo>
                    <a:pt x="19" y="111"/>
                    <a:pt x="20" y="107"/>
                    <a:pt x="21" y="102"/>
                  </a:cubicBezTo>
                  <a:cubicBezTo>
                    <a:pt x="23" y="97"/>
                    <a:pt x="26" y="91"/>
                    <a:pt x="31" y="86"/>
                  </a:cubicBezTo>
                  <a:cubicBezTo>
                    <a:pt x="38" y="75"/>
                    <a:pt x="46" y="69"/>
                    <a:pt x="53" y="6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98" name="Freeform 389"/>
            <p:cNvSpPr>
              <a:spLocks/>
            </p:cNvSpPr>
            <p:nvPr/>
          </p:nvSpPr>
          <p:spPr bwMode="auto">
            <a:xfrm>
              <a:off x="7940676" y="3733800"/>
              <a:ext cx="23813" cy="38100"/>
            </a:xfrm>
            <a:custGeom>
              <a:avLst/>
              <a:gdLst>
                <a:gd name="T0" fmla="*/ 20 w 20"/>
                <a:gd name="T1" fmla="*/ 10 h 32"/>
                <a:gd name="T2" fmla="*/ 10 w 20"/>
                <a:gd name="T3" fmla="*/ 0 h 32"/>
                <a:gd name="T4" fmla="*/ 0 w 20"/>
                <a:gd name="T5" fmla="*/ 10 h 32"/>
                <a:gd name="T6" fmla="*/ 0 w 20"/>
                <a:gd name="T7" fmla="*/ 22 h 32"/>
                <a:gd name="T8" fmla="*/ 10 w 20"/>
                <a:gd name="T9" fmla="*/ 32 h 32"/>
                <a:gd name="T10" fmla="*/ 20 w 20"/>
                <a:gd name="T11" fmla="*/ 22 h 32"/>
                <a:gd name="T12" fmla="*/ 20 w 20"/>
                <a:gd name="T13" fmla="*/ 10 h 32"/>
              </a:gdLst>
              <a:ahLst/>
              <a:cxnLst>
                <a:cxn ang="0">
                  <a:pos x="T0" y="T1"/>
                </a:cxn>
                <a:cxn ang="0">
                  <a:pos x="T2" y="T3"/>
                </a:cxn>
                <a:cxn ang="0">
                  <a:pos x="T4" y="T5"/>
                </a:cxn>
                <a:cxn ang="0">
                  <a:pos x="T6" y="T7"/>
                </a:cxn>
                <a:cxn ang="0">
                  <a:pos x="T8" y="T9"/>
                </a:cxn>
                <a:cxn ang="0">
                  <a:pos x="T10" y="T11"/>
                </a:cxn>
                <a:cxn ang="0">
                  <a:pos x="T12" y="T13"/>
                </a:cxn>
              </a:cxnLst>
              <a:rect l="0" t="0" r="r" b="b"/>
              <a:pathLst>
                <a:path w="20" h="32">
                  <a:moveTo>
                    <a:pt x="20" y="10"/>
                  </a:moveTo>
                  <a:cubicBezTo>
                    <a:pt x="20" y="5"/>
                    <a:pt x="15" y="0"/>
                    <a:pt x="10" y="0"/>
                  </a:cubicBezTo>
                  <a:cubicBezTo>
                    <a:pt x="4" y="0"/>
                    <a:pt x="0" y="5"/>
                    <a:pt x="0" y="10"/>
                  </a:cubicBezTo>
                  <a:cubicBezTo>
                    <a:pt x="0" y="22"/>
                    <a:pt x="0" y="22"/>
                    <a:pt x="0" y="22"/>
                  </a:cubicBezTo>
                  <a:cubicBezTo>
                    <a:pt x="0" y="28"/>
                    <a:pt x="4" y="32"/>
                    <a:pt x="10" y="32"/>
                  </a:cubicBezTo>
                  <a:cubicBezTo>
                    <a:pt x="15" y="32"/>
                    <a:pt x="20" y="28"/>
                    <a:pt x="20" y="22"/>
                  </a:cubicBezTo>
                  <a:lnTo>
                    <a:pt x="20" y="1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99" name="Freeform 390"/>
            <p:cNvSpPr>
              <a:spLocks/>
            </p:cNvSpPr>
            <p:nvPr/>
          </p:nvSpPr>
          <p:spPr bwMode="auto">
            <a:xfrm>
              <a:off x="7940676" y="3651250"/>
              <a:ext cx="23813" cy="39688"/>
            </a:xfrm>
            <a:custGeom>
              <a:avLst/>
              <a:gdLst>
                <a:gd name="T0" fmla="*/ 20 w 20"/>
                <a:gd name="T1" fmla="*/ 10 h 32"/>
                <a:gd name="T2" fmla="*/ 10 w 20"/>
                <a:gd name="T3" fmla="*/ 0 h 32"/>
                <a:gd name="T4" fmla="*/ 0 w 20"/>
                <a:gd name="T5" fmla="*/ 10 h 32"/>
                <a:gd name="T6" fmla="*/ 0 w 20"/>
                <a:gd name="T7" fmla="*/ 22 h 32"/>
                <a:gd name="T8" fmla="*/ 10 w 20"/>
                <a:gd name="T9" fmla="*/ 32 h 32"/>
                <a:gd name="T10" fmla="*/ 20 w 20"/>
                <a:gd name="T11" fmla="*/ 22 h 32"/>
                <a:gd name="T12" fmla="*/ 20 w 20"/>
                <a:gd name="T13" fmla="*/ 10 h 32"/>
              </a:gdLst>
              <a:ahLst/>
              <a:cxnLst>
                <a:cxn ang="0">
                  <a:pos x="T0" y="T1"/>
                </a:cxn>
                <a:cxn ang="0">
                  <a:pos x="T2" y="T3"/>
                </a:cxn>
                <a:cxn ang="0">
                  <a:pos x="T4" y="T5"/>
                </a:cxn>
                <a:cxn ang="0">
                  <a:pos x="T6" y="T7"/>
                </a:cxn>
                <a:cxn ang="0">
                  <a:pos x="T8" y="T9"/>
                </a:cxn>
                <a:cxn ang="0">
                  <a:pos x="T10" y="T11"/>
                </a:cxn>
                <a:cxn ang="0">
                  <a:pos x="T12" y="T13"/>
                </a:cxn>
              </a:cxnLst>
              <a:rect l="0" t="0" r="r" b="b"/>
              <a:pathLst>
                <a:path w="20" h="32">
                  <a:moveTo>
                    <a:pt x="20" y="10"/>
                  </a:moveTo>
                  <a:cubicBezTo>
                    <a:pt x="20" y="5"/>
                    <a:pt x="15" y="0"/>
                    <a:pt x="10" y="0"/>
                  </a:cubicBezTo>
                  <a:cubicBezTo>
                    <a:pt x="4" y="0"/>
                    <a:pt x="0" y="5"/>
                    <a:pt x="0" y="10"/>
                  </a:cubicBezTo>
                  <a:cubicBezTo>
                    <a:pt x="0" y="22"/>
                    <a:pt x="0" y="22"/>
                    <a:pt x="0" y="22"/>
                  </a:cubicBezTo>
                  <a:cubicBezTo>
                    <a:pt x="0" y="28"/>
                    <a:pt x="4" y="32"/>
                    <a:pt x="10" y="32"/>
                  </a:cubicBezTo>
                  <a:cubicBezTo>
                    <a:pt x="15" y="32"/>
                    <a:pt x="20" y="28"/>
                    <a:pt x="20" y="22"/>
                  </a:cubicBezTo>
                  <a:lnTo>
                    <a:pt x="20" y="1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00" name="Freeform 391"/>
            <p:cNvSpPr>
              <a:spLocks/>
            </p:cNvSpPr>
            <p:nvPr/>
          </p:nvSpPr>
          <p:spPr bwMode="auto">
            <a:xfrm>
              <a:off x="7923213" y="3975100"/>
              <a:ext cx="38100" cy="23813"/>
            </a:xfrm>
            <a:custGeom>
              <a:avLst/>
              <a:gdLst>
                <a:gd name="T0" fmla="*/ 22 w 32"/>
                <a:gd name="T1" fmla="*/ 0 h 20"/>
                <a:gd name="T2" fmla="*/ 10 w 32"/>
                <a:gd name="T3" fmla="*/ 0 h 20"/>
                <a:gd name="T4" fmla="*/ 0 w 32"/>
                <a:gd name="T5" fmla="*/ 10 h 20"/>
                <a:gd name="T6" fmla="*/ 10 w 32"/>
                <a:gd name="T7" fmla="*/ 20 h 20"/>
                <a:gd name="T8" fmla="*/ 22 w 32"/>
                <a:gd name="T9" fmla="*/ 20 h 20"/>
                <a:gd name="T10" fmla="*/ 32 w 32"/>
                <a:gd name="T11" fmla="*/ 10 h 20"/>
                <a:gd name="T12" fmla="*/ 22 w 32"/>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32" h="20">
                  <a:moveTo>
                    <a:pt x="22" y="0"/>
                  </a:moveTo>
                  <a:cubicBezTo>
                    <a:pt x="10" y="0"/>
                    <a:pt x="10" y="0"/>
                    <a:pt x="10" y="0"/>
                  </a:cubicBezTo>
                  <a:cubicBezTo>
                    <a:pt x="5" y="0"/>
                    <a:pt x="0" y="4"/>
                    <a:pt x="0" y="10"/>
                  </a:cubicBezTo>
                  <a:cubicBezTo>
                    <a:pt x="0" y="15"/>
                    <a:pt x="5" y="20"/>
                    <a:pt x="10" y="20"/>
                  </a:cubicBezTo>
                  <a:cubicBezTo>
                    <a:pt x="22" y="20"/>
                    <a:pt x="22" y="20"/>
                    <a:pt x="22" y="20"/>
                  </a:cubicBezTo>
                  <a:cubicBezTo>
                    <a:pt x="28" y="20"/>
                    <a:pt x="32" y="15"/>
                    <a:pt x="32" y="10"/>
                  </a:cubicBezTo>
                  <a:cubicBezTo>
                    <a:pt x="32" y="4"/>
                    <a:pt x="28" y="0"/>
                    <a:pt x="22"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01" name="Freeform 392"/>
            <p:cNvSpPr>
              <a:spLocks/>
            </p:cNvSpPr>
            <p:nvPr/>
          </p:nvSpPr>
          <p:spPr bwMode="auto">
            <a:xfrm>
              <a:off x="7940676" y="3814763"/>
              <a:ext cx="23813" cy="38100"/>
            </a:xfrm>
            <a:custGeom>
              <a:avLst/>
              <a:gdLst>
                <a:gd name="T0" fmla="*/ 20 w 20"/>
                <a:gd name="T1" fmla="*/ 10 h 32"/>
                <a:gd name="T2" fmla="*/ 10 w 20"/>
                <a:gd name="T3" fmla="*/ 0 h 32"/>
                <a:gd name="T4" fmla="*/ 0 w 20"/>
                <a:gd name="T5" fmla="*/ 10 h 32"/>
                <a:gd name="T6" fmla="*/ 0 w 20"/>
                <a:gd name="T7" fmla="*/ 22 h 32"/>
                <a:gd name="T8" fmla="*/ 10 w 20"/>
                <a:gd name="T9" fmla="*/ 32 h 32"/>
                <a:gd name="T10" fmla="*/ 20 w 20"/>
                <a:gd name="T11" fmla="*/ 22 h 32"/>
                <a:gd name="T12" fmla="*/ 20 w 20"/>
                <a:gd name="T13" fmla="*/ 10 h 32"/>
              </a:gdLst>
              <a:ahLst/>
              <a:cxnLst>
                <a:cxn ang="0">
                  <a:pos x="T0" y="T1"/>
                </a:cxn>
                <a:cxn ang="0">
                  <a:pos x="T2" y="T3"/>
                </a:cxn>
                <a:cxn ang="0">
                  <a:pos x="T4" y="T5"/>
                </a:cxn>
                <a:cxn ang="0">
                  <a:pos x="T6" y="T7"/>
                </a:cxn>
                <a:cxn ang="0">
                  <a:pos x="T8" y="T9"/>
                </a:cxn>
                <a:cxn ang="0">
                  <a:pos x="T10" y="T11"/>
                </a:cxn>
                <a:cxn ang="0">
                  <a:pos x="T12" y="T13"/>
                </a:cxn>
              </a:cxnLst>
              <a:rect l="0" t="0" r="r" b="b"/>
              <a:pathLst>
                <a:path w="20" h="32">
                  <a:moveTo>
                    <a:pt x="20" y="10"/>
                  </a:moveTo>
                  <a:cubicBezTo>
                    <a:pt x="20" y="5"/>
                    <a:pt x="15" y="0"/>
                    <a:pt x="10" y="0"/>
                  </a:cubicBezTo>
                  <a:cubicBezTo>
                    <a:pt x="4" y="0"/>
                    <a:pt x="0" y="5"/>
                    <a:pt x="0" y="10"/>
                  </a:cubicBezTo>
                  <a:cubicBezTo>
                    <a:pt x="0" y="22"/>
                    <a:pt x="0" y="22"/>
                    <a:pt x="0" y="22"/>
                  </a:cubicBezTo>
                  <a:cubicBezTo>
                    <a:pt x="0" y="28"/>
                    <a:pt x="4" y="32"/>
                    <a:pt x="10" y="32"/>
                  </a:cubicBezTo>
                  <a:cubicBezTo>
                    <a:pt x="15" y="32"/>
                    <a:pt x="20" y="28"/>
                    <a:pt x="20" y="22"/>
                  </a:cubicBezTo>
                  <a:lnTo>
                    <a:pt x="20" y="1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02" name="Freeform 393"/>
            <p:cNvSpPr>
              <a:spLocks/>
            </p:cNvSpPr>
            <p:nvPr/>
          </p:nvSpPr>
          <p:spPr bwMode="auto">
            <a:xfrm>
              <a:off x="7940676" y="3895725"/>
              <a:ext cx="23813" cy="38100"/>
            </a:xfrm>
            <a:custGeom>
              <a:avLst/>
              <a:gdLst>
                <a:gd name="T0" fmla="*/ 20 w 20"/>
                <a:gd name="T1" fmla="*/ 10 h 32"/>
                <a:gd name="T2" fmla="*/ 10 w 20"/>
                <a:gd name="T3" fmla="*/ 0 h 32"/>
                <a:gd name="T4" fmla="*/ 0 w 20"/>
                <a:gd name="T5" fmla="*/ 10 h 32"/>
                <a:gd name="T6" fmla="*/ 0 w 20"/>
                <a:gd name="T7" fmla="*/ 22 h 32"/>
                <a:gd name="T8" fmla="*/ 10 w 20"/>
                <a:gd name="T9" fmla="*/ 32 h 32"/>
                <a:gd name="T10" fmla="*/ 20 w 20"/>
                <a:gd name="T11" fmla="*/ 22 h 32"/>
                <a:gd name="T12" fmla="*/ 20 w 20"/>
                <a:gd name="T13" fmla="*/ 10 h 32"/>
              </a:gdLst>
              <a:ahLst/>
              <a:cxnLst>
                <a:cxn ang="0">
                  <a:pos x="T0" y="T1"/>
                </a:cxn>
                <a:cxn ang="0">
                  <a:pos x="T2" y="T3"/>
                </a:cxn>
                <a:cxn ang="0">
                  <a:pos x="T4" y="T5"/>
                </a:cxn>
                <a:cxn ang="0">
                  <a:pos x="T6" y="T7"/>
                </a:cxn>
                <a:cxn ang="0">
                  <a:pos x="T8" y="T9"/>
                </a:cxn>
                <a:cxn ang="0">
                  <a:pos x="T10" y="T11"/>
                </a:cxn>
                <a:cxn ang="0">
                  <a:pos x="T12" y="T13"/>
                </a:cxn>
              </a:cxnLst>
              <a:rect l="0" t="0" r="r" b="b"/>
              <a:pathLst>
                <a:path w="20" h="32">
                  <a:moveTo>
                    <a:pt x="20" y="10"/>
                  </a:moveTo>
                  <a:cubicBezTo>
                    <a:pt x="20" y="5"/>
                    <a:pt x="15" y="0"/>
                    <a:pt x="10" y="0"/>
                  </a:cubicBezTo>
                  <a:cubicBezTo>
                    <a:pt x="4" y="0"/>
                    <a:pt x="0" y="5"/>
                    <a:pt x="0" y="10"/>
                  </a:cubicBezTo>
                  <a:cubicBezTo>
                    <a:pt x="0" y="22"/>
                    <a:pt x="0" y="22"/>
                    <a:pt x="0" y="22"/>
                  </a:cubicBezTo>
                  <a:cubicBezTo>
                    <a:pt x="0" y="28"/>
                    <a:pt x="4" y="32"/>
                    <a:pt x="10" y="32"/>
                  </a:cubicBezTo>
                  <a:cubicBezTo>
                    <a:pt x="15" y="32"/>
                    <a:pt x="20" y="28"/>
                    <a:pt x="20" y="22"/>
                  </a:cubicBezTo>
                  <a:lnTo>
                    <a:pt x="20" y="1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03" name="Freeform 394"/>
            <p:cNvSpPr>
              <a:spLocks/>
            </p:cNvSpPr>
            <p:nvPr/>
          </p:nvSpPr>
          <p:spPr bwMode="auto">
            <a:xfrm>
              <a:off x="7678738" y="3975100"/>
              <a:ext cx="38100" cy="23813"/>
            </a:xfrm>
            <a:custGeom>
              <a:avLst/>
              <a:gdLst>
                <a:gd name="T0" fmla="*/ 10 w 32"/>
                <a:gd name="T1" fmla="*/ 0 h 20"/>
                <a:gd name="T2" fmla="*/ 0 w 32"/>
                <a:gd name="T3" fmla="*/ 10 h 20"/>
                <a:gd name="T4" fmla="*/ 10 w 32"/>
                <a:gd name="T5" fmla="*/ 20 h 20"/>
                <a:gd name="T6" fmla="*/ 22 w 32"/>
                <a:gd name="T7" fmla="*/ 20 h 20"/>
                <a:gd name="T8" fmla="*/ 32 w 32"/>
                <a:gd name="T9" fmla="*/ 10 h 20"/>
                <a:gd name="T10" fmla="*/ 22 w 32"/>
                <a:gd name="T11" fmla="*/ 0 h 20"/>
                <a:gd name="T12" fmla="*/ 10 w 32"/>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32" h="20">
                  <a:moveTo>
                    <a:pt x="10" y="0"/>
                  </a:moveTo>
                  <a:cubicBezTo>
                    <a:pt x="5" y="0"/>
                    <a:pt x="0" y="4"/>
                    <a:pt x="0" y="10"/>
                  </a:cubicBezTo>
                  <a:cubicBezTo>
                    <a:pt x="0" y="15"/>
                    <a:pt x="5" y="20"/>
                    <a:pt x="10" y="20"/>
                  </a:cubicBezTo>
                  <a:cubicBezTo>
                    <a:pt x="22" y="20"/>
                    <a:pt x="22" y="20"/>
                    <a:pt x="22" y="20"/>
                  </a:cubicBezTo>
                  <a:cubicBezTo>
                    <a:pt x="28" y="20"/>
                    <a:pt x="32" y="15"/>
                    <a:pt x="32" y="10"/>
                  </a:cubicBezTo>
                  <a:cubicBezTo>
                    <a:pt x="32" y="4"/>
                    <a:pt x="28" y="0"/>
                    <a:pt x="22" y="0"/>
                  </a:cubicBezTo>
                  <a:lnTo>
                    <a:pt x="10"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04" name="Freeform 395"/>
            <p:cNvSpPr>
              <a:spLocks/>
            </p:cNvSpPr>
            <p:nvPr/>
          </p:nvSpPr>
          <p:spPr bwMode="auto">
            <a:xfrm>
              <a:off x="7940676" y="3495675"/>
              <a:ext cx="23813" cy="31750"/>
            </a:xfrm>
            <a:custGeom>
              <a:avLst/>
              <a:gdLst>
                <a:gd name="T0" fmla="*/ 20 w 20"/>
                <a:gd name="T1" fmla="*/ 10 h 26"/>
                <a:gd name="T2" fmla="*/ 10 w 20"/>
                <a:gd name="T3" fmla="*/ 0 h 26"/>
                <a:gd name="T4" fmla="*/ 0 w 20"/>
                <a:gd name="T5" fmla="*/ 10 h 26"/>
                <a:gd name="T6" fmla="*/ 0 w 20"/>
                <a:gd name="T7" fmla="*/ 16 h 26"/>
                <a:gd name="T8" fmla="*/ 10 w 20"/>
                <a:gd name="T9" fmla="*/ 26 h 26"/>
                <a:gd name="T10" fmla="*/ 20 w 20"/>
                <a:gd name="T11" fmla="*/ 16 h 26"/>
                <a:gd name="T12" fmla="*/ 20 w 20"/>
                <a:gd name="T13" fmla="*/ 10 h 26"/>
              </a:gdLst>
              <a:ahLst/>
              <a:cxnLst>
                <a:cxn ang="0">
                  <a:pos x="T0" y="T1"/>
                </a:cxn>
                <a:cxn ang="0">
                  <a:pos x="T2" y="T3"/>
                </a:cxn>
                <a:cxn ang="0">
                  <a:pos x="T4" y="T5"/>
                </a:cxn>
                <a:cxn ang="0">
                  <a:pos x="T6" y="T7"/>
                </a:cxn>
                <a:cxn ang="0">
                  <a:pos x="T8" y="T9"/>
                </a:cxn>
                <a:cxn ang="0">
                  <a:pos x="T10" y="T11"/>
                </a:cxn>
                <a:cxn ang="0">
                  <a:pos x="T12" y="T13"/>
                </a:cxn>
              </a:cxnLst>
              <a:rect l="0" t="0" r="r" b="b"/>
              <a:pathLst>
                <a:path w="20" h="26">
                  <a:moveTo>
                    <a:pt x="20" y="10"/>
                  </a:moveTo>
                  <a:cubicBezTo>
                    <a:pt x="20" y="4"/>
                    <a:pt x="15" y="0"/>
                    <a:pt x="10" y="0"/>
                  </a:cubicBezTo>
                  <a:cubicBezTo>
                    <a:pt x="4" y="0"/>
                    <a:pt x="0" y="4"/>
                    <a:pt x="0" y="10"/>
                  </a:cubicBezTo>
                  <a:cubicBezTo>
                    <a:pt x="0" y="16"/>
                    <a:pt x="0" y="16"/>
                    <a:pt x="0" y="16"/>
                  </a:cubicBezTo>
                  <a:cubicBezTo>
                    <a:pt x="0" y="22"/>
                    <a:pt x="4" y="26"/>
                    <a:pt x="10" y="26"/>
                  </a:cubicBezTo>
                  <a:cubicBezTo>
                    <a:pt x="15" y="26"/>
                    <a:pt x="20" y="22"/>
                    <a:pt x="20" y="16"/>
                  </a:cubicBezTo>
                  <a:lnTo>
                    <a:pt x="20" y="1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05" name="Freeform 396"/>
            <p:cNvSpPr>
              <a:spLocks/>
            </p:cNvSpPr>
            <p:nvPr/>
          </p:nvSpPr>
          <p:spPr bwMode="auto">
            <a:xfrm>
              <a:off x="7759701" y="3975100"/>
              <a:ext cx="38100" cy="23813"/>
            </a:xfrm>
            <a:custGeom>
              <a:avLst/>
              <a:gdLst>
                <a:gd name="T0" fmla="*/ 10 w 32"/>
                <a:gd name="T1" fmla="*/ 0 h 20"/>
                <a:gd name="T2" fmla="*/ 0 w 32"/>
                <a:gd name="T3" fmla="*/ 10 h 20"/>
                <a:gd name="T4" fmla="*/ 10 w 32"/>
                <a:gd name="T5" fmla="*/ 20 h 20"/>
                <a:gd name="T6" fmla="*/ 22 w 32"/>
                <a:gd name="T7" fmla="*/ 20 h 20"/>
                <a:gd name="T8" fmla="*/ 32 w 32"/>
                <a:gd name="T9" fmla="*/ 10 h 20"/>
                <a:gd name="T10" fmla="*/ 22 w 32"/>
                <a:gd name="T11" fmla="*/ 0 h 20"/>
                <a:gd name="T12" fmla="*/ 10 w 32"/>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32" h="20">
                  <a:moveTo>
                    <a:pt x="10" y="0"/>
                  </a:moveTo>
                  <a:cubicBezTo>
                    <a:pt x="5" y="0"/>
                    <a:pt x="0" y="4"/>
                    <a:pt x="0" y="10"/>
                  </a:cubicBezTo>
                  <a:cubicBezTo>
                    <a:pt x="0" y="15"/>
                    <a:pt x="5" y="20"/>
                    <a:pt x="10" y="20"/>
                  </a:cubicBezTo>
                  <a:cubicBezTo>
                    <a:pt x="22" y="20"/>
                    <a:pt x="22" y="20"/>
                    <a:pt x="22" y="20"/>
                  </a:cubicBezTo>
                  <a:cubicBezTo>
                    <a:pt x="28" y="20"/>
                    <a:pt x="32" y="15"/>
                    <a:pt x="32" y="10"/>
                  </a:cubicBezTo>
                  <a:cubicBezTo>
                    <a:pt x="32" y="4"/>
                    <a:pt x="28" y="0"/>
                    <a:pt x="22" y="0"/>
                  </a:cubicBezTo>
                  <a:lnTo>
                    <a:pt x="10"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06" name="Freeform 397"/>
            <p:cNvSpPr>
              <a:spLocks/>
            </p:cNvSpPr>
            <p:nvPr/>
          </p:nvSpPr>
          <p:spPr bwMode="auto">
            <a:xfrm>
              <a:off x="7940676" y="3570288"/>
              <a:ext cx="23813" cy="38100"/>
            </a:xfrm>
            <a:custGeom>
              <a:avLst/>
              <a:gdLst>
                <a:gd name="T0" fmla="*/ 20 w 20"/>
                <a:gd name="T1" fmla="*/ 10 h 32"/>
                <a:gd name="T2" fmla="*/ 10 w 20"/>
                <a:gd name="T3" fmla="*/ 0 h 32"/>
                <a:gd name="T4" fmla="*/ 0 w 20"/>
                <a:gd name="T5" fmla="*/ 10 h 32"/>
                <a:gd name="T6" fmla="*/ 0 w 20"/>
                <a:gd name="T7" fmla="*/ 22 h 32"/>
                <a:gd name="T8" fmla="*/ 10 w 20"/>
                <a:gd name="T9" fmla="*/ 32 h 32"/>
                <a:gd name="T10" fmla="*/ 20 w 20"/>
                <a:gd name="T11" fmla="*/ 22 h 32"/>
                <a:gd name="T12" fmla="*/ 20 w 20"/>
                <a:gd name="T13" fmla="*/ 10 h 32"/>
              </a:gdLst>
              <a:ahLst/>
              <a:cxnLst>
                <a:cxn ang="0">
                  <a:pos x="T0" y="T1"/>
                </a:cxn>
                <a:cxn ang="0">
                  <a:pos x="T2" y="T3"/>
                </a:cxn>
                <a:cxn ang="0">
                  <a:pos x="T4" y="T5"/>
                </a:cxn>
                <a:cxn ang="0">
                  <a:pos x="T6" y="T7"/>
                </a:cxn>
                <a:cxn ang="0">
                  <a:pos x="T8" y="T9"/>
                </a:cxn>
                <a:cxn ang="0">
                  <a:pos x="T10" y="T11"/>
                </a:cxn>
                <a:cxn ang="0">
                  <a:pos x="T12" y="T13"/>
                </a:cxn>
              </a:cxnLst>
              <a:rect l="0" t="0" r="r" b="b"/>
              <a:pathLst>
                <a:path w="20" h="32">
                  <a:moveTo>
                    <a:pt x="20" y="10"/>
                  </a:moveTo>
                  <a:cubicBezTo>
                    <a:pt x="20" y="5"/>
                    <a:pt x="15" y="0"/>
                    <a:pt x="10" y="0"/>
                  </a:cubicBezTo>
                  <a:cubicBezTo>
                    <a:pt x="4" y="0"/>
                    <a:pt x="0" y="5"/>
                    <a:pt x="0" y="10"/>
                  </a:cubicBezTo>
                  <a:cubicBezTo>
                    <a:pt x="0" y="22"/>
                    <a:pt x="0" y="22"/>
                    <a:pt x="0" y="22"/>
                  </a:cubicBezTo>
                  <a:cubicBezTo>
                    <a:pt x="0" y="28"/>
                    <a:pt x="4" y="32"/>
                    <a:pt x="10" y="32"/>
                  </a:cubicBezTo>
                  <a:cubicBezTo>
                    <a:pt x="15" y="32"/>
                    <a:pt x="20" y="28"/>
                    <a:pt x="20" y="22"/>
                  </a:cubicBezTo>
                  <a:lnTo>
                    <a:pt x="20" y="1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07" name="Freeform 398"/>
            <p:cNvSpPr>
              <a:spLocks/>
            </p:cNvSpPr>
            <p:nvPr/>
          </p:nvSpPr>
          <p:spPr bwMode="auto">
            <a:xfrm>
              <a:off x="7840663" y="3975100"/>
              <a:ext cx="38100" cy="23813"/>
            </a:xfrm>
            <a:custGeom>
              <a:avLst/>
              <a:gdLst>
                <a:gd name="T0" fmla="*/ 10 w 32"/>
                <a:gd name="T1" fmla="*/ 0 h 20"/>
                <a:gd name="T2" fmla="*/ 0 w 32"/>
                <a:gd name="T3" fmla="*/ 10 h 20"/>
                <a:gd name="T4" fmla="*/ 10 w 32"/>
                <a:gd name="T5" fmla="*/ 20 h 20"/>
                <a:gd name="T6" fmla="*/ 22 w 32"/>
                <a:gd name="T7" fmla="*/ 20 h 20"/>
                <a:gd name="T8" fmla="*/ 32 w 32"/>
                <a:gd name="T9" fmla="*/ 10 h 20"/>
                <a:gd name="T10" fmla="*/ 22 w 32"/>
                <a:gd name="T11" fmla="*/ 0 h 20"/>
                <a:gd name="T12" fmla="*/ 10 w 32"/>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32" h="20">
                  <a:moveTo>
                    <a:pt x="10" y="0"/>
                  </a:moveTo>
                  <a:cubicBezTo>
                    <a:pt x="5" y="0"/>
                    <a:pt x="0" y="4"/>
                    <a:pt x="0" y="10"/>
                  </a:cubicBezTo>
                  <a:cubicBezTo>
                    <a:pt x="0" y="15"/>
                    <a:pt x="5" y="20"/>
                    <a:pt x="10" y="20"/>
                  </a:cubicBezTo>
                  <a:cubicBezTo>
                    <a:pt x="22" y="20"/>
                    <a:pt x="22" y="20"/>
                    <a:pt x="22" y="20"/>
                  </a:cubicBezTo>
                  <a:cubicBezTo>
                    <a:pt x="28" y="20"/>
                    <a:pt x="32" y="15"/>
                    <a:pt x="32" y="10"/>
                  </a:cubicBezTo>
                  <a:cubicBezTo>
                    <a:pt x="32" y="4"/>
                    <a:pt x="28" y="0"/>
                    <a:pt x="22" y="0"/>
                  </a:cubicBezTo>
                  <a:lnTo>
                    <a:pt x="10"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08" name="Freeform 399"/>
            <p:cNvSpPr>
              <a:spLocks/>
            </p:cNvSpPr>
            <p:nvPr/>
          </p:nvSpPr>
          <p:spPr bwMode="auto">
            <a:xfrm>
              <a:off x="8472488" y="4084638"/>
              <a:ext cx="500063" cy="895350"/>
            </a:xfrm>
            <a:custGeom>
              <a:avLst/>
              <a:gdLst>
                <a:gd name="T0" fmla="*/ 403 w 417"/>
                <a:gd name="T1" fmla="*/ 63 h 748"/>
                <a:gd name="T2" fmla="*/ 365 w 417"/>
                <a:gd name="T3" fmla="*/ 16 h 748"/>
                <a:gd name="T4" fmla="*/ 323 w 417"/>
                <a:gd name="T5" fmla="*/ 2 h 748"/>
                <a:gd name="T6" fmla="*/ 319 w 417"/>
                <a:gd name="T7" fmla="*/ 2 h 748"/>
                <a:gd name="T8" fmla="*/ 170 w 417"/>
                <a:gd name="T9" fmla="*/ 2 h 748"/>
                <a:gd name="T10" fmla="*/ 167 w 417"/>
                <a:gd name="T11" fmla="*/ 2 h 748"/>
                <a:gd name="T12" fmla="*/ 132 w 417"/>
                <a:gd name="T13" fmla="*/ 24 h 748"/>
                <a:gd name="T14" fmla="*/ 132 w 417"/>
                <a:gd name="T15" fmla="*/ 24 h 748"/>
                <a:gd name="T16" fmla="*/ 132 w 417"/>
                <a:gd name="T17" fmla="*/ 26 h 748"/>
                <a:gd name="T18" fmla="*/ 130 w 417"/>
                <a:gd name="T19" fmla="*/ 31 h 748"/>
                <a:gd name="T20" fmla="*/ 123 w 417"/>
                <a:gd name="T21" fmla="*/ 48 h 748"/>
                <a:gd name="T22" fmla="*/ 100 w 417"/>
                <a:gd name="T23" fmla="*/ 91 h 748"/>
                <a:gd name="T24" fmla="*/ 84 w 417"/>
                <a:gd name="T25" fmla="*/ 106 h 748"/>
                <a:gd name="T26" fmla="*/ 82 w 417"/>
                <a:gd name="T27" fmla="*/ 107 h 748"/>
                <a:gd name="T28" fmla="*/ 77 w 417"/>
                <a:gd name="T29" fmla="*/ 105 h 748"/>
                <a:gd name="T30" fmla="*/ 62 w 417"/>
                <a:gd name="T31" fmla="*/ 88 h 748"/>
                <a:gd name="T32" fmla="*/ 17 w 417"/>
                <a:gd name="T33" fmla="*/ 81 h 748"/>
                <a:gd name="T34" fmla="*/ 10 w 417"/>
                <a:gd name="T35" fmla="*/ 125 h 748"/>
                <a:gd name="T36" fmla="*/ 42 w 417"/>
                <a:gd name="T37" fmla="*/ 158 h 748"/>
                <a:gd name="T38" fmla="*/ 81 w 417"/>
                <a:gd name="T39" fmla="*/ 171 h 748"/>
                <a:gd name="T40" fmla="*/ 82 w 417"/>
                <a:gd name="T41" fmla="*/ 171 h 748"/>
                <a:gd name="T42" fmla="*/ 114 w 417"/>
                <a:gd name="T43" fmla="*/ 162 h 748"/>
                <a:gd name="T44" fmla="*/ 137 w 417"/>
                <a:gd name="T45" fmla="*/ 145 h 748"/>
                <a:gd name="T46" fmla="*/ 139 w 417"/>
                <a:gd name="T47" fmla="*/ 143 h 748"/>
                <a:gd name="T48" fmla="*/ 139 w 417"/>
                <a:gd name="T49" fmla="*/ 699 h 748"/>
                <a:gd name="T50" fmla="*/ 188 w 417"/>
                <a:gd name="T51" fmla="*/ 748 h 748"/>
                <a:gd name="T52" fmla="*/ 238 w 417"/>
                <a:gd name="T53" fmla="*/ 699 h 748"/>
                <a:gd name="T54" fmla="*/ 238 w 417"/>
                <a:gd name="T55" fmla="*/ 337 h 748"/>
                <a:gd name="T56" fmla="*/ 256 w 417"/>
                <a:gd name="T57" fmla="*/ 337 h 748"/>
                <a:gd name="T58" fmla="*/ 256 w 417"/>
                <a:gd name="T59" fmla="*/ 699 h 748"/>
                <a:gd name="T60" fmla="*/ 306 w 417"/>
                <a:gd name="T61" fmla="*/ 748 h 748"/>
                <a:gd name="T62" fmla="*/ 355 w 417"/>
                <a:gd name="T63" fmla="*/ 699 h 748"/>
                <a:gd name="T64" fmla="*/ 355 w 417"/>
                <a:gd name="T65" fmla="*/ 165 h 748"/>
                <a:gd name="T66" fmla="*/ 363 w 417"/>
                <a:gd name="T67" fmla="*/ 174 h 748"/>
                <a:gd name="T68" fmla="*/ 363 w 417"/>
                <a:gd name="T69" fmla="*/ 210 h 748"/>
                <a:gd name="T70" fmla="*/ 376 w 417"/>
                <a:gd name="T71" fmla="*/ 204 h 748"/>
                <a:gd name="T72" fmla="*/ 412 w 417"/>
                <a:gd name="T73" fmla="*/ 158 h 748"/>
                <a:gd name="T74" fmla="*/ 412 w 417"/>
                <a:gd name="T75" fmla="*/ 158 h 748"/>
                <a:gd name="T76" fmla="*/ 417 w 417"/>
                <a:gd name="T77" fmla="*/ 134 h 748"/>
                <a:gd name="T78" fmla="*/ 417 w 417"/>
                <a:gd name="T79" fmla="*/ 124 h 748"/>
                <a:gd name="T80" fmla="*/ 403 w 417"/>
                <a:gd name="T81" fmla="*/ 63 h 7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17" h="748">
                  <a:moveTo>
                    <a:pt x="403" y="63"/>
                  </a:moveTo>
                  <a:cubicBezTo>
                    <a:pt x="394" y="44"/>
                    <a:pt x="381" y="28"/>
                    <a:pt x="365" y="16"/>
                  </a:cubicBezTo>
                  <a:cubicBezTo>
                    <a:pt x="353" y="8"/>
                    <a:pt x="340" y="2"/>
                    <a:pt x="323" y="2"/>
                  </a:cubicBezTo>
                  <a:cubicBezTo>
                    <a:pt x="322" y="2"/>
                    <a:pt x="321" y="2"/>
                    <a:pt x="319" y="2"/>
                  </a:cubicBezTo>
                  <a:cubicBezTo>
                    <a:pt x="170" y="2"/>
                    <a:pt x="170" y="2"/>
                    <a:pt x="170" y="2"/>
                  </a:cubicBezTo>
                  <a:cubicBezTo>
                    <a:pt x="169" y="2"/>
                    <a:pt x="168" y="2"/>
                    <a:pt x="167" y="2"/>
                  </a:cubicBezTo>
                  <a:cubicBezTo>
                    <a:pt x="152" y="0"/>
                    <a:pt x="137" y="9"/>
                    <a:pt x="132" y="24"/>
                  </a:cubicBezTo>
                  <a:cubicBezTo>
                    <a:pt x="132" y="24"/>
                    <a:pt x="132" y="24"/>
                    <a:pt x="132" y="24"/>
                  </a:cubicBezTo>
                  <a:cubicBezTo>
                    <a:pt x="132" y="25"/>
                    <a:pt x="132" y="25"/>
                    <a:pt x="132" y="26"/>
                  </a:cubicBezTo>
                  <a:cubicBezTo>
                    <a:pt x="131" y="27"/>
                    <a:pt x="131" y="28"/>
                    <a:pt x="130" y="31"/>
                  </a:cubicBezTo>
                  <a:cubicBezTo>
                    <a:pt x="128" y="35"/>
                    <a:pt x="126" y="41"/>
                    <a:pt x="123" y="48"/>
                  </a:cubicBezTo>
                  <a:cubicBezTo>
                    <a:pt x="117" y="61"/>
                    <a:pt x="109" y="79"/>
                    <a:pt x="100" y="91"/>
                  </a:cubicBezTo>
                  <a:cubicBezTo>
                    <a:pt x="94" y="99"/>
                    <a:pt x="87" y="104"/>
                    <a:pt x="84" y="106"/>
                  </a:cubicBezTo>
                  <a:cubicBezTo>
                    <a:pt x="82" y="107"/>
                    <a:pt x="82" y="107"/>
                    <a:pt x="82" y="107"/>
                  </a:cubicBezTo>
                  <a:cubicBezTo>
                    <a:pt x="81" y="106"/>
                    <a:pt x="81" y="107"/>
                    <a:pt x="77" y="105"/>
                  </a:cubicBezTo>
                  <a:cubicBezTo>
                    <a:pt x="74" y="102"/>
                    <a:pt x="69" y="97"/>
                    <a:pt x="62" y="88"/>
                  </a:cubicBezTo>
                  <a:cubicBezTo>
                    <a:pt x="52" y="74"/>
                    <a:pt x="32" y="71"/>
                    <a:pt x="17" y="81"/>
                  </a:cubicBezTo>
                  <a:cubicBezTo>
                    <a:pt x="3" y="91"/>
                    <a:pt x="0" y="111"/>
                    <a:pt x="10" y="125"/>
                  </a:cubicBezTo>
                  <a:cubicBezTo>
                    <a:pt x="20" y="139"/>
                    <a:pt x="30" y="150"/>
                    <a:pt x="42" y="158"/>
                  </a:cubicBezTo>
                  <a:cubicBezTo>
                    <a:pt x="54" y="166"/>
                    <a:pt x="68" y="171"/>
                    <a:pt x="81" y="171"/>
                  </a:cubicBezTo>
                  <a:cubicBezTo>
                    <a:pt x="81" y="171"/>
                    <a:pt x="81" y="171"/>
                    <a:pt x="82" y="171"/>
                  </a:cubicBezTo>
                  <a:cubicBezTo>
                    <a:pt x="93" y="171"/>
                    <a:pt x="105" y="167"/>
                    <a:pt x="114" y="162"/>
                  </a:cubicBezTo>
                  <a:cubicBezTo>
                    <a:pt x="123" y="158"/>
                    <a:pt x="131" y="151"/>
                    <a:pt x="137" y="145"/>
                  </a:cubicBezTo>
                  <a:cubicBezTo>
                    <a:pt x="138" y="144"/>
                    <a:pt x="138" y="144"/>
                    <a:pt x="139" y="143"/>
                  </a:cubicBezTo>
                  <a:cubicBezTo>
                    <a:pt x="139" y="699"/>
                    <a:pt x="139" y="699"/>
                    <a:pt x="139" y="699"/>
                  </a:cubicBezTo>
                  <a:cubicBezTo>
                    <a:pt x="139" y="726"/>
                    <a:pt x="161" y="748"/>
                    <a:pt x="188" y="748"/>
                  </a:cubicBezTo>
                  <a:cubicBezTo>
                    <a:pt x="216" y="748"/>
                    <a:pt x="238" y="726"/>
                    <a:pt x="238" y="699"/>
                  </a:cubicBezTo>
                  <a:cubicBezTo>
                    <a:pt x="238" y="337"/>
                    <a:pt x="238" y="337"/>
                    <a:pt x="238" y="337"/>
                  </a:cubicBezTo>
                  <a:cubicBezTo>
                    <a:pt x="256" y="337"/>
                    <a:pt x="256" y="337"/>
                    <a:pt x="256" y="337"/>
                  </a:cubicBezTo>
                  <a:cubicBezTo>
                    <a:pt x="256" y="699"/>
                    <a:pt x="256" y="699"/>
                    <a:pt x="256" y="699"/>
                  </a:cubicBezTo>
                  <a:cubicBezTo>
                    <a:pt x="256" y="726"/>
                    <a:pt x="279" y="748"/>
                    <a:pt x="306" y="748"/>
                  </a:cubicBezTo>
                  <a:cubicBezTo>
                    <a:pt x="333" y="748"/>
                    <a:pt x="355" y="726"/>
                    <a:pt x="355" y="699"/>
                  </a:cubicBezTo>
                  <a:cubicBezTo>
                    <a:pt x="355" y="165"/>
                    <a:pt x="355" y="165"/>
                    <a:pt x="355" y="165"/>
                  </a:cubicBezTo>
                  <a:cubicBezTo>
                    <a:pt x="357" y="169"/>
                    <a:pt x="360" y="171"/>
                    <a:pt x="363" y="174"/>
                  </a:cubicBezTo>
                  <a:cubicBezTo>
                    <a:pt x="363" y="210"/>
                    <a:pt x="363" y="210"/>
                    <a:pt x="363" y="210"/>
                  </a:cubicBezTo>
                  <a:cubicBezTo>
                    <a:pt x="368" y="208"/>
                    <a:pt x="372" y="206"/>
                    <a:pt x="376" y="204"/>
                  </a:cubicBezTo>
                  <a:cubicBezTo>
                    <a:pt x="394" y="193"/>
                    <a:pt x="406" y="176"/>
                    <a:pt x="412" y="158"/>
                  </a:cubicBezTo>
                  <a:cubicBezTo>
                    <a:pt x="412" y="158"/>
                    <a:pt x="412" y="158"/>
                    <a:pt x="412" y="158"/>
                  </a:cubicBezTo>
                  <a:cubicBezTo>
                    <a:pt x="415" y="150"/>
                    <a:pt x="416" y="142"/>
                    <a:pt x="417" y="134"/>
                  </a:cubicBezTo>
                  <a:cubicBezTo>
                    <a:pt x="417" y="131"/>
                    <a:pt x="417" y="128"/>
                    <a:pt x="417" y="124"/>
                  </a:cubicBezTo>
                  <a:cubicBezTo>
                    <a:pt x="417" y="102"/>
                    <a:pt x="412" y="82"/>
                    <a:pt x="403" y="6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09" name="Freeform 400"/>
            <p:cNvSpPr>
              <a:spLocks/>
            </p:cNvSpPr>
            <p:nvPr/>
          </p:nvSpPr>
          <p:spPr bwMode="auto">
            <a:xfrm>
              <a:off x="8264526" y="3954463"/>
              <a:ext cx="23813" cy="38100"/>
            </a:xfrm>
            <a:custGeom>
              <a:avLst/>
              <a:gdLst>
                <a:gd name="T0" fmla="*/ 10 w 20"/>
                <a:gd name="T1" fmla="*/ 0 h 32"/>
                <a:gd name="T2" fmla="*/ 0 w 20"/>
                <a:gd name="T3" fmla="*/ 10 h 32"/>
                <a:gd name="T4" fmla="*/ 0 w 20"/>
                <a:gd name="T5" fmla="*/ 22 h 32"/>
                <a:gd name="T6" fmla="*/ 10 w 20"/>
                <a:gd name="T7" fmla="*/ 32 h 32"/>
                <a:gd name="T8" fmla="*/ 20 w 20"/>
                <a:gd name="T9" fmla="*/ 22 h 32"/>
                <a:gd name="T10" fmla="*/ 20 w 20"/>
                <a:gd name="T11" fmla="*/ 10 h 32"/>
                <a:gd name="T12" fmla="*/ 10 w 20"/>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20" h="32">
                  <a:moveTo>
                    <a:pt x="10" y="0"/>
                  </a:moveTo>
                  <a:cubicBezTo>
                    <a:pt x="5" y="0"/>
                    <a:pt x="0" y="4"/>
                    <a:pt x="0" y="10"/>
                  </a:cubicBezTo>
                  <a:cubicBezTo>
                    <a:pt x="0" y="22"/>
                    <a:pt x="0" y="22"/>
                    <a:pt x="0" y="22"/>
                  </a:cubicBezTo>
                  <a:cubicBezTo>
                    <a:pt x="0" y="27"/>
                    <a:pt x="5" y="32"/>
                    <a:pt x="10" y="32"/>
                  </a:cubicBezTo>
                  <a:cubicBezTo>
                    <a:pt x="16" y="32"/>
                    <a:pt x="20" y="27"/>
                    <a:pt x="20" y="22"/>
                  </a:cubicBezTo>
                  <a:cubicBezTo>
                    <a:pt x="20" y="10"/>
                    <a:pt x="20" y="10"/>
                    <a:pt x="20" y="10"/>
                  </a:cubicBezTo>
                  <a:cubicBezTo>
                    <a:pt x="20" y="4"/>
                    <a:pt x="16" y="0"/>
                    <a:pt x="10"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10" name="Freeform 401"/>
            <p:cNvSpPr>
              <a:spLocks/>
            </p:cNvSpPr>
            <p:nvPr/>
          </p:nvSpPr>
          <p:spPr bwMode="auto">
            <a:xfrm>
              <a:off x="8264526" y="3873500"/>
              <a:ext cx="23813" cy="38100"/>
            </a:xfrm>
            <a:custGeom>
              <a:avLst/>
              <a:gdLst>
                <a:gd name="T0" fmla="*/ 10 w 20"/>
                <a:gd name="T1" fmla="*/ 0 h 32"/>
                <a:gd name="T2" fmla="*/ 0 w 20"/>
                <a:gd name="T3" fmla="*/ 10 h 32"/>
                <a:gd name="T4" fmla="*/ 0 w 20"/>
                <a:gd name="T5" fmla="*/ 22 h 32"/>
                <a:gd name="T6" fmla="*/ 10 w 20"/>
                <a:gd name="T7" fmla="*/ 32 h 32"/>
                <a:gd name="T8" fmla="*/ 20 w 20"/>
                <a:gd name="T9" fmla="*/ 22 h 32"/>
                <a:gd name="T10" fmla="*/ 20 w 20"/>
                <a:gd name="T11" fmla="*/ 10 h 32"/>
                <a:gd name="T12" fmla="*/ 10 w 20"/>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20" h="32">
                  <a:moveTo>
                    <a:pt x="10" y="0"/>
                  </a:moveTo>
                  <a:cubicBezTo>
                    <a:pt x="5" y="0"/>
                    <a:pt x="0" y="4"/>
                    <a:pt x="0" y="10"/>
                  </a:cubicBezTo>
                  <a:cubicBezTo>
                    <a:pt x="0" y="22"/>
                    <a:pt x="0" y="22"/>
                    <a:pt x="0" y="22"/>
                  </a:cubicBezTo>
                  <a:cubicBezTo>
                    <a:pt x="0" y="27"/>
                    <a:pt x="5" y="32"/>
                    <a:pt x="10" y="32"/>
                  </a:cubicBezTo>
                  <a:cubicBezTo>
                    <a:pt x="16" y="32"/>
                    <a:pt x="20" y="27"/>
                    <a:pt x="20" y="22"/>
                  </a:cubicBezTo>
                  <a:cubicBezTo>
                    <a:pt x="20" y="10"/>
                    <a:pt x="20" y="10"/>
                    <a:pt x="20" y="10"/>
                  </a:cubicBezTo>
                  <a:cubicBezTo>
                    <a:pt x="20" y="4"/>
                    <a:pt x="16" y="0"/>
                    <a:pt x="10"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11" name="Freeform 402"/>
            <p:cNvSpPr>
              <a:spLocks/>
            </p:cNvSpPr>
            <p:nvPr/>
          </p:nvSpPr>
          <p:spPr bwMode="auto">
            <a:xfrm>
              <a:off x="8264526" y="4117975"/>
              <a:ext cx="23813" cy="38100"/>
            </a:xfrm>
            <a:custGeom>
              <a:avLst/>
              <a:gdLst>
                <a:gd name="T0" fmla="*/ 10 w 20"/>
                <a:gd name="T1" fmla="*/ 0 h 32"/>
                <a:gd name="T2" fmla="*/ 0 w 20"/>
                <a:gd name="T3" fmla="*/ 10 h 32"/>
                <a:gd name="T4" fmla="*/ 0 w 20"/>
                <a:gd name="T5" fmla="*/ 22 h 32"/>
                <a:gd name="T6" fmla="*/ 10 w 20"/>
                <a:gd name="T7" fmla="*/ 32 h 32"/>
                <a:gd name="T8" fmla="*/ 20 w 20"/>
                <a:gd name="T9" fmla="*/ 22 h 32"/>
                <a:gd name="T10" fmla="*/ 20 w 20"/>
                <a:gd name="T11" fmla="*/ 10 h 32"/>
                <a:gd name="T12" fmla="*/ 10 w 20"/>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20" h="32">
                  <a:moveTo>
                    <a:pt x="10" y="0"/>
                  </a:moveTo>
                  <a:cubicBezTo>
                    <a:pt x="5" y="0"/>
                    <a:pt x="0" y="4"/>
                    <a:pt x="0" y="10"/>
                  </a:cubicBezTo>
                  <a:cubicBezTo>
                    <a:pt x="0" y="22"/>
                    <a:pt x="0" y="22"/>
                    <a:pt x="0" y="22"/>
                  </a:cubicBezTo>
                  <a:cubicBezTo>
                    <a:pt x="0" y="27"/>
                    <a:pt x="5" y="32"/>
                    <a:pt x="10" y="32"/>
                  </a:cubicBezTo>
                  <a:cubicBezTo>
                    <a:pt x="16" y="32"/>
                    <a:pt x="20" y="27"/>
                    <a:pt x="20" y="22"/>
                  </a:cubicBezTo>
                  <a:cubicBezTo>
                    <a:pt x="20" y="10"/>
                    <a:pt x="20" y="10"/>
                    <a:pt x="20" y="10"/>
                  </a:cubicBezTo>
                  <a:cubicBezTo>
                    <a:pt x="20" y="4"/>
                    <a:pt x="16" y="0"/>
                    <a:pt x="10"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12" name="Freeform 403"/>
            <p:cNvSpPr>
              <a:spLocks/>
            </p:cNvSpPr>
            <p:nvPr/>
          </p:nvSpPr>
          <p:spPr bwMode="auto">
            <a:xfrm>
              <a:off x="8264526" y="3792538"/>
              <a:ext cx="23813" cy="38100"/>
            </a:xfrm>
            <a:custGeom>
              <a:avLst/>
              <a:gdLst>
                <a:gd name="T0" fmla="*/ 10 w 20"/>
                <a:gd name="T1" fmla="*/ 0 h 32"/>
                <a:gd name="T2" fmla="*/ 0 w 20"/>
                <a:gd name="T3" fmla="*/ 10 h 32"/>
                <a:gd name="T4" fmla="*/ 0 w 20"/>
                <a:gd name="T5" fmla="*/ 22 h 32"/>
                <a:gd name="T6" fmla="*/ 10 w 20"/>
                <a:gd name="T7" fmla="*/ 32 h 32"/>
                <a:gd name="T8" fmla="*/ 20 w 20"/>
                <a:gd name="T9" fmla="*/ 22 h 32"/>
                <a:gd name="T10" fmla="*/ 20 w 20"/>
                <a:gd name="T11" fmla="*/ 10 h 32"/>
                <a:gd name="T12" fmla="*/ 10 w 20"/>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20" h="32">
                  <a:moveTo>
                    <a:pt x="10" y="0"/>
                  </a:moveTo>
                  <a:cubicBezTo>
                    <a:pt x="5" y="0"/>
                    <a:pt x="0" y="4"/>
                    <a:pt x="0" y="10"/>
                  </a:cubicBezTo>
                  <a:cubicBezTo>
                    <a:pt x="0" y="22"/>
                    <a:pt x="0" y="22"/>
                    <a:pt x="0" y="22"/>
                  </a:cubicBezTo>
                  <a:cubicBezTo>
                    <a:pt x="0" y="27"/>
                    <a:pt x="5" y="32"/>
                    <a:pt x="10" y="32"/>
                  </a:cubicBezTo>
                  <a:cubicBezTo>
                    <a:pt x="16" y="32"/>
                    <a:pt x="20" y="27"/>
                    <a:pt x="20" y="22"/>
                  </a:cubicBezTo>
                  <a:cubicBezTo>
                    <a:pt x="20" y="10"/>
                    <a:pt x="20" y="10"/>
                    <a:pt x="20" y="10"/>
                  </a:cubicBezTo>
                  <a:cubicBezTo>
                    <a:pt x="20" y="4"/>
                    <a:pt x="16" y="0"/>
                    <a:pt x="10"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13" name="Freeform 404"/>
            <p:cNvSpPr>
              <a:spLocks/>
            </p:cNvSpPr>
            <p:nvPr/>
          </p:nvSpPr>
          <p:spPr bwMode="auto">
            <a:xfrm>
              <a:off x="8264526" y="4037013"/>
              <a:ext cx="23813" cy="38100"/>
            </a:xfrm>
            <a:custGeom>
              <a:avLst/>
              <a:gdLst>
                <a:gd name="T0" fmla="*/ 10 w 20"/>
                <a:gd name="T1" fmla="*/ 0 h 32"/>
                <a:gd name="T2" fmla="*/ 0 w 20"/>
                <a:gd name="T3" fmla="*/ 10 h 32"/>
                <a:gd name="T4" fmla="*/ 0 w 20"/>
                <a:gd name="T5" fmla="*/ 22 h 32"/>
                <a:gd name="T6" fmla="*/ 10 w 20"/>
                <a:gd name="T7" fmla="*/ 32 h 32"/>
                <a:gd name="T8" fmla="*/ 20 w 20"/>
                <a:gd name="T9" fmla="*/ 22 h 32"/>
                <a:gd name="T10" fmla="*/ 20 w 20"/>
                <a:gd name="T11" fmla="*/ 10 h 32"/>
                <a:gd name="T12" fmla="*/ 10 w 20"/>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20" h="32">
                  <a:moveTo>
                    <a:pt x="10" y="0"/>
                  </a:moveTo>
                  <a:cubicBezTo>
                    <a:pt x="5" y="0"/>
                    <a:pt x="0" y="4"/>
                    <a:pt x="0" y="10"/>
                  </a:cubicBezTo>
                  <a:cubicBezTo>
                    <a:pt x="0" y="22"/>
                    <a:pt x="0" y="22"/>
                    <a:pt x="0" y="22"/>
                  </a:cubicBezTo>
                  <a:cubicBezTo>
                    <a:pt x="0" y="27"/>
                    <a:pt x="5" y="32"/>
                    <a:pt x="10" y="32"/>
                  </a:cubicBezTo>
                  <a:cubicBezTo>
                    <a:pt x="16" y="32"/>
                    <a:pt x="20" y="27"/>
                    <a:pt x="20" y="22"/>
                  </a:cubicBezTo>
                  <a:cubicBezTo>
                    <a:pt x="20" y="10"/>
                    <a:pt x="20" y="10"/>
                    <a:pt x="20" y="10"/>
                  </a:cubicBezTo>
                  <a:cubicBezTo>
                    <a:pt x="20" y="4"/>
                    <a:pt x="16" y="0"/>
                    <a:pt x="10"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14" name="Freeform 405"/>
            <p:cNvSpPr>
              <a:spLocks/>
            </p:cNvSpPr>
            <p:nvPr/>
          </p:nvSpPr>
          <p:spPr bwMode="auto">
            <a:xfrm>
              <a:off x="8393113" y="4151313"/>
              <a:ext cx="38100" cy="23813"/>
            </a:xfrm>
            <a:custGeom>
              <a:avLst/>
              <a:gdLst>
                <a:gd name="T0" fmla="*/ 22 w 32"/>
                <a:gd name="T1" fmla="*/ 0 h 20"/>
                <a:gd name="T2" fmla="*/ 10 w 32"/>
                <a:gd name="T3" fmla="*/ 0 h 20"/>
                <a:gd name="T4" fmla="*/ 0 w 32"/>
                <a:gd name="T5" fmla="*/ 10 h 20"/>
                <a:gd name="T6" fmla="*/ 10 w 32"/>
                <a:gd name="T7" fmla="*/ 20 h 20"/>
                <a:gd name="T8" fmla="*/ 22 w 32"/>
                <a:gd name="T9" fmla="*/ 20 h 20"/>
                <a:gd name="T10" fmla="*/ 32 w 32"/>
                <a:gd name="T11" fmla="*/ 10 h 20"/>
                <a:gd name="T12" fmla="*/ 22 w 32"/>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32" h="20">
                  <a:moveTo>
                    <a:pt x="22" y="0"/>
                  </a:moveTo>
                  <a:cubicBezTo>
                    <a:pt x="10" y="0"/>
                    <a:pt x="10" y="0"/>
                    <a:pt x="10" y="0"/>
                  </a:cubicBezTo>
                  <a:cubicBezTo>
                    <a:pt x="5" y="0"/>
                    <a:pt x="0" y="4"/>
                    <a:pt x="0" y="10"/>
                  </a:cubicBezTo>
                  <a:cubicBezTo>
                    <a:pt x="0" y="15"/>
                    <a:pt x="5" y="20"/>
                    <a:pt x="10" y="20"/>
                  </a:cubicBezTo>
                  <a:cubicBezTo>
                    <a:pt x="22" y="20"/>
                    <a:pt x="22" y="20"/>
                    <a:pt x="22" y="20"/>
                  </a:cubicBezTo>
                  <a:cubicBezTo>
                    <a:pt x="28" y="20"/>
                    <a:pt x="32" y="15"/>
                    <a:pt x="32" y="10"/>
                  </a:cubicBezTo>
                  <a:cubicBezTo>
                    <a:pt x="32" y="4"/>
                    <a:pt x="28" y="0"/>
                    <a:pt x="22"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15" name="Freeform 406"/>
            <p:cNvSpPr>
              <a:spLocks/>
            </p:cNvSpPr>
            <p:nvPr/>
          </p:nvSpPr>
          <p:spPr bwMode="auto">
            <a:xfrm>
              <a:off x="8264526" y="3560763"/>
              <a:ext cx="23813" cy="25400"/>
            </a:xfrm>
            <a:custGeom>
              <a:avLst/>
              <a:gdLst>
                <a:gd name="T0" fmla="*/ 10 w 20"/>
                <a:gd name="T1" fmla="*/ 0 h 21"/>
                <a:gd name="T2" fmla="*/ 0 w 20"/>
                <a:gd name="T3" fmla="*/ 10 h 21"/>
                <a:gd name="T4" fmla="*/ 0 w 20"/>
                <a:gd name="T5" fmla="*/ 11 h 21"/>
                <a:gd name="T6" fmla="*/ 10 w 20"/>
                <a:gd name="T7" fmla="*/ 21 h 21"/>
                <a:gd name="T8" fmla="*/ 20 w 20"/>
                <a:gd name="T9" fmla="*/ 11 h 21"/>
                <a:gd name="T10" fmla="*/ 20 w 20"/>
                <a:gd name="T11" fmla="*/ 10 h 21"/>
                <a:gd name="T12" fmla="*/ 10 w 20"/>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0" h="21">
                  <a:moveTo>
                    <a:pt x="10" y="0"/>
                  </a:moveTo>
                  <a:cubicBezTo>
                    <a:pt x="5" y="0"/>
                    <a:pt x="0" y="4"/>
                    <a:pt x="0" y="10"/>
                  </a:cubicBezTo>
                  <a:cubicBezTo>
                    <a:pt x="0" y="11"/>
                    <a:pt x="0" y="11"/>
                    <a:pt x="0" y="11"/>
                  </a:cubicBezTo>
                  <a:cubicBezTo>
                    <a:pt x="0" y="16"/>
                    <a:pt x="5" y="21"/>
                    <a:pt x="10" y="21"/>
                  </a:cubicBezTo>
                  <a:cubicBezTo>
                    <a:pt x="16" y="21"/>
                    <a:pt x="20" y="16"/>
                    <a:pt x="20" y="11"/>
                  </a:cubicBezTo>
                  <a:cubicBezTo>
                    <a:pt x="20" y="10"/>
                    <a:pt x="20" y="10"/>
                    <a:pt x="20" y="10"/>
                  </a:cubicBezTo>
                  <a:cubicBezTo>
                    <a:pt x="20" y="4"/>
                    <a:pt x="16" y="0"/>
                    <a:pt x="10"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16" name="Freeform 407"/>
            <p:cNvSpPr>
              <a:spLocks/>
            </p:cNvSpPr>
            <p:nvPr/>
          </p:nvSpPr>
          <p:spPr bwMode="auto">
            <a:xfrm>
              <a:off x="8264526" y="3709988"/>
              <a:ext cx="23813" cy="39688"/>
            </a:xfrm>
            <a:custGeom>
              <a:avLst/>
              <a:gdLst>
                <a:gd name="T0" fmla="*/ 10 w 20"/>
                <a:gd name="T1" fmla="*/ 0 h 32"/>
                <a:gd name="T2" fmla="*/ 0 w 20"/>
                <a:gd name="T3" fmla="*/ 10 h 32"/>
                <a:gd name="T4" fmla="*/ 0 w 20"/>
                <a:gd name="T5" fmla="*/ 22 h 32"/>
                <a:gd name="T6" fmla="*/ 10 w 20"/>
                <a:gd name="T7" fmla="*/ 32 h 32"/>
                <a:gd name="T8" fmla="*/ 20 w 20"/>
                <a:gd name="T9" fmla="*/ 22 h 32"/>
                <a:gd name="T10" fmla="*/ 20 w 20"/>
                <a:gd name="T11" fmla="*/ 10 h 32"/>
                <a:gd name="T12" fmla="*/ 10 w 20"/>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20" h="32">
                  <a:moveTo>
                    <a:pt x="10" y="0"/>
                  </a:moveTo>
                  <a:cubicBezTo>
                    <a:pt x="5" y="0"/>
                    <a:pt x="0" y="4"/>
                    <a:pt x="0" y="10"/>
                  </a:cubicBezTo>
                  <a:cubicBezTo>
                    <a:pt x="0" y="22"/>
                    <a:pt x="0" y="22"/>
                    <a:pt x="0" y="22"/>
                  </a:cubicBezTo>
                  <a:cubicBezTo>
                    <a:pt x="0" y="27"/>
                    <a:pt x="5" y="32"/>
                    <a:pt x="10" y="32"/>
                  </a:cubicBezTo>
                  <a:cubicBezTo>
                    <a:pt x="16" y="32"/>
                    <a:pt x="20" y="27"/>
                    <a:pt x="20" y="22"/>
                  </a:cubicBezTo>
                  <a:cubicBezTo>
                    <a:pt x="20" y="10"/>
                    <a:pt x="20" y="10"/>
                    <a:pt x="20" y="10"/>
                  </a:cubicBezTo>
                  <a:cubicBezTo>
                    <a:pt x="20" y="4"/>
                    <a:pt x="16" y="0"/>
                    <a:pt x="10"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17" name="Freeform 408"/>
            <p:cNvSpPr>
              <a:spLocks/>
            </p:cNvSpPr>
            <p:nvPr/>
          </p:nvSpPr>
          <p:spPr bwMode="auto">
            <a:xfrm>
              <a:off x="8312151" y="4151313"/>
              <a:ext cx="38100" cy="23813"/>
            </a:xfrm>
            <a:custGeom>
              <a:avLst/>
              <a:gdLst>
                <a:gd name="T0" fmla="*/ 22 w 32"/>
                <a:gd name="T1" fmla="*/ 0 h 20"/>
                <a:gd name="T2" fmla="*/ 10 w 32"/>
                <a:gd name="T3" fmla="*/ 0 h 20"/>
                <a:gd name="T4" fmla="*/ 0 w 32"/>
                <a:gd name="T5" fmla="*/ 10 h 20"/>
                <a:gd name="T6" fmla="*/ 10 w 32"/>
                <a:gd name="T7" fmla="*/ 20 h 20"/>
                <a:gd name="T8" fmla="*/ 22 w 32"/>
                <a:gd name="T9" fmla="*/ 20 h 20"/>
                <a:gd name="T10" fmla="*/ 32 w 32"/>
                <a:gd name="T11" fmla="*/ 10 h 20"/>
                <a:gd name="T12" fmla="*/ 22 w 32"/>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32" h="20">
                  <a:moveTo>
                    <a:pt x="22" y="0"/>
                  </a:moveTo>
                  <a:cubicBezTo>
                    <a:pt x="10" y="0"/>
                    <a:pt x="10" y="0"/>
                    <a:pt x="10" y="0"/>
                  </a:cubicBezTo>
                  <a:cubicBezTo>
                    <a:pt x="5" y="0"/>
                    <a:pt x="0" y="4"/>
                    <a:pt x="0" y="10"/>
                  </a:cubicBezTo>
                  <a:cubicBezTo>
                    <a:pt x="0" y="15"/>
                    <a:pt x="5" y="20"/>
                    <a:pt x="10" y="20"/>
                  </a:cubicBezTo>
                  <a:cubicBezTo>
                    <a:pt x="22" y="20"/>
                    <a:pt x="22" y="20"/>
                    <a:pt x="22" y="20"/>
                  </a:cubicBezTo>
                  <a:cubicBezTo>
                    <a:pt x="28" y="20"/>
                    <a:pt x="32" y="15"/>
                    <a:pt x="32" y="10"/>
                  </a:cubicBezTo>
                  <a:cubicBezTo>
                    <a:pt x="32" y="4"/>
                    <a:pt x="28" y="0"/>
                    <a:pt x="22"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18" name="Freeform 409"/>
            <p:cNvSpPr>
              <a:spLocks/>
            </p:cNvSpPr>
            <p:nvPr/>
          </p:nvSpPr>
          <p:spPr bwMode="auto">
            <a:xfrm>
              <a:off x="8264526" y="3629025"/>
              <a:ext cx="23813" cy="38100"/>
            </a:xfrm>
            <a:custGeom>
              <a:avLst/>
              <a:gdLst>
                <a:gd name="T0" fmla="*/ 10 w 20"/>
                <a:gd name="T1" fmla="*/ 0 h 32"/>
                <a:gd name="T2" fmla="*/ 0 w 20"/>
                <a:gd name="T3" fmla="*/ 10 h 32"/>
                <a:gd name="T4" fmla="*/ 0 w 20"/>
                <a:gd name="T5" fmla="*/ 22 h 32"/>
                <a:gd name="T6" fmla="*/ 10 w 20"/>
                <a:gd name="T7" fmla="*/ 32 h 32"/>
                <a:gd name="T8" fmla="*/ 20 w 20"/>
                <a:gd name="T9" fmla="*/ 22 h 32"/>
                <a:gd name="T10" fmla="*/ 20 w 20"/>
                <a:gd name="T11" fmla="*/ 10 h 32"/>
                <a:gd name="T12" fmla="*/ 10 w 20"/>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20" h="32">
                  <a:moveTo>
                    <a:pt x="10" y="0"/>
                  </a:moveTo>
                  <a:cubicBezTo>
                    <a:pt x="5" y="0"/>
                    <a:pt x="0" y="4"/>
                    <a:pt x="0" y="10"/>
                  </a:cubicBezTo>
                  <a:cubicBezTo>
                    <a:pt x="0" y="22"/>
                    <a:pt x="0" y="22"/>
                    <a:pt x="0" y="22"/>
                  </a:cubicBezTo>
                  <a:cubicBezTo>
                    <a:pt x="0" y="27"/>
                    <a:pt x="5" y="32"/>
                    <a:pt x="10" y="32"/>
                  </a:cubicBezTo>
                  <a:cubicBezTo>
                    <a:pt x="16" y="32"/>
                    <a:pt x="20" y="27"/>
                    <a:pt x="20" y="22"/>
                  </a:cubicBezTo>
                  <a:cubicBezTo>
                    <a:pt x="20" y="10"/>
                    <a:pt x="20" y="10"/>
                    <a:pt x="20" y="10"/>
                  </a:cubicBezTo>
                  <a:cubicBezTo>
                    <a:pt x="20" y="4"/>
                    <a:pt x="16" y="0"/>
                    <a:pt x="10"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19" name="Freeform 410"/>
            <p:cNvSpPr>
              <a:spLocks/>
            </p:cNvSpPr>
            <p:nvPr/>
          </p:nvSpPr>
          <p:spPr bwMode="auto">
            <a:xfrm>
              <a:off x="9220201" y="3890963"/>
              <a:ext cx="23813" cy="38100"/>
            </a:xfrm>
            <a:custGeom>
              <a:avLst/>
              <a:gdLst>
                <a:gd name="T0" fmla="*/ 0 w 20"/>
                <a:gd name="T1" fmla="*/ 22 h 32"/>
                <a:gd name="T2" fmla="*/ 10 w 20"/>
                <a:gd name="T3" fmla="*/ 32 h 32"/>
                <a:gd name="T4" fmla="*/ 20 w 20"/>
                <a:gd name="T5" fmla="*/ 22 h 32"/>
                <a:gd name="T6" fmla="*/ 20 w 20"/>
                <a:gd name="T7" fmla="*/ 10 h 32"/>
                <a:gd name="T8" fmla="*/ 10 w 20"/>
                <a:gd name="T9" fmla="*/ 0 h 32"/>
                <a:gd name="T10" fmla="*/ 0 w 20"/>
                <a:gd name="T11" fmla="*/ 10 h 32"/>
                <a:gd name="T12" fmla="*/ 0 w 20"/>
                <a:gd name="T13" fmla="*/ 22 h 32"/>
              </a:gdLst>
              <a:ahLst/>
              <a:cxnLst>
                <a:cxn ang="0">
                  <a:pos x="T0" y="T1"/>
                </a:cxn>
                <a:cxn ang="0">
                  <a:pos x="T2" y="T3"/>
                </a:cxn>
                <a:cxn ang="0">
                  <a:pos x="T4" y="T5"/>
                </a:cxn>
                <a:cxn ang="0">
                  <a:pos x="T6" y="T7"/>
                </a:cxn>
                <a:cxn ang="0">
                  <a:pos x="T8" y="T9"/>
                </a:cxn>
                <a:cxn ang="0">
                  <a:pos x="T10" y="T11"/>
                </a:cxn>
                <a:cxn ang="0">
                  <a:pos x="T12" y="T13"/>
                </a:cxn>
              </a:cxnLst>
              <a:rect l="0" t="0" r="r" b="b"/>
              <a:pathLst>
                <a:path w="20" h="32">
                  <a:moveTo>
                    <a:pt x="0" y="22"/>
                  </a:moveTo>
                  <a:cubicBezTo>
                    <a:pt x="0" y="27"/>
                    <a:pt x="5" y="32"/>
                    <a:pt x="10" y="32"/>
                  </a:cubicBezTo>
                  <a:cubicBezTo>
                    <a:pt x="16" y="32"/>
                    <a:pt x="20" y="27"/>
                    <a:pt x="20" y="22"/>
                  </a:cubicBezTo>
                  <a:cubicBezTo>
                    <a:pt x="20" y="10"/>
                    <a:pt x="20" y="10"/>
                    <a:pt x="20" y="10"/>
                  </a:cubicBezTo>
                  <a:cubicBezTo>
                    <a:pt x="20" y="4"/>
                    <a:pt x="16" y="0"/>
                    <a:pt x="10" y="0"/>
                  </a:cubicBezTo>
                  <a:cubicBezTo>
                    <a:pt x="5" y="0"/>
                    <a:pt x="0" y="4"/>
                    <a:pt x="0" y="10"/>
                  </a:cubicBezTo>
                  <a:lnTo>
                    <a:pt x="0" y="22"/>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20" name="Freeform 411"/>
            <p:cNvSpPr>
              <a:spLocks/>
            </p:cNvSpPr>
            <p:nvPr/>
          </p:nvSpPr>
          <p:spPr bwMode="auto">
            <a:xfrm>
              <a:off x="9220201" y="3810000"/>
              <a:ext cx="23813" cy="38100"/>
            </a:xfrm>
            <a:custGeom>
              <a:avLst/>
              <a:gdLst>
                <a:gd name="T0" fmla="*/ 0 w 20"/>
                <a:gd name="T1" fmla="*/ 22 h 32"/>
                <a:gd name="T2" fmla="*/ 10 w 20"/>
                <a:gd name="T3" fmla="*/ 32 h 32"/>
                <a:gd name="T4" fmla="*/ 20 w 20"/>
                <a:gd name="T5" fmla="*/ 22 h 32"/>
                <a:gd name="T6" fmla="*/ 20 w 20"/>
                <a:gd name="T7" fmla="*/ 10 h 32"/>
                <a:gd name="T8" fmla="*/ 10 w 20"/>
                <a:gd name="T9" fmla="*/ 0 h 32"/>
                <a:gd name="T10" fmla="*/ 0 w 20"/>
                <a:gd name="T11" fmla="*/ 10 h 32"/>
                <a:gd name="T12" fmla="*/ 0 w 20"/>
                <a:gd name="T13" fmla="*/ 22 h 32"/>
              </a:gdLst>
              <a:ahLst/>
              <a:cxnLst>
                <a:cxn ang="0">
                  <a:pos x="T0" y="T1"/>
                </a:cxn>
                <a:cxn ang="0">
                  <a:pos x="T2" y="T3"/>
                </a:cxn>
                <a:cxn ang="0">
                  <a:pos x="T4" y="T5"/>
                </a:cxn>
                <a:cxn ang="0">
                  <a:pos x="T6" y="T7"/>
                </a:cxn>
                <a:cxn ang="0">
                  <a:pos x="T8" y="T9"/>
                </a:cxn>
                <a:cxn ang="0">
                  <a:pos x="T10" y="T11"/>
                </a:cxn>
                <a:cxn ang="0">
                  <a:pos x="T12" y="T13"/>
                </a:cxn>
              </a:cxnLst>
              <a:rect l="0" t="0" r="r" b="b"/>
              <a:pathLst>
                <a:path w="20" h="32">
                  <a:moveTo>
                    <a:pt x="0" y="22"/>
                  </a:moveTo>
                  <a:cubicBezTo>
                    <a:pt x="0" y="27"/>
                    <a:pt x="5" y="32"/>
                    <a:pt x="10" y="32"/>
                  </a:cubicBezTo>
                  <a:cubicBezTo>
                    <a:pt x="16" y="32"/>
                    <a:pt x="20" y="27"/>
                    <a:pt x="20" y="22"/>
                  </a:cubicBezTo>
                  <a:cubicBezTo>
                    <a:pt x="20" y="10"/>
                    <a:pt x="20" y="10"/>
                    <a:pt x="20" y="10"/>
                  </a:cubicBezTo>
                  <a:cubicBezTo>
                    <a:pt x="20" y="4"/>
                    <a:pt x="16" y="0"/>
                    <a:pt x="10" y="0"/>
                  </a:cubicBezTo>
                  <a:cubicBezTo>
                    <a:pt x="5" y="0"/>
                    <a:pt x="0" y="4"/>
                    <a:pt x="0" y="10"/>
                  </a:cubicBezTo>
                  <a:lnTo>
                    <a:pt x="0" y="22"/>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21" name="Freeform 412"/>
            <p:cNvSpPr>
              <a:spLocks/>
            </p:cNvSpPr>
            <p:nvPr/>
          </p:nvSpPr>
          <p:spPr bwMode="auto">
            <a:xfrm>
              <a:off x="9220201" y="3973513"/>
              <a:ext cx="23813" cy="38100"/>
            </a:xfrm>
            <a:custGeom>
              <a:avLst/>
              <a:gdLst>
                <a:gd name="T0" fmla="*/ 0 w 20"/>
                <a:gd name="T1" fmla="*/ 22 h 32"/>
                <a:gd name="T2" fmla="*/ 10 w 20"/>
                <a:gd name="T3" fmla="*/ 32 h 32"/>
                <a:gd name="T4" fmla="*/ 20 w 20"/>
                <a:gd name="T5" fmla="*/ 22 h 32"/>
                <a:gd name="T6" fmla="*/ 20 w 20"/>
                <a:gd name="T7" fmla="*/ 10 h 32"/>
                <a:gd name="T8" fmla="*/ 10 w 20"/>
                <a:gd name="T9" fmla="*/ 0 h 32"/>
                <a:gd name="T10" fmla="*/ 0 w 20"/>
                <a:gd name="T11" fmla="*/ 10 h 32"/>
                <a:gd name="T12" fmla="*/ 0 w 20"/>
                <a:gd name="T13" fmla="*/ 22 h 32"/>
              </a:gdLst>
              <a:ahLst/>
              <a:cxnLst>
                <a:cxn ang="0">
                  <a:pos x="T0" y="T1"/>
                </a:cxn>
                <a:cxn ang="0">
                  <a:pos x="T2" y="T3"/>
                </a:cxn>
                <a:cxn ang="0">
                  <a:pos x="T4" y="T5"/>
                </a:cxn>
                <a:cxn ang="0">
                  <a:pos x="T6" y="T7"/>
                </a:cxn>
                <a:cxn ang="0">
                  <a:pos x="T8" y="T9"/>
                </a:cxn>
                <a:cxn ang="0">
                  <a:pos x="T10" y="T11"/>
                </a:cxn>
                <a:cxn ang="0">
                  <a:pos x="T12" y="T13"/>
                </a:cxn>
              </a:cxnLst>
              <a:rect l="0" t="0" r="r" b="b"/>
              <a:pathLst>
                <a:path w="20" h="32">
                  <a:moveTo>
                    <a:pt x="0" y="22"/>
                  </a:moveTo>
                  <a:cubicBezTo>
                    <a:pt x="0" y="27"/>
                    <a:pt x="5" y="32"/>
                    <a:pt x="10" y="32"/>
                  </a:cubicBezTo>
                  <a:cubicBezTo>
                    <a:pt x="16" y="32"/>
                    <a:pt x="20" y="27"/>
                    <a:pt x="20" y="22"/>
                  </a:cubicBezTo>
                  <a:cubicBezTo>
                    <a:pt x="20" y="10"/>
                    <a:pt x="20" y="10"/>
                    <a:pt x="20" y="10"/>
                  </a:cubicBezTo>
                  <a:cubicBezTo>
                    <a:pt x="20" y="4"/>
                    <a:pt x="16" y="0"/>
                    <a:pt x="10" y="0"/>
                  </a:cubicBezTo>
                  <a:cubicBezTo>
                    <a:pt x="5" y="0"/>
                    <a:pt x="0" y="4"/>
                    <a:pt x="0" y="10"/>
                  </a:cubicBezTo>
                  <a:lnTo>
                    <a:pt x="0" y="22"/>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22" name="Freeform 413"/>
            <p:cNvSpPr>
              <a:spLocks/>
            </p:cNvSpPr>
            <p:nvPr/>
          </p:nvSpPr>
          <p:spPr bwMode="auto">
            <a:xfrm>
              <a:off x="9086851" y="3292475"/>
              <a:ext cx="38100" cy="23813"/>
            </a:xfrm>
            <a:custGeom>
              <a:avLst/>
              <a:gdLst>
                <a:gd name="T0" fmla="*/ 10 w 32"/>
                <a:gd name="T1" fmla="*/ 0 h 20"/>
                <a:gd name="T2" fmla="*/ 0 w 32"/>
                <a:gd name="T3" fmla="*/ 10 h 20"/>
                <a:gd name="T4" fmla="*/ 10 w 32"/>
                <a:gd name="T5" fmla="*/ 20 h 20"/>
                <a:gd name="T6" fmla="*/ 22 w 32"/>
                <a:gd name="T7" fmla="*/ 20 h 20"/>
                <a:gd name="T8" fmla="*/ 32 w 32"/>
                <a:gd name="T9" fmla="*/ 10 h 20"/>
                <a:gd name="T10" fmla="*/ 22 w 32"/>
                <a:gd name="T11" fmla="*/ 0 h 20"/>
                <a:gd name="T12" fmla="*/ 10 w 32"/>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32" h="20">
                  <a:moveTo>
                    <a:pt x="10" y="0"/>
                  </a:moveTo>
                  <a:cubicBezTo>
                    <a:pt x="5" y="0"/>
                    <a:pt x="0" y="4"/>
                    <a:pt x="0" y="10"/>
                  </a:cubicBezTo>
                  <a:cubicBezTo>
                    <a:pt x="0" y="15"/>
                    <a:pt x="5" y="20"/>
                    <a:pt x="10" y="20"/>
                  </a:cubicBezTo>
                  <a:cubicBezTo>
                    <a:pt x="22" y="20"/>
                    <a:pt x="22" y="20"/>
                    <a:pt x="22" y="20"/>
                  </a:cubicBezTo>
                  <a:cubicBezTo>
                    <a:pt x="28" y="20"/>
                    <a:pt x="32" y="15"/>
                    <a:pt x="32" y="10"/>
                  </a:cubicBezTo>
                  <a:cubicBezTo>
                    <a:pt x="32" y="4"/>
                    <a:pt x="28" y="0"/>
                    <a:pt x="22" y="0"/>
                  </a:cubicBezTo>
                  <a:lnTo>
                    <a:pt x="10"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23" name="Freeform 414"/>
            <p:cNvSpPr>
              <a:spLocks/>
            </p:cNvSpPr>
            <p:nvPr/>
          </p:nvSpPr>
          <p:spPr bwMode="auto">
            <a:xfrm>
              <a:off x="9004301" y="3292475"/>
              <a:ext cx="38100" cy="23813"/>
            </a:xfrm>
            <a:custGeom>
              <a:avLst/>
              <a:gdLst>
                <a:gd name="T0" fmla="*/ 10 w 32"/>
                <a:gd name="T1" fmla="*/ 0 h 20"/>
                <a:gd name="T2" fmla="*/ 0 w 32"/>
                <a:gd name="T3" fmla="*/ 10 h 20"/>
                <a:gd name="T4" fmla="*/ 10 w 32"/>
                <a:gd name="T5" fmla="*/ 20 h 20"/>
                <a:gd name="T6" fmla="*/ 22 w 32"/>
                <a:gd name="T7" fmla="*/ 20 h 20"/>
                <a:gd name="T8" fmla="*/ 32 w 32"/>
                <a:gd name="T9" fmla="*/ 10 h 20"/>
                <a:gd name="T10" fmla="*/ 22 w 32"/>
                <a:gd name="T11" fmla="*/ 0 h 20"/>
                <a:gd name="T12" fmla="*/ 10 w 32"/>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32" h="20">
                  <a:moveTo>
                    <a:pt x="10" y="0"/>
                  </a:moveTo>
                  <a:cubicBezTo>
                    <a:pt x="5" y="0"/>
                    <a:pt x="0" y="4"/>
                    <a:pt x="0" y="10"/>
                  </a:cubicBezTo>
                  <a:cubicBezTo>
                    <a:pt x="0" y="15"/>
                    <a:pt x="5" y="20"/>
                    <a:pt x="10" y="20"/>
                  </a:cubicBezTo>
                  <a:cubicBezTo>
                    <a:pt x="22" y="20"/>
                    <a:pt x="22" y="20"/>
                    <a:pt x="22" y="20"/>
                  </a:cubicBezTo>
                  <a:cubicBezTo>
                    <a:pt x="28" y="20"/>
                    <a:pt x="32" y="15"/>
                    <a:pt x="32" y="10"/>
                  </a:cubicBezTo>
                  <a:cubicBezTo>
                    <a:pt x="32" y="4"/>
                    <a:pt x="28" y="0"/>
                    <a:pt x="22" y="0"/>
                  </a:cubicBezTo>
                  <a:lnTo>
                    <a:pt x="10"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24" name="Freeform 415"/>
            <p:cNvSpPr>
              <a:spLocks/>
            </p:cNvSpPr>
            <p:nvPr/>
          </p:nvSpPr>
          <p:spPr bwMode="auto">
            <a:xfrm>
              <a:off x="8923338" y="3292475"/>
              <a:ext cx="38100" cy="23813"/>
            </a:xfrm>
            <a:custGeom>
              <a:avLst/>
              <a:gdLst>
                <a:gd name="T0" fmla="*/ 10 w 32"/>
                <a:gd name="T1" fmla="*/ 0 h 20"/>
                <a:gd name="T2" fmla="*/ 0 w 32"/>
                <a:gd name="T3" fmla="*/ 10 h 20"/>
                <a:gd name="T4" fmla="*/ 10 w 32"/>
                <a:gd name="T5" fmla="*/ 20 h 20"/>
                <a:gd name="T6" fmla="*/ 22 w 32"/>
                <a:gd name="T7" fmla="*/ 20 h 20"/>
                <a:gd name="T8" fmla="*/ 32 w 32"/>
                <a:gd name="T9" fmla="*/ 10 h 20"/>
                <a:gd name="T10" fmla="*/ 22 w 32"/>
                <a:gd name="T11" fmla="*/ 0 h 20"/>
                <a:gd name="T12" fmla="*/ 10 w 32"/>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32" h="20">
                  <a:moveTo>
                    <a:pt x="10" y="0"/>
                  </a:moveTo>
                  <a:cubicBezTo>
                    <a:pt x="5" y="0"/>
                    <a:pt x="0" y="4"/>
                    <a:pt x="0" y="10"/>
                  </a:cubicBezTo>
                  <a:cubicBezTo>
                    <a:pt x="0" y="15"/>
                    <a:pt x="5" y="20"/>
                    <a:pt x="10" y="20"/>
                  </a:cubicBezTo>
                  <a:cubicBezTo>
                    <a:pt x="22" y="20"/>
                    <a:pt x="22" y="20"/>
                    <a:pt x="22" y="20"/>
                  </a:cubicBezTo>
                  <a:cubicBezTo>
                    <a:pt x="28" y="20"/>
                    <a:pt x="32" y="15"/>
                    <a:pt x="32" y="10"/>
                  </a:cubicBezTo>
                  <a:cubicBezTo>
                    <a:pt x="32" y="4"/>
                    <a:pt x="28" y="0"/>
                    <a:pt x="22" y="0"/>
                  </a:cubicBezTo>
                  <a:lnTo>
                    <a:pt x="10"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25" name="Freeform 416"/>
            <p:cNvSpPr>
              <a:spLocks/>
            </p:cNvSpPr>
            <p:nvPr/>
          </p:nvSpPr>
          <p:spPr bwMode="auto">
            <a:xfrm>
              <a:off x="9220201" y="4054475"/>
              <a:ext cx="23813" cy="38100"/>
            </a:xfrm>
            <a:custGeom>
              <a:avLst/>
              <a:gdLst>
                <a:gd name="T0" fmla="*/ 0 w 20"/>
                <a:gd name="T1" fmla="*/ 22 h 32"/>
                <a:gd name="T2" fmla="*/ 10 w 20"/>
                <a:gd name="T3" fmla="*/ 32 h 32"/>
                <a:gd name="T4" fmla="*/ 20 w 20"/>
                <a:gd name="T5" fmla="*/ 22 h 32"/>
                <a:gd name="T6" fmla="*/ 20 w 20"/>
                <a:gd name="T7" fmla="*/ 10 h 32"/>
                <a:gd name="T8" fmla="*/ 10 w 20"/>
                <a:gd name="T9" fmla="*/ 0 h 32"/>
                <a:gd name="T10" fmla="*/ 0 w 20"/>
                <a:gd name="T11" fmla="*/ 10 h 32"/>
                <a:gd name="T12" fmla="*/ 0 w 20"/>
                <a:gd name="T13" fmla="*/ 22 h 32"/>
              </a:gdLst>
              <a:ahLst/>
              <a:cxnLst>
                <a:cxn ang="0">
                  <a:pos x="T0" y="T1"/>
                </a:cxn>
                <a:cxn ang="0">
                  <a:pos x="T2" y="T3"/>
                </a:cxn>
                <a:cxn ang="0">
                  <a:pos x="T4" y="T5"/>
                </a:cxn>
                <a:cxn ang="0">
                  <a:pos x="T6" y="T7"/>
                </a:cxn>
                <a:cxn ang="0">
                  <a:pos x="T8" y="T9"/>
                </a:cxn>
                <a:cxn ang="0">
                  <a:pos x="T10" y="T11"/>
                </a:cxn>
                <a:cxn ang="0">
                  <a:pos x="T12" y="T13"/>
                </a:cxn>
              </a:cxnLst>
              <a:rect l="0" t="0" r="r" b="b"/>
              <a:pathLst>
                <a:path w="20" h="32">
                  <a:moveTo>
                    <a:pt x="0" y="22"/>
                  </a:moveTo>
                  <a:cubicBezTo>
                    <a:pt x="0" y="27"/>
                    <a:pt x="5" y="32"/>
                    <a:pt x="10" y="32"/>
                  </a:cubicBezTo>
                  <a:cubicBezTo>
                    <a:pt x="16" y="32"/>
                    <a:pt x="20" y="27"/>
                    <a:pt x="20" y="22"/>
                  </a:cubicBezTo>
                  <a:cubicBezTo>
                    <a:pt x="20" y="10"/>
                    <a:pt x="20" y="10"/>
                    <a:pt x="20" y="10"/>
                  </a:cubicBezTo>
                  <a:cubicBezTo>
                    <a:pt x="20" y="4"/>
                    <a:pt x="16" y="0"/>
                    <a:pt x="10" y="0"/>
                  </a:cubicBezTo>
                  <a:cubicBezTo>
                    <a:pt x="5" y="0"/>
                    <a:pt x="0" y="4"/>
                    <a:pt x="0" y="10"/>
                  </a:cubicBezTo>
                  <a:lnTo>
                    <a:pt x="0" y="22"/>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26" name="Freeform 417"/>
            <p:cNvSpPr>
              <a:spLocks/>
            </p:cNvSpPr>
            <p:nvPr/>
          </p:nvSpPr>
          <p:spPr bwMode="auto">
            <a:xfrm>
              <a:off x="9220201" y="3321050"/>
              <a:ext cx="23813" cy="38100"/>
            </a:xfrm>
            <a:custGeom>
              <a:avLst/>
              <a:gdLst>
                <a:gd name="T0" fmla="*/ 10 w 20"/>
                <a:gd name="T1" fmla="*/ 32 h 32"/>
                <a:gd name="T2" fmla="*/ 20 w 20"/>
                <a:gd name="T3" fmla="*/ 22 h 32"/>
                <a:gd name="T4" fmla="*/ 20 w 20"/>
                <a:gd name="T5" fmla="*/ 10 h 32"/>
                <a:gd name="T6" fmla="*/ 10 w 20"/>
                <a:gd name="T7" fmla="*/ 0 h 32"/>
                <a:gd name="T8" fmla="*/ 0 w 20"/>
                <a:gd name="T9" fmla="*/ 10 h 32"/>
                <a:gd name="T10" fmla="*/ 0 w 20"/>
                <a:gd name="T11" fmla="*/ 22 h 32"/>
                <a:gd name="T12" fmla="*/ 10 w 20"/>
                <a:gd name="T13" fmla="*/ 32 h 32"/>
              </a:gdLst>
              <a:ahLst/>
              <a:cxnLst>
                <a:cxn ang="0">
                  <a:pos x="T0" y="T1"/>
                </a:cxn>
                <a:cxn ang="0">
                  <a:pos x="T2" y="T3"/>
                </a:cxn>
                <a:cxn ang="0">
                  <a:pos x="T4" y="T5"/>
                </a:cxn>
                <a:cxn ang="0">
                  <a:pos x="T6" y="T7"/>
                </a:cxn>
                <a:cxn ang="0">
                  <a:pos x="T8" y="T9"/>
                </a:cxn>
                <a:cxn ang="0">
                  <a:pos x="T10" y="T11"/>
                </a:cxn>
                <a:cxn ang="0">
                  <a:pos x="T12" y="T13"/>
                </a:cxn>
              </a:cxnLst>
              <a:rect l="0" t="0" r="r" b="b"/>
              <a:pathLst>
                <a:path w="20" h="32">
                  <a:moveTo>
                    <a:pt x="10" y="32"/>
                  </a:moveTo>
                  <a:cubicBezTo>
                    <a:pt x="16" y="32"/>
                    <a:pt x="20" y="27"/>
                    <a:pt x="20" y="22"/>
                  </a:cubicBezTo>
                  <a:cubicBezTo>
                    <a:pt x="20" y="10"/>
                    <a:pt x="20" y="10"/>
                    <a:pt x="20" y="10"/>
                  </a:cubicBezTo>
                  <a:cubicBezTo>
                    <a:pt x="20" y="4"/>
                    <a:pt x="16" y="0"/>
                    <a:pt x="10" y="0"/>
                  </a:cubicBezTo>
                  <a:cubicBezTo>
                    <a:pt x="5" y="0"/>
                    <a:pt x="0" y="4"/>
                    <a:pt x="0" y="10"/>
                  </a:cubicBezTo>
                  <a:cubicBezTo>
                    <a:pt x="0" y="22"/>
                    <a:pt x="0" y="22"/>
                    <a:pt x="0" y="22"/>
                  </a:cubicBezTo>
                  <a:cubicBezTo>
                    <a:pt x="0" y="27"/>
                    <a:pt x="5" y="32"/>
                    <a:pt x="10" y="3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27" name="Freeform 418"/>
            <p:cNvSpPr>
              <a:spLocks/>
            </p:cNvSpPr>
            <p:nvPr/>
          </p:nvSpPr>
          <p:spPr bwMode="auto">
            <a:xfrm>
              <a:off x="9220201" y="3484563"/>
              <a:ext cx="23813" cy="38100"/>
            </a:xfrm>
            <a:custGeom>
              <a:avLst/>
              <a:gdLst>
                <a:gd name="T0" fmla="*/ 0 w 20"/>
                <a:gd name="T1" fmla="*/ 22 h 32"/>
                <a:gd name="T2" fmla="*/ 10 w 20"/>
                <a:gd name="T3" fmla="*/ 32 h 32"/>
                <a:gd name="T4" fmla="*/ 20 w 20"/>
                <a:gd name="T5" fmla="*/ 22 h 32"/>
                <a:gd name="T6" fmla="*/ 20 w 20"/>
                <a:gd name="T7" fmla="*/ 10 h 32"/>
                <a:gd name="T8" fmla="*/ 10 w 20"/>
                <a:gd name="T9" fmla="*/ 0 h 32"/>
                <a:gd name="T10" fmla="*/ 0 w 20"/>
                <a:gd name="T11" fmla="*/ 10 h 32"/>
                <a:gd name="T12" fmla="*/ 0 w 20"/>
                <a:gd name="T13" fmla="*/ 22 h 32"/>
              </a:gdLst>
              <a:ahLst/>
              <a:cxnLst>
                <a:cxn ang="0">
                  <a:pos x="T0" y="T1"/>
                </a:cxn>
                <a:cxn ang="0">
                  <a:pos x="T2" y="T3"/>
                </a:cxn>
                <a:cxn ang="0">
                  <a:pos x="T4" y="T5"/>
                </a:cxn>
                <a:cxn ang="0">
                  <a:pos x="T6" y="T7"/>
                </a:cxn>
                <a:cxn ang="0">
                  <a:pos x="T8" y="T9"/>
                </a:cxn>
                <a:cxn ang="0">
                  <a:pos x="T10" y="T11"/>
                </a:cxn>
                <a:cxn ang="0">
                  <a:pos x="T12" y="T13"/>
                </a:cxn>
              </a:cxnLst>
              <a:rect l="0" t="0" r="r" b="b"/>
              <a:pathLst>
                <a:path w="20" h="32">
                  <a:moveTo>
                    <a:pt x="0" y="22"/>
                  </a:moveTo>
                  <a:cubicBezTo>
                    <a:pt x="0" y="27"/>
                    <a:pt x="5" y="32"/>
                    <a:pt x="10" y="32"/>
                  </a:cubicBezTo>
                  <a:cubicBezTo>
                    <a:pt x="16" y="32"/>
                    <a:pt x="20" y="27"/>
                    <a:pt x="20" y="22"/>
                  </a:cubicBezTo>
                  <a:cubicBezTo>
                    <a:pt x="20" y="10"/>
                    <a:pt x="20" y="10"/>
                    <a:pt x="20" y="10"/>
                  </a:cubicBezTo>
                  <a:cubicBezTo>
                    <a:pt x="20" y="4"/>
                    <a:pt x="16" y="0"/>
                    <a:pt x="10" y="0"/>
                  </a:cubicBezTo>
                  <a:cubicBezTo>
                    <a:pt x="5" y="0"/>
                    <a:pt x="0" y="4"/>
                    <a:pt x="0" y="10"/>
                  </a:cubicBezTo>
                  <a:lnTo>
                    <a:pt x="0" y="22"/>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28" name="Freeform 419"/>
            <p:cNvSpPr>
              <a:spLocks/>
            </p:cNvSpPr>
            <p:nvPr/>
          </p:nvSpPr>
          <p:spPr bwMode="auto">
            <a:xfrm>
              <a:off x="9220201" y="3565525"/>
              <a:ext cx="23813" cy="38100"/>
            </a:xfrm>
            <a:custGeom>
              <a:avLst/>
              <a:gdLst>
                <a:gd name="T0" fmla="*/ 0 w 20"/>
                <a:gd name="T1" fmla="*/ 22 h 32"/>
                <a:gd name="T2" fmla="*/ 10 w 20"/>
                <a:gd name="T3" fmla="*/ 32 h 32"/>
                <a:gd name="T4" fmla="*/ 20 w 20"/>
                <a:gd name="T5" fmla="*/ 22 h 32"/>
                <a:gd name="T6" fmla="*/ 20 w 20"/>
                <a:gd name="T7" fmla="*/ 10 h 32"/>
                <a:gd name="T8" fmla="*/ 10 w 20"/>
                <a:gd name="T9" fmla="*/ 0 h 32"/>
                <a:gd name="T10" fmla="*/ 0 w 20"/>
                <a:gd name="T11" fmla="*/ 10 h 32"/>
                <a:gd name="T12" fmla="*/ 0 w 20"/>
                <a:gd name="T13" fmla="*/ 22 h 32"/>
              </a:gdLst>
              <a:ahLst/>
              <a:cxnLst>
                <a:cxn ang="0">
                  <a:pos x="T0" y="T1"/>
                </a:cxn>
                <a:cxn ang="0">
                  <a:pos x="T2" y="T3"/>
                </a:cxn>
                <a:cxn ang="0">
                  <a:pos x="T4" y="T5"/>
                </a:cxn>
                <a:cxn ang="0">
                  <a:pos x="T6" y="T7"/>
                </a:cxn>
                <a:cxn ang="0">
                  <a:pos x="T8" y="T9"/>
                </a:cxn>
                <a:cxn ang="0">
                  <a:pos x="T10" y="T11"/>
                </a:cxn>
                <a:cxn ang="0">
                  <a:pos x="T12" y="T13"/>
                </a:cxn>
              </a:cxnLst>
              <a:rect l="0" t="0" r="r" b="b"/>
              <a:pathLst>
                <a:path w="20" h="32">
                  <a:moveTo>
                    <a:pt x="0" y="22"/>
                  </a:moveTo>
                  <a:cubicBezTo>
                    <a:pt x="0" y="27"/>
                    <a:pt x="5" y="32"/>
                    <a:pt x="10" y="32"/>
                  </a:cubicBezTo>
                  <a:cubicBezTo>
                    <a:pt x="16" y="32"/>
                    <a:pt x="20" y="27"/>
                    <a:pt x="20" y="22"/>
                  </a:cubicBezTo>
                  <a:cubicBezTo>
                    <a:pt x="20" y="10"/>
                    <a:pt x="20" y="10"/>
                    <a:pt x="20" y="10"/>
                  </a:cubicBezTo>
                  <a:cubicBezTo>
                    <a:pt x="20" y="4"/>
                    <a:pt x="16" y="0"/>
                    <a:pt x="10" y="0"/>
                  </a:cubicBezTo>
                  <a:cubicBezTo>
                    <a:pt x="5" y="0"/>
                    <a:pt x="0" y="4"/>
                    <a:pt x="0" y="10"/>
                  </a:cubicBezTo>
                  <a:lnTo>
                    <a:pt x="0" y="22"/>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29" name="Freeform 420"/>
            <p:cNvSpPr>
              <a:spLocks/>
            </p:cNvSpPr>
            <p:nvPr/>
          </p:nvSpPr>
          <p:spPr bwMode="auto">
            <a:xfrm>
              <a:off x="9220201" y="3403600"/>
              <a:ext cx="23813" cy="38100"/>
            </a:xfrm>
            <a:custGeom>
              <a:avLst/>
              <a:gdLst>
                <a:gd name="T0" fmla="*/ 0 w 20"/>
                <a:gd name="T1" fmla="*/ 22 h 32"/>
                <a:gd name="T2" fmla="*/ 10 w 20"/>
                <a:gd name="T3" fmla="*/ 32 h 32"/>
                <a:gd name="T4" fmla="*/ 20 w 20"/>
                <a:gd name="T5" fmla="*/ 22 h 32"/>
                <a:gd name="T6" fmla="*/ 20 w 20"/>
                <a:gd name="T7" fmla="*/ 10 h 32"/>
                <a:gd name="T8" fmla="*/ 10 w 20"/>
                <a:gd name="T9" fmla="*/ 0 h 32"/>
                <a:gd name="T10" fmla="*/ 0 w 20"/>
                <a:gd name="T11" fmla="*/ 10 h 32"/>
                <a:gd name="T12" fmla="*/ 0 w 20"/>
                <a:gd name="T13" fmla="*/ 22 h 32"/>
              </a:gdLst>
              <a:ahLst/>
              <a:cxnLst>
                <a:cxn ang="0">
                  <a:pos x="T0" y="T1"/>
                </a:cxn>
                <a:cxn ang="0">
                  <a:pos x="T2" y="T3"/>
                </a:cxn>
                <a:cxn ang="0">
                  <a:pos x="T4" y="T5"/>
                </a:cxn>
                <a:cxn ang="0">
                  <a:pos x="T6" y="T7"/>
                </a:cxn>
                <a:cxn ang="0">
                  <a:pos x="T8" y="T9"/>
                </a:cxn>
                <a:cxn ang="0">
                  <a:pos x="T10" y="T11"/>
                </a:cxn>
                <a:cxn ang="0">
                  <a:pos x="T12" y="T13"/>
                </a:cxn>
              </a:cxnLst>
              <a:rect l="0" t="0" r="r" b="b"/>
              <a:pathLst>
                <a:path w="20" h="32">
                  <a:moveTo>
                    <a:pt x="0" y="22"/>
                  </a:moveTo>
                  <a:cubicBezTo>
                    <a:pt x="0" y="27"/>
                    <a:pt x="5" y="32"/>
                    <a:pt x="10" y="32"/>
                  </a:cubicBezTo>
                  <a:cubicBezTo>
                    <a:pt x="16" y="32"/>
                    <a:pt x="20" y="27"/>
                    <a:pt x="20" y="22"/>
                  </a:cubicBezTo>
                  <a:cubicBezTo>
                    <a:pt x="20" y="10"/>
                    <a:pt x="20" y="10"/>
                    <a:pt x="20" y="10"/>
                  </a:cubicBezTo>
                  <a:cubicBezTo>
                    <a:pt x="20" y="4"/>
                    <a:pt x="16" y="0"/>
                    <a:pt x="10" y="0"/>
                  </a:cubicBezTo>
                  <a:cubicBezTo>
                    <a:pt x="5" y="0"/>
                    <a:pt x="0" y="4"/>
                    <a:pt x="0" y="10"/>
                  </a:cubicBezTo>
                  <a:lnTo>
                    <a:pt x="0" y="22"/>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30" name="Freeform 421"/>
            <p:cNvSpPr>
              <a:spLocks/>
            </p:cNvSpPr>
            <p:nvPr/>
          </p:nvSpPr>
          <p:spPr bwMode="auto">
            <a:xfrm>
              <a:off x="9167813" y="3292475"/>
              <a:ext cx="38100" cy="23813"/>
            </a:xfrm>
            <a:custGeom>
              <a:avLst/>
              <a:gdLst>
                <a:gd name="T0" fmla="*/ 22 w 32"/>
                <a:gd name="T1" fmla="*/ 20 h 20"/>
                <a:gd name="T2" fmla="*/ 32 w 32"/>
                <a:gd name="T3" fmla="*/ 10 h 20"/>
                <a:gd name="T4" fmla="*/ 22 w 32"/>
                <a:gd name="T5" fmla="*/ 0 h 20"/>
                <a:gd name="T6" fmla="*/ 10 w 32"/>
                <a:gd name="T7" fmla="*/ 0 h 20"/>
                <a:gd name="T8" fmla="*/ 0 w 32"/>
                <a:gd name="T9" fmla="*/ 10 h 20"/>
                <a:gd name="T10" fmla="*/ 10 w 32"/>
                <a:gd name="T11" fmla="*/ 20 h 20"/>
                <a:gd name="T12" fmla="*/ 22 w 32"/>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32" h="20">
                  <a:moveTo>
                    <a:pt x="22" y="20"/>
                  </a:moveTo>
                  <a:cubicBezTo>
                    <a:pt x="28" y="20"/>
                    <a:pt x="32" y="15"/>
                    <a:pt x="32" y="10"/>
                  </a:cubicBezTo>
                  <a:cubicBezTo>
                    <a:pt x="32" y="4"/>
                    <a:pt x="28" y="0"/>
                    <a:pt x="22" y="0"/>
                  </a:cubicBezTo>
                  <a:cubicBezTo>
                    <a:pt x="10" y="0"/>
                    <a:pt x="10" y="0"/>
                    <a:pt x="10" y="0"/>
                  </a:cubicBezTo>
                  <a:cubicBezTo>
                    <a:pt x="5" y="0"/>
                    <a:pt x="0" y="4"/>
                    <a:pt x="0" y="10"/>
                  </a:cubicBezTo>
                  <a:cubicBezTo>
                    <a:pt x="0" y="15"/>
                    <a:pt x="5" y="20"/>
                    <a:pt x="10" y="20"/>
                  </a:cubicBezTo>
                  <a:lnTo>
                    <a:pt x="22" y="2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31" name="Freeform 422"/>
            <p:cNvSpPr>
              <a:spLocks/>
            </p:cNvSpPr>
            <p:nvPr/>
          </p:nvSpPr>
          <p:spPr bwMode="auto">
            <a:xfrm>
              <a:off x="9220201" y="3729038"/>
              <a:ext cx="23813" cy="38100"/>
            </a:xfrm>
            <a:custGeom>
              <a:avLst/>
              <a:gdLst>
                <a:gd name="T0" fmla="*/ 0 w 20"/>
                <a:gd name="T1" fmla="*/ 22 h 32"/>
                <a:gd name="T2" fmla="*/ 10 w 20"/>
                <a:gd name="T3" fmla="*/ 32 h 32"/>
                <a:gd name="T4" fmla="*/ 20 w 20"/>
                <a:gd name="T5" fmla="*/ 22 h 32"/>
                <a:gd name="T6" fmla="*/ 20 w 20"/>
                <a:gd name="T7" fmla="*/ 10 h 32"/>
                <a:gd name="T8" fmla="*/ 10 w 20"/>
                <a:gd name="T9" fmla="*/ 0 h 32"/>
                <a:gd name="T10" fmla="*/ 0 w 20"/>
                <a:gd name="T11" fmla="*/ 10 h 32"/>
                <a:gd name="T12" fmla="*/ 0 w 20"/>
                <a:gd name="T13" fmla="*/ 22 h 32"/>
              </a:gdLst>
              <a:ahLst/>
              <a:cxnLst>
                <a:cxn ang="0">
                  <a:pos x="T0" y="T1"/>
                </a:cxn>
                <a:cxn ang="0">
                  <a:pos x="T2" y="T3"/>
                </a:cxn>
                <a:cxn ang="0">
                  <a:pos x="T4" y="T5"/>
                </a:cxn>
                <a:cxn ang="0">
                  <a:pos x="T6" y="T7"/>
                </a:cxn>
                <a:cxn ang="0">
                  <a:pos x="T8" y="T9"/>
                </a:cxn>
                <a:cxn ang="0">
                  <a:pos x="T10" y="T11"/>
                </a:cxn>
                <a:cxn ang="0">
                  <a:pos x="T12" y="T13"/>
                </a:cxn>
              </a:cxnLst>
              <a:rect l="0" t="0" r="r" b="b"/>
              <a:pathLst>
                <a:path w="20" h="32">
                  <a:moveTo>
                    <a:pt x="0" y="22"/>
                  </a:moveTo>
                  <a:cubicBezTo>
                    <a:pt x="0" y="27"/>
                    <a:pt x="5" y="32"/>
                    <a:pt x="10" y="32"/>
                  </a:cubicBezTo>
                  <a:cubicBezTo>
                    <a:pt x="16" y="32"/>
                    <a:pt x="20" y="27"/>
                    <a:pt x="20" y="22"/>
                  </a:cubicBezTo>
                  <a:cubicBezTo>
                    <a:pt x="20" y="10"/>
                    <a:pt x="20" y="10"/>
                    <a:pt x="20" y="10"/>
                  </a:cubicBezTo>
                  <a:cubicBezTo>
                    <a:pt x="20" y="4"/>
                    <a:pt x="16" y="0"/>
                    <a:pt x="10" y="0"/>
                  </a:cubicBezTo>
                  <a:cubicBezTo>
                    <a:pt x="5" y="0"/>
                    <a:pt x="0" y="4"/>
                    <a:pt x="0" y="10"/>
                  </a:cubicBezTo>
                  <a:lnTo>
                    <a:pt x="0" y="22"/>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32" name="Freeform 423"/>
            <p:cNvSpPr>
              <a:spLocks/>
            </p:cNvSpPr>
            <p:nvPr/>
          </p:nvSpPr>
          <p:spPr bwMode="auto">
            <a:xfrm>
              <a:off x="9220201" y="3646488"/>
              <a:ext cx="23813" cy="39688"/>
            </a:xfrm>
            <a:custGeom>
              <a:avLst/>
              <a:gdLst>
                <a:gd name="T0" fmla="*/ 0 w 20"/>
                <a:gd name="T1" fmla="*/ 22 h 32"/>
                <a:gd name="T2" fmla="*/ 10 w 20"/>
                <a:gd name="T3" fmla="*/ 32 h 32"/>
                <a:gd name="T4" fmla="*/ 20 w 20"/>
                <a:gd name="T5" fmla="*/ 22 h 32"/>
                <a:gd name="T6" fmla="*/ 20 w 20"/>
                <a:gd name="T7" fmla="*/ 10 h 32"/>
                <a:gd name="T8" fmla="*/ 10 w 20"/>
                <a:gd name="T9" fmla="*/ 0 h 32"/>
                <a:gd name="T10" fmla="*/ 0 w 20"/>
                <a:gd name="T11" fmla="*/ 10 h 32"/>
                <a:gd name="T12" fmla="*/ 0 w 20"/>
                <a:gd name="T13" fmla="*/ 22 h 32"/>
              </a:gdLst>
              <a:ahLst/>
              <a:cxnLst>
                <a:cxn ang="0">
                  <a:pos x="T0" y="T1"/>
                </a:cxn>
                <a:cxn ang="0">
                  <a:pos x="T2" y="T3"/>
                </a:cxn>
                <a:cxn ang="0">
                  <a:pos x="T4" y="T5"/>
                </a:cxn>
                <a:cxn ang="0">
                  <a:pos x="T6" y="T7"/>
                </a:cxn>
                <a:cxn ang="0">
                  <a:pos x="T8" y="T9"/>
                </a:cxn>
                <a:cxn ang="0">
                  <a:pos x="T10" y="T11"/>
                </a:cxn>
                <a:cxn ang="0">
                  <a:pos x="T12" y="T13"/>
                </a:cxn>
              </a:cxnLst>
              <a:rect l="0" t="0" r="r" b="b"/>
              <a:pathLst>
                <a:path w="20" h="32">
                  <a:moveTo>
                    <a:pt x="0" y="22"/>
                  </a:moveTo>
                  <a:cubicBezTo>
                    <a:pt x="0" y="27"/>
                    <a:pt x="5" y="32"/>
                    <a:pt x="10" y="32"/>
                  </a:cubicBezTo>
                  <a:cubicBezTo>
                    <a:pt x="16" y="32"/>
                    <a:pt x="20" y="27"/>
                    <a:pt x="20" y="22"/>
                  </a:cubicBezTo>
                  <a:cubicBezTo>
                    <a:pt x="20" y="10"/>
                    <a:pt x="20" y="10"/>
                    <a:pt x="20" y="10"/>
                  </a:cubicBezTo>
                  <a:cubicBezTo>
                    <a:pt x="20" y="4"/>
                    <a:pt x="16" y="0"/>
                    <a:pt x="10" y="0"/>
                  </a:cubicBezTo>
                  <a:cubicBezTo>
                    <a:pt x="5" y="0"/>
                    <a:pt x="0" y="4"/>
                    <a:pt x="0" y="10"/>
                  </a:cubicBezTo>
                  <a:lnTo>
                    <a:pt x="0" y="22"/>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33" name="Freeform 424"/>
            <p:cNvSpPr>
              <a:spLocks noEditPoints="1"/>
            </p:cNvSpPr>
            <p:nvPr/>
          </p:nvSpPr>
          <p:spPr bwMode="auto">
            <a:xfrm>
              <a:off x="7993063" y="4645025"/>
              <a:ext cx="220663" cy="447675"/>
            </a:xfrm>
            <a:custGeom>
              <a:avLst/>
              <a:gdLst>
                <a:gd name="T0" fmla="*/ 0 w 184"/>
                <a:gd name="T1" fmla="*/ 374 h 374"/>
                <a:gd name="T2" fmla="*/ 184 w 184"/>
                <a:gd name="T3" fmla="*/ 374 h 374"/>
                <a:gd name="T4" fmla="*/ 184 w 184"/>
                <a:gd name="T5" fmla="*/ 0 h 374"/>
                <a:gd name="T6" fmla="*/ 0 w 184"/>
                <a:gd name="T7" fmla="*/ 0 h 374"/>
                <a:gd name="T8" fmla="*/ 0 w 184"/>
                <a:gd name="T9" fmla="*/ 374 h 374"/>
                <a:gd name="T10" fmla="*/ 92 w 184"/>
                <a:gd name="T11" fmla="*/ 282 h 374"/>
                <a:gd name="T12" fmla="*/ 71 w 184"/>
                <a:gd name="T13" fmla="*/ 261 h 374"/>
                <a:gd name="T14" fmla="*/ 92 w 184"/>
                <a:gd name="T15" fmla="*/ 240 h 374"/>
                <a:gd name="T16" fmla="*/ 113 w 184"/>
                <a:gd name="T17" fmla="*/ 261 h 374"/>
                <a:gd name="T18" fmla="*/ 92 w 184"/>
                <a:gd name="T19" fmla="*/ 282 h 374"/>
                <a:gd name="T20" fmla="*/ 26 w 184"/>
                <a:gd name="T21" fmla="*/ 34 h 374"/>
                <a:gd name="T22" fmla="*/ 158 w 184"/>
                <a:gd name="T23" fmla="*/ 34 h 374"/>
                <a:gd name="T24" fmla="*/ 158 w 184"/>
                <a:gd name="T25" fmla="*/ 78 h 374"/>
                <a:gd name="T26" fmla="*/ 26 w 184"/>
                <a:gd name="T27" fmla="*/ 78 h 374"/>
                <a:gd name="T28" fmla="*/ 26 w 184"/>
                <a:gd name="T29" fmla="*/ 34 h 374"/>
                <a:gd name="T30" fmla="*/ 26 w 184"/>
                <a:gd name="T31" fmla="*/ 100 h 374"/>
                <a:gd name="T32" fmla="*/ 158 w 184"/>
                <a:gd name="T33" fmla="*/ 100 h 374"/>
                <a:gd name="T34" fmla="*/ 158 w 184"/>
                <a:gd name="T35" fmla="*/ 144 h 374"/>
                <a:gd name="T36" fmla="*/ 26 w 184"/>
                <a:gd name="T37" fmla="*/ 144 h 374"/>
                <a:gd name="T38" fmla="*/ 26 w 184"/>
                <a:gd name="T39" fmla="*/ 100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4" h="374">
                  <a:moveTo>
                    <a:pt x="0" y="374"/>
                  </a:moveTo>
                  <a:cubicBezTo>
                    <a:pt x="184" y="374"/>
                    <a:pt x="184" y="374"/>
                    <a:pt x="184" y="374"/>
                  </a:cubicBezTo>
                  <a:cubicBezTo>
                    <a:pt x="184" y="0"/>
                    <a:pt x="184" y="0"/>
                    <a:pt x="184" y="0"/>
                  </a:cubicBezTo>
                  <a:cubicBezTo>
                    <a:pt x="0" y="0"/>
                    <a:pt x="0" y="0"/>
                    <a:pt x="0" y="0"/>
                  </a:cubicBezTo>
                  <a:lnTo>
                    <a:pt x="0" y="374"/>
                  </a:lnTo>
                  <a:close/>
                  <a:moveTo>
                    <a:pt x="92" y="282"/>
                  </a:moveTo>
                  <a:cubicBezTo>
                    <a:pt x="80" y="282"/>
                    <a:pt x="71" y="272"/>
                    <a:pt x="71" y="261"/>
                  </a:cubicBezTo>
                  <a:cubicBezTo>
                    <a:pt x="71" y="249"/>
                    <a:pt x="80" y="240"/>
                    <a:pt x="92" y="240"/>
                  </a:cubicBezTo>
                  <a:cubicBezTo>
                    <a:pt x="103" y="240"/>
                    <a:pt x="113" y="249"/>
                    <a:pt x="113" y="261"/>
                  </a:cubicBezTo>
                  <a:cubicBezTo>
                    <a:pt x="113" y="272"/>
                    <a:pt x="103" y="282"/>
                    <a:pt x="92" y="282"/>
                  </a:cubicBezTo>
                  <a:close/>
                  <a:moveTo>
                    <a:pt x="26" y="34"/>
                  </a:moveTo>
                  <a:cubicBezTo>
                    <a:pt x="158" y="34"/>
                    <a:pt x="158" y="34"/>
                    <a:pt x="158" y="34"/>
                  </a:cubicBezTo>
                  <a:cubicBezTo>
                    <a:pt x="158" y="78"/>
                    <a:pt x="158" y="78"/>
                    <a:pt x="158" y="78"/>
                  </a:cubicBezTo>
                  <a:cubicBezTo>
                    <a:pt x="26" y="78"/>
                    <a:pt x="26" y="78"/>
                    <a:pt x="26" y="78"/>
                  </a:cubicBezTo>
                  <a:lnTo>
                    <a:pt x="26" y="34"/>
                  </a:lnTo>
                  <a:close/>
                  <a:moveTo>
                    <a:pt x="26" y="100"/>
                  </a:moveTo>
                  <a:cubicBezTo>
                    <a:pt x="158" y="100"/>
                    <a:pt x="158" y="100"/>
                    <a:pt x="158" y="100"/>
                  </a:cubicBezTo>
                  <a:cubicBezTo>
                    <a:pt x="158" y="144"/>
                    <a:pt x="158" y="144"/>
                    <a:pt x="158" y="144"/>
                  </a:cubicBezTo>
                  <a:cubicBezTo>
                    <a:pt x="26" y="144"/>
                    <a:pt x="26" y="144"/>
                    <a:pt x="26" y="144"/>
                  </a:cubicBezTo>
                  <a:lnTo>
                    <a:pt x="26" y="10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34" name="Freeform 425"/>
            <p:cNvSpPr>
              <a:spLocks/>
            </p:cNvSpPr>
            <p:nvPr/>
          </p:nvSpPr>
          <p:spPr bwMode="auto">
            <a:xfrm>
              <a:off x="8101013" y="4543425"/>
              <a:ext cx="23813" cy="38100"/>
            </a:xfrm>
            <a:custGeom>
              <a:avLst/>
              <a:gdLst>
                <a:gd name="T0" fmla="*/ 0 w 20"/>
                <a:gd name="T1" fmla="*/ 22 h 32"/>
                <a:gd name="T2" fmla="*/ 10 w 20"/>
                <a:gd name="T3" fmla="*/ 32 h 32"/>
                <a:gd name="T4" fmla="*/ 20 w 20"/>
                <a:gd name="T5" fmla="*/ 22 h 32"/>
                <a:gd name="T6" fmla="*/ 20 w 20"/>
                <a:gd name="T7" fmla="*/ 10 h 32"/>
                <a:gd name="T8" fmla="*/ 10 w 20"/>
                <a:gd name="T9" fmla="*/ 0 h 32"/>
                <a:gd name="T10" fmla="*/ 0 w 20"/>
                <a:gd name="T11" fmla="*/ 10 h 32"/>
                <a:gd name="T12" fmla="*/ 0 w 20"/>
                <a:gd name="T13" fmla="*/ 22 h 32"/>
              </a:gdLst>
              <a:ahLst/>
              <a:cxnLst>
                <a:cxn ang="0">
                  <a:pos x="T0" y="T1"/>
                </a:cxn>
                <a:cxn ang="0">
                  <a:pos x="T2" y="T3"/>
                </a:cxn>
                <a:cxn ang="0">
                  <a:pos x="T4" y="T5"/>
                </a:cxn>
                <a:cxn ang="0">
                  <a:pos x="T6" y="T7"/>
                </a:cxn>
                <a:cxn ang="0">
                  <a:pos x="T8" y="T9"/>
                </a:cxn>
                <a:cxn ang="0">
                  <a:pos x="T10" y="T11"/>
                </a:cxn>
                <a:cxn ang="0">
                  <a:pos x="T12" y="T13"/>
                </a:cxn>
              </a:cxnLst>
              <a:rect l="0" t="0" r="r" b="b"/>
              <a:pathLst>
                <a:path w="20" h="32">
                  <a:moveTo>
                    <a:pt x="0" y="22"/>
                  </a:moveTo>
                  <a:cubicBezTo>
                    <a:pt x="0" y="27"/>
                    <a:pt x="5" y="32"/>
                    <a:pt x="10" y="32"/>
                  </a:cubicBezTo>
                  <a:cubicBezTo>
                    <a:pt x="16" y="32"/>
                    <a:pt x="20" y="27"/>
                    <a:pt x="20" y="22"/>
                  </a:cubicBezTo>
                  <a:cubicBezTo>
                    <a:pt x="20" y="10"/>
                    <a:pt x="20" y="10"/>
                    <a:pt x="20" y="10"/>
                  </a:cubicBezTo>
                  <a:cubicBezTo>
                    <a:pt x="20" y="4"/>
                    <a:pt x="16" y="0"/>
                    <a:pt x="10" y="0"/>
                  </a:cubicBezTo>
                  <a:cubicBezTo>
                    <a:pt x="5" y="0"/>
                    <a:pt x="0" y="4"/>
                    <a:pt x="0" y="10"/>
                  </a:cubicBezTo>
                  <a:lnTo>
                    <a:pt x="0" y="22"/>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35" name="Freeform 426"/>
            <p:cNvSpPr>
              <a:spLocks/>
            </p:cNvSpPr>
            <p:nvPr/>
          </p:nvSpPr>
          <p:spPr bwMode="auto">
            <a:xfrm>
              <a:off x="8101013" y="3648075"/>
              <a:ext cx="23813" cy="38100"/>
            </a:xfrm>
            <a:custGeom>
              <a:avLst/>
              <a:gdLst>
                <a:gd name="T0" fmla="*/ 0 w 20"/>
                <a:gd name="T1" fmla="*/ 22 h 32"/>
                <a:gd name="T2" fmla="*/ 10 w 20"/>
                <a:gd name="T3" fmla="*/ 32 h 32"/>
                <a:gd name="T4" fmla="*/ 20 w 20"/>
                <a:gd name="T5" fmla="*/ 22 h 32"/>
                <a:gd name="T6" fmla="*/ 20 w 20"/>
                <a:gd name="T7" fmla="*/ 10 h 32"/>
                <a:gd name="T8" fmla="*/ 10 w 20"/>
                <a:gd name="T9" fmla="*/ 0 h 32"/>
                <a:gd name="T10" fmla="*/ 0 w 20"/>
                <a:gd name="T11" fmla="*/ 10 h 32"/>
                <a:gd name="T12" fmla="*/ 0 w 20"/>
                <a:gd name="T13" fmla="*/ 22 h 32"/>
              </a:gdLst>
              <a:ahLst/>
              <a:cxnLst>
                <a:cxn ang="0">
                  <a:pos x="T0" y="T1"/>
                </a:cxn>
                <a:cxn ang="0">
                  <a:pos x="T2" y="T3"/>
                </a:cxn>
                <a:cxn ang="0">
                  <a:pos x="T4" y="T5"/>
                </a:cxn>
                <a:cxn ang="0">
                  <a:pos x="T6" y="T7"/>
                </a:cxn>
                <a:cxn ang="0">
                  <a:pos x="T8" y="T9"/>
                </a:cxn>
                <a:cxn ang="0">
                  <a:pos x="T10" y="T11"/>
                </a:cxn>
                <a:cxn ang="0">
                  <a:pos x="T12" y="T13"/>
                </a:cxn>
              </a:cxnLst>
              <a:rect l="0" t="0" r="r" b="b"/>
              <a:pathLst>
                <a:path w="20" h="32">
                  <a:moveTo>
                    <a:pt x="0" y="22"/>
                  </a:moveTo>
                  <a:cubicBezTo>
                    <a:pt x="0" y="27"/>
                    <a:pt x="5" y="32"/>
                    <a:pt x="10" y="32"/>
                  </a:cubicBezTo>
                  <a:cubicBezTo>
                    <a:pt x="16" y="32"/>
                    <a:pt x="20" y="27"/>
                    <a:pt x="20" y="22"/>
                  </a:cubicBezTo>
                  <a:cubicBezTo>
                    <a:pt x="20" y="10"/>
                    <a:pt x="20" y="10"/>
                    <a:pt x="20" y="10"/>
                  </a:cubicBezTo>
                  <a:cubicBezTo>
                    <a:pt x="20" y="4"/>
                    <a:pt x="16" y="0"/>
                    <a:pt x="10" y="0"/>
                  </a:cubicBezTo>
                  <a:cubicBezTo>
                    <a:pt x="5" y="0"/>
                    <a:pt x="0" y="4"/>
                    <a:pt x="0" y="10"/>
                  </a:cubicBezTo>
                  <a:lnTo>
                    <a:pt x="0" y="22"/>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36" name="Freeform 427"/>
            <p:cNvSpPr>
              <a:spLocks/>
            </p:cNvSpPr>
            <p:nvPr/>
          </p:nvSpPr>
          <p:spPr bwMode="auto">
            <a:xfrm>
              <a:off x="8101013" y="3811588"/>
              <a:ext cx="23813" cy="38100"/>
            </a:xfrm>
            <a:custGeom>
              <a:avLst/>
              <a:gdLst>
                <a:gd name="T0" fmla="*/ 0 w 20"/>
                <a:gd name="T1" fmla="*/ 22 h 32"/>
                <a:gd name="T2" fmla="*/ 10 w 20"/>
                <a:gd name="T3" fmla="*/ 32 h 32"/>
                <a:gd name="T4" fmla="*/ 20 w 20"/>
                <a:gd name="T5" fmla="*/ 22 h 32"/>
                <a:gd name="T6" fmla="*/ 20 w 20"/>
                <a:gd name="T7" fmla="*/ 10 h 32"/>
                <a:gd name="T8" fmla="*/ 10 w 20"/>
                <a:gd name="T9" fmla="*/ 0 h 32"/>
                <a:gd name="T10" fmla="*/ 0 w 20"/>
                <a:gd name="T11" fmla="*/ 10 h 32"/>
                <a:gd name="T12" fmla="*/ 0 w 20"/>
                <a:gd name="T13" fmla="*/ 22 h 32"/>
              </a:gdLst>
              <a:ahLst/>
              <a:cxnLst>
                <a:cxn ang="0">
                  <a:pos x="T0" y="T1"/>
                </a:cxn>
                <a:cxn ang="0">
                  <a:pos x="T2" y="T3"/>
                </a:cxn>
                <a:cxn ang="0">
                  <a:pos x="T4" y="T5"/>
                </a:cxn>
                <a:cxn ang="0">
                  <a:pos x="T6" y="T7"/>
                </a:cxn>
                <a:cxn ang="0">
                  <a:pos x="T8" y="T9"/>
                </a:cxn>
                <a:cxn ang="0">
                  <a:pos x="T10" y="T11"/>
                </a:cxn>
                <a:cxn ang="0">
                  <a:pos x="T12" y="T13"/>
                </a:cxn>
              </a:cxnLst>
              <a:rect l="0" t="0" r="r" b="b"/>
              <a:pathLst>
                <a:path w="20" h="32">
                  <a:moveTo>
                    <a:pt x="0" y="22"/>
                  </a:moveTo>
                  <a:cubicBezTo>
                    <a:pt x="0" y="27"/>
                    <a:pt x="5" y="32"/>
                    <a:pt x="10" y="32"/>
                  </a:cubicBezTo>
                  <a:cubicBezTo>
                    <a:pt x="16" y="32"/>
                    <a:pt x="20" y="27"/>
                    <a:pt x="20" y="22"/>
                  </a:cubicBezTo>
                  <a:cubicBezTo>
                    <a:pt x="20" y="10"/>
                    <a:pt x="20" y="10"/>
                    <a:pt x="20" y="10"/>
                  </a:cubicBezTo>
                  <a:cubicBezTo>
                    <a:pt x="20" y="4"/>
                    <a:pt x="16" y="0"/>
                    <a:pt x="10" y="0"/>
                  </a:cubicBezTo>
                  <a:cubicBezTo>
                    <a:pt x="5" y="0"/>
                    <a:pt x="0" y="4"/>
                    <a:pt x="0" y="10"/>
                  </a:cubicBezTo>
                  <a:lnTo>
                    <a:pt x="0" y="22"/>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37" name="Freeform 428"/>
            <p:cNvSpPr>
              <a:spLocks/>
            </p:cNvSpPr>
            <p:nvPr/>
          </p:nvSpPr>
          <p:spPr bwMode="auto">
            <a:xfrm>
              <a:off x="8101013" y="4462463"/>
              <a:ext cx="23813" cy="38100"/>
            </a:xfrm>
            <a:custGeom>
              <a:avLst/>
              <a:gdLst>
                <a:gd name="T0" fmla="*/ 0 w 20"/>
                <a:gd name="T1" fmla="*/ 22 h 32"/>
                <a:gd name="T2" fmla="*/ 10 w 20"/>
                <a:gd name="T3" fmla="*/ 32 h 32"/>
                <a:gd name="T4" fmla="*/ 20 w 20"/>
                <a:gd name="T5" fmla="*/ 22 h 32"/>
                <a:gd name="T6" fmla="*/ 20 w 20"/>
                <a:gd name="T7" fmla="*/ 10 h 32"/>
                <a:gd name="T8" fmla="*/ 10 w 20"/>
                <a:gd name="T9" fmla="*/ 0 h 32"/>
                <a:gd name="T10" fmla="*/ 0 w 20"/>
                <a:gd name="T11" fmla="*/ 10 h 32"/>
                <a:gd name="T12" fmla="*/ 0 w 20"/>
                <a:gd name="T13" fmla="*/ 22 h 32"/>
              </a:gdLst>
              <a:ahLst/>
              <a:cxnLst>
                <a:cxn ang="0">
                  <a:pos x="T0" y="T1"/>
                </a:cxn>
                <a:cxn ang="0">
                  <a:pos x="T2" y="T3"/>
                </a:cxn>
                <a:cxn ang="0">
                  <a:pos x="T4" y="T5"/>
                </a:cxn>
                <a:cxn ang="0">
                  <a:pos x="T6" y="T7"/>
                </a:cxn>
                <a:cxn ang="0">
                  <a:pos x="T8" y="T9"/>
                </a:cxn>
                <a:cxn ang="0">
                  <a:pos x="T10" y="T11"/>
                </a:cxn>
                <a:cxn ang="0">
                  <a:pos x="T12" y="T13"/>
                </a:cxn>
              </a:cxnLst>
              <a:rect l="0" t="0" r="r" b="b"/>
              <a:pathLst>
                <a:path w="20" h="32">
                  <a:moveTo>
                    <a:pt x="0" y="22"/>
                  </a:moveTo>
                  <a:cubicBezTo>
                    <a:pt x="0" y="27"/>
                    <a:pt x="5" y="32"/>
                    <a:pt x="10" y="32"/>
                  </a:cubicBezTo>
                  <a:cubicBezTo>
                    <a:pt x="16" y="32"/>
                    <a:pt x="20" y="27"/>
                    <a:pt x="20" y="22"/>
                  </a:cubicBezTo>
                  <a:cubicBezTo>
                    <a:pt x="20" y="10"/>
                    <a:pt x="20" y="10"/>
                    <a:pt x="20" y="10"/>
                  </a:cubicBezTo>
                  <a:cubicBezTo>
                    <a:pt x="20" y="4"/>
                    <a:pt x="16" y="0"/>
                    <a:pt x="10" y="0"/>
                  </a:cubicBezTo>
                  <a:cubicBezTo>
                    <a:pt x="5" y="0"/>
                    <a:pt x="0" y="4"/>
                    <a:pt x="0" y="10"/>
                  </a:cubicBezTo>
                  <a:lnTo>
                    <a:pt x="0" y="22"/>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38" name="Freeform 429"/>
            <p:cNvSpPr>
              <a:spLocks/>
            </p:cNvSpPr>
            <p:nvPr/>
          </p:nvSpPr>
          <p:spPr bwMode="auto">
            <a:xfrm>
              <a:off x="8101013" y="3892550"/>
              <a:ext cx="23813" cy="38100"/>
            </a:xfrm>
            <a:custGeom>
              <a:avLst/>
              <a:gdLst>
                <a:gd name="T0" fmla="*/ 0 w 20"/>
                <a:gd name="T1" fmla="*/ 22 h 32"/>
                <a:gd name="T2" fmla="*/ 10 w 20"/>
                <a:gd name="T3" fmla="*/ 32 h 32"/>
                <a:gd name="T4" fmla="*/ 20 w 20"/>
                <a:gd name="T5" fmla="*/ 22 h 32"/>
                <a:gd name="T6" fmla="*/ 20 w 20"/>
                <a:gd name="T7" fmla="*/ 10 h 32"/>
                <a:gd name="T8" fmla="*/ 10 w 20"/>
                <a:gd name="T9" fmla="*/ 0 h 32"/>
                <a:gd name="T10" fmla="*/ 0 w 20"/>
                <a:gd name="T11" fmla="*/ 10 h 32"/>
                <a:gd name="T12" fmla="*/ 0 w 20"/>
                <a:gd name="T13" fmla="*/ 22 h 32"/>
              </a:gdLst>
              <a:ahLst/>
              <a:cxnLst>
                <a:cxn ang="0">
                  <a:pos x="T0" y="T1"/>
                </a:cxn>
                <a:cxn ang="0">
                  <a:pos x="T2" y="T3"/>
                </a:cxn>
                <a:cxn ang="0">
                  <a:pos x="T4" y="T5"/>
                </a:cxn>
                <a:cxn ang="0">
                  <a:pos x="T6" y="T7"/>
                </a:cxn>
                <a:cxn ang="0">
                  <a:pos x="T8" y="T9"/>
                </a:cxn>
                <a:cxn ang="0">
                  <a:pos x="T10" y="T11"/>
                </a:cxn>
                <a:cxn ang="0">
                  <a:pos x="T12" y="T13"/>
                </a:cxn>
              </a:cxnLst>
              <a:rect l="0" t="0" r="r" b="b"/>
              <a:pathLst>
                <a:path w="20" h="32">
                  <a:moveTo>
                    <a:pt x="0" y="22"/>
                  </a:moveTo>
                  <a:cubicBezTo>
                    <a:pt x="0" y="27"/>
                    <a:pt x="5" y="32"/>
                    <a:pt x="10" y="32"/>
                  </a:cubicBezTo>
                  <a:cubicBezTo>
                    <a:pt x="16" y="32"/>
                    <a:pt x="20" y="27"/>
                    <a:pt x="20" y="22"/>
                  </a:cubicBezTo>
                  <a:cubicBezTo>
                    <a:pt x="20" y="10"/>
                    <a:pt x="20" y="10"/>
                    <a:pt x="20" y="10"/>
                  </a:cubicBezTo>
                  <a:cubicBezTo>
                    <a:pt x="20" y="4"/>
                    <a:pt x="16" y="0"/>
                    <a:pt x="10" y="0"/>
                  </a:cubicBezTo>
                  <a:cubicBezTo>
                    <a:pt x="5" y="0"/>
                    <a:pt x="0" y="4"/>
                    <a:pt x="0" y="10"/>
                  </a:cubicBezTo>
                  <a:lnTo>
                    <a:pt x="0" y="22"/>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39" name="Freeform 430"/>
            <p:cNvSpPr>
              <a:spLocks/>
            </p:cNvSpPr>
            <p:nvPr/>
          </p:nvSpPr>
          <p:spPr bwMode="auto">
            <a:xfrm>
              <a:off x="8101013" y="4381500"/>
              <a:ext cx="23813" cy="38100"/>
            </a:xfrm>
            <a:custGeom>
              <a:avLst/>
              <a:gdLst>
                <a:gd name="T0" fmla="*/ 0 w 20"/>
                <a:gd name="T1" fmla="*/ 22 h 32"/>
                <a:gd name="T2" fmla="*/ 10 w 20"/>
                <a:gd name="T3" fmla="*/ 32 h 32"/>
                <a:gd name="T4" fmla="*/ 20 w 20"/>
                <a:gd name="T5" fmla="*/ 22 h 32"/>
                <a:gd name="T6" fmla="*/ 20 w 20"/>
                <a:gd name="T7" fmla="*/ 10 h 32"/>
                <a:gd name="T8" fmla="*/ 10 w 20"/>
                <a:gd name="T9" fmla="*/ 0 h 32"/>
                <a:gd name="T10" fmla="*/ 0 w 20"/>
                <a:gd name="T11" fmla="*/ 10 h 32"/>
                <a:gd name="T12" fmla="*/ 0 w 20"/>
                <a:gd name="T13" fmla="*/ 22 h 32"/>
              </a:gdLst>
              <a:ahLst/>
              <a:cxnLst>
                <a:cxn ang="0">
                  <a:pos x="T0" y="T1"/>
                </a:cxn>
                <a:cxn ang="0">
                  <a:pos x="T2" y="T3"/>
                </a:cxn>
                <a:cxn ang="0">
                  <a:pos x="T4" y="T5"/>
                </a:cxn>
                <a:cxn ang="0">
                  <a:pos x="T6" y="T7"/>
                </a:cxn>
                <a:cxn ang="0">
                  <a:pos x="T8" y="T9"/>
                </a:cxn>
                <a:cxn ang="0">
                  <a:pos x="T10" y="T11"/>
                </a:cxn>
                <a:cxn ang="0">
                  <a:pos x="T12" y="T13"/>
                </a:cxn>
              </a:cxnLst>
              <a:rect l="0" t="0" r="r" b="b"/>
              <a:pathLst>
                <a:path w="20" h="32">
                  <a:moveTo>
                    <a:pt x="0" y="22"/>
                  </a:moveTo>
                  <a:cubicBezTo>
                    <a:pt x="0" y="27"/>
                    <a:pt x="5" y="32"/>
                    <a:pt x="10" y="32"/>
                  </a:cubicBezTo>
                  <a:cubicBezTo>
                    <a:pt x="16" y="32"/>
                    <a:pt x="20" y="27"/>
                    <a:pt x="20" y="22"/>
                  </a:cubicBezTo>
                  <a:cubicBezTo>
                    <a:pt x="20" y="10"/>
                    <a:pt x="20" y="10"/>
                    <a:pt x="20" y="10"/>
                  </a:cubicBezTo>
                  <a:cubicBezTo>
                    <a:pt x="20" y="4"/>
                    <a:pt x="16" y="0"/>
                    <a:pt x="10" y="0"/>
                  </a:cubicBezTo>
                  <a:cubicBezTo>
                    <a:pt x="5" y="0"/>
                    <a:pt x="0" y="4"/>
                    <a:pt x="0" y="10"/>
                  </a:cubicBezTo>
                  <a:lnTo>
                    <a:pt x="0" y="22"/>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40" name="Freeform 431"/>
            <p:cNvSpPr>
              <a:spLocks/>
            </p:cNvSpPr>
            <p:nvPr/>
          </p:nvSpPr>
          <p:spPr bwMode="auto">
            <a:xfrm>
              <a:off x="8101013" y="3729038"/>
              <a:ext cx="23813" cy="39688"/>
            </a:xfrm>
            <a:custGeom>
              <a:avLst/>
              <a:gdLst>
                <a:gd name="T0" fmla="*/ 0 w 20"/>
                <a:gd name="T1" fmla="*/ 22 h 32"/>
                <a:gd name="T2" fmla="*/ 10 w 20"/>
                <a:gd name="T3" fmla="*/ 32 h 32"/>
                <a:gd name="T4" fmla="*/ 20 w 20"/>
                <a:gd name="T5" fmla="*/ 22 h 32"/>
                <a:gd name="T6" fmla="*/ 20 w 20"/>
                <a:gd name="T7" fmla="*/ 10 h 32"/>
                <a:gd name="T8" fmla="*/ 10 w 20"/>
                <a:gd name="T9" fmla="*/ 0 h 32"/>
                <a:gd name="T10" fmla="*/ 0 w 20"/>
                <a:gd name="T11" fmla="*/ 10 h 32"/>
                <a:gd name="T12" fmla="*/ 0 w 20"/>
                <a:gd name="T13" fmla="*/ 22 h 32"/>
              </a:gdLst>
              <a:ahLst/>
              <a:cxnLst>
                <a:cxn ang="0">
                  <a:pos x="T0" y="T1"/>
                </a:cxn>
                <a:cxn ang="0">
                  <a:pos x="T2" y="T3"/>
                </a:cxn>
                <a:cxn ang="0">
                  <a:pos x="T4" y="T5"/>
                </a:cxn>
                <a:cxn ang="0">
                  <a:pos x="T6" y="T7"/>
                </a:cxn>
                <a:cxn ang="0">
                  <a:pos x="T8" y="T9"/>
                </a:cxn>
                <a:cxn ang="0">
                  <a:pos x="T10" y="T11"/>
                </a:cxn>
                <a:cxn ang="0">
                  <a:pos x="T12" y="T13"/>
                </a:cxn>
              </a:cxnLst>
              <a:rect l="0" t="0" r="r" b="b"/>
              <a:pathLst>
                <a:path w="20" h="32">
                  <a:moveTo>
                    <a:pt x="0" y="22"/>
                  </a:moveTo>
                  <a:cubicBezTo>
                    <a:pt x="0" y="27"/>
                    <a:pt x="5" y="32"/>
                    <a:pt x="10" y="32"/>
                  </a:cubicBezTo>
                  <a:cubicBezTo>
                    <a:pt x="16" y="32"/>
                    <a:pt x="20" y="27"/>
                    <a:pt x="20" y="22"/>
                  </a:cubicBezTo>
                  <a:cubicBezTo>
                    <a:pt x="20" y="10"/>
                    <a:pt x="20" y="10"/>
                    <a:pt x="20" y="10"/>
                  </a:cubicBezTo>
                  <a:cubicBezTo>
                    <a:pt x="20" y="4"/>
                    <a:pt x="16" y="0"/>
                    <a:pt x="10" y="0"/>
                  </a:cubicBezTo>
                  <a:cubicBezTo>
                    <a:pt x="5" y="0"/>
                    <a:pt x="0" y="4"/>
                    <a:pt x="0" y="10"/>
                  </a:cubicBezTo>
                  <a:lnTo>
                    <a:pt x="0" y="22"/>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41" name="Freeform 432"/>
            <p:cNvSpPr>
              <a:spLocks/>
            </p:cNvSpPr>
            <p:nvPr/>
          </p:nvSpPr>
          <p:spPr bwMode="auto">
            <a:xfrm>
              <a:off x="8101013" y="4137025"/>
              <a:ext cx="23813" cy="38100"/>
            </a:xfrm>
            <a:custGeom>
              <a:avLst/>
              <a:gdLst>
                <a:gd name="T0" fmla="*/ 0 w 20"/>
                <a:gd name="T1" fmla="*/ 22 h 32"/>
                <a:gd name="T2" fmla="*/ 10 w 20"/>
                <a:gd name="T3" fmla="*/ 32 h 32"/>
                <a:gd name="T4" fmla="*/ 20 w 20"/>
                <a:gd name="T5" fmla="*/ 22 h 32"/>
                <a:gd name="T6" fmla="*/ 20 w 20"/>
                <a:gd name="T7" fmla="*/ 10 h 32"/>
                <a:gd name="T8" fmla="*/ 10 w 20"/>
                <a:gd name="T9" fmla="*/ 0 h 32"/>
                <a:gd name="T10" fmla="*/ 0 w 20"/>
                <a:gd name="T11" fmla="*/ 10 h 32"/>
                <a:gd name="T12" fmla="*/ 0 w 20"/>
                <a:gd name="T13" fmla="*/ 22 h 32"/>
              </a:gdLst>
              <a:ahLst/>
              <a:cxnLst>
                <a:cxn ang="0">
                  <a:pos x="T0" y="T1"/>
                </a:cxn>
                <a:cxn ang="0">
                  <a:pos x="T2" y="T3"/>
                </a:cxn>
                <a:cxn ang="0">
                  <a:pos x="T4" y="T5"/>
                </a:cxn>
                <a:cxn ang="0">
                  <a:pos x="T6" y="T7"/>
                </a:cxn>
                <a:cxn ang="0">
                  <a:pos x="T8" y="T9"/>
                </a:cxn>
                <a:cxn ang="0">
                  <a:pos x="T10" y="T11"/>
                </a:cxn>
                <a:cxn ang="0">
                  <a:pos x="T12" y="T13"/>
                </a:cxn>
              </a:cxnLst>
              <a:rect l="0" t="0" r="r" b="b"/>
              <a:pathLst>
                <a:path w="20" h="32">
                  <a:moveTo>
                    <a:pt x="0" y="22"/>
                  </a:moveTo>
                  <a:cubicBezTo>
                    <a:pt x="0" y="27"/>
                    <a:pt x="5" y="32"/>
                    <a:pt x="10" y="32"/>
                  </a:cubicBezTo>
                  <a:cubicBezTo>
                    <a:pt x="16" y="32"/>
                    <a:pt x="20" y="27"/>
                    <a:pt x="20" y="22"/>
                  </a:cubicBezTo>
                  <a:cubicBezTo>
                    <a:pt x="20" y="10"/>
                    <a:pt x="20" y="10"/>
                    <a:pt x="20" y="10"/>
                  </a:cubicBezTo>
                  <a:cubicBezTo>
                    <a:pt x="20" y="4"/>
                    <a:pt x="16" y="0"/>
                    <a:pt x="10" y="0"/>
                  </a:cubicBezTo>
                  <a:cubicBezTo>
                    <a:pt x="5" y="0"/>
                    <a:pt x="0" y="4"/>
                    <a:pt x="0" y="10"/>
                  </a:cubicBezTo>
                  <a:lnTo>
                    <a:pt x="0" y="22"/>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42" name="Freeform 433"/>
            <p:cNvSpPr>
              <a:spLocks/>
            </p:cNvSpPr>
            <p:nvPr/>
          </p:nvSpPr>
          <p:spPr bwMode="auto">
            <a:xfrm>
              <a:off x="8101013" y="3973513"/>
              <a:ext cx="23813" cy="38100"/>
            </a:xfrm>
            <a:custGeom>
              <a:avLst/>
              <a:gdLst>
                <a:gd name="T0" fmla="*/ 0 w 20"/>
                <a:gd name="T1" fmla="*/ 22 h 32"/>
                <a:gd name="T2" fmla="*/ 10 w 20"/>
                <a:gd name="T3" fmla="*/ 32 h 32"/>
                <a:gd name="T4" fmla="*/ 20 w 20"/>
                <a:gd name="T5" fmla="*/ 22 h 32"/>
                <a:gd name="T6" fmla="*/ 20 w 20"/>
                <a:gd name="T7" fmla="*/ 10 h 32"/>
                <a:gd name="T8" fmla="*/ 10 w 20"/>
                <a:gd name="T9" fmla="*/ 0 h 32"/>
                <a:gd name="T10" fmla="*/ 0 w 20"/>
                <a:gd name="T11" fmla="*/ 10 h 32"/>
                <a:gd name="T12" fmla="*/ 0 w 20"/>
                <a:gd name="T13" fmla="*/ 22 h 32"/>
              </a:gdLst>
              <a:ahLst/>
              <a:cxnLst>
                <a:cxn ang="0">
                  <a:pos x="T0" y="T1"/>
                </a:cxn>
                <a:cxn ang="0">
                  <a:pos x="T2" y="T3"/>
                </a:cxn>
                <a:cxn ang="0">
                  <a:pos x="T4" y="T5"/>
                </a:cxn>
                <a:cxn ang="0">
                  <a:pos x="T6" y="T7"/>
                </a:cxn>
                <a:cxn ang="0">
                  <a:pos x="T8" y="T9"/>
                </a:cxn>
                <a:cxn ang="0">
                  <a:pos x="T10" y="T11"/>
                </a:cxn>
                <a:cxn ang="0">
                  <a:pos x="T12" y="T13"/>
                </a:cxn>
              </a:cxnLst>
              <a:rect l="0" t="0" r="r" b="b"/>
              <a:pathLst>
                <a:path w="20" h="32">
                  <a:moveTo>
                    <a:pt x="0" y="22"/>
                  </a:moveTo>
                  <a:cubicBezTo>
                    <a:pt x="0" y="27"/>
                    <a:pt x="5" y="32"/>
                    <a:pt x="10" y="32"/>
                  </a:cubicBezTo>
                  <a:cubicBezTo>
                    <a:pt x="16" y="32"/>
                    <a:pt x="20" y="27"/>
                    <a:pt x="20" y="22"/>
                  </a:cubicBezTo>
                  <a:cubicBezTo>
                    <a:pt x="20" y="10"/>
                    <a:pt x="20" y="10"/>
                    <a:pt x="20" y="10"/>
                  </a:cubicBezTo>
                  <a:cubicBezTo>
                    <a:pt x="20" y="4"/>
                    <a:pt x="16" y="0"/>
                    <a:pt x="10" y="0"/>
                  </a:cubicBezTo>
                  <a:cubicBezTo>
                    <a:pt x="5" y="0"/>
                    <a:pt x="0" y="4"/>
                    <a:pt x="0" y="10"/>
                  </a:cubicBezTo>
                  <a:lnTo>
                    <a:pt x="0" y="22"/>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43" name="Freeform 434"/>
            <p:cNvSpPr>
              <a:spLocks/>
            </p:cNvSpPr>
            <p:nvPr/>
          </p:nvSpPr>
          <p:spPr bwMode="auto">
            <a:xfrm>
              <a:off x="8101013" y="4217988"/>
              <a:ext cx="23813" cy="38100"/>
            </a:xfrm>
            <a:custGeom>
              <a:avLst/>
              <a:gdLst>
                <a:gd name="T0" fmla="*/ 0 w 20"/>
                <a:gd name="T1" fmla="*/ 22 h 32"/>
                <a:gd name="T2" fmla="*/ 10 w 20"/>
                <a:gd name="T3" fmla="*/ 32 h 32"/>
                <a:gd name="T4" fmla="*/ 20 w 20"/>
                <a:gd name="T5" fmla="*/ 22 h 32"/>
                <a:gd name="T6" fmla="*/ 20 w 20"/>
                <a:gd name="T7" fmla="*/ 10 h 32"/>
                <a:gd name="T8" fmla="*/ 10 w 20"/>
                <a:gd name="T9" fmla="*/ 0 h 32"/>
                <a:gd name="T10" fmla="*/ 0 w 20"/>
                <a:gd name="T11" fmla="*/ 10 h 32"/>
                <a:gd name="T12" fmla="*/ 0 w 20"/>
                <a:gd name="T13" fmla="*/ 22 h 32"/>
              </a:gdLst>
              <a:ahLst/>
              <a:cxnLst>
                <a:cxn ang="0">
                  <a:pos x="T0" y="T1"/>
                </a:cxn>
                <a:cxn ang="0">
                  <a:pos x="T2" y="T3"/>
                </a:cxn>
                <a:cxn ang="0">
                  <a:pos x="T4" y="T5"/>
                </a:cxn>
                <a:cxn ang="0">
                  <a:pos x="T6" y="T7"/>
                </a:cxn>
                <a:cxn ang="0">
                  <a:pos x="T8" y="T9"/>
                </a:cxn>
                <a:cxn ang="0">
                  <a:pos x="T10" y="T11"/>
                </a:cxn>
                <a:cxn ang="0">
                  <a:pos x="T12" y="T13"/>
                </a:cxn>
              </a:cxnLst>
              <a:rect l="0" t="0" r="r" b="b"/>
              <a:pathLst>
                <a:path w="20" h="32">
                  <a:moveTo>
                    <a:pt x="0" y="22"/>
                  </a:moveTo>
                  <a:cubicBezTo>
                    <a:pt x="0" y="27"/>
                    <a:pt x="5" y="32"/>
                    <a:pt x="10" y="32"/>
                  </a:cubicBezTo>
                  <a:cubicBezTo>
                    <a:pt x="16" y="32"/>
                    <a:pt x="20" y="27"/>
                    <a:pt x="20" y="22"/>
                  </a:cubicBezTo>
                  <a:cubicBezTo>
                    <a:pt x="20" y="10"/>
                    <a:pt x="20" y="10"/>
                    <a:pt x="20" y="10"/>
                  </a:cubicBezTo>
                  <a:cubicBezTo>
                    <a:pt x="20" y="4"/>
                    <a:pt x="16" y="0"/>
                    <a:pt x="10" y="0"/>
                  </a:cubicBezTo>
                  <a:cubicBezTo>
                    <a:pt x="5" y="0"/>
                    <a:pt x="0" y="4"/>
                    <a:pt x="0" y="10"/>
                  </a:cubicBezTo>
                  <a:lnTo>
                    <a:pt x="0" y="22"/>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44" name="Freeform 435"/>
            <p:cNvSpPr>
              <a:spLocks/>
            </p:cNvSpPr>
            <p:nvPr/>
          </p:nvSpPr>
          <p:spPr bwMode="auto">
            <a:xfrm>
              <a:off x="8101013" y="4056063"/>
              <a:ext cx="23813" cy="38100"/>
            </a:xfrm>
            <a:custGeom>
              <a:avLst/>
              <a:gdLst>
                <a:gd name="T0" fmla="*/ 0 w 20"/>
                <a:gd name="T1" fmla="*/ 22 h 32"/>
                <a:gd name="T2" fmla="*/ 10 w 20"/>
                <a:gd name="T3" fmla="*/ 32 h 32"/>
                <a:gd name="T4" fmla="*/ 20 w 20"/>
                <a:gd name="T5" fmla="*/ 22 h 32"/>
                <a:gd name="T6" fmla="*/ 20 w 20"/>
                <a:gd name="T7" fmla="*/ 10 h 32"/>
                <a:gd name="T8" fmla="*/ 10 w 20"/>
                <a:gd name="T9" fmla="*/ 0 h 32"/>
                <a:gd name="T10" fmla="*/ 0 w 20"/>
                <a:gd name="T11" fmla="*/ 10 h 32"/>
                <a:gd name="T12" fmla="*/ 0 w 20"/>
                <a:gd name="T13" fmla="*/ 22 h 32"/>
              </a:gdLst>
              <a:ahLst/>
              <a:cxnLst>
                <a:cxn ang="0">
                  <a:pos x="T0" y="T1"/>
                </a:cxn>
                <a:cxn ang="0">
                  <a:pos x="T2" y="T3"/>
                </a:cxn>
                <a:cxn ang="0">
                  <a:pos x="T4" y="T5"/>
                </a:cxn>
                <a:cxn ang="0">
                  <a:pos x="T6" y="T7"/>
                </a:cxn>
                <a:cxn ang="0">
                  <a:pos x="T8" y="T9"/>
                </a:cxn>
                <a:cxn ang="0">
                  <a:pos x="T10" y="T11"/>
                </a:cxn>
                <a:cxn ang="0">
                  <a:pos x="T12" y="T13"/>
                </a:cxn>
              </a:cxnLst>
              <a:rect l="0" t="0" r="r" b="b"/>
              <a:pathLst>
                <a:path w="20" h="32">
                  <a:moveTo>
                    <a:pt x="0" y="22"/>
                  </a:moveTo>
                  <a:cubicBezTo>
                    <a:pt x="0" y="27"/>
                    <a:pt x="5" y="32"/>
                    <a:pt x="10" y="32"/>
                  </a:cubicBezTo>
                  <a:cubicBezTo>
                    <a:pt x="16" y="32"/>
                    <a:pt x="20" y="27"/>
                    <a:pt x="20" y="22"/>
                  </a:cubicBezTo>
                  <a:cubicBezTo>
                    <a:pt x="20" y="10"/>
                    <a:pt x="20" y="10"/>
                    <a:pt x="20" y="10"/>
                  </a:cubicBezTo>
                  <a:cubicBezTo>
                    <a:pt x="20" y="4"/>
                    <a:pt x="16" y="0"/>
                    <a:pt x="10" y="0"/>
                  </a:cubicBezTo>
                  <a:cubicBezTo>
                    <a:pt x="5" y="0"/>
                    <a:pt x="0" y="4"/>
                    <a:pt x="0" y="10"/>
                  </a:cubicBezTo>
                  <a:lnTo>
                    <a:pt x="0" y="22"/>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45" name="Freeform 436"/>
            <p:cNvSpPr>
              <a:spLocks/>
            </p:cNvSpPr>
            <p:nvPr/>
          </p:nvSpPr>
          <p:spPr bwMode="auto">
            <a:xfrm>
              <a:off x="8101013" y="4298950"/>
              <a:ext cx="23813" cy="39688"/>
            </a:xfrm>
            <a:custGeom>
              <a:avLst/>
              <a:gdLst>
                <a:gd name="T0" fmla="*/ 0 w 20"/>
                <a:gd name="T1" fmla="*/ 22 h 32"/>
                <a:gd name="T2" fmla="*/ 10 w 20"/>
                <a:gd name="T3" fmla="*/ 32 h 32"/>
                <a:gd name="T4" fmla="*/ 20 w 20"/>
                <a:gd name="T5" fmla="*/ 22 h 32"/>
                <a:gd name="T6" fmla="*/ 20 w 20"/>
                <a:gd name="T7" fmla="*/ 10 h 32"/>
                <a:gd name="T8" fmla="*/ 10 w 20"/>
                <a:gd name="T9" fmla="*/ 0 h 32"/>
                <a:gd name="T10" fmla="*/ 0 w 20"/>
                <a:gd name="T11" fmla="*/ 10 h 32"/>
                <a:gd name="T12" fmla="*/ 0 w 20"/>
                <a:gd name="T13" fmla="*/ 22 h 32"/>
              </a:gdLst>
              <a:ahLst/>
              <a:cxnLst>
                <a:cxn ang="0">
                  <a:pos x="T0" y="T1"/>
                </a:cxn>
                <a:cxn ang="0">
                  <a:pos x="T2" y="T3"/>
                </a:cxn>
                <a:cxn ang="0">
                  <a:pos x="T4" y="T5"/>
                </a:cxn>
                <a:cxn ang="0">
                  <a:pos x="T6" y="T7"/>
                </a:cxn>
                <a:cxn ang="0">
                  <a:pos x="T8" y="T9"/>
                </a:cxn>
                <a:cxn ang="0">
                  <a:pos x="T10" y="T11"/>
                </a:cxn>
                <a:cxn ang="0">
                  <a:pos x="T12" y="T13"/>
                </a:cxn>
              </a:cxnLst>
              <a:rect l="0" t="0" r="r" b="b"/>
              <a:pathLst>
                <a:path w="20" h="32">
                  <a:moveTo>
                    <a:pt x="0" y="22"/>
                  </a:moveTo>
                  <a:cubicBezTo>
                    <a:pt x="0" y="27"/>
                    <a:pt x="5" y="32"/>
                    <a:pt x="10" y="32"/>
                  </a:cubicBezTo>
                  <a:cubicBezTo>
                    <a:pt x="16" y="32"/>
                    <a:pt x="20" y="27"/>
                    <a:pt x="20" y="22"/>
                  </a:cubicBezTo>
                  <a:cubicBezTo>
                    <a:pt x="20" y="10"/>
                    <a:pt x="20" y="10"/>
                    <a:pt x="20" y="10"/>
                  </a:cubicBezTo>
                  <a:cubicBezTo>
                    <a:pt x="20" y="4"/>
                    <a:pt x="16" y="0"/>
                    <a:pt x="10" y="0"/>
                  </a:cubicBezTo>
                  <a:cubicBezTo>
                    <a:pt x="5" y="0"/>
                    <a:pt x="0" y="4"/>
                    <a:pt x="0" y="10"/>
                  </a:cubicBezTo>
                  <a:lnTo>
                    <a:pt x="0" y="22"/>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46" name="Freeform 437"/>
            <p:cNvSpPr>
              <a:spLocks/>
            </p:cNvSpPr>
            <p:nvPr/>
          </p:nvSpPr>
          <p:spPr bwMode="auto">
            <a:xfrm>
              <a:off x="8101013" y="3567113"/>
              <a:ext cx="23813" cy="38100"/>
            </a:xfrm>
            <a:custGeom>
              <a:avLst/>
              <a:gdLst>
                <a:gd name="T0" fmla="*/ 10 w 20"/>
                <a:gd name="T1" fmla="*/ 32 h 32"/>
                <a:gd name="T2" fmla="*/ 20 w 20"/>
                <a:gd name="T3" fmla="*/ 22 h 32"/>
                <a:gd name="T4" fmla="*/ 20 w 20"/>
                <a:gd name="T5" fmla="*/ 10 h 32"/>
                <a:gd name="T6" fmla="*/ 10 w 20"/>
                <a:gd name="T7" fmla="*/ 0 h 32"/>
                <a:gd name="T8" fmla="*/ 0 w 20"/>
                <a:gd name="T9" fmla="*/ 10 h 32"/>
                <a:gd name="T10" fmla="*/ 0 w 20"/>
                <a:gd name="T11" fmla="*/ 22 h 32"/>
                <a:gd name="T12" fmla="*/ 10 w 20"/>
                <a:gd name="T13" fmla="*/ 32 h 32"/>
              </a:gdLst>
              <a:ahLst/>
              <a:cxnLst>
                <a:cxn ang="0">
                  <a:pos x="T0" y="T1"/>
                </a:cxn>
                <a:cxn ang="0">
                  <a:pos x="T2" y="T3"/>
                </a:cxn>
                <a:cxn ang="0">
                  <a:pos x="T4" y="T5"/>
                </a:cxn>
                <a:cxn ang="0">
                  <a:pos x="T6" y="T7"/>
                </a:cxn>
                <a:cxn ang="0">
                  <a:pos x="T8" y="T9"/>
                </a:cxn>
                <a:cxn ang="0">
                  <a:pos x="T10" y="T11"/>
                </a:cxn>
                <a:cxn ang="0">
                  <a:pos x="T12" y="T13"/>
                </a:cxn>
              </a:cxnLst>
              <a:rect l="0" t="0" r="r" b="b"/>
              <a:pathLst>
                <a:path w="20" h="32">
                  <a:moveTo>
                    <a:pt x="10" y="32"/>
                  </a:moveTo>
                  <a:cubicBezTo>
                    <a:pt x="16" y="32"/>
                    <a:pt x="20" y="27"/>
                    <a:pt x="20" y="22"/>
                  </a:cubicBezTo>
                  <a:cubicBezTo>
                    <a:pt x="20" y="10"/>
                    <a:pt x="20" y="10"/>
                    <a:pt x="20" y="10"/>
                  </a:cubicBezTo>
                  <a:cubicBezTo>
                    <a:pt x="20" y="4"/>
                    <a:pt x="16" y="0"/>
                    <a:pt x="10" y="0"/>
                  </a:cubicBezTo>
                  <a:cubicBezTo>
                    <a:pt x="5" y="0"/>
                    <a:pt x="0" y="4"/>
                    <a:pt x="0" y="10"/>
                  </a:cubicBezTo>
                  <a:cubicBezTo>
                    <a:pt x="0" y="22"/>
                    <a:pt x="0" y="22"/>
                    <a:pt x="0" y="22"/>
                  </a:cubicBezTo>
                  <a:cubicBezTo>
                    <a:pt x="0" y="27"/>
                    <a:pt x="5" y="32"/>
                    <a:pt x="10" y="3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447" name="组合 446"/>
          <p:cNvGrpSpPr/>
          <p:nvPr/>
        </p:nvGrpSpPr>
        <p:grpSpPr>
          <a:xfrm>
            <a:off x="10675938" y="4718050"/>
            <a:ext cx="952501" cy="1306513"/>
            <a:chOff x="10675938" y="4718050"/>
            <a:chExt cx="952501" cy="1306513"/>
          </a:xfrm>
        </p:grpSpPr>
        <p:sp>
          <p:nvSpPr>
            <p:cNvPr id="448" name="Freeform 438"/>
            <p:cNvSpPr>
              <a:spLocks/>
            </p:cNvSpPr>
            <p:nvPr/>
          </p:nvSpPr>
          <p:spPr bwMode="auto">
            <a:xfrm>
              <a:off x="10987088" y="5065713"/>
              <a:ext cx="215900" cy="188913"/>
            </a:xfrm>
            <a:custGeom>
              <a:avLst/>
              <a:gdLst>
                <a:gd name="T0" fmla="*/ 180 w 180"/>
                <a:gd name="T1" fmla="*/ 90 h 158"/>
                <a:gd name="T2" fmla="*/ 90 w 180"/>
                <a:gd name="T3" fmla="*/ 0 h 158"/>
                <a:gd name="T4" fmla="*/ 0 w 180"/>
                <a:gd name="T5" fmla="*/ 90 h 158"/>
                <a:gd name="T6" fmla="*/ 32 w 180"/>
                <a:gd name="T7" fmla="*/ 158 h 158"/>
                <a:gd name="T8" fmla="*/ 148 w 180"/>
                <a:gd name="T9" fmla="*/ 158 h 158"/>
                <a:gd name="T10" fmla="*/ 180 w 180"/>
                <a:gd name="T11" fmla="*/ 90 h 158"/>
              </a:gdLst>
              <a:ahLst/>
              <a:cxnLst>
                <a:cxn ang="0">
                  <a:pos x="T0" y="T1"/>
                </a:cxn>
                <a:cxn ang="0">
                  <a:pos x="T2" y="T3"/>
                </a:cxn>
                <a:cxn ang="0">
                  <a:pos x="T4" y="T5"/>
                </a:cxn>
                <a:cxn ang="0">
                  <a:pos x="T6" y="T7"/>
                </a:cxn>
                <a:cxn ang="0">
                  <a:pos x="T8" y="T9"/>
                </a:cxn>
                <a:cxn ang="0">
                  <a:pos x="T10" y="T11"/>
                </a:cxn>
              </a:cxnLst>
              <a:rect l="0" t="0" r="r" b="b"/>
              <a:pathLst>
                <a:path w="180" h="158">
                  <a:moveTo>
                    <a:pt x="180" y="90"/>
                  </a:moveTo>
                  <a:cubicBezTo>
                    <a:pt x="180" y="40"/>
                    <a:pt x="140" y="0"/>
                    <a:pt x="90" y="0"/>
                  </a:cubicBezTo>
                  <a:cubicBezTo>
                    <a:pt x="40" y="0"/>
                    <a:pt x="0" y="40"/>
                    <a:pt x="0" y="90"/>
                  </a:cubicBezTo>
                  <a:cubicBezTo>
                    <a:pt x="0" y="117"/>
                    <a:pt x="13" y="142"/>
                    <a:pt x="32" y="158"/>
                  </a:cubicBezTo>
                  <a:cubicBezTo>
                    <a:pt x="148" y="158"/>
                    <a:pt x="148" y="158"/>
                    <a:pt x="148" y="158"/>
                  </a:cubicBezTo>
                  <a:cubicBezTo>
                    <a:pt x="168" y="142"/>
                    <a:pt x="180" y="117"/>
                    <a:pt x="180" y="9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49" name="Freeform 439"/>
            <p:cNvSpPr>
              <a:spLocks noEditPoints="1"/>
            </p:cNvSpPr>
            <p:nvPr/>
          </p:nvSpPr>
          <p:spPr bwMode="auto">
            <a:xfrm>
              <a:off x="11261726" y="5316538"/>
              <a:ext cx="307975" cy="209550"/>
            </a:xfrm>
            <a:custGeom>
              <a:avLst/>
              <a:gdLst>
                <a:gd name="T0" fmla="*/ 9 w 194"/>
                <a:gd name="T1" fmla="*/ 0 h 132"/>
                <a:gd name="T2" fmla="*/ 9 w 194"/>
                <a:gd name="T3" fmla="*/ 117 h 132"/>
                <a:gd name="T4" fmla="*/ 0 w 194"/>
                <a:gd name="T5" fmla="*/ 117 h 132"/>
                <a:gd name="T6" fmla="*/ 0 w 194"/>
                <a:gd name="T7" fmla="*/ 132 h 132"/>
                <a:gd name="T8" fmla="*/ 194 w 194"/>
                <a:gd name="T9" fmla="*/ 132 h 132"/>
                <a:gd name="T10" fmla="*/ 194 w 194"/>
                <a:gd name="T11" fmla="*/ 117 h 132"/>
                <a:gd name="T12" fmla="*/ 185 w 194"/>
                <a:gd name="T13" fmla="*/ 117 h 132"/>
                <a:gd name="T14" fmla="*/ 185 w 194"/>
                <a:gd name="T15" fmla="*/ 0 h 132"/>
                <a:gd name="T16" fmla="*/ 9 w 194"/>
                <a:gd name="T17" fmla="*/ 0 h 132"/>
                <a:gd name="T18" fmla="*/ 173 w 194"/>
                <a:gd name="T19" fmla="*/ 108 h 132"/>
                <a:gd name="T20" fmla="*/ 21 w 194"/>
                <a:gd name="T21" fmla="*/ 108 h 132"/>
                <a:gd name="T22" fmla="*/ 21 w 194"/>
                <a:gd name="T23" fmla="*/ 12 h 132"/>
                <a:gd name="T24" fmla="*/ 173 w 194"/>
                <a:gd name="T25" fmla="*/ 12 h 132"/>
                <a:gd name="T26" fmla="*/ 173 w 194"/>
                <a:gd name="T27" fmla="*/ 108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4" h="132">
                  <a:moveTo>
                    <a:pt x="9" y="0"/>
                  </a:moveTo>
                  <a:lnTo>
                    <a:pt x="9" y="117"/>
                  </a:lnTo>
                  <a:lnTo>
                    <a:pt x="0" y="117"/>
                  </a:lnTo>
                  <a:lnTo>
                    <a:pt x="0" y="132"/>
                  </a:lnTo>
                  <a:lnTo>
                    <a:pt x="194" y="132"/>
                  </a:lnTo>
                  <a:lnTo>
                    <a:pt x="194" y="117"/>
                  </a:lnTo>
                  <a:lnTo>
                    <a:pt x="185" y="117"/>
                  </a:lnTo>
                  <a:lnTo>
                    <a:pt x="185" y="0"/>
                  </a:lnTo>
                  <a:lnTo>
                    <a:pt x="9" y="0"/>
                  </a:lnTo>
                  <a:close/>
                  <a:moveTo>
                    <a:pt x="173" y="108"/>
                  </a:moveTo>
                  <a:lnTo>
                    <a:pt x="21" y="108"/>
                  </a:lnTo>
                  <a:lnTo>
                    <a:pt x="21" y="12"/>
                  </a:lnTo>
                  <a:lnTo>
                    <a:pt x="173" y="12"/>
                  </a:lnTo>
                  <a:lnTo>
                    <a:pt x="173" y="108"/>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50" name="Rectangle 440"/>
            <p:cNvSpPr>
              <a:spLocks noChangeArrowheads="1"/>
            </p:cNvSpPr>
            <p:nvPr/>
          </p:nvSpPr>
          <p:spPr bwMode="auto">
            <a:xfrm>
              <a:off x="11217276" y="5549900"/>
              <a:ext cx="411163" cy="42863"/>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51" name="Rectangle 441"/>
            <p:cNvSpPr>
              <a:spLocks noChangeArrowheads="1"/>
            </p:cNvSpPr>
            <p:nvPr/>
          </p:nvSpPr>
          <p:spPr bwMode="auto">
            <a:xfrm>
              <a:off x="10795001" y="5549900"/>
              <a:ext cx="144463" cy="42863"/>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52" name="Freeform 442"/>
            <p:cNvSpPr>
              <a:spLocks/>
            </p:cNvSpPr>
            <p:nvPr/>
          </p:nvSpPr>
          <p:spPr bwMode="auto">
            <a:xfrm>
              <a:off x="10977563" y="5748338"/>
              <a:ext cx="295275" cy="276225"/>
            </a:xfrm>
            <a:custGeom>
              <a:avLst/>
              <a:gdLst>
                <a:gd name="T0" fmla="*/ 26 w 247"/>
                <a:gd name="T1" fmla="*/ 6 h 231"/>
                <a:gd name="T2" fmla="*/ 0 w 247"/>
                <a:gd name="T3" fmla="*/ 0 h 231"/>
                <a:gd name="T4" fmla="*/ 0 w 247"/>
                <a:gd name="T5" fmla="*/ 215 h 231"/>
                <a:gd name="T6" fmla="*/ 16 w 247"/>
                <a:gd name="T7" fmla="*/ 231 h 231"/>
                <a:gd name="T8" fmla="*/ 231 w 247"/>
                <a:gd name="T9" fmla="*/ 231 h 231"/>
                <a:gd name="T10" fmla="*/ 247 w 247"/>
                <a:gd name="T11" fmla="*/ 215 h 231"/>
                <a:gd name="T12" fmla="*/ 247 w 247"/>
                <a:gd name="T13" fmla="*/ 6 h 231"/>
                <a:gd name="T14" fmla="*/ 26 w 247"/>
                <a:gd name="T15" fmla="*/ 6 h 2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7" h="231">
                  <a:moveTo>
                    <a:pt x="26" y="6"/>
                  </a:moveTo>
                  <a:cubicBezTo>
                    <a:pt x="17" y="6"/>
                    <a:pt x="8" y="4"/>
                    <a:pt x="0" y="0"/>
                  </a:cubicBezTo>
                  <a:cubicBezTo>
                    <a:pt x="0" y="215"/>
                    <a:pt x="0" y="215"/>
                    <a:pt x="0" y="215"/>
                  </a:cubicBezTo>
                  <a:cubicBezTo>
                    <a:pt x="0" y="224"/>
                    <a:pt x="7" y="231"/>
                    <a:pt x="16" y="231"/>
                  </a:cubicBezTo>
                  <a:cubicBezTo>
                    <a:pt x="231" y="231"/>
                    <a:pt x="231" y="231"/>
                    <a:pt x="231" y="231"/>
                  </a:cubicBezTo>
                  <a:cubicBezTo>
                    <a:pt x="240" y="231"/>
                    <a:pt x="247" y="224"/>
                    <a:pt x="247" y="215"/>
                  </a:cubicBezTo>
                  <a:cubicBezTo>
                    <a:pt x="247" y="6"/>
                    <a:pt x="247" y="6"/>
                    <a:pt x="247" y="6"/>
                  </a:cubicBezTo>
                  <a:lnTo>
                    <a:pt x="26" y="6"/>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53" name="Freeform 443"/>
            <p:cNvSpPr>
              <a:spLocks/>
            </p:cNvSpPr>
            <p:nvPr/>
          </p:nvSpPr>
          <p:spPr bwMode="auto">
            <a:xfrm>
              <a:off x="10675938" y="4983163"/>
              <a:ext cx="804863" cy="1030288"/>
            </a:xfrm>
            <a:custGeom>
              <a:avLst/>
              <a:gdLst>
                <a:gd name="T0" fmla="*/ 444 w 672"/>
                <a:gd name="T1" fmla="*/ 302 h 861"/>
                <a:gd name="T2" fmla="*/ 448 w 672"/>
                <a:gd name="T3" fmla="*/ 298 h 861"/>
                <a:gd name="T4" fmla="*/ 660 w 672"/>
                <a:gd name="T5" fmla="*/ 57 h 861"/>
                <a:gd name="T6" fmla="*/ 657 w 672"/>
                <a:gd name="T7" fmla="*/ 12 h 861"/>
                <a:gd name="T8" fmla="*/ 612 w 672"/>
                <a:gd name="T9" fmla="*/ 15 h 861"/>
                <a:gd name="T10" fmla="*/ 418 w 672"/>
                <a:gd name="T11" fmla="*/ 236 h 861"/>
                <a:gd name="T12" fmla="*/ 413 w 672"/>
                <a:gd name="T13" fmla="*/ 235 h 861"/>
                <a:gd name="T14" fmla="*/ 259 w 672"/>
                <a:gd name="T15" fmla="*/ 235 h 861"/>
                <a:gd name="T16" fmla="*/ 254 w 672"/>
                <a:gd name="T17" fmla="*/ 236 h 861"/>
                <a:gd name="T18" fmla="*/ 60 w 672"/>
                <a:gd name="T19" fmla="*/ 15 h 861"/>
                <a:gd name="T20" fmla="*/ 15 w 672"/>
                <a:gd name="T21" fmla="*/ 12 h 861"/>
                <a:gd name="T22" fmla="*/ 12 w 672"/>
                <a:gd name="T23" fmla="*/ 57 h 861"/>
                <a:gd name="T24" fmla="*/ 224 w 672"/>
                <a:gd name="T25" fmla="*/ 298 h 861"/>
                <a:gd name="T26" fmla="*/ 228 w 672"/>
                <a:gd name="T27" fmla="*/ 302 h 861"/>
                <a:gd name="T28" fmla="*/ 228 w 672"/>
                <a:gd name="T29" fmla="*/ 587 h 861"/>
                <a:gd name="T30" fmla="*/ 228 w 672"/>
                <a:gd name="T31" fmla="*/ 587 h 861"/>
                <a:gd name="T32" fmla="*/ 278 w 672"/>
                <a:gd name="T33" fmla="*/ 637 h 861"/>
                <a:gd name="T34" fmla="*/ 524 w 672"/>
                <a:gd name="T35" fmla="*/ 637 h 861"/>
                <a:gd name="T36" fmla="*/ 524 w 672"/>
                <a:gd name="T37" fmla="*/ 811 h 861"/>
                <a:gd name="T38" fmla="*/ 574 w 672"/>
                <a:gd name="T39" fmla="*/ 861 h 861"/>
                <a:gd name="T40" fmla="*/ 624 w 672"/>
                <a:gd name="T41" fmla="*/ 811 h 861"/>
                <a:gd name="T42" fmla="*/ 624 w 672"/>
                <a:gd name="T43" fmla="*/ 587 h 861"/>
                <a:gd name="T44" fmla="*/ 609 w 672"/>
                <a:gd name="T45" fmla="*/ 551 h 861"/>
                <a:gd name="T46" fmla="*/ 574 w 672"/>
                <a:gd name="T47" fmla="*/ 537 h 861"/>
                <a:gd name="T48" fmla="*/ 444 w 672"/>
                <a:gd name="T49" fmla="*/ 537 h 861"/>
                <a:gd name="T50" fmla="*/ 444 w 672"/>
                <a:gd name="T51" fmla="*/ 302 h 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72" h="861">
                  <a:moveTo>
                    <a:pt x="444" y="302"/>
                  </a:moveTo>
                  <a:cubicBezTo>
                    <a:pt x="446" y="301"/>
                    <a:pt x="447" y="300"/>
                    <a:pt x="448" y="298"/>
                  </a:cubicBezTo>
                  <a:cubicBezTo>
                    <a:pt x="660" y="57"/>
                    <a:pt x="660" y="57"/>
                    <a:pt x="660" y="57"/>
                  </a:cubicBezTo>
                  <a:cubicBezTo>
                    <a:pt x="672" y="44"/>
                    <a:pt x="671" y="23"/>
                    <a:pt x="657" y="12"/>
                  </a:cubicBezTo>
                  <a:cubicBezTo>
                    <a:pt x="644" y="0"/>
                    <a:pt x="624" y="1"/>
                    <a:pt x="612" y="15"/>
                  </a:cubicBezTo>
                  <a:cubicBezTo>
                    <a:pt x="418" y="236"/>
                    <a:pt x="418" y="236"/>
                    <a:pt x="418" y="236"/>
                  </a:cubicBezTo>
                  <a:cubicBezTo>
                    <a:pt x="416" y="236"/>
                    <a:pt x="415" y="235"/>
                    <a:pt x="413" y="235"/>
                  </a:cubicBezTo>
                  <a:cubicBezTo>
                    <a:pt x="259" y="235"/>
                    <a:pt x="259" y="235"/>
                    <a:pt x="259" y="235"/>
                  </a:cubicBezTo>
                  <a:cubicBezTo>
                    <a:pt x="257" y="235"/>
                    <a:pt x="256" y="236"/>
                    <a:pt x="254" y="236"/>
                  </a:cubicBezTo>
                  <a:cubicBezTo>
                    <a:pt x="60" y="15"/>
                    <a:pt x="60" y="15"/>
                    <a:pt x="60" y="15"/>
                  </a:cubicBezTo>
                  <a:cubicBezTo>
                    <a:pt x="49" y="1"/>
                    <a:pt x="28" y="0"/>
                    <a:pt x="15" y="12"/>
                  </a:cubicBezTo>
                  <a:cubicBezTo>
                    <a:pt x="2" y="23"/>
                    <a:pt x="0" y="44"/>
                    <a:pt x="12" y="57"/>
                  </a:cubicBezTo>
                  <a:cubicBezTo>
                    <a:pt x="224" y="298"/>
                    <a:pt x="224" y="298"/>
                    <a:pt x="224" y="298"/>
                  </a:cubicBezTo>
                  <a:cubicBezTo>
                    <a:pt x="225" y="300"/>
                    <a:pt x="227" y="301"/>
                    <a:pt x="228" y="302"/>
                  </a:cubicBezTo>
                  <a:cubicBezTo>
                    <a:pt x="228" y="587"/>
                    <a:pt x="228" y="587"/>
                    <a:pt x="228" y="587"/>
                  </a:cubicBezTo>
                  <a:cubicBezTo>
                    <a:pt x="228" y="587"/>
                    <a:pt x="228" y="587"/>
                    <a:pt x="228" y="587"/>
                  </a:cubicBezTo>
                  <a:cubicBezTo>
                    <a:pt x="228" y="614"/>
                    <a:pt x="250" y="637"/>
                    <a:pt x="278" y="637"/>
                  </a:cubicBezTo>
                  <a:cubicBezTo>
                    <a:pt x="524" y="637"/>
                    <a:pt x="524" y="637"/>
                    <a:pt x="524" y="637"/>
                  </a:cubicBezTo>
                  <a:cubicBezTo>
                    <a:pt x="524" y="811"/>
                    <a:pt x="524" y="811"/>
                    <a:pt x="524" y="811"/>
                  </a:cubicBezTo>
                  <a:cubicBezTo>
                    <a:pt x="524" y="838"/>
                    <a:pt x="546" y="861"/>
                    <a:pt x="574" y="861"/>
                  </a:cubicBezTo>
                  <a:cubicBezTo>
                    <a:pt x="602" y="861"/>
                    <a:pt x="624" y="838"/>
                    <a:pt x="624" y="811"/>
                  </a:cubicBezTo>
                  <a:cubicBezTo>
                    <a:pt x="624" y="587"/>
                    <a:pt x="624" y="587"/>
                    <a:pt x="624" y="587"/>
                  </a:cubicBezTo>
                  <a:cubicBezTo>
                    <a:pt x="624" y="574"/>
                    <a:pt x="619" y="561"/>
                    <a:pt x="609" y="551"/>
                  </a:cubicBezTo>
                  <a:cubicBezTo>
                    <a:pt x="600" y="542"/>
                    <a:pt x="587" y="537"/>
                    <a:pt x="574" y="537"/>
                  </a:cubicBezTo>
                  <a:cubicBezTo>
                    <a:pt x="444" y="537"/>
                    <a:pt x="444" y="537"/>
                    <a:pt x="444" y="537"/>
                  </a:cubicBezTo>
                  <a:lnTo>
                    <a:pt x="444" y="302"/>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54" name="Freeform 444"/>
            <p:cNvSpPr>
              <a:spLocks/>
            </p:cNvSpPr>
            <p:nvPr/>
          </p:nvSpPr>
          <p:spPr bwMode="auto">
            <a:xfrm>
              <a:off x="10825163" y="4819650"/>
              <a:ext cx="74613" cy="104775"/>
            </a:xfrm>
            <a:custGeom>
              <a:avLst/>
              <a:gdLst>
                <a:gd name="T0" fmla="*/ 19 w 62"/>
                <a:gd name="T1" fmla="*/ 20 h 88"/>
                <a:gd name="T2" fmla="*/ 34 w 62"/>
                <a:gd name="T3" fmla="*/ 12 h 88"/>
                <a:gd name="T4" fmla="*/ 42 w 62"/>
                <a:gd name="T5" fmla="*/ 13 h 88"/>
                <a:gd name="T6" fmla="*/ 46 w 62"/>
                <a:gd name="T7" fmla="*/ 19 h 88"/>
                <a:gd name="T8" fmla="*/ 54 w 62"/>
                <a:gd name="T9" fmla="*/ 8 h 88"/>
                <a:gd name="T10" fmla="*/ 48 w 62"/>
                <a:gd name="T11" fmla="*/ 1 h 88"/>
                <a:gd name="T12" fmla="*/ 33 w 62"/>
                <a:gd name="T13" fmla="*/ 1 h 88"/>
                <a:gd name="T14" fmla="*/ 9 w 62"/>
                <a:gd name="T15" fmla="*/ 14 h 88"/>
                <a:gd name="T16" fmla="*/ 1 w 62"/>
                <a:gd name="T17" fmla="*/ 34 h 88"/>
                <a:gd name="T18" fmla="*/ 6 w 62"/>
                <a:gd name="T19" fmla="*/ 43 h 88"/>
                <a:gd name="T20" fmla="*/ 16 w 62"/>
                <a:gd name="T21" fmla="*/ 47 h 88"/>
                <a:gd name="T22" fmla="*/ 34 w 62"/>
                <a:gd name="T23" fmla="*/ 50 h 88"/>
                <a:gd name="T24" fmla="*/ 45 w 62"/>
                <a:gd name="T25" fmla="*/ 52 h 88"/>
                <a:gd name="T26" fmla="*/ 48 w 62"/>
                <a:gd name="T27" fmla="*/ 55 h 88"/>
                <a:gd name="T28" fmla="*/ 39 w 62"/>
                <a:gd name="T29" fmla="*/ 66 h 88"/>
                <a:gd name="T30" fmla="*/ 22 w 62"/>
                <a:gd name="T31" fmla="*/ 74 h 88"/>
                <a:gd name="T32" fmla="*/ 12 w 62"/>
                <a:gd name="T33" fmla="*/ 74 h 88"/>
                <a:gd name="T34" fmla="*/ 10 w 62"/>
                <a:gd name="T35" fmla="*/ 74 h 88"/>
                <a:gd name="T36" fmla="*/ 7 w 62"/>
                <a:gd name="T37" fmla="*/ 77 h 88"/>
                <a:gd name="T38" fmla="*/ 6 w 62"/>
                <a:gd name="T39" fmla="*/ 82 h 88"/>
                <a:gd name="T40" fmla="*/ 10 w 62"/>
                <a:gd name="T41" fmla="*/ 86 h 88"/>
                <a:gd name="T42" fmla="*/ 19 w 62"/>
                <a:gd name="T43" fmla="*/ 87 h 88"/>
                <a:gd name="T44" fmla="*/ 49 w 62"/>
                <a:gd name="T45" fmla="*/ 72 h 88"/>
                <a:gd name="T46" fmla="*/ 60 w 62"/>
                <a:gd name="T47" fmla="*/ 51 h 88"/>
                <a:gd name="T48" fmla="*/ 52 w 62"/>
                <a:gd name="T49" fmla="*/ 42 h 88"/>
                <a:gd name="T50" fmla="*/ 33 w 62"/>
                <a:gd name="T51" fmla="*/ 38 h 88"/>
                <a:gd name="T52" fmla="*/ 17 w 62"/>
                <a:gd name="T53" fmla="*/ 35 h 88"/>
                <a:gd name="T54" fmla="*/ 13 w 62"/>
                <a:gd name="T55" fmla="*/ 30 h 88"/>
                <a:gd name="T56" fmla="*/ 19 w 62"/>
                <a:gd name="T57" fmla="*/ 2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2" h="88">
                  <a:moveTo>
                    <a:pt x="19" y="20"/>
                  </a:moveTo>
                  <a:cubicBezTo>
                    <a:pt x="23" y="16"/>
                    <a:pt x="28" y="13"/>
                    <a:pt x="34" y="12"/>
                  </a:cubicBezTo>
                  <a:cubicBezTo>
                    <a:pt x="37" y="12"/>
                    <a:pt x="40" y="12"/>
                    <a:pt x="42" y="13"/>
                  </a:cubicBezTo>
                  <a:cubicBezTo>
                    <a:pt x="44" y="14"/>
                    <a:pt x="45" y="16"/>
                    <a:pt x="46" y="19"/>
                  </a:cubicBezTo>
                  <a:cubicBezTo>
                    <a:pt x="53" y="18"/>
                    <a:pt x="55" y="14"/>
                    <a:pt x="54" y="8"/>
                  </a:cubicBezTo>
                  <a:cubicBezTo>
                    <a:pt x="54" y="5"/>
                    <a:pt x="51" y="3"/>
                    <a:pt x="48" y="1"/>
                  </a:cubicBezTo>
                  <a:cubicBezTo>
                    <a:pt x="44" y="0"/>
                    <a:pt x="39" y="0"/>
                    <a:pt x="33" y="1"/>
                  </a:cubicBezTo>
                  <a:cubicBezTo>
                    <a:pt x="23" y="3"/>
                    <a:pt x="15" y="7"/>
                    <a:pt x="9" y="14"/>
                  </a:cubicBezTo>
                  <a:cubicBezTo>
                    <a:pt x="2" y="21"/>
                    <a:pt x="0" y="28"/>
                    <a:pt x="1" y="34"/>
                  </a:cubicBezTo>
                  <a:cubicBezTo>
                    <a:pt x="2" y="38"/>
                    <a:pt x="3" y="41"/>
                    <a:pt x="6" y="43"/>
                  </a:cubicBezTo>
                  <a:cubicBezTo>
                    <a:pt x="8" y="45"/>
                    <a:pt x="12" y="47"/>
                    <a:pt x="16" y="47"/>
                  </a:cubicBezTo>
                  <a:cubicBezTo>
                    <a:pt x="20" y="48"/>
                    <a:pt x="26" y="49"/>
                    <a:pt x="34" y="50"/>
                  </a:cubicBezTo>
                  <a:cubicBezTo>
                    <a:pt x="39" y="51"/>
                    <a:pt x="43" y="51"/>
                    <a:pt x="45" y="52"/>
                  </a:cubicBezTo>
                  <a:cubicBezTo>
                    <a:pt x="46" y="53"/>
                    <a:pt x="47" y="54"/>
                    <a:pt x="48" y="55"/>
                  </a:cubicBezTo>
                  <a:cubicBezTo>
                    <a:pt x="48" y="58"/>
                    <a:pt x="46" y="62"/>
                    <a:pt x="39" y="66"/>
                  </a:cubicBezTo>
                  <a:cubicBezTo>
                    <a:pt x="33" y="70"/>
                    <a:pt x="28" y="73"/>
                    <a:pt x="22" y="74"/>
                  </a:cubicBezTo>
                  <a:cubicBezTo>
                    <a:pt x="19" y="75"/>
                    <a:pt x="16" y="74"/>
                    <a:pt x="12" y="74"/>
                  </a:cubicBezTo>
                  <a:cubicBezTo>
                    <a:pt x="11" y="74"/>
                    <a:pt x="10" y="74"/>
                    <a:pt x="10" y="74"/>
                  </a:cubicBezTo>
                  <a:cubicBezTo>
                    <a:pt x="8" y="74"/>
                    <a:pt x="7" y="75"/>
                    <a:pt x="7" y="77"/>
                  </a:cubicBezTo>
                  <a:cubicBezTo>
                    <a:pt x="6" y="78"/>
                    <a:pt x="6" y="80"/>
                    <a:pt x="6" y="82"/>
                  </a:cubicBezTo>
                  <a:cubicBezTo>
                    <a:pt x="7" y="84"/>
                    <a:pt x="8" y="85"/>
                    <a:pt x="10" y="86"/>
                  </a:cubicBezTo>
                  <a:cubicBezTo>
                    <a:pt x="13" y="87"/>
                    <a:pt x="16" y="88"/>
                    <a:pt x="19" y="87"/>
                  </a:cubicBezTo>
                  <a:cubicBezTo>
                    <a:pt x="30" y="85"/>
                    <a:pt x="40" y="80"/>
                    <a:pt x="49" y="72"/>
                  </a:cubicBezTo>
                  <a:cubicBezTo>
                    <a:pt x="58" y="65"/>
                    <a:pt x="62" y="58"/>
                    <a:pt x="60" y="51"/>
                  </a:cubicBezTo>
                  <a:cubicBezTo>
                    <a:pt x="60" y="47"/>
                    <a:pt x="57" y="44"/>
                    <a:pt x="52" y="42"/>
                  </a:cubicBezTo>
                  <a:cubicBezTo>
                    <a:pt x="48" y="40"/>
                    <a:pt x="41" y="39"/>
                    <a:pt x="33" y="38"/>
                  </a:cubicBezTo>
                  <a:cubicBezTo>
                    <a:pt x="25" y="38"/>
                    <a:pt x="19" y="37"/>
                    <a:pt x="17" y="35"/>
                  </a:cubicBezTo>
                  <a:cubicBezTo>
                    <a:pt x="15" y="34"/>
                    <a:pt x="14" y="33"/>
                    <a:pt x="13" y="30"/>
                  </a:cubicBezTo>
                  <a:cubicBezTo>
                    <a:pt x="13" y="27"/>
                    <a:pt x="14" y="24"/>
                    <a:pt x="19" y="2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55" name="Freeform 445"/>
            <p:cNvSpPr>
              <a:spLocks/>
            </p:cNvSpPr>
            <p:nvPr/>
          </p:nvSpPr>
          <p:spPr bwMode="auto">
            <a:xfrm>
              <a:off x="10910888" y="4830763"/>
              <a:ext cx="66675" cy="73025"/>
            </a:xfrm>
            <a:custGeom>
              <a:avLst/>
              <a:gdLst>
                <a:gd name="T0" fmla="*/ 13 w 56"/>
                <a:gd name="T1" fmla="*/ 20 h 60"/>
                <a:gd name="T2" fmla="*/ 13 w 56"/>
                <a:gd name="T3" fmla="*/ 9 h 60"/>
                <a:gd name="T4" fmla="*/ 10 w 56"/>
                <a:gd name="T5" fmla="*/ 5 h 60"/>
                <a:gd name="T6" fmla="*/ 5 w 56"/>
                <a:gd name="T7" fmla="*/ 4 h 60"/>
                <a:gd name="T8" fmla="*/ 0 w 56"/>
                <a:gd name="T9" fmla="*/ 10 h 60"/>
                <a:gd name="T10" fmla="*/ 0 w 56"/>
                <a:gd name="T11" fmla="*/ 26 h 60"/>
                <a:gd name="T12" fmla="*/ 1 w 56"/>
                <a:gd name="T13" fmla="*/ 45 h 60"/>
                <a:gd name="T14" fmla="*/ 7 w 56"/>
                <a:gd name="T15" fmla="*/ 57 h 60"/>
                <a:gd name="T16" fmla="*/ 16 w 56"/>
                <a:gd name="T17" fmla="*/ 59 h 60"/>
                <a:gd name="T18" fmla="*/ 28 w 56"/>
                <a:gd name="T19" fmla="*/ 51 h 60"/>
                <a:gd name="T20" fmla="*/ 37 w 56"/>
                <a:gd name="T21" fmla="*/ 35 h 60"/>
                <a:gd name="T22" fmla="*/ 42 w 56"/>
                <a:gd name="T23" fmla="*/ 50 h 60"/>
                <a:gd name="T24" fmla="*/ 49 w 56"/>
                <a:gd name="T25" fmla="*/ 54 h 60"/>
                <a:gd name="T26" fmla="*/ 54 w 56"/>
                <a:gd name="T27" fmla="*/ 51 h 60"/>
                <a:gd name="T28" fmla="*/ 56 w 56"/>
                <a:gd name="T29" fmla="*/ 47 h 60"/>
                <a:gd name="T30" fmla="*/ 54 w 56"/>
                <a:gd name="T31" fmla="*/ 46 h 60"/>
                <a:gd name="T32" fmla="*/ 46 w 56"/>
                <a:gd name="T33" fmla="*/ 31 h 60"/>
                <a:gd name="T34" fmla="*/ 45 w 56"/>
                <a:gd name="T35" fmla="*/ 9 h 60"/>
                <a:gd name="T36" fmla="*/ 45 w 56"/>
                <a:gd name="T37" fmla="*/ 6 h 60"/>
                <a:gd name="T38" fmla="*/ 39 w 56"/>
                <a:gd name="T39" fmla="*/ 1 h 60"/>
                <a:gd name="T40" fmla="*/ 34 w 56"/>
                <a:gd name="T41" fmla="*/ 5 h 60"/>
                <a:gd name="T42" fmla="*/ 33 w 56"/>
                <a:gd name="T43" fmla="*/ 17 h 60"/>
                <a:gd name="T44" fmla="*/ 26 w 56"/>
                <a:gd name="T45" fmla="*/ 36 h 60"/>
                <a:gd name="T46" fmla="*/ 16 w 56"/>
                <a:gd name="T47" fmla="*/ 47 h 60"/>
                <a:gd name="T48" fmla="*/ 12 w 56"/>
                <a:gd name="T49" fmla="*/ 41 h 60"/>
                <a:gd name="T50" fmla="*/ 12 w 56"/>
                <a:gd name="T51" fmla="*/ 31 h 60"/>
                <a:gd name="T52" fmla="*/ 13 w 56"/>
                <a:gd name="T53" fmla="*/ 2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6" h="60">
                  <a:moveTo>
                    <a:pt x="13" y="20"/>
                  </a:moveTo>
                  <a:cubicBezTo>
                    <a:pt x="13" y="15"/>
                    <a:pt x="14" y="11"/>
                    <a:pt x="13" y="9"/>
                  </a:cubicBezTo>
                  <a:cubicBezTo>
                    <a:pt x="13" y="7"/>
                    <a:pt x="12" y="6"/>
                    <a:pt x="10" y="5"/>
                  </a:cubicBezTo>
                  <a:cubicBezTo>
                    <a:pt x="9" y="4"/>
                    <a:pt x="7" y="4"/>
                    <a:pt x="5" y="4"/>
                  </a:cubicBezTo>
                  <a:cubicBezTo>
                    <a:pt x="2" y="5"/>
                    <a:pt x="1" y="6"/>
                    <a:pt x="0" y="10"/>
                  </a:cubicBezTo>
                  <a:cubicBezTo>
                    <a:pt x="1" y="13"/>
                    <a:pt x="1" y="18"/>
                    <a:pt x="0" y="26"/>
                  </a:cubicBezTo>
                  <a:cubicBezTo>
                    <a:pt x="0" y="34"/>
                    <a:pt x="0" y="41"/>
                    <a:pt x="1" y="45"/>
                  </a:cubicBezTo>
                  <a:cubicBezTo>
                    <a:pt x="2" y="50"/>
                    <a:pt x="4" y="54"/>
                    <a:pt x="7" y="57"/>
                  </a:cubicBezTo>
                  <a:cubicBezTo>
                    <a:pt x="11" y="59"/>
                    <a:pt x="14" y="60"/>
                    <a:pt x="16" y="59"/>
                  </a:cubicBezTo>
                  <a:cubicBezTo>
                    <a:pt x="21" y="58"/>
                    <a:pt x="25" y="56"/>
                    <a:pt x="28" y="51"/>
                  </a:cubicBezTo>
                  <a:cubicBezTo>
                    <a:pt x="32" y="47"/>
                    <a:pt x="35" y="41"/>
                    <a:pt x="37" y="35"/>
                  </a:cubicBezTo>
                  <a:cubicBezTo>
                    <a:pt x="38" y="41"/>
                    <a:pt x="40" y="46"/>
                    <a:pt x="42" y="50"/>
                  </a:cubicBezTo>
                  <a:cubicBezTo>
                    <a:pt x="44" y="53"/>
                    <a:pt x="47" y="55"/>
                    <a:pt x="49" y="54"/>
                  </a:cubicBezTo>
                  <a:cubicBezTo>
                    <a:pt x="51" y="54"/>
                    <a:pt x="53" y="53"/>
                    <a:pt x="54" y="51"/>
                  </a:cubicBezTo>
                  <a:cubicBezTo>
                    <a:pt x="56" y="50"/>
                    <a:pt x="56" y="49"/>
                    <a:pt x="56" y="47"/>
                  </a:cubicBezTo>
                  <a:cubicBezTo>
                    <a:pt x="56" y="47"/>
                    <a:pt x="55" y="46"/>
                    <a:pt x="54" y="46"/>
                  </a:cubicBezTo>
                  <a:cubicBezTo>
                    <a:pt x="51" y="44"/>
                    <a:pt x="48" y="39"/>
                    <a:pt x="46" y="31"/>
                  </a:cubicBezTo>
                  <a:cubicBezTo>
                    <a:pt x="45" y="23"/>
                    <a:pt x="45" y="16"/>
                    <a:pt x="45" y="9"/>
                  </a:cubicBezTo>
                  <a:cubicBezTo>
                    <a:pt x="46" y="8"/>
                    <a:pt x="46" y="6"/>
                    <a:pt x="45" y="6"/>
                  </a:cubicBezTo>
                  <a:cubicBezTo>
                    <a:pt x="45" y="2"/>
                    <a:pt x="43" y="0"/>
                    <a:pt x="39" y="1"/>
                  </a:cubicBezTo>
                  <a:cubicBezTo>
                    <a:pt x="37" y="1"/>
                    <a:pt x="35" y="3"/>
                    <a:pt x="34" y="5"/>
                  </a:cubicBezTo>
                  <a:cubicBezTo>
                    <a:pt x="34" y="7"/>
                    <a:pt x="33" y="11"/>
                    <a:pt x="33" y="17"/>
                  </a:cubicBezTo>
                  <a:cubicBezTo>
                    <a:pt x="32" y="23"/>
                    <a:pt x="30" y="30"/>
                    <a:pt x="26" y="36"/>
                  </a:cubicBezTo>
                  <a:cubicBezTo>
                    <a:pt x="22" y="43"/>
                    <a:pt x="19" y="47"/>
                    <a:pt x="16" y="47"/>
                  </a:cubicBezTo>
                  <a:cubicBezTo>
                    <a:pt x="14" y="48"/>
                    <a:pt x="13" y="46"/>
                    <a:pt x="12" y="41"/>
                  </a:cubicBezTo>
                  <a:cubicBezTo>
                    <a:pt x="11" y="40"/>
                    <a:pt x="11" y="37"/>
                    <a:pt x="12" y="31"/>
                  </a:cubicBezTo>
                  <a:cubicBezTo>
                    <a:pt x="12" y="26"/>
                    <a:pt x="12" y="22"/>
                    <a:pt x="13" y="2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56" name="Freeform 446"/>
            <p:cNvSpPr>
              <a:spLocks/>
            </p:cNvSpPr>
            <p:nvPr/>
          </p:nvSpPr>
          <p:spPr bwMode="auto">
            <a:xfrm>
              <a:off x="10983913" y="4811713"/>
              <a:ext cx="57150" cy="77788"/>
            </a:xfrm>
            <a:custGeom>
              <a:avLst/>
              <a:gdLst>
                <a:gd name="T0" fmla="*/ 25 w 48"/>
                <a:gd name="T1" fmla="*/ 12 h 65"/>
                <a:gd name="T2" fmla="*/ 29 w 48"/>
                <a:gd name="T3" fmla="*/ 17 h 65"/>
                <a:gd name="T4" fmla="*/ 36 w 48"/>
                <a:gd name="T5" fmla="*/ 23 h 65"/>
                <a:gd name="T6" fmla="*/ 39 w 48"/>
                <a:gd name="T7" fmla="*/ 20 h 65"/>
                <a:gd name="T8" fmla="*/ 39 w 48"/>
                <a:gd name="T9" fmla="*/ 13 h 65"/>
                <a:gd name="T10" fmla="*/ 34 w 48"/>
                <a:gd name="T11" fmla="*/ 4 h 65"/>
                <a:gd name="T12" fmla="*/ 25 w 48"/>
                <a:gd name="T13" fmla="*/ 1 h 65"/>
                <a:gd name="T14" fmla="*/ 7 w 48"/>
                <a:gd name="T15" fmla="*/ 20 h 65"/>
                <a:gd name="T16" fmla="*/ 2 w 48"/>
                <a:gd name="T17" fmla="*/ 50 h 65"/>
                <a:gd name="T18" fmla="*/ 9 w 48"/>
                <a:gd name="T19" fmla="*/ 62 h 65"/>
                <a:gd name="T20" fmla="*/ 23 w 48"/>
                <a:gd name="T21" fmla="*/ 64 h 65"/>
                <a:gd name="T22" fmla="*/ 41 w 48"/>
                <a:gd name="T23" fmla="*/ 54 h 65"/>
                <a:gd name="T24" fmla="*/ 48 w 48"/>
                <a:gd name="T25" fmla="*/ 41 h 65"/>
                <a:gd name="T26" fmla="*/ 44 w 48"/>
                <a:gd name="T27" fmla="*/ 39 h 65"/>
                <a:gd name="T28" fmla="*/ 39 w 48"/>
                <a:gd name="T29" fmla="*/ 43 h 65"/>
                <a:gd name="T30" fmla="*/ 23 w 48"/>
                <a:gd name="T31" fmla="*/ 52 h 65"/>
                <a:gd name="T32" fmla="*/ 14 w 48"/>
                <a:gd name="T33" fmla="*/ 47 h 65"/>
                <a:gd name="T34" fmla="*/ 17 w 48"/>
                <a:gd name="T35" fmla="*/ 26 h 65"/>
                <a:gd name="T36" fmla="*/ 25 w 48"/>
                <a:gd name="T37" fmla="*/ 1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8" h="65">
                  <a:moveTo>
                    <a:pt x="25" y="12"/>
                  </a:moveTo>
                  <a:cubicBezTo>
                    <a:pt x="26" y="12"/>
                    <a:pt x="28" y="14"/>
                    <a:pt x="29" y="17"/>
                  </a:cubicBezTo>
                  <a:cubicBezTo>
                    <a:pt x="30" y="21"/>
                    <a:pt x="32" y="23"/>
                    <a:pt x="36" y="23"/>
                  </a:cubicBezTo>
                  <a:cubicBezTo>
                    <a:pt x="37" y="22"/>
                    <a:pt x="38" y="21"/>
                    <a:pt x="39" y="20"/>
                  </a:cubicBezTo>
                  <a:cubicBezTo>
                    <a:pt x="40" y="19"/>
                    <a:pt x="40" y="16"/>
                    <a:pt x="39" y="13"/>
                  </a:cubicBezTo>
                  <a:cubicBezTo>
                    <a:pt x="39" y="10"/>
                    <a:pt x="37" y="6"/>
                    <a:pt x="34" y="4"/>
                  </a:cubicBezTo>
                  <a:cubicBezTo>
                    <a:pt x="31" y="1"/>
                    <a:pt x="28" y="0"/>
                    <a:pt x="25" y="1"/>
                  </a:cubicBezTo>
                  <a:cubicBezTo>
                    <a:pt x="18" y="2"/>
                    <a:pt x="12" y="8"/>
                    <a:pt x="7" y="20"/>
                  </a:cubicBezTo>
                  <a:cubicBezTo>
                    <a:pt x="2" y="31"/>
                    <a:pt x="0" y="41"/>
                    <a:pt x="2" y="50"/>
                  </a:cubicBezTo>
                  <a:cubicBezTo>
                    <a:pt x="3" y="55"/>
                    <a:pt x="6" y="59"/>
                    <a:pt x="9" y="62"/>
                  </a:cubicBezTo>
                  <a:cubicBezTo>
                    <a:pt x="13" y="64"/>
                    <a:pt x="17" y="65"/>
                    <a:pt x="23" y="64"/>
                  </a:cubicBezTo>
                  <a:cubicBezTo>
                    <a:pt x="30" y="62"/>
                    <a:pt x="35" y="59"/>
                    <a:pt x="41" y="54"/>
                  </a:cubicBezTo>
                  <a:cubicBezTo>
                    <a:pt x="46" y="48"/>
                    <a:pt x="48" y="44"/>
                    <a:pt x="48" y="41"/>
                  </a:cubicBezTo>
                  <a:cubicBezTo>
                    <a:pt x="47" y="40"/>
                    <a:pt x="46" y="39"/>
                    <a:pt x="44" y="39"/>
                  </a:cubicBezTo>
                  <a:cubicBezTo>
                    <a:pt x="43" y="39"/>
                    <a:pt x="41" y="41"/>
                    <a:pt x="39" y="43"/>
                  </a:cubicBezTo>
                  <a:cubicBezTo>
                    <a:pt x="34" y="48"/>
                    <a:pt x="29" y="51"/>
                    <a:pt x="23" y="52"/>
                  </a:cubicBezTo>
                  <a:cubicBezTo>
                    <a:pt x="18" y="53"/>
                    <a:pt x="15" y="52"/>
                    <a:pt x="14" y="47"/>
                  </a:cubicBezTo>
                  <a:cubicBezTo>
                    <a:pt x="13" y="41"/>
                    <a:pt x="14" y="34"/>
                    <a:pt x="17" y="26"/>
                  </a:cubicBezTo>
                  <a:cubicBezTo>
                    <a:pt x="20" y="17"/>
                    <a:pt x="22" y="13"/>
                    <a:pt x="25" y="1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57" name="Freeform 447"/>
            <p:cNvSpPr>
              <a:spLocks/>
            </p:cNvSpPr>
            <p:nvPr/>
          </p:nvSpPr>
          <p:spPr bwMode="auto">
            <a:xfrm>
              <a:off x="11047413" y="4799013"/>
              <a:ext cx="57150" cy="77788"/>
            </a:xfrm>
            <a:custGeom>
              <a:avLst/>
              <a:gdLst>
                <a:gd name="T0" fmla="*/ 25 w 48"/>
                <a:gd name="T1" fmla="*/ 13 h 65"/>
                <a:gd name="T2" fmla="*/ 29 w 48"/>
                <a:gd name="T3" fmla="*/ 17 h 65"/>
                <a:gd name="T4" fmla="*/ 36 w 48"/>
                <a:gd name="T5" fmla="*/ 23 h 65"/>
                <a:gd name="T6" fmla="*/ 39 w 48"/>
                <a:gd name="T7" fmla="*/ 20 h 65"/>
                <a:gd name="T8" fmla="*/ 39 w 48"/>
                <a:gd name="T9" fmla="*/ 13 h 65"/>
                <a:gd name="T10" fmla="*/ 34 w 48"/>
                <a:gd name="T11" fmla="*/ 4 h 65"/>
                <a:gd name="T12" fmla="*/ 25 w 48"/>
                <a:gd name="T13" fmla="*/ 1 h 65"/>
                <a:gd name="T14" fmla="*/ 7 w 48"/>
                <a:gd name="T15" fmla="*/ 20 h 65"/>
                <a:gd name="T16" fmla="*/ 2 w 48"/>
                <a:gd name="T17" fmla="*/ 50 h 65"/>
                <a:gd name="T18" fmla="*/ 9 w 48"/>
                <a:gd name="T19" fmla="*/ 62 h 65"/>
                <a:gd name="T20" fmla="*/ 23 w 48"/>
                <a:gd name="T21" fmla="*/ 64 h 65"/>
                <a:gd name="T22" fmla="*/ 41 w 48"/>
                <a:gd name="T23" fmla="*/ 54 h 65"/>
                <a:gd name="T24" fmla="*/ 48 w 48"/>
                <a:gd name="T25" fmla="*/ 42 h 65"/>
                <a:gd name="T26" fmla="*/ 44 w 48"/>
                <a:gd name="T27" fmla="*/ 40 h 65"/>
                <a:gd name="T28" fmla="*/ 39 w 48"/>
                <a:gd name="T29" fmla="*/ 44 h 65"/>
                <a:gd name="T30" fmla="*/ 23 w 48"/>
                <a:gd name="T31" fmla="*/ 53 h 65"/>
                <a:gd name="T32" fmla="*/ 14 w 48"/>
                <a:gd name="T33" fmla="*/ 47 h 65"/>
                <a:gd name="T34" fmla="*/ 17 w 48"/>
                <a:gd name="T35" fmla="*/ 26 h 65"/>
                <a:gd name="T36" fmla="*/ 25 w 48"/>
                <a:gd name="T37" fmla="*/ 13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8" h="65">
                  <a:moveTo>
                    <a:pt x="25" y="13"/>
                  </a:moveTo>
                  <a:cubicBezTo>
                    <a:pt x="26" y="12"/>
                    <a:pt x="27" y="14"/>
                    <a:pt x="29" y="17"/>
                  </a:cubicBezTo>
                  <a:cubicBezTo>
                    <a:pt x="30" y="22"/>
                    <a:pt x="32" y="24"/>
                    <a:pt x="36" y="23"/>
                  </a:cubicBezTo>
                  <a:cubicBezTo>
                    <a:pt x="37" y="23"/>
                    <a:pt x="38" y="22"/>
                    <a:pt x="39" y="20"/>
                  </a:cubicBezTo>
                  <a:cubicBezTo>
                    <a:pt x="40" y="19"/>
                    <a:pt x="40" y="17"/>
                    <a:pt x="39" y="13"/>
                  </a:cubicBezTo>
                  <a:cubicBezTo>
                    <a:pt x="39" y="10"/>
                    <a:pt x="37" y="7"/>
                    <a:pt x="34" y="4"/>
                  </a:cubicBezTo>
                  <a:cubicBezTo>
                    <a:pt x="31" y="1"/>
                    <a:pt x="28" y="0"/>
                    <a:pt x="25" y="1"/>
                  </a:cubicBezTo>
                  <a:cubicBezTo>
                    <a:pt x="18" y="2"/>
                    <a:pt x="12" y="9"/>
                    <a:pt x="7" y="20"/>
                  </a:cubicBezTo>
                  <a:cubicBezTo>
                    <a:pt x="2" y="31"/>
                    <a:pt x="0" y="41"/>
                    <a:pt x="2" y="50"/>
                  </a:cubicBezTo>
                  <a:cubicBezTo>
                    <a:pt x="3" y="56"/>
                    <a:pt x="6" y="60"/>
                    <a:pt x="9" y="62"/>
                  </a:cubicBezTo>
                  <a:cubicBezTo>
                    <a:pt x="13" y="64"/>
                    <a:pt x="17" y="65"/>
                    <a:pt x="23" y="64"/>
                  </a:cubicBezTo>
                  <a:cubicBezTo>
                    <a:pt x="30" y="63"/>
                    <a:pt x="35" y="59"/>
                    <a:pt x="41" y="54"/>
                  </a:cubicBezTo>
                  <a:cubicBezTo>
                    <a:pt x="46" y="48"/>
                    <a:pt x="48" y="44"/>
                    <a:pt x="48" y="42"/>
                  </a:cubicBezTo>
                  <a:cubicBezTo>
                    <a:pt x="47" y="40"/>
                    <a:pt x="46" y="39"/>
                    <a:pt x="44" y="40"/>
                  </a:cubicBezTo>
                  <a:cubicBezTo>
                    <a:pt x="43" y="40"/>
                    <a:pt x="41" y="41"/>
                    <a:pt x="39" y="44"/>
                  </a:cubicBezTo>
                  <a:cubicBezTo>
                    <a:pt x="34" y="49"/>
                    <a:pt x="29" y="52"/>
                    <a:pt x="23" y="53"/>
                  </a:cubicBezTo>
                  <a:cubicBezTo>
                    <a:pt x="18" y="54"/>
                    <a:pt x="15" y="52"/>
                    <a:pt x="14" y="47"/>
                  </a:cubicBezTo>
                  <a:cubicBezTo>
                    <a:pt x="13" y="42"/>
                    <a:pt x="14" y="35"/>
                    <a:pt x="17" y="26"/>
                  </a:cubicBezTo>
                  <a:cubicBezTo>
                    <a:pt x="20" y="18"/>
                    <a:pt x="22" y="13"/>
                    <a:pt x="25" y="1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58" name="Freeform 448"/>
            <p:cNvSpPr>
              <a:spLocks noEditPoints="1"/>
            </p:cNvSpPr>
            <p:nvPr/>
          </p:nvSpPr>
          <p:spPr bwMode="auto">
            <a:xfrm>
              <a:off x="11110913" y="4786313"/>
              <a:ext cx="58738" cy="77788"/>
            </a:xfrm>
            <a:custGeom>
              <a:avLst/>
              <a:gdLst>
                <a:gd name="T0" fmla="*/ 16 w 50"/>
                <a:gd name="T1" fmla="*/ 45 h 65"/>
                <a:gd name="T2" fmla="*/ 36 w 50"/>
                <a:gd name="T3" fmla="*/ 30 h 65"/>
                <a:gd name="T4" fmla="*/ 41 w 50"/>
                <a:gd name="T5" fmla="*/ 11 h 65"/>
                <a:gd name="T6" fmla="*/ 35 w 50"/>
                <a:gd name="T7" fmla="*/ 3 h 65"/>
                <a:gd name="T8" fmla="*/ 26 w 50"/>
                <a:gd name="T9" fmla="*/ 1 h 65"/>
                <a:gd name="T10" fmla="*/ 6 w 50"/>
                <a:gd name="T11" fmla="*/ 18 h 65"/>
                <a:gd name="T12" fmla="*/ 2 w 50"/>
                <a:gd name="T13" fmla="*/ 47 h 65"/>
                <a:gd name="T14" fmla="*/ 10 w 50"/>
                <a:gd name="T15" fmla="*/ 61 h 65"/>
                <a:gd name="T16" fmla="*/ 24 w 50"/>
                <a:gd name="T17" fmla="*/ 64 h 65"/>
                <a:gd name="T18" fmla="*/ 43 w 50"/>
                <a:gd name="T19" fmla="*/ 52 h 65"/>
                <a:gd name="T20" fmla="*/ 50 w 50"/>
                <a:gd name="T21" fmla="*/ 38 h 65"/>
                <a:gd name="T22" fmla="*/ 46 w 50"/>
                <a:gd name="T23" fmla="*/ 35 h 65"/>
                <a:gd name="T24" fmla="*/ 42 w 50"/>
                <a:gd name="T25" fmla="*/ 38 h 65"/>
                <a:gd name="T26" fmla="*/ 24 w 50"/>
                <a:gd name="T27" fmla="*/ 53 h 65"/>
                <a:gd name="T28" fmla="*/ 18 w 50"/>
                <a:gd name="T29" fmla="*/ 51 h 65"/>
                <a:gd name="T30" fmla="*/ 15 w 50"/>
                <a:gd name="T31" fmla="*/ 47 h 65"/>
                <a:gd name="T32" fmla="*/ 16 w 50"/>
                <a:gd name="T33" fmla="*/ 45 h 65"/>
                <a:gd name="T34" fmla="*/ 13 w 50"/>
                <a:gd name="T35" fmla="*/ 36 h 65"/>
                <a:gd name="T36" fmla="*/ 18 w 50"/>
                <a:gd name="T37" fmla="*/ 20 h 65"/>
                <a:gd name="T38" fmla="*/ 26 w 50"/>
                <a:gd name="T39" fmla="*/ 12 h 65"/>
                <a:gd name="T40" fmla="*/ 29 w 50"/>
                <a:gd name="T41" fmla="*/ 12 h 65"/>
                <a:gd name="T42" fmla="*/ 30 w 50"/>
                <a:gd name="T43" fmla="*/ 15 h 65"/>
                <a:gd name="T44" fmla="*/ 26 w 50"/>
                <a:gd name="T45" fmla="*/ 26 h 65"/>
                <a:gd name="T46" fmla="*/ 13 w 50"/>
                <a:gd name="T47" fmla="*/ 36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0" h="65">
                  <a:moveTo>
                    <a:pt x="16" y="45"/>
                  </a:moveTo>
                  <a:cubicBezTo>
                    <a:pt x="24" y="41"/>
                    <a:pt x="31" y="36"/>
                    <a:pt x="36" y="30"/>
                  </a:cubicBezTo>
                  <a:cubicBezTo>
                    <a:pt x="40" y="23"/>
                    <a:pt x="42" y="17"/>
                    <a:pt x="41" y="11"/>
                  </a:cubicBezTo>
                  <a:cubicBezTo>
                    <a:pt x="40" y="7"/>
                    <a:pt x="38" y="5"/>
                    <a:pt x="35" y="3"/>
                  </a:cubicBezTo>
                  <a:cubicBezTo>
                    <a:pt x="33" y="1"/>
                    <a:pt x="29" y="0"/>
                    <a:pt x="26" y="1"/>
                  </a:cubicBezTo>
                  <a:cubicBezTo>
                    <a:pt x="18" y="3"/>
                    <a:pt x="11" y="8"/>
                    <a:pt x="6" y="18"/>
                  </a:cubicBezTo>
                  <a:cubicBezTo>
                    <a:pt x="1" y="28"/>
                    <a:pt x="0" y="37"/>
                    <a:pt x="2" y="47"/>
                  </a:cubicBezTo>
                  <a:cubicBezTo>
                    <a:pt x="3" y="53"/>
                    <a:pt x="6" y="58"/>
                    <a:pt x="10" y="61"/>
                  </a:cubicBezTo>
                  <a:cubicBezTo>
                    <a:pt x="14" y="64"/>
                    <a:pt x="19" y="65"/>
                    <a:pt x="24" y="64"/>
                  </a:cubicBezTo>
                  <a:cubicBezTo>
                    <a:pt x="32" y="62"/>
                    <a:pt x="38" y="58"/>
                    <a:pt x="43" y="52"/>
                  </a:cubicBezTo>
                  <a:cubicBezTo>
                    <a:pt x="48" y="46"/>
                    <a:pt x="50" y="41"/>
                    <a:pt x="50" y="38"/>
                  </a:cubicBezTo>
                  <a:cubicBezTo>
                    <a:pt x="49" y="36"/>
                    <a:pt x="48" y="35"/>
                    <a:pt x="46" y="35"/>
                  </a:cubicBezTo>
                  <a:cubicBezTo>
                    <a:pt x="45" y="35"/>
                    <a:pt x="43" y="36"/>
                    <a:pt x="42" y="38"/>
                  </a:cubicBezTo>
                  <a:cubicBezTo>
                    <a:pt x="37" y="46"/>
                    <a:pt x="31" y="51"/>
                    <a:pt x="24" y="53"/>
                  </a:cubicBezTo>
                  <a:cubicBezTo>
                    <a:pt x="22" y="53"/>
                    <a:pt x="20" y="53"/>
                    <a:pt x="18" y="51"/>
                  </a:cubicBezTo>
                  <a:cubicBezTo>
                    <a:pt x="16" y="50"/>
                    <a:pt x="15" y="49"/>
                    <a:pt x="15" y="47"/>
                  </a:cubicBezTo>
                  <a:cubicBezTo>
                    <a:pt x="15" y="46"/>
                    <a:pt x="15" y="46"/>
                    <a:pt x="16" y="45"/>
                  </a:cubicBezTo>
                  <a:close/>
                  <a:moveTo>
                    <a:pt x="13" y="36"/>
                  </a:moveTo>
                  <a:cubicBezTo>
                    <a:pt x="14" y="31"/>
                    <a:pt x="15" y="25"/>
                    <a:pt x="18" y="20"/>
                  </a:cubicBezTo>
                  <a:cubicBezTo>
                    <a:pt x="20" y="15"/>
                    <a:pt x="23" y="12"/>
                    <a:pt x="26" y="12"/>
                  </a:cubicBezTo>
                  <a:cubicBezTo>
                    <a:pt x="27" y="12"/>
                    <a:pt x="28" y="12"/>
                    <a:pt x="29" y="12"/>
                  </a:cubicBezTo>
                  <a:cubicBezTo>
                    <a:pt x="30" y="13"/>
                    <a:pt x="30" y="14"/>
                    <a:pt x="30" y="15"/>
                  </a:cubicBezTo>
                  <a:cubicBezTo>
                    <a:pt x="31" y="18"/>
                    <a:pt x="30" y="22"/>
                    <a:pt x="26" y="26"/>
                  </a:cubicBezTo>
                  <a:cubicBezTo>
                    <a:pt x="23" y="30"/>
                    <a:pt x="19" y="33"/>
                    <a:pt x="13" y="3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59" name="Freeform 449"/>
            <p:cNvSpPr>
              <a:spLocks/>
            </p:cNvSpPr>
            <p:nvPr/>
          </p:nvSpPr>
          <p:spPr bwMode="auto">
            <a:xfrm>
              <a:off x="11172826" y="4772025"/>
              <a:ext cx="52388" cy="82550"/>
            </a:xfrm>
            <a:custGeom>
              <a:avLst/>
              <a:gdLst>
                <a:gd name="T0" fmla="*/ 27 w 44"/>
                <a:gd name="T1" fmla="*/ 12 h 70"/>
                <a:gd name="T2" fmla="*/ 30 w 44"/>
                <a:gd name="T3" fmla="*/ 13 h 70"/>
                <a:gd name="T4" fmla="*/ 32 w 44"/>
                <a:gd name="T5" fmla="*/ 13 h 70"/>
                <a:gd name="T6" fmla="*/ 35 w 44"/>
                <a:gd name="T7" fmla="*/ 11 h 70"/>
                <a:gd name="T8" fmla="*/ 36 w 44"/>
                <a:gd name="T9" fmla="*/ 7 h 70"/>
                <a:gd name="T10" fmla="*/ 26 w 44"/>
                <a:gd name="T11" fmla="*/ 1 h 70"/>
                <a:gd name="T12" fmla="*/ 8 w 44"/>
                <a:gd name="T13" fmla="*/ 12 h 70"/>
                <a:gd name="T14" fmla="*/ 1 w 44"/>
                <a:gd name="T15" fmla="*/ 30 h 70"/>
                <a:gd name="T16" fmla="*/ 6 w 44"/>
                <a:gd name="T17" fmla="*/ 37 h 70"/>
                <a:gd name="T18" fmla="*/ 21 w 44"/>
                <a:gd name="T19" fmla="*/ 43 h 70"/>
                <a:gd name="T20" fmla="*/ 31 w 44"/>
                <a:gd name="T21" fmla="*/ 48 h 70"/>
                <a:gd name="T22" fmla="*/ 25 w 44"/>
                <a:gd name="T23" fmla="*/ 53 h 70"/>
                <a:gd name="T24" fmla="*/ 15 w 44"/>
                <a:gd name="T25" fmla="*/ 57 h 70"/>
                <a:gd name="T26" fmla="*/ 11 w 44"/>
                <a:gd name="T27" fmla="*/ 57 h 70"/>
                <a:gd name="T28" fmla="*/ 8 w 44"/>
                <a:gd name="T29" fmla="*/ 57 h 70"/>
                <a:gd name="T30" fmla="*/ 4 w 44"/>
                <a:gd name="T31" fmla="*/ 59 h 70"/>
                <a:gd name="T32" fmla="*/ 3 w 44"/>
                <a:gd name="T33" fmla="*/ 64 h 70"/>
                <a:gd name="T34" fmla="*/ 13 w 44"/>
                <a:gd name="T35" fmla="*/ 69 h 70"/>
                <a:gd name="T36" fmla="*/ 35 w 44"/>
                <a:gd name="T37" fmla="*/ 59 h 70"/>
                <a:gd name="T38" fmla="*/ 43 w 44"/>
                <a:gd name="T39" fmla="*/ 45 h 70"/>
                <a:gd name="T40" fmla="*/ 39 w 44"/>
                <a:gd name="T41" fmla="*/ 38 h 70"/>
                <a:gd name="T42" fmla="*/ 25 w 44"/>
                <a:gd name="T43" fmla="*/ 32 h 70"/>
                <a:gd name="T44" fmla="*/ 16 w 44"/>
                <a:gd name="T45" fmla="*/ 29 h 70"/>
                <a:gd name="T46" fmla="*/ 14 w 44"/>
                <a:gd name="T47" fmla="*/ 26 h 70"/>
                <a:gd name="T48" fmla="*/ 18 w 44"/>
                <a:gd name="T49" fmla="*/ 18 h 70"/>
                <a:gd name="T50" fmla="*/ 27 w 44"/>
                <a:gd name="T51" fmla="*/ 1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4" h="70">
                  <a:moveTo>
                    <a:pt x="27" y="12"/>
                  </a:moveTo>
                  <a:cubicBezTo>
                    <a:pt x="28" y="12"/>
                    <a:pt x="28" y="12"/>
                    <a:pt x="30" y="13"/>
                  </a:cubicBezTo>
                  <a:cubicBezTo>
                    <a:pt x="31" y="13"/>
                    <a:pt x="31" y="13"/>
                    <a:pt x="32" y="13"/>
                  </a:cubicBezTo>
                  <a:cubicBezTo>
                    <a:pt x="33" y="13"/>
                    <a:pt x="34" y="12"/>
                    <a:pt x="35" y="11"/>
                  </a:cubicBezTo>
                  <a:cubicBezTo>
                    <a:pt x="36" y="9"/>
                    <a:pt x="36" y="8"/>
                    <a:pt x="36" y="7"/>
                  </a:cubicBezTo>
                  <a:cubicBezTo>
                    <a:pt x="35" y="2"/>
                    <a:pt x="32" y="0"/>
                    <a:pt x="26" y="1"/>
                  </a:cubicBezTo>
                  <a:cubicBezTo>
                    <a:pt x="20" y="2"/>
                    <a:pt x="14" y="6"/>
                    <a:pt x="8" y="12"/>
                  </a:cubicBezTo>
                  <a:cubicBezTo>
                    <a:pt x="2" y="18"/>
                    <a:pt x="0" y="23"/>
                    <a:pt x="1" y="30"/>
                  </a:cubicBezTo>
                  <a:cubicBezTo>
                    <a:pt x="2" y="32"/>
                    <a:pt x="3" y="35"/>
                    <a:pt x="6" y="37"/>
                  </a:cubicBezTo>
                  <a:cubicBezTo>
                    <a:pt x="8" y="39"/>
                    <a:pt x="13" y="41"/>
                    <a:pt x="21" y="43"/>
                  </a:cubicBezTo>
                  <a:cubicBezTo>
                    <a:pt x="27" y="44"/>
                    <a:pt x="31" y="46"/>
                    <a:pt x="31" y="48"/>
                  </a:cubicBezTo>
                  <a:cubicBezTo>
                    <a:pt x="30" y="50"/>
                    <a:pt x="28" y="51"/>
                    <a:pt x="25" y="53"/>
                  </a:cubicBezTo>
                  <a:cubicBezTo>
                    <a:pt x="22" y="55"/>
                    <a:pt x="18" y="56"/>
                    <a:pt x="15" y="57"/>
                  </a:cubicBezTo>
                  <a:cubicBezTo>
                    <a:pt x="14" y="57"/>
                    <a:pt x="13" y="57"/>
                    <a:pt x="11" y="57"/>
                  </a:cubicBezTo>
                  <a:cubicBezTo>
                    <a:pt x="10" y="56"/>
                    <a:pt x="9" y="56"/>
                    <a:pt x="8" y="57"/>
                  </a:cubicBezTo>
                  <a:cubicBezTo>
                    <a:pt x="6" y="57"/>
                    <a:pt x="5" y="58"/>
                    <a:pt x="4" y="59"/>
                  </a:cubicBezTo>
                  <a:cubicBezTo>
                    <a:pt x="3" y="61"/>
                    <a:pt x="3" y="62"/>
                    <a:pt x="3" y="64"/>
                  </a:cubicBezTo>
                  <a:cubicBezTo>
                    <a:pt x="4" y="68"/>
                    <a:pt x="7" y="70"/>
                    <a:pt x="13" y="69"/>
                  </a:cubicBezTo>
                  <a:cubicBezTo>
                    <a:pt x="22" y="67"/>
                    <a:pt x="29" y="64"/>
                    <a:pt x="35" y="59"/>
                  </a:cubicBezTo>
                  <a:cubicBezTo>
                    <a:pt x="41" y="54"/>
                    <a:pt x="44" y="50"/>
                    <a:pt x="43" y="45"/>
                  </a:cubicBezTo>
                  <a:cubicBezTo>
                    <a:pt x="42" y="42"/>
                    <a:pt x="41" y="40"/>
                    <a:pt x="39" y="38"/>
                  </a:cubicBezTo>
                  <a:cubicBezTo>
                    <a:pt x="36" y="36"/>
                    <a:pt x="32" y="34"/>
                    <a:pt x="25" y="32"/>
                  </a:cubicBezTo>
                  <a:cubicBezTo>
                    <a:pt x="21" y="31"/>
                    <a:pt x="18" y="30"/>
                    <a:pt x="16" y="29"/>
                  </a:cubicBezTo>
                  <a:cubicBezTo>
                    <a:pt x="15" y="28"/>
                    <a:pt x="14" y="27"/>
                    <a:pt x="14" y="26"/>
                  </a:cubicBezTo>
                  <a:cubicBezTo>
                    <a:pt x="13" y="23"/>
                    <a:pt x="15" y="20"/>
                    <a:pt x="18" y="18"/>
                  </a:cubicBezTo>
                  <a:cubicBezTo>
                    <a:pt x="21" y="15"/>
                    <a:pt x="24" y="13"/>
                    <a:pt x="27" y="1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60" name="Freeform 450"/>
            <p:cNvSpPr>
              <a:spLocks/>
            </p:cNvSpPr>
            <p:nvPr/>
          </p:nvSpPr>
          <p:spPr bwMode="auto">
            <a:xfrm>
              <a:off x="11225213" y="4760913"/>
              <a:ext cx="52388" cy="84138"/>
            </a:xfrm>
            <a:custGeom>
              <a:avLst/>
              <a:gdLst>
                <a:gd name="T0" fmla="*/ 27 w 44"/>
                <a:gd name="T1" fmla="*/ 13 h 70"/>
                <a:gd name="T2" fmla="*/ 30 w 44"/>
                <a:gd name="T3" fmla="*/ 13 h 70"/>
                <a:gd name="T4" fmla="*/ 32 w 44"/>
                <a:gd name="T5" fmla="*/ 13 h 70"/>
                <a:gd name="T6" fmla="*/ 35 w 44"/>
                <a:gd name="T7" fmla="*/ 11 h 70"/>
                <a:gd name="T8" fmla="*/ 36 w 44"/>
                <a:gd name="T9" fmla="*/ 7 h 70"/>
                <a:gd name="T10" fmla="*/ 26 w 44"/>
                <a:gd name="T11" fmla="*/ 1 h 70"/>
                <a:gd name="T12" fmla="*/ 8 w 44"/>
                <a:gd name="T13" fmla="*/ 12 h 70"/>
                <a:gd name="T14" fmla="*/ 1 w 44"/>
                <a:gd name="T15" fmla="*/ 30 h 70"/>
                <a:gd name="T16" fmla="*/ 6 w 44"/>
                <a:gd name="T17" fmla="*/ 37 h 70"/>
                <a:gd name="T18" fmla="*/ 21 w 44"/>
                <a:gd name="T19" fmla="*/ 43 h 70"/>
                <a:gd name="T20" fmla="*/ 31 w 44"/>
                <a:gd name="T21" fmla="*/ 48 h 70"/>
                <a:gd name="T22" fmla="*/ 25 w 44"/>
                <a:gd name="T23" fmla="*/ 53 h 70"/>
                <a:gd name="T24" fmla="*/ 15 w 44"/>
                <a:gd name="T25" fmla="*/ 57 h 70"/>
                <a:gd name="T26" fmla="*/ 11 w 44"/>
                <a:gd name="T27" fmla="*/ 57 h 70"/>
                <a:gd name="T28" fmla="*/ 8 w 44"/>
                <a:gd name="T29" fmla="*/ 57 h 70"/>
                <a:gd name="T30" fmla="*/ 4 w 44"/>
                <a:gd name="T31" fmla="*/ 59 h 70"/>
                <a:gd name="T32" fmla="*/ 3 w 44"/>
                <a:gd name="T33" fmla="*/ 64 h 70"/>
                <a:gd name="T34" fmla="*/ 14 w 44"/>
                <a:gd name="T35" fmla="*/ 69 h 70"/>
                <a:gd name="T36" fmla="*/ 36 w 44"/>
                <a:gd name="T37" fmla="*/ 59 h 70"/>
                <a:gd name="T38" fmla="*/ 43 w 44"/>
                <a:gd name="T39" fmla="*/ 45 h 70"/>
                <a:gd name="T40" fmla="*/ 39 w 44"/>
                <a:gd name="T41" fmla="*/ 38 h 70"/>
                <a:gd name="T42" fmla="*/ 26 w 44"/>
                <a:gd name="T43" fmla="*/ 33 h 70"/>
                <a:gd name="T44" fmla="*/ 17 w 44"/>
                <a:gd name="T45" fmla="*/ 29 h 70"/>
                <a:gd name="T46" fmla="*/ 14 w 44"/>
                <a:gd name="T47" fmla="*/ 26 h 70"/>
                <a:gd name="T48" fmla="*/ 18 w 44"/>
                <a:gd name="T49" fmla="*/ 18 h 70"/>
                <a:gd name="T50" fmla="*/ 27 w 44"/>
                <a:gd name="T51" fmla="*/ 13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4" h="70">
                  <a:moveTo>
                    <a:pt x="27" y="13"/>
                  </a:moveTo>
                  <a:cubicBezTo>
                    <a:pt x="28" y="13"/>
                    <a:pt x="29" y="13"/>
                    <a:pt x="30" y="13"/>
                  </a:cubicBezTo>
                  <a:cubicBezTo>
                    <a:pt x="31" y="13"/>
                    <a:pt x="32" y="13"/>
                    <a:pt x="32" y="13"/>
                  </a:cubicBezTo>
                  <a:cubicBezTo>
                    <a:pt x="33" y="13"/>
                    <a:pt x="34" y="12"/>
                    <a:pt x="35" y="11"/>
                  </a:cubicBezTo>
                  <a:cubicBezTo>
                    <a:pt x="36" y="10"/>
                    <a:pt x="37" y="8"/>
                    <a:pt x="36" y="7"/>
                  </a:cubicBezTo>
                  <a:cubicBezTo>
                    <a:pt x="35" y="2"/>
                    <a:pt x="32" y="0"/>
                    <a:pt x="26" y="1"/>
                  </a:cubicBezTo>
                  <a:cubicBezTo>
                    <a:pt x="20" y="2"/>
                    <a:pt x="14" y="6"/>
                    <a:pt x="8" y="12"/>
                  </a:cubicBezTo>
                  <a:cubicBezTo>
                    <a:pt x="3" y="18"/>
                    <a:pt x="0" y="24"/>
                    <a:pt x="1" y="30"/>
                  </a:cubicBezTo>
                  <a:cubicBezTo>
                    <a:pt x="2" y="33"/>
                    <a:pt x="4" y="35"/>
                    <a:pt x="6" y="37"/>
                  </a:cubicBezTo>
                  <a:cubicBezTo>
                    <a:pt x="8" y="39"/>
                    <a:pt x="14" y="41"/>
                    <a:pt x="21" y="43"/>
                  </a:cubicBezTo>
                  <a:cubicBezTo>
                    <a:pt x="27" y="45"/>
                    <a:pt x="31" y="46"/>
                    <a:pt x="31" y="48"/>
                  </a:cubicBezTo>
                  <a:cubicBezTo>
                    <a:pt x="31" y="50"/>
                    <a:pt x="28" y="52"/>
                    <a:pt x="25" y="53"/>
                  </a:cubicBezTo>
                  <a:cubicBezTo>
                    <a:pt x="22" y="55"/>
                    <a:pt x="19" y="56"/>
                    <a:pt x="15" y="57"/>
                  </a:cubicBezTo>
                  <a:cubicBezTo>
                    <a:pt x="14" y="57"/>
                    <a:pt x="13" y="57"/>
                    <a:pt x="11" y="57"/>
                  </a:cubicBezTo>
                  <a:cubicBezTo>
                    <a:pt x="10" y="57"/>
                    <a:pt x="9" y="57"/>
                    <a:pt x="8" y="57"/>
                  </a:cubicBezTo>
                  <a:cubicBezTo>
                    <a:pt x="7" y="57"/>
                    <a:pt x="5" y="58"/>
                    <a:pt x="4" y="59"/>
                  </a:cubicBezTo>
                  <a:cubicBezTo>
                    <a:pt x="3" y="61"/>
                    <a:pt x="3" y="62"/>
                    <a:pt x="3" y="64"/>
                  </a:cubicBezTo>
                  <a:cubicBezTo>
                    <a:pt x="4" y="68"/>
                    <a:pt x="8" y="70"/>
                    <a:pt x="14" y="69"/>
                  </a:cubicBezTo>
                  <a:cubicBezTo>
                    <a:pt x="22" y="67"/>
                    <a:pt x="29" y="64"/>
                    <a:pt x="36" y="59"/>
                  </a:cubicBezTo>
                  <a:cubicBezTo>
                    <a:pt x="42" y="55"/>
                    <a:pt x="44" y="50"/>
                    <a:pt x="43" y="45"/>
                  </a:cubicBezTo>
                  <a:cubicBezTo>
                    <a:pt x="43" y="42"/>
                    <a:pt x="41" y="40"/>
                    <a:pt x="39" y="38"/>
                  </a:cubicBezTo>
                  <a:cubicBezTo>
                    <a:pt x="36" y="36"/>
                    <a:pt x="32" y="34"/>
                    <a:pt x="26" y="33"/>
                  </a:cubicBezTo>
                  <a:cubicBezTo>
                    <a:pt x="21" y="31"/>
                    <a:pt x="18" y="30"/>
                    <a:pt x="17" y="29"/>
                  </a:cubicBezTo>
                  <a:cubicBezTo>
                    <a:pt x="15" y="28"/>
                    <a:pt x="14" y="27"/>
                    <a:pt x="14" y="26"/>
                  </a:cubicBezTo>
                  <a:cubicBezTo>
                    <a:pt x="13" y="23"/>
                    <a:pt x="15" y="20"/>
                    <a:pt x="18" y="18"/>
                  </a:cubicBezTo>
                  <a:cubicBezTo>
                    <a:pt x="21" y="15"/>
                    <a:pt x="24" y="13"/>
                    <a:pt x="27" y="1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61" name="Freeform 451"/>
            <p:cNvSpPr>
              <a:spLocks/>
            </p:cNvSpPr>
            <p:nvPr/>
          </p:nvSpPr>
          <p:spPr bwMode="auto">
            <a:xfrm>
              <a:off x="11285538" y="4732338"/>
              <a:ext cx="15875" cy="65088"/>
            </a:xfrm>
            <a:custGeom>
              <a:avLst/>
              <a:gdLst>
                <a:gd name="T0" fmla="*/ 10 w 13"/>
                <a:gd name="T1" fmla="*/ 1 h 54"/>
                <a:gd name="T2" fmla="*/ 6 w 13"/>
                <a:gd name="T3" fmla="*/ 0 h 54"/>
                <a:gd name="T4" fmla="*/ 2 w 13"/>
                <a:gd name="T5" fmla="*/ 3 h 54"/>
                <a:gd name="T6" fmla="*/ 0 w 13"/>
                <a:gd name="T7" fmla="*/ 10 h 54"/>
                <a:gd name="T8" fmla="*/ 0 w 13"/>
                <a:gd name="T9" fmla="*/ 14 h 54"/>
                <a:gd name="T10" fmla="*/ 1 w 13"/>
                <a:gd name="T11" fmla="*/ 32 h 54"/>
                <a:gd name="T12" fmla="*/ 4 w 13"/>
                <a:gd name="T13" fmla="*/ 52 h 54"/>
                <a:gd name="T14" fmla="*/ 12 w 13"/>
                <a:gd name="T15" fmla="*/ 53 h 54"/>
                <a:gd name="T16" fmla="*/ 12 w 13"/>
                <a:gd name="T17" fmla="*/ 46 h 54"/>
                <a:gd name="T18" fmla="*/ 12 w 13"/>
                <a:gd name="T19" fmla="*/ 33 h 54"/>
                <a:gd name="T20" fmla="*/ 13 w 13"/>
                <a:gd name="T21" fmla="*/ 15 h 54"/>
                <a:gd name="T22" fmla="*/ 13 w 13"/>
                <a:gd name="T23" fmla="*/ 4 h 54"/>
                <a:gd name="T24" fmla="*/ 10 w 13"/>
                <a:gd name="T25" fmla="*/ 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54">
                  <a:moveTo>
                    <a:pt x="10" y="1"/>
                  </a:moveTo>
                  <a:cubicBezTo>
                    <a:pt x="9" y="0"/>
                    <a:pt x="7" y="0"/>
                    <a:pt x="6" y="0"/>
                  </a:cubicBezTo>
                  <a:cubicBezTo>
                    <a:pt x="5" y="1"/>
                    <a:pt x="3" y="2"/>
                    <a:pt x="2" y="3"/>
                  </a:cubicBezTo>
                  <a:cubicBezTo>
                    <a:pt x="0" y="5"/>
                    <a:pt x="0" y="7"/>
                    <a:pt x="0" y="10"/>
                  </a:cubicBezTo>
                  <a:cubicBezTo>
                    <a:pt x="0" y="12"/>
                    <a:pt x="0" y="14"/>
                    <a:pt x="0" y="14"/>
                  </a:cubicBezTo>
                  <a:cubicBezTo>
                    <a:pt x="1" y="18"/>
                    <a:pt x="1" y="24"/>
                    <a:pt x="1" y="32"/>
                  </a:cubicBezTo>
                  <a:cubicBezTo>
                    <a:pt x="1" y="39"/>
                    <a:pt x="2" y="46"/>
                    <a:pt x="4" y="52"/>
                  </a:cubicBezTo>
                  <a:cubicBezTo>
                    <a:pt x="6" y="53"/>
                    <a:pt x="9" y="54"/>
                    <a:pt x="12" y="53"/>
                  </a:cubicBezTo>
                  <a:cubicBezTo>
                    <a:pt x="13" y="51"/>
                    <a:pt x="13" y="49"/>
                    <a:pt x="12" y="46"/>
                  </a:cubicBezTo>
                  <a:cubicBezTo>
                    <a:pt x="12" y="43"/>
                    <a:pt x="12" y="39"/>
                    <a:pt x="12" y="33"/>
                  </a:cubicBezTo>
                  <a:cubicBezTo>
                    <a:pt x="12" y="27"/>
                    <a:pt x="13" y="22"/>
                    <a:pt x="13" y="15"/>
                  </a:cubicBezTo>
                  <a:cubicBezTo>
                    <a:pt x="13" y="9"/>
                    <a:pt x="13" y="5"/>
                    <a:pt x="13" y="4"/>
                  </a:cubicBezTo>
                  <a:cubicBezTo>
                    <a:pt x="13" y="3"/>
                    <a:pt x="12" y="2"/>
                    <a:pt x="10" y="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62" name="Freeform 452"/>
            <p:cNvSpPr>
              <a:spLocks/>
            </p:cNvSpPr>
            <p:nvPr/>
          </p:nvSpPr>
          <p:spPr bwMode="auto">
            <a:xfrm>
              <a:off x="11287126" y="4808538"/>
              <a:ext cx="17463" cy="19050"/>
            </a:xfrm>
            <a:custGeom>
              <a:avLst/>
              <a:gdLst>
                <a:gd name="T0" fmla="*/ 6 w 14"/>
                <a:gd name="T1" fmla="*/ 0 h 16"/>
                <a:gd name="T2" fmla="*/ 2 w 14"/>
                <a:gd name="T3" fmla="*/ 4 h 16"/>
                <a:gd name="T4" fmla="*/ 1 w 14"/>
                <a:gd name="T5" fmla="*/ 10 h 16"/>
                <a:gd name="T6" fmla="*/ 7 w 14"/>
                <a:gd name="T7" fmla="*/ 15 h 16"/>
                <a:gd name="T8" fmla="*/ 12 w 14"/>
                <a:gd name="T9" fmla="*/ 12 h 16"/>
                <a:gd name="T10" fmla="*/ 14 w 14"/>
                <a:gd name="T11" fmla="*/ 6 h 16"/>
                <a:gd name="T12" fmla="*/ 14 w 14"/>
                <a:gd name="T13" fmla="*/ 3 h 16"/>
                <a:gd name="T14" fmla="*/ 11 w 14"/>
                <a:gd name="T15" fmla="*/ 1 h 16"/>
                <a:gd name="T16" fmla="*/ 6 w 14"/>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6">
                  <a:moveTo>
                    <a:pt x="6" y="0"/>
                  </a:moveTo>
                  <a:cubicBezTo>
                    <a:pt x="4" y="0"/>
                    <a:pt x="3" y="2"/>
                    <a:pt x="2" y="4"/>
                  </a:cubicBezTo>
                  <a:cubicBezTo>
                    <a:pt x="1" y="6"/>
                    <a:pt x="0" y="8"/>
                    <a:pt x="1" y="10"/>
                  </a:cubicBezTo>
                  <a:cubicBezTo>
                    <a:pt x="1" y="14"/>
                    <a:pt x="4" y="16"/>
                    <a:pt x="7" y="15"/>
                  </a:cubicBezTo>
                  <a:cubicBezTo>
                    <a:pt x="9" y="15"/>
                    <a:pt x="10" y="14"/>
                    <a:pt x="12" y="12"/>
                  </a:cubicBezTo>
                  <a:cubicBezTo>
                    <a:pt x="14" y="11"/>
                    <a:pt x="14" y="9"/>
                    <a:pt x="14" y="6"/>
                  </a:cubicBezTo>
                  <a:cubicBezTo>
                    <a:pt x="14" y="3"/>
                    <a:pt x="14" y="3"/>
                    <a:pt x="14" y="3"/>
                  </a:cubicBezTo>
                  <a:cubicBezTo>
                    <a:pt x="14" y="2"/>
                    <a:pt x="13" y="1"/>
                    <a:pt x="11" y="1"/>
                  </a:cubicBezTo>
                  <a:cubicBezTo>
                    <a:pt x="9" y="0"/>
                    <a:pt x="7" y="0"/>
                    <a:pt x="6"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63" name="Freeform 453"/>
            <p:cNvSpPr>
              <a:spLocks/>
            </p:cNvSpPr>
            <p:nvPr/>
          </p:nvSpPr>
          <p:spPr bwMode="auto">
            <a:xfrm>
              <a:off x="11328401" y="4800600"/>
              <a:ext cx="15875" cy="19050"/>
            </a:xfrm>
            <a:custGeom>
              <a:avLst/>
              <a:gdLst>
                <a:gd name="T0" fmla="*/ 6 w 14"/>
                <a:gd name="T1" fmla="*/ 0 h 16"/>
                <a:gd name="T2" fmla="*/ 2 w 14"/>
                <a:gd name="T3" fmla="*/ 4 h 16"/>
                <a:gd name="T4" fmla="*/ 0 w 14"/>
                <a:gd name="T5" fmla="*/ 10 h 16"/>
                <a:gd name="T6" fmla="*/ 7 w 14"/>
                <a:gd name="T7" fmla="*/ 15 h 16"/>
                <a:gd name="T8" fmla="*/ 12 w 14"/>
                <a:gd name="T9" fmla="*/ 12 h 16"/>
                <a:gd name="T10" fmla="*/ 14 w 14"/>
                <a:gd name="T11" fmla="*/ 7 h 16"/>
                <a:gd name="T12" fmla="*/ 14 w 14"/>
                <a:gd name="T13" fmla="*/ 3 h 16"/>
                <a:gd name="T14" fmla="*/ 11 w 14"/>
                <a:gd name="T15" fmla="*/ 1 h 16"/>
                <a:gd name="T16" fmla="*/ 6 w 14"/>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6">
                  <a:moveTo>
                    <a:pt x="6" y="0"/>
                  </a:moveTo>
                  <a:cubicBezTo>
                    <a:pt x="4" y="0"/>
                    <a:pt x="3" y="2"/>
                    <a:pt x="2" y="4"/>
                  </a:cubicBezTo>
                  <a:cubicBezTo>
                    <a:pt x="0" y="7"/>
                    <a:pt x="0" y="8"/>
                    <a:pt x="0" y="10"/>
                  </a:cubicBezTo>
                  <a:cubicBezTo>
                    <a:pt x="1" y="14"/>
                    <a:pt x="4" y="16"/>
                    <a:pt x="7" y="15"/>
                  </a:cubicBezTo>
                  <a:cubicBezTo>
                    <a:pt x="9" y="15"/>
                    <a:pt x="10" y="14"/>
                    <a:pt x="12" y="12"/>
                  </a:cubicBezTo>
                  <a:cubicBezTo>
                    <a:pt x="13" y="11"/>
                    <a:pt x="14" y="9"/>
                    <a:pt x="14" y="7"/>
                  </a:cubicBezTo>
                  <a:cubicBezTo>
                    <a:pt x="14" y="3"/>
                    <a:pt x="14" y="3"/>
                    <a:pt x="14" y="3"/>
                  </a:cubicBezTo>
                  <a:cubicBezTo>
                    <a:pt x="14" y="2"/>
                    <a:pt x="13" y="2"/>
                    <a:pt x="11" y="1"/>
                  </a:cubicBezTo>
                  <a:cubicBezTo>
                    <a:pt x="9" y="0"/>
                    <a:pt x="7" y="0"/>
                    <a:pt x="6"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64" name="Freeform 454"/>
            <p:cNvSpPr>
              <a:spLocks/>
            </p:cNvSpPr>
            <p:nvPr/>
          </p:nvSpPr>
          <p:spPr bwMode="auto">
            <a:xfrm>
              <a:off x="11325226" y="4724400"/>
              <a:ext cx="15875" cy="65088"/>
            </a:xfrm>
            <a:custGeom>
              <a:avLst/>
              <a:gdLst>
                <a:gd name="T0" fmla="*/ 11 w 14"/>
                <a:gd name="T1" fmla="*/ 1 h 54"/>
                <a:gd name="T2" fmla="*/ 7 w 14"/>
                <a:gd name="T3" fmla="*/ 1 h 54"/>
                <a:gd name="T4" fmla="*/ 3 w 14"/>
                <a:gd name="T5" fmla="*/ 4 h 54"/>
                <a:gd name="T6" fmla="*/ 1 w 14"/>
                <a:gd name="T7" fmla="*/ 10 h 54"/>
                <a:gd name="T8" fmla="*/ 1 w 14"/>
                <a:gd name="T9" fmla="*/ 14 h 54"/>
                <a:gd name="T10" fmla="*/ 2 w 14"/>
                <a:gd name="T11" fmla="*/ 32 h 54"/>
                <a:gd name="T12" fmla="*/ 4 w 14"/>
                <a:gd name="T13" fmla="*/ 53 h 54"/>
                <a:gd name="T14" fmla="*/ 13 w 14"/>
                <a:gd name="T15" fmla="*/ 53 h 54"/>
                <a:gd name="T16" fmla="*/ 13 w 14"/>
                <a:gd name="T17" fmla="*/ 46 h 54"/>
                <a:gd name="T18" fmla="*/ 13 w 14"/>
                <a:gd name="T19" fmla="*/ 33 h 54"/>
                <a:gd name="T20" fmla="*/ 14 w 14"/>
                <a:gd name="T21" fmla="*/ 15 h 54"/>
                <a:gd name="T22" fmla="*/ 14 w 14"/>
                <a:gd name="T23" fmla="*/ 4 h 54"/>
                <a:gd name="T24" fmla="*/ 11 w 14"/>
                <a:gd name="T25" fmla="*/ 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54">
                  <a:moveTo>
                    <a:pt x="11" y="1"/>
                  </a:moveTo>
                  <a:cubicBezTo>
                    <a:pt x="10" y="1"/>
                    <a:pt x="8" y="0"/>
                    <a:pt x="7" y="1"/>
                  </a:cubicBezTo>
                  <a:cubicBezTo>
                    <a:pt x="6" y="1"/>
                    <a:pt x="4" y="2"/>
                    <a:pt x="3" y="4"/>
                  </a:cubicBezTo>
                  <a:cubicBezTo>
                    <a:pt x="1" y="5"/>
                    <a:pt x="0" y="7"/>
                    <a:pt x="1" y="10"/>
                  </a:cubicBezTo>
                  <a:cubicBezTo>
                    <a:pt x="1" y="12"/>
                    <a:pt x="1" y="14"/>
                    <a:pt x="1" y="14"/>
                  </a:cubicBezTo>
                  <a:cubicBezTo>
                    <a:pt x="2" y="18"/>
                    <a:pt x="2" y="24"/>
                    <a:pt x="2" y="32"/>
                  </a:cubicBezTo>
                  <a:cubicBezTo>
                    <a:pt x="2" y="39"/>
                    <a:pt x="3" y="46"/>
                    <a:pt x="4" y="53"/>
                  </a:cubicBezTo>
                  <a:cubicBezTo>
                    <a:pt x="7" y="54"/>
                    <a:pt x="9" y="54"/>
                    <a:pt x="13" y="53"/>
                  </a:cubicBezTo>
                  <a:cubicBezTo>
                    <a:pt x="14" y="51"/>
                    <a:pt x="14" y="49"/>
                    <a:pt x="13" y="46"/>
                  </a:cubicBezTo>
                  <a:cubicBezTo>
                    <a:pt x="13" y="43"/>
                    <a:pt x="13" y="39"/>
                    <a:pt x="13" y="33"/>
                  </a:cubicBezTo>
                  <a:cubicBezTo>
                    <a:pt x="13" y="28"/>
                    <a:pt x="14" y="22"/>
                    <a:pt x="14" y="15"/>
                  </a:cubicBezTo>
                  <a:cubicBezTo>
                    <a:pt x="14" y="9"/>
                    <a:pt x="14" y="5"/>
                    <a:pt x="14" y="4"/>
                  </a:cubicBezTo>
                  <a:cubicBezTo>
                    <a:pt x="13" y="3"/>
                    <a:pt x="13" y="2"/>
                    <a:pt x="11" y="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65" name="Freeform 455"/>
            <p:cNvSpPr>
              <a:spLocks/>
            </p:cNvSpPr>
            <p:nvPr/>
          </p:nvSpPr>
          <p:spPr bwMode="auto">
            <a:xfrm>
              <a:off x="11364913" y="4718050"/>
              <a:ext cx="17463" cy="63500"/>
            </a:xfrm>
            <a:custGeom>
              <a:avLst/>
              <a:gdLst>
                <a:gd name="T0" fmla="*/ 11 w 14"/>
                <a:gd name="T1" fmla="*/ 1 h 53"/>
                <a:gd name="T2" fmla="*/ 7 w 14"/>
                <a:gd name="T3" fmla="*/ 0 h 53"/>
                <a:gd name="T4" fmla="*/ 2 w 14"/>
                <a:gd name="T5" fmla="*/ 3 h 53"/>
                <a:gd name="T6" fmla="*/ 0 w 14"/>
                <a:gd name="T7" fmla="*/ 9 h 53"/>
                <a:gd name="T8" fmla="*/ 1 w 14"/>
                <a:gd name="T9" fmla="*/ 13 h 53"/>
                <a:gd name="T10" fmla="*/ 2 w 14"/>
                <a:gd name="T11" fmla="*/ 31 h 53"/>
                <a:gd name="T12" fmla="*/ 4 w 14"/>
                <a:gd name="T13" fmla="*/ 52 h 53"/>
                <a:gd name="T14" fmla="*/ 13 w 14"/>
                <a:gd name="T15" fmla="*/ 52 h 53"/>
                <a:gd name="T16" fmla="*/ 13 w 14"/>
                <a:gd name="T17" fmla="*/ 46 h 53"/>
                <a:gd name="T18" fmla="*/ 13 w 14"/>
                <a:gd name="T19" fmla="*/ 32 h 53"/>
                <a:gd name="T20" fmla="*/ 13 w 14"/>
                <a:gd name="T21" fmla="*/ 15 h 53"/>
                <a:gd name="T22" fmla="*/ 13 w 14"/>
                <a:gd name="T23" fmla="*/ 4 h 53"/>
                <a:gd name="T24" fmla="*/ 11 w 14"/>
                <a:gd name="T25"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53">
                  <a:moveTo>
                    <a:pt x="11" y="1"/>
                  </a:moveTo>
                  <a:cubicBezTo>
                    <a:pt x="9" y="0"/>
                    <a:pt x="8" y="0"/>
                    <a:pt x="7" y="0"/>
                  </a:cubicBezTo>
                  <a:cubicBezTo>
                    <a:pt x="5" y="0"/>
                    <a:pt x="4" y="1"/>
                    <a:pt x="2" y="3"/>
                  </a:cubicBezTo>
                  <a:cubicBezTo>
                    <a:pt x="1" y="4"/>
                    <a:pt x="0" y="7"/>
                    <a:pt x="0" y="9"/>
                  </a:cubicBezTo>
                  <a:cubicBezTo>
                    <a:pt x="0" y="12"/>
                    <a:pt x="1" y="13"/>
                    <a:pt x="1" y="13"/>
                  </a:cubicBezTo>
                  <a:cubicBezTo>
                    <a:pt x="1" y="17"/>
                    <a:pt x="2" y="23"/>
                    <a:pt x="2" y="31"/>
                  </a:cubicBezTo>
                  <a:cubicBezTo>
                    <a:pt x="1" y="38"/>
                    <a:pt x="2" y="45"/>
                    <a:pt x="4" y="52"/>
                  </a:cubicBezTo>
                  <a:cubicBezTo>
                    <a:pt x="6" y="53"/>
                    <a:pt x="9" y="53"/>
                    <a:pt x="13" y="52"/>
                  </a:cubicBezTo>
                  <a:cubicBezTo>
                    <a:pt x="13" y="50"/>
                    <a:pt x="14" y="48"/>
                    <a:pt x="13" y="46"/>
                  </a:cubicBezTo>
                  <a:cubicBezTo>
                    <a:pt x="13" y="42"/>
                    <a:pt x="12" y="38"/>
                    <a:pt x="13" y="32"/>
                  </a:cubicBezTo>
                  <a:cubicBezTo>
                    <a:pt x="13" y="27"/>
                    <a:pt x="13" y="21"/>
                    <a:pt x="13" y="15"/>
                  </a:cubicBezTo>
                  <a:cubicBezTo>
                    <a:pt x="14" y="8"/>
                    <a:pt x="14" y="4"/>
                    <a:pt x="13" y="4"/>
                  </a:cubicBezTo>
                  <a:cubicBezTo>
                    <a:pt x="13" y="2"/>
                    <a:pt x="12" y="1"/>
                    <a:pt x="11" y="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66" name="Freeform 456"/>
            <p:cNvSpPr>
              <a:spLocks/>
            </p:cNvSpPr>
            <p:nvPr/>
          </p:nvSpPr>
          <p:spPr bwMode="auto">
            <a:xfrm>
              <a:off x="11369676" y="4791075"/>
              <a:ext cx="15875" cy="19050"/>
            </a:xfrm>
            <a:custGeom>
              <a:avLst/>
              <a:gdLst>
                <a:gd name="T0" fmla="*/ 6 w 14"/>
                <a:gd name="T1" fmla="*/ 0 h 16"/>
                <a:gd name="T2" fmla="*/ 1 w 14"/>
                <a:gd name="T3" fmla="*/ 4 h 16"/>
                <a:gd name="T4" fmla="*/ 0 w 14"/>
                <a:gd name="T5" fmla="*/ 10 h 16"/>
                <a:gd name="T6" fmla="*/ 7 w 14"/>
                <a:gd name="T7" fmla="*/ 15 h 16"/>
                <a:gd name="T8" fmla="*/ 11 w 14"/>
                <a:gd name="T9" fmla="*/ 13 h 16"/>
                <a:gd name="T10" fmla="*/ 14 w 14"/>
                <a:gd name="T11" fmla="*/ 7 h 16"/>
                <a:gd name="T12" fmla="*/ 14 w 14"/>
                <a:gd name="T13" fmla="*/ 3 h 16"/>
                <a:gd name="T14" fmla="*/ 10 w 14"/>
                <a:gd name="T15" fmla="*/ 1 h 16"/>
                <a:gd name="T16" fmla="*/ 6 w 14"/>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6">
                  <a:moveTo>
                    <a:pt x="6" y="0"/>
                  </a:moveTo>
                  <a:cubicBezTo>
                    <a:pt x="4" y="1"/>
                    <a:pt x="3" y="2"/>
                    <a:pt x="1" y="4"/>
                  </a:cubicBezTo>
                  <a:cubicBezTo>
                    <a:pt x="0" y="7"/>
                    <a:pt x="0" y="9"/>
                    <a:pt x="0" y="10"/>
                  </a:cubicBezTo>
                  <a:cubicBezTo>
                    <a:pt x="1" y="14"/>
                    <a:pt x="3" y="16"/>
                    <a:pt x="7" y="15"/>
                  </a:cubicBezTo>
                  <a:cubicBezTo>
                    <a:pt x="8" y="15"/>
                    <a:pt x="10" y="14"/>
                    <a:pt x="11" y="13"/>
                  </a:cubicBezTo>
                  <a:cubicBezTo>
                    <a:pt x="13" y="11"/>
                    <a:pt x="14" y="9"/>
                    <a:pt x="14" y="7"/>
                  </a:cubicBezTo>
                  <a:cubicBezTo>
                    <a:pt x="14" y="3"/>
                    <a:pt x="14" y="3"/>
                    <a:pt x="14" y="3"/>
                  </a:cubicBezTo>
                  <a:cubicBezTo>
                    <a:pt x="13" y="3"/>
                    <a:pt x="12" y="2"/>
                    <a:pt x="10" y="1"/>
                  </a:cubicBezTo>
                  <a:cubicBezTo>
                    <a:pt x="8" y="0"/>
                    <a:pt x="7" y="0"/>
                    <a:pt x="6"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467" name="组合 466"/>
          <p:cNvGrpSpPr/>
          <p:nvPr/>
        </p:nvGrpSpPr>
        <p:grpSpPr>
          <a:xfrm>
            <a:off x="8220076" y="801688"/>
            <a:ext cx="1266825" cy="1433512"/>
            <a:chOff x="8220076" y="801688"/>
            <a:chExt cx="1266825" cy="1433512"/>
          </a:xfrm>
        </p:grpSpPr>
        <p:sp>
          <p:nvSpPr>
            <p:cNvPr id="468" name="Freeform 457"/>
            <p:cNvSpPr>
              <a:spLocks/>
            </p:cNvSpPr>
            <p:nvPr/>
          </p:nvSpPr>
          <p:spPr bwMode="auto">
            <a:xfrm>
              <a:off x="8837613" y="801688"/>
              <a:ext cx="649288" cy="1331913"/>
            </a:xfrm>
            <a:custGeom>
              <a:avLst/>
              <a:gdLst>
                <a:gd name="T0" fmla="*/ 25 w 409"/>
                <a:gd name="T1" fmla="*/ 25 h 839"/>
                <a:gd name="T2" fmla="*/ 385 w 409"/>
                <a:gd name="T3" fmla="*/ 25 h 839"/>
                <a:gd name="T4" fmla="*/ 385 w 409"/>
                <a:gd name="T5" fmla="*/ 815 h 839"/>
                <a:gd name="T6" fmla="*/ 25 w 409"/>
                <a:gd name="T7" fmla="*/ 815 h 839"/>
                <a:gd name="T8" fmla="*/ 25 w 409"/>
                <a:gd name="T9" fmla="*/ 622 h 839"/>
                <a:gd name="T10" fmla="*/ 0 w 409"/>
                <a:gd name="T11" fmla="*/ 622 h 839"/>
                <a:gd name="T12" fmla="*/ 0 w 409"/>
                <a:gd name="T13" fmla="*/ 839 h 839"/>
                <a:gd name="T14" fmla="*/ 409 w 409"/>
                <a:gd name="T15" fmla="*/ 839 h 839"/>
                <a:gd name="T16" fmla="*/ 409 w 409"/>
                <a:gd name="T17" fmla="*/ 0 h 839"/>
                <a:gd name="T18" fmla="*/ 0 w 409"/>
                <a:gd name="T19" fmla="*/ 0 h 839"/>
                <a:gd name="T20" fmla="*/ 0 w 409"/>
                <a:gd name="T21" fmla="*/ 350 h 839"/>
                <a:gd name="T22" fmla="*/ 25 w 409"/>
                <a:gd name="T23" fmla="*/ 350 h 839"/>
                <a:gd name="T24" fmla="*/ 25 w 409"/>
                <a:gd name="T25" fmla="*/ 25 h 8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9" h="839">
                  <a:moveTo>
                    <a:pt x="25" y="25"/>
                  </a:moveTo>
                  <a:lnTo>
                    <a:pt x="385" y="25"/>
                  </a:lnTo>
                  <a:lnTo>
                    <a:pt x="385" y="815"/>
                  </a:lnTo>
                  <a:lnTo>
                    <a:pt x="25" y="815"/>
                  </a:lnTo>
                  <a:lnTo>
                    <a:pt x="25" y="622"/>
                  </a:lnTo>
                  <a:lnTo>
                    <a:pt x="0" y="622"/>
                  </a:lnTo>
                  <a:lnTo>
                    <a:pt x="0" y="839"/>
                  </a:lnTo>
                  <a:lnTo>
                    <a:pt x="409" y="839"/>
                  </a:lnTo>
                  <a:lnTo>
                    <a:pt x="409" y="0"/>
                  </a:lnTo>
                  <a:lnTo>
                    <a:pt x="0" y="0"/>
                  </a:lnTo>
                  <a:lnTo>
                    <a:pt x="0" y="350"/>
                  </a:lnTo>
                  <a:lnTo>
                    <a:pt x="25" y="350"/>
                  </a:lnTo>
                  <a:lnTo>
                    <a:pt x="25" y="25"/>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69" name="Freeform 458"/>
            <p:cNvSpPr>
              <a:spLocks noEditPoints="1"/>
            </p:cNvSpPr>
            <p:nvPr/>
          </p:nvSpPr>
          <p:spPr bwMode="auto">
            <a:xfrm>
              <a:off x="8929688" y="895350"/>
              <a:ext cx="466725" cy="87313"/>
            </a:xfrm>
            <a:custGeom>
              <a:avLst/>
              <a:gdLst>
                <a:gd name="T0" fmla="*/ 294 w 294"/>
                <a:gd name="T1" fmla="*/ 0 h 55"/>
                <a:gd name="T2" fmla="*/ 0 w 294"/>
                <a:gd name="T3" fmla="*/ 0 h 55"/>
                <a:gd name="T4" fmla="*/ 0 w 294"/>
                <a:gd name="T5" fmla="*/ 55 h 55"/>
                <a:gd name="T6" fmla="*/ 294 w 294"/>
                <a:gd name="T7" fmla="*/ 55 h 55"/>
                <a:gd name="T8" fmla="*/ 294 w 294"/>
                <a:gd name="T9" fmla="*/ 0 h 55"/>
                <a:gd name="T10" fmla="*/ 118 w 294"/>
                <a:gd name="T11" fmla="*/ 37 h 55"/>
                <a:gd name="T12" fmla="*/ 19 w 294"/>
                <a:gd name="T13" fmla="*/ 37 h 55"/>
                <a:gd name="T14" fmla="*/ 19 w 294"/>
                <a:gd name="T15" fmla="*/ 16 h 55"/>
                <a:gd name="T16" fmla="*/ 118 w 294"/>
                <a:gd name="T17" fmla="*/ 16 h 55"/>
                <a:gd name="T18" fmla="*/ 118 w 294"/>
                <a:gd name="T19" fmla="*/ 37 h 55"/>
                <a:gd name="T20" fmla="*/ 209 w 294"/>
                <a:gd name="T21" fmla="*/ 37 h 55"/>
                <a:gd name="T22" fmla="*/ 188 w 294"/>
                <a:gd name="T23" fmla="*/ 37 h 55"/>
                <a:gd name="T24" fmla="*/ 188 w 294"/>
                <a:gd name="T25" fmla="*/ 16 h 55"/>
                <a:gd name="T26" fmla="*/ 209 w 294"/>
                <a:gd name="T27" fmla="*/ 16 h 55"/>
                <a:gd name="T28" fmla="*/ 209 w 294"/>
                <a:gd name="T29" fmla="*/ 37 h 55"/>
                <a:gd name="T30" fmla="*/ 243 w 294"/>
                <a:gd name="T31" fmla="*/ 37 h 55"/>
                <a:gd name="T32" fmla="*/ 222 w 294"/>
                <a:gd name="T33" fmla="*/ 37 h 55"/>
                <a:gd name="T34" fmla="*/ 222 w 294"/>
                <a:gd name="T35" fmla="*/ 16 h 55"/>
                <a:gd name="T36" fmla="*/ 243 w 294"/>
                <a:gd name="T37" fmla="*/ 16 h 55"/>
                <a:gd name="T38" fmla="*/ 243 w 294"/>
                <a:gd name="T39" fmla="*/ 37 h 55"/>
                <a:gd name="T40" fmla="*/ 277 w 294"/>
                <a:gd name="T41" fmla="*/ 37 h 55"/>
                <a:gd name="T42" fmla="*/ 256 w 294"/>
                <a:gd name="T43" fmla="*/ 37 h 55"/>
                <a:gd name="T44" fmla="*/ 256 w 294"/>
                <a:gd name="T45" fmla="*/ 16 h 55"/>
                <a:gd name="T46" fmla="*/ 277 w 294"/>
                <a:gd name="T47" fmla="*/ 16 h 55"/>
                <a:gd name="T48" fmla="*/ 277 w 294"/>
                <a:gd name="T49" fmla="*/ 37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94" h="55">
                  <a:moveTo>
                    <a:pt x="294" y="0"/>
                  </a:moveTo>
                  <a:lnTo>
                    <a:pt x="0" y="0"/>
                  </a:lnTo>
                  <a:lnTo>
                    <a:pt x="0" y="55"/>
                  </a:lnTo>
                  <a:lnTo>
                    <a:pt x="294" y="55"/>
                  </a:lnTo>
                  <a:lnTo>
                    <a:pt x="294" y="0"/>
                  </a:lnTo>
                  <a:close/>
                  <a:moveTo>
                    <a:pt x="118" y="37"/>
                  </a:moveTo>
                  <a:lnTo>
                    <a:pt x="19" y="37"/>
                  </a:lnTo>
                  <a:lnTo>
                    <a:pt x="19" y="16"/>
                  </a:lnTo>
                  <a:lnTo>
                    <a:pt x="118" y="16"/>
                  </a:lnTo>
                  <a:lnTo>
                    <a:pt x="118" y="37"/>
                  </a:lnTo>
                  <a:close/>
                  <a:moveTo>
                    <a:pt x="209" y="37"/>
                  </a:moveTo>
                  <a:lnTo>
                    <a:pt x="188" y="37"/>
                  </a:lnTo>
                  <a:lnTo>
                    <a:pt x="188" y="16"/>
                  </a:lnTo>
                  <a:lnTo>
                    <a:pt x="209" y="16"/>
                  </a:lnTo>
                  <a:lnTo>
                    <a:pt x="209" y="37"/>
                  </a:lnTo>
                  <a:close/>
                  <a:moveTo>
                    <a:pt x="243" y="37"/>
                  </a:moveTo>
                  <a:lnTo>
                    <a:pt x="222" y="37"/>
                  </a:lnTo>
                  <a:lnTo>
                    <a:pt x="222" y="16"/>
                  </a:lnTo>
                  <a:lnTo>
                    <a:pt x="243" y="16"/>
                  </a:lnTo>
                  <a:lnTo>
                    <a:pt x="243" y="37"/>
                  </a:lnTo>
                  <a:close/>
                  <a:moveTo>
                    <a:pt x="277" y="37"/>
                  </a:moveTo>
                  <a:lnTo>
                    <a:pt x="256" y="37"/>
                  </a:lnTo>
                  <a:lnTo>
                    <a:pt x="256" y="16"/>
                  </a:lnTo>
                  <a:lnTo>
                    <a:pt x="277" y="16"/>
                  </a:lnTo>
                  <a:lnTo>
                    <a:pt x="277" y="37"/>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70" name="Freeform 459"/>
            <p:cNvSpPr>
              <a:spLocks noEditPoints="1"/>
            </p:cNvSpPr>
            <p:nvPr/>
          </p:nvSpPr>
          <p:spPr bwMode="auto">
            <a:xfrm>
              <a:off x="8929688" y="1130300"/>
              <a:ext cx="466725" cy="85725"/>
            </a:xfrm>
            <a:custGeom>
              <a:avLst/>
              <a:gdLst>
                <a:gd name="T0" fmla="*/ 294 w 294"/>
                <a:gd name="T1" fmla="*/ 0 h 54"/>
                <a:gd name="T2" fmla="*/ 0 w 294"/>
                <a:gd name="T3" fmla="*/ 0 h 54"/>
                <a:gd name="T4" fmla="*/ 0 w 294"/>
                <a:gd name="T5" fmla="*/ 54 h 54"/>
                <a:gd name="T6" fmla="*/ 294 w 294"/>
                <a:gd name="T7" fmla="*/ 54 h 54"/>
                <a:gd name="T8" fmla="*/ 294 w 294"/>
                <a:gd name="T9" fmla="*/ 0 h 54"/>
                <a:gd name="T10" fmla="*/ 118 w 294"/>
                <a:gd name="T11" fmla="*/ 38 h 54"/>
                <a:gd name="T12" fmla="*/ 19 w 294"/>
                <a:gd name="T13" fmla="*/ 38 h 54"/>
                <a:gd name="T14" fmla="*/ 19 w 294"/>
                <a:gd name="T15" fmla="*/ 17 h 54"/>
                <a:gd name="T16" fmla="*/ 118 w 294"/>
                <a:gd name="T17" fmla="*/ 17 h 54"/>
                <a:gd name="T18" fmla="*/ 118 w 294"/>
                <a:gd name="T19" fmla="*/ 38 h 54"/>
                <a:gd name="T20" fmla="*/ 209 w 294"/>
                <a:gd name="T21" fmla="*/ 38 h 54"/>
                <a:gd name="T22" fmla="*/ 188 w 294"/>
                <a:gd name="T23" fmla="*/ 38 h 54"/>
                <a:gd name="T24" fmla="*/ 188 w 294"/>
                <a:gd name="T25" fmla="*/ 17 h 54"/>
                <a:gd name="T26" fmla="*/ 209 w 294"/>
                <a:gd name="T27" fmla="*/ 17 h 54"/>
                <a:gd name="T28" fmla="*/ 209 w 294"/>
                <a:gd name="T29" fmla="*/ 38 h 54"/>
                <a:gd name="T30" fmla="*/ 243 w 294"/>
                <a:gd name="T31" fmla="*/ 38 h 54"/>
                <a:gd name="T32" fmla="*/ 222 w 294"/>
                <a:gd name="T33" fmla="*/ 38 h 54"/>
                <a:gd name="T34" fmla="*/ 222 w 294"/>
                <a:gd name="T35" fmla="*/ 17 h 54"/>
                <a:gd name="T36" fmla="*/ 243 w 294"/>
                <a:gd name="T37" fmla="*/ 17 h 54"/>
                <a:gd name="T38" fmla="*/ 243 w 294"/>
                <a:gd name="T39" fmla="*/ 38 h 54"/>
                <a:gd name="T40" fmla="*/ 277 w 294"/>
                <a:gd name="T41" fmla="*/ 38 h 54"/>
                <a:gd name="T42" fmla="*/ 256 w 294"/>
                <a:gd name="T43" fmla="*/ 38 h 54"/>
                <a:gd name="T44" fmla="*/ 256 w 294"/>
                <a:gd name="T45" fmla="*/ 17 h 54"/>
                <a:gd name="T46" fmla="*/ 277 w 294"/>
                <a:gd name="T47" fmla="*/ 17 h 54"/>
                <a:gd name="T48" fmla="*/ 277 w 294"/>
                <a:gd name="T49" fmla="*/ 38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94" h="54">
                  <a:moveTo>
                    <a:pt x="294" y="0"/>
                  </a:moveTo>
                  <a:lnTo>
                    <a:pt x="0" y="0"/>
                  </a:lnTo>
                  <a:lnTo>
                    <a:pt x="0" y="54"/>
                  </a:lnTo>
                  <a:lnTo>
                    <a:pt x="294" y="54"/>
                  </a:lnTo>
                  <a:lnTo>
                    <a:pt x="294" y="0"/>
                  </a:lnTo>
                  <a:close/>
                  <a:moveTo>
                    <a:pt x="118" y="38"/>
                  </a:moveTo>
                  <a:lnTo>
                    <a:pt x="19" y="38"/>
                  </a:lnTo>
                  <a:lnTo>
                    <a:pt x="19" y="17"/>
                  </a:lnTo>
                  <a:lnTo>
                    <a:pt x="118" y="17"/>
                  </a:lnTo>
                  <a:lnTo>
                    <a:pt x="118" y="38"/>
                  </a:lnTo>
                  <a:close/>
                  <a:moveTo>
                    <a:pt x="209" y="38"/>
                  </a:moveTo>
                  <a:lnTo>
                    <a:pt x="188" y="38"/>
                  </a:lnTo>
                  <a:lnTo>
                    <a:pt x="188" y="17"/>
                  </a:lnTo>
                  <a:lnTo>
                    <a:pt x="209" y="17"/>
                  </a:lnTo>
                  <a:lnTo>
                    <a:pt x="209" y="38"/>
                  </a:lnTo>
                  <a:close/>
                  <a:moveTo>
                    <a:pt x="243" y="38"/>
                  </a:moveTo>
                  <a:lnTo>
                    <a:pt x="222" y="38"/>
                  </a:lnTo>
                  <a:lnTo>
                    <a:pt x="222" y="17"/>
                  </a:lnTo>
                  <a:lnTo>
                    <a:pt x="243" y="17"/>
                  </a:lnTo>
                  <a:lnTo>
                    <a:pt x="243" y="38"/>
                  </a:lnTo>
                  <a:close/>
                  <a:moveTo>
                    <a:pt x="277" y="38"/>
                  </a:moveTo>
                  <a:lnTo>
                    <a:pt x="256" y="38"/>
                  </a:lnTo>
                  <a:lnTo>
                    <a:pt x="256" y="17"/>
                  </a:lnTo>
                  <a:lnTo>
                    <a:pt x="277" y="17"/>
                  </a:lnTo>
                  <a:lnTo>
                    <a:pt x="277" y="38"/>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71" name="Freeform 460"/>
            <p:cNvSpPr>
              <a:spLocks noEditPoints="1"/>
            </p:cNvSpPr>
            <p:nvPr/>
          </p:nvSpPr>
          <p:spPr bwMode="auto">
            <a:xfrm>
              <a:off x="9031288" y="1366838"/>
              <a:ext cx="365125" cy="85725"/>
            </a:xfrm>
            <a:custGeom>
              <a:avLst/>
              <a:gdLst>
                <a:gd name="T0" fmla="*/ 0 w 230"/>
                <a:gd name="T1" fmla="*/ 15 h 54"/>
                <a:gd name="T2" fmla="*/ 54 w 230"/>
                <a:gd name="T3" fmla="*/ 15 h 54"/>
                <a:gd name="T4" fmla="*/ 54 w 230"/>
                <a:gd name="T5" fmla="*/ 37 h 54"/>
                <a:gd name="T6" fmla="*/ 0 w 230"/>
                <a:gd name="T7" fmla="*/ 37 h 54"/>
                <a:gd name="T8" fmla="*/ 0 w 230"/>
                <a:gd name="T9" fmla="*/ 54 h 54"/>
                <a:gd name="T10" fmla="*/ 230 w 230"/>
                <a:gd name="T11" fmla="*/ 54 h 54"/>
                <a:gd name="T12" fmla="*/ 230 w 230"/>
                <a:gd name="T13" fmla="*/ 0 h 54"/>
                <a:gd name="T14" fmla="*/ 0 w 230"/>
                <a:gd name="T15" fmla="*/ 0 h 54"/>
                <a:gd name="T16" fmla="*/ 0 w 230"/>
                <a:gd name="T17" fmla="*/ 15 h 54"/>
                <a:gd name="T18" fmla="*/ 192 w 230"/>
                <a:gd name="T19" fmla="*/ 15 h 54"/>
                <a:gd name="T20" fmla="*/ 213 w 230"/>
                <a:gd name="T21" fmla="*/ 15 h 54"/>
                <a:gd name="T22" fmla="*/ 213 w 230"/>
                <a:gd name="T23" fmla="*/ 37 h 54"/>
                <a:gd name="T24" fmla="*/ 192 w 230"/>
                <a:gd name="T25" fmla="*/ 37 h 54"/>
                <a:gd name="T26" fmla="*/ 192 w 230"/>
                <a:gd name="T27" fmla="*/ 15 h 54"/>
                <a:gd name="T28" fmla="*/ 158 w 230"/>
                <a:gd name="T29" fmla="*/ 15 h 54"/>
                <a:gd name="T30" fmla="*/ 179 w 230"/>
                <a:gd name="T31" fmla="*/ 15 h 54"/>
                <a:gd name="T32" fmla="*/ 179 w 230"/>
                <a:gd name="T33" fmla="*/ 37 h 54"/>
                <a:gd name="T34" fmla="*/ 158 w 230"/>
                <a:gd name="T35" fmla="*/ 37 h 54"/>
                <a:gd name="T36" fmla="*/ 158 w 230"/>
                <a:gd name="T37" fmla="*/ 15 h 54"/>
                <a:gd name="T38" fmla="*/ 124 w 230"/>
                <a:gd name="T39" fmla="*/ 15 h 54"/>
                <a:gd name="T40" fmla="*/ 145 w 230"/>
                <a:gd name="T41" fmla="*/ 15 h 54"/>
                <a:gd name="T42" fmla="*/ 145 w 230"/>
                <a:gd name="T43" fmla="*/ 37 h 54"/>
                <a:gd name="T44" fmla="*/ 124 w 230"/>
                <a:gd name="T45" fmla="*/ 37 h 54"/>
                <a:gd name="T46" fmla="*/ 124 w 230"/>
                <a:gd name="T47" fmla="*/ 1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30" h="54">
                  <a:moveTo>
                    <a:pt x="0" y="15"/>
                  </a:moveTo>
                  <a:lnTo>
                    <a:pt x="54" y="15"/>
                  </a:lnTo>
                  <a:lnTo>
                    <a:pt x="54" y="37"/>
                  </a:lnTo>
                  <a:lnTo>
                    <a:pt x="0" y="37"/>
                  </a:lnTo>
                  <a:lnTo>
                    <a:pt x="0" y="54"/>
                  </a:lnTo>
                  <a:lnTo>
                    <a:pt x="230" y="54"/>
                  </a:lnTo>
                  <a:lnTo>
                    <a:pt x="230" y="0"/>
                  </a:lnTo>
                  <a:lnTo>
                    <a:pt x="0" y="0"/>
                  </a:lnTo>
                  <a:lnTo>
                    <a:pt x="0" y="15"/>
                  </a:lnTo>
                  <a:close/>
                  <a:moveTo>
                    <a:pt x="192" y="15"/>
                  </a:moveTo>
                  <a:lnTo>
                    <a:pt x="213" y="15"/>
                  </a:lnTo>
                  <a:lnTo>
                    <a:pt x="213" y="37"/>
                  </a:lnTo>
                  <a:lnTo>
                    <a:pt x="192" y="37"/>
                  </a:lnTo>
                  <a:lnTo>
                    <a:pt x="192" y="15"/>
                  </a:lnTo>
                  <a:close/>
                  <a:moveTo>
                    <a:pt x="158" y="15"/>
                  </a:moveTo>
                  <a:lnTo>
                    <a:pt x="179" y="15"/>
                  </a:lnTo>
                  <a:lnTo>
                    <a:pt x="179" y="37"/>
                  </a:lnTo>
                  <a:lnTo>
                    <a:pt x="158" y="37"/>
                  </a:lnTo>
                  <a:lnTo>
                    <a:pt x="158" y="15"/>
                  </a:lnTo>
                  <a:close/>
                  <a:moveTo>
                    <a:pt x="124" y="15"/>
                  </a:moveTo>
                  <a:lnTo>
                    <a:pt x="145" y="15"/>
                  </a:lnTo>
                  <a:lnTo>
                    <a:pt x="145" y="37"/>
                  </a:lnTo>
                  <a:lnTo>
                    <a:pt x="124" y="37"/>
                  </a:lnTo>
                  <a:lnTo>
                    <a:pt x="124" y="15"/>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72" name="Freeform 461"/>
            <p:cNvSpPr>
              <a:spLocks noEditPoints="1"/>
            </p:cNvSpPr>
            <p:nvPr/>
          </p:nvSpPr>
          <p:spPr bwMode="auto">
            <a:xfrm>
              <a:off x="9031288" y="1484313"/>
              <a:ext cx="365125" cy="85725"/>
            </a:xfrm>
            <a:custGeom>
              <a:avLst/>
              <a:gdLst>
                <a:gd name="T0" fmla="*/ 0 w 230"/>
                <a:gd name="T1" fmla="*/ 16 h 54"/>
                <a:gd name="T2" fmla="*/ 54 w 230"/>
                <a:gd name="T3" fmla="*/ 16 h 54"/>
                <a:gd name="T4" fmla="*/ 54 w 230"/>
                <a:gd name="T5" fmla="*/ 37 h 54"/>
                <a:gd name="T6" fmla="*/ 0 w 230"/>
                <a:gd name="T7" fmla="*/ 37 h 54"/>
                <a:gd name="T8" fmla="*/ 0 w 230"/>
                <a:gd name="T9" fmla="*/ 54 h 54"/>
                <a:gd name="T10" fmla="*/ 230 w 230"/>
                <a:gd name="T11" fmla="*/ 54 h 54"/>
                <a:gd name="T12" fmla="*/ 230 w 230"/>
                <a:gd name="T13" fmla="*/ 0 h 54"/>
                <a:gd name="T14" fmla="*/ 0 w 230"/>
                <a:gd name="T15" fmla="*/ 0 h 54"/>
                <a:gd name="T16" fmla="*/ 0 w 230"/>
                <a:gd name="T17" fmla="*/ 16 h 54"/>
                <a:gd name="T18" fmla="*/ 192 w 230"/>
                <a:gd name="T19" fmla="*/ 16 h 54"/>
                <a:gd name="T20" fmla="*/ 213 w 230"/>
                <a:gd name="T21" fmla="*/ 16 h 54"/>
                <a:gd name="T22" fmla="*/ 213 w 230"/>
                <a:gd name="T23" fmla="*/ 37 h 54"/>
                <a:gd name="T24" fmla="*/ 192 w 230"/>
                <a:gd name="T25" fmla="*/ 37 h 54"/>
                <a:gd name="T26" fmla="*/ 192 w 230"/>
                <a:gd name="T27" fmla="*/ 16 h 54"/>
                <a:gd name="T28" fmla="*/ 158 w 230"/>
                <a:gd name="T29" fmla="*/ 16 h 54"/>
                <a:gd name="T30" fmla="*/ 179 w 230"/>
                <a:gd name="T31" fmla="*/ 16 h 54"/>
                <a:gd name="T32" fmla="*/ 179 w 230"/>
                <a:gd name="T33" fmla="*/ 37 h 54"/>
                <a:gd name="T34" fmla="*/ 158 w 230"/>
                <a:gd name="T35" fmla="*/ 37 h 54"/>
                <a:gd name="T36" fmla="*/ 158 w 230"/>
                <a:gd name="T37" fmla="*/ 16 h 54"/>
                <a:gd name="T38" fmla="*/ 124 w 230"/>
                <a:gd name="T39" fmla="*/ 16 h 54"/>
                <a:gd name="T40" fmla="*/ 145 w 230"/>
                <a:gd name="T41" fmla="*/ 16 h 54"/>
                <a:gd name="T42" fmla="*/ 145 w 230"/>
                <a:gd name="T43" fmla="*/ 37 h 54"/>
                <a:gd name="T44" fmla="*/ 124 w 230"/>
                <a:gd name="T45" fmla="*/ 37 h 54"/>
                <a:gd name="T46" fmla="*/ 124 w 230"/>
                <a:gd name="T47" fmla="*/ 1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30" h="54">
                  <a:moveTo>
                    <a:pt x="0" y="16"/>
                  </a:moveTo>
                  <a:lnTo>
                    <a:pt x="54" y="16"/>
                  </a:lnTo>
                  <a:lnTo>
                    <a:pt x="54" y="37"/>
                  </a:lnTo>
                  <a:lnTo>
                    <a:pt x="0" y="37"/>
                  </a:lnTo>
                  <a:lnTo>
                    <a:pt x="0" y="54"/>
                  </a:lnTo>
                  <a:lnTo>
                    <a:pt x="230" y="54"/>
                  </a:lnTo>
                  <a:lnTo>
                    <a:pt x="230" y="0"/>
                  </a:lnTo>
                  <a:lnTo>
                    <a:pt x="0" y="0"/>
                  </a:lnTo>
                  <a:lnTo>
                    <a:pt x="0" y="16"/>
                  </a:lnTo>
                  <a:close/>
                  <a:moveTo>
                    <a:pt x="192" y="16"/>
                  </a:moveTo>
                  <a:lnTo>
                    <a:pt x="213" y="16"/>
                  </a:lnTo>
                  <a:lnTo>
                    <a:pt x="213" y="37"/>
                  </a:lnTo>
                  <a:lnTo>
                    <a:pt x="192" y="37"/>
                  </a:lnTo>
                  <a:lnTo>
                    <a:pt x="192" y="16"/>
                  </a:lnTo>
                  <a:close/>
                  <a:moveTo>
                    <a:pt x="158" y="16"/>
                  </a:moveTo>
                  <a:lnTo>
                    <a:pt x="179" y="16"/>
                  </a:lnTo>
                  <a:lnTo>
                    <a:pt x="179" y="37"/>
                  </a:lnTo>
                  <a:lnTo>
                    <a:pt x="158" y="37"/>
                  </a:lnTo>
                  <a:lnTo>
                    <a:pt x="158" y="16"/>
                  </a:lnTo>
                  <a:close/>
                  <a:moveTo>
                    <a:pt x="124" y="16"/>
                  </a:moveTo>
                  <a:lnTo>
                    <a:pt x="145" y="16"/>
                  </a:lnTo>
                  <a:lnTo>
                    <a:pt x="145" y="37"/>
                  </a:lnTo>
                  <a:lnTo>
                    <a:pt x="124" y="37"/>
                  </a:lnTo>
                  <a:lnTo>
                    <a:pt x="124" y="16"/>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73" name="Freeform 462"/>
            <p:cNvSpPr>
              <a:spLocks noEditPoints="1"/>
            </p:cNvSpPr>
            <p:nvPr/>
          </p:nvSpPr>
          <p:spPr bwMode="auto">
            <a:xfrm>
              <a:off x="9031288" y="1600200"/>
              <a:ext cx="365125" cy="87313"/>
            </a:xfrm>
            <a:custGeom>
              <a:avLst/>
              <a:gdLst>
                <a:gd name="T0" fmla="*/ 0 w 230"/>
                <a:gd name="T1" fmla="*/ 17 h 55"/>
                <a:gd name="T2" fmla="*/ 54 w 230"/>
                <a:gd name="T3" fmla="*/ 17 h 55"/>
                <a:gd name="T4" fmla="*/ 54 w 230"/>
                <a:gd name="T5" fmla="*/ 38 h 55"/>
                <a:gd name="T6" fmla="*/ 0 w 230"/>
                <a:gd name="T7" fmla="*/ 38 h 55"/>
                <a:gd name="T8" fmla="*/ 0 w 230"/>
                <a:gd name="T9" fmla="*/ 55 h 55"/>
                <a:gd name="T10" fmla="*/ 230 w 230"/>
                <a:gd name="T11" fmla="*/ 55 h 55"/>
                <a:gd name="T12" fmla="*/ 230 w 230"/>
                <a:gd name="T13" fmla="*/ 0 h 55"/>
                <a:gd name="T14" fmla="*/ 0 w 230"/>
                <a:gd name="T15" fmla="*/ 0 h 55"/>
                <a:gd name="T16" fmla="*/ 0 w 230"/>
                <a:gd name="T17" fmla="*/ 17 h 55"/>
                <a:gd name="T18" fmla="*/ 192 w 230"/>
                <a:gd name="T19" fmla="*/ 17 h 55"/>
                <a:gd name="T20" fmla="*/ 213 w 230"/>
                <a:gd name="T21" fmla="*/ 17 h 55"/>
                <a:gd name="T22" fmla="*/ 213 w 230"/>
                <a:gd name="T23" fmla="*/ 38 h 55"/>
                <a:gd name="T24" fmla="*/ 192 w 230"/>
                <a:gd name="T25" fmla="*/ 38 h 55"/>
                <a:gd name="T26" fmla="*/ 192 w 230"/>
                <a:gd name="T27" fmla="*/ 17 h 55"/>
                <a:gd name="T28" fmla="*/ 158 w 230"/>
                <a:gd name="T29" fmla="*/ 17 h 55"/>
                <a:gd name="T30" fmla="*/ 179 w 230"/>
                <a:gd name="T31" fmla="*/ 17 h 55"/>
                <a:gd name="T32" fmla="*/ 179 w 230"/>
                <a:gd name="T33" fmla="*/ 38 h 55"/>
                <a:gd name="T34" fmla="*/ 158 w 230"/>
                <a:gd name="T35" fmla="*/ 38 h 55"/>
                <a:gd name="T36" fmla="*/ 158 w 230"/>
                <a:gd name="T37" fmla="*/ 17 h 55"/>
                <a:gd name="T38" fmla="*/ 124 w 230"/>
                <a:gd name="T39" fmla="*/ 17 h 55"/>
                <a:gd name="T40" fmla="*/ 145 w 230"/>
                <a:gd name="T41" fmla="*/ 17 h 55"/>
                <a:gd name="T42" fmla="*/ 145 w 230"/>
                <a:gd name="T43" fmla="*/ 38 h 55"/>
                <a:gd name="T44" fmla="*/ 124 w 230"/>
                <a:gd name="T45" fmla="*/ 38 h 55"/>
                <a:gd name="T46" fmla="*/ 124 w 230"/>
                <a:gd name="T47" fmla="*/ 17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30" h="55">
                  <a:moveTo>
                    <a:pt x="0" y="17"/>
                  </a:moveTo>
                  <a:lnTo>
                    <a:pt x="54" y="17"/>
                  </a:lnTo>
                  <a:lnTo>
                    <a:pt x="54" y="38"/>
                  </a:lnTo>
                  <a:lnTo>
                    <a:pt x="0" y="38"/>
                  </a:lnTo>
                  <a:lnTo>
                    <a:pt x="0" y="55"/>
                  </a:lnTo>
                  <a:lnTo>
                    <a:pt x="230" y="55"/>
                  </a:lnTo>
                  <a:lnTo>
                    <a:pt x="230" y="0"/>
                  </a:lnTo>
                  <a:lnTo>
                    <a:pt x="0" y="0"/>
                  </a:lnTo>
                  <a:lnTo>
                    <a:pt x="0" y="17"/>
                  </a:lnTo>
                  <a:close/>
                  <a:moveTo>
                    <a:pt x="192" y="17"/>
                  </a:moveTo>
                  <a:lnTo>
                    <a:pt x="213" y="17"/>
                  </a:lnTo>
                  <a:lnTo>
                    <a:pt x="213" y="38"/>
                  </a:lnTo>
                  <a:lnTo>
                    <a:pt x="192" y="38"/>
                  </a:lnTo>
                  <a:lnTo>
                    <a:pt x="192" y="17"/>
                  </a:lnTo>
                  <a:close/>
                  <a:moveTo>
                    <a:pt x="158" y="17"/>
                  </a:moveTo>
                  <a:lnTo>
                    <a:pt x="179" y="17"/>
                  </a:lnTo>
                  <a:lnTo>
                    <a:pt x="179" y="38"/>
                  </a:lnTo>
                  <a:lnTo>
                    <a:pt x="158" y="38"/>
                  </a:lnTo>
                  <a:lnTo>
                    <a:pt x="158" y="17"/>
                  </a:lnTo>
                  <a:close/>
                  <a:moveTo>
                    <a:pt x="124" y="17"/>
                  </a:moveTo>
                  <a:lnTo>
                    <a:pt x="145" y="17"/>
                  </a:lnTo>
                  <a:lnTo>
                    <a:pt x="145" y="38"/>
                  </a:lnTo>
                  <a:lnTo>
                    <a:pt x="124" y="38"/>
                  </a:lnTo>
                  <a:lnTo>
                    <a:pt x="124" y="17"/>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74" name="Freeform 463"/>
            <p:cNvSpPr>
              <a:spLocks noEditPoints="1"/>
            </p:cNvSpPr>
            <p:nvPr/>
          </p:nvSpPr>
          <p:spPr bwMode="auto">
            <a:xfrm>
              <a:off x="8929688" y="1719263"/>
              <a:ext cx="466725" cy="85725"/>
            </a:xfrm>
            <a:custGeom>
              <a:avLst/>
              <a:gdLst>
                <a:gd name="T0" fmla="*/ 64 w 294"/>
                <a:gd name="T1" fmla="*/ 16 h 54"/>
                <a:gd name="T2" fmla="*/ 118 w 294"/>
                <a:gd name="T3" fmla="*/ 16 h 54"/>
                <a:gd name="T4" fmla="*/ 118 w 294"/>
                <a:gd name="T5" fmla="*/ 37 h 54"/>
                <a:gd name="T6" fmla="*/ 64 w 294"/>
                <a:gd name="T7" fmla="*/ 37 h 54"/>
                <a:gd name="T8" fmla="*/ 64 w 294"/>
                <a:gd name="T9" fmla="*/ 44 h 54"/>
                <a:gd name="T10" fmla="*/ 0 w 294"/>
                <a:gd name="T11" fmla="*/ 44 h 54"/>
                <a:gd name="T12" fmla="*/ 0 w 294"/>
                <a:gd name="T13" fmla="*/ 54 h 54"/>
                <a:gd name="T14" fmla="*/ 294 w 294"/>
                <a:gd name="T15" fmla="*/ 54 h 54"/>
                <a:gd name="T16" fmla="*/ 294 w 294"/>
                <a:gd name="T17" fmla="*/ 0 h 54"/>
                <a:gd name="T18" fmla="*/ 64 w 294"/>
                <a:gd name="T19" fmla="*/ 0 h 54"/>
                <a:gd name="T20" fmla="*/ 64 w 294"/>
                <a:gd name="T21" fmla="*/ 16 h 54"/>
                <a:gd name="T22" fmla="*/ 256 w 294"/>
                <a:gd name="T23" fmla="*/ 16 h 54"/>
                <a:gd name="T24" fmla="*/ 277 w 294"/>
                <a:gd name="T25" fmla="*/ 16 h 54"/>
                <a:gd name="T26" fmla="*/ 277 w 294"/>
                <a:gd name="T27" fmla="*/ 37 h 54"/>
                <a:gd name="T28" fmla="*/ 256 w 294"/>
                <a:gd name="T29" fmla="*/ 37 h 54"/>
                <a:gd name="T30" fmla="*/ 256 w 294"/>
                <a:gd name="T31" fmla="*/ 16 h 54"/>
                <a:gd name="T32" fmla="*/ 222 w 294"/>
                <a:gd name="T33" fmla="*/ 16 h 54"/>
                <a:gd name="T34" fmla="*/ 243 w 294"/>
                <a:gd name="T35" fmla="*/ 16 h 54"/>
                <a:gd name="T36" fmla="*/ 243 w 294"/>
                <a:gd name="T37" fmla="*/ 37 h 54"/>
                <a:gd name="T38" fmla="*/ 222 w 294"/>
                <a:gd name="T39" fmla="*/ 37 h 54"/>
                <a:gd name="T40" fmla="*/ 222 w 294"/>
                <a:gd name="T41" fmla="*/ 16 h 54"/>
                <a:gd name="T42" fmla="*/ 188 w 294"/>
                <a:gd name="T43" fmla="*/ 16 h 54"/>
                <a:gd name="T44" fmla="*/ 209 w 294"/>
                <a:gd name="T45" fmla="*/ 16 h 54"/>
                <a:gd name="T46" fmla="*/ 209 w 294"/>
                <a:gd name="T47" fmla="*/ 37 h 54"/>
                <a:gd name="T48" fmla="*/ 188 w 294"/>
                <a:gd name="T49" fmla="*/ 37 h 54"/>
                <a:gd name="T50" fmla="*/ 188 w 294"/>
                <a:gd name="T51" fmla="*/ 1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4" h="54">
                  <a:moveTo>
                    <a:pt x="64" y="16"/>
                  </a:moveTo>
                  <a:lnTo>
                    <a:pt x="118" y="16"/>
                  </a:lnTo>
                  <a:lnTo>
                    <a:pt x="118" y="37"/>
                  </a:lnTo>
                  <a:lnTo>
                    <a:pt x="64" y="37"/>
                  </a:lnTo>
                  <a:lnTo>
                    <a:pt x="64" y="44"/>
                  </a:lnTo>
                  <a:lnTo>
                    <a:pt x="0" y="44"/>
                  </a:lnTo>
                  <a:lnTo>
                    <a:pt x="0" y="54"/>
                  </a:lnTo>
                  <a:lnTo>
                    <a:pt x="294" y="54"/>
                  </a:lnTo>
                  <a:lnTo>
                    <a:pt x="294" y="0"/>
                  </a:lnTo>
                  <a:lnTo>
                    <a:pt x="64" y="0"/>
                  </a:lnTo>
                  <a:lnTo>
                    <a:pt x="64" y="16"/>
                  </a:lnTo>
                  <a:close/>
                  <a:moveTo>
                    <a:pt x="256" y="16"/>
                  </a:moveTo>
                  <a:lnTo>
                    <a:pt x="277" y="16"/>
                  </a:lnTo>
                  <a:lnTo>
                    <a:pt x="277" y="37"/>
                  </a:lnTo>
                  <a:lnTo>
                    <a:pt x="256" y="37"/>
                  </a:lnTo>
                  <a:lnTo>
                    <a:pt x="256" y="16"/>
                  </a:lnTo>
                  <a:close/>
                  <a:moveTo>
                    <a:pt x="222" y="16"/>
                  </a:moveTo>
                  <a:lnTo>
                    <a:pt x="243" y="16"/>
                  </a:lnTo>
                  <a:lnTo>
                    <a:pt x="243" y="37"/>
                  </a:lnTo>
                  <a:lnTo>
                    <a:pt x="222" y="37"/>
                  </a:lnTo>
                  <a:lnTo>
                    <a:pt x="222" y="16"/>
                  </a:lnTo>
                  <a:close/>
                  <a:moveTo>
                    <a:pt x="188" y="16"/>
                  </a:moveTo>
                  <a:lnTo>
                    <a:pt x="209" y="16"/>
                  </a:lnTo>
                  <a:lnTo>
                    <a:pt x="209" y="37"/>
                  </a:lnTo>
                  <a:lnTo>
                    <a:pt x="188" y="37"/>
                  </a:lnTo>
                  <a:lnTo>
                    <a:pt x="188" y="16"/>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75" name="Freeform 464"/>
            <p:cNvSpPr>
              <a:spLocks noEditPoints="1"/>
            </p:cNvSpPr>
            <p:nvPr/>
          </p:nvSpPr>
          <p:spPr bwMode="auto">
            <a:xfrm>
              <a:off x="8929688" y="1836738"/>
              <a:ext cx="466725" cy="85725"/>
            </a:xfrm>
            <a:custGeom>
              <a:avLst/>
              <a:gdLst>
                <a:gd name="T0" fmla="*/ 0 w 294"/>
                <a:gd name="T1" fmla="*/ 54 h 54"/>
                <a:gd name="T2" fmla="*/ 294 w 294"/>
                <a:gd name="T3" fmla="*/ 54 h 54"/>
                <a:gd name="T4" fmla="*/ 294 w 294"/>
                <a:gd name="T5" fmla="*/ 0 h 54"/>
                <a:gd name="T6" fmla="*/ 0 w 294"/>
                <a:gd name="T7" fmla="*/ 0 h 54"/>
                <a:gd name="T8" fmla="*/ 0 w 294"/>
                <a:gd name="T9" fmla="*/ 54 h 54"/>
                <a:gd name="T10" fmla="*/ 256 w 294"/>
                <a:gd name="T11" fmla="*/ 16 h 54"/>
                <a:gd name="T12" fmla="*/ 277 w 294"/>
                <a:gd name="T13" fmla="*/ 16 h 54"/>
                <a:gd name="T14" fmla="*/ 277 w 294"/>
                <a:gd name="T15" fmla="*/ 37 h 54"/>
                <a:gd name="T16" fmla="*/ 256 w 294"/>
                <a:gd name="T17" fmla="*/ 37 h 54"/>
                <a:gd name="T18" fmla="*/ 256 w 294"/>
                <a:gd name="T19" fmla="*/ 16 h 54"/>
                <a:gd name="T20" fmla="*/ 222 w 294"/>
                <a:gd name="T21" fmla="*/ 16 h 54"/>
                <a:gd name="T22" fmla="*/ 243 w 294"/>
                <a:gd name="T23" fmla="*/ 16 h 54"/>
                <a:gd name="T24" fmla="*/ 243 w 294"/>
                <a:gd name="T25" fmla="*/ 37 h 54"/>
                <a:gd name="T26" fmla="*/ 222 w 294"/>
                <a:gd name="T27" fmla="*/ 37 h 54"/>
                <a:gd name="T28" fmla="*/ 222 w 294"/>
                <a:gd name="T29" fmla="*/ 16 h 54"/>
                <a:gd name="T30" fmla="*/ 188 w 294"/>
                <a:gd name="T31" fmla="*/ 16 h 54"/>
                <a:gd name="T32" fmla="*/ 209 w 294"/>
                <a:gd name="T33" fmla="*/ 16 h 54"/>
                <a:gd name="T34" fmla="*/ 209 w 294"/>
                <a:gd name="T35" fmla="*/ 37 h 54"/>
                <a:gd name="T36" fmla="*/ 188 w 294"/>
                <a:gd name="T37" fmla="*/ 37 h 54"/>
                <a:gd name="T38" fmla="*/ 188 w 294"/>
                <a:gd name="T39" fmla="*/ 16 h 54"/>
                <a:gd name="T40" fmla="*/ 19 w 294"/>
                <a:gd name="T41" fmla="*/ 16 h 54"/>
                <a:gd name="T42" fmla="*/ 118 w 294"/>
                <a:gd name="T43" fmla="*/ 16 h 54"/>
                <a:gd name="T44" fmla="*/ 118 w 294"/>
                <a:gd name="T45" fmla="*/ 37 h 54"/>
                <a:gd name="T46" fmla="*/ 19 w 294"/>
                <a:gd name="T47" fmla="*/ 37 h 54"/>
                <a:gd name="T48" fmla="*/ 19 w 294"/>
                <a:gd name="T49" fmla="*/ 1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94" h="54">
                  <a:moveTo>
                    <a:pt x="0" y="54"/>
                  </a:moveTo>
                  <a:lnTo>
                    <a:pt x="294" y="54"/>
                  </a:lnTo>
                  <a:lnTo>
                    <a:pt x="294" y="0"/>
                  </a:lnTo>
                  <a:lnTo>
                    <a:pt x="0" y="0"/>
                  </a:lnTo>
                  <a:lnTo>
                    <a:pt x="0" y="54"/>
                  </a:lnTo>
                  <a:close/>
                  <a:moveTo>
                    <a:pt x="256" y="16"/>
                  </a:moveTo>
                  <a:lnTo>
                    <a:pt x="277" y="16"/>
                  </a:lnTo>
                  <a:lnTo>
                    <a:pt x="277" y="37"/>
                  </a:lnTo>
                  <a:lnTo>
                    <a:pt x="256" y="37"/>
                  </a:lnTo>
                  <a:lnTo>
                    <a:pt x="256" y="16"/>
                  </a:lnTo>
                  <a:close/>
                  <a:moveTo>
                    <a:pt x="222" y="16"/>
                  </a:moveTo>
                  <a:lnTo>
                    <a:pt x="243" y="16"/>
                  </a:lnTo>
                  <a:lnTo>
                    <a:pt x="243" y="37"/>
                  </a:lnTo>
                  <a:lnTo>
                    <a:pt x="222" y="37"/>
                  </a:lnTo>
                  <a:lnTo>
                    <a:pt x="222" y="16"/>
                  </a:lnTo>
                  <a:close/>
                  <a:moveTo>
                    <a:pt x="188" y="16"/>
                  </a:moveTo>
                  <a:lnTo>
                    <a:pt x="209" y="16"/>
                  </a:lnTo>
                  <a:lnTo>
                    <a:pt x="209" y="37"/>
                  </a:lnTo>
                  <a:lnTo>
                    <a:pt x="188" y="37"/>
                  </a:lnTo>
                  <a:lnTo>
                    <a:pt x="188" y="16"/>
                  </a:lnTo>
                  <a:close/>
                  <a:moveTo>
                    <a:pt x="19" y="16"/>
                  </a:moveTo>
                  <a:lnTo>
                    <a:pt x="118" y="16"/>
                  </a:lnTo>
                  <a:lnTo>
                    <a:pt x="118" y="37"/>
                  </a:lnTo>
                  <a:lnTo>
                    <a:pt x="19" y="37"/>
                  </a:lnTo>
                  <a:lnTo>
                    <a:pt x="19" y="16"/>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76" name="Freeform 465"/>
            <p:cNvSpPr>
              <a:spLocks noEditPoints="1"/>
            </p:cNvSpPr>
            <p:nvPr/>
          </p:nvSpPr>
          <p:spPr bwMode="auto">
            <a:xfrm>
              <a:off x="8929688" y="1954213"/>
              <a:ext cx="466725" cy="85725"/>
            </a:xfrm>
            <a:custGeom>
              <a:avLst/>
              <a:gdLst>
                <a:gd name="T0" fmla="*/ 0 w 294"/>
                <a:gd name="T1" fmla="*/ 54 h 54"/>
                <a:gd name="T2" fmla="*/ 294 w 294"/>
                <a:gd name="T3" fmla="*/ 54 h 54"/>
                <a:gd name="T4" fmla="*/ 294 w 294"/>
                <a:gd name="T5" fmla="*/ 0 h 54"/>
                <a:gd name="T6" fmla="*/ 0 w 294"/>
                <a:gd name="T7" fmla="*/ 0 h 54"/>
                <a:gd name="T8" fmla="*/ 0 w 294"/>
                <a:gd name="T9" fmla="*/ 54 h 54"/>
                <a:gd name="T10" fmla="*/ 256 w 294"/>
                <a:gd name="T11" fmla="*/ 17 h 54"/>
                <a:gd name="T12" fmla="*/ 277 w 294"/>
                <a:gd name="T13" fmla="*/ 17 h 54"/>
                <a:gd name="T14" fmla="*/ 277 w 294"/>
                <a:gd name="T15" fmla="*/ 38 h 54"/>
                <a:gd name="T16" fmla="*/ 256 w 294"/>
                <a:gd name="T17" fmla="*/ 38 h 54"/>
                <a:gd name="T18" fmla="*/ 256 w 294"/>
                <a:gd name="T19" fmla="*/ 17 h 54"/>
                <a:gd name="T20" fmla="*/ 222 w 294"/>
                <a:gd name="T21" fmla="*/ 17 h 54"/>
                <a:gd name="T22" fmla="*/ 243 w 294"/>
                <a:gd name="T23" fmla="*/ 17 h 54"/>
                <a:gd name="T24" fmla="*/ 243 w 294"/>
                <a:gd name="T25" fmla="*/ 38 h 54"/>
                <a:gd name="T26" fmla="*/ 222 w 294"/>
                <a:gd name="T27" fmla="*/ 38 h 54"/>
                <a:gd name="T28" fmla="*/ 222 w 294"/>
                <a:gd name="T29" fmla="*/ 17 h 54"/>
                <a:gd name="T30" fmla="*/ 188 w 294"/>
                <a:gd name="T31" fmla="*/ 17 h 54"/>
                <a:gd name="T32" fmla="*/ 209 w 294"/>
                <a:gd name="T33" fmla="*/ 17 h 54"/>
                <a:gd name="T34" fmla="*/ 209 w 294"/>
                <a:gd name="T35" fmla="*/ 38 h 54"/>
                <a:gd name="T36" fmla="*/ 188 w 294"/>
                <a:gd name="T37" fmla="*/ 38 h 54"/>
                <a:gd name="T38" fmla="*/ 188 w 294"/>
                <a:gd name="T39" fmla="*/ 17 h 54"/>
                <a:gd name="T40" fmla="*/ 19 w 294"/>
                <a:gd name="T41" fmla="*/ 17 h 54"/>
                <a:gd name="T42" fmla="*/ 118 w 294"/>
                <a:gd name="T43" fmla="*/ 17 h 54"/>
                <a:gd name="T44" fmla="*/ 118 w 294"/>
                <a:gd name="T45" fmla="*/ 38 h 54"/>
                <a:gd name="T46" fmla="*/ 19 w 294"/>
                <a:gd name="T47" fmla="*/ 38 h 54"/>
                <a:gd name="T48" fmla="*/ 19 w 294"/>
                <a:gd name="T49" fmla="*/ 1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94" h="54">
                  <a:moveTo>
                    <a:pt x="0" y="54"/>
                  </a:moveTo>
                  <a:lnTo>
                    <a:pt x="294" y="54"/>
                  </a:lnTo>
                  <a:lnTo>
                    <a:pt x="294" y="0"/>
                  </a:lnTo>
                  <a:lnTo>
                    <a:pt x="0" y="0"/>
                  </a:lnTo>
                  <a:lnTo>
                    <a:pt x="0" y="54"/>
                  </a:lnTo>
                  <a:close/>
                  <a:moveTo>
                    <a:pt x="256" y="17"/>
                  </a:moveTo>
                  <a:lnTo>
                    <a:pt x="277" y="17"/>
                  </a:lnTo>
                  <a:lnTo>
                    <a:pt x="277" y="38"/>
                  </a:lnTo>
                  <a:lnTo>
                    <a:pt x="256" y="38"/>
                  </a:lnTo>
                  <a:lnTo>
                    <a:pt x="256" y="17"/>
                  </a:lnTo>
                  <a:close/>
                  <a:moveTo>
                    <a:pt x="222" y="17"/>
                  </a:moveTo>
                  <a:lnTo>
                    <a:pt x="243" y="17"/>
                  </a:lnTo>
                  <a:lnTo>
                    <a:pt x="243" y="38"/>
                  </a:lnTo>
                  <a:lnTo>
                    <a:pt x="222" y="38"/>
                  </a:lnTo>
                  <a:lnTo>
                    <a:pt x="222" y="17"/>
                  </a:lnTo>
                  <a:close/>
                  <a:moveTo>
                    <a:pt x="188" y="17"/>
                  </a:moveTo>
                  <a:lnTo>
                    <a:pt x="209" y="17"/>
                  </a:lnTo>
                  <a:lnTo>
                    <a:pt x="209" y="38"/>
                  </a:lnTo>
                  <a:lnTo>
                    <a:pt x="188" y="38"/>
                  </a:lnTo>
                  <a:lnTo>
                    <a:pt x="188" y="17"/>
                  </a:lnTo>
                  <a:close/>
                  <a:moveTo>
                    <a:pt x="19" y="17"/>
                  </a:moveTo>
                  <a:lnTo>
                    <a:pt x="118" y="17"/>
                  </a:lnTo>
                  <a:lnTo>
                    <a:pt x="118" y="38"/>
                  </a:lnTo>
                  <a:lnTo>
                    <a:pt x="19" y="38"/>
                  </a:lnTo>
                  <a:lnTo>
                    <a:pt x="19" y="17"/>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77" name="Freeform 466"/>
            <p:cNvSpPr>
              <a:spLocks/>
            </p:cNvSpPr>
            <p:nvPr/>
          </p:nvSpPr>
          <p:spPr bwMode="auto">
            <a:xfrm>
              <a:off x="8667751" y="1425575"/>
              <a:ext cx="295275" cy="209550"/>
            </a:xfrm>
            <a:custGeom>
              <a:avLst/>
              <a:gdLst>
                <a:gd name="T0" fmla="*/ 16 w 247"/>
                <a:gd name="T1" fmla="*/ 99 h 174"/>
                <a:gd name="T2" fmla="*/ 16 w 247"/>
                <a:gd name="T3" fmla="*/ 99 h 174"/>
                <a:gd name="T4" fmla="*/ 16 w 247"/>
                <a:gd name="T5" fmla="*/ 99 h 174"/>
                <a:gd name="T6" fmla="*/ 18 w 247"/>
                <a:gd name="T7" fmla="*/ 99 h 174"/>
                <a:gd name="T8" fmla="*/ 18 w 247"/>
                <a:gd name="T9" fmla="*/ 18 h 174"/>
                <a:gd name="T10" fmla="*/ 217 w 247"/>
                <a:gd name="T11" fmla="*/ 18 h 174"/>
                <a:gd name="T12" fmla="*/ 217 w 247"/>
                <a:gd name="T13" fmla="*/ 142 h 174"/>
                <a:gd name="T14" fmla="*/ 74 w 247"/>
                <a:gd name="T15" fmla="*/ 142 h 174"/>
                <a:gd name="T16" fmla="*/ 65 w 247"/>
                <a:gd name="T17" fmla="*/ 163 h 174"/>
                <a:gd name="T18" fmla="*/ 51 w 247"/>
                <a:gd name="T19" fmla="*/ 174 h 174"/>
                <a:gd name="T20" fmla="*/ 247 w 247"/>
                <a:gd name="T21" fmla="*/ 174 h 174"/>
                <a:gd name="T22" fmla="*/ 247 w 247"/>
                <a:gd name="T23" fmla="*/ 156 h 174"/>
                <a:gd name="T24" fmla="*/ 235 w 247"/>
                <a:gd name="T25" fmla="*/ 156 h 174"/>
                <a:gd name="T26" fmla="*/ 235 w 247"/>
                <a:gd name="T27" fmla="*/ 0 h 174"/>
                <a:gd name="T28" fmla="*/ 0 w 247"/>
                <a:gd name="T29" fmla="*/ 0 h 174"/>
                <a:gd name="T30" fmla="*/ 0 w 247"/>
                <a:gd name="T31" fmla="*/ 98 h 174"/>
                <a:gd name="T32" fmla="*/ 16 w 247"/>
                <a:gd name="T33" fmla="*/ 99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7" h="174">
                  <a:moveTo>
                    <a:pt x="16" y="99"/>
                  </a:moveTo>
                  <a:cubicBezTo>
                    <a:pt x="16" y="99"/>
                    <a:pt x="16" y="99"/>
                    <a:pt x="16" y="99"/>
                  </a:cubicBezTo>
                  <a:cubicBezTo>
                    <a:pt x="16" y="99"/>
                    <a:pt x="16" y="99"/>
                    <a:pt x="16" y="99"/>
                  </a:cubicBezTo>
                  <a:cubicBezTo>
                    <a:pt x="17" y="99"/>
                    <a:pt x="18" y="99"/>
                    <a:pt x="18" y="99"/>
                  </a:cubicBezTo>
                  <a:cubicBezTo>
                    <a:pt x="18" y="18"/>
                    <a:pt x="18" y="18"/>
                    <a:pt x="18" y="18"/>
                  </a:cubicBezTo>
                  <a:cubicBezTo>
                    <a:pt x="217" y="18"/>
                    <a:pt x="217" y="18"/>
                    <a:pt x="217" y="18"/>
                  </a:cubicBezTo>
                  <a:cubicBezTo>
                    <a:pt x="217" y="142"/>
                    <a:pt x="217" y="142"/>
                    <a:pt x="217" y="142"/>
                  </a:cubicBezTo>
                  <a:cubicBezTo>
                    <a:pt x="74" y="142"/>
                    <a:pt x="74" y="142"/>
                    <a:pt x="74" y="142"/>
                  </a:cubicBezTo>
                  <a:cubicBezTo>
                    <a:pt x="73" y="149"/>
                    <a:pt x="70" y="157"/>
                    <a:pt x="65" y="163"/>
                  </a:cubicBezTo>
                  <a:cubicBezTo>
                    <a:pt x="61" y="168"/>
                    <a:pt x="56" y="172"/>
                    <a:pt x="51" y="174"/>
                  </a:cubicBezTo>
                  <a:cubicBezTo>
                    <a:pt x="247" y="174"/>
                    <a:pt x="247" y="174"/>
                    <a:pt x="247" y="174"/>
                  </a:cubicBezTo>
                  <a:cubicBezTo>
                    <a:pt x="247" y="156"/>
                    <a:pt x="247" y="156"/>
                    <a:pt x="247" y="156"/>
                  </a:cubicBezTo>
                  <a:cubicBezTo>
                    <a:pt x="235" y="156"/>
                    <a:pt x="235" y="156"/>
                    <a:pt x="235" y="156"/>
                  </a:cubicBezTo>
                  <a:cubicBezTo>
                    <a:pt x="235" y="0"/>
                    <a:pt x="235" y="0"/>
                    <a:pt x="235" y="0"/>
                  </a:cubicBezTo>
                  <a:cubicBezTo>
                    <a:pt x="0" y="0"/>
                    <a:pt x="0" y="0"/>
                    <a:pt x="0" y="0"/>
                  </a:cubicBezTo>
                  <a:cubicBezTo>
                    <a:pt x="0" y="98"/>
                    <a:pt x="0" y="98"/>
                    <a:pt x="0" y="98"/>
                  </a:cubicBezTo>
                  <a:cubicBezTo>
                    <a:pt x="5" y="99"/>
                    <a:pt x="11" y="99"/>
                    <a:pt x="16" y="9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78" name="Freeform 467"/>
            <p:cNvSpPr>
              <a:spLocks/>
            </p:cNvSpPr>
            <p:nvPr/>
          </p:nvSpPr>
          <p:spPr bwMode="auto">
            <a:xfrm>
              <a:off x="8593138" y="1658938"/>
              <a:ext cx="392113" cy="55563"/>
            </a:xfrm>
            <a:custGeom>
              <a:avLst/>
              <a:gdLst>
                <a:gd name="T0" fmla="*/ 247 w 247"/>
                <a:gd name="T1" fmla="*/ 0 h 35"/>
                <a:gd name="T2" fmla="*/ 0 w 247"/>
                <a:gd name="T3" fmla="*/ 0 h 35"/>
                <a:gd name="T4" fmla="*/ 0 w 247"/>
                <a:gd name="T5" fmla="*/ 30 h 35"/>
                <a:gd name="T6" fmla="*/ 0 w 247"/>
                <a:gd name="T7" fmla="*/ 35 h 35"/>
                <a:gd name="T8" fmla="*/ 247 w 247"/>
                <a:gd name="T9" fmla="*/ 35 h 35"/>
                <a:gd name="T10" fmla="*/ 247 w 247"/>
                <a:gd name="T11" fmla="*/ 0 h 35"/>
              </a:gdLst>
              <a:ahLst/>
              <a:cxnLst>
                <a:cxn ang="0">
                  <a:pos x="T0" y="T1"/>
                </a:cxn>
                <a:cxn ang="0">
                  <a:pos x="T2" y="T3"/>
                </a:cxn>
                <a:cxn ang="0">
                  <a:pos x="T4" y="T5"/>
                </a:cxn>
                <a:cxn ang="0">
                  <a:pos x="T6" y="T7"/>
                </a:cxn>
                <a:cxn ang="0">
                  <a:pos x="T8" y="T9"/>
                </a:cxn>
                <a:cxn ang="0">
                  <a:pos x="T10" y="T11"/>
                </a:cxn>
              </a:cxnLst>
              <a:rect l="0" t="0" r="r" b="b"/>
              <a:pathLst>
                <a:path w="247" h="35">
                  <a:moveTo>
                    <a:pt x="247" y="0"/>
                  </a:moveTo>
                  <a:lnTo>
                    <a:pt x="0" y="0"/>
                  </a:lnTo>
                  <a:lnTo>
                    <a:pt x="0" y="30"/>
                  </a:lnTo>
                  <a:lnTo>
                    <a:pt x="0" y="35"/>
                  </a:lnTo>
                  <a:lnTo>
                    <a:pt x="247" y="35"/>
                  </a:lnTo>
                  <a:lnTo>
                    <a:pt x="247"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79" name="Freeform 468"/>
            <p:cNvSpPr>
              <a:spLocks/>
            </p:cNvSpPr>
            <p:nvPr/>
          </p:nvSpPr>
          <p:spPr bwMode="auto">
            <a:xfrm>
              <a:off x="8755063" y="1474788"/>
              <a:ext cx="26988" cy="38100"/>
            </a:xfrm>
            <a:custGeom>
              <a:avLst/>
              <a:gdLst>
                <a:gd name="T0" fmla="*/ 2 w 17"/>
                <a:gd name="T1" fmla="*/ 24 h 24"/>
                <a:gd name="T2" fmla="*/ 8 w 17"/>
                <a:gd name="T3" fmla="*/ 24 h 24"/>
                <a:gd name="T4" fmla="*/ 17 w 17"/>
                <a:gd name="T5" fmla="*/ 4 h 24"/>
                <a:gd name="T6" fmla="*/ 17 w 17"/>
                <a:gd name="T7" fmla="*/ 0 h 24"/>
                <a:gd name="T8" fmla="*/ 0 w 17"/>
                <a:gd name="T9" fmla="*/ 0 h 24"/>
                <a:gd name="T10" fmla="*/ 0 w 17"/>
                <a:gd name="T11" fmla="*/ 5 h 24"/>
                <a:gd name="T12" fmla="*/ 12 w 17"/>
                <a:gd name="T13" fmla="*/ 5 h 24"/>
                <a:gd name="T14" fmla="*/ 12 w 17"/>
                <a:gd name="T15" fmla="*/ 5 h 24"/>
                <a:gd name="T16" fmla="*/ 2 w 17"/>
                <a:gd name="T17"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4">
                  <a:moveTo>
                    <a:pt x="2" y="24"/>
                  </a:moveTo>
                  <a:lnTo>
                    <a:pt x="8" y="24"/>
                  </a:lnTo>
                  <a:lnTo>
                    <a:pt x="17" y="4"/>
                  </a:lnTo>
                  <a:lnTo>
                    <a:pt x="17" y="0"/>
                  </a:lnTo>
                  <a:lnTo>
                    <a:pt x="0" y="0"/>
                  </a:lnTo>
                  <a:lnTo>
                    <a:pt x="0" y="5"/>
                  </a:lnTo>
                  <a:lnTo>
                    <a:pt x="12" y="5"/>
                  </a:lnTo>
                  <a:lnTo>
                    <a:pt x="12" y="5"/>
                  </a:lnTo>
                  <a:lnTo>
                    <a:pt x="2" y="24"/>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80" name="Freeform 469"/>
            <p:cNvSpPr>
              <a:spLocks noEditPoints="1"/>
            </p:cNvSpPr>
            <p:nvPr/>
          </p:nvSpPr>
          <p:spPr bwMode="auto">
            <a:xfrm>
              <a:off x="8786813" y="1474788"/>
              <a:ext cx="28575" cy="38100"/>
            </a:xfrm>
            <a:custGeom>
              <a:avLst/>
              <a:gdLst>
                <a:gd name="T0" fmla="*/ 18 w 24"/>
                <a:gd name="T1" fmla="*/ 5 h 32"/>
                <a:gd name="T2" fmla="*/ 21 w 24"/>
                <a:gd name="T3" fmla="*/ 5 h 32"/>
                <a:gd name="T4" fmla="*/ 21 w 24"/>
                <a:gd name="T5" fmla="*/ 0 h 32"/>
                <a:gd name="T6" fmla="*/ 18 w 24"/>
                <a:gd name="T7" fmla="*/ 0 h 32"/>
                <a:gd name="T8" fmla="*/ 6 w 24"/>
                <a:gd name="T9" fmla="*/ 4 h 32"/>
                <a:gd name="T10" fmla="*/ 0 w 24"/>
                <a:gd name="T11" fmla="*/ 18 h 32"/>
                <a:gd name="T12" fmla="*/ 13 w 24"/>
                <a:gd name="T13" fmla="*/ 32 h 32"/>
                <a:gd name="T14" fmla="*/ 24 w 24"/>
                <a:gd name="T15" fmla="*/ 21 h 32"/>
                <a:gd name="T16" fmla="*/ 14 w 24"/>
                <a:gd name="T17" fmla="*/ 10 h 32"/>
                <a:gd name="T18" fmla="*/ 8 w 24"/>
                <a:gd name="T19" fmla="*/ 13 h 32"/>
                <a:gd name="T20" fmla="*/ 8 w 24"/>
                <a:gd name="T21" fmla="*/ 13 h 32"/>
                <a:gd name="T22" fmla="*/ 18 w 24"/>
                <a:gd name="T23" fmla="*/ 5 h 32"/>
                <a:gd name="T24" fmla="*/ 8 w 24"/>
                <a:gd name="T25" fmla="*/ 18 h 32"/>
                <a:gd name="T26" fmla="*/ 12 w 24"/>
                <a:gd name="T27" fmla="*/ 16 h 32"/>
                <a:gd name="T28" fmla="*/ 17 w 24"/>
                <a:gd name="T29" fmla="*/ 21 h 32"/>
                <a:gd name="T30" fmla="*/ 12 w 24"/>
                <a:gd name="T31" fmla="*/ 26 h 32"/>
                <a:gd name="T32" fmla="*/ 7 w 24"/>
                <a:gd name="T33" fmla="*/ 20 h 32"/>
                <a:gd name="T34" fmla="*/ 8 w 24"/>
                <a:gd name="T35" fmla="*/ 1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32">
                  <a:moveTo>
                    <a:pt x="18" y="5"/>
                  </a:moveTo>
                  <a:cubicBezTo>
                    <a:pt x="19" y="5"/>
                    <a:pt x="20" y="5"/>
                    <a:pt x="21" y="5"/>
                  </a:cubicBezTo>
                  <a:cubicBezTo>
                    <a:pt x="21" y="0"/>
                    <a:pt x="21" y="0"/>
                    <a:pt x="21" y="0"/>
                  </a:cubicBezTo>
                  <a:cubicBezTo>
                    <a:pt x="20" y="0"/>
                    <a:pt x="19" y="0"/>
                    <a:pt x="18" y="0"/>
                  </a:cubicBezTo>
                  <a:cubicBezTo>
                    <a:pt x="13" y="0"/>
                    <a:pt x="9" y="1"/>
                    <a:pt x="6" y="4"/>
                  </a:cubicBezTo>
                  <a:cubicBezTo>
                    <a:pt x="2" y="7"/>
                    <a:pt x="0" y="12"/>
                    <a:pt x="0" y="18"/>
                  </a:cubicBezTo>
                  <a:cubicBezTo>
                    <a:pt x="0" y="26"/>
                    <a:pt x="4" y="32"/>
                    <a:pt x="13" y="32"/>
                  </a:cubicBezTo>
                  <a:cubicBezTo>
                    <a:pt x="19" y="32"/>
                    <a:pt x="24" y="27"/>
                    <a:pt x="24" y="21"/>
                  </a:cubicBezTo>
                  <a:cubicBezTo>
                    <a:pt x="24" y="14"/>
                    <a:pt x="20" y="10"/>
                    <a:pt x="14" y="10"/>
                  </a:cubicBezTo>
                  <a:cubicBezTo>
                    <a:pt x="12" y="10"/>
                    <a:pt x="9" y="11"/>
                    <a:pt x="8" y="13"/>
                  </a:cubicBezTo>
                  <a:cubicBezTo>
                    <a:pt x="8" y="13"/>
                    <a:pt x="8" y="13"/>
                    <a:pt x="8" y="13"/>
                  </a:cubicBezTo>
                  <a:cubicBezTo>
                    <a:pt x="8" y="9"/>
                    <a:pt x="11" y="6"/>
                    <a:pt x="18" y="5"/>
                  </a:cubicBezTo>
                  <a:close/>
                  <a:moveTo>
                    <a:pt x="8" y="18"/>
                  </a:moveTo>
                  <a:cubicBezTo>
                    <a:pt x="8" y="17"/>
                    <a:pt x="10" y="16"/>
                    <a:pt x="12" y="16"/>
                  </a:cubicBezTo>
                  <a:cubicBezTo>
                    <a:pt x="15" y="16"/>
                    <a:pt x="17" y="18"/>
                    <a:pt x="17" y="21"/>
                  </a:cubicBezTo>
                  <a:cubicBezTo>
                    <a:pt x="17" y="24"/>
                    <a:pt x="15" y="26"/>
                    <a:pt x="12" y="26"/>
                  </a:cubicBezTo>
                  <a:cubicBezTo>
                    <a:pt x="9" y="26"/>
                    <a:pt x="8" y="23"/>
                    <a:pt x="7" y="20"/>
                  </a:cubicBezTo>
                  <a:cubicBezTo>
                    <a:pt x="7" y="19"/>
                    <a:pt x="8" y="19"/>
                    <a:pt x="8" y="1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81" name="Freeform 470"/>
            <p:cNvSpPr>
              <a:spLocks noEditPoints="1"/>
            </p:cNvSpPr>
            <p:nvPr/>
          </p:nvSpPr>
          <p:spPr bwMode="auto">
            <a:xfrm>
              <a:off x="8818563" y="1474788"/>
              <a:ext cx="20638" cy="23813"/>
            </a:xfrm>
            <a:custGeom>
              <a:avLst/>
              <a:gdLst>
                <a:gd name="T0" fmla="*/ 8 w 17"/>
                <a:gd name="T1" fmla="*/ 0 h 19"/>
                <a:gd name="T2" fmla="*/ 0 w 17"/>
                <a:gd name="T3" fmla="*/ 9 h 19"/>
                <a:gd name="T4" fmla="*/ 8 w 17"/>
                <a:gd name="T5" fmla="*/ 19 h 19"/>
                <a:gd name="T6" fmla="*/ 17 w 17"/>
                <a:gd name="T7" fmla="*/ 9 h 19"/>
                <a:gd name="T8" fmla="*/ 8 w 17"/>
                <a:gd name="T9" fmla="*/ 0 h 19"/>
                <a:gd name="T10" fmla="*/ 8 w 17"/>
                <a:gd name="T11" fmla="*/ 15 h 19"/>
                <a:gd name="T12" fmla="*/ 5 w 17"/>
                <a:gd name="T13" fmla="*/ 9 h 19"/>
                <a:gd name="T14" fmla="*/ 8 w 17"/>
                <a:gd name="T15" fmla="*/ 4 h 19"/>
                <a:gd name="T16" fmla="*/ 11 w 17"/>
                <a:gd name="T17" fmla="*/ 9 h 19"/>
                <a:gd name="T18" fmla="*/ 8 w 17"/>
                <a:gd name="T19" fmla="*/ 1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9">
                  <a:moveTo>
                    <a:pt x="8" y="0"/>
                  </a:moveTo>
                  <a:cubicBezTo>
                    <a:pt x="3" y="0"/>
                    <a:pt x="0" y="4"/>
                    <a:pt x="0" y="9"/>
                  </a:cubicBezTo>
                  <a:cubicBezTo>
                    <a:pt x="0" y="15"/>
                    <a:pt x="3" y="19"/>
                    <a:pt x="8" y="19"/>
                  </a:cubicBezTo>
                  <a:cubicBezTo>
                    <a:pt x="13" y="19"/>
                    <a:pt x="17" y="15"/>
                    <a:pt x="17" y="9"/>
                  </a:cubicBezTo>
                  <a:cubicBezTo>
                    <a:pt x="17" y="4"/>
                    <a:pt x="14" y="0"/>
                    <a:pt x="8" y="0"/>
                  </a:cubicBezTo>
                  <a:close/>
                  <a:moveTo>
                    <a:pt x="8" y="15"/>
                  </a:moveTo>
                  <a:cubicBezTo>
                    <a:pt x="6" y="15"/>
                    <a:pt x="5" y="12"/>
                    <a:pt x="5" y="9"/>
                  </a:cubicBezTo>
                  <a:cubicBezTo>
                    <a:pt x="5" y="6"/>
                    <a:pt x="6" y="4"/>
                    <a:pt x="8" y="4"/>
                  </a:cubicBezTo>
                  <a:cubicBezTo>
                    <a:pt x="10" y="4"/>
                    <a:pt x="11" y="6"/>
                    <a:pt x="11" y="9"/>
                  </a:cubicBezTo>
                  <a:cubicBezTo>
                    <a:pt x="11" y="13"/>
                    <a:pt x="10" y="15"/>
                    <a:pt x="8" y="1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82" name="Freeform 471"/>
            <p:cNvSpPr>
              <a:spLocks/>
            </p:cNvSpPr>
            <p:nvPr/>
          </p:nvSpPr>
          <p:spPr bwMode="auto">
            <a:xfrm>
              <a:off x="8828088" y="1474788"/>
              <a:ext cx="26988" cy="38100"/>
            </a:xfrm>
            <a:custGeom>
              <a:avLst/>
              <a:gdLst>
                <a:gd name="T0" fmla="*/ 0 w 17"/>
                <a:gd name="T1" fmla="*/ 24 h 24"/>
                <a:gd name="T2" fmla="*/ 3 w 17"/>
                <a:gd name="T3" fmla="*/ 24 h 24"/>
                <a:gd name="T4" fmla="*/ 17 w 17"/>
                <a:gd name="T5" fmla="*/ 0 h 24"/>
                <a:gd name="T6" fmla="*/ 14 w 17"/>
                <a:gd name="T7" fmla="*/ 0 h 24"/>
                <a:gd name="T8" fmla="*/ 0 w 17"/>
                <a:gd name="T9" fmla="*/ 24 h 24"/>
              </a:gdLst>
              <a:ahLst/>
              <a:cxnLst>
                <a:cxn ang="0">
                  <a:pos x="T0" y="T1"/>
                </a:cxn>
                <a:cxn ang="0">
                  <a:pos x="T2" y="T3"/>
                </a:cxn>
                <a:cxn ang="0">
                  <a:pos x="T4" y="T5"/>
                </a:cxn>
                <a:cxn ang="0">
                  <a:pos x="T6" y="T7"/>
                </a:cxn>
                <a:cxn ang="0">
                  <a:pos x="T8" y="T9"/>
                </a:cxn>
              </a:cxnLst>
              <a:rect l="0" t="0" r="r" b="b"/>
              <a:pathLst>
                <a:path w="17" h="24">
                  <a:moveTo>
                    <a:pt x="0" y="24"/>
                  </a:moveTo>
                  <a:lnTo>
                    <a:pt x="3" y="24"/>
                  </a:lnTo>
                  <a:lnTo>
                    <a:pt x="17" y="0"/>
                  </a:lnTo>
                  <a:lnTo>
                    <a:pt x="14" y="0"/>
                  </a:lnTo>
                  <a:lnTo>
                    <a:pt x="0" y="24"/>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83" name="Freeform 472"/>
            <p:cNvSpPr>
              <a:spLocks noEditPoints="1"/>
            </p:cNvSpPr>
            <p:nvPr/>
          </p:nvSpPr>
          <p:spPr bwMode="auto">
            <a:xfrm>
              <a:off x="8845551" y="1490663"/>
              <a:ext cx="20638" cy="22225"/>
            </a:xfrm>
            <a:custGeom>
              <a:avLst/>
              <a:gdLst>
                <a:gd name="T0" fmla="*/ 9 w 17"/>
                <a:gd name="T1" fmla="*/ 19 h 19"/>
                <a:gd name="T2" fmla="*/ 17 w 17"/>
                <a:gd name="T3" fmla="*/ 9 h 19"/>
                <a:gd name="T4" fmla="*/ 9 w 17"/>
                <a:gd name="T5" fmla="*/ 0 h 19"/>
                <a:gd name="T6" fmla="*/ 0 w 17"/>
                <a:gd name="T7" fmla="*/ 9 h 19"/>
                <a:gd name="T8" fmla="*/ 9 w 17"/>
                <a:gd name="T9" fmla="*/ 19 h 19"/>
                <a:gd name="T10" fmla="*/ 9 w 17"/>
                <a:gd name="T11" fmla="*/ 4 h 19"/>
                <a:gd name="T12" fmla="*/ 12 w 17"/>
                <a:gd name="T13" fmla="*/ 9 h 19"/>
                <a:gd name="T14" fmla="*/ 9 w 17"/>
                <a:gd name="T15" fmla="*/ 15 h 19"/>
                <a:gd name="T16" fmla="*/ 6 w 17"/>
                <a:gd name="T17" fmla="*/ 9 h 19"/>
                <a:gd name="T18" fmla="*/ 9 w 17"/>
                <a:gd name="T1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9">
                  <a:moveTo>
                    <a:pt x="9" y="19"/>
                  </a:moveTo>
                  <a:cubicBezTo>
                    <a:pt x="13" y="19"/>
                    <a:pt x="17" y="15"/>
                    <a:pt x="17" y="9"/>
                  </a:cubicBezTo>
                  <a:cubicBezTo>
                    <a:pt x="17" y="3"/>
                    <a:pt x="14" y="0"/>
                    <a:pt x="9" y="0"/>
                  </a:cubicBezTo>
                  <a:cubicBezTo>
                    <a:pt x="4" y="0"/>
                    <a:pt x="0" y="4"/>
                    <a:pt x="0" y="9"/>
                  </a:cubicBezTo>
                  <a:cubicBezTo>
                    <a:pt x="0" y="15"/>
                    <a:pt x="4" y="19"/>
                    <a:pt x="9" y="19"/>
                  </a:cubicBezTo>
                  <a:close/>
                  <a:moveTo>
                    <a:pt x="9" y="4"/>
                  </a:moveTo>
                  <a:cubicBezTo>
                    <a:pt x="11" y="4"/>
                    <a:pt x="12" y="6"/>
                    <a:pt x="12" y="9"/>
                  </a:cubicBezTo>
                  <a:cubicBezTo>
                    <a:pt x="12" y="13"/>
                    <a:pt x="11" y="15"/>
                    <a:pt x="9" y="15"/>
                  </a:cubicBezTo>
                  <a:cubicBezTo>
                    <a:pt x="7" y="15"/>
                    <a:pt x="6" y="12"/>
                    <a:pt x="6" y="9"/>
                  </a:cubicBezTo>
                  <a:cubicBezTo>
                    <a:pt x="6" y="6"/>
                    <a:pt x="7" y="4"/>
                    <a:pt x="9" y="4"/>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84" name="Freeform 473"/>
            <p:cNvSpPr>
              <a:spLocks/>
            </p:cNvSpPr>
            <p:nvPr/>
          </p:nvSpPr>
          <p:spPr bwMode="auto">
            <a:xfrm>
              <a:off x="8713788" y="1538288"/>
              <a:ext cx="190500" cy="33338"/>
            </a:xfrm>
            <a:custGeom>
              <a:avLst/>
              <a:gdLst>
                <a:gd name="T0" fmla="*/ 24 w 159"/>
                <a:gd name="T1" fmla="*/ 17 h 27"/>
                <a:gd name="T2" fmla="*/ 31 w 159"/>
                <a:gd name="T3" fmla="*/ 27 h 27"/>
                <a:gd name="T4" fmla="*/ 159 w 159"/>
                <a:gd name="T5" fmla="*/ 27 h 27"/>
                <a:gd name="T6" fmla="*/ 159 w 159"/>
                <a:gd name="T7" fmla="*/ 0 h 27"/>
                <a:gd name="T8" fmla="*/ 0 w 159"/>
                <a:gd name="T9" fmla="*/ 0 h 27"/>
                <a:gd name="T10" fmla="*/ 0 w 159"/>
                <a:gd name="T11" fmla="*/ 4 h 27"/>
                <a:gd name="T12" fmla="*/ 14 w 159"/>
                <a:gd name="T13" fmla="*/ 9 h 27"/>
                <a:gd name="T14" fmla="*/ 104 w 159"/>
                <a:gd name="T15" fmla="*/ 9 h 27"/>
                <a:gd name="T16" fmla="*/ 104 w 159"/>
                <a:gd name="T17" fmla="*/ 17 h 27"/>
                <a:gd name="T18" fmla="*/ 24 w 159"/>
                <a:gd name="T19" fmla="*/ 1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9" h="27">
                  <a:moveTo>
                    <a:pt x="24" y="17"/>
                  </a:moveTo>
                  <a:cubicBezTo>
                    <a:pt x="27" y="20"/>
                    <a:pt x="29" y="24"/>
                    <a:pt x="31" y="27"/>
                  </a:cubicBezTo>
                  <a:cubicBezTo>
                    <a:pt x="159" y="27"/>
                    <a:pt x="159" y="27"/>
                    <a:pt x="159" y="27"/>
                  </a:cubicBezTo>
                  <a:cubicBezTo>
                    <a:pt x="159" y="0"/>
                    <a:pt x="159" y="0"/>
                    <a:pt x="159" y="0"/>
                  </a:cubicBezTo>
                  <a:cubicBezTo>
                    <a:pt x="0" y="0"/>
                    <a:pt x="0" y="0"/>
                    <a:pt x="0" y="0"/>
                  </a:cubicBezTo>
                  <a:cubicBezTo>
                    <a:pt x="0" y="4"/>
                    <a:pt x="0" y="4"/>
                    <a:pt x="0" y="4"/>
                  </a:cubicBezTo>
                  <a:cubicBezTo>
                    <a:pt x="5" y="5"/>
                    <a:pt x="10" y="7"/>
                    <a:pt x="14" y="9"/>
                  </a:cubicBezTo>
                  <a:cubicBezTo>
                    <a:pt x="104" y="9"/>
                    <a:pt x="104" y="9"/>
                    <a:pt x="104" y="9"/>
                  </a:cubicBezTo>
                  <a:cubicBezTo>
                    <a:pt x="104" y="17"/>
                    <a:pt x="104" y="17"/>
                    <a:pt x="104" y="17"/>
                  </a:cubicBezTo>
                  <a:lnTo>
                    <a:pt x="24" y="17"/>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85" name="Freeform 474"/>
            <p:cNvSpPr>
              <a:spLocks/>
            </p:cNvSpPr>
            <p:nvPr/>
          </p:nvSpPr>
          <p:spPr bwMode="auto">
            <a:xfrm>
              <a:off x="8361363" y="1143000"/>
              <a:ext cx="215900" cy="190500"/>
            </a:xfrm>
            <a:custGeom>
              <a:avLst/>
              <a:gdLst>
                <a:gd name="T0" fmla="*/ 180 w 180"/>
                <a:gd name="T1" fmla="*/ 90 h 159"/>
                <a:gd name="T2" fmla="*/ 90 w 180"/>
                <a:gd name="T3" fmla="*/ 0 h 159"/>
                <a:gd name="T4" fmla="*/ 0 w 180"/>
                <a:gd name="T5" fmla="*/ 90 h 159"/>
                <a:gd name="T6" fmla="*/ 32 w 180"/>
                <a:gd name="T7" fmla="*/ 159 h 159"/>
                <a:gd name="T8" fmla="*/ 148 w 180"/>
                <a:gd name="T9" fmla="*/ 159 h 159"/>
                <a:gd name="T10" fmla="*/ 180 w 180"/>
                <a:gd name="T11" fmla="*/ 90 h 159"/>
              </a:gdLst>
              <a:ahLst/>
              <a:cxnLst>
                <a:cxn ang="0">
                  <a:pos x="T0" y="T1"/>
                </a:cxn>
                <a:cxn ang="0">
                  <a:pos x="T2" y="T3"/>
                </a:cxn>
                <a:cxn ang="0">
                  <a:pos x="T4" y="T5"/>
                </a:cxn>
                <a:cxn ang="0">
                  <a:pos x="T6" y="T7"/>
                </a:cxn>
                <a:cxn ang="0">
                  <a:pos x="T8" y="T9"/>
                </a:cxn>
                <a:cxn ang="0">
                  <a:pos x="T10" y="T11"/>
                </a:cxn>
              </a:cxnLst>
              <a:rect l="0" t="0" r="r" b="b"/>
              <a:pathLst>
                <a:path w="180" h="159">
                  <a:moveTo>
                    <a:pt x="180" y="90"/>
                  </a:moveTo>
                  <a:cubicBezTo>
                    <a:pt x="180" y="40"/>
                    <a:pt x="140" y="0"/>
                    <a:pt x="90" y="0"/>
                  </a:cubicBezTo>
                  <a:cubicBezTo>
                    <a:pt x="41" y="0"/>
                    <a:pt x="0" y="40"/>
                    <a:pt x="0" y="90"/>
                  </a:cubicBezTo>
                  <a:cubicBezTo>
                    <a:pt x="0" y="118"/>
                    <a:pt x="13" y="142"/>
                    <a:pt x="32" y="159"/>
                  </a:cubicBezTo>
                  <a:cubicBezTo>
                    <a:pt x="148" y="159"/>
                    <a:pt x="148" y="159"/>
                    <a:pt x="148" y="159"/>
                  </a:cubicBezTo>
                  <a:cubicBezTo>
                    <a:pt x="168" y="142"/>
                    <a:pt x="180" y="118"/>
                    <a:pt x="180" y="9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86" name="Freeform 475"/>
            <p:cNvSpPr>
              <a:spLocks/>
            </p:cNvSpPr>
            <p:nvPr/>
          </p:nvSpPr>
          <p:spPr bwMode="auto">
            <a:xfrm>
              <a:off x="8220076" y="1343025"/>
              <a:ext cx="527050" cy="892175"/>
            </a:xfrm>
            <a:custGeom>
              <a:avLst/>
              <a:gdLst>
                <a:gd name="T0" fmla="*/ 78 w 440"/>
                <a:gd name="T1" fmla="*/ 154 h 746"/>
                <a:gd name="T2" fmla="*/ 65 w 440"/>
                <a:gd name="T3" fmla="*/ 139 h 746"/>
                <a:gd name="T4" fmla="*/ 65 w 440"/>
                <a:gd name="T5" fmla="*/ 139 h 746"/>
                <a:gd name="T6" fmla="*/ 65 w 440"/>
                <a:gd name="T7" fmla="*/ 138 h 746"/>
                <a:gd name="T8" fmla="*/ 64 w 440"/>
                <a:gd name="T9" fmla="*/ 130 h 746"/>
                <a:gd name="T10" fmla="*/ 70 w 440"/>
                <a:gd name="T11" fmla="*/ 109 h 746"/>
                <a:gd name="T12" fmla="*/ 86 w 440"/>
                <a:gd name="T13" fmla="*/ 87 h 746"/>
                <a:gd name="T14" fmla="*/ 86 w 440"/>
                <a:gd name="T15" fmla="*/ 696 h 746"/>
                <a:gd name="T16" fmla="*/ 136 w 440"/>
                <a:gd name="T17" fmla="*/ 746 h 746"/>
                <a:gd name="T18" fmla="*/ 185 w 440"/>
                <a:gd name="T19" fmla="*/ 696 h 746"/>
                <a:gd name="T20" fmla="*/ 185 w 440"/>
                <a:gd name="T21" fmla="*/ 335 h 746"/>
                <a:gd name="T22" fmla="*/ 204 w 440"/>
                <a:gd name="T23" fmla="*/ 335 h 746"/>
                <a:gd name="T24" fmla="*/ 204 w 440"/>
                <a:gd name="T25" fmla="*/ 696 h 746"/>
                <a:gd name="T26" fmla="*/ 253 w 440"/>
                <a:gd name="T27" fmla="*/ 746 h 746"/>
                <a:gd name="T28" fmla="*/ 303 w 440"/>
                <a:gd name="T29" fmla="*/ 696 h 746"/>
                <a:gd name="T30" fmla="*/ 303 w 440"/>
                <a:gd name="T31" fmla="*/ 213 h 746"/>
                <a:gd name="T32" fmla="*/ 346 w 440"/>
                <a:gd name="T33" fmla="*/ 236 h 746"/>
                <a:gd name="T34" fmla="*/ 389 w 440"/>
                <a:gd name="T35" fmla="*/ 241 h 746"/>
                <a:gd name="T36" fmla="*/ 410 w 440"/>
                <a:gd name="T37" fmla="*/ 240 h 746"/>
                <a:gd name="T38" fmla="*/ 439 w 440"/>
                <a:gd name="T39" fmla="*/ 205 h 746"/>
                <a:gd name="T40" fmla="*/ 403 w 440"/>
                <a:gd name="T41" fmla="*/ 176 h 746"/>
                <a:gd name="T42" fmla="*/ 389 w 440"/>
                <a:gd name="T43" fmla="*/ 177 h 746"/>
                <a:gd name="T44" fmla="*/ 361 w 440"/>
                <a:gd name="T45" fmla="*/ 174 h 746"/>
                <a:gd name="T46" fmla="*/ 348 w 440"/>
                <a:gd name="T47" fmla="*/ 168 h 746"/>
                <a:gd name="T48" fmla="*/ 335 w 440"/>
                <a:gd name="T49" fmla="*/ 136 h 746"/>
                <a:gd name="T50" fmla="*/ 331 w 440"/>
                <a:gd name="T51" fmla="*/ 66 h 746"/>
                <a:gd name="T52" fmla="*/ 325 w 440"/>
                <a:gd name="T53" fmla="*/ 30 h 746"/>
                <a:gd name="T54" fmla="*/ 310 w 440"/>
                <a:gd name="T55" fmla="*/ 9 h 746"/>
                <a:gd name="T56" fmla="*/ 282 w 440"/>
                <a:gd name="T57" fmla="*/ 0 h 746"/>
                <a:gd name="T58" fmla="*/ 277 w 440"/>
                <a:gd name="T59" fmla="*/ 0 h 746"/>
                <a:gd name="T60" fmla="*/ 272 w 440"/>
                <a:gd name="T61" fmla="*/ 0 h 746"/>
                <a:gd name="T62" fmla="*/ 117 w 440"/>
                <a:gd name="T63" fmla="*/ 0 h 746"/>
                <a:gd name="T64" fmla="*/ 110 w 440"/>
                <a:gd name="T65" fmla="*/ 1 h 746"/>
                <a:gd name="T66" fmla="*/ 78 w 440"/>
                <a:gd name="T67" fmla="*/ 13 h 746"/>
                <a:gd name="T68" fmla="*/ 27 w 440"/>
                <a:gd name="T69" fmla="*/ 58 h 746"/>
                <a:gd name="T70" fmla="*/ 0 w 440"/>
                <a:gd name="T71" fmla="*/ 130 h 746"/>
                <a:gd name="T72" fmla="*/ 6 w 440"/>
                <a:gd name="T73" fmla="*/ 162 h 746"/>
                <a:gd name="T74" fmla="*/ 6 w 440"/>
                <a:gd name="T75" fmla="*/ 162 h 746"/>
                <a:gd name="T76" fmla="*/ 6 w 440"/>
                <a:gd name="T77" fmla="*/ 162 h 746"/>
                <a:gd name="T78" fmla="*/ 53 w 440"/>
                <a:gd name="T79" fmla="*/ 214 h 746"/>
                <a:gd name="T80" fmla="*/ 78 w 440"/>
                <a:gd name="T81" fmla="*/ 227 h 746"/>
                <a:gd name="T82" fmla="*/ 78 w 440"/>
                <a:gd name="T83" fmla="*/ 154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40" h="746">
                  <a:moveTo>
                    <a:pt x="78" y="154"/>
                  </a:moveTo>
                  <a:cubicBezTo>
                    <a:pt x="70" y="148"/>
                    <a:pt x="67" y="143"/>
                    <a:pt x="65" y="139"/>
                  </a:cubicBezTo>
                  <a:cubicBezTo>
                    <a:pt x="65" y="139"/>
                    <a:pt x="65" y="139"/>
                    <a:pt x="65" y="139"/>
                  </a:cubicBezTo>
                  <a:cubicBezTo>
                    <a:pt x="65" y="139"/>
                    <a:pt x="65" y="138"/>
                    <a:pt x="65" y="138"/>
                  </a:cubicBezTo>
                  <a:cubicBezTo>
                    <a:pt x="64" y="136"/>
                    <a:pt x="64" y="133"/>
                    <a:pt x="64" y="130"/>
                  </a:cubicBezTo>
                  <a:cubicBezTo>
                    <a:pt x="64" y="124"/>
                    <a:pt x="66" y="117"/>
                    <a:pt x="70" y="109"/>
                  </a:cubicBezTo>
                  <a:cubicBezTo>
                    <a:pt x="74" y="102"/>
                    <a:pt x="80" y="94"/>
                    <a:pt x="86" y="87"/>
                  </a:cubicBezTo>
                  <a:cubicBezTo>
                    <a:pt x="86" y="696"/>
                    <a:pt x="86" y="696"/>
                    <a:pt x="86" y="696"/>
                  </a:cubicBezTo>
                  <a:cubicBezTo>
                    <a:pt x="86" y="724"/>
                    <a:pt x="108" y="746"/>
                    <a:pt x="136" y="746"/>
                  </a:cubicBezTo>
                  <a:cubicBezTo>
                    <a:pt x="163" y="746"/>
                    <a:pt x="185" y="724"/>
                    <a:pt x="185" y="696"/>
                  </a:cubicBezTo>
                  <a:cubicBezTo>
                    <a:pt x="185" y="335"/>
                    <a:pt x="185" y="335"/>
                    <a:pt x="185" y="335"/>
                  </a:cubicBezTo>
                  <a:cubicBezTo>
                    <a:pt x="204" y="335"/>
                    <a:pt x="204" y="335"/>
                    <a:pt x="204" y="335"/>
                  </a:cubicBezTo>
                  <a:cubicBezTo>
                    <a:pt x="204" y="696"/>
                    <a:pt x="204" y="696"/>
                    <a:pt x="204" y="696"/>
                  </a:cubicBezTo>
                  <a:cubicBezTo>
                    <a:pt x="204" y="724"/>
                    <a:pt x="226" y="746"/>
                    <a:pt x="253" y="746"/>
                  </a:cubicBezTo>
                  <a:cubicBezTo>
                    <a:pt x="280" y="746"/>
                    <a:pt x="303" y="724"/>
                    <a:pt x="303" y="696"/>
                  </a:cubicBezTo>
                  <a:cubicBezTo>
                    <a:pt x="303" y="213"/>
                    <a:pt x="303" y="213"/>
                    <a:pt x="303" y="213"/>
                  </a:cubicBezTo>
                  <a:cubicBezTo>
                    <a:pt x="316" y="227"/>
                    <a:pt x="332" y="233"/>
                    <a:pt x="346" y="236"/>
                  </a:cubicBezTo>
                  <a:cubicBezTo>
                    <a:pt x="362" y="240"/>
                    <a:pt x="378" y="241"/>
                    <a:pt x="389" y="241"/>
                  </a:cubicBezTo>
                  <a:cubicBezTo>
                    <a:pt x="401" y="241"/>
                    <a:pt x="409" y="240"/>
                    <a:pt x="410" y="240"/>
                  </a:cubicBezTo>
                  <a:cubicBezTo>
                    <a:pt x="428" y="238"/>
                    <a:pt x="440" y="222"/>
                    <a:pt x="439" y="205"/>
                  </a:cubicBezTo>
                  <a:cubicBezTo>
                    <a:pt x="437" y="187"/>
                    <a:pt x="421" y="174"/>
                    <a:pt x="403" y="176"/>
                  </a:cubicBezTo>
                  <a:cubicBezTo>
                    <a:pt x="402" y="176"/>
                    <a:pt x="397" y="177"/>
                    <a:pt x="389" y="177"/>
                  </a:cubicBezTo>
                  <a:cubicBezTo>
                    <a:pt x="381" y="177"/>
                    <a:pt x="370" y="176"/>
                    <a:pt x="361" y="174"/>
                  </a:cubicBezTo>
                  <a:cubicBezTo>
                    <a:pt x="353" y="172"/>
                    <a:pt x="348" y="168"/>
                    <a:pt x="348" y="168"/>
                  </a:cubicBezTo>
                  <a:cubicBezTo>
                    <a:pt x="342" y="161"/>
                    <a:pt x="338" y="150"/>
                    <a:pt x="335" y="136"/>
                  </a:cubicBezTo>
                  <a:cubicBezTo>
                    <a:pt x="331" y="115"/>
                    <a:pt x="332" y="90"/>
                    <a:pt x="331" y="66"/>
                  </a:cubicBezTo>
                  <a:cubicBezTo>
                    <a:pt x="331" y="54"/>
                    <a:pt x="330" y="43"/>
                    <a:pt x="325" y="30"/>
                  </a:cubicBezTo>
                  <a:cubicBezTo>
                    <a:pt x="322" y="23"/>
                    <a:pt x="318" y="16"/>
                    <a:pt x="310" y="9"/>
                  </a:cubicBezTo>
                  <a:cubicBezTo>
                    <a:pt x="302" y="3"/>
                    <a:pt x="291" y="0"/>
                    <a:pt x="282" y="0"/>
                  </a:cubicBezTo>
                  <a:cubicBezTo>
                    <a:pt x="280" y="0"/>
                    <a:pt x="279" y="0"/>
                    <a:pt x="277" y="0"/>
                  </a:cubicBezTo>
                  <a:cubicBezTo>
                    <a:pt x="275" y="0"/>
                    <a:pt x="274" y="0"/>
                    <a:pt x="272" y="0"/>
                  </a:cubicBezTo>
                  <a:cubicBezTo>
                    <a:pt x="117" y="0"/>
                    <a:pt x="117" y="0"/>
                    <a:pt x="117" y="0"/>
                  </a:cubicBezTo>
                  <a:cubicBezTo>
                    <a:pt x="115" y="0"/>
                    <a:pt x="112" y="0"/>
                    <a:pt x="110" y="1"/>
                  </a:cubicBezTo>
                  <a:cubicBezTo>
                    <a:pt x="98" y="2"/>
                    <a:pt x="88" y="7"/>
                    <a:pt x="78" y="13"/>
                  </a:cubicBezTo>
                  <a:cubicBezTo>
                    <a:pt x="60" y="23"/>
                    <a:pt x="42" y="39"/>
                    <a:pt x="27" y="58"/>
                  </a:cubicBezTo>
                  <a:cubicBezTo>
                    <a:pt x="12" y="78"/>
                    <a:pt x="0" y="102"/>
                    <a:pt x="0" y="130"/>
                  </a:cubicBezTo>
                  <a:cubicBezTo>
                    <a:pt x="0" y="140"/>
                    <a:pt x="2" y="151"/>
                    <a:pt x="6" y="162"/>
                  </a:cubicBezTo>
                  <a:cubicBezTo>
                    <a:pt x="6" y="162"/>
                    <a:pt x="6" y="162"/>
                    <a:pt x="6" y="162"/>
                  </a:cubicBezTo>
                  <a:cubicBezTo>
                    <a:pt x="6" y="162"/>
                    <a:pt x="6" y="162"/>
                    <a:pt x="6" y="162"/>
                  </a:cubicBezTo>
                  <a:cubicBezTo>
                    <a:pt x="14" y="182"/>
                    <a:pt x="30" y="200"/>
                    <a:pt x="53" y="214"/>
                  </a:cubicBezTo>
                  <a:cubicBezTo>
                    <a:pt x="60" y="219"/>
                    <a:pt x="69" y="223"/>
                    <a:pt x="78" y="227"/>
                  </a:cubicBezTo>
                  <a:lnTo>
                    <a:pt x="78" y="154"/>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1669525179"/>
      </p:ext>
    </p:extLst>
  </p:cSld>
  <p:clrMapOvr>
    <a:masterClrMapping/>
  </p:clrMapOvr>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183203" y="962476"/>
            <a:ext cx="1225550" cy="1785938"/>
            <a:chOff x="183203" y="962476"/>
            <a:chExt cx="1225550" cy="1785938"/>
          </a:xfrm>
          <a:solidFill>
            <a:schemeClr val="tx1">
              <a:lumMod val="65000"/>
              <a:lumOff val="35000"/>
            </a:schemeClr>
          </a:solidFill>
        </p:grpSpPr>
        <p:sp>
          <p:nvSpPr>
            <p:cNvPr id="3" name="Freeform 5"/>
            <p:cNvSpPr>
              <a:spLocks/>
            </p:cNvSpPr>
            <p:nvPr/>
          </p:nvSpPr>
          <p:spPr bwMode="auto">
            <a:xfrm>
              <a:off x="686440" y="2003876"/>
              <a:ext cx="241300" cy="387350"/>
            </a:xfrm>
            <a:custGeom>
              <a:avLst/>
              <a:gdLst>
                <a:gd name="T0" fmla="*/ 23 w 64"/>
                <a:gd name="T1" fmla="*/ 59 h 103"/>
                <a:gd name="T2" fmla="*/ 37 w 64"/>
                <a:gd name="T3" fmla="*/ 46 h 103"/>
                <a:gd name="T4" fmla="*/ 3 w 64"/>
                <a:gd name="T5" fmla="*/ 26 h 103"/>
                <a:gd name="T6" fmla="*/ 9 w 64"/>
                <a:gd name="T7" fmla="*/ 17 h 103"/>
                <a:gd name="T8" fmla="*/ 49 w 64"/>
                <a:gd name="T9" fmla="*/ 40 h 103"/>
                <a:gd name="T10" fmla="*/ 45 w 64"/>
                <a:gd name="T11" fmla="*/ 47 h 103"/>
                <a:gd name="T12" fmla="*/ 54 w 64"/>
                <a:gd name="T13" fmla="*/ 48 h 103"/>
                <a:gd name="T14" fmla="*/ 64 w 64"/>
                <a:gd name="T15" fmla="*/ 32 h 103"/>
                <a:gd name="T16" fmla="*/ 8 w 64"/>
                <a:gd name="T17" fmla="*/ 0 h 103"/>
                <a:gd name="T18" fmla="*/ 0 w 64"/>
                <a:gd name="T19" fmla="*/ 13 h 103"/>
                <a:gd name="T20" fmla="*/ 0 w 64"/>
                <a:gd name="T21" fmla="*/ 90 h 103"/>
                <a:gd name="T22" fmla="*/ 23 w 64"/>
                <a:gd name="T23" fmla="*/ 103 h 103"/>
                <a:gd name="T24" fmla="*/ 37 w 64"/>
                <a:gd name="T25" fmla="*/ 79 h 103"/>
                <a:gd name="T26" fmla="*/ 36 w 64"/>
                <a:gd name="T27" fmla="*/ 79 h 103"/>
                <a:gd name="T28" fmla="*/ 23 w 64"/>
                <a:gd name="T29" fmla="*/ 59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4" h="103">
                  <a:moveTo>
                    <a:pt x="23" y="59"/>
                  </a:moveTo>
                  <a:cubicBezTo>
                    <a:pt x="25" y="53"/>
                    <a:pt x="30" y="47"/>
                    <a:pt x="37" y="46"/>
                  </a:cubicBezTo>
                  <a:cubicBezTo>
                    <a:pt x="3" y="26"/>
                    <a:pt x="3" y="26"/>
                    <a:pt x="3" y="26"/>
                  </a:cubicBezTo>
                  <a:cubicBezTo>
                    <a:pt x="9" y="17"/>
                    <a:pt x="9" y="17"/>
                    <a:pt x="9" y="17"/>
                  </a:cubicBezTo>
                  <a:cubicBezTo>
                    <a:pt x="49" y="40"/>
                    <a:pt x="49" y="40"/>
                    <a:pt x="49" y="40"/>
                  </a:cubicBezTo>
                  <a:cubicBezTo>
                    <a:pt x="45" y="47"/>
                    <a:pt x="45" y="47"/>
                    <a:pt x="45" y="47"/>
                  </a:cubicBezTo>
                  <a:cubicBezTo>
                    <a:pt x="48" y="48"/>
                    <a:pt x="51" y="48"/>
                    <a:pt x="54" y="48"/>
                  </a:cubicBezTo>
                  <a:cubicBezTo>
                    <a:pt x="64" y="32"/>
                    <a:pt x="64" y="32"/>
                    <a:pt x="64" y="32"/>
                  </a:cubicBezTo>
                  <a:cubicBezTo>
                    <a:pt x="8" y="0"/>
                    <a:pt x="8" y="0"/>
                    <a:pt x="8" y="0"/>
                  </a:cubicBezTo>
                  <a:cubicBezTo>
                    <a:pt x="0" y="13"/>
                    <a:pt x="0" y="13"/>
                    <a:pt x="0" y="13"/>
                  </a:cubicBezTo>
                  <a:cubicBezTo>
                    <a:pt x="0" y="90"/>
                    <a:pt x="0" y="90"/>
                    <a:pt x="0" y="90"/>
                  </a:cubicBezTo>
                  <a:cubicBezTo>
                    <a:pt x="23" y="103"/>
                    <a:pt x="23" y="103"/>
                    <a:pt x="23" y="103"/>
                  </a:cubicBezTo>
                  <a:cubicBezTo>
                    <a:pt x="37" y="79"/>
                    <a:pt x="37" y="79"/>
                    <a:pt x="37" y="79"/>
                  </a:cubicBezTo>
                  <a:cubicBezTo>
                    <a:pt x="36" y="79"/>
                    <a:pt x="36" y="79"/>
                    <a:pt x="36" y="79"/>
                  </a:cubicBezTo>
                  <a:cubicBezTo>
                    <a:pt x="27" y="77"/>
                    <a:pt x="22" y="68"/>
                    <a:pt x="23"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Freeform 6"/>
            <p:cNvSpPr>
              <a:spLocks/>
            </p:cNvSpPr>
            <p:nvPr/>
          </p:nvSpPr>
          <p:spPr bwMode="auto">
            <a:xfrm>
              <a:off x="792803" y="1703839"/>
              <a:ext cx="314325" cy="315913"/>
            </a:xfrm>
            <a:custGeom>
              <a:avLst/>
              <a:gdLst>
                <a:gd name="T0" fmla="*/ 62 w 84"/>
                <a:gd name="T1" fmla="*/ 73 h 84"/>
                <a:gd name="T2" fmla="*/ 74 w 84"/>
                <a:gd name="T3" fmla="*/ 23 h 84"/>
                <a:gd name="T4" fmla="*/ 23 w 84"/>
                <a:gd name="T5" fmla="*/ 11 h 84"/>
                <a:gd name="T6" fmla="*/ 11 w 84"/>
                <a:gd name="T7" fmla="*/ 61 h 84"/>
                <a:gd name="T8" fmla="*/ 62 w 84"/>
                <a:gd name="T9" fmla="*/ 73 h 84"/>
              </a:gdLst>
              <a:ahLst/>
              <a:cxnLst>
                <a:cxn ang="0">
                  <a:pos x="T0" y="T1"/>
                </a:cxn>
                <a:cxn ang="0">
                  <a:pos x="T2" y="T3"/>
                </a:cxn>
                <a:cxn ang="0">
                  <a:pos x="T4" y="T5"/>
                </a:cxn>
                <a:cxn ang="0">
                  <a:pos x="T6" y="T7"/>
                </a:cxn>
                <a:cxn ang="0">
                  <a:pos x="T8" y="T9"/>
                </a:cxn>
              </a:cxnLst>
              <a:rect l="0" t="0" r="r" b="b"/>
              <a:pathLst>
                <a:path w="84" h="84">
                  <a:moveTo>
                    <a:pt x="62" y="73"/>
                  </a:moveTo>
                  <a:cubicBezTo>
                    <a:pt x="79" y="63"/>
                    <a:pt x="84" y="40"/>
                    <a:pt x="74" y="23"/>
                  </a:cubicBezTo>
                  <a:cubicBezTo>
                    <a:pt x="63" y="5"/>
                    <a:pt x="41" y="0"/>
                    <a:pt x="23" y="11"/>
                  </a:cubicBezTo>
                  <a:cubicBezTo>
                    <a:pt x="6" y="21"/>
                    <a:pt x="0" y="44"/>
                    <a:pt x="11" y="61"/>
                  </a:cubicBezTo>
                  <a:cubicBezTo>
                    <a:pt x="22" y="78"/>
                    <a:pt x="44" y="84"/>
                    <a:pt x="62"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 name="Freeform 7"/>
            <p:cNvSpPr>
              <a:spLocks/>
            </p:cNvSpPr>
            <p:nvPr/>
          </p:nvSpPr>
          <p:spPr bwMode="auto">
            <a:xfrm>
              <a:off x="916628" y="1954664"/>
              <a:ext cx="492125" cy="793750"/>
            </a:xfrm>
            <a:custGeom>
              <a:avLst/>
              <a:gdLst>
                <a:gd name="T0" fmla="*/ 107 w 131"/>
                <a:gd name="T1" fmla="*/ 211 h 211"/>
                <a:gd name="T2" fmla="*/ 126 w 131"/>
                <a:gd name="T3" fmla="*/ 198 h 211"/>
                <a:gd name="T4" fmla="*/ 115 w 131"/>
                <a:gd name="T5" fmla="*/ 171 h 211"/>
                <a:gd name="T6" fmla="*/ 76 w 131"/>
                <a:gd name="T7" fmla="*/ 154 h 211"/>
                <a:gd name="T8" fmla="*/ 103 w 131"/>
                <a:gd name="T9" fmla="*/ 144 h 211"/>
                <a:gd name="T10" fmla="*/ 109 w 131"/>
                <a:gd name="T11" fmla="*/ 140 h 211"/>
                <a:gd name="T12" fmla="*/ 128 w 131"/>
                <a:gd name="T13" fmla="*/ 104 h 211"/>
                <a:gd name="T14" fmla="*/ 91 w 131"/>
                <a:gd name="T15" fmla="*/ 21 h 211"/>
                <a:gd name="T16" fmla="*/ 41 w 131"/>
                <a:gd name="T17" fmla="*/ 8 h 211"/>
                <a:gd name="T18" fmla="*/ 37 w 131"/>
                <a:gd name="T19" fmla="*/ 47 h 211"/>
                <a:gd name="T20" fmla="*/ 46 w 131"/>
                <a:gd name="T21" fmla="*/ 30 h 211"/>
                <a:gd name="T22" fmla="*/ 62 w 131"/>
                <a:gd name="T23" fmla="*/ 18 h 211"/>
                <a:gd name="T24" fmla="*/ 66 w 131"/>
                <a:gd name="T25" fmla="*/ 18 h 211"/>
                <a:gd name="T26" fmla="*/ 78 w 131"/>
                <a:gd name="T27" fmla="*/ 38 h 211"/>
                <a:gd name="T28" fmla="*/ 70 w 131"/>
                <a:gd name="T29" fmla="*/ 56 h 211"/>
                <a:gd name="T30" fmla="*/ 54 w 131"/>
                <a:gd name="T31" fmla="*/ 76 h 211"/>
                <a:gd name="T32" fmla="*/ 70 w 131"/>
                <a:gd name="T33" fmla="*/ 113 h 211"/>
                <a:gd name="T34" fmla="*/ 14 w 131"/>
                <a:gd name="T35" fmla="*/ 134 h 211"/>
                <a:gd name="T36" fmla="*/ 0 w 131"/>
                <a:gd name="T37" fmla="*/ 153 h 211"/>
                <a:gd name="T38" fmla="*/ 13 w 131"/>
                <a:gd name="T39" fmla="*/ 172 h 211"/>
                <a:gd name="T40" fmla="*/ 99 w 131"/>
                <a:gd name="T41" fmla="*/ 209 h 211"/>
                <a:gd name="T42" fmla="*/ 107 w 131"/>
                <a:gd name="T43"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1" h="211">
                  <a:moveTo>
                    <a:pt x="107" y="211"/>
                  </a:moveTo>
                  <a:cubicBezTo>
                    <a:pt x="115" y="211"/>
                    <a:pt x="123" y="206"/>
                    <a:pt x="126" y="198"/>
                  </a:cubicBezTo>
                  <a:cubicBezTo>
                    <a:pt x="130" y="188"/>
                    <a:pt x="126" y="176"/>
                    <a:pt x="115" y="171"/>
                  </a:cubicBezTo>
                  <a:cubicBezTo>
                    <a:pt x="76" y="154"/>
                    <a:pt x="76" y="154"/>
                    <a:pt x="76" y="154"/>
                  </a:cubicBezTo>
                  <a:cubicBezTo>
                    <a:pt x="103" y="144"/>
                    <a:pt x="103" y="144"/>
                    <a:pt x="103" y="144"/>
                  </a:cubicBezTo>
                  <a:cubicBezTo>
                    <a:pt x="106" y="143"/>
                    <a:pt x="108" y="142"/>
                    <a:pt x="109" y="140"/>
                  </a:cubicBezTo>
                  <a:cubicBezTo>
                    <a:pt x="121" y="135"/>
                    <a:pt x="131" y="126"/>
                    <a:pt x="128" y="104"/>
                  </a:cubicBezTo>
                  <a:cubicBezTo>
                    <a:pt x="121" y="68"/>
                    <a:pt x="112" y="49"/>
                    <a:pt x="91" y="21"/>
                  </a:cubicBezTo>
                  <a:cubicBezTo>
                    <a:pt x="75" y="1"/>
                    <a:pt x="54" y="0"/>
                    <a:pt x="41" y="8"/>
                  </a:cubicBezTo>
                  <a:cubicBezTo>
                    <a:pt x="30" y="15"/>
                    <a:pt x="30" y="33"/>
                    <a:pt x="37" y="47"/>
                  </a:cubicBezTo>
                  <a:cubicBezTo>
                    <a:pt x="43" y="40"/>
                    <a:pt x="46" y="32"/>
                    <a:pt x="46" y="30"/>
                  </a:cubicBezTo>
                  <a:cubicBezTo>
                    <a:pt x="48" y="23"/>
                    <a:pt x="55" y="18"/>
                    <a:pt x="62" y="18"/>
                  </a:cubicBezTo>
                  <a:cubicBezTo>
                    <a:pt x="64" y="18"/>
                    <a:pt x="65" y="18"/>
                    <a:pt x="66" y="18"/>
                  </a:cubicBezTo>
                  <a:cubicBezTo>
                    <a:pt x="75" y="20"/>
                    <a:pt x="80" y="29"/>
                    <a:pt x="78" y="38"/>
                  </a:cubicBezTo>
                  <a:cubicBezTo>
                    <a:pt x="78" y="41"/>
                    <a:pt x="76" y="48"/>
                    <a:pt x="70" y="56"/>
                  </a:cubicBezTo>
                  <a:cubicBezTo>
                    <a:pt x="67" y="62"/>
                    <a:pt x="62" y="69"/>
                    <a:pt x="54" y="76"/>
                  </a:cubicBezTo>
                  <a:cubicBezTo>
                    <a:pt x="60" y="87"/>
                    <a:pt x="66" y="100"/>
                    <a:pt x="70" y="113"/>
                  </a:cubicBezTo>
                  <a:cubicBezTo>
                    <a:pt x="14" y="134"/>
                    <a:pt x="14" y="134"/>
                    <a:pt x="14" y="134"/>
                  </a:cubicBezTo>
                  <a:cubicBezTo>
                    <a:pt x="6" y="137"/>
                    <a:pt x="1" y="144"/>
                    <a:pt x="0" y="153"/>
                  </a:cubicBezTo>
                  <a:cubicBezTo>
                    <a:pt x="0" y="161"/>
                    <a:pt x="5" y="169"/>
                    <a:pt x="13" y="172"/>
                  </a:cubicBezTo>
                  <a:cubicBezTo>
                    <a:pt x="99" y="209"/>
                    <a:pt x="99" y="209"/>
                    <a:pt x="99" y="209"/>
                  </a:cubicBezTo>
                  <a:cubicBezTo>
                    <a:pt x="102" y="210"/>
                    <a:pt x="104" y="211"/>
                    <a:pt x="107" y="2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Freeform 8"/>
            <p:cNvSpPr>
              <a:spLocks/>
            </p:cNvSpPr>
            <p:nvPr/>
          </p:nvSpPr>
          <p:spPr bwMode="auto">
            <a:xfrm>
              <a:off x="780103" y="2030864"/>
              <a:ext cx="425450" cy="266700"/>
            </a:xfrm>
            <a:custGeom>
              <a:avLst/>
              <a:gdLst>
                <a:gd name="T0" fmla="*/ 111 w 113"/>
                <a:gd name="T1" fmla="*/ 17 h 71"/>
                <a:gd name="T2" fmla="*/ 101 w 113"/>
                <a:gd name="T3" fmla="*/ 1 h 71"/>
                <a:gd name="T4" fmla="*/ 86 w 113"/>
                <a:gd name="T5" fmla="*/ 11 h 71"/>
                <a:gd name="T6" fmla="*/ 86 w 113"/>
                <a:gd name="T7" fmla="*/ 11 h 71"/>
                <a:gd name="T8" fmla="*/ 75 w 113"/>
                <a:gd name="T9" fmla="*/ 29 h 71"/>
                <a:gd name="T10" fmla="*/ 36 w 113"/>
                <a:gd name="T11" fmla="*/ 45 h 71"/>
                <a:gd name="T12" fmla="*/ 17 w 113"/>
                <a:gd name="T13" fmla="*/ 43 h 71"/>
                <a:gd name="T14" fmla="*/ 1 w 113"/>
                <a:gd name="T15" fmla="*/ 53 h 71"/>
                <a:gd name="T16" fmla="*/ 12 w 113"/>
                <a:gd name="T17" fmla="*/ 69 h 71"/>
                <a:gd name="T18" fmla="*/ 36 w 113"/>
                <a:gd name="T19" fmla="*/ 71 h 71"/>
                <a:gd name="T20" fmla="*/ 36 w 113"/>
                <a:gd name="T21" fmla="*/ 71 h 71"/>
                <a:gd name="T22" fmla="*/ 74 w 113"/>
                <a:gd name="T23" fmla="*/ 63 h 71"/>
                <a:gd name="T24" fmla="*/ 104 w 113"/>
                <a:gd name="T25" fmla="*/ 35 h 71"/>
                <a:gd name="T26" fmla="*/ 111 w 113"/>
                <a:gd name="T27" fmla="*/ 1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3" h="71">
                  <a:moveTo>
                    <a:pt x="111" y="17"/>
                  </a:moveTo>
                  <a:cubicBezTo>
                    <a:pt x="113" y="10"/>
                    <a:pt x="108" y="3"/>
                    <a:pt x="101" y="1"/>
                  </a:cubicBezTo>
                  <a:cubicBezTo>
                    <a:pt x="94" y="0"/>
                    <a:pt x="87" y="4"/>
                    <a:pt x="86" y="11"/>
                  </a:cubicBezTo>
                  <a:cubicBezTo>
                    <a:pt x="86" y="11"/>
                    <a:pt x="86" y="11"/>
                    <a:pt x="86" y="11"/>
                  </a:cubicBezTo>
                  <a:cubicBezTo>
                    <a:pt x="85" y="12"/>
                    <a:pt x="82" y="21"/>
                    <a:pt x="75" y="29"/>
                  </a:cubicBezTo>
                  <a:cubicBezTo>
                    <a:pt x="68" y="37"/>
                    <a:pt x="57" y="45"/>
                    <a:pt x="36" y="45"/>
                  </a:cubicBezTo>
                  <a:cubicBezTo>
                    <a:pt x="31" y="45"/>
                    <a:pt x="24" y="44"/>
                    <a:pt x="17" y="43"/>
                  </a:cubicBezTo>
                  <a:cubicBezTo>
                    <a:pt x="10" y="41"/>
                    <a:pt x="3" y="46"/>
                    <a:pt x="1" y="53"/>
                  </a:cubicBezTo>
                  <a:cubicBezTo>
                    <a:pt x="0" y="60"/>
                    <a:pt x="5" y="67"/>
                    <a:pt x="12" y="69"/>
                  </a:cubicBezTo>
                  <a:cubicBezTo>
                    <a:pt x="21" y="70"/>
                    <a:pt x="29" y="71"/>
                    <a:pt x="36" y="71"/>
                  </a:cubicBezTo>
                  <a:cubicBezTo>
                    <a:pt x="36" y="71"/>
                    <a:pt x="36" y="71"/>
                    <a:pt x="36" y="71"/>
                  </a:cubicBezTo>
                  <a:cubicBezTo>
                    <a:pt x="51" y="71"/>
                    <a:pt x="64" y="68"/>
                    <a:pt x="74" y="63"/>
                  </a:cubicBezTo>
                  <a:cubicBezTo>
                    <a:pt x="89" y="55"/>
                    <a:pt x="98" y="44"/>
                    <a:pt x="104" y="35"/>
                  </a:cubicBezTo>
                  <a:cubicBezTo>
                    <a:pt x="109" y="25"/>
                    <a:pt x="111" y="18"/>
                    <a:pt x="111"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9"/>
            <p:cNvSpPr>
              <a:spLocks noEditPoints="1"/>
            </p:cNvSpPr>
            <p:nvPr/>
          </p:nvSpPr>
          <p:spPr bwMode="auto">
            <a:xfrm>
              <a:off x="183203" y="962476"/>
              <a:ext cx="590550" cy="1778000"/>
            </a:xfrm>
            <a:custGeom>
              <a:avLst/>
              <a:gdLst>
                <a:gd name="T0" fmla="*/ 59 w 372"/>
                <a:gd name="T1" fmla="*/ 952 h 1120"/>
                <a:gd name="T2" fmla="*/ 31 w 372"/>
                <a:gd name="T3" fmla="*/ 952 h 1120"/>
                <a:gd name="T4" fmla="*/ 31 w 372"/>
                <a:gd name="T5" fmla="*/ 1120 h 1120"/>
                <a:gd name="T6" fmla="*/ 341 w 372"/>
                <a:gd name="T7" fmla="*/ 1120 h 1120"/>
                <a:gd name="T8" fmla="*/ 341 w 372"/>
                <a:gd name="T9" fmla="*/ 952 h 1120"/>
                <a:gd name="T10" fmla="*/ 310 w 372"/>
                <a:gd name="T11" fmla="*/ 952 h 1120"/>
                <a:gd name="T12" fmla="*/ 310 w 372"/>
                <a:gd name="T13" fmla="*/ 161 h 1120"/>
                <a:gd name="T14" fmla="*/ 317 w 372"/>
                <a:gd name="T15" fmla="*/ 161 h 1120"/>
                <a:gd name="T16" fmla="*/ 360 w 372"/>
                <a:gd name="T17" fmla="*/ 161 h 1120"/>
                <a:gd name="T18" fmla="*/ 372 w 372"/>
                <a:gd name="T19" fmla="*/ 161 h 1120"/>
                <a:gd name="T20" fmla="*/ 372 w 372"/>
                <a:gd name="T21" fmla="*/ 149 h 1120"/>
                <a:gd name="T22" fmla="*/ 372 w 372"/>
                <a:gd name="T23" fmla="*/ 57 h 1120"/>
                <a:gd name="T24" fmla="*/ 372 w 372"/>
                <a:gd name="T25" fmla="*/ 45 h 1120"/>
                <a:gd name="T26" fmla="*/ 360 w 372"/>
                <a:gd name="T27" fmla="*/ 45 h 1120"/>
                <a:gd name="T28" fmla="*/ 348 w 372"/>
                <a:gd name="T29" fmla="*/ 45 h 1120"/>
                <a:gd name="T30" fmla="*/ 341 w 372"/>
                <a:gd name="T31" fmla="*/ 45 h 1120"/>
                <a:gd name="T32" fmla="*/ 341 w 372"/>
                <a:gd name="T33" fmla="*/ 0 h 1120"/>
                <a:gd name="T34" fmla="*/ 31 w 372"/>
                <a:gd name="T35" fmla="*/ 0 h 1120"/>
                <a:gd name="T36" fmla="*/ 31 w 372"/>
                <a:gd name="T37" fmla="*/ 45 h 1120"/>
                <a:gd name="T38" fmla="*/ 21 w 372"/>
                <a:gd name="T39" fmla="*/ 45 h 1120"/>
                <a:gd name="T40" fmla="*/ 12 w 372"/>
                <a:gd name="T41" fmla="*/ 45 h 1120"/>
                <a:gd name="T42" fmla="*/ 0 w 372"/>
                <a:gd name="T43" fmla="*/ 45 h 1120"/>
                <a:gd name="T44" fmla="*/ 0 w 372"/>
                <a:gd name="T45" fmla="*/ 57 h 1120"/>
                <a:gd name="T46" fmla="*/ 0 w 372"/>
                <a:gd name="T47" fmla="*/ 149 h 1120"/>
                <a:gd name="T48" fmla="*/ 0 w 372"/>
                <a:gd name="T49" fmla="*/ 161 h 1120"/>
                <a:gd name="T50" fmla="*/ 12 w 372"/>
                <a:gd name="T51" fmla="*/ 161 h 1120"/>
                <a:gd name="T52" fmla="*/ 52 w 372"/>
                <a:gd name="T53" fmla="*/ 161 h 1120"/>
                <a:gd name="T54" fmla="*/ 59 w 372"/>
                <a:gd name="T55" fmla="*/ 161 h 1120"/>
                <a:gd name="T56" fmla="*/ 59 w 372"/>
                <a:gd name="T57" fmla="*/ 952 h 1120"/>
                <a:gd name="T58" fmla="*/ 12 w 372"/>
                <a:gd name="T59" fmla="*/ 149 h 1120"/>
                <a:gd name="T60" fmla="*/ 12 w 372"/>
                <a:gd name="T61" fmla="*/ 57 h 1120"/>
                <a:gd name="T62" fmla="*/ 360 w 372"/>
                <a:gd name="T63" fmla="*/ 57 h 1120"/>
                <a:gd name="T64" fmla="*/ 360 w 372"/>
                <a:gd name="T65" fmla="*/ 149 h 1120"/>
                <a:gd name="T66" fmla="*/ 12 w 372"/>
                <a:gd name="T67" fmla="*/ 149 h 1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72" h="1120">
                  <a:moveTo>
                    <a:pt x="59" y="952"/>
                  </a:moveTo>
                  <a:lnTo>
                    <a:pt x="31" y="952"/>
                  </a:lnTo>
                  <a:lnTo>
                    <a:pt x="31" y="1120"/>
                  </a:lnTo>
                  <a:lnTo>
                    <a:pt x="341" y="1120"/>
                  </a:lnTo>
                  <a:lnTo>
                    <a:pt x="341" y="952"/>
                  </a:lnTo>
                  <a:lnTo>
                    <a:pt x="310" y="952"/>
                  </a:lnTo>
                  <a:lnTo>
                    <a:pt x="310" y="161"/>
                  </a:lnTo>
                  <a:lnTo>
                    <a:pt x="317" y="161"/>
                  </a:lnTo>
                  <a:lnTo>
                    <a:pt x="360" y="161"/>
                  </a:lnTo>
                  <a:lnTo>
                    <a:pt x="372" y="161"/>
                  </a:lnTo>
                  <a:lnTo>
                    <a:pt x="372" y="149"/>
                  </a:lnTo>
                  <a:lnTo>
                    <a:pt x="372" y="57"/>
                  </a:lnTo>
                  <a:lnTo>
                    <a:pt x="372" y="45"/>
                  </a:lnTo>
                  <a:lnTo>
                    <a:pt x="360" y="45"/>
                  </a:lnTo>
                  <a:lnTo>
                    <a:pt x="348" y="45"/>
                  </a:lnTo>
                  <a:lnTo>
                    <a:pt x="341" y="45"/>
                  </a:lnTo>
                  <a:lnTo>
                    <a:pt x="341" y="0"/>
                  </a:lnTo>
                  <a:lnTo>
                    <a:pt x="31" y="0"/>
                  </a:lnTo>
                  <a:lnTo>
                    <a:pt x="31" y="45"/>
                  </a:lnTo>
                  <a:lnTo>
                    <a:pt x="21" y="45"/>
                  </a:lnTo>
                  <a:lnTo>
                    <a:pt x="12" y="45"/>
                  </a:lnTo>
                  <a:lnTo>
                    <a:pt x="0" y="45"/>
                  </a:lnTo>
                  <a:lnTo>
                    <a:pt x="0" y="57"/>
                  </a:lnTo>
                  <a:lnTo>
                    <a:pt x="0" y="149"/>
                  </a:lnTo>
                  <a:lnTo>
                    <a:pt x="0" y="161"/>
                  </a:lnTo>
                  <a:lnTo>
                    <a:pt x="12" y="161"/>
                  </a:lnTo>
                  <a:lnTo>
                    <a:pt x="52" y="161"/>
                  </a:lnTo>
                  <a:lnTo>
                    <a:pt x="59" y="161"/>
                  </a:lnTo>
                  <a:lnTo>
                    <a:pt x="59" y="952"/>
                  </a:lnTo>
                  <a:close/>
                  <a:moveTo>
                    <a:pt x="12" y="149"/>
                  </a:moveTo>
                  <a:lnTo>
                    <a:pt x="12" y="57"/>
                  </a:lnTo>
                  <a:lnTo>
                    <a:pt x="360" y="57"/>
                  </a:lnTo>
                  <a:lnTo>
                    <a:pt x="360" y="149"/>
                  </a:lnTo>
                  <a:lnTo>
                    <a:pt x="12" y="1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10"/>
            <p:cNvSpPr>
              <a:spLocks/>
            </p:cNvSpPr>
            <p:nvPr/>
          </p:nvSpPr>
          <p:spPr bwMode="auto">
            <a:xfrm>
              <a:off x="303853" y="1099001"/>
              <a:ext cx="44450" cy="55563"/>
            </a:xfrm>
            <a:custGeom>
              <a:avLst/>
              <a:gdLst>
                <a:gd name="T0" fmla="*/ 10 w 12"/>
                <a:gd name="T1" fmla="*/ 7 h 15"/>
                <a:gd name="T2" fmla="*/ 7 w 12"/>
                <a:gd name="T3" fmla="*/ 6 h 15"/>
                <a:gd name="T4" fmla="*/ 4 w 12"/>
                <a:gd name="T5" fmla="*/ 5 h 15"/>
                <a:gd name="T6" fmla="*/ 3 w 12"/>
                <a:gd name="T7" fmla="*/ 4 h 15"/>
                <a:gd name="T8" fmla="*/ 4 w 12"/>
                <a:gd name="T9" fmla="*/ 3 h 15"/>
                <a:gd name="T10" fmla="*/ 6 w 12"/>
                <a:gd name="T11" fmla="*/ 2 h 15"/>
                <a:gd name="T12" fmla="*/ 8 w 12"/>
                <a:gd name="T13" fmla="*/ 3 h 15"/>
                <a:gd name="T14" fmla="*/ 9 w 12"/>
                <a:gd name="T15" fmla="*/ 5 h 15"/>
                <a:gd name="T16" fmla="*/ 12 w 12"/>
                <a:gd name="T17" fmla="*/ 4 h 15"/>
                <a:gd name="T18" fmla="*/ 10 w 12"/>
                <a:gd name="T19" fmla="*/ 1 h 15"/>
                <a:gd name="T20" fmla="*/ 6 w 12"/>
                <a:gd name="T21" fmla="*/ 0 h 15"/>
                <a:gd name="T22" fmla="*/ 3 w 12"/>
                <a:gd name="T23" fmla="*/ 0 h 15"/>
                <a:gd name="T24" fmla="*/ 1 w 12"/>
                <a:gd name="T25" fmla="*/ 2 h 15"/>
                <a:gd name="T26" fmla="*/ 0 w 12"/>
                <a:gd name="T27" fmla="*/ 4 h 15"/>
                <a:gd name="T28" fmla="*/ 2 w 12"/>
                <a:gd name="T29" fmla="*/ 7 h 15"/>
                <a:gd name="T30" fmla="*/ 5 w 12"/>
                <a:gd name="T31" fmla="*/ 9 h 15"/>
                <a:gd name="T32" fmla="*/ 8 w 12"/>
                <a:gd name="T33" fmla="*/ 9 h 15"/>
                <a:gd name="T34" fmla="*/ 9 w 12"/>
                <a:gd name="T35" fmla="*/ 10 h 15"/>
                <a:gd name="T36" fmla="*/ 9 w 12"/>
                <a:gd name="T37" fmla="*/ 11 h 15"/>
                <a:gd name="T38" fmla="*/ 8 w 12"/>
                <a:gd name="T39" fmla="*/ 12 h 15"/>
                <a:gd name="T40" fmla="*/ 6 w 12"/>
                <a:gd name="T41" fmla="*/ 13 h 15"/>
                <a:gd name="T42" fmla="*/ 4 w 12"/>
                <a:gd name="T43" fmla="*/ 12 h 15"/>
                <a:gd name="T44" fmla="*/ 3 w 12"/>
                <a:gd name="T45" fmla="*/ 10 h 15"/>
                <a:gd name="T46" fmla="*/ 0 w 12"/>
                <a:gd name="T47" fmla="*/ 10 h 15"/>
                <a:gd name="T48" fmla="*/ 2 w 12"/>
                <a:gd name="T49" fmla="*/ 14 h 15"/>
                <a:gd name="T50" fmla="*/ 6 w 12"/>
                <a:gd name="T51" fmla="*/ 15 h 15"/>
                <a:gd name="T52" fmla="*/ 9 w 12"/>
                <a:gd name="T53" fmla="*/ 15 h 15"/>
                <a:gd name="T54" fmla="*/ 11 w 12"/>
                <a:gd name="T55" fmla="*/ 13 h 15"/>
                <a:gd name="T56" fmla="*/ 12 w 12"/>
                <a:gd name="T57" fmla="*/ 11 h 15"/>
                <a:gd name="T58" fmla="*/ 11 w 12"/>
                <a:gd name="T59" fmla="*/ 8 h 15"/>
                <a:gd name="T60" fmla="*/ 10 w 12"/>
                <a:gd name="T61"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 h="15">
                  <a:moveTo>
                    <a:pt x="10" y="7"/>
                  </a:moveTo>
                  <a:cubicBezTo>
                    <a:pt x="9" y="7"/>
                    <a:pt x="8" y="6"/>
                    <a:pt x="7" y="6"/>
                  </a:cubicBezTo>
                  <a:cubicBezTo>
                    <a:pt x="5" y="5"/>
                    <a:pt x="4" y="5"/>
                    <a:pt x="4" y="5"/>
                  </a:cubicBezTo>
                  <a:cubicBezTo>
                    <a:pt x="3" y="5"/>
                    <a:pt x="3" y="4"/>
                    <a:pt x="3" y="4"/>
                  </a:cubicBezTo>
                  <a:cubicBezTo>
                    <a:pt x="3" y="4"/>
                    <a:pt x="3" y="3"/>
                    <a:pt x="4" y="3"/>
                  </a:cubicBezTo>
                  <a:cubicBezTo>
                    <a:pt x="4" y="3"/>
                    <a:pt x="5" y="2"/>
                    <a:pt x="6" y="2"/>
                  </a:cubicBezTo>
                  <a:cubicBezTo>
                    <a:pt x="7" y="2"/>
                    <a:pt x="7" y="3"/>
                    <a:pt x="8" y="3"/>
                  </a:cubicBezTo>
                  <a:cubicBezTo>
                    <a:pt x="8" y="3"/>
                    <a:pt x="8" y="4"/>
                    <a:pt x="9" y="5"/>
                  </a:cubicBezTo>
                  <a:cubicBezTo>
                    <a:pt x="12" y="4"/>
                    <a:pt x="12" y="4"/>
                    <a:pt x="12" y="4"/>
                  </a:cubicBezTo>
                  <a:cubicBezTo>
                    <a:pt x="12" y="3"/>
                    <a:pt x="11" y="2"/>
                    <a:pt x="10" y="1"/>
                  </a:cubicBezTo>
                  <a:cubicBezTo>
                    <a:pt x="9" y="0"/>
                    <a:pt x="8" y="0"/>
                    <a:pt x="6" y="0"/>
                  </a:cubicBezTo>
                  <a:cubicBezTo>
                    <a:pt x="5" y="0"/>
                    <a:pt x="4" y="0"/>
                    <a:pt x="3" y="0"/>
                  </a:cubicBezTo>
                  <a:cubicBezTo>
                    <a:pt x="2" y="1"/>
                    <a:pt x="1" y="1"/>
                    <a:pt x="1" y="2"/>
                  </a:cubicBezTo>
                  <a:cubicBezTo>
                    <a:pt x="1" y="3"/>
                    <a:pt x="0" y="3"/>
                    <a:pt x="0" y="4"/>
                  </a:cubicBezTo>
                  <a:cubicBezTo>
                    <a:pt x="0" y="5"/>
                    <a:pt x="1" y="6"/>
                    <a:pt x="2" y="7"/>
                  </a:cubicBezTo>
                  <a:cubicBezTo>
                    <a:pt x="2" y="8"/>
                    <a:pt x="4" y="8"/>
                    <a:pt x="5" y="9"/>
                  </a:cubicBezTo>
                  <a:cubicBezTo>
                    <a:pt x="6" y="9"/>
                    <a:pt x="7" y="9"/>
                    <a:pt x="8" y="9"/>
                  </a:cubicBezTo>
                  <a:cubicBezTo>
                    <a:pt x="8" y="9"/>
                    <a:pt x="8" y="10"/>
                    <a:pt x="9" y="10"/>
                  </a:cubicBezTo>
                  <a:cubicBezTo>
                    <a:pt x="9" y="10"/>
                    <a:pt x="9" y="10"/>
                    <a:pt x="9" y="11"/>
                  </a:cubicBezTo>
                  <a:cubicBezTo>
                    <a:pt x="9" y="11"/>
                    <a:pt x="9" y="12"/>
                    <a:pt x="8" y="12"/>
                  </a:cubicBezTo>
                  <a:cubicBezTo>
                    <a:pt x="8" y="13"/>
                    <a:pt x="7" y="13"/>
                    <a:pt x="6" y="13"/>
                  </a:cubicBezTo>
                  <a:cubicBezTo>
                    <a:pt x="5" y="13"/>
                    <a:pt x="4" y="13"/>
                    <a:pt x="4" y="12"/>
                  </a:cubicBezTo>
                  <a:cubicBezTo>
                    <a:pt x="3" y="12"/>
                    <a:pt x="3" y="11"/>
                    <a:pt x="3" y="10"/>
                  </a:cubicBezTo>
                  <a:cubicBezTo>
                    <a:pt x="0" y="10"/>
                    <a:pt x="0" y="10"/>
                    <a:pt x="0" y="10"/>
                  </a:cubicBezTo>
                  <a:cubicBezTo>
                    <a:pt x="0" y="12"/>
                    <a:pt x="1" y="13"/>
                    <a:pt x="2" y="14"/>
                  </a:cubicBezTo>
                  <a:cubicBezTo>
                    <a:pt x="3" y="15"/>
                    <a:pt x="4" y="15"/>
                    <a:pt x="6" y="15"/>
                  </a:cubicBezTo>
                  <a:cubicBezTo>
                    <a:pt x="7" y="15"/>
                    <a:pt x="8" y="15"/>
                    <a:pt x="9" y="15"/>
                  </a:cubicBezTo>
                  <a:cubicBezTo>
                    <a:pt x="10" y="14"/>
                    <a:pt x="11" y="14"/>
                    <a:pt x="11" y="13"/>
                  </a:cubicBezTo>
                  <a:cubicBezTo>
                    <a:pt x="12" y="12"/>
                    <a:pt x="12" y="12"/>
                    <a:pt x="12" y="11"/>
                  </a:cubicBezTo>
                  <a:cubicBezTo>
                    <a:pt x="12" y="10"/>
                    <a:pt x="12" y="9"/>
                    <a:pt x="11" y="8"/>
                  </a:cubicBezTo>
                  <a:cubicBezTo>
                    <a:pt x="11" y="8"/>
                    <a:pt x="10"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11"/>
            <p:cNvSpPr>
              <a:spLocks/>
            </p:cNvSpPr>
            <p:nvPr/>
          </p:nvSpPr>
          <p:spPr bwMode="auto">
            <a:xfrm>
              <a:off x="356240" y="1099001"/>
              <a:ext cx="49213" cy="55563"/>
            </a:xfrm>
            <a:custGeom>
              <a:avLst/>
              <a:gdLst>
                <a:gd name="T0" fmla="*/ 9 w 13"/>
                <a:gd name="T1" fmla="*/ 12 h 15"/>
                <a:gd name="T2" fmla="*/ 7 w 13"/>
                <a:gd name="T3" fmla="*/ 13 h 15"/>
                <a:gd name="T4" fmla="*/ 4 w 13"/>
                <a:gd name="T5" fmla="*/ 12 h 15"/>
                <a:gd name="T6" fmla="*/ 3 w 13"/>
                <a:gd name="T7" fmla="*/ 8 h 15"/>
                <a:gd name="T8" fmla="*/ 4 w 13"/>
                <a:gd name="T9" fmla="*/ 4 h 15"/>
                <a:gd name="T10" fmla="*/ 7 w 13"/>
                <a:gd name="T11" fmla="*/ 3 h 15"/>
                <a:gd name="T12" fmla="*/ 9 w 13"/>
                <a:gd name="T13" fmla="*/ 3 h 15"/>
                <a:gd name="T14" fmla="*/ 10 w 13"/>
                <a:gd name="T15" fmla="*/ 5 h 15"/>
                <a:gd name="T16" fmla="*/ 13 w 13"/>
                <a:gd name="T17" fmla="*/ 4 h 15"/>
                <a:gd name="T18" fmla="*/ 11 w 13"/>
                <a:gd name="T19" fmla="*/ 2 h 15"/>
                <a:gd name="T20" fmla="*/ 7 w 13"/>
                <a:gd name="T21" fmla="*/ 0 h 15"/>
                <a:gd name="T22" fmla="*/ 2 w 13"/>
                <a:gd name="T23" fmla="*/ 2 h 15"/>
                <a:gd name="T24" fmla="*/ 0 w 13"/>
                <a:gd name="T25" fmla="*/ 8 h 15"/>
                <a:gd name="T26" fmla="*/ 2 w 13"/>
                <a:gd name="T27" fmla="*/ 13 h 15"/>
                <a:gd name="T28" fmla="*/ 7 w 13"/>
                <a:gd name="T29" fmla="*/ 15 h 15"/>
                <a:gd name="T30" fmla="*/ 11 w 13"/>
                <a:gd name="T31" fmla="*/ 14 h 15"/>
                <a:gd name="T32" fmla="*/ 13 w 13"/>
                <a:gd name="T33" fmla="*/ 11 h 15"/>
                <a:gd name="T34" fmla="*/ 10 w 13"/>
                <a:gd name="T35" fmla="*/ 10 h 15"/>
                <a:gd name="T36" fmla="*/ 9 w 13"/>
                <a:gd name="T37" fmla="*/ 1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5">
                  <a:moveTo>
                    <a:pt x="9" y="12"/>
                  </a:moveTo>
                  <a:cubicBezTo>
                    <a:pt x="8" y="13"/>
                    <a:pt x="8" y="13"/>
                    <a:pt x="7" y="13"/>
                  </a:cubicBezTo>
                  <a:cubicBezTo>
                    <a:pt x="6" y="13"/>
                    <a:pt x="5" y="12"/>
                    <a:pt x="4" y="12"/>
                  </a:cubicBezTo>
                  <a:cubicBezTo>
                    <a:pt x="3" y="11"/>
                    <a:pt x="3" y="9"/>
                    <a:pt x="3" y="8"/>
                  </a:cubicBezTo>
                  <a:cubicBezTo>
                    <a:pt x="3" y="6"/>
                    <a:pt x="3" y="5"/>
                    <a:pt x="4" y="4"/>
                  </a:cubicBezTo>
                  <a:cubicBezTo>
                    <a:pt x="5" y="3"/>
                    <a:pt x="6" y="3"/>
                    <a:pt x="7" y="3"/>
                  </a:cubicBezTo>
                  <a:cubicBezTo>
                    <a:pt x="8" y="3"/>
                    <a:pt x="8" y="3"/>
                    <a:pt x="9" y="3"/>
                  </a:cubicBezTo>
                  <a:cubicBezTo>
                    <a:pt x="9" y="4"/>
                    <a:pt x="10" y="4"/>
                    <a:pt x="10" y="5"/>
                  </a:cubicBezTo>
                  <a:cubicBezTo>
                    <a:pt x="13" y="4"/>
                    <a:pt x="13" y="4"/>
                    <a:pt x="13" y="4"/>
                  </a:cubicBezTo>
                  <a:cubicBezTo>
                    <a:pt x="13" y="3"/>
                    <a:pt x="12" y="2"/>
                    <a:pt x="11" y="2"/>
                  </a:cubicBezTo>
                  <a:cubicBezTo>
                    <a:pt x="10" y="0"/>
                    <a:pt x="9" y="0"/>
                    <a:pt x="7" y="0"/>
                  </a:cubicBezTo>
                  <a:cubicBezTo>
                    <a:pt x="5" y="0"/>
                    <a:pt x="3" y="1"/>
                    <a:pt x="2" y="2"/>
                  </a:cubicBezTo>
                  <a:cubicBezTo>
                    <a:pt x="1" y="3"/>
                    <a:pt x="0" y="5"/>
                    <a:pt x="0" y="8"/>
                  </a:cubicBezTo>
                  <a:cubicBezTo>
                    <a:pt x="0" y="10"/>
                    <a:pt x="1" y="12"/>
                    <a:pt x="2" y="13"/>
                  </a:cubicBezTo>
                  <a:cubicBezTo>
                    <a:pt x="3" y="15"/>
                    <a:pt x="5" y="15"/>
                    <a:pt x="7" y="15"/>
                  </a:cubicBezTo>
                  <a:cubicBezTo>
                    <a:pt x="8" y="15"/>
                    <a:pt x="10" y="15"/>
                    <a:pt x="11" y="14"/>
                  </a:cubicBezTo>
                  <a:cubicBezTo>
                    <a:pt x="12" y="13"/>
                    <a:pt x="13" y="12"/>
                    <a:pt x="13" y="11"/>
                  </a:cubicBezTo>
                  <a:cubicBezTo>
                    <a:pt x="10" y="10"/>
                    <a:pt x="10" y="10"/>
                    <a:pt x="10" y="10"/>
                  </a:cubicBezTo>
                  <a:cubicBezTo>
                    <a:pt x="10" y="11"/>
                    <a:pt x="9" y="12"/>
                    <a:pt x="9"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Rectangle 12"/>
            <p:cNvSpPr>
              <a:spLocks noChangeArrowheads="1"/>
            </p:cNvSpPr>
            <p:nvPr/>
          </p:nvSpPr>
          <p:spPr bwMode="auto">
            <a:xfrm>
              <a:off x="416565" y="1099001"/>
              <a:ext cx="11113" cy="555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3"/>
            <p:cNvSpPr>
              <a:spLocks/>
            </p:cNvSpPr>
            <p:nvPr/>
          </p:nvSpPr>
          <p:spPr bwMode="auto">
            <a:xfrm>
              <a:off x="435615" y="1099001"/>
              <a:ext cx="44450" cy="55563"/>
            </a:xfrm>
            <a:custGeom>
              <a:avLst/>
              <a:gdLst>
                <a:gd name="T0" fmla="*/ 7 w 28"/>
                <a:gd name="T1" fmla="*/ 21 h 35"/>
                <a:gd name="T2" fmla="*/ 26 w 28"/>
                <a:gd name="T3" fmla="*/ 21 h 35"/>
                <a:gd name="T4" fmla="*/ 26 w 28"/>
                <a:gd name="T5" fmla="*/ 14 h 35"/>
                <a:gd name="T6" fmla="*/ 7 w 28"/>
                <a:gd name="T7" fmla="*/ 14 h 35"/>
                <a:gd name="T8" fmla="*/ 7 w 28"/>
                <a:gd name="T9" fmla="*/ 7 h 35"/>
                <a:gd name="T10" fmla="*/ 26 w 28"/>
                <a:gd name="T11" fmla="*/ 7 h 35"/>
                <a:gd name="T12" fmla="*/ 26 w 28"/>
                <a:gd name="T13" fmla="*/ 0 h 35"/>
                <a:gd name="T14" fmla="*/ 0 w 28"/>
                <a:gd name="T15" fmla="*/ 0 h 35"/>
                <a:gd name="T16" fmla="*/ 0 w 28"/>
                <a:gd name="T17" fmla="*/ 35 h 35"/>
                <a:gd name="T18" fmla="*/ 28 w 28"/>
                <a:gd name="T19" fmla="*/ 35 h 35"/>
                <a:gd name="T20" fmla="*/ 28 w 28"/>
                <a:gd name="T21" fmla="*/ 30 h 35"/>
                <a:gd name="T22" fmla="*/ 7 w 28"/>
                <a:gd name="T23" fmla="*/ 30 h 35"/>
                <a:gd name="T24" fmla="*/ 7 w 28"/>
                <a:gd name="T25" fmla="*/ 2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 h="35">
                  <a:moveTo>
                    <a:pt x="7" y="21"/>
                  </a:moveTo>
                  <a:lnTo>
                    <a:pt x="26" y="21"/>
                  </a:lnTo>
                  <a:lnTo>
                    <a:pt x="26" y="14"/>
                  </a:lnTo>
                  <a:lnTo>
                    <a:pt x="7" y="14"/>
                  </a:lnTo>
                  <a:lnTo>
                    <a:pt x="7" y="7"/>
                  </a:lnTo>
                  <a:lnTo>
                    <a:pt x="26" y="7"/>
                  </a:lnTo>
                  <a:lnTo>
                    <a:pt x="26" y="0"/>
                  </a:lnTo>
                  <a:lnTo>
                    <a:pt x="0" y="0"/>
                  </a:lnTo>
                  <a:lnTo>
                    <a:pt x="0" y="35"/>
                  </a:lnTo>
                  <a:lnTo>
                    <a:pt x="28" y="35"/>
                  </a:lnTo>
                  <a:lnTo>
                    <a:pt x="28" y="30"/>
                  </a:lnTo>
                  <a:lnTo>
                    <a:pt x="7" y="30"/>
                  </a:lnTo>
                  <a:lnTo>
                    <a:pt x="7"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14"/>
            <p:cNvSpPr>
              <a:spLocks/>
            </p:cNvSpPr>
            <p:nvPr/>
          </p:nvSpPr>
          <p:spPr bwMode="auto">
            <a:xfrm>
              <a:off x="488003" y="1099001"/>
              <a:ext cx="44450" cy="55563"/>
            </a:xfrm>
            <a:custGeom>
              <a:avLst/>
              <a:gdLst>
                <a:gd name="T0" fmla="*/ 21 w 28"/>
                <a:gd name="T1" fmla="*/ 23 h 35"/>
                <a:gd name="T2" fmla="*/ 7 w 28"/>
                <a:gd name="T3" fmla="*/ 0 h 35"/>
                <a:gd name="T4" fmla="*/ 0 w 28"/>
                <a:gd name="T5" fmla="*/ 0 h 35"/>
                <a:gd name="T6" fmla="*/ 0 w 28"/>
                <a:gd name="T7" fmla="*/ 35 h 35"/>
                <a:gd name="T8" fmla="*/ 7 w 28"/>
                <a:gd name="T9" fmla="*/ 35 h 35"/>
                <a:gd name="T10" fmla="*/ 7 w 28"/>
                <a:gd name="T11" fmla="*/ 11 h 35"/>
                <a:gd name="T12" fmla="*/ 21 w 28"/>
                <a:gd name="T13" fmla="*/ 35 h 35"/>
                <a:gd name="T14" fmla="*/ 28 w 28"/>
                <a:gd name="T15" fmla="*/ 35 h 35"/>
                <a:gd name="T16" fmla="*/ 28 w 28"/>
                <a:gd name="T17" fmla="*/ 0 h 35"/>
                <a:gd name="T18" fmla="*/ 21 w 28"/>
                <a:gd name="T19" fmla="*/ 0 h 35"/>
                <a:gd name="T20" fmla="*/ 21 w 28"/>
                <a:gd name="T21" fmla="*/ 2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 h="35">
                  <a:moveTo>
                    <a:pt x="21" y="23"/>
                  </a:moveTo>
                  <a:lnTo>
                    <a:pt x="7" y="0"/>
                  </a:lnTo>
                  <a:lnTo>
                    <a:pt x="0" y="0"/>
                  </a:lnTo>
                  <a:lnTo>
                    <a:pt x="0" y="35"/>
                  </a:lnTo>
                  <a:lnTo>
                    <a:pt x="7" y="35"/>
                  </a:lnTo>
                  <a:lnTo>
                    <a:pt x="7" y="11"/>
                  </a:lnTo>
                  <a:lnTo>
                    <a:pt x="21" y="35"/>
                  </a:lnTo>
                  <a:lnTo>
                    <a:pt x="28" y="35"/>
                  </a:lnTo>
                  <a:lnTo>
                    <a:pt x="28" y="0"/>
                  </a:lnTo>
                  <a:lnTo>
                    <a:pt x="21" y="0"/>
                  </a:lnTo>
                  <a:lnTo>
                    <a:pt x="21"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5"/>
            <p:cNvSpPr>
              <a:spLocks/>
            </p:cNvSpPr>
            <p:nvPr/>
          </p:nvSpPr>
          <p:spPr bwMode="auto">
            <a:xfrm>
              <a:off x="543565" y="1099001"/>
              <a:ext cx="49213" cy="55563"/>
            </a:xfrm>
            <a:custGeom>
              <a:avLst/>
              <a:gdLst>
                <a:gd name="T0" fmla="*/ 9 w 13"/>
                <a:gd name="T1" fmla="*/ 12 h 15"/>
                <a:gd name="T2" fmla="*/ 7 w 13"/>
                <a:gd name="T3" fmla="*/ 13 h 15"/>
                <a:gd name="T4" fmla="*/ 4 w 13"/>
                <a:gd name="T5" fmla="*/ 12 h 15"/>
                <a:gd name="T6" fmla="*/ 3 w 13"/>
                <a:gd name="T7" fmla="*/ 8 h 15"/>
                <a:gd name="T8" fmla="*/ 4 w 13"/>
                <a:gd name="T9" fmla="*/ 4 h 15"/>
                <a:gd name="T10" fmla="*/ 7 w 13"/>
                <a:gd name="T11" fmla="*/ 3 h 15"/>
                <a:gd name="T12" fmla="*/ 9 w 13"/>
                <a:gd name="T13" fmla="*/ 3 h 15"/>
                <a:gd name="T14" fmla="*/ 10 w 13"/>
                <a:gd name="T15" fmla="*/ 5 h 15"/>
                <a:gd name="T16" fmla="*/ 13 w 13"/>
                <a:gd name="T17" fmla="*/ 4 h 15"/>
                <a:gd name="T18" fmla="*/ 11 w 13"/>
                <a:gd name="T19" fmla="*/ 2 h 15"/>
                <a:gd name="T20" fmla="*/ 7 w 13"/>
                <a:gd name="T21" fmla="*/ 0 h 15"/>
                <a:gd name="T22" fmla="*/ 2 w 13"/>
                <a:gd name="T23" fmla="*/ 2 h 15"/>
                <a:gd name="T24" fmla="*/ 0 w 13"/>
                <a:gd name="T25" fmla="*/ 8 h 15"/>
                <a:gd name="T26" fmla="*/ 2 w 13"/>
                <a:gd name="T27" fmla="*/ 13 h 15"/>
                <a:gd name="T28" fmla="*/ 7 w 13"/>
                <a:gd name="T29" fmla="*/ 15 h 15"/>
                <a:gd name="T30" fmla="*/ 11 w 13"/>
                <a:gd name="T31" fmla="*/ 14 h 15"/>
                <a:gd name="T32" fmla="*/ 13 w 13"/>
                <a:gd name="T33" fmla="*/ 11 h 15"/>
                <a:gd name="T34" fmla="*/ 10 w 13"/>
                <a:gd name="T35" fmla="*/ 10 h 15"/>
                <a:gd name="T36" fmla="*/ 9 w 13"/>
                <a:gd name="T37" fmla="*/ 1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5">
                  <a:moveTo>
                    <a:pt x="9" y="12"/>
                  </a:moveTo>
                  <a:cubicBezTo>
                    <a:pt x="8" y="13"/>
                    <a:pt x="7" y="13"/>
                    <a:pt x="7" y="13"/>
                  </a:cubicBezTo>
                  <a:cubicBezTo>
                    <a:pt x="6" y="13"/>
                    <a:pt x="5" y="12"/>
                    <a:pt x="4" y="12"/>
                  </a:cubicBezTo>
                  <a:cubicBezTo>
                    <a:pt x="3" y="11"/>
                    <a:pt x="3" y="9"/>
                    <a:pt x="3" y="8"/>
                  </a:cubicBezTo>
                  <a:cubicBezTo>
                    <a:pt x="3" y="6"/>
                    <a:pt x="3" y="5"/>
                    <a:pt x="4" y="4"/>
                  </a:cubicBezTo>
                  <a:cubicBezTo>
                    <a:pt x="5" y="3"/>
                    <a:pt x="6" y="3"/>
                    <a:pt x="7" y="3"/>
                  </a:cubicBezTo>
                  <a:cubicBezTo>
                    <a:pt x="7" y="3"/>
                    <a:pt x="8" y="3"/>
                    <a:pt x="9" y="3"/>
                  </a:cubicBezTo>
                  <a:cubicBezTo>
                    <a:pt x="9" y="4"/>
                    <a:pt x="10" y="4"/>
                    <a:pt x="10" y="5"/>
                  </a:cubicBezTo>
                  <a:cubicBezTo>
                    <a:pt x="13" y="4"/>
                    <a:pt x="13" y="4"/>
                    <a:pt x="13" y="4"/>
                  </a:cubicBezTo>
                  <a:cubicBezTo>
                    <a:pt x="12" y="3"/>
                    <a:pt x="12" y="2"/>
                    <a:pt x="11" y="2"/>
                  </a:cubicBezTo>
                  <a:cubicBezTo>
                    <a:pt x="10" y="0"/>
                    <a:pt x="9" y="0"/>
                    <a:pt x="7" y="0"/>
                  </a:cubicBezTo>
                  <a:cubicBezTo>
                    <a:pt x="5" y="0"/>
                    <a:pt x="3" y="1"/>
                    <a:pt x="2" y="2"/>
                  </a:cubicBezTo>
                  <a:cubicBezTo>
                    <a:pt x="0" y="3"/>
                    <a:pt x="0" y="5"/>
                    <a:pt x="0" y="8"/>
                  </a:cubicBezTo>
                  <a:cubicBezTo>
                    <a:pt x="0" y="10"/>
                    <a:pt x="0" y="12"/>
                    <a:pt x="2" y="13"/>
                  </a:cubicBezTo>
                  <a:cubicBezTo>
                    <a:pt x="3" y="15"/>
                    <a:pt x="5" y="15"/>
                    <a:pt x="7" y="15"/>
                  </a:cubicBezTo>
                  <a:cubicBezTo>
                    <a:pt x="8" y="15"/>
                    <a:pt x="10" y="15"/>
                    <a:pt x="11" y="14"/>
                  </a:cubicBezTo>
                  <a:cubicBezTo>
                    <a:pt x="12" y="13"/>
                    <a:pt x="12" y="12"/>
                    <a:pt x="13" y="11"/>
                  </a:cubicBezTo>
                  <a:cubicBezTo>
                    <a:pt x="10" y="10"/>
                    <a:pt x="10" y="10"/>
                    <a:pt x="10" y="10"/>
                  </a:cubicBezTo>
                  <a:cubicBezTo>
                    <a:pt x="10" y="11"/>
                    <a:pt x="9" y="12"/>
                    <a:pt x="9"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6"/>
            <p:cNvSpPr>
              <a:spLocks/>
            </p:cNvSpPr>
            <p:nvPr/>
          </p:nvSpPr>
          <p:spPr bwMode="auto">
            <a:xfrm>
              <a:off x="600715" y="1099001"/>
              <a:ext cx="44450" cy="55563"/>
            </a:xfrm>
            <a:custGeom>
              <a:avLst/>
              <a:gdLst>
                <a:gd name="T0" fmla="*/ 7 w 28"/>
                <a:gd name="T1" fmla="*/ 21 h 35"/>
                <a:gd name="T2" fmla="*/ 26 w 28"/>
                <a:gd name="T3" fmla="*/ 21 h 35"/>
                <a:gd name="T4" fmla="*/ 26 w 28"/>
                <a:gd name="T5" fmla="*/ 14 h 35"/>
                <a:gd name="T6" fmla="*/ 7 w 28"/>
                <a:gd name="T7" fmla="*/ 14 h 35"/>
                <a:gd name="T8" fmla="*/ 7 w 28"/>
                <a:gd name="T9" fmla="*/ 7 h 35"/>
                <a:gd name="T10" fmla="*/ 26 w 28"/>
                <a:gd name="T11" fmla="*/ 7 h 35"/>
                <a:gd name="T12" fmla="*/ 26 w 28"/>
                <a:gd name="T13" fmla="*/ 0 h 35"/>
                <a:gd name="T14" fmla="*/ 0 w 28"/>
                <a:gd name="T15" fmla="*/ 0 h 35"/>
                <a:gd name="T16" fmla="*/ 0 w 28"/>
                <a:gd name="T17" fmla="*/ 35 h 35"/>
                <a:gd name="T18" fmla="*/ 28 w 28"/>
                <a:gd name="T19" fmla="*/ 35 h 35"/>
                <a:gd name="T20" fmla="*/ 28 w 28"/>
                <a:gd name="T21" fmla="*/ 30 h 35"/>
                <a:gd name="T22" fmla="*/ 7 w 28"/>
                <a:gd name="T23" fmla="*/ 30 h 35"/>
                <a:gd name="T24" fmla="*/ 7 w 28"/>
                <a:gd name="T25" fmla="*/ 2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 h="35">
                  <a:moveTo>
                    <a:pt x="7" y="21"/>
                  </a:moveTo>
                  <a:lnTo>
                    <a:pt x="26" y="21"/>
                  </a:lnTo>
                  <a:lnTo>
                    <a:pt x="26" y="14"/>
                  </a:lnTo>
                  <a:lnTo>
                    <a:pt x="7" y="14"/>
                  </a:lnTo>
                  <a:lnTo>
                    <a:pt x="7" y="7"/>
                  </a:lnTo>
                  <a:lnTo>
                    <a:pt x="26" y="7"/>
                  </a:lnTo>
                  <a:lnTo>
                    <a:pt x="26" y="0"/>
                  </a:lnTo>
                  <a:lnTo>
                    <a:pt x="0" y="0"/>
                  </a:lnTo>
                  <a:lnTo>
                    <a:pt x="0" y="35"/>
                  </a:lnTo>
                  <a:lnTo>
                    <a:pt x="28" y="35"/>
                  </a:lnTo>
                  <a:lnTo>
                    <a:pt x="28" y="30"/>
                  </a:lnTo>
                  <a:lnTo>
                    <a:pt x="7" y="30"/>
                  </a:lnTo>
                  <a:lnTo>
                    <a:pt x="7"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5" name="组合 14"/>
          <p:cNvGrpSpPr/>
          <p:nvPr/>
        </p:nvGrpSpPr>
        <p:grpSpPr>
          <a:xfrm>
            <a:off x="1596078" y="962476"/>
            <a:ext cx="1127125" cy="1789113"/>
            <a:chOff x="1596078" y="962476"/>
            <a:chExt cx="1127125" cy="1789113"/>
          </a:xfrm>
          <a:solidFill>
            <a:schemeClr val="tx1">
              <a:lumMod val="65000"/>
              <a:lumOff val="35000"/>
            </a:schemeClr>
          </a:solidFill>
        </p:grpSpPr>
        <p:sp>
          <p:nvSpPr>
            <p:cNvPr id="16" name="Freeform 17"/>
            <p:cNvSpPr>
              <a:spLocks/>
            </p:cNvSpPr>
            <p:nvPr/>
          </p:nvSpPr>
          <p:spPr bwMode="auto">
            <a:xfrm>
              <a:off x="1656403" y="1252989"/>
              <a:ext cx="304800" cy="303213"/>
            </a:xfrm>
            <a:custGeom>
              <a:avLst/>
              <a:gdLst>
                <a:gd name="T0" fmla="*/ 32 w 81"/>
                <a:gd name="T1" fmla="*/ 76 h 81"/>
                <a:gd name="T2" fmla="*/ 76 w 81"/>
                <a:gd name="T3" fmla="*/ 49 h 81"/>
                <a:gd name="T4" fmla="*/ 49 w 81"/>
                <a:gd name="T5" fmla="*/ 5 h 81"/>
                <a:gd name="T6" fmla="*/ 4 w 81"/>
                <a:gd name="T7" fmla="*/ 32 h 81"/>
                <a:gd name="T8" fmla="*/ 32 w 81"/>
                <a:gd name="T9" fmla="*/ 76 h 81"/>
              </a:gdLst>
              <a:ahLst/>
              <a:cxnLst>
                <a:cxn ang="0">
                  <a:pos x="T0" y="T1"/>
                </a:cxn>
                <a:cxn ang="0">
                  <a:pos x="T2" y="T3"/>
                </a:cxn>
                <a:cxn ang="0">
                  <a:pos x="T4" y="T5"/>
                </a:cxn>
                <a:cxn ang="0">
                  <a:pos x="T6" y="T7"/>
                </a:cxn>
                <a:cxn ang="0">
                  <a:pos x="T8" y="T9"/>
                </a:cxn>
              </a:cxnLst>
              <a:rect l="0" t="0" r="r" b="b"/>
              <a:pathLst>
                <a:path w="81" h="81">
                  <a:moveTo>
                    <a:pt x="32" y="76"/>
                  </a:moveTo>
                  <a:cubicBezTo>
                    <a:pt x="52" y="81"/>
                    <a:pt x="72" y="69"/>
                    <a:pt x="76" y="49"/>
                  </a:cubicBezTo>
                  <a:cubicBezTo>
                    <a:pt x="81" y="29"/>
                    <a:pt x="69" y="9"/>
                    <a:pt x="49" y="5"/>
                  </a:cubicBezTo>
                  <a:cubicBezTo>
                    <a:pt x="29" y="0"/>
                    <a:pt x="9" y="12"/>
                    <a:pt x="4" y="32"/>
                  </a:cubicBezTo>
                  <a:cubicBezTo>
                    <a:pt x="0" y="52"/>
                    <a:pt x="12" y="72"/>
                    <a:pt x="32"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8"/>
            <p:cNvSpPr>
              <a:spLocks/>
            </p:cNvSpPr>
            <p:nvPr/>
          </p:nvSpPr>
          <p:spPr bwMode="auto">
            <a:xfrm>
              <a:off x="1596078" y="1580014"/>
              <a:ext cx="296863" cy="1171575"/>
            </a:xfrm>
            <a:custGeom>
              <a:avLst/>
              <a:gdLst>
                <a:gd name="T0" fmla="*/ 70 w 79"/>
                <a:gd name="T1" fmla="*/ 49 h 312"/>
                <a:gd name="T2" fmla="*/ 53 w 79"/>
                <a:gd name="T3" fmla="*/ 51 h 312"/>
                <a:gd name="T4" fmla="*/ 52 w 79"/>
                <a:gd name="T5" fmla="*/ 51 h 312"/>
                <a:gd name="T6" fmla="*/ 36 w 79"/>
                <a:gd name="T7" fmla="*/ 35 h 312"/>
                <a:gd name="T8" fmla="*/ 51 w 79"/>
                <a:gd name="T9" fmla="*/ 18 h 312"/>
                <a:gd name="T10" fmla="*/ 52 w 79"/>
                <a:gd name="T11" fmla="*/ 18 h 312"/>
                <a:gd name="T12" fmla="*/ 55 w 79"/>
                <a:gd name="T13" fmla="*/ 18 h 312"/>
                <a:gd name="T14" fmla="*/ 62 w 79"/>
                <a:gd name="T15" fmla="*/ 17 h 312"/>
                <a:gd name="T16" fmla="*/ 70 w 79"/>
                <a:gd name="T17" fmla="*/ 15 h 312"/>
                <a:gd name="T18" fmla="*/ 56 w 79"/>
                <a:gd name="T19" fmla="*/ 3 h 312"/>
                <a:gd name="T20" fmla="*/ 14 w 79"/>
                <a:gd name="T21" fmla="*/ 31 h 312"/>
                <a:gd name="T22" fmla="*/ 5 w 79"/>
                <a:gd name="T23" fmla="*/ 122 h 312"/>
                <a:gd name="T24" fmla="*/ 30 w 79"/>
                <a:gd name="T25" fmla="*/ 150 h 312"/>
                <a:gd name="T26" fmla="*/ 38 w 79"/>
                <a:gd name="T27" fmla="*/ 209 h 312"/>
                <a:gd name="T28" fmla="*/ 24 w 79"/>
                <a:gd name="T29" fmla="*/ 284 h 312"/>
                <a:gd name="T30" fmla="*/ 36 w 79"/>
                <a:gd name="T31" fmla="*/ 311 h 312"/>
                <a:gd name="T32" fmla="*/ 43 w 79"/>
                <a:gd name="T33" fmla="*/ 312 h 312"/>
                <a:gd name="T34" fmla="*/ 63 w 79"/>
                <a:gd name="T35" fmla="*/ 299 h 312"/>
                <a:gd name="T36" fmla="*/ 79 w 79"/>
                <a:gd name="T37" fmla="*/ 209 h 312"/>
                <a:gd name="T38" fmla="*/ 62 w 79"/>
                <a:gd name="T39" fmla="*/ 119 h 312"/>
                <a:gd name="T40" fmla="*/ 62 w 79"/>
                <a:gd name="T41" fmla="*/ 119 h 312"/>
                <a:gd name="T42" fmla="*/ 70 w 79"/>
                <a:gd name="T43" fmla="*/ 49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9" h="312">
                  <a:moveTo>
                    <a:pt x="70" y="49"/>
                  </a:moveTo>
                  <a:cubicBezTo>
                    <a:pt x="62" y="50"/>
                    <a:pt x="55" y="51"/>
                    <a:pt x="53" y="51"/>
                  </a:cubicBezTo>
                  <a:cubicBezTo>
                    <a:pt x="53" y="51"/>
                    <a:pt x="53" y="51"/>
                    <a:pt x="52" y="51"/>
                  </a:cubicBezTo>
                  <a:cubicBezTo>
                    <a:pt x="44" y="51"/>
                    <a:pt x="37" y="44"/>
                    <a:pt x="36" y="35"/>
                  </a:cubicBezTo>
                  <a:cubicBezTo>
                    <a:pt x="36" y="26"/>
                    <a:pt x="42" y="19"/>
                    <a:pt x="51" y="18"/>
                  </a:cubicBezTo>
                  <a:cubicBezTo>
                    <a:pt x="52" y="18"/>
                    <a:pt x="52" y="18"/>
                    <a:pt x="52" y="18"/>
                  </a:cubicBezTo>
                  <a:cubicBezTo>
                    <a:pt x="53" y="18"/>
                    <a:pt x="53" y="18"/>
                    <a:pt x="55" y="18"/>
                  </a:cubicBezTo>
                  <a:cubicBezTo>
                    <a:pt x="57" y="18"/>
                    <a:pt x="59" y="17"/>
                    <a:pt x="62" y="17"/>
                  </a:cubicBezTo>
                  <a:cubicBezTo>
                    <a:pt x="64" y="17"/>
                    <a:pt x="67" y="16"/>
                    <a:pt x="70" y="15"/>
                  </a:cubicBezTo>
                  <a:cubicBezTo>
                    <a:pt x="67" y="9"/>
                    <a:pt x="62" y="5"/>
                    <a:pt x="56" y="3"/>
                  </a:cubicBezTo>
                  <a:cubicBezTo>
                    <a:pt x="42" y="0"/>
                    <a:pt x="22" y="7"/>
                    <a:pt x="14" y="31"/>
                  </a:cubicBezTo>
                  <a:cubicBezTo>
                    <a:pt x="3" y="64"/>
                    <a:pt x="0" y="86"/>
                    <a:pt x="5" y="122"/>
                  </a:cubicBezTo>
                  <a:cubicBezTo>
                    <a:pt x="8" y="141"/>
                    <a:pt x="19" y="148"/>
                    <a:pt x="30" y="150"/>
                  </a:cubicBezTo>
                  <a:cubicBezTo>
                    <a:pt x="33" y="163"/>
                    <a:pt x="38" y="184"/>
                    <a:pt x="38" y="209"/>
                  </a:cubicBezTo>
                  <a:cubicBezTo>
                    <a:pt x="38" y="232"/>
                    <a:pt x="34" y="257"/>
                    <a:pt x="24" y="284"/>
                  </a:cubicBezTo>
                  <a:cubicBezTo>
                    <a:pt x="20" y="295"/>
                    <a:pt x="26" y="307"/>
                    <a:pt x="36" y="311"/>
                  </a:cubicBezTo>
                  <a:cubicBezTo>
                    <a:pt x="39" y="312"/>
                    <a:pt x="41" y="312"/>
                    <a:pt x="43" y="312"/>
                  </a:cubicBezTo>
                  <a:cubicBezTo>
                    <a:pt x="52" y="312"/>
                    <a:pt x="60" y="307"/>
                    <a:pt x="63" y="299"/>
                  </a:cubicBezTo>
                  <a:cubicBezTo>
                    <a:pt x="75" y="267"/>
                    <a:pt x="79" y="236"/>
                    <a:pt x="79" y="209"/>
                  </a:cubicBezTo>
                  <a:cubicBezTo>
                    <a:pt x="78" y="157"/>
                    <a:pt x="63" y="121"/>
                    <a:pt x="62" y="119"/>
                  </a:cubicBezTo>
                  <a:cubicBezTo>
                    <a:pt x="62" y="119"/>
                    <a:pt x="62" y="119"/>
                    <a:pt x="62" y="119"/>
                  </a:cubicBezTo>
                  <a:cubicBezTo>
                    <a:pt x="61" y="95"/>
                    <a:pt x="66" y="69"/>
                    <a:pt x="70"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9"/>
            <p:cNvSpPr>
              <a:spLocks noEditPoints="1"/>
            </p:cNvSpPr>
            <p:nvPr/>
          </p:nvSpPr>
          <p:spPr bwMode="auto">
            <a:xfrm>
              <a:off x="2040578" y="962476"/>
              <a:ext cx="682625" cy="1778000"/>
            </a:xfrm>
            <a:custGeom>
              <a:avLst/>
              <a:gdLst>
                <a:gd name="T0" fmla="*/ 41 w 182"/>
                <a:gd name="T1" fmla="*/ 111 h 473"/>
                <a:gd name="T2" fmla="*/ 47 w 182"/>
                <a:gd name="T3" fmla="*/ 112 h 473"/>
                <a:gd name="T4" fmla="*/ 47 w 182"/>
                <a:gd name="T5" fmla="*/ 93 h 473"/>
                <a:gd name="T6" fmla="*/ 21 w 182"/>
                <a:gd name="T7" fmla="*/ 110 h 473"/>
                <a:gd name="T8" fmla="*/ 15 w 182"/>
                <a:gd name="T9" fmla="*/ 101 h 473"/>
                <a:gd name="T10" fmla="*/ 47 w 182"/>
                <a:gd name="T11" fmla="*/ 79 h 473"/>
                <a:gd name="T12" fmla="*/ 47 w 182"/>
                <a:gd name="T13" fmla="*/ 68 h 473"/>
                <a:gd name="T14" fmla="*/ 50 w 182"/>
                <a:gd name="T15" fmla="*/ 68 h 473"/>
                <a:gd name="T16" fmla="*/ 50 w 182"/>
                <a:gd name="T17" fmla="*/ 402 h 473"/>
                <a:gd name="T18" fmla="*/ 37 w 182"/>
                <a:gd name="T19" fmla="*/ 402 h 473"/>
                <a:gd name="T20" fmla="*/ 37 w 182"/>
                <a:gd name="T21" fmla="*/ 473 h 473"/>
                <a:gd name="T22" fmla="*/ 169 w 182"/>
                <a:gd name="T23" fmla="*/ 473 h 473"/>
                <a:gd name="T24" fmla="*/ 169 w 182"/>
                <a:gd name="T25" fmla="*/ 402 h 473"/>
                <a:gd name="T26" fmla="*/ 156 w 182"/>
                <a:gd name="T27" fmla="*/ 402 h 473"/>
                <a:gd name="T28" fmla="*/ 156 w 182"/>
                <a:gd name="T29" fmla="*/ 68 h 473"/>
                <a:gd name="T30" fmla="*/ 159 w 182"/>
                <a:gd name="T31" fmla="*/ 68 h 473"/>
                <a:gd name="T32" fmla="*/ 176 w 182"/>
                <a:gd name="T33" fmla="*/ 68 h 473"/>
                <a:gd name="T34" fmla="*/ 182 w 182"/>
                <a:gd name="T35" fmla="*/ 68 h 473"/>
                <a:gd name="T36" fmla="*/ 182 w 182"/>
                <a:gd name="T37" fmla="*/ 63 h 473"/>
                <a:gd name="T38" fmla="*/ 182 w 182"/>
                <a:gd name="T39" fmla="*/ 24 h 473"/>
                <a:gd name="T40" fmla="*/ 182 w 182"/>
                <a:gd name="T41" fmla="*/ 19 h 473"/>
                <a:gd name="T42" fmla="*/ 176 w 182"/>
                <a:gd name="T43" fmla="*/ 19 h 473"/>
                <a:gd name="T44" fmla="*/ 172 w 182"/>
                <a:gd name="T45" fmla="*/ 19 h 473"/>
                <a:gd name="T46" fmla="*/ 169 w 182"/>
                <a:gd name="T47" fmla="*/ 19 h 473"/>
                <a:gd name="T48" fmla="*/ 169 w 182"/>
                <a:gd name="T49" fmla="*/ 0 h 473"/>
                <a:gd name="T50" fmla="*/ 37 w 182"/>
                <a:gd name="T51" fmla="*/ 0 h 473"/>
                <a:gd name="T52" fmla="*/ 37 w 182"/>
                <a:gd name="T53" fmla="*/ 19 h 473"/>
                <a:gd name="T54" fmla="*/ 34 w 182"/>
                <a:gd name="T55" fmla="*/ 19 h 473"/>
                <a:gd name="T56" fmla="*/ 30 w 182"/>
                <a:gd name="T57" fmla="*/ 19 h 473"/>
                <a:gd name="T58" fmla="*/ 24 w 182"/>
                <a:gd name="T59" fmla="*/ 19 h 473"/>
                <a:gd name="T60" fmla="*/ 24 w 182"/>
                <a:gd name="T61" fmla="*/ 24 h 473"/>
                <a:gd name="T62" fmla="*/ 24 w 182"/>
                <a:gd name="T63" fmla="*/ 63 h 473"/>
                <a:gd name="T64" fmla="*/ 24 w 182"/>
                <a:gd name="T65" fmla="*/ 68 h 473"/>
                <a:gd name="T66" fmla="*/ 30 w 182"/>
                <a:gd name="T67" fmla="*/ 68 h 473"/>
                <a:gd name="T68" fmla="*/ 38 w 182"/>
                <a:gd name="T69" fmla="*/ 68 h 473"/>
                <a:gd name="T70" fmla="*/ 0 w 182"/>
                <a:gd name="T71" fmla="*/ 94 h 473"/>
                <a:gd name="T72" fmla="*/ 22 w 182"/>
                <a:gd name="T73" fmla="*/ 127 h 473"/>
                <a:gd name="T74" fmla="*/ 27 w 182"/>
                <a:gd name="T75" fmla="*/ 119 h 473"/>
                <a:gd name="T76" fmla="*/ 41 w 182"/>
                <a:gd name="T77" fmla="*/ 111 h 473"/>
                <a:gd name="T78" fmla="*/ 30 w 182"/>
                <a:gd name="T79" fmla="*/ 63 h 473"/>
                <a:gd name="T80" fmla="*/ 30 w 182"/>
                <a:gd name="T81" fmla="*/ 24 h 473"/>
                <a:gd name="T82" fmla="*/ 176 w 182"/>
                <a:gd name="T83" fmla="*/ 24 h 473"/>
                <a:gd name="T84" fmla="*/ 176 w 182"/>
                <a:gd name="T85" fmla="*/ 63 h 473"/>
                <a:gd name="T86" fmla="*/ 30 w 182"/>
                <a:gd name="T87" fmla="*/ 63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2" h="473">
                  <a:moveTo>
                    <a:pt x="41" y="111"/>
                  </a:moveTo>
                  <a:cubicBezTo>
                    <a:pt x="43" y="111"/>
                    <a:pt x="45" y="111"/>
                    <a:pt x="47" y="112"/>
                  </a:cubicBezTo>
                  <a:cubicBezTo>
                    <a:pt x="47" y="93"/>
                    <a:pt x="47" y="93"/>
                    <a:pt x="47" y="93"/>
                  </a:cubicBezTo>
                  <a:cubicBezTo>
                    <a:pt x="21" y="110"/>
                    <a:pt x="21" y="110"/>
                    <a:pt x="21" y="110"/>
                  </a:cubicBezTo>
                  <a:cubicBezTo>
                    <a:pt x="15" y="101"/>
                    <a:pt x="15" y="101"/>
                    <a:pt x="15" y="101"/>
                  </a:cubicBezTo>
                  <a:cubicBezTo>
                    <a:pt x="47" y="79"/>
                    <a:pt x="47" y="79"/>
                    <a:pt x="47" y="79"/>
                  </a:cubicBezTo>
                  <a:cubicBezTo>
                    <a:pt x="47" y="68"/>
                    <a:pt x="47" y="68"/>
                    <a:pt x="47" y="68"/>
                  </a:cubicBezTo>
                  <a:cubicBezTo>
                    <a:pt x="50" y="68"/>
                    <a:pt x="50" y="68"/>
                    <a:pt x="50" y="68"/>
                  </a:cubicBezTo>
                  <a:cubicBezTo>
                    <a:pt x="50" y="402"/>
                    <a:pt x="50" y="402"/>
                    <a:pt x="50" y="402"/>
                  </a:cubicBezTo>
                  <a:cubicBezTo>
                    <a:pt x="37" y="402"/>
                    <a:pt x="37" y="402"/>
                    <a:pt x="37" y="402"/>
                  </a:cubicBezTo>
                  <a:cubicBezTo>
                    <a:pt x="37" y="473"/>
                    <a:pt x="37" y="473"/>
                    <a:pt x="37" y="473"/>
                  </a:cubicBezTo>
                  <a:cubicBezTo>
                    <a:pt x="169" y="473"/>
                    <a:pt x="169" y="473"/>
                    <a:pt x="169" y="473"/>
                  </a:cubicBezTo>
                  <a:cubicBezTo>
                    <a:pt x="169" y="402"/>
                    <a:pt x="169" y="402"/>
                    <a:pt x="169" y="402"/>
                  </a:cubicBezTo>
                  <a:cubicBezTo>
                    <a:pt x="156" y="402"/>
                    <a:pt x="156" y="402"/>
                    <a:pt x="156" y="402"/>
                  </a:cubicBezTo>
                  <a:cubicBezTo>
                    <a:pt x="156" y="68"/>
                    <a:pt x="156" y="68"/>
                    <a:pt x="156" y="68"/>
                  </a:cubicBezTo>
                  <a:cubicBezTo>
                    <a:pt x="159" y="68"/>
                    <a:pt x="159" y="68"/>
                    <a:pt x="159" y="68"/>
                  </a:cubicBezTo>
                  <a:cubicBezTo>
                    <a:pt x="176" y="68"/>
                    <a:pt x="176" y="68"/>
                    <a:pt x="176" y="68"/>
                  </a:cubicBezTo>
                  <a:cubicBezTo>
                    <a:pt x="182" y="68"/>
                    <a:pt x="182" y="68"/>
                    <a:pt x="182" y="68"/>
                  </a:cubicBezTo>
                  <a:cubicBezTo>
                    <a:pt x="182" y="63"/>
                    <a:pt x="182" y="63"/>
                    <a:pt x="182" y="63"/>
                  </a:cubicBezTo>
                  <a:cubicBezTo>
                    <a:pt x="182" y="24"/>
                    <a:pt x="182" y="24"/>
                    <a:pt x="182" y="24"/>
                  </a:cubicBezTo>
                  <a:cubicBezTo>
                    <a:pt x="182" y="19"/>
                    <a:pt x="182" y="19"/>
                    <a:pt x="182" y="19"/>
                  </a:cubicBezTo>
                  <a:cubicBezTo>
                    <a:pt x="176" y="19"/>
                    <a:pt x="176" y="19"/>
                    <a:pt x="176" y="19"/>
                  </a:cubicBezTo>
                  <a:cubicBezTo>
                    <a:pt x="172" y="19"/>
                    <a:pt x="172" y="19"/>
                    <a:pt x="172" y="19"/>
                  </a:cubicBezTo>
                  <a:cubicBezTo>
                    <a:pt x="169" y="19"/>
                    <a:pt x="169" y="19"/>
                    <a:pt x="169" y="19"/>
                  </a:cubicBezTo>
                  <a:cubicBezTo>
                    <a:pt x="169" y="0"/>
                    <a:pt x="169" y="0"/>
                    <a:pt x="169" y="0"/>
                  </a:cubicBezTo>
                  <a:cubicBezTo>
                    <a:pt x="37" y="0"/>
                    <a:pt x="37" y="0"/>
                    <a:pt x="37" y="0"/>
                  </a:cubicBezTo>
                  <a:cubicBezTo>
                    <a:pt x="37" y="19"/>
                    <a:pt x="37" y="19"/>
                    <a:pt x="37" y="19"/>
                  </a:cubicBezTo>
                  <a:cubicBezTo>
                    <a:pt x="34" y="19"/>
                    <a:pt x="34" y="19"/>
                    <a:pt x="34" y="19"/>
                  </a:cubicBezTo>
                  <a:cubicBezTo>
                    <a:pt x="30" y="19"/>
                    <a:pt x="30" y="19"/>
                    <a:pt x="30" y="19"/>
                  </a:cubicBezTo>
                  <a:cubicBezTo>
                    <a:pt x="24" y="19"/>
                    <a:pt x="24" y="19"/>
                    <a:pt x="24" y="19"/>
                  </a:cubicBezTo>
                  <a:cubicBezTo>
                    <a:pt x="24" y="24"/>
                    <a:pt x="24" y="24"/>
                    <a:pt x="24" y="24"/>
                  </a:cubicBezTo>
                  <a:cubicBezTo>
                    <a:pt x="24" y="63"/>
                    <a:pt x="24" y="63"/>
                    <a:pt x="24" y="63"/>
                  </a:cubicBezTo>
                  <a:cubicBezTo>
                    <a:pt x="24" y="68"/>
                    <a:pt x="24" y="68"/>
                    <a:pt x="24" y="68"/>
                  </a:cubicBezTo>
                  <a:cubicBezTo>
                    <a:pt x="30" y="68"/>
                    <a:pt x="30" y="68"/>
                    <a:pt x="30" y="68"/>
                  </a:cubicBezTo>
                  <a:cubicBezTo>
                    <a:pt x="38" y="68"/>
                    <a:pt x="38" y="68"/>
                    <a:pt x="38" y="68"/>
                  </a:cubicBezTo>
                  <a:cubicBezTo>
                    <a:pt x="0" y="94"/>
                    <a:pt x="0" y="94"/>
                    <a:pt x="0" y="94"/>
                  </a:cubicBezTo>
                  <a:cubicBezTo>
                    <a:pt x="22" y="127"/>
                    <a:pt x="22" y="127"/>
                    <a:pt x="22" y="127"/>
                  </a:cubicBezTo>
                  <a:cubicBezTo>
                    <a:pt x="24" y="124"/>
                    <a:pt x="25" y="122"/>
                    <a:pt x="27" y="119"/>
                  </a:cubicBezTo>
                  <a:cubicBezTo>
                    <a:pt x="30" y="114"/>
                    <a:pt x="35" y="111"/>
                    <a:pt x="41" y="111"/>
                  </a:cubicBezTo>
                  <a:close/>
                  <a:moveTo>
                    <a:pt x="30" y="63"/>
                  </a:moveTo>
                  <a:cubicBezTo>
                    <a:pt x="30" y="24"/>
                    <a:pt x="30" y="24"/>
                    <a:pt x="30" y="24"/>
                  </a:cubicBezTo>
                  <a:cubicBezTo>
                    <a:pt x="176" y="24"/>
                    <a:pt x="176" y="24"/>
                    <a:pt x="176" y="24"/>
                  </a:cubicBezTo>
                  <a:cubicBezTo>
                    <a:pt x="176" y="63"/>
                    <a:pt x="176" y="63"/>
                    <a:pt x="176" y="63"/>
                  </a:cubicBezTo>
                  <a:lnTo>
                    <a:pt x="30" y="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20"/>
            <p:cNvSpPr>
              <a:spLocks/>
            </p:cNvSpPr>
            <p:nvPr/>
          </p:nvSpPr>
          <p:spPr bwMode="auto">
            <a:xfrm>
              <a:off x="2197740" y="1519689"/>
              <a:ext cx="19050" cy="52388"/>
            </a:xfrm>
            <a:custGeom>
              <a:avLst/>
              <a:gdLst>
                <a:gd name="T0" fmla="*/ 0 w 5"/>
                <a:gd name="T1" fmla="*/ 8 h 14"/>
                <a:gd name="T2" fmla="*/ 3 w 5"/>
                <a:gd name="T3" fmla="*/ 14 h 14"/>
                <a:gd name="T4" fmla="*/ 5 w 5"/>
                <a:gd name="T5" fmla="*/ 13 h 14"/>
                <a:gd name="T6" fmla="*/ 5 w 5"/>
                <a:gd name="T7" fmla="*/ 0 h 14"/>
                <a:gd name="T8" fmla="*/ 0 w 5"/>
                <a:gd name="T9" fmla="*/ 8 h 14"/>
              </a:gdLst>
              <a:ahLst/>
              <a:cxnLst>
                <a:cxn ang="0">
                  <a:pos x="T0" y="T1"/>
                </a:cxn>
                <a:cxn ang="0">
                  <a:pos x="T2" y="T3"/>
                </a:cxn>
                <a:cxn ang="0">
                  <a:pos x="T4" y="T5"/>
                </a:cxn>
                <a:cxn ang="0">
                  <a:pos x="T6" y="T7"/>
                </a:cxn>
                <a:cxn ang="0">
                  <a:pos x="T8" y="T9"/>
                </a:cxn>
              </a:cxnLst>
              <a:rect l="0" t="0" r="r" b="b"/>
              <a:pathLst>
                <a:path w="5" h="14">
                  <a:moveTo>
                    <a:pt x="0" y="8"/>
                  </a:moveTo>
                  <a:cubicBezTo>
                    <a:pt x="3" y="14"/>
                    <a:pt x="3" y="14"/>
                    <a:pt x="3" y="14"/>
                  </a:cubicBezTo>
                  <a:cubicBezTo>
                    <a:pt x="5" y="13"/>
                    <a:pt x="5" y="13"/>
                    <a:pt x="5" y="13"/>
                  </a:cubicBezTo>
                  <a:cubicBezTo>
                    <a:pt x="5" y="0"/>
                    <a:pt x="5" y="0"/>
                    <a:pt x="5" y="0"/>
                  </a:cubicBezTo>
                  <a:cubicBezTo>
                    <a:pt x="3" y="3"/>
                    <a:pt x="1" y="6"/>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21"/>
            <p:cNvSpPr>
              <a:spLocks/>
            </p:cNvSpPr>
            <p:nvPr/>
          </p:nvSpPr>
          <p:spPr bwMode="auto">
            <a:xfrm>
              <a:off x="1743715" y="1383164"/>
              <a:ext cx="473075" cy="373063"/>
            </a:xfrm>
            <a:custGeom>
              <a:avLst/>
              <a:gdLst>
                <a:gd name="T0" fmla="*/ 13 w 126"/>
                <a:gd name="T1" fmla="*/ 73 h 99"/>
                <a:gd name="T2" fmla="*/ 13 w 126"/>
                <a:gd name="T3" fmla="*/ 73 h 99"/>
                <a:gd name="T4" fmla="*/ 0 w 126"/>
                <a:gd name="T5" fmla="*/ 87 h 99"/>
                <a:gd name="T6" fmla="*/ 13 w 126"/>
                <a:gd name="T7" fmla="*/ 99 h 99"/>
                <a:gd name="T8" fmla="*/ 14 w 126"/>
                <a:gd name="T9" fmla="*/ 99 h 99"/>
                <a:gd name="T10" fmla="*/ 14 w 126"/>
                <a:gd name="T11" fmla="*/ 99 h 99"/>
                <a:gd name="T12" fmla="*/ 58 w 126"/>
                <a:gd name="T13" fmla="*/ 89 h 99"/>
                <a:gd name="T14" fmla="*/ 126 w 126"/>
                <a:gd name="T15" fmla="*/ 30 h 99"/>
                <a:gd name="T16" fmla="*/ 126 w 126"/>
                <a:gd name="T17" fmla="*/ 3 h 99"/>
                <a:gd name="T18" fmla="*/ 109 w 126"/>
                <a:gd name="T19" fmla="*/ 9 h 99"/>
                <a:gd name="T20" fmla="*/ 47 w 126"/>
                <a:gd name="T21" fmla="*/ 65 h 99"/>
                <a:gd name="T22" fmla="*/ 23 w 126"/>
                <a:gd name="T23" fmla="*/ 72 h 99"/>
                <a:gd name="T24" fmla="*/ 16 w 126"/>
                <a:gd name="T25" fmla="*/ 73 h 99"/>
                <a:gd name="T26" fmla="*/ 13 w 126"/>
                <a:gd name="T27" fmla="*/ 73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6" h="99">
                  <a:moveTo>
                    <a:pt x="13" y="73"/>
                  </a:moveTo>
                  <a:cubicBezTo>
                    <a:pt x="13" y="73"/>
                    <a:pt x="13" y="73"/>
                    <a:pt x="13" y="73"/>
                  </a:cubicBezTo>
                  <a:cubicBezTo>
                    <a:pt x="5" y="74"/>
                    <a:pt x="0" y="80"/>
                    <a:pt x="0" y="87"/>
                  </a:cubicBezTo>
                  <a:cubicBezTo>
                    <a:pt x="1" y="94"/>
                    <a:pt x="6" y="99"/>
                    <a:pt x="13" y="99"/>
                  </a:cubicBezTo>
                  <a:cubicBezTo>
                    <a:pt x="14" y="99"/>
                    <a:pt x="14" y="99"/>
                    <a:pt x="14" y="99"/>
                  </a:cubicBezTo>
                  <a:cubicBezTo>
                    <a:pt x="14" y="99"/>
                    <a:pt x="14" y="99"/>
                    <a:pt x="14" y="99"/>
                  </a:cubicBezTo>
                  <a:cubicBezTo>
                    <a:pt x="17" y="99"/>
                    <a:pt x="35" y="99"/>
                    <a:pt x="58" y="89"/>
                  </a:cubicBezTo>
                  <a:cubicBezTo>
                    <a:pt x="79" y="80"/>
                    <a:pt x="105" y="63"/>
                    <a:pt x="126" y="30"/>
                  </a:cubicBezTo>
                  <a:cubicBezTo>
                    <a:pt x="126" y="3"/>
                    <a:pt x="126" y="3"/>
                    <a:pt x="126" y="3"/>
                  </a:cubicBezTo>
                  <a:cubicBezTo>
                    <a:pt x="120" y="0"/>
                    <a:pt x="112" y="2"/>
                    <a:pt x="109" y="9"/>
                  </a:cubicBezTo>
                  <a:cubicBezTo>
                    <a:pt x="90" y="41"/>
                    <a:pt x="67" y="57"/>
                    <a:pt x="47" y="65"/>
                  </a:cubicBezTo>
                  <a:cubicBezTo>
                    <a:pt x="38" y="69"/>
                    <a:pt x="29" y="71"/>
                    <a:pt x="23" y="72"/>
                  </a:cubicBezTo>
                  <a:cubicBezTo>
                    <a:pt x="20" y="73"/>
                    <a:pt x="18" y="73"/>
                    <a:pt x="16" y="73"/>
                  </a:cubicBezTo>
                  <a:cubicBezTo>
                    <a:pt x="14" y="73"/>
                    <a:pt x="13" y="73"/>
                    <a:pt x="13"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22"/>
            <p:cNvSpPr>
              <a:spLocks noEditPoints="1"/>
            </p:cNvSpPr>
            <p:nvPr/>
          </p:nvSpPr>
          <p:spPr bwMode="auto">
            <a:xfrm>
              <a:off x="2261240" y="1099001"/>
              <a:ext cx="49213" cy="55563"/>
            </a:xfrm>
            <a:custGeom>
              <a:avLst/>
              <a:gdLst>
                <a:gd name="T0" fmla="*/ 9 w 13"/>
                <a:gd name="T1" fmla="*/ 15 h 15"/>
                <a:gd name="T2" fmla="*/ 11 w 13"/>
                <a:gd name="T3" fmla="*/ 14 h 15"/>
                <a:gd name="T4" fmla="*/ 12 w 13"/>
                <a:gd name="T5" fmla="*/ 13 h 15"/>
                <a:gd name="T6" fmla="*/ 13 w 13"/>
                <a:gd name="T7" fmla="*/ 11 h 15"/>
                <a:gd name="T8" fmla="*/ 12 w 13"/>
                <a:gd name="T9" fmla="*/ 9 h 15"/>
                <a:gd name="T10" fmla="*/ 10 w 13"/>
                <a:gd name="T11" fmla="*/ 7 h 15"/>
                <a:gd name="T12" fmla="*/ 11 w 13"/>
                <a:gd name="T13" fmla="*/ 6 h 15"/>
                <a:gd name="T14" fmla="*/ 12 w 13"/>
                <a:gd name="T15" fmla="*/ 4 h 15"/>
                <a:gd name="T16" fmla="*/ 11 w 13"/>
                <a:gd name="T17" fmla="*/ 2 h 15"/>
                <a:gd name="T18" fmla="*/ 10 w 13"/>
                <a:gd name="T19" fmla="*/ 1 h 15"/>
                <a:gd name="T20" fmla="*/ 9 w 13"/>
                <a:gd name="T21" fmla="*/ 0 h 15"/>
                <a:gd name="T22" fmla="*/ 6 w 13"/>
                <a:gd name="T23" fmla="*/ 0 h 15"/>
                <a:gd name="T24" fmla="*/ 0 w 13"/>
                <a:gd name="T25" fmla="*/ 0 h 15"/>
                <a:gd name="T26" fmla="*/ 0 w 13"/>
                <a:gd name="T27" fmla="*/ 15 h 15"/>
                <a:gd name="T28" fmla="*/ 5 w 13"/>
                <a:gd name="T29" fmla="*/ 15 h 15"/>
                <a:gd name="T30" fmla="*/ 9 w 13"/>
                <a:gd name="T31" fmla="*/ 15 h 15"/>
                <a:gd name="T32" fmla="*/ 3 w 13"/>
                <a:gd name="T33" fmla="*/ 3 h 15"/>
                <a:gd name="T34" fmla="*/ 5 w 13"/>
                <a:gd name="T35" fmla="*/ 3 h 15"/>
                <a:gd name="T36" fmla="*/ 7 w 13"/>
                <a:gd name="T37" fmla="*/ 3 h 15"/>
                <a:gd name="T38" fmla="*/ 9 w 13"/>
                <a:gd name="T39" fmla="*/ 3 h 15"/>
                <a:gd name="T40" fmla="*/ 9 w 13"/>
                <a:gd name="T41" fmla="*/ 4 h 15"/>
                <a:gd name="T42" fmla="*/ 8 w 13"/>
                <a:gd name="T43" fmla="*/ 6 h 15"/>
                <a:gd name="T44" fmla="*/ 7 w 13"/>
                <a:gd name="T45" fmla="*/ 6 h 15"/>
                <a:gd name="T46" fmla="*/ 5 w 13"/>
                <a:gd name="T47" fmla="*/ 6 h 15"/>
                <a:gd name="T48" fmla="*/ 3 w 13"/>
                <a:gd name="T49" fmla="*/ 6 h 15"/>
                <a:gd name="T50" fmla="*/ 3 w 13"/>
                <a:gd name="T51" fmla="*/ 3 h 15"/>
                <a:gd name="T52" fmla="*/ 3 w 13"/>
                <a:gd name="T53" fmla="*/ 9 h 15"/>
                <a:gd name="T54" fmla="*/ 6 w 13"/>
                <a:gd name="T55" fmla="*/ 9 h 15"/>
                <a:gd name="T56" fmla="*/ 8 w 13"/>
                <a:gd name="T57" fmla="*/ 9 h 15"/>
                <a:gd name="T58" fmla="*/ 9 w 13"/>
                <a:gd name="T59" fmla="*/ 10 h 15"/>
                <a:gd name="T60" fmla="*/ 9 w 13"/>
                <a:gd name="T61" fmla="*/ 11 h 15"/>
                <a:gd name="T62" fmla="*/ 9 w 13"/>
                <a:gd name="T63" fmla="*/ 12 h 15"/>
                <a:gd name="T64" fmla="*/ 8 w 13"/>
                <a:gd name="T65" fmla="*/ 13 h 15"/>
                <a:gd name="T66" fmla="*/ 6 w 13"/>
                <a:gd name="T67" fmla="*/ 13 h 15"/>
                <a:gd name="T68" fmla="*/ 3 w 13"/>
                <a:gd name="T69" fmla="*/ 13 h 15"/>
                <a:gd name="T70" fmla="*/ 3 w 13"/>
                <a:gd name="T71"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 h="15">
                  <a:moveTo>
                    <a:pt x="9" y="15"/>
                  </a:moveTo>
                  <a:cubicBezTo>
                    <a:pt x="10" y="15"/>
                    <a:pt x="10" y="15"/>
                    <a:pt x="11" y="14"/>
                  </a:cubicBezTo>
                  <a:cubicBezTo>
                    <a:pt x="11" y="14"/>
                    <a:pt x="12" y="13"/>
                    <a:pt x="12" y="13"/>
                  </a:cubicBezTo>
                  <a:cubicBezTo>
                    <a:pt x="12" y="12"/>
                    <a:pt x="13" y="11"/>
                    <a:pt x="13" y="11"/>
                  </a:cubicBezTo>
                  <a:cubicBezTo>
                    <a:pt x="13" y="10"/>
                    <a:pt x="12" y="9"/>
                    <a:pt x="12" y="9"/>
                  </a:cubicBezTo>
                  <a:cubicBezTo>
                    <a:pt x="11" y="8"/>
                    <a:pt x="11" y="7"/>
                    <a:pt x="10" y="7"/>
                  </a:cubicBezTo>
                  <a:cubicBezTo>
                    <a:pt x="10" y="7"/>
                    <a:pt x="11" y="6"/>
                    <a:pt x="11" y="6"/>
                  </a:cubicBezTo>
                  <a:cubicBezTo>
                    <a:pt x="12" y="5"/>
                    <a:pt x="12" y="5"/>
                    <a:pt x="12" y="4"/>
                  </a:cubicBezTo>
                  <a:cubicBezTo>
                    <a:pt x="12" y="3"/>
                    <a:pt x="12" y="3"/>
                    <a:pt x="11" y="2"/>
                  </a:cubicBezTo>
                  <a:cubicBezTo>
                    <a:pt x="11" y="2"/>
                    <a:pt x="11" y="1"/>
                    <a:pt x="10" y="1"/>
                  </a:cubicBezTo>
                  <a:cubicBezTo>
                    <a:pt x="10" y="1"/>
                    <a:pt x="9" y="0"/>
                    <a:pt x="9" y="0"/>
                  </a:cubicBezTo>
                  <a:cubicBezTo>
                    <a:pt x="8" y="0"/>
                    <a:pt x="7" y="0"/>
                    <a:pt x="6" y="0"/>
                  </a:cubicBezTo>
                  <a:cubicBezTo>
                    <a:pt x="0" y="0"/>
                    <a:pt x="0" y="0"/>
                    <a:pt x="0" y="0"/>
                  </a:cubicBezTo>
                  <a:cubicBezTo>
                    <a:pt x="0" y="15"/>
                    <a:pt x="0" y="15"/>
                    <a:pt x="0" y="15"/>
                  </a:cubicBezTo>
                  <a:cubicBezTo>
                    <a:pt x="5" y="15"/>
                    <a:pt x="5" y="15"/>
                    <a:pt x="5" y="15"/>
                  </a:cubicBezTo>
                  <a:cubicBezTo>
                    <a:pt x="7" y="15"/>
                    <a:pt x="8" y="15"/>
                    <a:pt x="9" y="15"/>
                  </a:cubicBezTo>
                  <a:close/>
                  <a:moveTo>
                    <a:pt x="3" y="3"/>
                  </a:moveTo>
                  <a:cubicBezTo>
                    <a:pt x="5" y="3"/>
                    <a:pt x="5" y="3"/>
                    <a:pt x="5" y="3"/>
                  </a:cubicBezTo>
                  <a:cubicBezTo>
                    <a:pt x="6" y="3"/>
                    <a:pt x="7" y="3"/>
                    <a:pt x="7" y="3"/>
                  </a:cubicBezTo>
                  <a:cubicBezTo>
                    <a:pt x="8" y="3"/>
                    <a:pt x="8" y="3"/>
                    <a:pt x="9" y="3"/>
                  </a:cubicBezTo>
                  <a:cubicBezTo>
                    <a:pt x="9" y="4"/>
                    <a:pt x="9" y="4"/>
                    <a:pt x="9" y="4"/>
                  </a:cubicBezTo>
                  <a:cubicBezTo>
                    <a:pt x="9" y="5"/>
                    <a:pt x="9" y="5"/>
                    <a:pt x="8" y="6"/>
                  </a:cubicBezTo>
                  <a:cubicBezTo>
                    <a:pt x="8" y="6"/>
                    <a:pt x="8" y="6"/>
                    <a:pt x="7" y="6"/>
                  </a:cubicBezTo>
                  <a:cubicBezTo>
                    <a:pt x="7" y="6"/>
                    <a:pt x="6" y="6"/>
                    <a:pt x="5" y="6"/>
                  </a:cubicBezTo>
                  <a:cubicBezTo>
                    <a:pt x="3" y="6"/>
                    <a:pt x="3" y="6"/>
                    <a:pt x="3" y="6"/>
                  </a:cubicBezTo>
                  <a:lnTo>
                    <a:pt x="3" y="3"/>
                  </a:lnTo>
                  <a:close/>
                  <a:moveTo>
                    <a:pt x="3" y="9"/>
                  </a:moveTo>
                  <a:cubicBezTo>
                    <a:pt x="6" y="9"/>
                    <a:pt x="6" y="9"/>
                    <a:pt x="6" y="9"/>
                  </a:cubicBezTo>
                  <a:cubicBezTo>
                    <a:pt x="7" y="9"/>
                    <a:pt x="8" y="9"/>
                    <a:pt x="8" y="9"/>
                  </a:cubicBezTo>
                  <a:cubicBezTo>
                    <a:pt x="9" y="9"/>
                    <a:pt x="9" y="9"/>
                    <a:pt x="9" y="10"/>
                  </a:cubicBezTo>
                  <a:cubicBezTo>
                    <a:pt x="9" y="10"/>
                    <a:pt x="9" y="10"/>
                    <a:pt x="9" y="11"/>
                  </a:cubicBezTo>
                  <a:cubicBezTo>
                    <a:pt x="9" y="11"/>
                    <a:pt x="9" y="12"/>
                    <a:pt x="9" y="12"/>
                  </a:cubicBezTo>
                  <a:cubicBezTo>
                    <a:pt x="9" y="12"/>
                    <a:pt x="8" y="12"/>
                    <a:pt x="8" y="13"/>
                  </a:cubicBezTo>
                  <a:cubicBezTo>
                    <a:pt x="8" y="13"/>
                    <a:pt x="7" y="13"/>
                    <a:pt x="6" y="13"/>
                  </a:cubicBezTo>
                  <a:cubicBezTo>
                    <a:pt x="3" y="13"/>
                    <a:pt x="3" y="13"/>
                    <a:pt x="3" y="13"/>
                  </a:cubicBezTo>
                  <a:lnTo>
                    <a:pt x="3"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Rectangle 23"/>
            <p:cNvSpPr>
              <a:spLocks noChangeArrowheads="1"/>
            </p:cNvSpPr>
            <p:nvPr/>
          </p:nvSpPr>
          <p:spPr bwMode="auto">
            <a:xfrm>
              <a:off x="2318390" y="1099001"/>
              <a:ext cx="11113" cy="555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24"/>
            <p:cNvSpPr>
              <a:spLocks noEditPoints="1"/>
            </p:cNvSpPr>
            <p:nvPr/>
          </p:nvSpPr>
          <p:spPr bwMode="auto">
            <a:xfrm>
              <a:off x="2337440" y="1099001"/>
              <a:ext cx="55563" cy="55563"/>
            </a:xfrm>
            <a:custGeom>
              <a:avLst/>
              <a:gdLst>
                <a:gd name="T0" fmla="*/ 8 w 15"/>
                <a:gd name="T1" fmla="*/ 15 h 15"/>
                <a:gd name="T2" fmla="*/ 13 w 15"/>
                <a:gd name="T3" fmla="*/ 13 h 15"/>
                <a:gd name="T4" fmla="*/ 15 w 15"/>
                <a:gd name="T5" fmla="*/ 8 h 15"/>
                <a:gd name="T6" fmla="*/ 13 w 15"/>
                <a:gd name="T7" fmla="*/ 2 h 15"/>
                <a:gd name="T8" fmla="*/ 8 w 15"/>
                <a:gd name="T9" fmla="*/ 0 h 15"/>
                <a:gd name="T10" fmla="*/ 4 w 15"/>
                <a:gd name="T11" fmla="*/ 1 h 15"/>
                <a:gd name="T12" fmla="*/ 2 w 15"/>
                <a:gd name="T13" fmla="*/ 2 h 15"/>
                <a:gd name="T14" fmla="*/ 1 w 15"/>
                <a:gd name="T15" fmla="*/ 4 h 15"/>
                <a:gd name="T16" fmla="*/ 0 w 15"/>
                <a:gd name="T17" fmla="*/ 8 h 15"/>
                <a:gd name="T18" fmla="*/ 2 w 15"/>
                <a:gd name="T19" fmla="*/ 13 h 15"/>
                <a:gd name="T20" fmla="*/ 8 w 15"/>
                <a:gd name="T21" fmla="*/ 15 h 15"/>
                <a:gd name="T22" fmla="*/ 5 w 15"/>
                <a:gd name="T23" fmla="*/ 4 h 15"/>
                <a:gd name="T24" fmla="*/ 8 w 15"/>
                <a:gd name="T25" fmla="*/ 3 h 15"/>
                <a:gd name="T26" fmla="*/ 11 w 15"/>
                <a:gd name="T27" fmla="*/ 4 h 15"/>
                <a:gd name="T28" fmla="*/ 12 w 15"/>
                <a:gd name="T29" fmla="*/ 8 h 15"/>
                <a:gd name="T30" fmla="*/ 11 w 15"/>
                <a:gd name="T31" fmla="*/ 12 h 15"/>
                <a:gd name="T32" fmla="*/ 8 w 15"/>
                <a:gd name="T33" fmla="*/ 13 h 15"/>
                <a:gd name="T34" fmla="*/ 5 w 15"/>
                <a:gd name="T35" fmla="*/ 11 h 15"/>
                <a:gd name="T36" fmla="*/ 3 w 15"/>
                <a:gd name="T37" fmla="*/ 8 h 15"/>
                <a:gd name="T38" fmla="*/ 5 w 15"/>
                <a:gd name="T39"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5">
                  <a:moveTo>
                    <a:pt x="8" y="15"/>
                  </a:moveTo>
                  <a:cubicBezTo>
                    <a:pt x="10" y="15"/>
                    <a:pt x="12" y="15"/>
                    <a:pt x="13" y="13"/>
                  </a:cubicBezTo>
                  <a:cubicBezTo>
                    <a:pt x="14" y="12"/>
                    <a:pt x="15" y="10"/>
                    <a:pt x="15" y="8"/>
                  </a:cubicBezTo>
                  <a:cubicBezTo>
                    <a:pt x="15" y="5"/>
                    <a:pt x="14" y="3"/>
                    <a:pt x="13" y="2"/>
                  </a:cubicBezTo>
                  <a:cubicBezTo>
                    <a:pt x="11" y="1"/>
                    <a:pt x="10" y="0"/>
                    <a:pt x="8" y="0"/>
                  </a:cubicBezTo>
                  <a:cubicBezTo>
                    <a:pt x="6" y="0"/>
                    <a:pt x="5" y="0"/>
                    <a:pt x="4" y="1"/>
                  </a:cubicBezTo>
                  <a:cubicBezTo>
                    <a:pt x="4" y="1"/>
                    <a:pt x="3" y="1"/>
                    <a:pt x="2" y="2"/>
                  </a:cubicBezTo>
                  <a:cubicBezTo>
                    <a:pt x="2" y="2"/>
                    <a:pt x="1" y="3"/>
                    <a:pt x="1" y="4"/>
                  </a:cubicBezTo>
                  <a:cubicBezTo>
                    <a:pt x="1" y="5"/>
                    <a:pt x="0" y="6"/>
                    <a:pt x="0" y="8"/>
                  </a:cubicBezTo>
                  <a:cubicBezTo>
                    <a:pt x="0" y="10"/>
                    <a:pt x="1" y="12"/>
                    <a:pt x="2" y="13"/>
                  </a:cubicBezTo>
                  <a:cubicBezTo>
                    <a:pt x="4" y="15"/>
                    <a:pt x="5" y="15"/>
                    <a:pt x="8" y="15"/>
                  </a:cubicBezTo>
                  <a:close/>
                  <a:moveTo>
                    <a:pt x="5" y="4"/>
                  </a:moveTo>
                  <a:cubicBezTo>
                    <a:pt x="5" y="3"/>
                    <a:pt x="6" y="3"/>
                    <a:pt x="8" y="3"/>
                  </a:cubicBezTo>
                  <a:cubicBezTo>
                    <a:pt x="9" y="3"/>
                    <a:pt x="10" y="3"/>
                    <a:pt x="11" y="4"/>
                  </a:cubicBezTo>
                  <a:cubicBezTo>
                    <a:pt x="11" y="5"/>
                    <a:pt x="12" y="6"/>
                    <a:pt x="12" y="8"/>
                  </a:cubicBezTo>
                  <a:cubicBezTo>
                    <a:pt x="12" y="9"/>
                    <a:pt x="11" y="11"/>
                    <a:pt x="11" y="12"/>
                  </a:cubicBezTo>
                  <a:cubicBezTo>
                    <a:pt x="10" y="12"/>
                    <a:pt x="9" y="13"/>
                    <a:pt x="8" y="13"/>
                  </a:cubicBezTo>
                  <a:cubicBezTo>
                    <a:pt x="6" y="13"/>
                    <a:pt x="5" y="12"/>
                    <a:pt x="5" y="11"/>
                  </a:cubicBezTo>
                  <a:cubicBezTo>
                    <a:pt x="4" y="11"/>
                    <a:pt x="3" y="9"/>
                    <a:pt x="3" y="8"/>
                  </a:cubicBezTo>
                  <a:cubicBezTo>
                    <a:pt x="3" y="6"/>
                    <a:pt x="4" y="5"/>
                    <a:pt x="5"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5"/>
            <p:cNvSpPr>
              <a:spLocks/>
            </p:cNvSpPr>
            <p:nvPr/>
          </p:nvSpPr>
          <p:spPr bwMode="auto">
            <a:xfrm>
              <a:off x="2400940" y="1099001"/>
              <a:ext cx="41275" cy="55563"/>
            </a:xfrm>
            <a:custGeom>
              <a:avLst/>
              <a:gdLst>
                <a:gd name="T0" fmla="*/ 26 w 26"/>
                <a:gd name="T1" fmla="*/ 30 h 35"/>
                <a:gd name="T2" fmla="*/ 7 w 26"/>
                <a:gd name="T3" fmla="*/ 30 h 35"/>
                <a:gd name="T4" fmla="*/ 7 w 26"/>
                <a:gd name="T5" fmla="*/ 0 h 35"/>
                <a:gd name="T6" fmla="*/ 0 w 26"/>
                <a:gd name="T7" fmla="*/ 0 h 35"/>
                <a:gd name="T8" fmla="*/ 0 w 26"/>
                <a:gd name="T9" fmla="*/ 35 h 35"/>
                <a:gd name="T10" fmla="*/ 26 w 26"/>
                <a:gd name="T11" fmla="*/ 35 h 35"/>
                <a:gd name="T12" fmla="*/ 26 w 26"/>
                <a:gd name="T13" fmla="*/ 30 h 35"/>
              </a:gdLst>
              <a:ahLst/>
              <a:cxnLst>
                <a:cxn ang="0">
                  <a:pos x="T0" y="T1"/>
                </a:cxn>
                <a:cxn ang="0">
                  <a:pos x="T2" y="T3"/>
                </a:cxn>
                <a:cxn ang="0">
                  <a:pos x="T4" y="T5"/>
                </a:cxn>
                <a:cxn ang="0">
                  <a:pos x="T6" y="T7"/>
                </a:cxn>
                <a:cxn ang="0">
                  <a:pos x="T8" y="T9"/>
                </a:cxn>
                <a:cxn ang="0">
                  <a:pos x="T10" y="T11"/>
                </a:cxn>
                <a:cxn ang="0">
                  <a:pos x="T12" y="T13"/>
                </a:cxn>
              </a:cxnLst>
              <a:rect l="0" t="0" r="r" b="b"/>
              <a:pathLst>
                <a:path w="26" h="35">
                  <a:moveTo>
                    <a:pt x="26" y="30"/>
                  </a:moveTo>
                  <a:lnTo>
                    <a:pt x="7" y="30"/>
                  </a:lnTo>
                  <a:lnTo>
                    <a:pt x="7" y="0"/>
                  </a:lnTo>
                  <a:lnTo>
                    <a:pt x="0" y="0"/>
                  </a:lnTo>
                  <a:lnTo>
                    <a:pt x="0" y="35"/>
                  </a:lnTo>
                  <a:lnTo>
                    <a:pt x="26" y="35"/>
                  </a:lnTo>
                  <a:lnTo>
                    <a:pt x="26"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26"/>
            <p:cNvSpPr>
              <a:spLocks noEditPoints="1"/>
            </p:cNvSpPr>
            <p:nvPr/>
          </p:nvSpPr>
          <p:spPr bwMode="auto">
            <a:xfrm>
              <a:off x="2445390" y="1099001"/>
              <a:ext cx="57150" cy="55563"/>
            </a:xfrm>
            <a:custGeom>
              <a:avLst/>
              <a:gdLst>
                <a:gd name="T0" fmla="*/ 8 w 15"/>
                <a:gd name="T1" fmla="*/ 15 h 15"/>
                <a:gd name="T2" fmla="*/ 13 w 15"/>
                <a:gd name="T3" fmla="*/ 13 h 15"/>
                <a:gd name="T4" fmla="*/ 15 w 15"/>
                <a:gd name="T5" fmla="*/ 8 h 15"/>
                <a:gd name="T6" fmla="*/ 13 w 15"/>
                <a:gd name="T7" fmla="*/ 2 h 15"/>
                <a:gd name="T8" fmla="*/ 7 w 15"/>
                <a:gd name="T9" fmla="*/ 0 h 15"/>
                <a:gd name="T10" fmla="*/ 4 w 15"/>
                <a:gd name="T11" fmla="*/ 1 h 15"/>
                <a:gd name="T12" fmla="*/ 2 w 15"/>
                <a:gd name="T13" fmla="*/ 2 h 15"/>
                <a:gd name="T14" fmla="*/ 1 w 15"/>
                <a:gd name="T15" fmla="*/ 4 h 15"/>
                <a:gd name="T16" fmla="*/ 0 w 15"/>
                <a:gd name="T17" fmla="*/ 8 h 15"/>
                <a:gd name="T18" fmla="*/ 2 w 15"/>
                <a:gd name="T19" fmla="*/ 13 h 15"/>
                <a:gd name="T20" fmla="*/ 8 w 15"/>
                <a:gd name="T21" fmla="*/ 15 h 15"/>
                <a:gd name="T22" fmla="*/ 5 w 15"/>
                <a:gd name="T23" fmla="*/ 4 h 15"/>
                <a:gd name="T24" fmla="*/ 8 w 15"/>
                <a:gd name="T25" fmla="*/ 3 h 15"/>
                <a:gd name="T26" fmla="*/ 11 w 15"/>
                <a:gd name="T27" fmla="*/ 4 h 15"/>
                <a:gd name="T28" fmla="*/ 12 w 15"/>
                <a:gd name="T29" fmla="*/ 8 h 15"/>
                <a:gd name="T30" fmla="*/ 10 w 15"/>
                <a:gd name="T31" fmla="*/ 12 h 15"/>
                <a:gd name="T32" fmla="*/ 8 w 15"/>
                <a:gd name="T33" fmla="*/ 13 h 15"/>
                <a:gd name="T34" fmla="*/ 5 w 15"/>
                <a:gd name="T35" fmla="*/ 11 h 15"/>
                <a:gd name="T36" fmla="*/ 3 w 15"/>
                <a:gd name="T37" fmla="*/ 8 h 15"/>
                <a:gd name="T38" fmla="*/ 5 w 15"/>
                <a:gd name="T39"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5">
                  <a:moveTo>
                    <a:pt x="8" y="15"/>
                  </a:moveTo>
                  <a:cubicBezTo>
                    <a:pt x="10" y="15"/>
                    <a:pt x="11" y="15"/>
                    <a:pt x="13" y="13"/>
                  </a:cubicBezTo>
                  <a:cubicBezTo>
                    <a:pt x="14" y="12"/>
                    <a:pt x="15" y="10"/>
                    <a:pt x="15" y="8"/>
                  </a:cubicBezTo>
                  <a:cubicBezTo>
                    <a:pt x="15" y="5"/>
                    <a:pt x="14" y="3"/>
                    <a:pt x="13" y="2"/>
                  </a:cubicBezTo>
                  <a:cubicBezTo>
                    <a:pt x="11" y="1"/>
                    <a:pt x="10" y="0"/>
                    <a:pt x="7" y="0"/>
                  </a:cubicBezTo>
                  <a:cubicBezTo>
                    <a:pt x="6" y="0"/>
                    <a:pt x="5" y="0"/>
                    <a:pt x="4" y="1"/>
                  </a:cubicBezTo>
                  <a:cubicBezTo>
                    <a:pt x="4" y="1"/>
                    <a:pt x="3" y="1"/>
                    <a:pt x="2" y="2"/>
                  </a:cubicBezTo>
                  <a:cubicBezTo>
                    <a:pt x="2" y="2"/>
                    <a:pt x="1" y="3"/>
                    <a:pt x="1" y="4"/>
                  </a:cubicBezTo>
                  <a:cubicBezTo>
                    <a:pt x="0" y="5"/>
                    <a:pt x="0" y="6"/>
                    <a:pt x="0" y="8"/>
                  </a:cubicBezTo>
                  <a:cubicBezTo>
                    <a:pt x="0" y="10"/>
                    <a:pt x="1" y="12"/>
                    <a:pt x="2" y="13"/>
                  </a:cubicBezTo>
                  <a:cubicBezTo>
                    <a:pt x="4" y="15"/>
                    <a:pt x="5" y="15"/>
                    <a:pt x="8" y="15"/>
                  </a:cubicBezTo>
                  <a:close/>
                  <a:moveTo>
                    <a:pt x="5" y="4"/>
                  </a:moveTo>
                  <a:cubicBezTo>
                    <a:pt x="5" y="3"/>
                    <a:pt x="6" y="3"/>
                    <a:pt x="8" y="3"/>
                  </a:cubicBezTo>
                  <a:cubicBezTo>
                    <a:pt x="9" y="3"/>
                    <a:pt x="10" y="3"/>
                    <a:pt x="11" y="4"/>
                  </a:cubicBezTo>
                  <a:cubicBezTo>
                    <a:pt x="11" y="5"/>
                    <a:pt x="12" y="6"/>
                    <a:pt x="12" y="8"/>
                  </a:cubicBezTo>
                  <a:cubicBezTo>
                    <a:pt x="12" y="9"/>
                    <a:pt x="11" y="11"/>
                    <a:pt x="10" y="12"/>
                  </a:cubicBezTo>
                  <a:cubicBezTo>
                    <a:pt x="10" y="12"/>
                    <a:pt x="9" y="13"/>
                    <a:pt x="8" y="13"/>
                  </a:cubicBezTo>
                  <a:cubicBezTo>
                    <a:pt x="6" y="13"/>
                    <a:pt x="5" y="12"/>
                    <a:pt x="5" y="11"/>
                  </a:cubicBezTo>
                  <a:cubicBezTo>
                    <a:pt x="4" y="11"/>
                    <a:pt x="3" y="9"/>
                    <a:pt x="3" y="8"/>
                  </a:cubicBezTo>
                  <a:cubicBezTo>
                    <a:pt x="3" y="6"/>
                    <a:pt x="4" y="5"/>
                    <a:pt x="5"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27"/>
            <p:cNvSpPr>
              <a:spLocks/>
            </p:cNvSpPr>
            <p:nvPr/>
          </p:nvSpPr>
          <p:spPr bwMode="auto">
            <a:xfrm>
              <a:off x="2510478" y="1099001"/>
              <a:ext cx="52388" cy="55563"/>
            </a:xfrm>
            <a:custGeom>
              <a:avLst/>
              <a:gdLst>
                <a:gd name="T0" fmla="*/ 3 w 14"/>
                <a:gd name="T1" fmla="*/ 14 h 15"/>
                <a:gd name="T2" fmla="*/ 7 w 14"/>
                <a:gd name="T3" fmla="*/ 15 h 15"/>
                <a:gd name="T4" fmla="*/ 11 w 14"/>
                <a:gd name="T5" fmla="*/ 15 h 15"/>
                <a:gd name="T6" fmla="*/ 14 w 14"/>
                <a:gd name="T7" fmla="*/ 13 h 15"/>
                <a:gd name="T8" fmla="*/ 14 w 14"/>
                <a:gd name="T9" fmla="*/ 7 h 15"/>
                <a:gd name="T10" fmla="*/ 7 w 14"/>
                <a:gd name="T11" fmla="*/ 7 h 15"/>
                <a:gd name="T12" fmla="*/ 7 w 14"/>
                <a:gd name="T13" fmla="*/ 10 h 15"/>
                <a:gd name="T14" fmla="*/ 10 w 14"/>
                <a:gd name="T15" fmla="*/ 10 h 15"/>
                <a:gd name="T16" fmla="*/ 10 w 14"/>
                <a:gd name="T17" fmla="*/ 12 h 15"/>
                <a:gd name="T18" fmla="*/ 9 w 14"/>
                <a:gd name="T19" fmla="*/ 12 h 15"/>
                <a:gd name="T20" fmla="*/ 7 w 14"/>
                <a:gd name="T21" fmla="*/ 13 h 15"/>
                <a:gd name="T22" fmla="*/ 4 w 14"/>
                <a:gd name="T23" fmla="*/ 11 h 15"/>
                <a:gd name="T24" fmla="*/ 3 w 14"/>
                <a:gd name="T25" fmla="*/ 7 h 15"/>
                <a:gd name="T26" fmla="*/ 4 w 14"/>
                <a:gd name="T27" fmla="*/ 4 h 15"/>
                <a:gd name="T28" fmla="*/ 7 w 14"/>
                <a:gd name="T29" fmla="*/ 3 h 15"/>
                <a:gd name="T30" fmla="*/ 9 w 14"/>
                <a:gd name="T31" fmla="*/ 3 h 15"/>
                <a:gd name="T32" fmla="*/ 10 w 14"/>
                <a:gd name="T33" fmla="*/ 5 h 15"/>
                <a:gd name="T34" fmla="*/ 13 w 14"/>
                <a:gd name="T35" fmla="*/ 4 h 15"/>
                <a:gd name="T36" fmla="*/ 11 w 14"/>
                <a:gd name="T37" fmla="*/ 1 h 15"/>
                <a:gd name="T38" fmla="*/ 7 w 14"/>
                <a:gd name="T39" fmla="*/ 0 h 15"/>
                <a:gd name="T40" fmla="*/ 3 w 14"/>
                <a:gd name="T41" fmla="*/ 1 h 15"/>
                <a:gd name="T42" fmla="*/ 1 w 14"/>
                <a:gd name="T43" fmla="*/ 3 h 15"/>
                <a:gd name="T44" fmla="*/ 0 w 14"/>
                <a:gd name="T45" fmla="*/ 8 h 15"/>
                <a:gd name="T46" fmla="*/ 0 w 14"/>
                <a:gd name="T47" fmla="*/ 12 h 15"/>
                <a:gd name="T48" fmla="*/ 3 w 14"/>
                <a:gd name="T49" fmla="*/ 1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 h="15">
                  <a:moveTo>
                    <a:pt x="3" y="14"/>
                  </a:moveTo>
                  <a:cubicBezTo>
                    <a:pt x="4" y="15"/>
                    <a:pt x="6" y="15"/>
                    <a:pt x="7" y="15"/>
                  </a:cubicBezTo>
                  <a:cubicBezTo>
                    <a:pt x="8" y="15"/>
                    <a:pt x="10" y="15"/>
                    <a:pt x="11" y="15"/>
                  </a:cubicBezTo>
                  <a:cubicBezTo>
                    <a:pt x="12" y="14"/>
                    <a:pt x="13" y="14"/>
                    <a:pt x="14" y="13"/>
                  </a:cubicBezTo>
                  <a:cubicBezTo>
                    <a:pt x="14" y="7"/>
                    <a:pt x="14" y="7"/>
                    <a:pt x="14" y="7"/>
                  </a:cubicBezTo>
                  <a:cubicBezTo>
                    <a:pt x="7" y="7"/>
                    <a:pt x="7" y="7"/>
                    <a:pt x="7" y="7"/>
                  </a:cubicBezTo>
                  <a:cubicBezTo>
                    <a:pt x="7" y="10"/>
                    <a:pt x="7" y="10"/>
                    <a:pt x="7" y="10"/>
                  </a:cubicBezTo>
                  <a:cubicBezTo>
                    <a:pt x="10" y="10"/>
                    <a:pt x="10" y="10"/>
                    <a:pt x="10" y="10"/>
                  </a:cubicBezTo>
                  <a:cubicBezTo>
                    <a:pt x="10" y="12"/>
                    <a:pt x="10" y="12"/>
                    <a:pt x="10" y="12"/>
                  </a:cubicBezTo>
                  <a:cubicBezTo>
                    <a:pt x="10" y="12"/>
                    <a:pt x="9" y="12"/>
                    <a:pt x="9" y="12"/>
                  </a:cubicBezTo>
                  <a:cubicBezTo>
                    <a:pt x="8" y="13"/>
                    <a:pt x="8" y="13"/>
                    <a:pt x="7" y="13"/>
                  </a:cubicBezTo>
                  <a:cubicBezTo>
                    <a:pt x="6" y="13"/>
                    <a:pt x="5" y="12"/>
                    <a:pt x="4" y="11"/>
                  </a:cubicBezTo>
                  <a:cubicBezTo>
                    <a:pt x="3" y="11"/>
                    <a:pt x="3" y="9"/>
                    <a:pt x="3" y="7"/>
                  </a:cubicBezTo>
                  <a:cubicBezTo>
                    <a:pt x="3" y="6"/>
                    <a:pt x="3" y="5"/>
                    <a:pt x="4" y="4"/>
                  </a:cubicBezTo>
                  <a:cubicBezTo>
                    <a:pt x="5" y="3"/>
                    <a:pt x="6" y="3"/>
                    <a:pt x="7" y="3"/>
                  </a:cubicBezTo>
                  <a:cubicBezTo>
                    <a:pt x="8" y="3"/>
                    <a:pt x="9" y="3"/>
                    <a:pt x="9" y="3"/>
                  </a:cubicBezTo>
                  <a:cubicBezTo>
                    <a:pt x="10" y="4"/>
                    <a:pt x="10" y="4"/>
                    <a:pt x="10" y="5"/>
                  </a:cubicBezTo>
                  <a:cubicBezTo>
                    <a:pt x="13" y="4"/>
                    <a:pt x="13" y="4"/>
                    <a:pt x="13" y="4"/>
                  </a:cubicBezTo>
                  <a:cubicBezTo>
                    <a:pt x="13" y="3"/>
                    <a:pt x="12" y="2"/>
                    <a:pt x="11" y="1"/>
                  </a:cubicBezTo>
                  <a:cubicBezTo>
                    <a:pt x="10" y="0"/>
                    <a:pt x="9" y="0"/>
                    <a:pt x="7" y="0"/>
                  </a:cubicBezTo>
                  <a:cubicBezTo>
                    <a:pt x="6" y="0"/>
                    <a:pt x="4" y="0"/>
                    <a:pt x="3" y="1"/>
                  </a:cubicBezTo>
                  <a:cubicBezTo>
                    <a:pt x="2" y="1"/>
                    <a:pt x="1" y="2"/>
                    <a:pt x="1" y="3"/>
                  </a:cubicBezTo>
                  <a:cubicBezTo>
                    <a:pt x="0" y="5"/>
                    <a:pt x="0" y="6"/>
                    <a:pt x="0" y="8"/>
                  </a:cubicBezTo>
                  <a:cubicBezTo>
                    <a:pt x="0" y="9"/>
                    <a:pt x="0" y="10"/>
                    <a:pt x="0" y="12"/>
                  </a:cubicBezTo>
                  <a:cubicBezTo>
                    <a:pt x="1" y="13"/>
                    <a:pt x="2" y="14"/>
                    <a:pt x="3"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28"/>
            <p:cNvSpPr>
              <a:spLocks/>
            </p:cNvSpPr>
            <p:nvPr/>
          </p:nvSpPr>
          <p:spPr bwMode="auto">
            <a:xfrm>
              <a:off x="2566040" y="1099001"/>
              <a:ext cx="52388" cy="55563"/>
            </a:xfrm>
            <a:custGeom>
              <a:avLst/>
              <a:gdLst>
                <a:gd name="T0" fmla="*/ 12 w 33"/>
                <a:gd name="T1" fmla="*/ 35 h 35"/>
                <a:gd name="T2" fmla="*/ 19 w 33"/>
                <a:gd name="T3" fmla="*/ 35 h 35"/>
                <a:gd name="T4" fmla="*/ 19 w 33"/>
                <a:gd name="T5" fmla="*/ 21 h 35"/>
                <a:gd name="T6" fmla="*/ 33 w 33"/>
                <a:gd name="T7" fmla="*/ 0 h 35"/>
                <a:gd name="T8" fmla="*/ 24 w 33"/>
                <a:gd name="T9" fmla="*/ 0 h 35"/>
                <a:gd name="T10" fmla="*/ 17 w 33"/>
                <a:gd name="T11" fmla="*/ 14 h 35"/>
                <a:gd name="T12" fmla="*/ 7 w 33"/>
                <a:gd name="T13" fmla="*/ 0 h 35"/>
                <a:gd name="T14" fmla="*/ 0 w 33"/>
                <a:gd name="T15" fmla="*/ 0 h 35"/>
                <a:gd name="T16" fmla="*/ 12 w 33"/>
                <a:gd name="T17" fmla="*/ 21 h 35"/>
                <a:gd name="T18" fmla="*/ 12 w 33"/>
                <a:gd name="T19"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35">
                  <a:moveTo>
                    <a:pt x="12" y="35"/>
                  </a:moveTo>
                  <a:lnTo>
                    <a:pt x="19" y="35"/>
                  </a:lnTo>
                  <a:lnTo>
                    <a:pt x="19" y="21"/>
                  </a:lnTo>
                  <a:lnTo>
                    <a:pt x="33" y="0"/>
                  </a:lnTo>
                  <a:lnTo>
                    <a:pt x="24" y="0"/>
                  </a:lnTo>
                  <a:lnTo>
                    <a:pt x="17" y="14"/>
                  </a:lnTo>
                  <a:lnTo>
                    <a:pt x="7" y="0"/>
                  </a:lnTo>
                  <a:lnTo>
                    <a:pt x="0" y="0"/>
                  </a:lnTo>
                  <a:lnTo>
                    <a:pt x="12" y="21"/>
                  </a:lnTo>
                  <a:lnTo>
                    <a:pt x="12"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8" name="组合 27"/>
          <p:cNvGrpSpPr/>
          <p:nvPr/>
        </p:nvGrpSpPr>
        <p:grpSpPr>
          <a:xfrm>
            <a:off x="3013715" y="730701"/>
            <a:ext cx="2460625" cy="2122488"/>
            <a:chOff x="3013715" y="730701"/>
            <a:chExt cx="2460625" cy="2122488"/>
          </a:xfrm>
          <a:solidFill>
            <a:schemeClr val="tx1">
              <a:lumMod val="65000"/>
              <a:lumOff val="35000"/>
            </a:schemeClr>
          </a:solidFill>
        </p:grpSpPr>
        <p:sp>
          <p:nvSpPr>
            <p:cNvPr id="29" name="Freeform 29"/>
            <p:cNvSpPr>
              <a:spLocks noEditPoints="1"/>
            </p:cNvSpPr>
            <p:nvPr/>
          </p:nvSpPr>
          <p:spPr bwMode="auto">
            <a:xfrm>
              <a:off x="3013715" y="730701"/>
              <a:ext cx="2460625" cy="1935163"/>
            </a:xfrm>
            <a:custGeom>
              <a:avLst/>
              <a:gdLst>
                <a:gd name="T0" fmla="*/ 30 w 655"/>
                <a:gd name="T1" fmla="*/ 251 h 515"/>
                <a:gd name="T2" fmla="*/ 60 w 655"/>
                <a:gd name="T3" fmla="*/ 171 h 515"/>
                <a:gd name="T4" fmla="*/ 123 w 655"/>
                <a:gd name="T5" fmla="*/ 171 h 515"/>
                <a:gd name="T6" fmla="*/ 319 w 655"/>
                <a:gd name="T7" fmla="*/ 251 h 515"/>
                <a:gd name="T8" fmla="*/ 201 w 655"/>
                <a:gd name="T9" fmla="*/ 267 h 515"/>
                <a:gd name="T10" fmla="*/ 319 w 655"/>
                <a:gd name="T11" fmla="*/ 348 h 515"/>
                <a:gd name="T12" fmla="*/ 152 w 655"/>
                <a:gd name="T13" fmla="*/ 364 h 515"/>
                <a:gd name="T14" fmla="*/ 319 w 655"/>
                <a:gd name="T15" fmla="*/ 445 h 515"/>
                <a:gd name="T16" fmla="*/ 152 w 655"/>
                <a:gd name="T17" fmla="*/ 515 h 515"/>
                <a:gd name="T18" fmla="*/ 655 w 655"/>
                <a:gd name="T19" fmla="*/ 445 h 515"/>
                <a:gd name="T20" fmla="*/ 641 w 655"/>
                <a:gd name="T21" fmla="*/ 74 h 515"/>
                <a:gd name="T22" fmla="*/ 655 w 655"/>
                <a:gd name="T23" fmla="*/ 43 h 515"/>
                <a:gd name="T24" fmla="*/ 575 w 655"/>
                <a:gd name="T25" fmla="*/ 7 h 515"/>
                <a:gd name="T26" fmla="*/ 569 w 655"/>
                <a:gd name="T27" fmla="*/ 0 h 515"/>
                <a:gd name="T28" fmla="*/ 396 w 655"/>
                <a:gd name="T29" fmla="*/ 0 h 515"/>
                <a:gd name="T30" fmla="*/ 396 w 655"/>
                <a:gd name="T31" fmla="*/ 43 h 515"/>
                <a:gd name="T32" fmla="*/ 277 w 655"/>
                <a:gd name="T33" fmla="*/ 7 h 515"/>
                <a:gd name="T34" fmla="*/ 271 w 655"/>
                <a:gd name="T35" fmla="*/ 0 h 515"/>
                <a:gd name="T36" fmla="*/ 77 w 655"/>
                <a:gd name="T37" fmla="*/ 0 h 515"/>
                <a:gd name="T38" fmla="*/ 77 w 655"/>
                <a:gd name="T39" fmla="*/ 43 h 515"/>
                <a:gd name="T40" fmla="*/ 0 w 655"/>
                <a:gd name="T41" fmla="*/ 74 h 515"/>
                <a:gd name="T42" fmla="*/ 14 w 655"/>
                <a:gd name="T43" fmla="*/ 272 h 515"/>
                <a:gd name="T44" fmla="*/ 30 w 655"/>
                <a:gd name="T45" fmla="*/ 154 h 515"/>
                <a:gd name="T46" fmla="*/ 319 w 655"/>
                <a:gd name="T47" fmla="*/ 74 h 515"/>
                <a:gd name="T48" fmla="*/ 30 w 655"/>
                <a:gd name="T49" fmla="*/ 154 h 515"/>
                <a:gd name="T50" fmla="*/ 624 w 655"/>
                <a:gd name="T51" fmla="*/ 171 h 515"/>
                <a:gd name="T52" fmla="*/ 336 w 655"/>
                <a:gd name="T53" fmla="*/ 251 h 515"/>
                <a:gd name="T54" fmla="*/ 336 w 655"/>
                <a:gd name="T55" fmla="*/ 267 h 515"/>
                <a:gd name="T56" fmla="*/ 624 w 655"/>
                <a:gd name="T57" fmla="*/ 348 h 515"/>
                <a:gd name="T58" fmla="*/ 336 w 655"/>
                <a:gd name="T59" fmla="*/ 267 h 515"/>
                <a:gd name="T60" fmla="*/ 336 w 655"/>
                <a:gd name="T61" fmla="*/ 364 h 515"/>
                <a:gd name="T62" fmla="*/ 624 w 655"/>
                <a:gd name="T63" fmla="*/ 445 h 515"/>
                <a:gd name="T64" fmla="*/ 624 w 655"/>
                <a:gd name="T65" fmla="*/ 154 h 515"/>
                <a:gd name="T66" fmla="*/ 336 w 655"/>
                <a:gd name="T67" fmla="*/ 74 h 515"/>
                <a:gd name="T68" fmla="*/ 624 w 655"/>
                <a:gd name="T69" fmla="*/ 154 h 515"/>
                <a:gd name="T70" fmla="*/ 569 w 655"/>
                <a:gd name="T71" fmla="*/ 7 h 515"/>
                <a:gd name="T72" fmla="*/ 402 w 655"/>
                <a:gd name="T73" fmla="*/ 56 h 515"/>
                <a:gd name="T74" fmla="*/ 84 w 655"/>
                <a:gd name="T75" fmla="*/ 7 h 515"/>
                <a:gd name="T76" fmla="*/ 271 w 655"/>
                <a:gd name="T77" fmla="*/ 56 h 515"/>
                <a:gd name="T78" fmla="*/ 84 w 655"/>
                <a:gd name="T79" fmla="*/ 7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55" h="515">
                  <a:moveTo>
                    <a:pt x="34" y="251"/>
                  </a:moveTo>
                  <a:cubicBezTo>
                    <a:pt x="30" y="251"/>
                    <a:pt x="30" y="251"/>
                    <a:pt x="30" y="251"/>
                  </a:cubicBezTo>
                  <a:cubicBezTo>
                    <a:pt x="30" y="171"/>
                    <a:pt x="30" y="171"/>
                    <a:pt x="30" y="171"/>
                  </a:cubicBezTo>
                  <a:cubicBezTo>
                    <a:pt x="60" y="171"/>
                    <a:pt x="60" y="171"/>
                    <a:pt x="60" y="171"/>
                  </a:cubicBezTo>
                  <a:cubicBezTo>
                    <a:pt x="69" y="164"/>
                    <a:pt x="80" y="160"/>
                    <a:pt x="92" y="160"/>
                  </a:cubicBezTo>
                  <a:cubicBezTo>
                    <a:pt x="103" y="160"/>
                    <a:pt x="114" y="164"/>
                    <a:pt x="123" y="171"/>
                  </a:cubicBezTo>
                  <a:cubicBezTo>
                    <a:pt x="319" y="171"/>
                    <a:pt x="319" y="171"/>
                    <a:pt x="319" y="171"/>
                  </a:cubicBezTo>
                  <a:cubicBezTo>
                    <a:pt x="319" y="251"/>
                    <a:pt x="319" y="251"/>
                    <a:pt x="319" y="251"/>
                  </a:cubicBezTo>
                  <a:cubicBezTo>
                    <a:pt x="216" y="251"/>
                    <a:pt x="216" y="251"/>
                    <a:pt x="216" y="251"/>
                  </a:cubicBezTo>
                  <a:cubicBezTo>
                    <a:pt x="211" y="257"/>
                    <a:pt x="206" y="263"/>
                    <a:pt x="201" y="267"/>
                  </a:cubicBezTo>
                  <a:cubicBezTo>
                    <a:pt x="319" y="267"/>
                    <a:pt x="319" y="267"/>
                    <a:pt x="319" y="267"/>
                  </a:cubicBezTo>
                  <a:cubicBezTo>
                    <a:pt x="319" y="348"/>
                    <a:pt x="319" y="348"/>
                    <a:pt x="319" y="348"/>
                  </a:cubicBezTo>
                  <a:cubicBezTo>
                    <a:pt x="152" y="348"/>
                    <a:pt x="152" y="348"/>
                    <a:pt x="152" y="348"/>
                  </a:cubicBezTo>
                  <a:cubicBezTo>
                    <a:pt x="152" y="364"/>
                    <a:pt x="152" y="364"/>
                    <a:pt x="152" y="364"/>
                  </a:cubicBezTo>
                  <a:cubicBezTo>
                    <a:pt x="319" y="364"/>
                    <a:pt x="319" y="364"/>
                    <a:pt x="319" y="364"/>
                  </a:cubicBezTo>
                  <a:cubicBezTo>
                    <a:pt x="319" y="445"/>
                    <a:pt x="319" y="445"/>
                    <a:pt x="319" y="445"/>
                  </a:cubicBezTo>
                  <a:cubicBezTo>
                    <a:pt x="152" y="445"/>
                    <a:pt x="152" y="445"/>
                    <a:pt x="152" y="445"/>
                  </a:cubicBezTo>
                  <a:cubicBezTo>
                    <a:pt x="152" y="515"/>
                    <a:pt x="152" y="515"/>
                    <a:pt x="152" y="515"/>
                  </a:cubicBezTo>
                  <a:cubicBezTo>
                    <a:pt x="655" y="515"/>
                    <a:pt x="655" y="515"/>
                    <a:pt x="655" y="515"/>
                  </a:cubicBezTo>
                  <a:cubicBezTo>
                    <a:pt x="655" y="445"/>
                    <a:pt x="655" y="445"/>
                    <a:pt x="655" y="445"/>
                  </a:cubicBezTo>
                  <a:cubicBezTo>
                    <a:pt x="641" y="445"/>
                    <a:pt x="641" y="445"/>
                    <a:pt x="641" y="445"/>
                  </a:cubicBezTo>
                  <a:cubicBezTo>
                    <a:pt x="641" y="74"/>
                    <a:pt x="641" y="74"/>
                    <a:pt x="641" y="74"/>
                  </a:cubicBezTo>
                  <a:cubicBezTo>
                    <a:pt x="655" y="74"/>
                    <a:pt x="655" y="74"/>
                    <a:pt x="655" y="74"/>
                  </a:cubicBezTo>
                  <a:cubicBezTo>
                    <a:pt x="655" y="43"/>
                    <a:pt x="655" y="43"/>
                    <a:pt x="655" y="43"/>
                  </a:cubicBezTo>
                  <a:cubicBezTo>
                    <a:pt x="575" y="43"/>
                    <a:pt x="575" y="43"/>
                    <a:pt x="575" y="43"/>
                  </a:cubicBezTo>
                  <a:cubicBezTo>
                    <a:pt x="575" y="7"/>
                    <a:pt x="575" y="7"/>
                    <a:pt x="575" y="7"/>
                  </a:cubicBezTo>
                  <a:cubicBezTo>
                    <a:pt x="575" y="0"/>
                    <a:pt x="575" y="0"/>
                    <a:pt x="575" y="0"/>
                  </a:cubicBezTo>
                  <a:cubicBezTo>
                    <a:pt x="569" y="0"/>
                    <a:pt x="569" y="0"/>
                    <a:pt x="569" y="0"/>
                  </a:cubicBezTo>
                  <a:cubicBezTo>
                    <a:pt x="402" y="0"/>
                    <a:pt x="402" y="0"/>
                    <a:pt x="402" y="0"/>
                  </a:cubicBezTo>
                  <a:cubicBezTo>
                    <a:pt x="396" y="0"/>
                    <a:pt x="396" y="0"/>
                    <a:pt x="396" y="0"/>
                  </a:cubicBezTo>
                  <a:cubicBezTo>
                    <a:pt x="396" y="7"/>
                    <a:pt x="396" y="7"/>
                    <a:pt x="396" y="7"/>
                  </a:cubicBezTo>
                  <a:cubicBezTo>
                    <a:pt x="396" y="43"/>
                    <a:pt x="396" y="43"/>
                    <a:pt x="396" y="43"/>
                  </a:cubicBezTo>
                  <a:cubicBezTo>
                    <a:pt x="277" y="43"/>
                    <a:pt x="277" y="43"/>
                    <a:pt x="277" y="43"/>
                  </a:cubicBezTo>
                  <a:cubicBezTo>
                    <a:pt x="277" y="7"/>
                    <a:pt x="277" y="7"/>
                    <a:pt x="277" y="7"/>
                  </a:cubicBezTo>
                  <a:cubicBezTo>
                    <a:pt x="277" y="0"/>
                    <a:pt x="277" y="0"/>
                    <a:pt x="277" y="0"/>
                  </a:cubicBezTo>
                  <a:cubicBezTo>
                    <a:pt x="271" y="0"/>
                    <a:pt x="271" y="0"/>
                    <a:pt x="271" y="0"/>
                  </a:cubicBezTo>
                  <a:cubicBezTo>
                    <a:pt x="84" y="0"/>
                    <a:pt x="84" y="0"/>
                    <a:pt x="84" y="0"/>
                  </a:cubicBezTo>
                  <a:cubicBezTo>
                    <a:pt x="77" y="0"/>
                    <a:pt x="77" y="0"/>
                    <a:pt x="77" y="0"/>
                  </a:cubicBezTo>
                  <a:cubicBezTo>
                    <a:pt x="77" y="7"/>
                    <a:pt x="77" y="7"/>
                    <a:pt x="77" y="7"/>
                  </a:cubicBezTo>
                  <a:cubicBezTo>
                    <a:pt x="77" y="43"/>
                    <a:pt x="77" y="43"/>
                    <a:pt x="77" y="43"/>
                  </a:cubicBezTo>
                  <a:cubicBezTo>
                    <a:pt x="0" y="43"/>
                    <a:pt x="0" y="43"/>
                    <a:pt x="0" y="43"/>
                  </a:cubicBezTo>
                  <a:cubicBezTo>
                    <a:pt x="0" y="74"/>
                    <a:pt x="0" y="74"/>
                    <a:pt x="0" y="74"/>
                  </a:cubicBezTo>
                  <a:cubicBezTo>
                    <a:pt x="14" y="74"/>
                    <a:pt x="14" y="74"/>
                    <a:pt x="14" y="74"/>
                  </a:cubicBezTo>
                  <a:cubicBezTo>
                    <a:pt x="14" y="272"/>
                    <a:pt x="14" y="272"/>
                    <a:pt x="14" y="272"/>
                  </a:cubicBezTo>
                  <a:cubicBezTo>
                    <a:pt x="20" y="262"/>
                    <a:pt x="28" y="255"/>
                    <a:pt x="34" y="251"/>
                  </a:cubicBezTo>
                  <a:close/>
                  <a:moveTo>
                    <a:pt x="30" y="154"/>
                  </a:moveTo>
                  <a:cubicBezTo>
                    <a:pt x="30" y="74"/>
                    <a:pt x="30" y="74"/>
                    <a:pt x="30" y="74"/>
                  </a:cubicBezTo>
                  <a:cubicBezTo>
                    <a:pt x="319" y="74"/>
                    <a:pt x="319" y="74"/>
                    <a:pt x="319" y="74"/>
                  </a:cubicBezTo>
                  <a:cubicBezTo>
                    <a:pt x="319" y="154"/>
                    <a:pt x="319" y="154"/>
                    <a:pt x="319" y="154"/>
                  </a:cubicBezTo>
                  <a:lnTo>
                    <a:pt x="30" y="154"/>
                  </a:lnTo>
                  <a:close/>
                  <a:moveTo>
                    <a:pt x="336" y="171"/>
                  </a:moveTo>
                  <a:cubicBezTo>
                    <a:pt x="624" y="171"/>
                    <a:pt x="624" y="171"/>
                    <a:pt x="624" y="171"/>
                  </a:cubicBezTo>
                  <a:cubicBezTo>
                    <a:pt x="624" y="251"/>
                    <a:pt x="624" y="251"/>
                    <a:pt x="624" y="251"/>
                  </a:cubicBezTo>
                  <a:cubicBezTo>
                    <a:pt x="336" y="251"/>
                    <a:pt x="336" y="251"/>
                    <a:pt x="336" y="251"/>
                  </a:cubicBezTo>
                  <a:lnTo>
                    <a:pt x="336" y="171"/>
                  </a:lnTo>
                  <a:close/>
                  <a:moveTo>
                    <a:pt x="336" y="267"/>
                  </a:moveTo>
                  <a:cubicBezTo>
                    <a:pt x="624" y="267"/>
                    <a:pt x="624" y="267"/>
                    <a:pt x="624" y="267"/>
                  </a:cubicBezTo>
                  <a:cubicBezTo>
                    <a:pt x="624" y="348"/>
                    <a:pt x="624" y="348"/>
                    <a:pt x="624" y="348"/>
                  </a:cubicBezTo>
                  <a:cubicBezTo>
                    <a:pt x="336" y="348"/>
                    <a:pt x="336" y="348"/>
                    <a:pt x="336" y="348"/>
                  </a:cubicBezTo>
                  <a:lnTo>
                    <a:pt x="336" y="267"/>
                  </a:lnTo>
                  <a:close/>
                  <a:moveTo>
                    <a:pt x="336" y="445"/>
                  </a:moveTo>
                  <a:cubicBezTo>
                    <a:pt x="336" y="364"/>
                    <a:pt x="336" y="364"/>
                    <a:pt x="336" y="364"/>
                  </a:cubicBezTo>
                  <a:cubicBezTo>
                    <a:pt x="624" y="364"/>
                    <a:pt x="624" y="364"/>
                    <a:pt x="624" y="364"/>
                  </a:cubicBezTo>
                  <a:cubicBezTo>
                    <a:pt x="624" y="445"/>
                    <a:pt x="624" y="445"/>
                    <a:pt x="624" y="445"/>
                  </a:cubicBezTo>
                  <a:lnTo>
                    <a:pt x="336" y="445"/>
                  </a:lnTo>
                  <a:close/>
                  <a:moveTo>
                    <a:pt x="624" y="154"/>
                  </a:moveTo>
                  <a:cubicBezTo>
                    <a:pt x="336" y="154"/>
                    <a:pt x="336" y="154"/>
                    <a:pt x="336" y="154"/>
                  </a:cubicBezTo>
                  <a:cubicBezTo>
                    <a:pt x="336" y="74"/>
                    <a:pt x="336" y="74"/>
                    <a:pt x="336" y="74"/>
                  </a:cubicBezTo>
                  <a:cubicBezTo>
                    <a:pt x="624" y="74"/>
                    <a:pt x="624" y="74"/>
                    <a:pt x="624" y="74"/>
                  </a:cubicBezTo>
                  <a:lnTo>
                    <a:pt x="624" y="154"/>
                  </a:lnTo>
                  <a:close/>
                  <a:moveTo>
                    <a:pt x="402" y="7"/>
                  </a:moveTo>
                  <a:cubicBezTo>
                    <a:pt x="569" y="7"/>
                    <a:pt x="569" y="7"/>
                    <a:pt x="569" y="7"/>
                  </a:cubicBezTo>
                  <a:cubicBezTo>
                    <a:pt x="569" y="56"/>
                    <a:pt x="569" y="56"/>
                    <a:pt x="569" y="56"/>
                  </a:cubicBezTo>
                  <a:cubicBezTo>
                    <a:pt x="402" y="56"/>
                    <a:pt x="402" y="56"/>
                    <a:pt x="402" y="56"/>
                  </a:cubicBezTo>
                  <a:lnTo>
                    <a:pt x="402" y="7"/>
                  </a:lnTo>
                  <a:close/>
                  <a:moveTo>
                    <a:pt x="84" y="7"/>
                  </a:moveTo>
                  <a:cubicBezTo>
                    <a:pt x="271" y="7"/>
                    <a:pt x="271" y="7"/>
                    <a:pt x="271" y="7"/>
                  </a:cubicBezTo>
                  <a:cubicBezTo>
                    <a:pt x="271" y="56"/>
                    <a:pt x="271" y="56"/>
                    <a:pt x="271" y="56"/>
                  </a:cubicBezTo>
                  <a:cubicBezTo>
                    <a:pt x="84" y="56"/>
                    <a:pt x="84" y="56"/>
                    <a:pt x="84" y="56"/>
                  </a:cubicBezTo>
                  <a:lnTo>
                    <a:pt x="84"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30"/>
            <p:cNvSpPr>
              <a:spLocks/>
            </p:cNvSpPr>
            <p:nvPr/>
          </p:nvSpPr>
          <p:spPr bwMode="auto">
            <a:xfrm>
              <a:off x="3013715" y="2349951"/>
              <a:ext cx="115888" cy="315913"/>
            </a:xfrm>
            <a:custGeom>
              <a:avLst/>
              <a:gdLst>
                <a:gd name="T0" fmla="*/ 30 w 31"/>
                <a:gd name="T1" fmla="*/ 14 h 84"/>
                <a:gd name="T2" fmla="*/ 30 w 31"/>
                <a:gd name="T3" fmla="*/ 1 h 84"/>
                <a:gd name="T4" fmla="*/ 26 w 31"/>
                <a:gd name="T5" fmla="*/ 2 h 84"/>
                <a:gd name="T6" fmla="*/ 24 w 31"/>
                <a:gd name="T7" fmla="*/ 2 h 84"/>
                <a:gd name="T8" fmla="*/ 14 w 31"/>
                <a:gd name="T9" fmla="*/ 0 h 84"/>
                <a:gd name="T10" fmla="*/ 14 w 31"/>
                <a:gd name="T11" fmla="*/ 14 h 84"/>
                <a:gd name="T12" fmla="*/ 0 w 31"/>
                <a:gd name="T13" fmla="*/ 14 h 84"/>
                <a:gd name="T14" fmla="*/ 0 w 31"/>
                <a:gd name="T15" fmla="*/ 84 h 84"/>
                <a:gd name="T16" fmla="*/ 31 w 31"/>
                <a:gd name="T17" fmla="*/ 84 h 84"/>
                <a:gd name="T18" fmla="*/ 31 w 31"/>
                <a:gd name="T19" fmla="*/ 14 h 84"/>
                <a:gd name="T20" fmla="*/ 30 w 31"/>
                <a:gd name="T21" fmla="*/ 1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84">
                  <a:moveTo>
                    <a:pt x="30" y="14"/>
                  </a:moveTo>
                  <a:cubicBezTo>
                    <a:pt x="30" y="1"/>
                    <a:pt x="30" y="1"/>
                    <a:pt x="30" y="1"/>
                  </a:cubicBezTo>
                  <a:cubicBezTo>
                    <a:pt x="29" y="1"/>
                    <a:pt x="27" y="2"/>
                    <a:pt x="26" y="2"/>
                  </a:cubicBezTo>
                  <a:cubicBezTo>
                    <a:pt x="25" y="2"/>
                    <a:pt x="24" y="2"/>
                    <a:pt x="24" y="2"/>
                  </a:cubicBezTo>
                  <a:cubicBezTo>
                    <a:pt x="20" y="2"/>
                    <a:pt x="17" y="1"/>
                    <a:pt x="14" y="0"/>
                  </a:cubicBezTo>
                  <a:cubicBezTo>
                    <a:pt x="14" y="14"/>
                    <a:pt x="14" y="14"/>
                    <a:pt x="14" y="14"/>
                  </a:cubicBezTo>
                  <a:cubicBezTo>
                    <a:pt x="0" y="14"/>
                    <a:pt x="0" y="14"/>
                    <a:pt x="0" y="14"/>
                  </a:cubicBezTo>
                  <a:cubicBezTo>
                    <a:pt x="0" y="84"/>
                    <a:pt x="0" y="84"/>
                    <a:pt x="0" y="84"/>
                  </a:cubicBezTo>
                  <a:cubicBezTo>
                    <a:pt x="31" y="84"/>
                    <a:pt x="31" y="84"/>
                    <a:pt x="31" y="84"/>
                  </a:cubicBezTo>
                  <a:cubicBezTo>
                    <a:pt x="31" y="14"/>
                    <a:pt x="31" y="14"/>
                    <a:pt x="31" y="14"/>
                  </a:cubicBezTo>
                  <a:lnTo>
                    <a:pt x="30"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31"/>
            <p:cNvSpPr>
              <a:spLocks noEditPoints="1"/>
            </p:cNvSpPr>
            <p:nvPr/>
          </p:nvSpPr>
          <p:spPr bwMode="auto">
            <a:xfrm>
              <a:off x="3186753" y="1041851"/>
              <a:ext cx="63500" cy="228600"/>
            </a:xfrm>
            <a:custGeom>
              <a:avLst/>
              <a:gdLst>
                <a:gd name="T0" fmla="*/ 0 w 40"/>
                <a:gd name="T1" fmla="*/ 144 h 144"/>
                <a:gd name="T2" fmla="*/ 40 w 40"/>
                <a:gd name="T3" fmla="*/ 144 h 144"/>
                <a:gd name="T4" fmla="*/ 40 w 40"/>
                <a:gd name="T5" fmla="*/ 0 h 144"/>
                <a:gd name="T6" fmla="*/ 0 w 40"/>
                <a:gd name="T7" fmla="*/ 0 h 144"/>
                <a:gd name="T8" fmla="*/ 0 w 40"/>
                <a:gd name="T9" fmla="*/ 144 h 144"/>
                <a:gd name="T10" fmla="*/ 9 w 40"/>
                <a:gd name="T11" fmla="*/ 17 h 144"/>
                <a:gd name="T12" fmla="*/ 33 w 40"/>
                <a:gd name="T13" fmla="*/ 17 h 144"/>
                <a:gd name="T14" fmla="*/ 33 w 40"/>
                <a:gd name="T15" fmla="*/ 52 h 144"/>
                <a:gd name="T16" fmla="*/ 9 w 40"/>
                <a:gd name="T17" fmla="*/ 52 h 144"/>
                <a:gd name="T18" fmla="*/ 9 w 40"/>
                <a:gd name="T19" fmla="*/ 1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144">
                  <a:moveTo>
                    <a:pt x="0" y="144"/>
                  </a:moveTo>
                  <a:lnTo>
                    <a:pt x="40" y="144"/>
                  </a:lnTo>
                  <a:lnTo>
                    <a:pt x="40" y="0"/>
                  </a:lnTo>
                  <a:lnTo>
                    <a:pt x="0" y="0"/>
                  </a:lnTo>
                  <a:lnTo>
                    <a:pt x="0" y="144"/>
                  </a:lnTo>
                  <a:close/>
                  <a:moveTo>
                    <a:pt x="9" y="17"/>
                  </a:moveTo>
                  <a:lnTo>
                    <a:pt x="33" y="17"/>
                  </a:lnTo>
                  <a:lnTo>
                    <a:pt x="33" y="52"/>
                  </a:lnTo>
                  <a:lnTo>
                    <a:pt x="9" y="52"/>
                  </a:lnTo>
                  <a:lnTo>
                    <a:pt x="9"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32"/>
            <p:cNvSpPr>
              <a:spLocks noEditPoints="1"/>
            </p:cNvSpPr>
            <p:nvPr/>
          </p:nvSpPr>
          <p:spPr bwMode="auto">
            <a:xfrm>
              <a:off x="3277240" y="1041851"/>
              <a:ext cx="58738" cy="228600"/>
            </a:xfrm>
            <a:custGeom>
              <a:avLst/>
              <a:gdLst>
                <a:gd name="T0" fmla="*/ 0 w 37"/>
                <a:gd name="T1" fmla="*/ 144 h 144"/>
                <a:gd name="T2" fmla="*/ 37 w 37"/>
                <a:gd name="T3" fmla="*/ 144 h 144"/>
                <a:gd name="T4" fmla="*/ 37 w 37"/>
                <a:gd name="T5" fmla="*/ 0 h 144"/>
                <a:gd name="T6" fmla="*/ 0 w 37"/>
                <a:gd name="T7" fmla="*/ 0 h 144"/>
                <a:gd name="T8" fmla="*/ 0 w 37"/>
                <a:gd name="T9" fmla="*/ 144 h 144"/>
                <a:gd name="T10" fmla="*/ 7 w 37"/>
                <a:gd name="T11" fmla="*/ 17 h 144"/>
                <a:gd name="T12" fmla="*/ 30 w 37"/>
                <a:gd name="T13" fmla="*/ 17 h 144"/>
                <a:gd name="T14" fmla="*/ 30 w 37"/>
                <a:gd name="T15" fmla="*/ 52 h 144"/>
                <a:gd name="T16" fmla="*/ 7 w 37"/>
                <a:gd name="T17" fmla="*/ 52 h 144"/>
                <a:gd name="T18" fmla="*/ 7 w 37"/>
                <a:gd name="T19" fmla="*/ 1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144">
                  <a:moveTo>
                    <a:pt x="0" y="144"/>
                  </a:moveTo>
                  <a:lnTo>
                    <a:pt x="37" y="144"/>
                  </a:lnTo>
                  <a:lnTo>
                    <a:pt x="37" y="0"/>
                  </a:lnTo>
                  <a:lnTo>
                    <a:pt x="0" y="0"/>
                  </a:lnTo>
                  <a:lnTo>
                    <a:pt x="0" y="144"/>
                  </a:lnTo>
                  <a:close/>
                  <a:moveTo>
                    <a:pt x="7" y="17"/>
                  </a:moveTo>
                  <a:lnTo>
                    <a:pt x="30" y="17"/>
                  </a:lnTo>
                  <a:lnTo>
                    <a:pt x="30" y="52"/>
                  </a:lnTo>
                  <a:lnTo>
                    <a:pt x="7" y="52"/>
                  </a:lnTo>
                  <a:lnTo>
                    <a:pt x="7"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33"/>
            <p:cNvSpPr>
              <a:spLocks noEditPoints="1"/>
            </p:cNvSpPr>
            <p:nvPr/>
          </p:nvSpPr>
          <p:spPr bwMode="auto">
            <a:xfrm>
              <a:off x="3362965" y="1041851"/>
              <a:ext cx="60325" cy="228600"/>
            </a:xfrm>
            <a:custGeom>
              <a:avLst/>
              <a:gdLst>
                <a:gd name="T0" fmla="*/ 0 w 38"/>
                <a:gd name="T1" fmla="*/ 144 h 144"/>
                <a:gd name="T2" fmla="*/ 38 w 38"/>
                <a:gd name="T3" fmla="*/ 144 h 144"/>
                <a:gd name="T4" fmla="*/ 38 w 38"/>
                <a:gd name="T5" fmla="*/ 0 h 144"/>
                <a:gd name="T6" fmla="*/ 0 w 38"/>
                <a:gd name="T7" fmla="*/ 0 h 144"/>
                <a:gd name="T8" fmla="*/ 0 w 38"/>
                <a:gd name="T9" fmla="*/ 144 h 144"/>
                <a:gd name="T10" fmla="*/ 7 w 38"/>
                <a:gd name="T11" fmla="*/ 17 h 144"/>
                <a:gd name="T12" fmla="*/ 31 w 38"/>
                <a:gd name="T13" fmla="*/ 17 h 144"/>
                <a:gd name="T14" fmla="*/ 31 w 38"/>
                <a:gd name="T15" fmla="*/ 52 h 144"/>
                <a:gd name="T16" fmla="*/ 7 w 38"/>
                <a:gd name="T17" fmla="*/ 52 h 144"/>
                <a:gd name="T18" fmla="*/ 7 w 38"/>
                <a:gd name="T19" fmla="*/ 1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144">
                  <a:moveTo>
                    <a:pt x="0" y="144"/>
                  </a:moveTo>
                  <a:lnTo>
                    <a:pt x="38" y="144"/>
                  </a:lnTo>
                  <a:lnTo>
                    <a:pt x="38" y="0"/>
                  </a:lnTo>
                  <a:lnTo>
                    <a:pt x="0" y="0"/>
                  </a:lnTo>
                  <a:lnTo>
                    <a:pt x="0" y="144"/>
                  </a:lnTo>
                  <a:close/>
                  <a:moveTo>
                    <a:pt x="7" y="17"/>
                  </a:moveTo>
                  <a:lnTo>
                    <a:pt x="31" y="17"/>
                  </a:lnTo>
                  <a:lnTo>
                    <a:pt x="31" y="52"/>
                  </a:lnTo>
                  <a:lnTo>
                    <a:pt x="7" y="52"/>
                  </a:lnTo>
                  <a:lnTo>
                    <a:pt x="7"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34"/>
            <p:cNvSpPr>
              <a:spLocks noEditPoints="1"/>
            </p:cNvSpPr>
            <p:nvPr/>
          </p:nvSpPr>
          <p:spPr bwMode="auto">
            <a:xfrm>
              <a:off x="3448690" y="1041851"/>
              <a:ext cx="65088" cy="228600"/>
            </a:xfrm>
            <a:custGeom>
              <a:avLst/>
              <a:gdLst>
                <a:gd name="T0" fmla="*/ 0 w 41"/>
                <a:gd name="T1" fmla="*/ 144 h 144"/>
                <a:gd name="T2" fmla="*/ 41 w 41"/>
                <a:gd name="T3" fmla="*/ 144 h 144"/>
                <a:gd name="T4" fmla="*/ 41 w 41"/>
                <a:gd name="T5" fmla="*/ 0 h 144"/>
                <a:gd name="T6" fmla="*/ 0 w 41"/>
                <a:gd name="T7" fmla="*/ 0 h 144"/>
                <a:gd name="T8" fmla="*/ 0 w 41"/>
                <a:gd name="T9" fmla="*/ 144 h 144"/>
                <a:gd name="T10" fmla="*/ 10 w 41"/>
                <a:gd name="T11" fmla="*/ 17 h 144"/>
                <a:gd name="T12" fmla="*/ 31 w 41"/>
                <a:gd name="T13" fmla="*/ 17 h 144"/>
                <a:gd name="T14" fmla="*/ 31 w 41"/>
                <a:gd name="T15" fmla="*/ 52 h 144"/>
                <a:gd name="T16" fmla="*/ 10 w 41"/>
                <a:gd name="T17" fmla="*/ 52 h 144"/>
                <a:gd name="T18" fmla="*/ 10 w 41"/>
                <a:gd name="T19" fmla="*/ 1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144">
                  <a:moveTo>
                    <a:pt x="0" y="144"/>
                  </a:moveTo>
                  <a:lnTo>
                    <a:pt x="41" y="144"/>
                  </a:lnTo>
                  <a:lnTo>
                    <a:pt x="41" y="0"/>
                  </a:lnTo>
                  <a:lnTo>
                    <a:pt x="0" y="0"/>
                  </a:lnTo>
                  <a:lnTo>
                    <a:pt x="0" y="144"/>
                  </a:lnTo>
                  <a:close/>
                  <a:moveTo>
                    <a:pt x="10" y="17"/>
                  </a:moveTo>
                  <a:lnTo>
                    <a:pt x="31" y="17"/>
                  </a:lnTo>
                  <a:lnTo>
                    <a:pt x="31" y="52"/>
                  </a:lnTo>
                  <a:lnTo>
                    <a:pt x="10" y="52"/>
                  </a:lnTo>
                  <a:lnTo>
                    <a:pt x="10"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35"/>
            <p:cNvSpPr>
              <a:spLocks noEditPoints="1"/>
            </p:cNvSpPr>
            <p:nvPr/>
          </p:nvSpPr>
          <p:spPr bwMode="auto">
            <a:xfrm>
              <a:off x="3539178" y="1041851"/>
              <a:ext cx="60325" cy="228600"/>
            </a:xfrm>
            <a:custGeom>
              <a:avLst/>
              <a:gdLst>
                <a:gd name="T0" fmla="*/ 0 w 38"/>
                <a:gd name="T1" fmla="*/ 144 h 144"/>
                <a:gd name="T2" fmla="*/ 38 w 38"/>
                <a:gd name="T3" fmla="*/ 144 h 144"/>
                <a:gd name="T4" fmla="*/ 38 w 38"/>
                <a:gd name="T5" fmla="*/ 0 h 144"/>
                <a:gd name="T6" fmla="*/ 0 w 38"/>
                <a:gd name="T7" fmla="*/ 0 h 144"/>
                <a:gd name="T8" fmla="*/ 0 w 38"/>
                <a:gd name="T9" fmla="*/ 144 h 144"/>
                <a:gd name="T10" fmla="*/ 7 w 38"/>
                <a:gd name="T11" fmla="*/ 17 h 144"/>
                <a:gd name="T12" fmla="*/ 31 w 38"/>
                <a:gd name="T13" fmla="*/ 17 h 144"/>
                <a:gd name="T14" fmla="*/ 31 w 38"/>
                <a:gd name="T15" fmla="*/ 52 h 144"/>
                <a:gd name="T16" fmla="*/ 7 w 38"/>
                <a:gd name="T17" fmla="*/ 52 h 144"/>
                <a:gd name="T18" fmla="*/ 7 w 38"/>
                <a:gd name="T19" fmla="*/ 1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144">
                  <a:moveTo>
                    <a:pt x="0" y="144"/>
                  </a:moveTo>
                  <a:lnTo>
                    <a:pt x="38" y="144"/>
                  </a:lnTo>
                  <a:lnTo>
                    <a:pt x="38" y="0"/>
                  </a:lnTo>
                  <a:lnTo>
                    <a:pt x="0" y="0"/>
                  </a:lnTo>
                  <a:lnTo>
                    <a:pt x="0" y="144"/>
                  </a:lnTo>
                  <a:close/>
                  <a:moveTo>
                    <a:pt x="7" y="17"/>
                  </a:moveTo>
                  <a:lnTo>
                    <a:pt x="31" y="17"/>
                  </a:lnTo>
                  <a:lnTo>
                    <a:pt x="31" y="52"/>
                  </a:lnTo>
                  <a:lnTo>
                    <a:pt x="7" y="52"/>
                  </a:lnTo>
                  <a:lnTo>
                    <a:pt x="7"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36"/>
            <p:cNvSpPr>
              <a:spLocks noEditPoints="1"/>
            </p:cNvSpPr>
            <p:nvPr/>
          </p:nvSpPr>
          <p:spPr bwMode="auto">
            <a:xfrm>
              <a:off x="4351978" y="1041851"/>
              <a:ext cx="58738" cy="228600"/>
            </a:xfrm>
            <a:custGeom>
              <a:avLst/>
              <a:gdLst>
                <a:gd name="T0" fmla="*/ 37 w 37"/>
                <a:gd name="T1" fmla="*/ 144 h 144"/>
                <a:gd name="T2" fmla="*/ 37 w 37"/>
                <a:gd name="T3" fmla="*/ 0 h 144"/>
                <a:gd name="T4" fmla="*/ 0 w 37"/>
                <a:gd name="T5" fmla="*/ 0 h 144"/>
                <a:gd name="T6" fmla="*/ 0 w 37"/>
                <a:gd name="T7" fmla="*/ 144 h 144"/>
                <a:gd name="T8" fmla="*/ 37 w 37"/>
                <a:gd name="T9" fmla="*/ 144 h 144"/>
                <a:gd name="T10" fmla="*/ 7 w 37"/>
                <a:gd name="T11" fmla="*/ 17 h 144"/>
                <a:gd name="T12" fmla="*/ 30 w 37"/>
                <a:gd name="T13" fmla="*/ 17 h 144"/>
                <a:gd name="T14" fmla="*/ 30 w 37"/>
                <a:gd name="T15" fmla="*/ 52 h 144"/>
                <a:gd name="T16" fmla="*/ 7 w 37"/>
                <a:gd name="T17" fmla="*/ 52 h 144"/>
                <a:gd name="T18" fmla="*/ 7 w 37"/>
                <a:gd name="T19" fmla="*/ 1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144">
                  <a:moveTo>
                    <a:pt x="37" y="144"/>
                  </a:moveTo>
                  <a:lnTo>
                    <a:pt x="37" y="0"/>
                  </a:lnTo>
                  <a:lnTo>
                    <a:pt x="0" y="0"/>
                  </a:lnTo>
                  <a:lnTo>
                    <a:pt x="0" y="144"/>
                  </a:lnTo>
                  <a:lnTo>
                    <a:pt x="37" y="144"/>
                  </a:lnTo>
                  <a:close/>
                  <a:moveTo>
                    <a:pt x="7" y="17"/>
                  </a:moveTo>
                  <a:lnTo>
                    <a:pt x="30" y="17"/>
                  </a:lnTo>
                  <a:lnTo>
                    <a:pt x="30" y="52"/>
                  </a:lnTo>
                  <a:lnTo>
                    <a:pt x="7" y="52"/>
                  </a:lnTo>
                  <a:lnTo>
                    <a:pt x="7"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37"/>
            <p:cNvSpPr>
              <a:spLocks noEditPoints="1"/>
            </p:cNvSpPr>
            <p:nvPr/>
          </p:nvSpPr>
          <p:spPr bwMode="auto">
            <a:xfrm>
              <a:off x="4437703" y="1041851"/>
              <a:ext cx="60325" cy="228600"/>
            </a:xfrm>
            <a:custGeom>
              <a:avLst/>
              <a:gdLst>
                <a:gd name="T0" fmla="*/ 38 w 38"/>
                <a:gd name="T1" fmla="*/ 0 h 144"/>
                <a:gd name="T2" fmla="*/ 0 w 38"/>
                <a:gd name="T3" fmla="*/ 0 h 144"/>
                <a:gd name="T4" fmla="*/ 0 w 38"/>
                <a:gd name="T5" fmla="*/ 144 h 144"/>
                <a:gd name="T6" fmla="*/ 38 w 38"/>
                <a:gd name="T7" fmla="*/ 144 h 144"/>
                <a:gd name="T8" fmla="*/ 38 w 38"/>
                <a:gd name="T9" fmla="*/ 0 h 144"/>
                <a:gd name="T10" fmla="*/ 31 w 38"/>
                <a:gd name="T11" fmla="*/ 52 h 144"/>
                <a:gd name="T12" fmla="*/ 7 w 38"/>
                <a:gd name="T13" fmla="*/ 52 h 144"/>
                <a:gd name="T14" fmla="*/ 7 w 38"/>
                <a:gd name="T15" fmla="*/ 17 h 144"/>
                <a:gd name="T16" fmla="*/ 31 w 38"/>
                <a:gd name="T17" fmla="*/ 17 h 144"/>
                <a:gd name="T18" fmla="*/ 31 w 38"/>
                <a:gd name="T19" fmla="*/ 5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144">
                  <a:moveTo>
                    <a:pt x="38" y="0"/>
                  </a:moveTo>
                  <a:lnTo>
                    <a:pt x="0" y="0"/>
                  </a:lnTo>
                  <a:lnTo>
                    <a:pt x="0" y="144"/>
                  </a:lnTo>
                  <a:lnTo>
                    <a:pt x="38" y="144"/>
                  </a:lnTo>
                  <a:lnTo>
                    <a:pt x="38" y="0"/>
                  </a:lnTo>
                  <a:close/>
                  <a:moveTo>
                    <a:pt x="31" y="52"/>
                  </a:moveTo>
                  <a:lnTo>
                    <a:pt x="7" y="52"/>
                  </a:lnTo>
                  <a:lnTo>
                    <a:pt x="7" y="17"/>
                  </a:lnTo>
                  <a:lnTo>
                    <a:pt x="31" y="17"/>
                  </a:lnTo>
                  <a:lnTo>
                    <a:pt x="31" y="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38"/>
            <p:cNvSpPr>
              <a:spLocks noEditPoints="1"/>
            </p:cNvSpPr>
            <p:nvPr/>
          </p:nvSpPr>
          <p:spPr bwMode="auto">
            <a:xfrm>
              <a:off x="4525015" y="1041851"/>
              <a:ext cx="63500" cy="228600"/>
            </a:xfrm>
            <a:custGeom>
              <a:avLst/>
              <a:gdLst>
                <a:gd name="T0" fmla="*/ 40 w 40"/>
                <a:gd name="T1" fmla="*/ 0 h 144"/>
                <a:gd name="T2" fmla="*/ 0 w 40"/>
                <a:gd name="T3" fmla="*/ 0 h 144"/>
                <a:gd name="T4" fmla="*/ 0 w 40"/>
                <a:gd name="T5" fmla="*/ 144 h 144"/>
                <a:gd name="T6" fmla="*/ 40 w 40"/>
                <a:gd name="T7" fmla="*/ 144 h 144"/>
                <a:gd name="T8" fmla="*/ 40 w 40"/>
                <a:gd name="T9" fmla="*/ 0 h 144"/>
                <a:gd name="T10" fmla="*/ 30 w 40"/>
                <a:gd name="T11" fmla="*/ 52 h 144"/>
                <a:gd name="T12" fmla="*/ 9 w 40"/>
                <a:gd name="T13" fmla="*/ 52 h 144"/>
                <a:gd name="T14" fmla="*/ 9 w 40"/>
                <a:gd name="T15" fmla="*/ 17 h 144"/>
                <a:gd name="T16" fmla="*/ 30 w 40"/>
                <a:gd name="T17" fmla="*/ 17 h 144"/>
                <a:gd name="T18" fmla="*/ 30 w 40"/>
                <a:gd name="T19" fmla="*/ 5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144">
                  <a:moveTo>
                    <a:pt x="40" y="0"/>
                  </a:moveTo>
                  <a:lnTo>
                    <a:pt x="0" y="0"/>
                  </a:lnTo>
                  <a:lnTo>
                    <a:pt x="0" y="144"/>
                  </a:lnTo>
                  <a:lnTo>
                    <a:pt x="40" y="144"/>
                  </a:lnTo>
                  <a:lnTo>
                    <a:pt x="40" y="0"/>
                  </a:lnTo>
                  <a:close/>
                  <a:moveTo>
                    <a:pt x="30" y="52"/>
                  </a:moveTo>
                  <a:lnTo>
                    <a:pt x="9" y="52"/>
                  </a:lnTo>
                  <a:lnTo>
                    <a:pt x="9" y="17"/>
                  </a:lnTo>
                  <a:lnTo>
                    <a:pt x="30" y="17"/>
                  </a:lnTo>
                  <a:lnTo>
                    <a:pt x="30" y="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39"/>
            <p:cNvSpPr>
              <a:spLocks noEditPoints="1"/>
            </p:cNvSpPr>
            <p:nvPr/>
          </p:nvSpPr>
          <p:spPr bwMode="auto">
            <a:xfrm>
              <a:off x="4613915" y="1041851"/>
              <a:ext cx="60325" cy="228600"/>
            </a:xfrm>
            <a:custGeom>
              <a:avLst/>
              <a:gdLst>
                <a:gd name="T0" fmla="*/ 38 w 38"/>
                <a:gd name="T1" fmla="*/ 0 h 144"/>
                <a:gd name="T2" fmla="*/ 0 w 38"/>
                <a:gd name="T3" fmla="*/ 0 h 144"/>
                <a:gd name="T4" fmla="*/ 0 w 38"/>
                <a:gd name="T5" fmla="*/ 144 h 144"/>
                <a:gd name="T6" fmla="*/ 38 w 38"/>
                <a:gd name="T7" fmla="*/ 144 h 144"/>
                <a:gd name="T8" fmla="*/ 38 w 38"/>
                <a:gd name="T9" fmla="*/ 0 h 144"/>
                <a:gd name="T10" fmla="*/ 31 w 38"/>
                <a:gd name="T11" fmla="*/ 52 h 144"/>
                <a:gd name="T12" fmla="*/ 7 w 38"/>
                <a:gd name="T13" fmla="*/ 52 h 144"/>
                <a:gd name="T14" fmla="*/ 7 w 38"/>
                <a:gd name="T15" fmla="*/ 17 h 144"/>
                <a:gd name="T16" fmla="*/ 31 w 38"/>
                <a:gd name="T17" fmla="*/ 17 h 144"/>
                <a:gd name="T18" fmla="*/ 31 w 38"/>
                <a:gd name="T19" fmla="*/ 5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144">
                  <a:moveTo>
                    <a:pt x="38" y="0"/>
                  </a:moveTo>
                  <a:lnTo>
                    <a:pt x="0" y="0"/>
                  </a:lnTo>
                  <a:lnTo>
                    <a:pt x="0" y="144"/>
                  </a:lnTo>
                  <a:lnTo>
                    <a:pt x="38" y="144"/>
                  </a:lnTo>
                  <a:lnTo>
                    <a:pt x="38" y="0"/>
                  </a:lnTo>
                  <a:close/>
                  <a:moveTo>
                    <a:pt x="31" y="52"/>
                  </a:moveTo>
                  <a:lnTo>
                    <a:pt x="7" y="52"/>
                  </a:lnTo>
                  <a:lnTo>
                    <a:pt x="7" y="17"/>
                  </a:lnTo>
                  <a:lnTo>
                    <a:pt x="31" y="17"/>
                  </a:lnTo>
                  <a:lnTo>
                    <a:pt x="31" y="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40"/>
            <p:cNvSpPr>
              <a:spLocks noEditPoints="1"/>
            </p:cNvSpPr>
            <p:nvPr/>
          </p:nvSpPr>
          <p:spPr bwMode="auto">
            <a:xfrm>
              <a:off x="4701228" y="1041851"/>
              <a:ext cx="60325" cy="228600"/>
            </a:xfrm>
            <a:custGeom>
              <a:avLst/>
              <a:gdLst>
                <a:gd name="T0" fmla="*/ 38 w 38"/>
                <a:gd name="T1" fmla="*/ 0 h 144"/>
                <a:gd name="T2" fmla="*/ 0 w 38"/>
                <a:gd name="T3" fmla="*/ 0 h 144"/>
                <a:gd name="T4" fmla="*/ 0 w 38"/>
                <a:gd name="T5" fmla="*/ 144 h 144"/>
                <a:gd name="T6" fmla="*/ 38 w 38"/>
                <a:gd name="T7" fmla="*/ 144 h 144"/>
                <a:gd name="T8" fmla="*/ 38 w 38"/>
                <a:gd name="T9" fmla="*/ 0 h 144"/>
                <a:gd name="T10" fmla="*/ 31 w 38"/>
                <a:gd name="T11" fmla="*/ 52 h 144"/>
                <a:gd name="T12" fmla="*/ 7 w 38"/>
                <a:gd name="T13" fmla="*/ 52 h 144"/>
                <a:gd name="T14" fmla="*/ 7 w 38"/>
                <a:gd name="T15" fmla="*/ 17 h 144"/>
                <a:gd name="T16" fmla="*/ 31 w 38"/>
                <a:gd name="T17" fmla="*/ 17 h 144"/>
                <a:gd name="T18" fmla="*/ 31 w 38"/>
                <a:gd name="T19" fmla="*/ 5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144">
                  <a:moveTo>
                    <a:pt x="38" y="0"/>
                  </a:moveTo>
                  <a:lnTo>
                    <a:pt x="0" y="0"/>
                  </a:lnTo>
                  <a:lnTo>
                    <a:pt x="0" y="144"/>
                  </a:lnTo>
                  <a:lnTo>
                    <a:pt x="38" y="144"/>
                  </a:lnTo>
                  <a:lnTo>
                    <a:pt x="38" y="0"/>
                  </a:lnTo>
                  <a:close/>
                  <a:moveTo>
                    <a:pt x="31" y="52"/>
                  </a:moveTo>
                  <a:lnTo>
                    <a:pt x="7" y="52"/>
                  </a:lnTo>
                  <a:lnTo>
                    <a:pt x="7" y="17"/>
                  </a:lnTo>
                  <a:lnTo>
                    <a:pt x="31" y="17"/>
                  </a:lnTo>
                  <a:lnTo>
                    <a:pt x="31" y="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41"/>
            <p:cNvSpPr>
              <a:spLocks noEditPoints="1"/>
            </p:cNvSpPr>
            <p:nvPr/>
          </p:nvSpPr>
          <p:spPr bwMode="auto">
            <a:xfrm>
              <a:off x="4794890" y="1211714"/>
              <a:ext cx="228600" cy="58738"/>
            </a:xfrm>
            <a:custGeom>
              <a:avLst/>
              <a:gdLst>
                <a:gd name="T0" fmla="*/ 144 w 144"/>
                <a:gd name="T1" fmla="*/ 0 h 37"/>
                <a:gd name="T2" fmla="*/ 0 w 144"/>
                <a:gd name="T3" fmla="*/ 0 h 37"/>
                <a:gd name="T4" fmla="*/ 0 w 144"/>
                <a:gd name="T5" fmla="*/ 37 h 37"/>
                <a:gd name="T6" fmla="*/ 144 w 144"/>
                <a:gd name="T7" fmla="*/ 37 h 37"/>
                <a:gd name="T8" fmla="*/ 144 w 144"/>
                <a:gd name="T9" fmla="*/ 0 h 37"/>
                <a:gd name="T10" fmla="*/ 52 w 144"/>
                <a:gd name="T11" fmla="*/ 30 h 37"/>
                <a:gd name="T12" fmla="*/ 14 w 144"/>
                <a:gd name="T13" fmla="*/ 30 h 37"/>
                <a:gd name="T14" fmla="*/ 14 w 144"/>
                <a:gd name="T15" fmla="*/ 7 h 37"/>
                <a:gd name="T16" fmla="*/ 52 w 144"/>
                <a:gd name="T17" fmla="*/ 7 h 37"/>
                <a:gd name="T18" fmla="*/ 52 w 144"/>
                <a:gd name="T19" fmla="*/ 3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4" h="37">
                  <a:moveTo>
                    <a:pt x="144" y="0"/>
                  </a:moveTo>
                  <a:lnTo>
                    <a:pt x="0" y="0"/>
                  </a:lnTo>
                  <a:lnTo>
                    <a:pt x="0" y="37"/>
                  </a:lnTo>
                  <a:lnTo>
                    <a:pt x="144" y="37"/>
                  </a:lnTo>
                  <a:lnTo>
                    <a:pt x="144" y="0"/>
                  </a:lnTo>
                  <a:close/>
                  <a:moveTo>
                    <a:pt x="52" y="30"/>
                  </a:moveTo>
                  <a:lnTo>
                    <a:pt x="14" y="30"/>
                  </a:lnTo>
                  <a:lnTo>
                    <a:pt x="14" y="7"/>
                  </a:lnTo>
                  <a:lnTo>
                    <a:pt x="52" y="7"/>
                  </a:lnTo>
                  <a:lnTo>
                    <a:pt x="52"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42"/>
            <p:cNvSpPr>
              <a:spLocks noEditPoints="1"/>
            </p:cNvSpPr>
            <p:nvPr/>
          </p:nvSpPr>
          <p:spPr bwMode="auto">
            <a:xfrm>
              <a:off x="4794890" y="1124401"/>
              <a:ext cx="228600" cy="60325"/>
            </a:xfrm>
            <a:custGeom>
              <a:avLst/>
              <a:gdLst>
                <a:gd name="T0" fmla="*/ 144 w 144"/>
                <a:gd name="T1" fmla="*/ 0 h 38"/>
                <a:gd name="T2" fmla="*/ 0 w 144"/>
                <a:gd name="T3" fmla="*/ 0 h 38"/>
                <a:gd name="T4" fmla="*/ 0 w 144"/>
                <a:gd name="T5" fmla="*/ 38 h 38"/>
                <a:gd name="T6" fmla="*/ 144 w 144"/>
                <a:gd name="T7" fmla="*/ 38 h 38"/>
                <a:gd name="T8" fmla="*/ 144 w 144"/>
                <a:gd name="T9" fmla="*/ 0 h 38"/>
                <a:gd name="T10" fmla="*/ 52 w 144"/>
                <a:gd name="T11" fmla="*/ 31 h 38"/>
                <a:gd name="T12" fmla="*/ 14 w 144"/>
                <a:gd name="T13" fmla="*/ 31 h 38"/>
                <a:gd name="T14" fmla="*/ 14 w 144"/>
                <a:gd name="T15" fmla="*/ 7 h 38"/>
                <a:gd name="T16" fmla="*/ 52 w 144"/>
                <a:gd name="T17" fmla="*/ 7 h 38"/>
                <a:gd name="T18" fmla="*/ 52 w 144"/>
                <a:gd name="T19" fmla="*/ 3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4" h="38">
                  <a:moveTo>
                    <a:pt x="144" y="0"/>
                  </a:moveTo>
                  <a:lnTo>
                    <a:pt x="0" y="0"/>
                  </a:lnTo>
                  <a:lnTo>
                    <a:pt x="0" y="38"/>
                  </a:lnTo>
                  <a:lnTo>
                    <a:pt x="144" y="38"/>
                  </a:lnTo>
                  <a:lnTo>
                    <a:pt x="144" y="0"/>
                  </a:lnTo>
                  <a:close/>
                  <a:moveTo>
                    <a:pt x="52" y="31"/>
                  </a:moveTo>
                  <a:lnTo>
                    <a:pt x="14" y="31"/>
                  </a:lnTo>
                  <a:lnTo>
                    <a:pt x="14" y="7"/>
                  </a:lnTo>
                  <a:lnTo>
                    <a:pt x="52" y="7"/>
                  </a:lnTo>
                  <a:lnTo>
                    <a:pt x="52"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43"/>
            <p:cNvSpPr>
              <a:spLocks noEditPoints="1"/>
            </p:cNvSpPr>
            <p:nvPr/>
          </p:nvSpPr>
          <p:spPr bwMode="auto">
            <a:xfrm>
              <a:off x="3626490" y="1041851"/>
              <a:ext cx="60325" cy="228600"/>
            </a:xfrm>
            <a:custGeom>
              <a:avLst/>
              <a:gdLst>
                <a:gd name="T0" fmla="*/ 0 w 38"/>
                <a:gd name="T1" fmla="*/ 144 h 144"/>
                <a:gd name="T2" fmla="*/ 38 w 38"/>
                <a:gd name="T3" fmla="*/ 144 h 144"/>
                <a:gd name="T4" fmla="*/ 38 w 38"/>
                <a:gd name="T5" fmla="*/ 0 h 144"/>
                <a:gd name="T6" fmla="*/ 0 w 38"/>
                <a:gd name="T7" fmla="*/ 0 h 144"/>
                <a:gd name="T8" fmla="*/ 0 w 38"/>
                <a:gd name="T9" fmla="*/ 144 h 144"/>
                <a:gd name="T10" fmla="*/ 7 w 38"/>
                <a:gd name="T11" fmla="*/ 17 h 144"/>
                <a:gd name="T12" fmla="*/ 30 w 38"/>
                <a:gd name="T13" fmla="*/ 17 h 144"/>
                <a:gd name="T14" fmla="*/ 30 w 38"/>
                <a:gd name="T15" fmla="*/ 52 h 144"/>
                <a:gd name="T16" fmla="*/ 7 w 38"/>
                <a:gd name="T17" fmla="*/ 52 h 144"/>
                <a:gd name="T18" fmla="*/ 7 w 38"/>
                <a:gd name="T19" fmla="*/ 1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144">
                  <a:moveTo>
                    <a:pt x="0" y="144"/>
                  </a:moveTo>
                  <a:lnTo>
                    <a:pt x="38" y="144"/>
                  </a:lnTo>
                  <a:lnTo>
                    <a:pt x="38" y="0"/>
                  </a:lnTo>
                  <a:lnTo>
                    <a:pt x="0" y="0"/>
                  </a:lnTo>
                  <a:lnTo>
                    <a:pt x="0" y="144"/>
                  </a:lnTo>
                  <a:close/>
                  <a:moveTo>
                    <a:pt x="7" y="17"/>
                  </a:moveTo>
                  <a:lnTo>
                    <a:pt x="30" y="17"/>
                  </a:lnTo>
                  <a:lnTo>
                    <a:pt x="30" y="52"/>
                  </a:lnTo>
                  <a:lnTo>
                    <a:pt x="7" y="52"/>
                  </a:lnTo>
                  <a:lnTo>
                    <a:pt x="7"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44"/>
            <p:cNvSpPr>
              <a:spLocks noEditPoints="1"/>
            </p:cNvSpPr>
            <p:nvPr/>
          </p:nvSpPr>
          <p:spPr bwMode="auto">
            <a:xfrm>
              <a:off x="3712215" y="1041851"/>
              <a:ext cx="63500" cy="228600"/>
            </a:xfrm>
            <a:custGeom>
              <a:avLst/>
              <a:gdLst>
                <a:gd name="T0" fmla="*/ 0 w 40"/>
                <a:gd name="T1" fmla="*/ 144 h 144"/>
                <a:gd name="T2" fmla="*/ 40 w 40"/>
                <a:gd name="T3" fmla="*/ 144 h 144"/>
                <a:gd name="T4" fmla="*/ 40 w 40"/>
                <a:gd name="T5" fmla="*/ 0 h 144"/>
                <a:gd name="T6" fmla="*/ 0 w 40"/>
                <a:gd name="T7" fmla="*/ 0 h 144"/>
                <a:gd name="T8" fmla="*/ 0 w 40"/>
                <a:gd name="T9" fmla="*/ 144 h 144"/>
                <a:gd name="T10" fmla="*/ 10 w 40"/>
                <a:gd name="T11" fmla="*/ 17 h 144"/>
                <a:gd name="T12" fmla="*/ 31 w 40"/>
                <a:gd name="T13" fmla="*/ 17 h 144"/>
                <a:gd name="T14" fmla="*/ 31 w 40"/>
                <a:gd name="T15" fmla="*/ 52 h 144"/>
                <a:gd name="T16" fmla="*/ 10 w 40"/>
                <a:gd name="T17" fmla="*/ 52 h 144"/>
                <a:gd name="T18" fmla="*/ 10 w 40"/>
                <a:gd name="T19" fmla="*/ 1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144">
                  <a:moveTo>
                    <a:pt x="0" y="144"/>
                  </a:moveTo>
                  <a:lnTo>
                    <a:pt x="40" y="144"/>
                  </a:lnTo>
                  <a:lnTo>
                    <a:pt x="40" y="0"/>
                  </a:lnTo>
                  <a:lnTo>
                    <a:pt x="0" y="0"/>
                  </a:lnTo>
                  <a:lnTo>
                    <a:pt x="0" y="144"/>
                  </a:lnTo>
                  <a:close/>
                  <a:moveTo>
                    <a:pt x="10" y="17"/>
                  </a:moveTo>
                  <a:lnTo>
                    <a:pt x="31" y="17"/>
                  </a:lnTo>
                  <a:lnTo>
                    <a:pt x="31" y="52"/>
                  </a:lnTo>
                  <a:lnTo>
                    <a:pt x="10" y="52"/>
                  </a:lnTo>
                  <a:lnTo>
                    <a:pt x="10"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45"/>
            <p:cNvSpPr>
              <a:spLocks noEditPoints="1"/>
            </p:cNvSpPr>
            <p:nvPr/>
          </p:nvSpPr>
          <p:spPr bwMode="auto">
            <a:xfrm>
              <a:off x="3802703" y="1041851"/>
              <a:ext cx="60325" cy="228600"/>
            </a:xfrm>
            <a:custGeom>
              <a:avLst/>
              <a:gdLst>
                <a:gd name="T0" fmla="*/ 0 w 38"/>
                <a:gd name="T1" fmla="*/ 144 h 144"/>
                <a:gd name="T2" fmla="*/ 38 w 38"/>
                <a:gd name="T3" fmla="*/ 144 h 144"/>
                <a:gd name="T4" fmla="*/ 38 w 38"/>
                <a:gd name="T5" fmla="*/ 0 h 144"/>
                <a:gd name="T6" fmla="*/ 0 w 38"/>
                <a:gd name="T7" fmla="*/ 0 h 144"/>
                <a:gd name="T8" fmla="*/ 0 w 38"/>
                <a:gd name="T9" fmla="*/ 144 h 144"/>
                <a:gd name="T10" fmla="*/ 7 w 38"/>
                <a:gd name="T11" fmla="*/ 17 h 144"/>
                <a:gd name="T12" fmla="*/ 31 w 38"/>
                <a:gd name="T13" fmla="*/ 17 h 144"/>
                <a:gd name="T14" fmla="*/ 31 w 38"/>
                <a:gd name="T15" fmla="*/ 52 h 144"/>
                <a:gd name="T16" fmla="*/ 7 w 38"/>
                <a:gd name="T17" fmla="*/ 52 h 144"/>
                <a:gd name="T18" fmla="*/ 7 w 38"/>
                <a:gd name="T19" fmla="*/ 1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144">
                  <a:moveTo>
                    <a:pt x="0" y="144"/>
                  </a:moveTo>
                  <a:lnTo>
                    <a:pt x="38" y="144"/>
                  </a:lnTo>
                  <a:lnTo>
                    <a:pt x="38" y="0"/>
                  </a:lnTo>
                  <a:lnTo>
                    <a:pt x="0" y="0"/>
                  </a:lnTo>
                  <a:lnTo>
                    <a:pt x="0" y="144"/>
                  </a:lnTo>
                  <a:close/>
                  <a:moveTo>
                    <a:pt x="7" y="17"/>
                  </a:moveTo>
                  <a:lnTo>
                    <a:pt x="31" y="17"/>
                  </a:lnTo>
                  <a:lnTo>
                    <a:pt x="31" y="52"/>
                  </a:lnTo>
                  <a:lnTo>
                    <a:pt x="7" y="52"/>
                  </a:lnTo>
                  <a:lnTo>
                    <a:pt x="7"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46"/>
            <p:cNvSpPr>
              <a:spLocks noEditPoints="1"/>
            </p:cNvSpPr>
            <p:nvPr/>
          </p:nvSpPr>
          <p:spPr bwMode="auto">
            <a:xfrm>
              <a:off x="3907478" y="1940376"/>
              <a:ext cx="230188" cy="60325"/>
            </a:xfrm>
            <a:custGeom>
              <a:avLst/>
              <a:gdLst>
                <a:gd name="T0" fmla="*/ 145 w 145"/>
                <a:gd name="T1" fmla="*/ 0 h 38"/>
                <a:gd name="T2" fmla="*/ 0 w 145"/>
                <a:gd name="T3" fmla="*/ 0 h 38"/>
                <a:gd name="T4" fmla="*/ 0 w 145"/>
                <a:gd name="T5" fmla="*/ 38 h 38"/>
                <a:gd name="T6" fmla="*/ 145 w 145"/>
                <a:gd name="T7" fmla="*/ 38 h 38"/>
                <a:gd name="T8" fmla="*/ 145 w 145"/>
                <a:gd name="T9" fmla="*/ 0 h 38"/>
                <a:gd name="T10" fmla="*/ 50 w 145"/>
                <a:gd name="T11" fmla="*/ 31 h 38"/>
                <a:gd name="T12" fmla="*/ 14 w 145"/>
                <a:gd name="T13" fmla="*/ 31 h 38"/>
                <a:gd name="T14" fmla="*/ 14 w 145"/>
                <a:gd name="T15" fmla="*/ 7 h 38"/>
                <a:gd name="T16" fmla="*/ 50 w 145"/>
                <a:gd name="T17" fmla="*/ 7 h 38"/>
                <a:gd name="T18" fmla="*/ 50 w 145"/>
                <a:gd name="T19" fmla="*/ 3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5" h="38">
                  <a:moveTo>
                    <a:pt x="145" y="0"/>
                  </a:moveTo>
                  <a:lnTo>
                    <a:pt x="0" y="0"/>
                  </a:lnTo>
                  <a:lnTo>
                    <a:pt x="0" y="38"/>
                  </a:lnTo>
                  <a:lnTo>
                    <a:pt x="145" y="38"/>
                  </a:lnTo>
                  <a:lnTo>
                    <a:pt x="145" y="0"/>
                  </a:lnTo>
                  <a:close/>
                  <a:moveTo>
                    <a:pt x="50" y="31"/>
                  </a:moveTo>
                  <a:lnTo>
                    <a:pt x="14" y="31"/>
                  </a:lnTo>
                  <a:lnTo>
                    <a:pt x="14" y="7"/>
                  </a:lnTo>
                  <a:lnTo>
                    <a:pt x="50" y="7"/>
                  </a:lnTo>
                  <a:lnTo>
                    <a:pt x="50"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47"/>
            <p:cNvSpPr>
              <a:spLocks noEditPoints="1"/>
            </p:cNvSpPr>
            <p:nvPr/>
          </p:nvSpPr>
          <p:spPr bwMode="auto">
            <a:xfrm>
              <a:off x="3907478" y="1849889"/>
              <a:ext cx="230188" cy="63500"/>
            </a:xfrm>
            <a:custGeom>
              <a:avLst/>
              <a:gdLst>
                <a:gd name="T0" fmla="*/ 145 w 145"/>
                <a:gd name="T1" fmla="*/ 0 h 40"/>
                <a:gd name="T2" fmla="*/ 0 w 145"/>
                <a:gd name="T3" fmla="*/ 0 h 40"/>
                <a:gd name="T4" fmla="*/ 0 w 145"/>
                <a:gd name="T5" fmla="*/ 40 h 40"/>
                <a:gd name="T6" fmla="*/ 145 w 145"/>
                <a:gd name="T7" fmla="*/ 40 h 40"/>
                <a:gd name="T8" fmla="*/ 145 w 145"/>
                <a:gd name="T9" fmla="*/ 0 h 40"/>
                <a:gd name="T10" fmla="*/ 50 w 145"/>
                <a:gd name="T11" fmla="*/ 33 h 40"/>
                <a:gd name="T12" fmla="*/ 14 w 145"/>
                <a:gd name="T13" fmla="*/ 33 h 40"/>
                <a:gd name="T14" fmla="*/ 14 w 145"/>
                <a:gd name="T15" fmla="*/ 10 h 40"/>
                <a:gd name="T16" fmla="*/ 50 w 145"/>
                <a:gd name="T17" fmla="*/ 10 h 40"/>
                <a:gd name="T18" fmla="*/ 50 w 145"/>
                <a:gd name="T19" fmla="*/ 3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5" h="40">
                  <a:moveTo>
                    <a:pt x="145" y="0"/>
                  </a:moveTo>
                  <a:lnTo>
                    <a:pt x="0" y="0"/>
                  </a:lnTo>
                  <a:lnTo>
                    <a:pt x="0" y="40"/>
                  </a:lnTo>
                  <a:lnTo>
                    <a:pt x="145" y="40"/>
                  </a:lnTo>
                  <a:lnTo>
                    <a:pt x="145" y="0"/>
                  </a:lnTo>
                  <a:close/>
                  <a:moveTo>
                    <a:pt x="50" y="33"/>
                  </a:moveTo>
                  <a:lnTo>
                    <a:pt x="14" y="33"/>
                  </a:lnTo>
                  <a:lnTo>
                    <a:pt x="14" y="10"/>
                  </a:lnTo>
                  <a:lnTo>
                    <a:pt x="50" y="10"/>
                  </a:lnTo>
                  <a:lnTo>
                    <a:pt x="50"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Rectangle 48"/>
            <p:cNvSpPr>
              <a:spLocks noChangeArrowheads="1"/>
            </p:cNvSpPr>
            <p:nvPr/>
          </p:nvSpPr>
          <p:spPr bwMode="auto">
            <a:xfrm>
              <a:off x="3585215" y="1940376"/>
              <a:ext cx="71438" cy="603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Rectangle 49"/>
            <p:cNvSpPr>
              <a:spLocks noChangeArrowheads="1"/>
            </p:cNvSpPr>
            <p:nvPr/>
          </p:nvSpPr>
          <p:spPr bwMode="auto">
            <a:xfrm>
              <a:off x="3585215" y="1849889"/>
              <a:ext cx="71438" cy="635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50"/>
            <p:cNvSpPr>
              <a:spLocks noEditPoints="1"/>
            </p:cNvSpPr>
            <p:nvPr/>
          </p:nvSpPr>
          <p:spPr bwMode="auto">
            <a:xfrm>
              <a:off x="3712215" y="1770514"/>
              <a:ext cx="63500" cy="230188"/>
            </a:xfrm>
            <a:custGeom>
              <a:avLst/>
              <a:gdLst>
                <a:gd name="T0" fmla="*/ 17 w 17"/>
                <a:gd name="T1" fmla="*/ 61 h 61"/>
                <a:gd name="T2" fmla="*/ 17 w 17"/>
                <a:gd name="T3" fmla="*/ 0 h 61"/>
                <a:gd name="T4" fmla="*/ 4 w 17"/>
                <a:gd name="T5" fmla="*/ 0 h 61"/>
                <a:gd name="T6" fmla="*/ 0 w 17"/>
                <a:gd name="T7" fmla="*/ 2 h 61"/>
                <a:gd name="T8" fmla="*/ 0 w 17"/>
                <a:gd name="T9" fmla="*/ 61 h 61"/>
                <a:gd name="T10" fmla="*/ 17 w 17"/>
                <a:gd name="T11" fmla="*/ 61 h 61"/>
                <a:gd name="T12" fmla="*/ 13 w 17"/>
                <a:gd name="T13" fmla="*/ 6 h 61"/>
                <a:gd name="T14" fmla="*/ 13 w 17"/>
                <a:gd name="T15" fmla="*/ 22 h 61"/>
                <a:gd name="T16" fmla="*/ 4 w 17"/>
                <a:gd name="T17" fmla="*/ 22 h 61"/>
                <a:gd name="T18" fmla="*/ 4 w 17"/>
                <a:gd name="T19" fmla="*/ 6 h 61"/>
                <a:gd name="T20" fmla="*/ 13 w 17"/>
                <a:gd name="T21" fmla="*/ 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61">
                  <a:moveTo>
                    <a:pt x="17" y="61"/>
                  </a:moveTo>
                  <a:cubicBezTo>
                    <a:pt x="17" y="0"/>
                    <a:pt x="17" y="0"/>
                    <a:pt x="17" y="0"/>
                  </a:cubicBezTo>
                  <a:cubicBezTo>
                    <a:pt x="4" y="0"/>
                    <a:pt x="4" y="0"/>
                    <a:pt x="4" y="0"/>
                  </a:cubicBezTo>
                  <a:cubicBezTo>
                    <a:pt x="3" y="1"/>
                    <a:pt x="2" y="2"/>
                    <a:pt x="0" y="2"/>
                  </a:cubicBezTo>
                  <a:cubicBezTo>
                    <a:pt x="0" y="61"/>
                    <a:pt x="0" y="61"/>
                    <a:pt x="0" y="61"/>
                  </a:cubicBezTo>
                  <a:lnTo>
                    <a:pt x="17" y="61"/>
                  </a:lnTo>
                  <a:close/>
                  <a:moveTo>
                    <a:pt x="13" y="6"/>
                  </a:moveTo>
                  <a:cubicBezTo>
                    <a:pt x="13" y="22"/>
                    <a:pt x="13" y="22"/>
                    <a:pt x="13" y="22"/>
                  </a:cubicBezTo>
                  <a:cubicBezTo>
                    <a:pt x="4" y="22"/>
                    <a:pt x="4" y="22"/>
                    <a:pt x="4" y="22"/>
                  </a:cubicBezTo>
                  <a:cubicBezTo>
                    <a:pt x="4" y="6"/>
                    <a:pt x="4" y="6"/>
                    <a:pt x="4" y="6"/>
                  </a:cubicBezTo>
                  <a:lnTo>
                    <a:pt x="13"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51"/>
            <p:cNvSpPr>
              <a:spLocks noEditPoints="1"/>
            </p:cNvSpPr>
            <p:nvPr/>
          </p:nvSpPr>
          <p:spPr bwMode="auto">
            <a:xfrm>
              <a:off x="3802703" y="1770514"/>
              <a:ext cx="60325" cy="230188"/>
            </a:xfrm>
            <a:custGeom>
              <a:avLst/>
              <a:gdLst>
                <a:gd name="T0" fmla="*/ 38 w 38"/>
                <a:gd name="T1" fmla="*/ 0 h 145"/>
                <a:gd name="T2" fmla="*/ 0 w 38"/>
                <a:gd name="T3" fmla="*/ 0 h 145"/>
                <a:gd name="T4" fmla="*/ 0 w 38"/>
                <a:gd name="T5" fmla="*/ 145 h 145"/>
                <a:gd name="T6" fmla="*/ 38 w 38"/>
                <a:gd name="T7" fmla="*/ 145 h 145"/>
                <a:gd name="T8" fmla="*/ 38 w 38"/>
                <a:gd name="T9" fmla="*/ 0 h 145"/>
                <a:gd name="T10" fmla="*/ 31 w 38"/>
                <a:gd name="T11" fmla="*/ 52 h 145"/>
                <a:gd name="T12" fmla="*/ 7 w 38"/>
                <a:gd name="T13" fmla="*/ 52 h 145"/>
                <a:gd name="T14" fmla="*/ 7 w 38"/>
                <a:gd name="T15" fmla="*/ 15 h 145"/>
                <a:gd name="T16" fmla="*/ 31 w 38"/>
                <a:gd name="T17" fmla="*/ 15 h 145"/>
                <a:gd name="T18" fmla="*/ 31 w 38"/>
                <a:gd name="T19" fmla="*/ 5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145">
                  <a:moveTo>
                    <a:pt x="38" y="0"/>
                  </a:moveTo>
                  <a:lnTo>
                    <a:pt x="0" y="0"/>
                  </a:lnTo>
                  <a:lnTo>
                    <a:pt x="0" y="145"/>
                  </a:lnTo>
                  <a:lnTo>
                    <a:pt x="38" y="145"/>
                  </a:lnTo>
                  <a:lnTo>
                    <a:pt x="38" y="0"/>
                  </a:lnTo>
                  <a:close/>
                  <a:moveTo>
                    <a:pt x="31" y="52"/>
                  </a:moveTo>
                  <a:lnTo>
                    <a:pt x="7" y="52"/>
                  </a:lnTo>
                  <a:lnTo>
                    <a:pt x="7" y="15"/>
                  </a:lnTo>
                  <a:lnTo>
                    <a:pt x="31" y="15"/>
                  </a:lnTo>
                  <a:lnTo>
                    <a:pt x="31" y="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52"/>
            <p:cNvSpPr>
              <a:spLocks noEditPoints="1"/>
            </p:cNvSpPr>
            <p:nvPr/>
          </p:nvSpPr>
          <p:spPr bwMode="auto">
            <a:xfrm>
              <a:off x="4528190" y="1940376"/>
              <a:ext cx="228600" cy="60325"/>
            </a:xfrm>
            <a:custGeom>
              <a:avLst/>
              <a:gdLst>
                <a:gd name="T0" fmla="*/ 0 w 144"/>
                <a:gd name="T1" fmla="*/ 38 h 38"/>
                <a:gd name="T2" fmla="*/ 144 w 144"/>
                <a:gd name="T3" fmla="*/ 38 h 38"/>
                <a:gd name="T4" fmla="*/ 144 w 144"/>
                <a:gd name="T5" fmla="*/ 0 h 38"/>
                <a:gd name="T6" fmla="*/ 0 w 144"/>
                <a:gd name="T7" fmla="*/ 0 h 38"/>
                <a:gd name="T8" fmla="*/ 0 w 144"/>
                <a:gd name="T9" fmla="*/ 38 h 38"/>
                <a:gd name="T10" fmla="*/ 14 w 144"/>
                <a:gd name="T11" fmla="*/ 7 h 38"/>
                <a:gd name="T12" fmla="*/ 52 w 144"/>
                <a:gd name="T13" fmla="*/ 7 h 38"/>
                <a:gd name="T14" fmla="*/ 52 w 144"/>
                <a:gd name="T15" fmla="*/ 31 h 38"/>
                <a:gd name="T16" fmla="*/ 14 w 144"/>
                <a:gd name="T17" fmla="*/ 31 h 38"/>
                <a:gd name="T18" fmla="*/ 14 w 144"/>
                <a:gd name="T19" fmla="*/ 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4" h="38">
                  <a:moveTo>
                    <a:pt x="0" y="38"/>
                  </a:moveTo>
                  <a:lnTo>
                    <a:pt x="144" y="38"/>
                  </a:lnTo>
                  <a:lnTo>
                    <a:pt x="144" y="0"/>
                  </a:lnTo>
                  <a:lnTo>
                    <a:pt x="0" y="0"/>
                  </a:lnTo>
                  <a:lnTo>
                    <a:pt x="0" y="38"/>
                  </a:lnTo>
                  <a:close/>
                  <a:moveTo>
                    <a:pt x="14" y="7"/>
                  </a:moveTo>
                  <a:lnTo>
                    <a:pt x="52" y="7"/>
                  </a:lnTo>
                  <a:lnTo>
                    <a:pt x="52" y="31"/>
                  </a:lnTo>
                  <a:lnTo>
                    <a:pt x="14" y="31"/>
                  </a:lnTo>
                  <a:lnTo>
                    <a:pt x="14"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53"/>
            <p:cNvSpPr>
              <a:spLocks noEditPoints="1"/>
            </p:cNvSpPr>
            <p:nvPr/>
          </p:nvSpPr>
          <p:spPr bwMode="auto">
            <a:xfrm>
              <a:off x="4547240" y="1849889"/>
              <a:ext cx="233363" cy="63500"/>
            </a:xfrm>
            <a:custGeom>
              <a:avLst/>
              <a:gdLst>
                <a:gd name="T0" fmla="*/ 0 w 147"/>
                <a:gd name="T1" fmla="*/ 40 h 40"/>
                <a:gd name="T2" fmla="*/ 147 w 147"/>
                <a:gd name="T3" fmla="*/ 40 h 40"/>
                <a:gd name="T4" fmla="*/ 147 w 147"/>
                <a:gd name="T5" fmla="*/ 0 h 40"/>
                <a:gd name="T6" fmla="*/ 0 w 147"/>
                <a:gd name="T7" fmla="*/ 0 h 40"/>
                <a:gd name="T8" fmla="*/ 0 w 147"/>
                <a:gd name="T9" fmla="*/ 40 h 40"/>
                <a:gd name="T10" fmla="*/ 16 w 147"/>
                <a:gd name="T11" fmla="*/ 10 h 40"/>
                <a:gd name="T12" fmla="*/ 94 w 147"/>
                <a:gd name="T13" fmla="*/ 10 h 40"/>
                <a:gd name="T14" fmla="*/ 94 w 147"/>
                <a:gd name="T15" fmla="*/ 33 h 40"/>
                <a:gd name="T16" fmla="*/ 16 w 147"/>
                <a:gd name="T17" fmla="*/ 33 h 40"/>
                <a:gd name="T18" fmla="*/ 16 w 147"/>
                <a:gd name="T19" fmla="*/ 1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40">
                  <a:moveTo>
                    <a:pt x="0" y="40"/>
                  </a:moveTo>
                  <a:lnTo>
                    <a:pt x="147" y="40"/>
                  </a:lnTo>
                  <a:lnTo>
                    <a:pt x="147" y="0"/>
                  </a:lnTo>
                  <a:lnTo>
                    <a:pt x="0" y="0"/>
                  </a:lnTo>
                  <a:lnTo>
                    <a:pt x="0" y="40"/>
                  </a:lnTo>
                  <a:close/>
                  <a:moveTo>
                    <a:pt x="16" y="10"/>
                  </a:moveTo>
                  <a:lnTo>
                    <a:pt x="94" y="10"/>
                  </a:lnTo>
                  <a:lnTo>
                    <a:pt x="94" y="33"/>
                  </a:lnTo>
                  <a:lnTo>
                    <a:pt x="16" y="33"/>
                  </a:lnTo>
                  <a:lnTo>
                    <a:pt x="16"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54"/>
            <p:cNvSpPr>
              <a:spLocks noEditPoints="1"/>
            </p:cNvSpPr>
            <p:nvPr/>
          </p:nvSpPr>
          <p:spPr bwMode="auto">
            <a:xfrm>
              <a:off x="4806003" y="1940376"/>
              <a:ext cx="228600" cy="60325"/>
            </a:xfrm>
            <a:custGeom>
              <a:avLst/>
              <a:gdLst>
                <a:gd name="T0" fmla="*/ 0 w 144"/>
                <a:gd name="T1" fmla="*/ 38 h 38"/>
                <a:gd name="T2" fmla="*/ 144 w 144"/>
                <a:gd name="T3" fmla="*/ 38 h 38"/>
                <a:gd name="T4" fmla="*/ 144 w 144"/>
                <a:gd name="T5" fmla="*/ 0 h 38"/>
                <a:gd name="T6" fmla="*/ 0 w 144"/>
                <a:gd name="T7" fmla="*/ 0 h 38"/>
                <a:gd name="T8" fmla="*/ 0 w 144"/>
                <a:gd name="T9" fmla="*/ 38 h 38"/>
                <a:gd name="T10" fmla="*/ 17 w 144"/>
                <a:gd name="T11" fmla="*/ 7 h 38"/>
                <a:gd name="T12" fmla="*/ 52 w 144"/>
                <a:gd name="T13" fmla="*/ 7 h 38"/>
                <a:gd name="T14" fmla="*/ 52 w 144"/>
                <a:gd name="T15" fmla="*/ 31 h 38"/>
                <a:gd name="T16" fmla="*/ 17 w 144"/>
                <a:gd name="T17" fmla="*/ 31 h 38"/>
                <a:gd name="T18" fmla="*/ 17 w 144"/>
                <a:gd name="T19" fmla="*/ 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4" h="38">
                  <a:moveTo>
                    <a:pt x="0" y="38"/>
                  </a:moveTo>
                  <a:lnTo>
                    <a:pt x="144" y="38"/>
                  </a:lnTo>
                  <a:lnTo>
                    <a:pt x="144" y="0"/>
                  </a:lnTo>
                  <a:lnTo>
                    <a:pt x="0" y="0"/>
                  </a:lnTo>
                  <a:lnTo>
                    <a:pt x="0" y="38"/>
                  </a:lnTo>
                  <a:close/>
                  <a:moveTo>
                    <a:pt x="17" y="7"/>
                  </a:moveTo>
                  <a:lnTo>
                    <a:pt x="52" y="7"/>
                  </a:lnTo>
                  <a:lnTo>
                    <a:pt x="52" y="31"/>
                  </a:lnTo>
                  <a:lnTo>
                    <a:pt x="17" y="31"/>
                  </a:lnTo>
                  <a:lnTo>
                    <a:pt x="1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55"/>
            <p:cNvSpPr>
              <a:spLocks noEditPoints="1"/>
            </p:cNvSpPr>
            <p:nvPr/>
          </p:nvSpPr>
          <p:spPr bwMode="auto">
            <a:xfrm>
              <a:off x="4832990" y="1849889"/>
              <a:ext cx="231775" cy="63500"/>
            </a:xfrm>
            <a:custGeom>
              <a:avLst/>
              <a:gdLst>
                <a:gd name="T0" fmla="*/ 0 w 146"/>
                <a:gd name="T1" fmla="*/ 40 h 40"/>
                <a:gd name="T2" fmla="*/ 146 w 146"/>
                <a:gd name="T3" fmla="*/ 40 h 40"/>
                <a:gd name="T4" fmla="*/ 146 w 146"/>
                <a:gd name="T5" fmla="*/ 0 h 40"/>
                <a:gd name="T6" fmla="*/ 0 w 146"/>
                <a:gd name="T7" fmla="*/ 0 h 40"/>
                <a:gd name="T8" fmla="*/ 0 w 146"/>
                <a:gd name="T9" fmla="*/ 40 h 40"/>
                <a:gd name="T10" fmla="*/ 16 w 146"/>
                <a:gd name="T11" fmla="*/ 10 h 40"/>
                <a:gd name="T12" fmla="*/ 52 w 146"/>
                <a:gd name="T13" fmla="*/ 10 h 40"/>
                <a:gd name="T14" fmla="*/ 52 w 146"/>
                <a:gd name="T15" fmla="*/ 33 h 40"/>
                <a:gd name="T16" fmla="*/ 16 w 146"/>
                <a:gd name="T17" fmla="*/ 33 h 40"/>
                <a:gd name="T18" fmla="*/ 16 w 146"/>
                <a:gd name="T19" fmla="*/ 1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6" h="40">
                  <a:moveTo>
                    <a:pt x="0" y="40"/>
                  </a:moveTo>
                  <a:lnTo>
                    <a:pt x="146" y="40"/>
                  </a:lnTo>
                  <a:lnTo>
                    <a:pt x="146" y="0"/>
                  </a:lnTo>
                  <a:lnTo>
                    <a:pt x="0" y="0"/>
                  </a:lnTo>
                  <a:lnTo>
                    <a:pt x="0" y="40"/>
                  </a:lnTo>
                  <a:close/>
                  <a:moveTo>
                    <a:pt x="16" y="10"/>
                  </a:moveTo>
                  <a:lnTo>
                    <a:pt x="52" y="10"/>
                  </a:lnTo>
                  <a:lnTo>
                    <a:pt x="52" y="33"/>
                  </a:lnTo>
                  <a:lnTo>
                    <a:pt x="16" y="33"/>
                  </a:lnTo>
                  <a:lnTo>
                    <a:pt x="16"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56"/>
            <p:cNvSpPr>
              <a:spLocks noEditPoints="1"/>
            </p:cNvSpPr>
            <p:nvPr/>
          </p:nvSpPr>
          <p:spPr bwMode="auto">
            <a:xfrm>
              <a:off x="4336103" y="1770514"/>
              <a:ext cx="60325" cy="230188"/>
            </a:xfrm>
            <a:custGeom>
              <a:avLst/>
              <a:gdLst>
                <a:gd name="T0" fmla="*/ 0 w 38"/>
                <a:gd name="T1" fmla="*/ 145 h 145"/>
                <a:gd name="T2" fmla="*/ 38 w 38"/>
                <a:gd name="T3" fmla="*/ 145 h 145"/>
                <a:gd name="T4" fmla="*/ 38 w 38"/>
                <a:gd name="T5" fmla="*/ 0 h 145"/>
                <a:gd name="T6" fmla="*/ 0 w 38"/>
                <a:gd name="T7" fmla="*/ 0 h 145"/>
                <a:gd name="T8" fmla="*/ 0 w 38"/>
                <a:gd name="T9" fmla="*/ 145 h 145"/>
                <a:gd name="T10" fmla="*/ 7 w 38"/>
                <a:gd name="T11" fmla="*/ 15 h 145"/>
                <a:gd name="T12" fmla="*/ 31 w 38"/>
                <a:gd name="T13" fmla="*/ 15 h 145"/>
                <a:gd name="T14" fmla="*/ 31 w 38"/>
                <a:gd name="T15" fmla="*/ 52 h 145"/>
                <a:gd name="T16" fmla="*/ 7 w 38"/>
                <a:gd name="T17" fmla="*/ 52 h 145"/>
                <a:gd name="T18" fmla="*/ 7 w 38"/>
                <a:gd name="T19" fmla="*/ 1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145">
                  <a:moveTo>
                    <a:pt x="0" y="145"/>
                  </a:moveTo>
                  <a:lnTo>
                    <a:pt x="38" y="145"/>
                  </a:lnTo>
                  <a:lnTo>
                    <a:pt x="38" y="0"/>
                  </a:lnTo>
                  <a:lnTo>
                    <a:pt x="0" y="0"/>
                  </a:lnTo>
                  <a:lnTo>
                    <a:pt x="0" y="145"/>
                  </a:lnTo>
                  <a:close/>
                  <a:moveTo>
                    <a:pt x="7" y="15"/>
                  </a:moveTo>
                  <a:lnTo>
                    <a:pt x="31" y="15"/>
                  </a:lnTo>
                  <a:lnTo>
                    <a:pt x="31" y="52"/>
                  </a:lnTo>
                  <a:lnTo>
                    <a:pt x="7" y="52"/>
                  </a:lnTo>
                  <a:lnTo>
                    <a:pt x="7"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57"/>
            <p:cNvSpPr>
              <a:spLocks noEditPoints="1"/>
            </p:cNvSpPr>
            <p:nvPr/>
          </p:nvSpPr>
          <p:spPr bwMode="auto">
            <a:xfrm>
              <a:off x="4423415" y="1770514"/>
              <a:ext cx="58738" cy="230188"/>
            </a:xfrm>
            <a:custGeom>
              <a:avLst/>
              <a:gdLst>
                <a:gd name="T0" fmla="*/ 0 w 37"/>
                <a:gd name="T1" fmla="*/ 145 h 145"/>
                <a:gd name="T2" fmla="*/ 37 w 37"/>
                <a:gd name="T3" fmla="*/ 145 h 145"/>
                <a:gd name="T4" fmla="*/ 37 w 37"/>
                <a:gd name="T5" fmla="*/ 0 h 145"/>
                <a:gd name="T6" fmla="*/ 0 w 37"/>
                <a:gd name="T7" fmla="*/ 0 h 145"/>
                <a:gd name="T8" fmla="*/ 0 w 37"/>
                <a:gd name="T9" fmla="*/ 145 h 145"/>
                <a:gd name="T10" fmla="*/ 7 w 37"/>
                <a:gd name="T11" fmla="*/ 15 h 145"/>
                <a:gd name="T12" fmla="*/ 30 w 37"/>
                <a:gd name="T13" fmla="*/ 15 h 145"/>
                <a:gd name="T14" fmla="*/ 30 w 37"/>
                <a:gd name="T15" fmla="*/ 52 h 145"/>
                <a:gd name="T16" fmla="*/ 7 w 37"/>
                <a:gd name="T17" fmla="*/ 52 h 145"/>
                <a:gd name="T18" fmla="*/ 7 w 37"/>
                <a:gd name="T19" fmla="*/ 1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145">
                  <a:moveTo>
                    <a:pt x="0" y="145"/>
                  </a:moveTo>
                  <a:lnTo>
                    <a:pt x="37" y="145"/>
                  </a:lnTo>
                  <a:lnTo>
                    <a:pt x="37" y="0"/>
                  </a:lnTo>
                  <a:lnTo>
                    <a:pt x="0" y="0"/>
                  </a:lnTo>
                  <a:lnTo>
                    <a:pt x="0" y="145"/>
                  </a:lnTo>
                  <a:close/>
                  <a:moveTo>
                    <a:pt x="7" y="15"/>
                  </a:moveTo>
                  <a:lnTo>
                    <a:pt x="30" y="15"/>
                  </a:lnTo>
                  <a:lnTo>
                    <a:pt x="30" y="52"/>
                  </a:lnTo>
                  <a:lnTo>
                    <a:pt x="7" y="52"/>
                  </a:lnTo>
                  <a:lnTo>
                    <a:pt x="7"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58"/>
            <p:cNvSpPr>
              <a:spLocks noEditPoints="1"/>
            </p:cNvSpPr>
            <p:nvPr/>
          </p:nvSpPr>
          <p:spPr bwMode="auto">
            <a:xfrm>
              <a:off x="3888428" y="1041851"/>
              <a:ext cx="153988" cy="233363"/>
            </a:xfrm>
            <a:custGeom>
              <a:avLst/>
              <a:gdLst>
                <a:gd name="T0" fmla="*/ 0 w 97"/>
                <a:gd name="T1" fmla="*/ 17 h 147"/>
                <a:gd name="T2" fmla="*/ 62 w 97"/>
                <a:gd name="T3" fmla="*/ 147 h 147"/>
                <a:gd name="T4" fmla="*/ 97 w 97"/>
                <a:gd name="T5" fmla="*/ 130 h 147"/>
                <a:gd name="T6" fmla="*/ 34 w 97"/>
                <a:gd name="T7" fmla="*/ 0 h 147"/>
                <a:gd name="T8" fmla="*/ 0 w 97"/>
                <a:gd name="T9" fmla="*/ 17 h 147"/>
                <a:gd name="T10" fmla="*/ 29 w 97"/>
                <a:gd name="T11" fmla="*/ 59 h 147"/>
                <a:gd name="T12" fmla="*/ 12 w 97"/>
                <a:gd name="T13" fmla="*/ 26 h 147"/>
                <a:gd name="T14" fmla="*/ 34 w 97"/>
                <a:gd name="T15" fmla="*/ 17 h 147"/>
                <a:gd name="T16" fmla="*/ 50 w 97"/>
                <a:gd name="T17" fmla="*/ 50 h 147"/>
                <a:gd name="T18" fmla="*/ 29 w 97"/>
                <a:gd name="T19" fmla="*/ 59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 h="147">
                  <a:moveTo>
                    <a:pt x="0" y="17"/>
                  </a:moveTo>
                  <a:lnTo>
                    <a:pt x="62" y="147"/>
                  </a:lnTo>
                  <a:lnTo>
                    <a:pt x="97" y="130"/>
                  </a:lnTo>
                  <a:lnTo>
                    <a:pt x="34" y="0"/>
                  </a:lnTo>
                  <a:lnTo>
                    <a:pt x="0" y="17"/>
                  </a:lnTo>
                  <a:close/>
                  <a:moveTo>
                    <a:pt x="29" y="59"/>
                  </a:moveTo>
                  <a:lnTo>
                    <a:pt x="12" y="26"/>
                  </a:lnTo>
                  <a:lnTo>
                    <a:pt x="34" y="17"/>
                  </a:lnTo>
                  <a:lnTo>
                    <a:pt x="50" y="50"/>
                  </a:lnTo>
                  <a:lnTo>
                    <a:pt x="29"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59"/>
            <p:cNvSpPr>
              <a:spLocks noEditPoints="1"/>
            </p:cNvSpPr>
            <p:nvPr/>
          </p:nvSpPr>
          <p:spPr bwMode="auto">
            <a:xfrm>
              <a:off x="3990028" y="1041851"/>
              <a:ext cx="153988" cy="233363"/>
            </a:xfrm>
            <a:custGeom>
              <a:avLst/>
              <a:gdLst>
                <a:gd name="T0" fmla="*/ 36 w 97"/>
                <a:gd name="T1" fmla="*/ 0 h 147"/>
                <a:gd name="T2" fmla="*/ 0 w 97"/>
                <a:gd name="T3" fmla="*/ 17 h 147"/>
                <a:gd name="T4" fmla="*/ 62 w 97"/>
                <a:gd name="T5" fmla="*/ 147 h 147"/>
                <a:gd name="T6" fmla="*/ 97 w 97"/>
                <a:gd name="T7" fmla="*/ 130 h 147"/>
                <a:gd name="T8" fmla="*/ 36 w 97"/>
                <a:gd name="T9" fmla="*/ 0 h 147"/>
                <a:gd name="T10" fmla="*/ 29 w 97"/>
                <a:gd name="T11" fmla="*/ 59 h 147"/>
                <a:gd name="T12" fmla="*/ 15 w 97"/>
                <a:gd name="T13" fmla="*/ 26 h 147"/>
                <a:gd name="T14" fmla="*/ 33 w 97"/>
                <a:gd name="T15" fmla="*/ 17 h 147"/>
                <a:gd name="T16" fmla="*/ 50 w 97"/>
                <a:gd name="T17" fmla="*/ 50 h 147"/>
                <a:gd name="T18" fmla="*/ 29 w 97"/>
                <a:gd name="T19" fmla="*/ 59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 h="147">
                  <a:moveTo>
                    <a:pt x="36" y="0"/>
                  </a:moveTo>
                  <a:lnTo>
                    <a:pt x="0" y="17"/>
                  </a:lnTo>
                  <a:lnTo>
                    <a:pt x="62" y="147"/>
                  </a:lnTo>
                  <a:lnTo>
                    <a:pt x="97" y="130"/>
                  </a:lnTo>
                  <a:lnTo>
                    <a:pt x="36" y="0"/>
                  </a:lnTo>
                  <a:close/>
                  <a:moveTo>
                    <a:pt x="29" y="59"/>
                  </a:moveTo>
                  <a:lnTo>
                    <a:pt x="15" y="26"/>
                  </a:lnTo>
                  <a:lnTo>
                    <a:pt x="33" y="17"/>
                  </a:lnTo>
                  <a:lnTo>
                    <a:pt x="50" y="50"/>
                  </a:lnTo>
                  <a:lnTo>
                    <a:pt x="29"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60"/>
            <p:cNvSpPr>
              <a:spLocks noEditPoints="1"/>
            </p:cNvSpPr>
            <p:nvPr/>
          </p:nvSpPr>
          <p:spPr bwMode="auto">
            <a:xfrm>
              <a:off x="5042540" y="1041851"/>
              <a:ext cx="153988" cy="233363"/>
            </a:xfrm>
            <a:custGeom>
              <a:avLst/>
              <a:gdLst>
                <a:gd name="T0" fmla="*/ 97 w 97"/>
                <a:gd name="T1" fmla="*/ 130 h 147"/>
                <a:gd name="T2" fmla="*/ 33 w 97"/>
                <a:gd name="T3" fmla="*/ 0 h 147"/>
                <a:gd name="T4" fmla="*/ 0 w 97"/>
                <a:gd name="T5" fmla="*/ 17 h 147"/>
                <a:gd name="T6" fmla="*/ 62 w 97"/>
                <a:gd name="T7" fmla="*/ 147 h 147"/>
                <a:gd name="T8" fmla="*/ 97 w 97"/>
                <a:gd name="T9" fmla="*/ 130 h 147"/>
                <a:gd name="T10" fmla="*/ 29 w 97"/>
                <a:gd name="T11" fmla="*/ 59 h 147"/>
                <a:gd name="T12" fmla="*/ 14 w 97"/>
                <a:gd name="T13" fmla="*/ 26 h 147"/>
                <a:gd name="T14" fmla="*/ 33 w 97"/>
                <a:gd name="T15" fmla="*/ 17 h 147"/>
                <a:gd name="T16" fmla="*/ 50 w 97"/>
                <a:gd name="T17" fmla="*/ 50 h 147"/>
                <a:gd name="T18" fmla="*/ 29 w 97"/>
                <a:gd name="T19" fmla="*/ 59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 h="147">
                  <a:moveTo>
                    <a:pt x="97" y="130"/>
                  </a:moveTo>
                  <a:lnTo>
                    <a:pt x="33" y="0"/>
                  </a:lnTo>
                  <a:lnTo>
                    <a:pt x="0" y="17"/>
                  </a:lnTo>
                  <a:lnTo>
                    <a:pt x="62" y="147"/>
                  </a:lnTo>
                  <a:lnTo>
                    <a:pt x="97" y="130"/>
                  </a:lnTo>
                  <a:close/>
                  <a:moveTo>
                    <a:pt x="29" y="59"/>
                  </a:moveTo>
                  <a:lnTo>
                    <a:pt x="14" y="26"/>
                  </a:lnTo>
                  <a:lnTo>
                    <a:pt x="33" y="17"/>
                  </a:lnTo>
                  <a:lnTo>
                    <a:pt x="50" y="50"/>
                  </a:lnTo>
                  <a:lnTo>
                    <a:pt x="29"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61"/>
            <p:cNvSpPr>
              <a:spLocks noEditPoints="1"/>
            </p:cNvSpPr>
            <p:nvPr/>
          </p:nvSpPr>
          <p:spPr bwMode="auto">
            <a:xfrm>
              <a:off x="5144140" y="1041851"/>
              <a:ext cx="153988" cy="233363"/>
            </a:xfrm>
            <a:custGeom>
              <a:avLst/>
              <a:gdLst>
                <a:gd name="T0" fmla="*/ 97 w 97"/>
                <a:gd name="T1" fmla="*/ 130 h 147"/>
                <a:gd name="T2" fmla="*/ 36 w 97"/>
                <a:gd name="T3" fmla="*/ 0 h 147"/>
                <a:gd name="T4" fmla="*/ 0 w 97"/>
                <a:gd name="T5" fmla="*/ 17 h 147"/>
                <a:gd name="T6" fmla="*/ 64 w 97"/>
                <a:gd name="T7" fmla="*/ 147 h 147"/>
                <a:gd name="T8" fmla="*/ 97 w 97"/>
                <a:gd name="T9" fmla="*/ 130 h 147"/>
                <a:gd name="T10" fmla="*/ 29 w 97"/>
                <a:gd name="T11" fmla="*/ 59 h 147"/>
                <a:gd name="T12" fmla="*/ 14 w 97"/>
                <a:gd name="T13" fmla="*/ 26 h 147"/>
                <a:gd name="T14" fmla="*/ 36 w 97"/>
                <a:gd name="T15" fmla="*/ 17 h 147"/>
                <a:gd name="T16" fmla="*/ 50 w 97"/>
                <a:gd name="T17" fmla="*/ 50 h 147"/>
                <a:gd name="T18" fmla="*/ 29 w 97"/>
                <a:gd name="T19" fmla="*/ 59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 h="147">
                  <a:moveTo>
                    <a:pt x="97" y="130"/>
                  </a:moveTo>
                  <a:lnTo>
                    <a:pt x="36" y="0"/>
                  </a:lnTo>
                  <a:lnTo>
                    <a:pt x="0" y="17"/>
                  </a:lnTo>
                  <a:lnTo>
                    <a:pt x="64" y="147"/>
                  </a:lnTo>
                  <a:lnTo>
                    <a:pt x="97" y="130"/>
                  </a:lnTo>
                  <a:close/>
                  <a:moveTo>
                    <a:pt x="29" y="59"/>
                  </a:moveTo>
                  <a:lnTo>
                    <a:pt x="14" y="26"/>
                  </a:lnTo>
                  <a:lnTo>
                    <a:pt x="36" y="17"/>
                  </a:lnTo>
                  <a:lnTo>
                    <a:pt x="50" y="50"/>
                  </a:lnTo>
                  <a:lnTo>
                    <a:pt x="29"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62"/>
            <p:cNvSpPr>
              <a:spLocks/>
            </p:cNvSpPr>
            <p:nvPr/>
          </p:nvSpPr>
          <p:spPr bwMode="auto">
            <a:xfrm>
              <a:off x="3851915" y="1538739"/>
              <a:ext cx="288925" cy="100013"/>
            </a:xfrm>
            <a:custGeom>
              <a:avLst/>
              <a:gdLst>
                <a:gd name="T0" fmla="*/ 77 w 77"/>
                <a:gd name="T1" fmla="*/ 0 h 27"/>
                <a:gd name="T2" fmla="*/ 15 w 77"/>
                <a:gd name="T3" fmla="*/ 0 h 27"/>
                <a:gd name="T4" fmla="*/ 15 w 77"/>
                <a:gd name="T5" fmla="*/ 0 h 27"/>
                <a:gd name="T6" fmla="*/ 12 w 77"/>
                <a:gd name="T7" fmla="*/ 6 h 27"/>
                <a:gd name="T8" fmla="*/ 39 w 77"/>
                <a:gd name="T9" fmla="*/ 6 h 27"/>
                <a:gd name="T10" fmla="*/ 39 w 77"/>
                <a:gd name="T11" fmla="*/ 21 h 27"/>
                <a:gd name="T12" fmla="*/ 4 w 77"/>
                <a:gd name="T13" fmla="*/ 21 h 27"/>
                <a:gd name="T14" fmla="*/ 0 w 77"/>
                <a:gd name="T15" fmla="*/ 27 h 27"/>
                <a:gd name="T16" fmla="*/ 77 w 77"/>
                <a:gd name="T17" fmla="*/ 27 h 27"/>
                <a:gd name="T18" fmla="*/ 77 w 77"/>
                <a:gd name="T1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7" h="27">
                  <a:moveTo>
                    <a:pt x="77" y="0"/>
                  </a:moveTo>
                  <a:cubicBezTo>
                    <a:pt x="15" y="0"/>
                    <a:pt x="15" y="0"/>
                    <a:pt x="15" y="0"/>
                  </a:cubicBezTo>
                  <a:cubicBezTo>
                    <a:pt x="15" y="0"/>
                    <a:pt x="15" y="0"/>
                    <a:pt x="15" y="0"/>
                  </a:cubicBezTo>
                  <a:cubicBezTo>
                    <a:pt x="14" y="2"/>
                    <a:pt x="13" y="4"/>
                    <a:pt x="12" y="6"/>
                  </a:cubicBezTo>
                  <a:cubicBezTo>
                    <a:pt x="39" y="6"/>
                    <a:pt x="39" y="6"/>
                    <a:pt x="39" y="6"/>
                  </a:cubicBezTo>
                  <a:cubicBezTo>
                    <a:pt x="39" y="21"/>
                    <a:pt x="39" y="21"/>
                    <a:pt x="39" y="21"/>
                  </a:cubicBezTo>
                  <a:cubicBezTo>
                    <a:pt x="4" y="21"/>
                    <a:pt x="4" y="21"/>
                    <a:pt x="4" y="21"/>
                  </a:cubicBezTo>
                  <a:cubicBezTo>
                    <a:pt x="2" y="23"/>
                    <a:pt x="1" y="25"/>
                    <a:pt x="0" y="27"/>
                  </a:cubicBezTo>
                  <a:cubicBezTo>
                    <a:pt x="77" y="27"/>
                    <a:pt x="77" y="27"/>
                    <a:pt x="77" y="27"/>
                  </a:cubicBezTo>
                  <a:lnTo>
                    <a:pt x="7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63"/>
            <p:cNvSpPr>
              <a:spLocks/>
            </p:cNvSpPr>
            <p:nvPr/>
          </p:nvSpPr>
          <p:spPr bwMode="auto">
            <a:xfrm>
              <a:off x="3882078" y="1413326"/>
              <a:ext cx="258763" cy="101600"/>
            </a:xfrm>
            <a:custGeom>
              <a:avLst/>
              <a:gdLst>
                <a:gd name="T0" fmla="*/ 69 w 69"/>
                <a:gd name="T1" fmla="*/ 0 h 27"/>
                <a:gd name="T2" fmla="*/ 0 w 69"/>
                <a:gd name="T3" fmla="*/ 0 h 27"/>
                <a:gd name="T4" fmla="*/ 5 w 69"/>
                <a:gd name="T5" fmla="*/ 6 h 27"/>
                <a:gd name="T6" fmla="*/ 31 w 69"/>
                <a:gd name="T7" fmla="*/ 6 h 27"/>
                <a:gd name="T8" fmla="*/ 31 w 69"/>
                <a:gd name="T9" fmla="*/ 21 h 27"/>
                <a:gd name="T10" fmla="*/ 9 w 69"/>
                <a:gd name="T11" fmla="*/ 21 h 27"/>
                <a:gd name="T12" fmla="*/ 9 w 69"/>
                <a:gd name="T13" fmla="*/ 27 h 27"/>
                <a:gd name="T14" fmla="*/ 69 w 69"/>
                <a:gd name="T15" fmla="*/ 27 h 27"/>
                <a:gd name="T16" fmla="*/ 69 w 69"/>
                <a:gd name="T1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27">
                  <a:moveTo>
                    <a:pt x="69" y="0"/>
                  </a:moveTo>
                  <a:cubicBezTo>
                    <a:pt x="0" y="0"/>
                    <a:pt x="0" y="0"/>
                    <a:pt x="0" y="0"/>
                  </a:cubicBezTo>
                  <a:cubicBezTo>
                    <a:pt x="2" y="2"/>
                    <a:pt x="4" y="4"/>
                    <a:pt x="5" y="6"/>
                  </a:cubicBezTo>
                  <a:cubicBezTo>
                    <a:pt x="31" y="6"/>
                    <a:pt x="31" y="6"/>
                    <a:pt x="31" y="6"/>
                  </a:cubicBezTo>
                  <a:cubicBezTo>
                    <a:pt x="31" y="21"/>
                    <a:pt x="31" y="21"/>
                    <a:pt x="31" y="21"/>
                  </a:cubicBezTo>
                  <a:cubicBezTo>
                    <a:pt x="9" y="21"/>
                    <a:pt x="9" y="21"/>
                    <a:pt x="9" y="21"/>
                  </a:cubicBezTo>
                  <a:cubicBezTo>
                    <a:pt x="9" y="23"/>
                    <a:pt x="9" y="25"/>
                    <a:pt x="9" y="27"/>
                  </a:cubicBezTo>
                  <a:cubicBezTo>
                    <a:pt x="69" y="27"/>
                    <a:pt x="69" y="27"/>
                    <a:pt x="69" y="27"/>
                  </a:cubicBezTo>
                  <a:lnTo>
                    <a:pt x="6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64"/>
            <p:cNvSpPr>
              <a:spLocks/>
            </p:cNvSpPr>
            <p:nvPr/>
          </p:nvSpPr>
          <p:spPr bwMode="auto">
            <a:xfrm>
              <a:off x="3531240" y="1538739"/>
              <a:ext cx="90488" cy="88900"/>
            </a:xfrm>
            <a:custGeom>
              <a:avLst/>
              <a:gdLst>
                <a:gd name="T0" fmla="*/ 7 w 24"/>
                <a:gd name="T1" fmla="*/ 0 h 24"/>
                <a:gd name="T2" fmla="*/ 0 w 24"/>
                <a:gd name="T3" fmla="*/ 24 h 24"/>
                <a:gd name="T4" fmla="*/ 4 w 24"/>
                <a:gd name="T5" fmla="*/ 22 h 24"/>
                <a:gd name="T6" fmla="*/ 24 w 24"/>
                <a:gd name="T7" fmla="*/ 8 h 24"/>
                <a:gd name="T8" fmla="*/ 24 w 24"/>
                <a:gd name="T9" fmla="*/ 0 h 24"/>
                <a:gd name="T10" fmla="*/ 7 w 24"/>
                <a:gd name="T11" fmla="*/ 0 h 24"/>
              </a:gdLst>
              <a:ahLst/>
              <a:cxnLst>
                <a:cxn ang="0">
                  <a:pos x="T0" y="T1"/>
                </a:cxn>
                <a:cxn ang="0">
                  <a:pos x="T2" y="T3"/>
                </a:cxn>
                <a:cxn ang="0">
                  <a:pos x="T4" y="T5"/>
                </a:cxn>
                <a:cxn ang="0">
                  <a:pos x="T6" y="T7"/>
                </a:cxn>
                <a:cxn ang="0">
                  <a:pos x="T8" y="T9"/>
                </a:cxn>
                <a:cxn ang="0">
                  <a:pos x="T10" y="T11"/>
                </a:cxn>
              </a:cxnLst>
              <a:rect l="0" t="0" r="r" b="b"/>
              <a:pathLst>
                <a:path w="24" h="24">
                  <a:moveTo>
                    <a:pt x="7" y="0"/>
                  </a:moveTo>
                  <a:cubicBezTo>
                    <a:pt x="7" y="9"/>
                    <a:pt x="4" y="17"/>
                    <a:pt x="0" y="24"/>
                  </a:cubicBezTo>
                  <a:cubicBezTo>
                    <a:pt x="2" y="23"/>
                    <a:pt x="3" y="23"/>
                    <a:pt x="4" y="22"/>
                  </a:cubicBezTo>
                  <a:cubicBezTo>
                    <a:pt x="12" y="19"/>
                    <a:pt x="18" y="14"/>
                    <a:pt x="24" y="8"/>
                  </a:cubicBezTo>
                  <a:cubicBezTo>
                    <a:pt x="24" y="0"/>
                    <a:pt x="24" y="0"/>
                    <a:pt x="24" y="0"/>
                  </a:cubicBezTo>
                  <a:lnTo>
                    <a:pt x="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65"/>
            <p:cNvSpPr>
              <a:spLocks/>
            </p:cNvSpPr>
            <p:nvPr/>
          </p:nvSpPr>
          <p:spPr bwMode="auto">
            <a:xfrm>
              <a:off x="3516953" y="1413326"/>
              <a:ext cx="211138" cy="101600"/>
            </a:xfrm>
            <a:custGeom>
              <a:avLst/>
              <a:gdLst>
                <a:gd name="T0" fmla="*/ 0 w 56"/>
                <a:gd name="T1" fmla="*/ 0 h 27"/>
                <a:gd name="T2" fmla="*/ 4 w 56"/>
                <a:gd name="T3" fmla="*/ 6 h 27"/>
                <a:gd name="T4" fmla="*/ 18 w 56"/>
                <a:gd name="T5" fmla="*/ 6 h 27"/>
                <a:gd name="T6" fmla="*/ 18 w 56"/>
                <a:gd name="T7" fmla="*/ 21 h 27"/>
                <a:gd name="T8" fmla="*/ 10 w 56"/>
                <a:gd name="T9" fmla="*/ 21 h 27"/>
                <a:gd name="T10" fmla="*/ 11 w 56"/>
                <a:gd name="T11" fmla="*/ 27 h 27"/>
                <a:gd name="T12" fmla="*/ 40 w 56"/>
                <a:gd name="T13" fmla="*/ 27 h 27"/>
                <a:gd name="T14" fmla="*/ 50 w 56"/>
                <a:gd name="T15" fmla="*/ 9 h 27"/>
                <a:gd name="T16" fmla="*/ 56 w 56"/>
                <a:gd name="T17" fmla="*/ 0 h 27"/>
                <a:gd name="T18" fmla="*/ 56 w 56"/>
                <a:gd name="T19" fmla="*/ 0 h 27"/>
                <a:gd name="T20" fmla="*/ 0 w 56"/>
                <a:gd name="T2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6" h="27">
                  <a:moveTo>
                    <a:pt x="0" y="0"/>
                  </a:moveTo>
                  <a:cubicBezTo>
                    <a:pt x="2" y="2"/>
                    <a:pt x="3" y="4"/>
                    <a:pt x="4" y="6"/>
                  </a:cubicBezTo>
                  <a:cubicBezTo>
                    <a:pt x="18" y="6"/>
                    <a:pt x="18" y="6"/>
                    <a:pt x="18" y="6"/>
                  </a:cubicBezTo>
                  <a:cubicBezTo>
                    <a:pt x="18" y="21"/>
                    <a:pt x="18" y="21"/>
                    <a:pt x="18" y="21"/>
                  </a:cubicBezTo>
                  <a:cubicBezTo>
                    <a:pt x="10" y="21"/>
                    <a:pt x="10" y="21"/>
                    <a:pt x="10" y="21"/>
                  </a:cubicBezTo>
                  <a:cubicBezTo>
                    <a:pt x="10" y="23"/>
                    <a:pt x="10" y="25"/>
                    <a:pt x="11" y="27"/>
                  </a:cubicBezTo>
                  <a:cubicBezTo>
                    <a:pt x="40" y="27"/>
                    <a:pt x="40" y="27"/>
                    <a:pt x="40" y="27"/>
                  </a:cubicBezTo>
                  <a:cubicBezTo>
                    <a:pt x="43" y="22"/>
                    <a:pt x="47" y="16"/>
                    <a:pt x="50" y="9"/>
                  </a:cubicBezTo>
                  <a:cubicBezTo>
                    <a:pt x="51" y="6"/>
                    <a:pt x="53" y="3"/>
                    <a:pt x="56" y="0"/>
                  </a:cubicBezTo>
                  <a:cubicBezTo>
                    <a:pt x="56" y="0"/>
                    <a:pt x="56" y="0"/>
                    <a:pt x="56"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66"/>
            <p:cNvSpPr>
              <a:spLocks noEditPoints="1"/>
            </p:cNvSpPr>
            <p:nvPr/>
          </p:nvSpPr>
          <p:spPr bwMode="auto">
            <a:xfrm>
              <a:off x="4358328" y="1538739"/>
              <a:ext cx="379413" cy="100013"/>
            </a:xfrm>
            <a:custGeom>
              <a:avLst/>
              <a:gdLst>
                <a:gd name="T0" fmla="*/ 0 w 239"/>
                <a:gd name="T1" fmla="*/ 63 h 63"/>
                <a:gd name="T2" fmla="*/ 239 w 239"/>
                <a:gd name="T3" fmla="*/ 63 h 63"/>
                <a:gd name="T4" fmla="*/ 239 w 239"/>
                <a:gd name="T5" fmla="*/ 0 h 63"/>
                <a:gd name="T6" fmla="*/ 0 w 239"/>
                <a:gd name="T7" fmla="*/ 0 h 63"/>
                <a:gd name="T8" fmla="*/ 0 w 239"/>
                <a:gd name="T9" fmla="*/ 63 h 63"/>
                <a:gd name="T10" fmla="*/ 22 w 239"/>
                <a:gd name="T11" fmla="*/ 14 h 63"/>
                <a:gd name="T12" fmla="*/ 152 w 239"/>
                <a:gd name="T13" fmla="*/ 14 h 63"/>
                <a:gd name="T14" fmla="*/ 152 w 239"/>
                <a:gd name="T15" fmla="*/ 49 h 63"/>
                <a:gd name="T16" fmla="*/ 22 w 239"/>
                <a:gd name="T17" fmla="*/ 49 h 63"/>
                <a:gd name="T18" fmla="*/ 22 w 239"/>
                <a:gd name="T19" fmla="*/ 14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9" h="63">
                  <a:moveTo>
                    <a:pt x="0" y="63"/>
                  </a:moveTo>
                  <a:lnTo>
                    <a:pt x="239" y="63"/>
                  </a:lnTo>
                  <a:lnTo>
                    <a:pt x="239" y="0"/>
                  </a:lnTo>
                  <a:lnTo>
                    <a:pt x="0" y="0"/>
                  </a:lnTo>
                  <a:lnTo>
                    <a:pt x="0" y="63"/>
                  </a:lnTo>
                  <a:close/>
                  <a:moveTo>
                    <a:pt x="22" y="14"/>
                  </a:moveTo>
                  <a:lnTo>
                    <a:pt x="152" y="14"/>
                  </a:lnTo>
                  <a:lnTo>
                    <a:pt x="152" y="49"/>
                  </a:lnTo>
                  <a:lnTo>
                    <a:pt x="22" y="49"/>
                  </a:lnTo>
                  <a:lnTo>
                    <a:pt x="22"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67"/>
            <p:cNvSpPr>
              <a:spLocks noEditPoints="1"/>
            </p:cNvSpPr>
            <p:nvPr/>
          </p:nvSpPr>
          <p:spPr bwMode="auto">
            <a:xfrm>
              <a:off x="4786953" y="1538739"/>
              <a:ext cx="379413" cy="100013"/>
            </a:xfrm>
            <a:custGeom>
              <a:avLst/>
              <a:gdLst>
                <a:gd name="T0" fmla="*/ 0 w 239"/>
                <a:gd name="T1" fmla="*/ 63 h 63"/>
                <a:gd name="T2" fmla="*/ 239 w 239"/>
                <a:gd name="T3" fmla="*/ 63 h 63"/>
                <a:gd name="T4" fmla="*/ 239 w 239"/>
                <a:gd name="T5" fmla="*/ 0 h 63"/>
                <a:gd name="T6" fmla="*/ 0 w 239"/>
                <a:gd name="T7" fmla="*/ 0 h 63"/>
                <a:gd name="T8" fmla="*/ 0 w 239"/>
                <a:gd name="T9" fmla="*/ 63 h 63"/>
                <a:gd name="T10" fmla="*/ 19 w 239"/>
                <a:gd name="T11" fmla="*/ 14 h 63"/>
                <a:gd name="T12" fmla="*/ 149 w 239"/>
                <a:gd name="T13" fmla="*/ 14 h 63"/>
                <a:gd name="T14" fmla="*/ 149 w 239"/>
                <a:gd name="T15" fmla="*/ 49 h 63"/>
                <a:gd name="T16" fmla="*/ 19 w 239"/>
                <a:gd name="T17" fmla="*/ 49 h 63"/>
                <a:gd name="T18" fmla="*/ 19 w 239"/>
                <a:gd name="T19" fmla="*/ 14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9" h="63">
                  <a:moveTo>
                    <a:pt x="0" y="63"/>
                  </a:moveTo>
                  <a:lnTo>
                    <a:pt x="239" y="63"/>
                  </a:lnTo>
                  <a:lnTo>
                    <a:pt x="239" y="0"/>
                  </a:lnTo>
                  <a:lnTo>
                    <a:pt x="0" y="0"/>
                  </a:lnTo>
                  <a:lnTo>
                    <a:pt x="0" y="63"/>
                  </a:lnTo>
                  <a:close/>
                  <a:moveTo>
                    <a:pt x="19" y="14"/>
                  </a:moveTo>
                  <a:lnTo>
                    <a:pt x="149" y="14"/>
                  </a:lnTo>
                  <a:lnTo>
                    <a:pt x="149" y="49"/>
                  </a:lnTo>
                  <a:lnTo>
                    <a:pt x="19" y="49"/>
                  </a:lnTo>
                  <a:lnTo>
                    <a:pt x="19"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68"/>
            <p:cNvSpPr>
              <a:spLocks noEditPoints="1"/>
            </p:cNvSpPr>
            <p:nvPr/>
          </p:nvSpPr>
          <p:spPr bwMode="auto">
            <a:xfrm>
              <a:off x="4839340" y="1413326"/>
              <a:ext cx="379413" cy="101600"/>
            </a:xfrm>
            <a:custGeom>
              <a:avLst/>
              <a:gdLst>
                <a:gd name="T0" fmla="*/ 0 w 239"/>
                <a:gd name="T1" fmla="*/ 0 h 64"/>
                <a:gd name="T2" fmla="*/ 0 w 239"/>
                <a:gd name="T3" fmla="*/ 64 h 64"/>
                <a:gd name="T4" fmla="*/ 239 w 239"/>
                <a:gd name="T5" fmla="*/ 64 h 64"/>
                <a:gd name="T6" fmla="*/ 239 w 239"/>
                <a:gd name="T7" fmla="*/ 0 h 64"/>
                <a:gd name="T8" fmla="*/ 0 w 239"/>
                <a:gd name="T9" fmla="*/ 0 h 64"/>
                <a:gd name="T10" fmla="*/ 150 w 239"/>
                <a:gd name="T11" fmla="*/ 50 h 64"/>
                <a:gd name="T12" fmla="*/ 19 w 239"/>
                <a:gd name="T13" fmla="*/ 50 h 64"/>
                <a:gd name="T14" fmla="*/ 19 w 239"/>
                <a:gd name="T15" fmla="*/ 15 h 64"/>
                <a:gd name="T16" fmla="*/ 150 w 239"/>
                <a:gd name="T17" fmla="*/ 15 h 64"/>
                <a:gd name="T18" fmla="*/ 150 w 239"/>
                <a:gd name="T19" fmla="*/ 5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9" h="64">
                  <a:moveTo>
                    <a:pt x="0" y="0"/>
                  </a:moveTo>
                  <a:lnTo>
                    <a:pt x="0" y="64"/>
                  </a:lnTo>
                  <a:lnTo>
                    <a:pt x="239" y="64"/>
                  </a:lnTo>
                  <a:lnTo>
                    <a:pt x="239" y="0"/>
                  </a:lnTo>
                  <a:lnTo>
                    <a:pt x="0" y="0"/>
                  </a:lnTo>
                  <a:close/>
                  <a:moveTo>
                    <a:pt x="150" y="50"/>
                  </a:moveTo>
                  <a:lnTo>
                    <a:pt x="19" y="50"/>
                  </a:lnTo>
                  <a:lnTo>
                    <a:pt x="19" y="15"/>
                  </a:lnTo>
                  <a:lnTo>
                    <a:pt x="150" y="15"/>
                  </a:lnTo>
                  <a:lnTo>
                    <a:pt x="150" y="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69"/>
            <p:cNvSpPr>
              <a:spLocks noEditPoints="1"/>
            </p:cNvSpPr>
            <p:nvPr/>
          </p:nvSpPr>
          <p:spPr bwMode="auto">
            <a:xfrm>
              <a:off x="4418653" y="1413326"/>
              <a:ext cx="379413" cy="101600"/>
            </a:xfrm>
            <a:custGeom>
              <a:avLst/>
              <a:gdLst>
                <a:gd name="T0" fmla="*/ 239 w 239"/>
                <a:gd name="T1" fmla="*/ 0 h 64"/>
                <a:gd name="T2" fmla="*/ 0 w 239"/>
                <a:gd name="T3" fmla="*/ 0 h 64"/>
                <a:gd name="T4" fmla="*/ 0 w 239"/>
                <a:gd name="T5" fmla="*/ 64 h 64"/>
                <a:gd name="T6" fmla="*/ 239 w 239"/>
                <a:gd name="T7" fmla="*/ 64 h 64"/>
                <a:gd name="T8" fmla="*/ 239 w 239"/>
                <a:gd name="T9" fmla="*/ 0 h 64"/>
                <a:gd name="T10" fmla="*/ 149 w 239"/>
                <a:gd name="T11" fmla="*/ 50 h 64"/>
                <a:gd name="T12" fmla="*/ 19 w 239"/>
                <a:gd name="T13" fmla="*/ 50 h 64"/>
                <a:gd name="T14" fmla="*/ 19 w 239"/>
                <a:gd name="T15" fmla="*/ 15 h 64"/>
                <a:gd name="T16" fmla="*/ 149 w 239"/>
                <a:gd name="T17" fmla="*/ 15 h 64"/>
                <a:gd name="T18" fmla="*/ 149 w 239"/>
                <a:gd name="T19" fmla="*/ 5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9" h="64">
                  <a:moveTo>
                    <a:pt x="239" y="0"/>
                  </a:moveTo>
                  <a:lnTo>
                    <a:pt x="0" y="0"/>
                  </a:lnTo>
                  <a:lnTo>
                    <a:pt x="0" y="64"/>
                  </a:lnTo>
                  <a:lnTo>
                    <a:pt x="239" y="64"/>
                  </a:lnTo>
                  <a:lnTo>
                    <a:pt x="239" y="0"/>
                  </a:lnTo>
                  <a:close/>
                  <a:moveTo>
                    <a:pt x="149" y="50"/>
                  </a:moveTo>
                  <a:lnTo>
                    <a:pt x="19" y="50"/>
                  </a:lnTo>
                  <a:lnTo>
                    <a:pt x="19" y="15"/>
                  </a:lnTo>
                  <a:lnTo>
                    <a:pt x="149" y="15"/>
                  </a:lnTo>
                  <a:lnTo>
                    <a:pt x="149" y="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Rectangle 70"/>
            <p:cNvSpPr>
              <a:spLocks noChangeArrowheads="1"/>
            </p:cNvSpPr>
            <p:nvPr/>
          </p:nvSpPr>
          <p:spPr bwMode="auto">
            <a:xfrm>
              <a:off x="3863028" y="2237239"/>
              <a:ext cx="277813" cy="134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Rectangle 71"/>
            <p:cNvSpPr>
              <a:spLocks noChangeArrowheads="1"/>
            </p:cNvSpPr>
            <p:nvPr/>
          </p:nvSpPr>
          <p:spPr bwMode="auto">
            <a:xfrm>
              <a:off x="3810640" y="2184851"/>
              <a:ext cx="244475" cy="254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Rectangle 72"/>
            <p:cNvSpPr>
              <a:spLocks noChangeArrowheads="1"/>
            </p:cNvSpPr>
            <p:nvPr/>
          </p:nvSpPr>
          <p:spPr bwMode="auto">
            <a:xfrm>
              <a:off x="3866203" y="2135639"/>
              <a:ext cx="247650" cy="269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Rectangle 73"/>
            <p:cNvSpPr>
              <a:spLocks noChangeArrowheads="1"/>
            </p:cNvSpPr>
            <p:nvPr/>
          </p:nvSpPr>
          <p:spPr bwMode="auto">
            <a:xfrm>
              <a:off x="4324990" y="2338839"/>
              <a:ext cx="247650" cy="254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Rectangle 74"/>
            <p:cNvSpPr>
              <a:spLocks noChangeArrowheads="1"/>
            </p:cNvSpPr>
            <p:nvPr/>
          </p:nvSpPr>
          <p:spPr bwMode="auto">
            <a:xfrm>
              <a:off x="4385315" y="2286451"/>
              <a:ext cx="244475" cy="254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Rectangle 75"/>
            <p:cNvSpPr>
              <a:spLocks noChangeArrowheads="1"/>
            </p:cNvSpPr>
            <p:nvPr/>
          </p:nvSpPr>
          <p:spPr bwMode="auto">
            <a:xfrm>
              <a:off x="4351978" y="2234064"/>
              <a:ext cx="242888" cy="254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Rectangle 76"/>
            <p:cNvSpPr>
              <a:spLocks noChangeArrowheads="1"/>
            </p:cNvSpPr>
            <p:nvPr/>
          </p:nvSpPr>
          <p:spPr bwMode="auto">
            <a:xfrm>
              <a:off x="4366265" y="2180089"/>
              <a:ext cx="244475" cy="269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Rectangle 77"/>
            <p:cNvSpPr>
              <a:spLocks noChangeArrowheads="1"/>
            </p:cNvSpPr>
            <p:nvPr/>
          </p:nvSpPr>
          <p:spPr bwMode="auto">
            <a:xfrm>
              <a:off x="3585215" y="2338839"/>
              <a:ext cx="123825" cy="254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Rectangle 78"/>
            <p:cNvSpPr>
              <a:spLocks noChangeArrowheads="1"/>
            </p:cNvSpPr>
            <p:nvPr/>
          </p:nvSpPr>
          <p:spPr bwMode="auto">
            <a:xfrm>
              <a:off x="3585215" y="2286451"/>
              <a:ext cx="184150" cy="254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Rectangle 79"/>
            <p:cNvSpPr>
              <a:spLocks noChangeArrowheads="1"/>
            </p:cNvSpPr>
            <p:nvPr/>
          </p:nvSpPr>
          <p:spPr bwMode="auto">
            <a:xfrm>
              <a:off x="3585215" y="2234064"/>
              <a:ext cx="149225" cy="254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Rectangle 80"/>
            <p:cNvSpPr>
              <a:spLocks noChangeArrowheads="1"/>
            </p:cNvSpPr>
            <p:nvPr/>
          </p:nvSpPr>
          <p:spPr bwMode="auto">
            <a:xfrm>
              <a:off x="3585215" y="2180089"/>
              <a:ext cx="165100" cy="269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Rectangle 81"/>
            <p:cNvSpPr>
              <a:spLocks noChangeArrowheads="1"/>
            </p:cNvSpPr>
            <p:nvPr/>
          </p:nvSpPr>
          <p:spPr bwMode="auto">
            <a:xfrm>
              <a:off x="5006028" y="2338839"/>
              <a:ext cx="242888" cy="254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Rectangle 82"/>
            <p:cNvSpPr>
              <a:spLocks noChangeArrowheads="1"/>
            </p:cNvSpPr>
            <p:nvPr/>
          </p:nvSpPr>
          <p:spPr bwMode="auto">
            <a:xfrm>
              <a:off x="5061590" y="2286451"/>
              <a:ext cx="247650" cy="254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Rectangle 83"/>
            <p:cNvSpPr>
              <a:spLocks noChangeArrowheads="1"/>
            </p:cNvSpPr>
            <p:nvPr/>
          </p:nvSpPr>
          <p:spPr bwMode="auto">
            <a:xfrm>
              <a:off x="5028253" y="2234064"/>
              <a:ext cx="247650" cy="254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Rectangle 84"/>
            <p:cNvSpPr>
              <a:spLocks noChangeArrowheads="1"/>
            </p:cNvSpPr>
            <p:nvPr/>
          </p:nvSpPr>
          <p:spPr bwMode="auto">
            <a:xfrm>
              <a:off x="5009203" y="2180089"/>
              <a:ext cx="247650" cy="269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Rectangle 85"/>
            <p:cNvSpPr>
              <a:spLocks noChangeArrowheads="1"/>
            </p:cNvSpPr>
            <p:nvPr/>
          </p:nvSpPr>
          <p:spPr bwMode="auto">
            <a:xfrm>
              <a:off x="4666303" y="2338839"/>
              <a:ext cx="244475" cy="254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Rectangle 86"/>
            <p:cNvSpPr>
              <a:spLocks noChangeArrowheads="1"/>
            </p:cNvSpPr>
            <p:nvPr/>
          </p:nvSpPr>
          <p:spPr bwMode="auto">
            <a:xfrm>
              <a:off x="4709165" y="2286451"/>
              <a:ext cx="247650" cy="254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Rectangle 87"/>
            <p:cNvSpPr>
              <a:spLocks noChangeArrowheads="1"/>
            </p:cNvSpPr>
            <p:nvPr/>
          </p:nvSpPr>
          <p:spPr bwMode="auto">
            <a:xfrm>
              <a:off x="4674240" y="2234064"/>
              <a:ext cx="247650" cy="254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Rectangle 88"/>
            <p:cNvSpPr>
              <a:spLocks noChangeArrowheads="1"/>
            </p:cNvSpPr>
            <p:nvPr/>
          </p:nvSpPr>
          <p:spPr bwMode="auto">
            <a:xfrm>
              <a:off x="4674240" y="2180089"/>
              <a:ext cx="247650" cy="269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Rectangle 89"/>
            <p:cNvSpPr>
              <a:spLocks noChangeArrowheads="1"/>
            </p:cNvSpPr>
            <p:nvPr/>
          </p:nvSpPr>
          <p:spPr bwMode="auto">
            <a:xfrm>
              <a:off x="4715515" y="2132464"/>
              <a:ext cx="244475" cy="254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90"/>
            <p:cNvSpPr>
              <a:spLocks/>
            </p:cNvSpPr>
            <p:nvPr/>
          </p:nvSpPr>
          <p:spPr bwMode="auto">
            <a:xfrm>
              <a:off x="5064765" y="1770514"/>
              <a:ext cx="131763" cy="233363"/>
            </a:xfrm>
            <a:custGeom>
              <a:avLst/>
              <a:gdLst>
                <a:gd name="T0" fmla="*/ 0 w 83"/>
                <a:gd name="T1" fmla="*/ 7 h 147"/>
                <a:gd name="T2" fmla="*/ 69 w 83"/>
                <a:gd name="T3" fmla="*/ 147 h 147"/>
                <a:gd name="T4" fmla="*/ 83 w 83"/>
                <a:gd name="T5" fmla="*/ 138 h 147"/>
                <a:gd name="T6" fmla="*/ 17 w 83"/>
                <a:gd name="T7" fmla="*/ 0 h 147"/>
                <a:gd name="T8" fmla="*/ 0 w 83"/>
                <a:gd name="T9" fmla="*/ 7 h 147"/>
              </a:gdLst>
              <a:ahLst/>
              <a:cxnLst>
                <a:cxn ang="0">
                  <a:pos x="T0" y="T1"/>
                </a:cxn>
                <a:cxn ang="0">
                  <a:pos x="T2" y="T3"/>
                </a:cxn>
                <a:cxn ang="0">
                  <a:pos x="T4" y="T5"/>
                </a:cxn>
                <a:cxn ang="0">
                  <a:pos x="T6" y="T7"/>
                </a:cxn>
                <a:cxn ang="0">
                  <a:pos x="T8" y="T9"/>
                </a:cxn>
              </a:cxnLst>
              <a:rect l="0" t="0" r="r" b="b"/>
              <a:pathLst>
                <a:path w="83" h="147">
                  <a:moveTo>
                    <a:pt x="0" y="7"/>
                  </a:moveTo>
                  <a:lnTo>
                    <a:pt x="69" y="147"/>
                  </a:lnTo>
                  <a:lnTo>
                    <a:pt x="83" y="138"/>
                  </a:lnTo>
                  <a:lnTo>
                    <a:pt x="17" y="0"/>
                  </a:lnTo>
                  <a:lnTo>
                    <a:pt x="0"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91"/>
            <p:cNvSpPr>
              <a:spLocks/>
            </p:cNvSpPr>
            <p:nvPr/>
          </p:nvSpPr>
          <p:spPr bwMode="auto">
            <a:xfrm>
              <a:off x="5129853" y="1770514"/>
              <a:ext cx="131763" cy="233363"/>
            </a:xfrm>
            <a:custGeom>
              <a:avLst/>
              <a:gdLst>
                <a:gd name="T0" fmla="*/ 0 w 83"/>
                <a:gd name="T1" fmla="*/ 7 h 147"/>
                <a:gd name="T2" fmla="*/ 68 w 83"/>
                <a:gd name="T3" fmla="*/ 147 h 147"/>
                <a:gd name="T4" fmla="*/ 83 w 83"/>
                <a:gd name="T5" fmla="*/ 138 h 147"/>
                <a:gd name="T6" fmla="*/ 16 w 83"/>
                <a:gd name="T7" fmla="*/ 0 h 147"/>
                <a:gd name="T8" fmla="*/ 0 w 83"/>
                <a:gd name="T9" fmla="*/ 7 h 147"/>
              </a:gdLst>
              <a:ahLst/>
              <a:cxnLst>
                <a:cxn ang="0">
                  <a:pos x="T0" y="T1"/>
                </a:cxn>
                <a:cxn ang="0">
                  <a:pos x="T2" y="T3"/>
                </a:cxn>
                <a:cxn ang="0">
                  <a:pos x="T4" y="T5"/>
                </a:cxn>
                <a:cxn ang="0">
                  <a:pos x="T6" y="T7"/>
                </a:cxn>
                <a:cxn ang="0">
                  <a:pos x="T8" y="T9"/>
                </a:cxn>
              </a:cxnLst>
              <a:rect l="0" t="0" r="r" b="b"/>
              <a:pathLst>
                <a:path w="83" h="147">
                  <a:moveTo>
                    <a:pt x="0" y="7"/>
                  </a:moveTo>
                  <a:lnTo>
                    <a:pt x="68" y="147"/>
                  </a:lnTo>
                  <a:lnTo>
                    <a:pt x="83" y="138"/>
                  </a:lnTo>
                  <a:lnTo>
                    <a:pt x="16" y="0"/>
                  </a:lnTo>
                  <a:lnTo>
                    <a:pt x="0"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92"/>
            <p:cNvSpPr>
              <a:spLocks/>
            </p:cNvSpPr>
            <p:nvPr/>
          </p:nvSpPr>
          <p:spPr bwMode="auto">
            <a:xfrm>
              <a:off x="5193353" y="1770514"/>
              <a:ext cx="131763" cy="233363"/>
            </a:xfrm>
            <a:custGeom>
              <a:avLst/>
              <a:gdLst>
                <a:gd name="T0" fmla="*/ 16 w 83"/>
                <a:gd name="T1" fmla="*/ 0 h 147"/>
                <a:gd name="T2" fmla="*/ 0 w 83"/>
                <a:gd name="T3" fmla="*/ 7 h 147"/>
                <a:gd name="T4" fmla="*/ 69 w 83"/>
                <a:gd name="T5" fmla="*/ 147 h 147"/>
                <a:gd name="T6" fmla="*/ 83 w 83"/>
                <a:gd name="T7" fmla="*/ 138 h 147"/>
                <a:gd name="T8" fmla="*/ 16 w 83"/>
                <a:gd name="T9" fmla="*/ 0 h 147"/>
              </a:gdLst>
              <a:ahLst/>
              <a:cxnLst>
                <a:cxn ang="0">
                  <a:pos x="T0" y="T1"/>
                </a:cxn>
                <a:cxn ang="0">
                  <a:pos x="T2" y="T3"/>
                </a:cxn>
                <a:cxn ang="0">
                  <a:pos x="T4" y="T5"/>
                </a:cxn>
                <a:cxn ang="0">
                  <a:pos x="T6" y="T7"/>
                </a:cxn>
                <a:cxn ang="0">
                  <a:pos x="T8" y="T9"/>
                </a:cxn>
              </a:cxnLst>
              <a:rect l="0" t="0" r="r" b="b"/>
              <a:pathLst>
                <a:path w="83" h="147">
                  <a:moveTo>
                    <a:pt x="16" y="0"/>
                  </a:moveTo>
                  <a:lnTo>
                    <a:pt x="0" y="7"/>
                  </a:lnTo>
                  <a:lnTo>
                    <a:pt x="69" y="147"/>
                  </a:lnTo>
                  <a:lnTo>
                    <a:pt x="83" y="138"/>
                  </a:lnTo>
                  <a:lnTo>
                    <a:pt x="1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Rectangle 93"/>
            <p:cNvSpPr>
              <a:spLocks noChangeArrowheads="1"/>
            </p:cNvSpPr>
            <p:nvPr/>
          </p:nvSpPr>
          <p:spPr bwMode="auto">
            <a:xfrm>
              <a:off x="4715515" y="1794326"/>
              <a:ext cx="244475" cy="254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Oval 94"/>
            <p:cNvSpPr>
              <a:spLocks noChangeArrowheads="1"/>
            </p:cNvSpPr>
            <p:nvPr/>
          </p:nvSpPr>
          <p:spPr bwMode="auto">
            <a:xfrm>
              <a:off x="3220090" y="1395864"/>
              <a:ext cx="274638" cy="2730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95"/>
            <p:cNvSpPr>
              <a:spLocks/>
            </p:cNvSpPr>
            <p:nvPr/>
          </p:nvSpPr>
          <p:spPr bwMode="auto">
            <a:xfrm>
              <a:off x="3050228" y="1437139"/>
              <a:ext cx="812800" cy="1416050"/>
            </a:xfrm>
            <a:custGeom>
              <a:avLst/>
              <a:gdLst>
                <a:gd name="T0" fmla="*/ 126 w 216"/>
                <a:gd name="T1" fmla="*/ 96 h 377"/>
                <a:gd name="T2" fmla="*/ 151 w 216"/>
                <a:gd name="T3" fmla="*/ 87 h 377"/>
                <a:gd name="T4" fmla="*/ 213 w 216"/>
                <a:gd name="T5" fmla="*/ 20 h 377"/>
                <a:gd name="T6" fmla="*/ 206 w 216"/>
                <a:gd name="T7" fmla="*/ 3 h 377"/>
                <a:gd name="T8" fmla="*/ 189 w 216"/>
                <a:gd name="T9" fmla="*/ 10 h 377"/>
                <a:gd name="T10" fmla="*/ 139 w 216"/>
                <a:gd name="T11" fmla="*/ 64 h 377"/>
                <a:gd name="T12" fmla="*/ 120 w 216"/>
                <a:gd name="T13" fmla="*/ 71 h 377"/>
                <a:gd name="T14" fmla="*/ 114 w 216"/>
                <a:gd name="T15" fmla="*/ 72 h 377"/>
                <a:gd name="T16" fmla="*/ 113 w 216"/>
                <a:gd name="T17" fmla="*/ 72 h 377"/>
                <a:gd name="T18" fmla="*/ 113 w 216"/>
                <a:gd name="T19" fmla="*/ 72 h 377"/>
                <a:gd name="T20" fmla="*/ 50 w 216"/>
                <a:gd name="T21" fmla="*/ 72 h 377"/>
                <a:gd name="T22" fmla="*/ 49 w 216"/>
                <a:gd name="T23" fmla="*/ 72 h 377"/>
                <a:gd name="T24" fmla="*/ 36 w 216"/>
                <a:gd name="T25" fmla="*/ 75 h 377"/>
                <a:gd name="T26" fmla="*/ 11 w 216"/>
                <a:gd name="T27" fmla="*/ 106 h 377"/>
                <a:gd name="T28" fmla="*/ 0 w 216"/>
                <a:gd name="T29" fmla="*/ 185 h 377"/>
                <a:gd name="T30" fmla="*/ 1 w 216"/>
                <a:gd name="T31" fmla="*/ 216 h 377"/>
                <a:gd name="T32" fmla="*/ 14 w 216"/>
                <a:gd name="T33" fmla="*/ 228 h 377"/>
                <a:gd name="T34" fmla="*/ 15 w 216"/>
                <a:gd name="T35" fmla="*/ 228 h 377"/>
                <a:gd name="T36" fmla="*/ 27 w 216"/>
                <a:gd name="T37" fmla="*/ 214 h 377"/>
                <a:gd name="T38" fmla="*/ 26 w 216"/>
                <a:gd name="T39" fmla="*/ 185 h 377"/>
                <a:gd name="T40" fmla="*/ 37 w 216"/>
                <a:gd name="T41" fmla="*/ 111 h 377"/>
                <a:gd name="T42" fmla="*/ 37 w 216"/>
                <a:gd name="T43" fmla="*/ 357 h 377"/>
                <a:gd name="T44" fmla="*/ 58 w 216"/>
                <a:gd name="T45" fmla="*/ 377 h 377"/>
                <a:gd name="T46" fmla="*/ 78 w 216"/>
                <a:gd name="T47" fmla="*/ 357 h 377"/>
                <a:gd name="T48" fmla="*/ 78 w 216"/>
                <a:gd name="T49" fmla="*/ 209 h 377"/>
                <a:gd name="T50" fmla="*/ 85 w 216"/>
                <a:gd name="T51" fmla="*/ 209 h 377"/>
                <a:gd name="T52" fmla="*/ 85 w 216"/>
                <a:gd name="T53" fmla="*/ 357 h 377"/>
                <a:gd name="T54" fmla="*/ 106 w 216"/>
                <a:gd name="T55" fmla="*/ 377 h 377"/>
                <a:gd name="T56" fmla="*/ 126 w 216"/>
                <a:gd name="T57" fmla="*/ 357 h 377"/>
                <a:gd name="T58" fmla="*/ 126 w 216"/>
                <a:gd name="T59" fmla="*/ 96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16" h="377">
                  <a:moveTo>
                    <a:pt x="126" y="96"/>
                  </a:moveTo>
                  <a:cubicBezTo>
                    <a:pt x="133" y="95"/>
                    <a:pt x="141" y="92"/>
                    <a:pt x="151" y="87"/>
                  </a:cubicBezTo>
                  <a:cubicBezTo>
                    <a:pt x="171" y="78"/>
                    <a:pt x="196" y="58"/>
                    <a:pt x="213" y="20"/>
                  </a:cubicBezTo>
                  <a:cubicBezTo>
                    <a:pt x="216" y="14"/>
                    <a:pt x="213" y="6"/>
                    <a:pt x="206" y="3"/>
                  </a:cubicBezTo>
                  <a:cubicBezTo>
                    <a:pt x="200" y="0"/>
                    <a:pt x="192" y="3"/>
                    <a:pt x="189" y="10"/>
                  </a:cubicBezTo>
                  <a:cubicBezTo>
                    <a:pt x="175" y="41"/>
                    <a:pt x="155" y="56"/>
                    <a:pt x="139" y="64"/>
                  </a:cubicBezTo>
                  <a:cubicBezTo>
                    <a:pt x="132" y="68"/>
                    <a:pt x="125" y="70"/>
                    <a:pt x="120" y="71"/>
                  </a:cubicBezTo>
                  <a:cubicBezTo>
                    <a:pt x="117" y="71"/>
                    <a:pt x="115" y="71"/>
                    <a:pt x="114" y="72"/>
                  </a:cubicBezTo>
                  <a:cubicBezTo>
                    <a:pt x="114" y="72"/>
                    <a:pt x="114" y="72"/>
                    <a:pt x="113" y="72"/>
                  </a:cubicBezTo>
                  <a:cubicBezTo>
                    <a:pt x="113" y="72"/>
                    <a:pt x="113" y="72"/>
                    <a:pt x="113" y="72"/>
                  </a:cubicBezTo>
                  <a:cubicBezTo>
                    <a:pt x="50" y="72"/>
                    <a:pt x="50" y="72"/>
                    <a:pt x="50" y="72"/>
                  </a:cubicBezTo>
                  <a:cubicBezTo>
                    <a:pt x="50" y="72"/>
                    <a:pt x="49" y="72"/>
                    <a:pt x="49" y="72"/>
                  </a:cubicBezTo>
                  <a:cubicBezTo>
                    <a:pt x="46" y="72"/>
                    <a:pt x="41" y="72"/>
                    <a:pt x="36" y="75"/>
                  </a:cubicBezTo>
                  <a:cubicBezTo>
                    <a:pt x="27" y="80"/>
                    <a:pt x="18" y="89"/>
                    <a:pt x="11" y="106"/>
                  </a:cubicBezTo>
                  <a:cubicBezTo>
                    <a:pt x="4" y="123"/>
                    <a:pt x="0" y="148"/>
                    <a:pt x="0" y="185"/>
                  </a:cubicBezTo>
                  <a:cubicBezTo>
                    <a:pt x="0" y="194"/>
                    <a:pt x="0" y="205"/>
                    <a:pt x="1" y="216"/>
                  </a:cubicBezTo>
                  <a:cubicBezTo>
                    <a:pt x="1" y="223"/>
                    <a:pt x="7" y="228"/>
                    <a:pt x="14" y="228"/>
                  </a:cubicBezTo>
                  <a:cubicBezTo>
                    <a:pt x="14" y="228"/>
                    <a:pt x="14" y="228"/>
                    <a:pt x="15" y="228"/>
                  </a:cubicBezTo>
                  <a:cubicBezTo>
                    <a:pt x="22" y="228"/>
                    <a:pt x="27" y="222"/>
                    <a:pt x="27" y="214"/>
                  </a:cubicBezTo>
                  <a:cubicBezTo>
                    <a:pt x="26" y="204"/>
                    <a:pt x="26" y="194"/>
                    <a:pt x="26" y="185"/>
                  </a:cubicBezTo>
                  <a:cubicBezTo>
                    <a:pt x="26" y="145"/>
                    <a:pt x="32" y="123"/>
                    <a:pt x="37" y="111"/>
                  </a:cubicBezTo>
                  <a:cubicBezTo>
                    <a:pt x="37" y="357"/>
                    <a:pt x="37" y="357"/>
                    <a:pt x="37" y="357"/>
                  </a:cubicBezTo>
                  <a:cubicBezTo>
                    <a:pt x="37" y="368"/>
                    <a:pt x="46" y="377"/>
                    <a:pt x="58" y="377"/>
                  </a:cubicBezTo>
                  <a:cubicBezTo>
                    <a:pt x="69" y="377"/>
                    <a:pt x="78" y="368"/>
                    <a:pt x="78" y="357"/>
                  </a:cubicBezTo>
                  <a:cubicBezTo>
                    <a:pt x="78" y="209"/>
                    <a:pt x="78" y="209"/>
                    <a:pt x="78" y="209"/>
                  </a:cubicBezTo>
                  <a:cubicBezTo>
                    <a:pt x="85" y="209"/>
                    <a:pt x="85" y="209"/>
                    <a:pt x="85" y="209"/>
                  </a:cubicBezTo>
                  <a:cubicBezTo>
                    <a:pt x="85" y="357"/>
                    <a:pt x="85" y="357"/>
                    <a:pt x="85" y="357"/>
                  </a:cubicBezTo>
                  <a:cubicBezTo>
                    <a:pt x="85" y="368"/>
                    <a:pt x="94" y="377"/>
                    <a:pt x="106" y="377"/>
                  </a:cubicBezTo>
                  <a:cubicBezTo>
                    <a:pt x="117" y="377"/>
                    <a:pt x="126" y="368"/>
                    <a:pt x="126" y="357"/>
                  </a:cubicBezTo>
                  <a:lnTo>
                    <a:pt x="126" y="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96"/>
            <p:cNvSpPr>
              <a:spLocks noEditPoints="1"/>
            </p:cNvSpPr>
            <p:nvPr/>
          </p:nvSpPr>
          <p:spPr bwMode="auto">
            <a:xfrm>
              <a:off x="3437578" y="813251"/>
              <a:ext cx="60325" cy="71438"/>
            </a:xfrm>
            <a:custGeom>
              <a:avLst/>
              <a:gdLst>
                <a:gd name="T0" fmla="*/ 11 w 16"/>
                <a:gd name="T1" fmla="*/ 19 h 19"/>
                <a:gd name="T2" fmla="*/ 14 w 16"/>
                <a:gd name="T3" fmla="*/ 18 h 19"/>
                <a:gd name="T4" fmla="*/ 15 w 16"/>
                <a:gd name="T5" fmla="*/ 16 h 19"/>
                <a:gd name="T6" fmla="*/ 16 w 16"/>
                <a:gd name="T7" fmla="*/ 13 h 19"/>
                <a:gd name="T8" fmla="*/ 15 w 16"/>
                <a:gd name="T9" fmla="*/ 10 h 19"/>
                <a:gd name="T10" fmla="*/ 12 w 16"/>
                <a:gd name="T11" fmla="*/ 9 h 19"/>
                <a:gd name="T12" fmla="*/ 14 w 16"/>
                <a:gd name="T13" fmla="*/ 7 h 19"/>
                <a:gd name="T14" fmla="*/ 15 w 16"/>
                <a:gd name="T15" fmla="*/ 5 h 19"/>
                <a:gd name="T16" fmla="*/ 15 w 16"/>
                <a:gd name="T17" fmla="*/ 2 h 19"/>
                <a:gd name="T18" fmla="*/ 13 w 16"/>
                <a:gd name="T19" fmla="*/ 1 h 19"/>
                <a:gd name="T20" fmla="*/ 11 w 16"/>
                <a:gd name="T21" fmla="*/ 0 h 19"/>
                <a:gd name="T22" fmla="*/ 8 w 16"/>
                <a:gd name="T23" fmla="*/ 0 h 19"/>
                <a:gd name="T24" fmla="*/ 0 w 16"/>
                <a:gd name="T25" fmla="*/ 0 h 19"/>
                <a:gd name="T26" fmla="*/ 0 w 16"/>
                <a:gd name="T27" fmla="*/ 19 h 19"/>
                <a:gd name="T28" fmla="*/ 7 w 16"/>
                <a:gd name="T29" fmla="*/ 19 h 19"/>
                <a:gd name="T30" fmla="*/ 11 w 16"/>
                <a:gd name="T31" fmla="*/ 19 h 19"/>
                <a:gd name="T32" fmla="*/ 4 w 16"/>
                <a:gd name="T33" fmla="*/ 3 h 19"/>
                <a:gd name="T34" fmla="*/ 6 w 16"/>
                <a:gd name="T35" fmla="*/ 3 h 19"/>
                <a:gd name="T36" fmla="*/ 9 w 16"/>
                <a:gd name="T37" fmla="*/ 3 h 19"/>
                <a:gd name="T38" fmla="*/ 11 w 16"/>
                <a:gd name="T39" fmla="*/ 4 h 19"/>
                <a:gd name="T40" fmla="*/ 11 w 16"/>
                <a:gd name="T41" fmla="*/ 5 h 19"/>
                <a:gd name="T42" fmla="*/ 11 w 16"/>
                <a:gd name="T43" fmla="*/ 7 h 19"/>
                <a:gd name="T44" fmla="*/ 9 w 16"/>
                <a:gd name="T45" fmla="*/ 7 h 19"/>
                <a:gd name="T46" fmla="*/ 6 w 16"/>
                <a:gd name="T47" fmla="*/ 7 h 19"/>
                <a:gd name="T48" fmla="*/ 4 w 16"/>
                <a:gd name="T49" fmla="*/ 7 h 19"/>
                <a:gd name="T50" fmla="*/ 4 w 16"/>
                <a:gd name="T51" fmla="*/ 3 h 19"/>
                <a:gd name="T52" fmla="*/ 4 w 16"/>
                <a:gd name="T53" fmla="*/ 11 h 19"/>
                <a:gd name="T54" fmla="*/ 7 w 16"/>
                <a:gd name="T55" fmla="*/ 11 h 19"/>
                <a:gd name="T56" fmla="*/ 10 w 16"/>
                <a:gd name="T57" fmla="*/ 11 h 19"/>
                <a:gd name="T58" fmla="*/ 12 w 16"/>
                <a:gd name="T59" fmla="*/ 12 h 19"/>
                <a:gd name="T60" fmla="*/ 12 w 16"/>
                <a:gd name="T61" fmla="*/ 13 h 19"/>
                <a:gd name="T62" fmla="*/ 12 w 16"/>
                <a:gd name="T63" fmla="*/ 15 h 19"/>
                <a:gd name="T64" fmla="*/ 10 w 16"/>
                <a:gd name="T65" fmla="*/ 15 h 19"/>
                <a:gd name="T66" fmla="*/ 8 w 16"/>
                <a:gd name="T67" fmla="*/ 16 h 19"/>
                <a:gd name="T68" fmla="*/ 4 w 16"/>
                <a:gd name="T69" fmla="*/ 16 h 19"/>
                <a:gd name="T70" fmla="*/ 4 w 16"/>
                <a:gd name="T71" fmla="*/ 1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 h="19">
                  <a:moveTo>
                    <a:pt x="11" y="19"/>
                  </a:moveTo>
                  <a:cubicBezTo>
                    <a:pt x="12" y="19"/>
                    <a:pt x="13" y="18"/>
                    <a:pt x="14" y="18"/>
                  </a:cubicBezTo>
                  <a:cubicBezTo>
                    <a:pt x="14" y="17"/>
                    <a:pt x="15" y="17"/>
                    <a:pt x="15" y="16"/>
                  </a:cubicBezTo>
                  <a:cubicBezTo>
                    <a:pt x="16" y="15"/>
                    <a:pt x="16" y="14"/>
                    <a:pt x="16" y="13"/>
                  </a:cubicBezTo>
                  <a:cubicBezTo>
                    <a:pt x="16" y="12"/>
                    <a:pt x="16" y="11"/>
                    <a:pt x="15" y="10"/>
                  </a:cubicBezTo>
                  <a:cubicBezTo>
                    <a:pt x="14" y="10"/>
                    <a:pt x="14" y="9"/>
                    <a:pt x="12" y="9"/>
                  </a:cubicBezTo>
                  <a:cubicBezTo>
                    <a:pt x="13" y="8"/>
                    <a:pt x="14" y="8"/>
                    <a:pt x="14" y="7"/>
                  </a:cubicBezTo>
                  <a:cubicBezTo>
                    <a:pt x="15" y="6"/>
                    <a:pt x="15" y="5"/>
                    <a:pt x="15" y="5"/>
                  </a:cubicBezTo>
                  <a:cubicBezTo>
                    <a:pt x="15" y="4"/>
                    <a:pt x="15" y="3"/>
                    <a:pt x="15" y="2"/>
                  </a:cubicBezTo>
                  <a:cubicBezTo>
                    <a:pt x="14" y="2"/>
                    <a:pt x="14" y="1"/>
                    <a:pt x="13" y="1"/>
                  </a:cubicBezTo>
                  <a:cubicBezTo>
                    <a:pt x="12" y="0"/>
                    <a:pt x="12" y="0"/>
                    <a:pt x="11" y="0"/>
                  </a:cubicBezTo>
                  <a:cubicBezTo>
                    <a:pt x="10" y="0"/>
                    <a:pt x="9" y="0"/>
                    <a:pt x="8" y="0"/>
                  </a:cubicBezTo>
                  <a:cubicBezTo>
                    <a:pt x="0" y="0"/>
                    <a:pt x="0" y="0"/>
                    <a:pt x="0" y="0"/>
                  </a:cubicBezTo>
                  <a:cubicBezTo>
                    <a:pt x="0" y="19"/>
                    <a:pt x="0" y="19"/>
                    <a:pt x="0" y="19"/>
                  </a:cubicBezTo>
                  <a:cubicBezTo>
                    <a:pt x="7" y="19"/>
                    <a:pt x="7" y="19"/>
                    <a:pt x="7" y="19"/>
                  </a:cubicBezTo>
                  <a:cubicBezTo>
                    <a:pt x="9" y="19"/>
                    <a:pt x="11" y="19"/>
                    <a:pt x="11" y="19"/>
                  </a:cubicBezTo>
                  <a:close/>
                  <a:moveTo>
                    <a:pt x="4" y="3"/>
                  </a:moveTo>
                  <a:cubicBezTo>
                    <a:pt x="6" y="3"/>
                    <a:pt x="6" y="3"/>
                    <a:pt x="6" y="3"/>
                  </a:cubicBezTo>
                  <a:cubicBezTo>
                    <a:pt x="8" y="3"/>
                    <a:pt x="9" y="3"/>
                    <a:pt x="9" y="3"/>
                  </a:cubicBezTo>
                  <a:cubicBezTo>
                    <a:pt x="10" y="3"/>
                    <a:pt x="11" y="3"/>
                    <a:pt x="11" y="4"/>
                  </a:cubicBezTo>
                  <a:cubicBezTo>
                    <a:pt x="11" y="4"/>
                    <a:pt x="11" y="5"/>
                    <a:pt x="11" y="5"/>
                  </a:cubicBezTo>
                  <a:cubicBezTo>
                    <a:pt x="11" y="6"/>
                    <a:pt x="11" y="6"/>
                    <a:pt x="11" y="7"/>
                  </a:cubicBezTo>
                  <a:cubicBezTo>
                    <a:pt x="10" y="7"/>
                    <a:pt x="10" y="7"/>
                    <a:pt x="9" y="7"/>
                  </a:cubicBezTo>
                  <a:cubicBezTo>
                    <a:pt x="9" y="7"/>
                    <a:pt x="8" y="7"/>
                    <a:pt x="6" y="7"/>
                  </a:cubicBezTo>
                  <a:cubicBezTo>
                    <a:pt x="4" y="7"/>
                    <a:pt x="4" y="7"/>
                    <a:pt x="4" y="7"/>
                  </a:cubicBezTo>
                  <a:lnTo>
                    <a:pt x="4" y="3"/>
                  </a:lnTo>
                  <a:close/>
                  <a:moveTo>
                    <a:pt x="4" y="11"/>
                  </a:moveTo>
                  <a:cubicBezTo>
                    <a:pt x="7" y="11"/>
                    <a:pt x="7" y="11"/>
                    <a:pt x="7" y="11"/>
                  </a:cubicBezTo>
                  <a:cubicBezTo>
                    <a:pt x="9" y="11"/>
                    <a:pt x="10" y="11"/>
                    <a:pt x="10" y="11"/>
                  </a:cubicBezTo>
                  <a:cubicBezTo>
                    <a:pt x="11" y="11"/>
                    <a:pt x="11" y="11"/>
                    <a:pt x="12" y="12"/>
                  </a:cubicBezTo>
                  <a:cubicBezTo>
                    <a:pt x="12" y="12"/>
                    <a:pt x="12" y="13"/>
                    <a:pt x="12" y="13"/>
                  </a:cubicBezTo>
                  <a:cubicBezTo>
                    <a:pt x="12" y="14"/>
                    <a:pt x="12" y="14"/>
                    <a:pt x="12" y="15"/>
                  </a:cubicBezTo>
                  <a:cubicBezTo>
                    <a:pt x="11" y="15"/>
                    <a:pt x="11" y="15"/>
                    <a:pt x="10" y="15"/>
                  </a:cubicBezTo>
                  <a:cubicBezTo>
                    <a:pt x="10" y="16"/>
                    <a:pt x="9" y="16"/>
                    <a:pt x="8" y="16"/>
                  </a:cubicBezTo>
                  <a:cubicBezTo>
                    <a:pt x="4" y="16"/>
                    <a:pt x="4" y="16"/>
                    <a:pt x="4" y="16"/>
                  </a:cubicBezTo>
                  <a:lnTo>
                    <a:pt x="4"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97"/>
            <p:cNvSpPr>
              <a:spLocks/>
            </p:cNvSpPr>
            <p:nvPr/>
          </p:nvSpPr>
          <p:spPr bwMode="auto">
            <a:xfrm>
              <a:off x="3509015" y="813251"/>
              <a:ext cx="57150" cy="71438"/>
            </a:xfrm>
            <a:custGeom>
              <a:avLst/>
              <a:gdLst>
                <a:gd name="T0" fmla="*/ 2 w 15"/>
                <a:gd name="T1" fmla="*/ 17 h 19"/>
                <a:gd name="T2" fmla="*/ 4 w 15"/>
                <a:gd name="T3" fmla="*/ 18 h 19"/>
                <a:gd name="T4" fmla="*/ 8 w 15"/>
                <a:gd name="T5" fmla="*/ 19 h 19"/>
                <a:gd name="T6" fmla="*/ 12 w 15"/>
                <a:gd name="T7" fmla="*/ 19 h 19"/>
                <a:gd name="T8" fmla="*/ 14 w 15"/>
                <a:gd name="T9" fmla="*/ 17 h 19"/>
                <a:gd name="T10" fmla="*/ 15 w 15"/>
                <a:gd name="T11" fmla="*/ 15 h 19"/>
                <a:gd name="T12" fmla="*/ 15 w 15"/>
                <a:gd name="T13" fmla="*/ 10 h 19"/>
                <a:gd name="T14" fmla="*/ 15 w 15"/>
                <a:gd name="T15" fmla="*/ 0 h 19"/>
                <a:gd name="T16" fmla="*/ 12 w 15"/>
                <a:gd name="T17" fmla="*/ 0 h 19"/>
                <a:gd name="T18" fmla="*/ 12 w 15"/>
                <a:gd name="T19" fmla="*/ 10 h 19"/>
                <a:gd name="T20" fmla="*/ 11 w 15"/>
                <a:gd name="T21" fmla="*/ 14 h 19"/>
                <a:gd name="T22" fmla="*/ 10 w 15"/>
                <a:gd name="T23" fmla="*/ 15 h 19"/>
                <a:gd name="T24" fmla="*/ 8 w 15"/>
                <a:gd name="T25" fmla="*/ 16 h 19"/>
                <a:gd name="T26" fmla="*/ 5 w 15"/>
                <a:gd name="T27" fmla="*/ 15 h 19"/>
                <a:gd name="T28" fmla="*/ 4 w 15"/>
                <a:gd name="T29" fmla="*/ 13 h 19"/>
                <a:gd name="T30" fmla="*/ 4 w 15"/>
                <a:gd name="T31" fmla="*/ 10 h 19"/>
                <a:gd name="T32" fmla="*/ 4 w 15"/>
                <a:gd name="T33" fmla="*/ 0 h 19"/>
                <a:gd name="T34" fmla="*/ 0 w 15"/>
                <a:gd name="T35" fmla="*/ 0 h 19"/>
                <a:gd name="T36" fmla="*/ 0 w 15"/>
                <a:gd name="T37" fmla="*/ 10 h 19"/>
                <a:gd name="T38" fmla="*/ 1 w 15"/>
                <a:gd name="T39" fmla="*/ 15 h 19"/>
                <a:gd name="T40" fmla="*/ 2 w 15"/>
                <a:gd name="T41"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 h="19">
                  <a:moveTo>
                    <a:pt x="2" y="17"/>
                  </a:moveTo>
                  <a:cubicBezTo>
                    <a:pt x="2" y="18"/>
                    <a:pt x="3" y="18"/>
                    <a:pt x="4" y="18"/>
                  </a:cubicBezTo>
                  <a:cubicBezTo>
                    <a:pt x="5" y="19"/>
                    <a:pt x="6" y="19"/>
                    <a:pt x="8" y="19"/>
                  </a:cubicBezTo>
                  <a:cubicBezTo>
                    <a:pt x="10" y="19"/>
                    <a:pt x="11" y="19"/>
                    <a:pt x="12" y="19"/>
                  </a:cubicBezTo>
                  <a:cubicBezTo>
                    <a:pt x="13" y="18"/>
                    <a:pt x="13" y="18"/>
                    <a:pt x="14" y="17"/>
                  </a:cubicBezTo>
                  <a:cubicBezTo>
                    <a:pt x="14" y="16"/>
                    <a:pt x="15" y="16"/>
                    <a:pt x="15" y="15"/>
                  </a:cubicBezTo>
                  <a:cubicBezTo>
                    <a:pt x="15" y="14"/>
                    <a:pt x="15" y="12"/>
                    <a:pt x="15" y="10"/>
                  </a:cubicBezTo>
                  <a:cubicBezTo>
                    <a:pt x="15" y="0"/>
                    <a:pt x="15" y="0"/>
                    <a:pt x="15" y="0"/>
                  </a:cubicBezTo>
                  <a:cubicBezTo>
                    <a:pt x="12" y="0"/>
                    <a:pt x="12" y="0"/>
                    <a:pt x="12" y="0"/>
                  </a:cubicBezTo>
                  <a:cubicBezTo>
                    <a:pt x="12" y="10"/>
                    <a:pt x="12" y="10"/>
                    <a:pt x="12" y="10"/>
                  </a:cubicBezTo>
                  <a:cubicBezTo>
                    <a:pt x="12" y="12"/>
                    <a:pt x="11" y="13"/>
                    <a:pt x="11" y="14"/>
                  </a:cubicBezTo>
                  <a:cubicBezTo>
                    <a:pt x="11" y="14"/>
                    <a:pt x="11" y="15"/>
                    <a:pt x="10" y="15"/>
                  </a:cubicBezTo>
                  <a:cubicBezTo>
                    <a:pt x="10" y="16"/>
                    <a:pt x="9" y="16"/>
                    <a:pt x="8" y="16"/>
                  </a:cubicBezTo>
                  <a:cubicBezTo>
                    <a:pt x="7" y="16"/>
                    <a:pt x="6" y="16"/>
                    <a:pt x="5" y="15"/>
                  </a:cubicBezTo>
                  <a:cubicBezTo>
                    <a:pt x="5" y="15"/>
                    <a:pt x="4" y="14"/>
                    <a:pt x="4" y="13"/>
                  </a:cubicBezTo>
                  <a:cubicBezTo>
                    <a:pt x="4" y="13"/>
                    <a:pt x="4" y="12"/>
                    <a:pt x="4" y="10"/>
                  </a:cubicBezTo>
                  <a:cubicBezTo>
                    <a:pt x="4" y="0"/>
                    <a:pt x="4" y="0"/>
                    <a:pt x="4" y="0"/>
                  </a:cubicBezTo>
                  <a:cubicBezTo>
                    <a:pt x="0" y="0"/>
                    <a:pt x="0" y="0"/>
                    <a:pt x="0" y="0"/>
                  </a:cubicBezTo>
                  <a:cubicBezTo>
                    <a:pt x="0" y="10"/>
                    <a:pt x="0" y="10"/>
                    <a:pt x="0" y="10"/>
                  </a:cubicBezTo>
                  <a:cubicBezTo>
                    <a:pt x="0" y="12"/>
                    <a:pt x="0" y="14"/>
                    <a:pt x="1" y="15"/>
                  </a:cubicBezTo>
                  <a:cubicBezTo>
                    <a:pt x="1" y="15"/>
                    <a:pt x="1" y="16"/>
                    <a:pt x="2"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98"/>
            <p:cNvSpPr>
              <a:spLocks/>
            </p:cNvSpPr>
            <p:nvPr/>
          </p:nvSpPr>
          <p:spPr bwMode="auto">
            <a:xfrm>
              <a:off x="3577278" y="813251"/>
              <a:ext cx="60325" cy="71438"/>
            </a:xfrm>
            <a:custGeom>
              <a:avLst/>
              <a:gdLst>
                <a:gd name="T0" fmla="*/ 11 w 16"/>
                <a:gd name="T1" fmla="*/ 15 h 19"/>
                <a:gd name="T2" fmla="*/ 8 w 16"/>
                <a:gd name="T3" fmla="*/ 16 h 19"/>
                <a:gd name="T4" fmla="*/ 6 w 16"/>
                <a:gd name="T5" fmla="*/ 15 h 19"/>
                <a:gd name="T6" fmla="*/ 4 w 16"/>
                <a:gd name="T7" fmla="*/ 12 h 19"/>
                <a:gd name="T8" fmla="*/ 0 w 16"/>
                <a:gd name="T9" fmla="*/ 13 h 19"/>
                <a:gd name="T10" fmla="*/ 3 w 16"/>
                <a:gd name="T11" fmla="*/ 17 h 19"/>
                <a:gd name="T12" fmla="*/ 8 w 16"/>
                <a:gd name="T13" fmla="*/ 19 h 19"/>
                <a:gd name="T14" fmla="*/ 12 w 16"/>
                <a:gd name="T15" fmla="*/ 18 h 19"/>
                <a:gd name="T16" fmla="*/ 15 w 16"/>
                <a:gd name="T17" fmla="*/ 16 h 19"/>
                <a:gd name="T18" fmla="*/ 16 w 16"/>
                <a:gd name="T19" fmla="*/ 13 h 19"/>
                <a:gd name="T20" fmla="*/ 15 w 16"/>
                <a:gd name="T21" fmla="*/ 10 h 19"/>
                <a:gd name="T22" fmla="*/ 13 w 16"/>
                <a:gd name="T23" fmla="*/ 8 h 19"/>
                <a:gd name="T24" fmla="*/ 9 w 16"/>
                <a:gd name="T25" fmla="*/ 7 h 19"/>
                <a:gd name="T26" fmla="*/ 5 w 16"/>
                <a:gd name="T27" fmla="*/ 6 h 19"/>
                <a:gd name="T28" fmla="*/ 5 w 16"/>
                <a:gd name="T29" fmla="*/ 5 h 19"/>
                <a:gd name="T30" fmla="*/ 5 w 16"/>
                <a:gd name="T31" fmla="*/ 3 h 19"/>
                <a:gd name="T32" fmla="*/ 8 w 16"/>
                <a:gd name="T33" fmla="*/ 3 h 19"/>
                <a:gd name="T34" fmla="*/ 10 w 16"/>
                <a:gd name="T35" fmla="*/ 3 h 19"/>
                <a:gd name="T36" fmla="*/ 11 w 16"/>
                <a:gd name="T37" fmla="*/ 5 h 19"/>
                <a:gd name="T38" fmla="*/ 15 w 16"/>
                <a:gd name="T39" fmla="*/ 5 h 19"/>
                <a:gd name="T40" fmla="*/ 13 w 16"/>
                <a:gd name="T41" fmla="*/ 1 h 19"/>
                <a:gd name="T42" fmla="*/ 8 w 16"/>
                <a:gd name="T43" fmla="*/ 0 h 19"/>
                <a:gd name="T44" fmla="*/ 4 w 16"/>
                <a:gd name="T45" fmla="*/ 0 h 19"/>
                <a:gd name="T46" fmla="*/ 2 w 16"/>
                <a:gd name="T47" fmla="*/ 2 h 19"/>
                <a:gd name="T48" fmla="*/ 1 w 16"/>
                <a:gd name="T49" fmla="*/ 5 h 19"/>
                <a:gd name="T50" fmla="*/ 3 w 16"/>
                <a:gd name="T51" fmla="*/ 9 h 19"/>
                <a:gd name="T52" fmla="*/ 7 w 16"/>
                <a:gd name="T53" fmla="*/ 10 h 19"/>
                <a:gd name="T54" fmla="*/ 10 w 16"/>
                <a:gd name="T55" fmla="*/ 11 h 19"/>
                <a:gd name="T56" fmla="*/ 12 w 16"/>
                <a:gd name="T57" fmla="*/ 12 h 19"/>
                <a:gd name="T58" fmla="*/ 12 w 16"/>
                <a:gd name="T59" fmla="*/ 13 h 19"/>
                <a:gd name="T60" fmla="*/ 11 w 16"/>
                <a:gd name="T61" fmla="*/ 1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 h="19">
                  <a:moveTo>
                    <a:pt x="11" y="15"/>
                  </a:moveTo>
                  <a:cubicBezTo>
                    <a:pt x="10" y="16"/>
                    <a:pt x="10" y="16"/>
                    <a:pt x="8" y="16"/>
                  </a:cubicBezTo>
                  <a:cubicBezTo>
                    <a:pt x="7" y="16"/>
                    <a:pt x="6" y="16"/>
                    <a:pt x="6" y="15"/>
                  </a:cubicBezTo>
                  <a:cubicBezTo>
                    <a:pt x="5" y="14"/>
                    <a:pt x="4" y="14"/>
                    <a:pt x="4" y="12"/>
                  </a:cubicBezTo>
                  <a:cubicBezTo>
                    <a:pt x="0" y="13"/>
                    <a:pt x="0" y="13"/>
                    <a:pt x="0" y="13"/>
                  </a:cubicBezTo>
                  <a:cubicBezTo>
                    <a:pt x="1" y="15"/>
                    <a:pt x="1" y="16"/>
                    <a:pt x="3" y="17"/>
                  </a:cubicBezTo>
                  <a:cubicBezTo>
                    <a:pt x="4" y="19"/>
                    <a:pt x="6" y="19"/>
                    <a:pt x="8" y="19"/>
                  </a:cubicBezTo>
                  <a:cubicBezTo>
                    <a:pt x="10" y="19"/>
                    <a:pt x="11" y="19"/>
                    <a:pt x="12" y="18"/>
                  </a:cubicBezTo>
                  <a:cubicBezTo>
                    <a:pt x="14" y="18"/>
                    <a:pt x="14" y="17"/>
                    <a:pt x="15" y="16"/>
                  </a:cubicBezTo>
                  <a:cubicBezTo>
                    <a:pt x="16" y="15"/>
                    <a:pt x="16" y="14"/>
                    <a:pt x="16" y="13"/>
                  </a:cubicBezTo>
                  <a:cubicBezTo>
                    <a:pt x="16" y="12"/>
                    <a:pt x="16" y="11"/>
                    <a:pt x="15" y="10"/>
                  </a:cubicBezTo>
                  <a:cubicBezTo>
                    <a:pt x="15" y="9"/>
                    <a:pt x="14" y="9"/>
                    <a:pt x="13" y="8"/>
                  </a:cubicBezTo>
                  <a:cubicBezTo>
                    <a:pt x="12" y="8"/>
                    <a:pt x="11" y="7"/>
                    <a:pt x="9" y="7"/>
                  </a:cubicBezTo>
                  <a:cubicBezTo>
                    <a:pt x="7" y="7"/>
                    <a:pt x="6" y="6"/>
                    <a:pt x="5" y="6"/>
                  </a:cubicBezTo>
                  <a:cubicBezTo>
                    <a:pt x="5" y="5"/>
                    <a:pt x="5" y="5"/>
                    <a:pt x="5" y="5"/>
                  </a:cubicBezTo>
                  <a:cubicBezTo>
                    <a:pt x="5" y="4"/>
                    <a:pt x="5" y="4"/>
                    <a:pt x="5" y="3"/>
                  </a:cubicBezTo>
                  <a:cubicBezTo>
                    <a:pt x="6" y="3"/>
                    <a:pt x="7" y="3"/>
                    <a:pt x="8" y="3"/>
                  </a:cubicBezTo>
                  <a:cubicBezTo>
                    <a:pt x="9" y="3"/>
                    <a:pt x="10" y="3"/>
                    <a:pt x="10" y="3"/>
                  </a:cubicBezTo>
                  <a:cubicBezTo>
                    <a:pt x="11" y="4"/>
                    <a:pt x="11" y="4"/>
                    <a:pt x="11" y="5"/>
                  </a:cubicBezTo>
                  <a:cubicBezTo>
                    <a:pt x="15" y="5"/>
                    <a:pt x="15" y="5"/>
                    <a:pt x="15" y="5"/>
                  </a:cubicBezTo>
                  <a:cubicBezTo>
                    <a:pt x="15" y="4"/>
                    <a:pt x="15" y="2"/>
                    <a:pt x="13" y="1"/>
                  </a:cubicBezTo>
                  <a:cubicBezTo>
                    <a:pt x="12" y="0"/>
                    <a:pt x="10" y="0"/>
                    <a:pt x="8" y="0"/>
                  </a:cubicBezTo>
                  <a:cubicBezTo>
                    <a:pt x="7" y="0"/>
                    <a:pt x="5" y="0"/>
                    <a:pt x="4" y="0"/>
                  </a:cubicBezTo>
                  <a:cubicBezTo>
                    <a:pt x="3" y="1"/>
                    <a:pt x="2" y="1"/>
                    <a:pt x="2" y="2"/>
                  </a:cubicBezTo>
                  <a:cubicBezTo>
                    <a:pt x="1" y="3"/>
                    <a:pt x="1" y="4"/>
                    <a:pt x="1" y="5"/>
                  </a:cubicBezTo>
                  <a:cubicBezTo>
                    <a:pt x="1" y="6"/>
                    <a:pt x="2" y="8"/>
                    <a:pt x="3" y="9"/>
                  </a:cubicBezTo>
                  <a:cubicBezTo>
                    <a:pt x="4" y="9"/>
                    <a:pt x="5" y="10"/>
                    <a:pt x="7" y="10"/>
                  </a:cubicBezTo>
                  <a:cubicBezTo>
                    <a:pt x="9" y="11"/>
                    <a:pt x="10" y="11"/>
                    <a:pt x="10" y="11"/>
                  </a:cubicBezTo>
                  <a:cubicBezTo>
                    <a:pt x="11" y="12"/>
                    <a:pt x="11" y="12"/>
                    <a:pt x="12" y="12"/>
                  </a:cubicBezTo>
                  <a:cubicBezTo>
                    <a:pt x="12" y="12"/>
                    <a:pt x="12" y="13"/>
                    <a:pt x="12" y="13"/>
                  </a:cubicBezTo>
                  <a:cubicBezTo>
                    <a:pt x="12" y="14"/>
                    <a:pt x="12" y="15"/>
                    <a:pt x="11"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Rectangle 99"/>
            <p:cNvSpPr>
              <a:spLocks noChangeArrowheads="1"/>
            </p:cNvSpPr>
            <p:nvPr/>
          </p:nvSpPr>
          <p:spPr bwMode="auto">
            <a:xfrm>
              <a:off x="3648715" y="813251"/>
              <a:ext cx="14288" cy="714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100"/>
            <p:cNvSpPr>
              <a:spLocks/>
            </p:cNvSpPr>
            <p:nvPr/>
          </p:nvSpPr>
          <p:spPr bwMode="auto">
            <a:xfrm>
              <a:off x="3674115" y="813251"/>
              <a:ext cx="60325" cy="71438"/>
            </a:xfrm>
            <a:custGeom>
              <a:avLst/>
              <a:gdLst>
                <a:gd name="T0" fmla="*/ 10 w 38"/>
                <a:gd name="T1" fmla="*/ 14 h 45"/>
                <a:gd name="T2" fmla="*/ 29 w 38"/>
                <a:gd name="T3" fmla="*/ 45 h 45"/>
                <a:gd name="T4" fmla="*/ 38 w 38"/>
                <a:gd name="T5" fmla="*/ 45 h 45"/>
                <a:gd name="T6" fmla="*/ 38 w 38"/>
                <a:gd name="T7" fmla="*/ 0 h 45"/>
                <a:gd name="T8" fmla="*/ 29 w 38"/>
                <a:gd name="T9" fmla="*/ 0 h 45"/>
                <a:gd name="T10" fmla="*/ 29 w 38"/>
                <a:gd name="T11" fmla="*/ 30 h 45"/>
                <a:gd name="T12" fmla="*/ 10 w 38"/>
                <a:gd name="T13" fmla="*/ 0 h 45"/>
                <a:gd name="T14" fmla="*/ 0 w 38"/>
                <a:gd name="T15" fmla="*/ 0 h 45"/>
                <a:gd name="T16" fmla="*/ 0 w 38"/>
                <a:gd name="T17" fmla="*/ 45 h 45"/>
                <a:gd name="T18" fmla="*/ 10 w 38"/>
                <a:gd name="T19" fmla="*/ 45 h 45"/>
                <a:gd name="T20" fmla="*/ 10 w 38"/>
                <a:gd name="T21" fmla="*/ 14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45">
                  <a:moveTo>
                    <a:pt x="10" y="14"/>
                  </a:moveTo>
                  <a:lnTo>
                    <a:pt x="29" y="45"/>
                  </a:lnTo>
                  <a:lnTo>
                    <a:pt x="38" y="45"/>
                  </a:lnTo>
                  <a:lnTo>
                    <a:pt x="38" y="0"/>
                  </a:lnTo>
                  <a:lnTo>
                    <a:pt x="29" y="0"/>
                  </a:lnTo>
                  <a:lnTo>
                    <a:pt x="29" y="30"/>
                  </a:lnTo>
                  <a:lnTo>
                    <a:pt x="10" y="0"/>
                  </a:lnTo>
                  <a:lnTo>
                    <a:pt x="0" y="0"/>
                  </a:lnTo>
                  <a:lnTo>
                    <a:pt x="0" y="45"/>
                  </a:lnTo>
                  <a:lnTo>
                    <a:pt x="10" y="45"/>
                  </a:lnTo>
                  <a:lnTo>
                    <a:pt x="10"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101"/>
            <p:cNvSpPr>
              <a:spLocks/>
            </p:cNvSpPr>
            <p:nvPr/>
          </p:nvSpPr>
          <p:spPr bwMode="auto">
            <a:xfrm>
              <a:off x="3750315" y="813251"/>
              <a:ext cx="52388" cy="71438"/>
            </a:xfrm>
            <a:custGeom>
              <a:avLst/>
              <a:gdLst>
                <a:gd name="T0" fmla="*/ 33 w 33"/>
                <a:gd name="T1" fmla="*/ 38 h 45"/>
                <a:gd name="T2" fmla="*/ 7 w 33"/>
                <a:gd name="T3" fmla="*/ 38 h 45"/>
                <a:gd name="T4" fmla="*/ 7 w 33"/>
                <a:gd name="T5" fmla="*/ 23 h 45"/>
                <a:gd name="T6" fmla="*/ 31 w 33"/>
                <a:gd name="T7" fmla="*/ 23 h 45"/>
                <a:gd name="T8" fmla="*/ 31 w 33"/>
                <a:gd name="T9" fmla="*/ 16 h 45"/>
                <a:gd name="T10" fmla="*/ 7 w 33"/>
                <a:gd name="T11" fmla="*/ 16 h 45"/>
                <a:gd name="T12" fmla="*/ 7 w 33"/>
                <a:gd name="T13" fmla="*/ 7 h 45"/>
                <a:gd name="T14" fmla="*/ 33 w 33"/>
                <a:gd name="T15" fmla="*/ 7 h 45"/>
                <a:gd name="T16" fmla="*/ 33 w 33"/>
                <a:gd name="T17" fmla="*/ 0 h 45"/>
                <a:gd name="T18" fmla="*/ 0 w 33"/>
                <a:gd name="T19" fmla="*/ 0 h 45"/>
                <a:gd name="T20" fmla="*/ 0 w 33"/>
                <a:gd name="T21" fmla="*/ 45 h 45"/>
                <a:gd name="T22" fmla="*/ 33 w 33"/>
                <a:gd name="T23" fmla="*/ 45 h 45"/>
                <a:gd name="T24" fmla="*/ 33 w 33"/>
                <a:gd name="T25" fmla="*/ 3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45">
                  <a:moveTo>
                    <a:pt x="33" y="38"/>
                  </a:moveTo>
                  <a:lnTo>
                    <a:pt x="7" y="38"/>
                  </a:lnTo>
                  <a:lnTo>
                    <a:pt x="7" y="23"/>
                  </a:lnTo>
                  <a:lnTo>
                    <a:pt x="31" y="23"/>
                  </a:lnTo>
                  <a:lnTo>
                    <a:pt x="31" y="16"/>
                  </a:lnTo>
                  <a:lnTo>
                    <a:pt x="7" y="16"/>
                  </a:lnTo>
                  <a:lnTo>
                    <a:pt x="7" y="7"/>
                  </a:lnTo>
                  <a:lnTo>
                    <a:pt x="33" y="7"/>
                  </a:lnTo>
                  <a:lnTo>
                    <a:pt x="33" y="0"/>
                  </a:lnTo>
                  <a:lnTo>
                    <a:pt x="0" y="0"/>
                  </a:lnTo>
                  <a:lnTo>
                    <a:pt x="0" y="45"/>
                  </a:lnTo>
                  <a:lnTo>
                    <a:pt x="33" y="45"/>
                  </a:lnTo>
                  <a:lnTo>
                    <a:pt x="33"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102"/>
            <p:cNvSpPr>
              <a:spLocks/>
            </p:cNvSpPr>
            <p:nvPr/>
          </p:nvSpPr>
          <p:spPr bwMode="auto">
            <a:xfrm>
              <a:off x="3810640" y="813251"/>
              <a:ext cx="60325" cy="71438"/>
            </a:xfrm>
            <a:custGeom>
              <a:avLst/>
              <a:gdLst>
                <a:gd name="T0" fmla="*/ 11 w 16"/>
                <a:gd name="T1" fmla="*/ 15 h 19"/>
                <a:gd name="T2" fmla="*/ 8 w 16"/>
                <a:gd name="T3" fmla="*/ 16 h 19"/>
                <a:gd name="T4" fmla="*/ 5 w 16"/>
                <a:gd name="T5" fmla="*/ 15 h 19"/>
                <a:gd name="T6" fmla="*/ 4 w 16"/>
                <a:gd name="T7" fmla="*/ 12 h 19"/>
                <a:gd name="T8" fmla="*/ 0 w 16"/>
                <a:gd name="T9" fmla="*/ 13 h 19"/>
                <a:gd name="T10" fmla="*/ 3 w 16"/>
                <a:gd name="T11" fmla="*/ 17 h 19"/>
                <a:gd name="T12" fmla="*/ 8 w 16"/>
                <a:gd name="T13" fmla="*/ 19 h 19"/>
                <a:gd name="T14" fmla="*/ 12 w 16"/>
                <a:gd name="T15" fmla="*/ 18 h 19"/>
                <a:gd name="T16" fmla="*/ 15 w 16"/>
                <a:gd name="T17" fmla="*/ 16 h 19"/>
                <a:gd name="T18" fmla="*/ 16 w 16"/>
                <a:gd name="T19" fmla="*/ 13 h 19"/>
                <a:gd name="T20" fmla="*/ 15 w 16"/>
                <a:gd name="T21" fmla="*/ 10 h 19"/>
                <a:gd name="T22" fmla="*/ 13 w 16"/>
                <a:gd name="T23" fmla="*/ 8 h 19"/>
                <a:gd name="T24" fmla="*/ 9 w 16"/>
                <a:gd name="T25" fmla="*/ 7 h 19"/>
                <a:gd name="T26" fmla="*/ 5 w 16"/>
                <a:gd name="T27" fmla="*/ 6 h 19"/>
                <a:gd name="T28" fmla="*/ 5 w 16"/>
                <a:gd name="T29" fmla="*/ 5 h 19"/>
                <a:gd name="T30" fmla="*/ 5 w 16"/>
                <a:gd name="T31" fmla="*/ 3 h 19"/>
                <a:gd name="T32" fmla="*/ 8 w 16"/>
                <a:gd name="T33" fmla="*/ 3 h 19"/>
                <a:gd name="T34" fmla="*/ 10 w 16"/>
                <a:gd name="T35" fmla="*/ 3 h 19"/>
                <a:gd name="T36" fmla="*/ 11 w 16"/>
                <a:gd name="T37" fmla="*/ 5 h 19"/>
                <a:gd name="T38" fmla="*/ 15 w 16"/>
                <a:gd name="T39" fmla="*/ 5 h 19"/>
                <a:gd name="T40" fmla="*/ 13 w 16"/>
                <a:gd name="T41" fmla="*/ 1 h 19"/>
                <a:gd name="T42" fmla="*/ 8 w 16"/>
                <a:gd name="T43" fmla="*/ 0 h 19"/>
                <a:gd name="T44" fmla="*/ 4 w 16"/>
                <a:gd name="T45" fmla="*/ 0 h 19"/>
                <a:gd name="T46" fmla="*/ 2 w 16"/>
                <a:gd name="T47" fmla="*/ 2 h 19"/>
                <a:gd name="T48" fmla="*/ 1 w 16"/>
                <a:gd name="T49" fmla="*/ 5 h 19"/>
                <a:gd name="T50" fmla="*/ 3 w 16"/>
                <a:gd name="T51" fmla="*/ 9 h 19"/>
                <a:gd name="T52" fmla="*/ 7 w 16"/>
                <a:gd name="T53" fmla="*/ 10 h 19"/>
                <a:gd name="T54" fmla="*/ 10 w 16"/>
                <a:gd name="T55" fmla="*/ 11 h 19"/>
                <a:gd name="T56" fmla="*/ 11 w 16"/>
                <a:gd name="T57" fmla="*/ 12 h 19"/>
                <a:gd name="T58" fmla="*/ 12 w 16"/>
                <a:gd name="T59" fmla="*/ 13 h 19"/>
                <a:gd name="T60" fmla="*/ 11 w 16"/>
                <a:gd name="T61" fmla="*/ 1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 h="19">
                  <a:moveTo>
                    <a:pt x="11" y="15"/>
                  </a:moveTo>
                  <a:cubicBezTo>
                    <a:pt x="10" y="16"/>
                    <a:pt x="9" y="16"/>
                    <a:pt x="8" y="16"/>
                  </a:cubicBezTo>
                  <a:cubicBezTo>
                    <a:pt x="7" y="16"/>
                    <a:pt x="6" y="16"/>
                    <a:pt x="5" y="15"/>
                  </a:cubicBezTo>
                  <a:cubicBezTo>
                    <a:pt x="5" y="14"/>
                    <a:pt x="4" y="14"/>
                    <a:pt x="4" y="12"/>
                  </a:cubicBezTo>
                  <a:cubicBezTo>
                    <a:pt x="0" y="13"/>
                    <a:pt x="0" y="13"/>
                    <a:pt x="0" y="13"/>
                  </a:cubicBezTo>
                  <a:cubicBezTo>
                    <a:pt x="1" y="15"/>
                    <a:pt x="1" y="16"/>
                    <a:pt x="3" y="17"/>
                  </a:cubicBezTo>
                  <a:cubicBezTo>
                    <a:pt x="4" y="19"/>
                    <a:pt x="6" y="19"/>
                    <a:pt x="8" y="19"/>
                  </a:cubicBezTo>
                  <a:cubicBezTo>
                    <a:pt x="10" y="19"/>
                    <a:pt x="11" y="19"/>
                    <a:pt x="12" y="18"/>
                  </a:cubicBezTo>
                  <a:cubicBezTo>
                    <a:pt x="13" y="18"/>
                    <a:pt x="14" y="17"/>
                    <a:pt x="15" y="16"/>
                  </a:cubicBezTo>
                  <a:cubicBezTo>
                    <a:pt x="15" y="15"/>
                    <a:pt x="16" y="14"/>
                    <a:pt x="16" y="13"/>
                  </a:cubicBezTo>
                  <a:cubicBezTo>
                    <a:pt x="16" y="12"/>
                    <a:pt x="15" y="11"/>
                    <a:pt x="15" y="10"/>
                  </a:cubicBezTo>
                  <a:cubicBezTo>
                    <a:pt x="14" y="9"/>
                    <a:pt x="14" y="9"/>
                    <a:pt x="13" y="8"/>
                  </a:cubicBezTo>
                  <a:cubicBezTo>
                    <a:pt x="12" y="8"/>
                    <a:pt x="11" y="7"/>
                    <a:pt x="9" y="7"/>
                  </a:cubicBezTo>
                  <a:cubicBezTo>
                    <a:pt x="7" y="7"/>
                    <a:pt x="6" y="6"/>
                    <a:pt x="5" y="6"/>
                  </a:cubicBezTo>
                  <a:cubicBezTo>
                    <a:pt x="5" y="5"/>
                    <a:pt x="5" y="5"/>
                    <a:pt x="5" y="5"/>
                  </a:cubicBezTo>
                  <a:cubicBezTo>
                    <a:pt x="5" y="4"/>
                    <a:pt x="5" y="4"/>
                    <a:pt x="5" y="3"/>
                  </a:cubicBezTo>
                  <a:cubicBezTo>
                    <a:pt x="6" y="3"/>
                    <a:pt x="7" y="3"/>
                    <a:pt x="8" y="3"/>
                  </a:cubicBezTo>
                  <a:cubicBezTo>
                    <a:pt x="9" y="3"/>
                    <a:pt x="10" y="3"/>
                    <a:pt x="10" y="3"/>
                  </a:cubicBezTo>
                  <a:cubicBezTo>
                    <a:pt x="11" y="4"/>
                    <a:pt x="11" y="4"/>
                    <a:pt x="11" y="5"/>
                  </a:cubicBezTo>
                  <a:cubicBezTo>
                    <a:pt x="15" y="5"/>
                    <a:pt x="15" y="5"/>
                    <a:pt x="15" y="5"/>
                  </a:cubicBezTo>
                  <a:cubicBezTo>
                    <a:pt x="15" y="4"/>
                    <a:pt x="14" y="2"/>
                    <a:pt x="13" y="1"/>
                  </a:cubicBezTo>
                  <a:cubicBezTo>
                    <a:pt x="12" y="0"/>
                    <a:pt x="10" y="0"/>
                    <a:pt x="8" y="0"/>
                  </a:cubicBezTo>
                  <a:cubicBezTo>
                    <a:pt x="6" y="0"/>
                    <a:pt x="5" y="0"/>
                    <a:pt x="4" y="0"/>
                  </a:cubicBezTo>
                  <a:cubicBezTo>
                    <a:pt x="3" y="1"/>
                    <a:pt x="2" y="1"/>
                    <a:pt x="2" y="2"/>
                  </a:cubicBezTo>
                  <a:cubicBezTo>
                    <a:pt x="1" y="3"/>
                    <a:pt x="1" y="4"/>
                    <a:pt x="1" y="5"/>
                  </a:cubicBezTo>
                  <a:cubicBezTo>
                    <a:pt x="1" y="6"/>
                    <a:pt x="2" y="8"/>
                    <a:pt x="3" y="9"/>
                  </a:cubicBezTo>
                  <a:cubicBezTo>
                    <a:pt x="4" y="9"/>
                    <a:pt x="5" y="10"/>
                    <a:pt x="7" y="10"/>
                  </a:cubicBezTo>
                  <a:cubicBezTo>
                    <a:pt x="9" y="11"/>
                    <a:pt x="10" y="11"/>
                    <a:pt x="10" y="11"/>
                  </a:cubicBezTo>
                  <a:cubicBezTo>
                    <a:pt x="11" y="12"/>
                    <a:pt x="11" y="12"/>
                    <a:pt x="11" y="12"/>
                  </a:cubicBezTo>
                  <a:cubicBezTo>
                    <a:pt x="12" y="12"/>
                    <a:pt x="12" y="13"/>
                    <a:pt x="12" y="13"/>
                  </a:cubicBezTo>
                  <a:cubicBezTo>
                    <a:pt x="12" y="14"/>
                    <a:pt x="12" y="15"/>
                    <a:pt x="11"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103"/>
            <p:cNvSpPr>
              <a:spLocks/>
            </p:cNvSpPr>
            <p:nvPr/>
          </p:nvSpPr>
          <p:spPr bwMode="auto">
            <a:xfrm>
              <a:off x="3877315" y="813251"/>
              <a:ext cx="57150" cy="71438"/>
            </a:xfrm>
            <a:custGeom>
              <a:avLst/>
              <a:gdLst>
                <a:gd name="T0" fmla="*/ 11 w 15"/>
                <a:gd name="T1" fmla="*/ 15 h 19"/>
                <a:gd name="T2" fmla="*/ 8 w 15"/>
                <a:gd name="T3" fmla="*/ 16 h 19"/>
                <a:gd name="T4" fmla="*/ 5 w 15"/>
                <a:gd name="T5" fmla="*/ 15 h 19"/>
                <a:gd name="T6" fmla="*/ 4 w 15"/>
                <a:gd name="T7" fmla="*/ 12 h 19"/>
                <a:gd name="T8" fmla="*/ 0 w 15"/>
                <a:gd name="T9" fmla="*/ 13 h 19"/>
                <a:gd name="T10" fmla="*/ 2 w 15"/>
                <a:gd name="T11" fmla="*/ 17 h 19"/>
                <a:gd name="T12" fmla="*/ 8 w 15"/>
                <a:gd name="T13" fmla="*/ 19 h 19"/>
                <a:gd name="T14" fmla="*/ 12 w 15"/>
                <a:gd name="T15" fmla="*/ 18 h 19"/>
                <a:gd name="T16" fmla="*/ 14 w 15"/>
                <a:gd name="T17" fmla="*/ 16 h 19"/>
                <a:gd name="T18" fmla="*/ 15 w 15"/>
                <a:gd name="T19" fmla="*/ 13 h 19"/>
                <a:gd name="T20" fmla="*/ 15 w 15"/>
                <a:gd name="T21" fmla="*/ 10 h 19"/>
                <a:gd name="T22" fmla="*/ 13 w 15"/>
                <a:gd name="T23" fmla="*/ 8 h 19"/>
                <a:gd name="T24" fmla="*/ 8 w 15"/>
                <a:gd name="T25" fmla="*/ 7 h 19"/>
                <a:gd name="T26" fmla="*/ 5 w 15"/>
                <a:gd name="T27" fmla="*/ 6 h 19"/>
                <a:gd name="T28" fmla="*/ 4 w 15"/>
                <a:gd name="T29" fmla="*/ 5 h 19"/>
                <a:gd name="T30" fmla="*/ 5 w 15"/>
                <a:gd name="T31" fmla="*/ 3 h 19"/>
                <a:gd name="T32" fmla="*/ 8 w 15"/>
                <a:gd name="T33" fmla="*/ 3 h 19"/>
                <a:gd name="T34" fmla="*/ 10 w 15"/>
                <a:gd name="T35" fmla="*/ 3 h 19"/>
                <a:gd name="T36" fmla="*/ 11 w 15"/>
                <a:gd name="T37" fmla="*/ 5 h 19"/>
                <a:gd name="T38" fmla="*/ 15 w 15"/>
                <a:gd name="T39" fmla="*/ 5 h 19"/>
                <a:gd name="T40" fmla="*/ 13 w 15"/>
                <a:gd name="T41" fmla="*/ 1 h 19"/>
                <a:gd name="T42" fmla="*/ 8 w 15"/>
                <a:gd name="T43" fmla="*/ 0 h 19"/>
                <a:gd name="T44" fmla="*/ 4 w 15"/>
                <a:gd name="T45" fmla="*/ 0 h 19"/>
                <a:gd name="T46" fmla="*/ 1 w 15"/>
                <a:gd name="T47" fmla="*/ 2 h 19"/>
                <a:gd name="T48" fmla="*/ 1 w 15"/>
                <a:gd name="T49" fmla="*/ 5 h 19"/>
                <a:gd name="T50" fmla="*/ 2 w 15"/>
                <a:gd name="T51" fmla="*/ 9 h 19"/>
                <a:gd name="T52" fmla="*/ 7 w 15"/>
                <a:gd name="T53" fmla="*/ 10 h 19"/>
                <a:gd name="T54" fmla="*/ 10 w 15"/>
                <a:gd name="T55" fmla="*/ 11 h 19"/>
                <a:gd name="T56" fmla="*/ 11 w 15"/>
                <a:gd name="T57" fmla="*/ 12 h 19"/>
                <a:gd name="T58" fmla="*/ 12 w 15"/>
                <a:gd name="T59" fmla="*/ 13 h 19"/>
                <a:gd name="T60" fmla="*/ 11 w 15"/>
                <a:gd name="T61" fmla="*/ 1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 h="19">
                  <a:moveTo>
                    <a:pt x="11" y="15"/>
                  </a:moveTo>
                  <a:cubicBezTo>
                    <a:pt x="10" y="16"/>
                    <a:pt x="9" y="16"/>
                    <a:pt x="8" y="16"/>
                  </a:cubicBezTo>
                  <a:cubicBezTo>
                    <a:pt x="7" y="16"/>
                    <a:pt x="6" y="16"/>
                    <a:pt x="5" y="15"/>
                  </a:cubicBezTo>
                  <a:cubicBezTo>
                    <a:pt x="4" y="14"/>
                    <a:pt x="4" y="14"/>
                    <a:pt x="4" y="12"/>
                  </a:cubicBezTo>
                  <a:cubicBezTo>
                    <a:pt x="0" y="13"/>
                    <a:pt x="0" y="13"/>
                    <a:pt x="0" y="13"/>
                  </a:cubicBezTo>
                  <a:cubicBezTo>
                    <a:pt x="0" y="15"/>
                    <a:pt x="1" y="16"/>
                    <a:pt x="2" y="17"/>
                  </a:cubicBezTo>
                  <a:cubicBezTo>
                    <a:pt x="4" y="19"/>
                    <a:pt x="5" y="19"/>
                    <a:pt x="8" y="19"/>
                  </a:cubicBezTo>
                  <a:cubicBezTo>
                    <a:pt x="9" y="19"/>
                    <a:pt x="11" y="19"/>
                    <a:pt x="12" y="18"/>
                  </a:cubicBezTo>
                  <a:cubicBezTo>
                    <a:pt x="13" y="18"/>
                    <a:pt x="14" y="17"/>
                    <a:pt x="14" y="16"/>
                  </a:cubicBezTo>
                  <a:cubicBezTo>
                    <a:pt x="15" y="15"/>
                    <a:pt x="15" y="14"/>
                    <a:pt x="15" y="13"/>
                  </a:cubicBezTo>
                  <a:cubicBezTo>
                    <a:pt x="15" y="12"/>
                    <a:pt x="15" y="11"/>
                    <a:pt x="15" y="10"/>
                  </a:cubicBezTo>
                  <a:cubicBezTo>
                    <a:pt x="14" y="9"/>
                    <a:pt x="13" y="9"/>
                    <a:pt x="13" y="8"/>
                  </a:cubicBezTo>
                  <a:cubicBezTo>
                    <a:pt x="12" y="8"/>
                    <a:pt x="10" y="7"/>
                    <a:pt x="8" y="7"/>
                  </a:cubicBezTo>
                  <a:cubicBezTo>
                    <a:pt x="7" y="7"/>
                    <a:pt x="5" y="6"/>
                    <a:pt x="5" y="6"/>
                  </a:cubicBezTo>
                  <a:cubicBezTo>
                    <a:pt x="4" y="5"/>
                    <a:pt x="4" y="5"/>
                    <a:pt x="4" y="5"/>
                  </a:cubicBezTo>
                  <a:cubicBezTo>
                    <a:pt x="4" y="4"/>
                    <a:pt x="5" y="4"/>
                    <a:pt x="5" y="3"/>
                  </a:cubicBezTo>
                  <a:cubicBezTo>
                    <a:pt x="6" y="3"/>
                    <a:pt x="6" y="3"/>
                    <a:pt x="8" y="3"/>
                  </a:cubicBezTo>
                  <a:cubicBezTo>
                    <a:pt x="9" y="3"/>
                    <a:pt x="9" y="3"/>
                    <a:pt x="10" y="3"/>
                  </a:cubicBezTo>
                  <a:cubicBezTo>
                    <a:pt x="10" y="4"/>
                    <a:pt x="11" y="4"/>
                    <a:pt x="11" y="5"/>
                  </a:cubicBezTo>
                  <a:cubicBezTo>
                    <a:pt x="15" y="5"/>
                    <a:pt x="15" y="5"/>
                    <a:pt x="15" y="5"/>
                  </a:cubicBezTo>
                  <a:cubicBezTo>
                    <a:pt x="15" y="4"/>
                    <a:pt x="14" y="2"/>
                    <a:pt x="13" y="1"/>
                  </a:cubicBezTo>
                  <a:cubicBezTo>
                    <a:pt x="12" y="0"/>
                    <a:pt x="10" y="0"/>
                    <a:pt x="8" y="0"/>
                  </a:cubicBezTo>
                  <a:cubicBezTo>
                    <a:pt x="6" y="0"/>
                    <a:pt x="5" y="0"/>
                    <a:pt x="4" y="0"/>
                  </a:cubicBezTo>
                  <a:cubicBezTo>
                    <a:pt x="3" y="1"/>
                    <a:pt x="2" y="1"/>
                    <a:pt x="1" y="2"/>
                  </a:cubicBezTo>
                  <a:cubicBezTo>
                    <a:pt x="1" y="3"/>
                    <a:pt x="1" y="4"/>
                    <a:pt x="1" y="5"/>
                  </a:cubicBezTo>
                  <a:cubicBezTo>
                    <a:pt x="1" y="6"/>
                    <a:pt x="1" y="8"/>
                    <a:pt x="2" y="9"/>
                  </a:cubicBezTo>
                  <a:cubicBezTo>
                    <a:pt x="3" y="9"/>
                    <a:pt x="5" y="10"/>
                    <a:pt x="7" y="10"/>
                  </a:cubicBezTo>
                  <a:cubicBezTo>
                    <a:pt x="8" y="11"/>
                    <a:pt x="9" y="11"/>
                    <a:pt x="10" y="11"/>
                  </a:cubicBezTo>
                  <a:cubicBezTo>
                    <a:pt x="10" y="12"/>
                    <a:pt x="11" y="12"/>
                    <a:pt x="11" y="12"/>
                  </a:cubicBezTo>
                  <a:cubicBezTo>
                    <a:pt x="11" y="12"/>
                    <a:pt x="12" y="13"/>
                    <a:pt x="12" y="13"/>
                  </a:cubicBezTo>
                  <a:cubicBezTo>
                    <a:pt x="12" y="14"/>
                    <a:pt x="11" y="15"/>
                    <a:pt x="11"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104"/>
            <p:cNvSpPr>
              <a:spLocks/>
            </p:cNvSpPr>
            <p:nvPr/>
          </p:nvSpPr>
          <p:spPr bwMode="auto">
            <a:xfrm>
              <a:off x="4632965" y="813251"/>
              <a:ext cx="49213" cy="71438"/>
            </a:xfrm>
            <a:custGeom>
              <a:avLst/>
              <a:gdLst>
                <a:gd name="T0" fmla="*/ 10 w 31"/>
                <a:gd name="T1" fmla="*/ 26 h 45"/>
                <a:gd name="T2" fmla="*/ 29 w 31"/>
                <a:gd name="T3" fmla="*/ 26 h 45"/>
                <a:gd name="T4" fmla="*/ 29 w 31"/>
                <a:gd name="T5" fmla="*/ 19 h 45"/>
                <a:gd name="T6" fmla="*/ 10 w 31"/>
                <a:gd name="T7" fmla="*/ 19 h 45"/>
                <a:gd name="T8" fmla="*/ 10 w 31"/>
                <a:gd name="T9" fmla="*/ 7 h 45"/>
                <a:gd name="T10" fmla="*/ 31 w 31"/>
                <a:gd name="T11" fmla="*/ 7 h 45"/>
                <a:gd name="T12" fmla="*/ 31 w 31"/>
                <a:gd name="T13" fmla="*/ 0 h 45"/>
                <a:gd name="T14" fmla="*/ 0 w 31"/>
                <a:gd name="T15" fmla="*/ 0 h 45"/>
                <a:gd name="T16" fmla="*/ 0 w 31"/>
                <a:gd name="T17" fmla="*/ 45 h 45"/>
                <a:gd name="T18" fmla="*/ 10 w 31"/>
                <a:gd name="T19" fmla="*/ 45 h 45"/>
                <a:gd name="T20" fmla="*/ 10 w 31"/>
                <a:gd name="T21" fmla="*/ 26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45">
                  <a:moveTo>
                    <a:pt x="10" y="26"/>
                  </a:moveTo>
                  <a:lnTo>
                    <a:pt x="29" y="26"/>
                  </a:lnTo>
                  <a:lnTo>
                    <a:pt x="29" y="19"/>
                  </a:lnTo>
                  <a:lnTo>
                    <a:pt x="10" y="19"/>
                  </a:lnTo>
                  <a:lnTo>
                    <a:pt x="10" y="7"/>
                  </a:lnTo>
                  <a:lnTo>
                    <a:pt x="31" y="7"/>
                  </a:lnTo>
                  <a:lnTo>
                    <a:pt x="31" y="0"/>
                  </a:lnTo>
                  <a:lnTo>
                    <a:pt x="0" y="0"/>
                  </a:lnTo>
                  <a:lnTo>
                    <a:pt x="0" y="45"/>
                  </a:lnTo>
                  <a:lnTo>
                    <a:pt x="10" y="45"/>
                  </a:lnTo>
                  <a:lnTo>
                    <a:pt x="1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Rectangle 105"/>
            <p:cNvSpPr>
              <a:spLocks noChangeArrowheads="1"/>
            </p:cNvSpPr>
            <p:nvPr/>
          </p:nvSpPr>
          <p:spPr bwMode="auto">
            <a:xfrm>
              <a:off x="4693290" y="813251"/>
              <a:ext cx="15875" cy="714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106"/>
            <p:cNvSpPr>
              <a:spLocks/>
            </p:cNvSpPr>
            <p:nvPr/>
          </p:nvSpPr>
          <p:spPr bwMode="auto">
            <a:xfrm>
              <a:off x="4723453" y="813251"/>
              <a:ext cx="57150" cy="71438"/>
            </a:xfrm>
            <a:custGeom>
              <a:avLst/>
              <a:gdLst>
                <a:gd name="T0" fmla="*/ 7 w 36"/>
                <a:gd name="T1" fmla="*/ 14 h 45"/>
                <a:gd name="T2" fmla="*/ 26 w 36"/>
                <a:gd name="T3" fmla="*/ 45 h 45"/>
                <a:gd name="T4" fmla="*/ 36 w 36"/>
                <a:gd name="T5" fmla="*/ 45 h 45"/>
                <a:gd name="T6" fmla="*/ 36 w 36"/>
                <a:gd name="T7" fmla="*/ 0 h 45"/>
                <a:gd name="T8" fmla="*/ 26 w 36"/>
                <a:gd name="T9" fmla="*/ 0 h 45"/>
                <a:gd name="T10" fmla="*/ 26 w 36"/>
                <a:gd name="T11" fmla="*/ 30 h 45"/>
                <a:gd name="T12" fmla="*/ 9 w 36"/>
                <a:gd name="T13" fmla="*/ 0 h 45"/>
                <a:gd name="T14" fmla="*/ 0 w 36"/>
                <a:gd name="T15" fmla="*/ 0 h 45"/>
                <a:gd name="T16" fmla="*/ 0 w 36"/>
                <a:gd name="T17" fmla="*/ 45 h 45"/>
                <a:gd name="T18" fmla="*/ 7 w 36"/>
                <a:gd name="T19" fmla="*/ 45 h 45"/>
                <a:gd name="T20" fmla="*/ 7 w 36"/>
                <a:gd name="T21" fmla="*/ 14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 h="45">
                  <a:moveTo>
                    <a:pt x="7" y="14"/>
                  </a:moveTo>
                  <a:lnTo>
                    <a:pt x="26" y="45"/>
                  </a:lnTo>
                  <a:lnTo>
                    <a:pt x="36" y="45"/>
                  </a:lnTo>
                  <a:lnTo>
                    <a:pt x="36" y="0"/>
                  </a:lnTo>
                  <a:lnTo>
                    <a:pt x="26" y="0"/>
                  </a:lnTo>
                  <a:lnTo>
                    <a:pt x="26" y="30"/>
                  </a:lnTo>
                  <a:lnTo>
                    <a:pt x="9" y="0"/>
                  </a:lnTo>
                  <a:lnTo>
                    <a:pt x="0" y="0"/>
                  </a:lnTo>
                  <a:lnTo>
                    <a:pt x="0" y="45"/>
                  </a:lnTo>
                  <a:lnTo>
                    <a:pt x="7" y="45"/>
                  </a:lnTo>
                  <a:lnTo>
                    <a:pt x="7"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107"/>
            <p:cNvSpPr>
              <a:spLocks noEditPoints="1"/>
            </p:cNvSpPr>
            <p:nvPr/>
          </p:nvSpPr>
          <p:spPr bwMode="auto">
            <a:xfrm>
              <a:off x="4786953" y="813251"/>
              <a:ext cx="71438" cy="71438"/>
            </a:xfrm>
            <a:custGeom>
              <a:avLst/>
              <a:gdLst>
                <a:gd name="T0" fmla="*/ 14 w 45"/>
                <a:gd name="T1" fmla="*/ 33 h 45"/>
                <a:gd name="T2" fmla="*/ 31 w 45"/>
                <a:gd name="T3" fmla="*/ 33 h 45"/>
                <a:gd name="T4" fmla="*/ 36 w 45"/>
                <a:gd name="T5" fmla="*/ 45 h 45"/>
                <a:gd name="T6" fmla="*/ 45 w 45"/>
                <a:gd name="T7" fmla="*/ 45 h 45"/>
                <a:gd name="T8" fmla="*/ 26 w 45"/>
                <a:gd name="T9" fmla="*/ 0 h 45"/>
                <a:gd name="T10" fmla="*/ 17 w 45"/>
                <a:gd name="T11" fmla="*/ 0 h 45"/>
                <a:gd name="T12" fmla="*/ 0 w 45"/>
                <a:gd name="T13" fmla="*/ 45 h 45"/>
                <a:gd name="T14" fmla="*/ 10 w 45"/>
                <a:gd name="T15" fmla="*/ 45 h 45"/>
                <a:gd name="T16" fmla="*/ 14 w 45"/>
                <a:gd name="T17" fmla="*/ 33 h 45"/>
                <a:gd name="T18" fmla="*/ 22 w 45"/>
                <a:gd name="T19" fmla="*/ 9 h 45"/>
                <a:gd name="T20" fmla="*/ 29 w 45"/>
                <a:gd name="T21" fmla="*/ 26 h 45"/>
                <a:gd name="T22" fmla="*/ 17 w 45"/>
                <a:gd name="T23" fmla="*/ 26 h 45"/>
                <a:gd name="T24" fmla="*/ 22 w 45"/>
                <a:gd name="T25" fmla="*/ 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5" h="45">
                  <a:moveTo>
                    <a:pt x="14" y="33"/>
                  </a:moveTo>
                  <a:lnTo>
                    <a:pt x="31" y="33"/>
                  </a:lnTo>
                  <a:lnTo>
                    <a:pt x="36" y="45"/>
                  </a:lnTo>
                  <a:lnTo>
                    <a:pt x="45" y="45"/>
                  </a:lnTo>
                  <a:lnTo>
                    <a:pt x="26" y="0"/>
                  </a:lnTo>
                  <a:lnTo>
                    <a:pt x="17" y="0"/>
                  </a:lnTo>
                  <a:lnTo>
                    <a:pt x="0" y="45"/>
                  </a:lnTo>
                  <a:lnTo>
                    <a:pt x="10" y="45"/>
                  </a:lnTo>
                  <a:lnTo>
                    <a:pt x="14" y="33"/>
                  </a:lnTo>
                  <a:close/>
                  <a:moveTo>
                    <a:pt x="22" y="9"/>
                  </a:moveTo>
                  <a:lnTo>
                    <a:pt x="29" y="26"/>
                  </a:lnTo>
                  <a:lnTo>
                    <a:pt x="17" y="26"/>
                  </a:lnTo>
                  <a:lnTo>
                    <a:pt x="22"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108"/>
            <p:cNvSpPr>
              <a:spLocks/>
            </p:cNvSpPr>
            <p:nvPr/>
          </p:nvSpPr>
          <p:spPr bwMode="auto">
            <a:xfrm>
              <a:off x="4866328" y="813251"/>
              <a:ext cx="55563" cy="71438"/>
            </a:xfrm>
            <a:custGeom>
              <a:avLst/>
              <a:gdLst>
                <a:gd name="T0" fmla="*/ 9 w 35"/>
                <a:gd name="T1" fmla="*/ 14 h 45"/>
                <a:gd name="T2" fmla="*/ 26 w 35"/>
                <a:gd name="T3" fmla="*/ 45 h 45"/>
                <a:gd name="T4" fmla="*/ 35 w 35"/>
                <a:gd name="T5" fmla="*/ 45 h 45"/>
                <a:gd name="T6" fmla="*/ 35 w 35"/>
                <a:gd name="T7" fmla="*/ 0 h 45"/>
                <a:gd name="T8" fmla="*/ 28 w 35"/>
                <a:gd name="T9" fmla="*/ 0 h 45"/>
                <a:gd name="T10" fmla="*/ 28 w 35"/>
                <a:gd name="T11" fmla="*/ 30 h 45"/>
                <a:gd name="T12" fmla="*/ 9 w 35"/>
                <a:gd name="T13" fmla="*/ 0 h 45"/>
                <a:gd name="T14" fmla="*/ 0 w 35"/>
                <a:gd name="T15" fmla="*/ 0 h 45"/>
                <a:gd name="T16" fmla="*/ 0 w 35"/>
                <a:gd name="T17" fmla="*/ 45 h 45"/>
                <a:gd name="T18" fmla="*/ 9 w 35"/>
                <a:gd name="T19" fmla="*/ 45 h 45"/>
                <a:gd name="T20" fmla="*/ 9 w 35"/>
                <a:gd name="T21" fmla="*/ 14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 h="45">
                  <a:moveTo>
                    <a:pt x="9" y="14"/>
                  </a:moveTo>
                  <a:lnTo>
                    <a:pt x="26" y="45"/>
                  </a:lnTo>
                  <a:lnTo>
                    <a:pt x="35" y="45"/>
                  </a:lnTo>
                  <a:lnTo>
                    <a:pt x="35" y="0"/>
                  </a:lnTo>
                  <a:lnTo>
                    <a:pt x="28" y="0"/>
                  </a:lnTo>
                  <a:lnTo>
                    <a:pt x="28" y="30"/>
                  </a:lnTo>
                  <a:lnTo>
                    <a:pt x="9" y="0"/>
                  </a:lnTo>
                  <a:lnTo>
                    <a:pt x="0" y="0"/>
                  </a:lnTo>
                  <a:lnTo>
                    <a:pt x="0" y="45"/>
                  </a:lnTo>
                  <a:lnTo>
                    <a:pt x="9" y="45"/>
                  </a:lnTo>
                  <a:lnTo>
                    <a:pt x="9"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109"/>
            <p:cNvSpPr>
              <a:spLocks/>
            </p:cNvSpPr>
            <p:nvPr/>
          </p:nvSpPr>
          <p:spPr bwMode="auto">
            <a:xfrm>
              <a:off x="4934590" y="813251"/>
              <a:ext cx="63500" cy="71438"/>
            </a:xfrm>
            <a:custGeom>
              <a:avLst/>
              <a:gdLst>
                <a:gd name="T0" fmla="*/ 9 w 17"/>
                <a:gd name="T1" fmla="*/ 19 h 19"/>
                <a:gd name="T2" fmla="*/ 14 w 17"/>
                <a:gd name="T3" fmla="*/ 18 h 19"/>
                <a:gd name="T4" fmla="*/ 17 w 17"/>
                <a:gd name="T5" fmla="*/ 13 h 19"/>
                <a:gd name="T6" fmla="*/ 13 w 17"/>
                <a:gd name="T7" fmla="*/ 12 h 19"/>
                <a:gd name="T8" fmla="*/ 12 w 17"/>
                <a:gd name="T9" fmla="*/ 15 h 19"/>
                <a:gd name="T10" fmla="*/ 9 w 17"/>
                <a:gd name="T11" fmla="*/ 16 h 19"/>
                <a:gd name="T12" fmla="*/ 6 w 17"/>
                <a:gd name="T13" fmla="*/ 14 h 19"/>
                <a:gd name="T14" fmla="*/ 4 w 17"/>
                <a:gd name="T15" fmla="*/ 9 h 19"/>
                <a:gd name="T16" fmla="*/ 6 w 17"/>
                <a:gd name="T17" fmla="*/ 4 h 19"/>
                <a:gd name="T18" fmla="*/ 9 w 17"/>
                <a:gd name="T19" fmla="*/ 3 h 19"/>
                <a:gd name="T20" fmla="*/ 12 w 17"/>
                <a:gd name="T21" fmla="*/ 4 h 19"/>
                <a:gd name="T22" fmla="*/ 13 w 17"/>
                <a:gd name="T23" fmla="*/ 6 h 19"/>
                <a:gd name="T24" fmla="*/ 17 w 17"/>
                <a:gd name="T25" fmla="*/ 5 h 19"/>
                <a:gd name="T26" fmla="*/ 15 w 17"/>
                <a:gd name="T27" fmla="*/ 2 h 19"/>
                <a:gd name="T28" fmla="*/ 9 w 17"/>
                <a:gd name="T29" fmla="*/ 0 h 19"/>
                <a:gd name="T30" fmla="*/ 3 w 17"/>
                <a:gd name="T31" fmla="*/ 2 h 19"/>
                <a:gd name="T32" fmla="*/ 0 w 17"/>
                <a:gd name="T33" fmla="*/ 9 h 19"/>
                <a:gd name="T34" fmla="*/ 3 w 17"/>
                <a:gd name="T35" fmla="*/ 17 h 19"/>
                <a:gd name="T36" fmla="*/ 9 w 17"/>
                <a:gd name="T3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 h="19">
                  <a:moveTo>
                    <a:pt x="9" y="19"/>
                  </a:moveTo>
                  <a:cubicBezTo>
                    <a:pt x="11" y="19"/>
                    <a:pt x="13" y="19"/>
                    <a:pt x="14" y="18"/>
                  </a:cubicBezTo>
                  <a:cubicBezTo>
                    <a:pt x="15" y="17"/>
                    <a:pt x="16" y="15"/>
                    <a:pt x="17" y="13"/>
                  </a:cubicBezTo>
                  <a:cubicBezTo>
                    <a:pt x="13" y="12"/>
                    <a:pt x="13" y="12"/>
                    <a:pt x="13" y="12"/>
                  </a:cubicBezTo>
                  <a:cubicBezTo>
                    <a:pt x="13" y="13"/>
                    <a:pt x="12" y="14"/>
                    <a:pt x="12" y="15"/>
                  </a:cubicBezTo>
                  <a:cubicBezTo>
                    <a:pt x="11" y="16"/>
                    <a:pt x="10" y="16"/>
                    <a:pt x="9" y="16"/>
                  </a:cubicBezTo>
                  <a:cubicBezTo>
                    <a:pt x="8" y="16"/>
                    <a:pt x="7" y="15"/>
                    <a:pt x="6" y="14"/>
                  </a:cubicBezTo>
                  <a:cubicBezTo>
                    <a:pt x="5" y="13"/>
                    <a:pt x="4" y="12"/>
                    <a:pt x="4" y="9"/>
                  </a:cubicBezTo>
                  <a:cubicBezTo>
                    <a:pt x="4" y="7"/>
                    <a:pt x="5" y="5"/>
                    <a:pt x="6" y="4"/>
                  </a:cubicBezTo>
                  <a:cubicBezTo>
                    <a:pt x="7" y="3"/>
                    <a:pt x="8" y="3"/>
                    <a:pt x="9" y="3"/>
                  </a:cubicBezTo>
                  <a:cubicBezTo>
                    <a:pt x="10" y="3"/>
                    <a:pt x="11" y="3"/>
                    <a:pt x="12" y="4"/>
                  </a:cubicBezTo>
                  <a:cubicBezTo>
                    <a:pt x="12" y="4"/>
                    <a:pt x="13" y="5"/>
                    <a:pt x="13" y="6"/>
                  </a:cubicBezTo>
                  <a:cubicBezTo>
                    <a:pt x="17" y="5"/>
                    <a:pt x="17" y="5"/>
                    <a:pt x="17" y="5"/>
                  </a:cubicBezTo>
                  <a:cubicBezTo>
                    <a:pt x="17" y="4"/>
                    <a:pt x="16" y="2"/>
                    <a:pt x="15" y="2"/>
                  </a:cubicBezTo>
                  <a:cubicBezTo>
                    <a:pt x="14" y="0"/>
                    <a:pt x="12" y="0"/>
                    <a:pt x="9" y="0"/>
                  </a:cubicBezTo>
                  <a:cubicBezTo>
                    <a:pt x="7" y="0"/>
                    <a:pt x="5" y="0"/>
                    <a:pt x="3" y="2"/>
                  </a:cubicBezTo>
                  <a:cubicBezTo>
                    <a:pt x="1" y="4"/>
                    <a:pt x="0" y="6"/>
                    <a:pt x="0" y="9"/>
                  </a:cubicBezTo>
                  <a:cubicBezTo>
                    <a:pt x="0" y="12"/>
                    <a:pt x="1" y="15"/>
                    <a:pt x="3" y="17"/>
                  </a:cubicBezTo>
                  <a:cubicBezTo>
                    <a:pt x="5" y="18"/>
                    <a:pt x="7" y="19"/>
                    <a:pt x="9"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110"/>
            <p:cNvSpPr>
              <a:spLocks/>
            </p:cNvSpPr>
            <p:nvPr/>
          </p:nvSpPr>
          <p:spPr bwMode="auto">
            <a:xfrm>
              <a:off x="5009203" y="813251"/>
              <a:ext cx="55563" cy="71438"/>
            </a:xfrm>
            <a:custGeom>
              <a:avLst/>
              <a:gdLst>
                <a:gd name="T0" fmla="*/ 35 w 35"/>
                <a:gd name="T1" fmla="*/ 38 h 45"/>
                <a:gd name="T2" fmla="*/ 9 w 35"/>
                <a:gd name="T3" fmla="*/ 38 h 45"/>
                <a:gd name="T4" fmla="*/ 9 w 35"/>
                <a:gd name="T5" fmla="*/ 23 h 45"/>
                <a:gd name="T6" fmla="*/ 33 w 35"/>
                <a:gd name="T7" fmla="*/ 23 h 45"/>
                <a:gd name="T8" fmla="*/ 33 w 35"/>
                <a:gd name="T9" fmla="*/ 16 h 45"/>
                <a:gd name="T10" fmla="*/ 9 w 35"/>
                <a:gd name="T11" fmla="*/ 16 h 45"/>
                <a:gd name="T12" fmla="*/ 9 w 35"/>
                <a:gd name="T13" fmla="*/ 7 h 45"/>
                <a:gd name="T14" fmla="*/ 33 w 35"/>
                <a:gd name="T15" fmla="*/ 7 h 45"/>
                <a:gd name="T16" fmla="*/ 33 w 35"/>
                <a:gd name="T17" fmla="*/ 0 h 45"/>
                <a:gd name="T18" fmla="*/ 0 w 35"/>
                <a:gd name="T19" fmla="*/ 0 h 45"/>
                <a:gd name="T20" fmla="*/ 0 w 35"/>
                <a:gd name="T21" fmla="*/ 45 h 45"/>
                <a:gd name="T22" fmla="*/ 35 w 35"/>
                <a:gd name="T23" fmla="*/ 45 h 45"/>
                <a:gd name="T24" fmla="*/ 35 w 35"/>
                <a:gd name="T25" fmla="*/ 3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 h="45">
                  <a:moveTo>
                    <a:pt x="35" y="38"/>
                  </a:moveTo>
                  <a:lnTo>
                    <a:pt x="9" y="38"/>
                  </a:lnTo>
                  <a:lnTo>
                    <a:pt x="9" y="23"/>
                  </a:lnTo>
                  <a:lnTo>
                    <a:pt x="33" y="23"/>
                  </a:lnTo>
                  <a:lnTo>
                    <a:pt x="33" y="16"/>
                  </a:lnTo>
                  <a:lnTo>
                    <a:pt x="9" y="16"/>
                  </a:lnTo>
                  <a:lnTo>
                    <a:pt x="9" y="7"/>
                  </a:lnTo>
                  <a:lnTo>
                    <a:pt x="33" y="7"/>
                  </a:lnTo>
                  <a:lnTo>
                    <a:pt x="33" y="0"/>
                  </a:lnTo>
                  <a:lnTo>
                    <a:pt x="0" y="0"/>
                  </a:lnTo>
                  <a:lnTo>
                    <a:pt x="0" y="45"/>
                  </a:lnTo>
                  <a:lnTo>
                    <a:pt x="35" y="45"/>
                  </a:lnTo>
                  <a:lnTo>
                    <a:pt x="35"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11" name="组合 110"/>
          <p:cNvGrpSpPr/>
          <p:nvPr/>
        </p:nvGrpSpPr>
        <p:grpSpPr>
          <a:xfrm>
            <a:off x="1980253" y="3251651"/>
            <a:ext cx="2146300" cy="1131888"/>
            <a:chOff x="1980253" y="3251651"/>
            <a:chExt cx="2146300" cy="1131888"/>
          </a:xfrm>
          <a:solidFill>
            <a:schemeClr val="tx1">
              <a:lumMod val="65000"/>
              <a:lumOff val="35000"/>
            </a:schemeClr>
          </a:solidFill>
        </p:grpSpPr>
        <p:sp>
          <p:nvSpPr>
            <p:cNvPr id="112" name="Freeform 111"/>
            <p:cNvSpPr>
              <a:spLocks noEditPoints="1"/>
            </p:cNvSpPr>
            <p:nvPr/>
          </p:nvSpPr>
          <p:spPr bwMode="auto">
            <a:xfrm>
              <a:off x="1980253" y="3548514"/>
              <a:ext cx="420688" cy="835025"/>
            </a:xfrm>
            <a:custGeom>
              <a:avLst/>
              <a:gdLst>
                <a:gd name="T0" fmla="*/ 90 w 112"/>
                <a:gd name="T1" fmla="*/ 222 h 222"/>
                <a:gd name="T2" fmla="*/ 108 w 112"/>
                <a:gd name="T3" fmla="*/ 222 h 222"/>
                <a:gd name="T4" fmla="*/ 108 w 112"/>
                <a:gd name="T5" fmla="*/ 159 h 222"/>
                <a:gd name="T6" fmla="*/ 112 w 112"/>
                <a:gd name="T7" fmla="*/ 159 h 222"/>
                <a:gd name="T8" fmla="*/ 112 w 112"/>
                <a:gd name="T9" fmla="*/ 141 h 222"/>
                <a:gd name="T10" fmla="*/ 29 w 112"/>
                <a:gd name="T11" fmla="*/ 141 h 222"/>
                <a:gd name="T12" fmla="*/ 18 w 112"/>
                <a:gd name="T13" fmla="*/ 0 h 222"/>
                <a:gd name="T14" fmla="*/ 0 w 112"/>
                <a:gd name="T15" fmla="*/ 3 h 222"/>
                <a:gd name="T16" fmla="*/ 2 w 112"/>
                <a:gd name="T17" fmla="*/ 222 h 222"/>
                <a:gd name="T18" fmla="*/ 20 w 112"/>
                <a:gd name="T19" fmla="*/ 222 h 222"/>
                <a:gd name="T20" fmla="*/ 23 w 112"/>
                <a:gd name="T21" fmla="*/ 199 h 222"/>
                <a:gd name="T22" fmla="*/ 90 w 112"/>
                <a:gd name="T23" fmla="*/ 199 h 222"/>
                <a:gd name="T24" fmla="*/ 90 w 112"/>
                <a:gd name="T25" fmla="*/ 222 h 222"/>
                <a:gd name="T26" fmla="*/ 25 w 112"/>
                <a:gd name="T27" fmla="*/ 189 h 222"/>
                <a:gd name="T28" fmla="*/ 28 w 112"/>
                <a:gd name="T29" fmla="*/ 159 h 222"/>
                <a:gd name="T30" fmla="*/ 90 w 112"/>
                <a:gd name="T31" fmla="*/ 159 h 222"/>
                <a:gd name="T32" fmla="*/ 90 w 112"/>
                <a:gd name="T33" fmla="*/ 189 h 222"/>
                <a:gd name="T34" fmla="*/ 25 w 112"/>
                <a:gd name="T35" fmla="*/ 189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2" h="222">
                  <a:moveTo>
                    <a:pt x="90" y="222"/>
                  </a:moveTo>
                  <a:cubicBezTo>
                    <a:pt x="108" y="222"/>
                    <a:pt x="108" y="222"/>
                    <a:pt x="108" y="222"/>
                  </a:cubicBezTo>
                  <a:cubicBezTo>
                    <a:pt x="108" y="159"/>
                    <a:pt x="108" y="159"/>
                    <a:pt x="108" y="159"/>
                  </a:cubicBezTo>
                  <a:cubicBezTo>
                    <a:pt x="112" y="159"/>
                    <a:pt x="112" y="159"/>
                    <a:pt x="112" y="159"/>
                  </a:cubicBezTo>
                  <a:cubicBezTo>
                    <a:pt x="112" y="141"/>
                    <a:pt x="112" y="141"/>
                    <a:pt x="112" y="141"/>
                  </a:cubicBezTo>
                  <a:cubicBezTo>
                    <a:pt x="29" y="141"/>
                    <a:pt x="29" y="141"/>
                    <a:pt x="29" y="141"/>
                  </a:cubicBezTo>
                  <a:cubicBezTo>
                    <a:pt x="30" y="94"/>
                    <a:pt x="27" y="46"/>
                    <a:pt x="18" y="0"/>
                  </a:cubicBezTo>
                  <a:cubicBezTo>
                    <a:pt x="12" y="1"/>
                    <a:pt x="6" y="2"/>
                    <a:pt x="0" y="3"/>
                  </a:cubicBezTo>
                  <a:cubicBezTo>
                    <a:pt x="14" y="75"/>
                    <a:pt x="15" y="150"/>
                    <a:pt x="2" y="222"/>
                  </a:cubicBezTo>
                  <a:cubicBezTo>
                    <a:pt x="20" y="222"/>
                    <a:pt x="20" y="222"/>
                    <a:pt x="20" y="222"/>
                  </a:cubicBezTo>
                  <a:cubicBezTo>
                    <a:pt x="21" y="214"/>
                    <a:pt x="22" y="207"/>
                    <a:pt x="23" y="199"/>
                  </a:cubicBezTo>
                  <a:cubicBezTo>
                    <a:pt x="90" y="199"/>
                    <a:pt x="90" y="199"/>
                    <a:pt x="90" y="199"/>
                  </a:cubicBezTo>
                  <a:lnTo>
                    <a:pt x="90" y="222"/>
                  </a:lnTo>
                  <a:close/>
                  <a:moveTo>
                    <a:pt x="25" y="189"/>
                  </a:moveTo>
                  <a:cubicBezTo>
                    <a:pt x="26" y="179"/>
                    <a:pt x="27" y="169"/>
                    <a:pt x="28" y="159"/>
                  </a:cubicBezTo>
                  <a:cubicBezTo>
                    <a:pt x="90" y="159"/>
                    <a:pt x="90" y="159"/>
                    <a:pt x="90" y="159"/>
                  </a:cubicBezTo>
                  <a:cubicBezTo>
                    <a:pt x="90" y="189"/>
                    <a:pt x="90" y="189"/>
                    <a:pt x="90" y="189"/>
                  </a:cubicBezTo>
                  <a:lnTo>
                    <a:pt x="25" y="1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112"/>
            <p:cNvSpPr>
              <a:spLocks/>
            </p:cNvSpPr>
            <p:nvPr/>
          </p:nvSpPr>
          <p:spPr bwMode="auto">
            <a:xfrm>
              <a:off x="2412053" y="3251651"/>
              <a:ext cx="304800" cy="304800"/>
            </a:xfrm>
            <a:custGeom>
              <a:avLst/>
              <a:gdLst>
                <a:gd name="T0" fmla="*/ 48 w 81"/>
                <a:gd name="T1" fmla="*/ 5 h 81"/>
                <a:gd name="T2" fmla="*/ 4 w 81"/>
                <a:gd name="T3" fmla="*/ 33 h 81"/>
                <a:gd name="T4" fmla="*/ 32 w 81"/>
                <a:gd name="T5" fmla="*/ 77 h 81"/>
                <a:gd name="T6" fmla="*/ 76 w 81"/>
                <a:gd name="T7" fmla="*/ 49 h 81"/>
                <a:gd name="T8" fmla="*/ 48 w 81"/>
                <a:gd name="T9" fmla="*/ 5 h 81"/>
              </a:gdLst>
              <a:ahLst/>
              <a:cxnLst>
                <a:cxn ang="0">
                  <a:pos x="T0" y="T1"/>
                </a:cxn>
                <a:cxn ang="0">
                  <a:pos x="T2" y="T3"/>
                </a:cxn>
                <a:cxn ang="0">
                  <a:pos x="T4" y="T5"/>
                </a:cxn>
                <a:cxn ang="0">
                  <a:pos x="T6" y="T7"/>
                </a:cxn>
                <a:cxn ang="0">
                  <a:pos x="T8" y="T9"/>
                </a:cxn>
              </a:cxnLst>
              <a:rect l="0" t="0" r="r" b="b"/>
              <a:pathLst>
                <a:path w="81" h="81">
                  <a:moveTo>
                    <a:pt x="48" y="5"/>
                  </a:moveTo>
                  <a:cubicBezTo>
                    <a:pt x="29" y="0"/>
                    <a:pt x="9" y="13"/>
                    <a:pt x="4" y="33"/>
                  </a:cubicBezTo>
                  <a:cubicBezTo>
                    <a:pt x="0" y="52"/>
                    <a:pt x="12" y="72"/>
                    <a:pt x="32" y="77"/>
                  </a:cubicBezTo>
                  <a:cubicBezTo>
                    <a:pt x="52" y="81"/>
                    <a:pt x="71" y="69"/>
                    <a:pt x="76" y="49"/>
                  </a:cubicBezTo>
                  <a:cubicBezTo>
                    <a:pt x="81" y="29"/>
                    <a:pt x="68" y="10"/>
                    <a:pt x="48"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113"/>
            <p:cNvSpPr>
              <a:spLocks/>
            </p:cNvSpPr>
            <p:nvPr/>
          </p:nvSpPr>
          <p:spPr bwMode="auto">
            <a:xfrm>
              <a:off x="2142178" y="3481839"/>
              <a:ext cx="300038" cy="566738"/>
            </a:xfrm>
            <a:custGeom>
              <a:avLst/>
              <a:gdLst>
                <a:gd name="T0" fmla="*/ 59 w 80"/>
                <a:gd name="T1" fmla="*/ 109 h 151"/>
                <a:gd name="T2" fmla="*/ 69 w 80"/>
                <a:gd name="T3" fmla="*/ 66 h 151"/>
                <a:gd name="T4" fmla="*/ 67 w 80"/>
                <a:gd name="T5" fmla="*/ 65 h 151"/>
                <a:gd name="T6" fmla="*/ 41 w 80"/>
                <a:gd name="T7" fmla="*/ 40 h 151"/>
                <a:gd name="T8" fmla="*/ 40 w 80"/>
                <a:gd name="T9" fmla="*/ 27 h 151"/>
                <a:gd name="T10" fmla="*/ 47 w 80"/>
                <a:gd name="T11" fmla="*/ 17 h 151"/>
                <a:gd name="T12" fmla="*/ 55 w 80"/>
                <a:gd name="T13" fmla="*/ 15 h 151"/>
                <a:gd name="T14" fmla="*/ 69 w 80"/>
                <a:gd name="T15" fmla="*/ 23 h 151"/>
                <a:gd name="T16" fmla="*/ 70 w 80"/>
                <a:gd name="T17" fmla="*/ 23 h 151"/>
                <a:gd name="T18" fmla="*/ 72 w 80"/>
                <a:gd name="T19" fmla="*/ 27 h 151"/>
                <a:gd name="T20" fmla="*/ 78 w 80"/>
                <a:gd name="T21" fmla="*/ 32 h 151"/>
                <a:gd name="T22" fmla="*/ 64 w 80"/>
                <a:gd name="T23" fmla="*/ 5 h 151"/>
                <a:gd name="T24" fmla="*/ 19 w 80"/>
                <a:gd name="T25" fmla="*/ 28 h 151"/>
                <a:gd name="T26" fmla="*/ 0 w 80"/>
                <a:gd name="T27" fmla="*/ 117 h 151"/>
                <a:gd name="T28" fmla="*/ 33 w 80"/>
                <a:gd name="T29" fmla="*/ 150 h 151"/>
                <a:gd name="T30" fmla="*/ 38 w 80"/>
                <a:gd name="T31" fmla="*/ 150 h 151"/>
                <a:gd name="T32" fmla="*/ 39 w 80"/>
                <a:gd name="T33" fmla="*/ 150 h 151"/>
                <a:gd name="T34" fmla="*/ 45 w 80"/>
                <a:gd name="T35" fmla="*/ 150 h 151"/>
                <a:gd name="T36" fmla="*/ 80 w 80"/>
                <a:gd name="T37" fmla="*/ 150 h 151"/>
                <a:gd name="T38" fmla="*/ 80 w 80"/>
                <a:gd name="T39" fmla="*/ 109 h 151"/>
                <a:gd name="T40" fmla="*/ 59 w 80"/>
                <a:gd name="T41" fmla="*/ 109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0" h="151">
                  <a:moveTo>
                    <a:pt x="59" y="109"/>
                  </a:moveTo>
                  <a:cubicBezTo>
                    <a:pt x="61" y="94"/>
                    <a:pt x="65" y="79"/>
                    <a:pt x="69" y="66"/>
                  </a:cubicBezTo>
                  <a:cubicBezTo>
                    <a:pt x="68" y="65"/>
                    <a:pt x="68" y="65"/>
                    <a:pt x="67" y="65"/>
                  </a:cubicBezTo>
                  <a:cubicBezTo>
                    <a:pt x="49" y="53"/>
                    <a:pt x="42" y="41"/>
                    <a:pt x="41" y="40"/>
                  </a:cubicBezTo>
                  <a:cubicBezTo>
                    <a:pt x="39" y="36"/>
                    <a:pt x="38" y="31"/>
                    <a:pt x="40" y="27"/>
                  </a:cubicBezTo>
                  <a:cubicBezTo>
                    <a:pt x="41" y="23"/>
                    <a:pt x="43" y="19"/>
                    <a:pt x="47" y="17"/>
                  </a:cubicBezTo>
                  <a:cubicBezTo>
                    <a:pt x="50" y="16"/>
                    <a:pt x="53" y="15"/>
                    <a:pt x="55" y="15"/>
                  </a:cubicBezTo>
                  <a:cubicBezTo>
                    <a:pt x="61" y="15"/>
                    <a:pt x="67" y="18"/>
                    <a:pt x="69" y="23"/>
                  </a:cubicBezTo>
                  <a:cubicBezTo>
                    <a:pt x="70" y="23"/>
                    <a:pt x="70" y="23"/>
                    <a:pt x="70" y="23"/>
                  </a:cubicBezTo>
                  <a:cubicBezTo>
                    <a:pt x="70" y="24"/>
                    <a:pt x="71" y="25"/>
                    <a:pt x="72" y="27"/>
                  </a:cubicBezTo>
                  <a:cubicBezTo>
                    <a:pt x="74" y="28"/>
                    <a:pt x="76" y="30"/>
                    <a:pt x="78" y="32"/>
                  </a:cubicBezTo>
                  <a:cubicBezTo>
                    <a:pt x="79" y="20"/>
                    <a:pt x="74" y="8"/>
                    <a:pt x="64" y="5"/>
                  </a:cubicBezTo>
                  <a:cubicBezTo>
                    <a:pt x="51" y="0"/>
                    <a:pt x="30" y="5"/>
                    <a:pt x="19" y="28"/>
                  </a:cubicBezTo>
                  <a:cubicBezTo>
                    <a:pt x="5" y="60"/>
                    <a:pt x="0" y="81"/>
                    <a:pt x="0" y="117"/>
                  </a:cubicBezTo>
                  <a:cubicBezTo>
                    <a:pt x="2" y="143"/>
                    <a:pt x="18" y="148"/>
                    <a:pt x="33" y="150"/>
                  </a:cubicBezTo>
                  <a:cubicBezTo>
                    <a:pt x="34" y="150"/>
                    <a:pt x="36" y="151"/>
                    <a:pt x="38" y="150"/>
                  </a:cubicBezTo>
                  <a:cubicBezTo>
                    <a:pt x="39" y="150"/>
                    <a:pt x="39" y="150"/>
                    <a:pt x="39" y="150"/>
                  </a:cubicBezTo>
                  <a:cubicBezTo>
                    <a:pt x="42" y="151"/>
                    <a:pt x="44" y="151"/>
                    <a:pt x="45" y="150"/>
                  </a:cubicBezTo>
                  <a:cubicBezTo>
                    <a:pt x="80" y="150"/>
                    <a:pt x="80" y="150"/>
                    <a:pt x="80" y="150"/>
                  </a:cubicBezTo>
                  <a:cubicBezTo>
                    <a:pt x="80" y="109"/>
                    <a:pt x="80" y="109"/>
                    <a:pt x="80" y="109"/>
                  </a:cubicBezTo>
                  <a:lnTo>
                    <a:pt x="59" y="1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114"/>
            <p:cNvSpPr>
              <a:spLocks/>
            </p:cNvSpPr>
            <p:nvPr/>
          </p:nvSpPr>
          <p:spPr bwMode="auto">
            <a:xfrm>
              <a:off x="2558103" y="3954914"/>
              <a:ext cx="101600" cy="393700"/>
            </a:xfrm>
            <a:custGeom>
              <a:avLst/>
              <a:gdLst>
                <a:gd name="T0" fmla="*/ 0 w 27"/>
                <a:gd name="T1" fmla="*/ 105 h 105"/>
                <a:gd name="T2" fmla="*/ 6 w 27"/>
                <a:gd name="T3" fmla="*/ 105 h 105"/>
                <a:gd name="T4" fmla="*/ 7 w 27"/>
                <a:gd name="T5" fmla="*/ 105 h 105"/>
                <a:gd name="T6" fmla="*/ 26 w 27"/>
                <a:gd name="T7" fmla="*/ 84 h 105"/>
                <a:gd name="T8" fmla="*/ 21 w 27"/>
                <a:gd name="T9" fmla="*/ 2 h 105"/>
                <a:gd name="T10" fmla="*/ 21 w 27"/>
                <a:gd name="T11" fmla="*/ 0 h 105"/>
                <a:gd name="T12" fmla="*/ 0 w 27"/>
                <a:gd name="T13" fmla="*/ 0 h 105"/>
                <a:gd name="T14" fmla="*/ 0 w 27"/>
                <a:gd name="T15" fmla="*/ 105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105">
                  <a:moveTo>
                    <a:pt x="0" y="105"/>
                  </a:moveTo>
                  <a:cubicBezTo>
                    <a:pt x="2" y="105"/>
                    <a:pt x="4" y="105"/>
                    <a:pt x="6" y="105"/>
                  </a:cubicBezTo>
                  <a:cubicBezTo>
                    <a:pt x="6" y="105"/>
                    <a:pt x="6" y="105"/>
                    <a:pt x="7" y="105"/>
                  </a:cubicBezTo>
                  <a:cubicBezTo>
                    <a:pt x="18" y="105"/>
                    <a:pt x="27" y="95"/>
                    <a:pt x="26" y="84"/>
                  </a:cubicBezTo>
                  <a:cubicBezTo>
                    <a:pt x="21" y="2"/>
                    <a:pt x="21" y="2"/>
                    <a:pt x="21" y="2"/>
                  </a:cubicBezTo>
                  <a:cubicBezTo>
                    <a:pt x="21" y="1"/>
                    <a:pt x="21" y="0"/>
                    <a:pt x="21" y="0"/>
                  </a:cubicBezTo>
                  <a:cubicBezTo>
                    <a:pt x="0" y="0"/>
                    <a:pt x="0" y="0"/>
                    <a:pt x="0" y="0"/>
                  </a:cubicBezTo>
                  <a:lnTo>
                    <a:pt x="0" y="1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115"/>
            <p:cNvSpPr>
              <a:spLocks/>
            </p:cNvSpPr>
            <p:nvPr/>
          </p:nvSpPr>
          <p:spPr bwMode="auto">
            <a:xfrm>
              <a:off x="2753365" y="3740601"/>
              <a:ext cx="128588" cy="52388"/>
            </a:xfrm>
            <a:custGeom>
              <a:avLst/>
              <a:gdLst>
                <a:gd name="T0" fmla="*/ 0 w 34"/>
                <a:gd name="T1" fmla="*/ 14 h 14"/>
                <a:gd name="T2" fmla="*/ 34 w 34"/>
                <a:gd name="T3" fmla="*/ 14 h 14"/>
                <a:gd name="T4" fmla="*/ 34 w 34"/>
                <a:gd name="T5" fmla="*/ 9 h 14"/>
                <a:gd name="T6" fmla="*/ 32 w 34"/>
                <a:gd name="T7" fmla="*/ 9 h 14"/>
                <a:gd name="T8" fmla="*/ 32 w 34"/>
                <a:gd name="T9" fmla="*/ 0 h 14"/>
                <a:gd name="T10" fmla="*/ 6 w 34"/>
                <a:gd name="T11" fmla="*/ 0 h 14"/>
                <a:gd name="T12" fmla="*/ 6 w 34"/>
                <a:gd name="T13" fmla="*/ 2 h 14"/>
                <a:gd name="T14" fmla="*/ 0 w 34"/>
                <a:gd name="T15" fmla="*/ 14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 h="14">
                  <a:moveTo>
                    <a:pt x="0" y="14"/>
                  </a:moveTo>
                  <a:cubicBezTo>
                    <a:pt x="34" y="14"/>
                    <a:pt x="34" y="14"/>
                    <a:pt x="34" y="14"/>
                  </a:cubicBezTo>
                  <a:cubicBezTo>
                    <a:pt x="34" y="9"/>
                    <a:pt x="34" y="9"/>
                    <a:pt x="34" y="9"/>
                  </a:cubicBezTo>
                  <a:cubicBezTo>
                    <a:pt x="32" y="9"/>
                    <a:pt x="32" y="9"/>
                    <a:pt x="32" y="9"/>
                  </a:cubicBezTo>
                  <a:cubicBezTo>
                    <a:pt x="32" y="0"/>
                    <a:pt x="32" y="0"/>
                    <a:pt x="32" y="0"/>
                  </a:cubicBezTo>
                  <a:cubicBezTo>
                    <a:pt x="6" y="0"/>
                    <a:pt x="6" y="0"/>
                    <a:pt x="6" y="0"/>
                  </a:cubicBezTo>
                  <a:cubicBezTo>
                    <a:pt x="6" y="1"/>
                    <a:pt x="6" y="1"/>
                    <a:pt x="6" y="2"/>
                  </a:cubicBezTo>
                  <a:cubicBezTo>
                    <a:pt x="6" y="7"/>
                    <a:pt x="3" y="11"/>
                    <a:pt x="0"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116"/>
            <p:cNvSpPr>
              <a:spLocks/>
            </p:cNvSpPr>
            <p:nvPr/>
          </p:nvSpPr>
          <p:spPr bwMode="auto">
            <a:xfrm>
              <a:off x="2291403" y="3540576"/>
              <a:ext cx="469900" cy="255588"/>
            </a:xfrm>
            <a:custGeom>
              <a:avLst/>
              <a:gdLst>
                <a:gd name="T0" fmla="*/ 30 w 125"/>
                <a:gd name="T1" fmla="*/ 13 h 68"/>
                <a:gd name="T2" fmla="*/ 27 w 125"/>
                <a:gd name="T3" fmla="*/ 9 h 68"/>
                <a:gd name="T4" fmla="*/ 27 w 125"/>
                <a:gd name="T5" fmla="*/ 9 h 68"/>
                <a:gd name="T6" fmla="*/ 27 w 125"/>
                <a:gd name="T7" fmla="*/ 9 h 68"/>
                <a:gd name="T8" fmla="*/ 27 w 125"/>
                <a:gd name="T9" fmla="*/ 9 h 68"/>
                <a:gd name="T10" fmla="*/ 9 w 125"/>
                <a:gd name="T11" fmla="*/ 4 h 68"/>
                <a:gd name="T12" fmla="*/ 4 w 125"/>
                <a:gd name="T13" fmla="*/ 22 h 68"/>
                <a:gd name="T14" fmla="*/ 4 w 125"/>
                <a:gd name="T15" fmla="*/ 22 h 68"/>
                <a:gd name="T16" fmla="*/ 29 w 125"/>
                <a:gd name="T17" fmla="*/ 46 h 68"/>
                <a:gd name="T18" fmla="*/ 112 w 125"/>
                <a:gd name="T19" fmla="*/ 68 h 68"/>
                <a:gd name="T20" fmla="*/ 112 w 125"/>
                <a:gd name="T21" fmla="*/ 68 h 68"/>
                <a:gd name="T22" fmla="*/ 125 w 125"/>
                <a:gd name="T23" fmla="*/ 55 h 68"/>
                <a:gd name="T24" fmla="*/ 112 w 125"/>
                <a:gd name="T25" fmla="*/ 42 h 68"/>
                <a:gd name="T26" fmla="*/ 43 w 125"/>
                <a:gd name="T27" fmla="*/ 24 h 68"/>
                <a:gd name="T28" fmla="*/ 30 w 125"/>
                <a:gd name="T29" fmla="*/ 1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5" h="68">
                  <a:moveTo>
                    <a:pt x="30" y="13"/>
                  </a:moveTo>
                  <a:cubicBezTo>
                    <a:pt x="29" y="11"/>
                    <a:pt x="28" y="10"/>
                    <a:pt x="27" y="9"/>
                  </a:cubicBezTo>
                  <a:cubicBezTo>
                    <a:pt x="27" y="9"/>
                    <a:pt x="27" y="9"/>
                    <a:pt x="27" y="9"/>
                  </a:cubicBezTo>
                  <a:cubicBezTo>
                    <a:pt x="27" y="9"/>
                    <a:pt x="27" y="9"/>
                    <a:pt x="27" y="9"/>
                  </a:cubicBezTo>
                  <a:cubicBezTo>
                    <a:pt x="27" y="9"/>
                    <a:pt x="27" y="9"/>
                    <a:pt x="27" y="9"/>
                  </a:cubicBezTo>
                  <a:cubicBezTo>
                    <a:pt x="23" y="2"/>
                    <a:pt x="15" y="0"/>
                    <a:pt x="9" y="4"/>
                  </a:cubicBezTo>
                  <a:cubicBezTo>
                    <a:pt x="3" y="8"/>
                    <a:pt x="0" y="16"/>
                    <a:pt x="4" y="22"/>
                  </a:cubicBezTo>
                  <a:cubicBezTo>
                    <a:pt x="4" y="22"/>
                    <a:pt x="4" y="22"/>
                    <a:pt x="4" y="22"/>
                  </a:cubicBezTo>
                  <a:cubicBezTo>
                    <a:pt x="5" y="23"/>
                    <a:pt x="12" y="35"/>
                    <a:pt x="29" y="46"/>
                  </a:cubicBezTo>
                  <a:cubicBezTo>
                    <a:pt x="46" y="57"/>
                    <a:pt x="73" y="68"/>
                    <a:pt x="112" y="68"/>
                  </a:cubicBezTo>
                  <a:cubicBezTo>
                    <a:pt x="112" y="68"/>
                    <a:pt x="112" y="68"/>
                    <a:pt x="112" y="68"/>
                  </a:cubicBezTo>
                  <a:cubicBezTo>
                    <a:pt x="120" y="68"/>
                    <a:pt x="125" y="62"/>
                    <a:pt x="125" y="55"/>
                  </a:cubicBezTo>
                  <a:cubicBezTo>
                    <a:pt x="125" y="47"/>
                    <a:pt x="120" y="42"/>
                    <a:pt x="112" y="42"/>
                  </a:cubicBezTo>
                  <a:cubicBezTo>
                    <a:pt x="78" y="41"/>
                    <a:pt x="56" y="32"/>
                    <a:pt x="43" y="24"/>
                  </a:cubicBezTo>
                  <a:cubicBezTo>
                    <a:pt x="37" y="20"/>
                    <a:pt x="33" y="16"/>
                    <a:pt x="30"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117"/>
            <p:cNvSpPr>
              <a:spLocks noEditPoints="1"/>
            </p:cNvSpPr>
            <p:nvPr/>
          </p:nvSpPr>
          <p:spPr bwMode="auto">
            <a:xfrm>
              <a:off x="3704278" y="3548514"/>
              <a:ext cx="422275" cy="835025"/>
            </a:xfrm>
            <a:custGeom>
              <a:avLst/>
              <a:gdLst>
                <a:gd name="T0" fmla="*/ 92 w 112"/>
                <a:gd name="T1" fmla="*/ 222 h 222"/>
                <a:gd name="T2" fmla="*/ 111 w 112"/>
                <a:gd name="T3" fmla="*/ 222 h 222"/>
                <a:gd name="T4" fmla="*/ 112 w 112"/>
                <a:gd name="T5" fmla="*/ 3 h 222"/>
                <a:gd name="T6" fmla="*/ 94 w 112"/>
                <a:gd name="T7" fmla="*/ 0 h 222"/>
                <a:gd name="T8" fmla="*/ 84 w 112"/>
                <a:gd name="T9" fmla="*/ 141 h 222"/>
                <a:gd name="T10" fmla="*/ 0 w 112"/>
                <a:gd name="T11" fmla="*/ 141 h 222"/>
                <a:gd name="T12" fmla="*/ 0 w 112"/>
                <a:gd name="T13" fmla="*/ 159 h 222"/>
                <a:gd name="T14" fmla="*/ 4 w 112"/>
                <a:gd name="T15" fmla="*/ 159 h 222"/>
                <a:gd name="T16" fmla="*/ 4 w 112"/>
                <a:gd name="T17" fmla="*/ 222 h 222"/>
                <a:gd name="T18" fmla="*/ 22 w 112"/>
                <a:gd name="T19" fmla="*/ 222 h 222"/>
                <a:gd name="T20" fmla="*/ 22 w 112"/>
                <a:gd name="T21" fmla="*/ 199 h 222"/>
                <a:gd name="T22" fmla="*/ 89 w 112"/>
                <a:gd name="T23" fmla="*/ 199 h 222"/>
                <a:gd name="T24" fmla="*/ 92 w 112"/>
                <a:gd name="T25" fmla="*/ 222 h 222"/>
                <a:gd name="T26" fmla="*/ 22 w 112"/>
                <a:gd name="T27" fmla="*/ 189 h 222"/>
                <a:gd name="T28" fmla="*/ 22 w 112"/>
                <a:gd name="T29" fmla="*/ 159 h 222"/>
                <a:gd name="T30" fmla="*/ 85 w 112"/>
                <a:gd name="T31" fmla="*/ 159 h 222"/>
                <a:gd name="T32" fmla="*/ 88 w 112"/>
                <a:gd name="T33" fmla="*/ 189 h 222"/>
                <a:gd name="T34" fmla="*/ 22 w 112"/>
                <a:gd name="T35" fmla="*/ 189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2" h="222">
                  <a:moveTo>
                    <a:pt x="92" y="222"/>
                  </a:moveTo>
                  <a:cubicBezTo>
                    <a:pt x="111" y="222"/>
                    <a:pt x="111" y="222"/>
                    <a:pt x="111" y="222"/>
                  </a:cubicBezTo>
                  <a:cubicBezTo>
                    <a:pt x="98" y="150"/>
                    <a:pt x="98" y="75"/>
                    <a:pt x="112" y="3"/>
                  </a:cubicBezTo>
                  <a:cubicBezTo>
                    <a:pt x="106" y="2"/>
                    <a:pt x="100" y="1"/>
                    <a:pt x="94" y="0"/>
                  </a:cubicBezTo>
                  <a:cubicBezTo>
                    <a:pt x="85" y="46"/>
                    <a:pt x="82" y="94"/>
                    <a:pt x="84" y="141"/>
                  </a:cubicBezTo>
                  <a:cubicBezTo>
                    <a:pt x="0" y="141"/>
                    <a:pt x="0" y="141"/>
                    <a:pt x="0" y="141"/>
                  </a:cubicBezTo>
                  <a:cubicBezTo>
                    <a:pt x="0" y="159"/>
                    <a:pt x="0" y="159"/>
                    <a:pt x="0" y="159"/>
                  </a:cubicBezTo>
                  <a:cubicBezTo>
                    <a:pt x="4" y="159"/>
                    <a:pt x="4" y="159"/>
                    <a:pt x="4" y="159"/>
                  </a:cubicBezTo>
                  <a:cubicBezTo>
                    <a:pt x="4" y="222"/>
                    <a:pt x="4" y="222"/>
                    <a:pt x="4" y="222"/>
                  </a:cubicBezTo>
                  <a:cubicBezTo>
                    <a:pt x="22" y="222"/>
                    <a:pt x="22" y="222"/>
                    <a:pt x="22" y="222"/>
                  </a:cubicBezTo>
                  <a:cubicBezTo>
                    <a:pt x="22" y="199"/>
                    <a:pt x="22" y="199"/>
                    <a:pt x="22" y="199"/>
                  </a:cubicBezTo>
                  <a:cubicBezTo>
                    <a:pt x="89" y="199"/>
                    <a:pt x="89" y="199"/>
                    <a:pt x="89" y="199"/>
                  </a:cubicBezTo>
                  <a:cubicBezTo>
                    <a:pt x="90" y="207"/>
                    <a:pt x="91" y="214"/>
                    <a:pt x="92" y="222"/>
                  </a:cubicBezTo>
                  <a:close/>
                  <a:moveTo>
                    <a:pt x="22" y="189"/>
                  </a:moveTo>
                  <a:cubicBezTo>
                    <a:pt x="22" y="159"/>
                    <a:pt x="22" y="159"/>
                    <a:pt x="22" y="159"/>
                  </a:cubicBezTo>
                  <a:cubicBezTo>
                    <a:pt x="85" y="159"/>
                    <a:pt x="85" y="159"/>
                    <a:pt x="85" y="159"/>
                  </a:cubicBezTo>
                  <a:cubicBezTo>
                    <a:pt x="86" y="169"/>
                    <a:pt x="87" y="179"/>
                    <a:pt x="88" y="189"/>
                  </a:cubicBezTo>
                  <a:lnTo>
                    <a:pt x="22" y="1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118"/>
            <p:cNvSpPr>
              <a:spLocks/>
            </p:cNvSpPr>
            <p:nvPr/>
          </p:nvSpPr>
          <p:spPr bwMode="auto">
            <a:xfrm>
              <a:off x="3393128" y="3251651"/>
              <a:ext cx="304800" cy="304800"/>
            </a:xfrm>
            <a:custGeom>
              <a:avLst/>
              <a:gdLst>
                <a:gd name="T0" fmla="*/ 32 w 81"/>
                <a:gd name="T1" fmla="*/ 5 h 81"/>
                <a:gd name="T2" fmla="*/ 5 w 81"/>
                <a:gd name="T3" fmla="*/ 49 h 81"/>
                <a:gd name="T4" fmla="*/ 49 w 81"/>
                <a:gd name="T5" fmla="*/ 77 h 81"/>
                <a:gd name="T6" fmla="*/ 76 w 81"/>
                <a:gd name="T7" fmla="*/ 33 h 81"/>
                <a:gd name="T8" fmla="*/ 32 w 81"/>
                <a:gd name="T9" fmla="*/ 5 h 81"/>
              </a:gdLst>
              <a:ahLst/>
              <a:cxnLst>
                <a:cxn ang="0">
                  <a:pos x="T0" y="T1"/>
                </a:cxn>
                <a:cxn ang="0">
                  <a:pos x="T2" y="T3"/>
                </a:cxn>
                <a:cxn ang="0">
                  <a:pos x="T4" y="T5"/>
                </a:cxn>
                <a:cxn ang="0">
                  <a:pos x="T6" y="T7"/>
                </a:cxn>
                <a:cxn ang="0">
                  <a:pos x="T8" y="T9"/>
                </a:cxn>
              </a:cxnLst>
              <a:rect l="0" t="0" r="r" b="b"/>
              <a:pathLst>
                <a:path w="81" h="81">
                  <a:moveTo>
                    <a:pt x="32" y="5"/>
                  </a:moveTo>
                  <a:cubicBezTo>
                    <a:pt x="12" y="10"/>
                    <a:pt x="0" y="29"/>
                    <a:pt x="5" y="49"/>
                  </a:cubicBezTo>
                  <a:cubicBezTo>
                    <a:pt x="9" y="69"/>
                    <a:pt x="29" y="81"/>
                    <a:pt x="49" y="77"/>
                  </a:cubicBezTo>
                  <a:cubicBezTo>
                    <a:pt x="69" y="72"/>
                    <a:pt x="81" y="52"/>
                    <a:pt x="76" y="33"/>
                  </a:cubicBezTo>
                  <a:cubicBezTo>
                    <a:pt x="72" y="13"/>
                    <a:pt x="52" y="0"/>
                    <a:pt x="32"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119"/>
            <p:cNvSpPr>
              <a:spLocks/>
            </p:cNvSpPr>
            <p:nvPr/>
          </p:nvSpPr>
          <p:spPr bwMode="auto">
            <a:xfrm>
              <a:off x="3663003" y="3481839"/>
              <a:ext cx="304800" cy="566738"/>
            </a:xfrm>
            <a:custGeom>
              <a:avLst/>
              <a:gdLst>
                <a:gd name="T0" fmla="*/ 10 w 81"/>
                <a:gd name="T1" fmla="*/ 24 h 151"/>
                <a:gd name="T2" fmla="*/ 11 w 81"/>
                <a:gd name="T3" fmla="*/ 23 h 151"/>
                <a:gd name="T4" fmla="*/ 25 w 81"/>
                <a:gd name="T5" fmla="*/ 15 h 151"/>
                <a:gd name="T6" fmla="*/ 33 w 81"/>
                <a:gd name="T7" fmla="*/ 17 h 151"/>
                <a:gd name="T8" fmla="*/ 39 w 81"/>
                <a:gd name="T9" fmla="*/ 40 h 151"/>
                <a:gd name="T10" fmla="*/ 13 w 81"/>
                <a:gd name="T11" fmla="*/ 65 h 151"/>
                <a:gd name="T12" fmla="*/ 11 w 81"/>
                <a:gd name="T13" fmla="*/ 66 h 151"/>
                <a:gd name="T14" fmla="*/ 21 w 81"/>
                <a:gd name="T15" fmla="*/ 109 h 151"/>
                <a:gd name="T16" fmla="*/ 0 w 81"/>
                <a:gd name="T17" fmla="*/ 109 h 151"/>
                <a:gd name="T18" fmla="*/ 0 w 81"/>
                <a:gd name="T19" fmla="*/ 150 h 151"/>
                <a:gd name="T20" fmla="*/ 35 w 81"/>
                <a:gd name="T21" fmla="*/ 150 h 151"/>
                <a:gd name="T22" fmla="*/ 41 w 81"/>
                <a:gd name="T23" fmla="*/ 150 h 151"/>
                <a:gd name="T24" fmla="*/ 43 w 81"/>
                <a:gd name="T25" fmla="*/ 150 h 151"/>
                <a:gd name="T26" fmla="*/ 48 w 81"/>
                <a:gd name="T27" fmla="*/ 150 h 151"/>
                <a:gd name="T28" fmla="*/ 80 w 81"/>
                <a:gd name="T29" fmla="*/ 117 h 151"/>
                <a:gd name="T30" fmla="*/ 61 w 81"/>
                <a:gd name="T31" fmla="*/ 28 h 151"/>
                <a:gd name="T32" fmla="*/ 16 w 81"/>
                <a:gd name="T33" fmla="*/ 5 h 151"/>
                <a:gd name="T34" fmla="*/ 2 w 81"/>
                <a:gd name="T35" fmla="*/ 32 h 151"/>
                <a:gd name="T36" fmla="*/ 10 w 81"/>
                <a:gd name="T37" fmla="*/ 24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1" h="151">
                  <a:moveTo>
                    <a:pt x="10" y="24"/>
                  </a:moveTo>
                  <a:cubicBezTo>
                    <a:pt x="11" y="23"/>
                    <a:pt x="11" y="23"/>
                    <a:pt x="11" y="23"/>
                  </a:cubicBezTo>
                  <a:cubicBezTo>
                    <a:pt x="14" y="18"/>
                    <a:pt x="19" y="15"/>
                    <a:pt x="25" y="15"/>
                  </a:cubicBezTo>
                  <a:cubicBezTo>
                    <a:pt x="28" y="15"/>
                    <a:pt x="31" y="16"/>
                    <a:pt x="33" y="17"/>
                  </a:cubicBezTo>
                  <a:cubicBezTo>
                    <a:pt x="41" y="22"/>
                    <a:pt x="44" y="32"/>
                    <a:pt x="39" y="40"/>
                  </a:cubicBezTo>
                  <a:cubicBezTo>
                    <a:pt x="38" y="41"/>
                    <a:pt x="31" y="53"/>
                    <a:pt x="13" y="65"/>
                  </a:cubicBezTo>
                  <a:cubicBezTo>
                    <a:pt x="13" y="65"/>
                    <a:pt x="12" y="65"/>
                    <a:pt x="11" y="66"/>
                  </a:cubicBezTo>
                  <a:cubicBezTo>
                    <a:pt x="16" y="79"/>
                    <a:pt x="20" y="94"/>
                    <a:pt x="21" y="109"/>
                  </a:cubicBezTo>
                  <a:cubicBezTo>
                    <a:pt x="0" y="109"/>
                    <a:pt x="0" y="109"/>
                    <a:pt x="0" y="109"/>
                  </a:cubicBezTo>
                  <a:cubicBezTo>
                    <a:pt x="0" y="150"/>
                    <a:pt x="0" y="150"/>
                    <a:pt x="0" y="150"/>
                  </a:cubicBezTo>
                  <a:cubicBezTo>
                    <a:pt x="35" y="150"/>
                    <a:pt x="35" y="150"/>
                    <a:pt x="35" y="150"/>
                  </a:cubicBezTo>
                  <a:cubicBezTo>
                    <a:pt x="37" y="151"/>
                    <a:pt x="39" y="151"/>
                    <a:pt x="41" y="150"/>
                  </a:cubicBezTo>
                  <a:cubicBezTo>
                    <a:pt x="43" y="150"/>
                    <a:pt x="43" y="150"/>
                    <a:pt x="43" y="150"/>
                  </a:cubicBezTo>
                  <a:cubicBezTo>
                    <a:pt x="44" y="151"/>
                    <a:pt x="46" y="150"/>
                    <a:pt x="48" y="150"/>
                  </a:cubicBezTo>
                  <a:cubicBezTo>
                    <a:pt x="62" y="148"/>
                    <a:pt x="78" y="143"/>
                    <a:pt x="80" y="117"/>
                  </a:cubicBezTo>
                  <a:cubicBezTo>
                    <a:pt x="81" y="81"/>
                    <a:pt x="76" y="60"/>
                    <a:pt x="61" y="28"/>
                  </a:cubicBezTo>
                  <a:cubicBezTo>
                    <a:pt x="51" y="5"/>
                    <a:pt x="30" y="0"/>
                    <a:pt x="16" y="5"/>
                  </a:cubicBezTo>
                  <a:cubicBezTo>
                    <a:pt x="6" y="8"/>
                    <a:pt x="1" y="20"/>
                    <a:pt x="2" y="32"/>
                  </a:cubicBezTo>
                  <a:cubicBezTo>
                    <a:pt x="6" y="29"/>
                    <a:pt x="9" y="26"/>
                    <a:pt x="10"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120"/>
            <p:cNvSpPr>
              <a:spLocks/>
            </p:cNvSpPr>
            <p:nvPr/>
          </p:nvSpPr>
          <p:spPr bwMode="auto">
            <a:xfrm>
              <a:off x="3448690" y="3954914"/>
              <a:ext cx="98425" cy="393700"/>
            </a:xfrm>
            <a:custGeom>
              <a:avLst/>
              <a:gdLst>
                <a:gd name="T0" fmla="*/ 5 w 26"/>
                <a:gd name="T1" fmla="*/ 0 h 105"/>
                <a:gd name="T2" fmla="*/ 5 w 26"/>
                <a:gd name="T3" fmla="*/ 2 h 105"/>
                <a:gd name="T4" fmla="*/ 0 w 26"/>
                <a:gd name="T5" fmla="*/ 84 h 105"/>
                <a:gd name="T6" fmla="*/ 20 w 26"/>
                <a:gd name="T7" fmla="*/ 105 h 105"/>
                <a:gd name="T8" fmla="*/ 21 w 26"/>
                <a:gd name="T9" fmla="*/ 105 h 105"/>
                <a:gd name="T10" fmla="*/ 26 w 26"/>
                <a:gd name="T11" fmla="*/ 105 h 105"/>
                <a:gd name="T12" fmla="*/ 26 w 26"/>
                <a:gd name="T13" fmla="*/ 0 h 105"/>
                <a:gd name="T14" fmla="*/ 5 w 26"/>
                <a:gd name="T15" fmla="*/ 0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05">
                  <a:moveTo>
                    <a:pt x="5" y="0"/>
                  </a:moveTo>
                  <a:cubicBezTo>
                    <a:pt x="5" y="0"/>
                    <a:pt x="5" y="1"/>
                    <a:pt x="5" y="2"/>
                  </a:cubicBezTo>
                  <a:cubicBezTo>
                    <a:pt x="0" y="84"/>
                    <a:pt x="0" y="84"/>
                    <a:pt x="0" y="84"/>
                  </a:cubicBezTo>
                  <a:cubicBezTo>
                    <a:pt x="0" y="95"/>
                    <a:pt x="8" y="105"/>
                    <a:pt x="20" y="105"/>
                  </a:cubicBezTo>
                  <a:cubicBezTo>
                    <a:pt x="20" y="105"/>
                    <a:pt x="21" y="105"/>
                    <a:pt x="21" y="105"/>
                  </a:cubicBezTo>
                  <a:cubicBezTo>
                    <a:pt x="23" y="105"/>
                    <a:pt x="24" y="105"/>
                    <a:pt x="26" y="105"/>
                  </a:cubicBezTo>
                  <a:cubicBezTo>
                    <a:pt x="26" y="0"/>
                    <a:pt x="26" y="0"/>
                    <a:pt x="26" y="0"/>
                  </a:cubicBez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121"/>
            <p:cNvSpPr>
              <a:spLocks/>
            </p:cNvSpPr>
            <p:nvPr/>
          </p:nvSpPr>
          <p:spPr bwMode="auto">
            <a:xfrm>
              <a:off x="3228028" y="3740601"/>
              <a:ext cx="127000" cy="52388"/>
            </a:xfrm>
            <a:custGeom>
              <a:avLst/>
              <a:gdLst>
                <a:gd name="T0" fmla="*/ 28 w 34"/>
                <a:gd name="T1" fmla="*/ 2 h 14"/>
                <a:gd name="T2" fmla="*/ 28 w 34"/>
                <a:gd name="T3" fmla="*/ 0 h 14"/>
                <a:gd name="T4" fmla="*/ 2 w 34"/>
                <a:gd name="T5" fmla="*/ 0 h 14"/>
                <a:gd name="T6" fmla="*/ 2 w 34"/>
                <a:gd name="T7" fmla="*/ 9 h 14"/>
                <a:gd name="T8" fmla="*/ 0 w 34"/>
                <a:gd name="T9" fmla="*/ 9 h 14"/>
                <a:gd name="T10" fmla="*/ 0 w 34"/>
                <a:gd name="T11" fmla="*/ 14 h 14"/>
                <a:gd name="T12" fmla="*/ 34 w 34"/>
                <a:gd name="T13" fmla="*/ 14 h 14"/>
                <a:gd name="T14" fmla="*/ 28 w 34"/>
                <a:gd name="T15" fmla="*/ 2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 h="14">
                  <a:moveTo>
                    <a:pt x="28" y="2"/>
                  </a:moveTo>
                  <a:cubicBezTo>
                    <a:pt x="28" y="1"/>
                    <a:pt x="28" y="1"/>
                    <a:pt x="28" y="0"/>
                  </a:cubicBezTo>
                  <a:cubicBezTo>
                    <a:pt x="2" y="0"/>
                    <a:pt x="2" y="0"/>
                    <a:pt x="2" y="0"/>
                  </a:cubicBezTo>
                  <a:cubicBezTo>
                    <a:pt x="2" y="9"/>
                    <a:pt x="2" y="9"/>
                    <a:pt x="2" y="9"/>
                  </a:cubicBezTo>
                  <a:cubicBezTo>
                    <a:pt x="0" y="9"/>
                    <a:pt x="0" y="9"/>
                    <a:pt x="0" y="9"/>
                  </a:cubicBezTo>
                  <a:cubicBezTo>
                    <a:pt x="0" y="14"/>
                    <a:pt x="0" y="14"/>
                    <a:pt x="0" y="14"/>
                  </a:cubicBezTo>
                  <a:cubicBezTo>
                    <a:pt x="34" y="14"/>
                    <a:pt x="34" y="14"/>
                    <a:pt x="34" y="14"/>
                  </a:cubicBezTo>
                  <a:cubicBezTo>
                    <a:pt x="30" y="11"/>
                    <a:pt x="28" y="7"/>
                    <a:pt x="2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22"/>
            <p:cNvSpPr>
              <a:spLocks/>
            </p:cNvSpPr>
            <p:nvPr/>
          </p:nvSpPr>
          <p:spPr bwMode="auto">
            <a:xfrm>
              <a:off x="3343915" y="3540576"/>
              <a:ext cx="469900" cy="255588"/>
            </a:xfrm>
            <a:custGeom>
              <a:avLst/>
              <a:gdLst>
                <a:gd name="T0" fmla="*/ 13 w 125"/>
                <a:gd name="T1" fmla="*/ 68 h 68"/>
                <a:gd name="T2" fmla="*/ 97 w 125"/>
                <a:gd name="T3" fmla="*/ 46 h 68"/>
                <a:gd name="T4" fmla="*/ 121 w 125"/>
                <a:gd name="T5" fmla="*/ 22 h 68"/>
                <a:gd name="T6" fmla="*/ 117 w 125"/>
                <a:gd name="T7" fmla="*/ 4 h 68"/>
                <a:gd name="T8" fmla="*/ 99 w 125"/>
                <a:gd name="T9" fmla="*/ 9 h 68"/>
                <a:gd name="T10" fmla="*/ 99 w 125"/>
                <a:gd name="T11" fmla="*/ 9 h 68"/>
                <a:gd name="T12" fmla="*/ 99 w 125"/>
                <a:gd name="T13" fmla="*/ 9 h 68"/>
                <a:gd name="T14" fmla="*/ 98 w 125"/>
                <a:gd name="T15" fmla="*/ 10 h 68"/>
                <a:gd name="T16" fmla="*/ 76 w 125"/>
                <a:gd name="T17" fmla="*/ 28 h 68"/>
                <a:gd name="T18" fmla="*/ 13 w 125"/>
                <a:gd name="T19" fmla="*/ 42 h 68"/>
                <a:gd name="T20" fmla="*/ 0 w 125"/>
                <a:gd name="T21" fmla="*/ 55 h 68"/>
                <a:gd name="T22" fmla="*/ 13 w 125"/>
                <a:gd name="T23" fmla="*/ 68 h 68"/>
                <a:gd name="T24" fmla="*/ 13 w 125"/>
                <a:gd name="T25"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5" h="68">
                  <a:moveTo>
                    <a:pt x="13" y="68"/>
                  </a:moveTo>
                  <a:cubicBezTo>
                    <a:pt x="53" y="68"/>
                    <a:pt x="79" y="57"/>
                    <a:pt x="97" y="46"/>
                  </a:cubicBezTo>
                  <a:cubicBezTo>
                    <a:pt x="114" y="35"/>
                    <a:pt x="121" y="23"/>
                    <a:pt x="121" y="22"/>
                  </a:cubicBezTo>
                  <a:cubicBezTo>
                    <a:pt x="125" y="16"/>
                    <a:pt x="123" y="8"/>
                    <a:pt x="117" y="4"/>
                  </a:cubicBezTo>
                  <a:cubicBezTo>
                    <a:pt x="110" y="0"/>
                    <a:pt x="102" y="2"/>
                    <a:pt x="99" y="9"/>
                  </a:cubicBezTo>
                  <a:cubicBezTo>
                    <a:pt x="99" y="9"/>
                    <a:pt x="99" y="9"/>
                    <a:pt x="99" y="9"/>
                  </a:cubicBezTo>
                  <a:cubicBezTo>
                    <a:pt x="99" y="9"/>
                    <a:pt x="99" y="9"/>
                    <a:pt x="99" y="9"/>
                  </a:cubicBezTo>
                  <a:cubicBezTo>
                    <a:pt x="99" y="9"/>
                    <a:pt x="98" y="9"/>
                    <a:pt x="98" y="10"/>
                  </a:cubicBezTo>
                  <a:cubicBezTo>
                    <a:pt x="96" y="13"/>
                    <a:pt x="89" y="21"/>
                    <a:pt x="76" y="28"/>
                  </a:cubicBezTo>
                  <a:cubicBezTo>
                    <a:pt x="62" y="35"/>
                    <a:pt x="43" y="41"/>
                    <a:pt x="13" y="42"/>
                  </a:cubicBezTo>
                  <a:cubicBezTo>
                    <a:pt x="6" y="42"/>
                    <a:pt x="0" y="47"/>
                    <a:pt x="0" y="55"/>
                  </a:cubicBezTo>
                  <a:cubicBezTo>
                    <a:pt x="0" y="62"/>
                    <a:pt x="6" y="68"/>
                    <a:pt x="13" y="68"/>
                  </a:cubicBezTo>
                  <a:cubicBezTo>
                    <a:pt x="13" y="68"/>
                    <a:pt x="13" y="68"/>
                    <a:pt x="13"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123"/>
            <p:cNvSpPr>
              <a:spLocks/>
            </p:cNvSpPr>
            <p:nvPr/>
          </p:nvSpPr>
          <p:spPr bwMode="auto">
            <a:xfrm>
              <a:off x="2412053" y="3815214"/>
              <a:ext cx="1281113" cy="568325"/>
            </a:xfrm>
            <a:custGeom>
              <a:avLst/>
              <a:gdLst>
                <a:gd name="T0" fmla="*/ 0 w 807"/>
                <a:gd name="T1" fmla="*/ 24 h 358"/>
                <a:gd name="T2" fmla="*/ 28 w 807"/>
                <a:gd name="T3" fmla="*/ 24 h 358"/>
                <a:gd name="T4" fmla="*/ 28 w 807"/>
                <a:gd name="T5" fmla="*/ 358 h 358"/>
                <a:gd name="T6" fmla="*/ 85 w 807"/>
                <a:gd name="T7" fmla="*/ 358 h 358"/>
                <a:gd name="T8" fmla="*/ 85 w 807"/>
                <a:gd name="T9" fmla="*/ 78 h 358"/>
                <a:gd name="T10" fmla="*/ 722 w 807"/>
                <a:gd name="T11" fmla="*/ 78 h 358"/>
                <a:gd name="T12" fmla="*/ 722 w 807"/>
                <a:gd name="T13" fmla="*/ 358 h 358"/>
                <a:gd name="T14" fmla="*/ 781 w 807"/>
                <a:gd name="T15" fmla="*/ 358 h 358"/>
                <a:gd name="T16" fmla="*/ 781 w 807"/>
                <a:gd name="T17" fmla="*/ 24 h 358"/>
                <a:gd name="T18" fmla="*/ 807 w 807"/>
                <a:gd name="T19" fmla="*/ 24 h 358"/>
                <a:gd name="T20" fmla="*/ 807 w 807"/>
                <a:gd name="T21" fmla="*/ 0 h 358"/>
                <a:gd name="T22" fmla="*/ 0 w 807"/>
                <a:gd name="T23" fmla="*/ 0 h 358"/>
                <a:gd name="T24" fmla="*/ 0 w 807"/>
                <a:gd name="T25" fmla="*/ 24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7" h="358">
                  <a:moveTo>
                    <a:pt x="0" y="24"/>
                  </a:moveTo>
                  <a:lnTo>
                    <a:pt x="28" y="24"/>
                  </a:lnTo>
                  <a:lnTo>
                    <a:pt x="28" y="358"/>
                  </a:lnTo>
                  <a:lnTo>
                    <a:pt x="85" y="358"/>
                  </a:lnTo>
                  <a:lnTo>
                    <a:pt x="85" y="78"/>
                  </a:lnTo>
                  <a:lnTo>
                    <a:pt x="722" y="78"/>
                  </a:lnTo>
                  <a:lnTo>
                    <a:pt x="722" y="358"/>
                  </a:lnTo>
                  <a:lnTo>
                    <a:pt x="781" y="358"/>
                  </a:lnTo>
                  <a:lnTo>
                    <a:pt x="781" y="24"/>
                  </a:lnTo>
                  <a:lnTo>
                    <a:pt x="807" y="24"/>
                  </a:lnTo>
                  <a:lnTo>
                    <a:pt x="807" y="0"/>
                  </a:lnTo>
                  <a:lnTo>
                    <a:pt x="0" y="0"/>
                  </a:lnTo>
                  <a:lnTo>
                    <a:pt x="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Rectangle 124"/>
            <p:cNvSpPr>
              <a:spLocks noChangeArrowheads="1"/>
            </p:cNvSpPr>
            <p:nvPr/>
          </p:nvSpPr>
          <p:spPr bwMode="auto">
            <a:xfrm>
              <a:off x="2934340" y="3710439"/>
              <a:ext cx="252413" cy="793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Rectangle 125"/>
            <p:cNvSpPr>
              <a:spLocks noChangeArrowheads="1"/>
            </p:cNvSpPr>
            <p:nvPr/>
          </p:nvSpPr>
          <p:spPr bwMode="auto">
            <a:xfrm>
              <a:off x="2904178" y="3624714"/>
              <a:ext cx="236538" cy="635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Rectangle 126"/>
            <p:cNvSpPr>
              <a:spLocks noChangeArrowheads="1"/>
            </p:cNvSpPr>
            <p:nvPr/>
          </p:nvSpPr>
          <p:spPr bwMode="auto">
            <a:xfrm>
              <a:off x="2956565" y="3553276"/>
              <a:ext cx="241300" cy="523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28" name="组合 127"/>
          <p:cNvGrpSpPr/>
          <p:nvPr/>
        </p:nvGrpSpPr>
        <p:grpSpPr>
          <a:xfrm>
            <a:off x="4426590" y="3011939"/>
            <a:ext cx="1203325" cy="1371600"/>
            <a:chOff x="4426590" y="3011939"/>
            <a:chExt cx="1203325" cy="1371600"/>
          </a:xfrm>
          <a:solidFill>
            <a:schemeClr val="tx1">
              <a:lumMod val="65000"/>
              <a:lumOff val="35000"/>
            </a:schemeClr>
          </a:solidFill>
        </p:grpSpPr>
        <p:sp>
          <p:nvSpPr>
            <p:cNvPr id="129" name="Freeform 127"/>
            <p:cNvSpPr>
              <a:spLocks/>
            </p:cNvSpPr>
            <p:nvPr/>
          </p:nvSpPr>
          <p:spPr bwMode="auto">
            <a:xfrm>
              <a:off x="4426590" y="3540576"/>
              <a:ext cx="285750" cy="835025"/>
            </a:xfrm>
            <a:custGeom>
              <a:avLst/>
              <a:gdLst>
                <a:gd name="T0" fmla="*/ 24 w 76"/>
                <a:gd name="T1" fmla="*/ 189 h 222"/>
                <a:gd name="T2" fmla="*/ 27 w 76"/>
                <a:gd name="T3" fmla="*/ 159 h 222"/>
                <a:gd name="T4" fmla="*/ 76 w 76"/>
                <a:gd name="T5" fmla="*/ 159 h 222"/>
                <a:gd name="T6" fmla="*/ 76 w 76"/>
                <a:gd name="T7" fmla="*/ 141 h 222"/>
                <a:gd name="T8" fmla="*/ 28 w 76"/>
                <a:gd name="T9" fmla="*/ 141 h 222"/>
                <a:gd name="T10" fmla="*/ 18 w 76"/>
                <a:gd name="T11" fmla="*/ 0 h 222"/>
                <a:gd name="T12" fmla="*/ 0 w 76"/>
                <a:gd name="T13" fmla="*/ 3 h 222"/>
                <a:gd name="T14" fmla="*/ 1 w 76"/>
                <a:gd name="T15" fmla="*/ 222 h 222"/>
                <a:gd name="T16" fmla="*/ 19 w 76"/>
                <a:gd name="T17" fmla="*/ 222 h 222"/>
                <a:gd name="T18" fmla="*/ 23 w 76"/>
                <a:gd name="T19" fmla="*/ 199 h 222"/>
                <a:gd name="T20" fmla="*/ 76 w 76"/>
                <a:gd name="T21" fmla="*/ 199 h 222"/>
                <a:gd name="T22" fmla="*/ 76 w 76"/>
                <a:gd name="T23" fmla="*/ 189 h 222"/>
                <a:gd name="T24" fmla="*/ 24 w 76"/>
                <a:gd name="T25" fmla="*/ 189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6" h="222">
                  <a:moveTo>
                    <a:pt x="24" y="189"/>
                  </a:moveTo>
                  <a:cubicBezTo>
                    <a:pt x="25" y="179"/>
                    <a:pt x="26" y="169"/>
                    <a:pt x="27" y="159"/>
                  </a:cubicBezTo>
                  <a:cubicBezTo>
                    <a:pt x="76" y="159"/>
                    <a:pt x="76" y="159"/>
                    <a:pt x="76" y="159"/>
                  </a:cubicBezTo>
                  <a:cubicBezTo>
                    <a:pt x="76" y="141"/>
                    <a:pt x="76" y="141"/>
                    <a:pt x="76" y="141"/>
                  </a:cubicBezTo>
                  <a:cubicBezTo>
                    <a:pt x="28" y="141"/>
                    <a:pt x="28" y="141"/>
                    <a:pt x="28" y="141"/>
                  </a:cubicBezTo>
                  <a:cubicBezTo>
                    <a:pt x="30" y="94"/>
                    <a:pt x="26" y="46"/>
                    <a:pt x="18" y="0"/>
                  </a:cubicBezTo>
                  <a:cubicBezTo>
                    <a:pt x="12" y="1"/>
                    <a:pt x="6" y="2"/>
                    <a:pt x="0" y="3"/>
                  </a:cubicBezTo>
                  <a:cubicBezTo>
                    <a:pt x="14" y="75"/>
                    <a:pt x="14" y="150"/>
                    <a:pt x="1" y="222"/>
                  </a:cubicBezTo>
                  <a:cubicBezTo>
                    <a:pt x="19" y="222"/>
                    <a:pt x="19" y="222"/>
                    <a:pt x="19" y="222"/>
                  </a:cubicBezTo>
                  <a:cubicBezTo>
                    <a:pt x="21" y="214"/>
                    <a:pt x="22" y="207"/>
                    <a:pt x="23" y="199"/>
                  </a:cubicBezTo>
                  <a:cubicBezTo>
                    <a:pt x="76" y="199"/>
                    <a:pt x="76" y="199"/>
                    <a:pt x="76" y="199"/>
                  </a:cubicBezTo>
                  <a:cubicBezTo>
                    <a:pt x="76" y="189"/>
                    <a:pt x="76" y="189"/>
                    <a:pt x="76" y="189"/>
                  </a:cubicBezTo>
                  <a:lnTo>
                    <a:pt x="24" y="1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128"/>
            <p:cNvSpPr>
              <a:spLocks/>
            </p:cNvSpPr>
            <p:nvPr/>
          </p:nvSpPr>
          <p:spPr bwMode="auto">
            <a:xfrm>
              <a:off x="4855215" y="3243714"/>
              <a:ext cx="244475" cy="296863"/>
            </a:xfrm>
            <a:custGeom>
              <a:avLst/>
              <a:gdLst>
                <a:gd name="T0" fmla="*/ 65 w 65"/>
                <a:gd name="T1" fmla="*/ 13 h 79"/>
                <a:gd name="T2" fmla="*/ 49 w 65"/>
                <a:gd name="T3" fmla="*/ 5 h 79"/>
                <a:gd name="T4" fmla="*/ 5 w 65"/>
                <a:gd name="T5" fmla="*/ 32 h 79"/>
                <a:gd name="T6" fmla="*/ 32 w 65"/>
                <a:gd name="T7" fmla="*/ 77 h 79"/>
                <a:gd name="T8" fmla="*/ 60 w 65"/>
                <a:gd name="T9" fmla="*/ 72 h 79"/>
                <a:gd name="T10" fmla="*/ 65 w 65"/>
                <a:gd name="T11" fmla="*/ 45 h 79"/>
                <a:gd name="T12" fmla="*/ 65 w 65"/>
                <a:gd name="T13" fmla="*/ 13 h 79"/>
              </a:gdLst>
              <a:ahLst/>
              <a:cxnLst>
                <a:cxn ang="0">
                  <a:pos x="T0" y="T1"/>
                </a:cxn>
                <a:cxn ang="0">
                  <a:pos x="T2" y="T3"/>
                </a:cxn>
                <a:cxn ang="0">
                  <a:pos x="T4" y="T5"/>
                </a:cxn>
                <a:cxn ang="0">
                  <a:pos x="T6" y="T7"/>
                </a:cxn>
                <a:cxn ang="0">
                  <a:pos x="T8" y="T9"/>
                </a:cxn>
                <a:cxn ang="0">
                  <a:pos x="T10" y="T11"/>
                </a:cxn>
                <a:cxn ang="0">
                  <a:pos x="T12" y="T13"/>
                </a:cxn>
              </a:cxnLst>
              <a:rect l="0" t="0" r="r" b="b"/>
              <a:pathLst>
                <a:path w="65" h="79">
                  <a:moveTo>
                    <a:pt x="65" y="13"/>
                  </a:moveTo>
                  <a:cubicBezTo>
                    <a:pt x="61" y="9"/>
                    <a:pt x="55" y="6"/>
                    <a:pt x="49" y="5"/>
                  </a:cubicBezTo>
                  <a:cubicBezTo>
                    <a:pt x="29" y="0"/>
                    <a:pt x="9" y="13"/>
                    <a:pt x="5" y="32"/>
                  </a:cubicBezTo>
                  <a:cubicBezTo>
                    <a:pt x="0" y="52"/>
                    <a:pt x="12" y="72"/>
                    <a:pt x="32" y="77"/>
                  </a:cubicBezTo>
                  <a:cubicBezTo>
                    <a:pt x="42" y="79"/>
                    <a:pt x="52" y="77"/>
                    <a:pt x="60" y="72"/>
                  </a:cubicBezTo>
                  <a:cubicBezTo>
                    <a:pt x="63" y="64"/>
                    <a:pt x="65" y="56"/>
                    <a:pt x="65" y="45"/>
                  </a:cubicBezTo>
                  <a:lnTo>
                    <a:pt x="65"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129"/>
            <p:cNvSpPr>
              <a:spLocks/>
            </p:cNvSpPr>
            <p:nvPr/>
          </p:nvSpPr>
          <p:spPr bwMode="auto">
            <a:xfrm>
              <a:off x="4583753" y="3473901"/>
              <a:ext cx="301625" cy="563563"/>
            </a:xfrm>
            <a:custGeom>
              <a:avLst/>
              <a:gdLst>
                <a:gd name="T0" fmla="*/ 34 w 80"/>
                <a:gd name="T1" fmla="*/ 57 h 150"/>
                <a:gd name="T2" fmla="*/ 34 w 80"/>
                <a:gd name="T3" fmla="*/ 50 h 150"/>
                <a:gd name="T4" fmla="*/ 41 w 80"/>
                <a:gd name="T5" fmla="*/ 50 h 150"/>
                <a:gd name="T6" fmla="*/ 50 w 80"/>
                <a:gd name="T7" fmla="*/ 50 h 150"/>
                <a:gd name="T8" fmla="*/ 42 w 80"/>
                <a:gd name="T9" fmla="*/ 40 h 150"/>
                <a:gd name="T10" fmla="*/ 40 w 80"/>
                <a:gd name="T11" fmla="*/ 27 h 150"/>
                <a:gd name="T12" fmla="*/ 48 w 80"/>
                <a:gd name="T13" fmla="*/ 17 h 150"/>
                <a:gd name="T14" fmla="*/ 56 w 80"/>
                <a:gd name="T15" fmla="*/ 15 h 150"/>
                <a:gd name="T16" fmla="*/ 70 w 80"/>
                <a:gd name="T17" fmla="*/ 23 h 150"/>
                <a:gd name="T18" fmla="*/ 70 w 80"/>
                <a:gd name="T19" fmla="*/ 23 h 150"/>
                <a:gd name="T20" fmla="*/ 73 w 80"/>
                <a:gd name="T21" fmla="*/ 26 h 150"/>
                <a:gd name="T22" fmla="*/ 79 w 80"/>
                <a:gd name="T23" fmla="*/ 32 h 150"/>
                <a:gd name="T24" fmla="*/ 65 w 80"/>
                <a:gd name="T25" fmla="*/ 5 h 150"/>
                <a:gd name="T26" fmla="*/ 20 w 80"/>
                <a:gd name="T27" fmla="*/ 28 h 150"/>
                <a:gd name="T28" fmla="*/ 1 w 80"/>
                <a:gd name="T29" fmla="*/ 117 h 150"/>
                <a:gd name="T30" fmla="*/ 33 w 80"/>
                <a:gd name="T31" fmla="*/ 150 h 150"/>
                <a:gd name="T32" fmla="*/ 34 w 80"/>
                <a:gd name="T33" fmla="*/ 150 h 150"/>
                <a:gd name="T34" fmla="*/ 34 w 80"/>
                <a:gd name="T35" fmla="*/ 57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50">
                  <a:moveTo>
                    <a:pt x="34" y="57"/>
                  </a:moveTo>
                  <a:cubicBezTo>
                    <a:pt x="34" y="50"/>
                    <a:pt x="34" y="50"/>
                    <a:pt x="34" y="50"/>
                  </a:cubicBezTo>
                  <a:cubicBezTo>
                    <a:pt x="41" y="50"/>
                    <a:pt x="41" y="50"/>
                    <a:pt x="41" y="50"/>
                  </a:cubicBezTo>
                  <a:cubicBezTo>
                    <a:pt x="44" y="50"/>
                    <a:pt x="47" y="50"/>
                    <a:pt x="50" y="50"/>
                  </a:cubicBezTo>
                  <a:cubicBezTo>
                    <a:pt x="45" y="44"/>
                    <a:pt x="42" y="40"/>
                    <a:pt x="42" y="40"/>
                  </a:cubicBezTo>
                  <a:cubicBezTo>
                    <a:pt x="40" y="36"/>
                    <a:pt x="39" y="31"/>
                    <a:pt x="40" y="27"/>
                  </a:cubicBezTo>
                  <a:cubicBezTo>
                    <a:pt x="41" y="23"/>
                    <a:pt x="44" y="19"/>
                    <a:pt x="48" y="17"/>
                  </a:cubicBezTo>
                  <a:cubicBezTo>
                    <a:pt x="50" y="16"/>
                    <a:pt x="53" y="15"/>
                    <a:pt x="56" y="15"/>
                  </a:cubicBezTo>
                  <a:cubicBezTo>
                    <a:pt x="62" y="15"/>
                    <a:pt x="67" y="18"/>
                    <a:pt x="70" y="23"/>
                  </a:cubicBezTo>
                  <a:cubicBezTo>
                    <a:pt x="70" y="23"/>
                    <a:pt x="70" y="23"/>
                    <a:pt x="70" y="23"/>
                  </a:cubicBezTo>
                  <a:cubicBezTo>
                    <a:pt x="71" y="24"/>
                    <a:pt x="72" y="25"/>
                    <a:pt x="73" y="26"/>
                  </a:cubicBezTo>
                  <a:cubicBezTo>
                    <a:pt x="74" y="28"/>
                    <a:pt x="76" y="30"/>
                    <a:pt x="79" y="32"/>
                  </a:cubicBezTo>
                  <a:cubicBezTo>
                    <a:pt x="80" y="20"/>
                    <a:pt x="75" y="8"/>
                    <a:pt x="65" y="5"/>
                  </a:cubicBezTo>
                  <a:cubicBezTo>
                    <a:pt x="51" y="0"/>
                    <a:pt x="30" y="5"/>
                    <a:pt x="20" y="28"/>
                  </a:cubicBezTo>
                  <a:cubicBezTo>
                    <a:pt x="5" y="60"/>
                    <a:pt x="0" y="81"/>
                    <a:pt x="1" y="117"/>
                  </a:cubicBezTo>
                  <a:cubicBezTo>
                    <a:pt x="3" y="143"/>
                    <a:pt x="19" y="148"/>
                    <a:pt x="33" y="150"/>
                  </a:cubicBezTo>
                  <a:cubicBezTo>
                    <a:pt x="34" y="150"/>
                    <a:pt x="34" y="150"/>
                    <a:pt x="34" y="150"/>
                  </a:cubicBezTo>
                  <a:lnTo>
                    <a:pt x="34"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130"/>
            <p:cNvSpPr>
              <a:spLocks/>
            </p:cNvSpPr>
            <p:nvPr/>
          </p:nvSpPr>
          <p:spPr bwMode="auto">
            <a:xfrm>
              <a:off x="4737740" y="3534226"/>
              <a:ext cx="184150" cy="127000"/>
            </a:xfrm>
            <a:custGeom>
              <a:avLst/>
              <a:gdLst>
                <a:gd name="T0" fmla="*/ 49 w 49"/>
                <a:gd name="T1" fmla="*/ 28 h 34"/>
                <a:gd name="T2" fmla="*/ 43 w 49"/>
                <a:gd name="T3" fmla="*/ 24 h 34"/>
                <a:gd name="T4" fmla="*/ 29 w 49"/>
                <a:gd name="T5" fmla="*/ 13 h 34"/>
                <a:gd name="T6" fmla="*/ 27 w 49"/>
                <a:gd name="T7" fmla="*/ 9 h 34"/>
                <a:gd name="T8" fmla="*/ 26 w 49"/>
                <a:gd name="T9" fmla="*/ 9 h 34"/>
                <a:gd name="T10" fmla="*/ 26 w 49"/>
                <a:gd name="T11" fmla="*/ 9 h 34"/>
                <a:gd name="T12" fmla="*/ 26 w 49"/>
                <a:gd name="T13" fmla="*/ 9 h 34"/>
                <a:gd name="T14" fmla="*/ 8 w 49"/>
                <a:gd name="T15" fmla="*/ 4 h 34"/>
                <a:gd name="T16" fmla="*/ 4 w 49"/>
                <a:gd name="T17" fmla="*/ 22 h 34"/>
                <a:gd name="T18" fmla="*/ 4 w 49"/>
                <a:gd name="T19" fmla="*/ 22 h 34"/>
                <a:gd name="T20" fmla="*/ 13 w 49"/>
                <a:gd name="T21" fmla="*/ 34 h 34"/>
                <a:gd name="T22" fmla="*/ 49 w 49"/>
                <a:gd name="T23" fmla="*/ 28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9" h="34">
                  <a:moveTo>
                    <a:pt x="49" y="28"/>
                  </a:moveTo>
                  <a:cubicBezTo>
                    <a:pt x="47" y="26"/>
                    <a:pt x="45" y="25"/>
                    <a:pt x="43" y="24"/>
                  </a:cubicBezTo>
                  <a:cubicBezTo>
                    <a:pt x="36" y="20"/>
                    <a:pt x="32" y="16"/>
                    <a:pt x="29" y="13"/>
                  </a:cubicBezTo>
                  <a:cubicBezTo>
                    <a:pt x="28" y="11"/>
                    <a:pt x="27" y="10"/>
                    <a:pt x="27" y="9"/>
                  </a:cubicBezTo>
                  <a:cubicBezTo>
                    <a:pt x="26" y="9"/>
                    <a:pt x="26" y="9"/>
                    <a:pt x="26" y="9"/>
                  </a:cubicBezTo>
                  <a:cubicBezTo>
                    <a:pt x="26" y="9"/>
                    <a:pt x="26" y="9"/>
                    <a:pt x="26" y="9"/>
                  </a:cubicBezTo>
                  <a:cubicBezTo>
                    <a:pt x="26" y="9"/>
                    <a:pt x="26" y="9"/>
                    <a:pt x="26" y="9"/>
                  </a:cubicBezTo>
                  <a:cubicBezTo>
                    <a:pt x="22" y="2"/>
                    <a:pt x="15" y="0"/>
                    <a:pt x="8" y="4"/>
                  </a:cubicBezTo>
                  <a:cubicBezTo>
                    <a:pt x="2" y="8"/>
                    <a:pt x="0" y="16"/>
                    <a:pt x="4" y="22"/>
                  </a:cubicBezTo>
                  <a:cubicBezTo>
                    <a:pt x="4" y="22"/>
                    <a:pt x="4" y="22"/>
                    <a:pt x="4" y="22"/>
                  </a:cubicBezTo>
                  <a:cubicBezTo>
                    <a:pt x="4" y="23"/>
                    <a:pt x="7" y="28"/>
                    <a:pt x="13" y="34"/>
                  </a:cubicBezTo>
                  <a:cubicBezTo>
                    <a:pt x="27" y="33"/>
                    <a:pt x="39" y="31"/>
                    <a:pt x="49"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131"/>
            <p:cNvSpPr>
              <a:spLocks/>
            </p:cNvSpPr>
            <p:nvPr/>
          </p:nvSpPr>
          <p:spPr bwMode="auto">
            <a:xfrm>
              <a:off x="4737740" y="3011939"/>
              <a:ext cx="892175" cy="1371600"/>
            </a:xfrm>
            <a:custGeom>
              <a:avLst/>
              <a:gdLst>
                <a:gd name="T0" fmla="*/ 77 w 237"/>
                <a:gd name="T1" fmla="*/ 20 h 365"/>
                <a:gd name="T2" fmla="*/ 103 w 237"/>
                <a:gd name="T3" fmla="*/ 20 h 365"/>
                <a:gd name="T4" fmla="*/ 103 w 237"/>
                <a:gd name="T5" fmla="*/ 107 h 365"/>
                <a:gd name="T6" fmla="*/ 0 w 237"/>
                <a:gd name="T7" fmla="*/ 180 h 365"/>
                <a:gd name="T8" fmla="*/ 0 w 237"/>
                <a:gd name="T9" fmla="*/ 365 h 365"/>
                <a:gd name="T10" fmla="*/ 237 w 237"/>
                <a:gd name="T11" fmla="*/ 365 h 365"/>
                <a:gd name="T12" fmla="*/ 237 w 237"/>
                <a:gd name="T13" fmla="*/ 0 h 365"/>
                <a:gd name="T14" fmla="*/ 77 w 237"/>
                <a:gd name="T15" fmla="*/ 0 h 365"/>
                <a:gd name="T16" fmla="*/ 77 w 237"/>
                <a:gd name="T17" fmla="*/ 2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7" h="365">
                  <a:moveTo>
                    <a:pt x="77" y="20"/>
                  </a:moveTo>
                  <a:cubicBezTo>
                    <a:pt x="103" y="20"/>
                    <a:pt x="103" y="20"/>
                    <a:pt x="103" y="20"/>
                  </a:cubicBezTo>
                  <a:cubicBezTo>
                    <a:pt x="103" y="37"/>
                    <a:pt x="103" y="75"/>
                    <a:pt x="103" y="107"/>
                  </a:cubicBezTo>
                  <a:cubicBezTo>
                    <a:pt x="103" y="174"/>
                    <a:pt x="31" y="180"/>
                    <a:pt x="0" y="180"/>
                  </a:cubicBezTo>
                  <a:cubicBezTo>
                    <a:pt x="0" y="220"/>
                    <a:pt x="0" y="365"/>
                    <a:pt x="0" y="365"/>
                  </a:cubicBezTo>
                  <a:cubicBezTo>
                    <a:pt x="237" y="365"/>
                    <a:pt x="237" y="365"/>
                    <a:pt x="237" y="365"/>
                  </a:cubicBezTo>
                  <a:cubicBezTo>
                    <a:pt x="237" y="0"/>
                    <a:pt x="237" y="0"/>
                    <a:pt x="237" y="0"/>
                  </a:cubicBezTo>
                  <a:cubicBezTo>
                    <a:pt x="77" y="0"/>
                    <a:pt x="77" y="0"/>
                    <a:pt x="77" y="0"/>
                  </a:cubicBezTo>
                  <a:lnTo>
                    <a:pt x="77"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34" name="组合 133"/>
          <p:cNvGrpSpPr/>
          <p:nvPr/>
        </p:nvGrpSpPr>
        <p:grpSpPr>
          <a:xfrm>
            <a:off x="175265" y="4774064"/>
            <a:ext cx="752475" cy="1458913"/>
            <a:chOff x="175265" y="4774064"/>
            <a:chExt cx="752475" cy="1458913"/>
          </a:xfrm>
          <a:solidFill>
            <a:schemeClr val="tx1">
              <a:lumMod val="65000"/>
              <a:lumOff val="35000"/>
            </a:schemeClr>
          </a:solidFill>
        </p:grpSpPr>
        <p:sp>
          <p:nvSpPr>
            <p:cNvPr id="135" name="Freeform 132"/>
            <p:cNvSpPr>
              <a:spLocks noEditPoints="1"/>
            </p:cNvSpPr>
            <p:nvPr/>
          </p:nvSpPr>
          <p:spPr bwMode="auto">
            <a:xfrm>
              <a:off x="175265" y="4796289"/>
              <a:ext cx="752475" cy="1436688"/>
            </a:xfrm>
            <a:custGeom>
              <a:avLst/>
              <a:gdLst>
                <a:gd name="T0" fmla="*/ 152 w 200"/>
                <a:gd name="T1" fmla="*/ 25 h 382"/>
                <a:gd name="T2" fmla="*/ 125 w 200"/>
                <a:gd name="T3" fmla="*/ 0 h 382"/>
                <a:gd name="T4" fmla="*/ 125 w 200"/>
                <a:gd name="T5" fmla="*/ 15 h 382"/>
                <a:gd name="T6" fmla="*/ 150 w 200"/>
                <a:gd name="T7" fmla="*/ 14 h 382"/>
                <a:gd name="T8" fmla="*/ 125 w 200"/>
                <a:gd name="T9" fmla="*/ 46 h 382"/>
                <a:gd name="T10" fmla="*/ 138 w 200"/>
                <a:gd name="T11" fmla="*/ 65 h 382"/>
                <a:gd name="T12" fmla="*/ 167 w 200"/>
                <a:gd name="T13" fmla="*/ 76 h 382"/>
                <a:gd name="T14" fmla="*/ 167 w 200"/>
                <a:gd name="T15" fmla="*/ 84 h 382"/>
                <a:gd name="T16" fmla="*/ 130 w 200"/>
                <a:gd name="T17" fmla="*/ 78 h 382"/>
                <a:gd name="T18" fmla="*/ 126 w 200"/>
                <a:gd name="T19" fmla="*/ 77 h 382"/>
                <a:gd name="T20" fmla="*/ 119 w 200"/>
                <a:gd name="T21" fmla="*/ 77 h 382"/>
                <a:gd name="T22" fmla="*/ 55 w 200"/>
                <a:gd name="T23" fmla="*/ 77 h 382"/>
                <a:gd name="T24" fmla="*/ 27 w 200"/>
                <a:gd name="T25" fmla="*/ 86 h 382"/>
                <a:gd name="T26" fmla="*/ 0 w 200"/>
                <a:gd name="T27" fmla="*/ 139 h 382"/>
                <a:gd name="T28" fmla="*/ 37 w 200"/>
                <a:gd name="T29" fmla="*/ 230 h 382"/>
                <a:gd name="T30" fmla="*/ 44 w 200"/>
                <a:gd name="T31" fmla="*/ 229 h 382"/>
                <a:gd name="T32" fmla="*/ 64 w 200"/>
                <a:gd name="T33" fmla="*/ 382 h 382"/>
                <a:gd name="T34" fmla="*/ 84 w 200"/>
                <a:gd name="T35" fmla="*/ 336 h 382"/>
                <a:gd name="T36" fmla="*/ 98 w 200"/>
                <a:gd name="T37" fmla="*/ 341 h 382"/>
                <a:gd name="T38" fmla="*/ 168 w 200"/>
                <a:gd name="T39" fmla="*/ 266 h 382"/>
                <a:gd name="T40" fmla="*/ 132 w 200"/>
                <a:gd name="T41" fmla="*/ 197 h 382"/>
                <a:gd name="T42" fmla="*/ 135 w 200"/>
                <a:gd name="T43" fmla="*/ 106 h 382"/>
                <a:gd name="T44" fmla="*/ 187 w 200"/>
                <a:gd name="T45" fmla="*/ 106 h 382"/>
                <a:gd name="T46" fmla="*/ 200 w 200"/>
                <a:gd name="T47" fmla="*/ 86 h 382"/>
                <a:gd name="T48" fmla="*/ 181 w 200"/>
                <a:gd name="T49" fmla="*/ 52 h 382"/>
                <a:gd name="T50" fmla="*/ 123 w 200"/>
                <a:gd name="T51" fmla="*/ 56 h 382"/>
                <a:gd name="T52" fmla="*/ 125 w 200"/>
                <a:gd name="T53" fmla="*/ 50 h 382"/>
                <a:gd name="T54" fmla="*/ 27 w 200"/>
                <a:gd name="T55" fmla="*/ 139 h 382"/>
                <a:gd name="T56" fmla="*/ 44 w 200"/>
                <a:gd name="T57" fmla="*/ 106 h 382"/>
                <a:gd name="T58" fmla="*/ 44 w 200"/>
                <a:gd name="T59" fmla="*/ 200 h 382"/>
                <a:gd name="T60" fmla="*/ 84 w 200"/>
                <a:gd name="T61" fmla="*/ 305 h 382"/>
                <a:gd name="T62" fmla="*/ 92 w 200"/>
                <a:gd name="T63" fmla="*/ 214 h 382"/>
                <a:gd name="T64" fmla="*/ 84 w 200"/>
                <a:gd name="T65" fmla="*/ 305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0" h="382">
                  <a:moveTo>
                    <a:pt x="181" y="52"/>
                  </a:moveTo>
                  <a:cubicBezTo>
                    <a:pt x="174" y="44"/>
                    <a:pt x="164" y="35"/>
                    <a:pt x="152" y="25"/>
                  </a:cubicBezTo>
                  <a:cubicBezTo>
                    <a:pt x="157" y="11"/>
                    <a:pt x="157" y="11"/>
                    <a:pt x="157" y="11"/>
                  </a:cubicBezTo>
                  <a:cubicBezTo>
                    <a:pt x="125" y="0"/>
                    <a:pt x="125" y="0"/>
                    <a:pt x="125" y="0"/>
                  </a:cubicBezTo>
                  <a:cubicBezTo>
                    <a:pt x="122" y="9"/>
                    <a:pt x="122" y="9"/>
                    <a:pt x="122" y="9"/>
                  </a:cubicBezTo>
                  <a:cubicBezTo>
                    <a:pt x="123" y="11"/>
                    <a:pt x="124" y="13"/>
                    <a:pt x="125" y="15"/>
                  </a:cubicBezTo>
                  <a:cubicBezTo>
                    <a:pt x="128" y="7"/>
                    <a:pt x="128" y="7"/>
                    <a:pt x="128" y="7"/>
                  </a:cubicBezTo>
                  <a:cubicBezTo>
                    <a:pt x="150" y="14"/>
                    <a:pt x="150" y="14"/>
                    <a:pt x="150" y="14"/>
                  </a:cubicBezTo>
                  <a:cubicBezTo>
                    <a:pt x="138" y="51"/>
                    <a:pt x="138" y="51"/>
                    <a:pt x="138" y="51"/>
                  </a:cubicBezTo>
                  <a:cubicBezTo>
                    <a:pt x="125" y="46"/>
                    <a:pt x="125" y="46"/>
                    <a:pt x="125" y="46"/>
                  </a:cubicBezTo>
                  <a:cubicBezTo>
                    <a:pt x="123" y="51"/>
                    <a:pt x="120" y="55"/>
                    <a:pt x="117" y="58"/>
                  </a:cubicBezTo>
                  <a:cubicBezTo>
                    <a:pt x="138" y="65"/>
                    <a:pt x="138" y="65"/>
                    <a:pt x="138" y="65"/>
                  </a:cubicBezTo>
                  <a:cubicBezTo>
                    <a:pt x="143" y="52"/>
                    <a:pt x="143" y="52"/>
                    <a:pt x="143" y="52"/>
                  </a:cubicBezTo>
                  <a:cubicBezTo>
                    <a:pt x="154" y="61"/>
                    <a:pt x="162" y="69"/>
                    <a:pt x="167" y="76"/>
                  </a:cubicBezTo>
                  <a:cubicBezTo>
                    <a:pt x="170" y="79"/>
                    <a:pt x="171" y="81"/>
                    <a:pt x="172" y="83"/>
                  </a:cubicBezTo>
                  <a:cubicBezTo>
                    <a:pt x="171" y="83"/>
                    <a:pt x="169" y="84"/>
                    <a:pt x="167" y="84"/>
                  </a:cubicBezTo>
                  <a:cubicBezTo>
                    <a:pt x="159" y="84"/>
                    <a:pt x="149" y="82"/>
                    <a:pt x="141" y="80"/>
                  </a:cubicBezTo>
                  <a:cubicBezTo>
                    <a:pt x="136" y="79"/>
                    <a:pt x="133" y="79"/>
                    <a:pt x="130" y="78"/>
                  </a:cubicBezTo>
                  <a:cubicBezTo>
                    <a:pt x="129" y="78"/>
                    <a:pt x="128" y="77"/>
                    <a:pt x="127" y="77"/>
                  </a:cubicBezTo>
                  <a:cubicBezTo>
                    <a:pt x="127" y="77"/>
                    <a:pt x="126" y="77"/>
                    <a:pt x="126" y="77"/>
                  </a:cubicBezTo>
                  <a:cubicBezTo>
                    <a:pt x="124" y="76"/>
                    <a:pt x="122" y="76"/>
                    <a:pt x="121" y="77"/>
                  </a:cubicBezTo>
                  <a:cubicBezTo>
                    <a:pt x="120" y="77"/>
                    <a:pt x="120" y="77"/>
                    <a:pt x="119" y="77"/>
                  </a:cubicBezTo>
                  <a:cubicBezTo>
                    <a:pt x="56" y="77"/>
                    <a:pt x="56" y="77"/>
                    <a:pt x="56" y="77"/>
                  </a:cubicBezTo>
                  <a:cubicBezTo>
                    <a:pt x="56" y="77"/>
                    <a:pt x="55" y="77"/>
                    <a:pt x="55" y="77"/>
                  </a:cubicBezTo>
                  <a:cubicBezTo>
                    <a:pt x="54" y="77"/>
                    <a:pt x="54" y="77"/>
                    <a:pt x="53" y="77"/>
                  </a:cubicBezTo>
                  <a:cubicBezTo>
                    <a:pt x="52" y="77"/>
                    <a:pt x="40" y="77"/>
                    <a:pt x="27" y="86"/>
                  </a:cubicBezTo>
                  <a:cubicBezTo>
                    <a:pt x="20" y="90"/>
                    <a:pt x="13" y="96"/>
                    <a:pt x="8" y="105"/>
                  </a:cubicBezTo>
                  <a:cubicBezTo>
                    <a:pt x="3" y="114"/>
                    <a:pt x="0" y="125"/>
                    <a:pt x="0" y="139"/>
                  </a:cubicBezTo>
                  <a:cubicBezTo>
                    <a:pt x="1" y="160"/>
                    <a:pt x="8" y="187"/>
                    <a:pt x="25" y="223"/>
                  </a:cubicBezTo>
                  <a:cubicBezTo>
                    <a:pt x="28" y="228"/>
                    <a:pt x="32" y="230"/>
                    <a:pt x="37" y="230"/>
                  </a:cubicBezTo>
                  <a:cubicBezTo>
                    <a:pt x="39" y="230"/>
                    <a:pt x="41" y="230"/>
                    <a:pt x="43" y="229"/>
                  </a:cubicBezTo>
                  <a:cubicBezTo>
                    <a:pt x="43" y="229"/>
                    <a:pt x="43" y="229"/>
                    <a:pt x="44" y="229"/>
                  </a:cubicBezTo>
                  <a:cubicBezTo>
                    <a:pt x="44" y="361"/>
                    <a:pt x="44" y="361"/>
                    <a:pt x="44" y="361"/>
                  </a:cubicBezTo>
                  <a:cubicBezTo>
                    <a:pt x="44" y="373"/>
                    <a:pt x="53" y="382"/>
                    <a:pt x="64" y="382"/>
                  </a:cubicBezTo>
                  <a:cubicBezTo>
                    <a:pt x="75" y="382"/>
                    <a:pt x="84" y="373"/>
                    <a:pt x="84" y="361"/>
                  </a:cubicBezTo>
                  <a:cubicBezTo>
                    <a:pt x="84" y="336"/>
                    <a:pt x="84" y="336"/>
                    <a:pt x="84" y="336"/>
                  </a:cubicBezTo>
                  <a:cubicBezTo>
                    <a:pt x="84" y="336"/>
                    <a:pt x="85" y="337"/>
                    <a:pt x="85" y="337"/>
                  </a:cubicBezTo>
                  <a:cubicBezTo>
                    <a:pt x="89" y="340"/>
                    <a:pt x="93" y="341"/>
                    <a:pt x="98" y="341"/>
                  </a:cubicBezTo>
                  <a:cubicBezTo>
                    <a:pt x="104" y="341"/>
                    <a:pt x="110" y="339"/>
                    <a:pt x="114" y="334"/>
                  </a:cubicBezTo>
                  <a:cubicBezTo>
                    <a:pt x="168" y="266"/>
                    <a:pt x="168" y="266"/>
                    <a:pt x="168" y="266"/>
                  </a:cubicBezTo>
                  <a:cubicBezTo>
                    <a:pt x="174" y="258"/>
                    <a:pt x="174" y="247"/>
                    <a:pt x="168" y="240"/>
                  </a:cubicBezTo>
                  <a:cubicBezTo>
                    <a:pt x="132" y="197"/>
                    <a:pt x="132" y="197"/>
                    <a:pt x="132" y="197"/>
                  </a:cubicBezTo>
                  <a:cubicBezTo>
                    <a:pt x="132" y="105"/>
                    <a:pt x="132" y="105"/>
                    <a:pt x="132" y="105"/>
                  </a:cubicBezTo>
                  <a:cubicBezTo>
                    <a:pt x="133" y="105"/>
                    <a:pt x="134" y="106"/>
                    <a:pt x="135" y="106"/>
                  </a:cubicBezTo>
                  <a:cubicBezTo>
                    <a:pt x="144" y="108"/>
                    <a:pt x="156" y="110"/>
                    <a:pt x="167" y="110"/>
                  </a:cubicBezTo>
                  <a:cubicBezTo>
                    <a:pt x="174" y="110"/>
                    <a:pt x="180" y="109"/>
                    <a:pt x="187" y="106"/>
                  </a:cubicBezTo>
                  <a:cubicBezTo>
                    <a:pt x="190" y="105"/>
                    <a:pt x="193" y="103"/>
                    <a:pt x="196" y="99"/>
                  </a:cubicBezTo>
                  <a:cubicBezTo>
                    <a:pt x="199" y="96"/>
                    <a:pt x="200" y="91"/>
                    <a:pt x="200" y="86"/>
                  </a:cubicBezTo>
                  <a:cubicBezTo>
                    <a:pt x="200" y="81"/>
                    <a:pt x="198" y="77"/>
                    <a:pt x="196" y="73"/>
                  </a:cubicBezTo>
                  <a:cubicBezTo>
                    <a:pt x="193" y="66"/>
                    <a:pt x="188" y="59"/>
                    <a:pt x="181" y="52"/>
                  </a:cubicBezTo>
                  <a:close/>
                  <a:moveTo>
                    <a:pt x="127" y="54"/>
                  </a:moveTo>
                  <a:cubicBezTo>
                    <a:pt x="127" y="56"/>
                    <a:pt x="125" y="57"/>
                    <a:pt x="123" y="56"/>
                  </a:cubicBezTo>
                  <a:cubicBezTo>
                    <a:pt x="122" y="56"/>
                    <a:pt x="121" y="54"/>
                    <a:pt x="122" y="52"/>
                  </a:cubicBezTo>
                  <a:cubicBezTo>
                    <a:pt x="122" y="51"/>
                    <a:pt x="124" y="50"/>
                    <a:pt x="125" y="50"/>
                  </a:cubicBezTo>
                  <a:cubicBezTo>
                    <a:pt x="127" y="51"/>
                    <a:pt x="128" y="53"/>
                    <a:pt x="127" y="54"/>
                  </a:cubicBezTo>
                  <a:close/>
                  <a:moveTo>
                    <a:pt x="27" y="139"/>
                  </a:moveTo>
                  <a:cubicBezTo>
                    <a:pt x="27" y="129"/>
                    <a:pt x="29" y="123"/>
                    <a:pt x="31" y="118"/>
                  </a:cubicBezTo>
                  <a:cubicBezTo>
                    <a:pt x="35" y="112"/>
                    <a:pt x="39" y="108"/>
                    <a:pt x="44" y="106"/>
                  </a:cubicBezTo>
                  <a:cubicBezTo>
                    <a:pt x="44" y="170"/>
                    <a:pt x="44" y="170"/>
                    <a:pt x="44" y="170"/>
                  </a:cubicBezTo>
                  <a:cubicBezTo>
                    <a:pt x="44" y="200"/>
                    <a:pt x="44" y="200"/>
                    <a:pt x="44" y="200"/>
                  </a:cubicBezTo>
                  <a:cubicBezTo>
                    <a:pt x="31" y="173"/>
                    <a:pt x="27" y="153"/>
                    <a:pt x="27" y="139"/>
                  </a:cubicBezTo>
                  <a:close/>
                  <a:moveTo>
                    <a:pt x="84" y="305"/>
                  </a:moveTo>
                  <a:cubicBezTo>
                    <a:pt x="84" y="214"/>
                    <a:pt x="84" y="214"/>
                    <a:pt x="84" y="214"/>
                  </a:cubicBezTo>
                  <a:cubicBezTo>
                    <a:pt x="92" y="214"/>
                    <a:pt x="92" y="214"/>
                    <a:pt x="92" y="214"/>
                  </a:cubicBezTo>
                  <a:cubicBezTo>
                    <a:pt x="126" y="253"/>
                    <a:pt x="126" y="253"/>
                    <a:pt x="126" y="253"/>
                  </a:cubicBezTo>
                  <a:lnTo>
                    <a:pt x="84" y="3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Oval 133"/>
            <p:cNvSpPr>
              <a:spLocks noChangeArrowheads="1"/>
            </p:cNvSpPr>
            <p:nvPr/>
          </p:nvSpPr>
          <p:spPr bwMode="auto">
            <a:xfrm>
              <a:off x="367353" y="4774064"/>
              <a:ext cx="277813" cy="2746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37" name="组合 136"/>
          <p:cNvGrpSpPr/>
          <p:nvPr/>
        </p:nvGrpSpPr>
        <p:grpSpPr>
          <a:xfrm>
            <a:off x="1137290" y="4570864"/>
            <a:ext cx="755650" cy="1662113"/>
            <a:chOff x="1137290" y="4570864"/>
            <a:chExt cx="755650" cy="1662113"/>
          </a:xfrm>
          <a:solidFill>
            <a:schemeClr val="tx1">
              <a:lumMod val="65000"/>
              <a:lumOff val="35000"/>
            </a:schemeClr>
          </a:solidFill>
        </p:grpSpPr>
        <p:sp>
          <p:nvSpPr>
            <p:cNvPr id="138" name="Freeform 134"/>
            <p:cNvSpPr>
              <a:spLocks/>
            </p:cNvSpPr>
            <p:nvPr/>
          </p:nvSpPr>
          <p:spPr bwMode="auto">
            <a:xfrm>
              <a:off x="1464315" y="4751839"/>
              <a:ext cx="304800" cy="304800"/>
            </a:xfrm>
            <a:custGeom>
              <a:avLst/>
              <a:gdLst>
                <a:gd name="T0" fmla="*/ 49 w 81"/>
                <a:gd name="T1" fmla="*/ 77 h 81"/>
                <a:gd name="T2" fmla="*/ 76 w 81"/>
                <a:gd name="T3" fmla="*/ 32 h 81"/>
                <a:gd name="T4" fmla="*/ 32 w 81"/>
                <a:gd name="T5" fmla="*/ 5 h 81"/>
                <a:gd name="T6" fmla="*/ 5 w 81"/>
                <a:gd name="T7" fmla="*/ 49 h 81"/>
                <a:gd name="T8" fmla="*/ 49 w 81"/>
                <a:gd name="T9" fmla="*/ 77 h 81"/>
              </a:gdLst>
              <a:ahLst/>
              <a:cxnLst>
                <a:cxn ang="0">
                  <a:pos x="T0" y="T1"/>
                </a:cxn>
                <a:cxn ang="0">
                  <a:pos x="T2" y="T3"/>
                </a:cxn>
                <a:cxn ang="0">
                  <a:pos x="T4" y="T5"/>
                </a:cxn>
                <a:cxn ang="0">
                  <a:pos x="T6" y="T7"/>
                </a:cxn>
                <a:cxn ang="0">
                  <a:pos x="T8" y="T9"/>
                </a:cxn>
              </a:cxnLst>
              <a:rect l="0" t="0" r="r" b="b"/>
              <a:pathLst>
                <a:path w="81" h="81">
                  <a:moveTo>
                    <a:pt x="49" y="77"/>
                  </a:moveTo>
                  <a:cubicBezTo>
                    <a:pt x="69" y="72"/>
                    <a:pt x="81" y="52"/>
                    <a:pt x="76" y="32"/>
                  </a:cubicBezTo>
                  <a:cubicBezTo>
                    <a:pt x="72" y="13"/>
                    <a:pt x="52" y="0"/>
                    <a:pt x="32" y="5"/>
                  </a:cubicBezTo>
                  <a:cubicBezTo>
                    <a:pt x="12" y="10"/>
                    <a:pt x="0" y="29"/>
                    <a:pt x="5" y="49"/>
                  </a:cubicBezTo>
                  <a:cubicBezTo>
                    <a:pt x="9" y="69"/>
                    <a:pt x="29" y="81"/>
                    <a:pt x="49"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135"/>
            <p:cNvSpPr>
              <a:spLocks/>
            </p:cNvSpPr>
            <p:nvPr/>
          </p:nvSpPr>
          <p:spPr bwMode="auto">
            <a:xfrm>
              <a:off x="1626240" y="5056639"/>
              <a:ext cx="266700" cy="1176338"/>
            </a:xfrm>
            <a:custGeom>
              <a:avLst/>
              <a:gdLst>
                <a:gd name="T0" fmla="*/ 15 w 71"/>
                <a:gd name="T1" fmla="*/ 4 h 313"/>
                <a:gd name="T2" fmla="*/ 0 w 71"/>
                <a:gd name="T3" fmla="*/ 20 h 313"/>
                <a:gd name="T4" fmla="*/ 16 w 71"/>
                <a:gd name="T5" fmla="*/ 15 h 313"/>
                <a:gd name="T6" fmla="*/ 21 w 71"/>
                <a:gd name="T7" fmla="*/ 14 h 313"/>
                <a:gd name="T8" fmla="*/ 36 w 71"/>
                <a:gd name="T9" fmla="*/ 26 h 313"/>
                <a:gd name="T10" fmla="*/ 35 w 71"/>
                <a:gd name="T11" fmla="*/ 39 h 313"/>
                <a:gd name="T12" fmla="*/ 25 w 71"/>
                <a:gd name="T13" fmla="*/ 46 h 313"/>
                <a:gd name="T14" fmla="*/ 2 w 71"/>
                <a:gd name="T15" fmla="*/ 53 h 313"/>
                <a:gd name="T16" fmla="*/ 8 w 71"/>
                <a:gd name="T17" fmla="*/ 127 h 313"/>
                <a:gd name="T18" fmla="*/ 8 w 71"/>
                <a:gd name="T19" fmla="*/ 137 h 313"/>
                <a:gd name="T20" fmla="*/ 8 w 71"/>
                <a:gd name="T21" fmla="*/ 292 h 313"/>
                <a:gd name="T22" fmla="*/ 29 w 71"/>
                <a:gd name="T23" fmla="*/ 313 h 313"/>
                <a:gd name="T24" fmla="*/ 49 w 71"/>
                <a:gd name="T25" fmla="*/ 292 h 313"/>
                <a:gd name="T26" fmla="*/ 49 w 71"/>
                <a:gd name="T27" fmla="*/ 148 h 313"/>
                <a:gd name="T28" fmla="*/ 67 w 71"/>
                <a:gd name="T29" fmla="*/ 123 h 313"/>
                <a:gd name="T30" fmla="*/ 57 w 71"/>
                <a:gd name="T31" fmla="*/ 32 h 313"/>
                <a:gd name="T32" fmla="*/ 15 w 71"/>
                <a:gd name="T33" fmla="*/ 4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1" h="313">
                  <a:moveTo>
                    <a:pt x="15" y="4"/>
                  </a:moveTo>
                  <a:cubicBezTo>
                    <a:pt x="8" y="6"/>
                    <a:pt x="3" y="12"/>
                    <a:pt x="0" y="20"/>
                  </a:cubicBezTo>
                  <a:cubicBezTo>
                    <a:pt x="16" y="15"/>
                    <a:pt x="16" y="15"/>
                    <a:pt x="16" y="15"/>
                  </a:cubicBezTo>
                  <a:cubicBezTo>
                    <a:pt x="18" y="15"/>
                    <a:pt x="19" y="14"/>
                    <a:pt x="21" y="14"/>
                  </a:cubicBezTo>
                  <a:cubicBezTo>
                    <a:pt x="28" y="14"/>
                    <a:pt x="34" y="19"/>
                    <a:pt x="36" y="26"/>
                  </a:cubicBezTo>
                  <a:cubicBezTo>
                    <a:pt x="38" y="30"/>
                    <a:pt x="37" y="35"/>
                    <a:pt x="35" y="39"/>
                  </a:cubicBezTo>
                  <a:cubicBezTo>
                    <a:pt x="33" y="42"/>
                    <a:pt x="29" y="45"/>
                    <a:pt x="25" y="46"/>
                  </a:cubicBezTo>
                  <a:cubicBezTo>
                    <a:pt x="2" y="53"/>
                    <a:pt x="2" y="53"/>
                    <a:pt x="2" y="53"/>
                  </a:cubicBezTo>
                  <a:cubicBezTo>
                    <a:pt x="6" y="75"/>
                    <a:pt x="11" y="103"/>
                    <a:pt x="8" y="127"/>
                  </a:cubicBezTo>
                  <a:cubicBezTo>
                    <a:pt x="8" y="131"/>
                    <a:pt x="8" y="134"/>
                    <a:pt x="8" y="137"/>
                  </a:cubicBezTo>
                  <a:cubicBezTo>
                    <a:pt x="8" y="292"/>
                    <a:pt x="8" y="292"/>
                    <a:pt x="8" y="292"/>
                  </a:cubicBezTo>
                  <a:cubicBezTo>
                    <a:pt x="8" y="304"/>
                    <a:pt x="17" y="313"/>
                    <a:pt x="29" y="313"/>
                  </a:cubicBezTo>
                  <a:cubicBezTo>
                    <a:pt x="40" y="313"/>
                    <a:pt x="49" y="304"/>
                    <a:pt x="49" y="292"/>
                  </a:cubicBezTo>
                  <a:cubicBezTo>
                    <a:pt x="49" y="148"/>
                    <a:pt x="49" y="148"/>
                    <a:pt x="49" y="148"/>
                  </a:cubicBezTo>
                  <a:cubicBezTo>
                    <a:pt x="57" y="144"/>
                    <a:pt x="64" y="137"/>
                    <a:pt x="67" y="123"/>
                  </a:cubicBezTo>
                  <a:cubicBezTo>
                    <a:pt x="71" y="86"/>
                    <a:pt x="69" y="65"/>
                    <a:pt x="57" y="32"/>
                  </a:cubicBezTo>
                  <a:cubicBezTo>
                    <a:pt x="49" y="8"/>
                    <a:pt x="29" y="0"/>
                    <a:pt x="15"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136"/>
            <p:cNvSpPr>
              <a:spLocks/>
            </p:cNvSpPr>
            <p:nvPr/>
          </p:nvSpPr>
          <p:spPr bwMode="auto">
            <a:xfrm>
              <a:off x="1356365" y="4928051"/>
              <a:ext cx="401638" cy="354013"/>
            </a:xfrm>
            <a:custGeom>
              <a:avLst/>
              <a:gdLst>
                <a:gd name="T0" fmla="*/ 10 w 107"/>
                <a:gd name="T1" fmla="*/ 17 h 94"/>
                <a:gd name="T2" fmla="*/ 2 w 107"/>
                <a:gd name="T3" fmla="*/ 34 h 94"/>
                <a:gd name="T4" fmla="*/ 22 w 107"/>
                <a:gd name="T5" fmla="*/ 86 h 94"/>
                <a:gd name="T6" fmla="*/ 34 w 107"/>
                <a:gd name="T7" fmla="*/ 94 h 94"/>
                <a:gd name="T8" fmla="*/ 38 w 107"/>
                <a:gd name="T9" fmla="*/ 94 h 94"/>
                <a:gd name="T10" fmla="*/ 96 w 107"/>
                <a:gd name="T11" fmla="*/ 77 h 94"/>
                <a:gd name="T12" fmla="*/ 105 w 107"/>
                <a:gd name="T13" fmla="*/ 61 h 94"/>
                <a:gd name="T14" fmla="*/ 89 w 107"/>
                <a:gd name="T15" fmla="*/ 52 h 94"/>
                <a:gd name="T16" fmla="*/ 42 w 107"/>
                <a:gd name="T17" fmla="*/ 65 h 94"/>
                <a:gd name="T18" fmla="*/ 27 w 107"/>
                <a:gd name="T19" fmla="*/ 24 h 94"/>
                <a:gd name="T20" fmla="*/ 23 w 107"/>
                <a:gd name="T21" fmla="*/ 19 h 94"/>
                <a:gd name="T22" fmla="*/ 23 w 107"/>
                <a:gd name="T23" fmla="*/ 15 h 94"/>
                <a:gd name="T24" fmla="*/ 23 w 107"/>
                <a:gd name="T25" fmla="*/ 3 h 94"/>
                <a:gd name="T26" fmla="*/ 20 w 107"/>
                <a:gd name="T27" fmla="*/ 0 h 94"/>
                <a:gd name="T28" fmla="*/ 16 w 107"/>
                <a:gd name="T29" fmla="*/ 3 h 94"/>
                <a:gd name="T30" fmla="*/ 16 w 107"/>
                <a:gd name="T31" fmla="*/ 13 h 94"/>
                <a:gd name="T32" fmla="*/ 16 w 107"/>
                <a:gd name="T33" fmla="*/ 16 h 94"/>
                <a:gd name="T34" fmla="*/ 10 w 107"/>
                <a:gd name="T35" fmla="*/ 1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7" h="94">
                  <a:moveTo>
                    <a:pt x="10" y="17"/>
                  </a:moveTo>
                  <a:cubicBezTo>
                    <a:pt x="3" y="19"/>
                    <a:pt x="0" y="27"/>
                    <a:pt x="2" y="34"/>
                  </a:cubicBezTo>
                  <a:cubicBezTo>
                    <a:pt x="22" y="86"/>
                    <a:pt x="22" y="86"/>
                    <a:pt x="22" y="86"/>
                  </a:cubicBezTo>
                  <a:cubicBezTo>
                    <a:pt x="24" y="91"/>
                    <a:pt x="29" y="94"/>
                    <a:pt x="34" y="94"/>
                  </a:cubicBezTo>
                  <a:cubicBezTo>
                    <a:pt x="35" y="94"/>
                    <a:pt x="37" y="94"/>
                    <a:pt x="38" y="94"/>
                  </a:cubicBezTo>
                  <a:cubicBezTo>
                    <a:pt x="96" y="77"/>
                    <a:pt x="96" y="77"/>
                    <a:pt x="96" y="77"/>
                  </a:cubicBezTo>
                  <a:cubicBezTo>
                    <a:pt x="103" y="75"/>
                    <a:pt x="107" y="68"/>
                    <a:pt x="105" y="61"/>
                  </a:cubicBezTo>
                  <a:cubicBezTo>
                    <a:pt x="103" y="54"/>
                    <a:pt x="96" y="50"/>
                    <a:pt x="89" y="52"/>
                  </a:cubicBezTo>
                  <a:cubicBezTo>
                    <a:pt x="42" y="65"/>
                    <a:pt x="42" y="65"/>
                    <a:pt x="42" y="65"/>
                  </a:cubicBezTo>
                  <a:cubicBezTo>
                    <a:pt x="27" y="24"/>
                    <a:pt x="27" y="24"/>
                    <a:pt x="27" y="24"/>
                  </a:cubicBezTo>
                  <a:cubicBezTo>
                    <a:pt x="26" y="22"/>
                    <a:pt x="25" y="20"/>
                    <a:pt x="23" y="19"/>
                  </a:cubicBezTo>
                  <a:cubicBezTo>
                    <a:pt x="23" y="15"/>
                    <a:pt x="23" y="15"/>
                    <a:pt x="23" y="15"/>
                  </a:cubicBezTo>
                  <a:cubicBezTo>
                    <a:pt x="23" y="3"/>
                    <a:pt x="23" y="3"/>
                    <a:pt x="23" y="3"/>
                  </a:cubicBezTo>
                  <a:cubicBezTo>
                    <a:pt x="23" y="1"/>
                    <a:pt x="22" y="0"/>
                    <a:pt x="20" y="0"/>
                  </a:cubicBezTo>
                  <a:cubicBezTo>
                    <a:pt x="18" y="0"/>
                    <a:pt x="16" y="1"/>
                    <a:pt x="16" y="3"/>
                  </a:cubicBezTo>
                  <a:cubicBezTo>
                    <a:pt x="16" y="13"/>
                    <a:pt x="16" y="13"/>
                    <a:pt x="16" y="13"/>
                  </a:cubicBezTo>
                  <a:cubicBezTo>
                    <a:pt x="16" y="16"/>
                    <a:pt x="16" y="16"/>
                    <a:pt x="16" y="16"/>
                  </a:cubicBezTo>
                  <a:cubicBezTo>
                    <a:pt x="14" y="16"/>
                    <a:pt x="12" y="16"/>
                    <a:pt x="10"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137"/>
            <p:cNvSpPr>
              <a:spLocks/>
            </p:cNvSpPr>
            <p:nvPr/>
          </p:nvSpPr>
          <p:spPr bwMode="auto">
            <a:xfrm>
              <a:off x="1137290" y="4669289"/>
              <a:ext cx="98425" cy="138113"/>
            </a:xfrm>
            <a:custGeom>
              <a:avLst/>
              <a:gdLst>
                <a:gd name="T0" fmla="*/ 21 w 26"/>
                <a:gd name="T1" fmla="*/ 17 h 37"/>
                <a:gd name="T2" fmla="*/ 13 w 26"/>
                <a:gd name="T3" fmla="*/ 16 h 37"/>
                <a:gd name="T4" fmla="*/ 7 w 26"/>
                <a:gd name="T5" fmla="*/ 16 h 37"/>
                <a:gd name="T6" fmla="*/ 5 w 26"/>
                <a:gd name="T7" fmla="*/ 14 h 37"/>
                <a:gd name="T8" fmla="*/ 7 w 26"/>
                <a:gd name="T9" fmla="*/ 10 h 37"/>
                <a:gd name="T10" fmla="*/ 12 w 26"/>
                <a:gd name="T11" fmla="*/ 6 h 37"/>
                <a:gd name="T12" fmla="*/ 15 w 26"/>
                <a:gd name="T13" fmla="*/ 5 h 37"/>
                <a:gd name="T14" fmla="*/ 17 w 26"/>
                <a:gd name="T15" fmla="*/ 8 h 37"/>
                <a:gd name="T16" fmla="*/ 20 w 26"/>
                <a:gd name="T17" fmla="*/ 3 h 37"/>
                <a:gd name="T18" fmla="*/ 17 w 26"/>
                <a:gd name="T19" fmla="*/ 1 h 37"/>
                <a:gd name="T20" fmla="*/ 11 w 26"/>
                <a:gd name="T21" fmla="*/ 1 h 37"/>
                <a:gd name="T22" fmla="*/ 2 w 26"/>
                <a:gd name="T23" fmla="*/ 8 h 37"/>
                <a:gd name="T24" fmla="*/ 1 w 26"/>
                <a:gd name="T25" fmla="*/ 16 h 37"/>
                <a:gd name="T26" fmla="*/ 3 w 26"/>
                <a:gd name="T27" fmla="*/ 20 h 37"/>
                <a:gd name="T28" fmla="*/ 7 w 26"/>
                <a:gd name="T29" fmla="*/ 21 h 37"/>
                <a:gd name="T30" fmla="*/ 14 w 26"/>
                <a:gd name="T31" fmla="*/ 21 h 37"/>
                <a:gd name="T32" fmla="*/ 19 w 26"/>
                <a:gd name="T33" fmla="*/ 21 h 37"/>
                <a:gd name="T34" fmla="*/ 20 w 26"/>
                <a:gd name="T35" fmla="*/ 22 h 37"/>
                <a:gd name="T36" fmla="*/ 18 w 26"/>
                <a:gd name="T37" fmla="*/ 27 h 37"/>
                <a:gd name="T38" fmla="*/ 11 w 26"/>
                <a:gd name="T39" fmla="*/ 31 h 37"/>
                <a:gd name="T40" fmla="*/ 7 w 26"/>
                <a:gd name="T41" fmla="*/ 31 h 37"/>
                <a:gd name="T42" fmla="*/ 6 w 26"/>
                <a:gd name="T43" fmla="*/ 31 h 37"/>
                <a:gd name="T44" fmla="*/ 5 w 26"/>
                <a:gd name="T45" fmla="*/ 33 h 37"/>
                <a:gd name="T46" fmla="*/ 5 w 26"/>
                <a:gd name="T47" fmla="*/ 35 h 37"/>
                <a:gd name="T48" fmla="*/ 7 w 26"/>
                <a:gd name="T49" fmla="*/ 36 h 37"/>
                <a:gd name="T50" fmla="*/ 11 w 26"/>
                <a:gd name="T51" fmla="*/ 36 h 37"/>
                <a:gd name="T52" fmla="*/ 22 w 26"/>
                <a:gd name="T53" fmla="*/ 29 h 37"/>
                <a:gd name="T54" fmla="*/ 25 w 26"/>
                <a:gd name="T55" fmla="*/ 20 h 37"/>
                <a:gd name="T56" fmla="*/ 21 w 26"/>
                <a:gd name="T57" fmla="*/ 1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6" h="37">
                  <a:moveTo>
                    <a:pt x="21" y="17"/>
                  </a:moveTo>
                  <a:cubicBezTo>
                    <a:pt x="19" y="16"/>
                    <a:pt x="17" y="16"/>
                    <a:pt x="13" y="16"/>
                  </a:cubicBezTo>
                  <a:cubicBezTo>
                    <a:pt x="10" y="16"/>
                    <a:pt x="8" y="16"/>
                    <a:pt x="7" y="16"/>
                  </a:cubicBezTo>
                  <a:cubicBezTo>
                    <a:pt x="6" y="16"/>
                    <a:pt x="5" y="15"/>
                    <a:pt x="5" y="14"/>
                  </a:cubicBezTo>
                  <a:cubicBezTo>
                    <a:pt x="5" y="13"/>
                    <a:pt x="5" y="11"/>
                    <a:pt x="7" y="10"/>
                  </a:cubicBezTo>
                  <a:cubicBezTo>
                    <a:pt x="8" y="8"/>
                    <a:pt x="10" y="7"/>
                    <a:pt x="12" y="6"/>
                  </a:cubicBezTo>
                  <a:cubicBezTo>
                    <a:pt x="14" y="5"/>
                    <a:pt x="15" y="5"/>
                    <a:pt x="15" y="5"/>
                  </a:cubicBezTo>
                  <a:cubicBezTo>
                    <a:pt x="16" y="6"/>
                    <a:pt x="17" y="7"/>
                    <a:pt x="17" y="8"/>
                  </a:cubicBezTo>
                  <a:cubicBezTo>
                    <a:pt x="20" y="7"/>
                    <a:pt x="21" y="5"/>
                    <a:pt x="20" y="3"/>
                  </a:cubicBezTo>
                  <a:cubicBezTo>
                    <a:pt x="19" y="2"/>
                    <a:pt x="18" y="1"/>
                    <a:pt x="17" y="1"/>
                  </a:cubicBezTo>
                  <a:cubicBezTo>
                    <a:pt x="15" y="0"/>
                    <a:pt x="13" y="0"/>
                    <a:pt x="11" y="1"/>
                  </a:cubicBezTo>
                  <a:cubicBezTo>
                    <a:pt x="7" y="3"/>
                    <a:pt x="4" y="5"/>
                    <a:pt x="2" y="8"/>
                  </a:cubicBezTo>
                  <a:cubicBezTo>
                    <a:pt x="0" y="11"/>
                    <a:pt x="0" y="14"/>
                    <a:pt x="1" y="16"/>
                  </a:cubicBezTo>
                  <a:cubicBezTo>
                    <a:pt x="1" y="18"/>
                    <a:pt x="2" y="19"/>
                    <a:pt x="3" y="20"/>
                  </a:cubicBezTo>
                  <a:cubicBezTo>
                    <a:pt x="4" y="20"/>
                    <a:pt x="5" y="21"/>
                    <a:pt x="7" y="21"/>
                  </a:cubicBezTo>
                  <a:cubicBezTo>
                    <a:pt x="9" y="21"/>
                    <a:pt x="11" y="21"/>
                    <a:pt x="14" y="21"/>
                  </a:cubicBezTo>
                  <a:cubicBezTo>
                    <a:pt x="16" y="21"/>
                    <a:pt x="18" y="21"/>
                    <a:pt x="19" y="21"/>
                  </a:cubicBezTo>
                  <a:cubicBezTo>
                    <a:pt x="20" y="21"/>
                    <a:pt x="20" y="21"/>
                    <a:pt x="20" y="22"/>
                  </a:cubicBezTo>
                  <a:cubicBezTo>
                    <a:pt x="21" y="23"/>
                    <a:pt x="20" y="24"/>
                    <a:pt x="18" y="27"/>
                  </a:cubicBezTo>
                  <a:cubicBezTo>
                    <a:pt x="15" y="29"/>
                    <a:pt x="13" y="30"/>
                    <a:pt x="11" y="31"/>
                  </a:cubicBezTo>
                  <a:cubicBezTo>
                    <a:pt x="10" y="31"/>
                    <a:pt x="9" y="31"/>
                    <a:pt x="7" y="31"/>
                  </a:cubicBezTo>
                  <a:cubicBezTo>
                    <a:pt x="7" y="31"/>
                    <a:pt x="7" y="31"/>
                    <a:pt x="6" y="31"/>
                  </a:cubicBezTo>
                  <a:cubicBezTo>
                    <a:pt x="6" y="32"/>
                    <a:pt x="5" y="32"/>
                    <a:pt x="5" y="33"/>
                  </a:cubicBezTo>
                  <a:cubicBezTo>
                    <a:pt x="5" y="33"/>
                    <a:pt x="5" y="34"/>
                    <a:pt x="5" y="35"/>
                  </a:cubicBezTo>
                  <a:cubicBezTo>
                    <a:pt x="6" y="36"/>
                    <a:pt x="6" y="36"/>
                    <a:pt x="7" y="36"/>
                  </a:cubicBezTo>
                  <a:cubicBezTo>
                    <a:pt x="8" y="37"/>
                    <a:pt x="10" y="37"/>
                    <a:pt x="11" y="36"/>
                  </a:cubicBezTo>
                  <a:cubicBezTo>
                    <a:pt x="15" y="35"/>
                    <a:pt x="19" y="32"/>
                    <a:pt x="22" y="29"/>
                  </a:cubicBezTo>
                  <a:cubicBezTo>
                    <a:pt x="25" y="25"/>
                    <a:pt x="26" y="22"/>
                    <a:pt x="25" y="20"/>
                  </a:cubicBezTo>
                  <a:cubicBezTo>
                    <a:pt x="24" y="18"/>
                    <a:pt x="23" y="17"/>
                    <a:pt x="21"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138"/>
            <p:cNvSpPr>
              <a:spLocks/>
            </p:cNvSpPr>
            <p:nvPr/>
          </p:nvSpPr>
          <p:spPr bwMode="auto">
            <a:xfrm>
              <a:off x="1227778" y="4639126"/>
              <a:ext cx="109538" cy="131763"/>
            </a:xfrm>
            <a:custGeom>
              <a:avLst/>
              <a:gdLst>
                <a:gd name="T0" fmla="*/ 28 w 29"/>
                <a:gd name="T1" fmla="*/ 22 h 35"/>
                <a:gd name="T2" fmla="*/ 26 w 29"/>
                <a:gd name="T3" fmla="*/ 21 h 35"/>
                <a:gd name="T4" fmla="*/ 25 w 29"/>
                <a:gd name="T5" fmla="*/ 18 h 35"/>
                <a:gd name="T6" fmla="*/ 23 w 29"/>
                <a:gd name="T7" fmla="*/ 15 h 35"/>
                <a:gd name="T8" fmla="*/ 19 w 29"/>
                <a:gd name="T9" fmla="*/ 9 h 35"/>
                <a:gd name="T10" fmla="*/ 16 w 29"/>
                <a:gd name="T11" fmla="*/ 9 h 35"/>
                <a:gd name="T12" fmla="*/ 12 w 29"/>
                <a:gd name="T13" fmla="*/ 13 h 35"/>
                <a:gd name="T14" fmla="*/ 9 w 29"/>
                <a:gd name="T15" fmla="*/ 24 h 35"/>
                <a:gd name="T16" fmla="*/ 8 w 29"/>
                <a:gd name="T17" fmla="*/ 17 h 35"/>
                <a:gd name="T18" fmla="*/ 7 w 29"/>
                <a:gd name="T19" fmla="*/ 7 h 35"/>
                <a:gd name="T20" fmla="*/ 6 w 29"/>
                <a:gd name="T21" fmla="*/ 2 h 35"/>
                <a:gd name="T22" fmla="*/ 4 w 29"/>
                <a:gd name="T23" fmla="*/ 0 h 35"/>
                <a:gd name="T24" fmla="*/ 2 w 29"/>
                <a:gd name="T25" fmla="*/ 0 h 35"/>
                <a:gd name="T26" fmla="*/ 1 w 29"/>
                <a:gd name="T27" fmla="*/ 2 h 35"/>
                <a:gd name="T28" fmla="*/ 1 w 29"/>
                <a:gd name="T29" fmla="*/ 6 h 35"/>
                <a:gd name="T30" fmla="*/ 6 w 29"/>
                <a:gd name="T31" fmla="*/ 30 h 35"/>
                <a:gd name="T32" fmla="*/ 7 w 29"/>
                <a:gd name="T33" fmla="*/ 33 h 35"/>
                <a:gd name="T34" fmla="*/ 8 w 29"/>
                <a:gd name="T35" fmla="*/ 34 h 35"/>
                <a:gd name="T36" fmla="*/ 10 w 29"/>
                <a:gd name="T37" fmla="*/ 34 h 35"/>
                <a:gd name="T38" fmla="*/ 11 w 29"/>
                <a:gd name="T39" fmla="*/ 33 h 35"/>
                <a:gd name="T40" fmla="*/ 11 w 29"/>
                <a:gd name="T41" fmla="*/ 30 h 35"/>
                <a:gd name="T42" fmla="*/ 13 w 29"/>
                <a:gd name="T43" fmla="*/ 21 h 35"/>
                <a:gd name="T44" fmla="*/ 16 w 29"/>
                <a:gd name="T45" fmla="*/ 15 h 35"/>
                <a:gd name="T46" fmla="*/ 18 w 29"/>
                <a:gd name="T47" fmla="*/ 16 h 35"/>
                <a:gd name="T48" fmla="*/ 20 w 29"/>
                <a:gd name="T49" fmla="*/ 21 h 35"/>
                <a:gd name="T50" fmla="*/ 24 w 29"/>
                <a:gd name="T51" fmla="*/ 25 h 35"/>
                <a:gd name="T52" fmla="*/ 28 w 29"/>
                <a:gd name="T53" fmla="*/ 26 h 35"/>
                <a:gd name="T54" fmla="*/ 29 w 29"/>
                <a:gd name="T55" fmla="*/ 25 h 35"/>
                <a:gd name="T56" fmla="*/ 29 w 29"/>
                <a:gd name="T57" fmla="*/ 23 h 35"/>
                <a:gd name="T58" fmla="*/ 28 w 29"/>
                <a:gd name="T59" fmla="*/ 2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9" h="35">
                  <a:moveTo>
                    <a:pt x="28" y="22"/>
                  </a:moveTo>
                  <a:cubicBezTo>
                    <a:pt x="27" y="22"/>
                    <a:pt x="27" y="21"/>
                    <a:pt x="26" y="21"/>
                  </a:cubicBezTo>
                  <a:cubicBezTo>
                    <a:pt x="26" y="20"/>
                    <a:pt x="25" y="19"/>
                    <a:pt x="25" y="18"/>
                  </a:cubicBezTo>
                  <a:cubicBezTo>
                    <a:pt x="24" y="17"/>
                    <a:pt x="23" y="16"/>
                    <a:pt x="23" y="15"/>
                  </a:cubicBezTo>
                  <a:cubicBezTo>
                    <a:pt x="21" y="12"/>
                    <a:pt x="20" y="10"/>
                    <a:pt x="19" y="9"/>
                  </a:cubicBezTo>
                  <a:cubicBezTo>
                    <a:pt x="18" y="9"/>
                    <a:pt x="17" y="9"/>
                    <a:pt x="16" y="9"/>
                  </a:cubicBezTo>
                  <a:cubicBezTo>
                    <a:pt x="14" y="10"/>
                    <a:pt x="13" y="11"/>
                    <a:pt x="12" y="13"/>
                  </a:cubicBezTo>
                  <a:cubicBezTo>
                    <a:pt x="11" y="15"/>
                    <a:pt x="10" y="19"/>
                    <a:pt x="9" y="24"/>
                  </a:cubicBezTo>
                  <a:cubicBezTo>
                    <a:pt x="9" y="22"/>
                    <a:pt x="9" y="20"/>
                    <a:pt x="8" y="17"/>
                  </a:cubicBezTo>
                  <a:cubicBezTo>
                    <a:pt x="8" y="13"/>
                    <a:pt x="7" y="9"/>
                    <a:pt x="7" y="7"/>
                  </a:cubicBezTo>
                  <a:cubicBezTo>
                    <a:pt x="7" y="5"/>
                    <a:pt x="6" y="4"/>
                    <a:pt x="6" y="2"/>
                  </a:cubicBezTo>
                  <a:cubicBezTo>
                    <a:pt x="5" y="1"/>
                    <a:pt x="5" y="0"/>
                    <a:pt x="4" y="0"/>
                  </a:cubicBezTo>
                  <a:cubicBezTo>
                    <a:pt x="3" y="0"/>
                    <a:pt x="3" y="0"/>
                    <a:pt x="2" y="0"/>
                  </a:cubicBezTo>
                  <a:cubicBezTo>
                    <a:pt x="1" y="0"/>
                    <a:pt x="1" y="1"/>
                    <a:pt x="1" y="2"/>
                  </a:cubicBezTo>
                  <a:cubicBezTo>
                    <a:pt x="0" y="3"/>
                    <a:pt x="0" y="4"/>
                    <a:pt x="1" y="6"/>
                  </a:cubicBezTo>
                  <a:cubicBezTo>
                    <a:pt x="3" y="14"/>
                    <a:pt x="5" y="22"/>
                    <a:pt x="6" y="30"/>
                  </a:cubicBezTo>
                  <a:cubicBezTo>
                    <a:pt x="6" y="32"/>
                    <a:pt x="6" y="33"/>
                    <a:pt x="7" y="33"/>
                  </a:cubicBezTo>
                  <a:cubicBezTo>
                    <a:pt x="7" y="34"/>
                    <a:pt x="7" y="34"/>
                    <a:pt x="8" y="34"/>
                  </a:cubicBezTo>
                  <a:cubicBezTo>
                    <a:pt x="9" y="35"/>
                    <a:pt x="9" y="35"/>
                    <a:pt x="10" y="34"/>
                  </a:cubicBezTo>
                  <a:cubicBezTo>
                    <a:pt x="11" y="34"/>
                    <a:pt x="11" y="34"/>
                    <a:pt x="11" y="33"/>
                  </a:cubicBezTo>
                  <a:cubicBezTo>
                    <a:pt x="11" y="33"/>
                    <a:pt x="11" y="32"/>
                    <a:pt x="11" y="30"/>
                  </a:cubicBezTo>
                  <a:cubicBezTo>
                    <a:pt x="12" y="28"/>
                    <a:pt x="12" y="25"/>
                    <a:pt x="13" y="21"/>
                  </a:cubicBezTo>
                  <a:cubicBezTo>
                    <a:pt x="15" y="17"/>
                    <a:pt x="15" y="15"/>
                    <a:pt x="16" y="15"/>
                  </a:cubicBezTo>
                  <a:cubicBezTo>
                    <a:pt x="17" y="15"/>
                    <a:pt x="17" y="15"/>
                    <a:pt x="18" y="16"/>
                  </a:cubicBezTo>
                  <a:cubicBezTo>
                    <a:pt x="18" y="16"/>
                    <a:pt x="19" y="18"/>
                    <a:pt x="20" y="21"/>
                  </a:cubicBezTo>
                  <a:cubicBezTo>
                    <a:pt x="21" y="23"/>
                    <a:pt x="23" y="24"/>
                    <a:pt x="24" y="25"/>
                  </a:cubicBezTo>
                  <a:cubicBezTo>
                    <a:pt x="25" y="26"/>
                    <a:pt x="27" y="27"/>
                    <a:pt x="28" y="26"/>
                  </a:cubicBezTo>
                  <a:cubicBezTo>
                    <a:pt x="28" y="26"/>
                    <a:pt x="29" y="26"/>
                    <a:pt x="29" y="25"/>
                  </a:cubicBezTo>
                  <a:cubicBezTo>
                    <a:pt x="29" y="24"/>
                    <a:pt x="29" y="24"/>
                    <a:pt x="29" y="23"/>
                  </a:cubicBezTo>
                  <a:cubicBezTo>
                    <a:pt x="29" y="23"/>
                    <a:pt x="29" y="23"/>
                    <a:pt x="28"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139"/>
            <p:cNvSpPr>
              <a:spLocks/>
            </p:cNvSpPr>
            <p:nvPr/>
          </p:nvSpPr>
          <p:spPr bwMode="auto">
            <a:xfrm>
              <a:off x="1321440" y="4604201"/>
              <a:ext cx="109538" cy="131763"/>
            </a:xfrm>
            <a:custGeom>
              <a:avLst/>
              <a:gdLst>
                <a:gd name="T0" fmla="*/ 10 w 29"/>
                <a:gd name="T1" fmla="*/ 34 h 35"/>
                <a:gd name="T2" fmla="*/ 11 w 29"/>
                <a:gd name="T3" fmla="*/ 33 h 35"/>
                <a:gd name="T4" fmla="*/ 11 w 29"/>
                <a:gd name="T5" fmla="*/ 30 h 35"/>
                <a:gd name="T6" fmla="*/ 13 w 29"/>
                <a:gd name="T7" fmla="*/ 21 h 35"/>
                <a:gd name="T8" fmla="*/ 16 w 29"/>
                <a:gd name="T9" fmla="*/ 15 h 35"/>
                <a:gd name="T10" fmla="*/ 18 w 29"/>
                <a:gd name="T11" fmla="*/ 16 h 35"/>
                <a:gd name="T12" fmla="*/ 20 w 29"/>
                <a:gd name="T13" fmla="*/ 21 h 35"/>
                <a:gd name="T14" fmla="*/ 24 w 29"/>
                <a:gd name="T15" fmla="*/ 25 h 35"/>
                <a:gd name="T16" fmla="*/ 28 w 29"/>
                <a:gd name="T17" fmla="*/ 26 h 35"/>
                <a:gd name="T18" fmla="*/ 29 w 29"/>
                <a:gd name="T19" fmla="*/ 25 h 35"/>
                <a:gd name="T20" fmla="*/ 29 w 29"/>
                <a:gd name="T21" fmla="*/ 23 h 35"/>
                <a:gd name="T22" fmla="*/ 28 w 29"/>
                <a:gd name="T23" fmla="*/ 22 h 35"/>
                <a:gd name="T24" fmla="*/ 26 w 29"/>
                <a:gd name="T25" fmla="*/ 20 h 35"/>
                <a:gd name="T26" fmla="*/ 25 w 29"/>
                <a:gd name="T27" fmla="*/ 18 h 35"/>
                <a:gd name="T28" fmla="*/ 23 w 29"/>
                <a:gd name="T29" fmla="*/ 15 h 35"/>
                <a:gd name="T30" fmla="*/ 19 w 29"/>
                <a:gd name="T31" fmla="*/ 9 h 35"/>
                <a:gd name="T32" fmla="*/ 16 w 29"/>
                <a:gd name="T33" fmla="*/ 9 h 35"/>
                <a:gd name="T34" fmla="*/ 12 w 29"/>
                <a:gd name="T35" fmla="*/ 13 h 35"/>
                <a:gd name="T36" fmla="*/ 9 w 29"/>
                <a:gd name="T37" fmla="*/ 23 h 35"/>
                <a:gd name="T38" fmla="*/ 8 w 29"/>
                <a:gd name="T39" fmla="*/ 17 h 35"/>
                <a:gd name="T40" fmla="*/ 7 w 29"/>
                <a:gd name="T41" fmla="*/ 7 h 35"/>
                <a:gd name="T42" fmla="*/ 6 w 29"/>
                <a:gd name="T43" fmla="*/ 2 h 35"/>
                <a:gd name="T44" fmla="*/ 4 w 29"/>
                <a:gd name="T45" fmla="*/ 0 h 35"/>
                <a:gd name="T46" fmla="*/ 2 w 29"/>
                <a:gd name="T47" fmla="*/ 0 h 35"/>
                <a:gd name="T48" fmla="*/ 1 w 29"/>
                <a:gd name="T49" fmla="*/ 2 h 35"/>
                <a:gd name="T50" fmla="*/ 1 w 29"/>
                <a:gd name="T51" fmla="*/ 6 h 35"/>
                <a:gd name="T52" fmla="*/ 6 w 29"/>
                <a:gd name="T53" fmla="*/ 29 h 35"/>
                <a:gd name="T54" fmla="*/ 6 w 29"/>
                <a:gd name="T55" fmla="*/ 33 h 35"/>
                <a:gd name="T56" fmla="*/ 8 w 29"/>
                <a:gd name="T57" fmla="*/ 34 h 35"/>
                <a:gd name="T58" fmla="*/ 10 w 29"/>
                <a:gd name="T59" fmla="*/ 3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9" h="35">
                  <a:moveTo>
                    <a:pt x="10" y="34"/>
                  </a:moveTo>
                  <a:cubicBezTo>
                    <a:pt x="10" y="34"/>
                    <a:pt x="11" y="34"/>
                    <a:pt x="11" y="33"/>
                  </a:cubicBezTo>
                  <a:cubicBezTo>
                    <a:pt x="11" y="33"/>
                    <a:pt x="11" y="32"/>
                    <a:pt x="11" y="30"/>
                  </a:cubicBezTo>
                  <a:cubicBezTo>
                    <a:pt x="12" y="28"/>
                    <a:pt x="12" y="25"/>
                    <a:pt x="13" y="21"/>
                  </a:cubicBezTo>
                  <a:cubicBezTo>
                    <a:pt x="15" y="17"/>
                    <a:pt x="15" y="15"/>
                    <a:pt x="16" y="15"/>
                  </a:cubicBezTo>
                  <a:cubicBezTo>
                    <a:pt x="17" y="15"/>
                    <a:pt x="17" y="15"/>
                    <a:pt x="18" y="16"/>
                  </a:cubicBezTo>
                  <a:cubicBezTo>
                    <a:pt x="18" y="16"/>
                    <a:pt x="19" y="18"/>
                    <a:pt x="20" y="21"/>
                  </a:cubicBezTo>
                  <a:cubicBezTo>
                    <a:pt x="21" y="23"/>
                    <a:pt x="23" y="24"/>
                    <a:pt x="24" y="25"/>
                  </a:cubicBezTo>
                  <a:cubicBezTo>
                    <a:pt x="25" y="26"/>
                    <a:pt x="27" y="26"/>
                    <a:pt x="28" y="26"/>
                  </a:cubicBezTo>
                  <a:cubicBezTo>
                    <a:pt x="28" y="26"/>
                    <a:pt x="29" y="25"/>
                    <a:pt x="29" y="25"/>
                  </a:cubicBezTo>
                  <a:cubicBezTo>
                    <a:pt x="29" y="24"/>
                    <a:pt x="29" y="24"/>
                    <a:pt x="29" y="23"/>
                  </a:cubicBezTo>
                  <a:cubicBezTo>
                    <a:pt x="29" y="23"/>
                    <a:pt x="29" y="22"/>
                    <a:pt x="28" y="22"/>
                  </a:cubicBezTo>
                  <a:cubicBezTo>
                    <a:pt x="27" y="22"/>
                    <a:pt x="27" y="21"/>
                    <a:pt x="26" y="20"/>
                  </a:cubicBezTo>
                  <a:cubicBezTo>
                    <a:pt x="26" y="20"/>
                    <a:pt x="25" y="19"/>
                    <a:pt x="25" y="18"/>
                  </a:cubicBezTo>
                  <a:cubicBezTo>
                    <a:pt x="24" y="17"/>
                    <a:pt x="23" y="16"/>
                    <a:pt x="23" y="15"/>
                  </a:cubicBezTo>
                  <a:cubicBezTo>
                    <a:pt x="21" y="12"/>
                    <a:pt x="20" y="10"/>
                    <a:pt x="19" y="9"/>
                  </a:cubicBezTo>
                  <a:cubicBezTo>
                    <a:pt x="18" y="9"/>
                    <a:pt x="17" y="9"/>
                    <a:pt x="16" y="9"/>
                  </a:cubicBezTo>
                  <a:cubicBezTo>
                    <a:pt x="14" y="10"/>
                    <a:pt x="13" y="11"/>
                    <a:pt x="12" y="13"/>
                  </a:cubicBezTo>
                  <a:cubicBezTo>
                    <a:pt x="11" y="15"/>
                    <a:pt x="10" y="19"/>
                    <a:pt x="9" y="23"/>
                  </a:cubicBezTo>
                  <a:cubicBezTo>
                    <a:pt x="9" y="22"/>
                    <a:pt x="9" y="20"/>
                    <a:pt x="8" y="17"/>
                  </a:cubicBezTo>
                  <a:cubicBezTo>
                    <a:pt x="8" y="13"/>
                    <a:pt x="7" y="9"/>
                    <a:pt x="7" y="7"/>
                  </a:cubicBezTo>
                  <a:cubicBezTo>
                    <a:pt x="7" y="5"/>
                    <a:pt x="6" y="3"/>
                    <a:pt x="6" y="2"/>
                  </a:cubicBezTo>
                  <a:cubicBezTo>
                    <a:pt x="5" y="1"/>
                    <a:pt x="5" y="0"/>
                    <a:pt x="4" y="0"/>
                  </a:cubicBezTo>
                  <a:cubicBezTo>
                    <a:pt x="3" y="0"/>
                    <a:pt x="3" y="0"/>
                    <a:pt x="2" y="0"/>
                  </a:cubicBezTo>
                  <a:cubicBezTo>
                    <a:pt x="1" y="0"/>
                    <a:pt x="1" y="1"/>
                    <a:pt x="1" y="2"/>
                  </a:cubicBezTo>
                  <a:cubicBezTo>
                    <a:pt x="0" y="2"/>
                    <a:pt x="0" y="4"/>
                    <a:pt x="1" y="6"/>
                  </a:cubicBezTo>
                  <a:cubicBezTo>
                    <a:pt x="3" y="14"/>
                    <a:pt x="5" y="22"/>
                    <a:pt x="6" y="29"/>
                  </a:cubicBezTo>
                  <a:cubicBezTo>
                    <a:pt x="6" y="31"/>
                    <a:pt x="6" y="33"/>
                    <a:pt x="6" y="33"/>
                  </a:cubicBezTo>
                  <a:cubicBezTo>
                    <a:pt x="7" y="34"/>
                    <a:pt x="7" y="34"/>
                    <a:pt x="8" y="34"/>
                  </a:cubicBezTo>
                  <a:cubicBezTo>
                    <a:pt x="8" y="35"/>
                    <a:pt x="9" y="34"/>
                    <a:pt x="10"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140"/>
            <p:cNvSpPr>
              <a:spLocks/>
            </p:cNvSpPr>
            <p:nvPr/>
          </p:nvSpPr>
          <p:spPr bwMode="auto">
            <a:xfrm>
              <a:off x="1416690" y="4570864"/>
              <a:ext cx="107950" cy="128588"/>
            </a:xfrm>
            <a:custGeom>
              <a:avLst/>
              <a:gdLst>
                <a:gd name="T0" fmla="*/ 20 w 29"/>
                <a:gd name="T1" fmla="*/ 20 h 34"/>
                <a:gd name="T2" fmla="*/ 24 w 29"/>
                <a:gd name="T3" fmla="*/ 25 h 34"/>
                <a:gd name="T4" fmla="*/ 28 w 29"/>
                <a:gd name="T5" fmla="*/ 26 h 34"/>
                <a:gd name="T6" fmla="*/ 29 w 29"/>
                <a:gd name="T7" fmla="*/ 25 h 34"/>
                <a:gd name="T8" fmla="*/ 29 w 29"/>
                <a:gd name="T9" fmla="*/ 23 h 34"/>
                <a:gd name="T10" fmla="*/ 28 w 29"/>
                <a:gd name="T11" fmla="*/ 22 h 34"/>
                <a:gd name="T12" fmla="*/ 26 w 29"/>
                <a:gd name="T13" fmla="*/ 20 h 34"/>
                <a:gd name="T14" fmla="*/ 24 w 29"/>
                <a:gd name="T15" fmla="*/ 18 h 34"/>
                <a:gd name="T16" fmla="*/ 23 w 29"/>
                <a:gd name="T17" fmla="*/ 15 h 34"/>
                <a:gd name="T18" fmla="*/ 19 w 29"/>
                <a:gd name="T19" fmla="*/ 9 h 34"/>
                <a:gd name="T20" fmla="*/ 16 w 29"/>
                <a:gd name="T21" fmla="*/ 9 h 34"/>
                <a:gd name="T22" fmla="*/ 12 w 29"/>
                <a:gd name="T23" fmla="*/ 13 h 34"/>
                <a:gd name="T24" fmla="*/ 9 w 29"/>
                <a:gd name="T25" fmla="*/ 23 h 34"/>
                <a:gd name="T26" fmla="*/ 8 w 29"/>
                <a:gd name="T27" fmla="*/ 17 h 34"/>
                <a:gd name="T28" fmla="*/ 7 w 29"/>
                <a:gd name="T29" fmla="*/ 7 h 34"/>
                <a:gd name="T30" fmla="*/ 6 w 29"/>
                <a:gd name="T31" fmla="*/ 2 h 34"/>
                <a:gd name="T32" fmla="*/ 4 w 29"/>
                <a:gd name="T33" fmla="*/ 0 h 34"/>
                <a:gd name="T34" fmla="*/ 2 w 29"/>
                <a:gd name="T35" fmla="*/ 0 h 34"/>
                <a:gd name="T36" fmla="*/ 1 w 29"/>
                <a:gd name="T37" fmla="*/ 1 h 34"/>
                <a:gd name="T38" fmla="*/ 1 w 29"/>
                <a:gd name="T39" fmla="*/ 6 h 34"/>
                <a:gd name="T40" fmla="*/ 6 w 29"/>
                <a:gd name="T41" fmla="*/ 29 h 34"/>
                <a:gd name="T42" fmla="*/ 6 w 29"/>
                <a:gd name="T43" fmla="*/ 33 h 34"/>
                <a:gd name="T44" fmla="*/ 8 w 29"/>
                <a:gd name="T45" fmla="*/ 34 h 34"/>
                <a:gd name="T46" fmla="*/ 10 w 29"/>
                <a:gd name="T47" fmla="*/ 34 h 34"/>
                <a:gd name="T48" fmla="*/ 11 w 29"/>
                <a:gd name="T49" fmla="*/ 33 h 34"/>
                <a:gd name="T50" fmla="*/ 11 w 29"/>
                <a:gd name="T51" fmla="*/ 30 h 34"/>
                <a:gd name="T52" fmla="*/ 13 w 29"/>
                <a:gd name="T53" fmla="*/ 21 h 34"/>
                <a:gd name="T54" fmla="*/ 16 w 29"/>
                <a:gd name="T55" fmla="*/ 15 h 34"/>
                <a:gd name="T56" fmla="*/ 18 w 29"/>
                <a:gd name="T57" fmla="*/ 15 h 34"/>
                <a:gd name="T58" fmla="*/ 20 w 29"/>
                <a:gd name="T59" fmla="*/ 2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9" h="34">
                  <a:moveTo>
                    <a:pt x="20" y="20"/>
                  </a:moveTo>
                  <a:cubicBezTo>
                    <a:pt x="21" y="23"/>
                    <a:pt x="22" y="24"/>
                    <a:pt x="24" y="25"/>
                  </a:cubicBezTo>
                  <a:cubicBezTo>
                    <a:pt x="25" y="26"/>
                    <a:pt x="26" y="26"/>
                    <a:pt x="28" y="26"/>
                  </a:cubicBezTo>
                  <a:cubicBezTo>
                    <a:pt x="28" y="26"/>
                    <a:pt x="29" y="25"/>
                    <a:pt x="29" y="25"/>
                  </a:cubicBezTo>
                  <a:cubicBezTo>
                    <a:pt x="29" y="24"/>
                    <a:pt x="29" y="24"/>
                    <a:pt x="29" y="23"/>
                  </a:cubicBezTo>
                  <a:cubicBezTo>
                    <a:pt x="29" y="23"/>
                    <a:pt x="29" y="22"/>
                    <a:pt x="28" y="22"/>
                  </a:cubicBezTo>
                  <a:cubicBezTo>
                    <a:pt x="27" y="21"/>
                    <a:pt x="27" y="21"/>
                    <a:pt x="26" y="20"/>
                  </a:cubicBezTo>
                  <a:cubicBezTo>
                    <a:pt x="26" y="20"/>
                    <a:pt x="25" y="19"/>
                    <a:pt x="24" y="18"/>
                  </a:cubicBezTo>
                  <a:cubicBezTo>
                    <a:pt x="24" y="17"/>
                    <a:pt x="23" y="16"/>
                    <a:pt x="23" y="15"/>
                  </a:cubicBezTo>
                  <a:cubicBezTo>
                    <a:pt x="21" y="12"/>
                    <a:pt x="20" y="10"/>
                    <a:pt x="19" y="9"/>
                  </a:cubicBezTo>
                  <a:cubicBezTo>
                    <a:pt x="18" y="9"/>
                    <a:pt x="17" y="9"/>
                    <a:pt x="16" y="9"/>
                  </a:cubicBezTo>
                  <a:cubicBezTo>
                    <a:pt x="14" y="10"/>
                    <a:pt x="13" y="11"/>
                    <a:pt x="12" y="13"/>
                  </a:cubicBezTo>
                  <a:cubicBezTo>
                    <a:pt x="11" y="15"/>
                    <a:pt x="10" y="19"/>
                    <a:pt x="9" y="23"/>
                  </a:cubicBezTo>
                  <a:cubicBezTo>
                    <a:pt x="9" y="22"/>
                    <a:pt x="9" y="20"/>
                    <a:pt x="8" y="17"/>
                  </a:cubicBezTo>
                  <a:cubicBezTo>
                    <a:pt x="8" y="12"/>
                    <a:pt x="7" y="9"/>
                    <a:pt x="7" y="7"/>
                  </a:cubicBezTo>
                  <a:cubicBezTo>
                    <a:pt x="6" y="5"/>
                    <a:pt x="6" y="3"/>
                    <a:pt x="6" y="2"/>
                  </a:cubicBezTo>
                  <a:cubicBezTo>
                    <a:pt x="5" y="1"/>
                    <a:pt x="5" y="0"/>
                    <a:pt x="4" y="0"/>
                  </a:cubicBezTo>
                  <a:cubicBezTo>
                    <a:pt x="3" y="0"/>
                    <a:pt x="3" y="0"/>
                    <a:pt x="2" y="0"/>
                  </a:cubicBezTo>
                  <a:cubicBezTo>
                    <a:pt x="1" y="0"/>
                    <a:pt x="1" y="0"/>
                    <a:pt x="1" y="1"/>
                  </a:cubicBezTo>
                  <a:cubicBezTo>
                    <a:pt x="0" y="2"/>
                    <a:pt x="0" y="4"/>
                    <a:pt x="1" y="6"/>
                  </a:cubicBezTo>
                  <a:cubicBezTo>
                    <a:pt x="3" y="14"/>
                    <a:pt x="5" y="22"/>
                    <a:pt x="6" y="29"/>
                  </a:cubicBezTo>
                  <a:cubicBezTo>
                    <a:pt x="6" y="31"/>
                    <a:pt x="6" y="32"/>
                    <a:pt x="6" y="33"/>
                  </a:cubicBezTo>
                  <a:cubicBezTo>
                    <a:pt x="7" y="34"/>
                    <a:pt x="7" y="34"/>
                    <a:pt x="8" y="34"/>
                  </a:cubicBezTo>
                  <a:cubicBezTo>
                    <a:pt x="8" y="34"/>
                    <a:pt x="9" y="34"/>
                    <a:pt x="10" y="34"/>
                  </a:cubicBezTo>
                  <a:cubicBezTo>
                    <a:pt x="10" y="34"/>
                    <a:pt x="11" y="34"/>
                    <a:pt x="11" y="33"/>
                  </a:cubicBezTo>
                  <a:cubicBezTo>
                    <a:pt x="11" y="33"/>
                    <a:pt x="11" y="31"/>
                    <a:pt x="11" y="30"/>
                  </a:cubicBezTo>
                  <a:cubicBezTo>
                    <a:pt x="12" y="28"/>
                    <a:pt x="12" y="25"/>
                    <a:pt x="13" y="21"/>
                  </a:cubicBezTo>
                  <a:cubicBezTo>
                    <a:pt x="14" y="17"/>
                    <a:pt x="15" y="15"/>
                    <a:pt x="16" y="15"/>
                  </a:cubicBezTo>
                  <a:cubicBezTo>
                    <a:pt x="17" y="15"/>
                    <a:pt x="17" y="15"/>
                    <a:pt x="18" y="15"/>
                  </a:cubicBezTo>
                  <a:cubicBezTo>
                    <a:pt x="18" y="16"/>
                    <a:pt x="19" y="18"/>
                    <a:pt x="20"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141"/>
            <p:cNvSpPr>
              <a:spLocks/>
            </p:cNvSpPr>
            <p:nvPr/>
          </p:nvSpPr>
          <p:spPr bwMode="auto">
            <a:xfrm>
              <a:off x="1532578" y="4634364"/>
              <a:ext cx="22225" cy="26988"/>
            </a:xfrm>
            <a:custGeom>
              <a:avLst/>
              <a:gdLst>
                <a:gd name="T0" fmla="*/ 2 w 6"/>
                <a:gd name="T1" fmla="*/ 7 h 7"/>
                <a:gd name="T2" fmla="*/ 4 w 6"/>
                <a:gd name="T3" fmla="*/ 7 h 7"/>
                <a:gd name="T4" fmla="*/ 5 w 6"/>
                <a:gd name="T5" fmla="*/ 5 h 7"/>
                <a:gd name="T6" fmla="*/ 6 w 6"/>
                <a:gd name="T7" fmla="*/ 3 h 7"/>
                <a:gd name="T8" fmla="*/ 6 w 6"/>
                <a:gd name="T9" fmla="*/ 1 h 7"/>
                <a:gd name="T10" fmla="*/ 5 w 6"/>
                <a:gd name="T11" fmla="*/ 0 h 7"/>
                <a:gd name="T12" fmla="*/ 3 w 6"/>
                <a:gd name="T13" fmla="*/ 0 h 7"/>
                <a:gd name="T14" fmla="*/ 0 w 6"/>
                <a:gd name="T15" fmla="*/ 2 h 7"/>
                <a:gd name="T16" fmla="*/ 0 w 6"/>
                <a:gd name="T17" fmla="*/ 3 h 7"/>
                <a:gd name="T18" fmla="*/ 0 w 6"/>
                <a:gd name="T19" fmla="*/ 5 h 7"/>
                <a:gd name="T20" fmla="*/ 2 w 6"/>
                <a:gd name="T21"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7">
                  <a:moveTo>
                    <a:pt x="2" y="7"/>
                  </a:moveTo>
                  <a:cubicBezTo>
                    <a:pt x="2" y="7"/>
                    <a:pt x="3" y="7"/>
                    <a:pt x="4" y="7"/>
                  </a:cubicBezTo>
                  <a:cubicBezTo>
                    <a:pt x="4" y="6"/>
                    <a:pt x="5" y="6"/>
                    <a:pt x="5" y="5"/>
                  </a:cubicBezTo>
                  <a:cubicBezTo>
                    <a:pt x="6" y="4"/>
                    <a:pt x="6" y="4"/>
                    <a:pt x="6" y="3"/>
                  </a:cubicBezTo>
                  <a:cubicBezTo>
                    <a:pt x="6" y="3"/>
                    <a:pt x="6" y="2"/>
                    <a:pt x="6" y="1"/>
                  </a:cubicBezTo>
                  <a:cubicBezTo>
                    <a:pt x="6" y="1"/>
                    <a:pt x="5" y="1"/>
                    <a:pt x="5" y="0"/>
                  </a:cubicBezTo>
                  <a:cubicBezTo>
                    <a:pt x="4" y="0"/>
                    <a:pt x="4" y="0"/>
                    <a:pt x="3" y="0"/>
                  </a:cubicBezTo>
                  <a:cubicBezTo>
                    <a:pt x="2" y="1"/>
                    <a:pt x="1" y="1"/>
                    <a:pt x="0" y="2"/>
                  </a:cubicBezTo>
                  <a:cubicBezTo>
                    <a:pt x="0" y="2"/>
                    <a:pt x="0" y="2"/>
                    <a:pt x="0" y="3"/>
                  </a:cubicBezTo>
                  <a:cubicBezTo>
                    <a:pt x="0" y="3"/>
                    <a:pt x="0" y="4"/>
                    <a:pt x="0" y="5"/>
                  </a:cubicBezTo>
                  <a:cubicBezTo>
                    <a:pt x="1" y="6"/>
                    <a:pt x="1" y="7"/>
                    <a:pt x="2"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142"/>
            <p:cNvSpPr>
              <a:spLocks/>
            </p:cNvSpPr>
            <p:nvPr/>
          </p:nvSpPr>
          <p:spPr bwMode="auto">
            <a:xfrm>
              <a:off x="1570678" y="4620076"/>
              <a:ext cx="22225" cy="25400"/>
            </a:xfrm>
            <a:custGeom>
              <a:avLst/>
              <a:gdLst>
                <a:gd name="T0" fmla="*/ 2 w 6"/>
                <a:gd name="T1" fmla="*/ 7 h 7"/>
                <a:gd name="T2" fmla="*/ 4 w 6"/>
                <a:gd name="T3" fmla="*/ 7 h 7"/>
                <a:gd name="T4" fmla="*/ 5 w 6"/>
                <a:gd name="T5" fmla="*/ 5 h 7"/>
                <a:gd name="T6" fmla="*/ 6 w 6"/>
                <a:gd name="T7" fmla="*/ 3 h 7"/>
                <a:gd name="T8" fmla="*/ 6 w 6"/>
                <a:gd name="T9" fmla="*/ 2 h 7"/>
                <a:gd name="T10" fmla="*/ 5 w 6"/>
                <a:gd name="T11" fmla="*/ 1 h 7"/>
                <a:gd name="T12" fmla="*/ 3 w 6"/>
                <a:gd name="T13" fmla="*/ 1 h 7"/>
                <a:gd name="T14" fmla="*/ 0 w 6"/>
                <a:gd name="T15" fmla="*/ 2 h 7"/>
                <a:gd name="T16" fmla="*/ 0 w 6"/>
                <a:gd name="T17" fmla="*/ 3 h 7"/>
                <a:gd name="T18" fmla="*/ 0 w 6"/>
                <a:gd name="T19" fmla="*/ 5 h 7"/>
                <a:gd name="T20" fmla="*/ 2 w 6"/>
                <a:gd name="T21"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7">
                  <a:moveTo>
                    <a:pt x="2" y="7"/>
                  </a:moveTo>
                  <a:cubicBezTo>
                    <a:pt x="2" y="7"/>
                    <a:pt x="3" y="7"/>
                    <a:pt x="4" y="7"/>
                  </a:cubicBezTo>
                  <a:cubicBezTo>
                    <a:pt x="4" y="7"/>
                    <a:pt x="5" y="6"/>
                    <a:pt x="5" y="5"/>
                  </a:cubicBezTo>
                  <a:cubicBezTo>
                    <a:pt x="6" y="5"/>
                    <a:pt x="6" y="4"/>
                    <a:pt x="6" y="3"/>
                  </a:cubicBezTo>
                  <a:cubicBezTo>
                    <a:pt x="6" y="3"/>
                    <a:pt x="6" y="2"/>
                    <a:pt x="6" y="2"/>
                  </a:cubicBezTo>
                  <a:cubicBezTo>
                    <a:pt x="6" y="1"/>
                    <a:pt x="5" y="1"/>
                    <a:pt x="5" y="1"/>
                  </a:cubicBezTo>
                  <a:cubicBezTo>
                    <a:pt x="4" y="0"/>
                    <a:pt x="4" y="0"/>
                    <a:pt x="3" y="1"/>
                  </a:cubicBezTo>
                  <a:cubicBezTo>
                    <a:pt x="2" y="1"/>
                    <a:pt x="1" y="2"/>
                    <a:pt x="0" y="2"/>
                  </a:cubicBezTo>
                  <a:cubicBezTo>
                    <a:pt x="0" y="2"/>
                    <a:pt x="0" y="3"/>
                    <a:pt x="0" y="3"/>
                  </a:cubicBezTo>
                  <a:cubicBezTo>
                    <a:pt x="0" y="4"/>
                    <a:pt x="0" y="4"/>
                    <a:pt x="0" y="5"/>
                  </a:cubicBezTo>
                  <a:cubicBezTo>
                    <a:pt x="1" y="6"/>
                    <a:pt x="1" y="7"/>
                    <a:pt x="2"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143"/>
            <p:cNvSpPr>
              <a:spLocks/>
            </p:cNvSpPr>
            <p:nvPr/>
          </p:nvSpPr>
          <p:spPr bwMode="auto">
            <a:xfrm>
              <a:off x="1607190" y="4608964"/>
              <a:ext cx="23813" cy="25400"/>
            </a:xfrm>
            <a:custGeom>
              <a:avLst/>
              <a:gdLst>
                <a:gd name="T0" fmla="*/ 2 w 6"/>
                <a:gd name="T1" fmla="*/ 7 h 7"/>
                <a:gd name="T2" fmla="*/ 4 w 6"/>
                <a:gd name="T3" fmla="*/ 6 h 7"/>
                <a:gd name="T4" fmla="*/ 5 w 6"/>
                <a:gd name="T5" fmla="*/ 5 h 7"/>
                <a:gd name="T6" fmla="*/ 6 w 6"/>
                <a:gd name="T7" fmla="*/ 3 h 7"/>
                <a:gd name="T8" fmla="*/ 6 w 6"/>
                <a:gd name="T9" fmla="*/ 1 h 7"/>
                <a:gd name="T10" fmla="*/ 5 w 6"/>
                <a:gd name="T11" fmla="*/ 0 h 7"/>
                <a:gd name="T12" fmla="*/ 3 w 6"/>
                <a:gd name="T13" fmla="*/ 0 h 7"/>
                <a:gd name="T14" fmla="*/ 0 w 6"/>
                <a:gd name="T15" fmla="*/ 1 h 7"/>
                <a:gd name="T16" fmla="*/ 0 w 6"/>
                <a:gd name="T17" fmla="*/ 3 h 7"/>
                <a:gd name="T18" fmla="*/ 0 w 6"/>
                <a:gd name="T19" fmla="*/ 4 h 7"/>
                <a:gd name="T20" fmla="*/ 2 w 6"/>
                <a:gd name="T21"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7">
                  <a:moveTo>
                    <a:pt x="2" y="7"/>
                  </a:moveTo>
                  <a:cubicBezTo>
                    <a:pt x="2" y="7"/>
                    <a:pt x="3" y="7"/>
                    <a:pt x="4" y="6"/>
                  </a:cubicBezTo>
                  <a:cubicBezTo>
                    <a:pt x="4" y="6"/>
                    <a:pt x="5" y="6"/>
                    <a:pt x="5" y="5"/>
                  </a:cubicBezTo>
                  <a:cubicBezTo>
                    <a:pt x="6" y="4"/>
                    <a:pt x="6" y="3"/>
                    <a:pt x="6" y="3"/>
                  </a:cubicBezTo>
                  <a:cubicBezTo>
                    <a:pt x="6" y="2"/>
                    <a:pt x="6" y="2"/>
                    <a:pt x="6" y="1"/>
                  </a:cubicBezTo>
                  <a:cubicBezTo>
                    <a:pt x="6" y="1"/>
                    <a:pt x="5" y="0"/>
                    <a:pt x="5" y="0"/>
                  </a:cubicBezTo>
                  <a:cubicBezTo>
                    <a:pt x="4" y="0"/>
                    <a:pt x="3" y="0"/>
                    <a:pt x="3" y="0"/>
                  </a:cubicBezTo>
                  <a:cubicBezTo>
                    <a:pt x="2" y="1"/>
                    <a:pt x="1" y="1"/>
                    <a:pt x="0" y="1"/>
                  </a:cubicBezTo>
                  <a:cubicBezTo>
                    <a:pt x="0" y="2"/>
                    <a:pt x="0" y="2"/>
                    <a:pt x="0" y="3"/>
                  </a:cubicBezTo>
                  <a:cubicBezTo>
                    <a:pt x="0" y="3"/>
                    <a:pt x="0" y="4"/>
                    <a:pt x="0" y="4"/>
                  </a:cubicBezTo>
                  <a:cubicBezTo>
                    <a:pt x="1" y="6"/>
                    <a:pt x="1" y="6"/>
                    <a:pt x="2"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48" name="组合 147"/>
          <p:cNvGrpSpPr/>
          <p:nvPr/>
        </p:nvGrpSpPr>
        <p:grpSpPr>
          <a:xfrm>
            <a:off x="2175515" y="4823276"/>
            <a:ext cx="1541463" cy="1409701"/>
            <a:chOff x="2175515" y="4823276"/>
            <a:chExt cx="1541463" cy="1409701"/>
          </a:xfrm>
          <a:solidFill>
            <a:schemeClr val="tx1">
              <a:lumMod val="65000"/>
              <a:lumOff val="35000"/>
            </a:schemeClr>
          </a:solidFill>
        </p:grpSpPr>
        <p:sp>
          <p:nvSpPr>
            <p:cNvPr id="149" name="Freeform 144"/>
            <p:cNvSpPr>
              <a:spLocks noEditPoints="1"/>
            </p:cNvSpPr>
            <p:nvPr/>
          </p:nvSpPr>
          <p:spPr bwMode="auto">
            <a:xfrm>
              <a:off x="2874015" y="5472564"/>
              <a:ext cx="842963" cy="587375"/>
            </a:xfrm>
            <a:custGeom>
              <a:avLst/>
              <a:gdLst>
                <a:gd name="T0" fmla="*/ 213 w 224"/>
                <a:gd name="T1" fmla="*/ 70 h 156"/>
                <a:gd name="T2" fmla="*/ 34 w 224"/>
                <a:gd name="T3" fmla="*/ 70 h 156"/>
                <a:gd name="T4" fmla="*/ 34 w 224"/>
                <a:gd name="T5" fmla="*/ 11 h 156"/>
                <a:gd name="T6" fmla="*/ 34 w 224"/>
                <a:gd name="T7" fmla="*/ 7 h 156"/>
                <a:gd name="T8" fmla="*/ 34 w 224"/>
                <a:gd name="T9" fmla="*/ 0 h 156"/>
                <a:gd name="T10" fmla="*/ 0 w 224"/>
                <a:gd name="T11" fmla="*/ 0 h 156"/>
                <a:gd name="T12" fmla="*/ 3 w 224"/>
                <a:gd name="T13" fmla="*/ 8 h 156"/>
                <a:gd name="T14" fmla="*/ 3 w 224"/>
                <a:gd name="T15" fmla="*/ 11 h 156"/>
                <a:gd name="T16" fmla="*/ 22 w 224"/>
                <a:gd name="T17" fmla="*/ 11 h 156"/>
                <a:gd name="T18" fmla="*/ 22 w 224"/>
                <a:gd name="T19" fmla="*/ 156 h 156"/>
                <a:gd name="T20" fmla="*/ 30 w 224"/>
                <a:gd name="T21" fmla="*/ 156 h 156"/>
                <a:gd name="T22" fmla="*/ 34 w 224"/>
                <a:gd name="T23" fmla="*/ 156 h 156"/>
                <a:gd name="T24" fmla="*/ 213 w 224"/>
                <a:gd name="T25" fmla="*/ 156 h 156"/>
                <a:gd name="T26" fmla="*/ 216 w 224"/>
                <a:gd name="T27" fmla="*/ 156 h 156"/>
                <a:gd name="T28" fmla="*/ 224 w 224"/>
                <a:gd name="T29" fmla="*/ 156 h 156"/>
                <a:gd name="T30" fmla="*/ 224 w 224"/>
                <a:gd name="T31" fmla="*/ 13 h 156"/>
                <a:gd name="T32" fmla="*/ 213 w 224"/>
                <a:gd name="T33" fmla="*/ 13 h 156"/>
                <a:gd name="T34" fmla="*/ 213 w 224"/>
                <a:gd name="T35" fmla="*/ 70 h 156"/>
                <a:gd name="T36" fmla="*/ 34 w 224"/>
                <a:gd name="T37" fmla="*/ 145 h 156"/>
                <a:gd name="T38" fmla="*/ 34 w 224"/>
                <a:gd name="T39" fmla="*/ 81 h 156"/>
                <a:gd name="T40" fmla="*/ 213 w 224"/>
                <a:gd name="T41" fmla="*/ 81 h 156"/>
                <a:gd name="T42" fmla="*/ 213 w 224"/>
                <a:gd name="T43" fmla="*/ 145 h 156"/>
                <a:gd name="T44" fmla="*/ 34 w 224"/>
                <a:gd name="T45" fmla="*/ 145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4" h="156">
                  <a:moveTo>
                    <a:pt x="213" y="70"/>
                  </a:moveTo>
                  <a:cubicBezTo>
                    <a:pt x="34" y="70"/>
                    <a:pt x="34" y="70"/>
                    <a:pt x="34" y="70"/>
                  </a:cubicBezTo>
                  <a:cubicBezTo>
                    <a:pt x="34" y="11"/>
                    <a:pt x="34" y="11"/>
                    <a:pt x="34" y="11"/>
                  </a:cubicBezTo>
                  <a:cubicBezTo>
                    <a:pt x="34" y="7"/>
                    <a:pt x="34" y="7"/>
                    <a:pt x="34" y="7"/>
                  </a:cubicBezTo>
                  <a:cubicBezTo>
                    <a:pt x="34" y="0"/>
                    <a:pt x="34" y="0"/>
                    <a:pt x="34" y="0"/>
                  </a:cubicBezTo>
                  <a:cubicBezTo>
                    <a:pt x="0" y="0"/>
                    <a:pt x="0" y="0"/>
                    <a:pt x="0" y="0"/>
                  </a:cubicBezTo>
                  <a:cubicBezTo>
                    <a:pt x="2" y="2"/>
                    <a:pt x="3" y="5"/>
                    <a:pt x="3" y="8"/>
                  </a:cubicBezTo>
                  <a:cubicBezTo>
                    <a:pt x="3" y="9"/>
                    <a:pt x="3" y="10"/>
                    <a:pt x="3" y="11"/>
                  </a:cubicBezTo>
                  <a:cubicBezTo>
                    <a:pt x="22" y="11"/>
                    <a:pt x="22" y="11"/>
                    <a:pt x="22" y="11"/>
                  </a:cubicBezTo>
                  <a:cubicBezTo>
                    <a:pt x="22" y="156"/>
                    <a:pt x="22" y="156"/>
                    <a:pt x="22" y="156"/>
                  </a:cubicBezTo>
                  <a:cubicBezTo>
                    <a:pt x="30" y="156"/>
                    <a:pt x="30" y="156"/>
                    <a:pt x="30" y="156"/>
                  </a:cubicBezTo>
                  <a:cubicBezTo>
                    <a:pt x="34" y="156"/>
                    <a:pt x="34" y="156"/>
                    <a:pt x="34" y="156"/>
                  </a:cubicBezTo>
                  <a:cubicBezTo>
                    <a:pt x="213" y="156"/>
                    <a:pt x="213" y="156"/>
                    <a:pt x="213" y="156"/>
                  </a:cubicBezTo>
                  <a:cubicBezTo>
                    <a:pt x="216" y="156"/>
                    <a:pt x="216" y="156"/>
                    <a:pt x="216" y="156"/>
                  </a:cubicBezTo>
                  <a:cubicBezTo>
                    <a:pt x="224" y="156"/>
                    <a:pt x="224" y="156"/>
                    <a:pt x="224" y="156"/>
                  </a:cubicBezTo>
                  <a:cubicBezTo>
                    <a:pt x="224" y="13"/>
                    <a:pt x="224" y="13"/>
                    <a:pt x="224" y="13"/>
                  </a:cubicBezTo>
                  <a:cubicBezTo>
                    <a:pt x="213" y="13"/>
                    <a:pt x="213" y="13"/>
                    <a:pt x="213" y="13"/>
                  </a:cubicBezTo>
                  <a:lnTo>
                    <a:pt x="213" y="70"/>
                  </a:lnTo>
                  <a:close/>
                  <a:moveTo>
                    <a:pt x="34" y="145"/>
                  </a:moveTo>
                  <a:cubicBezTo>
                    <a:pt x="34" y="81"/>
                    <a:pt x="34" y="81"/>
                    <a:pt x="34" y="81"/>
                  </a:cubicBezTo>
                  <a:cubicBezTo>
                    <a:pt x="213" y="81"/>
                    <a:pt x="213" y="81"/>
                    <a:pt x="213" y="81"/>
                  </a:cubicBezTo>
                  <a:cubicBezTo>
                    <a:pt x="213" y="145"/>
                    <a:pt x="213" y="145"/>
                    <a:pt x="213" y="145"/>
                  </a:cubicBezTo>
                  <a:lnTo>
                    <a:pt x="34" y="1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145"/>
            <p:cNvSpPr>
              <a:spLocks/>
            </p:cNvSpPr>
            <p:nvPr/>
          </p:nvSpPr>
          <p:spPr bwMode="auto">
            <a:xfrm>
              <a:off x="2434278" y="4823276"/>
              <a:ext cx="304800" cy="304800"/>
            </a:xfrm>
            <a:custGeom>
              <a:avLst/>
              <a:gdLst>
                <a:gd name="T0" fmla="*/ 48 w 81"/>
                <a:gd name="T1" fmla="*/ 5 h 81"/>
                <a:gd name="T2" fmla="*/ 4 w 81"/>
                <a:gd name="T3" fmla="*/ 33 h 81"/>
                <a:gd name="T4" fmla="*/ 32 w 81"/>
                <a:gd name="T5" fmla="*/ 77 h 81"/>
                <a:gd name="T6" fmla="*/ 76 w 81"/>
                <a:gd name="T7" fmla="*/ 49 h 81"/>
                <a:gd name="T8" fmla="*/ 48 w 81"/>
                <a:gd name="T9" fmla="*/ 5 h 81"/>
              </a:gdLst>
              <a:ahLst/>
              <a:cxnLst>
                <a:cxn ang="0">
                  <a:pos x="T0" y="T1"/>
                </a:cxn>
                <a:cxn ang="0">
                  <a:pos x="T2" y="T3"/>
                </a:cxn>
                <a:cxn ang="0">
                  <a:pos x="T4" y="T5"/>
                </a:cxn>
                <a:cxn ang="0">
                  <a:pos x="T6" y="T7"/>
                </a:cxn>
                <a:cxn ang="0">
                  <a:pos x="T8" y="T9"/>
                </a:cxn>
              </a:cxnLst>
              <a:rect l="0" t="0" r="r" b="b"/>
              <a:pathLst>
                <a:path w="81" h="81">
                  <a:moveTo>
                    <a:pt x="48" y="5"/>
                  </a:moveTo>
                  <a:cubicBezTo>
                    <a:pt x="29" y="0"/>
                    <a:pt x="9" y="13"/>
                    <a:pt x="4" y="33"/>
                  </a:cubicBezTo>
                  <a:cubicBezTo>
                    <a:pt x="0" y="52"/>
                    <a:pt x="12" y="72"/>
                    <a:pt x="32" y="77"/>
                  </a:cubicBezTo>
                  <a:cubicBezTo>
                    <a:pt x="51" y="81"/>
                    <a:pt x="71" y="69"/>
                    <a:pt x="76" y="49"/>
                  </a:cubicBezTo>
                  <a:cubicBezTo>
                    <a:pt x="81" y="29"/>
                    <a:pt x="68" y="10"/>
                    <a:pt x="48"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146"/>
            <p:cNvSpPr>
              <a:spLocks/>
            </p:cNvSpPr>
            <p:nvPr/>
          </p:nvSpPr>
          <p:spPr bwMode="auto">
            <a:xfrm>
              <a:off x="2175515" y="5123314"/>
              <a:ext cx="585788" cy="1109663"/>
            </a:xfrm>
            <a:custGeom>
              <a:avLst/>
              <a:gdLst>
                <a:gd name="T0" fmla="*/ 71 w 156"/>
                <a:gd name="T1" fmla="*/ 37 h 295"/>
                <a:gd name="T2" fmla="*/ 71 w 156"/>
                <a:gd name="T3" fmla="*/ 37 h 295"/>
                <a:gd name="T4" fmla="*/ 86 w 156"/>
                <a:gd name="T5" fmla="*/ 19 h 295"/>
                <a:gd name="T6" fmla="*/ 88 w 156"/>
                <a:gd name="T7" fmla="*/ 19 h 295"/>
                <a:gd name="T8" fmla="*/ 104 w 156"/>
                <a:gd name="T9" fmla="*/ 34 h 295"/>
                <a:gd name="T10" fmla="*/ 104 w 156"/>
                <a:gd name="T11" fmla="*/ 35 h 295"/>
                <a:gd name="T12" fmla="*/ 104 w 156"/>
                <a:gd name="T13" fmla="*/ 38 h 295"/>
                <a:gd name="T14" fmla="*/ 108 w 156"/>
                <a:gd name="T15" fmla="*/ 50 h 295"/>
                <a:gd name="T16" fmla="*/ 109 w 156"/>
                <a:gd name="T17" fmla="*/ 52 h 295"/>
                <a:gd name="T18" fmla="*/ 111 w 156"/>
                <a:gd name="T19" fmla="*/ 46 h 295"/>
                <a:gd name="T20" fmla="*/ 102 w 156"/>
                <a:gd name="T21" fmla="*/ 5 h 295"/>
                <a:gd name="T22" fmla="*/ 56 w 156"/>
                <a:gd name="T23" fmla="*/ 26 h 295"/>
                <a:gd name="T24" fmla="*/ 32 w 156"/>
                <a:gd name="T25" fmla="*/ 115 h 295"/>
                <a:gd name="T26" fmla="*/ 42 w 156"/>
                <a:gd name="T27" fmla="*/ 139 h 295"/>
                <a:gd name="T28" fmla="*/ 43 w 156"/>
                <a:gd name="T29" fmla="*/ 143 h 295"/>
                <a:gd name="T30" fmla="*/ 43 w 156"/>
                <a:gd name="T31" fmla="*/ 143 h 295"/>
                <a:gd name="T32" fmla="*/ 43 w 156"/>
                <a:gd name="T33" fmla="*/ 143 h 295"/>
                <a:gd name="T34" fmla="*/ 43 w 156"/>
                <a:gd name="T35" fmla="*/ 144 h 295"/>
                <a:gd name="T36" fmla="*/ 46 w 156"/>
                <a:gd name="T37" fmla="*/ 169 h 295"/>
                <a:gd name="T38" fmla="*/ 7 w 156"/>
                <a:gd name="T39" fmla="*/ 261 h 295"/>
                <a:gd name="T40" fmla="*/ 9 w 156"/>
                <a:gd name="T41" fmla="*/ 290 h 295"/>
                <a:gd name="T42" fmla="*/ 22 w 156"/>
                <a:gd name="T43" fmla="*/ 295 h 295"/>
                <a:gd name="T44" fmla="*/ 38 w 156"/>
                <a:gd name="T45" fmla="*/ 288 h 295"/>
                <a:gd name="T46" fmla="*/ 87 w 156"/>
                <a:gd name="T47" fmla="*/ 184 h 295"/>
                <a:gd name="T48" fmla="*/ 88 w 156"/>
                <a:gd name="T49" fmla="*/ 187 h 295"/>
                <a:gd name="T50" fmla="*/ 114 w 156"/>
                <a:gd name="T51" fmla="*/ 276 h 295"/>
                <a:gd name="T52" fmla="*/ 135 w 156"/>
                <a:gd name="T53" fmla="*/ 294 h 295"/>
                <a:gd name="T54" fmla="*/ 137 w 156"/>
                <a:gd name="T55" fmla="*/ 294 h 295"/>
                <a:gd name="T56" fmla="*/ 155 w 156"/>
                <a:gd name="T57" fmla="*/ 272 h 295"/>
                <a:gd name="T58" fmla="*/ 116 w 156"/>
                <a:gd name="T59" fmla="*/ 154 h 295"/>
                <a:gd name="T60" fmla="*/ 90 w 156"/>
                <a:gd name="T61" fmla="*/ 124 h 295"/>
                <a:gd name="T62" fmla="*/ 96 w 156"/>
                <a:gd name="T63" fmla="*/ 90 h 295"/>
                <a:gd name="T64" fmla="*/ 86 w 156"/>
                <a:gd name="T65" fmla="*/ 77 h 295"/>
                <a:gd name="T66" fmla="*/ 71 w 156"/>
                <a:gd name="T67" fmla="*/ 37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6" h="295">
                  <a:moveTo>
                    <a:pt x="71" y="37"/>
                  </a:moveTo>
                  <a:cubicBezTo>
                    <a:pt x="71" y="37"/>
                    <a:pt x="71" y="37"/>
                    <a:pt x="71" y="37"/>
                  </a:cubicBezTo>
                  <a:cubicBezTo>
                    <a:pt x="70" y="28"/>
                    <a:pt x="77" y="20"/>
                    <a:pt x="86" y="19"/>
                  </a:cubicBezTo>
                  <a:cubicBezTo>
                    <a:pt x="87" y="19"/>
                    <a:pt x="87" y="19"/>
                    <a:pt x="88" y="19"/>
                  </a:cubicBezTo>
                  <a:cubicBezTo>
                    <a:pt x="96" y="19"/>
                    <a:pt x="103" y="25"/>
                    <a:pt x="104" y="34"/>
                  </a:cubicBezTo>
                  <a:cubicBezTo>
                    <a:pt x="104" y="34"/>
                    <a:pt x="104" y="34"/>
                    <a:pt x="104" y="35"/>
                  </a:cubicBezTo>
                  <a:cubicBezTo>
                    <a:pt x="104" y="35"/>
                    <a:pt x="104" y="36"/>
                    <a:pt x="104" y="38"/>
                  </a:cubicBezTo>
                  <a:cubicBezTo>
                    <a:pt x="105" y="41"/>
                    <a:pt x="106" y="45"/>
                    <a:pt x="108" y="50"/>
                  </a:cubicBezTo>
                  <a:cubicBezTo>
                    <a:pt x="109" y="51"/>
                    <a:pt x="109" y="51"/>
                    <a:pt x="109" y="52"/>
                  </a:cubicBezTo>
                  <a:cubicBezTo>
                    <a:pt x="110" y="50"/>
                    <a:pt x="111" y="48"/>
                    <a:pt x="111" y="46"/>
                  </a:cubicBezTo>
                  <a:cubicBezTo>
                    <a:pt x="118" y="31"/>
                    <a:pt x="116" y="11"/>
                    <a:pt x="102" y="5"/>
                  </a:cubicBezTo>
                  <a:cubicBezTo>
                    <a:pt x="89" y="0"/>
                    <a:pt x="68" y="4"/>
                    <a:pt x="56" y="26"/>
                  </a:cubicBezTo>
                  <a:cubicBezTo>
                    <a:pt x="40" y="57"/>
                    <a:pt x="34" y="78"/>
                    <a:pt x="32" y="115"/>
                  </a:cubicBezTo>
                  <a:cubicBezTo>
                    <a:pt x="33" y="126"/>
                    <a:pt x="36" y="134"/>
                    <a:pt x="42" y="139"/>
                  </a:cubicBezTo>
                  <a:cubicBezTo>
                    <a:pt x="42" y="140"/>
                    <a:pt x="42" y="141"/>
                    <a:pt x="43" y="143"/>
                  </a:cubicBezTo>
                  <a:cubicBezTo>
                    <a:pt x="43" y="143"/>
                    <a:pt x="43" y="143"/>
                    <a:pt x="43" y="143"/>
                  </a:cubicBezTo>
                  <a:cubicBezTo>
                    <a:pt x="43" y="143"/>
                    <a:pt x="43" y="143"/>
                    <a:pt x="43" y="143"/>
                  </a:cubicBezTo>
                  <a:cubicBezTo>
                    <a:pt x="43" y="143"/>
                    <a:pt x="43" y="143"/>
                    <a:pt x="43" y="144"/>
                  </a:cubicBezTo>
                  <a:cubicBezTo>
                    <a:pt x="44" y="148"/>
                    <a:pt x="46" y="157"/>
                    <a:pt x="46" y="169"/>
                  </a:cubicBezTo>
                  <a:cubicBezTo>
                    <a:pt x="46" y="191"/>
                    <a:pt x="40" y="223"/>
                    <a:pt x="7" y="261"/>
                  </a:cubicBezTo>
                  <a:cubicBezTo>
                    <a:pt x="0" y="269"/>
                    <a:pt x="0" y="282"/>
                    <a:pt x="9" y="290"/>
                  </a:cubicBezTo>
                  <a:cubicBezTo>
                    <a:pt x="13" y="293"/>
                    <a:pt x="18" y="295"/>
                    <a:pt x="22" y="295"/>
                  </a:cubicBezTo>
                  <a:cubicBezTo>
                    <a:pt x="28" y="295"/>
                    <a:pt x="34" y="292"/>
                    <a:pt x="38" y="288"/>
                  </a:cubicBezTo>
                  <a:cubicBezTo>
                    <a:pt x="71" y="250"/>
                    <a:pt x="84" y="213"/>
                    <a:pt x="87" y="184"/>
                  </a:cubicBezTo>
                  <a:cubicBezTo>
                    <a:pt x="87" y="185"/>
                    <a:pt x="88" y="186"/>
                    <a:pt x="88" y="187"/>
                  </a:cubicBezTo>
                  <a:cubicBezTo>
                    <a:pt x="99" y="206"/>
                    <a:pt x="111" y="235"/>
                    <a:pt x="114" y="276"/>
                  </a:cubicBezTo>
                  <a:cubicBezTo>
                    <a:pt x="116" y="286"/>
                    <a:pt x="124" y="294"/>
                    <a:pt x="135" y="294"/>
                  </a:cubicBezTo>
                  <a:cubicBezTo>
                    <a:pt x="135" y="294"/>
                    <a:pt x="136" y="294"/>
                    <a:pt x="137" y="294"/>
                  </a:cubicBezTo>
                  <a:cubicBezTo>
                    <a:pt x="148" y="293"/>
                    <a:pt x="156" y="283"/>
                    <a:pt x="155" y="272"/>
                  </a:cubicBezTo>
                  <a:cubicBezTo>
                    <a:pt x="150" y="217"/>
                    <a:pt x="133" y="179"/>
                    <a:pt x="116" y="154"/>
                  </a:cubicBezTo>
                  <a:cubicBezTo>
                    <a:pt x="106" y="139"/>
                    <a:pt x="96" y="130"/>
                    <a:pt x="90" y="124"/>
                  </a:cubicBezTo>
                  <a:cubicBezTo>
                    <a:pt x="90" y="113"/>
                    <a:pt x="93" y="101"/>
                    <a:pt x="96" y="90"/>
                  </a:cubicBezTo>
                  <a:cubicBezTo>
                    <a:pt x="92" y="87"/>
                    <a:pt x="89" y="82"/>
                    <a:pt x="86" y="77"/>
                  </a:cubicBezTo>
                  <a:cubicBezTo>
                    <a:pt x="75" y="60"/>
                    <a:pt x="72" y="43"/>
                    <a:pt x="71"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147"/>
            <p:cNvSpPr>
              <a:spLocks/>
            </p:cNvSpPr>
            <p:nvPr/>
          </p:nvSpPr>
          <p:spPr bwMode="auto">
            <a:xfrm>
              <a:off x="2453328" y="5205864"/>
              <a:ext cx="420688" cy="349250"/>
            </a:xfrm>
            <a:custGeom>
              <a:avLst/>
              <a:gdLst>
                <a:gd name="T0" fmla="*/ 112 w 112"/>
                <a:gd name="T1" fmla="*/ 79 h 93"/>
                <a:gd name="T2" fmla="*/ 98 w 112"/>
                <a:gd name="T3" fmla="*/ 67 h 93"/>
                <a:gd name="T4" fmla="*/ 93 w 112"/>
                <a:gd name="T5" fmla="*/ 67 h 93"/>
                <a:gd name="T6" fmla="*/ 56 w 112"/>
                <a:gd name="T7" fmla="*/ 58 h 93"/>
                <a:gd name="T8" fmla="*/ 31 w 112"/>
                <a:gd name="T9" fmla="*/ 29 h 93"/>
                <a:gd name="T10" fmla="*/ 27 w 112"/>
                <a:gd name="T11" fmla="*/ 17 h 93"/>
                <a:gd name="T12" fmla="*/ 27 w 112"/>
                <a:gd name="T13" fmla="*/ 13 h 93"/>
                <a:gd name="T14" fmla="*/ 27 w 112"/>
                <a:gd name="T15" fmla="*/ 12 h 93"/>
                <a:gd name="T16" fmla="*/ 27 w 112"/>
                <a:gd name="T17" fmla="*/ 12 h 93"/>
                <a:gd name="T18" fmla="*/ 27 w 112"/>
                <a:gd name="T19" fmla="*/ 12 h 93"/>
                <a:gd name="T20" fmla="*/ 27 w 112"/>
                <a:gd name="T21" fmla="*/ 12 h 93"/>
                <a:gd name="T22" fmla="*/ 27 w 112"/>
                <a:gd name="T23" fmla="*/ 12 h 93"/>
                <a:gd name="T24" fmla="*/ 12 w 112"/>
                <a:gd name="T25" fmla="*/ 0 h 93"/>
                <a:gd name="T26" fmla="*/ 0 w 112"/>
                <a:gd name="T27" fmla="*/ 14 h 93"/>
                <a:gd name="T28" fmla="*/ 0 w 112"/>
                <a:gd name="T29" fmla="*/ 14 h 93"/>
                <a:gd name="T30" fmla="*/ 14 w 112"/>
                <a:gd name="T31" fmla="*/ 54 h 93"/>
                <a:gd name="T32" fmla="*/ 43 w 112"/>
                <a:gd name="T33" fmla="*/ 81 h 93"/>
                <a:gd name="T34" fmla="*/ 93 w 112"/>
                <a:gd name="T35" fmla="*/ 93 h 93"/>
                <a:gd name="T36" fmla="*/ 93 w 112"/>
                <a:gd name="T37" fmla="*/ 93 h 93"/>
                <a:gd name="T38" fmla="*/ 99 w 112"/>
                <a:gd name="T39" fmla="*/ 93 h 93"/>
                <a:gd name="T40" fmla="*/ 112 w 112"/>
                <a:gd name="T41" fmla="*/ 79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2" h="93">
                  <a:moveTo>
                    <a:pt x="112" y="79"/>
                  </a:moveTo>
                  <a:cubicBezTo>
                    <a:pt x="111" y="72"/>
                    <a:pt x="105" y="66"/>
                    <a:pt x="98" y="67"/>
                  </a:cubicBezTo>
                  <a:cubicBezTo>
                    <a:pt x="96" y="67"/>
                    <a:pt x="95" y="67"/>
                    <a:pt x="93" y="67"/>
                  </a:cubicBezTo>
                  <a:cubicBezTo>
                    <a:pt x="77" y="67"/>
                    <a:pt x="65" y="63"/>
                    <a:pt x="56" y="58"/>
                  </a:cubicBezTo>
                  <a:cubicBezTo>
                    <a:pt x="43" y="51"/>
                    <a:pt x="35" y="39"/>
                    <a:pt x="31" y="29"/>
                  </a:cubicBezTo>
                  <a:cubicBezTo>
                    <a:pt x="29" y="24"/>
                    <a:pt x="28" y="20"/>
                    <a:pt x="27" y="17"/>
                  </a:cubicBezTo>
                  <a:cubicBezTo>
                    <a:pt x="27" y="15"/>
                    <a:pt x="27" y="14"/>
                    <a:pt x="27" y="13"/>
                  </a:cubicBezTo>
                  <a:cubicBezTo>
                    <a:pt x="27" y="13"/>
                    <a:pt x="27" y="12"/>
                    <a:pt x="27" y="12"/>
                  </a:cubicBezTo>
                  <a:cubicBezTo>
                    <a:pt x="27" y="12"/>
                    <a:pt x="27" y="12"/>
                    <a:pt x="27" y="12"/>
                  </a:cubicBezTo>
                  <a:cubicBezTo>
                    <a:pt x="27" y="12"/>
                    <a:pt x="27" y="12"/>
                    <a:pt x="27" y="12"/>
                  </a:cubicBezTo>
                  <a:cubicBezTo>
                    <a:pt x="27" y="12"/>
                    <a:pt x="27" y="12"/>
                    <a:pt x="27" y="12"/>
                  </a:cubicBezTo>
                  <a:cubicBezTo>
                    <a:pt x="27" y="12"/>
                    <a:pt x="27" y="12"/>
                    <a:pt x="27" y="12"/>
                  </a:cubicBezTo>
                  <a:cubicBezTo>
                    <a:pt x="26" y="5"/>
                    <a:pt x="20" y="0"/>
                    <a:pt x="12" y="0"/>
                  </a:cubicBezTo>
                  <a:cubicBezTo>
                    <a:pt x="5" y="1"/>
                    <a:pt x="0" y="7"/>
                    <a:pt x="0" y="14"/>
                  </a:cubicBezTo>
                  <a:cubicBezTo>
                    <a:pt x="0" y="14"/>
                    <a:pt x="0" y="14"/>
                    <a:pt x="0" y="14"/>
                  </a:cubicBezTo>
                  <a:cubicBezTo>
                    <a:pt x="1" y="15"/>
                    <a:pt x="2" y="34"/>
                    <a:pt x="14" y="54"/>
                  </a:cubicBezTo>
                  <a:cubicBezTo>
                    <a:pt x="21" y="63"/>
                    <a:pt x="30" y="73"/>
                    <a:pt x="43" y="81"/>
                  </a:cubicBezTo>
                  <a:cubicBezTo>
                    <a:pt x="56" y="88"/>
                    <a:pt x="73" y="93"/>
                    <a:pt x="93" y="93"/>
                  </a:cubicBezTo>
                  <a:cubicBezTo>
                    <a:pt x="93" y="93"/>
                    <a:pt x="93" y="93"/>
                    <a:pt x="93" y="93"/>
                  </a:cubicBezTo>
                  <a:cubicBezTo>
                    <a:pt x="95" y="93"/>
                    <a:pt x="97" y="93"/>
                    <a:pt x="99" y="93"/>
                  </a:cubicBezTo>
                  <a:cubicBezTo>
                    <a:pt x="106" y="93"/>
                    <a:pt x="112" y="86"/>
                    <a:pt x="112"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Oval 148"/>
            <p:cNvSpPr>
              <a:spLocks noChangeArrowheads="1"/>
            </p:cNvSpPr>
            <p:nvPr/>
          </p:nvSpPr>
          <p:spPr bwMode="auto">
            <a:xfrm>
              <a:off x="2975615" y="6101214"/>
              <a:ext cx="98425" cy="968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Oval 149"/>
            <p:cNvSpPr>
              <a:spLocks noChangeArrowheads="1"/>
            </p:cNvSpPr>
            <p:nvPr/>
          </p:nvSpPr>
          <p:spPr bwMode="auto">
            <a:xfrm>
              <a:off x="3599503" y="6101214"/>
              <a:ext cx="101600" cy="968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Rectangle 150"/>
            <p:cNvSpPr>
              <a:spLocks noChangeArrowheads="1"/>
            </p:cNvSpPr>
            <p:nvPr/>
          </p:nvSpPr>
          <p:spPr bwMode="auto">
            <a:xfrm>
              <a:off x="3050228" y="5472564"/>
              <a:ext cx="65088" cy="2333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151"/>
            <p:cNvSpPr>
              <a:spLocks noEditPoints="1"/>
            </p:cNvSpPr>
            <p:nvPr/>
          </p:nvSpPr>
          <p:spPr bwMode="auto">
            <a:xfrm>
              <a:off x="3140715" y="5472564"/>
              <a:ext cx="60325" cy="233363"/>
            </a:xfrm>
            <a:custGeom>
              <a:avLst/>
              <a:gdLst>
                <a:gd name="T0" fmla="*/ 38 w 38"/>
                <a:gd name="T1" fmla="*/ 147 h 147"/>
                <a:gd name="T2" fmla="*/ 38 w 38"/>
                <a:gd name="T3" fmla="*/ 0 h 147"/>
                <a:gd name="T4" fmla="*/ 0 w 38"/>
                <a:gd name="T5" fmla="*/ 0 h 147"/>
                <a:gd name="T6" fmla="*/ 0 w 38"/>
                <a:gd name="T7" fmla="*/ 147 h 147"/>
                <a:gd name="T8" fmla="*/ 38 w 38"/>
                <a:gd name="T9" fmla="*/ 147 h 147"/>
                <a:gd name="T10" fmla="*/ 7 w 38"/>
                <a:gd name="T11" fmla="*/ 17 h 147"/>
                <a:gd name="T12" fmla="*/ 31 w 38"/>
                <a:gd name="T13" fmla="*/ 17 h 147"/>
                <a:gd name="T14" fmla="*/ 31 w 38"/>
                <a:gd name="T15" fmla="*/ 52 h 147"/>
                <a:gd name="T16" fmla="*/ 7 w 38"/>
                <a:gd name="T17" fmla="*/ 52 h 147"/>
                <a:gd name="T18" fmla="*/ 7 w 38"/>
                <a:gd name="T19" fmla="*/ 1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147">
                  <a:moveTo>
                    <a:pt x="38" y="147"/>
                  </a:moveTo>
                  <a:lnTo>
                    <a:pt x="38" y="0"/>
                  </a:lnTo>
                  <a:lnTo>
                    <a:pt x="0" y="0"/>
                  </a:lnTo>
                  <a:lnTo>
                    <a:pt x="0" y="147"/>
                  </a:lnTo>
                  <a:lnTo>
                    <a:pt x="38" y="147"/>
                  </a:lnTo>
                  <a:close/>
                  <a:moveTo>
                    <a:pt x="7" y="17"/>
                  </a:moveTo>
                  <a:lnTo>
                    <a:pt x="31" y="17"/>
                  </a:lnTo>
                  <a:lnTo>
                    <a:pt x="31" y="52"/>
                  </a:lnTo>
                  <a:lnTo>
                    <a:pt x="7" y="52"/>
                  </a:lnTo>
                  <a:lnTo>
                    <a:pt x="7"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152"/>
            <p:cNvSpPr>
              <a:spLocks/>
            </p:cNvSpPr>
            <p:nvPr/>
          </p:nvSpPr>
          <p:spPr bwMode="auto">
            <a:xfrm>
              <a:off x="3231203" y="5469389"/>
              <a:ext cx="139700" cy="236538"/>
            </a:xfrm>
            <a:custGeom>
              <a:avLst/>
              <a:gdLst>
                <a:gd name="T0" fmla="*/ 0 w 88"/>
                <a:gd name="T1" fmla="*/ 12 h 149"/>
                <a:gd name="T2" fmla="*/ 50 w 88"/>
                <a:gd name="T3" fmla="*/ 149 h 149"/>
                <a:gd name="T4" fmla="*/ 88 w 88"/>
                <a:gd name="T5" fmla="*/ 135 h 149"/>
                <a:gd name="T6" fmla="*/ 36 w 88"/>
                <a:gd name="T7" fmla="*/ 0 h 149"/>
                <a:gd name="T8" fmla="*/ 0 w 88"/>
                <a:gd name="T9" fmla="*/ 12 h 149"/>
              </a:gdLst>
              <a:ahLst/>
              <a:cxnLst>
                <a:cxn ang="0">
                  <a:pos x="T0" y="T1"/>
                </a:cxn>
                <a:cxn ang="0">
                  <a:pos x="T2" y="T3"/>
                </a:cxn>
                <a:cxn ang="0">
                  <a:pos x="T4" y="T5"/>
                </a:cxn>
                <a:cxn ang="0">
                  <a:pos x="T6" y="T7"/>
                </a:cxn>
                <a:cxn ang="0">
                  <a:pos x="T8" y="T9"/>
                </a:cxn>
              </a:cxnLst>
              <a:rect l="0" t="0" r="r" b="b"/>
              <a:pathLst>
                <a:path w="88" h="149">
                  <a:moveTo>
                    <a:pt x="0" y="12"/>
                  </a:moveTo>
                  <a:lnTo>
                    <a:pt x="50" y="149"/>
                  </a:lnTo>
                  <a:lnTo>
                    <a:pt x="88" y="135"/>
                  </a:lnTo>
                  <a:lnTo>
                    <a:pt x="36" y="0"/>
                  </a:lnTo>
                  <a:lnTo>
                    <a:pt x="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153"/>
            <p:cNvSpPr>
              <a:spLocks noEditPoints="1"/>
            </p:cNvSpPr>
            <p:nvPr/>
          </p:nvSpPr>
          <p:spPr bwMode="auto">
            <a:xfrm>
              <a:off x="3335978" y="5469389"/>
              <a:ext cx="158750" cy="236538"/>
            </a:xfrm>
            <a:custGeom>
              <a:avLst/>
              <a:gdLst>
                <a:gd name="T0" fmla="*/ 100 w 100"/>
                <a:gd name="T1" fmla="*/ 133 h 149"/>
                <a:gd name="T2" fmla="*/ 36 w 100"/>
                <a:gd name="T3" fmla="*/ 0 h 149"/>
                <a:gd name="T4" fmla="*/ 0 w 100"/>
                <a:gd name="T5" fmla="*/ 17 h 149"/>
                <a:gd name="T6" fmla="*/ 64 w 100"/>
                <a:gd name="T7" fmla="*/ 149 h 149"/>
                <a:gd name="T8" fmla="*/ 100 w 100"/>
                <a:gd name="T9" fmla="*/ 133 h 149"/>
                <a:gd name="T10" fmla="*/ 31 w 100"/>
                <a:gd name="T11" fmla="*/ 62 h 149"/>
                <a:gd name="T12" fmla="*/ 15 w 100"/>
                <a:gd name="T13" fmla="*/ 28 h 149"/>
                <a:gd name="T14" fmla="*/ 36 w 100"/>
                <a:gd name="T15" fmla="*/ 19 h 149"/>
                <a:gd name="T16" fmla="*/ 52 w 100"/>
                <a:gd name="T17" fmla="*/ 50 h 149"/>
                <a:gd name="T18" fmla="*/ 31 w 100"/>
                <a:gd name="T19" fmla="*/ 62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0" h="149">
                  <a:moveTo>
                    <a:pt x="100" y="133"/>
                  </a:moveTo>
                  <a:lnTo>
                    <a:pt x="36" y="0"/>
                  </a:lnTo>
                  <a:lnTo>
                    <a:pt x="0" y="17"/>
                  </a:lnTo>
                  <a:lnTo>
                    <a:pt x="64" y="149"/>
                  </a:lnTo>
                  <a:lnTo>
                    <a:pt x="100" y="133"/>
                  </a:lnTo>
                  <a:close/>
                  <a:moveTo>
                    <a:pt x="31" y="62"/>
                  </a:moveTo>
                  <a:lnTo>
                    <a:pt x="15" y="28"/>
                  </a:lnTo>
                  <a:lnTo>
                    <a:pt x="36" y="19"/>
                  </a:lnTo>
                  <a:lnTo>
                    <a:pt x="52" y="50"/>
                  </a:lnTo>
                  <a:lnTo>
                    <a:pt x="31"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154"/>
            <p:cNvSpPr>
              <a:spLocks noEditPoints="1"/>
            </p:cNvSpPr>
            <p:nvPr/>
          </p:nvSpPr>
          <p:spPr bwMode="auto">
            <a:xfrm>
              <a:off x="3442340" y="5491614"/>
              <a:ext cx="195263" cy="214313"/>
            </a:xfrm>
            <a:custGeom>
              <a:avLst/>
              <a:gdLst>
                <a:gd name="T0" fmla="*/ 123 w 123"/>
                <a:gd name="T1" fmla="*/ 109 h 135"/>
                <a:gd name="T2" fmla="*/ 28 w 123"/>
                <a:gd name="T3" fmla="*/ 0 h 135"/>
                <a:gd name="T4" fmla="*/ 0 w 123"/>
                <a:gd name="T5" fmla="*/ 24 h 135"/>
                <a:gd name="T6" fmla="*/ 94 w 123"/>
                <a:gd name="T7" fmla="*/ 135 h 135"/>
                <a:gd name="T8" fmla="*/ 123 w 123"/>
                <a:gd name="T9" fmla="*/ 109 h 135"/>
                <a:gd name="T10" fmla="*/ 38 w 123"/>
                <a:gd name="T11" fmla="*/ 59 h 135"/>
                <a:gd name="T12" fmla="*/ 14 w 123"/>
                <a:gd name="T13" fmla="*/ 31 h 135"/>
                <a:gd name="T14" fmla="*/ 33 w 123"/>
                <a:gd name="T15" fmla="*/ 17 h 135"/>
                <a:gd name="T16" fmla="*/ 56 w 123"/>
                <a:gd name="T17" fmla="*/ 43 h 135"/>
                <a:gd name="T18" fmla="*/ 38 w 123"/>
                <a:gd name="T19" fmla="*/ 5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3" h="135">
                  <a:moveTo>
                    <a:pt x="123" y="109"/>
                  </a:moveTo>
                  <a:lnTo>
                    <a:pt x="28" y="0"/>
                  </a:lnTo>
                  <a:lnTo>
                    <a:pt x="0" y="24"/>
                  </a:lnTo>
                  <a:lnTo>
                    <a:pt x="94" y="135"/>
                  </a:lnTo>
                  <a:lnTo>
                    <a:pt x="123" y="109"/>
                  </a:lnTo>
                  <a:close/>
                  <a:moveTo>
                    <a:pt x="38" y="59"/>
                  </a:moveTo>
                  <a:lnTo>
                    <a:pt x="14" y="31"/>
                  </a:lnTo>
                  <a:lnTo>
                    <a:pt x="33" y="17"/>
                  </a:lnTo>
                  <a:lnTo>
                    <a:pt x="56" y="43"/>
                  </a:lnTo>
                  <a:lnTo>
                    <a:pt x="38"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Rectangle 155"/>
            <p:cNvSpPr>
              <a:spLocks noChangeArrowheads="1"/>
            </p:cNvSpPr>
            <p:nvPr/>
          </p:nvSpPr>
          <p:spPr bwMode="auto">
            <a:xfrm>
              <a:off x="3069278" y="5923414"/>
              <a:ext cx="230188" cy="603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Rectangle 156"/>
            <p:cNvSpPr>
              <a:spLocks noChangeArrowheads="1"/>
            </p:cNvSpPr>
            <p:nvPr/>
          </p:nvSpPr>
          <p:spPr bwMode="auto">
            <a:xfrm>
              <a:off x="3088328" y="5834514"/>
              <a:ext cx="230188" cy="635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Rectangle 157"/>
            <p:cNvSpPr>
              <a:spLocks noChangeArrowheads="1"/>
            </p:cNvSpPr>
            <p:nvPr/>
          </p:nvSpPr>
          <p:spPr bwMode="auto">
            <a:xfrm>
              <a:off x="3347090" y="5923414"/>
              <a:ext cx="230188" cy="603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Rectangle 158"/>
            <p:cNvSpPr>
              <a:spLocks noChangeArrowheads="1"/>
            </p:cNvSpPr>
            <p:nvPr/>
          </p:nvSpPr>
          <p:spPr bwMode="auto">
            <a:xfrm>
              <a:off x="3374078" y="5834514"/>
              <a:ext cx="228600" cy="635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64" name="组合 163"/>
          <p:cNvGrpSpPr/>
          <p:nvPr/>
        </p:nvGrpSpPr>
        <p:grpSpPr>
          <a:xfrm>
            <a:off x="980128" y="2981776"/>
            <a:ext cx="857250" cy="1401763"/>
            <a:chOff x="980128" y="2981776"/>
            <a:chExt cx="857250" cy="1401763"/>
          </a:xfrm>
          <a:solidFill>
            <a:schemeClr val="tx1">
              <a:lumMod val="65000"/>
              <a:lumOff val="35000"/>
            </a:schemeClr>
          </a:solidFill>
        </p:grpSpPr>
        <p:sp>
          <p:nvSpPr>
            <p:cNvPr id="165" name="Freeform 159"/>
            <p:cNvSpPr>
              <a:spLocks/>
            </p:cNvSpPr>
            <p:nvPr/>
          </p:nvSpPr>
          <p:spPr bwMode="auto">
            <a:xfrm>
              <a:off x="1254765" y="2981776"/>
              <a:ext cx="304800" cy="303213"/>
            </a:xfrm>
            <a:custGeom>
              <a:avLst/>
              <a:gdLst>
                <a:gd name="T0" fmla="*/ 32 w 81"/>
                <a:gd name="T1" fmla="*/ 76 h 81"/>
                <a:gd name="T2" fmla="*/ 76 w 81"/>
                <a:gd name="T3" fmla="*/ 49 h 81"/>
                <a:gd name="T4" fmla="*/ 49 w 81"/>
                <a:gd name="T5" fmla="*/ 4 h 81"/>
                <a:gd name="T6" fmla="*/ 5 w 81"/>
                <a:gd name="T7" fmla="*/ 32 h 81"/>
                <a:gd name="T8" fmla="*/ 32 w 81"/>
                <a:gd name="T9" fmla="*/ 76 h 81"/>
              </a:gdLst>
              <a:ahLst/>
              <a:cxnLst>
                <a:cxn ang="0">
                  <a:pos x="T0" y="T1"/>
                </a:cxn>
                <a:cxn ang="0">
                  <a:pos x="T2" y="T3"/>
                </a:cxn>
                <a:cxn ang="0">
                  <a:pos x="T4" y="T5"/>
                </a:cxn>
                <a:cxn ang="0">
                  <a:pos x="T6" y="T7"/>
                </a:cxn>
                <a:cxn ang="0">
                  <a:pos x="T8" y="T9"/>
                </a:cxn>
              </a:cxnLst>
              <a:rect l="0" t="0" r="r" b="b"/>
              <a:pathLst>
                <a:path w="81" h="81">
                  <a:moveTo>
                    <a:pt x="32" y="76"/>
                  </a:moveTo>
                  <a:cubicBezTo>
                    <a:pt x="52" y="81"/>
                    <a:pt x="72" y="68"/>
                    <a:pt x="76" y="49"/>
                  </a:cubicBezTo>
                  <a:cubicBezTo>
                    <a:pt x="81" y="29"/>
                    <a:pt x="69" y="9"/>
                    <a:pt x="49" y="4"/>
                  </a:cubicBezTo>
                  <a:cubicBezTo>
                    <a:pt x="29" y="0"/>
                    <a:pt x="9" y="12"/>
                    <a:pt x="5" y="32"/>
                  </a:cubicBezTo>
                  <a:cubicBezTo>
                    <a:pt x="0" y="52"/>
                    <a:pt x="12" y="71"/>
                    <a:pt x="32"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160"/>
            <p:cNvSpPr>
              <a:spLocks/>
            </p:cNvSpPr>
            <p:nvPr/>
          </p:nvSpPr>
          <p:spPr bwMode="auto">
            <a:xfrm>
              <a:off x="980128" y="3267526"/>
              <a:ext cx="857250" cy="1116013"/>
            </a:xfrm>
            <a:custGeom>
              <a:avLst/>
              <a:gdLst>
                <a:gd name="T0" fmla="*/ 61 w 228"/>
                <a:gd name="T1" fmla="*/ 43 h 297"/>
                <a:gd name="T2" fmla="*/ 58 w 228"/>
                <a:gd name="T3" fmla="*/ 31 h 297"/>
                <a:gd name="T4" fmla="*/ 64 w 228"/>
                <a:gd name="T5" fmla="*/ 20 h 297"/>
                <a:gd name="T6" fmla="*/ 74 w 228"/>
                <a:gd name="T7" fmla="*/ 17 h 297"/>
                <a:gd name="T8" fmla="*/ 87 w 228"/>
                <a:gd name="T9" fmla="*/ 23 h 297"/>
                <a:gd name="T10" fmla="*/ 87 w 228"/>
                <a:gd name="T11" fmla="*/ 23 h 297"/>
                <a:gd name="T12" fmla="*/ 88 w 228"/>
                <a:gd name="T13" fmla="*/ 24 h 297"/>
                <a:gd name="T14" fmla="*/ 90 w 228"/>
                <a:gd name="T15" fmla="*/ 27 h 297"/>
                <a:gd name="T16" fmla="*/ 100 w 228"/>
                <a:gd name="T17" fmla="*/ 35 h 297"/>
                <a:gd name="T18" fmla="*/ 137 w 228"/>
                <a:gd name="T19" fmla="*/ 48 h 297"/>
                <a:gd name="T20" fmla="*/ 174 w 228"/>
                <a:gd name="T21" fmla="*/ 37 h 297"/>
                <a:gd name="T22" fmla="*/ 182 w 228"/>
                <a:gd name="T23" fmla="*/ 35 h 297"/>
                <a:gd name="T24" fmla="*/ 197 w 228"/>
                <a:gd name="T25" fmla="*/ 44 h 297"/>
                <a:gd name="T26" fmla="*/ 198 w 228"/>
                <a:gd name="T27" fmla="*/ 55 h 297"/>
                <a:gd name="T28" fmla="*/ 203 w 228"/>
                <a:gd name="T29" fmla="*/ 48 h 297"/>
                <a:gd name="T30" fmla="*/ 205 w 228"/>
                <a:gd name="T31" fmla="*/ 46 h 297"/>
                <a:gd name="T32" fmla="*/ 228 w 228"/>
                <a:gd name="T33" fmla="*/ 13 h 297"/>
                <a:gd name="T34" fmla="*/ 211 w 228"/>
                <a:gd name="T35" fmla="*/ 2 h 297"/>
                <a:gd name="T36" fmla="*/ 196 w 228"/>
                <a:gd name="T37" fmla="*/ 27 h 297"/>
                <a:gd name="T38" fmla="*/ 186 w 228"/>
                <a:gd name="T39" fmla="*/ 28 h 297"/>
                <a:gd name="T40" fmla="*/ 150 w 228"/>
                <a:gd name="T41" fmla="*/ 39 h 297"/>
                <a:gd name="T42" fmla="*/ 109 w 228"/>
                <a:gd name="T43" fmla="*/ 25 h 297"/>
                <a:gd name="T44" fmla="*/ 97 w 228"/>
                <a:gd name="T45" fmla="*/ 14 h 297"/>
                <a:gd name="T46" fmla="*/ 96 w 228"/>
                <a:gd name="T47" fmla="*/ 13 h 297"/>
                <a:gd name="T48" fmla="*/ 84 w 228"/>
                <a:gd name="T49" fmla="*/ 4 h 297"/>
                <a:gd name="T50" fmla="*/ 42 w 228"/>
                <a:gd name="T51" fmla="*/ 32 h 297"/>
                <a:gd name="T52" fmla="*/ 32 w 228"/>
                <a:gd name="T53" fmla="*/ 123 h 297"/>
                <a:gd name="T54" fmla="*/ 46 w 228"/>
                <a:gd name="T55" fmla="*/ 146 h 297"/>
                <a:gd name="T56" fmla="*/ 53 w 228"/>
                <a:gd name="T57" fmla="*/ 178 h 297"/>
                <a:gd name="T58" fmla="*/ 45 w 228"/>
                <a:gd name="T59" fmla="*/ 215 h 297"/>
                <a:gd name="T60" fmla="*/ 9 w 228"/>
                <a:gd name="T61" fmla="*/ 262 h 297"/>
                <a:gd name="T62" fmla="*/ 8 w 228"/>
                <a:gd name="T63" fmla="*/ 290 h 297"/>
                <a:gd name="T64" fmla="*/ 23 w 228"/>
                <a:gd name="T65" fmla="*/ 297 h 297"/>
                <a:gd name="T66" fmla="*/ 37 w 228"/>
                <a:gd name="T67" fmla="*/ 292 h 297"/>
                <a:gd name="T68" fmla="*/ 82 w 228"/>
                <a:gd name="T69" fmla="*/ 232 h 297"/>
                <a:gd name="T70" fmla="*/ 94 w 228"/>
                <a:gd name="T71" fmla="*/ 189 h 297"/>
                <a:gd name="T72" fmla="*/ 122 w 228"/>
                <a:gd name="T73" fmla="*/ 278 h 297"/>
                <a:gd name="T74" fmla="*/ 142 w 228"/>
                <a:gd name="T75" fmla="*/ 297 h 297"/>
                <a:gd name="T76" fmla="*/ 144 w 228"/>
                <a:gd name="T77" fmla="*/ 297 h 297"/>
                <a:gd name="T78" fmla="*/ 163 w 228"/>
                <a:gd name="T79" fmla="*/ 275 h 297"/>
                <a:gd name="T80" fmla="*/ 120 w 228"/>
                <a:gd name="T81" fmla="*/ 155 h 297"/>
                <a:gd name="T82" fmla="*/ 91 w 228"/>
                <a:gd name="T83" fmla="*/ 126 h 297"/>
                <a:gd name="T84" fmla="*/ 94 w 228"/>
                <a:gd name="T85" fmla="*/ 70 h 297"/>
                <a:gd name="T86" fmla="*/ 81 w 228"/>
                <a:gd name="T87" fmla="*/ 62 h 297"/>
                <a:gd name="T88" fmla="*/ 61 w 228"/>
                <a:gd name="T89" fmla="*/ 43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28" h="297">
                  <a:moveTo>
                    <a:pt x="61" y="43"/>
                  </a:moveTo>
                  <a:cubicBezTo>
                    <a:pt x="58" y="39"/>
                    <a:pt x="57" y="35"/>
                    <a:pt x="58" y="31"/>
                  </a:cubicBezTo>
                  <a:cubicBezTo>
                    <a:pt x="59" y="26"/>
                    <a:pt x="61" y="22"/>
                    <a:pt x="64" y="20"/>
                  </a:cubicBezTo>
                  <a:cubicBezTo>
                    <a:pt x="67" y="18"/>
                    <a:pt x="71" y="17"/>
                    <a:pt x="74" y="17"/>
                  </a:cubicBezTo>
                  <a:cubicBezTo>
                    <a:pt x="79" y="17"/>
                    <a:pt x="84" y="19"/>
                    <a:pt x="87" y="23"/>
                  </a:cubicBezTo>
                  <a:cubicBezTo>
                    <a:pt x="87" y="23"/>
                    <a:pt x="87" y="23"/>
                    <a:pt x="87" y="23"/>
                  </a:cubicBezTo>
                  <a:cubicBezTo>
                    <a:pt x="88" y="24"/>
                    <a:pt x="88" y="24"/>
                    <a:pt x="88" y="24"/>
                  </a:cubicBezTo>
                  <a:cubicBezTo>
                    <a:pt x="88" y="25"/>
                    <a:pt x="89" y="26"/>
                    <a:pt x="90" y="27"/>
                  </a:cubicBezTo>
                  <a:cubicBezTo>
                    <a:pt x="92" y="29"/>
                    <a:pt x="96" y="32"/>
                    <a:pt x="100" y="35"/>
                  </a:cubicBezTo>
                  <a:cubicBezTo>
                    <a:pt x="112" y="44"/>
                    <a:pt x="124" y="48"/>
                    <a:pt x="137" y="48"/>
                  </a:cubicBezTo>
                  <a:cubicBezTo>
                    <a:pt x="149" y="48"/>
                    <a:pt x="161" y="44"/>
                    <a:pt x="174" y="37"/>
                  </a:cubicBezTo>
                  <a:cubicBezTo>
                    <a:pt x="177" y="36"/>
                    <a:pt x="179" y="35"/>
                    <a:pt x="182" y="35"/>
                  </a:cubicBezTo>
                  <a:cubicBezTo>
                    <a:pt x="188" y="35"/>
                    <a:pt x="194" y="39"/>
                    <a:pt x="197" y="44"/>
                  </a:cubicBezTo>
                  <a:cubicBezTo>
                    <a:pt x="198" y="47"/>
                    <a:pt x="199" y="51"/>
                    <a:pt x="198" y="55"/>
                  </a:cubicBezTo>
                  <a:cubicBezTo>
                    <a:pt x="203" y="48"/>
                    <a:pt x="203" y="48"/>
                    <a:pt x="203" y="48"/>
                  </a:cubicBezTo>
                  <a:cubicBezTo>
                    <a:pt x="204" y="48"/>
                    <a:pt x="204" y="47"/>
                    <a:pt x="205" y="46"/>
                  </a:cubicBezTo>
                  <a:cubicBezTo>
                    <a:pt x="228" y="13"/>
                    <a:pt x="228" y="13"/>
                    <a:pt x="228" y="13"/>
                  </a:cubicBezTo>
                  <a:cubicBezTo>
                    <a:pt x="211" y="2"/>
                    <a:pt x="211" y="2"/>
                    <a:pt x="211" y="2"/>
                  </a:cubicBezTo>
                  <a:cubicBezTo>
                    <a:pt x="196" y="27"/>
                    <a:pt x="196" y="27"/>
                    <a:pt x="196" y="27"/>
                  </a:cubicBezTo>
                  <a:cubicBezTo>
                    <a:pt x="193" y="26"/>
                    <a:pt x="189" y="27"/>
                    <a:pt x="186" y="28"/>
                  </a:cubicBezTo>
                  <a:cubicBezTo>
                    <a:pt x="173" y="37"/>
                    <a:pt x="161" y="39"/>
                    <a:pt x="150" y="39"/>
                  </a:cubicBezTo>
                  <a:cubicBezTo>
                    <a:pt x="134" y="40"/>
                    <a:pt x="119" y="32"/>
                    <a:pt x="109" y="25"/>
                  </a:cubicBezTo>
                  <a:cubicBezTo>
                    <a:pt x="104" y="21"/>
                    <a:pt x="100" y="17"/>
                    <a:pt x="97" y="14"/>
                  </a:cubicBezTo>
                  <a:cubicBezTo>
                    <a:pt x="97" y="14"/>
                    <a:pt x="96" y="13"/>
                    <a:pt x="96" y="13"/>
                  </a:cubicBezTo>
                  <a:cubicBezTo>
                    <a:pt x="93" y="8"/>
                    <a:pt x="89" y="5"/>
                    <a:pt x="84" y="4"/>
                  </a:cubicBezTo>
                  <a:cubicBezTo>
                    <a:pt x="70" y="0"/>
                    <a:pt x="50" y="8"/>
                    <a:pt x="42" y="32"/>
                  </a:cubicBezTo>
                  <a:cubicBezTo>
                    <a:pt x="30" y="65"/>
                    <a:pt x="28" y="86"/>
                    <a:pt x="32" y="123"/>
                  </a:cubicBezTo>
                  <a:cubicBezTo>
                    <a:pt x="35" y="135"/>
                    <a:pt x="40" y="142"/>
                    <a:pt x="46" y="146"/>
                  </a:cubicBezTo>
                  <a:cubicBezTo>
                    <a:pt x="48" y="150"/>
                    <a:pt x="53" y="162"/>
                    <a:pt x="53" y="178"/>
                  </a:cubicBezTo>
                  <a:cubicBezTo>
                    <a:pt x="53" y="189"/>
                    <a:pt x="51" y="201"/>
                    <a:pt x="45" y="215"/>
                  </a:cubicBezTo>
                  <a:cubicBezTo>
                    <a:pt x="39" y="228"/>
                    <a:pt x="28" y="244"/>
                    <a:pt x="9" y="262"/>
                  </a:cubicBezTo>
                  <a:cubicBezTo>
                    <a:pt x="1" y="269"/>
                    <a:pt x="0" y="282"/>
                    <a:pt x="8" y="290"/>
                  </a:cubicBezTo>
                  <a:cubicBezTo>
                    <a:pt x="12" y="295"/>
                    <a:pt x="17" y="297"/>
                    <a:pt x="23" y="297"/>
                  </a:cubicBezTo>
                  <a:cubicBezTo>
                    <a:pt x="28" y="297"/>
                    <a:pt x="33" y="295"/>
                    <a:pt x="37" y="292"/>
                  </a:cubicBezTo>
                  <a:cubicBezTo>
                    <a:pt x="59" y="271"/>
                    <a:pt x="73" y="251"/>
                    <a:pt x="82" y="232"/>
                  </a:cubicBezTo>
                  <a:cubicBezTo>
                    <a:pt x="89" y="216"/>
                    <a:pt x="93" y="202"/>
                    <a:pt x="94" y="189"/>
                  </a:cubicBezTo>
                  <a:cubicBezTo>
                    <a:pt x="107" y="208"/>
                    <a:pt x="119" y="236"/>
                    <a:pt x="122" y="278"/>
                  </a:cubicBezTo>
                  <a:cubicBezTo>
                    <a:pt x="123" y="288"/>
                    <a:pt x="132" y="297"/>
                    <a:pt x="142" y="297"/>
                  </a:cubicBezTo>
                  <a:cubicBezTo>
                    <a:pt x="143" y="297"/>
                    <a:pt x="143" y="297"/>
                    <a:pt x="144" y="297"/>
                  </a:cubicBezTo>
                  <a:cubicBezTo>
                    <a:pt x="155" y="296"/>
                    <a:pt x="163" y="286"/>
                    <a:pt x="163" y="275"/>
                  </a:cubicBezTo>
                  <a:cubicBezTo>
                    <a:pt x="159" y="219"/>
                    <a:pt x="139" y="179"/>
                    <a:pt x="120" y="155"/>
                  </a:cubicBezTo>
                  <a:cubicBezTo>
                    <a:pt x="109" y="141"/>
                    <a:pt x="98" y="132"/>
                    <a:pt x="91" y="126"/>
                  </a:cubicBezTo>
                  <a:cubicBezTo>
                    <a:pt x="88" y="108"/>
                    <a:pt x="91" y="88"/>
                    <a:pt x="94" y="70"/>
                  </a:cubicBezTo>
                  <a:cubicBezTo>
                    <a:pt x="89" y="67"/>
                    <a:pt x="85" y="65"/>
                    <a:pt x="81" y="62"/>
                  </a:cubicBezTo>
                  <a:cubicBezTo>
                    <a:pt x="69" y="53"/>
                    <a:pt x="63" y="45"/>
                    <a:pt x="61"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161"/>
            <p:cNvSpPr>
              <a:spLocks/>
            </p:cNvSpPr>
            <p:nvPr/>
          </p:nvSpPr>
          <p:spPr bwMode="auto">
            <a:xfrm>
              <a:off x="1584965" y="3510414"/>
              <a:ext cx="112713" cy="106363"/>
            </a:xfrm>
            <a:custGeom>
              <a:avLst/>
              <a:gdLst>
                <a:gd name="T0" fmla="*/ 6 w 30"/>
                <a:gd name="T1" fmla="*/ 11 h 28"/>
                <a:gd name="T2" fmla="*/ 0 w 30"/>
                <a:gd name="T3" fmla="*/ 20 h 28"/>
                <a:gd name="T4" fmla="*/ 11 w 30"/>
                <a:gd name="T5" fmla="*/ 28 h 28"/>
                <a:gd name="T6" fmla="*/ 30 w 30"/>
                <a:gd name="T7" fmla="*/ 0 h 28"/>
                <a:gd name="T8" fmla="*/ 29 w 30"/>
                <a:gd name="T9" fmla="*/ 1 h 28"/>
                <a:gd name="T10" fmla="*/ 6 w 30"/>
                <a:gd name="T11" fmla="*/ 11 h 28"/>
              </a:gdLst>
              <a:ahLst/>
              <a:cxnLst>
                <a:cxn ang="0">
                  <a:pos x="T0" y="T1"/>
                </a:cxn>
                <a:cxn ang="0">
                  <a:pos x="T2" y="T3"/>
                </a:cxn>
                <a:cxn ang="0">
                  <a:pos x="T4" y="T5"/>
                </a:cxn>
                <a:cxn ang="0">
                  <a:pos x="T6" y="T7"/>
                </a:cxn>
                <a:cxn ang="0">
                  <a:pos x="T8" y="T9"/>
                </a:cxn>
                <a:cxn ang="0">
                  <a:pos x="T10" y="T11"/>
                </a:cxn>
              </a:cxnLst>
              <a:rect l="0" t="0" r="r" b="b"/>
              <a:pathLst>
                <a:path w="30" h="28">
                  <a:moveTo>
                    <a:pt x="6" y="11"/>
                  </a:moveTo>
                  <a:cubicBezTo>
                    <a:pt x="0" y="20"/>
                    <a:pt x="0" y="20"/>
                    <a:pt x="0" y="20"/>
                  </a:cubicBezTo>
                  <a:cubicBezTo>
                    <a:pt x="11" y="28"/>
                    <a:pt x="11" y="28"/>
                    <a:pt x="11" y="28"/>
                  </a:cubicBezTo>
                  <a:cubicBezTo>
                    <a:pt x="30" y="0"/>
                    <a:pt x="30" y="0"/>
                    <a:pt x="30" y="0"/>
                  </a:cubicBezTo>
                  <a:cubicBezTo>
                    <a:pt x="30" y="1"/>
                    <a:pt x="29" y="1"/>
                    <a:pt x="29" y="1"/>
                  </a:cubicBezTo>
                  <a:cubicBezTo>
                    <a:pt x="21" y="5"/>
                    <a:pt x="13" y="9"/>
                    <a:pt x="6"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162"/>
            <p:cNvSpPr>
              <a:spLocks/>
            </p:cNvSpPr>
            <p:nvPr/>
          </p:nvSpPr>
          <p:spPr bwMode="auto">
            <a:xfrm>
              <a:off x="1202378" y="3334201"/>
              <a:ext cx="517525" cy="222250"/>
            </a:xfrm>
            <a:custGeom>
              <a:avLst/>
              <a:gdLst>
                <a:gd name="T0" fmla="*/ 135 w 138"/>
                <a:gd name="T1" fmla="*/ 27 h 59"/>
                <a:gd name="T2" fmla="*/ 117 w 138"/>
                <a:gd name="T3" fmla="*/ 22 h 59"/>
                <a:gd name="T4" fmla="*/ 78 w 138"/>
                <a:gd name="T5" fmla="*/ 33 h 59"/>
                <a:gd name="T6" fmla="*/ 39 w 138"/>
                <a:gd name="T7" fmla="*/ 20 h 59"/>
                <a:gd name="T8" fmla="*/ 29 w 138"/>
                <a:gd name="T9" fmla="*/ 11 h 59"/>
                <a:gd name="T10" fmla="*/ 26 w 138"/>
                <a:gd name="T11" fmla="*/ 8 h 59"/>
                <a:gd name="T12" fmla="*/ 26 w 138"/>
                <a:gd name="T13" fmla="*/ 7 h 59"/>
                <a:gd name="T14" fmla="*/ 26 w 138"/>
                <a:gd name="T15" fmla="*/ 7 h 59"/>
                <a:gd name="T16" fmla="*/ 7 w 138"/>
                <a:gd name="T17" fmla="*/ 5 h 59"/>
                <a:gd name="T18" fmla="*/ 5 w 138"/>
                <a:gd name="T19" fmla="*/ 23 h 59"/>
                <a:gd name="T20" fmla="*/ 24 w 138"/>
                <a:gd name="T21" fmla="*/ 41 h 59"/>
                <a:gd name="T22" fmla="*/ 78 w 138"/>
                <a:gd name="T23" fmla="*/ 59 h 59"/>
                <a:gd name="T24" fmla="*/ 78 w 138"/>
                <a:gd name="T25" fmla="*/ 59 h 59"/>
                <a:gd name="T26" fmla="*/ 129 w 138"/>
                <a:gd name="T27" fmla="*/ 45 h 59"/>
                <a:gd name="T28" fmla="*/ 135 w 138"/>
                <a:gd name="T29" fmla="*/ 2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8" h="59">
                  <a:moveTo>
                    <a:pt x="135" y="27"/>
                  </a:moveTo>
                  <a:cubicBezTo>
                    <a:pt x="131" y="21"/>
                    <a:pt x="123" y="19"/>
                    <a:pt x="117" y="22"/>
                  </a:cubicBezTo>
                  <a:cubicBezTo>
                    <a:pt x="102" y="30"/>
                    <a:pt x="89" y="33"/>
                    <a:pt x="78" y="33"/>
                  </a:cubicBezTo>
                  <a:cubicBezTo>
                    <a:pt x="61" y="33"/>
                    <a:pt x="48" y="27"/>
                    <a:pt x="39" y="20"/>
                  </a:cubicBezTo>
                  <a:cubicBezTo>
                    <a:pt x="35" y="17"/>
                    <a:pt x="31" y="13"/>
                    <a:pt x="29" y="11"/>
                  </a:cubicBezTo>
                  <a:cubicBezTo>
                    <a:pt x="28" y="10"/>
                    <a:pt x="27" y="9"/>
                    <a:pt x="26" y="8"/>
                  </a:cubicBezTo>
                  <a:cubicBezTo>
                    <a:pt x="26" y="8"/>
                    <a:pt x="26" y="8"/>
                    <a:pt x="26" y="7"/>
                  </a:cubicBezTo>
                  <a:cubicBezTo>
                    <a:pt x="26" y="7"/>
                    <a:pt x="26" y="7"/>
                    <a:pt x="26" y="7"/>
                  </a:cubicBezTo>
                  <a:cubicBezTo>
                    <a:pt x="21" y="2"/>
                    <a:pt x="13" y="0"/>
                    <a:pt x="7" y="5"/>
                  </a:cubicBezTo>
                  <a:cubicBezTo>
                    <a:pt x="2" y="9"/>
                    <a:pt x="0" y="17"/>
                    <a:pt x="5" y="23"/>
                  </a:cubicBezTo>
                  <a:cubicBezTo>
                    <a:pt x="5" y="24"/>
                    <a:pt x="12" y="32"/>
                    <a:pt x="24" y="41"/>
                  </a:cubicBezTo>
                  <a:cubicBezTo>
                    <a:pt x="36" y="50"/>
                    <a:pt x="54" y="59"/>
                    <a:pt x="78" y="59"/>
                  </a:cubicBezTo>
                  <a:cubicBezTo>
                    <a:pt x="78" y="59"/>
                    <a:pt x="78" y="59"/>
                    <a:pt x="78" y="59"/>
                  </a:cubicBezTo>
                  <a:cubicBezTo>
                    <a:pt x="94" y="59"/>
                    <a:pt x="111" y="55"/>
                    <a:pt x="129" y="45"/>
                  </a:cubicBezTo>
                  <a:cubicBezTo>
                    <a:pt x="136" y="42"/>
                    <a:pt x="138" y="34"/>
                    <a:pt x="135"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69" name="组合 168"/>
          <p:cNvGrpSpPr/>
          <p:nvPr/>
        </p:nvGrpSpPr>
        <p:grpSpPr>
          <a:xfrm>
            <a:off x="119703" y="2957964"/>
            <a:ext cx="739775" cy="1425575"/>
            <a:chOff x="119703" y="2957964"/>
            <a:chExt cx="739775" cy="1425575"/>
          </a:xfrm>
          <a:solidFill>
            <a:schemeClr val="tx1">
              <a:lumMod val="65000"/>
              <a:lumOff val="35000"/>
            </a:schemeClr>
          </a:solidFill>
        </p:grpSpPr>
        <p:sp>
          <p:nvSpPr>
            <p:cNvPr id="170" name="Freeform 163"/>
            <p:cNvSpPr>
              <a:spLocks/>
            </p:cNvSpPr>
            <p:nvPr/>
          </p:nvSpPr>
          <p:spPr bwMode="auto">
            <a:xfrm>
              <a:off x="562615" y="3553276"/>
              <a:ext cx="293688" cy="88900"/>
            </a:xfrm>
            <a:custGeom>
              <a:avLst/>
              <a:gdLst>
                <a:gd name="T0" fmla="*/ 0 w 78"/>
                <a:gd name="T1" fmla="*/ 1 h 24"/>
                <a:gd name="T2" fmla="*/ 29 w 78"/>
                <a:gd name="T3" fmla="*/ 7 h 24"/>
                <a:gd name="T4" fmla="*/ 30 w 78"/>
                <a:gd name="T5" fmla="*/ 7 h 24"/>
                <a:gd name="T6" fmla="*/ 30 w 78"/>
                <a:gd name="T7" fmla="*/ 7 h 24"/>
                <a:gd name="T8" fmla="*/ 30 w 78"/>
                <a:gd name="T9" fmla="*/ 7 h 24"/>
                <a:gd name="T10" fmla="*/ 47 w 78"/>
                <a:gd name="T11" fmla="*/ 23 h 24"/>
                <a:gd name="T12" fmla="*/ 47 w 78"/>
                <a:gd name="T13" fmla="*/ 24 h 24"/>
                <a:gd name="T14" fmla="*/ 78 w 78"/>
                <a:gd name="T15" fmla="*/ 24 h 24"/>
                <a:gd name="T16" fmla="*/ 78 w 78"/>
                <a:gd name="T17" fmla="*/ 0 h 24"/>
                <a:gd name="T18" fmla="*/ 0 w 78"/>
                <a:gd name="T19" fmla="*/ 0 h 24"/>
                <a:gd name="T20" fmla="*/ 0 w 78"/>
                <a:gd name="T21" fmla="*/ 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8" h="24">
                  <a:moveTo>
                    <a:pt x="0" y="1"/>
                  </a:moveTo>
                  <a:cubicBezTo>
                    <a:pt x="8" y="5"/>
                    <a:pt x="18" y="7"/>
                    <a:pt x="29" y="7"/>
                  </a:cubicBezTo>
                  <a:cubicBezTo>
                    <a:pt x="29" y="7"/>
                    <a:pt x="30" y="7"/>
                    <a:pt x="30" y="7"/>
                  </a:cubicBezTo>
                  <a:cubicBezTo>
                    <a:pt x="30" y="7"/>
                    <a:pt x="30" y="7"/>
                    <a:pt x="30" y="7"/>
                  </a:cubicBezTo>
                  <a:cubicBezTo>
                    <a:pt x="30" y="7"/>
                    <a:pt x="30" y="7"/>
                    <a:pt x="30" y="7"/>
                  </a:cubicBezTo>
                  <a:cubicBezTo>
                    <a:pt x="39" y="7"/>
                    <a:pt x="46" y="15"/>
                    <a:pt x="47" y="23"/>
                  </a:cubicBezTo>
                  <a:cubicBezTo>
                    <a:pt x="47" y="24"/>
                    <a:pt x="47" y="24"/>
                    <a:pt x="47" y="24"/>
                  </a:cubicBezTo>
                  <a:cubicBezTo>
                    <a:pt x="78" y="24"/>
                    <a:pt x="78" y="24"/>
                    <a:pt x="78" y="24"/>
                  </a:cubicBezTo>
                  <a:cubicBezTo>
                    <a:pt x="78" y="0"/>
                    <a:pt x="78" y="0"/>
                    <a:pt x="78" y="0"/>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Rectangle 164"/>
            <p:cNvSpPr>
              <a:spLocks noChangeArrowheads="1"/>
            </p:cNvSpPr>
            <p:nvPr/>
          </p:nvSpPr>
          <p:spPr bwMode="auto">
            <a:xfrm>
              <a:off x="529278" y="3443739"/>
              <a:ext cx="296863" cy="904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Rectangle 165"/>
            <p:cNvSpPr>
              <a:spLocks noChangeArrowheads="1"/>
            </p:cNvSpPr>
            <p:nvPr/>
          </p:nvSpPr>
          <p:spPr bwMode="auto">
            <a:xfrm>
              <a:off x="567378" y="3364364"/>
              <a:ext cx="292100" cy="603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Rectangle 166"/>
            <p:cNvSpPr>
              <a:spLocks noChangeArrowheads="1"/>
            </p:cNvSpPr>
            <p:nvPr/>
          </p:nvSpPr>
          <p:spPr bwMode="auto">
            <a:xfrm>
              <a:off x="548328" y="3289751"/>
              <a:ext cx="292100" cy="555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167"/>
            <p:cNvSpPr>
              <a:spLocks/>
            </p:cNvSpPr>
            <p:nvPr/>
          </p:nvSpPr>
          <p:spPr bwMode="auto">
            <a:xfrm>
              <a:off x="299090" y="2957964"/>
              <a:ext cx="304800" cy="304800"/>
            </a:xfrm>
            <a:custGeom>
              <a:avLst/>
              <a:gdLst>
                <a:gd name="T0" fmla="*/ 32 w 81"/>
                <a:gd name="T1" fmla="*/ 77 h 81"/>
                <a:gd name="T2" fmla="*/ 76 w 81"/>
                <a:gd name="T3" fmla="*/ 49 h 81"/>
                <a:gd name="T4" fmla="*/ 49 w 81"/>
                <a:gd name="T5" fmla="*/ 5 h 81"/>
                <a:gd name="T6" fmla="*/ 5 w 81"/>
                <a:gd name="T7" fmla="*/ 32 h 81"/>
                <a:gd name="T8" fmla="*/ 32 w 81"/>
                <a:gd name="T9" fmla="*/ 77 h 81"/>
              </a:gdLst>
              <a:ahLst/>
              <a:cxnLst>
                <a:cxn ang="0">
                  <a:pos x="T0" y="T1"/>
                </a:cxn>
                <a:cxn ang="0">
                  <a:pos x="T2" y="T3"/>
                </a:cxn>
                <a:cxn ang="0">
                  <a:pos x="T4" y="T5"/>
                </a:cxn>
                <a:cxn ang="0">
                  <a:pos x="T6" y="T7"/>
                </a:cxn>
                <a:cxn ang="0">
                  <a:pos x="T8" y="T9"/>
                </a:cxn>
              </a:cxnLst>
              <a:rect l="0" t="0" r="r" b="b"/>
              <a:pathLst>
                <a:path w="81" h="81">
                  <a:moveTo>
                    <a:pt x="32" y="77"/>
                  </a:moveTo>
                  <a:cubicBezTo>
                    <a:pt x="52" y="81"/>
                    <a:pt x="72" y="69"/>
                    <a:pt x="76" y="49"/>
                  </a:cubicBezTo>
                  <a:cubicBezTo>
                    <a:pt x="81" y="29"/>
                    <a:pt x="69" y="10"/>
                    <a:pt x="49" y="5"/>
                  </a:cubicBezTo>
                  <a:cubicBezTo>
                    <a:pt x="29" y="0"/>
                    <a:pt x="9" y="13"/>
                    <a:pt x="5" y="32"/>
                  </a:cubicBezTo>
                  <a:cubicBezTo>
                    <a:pt x="0" y="52"/>
                    <a:pt x="12" y="72"/>
                    <a:pt x="32"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168"/>
            <p:cNvSpPr>
              <a:spLocks/>
            </p:cNvSpPr>
            <p:nvPr/>
          </p:nvSpPr>
          <p:spPr bwMode="auto">
            <a:xfrm>
              <a:off x="119703" y="3267526"/>
              <a:ext cx="514350" cy="1116013"/>
            </a:xfrm>
            <a:custGeom>
              <a:avLst/>
              <a:gdLst>
                <a:gd name="T0" fmla="*/ 67 w 137"/>
                <a:gd name="T1" fmla="*/ 76 h 297"/>
                <a:gd name="T2" fmla="*/ 48 w 137"/>
                <a:gd name="T3" fmla="*/ 37 h 297"/>
                <a:gd name="T4" fmla="*/ 48 w 137"/>
                <a:gd name="T5" fmla="*/ 37 h 297"/>
                <a:gd name="T6" fmla="*/ 60 w 137"/>
                <a:gd name="T7" fmla="*/ 17 h 297"/>
                <a:gd name="T8" fmla="*/ 63 w 137"/>
                <a:gd name="T9" fmla="*/ 17 h 297"/>
                <a:gd name="T10" fmla="*/ 79 w 137"/>
                <a:gd name="T11" fmla="*/ 29 h 297"/>
                <a:gd name="T12" fmla="*/ 79 w 137"/>
                <a:gd name="T13" fmla="*/ 29 h 297"/>
                <a:gd name="T14" fmla="*/ 80 w 137"/>
                <a:gd name="T15" fmla="*/ 30 h 297"/>
                <a:gd name="T16" fmla="*/ 81 w 137"/>
                <a:gd name="T17" fmla="*/ 34 h 297"/>
                <a:gd name="T18" fmla="*/ 86 w 137"/>
                <a:gd name="T19" fmla="*/ 46 h 297"/>
                <a:gd name="T20" fmla="*/ 88 w 137"/>
                <a:gd name="T21" fmla="*/ 49 h 297"/>
                <a:gd name="T22" fmla="*/ 89 w 137"/>
                <a:gd name="T23" fmla="*/ 43 h 297"/>
                <a:gd name="T24" fmla="*/ 73 w 137"/>
                <a:gd name="T25" fmla="*/ 4 h 297"/>
                <a:gd name="T26" fmla="*/ 31 w 137"/>
                <a:gd name="T27" fmla="*/ 32 h 297"/>
                <a:gd name="T28" fmla="*/ 21 w 137"/>
                <a:gd name="T29" fmla="*/ 123 h 297"/>
                <a:gd name="T30" fmla="*/ 35 w 137"/>
                <a:gd name="T31" fmla="*/ 146 h 297"/>
                <a:gd name="T32" fmla="*/ 42 w 137"/>
                <a:gd name="T33" fmla="*/ 182 h 297"/>
                <a:gd name="T34" fmla="*/ 7 w 137"/>
                <a:gd name="T35" fmla="*/ 263 h 297"/>
                <a:gd name="T36" fmla="*/ 9 w 137"/>
                <a:gd name="T37" fmla="*/ 292 h 297"/>
                <a:gd name="T38" fmla="*/ 23 w 137"/>
                <a:gd name="T39" fmla="*/ 297 h 297"/>
                <a:gd name="T40" fmla="*/ 38 w 137"/>
                <a:gd name="T41" fmla="*/ 290 h 297"/>
                <a:gd name="T42" fmla="*/ 82 w 137"/>
                <a:gd name="T43" fmla="*/ 193 h 297"/>
                <a:gd name="T44" fmla="*/ 96 w 137"/>
                <a:gd name="T45" fmla="*/ 265 h 297"/>
                <a:gd name="T46" fmla="*/ 96 w 137"/>
                <a:gd name="T47" fmla="*/ 275 h 297"/>
                <a:gd name="T48" fmla="*/ 116 w 137"/>
                <a:gd name="T49" fmla="*/ 297 h 297"/>
                <a:gd name="T50" fmla="*/ 117 w 137"/>
                <a:gd name="T51" fmla="*/ 297 h 297"/>
                <a:gd name="T52" fmla="*/ 137 w 137"/>
                <a:gd name="T53" fmla="*/ 277 h 297"/>
                <a:gd name="T54" fmla="*/ 137 w 137"/>
                <a:gd name="T55" fmla="*/ 265 h 297"/>
                <a:gd name="T56" fmla="*/ 105 w 137"/>
                <a:gd name="T57" fmla="*/ 151 h 297"/>
                <a:gd name="T58" fmla="*/ 80 w 137"/>
                <a:gd name="T59" fmla="*/ 126 h 297"/>
                <a:gd name="T60" fmla="*/ 80 w 137"/>
                <a:gd name="T61" fmla="*/ 91 h 297"/>
                <a:gd name="T62" fmla="*/ 67 w 137"/>
                <a:gd name="T63" fmla="*/ 76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7" h="297">
                  <a:moveTo>
                    <a:pt x="67" y="76"/>
                  </a:moveTo>
                  <a:cubicBezTo>
                    <a:pt x="54" y="59"/>
                    <a:pt x="49" y="43"/>
                    <a:pt x="48" y="37"/>
                  </a:cubicBezTo>
                  <a:cubicBezTo>
                    <a:pt x="48" y="37"/>
                    <a:pt x="48" y="37"/>
                    <a:pt x="48" y="37"/>
                  </a:cubicBezTo>
                  <a:cubicBezTo>
                    <a:pt x="45" y="28"/>
                    <a:pt x="51" y="19"/>
                    <a:pt x="60" y="17"/>
                  </a:cubicBezTo>
                  <a:cubicBezTo>
                    <a:pt x="61" y="17"/>
                    <a:pt x="62" y="17"/>
                    <a:pt x="63" y="17"/>
                  </a:cubicBezTo>
                  <a:cubicBezTo>
                    <a:pt x="71" y="17"/>
                    <a:pt x="78" y="22"/>
                    <a:pt x="79" y="29"/>
                  </a:cubicBezTo>
                  <a:cubicBezTo>
                    <a:pt x="79" y="29"/>
                    <a:pt x="79" y="29"/>
                    <a:pt x="79" y="29"/>
                  </a:cubicBezTo>
                  <a:cubicBezTo>
                    <a:pt x="80" y="30"/>
                    <a:pt x="80" y="30"/>
                    <a:pt x="80" y="30"/>
                  </a:cubicBezTo>
                  <a:cubicBezTo>
                    <a:pt x="80" y="31"/>
                    <a:pt x="80" y="32"/>
                    <a:pt x="81" y="34"/>
                  </a:cubicBezTo>
                  <a:cubicBezTo>
                    <a:pt x="82" y="37"/>
                    <a:pt x="84" y="41"/>
                    <a:pt x="86" y="46"/>
                  </a:cubicBezTo>
                  <a:cubicBezTo>
                    <a:pt x="87" y="47"/>
                    <a:pt x="87" y="48"/>
                    <a:pt x="88" y="49"/>
                  </a:cubicBezTo>
                  <a:cubicBezTo>
                    <a:pt x="88" y="47"/>
                    <a:pt x="88" y="45"/>
                    <a:pt x="89" y="43"/>
                  </a:cubicBezTo>
                  <a:cubicBezTo>
                    <a:pt x="93" y="27"/>
                    <a:pt x="87" y="7"/>
                    <a:pt x="73" y="4"/>
                  </a:cubicBezTo>
                  <a:cubicBezTo>
                    <a:pt x="59" y="0"/>
                    <a:pt x="39" y="8"/>
                    <a:pt x="31" y="32"/>
                  </a:cubicBezTo>
                  <a:cubicBezTo>
                    <a:pt x="20" y="65"/>
                    <a:pt x="17" y="86"/>
                    <a:pt x="21" y="123"/>
                  </a:cubicBezTo>
                  <a:cubicBezTo>
                    <a:pt x="24" y="135"/>
                    <a:pt x="29" y="142"/>
                    <a:pt x="35" y="146"/>
                  </a:cubicBezTo>
                  <a:cubicBezTo>
                    <a:pt x="37" y="151"/>
                    <a:pt x="42" y="164"/>
                    <a:pt x="42" y="182"/>
                  </a:cubicBezTo>
                  <a:cubicBezTo>
                    <a:pt x="42" y="203"/>
                    <a:pt x="35" y="231"/>
                    <a:pt x="7" y="263"/>
                  </a:cubicBezTo>
                  <a:cubicBezTo>
                    <a:pt x="0" y="271"/>
                    <a:pt x="1" y="284"/>
                    <a:pt x="9" y="292"/>
                  </a:cubicBezTo>
                  <a:cubicBezTo>
                    <a:pt x="13" y="295"/>
                    <a:pt x="18" y="297"/>
                    <a:pt x="23" y="297"/>
                  </a:cubicBezTo>
                  <a:cubicBezTo>
                    <a:pt x="28" y="297"/>
                    <a:pt x="34" y="295"/>
                    <a:pt x="38" y="290"/>
                  </a:cubicBezTo>
                  <a:cubicBezTo>
                    <a:pt x="68" y="256"/>
                    <a:pt x="80" y="222"/>
                    <a:pt x="82" y="193"/>
                  </a:cubicBezTo>
                  <a:cubicBezTo>
                    <a:pt x="90" y="210"/>
                    <a:pt x="96" y="233"/>
                    <a:pt x="96" y="265"/>
                  </a:cubicBezTo>
                  <a:cubicBezTo>
                    <a:pt x="96" y="269"/>
                    <a:pt x="96" y="272"/>
                    <a:pt x="96" y="275"/>
                  </a:cubicBezTo>
                  <a:cubicBezTo>
                    <a:pt x="96" y="287"/>
                    <a:pt x="104" y="296"/>
                    <a:pt x="116" y="297"/>
                  </a:cubicBezTo>
                  <a:cubicBezTo>
                    <a:pt x="116" y="297"/>
                    <a:pt x="116" y="297"/>
                    <a:pt x="117" y="297"/>
                  </a:cubicBezTo>
                  <a:cubicBezTo>
                    <a:pt x="128" y="297"/>
                    <a:pt x="137" y="288"/>
                    <a:pt x="137" y="277"/>
                  </a:cubicBezTo>
                  <a:cubicBezTo>
                    <a:pt x="137" y="273"/>
                    <a:pt x="137" y="269"/>
                    <a:pt x="137" y="265"/>
                  </a:cubicBezTo>
                  <a:cubicBezTo>
                    <a:pt x="137" y="211"/>
                    <a:pt x="122" y="174"/>
                    <a:pt x="105" y="151"/>
                  </a:cubicBezTo>
                  <a:cubicBezTo>
                    <a:pt x="96" y="139"/>
                    <a:pt x="87" y="131"/>
                    <a:pt x="80" y="126"/>
                  </a:cubicBezTo>
                  <a:cubicBezTo>
                    <a:pt x="78" y="115"/>
                    <a:pt x="79" y="103"/>
                    <a:pt x="80" y="91"/>
                  </a:cubicBezTo>
                  <a:cubicBezTo>
                    <a:pt x="75" y="87"/>
                    <a:pt x="71" y="82"/>
                    <a:pt x="67"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169"/>
            <p:cNvSpPr>
              <a:spLocks/>
            </p:cNvSpPr>
            <p:nvPr/>
          </p:nvSpPr>
          <p:spPr bwMode="auto">
            <a:xfrm>
              <a:off x="303853" y="3338964"/>
              <a:ext cx="420688" cy="352425"/>
            </a:xfrm>
            <a:custGeom>
              <a:avLst/>
              <a:gdLst>
                <a:gd name="T0" fmla="*/ 112 w 112"/>
                <a:gd name="T1" fmla="*/ 80 h 94"/>
                <a:gd name="T2" fmla="*/ 99 w 112"/>
                <a:gd name="T3" fmla="*/ 68 h 94"/>
                <a:gd name="T4" fmla="*/ 98 w 112"/>
                <a:gd name="T5" fmla="*/ 68 h 94"/>
                <a:gd name="T6" fmla="*/ 63 w 112"/>
                <a:gd name="T7" fmla="*/ 59 h 94"/>
                <a:gd name="T8" fmla="*/ 34 w 112"/>
                <a:gd name="T9" fmla="*/ 29 h 94"/>
                <a:gd name="T10" fmla="*/ 29 w 112"/>
                <a:gd name="T11" fmla="*/ 16 h 94"/>
                <a:gd name="T12" fmla="*/ 27 w 112"/>
                <a:gd name="T13" fmla="*/ 12 h 94"/>
                <a:gd name="T14" fmla="*/ 27 w 112"/>
                <a:gd name="T15" fmla="*/ 11 h 94"/>
                <a:gd name="T16" fmla="*/ 27 w 112"/>
                <a:gd name="T17" fmla="*/ 11 h 94"/>
                <a:gd name="T18" fmla="*/ 11 w 112"/>
                <a:gd name="T19" fmla="*/ 1 h 94"/>
                <a:gd name="T20" fmla="*/ 2 w 112"/>
                <a:gd name="T21" fmla="*/ 17 h 94"/>
                <a:gd name="T22" fmla="*/ 2 w 112"/>
                <a:gd name="T23" fmla="*/ 17 h 94"/>
                <a:gd name="T24" fmla="*/ 20 w 112"/>
                <a:gd name="T25" fmla="*/ 55 h 94"/>
                <a:gd name="T26" fmla="*/ 50 w 112"/>
                <a:gd name="T27" fmla="*/ 82 h 94"/>
                <a:gd name="T28" fmla="*/ 97 w 112"/>
                <a:gd name="T29" fmla="*/ 94 h 94"/>
                <a:gd name="T30" fmla="*/ 98 w 112"/>
                <a:gd name="T31" fmla="*/ 94 h 94"/>
                <a:gd name="T32" fmla="*/ 99 w 112"/>
                <a:gd name="T33" fmla="*/ 94 h 94"/>
                <a:gd name="T34" fmla="*/ 112 w 112"/>
                <a:gd name="T35" fmla="*/ 8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2" h="94">
                  <a:moveTo>
                    <a:pt x="112" y="80"/>
                  </a:moveTo>
                  <a:cubicBezTo>
                    <a:pt x="112" y="73"/>
                    <a:pt x="106" y="67"/>
                    <a:pt x="99" y="68"/>
                  </a:cubicBezTo>
                  <a:cubicBezTo>
                    <a:pt x="99" y="68"/>
                    <a:pt x="98" y="68"/>
                    <a:pt x="98" y="68"/>
                  </a:cubicBezTo>
                  <a:cubicBezTo>
                    <a:pt x="83" y="68"/>
                    <a:pt x="72" y="64"/>
                    <a:pt x="63" y="59"/>
                  </a:cubicBezTo>
                  <a:cubicBezTo>
                    <a:pt x="49" y="51"/>
                    <a:pt x="40" y="39"/>
                    <a:pt x="34" y="29"/>
                  </a:cubicBezTo>
                  <a:cubicBezTo>
                    <a:pt x="32" y="24"/>
                    <a:pt x="30" y="19"/>
                    <a:pt x="29" y="16"/>
                  </a:cubicBezTo>
                  <a:cubicBezTo>
                    <a:pt x="28" y="14"/>
                    <a:pt x="28" y="13"/>
                    <a:pt x="27" y="12"/>
                  </a:cubicBezTo>
                  <a:cubicBezTo>
                    <a:pt x="27" y="12"/>
                    <a:pt x="27" y="11"/>
                    <a:pt x="27" y="11"/>
                  </a:cubicBezTo>
                  <a:cubicBezTo>
                    <a:pt x="27" y="11"/>
                    <a:pt x="27" y="11"/>
                    <a:pt x="27" y="11"/>
                  </a:cubicBezTo>
                  <a:cubicBezTo>
                    <a:pt x="25" y="4"/>
                    <a:pt x="18" y="0"/>
                    <a:pt x="11" y="1"/>
                  </a:cubicBezTo>
                  <a:cubicBezTo>
                    <a:pt x="4" y="3"/>
                    <a:pt x="0" y="10"/>
                    <a:pt x="2" y="17"/>
                  </a:cubicBezTo>
                  <a:cubicBezTo>
                    <a:pt x="2" y="17"/>
                    <a:pt x="2" y="17"/>
                    <a:pt x="2" y="17"/>
                  </a:cubicBezTo>
                  <a:cubicBezTo>
                    <a:pt x="2" y="18"/>
                    <a:pt x="6" y="36"/>
                    <a:pt x="20" y="55"/>
                  </a:cubicBezTo>
                  <a:cubicBezTo>
                    <a:pt x="27" y="65"/>
                    <a:pt x="37" y="74"/>
                    <a:pt x="50" y="82"/>
                  </a:cubicBezTo>
                  <a:cubicBezTo>
                    <a:pt x="62" y="89"/>
                    <a:pt x="79" y="94"/>
                    <a:pt x="97" y="94"/>
                  </a:cubicBezTo>
                  <a:cubicBezTo>
                    <a:pt x="97" y="94"/>
                    <a:pt x="98" y="94"/>
                    <a:pt x="98" y="94"/>
                  </a:cubicBezTo>
                  <a:cubicBezTo>
                    <a:pt x="98" y="94"/>
                    <a:pt x="99" y="94"/>
                    <a:pt x="99" y="94"/>
                  </a:cubicBezTo>
                  <a:cubicBezTo>
                    <a:pt x="107" y="94"/>
                    <a:pt x="112" y="88"/>
                    <a:pt x="112"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77" name="组合 176"/>
          <p:cNvGrpSpPr/>
          <p:nvPr/>
        </p:nvGrpSpPr>
        <p:grpSpPr>
          <a:xfrm>
            <a:off x="3901128" y="4658176"/>
            <a:ext cx="1709738" cy="1574801"/>
            <a:chOff x="3901128" y="4658176"/>
            <a:chExt cx="1709738" cy="1574801"/>
          </a:xfrm>
          <a:solidFill>
            <a:schemeClr val="tx1">
              <a:lumMod val="65000"/>
              <a:lumOff val="35000"/>
            </a:schemeClr>
          </a:solidFill>
        </p:grpSpPr>
        <p:sp>
          <p:nvSpPr>
            <p:cNvPr id="178" name="Freeform 170"/>
            <p:cNvSpPr>
              <a:spLocks/>
            </p:cNvSpPr>
            <p:nvPr/>
          </p:nvSpPr>
          <p:spPr bwMode="auto">
            <a:xfrm>
              <a:off x="4459928" y="4905826"/>
              <a:ext cx="244475" cy="247650"/>
            </a:xfrm>
            <a:custGeom>
              <a:avLst/>
              <a:gdLst>
                <a:gd name="T0" fmla="*/ 39 w 65"/>
                <a:gd name="T1" fmla="*/ 54 h 66"/>
                <a:gd name="T2" fmla="*/ 45 w 65"/>
                <a:gd name="T3" fmla="*/ 56 h 66"/>
                <a:gd name="T4" fmla="*/ 51 w 65"/>
                <a:gd name="T5" fmla="*/ 60 h 66"/>
                <a:gd name="T6" fmla="*/ 65 w 65"/>
                <a:gd name="T7" fmla="*/ 14 h 66"/>
                <a:gd name="T8" fmla="*/ 18 w 65"/>
                <a:gd name="T9" fmla="*/ 0 h 66"/>
                <a:gd name="T10" fmla="*/ 0 w 65"/>
                <a:gd name="T11" fmla="*/ 60 h 66"/>
                <a:gd name="T12" fmla="*/ 23 w 65"/>
                <a:gd name="T13" fmla="*/ 66 h 66"/>
                <a:gd name="T14" fmla="*/ 23 w 65"/>
                <a:gd name="T15" fmla="*/ 65 h 66"/>
                <a:gd name="T16" fmla="*/ 39 w 65"/>
                <a:gd name="T17" fmla="*/ 5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66">
                  <a:moveTo>
                    <a:pt x="39" y="54"/>
                  </a:moveTo>
                  <a:cubicBezTo>
                    <a:pt x="41" y="54"/>
                    <a:pt x="43" y="55"/>
                    <a:pt x="45" y="56"/>
                  </a:cubicBezTo>
                  <a:cubicBezTo>
                    <a:pt x="47" y="57"/>
                    <a:pt x="49" y="58"/>
                    <a:pt x="51" y="60"/>
                  </a:cubicBezTo>
                  <a:cubicBezTo>
                    <a:pt x="65" y="14"/>
                    <a:pt x="65" y="14"/>
                    <a:pt x="65" y="14"/>
                  </a:cubicBezTo>
                  <a:cubicBezTo>
                    <a:pt x="18" y="0"/>
                    <a:pt x="18" y="0"/>
                    <a:pt x="18" y="0"/>
                  </a:cubicBezTo>
                  <a:cubicBezTo>
                    <a:pt x="0" y="60"/>
                    <a:pt x="0" y="60"/>
                    <a:pt x="0" y="60"/>
                  </a:cubicBezTo>
                  <a:cubicBezTo>
                    <a:pt x="23" y="66"/>
                    <a:pt x="23" y="66"/>
                    <a:pt x="23" y="66"/>
                  </a:cubicBezTo>
                  <a:cubicBezTo>
                    <a:pt x="23" y="66"/>
                    <a:pt x="23" y="65"/>
                    <a:pt x="23" y="65"/>
                  </a:cubicBezTo>
                  <a:cubicBezTo>
                    <a:pt x="26" y="58"/>
                    <a:pt x="32" y="54"/>
                    <a:pt x="39"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Rectangle 171"/>
            <p:cNvSpPr>
              <a:spLocks noChangeArrowheads="1"/>
            </p:cNvSpPr>
            <p:nvPr/>
          </p:nvSpPr>
          <p:spPr bwMode="auto">
            <a:xfrm>
              <a:off x="5361628" y="5293176"/>
              <a:ext cx="233363" cy="555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Rectangle 172"/>
            <p:cNvSpPr>
              <a:spLocks noChangeArrowheads="1"/>
            </p:cNvSpPr>
            <p:nvPr/>
          </p:nvSpPr>
          <p:spPr bwMode="auto">
            <a:xfrm>
              <a:off x="5333053" y="5205864"/>
              <a:ext cx="236538" cy="682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Rectangle 173"/>
            <p:cNvSpPr>
              <a:spLocks noChangeArrowheads="1"/>
            </p:cNvSpPr>
            <p:nvPr/>
          </p:nvSpPr>
          <p:spPr bwMode="auto">
            <a:xfrm>
              <a:off x="5361628" y="5139189"/>
              <a:ext cx="238125" cy="476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174"/>
            <p:cNvSpPr>
              <a:spLocks noEditPoints="1"/>
            </p:cNvSpPr>
            <p:nvPr/>
          </p:nvSpPr>
          <p:spPr bwMode="auto">
            <a:xfrm>
              <a:off x="4685353" y="4969326"/>
              <a:ext cx="617538" cy="379413"/>
            </a:xfrm>
            <a:custGeom>
              <a:avLst/>
              <a:gdLst>
                <a:gd name="T0" fmla="*/ 38 w 164"/>
                <a:gd name="T1" fmla="*/ 40 h 101"/>
                <a:gd name="T2" fmla="*/ 38 w 164"/>
                <a:gd name="T3" fmla="*/ 101 h 101"/>
                <a:gd name="T4" fmla="*/ 126 w 164"/>
                <a:gd name="T5" fmla="*/ 101 h 101"/>
                <a:gd name="T6" fmla="*/ 126 w 164"/>
                <a:gd name="T7" fmla="*/ 40 h 101"/>
                <a:gd name="T8" fmla="*/ 129 w 164"/>
                <a:gd name="T9" fmla="*/ 47 h 101"/>
                <a:gd name="T10" fmla="*/ 137 w 164"/>
                <a:gd name="T11" fmla="*/ 101 h 101"/>
                <a:gd name="T12" fmla="*/ 164 w 164"/>
                <a:gd name="T13" fmla="*/ 101 h 101"/>
                <a:gd name="T14" fmla="*/ 145 w 164"/>
                <a:gd name="T15" fmla="*/ 20 h 101"/>
                <a:gd name="T16" fmla="*/ 128 w 164"/>
                <a:gd name="T17" fmla="*/ 4 h 101"/>
                <a:gd name="T18" fmla="*/ 114 w 164"/>
                <a:gd name="T19" fmla="*/ 0 h 101"/>
                <a:gd name="T20" fmla="*/ 114 w 164"/>
                <a:gd name="T21" fmla="*/ 0 h 101"/>
                <a:gd name="T22" fmla="*/ 105 w 164"/>
                <a:gd name="T23" fmla="*/ 0 h 101"/>
                <a:gd name="T24" fmla="*/ 90 w 164"/>
                <a:gd name="T25" fmla="*/ 26 h 101"/>
                <a:gd name="T26" fmla="*/ 85 w 164"/>
                <a:gd name="T27" fmla="*/ 11 h 101"/>
                <a:gd name="T28" fmla="*/ 91 w 164"/>
                <a:gd name="T29" fmla="*/ 0 h 101"/>
                <a:gd name="T30" fmla="*/ 73 w 164"/>
                <a:gd name="T31" fmla="*/ 0 h 101"/>
                <a:gd name="T32" fmla="*/ 79 w 164"/>
                <a:gd name="T33" fmla="*/ 11 h 101"/>
                <a:gd name="T34" fmla="*/ 74 w 164"/>
                <a:gd name="T35" fmla="*/ 26 h 101"/>
                <a:gd name="T36" fmla="*/ 59 w 164"/>
                <a:gd name="T37" fmla="*/ 0 h 101"/>
                <a:gd name="T38" fmla="*/ 50 w 164"/>
                <a:gd name="T39" fmla="*/ 0 h 101"/>
                <a:gd name="T40" fmla="*/ 50 w 164"/>
                <a:gd name="T41" fmla="*/ 0 h 101"/>
                <a:gd name="T42" fmla="*/ 36 w 164"/>
                <a:gd name="T43" fmla="*/ 4 h 101"/>
                <a:gd name="T44" fmla="*/ 11 w 164"/>
                <a:gd name="T45" fmla="*/ 35 h 101"/>
                <a:gd name="T46" fmla="*/ 0 w 164"/>
                <a:gd name="T47" fmla="*/ 101 h 101"/>
                <a:gd name="T48" fmla="*/ 26 w 164"/>
                <a:gd name="T49" fmla="*/ 101 h 101"/>
                <a:gd name="T50" fmla="*/ 38 w 164"/>
                <a:gd name="T51" fmla="*/ 40 h 101"/>
                <a:gd name="T52" fmla="*/ 89 w 164"/>
                <a:gd name="T53" fmla="*/ 42 h 101"/>
                <a:gd name="T54" fmla="*/ 114 w 164"/>
                <a:gd name="T55" fmla="*/ 42 h 101"/>
                <a:gd name="T56" fmla="*/ 114 w 164"/>
                <a:gd name="T57" fmla="*/ 50 h 101"/>
                <a:gd name="T58" fmla="*/ 89 w 164"/>
                <a:gd name="T59" fmla="*/ 50 h 101"/>
                <a:gd name="T60" fmla="*/ 89 w 164"/>
                <a:gd name="T61" fmla="*/ 42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4" h="101">
                  <a:moveTo>
                    <a:pt x="38" y="40"/>
                  </a:moveTo>
                  <a:cubicBezTo>
                    <a:pt x="38" y="101"/>
                    <a:pt x="38" y="101"/>
                    <a:pt x="38" y="101"/>
                  </a:cubicBezTo>
                  <a:cubicBezTo>
                    <a:pt x="126" y="101"/>
                    <a:pt x="126" y="101"/>
                    <a:pt x="126" y="101"/>
                  </a:cubicBezTo>
                  <a:cubicBezTo>
                    <a:pt x="126" y="40"/>
                    <a:pt x="126" y="40"/>
                    <a:pt x="126" y="40"/>
                  </a:cubicBezTo>
                  <a:cubicBezTo>
                    <a:pt x="127" y="42"/>
                    <a:pt x="128" y="44"/>
                    <a:pt x="129" y="47"/>
                  </a:cubicBezTo>
                  <a:cubicBezTo>
                    <a:pt x="133" y="58"/>
                    <a:pt x="137" y="75"/>
                    <a:pt x="137" y="101"/>
                  </a:cubicBezTo>
                  <a:cubicBezTo>
                    <a:pt x="164" y="101"/>
                    <a:pt x="164" y="101"/>
                    <a:pt x="164" y="101"/>
                  </a:cubicBezTo>
                  <a:cubicBezTo>
                    <a:pt x="162" y="59"/>
                    <a:pt x="155" y="35"/>
                    <a:pt x="145" y="20"/>
                  </a:cubicBezTo>
                  <a:cubicBezTo>
                    <a:pt x="140" y="12"/>
                    <a:pt x="133" y="7"/>
                    <a:pt x="128" y="4"/>
                  </a:cubicBezTo>
                  <a:cubicBezTo>
                    <a:pt x="122" y="1"/>
                    <a:pt x="117" y="1"/>
                    <a:pt x="114" y="0"/>
                  </a:cubicBezTo>
                  <a:cubicBezTo>
                    <a:pt x="114" y="0"/>
                    <a:pt x="114" y="0"/>
                    <a:pt x="114" y="0"/>
                  </a:cubicBezTo>
                  <a:cubicBezTo>
                    <a:pt x="105" y="0"/>
                    <a:pt x="105" y="0"/>
                    <a:pt x="105" y="0"/>
                  </a:cubicBezTo>
                  <a:cubicBezTo>
                    <a:pt x="90" y="26"/>
                    <a:pt x="90" y="26"/>
                    <a:pt x="90" y="26"/>
                  </a:cubicBezTo>
                  <a:cubicBezTo>
                    <a:pt x="85" y="11"/>
                    <a:pt x="85" y="11"/>
                    <a:pt x="85" y="11"/>
                  </a:cubicBezTo>
                  <a:cubicBezTo>
                    <a:pt x="91" y="0"/>
                    <a:pt x="91" y="0"/>
                    <a:pt x="91" y="0"/>
                  </a:cubicBezTo>
                  <a:cubicBezTo>
                    <a:pt x="73" y="0"/>
                    <a:pt x="73" y="0"/>
                    <a:pt x="73" y="0"/>
                  </a:cubicBezTo>
                  <a:cubicBezTo>
                    <a:pt x="79" y="11"/>
                    <a:pt x="79" y="11"/>
                    <a:pt x="79" y="11"/>
                  </a:cubicBezTo>
                  <a:cubicBezTo>
                    <a:pt x="74" y="26"/>
                    <a:pt x="74" y="26"/>
                    <a:pt x="74" y="26"/>
                  </a:cubicBezTo>
                  <a:cubicBezTo>
                    <a:pt x="59" y="0"/>
                    <a:pt x="59" y="0"/>
                    <a:pt x="59" y="0"/>
                  </a:cubicBezTo>
                  <a:cubicBezTo>
                    <a:pt x="50" y="0"/>
                    <a:pt x="50" y="0"/>
                    <a:pt x="50" y="0"/>
                  </a:cubicBezTo>
                  <a:cubicBezTo>
                    <a:pt x="50" y="0"/>
                    <a:pt x="50" y="0"/>
                    <a:pt x="50" y="0"/>
                  </a:cubicBezTo>
                  <a:cubicBezTo>
                    <a:pt x="47" y="1"/>
                    <a:pt x="42" y="1"/>
                    <a:pt x="36" y="4"/>
                  </a:cubicBezTo>
                  <a:cubicBezTo>
                    <a:pt x="27" y="8"/>
                    <a:pt x="18" y="18"/>
                    <a:pt x="11" y="35"/>
                  </a:cubicBezTo>
                  <a:cubicBezTo>
                    <a:pt x="5" y="50"/>
                    <a:pt x="1" y="71"/>
                    <a:pt x="0" y="101"/>
                  </a:cubicBezTo>
                  <a:cubicBezTo>
                    <a:pt x="26" y="101"/>
                    <a:pt x="26" y="101"/>
                    <a:pt x="26" y="101"/>
                  </a:cubicBezTo>
                  <a:cubicBezTo>
                    <a:pt x="28" y="69"/>
                    <a:pt x="33" y="50"/>
                    <a:pt x="38" y="40"/>
                  </a:cubicBezTo>
                  <a:close/>
                  <a:moveTo>
                    <a:pt x="89" y="42"/>
                  </a:moveTo>
                  <a:cubicBezTo>
                    <a:pt x="114" y="42"/>
                    <a:pt x="114" y="42"/>
                    <a:pt x="114" y="42"/>
                  </a:cubicBezTo>
                  <a:cubicBezTo>
                    <a:pt x="114" y="50"/>
                    <a:pt x="114" y="50"/>
                    <a:pt x="114" y="50"/>
                  </a:cubicBezTo>
                  <a:cubicBezTo>
                    <a:pt x="89" y="50"/>
                    <a:pt x="89" y="50"/>
                    <a:pt x="89" y="50"/>
                  </a:cubicBezTo>
                  <a:lnTo>
                    <a:pt x="89"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Oval 175"/>
            <p:cNvSpPr>
              <a:spLocks noChangeArrowheads="1"/>
            </p:cNvSpPr>
            <p:nvPr/>
          </p:nvSpPr>
          <p:spPr bwMode="auto">
            <a:xfrm>
              <a:off x="4855215" y="4658176"/>
              <a:ext cx="277813" cy="2778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176"/>
            <p:cNvSpPr>
              <a:spLocks/>
            </p:cNvSpPr>
            <p:nvPr/>
          </p:nvSpPr>
          <p:spPr bwMode="auto">
            <a:xfrm>
              <a:off x="3901128" y="5082039"/>
              <a:ext cx="758825" cy="1150938"/>
            </a:xfrm>
            <a:custGeom>
              <a:avLst/>
              <a:gdLst>
                <a:gd name="T0" fmla="*/ 183 w 202"/>
                <a:gd name="T1" fmla="*/ 56 h 306"/>
                <a:gd name="T2" fmla="*/ 200 w 202"/>
                <a:gd name="T3" fmla="*/ 29 h 306"/>
                <a:gd name="T4" fmla="*/ 192 w 202"/>
                <a:gd name="T5" fmla="*/ 12 h 306"/>
                <a:gd name="T6" fmla="*/ 175 w 202"/>
                <a:gd name="T7" fmla="*/ 19 h 306"/>
                <a:gd name="T8" fmla="*/ 165 w 202"/>
                <a:gd name="T9" fmla="*/ 37 h 306"/>
                <a:gd name="T10" fmla="*/ 161 w 202"/>
                <a:gd name="T11" fmla="*/ 40 h 306"/>
                <a:gd name="T12" fmla="*/ 154 w 202"/>
                <a:gd name="T13" fmla="*/ 37 h 306"/>
                <a:gd name="T14" fmla="*/ 140 w 202"/>
                <a:gd name="T15" fmla="*/ 19 h 306"/>
                <a:gd name="T16" fmla="*/ 136 w 202"/>
                <a:gd name="T17" fmla="*/ 11 h 306"/>
                <a:gd name="T18" fmla="*/ 135 w 202"/>
                <a:gd name="T19" fmla="*/ 9 h 306"/>
                <a:gd name="T20" fmla="*/ 135 w 202"/>
                <a:gd name="T21" fmla="*/ 8 h 306"/>
                <a:gd name="T22" fmla="*/ 135 w 202"/>
                <a:gd name="T23" fmla="*/ 8 h 306"/>
                <a:gd name="T24" fmla="*/ 122 w 202"/>
                <a:gd name="T25" fmla="*/ 1 h 306"/>
                <a:gd name="T26" fmla="*/ 120 w 202"/>
                <a:gd name="T27" fmla="*/ 1 h 306"/>
                <a:gd name="T28" fmla="*/ 57 w 202"/>
                <a:gd name="T29" fmla="*/ 1 h 306"/>
                <a:gd name="T30" fmla="*/ 51 w 202"/>
                <a:gd name="T31" fmla="*/ 2 h 306"/>
                <a:gd name="T32" fmla="*/ 25 w 202"/>
                <a:gd name="T33" fmla="*/ 23 h 306"/>
                <a:gd name="T34" fmla="*/ 0 w 202"/>
                <a:gd name="T35" fmla="*/ 121 h 306"/>
                <a:gd name="T36" fmla="*/ 0 w 202"/>
                <a:gd name="T37" fmla="*/ 132 h 306"/>
                <a:gd name="T38" fmla="*/ 13 w 202"/>
                <a:gd name="T39" fmla="*/ 144 h 306"/>
                <a:gd name="T40" fmla="*/ 14 w 202"/>
                <a:gd name="T41" fmla="*/ 144 h 306"/>
                <a:gd name="T42" fmla="*/ 26 w 202"/>
                <a:gd name="T43" fmla="*/ 131 h 306"/>
                <a:gd name="T44" fmla="*/ 26 w 202"/>
                <a:gd name="T45" fmla="*/ 121 h 306"/>
                <a:gd name="T46" fmla="*/ 44 w 202"/>
                <a:gd name="T47" fmla="*/ 41 h 306"/>
                <a:gd name="T48" fmla="*/ 44 w 202"/>
                <a:gd name="T49" fmla="*/ 285 h 306"/>
                <a:gd name="T50" fmla="*/ 64 w 202"/>
                <a:gd name="T51" fmla="*/ 306 h 306"/>
                <a:gd name="T52" fmla="*/ 85 w 202"/>
                <a:gd name="T53" fmla="*/ 285 h 306"/>
                <a:gd name="T54" fmla="*/ 85 w 202"/>
                <a:gd name="T55" fmla="*/ 138 h 306"/>
                <a:gd name="T56" fmla="*/ 92 w 202"/>
                <a:gd name="T57" fmla="*/ 138 h 306"/>
                <a:gd name="T58" fmla="*/ 92 w 202"/>
                <a:gd name="T59" fmla="*/ 285 h 306"/>
                <a:gd name="T60" fmla="*/ 112 w 202"/>
                <a:gd name="T61" fmla="*/ 306 h 306"/>
                <a:gd name="T62" fmla="*/ 133 w 202"/>
                <a:gd name="T63" fmla="*/ 285 h 306"/>
                <a:gd name="T64" fmla="*/ 133 w 202"/>
                <a:gd name="T65" fmla="*/ 52 h 306"/>
                <a:gd name="T66" fmla="*/ 138 w 202"/>
                <a:gd name="T67" fmla="*/ 57 h 306"/>
                <a:gd name="T68" fmla="*/ 161 w 202"/>
                <a:gd name="T69" fmla="*/ 66 h 306"/>
                <a:gd name="T70" fmla="*/ 161 w 202"/>
                <a:gd name="T71" fmla="*/ 66 h 306"/>
                <a:gd name="T72" fmla="*/ 183 w 202"/>
                <a:gd name="T73" fmla="*/ 56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2" h="306">
                  <a:moveTo>
                    <a:pt x="183" y="56"/>
                  </a:moveTo>
                  <a:cubicBezTo>
                    <a:pt x="190" y="49"/>
                    <a:pt x="195" y="40"/>
                    <a:pt x="200" y="29"/>
                  </a:cubicBezTo>
                  <a:cubicBezTo>
                    <a:pt x="202" y="22"/>
                    <a:pt x="199" y="14"/>
                    <a:pt x="192" y="12"/>
                  </a:cubicBezTo>
                  <a:cubicBezTo>
                    <a:pt x="186" y="9"/>
                    <a:pt x="178" y="12"/>
                    <a:pt x="175" y="19"/>
                  </a:cubicBezTo>
                  <a:cubicBezTo>
                    <a:pt x="172" y="29"/>
                    <a:pt x="168" y="34"/>
                    <a:pt x="165" y="37"/>
                  </a:cubicBezTo>
                  <a:cubicBezTo>
                    <a:pt x="162" y="40"/>
                    <a:pt x="161" y="40"/>
                    <a:pt x="161" y="40"/>
                  </a:cubicBezTo>
                  <a:cubicBezTo>
                    <a:pt x="160" y="40"/>
                    <a:pt x="158" y="39"/>
                    <a:pt x="154" y="37"/>
                  </a:cubicBezTo>
                  <a:cubicBezTo>
                    <a:pt x="150" y="33"/>
                    <a:pt x="144" y="25"/>
                    <a:pt x="140" y="19"/>
                  </a:cubicBezTo>
                  <a:cubicBezTo>
                    <a:pt x="139" y="16"/>
                    <a:pt x="137" y="13"/>
                    <a:pt x="136" y="11"/>
                  </a:cubicBezTo>
                  <a:cubicBezTo>
                    <a:pt x="136" y="10"/>
                    <a:pt x="135" y="10"/>
                    <a:pt x="135" y="9"/>
                  </a:cubicBezTo>
                  <a:cubicBezTo>
                    <a:pt x="135" y="9"/>
                    <a:pt x="135" y="9"/>
                    <a:pt x="135" y="8"/>
                  </a:cubicBezTo>
                  <a:cubicBezTo>
                    <a:pt x="135" y="8"/>
                    <a:pt x="135" y="8"/>
                    <a:pt x="135" y="8"/>
                  </a:cubicBezTo>
                  <a:cubicBezTo>
                    <a:pt x="132" y="3"/>
                    <a:pt x="127" y="0"/>
                    <a:pt x="122" y="1"/>
                  </a:cubicBezTo>
                  <a:cubicBezTo>
                    <a:pt x="121" y="1"/>
                    <a:pt x="120" y="1"/>
                    <a:pt x="120" y="1"/>
                  </a:cubicBezTo>
                  <a:cubicBezTo>
                    <a:pt x="57" y="1"/>
                    <a:pt x="57" y="1"/>
                    <a:pt x="57" y="1"/>
                  </a:cubicBezTo>
                  <a:cubicBezTo>
                    <a:pt x="54" y="1"/>
                    <a:pt x="52" y="1"/>
                    <a:pt x="51" y="2"/>
                  </a:cubicBezTo>
                  <a:cubicBezTo>
                    <a:pt x="45" y="4"/>
                    <a:pt x="35" y="10"/>
                    <a:pt x="25" y="23"/>
                  </a:cubicBezTo>
                  <a:cubicBezTo>
                    <a:pt x="11" y="41"/>
                    <a:pt x="0" y="71"/>
                    <a:pt x="0" y="121"/>
                  </a:cubicBezTo>
                  <a:cubicBezTo>
                    <a:pt x="0" y="124"/>
                    <a:pt x="0" y="128"/>
                    <a:pt x="0" y="132"/>
                  </a:cubicBezTo>
                  <a:cubicBezTo>
                    <a:pt x="0" y="139"/>
                    <a:pt x="6" y="144"/>
                    <a:pt x="13" y="144"/>
                  </a:cubicBezTo>
                  <a:cubicBezTo>
                    <a:pt x="13" y="144"/>
                    <a:pt x="13" y="144"/>
                    <a:pt x="14" y="144"/>
                  </a:cubicBezTo>
                  <a:cubicBezTo>
                    <a:pt x="21" y="144"/>
                    <a:pt x="27" y="138"/>
                    <a:pt x="26" y="131"/>
                  </a:cubicBezTo>
                  <a:cubicBezTo>
                    <a:pt x="26" y="127"/>
                    <a:pt x="26" y="124"/>
                    <a:pt x="26" y="121"/>
                  </a:cubicBezTo>
                  <a:cubicBezTo>
                    <a:pt x="26" y="77"/>
                    <a:pt x="36" y="54"/>
                    <a:pt x="44" y="41"/>
                  </a:cubicBezTo>
                  <a:cubicBezTo>
                    <a:pt x="44" y="285"/>
                    <a:pt x="44" y="285"/>
                    <a:pt x="44" y="285"/>
                  </a:cubicBezTo>
                  <a:cubicBezTo>
                    <a:pt x="44" y="297"/>
                    <a:pt x="53" y="306"/>
                    <a:pt x="64" y="306"/>
                  </a:cubicBezTo>
                  <a:cubicBezTo>
                    <a:pt x="75" y="306"/>
                    <a:pt x="85" y="297"/>
                    <a:pt x="85" y="285"/>
                  </a:cubicBezTo>
                  <a:cubicBezTo>
                    <a:pt x="85" y="138"/>
                    <a:pt x="85" y="138"/>
                    <a:pt x="85" y="138"/>
                  </a:cubicBezTo>
                  <a:cubicBezTo>
                    <a:pt x="92" y="138"/>
                    <a:pt x="92" y="138"/>
                    <a:pt x="92" y="138"/>
                  </a:cubicBezTo>
                  <a:cubicBezTo>
                    <a:pt x="92" y="285"/>
                    <a:pt x="92" y="285"/>
                    <a:pt x="92" y="285"/>
                  </a:cubicBezTo>
                  <a:cubicBezTo>
                    <a:pt x="92" y="297"/>
                    <a:pt x="101" y="306"/>
                    <a:pt x="112" y="306"/>
                  </a:cubicBezTo>
                  <a:cubicBezTo>
                    <a:pt x="124" y="306"/>
                    <a:pt x="133" y="297"/>
                    <a:pt x="133" y="285"/>
                  </a:cubicBezTo>
                  <a:cubicBezTo>
                    <a:pt x="133" y="52"/>
                    <a:pt x="133" y="52"/>
                    <a:pt x="133" y="52"/>
                  </a:cubicBezTo>
                  <a:cubicBezTo>
                    <a:pt x="134" y="54"/>
                    <a:pt x="136" y="55"/>
                    <a:pt x="138" y="57"/>
                  </a:cubicBezTo>
                  <a:cubicBezTo>
                    <a:pt x="144" y="62"/>
                    <a:pt x="151" y="66"/>
                    <a:pt x="161" y="66"/>
                  </a:cubicBezTo>
                  <a:cubicBezTo>
                    <a:pt x="161" y="66"/>
                    <a:pt x="161" y="66"/>
                    <a:pt x="161" y="66"/>
                  </a:cubicBezTo>
                  <a:cubicBezTo>
                    <a:pt x="169" y="66"/>
                    <a:pt x="177" y="62"/>
                    <a:pt x="183" y="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Oval 177"/>
            <p:cNvSpPr>
              <a:spLocks noChangeArrowheads="1"/>
            </p:cNvSpPr>
            <p:nvPr/>
          </p:nvSpPr>
          <p:spPr bwMode="auto">
            <a:xfrm>
              <a:off x="4096390" y="4774064"/>
              <a:ext cx="273050" cy="2746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Rectangle 178"/>
            <p:cNvSpPr>
              <a:spLocks noChangeArrowheads="1"/>
            </p:cNvSpPr>
            <p:nvPr/>
          </p:nvSpPr>
          <p:spPr bwMode="auto">
            <a:xfrm>
              <a:off x="4440878" y="5359851"/>
              <a:ext cx="1169988" cy="650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87" name="组合 186"/>
          <p:cNvGrpSpPr/>
          <p:nvPr/>
        </p:nvGrpSpPr>
        <p:grpSpPr>
          <a:xfrm>
            <a:off x="7540625" y="1065213"/>
            <a:ext cx="2055813" cy="1501775"/>
            <a:chOff x="7540625" y="1065213"/>
            <a:chExt cx="2055813" cy="1501775"/>
          </a:xfrm>
          <a:solidFill>
            <a:schemeClr val="tx1">
              <a:lumMod val="65000"/>
              <a:lumOff val="35000"/>
            </a:schemeClr>
          </a:solidFill>
        </p:grpSpPr>
        <p:sp>
          <p:nvSpPr>
            <p:cNvPr id="188" name="Freeform 5"/>
            <p:cNvSpPr>
              <a:spLocks/>
            </p:cNvSpPr>
            <p:nvPr/>
          </p:nvSpPr>
          <p:spPr bwMode="auto">
            <a:xfrm>
              <a:off x="9424988" y="1730375"/>
              <a:ext cx="58737" cy="196850"/>
            </a:xfrm>
            <a:custGeom>
              <a:avLst/>
              <a:gdLst>
                <a:gd name="T0" fmla="*/ 9 w 37"/>
                <a:gd name="T1" fmla="*/ 62 h 125"/>
                <a:gd name="T2" fmla="*/ 4 w 37"/>
                <a:gd name="T3" fmla="*/ 69 h 125"/>
                <a:gd name="T4" fmla="*/ 4 w 37"/>
                <a:gd name="T5" fmla="*/ 117 h 125"/>
                <a:gd name="T6" fmla="*/ 13 w 37"/>
                <a:gd name="T7" fmla="*/ 125 h 125"/>
                <a:gd name="T8" fmla="*/ 21 w 37"/>
                <a:gd name="T9" fmla="*/ 117 h 125"/>
                <a:gd name="T10" fmla="*/ 21 w 37"/>
                <a:gd name="T11" fmla="*/ 51 h 125"/>
                <a:gd name="T12" fmla="*/ 21 w 37"/>
                <a:gd name="T13" fmla="*/ 38 h 125"/>
                <a:gd name="T14" fmla="*/ 21 w 37"/>
                <a:gd name="T15" fmla="*/ 16 h 125"/>
                <a:gd name="T16" fmla="*/ 25 w 37"/>
                <a:gd name="T17" fmla="*/ 59 h 125"/>
                <a:gd name="T18" fmla="*/ 30 w 37"/>
                <a:gd name="T19" fmla="*/ 64 h 125"/>
                <a:gd name="T20" fmla="*/ 30 w 37"/>
                <a:gd name="T21" fmla="*/ 64 h 125"/>
                <a:gd name="T22" fmla="*/ 36 w 37"/>
                <a:gd name="T23" fmla="*/ 59 h 125"/>
                <a:gd name="T24" fmla="*/ 25 w 37"/>
                <a:gd name="T25" fmla="*/ 4 h 125"/>
                <a:gd name="T26" fmla="*/ 16 w 37"/>
                <a:gd name="T27" fmla="*/ 0 h 125"/>
                <a:gd name="T28" fmla="*/ 16 w 37"/>
                <a:gd name="T29" fmla="*/ 0 h 125"/>
                <a:gd name="T30" fmla="*/ 0 w 37"/>
                <a:gd name="T31" fmla="*/ 0 h 125"/>
                <a:gd name="T32" fmla="*/ 9 w 37"/>
                <a:gd name="T33" fmla="*/ 62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 h="125">
                  <a:moveTo>
                    <a:pt x="9" y="62"/>
                  </a:moveTo>
                  <a:cubicBezTo>
                    <a:pt x="9" y="65"/>
                    <a:pt x="7" y="68"/>
                    <a:pt x="4" y="69"/>
                  </a:cubicBezTo>
                  <a:cubicBezTo>
                    <a:pt x="4" y="117"/>
                    <a:pt x="4" y="117"/>
                    <a:pt x="4" y="117"/>
                  </a:cubicBezTo>
                  <a:cubicBezTo>
                    <a:pt x="4" y="121"/>
                    <a:pt x="8" y="125"/>
                    <a:pt x="13" y="125"/>
                  </a:cubicBezTo>
                  <a:cubicBezTo>
                    <a:pt x="17" y="125"/>
                    <a:pt x="21" y="121"/>
                    <a:pt x="21" y="117"/>
                  </a:cubicBezTo>
                  <a:cubicBezTo>
                    <a:pt x="21" y="51"/>
                    <a:pt x="21" y="51"/>
                    <a:pt x="21" y="51"/>
                  </a:cubicBezTo>
                  <a:cubicBezTo>
                    <a:pt x="21" y="38"/>
                    <a:pt x="21" y="38"/>
                    <a:pt x="21" y="38"/>
                  </a:cubicBezTo>
                  <a:cubicBezTo>
                    <a:pt x="21" y="16"/>
                    <a:pt x="21" y="16"/>
                    <a:pt x="21" y="16"/>
                  </a:cubicBezTo>
                  <a:cubicBezTo>
                    <a:pt x="24" y="23"/>
                    <a:pt x="26" y="35"/>
                    <a:pt x="25" y="59"/>
                  </a:cubicBezTo>
                  <a:cubicBezTo>
                    <a:pt x="25" y="62"/>
                    <a:pt x="27" y="64"/>
                    <a:pt x="30" y="64"/>
                  </a:cubicBezTo>
                  <a:cubicBezTo>
                    <a:pt x="30" y="64"/>
                    <a:pt x="30" y="64"/>
                    <a:pt x="30" y="64"/>
                  </a:cubicBezTo>
                  <a:cubicBezTo>
                    <a:pt x="33" y="64"/>
                    <a:pt x="36" y="62"/>
                    <a:pt x="36" y="59"/>
                  </a:cubicBezTo>
                  <a:cubicBezTo>
                    <a:pt x="37" y="31"/>
                    <a:pt x="34" y="13"/>
                    <a:pt x="25" y="4"/>
                  </a:cubicBezTo>
                  <a:cubicBezTo>
                    <a:pt x="22" y="1"/>
                    <a:pt x="18" y="0"/>
                    <a:pt x="16" y="0"/>
                  </a:cubicBezTo>
                  <a:cubicBezTo>
                    <a:pt x="16" y="0"/>
                    <a:pt x="16" y="0"/>
                    <a:pt x="16" y="0"/>
                  </a:cubicBezTo>
                  <a:cubicBezTo>
                    <a:pt x="0" y="0"/>
                    <a:pt x="0" y="0"/>
                    <a:pt x="0" y="0"/>
                  </a:cubicBezTo>
                  <a:cubicBezTo>
                    <a:pt x="8" y="12"/>
                    <a:pt x="11" y="33"/>
                    <a:pt x="9"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6"/>
            <p:cNvSpPr>
              <a:spLocks/>
            </p:cNvSpPr>
            <p:nvPr/>
          </p:nvSpPr>
          <p:spPr bwMode="auto">
            <a:xfrm>
              <a:off x="9412288" y="1830388"/>
              <a:ext cx="14287" cy="96838"/>
            </a:xfrm>
            <a:custGeom>
              <a:avLst/>
              <a:gdLst>
                <a:gd name="T0" fmla="*/ 8 w 9"/>
                <a:gd name="T1" fmla="*/ 6 h 61"/>
                <a:gd name="T2" fmla="*/ 8 w 9"/>
                <a:gd name="T3" fmla="*/ 6 h 61"/>
                <a:gd name="T4" fmla="*/ 2 w 9"/>
                <a:gd name="T5" fmla="*/ 3 h 61"/>
                <a:gd name="T6" fmla="*/ 0 w 9"/>
                <a:gd name="T7" fmla="*/ 0 h 61"/>
                <a:gd name="T8" fmla="*/ 0 w 9"/>
                <a:gd name="T9" fmla="*/ 61 h 61"/>
                <a:gd name="T10" fmla="*/ 1 w 9"/>
                <a:gd name="T11" fmla="*/ 61 h 61"/>
                <a:gd name="T12" fmla="*/ 9 w 9"/>
                <a:gd name="T13" fmla="*/ 53 h 61"/>
                <a:gd name="T14" fmla="*/ 9 w 9"/>
                <a:gd name="T15" fmla="*/ 6 h 61"/>
                <a:gd name="T16" fmla="*/ 8 w 9"/>
                <a:gd name="T17" fmla="*/ 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61">
                  <a:moveTo>
                    <a:pt x="8" y="6"/>
                  </a:moveTo>
                  <a:cubicBezTo>
                    <a:pt x="8" y="6"/>
                    <a:pt x="8" y="6"/>
                    <a:pt x="8" y="6"/>
                  </a:cubicBezTo>
                  <a:cubicBezTo>
                    <a:pt x="5" y="6"/>
                    <a:pt x="3" y="5"/>
                    <a:pt x="2" y="3"/>
                  </a:cubicBezTo>
                  <a:cubicBezTo>
                    <a:pt x="1" y="2"/>
                    <a:pt x="0" y="1"/>
                    <a:pt x="0" y="0"/>
                  </a:cubicBezTo>
                  <a:cubicBezTo>
                    <a:pt x="0" y="61"/>
                    <a:pt x="0" y="61"/>
                    <a:pt x="0" y="61"/>
                  </a:cubicBezTo>
                  <a:cubicBezTo>
                    <a:pt x="0" y="61"/>
                    <a:pt x="0" y="61"/>
                    <a:pt x="1" y="61"/>
                  </a:cubicBezTo>
                  <a:cubicBezTo>
                    <a:pt x="5" y="61"/>
                    <a:pt x="9" y="57"/>
                    <a:pt x="9" y="53"/>
                  </a:cubicBezTo>
                  <a:cubicBezTo>
                    <a:pt x="9" y="6"/>
                    <a:pt x="9" y="6"/>
                    <a:pt x="9" y="6"/>
                  </a:cubicBezTo>
                  <a:cubicBezTo>
                    <a:pt x="9" y="6"/>
                    <a:pt x="9" y="6"/>
                    <a:pt x="8"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7"/>
            <p:cNvSpPr>
              <a:spLocks/>
            </p:cNvSpPr>
            <p:nvPr/>
          </p:nvSpPr>
          <p:spPr bwMode="auto">
            <a:xfrm>
              <a:off x="9405938" y="1676400"/>
              <a:ext cx="47625" cy="47625"/>
            </a:xfrm>
            <a:custGeom>
              <a:avLst/>
              <a:gdLst>
                <a:gd name="T0" fmla="*/ 4 w 30"/>
                <a:gd name="T1" fmla="*/ 26 h 30"/>
                <a:gd name="T2" fmla="*/ 7 w 30"/>
                <a:gd name="T3" fmla="*/ 28 h 30"/>
                <a:gd name="T4" fmla="*/ 15 w 30"/>
                <a:gd name="T5" fmla="*/ 30 h 30"/>
                <a:gd name="T6" fmla="*/ 30 w 30"/>
                <a:gd name="T7" fmla="*/ 15 h 30"/>
                <a:gd name="T8" fmla="*/ 15 w 30"/>
                <a:gd name="T9" fmla="*/ 0 h 30"/>
                <a:gd name="T10" fmla="*/ 0 w 30"/>
                <a:gd name="T11" fmla="*/ 15 h 30"/>
                <a:gd name="T12" fmla="*/ 4 w 30"/>
                <a:gd name="T13" fmla="*/ 26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4" y="26"/>
                  </a:moveTo>
                  <a:cubicBezTo>
                    <a:pt x="5" y="27"/>
                    <a:pt x="6" y="28"/>
                    <a:pt x="7" y="28"/>
                  </a:cubicBezTo>
                  <a:cubicBezTo>
                    <a:pt x="9" y="30"/>
                    <a:pt x="12" y="30"/>
                    <a:pt x="15" y="30"/>
                  </a:cubicBezTo>
                  <a:cubicBezTo>
                    <a:pt x="23" y="30"/>
                    <a:pt x="30" y="24"/>
                    <a:pt x="30" y="15"/>
                  </a:cubicBezTo>
                  <a:cubicBezTo>
                    <a:pt x="30" y="7"/>
                    <a:pt x="23" y="0"/>
                    <a:pt x="15" y="0"/>
                  </a:cubicBezTo>
                  <a:cubicBezTo>
                    <a:pt x="6" y="0"/>
                    <a:pt x="0" y="7"/>
                    <a:pt x="0" y="15"/>
                  </a:cubicBezTo>
                  <a:cubicBezTo>
                    <a:pt x="0" y="20"/>
                    <a:pt x="1" y="23"/>
                    <a:pt x="4"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8"/>
            <p:cNvSpPr>
              <a:spLocks/>
            </p:cNvSpPr>
            <p:nvPr/>
          </p:nvSpPr>
          <p:spPr bwMode="auto">
            <a:xfrm>
              <a:off x="9351963" y="1836738"/>
              <a:ext cx="19050" cy="112713"/>
            </a:xfrm>
            <a:custGeom>
              <a:avLst/>
              <a:gdLst>
                <a:gd name="T0" fmla="*/ 10 w 12"/>
                <a:gd name="T1" fmla="*/ 7 h 71"/>
                <a:gd name="T2" fmla="*/ 10 w 12"/>
                <a:gd name="T3" fmla="*/ 7 h 71"/>
                <a:gd name="T4" fmla="*/ 2 w 12"/>
                <a:gd name="T5" fmla="*/ 3 h 71"/>
                <a:gd name="T6" fmla="*/ 0 w 12"/>
                <a:gd name="T7" fmla="*/ 0 h 71"/>
                <a:gd name="T8" fmla="*/ 0 w 12"/>
                <a:gd name="T9" fmla="*/ 71 h 71"/>
                <a:gd name="T10" fmla="*/ 2 w 12"/>
                <a:gd name="T11" fmla="*/ 71 h 71"/>
                <a:gd name="T12" fmla="*/ 12 w 12"/>
                <a:gd name="T13" fmla="*/ 61 h 71"/>
                <a:gd name="T14" fmla="*/ 12 w 12"/>
                <a:gd name="T15" fmla="*/ 7 h 71"/>
                <a:gd name="T16" fmla="*/ 10 w 12"/>
                <a:gd name="T17" fmla="*/ 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71">
                  <a:moveTo>
                    <a:pt x="10" y="7"/>
                  </a:moveTo>
                  <a:cubicBezTo>
                    <a:pt x="10" y="7"/>
                    <a:pt x="10" y="7"/>
                    <a:pt x="10" y="7"/>
                  </a:cubicBezTo>
                  <a:cubicBezTo>
                    <a:pt x="7" y="7"/>
                    <a:pt x="4" y="5"/>
                    <a:pt x="2" y="3"/>
                  </a:cubicBezTo>
                  <a:cubicBezTo>
                    <a:pt x="1" y="2"/>
                    <a:pt x="1" y="1"/>
                    <a:pt x="0" y="0"/>
                  </a:cubicBezTo>
                  <a:cubicBezTo>
                    <a:pt x="0" y="71"/>
                    <a:pt x="0" y="71"/>
                    <a:pt x="0" y="71"/>
                  </a:cubicBezTo>
                  <a:cubicBezTo>
                    <a:pt x="1" y="71"/>
                    <a:pt x="1" y="71"/>
                    <a:pt x="2" y="71"/>
                  </a:cubicBezTo>
                  <a:cubicBezTo>
                    <a:pt x="8" y="71"/>
                    <a:pt x="12" y="67"/>
                    <a:pt x="12" y="61"/>
                  </a:cubicBezTo>
                  <a:cubicBezTo>
                    <a:pt x="12" y="7"/>
                    <a:pt x="12" y="7"/>
                    <a:pt x="12" y="7"/>
                  </a:cubicBezTo>
                  <a:cubicBezTo>
                    <a:pt x="11" y="7"/>
                    <a:pt x="11"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9"/>
            <p:cNvSpPr>
              <a:spLocks/>
            </p:cNvSpPr>
            <p:nvPr/>
          </p:nvSpPr>
          <p:spPr bwMode="auto">
            <a:xfrm>
              <a:off x="9367838" y="1717675"/>
              <a:ext cx="71437" cy="231775"/>
            </a:xfrm>
            <a:custGeom>
              <a:avLst/>
              <a:gdLst>
                <a:gd name="T0" fmla="*/ 25 w 45"/>
                <a:gd name="T1" fmla="*/ 60 h 147"/>
                <a:gd name="T2" fmla="*/ 25 w 45"/>
                <a:gd name="T3" fmla="*/ 45 h 147"/>
                <a:gd name="T4" fmla="*/ 25 w 45"/>
                <a:gd name="T5" fmla="*/ 19 h 147"/>
                <a:gd name="T6" fmla="*/ 30 w 45"/>
                <a:gd name="T7" fmla="*/ 69 h 147"/>
                <a:gd name="T8" fmla="*/ 36 w 45"/>
                <a:gd name="T9" fmla="*/ 76 h 147"/>
                <a:gd name="T10" fmla="*/ 36 w 45"/>
                <a:gd name="T11" fmla="*/ 76 h 147"/>
                <a:gd name="T12" fmla="*/ 43 w 45"/>
                <a:gd name="T13" fmla="*/ 70 h 147"/>
                <a:gd name="T14" fmla="*/ 30 w 45"/>
                <a:gd name="T15" fmla="*/ 5 h 147"/>
                <a:gd name="T16" fmla="*/ 19 w 45"/>
                <a:gd name="T17" fmla="*/ 0 h 147"/>
                <a:gd name="T18" fmla="*/ 19 w 45"/>
                <a:gd name="T19" fmla="*/ 0 h 147"/>
                <a:gd name="T20" fmla="*/ 0 w 45"/>
                <a:gd name="T21" fmla="*/ 0 h 147"/>
                <a:gd name="T22" fmla="*/ 11 w 45"/>
                <a:gd name="T23" fmla="*/ 73 h 147"/>
                <a:gd name="T24" fmla="*/ 6 w 45"/>
                <a:gd name="T25" fmla="*/ 81 h 147"/>
                <a:gd name="T26" fmla="*/ 6 w 45"/>
                <a:gd name="T27" fmla="*/ 137 h 147"/>
                <a:gd name="T28" fmla="*/ 15 w 45"/>
                <a:gd name="T29" fmla="*/ 147 h 147"/>
                <a:gd name="T30" fmla="*/ 25 w 45"/>
                <a:gd name="T31" fmla="*/ 137 h 147"/>
                <a:gd name="T32" fmla="*/ 25 w 45"/>
                <a:gd name="T33" fmla="*/ 6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5" h="147">
                  <a:moveTo>
                    <a:pt x="25" y="60"/>
                  </a:moveTo>
                  <a:cubicBezTo>
                    <a:pt x="25" y="45"/>
                    <a:pt x="25" y="45"/>
                    <a:pt x="25" y="45"/>
                  </a:cubicBezTo>
                  <a:cubicBezTo>
                    <a:pt x="25" y="19"/>
                    <a:pt x="25" y="19"/>
                    <a:pt x="25" y="19"/>
                  </a:cubicBezTo>
                  <a:cubicBezTo>
                    <a:pt x="29" y="26"/>
                    <a:pt x="32" y="41"/>
                    <a:pt x="30" y="69"/>
                  </a:cubicBezTo>
                  <a:cubicBezTo>
                    <a:pt x="30" y="72"/>
                    <a:pt x="32" y="75"/>
                    <a:pt x="36" y="76"/>
                  </a:cubicBezTo>
                  <a:cubicBezTo>
                    <a:pt x="36" y="76"/>
                    <a:pt x="36" y="76"/>
                    <a:pt x="36" y="76"/>
                  </a:cubicBezTo>
                  <a:cubicBezTo>
                    <a:pt x="40" y="76"/>
                    <a:pt x="42" y="73"/>
                    <a:pt x="43" y="70"/>
                  </a:cubicBezTo>
                  <a:cubicBezTo>
                    <a:pt x="45" y="36"/>
                    <a:pt x="40" y="15"/>
                    <a:pt x="30" y="5"/>
                  </a:cubicBezTo>
                  <a:cubicBezTo>
                    <a:pt x="26" y="1"/>
                    <a:pt x="22" y="0"/>
                    <a:pt x="19" y="0"/>
                  </a:cubicBezTo>
                  <a:cubicBezTo>
                    <a:pt x="19" y="0"/>
                    <a:pt x="19" y="0"/>
                    <a:pt x="19" y="0"/>
                  </a:cubicBezTo>
                  <a:cubicBezTo>
                    <a:pt x="0" y="0"/>
                    <a:pt x="0" y="0"/>
                    <a:pt x="0" y="0"/>
                  </a:cubicBezTo>
                  <a:cubicBezTo>
                    <a:pt x="9" y="14"/>
                    <a:pt x="13" y="38"/>
                    <a:pt x="11" y="73"/>
                  </a:cubicBezTo>
                  <a:cubicBezTo>
                    <a:pt x="11" y="76"/>
                    <a:pt x="8" y="79"/>
                    <a:pt x="6" y="81"/>
                  </a:cubicBezTo>
                  <a:cubicBezTo>
                    <a:pt x="6" y="137"/>
                    <a:pt x="6" y="137"/>
                    <a:pt x="6" y="137"/>
                  </a:cubicBezTo>
                  <a:cubicBezTo>
                    <a:pt x="6" y="143"/>
                    <a:pt x="10" y="147"/>
                    <a:pt x="15" y="147"/>
                  </a:cubicBezTo>
                  <a:cubicBezTo>
                    <a:pt x="21" y="147"/>
                    <a:pt x="25" y="143"/>
                    <a:pt x="25" y="137"/>
                  </a:cubicBezTo>
                  <a:lnTo>
                    <a:pt x="25"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Oval 10"/>
            <p:cNvSpPr>
              <a:spLocks noChangeArrowheads="1"/>
            </p:cNvSpPr>
            <p:nvPr/>
          </p:nvSpPr>
          <p:spPr bwMode="auto">
            <a:xfrm>
              <a:off x="9345613" y="1654175"/>
              <a:ext cx="55562" cy="571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11"/>
            <p:cNvSpPr>
              <a:spLocks/>
            </p:cNvSpPr>
            <p:nvPr/>
          </p:nvSpPr>
          <p:spPr bwMode="auto">
            <a:xfrm>
              <a:off x="9277350" y="1841500"/>
              <a:ext cx="26987" cy="134938"/>
            </a:xfrm>
            <a:custGeom>
              <a:avLst/>
              <a:gdLst>
                <a:gd name="T0" fmla="*/ 12 w 17"/>
                <a:gd name="T1" fmla="*/ 9 h 85"/>
                <a:gd name="T2" fmla="*/ 11 w 17"/>
                <a:gd name="T3" fmla="*/ 9 h 85"/>
                <a:gd name="T4" fmla="*/ 3 w 17"/>
                <a:gd name="T5" fmla="*/ 5 h 85"/>
                <a:gd name="T6" fmla="*/ 0 w 17"/>
                <a:gd name="T7" fmla="*/ 0 h 85"/>
                <a:gd name="T8" fmla="*/ 0 w 17"/>
                <a:gd name="T9" fmla="*/ 83 h 85"/>
                <a:gd name="T10" fmla="*/ 5 w 17"/>
                <a:gd name="T11" fmla="*/ 85 h 85"/>
                <a:gd name="T12" fmla="*/ 17 w 17"/>
                <a:gd name="T13" fmla="*/ 73 h 85"/>
                <a:gd name="T14" fmla="*/ 17 w 17"/>
                <a:gd name="T15" fmla="*/ 8 h 85"/>
                <a:gd name="T16" fmla="*/ 12 w 17"/>
                <a:gd name="T17" fmla="*/ 9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85">
                  <a:moveTo>
                    <a:pt x="12" y="9"/>
                  </a:moveTo>
                  <a:cubicBezTo>
                    <a:pt x="12" y="9"/>
                    <a:pt x="12" y="9"/>
                    <a:pt x="11" y="9"/>
                  </a:cubicBezTo>
                  <a:cubicBezTo>
                    <a:pt x="8" y="9"/>
                    <a:pt x="5" y="7"/>
                    <a:pt x="3" y="5"/>
                  </a:cubicBezTo>
                  <a:cubicBezTo>
                    <a:pt x="2" y="3"/>
                    <a:pt x="1" y="2"/>
                    <a:pt x="0" y="0"/>
                  </a:cubicBezTo>
                  <a:cubicBezTo>
                    <a:pt x="0" y="83"/>
                    <a:pt x="0" y="83"/>
                    <a:pt x="0" y="83"/>
                  </a:cubicBezTo>
                  <a:cubicBezTo>
                    <a:pt x="2" y="84"/>
                    <a:pt x="3" y="85"/>
                    <a:pt x="5" y="85"/>
                  </a:cubicBezTo>
                  <a:cubicBezTo>
                    <a:pt x="12" y="85"/>
                    <a:pt x="17" y="79"/>
                    <a:pt x="17" y="73"/>
                  </a:cubicBezTo>
                  <a:cubicBezTo>
                    <a:pt x="17" y="8"/>
                    <a:pt x="17" y="8"/>
                    <a:pt x="17" y="8"/>
                  </a:cubicBezTo>
                  <a:cubicBezTo>
                    <a:pt x="15" y="9"/>
                    <a:pt x="14" y="9"/>
                    <a:pt x="12"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12"/>
            <p:cNvSpPr>
              <a:spLocks/>
            </p:cNvSpPr>
            <p:nvPr/>
          </p:nvSpPr>
          <p:spPr bwMode="auto">
            <a:xfrm>
              <a:off x="9296400" y="1703388"/>
              <a:ext cx="87312" cy="273050"/>
            </a:xfrm>
            <a:custGeom>
              <a:avLst/>
              <a:gdLst>
                <a:gd name="T0" fmla="*/ 32 w 55"/>
                <a:gd name="T1" fmla="*/ 70 h 173"/>
                <a:gd name="T2" fmla="*/ 32 w 55"/>
                <a:gd name="T3" fmla="*/ 53 h 173"/>
                <a:gd name="T4" fmla="*/ 32 w 55"/>
                <a:gd name="T5" fmla="*/ 22 h 173"/>
                <a:gd name="T6" fmla="*/ 38 w 55"/>
                <a:gd name="T7" fmla="*/ 81 h 173"/>
                <a:gd name="T8" fmla="*/ 45 w 55"/>
                <a:gd name="T9" fmla="*/ 88 h 173"/>
                <a:gd name="T10" fmla="*/ 45 w 55"/>
                <a:gd name="T11" fmla="*/ 88 h 173"/>
                <a:gd name="T12" fmla="*/ 53 w 55"/>
                <a:gd name="T13" fmla="*/ 81 h 173"/>
                <a:gd name="T14" fmla="*/ 38 w 55"/>
                <a:gd name="T15" fmla="*/ 6 h 173"/>
                <a:gd name="T16" fmla="*/ 25 w 55"/>
                <a:gd name="T17" fmla="*/ 0 h 173"/>
                <a:gd name="T18" fmla="*/ 25 w 55"/>
                <a:gd name="T19" fmla="*/ 0 h 173"/>
                <a:gd name="T20" fmla="*/ 0 w 55"/>
                <a:gd name="T21" fmla="*/ 0 h 173"/>
                <a:gd name="T22" fmla="*/ 13 w 55"/>
                <a:gd name="T23" fmla="*/ 85 h 173"/>
                <a:gd name="T24" fmla="*/ 9 w 55"/>
                <a:gd name="T25" fmla="*/ 93 h 173"/>
                <a:gd name="T26" fmla="*/ 9 w 55"/>
                <a:gd name="T27" fmla="*/ 161 h 173"/>
                <a:gd name="T28" fmla="*/ 20 w 55"/>
                <a:gd name="T29" fmla="*/ 173 h 173"/>
                <a:gd name="T30" fmla="*/ 32 w 55"/>
                <a:gd name="T31" fmla="*/ 161 h 173"/>
                <a:gd name="T32" fmla="*/ 32 w 55"/>
                <a:gd name="T33" fmla="*/ 7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5" h="173">
                  <a:moveTo>
                    <a:pt x="32" y="70"/>
                  </a:moveTo>
                  <a:cubicBezTo>
                    <a:pt x="32" y="53"/>
                    <a:pt x="32" y="53"/>
                    <a:pt x="32" y="53"/>
                  </a:cubicBezTo>
                  <a:cubicBezTo>
                    <a:pt x="32" y="22"/>
                    <a:pt x="32" y="22"/>
                    <a:pt x="32" y="22"/>
                  </a:cubicBezTo>
                  <a:cubicBezTo>
                    <a:pt x="36" y="31"/>
                    <a:pt x="40" y="48"/>
                    <a:pt x="38" y="81"/>
                  </a:cubicBezTo>
                  <a:cubicBezTo>
                    <a:pt x="38" y="85"/>
                    <a:pt x="41" y="88"/>
                    <a:pt x="45" y="88"/>
                  </a:cubicBezTo>
                  <a:cubicBezTo>
                    <a:pt x="45" y="88"/>
                    <a:pt x="45" y="88"/>
                    <a:pt x="45" y="88"/>
                  </a:cubicBezTo>
                  <a:cubicBezTo>
                    <a:pt x="49" y="88"/>
                    <a:pt x="52" y="85"/>
                    <a:pt x="53" y="81"/>
                  </a:cubicBezTo>
                  <a:cubicBezTo>
                    <a:pt x="55" y="42"/>
                    <a:pt x="50" y="17"/>
                    <a:pt x="38" y="6"/>
                  </a:cubicBezTo>
                  <a:cubicBezTo>
                    <a:pt x="33" y="1"/>
                    <a:pt x="28" y="0"/>
                    <a:pt x="25" y="0"/>
                  </a:cubicBezTo>
                  <a:cubicBezTo>
                    <a:pt x="25" y="0"/>
                    <a:pt x="25" y="0"/>
                    <a:pt x="25" y="0"/>
                  </a:cubicBezTo>
                  <a:cubicBezTo>
                    <a:pt x="0" y="0"/>
                    <a:pt x="0" y="0"/>
                    <a:pt x="0" y="0"/>
                  </a:cubicBezTo>
                  <a:cubicBezTo>
                    <a:pt x="11" y="16"/>
                    <a:pt x="15" y="45"/>
                    <a:pt x="13" y="85"/>
                  </a:cubicBezTo>
                  <a:cubicBezTo>
                    <a:pt x="13" y="88"/>
                    <a:pt x="11" y="91"/>
                    <a:pt x="9" y="93"/>
                  </a:cubicBezTo>
                  <a:cubicBezTo>
                    <a:pt x="9" y="161"/>
                    <a:pt x="9" y="161"/>
                    <a:pt x="9" y="161"/>
                  </a:cubicBezTo>
                  <a:cubicBezTo>
                    <a:pt x="9" y="167"/>
                    <a:pt x="14" y="173"/>
                    <a:pt x="20" y="173"/>
                  </a:cubicBezTo>
                  <a:cubicBezTo>
                    <a:pt x="27" y="173"/>
                    <a:pt x="32" y="167"/>
                    <a:pt x="32" y="161"/>
                  </a:cubicBezTo>
                  <a:lnTo>
                    <a:pt x="32"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Oval 13"/>
            <p:cNvSpPr>
              <a:spLocks noChangeArrowheads="1"/>
            </p:cNvSpPr>
            <p:nvPr/>
          </p:nvSpPr>
          <p:spPr bwMode="auto">
            <a:xfrm>
              <a:off x="9274175" y="1628775"/>
              <a:ext cx="66675" cy="650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14"/>
            <p:cNvSpPr>
              <a:spLocks/>
            </p:cNvSpPr>
            <p:nvPr/>
          </p:nvSpPr>
          <p:spPr bwMode="auto">
            <a:xfrm>
              <a:off x="9193213" y="1849438"/>
              <a:ext cx="28575" cy="157163"/>
            </a:xfrm>
            <a:custGeom>
              <a:avLst/>
              <a:gdLst>
                <a:gd name="T0" fmla="*/ 13 w 18"/>
                <a:gd name="T1" fmla="*/ 10 h 99"/>
                <a:gd name="T2" fmla="*/ 13 w 18"/>
                <a:gd name="T3" fmla="*/ 10 h 99"/>
                <a:gd name="T4" fmla="*/ 2 w 18"/>
                <a:gd name="T5" fmla="*/ 5 h 99"/>
                <a:gd name="T6" fmla="*/ 0 w 18"/>
                <a:gd name="T7" fmla="*/ 0 h 99"/>
                <a:gd name="T8" fmla="*/ 0 w 18"/>
                <a:gd name="T9" fmla="*/ 98 h 99"/>
                <a:gd name="T10" fmla="*/ 4 w 18"/>
                <a:gd name="T11" fmla="*/ 99 h 99"/>
                <a:gd name="T12" fmla="*/ 18 w 18"/>
                <a:gd name="T13" fmla="*/ 85 h 99"/>
                <a:gd name="T14" fmla="*/ 18 w 18"/>
                <a:gd name="T15" fmla="*/ 9 h 99"/>
                <a:gd name="T16" fmla="*/ 13 w 18"/>
                <a:gd name="T17" fmla="*/ 1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9">
                  <a:moveTo>
                    <a:pt x="13" y="10"/>
                  </a:moveTo>
                  <a:cubicBezTo>
                    <a:pt x="13" y="10"/>
                    <a:pt x="13" y="10"/>
                    <a:pt x="13" y="10"/>
                  </a:cubicBezTo>
                  <a:cubicBezTo>
                    <a:pt x="9" y="10"/>
                    <a:pt x="5" y="8"/>
                    <a:pt x="2" y="5"/>
                  </a:cubicBezTo>
                  <a:cubicBezTo>
                    <a:pt x="1" y="3"/>
                    <a:pt x="0" y="2"/>
                    <a:pt x="0" y="0"/>
                  </a:cubicBezTo>
                  <a:cubicBezTo>
                    <a:pt x="0" y="98"/>
                    <a:pt x="0" y="98"/>
                    <a:pt x="0" y="98"/>
                  </a:cubicBezTo>
                  <a:cubicBezTo>
                    <a:pt x="1" y="99"/>
                    <a:pt x="2" y="99"/>
                    <a:pt x="4" y="99"/>
                  </a:cubicBezTo>
                  <a:cubicBezTo>
                    <a:pt x="11" y="99"/>
                    <a:pt x="18" y="93"/>
                    <a:pt x="18" y="85"/>
                  </a:cubicBezTo>
                  <a:cubicBezTo>
                    <a:pt x="18" y="9"/>
                    <a:pt x="18" y="9"/>
                    <a:pt x="18" y="9"/>
                  </a:cubicBezTo>
                  <a:cubicBezTo>
                    <a:pt x="16" y="10"/>
                    <a:pt x="15" y="10"/>
                    <a:pt x="1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15"/>
            <p:cNvSpPr>
              <a:spLocks/>
            </p:cNvSpPr>
            <p:nvPr/>
          </p:nvSpPr>
          <p:spPr bwMode="auto">
            <a:xfrm>
              <a:off x="9213850" y="1685925"/>
              <a:ext cx="101600" cy="320675"/>
            </a:xfrm>
            <a:custGeom>
              <a:avLst/>
              <a:gdLst>
                <a:gd name="T0" fmla="*/ 15 w 64"/>
                <a:gd name="T1" fmla="*/ 100 h 203"/>
                <a:gd name="T2" fmla="*/ 10 w 64"/>
                <a:gd name="T3" fmla="*/ 111 h 203"/>
                <a:gd name="T4" fmla="*/ 10 w 64"/>
                <a:gd name="T5" fmla="*/ 189 h 203"/>
                <a:gd name="T6" fmla="*/ 23 w 64"/>
                <a:gd name="T7" fmla="*/ 203 h 203"/>
                <a:gd name="T8" fmla="*/ 37 w 64"/>
                <a:gd name="T9" fmla="*/ 189 h 203"/>
                <a:gd name="T10" fmla="*/ 37 w 64"/>
                <a:gd name="T11" fmla="*/ 83 h 203"/>
                <a:gd name="T12" fmla="*/ 37 w 64"/>
                <a:gd name="T13" fmla="*/ 62 h 203"/>
                <a:gd name="T14" fmla="*/ 37 w 64"/>
                <a:gd name="T15" fmla="*/ 26 h 203"/>
                <a:gd name="T16" fmla="*/ 43 w 64"/>
                <a:gd name="T17" fmla="*/ 95 h 203"/>
                <a:gd name="T18" fmla="*/ 52 w 64"/>
                <a:gd name="T19" fmla="*/ 104 h 203"/>
                <a:gd name="T20" fmla="*/ 52 w 64"/>
                <a:gd name="T21" fmla="*/ 104 h 203"/>
                <a:gd name="T22" fmla="*/ 61 w 64"/>
                <a:gd name="T23" fmla="*/ 96 h 203"/>
                <a:gd name="T24" fmla="*/ 44 w 64"/>
                <a:gd name="T25" fmla="*/ 6 h 203"/>
                <a:gd name="T26" fmla="*/ 29 w 64"/>
                <a:gd name="T27" fmla="*/ 0 h 203"/>
                <a:gd name="T28" fmla="*/ 28 w 64"/>
                <a:gd name="T29" fmla="*/ 0 h 203"/>
                <a:gd name="T30" fmla="*/ 0 w 64"/>
                <a:gd name="T31" fmla="*/ 0 h 203"/>
                <a:gd name="T32" fmla="*/ 15 w 64"/>
                <a:gd name="T33" fmla="*/ 10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4" h="203">
                  <a:moveTo>
                    <a:pt x="15" y="100"/>
                  </a:moveTo>
                  <a:cubicBezTo>
                    <a:pt x="15" y="104"/>
                    <a:pt x="13" y="108"/>
                    <a:pt x="10" y="111"/>
                  </a:cubicBezTo>
                  <a:cubicBezTo>
                    <a:pt x="10" y="189"/>
                    <a:pt x="10" y="189"/>
                    <a:pt x="10" y="189"/>
                  </a:cubicBezTo>
                  <a:cubicBezTo>
                    <a:pt x="10" y="197"/>
                    <a:pt x="16" y="203"/>
                    <a:pt x="23" y="203"/>
                  </a:cubicBezTo>
                  <a:cubicBezTo>
                    <a:pt x="30" y="203"/>
                    <a:pt x="37" y="197"/>
                    <a:pt x="37" y="189"/>
                  </a:cubicBezTo>
                  <a:cubicBezTo>
                    <a:pt x="37" y="83"/>
                    <a:pt x="37" y="83"/>
                    <a:pt x="37" y="83"/>
                  </a:cubicBezTo>
                  <a:cubicBezTo>
                    <a:pt x="37" y="62"/>
                    <a:pt x="37" y="62"/>
                    <a:pt x="37" y="62"/>
                  </a:cubicBezTo>
                  <a:cubicBezTo>
                    <a:pt x="37" y="26"/>
                    <a:pt x="37" y="26"/>
                    <a:pt x="37" y="26"/>
                  </a:cubicBezTo>
                  <a:cubicBezTo>
                    <a:pt x="41" y="36"/>
                    <a:pt x="46" y="56"/>
                    <a:pt x="43" y="95"/>
                  </a:cubicBezTo>
                  <a:cubicBezTo>
                    <a:pt x="43" y="100"/>
                    <a:pt x="47" y="104"/>
                    <a:pt x="52" y="104"/>
                  </a:cubicBezTo>
                  <a:cubicBezTo>
                    <a:pt x="52" y="104"/>
                    <a:pt x="52" y="104"/>
                    <a:pt x="52" y="104"/>
                  </a:cubicBezTo>
                  <a:cubicBezTo>
                    <a:pt x="57" y="104"/>
                    <a:pt x="61" y="100"/>
                    <a:pt x="61" y="96"/>
                  </a:cubicBezTo>
                  <a:cubicBezTo>
                    <a:pt x="64" y="50"/>
                    <a:pt x="58" y="20"/>
                    <a:pt x="44" y="6"/>
                  </a:cubicBezTo>
                  <a:cubicBezTo>
                    <a:pt x="38" y="1"/>
                    <a:pt x="32" y="0"/>
                    <a:pt x="29" y="0"/>
                  </a:cubicBezTo>
                  <a:cubicBezTo>
                    <a:pt x="28" y="0"/>
                    <a:pt x="28" y="0"/>
                    <a:pt x="28" y="0"/>
                  </a:cubicBezTo>
                  <a:cubicBezTo>
                    <a:pt x="0" y="0"/>
                    <a:pt x="0" y="0"/>
                    <a:pt x="0" y="0"/>
                  </a:cubicBezTo>
                  <a:cubicBezTo>
                    <a:pt x="13" y="19"/>
                    <a:pt x="18" y="52"/>
                    <a:pt x="15"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Oval 16"/>
            <p:cNvSpPr>
              <a:spLocks noChangeArrowheads="1"/>
            </p:cNvSpPr>
            <p:nvPr/>
          </p:nvSpPr>
          <p:spPr bwMode="auto">
            <a:xfrm>
              <a:off x="9186863" y="1597025"/>
              <a:ext cx="77787" cy="777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17"/>
            <p:cNvSpPr>
              <a:spLocks/>
            </p:cNvSpPr>
            <p:nvPr/>
          </p:nvSpPr>
          <p:spPr bwMode="auto">
            <a:xfrm>
              <a:off x="9128125" y="1665288"/>
              <a:ext cx="107950" cy="377825"/>
            </a:xfrm>
            <a:custGeom>
              <a:avLst/>
              <a:gdLst>
                <a:gd name="T0" fmla="*/ 17 w 68"/>
                <a:gd name="T1" fmla="*/ 118 h 239"/>
                <a:gd name="T2" fmla="*/ 4 w 68"/>
                <a:gd name="T3" fmla="*/ 133 h 239"/>
                <a:gd name="T4" fmla="*/ 4 w 68"/>
                <a:gd name="T5" fmla="*/ 223 h 239"/>
                <a:gd name="T6" fmla="*/ 20 w 68"/>
                <a:gd name="T7" fmla="*/ 239 h 239"/>
                <a:gd name="T8" fmla="*/ 36 w 68"/>
                <a:gd name="T9" fmla="*/ 223 h 239"/>
                <a:gd name="T10" fmla="*/ 36 w 68"/>
                <a:gd name="T11" fmla="*/ 97 h 239"/>
                <a:gd name="T12" fmla="*/ 36 w 68"/>
                <a:gd name="T13" fmla="*/ 73 h 239"/>
                <a:gd name="T14" fmla="*/ 36 w 68"/>
                <a:gd name="T15" fmla="*/ 31 h 239"/>
                <a:gd name="T16" fmla="*/ 44 w 68"/>
                <a:gd name="T17" fmla="*/ 111 h 239"/>
                <a:gd name="T18" fmla="*/ 54 w 68"/>
                <a:gd name="T19" fmla="*/ 122 h 239"/>
                <a:gd name="T20" fmla="*/ 54 w 68"/>
                <a:gd name="T21" fmla="*/ 122 h 239"/>
                <a:gd name="T22" fmla="*/ 65 w 68"/>
                <a:gd name="T23" fmla="*/ 113 h 239"/>
                <a:gd name="T24" fmla="*/ 45 w 68"/>
                <a:gd name="T25" fmla="*/ 8 h 239"/>
                <a:gd name="T26" fmla="*/ 27 w 68"/>
                <a:gd name="T27" fmla="*/ 0 h 239"/>
                <a:gd name="T28" fmla="*/ 26 w 68"/>
                <a:gd name="T29" fmla="*/ 0 h 239"/>
                <a:gd name="T30" fmla="*/ 0 w 68"/>
                <a:gd name="T31" fmla="*/ 0 h 239"/>
                <a:gd name="T32" fmla="*/ 17 w 68"/>
                <a:gd name="T33" fmla="*/ 118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39">
                  <a:moveTo>
                    <a:pt x="17" y="118"/>
                  </a:moveTo>
                  <a:cubicBezTo>
                    <a:pt x="17" y="125"/>
                    <a:pt x="11" y="131"/>
                    <a:pt x="4" y="133"/>
                  </a:cubicBezTo>
                  <a:cubicBezTo>
                    <a:pt x="4" y="223"/>
                    <a:pt x="4" y="223"/>
                    <a:pt x="4" y="223"/>
                  </a:cubicBezTo>
                  <a:cubicBezTo>
                    <a:pt x="4" y="232"/>
                    <a:pt x="11" y="239"/>
                    <a:pt x="20" y="239"/>
                  </a:cubicBezTo>
                  <a:cubicBezTo>
                    <a:pt x="29" y="239"/>
                    <a:pt x="36" y="232"/>
                    <a:pt x="36" y="223"/>
                  </a:cubicBezTo>
                  <a:cubicBezTo>
                    <a:pt x="36" y="97"/>
                    <a:pt x="36" y="97"/>
                    <a:pt x="36" y="97"/>
                  </a:cubicBezTo>
                  <a:cubicBezTo>
                    <a:pt x="36" y="73"/>
                    <a:pt x="36" y="73"/>
                    <a:pt x="36" y="73"/>
                  </a:cubicBezTo>
                  <a:cubicBezTo>
                    <a:pt x="36" y="31"/>
                    <a:pt x="36" y="31"/>
                    <a:pt x="36" y="31"/>
                  </a:cubicBezTo>
                  <a:cubicBezTo>
                    <a:pt x="42" y="42"/>
                    <a:pt x="47" y="66"/>
                    <a:pt x="44" y="111"/>
                  </a:cubicBezTo>
                  <a:cubicBezTo>
                    <a:pt x="44" y="117"/>
                    <a:pt x="48" y="122"/>
                    <a:pt x="54" y="122"/>
                  </a:cubicBezTo>
                  <a:cubicBezTo>
                    <a:pt x="54" y="122"/>
                    <a:pt x="54" y="122"/>
                    <a:pt x="54" y="122"/>
                  </a:cubicBezTo>
                  <a:cubicBezTo>
                    <a:pt x="60" y="122"/>
                    <a:pt x="64" y="118"/>
                    <a:pt x="65" y="113"/>
                  </a:cubicBezTo>
                  <a:cubicBezTo>
                    <a:pt x="68" y="59"/>
                    <a:pt x="61" y="23"/>
                    <a:pt x="45" y="8"/>
                  </a:cubicBezTo>
                  <a:cubicBezTo>
                    <a:pt x="37" y="1"/>
                    <a:pt x="30" y="0"/>
                    <a:pt x="27" y="0"/>
                  </a:cubicBezTo>
                  <a:cubicBezTo>
                    <a:pt x="27" y="0"/>
                    <a:pt x="26" y="0"/>
                    <a:pt x="26" y="0"/>
                  </a:cubicBezTo>
                  <a:cubicBezTo>
                    <a:pt x="0" y="0"/>
                    <a:pt x="0" y="0"/>
                    <a:pt x="0" y="0"/>
                  </a:cubicBezTo>
                  <a:cubicBezTo>
                    <a:pt x="15" y="22"/>
                    <a:pt x="20" y="62"/>
                    <a:pt x="17"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18"/>
            <p:cNvSpPr>
              <a:spLocks/>
            </p:cNvSpPr>
            <p:nvPr/>
          </p:nvSpPr>
          <p:spPr bwMode="auto">
            <a:xfrm>
              <a:off x="9101138" y="1857375"/>
              <a:ext cx="23812" cy="185738"/>
            </a:xfrm>
            <a:custGeom>
              <a:avLst/>
              <a:gdLst>
                <a:gd name="T0" fmla="*/ 4 w 15"/>
                <a:gd name="T1" fmla="*/ 6 h 117"/>
                <a:gd name="T2" fmla="*/ 0 w 15"/>
                <a:gd name="T3" fmla="*/ 0 h 117"/>
                <a:gd name="T4" fmla="*/ 0 w 15"/>
                <a:gd name="T5" fmla="*/ 117 h 117"/>
                <a:gd name="T6" fmla="*/ 15 w 15"/>
                <a:gd name="T7" fmla="*/ 101 h 117"/>
                <a:gd name="T8" fmla="*/ 15 w 15"/>
                <a:gd name="T9" fmla="*/ 12 h 117"/>
                <a:gd name="T10" fmla="*/ 4 w 15"/>
                <a:gd name="T11" fmla="*/ 6 h 117"/>
              </a:gdLst>
              <a:ahLst/>
              <a:cxnLst>
                <a:cxn ang="0">
                  <a:pos x="T0" y="T1"/>
                </a:cxn>
                <a:cxn ang="0">
                  <a:pos x="T2" y="T3"/>
                </a:cxn>
                <a:cxn ang="0">
                  <a:pos x="T4" y="T5"/>
                </a:cxn>
                <a:cxn ang="0">
                  <a:pos x="T6" y="T7"/>
                </a:cxn>
                <a:cxn ang="0">
                  <a:pos x="T8" y="T9"/>
                </a:cxn>
                <a:cxn ang="0">
                  <a:pos x="T10" y="T11"/>
                </a:cxn>
              </a:cxnLst>
              <a:rect l="0" t="0" r="r" b="b"/>
              <a:pathLst>
                <a:path w="15" h="117">
                  <a:moveTo>
                    <a:pt x="4" y="6"/>
                  </a:moveTo>
                  <a:cubicBezTo>
                    <a:pt x="2" y="4"/>
                    <a:pt x="1" y="2"/>
                    <a:pt x="0" y="0"/>
                  </a:cubicBezTo>
                  <a:cubicBezTo>
                    <a:pt x="0" y="117"/>
                    <a:pt x="0" y="117"/>
                    <a:pt x="0" y="117"/>
                  </a:cubicBezTo>
                  <a:cubicBezTo>
                    <a:pt x="9" y="116"/>
                    <a:pt x="15" y="109"/>
                    <a:pt x="15" y="101"/>
                  </a:cubicBezTo>
                  <a:cubicBezTo>
                    <a:pt x="15" y="12"/>
                    <a:pt x="15" y="12"/>
                    <a:pt x="15" y="12"/>
                  </a:cubicBezTo>
                  <a:cubicBezTo>
                    <a:pt x="11" y="11"/>
                    <a:pt x="7" y="9"/>
                    <a:pt x="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19"/>
            <p:cNvSpPr>
              <a:spLocks/>
            </p:cNvSpPr>
            <p:nvPr/>
          </p:nvSpPr>
          <p:spPr bwMode="auto">
            <a:xfrm>
              <a:off x="9085263" y="1562100"/>
              <a:ext cx="90487" cy="90488"/>
            </a:xfrm>
            <a:custGeom>
              <a:avLst/>
              <a:gdLst>
                <a:gd name="T0" fmla="*/ 0 w 57"/>
                <a:gd name="T1" fmla="*/ 23 h 57"/>
                <a:gd name="T2" fmla="*/ 0 w 57"/>
                <a:gd name="T3" fmla="*/ 28 h 57"/>
                <a:gd name="T4" fmla="*/ 6 w 57"/>
                <a:gd name="T5" fmla="*/ 46 h 57"/>
                <a:gd name="T6" fmla="*/ 19 w 57"/>
                <a:gd name="T7" fmla="*/ 55 h 57"/>
                <a:gd name="T8" fmla="*/ 20 w 57"/>
                <a:gd name="T9" fmla="*/ 56 h 57"/>
                <a:gd name="T10" fmla="*/ 28 w 57"/>
                <a:gd name="T11" fmla="*/ 57 h 57"/>
                <a:gd name="T12" fmla="*/ 57 w 57"/>
                <a:gd name="T13" fmla="*/ 28 h 57"/>
                <a:gd name="T14" fmla="*/ 28 w 57"/>
                <a:gd name="T15" fmla="*/ 0 h 57"/>
                <a:gd name="T16" fmla="*/ 2 w 57"/>
                <a:gd name="T17" fmla="*/ 16 h 57"/>
                <a:gd name="T18" fmla="*/ 0 w 57"/>
                <a:gd name="T19" fmla="*/ 23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 h="57">
                  <a:moveTo>
                    <a:pt x="0" y="23"/>
                  </a:moveTo>
                  <a:cubicBezTo>
                    <a:pt x="0" y="25"/>
                    <a:pt x="0" y="27"/>
                    <a:pt x="0" y="28"/>
                  </a:cubicBezTo>
                  <a:cubicBezTo>
                    <a:pt x="0" y="35"/>
                    <a:pt x="2" y="42"/>
                    <a:pt x="6" y="46"/>
                  </a:cubicBezTo>
                  <a:cubicBezTo>
                    <a:pt x="10" y="48"/>
                    <a:pt x="14" y="51"/>
                    <a:pt x="19" y="55"/>
                  </a:cubicBezTo>
                  <a:cubicBezTo>
                    <a:pt x="19" y="55"/>
                    <a:pt x="20" y="56"/>
                    <a:pt x="20" y="56"/>
                  </a:cubicBezTo>
                  <a:cubicBezTo>
                    <a:pt x="23" y="57"/>
                    <a:pt x="25" y="57"/>
                    <a:pt x="28" y="57"/>
                  </a:cubicBezTo>
                  <a:cubicBezTo>
                    <a:pt x="44" y="57"/>
                    <a:pt x="57" y="44"/>
                    <a:pt x="57" y="28"/>
                  </a:cubicBezTo>
                  <a:cubicBezTo>
                    <a:pt x="57" y="13"/>
                    <a:pt x="44" y="0"/>
                    <a:pt x="28" y="0"/>
                  </a:cubicBezTo>
                  <a:cubicBezTo>
                    <a:pt x="17" y="0"/>
                    <a:pt x="7" y="6"/>
                    <a:pt x="2" y="16"/>
                  </a:cubicBezTo>
                  <a:cubicBezTo>
                    <a:pt x="2" y="18"/>
                    <a:pt x="1" y="21"/>
                    <a:pt x="0"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20"/>
            <p:cNvSpPr>
              <a:spLocks/>
            </p:cNvSpPr>
            <p:nvPr/>
          </p:nvSpPr>
          <p:spPr bwMode="auto">
            <a:xfrm>
              <a:off x="8988425" y="1866900"/>
              <a:ext cx="34925" cy="219075"/>
            </a:xfrm>
            <a:custGeom>
              <a:avLst/>
              <a:gdLst>
                <a:gd name="T0" fmla="*/ 19 w 22"/>
                <a:gd name="T1" fmla="*/ 14 h 138"/>
                <a:gd name="T2" fmla="*/ 18 w 22"/>
                <a:gd name="T3" fmla="*/ 14 h 138"/>
                <a:gd name="T4" fmla="*/ 4 w 22"/>
                <a:gd name="T5" fmla="*/ 7 h 138"/>
                <a:gd name="T6" fmla="*/ 0 w 22"/>
                <a:gd name="T7" fmla="*/ 0 h 138"/>
                <a:gd name="T8" fmla="*/ 0 w 22"/>
                <a:gd name="T9" fmla="*/ 137 h 138"/>
                <a:gd name="T10" fmla="*/ 3 w 22"/>
                <a:gd name="T11" fmla="*/ 138 h 138"/>
                <a:gd name="T12" fmla="*/ 22 w 22"/>
                <a:gd name="T13" fmla="*/ 119 h 138"/>
                <a:gd name="T14" fmla="*/ 22 w 22"/>
                <a:gd name="T15" fmla="*/ 14 h 138"/>
                <a:gd name="T16" fmla="*/ 19 w 22"/>
                <a:gd name="T17" fmla="*/ 14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138">
                  <a:moveTo>
                    <a:pt x="19" y="14"/>
                  </a:moveTo>
                  <a:cubicBezTo>
                    <a:pt x="19" y="14"/>
                    <a:pt x="18" y="14"/>
                    <a:pt x="18" y="14"/>
                  </a:cubicBezTo>
                  <a:cubicBezTo>
                    <a:pt x="12" y="14"/>
                    <a:pt x="7" y="12"/>
                    <a:pt x="4" y="7"/>
                  </a:cubicBezTo>
                  <a:cubicBezTo>
                    <a:pt x="2" y="5"/>
                    <a:pt x="0" y="3"/>
                    <a:pt x="0" y="0"/>
                  </a:cubicBezTo>
                  <a:cubicBezTo>
                    <a:pt x="0" y="137"/>
                    <a:pt x="0" y="137"/>
                    <a:pt x="0" y="137"/>
                  </a:cubicBezTo>
                  <a:cubicBezTo>
                    <a:pt x="1" y="137"/>
                    <a:pt x="2" y="138"/>
                    <a:pt x="3" y="138"/>
                  </a:cubicBezTo>
                  <a:cubicBezTo>
                    <a:pt x="14" y="138"/>
                    <a:pt x="22" y="129"/>
                    <a:pt x="22" y="119"/>
                  </a:cubicBezTo>
                  <a:cubicBezTo>
                    <a:pt x="22" y="14"/>
                    <a:pt x="22" y="14"/>
                    <a:pt x="22" y="14"/>
                  </a:cubicBezTo>
                  <a:cubicBezTo>
                    <a:pt x="21" y="14"/>
                    <a:pt x="20" y="14"/>
                    <a:pt x="19"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21"/>
            <p:cNvSpPr>
              <a:spLocks/>
            </p:cNvSpPr>
            <p:nvPr/>
          </p:nvSpPr>
          <p:spPr bwMode="auto">
            <a:xfrm>
              <a:off x="9018588" y="1639888"/>
              <a:ext cx="134937" cy="446088"/>
            </a:xfrm>
            <a:custGeom>
              <a:avLst/>
              <a:gdLst>
                <a:gd name="T0" fmla="*/ 47 w 85"/>
                <a:gd name="T1" fmla="*/ 115 h 282"/>
                <a:gd name="T2" fmla="*/ 47 w 85"/>
                <a:gd name="T3" fmla="*/ 87 h 282"/>
                <a:gd name="T4" fmla="*/ 47 w 85"/>
                <a:gd name="T5" fmla="*/ 37 h 282"/>
                <a:gd name="T6" fmla="*/ 57 w 85"/>
                <a:gd name="T7" fmla="*/ 132 h 282"/>
                <a:gd name="T8" fmla="*/ 68 w 85"/>
                <a:gd name="T9" fmla="*/ 145 h 282"/>
                <a:gd name="T10" fmla="*/ 69 w 85"/>
                <a:gd name="T11" fmla="*/ 145 h 282"/>
                <a:gd name="T12" fmla="*/ 81 w 85"/>
                <a:gd name="T13" fmla="*/ 133 h 282"/>
                <a:gd name="T14" fmla="*/ 57 w 85"/>
                <a:gd name="T15" fmla="*/ 10 h 282"/>
                <a:gd name="T16" fmla="*/ 36 w 85"/>
                <a:gd name="T17" fmla="*/ 0 h 282"/>
                <a:gd name="T18" fmla="*/ 36 w 85"/>
                <a:gd name="T19" fmla="*/ 0 h 282"/>
                <a:gd name="T20" fmla="*/ 0 w 85"/>
                <a:gd name="T21" fmla="*/ 0 h 282"/>
                <a:gd name="T22" fmla="*/ 20 w 85"/>
                <a:gd name="T23" fmla="*/ 139 h 282"/>
                <a:gd name="T24" fmla="*/ 10 w 85"/>
                <a:gd name="T25" fmla="*/ 156 h 282"/>
                <a:gd name="T26" fmla="*/ 10 w 85"/>
                <a:gd name="T27" fmla="*/ 263 h 282"/>
                <a:gd name="T28" fmla="*/ 29 w 85"/>
                <a:gd name="T29" fmla="*/ 282 h 282"/>
                <a:gd name="T30" fmla="*/ 47 w 85"/>
                <a:gd name="T31" fmla="*/ 263 h 282"/>
                <a:gd name="T32" fmla="*/ 47 w 85"/>
                <a:gd name="T33" fmla="*/ 115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5" h="282">
                  <a:moveTo>
                    <a:pt x="47" y="115"/>
                  </a:moveTo>
                  <a:cubicBezTo>
                    <a:pt x="47" y="87"/>
                    <a:pt x="47" y="87"/>
                    <a:pt x="47" y="87"/>
                  </a:cubicBezTo>
                  <a:cubicBezTo>
                    <a:pt x="47" y="37"/>
                    <a:pt x="47" y="37"/>
                    <a:pt x="47" y="37"/>
                  </a:cubicBezTo>
                  <a:cubicBezTo>
                    <a:pt x="54" y="51"/>
                    <a:pt x="60" y="79"/>
                    <a:pt x="57" y="132"/>
                  </a:cubicBezTo>
                  <a:cubicBezTo>
                    <a:pt x="56" y="139"/>
                    <a:pt x="62" y="144"/>
                    <a:pt x="68" y="145"/>
                  </a:cubicBezTo>
                  <a:cubicBezTo>
                    <a:pt x="68" y="145"/>
                    <a:pt x="69" y="145"/>
                    <a:pt x="69" y="145"/>
                  </a:cubicBezTo>
                  <a:cubicBezTo>
                    <a:pt x="75" y="145"/>
                    <a:pt x="81" y="140"/>
                    <a:pt x="81" y="133"/>
                  </a:cubicBezTo>
                  <a:cubicBezTo>
                    <a:pt x="85" y="70"/>
                    <a:pt x="77" y="28"/>
                    <a:pt x="57" y="10"/>
                  </a:cubicBezTo>
                  <a:cubicBezTo>
                    <a:pt x="49" y="2"/>
                    <a:pt x="41" y="0"/>
                    <a:pt x="36" y="0"/>
                  </a:cubicBezTo>
                  <a:cubicBezTo>
                    <a:pt x="36" y="0"/>
                    <a:pt x="36" y="0"/>
                    <a:pt x="36" y="0"/>
                  </a:cubicBezTo>
                  <a:cubicBezTo>
                    <a:pt x="0" y="0"/>
                    <a:pt x="0" y="0"/>
                    <a:pt x="0" y="0"/>
                  </a:cubicBezTo>
                  <a:cubicBezTo>
                    <a:pt x="17" y="27"/>
                    <a:pt x="24" y="73"/>
                    <a:pt x="20" y="139"/>
                  </a:cubicBezTo>
                  <a:cubicBezTo>
                    <a:pt x="20" y="146"/>
                    <a:pt x="16" y="152"/>
                    <a:pt x="10" y="156"/>
                  </a:cubicBezTo>
                  <a:cubicBezTo>
                    <a:pt x="10" y="263"/>
                    <a:pt x="10" y="263"/>
                    <a:pt x="10" y="263"/>
                  </a:cubicBezTo>
                  <a:cubicBezTo>
                    <a:pt x="10" y="273"/>
                    <a:pt x="18" y="282"/>
                    <a:pt x="29" y="282"/>
                  </a:cubicBezTo>
                  <a:cubicBezTo>
                    <a:pt x="39" y="282"/>
                    <a:pt x="47" y="273"/>
                    <a:pt x="47" y="263"/>
                  </a:cubicBezTo>
                  <a:lnTo>
                    <a:pt x="47" y="1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Oval 22"/>
            <p:cNvSpPr>
              <a:spLocks noChangeArrowheads="1"/>
            </p:cNvSpPr>
            <p:nvPr/>
          </p:nvSpPr>
          <p:spPr bwMode="auto">
            <a:xfrm>
              <a:off x="8974138" y="1519238"/>
              <a:ext cx="107950" cy="1079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23"/>
            <p:cNvSpPr>
              <a:spLocks/>
            </p:cNvSpPr>
            <p:nvPr/>
          </p:nvSpPr>
          <p:spPr bwMode="auto">
            <a:xfrm>
              <a:off x="8856663" y="1879600"/>
              <a:ext cx="38100" cy="255588"/>
            </a:xfrm>
            <a:custGeom>
              <a:avLst/>
              <a:gdLst>
                <a:gd name="T0" fmla="*/ 23 w 24"/>
                <a:gd name="T1" fmla="*/ 16 h 161"/>
                <a:gd name="T2" fmla="*/ 21 w 24"/>
                <a:gd name="T3" fmla="*/ 16 h 161"/>
                <a:gd name="T4" fmla="*/ 5 w 24"/>
                <a:gd name="T5" fmla="*/ 8 h 161"/>
                <a:gd name="T6" fmla="*/ 0 w 24"/>
                <a:gd name="T7" fmla="*/ 0 h 161"/>
                <a:gd name="T8" fmla="*/ 0 w 24"/>
                <a:gd name="T9" fmla="*/ 161 h 161"/>
                <a:gd name="T10" fmla="*/ 2 w 24"/>
                <a:gd name="T11" fmla="*/ 161 h 161"/>
                <a:gd name="T12" fmla="*/ 24 w 24"/>
                <a:gd name="T13" fmla="*/ 139 h 161"/>
                <a:gd name="T14" fmla="*/ 24 w 24"/>
                <a:gd name="T15" fmla="*/ 16 h 161"/>
                <a:gd name="T16" fmla="*/ 23 w 24"/>
                <a:gd name="T17" fmla="*/ 16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161">
                  <a:moveTo>
                    <a:pt x="23" y="16"/>
                  </a:moveTo>
                  <a:cubicBezTo>
                    <a:pt x="22" y="16"/>
                    <a:pt x="22" y="16"/>
                    <a:pt x="21" y="16"/>
                  </a:cubicBezTo>
                  <a:cubicBezTo>
                    <a:pt x="15" y="16"/>
                    <a:pt x="9" y="13"/>
                    <a:pt x="5" y="8"/>
                  </a:cubicBezTo>
                  <a:cubicBezTo>
                    <a:pt x="3" y="6"/>
                    <a:pt x="1" y="3"/>
                    <a:pt x="0" y="0"/>
                  </a:cubicBezTo>
                  <a:cubicBezTo>
                    <a:pt x="0" y="161"/>
                    <a:pt x="0" y="161"/>
                    <a:pt x="0" y="161"/>
                  </a:cubicBezTo>
                  <a:cubicBezTo>
                    <a:pt x="1" y="161"/>
                    <a:pt x="2" y="161"/>
                    <a:pt x="2" y="161"/>
                  </a:cubicBezTo>
                  <a:cubicBezTo>
                    <a:pt x="14" y="161"/>
                    <a:pt x="24" y="151"/>
                    <a:pt x="24" y="139"/>
                  </a:cubicBezTo>
                  <a:cubicBezTo>
                    <a:pt x="24" y="16"/>
                    <a:pt x="24" y="16"/>
                    <a:pt x="24" y="16"/>
                  </a:cubicBezTo>
                  <a:cubicBezTo>
                    <a:pt x="24" y="16"/>
                    <a:pt x="23" y="16"/>
                    <a:pt x="23"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24"/>
            <p:cNvSpPr>
              <a:spLocks/>
            </p:cNvSpPr>
            <p:nvPr/>
          </p:nvSpPr>
          <p:spPr bwMode="auto">
            <a:xfrm>
              <a:off x="8893175" y="1611313"/>
              <a:ext cx="153987" cy="523875"/>
            </a:xfrm>
            <a:custGeom>
              <a:avLst/>
              <a:gdLst>
                <a:gd name="T0" fmla="*/ 53 w 97"/>
                <a:gd name="T1" fmla="*/ 135 h 331"/>
                <a:gd name="T2" fmla="*/ 53 w 97"/>
                <a:gd name="T3" fmla="*/ 102 h 331"/>
                <a:gd name="T4" fmla="*/ 53 w 97"/>
                <a:gd name="T5" fmla="*/ 43 h 331"/>
                <a:gd name="T6" fmla="*/ 65 w 97"/>
                <a:gd name="T7" fmla="*/ 155 h 331"/>
                <a:gd name="T8" fmla="*/ 78 w 97"/>
                <a:gd name="T9" fmla="*/ 170 h 331"/>
                <a:gd name="T10" fmla="*/ 79 w 97"/>
                <a:gd name="T11" fmla="*/ 170 h 331"/>
                <a:gd name="T12" fmla="*/ 93 w 97"/>
                <a:gd name="T13" fmla="*/ 157 h 331"/>
                <a:gd name="T14" fmla="*/ 65 w 97"/>
                <a:gd name="T15" fmla="*/ 11 h 331"/>
                <a:gd name="T16" fmla="*/ 41 w 97"/>
                <a:gd name="T17" fmla="*/ 0 h 331"/>
                <a:gd name="T18" fmla="*/ 40 w 97"/>
                <a:gd name="T19" fmla="*/ 0 h 331"/>
                <a:gd name="T20" fmla="*/ 0 w 97"/>
                <a:gd name="T21" fmla="*/ 0 h 331"/>
                <a:gd name="T22" fmla="*/ 24 w 97"/>
                <a:gd name="T23" fmla="*/ 163 h 331"/>
                <a:gd name="T24" fmla="*/ 9 w 97"/>
                <a:gd name="T25" fmla="*/ 184 h 331"/>
                <a:gd name="T26" fmla="*/ 9 w 97"/>
                <a:gd name="T27" fmla="*/ 309 h 331"/>
                <a:gd name="T28" fmla="*/ 31 w 97"/>
                <a:gd name="T29" fmla="*/ 331 h 331"/>
                <a:gd name="T30" fmla="*/ 53 w 97"/>
                <a:gd name="T31" fmla="*/ 309 h 331"/>
                <a:gd name="T32" fmla="*/ 53 w 97"/>
                <a:gd name="T33" fmla="*/ 135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7" h="331">
                  <a:moveTo>
                    <a:pt x="53" y="135"/>
                  </a:moveTo>
                  <a:cubicBezTo>
                    <a:pt x="53" y="102"/>
                    <a:pt x="53" y="102"/>
                    <a:pt x="53" y="102"/>
                  </a:cubicBezTo>
                  <a:cubicBezTo>
                    <a:pt x="53" y="43"/>
                    <a:pt x="53" y="43"/>
                    <a:pt x="53" y="43"/>
                  </a:cubicBezTo>
                  <a:cubicBezTo>
                    <a:pt x="61" y="59"/>
                    <a:pt x="68" y="93"/>
                    <a:pt x="65" y="155"/>
                  </a:cubicBezTo>
                  <a:cubicBezTo>
                    <a:pt x="64" y="163"/>
                    <a:pt x="70" y="170"/>
                    <a:pt x="78" y="170"/>
                  </a:cubicBezTo>
                  <a:cubicBezTo>
                    <a:pt x="78" y="170"/>
                    <a:pt x="79" y="170"/>
                    <a:pt x="79" y="170"/>
                  </a:cubicBezTo>
                  <a:cubicBezTo>
                    <a:pt x="86" y="170"/>
                    <a:pt x="93" y="164"/>
                    <a:pt x="93" y="157"/>
                  </a:cubicBezTo>
                  <a:cubicBezTo>
                    <a:pt x="97" y="82"/>
                    <a:pt x="88" y="33"/>
                    <a:pt x="65" y="11"/>
                  </a:cubicBezTo>
                  <a:cubicBezTo>
                    <a:pt x="55" y="2"/>
                    <a:pt x="46" y="0"/>
                    <a:pt x="41" y="0"/>
                  </a:cubicBezTo>
                  <a:cubicBezTo>
                    <a:pt x="40" y="0"/>
                    <a:pt x="40" y="0"/>
                    <a:pt x="40" y="0"/>
                  </a:cubicBezTo>
                  <a:cubicBezTo>
                    <a:pt x="0" y="0"/>
                    <a:pt x="0" y="0"/>
                    <a:pt x="0" y="0"/>
                  </a:cubicBezTo>
                  <a:cubicBezTo>
                    <a:pt x="20" y="31"/>
                    <a:pt x="28" y="86"/>
                    <a:pt x="24" y="163"/>
                  </a:cubicBezTo>
                  <a:cubicBezTo>
                    <a:pt x="23" y="173"/>
                    <a:pt x="18" y="181"/>
                    <a:pt x="9" y="184"/>
                  </a:cubicBezTo>
                  <a:cubicBezTo>
                    <a:pt x="9" y="309"/>
                    <a:pt x="9" y="309"/>
                    <a:pt x="9" y="309"/>
                  </a:cubicBezTo>
                  <a:cubicBezTo>
                    <a:pt x="9" y="321"/>
                    <a:pt x="19" y="331"/>
                    <a:pt x="31" y="331"/>
                  </a:cubicBezTo>
                  <a:cubicBezTo>
                    <a:pt x="44" y="331"/>
                    <a:pt x="53" y="321"/>
                    <a:pt x="53" y="309"/>
                  </a:cubicBezTo>
                  <a:lnTo>
                    <a:pt x="53"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25"/>
            <p:cNvSpPr>
              <a:spLocks/>
            </p:cNvSpPr>
            <p:nvPr/>
          </p:nvSpPr>
          <p:spPr bwMode="auto">
            <a:xfrm>
              <a:off x="8837613" y="1468438"/>
              <a:ext cx="127000" cy="127000"/>
            </a:xfrm>
            <a:custGeom>
              <a:avLst/>
              <a:gdLst>
                <a:gd name="T0" fmla="*/ 12 w 80"/>
                <a:gd name="T1" fmla="*/ 68 h 80"/>
                <a:gd name="T2" fmla="*/ 23 w 80"/>
                <a:gd name="T3" fmla="*/ 76 h 80"/>
                <a:gd name="T4" fmla="*/ 40 w 80"/>
                <a:gd name="T5" fmla="*/ 80 h 80"/>
                <a:gd name="T6" fmla="*/ 80 w 80"/>
                <a:gd name="T7" fmla="*/ 40 h 80"/>
                <a:gd name="T8" fmla="*/ 40 w 80"/>
                <a:gd name="T9" fmla="*/ 0 h 80"/>
                <a:gd name="T10" fmla="*/ 0 w 80"/>
                <a:gd name="T11" fmla="*/ 40 h 80"/>
                <a:gd name="T12" fmla="*/ 12 w 80"/>
                <a:gd name="T13" fmla="*/ 68 h 80"/>
              </a:gdLst>
              <a:ahLst/>
              <a:cxnLst>
                <a:cxn ang="0">
                  <a:pos x="T0" y="T1"/>
                </a:cxn>
                <a:cxn ang="0">
                  <a:pos x="T2" y="T3"/>
                </a:cxn>
                <a:cxn ang="0">
                  <a:pos x="T4" y="T5"/>
                </a:cxn>
                <a:cxn ang="0">
                  <a:pos x="T6" y="T7"/>
                </a:cxn>
                <a:cxn ang="0">
                  <a:pos x="T8" y="T9"/>
                </a:cxn>
                <a:cxn ang="0">
                  <a:pos x="T10" y="T11"/>
                </a:cxn>
                <a:cxn ang="0">
                  <a:pos x="T12" y="T13"/>
                </a:cxn>
              </a:cxnLst>
              <a:rect l="0" t="0" r="r" b="b"/>
              <a:pathLst>
                <a:path w="80" h="80">
                  <a:moveTo>
                    <a:pt x="12" y="68"/>
                  </a:moveTo>
                  <a:cubicBezTo>
                    <a:pt x="15" y="70"/>
                    <a:pt x="19" y="73"/>
                    <a:pt x="23" y="76"/>
                  </a:cubicBezTo>
                  <a:cubicBezTo>
                    <a:pt x="28" y="79"/>
                    <a:pt x="34" y="80"/>
                    <a:pt x="40" y="80"/>
                  </a:cubicBezTo>
                  <a:cubicBezTo>
                    <a:pt x="62" y="80"/>
                    <a:pt x="80" y="62"/>
                    <a:pt x="80" y="40"/>
                  </a:cubicBezTo>
                  <a:cubicBezTo>
                    <a:pt x="80" y="18"/>
                    <a:pt x="62" y="0"/>
                    <a:pt x="40" y="0"/>
                  </a:cubicBezTo>
                  <a:cubicBezTo>
                    <a:pt x="18" y="0"/>
                    <a:pt x="0" y="18"/>
                    <a:pt x="0" y="40"/>
                  </a:cubicBezTo>
                  <a:cubicBezTo>
                    <a:pt x="0" y="51"/>
                    <a:pt x="5" y="61"/>
                    <a:pt x="12"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26"/>
            <p:cNvSpPr>
              <a:spLocks/>
            </p:cNvSpPr>
            <p:nvPr/>
          </p:nvSpPr>
          <p:spPr bwMode="auto">
            <a:xfrm>
              <a:off x="8701088" y="1893888"/>
              <a:ext cx="49212" cy="300038"/>
            </a:xfrm>
            <a:custGeom>
              <a:avLst/>
              <a:gdLst>
                <a:gd name="T0" fmla="*/ 26 w 31"/>
                <a:gd name="T1" fmla="*/ 19 h 189"/>
                <a:gd name="T2" fmla="*/ 25 w 31"/>
                <a:gd name="T3" fmla="*/ 19 h 189"/>
                <a:gd name="T4" fmla="*/ 5 w 31"/>
                <a:gd name="T5" fmla="*/ 9 h 189"/>
                <a:gd name="T6" fmla="*/ 0 w 31"/>
                <a:gd name="T7" fmla="*/ 0 h 189"/>
                <a:gd name="T8" fmla="*/ 0 w 31"/>
                <a:gd name="T9" fmla="*/ 189 h 189"/>
                <a:gd name="T10" fmla="*/ 5 w 31"/>
                <a:gd name="T11" fmla="*/ 189 h 189"/>
                <a:gd name="T12" fmla="*/ 31 w 31"/>
                <a:gd name="T13" fmla="*/ 163 h 189"/>
                <a:gd name="T14" fmla="*/ 31 w 31"/>
                <a:gd name="T15" fmla="*/ 18 h 189"/>
                <a:gd name="T16" fmla="*/ 26 w 31"/>
                <a:gd name="T17" fmla="*/ 1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189">
                  <a:moveTo>
                    <a:pt x="26" y="19"/>
                  </a:moveTo>
                  <a:cubicBezTo>
                    <a:pt x="26" y="19"/>
                    <a:pt x="25" y="19"/>
                    <a:pt x="25" y="19"/>
                  </a:cubicBezTo>
                  <a:cubicBezTo>
                    <a:pt x="17" y="18"/>
                    <a:pt x="10" y="15"/>
                    <a:pt x="5" y="9"/>
                  </a:cubicBezTo>
                  <a:cubicBezTo>
                    <a:pt x="3" y="6"/>
                    <a:pt x="1" y="3"/>
                    <a:pt x="0" y="0"/>
                  </a:cubicBezTo>
                  <a:cubicBezTo>
                    <a:pt x="0" y="189"/>
                    <a:pt x="0" y="189"/>
                    <a:pt x="0" y="189"/>
                  </a:cubicBezTo>
                  <a:cubicBezTo>
                    <a:pt x="1" y="189"/>
                    <a:pt x="3" y="189"/>
                    <a:pt x="5" y="189"/>
                  </a:cubicBezTo>
                  <a:cubicBezTo>
                    <a:pt x="19" y="189"/>
                    <a:pt x="31" y="178"/>
                    <a:pt x="31" y="163"/>
                  </a:cubicBezTo>
                  <a:cubicBezTo>
                    <a:pt x="31" y="18"/>
                    <a:pt x="31" y="18"/>
                    <a:pt x="31" y="18"/>
                  </a:cubicBezTo>
                  <a:cubicBezTo>
                    <a:pt x="29" y="19"/>
                    <a:pt x="28" y="19"/>
                    <a:pt x="26"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27"/>
            <p:cNvSpPr>
              <a:spLocks/>
            </p:cNvSpPr>
            <p:nvPr/>
          </p:nvSpPr>
          <p:spPr bwMode="auto">
            <a:xfrm>
              <a:off x="8742363" y="1577975"/>
              <a:ext cx="185737" cy="615950"/>
            </a:xfrm>
            <a:custGeom>
              <a:avLst/>
              <a:gdLst>
                <a:gd name="T0" fmla="*/ 66 w 118"/>
                <a:gd name="T1" fmla="*/ 159 h 389"/>
                <a:gd name="T2" fmla="*/ 66 w 118"/>
                <a:gd name="T3" fmla="*/ 119 h 389"/>
                <a:gd name="T4" fmla="*/ 66 w 118"/>
                <a:gd name="T5" fmla="*/ 50 h 389"/>
                <a:gd name="T6" fmla="*/ 79 w 118"/>
                <a:gd name="T7" fmla="*/ 182 h 389"/>
                <a:gd name="T8" fmla="*/ 95 w 118"/>
                <a:gd name="T9" fmla="*/ 200 h 389"/>
                <a:gd name="T10" fmla="*/ 96 w 118"/>
                <a:gd name="T11" fmla="*/ 200 h 389"/>
                <a:gd name="T12" fmla="*/ 113 w 118"/>
                <a:gd name="T13" fmla="*/ 184 h 389"/>
                <a:gd name="T14" fmla="*/ 80 w 118"/>
                <a:gd name="T15" fmla="*/ 13 h 389"/>
                <a:gd name="T16" fmla="*/ 51 w 118"/>
                <a:gd name="T17" fmla="*/ 0 h 389"/>
                <a:gd name="T18" fmla="*/ 50 w 118"/>
                <a:gd name="T19" fmla="*/ 0 h 389"/>
                <a:gd name="T20" fmla="*/ 0 w 118"/>
                <a:gd name="T21" fmla="*/ 0 h 389"/>
                <a:gd name="T22" fmla="*/ 29 w 118"/>
                <a:gd name="T23" fmla="*/ 192 h 389"/>
                <a:gd name="T24" fmla="*/ 14 w 118"/>
                <a:gd name="T25" fmla="*/ 215 h 389"/>
                <a:gd name="T26" fmla="*/ 14 w 118"/>
                <a:gd name="T27" fmla="*/ 363 h 389"/>
                <a:gd name="T28" fmla="*/ 40 w 118"/>
                <a:gd name="T29" fmla="*/ 389 h 389"/>
                <a:gd name="T30" fmla="*/ 66 w 118"/>
                <a:gd name="T31" fmla="*/ 363 h 389"/>
                <a:gd name="T32" fmla="*/ 66 w 118"/>
                <a:gd name="T33" fmla="*/ 159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8" h="389">
                  <a:moveTo>
                    <a:pt x="66" y="159"/>
                  </a:moveTo>
                  <a:cubicBezTo>
                    <a:pt x="66" y="119"/>
                    <a:pt x="66" y="119"/>
                    <a:pt x="66" y="119"/>
                  </a:cubicBezTo>
                  <a:cubicBezTo>
                    <a:pt x="66" y="50"/>
                    <a:pt x="66" y="50"/>
                    <a:pt x="66" y="50"/>
                  </a:cubicBezTo>
                  <a:cubicBezTo>
                    <a:pt x="75" y="70"/>
                    <a:pt x="83" y="109"/>
                    <a:pt x="79" y="182"/>
                  </a:cubicBezTo>
                  <a:cubicBezTo>
                    <a:pt x="79" y="191"/>
                    <a:pt x="86" y="199"/>
                    <a:pt x="95" y="200"/>
                  </a:cubicBezTo>
                  <a:cubicBezTo>
                    <a:pt x="95" y="200"/>
                    <a:pt x="96" y="200"/>
                    <a:pt x="96" y="200"/>
                  </a:cubicBezTo>
                  <a:cubicBezTo>
                    <a:pt x="105" y="200"/>
                    <a:pt x="112" y="193"/>
                    <a:pt x="113" y="184"/>
                  </a:cubicBezTo>
                  <a:cubicBezTo>
                    <a:pt x="118" y="96"/>
                    <a:pt x="107" y="38"/>
                    <a:pt x="80" y="13"/>
                  </a:cubicBezTo>
                  <a:cubicBezTo>
                    <a:pt x="68" y="2"/>
                    <a:pt x="57" y="0"/>
                    <a:pt x="51" y="0"/>
                  </a:cubicBezTo>
                  <a:cubicBezTo>
                    <a:pt x="50" y="0"/>
                    <a:pt x="50" y="0"/>
                    <a:pt x="50" y="0"/>
                  </a:cubicBezTo>
                  <a:cubicBezTo>
                    <a:pt x="0" y="0"/>
                    <a:pt x="0" y="0"/>
                    <a:pt x="0" y="0"/>
                  </a:cubicBezTo>
                  <a:cubicBezTo>
                    <a:pt x="25" y="36"/>
                    <a:pt x="34" y="101"/>
                    <a:pt x="29" y="192"/>
                  </a:cubicBezTo>
                  <a:cubicBezTo>
                    <a:pt x="28" y="202"/>
                    <a:pt x="22" y="210"/>
                    <a:pt x="14" y="215"/>
                  </a:cubicBezTo>
                  <a:cubicBezTo>
                    <a:pt x="14" y="363"/>
                    <a:pt x="14" y="363"/>
                    <a:pt x="14" y="363"/>
                  </a:cubicBezTo>
                  <a:cubicBezTo>
                    <a:pt x="14" y="378"/>
                    <a:pt x="26" y="389"/>
                    <a:pt x="40" y="389"/>
                  </a:cubicBezTo>
                  <a:cubicBezTo>
                    <a:pt x="54" y="389"/>
                    <a:pt x="66" y="378"/>
                    <a:pt x="66" y="363"/>
                  </a:cubicBezTo>
                  <a:lnTo>
                    <a:pt x="66" y="1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Oval 28"/>
            <p:cNvSpPr>
              <a:spLocks noChangeArrowheads="1"/>
            </p:cNvSpPr>
            <p:nvPr/>
          </p:nvSpPr>
          <p:spPr bwMode="auto">
            <a:xfrm>
              <a:off x="8682038" y="1409700"/>
              <a:ext cx="147637" cy="1492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29"/>
            <p:cNvSpPr>
              <a:spLocks/>
            </p:cNvSpPr>
            <p:nvPr/>
          </p:nvSpPr>
          <p:spPr bwMode="auto">
            <a:xfrm>
              <a:off x="8523288" y="1909763"/>
              <a:ext cx="49212" cy="354013"/>
            </a:xfrm>
            <a:custGeom>
              <a:avLst/>
              <a:gdLst>
                <a:gd name="T0" fmla="*/ 29 w 31"/>
                <a:gd name="T1" fmla="*/ 22 h 223"/>
                <a:gd name="T2" fmla="*/ 6 w 31"/>
                <a:gd name="T3" fmla="*/ 11 h 223"/>
                <a:gd name="T4" fmla="*/ 0 w 31"/>
                <a:gd name="T5" fmla="*/ 0 h 223"/>
                <a:gd name="T6" fmla="*/ 0 w 31"/>
                <a:gd name="T7" fmla="*/ 223 h 223"/>
                <a:gd name="T8" fmla="*/ 1 w 31"/>
                <a:gd name="T9" fmla="*/ 223 h 223"/>
                <a:gd name="T10" fmla="*/ 31 w 31"/>
                <a:gd name="T11" fmla="*/ 193 h 223"/>
                <a:gd name="T12" fmla="*/ 31 w 31"/>
                <a:gd name="T13" fmla="*/ 22 h 223"/>
                <a:gd name="T14" fmla="*/ 29 w 31"/>
                <a:gd name="T15" fmla="*/ 22 h 2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23">
                  <a:moveTo>
                    <a:pt x="29" y="22"/>
                  </a:moveTo>
                  <a:cubicBezTo>
                    <a:pt x="20" y="22"/>
                    <a:pt x="12" y="18"/>
                    <a:pt x="6" y="11"/>
                  </a:cubicBezTo>
                  <a:cubicBezTo>
                    <a:pt x="3" y="8"/>
                    <a:pt x="1" y="4"/>
                    <a:pt x="0" y="0"/>
                  </a:cubicBezTo>
                  <a:cubicBezTo>
                    <a:pt x="0" y="223"/>
                    <a:pt x="0" y="223"/>
                    <a:pt x="0" y="223"/>
                  </a:cubicBezTo>
                  <a:cubicBezTo>
                    <a:pt x="0" y="223"/>
                    <a:pt x="0" y="223"/>
                    <a:pt x="1" y="223"/>
                  </a:cubicBezTo>
                  <a:cubicBezTo>
                    <a:pt x="17" y="223"/>
                    <a:pt x="31" y="209"/>
                    <a:pt x="31" y="193"/>
                  </a:cubicBezTo>
                  <a:cubicBezTo>
                    <a:pt x="31" y="22"/>
                    <a:pt x="31" y="22"/>
                    <a:pt x="31" y="22"/>
                  </a:cubicBezTo>
                  <a:cubicBezTo>
                    <a:pt x="30" y="22"/>
                    <a:pt x="30" y="22"/>
                    <a:pt x="29"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30"/>
            <p:cNvSpPr>
              <a:spLocks/>
            </p:cNvSpPr>
            <p:nvPr/>
          </p:nvSpPr>
          <p:spPr bwMode="auto">
            <a:xfrm>
              <a:off x="8572500" y="1538288"/>
              <a:ext cx="209550" cy="725488"/>
            </a:xfrm>
            <a:custGeom>
              <a:avLst/>
              <a:gdLst>
                <a:gd name="T0" fmla="*/ 72 w 133"/>
                <a:gd name="T1" fmla="*/ 187 h 458"/>
                <a:gd name="T2" fmla="*/ 72 w 133"/>
                <a:gd name="T3" fmla="*/ 140 h 458"/>
                <a:gd name="T4" fmla="*/ 72 w 133"/>
                <a:gd name="T5" fmla="*/ 59 h 458"/>
                <a:gd name="T6" fmla="*/ 88 w 133"/>
                <a:gd name="T7" fmla="*/ 214 h 458"/>
                <a:gd name="T8" fmla="*/ 106 w 133"/>
                <a:gd name="T9" fmla="*/ 235 h 458"/>
                <a:gd name="T10" fmla="*/ 107 w 133"/>
                <a:gd name="T11" fmla="*/ 235 h 458"/>
                <a:gd name="T12" fmla="*/ 127 w 133"/>
                <a:gd name="T13" fmla="*/ 217 h 458"/>
                <a:gd name="T14" fmla="*/ 89 w 133"/>
                <a:gd name="T15" fmla="*/ 15 h 458"/>
                <a:gd name="T16" fmla="*/ 54 w 133"/>
                <a:gd name="T17" fmla="*/ 0 h 458"/>
                <a:gd name="T18" fmla="*/ 53 w 133"/>
                <a:gd name="T19" fmla="*/ 0 h 458"/>
                <a:gd name="T20" fmla="*/ 0 w 133"/>
                <a:gd name="T21" fmla="*/ 0 h 458"/>
                <a:gd name="T22" fmla="*/ 33 w 133"/>
                <a:gd name="T23" fmla="*/ 226 h 458"/>
                <a:gd name="T24" fmla="*/ 11 w 133"/>
                <a:gd name="T25" fmla="*/ 255 h 458"/>
                <a:gd name="T26" fmla="*/ 11 w 133"/>
                <a:gd name="T27" fmla="*/ 428 h 458"/>
                <a:gd name="T28" fmla="*/ 42 w 133"/>
                <a:gd name="T29" fmla="*/ 458 h 458"/>
                <a:gd name="T30" fmla="*/ 72 w 133"/>
                <a:gd name="T31" fmla="*/ 428 h 458"/>
                <a:gd name="T32" fmla="*/ 72 w 133"/>
                <a:gd name="T33" fmla="*/ 187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3" h="458">
                  <a:moveTo>
                    <a:pt x="72" y="187"/>
                  </a:moveTo>
                  <a:cubicBezTo>
                    <a:pt x="72" y="140"/>
                    <a:pt x="72" y="140"/>
                    <a:pt x="72" y="140"/>
                  </a:cubicBezTo>
                  <a:cubicBezTo>
                    <a:pt x="72" y="59"/>
                    <a:pt x="72" y="59"/>
                    <a:pt x="72" y="59"/>
                  </a:cubicBezTo>
                  <a:cubicBezTo>
                    <a:pt x="83" y="82"/>
                    <a:pt x="93" y="128"/>
                    <a:pt x="88" y="214"/>
                  </a:cubicBezTo>
                  <a:cubicBezTo>
                    <a:pt x="87" y="225"/>
                    <a:pt x="95" y="234"/>
                    <a:pt x="106" y="235"/>
                  </a:cubicBezTo>
                  <a:cubicBezTo>
                    <a:pt x="107" y="235"/>
                    <a:pt x="107" y="235"/>
                    <a:pt x="107" y="235"/>
                  </a:cubicBezTo>
                  <a:cubicBezTo>
                    <a:pt x="118" y="235"/>
                    <a:pt x="126" y="227"/>
                    <a:pt x="127" y="217"/>
                  </a:cubicBezTo>
                  <a:cubicBezTo>
                    <a:pt x="133" y="113"/>
                    <a:pt x="120" y="45"/>
                    <a:pt x="89" y="15"/>
                  </a:cubicBezTo>
                  <a:cubicBezTo>
                    <a:pt x="75" y="2"/>
                    <a:pt x="61" y="0"/>
                    <a:pt x="54" y="0"/>
                  </a:cubicBezTo>
                  <a:cubicBezTo>
                    <a:pt x="54" y="0"/>
                    <a:pt x="54" y="0"/>
                    <a:pt x="53" y="0"/>
                  </a:cubicBezTo>
                  <a:cubicBezTo>
                    <a:pt x="0" y="0"/>
                    <a:pt x="0" y="0"/>
                    <a:pt x="0" y="0"/>
                  </a:cubicBezTo>
                  <a:cubicBezTo>
                    <a:pt x="28" y="43"/>
                    <a:pt x="40" y="119"/>
                    <a:pt x="33" y="226"/>
                  </a:cubicBezTo>
                  <a:cubicBezTo>
                    <a:pt x="32" y="240"/>
                    <a:pt x="24" y="251"/>
                    <a:pt x="11" y="255"/>
                  </a:cubicBezTo>
                  <a:cubicBezTo>
                    <a:pt x="11" y="428"/>
                    <a:pt x="11" y="428"/>
                    <a:pt x="11" y="428"/>
                  </a:cubicBezTo>
                  <a:cubicBezTo>
                    <a:pt x="11" y="444"/>
                    <a:pt x="25" y="458"/>
                    <a:pt x="42" y="458"/>
                  </a:cubicBezTo>
                  <a:cubicBezTo>
                    <a:pt x="59" y="458"/>
                    <a:pt x="72" y="444"/>
                    <a:pt x="72" y="428"/>
                  </a:cubicBezTo>
                  <a:lnTo>
                    <a:pt x="72" y="1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31"/>
            <p:cNvSpPr>
              <a:spLocks/>
            </p:cNvSpPr>
            <p:nvPr/>
          </p:nvSpPr>
          <p:spPr bwMode="auto">
            <a:xfrm>
              <a:off x="8493125" y="1339850"/>
              <a:ext cx="176212" cy="176213"/>
            </a:xfrm>
            <a:custGeom>
              <a:avLst/>
              <a:gdLst>
                <a:gd name="T0" fmla="*/ 14 w 111"/>
                <a:gd name="T1" fmla="*/ 92 h 111"/>
                <a:gd name="T2" fmla="*/ 35 w 111"/>
                <a:gd name="T3" fmla="*/ 106 h 111"/>
                <a:gd name="T4" fmla="*/ 36 w 111"/>
                <a:gd name="T5" fmla="*/ 107 h 111"/>
                <a:gd name="T6" fmla="*/ 56 w 111"/>
                <a:gd name="T7" fmla="*/ 111 h 111"/>
                <a:gd name="T8" fmla="*/ 111 w 111"/>
                <a:gd name="T9" fmla="*/ 56 h 111"/>
                <a:gd name="T10" fmla="*/ 56 w 111"/>
                <a:gd name="T11" fmla="*/ 0 h 111"/>
                <a:gd name="T12" fmla="*/ 0 w 111"/>
                <a:gd name="T13" fmla="*/ 56 h 111"/>
                <a:gd name="T14" fmla="*/ 14 w 111"/>
                <a:gd name="T15" fmla="*/ 92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1" h="111">
                  <a:moveTo>
                    <a:pt x="14" y="92"/>
                  </a:moveTo>
                  <a:cubicBezTo>
                    <a:pt x="21" y="95"/>
                    <a:pt x="28" y="100"/>
                    <a:pt x="35" y="106"/>
                  </a:cubicBezTo>
                  <a:cubicBezTo>
                    <a:pt x="35" y="106"/>
                    <a:pt x="35" y="107"/>
                    <a:pt x="36" y="107"/>
                  </a:cubicBezTo>
                  <a:cubicBezTo>
                    <a:pt x="42" y="109"/>
                    <a:pt x="49" y="111"/>
                    <a:pt x="56" y="111"/>
                  </a:cubicBezTo>
                  <a:cubicBezTo>
                    <a:pt x="86" y="111"/>
                    <a:pt x="111" y="86"/>
                    <a:pt x="111" y="56"/>
                  </a:cubicBezTo>
                  <a:cubicBezTo>
                    <a:pt x="111" y="25"/>
                    <a:pt x="86" y="0"/>
                    <a:pt x="56" y="0"/>
                  </a:cubicBezTo>
                  <a:cubicBezTo>
                    <a:pt x="25" y="0"/>
                    <a:pt x="0" y="25"/>
                    <a:pt x="0" y="56"/>
                  </a:cubicBezTo>
                  <a:cubicBezTo>
                    <a:pt x="0" y="70"/>
                    <a:pt x="6" y="82"/>
                    <a:pt x="14" y="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32"/>
            <p:cNvSpPr>
              <a:spLocks/>
            </p:cNvSpPr>
            <p:nvPr/>
          </p:nvSpPr>
          <p:spPr bwMode="auto">
            <a:xfrm>
              <a:off x="8304213" y="1928813"/>
              <a:ext cx="68262" cy="415925"/>
            </a:xfrm>
            <a:custGeom>
              <a:avLst/>
              <a:gdLst>
                <a:gd name="T0" fmla="*/ 37 w 43"/>
                <a:gd name="T1" fmla="*/ 26 h 262"/>
                <a:gd name="T2" fmla="*/ 35 w 43"/>
                <a:gd name="T3" fmla="*/ 26 h 262"/>
                <a:gd name="T4" fmla="*/ 8 w 43"/>
                <a:gd name="T5" fmla="*/ 13 h 262"/>
                <a:gd name="T6" fmla="*/ 0 w 43"/>
                <a:gd name="T7" fmla="*/ 0 h 262"/>
                <a:gd name="T8" fmla="*/ 0 w 43"/>
                <a:gd name="T9" fmla="*/ 262 h 262"/>
                <a:gd name="T10" fmla="*/ 7 w 43"/>
                <a:gd name="T11" fmla="*/ 262 h 262"/>
                <a:gd name="T12" fmla="*/ 43 w 43"/>
                <a:gd name="T13" fmla="*/ 227 h 262"/>
                <a:gd name="T14" fmla="*/ 43 w 43"/>
                <a:gd name="T15" fmla="*/ 26 h 262"/>
                <a:gd name="T16" fmla="*/ 37 w 43"/>
                <a:gd name="T17" fmla="*/ 26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62">
                  <a:moveTo>
                    <a:pt x="37" y="26"/>
                  </a:moveTo>
                  <a:cubicBezTo>
                    <a:pt x="36" y="26"/>
                    <a:pt x="35" y="26"/>
                    <a:pt x="35" y="26"/>
                  </a:cubicBezTo>
                  <a:cubicBezTo>
                    <a:pt x="24" y="26"/>
                    <a:pt x="15" y="21"/>
                    <a:pt x="8" y="13"/>
                  </a:cubicBezTo>
                  <a:cubicBezTo>
                    <a:pt x="4" y="9"/>
                    <a:pt x="2" y="5"/>
                    <a:pt x="0" y="0"/>
                  </a:cubicBezTo>
                  <a:cubicBezTo>
                    <a:pt x="0" y="262"/>
                    <a:pt x="0" y="262"/>
                    <a:pt x="0" y="262"/>
                  </a:cubicBezTo>
                  <a:cubicBezTo>
                    <a:pt x="2" y="262"/>
                    <a:pt x="5" y="262"/>
                    <a:pt x="7" y="262"/>
                  </a:cubicBezTo>
                  <a:cubicBezTo>
                    <a:pt x="27" y="262"/>
                    <a:pt x="43" y="246"/>
                    <a:pt x="43" y="227"/>
                  </a:cubicBezTo>
                  <a:cubicBezTo>
                    <a:pt x="43" y="26"/>
                    <a:pt x="43" y="26"/>
                    <a:pt x="43" y="26"/>
                  </a:cubicBezTo>
                  <a:cubicBezTo>
                    <a:pt x="41" y="26"/>
                    <a:pt x="39" y="26"/>
                    <a:pt x="37"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33"/>
            <p:cNvSpPr>
              <a:spLocks/>
            </p:cNvSpPr>
            <p:nvPr/>
          </p:nvSpPr>
          <p:spPr bwMode="auto">
            <a:xfrm>
              <a:off x="8362950" y="1490663"/>
              <a:ext cx="257175" cy="854075"/>
            </a:xfrm>
            <a:custGeom>
              <a:avLst/>
              <a:gdLst>
                <a:gd name="T0" fmla="*/ 91 w 162"/>
                <a:gd name="T1" fmla="*/ 220 h 539"/>
                <a:gd name="T2" fmla="*/ 91 w 162"/>
                <a:gd name="T3" fmla="*/ 166 h 539"/>
                <a:gd name="T4" fmla="*/ 91 w 162"/>
                <a:gd name="T5" fmla="*/ 70 h 539"/>
                <a:gd name="T6" fmla="*/ 109 w 162"/>
                <a:gd name="T7" fmla="*/ 253 h 539"/>
                <a:gd name="T8" fmla="*/ 131 w 162"/>
                <a:gd name="T9" fmla="*/ 277 h 539"/>
                <a:gd name="T10" fmla="*/ 132 w 162"/>
                <a:gd name="T11" fmla="*/ 277 h 539"/>
                <a:gd name="T12" fmla="*/ 155 w 162"/>
                <a:gd name="T13" fmla="*/ 255 h 539"/>
                <a:gd name="T14" fmla="*/ 110 w 162"/>
                <a:gd name="T15" fmla="*/ 19 h 539"/>
                <a:gd name="T16" fmla="*/ 70 w 162"/>
                <a:gd name="T17" fmla="*/ 1 h 539"/>
                <a:gd name="T18" fmla="*/ 68 w 162"/>
                <a:gd name="T19" fmla="*/ 0 h 539"/>
                <a:gd name="T20" fmla="*/ 0 w 162"/>
                <a:gd name="T21" fmla="*/ 0 h 539"/>
                <a:gd name="T22" fmla="*/ 39 w 162"/>
                <a:gd name="T23" fmla="*/ 266 h 539"/>
                <a:gd name="T24" fmla="*/ 19 w 162"/>
                <a:gd name="T25" fmla="*/ 298 h 539"/>
                <a:gd name="T26" fmla="*/ 19 w 162"/>
                <a:gd name="T27" fmla="*/ 504 h 539"/>
                <a:gd name="T28" fmla="*/ 55 w 162"/>
                <a:gd name="T29" fmla="*/ 539 h 539"/>
                <a:gd name="T30" fmla="*/ 91 w 162"/>
                <a:gd name="T31" fmla="*/ 504 h 539"/>
                <a:gd name="T32" fmla="*/ 91 w 162"/>
                <a:gd name="T33" fmla="*/ 220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2" h="539">
                  <a:moveTo>
                    <a:pt x="91" y="220"/>
                  </a:moveTo>
                  <a:cubicBezTo>
                    <a:pt x="91" y="166"/>
                    <a:pt x="91" y="166"/>
                    <a:pt x="91" y="166"/>
                  </a:cubicBezTo>
                  <a:cubicBezTo>
                    <a:pt x="91" y="70"/>
                    <a:pt x="91" y="70"/>
                    <a:pt x="91" y="70"/>
                  </a:cubicBezTo>
                  <a:cubicBezTo>
                    <a:pt x="103" y="97"/>
                    <a:pt x="115" y="151"/>
                    <a:pt x="109" y="253"/>
                  </a:cubicBezTo>
                  <a:cubicBezTo>
                    <a:pt x="108" y="265"/>
                    <a:pt x="118" y="276"/>
                    <a:pt x="131" y="277"/>
                  </a:cubicBezTo>
                  <a:cubicBezTo>
                    <a:pt x="131" y="277"/>
                    <a:pt x="132" y="277"/>
                    <a:pt x="132" y="277"/>
                  </a:cubicBezTo>
                  <a:cubicBezTo>
                    <a:pt x="144" y="277"/>
                    <a:pt x="154" y="268"/>
                    <a:pt x="155" y="255"/>
                  </a:cubicBezTo>
                  <a:cubicBezTo>
                    <a:pt x="162" y="133"/>
                    <a:pt x="147" y="54"/>
                    <a:pt x="110" y="19"/>
                  </a:cubicBezTo>
                  <a:cubicBezTo>
                    <a:pt x="94" y="3"/>
                    <a:pt x="78" y="1"/>
                    <a:pt x="70" y="1"/>
                  </a:cubicBezTo>
                  <a:cubicBezTo>
                    <a:pt x="69" y="0"/>
                    <a:pt x="69" y="0"/>
                    <a:pt x="68" y="0"/>
                  </a:cubicBezTo>
                  <a:cubicBezTo>
                    <a:pt x="0" y="0"/>
                    <a:pt x="0" y="0"/>
                    <a:pt x="0" y="0"/>
                  </a:cubicBezTo>
                  <a:cubicBezTo>
                    <a:pt x="33" y="51"/>
                    <a:pt x="46" y="140"/>
                    <a:pt x="39" y="266"/>
                  </a:cubicBezTo>
                  <a:cubicBezTo>
                    <a:pt x="38" y="280"/>
                    <a:pt x="30" y="292"/>
                    <a:pt x="19" y="298"/>
                  </a:cubicBezTo>
                  <a:cubicBezTo>
                    <a:pt x="19" y="504"/>
                    <a:pt x="19" y="504"/>
                    <a:pt x="19" y="504"/>
                  </a:cubicBezTo>
                  <a:cubicBezTo>
                    <a:pt x="19" y="523"/>
                    <a:pt x="35" y="539"/>
                    <a:pt x="55" y="539"/>
                  </a:cubicBezTo>
                  <a:cubicBezTo>
                    <a:pt x="75" y="539"/>
                    <a:pt x="91" y="523"/>
                    <a:pt x="91" y="504"/>
                  </a:cubicBezTo>
                  <a:lnTo>
                    <a:pt x="91" y="2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Oval 34"/>
            <p:cNvSpPr>
              <a:spLocks noChangeArrowheads="1"/>
            </p:cNvSpPr>
            <p:nvPr/>
          </p:nvSpPr>
          <p:spPr bwMode="auto">
            <a:xfrm>
              <a:off x="8278813" y="1258888"/>
              <a:ext cx="206375" cy="2063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35"/>
            <p:cNvSpPr>
              <a:spLocks/>
            </p:cNvSpPr>
            <p:nvPr/>
          </p:nvSpPr>
          <p:spPr bwMode="auto">
            <a:xfrm>
              <a:off x="8062913" y="1954213"/>
              <a:ext cx="63500" cy="485775"/>
            </a:xfrm>
            <a:custGeom>
              <a:avLst/>
              <a:gdLst>
                <a:gd name="T0" fmla="*/ 41 w 41"/>
                <a:gd name="T1" fmla="*/ 265 h 307"/>
                <a:gd name="T2" fmla="*/ 41 w 41"/>
                <a:gd name="T3" fmla="*/ 37 h 307"/>
                <a:gd name="T4" fmla="*/ 11 w 41"/>
                <a:gd name="T5" fmla="*/ 22 h 307"/>
                <a:gd name="T6" fmla="*/ 0 w 41"/>
                <a:gd name="T7" fmla="*/ 0 h 307"/>
                <a:gd name="T8" fmla="*/ 0 w 41"/>
                <a:gd name="T9" fmla="*/ 307 h 307"/>
                <a:gd name="T10" fmla="*/ 41 w 41"/>
                <a:gd name="T11" fmla="*/ 265 h 307"/>
              </a:gdLst>
              <a:ahLst/>
              <a:cxnLst>
                <a:cxn ang="0">
                  <a:pos x="T0" y="T1"/>
                </a:cxn>
                <a:cxn ang="0">
                  <a:pos x="T2" y="T3"/>
                </a:cxn>
                <a:cxn ang="0">
                  <a:pos x="T4" y="T5"/>
                </a:cxn>
                <a:cxn ang="0">
                  <a:pos x="T6" y="T7"/>
                </a:cxn>
                <a:cxn ang="0">
                  <a:pos x="T8" y="T9"/>
                </a:cxn>
                <a:cxn ang="0">
                  <a:pos x="T10" y="T11"/>
                </a:cxn>
              </a:cxnLst>
              <a:rect l="0" t="0" r="r" b="b"/>
              <a:pathLst>
                <a:path w="41" h="307">
                  <a:moveTo>
                    <a:pt x="41" y="265"/>
                  </a:moveTo>
                  <a:cubicBezTo>
                    <a:pt x="41" y="37"/>
                    <a:pt x="41" y="37"/>
                    <a:pt x="41" y="37"/>
                  </a:cubicBezTo>
                  <a:cubicBezTo>
                    <a:pt x="29" y="36"/>
                    <a:pt x="19" y="30"/>
                    <a:pt x="11" y="22"/>
                  </a:cubicBezTo>
                  <a:cubicBezTo>
                    <a:pt x="5" y="16"/>
                    <a:pt x="2" y="8"/>
                    <a:pt x="0" y="0"/>
                  </a:cubicBezTo>
                  <a:cubicBezTo>
                    <a:pt x="0" y="307"/>
                    <a:pt x="0" y="307"/>
                    <a:pt x="0" y="307"/>
                  </a:cubicBezTo>
                  <a:cubicBezTo>
                    <a:pt x="23" y="306"/>
                    <a:pt x="41" y="288"/>
                    <a:pt x="41" y="2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36"/>
            <p:cNvSpPr>
              <a:spLocks/>
            </p:cNvSpPr>
            <p:nvPr/>
          </p:nvSpPr>
          <p:spPr bwMode="auto">
            <a:xfrm>
              <a:off x="8121650" y="1436688"/>
              <a:ext cx="296862" cy="1003300"/>
            </a:xfrm>
            <a:custGeom>
              <a:avLst/>
              <a:gdLst>
                <a:gd name="T0" fmla="*/ 61 w 187"/>
                <a:gd name="T1" fmla="*/ 634 h 634"/>
                <a:gd name="T2" fmla="*/ 103 w 187"/>
                <a:gd name="T3" fmla="*/ 592 h 634"/>
                <a:gd name="T4" fmla="*/ 103 w 187"/>
                <a:gd name="T5" fmla="*/ 259 h 634"/>
                <a:gd name="T6" fmla="*/ 103 w 187"/>
                <a:gd name="T7" fmla="*/ 194 h 634"/>
                <a:gd name="T8" fmla="*/ 103 w 187"/>
                <a:gd name="T9" fmla="*/ 82 h 634"/>
                <a:gd name="T10" fmla="*/ 125 w 187"/>
                <a:gd name="T11" fmla="*/ 297 h 634"/>
                <a:gd name="T12" fmla="*/ 150 w 187"/>
                <a:gd name="T13" fmla="*/ 325 h 634"/>
                <a:gd name="T14" fmla="*/ 152 w 187"/>
                <a:gd name="T15" fmla="*/ 325 h 634"/>
                <a:gd name="T16" fmla="*/ 179 w 187"/>
                <a:gd name="T17" fmla="*/ 300 h 634"/>
                <a:gd name="T18" fmla="*/ 126 w 187"/>
                <a:gd name="T19" fmla="*/ 21 h 634"/>
                <a:gd name="T20" fmla="*/ 78 w 187"/>
                <a:gd name="T21" fmla="*/ 0 h 634"/>
                <a:gd name="T22" fmla="*/ 77 w 187"/>
                <a:gd name="T23" fmla="*/ 0 h 634"/>
                <a:gd name="T24" fmla="*/ 0 w 187"/>
                <a:gd name="T25" fmla="*/ 0 h 634"/>
                <a:gd name="T26" fmla="*/ 52 w 187"/>
                <a:gd name="T27" fmla="*/ 321 h 634"/>
                <a:gd name="T28" fmla="*/ 19 w 187"/>
                <a:gd name="T29" fmla="*/ 362 h 634"/>
                <a:gd name="T30" fmla="*/ 19 w 187"/>
                <a:gd name="T31" fmla="*/ 592 h 634"/>
                <a:gd name="T32" fmla="*/ 61 w 187"/>
                <a:gd name="T33" fmla="*/ 634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7" h="634">
                  <a:moveTo>
                    <a:pt x="61" y="634"/>
                  </a:moveTo>
                  <a:cubicBezTo>
                    <a:pt x="84" y="634"/>
                    <a:pt x="103" y="615"/>
                    <a:pt x="103" y="592"/>
                  </a:cubicBezTo>
                  <a:cubicBezTo>
                    <a:pt x="103" y="259"/>
                    <a:pt x="103" y="259"/>
                    <a:pt x="103" y="259"/>
                  </a:cubicBezTo>
                  <a:cubicBezTo>
                    <a:pt x="103" y="194"/>
                    <a:pt x="103" y="194"/>
                    <a:pt x="103" y="194"/>
                  </a:cubicBezTo>
                  <a:cubicBezTo>
                    <a:pt x="103" y="82"/>
                    <a:pt x="103" y="82"/>
                    <a:pt x="103" y="82"/>
                  </a:cubicBezTo>
                  <a:cubicBezTo>
                    <a:pt x="118" y="113"/>
                    <a:pt x="132" y="177"/>
                    <a:pt x="125" y="297"/>
                  </a:cubicBezTo>
                  <a:cubicBezTo>
                    <a:pt x="124" y="312"/>
                    <a:pt x="135" y="324"/>
                    <a:pt x="150" y="325"/>
                  </a:cubicBezTo>
                  <a:cubicBezTo>
                    <a:pt x="151" y="325"/>
                    <a:pt x="151" y="325"/>
                    <a:pt x="152" y="325"/>
                  </a:cubicBezTo>
                  <a:cubicBezTo>
                    <a:pt x="166" y="325"/>
                    <a:pt x="178" y="314"/>
                    <a:pt x="179" y="300"/>
                  </a:cubicBezTo>
                  <a:cubicBezTo>
                    <a:pt x="187" y="156"/>
                    <a:pt x="169" y="62"/>
                    <a:pt x="126" y="21"/>
                  </a:cubicBezTo>
                  <a:cubicBezTo>
                    <a:pt x="107" y="3"/>
                    <a:pt x="88" y="0"/>
                    <a:pt x="78" y="0"/>
                  </a:cubicBezTo>
                  <a:cubicBezTo>
                    <a:pt x="78" y="0"/>
                    <a:pt x="77" y="0"/>
                    <a:pt x="77" y="0"/>
                  </a:cubicBezTo>
                  <a:cubicBezTo>
                    <a:pt x="0" y="0"/>
                    <a:pt x="0" y="0"/>
                    <a:pt x="0" y="0"/>
                  </a:cubicBezTo>
                  <a:cubicBezTo>
                    <a:pt x="43" y="57"/>
                    <a:pt x="61" y="165"/>
                    <a:pt x="52" y="321"/>
                  </a:cubicBezTo>
                  <a:cubicBezTo>
                    <a:pt x="51" y="341"/>
                    <a:pt x="37" y="357"/>
                    <a:pt x="19" y="362"/>
                  </a:cubicBezTo>
                  <a:cubicBezTo>
                    <a:pt x="19" y="592"/>
                    <a:pt x="19" y="592"/>
                    <a:pt x="19" y="592"/>
                  </a:cubicBezTo>
                  <a:cubicBezTo>
                    <a:pt x="19" y="615"/>
                    <a:pt x="38" y="634"/>
                    <a:pt x="61" y="6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37"/>
            <p:cNvSpPr>
              <a:spLocks/>
            </p:cNvSpPr>
            <p:nvPr/>
          </p:nvSpPr>
          <p:spPr bwMode="auto">
            <a:xfrm>
              <a:off x="8020050" y="1162050"/>
              <a:ext cx="241300" cy="242888"/>
            </a:xfrm>
            <a:custGeom>
              <a:avLst/>
              <a:gdLst>
                <a:gd name="T0" fmla="*/ 76 w 153"/>
                <a:gd name="T1" fmla="*/ 153 h 153"/>
                <a:gd name="T2" fmla="*/ 153 w 153"/>
                <a:gd name="T3" fmla="*/ 77 h 153"/>
                <a:gd name="T4" fmla="*/ 76 w 153"/>
                <a:gd name="T5" fmla="*/ 0 h 153"/>
                <a:gd name="T6" fmla="*/ 8 w 153"/>
                <a:gd name="T7" fmla="*/ 42 h 153"/>
                <a:gd name="T8" fmla="*/ 0 w 153"/>
                <a:gd name="T9" fmla="*/ 71 h 153"/>
                <a:gd name="T10" fmla="*/ 0 w 153"/>
                <a:gd name="T11" fmla="*/ 77 h 153"/>
                <a:gd name="T12" fmla="*/ 76 w 153"/>
                <a:gd name="T13" fmla="*/ 153 h 153"/>
              </a:gdLst>
              <a:ahLst/>
              <a:cxnLst>
                <a:cxn ang="0">
                  <a:pos x="T0" y="T1"/>
                </a:cxn>
                <a:cxn ang="0">
                  <a:pos x="T2" y="T3"/>
                </a:cxn>
                <a:cxn ang="0">
                  <a:pos x="T4" y="T5"/>
                </a:cxn>
                <a:cxn ang="0">
                  <a:pos x="T6" y="T7"/>
                </a:cxn>
                <a:cxn ang="0">
                  <a:pos x="T8" y="T9"/>
                </a:cxn>
                <a:cxn ang="0">
                  <a:pos x="T10" y="T11"/>
                </a:cxn>
                <a:cxn ang="0">
                  <a:pos x="T12" y="T13"/>
                </a:cxn>
              </a:cxnLst>
              <a:rect l="0" t="0" r="r" b="b"/>
              <a:pathLst>
                <a:path w="153" h="153">
                  <a:moveTo>
                    <a:pt x="76" y="153"/>
                  </a:moveTo>
                  <a:cubicBezTo>
                    <a:pt x="118" y="153"/>
                    <a:pt x="153" y="119"/>
                    <a:pt x="153" y="77"/>
                  </a:cubicBezTo>
                  <a:cubicBezTo>
                    <a:pt x="153" y="35"/>
                    <a:pt x="118" y="0"/>
                    <a:pt x="76" y="0"/>
                  </a:cubicBezTo>
                  <a:cubicBezTo>
                    <a:pt x="47" y="0"/>
                    <a:pt x="21" y="17"/>
                    <a:pt x="8" y="42"/>
                  </a:cubicBezTo>
                  <a:cubicBezTo>
                    <a:pt x="7" y="52"/>
                    <a:pt x="4" y="62"/>
                    <a:pt x="0" y="71"/>
                  </a:cubicBezTo>
                  <a:cubicBezTo>
                    <a:pt x="0" y="73"/>
                    <a:pt x="0" y="75"/>
                    <a:pt x="0" y="77"/>
                  </a:cubicBezTo>
                  <a:cubicBezTo>
                    <a:pt x="0" y="119"/>
                    <a:pt x="34" y="153"/>
                    <a:pt x="76" y="1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38"/>
            <p:cNvSpPr>
              <a:spLocks/>
            </p:cNvSpPr>
            <p:nvPr/>
          </p:nvSpPr>
          <p:spPr bwMode="auto">
            <a:xfrm>
              <a:off x="7540625" y="1385888"/>
              <a:ext cx="657225" cy="1181100"/>
            </a:xfrm>
            <a:custGeom>
              <a:avLst/>
              <a:gdLst>
                <a:gd name="T0" fmla="*/ 42 w 415"/>
                <a:gd name="T1" fmla="*/ 383 h 746"/>
                <a:gd name="T2" fmla="*/ 44 w 415"/>
                <a:gd name="T3" fmla="*/ 383 h 746"/>
                <a:gd name="T4" fmla="*/ 74 w 415"/>
                <a:gd name="T5" fmla="*/ 349 h 746"/>
                <a:gd name="T6" fmla="*/ 100 w 415"/>
                <a:gd name="T7" fmla="*/ 96 h 746"/>
                <a:gd name="T8" fmla="*/ 100 w 415"/>
                <a:gd name="T9" fmla="*/ 228 h 746"/>
                <a:gd name="T10" fmla="*/ 100 w 415"/>
                <a:gd name="T11" fmla="*/ 304 h 746"/>
                <a:gd name="T12" fmla="*/ 100 w 415"/>
                <a:gd name="T13" fmla="*/ 696 h 746"/>
                <a:gd name="T14" fmla="*/ 149 w 415"/>
                <a:gd name="T15" fmla="*/ 746 h 746"/>
                <a:gd name="T16" fmla="*/ 199 w 415"/>
                <a:gd name="T17" fmla="*/ 696 h 746"/>
                <a:gd name="T18" fmla="*/ 199 w 415"/>
                <a:gd name="T19" fmla="*/ 335 h 746"/>
                <a:gd name="T20" fmla="*/ 217 w 415"/>
                <a:gd name="T21" fmla="*/ 335 h 746"/>
                <a:gd name="T22" fmla="*/ 217 w 415"/>
                <a:gd name="T23" fmla="*/ 696 h 746"/>
                <a:gd name="T24" fmla="*/ 267 w 415"/>
                <a:gd name="T25" fmla="*/ 746 h 746"/>
                <a:gd name="T26" fmla="*/ 316 w 415"/>
                <a:gd name="T27" fmla="*/ 696 h 746"/>
                <a:gd name="T28" fmla="*/ 316 w 415"/>
                <a:gd name="T29" fmla="*/ 304 h 746"/>
                <a:gd name="T30" fmla="*/ 316 w 415"/>
                <a:gd name="T31" fmla="*/ 228 h 746"/>
                <a:gd name="T32" fmla="*/ 316 w 415"/>
                <a:gd name="T33" fmla="*/ 96 h 746"/>
                <a:gd name="T34" fmla="*/ 342 w 415"/>
                <a:gd name="T35" fmla="*/ 349 h 746"/>
                <a:gd name="T36" fmla="*/ 372 w 415"/>
                <a:gd name="T37" fmla="*/ 383 h 746"/>
                <a:gd name="T38" fmla="*/ 374 w 415"/>
                <a:gd name="T39" fmla="*/ 383 h 746"/>
                <a:gd name="T40" fmla="*/ 406 w 415"/>
                <a:gd name="T41" fmla="*/ 352 h 746"/>
                <a:gd name="T42" fmla="*/ 343 w 415"/>
                <a:gd name="T43" fmla="*/ 25 h 746"/>
                <a:gd name="T44" fmla="*/ 287 w 415"/>
                <a:gd name="T45" fmla="*/ 0 h 746"/>
                <a:gd name="T46" fmla="*/ 285 w 415"/>
                <a:gd name="T47" fmla="*/ 0 h 746"/>
                <a:gd name="T48" fmla="*/ 131 w 415"/>
                <a:gd name="T49" fmla="*/ 0 h 746"/>
                <a:gd name="T50" fmla="*/ 129 w 415"/>
                <a:gd name="T51" fmla="*/ 0 h 746"/>
                <a:gd name="T52" fmla="*/ 73 w 415"/>
                <a:gd name="T53" fmla="*/ 25 h 746"/>
                <a:gd name="T54" fmla="*/ 10 w 415"/>
                <a:gd name="T55" fmla="*/ 352 h 746"/>
                <a:gd name="T56" fmla="*/ 42 w 415"/>
                <a:gd name="T57" fmla="*/ 383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5" h="746">
                  <a:moveTo>
                    <a:pt x="42" y="383"/>
                  </a:moveTo>
                  <a:cubicBezTo>
                    <a:pt x="43" y="383"/>
                    <a:pt x="43" y="383"/>
                    <a:pt x="44" y="383"/>
                  </a:cubicBezTo>
                  <a:cubicBezTo>
                    <a:pt x="62" y="381"/>
                    <a:pt x="75" y="366"/>
                    <a:pt x="74" y="349"/>
                  </a:cubicBezTo>
                  <a:cubicBezTo>
                    <a:pt x="66" y="208"/>
                    <a:pt x="82" y="133"/>
                    <a:pt x="100" y="96"/>
                  </a:cubicBezTo>
                  <a:cubicBezTo>
                    <a:pt x="100" y="228"/>
                    <a:pt x="100" y="228"/>
                    <a:pt x="100" y="228"/>
                  </a:cubicBezTo>
                  <a:cubicBezTo>
                    <a:pt x="100" y="304"/>
                    <a:pt x="100" y="304"/>
                    <a:pt x="100" y="304"/>
                  </a:cubicBezTo>
                  <a:cubicBezTo>
                    <a:pt x="100" y="696"/>
                    <a:pt x="100" y="696"/>
                    <a:pt x="100" y="696"/>
                  </a:cubicBezTo>
                  <a:cubicBezTo>
                    <a:pt x="100" y="723"/>
                    <a:pt x="122" y="746"/>
                    <a:pt x="149" y="746"/>
                  </a:cubicBezTo>
                  <a:cubicBezTo>
                    <a:pt x="177" y="746"/>
                    <a:pt x="199" y="723"/>
                    <a:pt x="199" y="696"/>
                  </a:cubicBezTo>
                  <a:cubicBezTo>
                    <a:pt x="199" y="335"/>
                    <a:pt x="199" y="335"/>
                    <a:pt x="199" y="335"/>
                  </a:cubicBezTo>
                  <a:cubicBezTo>
                    <a:pt x="217" y="335"/>
                    <a:pt x="217" y="335"/>
                    <a:pt x="217" y="335"/>
                  </a:cubicBezTo>
                  <a:cubicBezTo>
                    <a:pt x="217" y="696"/>
                    <a:pt x="217" y="696"/>
                    <a:pt x="217" y="696"/>
                  </a:cubicBezTo>
                  <a:cubicBezTo>
                    <a:pt x="217" y="723"/>
                    <a:pt x="239" y="746"/>
                    <a:pt x="267" y="746"/>
                  </a:cubicBezTo>
                  <a:cubicBezTo>
                    <a:pt x="294" y="746"/>
                    <a:pt x="316" y="723"/>
                    <a:pt x="316" y="696"/>
                  </a:cubicBezTo>
                  <a:cubicBezTo>
                    <a:pt x="316" y="304"/>
                    <a:pt x="316" y="304"/>
                    <a:pt x="316" y="304"/>
                  </a:cubicBezTo>
                  <a:cubicBezTo>
                    <a:pt x="316" y="228"/>
                    <a:pt x="316" y="228"/>
                    <a:pt x="316" y="228"/>
                  </a:cubicBezTo>
                  <a:cubicBezTo>
                    <a:pt x="316" y="96"/>
                    <a:pt x="316" y="96"/>
                    <a:pt x="316" y="96"/>
                  </a:cubicBezTo>
                  <a:cubicBezTo>
                    <a:pt x="334" y="133"/>
                    <a:pt x="350" y="208"/>
                    <a:pt x="342" y="349"/>
                  </a:cubicBezTo>
                  <a:cubicBezTo>
                    <a:pt x="341" y="366"/>
                    <a:pt x="354" y="381"/>
                    <a:pt x="372" y="383"/>
                  </a:cubicBezTo>
                  <a:cubicBezTo>
                    <a:pt x="372" y="383"/>
                    <a:pt x="373" y="383"/>
                    <a:pt x="374" y="383"/>
                  </a:cubicBezTo>
                  <a:cubicBezTo>
                    <a:pt x="390" y="383"/>
                    <a:pt x="405" y="369"/>
                    <a:pt x="406" y="352"/>
                  </a:cubicBezTo>
                  <a:cubicBezTo>
                    <a:pt x="415" y="183"/>
                    <a:pt x="394" y="73"/>
                    <a:pt x="343" y="25"/>
                  </a:cubicBezTo>
                  <a:cubicBezTo>
                    <a:pt x="320" y="4"/>
                    <a:pt x="298" y="0"/>
                    <a:pt x="287" y="0"/>
                  </a:cubicBezTo>
                  <a:cubicBezTo>
                    <a:pt x="287" y="0"/>
                    <a:pt x="286" y="0"/>
                    <a:pt x="285" y="0"/>
                  </a:cubicBezTo>
                  <a:cubicBezTo>
                    <a:pt x="131" y="0"/>
                    <a:pt x="131" y="0"/>
                    <a:pt x="131" y="0"/>
                  </a:cubicBezTo>
                  <a:cubicBezTo>
                    <a:pt x="130" y="0"/>
                    <a:pt x="129" y="0"/>
                    <a:pt x="129" y="0"/>
                  </a:cubicBezTo>
                  <a:cubicBezTo>
                    <a:pt x="117" y="0"/>
                    <a:pt x="95" y="4"/>
                    <a:pt x="73" y="25"/>
                  </a:cubicBezTo>
                  <a:cubicBezTo>
                    <a:pt x="22" y="73"/>
                    <a:pt x="0" y="183"/>
                    <a:pt x="10" y="352"/>
                  </a:cubicBezTo>
                  <a:cubicBezTo>
                    <a:pt x="11" y="369"/>
                    <a:pt x="25" y="383"/>
                    <a:pt x="42" y="3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Oval 39"/>
            <p:cNvSpPr>
              <a:spLocks noChangeArrowheads="1"/>
            </p:cNvSpPr>
            <p:nvPr/>
          </p:nvSpPr>
          <p:spPr bwMode="auto">
            <a:xfrm>
              <a:off x="7727950" y="1065213"/>
              <a:ext cx="285750" cy="284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40"/>
            <p:cNvSpPr>
              <a:spLocks/>
            </p:cNvSpPr>
            <p:nvPr/>
          </p:nvSpPr>
          <p:spPr bwMode="auto">
            <a:xfrm>
              <a:off x="9250363" y="1541463"/>
              <a:ext cx="346075" cy="457200"/>
            </a:xfrm>
            <a:custGeom>
              <a:avLst/>
              <a:gdLst>
                <a:gd name="T0" fmla="*/ 206 w 218"/>
                <a:gd name="T1" fmla="*/ 288 h 288"/>
                <a:gd name="T2" fmla="*/ 218 w 218"/>
                <a:gd name="T3" fmla="*/ 288 h 288"/>
                <a:gd name="T4" fmla="*/ 218 w 218"/>
                <a:gd name="T5" fmla="*/ 0 h 288"/>
                <a:gd name="T6" fmla="*/ 0 w 218"/>
                <a:gd name="T7" fmla="*/ 0 h 288"/>
                <a:gd name="T8" fmla="*/ 0 w 218"/>
                <a:gd name="T9" fmla="*/ 12 h 288"/>
                <a:gd name="T10" fmla="*/ 206 w 218"/>
                <a:gd name="T11" fmla="*/ 12 h 288"/>
                <a:gd name="T12" fmla="*/ 206 w 218"/>
                <a:gd name="T13" fmla="*/ 288 h 288"/>
              </a:gdLst>
              <a:ahLst/>
              <a:cxnLst>
                <a:cxn ang="0">
                  <a:pos x="T0" y="T1"/>
                </a:cxn>
                <a:cxn ang="0">
                  <a:pos x="T2" y="T3"/>
                </a:cxn>
                <a:cxn ang="0">
                  <a:pos x="T4" y="T5"/>
                </a:cxn>
                <a:cxn ang="0">
                  <a:pos x="T6" y="T7"/>
                </a:cxn>
                <a:cxn ang="0">
                  <a:pos x="T8" y="T9"/>
                </a:cxn>
                <a:cxn ang="0">
                  <a:pos x="T10" y="T11"/>
                </a:cxn>
                <a:cxn ang="0">
                  <a:pos x="T12" y="T13"/>
                </a:cxn>
              </a:cxnLst>
              <a:rect l="0" t="0" r="r" b="b"/>
              <a:pathLst>
                <a:path w="218" h="288">
                  <a:moveTo>
                    <a:pt x="206" y="288"/>
                  </a:moveTo>
                  <a:lnTo>
                    <a:pt x="218" y="288"/>
                  </a:lnTo>
                  <a:lnTo>
                    <a:pt x="218" y="0"/>
                  </a:lnTo>
                  <a:lnTo>
                    <a:pt x="0" y="0"/>
                  </a:lnTo>
                  <a:lnTo>
                    <a:pt x="0" y="12"/>
                  </a:lnTo>
                  <a:lnTo>
                    <a:pt x="206" y="12"/>
                  </a:lnTo>
                  <a:lnTo>
                    <a:pt x="206" y="2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24" name="组合 223"/>
          <p:cNvGrpSpPr/>
          <p:nvPr/>
        </p:nvGrpSpPr>
        <p:grpSpPr>
          <a:xfrm>
            <a:off x="8451850" y="4760913"/>
            <a:ext cx="3175000" cy="1728788"/>
            <a:chOff x="8451850" y="4760913"/>
            <a:chExt cx="3175000" cy="1728788"/>
          </a:xfrm>
          <a:solidFill>
            <a:schemeClr val="tx1">
              <a:lumMod val="65000"/>
              <a:lumOff val="35000"/>
            </a:schemeClr>
          </a:solidFill>
        </p:grpSpPr>
        <p:sp>
          <p:nvSpPr>
            <p:cNvPr id="225" name="Freeform 41"/>
            <p:cNvSpPr>
              <a:spLocks/>
            </p:cNvSpPr>
            <p:nvPr/>
          </p:nvSpPr>
          <p:spPr bwMode="auto">
            <a:xfrm>
              <a:off x="10571163" y="4760913"/>
              <a:ext cx="644525" cy="1690688"/>
            </a:xfrm>
            <a:custGeom>
              <a:avLst/>
              <a:gdLst>
                <a:gd name="T0" fmla="*/ 164 w 406"/>
                <a:gd name="T1" fmla="*/ 1026 h 1065"/>
                <a:gd name="T2" fmla="*/ 147 w 406"/>
                <a:gd name="T3" fmla="*/ 1026 h 1065"/>
                <a:gd name="T4" fmla="*/ 147 w 406"/>
                <a:gd name="T5" fmla="*/ 22 h 1065"/>
                <a:gd name="T6" fmla="*/ 213 w 406"/>
                <a:gd name="T7" fmla="*/ 22 h 1065"/>
                <a:gd name="T8" fmla="*/ 406 w 406"/>
                <a:gd name="T9" fmla="*/ 0 h 1065"/>
                <a:gd name="T10" fmla="*/ 126 w 406"/>
                <a:gd name="T11" fmla="*/ 0 h 1065"/>
                <a:gd name="T12" fmla="*/ 126 w 406"/>
                <a:gd name="T13" fmla="*/ 1041 h 1065"/>
                <a:gd name="T14" fmla="*/ 0 w 406"/>
                <a:gd name="T15" fmla="*/ 1041 h 1065"/>
                <a:gd name="T16" fmla="*/ 0 w 406"/>
                <a:gd name="T17" fmla="*/ 1065 h 1065"/>
                <a:gd name="T18" fmla="*/ 164 w 406"/>
                <a:gd name="T19" fmla="*/ 1065 h 1065"/>
                <a:gd name="T20" fmla="*/ 164 w 406"/>
                <a:gd name="T21" fmla="*/ 1026 h 10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6" h="1065">
                  <a:moveTo>
                    <a:pt x="164" y="1026"/>
                  </a:moveTo>
                  <a:lnTo>
                    <a:pt x="147" y="1026"/>
                  </a:lnTo>
                  <a:lnTo>
                    <a:pt x="147" y="22"/>
                  </a:lnTo>
                  <a:lnTo>
                    <a:pt x="213" y="22"/>
                  </a:lnTo>
                  <a:lnTo>
                    <a:pt x="406" y="0"/>
                  </a:lnTo>
                  <a:lnTo>
                    <a:pt x="126" y="0"/>
                  </a:lnTo>
                  <a:lnTo>
                    <a:pt x="126" y="1041"/>
                  </a:lnTo>
                  <a:lnTo>
                    <a:pt x="0" y="1041"/>
                  </a:lnTo>
                  <a:lnTo>
                    <a:pt x="0" y="1065"/>
                  </a:lnTo>
                  <a:lnTo>
                    <a:pt x="164" y="1065"/>
                  </a:lnTo>
                  <a:lnTo>
                    <a:pt x="164" y="10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42"/>
            <p:cNvSpPr>
              <a:spLocks noEditPoints="1"/>
            </p:cNvSpPr>
            <p:nvPr/>
          </p:nvSpPr>
          <p:spPr bwMode="auto">
            <a:xfrm>
              <a:off x="10856913" y="4760913"/>
              <a:ext cx="769937" cy="1728788"/>
            </a:xfrm>
            <a:custGeom>
              <a:avLst/>
              <a:gdLst>
                <a:gd name="T0" fmla="*/ 485 w 485"/>
                <a:gd name="T1" fmla="*/ 1047 h 1089"/>
                <a:gd name="T2" fmla="*/ 485 w 485"/>
                <a:gd name="T3" fmla="*/ 0 h 1089"/>
                <a:gd name="T4" fmla="*/ 0 w 485"/>
                <a:gd name="T5" fmla="*/ 42 h 1089"/>
                <a:gd name="T6" fmla="*/ 0 w 485"/>
                <a:gd name="T7" fmla="*/ 1089 h 1089"/>
                <a:gd name="T8" fmla="*/ 485 w 485"/>
                <a:gd name="T9" fmla="*/ 1047 h 1089"/>
                <a:gd name="T10" fmla="*/ 46 w 485"/>
                <a:gd name="T11" fmla="*/ 436 h 1089"/>
                <a:gd name="T12" fmla="*/ 78 w 485"/>
                <a:gd name="T13" fmla="*/ 425 h 1089"/>
                <a:gd name="T14" fmla="*/ 78 w 485"/>
                <a:gd name="T15" fmla="*/ 628 h 1089"/>
                <a:gd name="T16" fmla="*/ 46 w 485"/>
                <a:gd name="T17" fmla="*/ 638 h 1089"/>
                <a:gd name="T18" fmla="*/ 46 w 485"/>
                <a:gd name="T19" fmla="*/ 436 h 10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5" h="1089">
                  <a:moveTo>
                    <a:pt x="485" y="1047"/>
                  </a:moveTo>
                  <a:lnTo>
                    <a:pt x="485" y="0"/>
                  </a:lnTo>
                  <a:lnTo>
                    <a:pt x="0" y="42"/>
                  </a:lnTo>
                  <a:lnTo>
                    <a:pt x="0" y="1089"/>
                  </a:lnTo>
                  <a:lnTo>
                    <a:pt x="485" y="1047"/>
                  </a:lnTo>
                  <a:close/>
                  <a:moveTo>
                    <a:pt x="46" y="436"/>
                  </a:moveTo>
                  <a:lnTo>
                    <a:pt x="78" y="425"/>
                  </a:lnTo>
                  <a:lnTo>
                    <a:pt x="78" y="628"/>
                  </a:lnTo>
                  <a:lnTo>
                    <a:pt x="46" y="638"/>
                  </a:lnTo>
                  <a:lnTo>
                    <a:pt x="46" y="4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Oval 43"/>
            <p:cNvSpPr>
              <a:spLocks noChangeArrowheads="1"/>
            </p:cNvSpPr>
            <p:nvPr/>
          </p:nvSpPr>
          <p:spPr bwMode="auto">
            <a:xfrm>
              <a:off x="9717088" y="4967288"/>
              <a:ext cx="285750" cy="2857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44"/>
            <p:cNvSpPr>
              <a:spLocks/>
            </p:cNvSpPr>
            <p:nvPr/>
          </p:nvSpPr>
          <p:spPr bwMode="auto">
            <a:xfrm>
              <a:off x="9618663" y="5878513"/>
              <a:ext cx="227012" cy="581025"/>
            </a:xfrm>
            <a:custGeom>
              <a:avLst/>
              <a:gdLst>
                <a:gd name="T0" fmla="*/ 26 w 143"/>
                <a:gd name="T1" fmla="*/ 0 h 367"/>
                <a:gd name="T2" fmla="*/ 10 w 143"/>
                <a:gd name="T3" fmla="*/ 300 h 367"/>
                <a:gd name="T4" fmla="*/ 39 w 143"/>
                <a:gd name="T5" fmla="*/ 364 h 367"/>
                <a:gd name="T6" fmla="*/ 56 w 143"/>
                <a:gd name="T7" fmla="*/ 367 h 367"/>
                <a:gd name="T8" fmla="*/ 103 w 143"/>
                <a:gd name="T9" fmla="*/ 335 h 367"/>
                <a:gd name="T10" fmla="*/ 140 w 143"/>
                <a:gd name="T11" fmla="*/ 95 h 367"/>
                <a:gd name="T12" fmla="*/ 108 w 143"/>
                <a:gd name="T13" fmla="*/ 117 h 367"/>
                <a:gd name="T14" fmla="*/ 26 w 143"/>
                <a:gd name="T15" fmla="*/ 0 h 3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3" h="367">
                  <a:moveTo>
                    <a:pt x="26" y="0"/>
                  </a:moveTo>
                  <a:cubicBezTo>
                    <a:pt x="42" y="68"/>
                    <a:pt x="54" y="180"/>
                    <a:pt x="10" y="300"/>
                  </a:cubicBezTo>
                  <a:cubicBezTo>
                    <a:pt x="0" y="326"/>
                    <a:pt x="13" y="355"/>
                    <a:pt x="39" y="364"/>
                  </a:cubicBezTo>
                  <a:cubicBezTo>
                    <a:pt x="45" y="366"/>
                    <a:pt x="51" y="367"/>
                    <a:pt x="56" y="367"/>
                  </a:cubicBezTo>
                  <a:cubicBezTo>
                    <a:pt x="77" y="367"/>
                    <a:pt x="96" y="355"/>
                    <a:pt x="103" y="335"/>
                  </a:cubicBezTo>
                  <a:cubicBezTo>
                    <a:pt x="136" y="247"/>
                    <a:pt x="143" y="164"/>
                    <a:pt x="140" y="95"/>
                  </a:cubicBezTo>
                  <a:cubicBezTo>
                    <a:pt x="108" y="117"/>
                    <a:pt x="108" y="117"/>
                    <a:pt x="108" y="117"/>
                  </a:cubicBez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Freeform 45"/>
            <p:cNvSpPr>
              <a:spLocks/>
            </p:cNvSpPr>
            <p:nvPr/>
          </p:nvSpPr>
          <p:spPr bwMode="auto">
            <a:xfrm>
              <a:off x="9540875" y="5251450"/>
              <a:ext cx="331787" cy="573088"/>
            </a:xfrm>
            <a:custGeom>
              <a:avLst/>
              <a:gdLst>
                <a:gd name="T0" fmla="*/ 135 w 209"/>
                <a:gd name="T1" fmla="*/ 307 h 362"/>
                <a:gd name="T2" fmla="*/ 74 w 209"/>
                <a:gd name="T3" fmla="*/ 75 h 362"/>
                <a:gd name="T4" fmla="*/ 115 w 209"/>
                <a:gd name="T5" fmla="*/ 40 h 362"/>
                <a:gd name="T6" fmla="*/ 121 w 209"/>
                <a:gd name="T7" fmla="*/ 40 h 362"/>
                <a:gd name="T8" fmla="*/ 155 w 209"/>
                <a:gd name="T9" fmla="*/ 87 h 362"/>
                <a:gd name="T10" fmla="*/ 162 w 209"/>
                <a:gd name="T11" fmla="*/ 168 h 362"/>
                <a:gd name="T12" fmla="*/ 171 w 209"/>
                <a:gd name="T13" fmla="*/ 121 h 362"/>
                <a:gd name="T14" fmla="*/ 172 w 209"/>
                <a:gd name="T15" fmla="*/ 201 h 362"/>
                <a:gd name="T16" fmla="*/ 200 w 209"/>
                <a:gd name="T17" fmla="*/ 256 h 362"/>
                <a:gd name="T18" fmla="*/ 209 w 209"/>
                <a:gd name="T19" fmla="*/ 240 h 362"/>
                <a:gd name="T20" fmla="*/ 171 w 209"/>
                <a:gd name="T21" fmla="*/ 40 h 362"/>
                <a:gd name="T22" fmla="*/ 171 w 209"/>
                <a:gd name="T23" fmla="*/ 40 h 362"/>
                <a:gd name="T24" fmla="*/ 137 w 209"/>
                <a:gd name="T25" fmla="*/ 8 h 362"/>
                <a:gd name="T26" fmla="*/ 33 w 209"/>
                <a:gd name="T27" fmla="*/ 77 h 362"/>
                <a:gd name="T28" fmla="*/ 10 w 209"/>
                <a:gd name="T29" fmla="*/ 299 h 362"/>
                <a:gd name="T30" fmla="*/ 57 w 209"/>
                <a:gd name="T31" fmla="*/ 362 h 362"/>
                <a:gd name="T32" fmla="*/ 135 w 209"/>
                <a:gd name="T33" fmla="*/ 307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9" h="362">
                  <a:moveTo>
                    <a:pt x="135" y="307"/>
                  </a:moveTo>
                  <a:cubicBezTo>
                    <a:pt x="58" y="194"/>
                    <a:pt x="73" y="81"/>
                    <a:pt x="74" y="75"/>
                  </a:cubicBezTo>
                  <a:cubicBezTo>
                    <a:pt x="77" y="55"/>
                    <a:pt x="94" y="40"/>
                    <a:pt x="115" y="40"/>
                  </a:cubicBezTo>
                  <a:cubicBezTo>
                    <a:pt x="117" y="40"/>
                    <a:pt x="119" y="40"/>
                    <a:pt x="121" y="40"/>
                  </a:cubicBezTo>
                  <a:cubicBezTo>
                    <a:pt x="143" y="44"/>
                    <a:pt x="159" y="65"/>
                    <a:pt x="155" y="87"/>
                  </a:cubicBezTo>
                  <a:cubicBezTo>
                    <a:pt x="155" y="90"/>
                    <a:pt x="151" y="123"/>
                    <a:pt x="162" y="168"/>
                  </a:cubicBezTo>
                  <a:cubicBezTo>
                    <a:pt x="165" y="151"/>
                    <a:pt x="168" y="135"/>
                    <a:pt x="171" y="121"/>
                  </a:cubicBezTo>
                  <a:cubicBezTo>
                    <a:pt x="173" y="147"/>
                    <a:pt x="174" y="174"/>
                    <a:pt x="172" y="201"/>
                  </a:cubicBezTo>
                  <a:cubicBezTo>
                    <a:pt x="178" y="219"/>
                    <a:pt x="188" y="237"/>
                    <a:pt x="200" y="256"/>
                  </a:cubicBezTo>
                  <a:cubicBezTo>
                    <a:pt x="203" y="251"/>
                    <a:pt x="206" y="246"/>
                    <a:pt x="209" y="240"/>
                  </a:cubicBezTo>
                  <a:cubicBezTo>
                    <a:pt x="208" y="184"/>
                    <a:pt x="189" y="70"/>
                    <a:pt x="171" y="40"/>
                  </a:cubicBezTo>
                  <a:cubicBezTo>
                    <a:pt x="171" y="40"/>
                    <a:pt x="171" y="40"/>
                    <a:pt x="171" y="40"/>
                  </a:cubicBezTo>
                  <a:cubicBezTo>
                    <a:pt x="164" y="24"/>
                    <a:pt x="152" y="12"/>
                    <a:pt x="137" y="8"/>
                  </a:cubicBezTo>
                  <a:cubicBezTo>
                    <a:pt x="103" y="0"/>
                    <a:pt x="53" y="18"/>
                    <a:pt x="33" y="77"/>
                  </a:cubicBezTo>
                  <a:cubicBezTo>
                    <a:pt x="6" y="157"/>
                    <a:pt x="0" y="210"/>
                    <a:pt x="10" y="299"/>
                  </a:cubicBezTo>
                  <a:cubicBezTo>
                    <a:pt x="18" y="336"/>
                    <a:pt x="36" y="354"/>
                    <a:pt x="57" y="362"/>
                  </a:cubicBezTo>
                  <a:lnTo>
                    <a:pt x="135" y="30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46"/>
            <p:cNvSpPr>
              <a:spLocks/>
            </p:cNvSpPr>
            <p:nvPr/>
          </p:nvSpPr>
          <p:spPr bwMode="auto">
            <a:xfrm>
              <a:off x="9645650" y="5614988"/>
              <a:ext cx="455612" cy="428625"/>
            </a:xfrm>
            <a:custGeom>
              <a:avLst/>
              <a:gdLst>
                <a:gd name="T0" fmla="*/ 193 w 287"/>
                <a:gd name="T1" fmla="*/ 0 h 270"/>
                <a:gd name="T2" fmla="*/ 141 w 287"/>
                <a:gd name="T3" fmla="*/ 37 h 270"/>
                <a:gd name="T4" fmla="*/ 195 w 287"/>
                <a:gd name="T5" fmla="*/ 94 h 270"/>
                <a:gd name="T6" fmla="*/ 200 w 287"/>
                <a:gd name="T7" fmla="*/ 152 h 270"/>
                <a:gd name="T8" fmla="*/ 169 w 287"/>
                <a:gd name="T9" fmla="*/ 167 h 270"/>
                <a:gd name="T10" fmla="*/ 142 w 287"/>
                <a:gd name="T11" fmla="*/ 158 h 270"/>
                <a:gd name="T12" fmla="*/ 74 w 287"/>
                <a:gd name="T13" fmla="*/ 85 h 270"/>
                <a:gd name="T14" fmla="*/ 0 w 287"/>
                <a:gd name="T15" fmla="*/ 137 h 270"/>
                <a:gd name="T16" fmla="*/ 94 w 287"/>
                <a:gd name="T17" fmla="*/ 270 h 270"/>
                <a:gd name="T18" fmla="*/ 287 w 287"/>
                <a:gd name="T19" fmla="*/ 133 h 270"/>
                <a:gd name="T20" fmla="*/ 193 w 287"/>
                <a:gd name="T21" fmla="*/ 0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7" h="270">
                  <a:moveTo>
                    <a:pt x="193" y="0"/>
                  </a:moveTo>
                  <a:cubicBezTo>
                    <a:pt x="141" y="37"/>
                    <a:pt x="141" y="37"/>
                    <a:pt x="141" y="37"/>
                  </a:cubicBezTo>
                  <a:cubicBezTo>
                    <a:pt x="155" y="56"/>
                    <a:pt x="173" y="76"/>
                    <a:pt x="195" y="94"/>
                  </a:cubicBezTo>
                  <a:cubicBezTo>
                    <a:pt x="212" y="109"/>
                    <a:pt x="215" y="135"/>
                    <a:pt x="200" y="152"/>
                  </a:cubicBezTo>
                  <a:cubicBezTo>
                    <a:pt x="192" y="162"/>
                    <a:pt x="181" y="167"/>
                    <a:pt x="169" y="167"/>
                  </a:cubicBezTo>
                  <a:cubicBezTo>
                    <a:pt x="159" y="167"/>
                    <a:pt x="150" y="164"/>
                    <a:pt x="142" y="158"/>
                  </a:cubicBezTo>
                  <a:cubicBezTo>
                    <a:pt x="114" y="134"/>
                    <a:pt x="92" y="109"/>
                    <a:pt x="74" y="85"/>
                  </a:cubicBezTo>
                  <a:cubicBezTo>
                    <a:pt x="0" y="137"/>
                    <a:pt x="0" y="137"/>
                    <a:pt x="0" y="137"/>
                  </a:cubicBezTo>
                  <a:cubicBezTo>
                    <a:pt x="94" y="270"/>
                    <a:pt x="94" y="270"/>
                    <a:pt x="94" y="270"/>
                  </a:cubicBezTo>
                  <a:cubicBezTo>
                    <a:pt x="287" y="133"/>
                    <a:pt x="287" y="133"/>
                    <a:pt x="287" y="133"/>
                  </a:cubicBezTo>
                  <a:lnTo>
                    <a:pt x="19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47"/>
            <p:cNvSpPr>
              <a:spLocks/>
            </p:cNvSpPr>
            <p:nvPr/>
          </p:nvSpPr>
          <p:spPr bwMode="auto">
            <a:xfrm>
              <a:off x="9636125" y="5326063"/>
              <a:ext cx="334962" cy="539750"/>
            </a:xfrm>
            <a:custGeom>
              <a:avLst/>
              <a:gdLst>
                <a:gd name="T0" fmla="*/ 154 w 211"/>
                <a:gd name="T1" fmla="*/ 333 h 341"/>
                <a:gd name="T2" fmla="*/ 175 w 211"/>
                <a:gd name="T3" fmla="*/ 341 h 341"/>
                <a:gd name="T4" fmla="*/ 199 w 211"/>
                <a:gd name="T5" fmla="*/ 329 h 341"/>
                <a:gd name="T6" fmla="*/ 195 w 211"/>
                <a:gd name="T7" fmla="*/ 284 h 341"/>
                <a:gd name="T8" fmla="*/ 86 w 211"/>
                <a:gd name="T9" fmla="*/ 39 h 341"/>
                <a:gd name="T10" fmla="*/ 59 w 211"/>
                <a:gd name="T11" fmla="*/ 2 h 341"/>
                <a:gd name="T12" fmla="*/ 23 w 211"/>
                <a:gd name="T13" fmla="*/ 30 h 341"/>
                <a:gd name="T14" fmla="*/ 154 w 211"/>
                <a:gd name="T15" fmla="*/ 333 h 3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1" h="341">
                  <a:moveTo>
                    <a:pt x="154" y="333"/>
                  </a:moveTo>
                  <a:cubicBezTo>
                    <a:pt x="160" y="338"/>
                    <a:pt x="167" y="341"/>
                    <a:pt x="175" y="341"/>
                  </a:cubicBezTo>
                  <a:cubicBezTo>
                    <a:pt x="184" y="341"/>
                    <a:pt x="193" y="337"/>
                    <a:pt x="199" y="329"/>
                  </a:cubicBezTo>
                  <a:cubicBezTo>
                    <a:pt x="211" y="316"/>
                    <a:pt x="209" y="296"/>
                    <a:pt x="195" y="284"/>
                  </a:cubicBezTo>
                  <a:cubicBezTo>
                    <a:pt x="69" y="179"/>
                    <a:pt x="86" y="45"/>
                    <a:pt x="86" y="39"/>
                  </a:cubicBezTo>
                  <a:cubicBezTo>
                    <a:pt x="89" y="21"/>
                    <a:pt x="77" y="5"/>
                    <a:pt x="59" y="2"/>
                  </a:cubicBezTo>
                  <a:cubicBezTo>
                    <a:pt x="42" y="0"/>
                    <a:pt x="26" y="12"/>
                    <a:pt x="23" y="30"/>
                  </a:cubicBezTo>
                  <a:cubicBezTo>
                    <a:pt x="22" y="37"/>
                    <a:pt x="0" y="205"/>
                    <a:pt x="154" y="3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Oval 48"/>
            <p:cNvSpPr>
              <a:spLocks noChangeArrowheads="1"/>
            </p:cNvSpPr>
            <p:nvPr/>
          </p:nvSpPr>
          <p:spPr bwMode="auto">
            <a:xfrm>
              <a:off x="10261600" y="4967288"/>
              <a:ext cx="285750" cy="2857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49"/>
            <p:cNvSpPr>
              <a:spLocks/>
            </p:cNvSpPr>
            <p:nvPr/>
          </p:nvSpPr>
          <p:spPr bwMode="auto">
            <a:xfrm>
              <a:off x="10164763" y="5878513"/>
              <a:ext cx="225425" cy="581025"/>
            </a:xfrm>
            <a:custGeom>
              <a:avLst/>
              <a:gdLst>
                <a:gd name="T0" fmla="*/ 108 w 143"/>
                <a:gd name="T1" fmla="*/ 117 h 367"/>
                <a:gd name="T2" fmla="*/ 26 w 143"/>
                <a:gd name="T3" fmla="*/ 0 h 367"/>
                <a:gd name="T4" fmla="*/ 9 w 143"/>
                <a:gd name="T5" fmla="*/ 300 h 367"/>
                <a:gd name="T6" fmla="*/ 39 w 143"/>
                <a:gd name="T7" fmla="*/ 364 h 367"/>
                <a:gd name="T8" fmla="*/ 56 w 143"/>
                <a:gd name="T9" fmla="*/ 367 h 367"/>
                <a:gd name="T10" fmla="*/ 103 w 143"/>
                <a:gd name="T11" fmla="*/ 335 h 367"/>
                <a:gd name="T12" fmla="*/ 140 w 143"/>
                <a:gd name="T13" fmla="*/ 95 h 367"/>
                <a:gd name="T14" fmla="*/ 108 w 143"/>
                <a:gd name="T15" fmla="*/ 117 h 3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3" h="367">
                  <a:moveTo>
                    <a:pt x="108" y="117"/>
                  </a:moveTo>
                  <a:cubicBezTo>
                    <a:pt x="26" y="0"/>
                    <a:pt x="26" y="0"/>
                    <a:pt x="26" y="0"/>
                  </a:cubicBezTo>
                  <a:cubicBezTo>
                    <a:pt x="41" y="68"/>
                    <a:pt x="54" y="180"/>
                    <a:pt x="9" y="300"/>
                  </a:cubicBezTo>
                  <a:cubicBezTo>
                    <a:pt x="0" y="326"/>
                    <a:pt x="13" y="355"/>
                    <a:pt x="39" y="364"/>
                  </a:cubicBezTo>
                  <a:cubicBezTo>
                    <a:pt x="45" y="366"/>
                    <a:pt x="50" y="367"/>
                    <a:pt x="56" y="367"/>
                  </a:cubicBezTo>
                  <a:cubicBezTo>
                    <a:pt x="77" y="367"/>
                    <a:pt x="96" y="355"/>
                    <a:pt x="103" y="335"/>
                  </a:cubicBezTo>
                  <a:cubicBezTo>
                    <a:pt x="135" y="247"/>
                    <a:pt x="143" y="164"/>
                    <a:pt x="140" y="95"/>
                  </a:cubicBezTo>
                  <a:lnTo>
                    <a:pt x="108" y="1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50"/>
            <p:cNvSpPr>
              <a:spLocks/>
            </p:cNvSpPr>
            <p:nvPr/>
          </p:nvSpPr>
          <p:spPr bwMode="auto">
            <a:xfrm>
              <a:off x="10086975" y="5251450"/>
              <a:ext cx="330200" cy="573088"/>
            </a:xfrm>
            <a:custGeom>
              <a:avLst/>
              <a:gdLst>
                <a:gd name="T0" fmla="*/ 135 w 209"/>
                <a:gd name="T1" fmla="*/ 307 h 362"/>
                <a:gd name="T2" fmla="*/ 74 w 209"/>
                <a:gd name="T3" fmla="*/ 75 h 362"/>
                <a:gd name="T4" fmla="*/ 114 w 209"/>
                <a:gd name="T5" fmla="*/ 40 h 362"/>
                <a:gd name="T6" fmla="*/ 120 w 209"/>
                <a:gd name="T7" fmla="*/ 40 h 362"/>
                <a:gd name="T8" fmla="*/ 155 w 209"/>
                <a:gd name="T9" fmla="*/ 87 h 362"/>
                <a:gd name="T10" fmla="*/ 162 w 209"/>
                <a:gd name="T11" fmla="*/ 168 h 362"/>
                <a:gd name="T12" fmla="*/ 171 w 209"/>
                <a:gd name="T13" fmla="*/ 121 h 362"/>
                <a:gd name="T14" fmla="*/ 171 w 209"/>
                <a:gd name="T15" fmla="*/ 201 h 362"/>
                <a:gd name="T16" fmla="*/ 200 w 209"/>
                <a:gd name="T17" fmla="*/ 256 h 362"/>
                <a:gd name="T18" fmla="*/ 209 w 209"/>
                <a:gd name="T19" fmla="*/ 240 h 362"/>
                <a:gd name="T20" fmla="*/ 171 w 209"/>
                <a:gd name="T21" fmla="*/ 40 h 362"/>
                <a:gd name="T22" fmla="*/ 171 w 209"/>
                <a:gd name="T23" fmla="*/ 40 h 362"/>
                <a:gd name="T24" fmla="*/ 137 w 209"/>
                <a:gd name="T25" fmla="*/ 8 h 362"/>
                <a:gd name="T26" fmla="*/ 33 w 209"/>
                <a:gd name="T27" fmla="*/ 77 h 362"/>
                <a:gd name="T28" fmla="*/ 10 w 209"/>
                <a:gd name="T29" fmla="*/ 299 h 362"/>
                <a:gd name="T30" fmla="*/ 56 w 209"/>
                <a:gd name="T31" fmla="*/ 362 h 362"/>
                <a:gd name="T32" fmla="*/ 135 w 209"/>
                <a:gd name="T33" fmla="*/ 307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9" h="362">
                  <a:moveTo>
                    <a:pt x="135" y="307"/>
                  </a:moveTo>
                  <a:cubicBezTo>
                    <a:pt x="58" y="194"/>
                    <a:pt x="73" y="81"/>
                    <a:pt x="74" y="75"/>
                  </a:cubicBezTo>
                  <a:cubicBezTo>
                    <a:pt x="77" y="55"/>
                    <a:pt x="94" y="40"/>
                    <a:pt x="114" y="40"/>
                  </a:cubicBezTo>
                  <a:cubicBezTo>
                    <a:pt x="116" y="40"/>
                    <a:pt x="118" y="40"/>
                    <a:pt x="120" y="40"/>
                  </a:cubicBezTo>
                  <a:cubicBezTo>
                    <a:pt x="143" y="44"/>
                    <a:pt x="158" y="65"/>
                    <a:pt x="155" y="87"/>
                  </a:cubicBezTo>
                  <a:cubicBezTo>
                    <a:pt x="155" y="90"/>
                    <a:pt x="151" y="123"/>
                    <a:pt x="162" y="168"/>
                  </a:cubicBezTo>
                  <a:cubicBezTo>
                    <a:pt x="165" y="151"/>
                    <a:pt x="168" y="135"/>
                    <a:pt x="171" y="121"/>
                  </a:cubicBezTo>
                  <a:cubicBezTo>
                    <a:pt x="173" y="147"/>
                    <a:pt x="173" y="174"/>
                    <a:pt x="171" y="201"/>
                  </a:cubicBezTo>
                  <a:cubicBezTo>
                    <a:pt x="178" y="219"/>
                    <a:pt x="187" y="237"/>
                    <a:pt x="200" y="256"/>
                  </a:cubicBezTo>
                  <a:cubicBezTo>
                    <a:pt x="203" y="251"/>
                    <a:pt x="206" y="246"/>
                    <a:pt x="209" y="240"/>
                  </a:cubicBezTo>
                  <a:cubicBezTo>
                    <a:pt x="208" y="184"/>
                    <a:pt x="189" y="70"/>
                    <a:pt x="171" y="40"/>
                  </a:cubicBezTo>
                  <a:cubicBezTo>
                    <a:pt x="171" y="40"/>
                    <a:pt x="171" y="40"/>
                    <a:pt x="171" y="40"/>
                  </a:cubicBezTo>
                  <a:cubicBezTo>
                    <a:pt x="164" y="24"/>
                    <a:pt x="152" y="12"/>
                    <a:pt x="137" y="8"/>
                  </a:cubicBezTo>
                  <a:cubicBezTo>
                    <a:pt x="102" y="0"/>
                    <a:pt x="53" y="18"/>
                    <a:pt x="33" y="77"/>
                  </a:cubicBezTo>
                  <a:cubicBezTo>
                    <a:pt x="6" y="157"/>
                    <a:pt x="0" y="210"/>
                    <a:pt x="10" y="299"/>
                  </a:cubicBezTo>
                  <a:cubicBezTo>
                    <a:pt x="17" y="336"/>
                    <a:pt x="35" y="354"/>
                    <a:pt x="56" y="362"/>
                  </a:cubicBezTo>
                  <a:lnTo>
                    <a:pt x="135" y="30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Freeform 51"/>
            <p:cNvSpPr>
              <a:spLocks/>
            </p:cNvSpPr>
            <p:nvPr/>
          </p:nvSpPr>
          <p:spPr bwMode="auto">
            <a:xfrm>
              <a:off x="10190163" y="5614988"/>
              <a:ext cx="455612" cy="428625"/>
            </a:xfrm>
            <a:custGeom>
              <a:avLst/>
              <a:gdLst>
                <a:gd name="T0" fmla="*/ 288 w 288"/>
                <a:gd name="T1" fmla="*/ 133 h 270"/>
                <a:gd name="T2" fmla="*/ 194 w 288"/>
                <a:gd name="T3" fmla="*/ 0 h 270"/>
                <a:gd name="T4" fmla="*/ 142 w 288"/>
                <a:gd name="T5" fmla="*/ 37 h 270"/>
                <a:gd name="T6" fmla="*/ 196 w 288"/>
                <a:gd name="T7" fmla="*/ 94 h 270"/>
                <a:gd name="T8" fmla="*/ 201 w 288"/>
                <a:gd name="T9" fmla="*/ 152 h 270"/>
                <a:gd name="T10" fmla="*/ 169 w 288"/>
                <a:gd name="T11" fmla="*/ 167 h 270"/>
                <a:gd name="T12" fmla="*/ 143 w 288"/>
                <a:gd name="T13" fmla="*/ 158 h 270"/>
                <a:gd name="T14" fmla="*/ 75 w 288"/>
                <a:gd name="T15" fmla="*/ 85 h 270"/>
                <a:gd name="T16" fmla="*/ 0 w 288"/>
                <a:gd name="T17" fmla="*/ 137 h 270"/>
                <a:gd name="T18" fmla="*/ 94 w 288"/>
                <a:gd name="T19" fmla="*/ 270 h 270"/>
                <a:gd name="T20" fmla="*/ 288 w 288"/>
                <a:gd name="T21" fmla="*/ 133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8" h="270">
                  <a:moveTo>
                    <a:pt x="288" y="133"/>
                  </a:moveTo>
                  <a:cubicBezTo>
                    <a:pt x="194" y="0"/>
                    <a:pt x="194" y="0"/>
                    <a:pt x="194" y="0"/>
                  </a:cubicBezTo>
                  <a:cubicBezTo>
                    <a:pt x="142" y="37"/>
                    <a:pt x="142" y="37"/>
                    <a:pt x="142" y="37"/>
                  </a:cubicBezTo>
                  <a:cubicBezTo>
                    <a:pt x="156" y="56"/>
                    <a:pt x="174" y="76"/>
                    <a:pt x="196" y="94"/>
                  </a:cubicBezTo>
                  <a:cubicBezTo>
                    <a:pt x="213" y="109"/>
                    <a:pt x="216" y="135"/>
                    <a:pt x="201" y="152"/>
                  </a:cubicBezTo>
                  <a:cubicBezTo>
                    <a:pt x="193" y="162"/>
                    <a:pt x="182" y="167"/>
                    <a:pt x="169" y="167"/>
                  </a:cubicBezTo>
                  <a:cubicBezTo>
                    <a:pt x="160" y="167"/>
                    <a:pt x="150" y="164"/>
                    <a:pt x="143" y="158"/>
                  </a:cubicBezTo>
                  <a:cubicBezTo>
                    <a:pt x="115" y="134"/>
                    <a:pt x="93" y="109"/>
                    <a:pt x="75" y="85"/>
                  </a:cubicBezTo>
                  <a:cubicBezTo>
                    <a:pt x="0" y="137"/>
                    <a:pt x="0" y="137"/>
                    <a:pt x="0" y="137"/>
                  </a:cubicBezTo>
                  <a:cubicBezTo>
                    <a:pt x="94" y="270"/>
                    <a:pt x="94" y="270"/>
                    <a:pt x="94" y="270"/>
                  </a:cubicBezTo>
                  <a:lnTo>
                    <a:pt x="288"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52"/>
            <p:cNvSpPr>
              <a:spLocks/>
            </p:cNvSpPr>
            <p:nvPr/>
          </p:nvSpPr>
          <p:spPr bwMode="auto">
            <a:xfrm>
              <a:off x="10180638" y="5326063"/>
              <a:ext cx="333375" cy="539750"/>
            </a:xfrm>
            <a:custGeom>
              <a:avLst/>
              <a:gdLst>
                <a:gd name="T0" fmla="*/ 155 w 211"/>
                <a:gd name="T1" fmla="*/ 333 h 341"/>
                <a:gd name="T2" fmla="*/ 175 w 211"/>
                <a:gd name="T3" fmla="*/ 341 h 341"/>
                <a:gd name="T4" fmla="*/ 200 w 211"/>
                <a:gd name="T5" fmla="*/ 329 h 341"/>
                <a:gd name="T6" fmla="*/ 196 w 211"/>
                <a:gd name="T7" fmla="*/ 284 h 341"/>
                <a:gd name="T8" fmla="*/ 87 w 211"/>
                <a:gd name="T9" fmla="*/ 39 h 341"/>
                <a:gd name="T10" fmla="*/ 60 w 211"/>
                <a:gd name="T11" fmla="*/ 2 h 341"/>
                <a:gd name="T12" fmla="*/ 24 w 211"/>
                <a:gd name="T13" fmla="*/ 30 h 341"/>
                <a:gd name="T14" fmla="*/ 155 w 211"/>
                <a:gd name="T15" fmla="*/ 333 h 3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1" h="341">
                  <a:moveTo>
                    <a:pt x="155" y="333"/>
                  </a:moveTo>
                  <a:cubicBezTo>
                    <a:pt x="161" y="338"/>
                    <a:pt x="168" y="341"/>
                    <a:pt x="175" y="341"/>
                  </a:cubicBezTo>
                  <a:cubicBezTo>
                    <a:pt x="185" y="341"/>
                    <a:pt x="194" y="337"/>
                    <a:pt x="200" y="329"/>
                  </a:cubicBezTo>
                  <a:cubicBezTo>
                    <a:pt x="211" y="316"/>
                    <a:pt x="209" y="296"/>
                    <a:pt x="196" y="284"/>
                  </a:cubicBezTo>
                  <a:cubicBezTo>
                    <a:pt x="70" y="179"/>
                    <a:pt x="86" y="45"/>
                    <a:pt x="87" y="39"/>
                  </a:cubicBezTo>
                  <a:cubicBezTo>
                    <a:pt x="90" y="21"/>
                    <a:pt x="77" y="5"/>
                    <a:pt x="60" y="2"/>
                  </a:cubicBezTo>
                  <a:cubicBezTo>
                    <a:pt x="43" y="0"/>
                    <a:pt x="26" y="12"/>
                    <a:pt x="24" y="30"/>
                  </a:cubicBezTo>
                  <a:cubicBezTo>
                    <a:pt x="23" y="37"/>
                    <a:pt x="0" y="205"/>
                    <a:pt x="155" y="3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Oval 53"/>
            <p:cNvSpPr>
              <a:spLocks noChangeArrowheads="1"/>
            </p:cNvSpPr>
            <p:nvPr/>
          </p:nvSpPr>
          <p:spPr bwMode="auto">
            <a:xfrm>
              <a:off x="8628063" y="4967288"/>
              <a:ext cx="284162" cy="2857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54"/>
            <p:cNvSpPr>
              <a:spLocks/>
            </p:cNvSpPr>
            <p:nvPr/>
          </p:nvSpPr>
          <p:spPr bwMode="auto">
            <a:xfrm>
              <a:off x="8529638" y="5878513"/>
              <a:ext cx="228600" cy="581025"/>
            </a:xfrm>
            <a:custGeom>
              <a:avLst/>
              <a:gdLst>
                <a:gd name="T0" fmla="*/ 26 w 144"/>
                <a:gd name="T1" fmla="*/ 0 h 367"/>
                <a:gd name="T2" fmla="*/ 10 w 144"/>
                <a:gd name="T3" fmla="*/ 300 h 367"/>
                <a:gd name="T4" fmla="*/ 40 w 144"/>
                <a:gd name="T5" fmla="*/ 364 h 367"/>
                <a:gd name="T6" fmla="*/ 57 w 144"/>
                <a:gd name="T7" fmla="*/ 367 h 367"/>
                <a:gd name="T8" fmla="*/ 104 w 144"/>
                <a:gd name="T9" fmla="*/ 335 h 367"/>
                <a:gd name="T10" fmla="*/ 140 w 144"/>
                <a:gd name="T11" fmla="*/ 95 h 367"/>
                <a:gd name="T12" fmla="*/ 109 w 144"/>
                <a:gd name="T13" fmla="*/ 117 h 367"/>
                <a:gd name="T14" fmla="*/ 26 w 144"/>
                <a:gd name="T15" fmla="*/ 0 h 3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367">
                  <a:moveTo>
                    <a:pt x="26" y="0"/>
                  </a:moveTo>
                  <a:cubicBezTo>
                    <a:pt x="42" y="68"/>
                    <a:pt x="55" y="180"/>
                    <a:pt x="10" y="300"/>
                  </a:cubicBezTo>
                  <a:cubicBezTo>
                    <a:pt x="0" y="326"/>
                    <a:pt x="14" y="355"/>
                    <a:pt x="40" y="364"/>
                  </a:cubicBezTo>
                  <a:cubicBezTo>
                    <a:pt x="45" y="366"/>
                    <a:pt x="51" y="367"/>
                    <a:pt x="57" y="367"/>
                  </a:cubicBezTo>
                  <a:cubicBezTo>
                    <a:pt x="77" y="367"/>
                    <a:pt x="96" y="355"/>
                    <a:pt x="104" y="335"/>
                  </a:cubicBezTo>
                  <a:cubicBezTo>
                    <a:pt x="136" y="247"/>
                    <a:pt x="144" y="164"/>
                    <a:pt x="140" y="95"/>
                  </a:cubicBezTo>
                  <a:cubicBezTo>
                    <a:pt x="109" y="117"/>
                    <a:pt x="109" y="117"/>
                    <a:pt x="109" y="117"/>
                  </a:cubicBez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55"/>
            <p:cNvSpPr>
              <a:spLocks/>
            </p:cNvSpPr>
            <p:nvPr/>
          </p:nvSpPr>
          <p:spPr bwMode="auto">
            <a:xfrm>
              <a:off x="8451850" y="5251450"/>
              <a:ext cx="330200" cy="573088"/>
            </a:xfrm>
            <a:custGeom>
              <a:avLst/>
              <a:gdLst>
                <a:gd name="T0" fmla="*/ 135 w 209"/>
                <a:gd name="T1" fmla="*/ 307 h 362"/>
                <a:gd name="T2" fmla="*/ 74 w 209"/>
                <a:gd name="T3" fmla="*/ 75 h 362"/>
                <a:gd name="T4" fmla="*/ 115 w 209"/>
                <a:gd name="T5" fmla="*/ 40 h 362"/>
                <a:gd name="T6" fmla="*/ 121 w 209"/>
                <a:gd name="T7" fmla="*/ 40 h 362"/>
                <a:gd name="T8" fmla="*/ 156 w 209"/>
                <a:gd name="T9" fmla="*/ 87 h 362"/>
                <a:gd name="T10" fmla="*/ 162 w 209"/>
                <a:gd name="T11" fmla="*/ 168 h 362"/>
                <a:gd name="T12" fmla="*/ 172 w 209"/>
                <a:gd name="T13" fmla="*/ 121 h 362"/>
                <a:gd name="T14" fmla="*/ 172 w 209"/>
                <a:gd name="T15" fmla="*/ 201 h 362"/>
                <a:gd name="T16" fmla="*/ 200 w 209"/>
                <a:gd name="T17" fmla="*/ 256 h 362"/>
                <a:gd name="T18" fmla="*/ 209 w 209"/>
                <a:gd name="T19" fmla="*/ 240 h 362"/>
                <a:gd name="T20" fmla="*/ 172 w 209"/>
                <a:gd name="T21" fmla="*/ 40 h 362"/>
                <a:gd name="T22" fmla="*/ 171 w 209"/>
                <a:gd name="T23" fmla="*/ 40 h 362"/>
                <a:gd name="T24" fmla="*/ 137 w 209"/>
                <a:gd name="T25" fmla="*/ 8 h 362"/>
                <a:gd name="T26" fmla="*/ 33 w 209"/>
                <a:gd name="T27" fmla="*/ 77 h 362"/>
                <a:gd name="T28" fmla="*/ 11 w 209"/>
                <a:gd name="T29" fmla="*/ 299 h 362"/>
                <a:gd name="T30" fmla="*/ 57 w 209"/>
                <a:gd name="T31" fmla="*/ 362 h 362"/>
                <a:gd name="T32" fmla="*/ 135 w 209"/>
                <a:gd name="T33" fmla="*/ 307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9" h="362">
                  <a:moveTo>
                    <a:pt x="135" y="307"/>
                  </a:moveTo>
                  <a:cubicBezTo>
                    <a:pt x="58" y="194"/>
                    <a:pt x="73" y="81"/>
                    <a:pt x="74" y="75"/>
                  </a:cubicBezTo>
                  <a:cubicBezTo>
                    <a:pt x="77" y="55"/>
                    <a:pt x="95" y="40"/>
                    <a:pt x="115" y="40"/>
                  </a:cubicBezTo>
                  <a:cubicBezTo>
                    <a:pt x="117" y="40"/>
                    <a:pt x="119" y="40"/>
                    <a:pt x="121" y="40"/>
                  </a:cubicBezTo>
                  <a:cubicBezTo>
                    <a:pt x="143" y="44"/>
                    <a:pt x="159" y="65"/>
                    <a:pt x="156" y="87"/>
                  </a:cubicBezTo>
                  <a:cubicBezTo>
                    <a:pt x="156" y="90"/>
                    <a:pt x="151" y="123"/>
                    <a:pt x="162" y="168"/>
                  </a:cubicBezTo>
                  <a:cubicBezTo>
                    <a:pt x="165" y="151"/>
                    <a:pt x="169" y="135"/>
                    <a:pt x="172" y="121"/>
                  </a:cubicBezTo>
                  <a:cubicBezTo>
                    <a:pt x="174" y="147"/>
                    <a:pt x="174" y="174"/>
                    <a:pt x="172" y="201"/>
                  </a:cubicBezTo>
                  <a:cubicBezTo>
                    <a:pt x="179" y="219"/>
                    <a:pt x="188" y="237"/>
                    <a:pt x="200" y="256"/>
                  </a:cubicBezTo>
                  <a:cubicBezTo>
                    <a:pt x="203" y="251"/>
                    <a:pt x="206" y="246"/>
                    <a:pt x="209" y="240"/>
                  </a:cubicBezTo>
                  <a:cubicBezTo>
                    <a:pt x="209" y="184"/>
                    <a:pt x="190" y="70"/>
                    <a:pt x="172" y="40"/>
                  </a:cubicBezTo>
                  <a:cubicBezTo>
                    <a:pt x="172" y="40"/>
                    <a:pt x="171" y="40"/>
                    <a:pt x="171" y="40"/>
                  </a:cubicBezTo>
                  <a:cubicBezTo>
                    <a:pt x="164" y="24"/>
                    <a:pt x="153" y="12"/>
                    <a:pt x="137" y="8"/>
                  </a:cubicBezTo>
                  <a:cubicBezTo>
                    <a:pt x="103" y="0"/>
                    <a:pt x="54" y="18"/>
                    <a:pt x="33" y="77"/>
                  </a:cubicBezTo>
                  <a:cubicBezTo>
                    <a:pt x="6" y="157"/>
                    <a:pt x="0" y="210"/>
                    <a:pt x="11" y="299"/>
                  </a:cubicBezTo>
                  <a:cubicBezTo>
                    <a:pt x="18" y="336"/>
                    <a:pt x="36" y="354"/>
                    <a:pt x="57" y="362"/>
                  </a:cubicBezTo>
                  <a:lnTo>
                    <a:pt x="135" y="30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56"/>
            <p:cNvSpPr>
              <a:spLocks/>
            </p:cNvSpPr>
            <p:nvPr/>
          </p:nvSpPr>
          <p:spPr bwMode="auto">
            <a:xfrm>
              <a:off x="8556625" y="5614988"/>
              <a:ext cx="455612" cy="428625"/>
            </a:xfrm>
            <a:custGeom>
              <a:avLst/>
              <a:gdLst>
                <a:gd name="T0" fmla="*/ 194 w 288"/>
                <a:gd name="T1" fmla="*/ 0 h 270"/>
                <a:gd name="T2" fmla="*/ 142 w 288"/>
                <a:gd name="T3" fmla="*/ 37 h 270"/>
                <a:gd name="T4" fmla="*/ 195 w 288"/>
                <a:gd name="T5" fmla="*/ 94 h 270"/>
                <a:gd name="T6" fmla="*/ 201 w 288"/>
                <a:gd name="T7" fmla="*/ 152 h 270"/>
                <a:gd name="T8" fmla="*/ 169 w 288"/>
                <a:gd name="T9" fmla="*/ 167 h 270"/>
                <a:gd name="T10" fmla="*/ 143 w 288"/>
                <a:gd name="T11" fmla="*/ 158 h 270"/>
                <a:gd name="T12" fmla="*/ 74 w 288"/>
                <a:gd name="T13" fmla="*/ 85 h 270"/>
                <a:gd name="T14" fmla="*/ 0 w 288"/>
                <a:gd name="T15" fmla="*/ 137 h 270"/>
                <a:gd name="T16" fmla="*/ 94 w 288"/>
                <a:gd name="T17" fmla="*/ 270 h 270"/>
                <a:gd name="T18" fmla="*/ 288 w 288"/>
                <a:gd name="T19" fmla="*/ 133 h 270"/>
                <a:gd name="T20" fmla="*/ 194 w 288"/>
                <a:gd name="T21" fmla="*/ 0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8" h="270">
                  <a:moveTo>
                    <a:pt x="194" y="0"/>
                  </a:moveTo>
                  <a:cubicBezTo>
                    <a:pt x="142" y="37"/>
                    <a:pt x="142" y="37"/>
                    <a:pt x="142" y="37"/>
                  </a:cubicBezTo>
                  <a:cubicBezTo>
                    <a:pt x="156" y="56"/>
                    <a:pt x="173" y="76"/>
                    <a:pt x="195" y="94"/>
                  </a:cubicBezTo>
                  <a:cubicBezTo>
                    <a:pt x="213" y="109"/>
                    <a:pt x="215" y="135"/>
                    <a:pt x="201" y="152"/>
                  </a:cubicBezTo>
                  <a:cubicBezTo>
                    <a:pt x="193" y="162"/>
                    <a:pt x="181" y="167"/>
                    <a:pt x="169" y="167"/>
                  </a:cubicBezTo>
                  <a:cubicBezTo>
                    <a:pt x="159" y="167"/>
                    <a:pt x="150" y="164"/>
                    <a:pt x="143" y="158"/>
                  </a:cubicBezTo>
                  <a:cubicBezTo>
                    <a:pt x="115" y="134"/>
                    <a:pt x="92" y="109"/>
                    <a:pt x="74" y="85"/>
                  </a:cubicBezTo>
                  <a:cubicBezTo>
                    <a:pt x="0" y="137"/>
                    <a:pt x="0" y="137"/>
                    <a:pt x="0" y="137"/>
                  </a:cubicBezTo>
                  <a:cubicBezTo>
                    <a:pt x="94" y="270"/>
                    <a:pt x="94" y="270"/>
                    <a:pt x="94" y="270"/>
                  </a:cubicBezTo>
                  <a:cubicBezTo>
                    <a:pt x="288" y="133"/>
                    <a:pt x="288" y="133"/>
                    <a:pt x="288" y="133"/>
                  </a:cubicBezTo>
                  <a:lnTo>
                    <a:pt x="19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57"/>
            <p:cNvSpPr>
              <a:spLocks/>
            </p:cNvSpPr>
            <p:nvPr/>
          </p:nvSpPr>
          <p:spPr bwMode="auto">
            <a:xfrm>
              <a:off x="8547100" y="5326063"/>
              <a:ext cx="333375" cy="539750"/>
            </a:xfrm>
            <a:custGeom>
              <a:avLst/>
              <a:gdLst>
                <a:gd name="T0" fmla="*/ 155 w 211"/>
                <a:gd name="T1" fmla="*/ 333 h 341"/>
                <a:gd name="T2" fmla="*/ 175 w 211"/>
                <a:gd name="T3" fmla="*/ 341 h 341"/>
                <a:gd name="T4" fmla="*/ 200 w 211"/>
                <a:gd name="T5" fmla="*/ 329 h 341"/>
                <a:gd name="T6" fmla="*/ 196 w 211"/>
                <a:gd name="T7" fmla="*/ 284 h 341"/>
                <a:gd name="T8" fmla="*/ 87 w 211"/>
                <a:gd name="T9" fmla="*/ 39 h 341"/>
                <a:gd name="T10" fmla="*/ 60 w 211"/>
                <a:gd name="T11" fmla="*/ 2 h 341"/>
                <a:gd name="T12" fmla="*/ 23 w 211"/>
                <a:gd name="T13" fmla="*/ 30 h 341"/>
                <a:gd name="T14" fmla="*/ 155 w 211"/>
                <a:gd name="T15" fmla="*/ 333 h 3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1" h="341">
                  <a:moveTo>
                    <a:pt x="155" y="333"/>
                  </a:moveTo>
                  <a:cubicBezTo>
                    <a:pt x="161" y="338"/>
                    <a:pt x="168" y="341"/>
                    <a:pt x="175" y="341"/>
                  </a:cubicBezTo>
                  <a:cubicBezTo>
                    <a:pt x="184" y="341"/>
                    <a:pt x="193" y="337"/>
                    <a:pt x="200" y="329"/>
                  </a:cubicBezTo>
                  <a:cubicBezTo>
                    <a:pt x="211" y="316"/>
                    <a:pt x="209" y="296"/>
                    <a:pt x="196" y="284"/>
                  </a:cubicBezTo>
                  <a:cubicBezTo>
                    <a:pt x="69" y="179"/>
                    <a:pt x="86" y="45"/>
                    <a:pt x="87" y="39"/>
                  </a:cubicBezTo>
                  <a:cubicBezTo>
                    <a:pt x="89" y="21"/>
                    <a:pt x="77" y="5"/>
                    <a:pt x="60" y="2"/>
                  </a:cubicBezTo>
                  <a:cubicBezTo>
                    <a:pt x="42" y="0"/>
                    <a:pt x="26" y="12"/>
                    <a:pt x="23" y="30"/>
                  </a:cubicBezTo>
                  <a:cubicBezTo>
                    <a:pt x="22" y="37"/>
                    <a:pt x="0" y="205"/>
                    <a:pt x="155" y="3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Oval 58"/>
            <p:cNvSpPr>
              <a:spLocks noChangeArrowheads="1"/>
            </p:cNvSpPr>
            <p:nvPr/>
          </p:nvSpPr>
          <p:spPr bwMode="auto">
            <a:xfrm>
              <a:off x="9172575" y="4967288"/>
              <a:ext cx="285750" cy="2857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59"/>
            <p:cNvSpPr>
              <a:spLocks/>
            </p:cNvSpPr>
            <p:nvPr/>
          </p:nvSpPr>
          <p:spPr bwMode="auto">
            <a:xfrm>
              <a:off x="9074150" y="5878513"/>
              <a:ext cx="228600" cy="581025"/>
            </a:xfrm>
            <a:custGeom>
              <a:avLst/>
              <a:gdLst>
                <a:gd name="T0" fmla="*/ 26 w 144"/>
                <a:gd name="T1" fmla="*/ 0 h 367"/>
                <a:gd name="T2" fmla="*/ 10 w 144"/>
                <a:gd name="T3" fmla="*/ 300 h 367"/>
                <a:gd name="T4" fmla="*/ 39 w 144"/>
                <a:gd name="T5" fmla="*/ 364 h 367"/>
                <a:gd name="T6" fmla="*/ 57 w 144"/>
                <a:gd name="T7" fmla="*/ 367 h 367"/>
                <a:gd name="T8" fmla="*/ 104 w 144"/>
                <a:gd name="T9" fmla="*/ 335 h 367"/>
                <a:gd name="T10" fmla="*/ 140 w 144"/>
                <a:gd name="T11" fmla="*/ 95 h 367"/>
                <a:gd name="T12" fmla="*/ 109 w 144"/>
                <a:gd name="T13" fmla="*/ 117 h 367"/>
                <a:gd name="T14" fmla="*/ 26 w 144"/>
                <a:gd name="T15" fmla="*/ 0 h 3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367">
                  <a:moveTo>
                    <a:pt x="26" y="0"/>
                  </a:moveTo>
                  <a:cubicBezTo>
                    <a:pt x="42" y="68"/>
                    <a:pt x="54" y="180"/>
                    <a:pt x="10" y="300"/>
                  </a:cubicBezTo>
                  <a:cubicBezTo>
                    <a:pt x="0" y="326"/>
                    <a:pt x="13" y="355"/>
                    <a:pt x="39" y="364"/>
                  </a:cubicBezTo>
                  <a:cubicBezTo>
                    <a:pt x="45" y="366"/>
                    <a:pt x="51" y="367"/>
                    <a:pt x="57" y="367"/>
                  </a:cubicBezTo>
                  <a:cubicBezTo>
                    <a:pt x="77" y="367"/>
                    <a:pt x="96" y="355"/>
                    <a:pt x="104" y="335"/>
                  </a:cubicBezTo>
                  <a:cubicBezTo>
                    <a:pt x="136" y="247"/>
                    <a:pt x="144" y="164"/>
                    <a:pt x="140" y="95"/>
                  </a:cubicBezTo>
                  <a:cubicBezTo>
                    <a:pt x="109" y="117"/>
                    <a:pt x="109" y="117"/>
                    <a:pt x="109" y="117"/>
                  </a:cubicBez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60"/>
            <p:cNvSpPr>
              <a:spLocks/>
            </p:cNvSpPr>
            <p:nvPr/>
          </p:nvSpPr>
          <p:spPr bwMode="auto">
            <a:xfrm>
              <a:off x="8996363" y="5251450"/>
              <a:ext cx="331787" cy="573088"/>
            </a:xfrm>
            <a:custGeom>
              <a:avLst/>
              <a:gdLst>
                <a:gd name="T0" fmla="*/ 135 w 209"/>
                <a:gd name="T1" fmla="*/ 307 h 362"/>
                <a:gd name="T2" fmla="*/ 74 w 209"/>
                <a:gd name="T3" fmla="*/ 75 h 362"/>
                <a:gd name="T4" fmla="*/ 115 w 209"/>
                <a:gd name="T5" fmla="*/ 40 h 362"/>
                <a:gd name="T6" fmla="*/ 121 w 209"/>
                <a:gd name="T7" fmla="*/ 40 h 362"/>
                <a:gd name="T8" fmla="*/ 156 w 209"/>
                <a:gd name="T9" fmla="*/ 87 h 362"/>
                <a:gd name="T10" fmla="*/ 162 w 209"/>
                <a:gd name="T11" fmla="*/ 168 h 362"/>
                <a:gd name="T12" fmla="*/ 171 w 209"/>
                <a:gd name="T13" fmla="*/ 121 h 362"/>
                <a:gd name="T14" fmla="*/ 172 w 209"/>
                <a:gd name="T15" fmla="*/ 201 h 362"/>
                <a:gd name="T16" fmla="*/ 200 w 209"/>
                <a:gd name="T17" fmla="*/ 256 h 362"/>
                <a:gd name="T18" fmla="*/ 209 w 209"/>
                <a:gd name="T19" fmla="*/ 240 h 362"/>
                <a:gd name="T20" fmla="*/ 172 w 209"/>
                <a:gd name="T21" fmla="*/ 40 h 362"/>
                <a:gd name="T22" fmla="*/ 171 w 209"/>
                <a:gd name="T23" fmla="*/ 40 h 362"/>
                <a:gd name="T24" fmla="*/ 137 w 209"/>
                <a:gd name="T25" fmla="*/ 8 h 362"/>
                <a:gd name="T26" fmla="*/ 33 w 209"/>
                <a:gd name="T27" fmla="*/ 77 h 362"/>
                <a:gd name="T28" fmla="*/ 10 w 209"/>
                <a:gd name="T29" fmla="*/ 299 h 362"/>
                <a:gd name="T30" fmla="*/ 57 w 209"/>
                <a:gd name="T31" fmla="*/ 362 h 362"/>
                <a:gd name="T32" fmla="*/ 135 w 209"/>
                <a:gd name="T33" fmla="*/ 307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9" h="362">
                  <a:moveTo>
                    <a:pt x="135" y="307"/>
                  </a:moveTo>
                  <a:cubicBezTo>
                    <a:pt x="58" y="194"/>
                    <a:pt x="73" y="81"/>
                    <a:pt x="74" y="75"/>
                  </a:cubicBezTo>
                  <a:cubicBezTo>
                    <a:pt x="77" y="55"/>
                    <a:pt x="95" y="40"/>
                    <a:pt x="115" y="40"/>
                  </a:cubicBezTo>
                  <a:cubicBezTo>
                    <a:pt x="117" y="40"/>
                    <a:pt x="119" y="40"/>
                    <a:pt x="121" y="40"/>
                  </a:cubicBezTo>
                  <a:cubicBezTo>
                    <a:pt x="143" y="44"/>
                    <a:pt x="159" y="65"/>
                    <a:pt x="156" y="87"/>
                  </a:cubicBezTo>
                  <a:cubicBezTo>
                    <a:pt x="155" y="90"/>
                    <a:pt x="151" y="123"/>
                    <a:pt x="162" y="168"/>
                  </a:cubicBezTo>
                  <a:cubicBezTo>
                    <a:pt x="165" y="151"/>
                    <a:pt x="168" y="135"/>
                    <a:pt x="171" y="121"/>
                  </a:cubicBezTo>
                  <a:cubicBezTo>
                    <a:pt x="174" y="147"/>
                    <a:pt x="174" y="174"/>
                    <a:pt x="172" y="201"/>
                  </a:cubicBezTo>
                  <a:cubicBezTo>
                    <a:pt x="179" y="219"/>
                    <a:pt x="188" y="237"/>
                    <a:pt x="200" y="256"/>
                  </a:cubicBezTo>
                  <a:cubicBezTo>
                    <a:pt x="203" y="251"/>
                    <a:pt x="206" y="246"/>
                    <a:pt x="209" y="240"/>
                  </a:cubicBezTo>
                  <a:cubicBezTo>
                    <a:pt x="209" y="184"/>
                    <a:pt x="189" y="70"/>
                    <a:pt x="172" y="40"/>
                  </a:cubicBezTo>
                  <a:cubicBezTo>
                    <a:pt x="171" y="40"/>
                    <a:pt x="171" y="40"/>
                    <a:pt x="171" y="40"/>
                  </a:cubicBezTo>
                  <a:cubicBezTo>
                    <a:pt x="164" y="24"/>
                    <a:pt x="153" y="12"/>
                    <a:pt x="137" y="8"/>
                  </a:cubicBezTo>
                  <a:cubicBezTo>
                    <a:pt x="103" y="0"/>
                    <a:pt x="53" y="18"/>
                    <a:pt x="33" y="77"/>
                  </a:cubicBezTo>
                  <a:cubicBezTo>
                    <a:pt x="6" y="157"/>
                    <a:pt x="0" y="210"/>
                    <a:pt x="10" y="299"/>
                  </a:cubicBezTo>
                  <a:cubicBezTo>
                    <a:pt x="18" y="336"/>
                    <a:pt x="36" y="354"/>
                    <a:pt x="57" y="362"/>
                  </a:cubicBezTo>
                  <a:lnTo>
                    <a:pt x="135" y="30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61"/>
            <p:cNvSpPr>
              <a:spLocks/>
            </p:cNvSpPr>
            <p:nvPr/>
          </p:nvSpPr>
          <p:spPr bwMode="auto">
            <a:xfrm>
              <a:off x="9101138" y="5614988"/>
              <a:ext cx="455612" cy="428625"/>
            </a:xfrm>
            <a:custGeom>
              <a:avLst/>
              <a:gdLst>
                <a:gd name="T0" fmla="*/ 193 w 288"/>
                <a:gd name="T1" fmla="*/ 0 h 270"/>
                <a:gd name="T2" fmla="*/ 141 w 288"/>
                <a:gd name="T3" fmla="*/ 37 h 270"/>
                <a:gd name="T4" fmla="*/ 195 w 288"/>
                <a:gd name="T5" fmla="*/ 94 h 270"/>
                <a:gd name="T6" fmla="*/ 201 w 288"/>
                <a:gd name="T7" fmla="*/ 152 h 270"/>
                <a:gd name="T8" fmla="*/ 169 w 288"/>
                <a:gd name="T9" fmla="*/ 167 h 270"/>
                <a:gd name="T10" fmla="*/ 143 w 288"/>
                <a:gd name="T11" fmla="*/ 158 h 270"/>
                <a:gd name="T12" fmla="*/ 74 w 288"/>
                <a:gd name="T13" fmla="*/ 85 h 270"/>
                <a:gd name="T14" fmla="*/ 0 w 288"/>
                <a:gd name="T15" fmla="*/ 137 h 270"/>
                <a:gd name="T16" fmla="*/ 94 w 288"/>
                <a:gd name="T17" fmla="*/ 270 h 270"/>
                <a:gd name="T18" fmla="*/ 288 w 288"/>
                <a:gd name="T19" fmla="*/ 133 h 270"/>
                <a:gd name="T20" fmla="*/ 193 w 288"/>
                <a:gd name="T21" fmla="*/ 0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8" h="270">
                  <a:moveTo>
                    <a:pt x="193" y="0"/>
                  </a:moveTo>
                  <a:cubicBezTo>
                    <a:pt x="141" y="37"/>
                    <a:pt x="141" y="37"/>
                    <a:pt x="141" y="37"/>
                  </a:cubicBezTo>
                  <a:cubicBezTo>
                    <a:pt x="155" y="56"/>
                    <a:pt x="173" y="76"/>
                    <a:pt x="195" y="94"/>
                  </a:cubicBezTo>
                  <a:cubicBezTo>
                    <a:pt x="213" y="109"/>
                    <a:pt x="215" y="135"/>
                    <a:pt x="201" y="152"/>
                  </a:cubicBezTo>
                  <a:cubicBezTo>
                    <a:pt x="193" y="162"/>
                    <a:pt x="181" y="167"/>
                    <a:pt x="169" y="167"/>
                  </a:cubicBezTo>
                  <a:cubicBezTo>
                    <a:pt x="159" y="167"/>
                    <a:pt x="150" y="164"/>
                    <a:pt x="143" y="158"/>
                  </a:cubicBezTo>
                  <a:cubicBezTo>
                    <a:pt x="114" y="134"/>
                    <a:pt x="92" y="109"/>
                    <a:pt x="74" y="85"/>
                  </a:cubicBezTo>
                  <a:cubicBezTo>
                    <a:pt x="0" y="137"/>
                    <a:pt x="0" y="137"/>
                    <a:pt x="0" y="137"/>
                  </a:cubicBezTo>
                  <a:cubicBezTo>
                    <a:pt x="94" y="270"/>
                    <a:pt x="94" y="270"/>
                    <a:pt x="94" y="270"/>
                  </a:cubicBezTo>
                  <a:cubicBezTo>
                    <a:pt x="288" y="133"/>
                    <a:pt x="288" y="133"/>
                    <a:pt x="288" y="133"/>
                  </a:cubicBezTo>
                  <a:lnTo>
                    <a:pt x="19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Freeform 62"/>
            <p:cNvSpPr>
              <a:spLocks/>
            </p:cNvSpPr>
            <p:nvPr/>
          </p:nvSpPr>
          <p:spPr bwMode="auto">
            <a:xfrm>
              <a:off x="9091613" y="5326063"/>
              <a:ext cx="334962" cy="539750"/>
            </a:xfrm>
            <a:custGeom>
              <a:avLst/>
              <a:gdLst>
                <a:gd name="T0" fmla="*/ 154 w 211"/>
                <a:gd name="T1" fmla="*/ 333 h 341"/>
                <a:gd name="T2" fmla="*/ 175 w 211"/>
                <a:gd name="T3" fmla="*/ 341 h 341"/>
                <a:gd name="T4" fmla="*/ 199 w 211"/>
                <a:gd name="T5" fmla="*/ 329 h 341"/>
                <a:gd name="T6" fmla="*/ 195 w 211"/>
                <a:gd name="T7" fmla="*/ 284 h 341"/>
                <a:gd name="T8" fmla="*/ 87 w 211"/>
                <a:gd name="T9" fmla="*/ 39 h 341"/>
                <a:gd name="T10" fmla="*/ 59 w 211"/>
                <a:gd name="T11" fmla="*/ 2 h 341"/>
                <a:gd name="T12" fmla="*/ 23 w 211"/>
                <a:gd name="T13" fmla="*/ 30 h 341"/>
                <a:gd name="T14" fmla="*/ 154 w 211"/>
                <a:gd name="T15" fmla="*/ 333 h 3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1" h="341">
                  <a:moveTo>
                    <a:pt x="154" y="333"/>
                  </a:moveTo>
                  <a:cubicBezTo>
                    <a:pt x="160" y="338"/>
                    <a:pt x="168" y="341"/>
                    <a:pt x="175" y="341"/>
                  </a:cubicBezTo>
                  <a:cubicBezTo>
                    <a:pt x="184" y="341"/>
                    <a:pt x="193" y="337"/>
                    <a:pt x="199" y="329"/>
                  </a:cubicBezTo>
                  <a:cubicBezTo>
                    <a:pt x="211" y="316"/>
                    <a:pt x="209" y="296"/>
                    <a:pt x="195" y="284"/>
                  </a:cubicBezTo>
                  <a:cubicBezTo>
                    <a:pt x="69" y="179"/>
                    <a:pt x="86" y="45"/>
                    <a:pt x="87" y="39"/>
                  </a:cubicBezTo>
                  <a:cubicBezTo>
                    <a:pt x="89" y="21"/>
                    <a:pt x="77" y="5"/>
                    <a:pt x="59" y="2"/>
                  </a:cubicBezTo>
                  <a:cubicBezTo>
                    <a:pt x="42" y="0"/>
                    <a:pt x="26" y="12"/>
                    <a:pt x="23" y="30"/>
                  </a:cubicBezTo>
                  <a:cubicBezTo>
                    <a:pt x="22" y="37"/>
                    <a:pt x="0" y="205"/>
                    <a:pt x="154" y="3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47" name="组合 246"/>
          <p:cNvGrpSpPr/>
          <p:nvPr/>
        </p:nvGrpSpPr>
        <p:grpSpPr>
          <a:xfrm>
            <a:off x="9378950" y="2508250"/>
            <a:ext cx="2436812" cy="2000250"/>
            <a:chOff x="9378950" y="2508250"/>
            <a:chExt cx="2436812" cy="2000250"/>
          </a:xfrm>
          <a:solidFill>
            <a:schemeClr val="tx1">
              <a:lumMod val="65000"/>
              <a:lumOff val="35000"/>
            </a:schemeClr>
          </a:solidFill>
        </p:grpSpPr>
        <p:sp>
          <p:nvSpPr>
            <p:cNvPr id="248" name="Freeform 63"/>
            <p:cNvSpPr>
              <a:spLocks/>
            </p:cNvSpPr>
            <p:nvPr/>
          </p:nvSpPr>
          <p:spPr bwMode="auto">
            <a:xfrm>
              <a:off x="9869488" y="2508250"/>
              <a:ext cx="1792287" cy="1184275"/>
            </a:xfrm>
            <a:custGeom>
              <a:avLst/>
              <a:gdLst>
                <a:gd name="T0" fmla="*/ 20 w 1129"/>
                <a:gd name="T1" fmla="*/ 20 h 746"/>
                <a:gd name="T2" fmla="*/ 1110 w 1129"/>
                <a:gd name="T3" fmla="*/ 20 h 746"/>
                <a:gd name="T4" fmla="*/ 1110 w 1129"/>
                <a:gd name="T5" fmla="*/ 726 h 746"/>
                <a:gd name="T6" fmla="*/ 122 w 1129"/>
                <a:gd name="T7" fmla="*/ 726 h 746"/>
                <a:gd name="T8" fmla="*/ 122 w 1129"/>
                <a:gd name="T9" fmla="*/ 746 h 746"/>
                <a:gd name="T10" fmla="*/ 1129 w 1129"/>
                <a:gd name="T11" fmla="*/ 746 h 746"/>
                <a:gd name="T12" fmla="*/ 1129 w 1129"/>
                <a:gd name="T13" fmla="*/ 0 h 746"/>
                <a:gd name="T14" fmla="*/ 0 w 1129"/>
                <a:gd name="T15" fmla="*/ 0 h 746"/>
                <a:gd name="T16" fmla="*/ 0 w 1129"/>
                <a:gd name="T17" fmla="*/ 153 h 746"/>
                <a:gd name="T18" fmla="*/ 20 w 1129"/>
                <a:gd name="T19" fmla="*/ 153 h 746"/>
                <a:gd name="T20" fmla="*/ 20 w 1129"/>
                <a:gd name="T21" fmla="*/ 20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29" h="746">
                  <a:moveTo>
                    <a:pt x="20" y="20"/>
                  </a:moveTo>
                  <a:lnTo>
                    <a:pt x="1110" y="20"/>
                  </a:lnTo>
                  <a:lnTo>
                    <a:pt x="1110" y="726"/>
                  </a:lnTo>
                  <a:lnTo>
                    <a:pt x="122" y="726"/>
                  </a:lnTo>
                  <a:lnTo>
                    <a:pt x="122" y="746"/>
                  </a:lnTo>
                  <a:lnTo>
                    <a:pt x="1129" y="746"/>
                  </a:lnTo>
                  <a:lnTo>
                    <a:pt x="1129" y="0"/>
                  </a:lnTo>
                  <a:lnTo>
                    <a:pt x="0" y="0"/>
                  </a:lnTo>
                  <a:lnTo>
                    <a:pt x="0" y="153"/>
                  </a:lnTo>
                  <a:lnTo>
                    <a:pt x="20" y="153"/>
                  </a:lnTo>
                  <a:lnTo>
                    <a:pt x="20"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Rectangle 64"/>
            <p:cNvSpPr>
              <a:spLocks noChangeArrowheads="1"/>
            </p:cNvSpPr>
            <p:nvPr/>
          </p:nvSpPr>
          <p:spPr bwMode="auto">
            <a:xfrm>
              <a:off x="10161588" y="2719388"/>
              <a:ext cx="193675" cy="34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Rectangle 65"/>
            <p:cNvSpPr>
              <a:spLocks noChangeArrowheads="1"/>
            </p:cNvSpPr>
            <p:nvPr/>
          </p:nvSpPr>
          <p:spPr bwMode="auto">
            <a:xfrm>
              <a:off x="11191875" y="2628900"/>
              <a:ext cx="196850" cy="333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Rectangle 66"/>
            <p:cNvSpPr>
              <a:spLocks noChangeArrowheads="1"/>
            </p:cNvSpPr>
            <p:nvPr/>
          </p:nvSpPr>
          <p:spPr bwMode="auto">
            <a:xfrm>
              <a:off x="11191875" y="3454400"/>
              <a:ext cx="355600" cy="333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Rectangle 67"/>
            <p:cNvSpPr>
              <a:spLocks noChangeArrowheads="1"/>
            </p:cNvSpPr>
            <p:nvPr/>
          </p:nvSpPr>
          <p:spPr bwMode="auto">
            <a:xfrm>
              <a:off x="11191875" y="3535363"/>
              <a:ext cx="355600" cy="333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68"/>
            <p:cNvSpPr>
              <a:spLocks/>
            </p:cNvSpPr>
            <p:nvPr/>
          </p:nvSpPr>
          <p:spPr bwMode="auto">
            <a:xfrm>
              <a:off x="10247313" y="2774950"/>
              <a:ext cx="168275" cy="136525"/>
            </a:xfrm>
            <a:custGeom>
              <a:avLst/>
              <a:gdLst>
                <a:gd name="T0" fmla="*/ 8 w 106"/>
                <a:gd name="T1" fmla="*/ 0 h 86"/>
                <a:gd name="T2" fmla="*/ 0 w 106"/>
                <a:gd name="T3" fmla="*/ 3 h 86"/>
                <a:gd name="T4" fmla="*/ 37 w 106"/>
                <a:gd name="T5" fmla="*/ 86 h 86"/>
                <a:gd name="T6" fmla="*/ 106 w 106"/>
                <a:gd name="T7" fmla="*/ 86 h 86"/>
                <a:gd name="T8" fmla="*/ 106 w 106"/>
                <a:gd name="T9" fmla="*/ 78 h 86"/>
                <a:gd name="T10" fmla="*/ 42 w 106"/>
                <a:gd name="T11" fmla="*/ 78 h 86"/>
                <a:gd name="T12" fmla="*/ 8 w 106"/>
                <a:gd name="T13" fmla="*/ 0 h 86"/>
              </a:gdLst>
              <a:ahLst/>
              <a:cxnLst>
                <a:cxn ang="0">
                  <a:pos x="T0" y="T1"/>
                </a:cxn>
                <a:cxn ang="0">
                  <a:pos x="T2" y="T3"/>
                </a:cxn>
                <a:cxn ang="0">
                  <a:pos x="T4" y="T5"/>
                </a:cxn>
                <a:cxn ang="0">
                  <a:pos x="T6" y="T7"/>
                </a:cxn>
                <a:cxn ang="0">
                  <a:pos x="T8" y="T9"/>
                </a:cxn>
                <a:cxn ang="0">
                  <a:pos x="T10" y="T11"/>
                </a:cxn>
                <a:cxn ang="0">
                  <a:pos x="T12" y="T13"/>
                </a:cxn>
              </a:cxnLst>
              <a:rect l="0" t="0" r="r" b="b"/>
              <a:pathLst>
                <a:path w="106" h="86">
                  <a:moveTo>
                    <a:pt x="8" y="0"/>
                  </a:moveTo>
                  <a:lnTo>
                    <a:pt x="0" y="3"/>
                  </a:lnTo>
                  <a:lnTo>
                    <a:pt x="37" y="86"/>
                  </a:lnTo>
                  <a:lnTo>
                    <a:pt x="106" y="86"/>
                  </a:lnTo>
                  <a:lnTo>
                    <a:pt x="106" y="78"/>
                  </a:lnTo>
                  <a:lnTo>
                    <a:pt x="42" y="78"/>
                  </a:lnTo>
                  <a:lnTo>
                    <a:pt x="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Freeform 69"/>
            <p:cNvSpPr>
              <a:spLocks/>
            </p:cNvSpPr>
            <p:nvPr/>
          </p:nvSpPr>
          <p:spPr bwMode="auto">
            <a:xfrm>
              <a:off x="11112500" y="2682875"/>
              <a:ext cx="185737" cy="98425"/>
            </a:xfrm>
            <a:custGeom>
              <a:avLst/>
              <a:gdLst>
                <a:gd name="T0" fmla="*/ 0 w 117"/>
                <a:gd name="T1" fmla="*/ 62 h 62"/>
                <a:gd name="T2" fmla="*/ 82 w 117"/>
                <a:gd name="T3" fmla="*/ 62 h 62"/>
                <a:gd name="T4" fmla="*/ 117 w 117"/>
                <a:gd name="T5" fmla="*/ 4 h 62"/>
                <a:gd name="T6" fmla="*/ 110 w 117"/>
                <a:gd name="T7" fmla="*/ 0 h 62"/>
                <a:gd name="T8" fmla="*/ 77 w 117"/>
                <a:gd name="T9" fmla="*/ 54 h 62"/>
                <a:gd name="T10" fmla="*/ 0 w 117"/>
                <a:gd name="T11" fmla="*/ 54 h 62"/>
                <a:gd name="T12" fmla="*/ 0 w 117"/>
                <a:gd name="T13" fmla="*/ 62 h 62"/>
              </a:gdLst>
              <a:ahLst/>
              <a:cxnLst>
                <a:cxn ang="0">
                  <a:pos x="T0" y="T1"/>
                </a:cxn>
                <a:cxn ang="0">
                  <a:pos x="T2" y="T3"/>
                </a:cxn>
                <a:cxn ang="0">
                  <a:pos x="T4" y="T5"/>
                </a:cxn>
                <a:cxn ang="0">
                  <a:pos x="T6" y="T7"/>
                </a:cxn>
                <a:cxn ang="0">
                  <a:pos x="T8" y="T9"/>
                </a:cxn>
                <a:cxn ang="0">
                  <a:pos x="T10" y="T11"/>
                </a:cxn>
                <a:cxn ang="0">
                  <a:pos x="T12" y="T13"/>
                </a:cxn>
              </a:cxnLst>
              <a:rect l="0" t="0" r="r" b="b"/>
              <a:pathLst>
                <a:path w="117" h="62">
                  <a:moveTo>
                    <a:pt x="0" y="62"/>
                  </a:moveTo>
                  <a:lnTo>
                    <a:pt x="82" y="62"/>
                  </a:lnTo>
                  <a:lnTo>
                    <a:pt x="117" y="4"/>
                  </a:lnTo>
                  <a:lnTo>
                    <a:pt x="110" y="0"/>
                  </a:lnTo>
                  <a:lnTo>
                    <a:pt x="77" y="54"/>
                  </a:lnTo>
                  <a:lnTo>
                    <a:pt x="0" y="54"/>
                  </a:lnTo>
                  <a:lnTo>
                    <a:pt x="0"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 name="Freeform 70"/>
            <p:cNvSpPr>
              <a:spLocks/>
            </p:cNvSpPr>
            <p:nvPr/>
          </p:nvSpPr>
          <p:spPr bwMode="auto">
            <a:xfrm>
              <a:off x="10287000" y="3827463"/>
              <a:ext cx="285750" cy="284163"/>
            </a:xfrm>
            <a:custGeom>
              <a:avLst/>
              <a:gdLst>
                <a:gd name="T0" fmla="*/ 0 w 180"/>
                <a:gd name="T1" fmla="*/ 90 h 179"/>
                <a:gd name="T2" fmla="*/ 75 w 180"/>
                <a:gd name="T3" fmla="*/ 179 h 179"/>
                <a:gd name="T4" fmla="*/ 104 w 180"/>
                <a:gd name="T5" fmla="*/ 179 h 179"/>
                <a:gd name="T6" fmla="*/ 180 w 180"/>
                <a:gd name="T7" fmla="*/ 90 h 179"/>
                <a:gd name="T8" fmla="*/ 90 w 180"/>
                <a:gd name="T9" fmla="*/ 0 h 179"/>
                <a:gd name="T10" fmla="*/ 0 w 180"/>
                <a:gd name="T11" fmla="*/ 90 h 179"/>
              </a:gdLst>
              <a:ahLst/>
              <a:cxnLst>
                <a:cxn ang="0">
                  <a:pos x="T0" y="T1"/>
                </a:cxn>
                <a:cxn ang="0">
                  <a:pos x="T2" y="T3"/>
                </a:cxn>
                <a:cxn ang="0">
                  <a:pos x="T4" y="T5"/>
                </a:cxn>
                <a:cxn ang="0">
                  <a:pos x="T6" y="T7"/>
                </a:cxn>
                <a:cxn ang="0">
                  <a:pos x="T8" y="T9"/>
                </a:cxn>
                <a:cxn ang="0">
                  <a:pos x="T10" y="T11"/>
                </a:cxn>
              </a:cxnLst>
              <a:rect l="0" t="0" r="r" b="b"/>
              <a:pathLst>
                <a:path w="180" h="179">
                  <a:moveTo>
                    <a:pt x="0" y="90"/>
                  </a:moveTo>
                  <a:cubicBezTo>
                    <a:pt x="0" y="135"/>
                    <a:pt x="32" y="172"/>
                    <a:pt x="75" y="179"/>
                  </a:cubicBezTo>
                  <a:cubicBezTo>
                    <a:pt x="104" y="179"/>
                    <a:pt x="104" y="179"/>
                    <a:pt x="104" y="179"/>
                  </a:cubicBezTo>
                  <a:cubicBezTo>
                    <a:pt x="147" y="172"/>
                    <a:pt x="180" y="135"/>
                    <a:pt x="180" y="90"/>
                  </a:cubicBezTo>
                  <a:cubicBezTo>
                    <a:pt x="180" y="40"/>
                    <a:pt x="139" y="0"/>
                    <a:pt x="90" y="0"/>
                  </a:cubicBezTo>
                  <a:cubicBezTo>
                    <a:pt x="40" y="0"/>
                    <a:pt x="0" y="40"/>
                    <a:pt x="0"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Freeform 71"/>
            <p:cNvSpPr>
              <a:spLocks/>
            </p:cNvSpPr>
            <p:nvPr/>
          </p:nvSpPr>
          <p:spPr bwMode="auto">
            <a:xfrm>
              <a:off x="10823575" y="3827463"/>
              <a:ext cx="284162" cy="284163"/>
            </a:xfrm>
            <a:custGeom>
              <a:avLst/>
              <a:gdLst>
                <a:gd name="T0" fmla="*/ 0 w 180"/>
                <a:gd name="T1" fmla="*/ 90 h 179"/>
                <a:gd name="T2" fmla="*/ 75 w 180"/>
                <a:gd name="T3" fmla="*/ 179 h 179"/>
                <a:gd name="T4" fmla="*/ 104 w 180"/>
                <a:gd name="T5" fmla="*/ 179 h 179"/>
                <a:gd name="T6" fmla="*/ 180 w 180"/>
                <a:gd name="T7" fmla="*/ 90 h 179"/>
                <a:gd name="T8" fmla="*/ 90 w 180"/>
                <a:gd name="T9" fmla="*/ 0 h 179"/>
                <a:gd name="T10" fmla="*/ 0 w 180"/>
                <a:gd name="T11" fmla="*/ 90 h 179"/>
              </a:gdLst>
              <a:ahLst/>
              <a:cxnLst>
                <a:cxn ang="0">
                  <a:pos x="T0" y="T1"/>
                </a:cxn>
                <a:cxn ang="0">
                  <a:pos x="T2" y="T3"/>
                </a:cxn>
                <a:cxn ang="0">
                  <a:pos x="T4" y="T5"/>
                </a:cxn>
                <a:cxn ang="0">
                  <a:pos x="T6" y="T7"/>
                </a:cxn>
                <a:cxn ang="0">
                  <a:pos x="T8" y="T9"/>
                </a:cxn>
                <a:cxn ang="0">
                  <a:pos x="T10" y="T11"/>
                </a:cxn>
              </a:cxnLst>
              <a:rect l="0" t="0" r="r" b="b"/>
              <a:pathLst>
                <a:path w="180" h="179">
                  <a:moveTo>
                    <a:pt x="0" y="90"/>
                  </a:moveTo>
                  <a:cubicBezTo>
                    <a:pt x="0" y="135"/>
                    <a:pt x="32" y="172"/>
                    <a:pt x="75" y="179"/>
                  </a:cubicBezTo>
                  <a:cubicBezTo>
                    <a:pt x="104" y="179"/>
                    <a:pt x="104" y="179"/>
                    <a:pt x="104" y="179"/>
                  </a:cubicBezTo>
                  <a:cubicBezTo>
                    <a:pt x="147" y="172"/>
                    <a:pt x="180" y="135"/>
                    <a:pt x="180" y="90"/>
                  </a:cubicBezTo>
                  <a:cubicBezTo>
                    <a:pt x="180" y="40"/>
                    <a:pt x="139" y="0"/>
                    <a:pt x="90" y="0"/>
                  </a:cubicBezTo>
                  <a:cubicBezTo>
                    <a:pt x="40" y="0"/>
                    <a:pt x="0" y="40"/>
                    <a:pt x="0"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 name="Freeform 72"/>
            <p:cNvSpPr>
              <a:spLocks/>
            </p:cNvSpPr>
            <p:nvPr/>
          </p:nvSpPr>
          <p:spPr bwMode="auto">
            <a:xfrm>
              <a:off x="10115550" y="4149725"/>
              <a:ext cx="1700212" cy="358775"/>
            </a:xfrm>
            <a:custGeom>
              <a:avLst/>
              <a:gdLst>
                <a:gd name="T0" fmla="*/ 986 w 1074"/>
                <a:gd name="T1" fmla="*/ 9 h 227"/>
                <a:gd name="T2" fmla="*/ 953 w 1074"/>
                <a:gd name="T3" fmla="*/ 0 h 227"/>
                <a:gd name="T4" fmla="*/ 952 w 1074"/>
                <a:gd name="T5" fmla="*/ 0 h 227"/>
                <a:gd name="T6" fmla="*/ 797 w 1074"/>
                <a:gd name="T7" fmla="*/ 0 h 227"/>
                <a:gd name="T8" fmla="*/ 796 w 1074"/>
                <a:gd name="T9" fmla="*/ 0 h 227"/>
                <a:gd name="T10" fmla="*/ 763 w 1074"/>
                <a:gd name="T11" fmla="*/ 9 h 227"/>
                <a:gd name="T12" fmla="*/ 706 w 1074"/>
                <a:gd name="T13" fmla="*/ 76 h 227"/>
                <a:gd name="T14" fmla="*/ 691 w 1074"/>
                <a:gd name="T15" fmla="*/ 48 h 227"/>
                <a:gd name="T16" fmla="*/ 648 w 1074"/>
                <a:gd name="T17" fmla="*/ 9 h 227"/>
                <a:gd name="T18" fmla="*/ 615 w 1074"/>
                <a:gd name="T19" fmla="*/ 0 h 227"/>
                <a:gd name="T20" fmla="*/ 614 w 1074"/>
                <a:gd name="T21" fmla="*/ 0 h 227"/>
                <a:gd name="T22" fmla="*/ 459 w 1074"/>
                <a:gd name="T23" fmla="*/ 0 h 227"/>
                <a:gd name="T24" fmla="*/ 458 w 1074"/>
                <a:gd name="T25" fmla="*/ 0 h 227"/>
                <a:gd name="T26" fmla="*/ 425 w 1074"/>
                <a:gd name="T27" fmla="*/ 9 h 227"/>
                <a:gd name="T28" fmla="*/ 368 w 1074"/>
                <a:gd name="T29" fmla="*/ 76 h 227"/>
                <a:gd name="T30" fmla="*/ 353 w 1074"/>
                <a:gd name="T31" fmla="*/ 48 h 227"/>
                <a:gd name="T32" fmla="*/ 310 w 1074"/>
                <a:gd name="T33" fmla="*/ 9 h 227"/>
                <a:gd name="T34" fmla="*/ 277 w 1074"/>
                <a:gd name="T35" fmla="*/ 0 h 227"/>
                <a:gd name="T36" fmla="*/ 276 w 1074"/>
                <a:gd name="T37" fmla="*/ 0 h 227"/>
                <a:gd name="T38" fmla="*/ 121 w 1074"/>
                <a:gd name="T39" fmla="*/ 0 h 227"/>
                <a:gd name="T40" fmla="*/ 120 w 1074"/>
                <a:gd name="T41" fmla="*/ 0 h 227"/>
                <a:gd name="T42" fmla="*/ 87 w 1074"/>
                <a:gd name="T43" fmla="*/ 9 h 227"/>
                <a:gd name="T44" fmla="*/ 26 w 1074"/>
                <a:gd name="T45" fmla="*/ 84 h 227"/>
                <a:gd name="T46" fmla="*/ 0 w 1074"/>
                <a:gd name="T47" fmla="*/ 227 h 227"/>
                <a:gd name="T48" fmla="*/ 64 w 1074"/>
                <a:gd name="T49" fmla="*/ 227 h 227"/>
                <a:gd name="T50" fmla="*/ 91 w 1074"/>
                <a:gd name="T51" fmla="*/ 96 h 227"/>
                <a:gd name="T52" fmla="*/ 91 w 1074"/>
                <a:gd name="T53" fmla="*/ 227 h 227"/>
                <a:gd name="T54" fmla="*/ 307 w 1074"/>
                <a:gd name="T55" fmla="*/ 227 h 227"/>
                <a:gd name="T56" fmla="*/ 307 w 1074"/>
                <a:gd name="T57" fmla="*/ 97 h 227"/>
                <a:gd name="T58" fmla="*/ 314 w 1074"/>
                <a:gd name="T59" fmla="*/ 114 h 227"/>
                <a:gd name="T60" fmla="*/ 333 w 1074"/>
                <a:gd name="T61" fmla="*/ 227 h 227"/>
                <a:gd name="T62" fmla="*/ 402 w 1074"/>
                <a:gd name="T63" fmla="*/ 227 h 227"/>
                <a:gd name="T64" fmla="*/ 429 w 1074"/>
                <a:gd name="T65" fmla="*/ 96 h 227"/>
                <a:gd name="T66" fmla="*/ 429 w 1074"/>
                <a:gd name="T67" fmla="*/ 227 h 227"/>
                <a:gd name="T68" fmla="*/ 645 w 1074"/>
                <a:gd name="T69" fmla="*/ 227 h 227"/>
                <a:gd name="T70" fmla="*/ 645 w 1074"/>
                <a:gd name="T71" fmla="*/ 97 h 227"/>
                <a:gd name="T72" fmla="*/ 652 w 1074"/>
                <a:gd name="T73" fmla="*/ 114 h 227"/>
                <a:gd name="T74" fmla="*/ 671 w 1074"/>
                <a:gd name="T75" fmla="*/ 227 h 227"/>
                <a:gd name="T76" fmla="*/ 740 w 1074"/>
                <a:gd name="T77" fmla="*/ 227 h 227"/>
                <a:gd name="T78" fmla="*/ 767 w 1074"/>
                <a:gd name="T79" fmla="*/ 96 h 227"/>
                <a:gd name="T80" fmla="*/ 767 w 1074"/>
                <a:gd name="T81" fmla="*/ 227 h 227"/>
                <a:gd name="T82" fmla="*/ 983 w 1074"/>
                <a:gd name="T83" fmla="*/ 227 h 227"/>
                <a:gd name="T84" fmla="*/ 983 w 1074"/>
                <a:gd name="T85" fmla="*/ 97 h 227"/>
                <a:gd name="T86" fmla="*/ 990 w 1074"/>
                <a:gd name="T87" fmla="*/ 114 h 227"/>
                <a:gd name="T88" fmla="*/ 1009 w 1074"/>
                <a:gd name="T89" fmla="*/ 227 h 227"/>
                <a:gd name="T90" fmla="*/ 1074 w 1074"/>
                <a:gd name="T91" fmla="*/ 227 h 227"/>
                <a:gd name="T92" fmla="*/ 1029 w 1074"/>
                <a:gd name="T93" fmla="*/ 48 h 227"/>
                <a:gd name="T94" fmla="*/ 986 w 1074"/>
                <a:gd name="T95" fmla="*/ 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74" h="227">
                  <a:moveTo>
                    <a:pt x="986" y="9"/>
                  </a:moveTo>
                  <a:cubicBezTo>
                    <a:pt x="973" y="2"/>
                    <a:pt x="961" y="0"/>
                    <a:pt x="953" y="0"/>
                  </a:cubicBezTo>
                  <a:cubicBezTo>
                    <a:pt x="953" y="0"/>
                    <a:pt x="952" y="0"/>
                    <a:pt x="952" y="0"/>
                  </a:cubicBezTo>
                  <a:cubicBezTo>
                    <a:pt x="797" y="0"/>
                    <a:pt x="797" y="0"/>
                    <a:pt x="797" y="0"/>
                  </a:cubicBezTo>
                  <a:cubicBezTo>
                    <a:pt x="797" y="0"/>
                    <a:pt x="796" y="0"/>
                    <a:pt x="796" y="0"/>
                  </a:cubicBezTo>
                  <a:cubicBezTo>
                    <a:pt x="789" y="0"/>
                    <a:pt x="777" y="2"/>
                    <a:pt x="763" y="9"/>
                  </a:cubicBezTo>
                  <a:cubicBezTo>
                    <a:pt x="743" y="18"/>
                    <a:pt x="722" y="39"/>
                    <a:pt x="706" y="76"/>
                  </a:cubicBezTo>
                  <a:cubicBezTo>
                    <a:pt x="701" y="65"/>
                    <a:pt x="696" y="56"/>
                    <a:pt x="691" y="48"/>
                  </a:cubicBezTo>
                  <a:cubicBezTo>
                    <a:pt x="678" y="28"/>
                    <a:pt x="663" y="16"/>
                    <a:pt x="648" y="9"/>
                  </a:cubicBezTo>
                  <a:cubicBezTo>
                    <a:pt x="635" y="2"/>
                    <a:pt x="623" y="0"/>
                    <a:pt x="615" y="0"/>
                  </a:cubicBezTo>
                  <a:cubicBezTo>
                    <a:pt x="615" y="0"/>
                    <a:pt x="614" y="0"/>
                    <a:pt x="614" y="0"/>
                  </a:cubicBezTo>
                  <a:cubicBezTo>
                    <a:pt x="459" y="0"/>
                    <a:pt x="459" y="0"/>
                    <a:pt x="459" y="0"/>
                  </a:cubicBezTo>
                  <a:cubicBezTo>
                    <a:pt x="459" y="0"/>
                    <a:pt x="458" y="0"/>
                    <a:pt x="458" y="0"/>
                  </a:cubicBezTo>
                  <a:cubicBezTo>
                    <a:pt x="451" y="0"/>
                    <a:pt x="439" y="2"/>
                    <a:pt x="425" y="9"/>
                  </a:cubicBezTo>
                  <a:cubicBezTo>
                    <a:pt x="405" y="18"/>
                    <a:pt x="384" y="39"/>
                    <a:pt x="368" y="76"/>
                  </a:cubicBezTo>
                  <a:cubicBezTo>
                    <a:pt x="363" y="65"/>
                    <a:pt x="358" y="56"/>
                    <a:pt x="353" y="48"/>
                  </a:cubicBezTo>
                  <a:cubicBezTo>
                    <a:pt x="340" y="28"/>
                    <a:pt x="325" y="16"/>
                    <a:pt x="310" y="9"/>
                  </a:cubicBezTo>
                  <a:cubicBezTo>
                    <a:pt x="297" y="2"/>
                    <a:pt x="285" y="0"/>
                    <a:pt x="277" y="0"/>
                  </a:cubicBezTo>
                  <a:cubicBezTo>
                    <a:pt x="277" y="0"/>
                    <a:pt x="276" y="0"/>
                    <a:pt x="276" y="0"/>
                  </a:cubicBezTo>
                  <a:cubicBezTo>
                    <a:pt x="121" y="0"/>
                    <a:pt x="121" y="0"/>
                    <a:pt x="121" y="0"/>
                  </a:cubicBezTo>
                  <a:cubicBezTo>
                    <a:pt x="121" y="0"/>
                    <a:pt x="120" y="0"/>
                    <a:pt x="120" y="0"/>
                  </a:cubicBezTo>
                  <a:cubicBezTo>
                    <a:pt x="113" y="0"/>
                    <a:pt x="101" y="2"/>
                    <a:pt x="87" y="9"/>
                  </a:cubicBezTo>
                  <a:cubicBezTo>
                    <a:pt x="66" y="19"/>
                    <a:pt x="42" y="43"/>
                    <a:pt x="26" y="84"/>
                  </a:cubicBezTo>
                  <a:cubicBezTo>
                    <a:pt x="13" y="117"/>
                    <a:pt x="3" y="163"/>
                    <a:pt x="0" y="227"/>
                  </a:cubicBezTo>
                  <a:cubicBezTo>
                    <a:pt x="64" y="227"/>
                    <a:pt x="64" y="227"/>
                    <a:pt x="64" y="227"/>
                  </a:cubicBezTo>
                  <a:cubicBezTo>
                    <a:pt x="68" y="160"/>
                    <a:pt x="79" y="120"/>
                    <a:pt x="91" y="96"/>
                  </a:cubicBezTo>
                  <a:cubicBezTo>
                    <a:pt x="91" y="227"/>
                    <a:pt x="91" y="227"/>
                    <a:pt x="91" y="227"/>
                  </a:cubicBezTo>
                  <a:cubicBezTo>
                    <a:pt x="307" y="227"/>
                    <a:pt x="307" y="227"/>
                    <a:pt x="307" y="227"/>
                  </a:cubicBezTo>
                  <a:cubicBezTo>
                    <a:pt x="307" y="97"/>
                    <a:pt x="307" y="97"/>
                    <a:pt x="307" y="97"/>
                  </a:cubicBezTo>
                  <a:cubicBezTo>
                    <a:pt x="309" y="101"/>
                    <a:pt x="312" y="107"/>
                    <a:pt x="314" y="114"/>
                  </a:cubicBezTo>
                  <a:cubicBezTo>
                    <a:pt x="323" y="138"/>
                    <a:pt x="331" y="175"/>
                    <a:pt x="333" y="227"/>
                  </a:cubicBezTo>
                  <a:cubicBezTo>
                    <a:pt x="402" y="227"/>
                    <a:pt x="402" y="227"/>
                    <a:pt x="402" y="227"/>
                  </a:cubicBezTo>
                  <a:cubicBezTo>
                    <a:pt x="406" y="160"/>
                    <a:pt x="417" y="120"/>
                    <a:pt x="429" y="96"/>
                  </a:cubicBezTo>
                  <a:cubicBezTo>
                    <a:pt x="429" y="227"/>
                    <a:pt x="429" y="227"/>
                    <a:pt x="429" y="227"/>
                  </a:cubicBezTo>
                  <a:cubicBezTo>
                    <a:pt x="645" y="227"/>
                    <a:pt x="645" y="227"/>
                    <a:pt x="645" y="227"/>
                  </a:cubicBezTo>
                  <a:cubicBezTo>
                    <a:pt x="645" y="97"/>
                    <a:pt x="645" y="97"/>
                    <a:pt x="645" y="97"/>
                  </a:cubicBezTo>
                  <a:cubicBezTo>
                    <a:pt x="647" y="101"/>
                    <a:pt x="650" y="107"/>
                    <a:pt x="652" y="114"/>
                  </a:cubicBezTo>
                  <a:cubicBezTo>
                    <a:pt x="661" y="138"/>
                    <a:pt x="669" y="175"/>
                    <a:pt x="671" y="227"/>
                  </a:cubicBezTo>
                  <a:cubicBezTo>
                    <a:pt x="740" y="227"/>
                    <a:pt x="740" y="227"/>
                    <a:pt x="740" y="227"/>
                  </a:cubicBezTo>
                  <a:cubicBezTo>
                    <a:pt x="744" y="160"/>
                    <a:pt x="755" y="120"/>
                    <a:pt x="767" y="96"/>
                  </a:cubicBezTo>
                  <a:cubicBezTo>
                    <a:pt x="767" y="227"/>
                    <a:pt x="767" y="227"/>
                    <a:pt x="767" y="227"/>
                  </a:cubicBezTo>
                  <a:cubicBezTo>
                    <a:pt x="983" y="227"/>
                    <a:pt x="983" y="227"/>
                    <a:pt x="983" y="227"/>
                  </a:cubicBezTo>
                  <a:cubicBezTo>
                    <a:pt x="983" y="97"/>
                    <a:pt x="983" y="97"/>
                    <a:pt x="983" y="97"/>
                  </a:cubicBezTo>
                  <a:cubicBezTo>
                    <a:pt x="985" y="101"/>
                    <a:pt x="988" y="107"/>
                    <a:pt x="990" y="114"/>
                  </a:cubicBezTo>
                  <a:cubicBezTo>
                    <a:pt x="999" y="138"/>
                    <a:pt x="1007" y="175"/>
                    <a:pt x="1009" y="227"/>
                  </a:cubicBezTo>
                  <a:cubicBezTo>
                    <a:pt x="1074" y="227"/>
                    <a:pt x="1074" y="227"/>
                    <a:pt x="1074" y="227"/>
                  </a:cubicBezTo>
                  <a:cubicBezTo>
                    <a:pt x="1069" y="137"/>
                    <a:pt x="1052" y="83"/>
                    <a:pt x="1029" y="48"/>
                  </a:cubicBezTo>
                  <a:cubicBezTo>
                    <a:pt x="1016" y="28"/>
                    <a:pt x="1001" y="16"/>
                    <a:pt x="986"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Oval 73"/>
            <p:cNvSpPr>
              <a:spLocks noChangeArrowheads="1"/>
            </p:cNvSpPr>
            <p:nvPr/>
          </p:nvSpPr>
          <p:spPr bwMode="auto">
            <a:xfrm>
              <a:off x="11358563" y="3827463"/>
              <a:ext cx="284162" cy="2857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 name="Freeform 74"/>
            <p:cNvSpPr>
              <a:spLocks noEditPoints="1"/>
            </p:cNvSpPr>
            <p:nvPr/>
          </p:nvSpPr>
          <p:spPr bwMode="auto">
            <a:xfrm>
              <a:off x="9378950" y="3041650"/>
              <a:ext cx="1023937" cy="1260475"/>
            </a:xfrm>
            <a:custGeom>
              <a:avLst/>
              <a:gdLst>
                <a:gd name="T0" fmla="*/ 600 w 647"/>
                <a:gd name="T1" fmla="*/ 6 h 796"/>
                <a:gd name="T2" fmla="*/ 180 w 647"/>
                <a:gd name="T3" fmla="*/ 50 h 796"/>
                <a:gd name="T4" fmla="*/ 71 w 647"/>
                <a:gd name="T5" fmla="*/ 180 h 796"/>
                <a:gd name="T6" fmla="*/ 66 w 647"/>
                <a:gd name="T7" fmla="*/ 206 h 796"/>
                <a:gd name="T8" fmla="*/ 59 w 647"/>
                <a:gd name="T9" fmla="*/ 403 h 796"/>
                <a:gd name="T10" fmla="*/ 93 w 647"/>
                <a:gd name="T11" fmla="*/ 433 h 796"/>
                <a:gd name="T12" fmla="*/ 121 w 647"/>
                <a:gd name="T13" fmla="*/ 327 h 796"/>
                <a:gd name="T14" fmla="*/ 129 w 647"/>
                <a:gd name="T15" fmla="*/ 217 h 796"/>
                <a:gd name="T16" fmla="*/ 149 w 647"/>
                <a:gd name="T17" fmla="*/ 147 h 796"/>
                <a:gd name="T18" fmla="*/ 133 w 647"/>
                <a:gd name="T19" fmla="*/ 254 h 796"/>
                <a:gd name="T20" fmla="*/ 158 w 647"/>
                <a:gd name="T21" fmla="*/ 247 h 796"/>
                <a:gd name="T22" fmla="*/ 113 w 647"/>
                <a:gd name="T23" fmla="*/ 481 h 796"/>
                <a:gd name="T24" fmla="*/ 54 w 647"/>
                <a:gd name="T25" fmla="*/ 418 h 796"/>
                <a:gd name="T26" fmla="*/ 49 w 647"/>
                <a:gd name="T27" fmla="*/ 348 h 796"/>
                <a:gd name="T28" fmla="*/ 0 w 647"/>
                <a:gd name="T29" fmla="*/ 377 h 796"/>
                <a:gd name="T30" fmla="*/ 117 w 647"/>
                <a:gd name="T31" fmla="*/ 494 h 796"/>
                <a:gd name="T32" fmla="*/ 149 w 647"/>
                <a:gd name="T33" fmla="*/ 747 h 796"/>
                <a:gd name="T34" fmla="*/ 248 w 647"/>
                <a:gd name="T35" fmla="*/ 747 h 796"/>
                <a:gd name="T36" fmla="*/ 266 w 647"/>
                <a:gd name="T37" fmla="*/ 386 h 796"/>
                <a:gd name="T38" fmla="*/ 316 w 647"/>
                <a:gd name="T39" fmla="*/ 796 h 796"/>
                <a:gd name="T40" fmla="*/ 365 w 647"/>
                <a:gd name="T41" fmla="*/ 355 h 796"/>
                <a:gd name="T42" fmla="*/ 365 w 647"/>
                <a:gd name="T43" fmla="*/ 112 h 796"/>
                <a:gd name="T44" fmla="*/ 641 w 647"/>
                <a:gd name="T45" fmla="*/ 25 h 796"/>
                <a:gd name="T46" fmla="*/ 259 w 647"/>
                <a:gd name="T47" fmla="*/ 339 h 796"/>
                <a:gd name="T48" fmla="*/ 219 w 647"/>
                <a:gd name="T49" fmla="*/ 293 h 796"/>
                <a:gd name="T50" fmla="*/ 257 w 647"/>
                <a:gd name="T51" fmla="*/ 135 h 796"/>
                <a:gd name="T52" fmla="*/ 257 w 647"/>
                <a:gd name="T53" fmla="*/ 135 h 796"/>
                <a:gd name="T54" fmla="*/ 295 w 647"/>
                <a:gd name="T55" fmla="*/ 293 h 796"/>
                <a:gd name="T56" fmla="*/ 257 w 647"/>
                <a:gd name="T57" fmla="*/ 83 h 796"/>
                <a:gd name="T58" fmla="*/ 280 w 647"/>
                <a:gd name="T59" fmla="*/ 113 h 796"/>
                <a:gd name="T60" fmla="*/ 257 w 647"/>
                <a:gd name="T61" fmla="*/ 123 h 796"/>
                <a:gd name="T62" fmla="*/ 234 w 647"/>
                <a:gd name="T63" fmla="*/ 113 h 7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47" h="796">
                  <a:moveTo>
                    <a:pt x="641" y="25"/>
                  </a:moveTo>
                  <a:cubicBezTo>
                    <a:pt x="635" y="8"/>
                    <a:pt x="616" y="0"/>
                    <a:pt x="600" y="6"/>
                  </a:cubicBezTo>
                  <a:cubicBezTo>
                    <a:pt x="512" y="37"/>
                    <a:pt x="357" y="49"/>
                    <a:pt x="334" y="50"/>
                  </a:cubicBezTo>
                  <a:cubicBezTo>
                    <a:pt x="180" y="50"/>
                    <a:pt x="180" y="50"/>
                    <a:pt x="180" y="50"/>
                  </a:cubicBezTo>
                  <a:cubicBezTo>
                    <a:pt x="179" y="50"/>
                    <a:pt x="179" y="51"/>
                    <a:pt x="179" y="51"/>
                  </a:cubicBezTo>
                  <a:cubicBezTo>
                    <a:pt x="158" y="51"/>
                    <a:pt x="98" y="62"/>
                    <a:pt x="71" y="180"/>
                  </a:cubicBezTo>
                  <a:cubicBezTo>
                    <a:pt x="69" y="189"/>
                    <a:pt x="67" y="197"/>
                    <a:pt x="66" y="206"/>
                  </a:cubicBezTo>
                  <a:cubicBezTo>
                    <a:pt x="66" y="206"/>
                    <a:pt x="66" y="206"/>
                    <a:pt x="66" y="206"/>
                  </a:cubicBezTo>
                  <a:cubicBezTo>
                    <a:pt x="60" y="239"/>
                    <a:pt x="57" y="278"/>
                    <a:pt x="57" y="327"/>
                  </a:cubicBezTo>
                  <a:cubicBezTo>
                    <a:pt x="57" y="350"/>
                    <a:pt x="58" y="376"/>
                    <a:pt x="59" y="403"/>
                  </a:cubicBezTo>
                  <a:cubicBezTo>
                    <a:pt x="60" y="420"/>
                    <a:pt x="75" y="433"/>
                    <a:pt x="91" y="433"/>
                  </a:cubicBezTo>
                  <a:cubicBezTo>
                    <a:pt x="92" y="433"/>
                    <a:pt x="93" y="433"/>
                    <a:pt x="93" y="433"/>
                  </a:cubicBezTo>
                  <a:cubicBezTo>
                    <a:pt x="111" y="432"/>
                    <a:pt x="124" y="417"/>
                    <a:pt x="123" y="399"/>
                  </a:cubicBezTo>
                  <a:cubicBezTo>
                    <a:pt x="122" y="373"/>
                    <a:pt x="121" y="349"/>
                    <a:pt x="121" y="327"/>
                  </a:cubicBezTo>
                  <a:cubicBezTo>
                    <a:pt x="121" y="281"/>
                    <a:pt x="124" y="245"/>
                    <a:pt x="129" y="217"/>
                  </a:cubicBezTo>
                  <a:cubicBezTo>
                    <a:pt x="129" y="217"/>
                    <a:pt x="129" y="217"/>
                    <a:pt x="129" y="217"/>
                  </a:cubicBezTo>
                  <a:cubicBezTo>
                    <a:pt x="130" y="208"/>
                    <a:pt x="132" y="200"/>
                    <a:pt x="133" y="193"/>
                  </a:cubicBezTo>
                  <a:cubicBezTo>
                    <a:pt x="138" y="173"/>
                    <a:pt x="143" y="158"/>
                    <a:pt x="149" y="147"/>
                  </a:cubicBezTo>
                  <a:cubicBezTo>
                    <a:pt x="149" y="239"/>
                    <a:pt x="149" y="239"/>
                    <a:pt x="149" y="239"/>
                  </a:cubicBezTo>
                  <a:cubicBezTo>
                    <a:pt x="133" y="254"/>
                    <a:pt x="133" y="254"/>
                    <a:pt x="133" y="254"/>
                  </a:cubicBezTo>
                  <a:cubicBezTo>
                    <a:pt x="132" y="259"/>
                    <a:pt x="132" y="265"/>
                    <a:pt x="132" y="271"/>
                  </a:cubicBezTo>
                  <a:cubicBezTo>
                    <a:pt x="158" y="247"/>
                    <a:pt x="158" y="247"/>
                    <a:pt x="158" y="247"/>
                  </a:cubicBezTo>
                  <a:cubicBezTo>
                    <a:pt x="254" y="351"/>
                    <a:pt x="254" y="351"/>
                    <a:pt x="254" y="351"/>
                  </a:cubicBezTo>
                  <a:cubicBezTo>
                    <a:pt x="113" y="481"/>
                    <a:pt x="113" y="481"/>
                    <a:pt x="113" y="481"/>
                  </a:cubicBezTo>
                  <a:cubicBezTo>
                    <a:pt x="72" y="437"/>
                    <a:pt x="72" y="437"/>
                    <a:pt x="72" y="437"/>
                  </a:cubicBezTo>
                  <a:cubicBezTo>
                    <a:pt x="64" y="433"/>
                    <a:pt x="58" y="426"/>
                    <a:pt x="54" y="418"/>
                  </a:cubicBezTo>
                  <a:cubicBezTo>
                    <a:pt x="17" y="378"/>
                    <a:pt x="17" y="378"/>
                    <a:pt x="17" y="378"/>
                  </a:cubicBezTo>
                  <a:cubicBezTo>
                    <a:pt x="49" y="348"/>
                    <a:pt x="49" y="348"/>
                    <a:pt x="49" y="348"/>
                  </a:cubicBezTo>
                  <a:cubicBezTo>
                    <a:pt x="48" y="343"/>
                    <a:pt x="48" y="337"/>
                    <a:pt x="48" y="332"/>
                  </a:cubicBezTo>
                  <a:cubicBezTo>
                    <a:pt x="0" y="377"/>
                    <a:pt x="0" y="377"/>
                    <a:pt x="0" y="377"/>
                  </a:cubicBezTo>
                  <a:cubicBezTo>
                    <a:pt x="112" y="498"/>
                    <a:pt x="112" y="498"/>
                    <a:pt x="112" y="498"/>
                  </a:cubicBezTo>
                  <a:cubicBezTo>
                    <a:pt x="117" y="494"/>
                    <a:pt x="117" y="494"/>
                    <a:pt x="117" y="494"/>
                  </a:cubicBezTo>
                  <a:cubicBezTo>
                    <a:pt x="149" y="464"/>
                    <a:pt x="149" y="464"/>
                    <a:pt x="149" y="464"/>
                  </a:cubicBezTo>
                  <a:cubicBezTo>
                    <a:pt x="149" y="747"/>
                    <a:pt x="149" y="747"/>
                    <a:pt x="149" y="747"/>
                  </a:cubicBezTo>
                  <a:cubicBezTo>
                    <a:pt x="149" y="774"/>
                    <a:pt x="171" y="796"/>
                    <a:pt x="198" y="796"/>
                  </a:cubicBezTo>
                  <a:cubicBezTo>
                    <a:pt x="226" y="796"/>
                    <a:pt x="248" y="774"/>
                    <a:pt x="248" y="747"/>
                  </a:cubicBezTo>
                  <a:cubicBezTo>
                    <a:pt x="248" y="386"/>
                    <a:pt x="248" y="386"/>
                    <a:pt x="248" y="386"/>
                  </a:cubicBezTo>
                  <a:cubicBezTo>
                    <a:pt x="266" y="386"/>
                    <a:pt x="266" y="386"/>
                    <a:pt x="266" y="386"/>
                  </a:cubicBezTo>
                  <a:cubicBezTo>
                    <a:pt x="266" y="747"/>
                    <a:pt x="266" y="747"/>
                    <a:pt x="266" y="747"/>
                  </a:cubicBezTo>
                  <a:cubicBezTo>
                    <a:pt x="266" y="774"/>
                    <a:pt x="289" y="796"/>
                    <a:pt x="316" y="796"/>
                  </a:cubicBezTo>
                  <a:cubicBezTo>
                    <a:pt x="343" y="796"/>
                    <a:pt x="365" y="774"/>
                    <a:pt x="365" y="747"/>
                  </a:cubicBezTo>
                  <a:cubicBezTo>
                    <a:pt x="365" y="355"/>
                    <a:pt x="365" y="355"/>
                    <a:pt x="365" y="355"/>
                  </a:cubicBezTo>
                  <a:cubicBezTo>
                    <a:pt x="365" y="279"/>
                    <a:pt x="365" y="279"/>
                    <a:pt x="365" y="279"/>
                  </a:cubicBezTo>
                  <a:cubicBezTo>
                    <a:pt x="365" y="112"/>
                    <a:pt x="365" y="112"/>
                    <a:pt x="365" y="112"/>
                  </a:cubicBezTo>
                  <a:cubicBezTo>
                    <a:pt x="421" y="107"/>
                    <a:pt x="543" y="94"/>
                    <a:pt x="621" y="66"/>
                  </a:cubicBezTo>
                  <a:cubicBezTo>
                    <a:pt x="638" y="60"/>
                    <a:pt x="647" y="42"/>
                    <a:pt x="641" y="25"/>
                  </a:cubicBezTo>
                  <a:close/>
                  <a:moveTo>
                    <a:pt x="295" y="293"/>
                  </a:moveTo>
                  <a:cubicBezTo>
                    <a:pt x="259" y="339"/>
                    <a:pt x="259" y="339"/>
                    <a:pt x="259" y="339"/>
                  </a:cubicBezTo>
                  <a:cubicBezTo>
                    <a:pt x="233" y="311"/>
                    <a:pt x="233" y="311"/>
                    <a:pt x="233" y="311"/>
                  </a:cubicBezTo>
                  <a:cubicBezTo>
                    <a:pt x="219" y="293"/>
                    <a:pt x="219" y="293"/>
                    <a:pt x="219" y="293"/>
                  </a:cubicBezTo>
                  <a:cubicBezTo>
                    <a:pt x="241" y="132"/>
                    <a:pt x="241" y="132"/>
                    <a:pt x="241" y="132"/>
                  </a:cubicBezTo>
                  <a:cubicBezTo>
                    <a:pt x="246" y="134"/>
                    <a:pt x="252" y="135"/>
                    <a:pt x="257" y="135"/>
                  </a:cubicBezTo>
                  <a:cubicBezTo>
                    <a:pt x="257" y="135"/>
                    <a:pt x="257" y="135"/>
                    <a:pt x="257" y="135"/>
                  </a:cubicBezTo>
                  <a:cubicBezTo>
                    <a:pt x="257" y="135"/>
                    <a:pt x="257" y="135"/>
                    <a:pt x="257" y="135"/>
                  </a:cubicBezTo>
                  <a:cubicBezTo>
                    <a:pt x="263" y="135"/>
                    <a:pt x="268" y="134"/>
                    <a:pt x="273" y="132"/>
                  </a:cubicBezTo>
                  <a:lnTo>
                    <a:pt x="295" y="293"/>
                  </a:lnTo>
                  <a:close/>
                  <a:moveTo>
                    <a:pt x="242" y="83"/>
                  </a:moveTo>
                  <a:cubicBezTo>
                    <a:pt x="257" y="83"/>
                    <a:pt x="257" y="83"/>
                    <a:pt x="257" y="83"/>
                  </a:cubicBezTo>
                  <a:cubicBezTo>
                    <a:pt x="272" y="83"/>
                    <a:pt x="272" y="83"/>
                    <a:pt x="272" y="83"/>
                  </a:cubicBezTo>
                  <a:cubicBezTo>
                    <a:pt x="280" y="113"/>
                    <a:pt x="280" y="113"/>
                    <a:pt x="280" y="113"/>
                  </a:cubicBezTo>
                  <a:cubicBezTo>
                    <a:pt x="279" y="115"/>
                    <a:pt x="279" y="115"/>
                    <a:pt x="279" y="115"/>
                  </a:cubicBezTo>
                  <a:cubicBezTo>
                    <a:pt x="273" y="120"/>
                    <a:pt x="265" y="123"/>
                    <a:pt x="257" y="123"/>
                  </a:cubicBezTo>
                  <a:cubicBezTo>
                    <a:pt x="249" y="123"/>
                    <a:pt x="242" y="120"/>
                    <a:pt x="235" y="115"/>
                  </a:cubicBezTo>
                  <a:cubicBezTo>
                    <a:pt x="234" y="113"/>
                    <a:pt x="234" y="113"/>
                    <a:pt x="234" y="113"/>
                  </a:cubicBezTo>
                  <a:lnTo>
                    <a:pt x="242"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 name="Oval 75"/>
            <p:cNvSpPr>
              <a:spLocks noChangeArrowheads="1"/>
            </p:cNvSpPr>
            <p:nvPr/>
          </p:nvSpPr>
          <p:spPr bwMode="auto">
            <a:xfrm>
              <a:off x="9642475" y="2801938"/>
              <a:ext cx="285750" cy="284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 name="Freeform 76"/>
            <p:cNvSpPr>
              <a:spLocks noEditPoints="1"/>
            </p:cNvSpPr>
            <p:nvPr/>
          </p:nvSpPr>
          <p:spPr bwMode="auto">
            <a:xfrm>
              <a:off x="10450513" y="2740025"/>
              <a:ext cx="692150" cy="692150"/>
            </a:xfrm>
            <a:custGeom>
              <a:avLst/>
              <a:gdLst>
                <a:gd name="T0" fmla="*/ 0 w 437"/>
                <a:gd name="T1" fmla="*/ 186 h 437"/>
                <a:gd name="T2" fmla="*/ 0 w 437"/>
                <a:gd name="T3" fmla="*/ 252 h 437"/>
                <a:gd name="T4" fmla="*/ 37 w 437"/>
                <a:gd name="T5" fmla="*/ 252 h 437"/>
                <a:gd name="T6" fmla="*/ 45 w 437"/>
                <a:gd name="T7" fmla="*/ 281 h 437"/>
                <a:gd name="T8" fmla="*/ 13 w 437"/>
                <a:gd name="T9" fmla="*/ 300 h 437"/>
                <a:gd name="T10" fmla="*/ 46 w 437"/>
                <a:gd name="T11" fmla="*/ 356 h 437"/>
                <a:gd name="T12" fmla="*/ 77 w 437"/>
                <a:gd name="T13" fmla="*/ 338 h 437"/>
                <a:gd name="T14" fmla="*/ 99 w 437"/>
                <a:gd name="T15" fmla="*/ 360 h 437"/>
                <a:gd name="T16" fmla="*/ 81 w 437"/>
                <a:gd name="T17" fmla="*/ 392 h 437"/>
                <a:gd name="T18" fmla="*/ 138 w 437"/>
                <a:gd name="T19" fmla="*/ 425 h 437"/>
                <a:gd name="T20" fmla="*/ 156 w 437"/>
                <a:gd name="T21" fmla="*/ 393 h 437"/>
                <a:gd name="T22" fmla="*/ 186 w 437"/>
                <a:gd name="T23" fmla="*/ 401 h 437"/>
                <a:gd name="T24" fmla="*/ 186 w 437"/>
                <a:gd name="T25" fmla="*/ 437 h 437"/>
                <a:gd name="T26" fmla="*/ 252 w 437"/>
                <a:gd name="T27" fmla="*/ 437 h 437"/>
                <a:gd name="T28" fmla="*/ 252 w 437"/>
                <a:gd name="T29" fmla="*/ 401 h 437"/>
                <a:gd name="T30" fmla="*/ 281 w 437"/>
                <a:gd name="T31" fmla="*/ 393 h 437"/>
                <a:gd name="T32" fmla="*/ 300 w 437"/>
                <a:gd name="T33" fmla="*/ 425 h 437"/>
                <a:gd name="T34" fmla="*/ 356 w 437"/>
                <a:gd name="T35" fmla="*/ 392 h 437"/>
                <a:gd name="T36" fmla="*/ 338 w 437"/>
                <a:gd name="T37" fmla="*/ 360 h 437"/>
                <a:gd name="T38" fmla="*/ 360 w 437"/>
                <a:gd name="T39" fmla="*/ 338 h 437"/>
                <a:gd name="T40" fmla="*/ 392 w 437"/>
                <a:gd name="T41" fmla="*/ 356 h 437"/>
                <a:gd name="T42" fmla="*/ 425 w 437"/>
                <a:gd name="T43" fmla="*/ 300 h 437"/>
                <a:gd name="T44" fmla="*/ 393 w 437"/>
                <a:gd name="T45" fmla="*/ 281 h 437"/>
                <a:gd name="T46" fmla="*/ 401 w 437"/>
                <a:gd name="T47" fmla="*/ 252 h 437"/>
                <a:gd name="T48" fmla="*/ 437 w 437"/>
                <a:gd name="T49" fmla="*/ 252 h 437"/>
                <a:gd name="T50" fmla="*/ 437 w 437"/>
                <a:gd name="T51" fmla="*/ 186 h 437"/>
                <a:gd name="T52" fmla="*/ 401 w 437"/>
                <a:gd name="T53" fmla="*/ 186 h 437"/>
                <a:gd name="T54" fmla="*/ 393 w 437"/>
                <a:gd name="T55" fmla="*/ 156 h 437"/>
                <a:gd name="T56" fmla="*/ 425 w 437"/>
                <a:gd name="T57" fmla="*/ 138 h 437"/>
                <a:gd name="T58" fmla="*/ 392 w 437"/>
                <a:gd name="T59" fmla="*/ 81 h 437"/>
                <a:gd name="T60" fmla="*/ 360 w 437"/>
                <a:gd name="T61" fmla="*/ 99 h 437"/>
                <a:gd name="T62" fmla="*/ 338 w 437"/>
                <a:gd name="T63" fmla="*/ 77 h 437"/>
                <a:gd name="T64" fmla="*/ 356 w 437"/>
                <a:gd name="T65" fmla="*/ 46 h 437"/>
                <a:gd name="T66" fmla="*/ 300 w 437"/>
                <a:gd name="T67" fmla="*/ 13 h 437"/>
                <a:gd name="T68" fmla="*/ 281 w 437"/>
                <a:gd name="T69" fmla="*/ 45 h 437"/>
                <a:gd name="T70" fmla="*/ 252 w 437"/>
                <a:gd name="T71" fmla="*/ 37 h 437"/>
                <a:gd name="T72" fmla="*/ 252 w 437"/>
                <a:gd name="T73" fmla="*/ 0 h 437"/>
                <a:gd name="T74" fmla="*/ 186 w 437"/>
                <a:gd name="T75" fmla="*/ 0 h 437"/>
                <a:gd name="T76" fmla="*/ 186 w 437"/>
                <a:gd name="T77" fmla="*/ 37 h 437"/>
                <a:gd name="T78" fmla="*/ 156 w 437"/>
                <a:gd name="T79" fmla="*/ 45 h 437"/>
                <a:gd name="T80" fmla="*/ 138 w 437"/>
                <a:gd name="T81" fmla="*/ 13 h 437"/>
                <a:gd name="T82" fmla="*/ 81 w 437"/>
                <a:gd name="T83" fmla="*/ 46 h 437"/>
                <a:gd name="T84" fmla="*/ 99 w 437"/>
                <a:gd name="T85" fmla="*/ 77 h 437"/>
                <a:gd name="T86" fmla="*/ 77 w 437"/>
                <a:gd name="T87" fmla="*/ 99 h 437"/>
                <a:gd name="T88" fmla="*/ 46 w 437"/>
                <a:gd name="T89" fmla="*/ 81 h 437"/>
                <a:gd name="T90" fmla="*/ 13 w 437"/>
                <a:gd name="T91" fmla="*/ 138 h 437"/>
                <a:gd name="T92" fmla="*/ 45 w 437"/>
                <a:gd name="T93" fmla="*/ 156 h 437"/>
                <a:gd name="T94" fmla="*/ 37 w 437"/>
                <a:gd name="T95" fmla="*/ 186 h 437"/>
                <a:gd name="T96" fmla="*/ 0 w 437"/>
                <a:gd name="T97" fmla="*/ 186 h 437"/>
                <a:gd name="T98" fmla="*/ 115 w 437"/>
                <a:gd name="T99" fmla="*/ 219 h 437"/>
                <a:gd name="T100" fmla="*/ 219 w 437"/>
                <a:gd name="T101" fmla="*/ 115 h 437"/>
                <a:gd name="T102" fmla="*/ 323 w 437"/>
                <a:gd name="T103" fmla="*/ 219 h 437"/>
                <a:gd name="T104" fmla="*/ 219 w 437"/>
                <a:gd name="T105" fmla="*/ 323 h 437"/>
                <a:gd name="T106" fmla="*/ 115 w 437"/>
                <a:gd name="T107" fmla="*/ 219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37" h="437">
                  <a:moveTo>
                    <a:pt x="0" y="186"/>
                  </a:moveTo>
                  <a:cubicBezTo>
                    <a:pt x="0" y="252"/>
                    <a:pt x="0" y="252"/>
                    <a:pt x="0" y="252"/>
                  </a:cubicBezTo>
                  <a:cubicBezTo>
                    <a:pt x="37" y="252"/>
                    <a:pt x="37" y="252"/>
                    <a:pt x="37" y="252"/>
                  </a:cubicBezTo>
                  <a:cubicBezTo>
                    <a:pt x="38" y="262"/>
                    <a:pt x="41" y="272"/>
                    <a:pt x="45" y="281"/>
                  </a:cubicBezTo>
                  <a:cubicBezTo>
                    <a:pt x="13" y="300"/>
                    <a:pt x="13" y="300"/>
                    <a:pt x="13" y="300"/>
                  </a:cubicBezTo>
                  <a:cubicBezTo>
                    <a:pt x="46" y="356"/>
                    <a:pt x="46" y="356"/>
                    <a:pt x="46" y="356"/>
                  </a:cubicBezTo>
                  <a:cubicBezTo>
                    <a:pt x="77" y="338"/>
                    <a:pt x="77" y="338"/>
                    <a:pt x="77" y="338"/>
                  </a:cubicBezTo>
                  <a:cubicBezTo>
                    <a:pt x="84" y="346"/>
                    <a:pt x="91" y="353"/>
                    <a:pt x="99" y="360"/>
                  </a:cubicBezTo>
                  <a:cubicBezTo>
                    <a:pt x="81" y="392"/>
                    <a:pt x="81" y="392"/>
                    <a:pt x="81" y="392"/>
                  </a:cubicBezTo>
                  <a:cubicBezTo>
                    <a:pt x="138" y="425"/>
                    <a:pt x="138" y="425"/>
                    <a:pt x="138" y="425"/>
                  </a:cubicBezTo>
                  <a:cubicBezTo>
                    <a:pt x="156" y="393"/>
                    <a:pt x="156" y="393"/>
                    <a:pt x="156" y="393"/>
                  </a:cubicBezTo>
                  <a:cubicBezTo>
                    <a:pt x="166" y="396"/>
                    <a:pt x="176" y="399"/>
                    <a:pt x="186" y="401"/>
                  </a:cubicBezTo>
                  <a:cubicBezTo>
                    <a:pt x="186" y="437"/>
                    <a:pt x="186" y="437"/>
                    <a:pt x="186" y="437"/>
                  </a:cubicBezTo>
                  <a:cubicBezTo>
                    <a:pt x="252" y="437"/>
                    <a:pt x="252" y="437"/>
                    <a:pt x="252" y="437"/>
                  </a:cubicBezTo>
                  <a:cubicBezTo>
                    <a:pt x="252" y="401"/>
                    <a:pt x="252" y="401"/>
                    <a:pt x="252" y="401"/>
                  </a:cubicBezTo>
                  <a:cubicBezTo>
                    <a:pt x="262" y="399"/>
                    <a:pt x="272" y="396"/>
                    <a:pt x="281" y="393"/>
                  </a:cubicBezTo>
                  <a:cubicBezTo>
                    <a:pt x="300" y="425"/>
                    <a:pt x="300" y="425"/>
                    <a:pt x="300" y="425"/>
                  </a:cubicBezTo>
                  <a:cubicBezTo>
                    <a:pt x="356" y="392"/>
                    <a:pt x="356" y="392"/>
                    <a:pt x="356" y="392"/>
                  </a:cubicBezTo>
                  <a:cubicBezTo>
                    <a:pt x="338" y="360"/>
                    <a:pt x="338" y="360"/>
                    <a:pt x="338" y="360"/>
                  </a:cubicBezTo>
                  <a:cubicBezTo>
                    <a:pt x="346" y="353"/>
                    <a:pt x="353" y="346"/>
                    <a:pt x="360" y="338"/>
                  </a:cubicBezTo>
                  <a:cubicBezTo>
                    <a:pt x="392" y="356"/>
                    <a:pt x="392" y="356"/>
                    <a:pt x="392" y="356"/>
                  </a:cubicBezTo>
                  <a:cubicBezTo>
                    <a:pt x="425" y="300"/>
                    <a:pt x="425" y="300"/>
                    <a:pt x="425" y="300"/>
                  </a:cubicBezTo>
                  <a:cubicBezTo>
                    <a:pt x="393" y="281"/>
                    <a:pt x="393" y="281"/>
                    <a:pt x="393" y="281"/>
                  </a:cubicBezTo>
                  <a:cubicBezTo>
                    <a:pt x="396" y="272"/>
                    <a:pt x="399" y="262"/>
                    <a:pt x="401" y="252"/>
                  </a:cubicBezTo>
                  <a:cubicBezTo>
                    <a:pt x="437" y="252"/>
                    <a:pt x="437" y="252"/>
                    <a:pt x="437" y="252"/>
                  </a:cubicBezTo>
                  <a:cubicBezTo>
                    <a:pt x="437" y="186"/>
                    <a:pt x="437" y="186"/>
                    <a:pt x="437" y="186"/>
                  </a:cubicBezTo>
                  <a:cubicBezTo>
                    <a:pt x="401" y="186"/>
                    <a:pt x="401" y="186"/>
                    <a:pt x="401" y="186"/>
                  </a:cubicBezTo>
                  <a:cubicBezTo>
                    <a:pt x="399" y="176"/>
                    <a:pt x="396" y="166"/>
                    <a:pt x="393" y="156"/>
                  </a:cubicBezTo>
                  <a:cubicBezTo>
                    <a:pt x="425" y="138"/>
                    <a:pt x="425" y="138"/>
                    <a:pt x="425" y="138"/>
                  </a:cubicBezTo>
                  <a:cubicBezTo>
                    <a:pt x="392" y="81"/>
                    <a:pt x="392" y="81"/>
                    <a:pt x="392" y="81"/>
                  </a:cubicBezTo>
                  <a:cubicBezTo>
                    <a:pt x="360" y="99"/>
                    <a:pt x="360" y="99"/>
                    <a:pt x="360" y="99"/>
                  </a:cubicBezTo>
                  <a:cubicBezTo>
                    <a:pt x="353" y="91"/>
                    <a:pt x="346" y="84"/>
                    <a:pt x="338" y="77"/>
                  </a:cubicBezTo>
                  <a:cubicBezTo>
                    <a:pt x="356" y="46"/>
                    <a:pt x="356" y="46"/>
                    <a:pt x="356" y="46"/>
                  </a:cubicBezTo>
                  <a:cubicBezTo>
                    <a:pt x="300" y="13"/>
                    <a:pt x="300" y="13"/>
                    <a:pt x="300" y="13"/>
                  </a:cubicBezTo>
                  <a:cubicBezTo>
                    <a:pt x="281" y="45"/>
                    <a:pt x="281" y="45"/>
                    <a:pt x="281" y="45"/>
                  </a:cubicBezTo>
                  <a:cubicBezTo>
                    <a:pt x="272" y="41"/>
                    <a:pt x="262" y="38"/>
                    <a:pt x="252" y="37"/>
                  </a:cubicBezTo>
                  <a:cubicBezTo>
                    <a:pt x="252" y="0"/>
                    <a:pt x="252" y="0"/>
                    <a:pt x="252" y="0"/>
                  </a:cubicBezTo>
                  <a:cubicBezTo>
                    <a:pt x="186" y="0"/>
                    <a:pt x="186" y="0"/>
                    <a:pt x="186" y="0"/>
                  </a:cubicBezTo>
                  <a:cubicBezTo>
                    <a:pt x="186" y="37"/>
                    <a:pt x="186" y="37"/>
                    <a:pt x="186" y="37"/>
                  </a:cubicBezTo>
                  <a:cubicBezTo>
                    <a:pt x="176" y="38"/>
                    <a:pt x="166" y="41"/>
                    <a:pt x="156" y="45"/>
                  </a:cubicBezTo>
                  <a:cubicBezTo>
                    <a:pt x="138" y="13"/>
                    <a:pt x="138" y="13"/>
                    <a:pt x="138" y="13"/>
                  </a:cubicBezTo>
                  <a:cubicBezTo>
                    <a:pt x="81" y="46"/>
                    <a:pt x="81" y="46"/>
                    <a:pt x="81" y="46"/>
                  </a:cubicBezTo>
                  <a:cubicBezTo>
                    <a:pt x="99" y="77"/>
                    <a:pt x="99" y="77"/>
                    <a:pt x="99" y="77"/>
                  </a:cubicBezTo>
                  <a:cubicBezTo>
                    <a:pt x="91" y="84"/>
                    <a:pt x="84" y="91"/>
                    <a:pt x="77" y="99"/>
                  </a:cubicBezTo>
                  <a:cubicBezTo>
                    <a:pt x="46" y="81"/>
                    <a:pt x="46" y="81"/>
                    <a:pt x="46" y="81"/>
                  </a:cubicBezTo>
                  <a:cubicBezTo>
                    <a:pt x="13" y="138"/>
                    <a:pt x="13" y="138"/>
                    <a:pt x="13" y="138"/>
                  </a:cubicBezTo>
                  <a:cubicBezTo>
                    <a:pt x="45" y="156"/>
                    <a:pt x="45" y="156"/>
                    <a:pt x="45" y="156"/>
                  </a:cubicBezTo>
                  <a:cubicBezTo>
                    <a:pt x="41" y="166"/>
                    <a:pt x="38" y="176"/>
                    <a:pt x="37" y="186"/>
                  </a:cubicBezTo>
                  <a:lnTo>
                    <a:pt x="0" y="186"/>
                  </a:lnTo>
                  <a:close/>
                  <a:moveTo>
                    <a:pt x="115" y="219"/>
                  </a:moveTo>
                  <a:cubicBezTo>
                    <a:pt x="115" y="161"/>
                    <a:pt x="161" y="115"/>
                    <a:pt x="219" y="115"/>
                  </a:cubicBezTo>
                  <a:cubicBezTo>
                    <a:pt x="276" y="115"/>
                    <a:pt x="323" y="161"/>
                    <a:pt x="323" y="219"/>
                  </a:cubicBezTo>
                  <a:cubicBezTo>
                    <a:pt x="323" y="276"/>
                    <a:pt x="276" y="323"/>
                    <a:pt x="219" y="323"/>
                  </a:cubicBezTo>
                  <a:cubicBezTo>
                    <a:pt x="161" y="323"/>
                    <a:pt x="115" y="276"/>
                    <a:pt x="115" y="2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 name="Oval 77"/>
            <p:cNvSpPr>
              <a:spLocks noChangeArrowheads="1"/>
            </p:cNvSpPr>
            <p:nvPr/>
          </p:nvSpPr>
          <p:spPr bwMode="auto">
            <a:xfrm>
              <a:off x="10709275" y="2998788"/>
              <a:ext cx="176212" cy="1746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63" name="组合 262"/>
          <p:cNvGrpSpPr/>
          <p:nvPr/>
        </p:nvGrpSpPr>
        <p:grpSpPr>
          <a:xfrm>
            <a:off x="6419850" y="3176588"/>
            <a:ext cx="1355725" cy="1136650"/>
            <a:chOff x="6419850" y="3176588"/>
            <a:chExt cx="1355725" cy="1136650"/>
          </a:xfrm>
          <a:solidFill>
            <a:schemeClr val="tx1">
              <a:lumMod val="65000"/>
              <a:lumOff val="35000"/>
            </a:schemeClr>
          </a:solidFill>
        </p:grpSpPr>
        <p:sp>
          <p:nvSpPr>
            <p:cNvPr id="264" name="Freeform 78"/>
            <p:cNvSpPr>
              <a:spLocks/>
            </p:cNvSpPr>
            <p:nvPr/>
          </p:nvSpPr>
          <p:spPr bwMode="auto">
            <a:xfrm>
              <a:off x="7073900" y="3595688"/>
              <a:ext cx="65087" cy="68263"/>
            </a:xfrm>
            <a:custGeom>
              <a:avLst/>
              <a:gdLst>
                <a:gd name="T0" fmla="*/ 41 w 41"/>
                <a:gd name="T1" fmla="*/ 44 h 44"/>
                <a:gd name="T2" fmla="*/ 8 w 41"/>
                <a:gd name="T3" fmla="*/ 0 h 44"/>
                <a:gd name="T4" fmla="*/ 0 w 41"/>
                <a:gd name="T5" fmla="*/ 5 h 44"/>
                <a:gd name="T6" fmla="*/ 28 w 41"/>
                <a:gd name="T7" fmla="*/ 43 h 44"/>
                <a:gd name="T8" fmla="*/ 34 w 41"/>
                <a:gd name="T9" fmla="*/ 43 h 44"/>
                <a:gd name="T10" fmla="*/ 41 w 41"/>
                <a:gd name="T11" fmla="*/ 44 h 44"/>
              </a:gdLst>
              <a:ahLst/>
              <a:cxnLst>
                <a:cxn ang="0">
                  <a:pos x="T0" y="T1"/>
                </a:cxn>
                <a:cxn ang="0">
                  <a:pos x="T2" y="T3"/>
                </a:cxn>
                <a:cxn ang="0">
                  <a:pos x="T4" y="T5"/>
                </a:cxn>
                <a:cxn ang="0">
                  <a:pos x="T6" y="T7"/>
                </a:cxn>
                <a:cxn ang="0">
                  <a:pos x="T8" y="T9"/>
                </a:cxn>
                <a:cxn ang="0">
                  <a:pos x="T10" y="T11"/>
                </a:cxn>
              </a:cxnLst>
              <a:rect l="0" t="0" r="r" b="b"/>
              <a:pathLst>
                <a:path w="41" h="44">
                  <a:moveTo>
                    <a:pt x="41" y="44"/>
                  </a:moveTo>
                  <a:cubicBezTo>
                    <a:pt x="8" y="0"/>
                    <a:pt x="8" y="0"/>
                    <a:pt x="8" y="0"/>
                  </a:cubicBezTo>
                  <a:cubicBezTo>
                    <a:pt x="0" y="5"/>
                    <a:pt x="0" y="5"/>
                    <a:pt x="0" y="5"/>
                  </a:cubicBezTo>
                  <a:cubicBezTo>
                    <a:pt x="28" y="43"/>
                    <a:pt x="28" y="43"/>
                    <a:pt x="28" y="43"/>
                  </a:cubicBezTo>
                  <a:cubicBezTo>
                    <a:pt x="30" y="43"/>
                    <a:pt x="33" y="43"/>
                    <a:pt x="34" y="43"/>
                  </a:cubicBezTo>
                  <a:cubicBezTo>
                    <a:pt x="37" y="44"/>
                    <a:pt x="39" y="44"/>
                    <a:pt x="41"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 name="Freeform 79"/>
            <p:cNvSpPr>
              <a:spLocks/>
            </p:cNvSpPr>
            <p:nvPr/>
          </p:nvSpPr>
          <p:spPr bwMode="auto">
            <a:xfrm>
              <a:off x="6973888" y="3771900"/>
              <a:ext cx="530225" cy="57150"/>
            </a:xfrm>
            <a:custGeom>
              <a:avLst/>
              <a:gdLst>
                <a:gd name="T0" fmla="*/ 335 w 335"/>
                <a:gd name="T1" fmla="*/ 0 h 36"/>
                <a:gd name="T2" fmla="*/ 126 w 335"/>
                <a:gd name="T3" fmla="*/ 0 h 36"/>
                <a:gd name="T4" fmla="*/ 95 w 335"/>
                <a:gd name="T5" fmla="*/ 14 h 36"/>
                <a:gd name="T6" fmla="*/ 93 w 335"/>
                <a:gd name="T7" fmla="*/ 14 h 36"/>
                <a:gd name="T8" fmla="*/ 10 w 335"/>
                <a:gd name="T9" fmla="*/ 0 h 36"/>
                <a:gd name="T10" fmla="*/ 0 w 335"/>
                <a:gd name="T11" fmla="*/ 0 h 36"/>
                <a:gd name="T12" fmla="*/ 0 w 335"/>
                <a:gd name="T13" fmla="*/ 21 h 36"/>
                <a:gd name="T14" fmla="*/ 71 w 335"/>
                <a:gd name="T15" fmla="*/ 21 h 36"/>
                <a:gd name="T16" fmla="*/ 109 w 335"/>
                <a:gd name="T17" fmla="*/ 36 h 36"/>
                <a:gd name="T18" fmla="*/ 335 w 335"/>
                <a:gd name="T19" fmla="*/ 36 h 36"/>
                <a:gd name="T20" fmla="*/ 335 w 335"/>
                <a:gd name="T2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5" h="36">
                  <a:moveTo>
                    <a:pt x="335" y="0"/>
                  </a:moveTo>
                  <a:cubicBezTo>
                    <a:pt x="126" y="0"/>
                    <a:pt x="126" y="0"/>
                    <a:pt x="126" y="0"/>
                  </a:cubicBezTo>
                  <a:cubicBezTo>
                    <a:pt x="119" y="8"/>
                    <a:pt x="108" y="14"/>
                    <a:pt x="95" y="14"/>
                  </a:cubicBezTo>
                  <a:cubicBezTo>
                    <a:pt x="95" y="14"/>
                    <a:pt x="94" y="14"/>
                    <a:pt x="93" y="14"/>
                  </a:cubicBezTo>
                  <a:cubicBezTo>
                    <a:pt x="80" y="13"/>
                    <a:pt x="39" y="10"/>
                    <a:pt x="10" y="0"/>
                  </a:cubicBezTo>
                  <a:cubicBezTo>
                    <a:pt x="0" y="0"/>
                    <a:pt x="0" y="0"/>
                    <a:pt x="0" y="0"/>
                  </a:cubicBezTo>
                  <a:cubicBezTo>
                    <a:pt x="0" y="21"/>
                    <a:pt x="0" y="21"/>
                    <a:pt x="0" y="21"/>
                  </a:cubicBezTo>
                  <a:cubicBezTo>
                    <a:pt x="71" y="21"/>
                    <a:pt x="71" y="21"/>
                    <a:pt x="71" y="21"/>
                  </a:cubicBezTo>
                  <a:cubicBezTo>
                    <a:pt x="85" y="21"/>
                    <a:pt x="98" y="27"/>
                    <a:pt x="109" y="36"/>
                  </a:cubicBezTo>
                  <a:cubicBezTo>
                    <a:pt x="335" y="36"/>
                    <a:pt x="335" y="36"/>
                    <a:pt x="335" y="36"/>
                  </a:cubicBezTo>
                  <a:lnTo>
                    <a:pt x="33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 name="Freeform 80"/>
            <p:cNvSpPr>
              <a:spLocks/>
            </p:cNvSpPr>
            <p:nvPr/>
          </p:nvSpPr>
          <p:spPr bwMode="auto">
            <a:xfrm>
              <a:off x="7183438" y="3733800"/>
              <a:ext cx="214312" cy="23813"/>
            </a:xfrm>
            <a:custGeom>
              <a:avLst/>
              <a:gdLst>
                <a:gd name="T0" fmla="*/ 0 w 136"/>
                <a:gd name="T1" fmla="*/ 15 h 15"/>
                <a:gd name="T2" fmla="*/ 136 w 136"/>
                <a:gd name="T3" fmla="*/ 15 h 15"/>
                <a:gd name="T4" fmla="*/ 136 w 136"/>
                <a:gd name="T5" fmla="*/ 9 h 15"/>
                <a:gd name="T6" fmla="*/ 11 w 136"/>
                <a:gd name="T7" fmla="*/ 9 h 15"/>
                <a:gd name="T8" fmla="*/ 4 w 136"/>
                <a:gd name="T9" fmla="*/ 0 h 15"/>
                <a:gd name="T10" fmla="*/ 0 w 136"/>
                <a:gd name="T11" fmla="*/ 15 h 15"/>
              </a:gdLst>
              <a:ahLst/>
              <a:cxnLst>
                <a:cxn ang="0">
                  <a:pos x="T0" y="T1"/>
                </a:cxn>
                <a:cxn ang="0">
                  <a:pos x="T2" y="T3"/>
                </a:cxn>
                <a:cxn ang="0">
                  <a:pos x="T4" y="T5"/>
                </a:cxn>
                <a:cxn ang="0">
                  <a:pos x="T6" y="T7"/>
                </a:cxn>
                <a:cxn ang="0">
                  <a:pos x="T8" y="T9"/>
                </a:cxn>
                <a:cxn ang="0">
                  <a:pos x="T10" y="T11"/>
                </a:cxn>
              </a:cxnLst>
              <a:rect l="0" t="0" r="r" b="b"/>
              <a:pathLst>
                <a:path w="136" h="15">
                  <a:moveTo>
                    <a:pt x="0" y="15"/>
                  </a:moveTo>
                  <a:cubicBezTo>
                    <a:pt x="136" y="15"/>
                    <a:pt x="136" y="15"/>
                    <a:pt x="136" y="15"/>
                  </a:cubicBezTo>
                  <a:cubicBezTo>
                    <a:pt x="136" y="9"/>
                    <a:pt x="136" y="9"/>
                    <a:pt x="136" y="9"/>
                  </a:cubicBezTo>
                  <a:cubicBezTo>
                    <a:pt x="11" y="9"/>
                    <a:pt x="11" y="9"/>
                    <a:pt x="11" y="9"/>
                  </a:cubicBezTo>
                  <a:cubicBezTo>
                    <a:pt x="4" y="0"/>
                    <a:pt x="4" y="0"/>
                    <a:pt x="4" y="0"/>
                  </a:cubicBezTo>
                  <a:cubicBezTo>
                    <a:pt x="4" y="6"/>
                    <a:pt x="2" y="11"/>
                    <a:pt x="0"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 name="Freeform 81"/>
            <p:cNvSpPr>
              <a:spLocks/>
            </p:cNvSpPr>
            <p:nvPr/>
          </p:nvSpPr>
          <p:spPr bwMode="auto">
            <a:xfrm>
              <a:off x="6677025" y="3192463"/>
              <a:ext cx="285750" cy="209550"/>
            </a:xfrm>
            <a:custGeom>
              <a:avLst/>
              <a:gdLst>
                <a:gd name="T0" fmla="*/ 148 w 180"/>
                <a:gd name="T1" fmla="*/ 129 h 132"/>
                <a:gd name="T2" fmla="*/ 170 w 180"/>
                <a:gd name="T3" fmla="*/ 132 h 132"/>
                <a:gd name="T4" fmla="*/ 180 w 180"/>
                <a:gd name="T5" fmla="*/ 90 h 132"/>
                <a:gd name="T6" fmla="*/ 90 w 180"/>
                <a:gd name="T7" fmla="*/ 0 h 132"/>
                <a:gd name="T8" fmla="*/ 0 w 180"/>
                <a:gd name="T9" fmla="*/ 90 h 132"/>
                <a:gd name="T10" fmla="*/ 8 w 180"/>
                <a:gd name="T11" fmla="*/ 129 h 132"/>
                <a:gd name="T12" fmla="*/ 145 w 180"/>
                <a:gd name="T13" fmla="*/ 129 h 132"/>
                <a:gd name="T14" fmla="*/ 148 w 180"/>
                <a:gd name="T15" fmla="*/ 129 h 1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0" h="132">
                  <a:moveTo>
                    <a:pt x="148" y="129"/>
                  </a:moveTo>
                  <a:cubicBezTo>
                    <a:pt x="154" y="129"/>
                    <a:pt x="161" y="130"/>
                    <a:pt x="170" y="132"/>
                  </a:cubicBezTo>
                  <a:cubicBezTo>
                    <a:pt x="176" y="120"/>
                    <a:pt x="180" y="106"/>
                    <a:pt x="180" y="90"/>
                  </a:cubicBezTo>
                  <a:cubicBezTo>
                    <a:pt x="180" y="41"/>
                    <a:pt x="140" y="0"/>
                    <a:pt x="90" y="0"/>
                  </a:cubicBezTo>
                  <a:cubicBezTo>
                    <a:pt x="40" y="0"/>
                    <a:pt x="0" y="41"/>
                    <a:pt x="0" y="90"/>
                  </a:cubicBezTo>
                  <a:cubicBezTo>
                    <a:pt x="0" y="104"/>
                    <a:pt x="3" y="117"/>
                    <a:pt x="8" y="129"/>
                  </a:cubicBezTo>
                  <a:cubicBezTo>
                    <a:pt x="145" y="129"/>
                    <a:pt x="145" y="129"/>
                    <a:pt x="145" y="129"/>
                  </a:cubicBezTo>
                  <a:cubicBezTo>
                    <a:pt x="146" y="129"/>
                    <a:pt x="147" y="129"/>
                    <a:pt x="148" y="1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 name="Freeform 82"/>
            <p:cNvSpPr>
              <a:spLocks/>
            </p:cNvSpPr>
            <p:nvPr/>
          </p:nvSpPr>
          <p:spPr bwMode="auto">
            <a:xfrm>
              <a:off x="6592888" y="3409950"/>
              <a:ext cx="584200" cy="893763"/>
            </a:xfrm>
            <a:custGeom>
              <a:avLst/>
              <a:gdLst>
                <a:gd name="T0" fmla="*/ 117 w 369"/>
                <a:gd name="T1" fmla="*/ 21 h 565"/>
                <a:gd name="T2" fmla="*/ 209 w 369"/>
                <a:gd name="T3" fmla="*/ 113 h 565"/>
                <a:gd name="T4" fmla="*/ 209 w 369"/>
                <a:gd name="T5" fmla="*/ 307 h 565"/>
                <a:gd name="T6" fmla="*/ 247 w 369"/>
                <a:gd name="T7" fmla="*/ 307 h 565"/>
                <a:gd name="T8" fmla="*/ 296 w 369"/>
                <a:gd name="T9" fmla="*/ 356 h 565"/>
                <a:gd name="T10" fmla="*/ 247 w 369"/>
                <a:gd name="T11" fmla="*/ 405 h 565"/>
                <a:gd name="T12" fmla="*/ 245 w 369"/>
                <a:gd name="T13" fmla="*/ 405 h 565"/>
                <a:gd name="T14" fmla="*/ 227 w 369"/>
                <a:gd name="T15" fmla="*/ 507 h 565"/>
                <a:gd name="T16" fmla="*/ 226 w 369"/>
                <a:gd name="T17" fmla="*/ 520 h 565"/>
                <a:gd name="T18" fmla="*/ 241 w 369"/>
                <a:gd name="T19" fmla="*/ 548 h 565"/>
                <a:gd name="T20" fmla="*/ 241 w 369"/>
                <a:gd name="T21" fmla="*/ 551 h 565"/>
                <a:gd name="T22" fmla="*/ 266 w 369"/>
                <a:gd name="T23" fmla="*/ 564 h 565"/>
                <a:gd name="T24" fmla="*/ 275 w 369"/>
                <a:gd name="T25" fmla="*/ 565 h 565"/>
                <a:gd name="T26" fmla="*/ 323 w 369"/>
                <a:gd name="T27" fmla="*/ 525 h 565"/>
                <a:gd name="T28" fmla="*/ 360 w 369"/>
                <a:gd name="T29" fmla="*/ 317 h 565"/>
                <a:gd name="T30" fmla="*/ 349 w 369"/>
                <a:gd name="T31" fmla="*/ 277 h 565"/>
                <a:gd name="T32" fmla="*/ 312 w 369"/>
                <a:gd name="T33" fmla="*/ 260 h 565"/>
                <a:gd name="T34" fmla="*/ 232 w 369"/>
                <a:gd name="T35" fmla="*/ 260 h 565"/>
                <a:gd name="T36" fmla="*/ 232 w 369"/>
                <a:gd name="T37" fmla="*/ 135 h 565"/>
                <a:gd name="T38" fmla="*/ 241 w 369"/>
                <a:gd name="T39" fmla="*/ 138 h 565"/>
                <a:gd name="T40" fmla="*/ 241 w 369"/>
                <a:gd name="T41" fmla="*/ 148 h 565"/>
                <a:gd name="T42" fmla="*/ 241 w 369"/>
                <a:gd name="T43" fmla="*/ 214 h 565"/>
                <a:gd name="T44" fmla="*/ 248 w 369"/>
                <a:gd name="T45" fmla="*/ 217 h 565"/>
                <a:gd name="T46" fmla="*/ 335 w 369"/>
                <a:gd name="T47" fmla="*/ 234 h 565"/>
                <a:gd name="T48" fmla="*/ 336 w 369"/>
                <a:gd name="T49" fmla="*/ 234 h 565"/>
                <a:gd name="T50" fmla="*/ 368 w 369"/>
                <a:gd name="T51" fmla="*/ 203 h 565"/>
                <a:gd name="T52" fmla="*/ 338 w 369"/>
                <a:gd name="T53" fmla="*/ 170 h 565"/>
                <a:gd name="T54" fmla="*/ 291 w 369"/>
                <a:gd name="T55" fmla="*/ 164 h 565"/>
                <a:gd name="T56" fmla="*/ 279 w 369"/>
                <a:gd name="T57" fmla="*/ 99 h 565"/>
                <a:gd name="T58" fmla="*/ 271 w 369"/>
                <a:gd name="T59" fmla="*/ 73 h 565"/>
                <a:gd name="T60" fmla="*/ 241 w 369"/>
                <a:gd name="T61" fmla="*/ 20 h 565"/>
                <a:gd name="T62" fmla="*/ 199 w 369"/>
                <a:gd name="T63" fmla="*/ 1 h 565"/>
                <a:gd name="T64" fmla="*/ 47 w 369"/>
                <a:gd name="T65" fmla="*/ 1 h 565"/>
                <a:gd name="T66" fmla="*/ 12 w 369"/>
                <a:gd name="T67" fmla="*/ 11 h 565"/>
                <a:gd name="T68" fmla="*/ 8 w 369"/>
                <a:gd name="T69" fmla="*/ 14 h 565"/>
                <a:gd name="T70" fmla="*/ 0 w 369"/>
                <a:gd name="T71" fmla="*/ 21 h 565"/>
                <a:gd name="T72" fmla="*/ 117 w 369"/>
                <a:gd name="T73" fmla="*/ 21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9" h="565">
                  <a:moveTo>
                    <a:pt x="117" y="21"/>
                  </a:moveTo>
                  <a:cubicBezTo>
                    <a:pt x="168" y="21"/>
                    <a:pt x="209" y="63"/>
                    <a:pt x="209" y="113"/>
                  </a:cubicBezTo>
                  <a:cubicBezTo>
                    <a:pt x="209" y="307"/>
                    <a:pt x="209" y="307"/>
                    <a:pt x="209" y="307"/>
                  </a:cubicBezTo>
                  <a:cubicBezTo>
                    <a:pt x="247" y="307"/>
                    <a:pt x="247" y="307"/>
                    <a:pt x="247" y="307"/>
                  </a:cubicBezTo>
                  <a:cubicBezTo>
                    <a:pt x="274" y="307"/>
                    <a:pt x="296" y="329"/>
                    <a:pt x="296" y="356"/>
                  </a:cubicBezTo>
                  <a:cubicBezTo>
                    <a:pt x="296" y="383"/>
                    <a:pt x="274" y="405"/>
                    <a:pt x="247" y="405"/>
                  </a:cubicBezTo>
                  <a:cubicBezTo>
                    <a:pt x="245" y="405"/>
                    <a:pt x="245" y="405"/>
                    <a:pt x="245" y="405"/>
                  </a:cubicBezTo>
                  <a:cubicBezTo>
                    <a:pt x="227" y="507"/>
                    <a:pt x="227" y="507"/>
                    <a:pt x="227" y="507"/>
                  </a:cubicBezTo>
                  <a:cubicBezTo>
                    <a:pt x="226" y="511"/>
                    <a:pt x="226" y="516"/>
                    <a:pt x="226" y="520"/>
                  </a:cubicBezTo>
                  <a:cubicBezTo>
                    <a:pt x="235" y="526"/>
                    <a:pt x="241" y="536"/>
                    <a:pt x="241" y="548"/>
                  </a:cubicBezTo>
                  <a:cubicBezTo>
                    <a:pt x="241" y="549"/>
                    <a:pt x="241" y="550"/>
                    <a:pt x="241" y="551"/>
                  </a:cubicBezTo>
                  <a:cubicBezTo>
                    <a:pt x="248" y="558"/>
                    <a:pt x="256" y="562"/>
                    <a:pt x="266" y="564"/>
                  </a:cubicBezTo>
                  <a:cubicBezTo>
                    <a:pt x="269" y="565"/>
                    <a:pt x="272" y="565"/>
                    <a:pt x="275" y="565"/>
                  </a:cubicBezTo>
                  <a:cubicBezTo>
                    <a:pt x="298" y="565"/>
                    <a:pt x="319" y="548"/>
                    <a:pt x="323" y="525"/>
                  </a:cubicBezTo>
                  <a:cubicBezTo>
                    <a:pt x="360" y="317"/>
                    <a:pt x="360" y="317"/>
                    <a:pt x="360" y="317"/>
                  </a:cubicBezTo>
                  <a:cubicBezTo>
                    <a:pt x="363" y="303"/>
                    <a:pt x="359" y="288"/>
                    <a:pt x="349" y="277"/>
                  </a:cubicBezTo>
                  <a:cubicBezTo>
                    <a:pt x="340" y="266"/>
                    <a:pt x="326" y="260"/>
                    <a:pt x="312" y="260"/>
                  </a:cubicBezTo>
                  <a:cubicBezTo>
                    <a:pt x="232" y="260"/>
                    <a:pt x="232" y="260"/>
                    <a:pt x="232" y="260"/>
                  </a:cubicBezTo>
                  <a:cubicBezTo>
                    <a:pt x="232" y="135"/>
                    <a:pt x="232" y="135"/>
                    <a:pt x="232" y="135"/>
                  </a:cubicBezTo>
                  <a:cubicBezTo>
                    <a:pt x="235" y="136"/>
                    <a:pt x="238" y="137"/>
                    <a:pt x="241" y="138"/>
                  </a:cubicBezTo>
                  <a:cubicBezTo>
                    <a:pt x="241" y="148"/>
                    <a:pt x="241" y="148"/>
                    <a:pt x="241" y="148"/>
                  </a:cubicBezTo>
                  <a:cubicBezTo>
                    <a:pt x="241" y="214"/>
                    <a:pt x="241" y="214"/>
                    <a:pt x="241" y="214"/>
                  </a:cubicBezTo>
                  <a:cubicBezTo>
                    <a:pt x="248" y="217"/>
                    <a:pt x="248" y="217"/>
                    <a:pt x="248" y="217"/>
                  </a:cubicBezTo>
                  <a:cubicBezTo>
                    <a:pt x="276" y="230"/>
                    <a:pt x="325" y="233"/>
                    <a:pt x="335" y="234"/>
                  </a:cubicBezTo>
                  <a:cubicBezTo>
                    <a:pt x="335" y="234"/>
                    <a:pt x="336" y="234"/>
                    <a:pt x="336" y="234"/>
                  </a:cubicBezTo>
                  <a:cubicBezTo>
                    <a:pt x="353" y="234"/>
                    <a:pt x="367" y="220"/>
                    <a:pt x="368" y="203"/>
                  </a:cubicBezTo>
                  <a:cubicBezTo>
                    <a:pt x="369" y="186"/>
                    <a:pt x="356" y="171"/>
                    <a:pt x="338" y="170"/>
                  </a:cubicBezTo>
                  <a:cubicBezTo>
                    <a:pt x="325" y="169"/>
                    <a:pt x="306" y="167"/>
                    <a:pt x="291" y="164"/>
                  </a:cubicBezTo>
                  <a:cubicBezTo>
                    <a:pt x="288" y="139"/>
                    <a:pt x="284" y="118"/>
                    <a:pt x="279" y="99"/>
                  </a:cubicBezTo>
                  <a:cubicBezTo>
                    <a:pt x="276" y="89"/>
                    <a:pt x="274" y="81"/>
                    <a:pt x="271" y="73"/>
                  </a:cubicBezTo>
                  <a:cubicBezTo>
                    <a:pt x="262" y="47"/>
                    <a:pt x="252" y="30"/>
                    <a:pt x="241" y="20"/>
                  </a:cubicBezTo>
                  <a:cubicBezTo>
                    <a:pt x="225" y="3"/>
                    <a:pt x="210" y="0"/>
                    <a:pt x="199" y="1"/>
                  </a:cubicBezTo>
                  <a:cubicBezTo>
                    <a:pt x="47" y="1"/>
                    <a:pt x="47" y="1"/>
                    <a:pt x="47" y="1"/>
                  </a:cubicBezTo>
                  <a:cubicBezTo>
                    <a:pt x="39" y="1"/>
                    <a:pt x="26" y="2"/>
                    <a:pt x="12" y="11"/>
                  </a:cubicBezTo>
                  <a:cubicBezTo>
                    <a:pt x="11" y="12"/>
                    <a:pt x="9" y="13"/>
                    <a:pt x="8" y="14"/>
                  </a:cubicBezTo>
                  <a:cubicBezTo>
                    <a:pt x="5" y="16"/>
                    <a:pt x="3" y="19"/>
                    <a:pt x="0" y="21"/>
                  </a:cubicBezTo>
                  <a:lnTo>
                    <a:pt x="117"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 name="Freeform 83"/>
            <p:cNvSpPr>
              <a:spLocks/>
            </p:cNvSpPr>
            <p:nvPr/>
          </p:nvSpPr>
          <p:spPr bwMode="auto">
            <a:xfrm>
              <a:off x="6419850" y="3462338"/>
              <a:ext cx="622300" cy="850900"/>
            </a:xfrm>
            <a:custGeom>
              <a:avLst/>
              <a:gdLst>
                <a:gd name="T0" fmla="*/ 338 w 393"/>
                <a:gd name="T1" fmla="*/ 515 h 538"/>
                <a:gd name="T2" fmla="*/ 338 w 393"/>
                <a:gd name="T3" fmla="*/ 515 h 538"/>
                <a:gd name="T4" fmla="*/ 315 w 393"/>
                <a:gd name="T5" fmla="*/ 492 h 538"/>
                <a:gd name="T6" fmla="*/ 226 w 393"/>
                <a:gd name="T7" fmla="*/ 492 h 538"/>
                <a:gd name="T8" fmla="*/ 226 w 393"/>
                <a:gd name="T9" fmla="*/ 491 h 538"/>
                <a:gd name="T10" fmla="*/ 226 w 393"/>
                <a:gd name="T11" fmla="*/ 360 h 538"/>
                <a:gd name="T12" fmla="*/ 226 w 393"/>
                <a:gd name="T13" fmla="*/ 360 h 538"/>
                <a:gd name="T14" fmla="*/ 356 w 393"/>
                <a:gd name="T15" fmla="*/ 360 h 538"/>
                <a:gd name="T16" fmla="*/ 393 w 393"/>
                <a:gd name="T17" fmla="*/ 323 h 538"/>
                <a:gd name="T18" fmla="*/ 393 w 393"/>
                <a:gd name="T19" fmla="*/ 323 h 538"/>
                <a:gd name="T20" fmla="*/ 356 w 393"/>
                <a:gd name="T21" fmla="*/ 286 h 538"/>
                <a:gd name="T22" fmla="*/ 306 w 393"/>
                <a:gd name="T23" fmla="*/ 286 h 538"/>
                <a:gd name="T24" fmla="*/ 306 w 393"/>
                <a:gd name="T25" fmla="*/ 280 h 538"/>
                <a:gd name="T26" fmla="*/ 306 w 393"/>
                <a:gd name="T27" fmla="*/ 80 h 538"/>
                <a:gd name="T28" fmla="*/ 226 w 393"/>
                <a:gd name="T29" fmla="*/ 0 h 538"/>
                <a:gd name="T30" fmla="*/ 80 w 393"/>
                <a:gd name="T31" fmla="*/ 0 h 538"/>
                <a:gd name="T32" fmla="*/ 0 w 393"/>
                <a:gd name="T33" fmla="*/ 80 h 538"/>
                <a:gd name="T34" fmla="*/ 0 w 393"/>
                <a:gd name="T35" fmla="*/ 280 h 538"/>
                <a:gd name="T36" fmla="*/ 80 w 393"/>
                <a:gd name="T37" fmla="*/ 360 h 538"/>
                <a:gd name="T38" fmla="*/ 152 w 393"/>
                <a:gd name="T39" fmla="*/ 360 h 538"/>
                <a:gd name="T40" fmla="*/ 152 w 393"/>
                <a:gd name="T41" fmla="*/ 491 h 538"/>
                <a:gd name="T42" fmla="*/ 152 w 393"/>
                <a:gd name="T43" fmla="*/ 492 h 538"/>
                <a:gd name="T44" fmla="*/ 63 w 393"/>
                <a:gd name="T45" fmla="*/ 492 h 538"/>
                <a:gd name="T46" fmla="*/ 40 w 393"/>
                <a:gd name="T47" fmla="*/ 515 h 538"/>
                <a:gd name="T48" fmla="*/ 40 w 393"/>
                <a:gd name="T49" fmla="*/ 515 h 538"/>
                <a:gd name="T50" fmla="*/ 63 w 393"/>
                <a:gd name="T51" fmla="*/ 538 h 538"/>
                <a:gd name="T52" fmla="*/ 315 w 393"/>
                <a:gd name="T53" fmla="*/ 538 h 538"/>
                <a:gd name="T54" fmla="*/ 338 w 393"/>
                <a:gd name="T55" fmla="*/ 515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93" h="538">
                  <a:moveTo>
                    <a:pt x="338" y="515"/>
                  </a:moveTo>
                  <a:cubicBezTo>
                    <a:pt x="338" y="515"/>
                    <a:pt x="338" y="515"/>
                    <a:pt x="338" y="515"/>
                  </a:cubicBezTo>
                  <a:cubicBezTo>
                    <a:pt x="338" y="503"/>
                    <a:pt x="328" y="492"/>
                    <a:pt x="315" y="492"/>
                  </a:cubicBezTo>
                  <a:cubicBezTo>
                    <a:pt x="226" y="492"/>
                    <a:pt x="226" y="492"/>
                    <a:pt x="226" y="492"/>
                  </a:cubicBezTo>
                  <a:cubicBezTo>
                    <a:pt x="226" y="492"/>
                    <a:pt x="226" y="491"/>
                    <a:pt x="226" y="491"/>
                  </a:cubicBezTo>
                  <a:cubicBezTo>
                    <a:pt x="226" y="360"/>
                    <a:pt x="226" y="360"/>
                    <a:pt x="226" y="360"/>
                  </a:cubicBezTo>
                  <a:cubicBezTo>
                    <a:pt x="226" y="360"/>
                    <a:pt x="226" y="360"/>
                    <a:pt x="226" y="360"/>
                  </a:cubicBezTo>
                  <a:cubicBezTo>
                    <a:pt x="356" y="360"/>
                    <a:pt x="356" y="360"/>
                    <a:pt x="356" y="360"/>
                  </a:cubicBezTo>
                  <a:cubicBezTo>
                    <a:pt x="376" y="360"/>
                    <a:pt x="393" y="344"/>
                    <a:pt x="393" y="323"/>
                  </a:cubicBezTo>
                  <a:cubicBezTo>
                    <a:pt x="393" y="323"/>
                    <a:pt x="393" y="323"/>
                    <a:pt x="393" y="323"/>
                  </a:cubicBezTo>
                  <a:cubicBezTo>
                    <a:pt x="393" y="303"/>
                    <a:pt x="376" y="286"/>
                    <a:pt x="356" y="286"/>
                  </a:cubicBezTo>
                  <a:cubicBezTo>
                    <a:pt x="306" y="286"/>
                    <a:pt x="306" y="286"/>
                    <a:pt x="306" y="286"/>
                  </a:cubicBezTo>
                  <a:cubicBezTo>
                    <a:pt x="306" y="284"/>
                    <a:pt x="306" y="282"/>
                    <a:pt x="306" y="280"/>
                  </a:cubicBezTo>
                  <a:cubicBezTo>
                    <a:pt x="306" y="80"/>
                    <a:pt x="306" y="80"/>
                    <a:pt x="306" y="80"/>
                  </a:cubicBezTo>
                  <a:cubicBezTo>
                    <a:pt x="306" y="36"/>
                    <a:pt x="270" y="0"/>
                    <a:pt x="226" y="0"/>
                  </a:cubicBezTo>
                  <a:cubicBezTo>
                    <a:pt x="80" y="0"/>
                    <a:pt x="80" y="0"/>
                    <a:pt x="80" y="0"/>
                  </a:cubicBezTo>
                  <a:cubicBezTo>
                    <a:pt x="36" y="0"/>
                    <a:pt x="0" y="36"/>
                    <a:pt x="0" y="80"/>
                  </a:cubicBezTo>
                  <a:cubicBezTo>
                    <a:pt x="0" y="280"/>
                    <a:pt x="0" y="280"/>
                    <a:pt x="0" y="280"/>
                  </a:cubicBezTo>
                  <a:cubicBezTo>
                    <a:pt x="0" y="324"/>
                    <a:pt x="36" y="360"/>
                    <a:pt x="80" y="360"/>
                  </a:cubicBezTo>
                  <a:cubicBezTo>
                    <a:pt x="152" y="360"/>
                    <a:pt x="152" y="360"/>
                    <a:pt x="152" y="360"/>
                  </a:cubicBezTo>
                  <a:cubicBezTo>
                    <a:pt x="152" y="491"/>
                    <a:pt x="152" y="491"/>
                    <a:pt x="152" y="491"/>
                  </a:cubicBezTo>
                  <a:cubicBezTo>
                    <a:pt x="152" y="491"/>
                    <a:pt x="152" y="492"/>
                    <a:pt x="152" y="492"/>
                  </a:cubicBezTo>
                  <a:cubicBezTo>
                    <a:pt x="63" y="492"/>
                    <a:pt x="63" y="492"/>
                    <a:pt x="63" y="492"/>
                  </a:cubicBezTo>
                  <a:cubicBezTo>
                    <a:pt x="50" y="492"/>
                    <a:pt x="40" y="503"/>
                    <a:pt x="40" y="515"/>
                  </a:cubicBezTo>
                  <a:cubicBezTo>
                    <a:pt x="40" y="515"/>
                    <a:pt x="40" y="515"/>
                    <a:pt x="40" y="515"/>
                  </a:cubicBezTo>
                  <a:cubicBezTo>
                    <a:pt x="40" y="528"/>
                    <a:pt x="50" y="538"/>
                    <a:pt x="63" y="538"/>
                  </a:cubicBezTo>
                  <a:cubicBezTo>
                    <a:pt x="315" y="538"/>
                    <a:pt x="315" y="538"/>
                    <a:pt x="315" y="538"/>
                  </a:cubicBezTo>
                  <a:cubicBezTo>
                    <a:pt x="328" y="538"/>
                    <a:pt x="338" y="528"/>
                    <a:pt x="338" y="5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 name="Freeform 84"/>
            <p:cNvSpPr>
              <a:spLocks/>
            </p:cNvSpPr>
            <p:nvPr/>
          </p:nvSpPr>
          <p:spPr bwMode="auto">
            <a:xfrm>
              <a:off x="7437438" y="3355975"/>
              <a:ext cx="22225" cy="33338"/>
            </a:xfrm>
            <a:custGeom>
              <a:avLst/>
              <a:gdLst>
                <a:gd name="T0" fmla="*/ 12 w 14"/>
                <a:gd name="T1" fmla="*/ 0 h 21"/>
                <a:gd name="T2" fmla="*/ 0 w 14"/>
                <a:gd name="T3" fmla="*/ 18 h 21"/>
                <a:gd name="T4" fmla="*/ 14 w 14"/>
                <a:gd name="T5" fmla="*/ 21 h 21"/>
                <a:gd name="T6" fmla="*/ 12 w 14"/>
                <a:gd name="T7" fmla="*/ 0 h 21"/>
                <a:gd name="T8" fmla="*/ 12 w 14"/>
                <a:gd name="T9" fmla="*/ 0 h 21"/>
              </a:gdLst>
              <a:ahLst/>
              <a:cxnLst>
                <a:cxn ang="0">
                  <a:pos x="T0" y="T1"/>
                </a:cxn>
                <a:cxn ang="0">
                  <a:pos x="T2" y="T3"/>
                </a:cxn>
                <a:cxn ang="0">
                  <a:pos x="T4" y="T5"/>
                </a:cxn>
                <a:cxn ang="0">
                  <a:pos x="T6" y="T7"/>
                </a:cxn>
                <a:cxn ang="0">
                  <a:pos x="T8" y="T9"/>
                </a:cxn>
              </a:cxnLst>
              <a:rect l="0" t="0" r="r" b="b"/>
              <a:pathLst>
                <a:path w="14" h="21">
                  <a:moveTo>
                    <a:pt x="12" y="0"/>
                  </a:moveTo>
                  <a:lnTo>
                    <a:pt x="0" y="18"/>
                  </a:lnTo>
                  <a:lnTo>
                    <a:pt x="14" y="21"/>
                  </a:lnTo>
                  <a:lnTo>
                    <a:pt x="12" y="0"/>
                  </a:lnTo>
                  <a:lnTo>
                    <a:pt x="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 name="Freeform 85"/>
            <p:cNvSpPr>
              <a:spLocks noEditPoints="1"/>
            </p:cNvSpPr>
            <p:nvPr/>
          </p:nvSpPr>
          <p:spPr bwMode="auto">
            <a:xfrm>
              <a:off x="7213600" y="3176588"/>
              <a:ext cx="561975" cy="492125"/>
            </a:xfrm>
            <a:custGeom>
              <a:avLst/>
              <a:gdLst>
                <a:gd name="T0" fmla="*/ 0 w 355"/>
                <a:gd name="T1" fmla="*/ 196 h 311"/>
                <a:gd name="T2" fmla="*/ 132 w 355"/>
                <a:gd name="T3" fmla="*/ 230 h 311"/>
                <a:gd name="T4" fmla="*/ 92 w 355"/>
                <a:gd name="T5" fmla="*/ 130 h 311"/>
                <a:gd name="T6" fmla="*/ 98 w 355"/>
                <a:gd name="T7" fmla="*/ 91 h 311"/>
                <a:gd name="T8" fmla="*/ 111 w 355"/>
                <a:gd name="T9" fmla="*/ 100 h 311"/>
                <a:gd name="T10" fmla="*/ 112 w 355"/>
                <a:gd name="T11" fmla="*/ 137 h 311"/>
                <a:gd name="T12" fmla="*/ 122 w 355"/>
                <a:gd name="T13" fmla="*/ 133 h 311"/>
                <a:gd name="T14" fmla="*/ 87 w 355"/>
                <a:gd name="T15" fmla="*/ 132 h 311"/>
                <a:gd name="T16" fmla="*/ 66 w 355"/>
                <a:gd name="T17" fmla="*/ 133 h 311"/>
                <a:gd name="T18" fmla="*/ 91 w 355"/>
                <a:gd name="T19" fmla="*/ 91 h 311"/>
                <a:gd name="T20" fmla="*/ 82 w 355"/>
                <a:gd name="T21" fmla="*/ 96 h 311"/>
                <a:gd name="T22" fmla="*/ 59 w 355"/>
                <a:gd name="T23" fmla="*/ 105 h 311"/>
                <a:gd name="T24" fmla="*/ 75 w 355"/>
                <a:gd name="T25" fmla="*/ 125 h 311"/>
                <a:gd name="T26" fmla="*/ 80 w 355"/>
                <a:gd name="T27" fmla="*/ 134 h 311"/>
                <a:gd name="T28" fmla="*/ 151 w 355"/>
                <a:gd name="T29" fmla="*/ 153 h 311"/>
                <a:gd name="T30" fmla="*/ 156 w 355"/>
                <a:gd name="T31" fmla="*/ 146 h 311"/>
                <a:gd name="T32" fmla="*/ 135 w 355"/>
                <a:gd name="T33" fmla="*/ 143 h 311"/>
                <a:gd name="T34" fmla="*/ 122 w 355"/>
                <a:gd name="T35" fmla="*/ 146 h 311"/>
                <a:gd name="T36" fmla="*/ 128 w 355"/>
                <a:gd name="T37" fmla="*/ 139 h 311"/>
                <a:gd name="T38" fmla="*/ 145 w 355"/>
                <a:gd name="T39" fmla="*/ 102 h 311"/>
                <a:gd name="T40" fmla="*/ 169 w 355"/>
                <a:gd name="T41" fmla="*/ 152 h 311"/>
                <a:gd name="T42" fmla="*/ 171 w 355"/>
                <a:gd name="T43" fmla="*/ 158 h 311"/>
                <a:gd name="T44" fmla="*/ 177 w 355"/>
                <a:gd name="T45" fmla="*/ 151 h 311"/>
                <a:gd name="T46" fmla="*/ 183 w 355"/>
                <a:gd name="T47" fmla="*/ 112 h 311"/>
                <a:gd name="T48" fmla="*/ 195 w 355"/>
                <a:gd name="T49" fmla="*/ 121 h 311"/>
                <a:gd name="T50" fmla="*/ 188 w 355"/>
                <a:gd name="T51" fmla="*/ 157 h 311"/>
                <a:gd name="T52" fmla="*/ 246 w 355"/>
                <a:gd name="T53" fmla="*/ 171 h 311"/>
                <a:gd name="T54" fmla="*/ 232 w 355"/>
                <a:gd name="T55" fmla="*/ 173 h 311"/>
                <a:gd name="T56" fmla="*/ 238 w 355"/>
                <a:gd name="T57" fmla="*/ 166 h 311"/>
                <a:gd name="T58" fmla="*/ 225 w 355"/>
                <a:gd name="T59" fmla="*/ 166 h 311"/>
                <a:gd name="T60" fmla="*/ 214 w 355"/>
                <a:gd name="T61" fmla="*/ 133 h 311"/>
                <a:gd name="T62" fmla="*/ 208 w 355"/>
                <a:gd name="T63" fmla="*/ 167 h 311"/>
                <a:gd name="T64" fmla="*/ 196 w 355"/>
                <a:gd name="T65" fmla="*/ 158 h 311"/>
                <a:gd name="T66" fmla="*/ 205 w 355"/>
                <a:gd name="T67" fmla="*/ 123 h 311"/>
                <a:gd name="T68" fmla="*/ 224 w 355"/>
                <a:gd name="T69" fmla="*/ 155 h 311"/>
                <a:gd name="T70" fmla="*/ 258 w 355"/>
                <a:gd name="T71" fmla="*/ 130 h 311"/>
                <a:gd name="T72" fmla="*/ 252 w 355"/>
                <a:gd name="T73" fmla="*/ 137 h 311"/>
                <a:gd name="T74" fmla="*/ 254 w 355"/>
                <a:gd name="T75" fmla="*/ 177 h 311"/>
                <a:gd name="T76" fmla="*/ 263 w 355"/>
                <a:gd name="T77" fmla="*/ 172 h 311"/>
                <a:gd name="T78" fmla="*/ 279 w 355"/>
                <a:gd name="T79" fmla="*/ 171 h 311"/>
                <a:gd name="T80" fmla="*/ 282 w 355"/>
                <a:gd name="T81" fmla="*/ 135 h 311"/>
                <a:gd name="T82" fmla="*/ 285 w 355"/>
                <a:gd name="T83" fmla="*/ 151 h 311"/>
                <a:gd name="T84" fmla="*/ 280 w 355"/>
                <a:gd name="T85" fmla="*/ 142 h 311"/>
                <a:gd name="T86" fmla="*/ 288 w 355"/>
                <a:gd name="T87" fmla="*/ 173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55" h="311">
                  <a:moveTo>
                    <a:pt x="355" y="74"/>
                  </a:moveTo>
                  <a:cubicBezTo>
                    <a:pt x="41" y="0"/>
                    <a:pt x="41" y="0"/>
                    <a:pt x="41" y="0"/>
                  </a:cubicBezTo>
                  <a:cubicBezTo>
                    <a:pt x="0" y="196"/>
                    <a:pt x="0" y="196"/>
                    <a:pt x="0" y="196"/>
                  </a:cubicBezTo>
                  <a:cubicBezTo>
                    <a:pt x="83" y="217"/>
                    <a:pt x="83" y="217"/>
                    <a:pt x="83" y="217"/>
                  </a:cubicBezTo>
                  <a:cubicBezTo>
                    <a:pt x="43" y="311"/>
                    <a:pt x="43" y="311"/>
                    <a:pt x="43" y="311"/>
                  </a:cubicBezTo>
                  <a:cubicBezTo>
                    <a:pt x="132" y="230"/>
                    <a:pt x="132" y="230"/>
                    <a:pt x="132" y="230"/>
                  </a:cubicBezTo>
                  <a:cubicBezTo>
                    <a:pt x="291" y="271"/>
                    <a:pt x="291" y="271"/>
                    <a:pt x="291" y="271"/>
                  </a:cubicBezTo>
                  <a:lnTo>
                    <a:pt x="355" y="74"/>
                  </a:lnTo>
                  <a:close/>
                  <a:moveTo>
                    <a:pt x="92" y="130"/>
                  </a:moveTo>
                  <a:cubicBezTo>
                    <a:pt x="100" y="97"/>
                    <a:pt x="100" y="97"/>
                    <a:pt x="100" y="97"/>
                  </a:cubicBezTo>
                  <a:cubicBezTo>
                    <a:pt x="97" y="96"/>
                    <a:pt x="97" y="96"/>
                    <a:pt x="97" y="96"/>
                  </a:cubicBezTo>
                  <a:cubicBezTo>
                    <a:pt x="98" y="91"/>
                    <a:pt x="98" y="91"/>
                    <a:pt x="98" y="91"/>
                  </a:cubicBezTo>
                  <a:cubicBezTo>
                    <a:pt x="114" y="95"/>
                    <a:pt x="114" y="95"/>
                    <a:pt x="114" y="95"/>
                  </a:cubicBezTo>
                  <a:cubicBezTo>
                    <a:pt x="113" y="100"/>
                    <a:pt x="113" y="100"/>
                    <a:pt x="113" y="100"/>
                  </a:cubicBezTo>
                  <a:cubicBezTo>
                    <a:pt x="111" y="100"/>
                    <a:pt x="111" y="100"/>
                    <a:pt x="111" y="100"/>
                  </a:cubicBezTo>
                  <a:cubicBezTo>
                    <a:pt x="109" y="99"/>
                    <a:pt x="109" y="100"/>
                    <a:pt x="108" y="101"/>
                  </a:cubicBezTo>
                  <a:cubicBezTo>
                    <a:pt x="100" y="134"/>
                    <a:pt x="100" y="134"/>
                    <a:pt x="100" y="134"/>
                  </a:cubicBezTo>
                  <a:cubicBezTo>
                    <a:pt x="112" y="137"/>
                    <a:pt x="112" y="137"/>
                    <a:pt x="112" y="137"/>
                  </a:cubicBezTo>
                  <a:cubicBezTo>
                    <a:pt x="113" y="137"/>
                    <a:pt x="114" y="137"/>
                    <a:pt x="114" y="135"/>
                  </a:cubicBezTo>
                  <a:cubicBezTo>
                    <a:pt x="115" y="131"/>
                    <a:pt x="115" y="131"/>
                    <a:pt x="115" y="131"/>
                  </a:cubicBezTo>
                  <a:cubicBezTo>
                    <a:pt x="122" y="133"/>
                    <a:pt x="122" y="133"/>
                    <a:pt x="122" y="133"/>
                  </a:cubicBezTo>
                  <a:cubicBezTo>
                    <a:pt x="119" y="145"/>
                    <a:pt x="119" y="145"/>
                    <a:pt x="119" y="145"/>
                  </a:cubicBezTo>
                  <a:cubicBezTo>
                    <a:pt x="86" y="137"/>
                    <a:pt x="86" y="137"/>
                    <a:pt x="86" y="137"/>
                  </a:cubicBezTo>
                  <a:cubicBezTo>
                    <a:pt x="87" y="132"/>
                    <a:pt x="87" y="132"/>
                    <a:pt x="87" y="132"/>
                  </a:cubicBezTo>
                  <a:cubicBezTo>
                    <a:pt x="90" y="132"/>
                    <a:pt x="90" y="132"/>
                    <a:pt x="90" y="132"/>
                  </a:cubicBezTo>
                  <a:cubicBezTo>
                    <a:pt x="91" y="132"/>
                    <a:pt x="92" y="132"/>
                    <a:pt x="92" y="130"/>
                  </a:cubicBezTo>
                  <a:close/>
                  <a:moveTo>
                    <a:pt x="66" y="133"/>
                  </a:moveTo>
                  <a:cubicBezTo>
                    <a:pt x="52" y="129"/>
                    <a:pt x="46" y="119"/>
                    <a:pt x="50" y="103"/>
                  </a:cubicBezTo>
                  <a:cubicBezTo>
                    <a:pt x="54" y="85"/>
                    <a:pt x="67" y="82"/>
                    <a:pt x="78" y="85"/>
                  </a:cubicBezTo>
                  <a:cubicBezTo>
                    <a:pt x="82" y="86"/>
                    <a:pt x="87" y="88"/>
                    <a:pt x="91" y="91"/>
                  </a:cubicBezTo>
                  <a:cubicBezTo>
                    <a:pt x="88" y="102"/>
                    <a:pt x="88" y="102"/>
                    <a:pt x="88" y="102"/>
                  </a:cubicBezTo>
                  <a:cubicBezTo>
                    <a:pt x="81" y="101"/>
                    <a:pt x="81" y="101"/>
                    <a:pt x="81" y="101"/>
                  </a:cubicBezTo>
                  <a:cubicBezTo>
                    <a:pt x="82" y="96"/>
                    <a:pt x="82" y="96"/>
                    <a:pt x="82" y="96"/>
                  </a:cubicBezTo>
                  <a:cubicBezTo>
                    <a:pt x="82" y="95"/>
                    <a:pt x="82" y="94"/>
                    <a:pt x="81" y="93"/>
                  </a:cubicBezTo>
                  <a:cubicBezTo>
                    <a:pt x="80" y="93"/>
                    <a:pt x="78" y="92"/>
                    <a:pt x="76" y="92"/>
                  </a:cubicBezTo>
                  <a:cubicBezTo>
                    <a:pt x="67" y="89"/>
                    <a:pt x="61" y="94"/>
                    <a:pt x="59" y="105"/>
                  </a:cubicBezTo>
                  <a:cubicBezTo>
                    <a:pt x="56" y="116"/>
                    <a:pt x="58" y="124"/>
                    <a:pt x="68" y="126"/>
                  </a:cubicBezTo>
                  <a:cubicBezTo>
                    <a:pt x="70" y="126"/>
                    <a:pt x="72" y="127"/>
                    <a:pt x="73" y="127"/>
                  </a:cubicBezTo>
                  <a:cubicBezTo>
                    <a:pt x="75" y="127"/>
                    <a:pt x="75" y="126"/>
                    <a:pt x="75" y="125"/>
                  </a:cubicBezTo>
                  <a:cubicBezTo>
                    <a:pt x="77" y="120"/>
                    <a:pt x="77" y="120"/>
                    <a:pt x="77" y="120"/>
                  </a:cubicBezTo>
                  <a:cubicBezTo>
                    <a:pt x="83" y="122"/>
                    <a:pt x="83" y="122"/>
                    <a:pt x="83" y="122"/>
                  </a:cubicBezTo>
                  <a:cubicBezTo>
                    <a:pt x="80" y="134"/>
                    <a:pt x="80" y="134"/>
                    <a:pt x="80" y="134"/>
                  </a:cubicBezTo>
                  <a:cubicBezTo>
                    <a:pt x="76" y="134"/>
                    <a:pt x="71" y="134"/>
                    <a:pt x="66" y="133"/>
                  </a:cubicBezTo>
                  <a:close/>
                  <a:moveTo>
                    <a:pt x="167" y="157"/>
                  </a:moveTo>
                  <a:cubicBezTo>
                    <a:pt x="151" y="153"/>
                    <a:pt x="151" y="153"/>
                    <a:pt x="151" y="153"/>
                  </a:cubicBezTo>
                  <a:cubicBezTo>
                    <a:pt x="152" y="148"/>
                    <a:pt x="152" y="148"/>
                    <a:pt x="152" y="148"/>
                  </a:cubicBezTo>
                  <a:cubicBezTo>
                    <a:pt x="154" y="148"/>
                    <a:pt x="154" y="148"/>
                    <a:pt x="154" y="148"/>
                  </a:cubicBezTo>
                  <a:cubicBezTo>
                    <a:pt x="156" y="148"/>
                    <a:pt x="156" y="148"/>
                    <a:pt x="156" y="146"/>
                  </a:cubicBezTo>
                  <a:cubicBezTo>
                    <a:pt x="155" y="140"/>
                    <a:pt x="155" y="140"/>
                    <a:pt x="155" y="140"/>
                  </a:cubicBezTo>
                  <a:cubicBezTo>
                    <a:pt x="140" y="136"/>
                    <a:pt x="140" y="136"/>
                    <a:pt x="140" y="136"/>
                  </a:cubicBezTo>
                  <a:cubicBezTo>
                    <a:pt x="135" y="143"/>
                    <a:pt x="135" y="143"/>
                    <a:pt x="135" y="143"/>
                  </a:cubicBezTo>
                  <a:cubicBezTo>
                    <a:pt x="139" y="144"/>
                    <a:pt x="139" y="144"/>
                    <a:pt x="139" y="144"/>
                  </a:cubicBezTo>
                  <a:cubicBezTo>
                    <a:pt x="137" y="150"/>
                    <a:pt x="137" y="150"/>
                    <a:pt x="137" y="150"/>
                  </a:cubicBezTo>
                  <a:cubicBezTo>
                    <a:pt x="122" y="146"/>
                    <a:pt x="122" y="146"/>
                    <a:pt x="122" y="146"/>
                  </a:cubicBezTo>
                  <a:cubicBezTo>
                    <a:pt x="123" y="141"/>
                    <a:pt x="123" y="141"/>
                    <a:pt x="123" y="141"/>
                  </a:cubicBezTo>
                  <a:cubicBezTo>
                    <a:pt x="125" y="141"/>
                    <a:pt x="125" y="141"/>
                    <a:pt x="125" y="141"/>
                  </a:cubicBezTo>
                  <a:cubicBezTo>
                    <a:pt x="127" y="141"/>
                    <a:pt x="127" y="140"/>
                    <a:pt x="128" y="139"/>
                  </a:cubicBezTo>
                  <a:cubicBezTo>
                    <a:pt x="148" y="109"/>
                    <a:pt x="148" y="109"/>
                    <a:pt x="148" y="109"/>
                  </a:cubicBezTo>
                  <a:cubicBezTo>
                    <a:pt x="144" y="108"/>
                    <a:pt x="144" y="108"/>
                    <a:pt x="144" y="108"/>
                  </a:cubicBezTo>
                  <a:cubicBezTo>
                    <a:pt x="145" y="102"/>
                    <a:pt x="145" y="102"/>
                    <a:pt x="145" y="102"/>
                  </a:cubicBezTo>
                  <a:cubicBezTo>
                    <a:pt x="161" y="106"/>
                    <a:pt x="161" y="106"/>
                    <a:pt x="161" y="106"/>
                  </a:cubicBezTo>
                  <a:cubicBezTo>
                    <a:pt x="165" y="151"/>
                    <a:pt x="165" y="151"/>
                    <a:pt x="165" y="151"/>
                  </a:cubicBezTo>
                  <a:cubicBezTo>
                    <a:pt x="169" y="152"/>
                    <a:pt x="169" y="152"/>
                    <a:pt x="169" y="152"/>
                  </a:cubicBezTo>
                  <a:lnTo>
                    <a:pt x="167" y="157"/>
                  </a:lnTo>
                  <a:close/>
                  <a:moveTo>
                    <a:pt x="187" y="162"/>
                  </a:moveTo>
                  <a:cubicBezTo>
                    <a:pt x="171" y="158"/>
                    <a:pt x="171" y="158"/>
                    <a:pt x="171" y="158"/>
                  </a:cubicBezTo>
                  <a:cubicBezTo>
                    <a:pt x="172" y="153"/>
                    <a:pt x="172" y="153"/>
                    <a:pt x="172" y="153"/>
                  </a:cubicBezTo>
                  <a:cubicBezTo>
                    <a:pt x="174" y="153"/>
                    <a:pt x="174" y="153"/>
                    <a:pt x="174" y="153"/>
                  </a:cubicBezTo>
                  <a:cubicBezTo>
                    <a:pt x="176" y="153"/>
                    <a:pt x="176" y="153"/>
                    <a:pt x="177" y="151"/>
                  </a:cubicBezTo>
                  <a:cubicBezTo>
                    <a:pt x="185" y="118"/>
                    <a:pt x="185" y="118"/>
                    <a:pt x="185" y="118"/>
                  </a:cubicBezTo>
                  <a:cubicBezTo>
                    <a:pt x="181" y="117"/>
                    <a:pt x="181" y="117"/>
                    <a:pt x="181" y="117"/>
                  </a:cubicBezTo>
                  <a:cubicBezTo>
                    <a:pt x="183" y="112"/>
                    <a:pt x="183" y="112"/>
                    <a:pt x="183" y="112"/>
                  </a:cubicBezTo>
                  <a:cubicBezTo>
                    <a:pt x="199" y="116"/>
                    <a:pt x="199" y="116"/>
                    <a:pt x="199" y="116"/>
                  </a:cubicBezTo>
                  <a:cubicBezTo>
                    <a:pt x="198" y="121"/>
                    <a:pt x="198" y="121"/>
                    <a:pt x="198" y="121"/>
                  </a:cubicBezTo>
                  <a:cubicBezTo>
                    <a:pt x="195" y="121"/>
                    <a:pt x="195" y="121"/>
                    <a:pt x="195" y="121"/>
                  </a:cubicBezTo>
                  <a:cubicBezTo>
                    <a:pt x="194" y="120"/>
                    <a:pt x="193" y="121"/>
                    <a:pt x="193" y="122"/>
                  </a:cubicBezTo>
                  <a:cubicBezTo>
                    <a:pt x="185" y="155"/>
                    <a:pt x="185" y="155"/>
                    <a:pt x="185" y="155"/>
                  </a:cubicBezTo>
                  <a:cubicBezTo>
                    <a:pt x="188" y="157"/>
                    <a:pt x="188" y="157"/>
                    <a:pt x="188" y="157"/>
                  </a:cubicBezTo>
                  <a:lnTo>
                    <a:pt x="187" y="162"/>
                  </a:lnTo>
                  <a:close/>
                  <a:moveTo>
                    <a:pt x="252" y="137"/>
                  </a:moveTo>
                  <a:cubicBezTo>
                    <a:pt x="246" y="171"/>
                    <a:pt x="246" y="171"/>
                    <a:pt x="246" y="171"/>
                  </a:cubicBezTo>
                  <a:cubicBezTo>
                    <a:pt x="249" y="172"/>
                    <a:pt x="249" y="172"/>
                    <a:pt x="249" y="172"/>
                  </a:cubicBezTo>
                  <a:cubicBezTo>
                    <a:pt x="248" y="177"/>
                    <a:pt x="248" y="177"/>
                    <a:pt x="248" y="177"/>
                  </a:cubicBezTo>
                  <a:cubicBezTo>
                    <a:pt x="232" y="173"/>
                    <a:pt x="232" y="173"/>
                    <a:pt x="232" y="173"/>
                  </a:cubicBezTo>
                  <a:cubicBezTo>
                    <a:pt x="234" y="168"/>
                    <a:pt x="234" y="168"/>
                    <a:pt x="234" y="168"/>
                  </a:cubicBezTo>
                  <a:cubicBezTo>
                    <a:pt x="236" y="168"/>
                    <a:pt x="236" y="168"/>
                    <a:pt x="236" y="168"/>
                  </a:cubicBezTo>
                  <a:cubicBezTo>
                    <a:pt x="237" y="169"/>
                    <a:pt x="238" y="168"/>
                    <a:pt x="238" y="166"/>
                  </a:cubicBezTo>
                  <a:cubicBezTo>
                    <a:pt x="243" y="140"/>
                    <a:pt x="243" y="140"/>
                    <a:pt x="243" y="140"/>
                  </a:cubicBezTo>
                  <a:cubicBezTo>
                    <a:pt x="243" y="140"/>
                    <a:pt x="243" y="140"/>
                    <a:pt x="243" y="140"/>
                  </a:cubicBezTo>
                  <a:cubicBezTo>
                    <a:pt x="225" y="166"/>
                    <a:pt x="225" y="166"/>
                    <a:pt x="225" y="166"/>
                  </a:cubicBezTo>
                  <a:cubicBezTo>
                    <a:pt x="218" y="164"/>
                    <a:pt x="218" y="164"/>
                    <a:pt x="218" y="164"/>
                  </a:cubicBezTo>
                  <a:cubicBezTo>
                    <a:pt x="214" y="133"/>
                    <a:pt x="214" y="133"/>
                    <a:pt x="214" y="133"/>
                  </a:cubicBezTo>
                  <a:cubicBezTo>
                    <a:pt x="214" y="133"/>
                    <a:pt x="214" y="133"/>
                    <a:pt x="214" y="133"/>
                  </a:cubicBezTo>
                  <a:cubicBezTo>
                    <a:pt x="206" y="161"/>
                    <a:pt x="206" y="161"/>
                    <a:pt x="206" y="161"/>
                  </a:cubicBezTo>
                  <a:cubicBezTo>
                    <a:pt x="209" y="162"/>
                    <a:pt x="209" y="162"/>
                    <a:pt x="209" y="162"/>
                  </a:cubicBezTo>
                  <a:cubicBezTo>
                    <a:pt x="208" y="167"/>
                    <a:pt x="208" y="167"/>
                    <a:pt x="208" y="167"/>
                  </a:cubicBezTo>
                  <a:cubicBezTo>
                    <a:pt x="192" y="163"/>
                    <a:pt x="192" y="163"/>
                    <a:pt x="192" y="163"/>
                  </a:cubicBezTo>
                  <a:cubicBezTo>
                    <a:pt x="194" y="158"/>
                    <a:pt x="194" y="158"/>
                    <a:pt x="194" y="158"/>
                  </a:cubicBezTo>
                  <a:cubicBezTo>
                    <a:pt x="196" y="158"/>
                    <a:pt x="196" y="158"/>
                    <a:pt x="196" y="158"/>
                  </a:cubicBezTo>
                  <a:cubicBezTo>
                    <a:pt x="197" y="159"/>
                    <a:pt x="198" y="158"/>
                    <a:pt x="198" y="157"/>
                  </a:cubicBezTo>
                  <a:cubicBezTo>
                    <a:pt x="209" y="124"/>
                    <a:pt x="209" y="124"/>
                    <a:pt x="209" y="124"/>
                  </a:cubicBezTo>
                  <a:cubicBezTo>
                    <a:pt x="205" y="123"/>
                    <a:pt x="205" y="123"/>
                    <a:pt x="205" y="123"/>
                  </a:cubicBezTo>
                  <a:cubicBezTo>
                    <a:pt x="206" y="118"/>
                    <a:pt x="206" y="118"/>
                    <a:pt x="206" y="118"/>
                  </a:cubicBezTo>
                  <a:cubicBezTo>
                    <a:pt x="220" y="121"/>
                    <a:pt x="220" y="121"/>
                    <a:pt x="220" y="121"/>
                  </a:cubicBezTo>
                  <a:cubicBezTo>
                    <a:pt x="224" y="155"/>
                    <a:pt x="224" y="155"/>
                    <a:pt x="224" y="155"/>
                  </a:cubicBezTo>
                  <a:cubicBezTo>
                    <a:pt x="224" y="155"/>
                    <a:pt x="224" y="155"/>
                    <a:pt x="224" y="155"/>
                  </a:cubicBezTo>
                  <a:cubicBezTo>
                    <a:pt x="244" y="127"/>
                    <a:pt x="244" y="127"/>
                    <a:pt x="244" y="127"/>
                  </a:cubicBezTo>
                  <a:cubicBezTo>
                    <a:pt x="258" y="130"/>
                    <a:pt x="258" y="130"/>
                    <a:pt x="258" y="130"/>
                  </a:cubicBezTo>
                  <a:cubicBezTo>
                    <a:pt x="256" y="136"/>
                    <a:pt x="256" y="136"/>
                    <a:pt x="256" y="136"/>
                  </a:cubicBezTo>
                  <a:cubicBezTo>
                    <a:pt x="254" y="135"/>
                    <a:pt x="254" y="135"/>
                    <a:pt x="254" y="135"/>
                  </a:cubicBezTo>
                  <a:cubicBezTo>
                    <a:pt x="253" y="135"/>
                    <a:pt x="252" y="136"/>
                    <a:pt x="252" y="137"/>
                  </a:cubicBezTo>
                  <a:close/>
                  <a:moveTo>
                    <a:pt x="288" y="173"/>
                  </a:moveTo>
                  <a:cubicBezTo>
                    <a:pt x="286" y="182"/>
                    <a:pt x="278" y="186"/>
                    <a:pt x="267" y="183"/>
                  </a:cubicBezTo>
                  <a:cubicBezTo>
                    <a:pt x="262" y="182"/>
                    <a:pt x="257" y="180"/>
                    <a:pt x="254" y="177"/>
                  </a:cubicBezTo>
                  <a:cubicBezTo>
                    <a:pt x="257" y="166"/>
                    <a:pt x="257" y="166"/>
                    <a:pt x="257" y="166"/>
                  </a:cubicBezTo>
                  <a:cubicBezTo>
                    <a:pt x="264" y="167"/>
                    <a:pt x="264" y="167"/>
                    <a:pt x="264" y="167"/>
                  </a:cubicBezTo>
                  <a:cubicBezTo>
                    <a:pt x="263" y="172"/>
                    <a:pt x="263" y="172"/>
                    <a:pt x="263" y="172"/>
                  </a:cubicBezTo>
                  <a:cubicBezTo>
                    <a:pt x="262" y="173"/>
                    <a:pt x="262" y="174"/>
                    <a:pt x="263" y="174"/>
                  </a:cubicBezTo>
                  <a:cubicBezTo>
                    <a:pt x="264" y="175"/>
                    <a:pt x="267" y="176"/>
                    <a:pt x="269" y="176"/>
                  </a:cubicBezTo>
                  <a:cubicBezTo>
                    <a:pt x="273" y="177"/>
                    <a:pt x="278" y="177"/>
                    <a:pt x="279" y="171"/>
                  </a:cubicBezTo>
                  <a:cubicBezTo>
                    <a:pt x="280" y="167"/>
                    <a:pt x="277" y="164"/>
                    <a:pt x="272" y="162"/>
                  </a:cubicBezTo>
                  <a:cubicBezTo>
                    <a:pt x="266" y="158"/>
                    <a:pt x="260" y="154"/>
                    <a:pt x="262" y="145"/>
                  </a:cubicBezTo>
                  <a:cubicBezTo>
                    <a:pt x="264" y="137"/>
                    <a:pt x="272" y="133"/>
                    <a:pt x="282" y="135"/>
                  </a:cubicBezTo>
                  <a:cubicBezTo>
                    <a:pt x="286" y="137"/>
                    <a:pt x="291" y="139"/>
                    <a:pt x="294" y="141"/>
                  </a:cubicBezTo>
                  <a:cubicBezTo>
                    <a:pt x="292" y="152"/>
                    <a:pt x="292" y="152"/>
                    <a:pt x="292" y="152"/>
                  </a:cubicBezTo>
                  <a:cubicBezTo>
                    <a:pt x="285" y="151"/>
                    <a:pt x="285" y="151"/>
                    <a:pt x="285" y="151"/>
                  </a:cubicBezTo>
                  <a:cubicBezTo>
                    <a:pt x="286" y="146"/>
                    <a:pt x="286" y="146"/>
                    <a:pt x="286" y="146"/>
                  </a:cubicBezTo>
                  <a:cubicBezTo>
                    <a:pt x="286" y="145"/>
                    <a:pt x="286" y="145"/>
                    <a:pt x="285" y="144"/>
                  </a:cubicBezTo>
                  <a:cubicBezTo>
                    <a:pt x="284" y="143"/>
                    <a:pt x="282" y="143"/>
                    <a:pt x="280" y="142"/>
                  </a:cubicBezTo>
                  <a:cubicBezTo>
                    <a:pt x="276" y="141"/>
                    <a:pt x="272" y="142"/>
                    <a:pt x="271" y="146"/>
                  </a:cubicBezTo>
                  <a:cubicBezTo>
                    <a:pt x="270" y="151"/>
                    <a:pt x="274" y="153"/>
                    <a:pt x="278" y="156"/>
                  </a:cubicBezTo>
                  <a:cubicBezTo>
                    <a:pt x="284" y="160"/>
                    <a:pt x="290" y="164"/>
                    <a:pt x="288" y="1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72" name="组合 271"/>
          <p:cNvGrpSpPr/>
          <p:nvPr/>
        </p:nvGrpSpPr>
        <p:grpSpPr>
          <a:xfrm>
            <a:off x="6294438" y="1074738"/>
            <a:ext cx="1035050" cy="1503363"/>
            <a:chOff x="6294438" y="1074738"/>
            <a:chExt cx="1035050" cy="1503363"/>
          </a:xfrm>
          <a:solidFill>
            <a:schemeClr val="tx1">
              <a:lumMod val="65000"/>
              <a:lumOff val="35000"/>
            </a:schemeClr>
          </a:solidFill>
        </p:grpSpPr>
        <p:sp>
          <p:nvSpPr>
            <p:cNvPr id="273" name="Oval 86"/>
            <p:cNvSpPr>
              <a:spLocks noChangeArrowheads="1"/>
            </p:cNvSpPr>
            <p:nvPr/>
          </p:nvSpPr>
          <p:spPr bwMode="auto">
            <a:xfrm>
              <a:off x="6669088" y="1074738"/>
              <a:ext cx="285750" cy="284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 name="Freeform 87"/>
            <p:cNvSpPr>
              <a:spLocks noEditPoints="1"/>
            </p:cNvSpPr>
            <p:nvPr/>
          </p:nvSpPr>
          <p:spPr bwMode="auto">
            <a:xfrm>
              <a:off x="6294438" y="1395413"/>
              <a:ext cx="1035050" cy="1182688"/>
            </a:xfrm>
            <a:custGeom>
              <a:avLst/>
              <a:gdLst>
                <a:gd name="T0" fmla="*/ 184 w 653"/>
                <a:gd name="T1" fmla="*/ 366 h 747"/>
                <a:gd name="T2" fmla="*/ 204 w 653"/>
                <a:gd name="T3" fmla="*/ 384 h 747"/>
                <a:gd name="T4" fmla="*/ 221 w 653"/>
                <a:gd name="T5" fmla="*/ 745 h 747"/>
                <a:gd name="T6" fmla="*/ 303 w 653"/>
                <a:gd name="T7" fmla="*/ 384 h 747"/>
                <a:gd name="T8" fmla="*/ 378 w 653"/>
                <a:gd name="T9" fmla="*/ 700 h 747"/>
                <a:gd name="T10" fmla="*/ 477 w 653"/>
                <a:gd name="T11" fmla="*/ 691 h 747"/>
                <a:gd name="T12" fmla="*/ 535 w 653"/>
                <a:gd name="T13" fmla="*/ 384 h 747"/>
                <a:gd name="T14" fmla="*/ 564 w 653"/>
                <a:gd name="T15" fmla="*/ 384 h 747"/>
                <a:gd name="T16" fmla="*/ 619 w 653"/>
                <a:gd name="T17" fmla="*/ 235 h 747"/>
                <a:gd name="T18" fmla="*/ 651 w 653"/>
                <a:gd name="T19" fmla="*/ 206 h 747"/>
                <a:gd name="T20" fmla="*/ 619 w 653"/>
                <a:gd name="T21" fmla="*/ 171 h 747"/>
                <a:gd name="T22" fmla="*/ 598 w 653"/>
                <a:gd name="T23" fmla="*/ 122 h 747"/>
                <a:gd name="T24" fmla="*/ 619 w 653"/>
                <a:gd name="T25" fmla="*/ 25 h 747"/>
                <a:gd name="T26" fmla="*/ 408 w 653"/>
                <a:gd name="T27" fmla="*/ 0 h 747"/>
                <a:gd name="T28" fmla="*/ 404 w 653"/>
                <a:gd name="T29" fmla="*/ 0 h 747"/>
                <a:gd name="T30" fmla="*/ 246 w 653"/>
                <a:gd name="T31" fmla="*/ 0 h 747"/>
                <a:gd name="T32" fmla="*/ 189 w 653"/>
                <a:gd name="T33" fmla="*/ 25 h 747"/>
                <a:gd name="T34" fmla="*/ 119 w 653"/>
                <a:gd name="T35" fmla="*/ 43 h 747"/>
                <a:gd name="T36" fmla="*/ 35 w 653"/>
                <a:gd name="T37" fmla="*/ 25 h 747"/>
                <a:gd name="T38" fmla="*/ 55 w 653"/>
                <a:gd name="T39" fmla="*/ 113 h 747"/>
                <a:gd name="T40" fmla="*/ 35 w 653"/>
                <a:gd name="T41" fmla="*/ 171 h 747"/>
                <a:gd name="T42" fmla="*/ 2 w 653"/>
                <a:gd name="T43" fmla="*/ 206 h 747"/>
                <a:gd name="T44" fmla="*/ 35 w 653"/>
                <a:gd name="T45" fmla="*/ 235 h 747"/>
                <a:gd name="T46" fmla="*/ 161 w 653"/>
                <a:gd name="T47" fmla="*/ 384 h 747"/>
                <a:gd name="T48" fmla="*/ 47 w 653"/>
                <a:gd name="T49" fmla="*/ 88 h 747"/>
                <a:gd name="T50" fmla="*/ 95 w 653"/>
                <a:gd name="T51" fmla="*/ 37 h 747"/>
                <a:gd name="T52" fmla="*/ 141 w 653"/>
                <a:gd name="T53" fmla="*/ 37 h 747"/>
                <a:gd name="T54" fmla="*/ 607 w 653"/>
                <a:gd name="T55" fmla="*/ 100 h 747"/>
                <a:gd name="T56" fmla="*/ 607 w 653"/>
                <a:gd name="T57" fmla="*/ 143 h 747"/>
                <a:gd name="T58" fmla="*/ 570 w 653"/>
                <a:gd name="T59" fmla="*/ 372 h 747"/>
                <a:gd name="T60" fmla="*/ 529 w 653"/>
                <a:gd name="T61" fmla="*/ 372 h 747"/>
                <a:gd name="T62" fmla="*/ 185 w 653"/>
                <a:gd name="T63" fmla="*/ 351 h 747"/>
                <a:gd name="T64" fmla="*/ 47 w 653"/>
                <a:gd name="T65" fmla="*/ 372 h 747"/>
                <a:gd name="T66" fmla="*/ 73 w 653"/>
                <a:gd name="T67" fmla="*/ 114 h 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53" h="747">
                  <a:moveTo>
                    <a:pt x="161" y="384"/>
                  </a:moveTo>
                  <a:cubicBezTo>
                    <a:pt x="184" y="366"/>
                    <a:pt x="184" y="366"/>
                    <a:pt x="184" y="366"/>
                  </a:cubicBezTo>
                  <a:cubicBezTo>
                    <a:pt x="202" y="384"/>
                    <a:pt x="202" y="384"/>
                    <a:pt x="202" y="384"/>
                  </a:cubicBezTo>
                  <a:cubicBezTo>
                    <a:pt x="204" y="384"/>
                    <a:pt x="204" y="384"/>
                    <a:pt x="204" y="384"/>
                  </a:cubicBezTo>
                  <a:cubicBezTo>
                    <a:pt x="176" y="691"/>
                    <a:pt x="176" y="691"/>
                    <a:pt x="176" y="691"/>
                  </a:cubicBezTo>
                  <a:cubicBezTo>
                    <a:pt x="174" y="718"/>
                    <a:pt x="194" y="742"/>
                    <a:pt x="221" y="745"/>
                  </a:cubicBezTo>
                  <a:cubicBezTo>
                    <a:pt x="248" y="747"/>
                    <a:pt x="272" y="727"/>
                    <a:pt x="275" y="700"/>
                  </a:cubicBezTo>
                  <a:cubicBezTo>
                    <a:pt x="303" y="384"/>
                    <a:pt x="303" y="384"/>
                    <a:pt x="303" y="384"/>
                  </a:cubicBezTo>
                  <a:cubicBezTo>
                    <a:pt x="350" y="384"/>
                    <a:pt x="350" y="384"/>
                    <a:pt x="350" y="384"/>
                  </a:cubicBezTo>
                  <a:cubicBezTo>
                    <a:pt x="378" y="700"/>
                    <a:pt x="378" y="700"/>
                    <a:pt x="378" y="700"/>
                  </a:cubicBezTo>
                  <a:cubicBezTo>
                    <a:pt x="381" y="727"/>
                    <a:pt x="405" y="747"/>
                    <a:pt x="432" y="745"/>
                  </a:cubicBezTo>
                  <a:cubicBezTo>
                    <a:pt x="459" y="742"/>
                    <a:pt x="479" y="718"/>
                    <a:pt x="477" y="691"/>
                  </a:cubicBezTo>
                  <a:cubicBezTo>
                    <a:pt x="449" y="384"/>
                    <a:pt x="449" y="384"/>
                    <a:pt x="449" y="384"/>
                  </a:cubicBezTo>
                  <a:cubicBezTo>
                    <a:pt x="535" y="384"/>
                    <a:pt x="535" y="384"/>
                    <a:pt x="535" y="384"/>
                  </a:cubicBezTo>
                  <a:cubicBezTo>
                    <a:pt x="550" y="365"/>
                    <a:pt x="550" y="365"/>
                    <a:pt x="550" y="365"/>
                  </a:cubicBezTo>
                  <a:cubicBezTo>
                    <a:pt x="564" y="384"/>
                    <a:pt x="564" y="384"/>
                    <a:pt x="564" y="384"/>
                  </a:cubicBezTo>
                  <a:cubicBezTo>
                    <a:pt x="619" y="384"/>
                    <a:pt x="619" y="384"/>
                    <a:pt x="619" y="384"/>
                  </a:cubicBezTo>
                  <a:cubicBezTo>
                    <a:pt x="619" y="235"/>
                    <a:pt x="619" y="235"/>
                    <a:pt x="619" y="235"/>
                  </a:cubicBezTo>
                  <a:cubicBezTo>
                    <a:pt x="619" y="235"/>
                    <a:pt x="619" y="235"/>
                    <a:pt x="620" y="235"/>
                  </a:cubicBezTo>
                  <a:cubicBezTo>
                    <a:pt x="636" y="235"/>
                    <a:pt x="650" y="223"/>
                    <a:pt x="651" y="206"/>
                  </a:cubicBezTo>
                  <a:cubicBezTo>
                    <a:pt x="653" y="188"/>
                    <a:pt x="640" y="173"/>
                    <a:pt x="622" y="171"/>
                  </a:cubicBezTo>
                  <a:cubicBezTo>
                    <a:pt x="621" y="171"/>
                    <a:pt x="620" y="171"/>
                    <a:pt x="619" y="171"/>
                  </a:cubicBezTo>
                  <a:cubicBezTo>
                    <a:pt x="619" y="136"/>
                    <a:pt x="619" y="136"/>
                    <a:pt x="619" y="136"/>
                  </a:cubicBezTo>
                  <a:cubicBezTo>
                    <a:pt x="598" y="122"/>
                    <a:pt x="598" y="122"/>
                    <a:pt x="598" y="122"/>
                  </a:cubicBezTo>
                  <a:cubicBezTo>
                    <a:pt x="619" y="105"/>
                    <a:pt x="619" y="105"/>
                    <a:pt x="619" y="105"/>
                  </a:cubicBezTo>
                  <a:cubicBezTo>
                    <a:pt x="619" y="25"/>
                    <a:pt x="619" y="25"/>
                    <a:pt x="619" y="25"/>
                  </a:cubicBezTo>
                  <a:cubicBezTo>
                    <a:pt x="464" y="25"/>
                    <a:pt x="464" y="25"/>
                    <a:pt x="464" y="25"/>
                  </a:cubicBezTo>
                  <a:cubicBezTo>
                    <a:pt x="451" y="11"/>
                    <a:pt x="433" y="0"/>
                    <a:pt x="408" y="0"/>
                  </a:cubicBezTo>
                  <a:cubicBezTo>
                    <a:pt x="407" y="0"/>
                    <a:pt x="407" y="0"/>
                    <a:pt x="407" y="0"/>
                  </a:cubicBezTo>
                  <a:cubicBezTo>
                    <a:pt x="406" y="0"/>
                    <a:pt x="405" y="0"/>
                    <a:pt x="404" y="0"/>
                  </a:cubicBezTo>
                  <a:cubicBezTo>
                    <a:pt x="249" y="0"/>
                    <a:pt x="249" y="0"/>
                    <a:pt x="249" y="0"/>
                  </a:cubicBezTo>
                  <a:cubicBezTo>
                    <a:pt x="248" y="0"/>
                    <a:pt x="247" y="0"/>
                    <a:pt x="246" y="0"/>
                  </a:cubicBezTo>
                  <a:cubicBezTo>
                    <a:pt x="246" y="0"/>
                    <a:pt x="246" y="0"/>
                    <a:pt x="246" y="0"/>
                  </a:cubicBezTo>
                  <a:cubicBezTo>
                    <a:pt x="220" y="0"/>
                    <a:pt x="202" y="11"/>
                    <a:pt x="189" y="25"/>
                  </a:cubicBezTo>
                  <a:cubicBezTo>
                    <a:pt x="136" y="25"/>
                    <a:pt x="136" y="25"/>
                    <a:pt x="136" y="25"/>
                  </a:cubicBezTo>
                  <a:cubicBezTo>
                    <a:pt x="119" y="43"/>
                    <a:pt x="119" y="43"/>
                    <a:pt x="119" y="43"/>
                  </a:cubicBezTo>
                  <a:cubicBezTo>
                    <a:pt x="100" y="25"/>
                    <a:pt x="100" y="25"/>
                    <a:pt x="100" y="25"/>
                  </a:cubicBezTo>
                  <a:cubicBezTo>
                    <a:pt x="35" y="25"/>
                    <a:pt x="35" y="25"/>
                    <a:pt x="35" y="25"/>
                  </a:cubicBezTo>
                  <a:cubicBezTo>
                    <a:pt x="35" y="93"/>
                    <a:pt x="35" y="93"/>
                    <a:pt x="35" y="93"/>
                  </a:cubicBezTo>
                  <a:cubicBezTo>
                    <a:pt x="55" y="113"/>
                    <a:pt x="55" y="113"/>
                    <a:pt x="55" y="113"/>
                  </a:cubicBezTo>
                  <a:cubicBezTo>
                    <a:pt x="35" y="130"/>
                    <a:pt x="35" y="130"/>
                    <a:pt x="35" y="130"/>
                  </a:cubicBezTo>
                  <a:cubicBezTo>
                    <a:pt x="35" y="171"/>
                    <a:pt x="35" y="171"/>
                    <a:pt x="35" y="171"/>
                  </a:cubicBezTo>
                  <a:cubicBezTo>
                    <a:pt x="33" y="171"/>
                    <a:pt x="32" y="171"/>
                    <a:pt x="31" y="171"/>
                  </a:cubicBezTo>
                  <a:cubicBezTo>
                    <a:pt x="13" y="173"/>
                    <a:pt x="0" y="188"/>
                    <a:pt x="2" y="206"/>
                  </a:cubicBezTo>
                  <a:cubicBezTo>
                    <a:pt x="3" y="223"/>
                    <a:pt x="17" y="235"/>
                    <a:pt x="34" y="235"/>
                  </a:cubicBezTo>
                  <a:cubicBezTo>
                    <a:pt x="34" y="235"/>
                    <a:pt x="34" y="235"/>
                    <a:pt x="35" y="235"/>
                  </a:cubicBezTo>
                  <a:cubicBezTo>
                    <a:pt x="35" y="384"/>
                    <a:pt x="35" y="384"/>
                    <a:pt x="35" y="384"/>
                  </a:cubicBezTo>
                  <a:lnTo>
                    <a:pt x="161" y="384"/>
                  </a:lnTo>
                  <a:close/>
                  <a:moveTo>
                    <a:pt x="73" y="114"/>
                  </a:moveTo>
                  <a:cubicBezTo>
                    <a:pt x="47" y="88"/>
                    <a:pt x="47" y="88"/>
                    <a:pt x="47" y="88"/>
                  </a:cubicBezTo>
                  <a:cubicBezTo>
                    <a:pt x="47" y="37"/>
                    <a:pt x="47" y="37"/>
                    <a:pt x="47" y="37"/>
                  </a:cubicBezTo>
                  <a:cubicBezTo>
                    <a:pt x="95" y="37"/>
                    <a:pt x="95" y="37"/>
                    <a:pt x="95" y="37"/>
                  </a:cubicBezTo>
                  <a:cubicBezTo>
                    <a:pt x="119" y="60"/>
                    <a:pt x="119" y="60"/>
                    <a:pt x="119" y="60"/>
                  </a:cubicBezTo>
                  <a:cubicBezTo>
                    <a:pt x="141" y="37"/>
                    <a:pt x="141" y="37"/>
                    <a:pt x="141" y="37"/>
                  </a:cubicBezTo>
                  <a:cubicBezTo>
                    <a:pt x="607" y="37"/>
                    <a:pt x="607" y="37"/>
                    <a:pt x="607" y="37"/>
                  </a:cubicBezTo>
                  <a:cubicBezTo>
                    <a:pt x="607" y="100"/>
                    <a:pt x="607" y="100"/>
                    <a:pt x="607" y="100"/>
                  </a:cubicBezTo>
                  <a:cubicBezTo>
                    <a:pt x="578" y="123"/>
                    <a:pt x="578" y="123"/>
                    <a:pt x="578" y="123"/>
                  </a:cubicBezTo>
                  <a:cubicBezTo>
                    <a:pt x="607" y="143"/>
                    <a:pt x="607" y="143"/>
                    <a:pt x="607" y="143"/>
                  </a:cubicBezTo>
                  <a:cubicBezTo>
                    <a:pt x="607" y="372"/>
                    <a:pt x="607" y="372"/>
                    <a:pt x="607" y="372"/>
                  </a:cubicBezTo>
                  <a:cubicBezTo>
                    <a:pt x="570" y="372"/>
                    <a:pt x="570" y="372"/>
                    <a:pt x="570" y="372"/>
                  </a:cubicBezTo>
                  <a:cubicBezTo>
                    <a:pt x="550" y="346"/>
                    <a:pt x="550" y="346"/>
                    <a:pt x="550" y="346"/>
                  </a:cubicBezTo>
                  <a:cubicBezTo>
                    <a:pt x="529" y="372"/>
                    <a:pt x="529" y="372"/>
                    <a:pt x="529" y="372"/>
                  </a:cubicBezTo>
                  <a:cubicBezTo>
                    <a:pt x="207" y="372"/>
                    <a:pt x="207" y="372"/>
                    <a:pt x="207" y="372"/>
                  </a:cubicBezTo>
                  <a:cubicBezTo>
                    <a:pt x="185" y="351"/>
                    <a:pt x="185" y="351"/>
                    <a:pt x="185" y="351"/>
                  </a:cubicBezTo>
                  <a:cubicBezTo>
                    <a:pt x="157" y="372"/>
                    <a:pt x="157" y="372"/>
                    <a:pt x="157" y="372"/>
                  </a:cubicBezTo>
                  <a:cubicBezTo>
                    <a:pt x="47" y="372"/>
                    <a:pt x="47" y="372"/>
                    <a:pt x="47" y="372"/>
                  </a:cubicBezTo>
                  <a:cubicBezTo>
                    <a:pt x="47" y="135"/>
                    <a:pt x="47" y="135"/>
                    <a:pt x="47" y="135"/>
                  </a:cubicBezTo>
                  <a:lnTo>
                    <a:pt x="73"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 name="Freeform 88"/>
            <p:cNvSpPr>
              <a:spLocks/>
            </p:cNvSpPr>
            <p:nvPr/>
          </p:nvSpPr>
          <p:spPr bwMode="auto">
            <a:xfrm>
              <a:off x="6464300" y="1635125"/>
              <a:ext cx="49212" cy="166688"/>
            </a:xfrm>
            <a:custGeom>
              <a:avLst/>
              <a:gdLst>
                <a:gd name="T0" fmla="*/ 31 w 31"/>
                <a:gd name="T1" fmla="*/ 0 h 106"/>
                <a:gd name="T2" fmla="*/ 15 w 31"/>
                <a:gd name="T3" fmla="*/ 0 h 106"/>
                <a:gd name="T4" fmla="*/ 15 w 31"/>
                <a:gd name="T5" fmla="*/ 79 h 106"/>
                <a:gd name="T6" fmla="*/ 4 w 31"/>
                <a:gd name="T7" fmla="*/ 90 h 106"/>
                <a:gd name="T8" fmla="*/ 0 w 31"/>
                <a:gd name="T9" fmla="*/ 90 h 106"/>
                <a:gd name="T10" fmla="*/ 0 w 31"/>
                <a:gd name="T11" fmla="*/ 106 h 106"/>
                <a:gd name="T12" fmla="*/ 10 w 31"/>
                <a:gd name="T13" fmla="*/ 106 h 106"/>
                <a:gd name="T14" fmla="*/ 26 w 31"/>
                <a:gd name="T15" fmla="*/ 100 h 106"/>
                <a:gd name="T16" fmla="*/ 31 w 31"/>
                <a:gd name="T17" fmla="*/ 80 h 106"/>
                <a:gd name="T18" fmla="*/ 31 w 31"/>
                <a:gd name="T19"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106">
                  <a:moveTo>
                    <a:pt x="31" y="0"/>
                  </a:moveTo>
                  <a:cubicBezTo>
                    <a:pt x="15" y="0"/>
                    <a:pt x="15" y="0"/>
                    <a:pt x="15" y="0"/>
                  </a:cubicBezTo>
                  <a:cubicBezTo>
                    <a:pt x="15" y="79"/>
                    <a:pt x="15" y="79"/>
                    <a:pt x="15" y="79"/>
                  </a:cubicBezTo>
                  <a:cubicBezTo>
                    <a:pt x="15" y="87"/>
                    <a:pt x="12" y="90"/>
                    <a:pt x="4" y="90"/>
                  </a:cubicBezTo>
                  <a:cubicBezTo>
                    <a:pt x="0" y="90"/>
                    <a:pt x="0" y="90"/>
                    <a:pt x="0" y="90"/>
                  </a:cubicBezTo>
                  <a:cubicBezTo>
                    <a:pt x="0" y="106"/>
                    <a:pt x="0" y="106"/>
                    <a:pt x="0" y="106"/>
                  </a:cubicBezTo>
                  <a:cubicBezTo>
                    <a:pt x="10" y="106"/>
                    <a:pt x="10" y="106"/>
                    <a:pt x="10" y="106"/>
                  </a:cubicBezTo>
                  <a:cubicBezTo>
                    <a:pt x="18" y="106"/>
                    <a:pt x="23" y="104"/>
                    <a:pt x="26" y="100"/>
                  </a:cubicBezTo>
                  <a:cubicBezTo>
                    <a:pt x="30" y="96"/>
                    <a:pt x="31" y="91"/>
                    <a:pt x="31" y="80"/>
                  </a:cubicBezTo>
                  <a:lnTo>
                    <a:pt x="3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 name="Freeform 89"/>
            <p:cNvSpPr>
              <a:spLocks noEditPoints="1"/>
            </p:cNvSpPr>
            <p:nvPr/>
          </p:nvSpPr>
          <p:spPr bwMode="auto">
            <a:xfrm>
              <a:off x="6537325" y="1631950"/>
              <a:ext cx="92075" cy="171450"/>
            </a:xfrm>
            <a:custGeom>
              <a:avLst/>
              <a:gdLst>
                <a:gd name="T0" fmla="*/ 6 w 58"/>
                <a:gd name="T1" fmla="*/ 10 h 109"/>
                <a:gd name="T2" fmla="*/ 0 w 58"/>
                <a:gd name="T3" fmla="*/ 35 h 109"/>
                <a:gd name="T4" fmla="*/ 0 w 58"/>
                <a:gd name="T5" fmla="*/ 74 h 109"/>
                <a:gd name="T6" fmla="*/ 6 w 58"/>
                <a:gd name="T7" fmla="*/ 99 h 109"/>
                <a:gd name="T8" fmla="*/ 29 w 58"/>
                <a:gd name="T9" fmla="*/ 109 h 109"/>
                <a:gd name="T10" fmla="*/ 52 w 58"/>
                <a:gd name="T11" fmla="*/ 99 h 109"/>
                <a:gd name="T12" fmla="*/ 58 w 58"/>
                <a:gd name="T13" fmla="*/ 74 h 109"/>
                <a:gd name="T14" fmla="*/ 58 w 58"/>
                <a:gd name="T15" fmla="*/ 35 h 109"/>
                <a:gd name="T16" fmla="*/ 52 w 58"/>
                <a:gd name="T17" fmla="*/ 10 h 109"/>
                <a:gd name="T18" fmla="*/ 29 w 58"/>
                <a:gd name="T19" fmla="*/ 0 h 109"/>
                <a:gd name="T20" fmla="*/ 6 w 58"/>
                <a:gd name="T21" fmla="*/ 10 h 109"/>
                <a:gd name="T22" fmla="*/ 29 w 58"/>
                <a:gd name="T23" fmla="*/ 16 h 109"/>
                <a:gd name="T24" fmla="*/ 39 w 58"/>
                <a:gd name="T25" fmla="*/ 21 h 109"/>
                <a:gd name="T26" fmla="*/ 42 w 58"/>
                <a:gd name="T27" fmla="*/ 36 h 109"/>
                <a:gd name="T28" fmla="*/ 42 w 58"/>
                <a:gd name="T29" fmla="*/ 74 h 109"/>
                <a:gd name="T30" fmla="*/ 39 w 58"/>
                <a:gd name="T31" fmla="*/ 88 h 109"/>
                <a:gd name="T32" fmla="*/ 29 w 58"/>
                <a:gd name="T33" fmla="*/ 94 h 109"/>
                <a:gd name="T34" fmla="*/ 19 w 58"/>
                <a:gd name="T35" fmla="*/ 88 h 109"/>
                <a:gd name="T36" fmla="*/ 16 w 58"/>
                <a:gd name="T37" fmla="*/ 74 h 109"/>
                <a:gd name="T38" fmla="*/ 16 w 58"/>
                <a:gd name="T39" fmla="*/ 36 h 109"/>
                <a:gd name="T40" fmla="*/ 19 w 58"/>
                <a:gd name="T41" fmla="*/ 21 h 109"/>
                <a:gd name="T42" fmla="*/ 29 w 58"/>
                <a:gd name="T43" fmla="*/ 1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 h="109">
                  <a:moveTo>
                    <a:pt x="6" y="10"/>
                  </a:moveTo>
                  <a:cubicBezTo>
                    <a:pt x="2" y="16"/>
                    <a:pt x="0" y="24"/>
                    <a:pt x="0" y="35"/>
                  </a:cubicBezTo>
                  <a:cubicBezTo>
                    <a:pt x="0" y="74"/>
                    <a:pt x="0" y="74"/>
                    <a:pt x="0" y="74"/>
                  </a:cubicBezTo>
                  <a:cubicBezTo>
                    <a:pt x="0" y="86"/>
                    <a:pt x="2" y="93"/>
                    <a:pt x="6" y="99"/>
                  </a:cubicBezTo>
                  <a:cubicBezTo>
                    <a:pt x="11" y="106"/>
                    <a:pt x="19" y="109"/>
                    <a:pt x="29" y="109"/>
                  </a:cubicBezTo>
                  <a:cubicBezTo>
                    <a:pt x="39" y="109"/>
                    <a:pt x="47" y="106"/>
                    <a:pt x="52" y="99"/>
                  </a:cubicBezTo>
                  <a:cubicBezTo>
                    <a:pt x="56" y="93"/>
                    <a:pt x="58" y="86"/>
                    <a:pt x="58" y="74"/>
                  </a:cubicBezTo>
                  <a:cubicBezTo>
                    <a:pt x="58" y="35"/>
                    <a:pt x="58" y="35"/>
                    <a:pt x="58" y="35"/>
                  </a:cubicBezTo>
                  <a:cubicBezTo>
                    <a:pt x="58" y="24"/>
                    <a:pt x="56" y="16"/>
                    <a:pt x="52" y="10"/>
                  </a:cubicBezTo>
                  <a:cubicBezTo>
                    <a:pt x="47" y="4"/>
                    <a:pt x="39" y="0"/>
                    <a:pt x="29" y="0"/>
                  </a:cubicBezTo>
                  <a:cubicBezTo>
                    <a:pt x="19" y="0"/>
                    <a:pt x="11" y="4"/>
                    <a:pt x="6" y="10"/>
                  </a:cubicBezTo>
                  <a:close/>
                  <a:moveTo>
                    <a:pt x="29" y="16"/>
                  </a:moveTo>
                  <a:cubicBezTo>
                    <a:pt x="34" y="16"/>
                    <a:pt x="38" y="18"/>
                    <a:pt x="39" y="21"/>
                  </a:cubicBezTo>
                  <a:cubicBezTo>
                    <a:pt x="41" y="25"/>
                    <a:pt x="42" y="27"/>
                    <a:pt x="42" y="36"/>
                  </a:cubicBezTo>
                  <a:cubicBezTo>
                    <a:pt x="42" y="74"/>
                    <a:pt x="42" y="74"/>
                    <a:pt x="42" y="74"/>
                  </a:cubicBezTo>
                  <a:cubicBezTo>
                    <a:pt x="42" y="82"/>
                    <a:pt x="41" y="85"/>
                    <a:pt x="39" y="88"/>
                  </a:cubicBezTo>
                  <a:cubicBezTo>
                    <a:pt x="38" y="92"/>
                    <a:pt x="34" y="94"/>
                    <a:pt x="29" y="94"/>
                  </a:cubicBezTo>
                  <a:cubicBezTo>
                    <a:pt x="24" y="94"/>
                    <a:pt x="20" y="92"/>
                    <a:pt x="19" y="88"/>
                  </a:cubicBezTo>
                  <a:cubicBezTo>
                    <a:pt x="17" y="85"/>
                    <a:pt x="16" y="82"/>
                    <a:pt x="16" y="74"/>
                  </a:cubicBezTo>
                  <a:cubicBezTo>
                    <a:pt x="16" y="36"/>
                    <a:pt x="16" y="36"/>
                    <a:pt x="16" y="36"/>
                  </a:cubicBezTo>
                  <a:cubicBezTo>
                    <a:pt x="16" y="27"/>
                    <a:pt x="17" y="24"/>
                    <a:pt x="19" y="21"/>
                  </a:cubicBezTo>
                  <a:cubicBezTo>
                    <a:pt x="20" y="18"/>
                    <a:pt x="24" y="16"/>
                    <a:pt x="29"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 name="Freeform 90"/>
            <p:cNvSpPr>
              <a:spLocks noEditPoints="1"/>
            </p:cNvSpPr>
            <p:nvPr/>
          </p:nvSpPr>
          <p:spPr bwMode="auto">
            <a:xfrm>
              <a:off x="6651625" y="1635125"/>
              <a:ext cx="92075" cy="166688"/>
            </a:xfrm>
            <a:custGeom>
              <a:avLst/>
              <a:gdLst>
                <a:gd name="T0" fmla="*/ 24 w 58"/>
                <a:gd name="T1" fmla="*/ 0 h 106"/>
                <a:gd name="T2" fmla="*/ 0 w 58"/>
                <a:gd name="T3" fmla="*/ 0 h 106"/>
                <a:gd name="T4" fmla="*/ 0 w 58"/>
                <a:gd name="T5" fmla="*/ 106 h 106"/>
                <a:gd name="T6" fmla="*/ 26 w 58"/>
                <a:gd name="T7" fmla="*/ 106 h 106"/>
                <a:gd name="T8" fmla="*/ 58 w 58"/>
                <a:gd name="T9" fmla="*/ 76 h 106"/>
                <a:gd name="T10" fmla="*/ 38 w 58"/>
                <a:gd name="T11" fmla="*/ 50 h 106"/>
                <a:gd name="T12" fmla="*/ 55 w 58"/>
                <a:gd name="T13" fmla="*/ 27 h 106"/>
                <a:gd name="T14" fmla="*/ 24 w 58"/>
                <a:gd name="T15" fmla="*/ 0 h 106"/>
                <a:gd name="T16" fmla="*/ 41 w 58"/>
                <a:gd name="T17" fmla="*/ 76 h 106"/>
                <a:gd name="T18" fmla="*/ 25 w 58"/>
                <a:gd name="T19" fmla="*/ 91 h 106"/>
                <a:gd name="T20" fmla="*/ 16 w 58"/>
                <a:gd name="T21" fmla="*/ 91 h 106"/>
                <a:gd name="T22" fmla="*/ 16 w 58"/>
                <a:gd name="T23" fmla="*/ 58 h 106"/>
                <a:gd name="T24" fmla="*/ 22 w 58"/>
                <a:gd name="T25" fmla="*/ 58 h 106"/>
                <a:gd name="T26" fmla="*/ 41 w 58"/>
                <a:gd name="T27" fmla="*/ 76 h 106"/>
                <a:gd name="T28" fmla="*/ 22 w 58"/>
                <a:gd name="T29" fmla="*/ 43 h 106"/>
                <a:gd name="T30" fmla="*/ 16 w 58"/>
                <a:gd name="T31" fmla="*/ 43 h 106"/>
                <a:gd name="T32" fmla="*/ 16 w 58"/>
                <a:gd name="T33" fmla="*/ 15 h 106"/>
                <a:gd name="T34" fmla="*/ 23 w 58"/>
                <a:gd name="T35" fmla="*/ 15 h 106"/>
                <a:gd name="T36" fmla="*/ 35 w 58"/>
                <a:gd name="T37" fmla="*/ 18 h 106"/>
                <a:gd name="T38" fmla="*/ 39 w 58"/>
                <a:gd name="T39" fmla="*/ 28 h 106"/>
                <a:gd name="T40" fmla="*/ 22 w 58"/>
                <a:gd name="T41" fmla="*/ 4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8" h="106">
                  <a:moveTo>
                    <a:pt x="24" y="0"/>
                  </a:moveTo>
                  <a:cubicBezTo>
                    <a:pt x="0" y="0"/>
                    <a:pt x="0" y="0"/>
                    <a:pt x="0" y="0"/>
                  </a:cubicBezTo>
                  <a:cubicBezTo>
                    <a:pt x="0" y="106"/>
                    <a:pt x="0" y="106"/>
                    <a:pt x="0" y="106"/>
                  </a:cubicBezTo>
                  <a:cubicBezTo>
                    <a:pt x="26" y="106"/>
                    <a:pt x="26" y="106"/>
                    <a:pt x="26" y="106"/>
                  </a:cubicBezTo>
                  <a:cubicBezTo>
                    <a:pt x="46" y="106"/>
                    <a:pt x="58" y="94"/>
                    <a:pt x="58" y="76"/>
                  </a:cubicBezTo>
                  <a:cubicBezTo>
                    <a:pt x="58" y="62"/>
                    <a:pt x="52" y="54"/>
                    <a:pt x="38" y="50"/>
                  </a:cubicBezTo>
                  <a:cubicBezTo>
                    <a:pt x="50" y="47"/>
                    <a:pt x="55" y="39"/>
                    <a:pt x="55" y="27"/>
                  </a:cubicBezTo>
                  <a:cubicBezTo>
                    <a:pt x="55" y="9"/>
                    <a:pt x="44" y="0"/>
                    <a:pt x="24" y="0"/>
                  </a:cubicBezTo>
                  <a:close/>
                  <a:moveTo>
                    <a:pt x="41" y="76"/>
                  </a:moveTo>
                  <a:cubicBezTo>
                    <a:pt x="41" y="85"/>
                    <a:pt x="35" y="91"/>
                    <a:pt x="25" y="91"/>
                  </a:cubicBezTo>
                  <a:cubicBezTo>
                    <a:pt x="16" y="91"/>
                    <a:pt x="16" y="91"/>
                    <a:pt x="16" y="91"/>
                  </a:cubicBezTo>
                  <a:cubicBezTo>
                    <a:pt x="16" y="58"/>
                    <a:pt x="16" y="58"/>
                    <a:pt x="16" y="58"/>
                  </a:cubicBezTo>
                  <a:cubicBezTo>
                    <a:pt x="22" y="58"/>
                    <a:pt x="22" y="58"/>
                    <a:pt x="22" y="58"/>
                  </a:cubicBezTo>
                  <a:cubicBezTo>
                    <a:pt x="34" y="58"/>
                    <a:pt x="41" y="65"/>
                    <a:pt x="41" y="76"/>
                  </a:cubicBezTo>
                  <a:close/>
                  <a:moveTo>
                    <a:pt x="22" y="43"/>
                  </a:moveTo>
                  <a:cubicBezTo>
                    <a:pt x="16" y="43"/>
                    <a:pt x="16" y="43"/>
                    <a:pt x="16" y="43"/>
                  </a:cubicBezTo>
                  <a:cubicBezTo>
                    <a:pt x="16" y="15"/>
                    <a:pt x="16" y="15"/>
                    <a:pt x="16" y="15"/>
                  </a:cubicBezTo>
                  <a:cubicBezTo>
                    <a:pt x="23" y="15"/>
                    <a:pt x="23" y="15"/>
                    <a:pt x="23" y="15"/>
                  </a:cubicBezTo>
                  <a:cubicBezTo>
                    <a:pt x="29" y="15"/>
                    <a:pt x="32" y="16"/>
                    <a:pt x="35" y="18"/>
                  </a:cubicBezTo>
                  <a:cubicBezTo>
                    <a:pt x="37" y="21"/>
                    <a:pt x="39" y="24"/>
                    <a:pt x="39" y="28"/>
                  </a:cubicBezTo>
                  <a:cubicBezTo>
                    <a:pt x="39" y="37"/>
                    <a:pt x="32" y="43"/>
                    <a:pt x="22"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 name="Freeform 91"/>
            <p:cNvSpPr>
              <a:spLocks/>
            </p:cNvSpPr>
            <p:nvPr/>
          </p:nvSpPr>
          <p:spPr bwMode="auto">
            <a:xfrm>
              <a:off x="6765925" y="1635125"/>
              <a:ext cx="77787" cy="166688"/>
            </a:xfrm>
            <a:custGeom>
              <a:avLst/>
              <a:gdLst>
                <a:gd name="T0" fmla="*/ 0 w 49"/>
                <a:gd name="T1" fmla="*/ 105 h 105"/>
                <a:gd name="T2" fmla="*/ 49 w 49"/>
                <a:gd name="T3" fmla="*/ 105 h 105"/>
                <a:gd name="T4" fmla="*/ 49 w 49"/>
                <a:gd name="T5" fmla="*/ 90 h 105"/>
                <a:gd name="T6" fmla="*/ 17 w 49"/>
                <a:gd name="T7" fmla="*/ 90 h 105"/>
                <a:gd name="T8" fmla="*/ 17 w 49"/>
                <a:gd name="T9" fmla="*/ 0 h 105"/>
                <a:gd name="T10" fmla="*/ 0 w 49"/>
                <a:gd name="T11" fmla="*/ 0 h 105"/>
                <a:gd name="T12" fmla="*/ 0 w 49"/>
                <a:gd name="T13" fmla="*/ 105 h 105"/>
              </a:gdLst>
              <a:ahLst/>
              <a:cxnLst>
                <a:cxn ang="0">
                  <a:pos x="T0" y="T1"/>
                </a:cxn>
                <a:cxn ang="0">
                  <a:pos x="T2" y="T3"/>
                </a:cxn>
                <a:cxn ang="0">
                  <a:pos x="T4" y="T5"/>
                </a:cxn>
                <a:cxn ang="0">
                  <a:pos x="T6" y="T7"/>
                </a:cxn>
                <a:cxn ang="0">
                  <a:pos x="T8" y="T9"/>
                </a:cxn>
                <a:cxn ang="0">
                  <a:pos x="T10" y="T11"/>
                </a:cxn>
                <a:cxn ang="0">
                  <a:pos x="T12" y="T13"/>
                </a:cxn>
              </a:cxnLst>
              <a:rect l="0" t="0" r="r" b="b"/>
              <a:pathLst>
                <a:path w="49" h="105">
                  <a:moveTo>
                    <a:pt x="0" y="105"/>
                  </a:moveTo>
                  <a:lnTo>
                    <a:pt x="49" y="105"/>
                  </a:lnTo>
                  <a:lnTo>
                    <a:pt x="49" y="90"/>
                  </a:lnTo>
                  <a:lnTo>
                    <a:pt x="17" y="90"/>
                  </a:lnTo>
                  <a:lnTo>
                    <a:pt x="17" y="0"/>
                  </a:lnTo>
                  <a:lnTo>
                    <a:pt x="0" y="0"/>
                  </a:lnTo>
                  <a:lnTo>
                    <a:pt x="0" y="1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 name="Freeform 92"/>
            <p:cNvSpPr>
              <a:spLocks/>
            </p:cNvSpPr>
            <p:nvPr/>
          </p:nvSpPr>
          <p:spPr bwMode="auto">
            <a:xfrm>
              <a:off x="6859588" y="1635125"/>
              <a:ext cx="76200" cy="166688"/>
            </a:xfrm>
            <a:custGeom>
              <a:avLst/>
              <a:gdLst>
                <a:gd name="T0" fmla="*/ 0 w 48"/>
                <a:gd name="T1" fmla="*/ 105 h 105"/>
                <a:gd name="T2" fmla="*/ 48 w 48"/>
                <a:gd name="T3" fmla="*/ 105 h 105"/>
                <a:gd name="T4" fmla="*/ 48 w 48"/>
                <a:gd name="T5" fmla="*/ 90 h 105"/>
                <a:gd name="T6" fmla="*/ 17 w 48"/>
                <a:gd name="T7" fmla="*/ 90 h 105"/>
                <a:gd name="T8" fmla="*/ 17 w 48"/>
                <a:gd name="T9" fmla="*/ 58 h 105"/>
                <a:gd name="T10" fmla="*/ 40 w 48"/>
                <a:gd name="T11" fmla="*/ 58 h 105"/>
                <a:gd name="T12" fmla="*/ 40 w 48"/>
                <a:gd name="T13" fmla="*/ 43 h 105"/>
                <a:gd name="T14" fmla="*/ 17 w 48"/>
                <a:gd name="T15" fmla="*/ 43 h 105"/>
                <a:gd name="T16" fmla="*/ 17 w 48"/>
                <a:gd name="T17" fmla="*/ 15 h 105"/>
                <a:gd name="T18" fmla="*/ 48 w 48"/>
                <a:gd name="T19" fmla="*/ 15 h 105"/>
                <a:gd name="T20" fmla="*/ 48 w 48"/>
                <a:gd name="T21" fmla="*/ 0 h 105"/>
                <a:gd name="T22" fmla="*/ 0 w 48"/>
                <a:gd name="T23" fmla="*/ 0 h 105"/>
                <a:gd name="T24" fmla="*/ 0 w 48"/>
                <a:gd name="T25"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 h="105">
                  <a:moveTo>
                    <a:pt x="0" y="105"/>
                  </a:moveTo>
                  <a:lnTo>
                    <a:pt x="48" y="105"/>
                  </a:lnTo>
                  <a:lnTo>
                    <a:pt x="48" y="90"/>
                  </a:lnTo>
                  <a:lnTo>
                    <a:pt x="17" y="90"/>
                  </a:lnTo>
                  <a:lnTo>
                    <a:pt x="17" y="58"/>
                  </a:lnTo>
                  <a:lnTo>
                    <a:pt x="40" y="58"/>
                  </a:lnTo>
                  <a:lnTo>
                    <a:pt x="40" y="43"/>
                  </a:lnTo>
                  <a:lnTo>
                    <a:pt x="17" y="43"/>
                  </a:lnTo>
                  <a:lnTo>
                    <a:pt x="17" y="15"/>
                  </a:lnTo>
                  <a:lnTo>
                    <a:pt x="48" y="15"/>
                  </a:lnTo>
                  <a:lnTo>
                    <a:pt x="48" y="0"/>
                  </a:lnTo>
                  <a:lnTo>
                    <a:pt x="0" y="0"/>
                  </a:lnTo>
                  <a:lnTo>
                    <a:pt x="0" y="1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 name="Freeform 93"/>
            <p:cNvSpPr>
              <a:spLocks/>
            </p:cNvSpPr>
            <p:nvPr/>
          </p:nvSpPr>
          <p:spPr bwMode="auto">
            <a:xfrm>
              <a:off x="6950075" y="1631950"/>
              <a:ext cx="96837" cy="171450"/>
            </a:xfrm>
            <a:custGeom>
              <a:avLst/>
              <a:gdLst>
                <a:gd name="T0" fmla="*/ 31 w 61"/>
                <a:gd name="T1" fmla="*/ 0 h 109"/>
                <a:gd name="T2" fmla="*/ 3 w 61"/>
                <a:gd name="T3" fmla="*/ 26 h 109"/>
                <a:gd name="T4" fmla="*/ 9 w 61"/>
                <a:gd name="T5" fmla="*/ 44 h 109"/>
                <a:gd name="T6" fmla="*/ 28 w 61"/>
                <a:gd name="T7" fmla="*/ 61 h 109"/>
                <a:gd name="T8" fmla="*/ 44 w 61"/>
                <a:gd name="T9" fmla="*/ 82 h 109"/>
                <a:gd name="T10" fmla="*/ 32 w 61"/>
                <a:gd name="T11" fmla="*/ 94 h 109"/>
                <a:gd name="T12" fmla="*/ 15 w 61"/>
                <a:gd name="T13" fmla="*/ 75 h 109"/>
                <a:gd name="T14" fmla="*/ 0 w 61"/>
                <a:gd name="T15" fmla="*/ 79 h 109"/>
                <a:gd name="T16" fmla="*/ 32 w 61"/>
                <a:gd name="T17" fmla="*/ 109 h 109"/>
                <a:gd name="T18" fmla="*/ 61 w 61"/>
                <a:gd name="T19" fmla="*/ 82 h 109"/>
                <a:gd name="T20" fmla="*/ 54 w 61"/>
                <a:gd name="T21" fmla="*/ 63 h 109"/>
                <a:gd name="T22" fmla="*/ 38 w 61"/>
                <a:gd name="T23" fmla="*/ 49 h 109"/>
                <a:gd name="T24" fmla="*/ 24 w 61"/>
                <a:gd name="T25" fmla="*/ 37 h 109"/>
                <a:gd name="T26" fmla="*/ 20 w 61"/>
                <a:gd name="T27" fmla="*/ 26 h 109"/>
                <a:gd name="T28" fmla="*/ 31 w 61"/>
                <a:gd name="T29" fmla="*/ 16 h 109"/>
                <a:gd name="T30" fmla="*/ 45 w 61"/>
                <a:gd name="T31" fmla="*/ 31 h 109"/>
                <a:gd name="T32" fmla="*/ 60 w 61"/>
                <a:gd name="T33" fmla="*/ 27 h 109"/>
                <a:gd name="T34" fmla="*/ 31 w 61"/>
                <a:gd name="T35"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109">
                  <a:moveTo>
                    <a:pt x="31" y="0"/>
                  </a:moveTo>
                  <a:cubicBezTo>
                    <a:pt x="14" y="0"/>
                    <a:pt x="3" y="11"/>
                    <a:pt x="3" y="26"/>
                  </a:cubicBezTo>
                  <a:cubicBezTo>
                    <a:pt x="3" y="33"/>
                    <a:pt x="5" y="39"/>
                    <a:pt x="9" y="44"/>
                  </a:cubicBezTo>
                  <a:cubicBezTo>
                    <a:pt x="13" y="49"/>
                    <a:pt x="13" y="50"/>
                    <a:pt x="28" y="61"/>
                  </a:cubicBezTo>
                  <a:cubicBezTo>
                    <a:pt x="41" y="71"/>
                    <a:pt x="44" y="75"/>
                    <a:pt x="44" y="82"/>
                  </a:cubicBezTo>
                  <a:cubicBezTo>
                    <a:pt x="44" y="89"/>
                    <a:pt x="39" y="94"/>
                    <a:pt x="32" y="94"/>
                  </a:cubicBezTo>
                  <a:cubicBezTo>
                    <a:pt x="23" y="94"/>
                    <a:pt x="18" y="88"/>
                    <a:pt x="15" y="75"/>
                  </a:cubicBezTo>
                  <a:cubicBezTo>
                    <a:pt x="0" y="79"/>
                    <a:pt x="0" y="79"/>
                    <a:pt x="0" y="79"/>
                  </a:cubicBezTo>
                  <a:cubicBezTo>
                    <a:pt x="3" y="100"/>
                    <a:pt x="14" y="109"/>
                    <a:pt x="32" y="109"/>
                  </a:cubicBezTo>
                  <a:cubicBezTo>
                    <a:pt x="49" y="109"/>
                    <a:pt x="61" y="98"/>
                    <a:pt x="61" y="82"/>
                  </a:cubicBezTo>
                  <a:cubicBezTo>
                    <a:pt x="61" y="75"/>
                    <a:pt x="58" y="68"/>
                    <a:pt x="54" y="63"/>
                  </a:cubicBezTo>
                  <a:cubicBezTo>
                    <a:pt x="51" y="59"/>
                    <a:pt x="47" y="56"/>
                    <a:pt x="38" y="49"/>
                  </a:cubicBezTo>
                  <a:cubicBezTo>
                    <a:pt x="27" y="40"/>
                    <a:pt x="27" y="40"/>
                    <a:pt x="24" y="37"/>
                  </a:cubicBezTo>
                  <a:cubicBezTo>
                    <a:pt x="22" y="34"/>
                    <a:pt x="20" y="30"/>
                    <a:pt x="20" y="26"/>
                  </a:cubicBezTo>
                  <a:cubicBezTo>
                    <a:pt x="20" y="20"/>
                    <a:pt x="25" y="16"/>
                    <a:pt x="31" y="16"/>
                  </a:cubicBezTo>
                  <a:cubicBezTo>
                    <a:pt x="37" y="16"/>
                    <a:pt x="42" y="21"/>
                    <a:pt x="45" y="31"/>
                  </a:cubicBezTo>
                  <a:cubicBezTo>
                    <a:pt x="60" y="27"/>
                    <a:pt x="60" y="27"/>
                    <a:pt x="60" y="27"/>
                  </a:cubicBezTo>
                  <a:cubicBezTo>
                    <a:pt x="56" y="9"/>
                    <a:pt x="46" y="0"/>
                    <a:pt x="3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 name="Freeform 94"/>
            <p:cNvSpPr>
              <a:spLocks/>
            </p:cNvSpPr>
            <p:nvPr/>
          </p:nvSpPr>
          <p:spPr bwMode="auto">
            <a:xfrm>
              <a:off x="7062788" y="1631950"/>
              <a:ext cx="96837" cy="171450"/>
            </a:xfrm>
            <a:custGeom>
              <a:avLst/>
              <a:gdLst>
                <a:gd name="T0" fmla="*/ 38 w 61"/>
                <a:gd name="T1" fmla="*/ 49 h 109"/>
                <a:gd name="T2" fmla="*/ 25 w 61"/>
                <a:gd name="T3" fmla="*/ 37 h 109"/>
                <a:gd name="T4" fmla="*/ 20 w 61"/>
                <a:gd name="T5" fmla="*/ 26 h 109"/>
                <a:gd name="T6" fmla="*/ 31 w 61"/>
                <a:gd name="T7" fmla="*/ 16 h 109"/>
                <a:gd name="T8" fmla="*/ 45 w 61"/>
                <a:gd name="T9" fmla="*/ 31 h 109"/>
                <a:gd name="T10" fmla="*/ 60 w 61"/>
                <a:gd name="T11" fmla="*/ 27 h 109"/>
                <a:gd name="T12" fmla="*/ 31 w 61"/>
                <a:gd name="T13" fmla="*/ 0 h 109"/>
                <a:gd name="T14" fmla="*/ 3 w 61"/>
                <a:gd name="T15" fmla="*/ 26 h 109"/>
                <a:gd name="T16" fmla="*/ 9 w 61"/>
                <a:gd name="T17" fmla="*/ 44 h 109"/>
                <a:gd name="T18" fmla="*/ 28 w 61"/>
                <a:gd name="T19" fmla="*/ 61 h 109"/>
                <a:gd name="T20" fmla="*/ 44 w 61"/>
                <a:gd name="T21" fmla="*/ 82 h 109"/>
                <a:gd name="T22" fmla="*/ 32 w 61"/>
                <a:gd name="T23" fmla="*/ 94 h 109"/>
                <a:gd name="T24" fmla="*/ 16 w 61"/>
                <a:gd name="T25" fmla="*/ 75 h 109"/>
                <a:gd name="T26" fmla="*/ 0 w 61"/>
                <a:gd name="T27" fmla="*/ 79 h 109"/>
                <a:gd name="T28" fmla="*/ 32 w 61"/>
                <a:gd name="T29" fmla="*/ 109 h 109"/>
                <a:gd name="T30" fmla="*/ 61 w 61"/>
                <a:gd name="T31" fmla="*/ 82 h 109"/>
                <a:gd name="T32" fmla="*/ 54 w 61"/>
                <a:gd name="T33" fmla="*/ 63 h 109"/>
                <a:gd name="T34" fmla="*/ 38 w 61"/>
                <a:gd name="T35" fmla="*/ 4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109">
                  <a:moveTo>
                    <a:pt x="38" y="49"/>
                  </a:moveTo>
                  <a:cubicBezTo>
                    <a:pt x="27" y="40"/>
                    <a:pt x="27" y="40"/>
                    <a:pt x="25" y="37"/>
                  </a:cubicBezTo>
                  <a:cubicBezTo>
                    <a:pt x="22" y="34"/>
                    <a:pt x="20" y="30"/>
                    <a:pt x="20" y="26"/>
                  </a:cubicBezTo>
                  <a:cubicBezTo>
                    <a:pt x="20" y="20"/>
                    <a:pt x="25" y="16"/>
                    <a:pt x="31" y="16"/>
                  </a:cubicBezTo>
                  <a:cubicBezTo>
                    <a:pt x="37" y="16"/>
                    <a:pt x="42" y="21"/>
                    <a:pt x="45" y="31"/>
                  </a:cubicBezTo>
                  <a:cubicBezTo>
                    <a:pt x="60" y="27"/>
                    <a:pt x="60" y="27"/>
                    <a:pt x="60" y="27"/>
                  </a:cubicBezTo>
                  <a:cubicBezTo>
                    <a:pt x="56" y="9"/>
                    <a:pt x="46" y="0"/>
                    <a:pt x="31" y="0"/>
                  </a:cubicBezTo>
                  <a:cubicBezTo>
                    <a:pt x="15" y="0"/>
                    <a:pt x="3" y="11"/>
                    <a:pt x="3" y="26"/>
                  </a:cubicBezTo>
                  <a:cubicBezTo>
                    <a:pt x="3" y="33"/>
                    <a:pt x="5" y="39"/>
                    <a:pt x="9" y="44"/>
                  </a:cubicBezTo>
                  <a:cubicBezTo>
                    <a:pt x="13" y="49"/>
                    <a:pt x="14" y="50"/>
                    <a:pt x="28" y="61"/>
                  </a:cubicBezTo>
                  <a:cubicBezTo>
                    <a:pt x="41" y="71"/>
                    <a:pt x="44" y="75"/>
                    <a:pt x="44" y="82"/>
                  </a:cubicBezTo>
                  <a:cubicBezTo>
                    <a:pt x="44" y="89"/>
                    <a:pt x="39" y="94"/>
                    <a:pt x="32" y="94"/>
                  </a:cubicBezTo>
                  <a:cubicBezTo>
                    <a:pt x="23" y="94"/>
                    <a:pt x="18" y="88"/>
                    <a:pt x="16" y="75"/>
                  </a:cubicBezTo>
                  <a:cubicBezTo>
                    <a:pt x="0" y="79"/>
                    <a:pt x="0" y="79"/>
                    <a:pt x="0" y="79"/>
                  </a:cubicBezTo>
                  <a:cubicBezTo>
                    <a:pt x="3" y="100"/>
                    <a:pt x="14" y="109"/>
                    <a:pt x="32" y="109"/>
                  </a:cubicBezTo>
                  <a:cubicBezTo>
                    <a:pt x="49" y="109"/>
                    <a:pt x="61" y="98"/>
                    <a:pt x="61" y="82"/>
                  </a:cubicBezTo>
                  <a:cubicBezTo>
                    <a:pt x="61" y="75"/>
                    <a:pt x="58" y="68"/>
                    <a:pt x="54" y="63"/>
                  </a:cubicBezTo>
                  <a:cubicBezTo>
                    <a:pt x="51" y="59"/>
                    <a:pt x="47" y="56"/>
                    <a:pt x="38"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82" name="组合 281"/>
          <p:cNvGrpSpPr/>
          <p:nvPr/>
        </p:nvGrpSpPr>
        <p:grpSpPr>
          <a:xfrm>
            <a:off x="6396038" y="4811713"/>
            <a:ext cx="1690687" cy="1614488"/>
            <a:chOff x="6396038" y="4811713"/>
            <a:chExt cx="1690687" cy="1614488"/>
          </a:xfrm>
          <a:solidFill>
            <a:schemeClr val="tx1">
              <a:lumMod val="65000"/>
              <a:lumOff val="35000"/>
            </a:schemeClr>
          </a:solidFill>
        </p:grpSpPr>
        <p:sp>
          <p:nvSpPr>
            <p:cNvPr id="283" name="Freeform 95"/>
            <p:cNvSpPr>
              <a:spLocks noEditPoints="1"/>
            </p:cNvSpPr>
            <p:nvPr/>
          </p:nvSpPr>
          <p:spPr bwMode="auto">
            <a:xfrm>
              <a:off x="7281863" y="5548313"/>
              <a:ext cx="558800" cy="198438"/>
            </a:xfrm>
            <a:custGeom>
              <a:avLst/>
              <a:gdLst>
                <a:gd name="T0" fmla="*/ 74 w 353"/>
                <a:gd name="T1" fmla="*/ 91 h 126"/>
                <a:gd name="T2" fmla="*/ 74 w 353"/>
                <a:gd name="T3" fmla="*/ 126 h 126"/>
                <a:gd name="T4" fmla="*/ 155 w 353"/>
                <a:gd name="T5" fmla="*/ 126 h 126"/>
                <a:gd name="T6" fmla="*/ 161 w 353"/>
                <a:gd name="T7" fmla="*/ 77 h 126"/>
                <a:gd name="T8" fmla="*/ 177 w 353"/>
                <a:gd name="T9" fmla="*/ 80 h 126"/>
                <a:gd name="T10" fmla="*/ 177 w 353"/>
                <a:gd name="T11" fmla="*/ 80 h 126"/>
                <a:gd name="T12" fmla="*/ 177 w 353"/>
                <a:gd name="T13" fmla="*/ 80 h 126"/>
                <a:gd name="T14" fmla="*/ 192 w 353"/>
                <a:gd name="T15" fmla="*/ 77 h 126"/>
                <a:gd name="T16" fmla="*/ 198 w 353"/>
                <a:gd name="T17" fmla="*/ 126 h 126"/>
                <a:gd name="T18" fmla="*/ 279 w 353"/>
                <a:gd name="T19" fmla="*/ 126 h 126"/>
                <a:gd name="T20" fmla="*/ 279 w 353"/>
                <a:gd name="T21" fmla="*/ 91 h 126"/>
                <a:gd name="T22" fmla="*/ 291 w 353"/>
                <a:gd name="T23" fmla="*/ 126 h 126"/>
                <a:gd name="T24" fmla="*/ 353 w 353"/>
                <a:gd name="T25" fmla="*/ 126 h 126"/>
                <a:gd name="T26" fmla="*/ 304 w 353"/>
                <a:gd name="T27" fmla="*/ 24 h 126"/>
                <a:gd name="T28" fmla="*/ 251 w 353"/>
                <a:gd name="T29" fmla="*/ 0 h 126"/>
                <a:gd name="T30" fmla="*/ 250 w 353"/>
                <a:gd name="T31" fmla="*/ 0 h 126"/>
                <a:gd name="T32" fmla="*/ 104 w 353"/>
                <a:gd name="T33" fmla="*/ 0 h 126"/>
                <a:gd name="T34" fmla="*/ 102 w 353"/>
                <a:gd name="T35" fmla="*/ 0 h 126"/>
                <a:gd name="T36" fmla="*/ 49 w 353"/>
                <a:gd name="T37" fmla="*/ 24 h 126"/>
                <a:gd name="T38" fmla="*/ 0 w 353"/>
                <a:gd name="T39" fmla="*/ 126 h 126"/>
                <a:gd name="T40" fmla="*/ 62 w 353"/>
                <a:gd name="T41" fmla="*/ 126 h 126"/>
                <a:gd name="T42" fmla="*/ 74 w 353"/>
                <a:gd name="T43" fmla="*/ 91 h 126"/>
                <a:gd name="T44" fmla="*/ 162 w 353"/>
                <a:gd name="T45" fmla="*/ 31 h 126"/>
                <a:gd name="T46" fmla="*/ 177 w 353"/>
                <a:gd name="T47" fmla="*/ 31 h 126"/>
                <a:gd name="T48" fmla="*/ 191 w 353"/>
                <a:gd name="T49" fmla="*/ 31 h 126"/>
                <a:gd name="T50" fmla="*/ 198 w 353"/>
                <a:gd name="T51" fmla="*/ 59 h 126"/>
                <a:gd name="T52" fmla="*/ 197 w 353"/>
                <a:gd name="T53" fmla="*/ 61 h 126"/>
                <a:gd name="T54" fmla="*/ 177 w 353"/>
                <a:gd name="T55" fmla="*/ 68 h 126"/>
                <a:gd name="T56" fmla="*/ 156 w 353"/>
                <a:gd name="T57" fmla="*/ 61 h 126"/>
                <a:gd name="T58" fmla="*/ 155 w 353"/>
                <a:gd name="T59" fmla="*/ 59 h 126"/>
                <a:gd name="T60" fmla="*/ 162 w 353"/>
                <a:gd name="T61" fmla="*/ 31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53" h="126">
                  <a:moveTo>
                    <a:pt x="74" y="91"/>
                  </a:moveTo>
                  <a:cubicBezTo>
                    <a:pt x="74" y="126"/>
                    <a:pt x="74" y="126"/>
                    <a:pt x="74" y="126"/>
                  </a:cubicBezTo>
                  <a:cubicBezTo>
                    <a:pt x="155" y="126"/>
                    <a:pt x="155" y="126"/>
                    <a:pt x="155" y="126"/>
                  </a:cubicBezTo>
                  <a:cubicBezTo>
                    <a:pt x="161" y="77"/>
                    <a:pt x="161" y="77"/>
                    <a:pt x="161" y="77"/>
                  </a:cubicBezTo>
                  <a:cubicBezTo>
                    <a:pt x="166" y="79"/>
                    <a:pt x="171" y="80"/>
                    <a:pt x="177" y="80"/>
                  </a:cubicBezTo>
                  <a:cubicBezTo>
                    <a:pt x="177" y="80"/>
                    <a:pt x="177" y="80"/>
                    <a:pt x="177" y="80"/>
                  </a:cubicBezTo>
                  <a:cubicBezTo>
                    <a:pt x="177" y="80"/>
                    <a:pt x="177" y="80"/>
                    <a:pt x="177" y="80"/>
                  </a:cubicBezTo>
                  <a:cubicBezTo>
                    <a:pt x="182" y="80"/>
                    <a:pt x="187" y="79"/>
                    <a:pt x="192" y="77"/>
                  </a:cubicBezTo>
                  <a:cubicBezTo>
                    <a:pt x="198" y="126"/>
                    <a:pt x="198" y="126"/>
                    <a:pt x="198" y="126"/>
                  </a:cubicBezTo>
                  <a:cubicBezTo>
                    <a:pt x="279" y="126"/>
                    <a:pt x="279" y="126"/>
                    <a:pt x="279" y="126"/>
                  </a:cubicBezTo>
                  <a:cubicBezTo>
                    <a:pt x="279" y="91"/>
                    <a:pt x="279" y="91"/>
                    <a:pt x="279" y="91"/>
                  </a:cubicBezTo>
                  <a:cubicBezTo>
                    <a:pt x="283" y="100"/>
                    <a:pt x="287" y="111"/>
                    <a:pt x="291" y="126"/>
                  </a:cubicBezTo>
                  <a:cubicBezTo>
                    <a:pt x="353" y="126"/>
                    <a:pt x="353" y="126"/>
                    <a:pt x="353" y="126"/>
                  </a:cubicBezTo>
                  <a:cubicBezTo>
                    <a:pt x="343" y="79"/>
                    <a:pt x="327" y="45"/>
                    <a:pt x="304" y="24"/>
                  </a:cubicBezTo>
                  <a:cubicBezTo>
                    <a:pt x="283" y="4"/>
                    <a:pt x="262" y="0"/>
                    <a:pt x="251" y="0"/>
                  </a:cubicBezTo>
                  <a:cubicBezTo>
                    <a:pt x="251" y="0"/>
                    <a:pt x="250" y="0"/>
                    <a:pt x="250" y="0"/>
                  </a:cubicBezTo>
                  <a:cubicBezTo>
                    <a:pt x="104" y="0"/>
                    <a:pt x="104" y="0"/>
                    <a:pt x="104" y="0"/>
                  </a:cubicBezTo>
                  <a:cubicBezTo>
                    <a:pt x="103" y="0"/>
                    <a:pt x="102" y="0"/>
                    <a:pt x="102" y="0"/>
                  </a:cubicBezTo>
                  <a:cubicBezTo>
                    <a:pt x="91" y="0"/>
                    <a:pt x="70" y="4"/>
                    <a:pt x="49" y="24"/>
                  </a:cubicBezTo>
                  <a:cubicBezTo>
                    <a:pt x="26" y="45"/>
                    <a:pt x="10" y="79"/>
                    <a:pt x="0" y="126"/>
                  </a:cubicBezTo>
                  <a:cubicBezTo>
                    <a:pt x="62" y="126"/>
                    <a:pt x="62" y="126"/>
                    <a:pt x="62" y="126"/>
                  </a:cubicBezTo>
                  <a:cubicBezTo>
                    <a:pt x="66" y="111"/>
                    <a:pt x="70" y="100"/>
                    <a:pt x="74" y="91"/>
                  </a:cubicBezTo>
                  <a:close/>
                  <a:moveTo>
                    <a:pt x="162" y="31"/>
                  </a:moveTo>
                  <a:cubicBezTo>
                    <a:pt x="177" y="31"/>
                    <a:pt x="177" y="31"/>
                    <a:pt x="177" y="31"/>
                  </a:cubicBezTo>
                  <a:cubicBezTo>
                    <a:pt x="191" y="31"/>
                    <a:pt x="191" y="31"/>
                    <a:pt x="191" y="31"/>
                  </a:cubicBezTo>
                  <a:cubicBezTo>
                    <a:pt x="198" y="59"/>
                    <a:pt x="198" y="59"/>
                    <a:pt x="198" y="59"/>
                  </a:cubicBezTo>
                  <a:cubicBezTo>
                    <a:pt x="197" y="61"/>
                    <a:pt x="197" y="61"/>
                    <a:pt x="197" y="61"/>
                  </a:cubicBezTo>
                  <a:cubicBezTo>
                    <a:pt x="191" y="66"/>
                    <a:pt x="184" y="68"/>
                    <a:pt x="177" y="68"/>
                  </a:cubicBezTo>
                  <a:cubicBezTo>
                    <a:pt x="169" y="68"/>
                    <a:pt x="162" y="66"/>
                    <a:pt x="156" y="61"/>
                  </a:cubicBezTo>
                  <a:cubicBezTo>
                    <a:pt x="155" y="59"/>
                    <a:pt x="155" y="59"/>
                    <a:pt x="155" y="59"/>
                  </a:cubicBezTo>
                  <a:lnTo>
                    <a:pt x="162"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 name="Oval 96"/>
            <p:cNvSpPr>
              <a:spLocks noChangeArrowheads="1"/>
            </p:cNvSpPr>
            <p:nvPr/>
          </p:nvSpPr>
          <p:spPr bwMode="auto">
            <a:xfrm>
              <a:off x="7424738" y="5243513"/>
              <a:ext cx="271462" cy="2698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 name="Rectangle 97"/>
            <p:cNvSpPr>
              <a:spLocks noChangeArrowheads="1"/>
            </p:cNvSpPr>
            <p:nvPr/>
          </p:nvSpPr>
          <p:spPr bwMode="auto">
            <a:xfrm>
              <a:off x="6396038" y="5764213"/>
              <a:ext cx="85725" cy="317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 name="Freeform 98"/>
            <p:cNvSpPr>
              <a:spLocks noEditPoints="1"/>
            </p:cNvSpPr>
            <p:nvPr/>
          </p:nvSpPr>
          <p:spPr bwMode="auto">
            <a:xfrm>
              <a:off x="6415088" y="4811713"/>
              <a:ext cx="1671637" cy="1614488"/>
            </a:xfrm>
            <a:custGeom>
              <a:avLst/>
              <a:gdLst>
                <a:gd name="T0" fmla="*/ 75 w 1056"/>
                <a:gd name="T1" fmla="*/ 20 h 1020"/>
                <a:gd name="T2" fmla="*/ 95 w 1056"/>
                <a:gd name="T3" fmla="*/ 140 h 1020"/>
                <a:gd name="T4" fmla="*/ 939 w 1056"/>
                <a:gd name="T5" fmla="*/ 20 h 1020"/>
                <a:gd name="T6" fmla="*/ 939 w 1056"/>
                <a:gd name="T7" fmla="*/ 602 h 1020"/>
                <a:gd name="T8" fmla="*/ 526 w 1056"/>
                <a:gd name="T9" fmla="*/ 591 h 1020"/>
                <a:gd name="T10" fmla="*/ 425 w 1056"/>
                <a:gd name="T11" fmla="*/ 332 h 1020"/>
                <a:gd name="T12" fmla="*/ 343 w 1056"/>
                <a:gd name="T13" fmla="*/ 437 h 1020"/>
                <a:gd name="T14" fmla="*/ 331 w 1056"/>
                <a:gd name="T15" fmla="*/ 372 h 1020"/>
                <a:gd name="T16" fmla="*/ 331 w 1056"/>
                <a:gd name="T17" fmla="*/ 372 h 1020"/>
                <a:gd name="T18" fmla="*/ 99 w 1056"/>
                <a:gd name="T19" fmla="*/ 274 h 1020"/>
                <a:gd name="T20" fmla="*/ 60 w 1056"/>
                <a:gd name="T21" fmla="*/ 287 h 1020"/>
                <a:gd name="T22" fmla="*/ 16 w 1056"/>
                <a:gd name="T23" fmla="*/ 505 h 1020"/>
                <a:gd name="T24" fmla="*/ 59 w 1056"/>
                <a:gd name="T25" fmla="*/ 525 h 1020"/>
                <a:gd name="T26" fmla="*/ 67 w 1056"/>
                <a:gd name="T27" fmla="*/ 401 h 1020"/>
                <a:gd name="T28" fmla="*/ 67 w 1056"/>
                <a:gd name="T29" fmla="*/ 579 h 1020"/>
                <a:gd name="T30" fmla="*/ 67 w 1056"/>
                <a:gd name="T31" fmla="*/ 971 h 1020"/>
                <a:gd name="T32" fmla="*/ 166 w 1056"/>
                <a:gd name="T33" fmla="*/ 971 h 1020"/>
                <a:gd name="T34" fmla="*/ 166 w 1056"/>
                <a:gd name="T35" fmla="*/ 610 h 1020"/>
                <a:gd name="T36" fmla="*/ 185 w 1056"/>
                <a:gd name="T37" fmla="*/ 619 h 1020"/>
                <a:gd name="T38" fmla="*/ 234 w 1056"/>
                <a:gd name="T39" fmla="*/ 1020 h 1020"/>
                <a:gd name="T40" fmla="*/ 284 w 1056"/>
                <a:gd name="T41" fmla="*/ 605 h 1020"/>
                <a:gd name="T42" fmla="*/ 284 w 1056"/>
                <a:gd name="T43" fmla="*/ 503 h 1020"/>
                <a:gd name="T44" fmla="*/ 293 w 1056"/>
                <a:gd name="T45" fmla="*/ 411 h 1020"/>
                <a:gd name="T46" fmla="*/ 293 w 1056"/>
                <a:gd name="T47" fmla="*/ 488 h 1020"/>
                <a:gd name="T48" fmla="*/ 358 w 1056"/>
                <a:gd name="T49" fmla="*/ 504 h 1020"/>
                <a:gd name="T50" fmla="*/ 405 w 1056"/>
                <a:gd name="T51" fmla="*/ 591 h 1020"/>
                <a:gd name="T52" fmla="*/ 380 w 1056"/>
                <a:gd name="T53" fmla="*/ 602 h 1020"/>
                <a:gd name="T54" fmla="*/ 300 w 1056"/>
                <a:gd name="T55" fmla="*/ 622 h 1020"/>
                <a:gd name="T56" fmla="*/ 485 w 1056"/>
                <a:gd name="T57" fmla="*/ 622 h 1020"/>
                <a:gd name="T58" fmla="*/ 514 w 1056"/>
                <a:gd name="T59" fmla="*/ 622 h 1020"/>
                <a:gd name="T60" fmla="*/ 1056 w 1056"/>
                <a:gd name="T61" fmla="*/ 622 h 1020"/>
                <a:gd name="T62" fmla="*/ 972 w 1056"/>
                <a:gd name="T63" fmla="*/ 602 h 1020"/>
                <a:gd name="T64" fmla="*/ 959 w 1056"/>
                <a:gd name="T65" fmla="*/ 591 h 1020"/>
                <a:gd name="T66" fmla="*/ 1056 w 1056"/>
                <a:gd name="T67" fmla="*/ 20 h 1020"/>
                <a:gd name="T68" fmla="*/ 2 w 1056"/>
                <a:gd name="T69" fmla="*/ 0 h 1020"/>
                <a:gd name="T70" fmla="*/ 386 w 1056"/>
                <a:gd name="T71" fmla="*/ 507 h 1020"/>
                <a:gd name="T72" fmla="*/ 420 w 1056"/>
                <a:gd name="T73" fmla="*/ 477 h 1020"/>
                <a:gd name="T74" fmla="*/ 432 w 1056"/>
                <a:gd name="T75" fmla="*/ 348 h 1020"/>
                <a:gd name="T76" fmla="*/ 503 w 1056"/>
                <a:gd name="T77" fmla="*/ 616 h 1020"/>
                <a:gd name="T78" fmla="*/ 370 w 1056"/>
                <a:gd name="T79" fmla="*/ 506 h 10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56" h="1020">
                  <a:moveTo>
                    <a:pt x="2" y="20"/>
                  </a:moveTo>
                  <a:cubicBezTo>
                    <a:pt x="75" y="20"/>
                    <a:pt x="75" y="20"/>
                    <a:pt x="75" y="20"/>
                  </a:cubicBezTo>
                  <a:cubicBezTo>
                    <a:pt x="75" y="140"/>
                    <a:pt x="75" y="140"/>
                    <a:pt x="75" y="140"/>
                  </a:cubicBezTo>
                  <a:cubicBezTo>
                    <a:pt x="95" y="140"/>
                    <a:pt x="95" y="140"/>
                    <a:pt x="95" y="140"/>
                  </a:cubicBezTo>
                  <a:cubicBezTo>
                    <a:pt x="95" y="20"/>
                    <a:pt x="95" y="20"/>
                    <a:pt x="95" y="20"/>
                  </a:cubicBezTo>
                  <a:cubicBezTo>
                    <a:pt x="939" y="20"/>
                    <a:pt x="939" y="20"/>
                    <a:pt x="939" y="20"/>
                  </a:cubicBezTo>
                  <a:cubicBezTo>
                    <a:pt x="939" y="591"/>
                    <a:pt x="939" y="591"/>
                    <a:pt x="939" y="591"/>
                  </a:cubicBezTo>
                  <a:cubicBezTo>
                    <a:pt x="939" y="602"/>
                    <a:pt x="939" y="602"/>
                    <a:pt x="939" y="602"/>
                  </a:cubicBezTo>
                  <a:cubicBezTo>
                    <a:pt x="522" y="602"/>
                    <a:pt x="522" y="602"/>
                    <a:pt x="522" y="602"/>
                  </a:cubicBezTo>
                  <a:cubicBezTo>
                    <a:pt x="526" y="591"/>
                    <a:pt x="526" y="591"/>
                    <a:pt x="526" y="591"/>
                  </a:cubicBezTo>
                  <a:cubicBezTo>
                    <a:pt x="600" y="400"/>
                    <a:pt x="600" y="400"/>
                    <a:pt x="600" y="400"/>
                  </a:cubicBezTo>
                  <a:cubicBezTo>
                    <a:pt x="425" y="332"/>
                    <a:pt x="425" y="332"/>
                    <a:pt x="425" y="332"/>
                  </a:cubicBezTo>
                  <a:cubicBezTo>
                    <a:pt x="382" y="442"/>
                    <a:pt x="382" y="442"/>
                    <a:pt x="382" y="442"/>
                  </a:cubicBezTo>
                  <a:cubicBezTo>
                    <a:pt x="370" y="441"/>
                    <a:pt x="355" y="440"/>
                    <a:pt x="343" y="437"/>
                  </a:cubicBezTo>
                  <a:cubicBezTo>
                    <a:pt x="341" y="424"/>
                    <a:pt x="339" y="411"/>
                    <a:pt x="336" y="399"/>
                  </a:cubicBezTo>
                  <a:cubicBezTo>
                    <a:pt x="335" y="390"/>
                    <a:pt x="333" y="381"/>
                    <a:pt x="331" y="372"/>
                  </a:cubicBezTo>
                  <a:cubicBezTo>
                    <a:pt x="331" y="372"/>
                    <a:pt x="331" y="372"/>
                    <a:pt x="331" y="372"/>
                  </a:cubicBezTo>
                  <a:cubicBezTo>
                    <a:pt x="331" y="372"/>
                    <a:pt x="331" y="372"/>
                    <a:pt x="331" y="372"/>
                  </a:cubicBezTo>
                  <a:cubicBezTo>
                    <a:pt x="308" y="283"/>
                    <a:pt x="270" y="273"/>
                    <a:pt x="251" y="274"/>
                  </a:cubicBezTo>
                  <a:cubicBezTo>
                    <a:pt x="99" y="274"/>
                    <a:pt x="99" y="274"/>
                    <a:pt x="99" y="274"/>
                  </a:cubicBezTo>
                  <a:cubicBezTo>
                    <a:pt x="91" y="274"/>
                    <a:pt x="77" y="275"/>
                    <a:pt x="63" y="285"/>
                  </a:cubicBezTo>
                  <a:cubicBezTo>
                    <a:pt x="62" y="286"/>
                    <a:pt x="61" y="287"/>
                    <a:pt x="60" y="287"/>
                  </a:cubicBezTo>
                  <a:cubicBezTo>
                    <a:pt x="26" y="313"/>
                    <a:pt x="6" y="372"/>
                    <a:pt x="1" y="466"/>
                  </a:cubicBezTo>
                  <a:cubicBezTo>
                    <a:pt x="0" y="481"/>
                    <a:pt x="5" y="495"/>
                    <a:pt x="16" y="505"/>
                  </a:cubicBezTo>
                  <a:cubicBezTo>
                    <a:pt x="26" y="515"/>
                    <a:pt x="41" y="521"/>
                    <a:pt x="58" y="524"/>
                  </a:cubicBezTo>
                  <a:cubicBezTo>
                    <a:pt x="58" y="524"/>
                    <a:pt x="58" y="525"/>
                    <a:pt x="59" y="525"/>
                  </a:cubicBezTo>
                  <a:cubicBezTo>
                    <a:pt x="59" y="401"/>
                    <a:pt x="59" y="401"/>
                    <a:pt x="59" y="401"/>
                  </a:cubicBezTo>
                  <a:cubicBezTo>
                    <a:pt x="67" y="401"/>
                    <a:pt x="67" y="401"/>
                    <a:pt x="67" y="401"/>
                  </a:cubicBezTo>
                  <a:cubicBezTo>
                    <a:pt x="67" y="503"/>
                    <a:pt x="67" y="503"/>
                    <a:pt x="67" y="503"/>
                  </a:cubicBezTo>
                  <a:cubicBezTo>
                    <a:pt x="67" y="579"/>
                    <a:pt x="67" y="579"/>
                    <a:pt x="67" y="579"/>
                  </a:cubicBezTo>
                  <a:cubicBezTo>
                    <a:pt x="67" y="605"/>
                    <a:pt x="67" y="605"/>
                    <a:pt x="67" y="605"/>
                  </a:cubicBezTo>
                  <a:cubicBezTo>
                    <a:pt x="67" y="971"/>
                    <a:pt x="67" y="971"/>
                    <a:pt x="67" y="971"/>
                  </a:cubicBezTo>
                  <a:cubicBezTo>
                    <a:pt x="67" y="998"/>
                    <a:pt x="90" y="1020"/>
                    <a:pt x="117" y="1020"/>
                  </a:cubicBezTo>
                  <a:cubicBezTo>
                    <a:pt x="144" y="1020"/>
                    <a:pt x="166" y="998"/>
                    <a:pt x="166" y="971"/>
                  </a:cubicBezTo>
                  <a:cubicBezTo>
                    <a:pt x="166" y="619"/>
                    <a:pt x="166" y="619"/>
                    <a:pt x="166" y="619"/>
                  </a:cubicBezTo>
                  <a:cubicBezTo>
                    <a:pt x="166" y="610"/>
                    <a:pt x="166" y="610"/>
                    <a:pt x="166" y="610"/>
                  </a:cubicBezTo>
                  <a:cubicBezTo>
                    <a:pt x="185" y="610"/>
                    <a:pt x="185" y="610"/>
                    <a:pt x="185" y="610"/>
                  </a:cubicBezTo>
                  <a:cubicBezTo>
                    <a:pt x="185" y="619"/>
                    <a:pt x="185" y="619"/>
                    <a:pt x="185" y="619"/>
                  </a:cubicBezTo>
                  <a:cubicBezTo>
                    <a:pt x="185" y="971"/>
                    <a:pt x="185" y="971"/>
                    <a:pt x="185" y="971"/>
                  </a:cubicBezTo>
                  <a:cubicBezTo>
                    <a:pt x="185" y="998"/>
                    <a:pt x="207" y="1020"/>
                    <a:pt x="234" y="1020"/>
                  </a:cubicBezTo>
                  <a:cubicBezTo>
                    <a:pt x="262" y="1020"/>
                    <a:pt x="284" y="998"/>
                    <a:pt x="284" y="971"/>
                  </a:cubicBezTo>
                  <a:cubicBezTo>
                    <a:pt x="284" y="605"/>
                    <a:pt x="284" y="605"/>
                    <a:pt x="284" y="605"/>
                  </a:cubicBezTo>
                  <a:cubicBezTo>
                    <a:pt x="284" y="579"/>
                    <a:pt x="284" y="579"/>
                    <a:pt x="284" y="579"/>
                  </a:cubicBezTo>
                  <a:cubicBezTo>
                    <a:pt x="284" y="503"/>
                    <a:pt x="284" y="503"/>
                    <a:pt x="284" y="503"/>
                  </a:cubicBezTo>
                  <a:cubicBezTo>
                    <a:pt x="284" y="408"/>
                    <a:pt x="284" y="408"/>
                    <a:pt x="284" y="408"/>
                  </a:cubicBezTo>
                  <a:cubicBezTo>
                    <a:pt x="286" y="409"/>
                    <a:pt x="289" y="411"/>
                    <a:pt x="293" y="411"/>
                  </a:cubicBezTo>
                  <a:cubicBezTo>
                    <a:pt x="293" y="487"/>
                    <a:pt x="293" y="487"/>
                    <a:pt x="293" y="487"/>
                  </a:cubicBezTo>
                  <a:cubicBezTo>
                    <a:pt x="293" y="488"/>
                    <a:pt x="293" y="488"/>
                    <a:pt x="293" y="488"/>
                  </a:cubicBezTo>
                  <a:cubicBezTo>
                    <a:pt x="300" y="491"/>
                    <a:pt x="300" y="491"/>
                    <a:pt x="300" y="491"/>
                  </a:cubicBezTo>
                  <a:cubicBezTo>
                    <a:pt x="316" y="498"/>
                    <a:pt x="339" y="502"/>
                    <a:pt x="358" y="504"/>
                  </a:cubicBezTo>
                  <a:cubicBezTo>
                    <a:pt x="335" y="563"/>
                    <a:pt x="335" y="563"/>
                    <a:pt x="335" y="563"/>
                  </a:cubicBezTo>
                  <a:cubicBezTo>
                    <a:pt x="405" y="591"/>
                    <a:pt x="405" y="591"/>
                    <a:pt x="405" y="591"/>
                  </a:cubicBezTo>
                  <a:cubicBezTo>
                    <a:pt x="434" y="602"/>
                    <a:pt x="434" y="602"/>
                    <a:pt x="434" y="602"/>
                  </a:cubicBezTo>
                  <a:cubicBezTo>
                    <a:pt x="380" y="602"/>
                    <a:pt x="380" y="602"/>
                    <a:pt x="380" y="602"/>
                  </a:cubicBezTo>
                  <a:cubicBezTo>
                    <a:pt x="300" y="602"/>
                    <a:pt x="300" y="602"/>
                    <a:pt x="300" y="602"/>
                  </a:cubicBezTo>
                  <a:cubicBezTo>
                    <a:pt x="300" y="622"/>
                    <a:pt x="300" y="622"/>
                    <a:pt x="300" y="622"/>
                  </a:cubicBezTo>
                  <a:cubicBezTo>
                    <a:pt x="380" y="622"/>
                    <a:pt x="380" y="622"/>
                    <a:pt x="380" y="622"/>
                  </a:cubicBezTo>
                  <a:cubicBezTo>
                    <a:pt x="485" y="622"/>
                    <a:pt x="485" y="622"/>
                    <a:pt x="485" y="622"/>
                  </a:cubicBezTo>
                  <a:cubicBezTo>
                    <a:pt x="510" y="631"/>
                    <a:pt x="510" y="631"/>
                    <a:pt x="510" y="631"/>
                  </a:cubicBezTo>
                  <a:cubicBezTo>
                    <a:pt x="514" y="622"/>
                    <a:pt x="514" y="622"/>
                    <a:pt x="514" y="622"/>
                  </a:cubicBezTo>
                  <a:cubicBezTo>
                    <a:pt x="972" y="622"/>
                    <a:pt x="972" y="622"/>
                    <a:pt x="972" y="622"/>
                  </a:cubicBezTo>
                  <a:cubicBezTo>
                    <a:pt x="1056" y="622"/>
                    <a:pt x="1056" y="622"/>
                    <a:pt x="1056" y="622"/>
                  </a:cubicBezTo>
                  <a:cubicBezTo>
                    <a:pt x="1056" y="602"/>
                    <a:pt x="1056" y="602"/>
                    <a:pt x="1056" y="602"/>
                  </a:cubicBezTo>
                  <a:cubicBezTo>
                    <a:pt x="972" y="602"/>
                    <a:pt x="972" y="602"/>
                    <a:pt x="972" y="602"/>
                  </a:cubicBezTo>
                  <a:cubicBezTo>
                    <a:pt x="959" y="602"/>
                    <a:pt x="959" y="602"/>
                    <a:pt x="959" y="602"/>
                  </a:cubicBezTo>
                  <a:cubicBezTo>
                    <a:pt x="959" y="591"/>
                    <a:pt x="959" y="591"/>
                    <a:pt x="959" y="591"/>
                  </a:cubicBezTo>
                  <a:cubicBezTo>
                    <a:pt x="959" y="20"/>
                    <a:pt x="959" y="20"/>
                    <a:pt x="959" y="20"/>
                  </a:cubicBezTo>
                  <a:cubicBezTo>
                    <a:pt x="1056" y="20"/>
                    <a:pt x="1056" y="20"/>
                    <a:pt x="1056" y="20"/>
                  </a:cubicBezTo>
                  <a:cubicBezTo>
                    <a:pt x="1056" y="0"/>
                    <a:pt x="1056" y="0"/>
                    <a:pt x="1056" y="0"/>
                  </a:cubicBezTo>
                  <a:cubicBezTo>
                    <a:pt x="2" y="0"/>
                    <a:pt x="2" y="0"/>
                    <a:pt x="2" y="0"/>
                  </a:cubicBezTo>
                  <a:lnTo>
                    <a:pt x="2" y="20"/>
                  </a:lnTo>
                  <a:close/>
                  <a:moveTo>
                    <a:pt x="386" y="507"/>
                  </a:moveTo>
                  <a:cubicBezTo>
                    <a:pt x="387" y="507"/>
                    <a:pt x="387" y="507"/>
                    <a:pt x="388" y="507"/>
                  </a:cubicBezTo>
                  <a:cubicBezTo>
                    <a:pt x="405" y="507"/>
                    <a:pt x="419" y="494"/>
                    <a:pt x="420" y="477"/>
                  </a:cubicBezTo>
                  <a:cubicBezTo>
                    <a:pt x="421" y="461"/>
                    <a:pt x="410" y="447"/>
                    <a:pt x="394" y="444"/>
                  </a:cubicBezTo>
                  <a:cubicBezTo>
                    <a:pt x="432" y="348"/>
                    <a:pt x="432" y="348"/>
                    <a:pt x="432" y="348"/>
                  </a:cubicBezTo>
                  <a:cubicBezTo>
                    <a:pt x="585" y="407"/>
                    <a:pt x="585" y="407"/>
                    <a:pt x="585" y="407"/>
                  </a:cubicBezTo>
                  <a:cubicBezTo>
                    <a:pt x="503" y="616"/>
                    <a:pt x="503" y="616"/>
                    <a:pt x="503" y="616"/>
                  </a:cubicBezTo>
                  <a:cubicBezTo>
                    <a:pt x="350" y="556"/>
                    <a:pt x="350" y="556"/>
                    <a:pt x="350" y="556"/>
                  </a:cubicBezTo>
                  <a:cubicBezTo>
                    <a:pt x="370" y="506"/>
                    <a:pt x="370" y="506"/>
                    <a:pt x="370" y="506"/>
                  </a:cubicBezTo>
                  <a:cubicBezTo>
                    <a:pt x="378" y="506"/>
                    <a:pt x="384" y="507"/>
                    <a:pt x="386" y="5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 name="Freeform 99"/>
            <p:cNvSpPr>
              <a:spLocks/>
            </p:cNvSpPr>
            <p:nvPr/>
          </p:nvSpPr>
          <p:spPr bwMode="auto">
            <a:xfrm>
              <a:off x="7085013" y="4997450"/>
              <a:ext cx="131762" cy="131763"/>
            </a:xfrm>
            <a:custGeom>
              <a:avLst/>
              <a:gdLst>
                <a:gd name="T0" fmla="*/ 78 w 83"/>
                <a:gd name="T1" fmla="*/ 83 h 83"/>
                <a:gd name="T2" fmla="*/ 83 w 83"/>
                <a:gd name="T3" fmla="*/ 78 h 83"/>
                <a:gd name="T4" fmla="*/ 5 w 83"/>
                <a:gd name="T5" fmla="*/ 0 h 83"/>
                <a:gd name="T6" fmla="*/ 0 w 83"/>
                <a:gd name="T7" fmla="*/ 4 h 83"/>
                <a:gd name="T8" fmla="*/ 78 w 83"/>
                <a:gd name="T9" fmla="*/ 83 h 83"/>
              </a:gdLst>
              <a:ahLst/>
              <a:cxnLst>
                <a:cxn ang="0">
                  <a:pos x="T0" y="T1"/>
                </a:cxn>
                <a:cxn ang="0">
                  <a:pos x="T2" y="T3"/>
                </a:cxn>
                <a:cxn ang="0">
                  <a:pos x="T4" y="T5"/>
                </a:cxn>
                <a:cxn ang="0">
                  <a:pos x="T6" y="T7"/>
                </a:cxn>
                <a:cxn ang="0">
                  <a:pos x="T8" y="T9"/>
                </a:cxn>
              </a:cxnLst>
              <a:rect l="0" t="0" r="r" b="b"/>
              <a:pathLst>
                <a:path w="83" h="83">
                  <a:moveTo>
                    <a:pt x="78" y="83"/>
                  </a:moveTo>
                  <a:lnTo>
                    <a:pt x="83" y="78"/>
                  </a:lnTo>
                  <a:lnTo>
                    <a:pt x="5" y="0"/>
                  </a:lnTo>
                  <a:lnTo>
                    <a:pt x="0" y="4"/>
                  </a:lnTo>
                  <a:lnTo>
                    <a:pt x="78"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 name="Freeform 100"/>
            <p:cNvSpPr>
              <a:spLocks/>
            </p:cNvSpPr>
            <p:nvPr/>
          </p:nvSpPr>
          <p:spPr bwMode="auto">
            <a:xfrm>
              <a:off x="7118350" y="4962525"/>
              <a:ext cx="131762" cy="131763"/>
            </a:xfrm>
            <a:custGeom>
              <a:avLst/>
              <a:gdLst>
                <a:gd name="T0" fmla="*/ 5 w 83"/>
                <a:gd name="T1" fmla="*/ 0 h 83"/>
                <a:gd name="T2" fmla="*/ 0 w 83"/>
                <a:gd name="T3" fmla="*/ 5 h 83"/>
                <a:gd name="T4" fmla="*/ 79 w 83"/>
                <a:gd name="T5" fmla="*/ 83 h 83"/>
                <a:gd name="T6" fmla="*/ 83 w 83"/>
                <a:gd name="T7" fmla="*/ 78 h 83"/>
                <a:gd name="T8" fmla="*/ 5 w 83"/>
                <a:gd name="T9" fmla="*/ 0 h 83"/>
              </a:gdLst>
              <a:ahLst/>
              <a:cxnLst>
                <a:cxn ang="0">
                  <a:pos x="T0" y="T1"/>
                </a:cxn>
                <a:cxn ang="0">
                  <a:pos x="T2" y="T3"/>
                </a:cxn>
                <a:cxn ang="0">
                  <a:pos x="T4" y="T5"/>
                </a:cxn>
                <a:cxn ang="0">
                  <a:pos x="T6" y="T7"/>
                </a:cxn>
                <a:cxn ang="0">
                  <a:pos x="T8" y="T9"/>
                </a:cxn>
              </a:cxnLst>
              <a:rect l="0" t="0" r="r" b="b"/>
              <a:pathLst>
                <a:path w="83" h="83">
                  <a:moveTo>
                    <a:pt x="5" y="0"/>
                  </a:moveTo>
                  <a:lnTo>
                    <a:pt x="0" y="5"/>
                  </a:lnTo>
                  <a:lnTo>
                    <a:pt x="79" y="83"/>
                  </a:lnTo>
                  <a:lnTo>
                    <a:pt x="83" y="78"/>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 name="Freeform 101"/>
            <p:cNvSpPr>
              <a:spLocks/>
            </p:cNvSpPr>
            <p:nvPr/>
          </p:nvSpPr>
          <p:spPr bwMode="auto">
            <a:xfrm>
              <a:off x="7035800" y="4914900"/>
              <a:ext cx="265112" cy="263525"/>
            </a:xfrm>
            <a:custGeom>
              <a:avLst/>
              <a:gdLst>
                <a:gd name="T0" fmla="*/ 0 w 167"/>
                <a:gd name="T1" fmla="*/ 4 h 166"/>
                <a:gd name="T2" fmla="*/ 162 w 167"/>
                <a:gd name="T3" fmla="*/ 166 h 166"/>
                <a:gd name="T4" fmla="*/ 167 w 167"/>
                <a:gd name="T5" fmla="*/ 161 h 166"/>
                <a:gd name="T6" fmla="*/ 4 w 167"/>
                <a:gd name="T7" fmla="*/ 0 h 166"/>
                <a:gd name="T8" fmla="*/ 0 w 167"/>
                <a:gd name="T9" fmla="*/ 4 h 166"/>
              </a:gdLst>
              <a:ahLst/>
              <a:cxnLst>
                <a:cxn ang="0">
                  <a:pos x="T0" y="T1"/>
                </a:cxn>
                <a:cxn ang="0">
                  <a:pos x="T2" y="T3"/>
                </a:cxn>
                <a:cxn ang="0">
                  <a:pos x="T4" y="T5"/>
                </a:cxn>
                <a:cxn ang="0">
                  <a:pos x="T6" y="T7"/>
                </a:cxn>
                <a:cxn ang="0">
                  <a:pos x="T8" y="T9"/>
                </a:cxn>
              </a:cxnLst>
              <a:rect l="0" t="0" r="r" b="b"/>
              <a:pathLst>
                <a:path w="167" h="166">
                  <a:moveTo>
                    <a:pt x="0" y="4"/>
                  </a:moveTo>
                  <a:lnTo>
                    <a:pt x="162" y="166"/>
                  </a:lnTo>
                  <a:lnTo>
                    <a:pt x="167" y="161"/>
                  </a:lnTo>
                  <a:lnTo>
                    <a:pt x="4" y="0"/>
                  </a:lnTo>
                  <a:lnTo>
                    <a:pt x="0"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 name="Freeform 102"/>
            <p:cNvSpPr>
              <a:spLocks/>
            </p:cNvSpPr>
            <p:nvPr/>
          </p:nvSpPr>
          <p:spPr bwMode="auto">
            <a:xfrm>
              <a:off x="7575550" y="5060950"/>
              <a:ext cx="131762" cy="131763"/>
            </a:xfrm>
            <a:custGeom>
              <a:avLst/>
              <a:gdLst>
                <a:gd name="T0" fmla="*/ 78 w 83"/>
                <a:gd name="T1" fmla="*/ 83 h 83"/>
                <a:gd name="T2" fmla="*/ 83 w 83"/>
                <a:gd name="T3" fmla="*/ 78 h 83"/>
                <a:gd name="T4" fmla="*/ 5 w 83"/>
                <a:gd name="T5" fmla="*/ 0 h 83"/>
                <a:gd name="T6" fmla="*/ 0 w 83"/>
                <a:gd name="T7" fmla="*/ 4 h 83"/>
                <a:gd name="T8" fmla="*/ 78 w 83"/>
                <a:gd name="T9" fmla="*/ 83 h 83"/>
              </a:gdLst>
              <a:ahLst/>
              <a:cxnLst>
                <a:cxn ang="0">
                  <a:pos x="T0" y="T1"/>
                </a:cxn>
                <a:cxn ang="0">
                  <a:pos x="T2" y="T3"/>
                </a:cxn>
                <a:cxn ang="0">
                  <a:pos x="T4" y="T5"/>
                </a:cxn>
                <a:cxn ang="0">
                  <a:pos x="T6" y="T7"/>
                </a:cxn>
                <a:cxn ang="0">
                  <a:pos x="T8" y="T9"/>
                </a:cxn>
              </a:cxnLst>
              <a:rect l="0" t="0" r="r" b="b"/>
              <a:pathLst>
                <a:path w="83" h="83">
                  <a:moveTo>
                    <a:pt x="78" y="83"/>
                  </a:moveTo>
                  <a:lnTo>
                    <a:pt x="83" y="78"/>
                  </a:lnTo>
                  <a:lnTo>
                    <a:pt x="5" y="0"/>
                  </a:lnTo>
                  <a:lnTo>
                    <a:pt x="0" y="4"/>
                  </a:lnTo>
                  <a:lnTo>
                    <a:pt x="78"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 name="Freeform 103"/>
            <p:cNvSpPr>
              <a:spLocks/>
            </p:cNvSpPr>
            <p:nvPr/>
          </p:nvSpPr>
          <p:spPr bwMode="auto">
            <a:xfrm>
              <a:off x="7608888" y="5026025"/>
              <a:ext cx="131762" cy="131763"/>
            </a:xfrm>
            <a:custGeom>
              <a:avLst/>
              <a:gdLst>
                <a:gd name="T0" fmla="*/ 5 w 83"/>
                <a:gd name="T1" fmla="*/ 0 h 83"/>
                <a:gd name="T2" fmla="*/ 0 w 83"/>
                <a:gd name="T3" fmla="*/ 5 h 83"/>
                <a:gd name="T4" fmla="*/ 79 w 83"/>
                <a:gd name="T5" fmla="*/ 83 h 83"/>
                <a:gd name="T6" fmla="*/ 83 w 83"/>
                <a:gd name="T7" fmla="*/ 78 h 83"/>
                <a:gd name="T8" fmla="*/ 5 w 83"/>
                <a:gd name="T9" fmla="*/ 0 h 83"/>
              </a:gdLst>
              <a:ahLst/>
              <a:cxnLst>
                <a:cxn ang="0">
                  <a:pos x="T0" y="T1"/>
                </a:cxn>
                <a:cxn ang="0">
                  <a:pos x="T2" y="T3"/>
                </a:cxn>
                <a:cxn ang="0">
                  <a:pos x="T4" y="T5"/>
                </a:cxn>
                <a:cxn ang="0">
                  <a:pos x="T6" y="T7"/>
                </a:cxn>
                <a:cxn ang="0">
                  <a:pos x="T8" y="T9"/>
                </a:cxn>
              </a:cxnLst>
              <a:rect l="0" t="0" r="r" b="b"/>
              <a:pathLst>
                <a:path w="83" h="83">
                  <a:moveTo>
                    <a:pt x="5" y="0"/>
                  </a:moveTo>
                  <a:lnTo>
                    <a:pt x="0" y="5"/>
                  </a:lnTo>
                  <a:lnTo>
                    <a:pt x="79" y="83"/>
                  </a:lnTo>
                  <a:lnTo>
                    <a:pt x="83" y="78"/>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 name="Freeform 104"/>
            <p:cNvSpPr>
              <a:spLocks/>
            </p:cNvSpPr>
            <p:nvPr/>
          </p:nvSpPr>
          <p:spPr bwMode="auto">
            <a:xfrm>
              <a:off x="7526338" y="4976813"/>
              <a:ext cx="265112" cy="265113"/>
            </a:xfrm>
            <a:custGeom>
              <a:avLst/>
              <a:gdLst>
                <a:gd name="T0" fmla="*/ 0 w 167"/>
                <a:gd name="T1" fmla="*/ 5 h 167"/>
                <a:gd name="T2" fmla="*/ 162 w 167"/>
                <a:gd name="T3" fmla="*/ 167 h 167"/>
                <a:gd name="T4" fmla="*/ 167 w 167"/>
                <a:gd name="T5" fmla="*/ 162 h 167"/>
                <a:gd name="T6" fmla="*/ 4 w 167"/>
                <a:gd name="T7" fmla="*/ 0 h 167"/>
                <a:gd name="T8" fmla="*/ 0 w 167"/>
                <a:gd name="T9" fmla="*/ 5 h 167"/>
              </a:gdLst>
              <a:ahLst/>
              <a:cxnLst>
                <a:cxn ang="0">
                  <a:pos x="T0" y="T1"/>
                </a:cxn>
                <a:cxn ang="0">
                  <a:pos x="T2" y="T3"/>
                </a:cxn>
                <a:cxn ang="0">
                  <a:pos x="T4" y="T5"/>
                </a:cxn>
                <a:cxn ang="0">
                  <a:pos x="T6" y="T7"/>
                </a:cxn>
                <a:cxn ang="0">
                  <a:pos x="T8" y="T9"/>
                </a:cxn>
              </a:cxnLst>
              <a:rect l="0" t="0" r="r" b="b"/>
              <a:pathLst>
                <a:path w="167" h="167">
                  <a:moveTo>
                    <a:pt x="0" y="5"/>
                  </a:moveTo>
                  <a:lnTo>
                    <a:pt x="162" y="167"/>
                  </a:lnTo>
                  <a:lnTo>
                    <a:pt x="167" y="162"/>
                  </a:lnTo>
                  <a:lnTo>
                    <a:pt x="4"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 name="Freeform 105"/>
            <p:cNvSpPr>
              <a:spLocks/>
            </p:cNvSpPr>
            <p:nvPr/>
          </p:nvSpPr>
          <p:spPr bwMode="auto">
            <a:xfrm>
              <a:off x="6583363" y="5027613"/>
              <a:ext cx="284162" cy="209550"/>
            </a:xfrm>
            <a:custGeom>
              <a:avLst/>
              <a:gdLst>
                <a:gd name="T0" fmla="*/ 148 w 180"/>
                <a:gd name="T1" fmla="*/ 127 h 132"/>
                <a:gd name="T2" fmla="*/ 169 w 180"/>
                <a:gd name="T3" fmla="*/ 132 h 132"/>
                <a:gd name="T4" fmla="*/ 180 w 180"/>
                <a:gd name="T5" fmla="*/ 90 h 132"/>
                <a:gd name="T6" fmla="*/ 90 w 180"/>
                <a:gd name="T7" fmla="*/ 0 h 132"/>
                <a:gd name="T8" fmla="*/ 0 w 180"/>
                <a:gd name="T9" fmla="*/ 90 h 132"/>
                <a:gd name="T10" fmla="*/ 8 w 180"/>
                <a:gd name="T11" fmla="*/ 128 h 132"/>
                <a:gd name="T12" fmla="*/ 145 w 180"/>
                <a:gd name="T13" fmla="*/ 128 h 132"/>
                <a:gd name="T14" fmla="*/ 148 w 180"/>
                <a:gd name="T15" fmla="*/ 127 h 1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0" h="132">
                  <a:moveTo>
                    <a:pt x="148" y="127"/>
                  </a:moveTo>
                  <a:cubicBezTo>
                    <a:pt x="154" y="127"/>
                    <a:pt x="161" y="128"/>
                    <a:pt x="169" y="132"/>
                  </a:cubicBezTo>
                  <a:cubicBezTo>
                    <a:pt x="176" y="119"/>
                    <a:pt x="180" y="105"/>
                    <a:pt x="180" y="90"/>
                  </a:cubicBezTo>
                  <a:cubicBezTo>
                    <a:pt x="180" y="40"/>
                    <a:pt x="139" y="0"/>
                    <a:pt x="90" y="0"/>
                  </a:cubicBezTo>
                  <a:cubicBezTo>
                    <a:pt x="40" y="0"/>
                    <a:pt x="0" y="40"/>
                    <a:pt x="0" y="90"/>
                  </a:cubicBezTo>
                  <a:cubicBezTo>
                    <a:pt x="0" y="103"/>
                    <a:pt x="3" y="116"/>
                    <a:pt x="8" y="128"/>
                  </a:cubicBezTo>
                  <a:cubicBezTo>
                    <a:pt x="145" y="128"/>
                    <a:pt x="145" y="128"/>
                    <a:pt x="145" y="128"/>
                  </a:cubicBezTo>
                  <a:cubicBezTo>
                    <a:pt x="146" y="127"/>
                    <a:pt x="147" y="127"/>
                    <a:pt x="148" y="1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 name="Freeform 106"/>
            <p:cNvSpPr>
              <a:spLocks/>
            </p:cNvSpPr>
            <p:nvPr/>
          </p:nvSpPr>
          <p:spPr bwMode="auto">
            <a:xfrm>
              <a:off x="7073900" y="5657850"/>
              <a:ext cx="61912" cy="55563"/>
            </a:xfrm>
            <a:custGeom>
              <a:avLst/>
              <a:gdLst>
                <a:gd name="T0" fmla="*/ 14 w 39"/>
                <a:gd name="T1" fmla="*/ 31 h 35"/>
                <a:gd name="T2" fmla="*/ 36 w 39"/>
                <a:gd name="T3" fmla="*/ 22 h 35"/>
                <a:gd name="T4" fmla="*/ 39 w 39"/>
                <a:gd name="T5" fmla="*/ 12 h 35"/>
                <a:gd name="T6" fmla="*/ 31 w 39"/>
                <a:gd name="T7" fmla="*/ 9 h 35"/>
                <a:gd name="T8" fmla="*/ 28 w 39"/>
                <a:gd name="T9" fmla="*/ 13 h 35"/>
                <a:gd name="T10" fmla="*/ 32 w 39"/>
                <a:gd name="T11" fmla="*/ 15 h 35"/>
                <a:gd name="T12" fmla="*/ 33 w 39"/>
                <a:gd name="T13" fmla="*/ 16 h 35"/>
                <a:gd name="T14" fmla="*/ 32 w 39"/>
                <a:gd name="T15" fmla="*/ 20 h 35"/>
                <a:gd name="T16" fmla="*/ 16 w 39"/>
                <a:gd name="T17" fmla="*/ 24 h 35"/>
                <a:gd name="T18" fmla="*/ 8 w 39"/>
                <a:gd name="T19" fmla="*/ 10 h 35"/>
                <a:gd name="T20" fmla="*/ 10 w 39"/>
                <a:gd name="T21" fmla="*/ 7 h 35"/>
                <a:gd name="T22" fmla="*/ 12 w 39"/>
                <a:gd name="T23" fmla="*/ 7 h 35"/>
                <a:gd name="T24" fmla="*/ 15 w 39"/>
                <a:gd name="T25" fmla="*/ 8 h 35"/>
                <a:gd name="T26" fmla="*/ 17 w 39"/>
                <a:gd name="T27" fmla="*/ 3 h 35"/>
                <a:gd name="T28" fmla="*/ 9 w 39"/>
                <a:gd name="T29" fmla="*/ 0 h 35"/>
                <a:gd name="T30" fmla="*/ 3 w 39"/>
                <a:gd name="T31" fmla="*/ 8 h 35"/>
                <a:gd name="T32" fmla="*/ 14 w 39"/>
                <a:gd name="T33" fmla="*/ 3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9" h="35">
                  <a:moveTo>
                    <a:pt x="14" y="31"/>
                  </a:moveTo>
                  <a:cubicBezTo>
                    <a:pt x="25" y="35"/>
                    <a:pt x="32" y="32"/>
                    <a:pt x="36" y="22"/>
                  </a:cubicBezTo>
                  <a:cubicBezTo>
                    <a:pt x="38" y="19"/>
                    <a:pt x="39" y="15"/>
                    <a:pt x="39" y="12"/>
                  </a:cubicBezTo>
                  <a:cubicBezTo>
                    <a:pt x="31" y="9"/>
                    <a:pt x="31" y="9"/>
                    <a:pt x="31" y="9"/>
                  </a:cubicBezTo>
                  <a:cubicBezTo>
                    <a:pt x="28" y="13"/>
                    <a:pt x="28" y="13"/>
                    <a:pt x="28" y="13"/>
                  </a:cubicBezTo>
                  <a:cubicBezTo>
                    <a:pt x="32" y="15"/>
                    <a:pt x="32" y="15"/>
                    <a:pt x="32" y="15"/>
                  </a:cubicBezTo>
                  <a:cubicBezTo>
                    <a:pt x="33" y="15"/>
                    <a:pt x="33" y="15"/>
                    <a:pt x="33" y="16"/>
                  </a:cubicBezTo>
                  <a:cubicBezTo>
                    <a:pt x="33" y="17"/>
                    <a:pt x="32" y="19"/>
                    <a:pt x="32" y="20"/>
                  </a:cubicBezTo>
                  <a:cubicBezTo>
                    <a:pt x="29" y="27"/>
                    <a:pt x="23" y="27"/>
                    <a:pt x="16" y="24"/>
                  </a:cubicBezTo>
                  <a:cubicBezTo>
                    <a:pt x="8" y="21"/>
                    <a:pt x="6" y="16"/>
                    <a:pt x="8" y="10"/>
                  </a:cubicBezTo>
                  <a:cubicBezTo>
                    <a:pt x="9" y="9"/>
                    <a:pt x="10" y="8"/>
                    <a:pt x="10" y="7"/>
                  </a:cubicBezTo>
                  <a:cubicBezTo>
                    <a:pt x="11" y="6"/>
                    <a:pt x="11" y="6"/>
                    <a:pt x="12" y="7"/>
                  </a:cubicBezTo>
                  <a:cubicBezTo>
                    <a:pt x="15" y="8"/>
                    <a:pt x="15" y="8"/>
                    <a:pt x="15" y="8"/>
                  </a:cubicBezTo>
                  <a:cubicBezTo>
                    <a:pt x="17" y="3"/>
                    <a:pt x="17" y="3"/>
                    <a:pt x="17" y="3"/>
                  </a:cubicBezTo>
                  <a:cubicBezTo>
                    <a:pt x="9" y="0"/>
                    <a:pt x="9" y="0"/>
                    <a:pt x="9" y="0"/>
                  </a:cubicBezTo>
                  <a:cubicBezTo>
                    <a:pt x="7" y="2"/>
                    <a:pt x="5" y="5"/>
                    <a:pt x="3" y="8"/>
                  </a:cubicBezTo>
                  <a:cubicBezTo>
                    <a:pt x="0" y="16"/>
                    <a:pt x="1" y="25"/>
                    <a:pt x="14"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 name="Freeform 107"/>
            <p:cNvSpPr>
              <a:spLocks/>
            </p:cNvSpPr>
            <p:nvPr/>
          </p:nvSpPr>
          <p:spPr bwMode="auto">
            <a:xfrm>
              <a:off x="7089775" y="5630863"/>
              <a:ext cx="65087" cy="39688"/>
            </a:xfrm>
            <a:custGeom>
              <a:avLst/>
              <a:gdLst>
                <a:gd name="T0" fmla="*/ 5 w 41"/>
                <a:gd name="T1" fmla="*/ 11 h 25"/>
                <a:gd name="T2" fmla="*/ 28 w 41"/>
                <a:gd name="T3" fmla="*/ 20 h 25"/>
                <a:gd name="T4" fmla="*/ 29 w 41"/>
                <a:gd name="T5" fmla="*/ 22 h 25"/>
                <a:gd name="T6" fmla="*/ 28 w 41"/>
                <a:gd name="T7" fmla="*/ 24 h 25"/>
                <a:gd name="T8" fmla="*/ 32 w 41"/>
                <a:gd name="T9" fmla="*/ 25 h 25"/>
                <a:gd name="T10" fmla="*/ 41 w 41"/>
                <a:gd name="T11" fmla="*/ 3 h 25"/>
                <a:gd name="T12" fmla="*/ 33 w 41"/>
                <a:gd name="T13" fmla="*/ 0 h 25"/>
                <a:gd name="T14" fmla="*/ 31 w 41"/>
                <a:gd name="T15" fmla="*/ 4 h 25"/>
                <a:gd name="T16" fmla="*/ 34 w 41"/>
                <a:gd name="T17" fmla="*/ 5 h 25"/>
                <a:gd name="T18" fmla="*/ 34 w 41"/>
                <a:gd name="T19" fmla="*/ 7 h 25"/>
                <a:gd name="T20" fmla="*/ 31 w 41"/>
                <a:gd name="T21" fmla="*/ 15 h 25"/>
                <a:gd name="T22" fmla="*/ 9 w 41"/>
                <a:gd name="T23" fmla="*/ 6 h 25"/>
                <a:gd name="T24" fmla="*/ 8 w 41"/>
                <a:gd name="T25" fmla="*/ 4 h 25"/>
                <a:gd name="T26" fmla="*/ 8 w 41"/>
                <a:gd name="T27" fmla="*/ 2 h 25"/>
                <a:gd name="T28" fmla="*/ 5 w 41"/>
                <a:gd name="T29" fmla="*/ 1 h 25"/>
                <a:gd name="T30" fmla="*/ 0 w 41"/>
                <a:gd name="T31" fmla="*/ 12 h 25"/>
                <a:gd name="T32" fmla="*/ 4 w 41"/>
                <a:gd name="T33" fmla="*/ 13 h 25"/>
                <a:gd name="T34" fmla="*/ 5 w 41"/>
                <a:gd name="T35"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1" h="25">
                  <a:moveTo>
                    <a:pt x="5" y="11"/>
                  </a:moveTo>
                  <a:cubicBezTo>
                    <a:pt x="28" y="20"/>
                    <a:pt x="28" y="20"/>
                    <a:pt x="28" y="20"/>
                  </a:cubicBezTo>
                  <a:cubicBezTo>
                    <a:pt x="29" y="21"/>
                    <a:pt x="29" y="21"/>
                    <a:pt x="29" y="22"/>
                  </a:cubicBezTo>
                  <a:cubicBezTo>
                    <a:pt x="28" y="24"/>
                    <a:pt x="28" y="24"/>
                    <a:pt x="28" y="24"/>
                  </a:cubicBezTo>
                  <a:cubicBezTo>
                    <a:pt x="32" y="25"/>
                    <a:pt x="32" y="25"/>
                    <a:pt x="32" y="25"/>
                  </a:cubicBezTo>
                  <a:cubicBezTo>
                    <a:pt x="41" y="3"/>
                    <a:pt x="41" y="3"/>
                    <a:pt x="41" y="3"/>
                  </a:cubicBezTo>
                  <a:cubicBezTo>
                    <a:pt x="33" y="0"/>
                    <a:pt x="33" y="0"/>
                    <a:pt x="33" y="0"/>
                  </a:cubicBezTo>
                  <a:cubicBezTo>
                    <a:pt x="31" y="4"/>
                    <a:pt x="31" y="4"/>
                    <a:pt x="31" y="4"/>
                  </a:cubicBezTo>
                  <a:cubicBezTo>
                    <a:pt x="34" y="5"/>
                    <a:pt x="34" y="5"/>
                    <a:pt x="34" y="5"/>
                  </a:cubicBezTo>
                  <a:cubicBezTo>
                    <a:pt x="35" y="6"/>
                    <a:pt x="35" y="6"/>
                    <a:pt x="34" y="7"/>
                  </a:cubicBezTo>
                  <a:cubicBezTo>
                    <a:pt x="31" y="15"/>
                    <a:pt x="31" y="15"/>
                    <a:pt x="31" y="15"/>
                  </a:cubicBezTo>
                  <a:cubicBezTo>
                    <a:pt x="9" y="6"/>
                    <a:pt x="9" y="6"/>
                    <a:pt x="9" y="6"/>
                  </a:cubicBezTo>
                  <a:cubicBezTo>
                    <a:pt x="8" y="5"/>
                    <a:pt x="8" y="5"/>
                    <a:pt x="8" y="4"/>
                  </a:cubicBezTo>
                  <a:cubicBezTo>
                    <a:pt x="8" y="2"/>
                    <a:pt x="8" y="2"/>
                    <a:pt x="8" y="2"/>
                  </a:cubicBezTo>
                  <a:cubicBezTo>
                    <a:pt x="5" y="1"/>
                    <a:pt x="5" y="1"/>
                    <a:pt x="5" y="1"/>
                  </a:cubicBezTo>
                  <a:cubicBezTo>
                    <a:pt x="0" y="12"/>
                    <a:pt x="0" y="12"/>
                    <a:pt x="0" y="12"/>
                  </a:cubicBezTo>
                  <a:cubicBezTo>
                    <a:pt x="4" y="13"/>
                    <a:pt x="4" y="13"/>
                    <a:pt x="4" y="13"/>
                  </a:cubicBezTo>
                  <a:lnTo>
                    <a:pt x="5"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 name="Freeform 108"/>
            <p:cNvSpPr>
              <a:spLocks noEditPoints="1"/>
            </p:cNvSpPr>
            <p:nvPr/>
          </p:nvSpPr>
          <p:spPr bwMode="auto">
            <a:xfrm>
              <a:off x="7112000" y="5580063"/>
              <a:ext cx="65087" cy="52388"/>
            </a:xfrm>
            <a:custGeom>
              <a:avLst/>
              <a:gdLst>
                <a:gd name="T0" fmla="*/ 5 w 41"/>
                <a:gd name="T1" fmla="*/ 10 h 33"/>
                <a:gd name="T2" fmla="*/ 24 w 41"/>
                <a:gd name="T3" fmla="*/ 28 h 33"/>
                <a:gd name="T4" fmla="*/ 25 w 41"/>
                <a:gd name="T5" fmla="*/ 30 h 33"/>
                <a:gd name="T6" fmla="*/ 25 w 41"/>
                <a:gd name="T7" fmla="*/ 31 h 33"/>
                <a:gd name="T8" fmla="*/ 28 w 41"/>
                <a:gd name="T9" fmla="*/ 33 h 33"/>
                <a:gd name="T10" fmla="*/ 33 w 41"/>
                <a:gd name="T11" fmla="*/ 22 h 33"/>
                <a:gd name="T12" fmla="*/ 29 w 41"/>
                <a:gd name="T13" fmla="*/ 21 h 33"/>
                <a:gd name="T14" fmla="*/ 28 w 41"/>
                <a:gd name="T15" fmla="*/ 23 h 33"/>
                <a:gd name="T16" fmla="*/ 23 w 41"/>
                <a:gd name="T17" fmla="*/ 19 h 33"/>
                <a:gd name="T18" fmla="*/ 28 w 41"/>
                <a:gd name="T19" fmla="*/ 8 h 33"/>
                <a:gd name="T20" fmla="*/ 32 w 41"/>
                <a:gd name="T21" fmla="*/ 9 h 33"/>
                <a:gd name="T22" fmla="*/ 33 w 41"/>
                <a:gd name="T23" fmla="*/ 10 h 33"/>
                <a:gd name="T24" fmla="*/ 33 w 41"/>
                <a:gd name="T25" fmla="*/ 12 h 33"/>
                <a:gd name="T26" fmla="*/ 36 w 41"/>
                <a:gd name="T27" fmla="*/ 13 h 33"/>
                <a:gd name="T28" fmla="*/ 41 w 41"/>
                <a:gd name="T29" fmla="*/ 2 h 33"/>
                <a:gd name="T30" fmla="*/ 37 w 41"/>
                <a:gd name="T31" fmla="*/ 0 h 33"/>
                <a:gd name="T32" fmla="*/ 36 w 41"/>
                <a:gd name="T33" fmla="*/ 3 h 33"/>
                <a:gd name="T34" fmla="*/ 4 w 41"/>
                <a:gd name="T35" fmla="*/ 1 h 33"/>
                <a:gd name="T36" fmla="*/ 0 w 41"/>
                <a:gd name="T37" fmla="*/ 11 h 33"/>
                <a:gd name="T38" fmla="*/ 4 w 41"/>
                <a:gd name="T39" fmla="*/ 13 h 33"/>
                <a:gd name="T40" fmla="*/ 5 w 41"/>
                <a:gd name="T41" fmla="*/ 10 h 33"/>
                <a:gd name="T42" fmla="*/ 8 w 41"/>
                <a:gd name="T43" fmla="*/ 6 h 33"/>
                <a:gd name="T44" fmla="*/ 23 w 41"/>
                <a:gd name="T45" fmla="*/ 8 h 33"/>
                <a:gd name="T46" fmla="*/ 20 w 41"/>
                <a:gd name="T47" fmla="*/ 17 h 33"/>
                <a:gd name="T48" fmla="*/ 8 w 41"/>
                <a:gd name="T49" fmla="*/ 6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 h="33">
                  <a:moveTo>
                    <a:pt x="5" y="10"/>
                  </a:moveTo>
                  <a:cubicBezTo>
                    <a:pt x="24" y="28"/>
                    <a:pt x="24" y="28"/>
                    <a:pt x="24" y="28"/>
                  </a:cubicBezTo>
                  <a:cubicBezTo>
                    <a:pt x="25" y="28"/>
                    <a:pt x="25" y="29"/>
                    <a:pt x="25" y="30"/>
                  </a:cubicBezTo>
                  <a:cubicBezTo>
                    <a:pt x="25" y="31"/>
                    <a:pt x="25" y="31"/>
                    <a:pt x="25" y="31"/>
                  </a:cubicBezTo>
                  <a:cubicBezTo>
                    <a:pt x="28" y="33"/>
                    <a:pt x="28" y="33"/>
                    <a:pt x="28" y="33"/>
                  </a:cubicBezTo>
                  <a:cubicBezTo>
                    <a:pt x="33" y="22"/>
                    <a:pt x="33" y="22"/>
                    <a:pt x="33" y="22"/>
                  </a:cubicBezTo>
                  <a:cubicBezTo>
                    <a:pt x="29" y="21"/>
                    <a:pt x="29" y="21"/>
                    <a:pt x="29" y="21"/>
                  </a:cubicBezTo>
                  <a:cubicBezTo>
                    <a:pt x="28" y="23"/>
                    <a:pt x="28" y="23"/>
                    <a:pt x="28" y="23"/>
                  </a:cubicBezTo>
                  <a:cubicBezTo>
                    <a:pt x="23" y="19"/>
                    <a:pt x="23" y="19"/>
                    <a:pt x="23" y="19"/>
                  </a:cubicBezTo>
                  <a:cubicBezTo>
                    <a:pt x="28" y="8"/>
                    <a:pt x="28" y="8"/>
                    <a:pt x="28" y="8"/>
                  </a:cubicBezTo>
                  <a:cubicBezTo>
                    <a:pt x="32" y="9"/>
                    <a:pt x="32" y="9"/>
                    <a:pt x="32" y="9"/>
                  </a:cubicBezTo>
                  <a:cubicBezTo>
                    <a:pt x="33" y="9"/>
                    <a:pt x="34" y="9"/>
                    <a:pt x="33" y="10"/>
                  </a:cubicBezTo>
                  <a:cubicBezTo>
                    <a:pt x="33" y="12"/>
                    <a:pt x="33" y="12"/>
                    <a:pt x="33" y="12"/>
                  </a:cubicBezTo>
                  <a:cubicBezTo>
                    <a:pt x="36" y="13"/>
                    <a:pt x="36" y="13"/>
                    <a:pt x="36" y="13"/>
                  </a:cubicBezTo>
                  <a:cubicBezTo>
                    <a:pt x="41" y="2"/>
                    <a:pt x="41" y="2"/>
                    <a:pt x="41" y="2"/>
                  </a:cubicBezTo>
                  <a:cubicBezTo>
                    <a:pt x="37" y="0"/>
                    <a:pt x="37" y="0"/>
                    <a:pt x="37" y="0"/>
                  </a:cubicBezTo>
                  <a:cubicBezTo>
                    <a:pt x="36" y="3"/>
                    <a:pt x="36" y="3"/>
                    <a:pt x="36" y="3"/>
                  </a:cubicBezTo>
                  <a:cubicBezTo>
                    <a:pt x="4" y="1"/>
                    <a:pt x="4" y="1"/>
                    <a:pt x="4" y="1"/>
                  </a:cubicBezTo>
                  <a:cubicBezTo>
                    <a:pt x="0" y="11"/>
                    <a:pt x="0" y="11"/>
                    <a:pt x="0" y="11"/>
                  </a:cubicBezTo>
                  <a:cubicBezTo>
                    <a:pt x="4" y="13"/>
                    <a:pt x="4" y="13"/>
                    <a:pt x="4" y="13"/>
                  </a:cubicBezTo>
                  <a:lnTo>
                    <a:pt x="5" y="10"/>
                  </a:lnTo>
                  <a:close/>
                  <a:moveTo>
                    <a:pt x="8" y="6"/>
                  </a:moveTo>
                  <a:cubicBezTo>
                    <a:pt x="23" y="8"/>
                    <a:pt x="23" y="8"/>
                    <a:pt x="23" y="8"/>
                  </a:cubicBezTo>
                  <a:cubicBezTo>
                    <a:pt x="20" y="17"/>
                    <a:pt x="20" y="17"/>
                    <a:pt x="20" y="17"/>
                  </a:cubicBezTo>
                  <a:cubicBezTo>
                    <a:pt x="8" y="6"/>
                    <a:pt x="8" y="6"/>
                    <a:pt x="8"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 name="Freeform 109"/>
            <p:cNvSpPr>
              <a:spLocks/>
            </p:cNvSpPr>
            <p:nvPr/>
          </p:nvSpPr>
          <p:spPr bwMode="auto">
            <a:xfrm>
              <a:off x="7129463" y="5541963"/>
              <a:ext cx="57150" cy="38100"/>
            </a:xfrm>
            <a:custGeom>
              <a:avLst/>
              <a:gdLst>
                <a:gd name="T0" fmla="*/ 5 w 36"/>
                <a:gd name="T1" fmla="*/ 10 h 25"/>
                <a:gd name="T2" fmla="*/ 27 w 36"/>
                <a:gd name="T3" fmla="*/ 20 h 25"/>
                <a:gd name="T4" fmla="*/ 28 w 36"/>
                <a:gd name="T5" fmla="*/ 21 h 25"/>
                <a:gd name="T6" fmla="*/ 28 w 36"/>
                <a:gd name="T7" fmla="*/ 23 h 25"/>
                <a:gd name="T8" fmla="*/ 31 w 36"/>
                <a:gd name="T9" fmla="*/ 25 h 25"/>
                <a:gd name="T10" fmla="*/ 36 w 36"/>
                <a:gd name="T11" fmla="*/ 13 h 25"/>
                <a:gd name="T12" fmla="*/ 32 w 36"/>
                <a:gd name="T13" fmla="*/ 12 h 25"/>
                <a:gd name="T14" fmla="*/ 31 w 36"/>
                <a:gd name="T15" fmla="*/ 14 h 25"/>
                <a:gd name="T16" fmla="*/ 8 w 36"/>
                <a:gd name="T17" fmla="*/ 5 h 25"/>
                <a:gd name="T18" fmla="*/ 7 w 36"/>
                <a:gd name="T19" fmla="*/ 3 h 25"/>
                <a:gd name="T20" fmla="*/ 8 w 36"/>
                <a:gd name="T21" fmla="*/ 1 h 25"/>
                <a:gd name="T22" fmla="*/ 4 w 36"/>
                <a:gd name="T23" fmla="*/ 0 h 25"/>
                <a:gd name="T24" fmla="*/ 0 w 36"/>
                <a:gd name="T25" fmla="*/ 11 h 25"/>
                <a:gd name="T26" fmla="*/ 3 w 36"/>
                <a:gd name="T27" fmla="*/ 12 h 25"/>
                <a:gd name="T28" fmla="*/ 5 w 36"/>
                <a:gd name="T29"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 h="25">
                  <a:moveTo>
                    <a:pt x="5" y="10"/>
                  </a:moveTo>
                  <a:cubicBezTo>
                    <a:pt x="27" y="20"/>
                    <a:pt x="27" y="20"/>
                    <a:pt x="27" y="20"/>
                  </a:cubicBezTo>
                  <a:cubicBezTo>
                    <a:pt x="28" y="20"/>
                    <a:pt x="28" y="21"/>
                    <a:pt x="28" y="21"/>
                  </a:cubicBezTo>
                  <a:cubicBezTo>
                    <a:pt x="28" y="23"/>
                    <a:pt x="28" y="23"/>
                    <a:pt x="28" y="23"/>
                  </a:cubicBezTo>
                  <a:cubicBezTo>
                    <a:pt x="31" y="25"/>
                    <a:pt x="31" y="25"/>
                    <a:pt x="31" y="25"/>
                  </a:cubicBezTo>
                  <a:cubicBezTo>
                    <a:pt x="36" y="13"/>
                    <a:pt x="36" y="13"/>
                    <a:pt x="36" y="13"/>
                  </a:cubicBezTo>
                  <a:cubicBezTo>
                    <a:pt x="32" y="12"/>
                    <a:pt x="32" y="12"/>
                    <a:pt x="32" y="12"/>
                  </a:cubicBezTo>
                  <a:cubicBezTo>
                    <a:pt x="31" y="14"/>
                    <a:pt x="31" y="14"/>
                    <a:pt x="31" y="14"/>
                  </a:cubicBezTo>
                  <a:cubicBezTo>
                    <a:pt x="8" y="5"/>
                    <a:pt x="8" y="5"/>
                    <a:pt x="8" y="5"/>
                  </a:cubicBezTo>
                  <a:cubicBezTo>
                    <a:pt x="7" y="4"/>
                    <a:pt x="7" y="4"/>
                    <a:pt x="7" y="3"/>
                  </a:cubicBezTo>
                  <a:cubicBezTo>
                    <a:pt x="8" y="1"/>
                    <a:pt x="8" y="1"/>
                    <a:pt x="8" y="1"/>
                  </a:cubicBezTo>
                  <a:cubicBezTo>
                    <a:pt x="4" y="0"/>
                    <a:pt x="4" y="0"/>
                    <a:pt x="4" y="0"/>
                  </a:cubicBezTo>
                  <a:cubicBezTo>
                    <a:pt x="0" y="11"/>
                    <a:pt x="0" y="11"/>
                    <a:pt x="0" y="11"/>
                  </a:cubicBezTo>
                  <a:cubicBezTo>
                    <a:pt x="3" y="12"/>
                    <a:pt x="3" y="12"/>
                    <a:pt x="3" y="12"/>
                  </a:cubicBezTo>
                  <a:lnTo>
                    <a:pt x="5"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 name="Freeform 110"/>
            <p:cNvSpPr>
              <a:spLocks/>
            </p:cNvSpPr>
            <p:nvPr/>
          </p:nvSpPr>
          <p:spPr bwMode="auto">
            <a:xfrm>
              <a:off x="7138988" y="5478463"/>
              <a:ext cx="76200" cy="77788"/>
            </a:xfrm>
            <a:custGeom>
              <a:avLst/>
              <a:gdLst>
                <a:gd name="T0" fmla="*/ 5 w 48"/>
                <a:gd name="T1" fmla="*/ 34 h 50"/>
                <a:gd name="T2" fmla="*/ 27 w 48"/>
                <a:gd name="T3" fmla="*/ 45 h 50"/>
                <a:gd name="T4" fmla="*/ 28 w 48"/>
                <a:gd name="T5" fmla="*/ 47 h 50"/>
                <a:gd name="T6" fmla="*/ 28 w 48"/>
                <a:gd name="T7" fmla="*/ 48 h 50"/>
                <a:gd name="T8" fmla="*/ 32 w 48"/>
                <a:gd name="T9" fmla="*/ 50 h 50"/>
                <a:gd name="T10" fmla="*/ 36 w 48"/>
                <a:gd name="T11" fmla="*/ 39 h 50"/>
                <a:gd name="T12" fmla="*/ 32 w 48"/>
                <a:gd name="T13" fmla="*/ 38 h 50"/>
                <a:gd name="T14" fmla="*/ 31 w 48"/>
                <a:gd name="T15" fmla="*/ 40 h 50"/>
                <a:gd name="T16" fmla="*/ 12 w 48"/>
                <a:gd name="T17" fmla="*/ 31 h 50"/>
                <a:gd name="T18" fmla="*/ 12 w 48"/>
                <a:gd name="T19" fmla="*/ 31 h 50"/>
                <a:gd name="T20" fmla="*/ 35 w 48"/>
                <a:gd name="T21" fmla="*/ 32 h 50"/>
                <a:gd name="T22" fmla="*/ 37 w 48"/>
                <a:gd name="T23" fmla="*/ 27 h 50"/>
                <a:gd name="T24" fmla="*/ 20 w 48"/>
                <a:gd name="T25" fmla="*/ 11 h 50"/>
                <a:gd name="T26" fmla="*/ 21 w 48"/>
                <a:gd name="T27" fmla="*/ 11 h 50"/>
                <a:gd name="T28" fmla="*/ 39 w 48"/>
                <a:gd name="T29" fmla="*/ 18 h 50"/>
                <a:gd name="T30" fmla="*/ 40 w 48"/>
                <a:gd name="T31" fmla="*/ 19 h 50"/>
                <a:gd name="T32" fmla="*/ 40 w 48"/>
                <a:gd name="T33" fmla="*/ 21 h 50"/>
                <a:gd name="T34" fmla="*/ 43 w 48"/>
                <a:gd name="T35" fmla="*/ 23 h 50"/>
                <a:gd name="T36" fmla="*/ 48 w 48"/>
                <a:gd name="T37" fmla="*/ 12 h 50"/>
                <a:gd name="T38" fmla="*/ 44 w 48"/>
                <a:gd name="T39" fmla="*/ 10 h 50"/>
                <a:gd name="T40" fmla="*/ 43 w 48"/>
                <a:gd name="T41" fmla="*/ 13 h 50"/>
                <a:gd name="T42" fmla="*/ 20 w 48"/>
                <a:gd name="T43" fmla="*/ 5 h 50"/>
                <a:gd name="T44" fmla="*/ 19 w 48"/>
                <a:gd name="T45" fmla="*/ 3 h 50"/>
                <a:gd name="T46" fmla="*/ 19 w 48"/>
                <a:gd name="T47" fmla="*/ 1 h 50"/>
                <a:gd name="T48" fmla="*/ 15 w 48"/>
                <a:gd name="T49" fmla="*/ 0 h 50"/>
                <a:gd name="T50" fmla="*/ 11 w 48"/>
                <a:gd name="T51" fmla="*/ 9 h 50"/>
                <a:gd name="T52" fmla="*/ 29 w 48"/>
                <a:gd name="T53" fmla="*/ 26 h 50"/>
                <a:gd name="T54" fmla="*/ 29 w 48"/>
                <a:gd name="T55" fmla="*/ 26 h 50"/>
                <a:gd name="T56" fmla="*/ 5 w 48"/>
                <a:gd name="T57" fmla="*/ 25 h 50"/>
                <a:gd name="T58" fmla="*/ 0 w 48"/>
                <a:gd name="T59" fmla="*/ 35 h 50"/>
                <a:gd name="T60" fmla="*/ 4 w 48"/>
                <a:gd name="T61" fmla="*/ 36 h 50"/>
                <a:gd name="T62" fmla="*/ 5 w 48"/>
                <a:gd name="T63" fmla="*/ 3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 h="50">
                  <a:moveTo>
                    <a:pt x="5" y="34"/>
                  </a:moveTo>
                  <a:cubicBezTo>
                    <a:pt x="27" y="45"/>
                    <a:pt x="27" y="45"/>
                    <a:pt x="27" y="45"/>
                  </a:cubicBezTo>
                  <a:cubicBezTo>
                    <a:pt x="28" y="45"/>
                    <a:pt x="29" y="46"/>
                    <a:pt x="28" y="47"/>
                  </a:cubicBezTo>
                  <a:cubicBezTo>
                    <a:pt x="28" y="48"/>
                    <a:pt x="28" y="48"/>
                    <a:pt x="28" y="48"/>
                  </a:cubicBezTo>
                  <a:cubicBezTo>
                    <a:pt x="32" y="50"/>
                    <a:pt x="32" y="50"/>
                    <a:pt x="32" y="50"/>
                  </a:cubicBezTo>
                  <a:cubicBezTo>
                    <a:pt x="36" y="39"/>
                    <a:pt x="36" y="39"/>
                    <a:pt x="36" y="39"/>
                  </a:cubicBezTo>
                  <a:cubicBezTo>
                    <a:pt x="32" y="38"/>
                    <a:pt x="32" y="38"/>
                    <a:pt x="32" y="38"/>
                  </a:cubicBezTo>
                  <a:cubicBezTo>
                    <a:pt x="31" y="40"/>
                    <a:pt x="31" y="40"/>
                    <a:pt x="31" y="40"/>
                  </a:cubicBezTo>
                  <a:cubicBezTo>
                    <a:pt x="12" y="31"/>
                    <a:pt x="12" y="31"/>
                    <a:pt x="12" y="31"/>
                  </a:cubicBezTo>
                  <a:cubicBezTo>
                    <a:pt x="12" y="31"/>
                    <a:pt x="12" y="31"/>
                    <a:pt x="12" y="31"/>
                  </a:cubicBezTo>
                  <a:cubicBezTo>
                    <a:pt x="35" y="32"/>
                    <a:pt x="35" y="32"/>
                    <a:pt x="35" y="32"/>
                  </a:cubicBezTo>
                  <a:cubicBezTo>
                    <a:pt x="37" y="27"/>
                    <a:pt x="37" y="27"/>
                    <a:pt x="37" y="27"/>
                  </a:cubicBezTo>
                  <a:cubicBezTo>
                    <a:pt x="20" y="11"/>
                    <a:pt x="20" y="11"/>
                    <a:pt x="20" y="11"/>
                  </a:cubicBezTo>
                  <a:cubicBezTo>
                    <a:pt x="21" y="11"/>
                    <a:pt x="21" y="11"/>
                    <a:pt x="21" y="11"/>
                  </a:cubicBezTo>
                  <a:cubicBezTo>
                    <a:pt x="39" y="18"/>
                    <a:pt x="39" y="18"/>
                    <a:pt x="39" y="18"/>
                  </a:cubicBezTo>
                  <a:cubicBezTo>
                    <a:pt x="40" y="18"/>
                    <a:pt x="40" y="18"/>
                    <a:pt x="40" y="19"/>
                  </a:cubicBezTo>
                  <a:cubicBezTo>
                    <a:pt x="40" y="21"/>
                    <a:pt x="40" y="21"/>
                    <a:pt x="40" y="21"/>
                  </a:cubicBezTo>
                  <a:cubicBezTo>
                    <a:pt x="43" y="23"/>
                    <a:pt x="43" y="23"/>
                    <a:pt x="43" y="23"/>
                  </a:cubicBezTo>
                  <a:cubicBezTo>
                    <a:pt x="48" y="12"/>
                    <a:pt x="48" y="12"/>
                    <a:pt x="48" y="12"/>
                  </a:cubicBezTo>
                  <a:cubicBezTo>
                    <a:pt x="44" y="10"/>
                    <a:pt x="44" y="10"/>
                    <a:pt x="44" y="10"/>
                  </a:cubicBezTo>
                  <a:cubicBezTo>
                    <a:pt x="43" y="13"/>
                    <a:pt x="43" y="13"/>
                    <a:pt x="43" y="13"/>
                  </a:cubicBezTo>
                  <a:cubicBezTo>
                    <a:pt x="20" y="5"/>
                    <a:pt x="20" y="5"/>
                    <a:pt x="20" y="5"/>
                  </a:cubicBezTo>
                  <a:cubicBezTo>
                    <a:pt x="18" y="4"/>
                    <a:pt x="18" y="4"/>
                    <a:pt x="19" y="3"/>
                  </a:cubicBezTo>
                  <a:cubicBezTo>
                    <a:pt x="19" y="1"/>
                    <a:pt x="19" y="1"/>
                    <a:pt x="19" y="1"/>
                  </a:cubicBezTo>
                  <a:cubicBezTo>
                    <a:pt x="15" y="0"/>
                    <a:pt x="15" y="0"/>
                    <a:pt x="15" y="0"/>
                  </a:cubicBezTo>
                  <a:cubicBezTo>
                    <a:pt x="11" y="9"/>
                    <a:pt x="11" y="9"/>
                    <a:pt x="11" y="9"/>
                  </a:cubicBezTo>
                  <a:cubicBezTo>
                    <a:pt x="29" y="26"/>
                    <a:pt x="29" y="26"/>
                    <a:pt x="29" y="26"/>
                  </a:cubicBezTo>
                  <a:cubicBezTo>
                    <a:pt x="29" y="26"/>
                    <a:pt x="29" y="26"/>
                    <a:pt x="29" y="26"/>
                  </a:cubicBezTo>
                  <a:cubicBezTo>
                    <a:pt x="5" y="25"/>
                    <a:pt x="5" y="25"/>
                    <a:pt x="5" y="25"/>
                  </a:cubicBezTo>
                  <a:cubicBezTo>
                    <a:pt x="0" y="35"/>
                    <a:pt x="0" y="35"/>
                    <a:pt x="0" y="35"/>
                  </a:cubicBezTo>
                  <a:cubicBezTo>
                    <a:pt x="4" y="36"/>
                    <a:pt x="4" y="36"/>
                    <a:pt x="4" y="36"/>
                  </a:cubicBezTo>
                  <a:lnTo>
                    <a:pt x="5"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 name="Freeform 111"/>
            <p:cNvSpPr>
              <a:spLocks/>
            </p:cNvSpPr>
            <p:nvPr/>
          </p:nvSpPr>
          <p:spPr bwMode="auto">
            <a:xfrm>
              <a:off x="7169150" y="5438775"/>
              <a:ext cx="60325" cy="52388"/>
            </a:xfrm>
            <a:custGeom>
              <a:avLst/>
              <a:gdLst>
                <a:gd name="T0" fmla="*/ 7 w 38"/>
                <a:gd name="T1" fmla="*/ 23 h 33"/>
                <a:gd name="T2" fmla="*/ 20 w 38"/>
                <a:gd name="T3" fmla="*/ 18 h 33"/>
                <a:gd name="T4" fmla="*/ 28 w 38"/>
                <a:gd name="T5" fmla="*/ 14 h 33"/>
                <a:gd name="T6" fmla="*/ 30 w 38"/>
                <a:gd name="T7" fmla="*/ 22 h 33"/>
                <a:gd name="T8" fmla="*/ 28 w 38"/>
                <a:gd name="T9" fmla="*/ 26 h 33"/>
                <a:gd name="T10" fmla="*/ 26 w 38"/>
                <a:gd name="T11" fmla="*/ 26 h 33"/>
                <a:gd name="T12" fmla="*/ 23 w 38"/>
                <a:gd name="T13" fmla="*/ 25 h 33"/>
                <a:gd name="T14" fmla="*/ 22 w 38"/>
                <a:gd name="T15" fmla="*/ 29 h 33"/>
                <a:gd name="T16" fmla="*/ 29 w 38"/>
                <a:gd name="T17" fmla="*/ 33 h 33"/>
                <a:gd name="T18" fmla="*/ 35 w 38"/>
                <a:gd name="T19" fmla="*/ 24 h 33"/>
                <a:gd name="T20" fmla="*/ 30 w 38"/>
                <a:gd name="T21" fmla="*/ 8 h 33"/>
                <a:gd name="T22" fmla="*/ 17 w 38"/>
                <a:gd name="T23" fmla="*/ 13 h 33"/>
                <a:gd name="T24" fmla="*/ 9 w 38"/>
                <a:gd name="T25" fmla="*/ 17 h 33"/>
                <a:gd name="T26" fmla="*/ 7 w 38"/>
                <a:gd name="T27" fmla="*/ 10 h 33"/>
                <a:gd name="T28" fmla="*/ 9 w 38"/>
                <a:gd name="T29" fmla="*/ 7 h 33"/>
                <a:gd name="T30" fmla="*/ 11 w 38"/>
                <a:gd name="T31" fmla="*/ 7 h 33"/>
                <a:gd name="T32" fmla="*/ 14 w 38"/>
                <a:gd name="T33" fmla="*/ 8 h 33"/>
                <a:gd name="T34" fmla="*/ 16 w 38"/>
                <a:gd name="T35" fmla="*/ 3 h 33"/>
                <a:gd name="T36" fmla="*/ 8 w 38"/>
                <a:gd name="T37" fmla="*/ 0 h 33"/>
                <a:gd name="T38" fmla="*/ 3 w 38"/>
                <a:gd name="T39" fmla="*/ 8 h 33"/>
                <a:gd name="T40" fmla="*/ 7 w 38"/>
                <a:gd name="T41" fmla="*/ 2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 h="33">
                  <a:moveTo>
                    <a:pt x="7" y="23"/>
                  </a:moveTo>
                  <a:cubicBezTo>
                    <a:pt x="13" y="26"/>
                    <a:pt x="17" y="22"/>
                    <a:pt x="20" y="18"/>
                  </a:cubicBezTo>
                  <a:cubicBezTo>
                    <a:pt x="23" y="15"/>
                    <a:pt x="25" y="13"/>
                    <a:pt x="28" y="14"/>
                  </a:cubicBezTo>
                  <a:cubicBezTo>
                    <a:pt x="32" y="16"/>
                    <a:pt x="32" y="19"/>
                    <a:pt x="30" y="22"/>
                  </a:cubicBezTo>
                  <a:cubicBezTo>
                    <a:pt x="30" y="23"/>
                    <a:pt x="29" y="25"/>
                    <a:pt x="28" y="26"/>
                  </a:cubicBezTo>
                  <a:cubicBezTo>
                    <a:pt x="28" y="26"/>
                    <a:pt x="27" y="26"/>
                    <a:pt x="26" y="26"/>
                  </a:cubicBezTo>
                  <a:cubicBezTo>
                    <a:pt x="23" y="25"/>
                    <a:pt x="23" y="25"/>
                    <a:pt x="23" y="25"/>
                  </a:cubicBezTo>
                  <a:cubicBezTo>
                    <a:pt x="22" y="29"/>
                    <a:pt x="22" y="29"/>
                    <a:pt x="22" y="29"/>
                  </a:cubicBezTo>
                  <a:cubicBezTo>
                    <a:pt x="29" y="33"/>
                    <a:pt x="29" y="33"/>
                    <a:pt x="29" y="33"/>
                  </a:cubicBezTo>
                  <a:cubicBezTo>
                    <a:pt x="32" y="31"/>
                    <a:pt x="34" y="27"/>
                    <a:pt x="35" y="24"/>
                  </a:cubicBezTo>
                  <a:cubicBezTo>
                    <a:pt x="38" y="16"/>
                    <a:pt x="36" y="10"/>
                    <a:pt x="30" y="8"/>
                  </a:cubicBezTo>
                  <a:cubicBezTo>
                    <a:pt x="24" y="5"/>
                    <a:pt x="20" y="9"/>
                    <a:pt x="17" y="13"/>
                  </a:cubicBezTo>
                  <a:cubicBezTo>
                    <a:pt x="14" y="16"/>
                    <a:pt x="12" y="18"/>
                    <a:pt x="9" y="17"/>
                  </a:cubicBezTo>
                  <a:cubicBezTo>
                    <a:pt x="6" y="16"/>
                    <a:pt x="6" y="13"/>
                    <a:pt x="7" y="10"/>
                  </a:cubicBezTo>
                  <a:cubicBezTo>
                    <a:pt x="8" y="9"/>
                    <a:pt x="9" y="7"/>
                    <a:pt x="9" y="7"/>
                  </a:cubicBezTo>
                  <a:cubicBezTo>
                    <a:pt x="10" y="6"/>
                    <a:pt x="10" y="6"/>
                    <a:pt x="11" y="7"/>
                  </a:cubicBezTo>
                  <a:cubicBezTo>
                    <a:pt x="14" y="8"/>
                    <a:pt x="14" y="8"/>
                    <a:pt x="14" y="8"/>
                  </a:cubicBezTo>
                  <a:cubicBezTo>
                    <a:pt x="16" y="3"/>
                    <a:pt x="16" y="3"/>
                    <a:pt x="16" y="3"/>
                  </a:cubicBezTo>
                  <a:cubicBezTo>
                    <a:pt x="8" y="0"/>
                    <a:pt x="8" y="0"/>
                    <a:pt x="8" y="0"/>
                  </a:cubicBezTo>
                  <a:cubicBezTo>
                    <a:pt x="6" y="2"/>
                    <a:pt x="4" y="5"/>
                    <a:pt x="3" y="8"/>
                  </a:cubicBezTo>
                  <a:cubicBezTo>
                    <a:pt x="0" y="15"/>
                    <a:pt x="2" y="21"/>
                    <a:pt x="7"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00" name="组合 299"/>
          <p:cNvGrpSpPr/>
          <p:nvPr/>
        </p:nvGrpSpPr>
        <p:grpSpPr>
          <a:xfrm>
            <a:off x="7986713" y="2892425"/>
            <a:ext cx="995362" cy="1441451"/>
            <a:chOff x="7986713" y="2892425"/>
            <a:chExt cx="995362" cy="1441451"/>
          </a:xfrm>
          <a:solidFill>
            <a:schemeClr val="tx1">
              <a:lumMod val="65000"/>
              <a:lumOff val="35000"/>
            </a:schemeClr>
          </a:solidFill>
        </p:grpSpPr>
        <p:sp>
          <p:nvSpPr>
            <p:cNvPr id="301" name="Freeform 112"/>
            <p:cNvSpPr>
              <a:spLocks/>
            </p:cNvSpPr>
            <p:nvPr/>
          </p:nvSpPr>
          <p:spPr bwMode="auto">
            <a:xfrm>
              <a:off x="8324850" y="3946525"/>
              <a:ext cx="127000" cy="387350"/>
            </a:xfrm>
            <a:custGeom>
              <a:avLst/>
              <a:gdLst>
                <a:gd name="T0" fmla="*/ 0 w 80"/>
                <a:gd name="T1" fmla="*/ 0 h 245"/>
                <a:gd name="T2" fmla="*/ 0 w 80"/>
                <a:gd name="T3" fmla="*/ 205 h 245"/>
                <a:gd name="T4" fmla="*/ 40 w 80"/>
                <a:gd name="T5" fmla="*/ 245 h 245"/>
                <a:gd name="T6" fmla="*/ 80 w 80"/>
                <a:gd name="T7" fmla="*/ 205 h 245"/>
                <a:gd name="T8" fmla="*/ 80 w 80"/>
                <a:gd name="T9" fmla="*/ 7 h 245"/>
                <a:gd name="T10" fmla="*/ 0 w 80"/>
                <a:gd name="T11" fmla="*/ 0 h 245"/>
              </a:gdLst>
              <a:ahLst/>
              <a:cxnLst>
                <a:cxn ang="0">
                  <a:pos x="T0" y="T1"/>
                </a:cxn>
                <a:cxn ang="0">
                  <a:pos x="T2" y="T3"/>
                </a:cxn>
                <a:cxn ang="0">
                  <a:pos x="T4" y="T5"/>
                </a:cxn>
                <a:cxn ang="0">
                  <a:pos x="T6" y="T7"/>
                </a:cxn>
                <a:cxn ang="0">
                  <a:pos x="T8" y="T9"/>
                </a:cxn>
                <a:cxn ang="0">
                  <a:pos x="T10" y="T11"/>
                </a:cxn>
              </a:cxnLst>
              <a:rect l="0" t="0" r="r" b="b"/>
              <a:pathLst>
                <a:path w="80" h="245">
                  <a:moveTo>
                    <a:pt x="0" y="0"/>
                  </a:moveTo>
                  <a:cubicBezTo>
                    <a:pt x="0" y="205"/>
                    <a:pt x="0" y="205"/>
                    <a:pt x="0" y="205"/>
                  </a:cubicBezTo>
                  <a:cubicBezTo>
                    <a:pt x="0" y="227"/>
                    <a:pt x="18" y="245"/>
                    <a:pt x="40" y="245"/>
                  </a:cubicBezTo>
                  <a:cubicBezTo>
                    <a:pt x="62" y="245"/>
                    <a:pt x="80" y="227"/>
                    <a:pt x="80" y="205"/>
                  </a:cubicBezTo>
                  <a:cubicBezTo>
                    <a:pt x="80" y="7"/>
                    <a:pt x="80" y="7"/>
                    <a:pt x="80" y="7"/>
                  </a:cubicBezTo>
                  <a:cubicBezTo>
                    <a:pt x="50" y="7"/>
                    <a:pt x="23"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 name="Freeform 113"/>
            <p:cNvSpPr>
              <a:spLocks/>
            </p:cNvSpPr>
            <p:nvPr/>
          </p:nvSpPr>
          <p:spPr bwMode="auto">
            <a:xfrm>
              <a:off x="8474075" y="3948113"/>
              <a:ext cx="127000" cy="385763"/>
            </a:xfrm>
            <a:custGeom>
              <a:avLst/>
              <a:gdLst>
                <a:gd name="T0" fmla="*/ 61 w 80"/>
                <a:gd name="T1" fmla="*/ 80 h 244"/>
                <a:gd name="T2" fmla="*/ 72 w 80"/>
                <a:gd name="T3" fmla="*/ 0 h 244"/>
                <a:gd name="T4" fmla="*/ 0 w 80"/>
                <a:gd name="T5" fmla="*/ 6 h 244"/>
                <a:gd name="T6" fmla="*/ 0 w 80"/>
                <a:gd name="T7" fmla="*/ 204 h 244"/>
                <a:gd name="T8" fmla="*/ 40 w 80"/>
                <a:gd name="T9" fmla="*/ 244 h 244"/>
                <a:gd name="T10" fmla="*/ 80 w 80"/>
                <a:gd name="T11" fmla="*/ 204 h 244"/>
                <a:gd name="T12" fmla="*/ 80 w 80"/>
                <a:gd name="T13" fmla="*/ 113 h 244"/>
                <a:gd name="T14" fmla="*/ 71 w 80"/>
                <a:gd name="T15" fmla="*/ 106 h 244"/>
                <a:gd name="T16" fmla="*/ 61 w 80"/>
                <a:gd name="T17" fmla="*/ 80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244">
                  <a:moveTo>
                    <a:pt x="61" y="80"/>
                  </a:moveTo>
                  <a:cubicBezTo>
                    <a:pt x="62" y="48"/>
                    <a:pt x="66" y="21"/>
                    <a:pt x="72" y="0"/>
                  </a:cubicBezTo>
                  <a:cubicBezTo>
                    <a:pt x="51" y="4"/>
                    <a:pt x="27" y="6"/>
                    <a:pt x="0" y="6"/>
                  </a:cubicBezTo>
                  <a:cubicBezTo>
                    <a:pt x="0" y="204"/>
                    <a:pt x="0" y="204"/>
                    <a:pt x="0" y="204"/>
                  </a:cubicBezTo>
                  <a:cubicBezTo>
                    <a:pt x="0" y="226"/>
                    <a:pt x="18" y="244"/>
                    <a:pt x="40" y="244"/>
                  </a:cubicBezTo>
                  <a:cubicBezTo>
                    <a:pt x="62" y="244"/>
                    <a:pt x="80" y="226"/>
                    <a:pt x="80" y="204"/>
                  </a:cubicBezTo>
                  <a:cubicBezTo>
                    <a:pt x="80" y="113"/>
                    <a:pt x="80" y="113"/>
                    <a:pt x="80" y="113"/>
                  </a:cubicBezTo>
                  <a:cubicBezTo>
                    <a:pt x="77" y="111"/>
                    <a:pt x="74" y="109"/>
                    <a:pt x="71" y="106"/>
                  </a:cubicBezTo>
                  <a:cubicBezTo>
                    <a:pt x="64" y="99"/>
                    <a:pt x="61" y="90"/>
                    <a:pt x="61"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 name="Freeform 114"/>
            <p:cNvSpPr>
              <a:spLocks noEditPoints="1"/>
            </p:cNvSpPr>
            <p:nvPr/>
          </p:nvSpPr>
          <p:spPr bwMode="auto">
            <a:xfrm>
              <a:off x="7986713" y="3192463"/>
              <a:ext cx="828675" cy="812800"/>
            </a:xfrm>
            <a:custGeom>
              <a:avLst/>
              <a:gdLst>
                <a:gd name="T0" fmla="*/ 301 w 524"/>
                <a:gd name="T1" fmla="*/ 471 h 513"/>
                <a:gd name="T2" fmla="*/ 384 w 524"/>
                <a:gd name="T3" fmla="*/ 464 h 513"/>
                <a:gd name="T4" fmla="*/ 439 w 524"/>
                <a:gd name="T5" fmla="*/ 388 h 513"/>
                <a:gd name="T6" fmla="*/ 448 w 524"/>
                <a:gd name="T7" fmla="*/ 383 h 513"/>
                <a:gd name="T8" fmla="*/ 430 w 524"/>
                <a:gd name="T9" fmla="*/ 334 h 513"/>
                <a:gd name="T10" fmla="*/ 445 w 524"/>
                <a:gd name="T11" fmla="*/ 289 h 513"/>
                <a:gd name="T12" fmla="*/ 406 w 524"/>
                <a:gd name="T13" fmla="*/ 98 h 513"/>
                <a:gd name="T14" fmla="*/ 423 w 524"/>
                <a:gd name="T15" fmla="*/ 124 h 513"/>
                <a:gd name="T16" fmla="*/ 472 w 524"/>
                <a:gd name="T17" fmla="*/ 265 h 513"/>
                <a:gd name="T18" fmla="*/ 507 w 524"/>
                <a:gd name="T19" fmla="*/ 256 h 513"/>
                <a:gd name="T20" fmla="*/ 524 w 524"/>
                <a:gd name="T21" fmla="*/ 258 h 513"/>
                <a:gd name="T22" fmla="*/ 403 w 524"/>
                <a:gd name="T23" fmla="*/ 24 h 513"/>
                <a:gd name="T24" fmla="*/ 366 w 524"/>
                <a:gd name="T25" fmla="*/ 9 h 513"/>
                <a:gd name="T26" fmla="*/ 301 w 524"/>
                <a:gd name="T27" fmla="*/ 0 h 513"/>
                <a:gd name="T28" fmla="*/ 236 w 524"/>
                <a:gd name="T29" fmla="*/ 9 h 513"/>
                <a:gd name="T30" fmla="*/ 199 w 524"/>
                <a:gd name="T31" fmla="*/ 24 h 513"/>
                <a:gd name="T32" fmla="*/ 69 w 524"/>
                <a:gd name="T33" fmla="*/ 311 h 513"/>
                <a:gd name="T34" fmla="*/ 0 w 524"/>
                <a:gd name="T35" fmla="*/ 365 h 513"/>
                <a:gd name="T36" fmla="*/ 116 w 524"/>
                <a:gd name="T37" fmla="*/ 513 h 513"/>
                <a:gd name="T38" fmla="*/ 175 w 524"/>
                <a:gd name="T39" fmla="*/ 467 h 513"/>
                <a:gd name="T40" fmla="*/ 187 w 524"/>
                <a:gd name="T41" fmla="*/ 457 h 513"/>
                <a:gd name="T42" fmla="*/ 301 w 524"/>
                <a:gd name="T43" fmla="*/ 471 h 513"/>
                <a:gd name="T44" fmla="*/ 69 w 524"/>
                <a:gd name="T45" fmla="*/ 326 h 513"/>
                <a:gd name="T46" fmla="*/ 91 w 524"/>
                <a:gd name="T47" fmla="*/ 346 h 513"/>
                <a:gd name="T48" fmla="*/ 94 w 524"/>
                <a:gd name="T49" fmla="*/ 347 h 513"/>
                <a:gd name="T50" fmla="*/ 120 w 524"/>
                <a:gd name="T51" fmla="*/ 324 h 513"/>
                <a:gd name="T52" fmla="*/ 127 w 524"/>
                <a:gd name="T53" fmla="*/ 281 h 513"/>
                <a:gd name="T54" fmla="*/ 193 w 524"/>
                <a:gd name="T55" fmla="*/ 229 h 513"/>
                <a:gd name="T56" fmla="*/ 294 w 524"/>
                <a:gd name="T57" fmla="*/ 358 h 513"/>
                <a:gd name="T58" fmla="*/ 118 w 524"/>
                <a:gd name="T59" fmla="*/ 496 h 513"/>
                <a:gd name="T60" fmla="*/ 17 w 524"/>
                <a:gd name="T61" fmla="*/ 367 h 513"/>
                <a:gd name="T62" fmla="*/ 69 w 524"/>
                <a:gd name="T63" fmla="*/ 326 h 513"/>
                <a:gd name="T64" fmla="*/ 179 w 524"/>
                <a:gd name="T65" fmla="*/ 123 h 513"/>
                <a:gd name="T66" fmla="*/ 196 w 524"/>
                <a:gd name="T67" fmla="*/ 98 h 513"/>
                <a:gd name="T68" fmla="*/ 169 w 524"/>
                <a:gd name="T69" fmla="*/ 232 h 513"/>
                <a:gd name="T70" fmla="*/ 154 w 524"/>
                <a:gd name="T71" fmla="*/ 244 h 513"/>
                <a:gd name="T72" fmla="*/ 130 w 524"/>
                <a:gd name="T73" fmla="*/ 263 h 513"/>
                <a:gd name="T74" fmla="*/ 179 w 524"/>
                <a:gd name="T75" fmla="*/ 123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24" h="513">
                  <a:moveTo>
                    <a:pt x="301" y="471"/>
                  </a:moveTo>
                  <a:cubicBezTo>
                    <a:pt x="333" y="471"/>
                    <a:pt x="361" y="468"/>
                    <a:pt x="384" y="464"/>
                  </a:cubicBezTo>
                  <a:cubicBezTo>
                    <a:pt x="401" y="410"/>
                    <a:pt x="430" y="392"/>
                    <a:pt x="439" y="388"/>
                  </a:cubicBezTo>
                  <a:cubicBezTo>
                    <a:pt x="442" y="386"/>
                    <a:pt x="445" y="384"/>
                    <a:pt x="448" y="383"/>
                  </a:cubicBezTo>
                  <a:cubicBezTo>
                    <a:pt x="437" y="370"/>
                    <a:pt x="430" y="353"/>
                    <a:pt x="430" y="334"/>
                  </a:cubicBezTo>
                  <a:cubicBezTo>
                    <a:pt x="430" y="317"/>
                    <a:pt x="435" y="301"/>
                    <a:pt x="445" y="289"/>
                  </a:cubicBezTo>
                  <a:cubicBezTo>
                    <a:pt x="406" y="98"/>
                    <a:pt x="406" y="98"/>
                    <a:pt x="406" y="98"/>
                  </a:cubicBezTo>
                  <a:cubicBezTo>
                    <a:pt x="411" y="105"/>
                    <a:pt x="417" y="113"/>
                    <a:pt x="423" y="124"/>
                  </a:cubicBezTo>
                  <a:cubicBezTo>
                    <a:pt x="441" y="154"/>
                    <a:pt x="459" y="199"/>
                    <a:pt x="472" y="265"/>
                  </a:cubicBezTo>
                  <a:cubicBezTo>
                    <a:pt x="483" y="260"/>
                    <a:pt x="495" y="256"/>
                    <a:pt x="507" y="256"/>
                  </a:cubicBezTo>
                  <a:cubicBezTo>
                    <a:pt x="513" y="256"/>
                    <a:pt x="519" y="257"/>
                    <a:pt x="524" y="258"/>
                  </a:cubicBezTo>
                  <a:cubicBezTo>
                    <a:pt x="495" y="108"/>
                    <a:pt x="440" y="48"/>
                    <a:pt x="403" y="24"/>
                  </a:cubicBezTo>
                  <a:cubicBezTo>
                    <a:pt x="386" y="13"/>
                    <a:pt x="372" y="10"/>
                    <a:pt x="366" y="9"/>
                  </a:cubicBezTo>
                  <a:cubicBezTo>
                    <a:pt x="359" y="7"/>
                    <a:pt x="330" y="0"/>
                    <a:pt x="301" y="0"/>
                  </a:cubicBezTo>
                  <a:cubicBezTo>
                    <a:pt x="272" y="0"/>
                    <a:pt x="243" y="7"/>
                    <a:pt x="236" y="9"/>
                  </a:cubicBezTo>
                  <a:cubicBezTo>
                    <a:pt x="230" y="10"/>
                    <a:pt x="216" y="13"/>
                    <a:pt x="199" y="24"/>
                  </a:cubicBezTo>
                  <a:cubicBezTo>
                    <a:pt x="158" y="51"/>
                    <a:pt x="95" y="121"/>
                    <a:pt x="69" y="311"/>
                  </a:cubicBezTo>
                  <a:cubicBezTo>
                    <a:pt x="0" y="365"/>
                    <a:pt x="0" y="365"/>
                    <a:pt x="0" y="365"/>
                  </a:cubicBezTo>
                  <a:cubicBezTo>
                    <a:pt x="116" y="513"/>
                    <a:pt x="116" y="513"/>
                    <a:pt x="116" y="513"/>
                  </a:cubicBezTo>
                  <a:cubicBezTo>
                    <a:pt x="175" y="467"/>
                    <a:pt x="175" y="467"/>
                    <a:pt x="175" y="467"/>
                  </a:cubicBezTo>
                  <a:cubicBezTo>
                    <a:pt x="187" y="457"/>
                    <a:pt x="187" y="457"/>
                    <a:pt x="187" y="457"/>
                  </a:cubicBezTo>
                  <a:cubicBezTo>
                    <a:pt x="215" y="465"/>
                    <a:pt x="253" y="471"/>
                    <a:pt x="301" y="471"/>
                  </a:cubicBezTo>
                  <a:close/>
                  <a:moveTo>
                    <a:pt x="69" y="326"/>
                  </a:moveTo>
                  <a:cubicBezTo>
                    <a:pt x="71" y="337"/>
                    <a:pt x="80" y="345"/>
                    <a:pt x="91" y="346"/>
                  </a:cubicBezTo>
                  <a:cubicBezTo>
                    <a:pt x="92" y="346"/>
                    <a:pt x="93" y="347"/>
                    <a:pt x="94" y="347"/>
                  </a:cubicBezTo>
                  <a:cubicBezTo>
                    <a:pt x="107" y="347"/>
                    <a:pt x="118" y="337"/>
                    <a:pt x="120" y="324"/>
                  </a:cubicBezTo>
                  <a:cubicBezTo>
                    <a:pt x="122" y="309"/>
                    <a:pt x="124" y="294"/>
                    <a:pt x="127" y="281"/>
                  </a:cubicBezTo>
                  <a:cubicBezTo>
                    <a:pt x="193" y="229"/>
                    <a:pt x="193" y="229"/>
                    <a:pt x="193" y="229"/>
                  </a:cubicBezTo>
                  <a:cubicBezTo>
                    <a:pt x="294" y="358"/>
                    <a:pt x="294" y="358"/>
                    <a:pt x="294" y="358"/>
                  </a:cubicBezTo>
                  <a:cubicBezTo>
                    <a:pt x="118" y="496"/>
                    <a:pt x="118" y="496"/>
                    <a:pt x="118" y="496"/>
                  </a:cubicBezTo>
                  <a:cubicBezTo>
                    <a:pt x="17" y="367"/>
                    <a:pt x="17" y="367"/>
                    <a:pt x="17" y="367"/>
                  </a:cubicBezTo>
                  <a:lnTo>
                    <a:pt x="69" y="326"/>
                  </a:lnTo>
                  <a:close/>
                  <a:moveTo>
                    <a:pt x="179" y="123"/>
                  </a:moveTo>
                  <a:cubicBezTo>
                    <a:pt x="185" y="113"/>
                    <a:pt x="191" y="105"/>
                    <a:pt x="196" y="98"/>
                  </a:cubicBezTo>
                  <a:cubicBezTo>
                    <a:pt x="169" y="232"/>
                    <a:pt x="169" y="232"/>
                    <a:pt x="169" y="232"/>
                  </a:cubicBezTo>
                  <a:cubicBezTo>
                    <a:pt x="154" y="244"/>
                    <a:pt x="154" y="244"/>
                    <a:pt x="154" y="244"/>
                  </a:cubicBezTo>
                  <a:cubicBezTo>
                    <a:pt x="130" y="263"/>
                    <a:pt x="130" y="263"/>
                    <a:pt x="130" y="263"/>
                  </a:cubicBezTo>
                  <a:cubicBezTo>
                    <a:pt x="143" y="198"/>
                    <a:pt x="161" y="154"/>
                    <a:pt x="179"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 name="Oval 115"/>
            <p:cNvSpPr>
              <a:spLocks noChangeArrowheads="1"/>
            </p:cNvSpPr>
            <p:nvPr/>
          </p:nvSpPr>
          <p:spPr bwMode="auto">
            <a:xfrm>
              <a:off x="8326438" y="2892425"/>
              <a:ext cx="273050" cy="2714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 name="Freeform 116"/>
            <p:cNvSpPr>
              <a:spLocks/>
            </p:cNvSpPr>
            <p:nvPr/>
          </p:nvSpPr>
          <p:spPr bwMode="auto">
            <a:xfrm>
              <a:off x="8596313" y="3822700"/>
              <a:ext cx="385762" cy="506413"/>
            </a:xfrm>
            <a:custGeom>
              <a:avLst/>
              <a:gdLst>
                <a:gd name="T0" fmla="*/ 0 w 244"/>
                <a:gd name="T1" fmla="*/ 159 h 320"/>
                <a:gd name="T2" fmla="*/ 21 w 244"/>
                <a:gd name="T3" fmla="*/ 181 h 320"/>
                <a:gd name="T4" fmla="*/ 21 w 244"/>
                <a:gd name="T5" fmla="*/ 181 h 320"/>
                <a:gd name="T6" fmla="*/ 42 w 244"/>
                <a:gd name="T7" fmla="*/ 161 h 320"/>
                <a:gd name="T8" fmla="*/ 56 w 244"/>
                <a:gd name="T9" fmla="*/ 78 h 320"/>
                <a:gd name="T10" fmla="*/ 56 w 244"/>
                <a:gd name="T11" fmla="*/ 178 h 320"/>
                <a:gd name="T12" fmla="*/ 56 w 244"/>
                <a:gd name="T13" fmla="*/ 178 h 320"/>
                <a:gd name="T14" fmla="*/ 56 w 244"/>
                <a:gd name="T15" fmla="*/ 290 h 320"/>
                <a:gd name="T16" fmla="*/ 86 w 244"/>
                <a:gd name="T17" fmla="*/ 320 h 320"/>
                <a:gd name="T18" fmla="*/ 116 w 244"/>
                <a:gd name="T19" fmla="*/ 290 h 320"/>
                <a:gd name="T20" fmla="*/ 116 w 244"/>
                <a:gd name="T21" fmla="*/ 194 h 320"/>
                <a:gd name="T22" fmla="*/ 128 w 244"/>
                <a:gd name="T23" fmla="*/ 194 h 320"/>
                <a:gd name="T24" fmla="*/ 128 w 244"/>
                <a:gd name="T25" fmla="*/ 290 h 320"/>
                <a:gd name="T26" fmla="*/ 158 w 244"/>
                <a:gd name="T27" fmla="*/ 320 h 320"/>
                <a:gd name="T28" fmla="*/ 188 w 244"/>
                <a:gd name="T29" fmla="*/ 290 h 320"/>
                <a:gd name="T30" fmla="*/ 188 w 244"/>
                <a:gd name="T31" fmla="*/ 143 h 320"/>
                <a:gd name="T32" fmla="*/ 188 w 244"/>
                <a:gd name="T33" fmla="*/ 143 h 320"/>
                <a:gd name="T34" fmla="*/ 188 w 244"/>
                <a:gd name="T35" fmla="*/ 78 h 320"/>
                <a:gd name="T36" fmla="*/ 202 w 244"/>
                <a:gd name="T37" fmla="*/ 161 h 320"/>
                <a:gd name="T38" fmla="*/ 223 w 244"/>
                <a:gd name="T39" fmla="*/ 181 h 320"/>
                <a:gd name="T40" fmla="*/ 224 w 244"/>
                <a:gd name="T41" fmla="*/ 181 h 320"/>
                <a:gd name="T42" fmla="*/ 244 w 244"/>
                <a:gd name="T43" fmla="*/ 159 h 320"/>
                <a:gd name="T44" fmla="*/ 182 w 244"/>
                <a:gd name="T45" fmla="*/ 4 h 320"/>
                <a:gd name="T46" fmla="*/ 182 w 244"/>
                <a:gd name="T47" fmla="*/ 3 h 320"/>
                <a:gd name="T48" fmla="*/ 172 w 244"/>
                <a:gd name="T49" fmla="*/ 0 h 320"/>
                <a:gd name="T50" fmla="*/ 164 w 244"/>
                <a:gd name="T51" fmla="*/ 0 h 320"/>
                <a:gd name="T52" fmla="*/ 122 w 244"/>
                <a:gd name="T53" fmla="*/ 13 h 320"/>
                <a:gd name="T54" fmla="*/ 80 w 244"/>
                <a:gd name="T55" fmla="*/ 0 h 320"/>
                <a:gd name="T56" fmla="*/ 72 w 244"/>
                <a:gd name="T57" fmla="*/ 0 h 320"/>
                <a:gd name="T58" fmla="*/ 62 w 244"/>
                <a:gd name="T59" fmla="*/ 4 h 320"/>
                <a:gd name="T60" fmla="*/ 62 w 244"/>
                <a:gd name="T61" fmla="*/ 4 h 320"/>
                <a:gd name="T62" fmla="*/ 0 w 244"/>
                <a:gd name="T63" fmla="*/ 159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4" h="320">
                  <a:moveTo>
                    <a:pt x="0" y="159"/>
                  </a:moveTo>
                  <a:cubicBezTo>
                    <a:pt x="0" y="171"/>
                    <a:pt x="9" y="181"/>
                    <a:pt x="21" y="181"/>
                  </a:cubicBezTo>
                  <a:cubicBezTo>
                    <a:pt x="21" y="181"/>
                    <a:pt x="21" y="181"/>
                    <a:pt x="21" y="181"/>
                  </a:cubicBezTo>
                  <a:cubicBezTo>
                    <a:pt x="33" y="181"/>
                    <a:pt x="42" y="172"/>
                    <a:pt x="42" y="161"/>
                  </a:cubicBezTo>
                  <a:cubicBezTo>
                    <a:pt x="44" y="122"/>
                    <a:pt x="49" y="96"/>
                    <a:pt x="56" y="78"/>
                  </a:cubicBezTo>
                  <a:cubicBezTo>
                    <a:pt x="56" y="178"/>
                    <a:pt x="56" y="178"/>
                    <a:pt x="56" y="178"/>
                  </a:cubicBezTo>
                  <a:cubicBezTo>
                    <a:pt x="56" y="178"/>
                    <a:pt x="56" y="178"/>
                    <a:pt x="56" y="178"/>
                  </a:cubicBezTo>
                  <a:cubicBezTo>
                    <a:pt x="56" y="290"/>
                    <a:pt x="56" y="290"/>
                    <a:pt x="56" y="290"/>
                  </a:cubicBezTo>
                  <a:cubicBezTo>
                    <a:pt x="56" y="306"/>
                    <a:pt x="70" y="320"/>
                    <a:pt x="86" y="320"/>
                  </a:cubicBezTo>
                  <a:cubicBezTo>
                    <a:pt x="103" y="320"/>
                    <a:pt x="116" y="306"/>
                    <a:pt x="116" y="290"/>
                  </a:cubicBezTo>
                  <a:cubicBezTo>
                    <a:pt x="116" y="194"/>
                    <a:pt x="116" y="194"/>
                    <a:pt x="116" y="194"/>
                  </a:cubicBezTo>
                  <a:cubicBezTo>
                    <a:pt x="128" y="194"/>
                    <a:pt x="128" y="194"/>
                    <a:pt x="128" y="194"/>
                  </a:cubicBezTo>
                  <a:cubicBezTo>
                    <a:pt x="128" y="290"/>
                    <a:pt x="128" y="290"/>
                    <a:pt x="128" y="290"/>
                  </a:cubicBezTo>
                  <a:cubicBezTo>
                    <a:pt x="128" y="306"/>
                    <a:pt x="142" y="320"/>
                    <a:pt x="158" y="320"/>
                  </a:cubicBezTo>
                  <a:cubicBezTo>
                    <a:pt x="175" y="320"/>
                    <a:pt x="188" y="306"/>
                    <a:pt x="188" y="290"/>
                  </a:cubicBezTo>
                  <a:cubicBezTo>
                    <a:pt x="188" y="143"/>
                    <a:pt x="188" y="143"/>
                    <a:pt x="188" y="143"/>
                  </a:cubicBezTo>
                  <a:cubicBezTo>
                    <a:pt x="188" y="143"/>
                    <a:pt x="188" y="143"/>
                    <a:pt x="188" y="143"/>
                  </a:cubicBezTo>
                  <a:cubicBezTo>
                    <a:pt x="188" y="78"/>
                    <a:pt x="188" y="78"/>
                    <a:pt x="188" y="78"/>
                  </a:cubicBezTo>
                  <a:cubicBezTo>
                    <a:pt x="195" y="96"/>
                    <a:pt x="201" y="122"/>
                    <a:pt x="202" y="161"/>
                  </a:cubicBezTo>
                  <a:cubicBezTo>
                    <a:pt x="202" y="172"/>
                    <a:pt x="212" y="181"/>
                    <a:pt x="223" y="181"/>
                  </a:cubicBezTo>
                  <a:cubicBezTo>
                    <a:pt x="223" y="181"/>
                    <a:pt x="223" y="181"/>
                    <a:pt x="224" y="181"/>
                  </a:cubicBezTo>
                  <a:cubicBezTo>
                    <a:pt x="235" y="181"/>
                    <a:pt x="244" y="171"/>
                    <a:pt x="244" y="159"/>
                  </a:cubicBezTo>
                  <a:cubicBezTo>
                    <a:pt x="240" y="32"/>
                    <a:pt x="188" y="6"/>
                    <a:pt x="182" y="4"/>
                  </a:cubicBezTo>
                  <a:cubicBezTo>
                    <a:pt x="182" y="4"/>
                    <a:pt x="182" y="4"/>
                    <a:pt x="182" y="3"/>
                  </a:cubicBezTo>
                  <a:cubicBezTo>
                    <a:pt x="179" y="1"/>
                    <a:pt x="176" y="0"/>
                    <a:pt x="172" y="0"/>
                  </a:cubicBezTo>
                  <a:cubicBezTo>
                    <a:pt x="164" y="0"/>
                    <a:pt x="164" y="0"/>
                    <a:pt x="164" y="0"/>
                  </a:cubicBezTo>
                  <a:cubicBezTo>
                    <a:pt x="152" y="8"/>
                    <a:pt x="138" y="13"/>
                    <a:pt x="122" y="13"/>
                  </a:cubicBezTo>
                  <a:cubicBezTo>
                    <a:pt x="106" y="13"/>
                    <a:pt x="92" y="8"/>
                    <a:pt x="80" y="0"/>
                  </a:cubicBezTo>
                  <a:cubicBezTo>
                    <a:pt x="72" y="0"/>
                    <a:pt x="72" y="0"/>
                    <a:pt x="72" y="0"/>
                  </a:cubicBezTo>
                  <a:cubicBezTo>
                    <a:pt x="68" y="0"/>
                    <a:pt x="65" y="1"/>
                    <a:pt x="62" y="4"/>
                  </a:cubicBezTo>
                  <a:cubicBezTo>
                    <a:pt x="62" y="4"/>
                    <a:pt x="62" y="4"/>
                    <a:pt x="62" y="4"/>
                  </a:cubicBezTo>
                  <a:cubicBezTo>
                    <a:pt x="56" y="6"/>
                    <a:pt x="5" y="32"/>
                    <a:pt x="0" y="1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 name="Oval 117"/>
            <p:cNvSpPr>
              <a:spLocks noChangeArrowheads="1"/>
            </p:cNvSpPr>
            <p:nvPr/>
          </p:nvSpPr>
          <p:spPr bwMode="auto">
            <a:xfrm>
              <a:off x="8693150" y="3624263"/>
              <a:ext cx="192087" cy="1936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 name="Freeform 118"/>
            <p:cNvSpPr>
              <a:spLocks/>
            </p:cNvSpPr>
            <p:nvPr/>
          </p:nvSpPr>
          <p:spPr bwMode="auto">
            <a:xfrm>
              <a:off x="8099425" y="3805238"/>
              <a:ext cx="61912" cy="61913"/>
            </a:xfrm>
            <a:custGeom>
              <a:avLst/>
              <a:gdLst>
                <a:gd name="T0" fmla="*/ 30 w 39"/>
                <a:gd name="T1" fmla="*/ 21 h 39"/>
                <a:gd name="T2" fmla="*/ 32 w 39"/>
                <a:gd name="T3" fmla="*/ 24 h 39"/>
                <a:gd name="T4" fmla="*/ 32 w 39"/>
                <a:gd name="T5" fmla="*/ 26 h 39"/>
                <a:gd name="T6" fmla="*/ 30 w 39"/>
                <a:gd name="T7" fmla="*/ 28 h 39"/>
                <a:gd name="T8" fmla="*/ 13 w 39"/>
                <a:gd name="T9" fmla="*/ 24 h 39"/>
                <a:gd name="T10" fmla="*/ 14 w 39"/>
                <a:gd name="T11" fmla="*/ 8 h 39"/>
                <a:gd name="T12" fmla="*/ 17 w 39"/>
                <a:gd name="T13" fmla="*/ 6 h 39"/>
                <a:gd name="T14" fmla="*/ 19 w 39"/>
                <a:gd name="T15" fmla="*/ 7 h 39"/>
                <a:gd name="T16" fmla="*/ 21 w 39"/>
                <a:gd name="T17" fmla="*/ 10 h 39"/>
                <a:gd name="T18" fmla="*/ 25 w 39"/>
                <a:gd name="T19" fmla="*/ 7 h 39"/>
                <a:gd name="T20" fmla="*/ 20 w 39"/>
                <a:gd name="T21" fmla="*/ 0 h 39"/>
                <a:gd name="T22" fmla="*/ 11 w 39"/>
                <a:gd name="T23" fmla="*/ 4 h 39"/>
                <a:gd name="T24" fmla="*/ 8 w 39"/>
                <a:gd name="T25" fmla="*/ 28 h 39"/>
                <a:gd name="T26" fmla="*/ 32 w 39"/>
                <a:gd name="T27" fmla="*/ 33 h 39"/>
                <a:gd name="T28" fmla="*/ 39 w 39"/>
                <a:gd name="T29" fmla="*/ 25 h 39"/>
                <a:gd name="T30" fmla="*/ 34 w 39"/>
                <a:gd name="T31" fmla="*/ 18 h 39"/>
                <a:gd name="T32" fmla="*/ 30 w 39"/>
                <a:gd name="T33" fmla="*/ 21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9" h="39">
                  <a:moveTo>
                    <a:pt x="30" y="21"/>
                  </a:moveTo>
                  <a:cubicBezTo>
                    <a:pt x="32" y="24"/>
                    <a:pt x="32" y="24"/>
                    <a:pt x="32" y="24"/>
                  </a:cubicBezTo>
                  <a:cubicBezTo>
                    <a:pt x="33" y="25"/>
                    <a:pt x="33" y="25"/>
                    <a:pt x="32" y="26"/>
                  </a:cubicBezTo>
                  <a:cubicBezTo>
                    <a:pt x="32" y="27"/>
                    <a:pt x="30" y="28"/>
                    <a:pt x="30" y="28"/>
                  </a:cubicBezTo>
                  <a:cubicBezTo>
                    <a:pt x="23" y="33"/>
                    <a:pt x="18" y="30"/>
                    <a:pt x="13" y="24"/>
                  </a:cubicBezTo>
                  <a:cubicBezTo>
                    <a:pt x="9" y="18"/>
                    <a:pt x="9" y="12"/>
                    <a:pt x="14" y="8"/>
                  </a:cubicBezTo>
                  <a:cubicBezTo>
                    <a:pt x="15" y="7"/>
                    <a:pt x="16" y="6"/>
                    <a:pt x="17" y="6"/>
                  </a:cubicBezTo>
                  <a:cubicBezTo>
                    <a:pt x="18" y="6"/>
                    <a:pt x="18" y="6"/>
                    <a:pt x="19" y="7"/>
                  </a:cubicBezTo>
                  <a:cubicBezTo>
                    <a:pt x="21" y="10"/>
                    <a:pt x="21" y="10"/>
                    <a:pt x="21" y="10"/>
                  </a:cubicBezTo>
                  <a:cubicBezTo>
                    <a:pt x="25" y="7"/>
                    <a:pt x="25" y="7"/>
                    <a:pt x="25" y="7"/>
                  </a:cubicBezTo>
                  <a:cubicBezTo>
                    <a:pt x="20" y="0"/>
                    <a:pt x="20" y="0"/>
                    <a:pt x="20" y="0"/>
                  </a:cubicBezTo>
                  <a:cubicBezTo>
                    <a:pt x="17" y="0"/>
                    <a:pt x="13" y="2"/>
                    <a:pt x="11" y="4"/>
                  </a:cubicBezTo>
                  <a:cubicBezTo>
                    <a:pt x="4" y="9"/>
                    <a:pt x="0" y="17"/>
                    <a:pt x="8" y="28"/>
                  </a:cubicBezTo>
                  <a:cubicBezTo>
                    <a:pt x="15" y="38"/>
                    <a:pt x="24" y="39"/>
                    <a:pt x="32" y="33"/>
                  </a:cubicBezTo>
                  <a:cubicBezTo>
                    <a:pt x="35" y="31"/>
                    <a:pt x="38" y="28"/>
                    <a:pt x="39" y="25"/>
                  </a:cubicBezTo>
                  <a:cubicBezTo>
                    <a:pt x="34" y="18"/>
                    <a:pt x="34" y="18"/>
                    <a:pt x="34" y="18"/>
                  </a:cubicBezTo>
                  <a:lnTo>
                    <a:pt x="30"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 name="Freeform 119"/>
            <p:cNvSpPr>
              <a:spLocks/>
            </p:cNvSpPr>
            <p:nvPr/>
          </p:nvSpPr>
          <p:spPr bwMode="auto">
            <a:xfrm>
              <a:off x="8135938" y="3786188"/>
              <a:ext cx="63500" cy="55563"/>
            </a:xfrm>
            <a:custGeom>
              <a:avLst/>
              <a:gdLst>
                <a:gd name="T0" fmla="*/ 18 w 40"/>
                <a:gd name="T1" fmla="*/ 32 h 35"/>
                <a:gd name="T2" fmla="*/ 21 w 40"/>
                <a:gd name="T3" fmla="*/ 35 h 35"/>
                <a:gd name="T4" fmla="*/ 40 w 40"/>
                <a:gd name="T5" fmla="*/ 21 h 35"/>
                <a:gd name="T6" fmla="*/ 35 w 40"/>
                <a:gd name="T7" fmla="*/ 14 h 35"/>
                <a:gd name="T8" fmla="*/ 31 w 40"/>
                <a:gd name="T9" fmla="*/ 17 h 35"/>
                <a:gd name="T10" fmla="*/ 33 w 40"/>
                <a:gd name="T11" fmla="*/ 19 h 35"/>
                <a:gd name="T12" fmla="*/ 32 w 40"/>
                <a:gd name="T13" fmla="*/ 21 h 35"/>
                <a:gd name="T14" fmla="*/ 25 w 40"/>
                <a:gd name="T15" fmla="*/ 26 h 35"/>
                <a:gd name="T16" fmla="*/ 11 w 40"/>
                <a:gd name="T17" fmla="*/ 7 h 35"/>
                <a:gd name="T18" fmla="*/ 11 w 40"/>
                <a:gd name="T19" fmla="*/ 5 h 35"/>
                <a:gd name="T20" fmla="*/ 12 w 40"/>
                <a:gd name="T21" fmla="*/ 4 h 35"/>
                <a:gd name="T22" fmla="*/ 10 w 40"/>
                <a:gd name="T23" fmla="*/ 0 h 35"/>
                <a:gd name="T24" fmla="*/ 0 w 40"/>
                <a:gd name="T25" fmla="*/ 8 h 35"/>
                <a:gd name="T26" fmla="*/ 3 w 40"/>
                <a:gd name="T27" fmla="*/ 11 h 35"/>
                <a:gd name="T28" fmla="*/ 5 w 40"/>
                <a:gd name="T29" fmla="*/ 9 h 35"/>
                <a:gd name="T30" fmla="*/ 20 w 40"/>
                <a:gd name="T31" fmla="*/ 29 h 35"/>
                <a:gd name="T32" fmla="*/ 20 w 40"/>
                <a:gd name="T33" fmla="*/ 31 h 35"/>
                <a:gd name="T34" fmla="*/ 18 w 40"/>
                <a:gd name="T35" fmla="*/ 3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 h="35">
                  <a:moveTo>
                    <a:pt x="18" y="32"/>
                  </a:moveTo>
                  <a:cubicBezTo>
                    <a:pt x="21" y="35"/>
                    <a:pt x="21" y="35"/>
                    <a:pt x="21" y="35"/>
                  </a:cubicBezTo>
                  <a:cubicBezTo>
                    <a:pt x="40" y="21"/>
                    <a:pt x="40" y="21"/>
                    <a:pt x="40" y="21"/>
                  </a:cubicBezTo>
                  <a:cubicBezTo>
                    <a:pt x="35" y="14"/>
                    <a:pt x="35" y="14"/>
                    <a:pt x="35" y="14"/>
                  </a:cubicBezTo>
                  <a:cubicBezTo>
                    <a:pt x="31" y="17"/>
                    <a:pt x="31" y="17"/>
                    <a:pt x="31" y="17"/>
                  </a:cubicBezTo>
                  <a:cubicBezTo>
                    <a:pt x="33" y="19"/>
                    <a:pt x="33" y="19"/>
                    <a:pt x="33" y="19"/>
                  </a:cubicBezTo>
                  <a:cubicBezTo>
                    <a:pt x="33" y="20"/>
                    <a:pt x="33" y="21"/>
                    <a:pt x="32" y="21"/>
                  </a:cubicBezTo>
                  <a:cubicBezTo>
                    <a:pt x="25" y="26"/>
                    <a:pt x="25" y="26"/>
                    <a:pt x="25" y="26"/>
                  </a:cubicBezTo>
                  <a:cubicBezTo>
                    <a:pt x="11" y="7"/>
                    <a:pt x="11" y="7"/>
                    <a:pt x="11" y="7"/>
                  </a:cubicBezTo>
                  <a:cubicBezTo>
                    <a:pt x="10" y="6"/>
                    <a:pt x="11" y="5"/>
                    <a:pt x="11" y="5"/>
                  </a:cubicBezTo>
                  <a:cubicBezTo>
                    <a:pt x="12" y="4"/>
                    <a:pt x="12" y="4"/>
                    <a:pt x="12" y="4"/>
                  </a:cubicBezTo>
                  <a:cubicBezTo>
                    <a:pt x="10" y="0"/>
                    <a:pt x="10" y="0"/>
                    <a:pt x="10" y="0"/>
                  </a:cubicBezTo>
                  <a:cubicBezTo>
                    <a:pt x="0" y="8"/>
                    <a:pt x="0" y="8"/>
                    <a:pt x="0" y="8"/>
                  </a:cubicBezTo>
                  <a:cubicBezTo>
                    <a:pt x="3" y="11"/>
                    <a:pt x="3" y="11"/>
                    <a:pt x="3" y="11"/>
                  </a:cubicBezTo>
                  <a:cubicBezTo>
                    <a:pt x="5" y="9"/>
                    <a:pt x="5" y="9"/>
                    <a:pt x="5" y="9"/>
                  </a:cubicBezTo>
                  <a:cubicBezTo>
                    <a:pt x="20" y="29"/>
                    <a:pt x="20" y="29"/>
                    <a:pt x="20" y="29"/>
                  </a:cubicBezTo>
                  <a:cubicBezTo>
                    <a:pt x="20" y="30"/>
                    <a:pt x="20" y="31"/>
                    <a:pt x="20" y="31"/>
                  </a:cubicBezTo>
                  <a:lnTo>
                    <a:pt x="18"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 name="Freeform 120"/>
            <p:cNvSpPr>
              <a:spLocks noEditPoints="1"/>
            </p:cNvSpPr>
            <p:nvPr/>
          </p:nvSpPr>
          <p:spPr bwMode="auto">
            <a:xfrm>
              <a:off x="8181975" y="3754438"/>
              <a:ext cx="63500" cy="63500"/>
            </a:xfrm>
            <a:custGeom>
              <a:avLst/>
              <a:gdLst>
                <a:gd name="T0" fmla="*/ 5 w 40"/>
                <a:gd name="T1" fmla="*/ 9 h 40"/>
                <a:gd name="T2" fmla="*/ 12 w 40"/>
                <a:gd name="T3" fmla="*/ 33 h 40"/>
                <a:gd name="T4" fmla="*/ 12 w 40"/>
                <a:gd name="T5" fmla="*/ 36 h 40"/>
                <a:gd name="T6" fmla="*/ 11 w 40"/>
                <a:gd name="T7" fmla="*/ 37 h 40"/>
                <a:gd name="T8" fmla="*/ 13 w 40"/>
                <a:gd name="T9" fmla="*/ 40 h 40"/>
                <a:gd name="T10" fmla="*/ 22 w 40"/>
                <a:gd name="T11" fmla="*/ 33 h 40"/>
                <a:gd name="T12" fmla="*/ 20 w 40"/>
                <a:gd name="T13" fmla="*/ 30 h 40"/>
                <a:gd name="T14" fmla="*/ 18 w 40"/>
                <a:gd name="T15" fmla="*/ 31 h 40"/>
                <a:gd name="T16" fmla="*/ 16 w 40"/>
                <a:gd name="T17" fmla="*/ 26 h 40"/>
                <a:gd name="T18" fmla="*/ 25 w 40"/>
                <a:gd name="T19" fmla="*/ 19 h 40"/>
                <a:gd name="T20" fmla="*/ 29 w 40"/>
                <a:gd name="T21" fmla="*/ 21 h 40"/>
                <a:gd name="T22" fmla="*/ 29 w 40"/>
                <a:gd name="T23" fmla="*/ 23 h 40"/>
                <a:gd name="T24" fmla="*/ 28 w 40"/>
                <a:gd name="T25" fmla="*/ 24 h 40"/>
                <a:gd name="T26" fmla="*/ 30 w 40"/>
                <a:gd name="T27" fmla="*/ 27 h 40"/>
                <a:gd name="T28" fmla="*/ 40 w 40"/>
                <a:gd name="T29" fmla="*/ 20 h 40"/>
                <a:gd name="T30" fmla="*/ 38 w 40"/>
                <a:gd name="T31" fmla="*/ 17 h 40"/>
                <a:gd name="T32" fmla="*/ 36 w 40"/>
                <a:gd name="T33" fmla="*/ 18 h 40"/>
                <a:gd name="T34" fmla="*/ 9 w 40"/>
                <a:gd name="T35" fmla="*/ 0 h 40"/>
                <a:gd name="T36" fmla="*/ 0 w 40"/>
                <a:gd name="T37" fmla="*/ 7 h 40"/>
                <a:gd name="T38" fmla="*/ 2 w 40"/>
                <a:gd name="T39" fmla="*/ 10 h 40"/>
                <a:gd name="T40" fmla="*/ 5 w 40"/>
                <a:gd name="T41" fmla="*/ 9 h 40"/>
                <a:gd name="T42" fmla="*/ 9 w 40"/>
                <a:gd name="T43" fmla="*/ 7 h 40"/>
                <a:gd name="T44" fmla="*/ 22 w 40"/>
                <a:gd name="T45" fmla="*/ 16 h 40"/>
                <a:gd name="T46" fmla="*/ 14 w 40"/>
                <a:gd name="T47" fmla="*/ 21 h 40"/>
                <a:gd name="T48" fmla="*/ 9 w 40"/>
                <a:gd name="T49" fmla="*/ 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0" h="40">
                  <a:moveTo>
                    <a:pt x="5" y="9"/>
                  </a:moveTo>
                  <a:cubicBezTo>
                    <a:pt x="12" y="33"/>
                    <a:pt x="12" y="33"/>
                    <a:pt x="12" y="33"/>
                  </a:cubicBezTo>
                  <a:cubicBezTo>
                    <a:pt x="13" y="34"/>
                    <a:pt x="13" y="35"/>
                    <a:pt x="12" y="36"/>
                  </a:cubicBezTo>
                  <a:cubicBezTo>
                    <a:pt x="11" y="37"/>
                    <a:pt x="11" y="37"/>
                    <a:pt x="11" y="37"/>
                  </a:cubicBezTo>
                  <a:cubicBezTo>
                    <a:pt x="13" y="40"/>
                    <a:pt x="13" y="40"/>
                    <a:pt x="13" y="40"/>
                  </a:cubicBezTo>
                  <a:cubicBezTo>
                    <a:pt x="22" y="33"/>
                    <a:pt x="22" y="33"/>
                    <a:pt x="22" y="33"/>
                  </a:cubicBezTo>
                  <a:cubicBezTo>
                    <a:pt x="20" y="30"/>
                    <a:pt x="20" y="30"/>
                    <a:pt x="20" y="30"/>
                  </a:cubicBezTo>
                  <a:cubicBezTo>
                    <a:pt x="18" y="31"/>
                    <a:pt x="18" y="31"/>
                    <a:pt x="18" y="31"/>
                  </a:cubicBezTo>
                  <a:cubicBezTo>
                    <a:pt x="16" y="26"/>
                    <a:pt x="16" y="26"/>
                    <a:pt x="16" y="26"/>
                  </a:cubicBezTo>
                  <a:cubicBezTo>
                    <a:pt x="25" y="19"/>
                    <a:pt x="25" y="19"/>
                    <a:pt x="25" y="19"/>
                  </a:cubicBezTo>
                  <a:cubicBezTo>
                    <a:pt x="29" y="21"/>
                    <a:pt x="29" y="21"/>
                    <a:pt x="29" y="21"/>
                  </a:cubicBezTo>
                  <a:cubicBezTo>
                    <a:pt x="30" y="22"/>
                    <a:pt x="30" y="22"/>
                    <a:pt x="29" y="23"/>
                  </a:cubicBezTo>
                  <a:cubicBezTo>
                    <a:pt x="28" y="24"/>
                    <a:pt x="28" y="24"/>
                    <a:pt x="28" y="24"/>
                  </a:cubicBezTo>
                  <a:cubicBezTo>
                    <a:pt x="30" y="27"/>
                    <a:pt x="30" y="27"/>
                    <a:pt x="30" y="27"/>
                  </a:cubicBezTo>
                  <a:cubicBezTo>
                    <a:pt x="40" y="20"/>
                    <a:pt x="40" y="20"/>
                    <a:pt x="40" y="20"/>
                  </a:cubicBezTo>
                  <a:cubicBezTo>
                    <a:pt x="38" y="17"/>
                    <a:pt x="38" y="17"/>
                    <a:pt x="38" y="17"/>
                  </a:cubicBezTo>
                  <a:cubicBezTo>
                    <a:pt x="36" y="18"/>
                    <a:pt x="36" y="18"/>
                    <a:pt x="36" y="18"/>
                  </a:cubicBezTo>
                  <a:cubicBezTo>
                    <a:pt x="9" y="0"/>
                    <a:pt x="9" y="0"/>
                    <a:pt x="9" y="0"/>
                  </a:cubicBezTo>
                  <a:cubicBezTo>
                    <a:pt x="0" y="7"/>
                    <a:pt x="0" y="7"/>
                    <a:pt x="0" y="7"/>
                  </a:cubicBezTo>
                  <a:cubicBezTo>
                    <a:pt x="2" y="10"/>
                    <a:pt x="2" y="10"/>
                    <a:pt x="2" y="10"/>
                  </a:cubicBezTo>
                  <a:lnTo>
                    <a:pt x="5" y="9"/>
                  </a:lnTo>
                  <a:close/>
                  <a:moveTo>
                    <a:pt x="9" y="7"/>
                  </a:moveTo>
                  <a:cubicBezTo>
                    <a:pt x="22" y="16"/>
                    <a:pt x="22" y="16"/>
                    <a:pt x="22" y="16"/>
                  </a:cubicBezTo>
                  <a:cubicBezTo>
                    <a:pt x="14" y="21"/>
                    <a:pt x="14" y="21"/>
                    <a:pt x="14" y="21"/>
                  </a:cubicBezTo>
                  <a:cubicBezTo>
                    <a:pt x="9" y="7"/>
                    <a:pt x="9" y="7"/>
                    <a:pt x="9"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 name="Freeform 121"/>
            <p:cNvSpPr>
              <a:spLocks/>
            </p:cNvSpPr>
            <p:nvPr/>
          </p:nvSpPr>
          <p:spPr bwMode="auto">
            <a:xfrm>
              <a:off x="8216900" y="3727450"/>
              <a:ext cx="47625" cy="55563"/>
            </a:xfrm>
            <a:custGeom>
              <a:avLst/>
              <a:gdLst>
                <a:gd name="T0" fmla="*/ 25 w 30"/>
                <a:gd name="T1" fmla="*/ 26 h 35"/>
                <a:gd name="T2" fmla="*/ 11 w 30"/>
                <a:gd name="T3" fmla="*/ 6 h 35"/>
                <a:gd name="T4" fmla="*/ 11 w 30"/>
                <a:gd name="T5" fmla="*/ 4 h 35"/>
                <a:gd name="T6" fmla="*/ 12 w 30"/>
                <a:gd name="T7" fmla="*/ 3 h 35"/>
                <a:gd name="T8" fmla="*/ 10 w 30"/>
                <a:gd name="T9" fmla="*/ 0 h 35"/>
                <a:gd name="T10" fmla="*/ 0 w 30"/>
                <a:gd name="T11" fmla="*/ 7 h 35"/>
                <a:gd name="T12" fmla="*/ 2 w 30"/>
                <a:gd name="T13" fmla="*/ 11 h 35"/>
                <a:gd name="T14" fmla="*/ 5 w 30"/>
                <a:gd name="T15" fmla="*/ 9 h 35"/>
                <a:gd name="T16" fmla="*/ 19 w 30"/>
                <a:gd name="T17" fmla="*/ 29 h 35"/>
                <a:gd name="T18" fmla="*/ 19 w 30"/>
                <a:gd name="T19" fmla="*/ 31 h 35"/>
                <a:gd name="T20" fmla="*/ 18 w 30"/>
                <a:gd name="T21" fmla="*/ 32 h 35"/>
                <a:gd name="T22" fmla="*/ 20 w 30"/>
                <a:gd name="T23" fmla="*/ 35 h 35"/>
                <a:gd name="T24" fmla="*/ 30 w 30"/>
                <a:gd name="T25" fmla="*/ 28 h 35"/>
                <a:gd name="T26" fmla="*/ 28 w 30"/>
                <a:gd name="T27" fmla="*/ 25 h 35"/>
                <a:gd name="T28" fmla="*/ 25 w 30"/>
                <a:gd name="T29" fmla="*/ 2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 h="35">
                  <a:moveTo>
                    <a:pt x="25" y="26"/>
                  </a:moveTo>
                  <a:cubicBezTo>
                    <a:pt x="11" y="6"/>
                    <a:pt x="11" y="6"/>
                    <a:pt x="11" y="6"/>
                  </a:cubicBezTo>
                  <a:cubicBezTo>
                    <a:pt x="10" y="6"/>
                    <a:pt x="10" y="5"/>
                    <a:pt x="11" y="4"/>
                  </a:cubicBezTo>
                  <a:cubicBezTo>
                    <a:pt x="12" y="3"/>
                    <a:pt x="12" y="3"/>
                    <a:pt x="12" y="3"/>
                  </a:cubicBezTo>
                  <a:cubicBezTo>
                    <a:pt x="10" y="0"/>
                    <a:pt x="10" y="0"/>
                    <a:pt x="10" y="0"/>
                  </a:cubicBezTo>
                  <a:cubicBezTo>
                    <a:pt x="0" y="7"/>
                    <a:pt x="0" y="7"/>
                    <a:pt x="0" y="7"/>
                  </a:cubicBezTo>
                  <a:cubicBezTo>
                    <a:pt x="2" y="11"/>
                    <a:pt x="2" y="11"/>
                    <a:pt x="2" y="11"/>
                  </a:cubicBezTo>
                  <a:cubicBezTo>
                    <a:pt x="5" y="9"/>
                    <a:pt x="5" y="9"/>
                    <a:pt x="5" y="9"/>
                  </a:cubicBezTo>
                  <a:cubicBezTo>
                    <a:pt x="19" y="29"/>
                    <a:pt x="19" y="29"/>
                    <a:pt x="19" y="29"/>
                  </a:cubicBezTo>
                  <a:cubicBezTo>
                    <a:pt x="20" y="30"/>
                    <a:pt x="20" y="30"/>
                    <a:pt x="19" y="31"/>
                  </a:cubicBezTo>
                  <a:cubicBezTo>
                    <a:pt x="18" y="32"/>
                    <a:pt x="18" y="32"/>
                    <a:pt x="18" y="32"/>
                  </a:cubicBezTo>
                  <a:cubicBezTo>
                    <a:pt x="20" y="35"/>
                    <a:pt x="20" y="35"/>
                    <a:pt x="20" y="35"/>
                  </a:cubicBezTo>
                  <a:cubicBezTo>
                    <a:pt x="30" y="28"/>
                    <a:pt x="30" y="28"/>
                    <a:pt x="30" y="28"/>
                  </a:cubicBezTo>
                  <a:cubicBezTo>
                    <a:pt x="28" y="25"/>
                    <a:pt x="28" y="25"/>
                    <a:pt x="28" y="25"/>
                  </a:cubicBezTo>
                  <a:lnTo>
                    <a:pt x="25"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 name="Freeform 122"/>
            <p:cNvSpPr>
              <a:spLocks/>
            </p:cNvSpPr>
            <p:nvPr/>
          </p:nvSpPr>
          <p:spPr bwMode="auto">
            <a:xfrm>
              <a:off x="8239125" y="3686175"/>
              <a:ext cx="82550" cy="82550"/>
            </a:xfrm>
            <a:custGeom>
              <a:avLst/>
              <a:gdLst>
                <a:gd name="T0" fmla="*/ 8 w 52"/>
                <a:gd name="T1" fmla="*/ 17 h 52"/>
                <a:gd name="T2" fmla="*/ 0 w 52"/>
                <a:gd name="T3" fmla="*/ 23 h 52"/>
                <a:gd name="T4" fmla="*/ 3 w 52"/>
                <a:gd name="T5" fmla="*/ 26 h 52"/>
                <a:gd name="T6" fmla="*/ 5 w 52"/>
                <a:gd name="T7" fmla="*/ 25 h 52"/>
                <a:gd name="T8" fmla="*/ 18 w 52"/>
                <a:gd name="T9" fmla="*/ 45 h 52"/>
                <a:gd name="T10" fmla="*/ 18 w 52"/>
                <a:gd name="T11" fmla="*/ 48 h 52"/>
                <a:gd name="T12" fmla="*/ 17 w 52"/>
                <a:gd name="T13" fmla="*/ 49 h 52"/>
                <a:gd name="T14" fmla="*/ 19 w 52"/>
                <a:gd name="T15" fmla="*/ 52 h 52"/>
                <a:gd name="T16" fmla="*/ 28 w 52"/>
                <a:gd name="T17" fmla="*/ 45 h 52"/>
                <a:gd name="T18" fmla="*/ 26 w 52"/>
                <a:gd name="T19" fmla="*/ 42 h 52"/>
                <a:gd name="T20" fmla="*/ 24 w 52"/>
                <a:gd name="T21" fmla="*/ 43 h 52"/>
                <a:gd name="T22" fmla="*/ 12 w 52"/>
                <a:gd name="T23" fmla="*/ 26 h 52"/>
                <a:gd name="T24" fmla="*/ 12 w 52"/>
                <a:gd name="T25" fmla="*/ 26 h 52"/>
                <a:gd name="T26" fmla="*/ 31 w 52"/>
                <a:gd name="T27" fmla="*/ 38 h 52"/>
                <a:gd name="T28" fmla="*/ 35 w 52"/>
                <a:gd name="T29" fmla="*/ 35 h 52"/>
                <a:gd name="T30" fmla="*/ 29 w 52"/>
                <a:gd name="T31" fmla="*/ 13 h 52"/>
                <a:gd name="T32" fmla="*/ 29 w 52"/>
                <a:gd name="T33" fmla="*/ 13 h 52"/>
                <a:gd name="T34" fmla="*/ 42 w 52"/>
                <a:gd name="T35" fmla="*/ 28 h 52"/>
                <a:gd name="T36" fmla="*/ 42 w 52"/>
                <a:gd name="T37" fmla="*/ 30 h 52"/>
                <a:gd name="T38" fmla="*/ 41 w 52"/>
                <a:gd name="T39" fmla="*/ 31 h 52"/>
                <a:gd name="T40" fmla="*/ 43 w 52"/>
                <a:gd name="T41" fmla="*/ 34 h 52"/>
                <a:gd name="T42" fmla="*/ 52 w 52"/>
                <a:gd name="T43" fmla="*/ 27 h 52"/>
                <a:gd name="T44" fmla="*/ 50 w 52"/>
                <a:gd name="T45" fmla="*/ 24 h 52"/>
                <a:gd name="T46" fmla="*/ 48 w 52"/>
                <a:gd name="T47" fmla="*/ 25 h 52"/>
                <a:gd name="T48" fmla="*/ 32 w 52"/>
                <a:gd name="T49" fmla="*/ 7 h 52"/>
                <a:gd name="T50" fmla="*/ 32 w 52"/>
                <a:gd name="T51" fmla="*/ 4 h 52"/>
                <a:gd name="T52" fmla="*/ 33 w 52"/>
                <a:gd name="T53" fmla="*/ 3 h 52"/>
                <a:gd name="T54" fmla="*/ 31 w 52"/>
                <a:gd name="T55" fmla="*/ 0 h 52"/>
                <a:gd name="T56" fmla="*/ 22 w 52"/>
                <a:gd name="T57" fmla="*/ 6 h 52"/>
                <a:gd name="T58" fmla="*/ 29 w 52"/>
                <a:gd name="T59" fmla="*/ 30 h 52"/>
                <a:gd name="T60" fmla="*/ 29 w 52"/>
                <a:gd name="T61" fmla="*/ 30 h 52"/>
                <a:gd name="T62" fmla="*/ 8 w 52"/>
                <a:gd name="T63" fmla="*/ 1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2" h="52">
                  <a:moveTo>
                    <a:pt x="8" y="17"/>
                  </a:moveTo>
                  <a:cubicBezTo>
                    <a:pt x="0" y="23"/>
                    <a:pt x="0" y="23"/>
                    <a:pt x="0" y="23"/>
                  </a:cubicBezTo>
                  <a:cubicBezTo>
                    <a:pt x="3" y="26"/>
                    <a:pt x="3" y="26"/>
                    <a:pt x="3" y="26"/>
                  </a:cubicBezTo>
                  <a:cubicBezTo>
                    <a:pt x="5" y="25"/>
                    <a:pt x="5" y="25"/>
                    <a:pt x="5" y="25"/>
                  </a:cubicBezTo>
                  <a:cubicBezTo>
                    <a:pt x="18" y="45"/>
                    <a:pt x="18" y="45"/>
                    <a:pt x="18" y="45"/>
                  </a:cubicBezTo>
                  <a:cubicBezTo>
                    <a:pt x="19" y="46"/>
                    <a:pt x="19" y="47"/>
                    <a:pt x="18" y="48"/>
                  </a:cubicBezTo>
                  <a:cubicBezTo>
                    <a:pt x="17" y="49"/>
                    <a:pt x="17" y="49"/>
                    <a:pt x="17" y="49"/>
                  </a:cubicBezTo>
                  <a:cubicBezTo>
                    <a:pt x="19" y="52"/>
                    <a:pt x="19" y="52"/>
                    <a:pt x="19" y="52"/>
                  </a:cubicBezTo>
                  <a:cubicBezTo>
                    <a:pt x="28" y="45"/>
                    <a:pt x="28" y="45"/>
                    <a:pt x="28" y="45"/>
                  </a:cubicBezTo>
                  <a:cubicBezTo>
                    <a:pt x="26" y="42"/>
                    <a:pt x="26" y="42"/>
                    <a:pt x="26" y="42"/>
                  </a:cubicBezTo>
                  <a:cubicBezTo>
                    <a:pt x="24" y="43"/>
                    <a:pt x="24" y="43"/>
                    <a:pt x="24" y="43"/>
                  </a:cubicBezTo>
                  <a:cubicBezTo>
                    <a:pt x="12" y="26"/>
                    <a:pt x="12" y="26"/>
                    <a:pt x="12" y="26"/>
                  </a:cubicBezTo>
                  <a:cubicBezTo>
                    <a:pt x="12" y="26"/>
                    <a:pt x="12" y="26"/>
                    <a:pt x="12" y="26"/>
                  </a:cubicBezTo>
                  <a:cubicBezTo>
                    <a:pt x="31" y="38"/>
                    <a:pt x="31" y="38"/>
                    <a:pt x="31" y="38"/>
                  </a:cubicBezTo>
                  <a:cubicBezTo>
                    <a:pt x="35" y="35"/>
                    <a:pt x="35" y="35"/>
                    <a:pt x="35" y="35"/>
                  </a:cubicBezTo>
                  <a:cubicBezTo>
                    <a:pt x="29" y="13"/>
                    <a:pt x="29" y="13"/>
                    <a:pt x="29" y="13"/>
                  </a:cubicBezTo>
                  <a:cubicBezTo>
                    <a:pt x="29" y="13"/>
                    <a:pt x="29" y="13"/>
                    <a:pt x="29" y="13"/>
                  </a:cubicBezTo>
                  <a:cubicBezTo>
                    <a:pt x="42" y="28"/>
                    <a:pt x="42" y="28"/>
                    <a:pt x="42" y="28"/>
                  </a:cubicBezTo>
                  <a:cubicBezTo>
                    <a:pt x="43" y="29"/>
                    <a:pt x="43" y="29"/>
                    <a:pt x="42" y="30"/>
                  </a:cubicBezTo>
                  <a:cubicBezTo>
                    <a:pt x="41" y="31"/>
                    <a:pt x="41" y="31"/>
                    <a:pt x="41" y="31"/>
                  </a:cubicBezTo>
                  <a:cubicBezTo>
                    <a:pt x="43" y="34"/>
                    <a:pt x="43" y="34"/>
                    <a:pt x="43" y="34"/>
                  </a:cubicBezTo>
                  <a:cubicBezTo>
                    <a:pt x="52" y="27"/>
                    <a:pt x="52" y="27"/>
                    <a:pt x="52" y="27"/>
                  </a:cubicBezTo>
                  <a:cubicBezTo>
                    <a:pt x="50" y="24"/>
                    <a:pt x="50" y="24"/>
                    <a:pt x="50" y="24"/>
                  </a:cubicBezTo>
                  <a:cubicBezTo>
                    <a:pt x="48" y="25"/>
                    <a:pt x="48" y="25"/>
                    <a:pt x="48" y="25"/>
                  </a:cubicBezTo>
                  <a:cubicBezTo>
                    <a:pt x="32" y="7"/>
                    <a:pt x="32" y="7"/>
                    <a:pt x="32" y="7"/>
                  </a:cubicBezTo>
                  <a:cubicBezTo>
                    <a:pt x="31" y="6"/>
                    <a:pt x="31" y="5"/>
                    <a:pt x="32" y="4"/>
                  </a:cubicBezTo>
                  <a:cubicBezTo>
                    <a:pt x="33" y="3"/>
                    <a:pt x="33" y="3"/>
                    <a:pt x="33" y="3"/>
                  </a:cubicBezTo>
                  <a:cubicBezTo>
                    <a:pt x="31" y="0"/>
                    <a:pt x="31" y="0"/>
                    <a:pt x="31" y="0"/>
                  </a:cubicBezTo>
                  <a:cubicBezTo>
                    <a:pt x="22" y="6"/>
                    <a:pt x="22" y="6"/>
                    <a:pt x="22" y="6"/>
                  </a:cubicBezTo>
                  <a:cubicBezTo>
                    <a:pt x="29" y="30"/>
                    <a:pt x="29" y="30"/>
                    <a:pt x="29" y="30"/>
                  </a:cubicBezTo>
                  <a:cubicBezTo>
                    <a:pt x="29" y="30"/>
                    <a:pt x="29" y="30"/>
                    <a:pt x="29" y="30"/>
                  </a:cubicBez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 name="Freeform 123"/>
            <p:cNvSpPr>
              <a:spLocks/>
            </p:cNvSpPr>
            <p:nvPr/>
          </p:nvSpPr>
          <p:spPr bwMode="auto">
            <a:xfrm>
              <a:off x="8297863" y="3662363"/>
              <a:ext cx="55562" cy="61913"/>
            </a:xfrm>
            <a:custGeom>
              <a:avLst/>
              <a:gdLst>
                <a:gd name="T0" fmla="*/ 18 w 35"/>
                <a:gd name="T1" fmla="*/ 22 h 39"/>
                <a:gd name="T2" fmla="*/ 26 w 35"/>
                <a:gd name="T3" fmla="*/ 22 h 39"/>
                <a:gd name="T4" fmla="*/ 24 w 35"/>
                <a:gd name="T5" fmla="*/ 30 h 39"/>
                <a:gd name="T6" fmla="*/ 21 w 35"/>
                <a:gd name="T7" fmla="*/ 32 h 39"/>
                <a:gd name="T8" fmla="*/ 19 w 35"/>
                <a:gd name="T9" fmla="*/ 32 h 39"/>
                <a:gd name="T10" fmla="*/ 17 w 35"/>
                <a:gd name="T11" fmla="*/ 29 h 39"/>
                <a:gd name="T12" fmla="*/ 13 w 35"/>
                <a:gd name="T13" fmla="*/ 32 h 39"/>
                <a:gd name="T14" fmla="*/ 18 w 35"/>
                <a:gd name="T15" fmla="*/ 39 h 39"/>
                <a:gd name="T16" fmla="*/ 27 w 35"/>
                <a:gd name="T17" fmla="*/ 34 h 39"/>
                <a:gd name="T18" fmla="*/ 31 w 35"/>
                <a:gd name="T19" fmla="*/ 18 h 39"/>
                <a:gd name="T20" fmla="*/ 18 w 35"/>
                <a:gd name="T21" fmla="*/ 16 h 39"/>
                <a:gd name="T22" fmla="*/ 9 w 35"/>
                <a:gd name="T23" fmla="*/ 15 h 39"/>
                <a:gd name="T24" fmla="*/ 11 w 35"/>
                <a:gd name="T25" fmla="*/ 8 h 39"/>
                <a:gd name="T26" fmla="*/ 14 w 35"/>
                <a:gd name="T27" fmla="*/ 6 h 39"/>
                <a:gd name="T28" fmla="*/ 16 w 35"/>
                <a:gd name="T29" fmla="*/ 7 h 39"/>
                <a:gd name="T30" fmla="*/ 18 w 35"/>
                <a:gd name="T31" fmla="*/ 10 h 39"/>
                <a:gd name="T32" fmla="*/ 21 w 35"/>
                <a:gd name="T33" fmla="*/ 7 h 39"/>
                <a:gd name="T34" fmla="*/ 17 w 35"/>
                <a:gd name="T35" fmla="*/ 0 h 39"/>
                <a:gd name="T36" fmla="*/ 8 w 35"/>
                <a:gd name="T37" fmla="*/ 4 h 39"/>
                <a:gd name="T38" fmla="*/ 4 w 35"/>
                <a:gd name="T39" fmla="*/ 20 h 39"/>
                <a:gd name="T40" fmla="*/ 18 w 35"/>
                <a:gd name="T41" fmla="*/ 2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39">
                  <a:moveTo>
                    <a:pt x="18" y="22"/>
                  </a:moveTo>
                  <a:cubicBezTo>
                    <a:pt x="21" y="20"/>
                    <a:pt x="24" y="20"/>
                    <a:pt x="26" y="22"/>
                  </a:cubicBezTo>
                  <a:cubicBezTo>
                    <a:pt x="29" y="26"/>
                    <a:pt x="27" y="28"/>
                    <a:pt x="24" y="30"/>
                  </a:cubicBezTo>
                  <a:cubicBezTo>
                    <a:pt x="23" y="31"/>
                    <a:pt x="21" y="32"/>
                    <a:pt x="21" y="32"/>
                  </a:cubicBezTo>
                  <a:cubicBezTo>
                    <a:pt x="20" y="33"/>
                    <a:pt x="20" y="32"/>
                    <a:pt x="19" y="32"/>
                  </a:cubicBezTo>
                  <a:cubicBezTo>
                    <a:pt x="17" y="29"/>
                    <a:pt x="17" y="29"/>
                    <a:pt x="17" y="29"/>
                  </a:cubicBezTo>
                  <a:cubicBezTo>
                    <a:pt x="13" y="32"/>
                    <a:pt x="13" y="32"/>
                    <a:pt x="13" y="32"/>
                  </a:cubicBezTo>
                  <a:cubicBezTo>
                    <a:pt x="18" y="39"/>
                    <a:pt x="18" y="39"/>
                    <a:pt x="18" y="39"/>
                  </a:cubicBezTo>
                  <a:cubicBezTo>
                    <a:pt x="21" y="38"/>
                    <a:pt x="25" y="36"/>
                    <a:pt x="27" y="34"/>
                  </a:cubicBezTo>
                  <a:cubicBezTo>
                    <a:pt x="34" y="29"/>
                    <a:pt x="35" y="23"/>
                    <a:pt x="31" y="18"/>
                  </a:cubicBezTo>
                  <a:cubicBezTo>
                    <a:pt x="27" y="12"/>
                    <a:pt x="22" y="14"/>
                    <a:pt x="18" y="16"/>
                  </a:cubicBezTo>
                  <a:cubicBezTo>
                    <a:pt x="14" y="17"/>
                    <a:pt x="11" y="18"/>
                    <a:pt x="9" y="15"/>
                  </a:cubicBezTo>
                  <a:cubicBezTo>
                    <a:pt x="7" y="12"/>
                    <a:pt x="8" y="10"/>
                    <a:pt x="11" y="8"/>
                  </a:cubicBezTo>
                  <a:cubicBezTo>
                    <a:pt x="12" y="8"/>
                    <a:pt x="13" y="7"/>
                    <a:pt x="14" y="6"/>
                  </a:cubicBezTo>
                  <a:cubicBezTo>
                    <a:pt x="15" y="6"/>
                    <a:pt x="15" y="6"/>
                    <a:pt x="16" y="7"/>
                  </a:cubicBezTo>
                  <a:cubicBezTo>
                    <a:pt x="18" y="10"/>
                    <a:pt x="18" y="10"/>
                    <a:pt x="18" y="10"/>
                  </a:cubicBezTo>
                  <a:cubicBezTo>
                    <a:pt x="21" y="7"/>
                    <a:pt x="21" y="7"/>
                    <a:pt x="21" y="7"/>
                  </a:cubicBezTo>
                  <a:cubicBezTo>
                    <a:pt x="17" y="0"/>
                    <a:pt x="17" y="0"/>
                    <a:pt x="17" y="0"/>
                  </a:cubicBezTo>
                  <a:cubicBezTo>
                    <a:pt x="14" y="1"/>
                    <a:pt x="10" y="2"/>
                    <a:pt x="8" y="4"/>
                  </a:cubicBezTo>
                  <a:cubicBezTo>
                    <a:pt x="2" y="9"/>
                    <a:pt x="0" y="15"/>
                    <a:pt x="4" y="20"/>
                  </a:cubicBezTo>
                  <a:cubicBezTo>
                    <a:pt x="8" y="25"/>
                    <a:pt x="13" y="24"/>
                    <a:pt x="18"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2380561979"/>
      </p:ext>
    </p:extLst>
  </p:cSld>
  <p:clrMapOvr>
    <a:masterClrMapping/>
  </p:clrMapOvr>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6176963" y="831850"/>
            <a:ext cx="1114425" cy="1593850"/>
            <a:chOff x="6176963" y="831850"/>
            <a:chExt cx="1114425" cy="1593850"/>
          </a:xfrm>
          <a:solidFill>
            <a:schemeClr val="tx1">
              <a:lumMod val="65000"/>
              <a:lumOff val="35000"/>
            </a:schemeClr>
          </a:solidFill>
        </p:grpSpPr>
        <p:sp>
          <p:nvSpPr>
            <p:cNvPr id="3" name="Freeform 5"/>
            <p:cNvSpPr>
              <a:spLocks/>
            </p:cNvSpPr>
            <p:nvPr/>
          </p:nvSpPr>
          <p:spPr bwMode="auto">
            <a:xfrm>
              <a:off x="7018338" y="1987550"/>
              <a:ext cx="273050" cy="315913"/>
            </a:xfrm>
            <a:custGeom>
              <a:avLst/>
              <a:gdLst>
                <a:gd name="T0" fmla="*/ 16 w 195"/>
                <a:gd name="T1" fmla="*/ 134 h 226"/>
                <a:gd name="T2" fmla="*/ 50 w 195"/>
                <a:gd name="T3" fmla="*/ 215 h 226"/>
                <a:gd name="T4" fmla="*/ 50 w 195"/>
                <a:gd name="T5" fmla="*/ 215 h 226"/>
                <a:gd name="T6" fmla="*/ 79 w 195"/>
                <a:gd name="T7" fmla="*/ 146 h 226"/>
                <a:gd name="T8" fmla="*/ 108 w 195"/>
                <a:gd name="T9" fmla="*/ 56 h 226"/>
                <a:gd name="T10" fmla="*/ 138 w 195"/>
                <a:gd name="T11" fmla="*/ 139 h 226"/>
                <a:gd name="T12" fmla="*/ 93 w 195"/>
                <a:gd name="T13" fmla="*/ 124 h 226"/>
                <a:gd name="T14" fmla="*/ 163 w 195"/>
                <a:gd name="T15" fmla="*/ 226 h 226"/>
                <a:gd name="T16" fmla="*/ 195 w 195"/>
                <a:gd name="T17" fmla="*/ 106 h 226"/>
                <a:gd name="T18" fmla="*/ 157 w 195"/>
                <a:gd name="T19" fmla="*/ 136 h 226"/>
                <a:gd name="T20" fmla="*/ 149 w 195"/>
                <a:gd name="T21" fmla="*/ 103 h 226"/>
                <a:gd name="T22" fmla="*/ 108 w 195"/>
                <a:gd name="T23" fmla="*/ 36 h 226"/>
                <a:gd name="T24" fmla="*/ 60 w 195"/>
                <a:gd name="T25" fmla="*/ 142 h 226"/>
                <a:gd name="T26" fmla="*/ 50 w 195"/>
                <a:gd name="T27" fmla="*/ 186 h 226"/>
                <a:gd name="T28" fmla="*/ 35 w 195"/>
                <a:gd name="T29" fmla="*/ 130 h 226"/>
                <a:gd name="T30" fmla="*/ 0 w 195"/>
                <a:gd name="T31" fmla="*/ 0 h 226"/>
                <a:gd name="T32" fmla="*/ 5 w 195"/>
                <a:gd name="T33" fmla="*/ 88 h 226"/>
                <a:gd name="T34" fmla="*/ 16 w 195"/>
                <a:gd name="T35" fmla="*/ 134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5" h="226">
                  <a:moveTo>
                    <a:pt x="16" y="134"/>
                  </a:moveTo>
                  <a:cubicBezTo>
                    <a:pt x="29" y="192"/>
                    <a:pt x="34" y="215"/>
                    <a:pt x="50" y="215"/>
                  </a:cubicBezTo>
                  <a:cubicBezTo>
                    <a:pt x="50" y="215"/>
                    <a:pt x="50" y="215"/>
                    <a:pt x="50" y="215"/>
                  </a:cubicBezTo>
                  <a:cubicBezTo>
                    <a:pt x="63" y="214"/>
                    <a:pt x="70" y="199"/>
                    <a:pt x="79" y="146"/>
                  </a:cubicBezTo>
                  <a:cubicBezTo>
                    <a:pt x="94" y="68"/>
                    <a:pt x="105" y="57"/>
                    <a:pt x="108" y="56"/>
                  </a:cubicBezTo>
                  <a:cubicBezTo>
                    <a:pt x="116" y="60"/>
                    <a:pt x="129" y="96"/>
                    <a:pt x="138" y="139"/>
                  </a:cubicBezTo>
                  <a:cubicBezTo>
                    <a:pt x="93" y="124"/>
                    <a:pt x="93" y="124"/>
                    <a:pt x="93" y="124"/>
                  </a:cubicBezTo>
                  <a:cubicBezTo>
                    <a:pt x="163" y="226"/>
                    <a:pt x="163" y="226"/>
                    <a:pt x="163" y="226"/>
                  </a:cubicBezTo>
                  <a:cubicBezTo>
                    <a:pt x="195" y="106"/>
                    <a:pt x="195" y="106"/>
                    <a:pt x="195" y="106"/>
                  </a:cubicBezTo>
                  <a:cubicBezTo>
                    <a:pt x="157" y="136"/>
                    <a:pt x="157" y="136"/>
                    <a:pt x="157" y="136"/>
                  </a:cubicBezTo>
                  <a:cubicBezTo>
                    <a:pt x="155" y="126"/>
                    <a:pt x="153" y="115"/>
                    <a:pt x="149" y="103"/>
                  </a:cubicBezTo>
                  <a:cubicBezTo>
                    <a:pt x="137" y="57"/>
                    <a:pt x="124" y="36"/>
                    <a:pt x="108" y="36"/>
                  </a:cubicBezTo>
                  <a:cubicBezTo>
                    <a:pt x="93" y="35"/>
                    <a:pt x="77" y="48"/>
                    <a:pt x="60" y="142"/>
                  </a:cubicBezTo>
                  <a:cubicBezTo>
                    <a:pt x="55" y="165"/>
                    <a:pt x="52" y="179"/>
                    <a:pt x="50" y="186"/>
                  </a:cubicBezTo>
                  <a:cubicBezTo>
                    <a:pt x="45" y="173"/>
                    <a:pt x="40" y="151"/>
                    <a:pt x="35" y="130"/>
                  </a:cubicBezTo>
                  <a:cubicBezTo>
                    <a:pt x="27" y="92"/>
                    <a:pt x="16" y="44"/>
                    <a:pt x="0" y="0"/>
                  </a:cubicBezTo>
                  <a:cubicBezTo>
                    <a:pt x="2" y="27"/>
                    <a:pt x="4" y="57"/>
                    <a:pt x="5" y="88"/>
                  </a:cubicBezTo>
                  <a:cubicBezTo>
                    <a:pt x="9" y="105"/>
                    <a:pt x="13" y="120"/>
                    <a:pt x="16" y="1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Freeform 6"/>
            <p:cNvSpPr>
              <a:spLocks noEditPoints="1"/>
            </p:cNvSpPr>
            <p:nvPr/>
          </p:nvSpPr>
          <p:spPr bwMode="auto">
            <a:xfrm>
              <a:off x="6289676" y="1273175"/>
              <a:ext cx="782638" cy="1152525"/>
            </a:xfrm>
            <a:custGeom>
              <a:avLst/>
              <a:gdLst>
                <a:gd name="T0" fmla="*/ 366 w 559"/>
                <a:gd name="T1" fmla="*/ 61 h 823"/>
                <a:gd name="T2" fmla="*/ 352 w 559"/>
                <a:gd name="T3" fmla="*/ 154 h 823"/>
                <a:gd name="T4" fmla="*/ 338 w 559"/>
                <a:gd name="T5" fmla="*/ 61 h 823"/>
                <a:gd name="T6" fmla="*/ 261 w 559"/>
                <a:gd name="T7" fmla="*/ 2 h 823"/>
                <a:gd name="T8" fmla="*/ 153 w 559"/>
                <a:gd name="T9" fmla="*/ 20 h 823"/>
                <a:gd name="T10" fmla="*/ 271 w 559"/>
                <a:gd name="T11" fmla="*/ 76 h 823"/>
                <a:gd name="T12" fmla="*/ 224 w 559"/>
                <a:gd name="T13" fmla="*/ 95 h 823"/>
                <a:gd name="T14" fmla="*/ 157 w 559"/>
                <a:gd name="T15" fmla="*/ 257 h 823"/>
                <a:gd name="T16" fmla="*/ 50 w 559"/>
                <a:gd name="T17" fmla="*/ 271 h 823"/>
                <a:gd name="T18" fmla="*/ 50 w 559"/>
                <a:gd name="T19" fmla="*/ 25 h 823"/>
                <a:gd name="T20" fmla="*/ 24 w 559"/>
                <a:gd name="T21" fmla="*/ 25 h 823"/>
                <a:gd name="T22" fmla="*/ 24 w 559"/>
                <a:gd name="T23" fmla="*/ 272 h 823"/>
                <a:gd name="T24" fmla="*/ 1 w 559"/>
                <a:gd name="T25" fmla="*/ 301 h 823"/>
                <a:gd name="T26" fmla="*/ 24 w 559"/>
                <a:gd name="T27" fmla="*/ 333 h 823"/>
                <a:gd name="T28" fmla="*/ 24 w 559"/>
                <a:gd name="T29" fmla="*/ 823 h 823"/>
                <a:gd name="T30" fmla="*/ 50 w 559"/>
                <a:gd name="T31" fmla="*/ 823 h 823"/>
                <a:gd name="T32" fmla="*/ 50 w 559"/>
                <a:gd name="T33" fmla="*/ 335 h 823"/>
                <a:gd name="T34" fmla="*/ 112 w 559"/>
                <a:gd name="T35" fmla="*/ 332 h 823"/>
                <a:gd name="T36" fmla="*/ 203 w 559"/>
                <a:gd name="T37" fmla="*/ 302 h 823"/>
                <a:gd name="T38" fmla="*/ 233 w 559"/>
                <a:gd name="T39" fmla="*/ 170 h 823"/>
                <a:gd name="T40" fmla="*/ 244 w 559"/>
                <a:gd name="T41" fmla="*/ 176 h 823"/>
                <a:gd name="T42" fmla="*/ 185 w 559"/>
                <a:gd name="T43" fmla="*/ 733 h 823"/>
                <a:gd name="T44" fmla="*/ 352 w 559"/>
                <a:gd name="T45" fmla="*/ 750 h 823"/>
                <a:gd name="T46" fmla="*/ 518 w 559"/>
                <a:gd name="T47" fmla="*/ 733 h 823"/>
                <a:gd name="T48" fmla="*/ 460 w 559"/>
                <a:gd name="T49" fmla="*/ 176 h 823"/>
                <a:gd name="T50" fmla="*/ 470 w 559"/>
                <a:gd name="T51" fmla="*/ 170 h 823"/>
                <a:gd name="T52" fmla="*/ 516 w 559"/>
                <a:gd name="T53" fmla="*/ 459 h 823"/>
                <a:gd name="T54" fmla="*/ 518 w 559"/>
                <a:gd name="T55" fmla="*/ 459 h 823"/>
                <a:gd name="T56" fmla="*/ 549 w 559"/>
                <a:gd name="T57" fmla="*/ 429 h 823"/>
                <a:gd name="T58" fmla="*/ 487 w 559"/>
                <a:gd name="T59" fmla="*/ 101 h 823"/>
                <a:gd name="T60" fmla="*/ 433 w 559"/>
                <a:gd name="T61" fmla="*/ 76 h 823"/>
                <a:gd name="T62" fmla="*/ 551 w 559"/>
                <a:gd name="T63" fmla="*/ 20 h 823"/>
                <a:gd name="T64" fmla="*/ 443 w 559"/>
                <a:gd name="T65" fmla="*/ 2 h 823"/>
                <a:gd name="T66" fmla="*/ 366 w 559"/>
                <a:gd name="T67" fmla="*/ 61 h 823"/>
                <a:gd name="T68" fmla="*/ 243 w 559"/>
                <a:gd name="T69" fmla="*/ 173 h 823"/>
                <a:gd name="T70" fmla="*/ 244 w 559"/>
                <a:gd name="T71" fmla="*/ 172 h 823"/>
                <a:gd name="T72" fmla="*/ 244 w 559"/>
                <a:gd name="T73" fmla="*/ 173 h 823"/>
                <a:gd name="T74" fmla="*/ 243 w 559"/>
                <a:gd name="T75" fmla="*/ 173 h 823"/>
                <a:gd name="T76" fmla="*/ 460 w 559"/>
                <a:gd name="T77" fmla="*/ 173 h 823"/>
                <a:gd name="T78" fmla="*/ 460 w 559"/>
                <a:gd name="T79" fmla="*/ 172 h 823"/>
                <a:gd name="T80" fmla="*/ 460 w 559"/>
                <a:gd name="T81" fmla="*/ 173 h 8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59" h="823">
                  <a:moveTo>
                    <a:pt x="366" y="61"/>
                  </a:moveTo>
                  <a:cubicBezTo>
                    <a:pt x="352" y="154"/>
                    <a:pt x="352" y="154"/>
                    <a:pt x="352" y="154"/>
                  </a:cubicBezTo>
                  <a:cubicBezTo>
                    <a:pt x="338" y="61"/>
                    <a:pt x="338" y="61"/>
                    <a:pt x="338" y="61"/>
                  </a:cubicBezTo>
                  <a:cubicBezTo>
                    <a:pt x="303" y="56"/>
                    <a:pt x="274" y="33"/>
                    <a:pt x="261" y="2"/>
                  </a:cubicBezTo>
                  <a:cubicBezTo>
                    <a:pt x="229" y="0"/>
                    <a:pt x="191" y="4"/>
                    <a:pt x="153" y="20"/>
                  </a:cubicBezTo>
                  <a:cubicBezTo>
                    <a:pt x="178" y="26"/>
                    <a:pt x="228" y="48"/>
                    <a:pt x="271" y="76"/>
                  </a:cubicBezTo>
                  <a:cubicBezTo>
                    <a:pt x="261" y="76"/>
                    <a:pt x="243" y="80"/>
                    <a:pt x="224" y="95"/>
                  </a:cubicBezTo>
                  <a:cubicBezTo>
                    <a:pt x="189" y="123"/>
                    <a:pt x="166" y="178"/>
                    <a:pt x="157" y="257"/>
                  </a:cubicBezTo>
                  <a:cubicBezTo>
                    <a:pt x="142" y="265"/>
                    <a:pt x="96" y="271"/>
                    <a:pt x="50" y="271"/>
                  </a:cubicBezTo>
                  <a:cubicBezTo>
                    <a:pt x="50" y="25"/>
                    <a:pt x="50" y="25"/>
                    <a:pt x="50" y="25"/>
                  </a:cubicBezTo>
                  <a:cubicBezTo>
                    <a:pt x="24" y="25"/>
                    <a:pt x="24" y="25"/>
                    <a:pt x="24" y="25"/>
                  </a:cubicBezTo>
                  <a:cubicBezTo>
                    <a:pt x="24" y="272"/>
                    <a:pt x="24" y="272"/>
                    <a:pt x="24" y="272"/>
                  </a:cubicBezTo>
                  <a:cubicBezTo>
                    <a:pt x="11" y="275"/>
                    <a:pt x="1" y="287"/>
                    <a:pt x="1" y="301"/>
                  </a:cubicBezTo>
                  <a:cubicBezTo>
                    <a:pt x="0" y="316"/>
                    <a:pt x="10" y="329"/>
                    <a:pt x="24" y="333"/>
                  </a:cubicBezTo>
                  <a:cubicBezTo>
                    <a:pt x="24" y="823"/>
                    <a:pt x="24" y="823"/>
                    <a:pt x="24" y="823"/>
                  </a:cubicBezTo>
                  <a:cubicBezTo>
                    <a:pt x="50" y="823"/>
                    <a:pt x="50" y="823"/>
                    <a:pt x="50" y="823"/>
                  </a:cubicBezTo>
                  <a:cubicBezTo>
                    <a:pt x="50" y="335"/>
                    <a:pt x="50" y="335"/>
                    <a:pt x="50" y="335"/>
                  </a:cubicBezTo>
                  <a:cubicBezTo>
                    <a:pt x="66" y="335"/>
                    <a:pt x="89" y="334"/>
                    <a:pt x="112" y="332"/>
                  </a:cubicBezTo>
                  <a:cubicBezTo>
                    <a:pt x="132" y="330"/>
                    <a:pt x="179" y="325"/>
                    <a:pt x="203" y="302"/>
                  </a:cubicBezTo>
                  <a:cubicBezTo>
                    <a:pt x="218" y="196"/>
                    <a:pt x="232" y="172"/>
                    <a:pt x="233" y="170"/>
                  </a:cubicBezTo>
                  <a:cubicBezTo>
                    <a:pt x="244" y="176"/>
                    <a:pt x="244" y="176"/>
                    <a:pt x="244" y="176"/>
                  </a:cubicBezTo>
                  <a:cubicBezTo>
                    <a:pt x="243" y="177"/>
                    <a:pt x="200" y="256"/>
                    <a:pt x="185" y="733"/>
                  </a:cubicBezTo>
                  <a:cubicBezTo>
                    <a:pt x="199" y="742"/>
                    <a:pt x="258" y="750"/>
                    <a:pt x="352" y="750"/>
                  </a:cubicBezTo>
                  <a:cubicBezTo>
                    <a:pt x="445" y="750"/>
                    <a:pt x="505" y="742"/>
                    <a:pt x="518" y="733"/>
                  </a:cubicBezTo>
                  <a:cubicBezTo>
                    <a:pt x="504" y="252"/>
                    <a:pt x="460" y="177"/>
                    <a:pt x="460" y="176"/>
                  </a:cubicBezTo>
                  <a:cubicBezTo>
                    <a:pt x="470" y="170"/>
                    <a:pt x="470" y="170"/>
                    <a:pt x="470" y="170"/>
                  </a:cubicBezTo>
                  <a:cubicBezTo>
                    <a:pt x="472" y="172"/>
                    <a:pt x="498" y="218"/>
                    <a:pt x="516" y="459"/>
                  </a:cubicBezTo>
                  <a:cubicBezTo>
                    <a:pt x="517" y="459"/>
                    <a:pt x="517" y="459"/>
                    <a:pt x="518" y="459"/>
                  </a:cubicBezTo>
                  <a:cubicBezTo>
                    <a:pt x="534" y="459"/>
                    <a:pt x="548" y="446"/>
                    <a:pt x="549" y="429"/>
                  </a:cubicBezTo>
                  <a:cubicBezTo>
                    <a:pt x="559" y="260"/>
                    <a:pt x="538" y="149"/>
                    <a:pt x="487" y="101"/>
                  </a:cubicBezTo>
                  <a:cubicBezTo>
                    <a:pt x="465" y="81"/>
                    <a:pt x="444" y="76"/>
                    <a:pt x="433" y="76"/>
                  </a:cubicBezTo>
                  <a:cubicBezTo>
                    <a:pt x="476" y="48"/>
                    <a:pt x="525" y="26"/>
                    <a:pt x="551" y="20"/>
                  </a:cubicBezTo>
                  <a:cubicBezTo>
                    <a:pt x="513" y="4"/>
                    <a:pt x="475" y="0"/>
                    <a:pt x="443" y="2"/>
                  </a:cubicBezTo>
                  <a:cubicBezTo>
                    <a:pt x="429" y="33"/>
                    <a:pt x="400" y="56"/>
                    <a:pt x="366" y="61"/>
                  </a:cubicBezTo>
                  <a:close/>
                  <a:moveTo>
                    <a:pt x="243" y="173"/>
                  </a:moveTo>
                  <a:cubicBezTo>
                    <a:pt x="243" y="173"/>
                    <a:pt x="243" y="172"/>
                    <a:pt x="244" y="172"/>
                  </a:cubicBezTo>
                  <a:cubicBezTo>
                    <a:pt x="244" y="173"/>
                    <a:pt x="244" y="173"/>
                    <a:pt x="244" y="173"/>
                  </a:cubicBezTo>
                  <a:lnTo>
                    <a:pt x="243" y="173"/>
                  </a:lnTo>
                  <a:close/>
                  <a:moveTo>
                    <a:pt x="460" y="173"/>
                  </a:moveTo>
                  <a:cubicBezTo>
                    <a:pt x="460" y="172"/>
                    <a:pt x="460" y="172"/>
                    <a:pt x="460" y="172"/>
                  </a:cubicBezTo>
                  <a:cubicBezTo>
                    <a:pt x="460" y="172"/>
                    <a:pt x="460" y="173"/>
                    <a:pt x="460" y="1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 name="Freeform 7"/>
            <p:cNvSpPr>
              <a:spLocks/>
            </p:cNvSpPr>
            <p:nvPr/>
          </p:nvSpPr>
          <p:spPr bwMode="auto">
            <a:xfrm>
              <a:off x="6630988" y="2333625"/>
              <a:ext cx="139700" cy="90488"/>
            </a:xfrm>
            <a:custGeom>
              <a:avLst/>
              <a:gdLst>
                <a:gd name="T0" fmla="*/ 0 w 99"/>
                <a:gd name="T1" fmla="*/ 15 h 65"/>
                <a:gd name="T2" fmla="*/ 49 w 99"/>
                <a:gd name="T3" fmla="*/ 65 h 65"/>
                <a:gd name="T4" fmla="*/ 99 w 99"/>
                <a:gd name="T5" fmla="*/ 15 h 65"/>
                <a:gd name="T6" fmla="*/ 99 w 99"/>
                <a:gd name="T7" fmla="*/ 5 h 65"/>
                <a:gd name="T8" fmla="*/ 0 w 99"/>
                <a:gd name="T9" fmla="*/ 0 h 65"/>
                <a:gd name="T10" fmla="*/ 0 w 99"/>
                <a:gd name="T11" fmla="*/ 15 h 65"/>
              </a:gdLst>
              <a:ahLst/>
              <a:cxnLst>
                <a:cxn ang="0">
                  <a:pos x="T0" y="T1"/>
                </a:cxn>
                <a:cxn ang="0">
                  <a:pos x="T2" y="T3"/>
                </a:cxn>
                <a:cxn ang="0">
                  <a:pos x="T4" y="T5"/>
                </a:cxn>
                <a:cxn ang="0">
                  <a:pos x="T6" y="T7"/>
                </a:cxn>
                <a:cxn ang="0">
                  <a:pos x="T8" y="T9"/>
                </a:cxn>
                <a:cxn ang="0">
                  <a:pos x="T10" y="T11"/>
                </a:cxn>
              </a:cxnLst>
              <a:rect l="0" t="0" r="r" b="b"/>
              <a:pathLst>
                <a:path w="99" h="65">
                  <a:moveTo>
                    <a:pt x="0" y="15"/>
                  </a:moveTo>
                  <a:cubicBezTo>
                    <a:pt x="0" y="43"/>
                    <a:pt x="22" y="65"/>
                    <a:pt x="49" y="65"/>
                  </a:cubicBezTo>
                  <a:cubicBezTo>
                    <a:pt x="76" y="65"/>
                    <a:pt x="99" y="43"/>
                    <a:pt x="99" y="15"/>
                  </a:cubicBezTo>
                  <a:cubicBezTo>
                    <a:pt x="99" y="5"/>
                    <a:pt x="99" y="5"/>
                    <a:pt x="99" y="5"/>
                  </a:cubicBezTo>
                  <a:cubicBezTo>
                    <a:pt x="78" y="5"/>
                    <a:pt x="36" y="4"/>
                    <a:pt x="0" y="0"/>
                  </a:cubicBezTo>
                  <a:lnTo>
                    <a:pt x="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Freeform 8"/>
            <p:cNvSpPr>
              <a:spLocks/>
            </p:cNvSpPr>
            <p:nvPr/>
          </p:nvSpPr>
          <p:spPr bwMode="auto">
            <a:xfrm>
              <a:off x="6796088" y="2333625"/>
              <a:ext cx="138113" cy="90488"/>
            </a:xfrm>
            <a:custGeom>
              <a:avLst/>
              <a:gdLst>
                <a:gd name="T0" fmla="*/ 0 w 99"/>
                <a:gd name="T1" fmla="*/ 15 h 65"/>
                <a:gd name="T2" fmla="*/ 50 w 99"/>
                <a:gd name="T3" fmla="*/ 65 h 65"/>
                <a:gd name="T4" fmla="*/ 99 w 99"/>
                <a:gd name="T5" fmla="*/ 15 h 65"/>
                <a:gd name="T6" fmla="*/ 99 w 99"/>
                <a:gd name="T7" fmla="*/ 0 h 65"/>
                <a:gd name="T8" fmla="*/ 0 w 99"/>
                <a:gd name="T9" fmla="*/ 5 h 65"/>
                <a:gd name="T10" fmla="*/ 0 w 99"/>
                <a:gd name="T11" fmla="*/ 15 h 65"/>
              </a:gdLst>
              <a:ahLst/>
              <a:cxnLst>
                <a:cxn ang="0">
                  <a:pos x="T0" y="T1"/>
                </a:cxn>
                <a:cxn ang="0">
                  <a:pos x="T2" y="T3"/>
                </a:cxn>
                <a:cxn ang="0">
                  <a:pos x="T4" y="T5"/>
                </a:cxn>
                <a:cxn ang="0">
                  <a:pos x="T6" y="T7"/>
                </a:cxn>
                <a:cxn ang="0">
                  <a:pos x="T8" y="T9"/>
                </a:cxn>
                <a:cxn ang="0">
                  <a:pos x="T10" y="T11"/>
                </a:cxn>
              </a:cxnLst>
              <a:rect l="0" t="0" r="r" b="b"/>
              <a:pathLst>
                <a:path w="99" h="65">
                  <a:moveTo>
                    <a:pt x="0" y="15"/>
                  </a:moveTo>
                  <a:cubicBezTo>
                    <a:pt x="0" y="43"/>
                    <a:pt x="22" y="65"/>
                    <a:pt x="50" y="65"/>
                  </a:cubicBezTo>
                  <a:cubicBezTo>
                    <a:pt x="77" y="65"/>
                    <a:pt x="99" y="43"/>
                    <a:pt x="99" y="15"/>
                  </a:cubicBezTo>
                  <a:cubicBezTo>
                    <a:pt x="99" y="0"/>
                    <a:pt x="99" y="0"/>
                    <a:pt x="99" y="0"/>
                  </a:cubicBezTo>
                  <a:cubicBezTo>
                    <a:pt x="62" y="4"/>
                    <a:pt x="21" y="5"/>
                    <a:pt x="0" y="5"/>
                  </a:cubicBezTo>
                  <a:lnTo>
                    <a:pt x="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9"/>
            <p:cNvSpPr>
              <a:spLocks/>
            </p:cNvSpPr>
            <p:nvPr/>
          </p:nvSpPr>
          <p:spPr bwMode="auto">
            <a:xfrm>
              <a:off x="6176963" y="831850"/>
              <a:ext cx="330200" cy="463550"/>
            </a:xfrm>
            <a:custGeom>
              <a:avLst/>
              <a:gdLst>
                <a:gd name="T0" fmla="*/ 0 w 208"/>
                <a:gd name="T1" fmla="*/ 204 h 292"/>
                <a:gd name="T2" fmla="*/ 90 w 208"/>
                <a:gd name="T3" fmla="*/ 224 h 292"/>
                <a:gd name="T4" fmla="*/ 88 w 208"/>
                <a:gd name="T5" fmla="*/ 292 h 292"/>
                <a:gd name="T6" fmla="*/ 120 w 208"/>
                <a:gd name="T7" fmla="*/ 292 h 292"/>
                <a:gd name="T8" fmla="*/ 117 w 208"/>
                <a:gd name="T9" fmla="*/ 224 h 292"/>
                <a:gd name="T10" fmla="*/ 208 w 208"/>
                <a:gd name="T11" fmla="*/ 204 h 292"/>
                <a:gd name="T12" fmla="*/ 190 w 208"/>
                <a:gd name="T13" fmla="*/ 42 h 292"/>
                <a:gd name="T14" fmla="*/ 208 w 208"/>
                <a:gd name="T15" fmla="*/ 40 h 292"/>
                <a:gd name="T16" fmla="*/ 177 w 208"/>
                <a:gd name="T17" fmla="*/ 0 h 292"/>
                <a:gd name="T18" fmla="*/ 158 w 208"/>
                <a:gd name="T19" fmla="*/ 46 h 292"/>
                <a:gd name="T20" fmla="*/ 178 w 208"/>
                <a:gd name="T21" fmla="*/ 44 h 292"/>
                <a:gd name="T22" fmla="*/ 180 w 208"/>
                <a:gd name="T23" fmla="*/ 179 h 292"/>
                <a:gd name="T24" fmla="*/ 116 w 208"/>
                <a:gd name="T25" fmla="*/ 190 h 292"/>
                <a:gd name="T26" fmla="*/ 110 w 208"/>
                <a:gd name="T27" fmla="*/ 44 h 292"/>
                <a:gd name="T28" fmla="*/ 129 w 208"/>
                <a:gd name="T29" fmla="*/ 44 h 292"/>
                <a:gd name="T30" fmla="*/ 104 w 208"/>
                <a:gd name="T31" fmla="*/ 0 h 292"/>
                <a:gd name="T32" fmla="*/ 78 w 208"/>
                <a:gd name="T33" fmla="*/ 44 h 292"/>
                <a:gd name="T34" fmla="*/ 98 w 208"/>
                <a:gd name="T35" fmla="*/ 44 h 292"/>
                <a:gd name="T36" fmla="*/ 91 w 208"/>
                <a:gd name="T37" fmla="*/ 190 h 292"/>
                <a:gd name="T38" fmla="*/ 27 w 208"/>
                <a:gd name="T39" fmla="*/ 179 h 292"/>
                <a:gd name="T40" fmla="*/ 30 w 208"/>
                <a:gd name="T41" fmla="*/ 44 h 292"/>
                <a:gd name="T42" fmla="*/ 50 w 208"/>
                <a:gd name="T43" fmla="*/ 46 h 292"/>
                <a:gd name="T44" fmla="*/ 30 w 208"/>
                <a:gd name="T45" fmla="*/ 0 h 292"/>
                <a:gd name="T46" fmla="*/ 0 w 208"/>
                <a:gd name="T47" fmla="*/ 40 h 292"/>
                <a:gd name="T48" fmla="*/ 18 w 208"/>
                <a:gd name="T49" fmla="*/ 42 h 292"/>
                <a:gd name="T50" fmla="*/ 0 w 208"/>
                <a:gd name="T51" fmla="*/ 204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8" h="292">
                  <a:moveTo>
                    <a:pt x="0" y="204"/>
                  </a:moveTo>
                  <a:lnTo>
                    <a:pt x="90" y="224"/>
                  </a:lnTo>
                  <a:lnTo>
                    <a:pt x="88" y="292"/>
                  </a:lnTo>
                  <a:lnTo>
                    <a:pt x="120" y="292"/>
                  </a:lnTo>
                  <a:lnTo>
                    <a:pt x="117" y="224"/>
                  </a:lnTo>
                  <a:lnTo>
                    <a:pt x="208" y="204"/>
                  </a:lnTo>
                  <a:lnTo>
                    <a:pt x="190" y="42"/>
                  </a:lnTo>
                  <a:lnTo>
                    <a:pt x="208" y="40"/>
                  </a:lnTo>
                  <a:lnTo>
                    <a:pt x="177" y="0"/>
                  </a:lnTo>
                  <a:lnTo>
                    <a:pt x="158" y="46"/>
                  </a:lnTo>
                  <a:lnTo>
                    <a:pt x="178" y="44"/>
                  </a:lnTo>
                  <a:lnTo>
                    <a:pt x="180" y="179"/>
                  </a:lnTo>
                  <a:lnTo>
                    <a:pt x="116" y="190"/>
                  </a:lnTo>
                  <a:lnTo>
                    <a:pt x="110" y="44"/>
                  </a:lnTo>
                  <a:lnTo>
                    <a:pt x="129" y="44"/>
                  </a:lnTo>
                  <a:lnTo>
                    <a:pt x="104" y="0"/>
                  </a:lnTo>
                  <a:lnTo>
                    <a:pt x="78" y="44"/>
                  </a:lnTo>
                  <a:lnTo>
                    <a:pt x="98" y="44"/>
                  </a:lnTo>
                  <a:lnTo>
                    <a:pt x="91" y="190"/>
                  </a:lnTo>
                  <a:lnTo>
                    <a:pt x="27" y="179"/>
                  </a:lnTo>
                  <a:lnTo>
                    <a:pt x="30" y="44"/>
                  </a:lnTo>
                  <a:lnTo>
                    <a:pt x="50" y="46"/>
                  </a:lnTo>
                  <a:lnTo>
                    <a:pt x="30" y="0"/>
                  </a:lnTo>
                  <a:lnTo>
                    <a:pt x="0" y="40"/>
                  </a:lnTo>
                  <a:lnTo>
                    <a:pt x="18" y="42"/>
                  </a:lnTo>
                  <a:lnTo>
                    <a:pt x="0" y="2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10"/>
            <p:cNvSpPr>
              <a:spLocks noEditPoints="1"/>
            </p:cNvSpPr>
            <p:nvPr/>
          </p:nvSpPr>
          <p:spPr bwMode="auto">
            <a:xfrm>
              <a:off x="6640513" y="1063625"/>
              <a:ext cx="285750" cy="284163"/>
            </a:xfrm>
            <a:custGeom>
              <a:avLst/>
              <a:gdLst>
                <a:gd name="T0" fmla="*/ 12 w 204"/>
                <a:gd name="T1" fmla="*/ 113 h 203"/>
                <a:gd name="T2" fmla="*/ 102 w 204"/>
                <a:gd name="T3" fmla="*/ 203 h 203"/>
                <a:gd name="T4" fmla="*/ 192 w 204"/>
                <a:gd name="T5" fmla="*/ 113 h 203"/>
                <a:gd name="T6" fmla="*/ 183 w 204"/>
                <a:gd name="T7" fmla="*/ 74 h 203"/>
                <a:gd name="T8" fmla="*/ 204 w 204"/>
                <a:gd name="T9" fmla="*/ 0 h 203"/>
                <a:gd name="T10" fmla="*/ 159 w 204"/>
                <a:gd name="T11" fmla="*/ 44 h 203"/>
                <a:gd name="T12" fmla="*/ 102 w 204"/>
                <a:gd name="T13" fmla="*/ 23 h 203"/>
                <a:gd name="T14" fmla="*/ 44 w 204"/>
                <a:gd name="T15" fmla="*/ 44 h 203"/>
                <a:gd name="T16" fmla="*/ 0 w 204"/>
                <a:gd name="T17" fmla="*/ 0 h 203"/>
                <a:gd name="T18" fmla="*/ 21 w 204"/>
                <a:gd name="T19" fmla="*/ 74 h 203"/>
                <a:gd name="T20" fmla="*/ 12 w 204"/>
                <a:gd name="T21" fmla="*/ 113 h 203"/>
                <a:gd name="T22" fmla="*/ 66 w 204"/>
                <a:gd name="T23" fmla="*/ 149 h 203"/>
                <a:gd name="T24" fmla="*/ 102 w 204"/>
                <a:gd name="T25" fmla="*/ 158 h 203"/>
                <a:gd name="T26" fmla="*/ 138 w 204"/>
                <a:gd name="T27" fmla="*/ 149 h 203"/>
                <a:gd name="T28" fmla="*/ 165 w 204"/>
                <a:gd name="T29" fmla="*/ 133 h 203"/>
                <a:gd name="T30" fmla="*/ 140 w 204"/>
                <a:gd name="T31" fmla="*/ 166 h 203"/>
                <a:gd name="T32" fmla="*/ 102 w 204"/>
                <a:gd name="T33" fmla="*/ 182 h 203"/>
                <a:gd name="T34" fmla="*/ 63 w 204"/>
                <a:gd name="T35" fmla="*/ 166 h 203"/>
                <a:gd name="T36" fmla="*/ 38 w 204"/>
                <a:gd name="T37" fmla="*/ 133 h 203"/>
                <a:gd name="T38" fmla="*/ 66 w 204"/>
                <a:gd name="T39" fmla="*/ 149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4" h="203">
                  <a:moveTo>
                    <a:pt x="12" y="113"/>
                  </a:moveTo>
                  <a:cubicBezTo>
                    <a:pt x="12" y="163"/>
                    <a:pt x="52" y="203"/>
                    <a:pt x="102" y="203"/>
                  </a:cubicBezTo>
                  <a:cubicBezTo>
                    <a:pt x="152" y="203"/>
                    <a:pt x="192" y="163"/>
                    <a:pt x="192" y="113"/>
                  </a:cubicBezTo>
                  <a:cubicBezTo>
                    <a:pt x="192" y="99"/>
                    <a:pt x="189" y="86"/>
                    <a:pt x="183" y="74"/>
                  </a:cubicBezTo>
                  <a:cubicBezTo>
                    <a:pt x="204" y="41"/>
                    <a:pt x="204" y="0"/>
                    <a:pt x="204" y="0"/>
                  </a:cubicBezTo>
                  <a:cubicBezTo>
                    <a:pt x="204" y="0"/>
                    <a:pt x="185" y="27"/>
                    <a:pt x="159" y="44"/>
                  </a:cubicBezTo>
                  <a:cubicBezTo>
                    <a:pt x="144" y="31"/>
                    <a:pt x="124" y="23"/>
                    <a:pt x="102" y="23"/>
                  </a:cubicBezTo>
                  <a:cubicBezTo>
                    <a:pt x="80" y="23"/>
                    <a:pt x="60" y="31"/>
                    <a:pt x="44" y="44"/>
                  </a:cubicBezTo>
                  <a:cubicBezTo>
                    <a:pt x="19" y="27"/>
                    <a:pt x="0" y="0"/>
                    <a:pt x="0" y="0"/>
                  </a:cubicBezTo>
                  <a:cubicBezTo>
                    <a:pt x="0" y="0"/>
                    <a:pt x="0" y="41"/>
                    <a:pt x="21" y="74"/>
                  </a:cubicBezTo>
                  <a:cubicBezTo>
                    <a:pt x="15" y="86"/>
                    <a:pt x="12" y="99"/>
                    <a:pt x="12" y="113"/>
                  </a:cubicBezTo>
                  <a:close/>
                  <a:moveTo>
                    <a:pt x="66" y="149"/>
                  </a:moveTo>
                  <a:cubicBezTo>
                    <a:pt x="102" y="158"/>
                    <a:pt x="102" y="158"/>
                    <a:pt x="102" y="158"/>
                  </a:cubicBezTo>
                  <a:cubicBezTo>
                    <a:pt x="138" y="149"/>
                    <a:pt x="138" y="149"/>
                    <a:pt x="138" y="149"/>
                  </a:cubicBezTo>
                  <a:cubicBezTo>
                    <a:pt x="165" y="133"/>
                    <a:pt x="165" y="133"/>
                    <a:pt x="165" y="133"/>
                  </a:cubicBezTo>
                  <a:cubicBezTo>
                    <a:pt x="140" y="166"/>
                    <a:pt x="140" y="166"/>
                    <a:pt x="140" y="166"/>
                  </a:cubicBezTo>
                  <a:cubicBezTo>
                    <a:pt x="102" y="182"/>
                    <a:pt x="102" y="182"/>
                    <a:pt x="102" y="182"/>
                  </a:cubicBezTo>
                  <a:cubicBezTo>
                    <a:pt x="63" y="166"/>
                    <a:pt x="63" y="166"/>
                    <a:pt x="63" y="166"/>
                  </a:cubicBezTo>
                  <a:cubicBezTo>
                    <a:pt x="38" y="133"/>
                    <a:pt x="38" y="133"/>
                    <a:pt x="38" y="133"/>
                  </a:cubicBezTo>
                  <a:lnTo>
                    <a:pt x="66" y="1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 name="组合 8"/>
          <p:cNvGrpSpPr/>
          <p:nvPr/>
        </p:nvGrpSpPr>
        <p:grpSpPr>
          <a:xfrm>
            <a:off x="6237288" y="2693988"/>
            <a:ext cx="795338" cy="1360488"/>
            <a:chOff x="6237288" y="2693988"/>
            <a:chExt cx="795338" cy="1360488"/>
          </a:xfrm>
          <a:solidFill>
            <a:schemeClr val="tx1">
              <a:lumMod val="65000"/>
              <a:lumOff val="35000"/>
            </a:schemeClr>
          </a:solidFill>
        </p:grpSpPr>
        <p:sp>
          <p:nvSpPr>
            <p:cNvPr id="10" name="Freeform 11"/>
            <p:cNvSpPr>
              <a:spLocks/>
            </p:cNvSpPr>
            <p:nvPr/>
          </p:nvSpPr>
          <p:spPr bwMode="auto">
            <a:xfrm>
              <a:off x="6759576" y="3617913"/>
              <a:ext cx="273050" cy="314325"/>
            </a:xfrm>
            <a:custGeom>
              <a:avLst/>
              <a:gdLst>
                <a:gd name="T0" fmla="*/ 163 w 195"/>
                <a:gd name="T1" fmla="*/ 225 h 225"/>
                <a:gd name="T2" fmla="*/ 195 w 195"/>
                <a:gd name="T3" fmla="*/ 106 h 225"/>
                <a:gd name="T4" fmla="*/ 157 w 195"/>
                <a:gd name="T5" fmla="*/ 136 h 225"/>
                <a:gd name="T6" fmla="*/ 149 w 195"/>
                <a:gd name="T7" fmla="*/ 103 h 225"/>
                <a:gd name="T8" fmla="*/ 108 w 195"/>
                <a:gd name="T9" fmla="*/ 36 h 225"/>
                <a:gd name="T10" fmla="*/ 108 w 195"/>
                <a:gd name="T11" fmla="*/ 36 h 225"/>
                <a:gd name="T12" fmla="*/ 60 w 195"/>
                <a:gd name="T13" fmla="*/ 142 h 225"/>
                <a:gd name="T14" fmla="*/ 50 w 195"/>
                <a:gd name="T15" fmla="*/ 186 h 225"/>
                <a:gd name="T16" fmla="*/ 35 w 195"/>
                <a:gd name="T17" fmla="*/ 130 h 225"/>
                <a:gd name="T18" fmla="*/ 0 w 195"/>
                <a:gd name="T19" fmla="*/ 0 h 225"/>
                <a:gd name="T20" fmla="*/ 5 w 195"/>
                <a:gd name="T21" fmla="*/ 88 h 225"/>
                <a:gd name="T22" fmla="*/ 16 w 195"/>
                <a:gd name="T23" fmla="*/ 134 h 225"/>
                <a:gd name="T24" fmla="*/ 50 w 195"/>
                <a:gd name="T25" fmla="*/ 214 h 225"/>
                <a:gd name="T26" fmla="*/ 50 w 195"/>
                <a:gd name="T27" fmla="*/ 214 h 225"/>
                <a:gd name="T28" fmla="*/ 79 w 195"/>
                <a:gd name="T29" fmla="*/ 145 h 225"/>
                <a:gd name="T30" fmla="*/ 108 w 195"/>
                <a:gd name="T31" fmla="*/ 56 h 225"/>
                <a:gd name="T32" fmla="*/ 137 w 195"/>
                <a:gd name="T33" fmla="*/ 139 h 225"/>
                <a:gd name="T34" fmla="*/ 93 w 195"/>
                <a:gd name="T35" fmla="*/ 124 h 225"/>
                <a:gd name="T36" fmla="*/ 163 w 195"/>
                <a:gd name="T37" fmla="*/ 225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5" h="225">
                  <a:moveTo>
                    <a:pt x="163" y="225"/>
                  </a:moveTo>
                  <a:cubicBezTo>
                    <a:pt x="195" y="106"/>
                    <a:pt x="195" y="106"/>
                    <a:pt x="195" y="106"/>
                  </a:cubicBezTo>
                  <a:cubicBezTo>
                    <a:pt x="157" y="136"/>
                    <a:pt x="157" y="136"/>
                    <a:pt x="157" y="136"/>
                  </a:cubicBezTo>
                  <a:cubicBezTo>
                    <a:pt x="155" y="126"/>
                    <a:pt x="153" y="114"/>
                    <a:pt x="149" y="103"/>
                  </a:cubicBezTo>
                  <a:cubicBezTo>
                    <a:pt x="137" y="56"/>
                    <a:pt x="124" y="36"/>
                    <a:pt x="108" y="36"/>
                  </a:cubicBezTo>
                  <a:cubicBezTo>
                    <a:pt x="108" y="36"/>
                    <a:pt x="108" y="36"/>
                    <a:pt x="108" y="36"/>
                  </a:cubicBezTo>
                  <a:cubicBezTo>
                    <a:pt x="93" y="36"/>
                    <a:pt x="77" y="49"/>
                    <a:pt x="60" y="142"/>
                  </a:cubicBezTo>
                  <a:cubicBezTo>
                    <a:pt x="55" y="165"/>
                    <a:pt x="52" y="179"/>
                    <a:pt x="50" y="186"/>
                  </a:cubicBezTo>
                  <a:cubicBezTo>
                    <a:pt x="45" y="173"/>
                    <a:pt x="40" y="151"/>
                    <a:pt x="35" y="130"/>
                  </a:cubicBezTo>
                  <a:cubicBezTo>
                    <a:pt x="27" y="92"/>
                    <a:pt x="16" y="44"/>
                    <a:pt x="0" y="0"/>
                  </a:cubicBezTo>
                  <a:cubicBezTo>
                    <a:pt x="2" y="27"/>
                    <a:pt x="3" y="56"/>
                    <a:pt x="5" y="88"/>
                  </a:cubicBezTo>
                  <a:cubicBezTo>
                    <a:pt x="9" y="105"/>
                    <a:pt x="13" y="120"/>
                    <a:pt x="16" y="134"/>
                  </a:cubicBezTo>
                  <a:cubicBezTo>
                    <a:pt x="29" y="192"/>
                    <a:pt x="34" y="214"/>
                    <a:pt x="50" y="214"/>
                  </a:cubicBezTo>
                  <a:cubicBezTo>
                    <a:pt x="50" y="214"/>
                    <a:pt x="50" y="214"/>
                    <a:pt x="50" y="214"/>
                  </a:cubicBezTo>
                  <a:cubicBezTo>
                    <a:pt x="63" y="214"/>
                    <a:pt x="70" y="199"/>
                    <a:pt x="79" y="145"/>
                  </a:cubicBezTo>
                  <a:cubicBezTo>
                    <a:pt x="94" y="68"/>
                    <a:pt x="105" y="57"/>
                    <a:pt x="108" y="56"/>
                  </a:cubicBezTo>
                  <a:cubicBezTo>
                    <a:pt x="116" y="60"/>
                    <a:pt x="129" y="96"/>
                    <a:pt x="137" y="139"/>
                  </a:cubicBezTo>
                  <a:cubicBezTo>
                    <a:pt x="93" y="124"/>
                    <a:pt x="93" y="124"/>
                    <a:pt x="93" y="124"/>
                  </a:cubicBezTo>
                  <a:lnTo>
                    <a:pt x="163" y="2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2"/>
            <p:cNvSpPr>
              <a:spLocks/>
            </p:cNvSpPr>
            <p:nvPr/>
          </p:nvSpPr>
          <p:spPr bwMode="auto">
            <a:xfrm>
              <a:off x="6237288" y="2903538"/>
              <a:ext cx="574675" cy="1050925"/>
            </a:xfrm>
            <a:custGeom>
              <a:avLst/>
              <a:gdLst>
                <a:gd name="T0" fmla="*/ 98 w 411"/>
                <a:gd name="T1" fmla="*/ 176 h 750"/>
                <a:gd name="T2" fmla="*/ 39 w 411"/>
                <a:gd name="T3" fmla="*/ 733 h 750"/>
                <a:gd name="T4" fmla="*/ 206 w 411"/>
                <a:gd name="T5" fmla="*/ 750 h 750"/>
                <a:gd name="T6" fmla="*/ 372 w 411"/>
                <a:gd name="T7" fmla="*/ 733 h 750"/>
                <a:gd name="T8" fmla="*/ 314 w 411"/>
                <a:gd name="T9" fmla="*/ 176 h 750"/>
                <a:gd name="T10" fmla="*/ 324 w 411"/>
                <a:gd name="T11" fmla="*/ 170 h 750"/>
                <a:gd name="T12" fmla="*/ 370 w 411"/>
                <a:gd name="T13" fmla="*/ 459 h 750"/>
                <a:gd name="T14" fmla="*/ 401 w 411"/>
                <a:gd name="T15" fmla="*/ 428 h 750"/>
                <a:gd name="T16" fmla="*/ 339 w 411"/>
                <a:gd name="T17" fmla="*/ 101 h 750"/>
                <a:gd name="T18" fmla="*/ 287 w 411"/>
                <a:gd name="T19" fmla="*/ 76 h 750"/>
                <a:gd name="T20" fmla="*/ 286 w 411"/>
                <a:gd name="T21" fmla="*/ 76 h 750"/>
                <a:gd name="T22" fmla="*/ 405 w 411"/>
                <a:gd name="T23" fmla="*/ 20 h 750"/>
                <a:gd name="T24" fmla="*/ 297 w 411"/>
                <a:gd name="T25" fmla="*/ 2 h 750"/>
                <a:gd name="T26" fmla="*/ 220 w 411"/>
                <a:gd name="T27" fmla="*/ 61 h 750"/>
                <a:gd name="T28" fmla="*/ 206 w 411"/>
                <a:gd name="T29" fmla="*/ 154 h 750"/>
                <a:gd name="T30" fmla="*/ 192 w 411"/>
                <a:gd name="T31" fmla="*/ 61 h 750"/>
                <a:gd name="T32" fmla="*/ 115 w 411"/>
                <a:gd name="T33" fmla="*/ 2 h 750"/>
                <a:gd name="T34" fmla="*/ 6 w 411"/>
                <a:gd name="T35" fmla="*/ 20 h 750"/>
                <a:gd name="T36" fmla="*/ 125 w 411"/>
                <a:gd name="T37" fmla="*/ 76 h 750"/>
                <a:gd name="T38" fmla="*/ 124 w 411"/>
                <a:gd name="T39" fmla="*/ 76 h 750"/>
                <a:gd name="T40" fmla="*/ 73 w 411"/>
                <a:gd name="T41" fmla="*/ 101 h 750"/>
                <a:gd name="T42" fmla="*/ 10 w 411"/>
                <a:gd name="T43" fmla="*/ 428 h 750"/>
                <a:gd name="T44" fmla="*/ 41 w 411"/>
                <a:gd name="T45" fmla="*/ 459 h 750"/>
                <a:gd name="T46" fmla="*/ 87 w 411"/>
                <a:gd name="T47" fmla="*/ 170 h 750"/>
                <a:gd name="T48" fmla="*/ 98 w 411"/>
                <a:gd name="T49" fmla="*/ 176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1" h="750">
                  <a:moveTo>
                    <a:pt x="98" y="176"/>
                  </a:moveTo>
                  <a:cubicBezTo>
                    <a:pt x="97" y="177"/>
                    <a:pt x="54" y="256"/>
                    <a:pt x="39" y="733"/>
                  </a:cubicBezTo>
                  <a:cubicBezTo>
                    <a:pt x="53" y="742"/>
                    <a:pt x="112" y="750"/>
                    <a:pt x="206" y="750"/>
                  </a:cubicBezTo>
                  <a:cubicBezTo>
                    <a:pt x="299" y="750"/>
                    <a:pt x="359" y="742"/>
                    <a:pt x="372" y="733"/>
                  </a:cubicBezTo>
                  <a:cubicBezTo>
                    <a:pt x="358" y="256"/>
                    <a:pt x="314" y="177"/>
                    <a:pt x="314" y="176"/>
                  </a:cubicBezTo>
                  <a:cubicBezTo>
                    <a:pt x="324" y="170"/>
                    <a:pt x="324" y="170"/>
                    <a:pt x="324" y="170"/>
                  </a:cubicBezTo>
                  <a:cubicBezTo>
                    <a:pt x="326" y="172"/>
                    <a:pt x="352" y="218"/>
                    <a:pt x="370" y="459"/>
                  </a:cubicBezTo>
                  <a:cubicBezTo>
                    <a:pt x="387" y="458"/>
                    <a:pt x="401" y="445"/>
                    <a:pt x="401" y="428"/>
                  </a:cubicBezTo>
                  <a:cubicBezTo>
                    <a:pt x="411" y="259"/>
                    <a:pt x="390" y="149"/>
                    <a:pt x="339" y="101"/>
                  </a:cubicBezTo>
                  <a:cubicBezTo>
                    <a:pt x="319" y="82"/>
                    <a:pt x="300" y="77"/>
                    <a:pt x="287" y="76"/>
                  </a:cubicBezTo>
                  <a:cubicBezTo>
                    <a:pt x="287" y="76"/>
                    <a:pt x="287" y="76"/>
                    <a:pt x="286" y="76"/>
                  </a:cubicBezTo>
                  <a:cubicBezTo>
                    <a:pt x="330" y="48"/>
                    <a:pt x="379" y="26"/>
                    <a:pt x="405" y="20"/>
                  </a:cubicBezTo>
                  <a:cubicBezTo>
                    <a:pt x="367" y="4"/>
                    <a:pt x="329" y="0"/>
                    <a:pt x="297" y="2"/>
                  </a:cubicBezTo>
                  <a:cubicBezTo>
                    <a:pt x="283" y="33"/>
                    <a:pt x="254" y="56"/>
                    <a:pt x="220" y="61"/>
                  </a:cubicBezTo>
                  <a:cubicBezTo>
                    <a:pt x="206" y="154"/>
                    <a:pt x="206" y="154"/>
                    <a:pt x="206" y="154"/>
                  </a:cubicBezTo>
                  <a:cubicBezTo>
                    <a:pt x="192" y="61"/>
                    <a:pt x="192" y="61"/>
                    <a:pt x="192" y="61"/>
                  </a:cubicBezTo>
                  <a:cubicBezTo>
                    <a:pt x="157" y="56"/>
                    <a:pt x="128" y="33"/>
                    <a:pt x="115" y="2"/>
                  </a:cubicBezTo>
                  <a:cubicBezTo>
                    <a:pt x="83" y="0"/>
                    <a:pt x="45" y="4"/>
                    <a:pt x="6" y="20"/>
                  </a:cubicBezTo>
                  <a:cubicBezTo>
                    <a:pt x="32" y="26"/>
                    <a:pt x="82" y="48"/>
                    <a:pt x="125" y="76"/>
                  </a:cubicBezTo>
                  <a:cubicBezTo>
                    <a:pt x="125" y="76"/>
                    <a:pt x="124" y="76"/>
                    <a:pt x="124" y="76"/>
                  </a:cubicBezTo>
                  <a:cubicBezTo>
                    <a:pt x="112" y="77"/>
                    <a:pt x="93" y="82"/>
                    <a:pt x="73" y="101"/>
                  </a:cubicBezTo>
                  <a:cubicBezTo>
                    <a:pt x="21" y="149"/>
                    <a:pt x="0" y="259"/>
                    <a:pt x="10" y="428"/>
                  </a:cubicBezTo>
                  <a:cubicBezTo>
                    <a:pt x="11" y="445"/>
                    <a:pt x="25" y="458"/>
                    <a:pt x="41" y="459"/>
                  </a:cubicBezTo>
                  <a:cubicBezTo>
                    <a:pt x="60" y="218"/>
                    <a:pt x="86" y="172"/>
                    <a:pt x="87" y="170"/>
                  </a:cubicBezTo>
                  <a:lnTo>
                    <a:pt x="98" y="1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13"/>
            <p:cNvSpPr>
              <a:spLocks/>
            </p:cNvSpPr>
            <p:nvPr/>
          </p:nvSpPr>
          <p:spPr bwMode="auto">
            <a:xfrm>
              <a:off x="6373813" y="3963988"/>
              <a:ext cx="136525" cy="90488"/>
            </a:xfrm>
            <a:custGeom>
              <a:avLst/>
              <a:gdLst>
                <a:gd name="T0" fmla="*/ 0 w 98"/>
                <a:gd name="T1" fmla="*/ 15 h 65"/>
                <a:gd name="T2" fmla="*/ 49 w 98"/>
                <a:gd name="T3" fmla="*/ 65 h 65"/>
                <a:gd name="T4" fmla="*/ 98 w 98"/>
                <a:gd name="T5" fmla="*/ 15 h 65"/>
                <a:gd name="T6" fmla="*/ 98 w 98"/>
                <a:gd name="T7" fmla="*/ 5 h 65"/>
                <a:gd name="T8" fmla="*/ 0 w 98"/>
                <a:gd name="T9" fmla="*/ 0 h 65"/>
                <a:gd name="T10" fmla="*/ 0 w 98"/>
                <a:gd name="T11" fmla="*/ 15 h 65"/>
              </a:gdLst>
              <a:ahLst/>
              <a:cxnLst>
                <a:cxn ang="0">
                  <a:pos x="T0" y="T1"/>
                </a:cxn>
                <a:cxn ang="0">
                  <a:pos x="T2" y="T3"/>
                </a:cxn>
                <a:cxn ang="0">
                  <a:pos x="T4" y="T5"/>
                </a:cxn>
                <a:cxn ang="0">
                  <a:pos x="T6" y="T7"/>
                </a:cxn>
                <a:cxn ang="0">
                  <a:pos x="T8" y="T9"/>
                </a:cxn>
                <a:cxn ang="0">
                  <a:pos x="T10" y="T11"/>
                </a:cxn>
              </a:cxnLst>
              <a:rect l="0" t="0" r="r" b="b"/>
              <a:pathLst>
                <a:path w="98" h="65">
                  <a:moveTo>
                    <a:pt x="0" y="15"/>
                  </a:moveTo>
                  <a:cubicBezTo>
                    <a:pt x="0" y="43"/>
                    <a:pt x="22" y="65"/>
                    <a:pt x="49" y="65"/>
                  </a:cubicBezTo>
                  <a:cubicBezTo>
                    <a:pt x="76" y="65"/>
                    <a:pt x="98" y="43"/>
                    <a:pt x="98" y="15"/>
                  </a:cubicBezTo>
                  <a:cubicBezTo>
                    <a:pt x="98" y="5"/>
                    <a:pt x="98" y="5"/>
                    <a:pt x="98" y="5"/>
                  </a:cubicBezTo>
                  <a:cubicBezTo>
                    <a:pt x="78" y="5"/>
                    <a:pt x="36" y="4"/>
                    <a:pt x="0" y="0"/>
                  </a:cubicBezTo>
                  <a:lnTo>
                    <a:pt x="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4"/>
            <p:cNvSpPr>
              <a:spLocks/>
            </p:cNvSpPr>
            <p:nvPr/>
          </p:nvSpPr>
          <p:spPr bwMode="auto">
            <a:xfrm>
              <a:off x="6537326" y="3963988"/>
              <a:ext cx="139700" cy="90488"/>
            </a:xfrm>
            <a:custGeom>
              <a:avLst/>
              <a:gdLst>
                <a:gd name="T0" fmla="*/ 0 w 99"/>
                <a:gd name="T1" fmla="*/ 15 h 65"/>
                <a:gd name="T2" fmla="*/ 49 w 99"/>
                <a:gd name="T3" fmla="*/ 65 h 65"/>
                <a:gd name="T4" fmla="*/ 99 w 99"/>
                <a:gd name="T5" fmla="*/ 15 h 65"/>
                <a:gd name="T6" fmla="*/ 99 w 99"/>
                <a:gd name="T7" fmla="*/ 0 h 65"/>
                <a:gd name="T8" fmla="*/ 0 w 99"/>
                <a:gd name="T9" fmla="*/ 5 h 65"/>
                <a:gd name="T10" fmla="*/ 0 w 99"/>
                <a:gd name="T11" fmla="*/ 15 h 65"/>
              </a:gdLst>
              <a:ahLst/>
              <a:cxnLst>
                <a:cxn ang="0">
                  <a:pos x="T0" y="T1"/>
                </a:cxn>
                <a:cxn ang="0">
                  <a:pos x="T2" y="T3"/>
                </a:cxn>
                <a:cxn ang="0">
                  <a:pos x="T4" y="T5"/>
                </a:cxn>
                <a:cxn ang="0">
                  <a:pos x="T6" y="T7"/>
                </a:cxn>
                <a:cxn ang="0">
                  <a:pos x="T8" y="T9"/>
                </a:cxn>
                <a:cxn ang="0">
                  <a:pos x="T10" y="T11"/>
                </a:cxn>
              </a:cxnLst>
              <a:rect l="0" t="0" r="r" b="b"/>
              <a:pathLst>
                <a:path w="99" h="65">
                  <a:moveTo>
                    <a:pt x="0" y="15"/>
                  </a:moveTo>
                  <a:cubicBezTo>
                    <a:pt x="0" y="43"/>
                    <a:pt x="22" y="65"/>
                    <a:pt x="49" y="65"/>
                  </a:cubicBezTo>
                  <a:cubicBezTo>
                    <a:pt x="77" y="65"/>
                    <a:pt x="99" y="43"/>
                    <a:pt x="99" y="15"/>
                  </a:cubicBezTo>
                  <a:cubicBezTo>
                    <a:pt x="99" y="0"/>
                    <a:pt x="99" y="0"/>
                    <a:pt x="99" y="0"/>
                  </a:cubicBezTo>
                  <a:cubicBezTo>
                    <a:pt x="62" y="4"/>
                    <a:pt x="21" y="5"/>
                    <a:pt x="0" y="5"/>
                  </a:cubicBezTo>
                  <a:lnTo>
                    <a:pt x="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5"/>
            <p:cNvSpPr>
              <a:spLocks noEditPoints="1"/>
            </p:cNvSpPr>
            <p:nvPr/>
          </p:nvSpPr>
          <p:spPr bwMode="auto">
            <a:xfrm>
              <a:off x="6381751" y="2693988"/>
              <a:ext cx="285750" cy="284163"/>
            </a:xfrm>
            <a:custGeom>
              <a:avLst/>
              <a:gdLst>
                <a:gd name="T0" fmla="*/ 102 w 204"/>
                <a:gd name="T1" fmla="*/ 203 h 203"/>
                <a:gd name="T2" fmla="*/ 192 w 204"/>
                <a:gd name="T3" fmla="*/ 113 h 203"/>
                <a:gd name="T4" fmla="*/ 183 w 204"/>
                <a:gd name="T5" fmla="*/ 74 h 203"/>
                <a:gd name="T6" fmla="*/ 204 w 204"/>
                <a:gd name="T7" fmla="*/ 0 h 203"/>
                <a:gd name="T8" fmla="*/ 159 w 204"/>
                <a:gd name="T9" fmla="*/ 44 h 203"/>
                <a:gd name="T10" fmla="*/ 102 w 204"/>
                <a:gd name="T11" fmla="*/ 23 h 203"/>
                <a:gd name="T12" fmla="*/ 44 w 204"/>
                <a:gd name="T13" fmla="*/ 44 h 203"/>
                <a:gd name="T14" fmla="*/ 0 w 204"/>
                <a:gd name="T15" fmla="*/ 0 h 203"/>
                <a:gd name="T16" fmla="*/ 21 w 204"/>
                <a:gd name="T17" fmla="*/ 74 h 203"/>
                <a:gd name="T18" fmla="*/ 12 w 204"/>
                <a:gd name="T19" fmla="*/ 113 h 203"/>
                <a:gd name="T20" fmla="*/ 102 w 204"/>
                <a:gd name="T21" fmla="*/ 203 h 203"/>
                <a:gd name="T22" fmla="*/ 38 w 204"/>
                <a:gd name="T23" fmla="*/ 133 h 203"/>
                <a:gd name="T24" fmla="*/ 66 w 204"/>
                <a:gd name="T25" fmla="*/ 149 h 203"/>
                <a:gd name="T26" fmla="*/ 102 w 204"/>
                <a:gd name="T27" fmla="*/ 158 h 203"/>
                <a:gd name="T28" fmla="*/ 138 w 204"/>
                <a:gd name="T29" fmla="*/ 149 h 203"/>
                <a:gd name="T30" fmla="*/ 165 w 204"/>
                <a:gd name="T31" fmla="*/ 133 h 203"/>
                <a:gd name="T32" fmla="*/ 140 w 204"/>
                <a:gd name="T33" fmla="*/ 166 h 203"/>
                <a:gd name="T34" fmla="*/ 102 w 204"/>
                <a:gd name="T35" fmla="*/ 182 h 203"/>
                <a:gd name="T36" fmla="*/ 63 w 204"/>
                <a:gd name="T37" fmla="*/ 166 h 203"/>
                <a:gd name="T38" fmla="*/ 38 w 204"/>
                <a:gd name="T39" fmla="*/ 13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4" h="203">
                  <a:moveTo>
                    <a:pt x="102" y="203"/>
                  </a:moveTo>
                  <a:cubicBezTo>
                    <a:pt x="151" y="203"/>
                    <a:pt x="192" y="163"/>
                    <a:pt x="192" y="113"/>
                  </a:cubicBezTo>
                  <a:cubicBezTo>
                    <a:pt x="192" y="99"/>
                    <a:pt x="189" y="85"/>
                    <a:pt x="183" y="74"/>
                  </a:cubicBezTo>
                  <a:cubicBezTo>
                    <a:pt x="204" y="41"/>
                    <a:pt x="204" y="0"/>
                    <a:pt x="204" y="0"/>
                  </a:cubicBezTo>
                  <a:cubicBezTo>
                    <a:pt x="204" y="0"/>
                    <a:pt x="185" y="27"/>
                    <a:pt x="159" y="44"/>
                  </a:cubicBezTo>
                  <a:cubicBezTo>
                    <a:pt x="144" y="31"/>
                    <a:pt x="124" y="23"/>
                    <a:pt x="102" y="23"/>
                  </a:cubicBezTo>
                  <a:cubicBezTo>
                    <a:pt x="80" y="23"/>
                    <a:pt x="60" y="31"/>
                    <a:pt x="44" y="44"/>
                  </a:cubicBezTo>
                  <a:cubicBezTo>
                    <a:pt x="19" y="27"/>
                    <a:pt x="0" y="0"/>
                    <a:pt x="0" y="0"/>
                  </a:cubicBezTo>
                  <a:cubicBezTo>
                    <a:pt x="0" y="0"/>
                    <a:pt x="0" y="41"/>
                    <a:pt x="21" y="74"/>
                  </a:cubicBezTo>
                  <a:cubicBezTo>
                    <a:pt x="15" y="85"/>
                    <a:pt x="12" y="99"/>
                    <a:pt x="12" y="113"/>
                  </a:cubicBezTo>
                  <a:cubicBezTo>
                    <a:pt x="12" y="163"/>
                    <a:pt x="52" y="203"/>
                    <a:pt x="102" y="203"/>
                  </a:cubicBezTo>
                  <a:close/>
                  <a:moveTo>
                    <a:pt x="38" y="133"/>
                  </a:moveTo>
                  <a:cubicBezTo>
                    <a:pt x="66" y="149"/>
                    <a:pt x="66" y="149"/>
                    <a:pt x="66" y="149"/>
                  </a:cubicBezTo>
                  <a:cubicBezTo>
                    <a:pt x="102" y="158"/>
                    <a:pt x="102" y="158"/>
                    <a:pt x="102" y="158"/>
                  </a:cubicBezTo>
                  <a:cubicBezTo>
                    <a:pt x="138" y="149"/>
                    <a:pt x="138" y="149"/>
                    <a:pt x="138" y="149"/>
                  </a:cubicBezTo>
                  <a:cubicBezTo>
                    <a:pt x="165" y="133"/>
                    <a:pt x="165" y="133"/>
                    <a:pt x="165" y="133"/>
                  </a:cubicBezTo>
                  <a:cubicBezTo>
                    <a:pt x="140" y="166"/>
                    <a:pt x="140" y="166"/>
                    <a:pt x="140" y="166"/>
                  </a:cubicBezTo>
                  <a:cubicBezTo>
                    <a:pt x="102" y="182"/>
                    <a:pt x="102" y="182"/>
                    <a:pt x="102" y="182"/>
                  </a:cubicBezTo>
                  <a:cubicBezTo>
                    <a:pt x="63" y="166"/>
                    <a:pt x="63" y="166"/>
                    <a:pt x="63" y="166"/>
                  </a:cubicBezTo>
                  <a:lnTo>
                    <a:pt x="38"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5" name="组合 14"/>
          <p:cNvGrpSpPr/>
          <p:nvPr/>
        </p:nvGrpSpPr>
        <p:grpSpPr>
          <a:xfrm>
            <a:off x="7900988" y="2600325"/>
            <a:ext cx="1062038" cy="1360488"/>
            <a:chOff x="7900988" y="2600325"/>
            <a:chExt cx="1062038" cy="1360488"/>
          </a:xfrm>
          <a:solidFill>
            <a:schemeClr val="tx1">
              <a:lumMod val="65000"/>
              <a:lumOff val="35000"/>
            </a:schemeClr>
          </a:solidFill>
        </p:grpSpPr>
        <p:sp>
          <p:nvSpPr>
            <p:cNvPr id="16" name="Freeform 16"/>
            <p:cNvSpPr>
              <a:spLocks/>
            </p:cNvSpPr>
            <p:nvPr/>
          </p:nvSpPr>
          <p:spPr bwMode="auto">
            <a:xfrm>
              <a:off x="8691563" y="3524250"/>
              <a:ext cx="271463" cy="315913"/>
            </a:xfrm>
            <a:custGeom>
              <a:avLst/>
              <a:gdLst>
                <a:gd name="T0" fmla="*/ 108 w 194"/>
                <a:gd name="T1" fmla="*/ 36 h 226"/>
                <a:gd name="T2" fmla="*/ 107 w 194"/>
                <a:gd name="T3" fmla="*/ 36 h 226"/>
                <a:gd name="T4" fmla="*/ 59 w 194"/>
                <a:gd name="T5" fmla="*/ 142 h 226"/>
                <a:gd name="T6" fmla="*/ 49 w 194"/>
                <a:gd name="T7" fmla="*/ 187 h 226"/>
                <a:gd name="T8" fmla="*/ 35 w 194"/>
                <a:gd name="T9" fmla="*/ 130 h 226"/>
                <a:gd name="T10" fmla="*/ 0 w 194"/>
                <a:gd name="T11" fmla="*/ 0 h 226"/>
                <a:gd name="T12" fmla="*/ 5 w 194"/>
                <a:gd name="T13" fmla="*/ 89 h 226"/>
                <a:gd name="T14" fmla="*/ 16 w 194"/>
                <a:gd name="T15" fmla="*/ 135 h 226"/>
                <a:gd name="T16" fmla="*/ 49 w 194"/>
                <a:gd name="T17" fmla="*/ 215 h 226"/>
                <a:gd name="T18" fmla="*/ 50 w 194"/>
                <a:gd name="T19" fmla="*/ 215 h 226"/>
                <a:gd name="T20" fmla="*/ 79 w 194"/>
                <a:gd name="T21" fmla="*/ 146 h 226"/>
                <a:gd name="T22" fmla="*/ 108 w 194"/>
                <a:gd name="T23" fmla="*/ 56 h 226"/>
                <a:gd name="T24" fmla="*/ 137 w 194"/>
                <a:gd name="T25" fmla="*/ 139 h 226"/>
                <a:gd name="T26" fmla="*/ 93 w 194"/>
                <a:gd name="T27" fmla="*/ 124 h 226"/>
                <a:gd name="T28" fmla="*/ 163 w 194"/>
                <a:gd name="T29" fmla="*/ 226 h 226"/>
                <a:gd name="T30" fmla="*/ 194 w 194"/>
                <a:gd name="T31" fmla="*/ 107 h 226"/>
                <a:gd name="T32" fmla="*/ 157 w 194"/>
                <a:gd name="T33" fmla="*/ 137 h 226"/>
                <a:gd name="T34" fmla="*/ 149 w 194"/>
                <a:gd name="T35" fmla="*/ 103 h 226"/>
                <a:gd name="T36" fmla="*/ 108 w 194"/>
                <a:gd name="T37" fmla="*/ 36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4" h="226">
                  <a:moveTo>
                    <a:pt x="108" y="36"/>
                  </a:moveTo>
                  <a:cubicBezTo>
                    <a:pt x="108" y="36"/>
                    <a:pt x="108" y="36"/>
                    <a:pt x="107" y="36"/>
                  </a:cubicBezTo>
                  <a:cubicBezTo>
                    <a:pt x="93" y="36"/>
                    <a:pt x="77" y="49"/>
                    <a:pt x="59" y="142"/>
                  </a:cubicBezTo>
                  <a:cubicBezTo>
                    <a:pt x="55" y="166"/>
                    <a:pt x="52" y="179"/>
                    <a:pt x="49" y="187"/>
                  </a:cubicBezTo>
                  <a:cubicBezTo>
                    <a:pt x="45" y="174"/>
                    <a:pt x="40" y="151"/>
                    <a:pt x="35" y="130"/>
                  </a:cubicBezTo>
                  <a:cubicBezTo>
                    <a:pt x="26" y="92"/>
                    <a:pt x="15" y="45"/>
                    <a:pt x="0" y="0"/>
                  </a:cubicBezTo>
                  <a:cubicBezTo>
                    <a:pt x="1" y="27"/>
                    <a:pt x="3" y="57"/>
                    <a:pt x="5" y="89"/>
                  </a:cubicBezTo>
                  <a:cubicBezTo>
                    <a:pt x="9" y="105"/>
                    <a:pt x="12" y="120"/>
                    <a:pt x="16" y="135"/>
                  </a:cubicBezTo>
                  <a:cubicBezTo>
                    <a:pt x="29" y="193"/>
                    <a:pt x="34" y="215"/>
                    <a:pt x="49" y="215"/>
                  </a:cubicBezTo>
                  <a:cubicBezTo>
                    <a:pt x="49" y="215"/>
                    <a:pt x="50" y="215"/>
                    <a:pt x="50" y="215"/>
                  </a:cubicBezTo>
                  <a:cubicBezTo>
                    <a:pt x="63" y="215"/>
                    <a:pt x="69" y="199"/>
                    <a:pt x="79" y="146"/>
                  </a:cubicBezTo>
                  <a:cubicBezTo>
                    <a:pt x="93" y="69"/>
                    <a:pt x="105" y="58"/>
                    <a:pt x="108" y="56"/>
                  </a:cubicBezTo>
                  <a:cubicBezTo>
                    <a:pt x="116" y="60"/>
                    <a:pt x="128" y="96"/>
                    <a:pt x="137" y="139"/>
                  </a:cubicBezTo>
                  <a:cubicBezTo>
                    <a:pt x="93" y="124"/>
                    <a:pt x="93" y="124"/>
                    <a:pt x="93" y="124"/>
                  </a:cubicBezTo>
                  <a:cubicBezTo>
                    <a:pt x="163" y="226"/>
                    <a:pt x="163" y="226"/>
                    <a:pt x="163" y="226"/>
                  </a:cubicBezTo>
                  <a:cubicBezTo>
                    <a:pt x="194" y="107"/>
                    <a:pt x="194" y="107"/>
                    <a:pt x="194" y="107"/>
                  </a:cubicBezTo>
                  <a:cubicBezTo>
                    <a:pt x="157" y="137"/>
                    <a:pt x="157" y="137"/>
                    <a:pt x="157" y="137"/>
                  </a:cubicBezTo>
                  <a:cubicBezTo>
                    <a:pt x="155" y="127"/>
                    <a:pt x="152" y="115"/>
                    <a:pt x="149" y="103"/>
                  </a:cubicBezTo>
                  <a:cubicBezTo>
                    <a:pt x="137" y="57"/>
                    <a:pt x="124" y="36"/>
                    <a:pt x="108"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7"/>
            <p:cNvSpPr>
              <a:spLocks/>
            </p:cNvSpPr>
            <p:nvPr/>
          </p:nvSpPr>
          <p:spPr bwMode="auto">
            <a:xfrm>
              <a:off x="8304213" y="3870325"/>
              <a:ext cx="138113" cy="90488"/>
            </a:xfrm>
            <a:custGeom>
              <a:avLst/>
              <a:gdLst>
                <a:gd name="T0" fmla="*/ 0 w 99"/>
                <a:gd name="T1" fmla="*/ 16 h 65"/>
                <a:gd name="T2" fmla="*/ 50 w 99"/>
                <a:gd name="T3" fmla="*/ 65 h 65"/>
                <a:gd name="T4" fmla="*/ 99 w 99"/>
                <a:gd name="T5" fmla="*/ 16 h 65"/>
                <a:gd name="T6" fmla="*/ 99 w 99"/>
                <a:gd name="T7" fmla="*/ 5 h 65"/>
                <a:gd name="T8" fmla="*/ 0 w 99"/>
                <a:gd name="T9" fmla="*/ 0 h 65"/>
                <a:gd name="T10" fmla="*/ 0 w 99"/>
                <a:gd name="T11" fmla="*/ 16 h 65"/>
              </a:gdLst>
              <a:ahLst/>
              <a:cxnLst>
                <a:cxn ang="0">
                  <a:pos x="T0" y="T1"/>
                </a:cxn>
                <a:cxn ang="0">
                  <a:pos x="T2" y="T3"/>
                </a:cxn>
                <a:cxn ang="0">
                  <a:pos x="T4" y="T5"/>
                </a:cxn>
                <a:cxn ang="0">
                  <a:pos x="T6" y="T7"/>
                </a:cxn>
                <a:cxn ang="0">
                  <a:pos x="T8" y="T9"/>
                </a:cxn>
                <a:cxn ang="0">
                  <a:pos x="T10" y="T11"/>
                </a:cxn>
              </a:cxnLst>
              <a:rect l="0" t="0" r="r" b="b"/>
              <a:pathLst>
                <a:path w="99" h="65">
                  <a:moveTo>
                    <a:pt x="0" y="16"/>
                  </a:moveTo>
                  <a:cubicBezTo>
                    <a:pt x="0" y="43"/>
                    <a:pt x="22" y="65"/>
                    <a:pt x="50" y="65"/>
                  </a:cubicBezTo>
                  <a:cubicBezTo>
                    <a:pt x="77" y="65"/>
                    <a:pt x="99" y="43"/>
                    <a:pt x="99" y="16"/>
                  </a:cubicBezTo>
                  <a:cubicBezTo>
                    <a:pt x="99" y="5"/>
                    <a:pt x="99" y="5"/>
                    <a:pt x="99" y="5"/>
                  </a:cubicBezTo>
                  <a:cubicBezTo>
                    <a:pt x="78" y="5"/>
                    <a:pt x="37" y="4"/>
                    <a:pt x="0" y="0"/>
                  </a:cubicBezTo>
                  <a:lnTo>
                    <a:pt x="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8"/>
            <p:cNvSpPr>
              <a:spLocks/>
            </p:cNvSpPr>
            <p:nvPr/>
          </p:nvSpPr>
          <p:spPr bwMode="auto">
            <a:xfrm>
              <a:off x="8469313" y="3870325"/>
              <a:ext cx="138113" cy="90488"/>
            </a:xfrm>
            <a:custGeom>
              <a:avLst/>
              <a:gdLst>
                <a:gd name="T0" fmla="*/ 0 w 99"/>
                <a:gd name="T1" fmla="*/ 16 h 65"/>
                <a:gd name="T2" fmla="*/ 49 w 99"/>
                <a:gd name="T3" fmla="*/ 65 h 65"/>
                <a:gd name="T4" fmla="*/ 99 w 99"/>
                <a:gd name="T5" fmla="*/ 16 h 65"/>
                <a:gd name="T6" fmla="*/ 99 w 99"/>
                <a:gd name="T7" fmla="*/ 0 h 65"/>
                <a:gd name="T8" fmla="*/ 0 w 99"/>
                <a:gd name="T9" fmla="*/ 5 h 65"/>
                <a:gd name="T10" fmla="*/ 0 w 99"/>
                <a:gd name="T11" fmla="*/ 16 h 65"/>
              </a:gdLst>
              <a:ahLst/>
              <a:cxnLst>
                <a:cxn ang="0">
                  <a:pos x="T0" y="T1"/>
                </a:cxn>
                <a:cxn ang="0">
                  <a:pos x="T2" y="T3"/>
                </a:cxn>
                <a:cxn ang="0">
                  <a:pos x="T4" y="T5"/>
                </a:cxn>
                <a:cxn ang="0">
                  <a:pos x="T6" y="T7"/>
                </a:cxn>
                <a:cxn ang="0">
                  <a:pos x="T8" y="T9"/>
                </a:cxn>
                <a:cxn ang="0">
                  <a:pos x="T10" y="T11"/>
                </a:cxn>
              </a:cxnLst>
              <a:rect l="0" t="0" r="r" b="b"/>
              <a:pathLst>
                <a:path w="99" h="65">
                  <a:moveTo>
                    <a:pt x="0" y="16"/>
                  </a:moveTo>
                  <a:cubicBezTo>
                    <a:pt x="0" y="43"/>
                    <a:pt x="22" y="65"/>
                    <a:pt x="49" y="65"/>
                  </a:cubicBezTo>
                  <a:cubicBezTo>
                    <a:pt x="76" y="65"/>
                    <a:pt x="99" y="43"/>
                    <a:pt x="99" y="16"/>
                  </a:cubicBezTo>
                  <a:cubicBezTo>
                    <a:pt x="99" y="0"/>
                    <a:pt x="99" y="0"/>
                    <a:pt x="99" y="0"/>
                  </a:cubicBezTo>
                  <a:cubicBezTo>
                    <a:pt x="62" y="4"/>
                    <a:pt x="21" y="5"/>
                    <a:pt x="0" y="5"/>
                  </a:cubicBezTo>
                  <a:lnTo>
                    <a:pt x="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9"/>
            <p:cNvSpPr>
              <a:spLocks/>
            </p:cNvSpPr>
            <p:nvPr/>
          </p:nvSpPr>
          <p:spPr bwMode="auto">
            <a:xfrm>
              <a:off x="7900988" y="2705100"/>
              <a:ext cx="842963" cy="1154113"/>
            </a:xfrm>
            <a:custGeom>
              <a:avLst/>
              <a:gdLst>
                <a:gd name="T0" fmla="*/ 288 w 602"/>
                <a:gd name="T1" fmla="*/ 252 h 825"/>
                <a:gd name="T2" fmla="*/ 230 w 602"/>
                <a:gd name="T3" fmla="*/ 808 h 825"/>
                <a:gd name="T4" fmla="*/ 396 w 602"/>
                <a:gd name="T5" fmla="*/ 825 h 825"/>
                <a:gd name="T6" fmla="*/ 563 w 602"/>
                <a:gd name="T7" fmla="*/ 808 h 825"/>
                <a:gd name="T8" fmla="*/ 505 w 602"/>
                <a:gd name="T9" fmla="*/ 252 h 825"/>
                <a:gd name="T10" fmla="*/ 515 w 602"/>
                <a:gd name="T11" fmla="*/ 245 h 825"/>
                <a:gd name="T12" fmla="*/ 561 w 602"/>
                <a:gd name="T13" fmla="*/ 534 h 825"/>
                <a:gd name="T14" fmla="*/ 592 w 602"/>
                <a:gd name="T15" fmla="*/ 504 h 825"/>
                <a:gd name="T16" fmla="*/ 529 w 602"/>
                <a:gd name="T17" fmla="*/ 176 h 825"/>
                <a:gd name="T18" fmla="*/ 478 w 602"/>
                <a:gd name="T19" fmla="*/ 151 h 825"/>
                <a:gd name="T20" fmla="*/ 477 w 602"/>
                <a:gd name="T21" fmla="*/ 151 h 825"/>
                <a:gd name="T22" fmla="*/ 596 w 602"/>
                <a:gd name="T23" fmla="*/ 95 h 825"/>
                <a:gd name="T24" fmla="*/ 487 w 602"/>
                <a:gd name="T25" fmla="*/ 78 h 825"/>
                <a:gd name="T26" fmla="*/ 411 w 602"/>
                <a:gd name="T27" fmla="*/ 136 h 825"/>
                <a:gd name="T28" fmla="*/ 396 w 602"/>
                <a:gd name="T29" fmla="*/ 229 h 825"/>
                <a:gd name="T30" fmla="*/ 382 w 602"/>
                <a:gd name="T31" fmla="*/ 136 h 825"/>
                <a:gd name="T32" fmla="*/ 305 w 602"/>
                <a:gd name="T33" fmla="*/ 78 h 825"/>
                <a:gd name="T34" fmla="*/ 197 w 602"/>
                <a:gd name="T35" fmla="*/ 95 h 825"/>
                <a:gd name="T36" fmla="*/ 316 w 602"/>
                <a:gd name="T37" fmla="*/ 151 h 825"/>
                <a:gd name="T38" fmla="*/ 316 w 602"/>
                <a:gd name="T39" fmla="*/ 151 h 825"/>
                <a:gd name="T40" fmla="*/ 58 w 602"/>
                <a:gd name="T41" fmla="*/ 13 h 825"/>
                <a:gd name="T42" fmla="*/ 13 w 602"/>
                <a:gd name="T43" fmla="*/ 12 h 825"/>
                <a:gd name="T44" fmla="*/ 12 w 602"/>
                <a:gd name="T45" fmla="*/ 57 h 825"/>
                <a:gd name="T46" fmla="*/ 288 w 602"/>
                <a:gd name="T47" fmla="*/ 213 h 825"/>
                <a:gd name="T48" fmla="*/ 288 w 602"/>
                <a:gd name="T49" fmla="*/ 248 h 825"/>
                <a:gd name="T50" fmla="*/ 283 w 602"/>
                <a:gd name="T51" fmla="*/ 248 h 825"/>
                <a:gd name="T52" fmla="*/ 283 w 602"/>
                <a:gd name="T53" fmla="*/ 248 h 825"/>
                <a:gd name="T54" fmla="*/ 288 w 602"/>
                <a:gd name="T55" fmla="*/ 252 h 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02" h="825">
                  <a:moveTo>
                    <a:pt x="288" y="252"/>
                  </a:moveTo>
                  <a:cubicBezTo>
                    <a:pt x="288" y="252"/>
                    <a:pt x="244" y="331"/>
                    <a:pt x="230" y="808"/>
                  </a:cubicBezTo>
                  <a:cubicBezTo>
                    <a:pt x="244" y="817"/>
                    <a:pt x="303" y="825"/>
                    <a:pt x="396" y="825"/>
                  </a:cubicBezTo>
                  <a:cubicBezTo>
                    <a:pt x="490" y="825"/>
                    <a:pt x="549" y="817"/>
                    <a:pt x="563" y="808"/>
                  </a:cubicBezTo>
                  <a:cubicBezTo>
                    <a:pt x="548" y="327"/>
                    <a:pt x="505" y="252"/>
                    <a:pt x="505" y="252"/>
                  </a:cubicBezTo>
                  <a:cubicBezTo>
                    <a:pt x="515" y="245"/>
                    <a:pt x="515" y="245"/>
                    <a:pt x="515" y="245"/>
                  </a:cubicBezTo>
                  <a:cubicBezTo>
                    <a:pt x="516" y="248"/>
                    <a:pt x="542" y="293"/>
                    <a:pt x="561" y="534"/>
                  </a:cubicBezTo>
                  <a:cubicBezTo>
                    <a:pt x="578" y="533"/>
                    <a:pt x="591" y="521"/>
                    <a:pt x="592" y="504"/>
                  </a:cubicBezTo>
                  <a:cubicBezTo>
                    <a:pt x="602" y="335"/>
                    <a:pt x="581" y="225"/>
                    <a:pt x="529" y="176"/>
                  </a:cubicBezTo>
                  <a:cubicBezTo>
                    <a:pt x="510" y="158"/>
                    <a:pt x="490" y="153"/>
                    <a:pt x="478" y="151"/>
                  </a:cubicBezTo>
                  <a:cubicBezTo>
                    <a:pt x="478" y="151"/>
                    <a:pt x="477" y="151"/>
                    <a:pt x="477" y="151"/>
                  </a:cubicBezTo>
                  <a:cubicBezTo>
                    <a:pt x="520" y="123"/>
                    <a:pt x="570" y="101"/>
                    <a:pt x="596" y="95"/>
                  </a:cubicBezTo>
                  <a:cubicBezTo>
                    <a:pt x="557" y="79"/>
                    <a:pt x="520" y="76"/>
                    <a:pt x="487" y="78"/>
                  </a:cubicBezTo>
                  <a:cubicBezTo>
                    <a:pt x="474" y="109"/>
                    <a:pt x="445" y="131"/>
                    <a:pt x="411" y="136"/>
                  </a:cubicBezTo>
                  <a:cubicBezTo>
                    <a:pt x="396" y="229"/>
                    <a:pt x="396" y="229"/>
                    <a:pt x="396" y="229"/>
                  </a:cubicBezTo>
                  <a:cubicBezTo>
                    <a:pt x="382" y="136"/>
                    <a:pt x="382" y="136"/>
                    <a:pt x="382" y="136"/>
                  </a:cubicBezTo>
                  <a:cubicBezTo>
                    <a:pt x="348" y="131"/>
                    <a:pt x="319" y="109"/>
                    <a:pt x="305" y="78"/>
                  </a:cubicBezTo>
                  <a:cubicBezTo>
                    <a:pt x="273" y="76"/>
                    <a:pt x="235" y="79"/>
                    <a:pt x="197" y="95"/>
                  </a:cubicBezTo>
                  <a:cubicBezTo>
                    <a:pt x="223" y="101"/>
                    <a:pt x="272" y="123"/>
                    <a:pt x="316" y="151"/>
                  </a:cubicBezTo>
                  <a:cubicBezTo>
                    <a:pt x="316" y="151"/>
                    <a:pt x="316" y="151"/>
                    <a:pt x="316" y="151"/>
                  </a:cubicBezTo>
                  <a:cubicBezTo>
                    <a:pt x="292" y="151"/>
                    <a:pt x="180" y="142"/>
                    <a:pt x="58" y="13"/>
                  </a:cubicBezTo>
                  <a:cubicBezTo>
                    <a:pt x="46" y="1"/>
                    <a:pt x="26" y="0"/>
                    <a:pt x="13" y="12"/>
                  </a:cubicBezTo>
                  <a:cubicBezTo>
                    <a:pt x="0" y="24"/>
                    <a:pt x="0" y="45"/>
                    <a:pt x="12" y="57"/>
                  </a:cubicBezTo>
                  <a:cubicBezTo>
                    <a:pt x="125" y="176"/>
                    <a:pt x="234" y="206"/>
                    <a:pt x="288" y="213"/>
                  </a:cubicBezTo>
                  <a:cubicBezTo>
                    <a:pt x="288" y="248"/>
                    <a:pt x="288" y="248"/>
                    <a:pt x="288" y="248"/>
                  </a:cubicBezTo>
                  <a:cubicBezTo>
                    <a:pt x="283" y="248"/>
                    <a:pt x="283" y="248"/>
                    <a:pt x="283" y="248"/>
                  </a:cubicBezTo>
                  <a:cubicBezTo>
                    <a:pt x="283" y="248"/>
                    <a:pt x="283" y="248"/>
                    <a:pt x="283" y="248"/>
                  </a:cubicBezTo>
                  <a:lnTo>
                    <a:pt x="288" y="2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20"/>
            <p:cNvSpPr>
              <a:spLocks noEditPoints="1"/>
            </p:cNvSpPr>
            <p:nvPr/>
          </p:nvSpPr>
          <p:spPr bwMode="auto">
            <a:xfrm>
              <a:off x="8312151" y="2600325"/>
              <a:ext cx="285750" cy="284163"/>
            </a:xfrm>
            <a:custGeom>
              <a:avLst/>
              <a:gdLst>
                <a:gd name="T0" fmla="*/ 102 w 204"/>
                <a:gd name="T1" fmla="*/ 202 h 202"/>
                <a:gd name="T2" fmla="*/ 192 w 204"/>
                <a:gd name="T3" fmla="*/ 112 h 202"/>
                <a:gd name="T4" fmla="*/ 183 w 204"/>
                <a:gd name="T5" fmla="*/ 73 h 202"/>
                <a:gd name="T6" fmla="*/ 204 w 204"/>
                <a:gd name="T7" fmla="*/ 0 h 202"/>
                <a:gd name="T8" fmla="*/ 160 w 204"/>
                <a:gd name="T9" fmla="*/ 43 h 202"/>
                <a:gd name="T10" fmla="*/ 102 w 204"/>
                <a:gd name="T11" fmla="*/ 22 h 202"/>
                <a:gd name="T12" fmla="*/ 45 w 204"/>
                <a:gd name="T13" fmla="*/ 43 h 202"/>
                <a:gd name="T14" fmla="*/ 0 w 204"/>
                <a:gd name="T15" fmla="*/ 0 h 202"/>
                <a:gd name="T16" fmla="*/ 21 w 204"/>
                <a:gd name="T17" fmla="*/ 73 h 202"/>
                <a:gd name="T18" fmla="*/ 12 w 204"/>
                <a:gd name="T19" fmla="*/ 112 h 202"/>
                <a:gd name="T20" fmla="*/ 102 w 204"/>
                <a:gd name="T21" fmla="*/ 202 h 202"/>
                <a:gd name="T22" fmla="*/ 39 w 204"/>
                <a:gd name="T23" fmla="*/ 132 h 202"/>
                <a:gd name="T24" fmla="*/ 66 w 204"/>
                <a:gd name="T25" fmla="*/ 148 h 202"/>
                <a:gd name="T26" fmla="*/ 102 w 204"/>
                <a:gd name="T27" fmla="*/ 157 h 202"/>
                <a:gd name="T28" fmla="*/ 138 w 204"/>
                <a:gd name="T29" fmla="*/ 148 h 202"/>
                <a:gd name="T30" fmla="*/ 166 w 204"/>
                <a:gd name="T31" fmla="*/ 132 h 202"/>
                <a:gd name="T32" fmla="*/ 141 w 204"/>
                <a:gd name="T33" fmla="*/ 165 h 202"/>
                <a:gd name="T34" fmla="*/ 102 w 204"/>
                <a:gd name="T35" fmla="*/ 182 h 202"/>
                <a:gd name="T36" fmla="*/ 64 w 204"/>
                <a:gd name="T37" fmla="*/ 165 h 202"/>
                <a:gd name="T38" fmla="*/ 39 w 204"/>
                <a:gd name="T39" fmla="*/ 132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4" h="202">
                  <a:moveTo>
                    <a:pt x="102" y="202"/>
                  </a:moveTo>
                  <a:cubicBezTo>
                    <a:pt x="152" y="202"/>
                    <a:pt x="192" y="162"/>
                    <a:pt x="192" y="112"/>
                  </a:cubicBezTo>
                  <a:cubicBezTo>
                    <a:pt x="192" y="98"/>
                    <a:pt x="189" y="85"/>
                    <a:pt x="183" y="73"/>
                  </a:cubicBezTo>
                  <a:cubicBezTo>
                    <a:pt x="204" y="40"/>
                    <a:pt x="204" y="0"/>
                    <a:pt x="204" y="0"/>
                  </a:cubicBezTo>
                  <a:cubicBezTo>
                    <a:pt x="204" y="0"/>
                    <a:pt x="186" y="27"/>
                    <a:pt x="160" y="43"/>
                  </a:cubicBezTo>
                  <a:cubicBezTo>
                    <a:pt x="144" y="30"/>
                    <a:pt x="124" y="22"/>
                    <a:pt x="102" y="22"/>
                  </a:cubicBezTo>
                  <a:cubicBezTo>
                    <a:pt x="81" y="22"/>
                    <a:pt x="61" y="30"/>
                    <a:pt x="45" y="43"/>
                  </a:cubicBezTo>
                  <a:cubicBezTo>
                    <a:pt x="19" y="27"/>
                    <a:pt x="0" y="0"/>
                    <a:pt x="0" y="0"/>
                  </a:cubicBezTo>
                  <a:cubicBezTo>
                    <a:pt x="0" y="0"/>
                    <a:pt x="1" y="40"/>
                    <a:pt x="21" y="73"/>
                  </a:cubicBezTo>
                  <a:cubicBezTo>
                    <a:pt x="16" y="85"/>
                    <a:pt x="12" y="98"/>
                    <a:pt x="12" y="112"/>
                  </a:cubicBezTo>
                  <a:cubicBezTo>
                    <a:pt x="12" y="162"/>
                    <a:pt x="53" y="202"/>
                    <a:pt x="102" y="202"/>
                  </a:cubicBezTo>
                  <a:close/>
                  <a:moveTo>
                    <a:pt x="39" y="132"/>
                  </a:moveTo>
                  <a:cubicBezTo>
                    <a:pt x="66" y="148"/>
                    <a:pt x="66" y="148"/>
                    <a:pt x="66" y="148"/>
                  </a:cubicBezTo>
                  <a:cubicBezTo>
                    <a:pt x="102" y="157"/>
                    <a:pt x="102" y="157"/>
                    <a:pt x="102" y="157"/>
                  </a:cubicBezTo>
                  <a:cubicBezTo>
                    <a:pt x="138" y="148"/>
                    <a:pt x="138" y="148"/>
                    <a:pt x="138" y="148"/>
                  </a:cubicBezTo>
                  <a:cubicBezTo>
                    <a:pt x="166" y="132"/>
                    <a:pt x="166" y="132"/>
                    <a:pt x="166" y="132"/>
                  </a:cubicBezTo>
                  <a:cubicBezTo>
                    <a:pt x="141" y="165"/>
                    <a:pt x="141" y="165"/>
                    <a:pt x="141" y="165"/>
                  </a:cubicBezTo>
                  <a:cubicBezTo>
                    <a:pt x="102" y="182"/>
                    <a:pt x="102" y="182"/>
                    <a:pt x="102" y="182"/>
                  </a:cubicBezTo>
                  <a:cubicBezTo>
                    <a:pt x="64" y="165"/>
                    <a:pt x="64" y="165"/>
                    <a:pt x="64" y="165"/>
                  </a:cubicBezTo>
                  <a:lnTo>
                    <a:pt x="39" y="1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 name="组合 20"/>
          <p:cNvGrpSpPr/>
          <p:nvPr/>
        </p:nvGrpSpPr>
        <p:grpSpPr>
          <a:xfrm>
            <a:off x="7508876" y="831850"/>
            <a:ext cx="1374775" cy="1593850"/>
            <a:chOff x="7508876" y="831850"/>
            <a:chExt cx="1374775" cy="1593850"/>
          </a:xfrm>
          <a:solidFill>
            <a:schemeClr val="tx1">
              <a:lumMod val="65000"/>
              <a:lumOff val="35000"/>
            </a:schemeClr>
          </a:solidFill>
        </p:grpSpPr>
        <p:sp>
          <p:nvSpPr>
            <p:cNvPr id="22" name="Freeform 21"/>
            <p:cNvSpPr>
              <a:spLocks noEditPoints="1"/>
            </p:cNvSpPr>
            <p:nvPr/>
          </p:nvSpPr>
          <p:spPr bwMode="auto">
            <a:xfrm>
              <a:off x="7621588" y="1273175"/>
              <a:ext cx="773113" cy="1152525"/>
            </a:xfrm>
            <a:custGeom>
              <a:avLst/>
              <a:gdLst>
                <a:gd name="T0" fmla="*/ 366 w 552"/>
                <a:gd name="T1" fmla="*/ 61 h 823"/>
                <a:gd name="T2" fmla="*/ 352 w 552"/>
                <a:gd name="T3" fmla="*/ 154 h 823"/>
                <a:gd name="T4" fmla="*/ 338 w 552"/>
                <a:gd name="T5" fmla="*/ 61 h 823"/>
                <a:gd name="T6" fmla="*/ 261 w 552"/>
                <a:gd name="T7" fmla="*/ 2 h 823"/>
                <a:gd name="T8" fmla="*/ 153 w 552"/>
                <a:gd name="T9" fmla="*/ 20 h 823"/>
                <a:gd name="T10" fmla="*/ 271 w 552"/>
                <a:gd name="T11" fmla="*/ 76 h 823"/>
                <a:gd name="T12" fmla="*/ 224 w 552"/>
                <a:gd name="T13" fmla="*/ 95 h 823"/>
                <a:gd name="T14" fmla="*/ 157 w 552"/>
                <a:gd name="T15" fmla="*/ 257 h 823"/>
                <a:gd name="T16" fmla="*/ 50 w 552"/>
                <a:gd name="T17" fmla="*/ 271 h 823"/>
                <a:gd name="T18" fmla="*/ 50 w 552"/>
                <a:gd name="T19" fmla="*/ 25 h 823"/>
                <a:gd name="T20" fmla="*/ 24 w 552"/>
                <a:gd name="T21" fmla="*/ 25 h 823"/>
                <a:gd name="T22" fmla="*/ 24 w 552"/>
                <a:gd name="T23" fmla="*/ 272 h 823"/>
                <a:gd name="T24" fmla="*/ 1 w 552"/>
                <a:gd name="T25" fmla="*/ 301 h 823"/>
                <a:gd name="T26" fmla="*/ 24 w 552"/>
                <a:gd name="T27" fmla="*/ 333 h 823"/>
                <a:gd name="T28" fmla="*/ 24 w 552"/>
                <a:gd name="T29" fmla="*/ 823 h 823"/>
                <a:gd name="T30" fmla="*/ 50 w 552"/>
                <a:gd name="T31" fmla="*/ 823 h 823"/>
                <a:gd name="T32" fmla="*/ 50 w 552"/>
                <a:gd name="T33" fmla="*/ 335 h 823"/>
                <a:gd name="T34" fmla="*/ 112 w 552"/>
                <a:gd name="T35" fmla="*/ 332 h 823"/>
                <a:gd name="T36" fmla="*/ 203 w 552"/>
                <a:gd name="T37" fmla="*/ 302 h 823"/>
                <a:gd name="T38" fmla="*/ 233 w 552"/>
                <a:gd name="T39" fmla="*/ 170 h 823"/>
                <a:gd name="T40" fmla="*/ 244 w 552"/>
                <a:gd name="T41" fmla="*/ 176 h 823"/>
                <a:gd name="T42" fmla="*/ 185 w 552"/>
                <a:gd name="T43" fmla="*/ 733 h 823"/>
                <a:gd name="T44" fmla="*/ 352 w 552"/>
                <a:gd name="T45" fmla="*/ 750 h 823"/>
                <a:gd name="T46" fmla="*/ 518 w 552"/>
                <a:gd name="T47" fmla="*/ 733 h 823"/>
                <a:gd name="T48" fmla="*/ 505 w 552"/>
                <a:gd name="T49" fmla="*/ 467 h 823"/>
                <a:gd name="T50" fmla="*/ 479 w 552"/>
                <a:gd name="T51" fmla="*/ 427 h 823"/>
                <a:gd name="T52" fmla="*/ 482 w 552"/>
                <a:gd name="T53" fmla="*/ 260 h 823"/>
                <a:gd name="T54" fmla="*/ 460 w 552"/>
                <a:gd name="T55" fmla="*/ 176 h 823"/>
                <a:gd name="T56" fmla="*/ 465 w 552"/>
                <a:gd name="T57" fmla="*/ 173 h 823"/>
                <a:gd name="T58" fmla="*/ 465 w 552"/>
                <a:gd name="T59" fmla="*/ 173 h 823"/>
                <a:gd name="T60" fmla="*/ 460 w 552"/>
                <a:gd name="T61" fmla="*/ 173 h 823"/>
                <a:gd name="T62" fmla="*/ 460 w 552"/>
                <a:gd name="T63" fmla="*/ 142 h 823"/>
                <a:gd name="T64" fmla="*/ 509 w 552"/>
                <a:gd name="T65" fmla="*/ 145 h 823"/>
                <a:gd name="T66" fmla="*/ 547 w 552"/>
                <a:gd name="T67" fmla="*/ 87 h 823"/>
                <a:gd name="T68" fmla="*/ 552 w 552"/>
                <a:gd name="T69" fmla="*/ 83 h 823"/>
                <a:gd name="T70" fmla="*/ 434 w 552"/>
                <a:gd name="T71" fmla="*/ 76 h 823"/>
                <a:gd name="T72" fmla="*/ 433 w 552"/>
                <a:gd name="T73" fmla="*/ 76 h 823"/>
                <a:gd name="T74" fmla="*/ 551 w 552"/>
                <a:gd name="T75" fmla="*/ 20 h 823"/>
                <a:gd name="T76" fmla="*/ 443 w 552"/>
                <a:gd name="T77" fmla="*/ 2 h 823"/>
                <a:gd name="T78" fmla="*/ 366 w 552"/>
                <a:gd name="T79" fmla="*/ 61 h 823"/>
                <a:gd name="T80" fmla="*/ 243 w 552"/>
                <a:gd name="T81" fmla="*/ 173 h 823"/>
                <a:gd name="T82" fmla="*/ 244 w 552"/>
                <a:gd name="T83" fmla="*/ 172 h 823"/>
                <a:gd name="T84" fmla="*/ 244 w 552"/>
                <a:gd name="T85" fmla="*/ 173 h 823"/>
                <a:gd name="T86" fmla="*/ 243 w 552"/>
                <a:gd name="T87" fmla="*/ 173 h 8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52" h="823">
                  <a:moveTo>
                    <a:pt x="366" y="61"/>
                  </a:moveTo>
                  <a:cubicBezTo>
                    <a:pt x="352" y="154"/>
                    <a:pt x="352" y="154"/>
                    <a:pt x="352" y="154"/>
                  </a:cubicBezTo>
                  <a:cubicBezTo>
                    <a:pt x="338" y="61"/>
                    <a:pt x="338" y="61"/>
                    <a:pt x="338" y="61"/>
                  </a:cubicBezTo>
                  <a:cubicBezTo>
                    <a:pt x="303" y="56"/>
                    <a:pt x="274" y="33"/>
                    <a:pt x="261" y="2"/>
                  </a:cubicBezTo>
                  <a:cubicBezTo>
                    <a:pt x="229" y="0"/>
                    <a:pt x="191" y="4"/>
                    <a:pt x="153" y="20"/>
                  </a:cubicBezTo>
                  <a:cubicBezTo>
                    <a:pt x="178" y="26"/>
                    <a:pt x="228" y="48"/>
                    <a:pt x="271" y="76"/>
                  </a:cubicBezTo>
                  <a:cubicBezTo>
                    <a:pt x="261" y="76"/>
                    <a:pt x="243" y="80"/>
                    <a:pt x="224" y="95"/>
                  </a:cubicBezTo>
                  <a:cubicBezTo>
                    <a:pt x="189" y="123"/>
                    <a:pt x="166" y="178"/>
                    <a:pt x="157" y="257"/>
                  </a:cubicBezTo>
                  <a:cubicBezTo>
                    <a:pt x="142" y="265"/>
                    <a:pt x="97" y="271"/>
                    <a:pt x="50" y="271"/>
                  </a:cubicBezTo>
                  <a:cubicBezTo>
                    <a:pt x="50" y="25"/>
                    <a:pt x="50" y="25"/>
                    <a:pt x="50" y="25"/>
                  </a:cubicBezTo>
                  <a:cubicBezTo>
                    <a:pt x="24" y="25"/>
                    <a:pt x="24" y="25"/>
                    <a:pt x="24" y="25"/>
                  </a:cubicBezTo>
                  <a:cubicBezTo>
                    <a:pt x="24" y="272"/>
                    <a:pt x="24" y="272"/>
                    <a:pt x="24" y="272"/>
                  </a:cubicBezTo>
                  <a:cubicBezTo>
                    <a:pt x="11" y="275"/>
                    <a:pt x="1" y="287"/>
                    <a:pt x="1" y="301"/>
                  </a:cubicBezTo>
                  <a:cubicBezTo>
                    <a:pt x="0" y="316"/>
                    <a:pt x="10" y="329"/>
                    <a:pt x="24" y="333"/>
                  </a:cubicBezTo>
                  <a:cubicBezTo>
                    <a:pt x="24" y="823"/>
                    <a:pt x="24" y="823"/>
                    <a:pt x="24" y="823"/>
                  </a:cubicBezTo>
                  <a:cubicBezTo>
                    <a:pt x="50" y="823"/>
                    <a:pt x="50" y="823"/>
                    <a:pt x="50" y="823"/>
                  </a:cubicBezTo>
                  <a:cubicBezTo>
                    <a:pt x="50" y="335"/>
                    <a:pt x="50" y="335"/>
                    <a:pt x="50" y="335"/>
                  </a:cubicBezTo>
                  <a:cubicBezTo>
                    <a:pt x="66" y="335"/>
                    <a:pt x="89" y="334"/>
                    <a:pt x="112" y="332"/>
                  </a:cubicBezTo>
                  <a:cubicBezTo>
                    <a:pt x="132" y="330"/>
                    <a:pt x="179" y="325"/>
                    <a:pt x="203" y="302"/>
                  </a:cubicBezTo>
                  <a:cubicBezTo>
                    <a:pt x="218" y="196"/>
                    <a:pt x="232" y="172"/>
                    <a:pt x="233" y="170"/>
                  </a:cubicBezTo>
                  <a:cubicBezTo>
                    <a:pt x="244" y="176"/>
                    <a:pt x="244" y="176"/>
                    <a:pt x="244" y="176"/>
                  </a:cubicBezTo>
                  <a:cubicBezTo>
                    <a:pt x="243" y="177"/>
                    <a:pt x="200" y="256"/>
                    <a:pt x="185" y="733"/>
                  </a:cubicBezTo>
                  <a:cubicBezTo>
                    <a:pt x="199" y="742"/>
                    <a:pt x="258" y="750"/>
                    <a:pt x="352" y="750"/>
                  </a:cubicBezTo>
                  <a:cubicBezTo>
                    <a:pt x="445" y="750"/>
                    <a:pt x="505" y="742"/>
                    <a:pt x="518" y="733"/>
                  </a:cubicBezTo>
                  <a:cubicBezTo>
                    <a:pt x="515" y="625"/>
                    <a:pt x="510" y="538"/>
                    <a:pt x="505" y="467"/>
                  </a:cubicBezTo>
                  <a:cubicBezTo>
                    <a:pt x="491" y="459"/>
                    <a:pt x="480" y="445"/>
                    <a:pt x="479" y="427"/>
                  </a:cubicBezTo>
                  <a:cubicBezTo>
                    <a:pt x="476" y="364"/>
                    <a:pt x="476" y="308"/>
                    <a:pt x="482" y="260"/>
                  </a:cubicBezTo>
                  <a:cubicBezTo>
                    <a:pt x="470" y="193"/>
                    <a:pt x="460" y="177"/>
                    <a:pt x="460" y="176"/>
                  </a:cubicBezTo>
                  <a:cubicBezTo>
                    <a:pt x="465" y="173"/>
                    <a:pt x="465" y="173"/>
                    <a:pt x="465" y="173"/>
                  </a:cubicBezTo>
                  <a:cubicBezTo>
                    <a:pt x="465" y="173"/>
                    <a:pt x="465" y="173"/>
                    <a:pt x="465" y="173"/>
                  </a:cubicBezTo>
                  <a:cubicBezTo>
                    <a:pt x="460" y="173"/>
                    <a:pt x="460" y="173"/>
                    <a:pt x="460" y="173"/>
                  </a:cubicBezTo>
                  <a:cubicBezTo>
                    <a:pt x="460" y="142"/>
                    <a:pt x="460" y="142"/>
                    <a:pt x="460" y="142"/>
                  </a:cubicBezTo>
                  <a:cubicBezTo>
                    <a:pt x="509" y="145"/>
                    <a:pt x="509" y="145"/>
                    <a:pt x="509" y="145"/>
                  </a:cubicBezTo>
                  <a:cubicBezTo>
                    <a:pt x="519" y="121"/>
                    <a:pt x="532" y="101"/>
                    <a:pt x="547" y="87"/>
                  </a:cubicBezTo>
                  <a:cubicBezTo>
                    <a:pt x="549" y="86"/>
                    <a:pt x="550" y="84"/>
                    <a:pt x="552" y="83"/>
                  </a:cubicBezTo>
                  <a:cubicBezTo>
                    <a:pt x="434" y="76"/>
                    <a:pt x="434" y="76"/>
                    <a:pt x="434" y="76"/>
                  </a:cubicBezTo>
                  <a:cubicBezTo>
                    <a:pt x="434" y="76"/>
                    <a:pt x="433" y="76"/>
                    <a:pt x="433" y="76"/>
                  </a:cubicBezTo>
                  <a:cubicBezTo>
                    <a:pt x="476" y="48"/>
                    <a:pt x="526" y="26"/>
                    <a:pt x="551" y="20"/>
                  </a:cubicBezTo>
                  <a:cubicBezTo>
                    <a:pt x="513" y="4"/>
                    <a:pt x="475" y="0"/>
                    <a:pt x="443" y="2"/>
                  </a:cubicBezTo>
                  <a:cubicBezTo>
                    <a:pt x="429" y="33"/>
                    <a:pt x="401" y="56"/>
                    <a:pt x="366" y="61"/>
                  </a:cubicBezTo>
                  <a:close/>
                  <a:moveTo>
                    <a:pt x="243" y="173"/>
                  </a:moveTo>
                  <a:cubicBezTo>
                    <a:pt x="243" y="173"/>
                    <a:pt x="244" y="172"/>
                    <a:pt x="244" y="172"/>
                  </a:cubicBezTo>
                  <a:cubicBezTo>
                    <a:pt x="244" y="173"/>
                    <a:pt x="244" y="173"/>
                    <a:pt x="244" y="173"/>
                  </a:cubicBezTo>
                  <a:lnTo>
                    <a:pt x="243"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22"/>
            <p:cNvSpPr>
              <a:spLocks/>
            </p:cNvSpPr>
            <p:nvPr/>
          </p:nvSpPr>
          <p:spPr bwMode="auto">
            <a:xfrm>
              <a:off x="7962901" y="2333625"/>
              <a:ext cx="139700" cy="90488"/>
            </a:xfrm>
            <a:custGeom>
              <a:avLst/>
              <a:gdLst>
                <a:gd name="T0" fmla="*/ 0 w 99"/>
                <a:gd name="T1" fmla="*/ 15 h 65"/>
                <a:gd name="T2" fmla="*/ 49 w 99"/>
                <a:gd name="T3" fmla="*/ 65 h 65"/>
                <a:gd name="T4" fmla="*/ 99 w 99"/>
                <a:gd name="T5" fmla="*/ 15 h 65"/>
                <a:gd name="T6" fmla="*/ 99 w 99"/>
                <a:gd name="T7" fmla="*/ 5 h 65"/>
                <a:gd name="T8" fmla="*/ 0 w 99"/>
                <a:gd name="T9" fmla="*/ 0 h 65"/>
                <a:gd name="T10" fmla="*/ 0 w 99"/>
                <a:gd name="T11" fmla="*/ 15 h 65"/>
              </a:gdLst>
              <a:ahLst/>
              <a:cxnLst>
                <a:cxn ang="0">
                  <a:pos x="T0" y="T1"/>
                </a:cxn>
                <a:cxn ang="0">
                  <a:pos x="T2" y="T3"/>
                </a:cxn>
                <a:cxn ang="0">
                  <a:pos x="T4" y="T5"/>
                </a:cxn>
                <a:cxn ang="0">
                  <a:pos x="T6" y="T7"/>
                </a:cxn>
                <a:cxn ang="0">
                  <a:pos x="T8" y="T9"/>
                </a:cxn>
                <a:cxn ang="0">
                  <a:pos x="T10" y="T11"/>
                </a:cxn>
              </a:cxnLst>
              <a:rect l="0" t="0" r="r" b="b"/>
              <a:pathLst>
                <a:path w="99" h="65">
                  <a:moveTo>
                    <a:pt x="0" y="15"/>
                  </a:moveTo>
                  <a:cubicBezTo>
                    <a:pt x="0" y="43"/>
                    <a:pt x="22" y="65"/>
                    <a:pt x="49" y="65"/>
                  </a:cubicBezTo>
                  <a:cubicBezTo>
                    <a:pt x="76" y="65"/>
                    <a:pt x="99" y="43"/>
                    <a:pt x="99" y="15"/>
                  </a:cubicBezTo>
                  <a:cubicBezTo>
                    <a:pt x="99" y="5"/>
                    <a:pt x="99" y="5"/>
                    <a:pt x="99" y="5"/>
                  </a:cubicBezTo>
                  <a:cubicBezTo>
                    <a:pt x="78" y="5"/>
                    <a:pt x="36" y="4"/>
                    <a:pt x="0" y="0"/>
                  </a:cubicBezTo>
                  <a:lnTo>
                    <a:pt x="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3"/>
            <p:cNvSpPr>
              <a:spLocks/>
            </p:cNvSpPr>
            <p:nvPr/>
          </p:nvSpPr>
          <p:spPr bwMode="auto">
            <a:xfrm>
              <a:off x="8126413" y="2333625"/>
              <a:ext cx="139700" cy="90488"/>
            </a:xfrm>
            <a:custGeom>
              <a:avLst/>
              <a:gdLst>
                <a:gd name="T0" fmla="*/ 0 w 99"/>
                <a:gd name="T1" fmla="*/ 15 h 65"/>
                <a:gd name="T2" fmla="*/ 50 w 99"/>
                <a:gd name="T3" fmla="*/ 65 h 65"/>
                <a:gd name="T4" fmla="*/ 99 w 99"/>
                <a:gd name="T5" fmla="*/ 15 h 65"/>
                <a:gd name="T6" fmla="*/ 99 w 99"/>
                <a:gd name="T7" fmla="*/ 0 h 65"/>
                <a:gd name="T8" fmla="*/ 0 w 99"/>
                <a:gd name="T9" fmla="*/ 5 h 65"/>
                <a:gd name="T10" fmla="*/ 0 w 99"/>
                <a:gd name="T11" fmla="*/ 15 h 65"/>
              </a:gdLst>
              <a:ahLst/>
              <a:cxnLst>
                <a:cxn ang="0">
                  <a:pos x="T0" y="T1"/>
                </a:cxn>
                <a:cxn ang="0">
                  <a:pos x="T2" y="T3"/>
                </a:cxn>
                <a:cxn ang="0">
                  <a:pos x="T4" y="T5"/>
                </a:cxn>
                <a:cxn ang="0">
                  <a:pos x="T6" y="T7"/>
                </a:cxn>
                <a:cxn ang="0">
                  <a:pos x="T8" y="T9"/>
                </a:cxn>
                <a:cxn ang="0">
                  <a:pos x="T10" y="T11"/>
                </a:cxn>
              </a:cxnLst>
              <a:rect l="0" t="0" r="r" b="b"/>
              <a:pathLst>
                <a:path w="99" h="65">
                  <a:moveTo>
                    <a:pt x="0" y="15"/>
                  </a:moveTo>
                  <a:cubicBezTo>
                    <a:pt x="0" y="43"/>
                    <a:pt x="22" y="65"/>
                    <a:pt x="50" y="65"/>
                  </a:cubicBezTo>
                  <a:cubicBezTo>
                    <a:pt x="77" y="65"/>
                    <a:pt x="99" y="43"/>
                    <a:pt x="99" y="15"/>
                  </a:cubicBezTo>
                  <a:cubicBezTo>
                    <a:pt x="99" y="0"/>
                    <a:pt x="99" y="0"/>
                    <a:pt x="99" y="0"/>
                  </a:cubicBezTo>
                  <a:cubicBezTo>
                    <a:pt x="62" y="4"/>
                    <a:pt x="21" y="5"/>
                    <a:pt x="0" y="5"/>
                  </a:cubicBezTo>
                  <a:lnTo>
                    <a:pt x="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24"/>
            <p:cNvSpPr>
              <a:spLocks/>
            </p:cNvSpPr>
            <p:nvPr/>
          </p:nvSpPr>
          <p:spPr bwMode="auto">
            <a:xfrm>
              <a:off x="7508876" y="831850"/>
              <a:ext cx="330200" cy="463550"/>
            </a:xfrm>
            <a:custGeom>
              <a:avLst/>
              <a:gdLst>
                <a:gd name="T0" fmla="*/ 0 w 208"/>
                <a:gd name="T1" fmla="*/ 204 h 292"/>
                <a:gd name="T2" fmla="*/ 90 w 208"/>
                <a:gd name="T3" fmla="*/ 224 h 292"/>
                <a:gd name="T4" fmla="*/ 88 w 208"/>
                <a:gd name="T5" fmla="*/ 292 h 292"/>
                <a:gd name="T6" fmla="*/ 120 w 208"/>
                <a:gd name="T7" fmla="*/ 292 h 292"/>
                <a:gd name="T8" fmla="*/ 117 w 208"/>
                <a:gd name="T9" fmla="*/ 224 h 292"/>
                <a:gd name="T10" fmla="*/ 208 w 208"/>
                <a:gd name="T11" fmla="*/ 204 h 292"/>
                <a:gd name="T12" fmla="*/ 190 w 208"/>
                <a:gd name="T13" fmla="*/ 42 h 292"/>
                <a:gd name="T14" fmla="*/ 208 w 208"/>
                <a:gd name="T15" fmla="*/ 40 h 292"/>
                <a:gd name="T16" fmla="*/ 177 w 208"/>
                <a:gd name="T17" fmla="*/ 0 h 292"/>
                <a:gd name="T18" fmla="*/ 158 w 208"/>
                <a:gd name="T19" fmla="*/ 46 h 292"/>
                <a:gd name="T20" fmla="*/ 178 w 208"/>
                <a:gd name="T21" fmla="*/ 44 h 292"/>
                <a:gd name="T22" fmla="*/ 180 w 208"/>
                <a:gd name="T23" fmla="*/ 179 h 292"/>
                <a:gd name="T24" fmla="*/ 116 w 208"/>
                <a:gd name="T25" fmla="*/ 190 h 292"/>
                <a:gd name="T26" fmla="*/ 110 w 208"/>
                <a:gd name="T27" fmla="*/ 44 h 292"/>
                <a:gd name="T28" fmla="*/ 129 w 208"/>
                <a:gd name="T29" fmla="*/ 44 h 292"/>
                <a:gd name="T30" fmla="*/ 104 w 208"/>
                <a:gd name="T31" fmla="*/ 0 h 292"/>
                <a:gd name="T32" fmla="*/ 78 w 208"/>
                <a:gd name="T33" fmla="*/ 44 h 292"/>
                <a:gd name="T34" fmla="*/ 97 w 208"/>
                <a:gd name="T35" fmla="*/ 44 h 292"/>
                <a:gd name="T36" fmla="*/ 91 w 208"/>
                <a:gd name="T37" fmla="*/ 190 h 292"/>
                <a:gd name="T38" fmla="*/ 27 w 208"/>
                <a:gd name="T39" fmla="*/ 179 h 292"/>
                <a:gd name="T40" fmla="*/ 30 w 208"/>
                <a:gd name="T41" fmla="*/ 44 h 292"/>
                <a:gd name="T42" fmla="*/ 50 w 208"/>
                <a:gd name="T43" fmla="*/ 46 h 292"/>
                <a:gd name="T44" fmla="*/ 30 w 208"/>
                <a:gd name="T45" fmla="*/ 0 h 292"/>
                <a:gd name="T46" fmla="*/ 0 w 208"/>
                <a:gd name="T47" fmla="*/ 40 h 292"/>
                <a:gd name="T48" fmla="*/ 18 w 208"/>
                <a:gd name="T49" fmla="*/ 42 h 292"/>
                <a:gd name="T50" fmla="*/ 0 w 208"/>
                <a:gd name="T51" fmla="*/ 204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8" h="292">
                  <a:moveTo>
                    <a:pt x="0" y="204"/>
                  </a:moveTo>
                  <a:lnTo>
                    <a:pt x="90" y="224"/>
                  </a:lnTo>
                  <a:lnTo>
                    <a:pt x="88" y="292"/>
                  </a:lnTo>
                  <a:lnTo>
                    <a:pt x="120" y="292"/>
                  </a:lnTo>
                  <a:lnTo>
                    <a:pt x="117" y="224"/>
                  </a:lnTo>
                  <a:lnTo>
                    <a:pt x="208" y="204"/>
                  </a:lnTo>
                  <a:lnTo>
                    <a:pt x="190" y="42"/>
                  </a:lnTo>
                  <a:lnTo>
                    <a:pt x="208" y="40"/>
                  </a:lnTo>
                  <a:lnTo>
                    <a:pt x="177" y="0"/>
                  </a:lnTo>
                  <a:lnTo>
                    <a:pt x="158" y="46"/>
                  </a:lnTo>
                  <a:lnTo>
                    <a:pt x="178" y="44"/>
                  </a:lnTo>
                  <a:lnTo>
                    <a:pt x="180" y="179"/>
                  </a:lnTo>
                  <a:lnTo>
                    <a:pt x="116" y="190"/>
                  </a:lnTo>
                  <a:lnTo>
                    <a:pt x="110" y="44"/>
                  </a:lnTo>
                  <a:lnTo>
                    <a:pt x="129" y="44"/>
                  </a:lnTo>
                  <a:lnTo>
                    <a:pt x="104" y="0"/>
                  </a:lnTo>
                  <a:lnTo>
                    <a:pt x="78" y="44"/>
                  </a:lnTo>
                  <a:lnTo>
                    <a:pt x="97" y="44"/>
                  </a:lnTo>
                  <a:lnTo>
                    <a:pt x="91" y="190"/>
                  </a:lnTo>
                  <a:lnTo>
                    <a:pt x="27" y="179"/>
                  </a:lnTo>
                  <a:lnTo>
                    <a:pt x="30" y="44"/>
                  </a:lnTo>
                  <a:lnTo>
                    <a:pt x="50" y="46"/>
                  </a:lnTo>
                  <a:lnTo>
                    <a:pt x="30" y="0"/>
                  </a:lnTo>
                  <a:lnTo>
                    <a:pt x="0" y="40"/>
                  </a:lnTo>
                  <a:lnTo>
                    <a:pt x="18" y="42"/>
                  </a:lnTo>
                  <a:lnTo>
                    <a:pt x="0" y="2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25"/>
            <p:cNvSpPr>
              <a:spLocks noEditPoints="1"/>
            </p:cNvSpPr>
            <p:nvPr/>
          </p:nvSpPr>
          <p:spPr bwMode="auto">
            <a:xfrm>
              <a:off x="7970838" y="1063625"/>
              <a:ext cx="285750" cy="284163"/>
            </a:xfrm>
            <a:custGeom>
              <a:avLst/>
              <a:gdLst>
                <a:gd name="T0" fmla="*/ 12 w 204"/>
                <a:gd name="T1" fmla="*/ 113 h 203"/>
                <a:gd name="T2" fmla="*/ 102 w 204"/>
                <a:gd name="T3" fmla="*/ 203 h 203"/>
                <a:gd name="T4" fmla="*/ 192 w 204"/>
                <a:gd name="T5" fmla="*/ 113 h 203"/>
                <a:gd name="T6" fmla="*/ 183 w 204"/>
                <a:gd name="T7" fmla="*/ 74 h 203"/>
                <a:gd name="T8" fmla="*/ 204 w 204"/>
                <a:gd name="T9" fmla="*/ 0 h 203"/>
                <a:gd name="T10" fmla="*/ 159 w 204"/>
                <a:gd name="T11" fmla="*/ 44 h 203"/>
                <a:gd name="T12" fmla="*/ 102 w 204"/>
                <a:gd name="T13" fmla="*/ 23 h 203"/>
                <a:gd name="T14" fmla="*/ 44 w 204"/>
                <a:gd name="T15" fmla="*/ 44 h 203"/>
                <a:gd name="T16" fmla="*/ 0 w 204"/>
                <a:gd name="T17" fmla="*/ 0 h 203"/>
                <a:gd name="T18" fmla="*/ 21 w 204"/>
                <a:gd name="T19" fmla="*/ 74 h 203"/>
                <a:gd name="T20" fmla="*/ 12 w 204"/>
                <a:gd name="T21" fmla="*/ 113 h 203"/>
                <a:gd name="T22" fmla="*/ 66 w 204"/>
                <a:gd name="T23" fmla="*/ 149 h 203"/>
                <a:gd name="T24" fmla="*/ 102 w 204"/>
                <a:gd name="T25" fmla="*/ 158 h 203"/>
                <a:gd name="T26" fmla="*/ 138 w 204"/>
                <a:gd name="T27" fmla="*/ 149 h 203"/>
                <a:gd name="T28" fmla="*/ 165 w 204"/>
                <a:gd name="T29" fmla="*/ 133 h 203"/>
                <a:gd name="T30" fmla="*/ 140 w 204"/>
                <a:gd name="T31" fmla="*/ 166 h 203"/>
                <a:gd name="T32" fmla="*/ 102 w 204"/>
                <a:gd name="T33" fmla="*/ 182 h 203"/>
                <a:gd name="T34" fmla="*/ 63 w 204"/>
                <a:gd name="T35" fmla="*/ 166 h 203"/>
                <a:gd name="T36" fmla="*/ 38 w 204"/>
                <a:gd name="T37" fmla="*/ 133 h 203"/>
                <a:gd name="T38" fmla="*/ 66 w 204"/>
                <a:gd name="T39" fmla="*/ 149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4" h="203">
                  <a:moveTo>
                    <a:pt x="12" y="113"/>
                  </a:moveTo>
                  <a:cubicBezTo>
                    <a:pt x="12" y="163"/>
                    <a:pt x="52" y="203"/>
                    <a:pt x="102" y="203"/>
                  </a:cubicBezTo>
                  <a:cubicBezTo>
                    <a:pt x="152" y="203"/>
                    <a:pt x="192" y="163"/>
                    <a:pt x="192" y="113"/>
                  </a:cubicBezTo>
                  <a:cubicBezTo>
                    <a:pt x="192" y="99"/>
                    <a:pt x="189" y="86"/>
                    <a:pt x="183" y="74"/>
                  </a:cubicBezTo>
                  <a:cubicBezTo>
                    <a:pt x="204" y="41"/>
                    <a:pt x="204" y="0"/>
                    <a:pt x="204" y="0"/>
                  </a:cubicBezTo>
                  <a:cubicBezTo>
                    <a:pt x="204" y="0"/>
                    <a:pt x="185" y="27"/>
                    <a:pt x="159" y="44"/>
                  </a:cubicBezTo>
                  <a:cubicBezTo>
                    <a:pt x="144" y="31"/>
                    <a:pt x="124" y="23"/>
                    <a:pt x="102" y="23"/>
                  </a:cubicBezTo>
                  <a:cubicBezTo>
                    <a:pt x="80" y="23"/>
                    <a:pt x="60" y="31"/>
                    <a:pt x="44" y="44"/>
                  </a:cubicBezTo>
                  <a:cubicBezTo>
                    <a:pt x="19" y="27"/>
                    <a:pt x="0" y="0"/>
                    <a:pt x="0" y="0"/>
                  </a:cubicBezTo>
                  <a:cubicBezTo>
                    <a:pt x="0" y="0"/>
                    <a:pt x="0" y="41"/>
                    <a:pt x="21" y="74"/>
                  </a:cubicBezTo>
                  <a:cubicBezTo>
                    <a:pt x="15" y="86"/>
                    <a:pt x="12" y="99"/>
                    <a:pt x="12" y="113"/>
                  </a:cubicBezTo>
                  <a:close/>
                  <a:moveTo>
                    <a:pt x="66" y="149"/>
                  </a:moveTo>
                  <a:cubicBezTo>
                    <a:pt x="102" y="158"/>
                    <a:pt x="102" y="158"/>
                    <a:pt x="102" y="158"/>
                  </a:cubicBezTo>
                  <a:cubicBezTo>
                    <a:pt x="138" y="149"/>
                    <a:pt x="138" y="149"/>
                    <a:pt x="138" y="149"/>
                  </a:cubicBezTo>
                  <a:cubicBezTo>
                    <a:pt x="165" y="133"/>
                    <a:pt x="165" y="133"/>
                    <a:pt x="165" y="133"/>
                  </a:cubicBezTo>
                  <a:cubicBezTo>
                    <a:pt x="140" y="166"/>
                    <a:pt x="140" y="166"/>
                    <a:pt x="140" y="166"/>
                  </a:cubicBezTo>
                  <a:cubicBezTo>
                    <a:pt x="102" y="182"/>
                    <a:pt x="102" y="182"/>
                    <a:pt x="102" y="182"/>
                  </a:cubicBezTo>
                  <a:cubicBezTo>
                    <a:pt x="63" y="166"/>
                    <a:pt x="63" y="166"/>
                    <a:pt x="63" y="166"/>
                  </a:cubicBezTo>
                  <a:cubicBezTo>
                    <a:pt x="38" y="133"/>
                    <a:pt x="38" y="133"/>
                    <a:pt x="38" y="133"/>
                  </a:cubicBezTo>
                  <a:lnTo>
                    <a:pt x="66" y="1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26"/>
            <p:cNvSpPr>
              <a:spLocks/>
            </p:cNvSpPr>
            <p:nvPr/>
          </p:nvSpPr>
          <p:spPr bwMode="auto">
            <a:xfrm>
              <a:off x="8302626" y="1377950"/>
              <a:ext cx="581025" cy="1044575"/>
            </a:xfrm>
            <a:custGeom>
              <a:avLst/>
              <a:gdLst>
                <a:gd name="T0" fmla="*/ 9 w 415"/>
                <a:gd name="T1" fmla="*/ 352 h 746"/>
                <a:gd name="T2" fmla="*/ 41 w 415"/>
                <a:gd name="T3" fmla="*/ 383 h 746"/>
                <a:gd name="T4" fmla="*/ 43 w 415"/>
                <a:gd name="T5" fmla="*/ 382 h 746"/>
                <a:gd name="T6" fmla="*/ 73 w 415"/>
                <a:gd name="T7" fmla="*/ 349 h 746"/>
                <a:gd name="T8" fmla="*/ 99 w 415"/>
                <a:gd name="T9" fmla="*/ 96 h 746"/>
                <a:gd name="T10" fmla="*/ 99 w 415"/>
                <a:gd name="T11" fmla="*/ 228 h 746"/>
                <a:gd name="T12" fmla="*/ 99 w 415"/>
                <a:gd name="T13" fmla="*/ 304 h 746"/>
                <a:gd name="T14" fmla="*/ 99 w 415"/>
                <a:gd name="T15" fmla="*/ 696 h 746"/>
                <a:gd name="T16" fmla="*/ 148 w 415"/>
                <a:gd name="T17" fmla="*/ 746 h 746"/>
                <a:gd name="T18" fmla="*/ 198 w 415"/>
                <a:gd name="T19" fmla="*/ 696 h 746"/>
                <a:gd name="T20" fmla="*/ 198 w 415"/>
                <a:gd name="T21" fmla="*/ 335 h 746"/>
                <a:gd name="T22" fmla="*/ 216 w 415"/>
                <a:gd name="T23" fmla="*/ 335 h 746"/>
                <a:gd name="T24" fmla="*/ 216 w 415"/>
                <a:gd name="T25" fmla="*/ 696 h 746"/>
                <a:gd name="T26" fmla="*/ 266 w 415"/>
                <a:gd name="T27" fmla="*/ 746 h 746"/>
                <a:gd name="T28" fmla="*/ 315 w 415"/>
                <a:gd name="T29" fmla="*/ 696 h 746"/>
                <a:gd name="T30" fmla="*/ 315 w 415"/>
                <a:gd name="T31" fmla="*/ 304 h 746"/>
                <a:gd name="T32" fmla="*/ 315 w 415"/>
                <a:gd name="T33" fmla="*/ 228 h 746"/>
                <a:gd name="T34" fmla="*/ 315 w 415"/>
                <a:gd name="T35" fmla="*/ 96 h 746"/>
                <a:gd name="T36" fmla="*/ 341 w 415"/>
                <a:gd name="T37" fmla="*/ 349 h 746"/>
                <a:gd name="T38" fmla="*/ 371 w 415"/>
                <a:gd name="T39" fmla="*/ 382 h 746"/>
                <a:gd name="T40" fmla="*/ 373 w 415"/>
                <a:gd name="T41" fmla="*/ 383 h 746"/>
                <a:gd name="T42" fmla="*/ 405 w 415"/>
                <a:gd name="T43" fmla="*/ 352 h 746"/>
                <a:gd name="T44" fmla="*/ 342 w 415"/>
                <a:gd name="T45" fmla="*/ 25 h 746"/>
                <a:gd name="T46" fmla="*/ 286 w 415"/>
                <a:gd name="T47" fmla="*/ 0 h 746"/>
                <a:gd name="T48" fmla="*/ 284 w 415"/>
                <a:gd name="T49" fmla="*/ 0 h 746"/>
                <a:gd name="T50" fmla="*/ 130 w 415"/>
                <a:gd name="T51" fmla="*/ 0 h 746"/>
                <a:gd name="T52" fmla="*/ 128 w 415"/>
                <a:gd name="T53" fmla="*/ 0 h 746"/>
                <a:gd name="T54" fmla="*/ 72 w 415"/>
                <a:gd name="T55" fmla="*/ 25 h 746"/>
                <a:gd name="T56" fmla="*/ 9 w 415"/>
                <a:gd name="T57" fmla="*/ 352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5" h="746">
                  <a:moveTo>
                    <a:pt x="9" y="352"/>
                  </a:moveTo>
                  <a:cubicBezTo>
                    <a:pt x="10" y="369"/>
                    <a:pt x="25" y="383"/>
                    <a:pt x="41" y="383"/>
                  </a:cubicBezTo>
                  <a:cubicBezTo>
                    <a:pt x="42" y="383"/>
                    <a:pt x="43" y="383"/>
                    <a:pt x="43" y="382"/>
                  </a:cubicBezTo>
                  <a:cubicBezTo>
                    <a:pt x="61" y="381"/>
                    <a:pt x="74" y="366"/>
                    <a:pt x="73" y="349"/>
                  </a:cubicBezTo>
                  <a:cubicBezTo>
                    <a:pt x="65" y="208"/>
                    <a:pt x="81" y="133"/>
                    <a:pt x="99" y="96"/>
                  </a:cubicBezTo>
                  <a:cubicBezTo>
                    <a:pt x="99" y="228"/>
                    <a:pt x="99" y="228"/>
                    <a:pt x="99" y="228"/>
                  </a:cubicBezTo>
                  <a:cubicBezTo>
                    <a:pt x="99" y="304"/>
                    <a:pt x="99" y="304"/>
                    <a:pt x="99" y="304"/>
                  </a:cubicBezTo>
                  <a:cubicBezTo>
                    <a:pt x="99" y="696"/>
                    <a:pt x="99" y="696"/>
                    <a:pt x="99" y="696"/>
                  </a:cubicBezTo>
                  <a:cubicBezTo>
                    <a:pt x="99" y="723"/>
                    <a:pt x="121" y="746"/>
                    <a:pt x="148" y="746"/>
                  </a:cubicBezTo>
                  <a:cubicBezTo>
                    <a:pt x="176" y="746"/>
                    <a:pt x="198" y="723"/>
                    <a:pt x="198" y="696"/>
                  </a:cubicBezTo>
                  <a:cubicBezTo>
                    <a:pt x="198" y="335"/>
                    <a:pt x="198" y="335"/>
                    <a:pt x="198" y="335"/>
                  </a:cubicBezTo>
                  <a:cubicBezTo>
                    <a:pt x="216" y="335"/>
                    <a:pt x="216" y="335"/>
                    <a:pt x="216" y="335"/>
                  </a:cubicBezTo>
                  <a:cubicBezTo>
                    <a:pt x="216" y="696"/>
                    <a:pt x="216" y="696"/>
                    <a:pt x="216" y="696"/>
                  </a:cubicBezTo>
                  <a:cubicBezTo>
                    <a:pt x="216" y="723"/>
                    <a:pt x="239" y="746"/>
                    <a:pt x="266" y="746"/>
                  </a:cubicBezTo>
                  <a:cubicBezTo>
                    <a:pt x="293" y="746"/>
                    <a:pt x="315" y="723"/>
                    <a:pt x="315" y="696"/>
                  </a:cubicBezTo>
                  <a:cubicBezTo>
                    <a:pt x="315" y="304"/>
                    <a:pt x="315" y="304"/>
                    <a:pt x="315" y="304"/>
                  </a:cubicBezTo>
                  <a:cubicBezTo>
                    <a:pt x="315" y="228"/>
                    <a:pt x="315" y="228"/>
                    <a:pt x="315" y="228"/>
                  </a:cubicBezTo>
                  <a:cubicBezTo>
                    <a:pt x="315" y="96"/>
                    <a:pt x="315" y="96"/>
                    <a:pt x="315" y="96"/>
                  </a:cubicBezTo>
                  <a:cubicBezTo>
                    <a:pt x="333" y="133"/>
                    <a:pt x="349" y="208"/>
                    <a:pt x="341" y="349"/>
                  </a:cubicBezTo>
                  <a:cubicBezTo>
                    <a:pt x="340" y="366"/>
                    <a:pt x="353" y="381"/>
                    <a:pt x="371" y="382"/>
                  </a:cubicBezTo>
                  <a:cubicBezTo>
                    <a:pt x="372" y="383"/>
                    <a:pt x="372" y="383"/>
                    <a:pt x="373" y="383"/>
                  </a:cubicBezTo>
                  <a:cubicBezTo>
                    <a:pt x="390" y="383"/>
                    <a:pt x="404" y="369"/>
                    <a:pt x="405" y="352"/>
                  </a:cubicBezTo>
                  <a:cubicBezTo>
                    <a:pt x="415" y="183"/>
                    <a:pt x="394" y="73"/>
                    <a:pt x="342" y="25"/>
                  </a:cubicBezTo>
                  <a:cubicBezTo>
                    <a:pt x="319" y="4"/>
                    <a:pt x="298" y="0"/>
                    <a:pt x="286" y="0"/>
                  </a:cubicBezTo>
                  <a:cubicBezTo>
                    <a:pt x="286" y="0"/>
                    <a:pt x="285" y="0"/>
                    <a:pt x="284" y="0"/>
                  </a:cubicBezTo>
                  <a:cubicBezTo>
                    <a:pt x="130" y="0"/>
                    <a:pt x="130" y="0"/>
                    <a:pt x="130" y="0"/>
                  </a:cubicBezTo>
                  <a:cubicBezTo>
                    <a:pt x="129" y="0"/>
                    <a:pt x="129" y="0"/>
                    <a:pt x="128" y="0"/>
                  </a:cubicBezTo>
                  <a:cubicBezTo>
                    <a:pt x="117" y="0"/>
                    <a:pt x="95" y="4"/>
                    <a:pt x="72" y="25"/>
                  </a:cubicBezTo>
                  <a:cubicBezTo>
                    <a:pt x="21" y="73"/>
                    <a:pt x="0" y="183"/>
                    <a:pt x="9" y="3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Oval 27"/>
            <p:cNvSpPr>
              <a:spLocks noChangeArrowheads="1"/>
            </p:cNvSpPr>
            <p:nvPr/>
          </p:nvSpPr>
          <p:spPr bwMode="auto">
            <a:xfrm>
              <a:off x="8466138" y="1092200"/>
              <a:ext cx="252413" cy="2524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9" name="组合 28"/>
          <p:cNvGrpSpPr/>
          <p:nvPr/>
        </p:nvGrpSpPr>
        <p:grpSpPr>
          <a:xfrm>
            <a:off x="10291763" y="4684713"/>
            <a:ext cx="1397000" cy="1595437"/>
            <a:chOff x="10291763" y="4684713"/>
            <a:chExt cx="1397000" cy="1595437"/>
          </a:xfrm>
          <a:solidFill>
            <a:schemeClr val="tx1">
              <a:lumMod val="65000"/>
              <a:lumOff val="35000"/>
            </a:schemeClr>
          </a:solidFill>
        </p:grpSpPr>
        <p:sp>
          <p:nvSpPr>
            <p:cNvPr id="30" name="Freeform 28"/>
            <p:cNvSpPr>
              <a:spLocks/>
            </p:cNvSpPr>
            <p:nvPr/>
          </p:nvSpPr>
          <p:spPr bwMode="auto">
            <a:xfrm>
              <a:off x="10317163" y="4684713"/>
              <a:ext cx="417513" cy="468313"/>
            </a:xfrm>
            <a:custGeom>
              <a:avLst/>
              <a:gdLst>
                <a:gd name="T0" fmla="*/ 163 w 263"/>
                <a:gd name="T1" fmla="*/ 29 h 295"/>
                <a:gd name="T2" fmla="*/ 177 w 263"/>
                <a:gd name="T3" fmla="*/ 17 h 295"/>
                <a:gd name="T4" fmla="*/ 130 w 263"/>
                <a:gd name="T5" fmla="*/ 0 h 295"/>
                <a:gd name="T6" fmla="*/ 138 w 263"/>
                <a:gd name="T7" fmla="*/ 49 h 295"/>
                <a:gd name="T8" fmla="*/ 154 w 263"/>
                <a:gd name="T9" fmla="*/ 36 h 295"/>
                <a:gd name="T10" fmla="*/ 227 w 263"/>
                <a:gd name="T11" fmla="*/ 150 h 295"/>
                <a:gd name="T12" fmla="*/ 177 w 263"/>
                <a:gd name="T13" fmla="*/ 193 h 295"/>
                <a:gd name="T14" fmla="*/ 95 w 263"/>
                <a:gd name="T15" fmla="*/ 71 h 295"/>
                <a:gd name="T16" fmla="*/ 112 w 263"/>
                <a:gd name="T17" fmla="*/ 62 h 295"/>
                <a:gd name="T18" fmla="*/ 67 w 263"/>
                <a:gd name="T19" fmla="*/ 38 h 295"/>
                <a:gd name="T20" fmla="*/ 69 w 263"/>
                <a:gd name="T21" fmla="*/ 88 h 295"/>
                <a:gd name="T22" fmla="*/ 85 w 263"/>
                <a:gd name="T23" fmla="*/ 78 h 295"/>
                <a:gd name="T24" fmla="*/ 157 w 263"/>
                <a:gd name="T25" fmla="*/ 205 h 295"/>
                <a:gd name="T26" fmla="*/ 96 w 263"/>
                <a:gd name="T27" fmla="*/ 230 h 295"/>
                <a:gd name="T28" fmla="*/ 27 w 263"/>
                <a:gd name="T29" fmla="*/ 114 h 295"/>
                <a:gd name="T30" fmla="*/ 46 w 263"/>
                <a:gd name="T31" fmla="*/ 106 h 295"/>
                <a:gd name="T32" fmla="*/ 5 w 263"/>
                <a:gd name="T33" fmla="*/ 77 h 295"/>
                <a:gd name="T34" fmla="*/ 0 w 263"/>
                <a:gd name="T35" fmla="*/ 127 h 295"/>
                <a:gd name="T36" fmla="*/ 17 w 263"/>
                <a:gd name="T37" fmla="*/ 119 h 295"/>
                <a:gd name="T38" fmla="*/ 86 w 263"/>
                <a:gd name="T39" fmla="*/ 266 h 295"/>
                <a:gd name="T40" fmla="*/ 174 w 263"/>
                <a:gd name="T41" fmla="*/ 235 h 295"/>
                <a:gd name="T42" fmla="*/ 207 w 263"/>
                <a:gd name="T43" fmla="*/ 295 h 295"/>
                <a:gd name="T44" fmla="*/ 236 w 263"/>
                <a:gd name="T45" fmla="*/ 279 h 295"/>
                <a:gd name="T46" fmla="*/ 197 w 263"/>
                <a:gd name="T47" fmla="*/ 221 h 295"/>
                <a:gd name="T48" fmla="*/ 263 w 263"/>
                <a:gd name="T49" fmla="*/ 157 h 295"/>
                <a:gd name="T50" fmla="*/ 163 w 263"/>
                <a:gd name="T51" fmla="*/ 29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3" h="295">
                  <a:moveTo>
                    <a:pt x="163" y="29"/>
                  </a:moveTo>
                  <a:lnTo>
                    <a:pt x="177" y="17"/>
                  </a:lnTo>
                  <a:lnTo>
                    <a:pt x="130" y="0"/>
                  </a:lnTo>
                  <a:lnTo>
                    <a:pt x="138" y="49"/>
                  </a:lnTo>
                  <a:lnTo>
                    <a:pt x="154" y="36"/>
                  </a:lnTo>
                  <a:lnTo>
                    <a:pt x="227" y="150"/>
                  </a:lnTo>
                  <a:lnTo>
                    <a:pt x="177" y="193"/>
                  </a:lnTo>
                  <a:lnTo>
                    <a:pt x="95" y="71"/>
                  </a:lnTo>
                  <a:lnTo>
                    <a:pt x="112" y="62"/>
                  </a:lnTo>
                  <a:lnTo>
                    <a:pt x="67" y="38"/>
                  </a:lnTo>
                  <a:lnTo>
                    <a:pt x="69" y="88"/>
                  </a:lnTo>
                  <a:lnTo>
                    <a:pt x="85" y="78"/>
                  </a:lnTo>
                  <a:lnTo>
                    <a:pt x="157" y="205"/>
                  </a:lnTo>
                  <a:lnTo>
                    <a:pt x="96" y="230"/>
                  </a:lnTo>
                  <a:lnTo>
                    <a:pt x="27" y="114"/>
                  </a:lnTo>
                  <a:lnTo>
                    <a:pt x="46" y="106"/>
                  </a:lnTo>
                  <a:lnTo>
                    <a:pt x="5" y="77"/>
                  </a:lnTo>
                  <a:lnTo>
                    <a:pt x="0" y="127"/>
                  </a:lnTo>
                  <a:lnTo>
                    <a:pt x="17" y="119"/>
                  </a:lnTo>
                  <a:lnTo>
                    <a:pt x="86" y="266"/>
                  </a:lnTo>
                  <a:lnTo>
                    <a:pt x="174" y="235"/>
                  </a:lnTo>
                  <a:lnTo>
                    <a:pt x="207" y="295"/>
                  </a:lnTo>
                  <a:lnTo>
                    <a:pt x="236" y="279"/>
                  </a:lnTo>
                  <a:lnTo>
                    <a:pt x="197" y="221"/>
                  </a:lnTo>
                  <a:lnTo>
                    <a:pt x="263" y="157"/>
                  </a:lnTo>
                  <a:lnTo>
                    <a:pt x="163" y="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29"/>
            <p:cNvSpPr>
              <a:spLocks/>
            </p:cNvSpPr>
            <p:nvPr/>
          </p:nvSpPr>
          <p:spPr bwMode="auto">
            <a:xfrm>
              <a:off x="10658476" y="5140325"/>
              <a:ext cx="74613" cy="111125"/>
            </a:xfrm>
            <a:custGeom>
              <a:avLst/>
              <a:gdLst>
                <a:gd name="T0" fmla="*/ 23 w 53"/>
                <a:gd name="T1" fmla="*/ 0 h 80"/>
                <a:gd name="T2" fmla="*/ 0 w 53"/>
                <a:gd name="T3" fmla="*/ 14 h 80"/>
                <a:gd name="T4" fmla="*/ 41 w 53"/>
                <a:gd name="T5" fmla="*/ 80 h 80"/>
                <a:gd name="T6" fmla="*/ 53 w 53"/>
                <a:gd name="T7" fmla="*/ 50 h 80"/>
                <a:gd name="T8" fmla="*/ 23 w 53"/>
                <a:gd name="T9" fmla="*/ 0 h 80"/>
              </a:gdLst>
              <a:ahLst/>
              <a:cxnLst>
                <a:cxn ang="0">
                  <a:pos x="T0" y="T1"/>
                </a:cxn>
                <a:cxn ang="0">
                  <a:pos x="T2" y="T3"/>
                </a:cxn>
                <a:cxn ang="0">
                  <a:pos x="T4" y="T5"/>
                </a:cxn>
                <a:cxn ang="0">
                  <a:pos x="T6" y="T7"/>
                </a:cxn>
                <a:cxn ang="0">
                  <a:pos x="T8" y="T9"/>
                </a:cxn>
              </a:cxnLst>
              <a:rect l="0" t="0" r="r" b="b"/>
              <a:pathLst>
                <a:path w="53" h="80">
                  <a:moveTo>
                    <a:pt x="23" y="0"/>
                  </a:moveTo>
                  <a:cubicBezTo>
                    <a:pt x="0" y="14"/>
                    <a:pt x="0" y="14"/>
                    <a:pt x="0" y="14"/>
                  </a:cubicBezTo>
                  <a:cubicBezTo>
                    <a:pt x="41" y="80"/>
                    <a:pt x="41" y="80"/>
                    <a:pt x="41" y="80"/>
                  </a:cubicBezTo>
                  <a:cubicBezTo>
                    <a:pt x="48" y="70"/>
                    <a:pt x="51" y="60"/>
                    <a:pt x="53" y="50"/>
                  </a:cubicBez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30"/>
            <p:cNvSpPr>
              <a:spLocks/>
            </p:cNvSpPr>
            <p:nvPr/>
          </p:nvSpPr>
          <p:spPr bwMode="auto">
            <a:xfrm>
              <a:off x="11031538" y="5691188"/>
              <a:ext cx="246063" cy="420688"/>
            </a:xfrm>
            <a:custGeom>
              <a:avLst/>
              <a:gdLst>
                <a:gd name="T0" fmla="*/ 135 w 155"/>
                <a:gd name="T1" fmla="*/ 265 h 265"/>
                <a:gd name="T2" fmla="*/ 155 w 155"/>
                <a:gd name="T3" fmla="*/ 252 h 265"/>
                <a:gd name="T4" fmla="*/ 0 w 155"/>
                <a:gd name="T5" fmla="*/ 0 h 265"/>
                <a:gd name="T6" fmla="*/ 11 w 155"/>
                <a:gd name="T7" fmla="*/ 63 h 265"/>
                <a:gd name="T8" fmla="*/ 135 w 155"/>
                <a:gd name="T9" fmla="*/ 265 h 265"/>
              </a:gdLst>
              <a:ahLst/>
              <a:cxnLst>
                <a:cxn ang="0">
                  <a:pos x="T0" y="T1"/>
                </a:cxn>
                <a:cxn ang="0">
                  <a:pos x="T2" y="T3"/>
                </a:cxn>
                <a:cxn ang="0">
                  <a:pos x="T4" y="T5"/>
                </a:cxn>
                <a:cxn ang="0">
                  <a:pos x="T6" y="T7"/>
                </a:cxn>
                <a:cxn ang="0">
                  <a:pos x="T8" y="T9"/>
                </a:cxn>
              </a:cxnLst>
              <a:rect l="0" t="0" r="r" b="b"/>
              <a:pathLst>
                <a:path w="155" h="265">
                  <a:moveTo>
                    <a:pt x="135" y="265"/>
                  </a:moveTo>
                  <a:lnTo>
                    <a:pt x="155" y="252"/>
                  </a:lnTo>
                  <a:lnTo>
                    <a:pt x="0" y="0"/>
                  </a:lnTo>
                  <a:lnTo>
                    <a:pt x="11" y="63"/>
                  </a:lnTo>
                  <a:lnTo>
                    <a:pt x="135" y="2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Oval 31"/>
            <p:cNvSpPr>
              <a:spLocks noChangeArrowheads="1"/>
            </p:cNvSpPr>
            <p:nvPr/>
          </p:nvSpPr>
          <p:spPr bwMode="auto">
            <a:xfrm>
              <a:off x="11280776" y="4960938"/>
              <a:ext cx="252413" cy="2524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32"/>
            <p:cNvSpPr>
              <a:spLocks/>
            </p:cNvSpPr>
            <p:nvPr/>
          </p:nvSpPr>
          <p:spPr bwMode="auto">
            <a:xfrm>
              <a:off x="11187113" y="5210175"/>
              <a:ext cx="501650" cy="1069975"/>
            </a:xfrm>
            <a:custGeom>
              <a:avLst/>
              <a:gdLst>
                <a:gd name="T0" fmla="*/ 221 w 358"/>
                <a:gd name="T1" fmla="*/ 9 h 764"/>
                <a:gd name="T2" fmla="*/ 180 w 358"/>
                <a:gd name="T3" fmla="*/ 74 h 764"/>
                <a:gd name="T4" fmla="*/ 179 w 358"/>
                <a:gd name="T5" fmla="*/ 78 h 764"/>
                <a:gd name="T6" fmla="*/ 0 w 358"/>
                <a:gd name="T7" fmla="*/ 280 h 764"/>
                <a:gd name="T8" fmla="*/ 20 w 358"/>
                <a:gd name="T9" fmla="*/ 297 h 764"/>
                <a:gd name="T10" fmla="*/ 23 w 358"/>
                <a:gd name="T11" fmla="*/ 329 h 764"/>
                <a:gd name="T12" fmla="*/ 17 w 358"/>
                <a:gd name="T13" fmla="*/ 342 h 764"/>
                <a:gd name="T14" fmla="*/ 201 w 358"/>
                <a:gd name="T15" fmla="*/ 199 h 764"/>
                <a:gd name="T16" fmla="*/ 205 w 358"/>
                <a:gd name="T17" fmla="*/ 238 h 764"/>
                <a:gd name="T18" fmla="*/ 205 w 358"/>
                <a:gd name="T19" fmla="*/ 98 h 764"/>
                <a:gd name="T20" fmla="*/ 227 w 358"/>
                <a:gd name="T21" fmla="*/ 44 h 764"/>
                <a:gd name="T22" fmla="*/ 243 w 358"/>
                <a:gd name="T23" fmla="*/ 41 h 764"/>
                <a:gd name="T24" fmla="*/ 281 w 358"/>
                <a:gd name="T25" fmla="*/ 65 h 764"/>
                <a:gd name="T26" fmla="*/ 300 w 358"/>
                <a:gd name="T27" fmla="*/ 175 h 764"/>
                <a:gd name="T28" fmla="*/ 194 w 358"/>
                <a:gd name="T29" fmla="*/ 388 h 764"/>
                <a:gd name="T30" fmla="*/ 181 w 358"/>
                <a:gd name="T31" fmla="*/ 396 h 764"/>
                <a:gd name="T32" fmla="*/ 205 w 358"/>
                <a:gd name="T33" fmla="*/ 731 h 764"/>
                <a:gd name="T34" fmla="*/ 252 w 358"/>
                <a:gd name="T35" fmla="*/ 764 h 764"/>
                <a:gd name="T36" fmla="*/ 270 w 358"/>
                <a:gd name="T37" fmla="*/ 761 h 764"/>
                <a:gd name="T38" fmla="*/ 299 w 358"/>
                <a:gd name="T39" fmla="*/ 696 h 764"/>
                <a:gd name="T40" fmla="*/ 291 w 358"/>
                <a:gd name="T41" fmla="*/ 366 h 764"/>
                <a:gd name="T42" fmla="*/ 347 w 358"/>
                <a:gd name="T43" fmla="*/ 299 h 764"/>
                <a:gd name="T44" fmla="*/ 325 w 358"/>
                <a:gd name="T45" fmla="*/ 77 h 764"/>
                <a:gd name="T46" fmla="*/ 221 w 358"/>
                <a:gd name="T47" fmla="*/ 9 h 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58" h="764">
                  <a:moveTo>
                    <a:pt x="221" y="9"/>
                  </a:moveTo>
                  <a:cubicBezTo>
                    <a:pt x="195" y="15"/>
                    <a:pt x="180" y="43"/>
                    <a:pt x="180" y="74"/>
                  </a:cubicBezTo>
                  <a:cubicBezTo>
                    <a:pt x="179" y="76"/>
                    <a:pt x="179" y="77"/>
                    <a:pt x="179" y="78"/>
                  </a:cubicBezTo>
                  <a:cubicBezTo>
                    <a:pt x="179" y="80"/>
                    <a:pt x="162" y="222"/>
                    <a:pt x="0" y="280"/>
                  </a:cubicBezTo>
                  <a:cubicBezTo>
                    <a:pt x="8" y="283"/>
                    <a:pt x="15" y="289"/>
                    <a:pt x="20" y="297"/>
                  </a:cubicBezTo>
                  <a:cubicBezTo>
                    <a:pt x="25" y="307"/>
                    <a:pt x="26" y="318"/>
                    <a:pt x="23" y="329"/>
                  </a:cubicBezTo>
                  <a:cubicBezTo>
                    <a:pt x="22" y="333"/>
                    <a:pt x="20" y="338"/>
                    <a:pt x="17" y="342"/>
                  </a:cubicBezTo>
                  <a:cubicBezTo>
                    <a:pt x="114" y="309"/>
                    <a:pt x="169" y="251"/>
                    <a:pt x="201" y="199"/>
                  </a:cubicBezTo>
                  <a:cubicBezTo>
                    <a:pt x="203" y="212"/>
                    <a:pt x="204" y="225"/>
                    <a:pt x="205" y="238"/>
                  </a:cubicBezTo>
                  <a:cubicBezTo>
                    <a:pt x="233" y="166"/>
                    <a:pt x="207" y="102"/>
                    <a:pt x="205" y="98"/>
                  </a:cubicBezTo>
                  <a:cubicBezTo>
                    <a:pt x="196" y="77"/>
                    <a:pt x="206" y="53"/>
                    <a:pt x="227" y="44"/>
                  </a:cubicBezTo>
                  <a:cubicBezTo>
                    <a:pt x="232" y="42"/>
                    <a:pt x="238" y="41"/>
                    <a:pt x="243" y="41"/>
                  </a:cubicBezTo>
                  <a:cubicBezTo>
                    <a:pt x="260" y="41"/>
                    <a:pt x="274" y="50"/>
                    <a:pt x="281" y="65"/>
                  </a:cubicBezTo>
                  <a:cubicBezTo>
                    <a:pt x="282" y="67"/>
                    <a:pt x="301" y="113"/>
                    <a:pt x="300" y="175"/>
                  </a:cubicBezTo>
                  <a:cubicBezTo>
                    <a:pt x="299" y="233"/>
                    <a:pt x="280" y="317"/>
                    <a:pt x="194" y="388"/>
                  </a:cubicBezTo>
                  <a:cubicBezTo>
                    <a:pt x="190" y="391"/>
                    <a:pt x="186" y="394"/>
                    <a:pt x="181" y="396"/>
                  </a:cubicBezTo>
                  <a:cubicBezTo>
                    <a:pt x="164" y="478"/>
                    <a:pt x="156" y="599"/>
                    <a:pt x="205" y="731"/>
                  </a:cubicBezTo>
                  <a:cubicBezTo>
                    <a:pt x="213" y="751"/>
                    <a:pt x="232" y="764"/>
                    <a:pt x="252" y="764"/>
                  </a:cubicBezTo>
                  <a:cubicBezTo>
                    <a:pt x="258" y="764"/>
                    <a:pt x="264" y="763"/>
                    <a:pt x="270" y="761"/>
                  </a:cubicBezTo>
                  <a:cubicBezTo>
                    <a:pt x="296" y="751"/>
                    <a:pt x="309" y="722"/>
                    <a:pt x="299" y="696"/>
                  </a:cubicBezTo>
                  <a:cubicBezTo>
                    <a:pt x="247" y="555"/>
                    <a:pt x="273" y="426"/>
                    <a:pt x="291" y="366"/>
                  </a:cubicBezTo>
                  <a:cubicBezTo>
                    <a:pt x="316" y="360"/>
                    <a:pt x="339" y="343"/>
                    <a:pt x="347" y="299"/>
                  </a:cubicBezTo>
                  <a:cubicBezTo>
                    <a:pt x="358" y="210"/>
                    <a:pt x="352" y="158"/>
                    <a:pt x="325" y="77"/>
                  </a:cubicBezTo>
                  <a:cubicBezTo>
                    <a:pt x="305" y="19"/>
                    <a:pt x="255" y="0"/>
                    <a:pt x="221"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33"/>
            <p:cNvSpPr>
              <a:spLocks/>
            </p:cNvSpPr>
            <p:nvPr/>
          </p:nvSpPr>
          <p:spPr bwMode="auto">
            <a:xfrm>
              <a:off x="11371263" y="5272088"/>
              <a:ext cx="223838" cy="481013"/>
            </a:xfrm>
            <a:custGeom>
              <a:avLst/>
              <a:gdLst>
                <a:gd name="T0" fmla="*/ 159 w 160"/>
                <a:gd name="T1" fmla="*/ 130 h 343"/>
                <a:gd name="T2" fmla="*/ 140 w 160"/>
                <a:gd name="T3" fmla="*/ 24 h 343"/>
                <a:gd name="T4" fmla="*/ 98 w 160"/>
                <a:gd name="T5" fmla="*/ 7 h 343"/>
                <a:gd name="T6" fmla="*/ 82 w 160"/>
                <a:gd name="T7" fmla="*/ 49 h 343"/>
                <a:gd name="T8" fmla="*/ 15 w 160"/>
                <a:gd name="T9" fmla="*/ 287 h 343"/>
                <a:gd name="T10" fmla="*/ 11 w 160"/>
                <a:gd name="T11" fmla="*/ 332 h 343"/>
                <a:gd name="T12" fmla="*/ 36 w 160"/>
                <a:gd name="T13" fmla="*/ 343 h 343"/>
                <a:gd name="T14" fmla="*/ 56 w 160"/>
                <a:gd name="T15" fmla="*/ 336 h 343"/>
                <a:gd name="T16" fmla="*/ 159 w 160"/>
                <a:gd name="T17" fmla="*/ 130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0" h="343">
                  <a:moveTo>
                    <a:pt x="159" y="130"/>
                  </a:moveTo>
                  <a:cubicBezTo>
                    <a:pt x="160" y="70"/>
                    <a:pt x="141" y="26"/>
                    <a:pt x="140" y="24"/>
                  </a:cubicBezTo>
                  <a:cubicBezTo>
                    <a:pt x="133" y="8"/>
                    <a:pt x="115" y="0"/>
                    <a:pt x="98" y="7"/>
                  </a:cubicBezTo>
                  <a:cubicBezTo>
                    <a:pt x="82" y="14"/>
                    <a:pt x="75" y="33"/>
                    <a:pt x="82" y="49"/>
                  </a:cubicBezTo>
                  <a:cubicBezTo>
                    <a:pt x="84" y="55"/>
                    <a:pt x="137" y="185"/>
                    <a:pt x="15" y="287"/>
                  </a:cubicBezTo>
                  <a:cubicBezTo>
                    <a:pt x="2" y="298"/>
                    <a:pt x="0" y="318"/>
                    <a:pt x="11" y="332"/>
                  </a:cubicBezTo>
                  <a:cubicBezTo>
                    <a:pt x="18" y="339"/>
                    <a:pt x="27" y="343"/>
                    <a:pt x="36" y="343"/>
                  </a:cubicBezTo>
                  <a:cubicBezTo>
                    <a:pt x="43" y="343"/>
                    <a:pt x="50" y="341"/>
                    <a:pt x="56" y="336"/>
                  </a:cubicBezTo>
                  <a:cubicBezTo>
                    <a:pt x="139" y="267"/>
                    <a:pt x="158" y="186"/>
                    <a:pt x="159" y="1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34"/>
            <p:cNvSpPr>
              <a:spLocks/>
            </p:cNvSpPr>
            <p:nvPr/>
          </p:nvSpPr>
          <p:spPr bwMode="auto">
            <a:xfrm>
              <a:off x="10761663" y="6191250"/>
              <a:ext cx="155575" cy="88900"/>
            </a:xfrm>
            <a:custGeom>
              <a:avLst/>
              <a:gdLst>
                <a:gd name="T0" fmla="*/ 6 w 112"/>
                <a:gd name="T1" fmla="*/ 0 h 63"/>
                <a:gd name="T2" fmla="*/ 38 w 112"/>
                <a:gd name="T3" fmla="*/ 60 h 63"/>
                <a:gd name="T4" fmla="*/ 55 w 112"/>
                <a:gd name="T5" fmla="*/ 63 h 63"/>
                <a:gd name="T6" fmla="*/ 102 w 112"/>
                <a:gd name="T7" fmla="*/ 30 h 63"/>
                <a:gd name="T8" fmla="*/ 112 w 112"/>
                <a:gd name="T9" fmla="*/ 2 h 63"/>
                <a:gd name="T10" fmla="*/ 59 w 112"/>
                <a:gd name="T11" fmla="*/ 3 h 63"/>
                <a:gd name="T12" fmla="*/ 6 w 112"/>
                <a:gd name="T13" fmla="*/ 0 h 63"/>
              </a:gdLst>
              <a:ahLst/>
              <a:cxnLst>
                <a:cxn ang="0">
                  <a:pos x="T0" y="T1"/>
                </a:cxn>
                <a:cxn ang="0">
                  <a:pos x="T2" y="T3"/>
                </a:cxn>
                <a:cxn ang="0">
                  <a:pos x="T4" y="T5"/>
                </a:cxn>
                <a:cxn ang="0">
                  <a:pos x="T6" y="T7"/>
                </a:cxn>
                <a:cxn ang="0">
                  <a:pos x="T8" y="T9"/>
                </a:cxn>
                <a:cxn ang="0">
                  <a:pos x="T10" y="T11"/>
                </a:cxn>
                <a:cxn ang="0">
                  <a:pos x="T12" y="T13"/>
                </a:cxn>
              </a:cxnLst>
              <a:rect l="0" t="0" r="r" b="b"/>
              <a:pathLst>
                <a:path w="112" h="63">
                  <a:moveTo>
                    <a:pt x="6" y="0"/>
                  </a:moveTo>
                  <a:cubicBezTo>
                    <a:pt x="0" y="25"/>
                    <a:pt x="13" y="51"/>
                    <a:pt x="38" y="60"/>
                  </a:cubicBezTo>
                  <a:cubicBezTo>
                    <a:pt x="43" y="62"/>
                    <a:pt x="49" y="63"/>
                    <a:pt x="55" y="63"/>
                  </a:cubicBezTo>
                  <a:cubicBezTo>
                    <a:pt x="75" y="63"/>
                    <a:pt x="94" y="50"/>
                    <a:pt x="102" y="30"/>
                  </a:cubicBezTo>
                  <a:cubicBezTo>
                    <a:pt x="105" y="21"/>
                    <a:pt x="109" y="11"/>
                    <a:pt x="112" y="2"/>
                  </a:cubicBezTo>
                  <a:cubicBezTo>
                    <a:pt x="92" y="3"/>
                    <a:pt x="73" y="3"/>
                    <a:pt x="59" y="3"/>
                  </a:cubicBezTo>
                  <a:cubicBezTo>
                    <a:pt x="43" y="3"/>
                    <a:pt x="24" y="2"/>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35"/>
            <p:cNvSpPr>
              <a:spLocks/>
            </p:cNvSpPr>
            <p:nvPr/>
          </p:nvSpPr>
          <p:spPr bwMode="auto">
            <a:xfrm>
              <a:off x="10802938" y="5276850"/>
              <a:ext cx="411163" cy="422275"/>
            </a:xfrm>
            <a:custGeom>
              <a:avLst/>
              <a:gdLst>
                <a:gd name="T0" fmla="*/ 288 w 293"/>
                <a:gd name="T1" fmla="*/ 278 h 301"/>
                <a:gd name="T2" fmla="*/ 266 w 293"/>
                <a:gd name="T3" fmla="*/ 239 h 301"/>
                <a:gd name="T4" fmla="*/ 66 w 293"/>
                <a:gd name="T5" fmla="*/ 30 h 301"/>
                <a:gd name="T6" fmla="*/ 31 w 293"/>
                <a:gd name="T7" fmla="*/ 2 h 301"/>
                <a:gd name="T8" fmla="*/ 2 w 293"/>
                <a:gd name="T9" fmla="*/ 37 h 301"/>
                <a:gd name="T10" fmla="*/ 249 w 293"/>
                <a:gd name="T11" fmla="*/ 300 h 301"/>
                <a:gd name="T12" fmla="*/ 258 w 293"/>
                <a:gd name="T13" fmla="*/ 301 h 301"/>
                <a:gd name="T14" fmla="*/ 288 w 293"/>
                <a:gd name="T15" fmla="*/ 278 h 30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3" h="301">
                  <a:moveTo>
                    <a:pt x="288" y="278"/>
                  </a:moveTo>
                  <a:cubicBezTo>
                    <a:pt x="293" y="261"/>
                    <a:pt x="283" y="244"/>
                    <a:pt x="266" y="239"/>
                  </a:cubicBezTo>
                  <a:cubicBezTo>
                    <a:pt x="86" y="187"/>
                    <a:pt x="67" y="37"/>
                    <a:pt x="66" y="30"/>
                  </a:cubicBezTo>
                  <a:cubicBezTo>
                    <a:pt x="64" y="13"/>
                    <a:pt x="48" y="0"/>
                    <a:pt x="31" y="2"/>
                  </a:cubicBezTo>
                  <a:cubicBezTo>
                    <a:pt x="13" y="4"/>
                    <a:pt x="0" y="19"/>
                    <a:pt x="2" y="37"/>
                  </a:cubicBezTo>
                  <a:cubicBezTo>
                    <a:pt x="3" y="45"/>
                    <a:pt x="25" y="236"/>
                    <a:pt x="249" y="300"/>
                  </a:cubicBezTo>
                  <a:cubicBezTo>
                    <a:pt x="252" y="301"/>
                    <a:pt x="255" y="301"/>
                    <a:pt x="258" y="301"/>
                  </a:cubicBezTo>
                  <a:cubicBezTo>
                    <a:pt x="272" y="301"/>
                    <a:pt x="284" y="292"/>
                    <a:pt x="288" y="2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36"/>
            <p:cNvSpPr>
              <a:spLocks/>
            </p:cNvSpPr>
            <p:nvPr/>
          </p:nvSpPr>
          <p:spPr bwMode="auto">
            <a:xfrm>
              <a:off x="10845801" y="4911725"/>
              <a:ext cx="266700" cy="301625"/>
            </a:xfrm>
            <a:custGeom>
              <a:avLst/>
              <a:gdLst>
                <a:gd name="T0" fmla="*/ 182 w 191"/>
                <a:gd name="T1" fmla="*/ 0 h 215"/>
                <a:gd name="T2" fmla="*/ 141 w 191"/>
                <a:gd name="T3" fmla="*/ 50 h 215"/>
                <a:gd name="T4" fmla="*/ 90 w 191"/>
                <a:gd name="T5" fmla="*/ 35 h 215"/>
                <a:gd name="T6" fmla="*/ 0 w 191"/>
                <a:gd name="T7" fmla="*/ 125 h 215"/>
                <a:gd name="T8" fmla="*/ 90 w 191"/>
                <a:gd name="T9" fmla="*/ 215 h 215"/>
                <a:gd name="T10" fmla="*/ 180 w 191"/>
                <a:gd name="T11" fmla="*/ 125 h 215"/>
                <a:gd name="T12" fmla="*/ 166 w 191"/>
                <a:gd name="T13" fmla="*/ 77 h 215"/>
                <a:gd name="T14" fmla="*/ 182 w 191"/>
                <a:gd name="T15" fmla="*/ 0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1" h="215">
                  <a:moveTo>
                    <a:pt x="182" y="0"/>
                  </a:moveTo>
                  <a:cubicBezTo>
                    <a:pt x="171" y="21"/>
                    <a:pt x="154" y="39"/>
                    <a:pt x="141" y="50"/>
                  </a:cubicBezTo>
                  <a:cubicBezTo>
                    <a:pt x="127" y="40"/>
                    <a:pt x="109" y="35"/>
                    <a:pt x="90" y="35"/>
                  </a:cubicBezTo>
                  <a:cubicBezTo>
                    <a:pt x="41" y="35"/>
                    <a:pt x="0" y="75"/>
                    <a:pt x="0" y="125"/>
                  </a:cubicBezTo>
                  <a:cubicBezTo>
                    <a:pt x="0" y="174"/>
                    <a:pt x="41" y="215"/>
                    <a:pt x="90" y="215"/>
                  </a:cubicBezTo>
                  <a:cubicBezTo>
                    <a:pt x="140" y="215"/>
                    <a:pt x="180" y="174"/>
                    <a:pt x="180" y="125"/>
                  </a:cubicBezTo>
                  <a:cubicBezTo>
                    <a:pt x="180" y="107"/>
                    <a:pt x="175" y="91"/>
                    <a:pt x="166" y="77"/>
                  </a:cubicBezTo>
                  <a:cubicBezTo>
                    <a:pt x="191" y="43"/>
                    <a:pt x="182" y="0"/>
                    <a:pt x="18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37"/>
            <p:cNvSpPr>
              <a:spLocks/>
            </p:cNvSpPr>
            <p:nvPr/>
          </p:nvSpPr>
          <p:spPr bwMode="auto">
            <a:xfrm>
              <a:off x="10291763" y="5130800"/>
              <a:ext cx="803275" cy="1120775"/>
            </a:xfrm>
            <a:custGeom>
              <a:avLst/>
              <a:gdLst>
                <a:gd name="T0" fmla="*/ 264 w 574"/>
                <a:gd name="T1" fmla="*/ 462 h 800"/>
                <a:gd name="T2" fmla="*/ 259 w 574"/>
                <a:gd name="T3" fmla="*/ 735 h 800"/>
                <a:gd name="T4" fmla="*/ 394 w 574"/>
                <a:gd name="T5" fmla="*/ 748 h 800"/>
                <a:gd name="T6" fmla="*/ 574 w 574"/>
                <a:gd name="T7" fmla="*/ 738 h 800"/>
                <a:gd name="T8" fmla="*/ 510 w 574"/>
                <a:gd name="T9" fmla="*/ 369 h 800"/>
                <a:gd name="T10" fmla="*/ 358 w 574"/>
                <a:gd name="T11" fmla="*/ 142 h 800"/>
                <a:gd name="T12" fmla="*/ 395 w 574"/>
                <a:gd name="T13" fmla="*/ 97 h 800"/>
                <a:gd name="T14" fmla="*/ 399 w 574"/>
                <a:gd name="T15" fmla="*/ 96 h 800"/>
                <a:gd name="T16" fmla="*/ 440 w 574"/>
                <a:gd name="T17" fmla="*/ 133 h 800"/>
                <a:gd name="T18" fmla="*/ 488 w 574"/>
                <a:gd name="T19" fmla="*/ 241 h 800"/>
                <a:gd name="T20" fmla="*/ 461 w 574"/>
                <a:gd name="T21" fmla="*/ 83 h 800"/>
                <a:gd name="T22" fmla="*/ 318 w 574"/>
                <a:gd name="T23" fmla="*/ 0 h 800"/>
                <a:gd name="T24" fmla="*/ 296 w 574"/>
                <a:gd name="T25" fmla="*/ 110 h 800"/>
                <a:gd name="T26" fmla="*/ 265 w 574"/>
                <a:gd name="T27" fmla="*/ 435 h 800"/>
                <a:gd name="T28" fmla="*/ 265 w 574"/>
                <a:gd name="T29" fmla="*/ 435 h 800"/>
                <a:gd name="T30" fmla="*/ 253 w 574"/>
                <a:gd name="T31" fmla="*/ 445 h 800"/>
                <a:gd name="T32" fmla="*/ 160 w 574"/>
                <a:gd name="T33" fmla="*/ 698 h 800"/>
                <a:gd name="T34" fmla="*/ 149 w 574"/>
                <a:gd name="T35" fmla="*/ 755 h 800"/>
                <a:gd name="T36" fmla="*/ 137 w 574"/>
                <a:gd name="T37" fmla="*/ 711 h 800"/>
                <a:gd name="T38" fmla="*/ 83 w 574"/>
                <a:gd name="T39" fmla="*/ 607 h 800"/>
                <a:gd name="T40" fmla="*/ 45 w 574"/>
                <a:gd name="T41" fmla="*/ 676 h 800"/>
                <a:gd name="T42" fmla="*/ 39 w 574"/>
                <a:gd name="T43" fmla="*/ 710 h 800"/>
                <a:gd name="T44" fmla="*/ 0 w 574"/>
                <a:gd name="T45" fmla="*/ 682 h 800"/>
                <a:gd name="T46" fmla="*/ 37 w 574"/>
                <a:gd name="T47" fmla="*/ 800 h 800"/>
                <a:gd name="T48" fmla="*/ 102 w 574"/>
                <a:gd name="T49" fmla="*/ 695 h 800"/>
                <a:gd name="T50" fmla="*/ 59 w 574"/>
                <a:gd name="T51" fmla="*/ 712 h 800"/>
                <a:gd name="T52" fmla="*/ 84 w 574"/>
                <a:gd name="T53" fmla="*/ 627 h 800"/>
                <a:gd name="T54" fmla="*/ 117 w 574"/>
                <a:gd name="T55" fmla="*/ 715 h 800"/>
                <a:gd name="T56" fmla="*/ 149 w 574"/>
                <a:gd name="T57" fmla="*/ 783 h 800"/>
                <a:gd name="T58" fmla="*/ 150 w 574"/>
                <a:gd name="T59" fmla="*/ 783 h 800"/>
                <a:gd name="T60" fmla="*/ 180 w 574"/>
                <a:gd name="T61" fmla="*/ 701 h 800"/>
                <a:gd name="T62" fmla="*/ 252 w 574"/>
                <a:gd name="T63" fmla="*/ 476 h 800"/>
                <a:gd name="T64" fmla="*/ 264 w 574"/>
                <a:gd name="T65" fmla="*/ 462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74" h="800">
                  <a:moveTo>
                    <a:pt x="264" y="462"/>
                  </a:moveTo>
                  <a:cubicBezTo>
                    <a:pt x="260" y="589"/>
                    <a:pt x="259" y="709"/>
                    <a:pt x="259" y="735"/>
                  </a:cubicBezTo>
                  <a:cubicBezTo>
                    <a:pt x="278" y="738"/>
                    <a:pt x="345" y="748"/>
                    <a:pt x="394" y="748"/>
                  </a:cubicBezTo>
                  <a:cubicBezTo>
                    <a:pt x="444" y="748"/>
                    <a:pt x="547" y="740"/>
                    <a:pt x="574" y="738"/>
                  </a:cubicBezTo>
                  <a:cubicBezTo>
                    <a:pt x="510" y="369"/>
                    <a:pt x="510" y="369"/>
                    <a:pt x="510" y="369"/>
                  </a:cubicBezTo>
                  <a:cubicBezTo>
                    <a:pt x="375" y="285"/>
                    <a:pt x="359" y="149"/>
                    <a:pt x="358" y="142"/>
                  </a:cubicBezTo>
                  <a:cubicBezTo>
                    <a:pt x="356" y="119"/>
                    <a:pt x="372" y="99"/>
                    <a:pt x="395" y="97"/>
                  </a:cubicBezTo>
                  <a:cubicBezTo>
                    <a:pt x="396" y="97"/>
                    <a:pt x="398" y="96"/>
                    <a:pt x="399" y="96"/>
                  </a:cubicBezTo>
                  <a:cubicBezTo>
                    <a:pt x="420" y="96"/>
                    <a:pt x="438" y="112"/>
                    <a:pt x="440" y="133"/>
                  </a:cubicBezTo>
                  <a:cubicBezTo>
                    <a:pt x="440" y="137"/>
                    <a:pt x="447" y="189"/>
                    <a:pt x="488" y="241"/>
                  </a:cubicBezTo>
                  <a:cubicBezTo>
                    <a:pt x="461" y="83"/>
                    <a:pt x="461" y="83"/>
                    <a:pt x="461" y="83"/>
                  </a:cubicBezTo>
                  <a:cubicBezTo>
                    <a:pt x="318" y="0"/>
                    <a:pt x="318" y="0"/>
                    <a:pt x="318" y="0"/>
                  </a:cubicBezTo>
                  <a:cubicBezTo>
                    <a:pt x="329" y="26"/>
                    <a:pt x="339" y="75"/>
                    <a:pt x="296" y="110"/>
                  </a:cubicBezTo>
                  <a:cubicBezTo>
                    <a:pt x="290" y="116"/>
                    <a:pt x="274" y="158"/>
                    <a:pt x="265" y="435"/>
                  </a:cubicBezTo>
                  <a:cubicBezTo>
                    <a:pt x="265" y="435"/>
                    <a:pt x="265" y="435"/>
                    <a:pt x="265" y="435"/>
                  </a:cubicBezTo>
                  <a:cubicBezTo>
                    <a:pt x="261" y="438"/>
                    <a:pt x="257" y="442"/>
                    <a:pt x="253" y="445"/>
                  </a:cubicBezTo>
                  <a:cubicBezTo>
                    <a:pt x="196" y="498"/>
                    <a:pt x="174" y="619"/>
                    <a:pt x="160" y="698"/>
                  </a:cubicBezTo>
                  <a:cubicBezTo>
                    <a:pt x="157" y="719"/>
                    <a:pt x="153" y="742"/>
                    <a:pt x="149" y="755"/>
                  </a:cubicBezTo>
                  <a:cubicBezTo>
                    <a:pt x="146" y="747"/>
                    <a:pt x="142" y="734"/>
                    <a:pt x="137" y="711"/>
                  </a:cubicBezTo>
                  <a:cubicBezTo>
                    <a:pt x="115" y="618"/>
                    <a:pt x="98" y="606"/>
                    <a:pt x="83" y="607"/>
                  </a:cubicBezTo>
                  <a:cubicBezTo>
                    <a:pt x="67" y="608"/>
                    <a:pt x="55" y="629"/>
                    <a:pt x="45" y="676"/>
                  </a:cubicBezTo>
                  <a:cubicBezTo>
                    <a:pt x="43" y="688"/>
                    <a:pt x="41" y="700"/>
                    <a:pt x="39" y="710"/>
                  </a:cubicBezTo>
                  <a:cubicBezTo>
                    <a:pt x="0" y="682"/>
                    <a:pt x="0" y="682"/>
                    <a:pt x="0" y="682"/>
                  </a:cubicBezTo>
                  <a:cubicBezTo>
                    <a:pt x="37" y="800"/>
                    <a:pt x="37" y="800"/>
                    <a:pt x="37" y="800"/>
                  </a:cubicBezTo>
                  <a:cubicBezTo>
                    <a:pt x="102" y="695"/>
                    <a:pt x="102" y="695"/>
                    <a:pt x="102" y="695"/>
                  </a:cubicBezTo>
                  <a:cubicBezTo>
                    <a:pt x="59" y="712"/>
                    <a:pt x="59" y="712"/>
                    <a:pt x="59" y="712"/>
                  </a:cubicBezTo>
                  <a:cubicBezTo>
                    <a:pt x="66" y="668"/>
                    <a:pt x="76" y="632"/>
                    <a:pt x="84" y="627"/>
                  </a:cubicBezTo>
                  <a:cubicBezTo>
                    <a:pt x="87" y="629"/>
                    <a:pt x="99" y="639"/>
                    <a:pt x="117" y="715"/>
                  </a:cubicBezTo>
                  <a:cubicBezTo>
                    <a:pt x="129" y="768"/>
                    <a:pt x="137" y="783"/>
                    <a:pt x="149" y="783"/>
                  </a:cubicBezTo>
                  <a:cubicBezTo>
                    <a:pt x="150" y="783"/>
                    <a:pt x="150" y="783"/>
                    <a:pt x="150" y="783"/>
                  </a:cubicBezTo>
                  <a:cubicBezTo>
                    <a:pt x="166" y="782"/>
                    <a:pt x="170" y="760"/>
                    <a:pt x="180" y="701"/>
                  </a:cubicBezTo>
                  <a:cubicBezTo>
                    <a:pt x="192" y="632"/>
                    <a:pt x="211" y="530"/>
                    <a:pt x="252" y="476"/>
                  </a:cubicBezTo>
                  <a:cubicBezTo>
                    <a:pt x="256" y="471"/>
                    <a:pt x="260" y="466"/>
                    <a:pt x="264" y="4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0" name="组合 39"/>
          <p:cNvGrpSpPr/>
          <p:nvPr/>
        </p:nvGrpSpPr>
        <p:grpSpPr>
          <a:xfrm>
            <a:off x="9032876" y="2082800"/>
            <a:ext cx="581025" cy="1328738"/>
            <a:chOff x="9032876" y="2082800"/>
            <a:chExt cx="581025" cy="1328738"/>
          </a:xfrm>
          <a:solidFill>
            <a:schemeClr val="tx1">
              <a:lumMod val="65000"/>
              <a:lumOff val="35000"/>
            </a:schemeClr>
          </a:solidFill>
        </p:grpSpPr>
        <p:sp>
          <p:nvSpPr>
            <p:cNvPr id="41" name="Freeform 44"/>
            <p:cNvSpPr>
              <a:spLocks/>
            </p:cNvSpPr>
            <p:nvPr/>
          </p:nvSpPr>
          <p:spPr bwMode="auto">
            <a:xfrm>
              <a:off x="9032876" y="2366963"/>
              <a:ext cx="581025" cy="1044575"/>
            </a:xfrm>
            <a:custGeom>
              <a:avLst/>
              <a:gdLst>
                <a:gd name="T0" fmla="*/ 42 w 415"/>
                <a:gd name="T1" fmla="*/ 382 h 746"/>
                <a:gd name="T2" fmla="*/ 44 w 415"/>
                <a:gd name="T3" fmla="*/ 382 h 746"/>
                <a:gd name="T4" fmla="*/ 74 w 415"/>
                <a:gd name="T5" fmla="*/ 349 h 746"/>
                <a:gd name="T6" fmla="*/ 100 w 415"/>
                <a:gd name="T7" fmla="*/ 96 h 746"/>
                <a:gd name="T8" fmla="*/ 100 w 415"/>
                <a:gd name="T9" fmla="*/ 228 h 746"/>
                <a:gd name="T10" fmla="*/ 100 w 415"/>
                <a:gd name="T11" fmla="*/ 304 h 746"/>
                <a:gd name="T12" fmla="*/ 100 w 415"/>
                <a:gd name="T13" fmla="*/ 696 h 746"/>
                <a:gd name="T14" fmla="*/ 149 w 415"/>
                <a:gd name="T15" fmla="*/ 746 h 746"/>
                <a:gd name="T16" fmla="*/ 199 w 415"/>
                <a:gd name="T17" fmla="*/ 696 h 746"/>
                <a:gd name="T18" fmla="*/ 199 w 415"/>
                <a:gd name="T19" fmla="*/ 335 h 746"/>
                <a:gd name="T20" fmla="*/ 217 w 415"/>
                <a:gd name="T21" fmla="*/ 335 h 746"/>
                <a:gd name="T22" fmla="*/ 217 w 415"/>
                <a:gd name="T23" fmla="*/ 696 h 746"/>
                <a:gd name="T24" fmla="*/ 267 w 415"/>
                <a:gd name="T25" fmla="*/ 746 h 746"/>
                <a:gd name="T26" fmla="*/ 316 w 415"/>
                <a:gd name="T27" fmla="*/ 696 h 746"/>
                <a:gd name="T28" fmla="*/ 316 w 415"/>
                <a:gd name="T29" fmla="*/ 304 h 746"/>
                <a:gd name="T30" fmla="*/ 316 w 415"/>
                <a:gd name="T31" fmla="*/ 228 h 746"/>
                <a:gd name="T32" fmla="*/ 316 w 415"/>
                <a:gd name="T33" fmla="*/ 96 h 746"/>
                <a:gd name="T34" fmla="*/ 342 w 415"/>
                <a:gd name="T35" fmla="*/ 349 h 746"/>
                <a:gd name="T36" fmla="*/ 372 w 415"/>
                <a:gd name="T37" fmla="*/ 382 h 746"/>
                <a:gd name="T38" fmla="*/ 374 w 415"/>
                <a:gd name="T39" fmla="*/ 382 h 746"/>
                <a:gd name="T40" fmla="*/ 406 w 415"/>
                <a:gd name="T41" fmla="*/ 352 h 746"/>
                <a:gd name="T42" fmla="*/ 343 w 415"/>
                <a:gd name="T43" fmla="*/ 25 h 746"/>
                <a:gd name="T44" fmla="*/ 287 w 415"/>
                <a:gd name="T45" fmla="*/ 0 h 746"/>
                <a:gd name="T46" fmla="*/ 285 w 415"/>
                <a:gd name="T47" fmla="*/ 0 h 746"/>
                <a:gd name="T48" fmla="*/ 131 w 415"/>
                <a:gd name="T49" fmla="*/ 0 h 746"/>
                <a:gd name="T50" fmla="*/ 129 w 415"/>
                <a:gd name="T51" fmla="*/ 0 h 746"/>
                <a:gd name="T52" fmla="*/ 73 w 415"/>
                <a:gd name="T53" fmla="*/ 25 h 746"/>
                <a:gd name="T54" fmla="*/ 10 w 415"/>
                <a:gd name="T55" fmla="*/ 352 h 746"/>
                <a:gd name="T56" fmla="*/ 42 w 415"/>
                <a:gd name="T57" fmla="*/ 382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5" h="746">
                  <a:moveTo>
                    <a:pt x="42" y="382"/>
                  </a:moveTo>
                  <a:cubicBezTo>
                    <a:pt x="43" y="382"/>
                    <a:pt x="43" y="382"/>
                    <a:pt x="44" y="382"/>
                  </a:cubicBezTo>
                  <a:cubicBezTo>
                    <a:pt x="62" y="381"/>
                    <a:pt x="75" y="366"/>
                    <a:pt x="74" y="349"/>
                  </a:cubicBezTo>
                  <a:cubicBezTo>
                    <a:pt x="66" y="208"/>
                    <a:pt x="82" y="133"/>
                    <a:pt x="100" y="96"/>
                  </a:cubicBezTo>
                  <a:cubicBezTo>
                    <a:pt x="100" y="228"/>
                    <a:pt x="100" y="228"/>
                    <a:pt x="100" y="228"/>
                  </a:cubicBezTo>
                  <a:cubicBezTo>
                    <a:pt x="100" y="304"/>
                    <a:pt x="100" y="304"/>
                    <a:pt x="100" y="304"/>
                  </a:cubicBezTo>
                  <a:cubicBezTo>
                    <a:pt x="100" y="696"/>
                    <a:pt x="100" y="696"/>
                    <a:pt x="100" y="696"/>
                  </a:cubicBezTo>
                  <a:cubicBezTo>
                    <a:pt x="100" y="723"/>
                    <a:pt x="122" y="746"/>
                    <a:pt x="149" y="746"/>
                  </a:cubicBezTo>
                  <a:cubicBezTo>
                    <a:pt x="176" y="746"/>
                    <a:pt x="199" y="723"/>
                    <a:pt x="199" y="696"/>
                  </a:cubicBezTo>
                  <a:cubicBezTo>
                    <a:pt x="199" y="335"/>
                    <a:pt x="199" y="335"/>
                    <a:pt x="199" y="335"/>
                  </a:cubicBezTo>
                  <a:cubicBezTo>
                    <a:pt x="217" y="335"/>
                    <a:pt x="217" y="335"/>
                    <a:pt x="217" y="335"/>
                  </a:cubicBezTo>
                  <a:cubicBezTo>
                    <a:pt x="217" y="696"/>
                    <a:pt x="217" y="696"/>
                    <a:pt x="217" y="696"/>
                  </a:cubicBezTo>
                  <a:cubicBezTo>
                    <a:pt x="217" y="723"/>
                    <a:pt x="239" y="746"/>
                    <a:pt x="267" y="746"/>
                  </a:cubicBezTo>
                  <a:cubicBezTo>
                    <a:pt x="294" y="746"/>
                    <a:pt x="316" y="723"/>
                    <a:pt x="316" y="696"/>
                  </a:cubicBezTo>
                  <a:cubicBezTo>
                    <a:pt x="316" y="304"/>
                    <a:pt x="316" y="304"/>
                    <a:pt x="316" y="304"/>
                  </a:cubicBezTo>
                  <a:cubicBezTo>
                    <a:pt x="316" y="228"/>
                    <a:pt x="316" y="228"/>
                    <a:pt x="316" y="228"/>
                  </a:cubicBezTo>
                  <a:cubicBezTo>
                    <a:pt x="316" y="96"/>
                    <a:pt x="316" y="96"/>
                    <a:pt x="316" y="96"/>
                  </a:cubicBezTo>
                  <a:cubicBezTo>
                    <a:pt x="334" y="133"/>
                    <a:pt x="350" y="208"/>
                    <a:pt x="342" y="349"/>
                  </a:cubicBezTo>
                  <a:cubicBezTo>
                    <a:pt x="341" y="366"/>
                    <a:pt x="354" y="381"/>
                    <a:pt x="372" y="382"/>
                  </a:cubicBezTo>
                  <a:cubicBezTo>
                    <a:pt x="372" y="382"/>
                    <a:pt x="373" y="382"/>
                    <a:pt x="374" y="382"/>
                  </a:cubicBezTo>
                  <a:cubicBezTo>
                    <a:pt x="390" y="382"/>
                    <a:pt x="405" y="369"/>
                    <a:pt x="406" y="352"/>
                  </a:cubicBezTo>
                  <a:cubicBezTo>
                    <a:pt x="415" y="183"/>
                    <a:pt x="394" y="73"/>
                    <a:pt x="343" y="25"/>
                  </a:cubicBezTo>
                  <a:cubicBezTo>
                    <a:pt x="320" y="4"/>
                    <a:pt x="298" y="0"/>
                    <a:pt x="287" y="0"/>
                  </a:cubicBezTo>
                  <a:cubicBezTo>
                    <a:pt x="286" y="0"/>
                    <a:pt x="286" y="0"/>
                    <a:pt x="285" y="0"/>
                  </a:cubicBezTo>
                  <a:cubicBezTo>
                    <a:pt x="131" y="0"/>
                    <a:pt x="131" y="0"/>
                    <a:pt x="131" y="0"/>
                  </a:cubicBezTo>
                  <a:cubicBezTo>
                    <a:pt x="130" y="0"/>
                    <a:pt x="129" y="0"/>
                    <a:pt x="129" y="0"/>
                  </a:cubicBezTo>
                  <a:cubicBezTo>
                    <a:pt x="117" y="0"/>
                    <a:pt x="95" y="4"/>
                    <a:pt x="73" y="25"/>
                  </a:cubicBezTo>
                  <a:cubicBezTo>
                    <a:pt x="21" y="73"/>
                    <a:pt x="0" y="183"/>
                    <a:pt x="10" y="352"/>
                  </a:cubicBezTo>
                  <a:cubicBezTo>
                    <a:pt x="11" y="369"/>
                    <a:pt x="25" y="382"/>
                    <a:pt x="42" y="3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Oval 45"/>
            <p:cNvSpPr>
              <a:spLocks noChangeArrowheads="1"/>
            </p:cNvSpPr>
            <p:nvPr/>
          </p:nvSpPr>
          <p:spPr bwMode="auto">
            <a:xfrm>
              <a:off x="9197976" y="2082800"/>
              <a:ext cx="252413" cy="2524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3" name="组合 42"/>
          <p:cNvGrpSpPr/>
          <p:nvPr/>
        </p:nvGrpSpPr>
        <p:grpSpPr>
          <a:xfrm>
            <a:off x="9567863" y="728663"/>
            <a:ext cx="2125663" cy="2281238"/>
            <a:chOff x="9567863" y="728663"/>
            <a:chExt cx="2125663" cy="2281238"/>
          </a:xfrm>
          <a:solidFill>
            <a:schemeClr val="tx1">
              <a:lumMod val="65000"/>
              <a:lumOff val="35000"/>
            </a:schemeClr>
          </a:solidFill>
        </p:grpSpPr>
        <p:sp>
          <p:nvSpPr>
            <p:cNvPr id="44" name="Freeform 38"/>
            <p:cNvSpPr>
              <a:spLocks noEditPoints="1"/>
            </p:cNvSpPr>
            <p:nvPr/>
          </p:nvSpPr>
          <p:spPr bwMode="auto">
            <a:xfrm>
              <a:off x="10190163" y="949325"/>
              <a:ext cx="1452563" cy="1501775"/>
            </a:xfrm>
            <a:custGeom>
              <a:avLst/>
              <a:gdLst>
                <a:gd name="T0" fmla="*/ 93 w 1037"/>
                <a:gd name="T1" fmla="*/ 651 h 1073"/>
                <a:gd name="T2" fmla="*/ 92 w 1037"/>
                <a:gd name="T3" fmla="*/ 662 h 1073"/>
                <a:gd name="T4" fmla="*/ 88 w 1037"/>
                <a:gd name="T5" fmla="*/ 673 h 1073"/>
                <a:gd name="T6" fmla="*/ 81 w 1037"/>
                <a:gd name="T7" fmla="*/ 684 h 1073"/>
                <a:gd name="T8" fmla="*/ 74 w 1037"/>
                <a:gd name="T9" fmla="*/ 691 h 1073"/>
                <a:gd name="T10" fmla="*/ 62 w 1037"/>
                <a:gd name="T11" fmla="*/ 699 h 1073"/>
                <a:gd name="T12" fmla="*/ 111 w 1037"/>
                <a:gd name="T13" fmla="*/ 753 h 1073"/>
                <a:gd name="T14" fmla="*/ 151 w 1037"/>
                <a:gd name="T15" fmla="*/ 1057 h 1073"/>
                <a:gd name="T16" fmla="*/ 545 w 1037"/>
                <a:gd name="T17" fmla="*/ 1057 h 1073"/>
                <a:gd name="T18" fmla="*/ 1037 w 1037"/>
                <a:gd name="T19" fmla="*/ 23 h 1073"/>
                <a:gd name="T20" fmla="*/ 885 w 1037"/>
                <a:gd name="T21" fmla="*/ 231 h 1073"/>
                <a:gd name="T22" fmla="*/ 831 w 1037"/>
                <a:gd name="T23" fmla="*/ 176 h 1073"/>
                <a:gd name="T24" fmla="*/ 777 w 1037"/>
                <a:gd name="T25" fmla="*/ 176 h 1073"/>
                <a:gd name="T26" fmla="*/ 694 w 1037"/>
                <a:gd name="T27" fmla="*/ 231 h 1073"/>
                <a:gd name="T28" fmla="*/ 682 w 1037"/>
                <a:gd name="T29" fmla="*/ 203 h 1073"/>
                <a:gd name="T30" fmla="*/ 610 w 1037"/>
                <a:gd name="T31" fmla="*/ 124 h 1073"/>
                <a:gd name="T32" fmla="*/ 545 w 1037"/>
                <a:gd name="T33" fmla="*/ 593 h 1073"/>
                <a:gd name="T34" fmla="*/ 432 w 1037"/>
                <a:gd name="T35" fmla="*/ 203 h 1073"/>
                <a:gd name="T36" fmla="*/ 420 w 1037"/>
                <a:gd name="T37" fmla="*/ 231 h 1073"/>
                <a:gd name="T38" fmla="*/ 337 w 1037"/>
                <a:gd name="T39" fmla="*/ 176 h 1073"/>
                <a:gd name="T40" fmla="*/ 283 w 1037"/>
                <a:gd name="T41" fmla="*/ 176 h 1073"/>
                <a:gd name="T42" fmla="*/ 200 w 1037"/>
                <a:gd name="T43" fmla="*/ 231 h 1073"/>
                <a:gd name="T44" fmla="*/ 188 w 1037"/>
                <a:gd name="T45" fmla="*/ 203 h 1073"/>
                <a:gd name="T46" fmla="*/ 160 w 1037"/>
                <a:gd name="T47" fmla="*/ 0 h 1073"/>
                <a:gd name="T48" fmla="*/ 59 w 1037"/>
                <a:gd name="T49" fmla="*/ 435 h 1073"/>
                <a:gd name="T50" fmla="*/ 151 w 1037"/>
                <a:gd name="T51" fmla="*/ 1041 h 1073"/>
                <a:gd name="T52" fmla="*/ 455 w 1037"/>
                <a:gd name="T53" fmla="*/ 705 h 1073"/>
                <a:gd name="T54" fmla="*/ 456 w 1037"/>
                <a:gd name="T55" fmla="*/ 557 h 1073"/>
                <a:gd name="T56" fmla="*/ 470 w 1037"/>
                <a:gd name="T57" fmla="*/ 494 h 1073"/>
                <a:gd name="T58" fmla="*/ 420 w 1037"/>
                <a:gd name="T59" fmla="*/ 617 h 1073"/>
                <a:gd name="T60" fmla="*/ 405 w 1037"/>
                <a:gd name="T61" fmla="*/ 652 h 1073"/>
                <a:gd name="T62" fmla="*/ 355 w 1037"/>
                <a:gd name="T63" fmla="*/ 652 h 1073"/>
                <a:gd name="T64" fmla="*/ 277 w 1037"/>
                <a:gd name="T65" fmla="*/ 1041 h 1073"/>
                <a:gd name="T66" fmla="*/ 200 w 1037"/>
                <a:gd name="T67" fmla="*/ 1041 h 1073"/>
                <a:gd name="T68" fmla="*/ 432 w 1037"/>
                <a:gd name="T69" fmla="*/ 1041 h 1073"/>
                <a:gd name="T70" fmla="*/ 561 w 1037"/>
                <a:gd name="T71" fmla="*/ 723 h 1073"/>
                <a:gd name="T72" fmla="*/ 561 w 1037"/>
                <a:gd name="T73" fmla="*/ 723 h 1073"/>
                <a:gd name="T74" fmla="*/ 759 w 1037"/>
                <a:gd name="T75" fmla="*/ 1041 h 1073"/>
                <a:gd name="T76" fmla="*/ 771 w 1037"/>
                <a:gd name="T77" fmla="*/ 652 h 1073"/>
                <a:gd name="T78" fmla="*/ 651 w 1037"/>
                <a:gd name="T79" fmla="*/ 652 h 1073"/>
                <a:gd name="T80" fmla="*/ 616 w 1037"/>
                <a:gd name="T81" fmla="*/ 652 h 1073"/>
                <a:gd name="T82" fmla="*/ 628 w 1037"/>
                <a:gd name="T83" fmla="*/ 636 h 1073"/>
                <a:gd name="T84" fmla="*/ 569 w 1037"/>
                <a:gd name="T85" fmla="*/ 543 h 1073"/>
                <a:gd name="T86" fmla="*/ 583 w 1037"/>
                <a:gd name="T87" fmla="*/ 508 h 1073"/>
                <a:gd name="T88" fmla="*/ 580 w 1037"/>
                <a:gd name="T89" fmla="*/ 705 h 1073"/>
                <a:gd name="T90" fmla="*/ 885 w 1037"/>
                <a:gd name="T91" fmla="*/ 652 h 1073"/>
                <a:gd name="T92" fmla="*/ 849 w 1037"/>
                <a:gd name="T93" fmla="*/ 636 h 1073"/>
                <a:gd name="T94" fmla="*/ 771 w 1037"/>
                <a:gd name="T95" fmla="*/ 636 h 1073"/>
                <a:gd name="T96" fmla="*/ 694 w 1037"/>
                <a:gd name="T97" fmla="*/ 636 h 1073"/>
                <a:gd name="T98" fmla="*/ 649 w 1037"/>
                <a:gd name="T99" fmla="*/ 636 h 1073"/>
                <a:gd name="T100" fmla="*/ 604 w 1037"/>
                <a:gd name="T101" fmla="*/ 450 h 1073"/>
                <a:gd name="T102" fmla="*/ 545 w 1037"/>
                <a:gd name="T103" fmla="*/ 691 h 1073"/>
                <a:gd name="T104" fmla="*/ 492 w 1037"/>
                <a:gd name="T105" fmla="*/ 619 h 1073"/>
                <a:gd name="T106" fmla="*/ 432 w 1037"/>
                <a:gd name="T107" fmla="*/ 247 h 1073"/>
                <a:gd name="T108" fmla="*/ 355 w 1037"/>
                <a:gd name="T109" fmla="*/ 636 h 1073"/>
                <a:gd name="T110" fmla="*/ 277 w 1037"/>
                <a:gd name="T111" fmla="*/ 636 h 1073"/>
                <a:gd name="T112" fmla="*/ 200 w 1037"/>
                <a:gd name="T113" fmla="*/ 636 h 1073"/>
                <a:gd name="T114" fmla="*/ 151 w 1037"/>
                <a:gd name="T115" fmla="*/ 636 h 10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37" h="1073">
                  <a:moveTo>
                    <a:pt x="116" y="459"/>
                  </a:moveTo>
                  <a:cubicBezTo>
                    <a:pt x="56" y="473"/>
                    <a:pt x="56" y="473"/>
                    <a:pt x="56" y="473"/>
                  </a:cubicBezTo>
                  <a:cubicBezTo>
                    <a:pt x="50" y="475"/>
                    <a:pt x="42" y="477"/>
                    <a:pt x="34" y="480"/>
                  </a:cubicBezTo>
                  <a:cubicBezTo>
                    <a:pt x="34" y="513"/>
                    <a:pt x="34" y="513"/>
                    <a:pt x="34" y="513"/>
                  </a:cubicBezTo>
                  <a:cubicBezTo>
                    <a:pt x="66" y="543"/>
                    <a:pt x="93" y="588"/>
                    <a:pt x="93" y="651"/>
                  </a:cubicBezTo>
                  <a:cubicBezTo>
                    <a:pt x="93" y="651"/>
                    <a:pt x="93" y="652"/>
                    <a:pt x="93" y="652"/>
                  </a:cubicBezTo>
                  <a:cubicBezTo>
                    <a:pt x="93" y="653"/>
                    <a:pt x="93" y="654"/>
                    <a:pt x="93" y="656"/>
                  </a:cubicBezTo>
                  <a:cubicBezTo>
                    <a:pt x="93" y="656"/>
                    <a:pt x="92" y="657"/>
                    <a:pt x="92" y="657"/>
                  </a:cubicBezTo>
                  <a:cubicBezTo>
                    <a:pt x="92" y="658"/>
                    <a:pt x="92" y="659"/>
                    <a:pt x="92" y="661"/>
                  </a:cubicBezTo>
                  <a:cubicBezTo>
                    <a:pt x="92" y="661"/>
                    <a:pt x="92" y="662"/>
                    <a:pt x="92" y="662"/>
                  </a:cubicBezTo>
                  <a:cubicBezTo>
                    <a:pt x="91" y="663"/>
                    <a:pt x="91" y="664"/>
                    <a:pt x="91" y="665"/>
                  </a:cubicBezTo>
                  <a:cubicBezTo>
                    <a:pt x="91" y="666"/>
                    <a:pt x="90" y="667"/>
                    <a:pt x="90" y="667"/>
                  </a:cubicBezTo>
                  <a:cubicBezTo>
                    <a:pt x="90" y="668"/>
                    <a:pt x="90" y="669"/>
                    <a:pt x="89" y="670"/>
                  </a:cubicBezTo>
                  <a:cubicBezTo>
                    <a:pt x="89" y="671"/>
                    <a:pt x="89" y="671"/>
                    <a:pt x="88" y="672"/>
                  </a:cubicBezTo>
                  <a:cubicBezTo>
                    <a:pt x="88" y="672"/>
                    <a:pt x="88" y="673"/>
                    <a:pt x="88" y="673"/>
                  </a:cubicBezTo>
                  <a:cubicBezTo>
                    <a:pt x="88" y="673"/>
                    <a:pt x="87" y="674"/>
                    <a:pt x="87" y="675"/>
                  </a:cubicBezTo>
                  <a:cubicBezTo>
                    <a:pt x="87" y="675"/>
                    <a:pt x="87" y="676"/>
                    <a:pt x="86" y="677"/>
                  </a:cubicBezTo>
                  <a:cubicBezTo>
                    <a:pt x="86" y="678"/>
                    <a:pt x="85" y="679"/>
                    <a:pt x="84" y="680"/>
                  </a:cubicBezTo>
                  <a:cubicBezTo>
                    <a:pt x="84" y="680"/>
                    <a:pt x="84" y="680"/>
                    <a:pt x="84" y="681"/>
                  </a:cubicBezTo>
                  <a:cubicBezTo>
                    <a:pt x="83" y="682"/>
                    <a:pt x="82" y="683"/>
                    <a:pt x="81" y="684"/>
                  </a:cubicBezTo>
                  <a:cubicBezTo>
                    <a:pt x="81" y="684"/>
                    <a:pt x="81" y="684"/>
                    <a:pt x="81" y="684"/>
                  </a:cubicBezTo>
                  <a:cubicBezTo>
                    <a:pt x="80" y="686"/>
                    <a:pt x="79" y="687"/>
                    <a:pt x="78" y="688"/>
                  </a:cubicBezTo>
                  <a:cubicBezTo>
                    <a:pt x="78" y="688"/>
                    <a:pt x="78" y="688"/>
                    <a:pt x="77" y="688"/>
                  </a:cubicBezTo>
                  <a:cubicBezTo>
                    <a:pt x="76" y="689"/>
                    <a:pt x="75" y="690"/>
                    <a:pt x="74" y="691"/>
                  </a:cubicBezTo>
                  <a:cubicBezTo>
                    <a:pt x="74" y="691"/>
                    <a:pt x="74" y="691"/>
                    <a:pt x="74" y="691"/>
                  </a:cubicBezTo>
                  <a:cubicBezTo>
                    <a:pt x="73" y="692"/>
                    <a:pt x="71" y="693"/>
                    <a:pt x="70" y="694"/>
                  </a:cubicBezTo>
                  <a:cubicBezTo>
                    <a:pt x="70" y="694"/>
                    <a:pt x="70" y="694"/>
                    <a:pt x="69" y="695"/>
                  </a:cubicBezTo>
                  <a:cubicBezTo>
                    <a:pt x="68" y="695"/>
                    <a:pt x="67" y="696"/>
                    <a:pt x="66" y="696"/>
                  </a:cubicBezTo>
                  <a:cubicBezTo>
                    <a:pt x="66" y="697"/>
                    <a:pt x="65" y="697"/>
                    <a:pt x="65" y="697"/>
                  </a:cubicBezTo>
                  <a:cubicBezTo>
                    <a:pt x="64" y="698"/>
                    <a:pt x="63" y="698"/>
                    <a:pt x="62" y="699"/>
                  </a:cubicBezTo>
                  <a:cubicBezTo>
                    <a:pt x="62" y="699"/>
                    <a:pt x="61" y="699"/>
                    <a:pt x="60" y="700"/>
                  </a:cubicBezTo>
                  <a:cubicBezTo>
                    <a:pt x="60" y="700"/>
                    <a:pt x="59" y="700"/>
                    <a:pt x="59" y="700"/>
                  </a:cubicBezTo>
                  <a:cubicBezTo>
                    <a:pt x="34" y="709"/>
                    <a:pt x="34" y="709"/>
                    <a:pt x="34" y="709"/>
                  </a:cubicBezTo>
                  <a:cubicBezTo>
                    <a:pt x="34" y="753"/>
                    <a:pt x="34" y="753"/>
                    <a:pt x="34" y="753"/>
                  </a:cubicBezTo>
                  <a:cubicBezTo>
                    <a:pt x="111" y="753"/>
                    <a:pt x="111" y="753"/>
                    <a:pt x="111" y="753"/>
                  </a:cubicBezTo>
                  <a:cubicBezTo>
                    <a:pt x="111" y="853"/>
                    <a:pt x="111" y="853"/>
                    <a:pt x="111" y="853"/>
                  </a:cubicBezTo>
                  <a:cubicBezTo>
                    <a:pt x="70" y="853"/>
                    <a:pt x="70" y="853"/>
                    <a:pt x="70" y="853"/>
                  </a:cubicBezTo>
                  <a:cubicBezTo>
                    <a:pt x="70" y="1073"/>
                    <a:pt x="70" y="1073"/>
                    <a:pt x="70" y="1073"/>
                  </a:cubicBezTo>
                  <a:cubicBezTo>
                    <a:pt x="151" y="1073"/>
                    <a:pt x="151" y="1073"/>
                    <a:pt x="151" y="1073"/>
                  </a:cubicBezTo>
                  <a:cubicBezTo>
                    <a:pt x="151" y="1057"/>
                    <a:pt x="151" y="1057"/>
                    <a:pt x="151" y="1057"/>
                  </a:cubicBezTo>
                  <a:cubicBezTo>
                    <a:pt x="492" y="1057"/>
                    <a:pt x="492" y="1057"/>
                    <a:pt x="492" y="1057"/>
                  </a:cubicBezTo>
                  <a:cubicBezTo>
                    <a:pt x="492" y="715"/>
                    <a:pt x="492" y="715"/>
                    <a:pt x="492" y="715"/>
                  </a:cubicBezTo>
                  <a:cubicBezTo>
                    <a:pt x="503" y="709"/>
                    <a:pt x="512" y="699"/>
                    <a:pt x="518" y="688"/>
                  </a:cubicBezTo>
                  <a:cubicBezTo>
                    <a:pt x="524" y="700"/>
                    <a:pt x="534" y="709"/>
                    <a:pt x="545" y="716"/>
                  </a:cubicBezTo>
                  <a:cubicBezTo>
                    <a:pt x="545" y="1057"/>
                    <a:pt x="545" y="1057"/>
                    <a:pt x="545" y="1057"/>
                  </a:cubicBezTo>
                  <a:cubicBezTo>
                    <a:pt x="885" y="1057"/>
                    <a:pt x="885" y="1057"/>
                    <a:pt x="885" y="1057"/>
                  </a:cubicBezTo>
                  <a:cubicBezTo>
                    <a:pt x="885" y="1073"/>
                    <a:pt x="885" y="1073"/>
                    <a:pt x="885" y="1073"/>
                  </a:cubicBezTo>
                  <a:cubicBezTo>
                    <a:pt x="1003" y="1073"/>
                    <a:pt x="1003" y="1073"/>
                    <a:pt x="1003" y="1073"/>
                  </a:cubicBezTo>
                  <a:cubicBezTo>
                    <a:pt x="1003" y="23"/>
                    <a:pt x="1003" y="23"/>
                    <a:pt x="1003" y="23"/>
                  </a:cubicBezTo>
                  <a:cubicBezTo>
                    <a:pt x="1037" y="23"/>
                    <a:pt x="1037" y="23"/>
                    <a:pt x="1037" y="23"/>
                  </a:cubicBezTo>
                  <a:cubicBezTo>
                    <a:pt x="1037" y="0"/>
                    <a:pt x="1037" y="0"/>
                    <a:pt x="1037" y="0"/>
                  </a:cubicBezTo>
                  <a:cubicBezTo>
                    <a:pt x="877" y="0"/>
                    <a:pt x="877" y="0"/>
                    <a:pt x="877" y="0"/>
                  </a:cubicBezTo>
                  <a:cubicBezTo>
                    <a:pt x="877" y="23"/>
                    <a:pt x="877" y="23"/>
                    <a:pt x="877" y="23"/>
                  </a:cubicBezTo>
                  <a:cubicBezTo>
                    <a:pt x="885" y="23"/>
                    <a:pt x="885" y="23"/>
                    <a:pt x="885" y="23"/>
                  </a:cubicBezTo>
                  <a:cubicBezTo>
                    <a:pt x="885" y="231"/>
                    <a:pt x="885" y="231"/>
                    <a:pt x="885" y="231"/>
                  </a:cubicBezTo>
                  <a:cubicBezTo>
                    <a:pt x="849" y="231"/>
                    <a:pt x="849" y="231"/>
                    <a:pt x="849" y="231"/>
                  </a:cubicBezTo>
                  <a:cubicBezTo>
                    <a:pt x="849" y="203"/>
                    <a:pt x="849" y="203"/>
                    <a:pt x="849" y="203"/>
                  </a:cubicBezTo>
                  <a:cubicBezTo>
                    <a:pt x="855" y="176"/>
                    <a:pt x="855" y="176"/>
                    <a:pt x="855" y="176"/>
                  </a:cubicBezTo>
                  <a:cubicBezTo>
                    <a:pt x="843" y="124"/>
                    <a:pt x="843" y="124"/>
                    <a:pt x="843" y="124"/>
                  </a:cubicBezTo>
                  <a:cubicBezTo>
                    <a:pt x="831" y="176"/>
                    <a:pt x="831" y="176"/>
                    <a:pt x="831" y="176"/>
                  </a:cubicBezTo>
                  <a:cubicBezTo>
                    <a:pt x="837" y="203"/>
                    <a:pt x="837" y="203"/>
                    <a:pt x="837" y="203"/>
                  </a:cubicBezTo>
                  <a:cubicBezTo>
                    <a:pt x="837" y="231"/>
                    <a:pt x="837" y="231"/>
                    <a:pt x="837" y="231"/>
                  </a:cubicBezTo>
                  <a:cubicBezTo>
                    <a:pt x="771" y="231"/>
                    <a:pt x="771" y="231"/>
                    <a:pt x="771" y="231"/>
                  </a:cubicBezTo>
                  <a:cubicBezTo>
                    <a:pt x="771" y="203"/>
                    <a:pt x="771" y="203"/>
                    <a:pt x="771" y="203"/>
                  </a:cubicBezTo>
                  <a:cubicBezTo>
                    <a:pt x="777" y="176"/>
                    <a:pt x="777" y="176"/>
                    <a:pt x="777" y="176"/>
                  </a:cubicBezTo>
                  <a:cubicBezTo>
                    <a:pt x="765" y="124"/>
                    <a:pt x="765" y="124"/>
                    <a:pt x="765" y="124"/>
                  </a:cubicBezTo>
                  <a:cubicBezTo>
                    <a:pt x="753" y="176"/>
                    <a:pt x="753" y="176"/>
                    <a:pt x="753" y="176"/>
                  </a:cubicBezTo>
                  <a:cubicBezTo>
                    <a:pt x="759" y="203"/>
                    <a:pt x="759" y="203"/>
                    <a:pt x="759" y="203"/>
                  </a:cubicBezTo>
                  <a:cubicBezTo>
                    <a:pt x="759" y="231"/>
                    <a:pt x="759" y="231"/>
                    <a:pt x="759" y="231"/>
                  </a:cubicBezTo>
                  <a:cubicBezTo>
                    <a:pt x="694" y="231"/>
                    <a:pt x="694" y="231"/>
                    <a:pt x="694" y="231"/>
                  </a:cubicBezTo>
                  <a:cubicBezTo>
                    <a:pt x="694" y="203"/>
                    <a:pt x="694" y="203"/>
                    <a:pt x="694" y="203"/>
                  </a:cubicBezTo>
                  <a:cubicBezTo>
                    <a:pt x="700" y="176"/>
                    <a:pt x="700" y="176"/>
                    <a:pt x="700" y="176"/>
                  </a:cubicBezTo>
                  <a:cubicBezTo>
                    <a:pt x="688" y="124"/>
                    <a:pt x="688" y="124"/>
                    <a:pt x="688" y="124"/>
                  </a:cubicBezTo>
                  <a:cubicBezTo>
                    <a:pt x="676" y="176"/>
                    <a:pt x="676" y="176"/>
                    <a:pt x="676" y="176"/>
                  </a:cubicBezTo>
                  <a:cubicBezTo>
                    <a:pt x="682" y="203"/>
                    <a:pt x="682" y="203"/>
                    <a:pt x="682" y="203"/>
                  </a:cubicBezTo>
                  <a:cubicBezTo>
                    <a:pt x="682" y="231"/>
                    <a:pt x="682" y="231"/>
                    <a:pt x="682" y="231"/>
                  </a:cubicBezTo>
                  <a:cubicBezTo>
                    <a:pt x="616" y="231"/>
                    <a:pt x="616" y="231"/>
                    <a:pt x="616" y="231"/>
                  </a:cubicBezTo>
                  <a:cubicBezTo>
                    <a:pt x="616" y="203"/>
                    <a:pt x="616" y="203"/>
                    <a:pt x="616" y="203"/>
                  </a:cubicBezTo>
                  <a:cubicBezTo>
                    <a:pt x="622" y="176"/>
                    <a:pt x="622" y="176"/>
                    <a:pt x="622" y="176"/>
                  </a:cubicBezTo>
                  <a:cubicBezTo>
                    <a:pt x="610" y="124"/>
                    <a:pt x="610" y="124"/>
                    <a:pt x="610" y="124"/>
                  </a:cubicBezTo>
                  <a:cubicBezTo>
                    <a:pt x="598" y="176"/>
                    <a:pt x="598" y="176"/>
                    <a:pt x="598" y="176"/>
                  </a:cubicBezTo>
                  <a:cubicBezTo>
                    <a:pt x="604" y="203"/>
                    <a:pt x="604" y="203"/>
                    <a:pt x="604" y="203"/>
                  </a:cubicBezTo>
                  <a:cubicBezTo>
                    <a:pt x="604" y="231"/>
                    <a:pt x="604" y="231"/>
                    <a:pt x="604" y="231"/>
                  </a:cubicBezTo>
                  <a:cubicBezTo>
                    <a:pt x="545" y="231"/>
                    <a:pt x="545" y="231"/>
                    <a:pt x="545" y="231"/>
                  </a:cubicBezTo>
                  <a:cubicBezTo>
                    <a:pt x="545" y="593"/>
                    <a:pt x="545" y="593"/>
                    <a:pt x="545" y="593"/>
                  </a:cubicBezTo>
                  <a:cubicBezTo>
                    <a:pt x="534" y="600"/>
                    <a:pt x="524" y="609"/>
                    <a:pt x="518" y="621"/>
                  </a:cubicBezTo>
                  <a:cubicBezTo>
                    <a:pt x="512" y="609"/>
                    <a:pt x="503" y="600"/>
                    <a:pt x="492" y="593"/>
                  </a:cubicBezTo>
                  <a:cubicBezTo>
                    <a:pt x="492" y="231"/>
                    <a:pt x="492" y="231"/>
                    <a:pt x="492" y="231"/>
                  </a:cubicBezTo>
                  <a:cubicBezTo>
                    <a:pt x="432" y="231"/>
                    <a:pt x="432" y="231"/>
                    <a:pt x="432" y="231"/>
                  </a:cubicBezTo>
                  <a:cubicBezTo>
                    <a:pt x="432" y="203"/>
                    <a:pt x="432" y="203"/>
                    <a:pt x="432" y="203"/>
                  </a:cubicBezTo>
                  <a:cubicBezTo>
                    <a:pt x="438" y="176"/>
                    <a:pt x="438" y="176"/>
                    <a:pt x="438" y="176"/>
                  </a:cubicBezTo>
                  <a:cubicBezTo>
                    <a:pt x="426" y="124"/>
                    <a:pt x="426" y="124"/>
                    <a:pt x="426" y="124"/>
                  </a:cubicBezTo>
                  <a:cubicBezTo>
                    <a:pt x="414" y="176"/>
                    <a:pt x="414" y="176"/>
                    <a:pt x="414" y="176"/>
                  </a:cubicBezTo>
                  <a:cubicBezTo>
                    <a:pt x="420" y="203"/>
                    <a:pt x="420" y="203"/>
                    <a:pt x="420" y="203"/>
                  </a:cubicBezTo>
                  <a:cubicBezTo>
                    <a:pt x="420" y="231"/>
                    <a:pt x="420" y="231"/>
                    <a:pt x="420" y="231"/>
                  </a:cubicBezTo>
                  <a:cubicBezTo>
                    <a:pt x="355" y="231"/>
                    <a:pt x="355" y="231"/>
                    <a:pt x="355" y="231"/>
                  </a:cubicBezTo>
                  <a:cubicBezTo>
                    <a:pt x="355" y="203"/>
                    <a:pt x="355" y="203"/>
                    <a:pt x="355" y="203"/>
                  </a:cubicBezTo>
                  <a:cubicBezTo>
                    <a:pt x="361" y="176"/>
                    <a:pt x="361" y="176"/>
                    <a:pt x="361" y="176"/>
                  </a:cubicBezTo>
                  <a:cubicBezTo>
                    <a:pt x="349" y="124"/>
                    <a:pt x="349" y="124"/>
                    <a:pt x="349" y="124"/>
                  </a:cubicBezTo>
                  <a:cubicBezTo>
                    <a:pt x="337" y="176"/>
                    <a:pt x="337" y="176"/>
                    <a:pt x="337" y="176"/>
                  </a:cubicBezTo>
                  <a:cubicBezTo>
                    <a:pt x="343" y="203"/>
                    <a:pt x="343" y="203"/>
                    <a:pt x="343" y="203"/>
                  </a:cubicBezTo>
                  <a:cubicBezTo>
                    <a:pt x="343" y="231"/>
                    <a:pt x="343" y="231"/>
                    <a:pt x="343" y="231"/>
                  </a:cubicBezTo>
                  <a:cubicBezTo>
                    <a:pt x="277" y="231"/>
                    <a:pt x="277" y="231"/>
                    <a:pt x="277" y="231"/>
                  </a:cubicBezTo>
                  <a:cubicBezTo>
                    <a:pt x="277" y="203"/>
                    <a:pt x="277" y="203"/>
                    <a:pt x="277" y="203"/>
                  </a:cubicBezTo>
                  <a:cubicBezTo>
                    <a:pt x="283" y="176"/>
                    <a:pt x="283" y="176"/>
                    <a:pt x="283" y="176"/>
                  </a:cubicBezTo>
                  <a:cubicBezTo>
                    <a:pt x="271" y="124"/>
                    <a:pt x="271" y="124"/>
                    <a:pt x="271" y="124"/>
                  </a:cubicBezTo>
                  <a:cubicBezTo>
                    <a:pt x="259" y="176"/>
                    <a:pt x="259" y="176"/>
                    <a:pt x="259" y="176"/>
                  </a:cubicBezTo>
                  <a:cubicBezTo>
                    <a:pt x="265" y="203"/>
                    <a:pt x="265" y="203"/>
                    <a:pt x="265" y="203"/>
                  </a:cubicBezTo>
                  <a:cubicBezTo>
                    <a:pt x="265" y="231"/>
                    <a:pt x="265" y="231"/>
                    <a:pt x="265" y="231"/>
                  </a:cubicBezTo>
                  <a:cubicBezTo>
                    <a:pt x="200" y="231"/>
                    <a:pt x="200" y="231"/>
                    <a:pt x="200" y="231"/>
                  </a:cubicBezTo>
                  <a:cubicBezTo>
                    <a:pt x="200" y="203"/>
                    <a:pt x="200" y="203"/>
                    <a:pt x="200" y="203"/>
                  </a:cubicBezTo>
                  <a:cubicBezTo>
                    <a:pt x="206" y="176"/>
                    <a:pt x="206" y="176"/>
                    <a:pt x="206" y="176"/>
                  </a:cubicBezTo>
                  <a:cubicBezTo>
                    <a:pt x="194" y="124"/>
                    <a:pt x="194" y="124"/>
                    <a:pt x="194" y="124"/>
                  </a:cubicBezTo>
                  <a:cubicBezTo>
                    <a:pt x="182" y="176"/>
                    <a:pt x="182" y="176"/>
                    <a:pt x="182" y="176"/>
                  </a:cubicBezTo>
                  <a:cubicBezTo>
                    <a:pt x="188" y="203"/>
                    <a:pt x="188" y="203"/>
                    <a:pt x="188" y="203"/>
                  </a:cubicBezTo>
                  <a:cubicBezTo>
                    <a:pt x="188" y="231"/>
                    <a:pt x="188" y="231"/>
                    <a:pt x="188" y="231"/>
                  </a:cubicBezTo>
                  <a:cubicBezTo>
                    <a:pt x="151" y="231"/>
                    <a:pt x="151" y="231"/>
                    <a:pt x="151" y="231"/>
                  </a:cubicBezTo>
                  <a:cubicBezTo>
                    <a:pt x="151" y="23"/>
                    <a:pt x="151" y="23"/>
                    <a:pt x="151" y="23"/>
                  </a:cubicBezTo>
                  <a:cubicBezTo>
                    <a:pt x="160" y="23"/>
                    <a:pt x="160" y="23"/>
                    <a:pt x="160" y="23"/>
                  </a:cubicBezTo>
                  <a:cubicBezTo>
                    <a:pt x="160" y="0"/>
                    <a:pt x="160" y="0"/>
                    <a:pt x="160" y="0"/>
                  </a:cubicBezTo>
                  <a:cubicBezTo>
                    <a:pt x="0" y="0"/>
                    <a:pt x="0" y="0"/>
                    <a:pt x="0" y="0"/>
                  </a:cubicBezTo>
                  <a:cubicBezTo>
                    <a:pt x="0" y="23"/>
                    <a:pt x="0" y="23"/>
                    <a:pt x="0" y="23"/>
                  </a:cubicBezTo>
                  <a:cubicBezTo>
                    <a:pt x="34" y="23"/>
                    <a:pt x="34" y="23"/>
                    <a:pt x="34" y="23"/>
                  </a:cubicBezTo>
                  <a:cubicBezTo>
                    <a:pt x="34" y="426"/>
                    <a:pt x="34" y="426"/>
                    <a:pt x="34" y="426"/>
                  </a:cubicBezTo>
                  <a:cubicBezTo>
                    <a:pt x="43" y="429"/>
                    <a:pt x="51" y="432"/>
                    <a:pt x="59" y="435"/>
                  </a:cubicBezTo>
                  <a:lnTo>
                    <a:pt x="116" y="459"/>
                  </a:lnTo>
                  <a:close/>
                  <a:moveTo>
                    <a:pt x="151" y="652"/>
                  </a:moveTo>
                  <a:cubicBezTo>
                    <a:pt x="188" y="652"/>
                    <a:pt x="188" y="652"/>
                    <a:pt x="188" y="652"/>
                  </a:cubicBezTo>
                  <a:cubicBezTo>
                    <a:pt x="188" y="1041"/>
                    <a:pt x="188" y="1041"/>
                    <a:pt x="188" y="1041"/>
                  </a:cubicBezTo>
                  <a:cubicBezTo>
                    <a:pt x="151" y="1041"/>
                    <a:pt x="151" y="1041"/>
                    <a:pt x="151" y="1041"/>
                  </a:cubicBezTo>
                  <a:lnTo>
                    <a:pt x="151" y="652"/>
                  </a:lnTo>
                  <a:close/>
                  <a:moveTo>
                    <a:pt x="432" y="690"/>
                  </a:moveTo>
                  <a:cubicBezTo>
                    <a:pt x="476" y="690"/>
                    <a:pt x="476" y="690"/>
                    <a:pt x="476" y="690"/>
                  </a:cubicBezTo>
                  <a:cubicBezTo>
                    <a:pt x="476" y="701"/>
                    <a:pt x="476" y="701"/>
                    <a:pt x="476" y="701"/>
                  </a:cubicBezTo>
                  <a:cubicBezTo>
                    <a:pt x="469" y="704"/>
                    <a:pt x="463" y="705"/>
                    <a:pt x="455" y="705"/>
                  </a:cubicBezTo>
                  <a:cubicBezTo>
                    <a:pt x="447" y="705"/>
                    <a:pt x="439" y="703"/>
                    <a:pt x="432" y="700"/>
                  </a:cubicBezTo>
                  <a:lnTo>
                    <a:pt x="432" y="690"/>
                  </a:lnTo>
                  <a:close/>
                  <a:moveTo>
                    <a:pt x="456" y="529"/>
                  </a:moveTo>
                  <a:cubicBezTo>
                    <a:pt x="463" y="529"/>
                    <a:pt x="470" y="536"/>
                    <a:pt x="470" y="543"/>
                  </a:cubicBezTo>
                  <a:cubicBezTo>
                    <a:pt x="470" y="551"/>
                    <a:pt x="463" y="557"/>
                    <a:pt x="456" y="557"/>
                  </a:cubicBezTo>
                  <a:cubicBezTo>
                    <a:pt x="448" y="557"/>
                    <a:pt x="442" y="551"/>
                    <a:pt x="442" y="543"/>
                  </a:cubicBezTo>
                  <a:cubicBezTo>
                    <a:pt x="442" y="536"/>
                    <a:pt x="448" y="529"/>
                    <a:pt x="456" y="529"/>
                  </a:cubicBezTo>
                  <a:close/>
                  <a:moveTo>
                    <a:pt x="442" y="494"/>
                  </a:moveTo>
                  <a:cubicBezTo>
                    <a:pt x="442" y="487"/>
                    <a:pt x="448" y="480"/>
                    <a:pt x="456" y="480"/>
                  </a:cubicBezTo>
                  <a:cubicBezTo>
                    <a:pt x="463" y="480"/>
                    <a:pt x="470" y="487"/>
                    <a:pt x="470" y="494"/>
                  </a:cubicBezTo>
                  <a:cubicBezTo>
                    <a:pt x="470" y="502"/>
                    <a:pt x="463" y="508"/>
                    <a:pt x="456" y="508"/>
                  </a:cubicBezTo>
                  <a:cubicBezTo>
                    <a:pt x="448" y="508"/>
                    <a:pt x="442" y="502"/>
                    <a:pt x="442" y="494"/>
                  </a:cubicBezTo>
                  <a:close/>
                  <a:moveTo>
                    <a:pt x="420" y="636"/>
                  </a:moveTo>
                  <a:cubicBezTo>
                    <a:pt x="408" y="636"/>
                    <a:pt x="408" y="636"/>
                    <a:pt x="408" y="636"/>
                  </a:cubicBezTo>
                  <a:cubicBezTo>
                    <a:pt x="411" y="629"/>
                    <a:pt x="415" y="623"/>
                    <a:pt x="420" y="617"/>
                  </a:cubicBezTo>
                  <a:lnTo>
                    <a:pt x="420" y="636"/>
                  </a:lnTo>
                  <a:close/>
                  <a:moveTo>
                    <a:pt x="420" y="652"/>
                  </a:moveTo>
                  <a:cubicBezTo>
                    <a:pt x="420" y="691"/>
                    <a:pt x="420" y="691"/>
                    <a:pt x="420" y="691"/>
                  </a:cubicBezTo>
                  <a:cubicBezTo>
                    <a:pt x="411" y="682"/>
                    <a:pt x="404" y="669"/>
                    <a:pt x="404" y="654"/>
                  </a:cubicBezTo>
                  <a:cubicBezTo>
                    <a:pt x="404" y="654"/>
                    <a:pt x="404" y="653"/>
                    <a:pt x="405" y="652"/>
                  </a:cubicBezTo>
                  <a:lnTo>
                    <a:pt x="420" y="652"/>
                  </a:lnTo>
                  <a:close/>
                  <a:moveTo>
                    <a:pt x="420" y="716"/>
                  </a:moveTo>
                  <a:cubicBezTo>
                    <a:pt x="420" y="1041"/>
                    <a:pt x="420" y="1041"/>
                    <a:pt x="420" y="1041"/>
                  </a:cubicBezTo>
                  <a:cubicBezTo>
                    <a:pt x="355" y="1041"/>
                    <a:pt x="355" y="1041"/>
                    <a:pt x="355" y="1041"/>
                  </a:cubicBezTo>
                  <a:cubicBezTo>
                    <a:pt x="355" y="652"/>
                    <a:pt x="355" y="652"/>
                    <a:pt x="355" y="652"/>
                  </a:cubicBezTo>
                  <a:cubicBezTo>
                    <a:pt x="385" y="652"/>
                    <a:pt x="385" y="652"/>
                    <a:pt x="385" y="652"/>
                  </a:cubicBezTo>
                  <a:cubicBezTo>
                    <a:pt x="384" y="653"/>
                    <a:pt x="384" y="654"/>
                    <a:pt x="384" y="654"/>
                  </a:cubicBezTo>
                  <a:cubicBezTo>
                    <a:pt x="384" y="681"/>
                    <a:pt x="399" y="704"/>
                    <a:pt x="420" y="716"/>
                  </a:cubicBezTo>
                  <a:close/>
                  <a:moveTo>
                    <a:pt x="343" y="1041"/>
                  </a:moveTo>
                  <a:cubicBezTo>
                    <a:pt x="277" y="1041"/>
                    <a:pt x="277" y="1041"/>
                    <a:pt x="277" y="1041"/>
                  </a:cubicBezTo>
                  <a:cubicBezTo>
                    <a:pt x="277" y="652"/>
                    <a:pt x="277" y="652"/>
                    <a:pt x="277" y="652"/>
                  </a:cubicBezTo>
                  <a:cubicBezTo>
                    <a:pt x="343" y="652"/>
                    <a:pt x="343" y="652"/>
                    <a:pt x="343" y="652"/>
                  </a:cubicBezTo>
                  <a:lnTo>
                    <a:pt x="343" y="1041"/>
                  </a:lnTo>
                  <a:close/>
                  <a:moveTo>
                    <a:pt x="265" y="1041"/>
                  </a:moveTo>
                  <a:cubicBezTo>
                    <a:pt x="200" y="1041"/>
                    <a:pt x="200" y="1041"/>
                    <a:pt x="200" y="1041"/>
                  </a:cubicBezTo>
                  <a:cubicBezTo>
                    <a:pt x="200" y="652"/>
                    <a:pt x="200" y="652"/>
                    <a:pt x="200" y="652"/>
                  </a:cubicBezTo>
                  <a:cubicBezTo>
                    <a:pt x="265" y="652"/>
                    <a:pt x="265" y="652"/>
                    <a:pt x="265" y="652"/>
                  </a:cubicBezTo>
                  <a:lnTo>
                    <a:pt x="265" y="1041"/>
                  </a:lnTo>
                  <a:close/>
                  <a:moveTo>
                    <a:pt x="476" y="1041"/>
                  </a:moveTo>
                  <a:cubicBezTo>
                    <a:pt x="432" y="1041"/>
                    <a:pt x="432" y="1041"/>
                    <a:pt x="432" y="1041"/>
                  </a:cubicBezTo>
                  <a:cubicBezTo>
                    <a:pt x="432" y="722"/>
                    <a:pt x="432" y="722"/>
                    <a:pt x="432" y="722"/>
                  </a:cubicBezTo>
                  <a:cubicBezTo>
                    <a:pt x="440" y="724"/>
                    <a:pt x="447" y="725"/>
                    <a:pt x="455" y="725"/>
                  </a:cubicBezTo>
                  <a:cubicBezTo>
                    <a:pt x="462" y="725"/>
                    <a:pt x="469" y="724"/>
                    <a:pt x="476" y="722"/>
                  </a:cubicBezTo>
                  <a:lnTo>
                    <a:pt x="476" y="1041"/>
                  </a:lnTo>
                  <a:close/>
                  <a:moveTo>
                    <a:pt x="561" y="723"/>
                  </a:moveTo>
                  <a:cubicBezTo>
                    <a:pt x="567" y="724"/>
                    <a:pt x="574" y="725"/>
                    <a:pt x="580" y="725"/>
                  </a:cubicBezTo>
                  <a:cubicBezTo>
                    <a:pt x="589" y="725"/>
                    <a:pt x="597" y="724"/>
                    <a:pt x="604" y="721"/>
                  </a:cubicBezTo>
                  <a:cubicBezTo>
                    <a:pt x="604" y="1041"/>
                    <a:pt x="604" y="1041"/>
                    <a:pt x="604" y="1041"/>
                  </a:cubicBezTo>
                  <a:cubicBezTo>
                    <a:pt x="561" y="1041"/>
                    <a:pt x="561" y="1041"/>
                    <a:pt x="561" y="1041"/>
                  </a:cubicBezTo>
                  <a:lnTo>
                    <a:pt x="561" y="723"/>
                  </a:lnTo>
                  <a:close/>
                  <a:moveTo>
                    <a:pt x="759" y="1041"/>
                  </a:moveTo>
                  <a:cubicBezTo>
                    <a:pt x="694" y="1041"/>
                    <a:pt x="694" y="1041"/>
                    <a:pt x="694" y="1041"/>
                  </a:cubicBezTo>
                  <a:cubicBezTo>
                    <a:pt x="694" y="652"/>
                    <a:pt x="694" y="652"/>
                    <a:pt x="694" y="652"/>
                  </a:cubicBezTo>
                  <a:cubicBezTo>
                    <a:pt x="759" y="652"/>
                    <a:pt x="759" y="652"/>
                    <a:pt x="759" y="652"/>
                  </a:cubicBezTo>
                  <a:lnTo>
                    <a:pt x="759" y="1041"/>
                  </a:lnTo>
                  <a:close/>
                  <a:moveTo>
                    <a:pt x="771" y="652"/>
                  </a:moveTo>
                  <a:cubicBezTo>
                    <a:pt x="837" y="652"/>
                    <a:pt x="837" y="652"/>
                    <a:pt x="837" y="652"/>
                  </a:cubicBezTo>
                  <a:cubicBezTo>
                    <a:pt x="837" y="1041"/>
                    <a:pt x="837" y="1041"/>
                    <a:pt x="837" y="1041"/>
                  </a:cubicBezTo>
                  <a:cubicBezTo>
                    <a:pt x="771" y="1041"/>
                    <a:pt x="771" y="1041"/>
                    <a:pt x="771" y="1041"/>
                  </a:cubicBezTo>
                  <a:lnTo>
                    <a:pt x="771" y="652"/>
                  </a:lnTo>
                  <a:close/>
                  <a:moveTo>
                    <a:pt x="682" y="1041"/>
                  </a:moveTo>
                  <a:cubicBezTo>
                    <a:pt x="616" y="1041"/>
                    <a:pt x="616" y="1041"/>
                    <a:pt x="616" y="1041"/>
                  </a:cubicBezTo>
                  <a:cubicBezTo>
                    <a:pt x="616" y="716"/>
                    <a:pt x="616" y="716"/>
                    <a:pt x="616" y="716"/>
                  </a:cubicBezTo>
                  <a:cubicBezTo>
                    <a:pt x="637" y="703"/>
                    <a:pt x="651" y="680"/>
                    <a:pt x="651" y="654"/>
                  </a:cubicBezTo>
                  <a:cubicBezTo>
                    <a:pt x="651" y="654"/>
                    <a:pt x="651" y="653"/>
                    <a:pt x="651" y="652"/>
                  </a:cubicBezTo>
                  <a:cubicBezTo>
                    <a:pt x="682" y="652"/>
                    <a:pt x="682" y="652"/>
                    <a:pt x="682" y="652"/>
                  </a:cubicBezTo>
                  <a:lnTo>
                    <a:pt x="682" y="1041"/>
                  </a:lnTo>
                  <a:close/>
                  <a:moveTo>
                    <a:pt x="631" y="654"/>
                  </a:moveTo>
                  <a:cubicBezTo>
                    <a:pt x="631" y="669"/>
                    <a:pt x="626" y="681"/>
                    <a:pt x="616" y="691"/>
                  </a:cubicBezTo>
                  <a:cubicBezTo>
                    <a:pt x="616" y="652"/>
                    <a:pt x="616" y="652"/>
                    <a:pt x="616" y="652"/>
                  </a:cubicBezTo>
                  <a:cubicBezTo>
                    <a:pt x="631" y="652"/>
                    <a:pt x="631" y="652"/>
                    <a:pt x="631" y="652"/>
                  </a:cubicBezTo>
                  <a:cubicBezTo>
                    <a:pt x="631" y="653"/>
                    <a:pt x="631" y="654"/>
                    <a:pt x="631" y="654"/>
                  </a:cubicBezTo>
                  <a:close/>
                  <a:moveTo>
                    <a:pt x="616" y="636"/>
                  </a:moveTo>
                  <a:cubicBezTo>
                    <a:pt x="616" y="618"/>
                    <a:pt x="616" y="618"/>
                    <a:pt x="616" y="618"/>
                  </a:cubicBezTo>
                  <a:cubicBezTo>
                    <a:pt x="621" y="623"/>
                    <a:pt x="625" y="629"/>
                    <a:pt x="628" y="636"/>
                  </a:cubicBezTo>
                  <a:lnTo>
                    <a:pt x="616" y="636"/>
                  </a:lnTo>
                  <a:close/>
                  <a:moveTo>
                    <a:pt x="583" y="529"/>
                  </a:moveTo>
                  <a:cubicBezTo>
                    <a:pt x="591" y="529"/>
                    <a:pt x="597" y="536"/>
                    <a:pt x="597" y="543"/>
                  </a:cubicBezTo>
                  <a:cubicBezTo>
                    <a:pt x="597" y="551"/>
                    <a:pt x="591" y="557"/>
                    <a:pt x="583" y="557"/>
                  </a:cubicBezTo>
                  <a:cubicBezTo>
                    <a:pt x="575" y="557"/>
                    <a:pt x="569" y="551"/>
                    <a:pt x="569" y="543"/>
                  </a:cubicBezTo>
                  <a:cubicBezTo>
                    <a:pt x="569" y="536"/>
                    <a:pt x="575" y="529"/>
                    <a:pt x="583" y="529"/>
                  </a:cubicBezTo>
                  <a:close/>
                  <a:moveTo>
                    <a:pt x="569" y="494"/>
                  </a:moveTo>
                  <a:cubicBezTo>
                    <a:pt x="569" y="487"/>
                    <a:pt x="575" y="480"/>
                    <a:pt x="583" y="480"/>
                  </a:cubicBezTo>
                  <a:cubicBezTo>
                    <a:pt x="591" y="480"/>
                    <a:pt x="597" y="487"/>
                    <a:pt x="597" y="494"/>
                  </a:cubicBezTo>
                  <a:cubicBezTo>
                    <a:pt x="597" y="502"/>
                    <a:pt x="591" y="508"/>
                    <a:pt x="583" y="508"/>
                  </a:cubicBezTo>
                  <a:cubicBezTo>
                    <a:pt x="575" y="508"/>
                    <a:pt x="569" y="502"/>
                    <a:pt x="569" y="494"/>
                  </a:cubicBezTo>
                  <a:close/>
                  <a:moveTo>
                    <a:pt x="561" y="690"/>
                  </a:moveTo>
                  <a:cubicBezTo>
                    <a:pt x="604" y="690"/>
                    <a:pt x="604" y="690"/>
                    <a:pt x="604" y="690"/>
                  </a:cubicBezTo>
                  <a:cubicBezTo>
                    <a:pt x="604" y="699"/>
                    <a:pt x="604" y="699"/>
                    <a:pt x="604" y="699"/>
                  </a:cubicBezTo>
                  <a:cubicBezTo>
                    <a:pt x="597" y="703"/>
                    <a:pt x="589" y="705"/>
                    <a:pt x="580" y="705"/>
                  </a:cubicBezTo>
                  <a:cubicBezTo>
                    <a:pt x="574" y="705"/>
                    <a:pt x="567" y="704"/>
                    <a:pt x="561" y="702"/>
                  </a:cubicBezTo>
                  <a:lnTo>
                    <a:pt x="561" y="690"/>
                  </a:lnTo>
                  <a:close/>
                  <a:moveTo>
                    <a:pt x="849" y="1041"/>
                  </a:moveTo>
                  <a:cubicBezTo>
                    <a:pt x="849" y="652"/>
                    <a:pt x="849" y="652"/>
                    <a:pt x="849" y="652"/>
                  </a:cubicBezTo>
                  <a:cubicBezTo>
                    <a:pt x="885" y="652"/>
                    <a:pt x="885" y="652"/>
                    <a:pt x="885" y="652"/>
                  </a:cubicBezTo>
                  <a:cubicBezTo>
                    <a:pt x="885" y="1041"/>
                    <a:pt x="885" y="1041"/>
                    <a:pt x="885" y="1041"/>
                  </a:cubicBezTo>
                  <a:lnTo>
                    <a:pt x="849" y="1041"/>
                  </a:lnTo>
                  <a:close/>
                  <a:moveTo>
                    <a:pt x="885" y="247"/>
                  </a:moveTo>
                  <a:cubicBezTo>
                    <a:pt x="885" y="636"/>
                    <a:pt x="885" y="636"/>
                    <a:pt x="885" y="636"/>
                  </a:cubicBezTo>
                  <a:cubicBezTo>
                    <a:pt x="849" y="636"/>
                    <a:pt x="849" y="636"/>
                    <a:pt x="849" y="636"/>
                  </a:cubicBezTo>
                  <a:cubicBezTo>
                    <a:pt x="849" y="247"/>
                    <a:pt x="849" y="247"/>
                    <a:pt x="849" y="247"/>
                  </a:cubicBezTo>
                  <a:lnTo>
                    <a:pt x="885" y="247"/>
                  </a:lnTo>
                  <a:close/>
                  <a:moveTo>
                    <a:pt x="837" y="247"/>
                  </a:moveTo>
                  <a:cubicBezTo>
                    <a:pt x="837" y="636"/>
                    <a:pt x="837" y="636"/>
                    <a:pt x="837" y="636"/>
                  </a:cubicBezTo>
                  <a:cubicBezTo>
                    <a:pt x="771" y="636"/>
                    <a:pt x="771" y="636"/>
                    <a:pt x="771" y="636"/>
                  </a:cubicBezTo>
                  <a:cubicBezTo>
                    <a:pt x="771" y="247"/>
                    <a:pt x="771" y="247"/>
                    <a:pt x="771" y="247"/>
                  </a:cubicBezTo>
                  <a:lnTo>
                    <a:pt x="837" y="247"/>
                  </a:lnTo>
                  <a:close/>
                  <a:moveTo>
                    <a:pt x="759" y="247"/>
                  </a:moveTo>
                  <a:cubicBezTo>
                    <a:pt x="759" y="636"/>
                    <a:pt x="759" y="636"/>
                    <a:pt x="759" y="636"/>
                  </a:cubicBezTo>
                  <a:cubicBezTo>
                    <a:pt x="694" y="636"/>
                    <a:pt x="694" y="636"/>
                    <a:pt x="694" y="636"/>
                  </a:cubicBezTo>
                  <a:cubicBezTo>
                    <a:pt x="694" y="247"/>
                    <a:pt x="694" y="247"/>
                    <a:pt x="694" y="247"/>
                  </a:cubicBezTo>
                  <a:lnTo>
                    <a:pt x="759" y="247"/>
                  </a:lnTo>
                  <a:close/>
                  <a:moveTo>
                    <a:pt x="682" y="247"/>
                  </a:moveTo>
                  <a:cubicBezTo>
                    <a:pt x="682" y="636"/>
                    <a:pt x="682" y="636"/>
                    <a:pt x="682" y="636"/>
                  </a:cubicBezTo>
                  <a:cubicBezTo>
                    <a:pt x="649" y="636"/>
                    <a:pt x="649" y="636"/>
                    <a:pt x="649" y="636"/>
                  </a:cubicBezTo>
                  <a:cubicBezTo>
                    <a:pt x="644" y="618"/>
                    <a:pt x="632" y="603"/>
                    <a:pt x="616" y="593"/>
                  </a:cubicBezTo>
                  <a:cubicBezTo>
                    <a:pt x="616" y="247"/>
                    <a:pt x="616" y="247"/>
                    <a:pt x="616" y="247"/>
                  </a:cubicBezTo>
                  <a:lnTo>
                    <a:pt x="682" y="247"/>
                  </a:lnTo>
                  <a:close/>
                  <a:moveTo>
                    <a:pt x="604" y="247"/>
                  </a:moveTo>
                  <a:cubicBezTo>
                    <a:pt x="604" y="450"/>
                    <a:pt x="604" y="450"/>
                    <a:pt x="604" y="450"/>
                  </a:cubicBezTo>
                  <a:cubicBezTo>
                    <a:pt x="561" y="450"/>
                    <a:pt x="561" y="450"/>
                    <a:pt x="561" y="450"/>
                  </a:cubicBezTo>
                  <a:cubicBezTo>
                    <a:pt x="561" y="247"/>
                    <a:pt x="561" y="247"/>
                    <a:pt x="561" y="247"/>
                  </a:cubicBezTo>
                  <a:lnTo>
                    <a:pt x="604" y="247"/>
                  </a:lnTo>
                  <a:close/>
                  <a:moveTo>
                    <a:pt x="545" y="618"/>
                  </a:moveTo>
                  <a:cubicBezTo>
                    <a:pt x="545" y="691"/>
                    <a:pt x="545" y="691"/>
                    <a:pt x="545" y="691"/>
                  </a:cubicBezTo>
                  <a:cubicBezTo>
                    <a:pt x="535" y="682"/>
                    <a:pt x="529" y="669"/>
                    <a:pt x="529" y="654"/>
                  </a:cubicBezTo>
                  <a:cubicBezTo>
                    <a:pt x="529" y="640"/>
                    <a:pt x="535" y="627"/>
                    <a:pt x="545" y="618"/>
                  </a:cubicBezTo>
                  <a:close/>
                  <a:moveTo>
                    <a:pt x="506" y="654"/>
                  </a:moveTo>
                  <a:cubicBezTo>
                    <a:pt x="506" y="668"/>
                    <a:pt x="501" y="681"/>
                    <a:pt x="492" y="690"/>
                  </a:cubicBezTo>
                  <a:cubicBezTo>
                    <a:pt x="492" y="619"/>
                    <a:pt x="492" y="619"/>
                    <a:pt x="492" y="619"/>
                  </a:cubicBezTo>
                  <a:cubicBezTo>
                    <a:pt x="501" y="628"/>
                    <a:pt x="506" y="640"/>
                    <a:pt x="506" y="654"/>
                  </a:cubicBezTo>
                  <a:close/>
                  <a:moveTo>
                    <a:pt x="476" y="247"/>
                  </a:moveTo>
                  <a:cubicBezTo>
                    <a:pt x="476" y="450"/>
                    <a:pt x="476" y="450"/>
                    <a:pt x="476" y="450"/>
                  </a:cubicBezTo>
                  <a:cubicBezTo>
                    <a:pt x="432" y="450"/>
                    <a:pt x="432" y="450"/>
                    <a:pt x="432" y="450"/>
                  </a:cubicBezTo>
                  <a:cubicBezTo>
                    <a:pt x="432" y="247"/>
                    <a:pt x="432" y="247"/>
                    <a:pt x="432" y="247"/>
                  </a:cubicBezTo>
                  <a:lnTo>
                    <a:pt x="476" y="247"/>
                  </a:lnTo>
                  <a:close/>
                  <a:moveTo>
                    <a:pt x="420" y="247"/>
                  </a:moveTo>
                  <a:cubicBezTo>
                    <a:pt x="420" y="593"/>
                    <a:pt x="420" y="593"/>
                    <a:pt x="420" y="593"/>
                  </a:cubicBezTo>
                  <a:cubicBezTo>
                    <a:pt x="404" y="602"/>
                    <a:pt x="392" y="617"/>
                    <a:pt x="387" y="636"/>
                  </a:cubicBezTo>
                  <a:cubicBezTo>
                    <a:pt x="355" y="636"/>
                    <a:pt x="355" y="636"/>
                    <a:pt x="355" y="636"/>
                  </a:cubicBezTo>
                  <a:cubicBezTo>
                    <a:pt x="355" y="247"/>
                    <a:pt x="355" y="247"/>
                    <a:pt x="355" y="247"/>
                  </a:cubicBezTo>
                  <a:lnTo>
                    <a:pt x="420" y="247"/>
                  </a:lnTo>
                  <a:close/>
                  <a:moveTo>
                    <a:pt x="343" y="247"/>
                  </a:moveTo>
                  <a:cubicBezTo>
                    <a:pt x="343" y="636"/>
                    <a:pt x="343" y="636"/>
                    <a:pt x="343" y="636"/>
                  </a:cubicBezTo>
                  <a:cubicBezTo>
                    <a:pt x="277" y="636"/>
                    <a:pt x="277" y="636"/>
                    <a:pt x="277" y="636"/>
                  </a:cubicBezTo>
                  <a:cubicBezTo>
                    <a:pt x="277" y="247"/>
                    <a:pt x="277" y="247"/>
                    <a:pt x="277" y="247"/>
                  </a:cubicBezTo>
                  <a:lnTo>
                    <a:pt x="343" y="247"/>
                  </a:lnTo>
                  <a:close/>
                  <a:moveTo>
                    <a:pt x="265" y="247"/>
                  </a:moveTo>
                  <a:cubicBezTo>
                    <a:pt x="265" y="636"/>
                    <a:pt x="265" y="636"/>
                    <a:pt x="265" y="636"/>
                  </a:cubicBezTo>
                  <a:cubicBezTo>
                    <a:pt x="200" y="636"/>
                    <a:pt x="200" y="636"/>
                    <a:pt x="200" y="636"/>
                  </a:cubicBezTo>
                  <a:cubicBezTo>
                    <a:pt x="200" y="247"/>
                    <a:pt x="200" y="247"/>
                    <a:pt x="200" y="247"/>
                  </a:cubicBezTo>
                  <a:lnTo>
                    <a:pt x="265" y="247"/>
                  </a:lnTo>
                  <a:close/>
                  <a:moveTo>
                    <a:pt x="188" y="247"/>
                  </a:moveTo>
                  <a:cubicBezTo>
                    <a:pt x="188" y="636"/>
                    <a:pt x="188" y="636"/>
                    <a:pt x="188" y="636"/>
                  </a:cubicBezTo>
                  <a:cubicBezTo>
                    <a:pt x="151" y="636"/>
                    <a:pt x="151" y="636"/>
                    <a:pt x="151" y="636"/>
                  </a:cubicBezTo>
                  <a:cubicBezTo>
                    <a:pt x="151" y="247"/>
                    <a:pt x="151" y="247"/>
                    <a:pt x="151" y="247"/>
                  </a:cubicBezTo>
                  <a:lnTo>
                    <a:pt x="188" y="2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Rectangle 39"/>
            <p:cNvSpPr>
              <a:spLocks noChangeArrowheads="1"/>
            </p:cNvSpPr>
            <p:nvPr/>
          </p:nvSpPr>
          <p:spPr bwMode="auto">
            <a:xfrm>
              <a:off x="10304463" y="2468563"/>
              <a:ext cx="1389063" cy="333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40"/>
            <p:cNvSpPr>
              <a:spLocks noEditPoints="1"/>
            </p:cNvSpPr>
            <p:nvPr/>
          </p:nvSpPr>
          <p:spPr bwMode="auto">
            <a:xfrm>
              <a:off x="9839326" y="1346200"/>
              <a:ext cx="285750" cy="284163"/>
            </a:xfrm>
            <a:custGeom>
              <a:avLst/>
              <a:gdLst>
                <a:gd name="T0" fmla="*/ 102 w 204"/>
                <a:gd name="T1" fmla="*/ 203 h 203"/>
                <a:gd name="T2" fmla="*/ 192 w 204"/>
                <a:gd name="T3" fmla="*/ 113 h 203"/>
                <a:gd name="T4" fmla="*/ 183 w 204"/>
                <a:gd name="T5" fmla="*/ 74 h 203"/>
                <a:gd name="T6" fmla="*/ 204 w 204"/>
                <a:gd name="T7" fmla="*/ 0 h 203"/>
                <a:gd name="T8" fmla="*/ 160 w 204"/>
                <a:gd name="T9" fmla="*/ 44 h 203"/>
                <a:gd name="T10" fmla="*/ 102 w 204"/>
                <a:gd name="T11" fmla="*/ 23 h 203"/>
                <a:gd name="T12" fmla="*/ 45 w 204"/>
                <a:gd name="T13" fmla="*/ 44 h 203"/>
                <a:gd name="T14" fmla="*/ 0 w 204"/>
                <a:gd name="T15" fmla="*/ 0 h 203"/>
                <a:gd name="T16" fmla="*/ 21 w 204"/>
                <a:gd name="T17" fmla="*/ 74 h 203"/>
                <a:gd name="T18" fmla="*/ 12 w 204"/>
                <a:gd name="T19" fmla="*/ 113 h 203"/>
                <a:gd name="T20" fmla="*/ 102 w 204"/>
                <a:gd name="T21" fmla="*/ 203 h 203"/>
                <a:gd name="T22" fmla="*/ 39 w 204"/>
                <a:gd name="T23" fmla="*/ 133 h 203"/>
                <a:gd name="T24" fmla="*/ 66 w 204"/>
                <a:gd name="T25" fmla="*/ 149 h 203"/>
                <a:gd name="T26" fmla="*/ 102 w 204"/>
                <a:gd name="T27" fmla="*/ 158 h 203"/>
                <a:gd name="T28" fmla="*/ 138 w 204"/>
                <a:gd name="T29" fmla="*/ 149 h 203"/>
                <a:gd name="T30" fmla="*/ 166 w 204"/>
                <a:gd name="T31" fmla="*/ 133 h 203"/>
                <a:gd name="T32" fmla="*/ 141 w 204"/>
                <a:gd name="T33" fmla="*/ 166 h 203"/>
                <a:gd name="T34" fmla="*/ 102 w 204"/>
                <a:gd name="T35" fmla="*/ 183 h 203"/>
                <a:gd name="T36" fmla="*/ 64 w 204"/>
                <a:gd name="T37" fmla="*/ 166 h 203"/>
                <a:gd name="T38" fmla="*/ 39 w 204"/>
                <a:gd name="T39" fmla="*/ 13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4" h="203">
                  <a:moveTo>
                    <a:pt x="102" y="203"/>
                  </a:moveTo>
                  <a:cubicBezTo>
                    <a:pt x="152" y="203"/>
                    <a:pt x="192" y="163"/>
                    <a:pt x="192" y="113"/>
                  </a:cubicBezTo>
                  <a:cubicBezTo>
                    <a:pt x="192" y="99"/>
                    <a:pt x="189" y="86"/>
                    <a:pt x="183" y="74"/>
                  </a:cubicBezTo>
                  <a:cubicBezTo>
                    <a:pt x="204" y="41"/>
                    <a:pt x="204" y="0"/>
                    <a:pt x="204" y="0"/>
                  </a:cubicBezTo>
                  <a:cubicBezTo>
                    <a:pt x="204" y="0"/>
                    <a:pt x="185" y="27"/>
                    <a:pt x="160" y="44"/>
                  </a:cubicBezTo>
                  <a:cubicBezTo>
                    <a:pt x="144" y="31"/>
                    <a:pt x="124" y="23"/>
                    <a:pt x="102" y="23"/>
                  </a:cubicBezTo>
                  <a:cubicBezTo>
                    <a:pt x="80" y="23"/>
                    <a:pt x="60" y="31"/>
                    <a:pt x="45" y="44"/>
                  </a:cubicBezTo>
                  <a:cubicBezTo>
                    <a:pt x="19" y="27"/>
                    <a:pt x="0" y="0"/>
                    <a:pt x="0" y="0"/>
                  </a:cubicBezTo>
                  <a:cubicBezTo>
                    <a:pt x="0" y="0"/>
                    <a:pt x="1" y="41"/>
                    <a:pt x="21" y="74"/>
                  </a:cubicBezTo>
                  <a:cubicBezTo>
                    <a:pt x="16" y="86"/>
                    <a:pt x="12" y="99"/>
                    <a:pt x="12" y="113"/>
                  </a:cubicBezTo>
                  <a:cubicBezTo>
                    <a:pt x="12" y="163"/>
                    <a:pt x="53" y="203"/>
                    <a:pt x="102" y="203"/>
                  </a:cubicBezTo>
                  <a:close/>
                  <a:moveTo>
                    <a:pt x="39" y="133"/>
                  </a:moveTo>
                  <a:cubicBezTo>
                    <a:pt x="66" y="149"/>
                    <a:pt x="66" y="149"/>
                    <a:pt x="66" y="149"/>
                  </a:cubicBezTo>
                  <a:cubicBezTo>
                    <a:pt x="102" y="158"/>
                    <a:pt x="102" y="158"/>
                    <a:pt x="102" y="158"/>
                  </a:cubicBezTo>
                  <a:cubicBezTo>
                    <a:pt x="138" y="149"/>
                    <a:pt x="138" y="149"/>
                    <a:pt x="138" y="149"/>
                  </a:cubicBezTo>
                  <a:cubicBezTo>
                    <a:pt x="166" y="133"/>
                    <a:pt x="166" y="133"/>
                    <a:pt x="166" y="133"/>
                  </a:cubicBezTo>
                  <a:cubicBezTo>
                    <a:pt x="141" y="166"/>
                    <a:pt x="141" y="166"/>
                    <a:pt x="141" y="166"/>
                  </a:cubicBezTo>
                  <a:cubicBezTo>
                    <a:pt x="102" y="183"/>
                    <a:pt x="102" y="183"/>
                    <a:pt x="102" y="183"/>
                  </a:cubicBezTo>
                  <a:cubicBezTo>
                    <a:pt x="64" y="166"/>
                    <a:pt x="64" y="166"/>
                    <a:pt x="64" y="166"/>
                  </a:cubicBezTo>
                  <a:lnTo>
                    <a:pt x="39"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41"/>
            <p:cNvSpPr>
              <a:spLocks/>
            </p:cNvSpPr>
            <p:nvPr/>
          </p:nvSpPr>
          <p:spPr bwMode="auto">
            <a:xfrm>
              <a:off x="9785351" y="1922463"/>
              <a:ext cx="395288" cy="80963"/>
            </a:xfrm>
            <a:custGeom>
              <a:avLst/>
              <a:gdLst>
                <a:gd name="T0" fmla="*/ 282 w 282"/>
                <a:gd name="T1" fmla="*/ 58 h 58"/>
                <a:gd name="T2" fmla="*/ 278 w 282"/>
                <a:gd name="T3" fmla="*/ 20 h 58"/>
                <a:gd name="T4" fmla="*/ 231 w 282"/>
                <a:gd name="T5" fmla="*/ 37 h 58"/>
                <a:gd name="T6" fmla="*/ 250 w 282"/>
                <a:gd name="T7" fmla="*/ 37 h 58"/>
                <a:gd name="T8" fmla="*/ 250 w 282"/>
                <a:gd name="T9" fmla="*/ 49 h 58"/>
                <a:gd name="T10" fmla="*/ 16 w 282"/>
                <a:gd name="T11" fmla="*/ 49 h 58"/>
                <a:gd name="T12" fmla="*/ 16 w 282"/>
                <a:gd name="T13" fmla="*/ 37 h 58"/>
                <a:gd name="T14" fmla="*/ 145 w 282"/>
                <a:gd name="T15" fmla="*/ 37 h 58"/>
                <a:gd name="T16" fmla="*/ 128 w 282"/>
                <a:gd name="T17" fmla="*/ 7 h 58"/>
                <a:gd name="T18" fmla="*/ 103 w 282"/>
                <a:gd name="T19" fmla="*/ 15 h 58"/>
                <a:gd name="T20" fmla="*/ 97 w 282"/>
                <a:gd name="T21" fmla="*/ 14 h 58"/>
                <a:gd name="T22" fmla="*/ 7 w 282"/>
                <a:gd name="T23" fmla="*/ 0 h 58"/>
                <a:gd name="T24" fmla="*/ 0 w 282"/>
                <a:gd name="T25" fmla="*/ 58 h 58"/>
                <a:gd name="T26" fmla="*/ 282 w 282"/>
                <a:gd name="T27" fmla="*/ 5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2" h="58">
                  <a:moveTo>
                    <a:pt x="282" y="58"/>
                  </a:moveTo>
                  <a:cubicBezTo>
                    <a:pt x="281" y="44"/>
                    <a:pt x="280" y="32"/>
                    <a:pt x="278" y="20"/>
                  </a:cubicBezTo>
                  <a:cubicBezTo>
                    <a:pt x="231" y="37"/>
                    <a:pt x="231" y="37"/>
                    <a:pt x="231" y="37"/>
                  </a:cubicBezTo>
                  <a:cubicBezTo>
                    <a:pt x="250" y="37"/>
                    <a:pt x="250" y="37"/>
                    <a:pt x="250" y="37"/>
                  </a:cubicBezTo>
                  <a:cubicBezTo>
                    <a:pt x="250" y="49"/>
                    <a:pt x="250" y="49"/>
                    <a:pt x="250" y="49"/>
                  </a:cubicBezTo>
                  <a:cubicBezTo>
                    <a:pt x="16" y="49"/>
                    <a:pt x="16" y="49"/>
                    <a:pt x="16" y="49"/>
                  </a:cubicBezTo>
                  <a:cubicBezTo>
                    <a:pt x="16" y="37"/>
                    <a:pt x="16" y="37"/>
                    <a:pt x="16" y="37"/>
                  </a:cubicBezTo>
                  <a:cubicBezTo>
                    <a:pt x="145" y="37"/>
                    <a:pt x="145" y="37"/>
                    <a:pt x="145" y="37"/>
                  </a:cubicBezTo>
                  <a:cubicBezTo>
                    <a:pt x="128" y="7"/>
                    <a:pt x="128" y="7"/>
                    <a:pt x="128" y="7"/>
                  </a:cubicBezTo>
                  <a:cubicBezTo>
                    <a:pt x="121" y="12"/>
                    <a:pt x="112" y="15"/>
                    <a:pt x="103" y="15"/>
                  </a:cubicBezTo>
                  <a:cubicBezTo>
                    <a:pt x="101" y="15"/>
                    <a:pt x="99" y="15"/>
                    <a:pt x="97" y="14"/>
                  </a:cubicBezTo>
                  <a:cubicBezTo>
                    <a:pt x="7" y="0"/>
                    <a:pt x="7" y="0"/>
                    <a:pt x="7" y="0"/>
                  </a:cubicBezTo>
                  <a:cubicBezTo>
                    <a:pt x="5" y="18"/>
                    <a:pt x="3" y="37"/>
                    <a:pt x="0" y="58"/>
                  </a:cubicBezTo>
                  <a:lnTo>
                    <a:pt x="282"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42"/>
            <p:cNvSpPr>
              <a:spLocks/>
            </p:cNvSpPr>
            <p:nvPr/>
          </p:nvSpPr>
          <p:spPr bwMode="auto">
            <a:xfrm>
              <a:off x="9652001" y="1555750"/>
              <a:ext cx="639763" cy="417513"/>
            </a:xfrm>
            <a:custGeom>
              <a:avLst/>
              <a:gdLst>
                <a:gd name="T0" fmla="*/ 198 w 457"/>
                <a:gd name="T1" fmla="*/ 266 h 298"/>
                <a:gd name="T2" fmla="*/ 203 w 457"/>
                <a:gd name="T3" fmla="*/ 203 h 298"/>
                <a:gd name="T4" fmla="*/ 73 w 457"/>
                <a:gd name="T5" fmla="*/ 182 h 298"/>
                <a:gd name="T6" fmla="*/ 125 w 457"/>
                <a:gd name="T7" fmla="*/ 124 h 298"/>
                <a:gd name="T8" fmla="*/ 176 w 457"/>
                <a:gd name="T9" fmla="*/ 189 h 298"/>
                <a:gd name="T10" fmla="*/ 148 w 457"/>
                <a:gd name="T11" fmla="*/ 114 h 298"/>
                <a:gd name="T12" fmla="*/ 205 w 457"/>
                <a:gd name="T13" fmla="*/ 194 h 298"/>
                <a:gd name="T14" fmla="*/ 232 w 457"/>
                <a:gd name="T15" fmla="*/ 258 h 298"/>
                <a:gd name="T16" fmla="*/ 254 w 457"/>
                <a:gd name="T17" fmla="*/ 298 h 298"/>
                <a:gd name="T18" fmla="*/ 253 w 457"/>
                <a:gd name="T19" fmla="*/ 282 h 298"/>
                <a:gd name="T20" fmla="*/ 277 w 457"/>
                <a:gd name="T21" fmla="*/ 229 h 298"/>
                <a:gd name="T22" fmla="*/ 350 w 457"/>
                <a:gd name="T23" fmla="*/ 131 h 298"/>
                <a:gd name="T24" fmla="*/ 280 w 457"/>
                <a:gd name="T25" fmla="*/ 237 h 298"/>
                <a:gd name="T26" fmla="*/ 283 w 457"/>
                <a:gd name="T27" fmla="*/ 298 h 298"/>
                <a:gd name="T28" fmla="*/ 303 w 457"/>
                <a:gd name="T29" fmla="*/ 297 h 298"/>
                <a:gd name="T30" fmla="*/ 436 w 457"/>
                <a:gd name="T31" fmla="*/ 247 h 298"/>
                <a:gd name="T32" fmla="*/ 439 w 457"/>
                <a:gd name="T33" fmla="*/ 246 h 298"/>
                <a:gd name="T34" fmla="*/ 442 w 457"/>
                <a:gd name="T35" fmla="*/ 244 h 298"/>
                <a:gd name="T36" fmla="*/ 445 w 457"/>
                <a:gd name="T37" fmla="*/ 242 h 298"/>
                <a:gd name="T38" fmla="*/ 447 w 457"/>
                <a:gd name="T39" fmla="*/ 240 h 298"/>
                <a:gd name="T40" fmla="*/ 449 w 457"/>
                <a:gd name="T41" fmla="*/ 238 h 298"/>
                <a:gd name="T42" fmla="*/ 451 w 457"/>
                <a:gd name="T43" fmla="*/ 235 h 298"/>
                <a:gd name="T44" fmla="*/ 453 w 457"/>
                <a:gd name="T45" fmla="*/ 233 h 298"/>
                <a:gd name="T46" fmla="*/ 454 w 457"/>
                <a:gd name="T47" fmla="*/ 230 h 298"/>
                <a:gd name="T48" fmla="*/ 455 w 457"/>
                <a:gd name="T49" fmla="*/ 227 h 298"/>
                <a:gd name="T50" fmla="*/ 456 w 457"/>
                <a:gd name="T51" fmla="*/ 224 h 298"/>
                <a:gd name="T52" fmla="*/ 457 w 457"/>
                <a:gd name="T53" fmla="*/ 221 h 298"/>
                <a:gd name="T54" fmla="*/ 457 w 457"/>
                <a:gd name="T55" fmla="*/ 218 h 298"/>
                <a:gd name="T56" fmla="*/ 348 w 457"/>
                <a:gd name="T57" fmla="*/ 57 h 298"/>
                <a:gd name="T58" fmla="*/ 327 w 457"/>
                <a:gd name="T59" fmla="*/ 2 h 298"/>
                <a:gd name="T60" fmla="*/ 145 w 457"/>
                <a:gd name="T61" fmla="*/ 2 h 298"/>
                <a:gd name="T62" fmla="*/ 122 w 457"/>
                <a:gd name="T63" fmla="*/ 56 h 298"/>
                <a:gd name="T64" fmla="*/ 1 w 457"/>
                <a:gd name="T65" fmla="*/ 203 h 298"/>
                <a:gd name="T66" fmla="*/ 1 w 457"/>
                <a:gd name="T67" fmla="*/ 204 h 298"/>
                <a:gd name="T68" fmla="*/ 0 w 457"/>
                <a:gd name="T69" fmla="*/ 206 h 298"/>
                <a:gd name="T70" fmla="*/ 0 w 457"/>
                <a:gd name="T71" fmla="*/ 210 h 298"/>
                <a:gd name="T72" fmla="*/ 1 w 457"/>
                <a:gd name="T73" fmla="*/ 213 h 298"/>
                <a:gd name="T74" fmla="*/ 1 w 457"/>
                <a:gd name="T75" fmla="*/ 216 h 298"/>
                <a:gd name="T76" fmla="*/ 2 w 457"/>
                <a:gd name="T77" fmla="*/ 219 h 298"/>
                <a:gd name="T78" fmla="*/ 3 w 457"/>
                <a:gd name="T79" fmla="*/ 222 h 298"/>
                <a:gd name="T80" fmla="*/ 5 w 457"/>
                <a:gd name="T81" fmla="*/ 224 h 298"/>
                <a:gd name="T82" fmla="*/ 6 w 457"/>
                <a:gd name="T83" fmla="*/ 227 h 298"/>
                <a:gd name="T84" fmla="*/ 8 w 457"/>
                <a:gd name="T85" fmla="*/ 229 h 298"/>
                <a:gd name="T86" fmla="*/ 10 w 457"/>
                <a:gd name="T87" fmla="*/ 232 h 298"/>
                <a:gd name="T88" fmla="*/ 13 w 457"/>
                <a:gd name="T89" fmla="*/ 234 h 298"/>
                <a:gd name="T90" fmla="*/ 15 w 457"/>
                <a:gd name="T91" fmla="*/ 235 h 298"/>
                <a:gd name="T92" fmla="*/ 18 w 457"/>
                <a:gd name="T93" fmla="*/ 237 h 298"/>
                <a:gd name="T94" fmla="*/ 21 w 457"/>
                <a:gd name="T95" fmla="*/ 238 h 298"/>
                <a:gd name="T96" fmla="*/ 24 w 457"/>
                <a:gd name="T97" fmla="*/ 239 h 298"/>
                <a:gd name="T98" fmla="*/ 26 w 457"/>
                <a:gd name="T99" fmla="*/ 240 h 298"/>
                <a:gd name="T100" fmla="*/ 27 w 457"/>
                <a:gd name="T101" fmla="*/ 240 h 298"/>
                <a:gd name="T102" fmla="*/ 193 w 457"/>
                <a:gd name="T103" fmla="*/ 266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57" h="298">
                  <a:moveTo>
                    <a:pt x="193" y="266"/>
                  </a:moveTo>
                  <a:cubicBezTo>
                    <a:pt x="195" y="266"/>
                    <a:pt x="197" y="266"/>
                    <a:pt x="198" y="266"/>
                  </a:cubicBezTo>
                  <a:cubicBezTo>
                    <a:pt x="214" y="266"/>
                    <a:pt x="227" y="255"/>
                    <a:pt x="230" y="239"/>
                  </a:cubicBezTo>
                  <a:cubicBezTo>
                    <a:pt x="233" y="222"/>
                    <a:pt x="221" y="206"/>
                    <a:pt x="203" y="203"/>
                  </a:cubicBezTo>
                  <a:cubicBezTo>
                    <a:pt x="81" y="184"/>
                    <a:pt x="81" y="184"/>
                    <a:pt x="81" y="184"/>
                  </a:cubicBezTo>
                  <a:cubicBezTo>
                    <a:pt x="73" y="182"/>
                    <a:pt x="73" y="182"/>
                    <a:pt x="73" y="182"/>
                  </a:cubicBezTo>
                  <a:cubicBezTo>
                    <a:pt x="83" y="159"/>
                    <a:pt x="96" y="143"/>
                    <a:pt x="110" y="133"/>
                  </a:cubicBezTo>
                  <a:cubicBezTo>
                    <a:pt x="115" y="129"/>
                    <a:pt x="120" y="126"/>
                    <a:pt x="125" y="124"/>
                  </a:cubicBezTo>
                  <a:cubicBezTo>
                    <a:pt x="122" y="135"/>
                    <a:pt x="118" y="153"/>
                    <a:pt x="114" y="180"/>
                  </a:cubicBezTo>
                  <a:cubicBezTo>
                    <a:pt x="176" y="189"/>
                    <a:pt x="176" y="189"/>
                    <a:pt x="176" y="189"/>
                  </a:cubicBezTo>
                  <a:cubicBezTo>
                    <a:pt x="136" y="121"/>
                    <a:pt x="136" y="121"/>
                    <a:pt x="136" y="121"/>
                  </a:cubicBezTo>
                  <a:cubicBezTo>
                    <a:pt x="148" y="114"/>
                    <a:pt x="148" y="114"/>
                    <a:pt x="148" y="114"/>
                  </a:cubicBezTo>
                  <a:cubicBezTo>
                    <a:pt x="194" y="192"/>
                    <a:pt x="194" y="192"/>
                    <a:pt x="194" y="192"/>
                  </a:cubicBezTo>
                  <a:cubicBezTo>
                    <a:pt x="205" y="194"/>
                    <a:pt x="205" y="194"/>
                    <a:pt x="205" y="194"/>
                  </a:cubicBezTo>
                  <a:cubicBezTo>
                    <a:pt x="227" y="197"/>
                    <a:pt x="243" y="218"/>
                    <a:pt x="239" y="241"/>
                  </a:cubicBezTo>
                  <a:cubicBezTo>
                    <a:pt x="238" y="247"/>
                    <a:pt x="236" y="253"/>
                    <a:pt x="232" y="258"/>
                  </a:cubicBezTo>
                  <a:cubicBezTo>
                    <a:pt x="255" y="297"/>
                    <a:pt x="255" y="297"/>
                    <a:pt x="255" y="297"/>
                  </a:cubicBezTo>
                  <a:cubicBezTo>
                    <a:pt x="254" y="298"/>
                    <a:pt x="254" y="298"/>
                    <a:pt x="254" y="298"/>
                  </a:cubicBezTo>
                  <a:cubicBezTo>
                    <a:pt x="264" y="298"/>
                    <a:pt x="264" y="298"/>
                    <a:pt x="264" y="298"/>
                  </a:cubicBezTo>
                  <a:cubicBezTo>
                    <a:pt x="259" y="294"/>
                    <a:pt x="255" y="288"/>
                    <a:pt x="253" y="282"/>
                  </a:cubicBezTo>
                  <a:cubicBezTo>
                    <a:pt x="249" y="271"/>
                    <a:pt x="249" y="260"/>
                    <a:pt x="254" y="250"/>
                  </a:cubicBezTo>
                  <a:cubicBezTo>
                    <a:pt x="258" y="240"/>
                    <a:pt x="267" y="233"/>
                    <a:pt x="277" y="229"/>
                  </a:cubicBezTo>
                  <a:cubicBezTo>
                    <a:pt x="362" y="197"/>
                    <a:pt x="362" y="197"/>
                    <a:pt x="362" y="197"/>
                  </a:cubicBezTo>
                  <a:cubicBezTo>
                    <a:pt x="357" y="167"/>
                    <a:pt x="353" y="145"/>
                    <a:pt x="350" y="131"/>
                  </a:cubicBezTo>
                  <a:cubicBezTo>
                    <a:pt x="366" y="143"/>
                    <a:pt x="385" y="163"/>
                    <a:pt x="391" y="196"/>
                  </a:cubicBezTo>
                  <a:cubicBezTo>
                    <a:pt x="280" y="237"/>
                    <a:pt x="280" y="237"/>
                    <a:pt x="280" y="237"/>
                  </a:cubicBezTo>
                  <a:cubicBezTo>
                    <a:pt x="264" y="244"/>
                    <a:pt x="255" y="262"/>
                    <a:pt x="261" y="279"/>
                  </a:cubicBezTo>
                  <a:cubicBezTo>
                    <a:pt x="265" y="289"/>
                    <a:pt x="274" y="296"/>
                    <a:pt x="283" y="298"/>
                  </a:cubicBezTo>
                  <a:cubicBezTo>
                    <a:pt x="300" y="298"/>
                    <a:pt x="300" y="298"/>
                    <a:pt x="300" y="298"/>
                  </a:cubicBezTo>
                  <a:cubicBezTo>
                    <a:pt x="301" y="298"/>
                    <a:pt x="302" y="298"/>
                    <a:pt x="303" y="297"/>
                  </a:cubicBezTo>
                  <a:cubicBezTo>
                    <a:pt x="436" y="247"/>
                    <a:pt x="436" y="247"/>
                    <a:pt x="436" y="247"/>
                  </a:cubicBezTo>
                  <a:cubicBezTo>
                    <a:pt x="436" y="247"/>
                    <a:pt x="436" y="247"/>
                    <a:pt x="436" y="247"/>
                  </a:cubicBezTo>
                  <a:cubicBezTo>
                    <a:pt x="437" y="247"/>
                    <a:pt x="438" y="247"/>
                    <a:pt x="438" y="246"/>
                  </a:cubicBezTo>
                  <a:cubicBezTo>
                    <a:pt x="439" y="246"/>
                    <a:pt x="439" y="246"/>
                    <a:pt x="439" y="246"/>
                  </a:cubicBezTo>
                  <a:cubicBezTo>
                    <a:pt x="440" y="245"/>
                    <a:pt x="440" y="245"/>
                    <a:pt x="441" y="245"/>
                  </a:cubicBezTo>
                  <a:cubicBezTo>
                    <a:pt x="441" y="245"/>
                    <a:pt x="442" y="244"/>
                    <a:pt x="442" y="244"/>
                  </a:cubicBezTo>
                  <a:cubicBezTo>
                    <a:pt x="443" y="244"/>
                    <a:pt x="443" y="244"/>
                    <a:pt x="443" y="243"/>
                  </a:cubicBezTo>
                  <a:cubicBezTo>
                    <a:pt x="444" y="243"/>
                    <a:pt x="444" y="243"/>
                    <a:pt x="445" y="242"/>
                  </a:cubicBezTo>
                  <a:cubicBezTo>
                    <a:pt x="445" y="242"/>
                    <a:pt x="445" y="242"/>
                    <a:pt x="446" y="241"/>
                  </a:cubicBezTo>
                  <a:cubicBezTo>
                    <a:pt x="446" y="241"/>
                    <a:pt x="447" y="241"/>
                    <a:pt x="447" y="240"/>
                  </a:cubicBezTo>
                  <a:cubicBezTo>
                    <a:pt x="447" y="240"/>
                    <a:pt x="448" y="240"/>
                    <a:pt x="448" y="239"/>
                  </a:cubicBezTo>
                  <a:cubicBezTo>
                    <a:pt x="448" y="239"/>
                    <a:pt x="449" y="238"/>
                    <a:pt x="449" y="238"/>
                  </a:cubicBezTo>
                  <a:cubicBezTo>
                    <a:pt x="450" y="238"/>
                    <a:pt x="450" y="237"/>
                    <a:pt x="450" y="237"/>
                  </a:cubicBezTo>
                  <a:cubicBezTo>
                    <a:pt x="450" y="236"/>
                    <a:pt x="451" y="236"/>
                    <a:pt x="451" y="235"/>
                  </a:cubicBezTo>
                  <a:cubicBezTo>
                    <a:pt x="451" y="235"/>
                    <a:pt x="452" y="235"/>
                    <a:pt x="452" y="234"/>
                  </a:cubicBezTo>
                  <a:cubicBezTo>
                    <a:pt x="452" y="234"/>
                    <a:pt x="452" y="233"/>
                    <a:pt x="453" y="233"/>
                  </a:cubicBezTo>
                  <a:cubicBezTo>
                    <a:pt x="453" y="232"/>
                    <a:pt x="453" y="232"/>
                    <a:pt x="453" y="231"/>
                  </a:cubicBezTo>
                  <a:cubicBezTo>
                    <a:pt x="454" y="231"/>
                    <a:pt x="454" y="231"/>
                    <a:pt x="454" y="230"/>
                  </a:cubicBezTo>
                  <a:cubicBezTo>
                    <a:pt x="454" y="230"/>
                    <a:pt x="454" y="229"/>
                    <a:pt x="455" y="228"/>
                  </a:cubicBezTo>
                  <a:cubicBezTo>
                    <a:pt x="455" y="228"/>
                    <a:pt x="455" y="228"/>
                    <a:pt x="455" y="227"/>
                  </a:cubicBezTo>
                  <a:cubicBezTo>
                    <a:pt x="455" y="227"/>
                    <a:pt x="455" y="226"/>
                    <a:pt x="456" y="226"/>
                  </a:cubicBezTo>
                  <a:cubicBezTo>
                    <a:pt x="456" y="225"/>
                    <a:pt x="456" y="225"/>
                    <a:pt x="456" y="224"/>
                  </a:cubicBezTo>
                  <a:cubicBezTo>
                    <a:pt x="456" y="224"/>
                    <a:pt x="456" y="223"/>
                    <a:pt x="456" y="223"/>
                  </a:cubicBezTo>
                  <a:cubicBezTo>
                    <a:pt x="456" y="222"/>
                    <a:pt x="456" y="222"/>
                    <a:pt x="457" y="221"/>
                  </a:cubicBezTo>
                  <a:cubicBezTo>
                    <a:pt x="457" y="221"/>
                    <a:pt x="457" y="220"/>
                    <a:pt x="457" y="220"/>
                  </a:cubicBezTo>
                  <a:cubicBezTo>
                    <a:pt x="457" y="219"/>
                    <a:pt x="457" y="218"/>
                    <a:pt x="457" y="218"/>
                  </a:cubicBezTo>
                  <a:cubicBezTo>
                    <a:pt x="457" y="218"/>
                    <a:pt x="457" y="217"/>
                    <a:pt x="457" y="217"/>
                  </a:cubicBezTo>
                  <a:cubicBezTo>
                    <a:pt x="457" y="123"/>
                    <a:pt x="389" y="73"/>
                    <a:pt x="348" y="57"/>
                  </a:cubicBezTo>
                  <a:cubicBezTo>
                    <a:pt x="382" y="39"/>
                    <a:pt x="416" y="25"/>
                    <a:pt x="436" y="20"/>
                  </a:cubicBezTo>
                  <a:cubicBezTo>
                    <a:pt x="397" y="4"/>
                    <a:pt x="360" y="0"/>
                    <a:pt x="327" y="2"/>
                  </a:cubicBezTo>
                  <a:cubicBezTo>
                    <a:pt x="312" y="38"/>
                    <a:pt x="277" y="62"/>
                    <a:pt x="236" y="62"/>
                  </a:cubicBezTo>
                  <a:cubicBezTo>
                    <a:pt x="196" y="62"/>
                    <a:pt x="161" y="38"/>
                    <a:pt x="145" y="2"/>
                  </a:cubicBezTo>
                  <a:cubicBezTo>
                    <a:pt x="113" y="0"/>
                    <a:pt x="75" y="4"/>
                    <a:pt x="37" y="20"/>
                  </a:cubicBezTo>
                  <a:cubicBezTo>
                    <a:pt x="56" y="24"/>
                    <a:pt x="88" y="38"/>
                    <a:pt x="122" y="56"/>
                  </a:cubicBezTo>
                  <a:cubicBezTo>
                    <a:pt x="114" y="58"/>
                    <a:pt x="106" y="62"/>
                    <a:pt x="98" y="66"/>
                  </a:cubicBezTo>
                  <a:cubicBezTo>
                    <a:pt x="57" y="86"/>
                    <a:pt x="15" y="127"/>
                    <a:pt x="1" y="203"/>
                  </a:cubicBezTo>
                  <a:cubicBezTo>
                    <a:pt x="1" y="203"/>
                    <a:pt x="1" y="203"/>
                    <a:pt x="1" y="203"/>
                  </a:cubicBezTo>
                  <a:cubicBezTo>
                    <a:pt x="1" y="203"/>
                    <a:pt x="1" y="203"/>
                    <a:pt x="1" y="204"/>
                  </a:cubicBezTo>
                  <a:cubicBezTo>
                    <a:pt x="1" y="204"/>
                    <a:pt x="1" y="204"/>
                    <a:pt x="1" y="205"/>
                  </a:cubicBezTo>
                  <a:cubicBezTo>
                    <a:pt x="1" y="205"/>
                    <a:pt x="0" y="206"/>
                    <a:pt x="0" y="206"/>
                  </a:cubicBezTo>
                  <a:cubicBezTo>
                    <a:pt x="0" y="207"/>
                    <a:pt x="0" y="207"/>
                    <a:pt x="0" y="208"/>
                  </a:cubicBezTo>
                  <a:cubicBezTo>
                    <a:pt x="0" y="208"/>
                    <a:pt x="0" y="209"/>
                    <a:pt x="0" y="210"/>
                  </a:cubicBezTo>
                  <a:cubicBezTo>
                    <a:pt x="0" y="210"/>
                    <a:pt x="0" y="211"/>
                    <a:pt x="0" y="211"/>
                  </a:cubicBezTo>
                  <a:cubicBezTo>
                    <a:pt x="0" y="212"/>
                    <a:pt x="1" y="212"/>
                    <a:pt x="1" y="213"/>
                  </a:cubicBezTo>
                  <a:cubicBezTo>
                    <a:pt x="1" y="213"/>
                    <a:pt x="1" y="214"/>
                    <a:pt x="1" y="214"/>
                  </a:cubicBezTo>
                  <a:cubicBezTo>
                    <a:pt x="1" y="215"/>
                    <a:pt x="1" y="215"/>
                    <a:pt x="1" y="216"/>
                  </a:cubicBezTo>
                  <a:cubicBezTo>
                    <a:pt x="1" y="216"/>
                    <a:pt x="1" y="217"/>
                    <a:pt x="2" y="217"/>
                  </a:cubicBezTo>
                  <a:cubicBezTo>
                    <a:pt x="2" y="218"/>
                    <a:pt x="2" y="218"/>
                    <a:pt x="2" y="219"/>
                  </a:cubicBezTo>
                  <a:cubicBezTo>
                    <a:pt x="2" y="219"/>
                    <a:pt x="2" y="220"/>
                    <a:pt x="3" y="220"/>
                  </a:cubicBezTo>
                  <a:cubicBezTo>
                    <a:pt x="3" y="221"/>
                    <a:pt x="3" y="221"/>
                    <a:pt x="3" y="222"/>
                  </a:cubicBezTo>
                  <a:cubicBezTo>
                    <a:pt x="3" y="222"/>
                    <a:pt x="4" y="222"/>
                    <a:pt x="4" y="223"/>
                  </a:cubicBezTo>
                  <a:cubicBezTo>
                    <a:pt x="4" y="223"/>
                    <a:pt x="4" y="224"/>
                    <a:pt x="5" y="224"/>
                  </a:cubicBezTo>
                  <a:cubicBezTo>
                    <a:pt x="5" y="225"/>
                    <a:pt x="5" y="225"/>
                    <a:pt x="5" y="226"/>
                  </a:cubicBezTo>
                  <a:cubicBezTo>
                    <a:pt x="6" y="226"/>
                    <a:pt x="6" y="226"/>
                    <a:pt x="6" y="227"/>
                  </a:cubicBezTo>
                  <a:cubicBezTo>
                    <a:pt x="6" y="227"/>
                    <a:pt x="7" y="228"/>
                    <a:pt x="7" y="228"/>
                  </a:cubicBezTo>
                  <a:cubicBezTo>
                    <a:pt x="7" y="228"/>
                    <a:pt x="8" y="229"/>
                    <a:pt x="8" y="229"/>
                  </a:cubicBezTo>
                  <a:cubicBezTo>
                    <a:pt x="8" y="230"/>
                    <a:pt x="9" y="230"/>
                    <a:pt x="9" y="230"/>
                  </a:cubicBezTo>
                  <a:cubicBezTo>
                    <a:pt x="9" y="231"/>
                    <a:pt x="10" y="231"/>
                    <a:pt x="10" y="232"/>
                  </a:cubicBezTo>
                  <a:cubicBezTo>
                    <a:pt x="11" y="232"/>
                    <a:pt x="11" y="232"/>
                    <a:pt x="11" y="233"/>
                  </a:cubicBezTo>
                  <a:cubicBezTo>
                    <a:pt x="12" y="233"/>
                    <a:pt x="12" y="233"/>
                    <a:pt x="13" y="234"/>
                  </a:cubicBezTo>
                  <a:cubicBezTo>
                    <a:pt x="13" y="234"/>
                    <a:pt x="13" y="234"/>
                    <a:pt x="14" y="234"/>
                  </a:cubicBezTo>
                  <a:cubicBezTo>
                    <a:pt x="14" y="235"/>
                    <a:pt x="15" y="235"/>
                    <a:pt x="15" y="235"/>
                  </a:cubicBezTo>
                  <a:cubicBezTo>
                    <a:pt x="15" y="236"/>
                    <a:pt x="16" y="236"/>
                    <a:pt x="16" y="236"/>
                  </a:cubicBezTo>
                  <a:cubicBezTo>
                    <a:pt x="17" y="236"/>
                    <a:pt x="17" y="237"/>
                    <a:pt x="18" y="237"/>
                  </a:cubicBezTo>
                  <a:cubicBezTo>
                    <a:pt x="18" y="237"/>
                    <a:pt x="19" y="237"/>
                    <a:pt x="19" y="238"/>
                  </a:cubicBezTo>
                  <a:cubicBezTo>
                    <a:pt x="20" y="238"/>
                    <a:pt x="20" y="238"/>
                    <a:pt x="21" y="238"/>
                  </a:cubicBezTo>
                  <a:cubicBezTo>
                    <a:pt x="21" y="238"/>
                    <a:pt x="22" y="239"/>
                    <a:pt x="22" y="239"/>
                  </a:cubicBezTo>
                  <a:cubicBezTo>
                    <a:pt x="23" y="239"/>
                    <a:pt x="23" y="239"/>
                    <a:pt x="24" y="239"/>
                  </a:cubicBezTo>
                  <a:cubicBezTo>
                    <a:pt x="24" y="239"/>
                    <a:pt x="25" y="240"/>
                    <a:pt x="25" y="240"/>
                  </a:cubicBezTo>
                  <a:cubicBezTo>
                    <a:pt x="26" y="240"/>
                    <a:pt x="26" y="240"/>
                    <a:pt x="26" y="240"/>
                  </a:cubicBezTo>
                  <a:cubicBezTo>
                    <a:pt x="27" y="240"/>
                    <a:pt x="27" y="240"/>
                    <a:pt x="27" y="240"/>
                  </a:cubicBezTo>
                  <a:cubicBezTo>
                    <a:pt x="27" y="240"/>
                    <a:pt x="27" y="240"/>
                    <a:pt x="27" y="240"/>
                  </a:cubicBezTo>
                  <a:cubicBezTo>
                    <a:pt x="71" y="247"/>
                    <a:pt x="71" y="247"/>
                    <a:pt x="71" y="247"/>
                  </a:cubicBezTo>
                  <a:lnTo>
                    <a:pt x="193" y="2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43"/>
            <p:cNvSpPr>
              <a:spLocks noEditPoints="1"/>
            </p:cNvSpPr>
            <p:nvPr/>
          </p:nvSpPr>
          <p:spPr bwMode="auto">
            <a:xfrm>
              <a:off x="9648826" y="2030413"/>
              <a:ext cx="668338" cy="835025"/>
            </a:xfrm>
            <a:custGeom>
              <a:avLst/>
              <a:gdLst>
                <a:gd name="T0" fmla="*/ 0 w 421"/>
                <a:gd name="T1" fmla="*/ 0 h 526"/>
                <a:gd name="T2" fmla="*/ 0 w 421"/>
                <a:gd name="T3" fmla="*/ 53 h 526"/>
                <a:gd name="T4" fmla="*/ 36 w 421"/>
                <a:gd name="T5" fmla="*/ 53 h 526"/>
                <a:gd name="T6" fmla="*/ 36 w 421"/>
                <a:gd name="T7" fmla="*/ 124 h 526"/>
                <a:gd name="T8" fmla="*/ 246 w 421"/>
                <a:gd name="T9" fmla="*/ 124 h 526"/>
                <a:gd name="T10" fmla="*/ 246 w 421"/>
                <a:gd name="T11" fmla="*/ 133 h 526"/>
                <a:gd name="T12" fmla="*/ 36 w 421"/>
                <a:gd name="T13" fmla="*/ 133 h 526"/>
                <a:gd name="T14" fmla="*/ 36 w 421"/>
                <a:gd name="T15" fmla="*/ 526 h 526"/>
                <a:gd name="T16" fmla="*/ 385 w 421"/>
                <a:gd name="T17" fmla="*/ 526 h 526"/>
                <a:gd name="T18" fmla="*/ 385 w 421"/>
                <a:gd name="T19" fmla="*/ 53 h 526"/>
                <a:gd name="T20" fmla="*/ 421 w 421"/>
                <a:gd name="T21" fmla="*/ 53 h 526"/>
                <a:gd name="T22" fmla="*/ 421 w 421"/>
                <a:gd name="T23" fmla="*/ 0 h 526"/>
                <a:gd name="T24" fmla="*/ 0 w 421"/>
                <a:gd name="T25" fmla="*/ 0 h 526"/>
                <a:gd name="T26" fmla="*/ 218 w 421"/>
                <a:gd name="T27" fmla="*/ 101 h 526"/>
                <a:gd name="T28" fmla="*/ 218 w 421"/>
                <a:gd name="T29" fmla="*/ 92 h 526"/>
                <a:gd name="T30" fmla="*/ 280 w 421"/>
                <a:gd name="T31" fmla="*/ 92 h 526"/>
                <a:gd name="T32" fmla="*/ 280 w 421"/>
                <a:gd name="T33" fmla="*/ 101 h 526"/>
                <a:gd name="T34" fmla="*/ 218 w 421"/>
                <a:gd name="T35" fmla="*/ 101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21" h="526">
                  <a:moveTo>
                    <a:pt x="0" y="0"/>
                  </a:moveTo>
                  <a:lnTo>
                    <a:pt x="0" y="53"/>
                  </a:lnTo>
                  <a:lnTo>
                    <a:pt x="36" y="53"/>
                  </a:lnTo>
                  <a:lnTo>
                    <a:pt x="36" y="124"/>
                  </a:lnTo>
                  <a:lnTo>
                    <a:pt x="246" y="124"/>
                  </a:lnTo>
                  <a:lnTo>
                    <a:pt x="246" y="133"/>
                  </a:lnTo>
                  <a:lnTo>
                    <a:pt x="36" y="133"/>
                  </a:lnTo>
                  <a:lnTo>
                    <a:pt x="36" y="526"/>
                  </a:lnTo>
                  <a:lnTo>
                    <a:pt x="385" y="526"/>
                  </a:lnTo>
                  <a:lnTo>
                    <a:pt x="385" y="53"/>
                  </a:lnTo>
                  <a:lnTo>
                    <a:pt x="421" y="53"/>
                  </a:lnTo>
                  <a:lnTo>
                    <a:pt x="421" y="0"/>
                  </a:lnTo>
                  <a:lnTo>
                    <a:pt x="0" y="0"/>
                  </a:lnTo>
                  <a:close/>
                  <a:moveTo>
                    <a:pt x="218" y="101"/>
                  </a:moveTo>
                  <a:lnTo>
                    <a:pt x="218" y="92"/>
                  </a:lnTo>
                  <a:lnTo>
                    <a:pt x="280" y="92"/>
                  </a:lnTo>
                  <a:lnTo>
                    <a:pt x="280" y="101"/>
                  </a:lnTo>
                  <a:lnTo>
                    <a:pt x="218" y="10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46"/>
            <p:cNvSpPr>
              <a:spLocks/>
            </p:cNvSpPr>
            <p:nvPr/>
          </p:nvSpPr>
          <p:spPr bwMode="auto">
            <a:xfrm>
              <a:off x="10391776" y="2757488"/>
              <a:ext cx="217488" cy="104775"/>
            </a:xfrm>
            <a:custGeom>
              <a:avLst/>
              <a:gdLst>
                <a:gd name="T0" fmla="*/ 4 w 137"/>
                <a:gd name="T1" fmla="*/ 40 h 66"/>
                <a:gd name="T2" fmla="*/ 0 w 137"/>
                <a:gd name="T3" fmla="*/ 66 h 66"/>
                <a:gd name="T4" fmla="*/ 137 w 137"/>
                <a:gd name="T5" fmla="*/ 65 h 66"/>
                <a:gd name="T6" fmla="*/ 111 w 137"/>
                <a:gd name="T7" fmla="*/ 27 h 66"/>
                <a:gd name="T8" fmla="*/ 62 w 137"/>
                <a:gd name="T9" fmla="*/ 0 h 66"/>
                <a:gd name="T10" fmla="*/ 31 w 137"/>
                <a:gd name="T11" fmla="*/ 22 h 66"/>
                <a:gd name="T12" fmla="*/ 4 w 137"/>
                <a:gd name="T13" fmla="*/ 40 h 66"/>
              </a:gdLst>
              <a:ahLst/>
              <a:cxnLst>
                <a:cxn ang="0">
                  <a:pos x="T0" y="T1"/>
                </a:cxn>
                <a:cxn ang="0">
                  <a:pos x="T2" y="T3"/>
                </a:cxn>
                <a:cxn ang="0">
                  <a:pos x="T4" y="T5"/>
                </a:cxn>
                <a:cxn ang="0">
                  <a:pos x="T6" y="T7"/>
                </a:cxn>
                <a:cxn ang="0">
                  <a:pos x="T8" y="T9"/>
                </a:cxn>
                <a:cxn ang="0">
                  <a:pos x="T10" y="T11"/>
                </a:cxn>
                <a:cxn ang="0">
                  <a:pos x="T12" y="T13"/>
                </a:cxn>
              </a:cxnLst>
              <a:rect l="0" t="0" r="r" b="b"/>
              <a:pathLst>
                <a:path w="137" h="66">
                  <a:moveTo>
                    <a:pt x="4" y="40"/>
                  </a:moveTo>
                  <a:lnTo>
                    <a:pt x="0" y="66"/>
                  </a:lnTo>
                  <a:lnTo>
                    <a:pt x="137" y="65"/>
                  </a:lnTo>
                  <a:lnTo>
                    <a:pt x="111" y="27"/>
                  </a:lnTo>
                  <a:lnTo>
                    <a:pt x="62" y="0"/>
                  </a:lnTo>
                  <a:lnTo>
                    <a:pt x="31" y="22"/>
                  </a:lnTo>
                  <a:lnTo>
                    <a:pt x="4"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47"/>
            <p:cNvSpPr>
              <a:spLocks/>
            </p:cNvSpPr>
            <p:nvPr/>
          </p:nvSpPr>
          <p:spPr bwMode="auto">
            <a:xfrm>
              <a:off x="10431463" y="2897188"/>
              <a:ext cx="93663" cy="63500"/>
            </a:xfrm>
            <a:custGeom>
              <a:avLst/>
              <a:gdLst>
                <a:gd name="T0" fmla="*/ 36 w 59"/>
                <a:gd name="T1" fmla="*/ 2 h 40"/>
                <a:gd name="T2" fmla="*/ 4 w 59"/>
                <a:gd name="T3" fmla="*/ 0 h 40"/>
                <a:gd name="T4" fmla="*/ 0 w 59"/>
                <a:gd name="T5" fmla="*/ 25 h 40"/>
                <a:gd name="T6" fmla="*/ 27 w 59"/>
                <a:gd name="T7" fmla="*/ 40 h 40"/>
                <a:gd name="T8" fmla="*/ 59 w 59"/>
                <a:gd name="T9" fmla="*/ 32 h 40"/>
                <a:gd name="T10" fmla="*/ 36 w 59"/>
                <a:gd name="T11" fmla="*/ 2 h 40"/>
              </a:gdLst>
              <a:ahLst/>
              <a:cxnLst>
                <a:cxn ang="0">
                  <a:pos x="T0" y="T1"/>
                </a:cxn>
                <a:cxn ang="0">
                  <a:pos x="T2" y="T3"/>
                </a:cxn>
                <a:cxn ang="0">
                  <a:pos x="T4" y="T5"/>
                </a:cxn>
                <a:cxn ang="0">
                  <a:pos x="T6" y="T7"/>
                </a:cxn>
                <a:cxn ang="0">
                  <a:pos x="T8" y="T9"/>
                </a:cxn>
                <a:cxn ang="0">
                  <a:pos x="T10" y="T11"/>
                </a:cxn>
              </a:cxnLst>
              <a:rect l="0" t="0" r="r" b="b"/>
              <a:pathLst>
                <a:path w="59" h="40">
                  <a:moveTo>
                    <a:pt x="36" y="2"/>
                  </a:moveTo>
                  <a:lnTo>
                    <a:pt x="4" y="0"/>
                  </a:lnTo>
                  <a:lnTo>
                    <a:pt x="0" y="25"/>
                  </a:lnTo>
                  <a:lnTo>
                    <a:pt x="27" y="40"/>
                  </a:lnTo>
                  <a:lnTo>
                    <a:pt x="59" y="32"/>
                  </a:lnTo>
                  <a:lnTo>
                    <a:pt x="36"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48"/>
            <p:cNvSpPr>
              <a:spLocks/>
            </p:cNvSpPr>
            <p:nvPr/>
          </p:nvSpPr>
          <p:spPr bwMode="auto">
            <a:xfrm>
              <a:off x="10798176" y="2784475"/>
              <a:ext cx="69850" cy="46038"/>
            </a:xfrm>
            <a:custGeom>
              <a:avLst/>
              <a:gdLst>
                <a:gd name="T0" fmla="*/ 0 w 44"/>
                <a:gd name="T1" fmla="*/ 18 h 29"/>
                <a:gd name="T2" fmla="*/ 20 w 44"/>
                <a:gd name="T3" fmla="*/ 29 h 29"/>
                <a:gd name="T4" fmla="*/ 44 w 44"/>
                <a:gd name="T5" fmla="*/ 23 h 29"/>
                <a:gd name="T6" fmla="*/ 27 w 44"/>
                <a:gd name="T7" fmla="*/ 1 h 29"/>
                <a:gd name="T8" fmla="*/ 3 w 44"/>
                <a:gd name="T9" fmla="*/ 0 h 29"/>
                <a:gd name="T10" fmla="*/ 0 w 44"/>
                <a:gd name="T11" fmla="*/ 18 h 29"/>
              </a:gdLst>
              <a:ahLst/>
              <a:cxnLst>
                <a:cxn ang="0">
                  <a:pos x="T0" y="T1"/>
                </a:cxn>
                <a:cxn ang="0">
                  <a:pos x="T2" y="T3"/>
                </a:cxn>
                <a:cxn ang="0">
                  <a:pos x="T4" y="T5"/>
                </a:cxn>
                <a:cxn ang="0">
                  <a:pos x="T6" y="T7"/>
                </a:cxn>
                <a:cxn ang="0">
                  <a:pos x="T8" y="T9"/>
                </a:cxn>
                <a:cxn ang="0">
                  <a:pos x="T10" y="T11"/>
                </a:cxn>
              </a:cxnLst>
              <a:rect l="0" t="0" r="r" b="b"/>
              <a:pathLst>
                <a:path w="44" h="29">
                  <a:moveTo>
                    <a:pt x="0" y="18"/>
                  </a:moveTo>
                  <a:lnTo>
                    <a:pt x="20" y="29"/>
                  </a:lnTo>
                  <a:lnTo>
                    <a:pt x="44" y="23"/>
                  </a:lnTo>
                  <a:lnTo>
                    <a:pt x="27" y="1"/>
                  </a:lnTo>
                  <a:lnTo>
                    <a:pt x="3" y="0"/>
                  </a:lnTo>
                  <a:lnTo>
                    <a:pt x="0"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49"/>
            <p:cNvSpPr>
              <a:spLocks/>
            </p:cNvSpPr>
            <p:nvPr/>
          </p:nvSpPr>
          <p:spPr bwMode="auto">
            <a:xfrm>
              <a:off x="11036301" y="2801938"/>
              <a:ext cx="47625" cy="30163"/>
            </a:xfrm>
            <a:custGeom>
              <a:avLst/>
              <a:gdLst>
                <a:gd name="T0" fmla="*/ 30 w 30"/>
                <a:gd name="T1" fmla="*/ 15 h 19"/>
                <a:gd name="T2" fmla="*/ 18 w 30"/>
                <a:gd name="T3" fmla="*/ 0 h 19"/>
                <a:gd name="T4" fmla="*/ 2 w 30"/>
                <a:gd name="T5" fmla="*/ 0 h 19"/>
                <a:gd name="T6" fmla="*/ 0 w 30"/>
                <a:gd name="T7" fmla="*/ 12 h 19"/>
                <a:gd name="T8" fmla="*/ 14 w 30"/>
                <a:gd name="T9" fmla="*/ 19 h 19"/>
                <a:gd name="T10" fmla="*/ 30 w 30"/>
                <a:gd name="T11" fmla="*/ 15 h 19"/>
              </a:gdLst>
              <a:ahLst/>
              <a:cxnLst>
                <a:cxn ang="0">
                  <a:pos x="T0" y="T1"/>
                </a:cxn>
                <a:cxn ang="0">
                  <a:pos x="T2" y="T3"/>
                </a:cxn>
                <a:cxn ang="0">
                  <a:pos x="T4" y="T5"/>
                </a:cxn>
                <a:cxn ang="0">
                  <a:pos x="T6" y="T7"/>
                </a:cxn>
                <a:cxn ang="0">
                  <a:pos x="T8" y="T9"/>
                </a:cxn>
                <a:cxn ang="0">
                  <a:pos x="T10" y="T11"/>
                </a:cxn>
              </a:cxnLst>
              <a:rect l="0" t="0" r="r" b="b"/>
              <a:pathLst>
                <a:path w="30" h="19">
                  <a:moveTo>
                    <a:pt x="30" y="15"/>
                  </a:moveTo>
                  <a:lnTo>
                    <a:pt x="18" y="0"/>
                  </a:lnTo>
                  <a:lnTo>
                    <a:pt x="2" y="0"/>
                  </a:lnTo>
                  <a:lnTo>
                    <a:pt x="0" y="12"/>
                  </a:lnTo>
                  <a:lnTo>
                    <a:pt x="14" y="19"/>
                  </a:lnTo>
                  <a:lnTo>
                    <a:pt x="3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50"/>
            <p:cNvSpPr>
              <a:spLocks/>
            </p:cNvSpPr>
            <p:nvPr/>
          </p:nvSpPr>
          <p:spPr bwMode="auto">
            <a:xfrm>
              <a:off x="10709276" y="2822575"/>
              <a:ext cx="61913" cy="39688"/>
            </a:xfrm>
            <a:custGeom>
              <a:avLst/>
              <a:gdLst>
                <a:gd name="T0" fmla="*/ 39 w 39"/>
                <a:gd name="T1" fmla="*/ 20 h 25"/>
                <a:gd name="T2" fmla="*/ 24 w 39"/>
                <a:gd name="T3" fmla="*/ 1 h 25"/>
                <a:gd name="T4" fmla="*/ 3 w 39"/>
                <a:gd name="T5" fmla="*/ 0 h 25"/>
                <a:gd name="T6" fmla="*/ 0 w 39"/>
                <a:gd name="T7" fmla="*/ 16 h 25"/>
                <a:gd name="T8" fmla="*/ 18 w 39"/>
                <a:gd name="T9" fmla="*/ 25 h 25"/>
                <a:gd name="T10" fmla="*/ 39 w 39"/>
                <a:gd name="T11" fmla="*/ 20 h 25"/>
              </a:gdLst>
              <a:ahLst/>
              <a:cxnLst>
                <a:cxn ang="0">
                  <a:pos x="T0" y="T1"/>
                </a:cxn>
                <a:cxn ang="0">
                  <a:pos x="T2" y="T3"/>
                </a:cxn>
                <a:cxn ang="0">
                  <a:pos x="T4" y="T5"/>
                </a:cxn>
                <a:cxn ang="0">
                  <a:pos x="T6" y="T7"/>
                </a:cxn>
                <a:cxn ang="0">
                  <a:pos x="T8" y="T9"/>
                </a:cxn>
                <a:cxn ang="0">
                  <a:pos x="T10" y="T11"/>
                </a:cxn>
              </a:cxnLst>
              <a:rect l="0" t="0" r="r" b="b"/>
              <a:pathLst>
                <a:path w="39" h="25">
                  <a:moveTo>
                    <a:pt x="39" y="20"/>
                  </a:moveTo>
                  <a:lnTo>
                    <a:pt x="24" y="1"/>
                  </a:lnTo>
                  <a:lnTo>
                    <a:pt x="3" y="0"/>
                  </a:lnTo>
                  <a:lnTo>
                    <a:pt x="0" y="16"/>
                  </a:lnTo>
                  <a:lnTo>
                    <a:pt x="18" y="25"/>
                  </a:lnTo>
                  <a:lnTo>
                    <a:pt x="39"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51"/>
            <p:cNvSpPr>
              <a:spLocks/>
            </p:cNvSpPr>
            <p:nvPr/>
          </p:nvSpPr>
          <p:spPr bwMode="auto">
            <a:xfrm>
              <a:off x="10647363" y="2892425"/>
              <a:ext cx="63500" cy="60325"/>
            </a:xfrm>
            <a:custGeom>
              <a:avLst/>
              <a:gdLst>
                <a:gd name="T0" fmla="*/ 1 w 40"/>
                <a:gd name="T1" fmla="*/ 21 h 38"/>
                <a:gd name="T2" fmla="*/ 19 w 40"/>
                <a:gd name="T3" fmla="*/ 38 h 38"/>
                <a:gd name="T4" fmla="*/ 40 w 40"/>
                <a:gd name="T5" fmla="*/ 30 h 38"/>
                <a:gd name="T6" fmla="*/ 26 w 40"/>
                <a:gd name="T7" fmla="*/ 0 h 38"/>
                <a:gd name="T8" fmla="*/ 0 w 40"/>
                <a:gd name="T9" fmla="*/ 7 h 38"/>
                <a:gd name="T10" fmla="*/ 1 w 40"/>
                <a:gd name="T11" fmla="*/ 21 h 38"/>
              </a:gdLst>
              <a:ahLst/>
              <a:cxnLst>
                <a:cxn ang="0">
                  <a:pos x="T0" y="T1"/>
                </a:cxn>
                <a:cxn ang="0">
                  <a:pos x="T2" y="T3"/>
                </a:cxn>
                <a:cxn ang="0">
                  <a:pos x="T4" y="T5"/>
                </a:cxn>
                <a:cxn ang="0">
                  <a:pos x="T6" y="T7"/>
                </a:cxn>
                <a:cxn ang="0">
                  <a:pos x="T8" y="T9"/>
                </a:cxn>
                <a:cxn ang="0">
                  <a:pos x="T10" y="T11"/>
                </a:cxn>
              </a:cxnLst>
              <a:rect l="0" t="0" r="r" b="b"/>
              <a:pathLst>
                <a:path w="40" h="38">
                  <a:moveTo>
                    <a:pt x="1" y="21"/>
                  </a:moveTo>
                  <a:lnTo>
                    <a:pt x="19" y="38"/>
                  </a:lnTo>
                  <a:lnTo>
                    <a:pt x="40" y="30"/>
                  </a:lnTo>
                  <a:lnTo>
                    <a:pt x="26" y="0"/>
                  </a:lnTo>
                  <a:lnTo>
                    <a:pt x="0" y="7"/>
                  </a:lnTo>
                  <a:lnTo>
                    <a:pt x="1"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52"/>
            <p:cNvSpPr>
              <a:spLocks/>
            </p:cNvSpPr>
            <p:nvPr/>
          </p:nvSpPr>
          <p:spPr bwMode="auto">
            <a:xfrm>
              <a:off x="10298113" y="2900363"/>
              <a:ext cx="77788" cy="55563"/>
            </a:xfrm>
            <a:custGeom>
              <a:avLst/>
              <a:gdLst>
                <a:gd name="T0" fmla="*/ 0 w 49"/>
                <a:gd name="T1" fmla="*/ 30 h 35"/>
                <a:gd name="T2" fmla="*/ 35 w 49"/>
                <a:gd name="T3" fmla="*/ 35 h 35"/>
                <a:gd name="T4" fmla="*/ 49 w 49"/>
                <a:gd name="T5" fmla="*/ 19 h 35"/>
                <a:gd name="T6" fmla="*/ 7 w 49"/>
                <a:gd name="T7" fmla="*/ 0 h 35"/>
                <a:gd name="T8" fmla="*/ 0 w 49"/>
                <a:gd name="T9" fmla="*/ 30 h 35"/>
              </a:gdLst>
              <a:ahLst/>
              <a:cxnLst>
                <a:cxn ang="0">
                  <a:pos x="T0" y="T1"/>
                </a:cxn>
                <a:cxn ang="0">
                  <a:pos x="T2" y="T3"/>
                </a:cxn>
                <a:cxn ang="0">
                  <a:pos x="T4" y="T5"/>
                </a:cxn>
                <a:cxn ang="0">
                  <a:pos x="T6" y="T7"/>
                </a:cxn>
                <a:cxn ang="0">
                  <a:pos x="T8" y="T9"/>
                </a:cxn>
              </a:cxnLst>
              <a:rect l="0" t="0" r="r" b="b"/>
              <a:pathLst>
                <a:path w="49" h="35">
                  <a:moveTo>
                    <a:pt x="0" y="30"/>
                  </a:moveTo>
                  <a:lnTo>
                    <a:pt x="35" y="35"/>
                  </a:lnTo>
                  <a:lnTo>
                    <a:pt x="49" y="19"/>
                  </a:lnTo>
                  <a:lnTo>
                    <a:pt x="7" y="0"/>
                  </a:lnTo>
                  <a:lnTo>
                    <a:pt x="0"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53"/>
            <p:cNvSpPr>
              <a:spLocks/>
            </p:cNvSpPr>
            <p:nvPr/>
          </p:nvSpPr>
          <p:spPr bwMode="auto">
            <a:xfrm>
              <a:off x="10150476" y="2954338"/>
              <a:ext cx="77788" cy="55563"/>
            </a:xfrm>
            <a:custGeom>
              <a:avLst/>
              <a:gdLst>
                <a:gd name="T0" fmla="*/ 7 w 49"/>
                <a:gd name="T1" fmla="*/ 0 h 35"/>
                <a:gd name="T2" fmla="*/ 0 w 49"/>
                <a:gd name="T3" fmla="*/ 30 h 35"/>
                <a:gd name="T4" fmla="*/ 35 w 49"/>
                <a:gd name="T5" fmla="*/ 35 h 35"/>
                <a:gd name="T6" fmla="*/ 49 w 49"/>
                <a:gd name="T7" fmla="*/ 18 h 35"/>
                <a:gd name="T8" fmla="*/ 7 w 49"/>
                <a:gd name="T9" fmla="*/ 0 h 35"/>
              </a:gdLst>
              <a:ahLst/>
              <a:cxnLst>
                <a:cxn ang="0">
                  <a:pos x="T0" y="T1"/>
                </a:cxn>
                <a:cxn ang="0">
                  <a:pos x="T2" y="T3"/>
                </a:cxn>
                <a:cxn ang="0">
                  <a:pos x="T4" y="T5"/>
                </a:cxn>
                <a:cxn ang="0">
                  <a:pos x="T6" y="T7"/>
                </a:cxn>
                <a:cxn ang="0">
                  <a:pos x="T8" y="T9"/>
                </a:cxn>
              </a:cxnLst>
              <a:rect l="0" t="0" r="r" b="b"/>
              <a:pathLst>
                <a:path w="49" h="35">
                  <a:moveTo>
                    <a:pt x="7" y="0"/>
                  </a:moveTo>
                  <a:lnTo>
                    <a:pt x="0" y="30"/>
                  </a:lnTo>
                  <a:lnTo>
                    <a:pt x="35" y="35"/>
                  </a:lnTo>
                  <a:lnTo>
                    <a:pt x="49" y="18"/>
                  </a:lnTo>
                  <a:lnTo>
                    <a:pt x="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54"/>
            <p:cNvSpPr>
              <a:spLocks/>
            </p:cNvSpPr>
            <p:nvPr/>
          </p:nvSpPr>
          <p:spPr bwMode="auto">
            <a:xfrm>
              <a:off x="10047288" y="2908300"/>
              <a:ext cx="41275" cy="28575"/>
            </a:xfrm>
            <a:custGeom>
              <a:avLst/>
              <a:gdLst>
                <a:gd name="T0" fmla="*/ 22 w 26"/>
                <a:gd name="T1" fmla="*/ 0 h 18"/>
                <a:gd name="T2" fmla="*/ 0 w 26"/>
                <a:gd name="T3" fmla="*/ 9 h 18"/>
                <a:gd name="T4" fmla="*/ 7 w 26"/>
                <a:gd name="T5" fmla="*/ 18 h 18"/>
                <a:gd name="T6" fmla="*/ 26 w 26"/>
                <a:gd name="T7" fmla="*/ 15 h 18"/>
                <a:gd name="T8" fmla="*/ 22 w 26"/>
                <a:gd name="T9" fmla="*/ 0 h 18"/>
              </a:gdLst>
              <a:ahLst/>
              <a:cxnLst>
                <a:cxn ang="0">
                  <a:pos x="T0" y="T1"/>
                </a:cxn>
                <a:cxn ang="0">
                  <a:pos x="T2" y="T3"/>
                </a:cxn>
                <a:cxn ang="0">
                  <a:pos x="T4" y="T5"/>
                </a:cxn>
                <a:cxn ang="0">
                  <a:pos x="T6" y="T7"/>
                </a:cxn>
                <a:cxn ang="0">
                  <a:pos x="T8" y="T9"/>
                </a:cxn>
              </a:cxnLst>
              <a:rect l="0" t="0" r="r" b="b"/>
              <a:pathLst>
                <a:path w="26" h="18">
                  <a:moveTo>
                    <a:pt x="22" y="0"/>
                  </a:moveTo>
                  <a:lnTo>
                    <a:pt x="0" y="9"/>
                  </a:lnTo>
                  <a:lnTo>
                    <a:pt x="7" y="18"/>
                  </a:lnTo>
                  <a:lnTo>
                    <a:pt x="26" y="15"/>
                  </a:lnTo>
                  <a:lnTo>
                    <a:pt x="2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55"/>
            <p:cNvSpPr>
              <a:spLocks/>
            </p:cNvSpPr>
            <p:nvPr/>
          </p:nvSpPr>
          <p:spPr bwMode="auto">
            <a:xfrm>
              <a:off x="10334626" y="2767013"/>
              <a:ext cx="41275" cy="30163"/>
            </a:xfrm>
            <a:custGeom>
              <a:avLst/>
              <a:gdLst>
                <a:gd name="T0" fmla="*/ 0 w 26"/>
                <a:gd name="T1" fmla="*/ 11 h 19"/>
                <a:gd name="T2" fmla="*/ 8 w 26"/>
                <a:gd name="T3" fmla="*/ 19 h 19"/>
                <a:gd name="T4" fmla="*/ 26 w 26"/>
                <a:gd name="T5" fmla="*/ 17 h 19"/>
                <a:gd name="T6" fmla="*/ 23 w 26"/>
                <a:gd name="T7" fmla="*/ 0 h 19"/>
                <a:gd name="T8" fmla="*/ 0 w 26"/>
                <a:gd name="T9" fmla="*/ 11 h 19"/>
              </a:gdLst>
              <a:ahLst/>
              <a:cxnLst>
                <a:cxn ang="0">
                  <a:pos x="T0" y="T1"/>
                </a:cxn>
                <a:cxn ang="0">
                  <a:pos x="T2" y="T3"/>
                </a:cxn>
                <a:cxn ang="0">
                  <a:pos x="T4" y="T5"/>
                </a:cxn>
                <a:cxn ang="0">
                  <a:pos x="T6" y="T7"/>
                </a:cxn>
                <a:cxn ang="0">
                  <a:pos x="T8" y="T9"/>
                </a:cxn>
              </a:cxnLst>
              <a:rect l="0" t="0" r="r" b="b"/>
              <a:pathLst>
                <a:path w="26" h="19">
                  <a:moveTo>
                    <a:pt x="0" y="11"/>
                  </a:moveTo>
                  <a:lnTo>
                    <a:pt x="8" y="19"/>
                  </a:lnTo>
                  <a:lnTo>
                    <a:pt x="26" y="17"/>
                  </a:lnTo>
                  <a:lnTo>
                    <a:pt x="23" y="0"/>
                  </a:lnTo>
                  <a:lnTo>
                    <a:pt x="0"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56"/>
            <p:cNvSpPr>
              <a:spLocks/>
            </p:cNvSpPr>
            <p:nvPr/>
          </p:nvSpPr>
          <p:spPr bwMode="auto">
            <a:xfrm>
              <a:off x="10442576" y="2551113"/>
              <a:ext cx="34925" cy="22225"/>
            </a:xfrm>
            <a:custGeom>
              <a:avLst/>
              <a:gdLst>
                <a:gd name="T0" fmla="*/ 13 w 22"/>
                <a:gd name="T1" fmla="*/ 0 h 14"/>
                <a:gd name="T2" fmla="*/ 1 w 22"/>
                <a:gd name="T3" fmla="*/ 0 h 14"/>
                <a:gd name="T4" fmla="*/ 0 w 22"/>
                <a:gd name="T5" fmla="*/ 9 h 14"/>
                <a:gd name="T6" fmla="*/ 9 w 22"/>
                <a:gd name="T7" fmla="*/ 14 h 14"/>
                <a:gd name="T8" fmla="*/ 22 w 22"/>
                <a:gd name="T9" fmla="*/ 11 h 14"/>
                <a:gd name="T10" fmla="*/ 13 w 22"/>
                <a:gd name="T11" fmla="*/ 0 h 14"/>
              </a:gdLst>
              <a:ahLst/>
              <a:cxnLst>
                <a:cxn ang="0">
                  <a:pos x="T0" y="T1"/>
                </a:cxn>
                <a:cxn ang="0">
                  <a:pos x="T2" y="T3"/>
                </a:cxn>
                <a:cxn ang="0">
                  <a:pos x="T4" y="T5"/>
                </a:cxn>
                <a:cxn ang="0">
                  <a:pos x="T6" y="T7"/>
                </a:cxn>
                <a:cxn ang="0">
                  <a:pos x="T8" y="T9"/>
                </a:cxn>
                <a:cxn ang="0">
                  <a:pos x="T10" y="T11"/>
                </a:cxn>
              </a:cxnLst>
              <a:rect l="0" t="0" r="r" b="b"/>
              <a:pathLst>
                <a:path w="22" h="14">
                  <a:moveTo>
                    <a:pt x="13" y="0"/>
                  </a:moveTo>
                  <a:lnTo>
                    <a:pt x="1" y="0"/>
                  </a:lnTo>
                  <a:lnTo>
                    <a:pt x="0" y="9"/>
                  </a:lnTo>
                  <a:lnTo>
                    <a:pt x="9" y="14"/>
                  </a:lnTo>
                  <a:lnTo>
                    <a:pt x="22" y="11"/>
                  </a:lnTo>
                  <a:lnTo>
                    <a:pt x="1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57"/>
            <p:cNvSpPr>
              <a:spLocks/>
            </p:cNvSpPr>
            <p:nvPr/>
          </p:nvSpPr>
          <p:spPr bwMode="auto">
            <a:xfrm>
              <a:off x="10536238" y="2532063"/>
              <a:ext cx="22225" cy="15875"/>
            </a:xfrm>
            <a:custGeom>
              <a:avLst/>
              <a:gdLst>
                <a:gd name="T0" fmla="*/ 8 w 14"/>
                <a:gd name="T1" fmla="*/ 0 h 10"/>
                <a:gd name="T2" fmla="*/ 1 w 14"/>
                <a:gd name="T3" fmla="*/ 0 h 10"/>
                <a:gd name="T4" fmla="*/ 0 w 14"/>
                <a:gd name="T5" fmla="*/ 6 h 10"/>
                <a:gd name="T6" fmla="*/ 6 w 14"/>
                <a:gd name="T7" fmla="*/ 10 h 10"/>
                <a:gd name="T8" fmla="*/ 14 w 14"/>
                <a:gd name="T9" fmla="*/ 8 h 10"/>
                <a:gd name="T10" fmla="*/ 8 w 14"/>
                <a:gd name="T11" fmla="*/ 0 h 10"/>
              </a:gdLst>
              <a:ahLst/>
              <a:cxnLst>
                <a:cxn ang="0">
                  <a:pos x="T0" y="T1"/>
                </a:cxn>
                <a:cxn ang="0">
                  <a:pos x="T2" y="T3"/>
                </a:cxn>
                <a:cxn ang="0">
                  <a:pos x="T4" y="T5"/>
                </a:cxn>
                <a:cxn ang="0">
                  <a:pos x="T6" y="T7"/>
                </a:cxn>
                <a:cxn ang="0">
                  <a:pos x="T8" y="T9"/>
                </a:cxn>
                <a:cxn ang="0">
                  <a:pos x="T10" y="T11"/>
                </a:cxn>
              </a:cxnLst>
              <a:rect l="0" t="0" r="r" b="b"/>
              <a:pathLst>
                <a:path w="14" h="10">
                  <a:moveTo>
                    <a:pt x="8" y="0"/>
                  </a:moveTo>
                  <a:lnTo>
                    <a:pt x="1" y="0"/>
                  </a:lnTo>
                  <a:lnTo>
                    <a:pt x="0" y="6"/>
                  </a:lnTo>
                  <a:lnTo>
                    <a:pt x="6" y="10"/>
                  </a:lnTo>
                  <a:lnTo>
                    <a:pt x="14" y="8"/>
                  </a:lnTo>
                  <a:lnTo>
                    <a:pt x="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58"/>
            <p:cNvSpPr>
              <a:spLocks/>
            </p:cNvSpPr>
            <p:nvPr/>
          </p:nvSpPr>
          <p:spPr bwMode="auto">
            <a:xfrm>
              <a:off x="10371138" y="2541588"/>
              <a:ext cx="30163" cy="22225"/>
            </a:xfrm>
            <a:custGeom>
              <a:avLst/>
              <a:gdLst>
                <a:gd name="T0" fmla="*/ 0 w 19"/>
                <a:gd name="T1" fmla="*/ 0 h 14"/>
                <a:gd name="T2" fmla="*/ 0 w 19"/>
                <a:gd name="T3" fmla="*/ 8 h 14"/>
                <a:gd name="T4" fmla="*/ 8 w 19"/>
                <a:gd name="T5" fmla="*/ 14 h 14"/>
                <a:gd name="T6" fmla="*/ 19 w 19"/>
                <a:gd name="T7" fmla="*/ 11 h 14"/>
                <a:gd name="T8" fmla="*/ 11 w 19"/>
                <a:gd name="T9" fmla="*/ 1 h 14"/>
                <a:gd name="T10" fmla="*/ 0 w 19"/>
                <a:gd name="T11" fmla="*/ 0 h 14"/>
              </a:gdLst>
              <a:ahLst/>
              <a:cxnLst>
                <a:cxn ang="0">
                  <a:pos x="T0" y="T1"/>
                </a:cxn>
                <a:cxn ang="0">
                  <a:pos x="T2" y="T3"/>
                </a:cxn>
                <a:cxn ang="0">
                  <a:pos x="T4" y="T5"/>
                </a:cxn>
                <a:cxn ang="0">
                  <a:pos x="T6" y="T7"/>
                </a:cxn>
                <a:cxn ang="0">
                  <a:pos x="T8" y="T9"/>
                </a:cxn>
                <a:cxn ang="0">
                  <a:pos x="T10" y="T11"/>
                </a:cxn>
              </a:cxnLst>
              <a:rect l="0" t="0" r="r" b="b"/>
              <a:pathLst>
                <a:path w="19" h="14">
                  <a:moveTo>
                    <a:pt x="0" y="0"/>
                  </a:moveTo>
                  <a:lnTo>
                    <a:pt x="0" y="8"/>
                  </a:lnTo>
                  <a:lnTo>
                    <a:pt x="8" y="14"/>
                  </a:lnTo>
                  <a:lnTo>
                    <a:pt x="19" y="11"/>
                  </a:lnTo>
                  <a:lnTo>
                    <a:pt x="11" y="1"/>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59"/>
            <p:cNvSpPr>
              <a:spLocks/>
            </p:cNvSpPr>
            <p:nvPr/>
          </p:nvSpPr>
          <p:spPr bwMode="auto">
            <a:xfrm>
              <a:off x="10328276" y="2576513"/>
              <a:ext cx="31750" cy="30163"/>
            </a:xfrm>
            <a:custGeom>
              <a:avLst/>
              <a:gdLst>
                <a:gd name="T0" fmla="*/ 0 w 20"/>
                <a:gd name="T1" fmla="*/ 3 h 19"/>
                <a:gd name="T2" fmla="*/ 0 w 20"/>
                <a:gd name="T3" fmla="*/ 11 h 19"/>
                <a:gd name="T4" fmla="*/ 9 w 20"/>
                <a:gd name="T5" fmla="*/ 19 h 19"/>
                <a:gd name="T6" fmla="*/ 20 w 20"/>
                <a:gd name="T7" fmla="*/ 15 h 19"/>
                <a:gd name="T8" fmla="*/ 12 w 20"/>
                <a:gd name="T9" fmla="*/ 0 h 19"/>
                <a:gd name="T10" fmla="*/ 0 w 20"/>
                <a:gd name="T11" fmla="*/ 3 h 19"/>
              </a:gdLst>
              <a:ahLst/>
              <a:cxnLst>
                <a:cxn ang="0">
                  <a:pos x="T0" y="T1"/>
                </a:cxn>
                <a:cxn ang="0">
                  <a:pos x="T2" y="T3"/>
                </a:cxn>
                <a:cxn ang="0">
                  <a:pos x="T4" y="T5"/>
                </a:cxn>
                <a:cxn ang="0">
                  <a:pos x="T6" y="T7"/>
                </a:cxn>
                <a:cxn ang="0">
                  <a:pos x="T8" y="T9"/>
                </a:cxn>
                <a:cxn ang="0">
                  <a:pos x="T10" y="T11"/>
                </a:cxn>
              </a:cxnLst>
              <a:rect l="0" t="0" r="r" b="b"/>
              <a:pathLst>
                <a:path w="20" h="19">
                  <a:moveTo>
                    <a:pt x="0" y="3"/>
                  </a:moveTo>
                  <a:lnTo>
                    <a:pt x="0" y="11"/>
                  </a:lnTo>
                  <a:lnTo>
                    <a:pt x="9" y="19"/>
                  </a:lnTo>
                  <a:lnTo>
                    <a:pt x="20" y="15"/>
                  </a:lnTo>
                  <a:lnTo>
                    <a:pt x="12"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60"/>
            <p:cNvSpPr>
              <a:spLocks/>
            </p:cNvSpPr>
            <p:nvPr/>
          </p:nvSpPr>
          <p:spPr bwMode="auto">
            <a:xfrm>
              <a:off x="10909301" y="2551113"/>
              <a:ext cx="34925" cy="22225"/>
            </a:xfrm>
            <a:custGeom>
              <a:avLst/>
              <a:gdLst>
                <a:gd name="T0" fmla="*/ 13 w 22"/>
                <a:gd name="T1" fmla="*/ 0 h 14"/>
                <a:gd name="T2" fmla="*/ 1 w 22"/>
                <a:gd name="T3" fmla="*/ 0 h 14"/>
                <a:gd name="T4" fmla="*/ 0 w 22"/>
                <a:gd name="T5" fmla="*/ 9 h 14"/>
                <a:gd name="T6" fmla="*/ 10 w 22"/>
                <a:gd name="T7" fmla="*/ 14 h 14"/>
                <a:gd name="T8" fmla="*/ 22 w 22"/>
                <a:gd name="T9" fmla="*/ 11 h 14"/>
                <a:gd name="T10" fmla="*/ 13 w 22"/>
                <a:gd name="T11" fmla="*/ 0 h 14"/>
              </a:gdLst>
              <a:ahLst/>
              <a:cxnLst>
                <a:cxn ang="0">
                  <a:pos x="T0" y="T1"/>
                </a:cxn>
                <a:cxn ang="0">
                  <a:pos x="T2" y="T3"/>
                </a:cxn>
                <a:cxn ang="0">
                  <a:pos x="T4" y="T5"/>
                </a:cxn>
                <a:cxn ang="0">
                  <a:pos x="T6" y="T7"/>
                </a:cxn>
                <a:cxn ang="0">
                  <a:pos x="T8" y="T9"/>
                </a:cxn>
                <a:cxn ang="0">
                  <a:pos x="T10" y="T11"/>
                </a:cxn>
              </a:cxnLst>
              <a:rect l="0" t="0" r="r" b="b"/>
              <a:pathLst>
                <a:path w="22" h="14">
                  <a:moveTo>
                    <a:pt x="13" y="0"/>
                  </a:moveTo>
                  <a:lnTo>
                    <a:pt x="1" y="0"/>
                  </a:lnTo>
                  <a:lnTo>
                    <a:pt x="0" y="9"/>
                  </a:lnTo>
                  <a:lnTo>
                    <a:pt x="10" y="14"/>
                  </a:lnTo>
                  <a:lnTo>
                    <a:pt x="22" y="11"/>
                  </a:lnTo>
                  <a:lnTo>
                    <a:pt x="1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61"/>
            <p:cNvSpPr>
              <a:spLocks/>
            </p:cNvSpPr>
            <p:nvPr/>
          </p:nvSpPr>
          <p:spPr bwMode="auto">
            <a:xfrm>
              <a:off x="10609263" y="2587625"/>
              <a:ext cx="34925" cy="23813"/>
            </a:xfrm>
            <a:custGeom>
              <a:avLst/>
              <a:gdLst>
                <a:gd name="T0" fmla="*/ 1 w 22"/>
                <a:gd name="T1" fmla="*/ 0 h 15"/>
                <a:gd name="T2" fmla="*/ 0 w 22"/>
                <a:gd name="T3" fmla="*/ 8 h 15"/>
                <a:gd name="T4" fmla="*/ 9 w 22"/>
                <a:gd name="T5" fmla="*/ 15 h 15"/>
                <a:gd name="T6" fmla="*/ 22 w 22"/>
                <a:gd name="T7" fmla="*/ 11 h 15"/>
                <a:gd name="T8" fmla="*/ 13 w 22"/>
                <a:gd name="T9" fmla="*/ 1 h 15"/>
                <a:gd name="T10" fmla="*/ 1 w 22"/>
                <a:gd name="T11" fmla="*/ 0 h 15"/>
              </a:gdLst>
              <a:ahLst/>
              <a:cxnLst>
                <a:cxn ang="0">
                  <a:pos x="T0" y="T1"/>
                </a:cxn>
                <a:cxn ang="0">
                  <a:pos x="T2" y="T3"/>
                </a:cxn>
                <a:cxn ang="0">
                  <a:pos x="T4" y="T5"/>
                </a:cxn>
                <a:cxn ang="0">
                  <a:pos x="T6" y="T7"/>
                </a:cxn>
                <a:cxn ang="0">
                  <a:pos x="T8" y="T9"/>
                </a:cxn>
                <a:cxn ang="0">
                  <a:pos x="T10" y="T11"/>
                </a:cxn>
              </a:cxnLst>
              <a:rect l="0" t="0" r="r" b="b"/>
              <a:pathLst>
                <a:path w="22" h="15">
                  <a:moveTo>
                    <a:pt x="1" y="0"/>
                  </a:moveTo>
                  <a:lnTo>
                    <a:pt x="0" y="8"/>
                  </a:lnTo>
                  <a:lnTo>
                    <a:pt x="9" y="15"/>
                  </a:lnTo>
                  <a:lnTo>
                    <a:pt x="22" y="11"/>
                  </a:lnTo>
                  <a:lnTo>
                    <a:pt x="13" y="1"/>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62"/>
            <p:cNvSpPr>
              <a:spLocks/>
            </p:cNvSpPr>
            <p:nvPr/>
          </p:nvSpPr>
          <p:spPr bwMode="auto">
            <a:xfrm>
              <a:off x="11001376" y="2532063"/>
              <a:ext cx="23813" cy="15875"/>
            </a:xfrm>
            <a:custGeom>
              <a:avLst/>
              <a:gdLst>
                <a:gd name="T0" fmla="*/ 9 w 15"/>
                <a:gd name="T1" fmla="*/ 0 h 10"/>
                <a:gd name="T2" fmla="*/ 1 w 15"/>
                <a:gd name="T3" fmla="*/ 0 h 10"/>
                <a:gd name="T4" fmla="*/ 0 w 15"/>
                <a:gd name="T5" fmla="*/ 6 h 10"/>
                <a:gd name="T6" fmla="*/ 7 w 15"/>
                <a:gd name="T7" fmla="*/ 10 h 10"/>
                <a:gd name="T8" fmla="*/ 15 w 15"/>
                <a:gd name="T9" fmla="*/ 8 h 10"/>
                <a:gd name="T10" fmla="*/ 9 w 15"/>
                <a:gd name="T11" fmla="*/ 0 h 10"/>
              </a:gdLst>
              <a:ahLst/>
              <a:cxnLst>
                <a:cxn ang="0">
                  <a:pos x="T0" y="T1"/>
                </a:cxn>
                <a:cxn ang="0">
                  <a:pos x="T2" y="T3"/>
                </a:cxn>
                <a:cxn ang="0">
                  <a:pos x="T4" y="T5"/>
                </a:cxn>
                <a:cxn ang="0">
                  <a:pos x="T6" y="T7"/>
                </a:cxn>
                <a:cxn ang="0">
                  <a:pos x="T8" y="T9"/>
                </a:cxn>
                <a:cxn ang="0">
                  <a:pos x="T10" y="T11"/>
                </a:cxn>
              </a:cxnLst>
              <a:rect l="0" t="0" r="r" b="b"/>
              <a:pathLst>
                <a:path w="15" h="10">
                  <a:moveTo>
                    <a:pt x="9" y="0"/>
                  </a:moveTo>
                  <a:lnTo>
                    <a:pt x="1" y="0"/>
                  </a:lnTo>
                  <a:lnTo>
                    <a:pt x="0" y="6"/>
                  </a:lnTo>
                  <a:lnTo>
                    <a:pt x="7" y="10"/>
                  </a:lnTo>
                  <a:lnTo>
                    <a:pt x="15" y="8"/>
                  </a:lnTo>
                  <a:lnTo>
                    <a:pt x="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63"/>
            <p:cNvSpPr>
              <a:spLocks/>
            </p:cNvSpPr>
            <p:nvPr/>
          </p:nvSpPr>
          <p:spPr bwMode="auto">
            <a:xfrm>
              <a:off x="10836276" y="2541588"/>
              <a:ext cx="33338" cy="22225"/>
            </a:xfrm>
            <a:custGeom>
              <a:avLst/>
              <a:gdLst>
                <a:gd name="T0" fmla="*/ 21 w 21"/>
                <a:gd name="T1" fmla="*/ 11 h 14"/>
                <a:gd name="T2" fmla="*/ 13 w 21"/>
                <a:gd name="T3" fmla="*/ 1 h 14"/>
                <a:gd name="T4" fmla="*/ 2 w 21"/>
                <a:gd name="T5" fmla="*/ 0 h 14"/>
                <a:gd name="T6" fmla="*/ 0 w 21"/>
                <a:gd name="T7" fmla="*/ 8 h 14"/>
                <a:gd name="T8" fmla="*/ 10 w 21"/>
                <a:gd name="T9" fmla="*/ 14 h 14"/>
                <a:gd name="T10" fmla="*/ 21 w 21"/>
                <a:gd name="T11" fmla="*/ 11 h 14"/>
              </a:gdLst>
              <a:ahLst/>
              <a:cxnLst>
                <a:cxn ang="0">
                  <a:pos x="T0" y="T1"/>
                </a:cxn>
                <a:cxn ang="0">
                  <a:pos x="T2" y="T3"/>
                </a:cxn>
                <a:cxn ang="0">
                  <a:pos x="T4" y="T5"/>
                </a:cxn>
                <a:cxn ang="0">
                  <a:pos x="T6" y="T7"/>
                </a:cxn>
                <a:cxn ang="0">
                  <a:pos x="T8" y="T9"/>
                </a:cxn>
                <a:cxn ang="0">
                  <a:pos x="T10" y="T11"/>
                </a:cxn>
              </a:cxnLst>
              <a:rect l="0" t="0" r="r" b="b"/>
              <a:pathLst>
                <a:path w="21" h="14">
                  <a:moveTo>
                    <a:pt x="21" y="11"/>
                  </a:moveTo>
                  <a:lnTo>
                    <a:pt x="13" y="1"/>
                  </a:lnTo>
                  <a:lnTo>
                    <a:pt x="2" y="0"/>
                  </a:lnTo>
                  <a:lnTo>
                    <a:pt x="0" y="8"/>
                  </a:lnTo>
                  <a:lnTo>
                    <a:pt x="10" y="14"/>
                  </a:lnTo>
                  <a:lnTo>
                    <a:pt x="21"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64"/>
            <p:cNvSpPr>
              <a:spLocks/>
            </p:cNvSpPr>
            <p:nvPr/>
          </p:nvSpPr>
          <p:spPr bwMode="auto">
            <a:xfrm>
              <a:off x="10677526" y="2528888"/>
              <a:ext cx="31750" cy="30163"/>
            </a:xfrm>
            <a:custGeom>
              <a:avLst/>
              <a:gdLst>
                <a:gd name="T0" fmla="*/ 0 w 20"/>
                <a:gd name="T1" fmla="*/ 3 h 19"/>
                <a:gd name="T2" fmla="*/ 1 w 20"/>
                <a:gd name="T3" fmla="*/ 11 h 19"/>
                <a:gd name="T4" fmla="*/ 9 w 20"/>
                <a:gd name="T5" fmla="*/ 19 h 19"/>
                <a:gd name="T6" fmla="*/ 20 w 20"/>
                <a:gd name="T7" fmla="*/ 15 h 19"/>
                <a:gd name="T8" fmla="*/ 13 w 20"/>
                <a:gd name="T9" fmla="*/ 0 h 19"/>
                <a:gd name="T10" fmla="*/ 0 w 20"/>
                <a:gd name="T11" fmla="*/ 3 h 19"/>
              </a:gdLst>
              <a:ahLst/>
              <a:cxnLst>
                <a:cxn ang="0">
                  <a:pos x="T0" y="T1"/>
                </a:cxn>
                <a:cxn ang="0">
                  <a:pos x="T2" y="T3"/>
                </a:cxn>
                <a:cxn ang="0">
                  <a:pos x="T4" y="T5"/>
                </a:cxn>
                <a:cxn ang="0">
                  <a:pos x="T6" y="T7"/>
                </a:cxn>
                <a:cxn ang="0">
                  <a:pos x="T8" y="T9"/>
                </a:cxn>
                <a:cxn ang="0">
                  <a:pos x="T10" y="T11"/>
                </a:cxn>
              </a:cxnLst>
              <a:rect l="0" t="0" r="r" b="b"/>
              <a:pathLst>
                <a:path w="20" h="19">
                  <a:moveTo>
                    <a:pt x="0" y="3"/>
                  </a:moveTo>
                  <a:lnTo>
                    <a:pt x="1" y="11"/>
                  </a:lnTo>
                  <a:lnTo>
                    <a:pt x="9" y="19"/>
                  </a:lnTo>
                  <a:lnTo>
                    <a:pt x="20" y="15"/>
                  </a:lnTo>
                  <a:lnTo>
                    <a:pt x="13"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65"/>
            <p:cNvSpPr>
              <a:spLocks/>
            </p:cNvSpPr>
            <p:nvPr/>
          </p:nvSpPr>
          <p:spPr bwMode="auto">
            <a:xfrm>
              <a:off x="11052176" y="728663"/>
              <a:ext cx="250825" cy="250825"/>
            </a:xfrm>
            <a:custGeom>
              <a:avLst/>
              <a:gdLst>
                <a:gd name="T0" fmla="*/ 154 w 179"/>
                <a:gd name="T1" fmla="*/ 146 h 179"/>
                <a:gd name="T2" fmla="*/ 179 w 179"/>
                <a:gd name="T3" fmla="*/ 85 h 179"/>
                <a:gd name="T4" fmla="*/ 161 w 179"/>
                <a:gd name="T5" fmla="*/ 117 h 179"/>
                <a:gd name="T6" fmla="*/ 62 w 179"/>
                <a:gd name="T7" fmla="*/ 117 h 179"/>
                <a:gd name="T8" fmla="*/ 62 w 179"/>
                <a:gd name="T9" fmla="*/ 19 h 179"/>
                <a:gd name="T10" fmla="*/ 95 w 179"/>
                <a:gd name="T11" fmla="*/ 1 h 179"/>
                <a:gd name="T12" fmla="*/ 34 w 179"/>
                <a:gd name="T13" fmla="*/ 26 h 179"/>
                <a:gd name="T14" fmla="*/ 34 w 179"/>
                <a:gd name="T15" fmla="*/ 146 h 179"/>
                <a:gd name="T16" fmla="*/ 154 w 179"/>
                <a:gd name="T17" fmla="*/ 146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 h="179">
                  <a:moveTo>
                    <a:pt x="154" y="146"/>
                  </a:moveTo>
                  <a:cubicBezTo>
                    <a:pt x="171" y="129"/>
                    <a:pt x="179" y="107"/>
                    <a:pt x="179" y="85"/>
                  </a:cubicBezTo>
                  <a:cubicBezTo>
                    <a:pt x="176" y="97"/>
                    <a:pt x="170" y="108"/>
                    <a:pt x="161" y="117"/>
                  </a:cubicBezTo>
                  <a:cubicBezTo>
                    <a:pt x="133" y="144"/>
                    <a:pt x="89" y="144"/>
                    <a:pt x="62" y="117"/>
                  </a:cubicBezTo>
                  <a:cubicBezTo>
                    <a:pt x="35" y="90"/>
                    <a:pt x="35" y="46"/>
                    <a:pt x="62" y="19"/>
                  </a:cubicBezTo>
                  <a:cubicBezTo>
                    <a:pt x="72" y="10"/>
                    <a:pt x="83" y="4"/>
                    <a:pt x="95" y="1"/>
                  </a:cubicBezTo>
                  <a:cubicBezTo>
                    <a:pt x="73" y="0"/>
                    <a:pt x="50" y="9"/>
                    <a:pt x="34" y="26"/>
                  </a:cubicBezTo>
                  <a:cubicBezTo>
                    <a:pt x="0" y="59"/>
                    <a:pt x="0" y="113"/>
                    <a:pt x="34" y="146"/>
                  </a:cubicBezTo>
                  <a:cubicBezTo>
                    <a:pt x="67" y="179"/>
                    <a:pt x="121" y="179"/>
                    <a:pt x="154" y="1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66"/>
            <p:cNvSpPr>
              <a:spLocks/>
            </p:cNvSpPr>
            <p:nvPr/>
          </p:nvSpPr>
          <p:spPr bwMode="auto">
            <a:xfrm>
              <a:off x="9567863" y="844550"/>
              <a:ext cx="198438" cy="149225"/>
            </a:xfrm>
            <a:custGeom>
              <a:avLst/>
              <a:gdLst>
                <a:gd name="T0" fmla="*/ 18 w 125"/>
                <a:gd name="T1" fmla="*/ 89 h 94"/>
                <a:gd name="T2" fmla="*/ 34 w 125"/>
                <a:gd name="T3" fmla="*/ 93 h 94"/>
                <a:gd name="T4" fmla="*/ 54 w 125"/>
                <a:gd name="T5" fmla="*/ 85 h 94"/>
                <a:gd name="T6" fmla="*/ 81 w 125"/>
                <a:gd name="T7" fmla="*/ 86 h 94"/>
                <a:gd name="T8" fmla="*/ 83 w 125"/>
                <a:gd name="T9" fmla="*/ 94 h 94"/>
                <a:gd name="T10" fmla="*/ 85 w 125"/>
                <a:gd name="T11" fmla="*/ 92 h 94"/>
                <a:gd name="T12" fmla="*/ 87 w 125"/>
                <a:gd name="T13" fmla="*/ 78 h 94"/>
                <a:gd name="T14" fmla="*/ 100 w 125"/>
                <a:gd name="T15" fmla="*/ 82 h 94"/>
                <a:gd name="T16" fmla="*/ 102 w 125"/>
                <a:gd name="T17" fmla="*/ 81 h 94"/>
                <a:gd name="T18" fmla="*/ 96 w 125"/>
                <a:gd name="T19" fmla="*/ 76 h 94"/>
                <a:gd name="T20" fmla="*/ 105 w 125"/>
                <a:gd name="T21" fmla="*/ 51 h 94"/>
                <a:gd name="T22" fmla="*/ 120 w 125"/>
                <a:gd name="T23" fmla="*/ 35 h 94"/>
                <a:gd name="T24" fmla="*/ 122 w 125"/>
                <a:gd name="T25" fmla="*/ 19 h 94"/>
                <a:gd name="T26" fmla="*/ 125 w 125"/>
                <a:gd name="T27" fmla="*/ 0 h 94"/>
                <a:gd name="T28" fmla="*/ 96 w 125"/>
                <a:gd name="T29" fmla="*/ 25 h 94"/>
                <a:gd name="T30" fmla="*/ 94 w 125"/>
                <a:gd name="T31" fmla="*/ 23 h 94"/>
                <a:gd name="T32" fmla="*/ 93 w 125"/>
                <a:gd name="T33" fmla="*/ 24 h 94"/>
                <a:gd name="T34" fmla="*/ 94 w 125"/>
                <a:gd name="T35" fmla="*/ 27 h 94"/>
                <a:gd name="T36" fmla="*/ 74 w 125"/>
                <a:gd name="T37" fmla="*/ 52 h 94"/>
                <a:gd name="T38" fmla="*/ 69 w 125"/>
                <a:gd name="T39" fmla="*/ 47 h 94"/>
                <a:gd name="T40" fmla="*/ 66 w 125"/>
                <a:gd name="T41" fmla="*/ 49 h 94"/>
                <a:gd name="T42" fmla="*/ 66 w 125"/>
                <a:gd name="T43" fmla="*/ 49 h 94"/>
                <a:gd name="T44" fmla="*/ 64 w 125"/>
                <a:gd name="T45" fmla="*/ 51 h 94"/>
                <a:gd name="T46" fmla="*/ 67 w 125"/>
                <a:gd name="T47" fmla="*/ 58 h 94"/>
                <a:gd name="T48" fmla="*/ 36 w 125"/>
                <a:gd name="T49" fmla="*/ 66 h 94"/>
                <a:gd name="T50" fmla="*/ 34 w 125"/>
                <a:gd name="T51" fmla="*/ 64 h 94"/>
                <a:gd name="T52" fmla="*/ 32 w 125"/>
                <a:gd name="T53" fmla="*/ 65 h 94"/>
                <a:gd name="T54" fmla="*/ 34 w 125"/>
                <a:gd name="T55" fmla="*/ 67 h 94"/>
                <a:gd name="T56" fmla="*/ 0 w 125"/>
                <a:gd name="T57" fmla="*/ 86 h 94"/>
                <a:gd name="T58" fmla="*/ 18 w 125"/>
                <a:gd name="T59" fmla="*/ 8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5" h="94">
                  <a:moveTo>
                    <a:pt x="18" y="89"/>
                  </a:moveTo>
                  <a:lnTo>
                    <a:pt x="34" y="93"/>
                  </a:lnTo>
                  <a:lnTo>
                    <a:pt x="54" y="85"/>
                  </a:lnTo>
                  <a:lnTo>
                    <a:pt x="81" y="86"/>
                  </a:lnTo>
                  <a:lnTo>
                    <a:pt x="83" y="94"/>
                  </a:lnTo>
                  <a:lnTo>
                    <a:pt x="85" y="92"/>
                  </a:lnTo>
                  <a:lnTo>
                    <a:pt x="87" y="78"/>
                  </a:lnTo>
                  <a:lnTo>
                    <a:pt x="100" y="82"/>
                  </a:lnTo>
                  <a:lnTo>
                    <a:pt x="102" y="81"/>
                  </a:lnTo>
                  <a:lnTo>
                    <a:pt x="96" y="76"/>
                  </a:lnTo>
                  <a:lnTo>
                    <a:pt x="105" y="51"/>
                  </a:lnTo>
                  <a:lnTo>
                    <a:pt x="120" y="35"/>
                  </a:lnTo>
                  <a:lnTo>
                    <a:pt x="122" y="19"/>
                  </a:lnTo>
                  <a:lnTo>
                    <a:pt x="125" y="0"/>
                  </a:lnTo>
                  <a:lnTo>
                    <a:pt x="96" y="25"/>
                  </a:lnTo>
                  <a:lnTo>
                    <a:pt x="94" y="23"/>
                  </a:lnTo>
                  <a:lnTo>
                    <a:pt x="93" y="24"/>
                  </a:lnTo>
                  <a:lnTo>
                    <a:pt x="94" y="27"/>
                  </a:lnTo>
                  <a:lnTo>
                    <a:pt x="74" y="52"/>
                  </a:lnTo>
                  <a:lnTo>
                    <a:pt x="69" y="47"/>
                  </a:lnTo>
                  <a:lnTo>
                    <a:pt x="66" y="49"/>
                  </a:lnTo>
                  <a:lnTo>
                    <a:pt x="66" y="49"/>
                  </a:lnTo>
                  <a:lnTo>
                    <a:pt x="64" y="51"/>
                  </a:lnTo>
                  <a:lnTo>
                    <a:pt x="67" y="58"/>
                  </a:lnTo>
                  <a:lnTo>
                    <a:pt x="36" y="66"/>
                  </a:lnTo>
                  <a:lnTo>
                    <a:pt x="34" y="64"/>
                  </a:lnTo>
                  <a:lnTo>
                    <a:pt x="32" y="65"/>
                  </a:lnTo>
                  <a:lnTo>
                    <a:pt x="34" y="67"/>
                  </a:lnTo>
                  <a:lnTo>
                    <a:pt x="0" y="86"/>
                  </a:lnTo>
                  <a:lnTo>
                    <a:pt x="18"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67"/>
            <p:cNvSpPr>
              <a:spLocks/>
            </p:cNvSpPr>
            <p:nvPr/>
          </p:nvSpPr>
          <p:spPr bwMode="auto">
            <a:xfrm>
              <a:off x="9829801" y="844550"/>
              <a:ext cx="200025" cy="149225"/>
            </a:xfrm>
            <a:custGeom>
              <a:avLst/>
              <a:gdLst>
                <a:gd name="T0" fmla="*/ 19 w 126"/>
                <a:gd name="T1" fmla="*/ 89 h 94"/>
                <a:gd name="T2" fmla="*/ 34 w 126"/>
                <a:gd name="T3" fmla="*/ 93 h 94"/>
                <a:gd name="T4" fmla="*/ 54 w 126"/>
                <a:gd name="T5" fmla="*/ 85 h 94"/>
                <a:gd name="T6" fmla="*/ 82 w 126"/>
                <a:gd name="T7" fmla="*/ 86 h 94"/>
                <a:gd name="T8" fmla="*/ 83 w 126"/>
                <a:gd name="T9" fmla="*/ 94 h 94"/>
                <a:gd name="T10" fmla="*/ 86 w 126"/>
                <a:gd name="T11" fmla="*/ 92 h 94"/>
                <a:gd name="T12" fmla="*/ 87 w 126"/>
                <a:gd name="T13" fmla="*/ 78 h 94"/>
                <a:gd name="T14" fmla="*/ 101 w 126"/>
                <a:gd name="T15" fmla="*/ 82 h 94"/>
                <a:gd name="T16" fmla="*/ 102 w 126"/>
                <a:gd name="T17" fmla="*/ 81 h 94"/>
                <a:gd name="T18" fmla="*/ 96 w 126"/>
                <a:gd name="T19" fmla="*/ 76 h 94"/>
                <a:gd name="T20" fmla="*/ 106 w 126"/>
                <a:gd name="T21" fmla="*/ 51 h 94"/>
                <a:gd name="T22" fmla="*/ 120 w 126"/>
                <a:gd name="T23" fmla="*/ 35 h 94"/>
                <a:gd name="T24" fmla="*/ 122 w 126"/>
                <a:gd name="T25" fmla="*/ 19 h 94"/>
                <a:gd name="T26" fmla="*/ 126 w 126"/>
                <a:gd name="T27" fmla="*/ 0 h 94"/>
                <a:gd name="T28" fmla="*/ 96 w 126"/>
                <a:gd name="T29" fmla="*/ 25 h 94"/>
                <a:gd name="T30" fmla="*/ 95 w 126"/>
                <a:gd name="T31" fmla="*/ 23 h 94"/>
                <a:gd name="T32" fmla="*/ 93 w 126"/>
                <a:gd name="T33" fmla="*/ 24 h 94"/>
                <a:gd name="T34" fmla="*/ 94 w 126"/>
                <a:gd name="T35" fmla="*/ 27 h 94"/>
                <a:gd name="T36" fmla="*/ 75 w 126"/>
                <a:gd name="T37" fmla="*/ 52 h 94"/>
                <a:gd name="T38" fmla="*/ 70 w 126"/>
                <a:gd name="T39" fmla="*/ 47 h 94"/>
                <a:gd name="T40" fmla="*/ 67 w 126"/>
                <a:gd name="T41" fmla="*/ 49 h 94"/>
                <a:gd name="T42" fmla="*/ 67 w 126"/>
                <a:gd name="T43" fmla="*/ 49 h 94"/>
                <a:gd name="T44" fmla="*/ 65 w 126"/>
                <a:gd name="T45" fmla="*/ 51 h 94"/>
                <a:gd name="T46" fmla="*/ 68 w 126"/>
                <a:gd name="T47" fmla="*/ 58 h 94"/>
                <a:gd name="T48" fmla="*/ 36 w 126"/>
                <a:gd name="T49" fmla="*/ 66 h 94"/>
                <a:gd name="T50" fmla="*/ 34 w 126"/>
                <a:gd name="T51" fmla="*/ 64 h 94"/>
                <a:gd name="T52" fmla="*/ 33 w 126"/>
                <a:gd name="T53" fmla="*/ 65 h 94"/>
                <a:gd name="T54" fmla="*/ 34 w 126"/>
                <a:gd name="T55" fmla="*/ 67 h 94"/>
                <a:gd name="T56" fmla="*/ 0 w 126"/>
                <a:gd name="T57" fmla="*/ 86 h 94"/>
                <a:gd name="T58" fmla="*/ 19 w 126"/>
                <a:gd name="T59" fmla="*/ 8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6" h="94">
                  <a:moveTo>
                    <a:pt x="19" y="89"/>
                  </a:moveTo>
                  <a:lnTo>
                    <a:pt x="34" y="93"/>
                  </a:lnTo>
                  <a:lnTo>
                    <a:pt x="54" y="85"/>
                  </a:lnTo>
                  <a:lnTo>
                    <a:pt x="82" y="86"/>
                  </a:lnTo>
                  <a:lnTo>
                    <a:pt x="83" y="94"/>
                  </a:lnTo>
                  <a:lnTo>
                    <a:pt x="86" y="92"/>
                  </a:lnTo>
                  <a:lnTo>
                    <a:pt x="87" y="78"/>
                  </a:lnTo>
                  <a:lnTo>
                    <a:pt x="101" y="82"/>
                  </a:lnTo>
                  <a:lnTo>
                    <a:pt x="102" y="81"/>
                  </a:lnTo>
                  <a:lnTo>
                    <a:pt x="96" y="76"/>
                  </a:lnTo>
                  <a:lnTo>
                    <a:pt x="106" y="51"/>
                  </a:lnTo>
                  <a:lnTo>
                    <a:pt x="120" y="35"/>
                  </a:lnTo>
                  <a:lnTo>
                    <a:pt x="122" y="19"/>
                  </a:lnTo>
                  <a:lnTo>
                    <a:pt x="126" y="0"/>
                  </a:lnTo>
                  <a:lnTo>
                    <a:pt x="96" y="25"/>
                  </a:lnTo>
                  <a:lnTo>
                    <a:pt x="95" y="23"/>
                  </a:lnTo>
                  <a:lnTo>
                    <a:pt x="93" y="24"/>
                  </a:lnTo>
                  <a:lnTo>
                    <a:pt x="94" y="27"/>
                  </a:lnTo>
                  <a:lnTo>
                    <a:pt x="75" y="52"/>
                  </a:lnTo>
                  <a:lnTo>
                    <a:pt x="70" y="47"/>
                  </a:lnTo>
                  <a:lnTo>
                    <a:pt x="67" y="49"/>
                  </a:lnTo>
                  <a:lnTo>
                    <a:pt x="67" y="49"/>
                  </a:lnTo>
                  <a:lnTo>
                    <a:pt x="65" y="51"/>
                  </a:lnTo>
                  <a:lnTo>
                    <a:pt x="68" y="58"/>
                  </a:lnTo>
                  <a:lnTo>
                    <a:pt x="36" y="66"/>
                  </a:lnTo>
                  <a:lnTo>
                    <a:pt x="34" y="64"/>
                  </a:lnTo>
                  <a:lnTo>
                    <a:pt x="33" y="65"/>
                  </a:lnTo>
                  <a:lnTo>
                    <a:pt x="34" y="67"/>
                  </a:lnTo>
                  <a:lnTo>
                    <a:pt x="0" y="86"/>
                  </a:lnTo>
                  <a:lnTo>
                    <a:pt x="19"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68"/>
            <p:cNvSpPr>
              <a:spLocks/>
            </p:cNvSpPr>
            <p:nvPr/>
          </p:nvSpPr>
          <p:spPr bwMode="auto">
            <a:xfrm>
              <a:off x="9617076" y="1060450"/>
              <a:ext cx="200025" cy="147638"/>
            </a:xfrm>
            <a:custGeom>
              <a:avLst/>
              <a:gdLst>
                <a:gd name="T0" fmla="*/ 94 w 126"/>
                <a:gd name="T1" fmla="*/ 27 h 93"/>
                <a:gd name="T2" fmla="*/ 75 w 126"/>
                <a:gd name="T3" fmla="*/ 52 h 93"/>
                <a:gd name="T4" fmla="*/ 70 w 126"/>
                <a:gd name="T5" fmla="*/ 47 h 93"/>
                <a:gd name="T6" fmla="*/ 67 w 126"/>
                <a:gd name="T7" fmla="*/ 49 h 93"/>
                <a:gd name="T8" fmla="*/ 67 w 126"/>
                <a:gd name="T9" fmla="*/ 49 h 93"/>
                <a:gd name="T10" fmla="*/ 65 w 126"/>
                <a:gd name="T11" fmla="*/ 50 h 93"/>
                <a:gd name="T12" fmla="*/ 68 w 126"/>
                <a:gd name="T13" fmla="*/ 57 h 93"/>
                <a:gd name="T14" fmla="*/ 36 w 126"/>
                <a:gd name="T15" fmla="*/ 66 h 93"/>
                <a:gd name="T16" fmla="*/ 34 w 126"/>
                <a:gd name="T17" fmla="*/ 64 h 93"/>
                <a:gd name="T18" fmla="*/ 33 w 126"/>
                <a:gd name="T19" fmla="*/ 65 h 93"/>
                <a:gd name="T20" fmla="*/ 33 w 126"/>
                <a:gd name="T21" fmla="*/ 67 h 93"/>
                <a:gd name="T22" fmla="*/ 0 w 126"/>
                <a:gd name="T23" fmla="*/ 86 h 93"/>
                <a:gd name="T24" fmla="*/ 19 w 126"/>
                <a:gd name="T25" fmla="*/ 88 h 93"/>
                <a:gd name="T26" fmla="*/ 34 w 126"/>
                <a:gd name="T27" fmla="*/ 93 h 93"/>
                <a:gd name="T28" fmla="*/ 54 w 126"/>
                <a:gd name="T29" fmla="*/ 85 h 93"/>
                <a:gd name="T30" fmla="*/ 82 w 126"/>
                <a:gd name="T31" fmla="*/ 86 h 93"/>
                <a:gd name="T32" fmla="*/ 83 w 126"/>
                <a:gd name="T33" fmla="*/ 93 h 93"/>
                <a:gd name="T34" fmla="*/ 86 w 126"/>
                <a:gd name="T35" fmla="*/ 92 h 93"/>
                <a:gd name="T36" fmla="*/ 86 w 126"/>
                <a:gd name="T37" fmla="*/ 78 h 93"/>
                <a:gd name="T38" fmla="*/ 101 w 126"/>
                <a:gd name="T39" fmla="*/ 81 h 93"/>
                <a:gd name="T40" fmla="*/ 102 w 126"/>
                <a:gd name="T41" fmla="*/ 80 h 93"/>
                <a:gd name="T42" fmla="*/ 96 w 126"/>
                <a:gd name="T43" fmla="*/ 76 h 93"/>
                <a:gd name="T44" fmla="*/ 106 w 126"/>
                <a:gd name="T45" fmla="*/ 50 h 93"/>
                <a:gd name="T46" fmla="*/ 120 w 126"/>
                <a:gd name="T47" fmla="*/ 35 h 93"/>
                <a:gd name="T48" fmla="*/ 122 w 126"/>
                <a:gd name="T49" fmla="*/ 19 h 93"/>
                <a:gd name="T50" fmla="*/ 126 w 126"/>
                <a:gd name="T51" fmla="*/ 0 h 93"/>
                <a:gd name="T52" fmla="*/ 96 w 126"/>
                <a:gd name="T53" fmla="*/ 25 h 93"/>
                <a:gd name="T54" fmla="*/ 95 w 126"/>
                <a:gd name="T55" fmla="*/ 22 h 93"/>
                <a:gd name="T56" fmla="*/ 93 w 126"/>
                <a:gd name="T57" fmla="*/ 24 h 93"/>
                <a:gd name="T58" fmla="*/ 94 w 126"/>
                <a:gd name="T59" fmla="*/ 27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6" h="93">
                  <a:moveTo>
                    <a:pt x="94" y="27"/>
                  </a:moveTo>
                  <a:lnTo>
                    <a:pt x="75" y="52"/>
                  </a:lnTo>
                  <a:lnTo>
                    <a:pt x="70" y="47"/>
                  </a:lnTo>
                  <a:lnTo>
                    <a:pt x="67" y="49"/>
                  </a:lnTo>
                  <a:lnTo>
                    <a:pt x="67" y="49"/>
                  </a:lnTo>
                  <a:lnTo>
                    <a:pt x="65" y="50"/>
                  </a:lnTo>
                  <a:lnTo>
                    <a:pt x="68" y="57"/>
                  </a:lnTo>
                  <a:lnTo>
                    <a:pt x="36" y="66"/>
                  </a:lnTo>
                  <a:lnTo>
                    <a:pt x="34" y="64"/>
                  </a:lnTo>
                  <a:lnTo>
                    <a:pt x="33" y="65"/>
                  </a:lnTo>
                  <a:lnTo>
                    <a:pt x="33" y="67"/>
                  </a:lnTo>
                  <a:lnTo>
                    <a:pt x="0" y="86"/>
                  </a:lnTo>
                  <a:lnTo>
                    <a:pt x="19" y="88"/>
                  </a:lnTo>
                  <a:lnTo>
                    <a:pt x="34" y="93"/>
                  </a:lnTo>
                  <a:lnTo>
                    <a:pt x="54" y="85"/>
                  </a:lnTo>
                  <a:lnTo>
                    <a:pt x="82" y="86"/>
                  </a:lnTo>
                  <a:lnTo>
                    <a:pt x="83" y="93"/>
                  </a:lnTo>
                  <a:lnTo>
                    <a:pt x="86" y="92"/>
                  </a:lnTo>
                  <a:lnTo>
                    <a:pt x="86" y="78"/>
                  </a:lnTo>
                  <a:lnTo>
                    <a:pt x="101" y="81"/>
                  </a:lnTo>
                  <a:lnTo>
                    <a:pt x="102" y="80"/>
                  </a:lnTo>
                  <a:lnTo>
                    <a:pt x="96" y="76"/>
                  </a:lnTo>
                  <a:lnTo>
                    <a:pt x="106" y="50"/>
                  </a:lnTo>
                  <a:lnTo>
                    <a:pt x="120" y="35"/>
                  </a:lnTo>
                  <a:lnTo>
                    <a:pt x="122" y="19"/>
                  </a:lnTo>
                  <a:lnTo>
                    <a:pt x="126" y="0"/>
                  </a:lnTo>
                  <a:lnTo>
                    <a:pt x="96" y="25"/>
                  </a:lnTo>
                  <a:lnTo>
                    <a:pt x="95" y="22"/>
                  </a:lnTo>
                  <a:lnTo>
                    <a:pt x="93" y="24"/>
                  </a:lnTo>
                  <a:lnTo>
                    <a:pt x="94"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69"/>
            <p:cNvSpPr>
              <a:spLocks/>
            </p:cNvSpPr>
            <p:nvPr/>
          </p:nvSpPr>
          <p:spPr bwMode="auto">
            <a:xfrm>
              <a:off x="9880601" y="2922588"/>
              <a:ext cx="34925" cy="22225"/>
            </a:xfrm>
            <a:custGeom>
              <a:avLst/>
              <a:gdLst>
                <a:gd name="T0" fmla="*/ 22 w 22"/>
                <a:gd name="T1" fmla="*/ 12 h 14"/>
                <a:gd name="T2" fmla="*/ 13 w 22"/>
                <a:gd name="T3" fmla="*/ 0 h 14"/>
                <a:gd name="T4" fmla="*/ 1 w 22"/>
                <a:gd name="T5" fmla="*/ 0 h 14"/>
                <a:gd name="T6" fmla="*/ 0 w 22"/>
                <a:gd name="T7" fmla="*/ 9 h 14"/>
                <a:gd name="T8" fmla="*/ 10 w 22"/>
                <a:gd name="T9" fmla="*/ 14 h 14"/>
                <a:gd name="T10" fmla="*/ 22 w 22"/>
                <a:gd name="T11" fmla="*/ 12 h 14"/>
              </a:gdLst>
              <a:ahLst/>
              <a:cxnLst>
                <a:cxn ang="0">
                  <a:pos x="T0" y="T1"/>
                </a:cxn>
                <a:cxn ang="0">
                  <a:pos x="T2" y="T3"/>
                </a:cxn>
                <a:cxn ang="0">
                  <a:pos x="T4" y="T5"/>
                </a:cxn>
                <a:cxn ang="0">
                  <a:pos x="T6" y="T7"/>
                </a:cxn>
                <a:cxn ang="0">
                  <a:pos x="T8" y="T9"/>
                </a:cxn>
                <a:cxn ang="0">
                  <a:pos x="T10" y="T11"/>
                </a:cxn>
              </a:cxnLst>
              <a:rect l="0" t="0" r="r" b="b"/>
              <a:pathLst>
                <a:path w="22" h="14">
                  <a:moveTo>
                    <a:pt x="22" y="12"/>
                  </a:moveTo>
                  <a:lnTo>
                    <a:pt x="13" y="0"/>
                  </a:lnTo>
                  <a:lnTo>
                    <a:pt x="1" y="0"/>
                  </a:lnTo>
                  <a:lnTo>
                    <a:pt x="0" y="9"/>
                  </a:lnTo>
                  <a:lnTo>
                    <a:pt x="10" y="14"/>
                  </a:lnTo>
                  <a:lnTo>
                    <a:pt x="22"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70"/>
            <p:cNvSpPr>
              <a:spLocks/>
            </p:cNvSpPr>
            <p:nvPr/>
          </p:nvSpPr>
          <p:spPr bwMode="auto">
            <a:xfrm>
              <a:off x="9972676" y="2905125"/>
              <a:ext cx="23813" cy="15875"/>
            </a:xfrm>
            <a:custGeom>
              <a:avLst/>
              <a:gdLst>
                <a:gd name="T0" fmla="*/ 9 w 15"/>
                <a:gd name="T1" fmla="*/ 0 h 10"/>
                <a:gd name="T2" fmla="*/ 1 w 15"/>
                <a:gd name="T3" fmla="*/ 0 h 10"/>
                <a:gd name="T4" fmla="*/ 0 w 15"/>
                <a:gd name="T5" fmla="*/ 6 h 10"/>
                <a:gd name="T6" fmla="*/ 7 w 15"/>
                <a:gd name="T7" fmla="*/ 10 h 10"/>
                <a:gd name="T8" fmla="*/ 15 w 15"/>
                <a:gd name="T9" fmla="*/ 8 h 10"/>
                <a:gd name="T10" fmla="*/ 9 w 15"/>
                <a:gd name="T11" fmla="*/ 0 h 10"/>
              </a:gdLst>
              <a:ahLst/>
              <a:cxnLst>
                <a:cxn ang="0">
                  <a:pos x="T0" y="T1"/>
                </a:cxn>
                <a:cxn ang="0">
                  <a:pos x="T2" y="T3"/>
                </a:cxn>
                <a:cxn ang="0">
                  <a:pos x="T4" y="T5"/>
                </a:cxn>
                <a:cxn ang="0">
                  <a:pos x="T6" y="T7"/>
                </a:cxn>
                <a:cxn ang="0">
                  <a:pos x="T8" y="T9"/>
                </a:cxn>
                <a:cxn ang="0">
                  <a:pos x="T10" y="T11"/>
                </a:cxn>
              </a:cxnLst>
              <a:rect l="0" t="0" r="r" b="b"/>
              <a:pathLst>
                <a:path w="15" h="10">
                  <a:moveTo>
                    <a:pt x="9" y="0"/>
                  </a:moveTo>
                  <a:lnTo>
                    <a:pt x="1" y="0"/>
                  </a:lnTo>
                  <a:lnTo>
                    <a:pt x="0" y="6"/>
                  </a:lnTo>
                  <a:lnTo>
                    <a:pt x="7" y="10"/>
                  </a:lnTo>
                  <a:lnTo>
                    <a:pt x="15" y="8"/>
                  </a:lnTo>
                  <a:lnTo>
                    <a:pt x="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71"/>
            <p:cNvSpPr>
              <a:spLocks/>
            </p:cNvSpPr>
            <p:nvPr/>
          </p:nvSpPr>
          <p:spPr bwMode="auto">
            <a:xfrm>
              <a:off x="9807576" y="2914650"/>
              <a:ext cx="31750" cy="20638"/>
            </a:xfrm>
            <a:custGeom>
              <a:avLst/>
              <a:gdLst>
                <a:gd name="T0" fmla="*/ 20 w 20"/>
                <a:gd name="T1" fmla="*/ 11 h 13"/>
                <a:gd name="T2" fmla="*/ 12 w 20"/>
                <a:gd name="T3" fmla="*/ 1 h 13"/>
                <a:gd name="T4" fmla="*/ 2 w 20"/>
                <a:gd name="T5" fmla="*/ 0 h 13"/>
                <a:gd name="T6" fmla="*/ 0 w 20"/>
                <a:gd name="T7" fmla="*/ 8 h 13"/>
                <a:gd name="T8" fmla="*/ 10 w 20"/>
                <a:gd name="T9" fmla="*/ 13 h 13"/>
                <a:gd name="T10" fmla="*/ 20 w 20"/>
                <a:gd name="T11" fmla="*/ 11 h 13"/>
              </a:gdLst>
              <a:ahLst/>
              <a:cxnLst>
                <a:cxn ang="0">
                  <a:pos x="T0" y="T1"/>
                </a:cxn>
                <a:cxn ang="0">
                  <a:pos x="T2" y="T3"/>
                </a:cxn>
                <a:cxn ang="0">
                  <a:pos x="T4" y="T5"/>
                </a:cxn>
                <a:cxn ang="0">
                  <a:pos x="T6" y="T7"/>
                </a:cxn>
                <a:cxn ang="0">
                  <a:pos x="T8" y="T9"/>
                </a:cxn>
                <a:cxn ang="0">
                  <a:pos x="T10" y="T11"/>
                </a:cxn>
              </a:cxnLst>
              <a:rect l="0" t="0" r="r" b="b"/>
              <a:pathLst>
                <a:path w="20" h="13">
                  <a:moveTo>
                    <a:pt x="20" y="11"/>
                  </a:moveTo>
                  <a:lnTo>
                    <a:pt x="12" y="1"/>
                  </a:lnTo>
                  <a:lnTo>
                    <a:pt x="2" y="0"/>
                  </a:lnTo>
                  <a:lnTo>
                    <a:pt x="0" y="8"/>
                  </a:lnTo>
                  <a:lnTo>
                    <a:pt x="10" y="13"/>
                  </a:lnTo>
                  <a:lnTo>
                    <a:pt x="20"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72"/>
            <p:cNvSpPr>
              <a:spLocks/>
            </p:cNvSpPr>
            <p:nvPr/>
          </p:nvSpPr>
          <p:spPr bwMode="auto">
            <a:xfrm>
              <a:off x="9647238" y="2901950"/>
              <a:ext cx="33338" cy="30163"/>
            </a:xfrm>
            <a:custGeom>
              <a:avLst/>
              <a:gdLst>
                <a:gd name="T0" fmla="*/ 21 w 21"/>
                <a:gd name="T1" fmla="*/ 14 h 19"/>
                <a:gd name="T2" fmla="*/ 14 w 21"/>
                <a:gd name="T3" fmla="*/ 0 h 19"/>
                <a:gd name="T4" fmla="*/ 0 w 21"/>
                <a:gd name="T5" fmla="*/ 3 h 19"/>
                <a:gd name="T6" fmla="*/ 1 w 21"/>
                <a:gd name="T7" fmla="*/ 11 h 19"/>
                <a:gd name="T8" fmla="*/ 10 w 21"/>
                <a:gd name="T9" fmla="*/ 19 h 19"/>
                <a:gd name="T10" fmla="*/ 21 w 21"/>
                <a:gd name="T11" fmla="*/ 14 h 19"/>
              </a:gdLst>
              <a:ahLst/>
              <a:cxnLst>
                <a:cxn ang="0">
                  <a:pos x="T0" y="T1"/>
                </a:cxn>
                <a:cxn ang="0">
                  <a:pos x="T2" y="T3"/>
                </a:cxn>
                <a:cxn ang="0">
                  <a:pos x="T4" y="T5"/>
                </a:cxn>
                <a:cxn ang="0">
                  <a:pos x="T6" y="T7"/>
                </a:cxn>
                <a:cxn ang="0">
                  <a:pos x="T8" y="T9"/>
                </a:cxn>
                <a:cxn ang="0">
                  <a:pos x="T10" y="T11"/>
                </a:cxn>
              </a:cxnLst>
              <a:rect l="0" t="0" r="r" b="b"/>
              <a:pathLst>
                <a:path w="21" h="19">
                  <a:moveTo>
                    <a:pt x="21" y="14"/>
                  </a:moveTo>
                  <a:lnTo>
                    <a:pt x="14" y="0"/>
                  </a:lnTo>
                  <a:lnTo>
                    <a:pt x="0" y="3"/>
                  </a:lnTo>
                  <a:lnTo>
                    <a:pt x="1" y="11"/>
                  </a:lnTo>
                  <a:lnTo>
                    <a:pt x="10" y="19"/>
                  </a:lnTo>
                  <a:lnTo>
                    <a:pt x="21"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7" name="组合 76"/>
          <p:cNvGrpSpPr/>
          <p:nvPr/>
        </p:nvGrpSpPr>
        <p:grpSpPr>
          <a:xfrm>
            <a:off x="5910263" y="4002088"/>
            <a:ext cx="4398963" cy="2487613"/>
            <a:chOff x="5910263" y="4002088"/>
            <a:chExt cx="4398963" cy="2487613"/>
          </a:xfrm>
          <a:solidFill>
            <a:schemeClr val="tx1">
              <a:lumMod val="65000"/>
              <a:lumOff val="35000"/>
            </a:schemeClr>
          </a:solidFill>
        </p:grpSpPr>
        <p:sp>
          <p:nvSpPr>
            <p:cNvPr id="78" name="Freeform 73"/>
            <p:cNvSpPr>
              <a:spLocks/>
            </p:cNvSpPr>
            <p:nvPr/>
          </p:nvSpPr>
          <p:spPr bwMode="auto">
            <a:xfrm>
              <a:off x="8610601" y="5546725"/>
              <a:ext cx="461963" cy="492125"/>
            </a:xfrm>
            <a:custGeom>
              <a:avLst/>
              <a:gdLst>
                <a:gd name="T0" fmla="*/ 97 w 330"/>
                <a:gd name="T1" fmla="*/ 210 h 351"/>
                <a:gd name="T2" fmla="*/ 129 w 330"/>
                <a:gd name="T3" fmla="*/ 241 h 351"/>
                <a:gd name="T4" fmla="*/ 166 w 330"/>
                <a:gd name="T5" fmla="*/ 344 h 351"/>
                <a:gd name="T6" fmla="*/ 176 w 330"/>
                <a:gd name="T7" fmla="*/ 351 h 351"/>
                <a:gd name="T8" fmla="*/ 179 w 330"/>
                <a:gd name="T9" fmla="*/ 350 h 351"/>
                <a:gd name="T10" fmla="*/ 184 w 330"/>
                <a:gd name="T11" fmla="*/ 347 h 351"/>
                <a:gd name="T12" fmla="*/ 182 w 330"/>
                <a:gd name="T13" fmla="*/ 330 h 351"/>
                <a:gd name="T14" fmla="*/ 149 w 330"/>
                <a:gd name="T15" fmla="*/ 238 h 351"/>
                <a:gd name="T16" fmla="*/ 205 w 330"/>
                <a:gd name="T17" fmla="*/ 178 h 351"/>
                <a:gd name="T18" fmla="*/ 318 w 330"/>
                <a:gd name="T19" fmla="*/ 123 h 351"/>
                <a:gd name="T20" fmla="*/ 326 w 330"/>
                <a:gd name="T21" fmla="*/ 101 h 351"/>
                <a:gd name="T22" fmla="*/ 304 w 330"/>
                <a:gd name="T23" fmla="*/ 94 h 351"/>
                <a:gd name="T24" fmla="*/ 193 w 330"/>
                <a:gd name="T25" fmla="*/ 147 h 351"/>
                <a:gd name="T26" fmla="*/ 185 w 330"/>
                <a:gd name="T27" fmla="*/ 140 h 351"/>
                <a:gd name="T28" fmla="*/ 240 w 330"/>
                <a:gd name="T29" fmla="*/ 26 h 351"/>
                <a:gd name="T30" fmla="*/ 233 w 330"/>
                <a:gd name="T31" fmla="*/ 4 h 351"/>
                <a:gd name="T32" fmla="*/ 211 w 330"/>
                <a:gd name="T33" fmla="*/ 11 h 351"/>
                <a:gd name="T34" fmla="*/ 155 w 330"/>
                <a:gd name="T35" fmla="*/ 127 h 351"/>
                <a:gd name="T36" fmla="*/ 95 w 330"/>
                <a:gd name="T37" fmla="*/ 190 h 351"/>
                <a:gd name="T38" fmla="*/ 0 w 330"/>
                <a:gd name="T39" fmla="*/ 197 h 351"/>
                <a:gd name="T40" fmla="*/ 28 w 330"/>
                <a:gd name="T41" fmla="*/ 215 h 351"/>
                <a:gd name="T42" fmla="*/ 97 w 330"/>
                <a:gd name="T43" fmla="*/ 210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0" h="351">
                  <a:moveTo>
                    <a:pt x="97" y="210"/>
                  </a:moveTo>
                  <a:cubicBezTo>
                    <a:pt x="129" y="241"/>
                    <a:pt x="129" y="241"/>
                    <a:pt x="129" y="241"/>
                  </a:cubicBezTo>
                  <a:cubicBezTo>
                    <a:pt x="166" y="344"/>
                    <a:pt x="166" y="344"/>
                    <a:pt x="166" y="344"/>
                  </a:cubicBezTo>
                  <a:cubicBezTo>
                    <a:pt x="168" y="348"/>
                    <a:pt x="171" y="351"/>
                    <a:pt x="176" y="351"/>
                  </a:cubicBezTo>
                  <a:cubicBezTo>
                    <a:pt x="177" y="351"/>
                    <a:pt x="178" y="350"/>
                    <a:pt x="179" y="350"/>
                  </a:cubicBezTo>
                  <a:cubicBezTo>
                    <a:pt x="181" y="349"/>
                    <a:pt x="182" y="348"/>
                    <a:pt x="184" y="347"/>
                  </a:cubicBezTo>
                  <a:cubicBezTo>
                    <a:pt x="183" y="341"/>
                    <a:pt x="183" y="336"/>
                    <a:pt x="182" y="330"/>
                  </a:cubicBezTo>
                  <a:cubicBezTo>
                    <a:pt x="149" y="238"/>
                    <a:pt x="149" y="238"/>
                    <a:pt x="149" y="238"/>
                  </a:cubicBezTo>
                  <a:cubicBezTo>
                    <a:pt x="205" y="178"/>
                    <a:pt x="205" y="178"/>
                    <a:pt x="205" y="178"/>
                  </a:cubicBezTo>
                  <a:cubicBezTo>
                    <a:pt x="318" y="123"/>
                    <a:pt x="318" y="123"/>
                    <a:pt x="318" y="123"/>
                  </a:cubicBezTo>
                  <a:cubicBezTo>
                    <a:pt x="327" y="119"/>
                    <a:pt x="330" y="110"/>
                    <a:pt x="326" y="101"/>
                  </a:cubicBezTo>
                  <a:cubicBezTo>
                    <a:pt x="322" y="93"/>
                    <a:pt x="312" y="90"/>
                    <a:pt x="304" y="94"/>
                  </a:cubicBezTo>
                  <a:cubicBezTo>
                    <a:pt x="193" y="147"/>
                    <a:pt x="193" y="147"/>
                    <a:pt x="193" y="147"/>
                  </a:cubicBezTo>
                  <a:cubicBezTo>
                    <a:pt x="185" y="140"/>
                    <a:pt x="185" y="140"/>
                    <a:pt x="185" y="140"/>
                  </a:cubicBezTo>
                  <a:cubicBezTo>
                    <a:pt x="240" y="26"/>
                    <a:pt x="240" y="26"/>
                    <a:pt x="240" y="26"/>
                  </a:cubicBezTo>
                  <a:cubicBezTo>
                    <a:pt x="244" y="17"/>
                    <a:pt x="241" y="8"/>
                    <a:pt x="233" y="4"/>
                  </a:cubicBezTo>
                  <a:cubicBezTo>
                    <a:pt x="224" y="0"/>
                    <a:pt x="215" y="3"/>
                    <a:pt x="211" y="11"/>
                  </a:cubicBezTo>
                  <a:cubicBezTo>
                    <a:pt x="155" y="127"/>
                    <a:pt x="155" y="127"/>
                    <a:pt x="155" y="127"/>
                  </a:cubicBezTo>
                  <a:cubicBezTo>
                    <a:pt x="95" y="190"/>
                    <a:pt x="95" y="190"/>
                    <a:pt x="95" y="190"/>
                  </a:cubicBezTo>
                  <a:cubicBezTo>
                    <a:pt x="0" y="197"/>
                    <a:pt x="0" y="197"/>
                    <a:pt x="0" y="197"/>
                  </a:cubicBezTo>
                  <a:cubicBezTo>
                    <a:pt x="10" y="203"/>
                    <a:pt x="19" y="209"/>
                    <a:pt x="28" y="215"/>
                  </a:cubicBezTo>
                  <a:lnTo>
                    <a:pt x="97" y="2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74"/>
            <p:cNvSpPr>
              <a:spLocks/>
            </p:cNvSpPr>
            <p:nvPr/>
          </p:nvSpPr>
          <p:spPr bwMode="auto">
            <a:xfrm>
              <a:off x="8694738" y="5854700"/>
              <a:ext cx="84138" cy="82550"/>
            </a:xfrm>
            <a:custGeom>
              <a:avLst/>
              <a:gdLst>
                <a:gd name="T0" fmla="*/ 47 w 60"/>
                <a:gd name="T1" fmla="*/ 11 h 59"/>
                <a:gd name="T2" fmla="*/ 5 w 60"/>
                <a:gd name="T3" fmla="*/ 13 h 59"/>
                <a:gd name="T4" fmla="*/ 0 w 60"/>
                <a:gd name="T5" fmla="*/ 20 h 59"/>
                <a:gd name="T6" fmla="*/ 41 w 60"/>
                <a:gd name="T7" fmla="*/ 59 h 59"/>
                <a:gd name="T8" fmla="*/ 48 w 60"/>
                <a:gd name="T9" fmla="*/ 54 h 59"/>
                <a:gd name="T10" fmla="*/ 47 w 60"/>
                <a:gd name="T11" fmla="*/ 11 h 59"/>
              </a:gdLst>
              <a:ahLst/>
              <a:cxnLst>
                <a:cxn ang="0">
                  <a:pos x="T0" y="T1"/>
                </a:cxn>
                <a:cxn ang="0">
                  <a:pos x="T2" y="T3"/>
                </a:cxn>
                <a:cxn ang="0">
                  <a:pos x="T4" y="T5"/>
                </a:cxn>
                <a:cxn ang="0">
                  <a:pos x="T6" y="T7"/>
                </a:cxn>
                <a:cxn ang="0">
                  <a:pos x="T8" y="T9"/>
                </a:cxn>
                <a:cxn ang="0">
                  <a:pos x="T10" y="T11"/>
                </a:cxn>
              </a:cxnLst>
              <a:rect l="0" t="0" r="r" b="b"/>
              <a:pathLst>
                <a:path w="60" h="59">
                  <a:moveTo>
                    <a:pt x="47" y="11"/>
                  </a:moveTo>
                  <a:cubicBezTo>
                    <a:pt x="35" y="0"/>
                    <a:pt x="16" y="1"/>
                    <a:pt x="5" y="13"/>
                  </a:cubicBezTo>
                  <a:cubicBezTo>
                    <a:pt x="3" y="15"/>
                    <a:pt x="1" y="17"/>
                    <a:pt x="0" y="20"/>
                  </a:cubicBezTo>
                  <a:cubicBezTo>
                    <a:pt x="16" y="33"/>
                    <a:pt x="30" y="46"/>
                    <a:pt x="41" y="59"/>
                  </a:cubicBezTo>
                  <a:cubicBezTo>
                    <a:pt x="44" y="58"/>
                    <a:pt x="46" y="56"/>
                    <a:pt x="48" y="54"/>
                  </a:cubicBezTo>
                  <a:cubicBezTo>
                    <a:pt x="60" y="42"/>
                    <a:pt x="59" y="23"/>
                    <a:pt x="47"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75"/>
            <p:cNvSpPr>
              <a:spLocks/>
            </p:cNvSpPr>
            <p:nvPr/>
          </p:nvSpPr>
          <p:spPr bwMode="auto">
            <a:xfrm>
              <a:off x="9091613" y="5929313"/>
              <a:ext cx="52388" cy="60325"/>
            </a:xfrm>
            <a:custGeom>
              <a:avLst/>
              <a:gdLst>
                <a:gd name="T0" fmla="*/ 25 w 37"/>
                <a:gd name="T1" fmla="*/ 39 h 43"/>
                <a:gd name="T2" fmla="*/ 37 w 37"/>
                <a:gd name="T3" fmla="*/ 34 h 43"/>
                <a:gd name="T4" fmla="*/ 34 w 37"/>
                <a:gd name="T5" fmla="*/ 0 h 43"/>
                <a:gd name="T6" fmla="*/ 12 w 37"/>
                <a:gd name="T7" fmla="*/ 9 h 43"/>
                <a:gd name="T8" fmla="*/ 3 w 37"/>
                <a:gd name="T9" fmla="*/ 30 h 43"/>
                <a:gd name="T10" fmla="*/ 6 w 37"/>
                <a:gd name="T11" fmla="*/ 34 h 43"/>
                <a:gd name="T12" fmla="*/ 25 w 37"/>
                <a:gd name="T13" fmla="*/ 39 h 43"/>
              </a:gdLst>
              <a:ahLst/>
              <a:cxnLst>
                <a:cxn ang="0">
                  <a:pos x="T0" y="T1"/>
                </a:cxn>
                <a:cxn ang="0">
                  <a:pos x="T2" y="T3"/>
                </a:cxn>
                <a:cxn ang="0">
                  <a:pos x="T4" y="T5"/>
                </a:cxn>
                <a:cxn ang="0">
                  <a:pos x="T6" y="T7"/>
                </a:cxn>
                <a:cxn ang="0">
                  <a:pos x="T8" y="T9"/>
                </a:cxn>
                <a:cxn ang="0">
                  <a:pos x="T10" y="T11"/>
                </a:cxn>
                <a:cxn ang="0">
                  <a:pos x="T12" y="T13"/>
                </a:cxn>
              </a:cxnLst>
              <a:rect l="0" t="0" r="r" b="b"/>
              <a:pathLst>
                <a:path w="37" h="43">
                  <a:moveTo>
                    <a:pt x="25" y="39"/>
                  </a:moveTo>
                  <a:cubicBezTo>
                    <a:pt x="37" y="34"/>
                    <a:pt x="37" y="34"/>
                    <a:pt x="37" y="34"/>
                  </a:cubicBezTo>
                  <a:cubicBezTo>
                    <a:pt x="37" y="23"/>
                    <a:pt x="36" y="11"/>
                    <a:pt x="34" y="0"/>
                  </a:cubicBezTo>
                  <a:cubicBezTo>
                    <a:pt x="12" y="9"/>
                    <a:pt x="12" y="9"/>
                    <a:pt x="12" y="9"/>
                  </a:cubicBezTo>
                  <a:cubicBezTo>
                    <a:pt x="4" y="13"/>
                    <a:pt x="0" y="22"/>
                    <a:pt x="3" y="30"/>
                  </a:cubicBezTo>
                  <a:cubicBezTo>
                    <a:pt x="4" y="31"/>
                    <a:pt x="5" y="33"/>
                    <a:pt x="6" y="34"/>
                  </a:cubicBezTo>
                  <a:cubicBezTo>
                    <a:pt x="10" y="40"/>
                    <a:pt x="18" y="43"/>
                    <a:pt x="25"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76"/>
            <p:cNvSpPr>
              <a:spLocks/>
            </p:cNvSpPr>
            <p:nvPr/>
          </p:nvSpPr>
          <p:spPr bwMode="auto">
            <a:xfrm>
              <a:off x="9259888" y="5630863"/>
              <a:ext cx="258763" cy="319088"/>
            </a:xfrm>
            <a:custGeom>
              <a:avLst/>
              <a:gdLst>
                <a:gd name="T0" fmla="*/ 55 w 185"/>
                <a:gd name="T1" fmla="*/ 228 h 228"/>
                <a:gd name="T2" fmla="*/ 56 w 185"/>
                <a:gd name="T3" fmla="*/ 226 h 228"/>
                <a:gd name="T4" fmla="*/ 116 w 185"/>
                <a:gd name="T5" fmla="*/ 167 h 228"/>
                <a:gd name="T6" fmla="*/ 185 w 185"/>
                <a:gd name="T7" fmla="*/ 201 h 228"/>
                <a:gd name="T8" fmla="*/ 185 w 185"/>
                <a:gd name="T9" fmla="*/ 179 h 228"/>
                <a:gd name="T10" fmla="*/ 119 w 185"/>
                <a:gd name="T11" fmla="*/ 146 h 228"/>
                <a:gd name="T12" fmla="*/ 86 w 185"/>
                <a:gd name="T13" fmla="*/ 113 h 228"/>
                <a:gd name="T14" fmla="*/ 53 w 185"/>
                <a:gd name="T15" fmla="*/ 8 h 228"/>
                <a:gd name="T16" fmla="*/ 41 w 185"/>
                <a:gd name="T17" fmla="*/ 2 h 228"/>
                <a:gd name="T18" fmla="*/ 34 w 185"/>
                <a:gd name="T19" fmla="*/ 14 h 228"/>
                <a:gd name="T20" fmla="*/ 66 w 185"/>
                <a:gd name="T21" fmla="*/ 115 h 228"/>
                <a:gd name="T22" fmla="*/ 8 w 185"/>
                <a:gd name="T23" fmla="*/ 172 h 228"/>
                <a:gd name="T24" fmla="*/ 0 w 185"/>
                <a:gd name="T25" fmla="*/ 175 h 228"/>
                <a:gd name="T26" fmla="*/ 55 w 185"/>
                <a:gd name="T27" fmla="*/ 228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5" h="228">
                  <a:moveTo>
                    <a:pt x="55" y="228"/>
                  </a:moveTo>
                  <a:cubicBezTo>
                    <a:pt x="56" y="226"/>
                    <a:pt x="56" y="226"/>
                    <a:pt x="56" y="226"/>
                  </a:cubicBezTo>
                  <a:cubicBezTo>
                    <a:pt x="116" y="167"/>
                    <a:pt x="116" y="167"/>
                    <a:pt x="116" y="167"/>
                  </a:cubicBezTo>
                  <a:cubicBezTo>
                    <a:pt x="185" y="201"/>
                    <a:pt x="185" y="201"/>
                    <a:pt x="185" y="201"/>
                  </a:cubicBezTo>
                  <a:cubicBezTo>
                    <a:pt x="185" y="194"/>
                    <a:pt x="185" y="186"/>
                    <a:pt x="185" y="179"/>
                  </a:cubicBezTo>
                  <a:cubicBezTo>
                    <a:pt x="119" y="146"/>
                    <a:pt x="119" y="146"/>
                    <a:pt x="119" y="146"/>
                  </a:cubicBezTo>
                  <a:cubicBezTo>
                    <a:pt x="86" y="113"/>
                    <a:pt x="86" y="113"/>
                    <a:pt x="86" y="113"/>
                  </a:cubicBezTo>
                  <a:cubicBezTo>
                    <a:pt x="53" y="8"/>
                    <a:pt x="53" y="8"/>
                    <a:pt x="53" y="8"/>
                  </a:cubicBezTo>
                  <a:cubicBezTo>
                    <a:pt x="52" y="3"/>
                    <a:pt x="46" y="0"/>
                    <a:pt x="41" y="2"/>
                  </a:cubicBezTo>
                  <a:cubicBezTo>
                    <a:pt x="35" y="3"/>
                    <a:pt x="32" y="9"/>
                    <a:pt x="34" y="14"/>
                  </a:cubicBezTo>
                  <a:cubicBezTo>
                    <a:pt x="66" y="115"/>
                    <a:pt x="66" y="115"/>
                    <a:pt x="66" y="115"/>
                  </a:cubicBezTo>
                  <a:cubicBezTo>
                    <a:pt x="8" y="172"/>
                    <a:pt x="8" y="172"/>
                    <a:pt x="8" y="172"/>
                  </a:cubicBezTo>
                  <a:cubicBezTo>
                    <a:pt x="0" y="175"/>
                    <a:pt x="0" y="175"/>
                    <a:pt x="0" y="175"/>
                  </a:cubicBezTo>
                  <a:cubicBezTo>
                    <a:pt x="22" y="193"/>
                    <a:pt x="40" y="211"/>
                    <a:pt x="55" y="2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77"/>
            <p:cNvSpPr>
              <a:spLocks/>
            </p:cNvSpPr>
            <p:nvPr/>
          </p:nvSpPr>
          <p:spPr bwMode="auto">
            <a:xfrm>
              <a:off x="9394826" y="5729288"/>
              <a:ext cx="92075" cy="92075"/>
            </a:xfrm>
            <a:custGeom>
              <a:avLst/>
              <a:gdLst>
                <a:gd name="T0" fmla="*/ 12 w 66"/>
                <a:gd name="T1" fmla="*/ 12 h 66"/>
                <a:gd name="T2" fmla="*/ 12 w 66"/>
                <a:gd name="T3" fmla="*/ 54 h 66"/>
                <a:gd name="T4" fmla="*/ 54 w 66"/>
                <a:gd name="T5" fmla="*/ 54 h 66"/>
                <a:gd name="T6" fmla="*/ 54 w 66"/>
                <a:gd name="T7" fmla="*/ 12 h 66"/>
                <a:gd name="T8" fmla="*/ 12 w 66"/>
                <a:gd name="T9" fmla="*/ 12 h 66"/>
              </a:gdLst>
              <a:ahLst/>
              <a:cxnLst>
                <a:cxn ang="0">
                  <a:pos x="T0" y="T1"/>
                </a:cxn>
                <a:cxn ang="0">
                  <a:pos x="T2" y="T3"/>
                </a:cxn>
                <a:cxn ang="0">
                  <a:pos x="T4" y="T5"/>
                </a:cxn>
                <a:cxn ang="0">
                  <a:pos x="T6" y="T7"/>
                </a:cxn>
                <a:cxn ang="0">
                  <a:pos x="T8" y="T9"/>
                </a:cxn>
              </a:cxnLst>
              <a:rect l="0" t="0" r="r" b="b"/>
              <a:pathLst>
                <a:path w="66" h="66">
                  <a:moveTo>
                    <a:pt x="12" y="12"/>
                  </a:moveTo>
                  <a:cubicBezTo>
                    <a:pt x="0" y="23"/>
                    <a:pt x="0" y="42"/>
                    <a:pt x="12" y="54"/>
                  </a:cubicBezTo>
                  <a:cubicBezTo>
                    <a:pt x="23" y="66"/>
                    <a:pt x="42" y="66"/>
                    <a:pt x="54" y="54"/>
                  </a:cubicBezTo>
                  <a:cubicBezTo>
                    <a:pt x="66" y="43"/>
                    <a:pt x="66" y="24"/>
                    <a:pt x="54" y="12"/>
                  </a:cubicBezTo>
                  <a:cubicBezTo>
                    <a:pt x="43" y="0"/>
                    <a:pt x="24" y="0"/>
                    <a:pt x="1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78"/>
            <p:cNvSpPr>
              <a:spLocks/>
            </p:cNvSpPr>
            <p:nvPr/>
          </p:nvSpPr>
          <p:spPr bwMode="auto">
            <a:xfrm>
              <a:off x="9442451" y="5935663"/>
              <a:ext cx="52388" cy="119063"/>
            </a:xfrm>
            <a:custGeom>
              <a:avLst/>
              <a:gdLst>
                <a:gd name="T0" fmla="*/ 0 w 38"/>
                <a:gd name="T1" fmla="*/ 0 h 85"/>
                <a:gd name="T2" fmla="*/ 1 w 38"/>
                <a:gd name="T3" fmla="*/ 22 h 85"/>
                <a:gd name="T4" fmla="*/ 2 w 38"/>
                <a:gd name="T5" fmla="*/ 85 h 85"/>
                <a:gd name="T6" fmla="*/ 38 w 38"/>
                <a:gd name="T7" fmla="*/ 45 h 85"/>
                <a:gd name="T8" fmla="*/ 0 w 38"/>
                <a:gd name="T9" fmla="*/ 0 h 85"/>
              </a:gdLst>
              <a:ahLst/>
              <a:cxnLst>
                <a:cxn ang="0">
                  <a:pos x="T0" y="T1"/>
                </a:cxn>
                <a:cxn ang="0">
                  <a:pos x="T2" y="T3"/>
                </a:cxn>
                <a:cxn ang="0">
                  <a:pos x="T4" y="T5"/>
                </a:cxn>
                <a:cxn ang="0">
                  <a:pos x="T6" y="T7"/>
                </a:cxn>
                <a:cxn ang="0">
                  <a:pos x="T8" y="T9"/>
                </a:cxn>
              </a:cxnLst>
              <a:rect l="0" t="0" r="r" b="b"/>
              <a:pathLst>
                <a:path w="38" h="85">
                  <a:moveTo>
                    <a:pt x="0" y="0"/>
                  </a:moveTo>
                  <a:cubicBezTo>
                    <a:pt x="0" y="8"/>
                    <a:pt x="1" y="15"/>
                    <a:pt x="1" y="22"/>
                  </a:cubicBezTo>
                  <a:cubicBezTo>
                    <a:pt x="3" y="46"/>
                    <a:pt x="3" y="67"/>
                    <a:pt x="2" y="85"/>
                  </a:cubicBezTo>
                  <a:cubicBezTo>
                    <a:pt x="18" y="72"/>
                    <a:pt x="29" y="59"/>
                    <a:pt x="38" y="45"/>
                  </a:cubicBezTo>
                  <a:cubicBezTo>
                    <a:pt x="27" y="29"/>
                    <a:pt x="15" y="1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79"/>
            <p:cNvSpPr>
              <a:spLocks/>
            </p:cNvSpPr>
            <p:nvPr/>
          </p:nvSpPr>
          <p:spPr bwMode="auto">
            <a:xfrm>
              <a:off x="8851901" y="6167438"/>
              <a:ext cx="1588" cy="4763"/>
            </a:xfrm>
            <a:custGeom>
              <a:avLst/>
              <a:gdLst>
                <a:gd name="T0" fmla="*/ 0 w 1"/>
                <a:gd name="T1" fmla="*/ 3 h 3"/>
                <a:gd name="T2" fmla="*/ 1 w 1"/>
                <a:gd name="T3" fmla="*/ 0 h 3"/>
                <a:gd name="T4" fmla="*/ 0 w 1"/>
                <a:gd name="T5" fmla="*/ 1 h 3"/>
                <a:gd name="T6" fmla="*/ 0 w 1"/>
                <a:gd name="T7" fmla="*/ 3 h 3"/>
              </a:gdLst>
              <a:ahLst/>
              <a:cxnLst>
                <a:cxn ang="0">
                  <a:pos x="T0" y="T1"/>
                </a:cxn>
                <a:cxn ang="0">
                  <a:pos x="T2" y="T3"/>
                </a:cxn>
                <a:cxn ang="0">
                  <a:pos x="T4" y="T5"/>
                </a:cxn>
                <a:cxn ang="0">
                  <a:pos x="T6" y="T7"/>
                </a:cxn>
              </a:cxnLst>
              <a:rect l="0" t="0" r="r" b="b"/>
              <a:pathLst>
                <a:path w="1" h="3">
                  <a:moveTo>
                    <a:pt x="0" y="3"/>
                  </a:moveTo>
                  <a:cubicBezTo>
                    <a:pt x="0" y="2"/>
                    <a:pt x="1" y="1"/>
                    <a:pt x="1" y="0"/>
                  </a:cubicBezTo>
                  <a:cubicBezTo>
                    <a:pt x="1" y="1"/>
                    <a:pt x="0" y="1"/>
                    <a:pt x="0" y="1"/>
                  </a:cubicBezTo>
                  <a:cubicBezTo>
                    <a:pt x="0" y="2"/>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80"/>
            <p:cNvSpPr>
              <a:spLocks/>
            </p:cNvSpPr>
            <p:nvPr/>
          </p:nvSpPr>
          <p:spPr bwMode="auto">
            <a:xfrm>
              <a:off x="8963026" y="5808663"/>
              <a:ext cx="430213" cy="488950"/>
            </a:xfrm>
            <a:custGeom>
              <a:avLst/>
              <a:gdLst>
                <a:gd name="T0" fmla="*/ 109 w 307"/>
                <a:gd name="T1" fmla="*/ 0 h 349"/>
                <a:gd name="T2" fmla="*/ 106 w 307"/>
                <a:gd name="T3" fmla="*/ 253 h 349"/>
                <a:gd name="T4" fmla="*/ 11 w 307"/>
                <a:gd name="T5" fmla="*/ 34 h 349"/>
                <a:gd name="T6" fmla="*/ 0 w 307"/>
                <a:gd name="T7" fmla="*/ 185 h 349"/>
                <a:gd name="T8" fmla="*/ 37 w 307"/>
                <a:gd name="T9" fmla="*/ 287 h 349"/>
                <a:gd name="T10" fmla="*/ 41 w 307"/>
                <a:gd name="T11" fmla="*/ 243 h 349"/>
                <a:gd name="T12" fmla="*/ 116 w 307"/>
                <a:gd name="T13" fmla="*/ 349 h 349"/>
                <a:gd name="T14" fmla="*/ 213 w 307"/>
                <a:gd name="T15" fmla="*/ 196 h 349"/>
                <a:gd name="T16" fmla="*/ 260 w 307"/>
                <a:gd name="T17" fmla="*/ 259 h 349"/>
                <a:gd name="T18" fmla="*/ 307 w 307"/>
                <a:gd name="T19" fmla="*/ 201 h 349"/>
                <a:gd name="T20" fmla="*/ 109 w 307"/>
                <a:gd name="T21" fmla="*/ 0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7" h="349">
                  <a:moveTo>
                    <a:pt x="109" y="0"/>
                  </a:moveTo>
                  <a:cubicBezTo>
                    <a:pt x="188" y="134"/>
                    <a:pt x="106" y="253"/>
                    <a:pt x="106" y="253"/>
                  </a:cubicBezTo>
                  <a:cubicBezTo>
                    <a:pt x="106" y="253"/>
                    <a:pt x="139" y="150"/>
                    <a:pt x="11" y="34"/>
                  </a:cubicBezTo>
                  <a:cubicBezTo>
                    <a:pt x="19" y="97"/>
                    <a:pt x="24" y="144"/>
                    <a:pt x="0" y="185"/>
                  </a:cubicBezTo>
                  <a:cubicBezTo>
                    <a:pt x="22" y="219"/>
                    <a:pt x="33" y="254"/>
                    <a:pt x="37" y="287"/>
                  </a:cubicBezTo>
                  <a:cubicBezTo>
                    <a:pt x="43" y="273"/>
                    <a:pt x="45" y="258"/>
                    <a:pt x="41" y="243"/>
                  </a:cubicBezTo>
                  <a:cubicBezTo>
                    <a:pt x="41" y="243"/>
                    <a:pt x="115" y="279"/>
                    <a:pt x="116" y="349"/>
                  </a:cubicBezTo>
                  <a:cubicBezTo>
                    <a:pt x="172" y="334"/>
                    <a:pt x="203" y="270"/>
                    <a:pt x="213" y="196"/>
                  </a:cubicBezTo>
                  <a:cubicBezTo>
                    <a:pt x="234" y="218"/>
                    <a:pt x="249" y="240"/>
                    <a:pt x="260" y="259"/>
                  </a:cubicBezTo>
                  <a:cubicBezTo>
                    <a:pt x="270" y="237"/>
                    <a:pt x="286" y="218"/>
                    <a:pt x="307" y="201"/>
                  </a:cubicBezTo>
                  <a:cubicBezTo>
                    <a:pt x="290" y="143"/>
                    <a:pt x="241" y="67"/>
                    <a:pt x="10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81"/>
            <p:cNvSpPr>
              <a:spLocks/>
            </p:cNvSpPr>
            <p:nvPr/>
          </p:nvSpPr>
          <p:spPr bwMode="auto">
            <a:xfrm>
              <a:off x="5910263" y="4616450"/>
              <a:ext cx="2714625" cy="1873250"/>
            </a:xfrm>
            <a:custGeom>
              <a:avLst/>
              <a:gdLst>
                <a:gd name="T0" fmla="*/ 1361 w 1710"/>
                <a:gd name="T1" fmla="*/ 815 h 1180"/>
                <a:gd name="T2" fmla="*/ 1335 w 1710"/>
                <a:gd name="T3" fmla="*/ 682 h 1180"/>
                <a:gd name="T4" fmla="*/ 1403 w 1710"/>
                <a:gd name="T5" fmla="*/ 518 h 1180"/>
                <a:gd name="T6" fmla="*/ 1414 w 1710"/>
                <a:gd name="T7" fmla="*/ 349 h 1180"/>
                <a:gd name="T8" fmla="*/ 1710 w 1710"/>
                <a:gd name="T9" fmla="*/ 21 h 1180"/>
                <a:gd name="T10" fmla="*/ 1658 w 1710"/>
                <a:gd name="T11" fmla="*/ 0 h 1180"/>
                <a:gd name="T12" fmla="*/ 0 w 1710"/>
                <a:gd name="T13" fmla="*/ 137 h 1180"/>
                <a:gd name="T14" fmla="*/ 0 w 1710"/>
                <a:gd name="T15" fmla="*/ 1180 h 1180"/>
                <a:gd name="T16" fmla="*/ 1227 w 1710"/>
                <a:gd name="T17" fmla="*/ 1180 h 1180"/>
                <a:gd name="T18" fmla="*/ 1269 w 1710"/>
                <a:gd name="T19" fmla="*/ 917 h 1180"/>
                <a:gd name="T20" fmla="*/ 1361 w 1710"/>
                <a:gd name="T21" fmla="*/ 815 h 1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10" h="1180">
                  <a:moveTo>
                    <a:pt x="1361" y="815"/>
                  </a:moveTo>
                  <a:lnTo>
                    <a:pt x="1335" y="682"/>
                  </a:lnTo>
                  <a:lnTo>
                    <a:pt x="1403" y="518"/>
                  </a:lnTo>
                  <a:lnTo>
                    <a:pt x="1414" y="349"/>
                  </a:lnTo>
                  <a:lnTo>
                    <a:pt x="1710" y="21"/>
                  </a:lnTo>
                  <a:lnTo>
                    <a:pt x="1658" y="0"/>
                  </a:lnTo>
                  <a:lnTo>
                    <a:pt x="0" y="137"/>
                  </a:lnTo>
                  <a:lnTo>
                    <a:pt x="0" y="1180"/>
                  </a:lnTo>
                  <a:lnTo>
                    <a:pt x="1227" y="1180"/>
                  </a:lnTo>
                  <a:lnTo>
                    <a:pt x="1269" y="917"/>
                  </a:lnTo>
                  <a:lnTo>
                    <a:pt x="1361" y="8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82"/>
            <p:cNvSpPr>
              <a:spLocks/>
            </p:cNvSpPr>
            <p:nvPr/>
          </p:nvSpPr>
          <p:spPr bwMode="auto">
            <a:xfrm>
              <a:off x="6438901" y="4565650"/>
              <a:ext cx="157163" cy="125413"/>
            </a:xfrm>
            <a:custGeom>
              <a:avLst/>
              <a:gdLst>
                <a:gd name="T0" fmla="*/ 99 w 99"/>
                <a:gd name="T1" fmla="*/ 26 h 79"/>
                <a:gd name="T2" fmla="*/ 90 w 99"/>
                <a:gd name="T3" fmla="*/ 14 h 79"/>
                <a:gd name="T4" fmla="*/ 88 w 99"/>
                <a:gd name="T5" fmla="*/ 19 h 79"/>
                <a:gd name="T6" fmla="*/ 39 w 99"/>
                <a:gd name="T7" fmla="*/ 0 h 79"/>
                <a:gd name="T8" fmla="*/ 25 w 99"/>
                <a:gd name="T9" fmla="*/ 26 h 79"/>
                <a:gd name="T10" fmla="*/ 4 w 99"/>
                <a:gd name="T11" fmla="*/ 19 h 79"/>
                <a:gd name="T12" fmla="*/ 0 w 99"/>
                <a:gd name="T13" fmla="*/ 29 h 79"/>
                <a:gd name="T14" fmla="*/ 23 w 99"/>
                <a:gd name="T15" fmla="*/ 34 h 79"/>
                <a:gd name="T16" fmla="*/ 21 w 99"/>
                <a:gd name="T17" fmla="*/ 64 h 79"/>
                <a:gd name="T18" fmla="*/ 73 w 99"/>
                <a:gd name="T19" fmla="*/ 72 h 79"/>
                <a:gd name="T20" fmla="*/ 72 w 99"/>
                <a:gd name="T21" fmla="*/ 79 h 79"/>
                <a:gd name="T22" fmla="*/ 87 w 99"/>
                <a:gd name="T23" fmla="*/ 72 h 79"/>
                <a:gd name="T24" fmla="*/ 75 w 99"/>
                <a:gd name="T25" fmla="*/ 63 h 79"/>
                <a:gd name="T26" fmla="*/ 74 w 99"/>
                <a:gd name="T27" fmla="*/ 69 h 79"/>
                <a:gd name="T28" fmla="*/ 31 w 99"/>
                <a:gd name="T29" fmla="*/ 58 h 79"/>
                <a:gd name="T30" fmla="*/ 33 w 99"/>
                <a:gd name="T31" fmla="*/ 37 h 79"/>
                <a:gd name="T32" fmla="*/ 79 w 99"/>
                <a:gd name="T33" fmla="*/ 48 h 79"/>
                <a:gd name="T34" fmla="*/ 78 w 99"/>
                <a:gd name="T35" fmla="*/ 54 h 79"/>
                <a:gd name="T36" fmla="*/ 93 w 99"/>
                <a:gd name="T37" fmla="*/ 49 h 79"/>
                <a:gd name="T38" fmla="*/ 82 w 99"/>
                <a:gd name="T39" fmla="*/ 38 h 79"/>
                <a:gd name="T40" fmla="*/ 81 w 99"/>
                <a:gd name="T41" fmla="*/ 44 h 79"/>
                <a:gd name="T42" fmla="*/ 36 w 99"/>
                <a:gd name="T43" fmla="*/ 29 h 79"/>
                <a:gd name="T44" fmla="*/ 45 w 99"/>
                <a:gd name="T45" fmla="*/ 11 h 79"/>
                <a:gd name="T46" fmla="*/ 86 w 99"/>
                <a:gd name="T47" fmla="*/ 23 h 79"/>
                <a:gd name="T48" fmla="*/ 83 w 99"/>
                <a:gd name="T49" fmla="*/ 29 h 79"/>
                <a:gd name="T50" fmla="*/ 99 w 99"/>
                <a:gd name="T51" fmla="*/ 26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9" h="79">
                  <a:moveTo>
                    <a:pt x="99" y="26"/>
                  </a:moveTo>
                  <a:lnTo>
                    <a:pt x="90" y="14"/>
                  </a:lnTo>
                  <a:lnTo>
                    <a:pt x="88" y="19"/>
                  </a:lnTo>
                  <a:lnTo>
                    <a:pt x="39" y="0"/>
                  </a:lnTo>
                  <a:lnTo>
                    <a:pt x="25" y="26"/>
                  </a:lnTo>
                  <a:lnTo>
                    <a:pt x="4" y="19"/>
                  </a:lnTo>
                  <a:lnTo>
                    <a:pt x="0" y="29"/>
                  </a:lnTo>
                  <a:lnTo>
                    <a:pt x="23" y="34"/>
                  </a:lnTo>
                  <a:lnTo>
                    <a:pt x="21" y="64"/>
                  </a:lnTo>
                  <a:lnTo>
                    <a:pt x="73" y="72"/>
                  </a:lnTo>
                  <a:lnTo>
                    <a:pt x="72" y="79"/>
                  </a:lnTo>
                  <a:lnTo>
                    <a:pt x="87" y="72"/>
                  </a:lnTo>
                  <a:lnTo>
                    <a:pt x="75" y="63"/>
                  </a:lnTo>
                  <a:lnTo>
                    <a:pt x="74" y="69"/>
                  </a:lnTo>
                  <a:lnTo>
                    <a:pt x="31" y="58"/>
                  </a:lnTo>
                  <a:lnTo>
                    <a:pt x="33" y="37"/>
                  </a:lnTo>
                  <a:lnTo>
                    <a:pt x="79" y="48"/>
                  </a:lnTo>
                  <a:lnTo>
                    <a:pt x="78" y="54"/>
                  </a:lnTo>
                  <a:lnTo>
                    <a:pt x="93" y="49"/>
                  </a:lnTo>
                  <a:lnTo>
                    <a:pt x="82" y="38"/>
                  </a:lnTo>
                  <a:lnTo>
                    <a:pt x="81" y="44"/>
                  </a:lnTo>
                  <a:lnTo>
                    <a:pt x="36" y="29"/>
                  </a:lnTo>
                  <a:lnTo>
                    <a:pt x="45" y="11"/>
                  </a:lnTo>
                  <a:lnTo>
                    <a:pt x="86" y="23"/>
                  </a:lnTo>
                  <a:lnTo>
                    <a:pt x="83" y="29"/>
                  </a:lnTo>
                  <a:lnTo>
                    <a:pt x="99"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83"/>
            <p:cNvSpPr>
              <a:spLocks/>
            </p:cNvSpPr>
            <p:nvPr/>
          </p:nvSpPr>
          <p:spPr bwMode="auto">
            <a:xfrm>
              <a:off x="6310313" y="4365625"/>
              <a:ext cx="101600" cy="144463"/>
            </a:xfrm>
            <a:custGeom>
              <a:avLst/>
              <a:gdLst>
                <a:gd name="T0" fmla="*/ 7 w 72"/>
                <a:gd name="T1" fmla="*/ 54 h 103"/>
                <a:gd name="T2" fmla="*/ 23 w 72"/>
                <a:gd name="T3" fmla="*/ 96 h 103"/>
                <a:gd name="T4" fmla="*/ 65 w 72"/>
                <a:gd name="T5" fmla="*/ 80 h 103"/>
                <a:gd name="T6" fmla="*/ 48 w 72"/>
                <a:gd name="T7" fmla="*/ 38 h 103"/>
                <a:gd name="T8" fmla="*/ 44 w 72"/>
                <a:gd name="T9" fmla="*/ 36 h 103"/>
                <a:gd name="T10" fmla="*/ 36 w 72"/>
                <a:gd name="T11" fmla="*/ 26 h 103"/>
                <a:gd name="T12" fmla="*/ 50 w 72"/>
                <a:gd name="T13" fmla="*/ 0 h 103"/>
                <a:gd name="T14" fmla="*/ 22 w 72"/>
                <a:gd name="T15" fmla="*/ 23 h 103"/>
                <a:gd name="T16" fmla="*/ 23 w 72"/>
                <a:gd name="T17" fmla="*/ 38 h 103"/>
                <a:gd name="T18" fmla="*/ 7 w 72"/>
                <a:gd name="T19" fmla="*/ 54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103">
                  <a:moveTo>
                    <a:pt x="7" y="54"/>
                  </a:moveTo>
                  <a:cubicBezTo>
                    <a:pt x="0" y="70"/>
                    <a:pt x="7" y="89"/>
                    <a:pt x="23" y="96"/>
                  </a:cubicBezTo>
                  <a:cubicBezTo>
                    <a:pt x="39" y="103"/>
                    <a:pt x="58" y="95"/>
                    <a:pt x="65" y="80"/>
                  </a:cubicBezTo>
                  <a:cubicBezTo>
                    <a:pt x="72" y="64"/>
                    <a:pt x="64" y="45"/>
                    <a:pt x="48" y="38"/>
                  </a:cubicBezTo>
                  <a:cubicBezTo>
                    <a:pt x="47" y="37"/>
                    <a:pt x="45" y="37"/>
                    <a:pt x="44" y="36"/>
                  </a:cubicBezTo>
                  <a:cubicBezTo>
                    <a:pt x="36" y="26"/>
                    <a:pt x="36" y="26"/>
                    <a:pt x="36" y="26"/>
                  </a:cubicBezTo>
                  <a:cubicBezTo>
                    <a:pt x="50" y="0"/>
                    <a:pt x="50" y="0"/>
                    <a:pt x="50" y="0"/>
                  </a:cubicBezTo>
                  <a:cubicBezTo>
                    <a:pt x="22" y="23"/>
                    <a:pt x="22" y="23"/>
                    <a:pt x="22" y="23"/>
                  </a:cubicBezTo>
                  <a:cubicBezTo>
                    <a:pt x="23" y="38"/>
                    <a:pt x="23" y="38"/>
                    <a:pt x="23" y="38"/>
                  </a:cubicBezTo>
                  <a:cubicBezTo>
                    <a:pt x="16" y="41"/>
                    <a:pt x="10" y="47"/>
                    <a:pt x="7"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84"/>
            <p:cNvSpPr>
              <a:spLocks noEditPoints="1"/>
            </p:cNvSpPr>
            <p:nvPr/>
          </p:nvSpPr>
          <p:spPr bwMode="auto">
            <a:xfrm>
              <a:off x="6046788" y="4470400"/>
              <a:ext cx="393700" cy="295275"/>
            </a:xfrm>
            <a:custGeom>
              <a:avLst/>
              <a:gdLst>
                <a:gd name="T0" fmla="*/ 13 w 282"/>
                <a:gd name="T1" fmla="*/ 210 h 211"/>
                <a:gd name="T2" fmla="*/ 49 w 282"/>
                <a:gd name="T3" fmla="*/ 162 h 211"/>
                <a:gd name="T4" fmla="*/ 25 w 282"/>
                <a:gd name="T5" fmla="*/ 169 h 211"/>
                <a:gd name="T6" fmla="*/ 41 w 282"/>
                <a:gd name="T7" fmla="*/ 138 h 211"/>
                <a:gd name="T8" fmla="*/ 65 w 282"/>
                <a:gd name="T9" fmla="*/ 141 h 211"/>
                <a:gd name="T10" fmla="*/ 99 w 282"/>
                <a:gd name="T11" fmla="*/ 144 h 211"/>
                <a:gd name="T12" fmla="*/ 126 w 282"/>
                <a:gd name="T13" fmla="*/ 119 h 211"/>
                <a:gd name="T14" fmla="*/ 129 w 282"/>
                <a:gd name="T15" fmla="*/ 121 h 211"/>
                <a:gd name="T16" fmla="*/ 141 w 282"/>
                <a:gd name="T17" fmla="*/ 146 h 211"/>
                <a:gd name="T18" fmla="*/ 95 w 282"/>
                <a:gd name="T19" fmla="*/ 166 h 211"/>
                <a:gd name="T20" fmla="*/ 86 w 282"/>
                <a:gd name="T21" fmla="*/ 187 h 211"/>
                <a:gd name="T22" fmla="*/ 101 w 282"/>
                <a:gd name="T23" fmla="*/ 196 h 211"/>
                <a:gd name="T24" fmla="*/ 107 w 282"/>
                <a:gd name="T25" fmla="*/ 195 h 211"/>
                <a:gd name="T26" fmla="*/ 169 w 282"/>
                <a:gd name="T27" fmla="*/ 168 h 211"/>
                <a:gd name="T28" fmla="*/ 177 w 282"/>
                <a:gd name="T29" fmla="*/ 159 h 211"/>
                <a:gd name="T30" fmla="*/ 177 w 282"/>
                <a:gd name="T31" fmla="*/ 147 h 211"/>
                <a:gd name="T32" fmla="*/ 169 w 282"/>
                <a:gd name="T33" fmla="*/ 130 h 211"/>
                <a:gd name="T34" fmla="*/ 196 w 282"/>
                <a:gd name="T35" fmla="*/ 136 h 211"/>
                <a:gd name="T36" fmla="*/ 228 w 282"/>
                <a:gd name="T37" fmla="*/ 202 h 211"/>
                <a:gd name="T38" fmla="*/ 242 w 282"/>
                <a:gd name="T39" fmla="*/ 211 h 211"/>
                <a:gd name="T40" fmla="*/ 249 w 282"/>
                <a:gd name="T41" fmla="*/ 209 h 211"/>
                <a:gd name="T42" fmla="*/ 257 w 282"/>
                <a:gd name="T43" fmla="*/ 188 h 211"/>
                <a:gd name="T44" fmla="*/ 222 w 282"/>
                <a:gd name="T45" fmla="*/ 114 h 211"/>
                <a:gd name="T46" fmla="*/ 210 w 282"/>
                <a:gd name="T47" fmla="*/ 106 h 211"/>
                <a:gd name="T48" fmla="*/ 164 w 282"/>
                <a:gd name="T49" fmla="*/ 97 h 211"/>
                <a:gd name="T50" fmla="*/ 174 w 282"/>
                <a:gd name="T51" fmla="*/ 70 h 211"/>
                <a:gd name="T52" fmla="*/ 188 w 282"/>
                <a:gd name="T53" fmla="*/ 74 h 211"/>
                <a:gd name="T54" fmla="*/ 190 w 282"/>
                <a:gd name="T55" fmla="*/ 80 h 211"/>
                <a:gd name="T56" fmla="*/ 199 w 282"/>
                <a:gd name="T57" fmla="*/ 87 h 211"/>
                <a:gd name="T58" fmla="*/ 252 w 282"/>
                <a:gd name="T59" fmla="*/ 100 h 211"/>
                <a:gd name="T60" fmla="*/ 254 w 282"/>
                <a:gd name="T61" fmla="*/ 100 h 211"/>
                <a:gd name="T62" fmla="*/ 264 w 282"/>
                <a:gd name="T63" fmla="*/ 95 h 211"/>
                <a:gd name="T64" fmla="*/ 279 w 282"/>
                <a:gd name="T65" fmla="*/ 99 h 211"/>
                <a:gd name="T66" fmla="*/ 282 w 282"/>
                <a:gd name="T67" fmla="*/ 91 h 211"/>
                <a:gd name="T68" fmla="*/ 266 w 282"/>
                <a:gd name="T69" fmla="*/ 87 h 211"/>
                <a:gd name="T70" fmla="*/ 257 w 282"/>
                <a:gd name="T71" fmla="*/ 76 h 211"/>
                <a:gd name="T72" fmla="*/ 211 w 282"/>
                <a:gd name="T73" fmla="*/ 65 h 211"/>
                <a:gd name="T74" fmla="*/ 191 w 282"/>
                <a:gd name="T75" fmla="*/ 14 h 211"/>
                <a:gd name="T76" fmla="*/ 188 w 282"/>
                <a:gd name="T77" fmla="*/ 10 h 211"/>
                <a:gd name="T78" fmla="*/ 184 w 282"/>
                <a:gd name="T79" fmla="*/ 6 h 211"/>
                <a:gd name="T80" fmla="*/ 142 w 282"/>
                <a:gd name="T81" fmla="*/ 20 h 211"/>
                <a:gd name="T82" fmla="*/ 127 w 282"/>
                <a:gd name="T83" fmla="*/ 48 h 211"/>
                <a:gd name="T84" fmla="*/ 33 w 282"/>
                <a:gd name="T85" fmla="*/ 22 h 211"/>
                <a:gd name="T86" fmla="*/ 31 w 282"/>
                <a:gd name="T87" fmla="*/ 30 h 211"/>
                <a:gd name="T88" fmla="*/ 123 w 282"/>
                <a:gd name="T89" fmla="*/ 56 h 211"/>
                <a:gd name="T90" fmla="*/ 115 w 282"/>
                <a:gd name="T91" fmla="*/ 93 h 211"/>
                <a:gd name="T92" fmla="*/ 120 w 282"/>
                <a:gd name="T93" fmla="*/ 114 h 211"/>
                <a:gd name="T94" fmla="*/ 96 w 282"/>
                <a:gd name="T95" fmla="*/ 137 h 211"/>
                <a:gd name="T96" fmla="*/ 68 w 282"/>
                <a:gd name="T97" fmla="*/ 134 h 211"/>
                <a:gd name="T98" fmla="*/ 37 w 282"/>
                <a:gd name="T99" fmla="*/ 131 h 211"/>
                <a:gd name="T100" fmla="*/ 17 w 282"/>
                <a:gd name="T101" fmla="*/ 167 h 211"/>
                <a:gd name="T102" fmla="*/ 0 w 282"/>
                <a:gd name="T103" fmla="*/ 152 h 211"/>
                <a:gd name="T104" fmla="*/ 13 w 282"/>
                <a:gd name="T105" fmla="*/ 210 h 211"/>
                <a:gd name="T106" fmla="*/ 181 w 282"/>
                <a:gd name="T107" fmla="*/ 55 h 211"/>
                <a:gd name="T108" fmla="*/ 184 w 282"/>
                <a:gd name="T109" fmla="*/ 64 h 211"/>
                <a:gd name="T110" fmla="*/ 178 w 282"/>
                <a:gd name="T111" fmla="*/ 62 h 211"/>
                <a:gd name="T112" fmla="*/ 181 w 282"/>
                <a:gd name="T113" fmla="*/ 55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82" h="211">
                  <a:moveTo>
                    <a:pt x="13" y="210"/>
                  </a:moveTo>
                  <a:cubicBezTo>
                    <a:pt x="49" y="162"/>
                    <a:pt x="49" y="162"/>
                    <a:pt x="49" y="162"/>
                  </a:cubicBezTo>
                  <a:cubicBezTo>
                    <a:pt x="25" y="169"/>
                    <a:pt x="25" y="169"/>
                    <a:pt x="25" y="169"/>
                  </a:cubicBezTo>
                  <a:cubicBezTo>
                    <a:pt x="27" y="159"/>
                    <a:pt x="31" y="144"/>
                    <a:pt x="41" y="138"/>
                  </a:cubicBezTo>
                  <a:cubicBezTo>
                    <a:pt x="47" y="135"/>
                    <a:pt x="55" y="136"/>
                    <a:pt x="65" y="141"/>
                  </a:cubicBezTo>
                  <a:cubicBezTo>
                    <a:pt x="77" y="147"/>
                    <a:pt x="88" y="148"/>
                    <a:pt x="99" y="144"/>
                  </a:cubicBezTo>
                  <a:cubicBezTo>
                    <a:pt x="111" y="140"/>
                    <a:pt x="120" y="129"/>
                    <a:pt x="126" y="119"/>
                  </a:cubicBezTo>
                  <a:cubicBezTo>
                    <a:pt x="127" y="120"/>
                    <a:pt x="128" y="120"/>
                    <a:pt x="129" y="121"/>
                  </a:cubicBezTo>
                  <a:cubicBezTo>
                    <a:pt x="141" y="146"/>
                    <a:pt x="141" y="146"/>
                    <a:pt x="141" y="146"/>
                  </a:cubicBezTo>
                  <a:cubicBezTo>
                    <a:pt x="95" y="166"/>
                    <a:pt x="95" y="166"/>
                    <a:pt x="95" y="166"/>
                  </a:cubicBezTo>
                  <a:cubicBezTo>
                    <a:pt x="87" y="169"/>
                    <a:pt x="83" y="179"/>
                    <a:pt x="86" y="187"/>
                  </a:cubicBezTo>
                  <a:cubicBezTo>
                    <a:pt x="89" y="193"/>
                    <a:pt x="95" y="196"/>
                    <a:pt x="101" y="196"/>
                  </a:cubicBezTo>
                  <a:cubicBezTo>
                    <a:pt x="103" y="196"/>
                    <a:pt x="105" y="196"/>
                    <a:pt x="107" y="195"/>
                  </a:cubicBezTo>
                  <a:cubicBezTo>
                    <a:pt x="169" y="168"/>
                    <a:pt x="169" y="168"/>
                    <a:pt x="169" y="168"/>
                  </a:cubicBezTo>
                  <a:cubicBezTo>
                    <a:pt x="173" y="167"/>
                    <a:pt x="176" y="163"/>
                    <a:pt x="177" y="159"/>
                  </a:cubicBezTo>
                  <a:cubicBezTo>
                    <a:pt x="179" y="155"/>
                    <a:pt x="179" y="151"/>
                    <a:pt x="177" y="147"/>
                  </a:cubicBezTo>
                  <a:cubicBezTo>
                    <a:pt x="169" y="130"/>
                    <a:pt x="169" y="130"/>
                    <a:pt x="169" y="130"/>
                  </a:cubicBezTo>
                  <a:cubicBezTo>
                    <a:pt x="196" y="136"/>
                    <a:pt x="196" y="136"/>
                    <a:pt x="196" y="136"/>
                  </a:cubicBezTo>
                  <a:cubicBezTo>
                    <a:pt x="228" y="202"/>
                    <a:pt x="228" y="202"/>
                    <a:pt x="228" y="202"/>
                  </a:cubicBezTo>
                  <a:cubicBezTo>
                    <a:pt x="231" y="208"/>
                    <a:pt x="236" y="211"/>
                    <a:pt x="242" y="211"/>
                  </a:cubicBezTo>
                  <a:cubicBezTo>
                    <a:pt x="245" y="211"/>
                    <a:pt x="247" y="210"/>
                    <a:pt x="249" y="209"/>
                  </a:cubicBezTo>
                  <a:cubicBezTo>
                    <a:pt x="257" y="206"/>
                    <a:pt x="260" y="196"/>
                    <a:pt x="257" y="188"/>
                  </a:cubicBezTo>
                  <a:cubicBezTo>
                    <a:pt x="222" y="114"/>
                    <a:pt x="222" y="114"/>
                    <a:pt x="222" y="114"/>
                  </a:cubicBezTo>
                  <a:cubicBezTo>
                    <a:pt x="219" y="110"/>
                    <a:pt x="215" y="107"/>
                    <a:pt x="210" y="106"/>
                  </a:cubicBezTo>
                  <a:cubicBezTo>
                    <a:pt x="164" y="97"/>
                    <a:pt x="164" y="97"/>
                    <a:pt x="164" y="97"/>
                  </a:cubicBezTo>
                  <a:cubicBezTo>
                    <a:pt x="167" y="88"/>
                    <a:pt x="170" y="79"/>
                    <a:pt x="174" y="70"/>
                  </a:cubicBezTo>
                  <a:cubicBezTo>
                    <a:pt x="188" y="74"/>
                    <a:pt x="188" y="74"/>
                    <a:pt x="188" y="74"/>
                  </a:cubicBezTo>
                  <a:cubicBezTo>
                    <a:pt x="190" y="80"/>
                    <a:pt x="190" y="80"/>
                    <a:pt x="190" y="80"/>
                  </a:cubicBezTo>
                  <a:cubicBezTo>
                    <a:pt x="192" y="84"/>
                    <a:pt x="195" y="87"/>
                    <a:pt x="199" y="87"/>
                  </a:cubicBezTo>
                  <a:cubicBezTo>
                    <a:pt x="252" y="100"/>
                    <a:pt x="252" y="100"/>
                    <a:pt x="252" y="100"/>
                  </a:cubicBezTo>
                  <a:cubicBezTo>
                    <a:pt x="253" y="100"/>
                    <a:pt x="254" y="100"/>
                    <a:pt x="254" y="100"/>
                  </a:cubicBezTo>
                  <a:cubicBezTo>
                    <a:pt x="258" y="100"/>
                    <a:pt x="262" y="98"/>
                    <a:pt x="264" y="95"/>
                  </a:cubicBezTo>
                  <a:cubicBezTo>
                    <a:pt x="279" y="99"/>
                    <a:pt x="279" y="99"/>
                    <a:pt x="279" y="99"/>
                  </a:cubicBezTo>
                  <a:cubicBezTo>
                    <a:pt x="282" y="91"/>
                    <a:pt x="282" y="91"/>
                    <a:pt x="282" y="91"/>
                  </a:cubicBezTo>
                  <a:cubicBezTo>
                    <a:pt x="266" y="87"/>
                    <a:pt x="266" y="87"/>
                    <a:pt x="266" y="87"/>
                  </a:cubicBezTo>
                  <a:cubicBezTo>
                    <a:pt x="266" y="82"/>
                    <a:pt x="262" y="77"/>
                    <a:pt x="257" y="76"/>
                  </a:cubicBezTo>
                  <a:cubicBezTo>
                    <a:pt x="211" y="65"/>
                    <a:pt x="211" y="65"/>
                    <a:pt x="211" y="65"/>
                  </a:cubicBezTo>
                  <a:cubicBezTo>
                    <a:pt x="191" y="14"/>
                    <a:pt x="191" y="14"/>
                    <a:pt x="191" y="14"/>
                  </a:cubicBezTo>
                  <a:cubicBezTo>
                    <a:pt x="190" y="13"/>
                    <a:pt x="189" y="11"/>
                    <a:pt x="188" y="10"/>
                  </a:cubicBezTo>
                  <a:cubicBezTo>
                    <a:pt x="187" y="8"/>
                    <a:pt x="185" y="7"/>
                    <a:pt x="184" y="6"/>
                  </a:cubicBezTo>
                  <a:cubicBezTo>
                    <a:pt x="173" y="0"/>
                    <a:pt x="154" y="2"/>
                    <a:pt x="142" y="20"/>
                  </a:cubicBezTo>
                  <a:cubicBezTo>
                    <a:pt x="136" y="30"/>
                    <a:pt x="131" y="39"/>
                    <a:pt x="127" y="48"/>
                  </a:cubicBezTo>
                  <a:cubicBezTo>
                    <a:pt x="33" y="22"/>
                    <a:pt x="33" y="22"/>
                    <a:pt x="33" y="22"/>
                  </a:cubicBezTo>
                  <a:cubicBezTo>
                    <a:pt x="31" y="30"/>
                    <a:pt x="31" y="30"/>
                    <a:pt x="31" y="30"/>
                  </a:cubicBezTo>
                  <a:cubicBezTo>
                    <a:pt x="123" y="56"/>
                    <a:pt x="123" y="56"/>
                    <a:pt x="123" y="56"/>
                  </a:cubicBezTo>
                  <a:cubicBezTo>
                    <a:pt x="120" y="67"/>
                    <a:pt x="117" y="78"/>
                    <a:pt x="115" y="93"/>
                  </a:cubicBezTo>
                  <a:cubicBezTo>
                    <a:pt x="114" y="103"/>
                    <a:pt x="116" y="109"/>
                    <a:pt x="120" y="114"/>
                  </a:cubicBezTo>
                  <a:cubicBezTo>
                    <a:pt x="115" y="123"/>
                    <a:pt x="107" y="133"/>
                    <a:pt x="96" y="137"/>
                  </a:cubicBezTo>
                  <a:cubicBezTo>
                    <a:pt x="88" y="140"/>
                    <a:pt x="78" y="139"/>
                    <a:pt x="68" y="134"/>
                  </a:cubicBezTo>
                  <a:cubicBezTo>
                    <a:pt x="56" y="127"/>
                    <a:pt x="46" y="126"/>
                    <a:pt x="37" y="131"/>
                  </a:cubicBezTo>
                  <a:cubicBezTo>
                    <a:pt x="24" y="138"/>
                    <a:pt x="19" y="156"/>
                    <a:pt x="17" y="167"/>
                  </a:cubicBezTo>
                  <a:cubicBezTo>
                    <a:pt x="0" y="152"/>
                    <a:pt x="0" y="152"/>
                    <a:pt x="0" y="152"/>
                  </a:cubicBezTo>
                  <a:lnTo>
                    <a:pt x="13" y="210"/>
                  </a:lnTo>
                  <a:close/>
                  <a:moveTo>
                    <a:pt x="181" y="55"/>
                  </a:moveTo>
                  <a:cubicBezTo>
                    <a:pt x="184" y="64"/>
                    <a:pt x="184" y="64"/>
                    <a:pt x="184" y="64"/>
                  </a:cubicBezTo>
                  <a:cubicBezTo>
                    <a:pt x="178" y="62"/>
                    <a:pt x="178" y="62"/>
                    <a:pt x="178" y="62"/>
                  </a:cubicBezTo>
                  <a:cubicBezTo>
                    <a:pt x="179" y="60"/>
                    <a:pt x="180" y="58"/>
                    <a:pt x="181" y="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85"/>
            <p:cNvSpPr>
              <a:spLocks/>
            </p:cNvSpPr>
            <p:nvPr/>
          </p:nvSpPr>
          <p:spPr bwMode="auto">
            <a:xfrm>
              <a:off x="7566026" y="4259263"/>
              <a:ext cx="96838" cy="96838"/>
            </a:xfrm>
            <a:custGeom>
              <a:avLst/>
              <a:gdLst>
                <a:gd name="T0" fmla="*/ 57 w 69"/>
                <a:gd name="T1" fmla="*/ 56 h 69"/>
                <a:gd name="T2" fmla="*/ 57 w 69"/>
                <a:gd name="T3" fmla="*/ 12 h 69"/>
                <a:gd name="T4" fmla="*/ 13 w 69"/>
                <a:gd name="T5" fmla="*/ 12 h 69"/>
                <a:gd name="T6" fmla="*/ 13 w 69"/>
                <a:gd name="T7" fmla="*/ 56 h 69"/>
                <a:gd name="T8" fmla="*/ 57 w 69"/>
                <a:gd name="T9" fmla="*/ 56 h 69"/>
              </a:gdLst>
              <a:ahLst/>
              <a:cxnLst>
                <a:cxn ang="0">
                  <a:pos x="T0" y="T1"/>
                </a:cxn>
                <a:cxn ang="0">
                  <a:pos x="T2" y="T3"/>
                </a:cxn>
                <a:cxn ang="0">
                  <a:pos x="T4" y="T5"/>
                </a:cxn>
                <a:cxn ang="0">
                  <a:pos x="T6" y="T7"/>
                </a:cxn>
                <a:cxn ang="0">
                  <a:pos x="T8" y="T9"/>
                </a:cxn>
              </a:cxnLst>
              <a:rect l="0" t="0" r="r" b="b"/>
              <a:pathLst>
                <a:path w="69" h="69">
                  <a:moveTo>
                    <a:pt x="57" y="56"/>
                  </a:moveTo>
                  <a:cubicBezTo>
                    <a:pt x="69" y="44"/>
                    <a:pt x="69" y="24"/>
                    <a:pt x="57" y="12"/>
                  </a:cubicBezTo>
                  <a:cubicBezTo>
                    <a:pt x="45" y="0"/>
                    <a:pt x="25" y="0"/>
                    <a:pt x="13" y="12"/>
                  </a:cubicBezTo>
                  <a:cubicBezTo>
                    <a:pt x="0" y="24"/>
                    <a:pt x="0" y="44"/>
                    <a:pt x="13" y="56"/>
                  </a:cubicBezTo>
                  <a:cubicBezTo>
                    <a:pt x="25" y="68"/>
                    <a:pt x="45" y="69"/>
                    <a:pt x="57" y="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86"/>
            <p:cNvSpPr>
              <a:spLocks/>
            </p:cNvSpPr>
            <p:nvPr/>
          </p:nvSpPr>
          <p:spPr bwMode="auto">
            <a:xfrm>
              <a:off x="7918451" y="4229100"/>
              <a:ext cx="96838" cy="96838"/>
            </a:xfrm>
            <a:custGeom>
              <a:avLst/>
              <a:gdLst>
                <a:gd name="T0" fmla="*/ 57 w 69"/>
                <a:gd name="T1" fmla="*/ 57 h 69"/>
                <a:gd name="T2" fmla="*/ 57 w 69"/>
                <a:gd name="T3" fmla="*/ 13 h 69"/>
                <a:gd name="T4" fmla="*/ 13 w 69"/>
                <a:gd name="T5" fmla="*/ 13 h 69"/>
                <a:gd name="T6" fmla="*/ 13 w 69"/>
                <a:gd name="T7" fmla="*/ 57 h 69"/>
                <a:gd name="T8" fmla="*/ 57 w 69"/>
                <a:gd name="T9" fmla="*/ 57 h 69"/>
              </a:gdLst>
              <a:ahLst/>
              <a:cxnLst>
                <a:cxn ang="0">
                  <a:pos x="T0" y="T1"/>
                </a:cxn>
                <a:cxn ang="0">
                  <a:pos x="T2" y="T3"/>
                </a:cxn>
                <a:cxn ang="0">
                  <a:pos x="T4" y="T5"/>
                </a:cxn>
                <a:cxn ang="0">
                  <a:pos x="T6" y="T7"/>
                </a:cxn>
                <a:cxn ang="0">
                  <a:pos x="T8" y="T9"/>
                </a:cxn>
              </a:cxnLst>
              <a:rect l="0" t="0" r="r" b="b"/>
              <a:pathLst>
                <a:path w="69" h="69">
                  <a:moveTo>
                    <a:pt x="57" y="57"/>
                  </a:moveTo>
                  <a:cubicBezTo>
                    <a:pt x="69" y="45"/>
                    <a:pt x="69" y="25"/>
                    <a:pt x="57" y="13"/>
                  </a:cubicBezTo>
                  <a:cubicBezTo>
                    <a:pt x="45" y="0"/>
                    <a:pt x="25" y="0"/>
                    <a:pt x="13" y="13"/>
                  </a:cubicBezTo>
                  <a:cubicBezTo>
                    <a:pt x="0" y="25"/>
                    <a:pt x="0" y="45"/>
                    <a:pt x="13" y="57"/>
                  </a:cubicBezTo>
                  <a:cubicBezTo>
                    <a:pt x="25" y="69"/>
                    <a:pt x="45" y="69"/>
                    <a:pt x="57"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87"/>
            <p:cNvSpPr>
              <a:spLocks/>
            </p:cNvSpPr>
            <p:nvPr/>
          </p:nvSpPr>
          <p:spPr bwMode="auto">
            <a:xfrm>
              <a:off x="8270876" y="4202113"/>
              <a:ext cx="96838" cy="96838"/>
            </a:xfrm>
            <a:custGeom>
              <a:avLst/>
              <a:gdLst>
                <a:gd name="T0" fmla="*/ 57 w 69"/>
                <a:gd name="T1" fmla="*/ 57 h 69"/>
                <a:gd name="T2" fmla="*/ 57 w 69"/>
                <a:gd name="T3" fmla="*/ 12 h 69"/>
                <a:gd name="T4" fmla="*/ 12 w 69"/>
                <a:gd name="T5" fmla="*/ 12 h 69"/>
                <a:gd name="T6" fmla="*/ 12 w 69"/>
                <a:gd name="T7" fmla="*/ 57 h 69"/>
                <a:gd name="T8" fmla="*/ 57 w 69"/>
                <a:gd name="T9" fmla="*/ 57 h 69"/>
              </a:gdLst>
              <a:ahLst/>
              <a:cxnLst>
                <a:cxn ang="0">
                  <a:pos x="T0" y="T1"/>
                </a:cxn>
                <a:cxn ang="0">
                  <a:pos x="T2" y="T3"/>
                </a:cxn>
                <a:cxn ang="0">
                  <a:pos x="T4" y="T5"/>
                </a:cxn>
                <a:cxn ang="0">
                  <a:pos x="T6" y="T7"/>
                </a:cxn>
                <a:cxn ang="0">
                  <a:pos x="T8" y="T9"/>
                </a:cxn>
              </a:cxnLst>
              <a:rect l="0" t="0" r="r" b="b"/>
              <a:pathLst>
                <a:path w="69" h="69">
                  <a:moveTo>
                    <a:pt x="57" y="57"/>
                  </a:moveTo>
                  <a:cubicBezTo>
                    <a:pt x="69" y="45"/>
                    <a:pt x="69" y="25"/>
                    <a:pt x="57" y="12"/>
                  </a:cubicBezTo>
                  <a:cubicBezTo>
                    <a:pt x="45" y="0"/>
                    <a:pt x="25" y="0"/>
                    <a:pt x="12" y="12"/>
                  </a:cubicBezTo>
                  <a:cubicBezTo>
                    <a:pt x="0" y="25"/>
                    <a:pt x="0" y="44"/>
                    <a:pt x="12" y="57"/>
                  </a:cubicBezTo>
                  <a:cubicBezTo>
                    <a:pt x="25" y="69"/>
                    <a:pt x="44" y="69"/>
                    <a:pt x="57"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88"/>
            <p:cNvSpPr>
              <a:spLocks/>
            </p:cNvSpPr>
            <p:nvPr/>
          </p:nvSpPr>
          <p:spPr bwMode="auto">
            <a:xfrm>
              <a:off x="7399338" y="4271963"/>
              <a:ext cx="96838" cy="96838"/>
            </a:xfrm>
            <a:custGeom>
              <a:avLst/>
              <a:gdLst>
                <a:gd name="T0" fmla="*/ 56 w 69"/>
                <a:gd name="T1" fmla="*/ 57 h 69"/>
                <a:gd name="T2" fmla="*/ 57 w 69"/>
                <a:gd name="T3" fmla="*/ 13 h 69"/>
                <a:gd name="T4" fmla="*/ 12 w 69"/>
                <a:gd name="T5" fmla="*/ 12 h 69"/>
                <a:gd name="T6" fmla="*/ 12 w 69"/>
                <a:gd name="T7" fmla="*/ 57 h 69"/>
                <a:gd name="T8" fmla="*/ 56 w 69"/>
                <a:gd name="T9" fmla="*/ 57 h 69"/>
              </a:gdLst>
              <a:ahLst/>
              <a:cxnLst>
                <a:cxn ang="0">
                  <a:pos x="T0" y="T1"/>
                </a:cxn>
                <a:cxn ang="0">
                  <a:pos x="T2" y="T3"/>
                </a:cxn>
                <a:cxn ang="0">
                  <a:pos x="T4" y="T5"/>
                </a:cxn>
                <a:cxn ang="0">
                  <a:pos x="T6" y="T7"/>
                </a:cxn>
                <a:cxn ang="0">
                  <a:pos x="T8" y="T9"/>
                </a:cxn>
              </a:cxnLst>
              <a:rect l="0" t="0" r="r" b="b"/>
              <a:pathLst>
                <a:path w="69" h="69">
                  <a:moveTo>
                    <a:pt x="56" y="57"/>
                  </a:moveTo>
                  <a:cubicBezTo>
                    <a:pt x="69" y="45"/>
                    <a:pt x="69" y="25"/>
                    <a:pt x="57" y="13"/>
                  </a:cubicBezTo>
                  <a:cubicBezTo>
                    <a:pt x="44" y="0"/>
                    <a:pt x="24" y="0"/>
                    <a:pt x="12" y="12"/>
                  </a:cubicBezTo>
                  <a:cubicBezTo>
                    <a:pt x="0" y="25"/>
                    <a:pt x="0" y="45"/>
                    <a:pt x="12" y="57"/>
                  </a:cubicBezTo>
                  <a:cubicBezTo>
                    <a:pt x="24" y="69"/>
                    <a:pt x="44" y="69"/>
                    <a:pt x="5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89"/>
            <p:cNvSpPr>
              <a:spLocks/>
            </p:cNvSpPr>
            <p:nvPr/>
          </p:nvSpPr>
          <p:spPr bwMode="auto">
            <a:xfrm>
              <a:off x="7215188" y="4364038"/>
              <a:ext cx="322263" cy="312738"/>
            </a:xfrm>
            <a:custGeom>
              <a:avLst/>
              <a:gdLst>
                <a:gd name="T0" fmla="*/ 142 w 230"/>
                <a:gd name="T1" fmla="*/ 43 h 223"/>
                <a:gd name="T2" fmla="*/ 163 w 230"/>
                <a:gd name="T3" fmla="*/ 67 h 223"/>
                <a:gd name="T4" fmla="*/ 172 w 230"/>
                <a:gd name="T5" fmla="*/ 71 h 223"/>
                <a:gd name="T6" fmla="*/ 179 w 230"/>
                <a:gd name="T7" fmla="*/ 69 h 223"/>
                <a:gd name="T8" fmla="*/ 223 w 230"/>
                <a:gd name="T9" fmla="*/ 38 h 223"/>
                <a:gd name="T10" fmla="*/ 226 w 230"/>
                <a:gd name="T11" fmla="*/ 21 h 223"/>
                <a:gd name="T12" fmla="*/ 210 w 230"/>
                <a:gd name="T13" fmla="*/ 18 h 223"/>
                <a:gd name="T14" fmla="*/ 174 w 230"/>
                <a:gd name="T15" fmla="*/ 43 h 223"/>
                <a:gd name="T16" fmla="*/ 146 w 230"/>
                <a:gd name="T17" fmla="*/ 10 h 223"/>
                <a:gd name="T18" fmla="*/ 142 w 230"/>
                <a:gd name="T19" fmla="*/ 7 h 223"/>
                <a:gd name="T20" fmla="*/ 102 w 230"/>
                <a:gd name="T21" fmla="*/ 11 h 223"/>
                <a:gd name="T22" fmla="*/ 55 w 230"/>
                <a:gd name="T23" fmla="*/ 73 h 223"/>
                <a:gd name="T24" fmla="*/ 65 w 230"/>
                <a:gd name="T25" fmla="*/ 108 h 223"/>
                <a:gd name="T26" fmla="*/ 76 w 230"/>
                <a:gd name="T27" fmla="*/ 141 h 223"/>
                <a:gd name="T28" fmla="*/ 14 w 230"/>
                <a:gd name="T29" fmla="*/ 157 h 223"/>
                <a:gd name="T30" fmla="*/ 2 w 230"/>
                <a:gd name="T31" fmla="*/ 177 h 223"/>
                <a:gd name="T32" fmla="*/ 21 w 230"/>
                <a:gd name="T33" fmla="*/ 188 h 223"/>
                <a:gd name="T34" fmla="*/ 101 w 230"/>
                <a:gd name="T35" fmla="*/ 168 h 223"/>
                <a:gd name="T36" fmla="*/ 111 w 230"/>
                <a:gd name="T37" fmla="*/ 160 h 223"/>
                <a:gd name="T38" fmla="*/ 112 w 230"/>
                <a:gd name="T39" fmla="*/ 147 h 223"/>
                <a:gd name="T40" fmla="*/ 106 w 230"/>
                <a:gd name="T41" fmla="*/ 130 h 223"/>
                <a:gd name="T42" fmla="*/ 119 w 230"/>
                <a:gd name="T43" fmla="*/ 139 h 223"/>
                <a:gd name="T44" fmla="*/ 151 w 230"/>
                <a:gd name="T45" fmla="*/ 213 h 223"/>
                <a:gd name="T46" fmla="*/ 165 w 230"/>
                <a:gd name="T47" fmla="*/ 223 h 223"/>
                <a:gd name="T48" fmla="*/ 172 w 230"/>
                <a:gd name="T49" fmla="*/ 222 h 223"/>
                <a:gd name="T50" fmla="*/ 180 w 230"/>
                <a:gd name="T51" fmla="*/ 201 h 223"/>
                <a:gd name="T52" fmla="*/ 147 w 230"/>
                <a:gd name="T53" fmla="*/ 122 h 223"/>
                <a:gd name="T54" fmla="*/ 141 w 230"/>
                <a:gd name="T55" fmla="*/ 115 h 223"/>
                <a:gd name="T56" fmla="*/ 102 w 230"/>
                <a:gd name="T57" fmla="*/ 89 h 223"/>
                <a:gd name="T58" fmla="*/ 139 w 230"/>
                <a:gd name="T59" fmla="*/ 46 h 223"/>
                <a:gd name="T60" fmla="*/ 142 w 230"/>
                <a:gd name="T61" fmla="*/ 4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30" h="223">
                  <a:moveTo>
                    <a:pt x="142" y="43"/>
                  </a:moveTo>
                  <a:cubicBezTo>
                    <a:pt x="163" y="67"/>
                    <a:pt x="163" y="67"/>
                    <a:pt x="163" y="67"/>
                  </a:cubicBezTo>
                  <a:cubicBezTo>
                    <a:pt x="165" y="69"/>
                    <a:pt x="168" y="71"/>
                    <a:pt x="172" y="71"/>
                  </a:cubicBezTo>
                  <a:cubicBezTo>
                    <a:pt x="174" y="71"/>
                    <a:pt x="177" y="70"/>
                    <a:pt x="179" y="69"/>
                  </a:cubicBezTo>
                  <a:cubicBezTo>
                    <a:pt x="223" y="38"/>
                    <a:pt x="223" y="38"/>
                    <a:pt x="223" y="38"/>
                  </a:cubicBezTo>
                  <a:cubicBezTo>
                    <a:pt x="229" y="34"/>
                    <a:pt x="230" y="27"/>
                    <a:pt x="226" y="21"/>
                  </a:cubicBezTo>
                  <a:cubicBezTo>
                    <a:pt x="223" y="16"/>
                    <a:pt x="215" y="14"/>
                    <a:pt x="210" y="18"/>
                  </a:cubicBezTo>
                  <a:cubicBezTo>
                    <a:pt x="174" y="43"/>
                    <a:pt x="174" y="43"/>
                    <a:pt x="174" y="43"/>
                  </a:cubicBezTo>
                  <a:cubicBezTo>
                    <a:pt x="146" y="10"/>
                    <a:pt x="146" y="10"/>
                    <a:pt x="146" y="10"/>
                  </a:cubicBezTo>
                  <a:cubicBezTo>
                    <a:pt x="145" y="9"/>
                    <a:pt x="143" y="8"/>
                    <a:pt x="142" y="7"/>
                  </a:cubicBezTo>
                  <a:cubicBezTo>
                    <a:pt x="133" y="1"/>
                    <a:pt x="117" y="0"/>
                    <a:pt x="102" y="11"/>
                  </a:cubicBezTo>
                  <a:cubicBezTo>
                    <a:pt x="80" y="30"/>
                    <a:pt x="68" y="45"/>
                    <a:pt x="55" y="73"/>
                  </a:cubicBezTo>
                  <a:cubicBezTo>
                    <a:pt x="47" y="91"/>
                    <a:pt x="56" y="102"/>
                    <a:pt x="65" y="108"/>
                  </a:cubicBezTo>
                  <a:cubicBezTo>
                    <a:pt x="76" y="141"/>
                    <a:pt x="76" y="141"/>
                    <a:pt x="76" y="141"/>
                  </a:cubicBezTo>
                  <a:cubicBezTo>
                    <a:pt x="14" y="157"/>
                    <a:pt x="14" y="157"/>
                    <a:pt x="14" y="157"/>
                  </a:cubicBezTo>
                  <a:cubicBezTo>
                    <a:pt x="5" y="159"/>
                    <a:pt x="0" y="168"/>
                    <a:pt x="2" y="177"/>
                  </a:cubicBezTo>
                  <a:cubicBezTo>
                    <a:pt x="4" y="185"/>
                    <a:pt x="13" y="190"/>
                    <a:pt x="21" y="188"/>
                  </a:cubicBezTo>
                  <a:cubicBezTo>
                    <a:pt x="101" y="168"/>
                    <a:pt x="101" y="168"/>
                    <a:pt x="101" y="168"/>
                  </a:cubicBezTo>
                  <a:cubicBezTo>
                    <a:pt x="105" y="166"/>
                    <a:pt x="109" y="164"/>
                    <a:pt x="111" y="160"/>
                  </a:cubicBezTo>
                  <a:cubicBezTo>
                    <a:pt x="113" y="156"/>
                    <a:pt x="114" y="151"/>
                    <a:pt x="112" y="147"/>
                  </a:cubicBezTo>
                  <a:cubicBezTo>
                    <a:pt x="106" y="130"/>
                    <a:pt x="106" y="130"/>
                    <a:pt x="106" y="130"/>
                  </a:cubicBezTo>
                  <a:cubicBezTo>
                    <a:pt x="119" y="139"/>
                    <a:pt x="119" y="139"/>
                    <a:pt x="119" y="139"/>
                  </a:cubicBezTo>
                  <a:cubicBezTo>
                    <a:pt x="151" y="213"/>
                    <a:pt x="151" y="213"/>
                    <a:pt x="151" y="213"/>
                  </a:cubicBezTo>
                  <a:cubicBezTo>
                    <a:pt x="153" y="219"/>
                    <a:pt x="159" y="223"/>
                    <a:pt x="165" y="223"/>
                  </a:cubicBezTo>
                  <a:cubicBezTo>
                    <a:pt x="167" y="223"/>
                    <a:pt x="170" y="222"/>
                    <a:pt x="172" y="222"/>
                  </a:cubicBezTo>
                  <a:cubicBezTo>
                    <a:pt x="180" y="218"/>
                    <a:pt x="184" y="209"/>
                    <a:pt x="180" y="201"/>
                  </a:cubicBezTo>
                  <a:cubicBezTo>
                    <a:pt x="147" y="122"/>
                    <a:pt x="147" y="122"/>
                    <a:pt x="147" y="122"/>
                  </a:cubicBezTo>
                  <a:cubicBezTo>
                    <a:pt x="146" y="119"/>
                    <a:pt x="144" y="116"/>
                    <a:pt x="141" y="115"/>
                  </a:cubicBezTo>
                  <a:cubicBezTo>
                    <a:pt x="102" y="89"/>
                    <a:pt x="102" y="89"/>
                    <a:pt x="102" y="89"/>
                  </a:cubicBezTo>
                  <a:cubicBezTo>
                    <a:pt x="113" y="72"/>
                    <a:pt x="128" y="57"/>
                    <a:pt x="139" y="46"/>
                  </a:cubicBezTo>
                  <a:cubicBezTo>
                    <a:pt x="140" y="45"/>
                    <a:pt x="141" y="44"/>
                    <a:pt x="142"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90"/>
            <p:cNvSpPr>
              <a:spLocks/>
            </p:cNvSpPr>
            <p:nvPr/>
          </p:nvSpPr>
          <p:spPr bwMode="auto">
            <a:xfrm>
              <a:off x="7750176" y="4243388"/>
              <a:ext cx="96838" cy="96838"/>
            </a:xfrm>
            <a:custGeom>
              <a:avLst/>
              <a:gdLst>
                <a:gd name="T0" fmla="*/ 57 w 69"/>
                <a:gd name="T1" fmla="*/ 57 h 69"/>
                <a:gd name="T2" fmla="*/ 57 w 69"/>
                <a:gd name="T3" fmla="*/ 12 h 69"/>
                <a:gd name="T4" fmla="*/ 12 w 69"/>
                <a:gd name="T5" fmla="*/ 12 h 69"/>
                <a:gd name="T6" fmla="*/ 12 w 69"/>
                <a:gd name="T7" fmla="*/ 57 h 69"/>
                <a:gd name="T8" fmla="*/ 57 w 69"/>
                <a:gd name="T9" fmla="*/ 57 h 69"/>
              </a:gdLst>
              <a:ahLst/>
              <a:cxnLst>
                <a:cxn ang="0">
                  <a:pos x="T0" y="T1"/>
                </a:cxn>
                <a:cxn ang="0">
                  <a:pos x="T2" y="T3"/>
                </a:cxn>
                <a:cxn ang="0">
                  <a:pos x="T4" y="T5"/>
                </a:cxn>
                <a:cxn ang="0">
                  <a:pos x="T6" y="T7"/>
                </a:cxn>
                <a:cxn ang="0">
                  <a:pos x="T8" y="T9"/>
                </a:cxn>
              </a:cxnLst>
              <a:rect l="0" t="0" r="r" b="b"/>
              <a:pathLst>
                <a:path w="69" h="69">
                  <a:moveTo>
                    <a:pt x="57" y="57"/>
                  </a:moveTo>
                  <a:cubicBezTo>
                    <a:pt x="69" y="44"/>
                    <a:pt x="69" y="25"/>
                    <a:pt x="57" y="12"/>
                  </a:cubicBezTo>
                  <a:cubicBezTo>
                    <a:pt x="44" y="0"/>
                    <a:pt x="25" y="0"/>
                    <a:pt x="12" y="12"/>
                  </a:cubicBezTo>
                  <a:cubicBezTo>
                    <a:pt x="0" y="24"/>
                    <a:pt x="0" y="44"/>
                    <a:pt x="12" y="57"/>
                  </a:cubicBezTo>
                  <a:cubicBezTo>
                    <a:pt x="24" y="69"/>
                    <a:pt x="44" y="69"/>
                    <a:pt x="57"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91"/>
            <p:cNvSpPr>
              <a:spLocks/>
            </p:cNvSpPr>
            <p:nvPr/>
          </p:nvSpPr>
          <p:spPr bwMode="auto">
            <a:xfrm>
              <a:off x="7567613" y="4333875"/>
              <a:ext cx="320675" cy="314325"/>
            </a:xfrm>
            <a:custGeom>
              <a:avLst/>
              <a:gdLst>
                <a:gd name="T0" fmla="*/ 142 w 230"/>
                <a:gd name="T1" fmla="*/ 43 h 224"/>
                <a:gd name="T2" fmla="*/ 163 w 230"/>
                <a:gd name="T3" fmla="*/ 67 h 224"/>
                <a:gd name="T4" fmla="*/ 172 w 230"/>
                <a:gd name="T5" fmla="*/ 72 h 224"/>
                <a:gd name="T6" fmla="*/ 179 w 230"/>
                <a:gd name="T7" fmla="*/ 69 h 224"/>
                <a:gd name="T8" fmla="*/ 224 w 230"/>
                <a:gd name="T9" fmla="*/ 39 h 224"/>
                <a:gd name="T10" fmla="*/ 227 w 230"/>
                <a:gd name="T11" fmla="*/ 22 h 224"/>
                <a:gd name="T12" fmla="*/ 210 w 230"/>
                <a:gd name="T13" fmla="*/ 19 h 224"/>
                <a:gd name="T14" fmla="*/ 174 w 230"/>
                <a:gd name="T15" fmla="*/ 44 h 224"/>
                <a:gd name="T16" fmla="*/ 146 w 230"/>
                <a:gd name="T17" fmla="*/ 11 h 224"/>
                <a:gd name="T18" fmla="*/ 142 w 230"/>
                <a:gd name="T19" fmla="*/ 8 h 224"/>
                <a:gd name="T20" fmla="*/ 103 w 230"/>
                <a:gd name="T21" fmla="*/ 12 h 224"/>
                <a:gd name="T22" fmla="*/ 55 w 230"/>
                <a:gd name="T23" fmla="*/ 74 h 224"/>
                <a:gd name="T24" fmla="*/ 65 w 230"/>
                <a:gd name="T25" fmla="*/ 109 h 224"/>
                <a:gd name="T26" fmla="*/ 77 w 230"/>
                <a:gd name="T27" fmla="*/ 142 h 224"/>
                <a:gd name="T28" fmla="*/ 14 w 230"/>
                <a:gd name="T29" fmla="*/ 158 h 224"/>
                <a:gd name="T30" fmla="*/ 2 w 230"/>
                <a:gd name="T31" fmla="*/ 177 h 224"/>
                <a:gd name="T32" fmla="*/ 22 w 230"/>
                <a:gd name="T33" fmla="*/ 189 h 224"/>
                <a:gd name="T34" fmla="*/ 101 w 230"/>
                <a:gd name="T35" fmla="*/ 168 h 224"/>
                <a:gd name="T36" fmla="*/ 111 w 230"/>
                <a:gd name="T37" fmla="*/ 160 h 224"/>
                <a:gd name="T38" fmla="*/ 112 w 230"/>
                <a:gd name="T39" fmla="*/ 148 h 224"/>
                <a:gd name="T40" fmla="*/ 107 w 230"/>
                <a:gd name="T41" fmla="*/ 131 h 224"/>
                <a:gd name="T42" fmla="*/ 120 w 230"/>
                <a:gd name="T43" fmla="*/ 139 h 224"/>
                <a:gd name="T44" fmla="*/ 151 w 230"/>
                <a:gd name="T45" fmla="*/ 214 h 224"/>
                <a:gd name="T46" fmla="*/ 166 w 230"/>
                <a:gd name="T47" fmla="*/ 224 h 224"/>
                <a:gd name="T48" fmla="*/ 172 w 230"/>
                <a:gd name="T49" fmla="*/ 222 h 224"/>
                <a:gd name="T50" fmla="*/ 180 w 230"/>
                <a:gd name="T51" fmla="*/ 201 h 224"/>
                <a:gd name="T52" fmla="*/ 147 w 230"/>
                <a:gd name="T53" fmla="*/ 122 h 224"/>
                <a:gd name="T54" fmla="*/ 141 w 230"/>
                <a:gd name="T55" fmla="*/ 115 h 224"/>
                <a:gd name="T56" fmla="*/ 103 w 230"/>
                <a:gd name="T57" fmla="*/ 90 h 224"/>
                <a:gd name="T58" fmla="*/ 139 w 230"/>
                <a:gd name="T59" fmla="*/ 46 h 224"/>
                <a:gd name="T60" fmla="*/ 142 w 230"/>
                <a:gd name="T61" fmla="*/ 43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30" h="224">
                  <a:moveTo>
                    <a:pt x="142" y="43"/>
                  </a:moveTo>
                  <a:cubicBezTo>
                    <a:pt x="163" y="67"/>
                    <a:pt x="163" y="67"/>
                    <a:pt x="163" y="67"/>
                  </a:cubicBezTo>
                  <a:cubicBezTo>
                    <a:pt x="165" y="70"/>
                    <a:pt x="169" y="72"/>
                    <a:pt x="172" y="72"/>
                  </a:cubicBezTo>
                  <a:cubicBezTo>
                    <a:pt x="174" y="72"/>
                    <a:pt x="177" y="71"/>
                    <a:pt x="179" y="69"/>
                  </a:cubicBezTo>
                  <a:cubicBezTo>
                    <a:pt x="224" y="39"/>
                    <a:pt x="224" y="39"/>
                    <a:pt x="224" y="39"/>
                  </a:cubicBezTo>
                  <a:cubicBezTo>
                    <a:pt x="229" y="35"/>
                    <a:pt x="230" y="28"/>
                    <a:pt x="227" y="22"/>
                  </a:cubicBezTo>
                  <a:cubicBezTo>
                    <a:pt x="223" y="17"/>
                    <a:pt x="215" y="15"/>
                    <a:pt x="210" y="19"/>
                  </a:cubicBezTo>
                  <a:cubicBezTo>
                    <a:pt x="174" y="44"/>
                    <a:pt x="174" y="44"/>
                    <a:pt x="174" y="44"/>
                  </a:cubicBezTo>
                  <a:cubicBezTo>
                    <a:pt x="146" y="11"/>
                    <a:pt x="146" y="11"/>
                    <a:pt x="146" y="11"/>
                  </a:cubicBezTo>
                  <a:cubicBezTo>
                    <a:pt x="145" y="9"/>
                    <a:pt x="144" y="8"/>
                    <a:pt x="142" y="8"/>
                  </a:cubicBezTo>
                  <a:cubicBezTo>
                    <a:pt x="133" y="1"/>
                    <a:pt x="117" y="0"/>
                    <a:pt x="103" y="12"/>
                  </a:cubicBezTo>
                  <a:cubicBezTo>
                    <a:pt x="80" y="31"/>
                    <a:pt x="68" y="45"/>
                    <a:pt x="55" y="74"/>
                  </a:cubicBezTo>
                  <a:cubicBezTo>
                    <a:pt x="48" y="92"/>
                    <a:pt x="56" y="102"/>
                    <a:pt x="65" y="109"/>
                  </a:cubicBezTo>
                  <a:cubicBezTo>
                    <a:pt x="77" y="142"/>
                    <a:pt x="77" y="142"/>
                    <a:pt x="77" y="142"/>
                  </a:cubicBezTo>
                  <a:cubicBezTo>
                    <a:pt x="14" y="158"/>
                    <a:pt x="14" y="158"/>
                    <a:pt x="14" y="158"/>
                  </a:cubicBezTo>
                  <a:cubicBezTo>
                    <a:pt x="5" y="160"/>
                    <a:pt x="0" y="169"/>
                    <a:pt x="2" y="177"/>
                  </a:cubicBezTo>
                  <a:cubicBezTo>
                    <a:pt x="4" y="186"/>
                    <a:pt x="13" y="191"/>
                    <a:pt x="22" y="189"/>
                  </a:cubicBezTo>
                  <a:cubicBezTo>
                    <a:pt x="101" y="168"/>
                    <a:pt x="101" y="168"/>
                    <a:pt x="101" y="168"/>
                  </a:cubicBezTo>
                  <a:cubicBezTo>
                    <a:pt x="106" y="167"/>
                    <a:pt x="109" y="164"/>
                    <a:pt x="111" y="160"/>
                  </a:cubicBezTo>
                  <a:cubicBezTo>
                    <a:pt x="114" y="157"/>
                    <a:pt x="114" y="152"/>
                    <a:pt x="112" y="148"/>
                  </a:cubicBezTo>
                  <a:cubicBezTo>
                    <a:pt x="107" y="131"/>
                    <a:pt x="107" y="131"/>
                    <a:pt x="107" y="131"/>
                  </a:cubicBezTo>
                  <a:cubicBezTo>
                    <a:pt x="120" y="139"/>
                    <a:pt x="120" y="139"/>
                    <a:pt x="120" y="139"/>
                  </a:cubicBezTo>
                  <a:cubicBezTo>
                    <a:pt x="151" y="214"/>
                    <a:pt x="151" y="214"/>
                    <a:pt x="151" y="214"/>
                  </a:cubicBezTo>
                  <a:cubicBezTo>
                    <a:pt x="153" y="220"/>
                    <a:pt x="159" y="224"/>
                    <a:pt x="166" y="224"/>
                  </a:cubicBezTo>
                  <a:cubicBezTo>
                    <a:pt x="168" y="224"/>
                    <a:pt x="170" y="223"/>
                    <a:pt x="172" y="222"/>
                  </a:cubicBezTo>
                  <a:cubicBezTo>
                    <a:pt x="180" y="219"/>
                    <a:pt x="184" y="210"/>
                    <a:pt x="180" y="201"/>
                  </a:cubicBezTo>
                  <a:cubicBezTo>
                    <a:pt x="147" y="122"/>
                    <a:pt x="147" y="122"/>
                    <a:pt x="147" y="122"/>
                  </a:cubicBezTo>
                  <a:cubicBezTo>
                    <a:pt x="146" y="120"/>
                    <a:pt x="144" y="117"/>
                    <a:pt x="141" y="115"/>
                  </a:cubicBezTo>
                  <a:cubicBezTo>
                    <a:pt x="103" y="90"/>
                    <a:pt x="103" y="90"/>
                    <a:pt x="103" y="90"/>
                  </a:cubicBezTo>
                  <a:cubicBezTo>
                    <a:pt x="113" y="73"/>
                    <a:pt x="129" y="58"/>
                    <a:pt x="139" y="46"/>
                  </a:cubicBezTo>
                  <a:cubicBezTo>
                    <a:pt x="140" y="45"/>
                    <a:pt x="141" y="44"/>
                    <a:pt x="142"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92"/>
            <p:cNvSpPr>
              <a:spLocks/>
            </p:cNvSpPr>
            <p:nvPr/>
          </p:nvSpPr>
          <p:spPr bwMode="auto">
            <a:xfrm>
              <a:off x="8102601" y="4214813"/>
              <a:ext cx="95250" cy="96838"/>
            </a:xfrm>
            <a:custGeom>
              <a:avLst/>
              <a:gdLst>
                <a:gd name="T0" fmla="*/ 57 w 69"/>
                <a:gd name="T1" fmla="*/ 56 h 69"/>
                <a:gd name="T2" fmla="*/ 57 w 69"/>
                <a:gd name="T3" fmla="*/ 12 h 69"/>
                <a:gd name="T4" fmla="*/ 13 w 69"/>
                <a:gd name="T5" fmla="*/ 12 h 69"/>
                <a:gd name="T6" fmla="*/ 12 w 69"/>
                <a:gd name="T7" fmla="*/ 56 h 69"/>
                <a:gd name="T8" fmla="*/ 57 w 69"/>
                <a:gd name="T9" fmla="*/ 56 h 69"/>
              </a:gdLst>
              <a:ahLst/>
              <a:cxnLst>
                <a:cxn ang="0">
                  <a:pos x="T0" y="T1"/>
                </a:cxn>
                <a:cxn ang="0">
                  <a:pos x="T2" y="T3"/>
                </a:cxn>
                <a:cxn ang="0">
                  <a:pos x="T4" y="T5"/>
                </a:cxn>
                <a:cxn ang="0">
                  <a:pos x="T6" y="T7"/>
                </a:cxn>
                <a:cxn ang="0">
                  <a:pos x="T8" y="T9"/>
                </a:cxn>
              </a:cxnLst>
              <a:rect l="0" t="0" r="r" b="b"/>
              <a:pathLst>
                <a:path w="69" h="69">
                  <a:moveTo>
                    <a:pt x="57" y="56"/>
                  </a:moveTo>
                  <a:cubicBezTo>
                    <a:pt x="69" y="44"/>
                    <a:pt x="69" y="24"/>
                    <a:pt x="57" y="12"/>
                  </a:cubicBezTo>
                  <a:cubicBezTo>
                    <a:pt x="45" y="0"/>
                    <a:pt x="25" y="0"/>
                    <a:pt x="13" y="12"/>
                  </a:cubicBezTo>
                  <a:cubicBezTo>
                    <a:pt x="0" y="24"/>
                    <a:pt x="0" y="44"/>
                    <a:pt x="12" y="56"/>
                  </a:cubicBezTo>
                  <a:cubicBezTo>
                    <a:pt x="25" y="69"/>
                    <a:pt x="45" y="69"/>
                    <a:pt x="57" y="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93"/>
            <p:cNvSpPr>
              <a:spLocks/>
            </p:cNvSpPr>
            <p:nvPr/>
          </p:nvSpPr>
          <p:spPr bwMode="auto">
            <a:xfrm>
              <a:off x="7918451" y="4306888"/>
              <a:ext cx="323850" cy="312738"/>
            </a:xfrm>
            <a:custGeom>
              <a:avLst/>
              <a:gdLst>
                <a:gd name="T0" fmla="*/ 143 w 231"/>
                <a:gd name="T1" fmla="*/ 43 h 223"/>
                <a:gd name="T2" fmla="*/ 163 w 231"/>
                <a:gd name="T3" fmla="*/ 67 h 223"/>
                <a:gd name="T4" fmla="*/ 172 w 231"/>
                <a:gd name="T5" fmla="*/ 71 h 223"/>
                <a:gd name="T6" fmla="*/ 179 w 231"/>
                <a:gd name="T7" fmla="*/ 69 h 223"/>
                <a:gd name="T8" fmla="*/ 224 w 231"/>
                <a:gd name="T9" fmla="*/ 39 h 223"/>
                <a:gd name="T10" fmla="*/ 227 w 231"/>
                <a:gd name="T11" fmla="*/ 22 h 223"/>
                <a:gd name="T12" fmla="*/ 210 w 231"/>
                <a:gd name="T13" fmla="*/ 19 h 223"/>
                <a:gd name="T14" fmla="*/ 174 w 231"/>
                <a:gd name="T15" fmla="*/ 43 h 223"/>
                <a:gd name="T16" fmla="*/ 146 w 231"/>
                <a:gd name="T17" fmla="*/ 11 h 223"/>
                <a:gd name="T18" fmla="*/ 142 w 231"/>
                <a:gd name="T19" fmla="*/ 8 h 223"/>
                <a:gd name="T20" fmla="*/ 103 w 231"/>
                <a:gd name="T21" fmla="*/ 12 h 223"/>
                <a:gd name="T22" fmla="*/ 55 w 231"/>
                <a:gd name="T23" fmla="*/ 73 h 223"/>
                <a:gd name="T24" fmla="*/ 66 w 231"/>
                <a:gd name="T25" fmla="*/ 109 h 223"/>
                <a:gd name="T26" fmla="*/ 77 w 231"/>
                <a:gd name="T27" fmla="*/ 141 h 223"/>
                <a:gd name="T28" fmla="*/ 14 w 231"/>
                <a:gd name="T29" fmla="*/ 158 h 223"/>
                <a:gd name="T30" fmla="*/ 2 w 231"/>
                <a:gd name="T31" fmla="*/ 177 h 223"/>
                <a:gd name="T32" fmla="*/ 22 w 231"/>
                <a:gd name="T33" fmla="*/ 189 h 223"/>
                <a:gd name="T34" fmla="*/ 101 w 231"/>
                <a:gd name="T35" fmla="*/ 168 h 223"/>
                <a:gd name="T36" fmla="*/ 112 w 231"/>
                <a:gd name="T37" fmla="*/ 160 h 223"/>
                <a:gd name="T38" fmla="*/ 113 w 231"/>
                <a:gd name="T39" fmla="*/ 147 h 223"/>
                <a:gd name="T40" fmla="*/ 107 w 231"/>
                <a:gd name="T41" fmla="*/ 130 h 223"/>
                <a:gd name="T42" fmla="*/ 120 w 231"/>
                <a:gd name="T43" fmla="*/ 139 h 223"/>
                <a:gd name="T44" fmla="*/ 151 w 231"/>
                <a:gd name="T45" fmla="*/ 214 h 223"/>
                <a:gd name="T46" fmla="*/ 166 w 231"/>
                <a:gd name="T47" fmla="*/ 223 h 223"/>
                <a:gd name="T48" fmla="*/ 172 w 231"/>
                <a:gd name="T49" fmla="*/ 222 h 223"/>
                <a:gd name="T50" fmla="*/ 181 w 231"/>
                <a:gd name="T51" fmla="*/ 201 h 223"/>
                <a:gd name="T52" fmla="*/ 147 w 231"/>
                <a:gd name="T53" fmla="*/ 122 h 223"/>
                <a:gd name="T54" fmla="*/ 142 w 231"/>
                <a:gd name="T55" fmla="*/ 115 h 223"/>
                <a:gd name="T56" fmla="*/ 103 w 231"/>
                <a:gd name="T57" fmla="*/ 89 h 223"/>
                <a:gd name="T58" fmla="*/ 140 w 231"/>
                <a:gd name="T59" fmla="*/ 46 h 223"/>
                <a:gd name="T60" fmla="*/ 143 w 231"/>
                <a:gd name="T61" fmla="*/ 4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31" h="223">
                  <a:moveTo>
                    <a:pt x="143" y="43"/>
                  </a:moveTo>
                  <a:cubicBezTo>
                    <a:pt x="163" y="67"/>
                    <a:pt x="163" y="67"/>
                    <a:pt x="163" y="67"/>
                  </a:cubicBezTo>
                  <a:cubicBezTo>
                    <a:pt x="165" y="70"/>
                    <a:pt x="169" y="71"/>
                    <a:pt x="172" y="71"/>
                  </a:cubicBezTo>
                  <a:cubicBezTo>
                    <a:pt x="175" y="71"/>
                    <a:pt x="177" y="71"/>
                    <a:pt x="179" y="69"/>
                  </a:cubicBezTo>
                  <a:cubicBezTo>
                    <a:pt x="224" y="39"/>
                    <a:pt x="224" y="39"/>
                    <a:pt x="224" y="39"/>
                  </a:cubicBezTo>
                  <a:cubicBezTo>
                    <a:pt x="229" y="35"/>
                    <a:pt x="231" y="27"/>
                    <a:pt x="227" y="22"/>
                  </a:cubicBezTo>
                  <a:cubicBezTo>
                    <a:pt x="223" y="16"/>
                    <a:pt x="216" y="15"/>
                    <a:pt x="210" y="19"/>
                  </a:cubicBezTo>
                  <a:cubicBezTo>
                    <a:pt x="174" y="43"/>
                    <a:pt x="174" y="43"/>
                    <a:pt x="174" y="43"/>
                  </a:cubicBezTo>
                  <a:cubicBezTo>
                    <a:pt x="146" y="11"/>
                    <a:pt x="146" y="11"/>
                    <a:pt x="146" y="11"/>
                  </a:cubicBezTo>
                  <a:cubicBezTo>
                    <a:pt x="145" y="9"/>
                    <a:pt x="144" y="8"/>
                    <a:pt x="142" y="8"/>
                  </a:cubicBezTo>
                  <a:cubicBezTo>
                    <a:pt x="133" y="1"/>
                    <a:pt x="117" y="0"/>
                    <a:pt x="103" y="12"/>
                  </a:cubicBezTo>
                  <a:cubicBezTo>
                    <a:pt x="80" y="31"/>
                    <a:pt x="68" y="45"/>
                    <a:pt x="55" y="73"/>
                  </a:cubicBezTo>
                  <a:cubicBezTo>
                    <a:pt x="48" y="92"/>
                    <a:pt x="56" y="102"/>
                    <a:pt x="66" y="109"/>
                  </a:cubicBezTo>
                  <a:cubicBezTo>
                    <a:pt x="77" y="141"/>
                    <a:pt x="77" y="141"/>
                    <a:pt x="77" y="141"/>
                  </a:cubicBezTo>
                  <a:cubicBezTo>
                    <a:pt x="14" y="158"/>
                    <a:pt x="14" y="158"/>
                    <a:pt x="14" y="158"/>
                  </a:cubicBezTo>
                  <a:cubicBezTo>
                    <a:pt x="5" y="160"/>
                    <a:pt x="0" y="169"/>
                    <a:pt x="2" y="177"/>
                  </a:cubicBezTo>
                  <a:cubicBezTo>
                    <a:pt x="5" y="186"/>
                    <a:pt x="13" y="191"/>
                    <a:pt x="22" y="189"/>
                  </a:cubicBezTo>
                  <a:cubicBezTo>
                    <a:pt x="101" y="168"/>
                    <a:pt x="101" y="168"/>
                    <a:pt x="101" y="168"/>
                  </a:cubicBezTo>
                  <a:cubicBezTo>
                    <a:pt x="106" y="167"/>
                    <a:pt x="109" y="164"/>
                    <a:pt x="112" y="160"/>
                  </a:cubicBezTo>
                  <a:cubicBezTo>
                    <a:pt x="114" y="156"/>
                    <a:pt x="114" y="152"/>
                    <a:pt x="113" y="147"/>
                  </a:cubicBezTo>
                  <a:cubicBezTo>
                    <a:pt x="107" y="130"/>
                    <a:pt x="107" y="130"/>
                    <a:pt x="107" y="130"/>
                  </a:cubicBezTo>
                  <a:cubicBezTo>
                    <a:pt x="120" y="139"/>
                    <a:pt x="120" y="139"/>
                    <a:pt x="120" y="139"/>
                  </a:cubicBezTo>
                  <a:cubicBezTo>
                    <a:pt x="151" y="214"/>
                    <a:pt x="151" y="214"/>
                    <a:pt x="151" y="214"/>
                  </a:cubicBezTo>
                  <a:cubicBezTo>
                    <a:pt x="154" y="220"/>
                    <a:pt x="160" y="223"/>
                    <a:pt x="166" y="223"/>
                  </a:cubicBezTo>
                  <a:cubicBezTo>
                    <a:pt x="168" y="223"/>
                    <a:pt x="170" y="223"/>
                    <a:pt x="172" y="222"/>
                  </a:cubicBezTo>
                  <a:cubicBezTo>
                    <a:pt x="180" y="219"/>
                    <a:pt x="184" y="209"/>
                    <a:pt x="181" y="201"/>
                  </a:cubicBezTo>
                  <a:cubicBezTo>
                    <a:pt x="147" y="122"/>
                    <a:pt x="147" y="122"/>
                    <a:pt x="147" y="122"/>
                  </a:cubicBezTo>
                  <a:cubicBezTo>
                    <a:pt x="146" y="119"/>
                    <a:pt x="144" y="117"/>
                    <a:pt x="142" y="115"/>
                  </a:cubicBezTo>
                  <a:cubicBezTo>
                    <a:pt x="103" y="89"/>
                    <a:pt x="103" y="89"/>
                    <a:pt x="103" y="89"/>
                  </a:cubicBezTo>
                  <a:cubicBezTo>
                    <a:pt x="114" y="73"/>
                    <a:pt x="129" y="58"/>
                    <a:pt x="140" y="46"/>
                  </a:cubicBezTo>
                  <a:cubicBezTo>
                    <a:pt x="141" y="45"/>
                    <a:pt x="142" y="44"/>
                    <a:pt x="143"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94"/>
            <p:cNvSpPr>
              <a:spLocks/>
            </p:cNvSpPr>
            <p:nvPr/>
          </p:nvSpPr>
          <p:spPr bwMode="auto">
            <a:xfrm>
              <a:off x="8453438" y="4187825"/>
              <a:ext cx="96838" cy="95250"/>
            </a:xfrm>
            <a:custGeom>
              <a:avLst/>
              <a:gdLst>
                <a:gd name="T0" fmla="*/ 57 w 69"/>
                <a:gd name="T1" fmla="*/ 56 h 68"/>
                <a:gd name="T2" fmla="*/ 57 w 69"/>
                <a:gd name="T3" fmla="*/ 12 h 68"/>
                <a:gd name="T4" fmla="*/ 13 w 69"/>
                <a:gd name="T5" fmla="*/ 12 h 68"/>
                <a:gd name="T6" fmla="*/ 13 w 69"/>
                <a:gd name="T7" fmla="*/ 56 h 68"/>
                <a:gd name="T8" fmla="*/ 57 w 69"/>
                <a:gd name="T9" fmla="*/ 56 h 68"/>
              </a:gdLst>
              <a:ahLst/>
              <a:cxnLst>
                <a:cxn ang="0">
                  <a:pos x="T0" y="T1"/>
                </a:cxn>
                <a:cxn ang="0">
                  <a:pos x="T2" y="T3"/>
                </a:cxn>
                <a:cxn ang="0">
                  <a:pos x="T4" y="T5"/>
                </a:cxn>
                <a:cxn ang="0">
                  <a:pos x="T6" y="T7"/>
                </a:cxn>
                <a:cxn ang="0">
                  <a:pos x="T8" y="T9"/>
                </a:cxn>
              </a:cxnLst>
              <a:rect l="0" t="0" r="r" b="b"/>
              <a:pathLst>
                <a:path w="69" h="68">
                  <a:moveTo>
                    <a:pt x="57" y="56"/>
                  </a:moveTo>
                  <a:cubicBezTo>
                    <a:pt x="69" y="44"/>
                    <a:pt x="69" y="24"/>
                    <a:pt x="57" y="12"/>
                  </a:cubicBezTo>
                  <a:cubicBezTo>
                    <a:pt x="45" y="0"/>
                    <a:pt x="25" y="0"/>
                    <a:pt x="13" y="12"/>
                  </a:cubicBezTo>
                  <a:cubicBezTo>
                    <a:pt x="0" y="24"/>
                    <a:pt x="0" y="44"/>
                    <a:pt x="13" y="56"/>
                  </a:cubicBezTo>
                  <a:cubicBezTo>
                    <a:pt x="25" y="68"/>
                    <a:pt x="45" y="68"/>
                    <a:pt x="57" y="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95"/>
            <p:cNvSpPr>
              <a:spLocks/>
            </p:cNvSpPr>
            <p:nvPr/>
          </p:nvSpPr>
          <p:spPr bwMode="auto">
            <a:xfrm>
              <a:off x="8269288" y="4278313"/>
              <a:ext cx="323850" cy="312738"/>
            </a:xfrm>
            <a:custGeom>
              <a:avLst/>
              <a:gdLst>
                <a:gd name="T0" fmla="*/ 143 w 231"/>
                <a:gd name="T1" fmla="*/ 43 h 223"/>
                <a:gd name="T2" fmla="*/ 163 w 231"/>
                <a:gd name="T3" fmla="*/ 67 h 223"/>
                <a:gd name="T4" fmla="*/ 172 w 231"/>
                <a:gd name="T5" fmla="*/ 71 h 223"/>
                <a:gd name="T6" fmla="*/ 179 w 231"/>
                <a:gd name="T7" fmla="*/ 69 h 223"/>
                <a:gd name="T8" fmla="*/ 224 w 231"/>
                <a:gd name="T9" fmla="*/ 38 h 223"/>
                <a:gd name="T10" fmla="*/ 227 w 231"/>
                <a:gd name="T11" fmla="*/ 22 h 223"/>
                <a:gd name="T12" fmla="*/ 210 w 231"/>
                <a:gd name="T13" fmla="*/ 19 h 223"/>
                <a:gd name="T14" fmla="*/ 175 w 231"/>
                <a:gd name="T15" fmla="*/ 43 h 223"/>
                <a:gd name="T16" fmla="*/ 146 w 231"/>
                <a:gd name="T17" fmla="*/ 10 h 223"/>
                <a:gd name="T18" fmla="*/ 143 w 231"/>
                <a:gd name="T19" fmla="*/ 7 h 223"/>
                <a:gd name="T20" fmla="*/ 103 w 231"/>
                <a:gd name="T21" fmla="*/ 12 h 223"/>
                <a:gd name="T22" fmla="*/ 55 w 231"/>
                <a:gd name="T23" fmla="*/ 73 h 223"/>
                <a:gd name="T24" fmla="*/ 66 w 231"/>
                <a:gd name="T25" fmla="*/ 109 h 223"/>
                <a:gd name="T26" fmla="*/ 77 w 231"/>
                <a:gd name="T27" fmla="*/ 141 h 223"/>
                <a:gd name="T28" fmla="*/ 14 w 231"/>
                <a:gd name="T29" fmla="*/ 157 h 223"/>
                <a:gd name="T30" fmla="*/ 3 w 231"/>
                <a:gd name="T31" fmla="*/ 177 h 223"/>
                <a:gd name="T32" fmla="*/ 22 w 231"/>
                <a:gd name="T33" fmla="*/ 188 h 223"/>
                <a:gd name="T34" fmla="*/ 102 w 231"/>
                <a:gd name="T35" fmla="*/ 168 h 223"/>
                <a:gd name="T36" fmla="*/ 112 w 231"/>
                <a:gd name="T37" fmla="*/ 160 h 223"/>
                <a:gd name="T38" fmla="*/ 113 w 231"/>
                <a:gd name="T39" fmla="*/ 147 h 223"/>
                <a:gd name="T40" fmla="*/ 107 w 231"/>
                <a:gd name="T41" fmla="*/ 130 h 223"/>
                <a:gd name="T42" fmla="*/ 120 w 231"/>
                <a:gd name="T43" fmla="*/ 139 h 223"/>
                <a:gd name="T44" fmla="*/ 151 w 231"/>
                <a:gd name="T45" fmla="*/ 213 h 223"/>
                <a:gd name="T46" fmla="*/ 166 w 231"/>
                <a:gd name="T47" fmla="*/ 223 h 223"/>
                <a:gd name="T48" fmla="*/ 172 w 231"/>
                <a:gd name="T49" fmla="*/ 222 h 223"/>
                <a:gd name="T50" fmla="*/ 181 w 231"/>
                <a:gd name="T51" fmla="*/ 201 h 223"/>
                <a:gd name="T52" fmla="*/ 148 w 231"/>
                <a:gd name="T53" fmla="*/ 122 h 223"/>
                <a:gd name="T54" fmla="*/ 142 w 231"/>
                <a:gd name="T55" fmla="*/ 115 h 223"/>
                <a:gd name="T56" fmla="*/ 103 w 231"/>
                <a:gd name="T57" fmla="*/ 89 h 223"/>
                <a:gd name="T58" fmla="*/ 140 w 231"/>
                <a:gd name="T59" fmla="*/ 46 h 223"/>
                <a:gd name="T60" fmla="*/ 143 w 231"/>
                <a:gd name="T61" fmla="*/ 4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31" h="223">
                  <a:moveTo>
                    <a:pt x="143" y="43"/>
                  </a:moveTo>
                  <a:cubicBezTo>
                    <a:pt x="163" y="67"/>
                    <a:pt x="163" y="67"/>
                    <a:pt x="163" y="67"/>
                  </a:cubicBezTo>
                  <a:cubicBezTo>
                    <a:pt x="166" y="70"/>
                    <a:pt x="169" y="71"/>
                    <a:pt x="172" y="71"/>
                  </a:cubicBezTo>
                  <a:cubicBezTo>
                    <a:pt x="175" y="71"/>
                    <a:pt x="177" y="70"/>
                    <a:pt x="179" y="69"/>
                  </a:cubicBezTo>
                  <a:cubicBezTo>
                    <a:pt x="224" y="38"/>
                    <a:pt x="224" y="38"/>
                    <a:pt x="224" y="38"/>
                  </a:cubicBezTo>
                  <a:cubicBezTo>
                    <a:pt x="229" y="35"/>
                    <a:pt x="231" y="27"/>
                    <a:pt x="227" y="22"/>
                  </a:cubicBezTo>
                  <a:cubicBezTo>
                    <a:pt x="223" y="16"/>
                    <a:pt x="216" y="15"/>
                    <a:pt x="210" y="19"/>
                  </a:cubicBezTo>
                  <a:cubicBezTo>
                    <a:pt x="175" y="43"/>
                    <a:pt x="175" y="43"/>
                    <a:pt x="175" y="43"/>
                  </a:cubicBezTo>
                  <a:cubicBezTo>
                    <a:pt x="146" y="10"/>
                    <a:pt x="146" y="10"/>
                    <a:pt x="146" y="10"/>
                  </a:cubicBezTo>
                  <a:cubicBezTo>
                    <a:pt x="145" y="9"/>
                    <a:pt x="144" y="8"/>
                    <a:pt x="143" y="7"/>
                  </a:cubicBezTo>
                  <a:cubicBezTo>
                    <a:pt x="133" y="1"/>
                    <a:pt x="118" y="0"/>
                    <a:pt x="103" y="12"/>
                  </a:cubicBezTo>
                  <a:cubicBezTo>
                    <a:pt x="80" y="30"/>
                    <a:pt x="69" y="45"/>
                    <a:pt x="55" y="73"/>
                  </a:cubicBezTo>
                  <a:cubicBezTo>
                    <a:pt x="48" y="92"/>
                    <a:pt x="56" y="102"/>
                    <a:pt x="66" y="109"/>
                  </a:cubicBezTo>
                  <a:cubicBezTo>
                    <a:pt x="77" y="141"/>
                    <a:pt x="77" y="141"/>
                    <a:pt x="77" y="141"/>
                  </a:cubicBezTo>
                  <a:cubicBezTo>
                    <a:pt x="14" y="157"/>
                    <a:pt x="14" y="157"/>
                    <a:pt x="14" y="157"/>
                  </a:cubicBezTo>
                  <a:cubicBezTo>
                    <a:pt x="6" y="160"/>
                    <a:pt x="0" y="168"/>
                    <a:pt x="3" y="177"/>
                  </a:cubicBezTo>
                  <a:cubicBezTo>
                    <a:pt x="5" y="185"/>
                    <a:pt x="14" y="191"/>
                    <a:pt x="22" y="188"/>
                  </a:cubicBezTo>
                  <a:cubicBezTo>
                    <a:pt x="102" y="168"/>
                    <a:pt x="102" y="168"/>
                    <a:pt x="102" y="168"/>
                  </a:cubicBezTo>
                  <a:cubicBezTo>
                    <a:pt x="106" y="167"/>
                    <a:pt x="110" y="164"/>
                    <a:pt x="112" y="160"/>
                  </a:cubicBezTo>
                  <a:cubicBezTo>
                    <a:pt x="114" y="156"/>
                    <a:pt x="114" y="151"/>
                    <a:pt x="113" y="147"/>
                  </a:cubicBezTo>
                  <a:cubicBezTo>
                    <a:pt x="107" y="130"/>
                    <a:pt x="107" y="130"/>
                    <a:pt x="107" y="130"/>
                  </a:cubicBezTo>
                  <a:cubicBezTo>
                    <a:pt x="120" y="139"/>
                    <a:pt x="120" y="139"/>
                    <a:pt x="120" y="139"/>
                  </a:cubicBezTo>
                  <a:cubicBezTo>
                    <a:pt x="151" y="213"/>
                    <a:pt x="151" y="213"/>
                    <a:pt x="151" y="213"/>
                  </a:cubicBezTo>
                  <a:cubicBezTo>
                    <a:pt x="154" y="219"/>
                    <a:pt x="160" y="223"/>
                    <a:pt x="166" y="223"/>
                  </a:cubicBezTo>
                  <a:cubicBezTo>
                    <a:pt x="168" y="223"/>
                    <a:pt x="170" y="223"/>
                    <a:pt x="172" y="222"/>
                  </a:cubicBezTo>
                  <a:cubicBezTo>
                    <a:pt x="180" y="218"/>
                    <a:pt x="184" y="209"/>
                    <a:pt x="181" y="201"/>
                  </a:cubicBezTo>
                  <a:cubicBezTo>
                    <a:pt x="148" y="122"/>
                    <a:pt x="148" y="122"/>
                    <a:pt x="148" y="122"/>
                  </a:cubicBezTo>
                  <a:cubicBezTo>
                    <a:pt x="146" y="119"/>
                    <a:pt x="144" y="117"/>
                    <a:pt x="142" y="115"/>
                  </a:cubicBezTo>
                  <a:cubicBezTo>
                    <a:pt x="103" y="89"/>
                    <a:pt x="103" y="89"/>
                    <a:pt x="103" y="89"/>
                  </a:cubicBezTo>
                  <a:cubicBezTo>
                    <a:pt x="114" y="72"/>
                    <a:pt x="129" y="57"/>
                    <a:pt x="140" y="46"/>
                  </a:cubicBezTo>
                  <a:cubicBezTo>
                    <a:pt x="141" y="45"/>
                    <a:pt x="142" y="44"/>
                    <a:pt x="143"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96"/>
            <p:cNvSpPr>
              <a:spLocks/>
            </p:cNvSpPr>
            <p:nvPr/>
          </p:nvSpPr>
          <p:spPr bwMode="auto">
            <a:xfrm>
              <a:off x="8588376" y="4573588"/>
              <a:ext cx="482600" cy="496888"/>
            </a:xfrm>
            <a:custGeom>
              <a:avLst/>
              <a:gdLst>
                <a:gd name="T0" fmla="*/ 94 w 345"/>
                <a:gd name="T1" fmla="*/ 329 h 354"/>
                <a:gd name="T2" fmla="*/ 103 w 345"/>
                <a:gd name="T3" fmla="*/ 351 h 354"/>
                <a:gd name="T4" fmla="*/ 125 w 345"/>
                <a:gd name="T5" fmla="*/ 342 h 354"/>
                <a:gd name="T6" fmla="*/ 174 w 345"/>
                <a:gd name="T7" fmla="*/ 223 h 354"/>
                <a:gd name="T8" fmla="*/ 228 w 345"/>
                <a:gd name="T9" fmla="*/ 159 h 354"/>
                <a:gd name="T10" fmla="*/ 331 w 345"/>
                <a:gd name="T11" fmla="*/ 198 h 354"/>
                <a:gd name="T12" fmla="*/ 334 w 345"/>
                <a:gd name="T13" fmla="*/ 198 h 354"/>
                <a:gd name="T14" fmla="*/ 344 w 345"/>
                <a:gd name="T15" fmla="*/ 192 h 354"/>
                <a:gd name="T16" fmla="*/ 338 w 345"/>
                <a:gd name="T17" fmla="*/ 179 h 354"/>
                <a:gd name="T18" fmla="*/ 229 w 345"/>
                <a:gd name="T19" fmla="*/ 138 h 354"/>
                <a:gd name="T20" fmla="*/ 193 w 345"/>
                <a:gd name="T21" fmla="*/ 108 h 354"/>
                <a:gd name="T22" fmla="*/ 150 w 345"/>
                <a:gd name="T23" fmla="*/ 7 h 354"/>
                <a:gd name="T24" fmla="*/ 137 w 345"/>
                <a:gd name="T25" fmla="*/ 2 h 354"/>
                <a:gd name="T26" fmla="*/ 132 w 345"/>
                <a:gd name="T27" fmla="*/ 15 h 354"/>
                <a:gd name="T28" fmla="*/ 173 w 345"/>
                <a:gd name="T29" fmla="*/ 112 h 354"/>
                <a:gd name="T30" fmla="*/ 121 w 345"/>
                <a:gd name="T31" fmla="*/ 175 h 354"/>
                <a:gd name="T32" fmla="*/ 11 w 345"/>
                <a:gd name="T33" fmla="*/ 236 h 354"/>
                <a:gd name="T34" fmla="*/ 4 w 345"/>
                <a:gd name="T35" fmla="*/ 258 h 354"/>
                <a:gd name="T36" fmla="*/ 27 w 345"/>
                <a:gd name="T37" fmla="*/ 265 h 354"/>
                <a:gd name="T38" fmla="*/ 135 w 345"/>
                <a:gd name="T39" fmla="*/ 205 h 354"/>
                <a:gd name="T40" fmla="*/ 143 w 345"/>
                <a:gd name="T41" fmla="*/ 212 h 354"/>
                <a:gd name="T42" fmla="*/ 94 w 345"/>
                <a:gd name="T43" fmla="*/ 329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5" h="354">
                  <a:moveTo>
                    <a:pt x="94" y="329"/>
                  </a:moveTo>
                  <a:cubicBezTo>
                    <a:pt x="91" y="337"/>
                    <a:pt x="95" y="347"/>
                    <a:pt x="103" y="351"/>
                  </a:cubicBezTo>
                  <a:cubicBezTo>
                    <a:pt x="111" y="354"/>
                    <a:pt x="121" y="350"/>
                    <a:pt x="125" y="342"/>
                  </a:cubicBezTo>
                  <a:cubicBezTo>
                    <a:pt x="174" y="223"/>
                    <a:pt x="174" y="223"/>
                    <a:pt x="174" y="223"/>
                  </a:cubicBezTo>
                  <a:cubicBezTo>
                    <a:pt x="228" y="159"/>
                    <a:pt x="228" y="159"/>
                    <a:pt x="228" y="159"/>
                  </a:cubicBezTo>
                  <a:cubicBezTo>
                    <a:pt x="331" y="198"/>
                    <a:pt x="331" y="198"/>
                    <a:pt x="331" y="198"/>
                  </a:cubicBezTo>
                  <a:cubicBezTo>
                    <a:pt x="332" y="198"/>
                    <a:pt x="333" y="198"/>
                    <a:pt x="334" y="198"/>
                  </a:cubicBezTo>
                  <a:cubicBezTo>
                    <a:pt x="338" y="198"/>
                    <a:pt x="342" y="196"/>
                    <a:pt x="344" y="192"/>
                  </a:cubicBezTo>
                  <a:cubicBezTo>
                    <a:pt x="345" y="187"/>
                    <a:pt x="343" y="181"/>
                    <a:pt x="338" y="179"/>
                  </a:cubicBezTo>
                  <a:cubicBezTo>
                    <a:pt x="229" y="138"/>
                    <a:pt x="229" y="138"/>
                    <a:pt x="229" y="138"/>
                  </a:cubicBezTo>
                  <a:cubicBezTo>
                    <a:pt x="193" y="108"/>
                    <a:pt x="193" y="108"/>
                    <a:pt x="193" y="108"/>
                  </a:cubicBezTo>
                  <a:cubicBezTo>
                    <a:pt x="150" y="7"/>
                    <a:pt x="150" y="7"/>
                    <a:pt x="150" y="7"/>
                  </a:cubicBezTo>
                  <a:cubicBezTo>
                    <a:pt x="148" y="2"/>
                    <a:pt x="142" y="0"/>
                    <a:pt x="137" y="2"/>
                  </a:cubicBezTo>
                  <a:cubicBezTo>
                    <a:pt x="132" y="4"/>
                    <a:pt x="130" y="10"/>
                    <a:pt x="132" y="15"/>
                  </a:cubicBezTo>
                  <a:cubicBezTo>
                    <a:pt x="173" y="112"/>
                    <a:pt x="173" y="112"/>
                    <a:pt x="173" y="112"/>
                  </a:cubicBezTo>
                  <a:cubicBezTo>
                    <a:pt x="121" y="175"/>
                    <a:pt x="121" y="175"/>
                    <a:pt x="121" y="175"/>
                  </a:cubicBezTo>
                  <a:cubicBezTo>
                    <a:pt x="11" y="236"/>
                    <a:pt x="11" y="236"/>
                    <a:pt x="11" y="236"/>
                  </a:cubicBezTo>
                  <a:cubicBezTo>
                    <a:pt x="3" y="240"/>
                    <a:pt x="0" y="250"/>
                    <a:pt x="4" y="258"/>
                  </a:cubicBezTo>
                  <a:cubicBezTo>
                    <a:pt x="9" y="266"/>
                    <a:pt x="19" y="269"/>
                    <a:pt x="27" y="265"/>
                  </a:cubicBezTo>
                  <a:cubicBezTo>
                    <a:pt x="135" y="205"/>
                    <a:pt x="135" y="205"/>
                    <a:pt x="135" y="205"/>
                  </a:cubicBezTo>
                  <a:cubicBezTo>
                    <a:pt x="143" y="212"/>
                    <a:pt x="143" y="212"/>
                    <a:pt x="143" y="212"/>
                  </a:cubicBezTo>
                  <a:lnTo>
                    <a:pt x="94" y="3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97"/>
            <p:cNvSpPr>
              <a:spLocks/>
            </p:cNvSpPr>
            <p:nvPr/>
          </p:nvSpPr>
          <p:spPr bwMode="auto">
            <a:xfrm>
              <a:off x="8870951" y="4659313"/>
              <a:ext cx="93663" cy="93663"/>
            </a:xfrm>
            <a:custGeom>
              <a:avLst/>
              <a:gdLst>
                <a:gd name="T0" fmla="*/ 56 w 67"/>
                <a:gd name="T1" fmla="*/ 52 h 67"/>
                <a:gd name="T2" fmla="*/ 52 w 67"/>
                <a:gd name="T3" fmla="*/ 10 h 67"/>
                <a:gd name="T4" fmla="*/ 10 w 67"/>
                <a:gd name="T5" fmla="*/ 14 h 67"/>
                <a:gd name="T6" fmla="*/ 14 w 67"/>
                <a:gd name="T7" fmla="*/ 56 h 67"/>
                <a:gd name="T8" fmla="*/ 56 w 67"/>
                <a:gd name="T9" fmla="*/ 52 h 67"/>
              </a:gdLst>
              <a:ahLst/>
              <a:cxnLst>
                <a:cxn ang="0">
                  <a:pos x="T0" y="T1"/>
                </a:cxn>
                <a:cxn ang="0">
                  <a:pos x="T2" y="T3"/>
                </a:cxn>
                <a:cxn ang="0">
                  <a:pos x="T4" y="T5"/>
                </a:cxn>
                <a:cxn ang="0">
                  <a:pos x="T6" y="T7"/>
                </a:cxn>
                <a:cxn ang="0">
                  <a:pos x="T8" y="T9"/>
                </a:cxn>
              </a:cxnLst>
              <a:rect l="0" t="0" r="r" b="b"/>
              <a:pathLst>
                <a:path w="67" h="67">
                  <a:moveTo>
                    <a:pt x="56" y="52"/>
                  </a:moveTo>
                  <a:cubicBezTo>
                    <a:pt x="67" y="40"/>
                    <a:pt x="65" y="21"/>
                    <a:pt x="52" y="10"/>
                  </a:cubicBezTo>
                  <a:cubicBezTo>
                    <a:pt x="40" y="0"/>
                    <a:pt x="21" y="1"/>
                    <a:pt x="10" y="14"/>
                  </a:cubicBezTo>
                  <a:cubicBezTo>
                    <a:pt x="0" y="27"/>
                    <a:pt x="1" y="46"/>
                    <a:pt x="14" y="56"/>
                  </a:cubicBezTo>
                  <a:cubicBezTo>
                    <a:pt x="27" y="67"/>
                    <a:pt x="45" y="65"/>
                    <a:pt x="56"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98"/>
            <p:cNvSpPr>
              <a:spLocks noEditPoints="1"/>
            </p:cNvSpPr>
            <p:nvPr/>
          </p:nvSpPr>
          <p:spPr bwMode="auto">
            <a:xfrm>
              <a:off x="7902576" y="5713413"/>
              <a:ext cx="2406650" cy="776288"/>
            </a:xfrm>
            <a:custGeom>
              <a:avLst/>
              <a:gdLst>
                <a:gd name="T0" fmla="*/ 1552 w 1718"/>
                <a:gd name="T1" fmla="*/ 162 h 554"/>
                <a:gd name="T2" fmla="*/ 1505 w 1718"/>
                <a:gd name="T3" fmla="*/ 334 h 554"/>
                <a:gd name="T4" fmla="*/ 1274 w 1718"/>
                <a:gd name="T5" fmla="*/ 0 h 554"/>
                <a:gd name="T6" fmla="*/ 1271 w 1718"/>
                <a:gd name="T7" fmla="*/ 289 h 554"/>
                <a:gd name="T8" fmla="*/ 1163 w 1718"/>
                <a:gd name="T9" fmla="*/ 39 h 554"/>
                <a:gd name="T10" fmla="*/ 1087 w 1718"/>
                <a:gd name="T11" fmla="*/ 273 h 554"/>
                <a:gd name="T12" fmla="*/ 1057 w 1718"/>
                <a:gd name="T13" fmla="*/ 518 h 554"/>
                <a:gd name="T14" fmla="*/ 748 w 1718"/>
                <a:gd name="T15" fmla="*/ 518 h 554"/>
                <a:gd name="T16" fmla="*/ 701 w 1718"/>
                <a:gd name="T17" fmla="*/ 209 h 554"/>
                <a:gd name="T18" fmla="*/ 659 w 1718"/>
                <a:gd name="T19" fmla="*/ 360 h 554"/>
                <a:gd name="T20" fmla="*/ 457 w 1718"/>
                <a:gd name="T21" fmla="*/ 68 h 554"/>
                <a:gd name="T22" fmla="*/ 454 w 1718"/>
                <a:gd name="T23" fmla="*/ 321 h 554"/>
                <a:gd name="T24" fmla="*/ 359 w 1718"/>
                <a:gd name="T25" fmla="*/ 102 h 554"/>
                <a:gd name="T26" fmla="*/ 293 w 1718"/>
                <a:gd name="T27" fmla="*/ 307 h 554"/>
                <a:gd name="T28" fmla="*/ 264 w 1718"/>
                <a:gd name="T29" fmla="*/ 518 h 554"/>
                <a:gd name="T30" fmla="*/ 71 w 1718"/>
                <a:gd name="T31" fmla="*/ 518 h 554"/>
                <a:gd name="T32" fmla="*/ 66 w 1718"/>
                <a:gd name="T33" fmla="*/ 480 h 554"/>
                <a:gd name="T34" fmla="*/ 85 w 1718"/>
                <a:gd name="T35" fmla="*/ 455 h 554"/>
                <a:gd name="T36" fmla="*/ 127 w 1718"/>
                <a:gd name="T37" fmla="*/ 377 h 554"/>
                <a:gd name="T38" fmla="*/ 182 w 1718"/>
                <a:gd name="T39" fmla="*/ 454 h 554"/>
                <a:gd name="T40" fmla="*/ 220 w 1718"/>
                <a:gd name="T41" fmla="*/ 428 h 554"/>
                <a:gd name="T42" fmla="*/ 222 w 1718"/>
                <a:gd name="T43" fmla="*/ 384 h 554"/>
                <a:gd name="T44" fmla="*/ 285 w 1718"/>
                <a:gd name="T45" fmla="*/ 295 h 554"/>
                <a:gd name="T46" fmla="*/ 299 w 1718"/>
                <a:gd name="T47" fmla="*/ 285 h 554"/>
                <a:gd name="T48" fmla="*/ 187 w 1718"/>
                <a:gd name="T49" fmla="*/ 200 h 554"/>
                <a:gd name="T50" fmla="*/ 185 w 1718"/>
                <a:gd name="T51" fmla="*/ 384 h 554"/>
                <a:gd name="T52" fmla="*/ 116 w 1718"/>
                <a:gd name="T53" fmla="*/ 225 h 554"/>
                <a:gd name="T54" fmla="*/ 68 w 1718"/>
                <a:gd name="T55" fmla="*/ 374 h 554"/>
                <a:gd name="T56" fmla="*/ 43 w 1718"/>
                <a:gd name="T57" fmla="*/ 518 h 554"/>
                <a:gd name="T58" fmla="*/ 31 w 1718"/>
                <a:gd name="T59" fmla="*/ 518 h 554"/>
                <a:gd name="T60" fmla="*/ 0 w 1718"/>
                <a:gd name="T61" fmla="*/ 518 h 554"/>
                <a:gd name="T62" fmla="*/ 0 w 1718"/>
                <a:gd name="T63" fmla="*/ 554 h 554"/>
                <a:gd name="T64" fmla="*/ 1595 w 1718"/>
                <a:gd name="T65" fmla="*/ 554 h 554"/>
                <a:gd name="T66" fmla="*/ 1595 w 1718"/>
                <a:gd name="T67" fmla="*/ 551 h 554"/>
                <a:gd name="T68" fmla="*/ 1595 w 1718"/>
                <a:gd name="T69" fmla="*/ 532 h 554"/>
                <a:gd name="T70" fmla="*/ 1552 w 1718"/>
                <a:gd name="T71" fmla="*/ 162 h 554"/>
                <a:gd name="T72" fmla="*/ 1197 w 1718"/>
                <a:gd name="T73" fmla="*/ 277 h 554"/>
                <a:gd name="T74" fmla="*/ 1283 w 1718"/>
                <a:gd name="T75" fmla="*/ 398 h 554"/>
                <a:gd name="T76" fmla="*/ 1393 w 1718"/>
                <a:gd name="T77" fmla="*/ 224 h 554"/>
                <a:gd name="T78" fmla="*/ 1415 w 1718"/>
                <a:gd name="T79" fmla="*/ 486 h 554"/>
                <a:gd name="T80" fmla="*/ 1563 w 1718"/>
                <a:gd name="T81" fmla="*/ 356 h 554"/>
                <a:gd name="T82" fmla="*/ 1544 w 1718"/>
                <a:gd name="T83" fmla="*/ 516 h 554"/>
                <a:gd name="T84" fmla="*/ 1115 w 1718"/>
                <a:gd name="T85" fmla="*/ 516 h 554"/>
                <a:gd name="T86" fmla="*/ 1101 w 1718"/>
                <a:gd name="T87" fmla="*/ 440 h 554"/>
                <a:gd name="T88" fmla="*/ 1130 w 1718"/>
                <a:gd name="T89" fmla="*/ 401 h 554"/>
                <a:gd name="T90" fmla="*/ 1197 w 1718"/>
                <a:gd name="T91" fmla="*/ 277 h 554"/>
                <a:gd name="T92" fmla="*/ 290 w 1718"/>
                <a:gd name="T93" fmla="*/ 453 h 554"/>
                <a:gd name="T94" fmla="*/ 316 w 1718"/>
                <a:gd name="T95" fmla="*/ 419 h 554"/>
                <a:gd name="T96" fmla="*/ 374 w 1718"/>
                <a:gd name="T97" fmla="*/ 311 h 554"/>
                <a:gd name="T98" fmla="*/ 450 w 1718"/>
                <a:gd name="T99" fmla="*/ 417 h 554"/>
                <a:gd name="T100" fmla="*/ 547 w 1718"/>
                <a:gd name="T101" fmla="*/ 264 h 554"/>
                <a:gd name="T102" fmla="*/ 566 w 1718"/>
                <a:gd name="T103" fmla="*/ 494 h 554"/>
                <a:gd name="T104" fmla="*/ 696 w 1718"/>
                <a:gd name="T105" fmla="*/ 380 h 554"/>
                <a:gd name="T106" fmla="*/ 684 w 1718"/>
                <a:gd name="T107" fmla="*/ 518 h 554"/>
                <a:gd name="T108" fmla="*/ 301 w 1718"/>
                <a:gd name="T109" fmla="*/ 518 h 554"/>
                <a:gd name="T110" fmla="*/ 290 w 1718"/>
                <a:gd name="T111" fmla="*/ 453 h 5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18" h="554">
                  <a:moveTo>
                    <a:pt x="1552" y="162"/>
                  </a:moveTo>
                  <a:cubicBezTo>
                    <a:pt x="1568" y="337"/>
                    <a:pt x="1505" y="334"/>
                    <a:pt x="1505" y="334"/>
                  </a:cubicBezTo>
                  <a:cubicBezTo>
                    <a:pt x="1505" y="334"/>
                    <a:pt x="1563" y="149"/>
                    <a:pt x="1274" y="0"/>
                  </a:cubicBezTo>
                  <a:cubicBezTo>
                    <a:pt x="1365" y="153"/>
                    <a:pt x="1271" y="289"/>
                    <a:pt x="1271" y="289"/>
                  </a:cubicBezTo>
                  <a:cubicBezTo>
                    <a:pt x="1271" y="289"/>
                    <a:pt x="1308" y="172"/>
                    <a:pt x="1163" y="39"/>
                  </a:cubicBezTo>
                  <a:cubicBezTo>
                    <a:pt x="1175" y="144"/>
                    <a:pt x="1184" y="210"/>
                    <a:pt x="1087" y="273"/>
                  </a:cubicBezTo>
                  <a:cubicBezTo>
                    <a:pt x="974" y="346"/>
                    <a:pt x="1031" y="473"/>
                    <a:pt x="1057" y="518"/>
                  </a:cubicBezTo>
                  <a:cubicBezTo>
                    <a:pt x="748" y="518"/>
                    <a:pt x="748" y="518"/>
                    <a:pt x="748" y="518"/>
                  </a:cubicBezTo>
                  <a:cubicBezTo>
                    <a:pt x="774" y="468"/>
                    <a:pt x="828" y="327"/>
                    <a:pt x="701" y="209"/>
                  </a:cubicBezTo>
                  <a:cubicBezTo>
                    <a:pt x="715" y="363"/>
                    <a:pt x="659" y="360"/>
                    <a:pt x="659" y="360"/>
                  </a:cubicBezTo>
                  <a:cubicBezTo>
                    <a:pt x="659" y="360"/>
                    <a:pt x="711" y="198"/>
                    <a:pt x="457" y="68"/>
                  </a:cubicBezTo>
                  <a:cubicBezTo>
                    <a:pt x="537" y="202"/>
                    <a:pt x="454" y="321"/>
                    <a:pt x="454" y="321"/>
                  </a:cubicBezTo>
                  <a:cubicBezTo>
                    <a:pt x="454" y="321"/>
                    <a:pt x="487" y="218"/>
                    <a:pt x="359" y="102"/>
                  </a:cubicBezTo>
                  <a:cubicBezTo>
                    <a:pt x="370" y="193"/>
                    <a:pt x="378" y="252"/>
                    <a:pt x="293" y="307"/>
                  </a:cubicBezTo>
                  <a:cubicBezTo>
                    <a:pt x="197" y="369"/>
                    <a:pt x="241" y="475"/>
                    <a:pt x="264" y="518"/>
                  </a:cubicBezTo>
                  <a:cubicBezTo>
                    <a:pt x="71" y="518"/>
                    <a:pt x="71" y="518"/>
                    <a:pt x="71" y="518"/>
                  </a:cubicBezTo>
                  <a:cubicBezTo>
                    <a:pt x="66" y="506"/>
                    <a:pt x="64" y="492"/>
                    <a:pt x="66" y="480"/>
                  </a:cubicBezTo>
                  <a:cubicBezTo>
                    <a:pt x="67" y="473"/>
                    <a:pt x="71" y="465"/>
                    <a:pt x="85" y="455"/>
                  </a:cubicBezTo>
                  <a:cubicBezTo>
                    <a:pt x="106" y="441"/>
                    <a:pt x="136" y="409"/>
                    <a:pt x="127" y="377"/>
                  </a:cubicBezTo>
                  <a:cubicBezTo>
                    <a:pt x="127" y="377"/>
                    <a:pt x="181" y="403"/>
                    <a:pt x="182" y="454"/>
                  </a:cubicBezTo>
                  <a:cubicBezTo>
                    <a:pt x="197" y="450"/>
                    <a:pt x="210" y="441"/>
                    <a:pt x="220" y="428"/>
                  </a:cubicBezTo>
                  <a:cubicBezTo>
                    <a:pt x="219" y="414"/>
                    <a:pt x="219" y="399"/>
                    <a:pt x="222" y="384"/>
                  </a:cubicBezTo>
                  <a:cubicBezTo>
                    <a:pt x="229" y="347"/>
                    <a:pt x="250" y="317"/>
                    <a:pt x="285" y="295"/>
                  </a:cubicBezTo>
                  <a:cubicBezTo>
                    <a:pt x="290" y="292"/>
                    <a:pt x="294" y="289"/>
                    <a:pt x="299" y="285"/>
                  </a:cubicBezTo>
                  <a:cubicBezTo>
                    <a:pt x="276" y="257"/>
                    <a:pt x="241" y="228"/>
                    <a:pt x="187" y="200"/>
                  </a:cubicBezTo>
                  <a:cubicBezTo>
                    <a:pt x="245" y="298"/>
                    <a:pt x="185" y="384"/>
                    <a:pt x="185" y="384"/>
                  </a:cubicBezTo>
                  <a:cubicBezTo>
                    <a:pt x="185" y="384"/>
                    <a:pt x="209" y="310"/>
                    <a:pt x="116" y="225"/>
                  </a:cubicBezTo>
                  <a:cubicBezTo>
                    <a:pt x="124" y="291"/>
                    <a:pt x="130" y="334"/>
                    <a:pt x="68" y="374"/>
                  </a:cubicBezTo>
                  <a:cubicBezTo>
                    <a:pt x="4" y="415"/>
                    <a:pt x="25" y="483"/>
                    <a:pt x="43" y="518"/>
                  </a:cubicBezTo>
                  <a:cubicBezTo>
                    <a:pt x="31" y="518"/>
                    <a:pt x="31" y="518"/>
                    <a:pt x="31" y="518"/>
                  </a:cubicBezTo>
                  <a:cubicBezTo>
                    <a:pt x="0" y="518"/>
                    <a:pt x="0" y="518"/>
                    <a:pt x="0" y="518"/>
                  </a:cubicBezTo>
                  <a:cubicBezTo>
                    <a:pt x="0" y="554"/>
                    <a:pt x="0" y="554"/>
                    <a:pt x="0" y="554"/>
                  </a:cubicBezTo>
                  <a:cubicBezTo>
                    <a:pt x="1595" y="554"/>
                    <a:pt x="1595" y="554"/>
                    <a:pt x="1595" y="554"/>
                  </a:cubicBezTo>
                  <a:cubicBezTo>
                    <a:pt x="1595" y="551"/>
                    <a:pt x="1595" y="551"/>
                    <a:pt x="1595" y="551"/>
                  </a:cubicBezTo>
                  <a:cubicBezTo>
                    <a:pt x="1595" y="532"/>
                    <a:pt x="1595" y="532"/>
                    <a:pt x="1595" y="532"/>
                  </a:cubicBezTo>
                  <a:cubicBezTo>
                    <a:pt x="1612" y="504"/>
                    <a:pt x="1718" y="315"/>
                    <a:pt x="1552" y="162"/>
                  </a:cubicBezTo>
                  <a:close/>
                  <a:moveTo>
                    <a:pt x="1197" y="277"/>
                  </a:moveTo>
                  <a:cubicBezTo>
                    <a:pt x="1197" y="277"/>
                    <a:pt x="1281" y="319"/>
                    <a:pt x="1283" y="398"/>
                  </a:cubicBezTo>
                  <a:cubicBezTo>
                    <a:pt x="1347" y="381"/>
                    <a:pt x="1381" y="309"/>
                    <a:pt x="1393" y="224"/>
                  </a:cubicBezTo>
                  <a:cubicBezTo>
                    <a:pt x="1515" y="353"/>
                    <a:pt x="1415" y="486"/>
                    <a:pt x="1415" y="486"/>
                  </a:cubicBezTo>
                  <a:cubicBezTo>
                    <a:pt x="1415" y="486"/>
                    <a:pt x="1527" y="424"/>
                    <a:pt x="1563" y="356"/>
                  </a:cubicBezTo>
                  <a:cubicBezTo>
                    <a:pt x="1592" y="396"/>
                    <a:pt x="1575" y="504"/>
                    <a:pt x="1544" y="516"/>
                  </a:cubicBezTo>
                  <a:cubicBezTo>
                    <a:pt x="1115" y="516"/>
                    <a:pt x="1115" y="516"/>
                    <a:pt x="1115" y="516"/>
                  </a:cubicBezTo>
                  <a:cubicBezTo>
                    <a:pt x="1104" y="493"/>
                    <a:pt x="1096" y="464"/>
                    <a:pt x="1101" y="440"/>
                  </a:cubicBezTo>
                  <a:cubicBezTo>
                    <a:pt x="1103" y="429"/>
                    <a:pt x="1108" y="415"/>
                    <a:pt x="1130" y="401"/>
                  </a:cubicBezTo>
                  <a:cubicBezTo>
                    <a:pt x="1164" y="379"/>
                    <a:pt x="1210" y="328"/>
                    <a:pt x="1197" y="277"/>
                  </a:cubicBezTo>
                  <a:close/>
                  <a:moveTo>
                    <a:pt x="290" y="453"/>
                  </a:moveTo>
                  <a:cubicBezTo>
                    <a:pt x="292" y="444"/>
                    <a:pt x="296" y="432"/>
                    <a:pt x="316" y="419"/>
                  </a:cubicBezTo>
                  <a:cubicBezTo>
                    <a:pt x="346" y="400"/>
                    <a:pt x="386" y="355"/>
                    <a:pt x="374" y="311"/>
                  </a:cubicBezTo>
                  <a:cubicBezTo>
                    <a:pt x="374" y="311"/>
                    <a:pt x="449" y="347"/>
                    <a:pt x="450" y="417"/>
                  </a:cubicBezTo>
                  <a:cubicBezTo>
                    <a:pt x="506" y="402"/>
                    <a:pt x="536" y="338"/>
                    <a:pt x="547" y="264"/>
                  </a:cubicBezTo>
                  <a:cubicBezTo>
                    <a:pt x="654" y="377"/>
                    <a:pt x="566" y="494"/>
                    <a:pt x="566" y="494"/>
                  </a:cubicBezTo>
                  <a:cubicBezTo>
                    <a:pt x="566" y="494"/>
                    <a:pt x="665" y="439"/>
                    <a:pt x="696" y="380"/>
                  </a:cubicBezTo>
                  <a:cubicBezTo>
                    <a:pt x="720" y="413"/>
                    <a:pt x="708" y="500"/>
                    <a:pt x="684" y="518"/>
                  </a:cubicBezTo>
                  <a:cubicBezTo>
                    <a:pt x="301" y="518"/>
                    <a:pt x="301" y="518"/>
                    <a:pt x="301" y="518"/>
                  </a:cubicBezTo>
                  <a:cubicBezTo>
                    <a:pt x="293" y="498"/>
                    <a:pt x="286" y="473"/>
                    <a:pt x="290" y="4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99"/>
            <p:cNvSpPr>
              <a:spLocks/>
            </p:cNvSpPr>
            <p:nvPr/>
          </p:nvSpPr>
          <p:spPr bwMode="auto">
            <a:xfrm>
              <a:off x="8909051" y="4002088"/>
              <a:ext cx="250825" cy="249238"/>
            </a:xfrm>
            <a:custGeom>
              <a:avLst/>
              <a:gdLst>
                <a:gd name="T0" fmla="*/ 94 w 179"/>
                <a:gd name="T1" fmla="*/ 1 h 179"/>
                <a:gd name="T2" fmla="*/ 33 w 179"/>
                <a:gd name="T3" fmla="*/ 25 h 179"/>
                <a:gd name="T4" fmla="*/ 33 w 179"/>
                <a:gd name="T5" fmla="*/ 146 h 179"/>
                <a:gd name="T6" fmla="*/ 154 w 179"/>
                <a:gd name="T7" fmla="*/ 146 h 179"/>
                <a:gd name="T8" fmla="*/ 178 w 179"/>
                <a:gd name="T9" fmla="*/ 85 h 179"/>
                <a:gd name="T10" fmla="*/ 160 w 179"/>
                <a:gd name="T11" fmla="*/ 117 h 179"/>
                <a:gd name="T12" fmla="*/ 62 w 179"/>
                <a:gd name="T13" fmla="*/ 117 h 179"/>
                <a:gd name="T14" fmla="*/ 62 w 179"/>
                <a:gd name="T15" fmla="*/ 19 h 179"/>
                <a:gd name="T16" fmla="*/ 94 w 179"/>
                <a:gd name="T17" fmla="*/ 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 h="179">
                  <a:moveTo>
                    <a:pt x="94" y="1"/>
                  </a:moveTo>
                  <a:cubicBezTo>
                    <a:pt x="72" y="0"/>
                    <a:pt x="50" y="9"/>
                    <a:pt x="33" y="25"/>
                  </a:cubicBezTo>
                  <a:cubicBezTo>
                    <a:pt x="0" y="59"/>
                    <a:pt x="0" y="113"/>
                    <a:pt x="33" y="146"/>
                  </a:cubicBezTo>
                  <a:cubicBezTo>
                    <a:pt x="66" y="179"/>
                    <a:pt x="120" y="179"/>
                    <a:pt x="154" y="146"/>
                  </a:cubicBezTo>
                  <a:cubicBezTo>
                    <a:pt x="170" y="129"/>
                    <a:pt x="179" y="107"/>
                    <a:pt x="178" y="85"/>
                  </a:cubicBezTo>
                  <a:cubicBezTo>
                    <a:pt x="176" y="97"/>
                    <a:pt x="169" y="108"/>
                    <a:pt x="160" y="117"/>
                  </a:cubicBezTo>
                  <a:cubicBezTo>
                    <a:pt x="133" y="144"/>
                    <a:pt x="89" y="144"/>
                    <a:pt x="62" y="117"/>
                  </a:cubicBezTo>
                  <a:cubicBezTo>
                    <a:pt x="35" y="90"/>
                    <a:pt x="35" y="46"/>
                    <a:pt x="62" y="19"/>
                  </a:cubicBezTo>
                  <a:cubicBezTo>
                    <a:pt x="71" y="10"/>
                    <a:pt x="82" y="3"/>
                    <a:pt x="9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100"/>
            <p:cNvSpPr>
              <a:spLocks/>
            </p:cNvSpPr>
            <p:nvPr/>
          </p:nvSpPr>
          <p:spPr bwMode="auto">
            <a:xfrm>
              <a:off x="8753476" y="5091113"/>
              <a:ext cx="488950" cy="490538"/>
            </a:xfrm>
            <a:custGeom>
              <a:avLst/>
              <a:gdLst>
                <a:gd name="T0" fmla="*/ 324 w 350"/>
                <a:gd name="T1" fmla="*/ 263 h 350"/>
                <a:gd name="T2" fmla="*/ 346 w 350"/>
                <a:gd name="T3" fmla="*/ 256 h 350"/>
                <a:gd name="T4" fmla="*/ 339 w 350"/>
                <a:gd name="T5" fmla="*/ 234 h 350"/>
                <a:gd name="T6" fmla="*/ 225 w 350"/>
                <a:gd name="T7" fmla="*/ 174 h 350"/>
                <a:gd name="T8" fmla="*/ 166 w 350"/>
                <a:gd name="T9" fmla="*/ 115 h 350"/>
                <a:gd name="T10" fmla="*/ 213 w 350"/>
                <a:gd name="T11" fmla="*/ 16 h 350"/>
                <a:gd name="T12" fmla="*/ 208 w 350"/>
                <a:gd name="T13" fmla="*/ 3 h 350"/>
                <a:gd name="T14" fmla="*/ 195 w 350"/>
                <a:gd name="T15" fmla="*/ 7 h 350"/>
                <a:gd name="T16" fmla="*/ 145 w 350"/>
                <a:gd name="T17" fmla="*/ 112 h 350"/>
                <a:gd name="T18" fmla="*/ 112 w 350"/>
                <a:gd name="T19" fmla="*/ 145 h 350"/>
                <a:gd name="T20" fmla="*/ 8 w 350"/>
                <a:gd name="T21" fmla="*/ 179 h 350"/>
                <a:gd name="T22" fmla="*/ 1 w 350"/>
                <a:gd name="T23" fmla="*/ 192 h 350"/>
                <a:gd name="T24" fmla="*/ 11 w 350"/>
                <a:gd name="T25" fmla="*/ 199 h 350"/>
                <a:gd name="T26" fmla="*/ 14 w 350"/>
                <a:gd name="T27" fmla="*/ 198 h 350"/>
                <a:gd name="T28" fmla="*/ 114 w 350"/>
                <a:gd name="T29" fmla="*/ 165 h 350"/>
                <a:gd name="T30" fmla="*/ 172 w 350"/>
                <a:gd name="T31" fmla="*/ 223 h 350"/>
                <a:gd name="T32" fmla="*/ 224 w 350"/>
                <a:gd name="T33" fmla="*/ 338 h 350"/>
                <a:gd name="T34" fmla="*/ 245 w 350"/>
                <a:gd name="T35" fmla="*/ 346 h 350"/>
                <a:gd name="T36" fmla="*/ 254 w 350"/>
                <a:gd name="T37" fmla="*/ 324 h 350"/>
                <a:gd name="T38" fmla="*/ 203 w 350"/>
                <a:gd name="T39" fmla="*/ 212 h 350"/>
                <a:gd name="T40" fmla="*/ 211 w 350"/>
                <a:gd name="T41" fmla="*/ 204 h 350"/>
                <a:gd name="T42" fmla="*/ 324 w 350"/>
                <a:gd name="T43" fmla="*/ 263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50" h="350">
                  <a:moveTo>
                    <a:pt x="324" y="263"/>
                  </a:moveTo>
                  <a:cubicBezTo>
                    <a:pt x="332" y="267"/>
                    <a:pt x="342" y="264"/>
                    <a:pt x="346" y="256"/>
                  </a:cubicBezTo>
                  <a:cubicBezTo>
                    <a:pt x="350" y="248"/>
                    <a:pt x="347" y="238"/>
                    <a:pt x="339" y="234"/>
                  </a:cubicBezTo>
                  <a:cubicBezTo>
                    <a:pt x="225" y="174"/>
                    <a:pt x="225" y="174"/>
                    <a:pt x="225" y="174"/>
                  </a:cubicBezTo>
                  <a:cubicBezTo>
                    <a:pt x="166" y="115"/>
                    <a:pt x="166" y="115"/>
                    <a:pt x="166" y="115"/>
                  </a:cubicBezTo>
                  <a:cubicBezTo>
                    <a:pt x="213" y="16"/>
                    <a:pt x="213" y="16"/>
                    <a:pt x="213" y="16"/>
                  </a:cubicBezTo>
                  <a:cubicBezTo>
                    <a:pt x="215" y="11"/>
                    <a:pt x="213" y="5"/>
                    <a:pt x="208" y="3"/>
                  </a:cubicBezTo>
                  <a:cubicBezTo>
                    <a:pt x="203" y="0"/>
                    <a:pt x="197" y="2"/>
                    <a:pt x="195" y="7"/>
                  </a:cubicBezTo>
                  <a:cubicBezTo>
                    <a:pt x="145" y="112"/>
                    <a:pt x="145" y="112"/>
                    <a:pt x="145" y="112"/>
                  </a:cubicBezTo>
                  <a:cubicBezTo>
                    <a:pt x="112" y="145"/>
                    <a:pt x="112" y="145"/>
                    <a:pt x="112" y="145"/>
                  </a:cubicBezTo>
                  <a:cubicBezTo>
                    <a:pt x="8" y="179"/>
                    <a:pt x="8" y="179"/>
                    <a:pt x="8" y="179"/>
                  </a:cubicBezTo>
                  <a:cubicBezTo>
                    <a:pt x="2" y="181"/>
                    <a:pt x="0" y="187"/>
                    <a:pt x="1" y="192"/>
                  </a:cubicBezTo>
                  <a:cubicBezTo>
                    <a:pt x="3" y="196"/>
                    <a:pt x="7" y="199"/>
                    <a:pt x="11" y="199"/>
                  </a:cubicBezTo>
                  <a:cubicBezTo>
                    <a:pt x="12" y="199"/>
                    <a:pt x="13" y="198"/>
                    <a:pt x="14" y="198"/>
                  </a:cubicBezTo>
                  <a:cubicBezTo>
                    <a:pt x="114" y="165"/>
                    <a:pt x="114" y="165"/>
                    <a:pt x="114" y="165"/>
                  </a:cubicBezTo>
                  <a:cubicBezTo>
                    <a:pt x="172" y="223"/>
                    <a:pt x="172" y="223"/>
                    <a:pt x="172" y="223"/>
                  </a:cubicBezTo>
                  <a:cubicBezTo>
                    <a:pt x="224" y="338"/>
                    <a:pt x="224" y="338"/>
                    <a:pt x="224" y="338"/>
                  </a:cubicBezTo>
                  <a:cubicBezTo>
                    <a:pt x="227" y="346"/>
                    <a:pt x="237" y="350"/>
                    <a:pt x="245" y="346"/>
                  </a:cubicBezTo>
                  <a:cubicBezTo>
                    <a:pt x="254" y="342"/>
                    <a:pt x="257" y="333"/>
                    <a:pt x="254" y="324"/>
                  </a:cubicBezTo>
                  <a:cubicBezTo>
                    <a:pt x="203" y="212"/>
                    <a:pt x="203" y="212"/>
                    <a:pt x="203" y="212"/>
                  </a:cubicBezTo>
                  <a:cubicBezTo>
                    <a:pt x="211" y="204"/>
                    <a:pt x="211" y="204"/>
                    <a:pt x="211" y="204"/>
                  </a:cubicBezTo>
                  <a:lnTo>
                    <a:pt x="324" y="2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101"/>
            <p:cNvSpPr>
              <a:spLocks/>
            </p:cNvSpPr>
            <p:nvPr/>
          </p:nvSpPr>
          <p:spPr bwMode="auto">
            <a:xfrm>
              <a:off x="8850313" y="5187950"/>
              <a:ext cx="92075" cy="92075"/>
            </a:xfrm>
            <a:custGeom>
              <a:avLst/>
              <a:gdLst>
                <a:gd name="T0" fmla="*/ 11 w 66"/>
                <a:gd name="T1" fmla="*/ 12 h 66"/>
                <a:gd name="T2" fmla="*/ 12 w 66"/>
                <a:gd name="T3" fmla="*/ 54 h 66"/>
                <a:gd name="T4" fmla="*/ 54 w 66"/>
                <a:gd name="T5" fmla="*/ 54 h 66"/>
                <a:gd name="T6" fmla="*/ 54 w 66"/>
                <a:gd name="T7" fmla="*/ 12 h 66"/>
                <a:gd name="T8" fmla="*/ 11 w 66"/>
                <a:gd name="T9" fmla="*/ 12 h 66"/>
              </a:gdLst>
              <a:ahLst/>
              <a:cxnLst>
                <a:cxn ang="0">
                  <a:pos x="T0" y="T1"/>
                </a:cxn>
                <a:cxn ang="0">
                  <a:pos x="T2" y="T3"/>
                </a:cxn>
                <a:cxn ang="0">
                  <a:pos x="T4" y="T5"/>
                </a:cxn>
                <a:cxn ang="0">
                  <a:pos x="T6" y="T7"/>
                </a:cxn>
                <a:cxn ang="0">
                  <a:pos x="T8" y="T9"/>
                </a:cxn>
              </a:cxnLst>
              <a:rect l="0" t="0" r="r" b="b"/>
              <a:pathLst>
                <a:path w="66" h="66">
                  <a:moveTo>
                    <a:pt x="11" y="12"/>
                  </a:moveTo>
                  <a:cubicBezTo>
                    <a:pt x="0" y="24"/>
                    <a:pt x="0" y="43"/>
                    <a:pt x="12" y="54"/>
                  </a:cubicBezTo>
                  <a:cubicBezTo>
                    <a:pt x="23" y="66"/>
                    <a:pt x="42" y="66"/>
                    <a:pt x="54" y="54"/>
                  </a:cubicBezTo>
                  <a:cubicBezTo>
                    <a:pt x="66" y="43"/>
                    <a:pt x="66" y="24"/>
                    <a:pt x="54" y="12"/>
                  </a:cubicBezTo>
                  <a:cubicBezTo>
                    <a:pt x="42" y="0"/>
                    <a:pt x="23" y="0"/>
                    <a:pt x="11"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7" name="组合 106"/>
          <p:cNvGrpSpPr/>
          <p:nvPr/>
        </p:nvGrpSpPr>
        <p:grpSpPr>
          <a:xfrm>
            <a:off x="7127876" y="2620963"/>
            <a:ext cx="854075" cy="1358900"/>
            <a:chOff x="7127876" y="2620963"/>
            <a:chExt cx="854075" cy="1358900"/>
          </a:xfrm>
          <a:solidFill>
            <a:schemeClr val="tx1">
              <a:lumMod val="65000"/>
              <a:lumOff val="35000"/>
            </a:schemeClr>
          </a:solidFill>
        </p:grpSpPr>
        <p:sp>
          <p:nvSpPr>
            <p:cNvPr id="108" name="Freeform 102"/>
            <p:cNvSpPr>
              <a:spLocks/>
            </p:cNvSpPr>
            <p:nvPr/>
          </p:nvSpPr>
          <p:spPr bwMode="auto">
            <a:xfrm>
              <a:off x="7708901" y="3543300"/>
              <a:ext cx="273050" cy="315913"/>
            </a:xfrm>
            <a:custGeom>
              <a:avLst/>
              <a:gdLst>
                <a:gd name="T0" fmla="*/ 16 w 195"/>
                <a:gd name="T1" fmla="*/ 135 h 226"/>
                <a:gd name="T2" fmla="*/ 50 w 195"/>
                <a:gd name="T3" fmla="*/ 215 h 226"/>
                <a:gd name="T4" fmla="*/ 50 w 195"/>
                <a:gd name="T5" fmla="*/ 215 h 226"/>
                <a:gd name="T6" fmla="*/ 79 w 195"/>
                <a:gd name="T7" fmla="*/ 146 h 226"/>
                <a:gd name="T8" fmla="*/ 108 w 195"/>
                <a:gd name="T9" fmla="*/ 56 h 226"/>
                <a:gd name="T10" fmla="*/ 137 w 195"/>
                <a:gd name="T11" fmla="*/ 140 h 226"/>
                <a:gd name="T12" fmla="*/ 93 w 195"/>
                <a:gd name="T13" fmla="*/ 125 h 226"/>
                <a:gd name="T14" fmla="*/ 163 w 195"/>
                <a:gd name="T15" fmla="*/ 226 h 226"/>
                <a:gd name="T16" fmla="*/ 195 w 195"/>
                <a:gd name="T17" fmla="*/ 107 h 226"/>
                <a:gd name="T18" fmla="*/ 157 w 195"/>
                <a:gd name="T19" fmla="*/ 137 h 226"/>
                <a:gd name="T20" fmla="*/ 149 w 195"/>
                <a:gd name="T21" fmla="*/ 103 h 226"/>
                <a:gd name="T22" fmla="*/ 108 w 195"/>
                <a:gd name="T23" fmla="*/ 36 h 226"/>
                <a:gd name="T24" fmla="*/ 108 w 195"/>
                <a:gd name="T25" fmla="*/ 36 h 226"/>
                <a:gd name="T26" fmla="*/ 60 w 195"/>
                <a:gd name="T27" fmla="*/ 142 h 226"/>
                <a:gd name="T28" fmla="*/ 50 w 195"/>
                <a:gd name="T29" fmla="*/ 187 h 226"/>
                <a:gd name="T30" fmla="*/ 35 w 195"/>
                <a:gd name="T31" fmla="*/ 130 h 226"/>
                <a:gd name="T32" fmla="*/ 0 w 195"/>
                <a:gd name="T33" fmla="*/ 0 h 226"/>
                <a:gd name="T34" fmla="*/ 5 w 195"/>
                <a:gd name="T35" fmla="*/ 89 h 226"/>
                <a:gd name="T36" fmla="*/ 16 w 195"/>
                <a:gd name="T37" fmla="*/ 135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5" h="226">
                  <a:moveTo>
                    <a:pt x="16" y="135"/>
                  </a:moveTo>
                  <a:cubicBezTo>
                    <a:pt x="29" y="193"/>
                    <a:pt x="34" y="215"/>
                    <a:pt x="50" y="215"/>
                  </a:cubicBezTo>
                  <a:cubicBezTo>
                    <a:pt x="50" y="215"/>
                    <a:pt x="50" y="215"/>
                    <a:pt x="50" y="215"/>
                  </a:cubicBezTo>
                  <a:cubicBezTo>
                    <a:pt x="63" y="215"/>
                    <a:pt x="70" y="199"/>
                    <a:pt x="79" y="146"/>
                  </a:cubicBezTo>
                  <a:cubicBezTo>
                    <a:pt x="94" y="69"/>
                    <a:pt x="105" y="58"/>
                    <a:pt x="108" y="56"/>
                  </a:cubicBezTo>
                  <a:cubicBezTo>
                    <a:pt x="116" y="60"/>
                    <a:pt x="129" y="96"/>
                    <a:pt x="137" y="140"/>
                  </a:cubicBezTo>
                  <a:cubicBezTo>
                    <a:pt x="93" y="125"/>
                    <a:pt x="93" y="125"/>
                    <a:pt x="93" y="125"/>
                  </a:cubicBezTo>
                  <a:cubicBezTo>
                    <a:pt x="163" y="226"/>
                    <a:pt x="163" y="226"/>
                    <a:pt x="163" y="226"/>
                  </a:cubicBezTo>
                  <a:cubicBezTo>
                    <a:pt x="195" y="107"/>
                    <a:pt x="195" y="107"/>
                    <a:pt x="195" y="107"/>
                  </a:cubicBezTo>
                  <a:cubicBezTo>
                    <a:pt x="157" y="137"/>
                    <a:pt x="157" y="137"/>
                    <a:pt x="157" y="137"/>
                  </a:cubicBezTo>
                  <a:cubicBezTo>
                    <a:pt x="155" y="127"/>
                    <a:pt x="153" y="115"/>
                    <a:pt x="149" y="103"/>
                  </a:cubicBezTo>
                  <a:cubicBezTo>
                    <a:pt x="137" y="57"/>
                    <a:pt x="124" y="36"/>
                    <a:pt x="108" y="36"/>
                  </a:cubicBezTo>
                  <a:cubicBezTo>
                    <a:pt x="108" y="36"/>
                    <a:pt x="108" y="36"/>
                    <a:pt x="108" y="36"/>
                  </a:cubicBezTo>
                  <a:cubicBezTo>
                    <a:pt x="93" y="36"/>
                    <a:pt x="77" y="49"/>
                    <a:pt x="60" y="142"/>
                  </a:cubicBezTo>
                  <a:cubicBezTo>
                    <a:pt x="55" y="166"/>
                    <a:pt x="52" y="179"/>
                    <a:pt x="50" y="187"/>
                  </a:cubicBezTo>
                  <a:cubicBezTo>
                    <a:pt x="45" y="174"/>
                    <a:pt x="40" y="151"/>
                    <a:pt x="35" y="130"/>
                  </a:cubicBezTo>
                  <a:cubicBezTo>
                    <a:pt x="27" y="92"/>
                    <a:pt x="16" y="45"/>
                    <a:pt x="0" y="0"/>
                  </a:cubicBezTo>
                  <a:cubicBezTo>
                    <a:pt x="2" y="28"/>
                    <a:pt x="4" y="57"/>
                    <a:pt x="5" y="89"/>
                  </a:cubicBezTo>
                  <a:cubicBezTo>
                    <a:pt x="9" y="105"/>
                    <a:pt x="13" y="121"/>
                    <a:pt x="16"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103"/>
            <p:cNvSpPr>
              <a:spLocks/>
            </p:cNvSpPr>
            <p:nvPr/>
          </p:nvSpPr>
          <p:spPr bwMode="auto">
            <a:xfrm>
              <a:off x="7127876" y="2717800"/>
              <a:ext cx="631825" cy="1162050"/>
            </a:xfrm>
            <a:custGeom>
              <a:avLst/>
              <a:gdLst>
                <a:gd name="T0" fmla="*/ 261 w 452"/>
                <a:gd name="T1" fmla="*/ 142 h 830"/>
                <a:gd name="T2" fmla="*/ 247 w 452"/>
                <a:gd name="T3" fmla="*/ 234 h 830"/>
                <a:gd name="T4" fmla="*/ 233 w 452"/>
                <a:gd name="T5" fmla="*/ 142 h 830"/>
                <a:gd name="T6" fmla="*/ 156 w 452"/>
                <a:gd name="T7" fmla="*/ 83 h 830"/>
                <a:gd name="T8" fmla="*/ 79 w 452"/>
                <a:gd name="T9" fmla="*/ 90 h 830"/>
                <a:gd name="T10" fmla="*/ 79 w 452"/>
                <a:gd name="T11" fmla="*/ 92 h 830"/>
                <a:gd name="T12" fmla="*/ 80 w 452"/>
                <a:gd name="T13" fmla="*/ 110 h 830"/>
                <a:gd name="T14" fmla="*/ 80 w 452"/>
                <a:gd name="T15" fmla="*/ 112 h 830"/>
                <a:gd name="T16" fmla="*/ 165 w 452"/>
                <a:gd name="T17" fmla="*/ 156 h 830"/>
                <a:gd name="T18" fmla="*/ 157 w 452"/>
                <a:gd name="T19" fmla="*/ 157 h 830"/>
                <a:gd name="T20" fmla="*/ 110 w 452"/>
                <a:gd name="T21" fmla="*/ 173 h 830"/>
                <a:gd name="T22" fmla="*/ 74 w 452"/>
                <a:gd name="T23" fmla="*/ 185 h 830"/>
                <a:gd name="T24" fmla="*/ 68 w 452"/>
                <a:gd name="T25" fmla="*/ 112 h 830"/>
                <a:gd name="T26" fmla="*/ 68 w 452"/>
                <a:gd name="T27" fmla="*/ 111 h 830"/>
                <a:gd name="T28" fmla="*/ 67 w 452"/>
                <a:gd name="T29" fmla="*/ 93 h 830"/>
                <a:gd name="T30" fmla="*/ 65 w 452"/>
                <a:gd name="T31" fmla="*/ 68 h 830"/>
                <a:gd name="T32" fmla="*/ 65 w 452"/>
                <a:gd name="T33" fmla="*/ 67 h 830"/>
                <a:gd name="T34" fmla="*/ 60 w 452"/>
                <a:gd name="T35" fmla="*/ 9 h 830"/>
                <a:gd name="T36" fmla="*/ 49 w 452"/>
                <a:gd name="T37" fmla="*/ 1 h 830"/>
                <a:gd name="T38" fmla="*/ 41 w 452"/>
                <a:gd name="T39" fmla="*/ 11 h 830"/>
                <a:gd name="T40" fmla="*/ 45 w 452"/>
                <a:gd name="T41" fmla="*/ 57 h 830"/>
                <a:gd name="T42" fmla="*/ 1 w 452"/>
                <a:gd name="T43" fmla="*/ 73 h 830"/>
                <a:gd name="T44" fmla="*/ 14 w 452"/>
                <a:gd name="T45" fmla="*/ 231 h 830"/>
                <a:gd name="T46" fmla="*/ 28 w 452"/>
                <a:gd name="T47" fmla="*/ 255 h 830"/>
                <a:gd name="T48" fmla="*/ 46 w 452"/>
                <a:gd name="T49" fmla="*/ 261 h 830"/>
                <a:gd name="T50" fmla="*/ 56 w 452"/>
                <a:gd name="T51" fmla="*/ 259 h 830"/>
                <a:gd name="T52" fmla="*/ 82 w 452"/>
                <a:gd name="T53" fmla="*/ 250 h 830"/>
                <a:gd name="T54" fmla="*/ 131 w 452"/>
                <a:gd name="T55" fmla="*/ 233 h 830"/>
                <a:gd name="T56" fmla="*/ 146 w 452"/>
                <a:gd name="T57" fmla="*/ 229 h 830"/>
                <a:gd name="T58" fmla="*/ 80 w 452"/>
                <a:gd name="T59" fmla="*/ 814 h 830"/>
                <a:gd name="T60" fmla="*/ 247 w 452"/>
                <a:gd name="T61" fmla="*/ 830 h 830"/>
                <a:gd name="T62" fmla="*/ 413 w 452"/>
                <a:gd name="T63" fmla="*/ 814 h 830"/>
                <a:gd name="T64" fmla="*/ 355 w 452"/>
                <a:gd name="T65" fmla="*/ 257 h 830"/>
                <a:gd name="T66" fmla="*/ 365 w 452"/>
                <a:gd name="T67" fmla="*/ 251 h 830"/>
                <a:gd name="T68" fmla="*/ 411 w 452"/>
                <a:gd name="T69" fmla="*/ 539 h 830"/>
                <a:gd name="T70" fmla="*/ 443 w 452"/>
                <a:gd name="T71" fmla="*/ 509 h 830"/>
                <a:gd name="T72" fmla="*/ 380 w 452"/>
                <a:gd name="T73" fmla="*/ 181 h 830"/>
                <a:gd name="T74" fmla="*/ 329 w 452"/>
                <a:gd name="T75" fmla="*/ 157 h 830"/>
                <a:gd name="T76" fmla="*/ 327 w 452"/>
                <a:gd name="T77" fmla="*/ 156 h 830"/>
                <a:gd name="T78" fmla="*/ 446 w 452"/>
                <a:gd name="T79" fmla="*/ 100 h 830"/>
                <a:gd name="T80" fmla="*/ 338 w 452"/>
                <a:gd name="T81" fmla="*/ 83 h 830"/>
                <a:gd name="T82" fmla="*/ 261 w 452"/>
                <a:gd name="T83" fmla="*/ 142 h 8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52" h="830">
                  <a:moveTo>
                    <a:pt x="261" y="142"/>
                  </a:moveTo>
                  <a:cubicBezTo>
                    <a:pt x="247" y="234"/>
                    <a:pt x="247" y="234"/>
                    <a:pt x="247" y="234"/>
                  </a:cubicBezTo>
                  <a:cubicBezTo>
                    <a:pt x="233" y="142"/>
                    <a:pt x="233" y="142"/>
                    <a:pt x="233" y="142"/>
                  </a:cubicBezTo>
                  <a:cubicBezTo>
                    <a:pt x="198" y="137"/>
                    <a:pt x="169" y="114"/>
                    <a:pt x="156" y="83"/>
                  </a:cubicBezTo>
                  <a:cubicBezTo>
                    <a:pt x="132" y="81"/>
                    <a:pt x="106" y="83"/>
                    <a:pt x="79" y="90"/>
                  </a:cubicBezTo>
                  <a:cubicBezTo>
                    <a:pt x="79" y="92"/>
                    <a:pt x="79" y="92"/>
                    <a:pt x="79" y="92"/>
                  </a:cubicBezTo>
                  <a:cubicBezTo>
                    <a:pt x="80" y="110"/>
                    <a:pt x="80" y="110"/>
                    <a:pt x="80" y="110"/>
                  </a:cubicBezTo>
                  <a:cubicBezTo>
                    <a:pt x="80" y="110"/>
                    <a:pt x="80" y="111"/>
                    <a:pt x="80" y="112"/>
                  </a:cubicBezTo>
                  <a:cubicBezTo>
                    <a:pt x="105" y="122"/>
                    <a:pt x="136" y="137"/>
                    <a:pt x="165" y="156"/>
                  </a:cubicBezTo>
                  <a:cubicBezTo>
                    <a:pt x="162" y="156"/>
                    <a:pt x="160" y="156"/>
                    <a:pt x="157" y="157"/>
                  </a:cubicBezTo>
                  <a:cubicBezTo>
                    <a:pt x="110" y="173"/>
                    <a:pt x="110" y="173"/>
                    <a:pt x="110" y="173"/>
                  </a:cubicBezTo>
                  <a:cubicBezTo>
                    <a:pt x="74" y="185"/>
                    <a:pt x="74" y="185"/>
                    <a:pt x="74" y="185"/>
                  </a:cubicBezTo>
                  <a:cubicBezTo>
                    <a:pt x="68" y="112"/>
                    <a:pt x="68" y="112"/>
                    <a:pt x="68" y="112"/>
                  </a:cubicBezTo>
                  <a:cubicBezTo>
                    <a:pt x="68" y="112"/>
                    <a:pt x="68" y="111"/>
                    <a:pt x="68" y="111"/>
                  </a:cubicBezTo>
                  <a:cubicBezTo>
                    <a:pt x="67" y="93"/>
                    <a:pt x="67" y="93"/>
                    <a:pt x="67" y="93"/>
                  </a:cubicBezTo>
                  <a:cubicBezTo>
                    <a:pt x="65" y="68"/>
                    <a:pt x="65" y="68"/>
                    <a:pt x="65" y="68"/>
                  </a:cubicBezTo>
                  <a:cubicBezTo>
                    <a:pt x="65" y="68"/>
                    <a:pt x="65" y="67"/>
                    <a:pt x="65" y="67"/>
                  </a:cubicBezTo>
                  <a:cubicBezTo>
                    <a:pt x="60" y="9"/>
                    <a:pt x="60" y="9"/>
                    <a:pt x="60" y="9"/>
                  </a:cubicBezTo>
                  <a:cubicBezTo>
                    <a:pt x="59" y="4"/>
                    <a:pt x="55" y="0"/>
                    <a:pt x="49" y="1"/>
                  </a:cubicBezTo>
                  <a:cubicBezTo>
                    <a:pt x="44" y="1"/>
                    <a:pt x="41" y="6"/>
                    <a:pt x="41" y="11"/>
                  </a:cubicBezTo>
                  <a:cubicBezTo>
                    <a:pt x="45" y="57"/>
                    <a:pt x="45" y="57"/>
                    <a:pt x="45" y="57"/>
                  </a:cubicBezTo>
                  <a:cubicBezTo>
                    <a:pt x="26" y="56"/>
                    <a:pt x="0" y="62"/>
                    <a:pt x="1" y="73"/>
                  </a:cubicBezTo>
                  <a:cubicBezTo>
                    <a:pt x="14" y="231"/>
                    <a:pt x="14" y="231"/>
                    <a:pt x="14" y="231"/>
                  </a:cubicBezTo>
                  <a:cubicBezTo>
                    <a:pt x="14" y="241"/>
                    <a:pt x="20" y="250"/>
                    <a:pt x="28" y="255"/>
                  </a:cubicBezTo>
                  <a:cubicBezTo>
                    <a:pt x="33" y="259"/>
                    <a:pt x="39" y="261"/>
                    <a:pt x="46" y="261"/>
                  </a:cubicBezTo>
                  <a:cubicBezTo>
                    <a:pt x="49" y="261"/>
                    <a:pt x="53" y="260"/>
                    <a:pt x="56" y="259"/>
                  </a:cubicBezTo>
                  <a:cubicBezTo>
                    <a:pt x="82" y="250"/>
                    <a:pt x="82" y="250"/>
                    <a:pt x="82" y="250"/>
                  </a:cubicBezTo>
                  <a:cubicBezTo>
                    <a:pt x="131" y="233"/>
                    <a:pt x="131" y="233"/>
                    <a:pt x="131" y="233"/>
                  </a:cubicBezTo>
                  <a:cubicBezTo>
                    <a:pt x="146" y="229"/>
                    <a:pt x="146" y="229"/>
                    <a:pt x="146" y="229"/>
                  </a:cubicBezTo>
                  <a:cubicBezTo>
                    <a:pt x="135" y="257"/>
                    <a:pt x="93" y="394"/>
                    <a:pt x="80" y="814"/>
                  </a:cubicBezTo>
                  <a:cubicBezTo>
                    <a:pt x="94" y="822"/>
                    <a:pt x="153" y="830"/>
                    <a:pt x="247" y="830"/>
                  </a:cubicBezTo>
                  <a:cubicBezTo>
                    <a:pt x="340" y="830"/>
                    <a:pt x="400" y="822"/>
                    <a:pt x="413" y="814"/>
                  </a:cubicBezTo>
                  <a:cubicBezTo>
                    <a:pt x="399" y="333"/>
                    <a:pt x="355" y="258"/>
                    <a:pt x="355" y="257"/>
                  </a:cubicBezTo>
                  <a:cubicBezTo>
                    <a:pt x="365" y="251"/>
                    <a:pt x="365" y="251"/>
                    <a:pt x="365" y="251"/>
                  </a:cubicBezTo>
                  <a:cubicBezTo>
                    <a:pt x="367" y="253"/>
                    <a:pt x="393" y="298"/>
                    <a:pt x="411" y="539"/>
                  </a:cubicBezTo>
                  <a:cubicBezTo>
                    <a:pt x="428" y="539"/>
                    <a:pt x="442" y="526"/>
                    <a:pt x="443" y="509"/>
                  </a:cubicBezTo>
                  <a:cubicBezTo>
                    <a:pt x="452" y="340"/>
                    <a:pt x="431" y="230"/>
                    <a:pt x="380" y="181"/>
                  </a:cubicBezTo>
                  <a:cubicBezTo>
                    <a:pt x="360" y="163"/>
                    <a:pt x="341" y="158"/>
                    <a:pt x="329" y="157"/>
                  </a:cubicBezTo>
                  <a:cubicBezTo>
                    <a:pt x="328" y="157"/>
                    <a:pt x="328" y="157"/>
                    <a:pt x="327" y="156"/>
                  </a:cubicBezTo>
                  <a:cubicBezTo>
                    <a:pt x="371" y="129"/>
                    <a:pt x="420" y="106"/>
                    <a:pt x="446" y="100"/>
                  </a:cubicBezTo>
                  <a:cubicBezTo>
                    <a:pt x="408" y="84"/>
                    <a:pt x="370" y="81"/>
                    <a:pt x="338" y="83"/>
                  </a:cubicBezTo>
                  <a:cubicBezTo>
                    <a:pt x="324" y="114"/>
                    <a:pt x="295" y="137"/>
                    <a:pt x="261" y="1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104"/>
            <p:cNvSpPr>
              <a:spLocks/>
            </p:cNvSpPr>
            <p:nvPr/>
          </p:nvSpPr>
          <p:spPr bwMode="auto">
            <a:xfrm>
              <a:off x="7321551" y="3890963"/>
              <a:ext cx="139700" cy="88900"/>
            </a:xfrm>
            <a:custGeom>
              <a:avLst/>
              <a:gdLst>
                <a:gd name="T0" fmla="*/ 0 w 99"/>
                <a:gd name="T1" fmla="*/ 15 h 64"/>
                <a:gd name="T2" fmla="*/ 49 w 99"/>
                <a:gd name="T3" fmla="*/ 64 h 64"/>
                <a:gd name="T4" fmla="*/ 99 w 99"/>
                <a:gd name="T5" fmla="*/ 15 h 64"/>
                <a:gd name="T6" fmla="*/ 99 w 99"/>
                <a:gd name="T7" fmla="*/ 4 h 64"/>
                <a:gd name="T8" fmla="*/ 0 w 99"/>
                <a:gd name="T9" fmla="*/ 0 h 64"/>
                <a:gd name="T10" fmla="*/ 0 w 99"/>
                <a:gd name="T11" fmla="*/ 15 h 64"/>
              </a:gdLst>
              <a:ahLst/>
              <a:cxnLst>
                <a:cxn ang="0">
                  <a:pos x="T0" y="T1"/>
                </a:cxn>
                <a:cxn ang="0">
                  <a:pos x="T2" y="T3"/>
                </a:cxn>
                <a:cxn ang="0">
                  <a:pos x="T4" y="T5"/>
                </a:cxn>
                <a:cxn ang="0">
                  <a:pos x="T6" y="T7"/>
                </a:cxn>
                <a:cxn ang="0">
                  <a:pos x="T8" y="T9"/>
                </a:cxn>
                <a:cxn ang="0">
                  <a:pos x="T10" y="T11"/>
                </a:cxn>
              </a:cxnLst>
              <a:rect l="0" t="0" r="r" b="b"/>
              <a:pathLst>
                <a:path w="99" h="64">
                  <a:moveTo>
                    <a:pt x="0" y="15"/>
                  </a:moveTo>
                  <a:cubicBezTo>
                    <a:pt x="0" y="42"/>
                    <a:pt x="22" y="64"/>
                    <a:pt x="49" y="64"/>
                  </a:cubicBezTo>
                  <a:cubicBezTo>
                    <a:pt x="76" y="64"/>
                    <a:pt x="99" y="42"/>
                    <a:pt x="99" y="15"/>
                  </a:cubicBezTo>
                  <a:cubicBezTo>
                    <a:pt x="99" y="4"/>
                    <a:pt x="99" y="4"/>
                    <a:pt x="99" y="4"/>
                  </a:cubicBezTo>
                  <a:cubicBezTo>
                    <a:pt x="78" y="4"/>
                    <a:pt x="36" y="3"/>
                    <a:pt x="0" y="0"/>
                  </a:cubicBezTo>
                  <a:lnTo>
                    <a:pt x="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105"/>
            <p:cNvSpPr>
              <a:spLocks/>
            </p:cNvSpPr>
            <p:nvPr/>
          </p:nvSpPr>
          <p:spPr bwMode="auto">
            <a:xfrm>
              <a:off x="7485063" y="3890963"/>
              <a:ext cx="139700" cy="88900"/>
            </a:xfrm>
            <a:custGeom>
              <a:avLst/>
              <a:gdLst>
                <a:gd name="T0" fmla="*/ 0 w 99"/>
                <a:gd name="T1" fmla="*/ 15 h 64"/>
                <a:gd name="T2" fmla="*/ 49 w 99"/>
                <a:gd name="T3" fmla="*/ 64 h 64"/>
                <a:gd name="T4" fmla="*/ 99 w 99"/>
                <a:gd name="T5" fmla="*/ 15 h 64"/>
                <a:gd name="T6" fmla="*/ 99 w 99"/>
                <a:gd name="T7" fmla="*/ 0 h 64"/>
                <a:gd name="T8" fmla="*/ 0 w 99"/>
                <a:gd name="T9" fmla="*/ 4 h 64"/>
                <a:gd name="T10" fmla="*/ 0 w 99"/>
                <a:gd name="T11" fmla="*/ 15 h 64"/>
              </a:gdLst>
              <a:ahLst/>
              <a:cxnLst>
                <a:cxn ang="0">
                  <a:pos x="T0" y="T1"/>
                </a:cxn>
                <a:cxn ang="0">
                  <a:pos x="T2" y="T3"/>
                </a:cxn>
                <a:cxn ang="0">
                  <a:pos x="T4" y="T5"/>
                </a:cxn>
                <a:cxn ang="0">
                  <a:pos x="T6" y="T7"/>
                </a:cxn>
                <a:cxn ang="0">
                  <a:pos x="T8" y="T9"/>
                </a:cxn>
                <a:cxn ang="0">
                  <a:pos x="T10" y="T11"/>
                </a:cxn>
              </a:cxnLst>
              <a:rect l="0" t="0" r="r" b="b"/>
              <a:pathLst>
                <a:path w="99" h="64">
                  <a:moveTo>
                    <a:pt x="0" y="15"/>
                  </a:moveTo>
                  <a:cubicBezTo>
                    <a:pt x="0" y="42"/>
                    <a:pt x="22" y="64"/>
                    <a:pt x="49" y="64"/>
                  </a:cubicBezTo>
                  <a:cubicBezTo>
                    <a:pt x="77" y="64"/>
                    <a:pt x="99" y="42"/>
                    <a:pt x="99" y="15"/>
                  </a:cubicBezTo>
                  <a:cubicBezTo>
                    <a:pt x="99" y="0"/>
                    <a:pt x="99" y="0"/>
                    <a:pt x="99" y="0"/>
                  </a:cubicBezTo>
                  <a:cubicBezTo>
                    <a:pt x="62" y="3"/>
                    <a:pt x="21" y="4"/>
                    <a:pt x="0" y="4"/>
                  </a:cubicBezTo>
                  <a:lnTo>
                    <a:pt x="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106"/>
            <p:cNvSpPr>
              <a:spLocks noEditPoints="1"/>
            </p:cNvSpPr>
            <p:nvPr/>
          </p:nvSpPr>
          <p:spPr bwMode="auto">
            <a:xfrm>
              <a:off x="7329488" y="2620963"/>
              <a:ext cx="285750" cy="284163"/>
            </a:xfrm>
            <a:custGeom>
              <a:avLst/>
              <a:gdLst>
                <a:gd name="T0" fmla="*/ 12 w 204"/>
                <a:gd name="T1" fmla="*/ 113 h 203"/>
                <a:gd name="T2" fmla="*/ 102 w 204"/>
                <a:gd name="T3" fmla="*/ 203 h 203"/>
                <a:gd name="T4" fmla="*/ 192 w 204"/>
                <a:gd name="T5" fmla="*/ 113 h 203"/>
                <a:gd name="T6" fmla="*/ 183 w 204"/>
                <a:gd name="T7" fmla="*/ 73 h 203"/>
                <a:gd name="T8" fmla="*/ 204 w 204"/>
                <a:gd name="T9" fmla="*/ 0 h 203"/>
                <a:gd name="T10" fmla="*/ 159 w 204"/>
                <a:gd name="T11" fmla="*/ 43 h 203"/>
                <a:gd name="T12" fmla="*/ 102 w 204"/>
                <a:gd name="T13" fmla="*/ 23 h 203"/>
                <a:gd name="T14" fmla="*/ 44 w 204"/>
                <a:gd name="T15" fmla="*/ 43 h 203"/>
                <a:gd name="T16" fmla="*/ 0 w 204"/>
                <a:gd name="T17" fmla="*/ 0 h 203"/>
                <a:gd name="T18" fmla="*/ 21 w 204"/>
                <a:gd name="T19" fmla="*/ 73 h 203"/>
                <a:gd name="T20" fmla="*/ 12 w 204"/>
                <a:gd name="T21" fmla="*/ 113 h 203"/>
                <a:gd name="T22" fmla="*/ 66 w 204"/>
                <a:gd name="T23" fmla="*/ 149 h 203"/>
                <a:gd name="T24" fmla="*/ 102 w 204"/>
                <a:gd name="T25" fmla="*/ 157 h 203"/>
                <a:gd name="T26" fmla="*/ 138 w 204"/>
                <a:gd name="T27" fmla="*/ 149 h 203"/>
                <a:gd name="T28" fmla="*/ 165 w 204"/>
                <a:gd name="T29" fmla="*/ 132 h 203"/>
                <a:gd name="T30" fmla="*/ 140 w 204"/>
                <a:gd name="T31" fmla="*/ 166 h 203"/>
                <a:gd name="T32" fmla="*/ 102 w 204"/>
                <a:gd name="T33" fmla="*/ 182 h 203"/>
                <a:gd name="T34" fmla="*/ 63 w 204"/>
                <a:gd name="T35" fmla="*/ 166 h 203"/>
                <a:gd name="T36" fmla="*/ 38 w 204"/>
                <a:gd name="T37" fmla="*/ 132 h 203"/>
                <a:gd name="T38" fmla="*/ 66 w 204"/>
                <a:gd name="T39" fmla="*/ 149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4" h="203">
                  <a:moveTo>
                    <a:pt x="12" y="113"/>
                  </a:moveTo>
                  <a:cubicBezTo>
                    <a:pt x="12" y="162"/>
                    <a:pt x="52" y="203"/>
                    <a:pt x="102" y="203"/>
                  </a:cubicBezTo>
                  <a:cubicBezTo>
                    <a:pt x="151" y="203"/>
                    <a:pt x="192" y="162"/>
                    <a:pt x="192" y="113"/>
                  </a:cubicBezTo>
                  <a:cubicBezTo>
                    <a:pt x="192" y="98"/>
                    <a:pt x="189" y="85"/>
                    <a:pt x="183" y="73"/>
                  </a:cubicBezTo>
                  <a:cubicBezTo>
                    <a:pt x="204" y="40"/>
                    <a:pt x="204" y="0"/>
                    <a:pt x="204" y="0"/>
                  </a:cubicBezTo>
                  <a:cubicBezTo>
                    <a:pt x="204" y="0"/>
                    <a:pt x="185" y="27"/>
                    <a:pt x="159" y="43"/>
                  </a:cubicBezTo>
                  <a:cubicBezTo>
                    <a:pt x="144" y="30"/>
                    <a:pt x="124" y="23"/>
                    <a:pt x="102" y="23"/>
                  </a:cubicBezTo>
                  <a:cubicBezTo>
                    <a:pt x="80" y="23"/>
                    <a:pt x="60" y="30"/>
                    <a:pt x="44" y="43"/>
                  </a:cubicBezTo>
                  <a:cubicBezTo>
                    <a:pt x="19" y="27"/>
                    <a:pt x="0" y="0"/>
                    <a:pt x="0" y="0"/>
                  </a:cubicBezTo>
                  <a:cubicBezTo>
                    <a:pt x="0" y="0"/>
                    <a:pt x="0" y="40"/>
                    <a:pt x="21" y="73"/>
                  </a:cubicBezTo>
                  <a:cubicBezTo>
                    <a:pt x="15" y="85"/>
                    <a:pt x="12" y="98"/>
                    <a:pt x="12" y="113"/>
                  </a:cubicBezTo>
                  <a:close/>
                  <a:moveTo>
                    <a:pt x="66" y="149"/>
                  </a:moveTo>
                  <a:cubicBezTo>
                    <a:pt x="102" y="157"/>
                    <a:pt x="102" y="157"/>
                    <a:pt x="102" y="157"/>
                  </a:cubicBezTo>
                  <a:cubicBezTo>
                    <a:pt x="138" y="149"/>
                    <a:pt x="138" y="149"/>
                    <a:pt x="138" y="149"/>
                  </a:cubicBezTo>
                  <a:cubicBezTo>
                    <a:pt x="165" y="132"/>
                    <a:pt x="165" y="132"/>
                    <a:pt x="165" y="132"/>
                  </a:cubicBezTo>
                  <a:cubicBezTo>
                    <a:pt x="140" y="166"/>
                    <a:pt x="140" y="166"/>
                    <a:pt x="140" y="166"/>
                  </a:cubicBezTo>
                  <a:cubicBezTo>
                    <a:pt x="102" y="182"/>
                    <a:pt x="102" y="182"/>
                    <a:pt x="102" y="182"/>
                  </a:cubicBezTo>
                  <a:cubicBezTo>
                    <a:pt x="63" y="166"/>
                    <a:pt x="63" y="166"/>
                    <a:pt x="63" y="166"/>
                  </a:cubicBezTo>
                  <a:cubicBezTo>
                    <a:pt x="38" y="132"/>
                    <a:pt x="38" y="132"/>
                    <a:pt x="38" y="132"/>
                  </a:cubicBezTo>
                  <a:lnTo>
                    <a:pt x="66" y="1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13" name="组合 112"/>
          <p:cNvGrpSpPr/>
          <p:nvPr/>
        </p:nvGrpSpPr>
        <p:grpSpPr>
          <a:xfrm>
            <a:off x="9170988" y="3146425"/>
            <a:ext cx="2519363" cy="1512888"/>
            <a:chOff x="9170988" y="3146425"/>
            <a:chExt cx="2519363" cy="1512888"/>
          </a:xfrm>
          <a:solidFill>
            <a:schemeClr val="tx1">
              <a:lumMod val="65000"/>
              <a:lumOff val="35000"/>
            </a:schemeClr>
          </a:solidFill>
        </p:grpSpPr>
        <p:sp>
          <p:nvSpPr>
            <p:cNvPr id="114" name="Freeform 107"/>
            <p:cNvSpPr>
              <a:spLocks/>
            </p:cNvSpPr>
            <p:nvPr/>
          </p:nvSpPr>
          <p:spPr bwMode="auto">
            <a:xfrm>
              <a:off x="9669463" y="3146425"/>
              <a:ext cx="339725" cy="271463"/>
            </a:xfrm>
            <a:custGeom>
              <a:avLst/>
              <a:gdLst>
                <a:gd name="T0" fmla="*/ 238 w 243"/>
                <a:gd name="T1" fmla="*/ 187 h 193"/>
                <a:gd name="T2" fmla="*/ 243 w 243"/>
                <a:gd name="T3" fmla="*/ 183 h 193"/>
                <a:gd name="T4" fmla="*/ 173 w 243"/>
                <a:gd name="T5" fmla="*/ 126 h 193"/>
                <a:gd name="T6" fmla="*/ 154 w 243"/>
                <a:gd name="T7" fmla="*/ 77 h 193"/>
                <a:gd name="T8" fmla="*/ 113 w 243"/>
                <a:gd name="T9" fmla="*/ 59 h 193"/>
                <a:gd name="T10" fmla="*/ 100 w 243"/>
                <a:gd name="T11" fmla="*/ 67 h 193"/>
                <a:gd name="T12" fmla="*/ 17 w 243"/>
                <a:gd name="T13" fmla="*/ 0 h 193"/>
                <a:gd name="T14" fmla="*/ 0 w 243"/>
                <a:gd name="T15" fmla="*/ 20 h 193"/>
                <a:gd name="T16" fmla="*/ 93 w 243"/>
                <a:gd name="T17" fmla="*/ 96 h 193"/>
                <a:gd name="T18" fmla="*/ 94 w 243"/>
                <a:gd name="T19" fmla="*/ 100 h 193"/>
                <a:gd name="T20" fmla="*/ 130 w 243"/>
                <a:gd name="T21" fmla="*/ 193 h 193"/>
                <a:gd name="T22" fmla="*/ 189 w 243"/>
                <a:gd name="T23" fmla="*/ 175 h 193"/>
                <a:gd name="T24" fmla="*/ 238 w 243"/>
                <a:gd name="T25" fmla="*/ 18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3" h="193">
                  <a:moveTo>
                    <a:pt x="238" y="187"/>
                  </a:moveTo>
                  <a:cubicBezTo>
                    <a:pt x="240" y="186"/>
                    <a:pt x="241" y="185"/>
                    <a:pt x="243" y="183"/>
                  </a:cubicBezTo>
                  <a:cubicBezTo>
                    <a:pt x="173" y="126"/>
                    <a:pt x="173" y="126"/>
                    <a:pt x="173" y="126"/>
                  </a:cubicBezTo>
                  <a:cubicBezTo>
                    <a:pt x="154" y="77"/>
                    <a:pt x="154" y="77"/>
                    <a:pt x="154" y="77"/>
                  </a:cubicBezTo>
                  <a:cubicBezTo>
                    <a:pt x="148" y="61"/>
                    <a:pt x="129" y="53"/>
                    <a:pt x="113" y="59"/>
                  </a:cubicBezTo>
                  <a:cubicBezTo>
                    <a:pt x="108" y="61"/>
                    <a:pt x="104" y="64"/>
                    <a:pt x="100" y="67"/>
                  </a:cubicBezTo>
                  <a:cubicBezTo>
                    <a:pt x="17" y="0"/>
                    <a:pt x="17" y="0"/>
                    <a:pt x="17" y="0"/>
                  </a:cubicBezTo>
                  <a:cubicBezTo>
                    <a:pt x="0" y="20"/>
                    <a:pt x="0" y="20"/>
                    <a:pt x="0" y="20"/>
                  </a:cubicBezTo>
                  <a:cubicBezTo>
                    <a:pt x="93" y="96"/>
                    <a:pt x="93" y="96"/>
                    <a:pt x="93" y="96"/>
                  </a:cubicBezTo>
                  <a:cubicBezTo>
                    <a:pt x="93" y="97"/>
                    <a:pt x="94" y="99"/>
                    <a:pt x="94" y="100"/>
                  </a:cubicBezTo>
                  <a:cubicBezTo>
                    <a:pt x="130" y="193"/>
                    <a:pt x="130" y="193"/>
                    <a:pt x="130" y="193"/>
                  </a:cubicBezTo>
                  <a:cubicBezTo>
                    <a:pt x="147" y="182"/>
                    <a:pt x="167" y="175"/>
                    <a:pt x="189" y="175"/>
                  </a:cubicBezTo>
                  <a:cubicBezTo>
                    <a:pt x="206" y="175"/>
                    <a:pt x="223" y="179"/>
                    <a:pt x="238" y="1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108"/>
            <p:cNvSpPr>
              <a:spLocks/>
            </p:cNvSpPr>
            <p:nvPr/>
          </p:nvSpPr>
          <p:spPr bwMode="auto">
            <a:xfrm>
              <a:off x="9980613" y="4362450"/>
              <a:ext cx="174625" cy="157163"/>
            </a:xfrm>
            <a:custGeom>
              <a:avLst/>
              <a:gdLst>
                <a:gd name="T0" fmla="*/ 20 w 124"/>
                <a:gd name="T1" fmla="*/ 77 h 112"/>
                <a:gd name="T2" fmla="*/ 68 w 124"/>
                <a:gd name="T3" fmla="*/ 112 h 112"/>
                <a:gd name="T4" fmla="*/ 83 w 124"/>
                <a:gd name="T5" fmla="*/ 110 h 112"/>
                <a:gd name="T6" fmla="*/ 116 w 124"/>
                <a:gd name="T7" fmla="*/ 47 h 112"/>
                <a:gd name="T8" fmla="*/ 101 w 124"/>
                <a:gd name="T9" fmla="*/ 0 h 112"/>
                <a:gd name="T10" fmla="*/ 0 w 124"/>
                <a:gd name="T11" fmla="*/ 13 h 112"/>
                <a:gd name="T12" fmla="*/ 20 w 124"/>
                <a:gd name="T13" fmla="*/ 77 h 112"/>
              </a:gdLst>
              <a:ahLst/>
              <a:cxnLst>
                <a:cxn ang="0">
                  <a:pos x="T0" y="T1"/>
                </a:cxn>
                <a:cxn ang="0">
                  <a:pos x="T2" y="T3"/>
                </a:cxn>
                <a:cxn ang="0">
                  <a:pos x="T4" y="T5"/>
                </a:cxn>
                <a:cxn ang="0">
                  <a:pos x="T6" y="T7"/>
                </a:cxn>
                <a:cxn ang="0">
                  <a:pos x="T8" y="T9"/>
                </a:cxn>
                <a:cxn ang="0">
                  <a:pos x="T10" y="T11"/>
                </a:cxn>
                <a:cxn ang="0">
                  <a:pos x="T12" y="T13"/>
                </a:cxn>
              </a:cxnLst>
              <a:rect l="0" t="0" r="r" b="b"/>
              <a:pathLst>
                <a:path w="124" h="112">
                  <a:moveTo>
                    <a:pt x="20" y="77"/>
                  </a:moveTo>
                  <a:cubicBezTo>
                    <a:pt x="27" y="98"/>
                    <a:pt x="47" y="112"/>
                    <a:pt x="68" y="112"/>
                  </a:cubicBezTo>
                  <a:cubicBezTo>
                    <a:pt x="73" y="112"/>
                    <a:pt x="78" y="111"/>
                    <a:pt x="83" y="110"/>
                  </a:cubicBezTo>
                  <a:cubicBezTo>
                    <a:pt x="109" y="101"/>
                    <a:pt x="124" y="73"/>
                    <a:pt x="116" y="47"/>
                  </a:cubicBezTo>
                  <a:cubicBezTo>
                    <a:pt x="101" y="0"/>
                    <a:pt x="101" y="0"/>
                    <a:pt x="101" y="0"/>
                  </a:cubicBezTo>
                  <a:cubicBezTo>
                    <a:pt x="0" y="13"/>
                    <a:pt x="0" y="13"/>
                    <a:pt x="0" y="13"/>
                  </a:cubicBezTo>
                  <a:lnTo>
                    <a:pt x="20" y="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109"/>
            <p:cNvSpPr>
              <a:spLocks/>
            </p:cNvSpPr>
            <p:nvPr/>
          </p:nvSpPr>
          <p:spPr bwMode="auto">
            <a:xfrm>
              <a:off x="9510713" y="4394200"/>
              <a:ext cx="361950" cy="230188"/>
            </a:xfrm>
            <a:custGeom>
              <a:avLst/>
              <a:gdLst>
                <a:gd name="T0" fmla="*/ 47 w 259"/>
                <a:gd name="T1" fmla="*/ 56 h 165"/>
                <a:gd name="T2" fmla="*/ 23 w 259"/>
                <a:gd name="T3" fmla="*/ 78 h 165"/>
                <a:gd name="T4" fmla="*/ 19 w 259"/>
                <a:gd name="T5" fmla="*/ 149 h 165"/>
                <a:gd name="T6" fmla="*/ 56 w 259"/>
                <a:gd name="T7" fmla="*/ 165 h 165"/>
                <a:gd name="T8" fmla="*/ 89 w 259"/>
                <a:gd name="T9" fmla="*/ 153 h 165"/>
                <a:gd name="T10" fmla="*/ 251 w 259"/>
                <a:gd name="T11" fmla="*/ 9 h 165"/>
                <a:gd name="T12" fmla="*/ 259 w 259"/>
                <a:gd name="T13" fmla="*/ 0 h 165"/>
                <a:gd name="T14" fmla="*/ 226 w 259"/>
                <a:gd name="T15" fmla="*/ 4 h 165"/>
                <a:gd name="T16" fmla="*/ 47 w 259"/>
                <a:gd name="T17" fmla="*/ 5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9" h="165">
                  <a:moveTo>
                    <a:pt x="47" y="56"/>
                  </a:moveTo>
                  <a:cubicBezTo>
                    <a:pt x="23" y="78"/>
                    <a:pt x="23" y="78"/>
                    <a:pt x="23" y="78"/>
                  </a:cubicBezTo>
                  <a:cubicBezTo>
                    <a:pt x="2" y="96"/>
                    <a:pt x="0" y="128"/>
                    <a:pt x="19" y="149"/>
                  </a:cubicBezTo>
                  <a:cubicBezTo>
                    <a:pt x="29" y="160"/>
                    <a:pt x="42" y="165"/>
                    <a:pt x="56" y="165"/>
                  </a:cubicBezTo>
                  <a:cubicBezTo>
                    <a:pt x="68" y="165"/>
                    <a:pt x="80" y="161"/>
                    <a:pt x="89" y="153"/>
                  </a:cubicBezTo>
                  <a:cubicBezTo>
                    <a:pt x="251" y="9"/>
                    <a:pt x="251" y="9"/>
                    <a:pt x="251" y="9"/>
                  </a:cubicBezTo>
                  <a:cubicBezTo>
                    <a:pt x="254" y="6"/>
                    <a:pt x="257" y="3"/>
                    <a:pt x="259" y="0"/>
                  </a:cubicBezTo>
                  <a:cubicBezTo>
                    <a:pt x="226" y="4"/>
                    <a:pt x="226" y="4"/>
                    <a:pt x="226" y="4"/>
                  </a:cubicBezTo>
                  <a:lnTo>
                    <a:pt x="47" y="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110"/>
            <p:cNvSpPr>
              <a:spLocks/>
            </p:cNvSpPr>
            <p:nvPr/>
          </p:nvSpPr>
          <p:spPr bwMode="auto">
            <a:xfrm>
              <a:off x="9969501" y="3452813"/>
              <a:ext cx="590550" cy="430213"/>
            </a:xfrm>
            <a:custGeom>
              <a:avLst/>
              <a:gdLst>
                <a:gd name="T0" fmla="*/ 98 w 421"/>
                <a:gd name="T1" fmla="*/ 300 h 307"/>
                <a:gd name="T2" fmla="*/ 115 w 421"/>
                <a:gd name="T3" fmla="*/ 295 h 307"/>
                <a:gd name="T4" fmla="*/ 271 w 421"/>
                <a:gd name="T5" fmla="*/ 198 h 307"/>
                <a:gd name="T6" fmla="*/ 404 w 421"/>
                <a:gd name="T7" fmla="*/ 307 h 307"/>
                <a:gd name="T8" fmla="*/ 421 w 421"/>
                <a:gd name="T9" fmla="*/ 286 h 307"/>
                <a:gd name="T10" fmla="*/ 287 w 421"/>
                <a:gd name="T11" fmla="*/ 177 h 307"/>
                <a:gd name="T12" fmla="*/ 283 w 421"/>
                <a:gd name="T13" fmla="*/ 154 h 307"/>
                <a:gd name="T14" fmla="*/ 243 w 421"/>
                <a:gd name="T15" fmla="*/ 141 h 307"/>
                <a:gd name="T16" fmla="*/ 70 w 421"/>
                <a:gd name="T17" fmla="*/ 0 h 307"/>
                <a:gd name="T18" fmla="*/ 64 w 421"/>
                <a:gd name="T19" fmla="*/ 11 h 307"/>
                <a:gd name="T20" fmla="*/ 74 w 421"/>
                <a:gd name="T21" fmla="*/ 37 h 307"/>
                <a:gd name="T22" fmla="*/ 219 w 421"/>
                <a:gd name="T23" fmla="*/ 156 h 307"/>
                <a:gd name="T24" fmla="*/ 95 w 421"/>
                <a:gd name="T25" fmla="*/ 232 h 307"/>
                <a:gd name="T26" fmla="*/ 0 w 421"/>
                <a:gd name="T27" fmla="*/ 191 h 307"/>
                <a:gd name="T28" fmla="*/ 0 w 421"/>
                <a:gd name="T29" fmla="*/ 230 h 307"/>
                <a:gd name="T30" fmla="*/ 1 w 421"/>
                <a:gd name="T31" fmla="*/ 262 h 307"/>
                <a:gd name="T32" fmla="*/ 86 w 421"/>
                <a:gd name="T33" fmla="*/ 297 h 307"/>
                <a:gd name="T34" fmla="*/ 98 w 421"/>
                <a:gd name="T35" fmla="*/ 300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21" h="307">
                  <a:moveTo>
                    <a:pt x="98" y="300"/>
                  </a:moveTo>
                  <a:cubicBezTo>
                    <a:pt x="104" y="300"/>
                    <a:pt x="110" y="298"/>
                    <a:pt x="115" y="295"/>
                  </a:cubicBezTo>
                  <a:cubicBezTo>
                    <a:pt x="271" y="198"/>
                    <a:pt x="271" y="198"/>
                    <a:pt x="271" y="198"/>
                  </a:cubicBezTo>
                  <a:cubicBezTo>
                    <a:pt x="404" y="307"/>
                    <a:pt x="404" y="307"/>
                    <a:pt x="404" y="307"/>
                  </a:cubicBezTo>
                  <a:cubicBezTo>
                    <a:pt x="421" y="286"/>
                    <a:pt x="421" y="286"/>
                    <a:pt x="421" y="286"/>
                  </a:cubicBezTo>
                  <a:cubicBezTo>
                    <a:pt x="287" y="177"/>
                    <a:pt x="287" y="177"/>
                    <a:pt x="287" y="177"/>
                  </a:cubicBezTo>
                  <a:cubicBezTo>
                    <a:pt x="288" y="169"/>
                    <a:pt x="287" y="161"/>
                    <a:pt x="283" y="154"/>
                  </a:cubicBezTo>
                  <a:cubicBezTo>
                    <a:pt x="274" y="140"/>
                    <a:pt x="257" y="135"/>
                    <a:pt x="243" y="141"/>
                  </a:cubicBezTo>
                  <a:cubicBezTo>
                    <a:pt x="70" y="0"/>
                    <a:pt x="70" y="0"/>
                    <a:pt x="70" y="0"/>
                  </a:cubicBezTo>
                  <a:cubicBezTo>
                    <a:pt x="68" y="4"/>
                    <a:pt x="67" y="7"/>
                    <a:pt x="64" y="11"/>
                  </a:cubicBezTo>
                  <a:cubicBezTo>
                    <a:pt x="69" y="19"/>
                    <a:pt x="72" y="28"/>
                    <a:pt x="74" y="37"/>
                  </a:cubicBezTo>
                  <a:cubicBezTo>
                    <a:pt x="219" y="156"/>
                    <a:pt x="219" y="156"/>
                    <a:pt x="219" y="156"/>
                  </a:cubicBezTo>
                  <a:cubicBezTo>
                    <a:pt x="95" y="232"/>
                    <a:pt x="95" y="232"/>
                    <a:pt x="95" y="232"/>
                  </a:cubicBezTo>
                  <a:cubicBezTo>
                    <a:pt x="0" y="191"/>
                    <a:pt x="0" y="191"/>
                    <a:pt x="0" y="191"/>
                  </a:cubicBezTo>
                  <a:cubicBezTo>
                    <a:pt x="0" y="203"/>
                    <a:pt x="1" y="216"/>
                    <a:pt x="0" y="230"/>
                  </a:cubicBezTo>
                  <a:cubicBezTo>
                    <a:pt x="1" y="262"/>
                    <a:pt x="1" y="262"/>
                    <a:pt x="1" y="262"/>
                  </a:cubicBezTo>
                  <a:cubicBezTo>
                    <a:pt x="86" y="297"/>
                    <a:pt x="86" y="297"/>
                    <a:pt x="86" y="297"/>
                  </a:cubicBezTo>
                  <a:cubicBezTo>
                    <a:pt x="90" y="299"/>
                    <a:pt x="94" y="300"/>
                    <a:pt x="98" y="3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111"/>
            <p:cNvSpPr>
              <a:spLocks/>
            </p:cNvSpPr>
            <p:nvPr/>
          </p:nvSpPr>
          <p:spPr bwMode="auto">
            <a:xfrm>
              <a:off x="10539413" y="3835400"/>
              <a:ext cx="450850" cy="423863"/>
            </a:xfrm>
            <a:custGeom>
              <a:avLst/>
              <a:gdLst>
                <a:gd name="T0" fmla="*/ 0 w 284"/>
                <a:gd name="T1" fmla="*/ 37 h 267"/>
                <a:gd name="T2" fmla="*/ 56 w 284"/>
                <a:gd name="T3" fmla="*/ 79 h 267"/>
                <a:gd name="T4" fmla="*/ 14 w 284"/>
                <a:gd name="T5" fmla="*/ 162 h 267"/>
                <a:gd name="T6" fmla="*/ 150 w 284"/>
                <a:gd name="T7" fmla="*/ 250 h 267"/>
                <a:gd name="T8" fmla="*/ 141 w 284"/>
                <a:gd name="T9" fmla="*/ 265 h 267"/>
                <a:gd name="T10" fmla="*/ 191 w 284"/>
                <a:gd name="T11" fmla="*/ 267 h 267"/>
                <a:gd name="T12" fmla="*/ 168 w 284"/>
                <a:gd name="T13" fmla="*/ 223 h 267"/>
                <a:gd name="T14" fmla="*/ 157 w 284"/>
                <a:gd name="T15" fmla="*/ 239 h 267"/>
                <a:gd name="T16" fmla="*/ 51 w 284"/>
                <a:gd name="T17" fmla="*/ 157 h 267"/>
                <a:gd name="T18" fmla="*/ 83 w 284"/>
                <a:gd name="T19" fmla="*/ 99 h 267"/>
                <a:gd name="T20" fmla="*/ 201 w 284"/>
                <a:gd name="T21" fmla="*/ 187 h 267"/>
                <a:gd name="T22" fmla="*/ 188 w 284"/>
                <a:gd name="T23" fmla="*/ 202 h 267"/>
                <a:gd name="T24" fmla="*/ 238 w 284"/>
                <a:gd name="T25" fmla="*/ 209 h 267"/>
                <a:gd name="T26" fmla="*/ 220 w 284"/>
                <a:gd name="T27" fmla="*/ 163 h 267"/>
                <a:gd name="T28" fmla="*/ 208 w 284"/>
                <a:gd name="T29" fmla="*/ 178 h 267"/>
                <a:gd name="T30" fmla="*/ 98 w 284"/>
                <a:gd name="T31" fmla="*/ 81 h 267"/>
                <a:gd name="T32" fmla="*/ 148 w 284"/>
                <a:gd name="T33" fmla="*/ 37 h 267"/>
                <a:gd name="T34" fmla="*/ 251 w 284"/>
                <a:gd name="T35" fmla="*/ 125 h 267"/>
                <a:gd name="T36" fmla="*/ 236 w 284"/>
                <a:gd name="T37" fmla="*/ 138 h 267"/>
                <a:gd name="T38" fmla="*/ 284 w 284"/>
                <a:gd name="T39" fmla="*/ 153 h 267"/>
                <a:gd name="T40" fmla="*/ 273 w 284"/>
                <a:gd name="T41" fmla="*/ 104 h 267"/>
                <a:gd name="T42" fmla="*/ 260 w 284"/>
                <a:gd name="T43" fmla="*/ 116 h 267"/>
                <a:gd name="T44" fmla="*/ 145 w 284"/>
                <a:gd name="T45" fmla="*/ 0 h 267"/>
                <a:gd name="T46" fmla="*/ 73 w 284"/>
                <a:gd name="T47" fmla="*/ 58 h 267"/>
                <a:gd name="T48" fmla="*/ 21 w 284"/>
                <a:gd name="T49" fmla="*/ 12 h 267"/>
                <a:gd name="T50" fmla="*/ 0 w 284"/>
                <a:gd name="T51" fmla="*/ 3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4" h="267">
                  <a:moveTo>
                    <a:pt x="0" y="37"/>
                  </a:moveTo>
                  <a:lnTo>
                    <a:pt x="56" y="79"/>
                  </a:lnTo>
                  <a:lnTo>
                    <a:pt x="14" y="162"/>
                  </a:lnTo>
                  <a:lnTo>
                    <a:pt x="150" y="250"/>
                  </a:lnTo>
                  <a:lnTo>
                    <a:pt x="141" y="265"/>
                  </a:lnTo>
                  <a:lnTo>
                    <a:pt x="191" y="267"/>
                  </a:lnTo>
                  <a:lnTo>
                    <a:pt x="168" y="223"/>
                  </a:lnTo>
                  <a:lnTo>
                    <a:pt x="157" y="239"/>
                  </a:lnTo>
                  <a:lnTo>
                    <a:pt x="51" y="157"/>
                  </a:lnTo>
                  <a:lnTo>
                    <a:pt x="83" y="99"/>
                  </a:lnTo>
                  <a:lnTo>
                    <a:pt x="201" y="187"/>
                  </a:lnTo>
                  <a:lnTo>
                    <a:pt x="188" y="202"/>
                  </a:lnTo>
                  <a:lnTo>
                    <a:pt x="238" y="209"/>
                  </a:lnTo>
                  <a:lnTo>
                    <a:pt x="220" y="163"/>
                  </a:lnTo>
                  <a:lnTo>
                    <a:pt x="208" y="178"/>
                  </a:lnTo>
                  <a:lnTo>
                    <a:pt x="98" y="81"/>
                  </a:lnTo>
                  <a:lnTo>
                    <a:pt x="148" y="37"/>
                  </a:lnTo>
                  <a:lnTo>
                    <a:pt x="251" y="125"/>
                  </a:lnTo>
                  <a:lnTo>
                    <a:pt x="236" y="138"/>
                  </a:lnTo>
                  <a:lnTo>
                    <a:pt x="284" y="153"/>
                  </a:lnTo>
                  <a:lnTo>
                    <a:pt x="273" y="104"/>
                  </a:lnTo>
                  <a:lnTo>
                    <a:pt x="260" y="116"/>
                  </a:lnTo>
                  <a:lnTo>
                    <a:pt x="145" y="0"/>
                  </a:lnTo>
                  <a:lnTo>
                    <a:pt x="73" y="58"/>
                  </a:lnTo>
                  <a:lnTo>
                    <a:pt x="21" y="12"/>
                  </a:lnTo>
                  <a:lnTo>
                    <a:pt x="0"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112"/>
            <p:cNvSpPr>
              <a:spLocks/>
            </p:cNvSpPr>
            <p:nvPr/>
          </p:nvSpPr>
          <p:spPr bwMode="auto">
            <a:xfrm>
              <a:off x="9807576" y="3360738"/>
              <a:ext cx="266700" cy="296863"/>
            </a:xfrm>
            <a:custGeom>
              <a:avLst/>
              <a:gdLst>
                <a:gd name="T0" fmla="*/ 122 w 191"/>
                <a:gd name="T1" fmla="*/ 179 h 212"/>
                <a:gd name="T2" fmla="*/ 116 w 191"/>
                <a:gd name="T3" fmla="*/ 138 h 212"/>
                <a:gd name="T4" fmla="*/ 132 w 191"/>
                <a:gd name="T5" fmla="*/ 166 h 212"/>
                <a:gd name="T6" fmla="*/ 155 w 191"/>
                <a:gd name="T7" fmla="*/ 187 h 212"/>
                <a:gd name="T8" fmla="*/ 180 w 191"/>
                <a:gd name="T9" fmla="*/ 125 h 212"/>
                <a:gd name="T10" fmla="*/ 166 w 191"/>
                <a:gd name="T11" fmla="*/ 77 h 212"/>
                <a:gd name="T12" fmla="*/ 181 w 191"/>
                <a:gd name="T13" fmla="*/ 0 h 212"/>
                <a:gd name="T14" fmla="*/ 141 w 191"/>
                <a:gd name="T15" fmla="*/ 50 h 212"/>
                <a:gd name="T16" fmla="*/ 90 w 191"/>
                <a:gd name="T17" fmla="*/ 35 h 212"/>
                <a:gd name="T18" fmla="*/ 0 w 191"/>
                <a:gd name="T19" fmla="*/ 125 h 212"/>
                <a:gd name="T20" fmla="*/ 0 w 191"/>
                <a:gd name="T21" fmla="*/ 129 h 212"/>
                <a:gd name="T22" fmla="*/ 109 w 191"/>
                <a:gd name="T23" fmla="*/ 205 h 212"/>
                <a:gd name="T24" fmla="*/ 110 w 191"/>
                <a:gd name="T25" fmla="*/ 206 h 212"/>
                <a:gd name="T26" fmla="*/ 110 w 191"/>
                <a:gd name="T27" fmla="*/ 208 h 212"/>
                <a:gd name="T28" fmla="*/ 111 w 191"/>
                <a:gd name="T29" fmla="*/ 212 h 212"/>
                <a:gd name="T30" fmla="*/ 138 w 191"/>
                <a:gd name="T31" fmla="*/ 201 h 212"/>
                <a:gd name="T32" fmla="*/ 122 w 191"/>
                <a:gd name="T33" fmla="*/ 179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1" h="212">
                  <a:moveTo>
                    <a:pt x="122" y="179"/>
                  </a:moveTo>
                  <a:cubicBezTo>
                    <a:pt x="116" y="138"/>
                    <a:pt x="116" y="138"/>
                    <a:pt x="116" y="138"/>
                  </a:cubicBezTo>
                  <a:cubicBezTo>
                    <a:pt x="132" y="166"/>
                    <a:pt x="132" y="166"/>
                    <a:pt x="132" y="166"/>
                  </a:cubicBezTo>
                  <a:cubicBezTo>
                    <a:pt x="155" y="187"/>
                    <a:pt x="155" y="187"/>
                    <a:pt x="155" y="187"/>
                  </a:cubicBezTo>
                  <a:cubicBezTo>
                    <a:pt x="170" y="171"/>
                    <a:pt x="180" y="149"/>
                    <a:pt x="180" y="125"/>
                  </a:cubicBezTo>
                  <a:cubicBezTo>
                    <a:pt x="180" y="107"/>
                    <a:pt x="175" y="91"/>
                    <a:pt x="166" y="77"/>
                  </a:cubicBezTo>
                  <a:cubicBezTo>
                    <a:pt x="191" y="43"/>
                    <a:pt x="181" y="0"/>
                    <a:pt x="181" y="0"/>
                  </a:cubicBezTo>
                  <a:cubicBezTo>
                    <a:pt x="170" y="21"/>
                    <a:pt x="154" y="39"/>
                    <a:pt x="141" y="50"/>
                  </a:cubicBezTo>
                  <a:cubicBezTo>
                    <a:pt x="126" y="40"/>
                    <a:pt x="109" y="35"/>
                    <a:pt x="90" y="35"/>
                  </a:cubicBezTo>
                  <a:cubicBezTo>
                    <a:pt x="40" y="35"/>
                    <a:pt x="0" y="75"/>
                    <a:pt x="0" y="125"/>
                  </a:cubicBezTo>
                  <a:cubicBezTo>
                    <a:pt x="0" y="126"/>
                    <a:pt x="0" y="128"/>
                    <a:pt x="0" y="129"/>
                  </a:cubicBezTo>
                  <a:cubicBezTo>
                    <a:pt x="81" y="151"/>
                    <a:pt x="108" y="202"/>
                    <a:pt x="109" y="205"/>
                  </a:cubicBezTo>
                  <a:cubicBezTo>
                    <a:pt x="110" y="206"/>
                    <a:pt x="110" y="206"/>
                    <a:pt x="110" y="206"/>
                  </a:cubicBezTo>
                  <a:cubicBezTo>
                    <a:pt x="110" y="208"/>
                    <a:pt x="110" y="208"/>
                    <a:pt x="110" y="208"/>
                  </a:cubicBezTo>
                  <a:cubicBezTo>
                    <a:pt x="110" y="208"/>
                    <a:pt x="111" y="210"/>
                    <a:pt x="111" y="212"/>
                  </a:cubicBezTo>
                  <a:cubicBezTo>
                    <a:pt x="121" y="210"/>
                    <a:pt x="130" y="206"/>
                    <a:pt x="138" y="201"/>
                  </a:cubicBezTo>
                  <a:lnTo>
                    <a:pt x="122" y="1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113"/>
            <p:cNvSpPr>
              <a:spLocks/>
            </p:cNvSpPr>
            <p:nvPr/>
          </p:nvSpPr>
          <p:spPr bwMode="auto">
            <a:xfrm>
              <a:off x="9170988" y="3538538"/>
              <a:ext cx="993775" cy="1020763"/>
            </a:xfrm>
            <a:custGeom>
              <a:avLst/>
              <a:gdLst>
                <a:gd name="T0" fmla="*/ 262 w 709"/>
                <a:gd name="T1" fmla="*/ 467 h 730"/>
                <a:gd name="T2" fmla="*/ 282 w 709"/>
                <a:gd name="T3" fmla="*/ 657 h 730"/>
                <a:gd name="T4" fmla="*/ 466 w 709"/>
                <a:gd name="T5" fmla="*/ 603 h 730"/>
                <a:gd name="T6" fmla="*/ 709 w 709"/>
                <a:gd name="T7" fmla="*/ 574 h 730"/>
                <a:gd name="T8" fmla="*/ 652 w 709"/>
                <a:gd name="T9" fmla="*/ 407 h 730"/>
                <a:gd name="T10" fmla="*/ 564 w 709"/>
                <a:gd name="T11" fmla="*/ 341 h 730"/>
                <a:gd name="T12" fmla="*/ 558 w 709"/>
                <a:gd name="T13" fmla="*/ 169 h 730"/>
                <a:gd name="T14" fmla="*/ 553 w 709"/>
                <a:gd name="T15" fmla="*/ 83 h 730"/>
                <a:gd name="T16" fmla="*/ 365 w 709"/>
                <a:gd name="T17" fmla="*/ 5 h 730"/>
                <a:gd name="T18" fmla="*/ 395 w 709"/>
                <a:gd name="T19" fmla="*/ 30 h 730"/>
                <a:gd name="T20" fmla="*/ 284 w 709"/>
                <a:gd name="T21" fmla="*/ 227 h 730"/>
                <a:gd name="T22" fmla="*/ 263 w 709"/>
                <a:gd name="T23" fmla="*/ 367 h 730"/>
                <a:gd name="T24" fmla="*/ 250 w 709"/>
                <a:gd name="T25" fmla="*/ 378 h 730"/>
                <a:gd name="T26" fmla="*/ 160 w 709"/>
                <a:gd name="T27" fmla="*/ 628 h 730"/>
                <a:gd name="T28" fmla="*/ 149 w 709"/>
                <a:gd name="T29" fmla="*/ 685 h 730"/>
                <a:gd name="T30" fmla="*/ 137 w 709"/>
                <a:gd name="T31" fmla="*/ 641 h 730"/>
                <a:gd name="T32" fmla="*/ 83 w 709"/>
                <a:gd name="T33" fmla="*/ 537 h 730"/>
                <a:gd name="T34" fmla="*/ 45 w 709"/>
                <a:gd name="T35" fmla="*/ 606 h 730"/>
                <a:gd name="T36" fmla="*/ 39 w 709"/>
                <a:gd name="T37" fmla="*/ 640 h 730"/>
                <a:gd name="T38" fmla="*/ 0 w 709"/>
                <a:gd name="T39" fmla="*/ 612 h 730"/>
                <a:gd name="T40" fmla="*/ 37 w 709"/>
                <a:gd name="T41" fmla="*/ 730 h 730"/>
                <a:gd name="T42" fmla="*/ 102 w 709"/>
                <a:gd name="T43" fmla="*/ 625 h 730"/>
                <a:gd name="T44" fmla="*/ 59 w 709"/>
                <a:gd name="T45" fmla="*/ 642 h 730"/>
                <a:gd name="T46" fmla="*/ 84 w 709"/>
                <a:gd name="T47" fmla="*/ 557 h 730"/>
                <a:gd name="T48" fmla="*/ 117 w 709"/>
                <a:gd name="T49" fmla="*/ 645 h 730"/>
                <a:gd name="T50" fmla="*/ 149 w 709"/>
                <a:gd name="T51" fmla="*/ 713 h 730"/>
                <a:gd name="T52" fmla="*/ 150 w 709"/>
                <a:gd name="T53" fmla="*/ 713 h 730"/>
                <a:gd name="T54" fmla="*/ 180 w 709"/>
                <a:gd name="T55" fmla="*/ 631 h 730"/>
                <a:gd name="T56" fmla="*/ 249 w 709"/>
                <a:gd name="T57" fmla="*/ 409 h 730"/>
                <a:gd name="T58" fmla="*/ 262 w 709"/>
                <a:gd name="T59" fmla="*/ 394 h 730"/>
                <a:gd name="T60" fmla="*/ 262 w 709"/>
                <a:gd name="T61" fmla="*/ 467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9" h="730">
                  <a:moveTo>
                    <a:pt x="262" y="467"/>
                  </a:moveTo>
                  <a:cubicBezTo>
                    <a:pt x="282" y="657"/>
                    <a:pt x="282" y="657"/>
                    <a:pt x="282" y="657"/>
                  </a:cubicBezTo>
                  <a:cubicBezTo>
                    <a:pt x="466" y="603"/>
                    <a:pt x="466" y="603"/>
                    <a:pt x="466" y="603"/>
                  </a:cubicBezTo>
                  <a:cubicBezTo>
                    <a:pt x="709" y="574"/>
                    <a:pt x="709" y="574"/>
                    <a:pt x="709" y="574"/>
                  </a:cubicBezTo>
                  <a:cubicBezTo>
                    <a:pt x="652" y="407"/>
                    <a:pt x="652" y="407"/>
                    <a:pt x="652" y="407"/>
                  </a:cubicBezTo>
                  <a:cubicBezTo>
                    <a:pt x="564" y="341"/>
                    <a:pt x="564" y="341"/>
                    <a:pt x="564" y="341"/>
                  </a:cubicBezTo>
                  <a:cubicBezTo>
                    <a:pt x="558" y="169"/>
                    <a:pt x="558" y="169"/>
                    <a:pt x="558" y="169"/>
                  </a:cubicBezTo>
                  <a:cubicBezTo>
                    <a:pt x="560" y="125"/>
                    <a:pt x="553" y="83"/>
                    <a:pt x="553" y="83"/>
                  </a:cubicBezTo>
                  <a:cubicBezTo>
                    <a:pt x="553" y="83"/>
                    <a:pt x="512" y="0"/>
                    <a:pt x="365" y="5"/>
                  </a:cubicBezTo>
                  <a:cubicBezTo>
                    <a:pt x="372" y="10"/>
                    <a:pt x="383" y="19"/>
                    <a:pt x="395" y="30"/>
                  </a:cubicBezTo>
                  <a:cubicBezTo>
                    <a:pt x="386" y="44"/>
                    <a:pt x="310" y="156"/>
                    <a:pt x="284" y="227"/>
                  </a:cubicBezTo>
                  <a:cubicBezTo>
                    <a:pt x="271" y="263"/>
                    <a:pt x="265" y="318"/>
                    <a:pt x="263" y="367"/>
                  </a:cubicBezTo>
                  <a:cubicBezTo>
                    <a:pt x="258" y="370"/>
                    <a:pt x="254" y="374"/>
                    <a:pt x="250" y="378"/>
                  </a:cubicBezTo>
                  <a:cubicBezTo>
                    <a:pt x="195" y="432"/>
                    <a:pt x="174" y="550"/>
                    <a:pt x="160" y="628"/>
                  </a:cubicBezTo>
                  <a:cubicBezTo>
                    <a:pt x="157" y="649"/>
                    <a:pt x="153" y="672"/>
                    <a:pt x="149" y="685"/>
                  </a:cubicBezTo>
                  <a:cubicBezTo>
                    <a:pt x="146" y="677"/>
                    <a:pt x="142" y="664"/>
                    <a:pt x="137" y="641"/>
                  </a:cubicBezTo>
                  <a:cubicBezTo>
                    <a:pt x="115" y="548"/>
                    <a:pt x="98" y="536"/>
                    <a:pt x="83" y="537"/>
                  </a:cubicBezTo>
                  <a:cubicBezTo>
                    <a:pt x="67" y="538"/>
                    <a:pt x="55" y="559"/>
                    <a:pt x="45" y="606"/>
                  </a:cubicBezTo>
                  <a:cubicBezTo>
                    <a:pt x="43" y="618"/>
                    <a:pt x="41" y="630"/>
                    <a:pt x="39" y="640"/>
                  </a:cubicBezTo>
                  <a:cubicBezTo>
                    <a:pt x="0" y="612"/>
                    <a:pt x="0" y="612"/>
                    <a:pt x="0" y="612"/>
                  </a:cubicBezTo>
                  <a:cubicBezTo>
                    <a:pt x="37" y="730"/>
                    <a:pt x="37" y="730"/>
                    <a:pt x="37" y="730"/>
                  </a:cubicBezTo>
                  <a:cubicBezTo>
                    <a:pt x="102" y="625"/>
                    <a:pt x="102" y="625"/>
                    <a:pt x="102" y="625"/>
                  </a:cubicBezTo>
                  <a:cubicBezTo>
                    <a:pt x="59" y="642"/>
                    <a:pt x="59" y="642"/>
                    <a:pt x="59" y="642"/>
                  </a:cubicBezTo>
                  <a:cubicBezTo>
                    <a:pt x="66" y="598"/>
                    <a:pt x="76" y="562"/>
                    <a:pt x="84" y="557"/>
                  </a:cubicBezTo>
                  <a:cubicBezTo>
                    <a:pt x="87" y="559"/>
                    <a:pt x="99" y="569"/>
                    <a:pt x="117" y="645"/>
                  </a:cubicBezTo>
                  <a:cubicBezTo>
                    <a:pt x="129" y="698"/>
                    <a:pt x="137" y="713"/>
                    <a:pt x="149" y="713"/>
                  </a:cubicBezTo>
                  <a:cubicBezTo>
                    <a:pt x="150" y="713"/>
                    <a:pt x="150" y="713"/>
                    <a:pt x="150" y="713"/>
                  </a:cubicBezTo>
                  <a:cubicBezTo>
                    <a:pt x="166" y="712"/>
                    <a:pt x="170" y="690"/>
                    <a:pt x="180" y="631"/>
                  </a:cubicBezTo>
                  <a:cubicBezTo>
                    <a:pt x="192" y="564"/>
                    <a:pt x="210" y="464"/>
                    <a:pt x="249" y="409"/>
                  </a:cubicBezTo>
                  <a:cubicBezTo>
                    <a:pt x="253" y="404"/>
                    <a:pt x="257" y="399"/>
                    <a:pt x="262" y="394"/>
                  </a:cubicBezTo>
                  <a:cubicBezTo>
                    <a:pt x="261" y="436"/>
                    <a:pt x="262" y="467"/>
                    <a:pt x="262" y="4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114"/>
            <p:cNvSpPr>
              <a:spLocks noEditPoints="1"/>
            </p:cNvSpPr>
            <p:nvPr/>
          </p:nvSpPr>
          <p:spPr bwMode="auto">
            <a:xfrm>
              <a:off x="11401426" y="3994150"/>
              <a:ext cx="288925" cy="288925"/>
            </a:xfrm>
            <a:custGeom>
              <a:avLst/>
              <a:gdLst>
                <a:gd name="T0" fmla="*/ 146 w 206"/>
                <a:gd name="T1" fmla="*/ 182 h 206"/>
                <a:gd name="T2" fmla="*/ 182 w 206"/>
                <a:gd name="T3" fmla="*/ 60 h 206"/>
                <a:gd name="T4" fmla="*/ 60 w 206"/>
                <a:gd name="T5" fmla="*/ 24 h 206"/>
                <a:gd name="T6" fmla="*/ 24 w 206"/>
                <a:gd name="T7" fmla="*/ 146 h 206"/>
                <a:gd name="T8" fmla="*/ 146 w 206"/>
                <a:gd name="T9" fmla="*/ 182 h 206"/>
                <a:gd name="T10" fmla="*/ 66 w 206"/>
                <a:gd name="T11" fmla="*/ 90 h 206"/>
                <a:gd name="T12" fmla="*/ 95 w 206"/>
                <a:gd name="T13" fmla="*/ 122 h 206"/>
                <a:gd name="T14" fmla="*/ 66 w 206"/>
                <a:gd name="T15" fmla="*/ 153 h 206"/>
                <a:gd name="T16" fmla="*/ 37 w 206"/>
                <a:gd name="T17" fmla="*/ 122 h 206"/>
                <a:gd name="T18" fmla="*/ 66 w 206"/>
                <a:gd name="T19" fmla="*/ 90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6" h="206">
                  <a:moveTo>
                    <a:pt x="146" y="182"/>
                  </a:moveTo>
                  <a:cubicBezTo>
                    <a:pt x="190" y="158"/>
                    <a:pt x="206" y="103"/>
                    <a:pt x="182" y="60"/>
                  </a:cubicBezTo>
                  <a:cubicBezTo>
                    <a:pt x="158" y="16"/>
                    <a:pt x="103" y="0"/>
                    <a:pt x="60" y="24"/>
                  </a:cubicBezTo>
                  <a:cubicBezTo>
                    <a:pt x="16" y="48"/>
                    <a:pt x="0" y="103"/>
                    <a:pt x="24" y="146"/>
                  </a:cubicBezTo>
                  <a:cubicBezTo>
                    <a:pt x="48" y="190"/>
                    <a:pt x="103" y="206"/>
                    <a:pt x="146" y="182"/>
                  </a:cubicBezTo>
                  <a:close/>
                  <a:moveTo>
                    <a:pt x="66" y="90"/>
                  </a:moveTo>
                  <a:cubicBezTo>
                    <a:pt x="82" y="90"/>
                    <a:pt x="95" y="104"/>
                    <a:pt x="95" y="122"/>
                  </a:cubicBezTo>
                  <a:cubicBezTo>
                    <a:pt x="95" y="139"/>
                    <a:pt x="82" y="153"/>
                    <a:pt x="66" y="153"/>
                  </a:cubicBezTo>
                  <a:cubicBezTo>
                    <a:pt x="50" y="153"/>
                    <a:pt x="37" y="139"/>
                    <a:pt x="37" y="122"/>
                  </a:cubicBezTo>
                  <a:cubicBezTo>
                    <a:pt x="37" y="104"/>
                    <a:pt x="50" y="90"/>
                    <a:pt x="66"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115"/>
            <p:cNvSpPr>
              <a:spLocks/>
            </p:cNvSpPr>
            <p:nvPr/>
          </p:nvSpPr>
          <p:spPr bwMode="auto">
            <a:xfrm>
              <a:off x="10610851" y="4221163"/>
              <a:ext cx="901700" cy="438150"/>
            </a:xfrm>
            <a:custGeom>
              <a:avLst/>
              <a:gdLst>
                <a:gd name="T0" fmla="*/ 230 w 644"/>
                <a:gd name="T1" fmla="*/ 14 h 313"/>
                <a:gd name="T2" fmla="*/ 24 w 644"/>
                <a:gd name="T3" fmla="*/ 182 h 313"/>
                <a:gd name="T4" fmla="*/ 17 w 644"/>
                <a:gd name="T5" fmla="*/ 253 h 313"/>
                <a:gd name="T6" fmla="*/ 88 w 644"/>
                <a:gd name="T7" fmla="*/ 260 h 313"/>
                <a:gd name="T8" fmla="*/ 247 w 644"/>
                <a:gd name="T9" fmla="*/ 129 h 313"/>
                <a:gd name="T10" fmla="*/ 313 w 644"/>
                <a:gd name="T11" fmla="*/ 250 h 313"/>
                <a:gd name="T12" fmla="*/ 316 w 644"/>
                <a:gd name="T13" fmla="*/ 255 h 313"/>
                <a:gd name="T14" fmla="*/ 419 w 644"/>
                <a:gd name="T15" fmla="*/ 295 h 313"/>
                <a:gd name="T16" fmla="*/ 602 w 644"/>
                <a:gd name="T17" fmla="*/ 168 h 313"/>
                <a:gd name="T18" fmla="*/ 613 w 644"/>
                <a:gd name="T19" fmla="*/ 44 h 313"/>
                <a:gd name="T20" fmla="*/ 558 w 644"/>
                <a:gd name="T21" fmla="*/ 31 h 313"/>
                <a:gd name="T22" fmla="*/ 591 w 644"/>
                <a:gd name="T23" fmla="*/ 73 h 313"/>
                <a:gd name="T24" fmla="*/ 585 w 644"/>
                <a:gd name="T25" fmla="*/ 131 h 313"/>
                <a:gd name="T26" fmla="*/ 559 w 644"/>
                <a:gd name="T27" fmla="*/ 140 h 313"/>
                <a:gd name="T28" fmla="*/ 527 w 644"/>
                <a:gd name="T29" fmla="*/ 124 h 313"/>
                <a:gd name="T30" fmla="*/ 488 w 644"/>
                <a:gd name="T31" fmla="*/ 75 h 313"/>
                <a:gd name="T32" fmla="*/ 377 w 644"/>
                <a:gd name="T33" fmla="*/ 157 h 313"/>
                <a:gd name="T34" fmla="*/ 306 w 644"/>
                <a:gd name="T35" fmla="*/ 28 h 313"/>
                <a:gd name="T36" fmla="*/ 272 w 644"/>
                <a:gd name="T37" fmla="*/ 3 h 313"/>
                <a:gd name="T38" fmla="*/ 230 w 644"/>
                <a:gd name="T39" fmla="*/ 14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44" h="313">
                  <a:moveTo>
                    <a:pt x="230" y="14"/>
                  </a:moveTo>
                  <a:cubicBezTo>
                    <a:pt x="24" y="182"/>
                    <a:pt x="24" y="182"/>
                    <a:pt x="24" y="182"/>
                  </a:cubicBezTo>
                  <a:cubicBezTo>
                    <a:pt x="3" y="200"/>
                    <a:pt x="0" y="231"/>
                    <a:pt x="17" y="253"/>
                  </a:cubicBezTo>
                  <a:cubicBezTo>
                    <a:pt x="35" y="274"/>
                    <a:pt x="66" y="277"/>
                    <a:pt x="88" y="260"/>
                  </a:cubicBezTo>
                  <a:cubicBezTo>
                    <a:pt x="247" y="129"/>
                    <a:pt x="247" y="129"/>
                    <a:pt x="247" y="129"/>
                  </a:cubicBezTo>
                  <a:cubicBezTo>
                    <a:pt x="313" y="250"/>
                    <a:pt x="313" y="250"/>
                    <a:pt x="313" y="250"/>
                  </a:cubicBezTo>
                  <a:cubicBezTo>
                    <a:pt x="314" y="252"/>
                    <a:pt x="315" y="253"/>
                    <a:pt x="316" y="255"/>
                  </a:cubicBezTo>
                  <a:cubicBezTo>
                    <a:pt x="334" y="284"/>
                    <a:pt x="361" y="313"/>
                    <a:pt x="419" y="295"/>
                  </a:cubicBezTo>
                  <a:cubicBezTo>
                    <a:pt x="501" y="261"/>
                    <a:pt x="545" y="230"/>
                    <a:pt x="602" y="168"/>
                  </a:cubicBezTo>
                  <a:cubicBezTo>
                    <a:pt x="644" y="122"/>
                    <a:pt x="637" y="70"/>
                    <a:pt x="613" y="44"/>
                  </a:cubicBezTo>
                  <a:cubicBezTo>
                    <a:pt x="600" y="30"/>
                    <a:pt x="579" y="26"/>
                    <a:pt x="558" y="31"/>
                  </a:cubicBezTo>
                  <a:cubicBezTo>
                    <a:pt x="591" y="73"/>
                    <a:pt x="591" y="73"/>
                    <a:pt x="591" y="73"/>
                  </a:cubicBezTo>
                  <a:cubicBezTo>
                    <a:pt x="606" y="91"/>
                    <a:pt x="603" y="117"/>
                    <a:pt x="585" y="131"/>
                  </a:cubicBezTo>
                  <a:cubicBezTo>
                    <a:pt x="577" y="136"/>
                    <a:pt x="568" y="140"/>
                    <a:pt x="559" y="140"/>
                  </a:cubicBezTo>
                  <a:cubicBezTo>
                    <a:pt x="546" y="140"/>
                    <a:pt x="535" y="134"/>
                    <a:pt x="527" y="124"/>
                  </a:cubicBezTo>
                  <a:cubicBezTo>
                    <a:pt x="488" y="75"/>
                    <a:pt x="488" y="75"/>
                    <a:pt x="488" y="75"/>
                  </a:cubicBezTo>
                  <a:cubicBezTo>
                    <a:pt x="456" y="103"/>
                    <a:pt x="418" y="134"/>
                    <a:pt x="377" y="157"/>
                  </a:cubicBezTo>
                  <a:cubicBezTo>
                    <a:pt x="306" y="28"/>
                    <a:pt x="306" y="28"/>
                    <a:pt x="306" y="28"/>
                  </a:cubicBezTo>
                  <a:cubicBezTo>
                    <a:pt x="299" y="15"/>
                    <a:pt x="286" y="6"/>
                    <a:pt x="272" y="3"/>
                  </a:cubicBezTo>
                  <a:cubicBezTo>
                    <a:pt x="257" y="0"/>
                    <a:pt x="242" y="4"/>
                    <a:pt x="230"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16"/>
            <p:cNvSpPr>
              <a:spLocks/>
            </p:cNvSpPr>
            <p:nvPr/>
          </p:nvSpPr>
          <p:spPr bwMode="auto">
            <a:xfrm>
              <a:off x="11079163" y="3973513"/>
              <a:ext cx="365125" cy="430213"/>
            </a:xfrm>
            <a:custGeom>
              <a:avLst/>
              <a:gdLst>
                <a:gd name="T0" fmla="*/ 225 w 261"/>
                <a:gd name="T1" fmla="*/ 307 h 307"/>
                <a:gd name="T2" fmla="*/ 245 w 261"/>
                <a:gd name="T3" fmla="*/ 300 h 307"/>
                <a:gd name="T4" fmla="*/ 250 w 261"/>
                <a:gd name="T5" fmla="*/ 256 h 307"/>
                <a:gd name="T6" fmla="*/ 61 w 261"/>
                <a:gd name="T7" fmla="*/ 16 h 307"/>
                <a:gd name="T8" fmla="*/ 16 w 261"/>
                <a:gd name="T9" fmla="*/ 11 h 307"/>
                <a:gd name="T10" fmla="*/ 11 w 261"/>
                <a:gd name="T11" fmla="*/ 56 h 307"/>
                <a:gd name="T12" fmla="*/ 200 w 261"/>
                <a:gd name="T13" fmla="*/ 295 h 307"/>
                <a:gd name="T14" fmla="*/ 225 w 261"/>
                <a:gd name="T15" fmla="*/ 307 h 3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1" h="307">
                  <a:moveTo>
                    <a:pt x="225" y="307"/>
                  </a:moveTo>
                  <a:cubicBezTo>
                    <a:pt x="232" y="307"/>
                    <a:pt x="239" y="305"/>
                    <a:pt x="245" y="300"/>
                  </a:cubicBezTo>
                  <a:cubicBezTo>
                    <a:pt x="259" y="290"/>
                    <a:pt x="261" y="269"/>
                    <a:pt x="250" y="256"/>
                  </a:cubicBezTo>
                  <a:cubicBezTo>
                    <a:pt x="61" y="16"/>
                    <a:pt x="61" y="16"/>
                    <a:pt x="61" y="16"/>
                  </a:cubicBezTo>
                  <a:cubicBezTo>
                    <a:pt x="50" y="2"/>
                    <a:pt x="30" y="0"/>
                    <a:pt x="16" y="11"/>
                  </a:cubicBezTo>
                  <a:cubicBezTo>
                    <a:pt x="2" y="22"/>
                    <a:pt x="0" y="42"/>
                    <a:pt x="11" y="56"/>
                  </a:cubicBezTo>
                  <a:cubicBezTo>
                    <a:pt x="200" y="295"/>
                    <a:pt x="200" y="295"/>
                    <a:pt x="200" y="295"/>
                  </a:cubicBezTo>
                  <a:cubicBezTo>
                    <a:pt x="206" y="303"/>
                    <a:pt x="216" y="307"/>
                    <a:pt x="225" y="3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117"/>
            <p:cNvSpPr>
              <a:spLocks/>
            </p:cNvSpPr>
            <p:nvPr/>
          </p:nvSpPr>
          <p:spPr bwMode="auto">
            <a:xfrm>
              <a:off x="11323638" y="3795713"/>
              <a:ext cx="358775" cy="223838"/>
            </a:xfrm>
            <a:custGeom>
              <a:avLst/>
              <a:gdLst>
                <a:gd name="T0" fmla="*/ 249 w 256"/>
                <a:gd name="T1" fmla="*/ 85 h 160"/>
                <a:gd name="T2" fmla="*/ 210 w 256"/>
                <a:gd name="T3" fmla="*/ 90 h 160"/>
                <a:gd name="T4" fmla="*/ 218 w 256"/>
                <a:gd name="T5" fmla="*/ 26 h 160"/>
                <a:gd name="T6" fmla="*/ 214 w 256"/>
                <a:gd name="T7" fmla="*/ 19 h 160"/>
                <a:gd name="T8" fmla="*/ 208 w 256"/>
                <a:gd name="T9" fmla="*/ 21 h 160"/>
                <a:gd name="T10" fmla="*/ 172 w 256"/>
                <a:gd name="T11" fmla="*/ 57 h 160"/>
                <a:gd name="T12" fmla="*/ 151 w 256"/>
                <a:gd name="T13" fmla="*/ 4 h 160"/>
                <a:gd name="T14" fmla="*/ 146 w 256"/>
                <a:gd name="T15" fmla="*/ 0 h 160"/>
                <a:gd name="T16" fmla="*/ 146 w 256"/>
                <a:gd name="T17" fmla="*/ 0 h 160"/>
                <a:gd name="T18" fmla="*/ 140 w 256"/>
                <a:gd name="T19" fmla="*/ 4 h 160"/>
                <a:gd name="T20" fmla="*/ 123 w 256"/>
                <a:gd name="T21" fmla="*/ 55 h 160"/>
                <a:gd name="T22" fmla="*/ 76 w 256"/>
                <a:gd name="T23" fmla="*/ 17 h 160"/>
                <a:gd name="T24" fmla="*/ 69 w 256"/>
                <a:gd name="T25" fmla="*/ 17 h 160"/>
                <a:gd name="T26" fmla="*/ 67 w 256"/>
                <a:gd name="T27" fmla="*/ 23 h 160"/>
                <a:gd name="T28" fmla="*/ 82 w 256"/>
                <a:gd name="T29" fmla="*/ 82 h 160"/>
                <a:gd name="T30" fmla="*/ 37 w 256"/>
                <a:gd name="T31" fmla="*/ 75 h 160"/>
                <a:gd name="T32" fmla="*/ 31 w 256"/>
                <a:gd name="T33" fmla="*/ 78 h 160"/>
                <a:gd name="T34" fmla="*/ 32 w 256"/>
                <a:gd name="T35" fmla="*/ 85 h 160"/>
                <a:gd name="T36" fmla="*/ 56 w 256"/>
                <a:gd name="T37" fmla="*/ 115 h 160"/>
                <a:gd name="T38" fmla="*/ 5 w 256"/>
                <a:gd name="T39" fmla="*/ 125 h 160"/>
                <a:gd name="T40" fmla="*/ 1 w 256"/>
                <a:gd name="T41" fmla="*/ 131 h 160"/>
                <a:gd name="T42" fmla="*/ 4 w 256"/>
                <a:gd name="T43" fmla="*/ 137 h 160"/>
                <a:gd name="T44" fmla="*/ 55 w 256"/>
                <a:gd name="T45" fmla="*/ 159 h 160"/>
                <a:gd name="T46" fmla="*/ 58 w 256"/>
                <a:gd name="T47" fmla="*/ 160 h 160"/>
                <a:gd name="T48" fmla="*/ 63 w 256"/>
                <a:gd name="T49" fmla="*/ 156 h 160"/>
                <a:gd name="T50" fmla="*/ 60 w 256"/>
                <a:gd name="T51" fmla="*/ 148 h 160"/>
                <a:gd name="T52" fmla="*/ 26 w 256"/>
                <a:gd name="T53" fmla="*/ 133 h 160"/>
                <a:gd name="T54" fmla="*/ 69 w 256"/>
                <a:gd name="T55" fmla="*/ 124 h 160"/>
                <a:gd name="T56" fmla="*/ 73 w 256"/>
                <a:gd name="T57" fmla="*/ 120 h 160"/>
                <a:gd name="T58" fmla="*/ 72 w 256"/>
                <a:gd name="T59" fmla="*/ 115 h 160"/>
                <a:gd name="T60" fmla="*/ 51 w 256"/>
                <a:gd name="T61" fmla="*/ 89 h 160"/>
                <a:gd name="T62" fmla="*/ 90 w 256"/>
                <a:gd name="T63" fmla="*/ 96 h 160"/>
                <a:gd name="T64" fmla="*/ 95 w 256"/>
                <a:gd name="T65" fmla="*/ 94 h 160"/>
                <a:gd name="T66" fmla="*/ 96 w 256"/>
                <a:gd name="T67" fmla="*/ 88 h 160"/>
                <a:gd name="T68" fmla="*/ 83 w 256"/>
                <a:gd name="T69" fmla="*/ 38 h 160"/>
                <a:gd name="T70" fmla="*/ 122 w 256"/>
                <a:gd name="T71" fmla="*/ 70 h 160"/>
                <a:gd name="T72" fmla="*/ 127 w 256"/>
                <a:gd name="T73" fmla="*/ 71 h 160"/>
                <a:gd name="T74" fmla="*/ 131 w 256"/>
                <a:gd name="T75" fmla="*/ 67 h 160"/>
                <a:gd name="T76" fmla="*/ 146 w 256"/>
                <a:gd name="T77" fmla="*/ 24 h 160"/>
                <a:gd name="T78" fmla="*/ 164 w 256"/>
                <a:gd name="T79" fmla="*/ 70 h 160"/>
                <a:gd name="T80" fmla="*/ 169 w 256"/>
                <a:gd name="T81" fmla="*/ 74 h 160"/>
                <a:gd name="T82" fmla="*/ 174 w 256"/>
                <a:gd name="T83" fmla="*/ 72 h 160"/>
                <a:gd name="T84" fmla="*/ 204 w 256"/>
                <a:gd name="T85" fmla="*/ 42 h 160"/>
                <a:gd name="T86" fmla="*/ 198 w 256"/>
                <a:gd name="T87" fmla="*/ 97 h 160"/>
                <a:gd name="T88" fmla="*/ 199 w 256"/>
                <a:gd name="T89" fmla="*/ 102 h 160"/>
                <a:gd name="T90" fmla="*/ 204 w 256"/>
                <a:gd name="T91" fmla="*/ 103 h 160"/>
                <a:gd name="T92" fmla="*/ 236 w 256"/>
                <a:gd name="T93" fmla="*/ 99 h 160"/>
                <a:gd name="T94" fmla="*/ 217 w 256"/>
                <a:gd name="T95" fmla="*/ 124 h 160"/>
                <a:gd name="T96" fmla="*/ 218 w 256"/>
                <a:gd name="T97" fmla="*/ 132 h 160"/>
                <a:gd name="T98" fmla="*/ 226 w 256"/>
                <a:gd name="T99" fmla="*/ 131 h 160"/>
                <a:gd name="T100" fmla="*/ 254 w 256"/>
                <a:gd name="T101" fmla="*/ 95 h 160"/>
                <a:gd name="T102" fmla="*/ 255 w 256"/>
                <a:gd name="T103" fmla="*/ 88 h 160"/>
                <a:gd name="T104" fmla="*/ 249 w 256"/>
                <a:gd name="T105" fmla="*/ 8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56" h="160">
                  <a:moveTo>
                    <a:pt x="249" y="85"/>
                  </a:moveTo>
                  <a:cubicBezTo>
                    <a:pt x="210" y="90"/>
                    <a:pt x="210" y="90"/>
                    <a:pt x="210" y="90"/>
                  </a:cubicBezTo>
                  <a:cubicBezTo>
                    <a:pt x="218" y="26"/>
                    <a:pt x="218" y="26"/>
                    <a:pt x="218" y="26"/>
                  </a:cubicBezTo>
                  <a:cubicBezTo>
                    <a:pt x="218" y="23"/>
                    <a:pt x="217" y="21"/>
                    <a:pt x="214" y="19"/>
                  </a:cubicBezTo>
                  <a:cubicBezTo>
                    <a:pt x="212" y="18"/>
                    <a:pt x="209" y="19"/>
                    <a:pt x="208" y="21"/>
                  </a:cubicBezTo>
                  <a:cubicBezTo>
                    <a:pt x="172" y="57"/>
                    <a:pt x="172" y="57"/>
                    <a:pt x="172" y="57"/>
                  </a:cubicBezTo>
                  <a:cubicBezTo>
                    <a:pt x="151" y="4"/>
                    <a:pt x="151" y="4"/>
                    <a:pt x="151" y="4"/>
                  </a:cubicBezTo>
                  <a:cubicBezTo>
                    <a:pt x="150" y="2"/>
                    <a:pt x="148" y="0"/>
                    <a:pt x="146" y="0"/>
                  </a:cubicBezTo>
                  <a:cubicBezTo>
                    <a:pt x="146" y="0"/>
                    <a:pt x="146" y="0"/>
                    <a:pt x="146" y="0"/>
                  </a:cubicBezTo>
                  <a:cubicBezTo>
                    <a:pt x="143" y="0"/>
                    <a:pt x="141" y="2"/>
                    <a:pt x="140" y="4"/>
                  </a:cubicBezTo>
                  <a:cubicBezTo>
                    <a:pt x="123" y="55"/>
                    <a:pt x="123" y="55"/>
                    <a:pt x="123" y="55"/>
                  </a:cubicBezTo>
                  <a:cubicBezTo>
                    <a:pt x="76" y="17"/>
                    <a:pt x="76" y="17"/>
                    <a:pt x="76" y="17"/>
                  </a:cubicBezTo>
                  <a:cubicBezTo>
                    <a:pt x="74" y="16"/>
                    <a:pt x="72" y="15"/>
                    <a:pt x="69" y="17"/>
                  </a:cubicBezTo>
                  <a:cubicBezTo>
                    <a:pt x="67" y="18"/>
                    <a:pt x="66" y="21"/>
                    <a:pt x="67" y="23"/>
                  </a:cubicBezTo>
                  <a:cubicBezTo>
                    <a:pt x="82" y="82"/>
                    <a:pt x="82" y="82"/>
                    <a:pt x="82" y="82"/>
                  </a:cubicBezTo>
                  <a:cubicBezTo>
                    <a:pt x="37" y="75"/>
                    <a:pt x="37" y="75"/>
                    <a:pt x="37" y="75"/>
                  </a:cubicBezTo>
                  <a:cubicBezTo>
                    <a:pt x="35" y="74"/>
                    <a:pt x="32" y="76"/>
                    <a:pt x="31" y="78"/>
                  </a:cubicBezTo>
                  <a:cubicBezTo>
                    <a:pt x="30" y="80"/>
                    <a:pt x="30" y="83"/>
                    <a:pt x="32" y="85"/>
                  </a:cubicBezTo>
                  <a:cubicBezTo>
                    <a:pt x="56" y="115"/>
                    <a:pt x="56" y="115"/>
                    <a:pt x="56" y="115"/>
                  </a:cubicBezTo>
                  <a:cubicBezTo>
                    <a:pt x="5" y="125"/>
                    <a:pt x="5" y="125"/>
                    <a:pt x="5" y="125"/>
                  </a:cubicBezTo>
                  <a:cubicBezTo>
                    <a:pt x="3" y="126"/>
                    <a:pt x="1" y="128"/>
                    <a:pt x="1" y="131"/>
                  </a:cubicBezTo>
                  <a:cubicBezTo>
                    <a:pt x="0" y="133"/>
                    <a:pt x="2" y="136"/>
                    <a:pt x="4" y="137"/>
                  </a:cubicBezTo>
                  <a:cubicBezTo>
                    <a:pt x="55" y="159"/>
                    <a:pt x="55" y="159"/>
                    <a:pt x="55" y="159"/>
                  </a:cubicBezTo>
                  <a:cubicBezTo>
                    <a:pt x="56" y="159"/>
                    <a:pt x="57" y="160"/>
                    <a:pt x="58" y="160"/>
                  </a:cubicBezTo>
                  <a:cubicBezTo>
                    <a:pt x="60" y="160"/>
                    <a:pt x="62" y="158"/>
                    <a:pt x="63" y="156"/>
                  </a:cubicBezTo>
                  <a:cubicBezTo>
                    <a:pt x="65" y="153"/>
                    <a:pt x="63" y="149"/>
                    <a:pt x="60" y="148"/>
                  </a:cubicBezTo>
                  <a:cubicBezTo>
                    <a:pt x="26" y="133"/>
                    <a:pt x="26" y="133"/>
                    <a:pt x="26" y="133"/>
                  </a:cubicBezTo>
                  <a:cubicBezTo>
                    <a:pt x="69" y="124"/>
                    <a:pt x="69" y="124"/>
                    <a:pt x="69" y="124"/>
                  </a:cubicBezTo>
                  <a:cubicBezTo>
                    <a:pt x="71" y="124"/>
                    <a:pt x="72" y="122"/>
                    <a:pt x="73" y="120"/>
                  </a:cubicBezTo>
                  <a:cubicBezTo>
                    <a:pt x="74" y="118"/>
                    <a:pt x="73" y="116"/>
                    <a:pt x="72" y="115"/>
                  </a:cubicBezTo>
                  <a:cubicBezTo>
                    <a:pt x="51" y="89"/>
                    <a:pt x="51" y="89"/>
                    <a:pt x="51" y="89"/>
                  </a:cubicBezTo>
                  <a:cubicBezTo>
                    <a:pt x="90" y="96"/>
                    <a:pt x="90" y="96"/>
                    <a:pt x="90" y="96"/>
                  </a:cubicBezTo>
                  <a:cubicBezTo>
                    <a:pt x="92" y="96"/>
                    <a:pt x="94" y="95"/>
                    <a:pt x="95" y="94"/>
                  </a:cubicBezTo>
                  <a:cubicBezTo>
                    <a:pt x="96" y="92"/>
                    <a:pt x="97" y="90"/>
                    <a:pt x="96" y="88"/>
                  </a:cubicBezTo>
                  <a:cubicBezTo>
                    <a:pt x="83" y="38"/>
                    <a:pt x="83" y="38"/>
                    <a:pt x="83" y="38"/>
                  </a:cubicBezTo>
                  <a:cubicBezTo>
                    <a:pt x="122" y="70"/>
                    <a:pt x="122" y="70"/>
                    <a:pt x="122" y="70"/>
                  </a:cubicBezTo>
                  <a:cubicBezTo>
                    <a:pt x="124" y="71"/>
                    <a:pt x="126" y="71"/>
                    <a:pt x="127" y="71"/>
                  </a:cubicBezTo>
                  <a:cubicBezTo>
                    <a:pt x="129" y="70"/>
                    <a:pt x="131" y="69"/>
                    <a:pt x="131" y="67"/>
                  </a:cubicBezTo>
                  <a:cubicBezTo>
                    <a:pt x="146" y="24"/>
                    <a:pt x="146" y="24"/>
                    <a:pt x="146" y="24"/>
                  </a:cubicBezTo>
                  <a:cubicBezTo>
                    <a:pt x="164" y="70"/>
                    <a:pt x="164" y="70"/>
                    <a:pt x="164" y="70"/>
                  </a:cubicBezTo>
                  <a:cubicBezTo>
                    <a:pt x="165" y="72"/>
                    <a:pt x="167" y="74"/>
                    <a:pt x="169" y="74"/>
                  </a:cubicBezTo>
                  <a:cubicBezTo>
                    <a:pt x="171" y="74"/>
                    <a:pt x="173" y="74"/>
                    <a:pt x="174" y="72"/>
                  </a:cubicBezTo>
                  <a:cubicBezTo>
                    <a:pt x="204" y="42"/>
                    <a:pt x="204" y="42"/>
                    <a:pt x="204" y="42"/>
                  </a:cubicBezTo>
                  <a:cubicBezTo>
                    <a:pt x="198" y="97"/>
                    <a:pt x="198" y="97"/>
                    <a:pt x="198" y="97"/>
                  </a:cubicBezTo>
                  <a:cubicBezTo>
                    <a:pt x="197" y="99"/>
                    <a:pt x="198" y="100"/>
                    <a:pt x="199" y="102"/>
                  </a:cubicBezTo>
                  <a:cubicBezTo>
                    <a:pt x="201" y="103"/>
                    <a:pt x="203" y="104"/>
                    <a:pt x="204" y="103"/>
                  </a:cubicBezTo>
                  <a:cubicBezTo>
                    <a:pt x="236" y="99"/>
                    <a:pt x="236" y="99"/>
                    <a:pt x="236" y="99"/>
                  </a:cubicBezTo>
                  <a:cubicBezTo>
                    <a:pt x="217" y="124"/>
                    <a:pt x="217" y="124"/>
                    <a:pt x="217" y="124"/>
                  </a:cubicBezTo>
                  <a:cubicBezTo>
                    <a:pt x="215" y="126"/>
                    <a:pt x="215" y="130"/>
                    <a:pt x="218" y="132"/>
                  </a:cubicBezTo>
                  <a:cubicBezTo>
                    <a:pt x="220" y="134"/>
                    <a:pt x="224" y="134"/>
                    <a:pt x="226" y="131"/>
                  </a:cubicBezTo>
                  <a:cubicBezTo>
                    <a:pt x="254" y="95"/>
                    <a:pt x="254" y="95"/>
                    <a:pt x="254" y="95"/>
                  </a:cubicBezTo>
                  <a:cubicBezTo>
                    <a:pt x="256" y="93"/>
                    <a:pt x="256" y="90"/>
                    <a:pt x="255" y="88"/>
                  </a:cubicBezTo>
                  <a:cubicBezTo>
                    <a:pt x="254" y="86"/>
                    <a:pt x="251" y="85"/>
                    <a:pt x="249" y="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25" name="组合 124"/>
          <p:cNvGrpSpPr/>
          <p:nvPr/>
        </p:nvGrpSpPr>
        <p:grpSpPr>
          <a:xfrm>
            <a:off x="295275" y="5354638"/>
            <a:ext cx="1346200" cy="1133475"/>
            <a:chOff x="295275" y="5354638"/>
            <a:chExt cx="1346200" cy="1133475"/>
          </a:xfrm>
        </p:grpSpPr>
        <p:sp>
          <p:nvSpPr>
            <p:cNvPr id="126" name="Rectangle 121"/>
            <p:cNvSpPr>
              <a:spLocks noChangeArrowheads="1"/>
            </p:cNvSpPr>
            <p:nvPr/>
          </p:nvSpPr>
          <p:spPr bwMode="auto">
            <a:xfrm>
              <a:off x="295275" y="5354638"/>
              <a:ext cx="661988" cy="606425"/>
            </a:xfrm>
            <a:prstGeom prst="rect">
              <a:avLst/>
            </a:prstGeom>
            <a:solidFill>
              <a:srgbClr val="E6AA4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122"/>
            <p:cNvSpPr>
              <a:spLocks/>
            </p:cNvSpPr>
            <p:nvPr/>
          </p:nvSpPr>
          <p:spPr bwMode="auto">
            <a:xfrm>
              <a:off x="654050" y="5835651"/>
              <a:ext cx="247650" cy="107950"/>
            </a:xfrm>
            <a:custGeom>
              <a:avLst/>
              <a:gdLst>
                <a:gd name="T0" fmla="*/ 25 w 118"/>
                <a:gd name="T1" fmla="*/ 5 h 52"/>
                <a:gd name="T2" fmla="*/ 28 w 118"/>
                <a:gd name="T3" fmla="*/ 7 h 52"/>
                <a:gd name="T4" fmla="*/ 31 w 118"/>
                <a:gd name="T5" fmla="*/ 11 h 52"/>
                <a:gd name="T6" fmla="*/ 32 w 118"/>
                <a:gd name="T7" fmla="*/ 16 h 52"/>
                <a:gd name="T8" fmla="*/ 32 w 118"/>
                <a:gd name="T9" fmla="*/ 21 h 52"/>
                <a:gd name="T10" fmla="*/ 34 w 118"/>
                <a:gd name="T11" fmla="*/ 16 h 52"/>
                <a:gd name="T12" fmla="*/ 34 w 118"/>
                <a:gd name="T13" fmla="*/ 10 h 52"/>
                <a:gd name="T14" fmla="*/ 33 w 118"/>
                <a:gd name="T15" fmla="*/ 4 h 52"/>
                <a:gd name="T16" fmla="*/ 32 w 118"/>
                <a:gd name="T17" fmla="*/ 2 h 52"/>
                <a:gd name="T18" fmla="*/ 54 w 118"/>
                <a:gd name="T19" fmla="*/ 0 h 52"/>
                <a:gd name="T20" fmla="*/ 57 w 118"/>
                <a:gd name="T21" fmla="*/ 5 h 52"/>
                <a:gd name="T22" fmla="*/ 59 w 118"/>
                <a:gd name="T23" fmla="*/ 11 h 52"/>
                <a:gd name="T24" fmla="*/ 59 w 118"/>
                <a:gd name="T25" fmla="*/ 16 h 52"/>
                <a:gd name="T26" fmla="*/ 58 w 118"/>
                <a:gd name="T27" fmla="*/ 20 h 52"/>
                <a:gd name="T28" fmla="*/ 57 w 118"/>
                <a:gd name="T29" fmla="*/ 21 h 52"/>
                <a:gd name="T30" fmla="*/ 58 w 118"/>
                <a:gd name="T31" fmla="*/ 20 h 52"/>
                <a:gd name="T32" fmla="*/ 61 w 118"/>
                <a:gd name="T33" fmla="*/ 16 h 52"/>
                <a:gd name="T34" fmla="*/ 62 w 118"/>
                <a:gd name="T35" fmla="*/ 11 h 52"/>
                <a:gd name="T36" fmla="*/ 63 w 118"/>
                <a:gd name="T37" fmla="*/ 4 h 52"/>
                <a:gd name="T38" fmla="*/ 62 w 118"/>
                <a:gd name="T39" fmla="*/ 0 h 52"/>
                <a:gd name="T40" fmla="*/ 79 w 118"/>
                <a:gd name="T41" fmla="*/ 3 h 52"/>
                <a:gd name="T42" fmla="*/ 82 w 118"/>
                <a:gd name="T43" fmla="*/ 8 h 52"/>
                <a:gd name="T44" fmla="*/ 85 w 118"/>
                <a:gd name="T45" fmla="*/ 17 h 52"/>
                <a:gd name="T46" fmla="*/ 85 w 118"/>
                <a:gd name="T47" fmla="*/ 20 h 52"/>
                <a:gd name="T48" fmla="*/ 85 w 118"/>
                <a:gd name="T49" fmla="*/ 21 h 52"/>
                <a:gd name="T50" fmla="*/ 86 w 118"/>
                <a:gd name="T51" fmla="*/ 20 h 52"/>
                <a:gd name="T52" fmla="*/ 87 w 118"/>
                <a:gd name="T53" fmla="*/ 17 h 52"/>
                <a:gd name="T54" fmla="*/ 88 w 118"/>
                <a:gd name="T55" fmla="*/ 6 h 52"/>
                <a:gd name="T56" fmla="*/ 88 w 118"/>
                <a:gd name="T57" fmla="*/ 5 h 52"/>
                <a:gd name="T58" fmla="*/ 113 w 118"/>
                <a:gd name="T59" fmla="*/ 29 h 52"/>
                <a:gd name="T60" fmla="*/ 0 w 118"/>
                <a:gd name="T61" fmla="*/ 29 h 52"/>
                <a:gd name="T62" fmla="*/ 25 w 118"/>
                <a:gd name="T63"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8" h="52">
                  <a:moveTo>
                    <a:pt x="25" y="5"/>
                  </a:moveTo>
                  <a:cubicBezTo>
                    <a:pt x="26" y="5"/>
                    <a:pt x="27" y="6"/>
                    <a:pt x="28" y="7"/>
                  </a:cubicBezTo>
                  <a:cubicBezTo>
                    <a:pt x="29" y="8"/>
                    <a:pt x="30" y="10"/>
                    <a:pt x="31" y="11"/>
                  </a:cubicBezTo>
                  <a:cubicBezTo>
                    <a:pt x="31" y="13"/>
                    <a:pt x="32" y="14"/>
                    <a:pt x="32" y="16"/>
                  </a:cubicBezTo>
                  <a:cubicBezTo>
                    <a:pt x="32" y="19"/>
                    <a:pt x="31" y="21"/>
                    <a:pt x="32" y="21"/>
                  </a:cubicBezTo>
                  <a:cubicBezTo>
                    <a:pt x="31" y="21"/>
                    <a:pt x="33" y="19"/>
                    <a:pt x="34" y="16"/>
                  </a:cubicBezTo>
                  <a:cubicBezTo>
                    <a:pt x="34" y="15"/>
                    <a:pt x="34" y="13"/>
                    <a:pt x="34" y="10"/>
                  </a:cubicBezTo>
                  <a:cubicBezTo>
                    <a:pt x="34" y="8"/>
                    <a:pt x="34" y="6"/>
                    <a:pt x="33" y="4"/>
                  </a:cubicBezTo>
                  <a:cubicBezTo>
                    <a:pt x="32" y="3"/>
                    <a:pt x="32" y="3"/>
                    <a:pt x="32" y="2"/>
                  </a:cubicBezTo>
                  <a:cubicBezTo>
                    <a:pt x="38" y="1"/>
                    <a:pt x="46" y="0"/>
                    <a:pt x="54" y="0"/>
                  </a:cubicBezTo>
                  <a:cubicBezTo>
                    <a:pt x="55" y="2"/>
                    <a:pt x="56" y="3"/>
                    <a:pt x="57" y="5"/>
                  </a:cubicBezTo>
                  <a:cubicBezTo>
                    <a:pt x="58" y="7"/>
                    <a:pt x="58" y="9"/>
                    <a:pt x="59" y="11"/>
                  </a:cubicBezTo>
                  <a:cubicBezTo>
                    <a:pt x="59" y="13"/>
                    <a:pt x="59" y="14"/>
                    <a:pt x="59" y="16"/>
                  </a:cubicBezTo>
                  <a:cubicBezTo>
                    <a:pt x="59" y="17"/>
                    <a:pt x="58" y="19"/>
                    <a:pt x="58" y="20"/>
                  </a:cubicBezTo>
                  <a:cubicBezTo>
                    <a:pt x="58" y="20"/>
                    <a:pt x="57" y="21"/>
                    <a:pt x="57" y="21"/>
                  </a:cubicBezTo>
                  <a:cubicBezTo>
                    <a:pt x="57" y="21"/>
                    <a:pt x="58" y="20"/>
                    <a:pt x="58" y="20"/>
                  </a:cubicBezTo>
                  <a:cubicBezTo>
                    <a:pt x="59" y="19"/>
                    <a:pt x="60" y="18"/>
                    <a:pt x="61" y="16"/>
                  </a:cubicBezTo>
                  <a:cubicBezTo>
                    <a:pt x="61" y="15"/>
                    <a:pt x="62" y="13"/>
                    <a:pt x="62" y="11"/>
                  </a:cubicBezTo>
                  <a:cubicBezTo>
                    <a:pt x="63" y="9"/>
                    <a:pt x="63" y="6"/>
                    <a:pt x="63" y="4"/>
                  </a:cubicBezTo>
                  <a:cubicBezTo>
                    <a:pt x="63" y="3"/>
                    <a:pt x="62" y="1"/>
                    <a:pt x="62" y="0"/>
                  </a:cubicBezTo>
                  <a:cubicBezTo>
                    <a:pt x="68" y="0"/>
                    <a:pt x="74" y="1"/>
                    <a:pt x="79" y="3"/>
                  </a:cubicBezTo>
                  <a:cubicBezTo>
                    <a:pt x="80" y="4"/>
                    <a:pt x="81" y="6"/>
                    <a:pt x="82" y="8"/>
                  </a:cubicBezTo>
                  <a:cubicBezTo>
                    <a:pt x="84" y="11"/>
                    <a:pt x="85" y="14"/>
                    <a:pt x="85" y="17"/>
                  </a:cubicBezTo>
                  <a:cubicBezTo>
                    <a:pt x="85" y="18"/>
                    <a:pt x="85" y="19"/>
                    <a:pt x="85" y="20"/>
                  </a:cubicBezTo>
                  <a:cubicBezTo>
                    <a:pt x="85" y="20"/>
                    <a:pt x="85" y="21"/>
                    <a:pt x="85" y="21"/>
                  </a:cubicBezTo>
                  <a:cubicBezTo>
                    <a:pt x="85" y="21"/>
                    <a:pt x="85" y="21"/>
                    <a:pt x="86" y="20"/>
                  </a:cubicBezTo>
                  <a:cubicBezTo>
                    <a:pt x="86" y="19"/>
                    <a:pt x="87" y="18"/>
                    <a:pt x="87" y="17"/>
                  </a:cubicBezTo>
                  <a:cubicBezTo>
                    <a:pt x="88" y="14"/>
                    <a:pt x="88" y="10"/>
                    <a:pt x="88" y="6"/>
                  </a:cubicBezTo>
                  <a:cubicBezTo>
                    <a:pt x="88" y="6"/>
                    <a:pt x="88" y="5"/>
                    <a:pt x="88" y="5"/>
                  </a:cubicBezTo>
                  <a:cubicBezTo>
                    <a:pt x="108" y="12"/>
                    <a:pt x="118" y="24"/>
                    <a:pt x="113" y="29"/>
                  </a:cubicBezTo>
                  <a:cubicBezTo>
                    <a:pt x="91" y="52"/>
                    <a:pt x="0" y="40"/>
                    <a:pt x="0" y="29"/>
                  </a:cubicBezTo>
                  <a:cubicBezTo>
                    <a:pt x="0" y="22"/>
                    <a:pt x="7" y="11"/>
                    <a:pt x="25"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123"/>
            <p:cNvSpPr>
              <a:spLocks/>
            </p:cNvSpPr>
            <p:nvPr/>
          </p:nvSpPr>
          <p:spPr bwMode="auto">
            <a:xfrm>
              <a:off x="360362" y="5835651"/>
              <a:ext cx="246063" cy="107950"/>
            </a:xfrm>
            <a:custGeom>
              <a:avLst/>
              <a:gdLst>
                <a:gd name="T0" fmla="*/ 24 w 118"/>
                <a:gd name="T1" fmla="*/ 5 h 52"/>
                <a:gd name="T2" fmla="*/ 27 w 118"/>
                <a:gd name="T3" fmla="*/ 7 h 52"/>
                <a:gd name="T4" fmla="*/ 30 w 118"/>
                <a:gd name="T5" fmla="*/ 11 h 52"/>
                <a:gd name="T6" fmla="*/ 31 w 118"/>
                <a:gd name="T7" fmla="*/ 16 h 52"/>
                <a:gd name="T8" fmla="*/ 31 w 118"/>
                <a:gd name="T9" fmla="*/ 21 h 52"/>
                <a:gd name="T10" fmla="*/ 33 w 118"/>
                <a:gd name="T11" fmla="*/ 16 h 52"/>
                <a:gd name="T12" fmla="*/ 34 w 118"/>
                <a:gd name="T13" fmla="*/ 10 h 52"/>
                <a:gd name="T14" fmla="*/ 32 w 118"/>
                <a:gd name="T15" fmla="*/ 4 h 52"/>
                <a:gd name="T16" fmla="*/ 32 w 118"/>
                <a:gd name="T17" fmla="*/ 2 h 52"/>
                <a:gd name="T18" fmla="*/ 54 w 118"/>
                <a:gd name="T19" fmla="*/ 0 h 52"/>
                <a:gd name="T20" fmla="*/ 56 w 118"/>
                <a:gd name="T21" fmla="*/ 5 h 52"/>
                <a:gd name="T22" fmla="*/ 58 w 118"/>
                <a:gd name="T23" fmla="*/ 11 h 52"/>
                <a:gd name="T24" fmla="*/ 59 w 118"/>
                <a:gd name="T25" fmla="*/ 16 h 52"/>
                <a:gd name="T26" fmla="*/ 58 w 118"/>
                <a:gd name="T27" fmla="*/ 20 h 52"/>
                <a:gd name="T28" fmla="*/ 57 w 118"/>
                <a:gd name="T29" fmla="*/ 21 h 52"/>
                <a:gd name="T30" fmla="*/ 58 w 118"/>
                <a:gd name="T31" fmla="*/ 20 h 52"/>
                <a:gd name="T32" fmla="*/ 60 w 118"/>
                <a:gd name="T33" fmla="*/ 16 h 52"/>
                <a:gd name="T34" fmla="*/ 62 w 118"/>
                <a:gd name="T35" fmla="*/ 11 h 52"/>
                <a:gd name="T36" fmla="*/ 62 w 118"/>
                <a:gd name="T37" fmla="*/ 4 h 52"/>
                <a:gd name="T38" fmla="*/ 62 w 118"/>
                <a:gd name="T39" fmla="*/ 0 h 52"/>
                <a:gd name="T40" fmla="*/ 79 w 118"/>
                <a:gd name="T41" fmla="*/ 3 h 52"/>
                <a:gd name="T42" fmla="*/ 82 w 118"/>
                <a:gd name="T43" fmla="*/ 8 h 52"/>
                <a:gd name="T44" fmla="*/ 85 w 118"/>
                <a:gd name="T45" fmla="*/ 17 h 52"/>
                <a:gd name="T46" fmla="*/ 85 w 118"/>
                <a:gd name="T47" fmla="*/ 20 h 52"/>
                <a:gd name="T48" fmla="*/ 84 w 118"/>
                <a:gd name="T49" fmla="*/ 21 h 52"/>
                <a:gd name="T50" fmla="*/ 85 w 118"/>
                <a:gd name="T51" fmla="*/ 20 h 52"/>
                <a:gd name="T52" fmla="*/ 87 w 118"/>
                <a:gd name="T53" fmla="*/ 17 h 52"/>
                <a:gd name="T54" fmla="*/ 88 w 118"/>
                <a:gd name="T55" fmla="*/ 6 h 52"/>
                <a:gd name="T56" fmla="*/ 88 w 118"/>
                <a:gd name="T57" fmla="*/ 5 h 52"/>
                <a:gd name="T58" fmla="*/ 113 w 118"/>
                <a:gd name="T59" fmla="*/ 29 h 52"/>
                <a:gd name="T60" fmla="*/ 0 w 118"/>
                <a:gd name="T61" fmla="*/ 29 h 52"/>
                <a:gd name="T62" fmla="*/ 24 w 118"/>
                <a:gd name="T63"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8" h="52">
                  <a:moveTo>
                    <a:pt x="24" y="5"/>
                  </a:moveTo>
                  <a:cubicBezTo>
                    <a:pt x="25" y="5"/>
                    <a:pt x="26" y="6"/>
                    <a:pt x="27" y="7"/>
                  </a:cubicBezTo>
                  <a:cubicBezTo>
                    <a:pt x="28" y="8"/>
                    <a:pt x="30" y="10"/>
                    <a:pt x="30" y="11"/>
                  </a:cubicBezTo>
                  <a:cubicBezTo>
                    <a:pt x="31" y="13"/>
                    <a:pt x="31" y="14"/>
                    <a:pt x="31" y="16"/>
                  </a:cubicBezTo>
                  <a:cubicBezTo>
                    <a:pt x="32" y="19"/>
                    <a:pt x="31" y="21"/>
                    <a:pt x="31" y="21"/>
                  </a:cubicBezTo>
                  <a:cubicBezTo>
                    <a:pt x="31" y="21"/>
                    <a:pt x="32" y="19"/>
                    <a:pt x="33" y="16"/>
                  </a:cubicBezTo>
                  <a:cubicBezTo>
                    <a:pt x="34" y="15"/>
                    <a:pt x="34" y="13"/>
                    <a:pt x="34" y="10"/>
                  </a:cubicBezTo>
                  <a:cubicBezTo>
                    <a:pt x="34" y="8"/>
                    <a:pt x="33" y="6"/>
                    <a:pt x="32" y="4"/>
                  </a:cubicBezTo>
                  <a:cubicBezTo>
                    <a:pt x="32" y="3"/>
                    <a:pt x="32" y="3"/>
                    <a:pt x="32" y="2"/>
                  </a:cubicBezTo>
                  <a:cubicBezTo>
                    <a:pt x="38" y="1"/>
                    <a:pt x="45" y="0"/>
                    <a:pt x="54" y="0"/>
                  </a:cubicBezTo>
                  <a:cubicBezTo>
                    <a:pt x="55" y="2"/>
                    <a:pt x="55" y="3"/>
                    <a:pt x="56" y="5"/>
                  </a:cubicBezTo>
                  <a:cubicBezTo>
                    <a:pt x="57" y="7"/>
                    <a:pt x="58" y="9"/>
                    <a:pt x="58" y="11"/>
                  </a:cubicBezTo>
                  <a:cubicBezTo>
                    <a:pt x="59" y="13"/>
                    <a:pt x="59" y="14"/>
                    <a:pt x="59" y="16"/>
                  </a:cubicBezTo>
                  <a:cubicBezTo>
                    <a:pt x="58" y="17"/>
                    <a:pt x="58" y="19"/>
                    <a:pt x="58" y="20"/>
                  </a:cubicBezTo>
                  <a:cubicBezTo>
                    <a:pt x="57" y="20"/>
                    <a:pt x="57" y="21"/>
                    <a:pt x="57" y="21"/>
                  </a:cubicBezTo>
                  <a:cubicBezTo>
                    <a:pt x="57" y="21"/>
                    <a:pt x="57" y="20"/>
                    <a:pt x="58" y="20"/>
                  </a:cubicBezTo>
                  <a:cubicBezTo>
                    <a:pt x="59" y="19"/>
                    <a:pt x="60" y="18"/>
                    <a:pt x="60" y="16"/>
                  </a:cubicBezTo>
                  <a:cubicBezTo>
                    <a:pt x="61" y="15"/>
                    <a:pt x="62" y="13"/>
                    <a:pt x="62" y="11"/>
                  </a:cubicBezTo>
                  <a:cubicBezTo>
                    <a:pt x="62" y="9"/>
                    <a:pt x="62" y="6"/>
                    <a:pt x="62" y="4"/>
                  </a:cubicBezTo>
                  <a:cubicBezTo>
                    <a:pt x="62" y="3"/>
                    <a:pt x="62" y="1"/>
                    <a:pt x="62" y="0"/>
                  </a:cubicBezTo>
                  <a:cubicBezTo>
                    <a:pt x="68" y="0"/>
                    <a:pt x="74" y="1"/>
                    <a:pt x="79" y="3"/>
                  </a:cubicBezTo>
                  <a:cubicBezTo>
                    <a:pt x="80" y="4"/>
                    <a:pt x="81" y="6"/>
                    <a:pt x="82" y="8"/>
                  </a:cubicBezTo>
                  <a:cubicBezTo>
                    <a:pt x="83" y="11"/>
                    <a:pt x="85" y="14"/>
                    <a:pt x="85" y="17"/>
                  </a:cubicBezTo>
                  <a:cubicBezTo>
                    <a:pt x="85" y="18"/>
                    <a:pt x="85" y="19"/>
                    <a:pt x="85" y="20"/>
                  </a:cubicBezTo>
                  <a:cubicBezTo>
                    <a:pt x="84" y="20"/>
                    <a:pt x="84" y="21"/>
                    <a:pt x="84" y="21"/>
                  </a:cubicBezTo>
                  <a:cubicBezTo>
                    <a:pt x="84" y="21"/>
                    <a:pt x="85" y="21"/>
                    <a:pt x="85" y="20"/>
                  </a:cubicBezTo>
                  <a:cubicBezTo>
                    <a:pt x="86" y="19"/>
                    <a:pt x="86" y="18"/>
                    <a:pt x="87" y="17"/>
                  </a:cubicBezTo>
                  <a:cubicBezTo>
                    <a:pt x="88" y="14"/>
                    <a:pt x="88" y="10"/>
                    <a:pt x="88" y="6"/>
                  </a:cubicBezTo>
                  <a:cubicBezTo>
                    <a:pt x="88" y="6"/>
                    <a:pt x="88" y="5"/>
                    <a:pt x="88" y="5"/>
                  </a:cubicBezTo>
                  <a:cubicBezTo>
                    <a:pt x="108" y="12"/>
                    <a:pt x="118" y="24"/>
                    <a:pt x="113" y="29"/>
                  </a:cubicBezTo>
                  <a:cubicBezTo>
                    <a:pt x="91" y="52"/>
                    <a:pt x="0" y="40"/>
                    <a:pt x="0" y="29"/>
                  </a:cubicBezTo>
                  <a:cubicBezTo>
                    <a:pt x="0" y="22"/>
                    <a:pt x="7" y="11"/>
                    <a:pt x="24"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124"/>
            <p:cNvSpPr>
              <a:spLocks/>
            </p:cNvSpPr>
            <p:nvPr/>
          </p:nvSpPr>
          <p:spPr bwMode="auto">
            <a:xfrm>
              <a:off x="849312" y="5676901"/>
              <a:ext cx="68263" cy="73025"/>
            </a:xfrm>
            <a:custGeom>
              <a:avLst/>
              <a:gdLst>
                <a:gd name="T0" fmla="*/ 17 w 33"/>
                <a:gd name="T1" fmla="*/ 0 h 35"/>
                <a:gd name="T2" fmla="*/ 6 w 33"/>
                <a:gd name="T3" fmla="*/ 15 h 35"/>
                <a:gd name="T4" fmla="*/ 20 w 33"/>
                <a:gd name="T5" fmla="*/ 34 h 35"/>
                <a:gd name="T6" fmla="*/ 17 w 33"/>
                <a:gd name="T7" fmla="*/ 0 h 35"/>
              </a:gdLst>
              <a:ahLst/>
              <a:cxnLst>
                <a:cxn ang="0">
                  <a:pos x="T0" y="T1"/>
                </a:cxn>
                <a:cxn ang="0">
                  <a:pos x="T2" y="T3"/>
                </a:cxn>
                <a:cxn ang="0">
                  <a:pos x="T4" y="T5"/>
                </a:cxn>
                <a:cxn ang="0">
                  <a:pos x="T6" y="T7"/>
                </a:cxn>
              </a:cxnLst>
              <a:rect l="0" t="0" r="r" b="b"/>
              <a:pathLst>
                <a:path w="33" h="35">
                  <a:moveTo>
                    <a:pt x="17" y="0"/>
                  </a:moveTo>
                  <a:cubicBezTo>
                    <a:pt x="17" y="0"/>
                    <a:pt x="0" y="5"/>
                    <a:pt x="6" y="15"/>
                  </a:cubicBezTo>
                  <a:cubicBezTo>
                    <a:pt x="11" y="26"/>
                    <a:pt x="15" y="33"/>
                    <a:pt x="20" y="34"/>
                  </a:cubicBezTo>
                  <a:cubicBezTo>
                    <a:pt x="25" y="35"/>
                    <a:pt x="33" y="7"/>
                    <a:pt x="1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125"/>
            <p:cNvSpPr>
              <a:spLocks/>
            </p:cNvSpPr>
            <p:nvPr/>
          </p:nvSpPr>
          <p:spPr bwMode="auto">
            <a:xfrm>
              <a:off x="736600" y="5676901"/>
              <a:ext cx="68263" cy="73025"/>
            </a:xfrm>
            <a:custGeom>
              <a:avLst/>
              <a:gdLst>
                <a:gd name="T0" fmla="*/ 15 w 33"/>
                <a:gd name="T1" fmla="*/ 0 h 35"/>
                <a:gd name="T2" fmla="*/ 27 w 33"/>
                <a:gd name="T3" fmla="*/ 15 h 35"/>
                <a:gd name="T4" fmla="*/ 13 w 33"/>
                <a:gd name="T5" fmla="*/ 34 h 35"/>
                <a:gd name="T6" fmla="*/ 15 w 33"/>
                <a:gd name="T7" fmla="*/ 0 h 35"/>
              </a:gdLst>
              <a:ahLst/>
              <a:cxnLst>
                <a:cxn ang="0">
                  <a:pos x="T0" y="T1"/>
                </a:cxn>
                <a:cxn ang="0">
                  <a:pos x="T2" y="T3"/>
                </a:cxn>
                <a:cxn ang="0">
                  <a:pos x="T4" y="T5"/>
                </a:cxn>
                <a:cxn ang="0">
                  <a:pos x="T6" y="T7"/>
                </a:cxn>
              </a:cxnLst>
              <a:rect l="0" t="0" r="r" b="b"/>
              <a:pathLst>
                <a:path w="33" h="35">
                  <a:moveTo>
                    <a:pt x="15" y="0"/>
                  </a:moveTo>
                  <a:cubicBezTo>
                    <a:pt x="15" y="0"/>
                    <a:pt x="33" y="5"/>
                    <a:pt x="27" y="15"/>
                  </a:cubicBezTo>
                  <a:cubicBezTo>
                    <a:pt x="21" y="26"/>
                    <a:pt x="18" y="33"/>
                    <a:pt x="13" y="34"/>
                  </a:cubicBezTo>
                  <a:cubicBezTo>
                    <a:pt x="7" y="35"/>
                    <a:pt x="0" y="7"/>
                    <a:pt x="1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126"/>
            <p:cNvSpPr>
              <a:spLocks/>
            </p:cNvSpPr>
            <p:nvPr/>
          </p:nvSpPr>
          <p:spPr bwMode="auto">
            <a:xfrm>
              <a:off x="769937" y="5630863"/>
              <a:ext cx="109538" cy="74612"/>
            </a:xfrm>
            <a:custGeom>
              <a:avLst/>
              <a:gdLst>
                <a:gd name="T0" fmla="*/ 53 w 53"/>
                <a:gd name="T1" fmla="*/ 18 h 36"/>
                <a:gd name="T2" fmla="*/ 40 w 53"/>
                <a:gd name="T3" fmla="*/ 32 h 36"/>
                <a:gd name="T4" fmla="*/ 14 w 53"/>
                <a:gd name="T5" fmla="*/ 32 h 36"/>
                <a:gd name="T6" fmla="*/ 0 w 53"/>
                <a:gd name="T7" fmla="*/ 18 h 36"/>
                <a:gd name="T8" fmla="*/ 27 w 53"/>
                <a:gd name="T9" fmla="*/ 0 h 36"/>
                <a:gd name="T10" fmla="*/ 53 w 53"/>
                <a:gd name="T11" fmla="*/ 18 h 36"/>
              </a:gdLst>
              <a:ahLst/>
              <a:cxnLst>
                <a:cxn ang="0">
                  <a:pos x="T0" y="T1"/>
                </a:cxn>
                <a:cxn ang="0">
                  <a:pos x="T2" y="T3"/>
                </a:cxn>
                <a:cxn ang="0">
                  <a:pos x="T4" y="T5"/>
                </a:cxn>
                <a:cxn ang="0">
                  <a:pos x="T6" y="T7"/>
                </a:cxn>
                <a:cxn ang="0">
                  <a:pos x="T8" y="T9"/>
                </a:cxn>
                <a:cxn ang="0">
                  <a:pos x="T10" y="T11"/>
                </a:cxn>
              </a:cxnLst>
              <a:rect l="0" t="0" r="r" b="b"/>
              <a:pathLst>
                <a:path w="53" h="36">
                  <a:moveTo>
                    <a:pt x="53" y="18"/>
                  </a:moveTo>
                  <a:cubicBezTo>
                    <a:pt x="53" y="18"/>
                    <a:pt x="41" y="22"/>
                    <a:pt x="40" y="32"/>
                  </a:cubicBezTo>
                  <a:cubicBezTo>
                    <a:pt x="40" y="32"/>
                    <a:pt x="27" y="36"/>
                    <a:pt x="14" y="32"/>
                  </a:cubicBezTo>
                  <a:cubicBezTo>
                    <a:pt x="14" y="32"/>
                    <a:pt x="9" y="20"/>
                    <a:pt x="0" y="18"/>
                  </a:cubicBezTo>
                  <a:cubicBezTo>
                    <a:pt x="0" y="18"/>
                    <a:pt x="2" y="0"/>
                    <a:pt x="27" y="0"/>
                  </a:cubicBezTo>
                  <a:cubicBezTo>
                    <a:pt x="51" y="0"/>
                    <a:pt x="53" y="12"/>
                    <a:pt x="53" y="1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127"/>
            <p:cNvSpPr>
              <a:spLocks/>
            </p:cNvSpPr>
            <p:nvPr/>
          </p:nvSpPr>
          <p:spPr bwMode="auto">
            <a:xfrm>
              <a:off x="647700" y="5676901"/>
              <a:ext cx="69850" cy="73025"/>
            </a:xfrm>
            <a:custGeom>
              <a:avLst/>
              <a:gdLst>
                <a:gd name="T0" fmla="*/ 18 w 33"/>
                <a:gd name="T1" fmla="*/ 0 h 35"/>
                <a:gd name="T2" fmla="*/ 6 w 33"/>
                <a:gd name="T3" fmla="*/ 15 h 35"/>
                <a:gd name="T4" fmla="*/ 20 w 33"/>
                <a:gd name="T5" fmla="*/ 34 h 35"/>
                <a:gd name="T6" fmla="*/ 18 w 33"/>
                <a:gd name="T7" fmla="*/ 0 h 35"/>
              </a:gdLst>
              <a:ahLst/>
              <a:cxnLst>
                <a:cxn ang="0">
                  <a:pos x="T0" y="T1"/>
                </a:cxn>
                <a:cxn ang="0">
                  <a:pos x="T2" y="T3"/>
                </a:cxn>
                <a:cxn ang="0">
                  <a:pos x="T4" y="T5"/>
                </a:cxn>
                <a:cxn ang="0">
                  <a:pos x="T6" y="T7"/>
                </a:cxn>
              </a:cxnLst>
              <a:rect l="0" t="0" r="r" b="b"/>
              <a:pathLst>
                <a:path w="33" h="35">
                  <a:moveTo>
                    <a:pt x="18" y="0"/>
                  </a:moveTo>
                  <a:cubicBezTo>
                    <a:pt x="18" y="0"/>
                    <a:pt x="0" y="5"/>
                    <a:pt x="6" y="15"/>
                  </a:cubicBezTo>
                  <a:cubicBezTo>
                    <a:pt x="12" y="26"/>
                    <a:pt x="15" y="33"/>
                    <a:pt x="20" y="34"/>
                  </a:cubicBezTo>
                  <a:cubicBezTo>
                    <a:pt x="26" y="35"/>
                    <a:pt x="33" y="7"/>
                    <a:pt x="1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128"/>
            <p:cNvSpPr>
              <a:spLocks/>
            </p:cNvSpPr>
            <p:nvPr/>
          </p:nvSpPr>
          <p:spPr bwMode="auto">
            <a:xfrm>
              <a:off x="534987" y="5676901"/>
              <a:ext cx="69850" cy="73025"/>
            </a:xfrm>
            <a:custGeom>
              <a:avLst/>
              <a:gdLst>
                <a:gd name="T0" fmla="*/ 16 w 33"/>
                <a:gd name="T1" fmla="*/ 0 h 35"/>
                <a:gd name="T2" fmla="*/ 27 w 33"/>
                <a:gd name="T3" fmla="*/ 15 h 35"/>
                <a:gd name="T4" fmla="*/ 13 w 33"/>
                <a:gd name="T5" fmla="*/ 34 h 35"/>
                <a:gd name="T6" fmla="*/ 16 w 33"/>
                <a:gd name="T7" fmla="*/ 0 h 35"/>
              </a:gdLst>
              <a:ahLst/>
              <a:cxnLst>
                <a:cxn ang="0">
                  <a:pos x="T0" y="T1"/>
                </a:cxn>
                <a:cxn ang="0">
                  <a:pos x="T2" y="T3"/>
                </a:cxn>
                <a:cxn ang="0">
                  <a:pos x="T4" y="T5"/>
                </a:cxn>
                <a:cxn ang="0">
                  <a:pos x="T6" y="T7"/>
                </a:cxn>
              </a:cxnLst>
              <a:rect l="0" t="0" r="r" b="b"/>
              <a:pathLst>
                <a:path w="33" h="35">
                  <a:moveTo>
                    <a:pt x="16" y="0"/>
                  </a:moveTo>
                  <a:cubicBezTo>
                    <a:pt x="16" y="0"/>
                    <a:pt x="33" y="5"/>
                    <a:pt x="27" y="15"/>
                  </a:cubicBezTo>
                  <a:cubicBezTo>
                    <a:pt x="22" y="26"/>
                    <a:pt x="18" y="33"/>
                    <a:pt x="13" y="34"/>
                  </a:cubicBezTo>
                  <a:cubicBezTo>
                    <a:pt x="8" y="35"/>
                    <a:pt x="0" y="7"/>
                    <a:pt x="1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129"/>
            <p:cNvSpPr>
              <a:spLocks/>
            </p:cNvSpPr>
            <p:nvPr/>
          </p:nvSpPr>
          <p:spPr bwMode="auto">
            <a:xfrm>
              <a:off x="571500" y="5630863"/>
              <a:ext cx="109538" cy="74612"/>
            </a:xfrm>
            <a:custGeom>
              <a:avLst/>
              <a:gdLst>
                <a:gd name="T0" fmla="*/ 53 w 53"/>
                <a:gd name="T1" fmla="*/ 18 h 36"/>
                <a:gd name="T2" fmla="*/ 39 w 53"/>
                <a:gd name="T3" fmla="*/ 32 h 36"/>
                <a:gd name="T4" fmla="*/ 13 w 53"/>
                <a:gd name="T5" fmla="*/ 32 h 36"/>
                <a:gd name="T6" fmla="*/ 0 w 53"/>
                <a:gd name="T7" fmla="*/ 18 h 36"/>
                <a:gd name="T8" fmla="*/ 26 w 53"/>
                <a:gd name="T9" fmla="*/ 0 h 36"/>
                <a:gd name="T10" fmla="*/ 53 w 53"/>
                <a:gd name="T11" fmla="*/ 18 h 36"/>
              </a:gdLst>
              <a:ahLst/>
              <a:cxnLst>
                <a:cxn ang="0">
                  <a:pos x="T0" y="T1"/>
                </a:cxn>
                <a:cxn ang="0">
                  <a:pos x="T2" y="T3"/>
                </a:cxn>
                <a:cxn ang="0">
                  <a:pos x="T4" y="T5"/>
                </a:cxn>
                <a:cxn ang="0">
                  <a:pos x="T6" y="T7"/>
                </a:cxn>
                <a:cxn ang="0">
                  <a:pos x="T8" y="T9"/>
                </a:cxn>
                <a:cxn ang="0">
                  <a:pos x="T10" y="T11"/>
                </a:cxn>
              </a:cxnLst>
              <a:rect l="0" t="0" r="r" b="b"/>
              <a:pathLst>
                <a:path w="53" h="36">
                  <a:moveTo>
                    <a:pt x="53" y="18"/>
                  </a:moveTo>
                  <a:cubicBezTo>
                    <a:pt x="53" y="18"/>
                    <a:pt x="40" y="22"/>
                    <a:pt x="39" y="32"/>
                  </a:cubicBezTo>
                  <a:cubicBezTo>
                    <a:pt x="39" y="32"/>
                    <a:pt x="26" y="36"/>
                    <a:pt x="13" y="32"/>
                  </a:cubicBezTo>
                  <a:cubicBezTo>
                    <a:pt x="13" y="32"/>
                    <a:pt x="8" y="20"/>
                    <a:pt x="0" y="18"/>
                  </a:cubicBezTo>
                  <a:cubicBezTo>
                    <a:pt x="0" y="18"/>
                    <a:pt x="2" y="0"/>
                    <a:pt x="26" y="0"/>
                  </a:cubicBezTo>
                  <a:cubicBezTo>
                    <a:pt x="51" y="0"/>
                    <a:pt x="52" y="12"/>
                    <a:pt x="53" y="1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130"/>
            <p:cNvSpPr>
              <a:spLocks/>
            </p:cNvSpPr>
            <p:nvPr/>
          </p:nvSpPr>
          <p:spPr bwMode="auto">
            <a:xfrm>
              <a:off x="449262" y="5676901"/>
              <a:ext cx="69850" cy="73025"/>
            </a:xfrm>
            <a:custGeom>
              <a:avLst/>
              <a:gdLst>
                <a:gd name="T0" fmla="*/ 17 w 33"/>
                <a:gd name="T1" fmla="*/ 0 h 35"/>
                <a:gd name="T2" fmla="*/ 6 w 33"/>
                <a:gd name="T3" fmla="*/ 15 h 35"/>
                <a:gd name="T4" fmla="*/ 20 w 33"/>
                <a:gd name="T5" fmla="*/ 34 h 35"/>
                <a:gd name="T6" fmla="*/ 17 w 33"/>
                <a:gd name="T7" fmla="*/ 0 h 35"/>
              </a:gdLst>
              <a:ahLst/>
              <a:cxnLst>
                <a:cxn ang="0">
                  <a:pos x="T0" y="T1"/>
                </a:cxn>
                <a:cxn ang="0">
                  <a:pos x="T2" y="T3"/>
                </a:cxn>
                <a:cxn ang="0">
                  <a:pos x="T4" y="T5"/>
                </a:cxn>
                <a:cxn ang="0">
                  <a:pos x="T6" y="T7"/>
                </a:cxn>
              </a:cxnLst>
              <a:rect l="0" t="0" r="r" b="b"/>
              <a:pathLst>
                <a:path w="33" h="35">
                  <a:moveTo>
                    <a:pt x="17" y="0"/>
                  </a:moveTo>
                  <a:cubicBezTo>
                    <a:pt x="17" y="0"/>
                    <a:pt x="0" y="5"/>
                    <a:pt x="6" y="15"/>
                  </a:cubicBezTo>
                  <a:cubicBezTo>
                    <a:pt x="11" y="26"/>
                    <a:pt x="15" y="33"/>
                    <a:pt x="20" y="34"/>
                  </a:cubicBezTo>
                  <a:cubicBezTo>
                    <a:pt x="25" y="35"/>
                    <a:pt x="33" y="7"/>
                    <a:pt x="1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131"/>
            <p:cNvSpPr>
              <a:spLocks/>
            </p:cNvSpPr>
            <p:nvPr/>
          </p:nvSpPr>
          <p:spPr bwMode="auto">
            <a:xfrm>
              <a:off x="336550" y="5676901"/>
              <a:ext cx="69850" cy="73025"/>
            </a:xfrm>
            <a:custGeom>
              <a:avLst/>
              <a:gdLst>
                <a:gd name="T0" fmla="*/ 15 w 33"/>
                <a:gd name="T1" fmla="*/ 0 h 35"/>
                <a:gd name="T2" fmla="*/ 27 w 33"/>
                <a:gd name="T3" fmla="*/ 15 h 35"/>
                <a:gd name="T4" fmla="*/ 13 w 33"/>
                <a:gd name="T5" fmla="*/ 34 h 35"/>
                <a:gd name="T6" fmla="*/ 15 w 33"/>
                <a:gd name="T7" fmla="*/ 0 h 35"/>
              </a:gdLst>
              <a:ahLst/>
              <a:cxnLst>
                <a:cxn ang="0">
                  <a:pos x="T0" y="T1"/>
                </a:cxn>
                <a:cxn ang="0">
                  <a:pos x="T2" y="T3"/>
                </a:cxn>
                <a:cxn ang="0">
                  <a:pos x="T4" y="T5"/>
                </a:cxn>
                <a:cxn ang="0">
                  <a:pos x="T6" y="T7"/>
                </a:cxn>
              </a:cxnLst>
              <a:rect l="0" t="0" r="r" b="b"/>
              <a:pathLst>
                <a:path w="33" h="35">
                  <a:moveTo>
                    <a:pt x="15" y="0"/>
                  </a:moveTo>
                  <a:cubicBezTo>
                    <a:pt x="15" y="0"/>
                    <a:pt x="33" y="5"/>
                    <a:pt x="27" y="15"/>
                  </a:cubicBezTo>
                  <a:cubicBezTo>
                    <a:pt x="21" y="26"/>
                    <a:pt x="18" y="33"/>
                    <a:pt x="13" y="34"/>
                  </a:cubicBezTo>
                  <a:cubicBezTo>
                    <a:pt x="8" y="35"/>
                    <a:pt x="0" y="7"/>
                    <a:pt x="1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132"/>
            <p:cNvSpPr>
              <a:spLocks/>
            </p:cNvSpPr>
            <p:nvPr/>
          </p:nvSpPr>
          <p:spPr bwMode="auto">
            <a:xfrm>
              <a:off x="369887" y="5630863"/>
              <a:ext cx="111125" cy="74612"/>
            </a:xfrm>
            <a:custGeom>
              <a:avLst/>
              <a:gdLst>
                <a:gd name="T0" fmla="*/ 53 w 53"/>
                <a:gd name="T1" fmla="*/ 18 h 36"/>
                <a:gd name="T2" fmla="*/ 40 w 53"/>
                <a:gd name="T3" fmla="*/ 32 h 36"/>
                <a:gd name="T4" fmla="*/ 14 w 53"/>
                <a:gd name="T5" fmla="*/ 32 h 36"/>
                <a:gd name="T6" fmla="*/ 0 w 53"/>
                <a:gd name="T7" fmla="*/ 18 h 36"/>
                <a:gd name="T8" fmla="*/ 27 w 53"/>
                <a:gd name="T9" fmla="*/ 0 h 36"/>
                <a:gd name="T10" fmla="*/ 53 w 53"/>
                <a:gd name="T11" fmla="*/ 18 h 36"/>
              </a:gdLst>
              <a:ahLst/>
              <a:cxnLst>
                <a:cxn ang="0">
                  <a:pos x="T0" y="T1"/>
                </a:cxn>
                <a:cxn ang="0">
                  <a:pos x="T2" y="T3"/>
                </a:cxn>
                <a:cxn ang="0">
                  <a:pos x="T4" y="T5"/>
                </a:cxn>
                <a:cxn ang="0">
                  <a:pos x="T6" y="T7"/>
                </a:cxn>
                <a:cxn ang="0">
                  <a:pos x="T8" y="T9"/>
                </a:cxn>
                <a:cxn ang="0">
                  <a:pos x="T10" y="T11"/>
                </a:cxn>
              </a:cxnLst>
              <a:rect l="0" t="0" r="r" b="b"/>
              <a:pathLst>
                <a:path w="53" h="36">
                  <a:moveTo>
                    <a:pt x="53" y="18"/>
                  </a:moveTo>
                  <a:cubicBezTo>
                    <a:pt x="53" y="18"/>
                    <a:pt x="41" y="22"/>
                    <a:pt x="40" y="32"/>
                  </a:cubicBezTo>
                  <a:cubicBezTo>
                    <a:pt x="40" y="32"/>
                    <a:pt x="27" y="36"/>
                    <a:pt x="14" y="32"/>
                  </a:cubicBezTo>
                  <a:cubicBezTo>
                    <a:pt x="14" y="32"/>
                    <a:pt x="9" y="20"/>
                    <a:pt x="0" y="18"/>
                  </a:cubicBezTo>
                  <a:cubicBezTo>
                    <a:pt x="0" y="18"/>
                    <a:pt x="2" y="0"/>
                    <a:pt x="27" y="0"/>
                  </a:cubicBezTo>
                  <a:cubicBezTo>
                    <a:pt x="51" y="0"/>
                    <a:pt x="53" y="12"/>
                    <a:pt x="53" y="1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133"/>
            <p:cNvSpPr>
              <a:spLocks noEditPoints="1"/>
            </p:cNvSpPr>
            <p:nvPr/>
          </p:nvSpPr>
          <p:spPr bwMode="auto">
            <a:xfrm>
              <a:off x="739775" y="5461001"/>
              <a:ext cx="161925" cy="104775"/>
            </a:xfrm>
            <a:custGeom>
              <a:avLst/>
              <a:gdLst>
                <a:gd name="T0" fmla="*/ 4 w 77"/>
                <a:gd name="T1" fmla="*/ 46 h 50"/>
                <a:gd name="T2" fmla="*/ 13 w 77"/>
                <a:gd name="T3" fmla="*/ 50 h 50"/>
                <a:gd name="T4" fmla="*/ 38 w 77"/>
                <a:gd name="T5" fmla="*/ 37 h 50"/>
                <a:gd name="T6" fmla="*/ 38 w 77"/>
                <a:gd name="T7" fmla="*/ 36 h 50"/>
                <a:gd name="T8" fmla="*/ 39 w 77"/>
                <a:gd name="T9" fmla="*/ 37 h 50"/>
                <a:gd name="T10" fmla="*/ 64 w 77"/>
                <a:gd name="T11" fmla="*/ 50 h 50"/>
                <a:gd name="T12" fmla="*/ 73 w 77"/>
                <a:gd name="T13" fmla="*/ 46 h 50"/>
                <a:gd name="T14" fmla="*/ 75 w 77"/>
                <a:gd name="T15" fmla="*/ 31 h 50"/>
                <a:gd name="T16" fmla="*/ 64 w 77"/>
                <a:gd name="T17" fmla="*/ 12 h 50"/>
                <a:gd name="T18" fmla="*/ 39 w 77"/>
                <a:gd name="T19" fmla="*/ 0 h 50"/>
                <a:gd name="T20" fmla="*/ 38 w 77"/>
                <a:gd name="T21" fmla="*/ 0 h 50"/>
                <a:gd name="T22" fmla="*/ 38 w 77"/>
                <a:gd name="T23" fmla="*/ 0 h 50"/>
                <a:gd name="T24" fmla="*/ 13 w 77"/>
                <a:gd name="T25" fmla="*/ 12 h 50"/>
                <a:gd name="T26" fmla="*/ 2 w 77"/>
                <a:gd name="T27" fmla="*/ 31 h 50"/>
                <a:gd name="T28" fmla="*/ 4 w 77"/>
                <a:gd name="T29" fmla="*/ 46 h 50"/>
                <a:gd name="T30" fmla="*/ 44 w 77"/>
                <a:gd name="T31" fmla="*/ 18 h 50"/>
                <a:gd name="T32" fmla="*/ 38 w 77"/>
                <a:gd name="T33" fmla="*/ 29 h 50"/>
                <a:gd name="T34" fmla="*/ 32 w 77"/>
                <a:gd name="T35" fmla="*/ 18 h 50"/>
                <a:gd name="T36" fmla="*/ 33 w 77"/>
                <a:gd name="T37" fmla="*/ 7 h 50"/>
                <a:gd name="T38" fmla="*/ 38 w 77"/>
                <a:gd name="T39" fmla="*/ 5 h 50"/>
                <a:gd name="T40" fmla="*/ 43 w 77"/>
                <a:gd name="T41" fmla="*/ 7 h 50"/>
                <a:gd name="T42" fmla="*/ 44 w 77"/>
                <a:gd name="T43" fmla="*/ 18 h 50"/>
                <a:gd name="T44" fmla="*/ 42 w 77"/>
                <a:gd name="T45" fmla="*/ 33 h 50"/>
                <a:gd name="T46" fmla="*/ 49 w 77"/>
                <a:gd name="T47" fmla="*/ 19 h 50"/>
                <a:gd name="T48" fmla="*/ 50 w 77"/>
                <a:gd name="T49" fmla="*/ 8 h 50"/>
                <a:gd name="T50" fmla="*/ 60 w 77"/>
                <a:gd name="T51" fmla="*/ 16 h 50"/>
                <a:gd name="T52" fmla="*/ 70 w 77"/>
                <a:gd name="T53" fmla="*/ 32 h 50"/>
                <a:gd name="T54" fmla="*/ 69 w 77"/>
                <a:gd name="T55" fmla="*/ 43 h 50"/>
                <a:gd name="T56" fmla="*/ 64 w 77"/>
                <a:gd name="T57" fmla="*/ 45 h 50"/>
                <a:gd name="T58" fmla="*/ 43 w 77"/>
                <a:gd name="T59" fmla="*/ 33 h 50"/>
                <a:gd name="T60" fmla="*/ 42 w 77"/>
                <a:gd name="T61" fmla="*/ 33 h 50"/>
                <a:gd name="T62" fmla="*/ 7 w 77"/>
                <a:gd name="T63" fmla="*/ 32 h 50"/>
                <a:gd name="T64" fmla="*/ 17 w 77"/>
                <a:gd name="T65" fmla="*/ 16 h 50"/>
                <a:gd name="T66" fmla="*/ 27 w 77"/>
                <a:gd name="T67" fmla="*/ 8 h 50"/>
                <a:gd name="T68" fmla="*/ 28 w 77"/>
                <a:gd name="T69" fmla="*/ 19 h 50"/>
                <a:gd name="T70" fmla="*/ 35 w 77"/>
                <a:gd name="T71" fmla="*/ 33 h 50"/>
                <a:gd name="T72" fmla="*/ 34 w 77"/>
                <a:gd name="T73" fmla="*/ 33 h 50"/>
                <a:gd name="T74" fmla="*/ 13 w 77"/>
                <a:gd name="T75" fmla="*/ 45 h 50"/>
                <a:gd name="T76" fmla="*/ 8 w 77"/>
                <a:gd name="T77" fmla="*/ 43 h 50"/>
                <a:gd name="T78" fmla="*/ 7 w 77"/>
                <a:gd name="T79" fmla="*/ 3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7" h="50">
                  <a:moveTo>
                    <a:pt x="4" y="46"/>
                  </a:moveTo>
                  <a:cubicBezTo>
                    <a:pt x="6" y="48"/>
                    <a:pt x="9" y="50"/>
                    <a:pt x="13" y="50"/>
                  </a:cubicBezTo>
                  <a:cubicBezTo>
                    <a:pt x="21" y="50"/>
                    <a:pt x="30" y="45"/>
                    <a:pt x="38" y="37"/>
                  </a:cubicBezTo>
                  <a:cubicBezTo>
                    <a:pt x="38" y="37"/>
                    <a:pt x="38" y="37"/>
                    <a:pt x="38" y="36"/>
                  </a:cubicBezTo>
                  <a:cubicBezTo>
                    <a:pt x="39" y="37"/>
                    <a:pt x="39" y="37"/>
                    <a:pt x="39" y="37"/>
                  </a:cubicBezTo>
                  <a:cubicBezTo>
                    <a:pt x="47" y="45"/>
                    <a:pt x="56" y="50"/>
                    <a:pt x="64" y="50"/>
                  </a:cubicBezTo>
                  <a:cubicBezTo>
                    <a:pt x="67" y="50"/>
                    <a:pt x="71" y="48"/>
                    <a:pt x="73" y="46"/>
                  </a:cubicBezTo>
                  <a:cubicBezTo>
                    <a:pt x="76" y="43"/>
                    <a:pt x="77" y="37"/>
                    <a:pt x="75" y="31"/>
                  </a:cubicBezTo>
                  <a:cubicBezTo>
                    <a:pt x="73" y="24"/>
                    <a:pt x="69" y="18"/>
                    <a:pt x="64" y="12"/>
                  </a:cubicBezTo>
                  <a:cubicBezTo>
                    <a:pt x="56" y="5"/>
                    <a:pt x="46" y="0"/>
                    <a:pt x="39" y="0"/>
                  </a:cubicBezTo>
                  <a:cubicBezTo>
                    <a:pt x="39" y="0"/>
                    <a:pt x="39" y="0"/>
                    <a:pt x="38" y="0"/>
                  </a:cubicBezTo>
                  <a:cubicBezTo>
                    <a:pt x="38" y="0"/>
                    <a:pt x="38" y="0"/>
                    <a:pt x="38" y="0"/>
                  </a:cubicBezTo>
                  <a:cubicBezTo>
                    <a:pt x="31" y="0"/>
                    <a:pt x="21" y="5"/>
                    <a:pt x="13" y="12"/>
                  </a:cubicBezTo>
                  <a:cubicBezTo>
                    <a:pt x="8" y="18"/>
                    <a:pt x="4" y="24"/>
                    <a:pt x="2" y="31"/>
                  </a:cubicBezTo>
                  <a:cubicBezTo>
                    <a:pt x="0" y="37"/>
                    <a:pt x="1" y="43"/>
                    <a:pt x="4" y="46"/>
                  </a:cubicBezTo>
                  <a:close/>
                  <a:moveTo>
                    <a:pt x="44" y="18"/>
                  </a:moveTo>
                  <a:cubicBezTo>
                    <a:pt x="43" y="21"/>
                    <a:pt x="41" y="25"/>
                    <a:pt x="38" y="29"/>
                  </a:cubicBezTo>
                  <a:cubicBezTo>
                    <a:pt x="36" y="25"/>
                    <a:pt x="34" y="21"/>
                    <a:pt x="32" y="18"/>
                  </a:cubicBezTo>
                  <a:cubicBezTo>
                    <a:pt x="31" y="13"/>
                    <a:pt x="31" y="9"/>
                    <a:pt x="33" y="7"/>
                  </a:cubicBezTo>
                  <a:cubicBezTo>
                    <a:pt x="35" y="6"/>
                    <a:pt x="36" y="5"/>
                    <a:pt x="38" y="5"/>
                  </a:cubicBezTo>
                  <a:cubicBezTo>
                    <a:pt x="41" y="5"/>
                    <a:pt x="42" y="6"/>
                    <a:pt x="43" y="7"/>
                  </a:cubicBezTo>
                  <a:cubicBezTo>
                    <a:pt x="46" y="9"/>
                    <a:pt x="46" y="13"/>
                    <a:pt x="44" y="18"/>
                  </a:cubicBezTo>
                  <a:close/>
                  <a:moveTo>
                    <a:pt x="42" y="33"/>
                  </a:moveTo>
                  <a:cubicBezTo>
                    <a:pt x="45" y="28"/>
                    <a:pt x="48" y="24"/>
                    <a:pt x="49" y="19"/>
                  </a:cubicBezTo>
                  <a:cubicBezTo>
                    <a:pt x="51" y="15"/>
                    <a:pt x="51" y="11"/>
                    <a:pt x="50" y="8"/>
                  </a:cubicBezTo>
                  <a:cubicBezTo>
                    <a:pt x="53" y="10"/>
                    <a:pt x="57" y="13"/>
                    <a:pt x="60" y="16"/>
                  </a:cubicBezTo>
                  <a:cubicBezTo>
                    <a:pt x="65" y="21"/>
                    <a:pt x="69" y="27"/>
                    <a:pt x="70" y="32"/>
                  </a:cubicBezTo>
                  <a:cubicBezTo>
                    <a:pt x="72" y="37"/>
                    <a:pt x="71" y="41"/>
                    <a:pt x="69" y="43"/>
                  </a:cubicBezTo>
                  <a:cubicBezTo>
                    <a:pt x="68" y="44"/>
                    <a:pt x="66" y="45"/>
                    <a:pt x="64" y="45"/>
                  </a:cubicBezTo>
                  <a:cubicBezTo>
                    <a:pt x="58" y="45"/>
                    <a:pt x="49" y="40"/>
                    <a:pt x="43" y="33"/>
                  </a:cubicBezTo>
                  <a:cubicBezTo>
                    <a:pt x="42" y="33"/>
                    <a:pt x="42" y="33"/>
                    <a:pt x="42" y="33"/>
                  </a:cubicBezTo>
                  <a:close/>
                  <a:moveTo>
                    <a:pt x="7" y="32"/>
                  </a:moveTo>
                  <a:cubicBezTo>
                    <a:pt x="8" y="27"/>
                    <a:pt x="12" y="21"/>
                    <a:pt x="17" y="16"/>
                  </a:cubicBezTo>
                  <a:cubicBezTo>
                    <a:pt x="20" y="13"/>
                    <a:pt x="24" y="10"/>
                    <a:pt x="27" y="8"/>
                  </a:cubicBezTo>
                  <a:cubicBezTo>
                    <a:pt x="26" y="11"/>
                    <a:pt x="26" y="15"/>
                    <a:pt x="28" y="19"/>
                  </a:cubicBezTo>
                  <a:cubicBezTo>
                    <a:pt x="29" y="24"/>
                    <a:pt x="32" y="28"/>
                    <a:pt x="35" y="33"/>
                  </a:cubicBezTo>
                  <a:cubicBezTo>
                    <a:pt x="35" y="33"/>
                    <a:pt x="35" y="33"/>
                    <a:pt x="34" y="33"/>
                  </a:cubicBezTo>
                  <a:cubicBezTo>
                    <a:pt x="28" y="40"/>
                    <a:pt x="19" y="45"/>
                    <a:pt x="13" y="45"/>
                  </a:cubicBezTo>
                  <a:cubicBezTo>
                    <a:pt x="11" y="45"/>
                    <a:pt x="9" y="44"/>
                    <a:pt x="8" y="43"/>
                  </a:cubicBezTo>
                  <a:cubicBezTo>
                    <a:pt x="6" y="41"/>
                    <a:pt x="5" y="37"/>
                    <a:pt x="7" y="3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134"/>
            <p:cNvSpPr>
              <a:spLocks noEditPoints="1"/>
            </p:cNvSpPr>
            <p:nvPr/>
          </p:nvSpPr>
          <p:spPr bwMode="auto">
            <a:xfrm>
              <a:off x="546100" y="5461001"/>
              <a:ext cx="160338" cy="104775"/>
            </a:xfrm>
            <a:custGeom>
              <a:avLst/>
              <a:gdLst>
                <a:gd name="T0" fmla="*/ 4 w 77"/>
                <a:gd name="T1" fmla="*/ 46 h 50"/>
                <a:gd name="T2" fmla="*/ 13 w 77"/>
                <a:gd name="T3" fmla="*/ 50 h 50"/>
                <a:gd name="T4" fmla="*/ 38 w 77"/>
                <a:gd name="T5" fmla="*/ 37 h 50"/>
                <a:gd name="T6" fmla="*/ 39 w 77"/>
                <a:gd name="T7" fmla="*/ 36 h 50"/>
                <a:gd name="T8" fmla="*/ 39 w 77"/>
                <a:gd name="T9" fmla="*/ 37 h 50"/>
                <a:gd name="T10" fmla="*/ 64 w 77"/>
                <a:gd name="T11" fmla="*/ 50 h 50"/>
                <a:gd name="T12" fmla="*/ 73 w 77"/>
                <a:gd name="T13" fmla="*/ 46 h 50"/>
                <a:gd name="T14" fmla="*/ 75 w 77"/>
                <a:gd name="T15" fmla="*/ 31 h 50"/>
                <a:gd name="T16" fmla="*/ 64 w 77"/>
                <a:gd name="T17" fmla="*/ 12 h 50"/>
                <a:gd name="T18" fmla="*/ 39 w 77"/>
                <a:gd name="T19" fmla="*/ 0 h 50"/>
                <a:gd name="T20" fmla="*/ 39 w 77"/>
                <a:gd name="T21" fmla="*/ 0 h 50"/>
                <a:gd name="T22" fmla="*/ 38 w 77"/>
                <a:gd name="T23" fmla="*/ 0 h 50"/>
                <a:gd name="T24" fmla="*/ 14 w 77"/>
                <a:gd name="T25" fmla="*/ 12 h 50"/>
                <a:gd name="T26" fmla="*/ 2 w 77"/>
                <a:gd name="T27" fmla="*/ 31 h 50"/>
                <a:gd name="T28" fmla="*/ 4 w 77"/>
                <a:gd name="T29" fmla="*/ 46 h 50"/>
                <a:gd name="T30" fmla="*/ 45 w 77"/>
                <a:gd name="T31" fmla="*/ 18 h 50"/>
                <a:gd name="T32" fmla="*/ 39 w 77"/>
                <a:gd name="T33" fmla="*/ 29 h 50"/>
                <a:gd name="T34" fmla="*/ 33 w 77"/>
                <a:gd name="T35" fmla="*/ 18 h 50"/>
                <a:gd name="T36" fmla="*/ 34 w 77"/>
                <a:gd name="T37" fmla="*/ 7 h 50"/>
                <a:gd name="T38" fmla="*/ 39 w 77"/>
                <a:gd name="T39" fmla="*/ 5 h 50"/>
                <a:gd name="T40" fmla="*/ 44 w 77"/>
                <a:gd name="T41" fmla="*/ 7 h 50"/>
                <a:gd name="T42" fmla="*/ 45 w 77"/>
                <a:gd name="T43" fmla="*/ 18 h 50"/>
                <a:gd name="T44" fmla="*/ 42 w 77"/>
                <a:gd name="T45" fmla="*/ 33 h 50"/>
                <a:gd name="T46" fmla="*/ 50 w 77"/>
                <a:gd name="T47" fmla="*/ 19 h 50"/>
                <a:gd name="T48" fmla="*/ 50 w 77"/>
                <a:gd name="T49" fmla="*/ 8 h 50"/>
                <a:gd name="T50" fmla="*/ 60 w 77"/>
                <a:gd name="T51" fmla="*/ 16 h 50"/>
                <a:gd name="T52" fmla="*/ 70 w 77"/>
                <a:gd name="T53" fmla="*/ 32 h 50"/>
                <a:gd name="T54" fmla="*/ 69 w 77"/>
                <a:gd name="T55" fmla="*/ 43 h 50"/>
                <a:gd name="T56" fmla="*/ 64 w 77"/>
                <a:gd name="T57" fmla="*/ 45 h 50"/>
                <a:gd name="T58" fmla="*/ 43 w 77"/>
                <a:gd name="T59" fmla="*/ 33 h 50"/>
                <a:gd name="T60" fmla="*/ 42 w 77"/>
                <a:gd name="T61" fmla="*/ 33 h 50"/>
                <a:gd name="T62" fmla="*/ 7 w 77"/>
                <a:gd name="T63" fmla="*/ 32 h 50"/>
                <a:gd name="T64" fmla="*/ 17 w 77"/>
                <a:gd name="T65" fmla="*/ 16 h 50"/>
                <a:gd name="T66" fmla="*/ 27 w 77"/>
                <a:gd name="T67" fmla="*/ 8 h 50"/>
                <a:gd name="T68" fmla="*/ 28 w 77"/>
                <a:gd name="T69" fmla="*/ 19 h 50"/>
                <a:gd name="T70" fmla="*/ 35 w 77"/>
                <a:gd name="T71" fmla="*/ 33 h 50"/>
                <a:gd name="T72" fmla="*/ 35 w 77"/>
                <a:gd name="T73" fmla="*/ 33 h 50"/>
                <a:gd name="T74" fmla="*/ 13 w 77"/>
                <a:gd name="T75" fmla="*/ 45 h 50"/>
                <a:gd name="T76" fmla="*/ 8 w 77"/>
                <a:gd name="T77" fmla="*/ 43 h 50"/>
                <a:gd name="T78" fmla="*/ 7 w 77"/>
                <a:gd name="T79" fmla="*/ 3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7" h="50">
                  <a:moveTo>
                    <a:pt x="4" y="46"/>
                  </a:moveTo>
                  <a:cubicBezTo>
                    <a:pt x="7" y="48"/>
                    <a:pt x="10" y="50"/>
                    <a:pt x="13" y="50"/>
                  </a:cubicBezTo>
                  <a:cubicBezTo>
                    <a:pt x="21" y="50"/>
                    <a:pt x="30" y="45"/>
                    <a:pt x="38" y="37"/>
                  </a:cubicBezTo>
                  <a:cubicBezTo>
                    <a:pt x="38" y="37"/>
                    <a:pt x="39" y="37"/>
                    <a:pt x="39" y="36"/>
                  </a:cubicBezTo>
                  <a:cubicBezTo>
                    <a:pt x="39" y="37"/>
                    <a:pt x="39" y="37"/>
                    <a:pt x="39" y="37"/>
                  </a:cubicBezTo>
                  <a:cubicBezTo>
                    <a:pt x="47" y="45"/>
                    <a:pt x="57" y="50"/>
                    <a:pt x="64" y="50"/>
                  </a:cubicBezTo>
                  <a:cubicBezTo>
                    <a:pt x="68" y="50"/>
                    <a:pt x="71" y="48"/>
                    <a:pt x="73" y="46"/>
                  </a:cubicBezTo>
                  <a:cubicBezTo>
                    <a:pt x="77" y="43"/>
                    <a:pt x="77" y="37"/>
                    <a:pt x="75" y="31"/>
                  </a:cubicBezTo>
                  <a:cubicBezTo>
                    <a:pt x="74" y="24"/>
                    <a:pt x="69" y="18"/>
                    <a:pt x="64" y="12"/>
                  </a:cubicBezTo>
                  <a:cubicBezTo>
                    <a:pt x="56" y="5"/>
                    <a:pt x="47" y="0"/>
                    <a:pt x="39" y="0"/>
                  </a:cubicBezTo>
                  <a:cubicBezTo>
                    <a:pt x="39" y="0"/>
                    <a:pt x="39" y="0"/>
                    <a:pt x="39" y="0"/>
                  </a:cubicBezTo>
                  <a:cubicBezTo>
                    <a:pt x="39" y="0"/>
                    <a:pt x="39" y="0"/>
                    <a:pt x="38" y="0"/>
                  </a:cubicBezTo>
                  <a:cubicBezTo>
                    <a:pt x="31" y="0"/>
                    <a:pt x="21" y="5"/>
                    <a:pt x="14" y="12"/>
                  </a:cubicBezTo>
                  <a:cubicBezTo>
                    <a:pt x="8" y="18"/>
                    <a:pt x="4" y="24"/>
                    <a:pt x="2" y="31"/>
                  </a:cubicBezTo>
                  <a:cubicBezTo>
                    <a:pt x="0" y="37"/>
                    <a:pt x="1" y="43"/>
                    <a:pt x="4" y="46"/>
                  </a:cubicBezTo>
                  <a:close/>
                  <a:moveTo>
                    <a:pt x="45" y="18"/>
                  </a:moveTo>
                  <a:cubicBezTo>
                    <a:pt x="44" y="21"/>
                    <a:pt x="42" y="25"/>
                    <a:pt x="39" y="29"/>
                  </a:cubicBezTo>
                  <a:cubicBezTo>
                    <a:pt x="36" y="25"/>
                    <a:pt x="34" y="21"/>
                    <a:pt x="33" y="18"/>
                  </a:cubicBezTo>
                  <a:cubicBezTo>
                    <a:pt x="31" y="13"/>
                    <a:pt x="32" y="9"/>
                    <a:pt x="34" y="7"/>
                  </a:cubicBezTo>
                  <a:cubicBezTo>
                    <a:pt x="35" y="6"/>
                    <a:pt x="37" y="5"/>
                    <a:pt x="39" y="5"/>
                  </a:cubicBezTo>
                  <a:cubicBezTo>
                    <a:pt x="41" y="5"/>
                    <a:pt x="43" y="6"/>
                    <a:pt x="44" y="7"/>
                  </a:cubicBezTo>
                  <a:cubicBezTo>
                    <a:pt x="46" y="9"/>
                    <a:pt x="46" y="13"/>
                    <a:pt x="45" y="18"/>
                  </a:cubicBezTo>
                  <a:close/>
                  <a:moveTo>
                    <a:pt x="42" y="33"/>
                  </a:moveTo>
                  <a:cubicBezTo>
                    <a:pt x="46" y="28"/>
                    <a:pt x="48" y="24"/>
                    <a:pt x="50" y="19"/>
                  </a:cubicBezTo>
                  <a:cubicBezTo>
                    <a:pt x="51" y="15"/>
                    <a:pt x="51" y="11"/>
                    <a:pt x="50" y="8"/>
                  </a:cubicBezTo>
                  <a:cubicBezTo>
                    <a:pt x="54" y="10"/>
                    <a:pt x="57" y="13"/>
                    <a:pt x="60" y="16"/>
                  </a:cubicBezTo>
                  <a:cubicBezTo>
                    <a:pt x="65" y="21"/>
                    <a:pt x="69" y="27"/>
                    <a:pt x="70" y="32"/>
                  </a:cubicBezTo>
                  <a:cubicBezTo>
                    <a:pt x="72" y="37"/>
                    <a:pt x="72" y="41"/>
                    <a:pt x="69" y="43"/>
                  </a:cubicBezTo>
                  <a:cubicBezTo>
                    <a:pt x="68" y="44"/>
                    <a:pt x="66" y="45"/>
                    <a:pt x="64" y="45"/>
                  </a:cubicBezTo>
                  <a:cubicBezTo>
                    <a:pt x="58" y="45"/>
                    <a:pt x="50" y="40"/>
                    <a:pt x="43" y="33"/>
                  </a:cubicBezTo>
                  <a:cubicBezTo>
                    <a:pt x="43" y="33"/>
                    <a:pt x="42" y="33"/>
                    <a:pt x="42" y="33"/>
                  </a:cubicBezTo>
                  <a:close/>
                  <a:moveTo>
                    <a:pt x="7" y="32"/>
                  </a:moveTo>
                  <a:cubicBezTo>
                    <a:pt x="9" y="27"/>
                    <a:pt x="12" y="21"/>
                    <a:pt x="17" y="16"/>
                  </a:cubicBezTo>
                  <a:cubicBezTo>
                    <a:pt x="20" y="13"/>
                    <a:pt x="24" y="10"/>
                    <a:pt x="27" y="8"/>
                  </a:cubicBezTo>
                  <a:cubicBezTo>
                    <a:pt x="27" y="11"/>
                    <a:pt x="27" y="15"/>
                    <a:pt x="28" y="19"/>
                  </a:cubicBezTo>
                  <a:cubicBezTo>
                    <a:pt x="29" y="24"/>
                    <a:pt x="32" y="28"/>
                    <a:pt x="35" y="33"/>
                  </a:cubicBezTo>
                  <a:cubicBezTo>
                    <a:pt x="35" y="33"/>
                    <a:pt x="35" y="33"/>
                    <a:pt x="35" y="33"/>
                  </a:cubicBezTo>
                  <a:cubicBezTo>
                    <a:pt x="28" y="40"/>
                    <a:pt x="20" y="45"/>
                    <a:pt x="13" y="45"/>
                  </a:cubicBezTo>
                  <a:cubicBezTo>
                    <a:pt x="11" y="45"/>
                    <a:pt x="9" y="44"/>
                    <a:pt x="8" y="43"/>
                  </a:cubicBezTo>
                  <a:cubicBezTo>
                    <a:pt x="6" y="41"/>
                    <a:pt x="6" y="37"/>
                    <a:pt x="7" y="3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135"/>
            <p:cNvSpPr>
              <a:spLocks noEditPoints="1"/>
            </p:cNvSpPr>
            <p:nvPr/>
          </p:nvSpPr>
          <p:spPr bwMode="auto">
            <a:xfrm>
              <a:off x="350837" y="5461001"/>
              <a:ext cx="163513" cy="104775"/>
            </a:xfrm>
            <a:custGeom>
              <a:avLst/>
              <a:gdLst>
                <a:gd name="T0" fmla="*/ 5 w 78"/>
                <a:gd name="T1" fmla="*/ 46 h 50"/>
                <a:gd name="T2" fmla="*/ 14 w 78"/>
                <a:gd name="T3" fmla="*/ 50 h 50"/>
                <a:gd name="T4" fmla="*/ 39 w 78"/>
                <a:gd name="T5" fmla="*/ 37 h 50"/>
                <a:gd name="T6" fmla="*/ 39 w 78"/>
                <a:gd name="T7" fmla="*/ 36 h 50"/>
                <a:gd name="T8" fmla="*/ 40 w 78"/>
                <a:gd name="T9" fmla="*/ 37 h 50"/>
                <a:gd name="T10" fmla="*/ 64 w 78"/>
                <a:gd name="T11" fmla="*/ 50 h 50"/>
                <a:gd name="T12" fmla="*/ 73 w 78"/>
                <a:gd name="T13" fmla="*/ 46 h 50"/>
                <a:gd name="T14" fmla="*/ 76 w 78"/>
                <a:gd name="T15" fmla="*/ 31 h 50"/>
                <a:gd name="T16" fmla="*/ 64 w 78"/>
                <a:gd name="T17" fmla="*/ 12 h 50"/>
                <a:gd name="T18" fmla="*/ 39 w 78"/>
                <a:gd name="T19" fmla="*/ 0 h 50"/>
                <a:gd name="T20" fmla="*/ 39 w 78"/>
                <a:gd name="T21" fmla="*/ 0 h 50"/>
                <a:gd name="T22" fmla="*/ 39 w 78"/>
                <a:gd name="T23" fmla="*/ 0 h 50"/>
                <a:gd name="T24" fmla="*/ 14 w 78"/>
                <a:gd name="T25" fmla="*/ 12 h 50"/>
                <a:gd name="T26" fmla="*/ 2 w 78"/>
                <a:gd name="T27" fmla="*/ 31 h 50"/>
                <a:gd name="T28" fmla="*/ 5 w 78"/>
                <a:gd name="T29" fmla="*/ 46 h 50"/>
                <a:gd name="T30" fmla="*/ 45 w 78"/>
                <a:gd name="T31" fmla="*/ 18 h 50"/>
                <a:gd name="T32" fmla="*/ 39 w 78"/>
                <a:gd name="T33" fmla="*/ 29 h 50"/>
                <a:gd name="T34" fmla="*/ 33 w 78"/>
                <a:gd name="T35" fmla="*/ 18 h 50"/>
                <a:gd name="T36" fmla="*/ 34 w 78"/>
                <a:gd name="T37" fmla="*/ 7 h 50"/>
                <a:gd name="T38" fmla="*/ 39 w 78"/>
                <a:gd name="T39" fmla="*/ 5 h 50"/>
                <a:gd name="T40" fmla="*/ 44 w 78"/>
                <a:gd name="T41" fmla="*/ 7 h 50"/>
                <a:gd name="T42" fmla="*/ 45 w 78"/>
                <a:gd name="T43" fmla="*/ 18 h 50"/>
                <a:gd name="T44" fmla="*/ 43 w 78"/>
                <a:gd name="T45" fmla="*/ 33 h 50"/>
                <a:gd name="T46" fmla="*/ 50 w 78"/>
                <a:gd name="T47" fmla="*/ 19 h 50"/>
                <a:gd name="T48" fmla="*/ 51 w 78"/>
                <a:gd name="T49" fmla="*/ 8 h 50"/>
                <a:gd name="T50" fmla="*/ 61 w 78"/>
                <a:gd name="T51" fmla="*/ 16 h 50"/>
                <a:gd name="T52" fmla="*/ 71 w 78"/>
                <a:gd name="T53" fmla="*/ 32 h 50"/>
                <a:gd name="T54" fmla="*/ 70 w 78"/>
                <a:gd name="T55" fmla="*/ 43 h 50"/>
                <a:gd name="T56" fmla="*/ 64 w 78"/>
                <a:gd name="T57" fmla="*/ 45 h 50"/>
                <a:gd name="T58" fmla="*/ 43 w 78"/>
                <a:gd name="T59" fmla="*/ 33 h 50"/>
                <a:gd name="T60" fmla="*/ 43 w 78"/>
                <a:gd name="T61" fmla="*/ 33 h 50"/>
                <a:gd name="T62" fmla="*/ 7 w 78"/>
                <a:gd name="T63" fmla="*/ 32 h 50"/>
                <a:gd name="T64" fmla="*/ 18 w 78"/>
                <a:gd name="T65" fmla="*/ 16 h 50"/>
                <a:gd name="T66" fmla="*/ 28 w 78"/>
                <a:gd name="T67" fmla="*/ 8 h 50"/>
                <a:gd name="T68" fmla="*/ 28 w 78"/>
                <a:gd name="T69" fmla="*/ 19 h 50"/>
                <a:gd name="T70" fmla="*/ 36 w 78"/>
                <a:gd name="T71" fmla="*/ 33 h 50"/>
                <a:gd name="T72" fmla="*/ 35 w 78"/>
                <a:gd name="T73" fmla="*/ 33 h 50"/>
                <a:gd name="T74" fmla="*/ 14 w 78"/>
                <a:gd name="T75" fmla="*/ 45 h 50"/>
                <a:gd name="T76" fmla="*/ 8 w 78"/>
                <a:gd name="T77" fmla="*/ 43 h 50"/>
                <a:gd name="T78" fmla="*/ 7 w 78"/>
                <a:gd name="T79" fmla="*/ 3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8" h="50">
                  <a:moveTo>
                    <a:pt x="5" y="46"/>
                  </a:moveTo>
                  <a:cubicBezTo>
                    <a:pt x="7" y="48"/>
                    <a:pt x="10" y="50"/>
                    <a:pt x="14" y="50"/>
                  </a:cubicBezTo>
                  <a:cubicBezTo>
                    <a:pt x="21" y="50"/>
                    <a:pt x="31" y="45"/>
                    <a:pt x="39" y="37"/>
                  </a:cubicBezTo>
                  <a:cubicBezTo>
                    <a:pt x="39" y="37"/>
                    <a:pt x="39" y="37"/>
                    <a:pt x="39" y="36"/>
                  </a:cubicBezTo>
                  <a:cubicBezTo>
                    <a:pt x="39" y="37"/>
                    <a:pt x="39" y="37"/>
                    <a:pt x="40" y="37"/>
                  </a:cubicBezTo>
                  <a:cubicBezTo>
                    <a:pt x="47" y="45"/>
                    <a:pt x="57" y="50"/>
                    <a:pt x="64" y="50"/>
                  </a:cubicBezTo>
                  <a:cubicBezTo>
                    <a:pt x="68" y="50"/>
                    <a:pt x="71" y="48"/>
                    <a:pt x="73" y="46"/>
                  </a:cubicBezTo>
                  <a:cubicBezTo>
                    <a:pt x="77" y="43"/>
                    <a:pt x="78" y="37"/>
                    <a:pt x="76" y="31"/>
                  </a:cubicBezTo>
                  <a:cubicBezTo>
                    <a:pt x="74" y="24"/>
                    <a:pt x="70" y="18"/>
                    <a:pt x="64" y="12"/>
                  </a:cubicBezTo>
                  <a:cubicBezTo>
                    <a:pt x="56" y="5"/>
                    <a:pt x="47" y="0"/>
                    <a:pt x="39" y="0"/>
                  </a:cubicBezTo>
                  <a:cubicBezTo>
                    <a:pt x="39" y="0"/>
                    <a:pt x="39" y="0"/>
                    <a:pt x="39" y="0"/>
                  </a:cubicBezTo>
                  <a:cubicBezTo>
                    <a:pt x="39" y="0"/>
                    <a:pt x="39" y="0"/>
                    <a:pt x="39" y="0"/>
                  </a:cubicBezTo>
                  <a:cubicBezTo>
                    <a:pt x="31" y="0"/>
                    <a:pt x="22" y="5"/>
                    <a:pt x="14" y="12"/>
                  </a:cubicBezTo>
                  <a:cubicBezTo>
                    <a:pt x="8" y="18"/>
                    <a:pt x="4" y="24"/>
                    <a:pt x="2" y="31"/>
                  </a:cubicBezTo>
                  <a:cubicBezTo>
                    <a:pt x="0" y="37"/>
                    <a:pt x="1" y="43"/>
                    <a:pt x="5" y="46"/>
                  </a:cubicBezTo>
                  <a:close/>
                  <a:moveTo>
                    <a:pt x="45" y="18"/>
                  </a:moveTo>
                  <a:cubicBezTo>
                    <a:pt x="44" y="21"/>
                    <a:pt x="42" y="25"/>
                    <a:pt x="39" y="29"/>
                  </a:cubicBezTo>
                  <a:cubicBezTo>
                    <a:pt x="36" y="25"/>
                    <a:pt x="34" y="21"/>
                    <a:pt x="33" y="18"/>
                  </a:cubicBezTo>
                  <a:cubicBezTo>
                    <a:pt x="32" y="13"/>
                    <a:pt x="32" y="9"/>
                    <a:pt x="34" y="7"/>
                  </a:cubicBezTo>
                  <a:cubicBezTo>
                    <a:pt x="35" y="6"/>
                    <a:pt x="37" y="5"/>
                    <a:pt x="39" y="5"/>
                  </a:cubicBezTo>
                  <a:cubicBezTo>
                    <a:pt x="41" y="5"/>
                    <a:pt x="43" y="6"/>
                    <a:pt x="44" y="7"/>
                  </a:cubicBezTo>
                  <a:cubicBezTo>
                    <a:pt x="46" y="9"/>
                    <a:pt x="47" y="13"/>
                    <a:pt x="45" y="18"/>
                  </a:cubicBezTo>
                  <a:close/>
                  <a:moveTo>
                    <a:pt x="43" y="33"/>
                  </a:moveTo>
                  <a:cubicBezTo>
                    <a:pt x="46" y="28"/>
                    <a:pt x="49" y="24"/>
                    <a:pt x="50" y="19"/>
                  </a:cubicBezTo>
                  <a:cubicBezTo>
                    <a:pt x="51" y="15"/>
                    <a:pt x="51" y="11"/>
                    <a:pt x="51" y="8"/>
                  </a:cubicBezTo>
                  <a:cubicBezTo>
                    <a:pt x="54" y="10"/>
                    <a:pt x="57" y="13"/>
                    <a:pt x="61" y="16"/>
                  </a:cubicBezTo>
                  <a:cubicBezTo>
                    <a:pt x="66" y="21"/>
                    <a:pt x="69" y="27"/>
                    <a:pt x="71" y="32"/>
                  </a:cubicBezTo>
                  <a:cubicBezTo>
                    <a:pt x="72" y="37"/>
                    <a:pt x="72" y="41"/>
                    <a:pt x="70" y="43"/>
                  </a:cubicBezTo>
                  <a:cubicBezTo>
                    <a:pt x="69" y="44"/>
                    <a:pt x="67" y="45"/>
                    <a:pt x="64" y="45"/>
                  </a:cubicBezTo>
                  <a:cubicBezTo>
                    <a:pt x="58" y="45"/>
                    <a:pt x="50" y="40"/>
                    <a:pt x="43" y="33"/>
                  </a:cubicBezTo>
                  <a:cubicBezTo>
                    <a:pt x="43" y="33"/>
                    <a:pt x="43" y="33"/>
                    <a:pt x="43" y="33"/>
                  </a:cubicBezTo>
                  <a:close/>
                  <a:moveTo>
                    <a:pt x="7" y="32"/>
                  </a:moveTo>
                  <a:cubicBezTo>
                    <a:pt x="9" y="27"/>
                    <a:pt x="13" y="21"/>
                    <a:pt x="18" y="16"/>
                  </a:cubicBezTo>
                  <a:cubicBezTo>
                    <a:pt x="21" y="13"/>
                    <a:pt x="24" y="10"/>
                    <a:pt x="28" y="8"/>
                  </a:cubicBezTo>
                  <a:cubicBezTo>
                    <a:pt x="27" y="11"/>
                    <a:pt x="27" y="15"/>
                    <a:pt x="28" y="19"/>
                  </a:cubicBezTo>
                  <a:cubicBezTo>
                    <a:pt x="30" y="24"/>
                    <a:pt x="32" y="28"/>
                    <a:pt x="36" y="33"/>
                  </a:cubicBezTo>
                  <a:cubicBezTo>
                    <a:pt x="35" y="33"/>
                    <a:pt x="35" y="33"/>
                    <a:pt x="35" y="33"/>
                  </a:cubicBezTo>
                  <a:cubicBezTo>
                    <a:pt x="28" y="40"/>
                    <a:pt x="20" y="45"/>
                    <a:pt x="14" y="45"/>
                  </a:cubicBezTo>
                  <a:cubicBezTo>
                    <a:pt x="11" y="45"/>
                    <a:pt x="10" y="44"/>
                    <a:pt x="8" y="43"/>
                  </a:cubicBezTo>
                  <a:cubicBezTo>
                    <a:pt x="6" y="41"/>
                    <a:pt x="6" y="37"/>
                    <a:pt x="7" y="3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Rectangle 136"/>
            <p:cNvSpPr>
              <a:spLocks noChangeArrowheads="1"/>
            </p:cNvSpPr>
            <p:nvPr/>
          </p:nvSpPr>
          <p:spPr bwMode="auto">
            <a:xfrm>
              <a:off x="320675" y="5776913"/>
              <a:ext cx="611188" cy="3175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Rectangle 137"/>
            <p:cNvSpPr>
              <a:spLocks noChangeArrowheads="1"/>
            </p:cNvSpPr>
            <p:nvPr/>
          </p:nvSpPr>
          <p:spPr bwMode="auto">
            <a:xfrm>
              <a:off x="320675" y="5584826"/>
              <a:ext cx="611188" cy="3175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Rectangle 138"/>
            <p:cNvSpPr>
              <a:spLocks noChangeArrowheads="1"/>
            </p:cNvSpPr>
            <p:nvPr/>
          </p:nvSpPr>
          <p:spPr bwMode="auto">
            <a:xfrm>
              <a:off x="320675" y="5392738"/>
              <a:ext cx="611188" cy="3175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Oval 139"/>
            <p:cNvSpPr>
              <a:spLocks noChangeArrowheads="1"/>
            </p:cNvSpPr>
            <p:nvPr/>
          </p:nvSpPr>
          <p:spPr bwMode="auto">
            <a:xfrm>
              <a:off x="1060450" y="5437188"/>
              <a:ext cx="223838" cy="22225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140"/>
            <p:cNvSpPr>
              <a:spLocks/>
            </p:cNvSpPr>
            <p:nvPr/>
          </p:nvSpPr>
          <p:spPr bwMode="auto">
            <a:xfrm>
              <a:off x="1279525" y="5665788"/>
              <a:ext cx="160338" cy="284162"/>
            </a:xfrm>
            <a:custGeom>
              <a:avLst/>
              <a:gdLst>
                <a:gd name="T0" fmla="*/ 42 w 77"/>
                <a:gd name="T1" fmla="*/ 123 h 136"/>
                <a:gd name="T2" fmla="*/ 64 w 77"/>
                <a:gd name="T3" fmla="*/ 133 h 136"/>
                <a:gd name="T4" fmla="*/ 64 w 77"/>
                <a:gd name="T5" fmla="*/ 133 h 136"/>
                <a:gd name="T6" fmla="*/ 73 w 77"/>
                <a:gd name="T7" fmla="*/ 111 h 136"/>
                <a:gd name="T8" fmla="*/ 35 w 77"/>
                <a:gd name="T9" fmla="*/ 13 h 136"/>
                <a:gd name="T10" fmla="*/ 13 w 77"/>
                <a:gd name="T11" fmla="*/ 3 h 136"/>
                <a:gd name="T12" fmla="*/ 13 w 77"/>
                <a:gd name="T13" fmla="*/ 3 h 136"/>
                <a:gd name="T14" fmla="*/ 3 w 77"/>
                <a:gd name="T15" fmla="*/ 25 h 136"/>
                <a:gd name="T16" fmla="*/ 42 w 77"/>
                <a:gd name="T17" fmla="*/ 123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136">
                  <a:moveTo>
                    <a:pt x="42" y="123"/>
                  </a:moveTo>
                  <a:cubicBezTo>
                    <a:pt x="45" y="132"/>
                    <a:pt x="55" y="136"/>
                    <a:pt x="64" y="133"/>
                  </a:cubicBezTo>
                  <a:cubicBezTo>
                    <a:pt x="64" y="133"/>
                    <a:pt x="64" y="133"/>
                    <a:pt x="64" y="133"/>
                  </a:cubicBezTo>
                  <a:cubicBezTo>
                    <a:pt x="72" y="129"/>
                    <a:pt x="77" y="119"/>
                    <a:pt x="73" y="111"/>
                  </a:cubicBezTo>
                  <a:cubicBezTo>
                    <a:pt x="35" y="13"/>
                    <a:pt x="35" y="13"/>
                    <a:pt x="35" y="13"/>
                  </a:cubicBezTo>
                  <a:cubicBezTo>
                    <a:pt x="31" y="4"/>
                    <a:pt x="22" y="0"/>
                    <a:pt x="13" y="3"/>
                  </a:cubicBezTo>
                  <a:cubicBezTo>
                    <a:pt x="13" y="3"/>
                    <a:pt x="13" y="3"/>
                    <a:pt x="13" y="3"/>
                  </a:cubicBezTo>
                  <a:cubicBezTo>
                    <a:pt x="4" y="7"/>
                    <a:pt x="0" y="16"/>
                    <a:pt x="3" y="25"/>
                  </a:cubicBezTo>
                  <a:lnTo>
                    <a:pt x="42" y="1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141"/>
            <p:cNvSpPr>
              <a:spLocks/>
            </p:cNvSpPr>
            <p:nvPr/>
          </p:nvSpPr>
          <p:spPr bwMode="auto">
            <a:xfrm>
              <a:off x="1365250" y="5864226"/>
              <a:ext cx="246063" cy="82550"/>
            </a:xfrm>
            <a:custGeom>
              <a:avLst/>
              <a:gdLst>
                <a:gd name="T0" fmla="*/ 0 w 118"/>
                <a:gd name="T1" fmla="*/ 19 h 39"/>
                <a:gd name="T2" fmla="*/ 20 w 118"/>
                <a:gd name="T3" fmla="*/ 39 h 39"/>
                <a:gd name="T4" fmla="*/ 99 w 118"/>
                <a:gd name="T5" fmla="*/ 39 h 39"/>
                <a:gd name="T6" fmla="*/ 118 w 118"/>
                <a:gd name="T7" fmla="*/ 19 h 39"/>
                <a:gd name="T8" fmla="*/ 118 w 118"/>
                <a:gd name="T9" fmla="*/ 19 h 39"/>
                <a:gd name="T10" fmla="*/ 99 w 118"/>
                <a:gd name="T11" fmla="*/ 0 h 39"/>
                <a:gd name="T12" fmla="*/ 20 w 118"/>
                <a:gd name="T13" fmla="*/ 0 h 39"/>
                <a:gd name="T14" fmla="*/ 0 w 118"/>
                <a:gd name="T15" fmla="*/ 19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39">
                  <a:moveTo>
                    <a:pt x="0" y="19"/>
                  </a:moveTo>
                  <a:cubicBezTo>
                    <a:pt x="0" y="30"/>
                    <a:pt x="9" y="39"/>
                    <a:pt x="20" y="39"/>
                  </a:cubicBezTo>
                  <a:cubicBezTo>
                    <a:pt x="99" y="39"/>
                    <a:pt x="99" y="39"/>
                    <a:pt x="99" y="39"/>
                  </a:cubicBezTo>
                  <a:cubicBezTo>
                    <a:pt x="110" y="39"/>
                    <a:pt x="118" y="30"/>
                    <a:pt x="118" y="19"/>
                  </a:cubicBezTo>
                  <a:cubicBezTo>
                    <a:pt x="118" y="19"/>
                    <a:pt x="118" y="19"/>
                    <a:pt x="118" y="19"/>
                  </a:cubicBezTo>
                  <a:cubicBezTo>
                    <a:pt x="118" y="8"/>
                    <a:pt x="110" y="0"/>
                    <a:pt x="99" y="0"/>
                  </a:cubicBezTo>
                  <a:cubicBezTo>
                    <a:pt x="20" y="0"/>
                    <a:pt x="20" y="0"/>
                    <a:pt x="20" y="0"/>
                  </a:cubicBezTo>
                  <a:cubicBezTo>
                    <a:pt x="9" y="0"/>
                    <a:pt x="0" y="8"/>
                    <a:pt x="0" y="1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142"/>
            <p:cNvSpPr>
              <a:spLocks/>
            </p:cNvSpPr>
            <p:nvPr/>
          </p:nvSpPr>
          <p:spPr bwMode="auto">
            <a:xfrm>
              <a:off x="917575" y="5665788"/>
              <a:ext cx="161925" cy="284162"/>
            </a:xfrm>
            <a:custGeom>
              <a:avLst/>
              <a:gdLst>
                <a:gd name="T0" fmla="*/ 35 w 77"/>
                <a:gd name="T1" fmla="*/ 123 h 136"/>
                <a:gd name="T2" fmla="*/ 13 w 77"/>
                <a:gd name="T3" fmla="*/ 133 h 136"/>
                <a:gd name="T4" fmla="*/ 13 w 77"/>
                <a:gd name="T5" fmla="*/ 133 h 136"/>
                <a:gd name="T6" fmla="*/ 4 w 77"/>
                <a:gd name="T7" fmla="*/ 111 h 136"/>
                <a:gd name="T8" fmla="*/ 42 w 77"/>
                <a:gd name="T9" fmla="*/ 13 h 136"/>
                <a:gd name="T10" fmla="*/ 64 w 77"/>
                <a:gd name="T11" fmla="*/ 3 h 136"/>
                <a:gd name="T12" fmla="*/ 64 w 77"/>
                <a:gd name="T13" fmla="*/ 3 h 136"/>
                <a:gd name="T14" fmla="*/ 74 w 77"/>
                <a:gd name="T15" fmla="*/ 25 h 136"/>
                <a:gd name="T16" fmla="*/ 35 w 77"/>
                <a:gd name="T17" fmla="*/ 123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136">
                  <a:moveTo>
                    <a:pt x="35" y="123"/>
                  </a:moveTo>
                  <a:cubicBezTo>
                    <a:pt x="32" y="132"/>
                    <a:pt x="22" y="136"/>
                    <a:pt x="13" y="133"/>
                  </a:cubicBezTo>
                  <a:cubicBezTo>
                    <a:pt x="13" y="133"/>
                    <a:pt x="13" y="133"/>
                    <a:pt x="13" y="133"/>
                  </a:cubicBezTo>
                  <a:cubicBezTo>
                    <a:pt x="5" y="129"/>
                    <a:pt x="0" y="119"/>
                    <a:pt x="4" y="111"/>
                  </a:cubicBezTo>
                  <a:cubicBezTo>
                    <a:pt x="42" y="13"/>
                    <a:pt x="42" y="13"/>
                    <a:pt x="42" y="13"/>
                  </a:cubicBezTo>
                  <a:cubicBezTo>
                    <a:pt x="46" y="4"/>
                    <a:pt x="55" y="0"/>
                    <a:pt x="64" y="3"/>
                  </a:cubicBezTo>
                  <a:cubicBezTo>
                    <a:pt x="64" y="3"/>
                    <a:pt x="64" y="3"/>
                    <a:pt x="64" y="3"/>
                  </a:cubicBezTo>
                  <a:cubicBezTo>
                    <a:pt x="73" y="7"/>
                    <a:pt x="77" y="16"/>
                    <a:pt x="74" y="25"/>
                  </a:cubicBezTo>
                  <a:lnTo>
                    <a:pt x="35" y="1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143"/>
            <p:cNvSpPr>
              <a:spLocks/>
            </p:cNvSpPr>
            <p:nvPr/>
          </p:nvSpPr>
          <p:spPr bwMode="auto">
            <a:xfrm>
              <a:off x="746125" y="5864226"/>
              <a:ext cx="247650" cy="82550"/>
            </a:xfrm>
            <a:custGeom>
              <a:avLst/>
              <a:gdLst>
                <a:gd name="T0" fmla="*/ 118 w 118"/>
                <a:gd name="T1" fmla="*/ 19 h 39"/>
                <a:gd name="T2" fmla="*/ 98 w 118"/>
                <a:gd name="T3" fmla="*/ 39 h 39"/>
                <a:gd name="T4" fmla="*/ 19 w 118"/>
                <a:gd name="T5" fmla="*/ 39 h 39"/>
                <a:gd name="T6" fmla="*/ 0 w 118"/>
                <a:gd name="T7" fmla="*/ 19 h 39"/>
                <a:gd name="T8" fmla="*/ 0 w 118"/>
                <a:gd name="T9" fmla="*/ 19 h 39"/>
                <a:gd name="T10" fmla="*/ 19 w 118"/>
                <a:gd name="T11" fmla="*/ 0 h 39"/>
                <a:gd name="T12" fmla="*/ 98 w 118"/>
                <a:gd name="T13" fmla="*/ 0 h 39"/>
                <a:gd name="T14" fmla="*/ 118 w 118"/>
                <a:gd name="T15" fmla="*/ 19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39">
                  <a:moveTo>
                    <a:pt x="118" y="19"/>
                  </a:moveTo>
                  <a:cubicBezTo>
                    <a:pt x="118" y="30"/>
                    <a:pt x="109" y="39"/>
                    <a:pt x="98" y="39"/>
                  </a:cubicBezTo>
                  <a:cubicBezTo>
                    <a:pt x="19" y="39"/>
                    <a:pt x="19" y="39"/>
                    <a:pt x="19" y="39"/>
                  </a:cubicBezTo>
                  <a:cubicBezTo>
                    <a:pt x="8" y="39"/>
                    <a:pt x="0" y="30"/>
                    <a:pt x="0" y="19"/>
                  </a:cubicBezTo>
                  <a:cubicBezTo>
                    <a:pt x="0" y="19"/>
                    <a:pt x="0" y="19"/>
                    <a:pt x="0" y="19"/>
                  </a:cubicBezTo>
                  <a:cubicBezTo>
                    <a:pt x="0" y="8"/>
                    <a:pt x="8" y="0"/>
                    <a:pt x="19" y="0"/>
                  </a:cubicBezTo>
                  <a:cubicBezTo>
                    <a:pt x="98" y="0"/>
                    <a:pt x="98" y="0"/>
                    <a:pt x="98" y="0"/>
                  </a:cubicBezTo>
                  <a:cubicBezTo>
                    <a:pt x="109" y="0"/>
                    <a:pt x="118" y="8"/>
                    <a:pt x="118" y="1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Rectangle 144"/>
            <p:cNvSpPr>
              <a:spLocks noChangeArrowheads="1"/>
            </p:cNvSpPr>
            <p:nvPr/>
          </p:nvSpPr>
          <p:spPr bwMode="auto">
            <a:xfrm>
              <a:off x="1035050" y="5670551"/>
              <a:ext cx="288925" cy="2921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Rectangle 145"/>
            <p:cNvSpPr>
              <a:spLocks noChangeArrowheads="1"/>
            </p:cNvSpPr>
            <p:nvPr/>
          </p:nvSpPr>
          <p:spPr bwMode="auto">
            <a:xfrm>
              <a:off x="295275" y="5946776"/>
              <a:ext cx="1346200" cy="541337"/>
            </a:xfrm>
            <a:prstGeom prst="rect">
              <a:avLst/>
            </a:prstGeom>
            <a:solidFill>
              <a:srgbClr val="E6AA4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146"/>
            <p:cNvSpPr>
              <a:spLocks noEditPoints="1"/>
            </p:cNvSpPr>
            <p:nvPr/>
          </p:nvSpPr>
          <p:spPr bwMode="auto">
            <a:xfrm>
              <a:off x="750887" y="6078538"/>
              <a:ext cx="434975" cy="277812"/>
            </a:xfrm>
            <a:custGeom>
              <a:avLst/>
              <a:gdLst>
                <a:gd name="T0" fmla="*/ 12 w 208"/>
                <a:gd name="T1" fmla="*/ 124 h 133"/>
                <a:gd name="T2" fmla="*/ 36 w 208"/>
                <a:gd name="T3" fmla="*/ 133 h 133"/>
                <a:gd name="T4" fmla="*/ 103 w 208"/>
                <a:gd name="T5" fmla="*/ 100 h 133"/>
                <a:gd name="T6" fmla="*/ 104 w 208"/>
                <a:gd name="T7" fmla="*/ 98 h 133"/>
                <a:gd name="T8" fmla="*/ 106 w 208"/>
                <a:gd name="T9" fmla="*/ 100 h 133"/>
                <a:gd name="T10" fmla="*/ 172 w 208"/>
                <a:gd name="T11" fmla="*/ 133 h 133"/>
                <a:gd name="T12" fmla="*/ 196 w 208"/>
                <a:gd name="T13" fmla="*/ 124 h 133"/>
                <a:gd name="T14" fmla="*/ 202 w 208"/>
                <a:gd name="T15" fmla="*/ 82 h 133"/>
                <a:gd name="T16" fmla="*/ 171 w 208"/>
                <a:gd name="T17" fmla="*/ 34 h 133"/>
                <a:gd name="T18" fmla="*/ 105 w 208"/>
                <a:gd name="T19" fmla="*/ 0 h 133"/>
                <a:gd name="T20" fmla="*/ 104 w 208"/>
                <a:gd name="T21" fmla="*/ 0 h 133"/>
                <a:gd name="T22" fmla="*/ 103 w 208"/>
                <a:gd name="T23" fmla="*/ 0 h 133"/>
                <a:gd name="T24" fmla="*/ 37 w 208"/>
                <a:gd name="T25" fmla="*/ 34 h 133"/>
                <a:gd name="T26" fmla="*/ 6 w 208"/>
                <a:gd name="T27" fmla="*/ 82 h 133"/>
                <a:gd name="T28" fmla="*/ 12 w 208"/>
                <a:gd name="T29" fmla="*/ 124 h 133"/>
                <a:gd name="T30" fmla="*/ 120 w 208"/>
                <a:gd name="T31" fmla="*/ 47 h 133"/>
                <a:gd name="T32" fmla="*/ 104 w 208"/>
                <a:gd name="T33" fmla="*/ 77 h 133"/>
                <a:gd name="T34" fmla="*/ 88 w 208"/>
                <a:gd name="T35" fmla="*/ 47 h 133"/>
                <a:gd name="T36" fmla="*/ 91 w 208"/>
                <a:gd name="T37" fmla="*/ 19 h 133"/>
                <a:gd name="T38" fmla="*/ 104 w 208"/>
                <a:gd name="T39" fmla="*/ 14 h 133"/>
                <a:gd name="T40" fmla="*/ 117 w 208"/>
                <a:gd name="T41" fmla="*/ 19 h 133"/>
                <a:gd name="T42" fmla="*/ 120 w 208"/>
                <a:gd name="T43" fmla="*/ 47 h 133"/>
                <a:gd name="T44" fmla="*/ 113 w 208"/>
                <a:gd name="T45" fmla="*/ 88 h 133"/>
                <a:gd name="T46" fmla="*/ 133 w 208"/>
                <a:gd name="T47" fmla="*/ 51 h 133"/>
                <a:gd name="T48" fmla="*/ 135 w 208"/>
                <a:gd name="T49" fmla="*/ 23 h 133"/>
                <a:gd name="T50" fmla="*/ 162 w 208"/>
                <a:gd name="T51" fmla="*/ 43 h 133"/>
                <a:gd name="T52" fmla="*/ 189 w 208"/>
                <a:gd name="T53" fmla="*/ 86 h 133"/>
                <a:gd name="T54" fmla="*/ 186 w 208"/>
                <a:gd name="T55" fmla="*/ 115 h 133"/>
                <a:gd name="T56" fmla="*/ 172 w 208"/>
                <a:gd name="T57" fmla="*/ 120 h 133"/>
                <a:gd name="T58" fmla="*/ 115 w 208"/>
                <a:gd name="T59" fmla="*/ 90 h 133"/>
                <a:gd name="T60" fmla="*/ 113 w 208"/>
                <a:gd name="T61" fmla="*/ 88 h 133"/>
                <a:gd name="T62" fmla="*/ 19 w 208"/>
                <a:gd name="T63" fmla="*/ 86 h 133"/>
                <a:gd name="T64" fmla="*/ 46 w 208"/>
                <a:gd name="T65" fmla="*/ 43 h 133"/>
                <a:gd name="T66" fmla="*/ 73 w 208"/>
                <a:gd name="T67" fmla="*/ 23 h 133"/>
                <a:gd name="T68" fmla="*/ 75 w 208"/>
                <a:gd name="T69" fmla="*/ 51 h 133"/>
                <a:gd name="T70" fmla="*/ 95 w 208"/>
                <a:gd name="T71" fmla="*/ 88 h 133"/>
                <a:gd name="T72" fmla="*/ 93 w 208"/>
                <a:gd name="T73" fmla="*/ 90 h 133"/>
                <a:gd name="T74" fmla="*/ 36 w 208"/>
                <a:gd name="T75" fmla="*/ 120 h 133"/>
                <a:gd name="T76" fmla="*/ 22 w 208"/>
                <a:gd name="T77" fmla="*/ 115 h 133"/>
                <a:gd name="T78" fmla="*/ 19 w 208"/>
                <a:gd name="T79" fmla="*/ 86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8" h="133">
                  <a:moveTo>
                    <a:pt x="12" y="124"/>
                  </a:moveTo>
                  <a:cubicBezTo>
                    <a:pt x="18" y="130"/>
                    <a:pt x="26" y="133"/>
                    <a:pt x="36" y="133"/>
                  </a:cubicBezTo>
                  <a:cubicBezTo>
                    <a:pt x="56" y="133"/>
                    <a:pt x="82" y="120"/>
                    <a:pt x="103" y="100"/>
                  </a:cubicBezTo>
                  <a:cubicBezTo>
                    <a:pt x="103" y="99"/>
                    <a:pt x="104" y="98"/>
                    <a:pt x="104" y="98"/>
                  </a:cubicBezTo>
                  <a:cubicBezTo>
                    <a:pt x="105" y="98"/>
                    <a:pt x="105" y="99"/>
                    <a:pt x="106" y="100"/>
                  </a:cubicBezTo>
                  <a:cubicBezTo>
                    <a:pt x="126" y="120"/>
                    <a:pt x="152" y="133"/>
                    <a:pt x="172" y="133"/>
                  </a:cubicBezTo>
                  <a:cubicBezTo>
                    <a:pt x="182" y="133"/>
                    <a:pt x="190" y="130"/>
                    <a:pt x="196" y="124"/>
                  </a:cubicBezTo>
                  <a:cubicBezTo>
                    <a:pt x="206" y="115"/>
                    <a:pt x="208" y="100"/>
                    <a:pt x="202" y="82"/>
                  </a:cubicBezTo>
                  <a:cubicBezTo>
                    <a:pt x="197" y="66"/>
                    <a:pt x="186" y="49"/>
                    <a:pt x="171" y="34"/>
                  </a:cubicBezTo>
                  <a:cubicBezTo>
                    <a:pt x="151" y="13"/>
                    <a:pt x="125" y="0"/>
                    <a:pt x="105" y="0"/>
                  </a:cubicBezTo>
                  <a:cubicBezTo>
                    <a:pt x="105" y="0"/>
                    <a:pt x="104" y="0"/>
                    <a:pt x="104" y="0"/>
                  </a:cubicBezTo>
                  <a:cubicBezTo>
                    <a:pt x="104" y="0"/>
                    <a:pt x="103" y="0"/>
                    <a:pt x="103" y="0"/>
                  </a:cubicBezTo>
                  <a:cubicBezTo>
                    <a:pt x="83" y="0"/>
                    <a:pt x="57" y="13"/>
                    <a:pt x="37" y="34"/>
                  </a:cubicBezTo>
                  <a:cubicBezTo>
                    <a:pt x="22" y="49"/>
                    <a:pt x="11" y="66"/>
                    <a:pt x="6" y="82"/>
                  </a:cubicBezTo>
                  <a:cubicBezTo>
                    <a:pt x="0" y="100"/>
                    <a:pt x="2" y="115"/>
                    <a:pt x="12" y="124"/>
                  </a:cubicBezTo>
                  <a:close/>
                  <a:moveTo>
                    <a:pt x="120" y="47"/>
                  </a:moveTo>
                  <a:cubicBezTo>
                    <a:pt x="117" y="57"/>
                    <a:pt x="112" y="67"/>
                    <a:pt x="104" y="77"/>
                  </a:cubicBezTo>
                  <a:cubicBezTo>
                    <a:pt x="97" y="67"/>
                    <a:pt x="91" y="57"/>
                    <a:pt x="88" y="47"/>
                  </a:cubicBezTo>
                  <a:cubicBezTo>
                    <a:pt x="84" y="35"/>
                    <a:pt x="85" y="24"/>
                    <a:pt x="91" y="19"/>
                  </a:cubicBezTo>
                  <a:cubicBezTo>
                    <a:pt x="94" y="16"/>
                    <a:pt x="98" y="14"/>
                    <a:pt x="104" y="14"/>
                  </a:cubicBezTo>
                  <a:cubicBezTo>
                    <a:pt x="110" y="14"/>
                    <a:pt x="114" y="16"/>
                    <a:pt x="117" y="19"/>
                  </a:cubicBezTo>
                  <a:cubicBezTo>
                    <a:pt x="123" y="24"/>
                    <a:pt x="124" y="35"/>
                    <a:pt x="120" y="47"/>
                  </a:cubicBezTo>
                  <a:close/>
                  <a:moveTo>
                    <a:pt x="113" y="88"/>
                  </a:moveTo>
                  <a:cubicBezTo>
                    <a:pt x="123" y="76"/>
                    <a:pt x="130" y="63"/>
                    <a:pt x="133" y="51"/>
                  </a:cubicBezTo>
                  <a:cubicBezTo>
                    <a:pt x="137" y="40"/>
                    <a:pt x="137" y="31"/>
                    <a:pt x="135" y="23"/>
                  </a:cubicBezTo>
                  <a:cubicBezTo>
                    <a:pt x="144" y="28"/>
                    <a:pt x="153" y="35"/>
                    <a:pt x="162" y="43"/>
                  </a:cubicBezTo>
                  <a:cubicBezTo>
                    <a:pt x="175" y="57"/>
                    <a:pt x="185" y="72"/>
                    <a:pt x="189" y="86"/>
                  </a:cubicBezTo>
                  <a:cubicBezTo>
                    <a:pt x="193" y="99"/>
                    <a:pt x="192" y="109"/>
                    <a:pt x="186" y="115"/>
                  </a:cubicBezTo>
                  <a:cubicBezTo>
                    <a:pt x="183" y="118"/>
                    <a:pt x="178" y="120"/>
                    <a:pt x="172" y="120"/>
                  </a:cubicBezTo>
                  <a:cubicBezTo>
                    <a:pt x="156" y="120"/>
                    <a:pt x="133" y="108"/>
                    <a:pt x="115" y="90"/>
                  </a:cubicBezTo>
                  <a:cubicBezTo>
                    <a:pt x="115" y="89"/>
                    <a:pt x="114" y="88"/>
                    <a:pt x="113" y="88"/>
                  </a:cubicBezTo>
                  <a:close/>
                  <a:moveTo>
                    <a:pt x="19" y="86"/>
                  </a:moveTo>
                  <a:cubicBezTo>
                    <a:pt x="23" y="72"/>
                    <a:pt x="33" y="57"/>
                    <a:pt x="46" y="43"/>
                  </a:cubicBezTo>
                  <a:cubicBezTo>
                    <a:pt x="55" y="35"/>
                    <a:pt x="64" y="28"/>
                    <a:pt x="73" y="23"/>
                  </a:cubicBezTo>
                  <a:cubicBezTo>
                    <a:pt x="71" y="31"/>
                    <a:pt x="71" y="40"/>
                    <a:pt x="75" y="51"/>
                  </a:cubicBezTo>
                  <a:cubicBezTo>
                    <a:pt x="78" y="63"/>
                    <a:pt x="85" y="76"/>
                    <a:pt x="95" y="88"/>
                  </a:cubicBezTo>
                  <a:cubicBezTo>
                    <a:pt x="94" y="88"/>
                    <a:pt x="94" y="89"/>
                    <a:pt x="93" y="90"/>
                  </a:cubicBezTo>
                  <a:cubicBezTo>
                    <a:pt x="75" y="108"/>
                    <a:pt x="52" y="120"/>
                    <a:pt x="36" y="120"/>
                  </a:cubicBezTo>
                  <a:cubicBezTo>
                    <a:pt x="30" y="120"/>
                    <a:pt x="25" y="118"/>
                    <a:pt x="22" y="115"/>
                  </a:cubicBezTo>
                  <a:cubicBezTo>
                    <a:pt x="16" y="109"/>
                    <a:pt x="15" y="99"/>
                    <a:pt x="19" y="8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Line 147"/>
            <p:cNvSpPr>
              <a:spLocks noChangeShapeType="1"/>
            </p:cNvSpPr>
            <p:nvPr/>
          </p:nvSpPr>
          <p:spPr bwMode="auto">
            <a:xfrm flipH="1">
              <a:off x="295275" y="5992813"/>
              <a:ext cx="1346200" cy="0"/>
            </a:xfrm>
            <a:prstGeom prst="line">
              <a:avLst/>
            </a:prstGeom>
            <a:noFill/>
            <a:ln w="12700"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148"/>
            <p:cNvSpPr>
              <a:spLocks/>
            </p:cNvSpPr>
            <p:nvPr/>
          </p:nvSpPr>
          <p:spPr bwMode="auto">
            <a:xfrm>
              <a:off x="1082675" y="5373688"/>
              <a:ext cx="179388" cy="215900"/>
            </a:xfrm>
            <a:custGeom>
              <a:avLst/>
              <a:gdLst>
                <a:gd name="T0" fmla="*/ 0 w 86"/>
                <a:gd name="T1" fmla="*/ 91 h 103"/>
                <a:gd name="T2" fmla="*/ 12 w 86"/>
                <a:gd name="T3" fmla="*/ 103 h 103"/>
                <a:gd name="T4" fmla="*/ 73 w 86"/>
                <a:gd name="T5" fmla="*/ 103 h 103"/>
                <a:gd name="T6" fmla="*/ 86 w 86"/>
                <a:gd name="T7" fmla="*/ 91 h 103"/>
                <a:gd name="T8" fmla="*/ 86 w 86"/>
                <a:gd name="T9" fmla="*/ 12 h 103"/>
                <a:gd name="T10" fmla="*/ 73 w 86"/>
                <a:gd name="T11" fmla="*/ 0 h 103"/>
                <a:gd name="T12" fmla="*/ 12 w 86"/>
                <a:gd name="T13" fmla="*/ 0 h 103"/>
                <a:gd name="T14" fmla="*/ 0 w 86"/>
                <a:gd name="T15" fmla="*/ 12 h 103"/>
                <a:gd name="T16" fmla="*/ 0 w 86"/>
                <a:gd name="T17" fmla="*/ 9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103">
                  <a:moveTo>
                    <a:pt x="0" y="91"/>
                  </a:moveTo>
                  <a:cubicBezTo>
                    <a:pt x="0" y="98"/>
                    <a:pt x="5" y="103"/>
                    <a:pt x="12" y="103"/>
                  </a:cubicBezTo>
                  <a:cubicBezTo>
                    <a:pt x="73" y="103"/>
                    <a:pt x="73" y="103"/>
                    <a:pt x="73" y="103"/>
                  </a:cubicBezTo>
                  <a:cubicBezTo>
                    <a:pt x="80" y="103"/>
                    <a:pt x="86" y="98"/>
                    <a:pt x="86" y="91"/>
                  </a:cubicBezTo>
                  <a:cubicBezTo>
                    <a:pt x="86" y="12"/>
                    <a:pt x="86" y="12"/>
                    <a:pt x="86" y="12"/>
                  </a:cubicBezTo>
                  <a:cubicBezTo>
                    <a:pt x="86" y="6"/>
                    <a:pt x="80" y="0"/>
                    <a:pt x="73" y="0"/>
                  </a:cubicBezTo>
                  <a:cubicBezTo>
                    <a:pt x="12" y="0"/>
                    <a:pt x="12" y="0"/>
                    <a:pt x="12" y="0"/>
                  </a:cubicBezTo>
                  <a:cubicBezTo>
                    <a:pt x="5" y="0"/>
                    <a:pt x="0" y="6"/>
                    <a:pt x="0" y="12"/>
                  </a:cubicBezTo>
                  <a:lnTo>
                    <a:pt x="0" y="9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54" name="组合 153"/>
          <p:cNvGrpSpPr/>
          <p:nvPr/>
        </p:nvGrpSpPr>
        <p:grpSpPr>
          <a:xfrm>
            <a:off x="4206875" y="482601"/>
            <a:ext cx="1346200" cy="1142999"/>
            <a:chOff x="4206875" y="482601"/>
            <a:chExt cx="1346200" cy="1142999"/>
          </a:xfrm>
        </p:grpSpPr>
        <p:sp>
          <p:nvSpPr>
            <p:cNvPr id="155" name="Rectangle 149"/>
            <p:cNvSpPr>
              <a:spLocks noChangeArrowheads="1"/>
            </p:cNvSpPr>
            <p:nvPr/>
          </p:nvSpPr>
          <p:spPr bwMode="auto">
            <a:xfrm>
              <a:off x="4206875" y="482601"/>
              <a:ext cx="661988" cy="608012"/>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Rectangle 150"/>
            <p:cNvSpPr>
              <a:spLocks noChangeArrowheads="1"/>
            </p:cNvSpPr>
            <p:nvPr/>
          </p:nvSpPr>
          <p:spPr bwMode="auto">
            <a:xfrm>
              <a:off x="4232275" y="635001"/>
              <a:ext cx="611188" cy="333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Rectangle 151"/>
            <p:cNvSpPr>
              <a:spLocks noChangeArrowheads="1"/>
            </p:cNvSpPr>
            <p:nvPr/>
          </p:nvSpPr>
          <p:spPr bwMode="auto">
            <a:xfrm>
              <a:off x="4232275" y="827088"/>
              <a:ext cx="611188" cy="333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Rectangle 152"/>
            <p:cNvSpPr>
              <a:spLocks noChangeArrowheads="1"/>
            </p:cNvSpPr>
            <p:nvPr/>
          </p:nvSpPr>
          <p:spPr bwMode="auto">
            <a:xfrm>
              <a:off x="4232275" y="1019176"/>
              <a:ext cx="611188" cy="333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153"/>
            <p:cNvSpPr>
              <a:spLocks/>
            </p:cNvSpPr>
            <p:nvPr/>
          </p:nvSpPr>
          <p:spPr bwMode="auto">
            <a:xfrm>
              <a:off x="4292600" y="495301"/>
              <a:ext cx="169863" cy="134937"/>
            </a:xfrm>
            <a:custGeom>
              <a:avLst/>
              <a:gdLst>
                <a:gd name="T0" fmla="*/ 80 w 81"/>
                <a:gd name="T1" fmla="*/ 65 h 65"/>
                <a:gd name="T2" fmla="*/ 29 w 81"/>
                <a:gd name="T3" fmla="*/ 40 h 65"/>
                <a:gd name="T4" fmla="*/ 15 w 81"/>
                <a:gd name="T5" fmla="*/ 40 h 65"/>
                <a:gd name="T6" fmla="*/ 8 w 81"/>
                <a:gd name="T7" fmla="*/ 47 h 65"/>
                <a:gd name="T8" fmla="*/ 0 w 81"/>
                <a:gd name="T9" fmla="*/ 39 h 65"/>
                <a:gd name="T10" fmla="*/ 2 w 81"/>
                <a:gd name="T11" fmla="*/ 33 h 65"/>
                <a:gd name="T12" fmla="*/ 0 w 81"/>
                <a:gd name="T13" fmla="*/ 28 h 65"/>
                <a:gd name="T14" fmla="*/ 8 w 81"/>
                <a:gd name="T15" fmla="*/ 20 h 65"/>
                <a:gd name="T16" fmla="*/ 16 w 81"/>
                <a:gd name="T17" fmla="*/ 27 h 65"/>
                <a:gd name="T18" fmla="*/ 28 w 81"/>
                <a:gd name="T19" fmla="*/ 27 h 65"/>
                <a:gd name="T20" fmla="*/ 76 w 81"/>
                <a:gd name="T21" fmla="*/ 0 h 65"/>
                <a:gd name="T22" fmla="*/ 77 w 81"/>
                <a:gd name="T23" fmla="*/ 0 h 65"/>
                <a:gd name="T24" fmla="*/ 78 w 81"/>
                <a:gd name="T25" fmla="*/ 1 h 65"/>
                <a:gd name="T26" fmla="*/ 81 w 81"/>
                <a:gd name="T27" fmla="*/ 65 h 65"/>
                <a:gd name="T28" fmla="*/ 80 w 81"/>
                <a:gd name="T2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1" h="65">
                  <a:moveTo>
                    <a:pt x="80" y="65"/>
                  </a:moveTo>
                  <a:cubicBezTo>
                    <a:pt x="44" y="65"/>
                    <a:pt x="31" y="45"/>
                    <a:pt x="29" y="40"/>
                  </a:cubicBezTo>
                  <a:cubicBezTo>
                    <a:pt x="15" y="40"/>
                    <a:pt x="15" y="40"/>
                    <a:pt x="15" y="40"/>
                  </a:cubicBezTo>
                  <a:cubicBezTo>
                    <a:pt x="15" y="44"/>
                    <a:pt x="12" y="47"/>
                    <a:pt x="8" y="47"/>
                  </a:cubicBezTo>
                  <a:cubicBezTo>
                    <a:pt x="4" y="47"/>
                    <a:pt x="0" y="43"/>
                    <a:pt x="0" y="39"/>
                  </a:cubicBezTo>
                  <a:cubicBezTo>
                    <a:pt x="0" y="37"/>
                    <a:pt x="1" y="35"/>
                    <a:pt x="2" y="33"/>
                  </a:cubicBezTo>
                  <a:cubicBezTo>
                    <a:pt x="1" y="32"/>
                    <a:pt x="0" y="30"/>
                    <a:pt x="0" y="28"/>
                  </a:cubicBezTo>
                  <a:cubicBezTo>
                    <a:pt x="0" y="24"/>
                    <a:pt x="4" y="20"/>
                    <a:pt x="8" y="20"/>
                  </a:cubicBezTo>
                  <a:cubicBezTo>
                    <a:pt x="12" y="20"/>
                    <a:pt x="15" y="23"/>
                    <a:pt x="16" y="27"/>
                  </a:cubicBezTo>
                  <a:cubicBezTo>
                    <a:pt x="28" y="27"/>
                    <a:pt x="28" y="27"/>
                    <a:pt x="28" y="27"/>
                  </a:cubicBezTo>
                  <a:cubicBezTo>
                    <a:pt x="35" y="0"/>
                    <a:pt x="74" y="0"/>
                    <a:pt x="76" y="0"/>
                  </a:cubicBezTo>
                  <a:cubicBezTo>
                    <a:pt x="77" y="0"/>
                    <a:pt x="77" y="0"/>
                    <a:pt x="77" y="0"/>
                  </a:cubicBezTo>
                  <a:cubicBezTo>
                    <a:pt x="78" y="1"/>
                    <a:pt x="78" y="1"/>
                    <a:pt x="78" y="1"/>
                  </a:cubicBezTo>
                  <a:cubicBezTo>
                    <a:pt x="81" y="65"/>
                    <a:pt x="81" y="65"/>
                    <a:pt x="81" y="65"/>
                  </a:cubicBezTo>
                  <a:lnTo>
                    <a:pt x="80" y="6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154"/>
            <p:cNvSpPr>
              <a:spLocks noEditPoints="1"/>
            </p:cNvSpPr>
            <p:nvPr/>
          </p:nvSpPr>
          <p:spPr bwMode="auto">
            <a:xfrm>
              <a:off x="4287837" y="490538"/>
              <a:ext cx="177800" cy="144462"/>
            </a:xfrm>
            <a:custGeom>
              <a:avLst/>
              <a:gdLst>
                <a:gd name="T0" fmla="*/ 78 w 85"/>
                <a:gd name="T1" fmla="*/ 3 h 69"/>
                <a:gd name="T2" fmla="*/ 78 w 85"/>
                <a:gd name="T3" fmla="*/ 3 h 69"/>
                <a:gd name="T4" fmla="*/ 82 w 85"/>
                <a:gd name="T5" fmla="*/ 66 h 69"/>
                <a:gd name="T6" fmla="*/ 32 w 85"/>
                <a:gd name="T7" fmla="*/ 41 h 69"/>
                <a:gd name="T8" fmla="*/ 16 w 85"/>
                <a:gd name="T9" fmla="*/ 41 h 69"/>
                <a:gd name="T10" fmla="*/ 10 w 85"/>
                <a:gd name="T11" fmla="*/ 47 h 69"/>
                <a:gd name="T12" fmla="*/ 4 w 85"/>
                <a:gd name="T13" fmla="*/ 41 h 69"/>
                <a:gd name="T14" fmla="*/ 7 w 85"/>
                <a:gd name="T15" fmla="*/ 35 h 69"/>
                <a:gd name="T16" fmla="*/ 4 w 85"/>
                <a:gd name="T17" fmla="*/ 30 h 69"/>
                <a:gd name="T18" fmla="*/ 10 w 85"/>
                <a:gd name="T19" fmla="*/ 24 h 69"/>
                <a:gd name="T20" fmla="*/ 16 w 85"/>
                <a:gd name="T21" fmla="*/ 30 h 69"/>
                <a:gd name="T22" fmla="*/ 16 w 85"/>
                <a:gd name="T23" fmla="*/ 31 h 69"/>
                <a:gd name="T24" fmla="*/ 32 w 85"/>
                <a:gd name="T25" fmla="*/ 31 h 69"/>
                <a:gd name="T26" fmla="*/ 78 w 85"/>
                <a:gd name="T27" fmla="*/ 3 h 69"/>
                <a:gd name="T28" fmla="*/ 13 w 85"/>
                <a:gd name="T29" fmla="*/ 36 h 69"/>
                <a:gd name="T30" fmla="*/ 13 w 85"/>
                <a:gd name="T31" fmla="*/ 35 h 69"/>
                <a:gd name="T32" fmla="*/ 13 w 85"/>
                <a:gd name="T33" fmla="*/ 35 h 69"/>
                <a:gd name="T34" fmla="*/ 13 w 85"/>
                <a:gd name="T35" fmla="*/ 36 h 69"/>
                <a:gd name="T36" fmla="*/ 78 w 85"/>
                <a:gd name="T37" fmla="*/ 0 h 69"/>
                <a:gd name="T38" fmla="*/ 29 w 85"/>
                <a:gd name="T39" fmla="*/ 27 h 69"/>
                <a:gd name="T40" fmla="*/ 19 w 85"/>
                <a:gd name="T41" fmla="*/ 28 h 69"/>
                <a:gd name="T42" fmla="*/ 10 w 85"/>
                <a:gd name="T43" fmla="*/ 21 h 69"/>
                <a:gd name="T44" fmla="*/ 0 w 85"/>
                <a:gd name="T45" fmla="*/ 30 h 69"/>
                <a:gd name="T46" fmla="*/ 2 w 85"/>
                <a:gd name="T47" fmla="*/ 35 h 69"/>
                <a:gd name="T48" fmla="*/ 0 w 85"/>
                <a:gd name="T49" fmla="*/ 41 h 69"/>
                <a:gd name="T50" fmla="*/ 10 w 85"/>
                <a:gd name="T51" fmla="*/ 50 h 69"/>
                <a:gd name="T52" fmla="*/ 19 w 85"/>
                <a:gd name="T53" fmla="*/ 44 h 69"/>
                <a:gd name="T54" fmla="*/ 30 w 85"/>
                <a:gd name="T55" fmla="*/ 44 h 69"/>
                <a:gd name="T56" fmla="*/ 82 w 85"/>
                <a:gd name="T57" fmla="*/ 69 h 69"/>
                <a:gd name="T58" fmla="*/ 85 w 85"/>
                <a:gd name="T59" fmla="*/ 69 h 69"/>
                <a:gd name="T60" fmla="*/ 85 w 85"/>
                <a:gd name="T61" fmla="*/ 65 h 69"/>
                <a:gd name="T62" fmla="*/ 81 w 85"/>
                <a:gd name="T63" fmla="*/ 3 h 69"/>
                <a:gd name="T64" fmla="*/ 81 w 85"/>
                <a:gd name="T65" fmla="*/ 0 h 69"/>
                <a:gd name="T66" fmla="*/ 78 w 85"/>
                <a:gd name="T67" fmla="*/ 0 h 69"/>
                <a:gd name="T68" fmla="*/ 78 w 85"/>
                <a:gd name="T69" fmla="*/ 0 h 69"/>
                <a:gd name="T70" fmla="*/ 78 w 85"/>
                <a:gd name="T71"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5" h="69">
                  <a:moveTo>
                    <a:pt x="78" y="3"/>
                  </a:moveTo>
                  <a:cubicBezTo>
                    <a:pt x="78" y="3"/>
                    <a:pt x="78" y="3"/>
                    <a:pt x="78" y="3"/>
                  </a:cubicBezTo>
                  <a:cubicBezTo>
                    <a:pt x="82" y="66"/>
                    <a:pt x="82" y="66"/>
                    <a:pt x="82" y="66"/>
                  </a:cubicBezTo>
                  <a:cubicBezTo>
                    <a:pt x="43" y="66"/>
                    <a:pt x="32" y="41"/>
                    <a:pt x="32" y="41"/>
                  </a:cubicBezTo>
                  <a:cubicBezTo>
                    <a:pt x="16" y="41"/>
                    <a:pt x="16" y="41"/>
                    <a:pt x="16" y="41"/>
                  </a:cubicBezTo>
                  <a:cubicBezTo>
                    <a:pt x="16" y="44"/>
                    <a:pt x="13" y="47"/>
                    <a:pt x="10" y="47"/>
                  </a:cubicBezTo>
                  <a:cubicBezTo>
                    <a:pt x="6" y="47"/>
                    <a:pt x="4" y="44"/>
                    <a:pt x="4" y="41"/>
                  </a:cubicBezTo>
                  <a:cubicBezTo>
                    <a:pt x="4" y="38"/>
                    <a:pt x="5" y="36"/>
                    <a:pt x="7" y="35"/>
                  </a:cubicBezTo>
                  <a:cubicBezTo>
                    <a:pt x="5" y="34"/>
                    <a:pt x="4" y="32"/>
                    <a:pt x="4" y="30"/>
                  </a:cubicBezTo>
                  <a:cubicBezTo>
                    <a:pt x="4" y="27"/>
                    <a:pt x="6" y="24"/>
                    <a:pt x="10" y="24"/>
                  </a:cubicBezTo>
                  <a:cubicBezTo>
                    <a:pt x="13" y="24"/>
                    <a:pt x="16" y="27"/>
                    <a:pt x="16" y="30"/>
                  </a:cubicBezTo>
                  <a:cubicBezTo>
                    <a:pt x="16" y="30"/>
                    <a:pt x="16" y="30"/>
                    <a:pt x="16" y="31"/>
                  </a:cubicBezTo>
                  <a:cubicBezTo>
                    <a:pt x="32" y="31"/>
                    <a:pt x="32" y="31"/>
                    <a:pt x="32" y="31"/>
                  </a:cubicBezTo>
                  <a:cubicBezTo>
                    <a:pt x="37" y="4"/>
                    <a:pt x="77" y="3"/>
                    <a:pt x="78" y="3"/>
                  </a:cubicBezTo>
                  <a:moveTo>
                    <a:pt x="13" y="36"/>
                  </a:moveTo>
                  <a:cubicBezTo>
                    <a:pt x="13" y="35"/>
                    <a:pt x="13" y="35"/>
                    <a:pt x="13" y="35"/>
                  </a:cubicBezTo>
                  <a:cubicBezTo>
                    <a:pt x="13" y="35"/>
                    <a:pt x="13" y="35"/>
                    <a:pt x="13" y="35"/>
                  </a:cubicBezTo>
                  <a:cubicBezTo>
                    <a:pt x="13" y="35"/>
                    <a:pt x="13" y="36"/>
                    <a:pt x="13" y="36"/>
                  </a:cubicBezTo>
                  <a:moveTo>
                    <a:pt x="78" y="0"/>
                  </a:moveTo>
                  <a:cubicBezTo>
                    <a:pt x="76" y="0"/>
                    <a:pt x="37" y="0"/>
                    <a:pt x="29" y="27"/>
                  </a:cubicBezTo>
                  <a:cubicBezTo>
                    <a:pt x="19" y="28"/>
                    <a:pt x="19" y="28"/>
                    <a:pt x="19" y="28"/>
                  </a:cubicBezTo>
                  <a:cubicBezTo>
                    <a:pt x="18" y="24"/>
                    <a:pt x="14" y="21"/>
                    <a:pt x="10" y="21"/>
                  </a:cubicBezTo>
                  <a:cubicBezTo>
                    <a:pt x="5" y="21"/>
                    <a:pt x="0" y="25"/>
                    <a:pt x="0" y="30"/>
                  </a:cubicBezTo>
                  <a:cubicBezTo>
                    <a:pt x="0" y="32"/>
                    <a:pt x="1" y="34"/>
                    <a:pt x="2" y="35"/>
                  </a:cubicBezTo>
                  <a:cubicBezTo>
                    <a:pt x="1" y="37"/>
                    <a:pt x="0" y="39"/>
                    <a:pt x="0" y="41"/>
                  </a:cubicBezTo>
                  <a:cubicBezTo>
                    <a:pt x="0" y="46"/>
                    <a:pt x="5" y="50"/>
                    <a:pt x="10" y="50"/>
                  </a:cubicBezTo>
                  <a:cubicBezTo>
                    <a:pt x="14" y="50"/>
                    <a:pt x="17" y="48"/>
                    <a:pt x="19" y="44"/>
                  </a:cubicBezTo>
                  <a:cubicBezTo>
                    <a:pt x="30" y="44"/>
                    <a:pt x="30" y="44"/>
                    <a:pt x="30" y="44"/>
                  </a:cubicBezTo>
                  <a:cubicBezTo>
                    <a:pt x="33" y="50"/>
                    <a:pt x="47" y="69"/>
                    <a:pt x="82" y="69"/>
                  </a:cubicBezTo>
                  <a:cubicBezTo>
                    <a:pt x="85" y="69"/>
                    <a:pt x="85" y="69"/>
                    <a:pt x="85" y="69"/>
                  </a:cubicBezTo>
                  <a:cubicBezTo>
                    <a:pt x="85" y="65"/>
                    <a:pt x="85" y="65"/>
                    <a:pt x="85" y="65"/>
                  </a:cubicBezTo>
                  <a:cubicBezTo>
                    <a:pt x="81" y="3"/>
                    <a:pt x="81" y="3"/>
                    <a:pt x="81" y="3"/>
                  </a:cubicBezTo>
                  <a:cubicBezTo>
                    <a:pt x="81" y="0"/>
                    <a:pt x="81" y="0"/>
                    <a:pt x="81" y="0"/>
                  </a:cubicBezTo>
                  <a:cubicBezTo>
                    <a:pt x="78" y="0"/>
                    <a:pt x="78" y="0"/>
                    <a:pt x="78" y="0"/>
                  </a:cubicBezTo>
                  <a:cubicBezTo>
                    <a:pt x="78" y="0"/>
                    <a:pt x="78" y="0"/>
                    <a:pt x="78" y="0"/>
                  </a:cubicBezTo>
                  <a:cubicBezTo>
                    <a:pt x="78" y="0"/>
                    <a:pt x="78" y="0"/>
                    <a:pt x="78" y="0"/>
                  </a:cubicBez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Oval 155"/>
            <p:cNvSpPr>
              <a:spLocks noChangeArrowheads="1"/>
            </p:cNvSpPr>
            <p:nvPr/>
          </p:nvSpPr>
          <p:spPr bwMode="auto">
            <a:xfrm>
              <a:off x="4406900" y="496888"/>
              <a:ext cx="104775" cy="131762"/>
            </a:xfrm>
            <a:prstGeom prst="ellipse">
              <a:avLst/>
            </a:prstGeom>
            <a:solidFill>
              <a:srgbClr val="FFFFFF"/>
            </a:solidFill>
            <a:ln w="6350" cap="flat">
              <a:solidFill>
                <a:srgbClr val="FF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62" name="Oval 156"/>
            <p:cNvSpPr>
              <a:spLocks noChangeArrowheads="1"/>
            </p:cNvSpPr>
            <p:nvPr/>
          </p:nvSpPr>
          <p:spPr bwMode="auto">
            <a:xfrm>
              <a:off x="4440237" y="541338"/>
              <a:ext cx="36513" cy="42862"/>
            </a:xfrm>
            <a:prstGeom prst="ellipse">
              <a:avLst/>
            </a:prstGeom>
            <a:solidFill>
              <a:srgbClr val="FFFFFF"/>
            </a:solidFill>
            <a:ln w="6350" cap="flat">
              <a:solidFill>
                <a:srgbClr val="FF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63" name="Freeform 157"/>
            <p:cNvSpPr>
              <a:spLocks/>
            </p:cNvSpPr>
            <p:nvPr/>
          </p:nvSpPr>
          <p:spPr bwMode="auto">
            <a:xfrm>
              <a:off x="4562475" y="495301"/>
              <a:ext cx="171450" cy="134937"/>
            </a:xfrm>
            <a:custGeom>
              <a:avLst/>
              <a:gdLst>
                <a:gd name="T0" fmla="*/ 80 w 82"/>
                <a:gd name="T1" fmla="*/ 65 h 65"/>
                <a:gd name="T2" fmla="*/ 29 w 82"/>
                <a:gd name="T3" fmla="*/ 40 h 65"/>
                <a:gd name="T4" fmla="*/ 16 w 82"/>
                <a:gd name="T5" fmla="*/ 40 h 65"/>
                <a:gd name="T6" fmla="*/ 8 w 82"/>
                <a:gd name="T7" fmla="*/ 47 h 65"/>
                <a:gd name="T8" fmla="*/ 0 w 82"/>
                <a:gd name="T9" fmla="*/ 39 h 65"/>
                <a:gd name="T10" fmla="*/ 2 w 82"/>
                <a:gd name="T11" fmla="*/ 33 h 65"/>
                <a:gd name="T12" fmla="*/ 0 w 82"/>
                <a:gd name="T13" fmla="*/ 28 h 65"/>
                <a:gd name="T14" fmla="*/ 8 w 82"/>
                <a:gd name="T15" fmla="*/ 20 h 65"/>
                <a:gd name="T16" fmla="*/ 16 w 82"/>
                <a:gd name="T17" fmla="*/ 27 h 65"/>
                <a:gd name="T18" fmla="*/ 28 w 82"/>
                <a:gd name="T19" fmla="*/ 27 h 65"/>
                <a:gd name="T20" fmla="*/ 76 w 82"/>
                <a:gd name="T21" fmla="*/ 0 h 65"/>
                <a:gd name="T22" fmla="*/ 78 w 82"/>
                <a:gd name="T23" fmla="*/ 0 h 65"/>
                <a:gd name="T24" fmla="*/ 78 w 82"/>
                <a:gd name="T25" fmla="*/ 1 h 65"/>
                <a:gd name="T26" fmla="*/ 82 w 82"/>
                <a:gd name="T27" fmla="*/ 65 h 65"/>
                <a:gd name="T28" fmla="*/ 80 w 82"/>
                <a:gd name="T2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 h="65">
                  <a:moveTo>
                    <a:pt x="80" y="65"/>
                  </a:moveTo>
                  <a:cubicBezTo>
                    <a:pt x="44" y="65"/>
                    <a:pt x="31" y="45"/>
                    <a:pt x="29" y="40"/>
                  </a:cubicBezTo>
                  <a:cubicBezTo>
                    <a:pt x="16" y="40"/>
                    <a:pt x="16" y="40"/>
                    <a:pt x="16" y="40"/>
                  </a:cubicBezTo>
                  <a:cubicBezTo>
                    <a:pt x="15" y="44"/>
                    <a:pt x="12" y="47"/>
                    <a:pt x="8" y="47"/>
                  </a:cubicBezTo>
                  <a:cubicBezTo>
                    <a:pt x="4" y="47"/>
                    <a:pt x="0" y="43"/>
                    <a:pt x="0" y="39"/>
                  </a:cubicBezTo>
                  <a:cubicBezTo>
                    <a:pt x="0" y="37"/>
                    <a:pt x="1" y="35"/>
                    <a:pt x="2" y="33"/>
                  </a:cubicBezTo>
                  <a:cubicBezTo>
                    <a:pt x="1" y="32"/>
                    <a:pt x="0" y="30"/>
                    <a:pt x="0" y="28"/>
                  </a:cubicBezTo>
                  <a:cubicBezTo>
                    <a:pt x="0" y="24"/>
                    <a:pt x="4" y="20"/>
                    <a:pt x="8" y="20"/>
                  </a:cubicBezTo>
                  <a:cubicBezTo>
                    <a:pt x="12" y="20"/>
                    <a:pt x="15" y="23"/>
                    <a:pt x="16" y="27"/>
                  </a:cubicBezTo>
                  <a:cubicBezTo>
                    <a:pt x="28" y="27"/>
                    <a:pt x="28" y="27"/>
                    <a:pt x="28" y="27"/>
                  </a:cubicBezTo>
                  <a:cubicBezTo>
                    <a:pt x="35" y="0"/>
                    <a:pt x="74" y="0"/>
                    <a:pt x="76" y="0"/>
                  </a:cubicBezTo>
                  <a:cubicBezTo>
                    <a:pt x="78" y="0"/>
                    <a:pt x="78" y="0"/>
                    <a:pt x="78" y="0"/>
                  </a:cubicBezTo>
                  <a:cubicBezTo>
                    <a:pt x="78" y="1"/>
                    <a:pt x="78" y="1"/>
                    <a:pt x="78" y="1"/>
                  </a:cubicBezTo>
                  <a:cubicBezTo>
                    <a:pt x="82" y="65"/>
                    <a:pt x="82" y="65"/>
                    <a:pt x="82" y="65"/>
                  </a:cubicBezTo>
                  <a:lnTo>
                    <a:pt x="80" y="6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158"/>
            <p:cNvSpPr>
              <a:spLocks noEditPoints="1"/>
            </p:cNvSpPr>
            <p:nvPr/>
          </p:nvSpPr>
          <p:spPr bwMode="auto">
            <a:xfrm>
              <a:off x="4559300" y="490538"/>
              <a:ext cx="176213" cy="144462"/>
            </a:xfrm>
            <a:custGeom>
              <a:avLst/>
              <a:gdLst>
                <a:gd name="T0" fmla="*/ 77 w 84"/>
                <a:gd name="T1" fmla="*/ 3 h 69"/>
                <a:gd name="T2" fmla="*/ 77 w 84"/>
                <a:gd name="T3" fmla="*/ 3 h 69"/>
                <a:gd name="T4" fmla="*/ 81 w 84"/>
                <a:gd name="T5" fmla="*/ 66 h 69"/>
                <a:gd name="T6" fmla="*/ 31 w 84"/>
                <a:gd name="T7" fmla="*/ 41 h 69"/>
                <a:gd name="T8" fmla="*/ 15 w 84"/>
                <a:gd name="T9" fmla="*/ 41 h 69"/>
                <a:gd name="T10" fmla="*/ 9 w 84"/>
                <a:gd name="T11" fmla="*/ 47 h 69"/>
                <a:gd name="T12" fmla="*/ 3 w 84"/>
                <a:gd name="T13" fmla="*/ 41 h 69"/>
                <a:gd name="T14" fmla="*/ 6 w 84"/>
                <a:gd name="T15" fmla="*/ 35 h 69"/>
                <a:gd name="T16" fmla="*/ 3 w 84"/>
                <a:gd name="T17" fmla="*/ 30 h 69"/>
                <a:gd name="T18" fmla="*/ 9 w 84"/>
                <a:gd name="T19" fmla="*/ 24 h 69"/>
                <a:gd name="T20" fmla="*/ 15 w 84"/>
                <a:gd name="T21" fmla="*/ 30 h 69"/>
                <a:gd name="T22" fmla="*/ 15 w 84"/>
                <a:gd name="T23" fmla="*/ 31 h 69"/>
                <a:gd name="T24" fmla="*/ 31 w 84"/>
                <a:gd name="T25" fmla="*/ 31 h 69"/>
                <a:gd name="T26" fmla="*/ 77 w 84"/>
                <a:gd name="T27" fmla="*/ 3 h 69"/>
                <a:gd name="T28" fmla="*/ 13 w 84"/>
                <a:gd name="T29" fmla="*/ 36 h 69"/>
                <a:gd name="T30" fmla="*/ 13 w 84"/>
                <a:gd name="T31" fmla="*/ 35 h 69"/>
                <a:gd name="T32" fmla="*/ 12 w 84"/>
                <a:gd name="T33" fmla="*/ 35 h 69"/>
                <a:gd name="T34" fmla="*/ 13 w 84"/>
                <a:gd name="T35" fmla="*/ 36 h 69"/>
                <a:gd name="T36" fmla="*/ 77 w 84"/>
                <a:gd name="T37" fmla="*/ 0 h 69"/>
                <a:gd name="T38" fmla="*/ 28 w 84"/>
                <a:gd name="T39" fmla="*/ 27 h 69"/>
                <a:gd name="T40" fmla="*/ 18 w 84"/>
                <a:gd name="T41" fmla="*/ 28 h 69"/>
                <a:gd name="T42" fmla="*/ 9 w 84"/>
                <a:gd name="T43" fmla="*/ 21 h 69"/>
                <a:gd name="T44" fmla="*/ 0 w 84"/>
                <a:gd name="T45" fmla="*/ 30 h 69"/>
                <a:gd name="T46" fmla="*/ 1 w 84"/>
                <a:gd name="T47" fmla="*/ 35 h 69"/>
                <a:gd name="T48" fmla="*/ 0 w 84"/>
                <a:gd name="T49" fmla="*/ 41 h 69"/>
                <a:gd name="T50" fmla="*/ 9 w 84"/>
                <a:gd name="T51" fmla="*/ 50 h 69"/>
                <a:gd name="T52" fmla="*/ 18 w 84"/>
                <a:gd name="T53" fmla="*/ 44 h 69"/>
                <a:gd name="T54" fmla="*/ 29 w 84"/>
                <a:gd name="T55" fmla="*/ 44 h 69"/>
                <a:gd name="T56" fmla="*/ 81 w 84"/>
                <a:gd name="T57" fmla="*/ 69 h 69"/>
                <a:gd name="T58" fmla="*/ 84 w 84"/>
                <a:gd name="T59" fmla="*/ 69 h 69"/>
                <a:gd name="T60" fmla="*/ 84 w 84"/>
                <a:gd name="T61" fmla="*/ 65 h 69"/>
                <a:gd name="T62" fmla="*/ 80 w 84"/>
                <a:gd name="T63" fmla="*/ 3 h 69"/>
                <a:gd name="T64" fmla="*/ 80 w 84"/>
                <a:gd name="T65" fmla="*/ 0 h 69"/>
                <a:gd name="T66" fmla="*/ 77 w 84"/>
                <a:gd name="T67" fmla="*/ 0 h 69"/>
                <a:gd name="T68" fmla="*/ 77 w 84"/>
                <a:gd name="T69" fmla="*/ 0 h 69"/>
                <a:gd name="T70" fmla="*/ 77 w 84"/>
                <a:gd name="T71"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4" h="69">
                  <a:moveTo>
                    <a:pt x="77" y="3"/>
                  </a:moveTo>
                  <a:cubicBezTo>
                    <a:pt x="77" y="3"/>
                    <a:pt x="77" y="3"/>
                    <a:pt x="77" y="3"/>
                  </a:cubicBezTo>
                  <a:cubicBezTo>
                    <a:pt x="81" y="66"/>
                    <a:pt x="81" y="66"/>
                    <a:pt x="81" y="66"/>
                  </a:cubicBezTo>
                  <a:cubicBezTo>
                    <a:pt x="42" y="66"/>
                    <a:pt x="31" y="41"/>
                    <a:pt x="31" y="41"/>
                  </a:cubicBezTo>
                  <a:cubicBezTo>
                    <a:pt x="15" y="41"/>
                    <a:pt x="15" y="41"/>
                    <a:pt x="15" y="41"/>
                  </a:cubicBezTo>
                  <a:cubicBezTo>
                    <a:pt x="15" y="44"/>
                    <a:pt x="12" y="47"/>
                    <a:pt x="9" y="47"/>
                  </a:cubicBezTo>
                  <a:cubicBezTo>
                    <a:pt x="6" y="47"/>
                    <a:pt x="3" y="44"/>
                    <a:pt x="3" y="41"/>
                  </a:cubicBezTo>
                  <a:cubicBezTo>
                    <a:pt x="3" y="38"/>
                    <a:pt x="4" y="36"/>
                    <a:pt x="6" y="35"/>
                  </a:cubicBezTo>
                  <a:cubicBezTo>
                    <a:pt x="4" y="34"/>
                    <a:pt x="3" y="32"/>
                    <a:pt x="3" y="30"/>
                  </a:cubicBezTo>
                  <a:cubicBezTo>
                    <a:pt x="3" y="27"/>
                    <a:pt x="6" y="24"/>
                    <a:pt x="9" y="24"/>
                  </a:cubicBezTo>
                  <a:cubicBezTo>
                    <a:pt x="12" y="24"/>
                    <a:pt x="15" y="27"/>
                    <a:pt x="15" y="30"/>
                  </a:cubicBezTo>
                  <a:cubicBezTo>
                    <a:pt x="15" y="30"/>
                    <a:pt x="15" y="30"/>
                    <a:pt x="15" y="31"/>
                  </a:cubicBezTo>
                  <a:cubicBezTo>
                    <a:pt x="31" y="31"/>
                    <a:pt x="31" y="31"/>
                    <a:pt x="31" y="31"/>
                  </a:cubicBezTo>
                  <a:cubicBezTo>
                    <a:pt x="36" y="4"/>
                    <a:pt x="76" y="3"/>
                    <a:pt x="77" y="3"/>
                  </a:cubicBezTo>
                  <a:moveTo>
                    <a:pt x="13" y="36"/>
                  </a:moveTo>
                  <a:cubicBezTo>
                    <a:pt x="13" y="35"/>
                    <a:pt x="13" y="35"/>
                    <a:pt x="13" y="35"/>
                  </a:cubicBezTo>
                  <a:cubicBezTo>
                    <a:pt x="12" y="35"/>
                    <a:pt x="12" y="35"/>
                    <a:pt x="12" y="35"/>
                  </a:cubicBezTo>
                  <a:cubicBezTo>
                    <a:pt x="12" y="35"/>
                    <a:pt x="12" y="36"/>
                    <a:pt x="13" y="36"/>
                  </a:cubicBezTo>
                  <a:moveTo>
                    <a:pt x="77" y="0"/>
                  </a:moveTo>
                  <a:cubicBezTo>
                    <a:pt x="75" y="0"/>
                    <a:pt x="36" y="0"/>
                    <a:pt x="28" y="27"/>
                  </a:cubicBezTo>
                  <a:cubicBezTo>
                    <a:pt x="18" y="28"/>
                    <a:pt x="18" y="28"/>
                    <a:pt x="18" y="28"/>
                  </a:cubicBezTo>
                  <a:cubicBezTo>
                    <a:pt x="17" y="24"/>
                    <a:pt x="13" y="21"/>
                    <a:pt x="9" y="21"/>
                  </a:cubicBezTo>
                  <a:cubicBezTo>
                    <a:pt x="4" y="21"/>
                    <a:pt x="0" y="25"/>
                    <a:pt x="0" y="30"/>
                  </a:cubicBezTo>
                  <a:cubicBezTo>
                    <a:pt x="0" y="32"/>
                    <a:pt x="0" y="34"/>
                    <a:pt x="1" y="35"/>
                  </a:cubicBezTo>
                  <a:cubicBezTo>
                    <a:pt x="0" y="37"/>
                    <a:pt x="0" y="39"/>
                    <a:pt x="0" y="41"/>
                  </a:cubicBezTo>
                  <a:cubicBezTo>
                    <a:pt x="0" y="46"/>
                    <a:pt x="4" y="50"/>
                    <a:pt x="9" y="50"/>
                  </a:cubicBezTo>
                  <a:cubicBezTo>
                    <a:pt x="13" y="50"/>
                    <a:pt x="16" y="48"/>
                    <a:pt x="18" y="44"/>
                  </a:cubicBezTo>
                  <a:cubicBezTo>
                    <a:pt x="29" y="44"/>
                    <a:pt x="29" y="44"/>
                    <a:pt x="29" y="44"/>
                  </a:cubicBezTo>
                  <a:cubicBezTo>
                    <a:pt x="33" y="50"/>
                    <a:pt x="46" y="69"/>
                    <a:pt x="81" y="69"/>
                  </a:cubicBezTo>
                  <a:cubicBezTo>
                    <a:pt x="84" y="69"/>
                    <a:pt x="84" y="69"/>
                    <a:pt x="84" y="69"/>
                  </a:cubicBezTo>
                  <a:cubicBezTo>
                    <a:pt x="84" y="65"/>
                    <a:pt x="84" y="65"/>
                    <a:pt x="84" y="65"/>
                  </a:cubicBezTo>
                  <a:cubicBezTo>
                    <a:pt x="80" y="3"/>
                    <a:pt x="80" y="3"/>
                    <a:pt x="80" y="3"/>
                  </a:cubicBezTo>
                  <a:cubicBezTo>
                    <a:pt x="80" y="0"/>
                    <a:pt x="80" y="0"/>
                    <a:pt x="80" y="0"/>
                  </a:cubicBezTo>
                  <a:cubicBezTo>
                    <a:pt x="77" y="0"/>
                    <a:pt x="77" y="0"/>
                    <a:pt x="77" y="0"/>
                  </a:cubicBezTo>
                  <a:cubicBezTo>
                    <a:pt x="77" y="0"/>
                    <a:pt x="77" y="0"/>
                    <a:pt x="77" y="0"/>
                  </a:cubicBezTo>
                  <a:cubicBezTo>
                    <a:pt x="77" y="0"/>
                    <a:pt x="77" y="0"/>
                    <a:pt x="77" y="0"/>
                  </a:cubicBez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Oval 159"/>
            <p:cNvSpPr>
              <a:spLocks noChangeArrowheads="1"/>
            </p:cNvSpPr>
            <p:nvPr/>
          </p:nvSpPr>
          <p:spPr bwMode="auto">
            <a:xfrm>
              <a:off x="4676775" y="496888"/>
              <a:ext cx="104775" cy="131762"/>
            </a:xfrm>
            <a:prstGeom prst="ellipse">
              <a:avLst/>
            </a:prstGeom>
            <a:solidFill>
              <a:srgbClr val="FFFFFF"/>
            </a:solidFill>
            <a:ln w="6350" cap="flat">
              <a:solidFill>
                <a:srgbClr val="FF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66" name="Oval 160"/>
            <p:cNvSpPr>
              <a:spLocks noChangeArrowheads="1"/>
            </p:cNvSpPr>
            <p:nvPr/>
          </p:nvSpPr>
          <p:spPr bwMode="auto">
            <a:xfrm>
              <a:off x="4710112" y="541338"/>
              <a:ext cx="36513" cy="42862"/>
            </a:xfrm>
            <a:prstGeom prst="ellipse">
              <a:avLst/>
            </a:prstGeom>
            <a:solidFill>
              <a:srgbClr val="FFFFFF"/>
            </a:solidFill>
            <a:ln w="6350" cap="flat">
              <a:solidFill>
                <a:srgbClr val="FF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67" name="Freeform 161"/>
            <p:cNvSpPr>
              <a:spLocks/>
            </p:cNvSpPr>
            <p:nvPr/>
          </p:nvSpPr>
          <p:spPr bwMode="auto">
            <a:xfrm>
              <a:off x="4244975" y="865188"/>
              <a:ext cx="149225" cy="152400"/>
            </a:xfrm>
            <a:custGeom>
              <a:avLst/>
              <a:gdLst>
                <a:gd name="T0" fmla="*/ 66 w 72"/>
                <a:gd name="T1" fmla="*/ 47 h 73"/>
                <a:gd name="T2" fmla="*/ 66 w 72"/>
                <a:gd name="T3" fmla="*/ 67 h 73"/>
                <a:gd name="T4" fmla="*/ 66 w 72"/>
                <a:gd name="T5" fmla="*/ 67 h 73"/>
                <a:gd name="T6" fmla="*/ 46 w 72"/>
                <a:gd name="T7" fmla="*/ 67 h 73"/>
                <a:gd name="T8" fmla="*/ 5 w 72"/>
                <a:gd name="T9" fmla="*/ 26 h 73"/>
                <a:gd name="T10" fmla="*/ 5 w 72"/>
                <a:gd name="T11" fmla="*/ 6 h 73"/>
                <a:gd name="T12" fmla="*/ 5 w 72"/>
                <a:gd name="T13" fmla="*/ 6 h 73"/>
                <a:gd name="T14" fmla="*/ 25 w 72"/>
                <a:gd name="T15" fmla="*/ 6 h 73"/>
                <a:gd name="T16" fmla="*/ 66 w 72"/>
                <a:gd name="T17" fmla="*/ 47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73">
                  <a:moveTo>
                    <a:pt x="66" y="47"/>
                  </a:moveTo>
                  <a:cubicBezTo>
                    <a:pt x="72" y="53"/>
                    <a:pt x="72" y="62"/>
                    <a:pt x="66" y="67"/>
                  </a:cubicBezTo>
                  <a:cubicBezTo>
                    <a:pt x="66" y="67"/>
                    <a:pt x="66" y="67"/>
                    <a:pt x="66" y="67"/>
                  </a:cubicBezTo>
                  <a:cubicBezTo>
                    <a:pt x="61" y="73"/>
                    <a:pt x="52" y="73"/>
                    <a:pt x="46" y="67"/>
                  </a:cubicBezTo>
                  <a:cubicBezTo>
                    <a:pt x="5" y="26"/>
                    <a:pt x="5" y="26"/>
                    <a:pt x="5" y="26"/>
                  </a:cubicBezTo>
                  <a:cubicBezTo>
                    <a:pt x="0" y="20"/>
                    <a:pt x="0" y="11"/>
                    <a:pt x="5" y="6"/>
                  </a:cubicBezTo>
                  <a:cubicBezTo>
                    <a:pt x="5" y="6"/>
                    <a:pt x="5" y="6"/>
                    <a:pt x="5" y="6"/>
                  </a:cubicBezTo>
                  <a:cubicBezTo>
                    <a:pt x="11" y="0"/>
                    <a:pt x="20" y="0"/>
                    <a:pt x="25" y="6"/>
                  </a:cubicBezTo>
                  <a:lnTo>
                    <a:pt x="66" y="4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162"/>
            <p:cNvSpPr>
              <a:spLocks/>
            </p:cNvSpPr>
            <p:nvPr/>
          </p:nvSpPr>
          <p:spPr bwMode="auto">
            <a:xfrm>
              <a:off x="4352925" y="865188"/>
              <a:ext cx="150813" cy="152400"/>
            </a:xfrm>
            <a:custGeom>
              <a:avLst/>
              <a:gdLst>
                <a:gd name="T0" fmla="*/ 67 w 72"/>
                <a:gd name="T1" fmla="*/ 47 h 73"/>
                <a:gd name="T2" fmla="*/ 67 w 72"/>
                <a:gd name="T3" fmla="*/ 67 h 73"/>
                <a:gd name="T4" fmla="*/ 67 w 72"/>
                <a:gd name="T5" fmla="*/ 67 h 73"/>
                <a:gd name="T6" fmla="*/ 47 w 72"/>
                <a:gd name="T7" fmla="*/ 67 h 73"/>
                <a:gd name="T8" fmla="*/ 6 w 72"/>
                <a:gd name="T9" fmla="*/ 26 h 73"/>
                <a:gd name="T10" fmla="*/ 6 w 72"/>
                <a:gd name="T11" fmla="*/ 6 h 73"/>
                <a:gd name="T12" fmla="*/ 6 w 72"/>
                <a:gd name="T13" fmla="*/ 6 h 73"/>
                <a:gd name="T14" fmla="*/ 26 w 72"/>
                <a:gd name="T15" fmla="*/ 6 h 73"/>
                <a:gd name="T16" fmla="*/ 67 w 72"/>
                <a:gd name="T17" fmla="*/ 47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73">
                  <a:moveTo>
                    <a:pt x="67" y="47"/>
                  </a:moveTo>
                  <a:cubicBezTo>
                    <a:pt x="72" y="53"/>
                    <a:pt x="72" y="62"/>
                    <a:pt x="67" y="67"/>
                  </a:cubicBezTo>
                  <a:cubicBezTo>
                    <a:pt x="67" y="67"/>
                    <a:pt x="67" y="67"/>
                    <a:pt x="67" y="67"/>
                  </a:cubicBezTo>
                  <a:cubicBezTo>
                    <a:pt x="61" y="73"/>
                    <a:pt x="52" y="73"/>
                    <a:pt x="47" y="67"/>
                  </a:cubicBezTo>
                  <a:cubicBezTo>
                    <a:pt x="6" y="26"/>
                    <a:pt x="6" y="26"/>
                    <a:pt x="6" y="26"/>
                  </a:cubicBezTo>
                  <a:cubicBezTo>
                    <a:pt x="0" y="20"/>
                    <a:pt x="0" y="11"/>
                    <a:pt x="6" y="6"/>
                  </a:cubicBezTo>
                  <a:cubicBezTo>
                    <a:pt x="6" y="6"/>
                    <a:pt x="6" y="6"/>
                    <a:pt x="6" y="6"/>
                  </a:cubicBezTo>
                  <a:cubicBezTo>
                    <a:pt x="11" y="0"/>
                    <a:pt x="20" y="0"/>
                    <a:pt x="26" y="6"/>
                  </a:cubicBezTo>
                  <a:lnTo>
                    <a:pt x="67" y="4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163"/>
            <p:cNvSpPr>
              <a:spLocks/>
            </p:cNvSpPr>
            <p:nvPr/>
          </p:nvSpPr>
          <p:spPr bwMode="auto">
            <a:xfrm>
              <a:off x="4464050" y="865188"/>
              <a:ext cx="150813" cy="152400"/>
            </a:xfrm>
            <a:custGeom>
              <a:avLst/>
              <a:gdLst>
                <a:gd name="T0" fmla="*/ 66 w 72"/>
                <a:gd name="T1" fmla="*/ 47 h 73"/>
                <a:gd name="T2" fmla="*/ 66 w 72"/>
                <a:gd name="T3" fmla="*/ 67 h 73"/>
                <a:gd name="T4" fmla="*/ 66 w 72"/>
                <a:gd name="T5" fmla="*/ 67 h 73"/>
                <a:gd name="T6" fmla="*/ 46 w 72"/>
                <a:gd name="T7" fmla="*/ 67 h 73"/>
                <a:gd name="T8" fmla="*/ 5 w 72"/>
                <a:gd name="T9" fmla="*/ 26 h 73"/>
                <a:gd name="T10" fmla="*/ 5 w 72"/>
                <a:gd name="T11" fmla="*/ 6 h 73"/>
                <a:gd name="T12" fmla="*/ 5 w 72"/>
                <a:gd name="T13" fmla="*/ 6 h 73"/>
                <a:gd name="T14" fmla="*/ 25 w 72"/>
                <a:gd name="T15" fmla="*/ 6 h 73"/>
                <a:gd name="T16" fmla="*/ 66 w 72"/>
                <a:gd name="T17" fmla="*/ 47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73">
                  <a:moveTo>
                    <a:pt x="66" y="47"/>
                  </a:moveTo>
                  <a:cubicBezTo>
                    <a:pt x="72" y="53"/>
                    <a:pt x="72" y="62"/>
                    <a:pt x="66" y="67"/>
                  </a:cubicBezTo>
                  <a:cubicBezTo>
                    <a:pt x="66" y="67"/>
                    <a:pt x="66" y="67"/>
                    <a:pt x="66" y="67"/>
                  </a:cubicBezTo>
                  <a:cubicBezTo>
                    <a:pt x="61" y="73"/>
                    <a:pt x="52" y="73"/>
                    <a:pt x="46" y="67"/>
                  </a:cubicBezTo>
                  <a:cubicBezTo>
                    <a:pt x="5" y="26"/>
                    <a:pt x="5" y="26"/>
                    <a:pt x="5" y="26"/>
                  </a:cubicBezTo>
                  <a:cubicBezTo>
                    <a:pt x="0" y="20"/>
                    <a:pt x="0" y="11"/>
                    <a:pt x="5" y="6"/>
                  </a:cubicBezTo>
                  <a:cubicBezTo>
                    <a:pt x="5" y="6"/>
                    <a:pt x="5" y="6"/>
                    <a:pt x="5" y="6"/>
                  </a:cubicBezTo>
                  <a:cubicBezTo>
                    <a:pt x="11" y="0"/>
                    <a:pt x="19" y="0"/>
                    <a:pt x="25" y="6"/>
                  </a:cubicBezTo>
                  <a:lnTo>
                    <a:pt x="66" y="4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164"/>
            <p:cNvSpPr>
              <a:spLocks/>
            </p:cNvSpPr>
            <p:nvPr/>
          </p:nvSpPr>
          <p:spPr bwMode="auto">
            <a:xfrm>
              <a:off x="4572000" y="865188"/>
              <a:ext cx="150813" cy="152400"/>
            </a:xfrm>
            <a:custGeom>
              <a:avLst/>
              <a:gdLst>
                <a:gd name="T0" fmla="*/ 67 w 72"/>
                <a:gd name="T1" fmla="*/ 47 h 73"/>
                <a:gd name="T2" fmla="*/ 67 w 72"/>
                <a:gd name="T3" fmla="*/ 67 h 73"/>
                <a:gd name="T4" fmla="*/ 67 w 72"/>
                <a:gd name="T5" fmla="*/ 67 h 73"/>
                <a:gd name="T6" fmla="*/ 47 w 72"/>
                <a:gd name="T7" fmla="*/ 67 h 73"/>
                <a:gd name="T8" fmla="*/ 6 w 72"/>
                <a:gd name="T9" fmla="*/ 26 h 73"/>
                <a:gd name="T10" fmla="*/ 6 w 72"/>
                <a:gd name="T11" fmla="*/ 6 h 73"/>
                <a:gd name="T12" fmla="*/ 6 w 72"/>
                <a:gd name="T13" fmla="*/ 6 h 73"/>
                <a:gd name="T14" fmla="*/ 25 w 72"/>
                <a:gd name="T15" fmla="*/ 6 h 73"/>
                <a:gd name="T16" fmla="*/ 67 w 72"/>
                <a:gd name="T17" fmla="*/ 47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73">
                  <a:moveTo>
                    <a:pt x="67" y="47"/>
                  </a:moveTo>
                  <a:cubicBezTo>
                    <a:pt x="72" y="53"/>
                    <a:pt x="72" y="62"/>
                    <a:pt x="67" y="67"/>
                  </a:cubicBezTo>
                  <a:cubicBezTo>
                    <a:pt x="67" y="67"/>
                    <a:pt x="67" y="67"/>
                    <a:pt x="67" y="67"/>
                  </a:cubicBezTo>
                  <a:cubicBezTo>
                    <a:pt x="61" y="73"/>
                    <a:pt x="52" y="73"/>
                    <a:pt x="47" y="67"/>
                  </a:cubicBezTo>
                  <a:cubicBezTo>
                    <a:pt x="6" y="26"/>
                    <a:pt x="6" y="26"/>
                    <a:pt x="6" y="26"/>
                  </a:cubicBezTo>
                  <a:cubicBezTo>
                    <a:pt x="0" y="20"/>
                    <a:pt x="0" y="11"/>
                    <a:pt x="6" y="6"/>
                  </a:cubicBezTo>
                  <a:cubicBezTo>
                    <a:pt x="6" y="6"/>
                    <a:pt x="6" y="6"/>
                    <a:pt x="6" y="6"/>
                  </a:cubicBezTo>
                  <a:cubicBezTo>
                    <a:pt x="11" y="0"/>
                    <a:pt x="20" y="0"/>
                    <a:pt x="25" y="6"/>
                  </a:cubicBezTo>
                  <a:lnTo>
                    <a:pt x="67" y="4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165"/>
            <p:cNvSpPr>
              <a:spLocks/>
            </p:cNvSpPr>
            <p:nvPr/>
          </p:nvSpPr>
          <p:spPr bwMode="auto">
            <a:xfrm>
              <a:off x="4683125" y="865188"/>
              <a:ext cx="150813" cy="152400"/>
            </a:xfrm>
            <a:custGeom>
              <a:avLst/>
              <a:gdLst>
                <a:gd name="T0" fmla="*/ 66 w 72"/>
                <a:gd name="T1" fmla="*/ 47 h 73"/>
                <a:gd name="T2" fmla="*/ 66 w 72"/>
                <a:gd name="T3" fmla="*/ 67 h 73"/>
                <a:gd name="T4" fmla="*/ 66 w 72"/>
                <a:gd name="T5" fmla="*/ 67 h 73"/>
                <a:gd name="T6" fmla="*/ 46 w 72"/>
                <a:gd name="T7" fmla="*/ 67 h 73"/>
                <a:gd name="T8" fmla="*/ 5 w 72"/>
                <a:gd name="T9" fmla="*/ 26 h 73"/>
                <a:gd name="T10" fmla="*/ 5 w 72"/>
                <a:gd name="T11" fmla="*/ 6 h 73"/>
                <a:gd name="T12" fmla="*/ 5 w 72"/>
                <a:gd name="T13" fmla="*/ 6 h 73"/>
                <a:gd name="T14" fmla="*/ 25 w 72"/>
                <a:gd name="T15" fmla="*/ 6 h 73"/>
                <a:gd name="T16" fmla="*/ 66 w 72"/>
                <a:gd name="T17" fmla="*/ 47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73">
                  <a:moveTo>
                    <a:pt x="66" y="47"/>
                  </a:moveTo>
                  <a:cubicBezTo>
                    <a:pt x="72" y="53"/>
                    <a:pt x="72" y="62"/>
                    <a:pt x="66" y="67"/>
                  </a:cubicBezTo>
                  <a:cubicBezTo>
                    <a:pt x="66" y="67"/>
                    <a:pt x="66" y="67"/>
                    <a:pt x="66" y="67"/>
                  </a:cubicBezTo>
                  <a:cubicBezTo>
                    <a:pt x="61" y="73"/>
                    <a:pt x="52" y="73"/>
                    <a:pt x="46" y="67"/>
                  </a:cubicBezTo>
                  <a:cubicBezTo>
                    <a:pt x="5" y="26"/>
                    <a:pt x="5" y="26"/>
                    <a:pt x="5" y="26"/>
                  </a:cubicBezTo>
                  <a:cubicBezTo>
                    <a:pt x="0" y="20"/>
                    <a:pt x="0" y="11"/>
                    <a:pt x="5" y="6"/>
                  </a:cubicBezTo>
                  <a:cubicBezTo>
                    <a:pt x="5" y="6"/>
                    <a:pt x="5" y="6"/>
                    <a:pt x="5" y="6"/>
                  </a:cubicBezTo>
                  <a:cubicBezTo>
                    <a:pt x="11" y="0"/>
                    <a:pt x="19" y="0"/>
                    <a:pt x="25" y="6"/>
                  </a:cubicBezTo>
                  <a:lnTo>
                    <a:pt x="66" y="4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166"/>
            <p:cNvSpPr>
              <a:spLocks/>
            </p:cNvSpPr>
            <p:nvPr/>
          </p:nvSpPr>
          <p:spPr bwMode="auto">
            <a:xfrm>
              <a:off x="4265612" y="723901"/>
              <a:ext cx="92075" cy="90487"/>
            </a:xfrm>
            <a:custGeom>
              <a:avLst/>
              <a:gdLst>
                <a:gd name="T0" fmla="*/ 42 w 44"/>
                <a:gd name="T1" fmla="*/ 35 h 43"/>
                <a:gd name="T2" fmla="*/ 42 w 44"/>
                <a:gd name="T3" fmla="*/ 41 h 43"/>
                <a:gd name="T4" fmla="*/ 42 w 44"/>
                <a:gd name="T5" fmla="*/ 41 h 43"/>
                <a:gd name="T6" fmla="*/ 36 w 44"/>
                <a:gd name="T7" fmla="*/ 41 h 43"/>
                <a:gd name="T8" fmla="*/ 2 w 44"/>
                <a:gd name="T9" fmla="*/ 8 h 43"/>
                <a:gd name="T10" fmla="*/ 2 w 44"/>
                <a:gd name="T11" fmla="*/ 1 h 43"/>
                <a:gd name="T12" fmla="*/ 2 w 44"/>
                <a:gd name="T13" fmla="*/ 1 h 43"/>
                <a:gd name="T14" fmla="*/ 9 w 44"/>
                <a:gd name="T15" fmla="*/ 1 h 43"/>
                <a:gd name="T16" fmla="*/ 42 w 44"/>
                <a:gd name="T17" fmla="*/ 3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43">
                  <a:moveTo>
                    <a:pt x="42" y="35"/>
                  </a:moveTo>
                  <a:cubicBezTo>
                    <a:pt x="44" y="37"/>
                    <a:pt x="44" y="40"/>
                    <a:pt x="42" y="41"/>
                  </a:cubicBezTo>
                  <a:cubicBezTo>
                    <a:pt x="42" y="41"/>
                    <a:pt x="42" y="41"/>
                    <a:pt x="42" y="41"/>
                  </a:cubicBezTo>
                  <a:cubicBezTo>
                    <a:pt x="40" y="43"/>
                    <a:pt x="37" y="43"/>
                    <a:pt x="36" y="41"/>
                  </a:cubicBezTo>
                  <a:cubicBezTo>
                    <a:pt x="2" y="8"/>
                    <a:pt x="2" y="8"/>
                    <a:pt x="2" y="8"/>
                  </a:cubicBezTo>
                  <a:cubicBezTo>
                    <a:pt x="0" y="6"/>
                    <a:pt x="0" y="3"/>
                    <a:pt x="2" y="1"/>
                  </a:cubicBezTo>
                  <a:cubicBezTo>
                    <a:pt x="2" y="1"/>
                    <a:pt x="2" y="1"/>
                    <a:pt x="2" y="1"/>
                  </a:cubicBezTo>
                  <a:cubicBezTo>
                    <a:pt x="4" y="0"/>
                    <a:pt x="7" y="0"/>
                    <a:pt x="9" y="1"/>
                  </a:cubicBezTo>
                  <a:lnTo>
                    <a:pt x="42" y="3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167"/>
            <p:cNvSpPr>
              <a:spLocks/>
            </p:cNvSpPr>
            <p:nvPr/>
          </p:nvSpPr>
          <p:spPr bwMode="auto">
            <a:xfrm>
              <a:off x="4330700" y="723901"/>
              <a:ext cx="92075" cy="90487"/>
            </a:xfrm>
            <a:custGeom>
              <a:avLst/>
              <a:gdLst>
                <a:gd name="T0" fmla="*/ 42 w 44"/>
                <a:gd name="T1" fmla="*/ 35 h 43"/>
                <a:gd name="T2" fmla="*/ 42 w 44"/>
                <a:gd name="T3" fmla="*/ 41 h 43"/>
                <a:gd name="T4" fmla="*/ 42 w 44"/>
                <a:gd name="T5" fmla="*/ 41 h 43"/>
                <a:gd name="T6" fmla="*/ 36 w 44"/>
                <a:gd name="T7" fmla="*/ 41 h 43"/>
                <a:gd name="T8" fmla="*/ 2 w 44"/>
                <a:gd name="T9" fmla="*/ 8 h 43"/>
                <a:gd name="T10" fmla="*/ 2 w 44"/>
                <a:gd name="T11" fmla="*/ 1 h 43"/>
                <a:gd name="T12" fmla="*/ 2 w 44"/>
                <a:gd name="T13" fmla="*/ 1 h 43"/>
                <a:gd name="T14" fmla="*/ 9 w 44"/>
                <a:gd name="T15" fmla="*/ 1 h 43"/>
                <a:gd name="T16" fmla="*/ 42 w 44"/>
                <a:gd name="T17" fmla="*/ 3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43">
                  <a:moveTo>
                    <a:pt x="42" y="35"/>
                  </a:moveTo>
                  <a:cubicBezTo>
                    <a:pt x="44" y="37"/>
                    <a:pt x="44" y="40"/>
                    <a:pt x="42" y="41"/>
                  </a:cubicBezTo>
                  <a:cubicBezTo>
                    <a:pt x="42" y="41"/>
                    <a:pt x="42" y="41"/>
                    <a:pt x="42" y="41"/>
                  </a:cubicBezTo>
                  <a:cubicBezTo>
                    <a:pt x="40" y="43"/>
                    <a:pt x="38" y="43"/>
                    <a:pt x="36" y="41"/>
                  </a:cubicBezTo>
                  <a:cubicBezTo>
                    <a:pt x="2" y="8"/>
                    <a:pt x="2" y="8"/>
                    <a:pt x="2" y="8"/>
                  </a:cubicBezTo>
                  <a:cubicBezTo>
                    <a:pt x="0" y="6"/>
                    <a:pt x="0" y="3"/>
                    <a:pt x="2" y="1"/>
                  </a:cubicBezTo>
                  <a:cubicBezTo>
                    <a:pt x="2" y="1"/>
                    <a:pt x="2" y="1"/>
                    <a:pt x="2" y="1"/>
                  </a:cubicBezTo>
                  <a:cubicBezTo>
                    <a:pt x="4" y="0"/>
                    <a:pt x="7" y="0"/>
                    <a:pt x="9" y="1"/>
                  </a:cubicBezTo>
                  <a:lnTo>
                    <a:pt x="42" y="3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168"/>
            <p:cNvSpPr>
              <a:spLocks/>
            </p:cNvSpPr>
            <p:nvPr/>
          </p:nvSpPr>
          <p:spPr bwMode="auto">
            <a:xfrm>
              <a:off x="4394200" y="723901"/>
              <a:ext cx="92075" cy="90487"/>
            </a:xfrm>
            <a:custGeom>
              <a:avLst/>
              <a:gdLst>
                <a:gd name="T0" fmla="*/ 42 w 44"/>
                <a:gd name="T1" fmla="*/ 35 h 43"/>
                <a:gd name="T2" fmla="*/ 42 w 44"/>
                <a:gd name="T3" fmla="*/ 41 h 43"/>
                <a:gd name="T4" fmla="*/ 42 w 44"/>
                <a:gd name="T5" fmla="*/ 41 h 43"/>
                <a:gd name="T6" fmla="*/ 36 w 44"/>
                <a:gd name="T7" fmla="*/ 41 h 43"/>
                <a:gd name="T8" fmla="*/ 2 w 44"/>
                <a:gd name="T9" fmla="*/ 8 h 43"/>
                <a:gd name="T10" fmla="*/ 2 w 44"/>
                <a:gd name="T11" fmla="*/ 1 h 43"/>
                <a:gd name="T12" fmla="*/ 2 w 44"/>
                <a:gd name="T13" fmla="*/ 1 h 43"/>
                <a:gd name="T14" fmla="*/ 9 w 44"/>
                <a:gd name="T15" fmla="*/ 1 h 43"/>
                <a:gd name="T16" fmla="*/ 42 w 44"/>
                <a:gd name="T17" fmla="*/ 3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43">
                  <a:moveTo>
                    <a:pt x="42" y="35"/>
                  </a:moveTo>
                  <a:cubicBezTo>
                    <a:pt x="44" y="37"/>
                    <a:pt x="44" y="40"/>
                    <a:pt x="42" y="41"/>
                  </a:cubicBezTo>
                  <a:cubicBezTo>
                    <a:pt x="42" y="41"/>
                    <a:pt x="42" y="41"/>
                    <a:pt x="42" y="41"/>
                  </a:cubicBezTo>
                  <a:cubicBezTo>
                    <a:pt x="40" y="43"/>
                    <a:pt x="38" y="43"/>
                    <a:pt x="36" y="41"/>
                  </a:cubicBezTo>
                  <a:cubicBezTo>
                    <a:pt x="2" y="8"/>
                    <a:pt x="2" y="8"/>
                    <a:pt x="2" y="8"/>
                  </a:cubicBezTo>
                  <a:cubicBezTo>
                    <a:pt x="0" y="6"/>
                    <a:pt x="0" y="3"/>
                    <a:pt x="2" y="1"/>
                  </a:cubicBezTo>
                  <a:cubicBezTo>
                    <a:pt x="2" y="1"/>
                    <a:pt x="2" y="1"/>
                    <a:pt x="2" y="1"/>
                  </a:cubicBezTo>
                  <a:cubicBezTo>
                    <a:pt x="4" y="0"/>
                    <a:pt x="7" y="0"/>
                    <a:pt x="9" y="1"/>
                  </a:cubicBezTo>
                  <a:lnTo>
                    <a:pt x="42" y="3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169"/>
            <p:cNvSpPr>
              <a:spLocks/>
            </p:cNvSpPr>
            <p:nvPr/>
          </p:nvSpPr>
          <p:spPr bwMode="auto">
            <a:xfrm>
              <a:off x="4459287" y="723901"/>
              <a:ext cx="92075" cy="90487"/>
            </a:xfrm>
            <a:custGeom>
              <a:avLst/>
              <a:gdLst>
                <a:gd name="T0" fmla="*/ 42 w 44"/>
                <a:gd name="T1" fmla="*/ 35 h 43"/>
                <a:gd name="T2" fmla="*/ 42 w 44"/>
                <a:gd name="T3" fmla="*/ 41 h 43"/>
                <a:gd name="T4" fmla="*/ 42 w 44"/>
                <a:gd name="T5" fmla="*/ 41 h 43"/>
                <a:gd name="T6" fmla="*/ 36 w 44"/>
                <a:gd name="T7" fmla="*/ 41 h 43"/>
                <a:gd name="T8" fmla="*/ 2 w 44"/>
                <a:gd name="T9" fmla="*/ 8 h 43"/>
                <a:gd name="T10" fmla="*/ 2 w 44"/>
                <a:gd name="T11" fmla="*/ 1 h 43"/>
                <a:gd name="T12" fmla="*/ 2 w 44"/>
                <a:gd name="T13" fmla="*/ 1 h 43"/>
                <a:gd name="T14" fmla="*/ 9 w 44"/>
                <a:gd name="T15" fmla="*/ 1 h 43"/>
                <a:gd name="T16" fmla="*/ 42 w 44"/>
                <a:gd name="T17" fmla="*/ 3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43">
                  <a:moveTo>
                    <a:pt x="42" y="35"/>
                  </a:moveTo>
                  <a:cubicBezTo>
                    <a:pt x="44" y="37"/>
                    <a:pt x="44" y="40"/>
                    <a:pt x="42" y="41"/>
                  </a:cubicBezTo>
                  <a:cubicBezTo>
                    <a:pt x="42" y="41"/>
                    <a:pt x="42" y="41"/>
                    <a:pt x="42" y="41"/>
                  </a:cubicBezTo>
                  <a:cubicBezTo>
                    <a:pt x="40" y="43"/>
                    <a:pt x="38" y="43"/>
                    <a:pt x="36" y="41"/>
                  </a:cubicBezTo>
                  <a:cubicBezTo>
                    <a:pt x="2" y="8"/>
                    <a:pt x="2" y="8"/>
                    <a:pt x="2" y="8"/>
                  </a:cubicBezTo>
                  <a:cubicBezTo>
                    <a:pt x="0" y="6"/>
                    <a:pt x="0" y="3"/>
                    <a:pt x="2" y="1"/>
                  </a:cubicBezTo>
                  <a:cubicBezTo>
                    <a:pt x="2" y="1"/>
                    <a:pt x="2" y="1"/>
                    <a:pt x="2" y="1"/>
                  </a:cubicBezTo>
                  <a:cubicBezTo>
                    <a:pt x="4" y="0"/>
                    <a:pt x="7" y="0"/>
                    <a:pt x="9" y="1"/>
                  </a:cubicBezTo>
                  <a:lnTo>
                    <a:pt x="42" y="3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170"/>
            <p:cNvSpPr>
              <a:spLocks/>
            </p:cNvSpPr>
            <p:nvPr/>
          </p:nvSpPr>
          <p:spPr bwMode="auto">
            <a:xfrm>
              <a:off x="4524375" y="723901"/>
              <a:ext cx="92075" cy="90487"/>
            </a:xfrm>
            <a:custGeom>
              <a:avLst/>
              <a:gdLst>
                <a:gd name="T0" fmla="*/ 42 w 44"/>
                <a:gd name="T1" fmla="*/ 35 h 43"/>
                <a:gd name="T2" fmla="*/ 42 w 44"/>
                <a:gd name="T3" fmla="*/ 41 h 43"/>
                <a:gd name="T4" fmla="*/ 42 w 44"/>
                <a:gd name="T5" fmla="*/ 41 h 43"/>
                <a:gd name="T6" fmla="*/ 36 w 44"/>
                <a:gd name="T7" fmla="*/ 41 h 43"/>
                <a:gd name="T8" fmla="*/ 2 w 44"/>
                <a:gd name="T9" fmla="*/ 8 h 43"/>
                <a:gd name="T10" fmla="*/ 2 w 44"/>
                <a:gd name="T11" fmla="*/ 1 h 43"/>
                <a:gd name="T12" fmla="*/ 2 w 44"/>
                <a:gd name="T13" fmla="*/ 1 h 43"/>
                <a:gd name="T14" fmla="*/ 9 w 44"/>
                <a:gd name="T15" fmla="*/ 1 h 43"/>
                <a:gd name="T16" fmla="*/ 42 w 44"/>
                <a:gd name="T17" fmla="*/ 3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43">
                  <a:moveTo>
                    <a:pt x="42" y="35"/>
                  </a:moveTo>
                  <a:cubicBezTo>
                    <a:pt x="44" y="37"/>
                    <a:pt x="44" y="40"/>
                    <a:pt x="42" y="41"/>
                  </a:cubicBezTo>
                  <a:cubicBezTo>
                    <a:pt x="42" y="41"/>
                    <a:pt x="42" y="41"/>
                    <a:pt x="42" y="41"/>
                  </a:cubicBezTo>
                  <a:cubicBezTo>
                    <a:pt x="40" y="43"/>
                    <a:pt x="38" y="43"/>
                    <a:pt x="36" y="41"/>
                  </a:cubicBezTo>
                  <a:cubicBezTo>
                    <a:pt x="2" y="8"/>
                    <a:pt x="2" y="8"/>
                    <a:pt x="2" y="8"/>
                  </a:cubicBezTo>
                  <a:cubicBezTo>
                    <a:pt x="0" y="6"/>
                    <a:pt x="0" y="3"/>
                    <a:pt x="2" y="1"/>
                  </a:cubicBezTo>
                  <a:cubicBezTo>
                    <a:pt x="2" y="1"/>
                    <a:pt x="2" y="1"/>
                    <a:pt x="2" y="1"/>
                  </a:cubicBezTo>
                  <a:cubicBezTo>
                    <a:pt x="4" y="0"/>
                    <a:pt x="7" y="0"/>
                    <a:pt x="9" y="1"/>
                  </a:cubicBezTo>
                  <a:lnTo>
                    <a:pt x="42" y="3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171"/>
            <p:cNvSpPr>
              <a:spLocks/>
            </p:cNvSpPr>
            <p:nvPr/>
          </p:nvSpPr>
          <p:spPr bwMode="auto">
            <a:xfrm>
              <a:off x="4589462" y="723901"/>
              <a:ext cx="92075" cy="90487"/>
            </a:xfrm>
            <a:custGeom>
              <a:avLst/>
              <a:gdLst>
                <a:gd name="T0" fmla="*/ 42 w 44"/>
                <a:gd name="T1" fmla="*/ 35 h 43"/>
                <a:gd name="T2" fmla="*/ 42 w 44"/>
                <a:gd name="T3" fmla="*/ 41 h 43"/>
                <a:gd name="T4" fmla="*/ 42 w 44"/>
                <a:gd name="T5" fmla="*/ 41 h 43"/>
                <a:gd name="T6" fmla="*/ 36 w 44"/>
                <a:gd name="T7" fmla="*/ 41 h 43"/>
                <a:gd name="T8" fmla="*/ 2 w 44"/>
                <a:gd name="T9" fmla="*/ 8 h 43"/>
                <a:gd name="T10" fmla="*/ 2 w 44"/>
                <a:gd name="T11" fmla="*/ 1 h 43"/>
                <a:gd name="T12" fmla="*/ 2 w 44"/>
                <a:gd name="T13" fmla="*/ 1 h 43"/>
                <a:gd name="T14" fmla="*/ 9 w 44"/>
                <a:gd name="T15" fmla="*/ 1 h 43"/>
                <a:gd name="T16" fmla="*/ 42 w 44"/>
                <a:gd name="T17" fmla="*/ 3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43">
                  <a:moveTo>
                    <a:pt x="42" y="35"/>
                  </a:moveTo>
                  <a:cubicBezTo>
                    <a:pt x="44" y="37"/>
                    <a:pt x="44" y="40"/>
                    <a:pt x="42" y="41"/>
                  </a:cubicBezTo>
                  <a:cubicBezTo>
                    <a:pt x="42" y="41"/>
                    <a:pt x="42" y="41"/>
                    <a:pt x="42" y="41"/>
                  </a:cubicBezTo>
                  <a:cubicBezTo>
                    <a:pt x="40" y="43"/>
                    <a:pt x="38" y="43"/>
                    <a:pt x="36" y="41"/>
                  </a:cubicBezTo>
                  <a:cubicBezTo>
                    <a:pt x="2" y="8"/>
                    <a:pt x="2" y="8"/>
                    <a:pt x="2" y="8"/>
                  </a:cubicBezTo>
                  <a:cubicBezTo>
                    <a:pt x="0" y="6"/>
                    <a:pt x="0" y="3"/>
                    <a:pt x="2" y="1"/>
                  </a:cubicBezTo>
                  <a:cubicBezTo>
                    <a:pt x="2" y="1"/>
                    <a:pt x="2" y="1"/>
                    <a:pt x="2" y="1"/>
                  </a:cubicBezTo>
                  <a:cubicBezTo>
                    <a:pt x="4" y="0"/>
                    <a:pt x="7" y="0"/>
                    <a:pt x="9" y="1"/>
                  </a:cubicBezTo>
                  <a:lnTo>
                    <a:pt x="42" y="3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172"/>
            <p:cNvSpPr>
              <a:spLocks/>
            </p:cNvSpPr>
            <p:nvPr/>
          </p:nvSpPr>
          <p:spPr bwMode="auto">
            <a:xfrm>
              <a:off x="4654550" y="723901"/>
              <a:ext cx="92075" cy="90487"/>
            </a:xfrm>
            <a:custGeom>
              <a:avLst/>
              <a:gdLst>
                <a:gd name="T0" fmla="*/ 42 w 44"/>
                <a:gd name="T1" fmla="*/ 35 h 43"/>
                <a:gd name="T2" fmla="*/ 42 w 44"/>
                <a:gd name="T3" fmla="*/ 41 h 43"/>
                <a:gd name="T4" fmla="*/ 42 w 44"/>
                <a:gd name="T5" fmla="*/ 41 h 43"/>
                <a:gd name="T6" fmla="*/ 36 w 44"/>
                <a:gd name="T7" fmla="*/ 41 h 43"/>
                <a:gd name="T8" fmla="*/ 2 w 44"/>
                <a:gd name="T9" fmla="*/ 8 h 43"/>
                <a:gd name="T10" fmla="*/ 2 w 44"/>
                <a:gd name="T11" fmla="*/ 1 h 43"/>
                <a:gd name="T12" fmla="*/ 2 w 44"/>
                <a:gd name="T13" fmla="*/ 1 h 43"/>
                <a:gd name="T14" fmla="*/ 9 w 44"/>
                <a:gd name="T15" fmla="*/ 1 h 43"/>
                <a:gd name="T16" fmla="*/ 42 w 44"/>
                <a:gd name="T17" fmla="*/ 3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43">
                  <a:moveTo>
                    <a:pt x="42" y="35"/>
                  </a:moveTo>
                  <a:cubicBezTo>
                    <a:pt x="44" y="37"/>
                    <a:pt x="44" y="40"/>
                    <a:pt x="42" y="41"/>
                  </a:cubicBezTo>
                  <a:cubicBezTo>
                    <a:pt x="42" y="41"/>
                    <a:pt x="42" y="41"/>
                    <a:pt x="42" y="41"/>
                  </a:cubicBezTo>
                  <a:cubicBezTo>
                    <a:pt x="41" y="43"/>
                    <a:pt x="38" y="43"/>
                    <a:pt x="36" y="41"/>
                  </a:cubicBezTo>
                  <a:cubicBezTo>
                    <a:pt x="2" y="8"/>
                    <a:pt x="2" y="8"/>
                    <a:pt x="2" y="8"/>
                  </a:cubicBezTo>
                  <a:cubicBezTo>
                    <a:pt x="0" y="6"/>
                    <a:pt x="0" y="3"/>
                    <a:pt x="2" y="1"/>
                  </a:cubicBezTo>
                  <a:cubicBezTo>
                    <a:pt x="2" y="1"/>
                    <a:pt x="2" y="1"/>
                    <a:pt x="2" y="1"/>
                  </a:cubicBezTo>
                  <a:cubicBezTo>
                    <a:pt x="4" y="0"/>
                    <a:pt x="7" y="0"/>
                    <a:pt x="9" y="1"/>
                  </a:cubicBezTo>
                  <a:lnTo>
                    <a:pt x="42" y="3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173"/>
            <p:cNvSpPr>
              <a:spLocks/>
            </p:cNvSpPr>
            <p:nvPr/>
          </p:nvSpPr>
          <p:spPr bwMode="auto">
            <a:xfrm>
              <a:off x="4719637" y="723901"/>
              <a:ext cx="90488" cy="90487"/>
            </a:xfrm>
            <a:custGeom>
              <a:avLst/>
              <a:gdLst>
                <a:gd name="T0" fmla="*/ 42 w 44"/>
                <a:gd name="T1" fmla="*/ 35 h 43"/>
                <a:gd name="T2" fmla="*/ 42 w 44"/>
                <a:gd name="T3" fmla="*/ 41 h 43"/>
                <a:gd name="T4" fmla="*/ 42 w 44"/>
                <a:gd name="T5" fmla="*/ 41 h 43"/>
                <a:gd name="T6" fmla="*/ 36 w 44"/>
                <a:gd name="T7" fmla="*/ 41 h 43"/>
                <a:gd name="T8" fmla="*/ 2 w 44"/>
                <a:gd name="T9" fmla="*/ 8 h 43"/>
                <a:gd name="T10" fmla="*/ 2 w 44"/>
                <a:gd name="T11" fmla="*/ 1 h 43"/>
                <a:gd name="T12" fmla="*/ 2 w 44"/>
                <a:gd name="T13" fmla="*/ 1 h 43"/>
                <a:gd name="T14" fmla="*/ 9 w 44"/>
                <a:gd name="T15" fmla="*/ 1 h 43"/>
                <a:gd name="T16" fmla="*/ 42 w 44"/>
                <a:gd name="T17" fmla="*/ 3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43">
                  <a:moveTo>
                    <a:pt x="42" y="35"/>
                  </a:moveTo>
                  <a:cubicBezTo>
                    <a:pt x="44" y="37"/>
                    <a:pt x="44" y="40"/>
                    <a:pt x="42" y="41"/>
                  </a:cubicBezTo>
                  <a:cubicBezTo>
                    <a:pt x="42" y="41"/>
                    <a:pt x="42" y="41"/>
                    <a:pt x="42" y="41"/>
                  </a:cubicBezTo>
                  <a:cubicBezTo>
                    <a:pt x="41" y="43"/>
                    <a:pt x="38" y="43"/>
                    <a:pt x="36" y="41"/>
                  </a:cubicBezTo>
                  <a:cubicBezTo>
                    <a:pt x="2" y="8"/>
                    <a:pt x="2" y="8"/>
                    <a:pt x="2" y="8"/>
                  </a:cubicBezTo>
                  <a:cubicBezTo>
                    <a:pt x="0" y="6"/>
                    <a:pt x="0" y="3"/>
                    <a:pt x="2" y="1"/>
                  </a:cubicBezTo>
                  <a:cubicBezTo>
                    <a:pt x="2" y="1"/>
                    <a:pt x="2" y="1"/>
                    <a:pt x="2" y="1"/>
                  </a:cubicBezTo>
                  <a:cubicBezTo>
                    <a:pt x="4" y="0"/>
                    <a:pt x="7" y="0"/>
                    <a:pt x="9" y="1"/>
                  </a:cubicBezTo>
                  <a:lnTo>
                    <a:pt x="42" y="3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Oval 174"/>
            <p:cNvSpPr>
              <a:spLocks noChangeArrowheads="1"/>
            </p:cNvSpPr>
            <p:nvPr/>
          </p:nvSpPr>
          <p:spPr bwMode="auto">
            <a:xfrm>
              <a:off x="5005387" y="581026"/>
              <a:ext cx="223838" cy="22225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175"/>
            <p:cNvSpPr>
              <a:spLocks/>
            </p:cNvSpPr>
            <p:nvPr/>
          </p:nvSpPr>
          <p:spPr bwMode="auto">
            <a:xfrm>
              <a:off x="5210175" y="809626"/>
              <a:ext cx="160338" cy="284162"/>
            </a:xfrm>
            <a:custGeom>
              <a:avLst/>
              <a:gdLst>
                <a:gd name="T0" fmla="*/ 42 w 77"/>
                <a:gd name="T1" fmla="*/ 123 h 136"/>
                <a:gd name="T2" fmla="*/ 64 w 77"/>
                <a:gd name="T3" fmla="*/ 133 h 136"/>
                <a:gd name="T4" fmla="*/ 64 w 77"/>
                <a:gd name="T5" fmla="*/ 133 h 136"/>
                <a:gd name="T6" fmla="*/ 74 w 77"/>
                <a:gd name="T7" fmla="*/ 111 h 136"/>
                <a:gd name="T8" fmla="*/ 35 w 77"/>
                <a:gd name="T9" fmla="*/ 13 h 136"/>
                <a:gd name="T10" fmla="*/ 13 w 77"/>
                <a:gd name="T11" fmla="*/ 3 h 136"/>
                <a:gd name="T12" fmla="*/ 13 w 77"/>
                <a:gd name="T13" fmla="*/ 3 h 136"/>
                <a:gd name="T14" fmla="*/ 4 w 77"/>
                <a:gd name="T15" fmla="*/ 25 h 136"/>
                <a:gd name="T16" fmla="*/ 42 w 77"/>
                <a:gd name="T17" fmla="*/ 123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136">
                  <a:moveTo>
                    <a:pt x="42" y="123"/>
                  </a:moveTo>
                  <a:cubicBezTo>
                    <a:pt x="45" y="132"/>
                    <a:pt x="55" y="136"/>
                    <a:pt x="64" y="133"/>
                  </a:cubicBezTo>
                  <a:cubicBezTo>
                    <a:pt x="64" y="133"/>
                    <a:pt x="64" y="133"/>
                    <a:pt x="64" y="133"/>
                  </a:cubicBezTo>
                  <a:cubicBezTo>
                    <a:pt x="73" y="129"/>
                    <a:pt x="77" y="120"/>
                    <a:pt x="74" y="111"/>
                  </a:cubicBezTo>
                  <a:cubicBezTo>
                    <a:pt x="35" y="13"/>
                    <a:pt x="35" y="13"/>
                    <a:pt x="35" y="13"/>
                  </a:cubicBezTo>
                  <a:cubicBezTo>
                    <a:pt x="32" y="4"/>
                    <a:pt x="22" y="0"/>
                    <a:pt x="13" y="3"/>
                  </a:cubicBezTo>
                  <a:cubicBezTo>
                    <a:pt x="13" y="3"/>
                    <a:pt x="13" y="3"/>
                    <a:pt x="13" y="3"/>
                  </a:cubicBezTo>
                  <a:cubicBezTo>
                    <a:pt x="4" y="7"/>
                    <a:pt x="0" y="17"/>
                    <a:pt x="4" y="25"/>
                  </a:cubicBezTo>
                  <a:lnTo>
                    <a:pt x="42" y="1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176"/>
            <p:cNvSpPr>
              <a:spLocks/>
            </p:cNvSpPr>
            <p:nvPr/>
          </p:nvSpPr>
          <p:spPr bwMode="auto">
            <a:xfrm>
              <a:off x="5295900" y="1008063"/>
              <a:ext cx="247650" cy="82550"/>
            </a:xfrm>
            <a:custGeom>
              <a:avLst/>
              <a:gdLst>
                <a:gd name="T0" fmla="*/ 0 w 119"/>
                <a:gd name="T1" fmla="*/ 19 h 39"/>
                <a:gd name="T2" fmla="*/ 20 w 119"/>
                <a:gd name="T3" fmla="*/ 39 h 39"/>
                <a:gd name="T4" fmla="*/ 99 w 119"/>
                <a:gd name="T5" fmla="*/ 39 h 39"/>
                <a:gd name="T6" fmla="*/ 119 w 119"/>
                <a:gd name="T7" fmla="*/ 19 h 39"/>
                <a:gd name="T8" fmla="*/ 119 w 119"/>
                <a:gd name="T9" fmla="*/ 19 h 39"/>
                <a:gd name="T10" fmla="*/ 99 w 119"/>
                <a:gd name="T11" fmla="*/ 0 h 39"/>
                <a:gd name="T12" fmla="*/ 20 w 119"/>
                <a:gd name="T13" fmla="*/ 0 h 39"/>
                <a:gd name="T14" fmla="*/ 0 w 119"/>
                <a:gd name="T15" fmla="*/ 19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9" h="39">
                  <a:moveTo>
                    <a:pt x="0" y="19"/>
                  </a:moveTo>
                  <a:cubicBezTo>
                    <a:pt x="0" y="30"/>
                    <a:pt x="9" y="39"/>
                    <a:pt x="20" y="39"/>
                  </a:cubicBezTo>
                  <a:cubicBezTo>
                    <a:pt x="99" y="39"/>
                    <a:pt x="99" y="39"/>
                    <a:pt x="99" y="39"/>
                  </a:cubicBezTo>
                  <a:cubicBezTo>
                    <a:pt x="110" y="39"/>
                    <a:pt x="119" y="30"/>
                    <a:pt x="119" y="19"/>
                  </a:cubicBezTo>
                  <a:cubicBezTo>
                    <a:pt x="119" y="19"/>
                    <a:pt x="119" y="19"/>
                    <a:pt x="119" y="19"/>
                  </a:cubicBezTo>
                  <a:cubicBezTo>
                    <a:pt x="119" y="9"/>
                    <a:pt x="110" y="0"/>
                    <a:pt x="99" y="0"/>
                  </a:cubicBezTo>
                  <a:cubicBezTo>
                    <a:pt x="20" y="0"/>
                    <a:pt x="20" y="0"/>
                    <a:pt x="20" y="0"/>
                  </a:cubicBezTo>
                  <a:cubicBezTo>
                    <a:pt x="9" y="0"/>
                    <a:pt x="0" y="9"/>
                    <a:pt x="0" y="1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Rectangle 177"/>
            <p:cNvSpPr>
              <a:spLocks noChangeArrowheads="1"/>
            </p:cNvSpPr>
            <p:nvPr/>
          </p:nvSpPr>
          <p:spPr bwMode="auto">
            <a:xfrm>
              <a:off x="4967287" y="814388"/>
              <a:ext cx="285750" cy="2921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178"/>
            <p:cNvSpPr>
              <a:spLocks/>
            </p:cNvSpPr>
            <p:nvPr/>
          </p:nvSpPr>
          <p:spPr bwMode="auto">
            <a:xfrm>
              <a:off x="5027612" y="517526"/>
              <a:ext cx="177800" cy="215900"/>
            </a:xfrm>
            <a:custGeom>
              <a:avLst/>
              <a:gdLst>
                <a:gd name="T0" fmla="*/ 85 w 85"/>
                <a:gd name="T1" fmla="*/ 91 h 103"/>
                <a:gd name="T2" fmla="*/ 73 w 85"/>
                <a:gd name="T3" fmla="*/ 103 h 103"/>
                <a:gd name="T4" fmla="*/ 12 w 85"/>
                <a:gd name="T5" fmla="*/ 103 h 103"/>
                <a:gd name="T6" fmla="*/ 0 w 85"/>
                <a:gd name="T7" fmla="*/ 91 h 103"/>
                <a:gd name="T8" fmla="*/ 0 w 85"/>
                <a:gd name="T9" fmla="*/ 13 h 103"/>
                <a:gd name="T10" fmla="*/ 12 w 85"/>
                <a:gd name="T11" fmla="*/ 0 h 103"/>
                <a:gd name="T12" fmla="*/ 73 w 85"/>
                <a:gd name="T13" fmla="*/ 0 h 103"/>
                <a:gd name="T14" fmla="*/ 85 w 85"/>
                <a:gd name="T15" fmla="*/ 13 h 103"/>
                <a:gd name="T16" fmla="*/ 85 w 85"/>
                <a:gd name="T17" fmla="*/ 9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103">
                  <a:moveTo>
                    <a:pt x="85" y="91"/>
                  </a:moveTo>
                  <a:cubicBezTo>
                    <a:pt x="85" y="98"/>
                    <a:pt x="80" y="103"/>
                    <a:pt x="73" y="103"/>
                  </a:cubicBezTo>
                  <a:cubicBezTo>
                    <a:pt x="12" y="103"/>
                    <a:pt x="12" y="103"/>
                    <a:pt x="12" y="103"/>
                  </a:cubicBezTo>
                  <a:cubicBezTo>
                    <a:pt x="5" y="103"/>
                    <a:pt x="0" y="98"/>
                    <a:pt x="0" y="91"/>
                  </a:cubicBezTo>
                  <a:cubicBezTo>
                    <a:pt x="0" y="13"/>
                    <a:pt x="0" y="13"/>
                    <a:pt x="0" y="13"/>
                  </a:cubicBezTo>
                  <a:cubicBezTo>
                    <a:pt x="0" y="6"/>
                    <a:pt x="5" y="0"/>
                    <a:pt x="12" y="0"/>
                  </a:cubicBezTo>
                  <a:cubicBezTo>
                    <a:pt x="73" y="0"/>
                    <a:pt x="73" y="0"/>
                    <a:pt x="73" y="0"/>
                  </a:cubicBezTo>
                  <a:cubicBezTo>
                    <a:pt x="80" y="0"/>
                    <a:pt x="85" y="6"/>
                    <a:pt x="85" y="13"/>
                  </a:cubicBezTo>
                  <a:lnTo>
                    <a:pt x="85" y="9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Rectangle 179"/>
            <p:cNvSpPr>
              <a:spLocks noChangeArrowheads="1"/>
            </p:cNvSpPr>
            <p:nvPr/>
          </p:nvSpPr>
          <p:spPr bwMode="auto">
            <a:xfrm>
              <a:off x="4206875" y="1084263"/>
              <a:ext cx="1346200" cy="541337"/>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Line 180"/>
            <p:cNvSpPr>
              <a:spLocks noChangeShapeType="1"/>
            </p:cNvSpPr>
            <p:nvPr/>
          </p:nvSpPr>
          <p:spPr bwMode="auto">
            <a:xfrm flipH="1">
              <a:off x="4206875" y="1130301"/>
              <a:ext cx="1346200" cy="0"/>
            </a:xfrm>
            <a:prstGeom prst="line">
              <a:avLst/>
            </a:prstGeom>
            <a:noFill/>
            <a:ln w="12700"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181"/>
            <p:cNvSpPr>
              <a:spLocks noEditPoints="1"/>
            </p:cNvSpPr>
            <p:nvPr/>
          </p:nvSpPr>
          <p:spPr bwMode="auto">
            <a:xfrm>
              <a:off x="5329237" y="925513"/>
              <a:ext cx="204788" cy="165100"/>
            </a:xfrm>
            <a:custGeom>
              <a:avLst/>
              <a:gdLst>
                <a:gd name="T0" fmla="*/ 0 w 98"/>
                <a:gd name="T1" fmla="*/ 79 h 79"/>
                <a:gd name="T2" fmla="*/ 63 w 98"/>
                <a:gd name="T3" fmla="*/ 48 h 79"/>
                <a:gd name="T4" fmla="*/ 82 w 98"/>
                <a:gd name="T5" fmla="*/ 48 h 79"/>
                <a:gd name="T6" fmla="*/ 90 w 98"/>
                <a:gd name="T7" fmla="*/ 56 h 79"/>
                <a:gd name="T8" fmla="*/ 98 w 98"/>
                <a:gd name="T9" fmla="*/ 48 h 79"/>
                <a:gd name="T10" fmla="*/ 94 w 98"/>
                <a:gd name="T11" fmla="*/ 41 h 79"/>
                <a:gd name="T12" fmla="*/ 98 w 98"/>
                <a:gd name="T13" fmla="*/ 34 h 79"/>
                <a:gd name="T14" fmla="*/ 90 w 98"/>
                <a:gd name="T15" fmla="*/ 26 h 79"/>
                <a:gd name="T16" fmla="*/ 82 w 98"/>
                <a:gd name="T17" fmla="*/ 34 h 79"/>
                <a:gd name="T18" fmla="*/ 82 w 98"/>
                <a:gd name="T19" fmla="*/ 35 h 79"/>
                <a:gd name="T20" fmla="*/ 63 w 98"/>
                <a:gd name="T21" fmla="*/ 35 h 79"/>
                <a:gd name="T22" fmla="*/ 4 w 98"/>
                <a:gd name="T23" fmla="*/ 1 h 79"/>
                <a:gd name="T24" fmla="*/ 0 w 98"/>
                <a:gd name="T25" fmla="*/ 79 h 79"/>
                <a:gd name="T26" fmla="*/ 86 w 98"/>
                <a:gd name="T27" fmla="*/ 41 h 79"/>
                <a:gd name="T28" fmla="*/ 86 w 98"/>
                <a:gd name="T29" fmla="*/ 41 h 79"/>
                <a:gd name="T30" fmla="*/ 86 w 98"/>
                <a:gd name="T31" fmla="*/ 41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8" h="79">
                  <a:moveTo>
                    <a:pt x="0" y="79"/>
                  </a:moveTo>
                  <a:cubicBezTo>
                    <a:pt x="48" y="79"/>
                    <a:pt x="63" y="48"/>
                    <a:pt x="63" y="48"/>
                  </a:cubicBezTo>
                  <a:cubicBezTo>
                    <a:pt x="82" y="48"/>
                    <a:pt x="82" y="48"/>
                    <a:pt x="82" y="48"/>
                  </a:cubicBezTo>
                  <a:cubicBezTo>
                    <a:pt x="82" y="52"/>
                    <a:pt x="86" y="56"/>
                    <a:pt x="90" y="56"/>
                  </a:cubicBezTo>
                  <a:cubicBezTo>
                    <a:pt x="94" y="56"/>
                    <a:pt x="98" y="52"/>
                    <a:pt x="98" y="48"/>
                  </a:cubicBezTo>
                  <a:cubicBezTo>
                    <a:pt x="98" y="45"/>
                    <a:pt x="96" y="42"/>
                    <a:pt x="94" y="41"/>
                  </a:cubicBezTo>
                  <a:cubicBezTo>
                    <a:pt x="96" y="40"/>
                    <a:pt x="98" y="37"/>
                    <a:pt x="98" y="34"/>
                  </a:cubicBezTo>
                  <a:cubicBezTo>
                    <a:pt x="98" y="30"/>
                    <a:pt x="94" y="26"/>
                    <a:pt x="90" y="26"/>
                  </a:cubicBezTo>
                  <a:cubicBezTo>
                    <a:pt x="86" y="26"/>
                    <a:pt x="82" y="30"/>
                    <a:pt x="82" y="34"/>
                  </a:cubicBezTo>
                  <a:cubicBezTo>
                    <a:pt x="82" y="35"/>
                    <a:pt x="82" y="35"/>
                    <a:pt x="82" y="35"/>
                  </a:cubicBezTo>
                  <a:cubicBezTo>
                    <a:pt x="63" y="35"/>
                    <a:pt x="63" y="35"/>
                    <a:pt x="63" y="35"/>
                  </a:cubicBezTo>
                  <a:cubicBezTo>
                    <a:pt x="56" y="0"/>
                    <a:pt x="4" y="1"/>
                    <a:pt x="4" y="1"/>
                  </a:cubicBezTo>
                  <a:lnTo>
                    <a:pt x="0" y="79"/>
                  </a:lnTo>
                  <a:close/>
                  <a:moveTo>
                    <a:pt x="86" y="41"/>
                  </a:moveTo>
                  <a:cubicBezTo>
                    <a:pt x="86" y="41"/>
                    <a:pt x="86" y="41"/>
                    <a:pt x="86" y="41"/>
                  </a:cubicBezTo>
                  <a:cubicBezTo>
                    <a:pt x="86" y="41"/>
                    <a:pt x="86" y="41"/>
                    <a:pt x="86" y="41"/>
                  </a:cubicBezTo>
                  <a:close/>
                </a:path>
              </a:pathLst>
            </a:custGeom>
            <a:solidFill>
              <a:srgbClr val="B920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Oval 182"/>
            <p:cNvSpPr>
              <a:spLocks noChangeArrowheads="1"/>
            </p:cNvSpPr>
            <p:nvPr/>
          </p:nvSpPr>
          <p:spPr bwMode="auto">
            <a:xfrm>
              <a:off x="5262562" y="927101"/>
              <a:ext cx="131763" cy="163512"/>
            </a:xfrm>
            <a:prstGeom prst="ellipse">
              <a:avLst/>
            </a:prstGeom>
            <a:solidFill>
              <a:srgbClr val="B920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Oval 183"/>
            <p:cNvSpPr>
              <a:spLocks noChangeArrowheads="1"/>
            </p:cNvSpPr>
            <p:nvPr/>
          </p:nvSpPr>
          <p:spPr bwMode="auto">
            <a:xfrm>
              <a:off x="5305425" y="979488"/>
              <a:ext cx="46038" cy="5556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184"/>
            <p:cNvSpPr>
              <a:spLocks/>
            </p:cNvSpPr>
            <p:nvPr/>
          </p:nvSpPr>
          <p:spPr bwMode="auto">
            <a:xfrm>
              <a:off x="4667250" y="1223963"/>
              <a:ext cx="325438" cy="260350"/>
            </a:xfrm>
            <a:custGeom>
              <a:avLst/>
              <a:gdLst>
                <a:gd name="T0" fmla="*/ 153 w 156"/>
                <a:gd name="T1" fmla="*/ 125 h 125"/>
                <a:gd name="T2" fmla="*/ 55 w 156"/>
                <a:gd name="T3" fmla="*/ 78 h 125"/>
                <a:gd name="T4" fmla="*/ 30 w 156"/>
                <a:gd name="T5" fmla="*/ 78 h 125"/>
                <a:gd name="T6" fmla="*/ 15 w 156"/>
                <a:gd name="T7" fmla="*/ 90 h 125"/>
                <a:gd name="T8" fmla="*/ 0 w 156"/>
                <a:gd name="T9" fmla="*/ 75 h 125"/>
                <a:gd name="T10" fmla="*/ 4 w 156"/>
                <a:gd name="T11" fmla="*/ 64 h 125"/>
                <a:gd name="T12" fmla="*/ 0 w 156"/>
                <a:gd name="T13" fmla="*/ 54 h 125"/>
                <a:gd name="T14" fmla="*/ 15 w 156"/>
                <a:gd name="T15" fmla="*/ 39 h 125"/>
                <a:gd name="T16" fmla="*/ 30 w 156"/>
                <a:gd name="T17" fmla="*/ 52 h 125"/>
                <a:gd name="T18" fmla="*/ 54 w 156"/>
                <a:gd name="T19" fmla="*/ 52 h 125"/>
                <a:gd name="T20" fmla="*/ 146 w 156"/>
                <a:gd name="T21" fmla="*/ 0 h 125"/>
                <a:gd name="T22" fmla="*/ 149 w 156"/>
                <a:gd name="T23" fmla="*/ 0 h 125"/>
                <a:gd name="T24" fmla="*/ 149 w 156"/>
                <a:gd name="T25" fmla="*/ 3 h 125"/>
                <a:gd name="T26" fmla="*/ 156 w 156"/>
                <a:gd name="T27" fmla="*/ 125 h 125"/>
                <a:gd name="T28" fmla="*/ 153 w 156"/>
                <a:gd name="T29"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6" h="125">
                  <a:moveTo>
                    <a:pt x="153" y="125"/>
                  </a:moveTo>
                  <a:cubicBezTo>
                    <a:pt x="85" y="125"/>
                    <a:pt x="60" y="87"/>
                    <a:pt x="55" y="78"/>
                  </a:cubicBezTo>
                  <a:cubicBezTo>
                    <a:pt x="30" y="78"/>
                    <a:pt x="30" y="78"/>
                    <a:pt x="30" y="78"/>
                  </a:cubicBezTo>
                  <a:cubicBezTo>
                    <a:pt x="28" y="85"/>
                    <a:pt x="22" y="90"/>
                    <a:pt x="15" y="90"/>
                  </a:cubicBezTo>
                  <a:cubicBezTo>
                    <a:pt x="7" y="90"/>
                    <a:pt x="0" y="83"/>
                    <a:pt x="0" y="75"/>
                  </a:cubicBezTo>
                  <a:cubicBezTo>
                    <a:pt x="0" y="71"/>
                    <a:pt x="2" y="67"/>
                    <a:pt x="4" y="64"/>
                  </a:cubicBezTo>
                  <a:cubicBezTo>
                    <a:pt x="2" y="62"/>
                    <a:pt x="0" y="58"/>
                    <a:pt x="0" y="54"/>
                  </a:cubicBezTo>
                  <a:cubicBezTo>
                    <a:pt x="0" y="46"/>
                    <a:pt x="7" y="39"/>
                    <a:pt x="15" y="39"/>
                  </a:cubicBezTo>
                  <a:cubicBezTo>
                    <a:pt x="23" y="39"/>
                    <a:pt x="29" y="45"/>
                    <a:pt x="30" y="52"/>
                  </a:cubicBezTo>
                  <a:cubicBezTo>
                    <a:pt x="54" y="52"/>
                    <a:pt x="54" y="52"/>
                    <a:pt x="54" y="52"/>
                  </a:cubicBezTo>
                  <a:cubicBezTo>
                    <a:pt x="67" y="0"/>
                    <a:pt x="142" y="0"/>
                    <a:pt x="146" y="0"/>
                  </a:cubicBezTo>
                  <a:cubicBezTo>
                    <a:pt x="149" y="0"/>
                    <a:pt x="149" y="0"/>
                    <a:pt x="149" y="0"/>
                  </a:cubicBezTo>
                  <a:cubicBezTo>
                    <a:pt x="149" y="3"/>
                    <a:pt x="149" y="3"/>
                    <a:pt x="149" y="3"/>
                  </a:cubicBezTo>
                  <a:cubicBezTo>
                    <a:pt x="156" y="125"/>
                    <a:pt x="156" y="125"/>
                    <a:pt x="156" y="125"/>
                  </a:cubicBezTo>
                  <a:lnTo>
                    <a:pt x="153" y="1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185"/>
            <p:cNvSpPr>
              <a:spLocks noEditPoints="1"/>
            </p:cNvSpPr>
            <p:nvPr/>
          </p:nvSpPr>
          <p:spPr bwMode="auto">
            <a:xfrm>
              <a:off x="4660900" y="1217613"/>
              <a:ext cx="338138" cy="273050"/>
            </a:xfrm>
            <a:custGeom>
              <a:avLst/>
              <a:gdLst>
                <a:gd name="T0" fmla="*/ 149 w 162"/>
                <a:gd name="T1" fmla="*/ 6 h 131"/>
                <a:gd name="T2" fmla="*/ 149 w 162"/>
                <a:gd name="T3" fmla="*/ 6 h 131"/>
                <a:gd name="T4" fmla="*/ 156 w 162"/>
                <a:gd name="T5" fmla="*/ 125 h 131"/>
                <a:gd name="T6" fmla="*/ 60 w 162"/>
                <a:gd name="T7" fmla="*/ 78 h 131"/>
                <a:gd name="T8" fmla="*/ 30 w 162"/>
                <a:gd name="T9" fmla="*/ 78 h 131"/>
                <a:gd name="T10" fmla="*/ 18 w 162"/>
                <a:gd name="T11" fmla="*/ 90 h 131"/>
                <a:gd name="T12" fmla="*/ 6 w 162"/>
                <a:gd name="T13" fmla="*/ 78 h 131"/>
                <a:gd name="T14" fmla="*/ 12 w 162"/>
                <a:gd name="T15" fmla="*/ 67 h 131"/>
                <a:gd name="T16" fmla="*/ 6 w 162"/>
                <a:gd name="T17" fmla="*/ 57 h 131"/>
                <a:gd name="T18" fmla="*/ 18 w 162"/>
                <a:gd name="T19" fmla="*/ 45 h 131"/>
                <a:gd name="T20" fmla="*/ 30 w 162"/>
                <a:gd name="T21" fmla="*/ 57 h 131"/>
                <a:gd name="T22" fmla="*/ 30 w 162"/>
                <a:gd name="T23" fmla="*/ 58 h 131"/>
                <a:gd name="T24" fmla="*/ 60 w 162"/>
                <a:gd name="T25" fmla="*/ 58 h 131"/>
                <a:gd name="T26" fmla="*/ 149 w 162"/>
                <a:gd name="T27" fmla="*/ 6 h 131"/>
                <a:gd name="T28" fmla="*/ 25 w 162"/>
                <a:gd name="T29" fmla="*/ 68 h 131"/>
                <a:gd name="T30" fmla="*/ 25 w 162"/>
                <a:gd name="T31" fmla="*/ 67 h 131"/>
                <a:gd name="T32" fmla="*/ 24 w 162"/>
                <a:gd name="T33" fmla="*/ 67 h 131"/>
                <a:gd name="T34" fmla="*/ 25 w 162"/>
                <a:gd name="T35" fmla="*/ 68 h 131"/>
                <a:gd name="T36" fmla="*/ 149 w 162"/>
                <a:gd name="T37" fmla="*/ 0 h 131"/>
                <a:gd name="T38" fmla="*/ 55 w 162"/>
                <a:gd name="T39" fmla="*/ 52 h 131"/>
                <a:gd name="T40" fmla="*/ 36 w 162"/>
                <a:gd name="T41" fmla="*/ 52 h 131"/>
                <a:gd name="T42" fmla="*/ 18 w 162"/>
                <a:gd name="T43" fmla="*/ 39 h 131"/>
                <a:gd name="T44" fmla="*/ 0 w 162"/>
                <a:gd name="T45" fmla="*/ 57 h 131"/>
                <a:gd name="T46" fmla="*/ 3 w 162"/>
                <a:gd name="T47" fmla="*/ 67 h 131"/>
                <a:gd name="T48" fmla="*/ 0 w 162"/>
                <a:gd name="T49" fmla="*/ 78 h 131"/>
                <a:gd name="T50" fmla="*/ 18 w 162"/>
                <a:gd name="T51" fmla="*/ 96 h 131"/>
                <a:gd name="T52" fmla="*/ 35 w 162"/>
                <a:gd name="T53" fmla="*/ 84 h 131"/>
                <a:gd name="T54" fmla="*/ 56 w 162"/>
                <a:gd name="T55" fmla="*/ 84 h 131"/>
                <a:gd name="T56" fmla="*/ 156 w 162"/>
                <a:gd name="T57" fmla="*/ 131 h 131"/>
                <a:gd name="T58" fmla="*/ 162 w 162"/>
                <a:gd name="T59" fmla="*/ 131 h 131"/>
                <a:gd name="T60" fmla="*/ 162 w 162"/>
                <a:gd name="T61" fmla="*/ 125 h 131"/>
                <a:gd name="T62" fmla="*/ 155 w 162"/>
                <a:gd name="T63" fmla="*/ 6 h 131"/>
                <a:gd name="T64" fmla="*/ 155 w 162"/>
                <a:gd name="T65" fmla="*/ 0 h 131"/>
                <a:gd name="T66" fmla="*/ 149 w 162"/>
                <a:gd name="T67" fmla="*/ 0 h 131"/>
                <a:gd name="T68" fmla="*/ 149 w 162"/>
                <a:gd name="T69" fmla="*/ 0 h 131"/>
                <a:gd name="T70" fmla="*/ 149 w 162"/>
                <a:gd name="T71"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2" h="131">
                  <a:moveTo>
                    <a:pt x="149" y="6"/>
                  </a:moveTo>
                  <a:cubicBezTo>
                    <a:pt x="149" y="6"/>
                    <a:pt x="149" y="6"/>
                    <a:pt x="149" y="6"/>
                  </a:cubicBezTo>
                  <a:cubicBezTo>
                    <a:pt x="156" y="125"/>
                    <a:pt x="156" y="125"/>
                    <a:pt x="156" y="125"/>
                  </a:cubicBezTo>
                  <a:cubicBezTo>
                    <a:pt x="82" y="125"/>
                    <a:pt x="60" y="78"/>
                    <a:pt x="60" y="78"/>
                  </a:cubicBezTo>
                  <a:cubicBezTo>
                    <a:pt x="30" y="78"/>
                    <a:pt x="30" y="78"/>
                    <a:pt x="30" y="78"/>
                  </a:cubicBezTo>
                  <a:cubicBezTo>
                    <a:pt x="30" y="84"/>
                    <a:pt x="25" y="90"/>
                    <a:pt x="18" y="90"/>
                  </a:cubicBezTo>
                  <a:cubicBezTo>
                    <a:pt x="12" y="90"/>
                    <a:pt x="6" y="84"/>
                    <a:pt x="6" y="78"/>
                  </a:cubicBezTo>
                  <a:cubicBezTo>
                    <a:pt x="6" y="73"/>
                    <a:pt x="9" y="69"/>
                    <a:pt x="12" y="67"/>
                  </a:cubicBezTo>
                  <a:cubicBezTo>
                    <a:pt x="9" y="65"/>
                    <a:pt x="6" y="62"/>
                    <a:pt x="6" y="57"/>
                  </a:cubicBezTo>
                  <a:cubicBezTo>
                    <a:pt x="6" y="50"/>
                    <a:pt x="12" y="45"/>
                    <a:pt x="18" y="45"/>
                  </a:cubicBezTo>
                  <a:cubicBezTo>
                    <a:pt x="25" y="45"/>
                    <a:pt x="30" y="50"/>
                    <a:pt x="30" y="57"/>
                  </a:cubicBezTo>
                  <a:cubicBezTo>
                    <a:pt x="30" y="58"/>
                    <a:pt x="30" y="58"/>
                    <a:pt x="30" y="58"/>
                  </a:cubicBezTo>
                  <a:cubicBezTo>
                    <a:pt x="60" y="58"/>
                    <a:pt x="60" y="58"/>
                    <a:pt x="60" y="58"/>
                  </a:cubicBezTo>
                  <a:cubicBezTo>
                    <a:pt x="70" y="6"/>
                    <a:pt x="146" y="6"/>
                    <a:pt x="149" y="6"/>
                  </a:cubicBezTo>
                  <a:moveTo>
                    <a:pt x="25" y="68"/>
                  </a:moveTo>
                  <a:cubicBezTo>
                    <a:pt x="25" y="67"/>
                    <a:pt x="25" y="67"/>
                    <a:pt x="25" y="67"/>
                  </a:cubicBezTo>
                  <a:cubicBezTo>
                    <a:pt x="25" y="67"/>
                    <a:pt x="24" y="67"/>
                    <a:pt x="24" y="67"/>
                  </a:cubicBezTo>
                  <a:cubicBezTo>
                    <a:pt x="24" y="67"/>
                    <a:pt x="25" y="68"/>
                    <a:pt x="25" y="68"/>
                  </a:cubicBezTo>
                  <a:moveTo>
                    <a:pt x="149" y="0"/>
                  </a:moveTo>
                  <a:cubicBezTo>
                    <a:pt x="145" y="0"/>
                    <a:pt x="70" y="0"/>
                    <a:pt x="55" y="52"/>
                  </a:cubicBezTo>
                  <a:cubicBezTo>
                    <a:pt x="36" y="52"/>
                    <a:pt x="36" y="52"/>
                    <a:pt x="36" y="52"/>
                  </a:cubicBezTo>
                  <a:cubicBezTo>
                    <a:pt x="33" y="45"/>
                    <a:pt x="26" y="39"/>
                    <a:pt x="18" y="39"/>
                  </a:cubicBezTo>
                  <a:cubicBezTo>
                    <a:pt x="8" y="39"/>
                    <a:pt x="0" y="47"/>
                    <a:pt x="0" y="57"/>
                  </a:cubicBezTo>
                  <a:cubicBezTo>
                    <a:pt x="0" y="61"/>
                    <a:pt x="1" y="64"/>
                    <a:pt x="3" y="67"/>
                  </a:cubicBezTo>
                  <a:cubicBezTo>
                    <a:pt x="1" y="70"/>
                    <a:pt x="0" y="74"/>
                    <a:pt x="0" y="78"/>
                  </a:cubicBezTo>
                  <a:cubicBezTo>
                    <a:pt x="0" y="88"/>
                    <a:pt x="8" y="96"/>
                    <a:pt x="18" y="96"/>
                  </a:cubicBezTo>
                  <a:cubicBezTo>
                    <a:pt x="26" y="96"/>
                    <a:pt x="32" y="91"/>
                    <a:pt x="35" y="84"/>
                  </a:cubicBezTo>
                  <a:cubicBezTo>
                    <a:pt x="56" y="84"/>
                    <a:pt x="56" y="84"/>
                    <a:pt x="56" y="84"/>
                  </a:cubicBezTo>
                  <a:cubicBezTo>
                    <a:pt x="63" y="96"/>
                    <a:pt x="90" y="131"/>
                    <a:pt x="156" y="131"/>
                  </a:cubicBezTo>
                  <a:cubicBezTo>
                    <a:pt x="162" y="131"/>
                    <a:pt x="162" y="131"/>
                    <a:pt x="162" y="131"/>
                  </a:cubicBezTo>
                  <a:cubicBezTo>
                    <a:pt x="162" y="125"/>
                    <a:pt x="162" y="125"/>
                    <a:pt x="162" y="125"/>
                  </a:cubicBezTo>
                  <a:cubicBezTo>
                    <a:pt x="155" y="6"/>
                    <a:pt x="155" y="6"/>
                    <a:pt x="155" y="6"/>
                  </a:cubicBezTo>
                  <a:cubicBezTo>
                    <a:pt x="155" y="0"/>
                    <a:pt x="155" y="0"/>
                    <a:pt x="155" y="0"/>
                  </a:cubicBezTo>
                  <a:cubicBezTo>
                    <a:pt x="149" y="0"/>
                    <a:pt x="149" y="0"/>
                    <a:pt x="149" y="0"/>
                  </a:cubicBezTo>
                  <a:cubicBezTo>
                    <a:pt x="149" y="0"/>
                    <a:pt x="149" y="0"/>
                    <a:pt x="149" y="0"/>
                  </a:cubicBezTo>
                  <a:cubicBezTo>
                    <a:pt x="149" y="0"/>
                    <a:pt x="149" y="0"/>
                    <a:pt x="149" y="0"/>
                  </a:cubicBez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Oval 186"/>
            <p:cNvSpPr>
              <a:spLocks noChangeArrowheads="1"/>
            </p:cNvSpPr>
            <p:nvPr/>
          </p:nvSpPr>
          <p:spPr bwMode="auto">
            <a:xfrm>
              <a:off x="4886325" y="1230313"/>
              <a:ext cx="200025" cy="249237"/>
            </a:xfrm>
            <a:prstGeom prst="ellipse">
              <a:avLst/>
            </a:prstGeom>
            <a:solidFill>
              <a:srgbClr val="FFFFFF"/>
            </a:solidFill>
            <a:ln w="12700" cap="flat">
              <a:solidFill>
                <a:srgbClr val="FF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93" name="Oval 187"/>
            <p:cNvSpPr>
              <a:spLocks noChangeArrowheads="1"/>
            </p:cNvSpPr>
            <p:nvPr/>
          </p:nvSpPr>
          <p:spPr bwMode="auto">
            <a:xfrm>
              <a:off x="4951412" y="1311276"/>
              <a:ext cx="68263" cy="85725"/>
            </a:xfrm>
            <a:prstGeom prst="ellipse">
              <a:avLst/>
            </a:prstGeom>
            <a:solidFill>
              <a:srgbClr val="FFFFFF"/>
            </a:solidFill>
            <a:ln w="12700" cap="flat">
              <a:solidFill>
                <a:srgbClr val="FF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94" name="Freeform 188"/>
            <p:cNvSpPr>
              <a:spLocks/>
            </p:cNvSpPr>
            <p:nvPr/>
          </p:nvSpPr>
          <p:spPr bwMode="auto">
            <a:xfrm>
              <a:off x="5262562" y="498476"/>
              <a:ext cx="104775" cy="257175"/>
            </a:xfrm>
            <a:custGeom>
              <a:avLst/>
              <a:gdLst>
                <a:gd name="T0" fmla="*/ 0 w 50"/>
                <a:gd name="T1" fmla="*/ 122 h 123"/>
                <a:gd name="T2" fmla="*/ 0 w 50"/>
                <a:gd name="T3" fmla="*/ 0 h 123"/>
                <a:gd name="T4" fmla="*/ 42 w 50"/>
                <a:gd name="T5" fmla="*/ 14 h 123"/>
                <a:gd name="T6" fmla="*/ 37 w 50"/>
                <a:gd name="T7" fmla="*/ 102 h 123"/>
                <a:gd name="T8" fmla="*/ 11 w 50"/>
                <a:gd name="T9" fmla="*/ 102 h 123"/>
                <a:gd name="T10" fmla="*/ 12 w 50"/>
                <a:gd name="T11" fmla="*/ 123 h 123"/>
                <a:gd name="T12" fmla="*/ 0 w 50"/>
                <a:gd name="T13" fmla="*/ 122 h 123"/>
              </a:gdLst>
              <a:ahLst/>
              <a:cxnLst>
                <a:cxn ang="0">
                  <a:pos x="T0" y="T1"/>
                </a:cxn>
                <a:cxn ang="0">
                  <a:pos x="T2" y="T3"/>
                </a:cxn>
                <a:cxn ang="0">
                  <a:pos x="T4" y="T5"/>
                </a:cxn>
                <a:cxn ang="0">
                  <a:pos x="T6" y="T7"/>
                </a:cxn>
                <a:cxn ang="0">
                  <a:pos x="T8" y="T9"/>
                </a:cxn>
                <a:cxn ang="0">
                  <a:pos x="T10" y="T11"/>
                </a:cxn>
                <a:cxn ang="0">
                  <a:pos x="T12" y="T13"/>
                </a:cxn>
              </a:cxnLst>
              <a:rect l="0" t="0" r="r" b="b"/>
              <a:pathLst>
                <a:path w="50" h="123">
                  <a:moveTo>
                    <a:pt x="0" y="122"/>
                  </a:moveTo>
                  <a:cubicBezTo>
                    <a:pt x="0" y="0"/>
                    <a:pt x="0" y="0"/>
                    <a:pt x="0" y="0"/>
                  </a:cubicBezTo>
                  <a:cubicBezTo>
                    <a:pt x="0" y="0"/>
                    <a:pt x="34" y="0"/>
                    <a:pt x="42" y="14"/>
                  </a:cubicBezTo>
                  <a:cubicBezTo>
                    <a:pt x="50" y="28"/>
                    <a:pt x="37" y="102"/>
                    <a:pt x="37" y="102"/>
                  </a:cubicBezTo>
                  <a:cubicBezTo>
                    <a:pt x="11" y="102"/>
                    <a:pt x="11" y="102"/>
                    <a:pt x="11" y="102"/>
                  </a:cubicBezTo>
                  <a:cubicBezTo>
                    <a:pt x="12" y="123"/>
                    <a:pt x="12" y="123"/>
                    <a:pt x="12" y="123"/>
                  </a:cubicBezTo>
                  <a:lnTo>
                    <a:pt x="0" y="122"/>
                  </a:lnTo>
                  <a:close/>
                </a:path>
              </a:pathLst>
            </a:custGeom>
            <a:solidFill>
              <a:srgbClr val="B920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189"/>
            <p:cNvSpPr>
              <a:spLocks/>
            </p:cNvSpPr>
            <p:nvPr/>
          </p:nvSpPr>
          <p:spPr bwMode="auto">
            <a:xfrm>
              <a:off x="4927600" y="812801"/>
              <a:ext cx="290513" cy="142875"/>
            </a:xfrm>
            <a:custGeom>
              <a:avLst/>
              <a:gdLst>
                <a:gd name="T0" fmla="*/ 114 w 139"/>
                <a:gd name="T1" fmla="*/ 67 h 69"/>
                <a:gd name="T2" fmla="*/ 136 w 139"/>
                <a:gd name="T3" fmla="*/ 55 h 69"/>
                <a:gd name="T4" fmla="*/ 136 w 139"/>
                <a:gd name="T5" fmla="*/ 55 h 69"/>
                <a:gd name="T6" fmla="*/ 125 w 139"/>
                <a:gd name="T7" fmla="*/ 34 h 69"/>
                <a:gd name="T8" fmla="*/ 24 w 139"/>
                <a:gd name="T9" fmla="*/ 2 h 69"/>
                <a:gd name="T10" fmla="*/ 3 w 139"/>
                <a:gd name="T11" fmla="*/ 13 h 69"/>
                <a:gd name="T12" fmla="*/ 3 w 139"/>
                <a:gd name="T13" fmla="*/ 13 h 69"/>
                <a:gd name="T14" fmla="*/ 14 w 139"/>
                <a:gd name="T15" fmla="*/ 35 h 69"/>
                <a:gd name="T16" fmla="*/ 114 w 139"/>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9" h="69">
                  <a:moveTo>
                    <a:pt x="114" y="67"/>
                  </a:moveTo>
                  <a:cubicBezTo>
                    <a:pt x="123" y="69"/>
                    <a:pt x="133" y="64"/>
                    <a:pt x="136" y="55"/>
                  </a:cubicBezTo>
                  <a:cubicBezTo>
                    <a:pt x="136" y="55"/>
                    <a:pt x="136" y="55"/>
                    <a:pt x="136" y="55"/>
                  </a:cubicBezTo>
                  <a:cubicBezTo>
                    <a:pt x="139" y="47"/>
                    <a:pt x="134" y="37"/>
                    <a:pt x="125" y="34"/>
                  </a:cubicBezTo>
                  <a:cubicBezTo>
                    <a:pt x="24" y="2"/>
                    <a:pt x="24" y="2"/>
                    <a:pt x="24" y="2"/>
                  </a:cubicBezTo>
                  <a:cubicBezTo>
                    <a:pt x="16" y="0"/>
                    <a:pt x="6" y="4"/>
                    <a:pt x="3" y="13"/>
                  </a:cubicBezTo>
                  <a:cubicBezTo>
                    <a:pt x="3" y="13"/>
                    <a:pt x="3" y="13"/>
                    <a:pt x="3" y="13"/>
                  </a:cubicBezTo>
                  <a:cubicBezTo>
                    <a:pt x="0" y="22"/>
                    <a:pt x="5" y="32"/>
                    <a:pt x="14" y="35"/>
                  </a:cubicBezTo>
                  <a:lnTo>
                    <a:pt x="114"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190"/>
            <p:cNvSpPr>
              <a:spLocks/>
            </p:cNvSpPr>
            <p:nvPr/>
          </p:nvSpPr>
          <p:spPr bwMode="auto">
            <a:xfrm>
              <a:off x="5130800" y="735013"/>
              <a:ext cx="196850" cy="219075"/>
            </a:xfrm>
            <a:custGeom>
              <a:avLst/>
              <a:gdLst>
                <a:gd name="T0" fmla="*/ 10 w 94"/>
                <a:gd name="T1" fmla="*/ 98 h 105"/>
                <a:gd name="T2" fmla="*/ 38 w 94"/>
                <a:gd name="T3" fmla="*/ 96 h 105"/>
                <a:gd name="T4" fmla="*/ 88 w 94"/>
                <a:gd name="T5" fmla="*/ 34 h 105"/>
                <a:gd name="T6" fmla="*/ 85 w 94"/>
                <a:gd name="T7" fmla="*/ 6 h 105"/>
                <a:gd name="T8" fmla="*/ 85 w 94"/>
                <a:gd name="T9" fmla="*/ 6 h 105"/>
                <a:gd name="T10" fmla="*/ 57 w 94"/>
                <a:gd name="T11" fmla="*/ 9 h 105"/>
                <a:gd name="T12" fmla="*/ 7 w 94"/>
                <a:gd name="T13" fmla="*/ 71 h 105"/>
                <a:gd name="T14" fmla="*/ 10 w 94"/>
                <a:gd name="T15" fmla="*/ 98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 h="105">
                  <a:moveTo>
                    <a:pt x="10" y="98"/>
                  </a:moveTo>
                  <a:cubicBezTo>
                    <a:pt x="19" y="105"/>
                    <a:pt x="31" y="104"/>
                    <a:pt x="38" y="96"/>
                  </a:cubicBezTo>
                  <a:cubicBezTo>
                    <a:pt x="88" y="34"/>
                    <a:pt x="88" y="34"/>
                    <a:pt x="88" y="34"/>
                  </a:cubicBezTo>
                  <a:cubicBezTo>
                    <a:pt x="94" y="26"/>
                    <a:pt x="93" y="13"/>
                    <a:pt x="85" y="6"/>
                  </a:cubicBezTo>
                  <a:cubicBezTo>
                    <a:pt x="85" y="6"/>
                    <a:pt x="85" y="6"/>
                    <a:pt x="85" y="6"/>
                  </a:cubicBezTo>
                  <a:cubicBezTo>
                    <a:pt x="76" y="0"/>
                    <a:pt x="64" y="1"/>
                    <a:pt x="57" y="9"/>
                  </a:cubicBezTo>
                  <a:cubicBezTo>
                    <a:pt x="7" y="71"/>
                    <a:pt x="7" y="71"/>
                    <a:pt x="7" y="71"/>
                  </a:cubicBezTo>
                  <a:cubicBezTo>
                    <a:pt x="0" y="79"/>
                    <a:pt x="2" y="92"/>
                    <a:pt x="10" y="98"/>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97" name="组合 196"/>
          <p:cNvGrpSpPr/>
          <p:nvPr/>
        </p:nvGrpSpPr>
        <p:grpSpPr>
          <a:xfrm>
            <a:off x="288925" y="2235201"/>
            <a:ext cx="1322387" cy="1052512"/>
            <a:chOff x="288925" y="2235201"/>
            <a:chExt cx="1322387" cy="1052512"/>
          </a:xfrm>
        </p:grpSpPr>
        <p:sp>
          <p:nvSpPr>
            <p:cNvPr id="198" name="Rectangle 191"/>
            <p:cNvSpPr>
              <a:spLocks noChangeArrowheads="1"/>
            </p:cNvSpPr>
            <p:nvPr/>
          </p:nvSpPr>
          <p:spPr bwMode="auto">
            <a:xfrm>
              <a:off x="760412" y="2617788"/>
              <a:ext cx="125413" cy="28575"/>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Rectangle 192"/>
            <p:cNvSpPr>
              <a:spLocks noChangeArrowheads="1"/>
            </p:cNvSpPr>
            <p:nvPr/>
          </p:nvSpPr>
          <p:spPr bwMode="auto">
            <a:xfrm>
              <a:off x="857250" y="2617788"/>
              <a:ext cx="28575" cy="608012"/>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Oval 193"/>
            <p:cNvSpPr>
              <a:spLocks noChangeArrowheads="1"/>
            </p:cNvSpPr>
            <p:nvPr/>
          </p:nvSpPr>
          <p:spPr bwMode="auto">
            <a:xfrm>
              <a:off x="809625" y="3162301"/>
              <a:ext cx="125413" cy="125412"/>
            </a:xfrm>
            <a:prstGeom prst="ellipse">
              <a:avLst/>
            </a:pr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Oval 194"/>
            <p:cNvSpPr>
              <a:spLocks noChangeArrowheads="1"/>
            </p:cNvSpPr>
            <p:nvPr/>
          </p:nvSpPr>
          <p:spPr bwMode="auto">
            <a:xfrm>
              <a:off x="1411287" y="3225801"/>
              <a:ext cx="61913" cy="61912"/>
            </a:xfrm>
            <a:prstGeom prst="ellipse">
              <a:avLst/>
            </a:pr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Rectangle 195"/>
            <p:cNvSpPr>
              <a:spLocks noChangeArrowheads="1"/>
            </p:cNvSpPr>
            <p:nvPr/>
          </p:nvSpPr>
          <p:spPr bwMode="auto">
            <a:xfrm>
              <a:off x="809625" y="3068638"/>
              <a:ext cx="201613" cy="31750"/>
            </a:xfrm>
            <a:prstGeom prst="rect">
              <a:avLst/>
            </a:prstGeom>
            <a:solidFill>
              <a:srgbClr val="6038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Rectangle 196"/>
            <p:cNvSpPr>
              <a:spLocks noChangeArrowheads="1"/>
            </p:cNvSpPr>
            <p:nvPr/>
          </p:nvSpPr>
          <p:spPr bwMode="auto">
            <a:xfrm>
              <a:off x="950912" y="3068638"/>
              <a:ext cx="60325" cy="198437"/>
            </a:xfrm>
            <a:prstGeom prst="rect">
              <a:avLst/>
            </a:prstGeom>
            <a:solidFill>
              <a:srgbClr val="6038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197"/>
            <p:cNvSpPr>
              <a:spLocks/>
            </p:cNvSpPr>
            <p:nvPr/>
          </p:nvSpPr>
          <p:spPr bwMode="auto">
            <a:xfrm>
              <a:off x="950912" y="3205163"/>
              <a:ext cx="660400" cy="61912"/>
            </a:xfrm>
            <a:custGeom>
              <a:avLst/>
              <a:gdLst>
                <a:gd name="T0" fmla="*/ 369 w 416"/>
                <a:gd name="T1" fmla="*/ 0 h 39"/>
                <a:gd name="T2" fmla="*/ 0 w 416"/>
                <a:gd name="T3" fmla="*/ 0 h 39"/>
                <a:gd name="T4" fmla="*/ 0 w 416"/>
                <a:gd name="T5" fmla="*/ 39 h 39"/>
                <a:gd name="T6" fmla="*/ 416 w 416"/>
                <a:gd name="T7" fmla="*/ 39 h 39"/>
                <a:gd name="T8" fmla="*/ 369 w 416"/>
                <a:gd name="T9" fmla="*/ 0 h 39"/>
              </a:gdLst>
              <a:ahLst/>
              <a:cxnLst>
                <a:cxn ang="0">
                  <a:pos x="T0" y="T1"/>
                </a:cxn>
                <a:cxn ang="0">
                  <a:pos x="T2" y="T3"/>
                </a:cxn>
                <a:cxn ang="0">
                  <a:pos x="T4" y="T5"/>
                </a:cxn>
                <a:cxn ang="0">
                  <a:pos x="T6" y="T7"/>
                </a:cxn>
                <a:cxn ang="0">
                  <a:pos x="T8" y="T9"/>
                </a:cxn>
              </a:cxnLst>
              <a:rect l="0" t="0" r="r" b="b"/>
              <a:pathLst>
                <a:path w="416" h="39">
                  <a:moveTo>
                    <a:pt x="369" y="0"/>
                  </a:moveTo>
                  <a:lnTo>
                    <a:pt x="0" y="0"/>
                  </a:lnTo>
                  <a:lnTo>
                    <a:pt x="0" y="39"/>
                  </a:lnTo>
                  <a:lnTo>
                    <a:pt x="416" y="39"/>
                  </a:lnTo>
                  <a:lnTo>
                    <a:pt x="369" y="0"/>
                  </a:lnTo>
                  <a:close/>
                </a:path>
              </a:pathLst>
            </a:custGeom>
            <a:solidFill>
              <a:srgbClr val="754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Oval 198"/>
            <p:cNvSpPr>
              <a:spLocks noChangeArrowheads="1"/>
            </p:cNvSpPr>
            <p:nvPr/>
          </p:nvSpPr>
          <p:spPr bwMode="auto">
            <a:xfrm>
              <a:off x="850900" y="3205163"/>
              <a:ext cx="41275" cy="39687"/>
            </a:xfrm>
            <a:prstGeom prst="ellipse">
              <a:avLst/>
            </a:prstGeom>
            <a:solidFill>
              <a:srgbClr val="1A1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Rectangle 199"/>
            <p:cNvSpPr>
              <a:spLocks noChangeArrowheads="1"/>
            </p:cNvSpPr>
            <p:nvPr/>
          </p:nvSpPr>
          <p:spPr bwMode="auto">
            <a:xfrm>
              <a:off x="1011237" y="2955926"/>
              <a:ext cx="249238" cy="249237"/>
            </a:xfrm>
            <a:prstGeom prst="rect">
              <a:avLst/>
            </a:prstGeom>
            <a:solidFill>
              <a:srgbClr val="8C623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Rectangle 200"/>
            <p:cNvSpPr>
              <a:spLocks noChangeArrowheads="1"/>
            </p:cNvSpPr>
            <p:nvPr/>
          </p:nvSpPr>
          <p:spPr bwMode="auto">
            <a:xfrm>
              <a:off x="1271587" y="2955926"/>
              <a:ext cx="247650" cy="249237"/>
            </a:xfrm>
            <a:prstGeom prst="rect">
              <a:avLst/>
            </a:prstGeom>
            <a:solidFill>
              <a:srgbClr val="8C623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Rectangle 201"/>
            <p:cNvSpPr>
              <a:spLocks noChangeArrowheads="1"/>
            </p:cNvSpPr>
            <p:nvPr/>
          </p:nvSpPr>
          <p:spPr bwMode="auto">
            <a:xfrm>
              <a:off x="1011237" y="2695576"/>
              <a:ext cx="249238" cy="247650"/>
            </a:xfrm>
            <a:prstGeom prst="rect">
              <a:avLst/>
            </a:prstGeom>
            <a:solidFill>
              <a:srgbClr val="A67C5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Rectangle 202"/>
            <p:cNvSpPr>
              <a:spLocks noChangeArrowheads="1"/>
            </p:cNvSpPr>
            <p:nvPr/>
          </p:nvSpPr>
          <p:spPr bwMode="auto">
            <a:xfrm>
              <a:off x="1011237" y="2433638"/>
              <a:ext cx="249238" cy="249237"/>
            </a:xfrm>
            <a:prstGeom prst="rect">
              <a:avLst/>
            </a:prstGeom>
            <a:solidFill>
              <a:srgbClr val="C69C6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Rectangle 203"/>
            <p:cNvSpPr>
              <a:spLocks noChangeArrowheads="1"/>
            </p:cNvSpPr>
            <p:nvPr/>
          </p:nvSpPr>
          <p:spPr bwMode="auto">
            <a:xfrm>
              <a:off x="1271587" y="2695576"/>
              <a:ext cx="247650" cy="247650"/>
            </a:xfrm>
            <a:prstGeom prst="rect">
              <a:avLst/>
            </a:prstGeom>
            <a:solidFill>
              <a:srgbClr val="C69C6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Rectangle 204"/>
            <p:cNvSpPr>
              <a:spLocks noChangeArrowheads="1"/>
            </p:cNvSpPr>
            <p:nvPr/>
          </p:nvSpPr>
          <p:spPr bwMode="auto">
            <a:xfrm>
              <a:off x="1100137" y="2433638"/>
              <a:ext cx="74613" cy="53975"/>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Rectangle 205"/>
            <p:cNvSpPr>
              <a:spLocks noChangeArrowheads="1"/>
            </p:cNvSpPr>
            <p:nvPr/>
          </p:nvSpPr>
          <p:spPr bwMode="auto">
            <a:xfrm>
              <a:off x="1100137" y="2695576"/>
              <a:ext cx="74613" cy="53975"/>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Rectangle 206"/>
            <p:cNvSpPr>
              <a:spLocks noChangeArrowheads="1"/>
            </p:cNvSpPr>
            <p:nvPr/>
          </p:nvSpPr>
          <p:spPr bwMode="auto">
            <a:xfrm>
              <a:off x="1100137" y="2957513"/>
              <a:ext cx="74613" cy="55562"/>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Rectangle 207"/>
            <p:cNvSpPr>
              <a:spLocks noChangeArrowheads="1"/>
            </p:cNvSpPr>
            <p:nvPr/>
          </p:nvSpPr>
          <p:spPr bwMode="auto">
            <a:xfrm>
              <a:off x="1358900" y="2695576"/>
              <a:ext cx="74613" cy="53975"/>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Rectangle 208"/>
            <p:cNvSpPr>
              <a:spLocks noChangeArrowheads="1"/>
            </p:cNvSpPr>
            <p:nvPr/>
          </p:nvSpPr>
          <p:spPr bwMode="auto">
            <a:xfrm>
              <a:off x="1358900" y="2957513"/>
              <a:ext cx="74613" cy="55562"/>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Oval 209"/>
            <p:cNvSpPr>
              <a:spLocks noChangeArrowheads="1"/>
            </p:cNvSpPr>
            <p:nvPr/>
          </p:nvSpPr>
          <p:spPr bwMode="auto">
            <a:xfrm>
              <a:off x="366712" y="2293938"/>
              <a:ext cx="204788" cy="204787"/>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17" name="Freeform 210"/>
            <p:cNvSpPr>
              <a:spLocks/>
            </p:cNvSpPr>
            <p:nvPr/>
          </p:nvSpPr>
          <p:spPr bwMode="auto">
            <a:xfrm>
              <a:off x="400050" y="2513013"/>
              <a:ext cx="231775" cy="234950"/>
            </a:xfrm>
            <a:custGeom>
              <a:avLst/>
              <a:gdLst>
                <a:gd name="T0" fmla="*/ 81 w 111"/>
                <a:gd name="T1" fmla="*/ 106 h 112"/>
                <a:gd name="T2" fmla="*/ 105 w 111"/>
                <a:gd name="T3" fmla="*/ 106 h 112"/>
                <a:gd name="T4" fmla="*/ 105 w 111"/>
                <a:gd name="T5" fmla="*/ 106 h 112"/>
                <a:gd name="T6" fmla="*/ 105 w 111"/>
                <a:gd name="T7" fmla="*/ 82 h 112"/>
                <a:gd name="T8" fmla="*/ 31 w 111"/>
                <a:gd name="T9" fmla="*/ 7 h 112"/>
                <a:gd name="T10" fmla="*/ 7 w 111"/>
                <a:gd name="T11" fmla="*/ 7 h 112"/>
                <a:gd name="T12" fmla="*/ 7 w 111"/>
                <a:gd name="T13" fmla="*/ 7 h 112"/>
                <a:gd name="T14" fmla="*/ 7 w 111"/>
                <a:gd name="T15" fmla="*/ 31 h 112"/>
                <a:gd name="T16" fmla="*/ 81 w 111"/>
                <a:gd name="T17" fmla="*/ 106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112">
                  <a:moveTo>
                    <a:pt x="81" y="106"/>
                  </a:moveTo>
                  <a:cubicBezTo>
                    <a:pt x="87" y="112"/>
                    <a:pt x="98" y="112"/>
                    <a:pt x="105" y="106"/>
                  </a:cubicBezTo>
                  <a:cubicBezTo>
                    <a:pt x="105" y="106"/>
                    <a:pt x="105" y="106"/>
                    <a:pt x="105" y="106"/>
                  </a:cubicBezTo>
                  <a:cubicBezTo>
                    <a:pt x="111" y="99"/>
                    <a:pt x="111" y="88"/>
                    <a:pt x="105" y="82"/>
                  </a:cubicBezTo>
                  <a:cubicBezTo>
                    <a:pt x="31" y="7"/>
                    <a:pt x="31" y="7"/>
                    <a:pt x="31" y="7"/>
                  </a:cubicBezTo>
                  <a:cubicBezTo>
                    <a:pt x="24" y="0"/>
                    <a:pt x="13" y="0"/>
                    <a:pt x="7" y="7"/>
                  </a:cubicBezTo>
                  <a:cubicBezTo>
                    <a:pt x="7" y="7"/>
                    <a:pt x="7" y="7"/>
                    <a:pt x="7" y="7"/>
                  </a:cubicBezTo>
                  <a:cubicBezTo>
                    <a:pt x="0" y="13"/>
                    <a:pt x="0" y="24"/>
                    <a:pt x="7" y="31"/>
                  </a:cubicBezTo>
                  <a:lnTo>
                    <a:pt x="81" y="106"/>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18" name="Freeform 211"/>
            <p:cNvSpPr>
              <a:spLocks/>
            </p:cNvSpPr>
            <p:nvPr/>
          </p:nvSpPr>
          <p:spPr bwMode="auto">
            <a:xfrm>
              <a:off x="550862" y="2587626"/>
              <a:ext cx="246063" cy="160337"/>
            </a:xfrm>
            <a:custGeom>
              <a:avLst/>
              <a:gdLst>
                <a:gd name="T0" fmla="*/ 5 w 118"/>
                <a:gd name="T1" fmla="*/ 62 h 76"/>
                <a:gd name="T2" fmla="*/ 30 w 118"/>
                <a:gd name="T3" fmla="*/ 72 h 76"/>
                <a:gd name="T4" fmla="*/ 103 w 118"/>
                <a:gd name="T5" fmla="*/ 41 h 76"/>
                <a:gd name="T6" fmla="*/ 113 w 118"/>
                <a:gd name="T7" fmla="*/ 15 h 76"/>
                <a:gd name="T8" fmla="*/ 113 w 118"/>
                <a:gd name="T9" fmla="*/ 15 h 76"/>
                <a:gd name="T10" fmla="*/ 88 w 118"/>
                <a:gd name="T11" fmla="*/ 5 h 76"/>
                <a:gd name="T12" fmla="*/ 15 w 118"/>
                <a:gd name="T13" fmla="*/ 36 h 76"/>
                <a:gd name="T14" fmla="*/ 5 w 118"/>
                <a:gd name="T15" fmla="*/ 62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76">
                  <a:moveTo>
                    <a:pt x="5" y="62"/>
                  </a:moveTo>
                  <a:cubicBezTo>
                    <a:pt x="9" y="72"/>
                    <a:pt x="20" y="76"/>
                    <a:pt x="30" y="72"/>
                  </a:cubicBezTo>
                  <a:cubicBezTo>
                    <a:pt x="103" y="41"/>
                    <a:pt x="103" y="41"/>
                    <a:pt x="103" y="41"/>
                  </a:cubicBezTo>
                  <a:cubicBezTo>
                    <a:pt x="113" y="36"/>
                    <a:pt x="118" y="25"/>
                    <a:pt x="113" y="15"/>
                  </a:cubicBezTo>
                  <a:cubicBezTo>
                    <a:pt x="113" y="15"/>
                    <a:pt x="113" y="15"/>
                    <a:pt x="113" y="15"/>
                  </a:cubicBezTo>
                  <a:cubicBezTo>
                    <a:pt x="109" y="5"/>
                    <a:pt x="97" y="0"/>
                    <a:pt x="88" y="5"/>
                  </a:cubicBezTo>
                  <a:cubicBezTo>
                    <a:pt x="15" y="36"/>
                    <a:pt x="15" y="36"/>
                    <a:pt x="15" y="36"/>
                  </a:cubicBezTo>
                  <a:cubicBezTo>
                    <a:pt x="5" y="40"/>
                    <a:pt x="0" y="52"/>
                    <a:pt x="5" y="6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19" name="Freeform 212"/>
            <p:cNvSpPr>
              <a:spLocks/>
            </p:cNvSpPr>
            <p:nvPr/>
          </p:nvSpPr>
          <p:spPr bwMode="auto">
            <a:xfrm>
              <a:off x="436562" y="2801938"/>
              <a:ext cx="198438" cy="258762"/>
            </a:xfrm>
            <a:custGeom>
              <a:avLst/>
              <a:gdLst>
                <a:gd name="T0" fmla="*/ 14 w 95"/>
                <a:gd name="T1" fmla="*/ 6 h 124"/>
                <a:gd name="T2" fmla="*/ 6 w 95"/>
                <a:gd name="T3" fmla="*/ 36 h 124"/>
                <a:gd name="T4" fmla="*/ 52 w 95"/>
                <a:gd name="T5" fmla="*/ 110 h 124"/>
                <a:gd name="T6" fmla="*/ 82 w 95"/>
                <a:gd name="T7" fmla="*/ 118 h 124"/>
                <a:gd name="T8" fmla="*/ 82 w 95"/>
                <a:gd name="T9" fmla="*/ 118 h 124"/>
                <a:gd name="T10" fmla="*/ 89 w 95"/>
                <a:gd name="T11" fmla="*/ 88 h 124"/>
                <a:gd name="T12" fmla="*/ 43 w 95"/>
                <a:gd name="T13" fmla="*/ 13 h 124"/>
                <a:gd name="T14" fmla="*/ 14 w 95"/>
                <a:gd name="T15" fmla="*/ 6 h 1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5" h="124">
                  <a:moveTo>
                    <a:pt x="14" y="6"/>
                  </a:moveTo>
                  <a:cubicBezTo>
                    <a:pt x="3" y="12"/>
                    <a:pt x="0" y="26"/>
                    <a:pt x="6" y="36"/>
                  </a:cubicBezTo>
                  <a:cubicBezTo>
                    <a:pt x="52" y="110"/>
                    <a:pt x="52" y="110"/>
                    <a:pt x="52" y="110"/>
                  </a:cubicBezTo>
                  <a:cubicBezTo>
                    <a:pt x="59" y="121"/>
                    <a:pt x="72" y="124"/>
                    <a:pt x="82" y="118"/>
                  </a:cubicBezTo>
                  <a:cubicBezTo>
                    <a:pt x="82" y="118"/>
                    <a:pt x="82" y="118"/>
                    <a:pt x="82" y="118"/>
                  </a:cubicBezTo>
                  <a:cubicBezTo>
                    <a:pt x="92" y="111"/>
                    <a:pt x="95" y="98"/>
                    <a:pt x="89" y="88"/>
                  </a:cubicBezTo>
                  <a:cubicBezTo>
                    <a:pt x="43" y="13"/>
                    <a:pt x="43" y="13"/>
                    <a:pt x="43" y="13"/>
                  </a:cubicBezTo>
                  <a:cubicBezTo>
                    <a:pt x="37" y="3"/>
                    <a:pt x="24" y="0"/>
                    <a:pt x="14" y="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0" name="Freeform 213"/>
            <p:cNvSpPr>
              <a:spLocks/>
            </p:cNvSpPr>
            <p:nvPr/>
          </p:nvSpPr>
          <p:spPr bwMode="auto">
            <a:xfrm>
              <a:off x="541337" y="2970213"/>
              <a:ext cx="133350" cy="277812"/>
            </a:xfrm>
            <a:custGeom>
              <a:avLst/>
              <a:gdLst>
                <a:gd name="T0" fmla="*/ 19 w 64"/>
                <a:gd name="T1" fmla="*/ 2 h 133"/>
                <a:gd name="T2" fmla="*/ 2 w 64"/>
                <a:gd name="T3" fmla="*/ 28 h 133"/>
                <a:gd name="T4" fmla="*/ 19 w 64"/>
                <a:gd name="T5" fmla="*/ 114 h 133"/>
                <a:gd name="T6" fmla="*/ 45 w 64"/>
                <a:gd name="T7" fmla="*/ 131 h 133"/>
                <a:gd name="T8" fmla="*/ 45 w 64"/>
                <a:gd name="T9" fmla="*/ 131 h 133"/>
                <a:gd name="T10" fmla="*/ 62 w 64"/>
                <a:gd name="T11" fmla="*/ 105 h 133"/>
                <a:gd name="T12" fmla="*/ 44 w 64"/>
                <a:gd name="T13" fmla="*/ 19 h 133"/>
                <a:gd name="T14" fmla="*/ 19 w 64"/>
                <a:gd name="T15" fmla="*/ 2 h 1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133">
                  <a:moveTo>
                    <a:pt x="19" y="2"/>
                  </a:moveTo>
                  <a:cubicBezTo>
                    <a:pt x="7" y="5"/>
                    <a:pt x="0" y="16"/>
                    <a:pt x="2" y="28"/>
                  </a:cubicBezTo>
                  <a:cubicBezTo>
                    <a:pt x="19" y="114"/>
                    <a:pt x="19" y="114"/>
                    <a:pt x="19" y="114"/>
                  </a:cubicBezTo>
                  <a:cubicBezTo>
                    <a:pt x="22" y="125"/>
                    <a:pt x="33" y="133"/>
                    <a:pt x="45" y="131"/>
                  </a:cubicBezTo>
                  <a:cubicBezTo>
                    <a:pt x="45" y="131"/>
                    <a:pt x="45" y="131"/>
                    <a:pt x="45" y="131"/>
                  </a:cubicBezTo>
                  <a:cubicBezTo>
                    <a:pt x="57" y="128"/>
                    <a:pt x="64" y="117"/>
                    <a:pt x="62" y="105"/>
                  </a:cubicBezTo>
                  <a:cubicBezTo>
                    <a:pt x="44" y="19"/>
                    <a:pt x="44" y="19"/>
                    <a:pt x="44" y="19"/>
                  </a:cubicBezTo>
                  <a:cubicBezTo>
                    <a:pt x="42" y="8"/>
                    <a:pt x="31" y="0"/>
                    <a:pt x="19" y="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1" name="Freeform 214"/>
            <p:cNvSpPr>
              <a:spLocks/>
            </p:cNvSpPr>
            <p:nvPr/>
          </p:nvSpPr>
          <p:spPr bwMode="auto">
            <a:xfrm>
              <a:off x="373062" y="2805113"/>
              <a:ext cx="106363" cy="276225"/>
            </a:xfrm>
            <a:custGeom>
              <a:avLst/>
              <a:gdLst>
                <a:gd name="T0" fmla="*/ 30 w 51"/>
                <a:gd name="T1" fmla="*/ 1 h 132"/>
                <a:gd name="T2" fmla="*/ 7 w 51"/>
                <a:gd name="T3" fmla="*/ 21 h 132"/>
                <a:gd name="T4" fmla="*/ 1 w 51"/>
                <a:gd name="T5" fmla="*/ 108 h 132"/>
                <a:gd name="T6" fmla="*/ 21 w 51"/>
                <a:gd name="T7" fmla="*/ 131 h 132"/>
                <a:gd name="T8" fmla="*/ 21 w 51"/>
                <a:gd name="T9" fmla="*/ 131 h 132"/>
                <a:gd name="T10" fmla="*/ 44 w 51"/>
                <a:gd name="T11" fmla="*/ 111 h 132"/>
                <a:gd name="T12" fmla="*/ 50 w 51"/>
                <a:gd name="T13" fmla="*/ 24 h 132"/>
                <a:gd name="T14" fmla="*/ 30 w 51"/>
                <a:gd name="T15" fmla="*/ 1 h 1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32">
                  <a:moveTo>
                    <a:pt x="30" y="1"/>
                  </a:moveTo>
                  <a:cubicBezTo>
                    <a:pt x="18" y="0"/>
                    <a:pt x="8" y="9"/>
                    <a:pt x="7" y="21"/>
                  </a:cubicBezTo>
                  <a:cubicBezTo>
                    <a:pt x="1" y="108"/>
                    <a:pt x="1" y="108"/>
                    <a:pt x="1" y="108"/>
                  </a:cubicBezTo>
                  <a:cubicBezTo>
                    <a:pt x="0" y="120"/>
                    <a:pt x="9" y="131"/>
                    <a:pt x="21" y="131"/>
                  </a:cubicBezTo>
                  <a:cubicBezTo>
                    <a:pt x="21" y="131"/>
                    <a:pt x="21" y="131"/>
                    <a:pt x="21" y="131"/>
                  </a:cubicBezTo>
                  <a:cubicBezTo>
                    <a:pt x="33" y="132"/>
                    <a:pt x="43" y="123"/>
                    <a:pt x="44" y="111"/>
                  </a:cubicBezTo>
                  <a:cubicBezTo>
                    <a:pt x="50" y="24"/>
                    <a:pt x="50" y="24"/>
                    <a:pt x="50" y="24"/>
                  </a:cubicBezTo>
                  <a:cubicBezTo>
                    <a:pt x="51" y="12"/>
                    <a:pt x="42" y="2"/>
                    <a:pt x="30" y="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2" name="Freeform 215"/>
            <p:cNvSpPr>
              <a:spLocks/>
            </p:cNvSpPr>
            <p:nvPr/>
          </p:nvSpPr>
          <p:spPr bwMode="auto">
            <a:xfrm>
              <a:off x="288925" y="2995613"/>
              <a:ext cx="179388" cy="269875"/>
            </a:xfrm>
            <a:custGeom>
              <a:avLst/>
              <a:gdLst>
                <a:gd name="T0" fmla="*/ 70 w 86"/>
                <a:gd name="T1" fmla="*/ 5 h 129"/>
                <a:gd name="T2" fmla="*/ 41 w 86"/>
                <a:gd name="T3" fmla="*/ 16 h 129"/>
                <a:gd name="T4" fmla="*/ 5 w 86"/>
                <a:gd name="T5" fmla="*/ 96 h 129"/>
                <a:gd name="T6" fmla="*/ 16 w 86"/>
                <a:gd name="T7" fmla="*/ 124 h 129"/>
                <a:gd name="T8" fmla="*/ 16 w 86"/>
                <a:gd name="T9" fmla="*/ 124 h 129"/>
                <a:gd name="T10" fmla="*/ 45 w 86"/>
                <a:gd name="T11" fmla="*/ 113 h 129"/>
                <a:gd name="T12" fmla="*/ 81 w 86"/>
                <a:gd name="T13" fmla="*/ 34 h 129"/>
                <a:gd name="T14" fmla="*/ 70 w 86"/>
                <a:gd name="T15" fmla="*/ 5 h 1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6" h="129">
                  <a:moveTo>
                    <a:pt x="70" y="5"/>
                  </a:moveTo>
                  <a:cubicBezTo>
                    <a:pt x="59" y="0"/>
                    <a:pt x="46" y="5"/>
                    <a:pt x="41" y="16"/>
                  </a:cubicBezTo>
                  <a:cubicBezTo>
                    <a:pt x="5" y="96"/>
                    <a:pt x="5" y="96"/>
                    <a:pt x="5" y="96"/>
                  </a:cubicBezTo>
                  <a:cubicBezTo>
                    <a:pt x="0" y="107"/>
                    <a:pt x="5" y="119"/>
                    <a:pt x="16" y="124"/>
                  </a:cubicBezTo>
                  <a:cubicBezTo>
                    <a:pt x="16" y="124"/>
                    <a:pt x="16" y="124"/>
                    <a:pt x="16" y="124"/>
                  </a:cubicBezTo>
                  <a:cubicBezTo>
                    <a:pt x="27" y="129"/>
                    <a:pt x="40" y="124"/>
                    <a:pt x="45" y="113"/>
                  </a:cubicBezTo>
                  <a:cubicBezTo>
                    <a:pt x="81" y="34"/>
                    <a:pt x="81" y="34"/>
                    <a:pt x="81" y="34"/>
                  </a:cubicBezTo>
                  <a:cubicBezTo>
                    <a:pt x="86" y="23"/>
                    <a:pt x="81" y="10"/>
                    <a:pt x="70" y="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3" name="Freeform 216"/>
            <p:cNvSpPr>
              <a:spLocks/>
            </p:cNvSpPr>
            <p:nvPr/>
          </p:nvSpPr>
          <p:spPr bwMode="auto">
            <a:xfrm>
              <a:off x="387350" y="2235201"/>
              <a:ext cx="163513" cy="198437"/>
            </a:xfrm>
            <a:custGeom>
              <a:avLst/>
              <a:gdLst>
                <a:gd name="T0" fmla="*/ 0 w 78"/>
                <a:gd name="T1" fmla="*/ 84 h 95"/>
                <a:gd name="T2" fmla="*/ 11 w 78"/>
                <a:gd name="T3" fmla="*/ 95 h 95"/>
                <a:gd name="T4" fmla="*/ 67 w 78"/>
                <a:gd name="T5" fmla="*/ 95 h 95"/>
                <a:gd name="T6" fmla="*/ 78 w 78"/>
                <a:gd name="T7" fmla="*/ 84 h 95"/>
                <a:gd name="T8" fmla="*/ 78 w 78"/>
                <a:gd name="T9" fmla="*/ 12 h 95"/>
                <a:gd name="T10" fmla="*/ 67 w 78"/>
                <a:gd name="T11" fmla="*/ 0 h 95"/>
                <a:gd name="T12" fmla="*/ 11 w 78"/>
                <a:gd name="T13" fmla="*/ 0 h 95"/>
                <a:gd name="T14" fmla="*/ 0 w 78"/>
                <a:gd name="T15" fmla="*/ 12 h 95"/>
                <a:gd name="T16" fmla="*/ 0 w 78"/>
                <a:gd name="T17" fmla="*/ 84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95">
                  <a:moveTo>
                    <a:pt x="0" y="84"/>
                  </a:moveTo>
                  <a:cubicBezTo>
                    <a:pt x="0" y="90"/>
                    <a:pt x="5" y="95"/>
                    <a:pt x="11" y="95"/>
                  </a:cubicBezTo>
                  <a:cubicBezTo>
                    <a:pt x="67" y="95"/>
                    <a:pt x="67" y="95"/>
                    <a:pt x="67" y="95"/>
                  </a:cubicBezTo>
                  <a:cubicBezTo>
                    <a:pt x="73" y="95"/>
                    <a:pt x="78" y="90"/>
                    <a:pt x="78" y="84"/>
                  </a:cubicBezTo>
                  <a:cubicBezTo>
                    <a:pt x="78" y="12"/>
                    <a:pt x="78" y="12"/>
                    <a:pt x="78" y="12"/>
                  </a:cubicBezTo>
                  <a:cubicBezTo>
                    <a:pt x="78" y="5"/>
                    <a:pt x="73" y="0"/>
                    <a:pt x="67" y="0"/>
                  </a:cubicBezTo>
                  <a:cubicBezTo>
                    <a:pt x="11" y="0"/>
                    <a:pt x="11" y="0"/>
                    <a:pt x="11" y="0"/>
                  </a:cubicBezTo>
                  <a:cubicBezTo>
                    <a:pt x="5" y="0"/>
                    <a:pt x="0" y="5"/>
                    <a:pt x="0" y="12"/>
                  </a:cubicBezTo>
                  <a:lnTo>
                    <a:pt x="0" y="84"/>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4" name="Freeform 217"/>
            <p:cNvSpPr>
              <a:spLocks/>
            </p:cNvSpPr>
            <p:nvPr/>
          </p:nvSpPr>
          <p:spPr bwMode="auto">
            <a:xfrm>
              <a:off x="468312" y="2335213"/>
              <a:ext cx="169863" cy="26987"/>
            </a:xfrm>
            <a:custGeom>
              <a:avLst/>
              <a:gdLst>
                <a:gd name="T0" fmla="*/ 81 w 81"/>
                <a:gd name="T1" fmla="*/ 6 h 13"/>
                <a:gd name="T2" fmla="*/ 74 w 81"/>
                <a:gd name="T3" fmla="*/ 13 h 13"/>
                <a:gd name="T4" fmla="*/ 7 w 81"/>
                <a:gd name="T5" fmla="*/ 13 h 13"/>
                <a:gd name="T6" fmla="*/ 0 w 81"/>
                <a:gd name="T7" fmla="*/ 6 h 13"/>
                <a:gd name="T8" fmla="*/ 0 w 81"/>
                <a:gd name="T9" fmla="*/ 6 h 13"/>
                <a:gd name="T10" fmla="*/ 7 w 81"/>
                <a:gd name="T11" fmla="*/ 0 h 13"/>
                <a:gd name="T12" fmla="*/ 74 w 81"/>
                <a:gd name="T13" fmla="*/ 0 h 13"/>
                <a:gd name="T14" fmla="*/ 81 w 81"/>
                <a:gd name="T15" fmla="*/ 6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 h="13">
                  <a:moveTo>
                    <a:pt x="81" y="6"/>
                  </a:moveTo>
                  <a:cubicBezTo>
                    <a:pt x="81" y="10"/>
                    <a:pt x="78" y="13"/>
                    <a:pt x="74" y="13"/>
                  </a:cubicBezTo>
                  <a:cubicBezTo>
                    <a:pt x="7" y="13"/>
                    <a:pt x="7" y="13"/>
                    <a:pt x="7" y="13"/>
                  </a:cubicBezTo>
                  <a:cubicBezTo>
                    <a:pt x="3" y="13"/>
                    <a:pt x="0" y="10"/>
                    <a:pt x="0" y="6"/>
                  </a:cubicBezTo>
                  <a:cubicBezTo>
                    <a:pt x="0" y="6"/>
                    <a:pt x="0" y="6"/>
                    <a:pt x="0" y="6"/>
                  </a:cubicBezTo>
                  <a:cubicBezTo>
                    <a:pt x="0" y="3"/>
                    <a:pt x="3" y="0"/>
                    <a:pt x="7" y="0"/>
                  </a:cubicBezTo>
                  <a:cubicBezTo>
                    <a:pt x="74" y="0"/>
                    <a:pt x="74" y="0"/>
                    <a:pt x="74" y="0"/>
                  </a:cubicBezTo>
                  <a:cubicBezTo>
                    <a:pt x="78" y="0"/>
                    <a:pt x="81" y="3"/>
                    <a:pt x="81" y="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5" name="Freeform 218"/>
            <p:cNvSpPr>
              <a:spLocks/>
            </p:cNvSpPr>
            <p:nvPr/>
          </p:nvSpPr>
          <p:spPr bwMode="auto">
            <a:xfrm>
              <a:off x="387350" y="2503488"/>
              <a:ext cx="153988" cy="407987"/>
            </a:xfrm>
            <a:custGeom>
              <a:avLst/>
              <a:gdLst>
                <a:gd name="T0" fmla="*/ 74 w 74"/>
                <a:gd name="T1" fmla="*/ 159 h 196"/>
                <a:gd name="T2" fmla="*/ 37 w 74"/>
                <a:gd name="T3" fmla="*/ 196 h 196"/>
                <a:gd name="T4" fmla="*/ 37 w 74"/>
                <a:gd name="T5" fmla="*/ 196 h 196"/>
                <a:gd name="T6" fmla="*/ 0 w 74"/>
                <a:gd name="T7" fmla="*/ 159 h 196"/>
                <a:gd name="T8" fmla="*/ 0 w 74"/>
                <a:gd name="T9" fmla="*/ 37 h 196"/>
                <a:gd name="T10" fmla="*/ 37 w 74"/>
                <a:gd name="T11" fmla="*/ 0 h 196"/>
                <a:gd name="T12" fmla="*/ 37 w 74"/>
                <a:gd name="T13" fmla="*/ 0 h 196"/>
                <a:gd name="T14" fmla="*/ 74 w 74"/>
                <a:gd name="T15" fmla="*/ 37 h 196"/>
                <a:gd name="T16" fmla="*/ 74 w 74"/>
                <a:gd name="T17" fmla="*/ 159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 h="196">
                  <a:moveTo>
                    <a:pt x="74" y="159"/>
                  </a:moveTo>
                  <a:cubicBezTo>
                    <a:pt x="74" y="180"/>
                    <a:pt x="58" y="196"/>
                    <a:pt x="37" y="196"/>
                  </a:cubicBezTo>
                  <a:cubicBezTo>
                    <a:pt x="37" y="196"/>
                    <a:pt x="37" y="196"/>
                    <a:pt x="37" y="196"/>
                  </a:cubicBezTo>
                  <a:cubicBezTo>
                    <a:pt x="16" y="196"/>
                    <a:pt x="0" y="180"/>
                    <a:pt x="0" y="159"/>
                  </a:cubicBezTo>
                  <a:cubicBezTo>
                    <a:pt x="0" y="37"/>
                    <a:pt x="0" y="37"/>
                    <a:pt x="0" y="37"/>
                  </a:cubicBezTo>
                  <a:cubicBezTo>
                    <a:pt x="0" y="17"/>
                    <a:pt x="16" y="0"/>
                    <a:pt x="37" y="0"/>
                  </a:cubicBezTo>
                  <a:cubicBezTo>
                    <a:pt x="37" y="0"/>
                    <a:pt x="37" y="0"/>
                    <a:pt x="37" y="0"/>
                  </a:cubicBezTo>
                  <a:cubicBezTo>
                    <a:pt x="58" y="0"/>
                    <a:pt x="74" y="17"/>
                    <a:pt x="74" y="37"/>
                  </a:cubicBezTo>
                  <a:lnTo>
                    <a:pt x="74" y="159"/>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226" name="组合 225"/>
          <p:cNvGrpSpPr/>
          <p:nvPr/>
        </p:nvGrpSpPr>
        <p:grpSpPr>
          <a:xfrm>
            <a:off x="288925" y="577851"/>
            <a:ext cx="1868487" cy="1030287"/>
            <a:chOff x="288925" y="577851"/>
            <a:chExt cx="1868487" cy="1030287"/>
          </a:xfrm>
        </p:grpSpPr>
        <p:sp>
          <p:nvSpPr>
            <p:cNvPr id="227" name="Freeform 219"/>
            <p:cNvSpPr>
              <a:spLocks noEditPoints="1"/>
            </p:cNvSpPr>
            <p:nvPr/>
          </p:nvSpPr>
          <p:spPr bwMode="auto">
            <a:xfrm>
              <a:off x="1500187" y="974726"/>
              <a:ext cx="657225" cy="604837"/>
            </a:xfrm>
            <a:custGeom>
              <a:avLst/>
              <a:gdLst>
                <a:gd name="T0" fmla="*/ 314 w 314"/>
                <a:gd name="T1" fmla="*/ 172 h 289"/>
                <a:gd name="T2" fmla="*/ 66 w 314"/>
                <a:gd name="T3" fmla="*/ 49 h 289"/>
                <a:gd name="T4" fmla="*/ 61 w 314"/>
                <a:gd name="T5" fmla="*/ 7 h 289"/>
                <a:gd name="T6" fmla="*/ 12 w 314"/>
                <a:gd name="T7" fmla="*/ 0 h 289"/>
                <a:gd name="T8" fmla="*/ 12 w 314"/>
                <a:gd name="T9" fmla="*/ 23 h 289"/>
                <a:gd name="T10" fmla="*/ 56 w 314"/>
                <a:gd name="T11" fmla="*/ 16 h 289"/>
                <a:gd name="T12" fmla="*/ 56 w 314"/>
                <a:gd name="T13" fmla="*/ 79 h 289"/>
                <a:gd name="T14" fmla="*/ 79 w 314"/>
                <a:gd name="T15" fmla="*/ 195 h 289"/>
                <a:gd name="T16" fmla="*/ 116 w 314"/>
                <a:gd name="T17" fmla="*/ 212 h 289"/>
                <a:gd name="T18" fmla="*/ 56 w 314"/>
                <a:gd name="T19" fmla="*/ 230 h 289"/>
                <a:gd name="T20" fmla="*/ 109 w 314"/>
                <a:gd name="T21" fmla="*/ 248 h 289"/>
                <a:gd name="T22" fmla="*/ 121 w 314"/>
                <a:gd name="T23" fmla="*/ 289 h 289"/>
                <a:gd name="T24" fmla="*/ 132 w 314"/>
                <a:gd name="T25" fmla="*/ 248 h 289"/>
                <a:gd name="T26" fmla="*/ 220 w 314"/>
                <a:gd name="T27" fmla="*/ 267 h 289"/>
                <a:gd name="T28" fmla="*/ 265 w 314"/>
                <a:gd name="T29" fmla="*/ 267 h 289"/>
                <a:gd name="T30" fmla="*/ 309 w 314"/>
                <a:gd name="T31" fmla="*/ 248 h 289"/>
                <a:gd name="T32" fmla="*/ 74 w 314"/>
                <a:gd name="T33" fmla="*/ 239 h 289"/>
                <a:gd name="T34" fmla="*/ 74 w 314"/>
                <a:gd name="T35" fmla="*/ 221 h 289"/>
                <a:gd name="T36" fmla="*/ 309 w 314"/>
                <a:gd name="T37" fmla="*/ 212 h 289"/>
                <a:gd name="T38" fmla="*/ 247 w 314"/>
                <a:gd name="T39" fmla="*/ 195 h 289"/>
                <a:gd name="T40" fmla="*/ 121 w 314"/>
                <a:gd name="T41" fmla="*/ 280 h 289"/>
                <a:gd name="T42" fmla="*/ 121 w 314"/>
                <a:gd name="T43" fmla="*/ 254 h 289"/>
                <a:gd name="T44" fmla="*/ 121 w 314"/>
                <a:gd name="T45" fmla="*/ 280 h 289"/>
                <a:gd name="T46" fmla="*/ 229 w 314"/>
                <a:gd name="T47" fmla="*/ 267 h 289"/>
                <a:gd name="T48" fmla="*/ 255 w 314"/>
                <a:gd name="T49" fmla="*/ 267 h 289"/>
                <a:gd name="T50" fmla="*/ 291 w 314"/>
                <a:gd name="T51" fmla="*/ 186 h 289"/>
                <a:gd name="T52" fmla="*/ 247 w 314"/>
                <a:gd name="T53" fmla="*/ 147 h 289"/>
                <a:gd name="T54" fmla="*/ 305 w 314"/>
                <a:gd name="T55" fmla="*/ 172 h 289"/>
                <a:gd name="T56" fmla="*/ 66 w 314"/>
                <a:gd name="T57" fmla="*/ 97 h 289"/>
                <a:gd name="T58" fmla="*/ 116 w 314"/>
                <a:gd name="T59" fmla="*/ 138 h 289"/>
                <a:gd name="T60" fmla="*/ 66 w 314"/>
                <a:gd name="T61" fmla="*/ 97 h 289"/>
                <a:gd name="T62" fmla="*/ 181 w 314"/>
                <a:gd name="T63" fmla="*/ 97 h 289"/>
                <a:gd name="T64" fmla="*/ 125 w 314"/>
                <a:gd name="T65" fmla="*/ 138 h 289"/>
                <a:gd name="T66" fmla="*/ 238 w 314"/>
                <a:gd name="T67" fmla="*/ 138 h 289"/>
                <a:gd name="T68" fmla="*/ 190 w 314"/>
                <a:gd name="T69" fmla="*/ 97 h 289"/>
                <a:gd name="T70" fmla="*/ 238 w 314"/>
                <a:gd name="T71" fmla="*/ 138 h 289"/>
                <a:gd name="T72" fmla="*/ 305 w 314"/>
                <a:gd name="T73" fmla="*/ 97 h 289"/>
                <a:gd name="T74" fmla="*/ 247 w 314"/>
                <a:gd name="T75" fmla="*/ 138 h 289"/>
                <a:gd name="T76" fmla="*/ 190 w 314"/>
                <a:gd name="T77" fmla="*/ 88 h 289"/>
                <a:gd name="T78" fmla="*/ 238 w 314"/>
                <a:gd name="T79" fmla="*/ 58 h 289"/>
                <a:gd name="T80" fmla="*/ 190 w 314"/>
                <a:gd name="T81" fmla="*/ 88 h 289"/>
                <a:gd name="T82" fmla="*/ 125 w 314"/>
                <a:gd name="T83" fmla="*/ 88 h 289"/>
                <a:gd name="T84" fmla="*/ 181 w 314"/>
                <a:gd name="T85" fmla="*/ 58 h 289"/>
                <a:gd name="T86" fmla="*/ 181 w 314"/>
                <a:gd name="T87" fmla="*/ 147 h 289"/>
                <a:gd name="T88" fmla="*/ 125 w 314"/>
                <a:gd name="T89" fmla="*/ 186 h 289"/>
                <a:gd name="T90" fmla="*/ 181 w 314"/>
                <a:gd name="T91" fmla="*/ 147 h 289"/>
                <a:gd name="T92" fmla="*/ 238 w 314"/>
                <a:gd name="T93" fmla="*/ 147 h 289"/>
                <a:gd name="T94" fmla="*/ 190 w 314"/>
                <a:gd name="T95" fmla="*/ 186 h 289"/>
                <a:gd name="T96" fmla="*/ 305 w 314"/>
                <a:gd name="T97" fmla="*/ 88 h 289"/>
                <a:gd name="T98" fmla="*/ 247 w 314"/>
                <a:gd name="T99" fmla="*/ 58 h 289"/>
                <a:gd name="T100" fmla="*/ 305 w 314"/>
                <a:gd name="T101" fmla="*/ 88 h 289"/>
                <a:gd name="T102" fmla="*/ 116 w 314"/>
                <a:gd name="T103" fmla="*/ 58 h 289"/>
                <a:gd name="T104" fmla="*/ 66 w 314"/>
                <a:gd name="T105" fmla="*/ 88 h 289"/>
                <a:gd name="T106" fmla="*/ 66 w 314"/>
                <a:gd name="T107" fmla="*/ 58 h 289"/>
                <a:gd name="T108" fmla="*/ 66 w 314"/>
                <a:gd name="T109" fmla="*/ 172 h 289"/>
                <a:gd name="T110" fmla="*/ 116 w 314"/>
                <a:gd name="T111" fmla="*/ 147 h 289"/>
                <a:gd name="T112" fmla="*/ 79 w 314"/>
                <a:gd name="T113" fmla="*/ 186 h 289"/>
                <a:gd name="T114" fmla="*/ 125 w 314"/>
                <a:gd name="T115" fmla="*/ 212 h 289"/>
                <a:gd name="T116" fmla="*/ 238 w 314"/>
                <a:gd name="T117" fmla="*/ 195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14" h="289">
                  <a:moveTo>
                    <a:pt x="291" y="195"/>
                  </a:moveTo>
                  <a:cubicBezTo>
                    <a:pt x="304" y="195"/>
                    <a:pt x="314" y="185"/>
                    <a:pt x="314" y="172"/>
                  </a:cubicBezTo>
                  <a:cubicBezTo>
                    <a:pt x="314" y="49"/>
                    <a:pt x="314" y="49"/>
                    <a:pt x="314" y="49"/>
                  </a:cubicBezTo>
                  <a:cubicBezTo>
                    <a:pt x="66" y="49"/>
                    <a:pt x="66" y="49"/>
                    <a:pt x="66" y="49"/>
                  </a:cubicBezTo>
                  <a:cubicBezTo>
                    <a:pt x="66" y="12"/>
                    <a:pt x="66" y="12"/>
                    <a:pt x="66" y="12"/>
                  </a:cubicBezTo>
                  <a:cubicBezTo>
                    <a:pt x="66" y="9"/>
                    <a:pt x="63" y="7"/>
                    <a:pt x="61" y="7"/>
                  </a:cubicBezTo>
                  <a:cubicBezTo>
                    <a:pt x="22" y="7"/>
                    <a:pt x="22" y="7"/>
                    <a:pt x="22" y="7"/>
                  </a:cubicBezTo>
                  <a:cubicBezTo>
                    <a:pt x="20" y="3"/>
                    <a:pt x="16" y="0"/>
                    <a:pt x="12" y="0"/>
                  </a:cubicBezTo>
                  <a:cubicBezTo>
                    <a:pt x="5" y="0"/>
                    <a:pt x="0" y="5"/>
                    <a:pt x="0" y="12"/>
                  </a:cubicBezTo>
                  <a:cubicBezTo>
                    <a:pt x="0" y="18"/>
                    <a:pt x="5" y="23"/>
                    <a:pt x="12" y="23"/>
                  </a:cubicBezTo>
                  <a:cubicBezTo>
                    <a:pt x="16" y="23"/>
                    <a:pt x="20" y="20"/>
                    <a:pt x="22" y="16"/>
                  </a:cubicBezTo>
                  <a:cubicBezTo>
                    <a:pt x="56" y="16"/>
                    <a:pt x="56" y="16"/>
                    <a:pt x="56" y="16"/>
                  </a:cubicBezTo>
                  <a:cubicBezTo>
                    <a:pt x="56" y="49"/>
                    <a:pt x="56" y="49"/>
                    <a:pt x="56" y="49"/>
                  </a:cubicBezTo>
                  <a:cubicBezTo>
                    <a:pt x="56" y="79"/>
                    <a:pt x="56" y="79"/>
                    <a:pt x="56" y="79"/>
                  </a:cubicBezTo>
                  <a:cubicBezTo>
                    <a:pt x="56" y="172"/>
                    <a:pt x="56" y="172"/>
                    <a:pt x="56" y="172"/>
                  </a:cubicBezTo>
                  <a:cubicBezTo>
                    <a:pt x="56" y="185"/>
                    <a:pt x="67" y="195"/>
                    <a:pt x="79" y="195"/>
                  </a:cubicBezTo>
                  <a:cubicBezTo>
                    <a:pt x="116" y="195"/>
                    <a:pt x="116" y="195"/>
                    <a:pt x="116" y="195"/>
                  </a:cubicBezTo>
                  <a:cubicBezTo>
                    <a:pt x="116" y="212"/>
                    <a:pt x="116" y="212"/>
                    <a:pt x="116" y="212"/>
                  </a:cubicBezTo>
                  <a:cubicBezTo>
                    <a:pt x="74" y="212"/>
                    <a:pt x="74" y="212"/>
                    <a:pt x="74" y="212"/>
                  </a:cubicBezTo>
                  <a:cubicBezTo>
                    <a:pt x="64" y="212"/>
                    <a:pt x="56" y="220"/>
                    <a:pt x="56" y="230"/>
                  </a:cubicBezTo>
                  <a:cubicBezTo>
                    <a:pt x="56" y="240"/>
                    <a:pt x="64" y="248"/>
                    <a:pt x="74" y="248"/>
                  </a:cubicBezTo>
                  <a:cubicBezTo>
                    <a:pt x="109" y="248"/>
                    <a:pt x="109" y="248"/>
                    <a:pt x="109" y="248"/>
                  </a:cubicBezTo>
                  <a:cubicBezTo>
                    <a:pt x="102" y="252"/>
                    <a:pt x="98" y="259"/>
                    <a:pt x="98" y="267"/>
                  </a:cubicBezTo>
                  <a:cubicBezTo>
                    <a:pt x="98" y="279"/>
                    <a:pt x="108" y="289"/>
                    <a:pt x="121" y="289"/>
                  </a:cubicBezTo>
                  <a:cubicBezTo>
                    <a:pt x="133" y="289"/>
                    <a:pt x="143" y="279"/>
                    <a:pt x="143" y="267"/>
                  </a:cubicBezTo>
                  <a:cubicBezTo>
                    <a:pt x="143" y="259"/>
                    <a:pt x="139" y="252"/>
                    <a:pt x="132" y="248"/>
                  </a:cubicBezTo>
                  <a:cubicBezTo>
                    <a:pt x="230" y="248"/>
                    <a:pt x="230" y="248"/>
                    <a:pt x="230" y="248"/>
                  </a:cubicBezTo>
                  <a:cubicBezTo>
                    <a:pt x="224" y="252"/>
                    <a:pt x="220" y="259"/>
                    <a:pt x="220" y="267"/>
                  </a:cubicBezTo>
                  <a:cubicBezTo>
                    <a:pt x="220" y="279"/>
                    <a:pt x="230" y="289"/>
                    <a:pt x="242" y="289"/>
                  </a:cubicBezTo>
                  <a:cubicBezTo>
                    <a:pt x="255" y="289"/>
                    <a:pt x="265" y="279"/>
                    <a:pt x="265" y="267"/>
                  </a:cubicBezTo>
                  <a:cubicBezTo>
                    <a:pt x="265" y="259"/>
                    <a:pt x="260" y="252"/>
                    <a:pt x="254" y="248"/>
                  </a:cubicBezTo>
                  <a:cubicBezTo>
                    <a:pt x="309" y="248"/>
                    <a:pt x="309" y="248"/>
                    <a:pt x="309" y="248"/>
                  </a:cubicBezTo>
                  <a:cubicBezTo>
                    <a:pt x="309" y="239"/>
                    <a:pt x="309" y="239"/>
                    <a:pt x="309" y="239"/>
                  </a:cubicBezTo>
                  <a:cubicBezTo>
                    <a:pt x="74" y="239"/>
                    <a:pt x="74" y="239"/>
                    <a:pt x="74" y="239"/>
                  </a:cubicBezTo>
                  <a:cubicBezTo>
                    <a:pt x="70" y="239"/>
                    <a:pt x="66" y="235"/>
                    <a:pt x="66" y="230"/>
                  </a:cubicBezTo>
                  <a:cubicBezTo>
                    <a:pt x="66" y="225"/>
                    <a:pt x="70" y="221"/>
                    <a:pt x="74" y="221"/>
                  </a:cubicBezTo>
                  <a:cubicBezTo>
                    <a:pt x="309" y="221"/>
                    <a:pt x="309" y="221"/>
                    <a:pt x="309" y="221"/>
                  </a:cubicBezTo>
                  <a:cubicBezTo>
                    <a:pt x="309" y="212"/>
                    <a:pt x="309" y="212"/>
                    <a:pt x="309" y="212"/>
                  </a:cubicBezTo>
                  <a:cubicBezTo>
                    <a:pt x="247" y="212"/>
                    <a:pt x="247" y="212"/>
                    <a:pt x="247" y="212"/>
                  </a:cubicBezTo>
                  <a:cubicBezTo>
                    <a:pt x="247" y="195"/>
                    <a:pt x="247" y="195"/>
                    <a:pt x="247" y="195"/>
                  </a:cubicBezTo>
                  <a:lnTo>
                    <a:pt x="291" y="195"/>
                  </a:lnTo>
                  <a:close/>
                  <a:moveTo>
                    <a:pt x="121" y="280"/>
                  </a:moveTo>
                  <a:cubicBezTo>
                    <a:pt x="113" y="280"/>
                    <a:pt x="107" y="274"/>
                    <a:pt x="107" y="267"/>
                  </a:cubicBezTo>
                  <a:cubicBezTo>
                    <a:pt x="107" y="260"/>
                    <a:pt x="113" y="254"/>
                    <a:pt x="121" y="254"/>
                  </a:cubicBezTo>
                  <a:cubicBezTo>
                    <a:pt x="128" y="254"/>
                    <a:pt x="134" y="260"/>
                    <a:pt x="134" y="267"/>
                  </a:cubicBezTo>
                  <a:cubicBezTo>
                    <a:pt x="134" y="274"/>
                    <a:pt x="128" y="280"/>
                    <a:pt x="121" y="280"/>
                  </a:cubicBezTo>
                  <a:close/>
                  <a:moveTo>
                    <a:pt x="242" y="280"/>
                  </a:moveTo>
                  <a:cubicBezTo>
                    <a:pt x="235" y="280"/>
                    <a:pt x="229" y="274"/>
                    <a:pt x="229" y="267"/>
                  </a:cubicBezTo>
                  <a:cubicBezTo>
                    <a:pt x="229" y="260"/>
                    <a:pt x="235" y="254"/>
                    <a:pt x="242" y="254"/>
                  </a:cubicBezTo>
                  <a:cubicBezTo>
                    <a:pt x="249" y="254"/>
                    <a:pt x="255" y="260"/>
                    <a:pt x="255" y="267"/>
                  </a:cubicBezTo>
                  <a:cubicBezTo>
                    <a:pt x="255" y="274"/>
                    <a:pt x="249" y="280"/>
                    <a:pt x="242" y="280"/>
                  </a:cubicBezTo>
                  <a:close/>
                  <a:moveTo>
                    <a:pt x="291" y="186"/>
                  </a:moveTo>
                  <a:cubicBezTo>
                    <a:pt x="247" y="186"/>
                    <a:pt x="247" y="186"/>
                    <a:pt x="247" y="186"/>
                  </a:cubicBezTo>
                  <a:cubicBezTo>
                    <a:pt x="247" y="147"/>
                    <a:pt x="247" y="147"/>
                    <a:pt x="247" y="147"/>
                  </a:cubicBezTo>
                  <a:cubicBezTo>
                    <a:pt x="305" y="147"/>
                    <a:pt x="305" y="147"/>
                    <a:pt x="305" y="147"/>
                  </a:cubicBezTo>
                  <a:cubicBezTo>
                    <a:pt x="305" y="172"/>
                    <a:pt x="305" y="172"/>
                    <a:pt x="305" y="172"/>
                  </a:cubicBezTo>
                  <a:cubicBezTo>
                    <a:pt x="305" y="180"/>
                    <a:pt x="299" y="186"/>
                    <a:pt x="291" y="186"/>
                  </a:cubicBezTo>
                  <a:close/>
                  <a:moveTo>
                    <a:pt x="66" y="97"/>
                  </a:moveTo>
                  <a:cubicBezTo>
                    <a:pt x="116" y="97"/>
                    <a:pt x="116" y="97"/>
                    <a:pt x="116" y="97"/>
                  </a:cubicBezTo>
                  <a:cubicBezTo>
                    <a:pt x="116" y="138"/>
                    <a:pt x="116" y="138"/>
                    <a:pt x="116" y="138"/>
                  </a:cubicBezTo>
                  <a:cubicBezTo>
                    <a:pt x="66" y="138"/>
                    <a:pt x="66" y="138"/>
                    <a:pt x="66" y="138"/>
                  </a:cubicBezTo>
                  <a:lnTo>
                    <a:pt x="66" y="97"/>
                  </a:lnTo>
                  <a:close/>
                  <a:moveTo>
                    <a:pt x="125" y="97"/>
                  </a:moveTo>
                  <a:cubicBezTo>
                    <a:pt x="181" y="97"/>
                    <a:pt x="181" y="97"/>
                    <a:pt x="181" y="97"/>
                  </a:cubicBezTo>
                  <a:cubicBezTo>
                    <a:pt x="181" y="138"/>
                    <a:pt x="181" y="138"/>
                    <a:pt x="181" y="138"/>
                  </a:cubicBezTo>
                  <a:cubicBezTo>
                    <a:pt x="125" y="138"/>
                    <a:pt x="125" y="138"/>
                    <a:pt x="125" y="138"/>
                  </a:cubicBezTo>
                  <a:lnTo>
                    <a:pt x="125" y="97"/>
                  </a:lnTo>
                  <a:close/>
                  <a:moveTo>
                    <a:pt x="238" y="138"/>
                  </a:moveTo>
                  <a:cubicBezTo>
                    <a:pt x="190" y="138"/>
                    <a:pt x="190" y="138"/>
                    <a:pt x="190" y="138"/>
                  </a:cubicBezTo>
                  <a:cubicBezTo>
                    <a:pt x="190" y="97"/>
                    <a:pt x="190" y="97"/>
                    <a:pt x="190" y="97"/>
                  </a:cubicBezTo>
                  <a:cubicBezTo>
                    <a:pt x="238" y="97"/>
                    <a:pt x="238" y="97"/>
                    <a:pt x="238" y="97"/>
                  </a:cubicBezTo>
                  <a:lnTo>
                    <a:pt x="238" y="138"/>
                  </a:lnTo>
                  <a:close/>
                  <a:moveTo>
                    <a:pt x="247" y="97"/>
                  </a:moveTo>
                  <a:cubicBezTo>
                    <a:pt x="305" y="97"/>
                    <a:pt x="305" y="97"/>
                    <a:pt x="305" y="97"/>
                  </a:cubicBezTo>
                  <a:cubicBezTo>
                    <a:pt x="305" y="138"/>
                    <a:pt x="305" y="138"/>
                    <a:pt x="305" y="138"/>
                  </a:cubicBezTo>
                  <a:cubicBezTo>
                    <a:pt x="247" y="138"/>
                    <a:pt x="247" y="138"/>
                    <a:pt x="247" y="138"/>
                  </a:cubicBezTo>
                  <a:lnTo>
                    <a:pt x="247" y="97"/>
                  </a:lnTo>
                  <a:close/>
                  <a:moveTo>
                    <a:pt x="190" y="88"/>
                  </a:moveTo>
                  <a:cubicBezTo>
                    <a:pt x="190" y="58"/>
                    <a:pt x="190" y="58"/>
                    <a:pt x="190" y="58"/>
                  </a:cubicBezTo>
                  <a:cubicBezTo>
                    <a:pt x="238" y="58"/>
                    <a:pt x="238" y="58"/>
                    <a:pt x="238" y="58"/>
                  </a:cubicBezTo>
                  <a:cubicBezTo>
                    <a:pt x="238" y="88"/>
                    <a:pt x="238" y="88"/>
                    <a:pt x="238" y="88"/>
                  </a:cubicBezTo>
                  <a:lnTo>
                    <a:pt x="190" y="88"/>
                  </a:lnTo>
                  <a:close/>
                  <a:moveTo>
                    <a:pt x="181" y="88"/>
                  </a:moveTo>
                  <a:cubicBezTo>
                    <a:pt x="125" y="88"/>
                    <a:pt x="125" y="88"/>
                    <a:pt x="125" y="88"/>
                  </a:cubicBezTo>
                  <a:cubicBezTo>
                    <a:pt x="125" y="58"/>
                    <a:pt x="125" y="58"/>
                    <a:pt x="125" y="58"/>
                  </a:cubicBezTo>
                  <a:cubicBezTo>
                    <a:pt x="181" y="58"/>
                    <a:pt x="181" y="58"/>
                    <a:pt x="181" y="58"/>
                  </a:cubicBezTo>
                  <a:lnTo>
                    <a:pt x="181" y="88"/>
                  </a:lnTo>
                  <a:close/>
                  <a:moveTo>
                    <a:pt x="181" y="147"/>
                  </a:moveTo>
                  <a:cubicBezTo>
                    <a:pt x="181" y="186"/>
                    <a:pt x="181" y="186"/>
                    <a:pt x="181" y="186"/>
                  </a:cubicBezTo>
                  <a:cubicBezTo>
                    <a:pt x="125" y="186"/>
                    <a:pt x="125" y="186"/>
                    <a:pt x="125" y="186"/>
                  </a:cubicBezTo>
                  <a:cubicBezTo>
                    <a:pt x="125" y="147"/>
                    <a:pt x="125" y="147"/>
                    <a:pt x="125" y="147"/>
                  </a:cubicBezTo>
                  <a:lnTo>
                    <a:pt x="181" y="147"/>
                  </a:lnTo>
                  <a:close/>
                  <a:moveTo>
                    <a:pt x="190" y="147"/>
                  </a:moveTo>
                  <a:cubicBezTo>
                    <a:pt x="238" y="147"/>
                    <a:pt x="238" y="147"/>
                    <a:pt x="238" y="147"/>
                  </a:cubicBezTo>
                  <a:cubicBezTo>
                    <a:pt x="238" y="186"/>
                    <a:pt x="238" y="186"/>
                    <a:pt x="238" y="186"/>
                  </a:cubicBezTo>
                  <a:cubicBezTo>
                    <a:pt x="190" y="186"/>
                    <a:pt x="190" y="186"/>
                    <a:pt x="190" y="186"/>
                  </a:cubicBezTo>
                  <a:lnTo>
                    <a:pt x="190" y="147"/>
                  </a:lnTo>
                  <a:close/>
                  <a:moveTo>
                    <a:pt x="305" y="88"/>
                  </a:moveTo>
                  <a:cubicBezTo>
                    <a:pt x="247" y="88"/>
                    <a:pt x="247" y="88"/>
                    <a:pt x="247" y="88"/>
                  </a:cubicBezTo>
                  <a:cubicBezTo>
                    <a:pt x="247" y="58"/>
                    <a:pt x="247" y="58"/>
                    <a:pt x="247" y="58"/>
                  </a:cubicBezTo>
                  <a:cubicBezTo>
                    <a:pt x="305" y="58"/>
                    <a:pt x="305" y="58"/>
                    <a:pt x="305" y="58"/>
                  </a:cubicBezTo>
                  <a:lnTo>
                    <a:pt x="305" y="88"/>
                  </a:lnTo>
                  <a:close/>
                  <a:moveTo>
                    <a:pt x="66" y="58"/>
                  </a:moveTo>
                  <a:cubicBezTo>
                    <a:pt x="116" y="58"/>
                    <a:pt x="116" y="58"/>
                    <a:pt x="116" y="58"/>
                  </a:cubicBezTo>
                  <a:cubicBezTo>
                    <a:pt x="116" y="88"/>
                    <a:pt x="116" y="88"/>
                    <a:pt x="116" y="88"/>
                  </a:cubicBezTo>
                  <a:cubicBezTo>
                    <a:pt x="66" y="88"/>
                    <a:pt x="66" y="88"/>
                    <a:pt x="66" y="88"/>
                  </a:cubicBezTo>
                  <a:cubicBezTo>
                    <a:pt x="66" y="79"/>
                    <a:pt x="66" y="79"/>
                    <a:pt x="66" y="79"/>
                  </a:cubicBezTo>
                  <a:lnTo>
                    <a:pt x="66" y="58"/>
                  </a:lnTo>
                  <a:close/>
                  <a:moveTo>
                    <a:pt x="79" y="186"/>
                  </a:moveTo>
                  <a:cubicBezTo>
                    <a:pt x="72" y="186"/>
                    <a:pt x="66" y="180"/>
                    <a:pt x="66" y="172"/>
                  </a:cubicBezTo>
                  <a:cubicBezTo>
                    <a:pt x="66" y="147"/>
                    <a:pt x="66" y="147"/>
                    <a:pt x="66" y="147"/>
                  </a:cubicBezTo>
                  <a:cubicBezTo>
                    <a:pt x="116" y="147"/>
                    <a:pt x="116" y="147"/>
                    <a:pt x="116" y="147"/>
                  </a:cubicBezTo>
                  <a:cubicBezTo>
                    <a:pt x="116" y="186"/>
                    <a:pt x="116" y="186"/>
                    <a:pt x="116" y="186"/>
                  </a:cubicBezTo>
                  <a:lnTo>
                    <a:pt x="79" y="186"/>
                  </a:lnTo>
                  <a:close/>
                  <a:moveTo>
                    <a:pt x="238" y="212"/>
                  </a:moveTo>
                  <a:cubicBezTo>
                    <a:pt x="125" y="212"/>
                    <a:pt x="125" y="212"/>
                    <a:pt x="125" y="212"/>
                  </a:cubicBezTo>
                  <a:cubicBezTo>
                    <a:pt x="125" y="195"/>
                    <a:pt x="125" y="195"/>
                    <a:pt x="125" y="195"/>
                  </a:cubicBezTo>
                  <a:cubicBezTo>
                    <a:pt x="238" y="195"/>
                    <a:pt x="238" y="195"/>
                    <a:pt x="238" y="195"/>
                  </a:cubicBezTo>
                  <a:lnTo>
                    <a:pt x="238" y="212"/>
                  </a:lnTo>
                  <a:close/>
                </a:path>
              </a:pathLst>
            </a:custGeom>
            <a:solidFill>
              <a:srgbClr val="29AB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220"/>
            <p:cNvSpPr>
              <a:spLocks noEditPoints="1"/>
            </p:cNvSpPr>
            <p:nvPr/>
          </p:nvSpPr>
          <p:spPr bwMode="auto">
            <a:xfrm>
              <a:off x="1255712" y="974726"/>
              <a:ext cx="315913" cy="604837"/>
            </a:xfrm>
            <a:custGeom>
              <a:avLst/>
              <a:gdLst>
                <a:gd name="T0" fmla="*/ 151 w 151"/>
                <a:gd name="T1" fmla="*/ 248 h 289"/>
                <a:gd name="T2" fmla="*/ 74 w 151"/>
                <a:gd name="T3" fmla="*/ 239 h 289"/>
                <a:gd name="T4" fmla="*/ 74 w 151"/>
                <a:gd name="T5" fmla="*/ 221 h 289"/>
                <a:gd name="T6" fmla="*/ 151 w 151"/>
                <a:gd name="T7" fmla="*/ 212 h 289"/>
                <a:gd name="T8" fmla="*/ 125 w 151"/>
                <a:gd name="T9" fmla="*/ 195 h 289"/>
                <a:gd name="T10" fmla="*/ 151 w 151"/>
                <a:gd name="T11" fmla="*/ 186 h 289"/>
                <a:gd name="T12" fmla="*/ 125 w 151"/>
                <a:gd name="T13" fmla="*/ 147 h 289"/>
                <a:gd name="T14" fmla="*/ 151 w 151"/>
                <a:gd name="T15" fmla="*/ 138 h 289"/>
                <a:gd name="T16" fmla="*/ 125 w 151"/>
                <a:gd name="T17" fmla="*/ 97 h 289"/>
                <a:gd name="T18" fmla="*/ 151 w 151"/>
                <a:gd name="T19" fmla="*/ 88 h 289"/>
                <a:gd name="T20" fmla="*/ 125 w 151"/>
                <a:gd name="T21" fmla="*/ 58 h 289"/>
                <a:gd name="T22" fmla="*/ 151 w 151"/>
                <a:gd name="T23" fmla="*/ 49 h 289"/>
                <a:gd name="T24" fmla="*/ 66 w 151"/>
                <a:gd name="T25" fmla="*/ 12 h 289"/>
                <a:gd name="T26" fmla="*/ 22 w 151"/>
                <a:gd name="T27" fmla="*/ 7 h 289"/>
                <a:gd name="T28" fmla="*/ 0 w 151"/>
                <a:gd name="T29" fmla="*/ 12 h 289"/>
                <a:gd name="T30" fmla="*/ 22 w 151"/>
                <a:gd name="T31" fmla="*/ 16 h 289"/>
                <a:gd name="T32" fmla="*/ 56 w 151"/>
                <a:gd name="T33" fmla="*/ 172 h 289"/>
                <a:gd name="T34" fmla="*/ 116 w 151"/>
                <a:gd name="T35" fmla="*/ 195 h 289"/>
                <a:gd name="T36" fmla="*/ 74 w 151"/>
                <a:gd name="T37" fmla="*/ 212 h 289"/>
                <a:gd name="T38" fmla="*/ 74 w 151"/>
                <a:gd name="T39" fmla="*/ 248 h 289"/>
                <a:gd name="T40" fmla="*/ 98 w 151"/>
                <a:gd name="T41" fmla="*/ 267 h 289"/>
                <a:gd name="T42" fmla="*/ 143 w 151"/>
                <a:gd name="T43" fmla="*/ 267 h 289"/>
                <a:gd name="T44" fmla="*/ 66 w 151"/>
                <a:gd name="T45" fmla="*/ 58 h 289"/>
                <a:gd name="T46" fmla="*/ 116 w 151"/>
                <a:gd name="T47" fmla="*/ 88 h 289"/>
                <a:gd name="T48" fmla="*/ 66 w 151"/>
                <a:gd name="T49" fmla="*/ 58 h 289"/>
                <a:gd name="T50" fmla="*/ 116 w 151"/>
                <a:gd name="T51" fmla="*/ 97 h 289"/>
                <a:gd name="T52" fmla="*/ 66 w 151"/>
                <a:gd name="T53" fmla="*/ 138 h 289"/>
                <a:gd name="T54" fmla="*/ 79 w 151"/>
                <a:gd name="T55" fmla="*/ 186 h 289"/>
                <a:gd name="T56" fmla="*/ 66 w 151"/>
                <a:gd name="T57" fmla="*/ 147 h 289"/>
                <a:gd name="T58" fmla="*/ 116 w 151"/>
                <a:gd name="T59" fmla="*/ 186 h 289"/>
                <a:gd name="T60" fmla="*/ 121 w 151"/>
                <a:gd name="T61" fmla="*/ 280 h 289"/>
                <a:gd name="T62" fmla="*/ 121 w 151"/>
                <a:gd name="T63" fmla="*/ 254 h 289"/>
                <a:gd name="T64" fmla="*/ 121 w 151"/>
                <a:gd name="T65" fmla="*/ 280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1" h="289">
                  <a:moveTo>
                    <a:pt x="132" y="248"/>
                  </a:moveTo>
                  <a:cubicBezTo>
                    <a:pt x="151" y="248"/>
                    <a:pt x="151" y="248"/>
                    <a:pt x="151" y="248"/>
                  </a:cubicBezTo>
                  <a:cubicBezTo>
                    <a:pt x="151" y="239"/>
                    <a:pt x="151" y="239"/>
                    <a:pt x="151" y="239"/>
                  </a:cubicBezTo>
                  <a:cubicBezTo>
                    <a:pt x="74" y="239"/>
                    <a:pt x="74" y="239"/>
                    <a:pt x="74" y="239"/>
                  </a:cubicBezTo>
                  <a:cubicBezTo>
                    <a:pt x="70" y="239"/>
                    <a:pt x="66" y="235"/>
                    <a:pt x="66" y="230"/>
                  </a:cubicBezTo>
                  <a:cubicBezTo>
                    <a:pt x="66" y="225"/>
                    <a:pt x="70" y="221"/>
                    <a:pt x="74" y="221"/>
                  </a:cubicBezTo>
                  <a:cubicBezTo>
                    <a:pt x="151" y="221"/>
                    <a:pt x="151" y="221"/>
                    <a:pt x="151" y="221"/>
                  </a:cubicBezTo>
                  <a:cubicBezTo>
                    <a:pt x="151" y="212"/>
                    <a:pt x="151" y="212"/>
                    <a:pt x="151" y="212"/>
                  </a:cubicBezTo>
                  <a:cubicBezTo>
                    <a:pt x="125" y="212"/>
                    <a:pt x="125" y="212"/>
                    <a:pt x="125" y="212"/>
                  </a:cubicBezTo>
                  <a:cubicBezTo>
                    <a:pt x="125" y="195"/>
                    <a:pt x="125" y="195"/>
                    <a:pt x="125" y="195"/>
                  </a:cubicBezTo>
                  <a:cubicBezTo>
                    <a:pt x="151" y="195"/>
                    <a:pt x="151" y="195"/>
                    <a:pt x="151" y="195"/>
                  </a:cubicBezTo>
                  <a:cubicBezTo>
                    <a:pt x="151" y="186"/>
                    <a:pt x="151" y="186"/>
                    <a:pt x="151" y="186"/>
                  </a:cubicBezTo>
                  <a:cubicBezTo>
                    <a:pt x="125" y="186"/>
                    <a:pt x="125" y="186"/>
                    <a:pt x="125" y="186"/>
                  </a:cubicBezTo>
                  <a:cubicBezTo>
                    <a:pt x="125" y="147"/>
                    <a:pt x="125" y="147"/>
                    <a:pt x="125" y="147"/>
                  </a:cubicBezTo>
                  <a:cubicBezTo>
                    <a:pt x="151" y="147"/>
                    <a:pt x="151" y="147"/>
                    <a:pt x="151" y="147"/>
                  </a:cubicBezTo>
                  <a:cubicBezTo>
                    <a:pt x="151" y="138"/>
                    <a:pt x="151" y="138"/>
                    <a:pt x="151" y="138"/>
                  </a:cubicBezTo>
                  <a:cubicBezTo>
                    <a:pt x="125" y="138"/>
                    <a:pt x="125" y="138"/>
                    <a:pt x="125" y="138"/>
                  </a:cubicBezTo>
                  <a:cubicBezTo>
                    <a:pt x="125" y="97"/>
                    <a:pt x="125" y="97"/>
                    <a:pt x="125" y="97"/>
                  </a:cubicBezTo>
                  <a:cubicBezTo>
                    <a:pt x="151" y="97"/>
                    <a:pt x="151" y="97"/>
                    <a:pt x="151" y="97"/>
                  </a:cubicBezTo>
                  <a:cubicBezTo>
                    <a:pt x="151" y="88"/>
                    <a:pt x="151" y="88"/>
                    <a:pt x="151" y="88"/>
                  </a:cubicBezTo>
                  <a:cubicBezTo>
                    <a:pt x="125" y="88"/>
                    <a:pt x="125" y="88"/>
                    <a:pt x="125" y="88"/>
                  </a:cubicBezTo>
                  <a:cubicBezTo>
                    <a:pt x="125" y="58"/>
                    <a:pt x="125" y="58"/>
                    <a:pt x="125" y="58"/>
                  </a:cubicBezTo>
                  <a:cubicBezTo>
                    <a:pt x="151" y="58"/>
                    <a:pt x="151" y="58"/>
                    <a:pt x="151" y="58"/>
                  </a:cubicBezTo>
                  <a:cubicBezTo>
                    <a:pt x="151" y="49"/>
                    <a:pt x="151" y="49"/>
                    <a:pt x="151" y="49"/>
                  </a:cubicBezTo>
                  <a:cubicBezTo>
                    <a:pt x="66" y="49"/>
                    <a:pt x="66" y="49"/>
                    <a:pt x="66" y="49"/>
                  </a:cubicBezTo>
                  <a:cubicBezTo>
                    <a:pt x="66" y="12"/>
                    <a:pt x="66" y="12"/>
                    <a:pt x="66" y="12"/>
                  </a:cubicBezTo>
                  <a:cubicBezTo>
                    <a:pt x="66" y="9"/>
                    <a:pt x="64" y="7"/>
                    <a:pt x="61" y="7"/>
                  </a:cubicBezTo>
                  <a:cubicBezTo>
                    <a:pt x="22" y="7"/>
                    <a:pt x="22" y="7"/>
                    <a:pt x="22" y="7"/>
                  </a:cubicBezTo>
                  <a:cubicBezTo>
                    <a:pt x="21" y="3"/>
                    <a:pt x="16" y="0"/>
                    <a:pt x="12" y="0"/>
                  </a:cubicBezTo>
                  <a:cubicBezTo>
                    <a:pt x="5" y="0"/>
                    <a:pt x="0" y="5"/>
                    <a:pt x="0" y="12"/>
                  </a:cubicBezTo>
                  <a:cubicBezTo>
                    <a:pt x="0" y="18"/>
                    <a:pt x="5" y="23"/>
                    <a:pt x="12" y="23"/>
                  </a:cubicBezTo>
                  <a:cubicBezTo>
                    <a:pt x="16" y="23"/>
                    <a:pt x="21" y="20"/>
                    <a:pt x="22" y="16"/>
                  </a:cubicBezTo>
                  <a:cubicBezTo>
                    <a:pt x="56" y="16"/>
                    <a:pt x="56" y="16"/>
                    <a:pt x="56" y="16"/>
                  </a:cubicBezTo>
                  <a:cubicBezTo>
                    <a:pt x="56" y="172"/>
                    <a:pt x="56" y="172"/>
                    <a:pt x="56" y="172"/>
                  </a:cubicBezTo>
                  <a:cubicBezTo>
                    <a:pt x="56" y="185"/>
                    <a:pt x="67" y="195"/>
                    <a:pt x="79" y="195"/>
                  </a:cubicBezTo>
                  <a:cubicBezTo>
                    <a:pt x="116" y="195"/>
                    <a:pt x="116" y="195"/>
                    <a:pt x="116" y="195"/>
                  </a:cubicBezTo>
                  <a:cubicBezTo>
                    <a:pt x="116" y="212"/>
                    <a:pt x="116" y="212"/>
                    <a:pt x="116" y="212"/>
                  </a:cubicBezTo>
                  <a:cubicBezTo>
                    <a:pt x="74" y="212"/>
                    <a:pt x="74" y="212"/>
                    <a:pt x="74" y="212"/>
                  </a:cubicBezTo>
                  <a:cubicBezTo>
                    <a:pt x="65" y="212"/>
                    <a:pt x="56" y="220"/>
                    <a:pt x="56" y="230"/>
                  </a:cubicBezTo>
                  <a:cubicBezTo>
                    <a:pt x="56" y="240"/>
                    <a:pt x="65" y="248"/>
                    <a:pt x="74" y="248"/>
                  </a:cubicBezTo>
                  <a:cubicBezTo>
                    <a:pt x="109" y="248"/>
                    <a:pt x="109" y="248"/>
                    <a:pt x="109" y="248"/>
                  </a:cubicBezTo>
                  <a:cubicBezTo>
                    <a:pt x="102" y="252"/>
                    <a:pt x="98" y="259"/>
                    <a:pt x="98" y="267"/>
                  </a:cubicBezTo>
                  <a:cubicBezTo>
                    <a:pt x="98" y="279"/>
                    <a:pt x="108" y="289"/>
                    <a:pt x="121" y="289"/>
                  </a:cubicBezTo>
                  <a:cubicBezTo>
                    <a:pt x="133" y="289"/>
                    <a:pt x="143" y="279"/>
                    <a:pt x="143" y="267"/>
                  </a:cubicBezTo>
                  <a:cubicBezTo>
                    <a:pt x="143" y="259"/>
                    <a:pt x="139" y="252"/>
                    <a:pt x="132" y="248"/>
                  </a:cubicBezTo>
                  <a:close/>
                  <a:moveTo>
                    <a:pt x="66" y="58"/>
                  </a:moveTo>
                  <a:cubicBezTo>
                    <a:pt x="116" y="58"/>
                    <a:pt x="116" y="58"/>
                    <a:pt x="116" y="58"/>
                  </a:cubicBezTo>
                  <a:cubicBezTo>
                    <a:pt x="116" y="88"/>
                    <a:pt x="116" y="88"/>
                    <a:pt x="116" y="88"/>
                  </a:cubicBezTo>
                  <a:cubicBezTo>
                    <a:pt x="66" y="88"/>
                    <a:pt x="66" y="88"/>
                    <a:pt x="66" y="88"/>
                  </a:cubicBezTo>
                  <a:lnTo>
                    <a:pt x="66" y="58"/>
                  </a:lnTo>
                  <a:close/>
                  <a:moveTo>
                    <a:pt x="66" y="97"/>
                  </a:moveTo>
                  <a:cubicBezTo>
                    <a:pt x="116" y="97"/>
                    <a:pt x="116" y="97"/>
                    <a:pt x="116" y="97"/>
                  </a:cubicBezTo>
                  <a:cubicBezTo>
                    <a:pt x="116" y="138"/>
                    <a:pt x="116" y="138"/>
                    <a:pt x="116" y="138"/>
                  </a:cubicBezTo>
                  <a:cubicBezTo>
                    <a:pt x="66" y="138"/>
                    <a:pt x="66" y="138"/>
                    <a:pt x="66" y="138"/>
                  </a:cubicBezTo>
                  <a:lnTo>
                    <a:pt x="66" y="97"/>
                  </a:lnTo>
                  <a:close/>
                  <a:moveTo>
                    <a:pt x="79" y="186"/>
                  </a:moveTo>
                  <a:cubicBezTo>
                    <a:pt x="72" y="186"/>
                    <a:pt x="66" y="180"/>
                    <a:pt x="66" y="172"/>
                  </a:cubicBezTo>
                  <a:cubicBezTo>
                    <a:pt x="66" y="147"/>
                    <a:pt x="66" y="147"/>
                    <a:pt x="66" y="147"/>
                  </a:cubicBezTo>
                  <a:cubicBezTo>
                    <a:pt x="116" y="147"/>
                    <a:pt x="116" y="147"/>
                    <a:pt x="116" y="147"/>
                  </a:cubicBezTo>
                  <a:cubicBezTo>
                    <a:pt x="116" y="186"/>
                    <a:pt x="116" y="186"/>
                    <a:pt x="116" y="186"/>
                  </a:cubicBezTo>
                  <a:lnTo>
                    <a:pt x="79" y="186"/>
                  </a:lnTo>
                  <a:close/>
                  <a:moveTo>
                    <a:pt x="121" y="280"/>
                  </a:moveTo>
                  <a:cubicBezTo>
                    <a:pt x="113" y="280"/>
                    <a:pt x="107" y="274"/>
                    <a:pt x="107" y="267"/>
                  </a:cubicBezTo>
                  <a:cubicBezTo>
                    <a:pt x="107" y="260"/>
                    <a:pt x="113" y="254"/>
                    <a:pt x="121" y="254"/>
                  </a:cubicBezTo>
                  <a:cubicBezTo>
                    <a:pt x="128" y="254"/>
                    <a:pt x="134" y="260"/>
                    <a:pt x="134" y="267"/>
                  </a:cubicBezTo>
                  <a:cubicBezTo>
                    <a:pt x="134" y="274"/>
                    <a:pt x="128" y="280"/>
                    <a:pt x="121" y="280"/>
                  </a:cubicBezTo>
                  <a:close/>
                </a:path>
              </a:pathLst>
            </a:custGeom>
            <a:solidFill>
              <a:srgbClr val="0071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Freeform 221"/>
            <p:cNvSpPr>
              <a:spLocks noEditPoints="1"/>
            </p:cNvSpPr>
            <p:nvPr/>
          </p:nvSpPr>
          <p:spPr bwMode="auto">
            <a:xfrm>
              <a:off x="1011237" y="974726"/>
              <a:ext cx="314325" cy="604837"/>
            </a:xfrm>
            <a:custGeom>
              <a:avLst/>
              <a:gdLst>
                <a:gd name="T0" fmla="*/ 150 w 150"/>
                <a:gd name="T1" fmla="*/ 248 h 289"/>
                <a:gd name="T2" fmla="*/ 74 w 150"/>
                <a:gd name="T3" fmla="*/ 239 h 289"/>
                <a:gd name="T4" fmla="*/ 74 w 150"/>
                <a:gd name="T5" fmla="*/ 221 h 289"/>
                <a:gd name="T6" fmla="*/ 150 w 150"/>
                <a:gd name="T7" fmla="*/ 212 h 289"/>
                <a:gd name="T8" fmla="*/ 125 w 150"/>
                <a:gd name="T9" fmla="*/ 195 h 289"/>
                <a:gd name="T10" fmla="*/ 150 w 150"/>
                <a:gd name="T11" fmla="*/ 186 h 289"/>
                <a:gd name="T12" fmla="*/ 125 w 150"/>
                <a:gd name="T13" fmla="*/ 147 h 289"/>
                <a:gd name="T14" fmla="*/ 150 w 150"/>
                <a:gd name="T15" fmla="*/ 138 h 289"/>
                <a:gd name="T16" fmla="*/ 125 w 150"/>
                <a:gd name="T17" fmla="*/ 97 h 289"/>
                <a:gd name="T18" fmla="*/ 150 w 150"/>
                <a:gd name="T19" fmla="*/ 88 h 289"/>
                <a:gd name="T20" fmla="*/ 125 w 150"/>
                <a:gd name="T21" fmla="*/ 58 h 289"/>
                <a:gd name="T22" fmla="*/ 150 w 150"/>
                <a:gd name="T23" fmla="*/ 49 h 289"/>
                <a:gd name="T24" fmla="*/ 65 w 150"/>
                <a:gd name="T25" fmla="*/ 12 h 289"/>
                <a:gd name="T26" fmla="*/ 22 w 150"/>
                <a:gd name="T27" fmla="*/ 7 h 289"/>
                <a:gd name="T28" fmla="*/ 0 w 150"/>
                <a:gd name="T29" fmla="*/ 12 h 289"/>
                <a:gd name="T30" fmla="*/ 22 w 150"/>
                <a:gd name="T31" fmla="*/ 16 h 289"/>
                <a:gd name="T32" fmla="*/ 56 w 150"/>
                <a:gd name="T33" fmla="*/ 172 h 289"/>
                <a:gd name="T34" fmla="*/ 115 w 150"/>
                <a:gd name="T35" fmla="*/ 195 h 289"/>
                <a:gd name="T36" fmla="*/ 74 w 150"/>
                <a:gd name="T37" fmla="*/ 212 h 289"/>
                <a:gd name="T38" fmla="*/ 74 w 150"/>
                <a:gd name="T39" fmla="*/ 248 h 289"/>
                <a:gd name="T40" fmla="*/ 97 w 150"/>
                <a:gd name="T41" fmla="*/ 267 h 289"/>
                <a:gd name="T42" fmla="*/ 142 w 150"/>
                <a:gd name="T43" fmla="*/ 267 h 289"/>
                <a:gd name="T44" fmla="*/ 65 w 150"/>
                <a:gd name="T45" fmla="*/ 58 h 289"/>
                <a:gd name="T46" fmla="*/ 115 w 150"/>
                <a:gd name="T47" fmla="*/ 88 h 289"/>
                <a:gd name="T48" fmla="*/ 65 w 150"/>
                <a:gd name="T49" fmla="*/ 58 h 289"/>
                <a:gd name="T50" fmla="*/ 115 w 150"/>
                <a:gd name="T51" fmla="*/ 97 h 289"/>
                <a:gd name="T52" fmla="*/ 65 w 150"/>
                <a:gd name="T53" fmla="*/ 138 h 289"/>
                <a:gd name="T54" fmla="*/ 79 w 150"/>
                <a:gd name="T55" fmla="*/ 186 h 289"/>
                <a:gd name="T56" fmla="*/ 65 w 150"/>
                <a:gd name="T57" fmla="*/ 147 h 289"/>
                <a:gd name="T58" fmla="*/ 115 w 150"/>
                <a:gd name="T59" fmla="*/ 186 h 289"/>
                <a:gd name="T60" fmla="*/ 120 w 150"/>
                <a:gd name="T61" fmla="*/ 280 h 289"/>
                <a:gd name="T62" fmla="*/ 120 w 150"/>
                <a:gd name="T63" fmla="*/ 254 h 289"/>
                <a:gd name="T64" fmla="*/ 120 w 150"/>
                <a:gd name="T65" fmla="*/ 280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0" h="289">
                  <a:moveTo>
                    <a:pt x="132" y="248"/>
                  </a:moveTo>
                  <a:cubicBezTo>
                    <a:pt x="150" y="248"/>
                    <a:pt x="150" y="248"/>
                    <a:pt x="150" y="248"/>
                  </a:cubicBezTo>
                  <a:cubicBezTo>
                    <a:pt x="150" y="239"/>
                    <a:pt x="150" y="239"/>
                    <a:pt x="150" y="239"/>
                  </a:cubicBezTo>
                  <a:cubicBezTo>
                    <a:pt x="74" y="239"/>
                    <a:pt x="74" y="239"/>
                    <a:pt x="74" y="239"/>
                  </a:cubicBezTo>
                  <a:cubicBezTo>
                    <a:pt x="69" y="239"/>
                    <a:pt x="65" y="235"/>
                    <a:pt x="65" y="230"/>
                  </a:cubicBezTo>
                  <a:cubicBezTo>
                    <a:pt x="65" y="225"/>
                    <a:pt x="69" y="221"/>
                    <a:pt x="74" y="221"/>
                  </a:cubicBezTo>
                  <a:cubicBezTo>
                    <a:pt x="150" y="221"/>
                    <a:pt x="150" y="221"/>
                    <a:pt x="150" y="221"/>
                  </a:cubicBezTo>
                  <a:cubicBezTo>
                    <a:pt x="150" y="212"/>
                    <a:pt x="150" y="212"/>
                    <a:pt x="150" y="212"/>
                  </a:cubicBezTo>
                  <a:cubicBezTo>
                    <a:pt x="125" y="212"/>
                    <a:pt x="125" y="212"/>
                    <a:pt x="125" y="212"/>
                  </a:cubicBezTo>
                  <a:cubicBezTo>
                    <a:pt x="125" y="195"/>
                    <a:pt x="125" y="195"/>
                    <a:pt x="125" y="195"/>
                  </a:cubicBezTo>
                  <a:cubicBezTo>
                    <a:pt x="150" y="195"/>
                    <a:pt x="150" y="195"/>
                    <a:pt x="150" y="195"/>
                  </a:cubicBezTo>
                  <a:cubicBezTo>
                    <a:pt x="150" y="186"/>
                    <a:pt x="150" y="186"/>
                    <a:pt x="150" y="186"/>
                  </a:cubicBezTo>
                  <a:cubicBezTo>
                    <a:pt x="125" y="186"/>
                    <a:pt x="125" y="186"/>
                    <a:pt x="125" y="186"/>
                  </a:cubicBezTo>
                  <a:cubicBezTo>
                    <a:pt x="125" y="147"/>
                    <a:pt x="125" y="147"/>
                    <a:pt x="125" y="147"/>
                  </a:cubicBezTo>
                  <a:cubicBezTo>
                    <a:pt x="150" y="147"/>
                    <a:pt x="150" y="147"/>
                    <a:pt x="150" y="147"/>
                  </a:cubicBezTo>
                  <a:cubicBezTo>
                    <a:pt x="150" y="138"/>
                    <a:pt x="150" y="138"/>
                    <a:pt x="150" y="138"/>
                  </a:cubicBezTo>
                  <a:cubicBezTo>
                    <a:pt x="125" y="138"/>
                    <a:pt x="125" y="138"/>
                    <a:pt x="125" y="138"/>
                  </a:cubicBezTo>
                  <a:cubicBezTo>
                    <a:pt x="125" y="97"/>
                    <a:pt x="125" y="97"/>
                    <a:pt x="125" y="97"/>
                  </a:cubicBezTo>
                  <a:cubicBezTo>
                    <a:pt x="150" y="97"/>
                    <a:pt x="150" y="97"/>
                    <a:pt x="150" y="97"/>
                  </a:cubicBezTo>
                  <a:cubicBezTo>
                    <a:pt x="150" y="88"/>
                    <a:pt x="150" y="88"/>
                    <a:pt x="150" y="88"/>
                  </a:cubicBezTo>
                  <a:cubicBezTo>
                    <a:pt x="125" y="88"/>
                    <a:pt x="125" y="88"/>
                    <a:pt x="125" y="88"/>
                  </a:cubicBezTo>
                  <a:cubicBezTo>
                    <a:pt x="125" y="58"/>
                    <a:pt x="125" y="58"/>
                    <a:pt x="125" y="58"/>
                  </a:cubicBezTo>
                  <a:cubicBezTo>
                    <a:pt x="150" y="58"/>
                    <a:pt x="150" y="58"/>
                    <a:pt x="150" y="58"/>
                  </a:cubicBezTo>
                  <a:cubicBezTo>
                    <a:pt x="150" y="49"/>
                    <a:pt x="150" y="49"/>
                    <a:pt x="150" y="49"/>
                  </a:cubicBezTo>
                  <a:cubicBezTo>
                    <a:pt x="65" y="49"/>
                    <a:pt x="65" y="49"/>
                    <a:pt x="65" y="49"/>
                  </a:cubicBezTo>
                  <a:cubicBezTo>
                    <a:pt x="65" y="12"/>
                    <a:pt x="65" y="12"/>
                    <a:pt x="65" y="12"/>
                  </a:cubicBezTo>
                  <a:cubicBezTo>
                    <a:pt x="65" y="9"/>
                    <a:pt x="63" y="7"/>
                    <a:pt x="60" y="7"/>
                  </a:cubicBezTo>
                  <a:cubicBezTo>
                    <a:pt x="22" y="7"/>
                    <a:pt x="22" y="7"/>
                    <a:pt x="22" y="7"/>
                  </a:cubicBezTo>
                  <a:cubicBezTo>
                    <a:pt x="20" y="3"/>
                    <a:pt x="16" y="0"/>
                    <a:pt x="11" y="0"/>
                  </a:cubicBezTo>
                  <a:cubicBezTo>
                    <a:pt x="5" y="0"/>
                    <a:pt x="0" y="5"/>
                    <a:pt x="0" y="12"/>
                  </a:cubicBezTo>
                  <a:cubicBezTo>
                    <a:pt x="0" y="18"/>
                    <a:pt x="5" y="23"/>
                    <a:pt x="11" y="23"/>
                  </a:cubicBezTo>
                  <a:cubicBezTo>
                    <a:pt x="16" y="23"/>
                    <a:pt x="20" y="20"/>
                    <a:pt x="22" y="16"/>
                  </a:cubicBezTo>
                  <a:cubicBezTo>
                    <a:pt x="56" y="16"/>
                    <a:pt x="56" y="16"/>
                    <a:pt x="56" y="16"/>
                  </a:cubicBezTo>
                  <a:cubicBezTo>
                    <a:pt x="56" y="172"/>
                    <a:pt x="56" y="172"/>
                    <a:pt x="56" y="172"/>
                  </a:cubicBezTo>
                  <a:cubicBezTo>
                    <a:pt x="56" y="185"/>
                    <a:pt x="66" y="195"/>
                    <a:pt x="79" y="195"/>
                  </a:cubicBezTo>
                  <a:cubicBezTo>
                    <a:pt x="115" y="195"/>
                    <a:pt x="115" y="195"/>
                    <a:pt x="115" y="195"/>
                  </a:cubicBezTo>
                  <a:cubicBezTo>
                    <a:pt x="115" y="212"/>
                    <a:pt x="115" y="212"/>
                    <a:pt x="115" y="212"/>
                  </a:cubicBezTo>
                  <a:cubicBezTo>
                    <a:pt x="74" y="212"/>
                    <a:pt x="74" y="212"/>
                    <a:pt x="74" y="212"/>
                  </a:cubicBezTo>
                  <a:cubicBezTo>
                    <a:pt x="64" y="212"/>
                    <a:pt x="56" y="220"/>
                    <a:pt x="56" y="230"/>
                  </a:cubicBezTo>
                  <a:cubicBezTo>
                    <a:pt x="56" y="240"/>
                    <a:pt x="64" y="248"/>
                    <a:pt x="74" y="248"/>
                  </a:cubicBezTo>
                  <a:cubicBezTo>
                    <a:pt x="108" y="248"/>
                    <a:pt x="108" y="248"/>
                    <a:pt x="108" y="248"/>
                  </a:cubicBezTo>
                  <a:cubicBezTo>
                    <a:pt x="102" y="252"/>
                    <a:pt x="97" y="259"/>
                    <a:pt x="97" y="267"/>
                  </a:cubicBezTo>
                  <a:cubicBezTo>
                    <a:pt x="97" y="279"/>
                    <a:pt x="108" y="289"/>
                    <a:pt x="120" y="289"/>
                  </a:cubicBezTo>
                  <a:cubicBezTo>
                    <a:pt x="132" y="289"/>
                    <a:pt x="142" y="279"/>
                    <a:pt x="142" y="267"/>
                  </a:cubicBezTo>
                  <a:cubicBezTo>
                    <a:pt x="142" y="259"/>
                    <a:pt x="138" y="252"/>
                    <a:pt x="132" y="248"/>
                  </a:cubicBezTo>
                  <a:close/>
                  <a:moveTo>
                    <a:pt x="65" y="58"/>
                  </a:moveTo>
                  <a:cubicBezTo>
                    <a:pt x="115" y="58"/>
                    <a:pt x="115" y="58"/>
                    <a:pt x="115" y="58"/>
                  </a:cubicBezTo>
                  <a:cubicBezTo>
                    <a:pt x="115" y="88"/>
                    <a:pt x="115" y="88"/>
                    <a:pt x="115" y="88"/>
                  </a:cubicBezTo>
                  <a:cubicBezTo>
                    <a:pt x="65" y="88"/>
                    <a:pt x="65" y="88"/>
                    <a:pt x="65" y="88"/>
                  </a:cubicBezTo>
                  <a:lnTo>
                    <a:pt x="65" y="58"/>
                  </a:lnTo>
                  <a:close/>
                  <a:moveTo>
                    <a:pt x="65" y="97"/>
                  </a:moveTo>
                  <a:cubicBezTo>
                    <a:pt x="115" y="97"/>
                    <a:pt x="115" y="97"/>
                    <a:pt x="115" y="97"/>
                  </a:cubicBezTo>
                  <a:cubicBezTo>
                    <a:pt x="115" y="138"/>
                    <a:pt x="115" y="138"/>
                    <a:pt x="115" y="138"/>
                  </a:cubicBezTo>
                  <a:cubicBezTo>
                    <a:pt x="65" y="138"/>
                    <a:pt x="65" y="138"/>
                    <a:pt x="65" y="138"/>
                  </a:cubicBezTo>
                  <a:lnTo>
                    <a:pt x="65" y="97"/>
                  </a:lnTo>
                  <a:close/>
                  <a:moveTo>
                    <a:pt x="79" y="186"/>
                  </a:moveTo>
                  <a:cubicBezTo>
                    <a:pt x="71" y="186"/>
                    <a:pt x="65" y="180"/>
                    <a:pt x="65" y="172"/>
                  </a:cubicBezTo>
                  <a:cubicBezTo>
                    <a:pt x="65" y="147"/>
                    <a:pt x="65" y="147"/>
                    <a:pt x="65" y="147"/>
                  </a:cubicBezTo>
                  <a:cubicBezTo>
                    <a:pt x="115" y="147"/>
                    <a:pt x="115" y="147"/>
                    <a:pt x="115" y="147"/>
                  </a:cubicBezTo>
                  <a:cubicBezTo>
                    <a:pt x="115" y="186"/>
                    <a:pt x="115" y="186"/>
                    <a:pt x="115" y="186"/>
                  </a:cubicBezTo>
                  <a:lnTo>
                    <a:pt x="79" y="186"/>
                  </a:lnTo>
                  <a:close/>
                  <a:moveTo>
                    <a:pt x="120" y="280"/>
                  </a:moveTo>
                  <a:cubicBezTo>
                    <a:pt x="113" y="280"/>
                    <a:pt x="107" y="274"/>
                    <a:pt x="107" y="267"/>
                  </a:cubicBezTo>
                  <a:cubicBezTo>
                    <a:pt x="107" y="260"/>
                    <a:pt x="113" y="254"/>
                    <a:pt x="120" y="254"/>
                  </a:cubicBezTo>
                  <a:cubicBezTo>
                    <a:pt x="127" y="254"/>
                    <a:pt x="133" y="260"/>
                    <a:pt x="133" y="267"/>
                  </a:cubicBezTo>
                  <a:cubicBezTo>
                    <a:pt x="133" y="274"/>
                    <a:pt x="127" y="280"/>
                    <a:pt x="120" y="280"/>
                  </a:cubicBezTo>
                  <a:close/>
                </a:path>
              </a:pathLst>
            </a:custGeom>
            <a:solidFill>
              <a:srgbClr val="2E31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222"/>
            <p:cNvSpPr>
              <a:spLocks noEditPoints="1"/>
            </p:cNvSpPr>
            <p:nvPr/>
          </p:nvSpPr>
          <p:spPr bwMode="auto">
            <a:xfrm>
              <a:off x="765175" y="974726"/>
              <a:ext cx="314325" cy="604837"/>
            </a:xfrm>
            <a:custGeom>
              <a:avLst/>
              <a:gdLst>
                <a:gd name="T0" fmla="*/ 150 w 150"/>
                <a:gd name="T1" fmla="*/ 248 h 289"/>
                <a:gd name="T2" fmla="*/ 74 w 150"/>
                <a:gd name="T3" fmla="*/ 239 h 289"/>
                <a:gd name="T4" fmla="*/ 74 w 150"/>
                <a:gd name="T5" fmla="*/ 221 h 289"/>
                <a:gd name="T6" fmla="*/ 150 w 150"/>
                <a:gd name="T7" fmla="*/ 212 h 289"/>
                <a:gd name="T8" fmla="*/ 125 w 150"/>
                <a:gd name="T9" fmla="*/ 195 h 289"/>
                <a:gd name="T10" fmla="*/ 150 w 150"/>
                <a:gd name="T11" fmla="*/ 186 h 289"/>
                <a:gd name="T12" fmla="*/ 125 w 150"/>
                <a:gd name="T13" fmla="*/ 147 h 289"/>
                <a:gd name="T14" fmla="*/ 150 w 150"/>
                <a:gd name="T15" fmla="*/ 138 h 289"/>
                <a:gd name="T16" fmla="*/ 125 w 150"/>
                <a:gd name="T17" fmla="*/ 97 h 289"/>
                <a:gd name="T18" fmla="*/ 150 w 150"/>
                <a:gd name="T19" fmla="*/ 88 h 289"/>
                <a:gd name="T20" fmla="*/ 125 w 150"/>
                <a:gd name="T21" fmla="*/ 58 h 289"/>
                <a:gd name="T22" fmla="*/ 150 w 150"/>
                <a:gd name="T23" fmla="*/ 49 h 289"/>
                <a:gd name="T24" fmla="*/ 65 w 150"/>
                <a:gd name="T25" fmla="*/ 12 h 289"/>
                <a:gd name="T26" fmla="*/ 22 w 150"/>
                <a:gd name="T27" fmla="*/ 7 h 289"/>
                <a:gd name="T28" fmla="*/ 0 w 150"/>
                <a:gd name="T29" fmla="*/ 12 h 289"/>
                <a:gd name="T30" fmla="*/ 22 w 150"/>
                <a:gd name="T31" fmla="*/ 16 h 289"/>
                <a:gd name="T32" fmla="*/ 56 w 150"/>
                <a:gd name="T33" fmla="*/ 172 h 289"/>
                <a:gd name="T34" fmla="*/ 116 w 150"/>
                <a:gd name="T35" fmla="*/ 195 h 289"/>
                <a:gd name="T36" fmla="*/ 74 w 150"/>
                <a:gd name="T37" fmla="*/ 212 h 289"/>
                <a:gd name="T38" fmla="*/ 74 w 150"/>
                <a:gd name="T39" fmla="*/ 248 h 289"/>
                <a:gd name="T40" fmla="*/ 98 w 150"/>
                <a:gd name="T41" fmla="*/ 267 h 289"/>
                <a:gd name="T42" fmla="*/ 143 w 150"/>
                <a:gd name="T43" fmla="*/ 267 h 289"/>
                <a:gd name="T44" fmla="*/ 65 w 150"/>
                <a:gd name="T45" fmla="*/ 58 h 289"/>
                <a:gd name="T46" fmla="*/ 116 w 150"/>
                <a:gd name="T47" fmla="*/ 88 h 289"/>
                <a:gd name="T48" fmla="*/ 65 w 150"/>
                <a:gd name="T49" fmla="*/ 58 h 289"/>
                <a:gd name="T50" fmla="*/ 116 w 150"/>
                <a:gd name="T51" fmla="*/ 97 h 289"/>
                <a:gd name="T52" fmla="*/ 65 w 150"/>
                <a:gd name="T53" fmla="*/ 138 h 289"/>
                <a:gd name="T54" fmla="*/ 79 w 150"/>
                <a:gd name="T55" fmla="*/ 186 h 289"/>
                <a:gd name="T56" fmla="*/ 65 w 150"/>
                <a:gd name="T57" fmla="*/ 147 h 289"/>
                <a:gd name="T58" fmla="*/ 116 w 150"/>
                <a:gd name="T59" fmla="*/ 186 h 289"/>
                <a:gd name="T60" fmla="*/ 120 w 150"/>
                <a:gd name="T61" fmla="*/ 280 h 289"/>
                <a:gd name="T62" fmla="*/ 120 w 150"/>
                <a:gd name="T63" fmla="*/ 254 h 289"/>
                <a:gd name="T64" fmla="*/ 120 w 150"/>
                <a:gd name="T65" fmla="*/ 280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0" h="289">
                  <a:moveTo>
                    <a:pt x="132" y="248"/>
                  </a:moveTo>
                  <a:cubicBezTo>
                    <a:pt x="150" y="248"/>
                    <a:pt x="150" y="248"/>
                    <a:pt x="150" y="248"/>
                  </a:cubicBezTo>
                  <a:cubicBezTo>
                    <a:pt x="150" y="239"/>
                    <a:pt x="150" y="239"/>
                    <a:pt x="150" y="239"/>
                  </a:cubicBezTo>
                  <a:cubicBezTo>
                    <a:pt x="74" y="239"/>
                    <a:pt x="74" y="239"/>
                    <a:pt x="74" y="239"/>
                  </a:cubicBezTo>
                  <a:cubicBezTo>
                    <a:pt x="69" y="239"/>
                    <a:pt x="65" y="235"/>
                    <a:pt x="65" y="230"/>
                  </a:cubicBezTo>
                  <a:cubicBezTo>
                    <a:pt x="65" y="225"/>
                    <a:pt x="69" y="221"/>
                    <a:pt x="74" y="221"/>
                  </a:cubicBezTo>
                  <a:cubicBezTo>
                    <a:pt x="150" y="221"/>
                    <a:pt x="150" y="221"/>
                    <a:pt x="150" y="221"/>
                  </a:cubicBezTo>
                  <a:cubicBezTo>
                    <a:pt x="150" y="212"/>
                    <a:pt x="150" y="212"/>
                    <a:pt x="150" y="212"/>
                  </a:cubicBezTo>
                  <a:cubicBezTo>
                    <a:pt x="125" y="212"/>
                    <a:pt x="125" y="212"/>
                    <a:pt x="125" y="212"/>
                  </a:cubicBezTo>
                  <a:cubicBezTo>
                    <a:pt x="125" y="195"/>
                    <a:pt x="125" y="195"/>
                    <a:pt x="125" y="195"/>
                  </a:cubicBezTo>
                  <a:cubicBezTo>
                    <a:pt x="150" y="195"/>
                    <a:pt x="150" y="195"/>
                    <a:pt x="150" y="195"/>
                  </a:cubicBezTo>
                  <a:cubicBezTo>
                    <a:pt x="150" y="186"/>
                    <a:pt x="150" y="186"/>
                    <a:pt x="150" y="186"/>
                  </a:cubicBezTo>
                  <a:cubicBezTo>
                    <a:pt x="125" y="186"/>
                    <a:pt x="125" y="186"/>
                    <a:pt x="125" y="186"/>
                  </a:cubicBezTo>
                  <a:cubicBezTo>
                    <a:pt x="125" y="147"/>
                    <a:pt x="125" y="147"/>
                    <a:pt x="125" y="147"/>
                  </a:cubicBezTo>
                  <a:cubicBezTo>
                    <a:pt x="150" y="147"/>
                    <a:pt x="150" y="147"/>
                    <a:pt x="150" y="147"/>
                  </a:cubicBezTo>
                  <a:cubicBezTo>
                    <a:pt x="150" y="138"/>
                    <a:pt x="150" y="138"/>
                    <a:pt x="150" y="138"/>
                  </a:cubicBezTo>
                  <a:cubicBezTo>
                    <a:pt x="125" y="138"/>
                    <a:pt x="125" y="138"/>
                    <a:pt x="125" y="138"/>
                  </a:cubicBezTo>
                  <a:cubicBezTo>
                    <a:pt x="125" y="97"/>
                    <a:pt x="125" y="97"/>
                    <a:pt x="125" y="97"/>
                  </a:cubicBezTo>
                  <a:cubicBezTo>
                    <a:pt x="150" y="97"/>
                    <a:pt x="150" y="97"/>
                    <a:pt x="150" y="97"/>
                  </a:cubicBezTo>
                  <a:cubicBezTo>
                    <a:pt x="150" y="88"/>
                    <a:pt x="150" y="88"/>
                    <a:pt x="150" y="88"/>
                  </a:cubicBezTo>
                  <a:cubicBezTo>
                    <a:pt x="125" y="88"/>
                    <a:pt x="125" y="88"/>
                    <a:pt x="125" y="88"/>
                  </a:cubicBezTo>
                  <a:cubicBezTo>
                    <a:pt x="125" y="58"/>
                    <a:pt x="125" y="58"/>
                    <a:pt x="125" y="58"/>
                  </a:cubicBezTo>
                  <a:cubicBezTo>
                    <a:pt x="150" y="58"/>
                    <a:pt x="150" y="58"/>
                    <a:pt x="150" y="58"/>
                  </a:cubicBezTo>
                  <a:cubicBezTo>
                    <a:pt x="150" y="49"/>
                    <a:pt x="150" y="49"/>
                    <a:pt x="150" y="49"/>
                  </a:cubicBezTo>
                  <a:cubicBezTo>
                    <a:pt x="65" y="49"/>
                    <a:pt x="65" y="49"/>
                    <a:pt x="65" y="49"/>
                  </a:cubicBezTo>
                  <a:cubicBezTo>
                    <a:pt x="65" y="12"/>
                    <a:pt x="65" y="12"/>
                    <a:pt x="65" y="12"/>
                  </a:cubicBezTo>
                  <a:cubicBezTo>
                    <a:pt x="65" y="9"/>
                    <a:pt x="63" y="7"/>
                    <a:pt x="61" y="7"/>
                  </a:cubicBezTo>
                  <a:cubicBezTo>
                    <a:pt x="22" y="7"/>
                    <a:pt x="22" y="7"/>
                    <a:pt x="22" y="7"/>
                  </a:cubicBezTo>
                  <a:cubicBezTo>
                    <a:pt x="20" y="3"/>
                    <a:pt x="16" y="0"/>
                    <a:pt x="12" y="0"/>
                  </a:cubicBezTo>
                  <a:cubicBezTo>
                    <a:pt x="5" y="0"/>
                    <a:pt x="0" y="5"/>
                    <a:pt x="0" y="12"/>
                  </a:cubicBezTo>
                  <a:cubicBezTo>
                    <a:pt x="0" y="18"/>
                    <a:pt x="5" y="23"/>
                    <a:pt x="12" y="23"/>
                  </a:cubicBezTo>
                  <a:cubicBezTo>
                    <a:pt x="16" y="23"/>
                    <a:pt x="20" y="20"/>
                    <a:pt x="22" y="16"/>
                  </a:cubicBezTo>
                  <a:cubicBezTo>
                    <a:pt x="56" y="16"/>
                    <a:pt x="56" y="16"/>
                    <a:pt x="56" y="16"/>
                  </a:cubicBezTo>
                  <a:cubicBezTo>
                    <a:pt x="56" y="172"/>
                    <a:pt x="56" y="172"/>
                    <a:pt x="56" y="172"/>
                  </a:cubicBezTo>
                  <a:cubicBezTo>
                    <a:pt x="56" y="185"/>
                    <a:pt x="67" y="195"/>
                    <a:pt x="79" y="195"/>
                  </a:cubicBezTo>
                  <a:cubicBezTo>
                    <a:pt x="116" y="195"/>
                    <a:pt x="116" y="195"/>
                    <a:pt x="116" y="195"/>
                  </a:cubicBezTo>
                  <a:cubicBezTo>
                    <a:pt x="116" y="212"/>
                    <a:pt x="116" y="212"/>
                    <a:pt x="116" y="212"/>
                  </a:cubicBezTo>
                  <a:cubicBezTo>
                    <a:pt x="74" y="212"/>
                    <a:pt x="74" y="212"/>
                    <a:pt x="74" y="212"/>
                  </a:cubicBezTo>
                  <a:cubicBezTo>
                    <a:pt x="64" y="212"/>
                    <a:pt x="56" y="220"/>
                    <a:pt x="56" y="230"/>
                  </a:cubicBezTo>
                  <a:cubicBezTo>
                    <a:pt x="56" y="240"/>
                    <a:pt x="64" y="248"/>
                    <a:pt x="74" y="248"/>
                  </a:cubicBezTo>
                  <a:cubicBezTo>
                    <a:pt x="109" y="248"/>
                    <a:pt x="109" y="248"/>
                    <a:pt x="109" y="248"/>
                  </a:cubicBezTo>
                  <a:cubicBezTo>
                    <a:pt x="102" y="252"/>
                    <a:pt x="98" y="259"/>
                    <a:pt x="98" y="267"/>
                  </a:cubicBezTo>
                  <a:cubicBezTo>
                    <a:pt x="98" y="279"/>
                    <a:pt x="108" y="289"/>
                    <a:pt x="120" y="289"/>
                  </a:cubicBezTo>
                  <a:cubicBezTo>
                    <a:pt x="133" y="289"/>
                    <a:pt x="143" y="279"/>
                    <a:pt x="143" y="267"/>
                  </a:cubicBezTo>
                  <a:cubicBezTo>
                    <a:pt x="143" y="259"/>
                    <a:pt x="139" y="252"/>
                    <a:pt x="132" y="248"/>
                  </a:cubicBezTo>
                  <a:close/>
                  <a:moveTo>
                    <a:pt x="65" y="58"/>
                  </a:moveTo>
                  <a:cubicBezTo>
                    <a:pt x="116" y="58"/>
                    <a:pt x="116" y="58"/>
                    <a:pt x="116" y="58"/>
                  </a:cubicBezTo>
                  <a:cubicBezTo>
                    <a:pt x="116" y="88"/>
                    <a:pt x="116" y="88"/>
                    <a:pt x="116" y="88"/>
                  </a:cubicBezTo>
                  <a:cubicBezTo>
                    <a:pt x="65" y="88"/>
                    <a:pt x="65" y="88"/>
                    <a:pt x="65" y="88"/>
                  </a:cubicBezTo>
                  <a:lnTo>
                    <a:pt x="65" y="58"/>
                  </a:lnTo>
                  <a:close/>
                  <a:moveTo>
                    <a:pt x="65" y="97"/>
                  </a:moveTo>
                  <a:cubicBezTo>
                    <a:pt x="116" y="97"/>
                    <a:pt x="116" y="97"/>
                    <a:pt x="116" y="97"/>
                  </a:cubicBezTo>
                  <a:cubicBezTo>
                    <a:pt x="116" y="138"/>
                    <a:pt x="116" y="138"/>
                    <a:pt x="116" y="138"/>
                  </a:cubicBezTo>
                  <a:cubicBezTo>
                    <a:pt x="65" y="138"/>
                    <a:pt x="65" y="138"/>
                    <a:pt x="65" y="138"/>
                  </a:cubicBezTo>
                  <a:lnTo>
                    <a:pt x="65" y="97"/>
                  </a:lnTo>
                  <a:close/>
                  <a:moveTo>
                    <a:pt x="79" y="186"/>
                  </a:moveTo>
                  <a:cubicBezTo>
                    <a:pt x="72" y="186"/>
                    <a:pt x="65" y="180"/>
                    <a:pt x="65" y="172"/>
                  </a:cubicBezTo>
                  <a:cubicBezTo>
                    <a:pt x="65" y="147"/>
                    <a:pt x="65" y="147"/>
                    <a:pt x="65" y="147"/>
                  </a:cubicBezTo>
                  <a:cubicBezTo>
                    <a:pt x="116" y="147"/>
                    <a:pt x="116" y="147"/>
                    <a:pt x="116" y="147"/>
                  </a:cubicBezTo>
                  <a:cubicBezTo>
                    <a:pt x="116" y="186"/>
                    <a:pt x="116" y="186"/>
                    <a:pt x="116" y="186"/>
                  </a:cubicBezTo>
                  <a:lnTo>
                    <a:pt x="79" y="186"/>
                  </a:lnTo>
                  <a:close/>
                  <a:moveTo>
                    <a:pt x="120" y="280"/>
                  </a:moveTo>
                  <a:cubicBezTo>
                    <a:pt x="113" y="280"/>
                    <a:pt x="107" y="274"/>
                    <a:pt x="107" y="267"/>
                  </a:cubicBezTo>
                  <a:cubicBezTo>
                    <a:pt x="107" y="260"/>
                    <a:pt x="113" y="254"/>
                    <a:pt x="120" y="254"/>
                  </a:cubicBezTo>
                  <a:cubicBezTo>
                    <a:pt x="128" y="254"/>
                    <a:pt x="134" y="260"/>
                    <a:pt x="134" y="267"/>
                  </a:cubicBezTo>
                  <a:cubicBezTo>
                    <a:pt x="134" y="274"/>
                    <a:pt x="128" y="280"/>
                    <a:pt x="120" y="280"/>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Oval 223"/>
            <p:cNvSpPr>
              <a:spLocks noChangeArrowheads="1"/>
            </p:cNvSpPr>
            <p:nvPr/>
          </p:nvSpPr>
          <p:spPr bwMode="auto">
            <a:xfrm>
              <a:off x="366712" y="636588"/>
              <a:ext cx="204788" cy="204787"/>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32" name="Freeform 224"/>
            <p:cNvSpPr>
              <a:spLocks/>
            </p:cNvSpPr>
            <p:nvPr/>
          </p:nvSpPr>
          <p:spPr bwMode="auto">
            <a:xfrm>
              <a:off x="400050" y="855663"/>
              <a:ext cx="231775" cy="234950"/>
            </a:xfrm>
            <a:custGeom>
              <a:avLst/>
              <a:gdLst>
                <a:gd name="T0" fmla="*/ 81 w 111"/>
                <a:gd name="T1" fmla="*/ 105 h 112"/>
                <a:gd name="T2" fmla="*/ 105 w 111"/>
                <a:gd name="T3" fmla="*/ 105 h 112"/>
                <a:gd name="T4" fmla="*/ 105 w 111"/>
                <a:gd name="T5" fmla="*/ 105 h 112"/>
                <a:gd name="T6" fmla="*/ 105 w 111"/>
                <a:gd name="T7" fmla="*/ 81 h 112"/>
                <a:gd name="T8" fmla="*/ 31 w 111"/>
                <a:gd name="T9" fmla="*/ 6 h 112"/>
                <a:gd name="T10" fmla="*/ 7 w 111"/>
                <a:gd name="T11" fmla="*/ 6 h 112"/>
                <a:gd name="T12" fmla="*/ 7 w 111"/>
                <a:gd name="T13" fmla="*/ 6 h 112"/>
                <a:gd name="T14" fmla="*/ 7 w 111"/>
                <a:gd name="T15" fmla="*/ 30 h 112"/>
                <a:gd name="T16" fmla="*/ 81 w 111"/>
                <a:gd name="T17" fmla="*/ 105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112">
                  <a:moveTo>
                    <a:pt x="81" y="105"/>
                  </a:moveTo>
                  <a:cubicBezTo>
                    <a:pt x="87" y="112"/>
                    <a:pt x="98" y="112"/>
                    <a:pt x="105" y="105"/>
                  </a:cubicBezTo>
                  <a:cubicBezTo>
                    <a:pt x="105" y="105"/>
                    <a:pt x="105" y="105"/>
                    <a:pt x="105" y="105"/>
                  </a:cubicBezTo>
                  <a:cubicBezTo>
                    <a:pt x="111" y="99"/>
                    <a:pt x="111" y="88"/>
                    <a:pt x="105" y="81"/>
                  </a:cubicBezTo>
                  <a:cubicBezTo>
                    <a:pt x="31" y="6"/>
                    <a:pt x="31" y="6"/>
                    <a:pt x="31" y="6"/>
                  </a:cubicBezTo>
                  <a:cubicBezTo>
                    <a:pt x="24" y="0"/>
                    <a:pt x="13" y="0"/>
                    <a:pt x="7" y="6"/>
                  </a:cubicBezTo>
                  <a:cubicBezTo>
                    <a:pt x="7" y="6"/>
                    <a:pt x="7" y="6"/>
                    <a:pt x="7" y="6"/>
                  </a:cubicBezTo>
                  <a:cubicBezTo>
                    <a:pt x="0" y="13"/>
                    <a:pt x="0" y="24"/>
                    <a:pt x="7" y="30"/>
                  </a:cubicBezTo>
                  <a:lnTo>
                    <a:pt x="81" y="105"/>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33" name="Freeform 225"/>
            <p:cNvSpPr>
              <a:spLocks/>
            </p:cNvSpPr>
            <p:nvPr/>
          </p:nvSpPr>
          <p:spPr bwMode="auto">
            <a:xfrm>
              <a:off x="550862" y="931863"/>
              <a:ext cx="246063" cy="158750"/>
            </a:xfrm>
            <a:custGeom>
              <a:avLst/>
              <a:gdLst>
                <a:gd name="T0" fmla="*/ 5 w 118"/>
                <a:gd name="T1" fmla="*/ 61 h 76"/>
                <a:gd name="T2" fmla="*/ 30 w 118"/>
                <a:gd name="T3" fmla="*/ 72 h 76"/>
                <a:gd name="T4" fmla="*/ 103 w 118"/>
                <a:gd name="T5" fmla="*/ 40 h 76"/>
                <a:gd name="T6" fmla="*/ 113 w 118"/>
                <a:gd name="T7" fmla="*/ 15 h 76"/>
                <a:gd name="T8" fmla="*/ 113 w 118"/>
                <a:gd name="T9" fmla="*/ 15 h 76"/>
                <a:gd name="T10" fmla="*/ 88 w 118"/>
                <a:gd name="T11" fmla="*/ 4 h 76"/>
                <a:gd name="T12" fmla="*/ 15 w 118"/>
                <a:gd name="T13" fmla="*/ 36 h 76"/>
                <a:gd name="T14" fmla="*/ 5 w 118"/>
                <a:gd name="T15" fmla="*/ 61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76">
                  <a:moveTo>
                    <a:pt x="5" y="61"/>
                  </a:moveTo>
                  <a:cubicBezTo>
                    <a:pt x="9" y="71"/>
                    <a:pt x="20" y="76"/>
                    <a:pt x="30" y="72"/>
                  </a:cubicBezTo>
                  <a:cubicBezTo>
                    <a:pt x="103" y="40"/>
                    <a:pt x="103" y="40"/>
                    <a:pt x="103" y="40"/>
                  </a:cubicBezTo>
                  <a:cubicBezTo>
                    <a:pt x="113" y="36"/>
                    <a:pt x="118" y="24"/>
                    <a:pt x="113" y="15"/>
                  </a:cubicBezTo>
                  <a:cubicBezTo>
                    <a:pt x="113" y="15"/>
                    <a:pt x="113" y="15"/>
                    <a:pt x="113" y="15"/>
                  </a:cubicBezTo>
                  <a:cubicBezTo>
                    <a:pt x="109" y="5"/>
                    <a:pt x="97" y="0"/>
                    <a:pt x="88" y="4"/>
                  </a:cubicBezTo>
                  <a:cubicBezTo>
                    <a:pt x="15" y="36"/>
                    <a:pt x="15" y="36"/>
                    <a:pt x="15" y="36"/>
                  </a:cubicBezTo>
                  <a:cubicBezTo>
                    <a:pt x="5" y="40"/>
                    <a:pt x="0" y="51"/>
                    <a:pt x="5" y="6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34" name="Freeform 226"/>
            <p:cNvSpPr>
              <a:spLocks/>
            </p:cNvSpPr>
            <p:nvPr/>
          </p:nvSpPr>
          <p:spPr bwMode="auto">
            <a:xfrm>
              <a:off x="436562" y="1143001"/>
              <a:ext cx="198438" cy="258762"/>
            </a:xfrm>
            <a:custGeom>
              <a:avLst/>
              <a:gdLst>
                <a:gd name="T0" fmla="*/ 14 w 95"/>
                <a:gd name="T1" fmla="*/ 7 h 124"/>
                <a:gd name="T2" fmla="*/ 6 w 95"/>
                <a:gd name="T3" fmla="*/ 36 h 124"/>
                <a:gd name="T4" fmla="*/ 52 w 95"/>
                <a:gd name="T5" fmla="*/ 111 h 124"/>
                <a:gd name="T6" fmla="*/ 82 w 95"/>
                <a:gd name="T7" fmla="*/ 118 h 124"/>
                <a:gd name="T8" fmla="*/ 82 w 95"/>
                <a:gd name="T9" fmla="*/ 118 h 124"/>
                <a:gd name="T10" fmla="*/ 89 w 95"/>
                <a:gd name="T11" fmla="*/ 88 h 124"/>
                <a:gd name="T12" fmla="*/ 43 w 95"/>
                <a:gd name="T13" fmla="*/ 14 h 124"/>
                <a:gd name="T14" fmla="*/ 14 w 95"/>
                <a:gd name="T15" fmla="*/ 7 h 1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5" h="124">
                  <a:moveTo>
                    <a:pt x="14" y="7"/>
                  </a:moveTo>
                  <a:cubicBezTo>
                    <a:pt x="3" y="13"/>
                    <a:pt x="0" y="26"/>
                    <a:pt x="6" y="36"/>
                  </a:cubicBezTo>
                  <a:cubicBezTo>
                    <a:pt x="52" y="111"/>
                    <a:pt x="52" y="111"/>
                    <a:pt x="52" y="111"/>
                  </a:cubicBezTo>
                  <a:cubicBezTo>
                    <a:pt x="59" y="121"/>
                    <a:pt x="72" y="124"/>
                    <a:pt x="82" y="118"/>
                  </a:cubicBezTo>
                  <a:cubicBezTo>
                    <a:pt x="82" y="118"/>
                    <a:pt x="82" y="118"/>
                    <a:pt x="82" y="118"/>
                  </a:cubicBezTo>
                  <a:cubicBezTo>
                    <a:pt x="92" y="112"/>
                    <a:pt x="95" y="99"/>
                    <a:pt x="89" y="88"/>
                  </a:cubicBezTo>
                  <a:cubicBezTo>
                    <a:pt x="43" y="14"/>
                    <a:pt x="43" y="14"/>
                    <a:pt x="43" y="14"/>
                  </a:cubicBezTo>
                  <a:cubicBezTo>
                    <a:pt x="37" y="4"/>
                    <a:pt x="24" y="0"/>
                    <a:pt x="14" y="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35" name="Freeform 227"/>
            <p:cNvSpPr>
              <a:spLocks/>
            </p:cNvSpPr>
            <p:nvPr/>
          </p:nvSpPr>
          <p:spPr bwMode="auto">
            <a:xfrm>
              <a:off x="541337" y="1314451"/>
              <a:ext cx="133350" cy="277812"/>
            </a:xfrm>
            <a:custGeom>
              <a:avLst/>
              <a:gdLst>
                <a:gd name="T0" fmla="*/ 19 w 64"/>
                <a:gd name="T1" fmla="*/ 2 h 133"/>
                <a:gd name="T2" fmla="*/ 2 w 64"/>
                <a:gd name="T3" fmla="*/ 28 h 133"/>
                <a:gd name="T4" fmla="*/ 19 w 64"/>
                <a:gd name="T5" fmla="*/ 113 h 133"/>
                <a:gd name="T6" fmla="*/ 45 w 64"/>
                <a:gd name="T7" fmla="*/ 130 h 133"/>
                <a:gd name="T8" fmla="*/ 45 w 64"/>
                <a:gd name="T9" fmla="*/ 130 h 133"/>
                <a:gd name="T10" fmla="*/ 62 w 64"/>
                <a:gd name="T11" fmla="*/ 105 h 133"/>
                <a:gd name="T12" fmla="*/ 44 w 64"/>
                <a:gd name="T13" fmla="*/ 19 h 133"/>
                <a:gd name="T14" fmla="*/ 19 w 64"/>
                <a:gd name="T15" fmla="*/ 2 h 1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133">
                  <a:moveTo>
                    <a:pt x="19" y="2"/>
                  </a:moveTo>
                  <a:cubicBezTo>
                    <a:pt x="7" y="4"/>
                    <a:pt x="0" y="16"/>
                    <a:pt x="2" y="28"/>
                  </a:cubicBezTo>
                  <a:cubicBezTo>
                    <a:pt x="19" y="113"/>
                    <a:pt x="19" y="113"/>
                    <a:pt x="19" y="113"/>
                  </a:cubicBezTo>
                  <a:cubicBezTo>
                    <a:pt x="22" y="125"/>
                    <a:pt x="33" y="133"/>
                    <a:pt x="45" y="130"/>
                  </a:cubicBezTo>
                  <a:cubicBezTo>
                    <a:pt x="45" y="130"/>
                    <a:pt x="45" y="130"/>
                    <a:pt x="45" y="130"/>
                  </a:cubicBezTo>
                  <a:cubicBezTo>
                    <a:pt x="57" y="128"/>
                    <a:pt x="64" y="116"/>
                    <a:pt x="62" y="105"/>
                  </a:cubicBezTo>
                  <a:cubicBezTo>
                    <a:pt x="44" y="19"/>
                    <a:pt x="44" y="19"/>
                    <a:pt x="44" y="19"/>
                  </a:cubicBezTo>
                  <a:cubicBezTo>
                    <a:pt x="42" y="7"/>
                    <a:pt x="31" y="0"/>
                    <a:pt x="19" y="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36" name="Freeform 228"/>
            <p:cNvSpPr>
              <a:spLocks/>
            </p:cNvSpPr>
            <p:nvPr/>
          </p:nvSpPr>
          <p:spPr bwMode="auto">
            <a:xfrm>
              <a:off x="373062" y="1149351"/>
              <a:ext cx="106363" cy="274637"/>
            </a:xfrm>
            <a:custGeom>
              <a:avLst/>
              <a:gdLst>
                <a:gd name="T0" fmla="*/ 30 w 51"/>
                <a:gd name="T1" fmla="*/ 1 h 132"/>
                <a:gd name="T2" fmla="*/ 7 w 51"/>
                <a:gd name="T3" fmla="*/ 21 h 132"/>
                <a:gd name="T4" fmla="*/ 1 w 51"/>
                <a:gd name="T5" fmla="*/ 108 h 132"/>
                <a:gd name="T6" fmla="*/ 21 w 51"/>
                <a:gd name="T7" fmla="*/ 131 h 132"/>
                <a:gd name="T8" fmla="*/ 21 w 51"/>
                <a:gd name="T9" fmla="*/ 131 h 132"/>
                <a:gd name="T10" fmla="*/ 44 w 51"/>
                <a:gd name="T11" fmla="*/ 111 h 132"/>
                <a:gd name="T12" fmla="*/ 50 w 51"/>
                <a:gd name="T13" fmla="*/ 24 h 132"/>
                <a:gd name="T14" fmla="*/ 30 w 51"/>
                <a:gd name="T15" fmla="*/ 1 h 1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32">
                  <a:moveTo>
                    <a:pt x="30" y="1"/>
                  </a:moveTo>
                  <a:cubicBezTo>
                    <a:pt x="18" y="0"/>
                    <a:pt x="8" y="9"/>
                    <a:pt x="7" y="21"/>
                  </a:cubicBezTo>
                  <a:cubicBezTo>
                    <a:pt x="1" y="108"/>
                    <a:pt x="1" y="108"/>
                    <a:pt x="1" y="108"/>
                  </a:cubicBezTo>
                  <a:cubicBezTo>
                    <a:pt x="0" y="120"/>
                    <a:pt x="9" y="130"/>
                    <a:pt x="21" y="131"/>
                  </a:cubicBezTo>
                  <a:cubicBezTo>
                    <a:pt x="21" y="131"/>
                    <a:pt x="21" y="131"/>
                    <a:pt x="21" y="131"/>
                  </a:cubicBezTo>
                  <a:cubicBezTo>
                    <a:pt x="33" y="132"/>
                    <a:pt x="43" y="123"/>
                    <a:pt x="44" y="111"/>
                  </a:cubicBezTo>
                  <a:cubicBezTo>
                    <a:pt x="50" y="24"/>
                    <a:pt x="50" y="24"/>
                    <a:pt x="50" y="24"/>
                  </a:cubicBezTo>
                  <a:cubicBezTo>
                    <a:pt x="51" y="12"/>
                    <a:pt x="42" y="1"/>
                    <a:pt x="30" y="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37" name="Freeform 229"/>
            <p:cNvSpPr>
              <a:spLocks/>
            </p:cNvSpPr>
            <p:nvPr/>
          </p:nvSpPr>
          <p:spPr bwMode="auto">
            <a:xfrm>
              <a:off x="288925" y="1338263"/>
              <a:ext cx="179388" cy="269875"/>
            </a:xfrm>
            <a:custGeom>
              <a:avLst/>
              <a:gdLst>
                <a:gd name="T0" fmla="*/ 70 w 86"/>
                <a:gd name="T1" fmla="*/ 5 h 129"/>
                <a:gd name="T2" fmla="*/ 41 w 86"/>
                <a:gd name="T3" fmla="*/ 15 h 129"/>
                <a:gd name="T4" fmla="*/ 5 w 86"/>
                <a:gd name="T5" fmla="*/ 95 h 129"/>
                <a:gd name="T6" fmla="*/ 16 w 86"/>
                <a:gd name="T7" fmla="*/ 124 h 129"/>
                <a:gd name="T8" fmla="*/ 16 w 86"/>
                <a:gd name="T9" fmla="*/ 124 h 129"/>
                <a:gd name="T10" fmla="*/ 45 w 86"/>
                <a:gd name="T11" fmla="*/ 113 h 129"/>
                <a:gd name="T12" fmla="*/ 81 w 86"/>
                <a:gd name="T13" fmla="*/ 33 h 129"/>
                <a:gd name="T14" fmla="*/ 70 w 86"/>
                <a:gd name="T15" fmla="*/ 5 h 1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6" h="129">
                  <a:moveTo>
                    <a:pt x="70" y="5"/>
                  </a:moveTo>
                  <a:cubicBezTo>
                    <a:pt x="59" y="0"/>
                    <a:pt x="46" y="5"/>
                    <a:pt x="41" y="15"/>
                  </a:cubicBezTo>
                  <a:cubicBezTo>
                    <a:pt x="5" y="95"/>
                    <a:pt x="5" y="95"/>
                    <a:pt x="5" y="95"/>
                  </a:cubicBezTo>
                  <a:cubicBezTo>
                    <a:pt x="0" y="106"/>
                    <a:pt x="5" y="119"/>
                    <a:pt x="16" y="124"/>
                  </a:cubicBezTo>
                  <a:cubicBezTo>
                    <a:pt x="16" y="124"/>
                    <a:pt x="16" y="124"/>
                    <a:pt x="16" y="124"/>
                  </a:cubicBezTo>
                  <a:cubicBezTo>
                    <a:pt x="27" y="129"/>
                    <a:pt x="40" y="124"/>
                    <a:pt x="45" y="113"/>
                  </a:cubicBezTo>
                  <a:cubicBezTo>
                    <a:pt x="81" y="33"/>
                    <a:pt x="81" y="33"/>
                    <a:pt x="81" y="33"/>
                  </a:cubicBezTo>
                  <a:cubicBezTo>
                    <a:pt x="86" y="22"/>
                    <a:pt x="81" y="10"/>
                    <a:pt x="70" y="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38" name="Freeform 230"/>
            <p:cNvSpPr>
              <a:spLocks/>
            </p:cNvSpPr>
            <p:nvPr/>
          </p:nvSpPr>
          <p:spPr bwMode="auto">
            <a:xfrm>
              <a:off x="387350" y="577851"/>
              <a:ext cx="163513" cy="198437"/>
            </a:xfrm>
            <a:custGeom>
              <a:avLst/>
              <a:gdLst>
                <a:gd name="T0" fmla="*/ 0 w 78"/>
                <a:gd name="T1" fmla="*/ 83 h 95"/>
                <a:gd name="T2" fmla="*/ 11 w 78"/>
                <a:gd name="T3" fmla="*/ 95 h 95"/>
                <a:gd name="T4" fmla="*/ 67 w 78"/>
                <a:gd name="T5" fmla="*/ 95 h 95"/>
                <a:gd name="T6" fmla="*/ 78 w 78"/>
                <a:gd name="T7" fmla="*/ 83 h 95"/>
                <a:gd name="T8" fmla="*/ 78 w 78"/>
                <a:gd name="T9" fmla="*/ 11 h 95"/>
                <a:gd name="T10" fmla="*/ 67 w 78"/>
                <a:gd name="T11" fmla="*/ 0 h 95"/>
                <a:gd name="T12" fmla="*/ 11 w 78"/>
                <a:gd name="T13" fmla="*/ 0 h 95"/>
                <a:gd name="T14" fmla="*/ 0 w 78"/>
                <a:gd name="T15" fmla="*/ 11 h 95"/>
                <a:gd name="T16" fmla="*/ 0 w 78"/>
                <a:gd name="T17" fmla="*/ 83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95">
                  <a:moveTo>
                    <a:pt x="0" y="83"/>
                  </a:moveTo>
                  <a:cubicBezTo>
                    <a:pt x="0" y="89"/>
                    <a:pt x="5" y="95"/>
                    <a:pt x="11" y="95"/>
                  </a:cubicBezTo>
                  <a:cubicBezTo>
                    <a:pt x="67" y="95"/>
                    <a:pt x="67" y="95"/>
                    <a:pt x="67" y="95"/>
                  </a:cubicBezTo>
                  <a:cubicBezTo>
                    <a:pt x="73" y="95"/>
                    <a:pt x="78" y="89"/>
                    <a:pt x="78" y="83"/>
                  </a:cubicBezTo>
                  <a:cubicBezTo>
                    <a:pt x="78" y="11"/>
                    <a:pt x="78" y="11"/>
                    <a:pt x="78" y="11"/>
                  </a:cubicBezTo>
                  <a:cubicBezTo>
                    <a:pt x="78" y="5"/>
                    <a:pt x="73" y="0"/>
                    <a:pt x="67" y="0"/>
                  </a:cubicBezTo>
                  <a:cubicBezTo>
                    <a:pt x="11" y="0"/>
                    <a:pt x="11" y="0"/>
                    <a:pt x="11" y="0"/>
                  </a:cubicBezTo>
                  <a:cubicBezTo>
                    <a:pt x="5" y="0"/>
                    <a:pt x="0" y="5"/>
                    <a:pt x="0" y="11"/>
                  </a:cubicBezTo>
                  <a:lnTo>
                    <a:pt x="0" y="83"/>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39" name="Freeform 231"/>
            <p:cNvSpPr>
              <a:spLocks/>
            </p:cNvSpPr>
            <p:nvPr/>
          </p:nvSpPr>
          <p:spPr bwMode="auto">
            <a:xfrm>
              <a:off x="468312" y="676276"/>
              <a:ext cx="169863" cy="30162"/>
            </a:xfrm>
            <a:custGeom>
              <a:avLst/>
              <a:gdLst>
                <a:gd name="T0" fmla="*/ 81 w 81"/>
                <a:gd name="T1" fmla="*/ 7 h 14"/>
                <a:gd name="T2" fmla="*/ 74 w 81"/>
                <a:gd name="T3" fmla="*/ 14 h 14"/>
                <a:gd name="T4" fmla="*/ 7 w 81"/>
                <a:gd name="T5" fmla="*/ 14 h 14"/>
                <a:gd name="T6" fmla="*/ 0 w 81"/>
                <a:gd name="T7" fmla="*/ 7 h 14"/>
                <a:gd name="T8" fmla="*/ 0 w 81"/>
                <a:gd name="T9" fmla="*/ 7 h 14"/>
                <a:gd name="T10" fmla="*/ 7 w 81"/>
                <a:gd name="T11" fmla="*/ 0 h 14"/>
                <a:gd name="T12" fmla="*/ 74 w 81"/>
                <a:gd name="T13" fmla="*/ 0 h 14"/>
                <a:gd name="T14" fmla="*/ 81 w 81"/>
                <a:gd name="T15" fmla="*/ 7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 h="14">
                  <a:moveTo>
                    <a:pt x="81" y="7"/>
                  </a:moveTo>
                  <a:cubicBezTo>
                    <a:pt x="81" y="11"/>
                    <a:pt x="78" y="14"/>
                    <a:pt x="74" y="14"/>
                  </a:cubicBezTo>
                  <a:cubicBezTo>
                    <a:pt x="7" y="14"/>
                    <a:pt x="7" y="14"/>
                    <a:pt x="7" y="14"/>
                  </a:cubicBezTo>
                  <a:cubicBezTo>
                    <a:pt x="3" y="14"/>
                    <a:pt x="0" y="11"/>
                    <a:pt x="0" y="7"/>
                  </a:cubicBezTo>
                  <a:cubicBezTo>
                    <a:pt x="0" y="7"/>
                    <a:pt x="0" y="7"/>
                    <a:pt x="0" y="7"/>
                  </a:cubicBezTo>
                  <a:cubicBezTo>
                    <a:pt x="0" y="3"/>
                    <a:pt x="3" y="0"/>
                    <a:pt x="7" y="0"/>
                  </a:cubicBezTo>
                  <a:cubicBezTo>
                    <a:pt x="74" y="0"/>
                    <a:pt x="74" y="0"/>
                    <a:pt x="74" y="0"/>
                  </a:cubicBezTo>
                  <a:cubicBezTo>
                    <a:pt x="78" y="0"/>
                    <a:pt x="81" y="3"/>
                    <a:pt x="81" y="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40" name="Freeform 232"/>
            <p:cNvSpPr>
              <a:spLocks/>
            </p:cNvSpPr>
            <p:nvPr/>
          </p:nvSpPr>
          <p:spPr bwMode="auto">
            <a:xfrm>
              <a:off x="387350" y="846138"/>
              <a:ext cx="153988" cy="409575"/>
            </a:xfrm>
            <a:custGeom>
              <a:avLst/>
              <a:gdLst>
                <a:gd name="T0" fmla="*/ 74 w 74"/>
                <a:gd name="T1" fmla="*/ 159 h 196"/>
                <a:gd name="T2" fmla="*/ 37 w 74"/>
                <a:gd name="T3" fmla="*/ 196 h 196"/>
                <a:gd name="T4" fmla="*/ 37 w 74"/>
                <a:gd name="T5" fmla="*/ 196 h 196"/>
                <a:gd name="T6" fmla="*/ 0 w 74"/>
                <a:gd name="T7" fmla="*/ 159 h 196"/>
                <a:gd name="T8" fmla="*/ 0 w 74"/>
                <a:gd name="T9" fmla="*/ 37 h 196"/>
                <a:gd name="T10" fmla="*/ 37 w 74"/>
                <a:gd name="T11" fmla="*/ 0 h 196"/>
                <a:gd name="T12" fmla="*/ 37 w 74"/>
                <a:gd name="T13" fmla="*/ 0 h 196"/>
                <a:gd name="T14" fmla="*/ 74 w 74"/>
                <a:gd name="T15" fmla="*/ 37 h 196"/>
                <a:gd name="T16" fmla="*/ 74 w 74"/>
                <a:gd name="T17" fmla="*/ 159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 h="196">
                  <a:moveTo>
                    <a:pt x="74" y="159"/>
                  </a:moveTo>
                  <a:cubicBezTo>
                    <a:pt x="74" y="179"/>
                    <a:pt x="58" y="196"/>
                    <a:pt x="37" y="196"/>
                  </a:cubicBezTo>
                  <a:cubicBezTo>
                    <a:pt x="37" y="196"/>
                    <a:pt x="37" y="196"/>
                    <a:pt x="37" y="196"/>
                  </a:cubicBezTo>
                  <a:cubicBezTo>
                    <a:pt x="16" y="196"/>
                    <a:pt x="0" y="179"/>
                    <a:pt x="0" y="159"/>
                  </a:cubicBezTo>
                  <a:cubicBezTo>
                    <a:pt x="0" y="37"/>
                    <a:pt x="0" y="37"/>
                    <a:pt x="0" y="37"/>
                  </a:cubicBezTo>
                  <a:cubicBezTo>
                    <a:pt x="0" y="16"/>
                    <a:pt x="16" y="0"/>
                    <a:pt x="37" y="0"/>
                  </a:cubicBezTo>
                  <a:cubicBezTo>
                    <a:pt x="37" y="0"/>
                    <a:pt x="37" y="0"/>
                    <a:pt x="37" y="0"/>
                  </a:cubicBezTo>
                  <a:cubicBezTo>
                    <a:pt x="58" y="0"/>
                    <a:pt x="74" y="16"/>
                    <a:pt x="74" y="37"/>
                  </a:cubicBezTo>
                  <a:lnTo>
                    <a:pt x="74" y="159"/>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241" name="组合 240"/>
          <p:cNvGrpSpPr/>
          <p:nvPr/>
        </p:nvGrpSpPr>
        <p:grpSpPr>
          <a:xfrm>
            <a:off x="277812" y="3756026"/>
            <a:ext cx="1050926" cy="1030287"/>
            <a:chOff x="277812" y="3756026"/>
            <a:chExt cx="1050926" cy="1030287"/>
          </a:xfrm>
        </p:grpSpPr>
        <p:sp>
          <p:nvSpPr>
            <p:cNvPr id="242" name="Freeform 233"/>
            <p:cNvSpPr>
              <a:spLocks/>
            </p:cNvSpPr>
            <p:nvPr/>
          </p:nvSpPr>
          <p:spPr bwMode="auto">
            <a:xfrm>
              <a:off x="1066800" y="4211638"/>
              <a:ext cx="261938" cy="271462"/>
            </a:xfrm>
            <a:custGeom>
              <a:avLst/>
              <a:gdLst>
                <a:gd name="T0" fmla="*/ 0 w 126"/>
                <a:gd name="T1" fmla="*/ 130 h 130"/>
                <a:gd name="T2" fmla="*/ 126 w 126"/>
                <a:gd name="T3" fmla="*/ 130 h 130"/>
                <a:gd name="T4" fmla="*/ 126 w 126"/>
                <a:gd name="T5" fmla="*/ 129 h 130"/>
                <a:gd name="T6" fmla="*/ 0 w 126"/>
                <a:gd name="T7" fmla="*/ 0 h 130"/>
                <a:gd name="T8" fmla="*/ 0 w 126"/>
                <a:gd name="T9" fmla="*/ 130 h 130"/>
              </a:gdLst>
              <a:ahLst/>
              <a:cxnLst>
                <a:cxn ang="0">
                  <a:pos x="T0" y="T1"/>
                </a:cxn>
                <a:cxn ang="0">
                  <a:pos x="T2" y="T3"/>
                </a:cxn>
                <a:cxn ang="0">
                  <a:pos x="T4" y="T5"/>
                </a:cxn>
                <a:cxn ang="0">
                  <a:pos x="T6" y="T7"/>
                </a:cxn>
                <a:cxn ang="0">
                  <a:pos x="T8" y="T9"/>
                </a:cxn>
              </a:cxnLst>
              <a:rect l="0" t="0" r="r" b="b"/>
              <a:pathLst>
                <a:path w="126" h="130">
                  <a:moveTo>
                    <a:pt x="0" y="130"/>
                  </a:moveTo>
                  <a:cubicBezTo>
                    <a:pt x="126" y="130"/>
                    <a:pt x="126" y="130"/>
                    <a:pt x="126" y="130"/>
                  </a:cubicBezTo>
                  <a:cubicBezTo>
                    <a:pt x="126" y="130"/>
                    <a:pt x="126" y="130"/>
                    <a:pt x="126" y="129"/>
                  </a:cubicBezTo>
                  <a:cubicBezTo>
                    <a:pt x="126" y="59"/>
                    <a:pt x="70" y="2"/>
                    <a:pt x="0" y="0"/>
                  </a:cubicBezTo>
                  <a:lnTo>
                    <a:pt x="0" y="13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234"/>
            <p:cNvSpPr>
              <a:spLocks/>
            </p:cNvSpPr>
            <p:nvPr/>
          </p:nvSpPr>
          <p:spPr bwMode="auto">
            <a:xfrm>
              <a:off x="758825" y="4151313"/>
              <a:ext cx="296863" cy="417512"/>
            </a:xfrm>
            <a:custGeom>
              <a:avLst/>
              <a:gdLst>
                <a:gd name="T0" fmla="*/ 32 w 142"/>
                <a:gd name="T1" fmla="*/ 6 h 200"/>
                <a:gd name="T2" fmla="*/ 31 w 142"/>
                <a:gd name="T3" fmla="*/ 9 h 200"/>
                <a:gd name="T4" fmla="*/ 30 w 142"/>
                <a:gd name="T5" fmla="*/ 16 h 200"/>
                <a:gd name="T6" fmla="*/ 27 w 142"/>
                <a:gd name="T7" fmla="*/ 43 h 200"/>
                <a:gd name="T8" fmla="*/ 28 w 142"/>
                <a:gd name="T9" fmla="*/ 61 h 200"/>
                <a:gd name="T10" fmla="*/ 31 w 142"/>
                <a:gd name="T11" fmla="*/ 81 h 200"/>
                <a:gd name="T12" fmla="*/ 37 w 142"/>
                <a:gd name="T13" fmla="*/ 102 h 200"/>
                <a:gd name="T14" fmla="*/ 41 w 142"/>
                <a:gd name="T15" fmla="*/ 113 h 200"/>
                <a:gd name="T16" fmla="*/ 46 w 142"/>
                <a:gd name="T17" fmla="*/ 123 h 200"/>
                <a:gd name="T18" fmla="*/ 52 w 142"/>
                <a:gd name="T19" fmla="*/ 133 h 200"/>
                <a:gd name="T20" fmla="*/ 59 w 142"/>
                <a:gd name="T21" fmla="*/ 142 h 200"/>
                <a:gd name="T22" fmla="*/ 73 w 142"/>
                <a:gd name="T23" fmla="*/ 159 h 200"/>
                <a:gd name="T24" fmla="*/ 90 w 142"/>
                <a:gd name="T25" fmla="*/ 172 h 200"/>
                <a:gd name="T26" fmla="*/ 98 w 142"/>
                <a:gd name="T27" fmla="*/ 178 h 200"/>
                <a:gd name="T28" fmla="*/ 106 w 142"/>
                <a:gd name="T29" fmla="*/ 183 h 200"/>
                <a:gd name="T30" fmla="*/ 120 w 142"/>
                <a:gd name="T31" fmla="*/ 191 h 200"/>
                <a:gd name="T32" fmla="*/ 131 w 142"/>
                <a:gd name="T33" fmla="*/ 196 h 200"/>
                <a:gd name="T34" fmla="*/ 142 w 142"/>
                <a:gd name="T35" fmla="*/ 200 h 200"/>
                <a:gd name="T36" fmla="*/ 131 w 142"/>
                <a:gd name="T37" fmla="*/ 197 h 200"/>
                <a:gd name="T38" fmla="*/ 119 w 142"/>
                <a:gd name="T39" fmla="*/ 193 h 200"/>
                <a:gd name="T40" fmla="*/ 103 w 142"/>
                <a:gd name="T41" fmla="*/ 187 h 200"/>
                <a:gd name="T42" fmla="*/ 95 w 142"/>
                <a:gd name="T43" fmla="*/ 183 h 200"/>
                <a:gd name="T44" fmla="*/ 86 w 142"/>
                <a:gd name="T45" fmla="*/ 178 h 200"/>
                <a:gd name="T46" fmla="*/ 67 w 142"/>
                <a:gd name="T47" fmla="*/ 166 h 200"/>
                <a:gd name="T48" fmla="*/ 49 w 142"/>
                <a:gd name="T49" fmla="*/ 150 h 200"/>
                <a:gd name="T50" fmla="*/ 41 w 142"/>
                <a:gd name="T51" fmla="*/ 141 h 200"/>
                <a:gd name="T52" fmla="*/ 33 w 142"/>
                <a:gd name="T53" fmla="*/ 131 h 200"/>
                <a:gd name="T54" fmla="*/ 26 w 142"/>
                <a:gd name="T55" fmla="*/ 120 h 200"/>
                <a:gd name="T56" fmla="*/ 20 w 142"/>
                <a:gd name="T57" fmla="*/ 109 h 200"/>
                <a:gd name="T58" fmla="*/ 11 w 142"/>
                <a:gd name="T59" fmla="*/ 87 h 200"/>
                <a:gd name="T60" fmla="*/ 5 w 142"/>
                <a:gd name="T61" fmla="*/ 64 h 200"/>
                <a:gd name="T62" fmla="*/ 2 w 142"/>
                <a:gd name="T63" fmla="*/ 44 h 200"/>
                <a:gd name="T64" fmla="*/ 1 w 142"/>
                <a:gd name="T65" fmla="*/ 13 h 200"/>
                <a:gd name="T66" fmla="*/ 1 w 142"/>
                <a:gd name="T67" fmla="*/ 4 h 200"/>
                <a:gd name="T68" fmla="*/ 2 w 142"/>
                <a:gd name="T69" fmla="*/ 0 h 200"/>
                <a:gd name="T70" fmla="*/ 32 w 142"/>
                <a:gd name="T71" fmla="*/ 6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2" h="200">
                  <a:moveTo>
                    <a:pt x="32" y="6"/>
                  </a:moveTo>
                  <a:cubicBezTo>
                    <a:pt x="32" y="6"/>
                    <a:pt x="32" y="7"/>
                    <a:pt x="31" y="9"/>
                  </a:cubicBezTo>
                  <a:cubicBezTo>
                    <a:pt x="31" y="10"/>
                    <a:pt x="30" y="13"/>
                    <a:pt x="30" y="16"/>
                  </a:cubicBezTo>
                  <a:cubicBezTo>
                    <a:pt x="29" y="22"/>
                    <a:pt x="28" y="31"/>
                    <a:pt x="27" y="43"/>
                  </a:cubicBezTo>
                  <a:cubicBezTo>
                    <a:pt x="27" y="48"/>
                    <a:pt x="27" y="54"/>
                    <a:pt x="28" y="61"/>
                  </a:cubicBezTo>
                  <a:cubicBezTo>
                    <a:pt x="28" y="67"/>
                    <a:pt x="30" y="74"/>
                    <a:pt x="31" y="81"/>
                  </a:cubicBezTo>
                  <a:cubicBezTo>
                    <a:pt x="32" y="88"/>
                    <a:pt x="34" y="95"/>
                    <a:pt x="37" y="102"/>
                  </a:cubicBezTo>
                  <a:cubicBezTo>
                    <a:pt x="38" y="106"/>
                    <a:pt x="40" y="109"/>
                    <a:pt x="41" y="113"/>
                  </a:cubicBezTo>
                  <a:cubicBezTo>
                    <a:pt x="43" y="116"/>
                    <a:pt x="44" y="120"/>
                    <a:pt x="46" y="123"/>
                  </a:cubicBezTo>
                  <a:cubicBezTo>
                    <a:pt x="48" y="126"/>
                    <a:pt x="50" y="130"/>
                    <a:pt x="52" y="133"/>
                  </a:cubicBezTo>
                  <a:cubicBezTo>
                    <a:pt x="54" y="136"/>
                    <a:pt x="56" y="139"/>
                    <a:pt x="59" y="142"/>
                  </a:cubicBezTo>
                  <a:cubicBezTo>
                    <a:pt x="63" y="148"/>
                    <a:pt x="68" y="154"/>
                    <a:pt x="73" y="159"/>
                  </a:cubicBezTo>
                  <a:cubicBezTo>
                    <a:pt x="79" y="164"/>
                    <a:pt x="84" y="168"/>
                    <a:pt x="90" y="172"/>
                  </a:cubicBezTo>
                  <a:cubicBezTo>
                    <a:pt x="92" y="175"/>
                    <a:pt x="95" y="176"/>
                    <a:pt x="98" y="178"/>
                  </a:cubicBezTo>
                  <a:cubicBezTo>
                    <a:pt x="100" y="180"/>
                    <a:pt x="103" y="182"/>
                    <a:pt x="106" y="183"/>
                  </a:cubicBezTo>
                  <a:cubicBezTo>
                    <a:pt x="111" y="186"/>
                    <a:pt x="116" y="189"/>
                    <a:pt x="120" y="191"/>
                  </a:cubicBezTo>
                  <a:cubicBezTo>
                    <a:pt x="124" y="193"/>
                    <a:pt x="128" y="195"/>
                    <a:pt x="131" y="196"/>
                  </a:cubicBezTo>
                  <a:cubicBezTo>
                    <a:pt x="138" y="199"/>
                    <a:pt x="142" y="200"/>
                    <a:pt x="142" y="200"/>
                  </a:cubicBezTo>
                  <a:cubicBezTo>
                    <a:pt x="142" y="200"/>
                    <a:pt x="138" y="199"/>
                    <a:pt x="131" y="197"/>
                  </a:cubicBezTo>
                  <a:cubicBezTo>
                    <a:pt x="128" y="197"/>
                    <a:pt x="124" y="195"/>
                    <a:pt x="119" y="193"/>
                  </a:cubicBezTo>
                  <a:cubicBezTo>
                    <a:pt x="114" y="192"/>
                    <a:pt x="109" y="190"/>
                    <a:pt x="103" y="187"/>
                  </a:cubicBezTo>
                  <a:cubicBezTo>
                    <a:pt x="101" y="186"/>
                    <a:pt x="98" y="185"/>
                    <a:pt x="95" y="183"/>
                  </a:cubicBezTo>
                  <a:cubicBezTo>
                    <a:pt x="92" y="182"/>
                    <a:pt x="89" y="180"/>
                    <a:pt x="86" y="178"/>
                  </a:cubicBezTo>
                  <a:cubicBezTo>
                    <a:pt x="80" y="175"/>
                    <a:pt x="73" y="171"/>
                    <a:pt x="67" y="166"/>
                  </a:cubicBezTo>
                  <a:cubicBezTo>
                    <a:pt x="61" y="161"/>
                    <a:pt x="55" y="156"/>
                    <a:pt x="49" y="150"/>
                  </a:cubicBezTo>
                  <a:cubicBezTo>
                    <a:pt x="46" y="147"/>
                    <a:pt x="43" y="144"/>
                    <a:pt x="41" y="141"/>
                  </a:cubicBezTo>
                  <a:cubicBezTo>
                    <a:pt x="38" y="138"/>
                    <a:pt x="36" y="134"/>
                    <a:pt x="33" y="131"/>
                  </a:cubicBezTo>
                  <a:cubicBezTo>
                    <a:pt x="31" y="128"/>
                    <a:pt x="28" y="124"/>
                    <a:pt x="26" y="120"/>
                  </a:cubicBezTo>
                  <a:cubicBezTo>
                    <a:pt x="24" y="117"/>
                    <a:pt x="22" y="113"/>
                    <a:pt x="20" y="109"/>
                  </a:cubicBezTo>
                  <a:cubicBezTo>
                    <a:pt x="16" y="102"/>
                    <a:pt x="13" y="94"/>
                    <a:pt x="11" y="87"/>
                  </a:cubicBezTo>
                  <a:cubicBezTo>
                    <a:pt x="8" y="79"/>
                    <a:pt x="6" y="72"/>
                    <a:pt x="5" y="64"/>
                  </a:cubicBezTo>
                  <a:cubicBezTo>
                    <a:pt x="3" y="57"/>
                    <a:pt x="2" y="50"/>
                    <a:pt x="2" y="44"/>
                  </a:cubicBezTo>
                  <a:cubicBezTo>
                    <a:pt x="0" y="31"/>
                    <a:pt x="0" y="20"/>
                    <a:pt x="1" y="13"/>
                  </a:cubicBezTo>
                  <a:cubicBezTo>
                    <a:pt x="1" y="9"/>
                    <a:pt x="1" y="6"/>
                    <a:pt x="1" y="4"/>
                  </a:cubicBezTo>
                  <a:cubicBezTo>
                    <a:pt x="2" y="1"/>
                    <a:pt x="2" y="0"/>
                    <a:pt x="2" y="0"/>
                  </a:cubicBezTo>
                  <a:lnTo>
                    <a:pt x="32" y="6"/>
                  </a:lnTo>
                  <a:close/>
                </a:path>
              </a:pathLst>
            </a:custGeom>
            <a:solidFill>
              <a:srgbClr val="0071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235"/>
            <p:cNvSpPr>
              <a:spLocks/>
            </p:cNvSpPr>
            <p:nvPr/>
          </p:nvSpPr>
          <p:spPr bwMode="auto">
            <a:xfrm>
              <a:off x="849312" y="4210051"/>
              <a:ext cx="479425" cy="476250"/>
            </a:xfrm>
            <a:custGeom>
              <a:avLst/>
              <a:gdLst>
                <a:gd name="T0" fmla="*/ 230 w 230"/>
                <a:gd name="T1" fmla="*/ 137 h 228"/>
                <a:gd name="T2" fmla="*/ 99 w 230"/>
                <a:gd name="T3" fmla="*/ 137 h 228"/>
                <a:gd name="T4" fmla="*/ 99 w 230"/>
                <a:gd name="T5" fmla="*/ 0 h 228"/>
                <a:gd name="T6" fmla="*/ 6 w 230"/>
                <a:gd name="T7" fmla="*/ 0 h 228"/>
                <a:gd name="T8" fmla="*/ 0 w 230"/>
                <a:gd name="T9" fmla="*/ 6 h 228"/>
                <a:gd name="T10" fmla="*/ 0 w 230"/>
                <a:gd name="T11" fmla="*/ 191 h 228"/>
                <a:gd name="T12" fmla="*/ 6 w 230"/>
                <a:gd name="T13" fmla="*/ 198 h 228"/>
                <a:gd name="T14" fmla="*/ 66 w 230"/>
                <a:gd name="T15" fmla="*/ 198 h 228"/>
                <a:gd name="T16" fmla="*/ 66 w 230"/>
                <a:gd name="T17" fmla="*/ 221 h 228"/>
                <a:gd name="T18" fmla="*/ 72 w 230"/>
                <a:gd name="T19" fmla="*/ 228 h 228"/>
                <a:gd name="T20" fmla="*/ 230 w 230"/>
                <a:gd name="T21" fmla="*/ 228 h 228"/>
                <a:gd name="T22" fmla="*/ 230 w 230"/>
                <a:gd name="T23" fmla="*/ 137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0" h="228">
                  <a:moveTo>
                    <a:pt x="230" y="137"/>
                  </a:moveTo>
                  <a:cubicBezTo>
                    <a:pt x="99" y="137"/>
                    <a:pt x="99" y="137"/>
                    <a:pt x="99" y="137"/>
                  </a:cubicBezTo>
                  <a:cubicBezTo>
                    <a:pt x="99" y="0"/>
                    <a:pt x="99" y="0"/>
                    <a:pt x="99" y="0"/>
                  </a:cubicBezTo>
                  <a:cubicBezTo>
                    <a:pt x="6" y="0"/>
                    <a:pt x="6" y="0"/>
                    <a:pt x="6" y="0"/>
                  </a:cubicBezTo>
                  <a:cubicBezTo>
                    <a:pt x="3" y="0"/>
                    <a:pt x="0" y="3"/>
                    <a:pt x="0" y="6"/>
                  </a:cubicBezTo>
                  <a:cubicBezTo>
                    <a:pt x="0" y="191"/>
                    <a:pt x="0" y="191"/>
                    <a:pt x="0" y="191"/>
                  </a:cubicBezTo>
                  <a:cubicBezTo>
                    <a:pt x="0" y="195"/>
                    <a:pt x="3" y="198"/>
                    <a:pt x="6" y="198"/>
                  </a:cubicBezTo>
                  <a:cubicBezTo>
                    <a:pt x="66" y="198"/>
                    <a:pt x="66" y="198"/>
                    <a:pt x="66" y="198"/>
                  </a:cubicBezTo>
                  <a:cubicBezTo>
                    <a:pt x="66" y="221"/>
                    <a:pt x="66" y="221"/>
                    <a:pt x="66" y="221"/>
                  </a:cubicBezTo>
                  <a:cubicBezTo>
                    <a:pt x="66" y="225"/>
                    <a:pt x="68" y="228"/>
                    <a:pt x="72" y="228"/>
                  </a:cubicBezTo>
                  <a:cubicBezTo>
                    <a:pt x="230" y="228"/>
                    <a:pt x="230" y="228"/>
                    <a:pt x="230" y="228"/>
                  </a:cubicBezTo>
                  <a:lnTo>
                    <a:pt x="230" y="137"/>
                  </a:lnTo>
                  <a:close/>
                </a:path>
              </a:pathLst>
            </a:custGeom>
            <a:solidFill>
              <a:srgbClr val="29AB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236"/>
            <p:cNvSpPr>
              <a:spLocks/>
            </p:cNvSpPr>
            <p:nvPr/>
          </p:nvSpPr>
          <p:spPr bwMode="auto">
            <a:xfrm>
              <a:off x="1033462" y="4692651"/>
              <a:ext cx="295275" cy="68262"/>
            </a:xfrm>
            <a:custGeom>
              <a:avLst/>
              <a:gdLst>
                <a:gd name="T0" fmla="*/ 3 w 142"/>
                <a:gd name="T1" fmla="*/ 33 h 33"/>
                <a:gd name="T2" fmla="*/ 6 w 142"/>
                <a:gd name="T3" fmla="*/ 10 h 33"/>
                <a:gd name="T4" fmla="*/ 8 w 142"/>
                <a:gd name="T5" fmla="*/ 10 h 33"/>
                <a:gd name="T6" fmla="*/ 10 w 142"/>
                <a:gd name="T7" fmla="*/ 33 h 33"/>
                <a:gd name="T8" fmla="*/ 14 w 142"/>
                <a:gd name="T9" fmla="*/ 9 h 33"/>
                <a:gd name="T10" fmla="*/ 17 w 142"/>
                <a:gd name="T11" fmla="*/ 33 h 33"/>
                <a:gd name="T12" fmla="*/ 20 w 142"/>
                <a:gd name="T13" fmla="*/ 10 h 33"/>
                <a:gd name="T14" fmla="*/ 22 w 142"/>
                <a:gd name="T15" fmla="*/ 10 h 33"/>
                <a:gd name="T16" fmla="*/ 25 w 142"/>
                <a:gd name="T17" fmla="*/ 33 h 33"/>
                <a:gd name="T18" fmla="*/ 28 w 142"/>
                <a:gd name="T19" fmla="*/ 9 h 33"/>
                <a:gd name="T20" fmla="*/ 32 w 142"/>
                <a:gd name="T21" fmla="*/ 33 h 33"/>
                <a:gd name="T22" fmla="*/ 34 w 142"/>
                <a:gd name="T23" fmla="*/ 10 h 33"/>
                <a:gd name="T24" fmla="*/ 36 w 142"/>
                <a:gd name="T25" fmla="*/ 10 h 33"/>
                <a:gd name="T26" fmla="*/ 39 w 142"/>
                <a:gd name="T27" fmla="*/ 33 h 33"/>
                <a:gd name="T28" fmla="*/ 42 w 142"/>
                <a:gd name="T29" fmla="*/ 9 h 33"/>
                <a:gd name="T30" fmla="*/ 46 w 142"/>
                <a:gd name="T31" fmla="*/ 33 h 33"/>
                <a:gd name="T32" fmla="*/ 49 w 142"/>
                <a:gd name="T33" fmla="*/ 10 h 33"/>
                <a:gd name="T34" fmla="*/ 51 w 142"/>
                <a:gd name="T35" fmla="*/ 10 h 33"/>
                <a:gd name="T36" fmla="*/ 53 w 142"/>
                <a:gd name="T37" fmla="*/ 33 h 33"/>
                <a:gd name="T38" fmla="*/ 57 w 142"/>
                <a:gd name="T39" fmla="*/ 9 h 33"/>
                <a:gd name="T40" fmla="*/ 60 w 142"/>
                <a:gd name="T41" fmla="*/ 33 h 33"/>
                <a:gd name="T42" fmla="*/ 63 w 142"/>
                <a:gd name="T43" fmla="*/ 10 h 33"/>
                <a:gd name="T44" fmla="*/ 65 w 142"/>
                <a:gd name="T45" fmla="*/ 10 h 33"/>
                <a:gd name="T46" fmla="*/ 68 w 142"/>
                <a:gd name="T47" fmla="*/ 33 h 33"/>
                <a:gd name="T48" fmla="*/ 71 w 142"/>
                <a:gd name="T49" fmla="*/ 9 h 33"/>
                <a:gd name="T50" fmla="*/ 75 w 142"/>
                <a:gd name="T51" fmla="*/ 33 h 33"/>
                <a:gd name="T52" fmla="*/ 77 w 142"/>
                <a:gd name="T53" fmla="*/ 10 h 33"/>
                <a:gd name="T54" fmla="*/ 79 w 142"/>
                <a:gd name="T55" fmla="*/ 10 h 33"/>
                <a:gd name="T56" fmla="*/ 82 w 142"/>
                <a:gd name="T57" fmla="*/ 33 h 33"/>
                <a:gd name="T58" fmla="*/ 85 w 142"/>
                <a:gd name="T59" fmla="*/ 9 h 33"/>
                <a:gd name="T60" fmla="*/ 89 w 142"/>
                <a:gd name="T61" fmla="*/ 33 h 33"/>
                <a:gd name="T62" fmla="*/ 92 w 142"/>
                <a:gd name="T63" fmla="*/ 10 h 33"/>
                <a:gd name="T64" fmla="*/ 94 w 142"/>
                <a:gd name="T65" fmla="*/ 10 h 33"/>
                <a:gd name="T66" fmla="*/ 96 w 142"/>
                <a:gd name="T67" fmla="*/ 33 h 33"/>
                <a:gd name="T68" fmla="*/ 100 w 142"/>
                <a:gd name="T69" fmla="*/ 9 h 33"/>
                <a:gd name="T70" fmla="*/ 103 w 142"/>
                <a:gd name="T71" fmla="*/ 33 h 33"/>
                <a:gd name="T72" fmla="*/ 106 w 142"/>
                <a:gd name="T73" fmla="*/ 10 h 33"/>
                <a:gd name="T74" fmla="*/ 108 w 142"/>
                <a:gd name="T75" fmla="*/ 10 h 33"/>
                <a:gd name="T76" fmla="*/ 111 w 142"/>
                <a:gd name="T77" fmla="*/ 33 h 33"/>
                <a:gd name="T78" fmla="*/ 114 w 142"/>
                <a:gd name="T79" fmla="*/ 9 h 33"/>
                <a:gd name="T80" fmla="*/ 117 w 142"/>
                <a:gd name="T81" fmla="*/ 33 h 33"/>
                <a:gd name="T82" fmla="*/ 120 w 142"/>
                <a:gd name="T83" fmla="*/ 10 h 33"/>
                <a:gd name="T84" fmla="*/ 122 w 142"/>
                <a:gd name="T85" fmla="*/ 10 h 33"/>
                <a:gd name="T86" fmla="*/ 125 w 142"/>
                <a:gd name="T87" fmla="*/ 33 h 33"/>
                <a:gd name="T88" fmla="*/ 128 w 142"/>
                <a:gd name="T89" fmla="*/ 9 h 33"/>
                <a:gd name="T90" fmla="*/ 132 w 142"/>
                <a:gd name="T91" fmla="*/ 33 h 33"/>
                <a:gd name="T92" fmla="*/ 135 w 142"/>
                <a:gd name="T93" fmla="*/ 10 h 33"/>
                <a:gd name="T94" fmla="*/ 137 w 142"/>
                <a:gd name="T95" fmla="*/ 10 h 33"/>
                <a:gd name="T96" fmla="*/ 139 w 142"/>
                <a:gd name="T97" fmla="*/ 33 h 33"/>
                <a:gd name="T98" fmla="*/ 0 w 142"/>
                <a:gd name="T99"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2" h="33">
                  <a:moveTo>
                    <a:pt x="0" y="0"/>
                  </a:moveTo>
                  <a:cubicBezTo>
                    <a:pt x="0" y="33"/>
                    <a:pt x="0" y="33"/>
                    <a:pt x="0" y="33"/>
                  </a:cubicBezTo>
                  <a:cubicBezTo>
                    <a:pt x="3" y="33"/>
                    <a:pt x="3" y="33"/>
                    <a:pt x="3" y="33"/>
                  </a:cubicBezTo>
                  <a:cubicBezTo>
                    <a:pt x="3" y="10"/>
                    <a:pt x="3" y="10"/>
                    <a:pt x="3" y="10"/>
                  </a:cubicBezTo>
                  <a:cubicBezTo>
                    <a:pt x="3" y="9"/>
                    <a:pt x="4" y="9"/>
                    <a:pt x="4" y="9"/>
                  </a:cubicBezTo>
                  <a:cubicBezTo>
                    <a:pt x="5" y="9"/>
                    <a:pt x="6" y="9"/>
                    <a:pt x="6" y="10"/>
                  </a:cubicBezTo>
                  <a:cubicBezTo>
                    <a:pt x="6" y="33"/>
                    <a:pt x="6" y="33"/>
                    <a:pt x="6" y="33"/>
                  </a:cubicBezTo>
                  <a:cubicBezTo>
                    <a:pt x="8" y="33"/>
                    <a:pt x="8" y="33"/>
                    <a:pt x="8" y="33"/>
                  </a:cubicBezTo>
                  <a:cubicBezTo>
                    <a:pt x="8" y="10"/>
                    <a:pt x="8" y="10"/>
                    <a:pt x="8" y="10"/>
                  </a:cubicBezTo>
                  <a:cubicBezTo>
                    <a:pt x="8" y="9"/>
                    <a:pt x="8" y="9"/>
                    <a:pt x="9" y="9"/>
                  </a:cubicBezTo>
                  <a:cubicBezTo>
                    <a:pt x="10" y="9"/>
                    <a:pt x="10" y="9"/>
                    <a:pt x="10" y="10"/>
                  </a:cubicBezTo>
                  <a:cubicBezTo>
                    <a:pt x="10" y="33"/>
                    <a:pt x="10" y="33"/>
                    <a:pt x="10" y="33"/>
                  </a:cubicBezTo>
                  <a:cubicBezTo>
                    <a:pt x="12" y="33"/>
                    <a:pt x="12" y="33"/>
                    <a:pt x="12" y="33"/>
                  </a:cubicBezTo>
                  <a:cubicBezTo>
                    <a:pt x="12" y="10"/>
                    <a:pt x="12" y="10"/>
                    <a:pt x="12" y="10"/>
                  </a:cubicBezTo>
                  <a:cubicBezTo>
                    <a:pt x="12" y="9"/>
                    <a:pt x="13" y="9"/>
                    <a:pt x="14" y="9"/>
                  </a:cubicBezTo>
                  <a:cubicBezTo>
                    <a:pt x="15" y="9"/>
                    <a:pt x="15" y="9"/>
                    <a:pt x="15" y="10"/>
                  </a:cubicBezTo>
                  <a:cubicBezTo>
                    <a:pt x="15" y="33"/>
                    <a:pt x="15" y="33"/>
                    <a:pt x="15" y="33"/>
                  </a:cubicBezTo>
                  <a:cubicBezTo>
                    <a:pt x="17" y="33"/>
                    <a:pt x="17" y="33"/>
                    <a:pt x="17" y="33"/>
                  </a:cubicBezTo>
                  <a:cubicBezTo>
                    <a:pt x="17" y="10"/>
                    <a:pt x="17" y="10"/>
                    <a:pt x="17" y="10"/>
                  </a:cubicBezTo>
                  <a:cubicBezTo>
                    <a:pt x="17" y="9"/>
                    <a:pt x="18" y="9"/>
                    <a:pt x="19" y="9"/>
                  </a:cubicBezTo>
                  <a:cubicBezTo>
                    <a:pt x="19" y="9"/>
                    <a:pt x="20" y="9"/>
                    <a:pt x="20" y="10"/>
                  </a:cubicBezTo>
                  <a:cubicBezTo>
                    <a:pt x="20" y="33"/>
                    <a:pt x="20" y="33"/>
                    <a:pt x="20" y="33"/>
                  </a:cubicBezTo>
                  <a:cubicBezTo>
                    <a:pt x="22" y="33"/>
                    <a:pt x="22" y="33"/>
                    <a:pt x="22" y="33"/>
                  </a:cubicBezTo>
                  <a:cubicBezTo>
                    <a:pt x="22" y="10"/>
                    <a:pt x="22" y="10"/>
                    <a:pt x="22" y="10"/>
                  </a:cubicBezTo>
                  <a:cubicBezTo>
                    <a:pt x="22" y="9"/>
                    <a:pt x="23" y="9"/>
                    <a:pt x="23" y="9"/>
                  </a:cubicBezTo>
                  <a:cubicBezTo>
                    <a:pt x="24" y="9"/>
                    <a:pt x="25" y="9"/>
                    <a:pt x="25" y="10"/>
                  </a:cubicBezTo>
                  <a:cubicBezTo>
                    <a:pt x="25" y="33"/>
                    <a:pt x="25" y="33"/>
                    <a:pt x="25" y="33"/>
                  </a:cubicBezTo>
                  <a:cubicBezTo>
                    <a:pt x="27" y="33"/>
                    <a:pt x="27" y="33"/>
                    <a:pt x="27" y="33"/>
                  </a:cubicBezTo>
                  <a:cubicBezTo>
                    <a:pt x="27" y="10"/>
                    <a:pt x="27" y="10"/>
                    <a:pt x="27" y="10"/>
                  </a:cubicBezTo>
                  <a:cubicBezTo>
                    <a:pt x="27" y="9"/>
                    <a:pt x="27" y="9"/>
                    <a:pt x="28" y="9"/>
                  </a:cubicBezTo>
                  <a:cubicBezTo>
                    <a:pt x="29" y="9"/>
                    <a:pt x="30" y="9"/>
                    <a:pt x="30" y="10"/>
                  </a:cubicBezTo>
                  <a:cubicBezTo>
                    <a:pt x="30" y="33"/>
                    <a:pt x="30" y="33"/>
                    <a:pt x="30" y="33"/>
                  </a:cubicBezTo>
                  <a:cubicBezTo>
                    <a:pt x="32" y="33"/>
                    <a:pt x="32" y="33"/>
                    <a:pt x="32" y="33"/>
                  </a:cubicBezTo>
                  <a:cubicBezTo>
                    <a:pt x="32" y="10"/>
                    <a:pt x="32" y="10"/>
                    <a:pt x="32" y="10"/>
                  </a:cubicBezTo>
                  <a:cubicBezTo>
                    <a:pt x="32" y="9"/>
                    <a:pt x="32" y="9"/>
                    <a:pt x="33" y="9"/>
                  </a:cubicBezTo>
                  <a:cubicBezTo>
                    <a:pt x="34" y="9"/>
                    <a:pt x="34" y="9"/>
                    <a:pt x="34" y="10"/>
                  </a:cubicBezTo>
                  <a:cubicBezTo>
                    <a:pt x="34" y="33"/>
                    <a:pt x="34" y="33"/>
                    <a:pt x="34" y="33"/>
                  </a:cubicBezTo>
                  <a:cubicBezTo>
                    <a:pt x="36" y="33"/>
                    <a:pt x="36" y="33"/>
                    <a:pt x="36" y="33"/>
                  </a:cubicBezTo>
                  <a:cubicBezTo>
                    <a:pt x="36" y="10"/>
                    <a:pt x="36" y="10"/>
                    <a:pt x="36" y="10"/>
                  </a:cubicBezTo>
                  <a:cubicBezTo>
                    <a:pt x="36" y="9"/>
                    <a:pt x="37" y="9"/>
                    <a:pt x="38" y="9"/>
                  </a:cubicBezTo>
                  <a:cubicBezTo>
                    <a:pt x="38" y="9"/>
                    <a:pt x="39" y="9"/>
                    <a:pt x="39" y="10"/>
                  </a:cubicBezTo>
                  <a:cubicBezTo>
                    <a:pt x="39" y="33"/>
                    <a:pt x="39" y="33"/>
                    <a:pt x="39" y="33"/>
                  </a:cubicBezTo>
                  <a:cubicBezTo>
                    <a:pt x="41" y="33"/>
                    <a:pt x="41" y="33"/>
                    <a:pt x="41" y="33"/>
                  </a:cubicBezTo>
                  <a:cubicBezTo>
                    <a:pt x="41" y="10"/>
                    <a:pt x="41" y="10"/>
                    <a:pt x="41" y="10"/>
                  </a:cubicBezTo>
                  <a:cubicBezTo>
                    <a:pt x="41" y="9"/>
                    <a:pt x="42" y="9"/>
                    <a:pt x="42" y="9"/>
                  </a:cubicBezTo>
                  <a:cubicBezTo>
                    <a:pt x="43" y="9"/>
                    <a:pt x="44" y="9"/>
                    <a:pt x="44" y="10"/>
                  </a:cubicBezTo>
                  <a:cubicBezTo>
                    <a:pt x="44" y="33"/>
                    <a:pt x="44" y="33"/>
                    <a:pt x="44" y="33"/>
                  </a:cubicBezTo>
                  <a:cubicBezTo>
                    <a:pt x="46" y="33"/>
                    <a:pt x="46" y="33"/>
                    <a:pt x="46" y="33"/>
                  </a:cubicBezTo>
                  <a:cubicBezTo>
                    <a:pt x="46" y="10"/>
                    <a:pt x="46" y="10"/>
                    <a:pt x="46" y="10"/>
                  </a:cubicBezTo>
                  <a:cubicBezTo>
                    <a:pt x="46" y="9"/>
                    <a:pt x="46" y="9"/>
                    <a:pt x="47" y="9"/>
                  </a:cubicBezTo>
                  <a:cubicBezTo>
                    <a:pt x="48" y="9"/>
                    <a:pt x="49" y="9"/>
                    <a:pt x="49" y="10"/>
                  </a:cubicBezTo>
                  <a:cubicBezTo>
                    <a:pt x="49" y="33"/>
                    <a:pt x="49" y="33"/>
                    <a:pt x="49" y="33"/>
                  </a:cubicBezTo>
                  <a:cubicBezTo>
                    <a:pt x="51" y="33"/>
                    <a:pt x="51" y="33"/>
                    <a:pt x="51" y="33"/>
                  </a:cubicBezTo>
                  <a:cubicBezTo>
                    <a:pt x="51" y="10"/>
                    <a:pt x="51" y="10"/>
                    <a:pt x="51" y="10"/>
                  </a:cubicBezTo>
                  <a:cubicBezTo>
                    <a:pt x="51" y="9"/>
                    <a:pt x="51" y="9"/>
                    <a:pt x="52" y="9"/>
                  </a:cubicBezTo>
                  <a:cubicBezTo>
                    <a:pt x="53" y="9"/>
                    <a:pt x="53" y="9"/>
                    <a:pt x="53" y="10"/>
                  </a:cubicBezTo>
                  <a:cubicBezTo>
                    <a:pt x="53" y="33"/>
                    <a:pt x="53" y="33"/>
                    <a:pt x="53" y="33"/>
                  </a:cubicBezTo>
                  <a:cubicBezTo>
                    <a:pt x="55" y="33"/>
                    <a:pt x="55" y="33"/>
                    <a:pt x="55" y="33"/>
                  </a:cubicBezTo>
                  <a:cubicBezTo>
                    <a:pt x="55" y="10"/>
                    <a:pt x="55" y="10"/>
                    <a:pt x="55" y="10"/>
                  </a:cubicBezTo>
                  <a:cubicBezTo>
                    <a:pt x="55" y="9"/>
                    <a:pt x="56" y="9"/>
                    <a:pt x="57" y="9"/>
                  </a:cubicBezTo>
                  <a:cubicBezTo>
                    <a:pt x="58" y="9"/>
                    <a:pt x="58" y="9"/>
                    <a:pt x="58" y="10"/>
                  </a:cubicBezTo>
                  <a:cubicBezTo>
                    <a:pt x="58" y="33"/>
                    <a:pt x="58" y="33"/>
                    <a:pt x="58" y="33"/>
                  </a:cubicBezTo>
                  <a:cubicBezTo>
                    <a:pt x="60" y="33"/>
                    <a:pt x="60" y="33"/>
                    <a:pt x="60" y="33"/>
                  </a:cubicBezTo>
                  <a:cubicBezTo>
                    <a:pt x="60" y="10"/>
                    <a:pt x="60" y="10"/>
                    <a:pt x="60" y="10"/>
                  </a:cubicBezTo>
                  <a:cubicBezTo>
                    <a:pt x="60" y="9"/>
                    <a:pt x="61" y="9"/>
                    <a:pt x="62" y="9"/>
                  </a:cubicBezTo>
                  <a:cubicBezTo>
                    <a:pt x="62" y="9"/>
                    <a:pt x="63" y="9"/>
                    <a:pt x="63" y="10"/>
                  </a:cubicBezTo>
                  <a:cubicBezTo>
                    <a:pt x="63" y="33"/>
                    <a:pt x="63" y="33"/>
                    <a:pt x="63" y="33"/>
                  </a:cubicBezTo>
                  <a:cubicBezTo>
                    <a:pt x="65" y="33"/>
                    <a:pt x="65" y="33"/>
                    <a:pt x="65" y="33"/>
                  </a:cubicBezTo>
                  <a:cubicBezTo>
                    <a:pt x="65" y="10"/>
                    <a:pt x="65" y="10"/>
                    <a:pt x="65" y="10"/>
                  </a:cubicBezTo>
                  <a:cubicBezTo>
                    <a:pt x="65" y="9"/>
                    <a:pt x="66" y="9"/>
                    <a:pt x="66" y="9"/>
                  </a:cubicBezTo>
                  <a:cubicBezTo>
                    <a:pt x="67" y="9"/>
                    <a:pt x="68" y="9"/>
                    <a:pt x="68" y="10"/>
                  </a:cubicBezTo>
                  <a:cubicBezTo>
                    <a:pt x="68" y="33"/>
                    <a:pt x="68" y="33"/>
                    <a:pt x="68" y="33"/>
                  </a:cubicBezTo>
                  <a:cubicBezTo>
                    <a:pt x="70" y="33"/>
                    <a:pt x="70" y="33"/>
                    <a:pt x="70" y="33"/>
                  </a:cubicBezTo>
                  <a:cubicBezTo>
                    <a:pt x="70" y="10"/>
                    <a:pt x="70" y="10"/>
                    <a:pt x="70" y="10"/>
                  </a:cubicBezTo>
                  <a:cubicBezTo>
                    <a:pt x="70" y="9"/>
                    <a:pt x="70" y="9"/>
                    <a:pt x="71" y="9"/>
                  </a:cubicBezTo>
                  <a:cubicBezTo>
                    <a:pt x="72" y="9"/>
                    <a:pt x="73" y="9"/>
                    <a:pt x="73" y="10"/>
                  </a:cubicBezTo>
                  <a:cubicBezTo>
                    <a:pt x="73" y="33"/>
                    <a:pt x="73" y="33"/>
                    <a:pt x="73" y="33"/>
                  </a:cubicBezTo>
                  <a:cubicBezTo>
                    <a:pt x="75" y="33"/>
                    <a:pt x="75" y="33"/>
                    <a:pt x="75" y="33"/>
                  </a:cubicBezTo>
                  <a:cubicBezTo>
                    <a:pt x="75" y="10"/>
                    <a:pt x="75" y="10"/>
                    <a:pt x="75" y="10"/>
                  </a:cubicBezTo>
                  <a:cubicBezTo>
                    <a:pt x="75" y="9"/>
                    <a:pt x="75" y="9"/>
                    <a:pt x="76" y="9"/>
                  </a:cubicBezTo>
                  <a:cubicBezTo>
                    <a:pt x="77" y="9"/>
                    <a:pt x="77" y="9"/>
                    <a:pt x="77" y="10"/>
                  </a:cubicBezTo>
                  <a:cubicBezTo>
                    <a:pt x="77" y="33"/>
                    <a:pt x="77" y="33"/>
                    <a:pt x="77" y="33"/>
                  </a:cubicBezTo>
                  <a:cubicBezTo>
                    <a:pt x="79" y="33"/>
                    <a:pt x="79" y="33"/>
                    <a:pt x="79" y="33"/>
                  </a:cubicBezTo>
                  <a:cubicBezTo>
                    <a:pt x="79" y="10"/>
                    <a:pt x="79" y="10"/>
                    <a:pt x="79" y="10"/>
                  </a:cubicBezTo>
                  <a:cubicBezTo>
                    <a:pt x="79" y="9"/>
                    <a:pt x="80" y="9"/>
                    <a:pt x="81" y="9"/>
                  </a:cubicBezTo>
                  <a:cubicBezTo>
                    <a:pt x="81" y="9"/>
                    <a:pt x="82" y="9"/>
                    <a:pt x="82" y="10"/>
                  </a:cubicBezTo>
                  <a:cubicBezTo>
                    <a:pt x="82" y="33"/>
                    <a:pt x="82" y="33"/>
                    <a:pt x="82" y="33"/>
                  </a:cubicBezTo>
                  <a:cubicBezTo>
                    <a:pt x="84" y="33"/>
                    <a:pt x="84" y="33"/>
                    <a:pt x="84" y="33"/>
                  </a:cubicBezTo>
                  <a:cubicBezTo>
                    <a:pt x="84" y="10"/>
                    <a:pt x="84" y="10"/>
                    <a:pt x="84" y="10"/>
                  </a:cubicBezTo>
                  <a:cubicBezTo>
                    <a:pt x="84" y="9"/>
                    <a:pt x="85" y="9"/>
                    <a:pt x="85" y="9"/>
                  </a:cubicBezTo>
                  <a:cubicBezTo>
                    <a:pt x="86" y="9"/>
                    <a:pt x="87" y="9"/>
                    <a:pt x="87" y="10"/>
                  </a:cubicBezTo>
                  <a:cubicBezTo>
                    <a:pt x="87" y="33"/>
                    <a:pt x="87" y="33"/>
                    <a:pt x="87" y="33"/>
                  </a:cubicBezTo>
                  <a:cubicBezTo>
                    <a:pt x="89" y="33"/>
                    <a:pt x="89" y="33"/>
                    <a:pt x="89" y="33"/>
                  </a:cubicBezTo>
                  <a:cubicBezTo>
                    <a:pt x="89" y="10"/>
                    <a:pt x="89" y="10"/>
                    <a:pt x="89" y="10"/>
                  </a:cubicBezTo>
                  <a:cubicBezTo>
                    <a:pt x="89" y="9"/>
                    <a:pt x="89" y="9"/>
                    <a:pt x="90" y="9"/>
                  </a:cubicBezTo>
                  <a:cubicBezTo>
                    <a:pt x="91" y="9"/>
                    <a:pt x="92" y="9"/>
                    <a:pt x="92" y="10"/>
                  </a:cubicBezTo>
                  <a:cubicBezTo>
                    <a:pt x="92" y="33"/>
                    <a:pt x="92" y="33"/>
                    <a:pt x="92" y="33"/>
                  </a:cubicBezTo>
                  <a:cubicBezTo>
                    <a:pt x="94" y="33"/>
                    <a:pt x="94" y="33"/>
                    <a:pt x="94" y="33"/>
                  </a:cubicBezTo>
                  <a:cubicBezTo>
                    <a:pt x="94" y="10"/>
                    <a:pt x="94" y="10"/>
                    <a:pt x="94" y="10"/>
                  </a:cubicBezTo>
                  <a:cubicBezTo>
                    <a:pt x="94" y="9"/>
                    <a:pt x="94" y="9"/>
                    <a:pt x="95" y="9"/>
                  </a:cubicBezTo>
                  <a:cubicBezTo>
                    <a:pt x="96" y="9"/>
                    <a:pt x="96" y="9"/>
                    <a:pt x="96" y="10"/>
                  </a:cubicBezTo>
                  <a:cubicBezTo>
                    <a:pt x="96" y="33"/>
                    <a:pt x="96" y="33"/>
                    <a:pt x="96" y="33"/>
                  </a:cubicBezTo>
                  <a:cubicBezTo>
                    <a:pt x="98" y="33"/>
                    <a:pt x="98" y="33"/>
                    <a:pt x="98" y="33"/>
                  </a:cubicBezTo>
                  <a:cubicBezTo>
                    <a:pt x="98" y="10"/>
                    <a:pt x="98" y="10"/>
                    <a:pt x="98" y="10"/>
                  </a:cubicBezTo>
                  <a:cubicBezTo>
                    <a:pt x="98" y="9"/>
                    <a:pt x="99" y="9"/>
                    <a:pt x="100" y="9"/>
                  </a:cubicBezTo>
                  <a:cubicBezTo>
                    <a:pt x="101" y="9"/>
                    <a:pt x="101" y="9"/>
                    <a:pt x="101" y="10"/>
                  </a:cubicBezTo>
                  <a:cubicBezTo>
                    <a:pt x="101" y="33"/>
                    <a:pt x="101" y="33"/>
                    <a:pt x="101" y="33"/>
                  </a:cubicBezTo>
                  <a:cubicBezTo>
                    <a:pt x="103" y="33"/>
                    <a:pt x="103" y="33"/>
                    <a:pt x="103" y="33"/>
                  </a:cubicBezTo>
                  <a:cubicBezTo>
                    <a:pt x="103" y="10"/>
                    <a:pt x="103" y="10"/>
                    <a:pt x="103" y="10"/>
                  </a:cubicBezTo>
                  <a:cubicBezTo>
                    <a:pt x="103" y="9"/>
                    <a:pt x="104" y="9"/>
                    <a:pt x="105" y="9"/>
                  </a:cubicBezTo>
                  <a:cubicBezTo>
                    <a:pt x="105" y="9"/>
                    <a:pt x="106" y="9"/>
                    <a:pt x="106" y="10"/>
                  </a:cubicBezTo>
                  <a:cubicBezTo>
                    <a:pt x="106" y="33"/>
                    <a:pt x="106" y="33"/>
                    <a:pt x="106" y="33"/>
                  </a:cubicBezTo>
                  <a:cubicBezTo>
                    <a:pt x="108" y="33"/>
                    <a:pt x="108" y="33"/>
                    <a:pt x="108" y="33"/>
                  </a:cubicBezTo>
                  <a:cubicBezTo>
                    <a:pt x="108" y="10"/>
                    <a:pt x="108" y="10"/>
                    <a:pt x="108" y="10"/>
                  </a:cubicBezTo>
                  <a:cubicBezTo>
                    <a:pt x="108" y="9"/>
                    <a:pt x="109" y="9"/>
                    <a:pt x="109" y="9"/>
                  </a:cubicBezTo>
                  <a:cubicBezTo>
                    <a:pt x="110" y="9"/>
                    <a:pt x="111" y="9"/>
                    <a:pt x="111" y="10"/>
                  </a:cubicBezTo>
                  <a:cubicBezTo>
                    <a:pt x="111" y="33"/>
                    <a:pt x="111" y="33"/>
                    <a:pt x="111" y="33"/>
                  </a:cubicBezTo>
                  <a:cubicBezTo>
                    <a:pt x="113" y="33"/>
                    <a:pt x="113" y="33"/>
                    <a:pt x="113" y="33"/>
                  </a:cubicBezTo>
                  <a:cubicBezTo>
                    <a:pt x="113" y="10"/>
                    <a:pt x="113" y="10"/>
                    <a:pt x="113" y="10"/>
                  </a:cubicBezTo>
                  <a:cubicBezTo>
                    <a:pt x="113" y="9"/>
                    <a:pt x="113" y="9"/>
                    <a:pt x="114" y="9"/>
                  </a:cubicBezTo>
                  <a:cubicBezTo>
                    <a:pt x="115" y="9"/>
                    <a:pt x="115" y="9"/>
                    <a:pt x="115" y="10"/>
                  </a:cubicBezTo>
                  <a:cubicBezTo>
                    <a:pt x="115" y="33"/>
                    <a:pt x="115" y="33"/>
                    <a:pt x="115" y="33"/>
                  </a:cubicBezTo>
                  <a:cubicBezTo>
                    <a:pt x="117" y="33"/>
                    <a:pt x="117" y="33"/>
                    <a:pt x="117" y="33"/>
                  </a:cubicBezTo>
                  <a:cubicBezTo>
                    <a:pt x="117" y="10"/>
                    <a:pt x="117" y="10"/>
                    <a:pt x="117" y="10"/>
                  </a:cubicBezTo>
                  <a:cubicBezTo>
                    <a:pt x="117" y="9"/>
                    <a:pt x="118" y="9"/>
                    <a:pt x="119" y="9"/>
                  </a:cubicBezTo>
                  <a:cubicBezTo>
                    <a:pt x="120" y="9"/>
                    <a:pt x="120" y="9"/>
                    <a:pt x="120" y="10"/>
                  </a:cubicBezTo>
                  <a:cubicBezTo>
                    <a:pt x="120" y="33"/>
                    <a:pt x="120" y="33"/>
                    <a:pt x="120" y="33"/>
                  </a:cubicBezTo>
                  <a:cubicBezTo>
                    <a:pt x="122" y="33"/>
                    <a:pt x="122" y="33"/>
                    <a:pt x="122" y="33"/>
                  </a:cubicBezTo>
                  <a:cubicBezTo>
                    <a:pt x="122" y="10"/>
                    <a:pt x="122" y="10"/>
                    <a:pt x="122" y="10"/>
                  </a:cubicBezTo>
                  <a:cubicBezTo>
                    <a:pt x="122" y="9"/>
                    <a:pt x="123" y="9"/>
                    <a:pt x="124" y="9"/>
                  </a:cubicBezTo>
                  <a:cubicBezTo>
                    <a:pt x="124" y="9"/>
                    <a:pt x="125" y="9"/>
                    <a:pt x="125" y="10"/>
                  </a:cubicBezTo>
                  <a:cubicBezTo>
                    <a:pt x="125" y="33"/>
                    <a:pt x="125" y="33"/>
                    <a:pt x="125" y="33"/>
                  </a:cubicBezTo>
                  <a:cubicBezTo>
                    <a:pt x="127" y="33"/>
                    <a:pt x="127" y="33"/>
                    <a:pt x="127" y="33"/>
                  </a:cubicBezTo>
                  <a:cubicBezTo>
                    <a:pt x="127" y="10"/>
                    <a:pt x="127" y="10"/>
                    <a:pt x="127" y="10"/>
                  </a:cubicBezTo>
                  <a:cubicBezTo>
                    <a:pt x="127" y="9"/>
                    <a:pt x="128" y="9"/>
                    <a:pt x="128" y="9"/>
                  </a:cubicBezTo>
                  <a:cubicBezTo>
                    <a:pt x="129" y="9"/>
                    <a:pt x="130" y="9"/>
                    <a:pt x="130" y="10"/>
                  </a:cubicBezTo>
                  <a:cubicBezTo>
                    <a:pt x="130" y="33"/>
                    <a:pt x="130" y="33"/>
                    <a:pt x="130" y="33"/>
                  </a:cubicBezTo>
                  <a:cubicBezTo>
                    <a:pt x="132" y="33"/>
                    <a:pt x="132" y="33"/>
                    <a:pt x="132" y="33"/>
                  </a:cubicBezTo>
                  <a:cubicBezTo>
                    <a:pt x="132" y="10"/>
                    <a:pt x="132" y="10"/>
                    <a:pt x="132" y="10"/>
                  </a:cubicBezTo>
                  <a:cubicBezTo>
                    <a:pt x="132" y="9"/>
                    <a:pt x="132" y="9"/>
                    <a:pt x="133" y="9"/>
                  </a:cubicBezTo>
                  <a:cubicBezTo>
                    <a:pt x="134" y="9"/>
                    <a:pt x="135" y="9"/>
                    <a:pt x="135" y="10"/>
                  </a:cubicBezTo>
                  <a:cubicBezTo>
                    <a:pt x="135" y="33"/>
                    <a:pt x="135" y="33"/>
                    <a:pt x="135" y="33"/>
                  </a:cubicBezTo>
                  <a:cubicBezTo>
                    <a:pt x="137" y="33"/>
                    <a:pt x="137" y="33"/>
                    <a:pt x="137" y="33"/>
                  </a:cubicBezTo>
                  <a:cubicBezTo>
                    <a:pt x="137" y="10"/>
                    <a:pt x="137" y="10"/>
                    <a:pt x="137" y="10"/>
                  </a:cubicBezTo>
                  <a:cubicBezTo>
                    <a:pt x="137" y="9"/>
                    <a:pt x="137" y="9"/>
                    <a:pt x="138" y="9"/>
                  </a:cubicBezTo>
                  <a:cubicBezTo>
                    <a:pt x="139" y="9"/>
                    <a:pt x="139" y="9"/>
                    <a:pt x="139" y="10"/>
                  </a:cubicBezTo>
                  <a:cubicBezTo>
                    <a:pt x="139" y="33"/>
                    <a:pt x="139" y="33"/>
                    <a:pt x="139" y="33"/>
                  </a:cubicBezTo>
                  <a:cubicBezTo>
                    <a:pt x="142" y="33"/>
                    <a:pt x="142" y="33"/>
                    <a:pt x="142" y="33"/>
                  </a:cubicBezTo>
                  <a:cubicBezTo>
                    <a:pt x="142" y="0"/>
                    <a:pt x="142" y="0"/>
                    <a:pt x="142" y="0"/>
                  </a:cubicBez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Oval 237"/>
            <p:cNvSpPr>
              <a:spLocks noChangeArrowheads="1"/>
            </p:cNvSpPr>
            <p:nvPr/>
          </p:nvSpPr>
          <p:spPr bwMode="auto">
            <a:xfrm>
              <a:off x="846137" y="4645026"/>
              <a:ext cx="122238" cy="120650"/>
            </a:xfrm>
            <a:prstGeom prst="ellipse">
              <a:avLst/>
            </a:pr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Freeform 238"/>
            <p:cNvSpPr>
              <a:spLocks/>
            </p:cNvSpPr>
            <p:nvPr/>
          </p:nvSpPr>
          <p:spPr bwMode="auto">
            <a:xfrm>
              <a:off x="823912" y="4573588"/>
              <a:ext cx="200025" cy="131762"/>
            </a:xfrm>
            <a:custGeom>
              <a:avLst/>
              <a:gdLst>
                <a:gd name="T0" fmla="*/ 77 w 96"/>
                <a:gd name="T1" fmla="*/ 63 h 63"/>
                <a:gd name="T2" fmla="*/ 96 w 96"/>
                <a:gd name="T3" fmla="*/ 63 h 63"/>
                <a:gd name="T4" fmla="*/ 76 w 96"/>
                <a:gd name="T5" fmla="*/ 20 h 63"/>
                <a:gd name="T6" fmla="*/ 0 w 96"/>
                <a:gd name="T7" fmla="*/ 26 h 63"/>
                <a:gd name="T8" fmla="*/ 14 w 96"/>
                <a:gd name="T9" fmla="*/ 38 h 63"/>
                <a:gd name="T10" fmla="*/ 65 w 96"/>
                <a:gd name="T11" fmla="*/ 34 h 63"/>
                <a:gd name="T12" fmla="*/ 77 w 96"/>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6" h="63">
                  <a:moveTo>
                    <a:pt x="77" y="63"/>
                  </a:moveTo>
                  <a:cubicBezTo>
                    <a:pt x="96" y="63"/>
                    <a:pt x="96" y="63"/>
                    <a:pt x="96" y="63"/>
                  </a:cubicBezTo>
                  <a:cubicBezTo>
                    <a:pt x="96" y="47"/>
                    <a:pt x="90" y="31"/>
                    <a:pt x="76" y="20"/>
                  </a:cubicBezTo>
                  <a:cubicBezTo>
                    <a:pt x="53" y="0"/>
                    <a:pt x="19" y="3"/>
                    <a:pt x="0" y="26"/>
                  </a:cubicBezTo>
                  <a:cubicBezTo>
                    <a:pt x="14" y="38"/>
                    <a:pt x="14" y="38"/>
                    <a:pt x="14" y="38"/>
                  </a:cubicBezTo>
                  <a:cubicBezTo>
                    <a:pt x="26" y="23"/>
                    <a:pt x="49" y="21"/>
                    <a:pt x="65" y="34"/>
                  </a:cubicBezTo>
                  <a:cubicBezTo>
                    <a:pt x="74" y="41"/>
                    <a:pt x="78" y="52"/>
                    <a:pt x="77" y="63"/>
                  </a:cubicBez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Oval 239"/>
            <p:cNvSpPr>
              <a:spLocks noChangeArrowheads="1"/>
            </p:cNvSpPr>
            <p:nvPr/>
          </p:nvSpPr>
          <p:spPr bwMode="auto">
            <a:xfrm>
              <a:off x="884237" y="4681538"/>
              <a:ext cx="46038" cy="46037"/>
            </a:xfrm>
            <a:prstGeom prst="ellipse">
              <a:avLst/>
            </a:pr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240"/>
            <p:cNvSpPr>
              <a:spLocks/>
            </p:cNvSpPr>
            <p:nvPr/>
          </p:nvSpPr>
          <p:spPr bwMode="auto">
            <a:xfrm>
              <a:off x="760412" y="4135438"/>
              <a:ext cx="161925" cy="47625"/>
            </a:xfrm>
            <a:custGeom>
              <a:avLst/>
              <a:gdLst>
                <a:gd name="T0" fmla="*/ 77 w 77"/>
                <a:gd name="T1" fmla="*/ 11 h 23"/>
                <a:gd name="T2" fmla="*/ 66 w 77"/>
                <a:gd name="T3" fmla="*/ 23 h 23"/>
                <a:gd name="T4" fmla="*/ 11 w 77"/>
                <a:gd name="T5" fmla="*/ 23 h 23"/>
                <a:gd name="T6" fmla="*/ 0 w 77"/>
                <a:gd name="T7" fmla="*/ 11 h 23"/>
                <a:gd name="T8" fmla="*/ 0 w 77"/>
                <a:gd name="T9" fmla="*/ 11 h 23"/>
                <a:gd name="T10" fmla="*/ 11 w 77"/>
                <a:gd name="T11" fmla="*/ 0 h 23"/>
                <a:gd name="T12" fmla="*/ 66 w 77"/>
                <a:gd name="T13" fmla="*/ 0 h 23"/>
                <a:gd name="T14" fmla="*/ 77 w 77"/>
                <a:gd name="T15" fmla="*/ 11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23">
                  <a:moveTo>
                    <a:pt x="77" y="11"/>
                  </a:moveTo>
                  <a:cubicBezTo>
                    <a:pt x="77" y="18"/>
                    <a:pt x="72" y="23"/>
                    <a:pt x="66" y="23"/>
                  </a:cubicBezTo>
                  <a:cubicBezTo>
                    <a:pt x="11" y="23"/>
                    <a:pt x="11" y="23"/>
                    <a:pt x="11" y="23"/>
                  </a:cubicBezTo>
                  <a:cubicBezTo>
                    <a:pt x="5" y="23"/>
                    <a:pt x="0" y="18"/>
                    <a:pt x="0" y="11"/>
                  </a:cubicBezTo>
                  <a:cubicBezTo>
                    <a:pt x="0" y="11"/>
                    <a:pt x="0" y="11"/>
                    <a:pt x="0" y="11"/>
                  </a:cubicBezTo>
                  <a:cubicBezTo>
                    <a:pt x="0" y="5"/>
                    <a:pt x="5" y="0"/>
                    <a:pt x="11" y="0"/>
                  </a:cubicBezTo>
                  <a:cubicBezTo>
                    <a:pt x="66" y="0"/>
                    <a:pt x="66" y="0"/>
                    <a:pt x="66" y="0"/>
                  </a:cubicBezTo>
                  <a:cubicBezTo>
                    <a:pt x="72" y="0"/>
                    <a:pt x="77" y="5"/>
                    <a:pt x="77" y="11"/>
                  </a:cubicBezTo>
                  <a:close/>
                </a:path>
              </a:pathLst>
            </a:custGeom>
            <a:solidFill>
              <a:srgbClr val="2E31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Oval 241"/>
            <p:cNvSpPr>
              <a:spLocks noChangeArrowheads="1"/>
            </p:cNvSpPr>
            <p:nvPr/>
          </p:nvSpPr>
          <p:spPr bwMode="auto">
            <a:xfrm>
              <a:off x="406400" y="3814763"/>
              <a:ext cx="204788" cy="204787"/>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51" name="Freeform 242"/>
            <p:cNvSpPr>
              <a:spLocks/>
            </p:cNvSpPr>
            <p:nvPr/>
          </p:nvSpPr>
          <p:spPr bwMode="auto">
            <a:xfrm>
              <a:off x="436562" y="4033838"/>
              <a:ext cx="234950" cy="234950"/>
            </a:xfrm>
            <a:custGeom>
              <a:avLst/>
              <a:gdLst>
                <a:gd name="T0" fmla="*/ 81 w 112"/>
                <a:gd name="T1" fmla="*/ 105 h 112"/>
                <a:gd name="T2" fmla="*/ 105 w 112"/>
                <a:gd name="T3" fmla="*/ 105 h 112"/>
                <a:gd name="T4" fmla="*/ 105 w 112"/>
                <a:gd name="T5" fmla="*/ 105 h 112"/>
                <a:gd name="T6" fmla="*/ 105 w 112"/>
                <a:gd name="T7" fmla="*/ 81 h 112"/>
                <a:gd name="T8" fmla="*/ 31 w 112"/>
                <a:gd name="T9" fmla="*/ 6 h 112"/>
                <a:gd name="T10" fmla="*/ 7 w 112"/>
                <a:gd name="T11" fmla="*/ 6 h 112"/>
                <a:gd name="T12" fmla="*/ 7 w 112"/>
                <a:gd name="T13" fmla="*/ 6 h 112"/>
                <a:gd name="T14" fmla="*/ 7 w 112"/>
                <a:gd name="T15" fmla="*/ 30 h 112"/>
                <a:gd name="T16" fmla="*/ 81 w 112"/>
                <a:gd name="T17" fmla="*/ 105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2" h="112">
                  <a:moveTo>
                    <a:pt x="81" y="105"/>
                  </a:moveTo>
                  <a:cubicBezTo>
                    <a:pt x="88" y="112"/>
                    <a:pt x="98" y="112"/>
                    <a:pt x="105" y="105"/>
                  </a:cubicBezTo>
                  <a:cubicBezTo>
                    <a:pt x="105" y="105"/>
                    <a:pt x="105" y="105"/>
                    <a:pt x="105" y="105"/>
                  </a:cubicBezTo>
                  <a:cubicBezTo>
                    <a:pt x="112" y="99"/>
                    <a:pt x="112" y="88"/>
                    <a:pt x="105" y="81"/>
                  </a:cubicBezTo>
                  <a:cubicBezTo>
                    <a:pt x="31" y="6"/>
                    <a:pt x="31" y="6"/>
                    <a:pt x="31" y="6"/>
                  </a:cubicBezTo>
                  <a:cubicBezTo>
                    <a:pt x="25" y="0"/>
                    <a:pt x="14" y="0"/>
                    <a:pt x="7" y="6"/>
                  </a:cubicBezTo>
                  <a:cubicBezTo>
                    <a:pt x="7" y="6"/>
                    <a:pt x="7" y="6"/>
                    <a:pt x="7" y="6"/>
                  </a:cubicBezTo>
                  <a:cubicBezTo>
                    <a:pt x="1" y="13"/>
                    <a:pt x="0" y="24"/>
                    <a:pt x="7" y="30"/>
                  </a:cubicBezTo>
                  <a:lnTo>
                    <a:pt x="81" y="105"/>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52" name="Freeform 243"/>
            <p:cNvSpPr>
              <a:spLocks/>
            </p:cNvSpPr>
            <p:nvPr/>
          </p:nvSpPr>
          <p:spPr bwMode="auto">
            <a:xfrm>
              <a:off x="590550" y="4110038"/>
              <a:ext cx="244475" cy="158750"/>
            </a:xfrm>
            <a:custGeom>
              <a:avLst/>
              <a:gdLst>
                <a:gd name="T0" fmla="*/ 4 w 117"/>
                <a:gd name="T1" fmla="*/ 61 h 76"/>
                <a:gd name="T2" fmla="*/ 30 w 117"/>
                <a:gd name="T3" fmla="*/ 71 h 76"/>
                <a:gd name="T4" fmla="*/ 102 w 117"/>
                <a:gd name="T5" fmla="*/ 40 h 76"/>
                <a:gd name="T6" fmla="*/ 113 w 117"/>
                <a:gd name="T7" fmla="*/ 14 h 76"/>
                <a:gd name="T8" fmla="*/ 113 w 117"/>
                <a:gd name="T9" fmla="*/ 14 h 76"/>
                <a:gd name="T10" fmla="*/ 87 w 117"/>
                <a:gd name="T11" fmla="*/ 4 h 76"/>
                <a:gd name="T12" fmla="*/ 14 w 117"/>
                <a:gd name="T13" fmla="*/ 35 h 76"/>
                <a:gd name="T14" fmla="*/ 4 w 117"/>
                <a:gd name="T15" fmla="*/ 61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7" h="76">
                  <a:moveTo>
                    <a:pt x="4" y="61"/>
                  </a:moveTo>
                  <a:cubicBezTo>
                    <a:pt x="8" y="71"/>
                    <a:pt x="20" y="76"/>
                    <a:pt x="30" y="71"/>
                  </a:cubicBezTo>
                  <a:cubicBezTo>
                    <a:pt x="102" y="40"/>
                    <a:pt x="102" y="40"/>
                    <a:pt x="102" y="40"/>
                  </a:cubicBezTo>
                  <a:cubicBezTo>
                    <a:pt x="112" y="36"/>
                    <a:pt x="117" y="24"/>
                    <a:pt x="113" y="14"/>
                  </a:cubicBezTo>
                  <a:cubicBezTo>
                    <a:pt x="113" y="14"/>
                    <a:pt x="113" y="14"/>
                    <a:pt x="113" y="14"/>
                  </a:cubicBezTo>
                  <a:cubicBezTo>
                    <a:pt x="108" y="4"/>
                    <a:pt x="97" y="0"/>
                    <a:pt x="87" y="4"/>
                  </a:cubicBezTo>
                  <a:cubicBezTo>
                    <a:pt x="14" y="35"/>
                    <a:pt x="14" y="35"/>
                    <a:pt x="14" y="35"/>
                  </a:cubicBezTo>
                  <a:cubicBezTo>
                    <a:pt x="4" y="40"/>
                    <a:pt x="0" y="51"/>
                    <a:pt x="4" y="6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53" name="Freeform 244"/>
            <p:cNvSpPr>
              <a:spLocks/>
            </p:cNvSpPr>
            <p:nvPr/>
          </p:nvSpPr>
          <p:spPr bwMode="auto">
            <a:xfrm>
              <a:off x="476250" y="4321176"/>
              <a:ext cx="198438" cy="258762"/>
            </a:xfrm>
            <a:custGeom>
              <a:avLst/>
              <a:gdLst>
                <a:gd name="T0" fmla="*/ 13 w 95"/>
                <a:gd name="T1" fmla="*/ 7 h 124"/>
                <a:gd name="T2" fmla="*/ 6 w 95"/>
                <a:gd name="T3" fmla="*/ 36 h 124"/>
                <a:gd name="T4" fmla="*/ 52 w 95"/>
                <a:gd name="T5" fmla="*/ 111 h 124"/>
                <a:gd name="T6" fmla="*/ 82 w 95"/>
                <a:gd name="T7" fmla="*/ 118 h 124"/>
                <a:gd name="T8" fmla="*/ 82 w 95"/>
                <a:gd name="T9" fmla="*/ 118 h 124"/>
                <a:gd name="T10" fmla="*/ 89 w 95"/>
                <a:gd name="T11" fmla="*/ 88 h 124"/>
                <a:gd name="T12" fmla="*/ 43 w 95"/>
                <a:gd name="T13" fmla="*/ 14 h 124"/>
                <a:gd name="T14" fmla="*/ 13 w 95"/>
                <a:gd name="T15" fmla="*/ 7 h 1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5" h="124">
                  <a:moveTo>
                    <a:pt x="13" y="7"/>
                  </a:moveTo>
                  <a:cubicBezTo>
                    <a:pt x="3" y="13"/>
                    <a:pt x="0" y="26"/>
                    <a:pt x="6" y="36"/>
                  </a:cubicBezTo>
                  <a:cubicBezTo>
                    <a:pt x="52" y="111"/>
                    <a:pt x="52" y="111"/>
                    <a:pt x="52" y="111"/>
                  </a:cubicBezTo>
                  <a:cubicBezTo>
                    <a:pt x="58" y="121"/>
                    <a:pt x="71" y="124"/>
                    <a:pt x="82" y="118"/>
                  </a:cubicBezTo>
                  <a:cubicBezTo>
                    <a:pt x="82" y="118"/>
                    <a:pt x="82" y="118"/>
                    <a:pt x="82" y="118"/>
                  </a:cubicBezTo>
                  <a:cubicBezTo>
                    <a:pt x="92" y="112"/>
                    <a:pt x="95" y="98"/>
                    <a:pt x="89" y="88"/>
                  </a:cubicBezTo>
                  <a:cubicBezTo>
                    <a:pt x="43" y="14"/>
                    <a:pt x="43" y="14"/>
                    <a:pt x="43" y="14"/>
                  </a:cubicBezTo>
                  <a:cubicBezTo>
                    <a:pt x="37" y="4"/>
                    <a:pt x="23" y="0"/>
                    <a:pt x="13" y="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54" name="Freeform 245"/>
            <p:cNvSpPr>
              <a:spLocks/>
            </p:cNvSpPr>
            <p:nvPr/>
          </p:nvSpPr>
          <p:spPr bwMode="auto">
            <a:xfrm>
              <a:off x="579437" y="4492626"/>
              <a:ext cx="134938" cy="277812"/>
            </a:xfrm>
            <a:custGeom>
              <a:avLst/>
              <a:gdLst>
                <a:gd name="T0" fmla="*/ 19 w 65"/>
                <a:gd name="T1" fmla="*/ 2 h 133"/>
                <a:gd name="T2" fmla="*/ 2 w 65"/>
                <a:gd name="T3" fmla="*/ 27 h 133"/>
                <a:gd name="T4" fmla="*/ 20 w 65"/>
                <a:gd name="T5" fmla="*/ 113 h 133"/>
                <a:gd name="T6" fmla="*/ 45 w 65"/>
                <a:gd name="T7" fmla="*/ 130 h 133"/>
                <a:gd name="T8" fmla="*/ 45 w 65"/>
                <a:gd name="T9" fmla="*/ 130 h 133"/>
                <a:gd name="T10" fmla="*/ 62 w 65"/>
                <a:gd name="T11" fmla="*/ 105 h 133"/>
                <a:gd name="T12" fmla="*/ 45 w 65"/>
                <a:gd name="T13" fmla="*/ 19 h 133"/>
                <a:gd name="T14" fmla="*/ 19 w 65"/>
                <a:gd name="T15" fmla="*/ 2 h 1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133">
                  <a:moveTo>
                    <a:pt x="19" y="2"/>
                  </a:moveTo>
                  <a:cubicBezTo>
                    <a:pt x="8" y="4"/>
                    <a:pt x="0" y="16"/>
                    <a:pt x="2" y="27"/>
                  </a:cubicBezTo>
                  <a:cubicBezTo>
                    <a:pt x="20" y="113"/>
                    <a:pt x="20" y="113"/>
                    <a:pt x="20" y="113"/>
                  </a:cubicBezTo>
                  <a:cubicBezTo>
                    <a:pt x="22" y="125"/>
                    <a:pt x="34" y="133"/>
                    <a:pt x="45" y="130"/>
                  </a:cubicBezTo>
                  <a:cubicBezTo>
                    <a:pt x="45" y="130"/>
                    <a:pt x="45" y="130"/>
                    <a:pt x="45" y="130"/>
                  </a:cubicBezTo>
                  <a:cubicBezTo>
                    <a:pt x="57" y="128"/>
                    <a:pt x="65" y="116"/>
                    <a:pt x="62" y="105"/>
                  </a:cubicBezTo>
                  <a:cubicBezTo>
                    <a:pt x="45" y="19"/>
                    <a:pt x="45" y="19"/>
                    <a:pt x="45" y="19"/>
                  </a:cubicBezTo>
                  <a:cubicBezTo>
                    <a:pt x="43" y="7"/>
                    <a:pt x="31" y="0"/>
                    <a:pt x="19" y="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55" name="Freeform 246"/>
            <p:cNvSpPr>
              <a:spLocks/>
            </p:cNvSpPr>
            <p:nvPr/>
          </p:nvSpPr>
          <p:spPr bwMode="auto">
            <a:xfrm>
              <a:off x="409575" y="4327526"/>
              <a:ext cx="109538" cy="274637"/>
            </a:xfrm>
            <a:custGeom>
              <a:avLst/>
              <a:gdLst>
                <a:gd name="T0" fmla="*/ 31 w 52"/>
                <a:gd name="T1" fmla="*/ 0 h 132"/>
                <a:gd name="T2" fmla="*/ 7 w 52"/>
                <a:gd name="T3" fmla="*/ 20 h 132"/>
                <a:gd name="T4" fmla="*/ 1 w 52"/>
                <a:gd name="T5" fmla="*/ 108 h 132"/>
                <a:gd name="T6" fmla="*/ 21 w 52"/>
                <a:gd name="T7" fmla="*/ 131 h 132"/>
                <a:gd name="T8" fmla="*/ 21 w 52"/>
                <a:gd name="T9" fmla="*/ 131 h 132"/>
                <a:gd name="T10" fmla="*/ 44 w 52"/>
                <a:gd name="T11" fmla="*/ 111 h 132"/>
                <a:gd name="T12" fmla="*/ 51 w 52"/>
                <a:gd name="T13" fmla="*/ 24 h 132"/>
                <a:gd name="T14" fmla="*/ 31 w 52"/>
                <a:gd name="T15" fmla="*/ 0 h 1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 h="132">
                  <a:moveTo>
                    <a:pt x="31" y="0"/>
                  </a:moveTo>
                  <a:cubicBezTo>
                    <a:pt x="19" y="0"/>
                    <a:pt x="8" y="9"/>
                    <a:pt x="7" y="20"/>
                  </a:cubicBezTo>
                  <a:cubicBezTo>
                    <a:pt x="1" y="108"/>
                    <a:pt x="1" y="108"/>
                    <a:pt x="1" y="108"/>
                  </a:cubicBezTo>
                  <a:cubicBezTo>
                    <a:pt x="0" y="120"/>
                    <a:pt x="9" y="130"/>
                    <a:pt x="21" y="131"/>
                  </a:cubicBezTo>
                  <a:cubicBezTo>
                    <a:pt x="21" y="131"/>
                    <a:pt x="21" y="131"/>
                    <a:pt x="21" y="131"/>
                  </a:cubicBezTo>
                  <a:cubicBezTo>
                    <a:pt x="33" y="132"/>
                    <a:pt x="43" y="123"/>
                    <a:pt x="44" y="111"/>
                  </a:cubicBezTo>
                  <a:cubicBezTo>
                    <a:pt x="51" y="24"/>
                    <a:pt x="51" y="24"/>
                    <a:pt x="51" y="24"/>
                  </a:cubicBezTo>
                  <a:cubicBezTo>
                    <a:pt x="52" y="12"/>
                    <a:pt x="43" y="1"/>
                    <a:pt x="31"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56" name="Freeform 247"/>
            <p:cNvSpPr>
              <a:spLocks/>
            </p:cNvSpPr>
            <p:nvPr/>
          </p:nvSpPr>
          <p:spPr bwMode="auto">
            <a:xfrm>
              <a:off x="328612" y="4516438"/>
              <a:ext cx="177800" cy="269875"/>
            </a:xfrm>
            <a:custGeom>
              <a:avLst/>
              <a:gdLst>
                <a:gd name="T0" fmla="*/ 69 w 85"/>
                <a:gd name="T1" fmla="*/ 5 h 129"/>
                <a:gd name="T2" fmla="*/ 41 w 85"/>
                <a:gd name="T3" fmla="*/ 15 h 129"/>
                <a:gd name="T4" fmla="*/ 5 w 85"/>
                <a:gd name="T5" fmla="*/ 95 h 129"/>
                <a:gd name="T6" fmla="*/ 15 w 85"/>
                <a:gd name="T7" fmla="*/ 124 h 129"/>
                <a:gd name="T8" fmla="*/ 15 w 85"/>
                <a:gd name="T9" fmla="*/ 124 h 129"/>
                <a:gd name="T10" fmla="*/ 44 w 85"/>
                <a:gd name="T11" fmla="*/ 113 h 129"/>
                <a:gd name="T12" fmla="*/ 80 w 85"/>
                <a:gd name="T13" fmla="*/ 33 h 129"/>
                <a:gd name="T14" fmla="*/ 69 w 85"/>
                <a:gd name="T15" fmla="*/ 5 h 1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5" h="129">
                  <a:moveTo>
                    <a:pt x="69" y="5"/>
                  </a:moveTo>
                  <a:cubicBezTo>
                    <a:pt x="58" y="0"/>
                    <a:pt x="46" y="4"/>
                    <a:pt x="41" y="15"/>
                  </a:cubicBezTo>
                  <a:cubicBezTo>
                    <a:pt x="5" y="95"/>
                    <a:pt x="5" y="95"/>
                    <a:pt x="5" y="95"/>
                  </a:cubicBezTo>
                  <a:cubicBezTo>
                    <a:pt x="0" y="106"/>
                    <a:pt x="5" y="119"/>
                    <a:pt x="15" y="124"/>
                  </a:cubicBezTo>
                  <a:cubicBezTo>
                    <a:pt x="15" y="124"/>
                    <a:pt x="15" y="124"/>
                    <a:pt x="15" y="124"/>
                  </a:cubicBezTo>
                  <a:cubicBezTo>
                    <a:pt x="26" y="129"/>
                    <a:pt x="39" y="124"/>
                    <a:pt x="44" y="113"/>
                  </a:cubicBezTo>
                  <a:cubicBezTo>
                    <a:pt x="80" y="33"/>
                    <a:pt x="80" y="33"/>
                    <a:pt x="80" y="33"/>
                  </a:cubicBezTo>
                  <a:cubicBezTo>
                    <a:pt x="85" y="22"/>
                    <a:pt x="80" y="9"/>
                    <a:pt x="69" y="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57" name="Freeform 248"/>
            <p:cNvSpPr>
              <a:spLocks/>
            </p:cNvSpPr>
            <p:nvPr/>
          </p:nvSpPr>
          <p:spPr bwMode="auto">
            <a:xfrm>
              <a:off x="425450" y="3756026"/>
              <a:ext cx="165100" cy="196850"/>
            </a:xfrm>
            <a:custGeom>
              <a:avLst/>
              <a:gdLst>
                <a:gd name="T0" fmla="*/ 0 w 79"/>
                <a:gd name="T1" fmla="*/ 83 h 94"/>
                <a:gd name="T2" fmla="*/ 11 w 79"/>
                <a:gd name="T3" fmla="*/ 94 h 94"/>
                <a:gd name="T4" fmla="*/ 68 w 79"/>
                <a:gd name="T5" fmla="*/ 94 h 94"/>
                <a:gd name="T6" fmla="*/ 79 w 79"/>
                <a:gd name="T7" fmla="*/ 83 h 94"/>
                <a:gd name="T8" fmla="*/ 79 w 79"/>
                <a:gd name="T9" fmla="*/ 11 h 94"/>
                <a:gd name="T10" fmla="*/ 68 w 79"/>
                <a:gd name="T11" fmla="*/ 0 h 94"/>
                <a:gd name="T12" fmla="*/ 11 w 79"/>
                <a:gd name="T13" fmla="*/ 0 h 94"/>
                <a:gd name="T14" fmla="*/ 0 w 79"/>
                <a:gd name="T15" fmla="*/ 11 h 94"/>
                <a:gd name="T16" fmla="*/ 0 w 79"/>
                <a:gd name="T17" fmla="*/ 83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 h="94">
                  <a:moveTo>
                    <a:pt x="0" y="83"/>
                  </a:moveTo>
                  <a:cubicBezTo>
                    <a:pt x="0" y="89"/>
                    <a:pt x="5" y="94"/>
                    <a:pt x="11" y="94"/>
                  </a:cubicBezTo>
                  <a:cubicBezTo>
                    <a:pt x="68" y="94"/>
                    <a:pt x="68" y="94"/>
                    <a:pt x="68" y="94"/>
                  </a:cubicBezTo>
                  <a:cubicBezTo>
                    <a:pt x="74" y="94"/>
                    <a:pt x="79" y="89"/>
                    <a:pt x="79" y="83"/>
                  </a:cubicBezTo>
                  <a:cubicBezTo>
                    <a:pt x="79" y="11"/>
                    <a:pt x="79" y="11"/>
                    <a:pt x="79" y="11"/>
                  </a:cubicBezTo>
                  <a:cubicBezTo>
                    <a:pt x="79" y="5"/>
                    <a:pt x="74" y="0"/>
                    <a:pt x="68" y="0"/>
                  </a:cubicBezTo>
                  <a:cubicBezTo>
                    <a:pt x="11" y="0"/>
                    <a:pt x="11" y="0"/>
                    <a:pt x="11" y="0"/>
                  </a:cubicBezTo>
                  <a:cubicBezTo>
                    <a:pt x="5" y="0"/>
                    <a:pt x="0" y="5"/>
                    <a:pt x="0" y="11"/>
                  </a:cubicBezTo>
                  <a:lnTo>
                    <a:pt x="0" y="83"/>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58" name="Freeform 249"/>
            <p:cNvSpPr>
              <a:spLocks/>
            </p:cNvSpPr>
            <p:nvPr/>
          </p:nvSpPr>
          <p:spPr bwMode="auto">
            <a:xfrm>
              <a:off x="508000" y="3854451"/>
              <a:ext cx="166688" cy="26987"/>
            </a:xfrm>
            <a:custGeom>
              <a:avLst/>
              <a:gdLst>
                <a:gd name="T0" fmla="*/ 80 w 80"/>
                <a:gd name="T1" fmla="*/ 7 h 13"/>
                <a:gd name="T2" fmla="*/ 74 w 80"/>
                <a:gd name="T3" fmla="*/ 13 h 13"/>
                <a:gd name="T4" fmla="*/ 6 w 80"/>
                <a:gd name="T5" fmla="*/ 13 h 13"/>
                <a:gd name="T6" fmla="*/ 0 w 80"/>
                <a:gd name="T7" fmla="*/ 7 h 13"/>
                <a:gd name="T8" fmla="*/ 0 w 80"/>
                <a:gd name="T9" fmla="*/ 7 h 13"/>
                <a:gd name="T10" fmla="*/ 6 w 80"/>
                <a:gd name="T11" fmla="*/ 0 h 13"/>
                <a:gd name="T12" fmla="*/ 74 w 80"/>
                <a:gd name="T13" fmla="*/ 0 h 13"/>
                <a:gd name="T14" fmla="*/ 80 w 80"/>
                <a:gd name="T15" fmla="*/ 7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 h="13">
                  <a:moveTo>
                    <a:pt x="80" y="7"/>
                  </a:moveTo>
                  <a:cubicBezTo>
                    <a:pt x="80" y="10"/>
                    <a:pt x="77" y="13"/>
                    <a:pt x="74" y="13"/>
                  </a:cubicBezTo>
                  <a:cubicBezTo>
                    <a:pt x="6" y="13"/>
                    <a:pt x="6" y="13"/>
                    <a:pt x="6" y="13"/>
                  </a:cubicBezTo>
                  <a:cubicBezTo>
                    <a:pt x="3" y="13"/>
                    <a:pt x="0" y="10"/>
                    <a:pt x="0" y="7"/>
                  </a:cubicBezTo>
                  <a:cubicBezTo>
                    <a:pt x="0" y="7"/>
                    <a:pt x="0" y="7"/>
                    <a:pt x="0" y="7"/>
                  </a:cubicBezTo>
                  <a:cubicBezTo>
                    <a:pt x="0" y="3"/>
                    <a:pt x="3" y="0"/>
                    <a:pt x="6" y="0"/>
                  </a:cubicBezTo>
                  <a:cubicBezTo>
                    <a:pt x="74" y="0"/>
                    <a:pt x="74" y="0"/>
                    <a:pt x="74" y="0"/>
                  </a:cubicBezTo>
                  <a:cubicBezTo>
                    <a:pt x="77" y="0"/>
                    <a:pt x="80" y="3"/>
                    <a:pt x="80" y="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59" name="Freeform 250"/>
            <p:cNvSpPr>
              <a:spLocks/>
            </p:cNvSpPr>
            <p:nvPr/>
          </p:nvSpPr>
          <p:spPr bwMode="auto">
            <a:xfrm>
              <a:off x="425450" y="4024313"/>
              <a:ext cx="155575" cy="409575"/>
            </a:xfrm>
            <a:custGeom>
              <a:avLst/>
              <a:gdLst>
                <a:gd name="T0" fmla="*/ 75 w 75"/>
                <a:gd name="T1" fmla="*/ 158 h 196"/>
                <a:gd name="T2" fmla="*/ 37 w 75"/>
                <a:gd name="T3" fmla="*/ 196 h 196"/>
                <a:gd name="T4" fmla="*/ 37 w 75"/>
                <a:gd name="T5" fmla="*/ 196 h 196"/>
                <a:gd name="T6" fmla="*/ 0 w 75"/>
                <a:gd name="T7" fmla="*/ 158 h 196"/>
                <a:gd name="T8" fmla="*/ 0 w 75"/>
                <a:gd name="T9" fmla="*/ 37 h 196"/>
                <a:gd name="T10" fmla="*/ 37 w 75"/>
                <a:gd name="T11" fmla="*/ 0 h 196"/>
                <a:gd name="T12" fmla="*/ 37 w 75"/>
                <a:gd name="T13" fmla="*/ 0 h 196"/>
                <a:gd name="T14" fmla="*/ 75 w 75"/>
                <a:gd name="T15" fmla="*/ 37 h 196"/>
                <a:gd name="T16" fmla="*/ 75 w 75"/>
                <a:gd name="T17" fmla="*/ 158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196">
                  <a:moveTo>
                    <a:pt x="75" y="158"/>
                  </a:moveTo>
                  <a:cubicBezTo>
                    <a:pt x="75" y="179"/>
                    <a:pt x="58" y="196"/>
                    <a:pt x="37" y="196"/>
                  </a:cubicBezTo>
                  <a:cubicBezTo>
                    <a:pt x="37" y="196"/>
                    <a:pt x="37" y="196"/>
                    <a:pt x="37" y="196"/>
                  </a:cubicBezTo>
                  <a:cubicBezTo>
                    <a:pt x="17" y="196"/>
                    <a:pt x="0" y="179"/>
                    <a:pt x="0" y="158"/>
                  </a:cubicBezTo>
                  <a:cubicBezTo>
                    <a:pt x="0" y="37"/>
                    <a:pt x="0" y="37"/>
                    <a:pt x="0" y="37"/>
                  </a:cubicBezTo>
                  <a:cubicBezTo>
                    <a:pt x="0" y="16"/>
                    <a:pt x="17" y="0"/>
                    <a:pt x="37" y="0"/>
                  </a:cubicBezTo>
                  <a:cubicBezTo>
                    <a:pt x="37" y="0"/>
                    <a:pt x="37" y="0"/>
                    <a:pt x="37" y="0"/>
                  </a:cubicBezTo>
                  <a:cubicBezTo>
                    <a:pt x="58" y="0"/>
                    <a:pt x="75" y="16"/>
                    <a:pt x="75" y="37"/>
                  </a:cubicBezTo>
                  <a:lnTo>
                    <a:pt x="75" y="158"/>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60" name="Freeform 251"/>
            <p:cNvSpPr>
              <a:spLocks/>
            </p:cNvSpPr>
            <p:nvPr/>
          </p:nvSpPr>
          <p:spPr bwMode="auto">
            <a:xfrm>
              <a:off x="277812" y="3840163"/>
              <a:ext cx="144463" cy="173037"/>
            </a:xfrm>
            <a:custGeom>
              <a:avLst/>
              <a:gdLst>
                <a:gd name="T0" fmla="*/ 69 w 69"/>
                <a:gd name="T1" fmla="*/ 25 h 83"/>
                <a:gd name="T2" fmla="*/ 56 w 69"/>
                <a:gd name="T3" fmla="*/ 25 h 83"/>
                <a:gd name="T4" fmla="*/ 12 w 69"/>
                <a:gd name="T5" fmla="*/ 31 h 83"/>
                <a:gd name="T6" fmla="*/ 21 w 69"/>
                <a:gd name="T7" fmla="*/ 83 h 83"/>
                <a:gd name="T8" fmla="*/ 46 w 69"/>
                <a:gd name="T9" fmla="*/ 44 h 83"/>
                <a:gd name="T10" fmla="*/ 57 w 69"/>
                <a:gd name="T11" fmla="*/ 36 h 83"/>
                <a:gd name="T12" fmla="*/ 69 w 69"/>
                <a:gd name="T13" fmla="*/ 36 h 83"/>
                <a:gd name="T14" fmla="*/ 69 w 69"/>
                <a:gd name="T15" fmla="*/ 25 h 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9" h="83">
                  <a:moveTo>
                    <a:pt x="69" y="25"/>
                  </a:moveTo>
                  <a:cubicBezTo>
                    <a:pt x="56" y="25"/>
                    <a:pt x="56" y="25"/>
                    <a:pt x="56" y="25"/>
                  </a:cubicBezTo>
                  <a:cubicBezTo>
                    <a:pt x="54" y="19"/>
                    <a:pt x="24" y="0"/>
                    <a:pt x="12" y="31"/>
                  </a:cubicBezTo>
                  <a:cubicBezTo>
                    <a:pt x="0" y="62"/>
                    <a:pt x="21" y="83"/>
                    <a:pt x="21" y="83"/>
                  </a:cubicBezTo>
                  <a:cubicBezTo>
                    <a:pt x="14" y="62"/>
                    <a:pt x="34" y="47"/>
                    <a:pt x="46" y="44"/>
                  </a:cubicBezTo>
                  <a:cubicBezTo>
                    <a:pt x="53" y="43"/>
                    <a:pt x="57" y="41"/>
                    <a:pt x="57" y="36"/>
                  </a:cubicBezTo>
                  <a:cubicBezTo>
                    <a:pt x="69" y="36"/>
                    <a:pt x="69" y="36"/>
                    <a:pt x="69" y="36"/>
                  </a:cubicBezTo>
                  <a:lnTo>
                    <a:pt x="69" y="25"/>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261" name="组合 260"/>
          <p:cNvGrpSpPr/>
          <p:nvPr/>
        </p:nvGrpSpPr>
        <p:grpSpPr>
          <a:xfrm>
            <a:off x="2365375" y="555626"/>
            <a:ext cx="1285875" cy="1076324"/>
            <a:chOff x="2365375" y="555626"/>
            <a:chExt cx="1285875" cy="1076324"/>
          </a:xfrm>
        </p:grpSpPr>
        <p:sp>
          <p:nvSpPr>
            <p:cNvPr id="262" name="Freeform 252"/>
            <p:cNvSpPr>
              <a:spLocks noEditPoints="1"/>
            </p:cNvSpPr>
            <p:nvPr/>
          </p:nvSpPr>
          <p:spPr bwMode="auto">
            <a:xfrm>
              <a:off x="2925762" y="938213"/>
              <a:ext cx="725488" cy="668337"/>
            </a:xfrm>
            <a:custGeom>
              <a:avLst/>
              <a:gdLst>
                <a:gd name="T0" fmla="*/ 347 w 347"/>
                <a:gd name="T1" fmla="*/ 191 h 320"/>
                <a:gd name="T2" fmla="*/ 72 w 347"/>
                <a:gd name="T3" fmla="*/ 54 h 320"/>
                <a:gd name="T4" fmla="*/ 67 w 347"/>
                <a:gd name="T5" fmla="*/ 8 h 320"/>
                <a:gd name="T6" fmla="*/ 13 w 347"/>
                <a:gd name="T7" fmla="*/ 0 h 320"/>
                <a:gd name="T8" fmla="*/ 13 w 347"/>
                <a:gd name="T9" fmla="*/ 25 h 320"/>
                <a:gd name="T10" fmla="*/ 62 w 347"/>
                <a:gd name="T11" fmla="*/ 18 h 320"/>
                <a:gd name="T12" fmla="*/ 62 w 347"/>
                <a:gd name="T13" fmla="*/ 87 h 320"/>
                <a:gd name="T14" fmla="*/ 87 w 347"/>
                <a:gd name="T15" fmla="*/ 216 h 320"/>
                <a:gd name="T16" fmla="*/ 128 w 347"/>
                <a:gd name="T17" fmla="*/ 234 h 320"/>
                <a:gd name="T18" fmla="*/ 62 w 347"/>
                <a:gd name="T19" fmla="*/ 254 h 320"/>
                <a:gd name="T20" fmla="*/ 120 w 347"/>
                <a:gd name="T21" fmla="*/ 274 h 320"/>
                <a:gd name="T22" fmla="*/ 133 w 347"/>
                <a:gd name="T23" fmla="*/ 320 h 320"/>
                <a:gd name="T24" fmla="*/ 146 w 347"/>
                <a:gd name="T25" fmla="*/ 274 h 320"/>
                <a:gd name="T26" fmla="*/ 243 w 347"/>
                <a:gd name="T27" fmla="*/ 296 h 320"/>
                <a:gd name="T28" fmla="*/ 293 w 347"/>
                <a:gd name="T29" fmla="*/ 296 h 320"/>
                <a:gd name="T30" fmla="*/ 342 w 347"/>
                <a:gd name="T31" fmla="*/ 274 h 320"/>
                <a:gd name="T32" fmla="*/ 82 w 347"/>
                <a:gd name="T33" fmla="*/ 264 h 320"/>
                <a:gd name="T34" fmla="*/ 82 w 347"/>
                <a:gd name="T35" fmla="*/ 245 h 320"/>
                <a:gd name="T36" fmla="*/ 342 w 347"/>
                <a:gd name="T37" fmla="*/ 234 h 320"/>
                <a:gd name="T38" fmla="*/ 273 w 347"/>
                <a:gd name="T39" fmla="*/ 216 h 320"/>
                <a:gd name="T40" fmla="*/ 133 w 347"/>
                <a:gd name="T41" fmla="*/ 310 h 320"/>
                <a:gd name="T42" fmla="*/ 133 w 347"/>
                <a:gd name="T43" fmla="*/ 281 h 320"/>
                <a:gd name="T44" fmla="*/ 133 w 347"/>
                <a:gd name="T45" fmla="*/ 310 h 320"/>
                <a:gd name="T46" fmla="*/ 253 w 347"/>
                <a:gd name="T47" fmla="*/ 296 h 320"/>
                <a:gd name="T48" fmla="*/ 283 w 347"/>
                <a:gd name="T49" fmla="*/ 296 h 320"/>
                <a:gd name="T50" fmla="*/ 322 w 347"/>
                <a:gd name="T51" fmla="*/ 206 h 320"/>
                <a:gd name="T52" fmla="*/ 273 w 347"/>
                <a:gd name="T53" fmla="*/ 163 h 320"/>
                <a:gd name="T54" fmla="*/ 337 w 347"/>
                <a:gd name="T55" fmla="*/ 191 h 320"/>
                <a:gd name="T56" fmla="*/ 72 w 347"/>
                <a:gd name="T57" fmla="*/ 107 h 320"/>
                <a:gd name="T58" fmla="*/ 128 w 347"/>
                <a:gd name="T59" fmla="*/ 153 h 320"/>
                <a:gd name="T60" fmla="*/ 72 w 347"/>
                <a:gd name="T61" fmla="*/ 107 h 320"/>
                <a:gd name="T62" fmla="*/ 200 w 347"/>
                <a:gd name="T63" fmla="*/ 107 h 320"/>
                <a:gd name="T64" fmla="*/ 138 w 347"/>
                <a:gd name="T65" fmla="*/ 153 h 320"/>
                <a:gd name="T66" fmla="*/ 263 w 347"/>
                <a:gd name="T67" fmla="*/ 153 h 320"/>
                <a:gd name="T68" fmla="*/ 210 w 347"/>
                <a:gd name="T69" fmla="*/ 107 h 320"/>
                <a:gd name="T70" fmla="*/ 263 w 347"/>
                <a:gd name="T71" fmla="*/ 153 h 320"/>
                <a:gd name="T72" fmla="*/ 337 w 347"/>
                <a:gd name="T73" fmla="*/ 107 h 320"/>
                <a:gd name="T74" fmla="*/ 273 w 347"/>
                <a:gd name="T75" fmla="*/ 153 h 320"/>
                <a:gd name="T76" fmla="*/ 210 w 347"/>
                <a:gd name="T77" fmla="*/ 97 h 320"/>
                <a:gd name="T78" fmla="*/ 263 w 347"/>
                <a:gd name="T79" fmla="*/ 65 h 320"/>
                <a:gd name="T80" fmla="*/ 210 w 347"/>
                <a:gd name="T81" fmla="*/ 97 h 320"/>
                <a:gd name="T82" fmla="*/ 138 w 347"/>
                <a:gd name="T83" fmla="*/ 97 h 320"/>
                <a:gd name="T84" fmla="*/ 200 w 347"/>
                <a:gd name="T85" fmla="*/ 65 h 320"/>
                <a:gd name="T86" fmla="*/ 200 w 347"/>
                <a:gd name="T87" fmla="*/ 163 h 320"/>
                <a:gd name="T88" fmla="*/ 138 w 347"/>
                <a:gd name="T89" fmla="*/ 206 h 320"/>
                <a:gd name="T90" fmla="*/ 200 w 347"/>
                <a:gd name="T91" fmla="*/ 163 h 320"/>
                <a:gd name="T92" fmla="*/ 263 w 347"/>
                <a:gd name="T93" fmla="*/ 163 h 320"/>
                <a:gd name="T94" fmla="*/ 210 w 347"/>
                <a:gd name="T95" fmla="*/ 206 h 320"/>
                <a:gd name="T96" fmla="*/ 337 w 347"/>
                <a:gd name="T97" fmla="*/ 97 h 320"/>
                <a:gd name="T98" fmla="*/ 273 w 347"/>
                <a:gd name="T99" fmla="*/ 65 h 320"/>
                <a:gd name="T100" fmla="*/ 337 w 347"/>
                <a:gd name="T101" fmla="*/ 97 h 320"/>
                <a:gd name="T102" fmla="*/ 128 w 347"/>
                <a:gd name="T103" fmla="*/ 65 h 320"/>
                <a:gd name="T104" fmla="*/ 72 w 347"/>
                <a:gd name="T105" fmla="*/ 97 h 320"/>
                <a:gd name="T106" fmla="*/ 72 w 347"/>
                <a:gd name="T107" fmla="*/ 65 h 320"/>
                <a:gd name="T108" fmla="*/ 72 w 347"/>
                <a:gd name="T109" fmla="*/ 191 h 320"/>
                <a:gd name="T110" fmla="*/ 128 w 347"/>
                <a:gd name="T111" fmla="*/ 163 h 320"/>
                <a:gd name="T112" fmla="*/ 87 w 347"/>
                <a:gd name="T113" fmla="*/ 206 h 320"/>
                <a:gd name="T114" fmla="*/ 138 w 347"/>
                <a:gd name="T115" fmla="*/ 234 h 320"/>
                <a:gd name="T116" fmla="*/ 263 w 347"/>
                <a:gd name="T117" fmla="*/ 216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7" h="320">
                  <a:moveTo>
                    <a:pt x="322" y="216"/>
                  </a:moveTo>
                  <a:cubicBezTo>
                    <a:pt x="336" y="216"/>
                    <a:pt x="347" y="205"/>
                    <a:pt x="347" y="191"/>
                  </a:cubicBezTo>
                  <a:cubicBezTo>
                    <a:pt x="347" y="54"/>
                    <a:pt x="347" y="54"/>
                    <a:pt x="347" y="54"/>
                  </a:cubicBezTo>
                  <a:cubicBezTo>
                    <a:pt x="72" y="54"/>
                    <a:pt x="72" y="54"/>
                    <a:pt x="72" y="54"/>
                  </a:cubicBezTo>
                  <a:cubicBezTo>
                    <a:pt x="72" y="13"/>
                    <a:pt x="72" y="13"/>
                    <a:pt x="72" y="13"/>
                  </a:cubicBezTo>
                  <a:cubicBezTo>
                    <a:pt x="72" y="10"/>
                    <a:pt x="70" y="8"/>
                    <a:pt x="67" y="8"/>
                  </a:cubicBezTo>
                  <a:cubicBezTo>
                    <a:pt x="24" y="8"/>
                    <a:pt x="24" y="8"/>
                    <a:pt x="24" y="8"/>
                  </a:cubicBezTo>
                  <a:cubicBezTo>
                    <a:pt x="22" y="3"/>
                    <a:pt x="18" y="0"/>
                    <a:pt x="13" y="0"/>
                  </a:cubicBezTo>
                  <a:cubicBezTo>
                    <a:pt x="6" y="0"/>
                    <a:pt x="0" y="6"/>
                    <a:pt x="0" y="13"/>
                  </a:cubicBezTo>
                  <a:cubicBezTo>
                    <a:pt x="0" y="20"/>
                    <a:pt x="6" y="25"/>
                    <a:pt x="13" y="25"/>
                  </a:cubicBezTo>
                  <a:cubicBezTo>
                    <a:pt x="18" y="25"/>
                    <a:pt x="22" y="22"/>
                    <a:pt x="24" y="18"/>
                  </a:cubicBezTo>
                  <a:cubicBezTo>
                    <a:pt x="62" y="18"/>
                    <a:pt x="62" y="18"/>
                    <a:pt x="62" y="18"/>
                  </a:cubicBezTo>
                  <a:cubicBezTo>
                    <a:pt x="62" y="54"/>
                    <a:pt x="62" y="54"/>
                    <a:pt x="62" y="54"/>
                  </a:cubicBezTo>
                  <a:cubicBezTo>
                    <a:pt x="62" y="87"/>
                    <a:pt x="62" y="87"/>
                    <a:pt x="62" y="87"/>
                  </a:cubicBezTo>
                  <a:cubicBezTo>
                    <a:pt x="62" y="191"/>
                    <a:pt x="62" y="191"/>
                    <a:pt x="62" y="191"/>
                  </a:cubicBezTo>
                  <a:cubicBezTo>
                    <a:pt x="62" y="205"/>
                    <a:pt x="73" y="216"/>
                    <a:pt x="87" y="216"/>
                  </a:cubicBezTo>
                  <a:cubicBezTo>
                    <a:pt x="128" y="216"/>
                    <a:pt x="128" y="216"/>
                    <a:pt x="128" y="216"/>
                  </a:cubicBezTo>
                  <a:cubicBezTo>
                    <a:pt x="128" y="234"/>
                    <a:pt x="128" y="234"/>
                    <a:pt x="128" y="234"/>
                  </a:cubicBezTo>
                  <a:cubicBezTo>
                    <a:pt x="82" y="234"/>
                    <a:pt x="82" y="234"/>
                    <a:pt x="82" y="234"/>
                  </a:cubicBezTo>
                  <a:cubicBezTo>
                    <a:pt x="71" y="234"/>
                    <a:pt x="62" y="243"/>
                    <a:pt x="62" y="254"/>
                  </a:cubicBezTo>
                  <a:cubicBezTo>
                    <a:pt x="62" y="265"/>
                    <a:pt x="71" y="274"/>
                    <a:pt x="82" y="274"/>
                  </a:cubicBezTo>
                  <a:cubicBezTo>
                    <a:pt x="120" y="274"/>
                    <a:pt x="120" y="274"/>
                    <a:pt x="120" y="274"/>
                  </a:cubicBezTo>
                  <a:cubicBezTo>
                    <a:pt x="113" y="279"/>
                    <a:pt x="108" y="287"/>
                    <a:pt x="108" y="296"/>
                  </a:cubicBezTo>
                  <a:cubicBezTo>
                    <a:pt x="108" y="309"/>
                    <a:pt x="119" y="320"/>
                    <a:pt x="133" y="320"/>
                  </a:cubicBezTo>
                  <a:cubicBezTo>
                    <a:pt x="147" y="320"/>
                    <a:pt x="158" y="309"/>
                    <a:pt x="158" y="296"/>
                  </a:cubicBezTo>
                  <a:cubicBezTo>
                    <a:pt x="158" y="287"/>
                    <a:pt x="153" y="279"/>
                    <a:pt x="146" y="274"/>
                  </a:cubicBezTo>
                  <a:cubicBezTo>
                    <a:pt x="255" y="274"/>
                    <a:pt x="255" y="274"/>
                    <a:pt x="255" y="274"/>
                  </a:cubicBezTo>
                  <a:cubicBezTo>
                    <a:pt x="248" y="279"/>
                    <a:pt x="243" y="287"/>
                    <a:pt x="243" y="296"/>
                  </a:cubicBezTo>
                  <a:cubicBezTo>
                    <a:pt x="243" y="309"/>
                    <a:pt x="254" y="320"/>
                    <a:pt x="268" y="320"/>
                  </a:cubicBezTo>
                  <a:cubicBezTo>
                    <a:pt x="281" y="320"/>
                    <a:pt x="293" y="309"/>
                    <a:pt x="293" y="296"/>
                  </a:cubicBezTo>
                  <a:cubicBezTo>
                    <a:pt x="293" y="287"/>
                    <a:pt x="288" y="279"/>
                    <a:pt x="281" y="274"/>
                  </a:cubicBezTo>
                  <a:cubicBezTo>
                    <a:pt x="342" y="274"/>
                    <a:pt x="342" y="274"/>
                    <a:pt x="342" y="274"/>
                  </a:cubicBezTo>
                  <a:cubicBezTo>
                    <a:pt x="342" y="264"/>
                    <a:pt x="342" y="264"/>
                    <a:pt x="342" y="264"/>
                  </a:cubicBezTo>
                  <a:cubicBezTo>
                    <a:pt x="82" y="264"/>
                    <a:pt x="82" y="264"/>
                    <a:pt x="82" y="264"/>
                  </a:cubicBezTo>
                  <a:cubicBezTo>
                    <a:pt x="77" y="264"/>
                    <a:pt x="72" y="260"/>
                    <a:pt x="72" y="254"/>
                  </a:cubicBezTo>
                  <a:cubicBezTo>
                    <a:pt x="72" y="249"/>
                    <a:pt x="77" y="245"/>
                    <a:pt x="82" y="245"/>
                  </a:cubicBezTo>
                  <a:cubicBezTo>
                    <a:pt x="342" y="245"/>
                    <a:pt x="342" y="245"/>
                    <a:pt x="342" y="245"/>
                  </a:cubicBezTo>
                  <a:cubicBezTo>
                    <a:pt x="342" y="234"/>
                    <a:pt x="342" y="234"/>
                    <a:pt x="342" y="234"/>
                  </a:cubicBezTo>
                  <a:cubicBezTo>
                    <a:pt x="273" y="234"/>
                    <a:pt x="273" y="234"/>
                    <a:pt x="273" y="234"/>
                  </a:cubicBezTo>
                  <a:cubicBezTo>
                    <a:pt x="273" y="216"/>
                    <a:pt x="273" y="216"/>
                    <a:pt x="273" y="216"/>
                  </a:cubicBezTo>
                  <a:lnTo>
                    <a:pt x="322" y="216"/>
                  </a:lnTo>
                  <a:close/>
                  <a:moveTo>
                    <a:pt x="133" y="310"/>
                  </a:moveTo>
                  <a:cubicBezTo>
                    <a:pt x="125" y="310"/>
                    <a:pt x="118" y="304"/>
                    <a:pt x="118" y="296"/>
                  </a:cubicBezTo>
                  <a:cubicBezTo>
                    <a:pt x="118" y="287"/>
                    <a:pt x="125" y="281"/>
                    <a:pt x="133" y="281"/>
                  </a:cubicBezTo>
                  <a:cubicBezTo>
                    <a:pt x="141" y="281"/>
                    <a:pt x="148" y="287"/>
                    <a:pt x="148" y="296"/>
                  </a:cubicBezTo>
                  <a:cubicBezTo>
                    <a:pt x="148" y="304"/>
                    <a:pt x="141" y="310"/>
                    <a:pt x="133" y="310"/>
                  </a:cubicBezTo>
                  <a:close/>
                  <a:moveTo>
                    <a:pt x="268" y="310"/>
                  </a:moveTo>
                  <a:cubicBezTo>
                    <a:pt x="260" y="310"/>
                    <a:pt x="253" y="304"/>
                    <a:pt x="253" y="296"/>
                  </a:cubicBezTo>
                  <a:cubicBezTo>
                    <a:pt x="253" y="287"/>
                    <a:pt x="260" y="281"/>
                    <a:pt x="268" y="281"/>
                  </a:cubicBezTo>
                  <a:cubicBezTo>
                    <a:pt x="276" y="281"/>
                    <a:pt x="283" y="287"/>
                    <a:pt x="283" y="296"/>
                  </a:cubicBezTo>
                  <a:cubicBezTo>
                    <a:pt x="283" y="304"/>
                    <a:pt x="276" y="310"/>
                    <a:pt x="268" y="310"/>
                  </a:cubicBezTo>
                  <a:close/>
                  <a:moveTo>
                    <a:pt x="322" y="206"/>
                  </a:moveTo>
                  <a:cubicBezTo>
                    <a:pt x="273" y="206"/>
                    <a:pt x="273" y="206"/>
                    <a:pt x="273" y="206"/>
                  </a:cubicBezTo>
                  <a:cubicBezTo>
                    <a:pt x="273" y="163"/>
                    <a:pt x="273" y="163"/>
                    <a:pt x="273" y="163"/>
                  </a:cubicBezTo>
                  <a:cubicBezTo>
                    <a:pt x="337" y="163"/>
                    <a:pt x="337" y="163"/>
                    <a:pt x="337" y="163"/>
                  </a:cubicBezTo>
                  <a:cubicBezTo>
                    <a:pt x="337" y="191"/>
                    <a:pt x="337" y="191"/>
                    <a:pt x="337" y="191"/>
                  </a:cubicBezTo>
                  <a:cubicBezTo>
                    <a:pt x="337" y="199"/>
                    <a:pt x="330" y="206"/>
                    <a:pt x="322" y="206"/>
                  </a:cubicBezTo>
                  <a:close/>
                  <a:moveTo>
                    <a:pt x="72" y="107"/>
                  </a:moveTo>
                  <a:cubicBezTo>
                    <a:pt x="128" y="107"/>
                    <a:pt x="128" y="107"/>
                    <a:pt x="128" y="107"/>
                  </a:cubicBezTo>
                  <a:cubicBezTo>
                    <a:pt x="128" y="153"/>
                    <a:pt x="128" y="153"/>
                    <a:pt x="128" y="153"/>
                  </a:cubicBezTo>
                  <a:cubicBezTo>
                    <a:pt x="72" y="153"/>
                    <a:pt x="72" y="153"/>
                    <a:pt x="72" y="153"/>
                  </a:cubicBezTo>
                  <a:lnTo>
                    <a:pt x="72" y="107"/>
                  </a:lnTo>
                  <a:close/>
                  <a:moveTo>
                    <a:pt x="138" y="107"/>
                  </a:moveTo>
                  <a:cubicBezTo>
                    <a:pt x="200" y="107"/>
                    <a:pt x="200" y="107"/>
                    <a:pt x="200" y="107"/>
                  </a:cubicBezTo>
                  <a:cubicBezTo>
                    <a:pt x="200" y="153"/>
                    <a:pt x="200" y="153"/>
                    <a:pt x="200" y="153"/>
                  </a:cubicBezTo>
                  <a:cubicBezTo>
                    <a:pt x="138" y="153"/>
                    <a:pt x="138" y="153"/>
                    <a:pt x="138" y="153"/>
                  </a:cubicBezTo>
                  <a:lnTo>
                    <a:pt x="138" y="107"/>
                  </a:lnTo>
                  <a:close/>
                  <a:moveTo>
                    <a:pt x="263" y="153"/>
                  </a:moveTo>
                  <a:cubicBezTo>
                    <a:pt x="210" y="153"/>
                    <a:pt x="210" y="153"/>
                    <a:pt x="210" y="153"/>
                  </a:cubicBezTo>
                  <a:cubicBezTo>
                    <a:pt x="210" y="107"/>
                    <a:pt x="210" y="107"/>
                    <a:pt x="210" y="107"/>
                  </a:cubicBezTo>
                  <a:cubicBezTo>
                    <a:pt x="263" y="107"/>
                    <a:pt x="263" y="107"/>
                    <a:pt x="263" y="107"/>
                  </a:cubicBezTo>
                  <a:lnTo>
                    <a:pt x="263" y="153"/>
                  </a:lnTo>
                  <a:close/>
                  <a:moveTo>
                    <a:pt x="273" y="107"/>
                  </a:moveTo>
                  <a:cubicBezTo>
                    <a:pt x="337" y="107"/>
                    <a:pt x="337" y="107"/>
                    <a:pt x="337" y="107"/>
                  </a:cubicBezTo>
                  <a:cubicBezTo>
                    <a:pt x="337" y="153"/>
                    <a:pt x="337" y="153"/>
                    <a:pt x="337" y="153"/>
                  </a:cubicBezTo>
                  <a:cubicBezTo>
                    <a:pt x="273" y="153"/>
                    <a:pt x="273" y="153"/>
                    <a:pt x="273" y="153"/>
                  </a:cubicBezTo>
                  <a:lnTo>
                    <a:pt x="273" y="107"/>
                  </a:lnTo>
                  <a:close/>
                  <a:moveTo>
                    <a:pt x="210" y="97"/>
                  </a:moveTo>
                  <a:cubicBezTo>
                    <a:pt x="210" y="65"/>
                    <a:pt x="210" y="65"/>
                    <a:pt x="210" y="65"/>
                  </a:cubicBezTo>
                  <a:cubicBezTo>
                    <a:pt x="263" y="65"/>
                    <a:pt x="263" y="65"/>
                    <a:pt x="263" y="65"/>
                  </a:cubicBezTo>
                  <a:cubicBezTo>
                    <a:pt x="263" y="97"/>
                    <a:pt x="263" y="97"/>
                    <a:pt x="263" y="97"/>
                  </a:cubicBezTo>
                  <a:lnTo>
                    <a:pt x="210" y="97"/>
                  </a:lnTo>
                  <a:close/>
                  <a:moveTo>
                    <a:pt x="200" y="97"/>
                  </a:moveTo>
                  <a:cubicBezTo>
                    <a:pt x="138" y="97"/>
                    <a:pt x="138" y="97"/>
                    <a:pt x="138" y="97"/>
                  </a:cubicBezTo>
                  <a:cubicBezTo>
                    <a:pt x="138" y="65"/>
                    <a:pt x="138" y="65"/>
                    <a:pt x="138" y="65"/>
                  </a:cubicBezTo>
                  <a:cubicBezTo>
                    <a:pt x="200" y="65"/>
                    <a:pt x="200" y="65"/>
                    <a:pt x="200" y="65"/>
                  </a:cubicBezTo>
                  <a:lnTo>
                    <a:pt x="200" y="97"/>
                  </a:lnTo>
                  <a:close/>
                  <a:moveTo>
                    <a:pt x="200" y="163"/>
                  </a:moveTo>
                  <a:cubicBezTo>
                    <a:pt x="200" y="206"/>
                    <a:pt x="200" y="206"/>
                    <a:pt x="200" y="206"/>
                  </a:cubicBezTo>
                  <a:cubicBezTo>
                    <a:pt x="138" y="206"/>
                    <a:pt x="138" y="206"/>
                    <a:pt x="138" y="206"/>
                  </a:cubicBezTo>
                  <a:cubicBezTo>
                    <a:pt x="138" y="163"/>
                    <a:pt x="138" y="163"/>
                    <a:pt x="138" y="163"/>
                  </a:cubicBezTo>
                  <a:lnTo>
                    <a:pt x="200" y="163"/>
                  </a:lnTo>
                  <a:close/>
                  <a:moveTo>
                    <a:pt x="210" y="163"/>
                  </a:moveTo>
                  <a:cubicBezTo>
                    <a:pt x="263" y="163"/>
                    <a:pt x="263" y="163"/>
                    <a:pt x="263" y="163"/>
                  </a:cubicBezTo>
                  <a:cubicBezTo>
                    <a:pt x="263" y="206"/>
                    <a:pt x="263" y="206"/>
                    <a:pt x="263" y="206"/>
                  </a:cubicBezTo>
                  <a:cubicBezTo>
                    <a:pt x="210" y="206"/>
                    <a:pt x="210" y="206"/>
                    <a:pt x="210" y="206"/>
                  </a:cubicBezTo>
                  <a:lnTo>
                    <a:pt x="210" y="163"/>
                  </a:lnTo>
                  <a:close/>
                  <a:moveTo>
                    <a:pt x="337" y="97"/>
                  </a:moveTo>
                  <a:cubicBezTo>
                    <a:pt x="273" y="97"/>
                    <a:pt x="273" y="97"/>
                    <a:pt x="273" y="97"/>
                  </a:cubicBezTo>
                  <a:cubicBezTo>
                    <a:pt x="273" y="65"/>
                    <a:pt x="273" y="65"/>
                    <a:pt x="273" y="65"/>
                  </a:cubicBezTo>
                  <a:cubicBezTo>
                    <a:pt x="337" y="65"/>
                    <a:pt x="337" y="65"/>
                    <a:pt x="337" y="65"/>
                  </a:cubicBezTo>
                  <a:lnTo>
                    <a:pt x="337" y="97"/>
                  </a:lnTo>
                  <a:close/>
                  <a:moveTo>
                    <a:pt x="72" y="65"/>
                  </a:moveTo>
                  <a:cubicBezTo>
                    <a:pt x="128" y="65"/>
                    <a:pt x="128" y="65"/>
                    <a:pt x="128" y="65"/>
                  </a:cubicBezTo>
                  <a:cubicBezTo>
                    <a:pt x="128" y="97"/>
                    <a:pt x="128" y="97"/>
                    <a:pt x="128" y="97"/>
                  </a:cubicBezTo>
                  <a:cubicBezTo>
                    <a:pt x="72" y="97"/>
                    <a:pt x="72" y="97"/>
                    <a:pt x="72" y="97"/>
                  </a:cubicBezTo>
                  <a:cubicBezTo>
                    <a:pt x="72" y="87"/>
                    <a:pt x="72" y="87"/>
                    <a:pt x="72" y="87"/>
                  </a:cubicBezTo>
                  <a:lnTo>
                    <a:pt x="72" y="65"/>
                  </a:lnTo>
                  <a:close/>
                  <a:moveTo>
                    <a:pt x="87" y="206"/>
                  </a:moveTo>
                  <a:cubicBezTo>
                    <a:pt x="79" y="206"/>
                    <a:pt x="72" y="199"/>
                    <a:pt x="72" y="191"/>
                  </a:cubicBezTo>
                  <a:cubicBezTo>
                    <a:pt x="72" y="163"/>
                    <a:pt x="72" y="163"/>
                    <a:pt x="72" y="163"/>
                  </a:cubicBezTo>
                  <a:cubicBezTo>
                    <a:pt x="128" y="163"/>
                    <a:pt x="128" y="163"/>
                    <a:pt x="128" y="163"/>
                  </a:cubicBezTo>
                  <a:cubicBezTo>
                    <a:pt x="128" y="206"/>
                    <a:pt x="128" y="206"/>
                    <a:pt x="128" y="206"/>
                  </a:cubicBezTo>
                  <a:lnTo>
                    <a:pt x="87" y="206"/>
                  </a:lnTo>
                  <a:close/>
                  <a:moveTo>
                    <a:pt x="263" y="234"/>
                  </a:moveTo>
                  <a:cubicBezTo>
                    <a:pt x="138" y="234"/>
                    <a:pt x="138" y="234"/>
                    <a:pt x="138" y="234"/>
                  </a:cubicBezTo>
                  <a:cubicBezTo>
                    <a:pt x="138" y="216"/>
                    <a:pt x="138" y="216"/>
                    <a:pt x="138" y="216"/>
                  </a:cubicBezTo>
                  <a:cubicBezTo>
                    <a:pt x="263" y="216"/>
                    <a:pt x="263" y="216"/>
                    <a:pt x="263" y="216"/>
                  </a:cubicBezTo>
                  <a:lnTo>
                    <a:pt x="263" y="234"/>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 name="Oval 253"/>
            <p:cNvSpPr>
              <a:spLocks noChangeArrowheads="1"/>
            </p:cNvSpPr>
            <p:nvPr/>
          </p:nvSpPr>
          <p:spPr bwMode="auto">
            <a:xfrm>
              <a:off x="2506662" y="555626"/>
              <a:ext cx="227013" cy="227012"/>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64" name="Freeform 254"/>
            <p:cNvSpPr>
              <a:spLocks/>
            </p:cNvSpPr>
            <p:nvPr/>
          </p:nvSpPr>
          <p:spPr bwMode="auto">
            <a:xfrm>
              <a:off x="2543175" y="796926"/>
              <a:ext cx="257175" cy="261937"/>
            </a:xfrm>
            <a:custGeom>
              <a:avLst/>
              <a:gdLst>
                <a:gd name="T0" fmla="*/ 89 w 123"/>
                <a:gd name="T1" fmla="*/ 117 h 125"/>
                <a:gd name="T2" fmla="*/ 115 w 123"/>
                <a:gd name="T3" fmla="*/ 117 h 125"/>
                <a:gd name="T4" fmla="*/ 115 w 123"/>
                <a:gd name="T5" fmla="*/ 117 h 125"/>
                <a:gd name="T6" fmla="*/ 116 w 123"/>
                <a:gd name="T7" fmla="*/ 91 h 125"/>
                <a:gd name="T8" fmla="*/ 34 w 123"/>
                <a:gd name="T9" fmla="*/ 8 h 125"/>
                <a:gd name="T10" fmla="*/ 7 w 123"/>
                <a:gd name="T11" fmla="*/ 8 h 125"/>
                <a:gd name="T12" fmla="*/ 7 w 123"/>
                <a:gd name="T13" fmla="*/ 8 h 125"/>
                <a:gd name="T14" fmla="*/ 7 w 123"/>
                <a:gd name="T15" fmla="*/ 34 h 125"/>
                <a:gd name="T16" fmla="*/ 89 w 123"/>
                <a:gd name="T17" fmla="*/ 117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3" h="125">
                  <a:moveTo>
                    <a:pt x="89" y="117"/>
                  </a:moveTo>
                  <a:cubicBezTo>
                    <a:pt x="96" y="124"/>
                    <a:pt x="108" y="125"/>
                    <a:pt x="115" y="117"/>
                  </a:cubicBezTo>
                  <a:cubicBezTo>
                    <a:pt x="115" y="117"/>
                    <a:pt x="115" y="117"/>
                    <a:pt x="115" y="117"/>
                  </a:cubicBezTo>
                  <a:cubicBezTo>
                    <a:pt x="123" y="110"/>
                    <a:pt x="123" y="98"/>
                    <a:pt x="116" y="91"/>
                  </a:cubicBezTo>
                  <a:cubicBezTo>
                    <a:pt x="34" y="8"/>
                    <a:pt x="34" y="8"/>
                    <a:pt x="34" y="8"/>
                  </a:cubicBezTo>
                  <a:cubicBezTo>
                    <a:pt x="26" y="0"/>
                    <a:pt x="15" y="0"/>
                    <a:pt x="7" y="8"/>
                  </a:cubicBezTo>
                  <a:cubicBezTo>
                    <a:pt x="7" y="8"/>
                    <a:pt x="7" y="8"/>
                    <a:pt x="7" y="8"/>
                  </a:cubicBezTo>
                  <a:cubicBezTo>
                    <a:pt x="0" y="15"/>
                    <a:pt x="0" y="27"/>
                    <a:pt x="7" y="34"/>
                  </a:cubicBezTo>
                  <a:lnTo>
                    <a:pt x="89" y="117"/>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65" name="Freeform 255"/>
            <p:cNvSpPr>
              <a:spLocks/>
            </p:cNvSpPr>
            <p:nvPr/>
          </p:nvSpPr>
          <p:spPr bwMode="auto">
            <a:xfrm>
              <a:off x="2711450" y="881063"/>
              <a:ext cx="271463" cy="176212"/>
            </a:xfrm>
            <a:custGeom>
              <a:avLst/>
              <a:gdLst>
                <a:gd name="T0" fmla="*/ 4 w 130"/>
                <a:gd name="T1" fmla="*/ 68 h 84"/>
                <a:gd name="T2" fmla="*/ 33 w 130"/>
                <a:gd name="T3" fmla="*/ 80 h 84"/>
                <a:gd name="T4" fmla="*/ 113 w 130"/>
                <a:gd name="T5" fmla="*/ 45 h 84"/>
                <a:gd name="T6" fmla="*/ 125 w 130"/>
                <a:gd name="T7" fmla="*/ 17 h 84"/>
                <a:gd name="T8" fmla="*/ 125 w 130"/>
                <a:gd name="T9" fmla="*/ 17 h 84"/>
                <a:gd name="T10" fmla="*/ 96 w 130"/>
                <a:gd name="T11" fmla="*/ 5 h 84"/>
                <a:gd name="T12" fmla="*/ 16 w 130"/>
                <a:gd name="T13" fmla="*/ 40 h 84"/>
                <a:gd name="T14" fmla="*/ 4 w 130"/>
                <a:gd name="T15" fmla="*/ 68 h 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0" h="84">
                  <a:moveTo>
                    <a:pt x="4" y="68"/>
                  </a:moveTo>
                  <a:cubicBezTo>
                    <a:pt x="9" y="79"/>
                    <a:pt x="22" y="84"/>
                    <a:pt x="33" y="80"/>
                  </a:cubicBezTo>
                  <a:cubicBezTo>
                    <a:pt x="113" y="45"/>
                    <a:pt x="113" y="45"/>
                    <a:pt x="113" y="45"/>
                  </a:cubicBezTo>
                  <a:cubicBezTo>
                    <a:pt x="124" y="40"/>
                    <a:pt x="130" y="28"/>
                    <a:pt x="125" y="17"/>
                  </a:cubicBezTo>
                  <a:cubicBezTo>
                    <a:pt x="125" y="17"/>
                    <a:pt x="125" y="17"/>
                    <a:pt x="125" y="17"/>
                  </a:cubicBezTo>
                  <a:cubicBezTo>
                    <a:pt x="120" y="6"/>
                    <a:pt x="107" y="0"/>
                    <a:pt x="96" y="5"/>
                  </a:cubicBezTo>
                  <a:cubicBezTo>
                    <a:pt x="16" y="40"/>
                    <a:pt x="16" y="40"/>
                    <a:pt x="16" y="40"/>
                  </a:cubicBezTo>
                  <a:cubicBezTo>
                    <a:pt x="5" y="45"/>
                    <a:pt x="0" y="57"/>
                    <a:pt x="4" y="68"/>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66" name="Freeform 256"/>
            <p:cNvSpPr>
              <a:spLocks/>
            </p:cNvSpPr>
            <p:nvPr/>
          </p:nvSpPr>
          <p:spPr bwMode="auto">
            <a:xfrm>
              <a:off x="2586037" y="1117601"/>
              <a:ext cx="219075" cy="285750"/>
            </a:xfrm>
            <a:custGeom>
              <a:avLst/>
              <a:gdLst>
                <a:gd name="T0" fmla="*/ 15 w 105"/>
                <a:gd name="T1" fmla="*/ 7 h 137"/>
                <a:gd name="T2" fmla="*/ 7 w 105"/>
                <a:gd name="T3" fmla="*/ 40 h 137"/>
                <a:gd name="T4" fmla="*/ 57 w 105"/>
                <a:gd name="T5" fmla="*/ 122 h 137"/>
                <a:gd name="T6" fmla="*/ 90 w 105"/>
                <a:gd name="T7" fmla="*/ 130 h 137"/>
                <a:gd name="T8" fmla="*/ 90 w 105"/>
                <a:gd name="T9" fmla="*/ 130 h 137"/>
                <a:gd name="T10" fmla="*/ 98 w 105"/>
                <a:gd name="T11" fmla="*/ 97 h 137"/>
                <a:gd name="T12" fmla="*/ 48 w 105"/>
                <a:gd name="T13" fmla="*/ 15 h 137"/>
                <a:gd name="T14" fmla="*/ 15 w 105"/>
                <a:gd name="T15" fmla="*/ 7 h 1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 h="137">
                  <a:moveTo>
                    <a:pt x="15" y="7"/>
                  </a:moveTo>
                  <a:cubicBezTo>
                    <a:pt x="3" y="14"/>
                    <a:pt x="0" y="28"/>
                    <a:pt x="7" y="40"/>
                  </a:cubicBezTo>
                  <a:cubicBezTo>
                    <a:pt x="57" y="122"/>
                    <a:pt x="57" y="122"/>
                    <a:pt x="57" y="122"/>
                  </a:cubicBezTo>
                  <a:cubicBezTo>
                    <a:pt x="64" y="134"/>
                    <a:pt x="79" y="137"/>
                    <a:pt x="90" y="130"/>
                  </a:cubicBezTo>
                  <a:cubicBezTo>
                    <a:pt x="90" y="130"/>
                    <a:pt x="90" y="130"/>
                    <a:pt x="90" y="130"/>
                  </a:cubicBezTo>
                  <a:cubicBezTo>
                    <a:pt x="102" y="123"/>
                    <a:pt x="105" y="108"/>
                    <a:pt x="98" y="97"/>
                  </a:cubicBezTo>
                  <a:cubicBezTo>
                    <a:pt x="48" y="15"/>
                    <a:pt x="48" y="15"/>
                    <a:pt x="48" y="15"/>
                  </a:cubicBezTo>
                  <a:cubicBezTo>
                    <a:pt x="41" y="3"/>
                    <a:pt x="26" y="0"/>
                    <a:pt x="15" y="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67" name="Freeform 257"/>
            <p:cNvSpPr>
              <a:spLocks/>
            </p:cNvSpPr>
            <p:nvPr/>
          </p:nvSpPr>
          <p:spPr bwMode="auto">
            <a:xfrm>
              <a:off x="2698750" y="1304926"/>
              <a:ext cx="149225" cy="307975"/>
            </a:xfrm>
            <a:custGeom>
              <a:avLst/>
              <a:gdLst>
                <a:gd name="T0" fmla="*/ 22 w 72"/>
                <a:gd name="T1" fmla="*/ 2 h 147"/>
                <a:gd name="T2" fmla="*/ 3 w 72"/>
                <a:gd name="T3" fmla="*/ 31 h 147"/>
                <a:gd name="T4" fmla="*/ 22 w 72"/>
                <a:gd name="T5" fmla="*/ 126 h 147"/>
                <a:gd name="T6" fmla="*/ 51 w 72"/>
                <a:gd name="T7" fmla="*/ 144 h 147"/>
                <a:gd name="T8" fmla="*/ 51 w 72"/>
                <a:gd name="T9" fmla="*/ 144 h 147"/>
                <a:gd name="T10" fmla="*/ 69 w 72"/>
                <a:gd name="T11" fmla="*/ 116 h 147"/>
                <a:gd name="T12" fmla="*/ 50 w 72"/>
                <a:gd name="T13" fmla="*/ 21 h 147"/>
                <a:gd name="T14" fmla="*/ 22 w 72"/>
                <a:gd name="T15" fmla="*/ 2 h 1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2" h="147">
                  <a:moveTo>
                    <a:pt x="22" y="2"/>
                  </a:moveTo>
                  <a:cubicBezTo>
                    <a:pt x="9" y="5"/>
                    <a:pt x="0" y="18"/>
                    <a:pt x="3" y="31"/>
                  </a:cubicBezTo>
                  <a:cubicBezTo>
                    <a:pt x="22" y="126"/>
                    <a:pt x="22" y="126"/>
                    <a:pt x="22" y="126"/>
                  </a:cubicBezTo>
                  <a:cubicBezTo>
                    <a:pt x="25" y="139"/>
                    <a:pt x="38" y="147"/>
                    <a:pt x="51" y="144"/>
                  </a:cubicBezTo>
                  <a:cubicBezTo>
                    <a:pt x="51" y="144"/>
                    <a:pt x="51" y="144"/>
                    <a:pt x="51" y="144"/>
                  </a:cubicBezTo>
                  <a:cubicBezTo>
                    <a:pt x="64" y="142"/>
                    <a:pt x="72" y="129"/>
                    <a:pt x="69" y="116"/>
                  </a:cubicBezTo>
                  <a:cubicBezTo>
                    <a:pt x="50" y="21"/>
                    <a:pt x="50" y="21"/>
                    <a:pt x="50" y="21"/>
                  </a:cubicBezTo>
                  <a:cubicBezTo>
                    <a:pt x="47" y="8"/>
                    <a:pt x="35" y="0"/>
                    <a:pt x="22" y="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68" name="Freeform 258"/>
            <p:cNvSpPr>
              <a:spLocks/>
            </p:cNvSpPr>
            <p:nvPr/>
          </p:nvSpPr>
          <p:spPr bwMode="auto">
            <a:xfrm>
              <a:off x="2513012" y="1120776"/>
              <a:ext cx="119063" cy="307975"/>
            </a:xfrm>
            <a:custGeom>
              <a:avLst/>
              <a:gdLst>
                <a:gd name="T0" fmla="*/ 34 w 57"/>
                <a:gd name="T1" fmla="*/ 1 h 147"/>
                <a:gd name="T2" fmla="*/ 8 w 57"/>
                <a:gd name="T3" fmla="*/ 23 h 147"/>
                <a:gd name="T4" fmla="*/ 1 w 57"/>
                <a:gd name="T5" fmla="*/ 120 h 147"/>
                <a:gd name="T6" fmla="*/ 23 w 57"/>
                <a:gd name="T7" fmla="*/ 146 h 147"/>
                <a:gd name="T8" fmla="*/ 23 w 57"/>
                <a:gd name="T9" fmla="*/ 146 h 147"/>
                <a:gd name="T10" fmla="*/ 49 w 57"/>
                <a:gd name="T11" fmla="*/ 124 h 147"/>
                <a:gd name="T12" fmla="*/ 56 w 57"/>
                <a:gd name="T13" fmla="*/ 27 h 147"/>
                <a:gd name="T14" fmla="*/ 34 w 57"/>
                <a:gd name="T15" fmla="*/ 1 h 1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147">
                  <a:moveTo>
                    <a:pt x="34" y="1"/>
                  </a:moveTo>
                  <a:cubicBezTo>
                    <a:pt x="20" y="0"/>
                    <a:pt x="9" y="10"/>
                    <a:pt x="8" y="23"/>
                  </a:cubicBezTo>
                  <a:cubicBezTo>
                    <a:pt x="1" y="120"/>
                    <a:pt x="1" y="120"/>
                    <a:pt x="1" y="120"/>
                  </a:cubicBezTo>
                  <a:cubicBezTo>
                    <a:pt x="0" y="133"/>
                    <a:pt x="10" y="145"/>
                    <a:pt x="23" y="146"/>
                  </a:cubicBezTo>
                  <a:cubicBezTo>
                    <a:pt x="23" y="146"/>
                    <a:pt x="23" y="146"/>
                    <a:pt x="23" y="146"/>
                  </a:cubicBezTo>
                  <a:cubicBezTo>
                    <a:pt x="36" y="147"/>
                    <a:pt x="48" y="137"/>
                    <a:pt x="49" y="124"/>
                  </a:cubicBezTo>
                  <a:cubicBezTo>
                    <a:pt x="56" y="27"/>
                    <a:pt x="56" y="27"/>
                    <a:pt x="56" y="27"/>
                  </a:cubicBezTo>
                  <a:cubicBezTo>
                    <a:pt x="57" y="14"/>
                    <a:pt x="47" y="2"/>
                    <a:pt x="34" y="1"/>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69" name="Freeform 259"/>
            <p:cNvSpPr>
              <a:spLocks/>
            </p:cNvSpPr>
            <p:nvPr/>
          </p:nvSpPr>
          <p:spPr bwMode="auto">
            <a:xfrm>
              <a:off x="2420937" y="1331913"/>
              <a:ext cx="198438" cy="300037"/>
            </a:xfrm>
            <a:custGeom>
              <a:avLst/>
              <a:gdLst>
                <a:gd name="T0" fmla="*/ 77 w 95"/>
                <a:gd name="T1" fmla="*/ 6 h 143"/>
                <a:gd name="T2" fmla="*/ 46 w 95"/>
                <a:gd name="T3" fmla="*/ 18 h 143"/>
                <a:gd name="T4" fmla="*/ 6 w 95"/>
                <a:gd name="T5" fmla="*/ 106 h 143"/>
                <a:gd name="T6" fmla="*/ 18 w 95"/>
                <a:gd name="T7" fmla="*/ 138 h 143"/>
                <a:gd name="T8" fmla="*/ 18 w 95"/>
                <a:gd name="T9" fmla="*/ 138 h 143"/>
                <a:gd name="T10" fmla="*/ 49 w 95"/>
                <a:gd name="T11" fmla="*/ 126 h 143"/>
                <a:gd name="T12" fmla="*/ 89 w 95"/>
                <a:gd name="T13" fmla="*/ 37 h 143"/>
                <a:gd name="T14" fmla="*/ 77 w 95"/>
                <a:gd name="T15" fmla="*/ 6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5" h="143">
                  <a:moveTo>
                    <a:pt x="77" y="6"/>
                  </a:moveTo>
                  <a:cubicBezTo>
                    <a:pt x="65" y="0"/>
                    <a:pt x="51" y="5"/>
                    <a:pt x="46" y="18"/>
                  </a:cubicBezTo>
                  <a:cubicBezTo>
                    <a:pt x="6" y="106"/>
                    <a:pt x="6" y="106"/>
                    <a:pt x="6" y="106"/>
                  </a:cubicBezTo>
                  <a:cubicBezTo>
                    <a:pt x="0" y="118"/>
                    <a:pt x="6" y="132"/>
                    <a:pt x="18" y="138"/>
                  </a:cubicBezTo>
                  <a:cubicBezTo>
                    <a:pt x="18" y="138"/>
                    <a:pt x="18" y="138"/>
                    <a:pt x="18" y="138"/>
                  </a:cubicBezTo>
                  <a:cubicBezTo>
                    <a:pt x="30" y="143"/>
                    <a:pt x="44" y="138"/>
                    <a:pt x="49" y="126"/>
                  </a:cubicBezTo>
                  <a:cubicBezTo>
                    <a:pt x="89" y="37"/>
                    <a:pt x="89" y="37"/>
                    <a:pt x="89" y="37"/>
                  </a:cubicBezTo>
                  <a:cubicBezTo>
                    <a:pt x="95" y="25"/>
                    <a:pt x="89" y="11"/>
                    <a:pt x="77" y="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70" name="Freeform 260"/>
            <p:cNvSpPr>
              <a:spLocks/>
            </p:cNvSpPr>
            <p:nvPr/>
          </p:nvSpPr>
          <p:spPr bwMode="auto">
            <a:xfrm>
              <a:off x="2528887" y="787401"/>
              <a:ext cx="171450" cy="452437"/>
            </a:xfrm>
            <a:custGeom>
              <a:avLst/>
              <a:gdLst>
                <a:gd name="T0" fmla="*/ 82 w 82"/>
                <a:gd name="T1" fmla="*/ 176 h 217"/>
                <a:gd name="T2" fmla="*/ 41 w 82"/>
                <a:gd name="T3" fmla="*/ 217 h 217"/>
                <a:gd name="T4" fmla="*/ 41 w 82"/>
                <a:gd name="T5" fmla="*/ 217 h 217"/>
                <a:gd name="T6" fmla="*/ 0 w 82"/>
                <a:gd name="T7" fmla="*/ 176 h 217"/>
                <a:gd name="T8" fmla="*/ 0 w 82"/>
                <a:gd name="T9" fmla="*/ 41 h 217"/>
                <a:gd name="T10" fmla="*/ 41 w 82"/>
                <a:gd name="T11" fmla="*/ 0 h 217"/>
                <a:gd name="T12" fmla="*/ 41 w 82"/>
                <a:gd name="T13" fmla="*/ 0 h 217"/>
                <a:gd name="T14" fmla="*/ 82 w 82"/>
                <a:gd name="T15" fmla="*/ 41 h 217"/>
                <a:gd name="T16" fmla="*/ 82 w 82"/>
                <a:gd name="T17" fmla="*/ 176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 h="217">
                  <a:moveTo>
                    <a:pt x="82" y="176"/>
                  </a:moveTo>
                  <a:cubicBezTo>
                    <a:pt x="82" y="198"/>
                    <a:pt x="64" y="217"/>
                    <a:pt x="41" y="217"/>
                  </a:cubicBezTo>
                  <a:cubicBezTo>
                    <a:pt x="41" y="217"/>
                    <a:pt x="41" y="217"/>
                    <a:pt x="41" y="217"/>
                  </a:cubicBezTo>
                  <a:cubicBezTo>
                    <a:pt x="18" y="217"/>
                    <a:pt x="0" y="198"/>
                    <a:pt x="0" y="176"/>
                  </a:cubicBezTo>
                  <a:cubicBezTo>
                    <a:pt x="0" y="41"/>
                    <a:pt x="0" y="41"/>
                    <a:pt x="0" y="41"/>
                  </a:cubicBezTo>
                  <a:cubicBezTo>
                    <a:pt x="0" y="18"/>
                    <a:pt x="18" y="0"/>
                    <a:pt x="41" y="0"/>
                  </a:cubicBezTo>
                  <a:cubicBezTo>
                    <a:pt x="41" y="0"/>
                    <a:pt x="41" y="0"/>
                    <a:pt x="41" y="0"/>
                  </a:cubicBezTo>
                  <a:cubicBezTo>
                    <a:pt x="64" y="0"/>
                    <a:pt x="82" y="18"/>
                    <a:pt x="82" y="41"/>
                  </a:cubicBezTo>
                  <a:lnTo>
                    <a:pt x="82" y="176"/>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71" name="Freeform 261"/>
            <p:cNvSpPr>
              <a:spLocks/>
            </p:cNvSpPr>
            <p:nvPr/>
          </p:nvSpPr>
          <p:spPr bwMode="auto">
            <a:xfrm>
              <a:off x="2365375" y="584201"/>
              <a:ext cx="158750" cy="190500"/>
            </a:xfrm>
            <a:custGeom>
              <a:avLst/>
              <a:gdLst>
                <a:gd name="T0" fmla="*/ 76 w 76"/>
                <a:gd name="T1" fmla="*/ 27 h 91"/>
                <a:gd name="T2" fmla="*/ 61 w 76"/>
                <a:gd name="T3" fmla="*/ 27 h 91"/>
                <a:gd name="T4" fmla="*/ 13 w 76"/>
                <a:gd name="T5" fmla="*/ 34 h 91"/>
                <a:gd name="T6" fmla="*/ 23 w 76"/>
                <a:gd name="T7" fmla="*/ 91 h 91"/>
                <a:gd name="T8" fmla="*/ 51 w 76"/>
                <a:gd name="T9" fmla="*/ 49 h 91"/>
                <a:gd name="T10" fmla="*/ 63 w 76"/>
                <a:gd name="T11" fmla="*/ 39 h 91"/>
                <a:gd name="T12" fmla="*/ 76 w 76"/>
                <a:gd name="T13" fmla="*/ 39 h 91"/>
                <a:gd name="T14" fmla="*/ 76 w 76"/>
                <a:gd name="T15" fmla="*/ 27 h 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91">
                  <a:moveTo>
                    <a:pt x="76" y="27"/>
                  </a:moveTo>
                  <a:cubicBezTo>
                    <a:pt x="61" y="27"/>
                    <a:pt x="61" y="27"/>
                    <a:pt x="61" y="27"/>
                  </a:cubicBezTo>
                  <a:cubicBezTo>
                    <a:pt x="59" y="21"/>
                    <a:pt x="27" y="0"/>
                    <a:pt x="13" y="34"/>
                  </a:cubicBezTo>
                  <a:cubicBezTo>
                    <a:pt x="0" y="68"/>
                    <a:pt x="23" y="91"/>
                    <a:pt x="23" y="91"/>
                  </a:cubicBezTo>
                  <a:cubicBezTo>
                    <a:pt x="16" y="68"/>
                    <a:pt x="38" y="51"/>
                    <a:pt x="51" y="49"/>
                  </a:cubicBezTo>
                  <a:cubicBezTo>
                    <a:pt x="59" y="47"/>
                    <a:pt x="63" y="45"/>
                    <a:pt x="63" y="39"/>
                  </a:cubicBezTo>
                  <a:cubicBezTo>
                    <a:pt x="76" y="39"/>
                    <a:pt x="76" y="39"/>
                    <a:pt x="76" y="39"/>
                  </a:cubicBezTo>
                  <a:lnTo>
                    <a:pt x="76" y="27"/>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272" name="组合 271"/>
          <p:cNvGrpSpPr/>
          <p:nvPr/>
        </p:nvGrpSpPr>
        <p:grpSpPr>
          <a:xfrm>
            <a:off x="1738312" y="3422651"/>
            <a:ext cx="3778250" cy="1363662"/>
            <a:chOff x="1738312" y="3422651"/>
            <a:chExt cx="3778250" cy="1363662"/>
          </a:xfrm>
        </p:grpSpPr>
        <p:sp>
          <p:nvSpPr>
            <p:cNvPr id="273" name="Freeform 262"/>
            <p:cNvSpPr>
              <a:spLocks noEditPoints="1"/>
            </p:cNvSpPr>
            <p:nvPr/>
          </p:nvSpPr>
          <p:spPr bwMode="auto">
            <a:xfrm>
              <a:off x="1738312" y="4175126"/>
              <a:ext cx="654050" cy="603250"/>
            </a:xfrm>
            <a:custGeom>
              <a:avLst/>
              <a:gdLst>
                <a:gd name="T0" fmla="*/ 313 w 313"/>
                <a:gd name="T1" fmla="*/ 172 h 289"/>
                <a:gd name="T2" fmla="*/ 65 w 313"/>
                <a:gd name="T3" fmla="*/ 49 h 289"/>
                <a:gd name="T4" fmla="*/ 60 w 313"/>
                <a:gd name="T5" fmla="*/ 7 h 289"/>
                <a:gd name="T6" fmla="*/ 11 w 313"/>
                <a:gd name="T7" fmla="*/ 0 h 289"/>
                <a:gd name="T8" fmla="*/ 11 w 313"/>
                <a:gd name="T9" fmla="*/ 23 h 289"/>
                <a:gd name="T10" fmla="*/ 56 w 313"/>
                <a:gd name="T11" fmla="*/ 16 h 289"/>
                <a:gd name="T12" fmla="*/ 56 w 313"/>
                <a:gd name="T13" fmla="*/ 79 h 289"/>
                <a:gd name="T14" fmla="*/ 79 w 313"/>
                <a:gd name="T15" fmla="*/ 195 h 289"/>
                <a:gd name="T16" fmla="*/ 115 w 313"/>
                <a:gd name="T17" fmla="*/ 212 h 289"/>
                <a:gd name="T18" fmla="*/ 56 w 313"/>
                <a:gd name="T19" fmla="*/ 230 h 289"/>
                <a:gd name="T20" fmla="*/ 108 w 313"/>
                <a:gd name="T21" fmla="*/ 248 h 289"/>
                <a:gd name="T22" fmla="*/ 120 w 313"/>
                <a:gd name="T23" fmla="*/ 289 h 289"/>
                <a:gd name="T24" fmla="*/ 132 w 313"/>
                <a:gd name="T25" fmla="*/ 248 h 289"/>
                <a:gd name="T26" fmla="*/ 219 w 313"/>
                <a:gd name="T27" fmla="*/ 267 h 289"/>
                <a:gd name="T28" fmla="*/ 264 w 313"/>
                <a:gd name="T29" fmla="*/ 267 h 289"/>
                <a:gd name="T30" fmla="*/ 309 w 313"/>
                <a:gd name="T31" fmla="*/ 248 h 289"/>
                <a:gd name="T32" fmla="*/ 74 w 313"/>
                <a:gd name="T33" fmla="*/ 239 h 289"/>
                <a:gd name="T34" fmla="*/ 74 w 313"/>
                <a:gd name="T35" fmla="*/ 221 h 289"/>
                <a:gd name="T36" fmla="*/ 309 w 313"/>
                <a:gd name="T37" fmla="*/ 212 h 289"/>
                <a:gd name="T38" fmla="*/ 246 w 313"/>
                <a:gd name="T39" fmla="*/ 195 h 289"/>
                <a:gd name="T40" fmla="*/ 120 w 313"/>
                <a:gd name="T41" fmla="*/ 280 h 289"/>
                <a:gd name="T42" fmla="*/ 120 w 313"/>
                <a:gd name="T43" fmla="*/ 254 h 289"/>
                <a:gd name="T44" fmla="*/ 120 w 313"/>
                <a:gd name="T45" fmla="*/ 280 h 289"/>
                <a:gd name="T46" fmla="*/ 228 w 313"/>
                <a:gd name="T47" fmla="*/ 267 h 289"/>
                <a:gd name="T48" fmla="*/ 255 w 313"/>
                <a:gd name="T49" fmla="*/ 267 h 289"/>
                <a:gd name="T50" fmla="*/ 290 w 313"/>
                <a:gd name="T51" fmla="*/ 186 h 289"/>
                <a:gd name="T52" fmla="*/ 246 w 313"/>
                <a:gd name="T53" fmla="*/ 147 h 289"/>
                <a:gd name="T54" fmla="*/ 304 w 313"/>
                <a:gd name="T55" fmla="*/ 172 h 289"/>
                <a:gd name="T56" fmla="*/ 65 w 313"/>
                <a:gd name="T57" fmla="*/ 97 h 289"/>
                <a:gd name="T58" fmla="*/ 115 w 313"/>
                <a:gd name="T59" fmla="*/ 138 h 289"/>
                <a:gd name="T60" fmla="*/ 65 w 313"/>
                <a:gd name="T61" fmla="*/ 97 h 289"/>
                <a:gd name="T62" fmla="*/ 180 w 313"/>
                <a:gd name="T63" fmla="*/ 97 h 289"/>
                <a:gd name="T64" fmla="*/ 124 w 313"/>
                <a:gd name="T65" fmla="*/ 138 h 289"/>
                <a:gd name="T66" fmla="*/ 237 w 313"/>
                <a:gd name="T67" fmla="*/ 138 h 289"/>
                <a:gd name="T68" fmla="*/ 189 w 313"/>
                <a:gd name="T69" fmla="*/ 97 h 289"/>
                <a:gd name="T70" fmla="*/ 237 w 313"/>
                <a:gd name="T71" fmla="*/ 138 h 289"/>
                <a:gd name="T72" fmla="*/ 304 w 313"/>
                <a:gd name="T73" fmla="*/ 97 h 289"/>
                <a:gd name="T74" fmla="*/ 246 w 313"/>
                <a:gd name="T75" fmla="*/ 138 h 289"/>
                <a:gd name="T76" fmla="*/ 189 w 313"/>
                <a:gd name="T77" fmla="*/ 88 h 289"/>
                <a:gd name="T78" fmla="*/ 237 w 313"/>
                <a:gd name="T79" fmla="*/ 58 h 289"/>
                <a:gd name="T80" fmla="*/ 189 w 313"/>
                <a:gd name="T81" fmla="*/ 88 h 289"/>
                <a:gd name="T82" fmla="*/ 124 w 313"/>
                <a:gd name="T83" fmla="*/ 88 h 289"/>
                <a:gd name="T84" fmla="*/ 180 w 313"/>
                <a:gd name="T85" fmla="*/ 58 h 289"/>
                <a:gd name="T86" fmla="*/ 180 w 313"/>
                <a:gd name="T87" fmla="*/ 147 h 289"/>
                <a:gd name="T88" fmla="*/ 124 w 313"/>
                <a:gd name="T89" fmla="*/ 186 h 289"/>
                <a:gd name="T90" fmla="*/ 180 w 313"/>
                <a:gd name="T91" fmla="*/ 147 h 289"/>
                <a:gd name="T92" fmla="*/ 237 w 313"/>
                <a:gd name="T93" fmla="*/ 147 h 289"/>
                <a:gd name="T94" fmla="*/ 189 w 313"/>
                <a:gd name="T95" fmla="*/ 186 h 289"/>
                <a:gd name="T96" fmla="*/ 304 w 313"/>
                <a:gd name="T97" fmla="*/ 88 h 289"/>
                <a:gd name="T98" fmla="*/ 246 w 313"/>
                <a:gd name="T99" fmla="*/ 58 h 289"/>
                <a:gd name="T100" fmla="*/ 304 w 313"/>
                <a:gd name="T101" fmla="*/ 88 h 289"/>
                <a:gd name="T102" fmla="*/ 115 w 313"/>
                <a:gd name="T103" fmla="*/ 58 h 289"/>
                <a:gd name="T104" fmla="*/ 65 w 313"/>
                <a:gd name="T105" fmla="*/ 88 h 289"/>
                <a:gd name="T106" fmla="*/ 65 w 313"/>
                <a:gd name="T107" fmla="*/ 58 h 289"/>
                <a:gd name="T108" fmla="*/ 65 w 313"/>
                <a:gd name="T109" fmla="*/ 172 h 289"/>
                <a:gd name="T110" fmla="*/ 115 w 313"/>
                <a:gd name="T111" fmla="*/ 147 h 289"/>
                <a:gd name="T112" fmla="*/ 79 w 313"/>
                <a:gd name="T113" fmla="*/ 186 h 289"/>
                <a:gd name="T114" fmla="*/ 124 w 313"/>
                <a:gd name="T115" fmla="*/ 212 h 289"/>
                <a:gd name="T116" fmla="*/ 237 w 313"/>
                <a:gd name="T117" fmla="*/ 195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13" h="289">
                  <a:moveTo>
                    <a:pt x="290" y="195"/>
                  </a:moveTo>
                  <a:cubicBezTo>
                    <a:pt x="303" y="195"/>
                    <a:pt x="313" y="185"/>
                    <a:pt x="313" y="172"/>
                  </a:cubicBezTo>
                  <a:cubicBezTo>
                    <a:pt x="313" y="49"/>
                    <a:pt x="313" y="49"/>
                    <a:pt x="313" y="49"/>
                  </a:cubicBezTo>
                  <a:cubicBezTo>
                    <a:pt x="65" y="49"/>
                    <a:pt x="65" y="49"/>
                    <a:pt x="65" y="49"/>
                  </a:cubicBezTo>
                  <a:cubicBezTo>
                    <a:pt x="65" y="12"/>
                    <a:pt x="65" y="12"/>
                    <a:pt x="65" y="12"/>
                  </a:cubicBezTo>
                  <a:cubicBezTo>
                    <a:pt x="65" y="9"/>
                    <a:pt x="63" y="7"/>
                    <a:pt x="60" y="7"/>
                  </a:cubicBezTo>
                  <a:cubicBezTo>
                    <a:pt x="22" y="7"/>
                    <a:pt x="22" y="7"/>
                    <a:pt x="22" y="7"/>
                  </a:cubicBezTo>
                  <a:cubicBezTo>
                    <a:pt x="20" y="3"/>
                    <a:pt x="16" y="0"/>
                    <a:pt x="11" y="0"/>
                  </a:cubicBezTo>
                  <a:cubicBezTo>
                    <a:pt x="5" y="0"/>
                    <a:pt x="0" y="5"/>
                    <a:pt x="0" y="12"/>
                  </a:cubicBezTo>
                  <a:cubicBezTo>
                    <a:pt x="0" y="18"/>
                    <a:pt x="5" y="23"/>
                    <a:pt x="11" y="23"/>
                  </a:cubicBezTo>
                  <a:cubicBezTo>
                    <a:pt x="16" y="23"/>
                    <a:pt x="20" y="20"/>
                    <a:pt x="22" y="16"/>
                  </a:cubicBezTo>
                  <a:cubicBezTo>
                    <a:pt x="56" y="16"/>
                    <a:pt x="56" y="16"/>
                    <a:pt x="56" y="16"/>
                  </a:cubicBezTo>
                  <a:cubicBezTo>
                    <a:pt x="56" y="49"/>
                    <a:pt x="56" y="49"/>
                    <a:pt x="56" y="49"/>
                  </a:cubicBezTo>
                  <a:cubicBezTo>
                    <a:pt x="56" y="79"/>
                    <a:pt x="56" y="79"/>
                    <a:pt x="56" y="79"/>
                  </a:cubicBezTo>
                  <a:cubicBezTo>
                    <a:pt x="56" y="172"/>
                    <a:pt x="56" y="172"/>
                    <a:pt x="56" y="172"/>
                  </a:cubicBezTo>
                  <a:cubicBezTo>
                    <a:pt x="56" y="185"/>
                    <a:pt x="66" y="195"/>
                    <a:pt x="79" y="195"/>
                  </a:cubicBezTo>
                  <a:cubicBezTo>
                    <a:pt x="115" y="195"/>
                    <a:pt x="115" y="195"/>
                    <a:pt x="115" y="195"/>
                  </a:cubicBezTo>
                  <a:cubicBezTo>
                    <a:pt x="115" y="212"/>
                    <a:pt x="115" y="212"/>
                    <a:pt x="115" y="212"/>
                  </a:cubicBezTo>
                  <a:cubicBezTo>
                    <a:pt x="74" y="212"/>
                    <a:pt x="74" y="212"/>
                    <a:pt x="74" y="212"/>
                  </a:cubicBezTo>
                  <a:cubicBezTo>
                    <a:pt x="64" y="212"/>
                    <a:pt x="56" y="220"/>
                    <a:pt x="56" y="230"/>
                  </a:cubicBezTo>
                  <a:cubicBezTo>
                    <a:pt x="56" y="240"/>
                    <a:pt x="64" y="248"/>
                    <a:pt x="74" y="248"/>
                  </a:cubicBezTo>
                  <a:cubicBezTo>
                    <a:pt x="108" y="248"/>
                    <a:pt x="108" y="248"/>
                    <a:pt x="108" y="248"/>
                  </a:cubicBezTo>
                  <a:cubicBezTo>
                    <a:pt x="102" y="252"/>
                    <a:pt x="97" y="259"/>
                    <a:pt x="97" y="267"/>
                  </a:cubicBezTo>
                  <a:cubicBezTo>
                    <a:pt x="97" y="279"/>
                    <a:pt x="107" y="289"/>
                    <a:pt x="120" y="289"/>
                  </a:cubicBezTo>
                  <a:cubicBezTo>
                    <a:pt x="132" y="289"/>
                    <a:pt x="142" y="279"/>
                    <a:pt x="142" y="267"/>
                  </a:cubicBezTo>
                  <a:cubicBezTo>
                    <a:pt x="142" y="259"/>
                    <a:pt x="138" y="252"/>
                    <a:pt x="132" y="248"/>
                  </a:cubicBezTo>
                  <a:cubicBezTo>
                    <a:pt x="230" y="248"/>
                    <a:pt x="230" y="248"/>
                    <a:pt x="230" y="248"/>
                  </a:cubicBezTo>
                  <a:cubicBezTo>
                    <a:pt x="223" y="252"/>
                    <a:pt x="219" y="259"/>
                    <a:pt x="219" y="267"/>
                  </a:cubicBezTo>
                  <a:cubicBezTo>
                    <a:pt x="219" y="279"/>
                    <a:pt x="229" y="289"/>
                    <a:pt x="242" y="289"/>
                  </a:cubicBezTo>
                  <a:cubicBezTo>
                    <a:pt x="254" y="289"/>
                    <a:pt x="264" y="279"/>
                    <a:pt x="264" y="267"/>
                  </a:cubicBezTo>
                  <a:cubicBezTo>
                    <a:pt x="264" y="259"/>
                    <a:pt x="260" y="252"/>
                    <a:pt x="253" y="248"/>
                  </a:cubicBezTo>
                  <a:cubicBezTo>
                    <a:pt x="309" y="248"/>
                    <a:pt x="309" y="248"/>
                    <a:pt x="309" y="248"/>
                  </a:cubicBezTo>
                  <a:cubicBezTo>
                    <a:pt x="309" y="239"/>
                    <a:pt x="309" y="239"/>
                    <a:pt x="309" y="239"/>
                  </a:cubicBezTo>
                  <a:cubicBezTo>
                    <a:pt x="74" y="239"/>
                    <a:pt x="74" y="239"/>
                    <a:pt x="74" y="239"/>
                  </a:cubicBezTo>
                  <a:cubicBezTo>
                    <a:pt x="69" y="239"/>
                    <a:pt x="65" y="235"/>
                    <a:pt x="65" y="230"/>
                  </a:cubicBezTo>
                  <a:cubicBezTo>
                    <a:pt x="65" y="225"/>
                    <a:pt x="69" y="221"/>
                    <a:pt x="74" y="221"/>
                  </a:cubicBezTo>
                  <a:cubicBezTo>
                    <a:pt x="309" y="221"/>
                    <a:pt x="309" y="221"/>
                    <a:pt x="309" y="221"/>
                  </a:cubicBezTo>
                  <a:cubicBezTo>
                    <a:pt x="309" y="212"/>
                    <a:pt x="309" y="212"/>
                    <a:pt x="309" y="212"/>
                  </a:cubicBezTo>
                  <a:cubicBezTo>
                    <a:pt x="246" y="212"/>
                    <a:pt x="246" y="212"/>
                    <a:pt x="246" y="212"/>
                  </a:cubicBezTo>
                  <a:cubicBezTo>
                    <a:pt x="246" y="195"/>
                    <a:pt x="246" y="195"/>
                    <a:pt x="246" y="195"/>
                  </a:cubicBezTo>
                  <a:lnTo>
                    <a:pt x="290" y="195"/>
                  </a:lnTo>
                  <a:close/>
                  <a:moveTo>
                    <a:pt x="120" y="280"/>
                  </a:moveTo>
                  <a:cubicBezTo>
                    <a:pt x="113" y="280"/>
                    <a:pt x="107" y="274"/>
                    <a:pt x="107" y="267"/>
                  </a:cubicBezTo>
                  <a:cubicBezTo>
                    <a:pt x="107" y="260"/>
                    <a:pt x="113" y="254"/>
                    <a:pt x="120" y="254"/>
                  </a:cubicBezTo>
                  <a:cubicBezTo>
                    <a:pt x="127" y="254"/>
                    <a:pt x="133" y="260"/>
                    <a:pt x="133" y="267"/>
                  </a:cubicBezTo>
                  <a:cubicBezTo>
                    <a:pt x="133" y="274"/>
                    <a:pt x="127" y="280"/>
                    <a:pt x="120" y="280"/>
                  </a:cubicBezTo>
                  <a:close/>
                  <a:moveTo>
                    <a:pt x="242" y="280"/>
                  </a:moveTo>
                  <a:cubicBezTo>
                    <a:pt x="234" y="280"/>
                    <a:pt x="228" y="274"/>
                    <a:pt x="228" y="267"/>
                  </a:cubicBezTo>
                  <a:cubicBezTo>
                    <a:pt x="228" y="260"/>
                    <a:pt x="234" y="254"/>
                    <a:pt x="242" y="254"/>
                  </a:cubicBezTo>
                  <a:cubicBezTo>
                    <a:pt x="249" y="254"/>
                    <a:pt x="255" y="260"/>
                    <a:pt x="255" y="267"/>
                  </a:cubicBezTo>
                  <a:cubicBezTo>
                    <a:pt x="255" y="274"/>
                    <a:pt x="249" y="280"/>
                    <a:pt x="242" y="280"/>
                  </a:cubicBezTo>
                  <a:close/>
                  <a:moveTo>
                    <a:pt x="290" y="186"/>
                  </a:moveTo>
                  <a:cubicBezTo>
                    <a:pt x="246" y="186"/>
                    <a:pt x="246" y="186"/>
                    <a:pt x="246" y="186"/>
                  </a:cubicBezTo>
                  <a:cubicBezTo>
                    <a:pt x="246" y="147"/>
                    <a:pt x="246" y="147"/>
                    <a:pt x="246" y="147"/>
                  </a:cubicBezTo>
                  <a:cubicBezTo>
                    <a:pt x="304" y="147"/>
                    <a:pt x="304" y="147"/>
                    <a:pt x="304" y="147"/>
                  </a:cubicBezTo>
                  <a:cubicBezTo>
                    <a:pt x="304" y="172"/>
                    <a:pt x="304" y="172"/>
                    <a:pt x="304" y="172"/>
                  </a:cubicBezTo>
                  <a:cubicBezTo>
                    <a:pt x="304" y="180"/>
                    <a:pt x="298" y="186"/>
                    <a:pt x="290" y="186"/>
                  </a:cubicBezTo>
                  <a:close/>
                  <a:moveTo>
                    <a:pt x="65" y="97"/>
                  </a:moveTo>
                  <a:cubicBezTo>
                    <a:pt x="115" y="97"/>
                    <a:pt x="115" y="97"/>
                    <a:pt x="115" y="97"/>
                  </a:cubicBezTo>
                  <a:cubicBezTo>
                    <a:pt x="115" y="138"/>
                    <a:pt x="115" y="138"/>
                    <a:pt x="115" y="138"/>
                  </a:cubicBezTo>
                  <a:cubicBezTo>
                    <a:pt x="65" y="138"/>
                    <a:pt x="65" y="138"/>
                    <a:pt x="65" y="138"/>
                  </a:cubicBezTo>
                  <a:lnTo>
                    <a:pt x="65" y="97"/>
                  </a:lnTo>
                  <a:close/>
                  <a:moveTo>
                    <a:pt x="124" y="97"/>
                  </a:moveTo>
                  <a:cubicBezTo>
                    <a:pt x="180" y="97"/>
                    <a:pt x="180" y="97"/>
                    <a:pt x="180" y="97"/>
                  </a:cubicBezTo>
                  <a:cubicBezTo>
                    <a:pt x="180" y="138"/>
                    <a:pt x="180" y="138"/>
                    <a:pt x="180" y="138"/>
                  </a:cubicBezTo>
                  <a:cubicBezTo>
                    <a:pt x="124" y="138"/>
                    <a:pt x="124" y="138"/>
                    <a:pt x="124" y="138"/>
                  </a:cubicBezTo>
                  <a:lnTo>
                    <a:pt x="124" y="97"/>
                  </a:lnTo>
                  <a:close/>
                  <a:moveTo>
                    <a:pt x="237" y="138"/>
                  </a:moveTo>
                  <a:cubicBezTo>
                    <a:pt x="189" y="138"/>
                    <a:pt x="189" y="138"/>
                    <a:pt x="189" y="138"/>
                  </a:cubicBezTo>
                  <a:cubicBezTo>
                    <a:pt x="189" y="97"/>
                    <a:pt x="189" y="97"/>
                    <a:pt x="189" y="97"/>
                  </a:cubicBezTo>
                  <a:cubicBezTo>
                    <a:pt x="237" y="97"/>
                    <a:pt x="237" y="97"/>
                    <a:pt x="237" y="97"/>
                  </a:cubicBezTo>
                  <a:lnTo>
                    <a:pt x="237" y="138"/>
                  </a:lnTo>
                  <a:close/>
                  <a:moveTo>
                    <a:pt x="246" y="97"/>
                  </a:moveTo>
                  <a:cubicBezTo>
                    <a:pt x="304" y="97"/>
                    <a:pt x="304" y="97"/>
                    <a:pt x="304" y="97"/>
                  </a:cubicBezTo>
                  <a:cubicBezTo>
                    <a:pt x="304" y="138"/>
                    <a:pt x="304" y="138"/>
                    <a:pt x="304" y="138"/>
                  </a:cubicBezTo>
                  <a:cubicBezTo>
                    <a:pt x="246" y="138"/>
                    <a:pt x="246" y="138"/>
                    <a:pt x="246" y="138"/>
                  </a:cubicBezTo>
                  <a:lnTo>
                    <a:pt x="246" y="97"/>
                  </a:lnTo>
                  <a:close/>
                  <a:moveTo>
                    <a:pt x="189" y="88"/>
                  </a:moveTo>
                  <a:cubicBezTo>
                    <a:pt x="189" y="58"/>
                    <a:pt x="189" y="58"/>
                    <a:pt x="189" y="58"/>
                  </a:cubicBezTo>
                  <a:cubicBezTo>
                    <a:pt x="237" y="58"/>
                    <a:pt x="237" y="58"/>
                    <a:pt x="237" y="58"/>
                  </a:cubicBezTo>
                  <a:cubicBezTo>
                    <a:pt x="237" y="88"/>
                    <a:pt x="237" y="88"/>
                    <a:pt x="237" y="88"/>
                  </a:cubicBezTo>
                  <a:lnTo>
                    <a:pt x="189" y="88"/>
                  </a:lnTo>
                  <a:close/>
                  <a:moveTo>
                    <a:pt x="180" y="88"/>
                  </a:moveTo>
                  <a:cubicBezTo>
                    <a:pt x="124" y="88"/>
                    <a:pt x="124" y="88"/>
                    <a:pt x="124" y="88"/>
                  </a:cubicBezTo>
                  <a:cubicBezTo>
                    <a:pt x="124" y="58"/>
                    <a:pt x="124" y="58"/>
                    <a:pt x="124" y="58"/>
                  </a:cubicBezTo>
                  <a:cubicBezTo>
                    <a:pt x="180" y="58"/>
                    <a:pt x="180" y="58"/>
                    <a:pt x="180" y="58"/>
                  </a:cubicBezTo>
                  <a:lnTo>
                    <a:pt x="180" y="88"/>
                  </a:lnTo>
                  <a:close/>
                  <a:moveTo>
                    <a:pt x="180" y="147"/>
                  </a:moveTo>
                  <a:cubicBezTo>
                    <a:pt x="180" y="186"/>
                    <a:pt x="180" y="186"/>
                    <a:pt x="180" y="186"/>
                  </a:cubicBezTo>
                  <a:cubicBezTo>
                    <a:pt x="124" y="186"/>
                    <a:pt x="124" y="186"/>
                    <a:pt x="124" y="186"/>
                  </a:cubicBezTo>
                  <a:cubicBezTo>
                    <a:pt x="124" y="147"/>
                    <a:pt x="124" y="147"/>
                    <a:pt x="124" y="147"/>
                  </a:cubicBezTo>
                  <a:lnTo>
                    <a:pt x="180" y="147"/>
                  </a:lnTo>
                  <a:close/>
                  <a:moveTo>
                    <a:pt x="189" y="147"/>
                  </a:moveTo>
                  <a:cubicBezTo>
                    <a:pt x="237" y="147"/>
                    <a:pt x="237" y="147"/>
                    <a:pt x="237" y="147"/>
                  </a:cubicBezTo>
                  <a:cubicBezTo>
                    <a:pt x="237" y="186"/>
                    <a:pt x="237" y="186"/>
                    <a:pt x="237" y="186"/>
                  </a:cubicBezTo>
                  <a:cubicBezTo>
                    <a:pt x="189" y="186"/>
                    <a:pt x="189" y="186"/>
                    <a:pt x="189" y="186"/>
                  </a:cubicBezTo>
                  <a:lnTo>
                    <a:pt x="189" y="147"/>
                  </a:lnTo>
                  <a:close/>
                  <a:moveTo>
                    <a:pt x="304" y="88"/>
                  </a:moveTo>
                  <a:cubicBezTo>
                    <a:pt x="246" y="88"/>
                    <a:pt x="246" y="88"/>
                    <a:pt x="246" y="88"/>
                  </a:cubicBezTo>
                  <a:cubicBezTo>
                    <a:pt x="246" y="58"/>
                    <a:pt x="246" y="58"/>
                    <a:pt x="246" y="58"/>
                  </a:cubicBezTo>
                  <a:cubicBezTo>
                    <a:pt x="304" y="58"/>
                    <a:pt x="304" y="58"/>
                    <a:pt x="304" y="58"/>
                  </a:cubicBezTo>
                  <a:lnTo>
                    <a:pt x="304" y="88"/>
                  </a:lnTo>
                  <a:close/>
                  <a:moveTo>
                    <a:pt x="65" y="58"/>
                  </a:moveTo>
                  <a:cubicBezTo>
                    <a:pt x="115" y="58"/>
                    <a:pt x="115" y="58"/>
                    <a:pt x="115" y="58"/>
                  </a:cubicBezTo>
                  <a:cubicBezTo>
                    <a:pt x="115" y="88"/>
                    <a:pt x="115" y="88"/>
                    <a:pt x="115" y="88"/>
                  </a:cubicBezTo>
                  <a:cubicBezTo>
                    <a:pt x="65" y="88"/>
                    <a:pt x="65" y="88"/>
                    <a:pt x="65" y="88"/>
                  </a:cubicBezTo>
                  <a:cubicBezTo>
                    <a:pt x="65" y="79"/>
                    <a:pt x="65" y="79"/>
                    <a:pt x="65" y="79"/>
                  </a:cubicBezTo>
                  <a:lnTo>
                    <a:pt x="65" y="58"/>
                  </a:lnTo>
                  <a:close/>
                  <a:moveTo>
                    <a:pt x="79" y="186"/>
                  </a:moveTo>
                  <a:cubicBezTo>
                    <a:pt x="71" y="186"/>
                    <a:pt x="65" y="180"/>
                    <a:pt x="65" y="172"/>
                  </a:cubicBezTo>
                  <a:cubicBezTo>
                    <a:pt x="65" y="147"/>
                    <a:pt x="65" y="147"/>
                    <a:pt x="65" y="147"/>
                  </a:cubicBezTo>
                  <a:cubicBezTo>
                    <a:pt x="115" y="147"/>
                    <a:pt x="115" y="147"/>
                    <a:pt x="115" y="147"/>
                  </a:cubicBezTo>
                  <a:cubicBezTo>
                    <a:pt x="115" y="186"/>
                    <a:pt x="115" y="186"/>
                    <a:pt x="115" y="186"/>
                  </a:cubicBezTo>
                  <a:lnTo>
                    <a:pt x="79" y="186"/>
                  </a:lnTo>
                  <a:close/>
                  <a:moveTo>
                    <a:pt x="237" y="212"/>
                  </a:moveTo>
                  <a:cubicBezTo>
                    <a:pt x="124" y="212"/>
                    <a:pt x="124" y="212"/>
                    <a:pt x="124" y="212"/>
                  </a:cubicBezTo>
                  <a:cubicBezTo>
                    <a:pt x="124" y="195"/>
                    <a:pt x="124" y="195"/>
                    <a:pt x="124" y="195"/>
                  </a:cubicBezTo>
                  <a:cubicBezTo>
                    <a:pt x="237" y="195"/>
                    <a:pt x="237" y="195"/>
                    <a:pt x="237" y="195"/>
                  </a:cubicBezTo>
                  <a:lnTo>
                    <a:pt x="237" y="212"/>
                  </a:lnTo>
                  <a:close/>
                </a:path>
              </a:pathLst>
            </a:custGeom>
            <a:solidFill>
              <a:srgbClr val="9E71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 name="Oval 263"/>
            <p:cNvSpPr>
              <a:spLocks noChangeArrowheads="1"/>
            </p:cNvSpPr>
            <p:nvPr/>
          </p:nvSpPr>
          <p:spPr bwMode="auto">
            <a:xfrm>
              <a:off x="2686050" y="3794126"/>
              <a:ext cx="204788" cy="20478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 name="Freeform 264"/>
            <p:cNvSpPr>
              <a:spLocks/>
            </p:cNvSpPr>
            <p:nvPr/>
          </p:nvSpPr>
          <p:spPr bwMode="auto">
            <a:xfrm>
              <a:off x="2787650" y="4000501"/>
              <a:ext cx="204788" cy="211137"/>
            </a:xfrm>
            <a:custGeom>
              <a:avLst/>
              <a:gdLst>
                <a:gd name="T0" fmla="*/ 67 w 98"/>
                <a:gd name="T1" fmla="*/ 94 h 101"/>
                <a:gd name="T2" fmla="*/ 91 w 98"/>
                <a:gd name="T3" fmla="*/ 94 h 101"/>
                <a:gd name="T4" fmla="*/ 91 w 98"/>
                <a:gd name="T5" fmla="*/ 94 h 101"/>
                <a:gd name="T6" fmla="*/ 91 w 98"/>
                <a:gd name="T7" fmla="*/ 70 h 101"/>
                <a:gd name="T8" fmla="*/ 30 w 98"/>
                <a:gd name="T9" fmla="*/ 7 h 101"/>
                <a:gd name="T10" fmla="*/ 6 w 98"/>
                <a:gd name="T11" fmla="*/ 6 h 101"/>
                <a:gd name="T12" fmla="*/ 6 w 98"/>
                <a:gd name="T13" fmla="*/ 6 h 101"/>
                <a:gd name="T14" fmla="*/ 6 w 98"/>
                <a:gd name="T15" fmla="*/ 30 h 101"/>
                <a:gd name="T16" fmla="*/ 67 w 98"/>
                <a:gd name="T17" fmla="*/ 9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01">
                  <a:moveTo>
                    <a:pt x="67" y="94"/>
                  </a:moveTo>
                  <a:cubicBezTo>
                    <a:pt x="74" y="101"/>
                    <a:pt x="85" y="101"/>
                    <a:pt x="91" y="94"/>
                  </a:cubicBezTo>
                  <a:cubicBezTo>
                    <a:pt x="91" y="94"/>
                    <a:pt x="91" y="94"/>
                    <a:pt x="91" y="94"/>
                  </a:cubicBezTo>
                  <a:cubicBezTo>
                    <a:pt x="98" y="87"/>
                    <a:pt x="98" y="77"/>
                    <a:pt x="91" y="70"/>
                  </a:cubicBezTo>
                  <a:cubicBezTo>
                    <a:pt x="30" y="7"/>
                    <a:pt x="30" y="7"/>
                    <a:pt x="30" y="7"/>
                  </a:cubicBezTo>
                  <a:cubicBezTo>
                    <a:pt x="24" y="0"/>
                    <a:pt x="13" y="0"/>
                    <a:pt x="6" y="6"/>
                  </a:cubicBezTo>
                  <a:cubicBezTo>
                    <a:pt x="6" y="6"/>
                    <a:pt x="6" y="6"/>
                    <a:pt x="6" y="6"/>
                  </a:cubicBezTo>
                  <a:cubicBezTo>
                    <a:pt x="0" y="13"/>
                    <a:pt x="0" y="24"/>
                    <a:pt x="6" y="30"/>
                  </a:cubicBezTo>
                  <a:lnTo>
                    <a:pt x="67" y="9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 name="Freeform 265"/>
            <p:cNvSpPr>
              <a:spLocks/>
            </p:cNvSpPr>
            <p:nvPr/>
          </p:nvSpPr>
          <p:spPr bwMode="auto">
            <a:xfrm>
              <a:off x="2911475" y="4052888"/>
              <a:ext cx="244475" cy="158750"/>
            </a:xfrm>
            <a:custGeom>
              <a:avLst/>
              <a:gdLst>
                <a:gd name="T0" fmla="*/ 4 w 117"/>
                <a:gd name="T1" fmla="*/ 61 h 76"/>
                <a:gd name="T2" fmla="*/ 30 w 117"/>
                <a:gd name="T3" fmla="*/ 71 h 76"/>
                <a:gd name="T4" fmla="*/ 103 w 117"/>
                <a:gd name="T5" fmla="*/ 40 h 76"/>
                <a:gd name="T6" fmla="*/ 113 w 117"/>
                <a:gd name="T7" fmla="*/ 14 h 76"/>
                <a:gd name="T8" fmla="*/ 113 w 117"/>
                <a:gd name="T9" fmla="*/ 14 h 76"/>
                <a:gd name="T10" fmla="*/ 87 w 117"/>
                <a:gd name="T11" fmla="*/ 4 h 76"/>
                <a:gd name="T12" fmla="*/ 14 w 117"/>
                <a:gd name="T13" fmla="*/ 35 h 76"/>
                <a:gd name="T14" fmla="*/ 4 w 117"/>
                <a:gd name="T15" fmla="*/ 61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7" h="76">
                  <a:moveTo>
                    <a:pt x="4" y="61"/>
                  </a:moveTo>
                  <a:cubicBezTo>
                    <a:pt x="8" y="71"/>
                    <a:pt x="20" y="76"/>
                    <a:pt x="30" y="71"/>
                  </a:cubicBezTo>
                  <a:cubicBezTo>
                    <a:pt x="103" y="40"/>
                    <a:pt x="103" y="40"/>
                    <a:pt x="103" y="40"/>
                  </a:cubicBezTo>
                  <a:cubicBezTo>
                    <a:pt x="113" y="36"/>
                    <a:pt x="117" y="24"/>
                    <a:pt x="113" y="14"/>
                  </a:cubicBezTo>
                  <a:cubicBezTo>
                    <a:pt x="113" y="14"/>
                    <a:pt x="113" y="14"/>
                    <a:pt x="113" y="14"/>
                  </a:cubicBezTo>
                  <a:cubicBezTo>
                    <a:pt x="109" y="4"/>
                    <a:pt x="97" y="0"/>
                    <a:pt x="87" y="4"/>
                  </a:cubicBezTo>
                  <a:cubicBezTo>
                    <a:pt x="14" y="35"/>
                    <a:pt x="14" y="35"/>
                    <a:pt x="14" y="35"/>
                  </a:cubicBezTo>
                  <a:cubicBezTo>
                    <a:pt x="4" y="40"/>
                    <a:pt x="0" y="51"/>
                    <a:pt x="4" y="6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 name="Freeform 266"/>
            <p:cNvSpPr>
              <a:spLocks/>
            </p:cNvSpPr>
            <p:nvPr/>
          </p:nvSpPr>
          <p:spPr bwMode="auto">
            <a:xfrm>
              <a:off x="2570162" y="4000501"/>
              <a:ext cx="207963" cy="209550"/>
            </a:xfrm>
            <a:custGeom>
              <a:avLst/>
              <a:gdLst>
                <a:gd name="T0" fmla="*/ 31 w 99"/>
                <a:gd name="T1" fmla="*/ 93 h 100"/>
                <a:gd name="T2" fmla="*/ 7 w 99"/>
                <a:gd name="T3" fmla="*/ 94 h 100"/>
                <a:gd name="T4" fmla="*/ 7 w 99"/>
                <a:gd name="T5" fmla="*/ 94 h 100"/>
                <a:gd name="T6" fmla="*/ 7 w 99"/>
                <a:gd name="T7" fmla="*/ 70 h 100"/>
                <a:gd name="T8" fmla="*/ 68 w 99"/>
                <a:gd name="T9" fmla="*/ 7 h 100"/>
                <a:gd name="T10" fmla="*/ 92 w 99"/>
                <a:gd name="T11" fmla="*/ 6 h 100"/>
                <a:gd name="T12" fmla="*/ 92 w 99"/>
                <a:gd name="T13" fmla="*/ 6 h 100"/>
                <a:gd name="T14" fmla="*/ 92 w 99"/>
                <a:gd name="T15" fmla="*/ 30 h 100"/>
                <a:gd name="T16" fmla="*/ 31 w 99"/>
                <a:gd name="T17" fmla="*/ 93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100">
                  <a:moveTo>
                    <a:pt x="31" y="93"/>
                  </a:moveTo>
                  <a:cubicBezTo>
                    <a:pt x="24" y="100"/>
                    <a:pt x="13" y="100"/>
                    <a:pt x="7" y="94"/>
                  </a:cubicBezTo>
                  <a:cubicBezTo>
                    <a:pt x="7" y="94"/>
                    <a:pt x="7" y="94"/>
                    <a:pt x="7" y="94"/>
                  </a:cubicBezTo>
                  <a:cubicBezTo>
                    <a:pt x="0" y="87"/>
                    <a:pt x="0" y="76"/>
                    <a:pt x="7" y="70"/>
                  </a:cubicBezTo>
                  <a:cubicBezTo>
                    <a:pt x="68" y="7"/>
                    <a:pt x="68" y="7"/>
                    <a:pt x="68" y="7"/>
                  </a:cubicBezTo>
                  <a:cubicBezTo>
                    <a:pt x="75" y="0"/>
                    <a:pt x="85" y="0"/>
                    <a:pt x="92" y="6"/>
                  </a:cubicBezTo>
                  <a:cubicBezTo>
                    <a:pt x="92" y="6"/>
                    <a:pt x="92" y="6"/>
                    <a:pt x="92" y="6"/>
                  </a:cubicBezTo>
                  <a:cubicBezTo>
                    <a:pt x="99" y="13"/>
                    <a:pt x="99" y="24"/>
                    <a:pt x="92" y="30"/>
                  </a:cubicBezTo>
                  <a:lnTo>
                    <a:pt x="31" y="9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 name="Freeform 267"/>
            <p:cNvSpPr>
              <a:spLocks/>
            </p:cNvSpPr>
            <p:nvPr/>
          </p:nvSpPr>
          <p:spPr bwMode="auto">
            <a:xfrm>
              <a:off x="2408237" y="4051301"/>
              <a:ext cx="244475" cy="158750"/>
            </a:xfrm>
            <a:custGeom>
              <a:avLst/>
              <a:gdLst>
                <a:gd name="T0" fmla="*/ 113 w 117"/>
                <a:gd name="T1" fmla="*/ 62 h 76"/>
                <a:gd name="T2" fmla="*/ 87 w 117"/>
                <a:gd name="T3" fmla="*/ 72 h 76"/>
                <a:gd name="T4" fmla="*/ 14 w 117"/>
                <a:gd name="T5" fmla="*/ 41 h 76"/>
                <a:gd name="T6" fmla="*/ 4 w 117"/>
                <a:gd name="T7" fmla="*/ 15 h 76"/>
                <a:gd name="T8" fmla="*/ 4 w 117"/>
                <a:gd name="T9" fmla="*/ 15 h 76"/>
                <a:gd name="T10" fmla="*/ 30 w 117"/>
                <a:gd name="T11" fmla="*/ 5 h 76"/>
                <a:gd name="T12" fmla="*/ 103 w 117"/>
                <a:gd name="T13" fmla="*/ 36 h 76"/>
                <a:gd name="T14" fmla="*/ 113 w 117"/>
                <a:gd name="T15" fmla="*/ 62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7" h="76">
                  <a:moveTo>
                    <a:pt x="113" y="62"/>
                  </a:moveTo>
                  <a:cubicBezTo>
                    <a:pt x="109" y="72"/>
                    <a:pt x="97" y="76"/>
                    <a:pt x="87" y="72"/>
                  </a:cubicBezTo>
                  <a:cubicBezTo>
                    <a:pt x="14" y="41"/>
                    <a:pt x="14" y="41"/>
                    <a:pt x="14" y="41"/>
                  </a:cubicBezTo>
                  <a:cubicBezTo>
                    <a:pt x="4" y="36"/>
                    <a:pt x="0" y="25"/>
                    <a:pt x="4" y="15"/>
                  </a:cubicBezTo>
                  <a:cubicBezTo>
                    <a:pt x="4" y="15"/>
                    <a:pt x="4" y="15"/>
                    <a:pt x="4" y="15"/>
                  </a:cubicBezTo>
                  <a:cubicBezTo>
                    <a:pt x="8" y="5"/>
                    <a:pt x="20" y="0"/>
                    <a:pt x="30" y="5"/>
                  </a:cubicBezTo>
                  <a:cubicBezTo>
                    <a:pt x="103" y="36"/>
                    <a:pt x="103" y="36"/>
                    <a:pt x="103" y="36"/>
                  </a:cubicBezTo>
                  <a:cubicBezTo>
                    <a:pt x="112" y="40"/>
                    <a:pt x="117" y="52"/>
                    <a:pt x="113" y="6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 name="Freeform 268"/>
            <p:cNvSpPr>
              <a:spLocks/>
            </p:cNvSpPr>
            <p:nvPr/>
          </p:nvSpPr>
          <p:spPr bwMode="auto">
            <a:xfrm>
              <a:off x="2754312" y="4302126"/>
              <a:ext cx="207963" cy="269875"/>
            </a:xfrm>
            <a:custGeom>
              <a:avLst/>
              <a:gdLst>
                <a:gd name="T0" fmla="*/ 14 w 99"/>
                <a:gd name="T1" fmla="*/ 6 h 129"/>
                <a:gd name="T2" fmla="*/ 6 w 99"/>
                <a:gd name="T3" fmla="*/ 37 h 129"/>
                <a:gd name="T4" fmla="*/ 54 w 99"/>
                <a:gd name="T5" fmla="*/ 115 h 129"/>
                <a:gd name="T6" fmla="*/ 85 w 99"/>
                <a:gd name="T7" fmla="*/ 123 h 129"/>
                <a:gd name="T8" fmla="*/ 85 w 99"/>
                <a:gd name="T9" fmla="*/ 123 h 129"/>
                <a:gd name="T10" fmla="*/ 93 w 99"/>
                <a:gd name="T11" fmla="*/ 91 h 129"/>
                <a:gd name="T12" fmla="*/ 45 w 99"/>
                <a:gd name="T13" fmla="*/ 13 h 129"/>
                <a:gd name="T14" fmla="*/ 14 w 99"/>
                <a:gd name="T15" fmla="*/ 6 h 1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9" h="129">
                  <a:moveTo>
                    <a:pt x="14" y="6"/>
                  </a:moveTo>
                  <a:cubicBezTo>
                    <a:pt x="3" y="13"/>
                    <a:pt x="0" y="27"/>
                    <a:pt x="6" y="37"/>
                  </a:cubicBezTo>
                  <a:cubicBezTo>
                    <a:pt x="54" y="115"/>
                    <a:pt x="54" y="115"/>
                    <a:pt x="54" y="115"/>
                  </a:cubicBezTo>
                  <a:cubicBezTo>
                    <a:pt x="61" y="126"/>
                    <a:pt x="75" y="129"/>
                    <a:pt x="85" y="123"/>
                  </a:cubicBezTo>
                  <a:cubicBezTo>
                    <a:pt x="85" y="123"/>
                    <a:pt x="85" y="123"/>
                    <a:pt x="85" y="123"/>
                  </a:cubicBezTo>
                  <a:cubicBezTo>
                    <a:pt x="96" y="116"/>
                    <a:pt x="99" y="102"/>
                    <a:pt x="93" y="91"/>
                  </a:cubicBezTo>
                  <a:cubicBezTo>
                    <a:pt x="45" y="13"/>
                    <a:pt x="45" y="13"/>
                    <a:pt x="45" y="13"/>
                  </a:cubicBezTo>
                  <a:cubicBezTo>
                    <a:pt x="38" y="3"/>
                    <a:pt x="24" y="0"/>
                    <a:pt x="14" y="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 name="Freeform 269"/>
            <p:cNvSpPr>
              <a:spLocks/>
            </p:cNvSpPr>
            <p:nvPr/>
          </p:nvSpPr>
          <p:spPr bwMode="auto">
            <a:xfrm>
              <a:off x="2860675" y="4476751"/>
              <a:ext cx="142875" cy="290512"/>
            </a:xfrm>
            <a:custGeom>
              <a:avLst/>
              <a:gdLst>
                <a:gd name="T0" fmla="*/ 20 w 68"/>
                <a:gd name="T1" fmla="*/ 3 h 139"/>
                <a:gd name="T2" fmla="*/ 3 w 68"/>
                <a:gd name="T3" fmla="*/ 30 h 139"/>
                <a:gd name="T4" fmla="*/ 21 w 68"/>
                <a:gd name="T5" fmla="*/ 119 h 139"/>
                <a:gd name="T6" fmla="*/ 48 w 68"/>
                <a:gd name="T7" fmla="*/ 137 h 139"/>
                <a:gd name="T8" fmla="*/ 48 w 68"/>
                <a:gd name="T9" fmla="*/ 137 h 139"/>
                <a:gd name="T10" fmla="*/ 65 w 68"/>
                <a:gd name="T11" fmla="*/ 110 h 139"/>
                <a:gd name="T12" fmla="*/ 47 w 68"/>
                <a:gd name="T13" fmla="*/ 21 h 139"/>
                <a:gd name="T14" fmla="*/ 20 w 68"/>
                <a:gd name="T15" fmla="*/ 3 h 1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139">
                  <a:moveTo>
                    <a:pt x="20" y="3"/>
                  </a:moveTo>
                  <a:cubicBezTo>
                    <a:pt x="8" y="5"/>
                    <a:pt x="0" y="17"/>
                    <a:pt x="3" y="30"/>
                  </a:cubicBezTo>
                  <a:cubicBezTo>
                    <a:pt x="21" y="119"/>
                    <a:pt x="21" y="119"/>
                    <a:pt x="21" y="119"/>
                  </a:cubicBezTo>
                  <a:cubicBezTo>
                    <a:pt x="23" y="131"/>
                    <a:pt x="35" y="139"/>
                    <a:pt x="48" y="137"/>
                  </a:cubicBezTo>
                  <a:cubicBezTo>
                    <a:pt x="48" y="137"/>
                    <a:pt x="48" y="137"/>
                    <a:pt x="48" y="137"/>
                  </a:cubicBezTo>
                  <a:cubicBezTo>
                    <a:pt x="60" y="134"/>
                    <a:pt x="68" y="122"/>
                    <a:pt x="65" y="110"/>
                  </a:cubicBezTo>
                  <a:cubicBezTo>
                    <a:pt x="47" y="21"/>
                    <a:pt x="47" y="21"/>
                    <a:pt x="47" y="21"/>
                  </a:cubicBezTo>
                  <a:cubicBezTo>
                    <a:pt x="45" y="8"/>
                    <a:pt x="33" y="0"/>
                    <a:pt x="20"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 name="Freeform 270"/>
            <p:cNvSpPr>
              <a:spLocks/>
            </p:cNvSpPr>
            <p:nvPr/>
          </p:nvSpPr>
          <p:spPr bwMode="auto">
            <a:xfrm>
              <a:off x="2686050" y="4305301"/>
              <a:ext cx="111125" cy="288925"/>
            </a:xfrm>
            <a:custGeom>
              <a:avLst/>
              <a:gdLst>
                <a:gd name="T0" fmla="*/ 32 w 53"/>
                <a:gd name="T1" fmla="*/ 1 h 138"/>
                <a:gd name="T2" fmla="*/ 7 w 53"/>
                <a:gd name="T3" fmla="*/ 22 h 138"/>
                <a:gd name="T4" fmla="*/ 1 w 53"/>
                <a:gd name="T5" fmla="*/ 113 h 138"/>
                <a:gd name="T6" fmla="*/ 22 w 53"/>
                <a:gd name="T7" fmla="*/ 137 h 138"/>
                <a:gd name="T8" fmla="*/ 22 w 53"/>
                <a:gd name="T9" fmla="*/ 137 h 138"/>
                <a:gd name="T10" fmla="*/ 46 w 53"/>
                <a:gd name="T11" fmla="*/ 116 h 138"/>
                <a:gd name="T12" fmla="*/ 53 w 53"/>
                <a:gd name="T13" fmla="*/ 25 h 138"/>
                <a:gd name="T14" fmla="*/ 32 w 53"/>
                <a:gd name="T15" fmla="*/ 1 h 1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 h="138">
                  <a:moveTo>
                    <a:pt x="32" y="1"/>
                  </a:moveTo>
                  <a:cubicBezTo>
                    <a:pt x="19" y="0"/>
                    <a:pt x="8" y="9"/>
                    <a:pt x="7" y="22"/>
                  </a:cubicBezTo>
                  <a:cubicBezTo>
                    <a:pt x="1" y="113"/>
                    <a:pt x="1" y="113"/>
                    <a:pt x="1" y="113"/>
                  </a:cubicBezTo>
                  <a:cubicBezTo>
                    <a:pt x="0" y="125"/>
                    <a:pt x="9" y="136"/>
                    <a:pt x="22" y="137"/>
                  </a:cubicBezTo>
                  <a:cubicBezTo>
                    <a:pt x="22" y="137"/>
                    <a:pt x="22" y="137"/>
                    <a:pt x="22" y="137"/>
                  </a:cubicBezTo>
                  <a:cubicBezTo>
                    <a:pt x="34" y="138"/>
                    <a:pt x="45" y="129"/>
                    <a:pt x="46" y="116"/>
                  </a:cubicBezTo>
                  <a:cubicBezTo>
                    <a:pt x="53" y="25"/>
                    <a:pt x="53" y="25"/>
                    <a:pt x="53" y="25"/>
                  </a:cubicBezTo>
                  <a:cubicBezTo>
                    <a:pt x="53" y="13"/>
                    <a:pt x="44" y="2"/>
                    <a:pt x="32"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 name="Freeform 271"/>
            <p:cNvSpPr>
              <a:spLocks/>
            </p:cNvSpPr>
            <p:nvPr/>
          </p:nvSpPr>
          <p:spPr bwMode="auto">
            <a:xfrm>
              <a:off x="2600325" y="4503738"/>
              <a:ext cx="185738" cy="282575"/>
            </a:xfrm>
            <a:custGeom>
              <a:avLst/>
              <a:gdLst>
                <a:gd name="T0" fmla="*/ 72 w 89"/>
                <a:gd name="T1" fmla="*/ 5 h 135"/>
                <a:gd name="T2" fmla="*/ 42 w 89"/>
                <a:gd name="T3" fmla="*/ 16 h 135"/>
                <a:gd name="T4" fmla="*/ 5 w 89"/>
                <a:gd name="T5" fmla="*/ 100 h 135"/>
                <a:gd name="T6" fmla="*/ 16 w 89"/>
                <a:gd name="T7" fmla="*/ 130 h 135"/>
                <a:gd name="T8" fmla="*/ 16 w 89"/>
                <a:gd name="T9" fmla="*/ 130 h 135"/>
                <a:gd name="T10" fmla="*/ 46 w 89"/>
                <a:gd name="T11" fmla="*/ 118 h 135"/>
                <a:gd name="T12" fmla="*/ 84 w 89"/>
                <a:gd name="T13" fmla="*/ 35 h 135"/>
                <a:gd name="T14" fmla="*/ 72 w 89"/>
                <a:gd name="T15" fmla="*/ 5 h 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 h="135">
                  <a:moveTo>
                    <a:pt x="72" y="5"/>
                  </a:moveTo>
                  <a:cubicBezTo>
                    <a:pt x="61" y="0"/>
                    <a:pt x="48" y="5"/>
                    <a:pt x="42" y="16"/>
                  </a:cubicBezTo>
                  <a:cubicBezTo>
                    <a:pt x="5" y="100"/>
                    <a:pt x="5" y="100"/>
                    <a:pt x="5" y="100"/>
                  </a:cubicBezTo>
                  <a:cubicBezTo>
                    <a:pt x="0" y="111"/>
                    <a:pt x="5" y="125"/>
                    <a:pt x="16" y="130"/>
                  </a:cubicBezTo>
                  <a:cubicBezTo>
                    <a:pt x="16" y="130"/>
                    <a:pt x="16" y="130"/>
                    <a:pt x="16" y="130"/>
                  </a:cubicBezTo>
                  <a:cubicBezTo>
                    <a:pt x="27" y="135"/>
                    <a:pt x="41" y="130"/>
                    <a:pt x="46" y="118"/>
                  </a:cubicBezTo>
                  <a:cubicBezTo>
                    <a:pt x="84" y="35"/>
                    <a:pt x="84" y="35"/>
                    <a:pt x="84" y="35"/>
                  </a:cubicBezTo>
                  <a:cubicBezTo>
                    <a:pt x="89" y="24"/>
                    <a:pt x="84" y="10"/>
                    <a:pt x="72"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 name="Freeform 272"/>
            <p:cNvSpPr>
              <a:spLocks/>
            </p:cNvSpPr>
            <p:nvPr/>
          </p:nvSpPr>
          <p:spPr bwMode="auto">
            <a:xfrm>
              <a:off x="2705100" y="4003676"/>
              <a:ext cx="158750" cy="409575"/>
            </a:xfrm>
            <a:custGeom>
              <a:avLst/>
              <a:gdLst>
                <a:gd name="T0" fmla="*/ 75 w 76"/>
                <a:gd name="T1" fmla="*/ 159 h 196"/>
                <a:gd name="T2" fmla="*/ 37 w 76"/>
                <a:gd name="T3" fmla="*/ 196 h 196"/>
                <a:gd name="T4" fmla="*/ 37 w 76"/>
                <a:gd name="T5" fmla="*/ 196 h 196"/>
                <a:gd name="T6" fmla="*/ 0 w 76"/>
                <a:gd name="T7" fmla="*/ 159 h 196"/>
                <a:gd name="T8" fmla="*/ 0 w 76"/>
                <a:gd name="T9" fmla="*/ 37 h 196"/>
                <a:gd name="T10" fmla="*/ 20 w 76"/>
                <a:gd name="T11" fmla="*/ 0 h 196"/>
                <a:gd name="T12" fmla="*/ 56 w 76"/>
                <a:gd name="T13" fmla="*/ 0 h 196"/>
                <a:gd name="T14" fmla="*/ 75 w 76"/>
                <a:gd name="T15" fmla="*/ 37 h 196"/>
                <a:gd name="T16" fmla="*/ 75 w 76"/>
                <a:gd name="T17" fmla="*/ 159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196">
                  <a:moveTo>
                    <a:pt x="75" y="159"/>
                  </a:moveTo>
                  <a:cubicBezTo>
                    <a:pt x="75" y="179"/>
                    <a:pt x="58" y="196"/>
                    <a:pt x="37" y="196"/>
                  </a:cubicBezTo>
                  <a:cubicBezTo>
                    <a:pt x="37" y="196"/>
                    <a:pt x="37" y="196"/>
                    <a:pt x="37" y="196"/>
                  </a:cubicBezTo>
                  <a:cubicBezTo>
                    <a:pt x="17" y="196"/>
                    <a:pt x="0" y="179"/>
                    <a:pt x="0" y="159"/>
                  </a:cubicBezTo>
                  <a:cubicBezTo>
                    <a:pt x="0" y="37"/>
                    <a:pt x="0" y="37"/>
                    <a:pt x="0" y="37"/>
                  </a:cubicBezTo>
                  <a:cubicBezTo>
                    <a:pt x="0" y="17"/>
                    <a:pt x="0" y="0"/>
                    <a:pt x="20" y="0"/>
                  </a:cubicBezTo>
                  <a:cubicBezTo>
                    <a:pt x="56" y="0"/>
                    <a:pt x="56" y="0"/>
                    <a:pt x="56" y="0"/>
                  </a:cubicBezTo>
                  <a:cubicBezTo>
                    <a:pt x="76" y="0"/>
                    <a:pt x="75" y="17"/>
                    <a:pt x="75" y="37"/>
                  </a:cubicBezTo>
                  <a:lnTo>
                    <a:pt x="75" y="15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 name="Freeform 273"/>
            <p:cNvSpPr>
              <a:spLocks/>
            </p:cNvSpPr>
            <p:nvPr/>
          </p:nvSpPr>
          <p:spPr bwMode="auto">
            <a:xfrm>
              <a:off x="4514850" y="3700463"/>
              <a:ext cx="398463" cy="263525"/>
            </a:xfrm>
            <a:custGeom>
              <a:avLst/>
              <a:gdLst>
                <a:gd name="T0" fmla="*/ 7 w 191"/>
                <a:gd name="T1" fmla="*/ 61 h 126"/>
                <a:gd name="T2" fmla="*/ 35 w 191"/>
                <a:gd name="T3" fmla="*/ 61 h 126"/>
                <a:gd name="T4" fmla="*/ 32 w 191"/>
                <a:gd name="T5" fmla="*/ 77 h 126"/>
                <a:gd name="T6" fmla="*/ 81 w 191"/>
                <a:gd name="T7" fmla="*/ 126 h 126"/>
                <a:gd name="T8" fmla="*/ 130 w 191"/>
                <a:gd name="T9" fmla="*/ 77 h 126"/>
                <a:gd name="T10" fmla="*/ 130 w 191"/>
                <a:gd name="T11" fmla="*/ 76 h 126"/>
                <a:gd name="T12" fmla="*/ 133 w 191"/>
                <a:gd name="T13" fmla="*/ 76 h 126"/>
                <a:gd name="T14" fmla="*/ 145 w 191"/>
                <a:gd name="T15" fmla="*/ 85 h 126"/>
                <a:gd name="T16" fmla="*/ 170 w 191"/>
                <a:gd name="T17" fmla="*/ 123 h 126"/>
                <a:gd name="T18" fmla="*/ 179 w 191"/>
                <a:gd name="T19" fmla="*/ 71 h 126"/>
                <a:gd name="T20" fmla="*/ 135 w 191"/>
                <a:gd name="T21" fmla="*/ 65 h 126"/>
                <a:gd name="T22" fmla="*/ 129 w 191"/>
                <a:gd name="T23" fmla="*/ 65 h 126"/>
                <a:gd name="T24" fmla="*/ 121 w 191"/>
                <a:gd name="T25" fmla="*/ 48 h 126"/>
                <a:gd name="T26" fmla="*/ 121 w 191"/>
                <a:gd name="T27" fmla="*/ 11 h 126"/>
                <a:gd name="T28" fmla="*/ 109 w 191"/>
                <a:gd name="T29" fmla="*/ 0 h 126"/>
                <a:gd name="T30" fmla="*/ 53 w 191"/>
                <a:gd name="T31" fmla="*/ 0 h 126"/>
                <a:gd name="T32" fmla="*/ 42 w 191"/>
                <a:gd name="T33" fmla="*/ 11 h 126"/>
                <a:gd name="T34" fmla="*/ 42 w 191"/>
                <a:gd name="T35" fmla="*/ 47 h 126"/>
                <a:gd name="T36" fmla="*/ 7 w 191"/>
                <a:gd name="T37" fmla="*/ 47 h 126"/>
                <a:gd name="T38" fmla="*/ 0 w 191"/>
                <a:gd name="T39" fmla="*/ 54 h 126"/>
                <a:gd name="T40" fmla="*/ 7 w 191"/>
                <a:gd name="T41" fmla="*/ 61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1" h="126">
                  <a:moveTo>
                    <a:pt x="7" y="61"/>
                  </a:moveTo>
                  <a:cubicBezTo>
                    <a:pt x="35" y="61"/>
                    <a:pt x="35" y="61"/>
                    <a:pt x="35" y="61"/>
                  </a:cubicBezTo>
                  <a:cubicBezTo>
                    <a:pt x="33" y="66"/>
                    <a:pt x="32" y="71"/>
                    <a:pt x="32" y="77"/>
                  </a:cubicBezTo>
                  <a:cubicBezTo>
                    <a:pt x="32" y="104"/>
                    <a:pt x="54" y="126"/>
                    <a:pt x="81" y="126"/>
                  </a:cubicBezTo>
                  <a:cubicBezTo>
                    <a:pt x="108" y="126"/>
                    <a:pt x="130" y="104"/>
                    <a:pt x="130" y="77"/>
                  </a:cubicBezTo>
                  <a:cubicBezTo>
                    <a:pt x="130" y="77"/>
                    <a:pt x="130" y="76"/>
                    <a:pt x="130" y="76"/>
                  </a:cubicBezTo>
                  <a:cubicBezTo>
                    <a:pt x="133" y="76"/>
                    <a:pt x="133" y="76"/>
                    <a:pt x="133" y="76"/>
                  </a:cubicBezTo>
                  <a:cubicBezTo>
                    <a:pt x="134" y="81"/>
                    <a:pt x="137" y="83"/>
                    <a:pt x="145" y="85"/>
                  </a:cubicBezTo>
                  <a:cubicBezTo>
                    <a:pt x="157" y="87"/>
                    <a:pt x="176" y="102"/>
                    <a:pt x="170" y="123"/>
                  </a:cubicBezTo>
                  <a:cubicBezTo>
                    <a:pt x="170" y="123"/>
                    <a:pt x="191" y="102"/>
                    <a:pt x="179" y="71"/>
                  </a:cubicBezTo>
                  <a:cubicBezTo>
                    <a:pt x="167" y="41"/>
                    <a:pt x="137" y="59"/>
                    <a:pt x="135" y="65"/>
                  </a:cubicBezTo>
                  <a:cubicBezTo>
                    <a:pt x="129" y="65"/>
                    <a:pt x="129" y="65"/>
                    <a:pt x="129" y="65"/>
                  </a:cubicBezTo>
                  <a:cubicBezTo>
                    <a:pt x="127" y="59"/>
                    <a:pt x="124" y="53"/>
                    <a:pt x="121" y="48"/>
                  </a:cubicBezTo>
                  <a:cubicBezTo>
                    <a:pt x="121" y="11"/>
                    <a:pt x="121" y="11"/>
                    <a:pt x="121" y="11"/>
                  </a:cubicBezTo>
                  <a:cubicBezTo>
                    <a:pt x="121" y="5"/>
                    <a:pt x="115" y="0"/>
                    <a:pt x="109" y="0"/>
                  </a:cubicBezTo>
                  <a:cubicBezTo>
                    <a:pt x="53" y="0"/>
                    <a:pt x="53" y="0"/>
                    <a:pt x="53" y="0"/>
                  </a:cubicBezTo>
                  <a:cubicBezTo>
                    <a:pt x="47" y="0"/>
                    <a:pt x="42" y="5"/>
                    <a:pt x="42" y="11"/>
                  </a:cubicBezTo>
                  <a:cubicBezTo>
                    <a:pt x="42" y="47"/>
                    <a:pt x="42" y="47"/>
                    <a:pt x="42" y="47"/>
                  </a:cubicBezTo>
                  <a:cubicBezTo>
                    <a:pt x="7" y="47"/>
                    <a:pt x="7" y="47"/>
                    <a:pt x="7" y="47"/>
                  </a:cubicBezTo>
                  <a:cubicBezTo>
                    <a:pt x="3" y="47"/>
                    <a:pt x="0" y="50"/>
                    <a:pt x="0" y="54"/>
                  </a:cubicBezTo>
                  <a:cubicBezTo>
                    <a:pt x="0" y="58"/>
                    <a:pt x="3" y="61"/>
                    <a:pt x="7" y="6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 name="Freeform 274"/>
            <p:cNvSpPr>
              <a:spLocks/>
            </p:cNvSpPr>
            <p:nvPr/>
          </p:nvSpPr>
          <p:spPr bwMode="auto">
            <a:xfrm>
              <a:off x="4357687" y="3967163"/>
              <a:ext cx="406400" cy="280987"/>
            </a:xfrm>
            <a:custGeom>
              <a:avLst/>
              <a:gdLst>
                <a:gd name="T0" fmla="*/ 195 w 195"/>
                <a:gd name="T1" fmla="*/ 37 h 134"/>
                <a:gd name="T2" fmla="*/ 158 w 195"/>
                <a:gd name="T3" fmla="*/ 0 h 134"/>
                <a:gd name="T4" fmla="*/ 121 w 195"/>
                <a:gd name="T5" fmla="*/ 37 h 134"/>
                <a:gd name="T6" fmla="*/ 121 w 195"/>
                <a:gd name="T7" fmla="*/ 50 h 134"/>
                <a:gd name="T8" fmla="*/ 97 w 195"/>
                <a:gd name="T9" fmla="*/ 74 h 134"/>
                <a:gd name="T10" fmla="*/ 30 w 195"/>
                <a:gd name="T11" fmla="*/ 45 h 134"/>
                <a:gd name="T12" fmla="*/ 4 w 195"/>
                <a:gd name="T13" fmla="*/ 56 h 134"/>
                <a:gd name="T14" fmla="*/ 14 w 195"/>
                <a:gd name="T15" fmla="*/ 81 h 134"/>
                <a:gd name="T16" fmla="*/ 87 w 195"/>
                <a:gd name="T17" fmla="*/ 113 h 134"/>
                <a:gd name="T18" fmla="*/ 88 w 195"/>
                <a:gd name="T19" fmla="*/ 113 h 134"/>
                <a:gd name="T20" fmla="*/ 109 w 195"/>
                <a:gd name="T21" fmla="*/ 110 h 134"/>
                <a:gd name="T22" fmla="*/ 121 w 195"/>
                <a:gd name="T23" fmla="*/ 98 h 134"/>
                <a:gd name="T24" fmla="*/ 121 w 195"/>
                <a:gd name="T25" fmla="*/ 134 h 134"/>
                <a:gd name="T26" fmla="*/ 195 w 195"/>
                <a:gd name="T27" fmla="*/ 134 h 134"/>
                <a:gd name="T28" fmla="*/ 195 w 195"/>
                <a:gd name="T29" fmla="*/ 3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5" h="134">
                  <a:moveTo>
                    <a:pt x="195" y="37"/>
                  </a:moveTo>
                  <a:cubicBezTo>
                    <a:pt x="195" y="17"/>
                    <a:pt x="179" y="0"/>
                    <a:pt x="158" y="0"/>
                  </a:cubicBezTo>
                  <a:cubicBezTo>
                    <a:pt x="138" y="0"/>
                    <a:pt x="121" y="17"/>
                    <a:pt x="121" y="37"/>
                  </a:cubicBezTo>
                  <a:cubicBezTo>
                    <a:pt x="121" y="50"/>
                    <a:pt x="121" y="50"/>
                    <a:pt x="121" y="50"/>
                  </a:cubicBezTo>
                  <a:cubicBezTo>
                    <a:pt x="97" y="74"/>
                    <a:pt x="97" y="74"/>
                    <a:pt x="97" y="74"/>
                  </a:cubicBezTo>
                  <a:cubicBezTo>
                    <a:pt x="30" y="45"/>
                    <a:pt x="30" y="45"/>
                    <a:pt x="30" y="45"/>
                  </a:cubicBezTo>
                  <a:cubicBezTo>
                    <a:pt x="20" y="41"/>
                    <a:pt x="8" y="46"/>
                    <a:pt x="4" y="56"/>
                  </a:cubicBezTo>
                  <a:cubicBezTo>
                    <a:pt x="0" y="66"/>
                    <a:pt x="4" y="77"/>
                    <a:pt x="14" y="81"/>
                  </a:cubicBezTo>
                  <a:cubicBezTo>
                    <a:pt x="87" y="113"/>
                    <a:pt x="87" y="113"/>
                    <a:pt x="87" y="113"/>
                  </a:cubicBezTo>
                  <a:cubicBezTo>
                    <a:pt x="87" y="113"/>
                    <a:pt x="88" y="113"/>
                    <a:pt x="88" y="113"/>
                  </a:cubicBezTo>
                  <a:cubicBezTo>
                    <a:pt x="95" y="117"/>
                    <a:pt x="103" y="116"/>
                    <a:pt x="109" y="110"/>
                  </a:cubicBezTo>
                  <a:cubicBezTo>
                    <a:pt x="121" y="98"/>
                    <a:pt x="121" y="98"/>
                    <a:pt x="121" y="98"/>
                  </a:cubicBezTo>
                  <a:cubicBezTo>
                    <a:pt x="121" y="134"/>
                    <a:pt x="121" y="134"/>
                    <a:pt x="121" y="134"/>
                  </a:cubicBezTo>
                  <a:cubicBezTo>
                    <a:pt x="195" y="134"/>
                    <a:pt x="195" y="134"/>
                    <a:pt x="195" y="134"/>
                  </a:cubicBezTo>
                  <a:lnTo>
                    <a:pt x="195"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 name="Freeform 275"/>
            <p:cNvSpPr>
              <a:spLocks/>
            </p:cNvSpPr>
            <p:nvPr/>
          </p:nvSpPr>
          <p:spPr bwMode="auto">
            <a:xfrm>
              <a:off x="1895475" y="4124326"/>
              <a:ext cx="482600" cy="144462"/>
            </a:xfrm>
            <a:custGeom>
              <a:avLst/>
              <a:gdLst>
                <a:gd name="T0" fmla="*/ 302 w 304"/>
                <a:gd name="T1" fmla="*/ 91 h 91"/>
                <a:gd name="T2" fmla="*/ 304 w 304"/>
                <a:gd name="T3" fmla="*/ 3 h 91"/>
                <a:gd name="T4" fmla="*/ 241 w 304"/>
                <a:gd name="T5" fmla="*/ 1 h 91"/>
                <a:gd name="T6" fmla="*/ 240 w 304"/>
                <a:gd name="T7" fmla="*/ 30 h 91"/>
                <a:gd name="T8" fmla="*/ 227 w 304"/>
                <a:gd name="T9" fmla="*/ 30 h 91"/>
                <a:gd name="T10" fmla="*/ 227 w 304"/>
                <a:gd name="T11" fmla="*/ 42 h 91"/>
                <a:gd name="T12" fmla="*/ 219 w 304"/>
                <a:gd name="T13" fmla="*/ 24 h 91"/>
                <a:gd name="T14" fmla="*/ 169 w 304"/>
                <a:gd name="T15" fmla="*/ 46 h 91"/>
                <a:gd name="T16" fmla="*/ 171 w 304"/>
                <a:gd name="T17" fmla="*/ 51 h 91"/>
                <a:gd name="T18" fmla="*/ 133 w 304"/>
                <a:gd name="T19" fmla="*/ 51 h 91"/>
                <a:gd name="T20" fmla="*/ 116 w 304"/>
                <a:gd name="T21" fmla="*/ 12 h 91"/>
                <a:gd name="T22" fmla="*/ 75 w 304"/>
                <a:gd name="T23" fmla="*/ 30 h 91"/>
                <a:gd name="T24" fmla="*/ 75 w 304"/>
                <a:gd name="T25" fmla="*/ 0 h 91"/>
                <a:gd name="T26" fmla="*/ 0 w 304"/>
                <a:gd name="T27" fmla="*/ 0 h 91"/>
                <a:gd name="T28" fmla="*/ 0 w 304"/>
                <a:gd name="T29" fmla="*/ 91 h 91"/>
                <a:gd name="T30" fmla="*/ 302 w 304"/>
                <a:gd name="T31"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4" h="91">
                  <a:moveTo>
                    <a:pt x="302" y="91"/>
                  </a:moveTo>
                  <a:lnTo>
                    <a:pt x="304" y="3"/>
                  </a:lnTo>
                  <a:lnTo>
                    <a:pt x="241" y="1"/>
                  </a:lnTo>
                  <a:lnTo>
                    <a:pt x="240" y="30"/>
                  </a:lnTo>
                  <a:lnTo>
                    <a:pt x="227" y="30"/>
                  </a:lnTo>
                  <a:lnTo>
                    <a:pt x="227" y="42"/>
                  </a:lnTo>
                  <a:lnTo>
                    <a:pt x="219" y="24"/>
                  </a:lnTo>
                  <a:lnTo>
                    <a:pt x="169" y="46"/>
                  </a:lnTo>
                  <a:lnTo>
                    <a:pt x="171" y="51"/>
                  </a:lnTo>
                  <a:lnTo>
                    <a:pt x="133" y="51"/>
                  </a:lnTo>
                  <a:lnTo>
                    <a:pt x="116" y="12"/>
                  </a:lnTo>
                  <a:lnTo>
                    <a:pt x="75" y="30"/>
                  </a:lnTo>
                  <a:lnTo>
                    <a:pt x="75" y="0"/>
                  </a:lnTo>
                  <a:lnTo>
                    <a:pt x="0" y="0"/>
                  </a:lnTo>
                  <a:lnTo>
                    <a:pt x="0" y="91"/>
                  </a:lnTo>
                  <a:lnTo>
                    <a:pt x="302" y="91"/>
                  </a:lnTo>
                  <a:close/>
                </a:path>
              </a:pathLst>
            </a:custGeom>
            <a:solidFill>
              <a:srgbClr val="9E71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 name="Rectangle 276"/>
            <p:cNvSpPr>
              <a:spLocks noChangeArrowheads="1"/>
            </p:cNvSpPr>
            <p:nvPr/>
          </p:nvSpPr>
          <p:spPr bwMode="auto">
            <a:xfrm>
              <a:off x="3074987" y="3940176"/>
              <a:ext cx="115888" cy="184150"/>
            </a:xfrm>
            <a:prstGeom prst="rect">
              <a:avLst/>
            </a:prstGeom>
            <a:solidFill>
              <a:srgbClr val="9E71E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 name="Rectangle 277"/>
            <p:cNvSpPr>
              <a:spLocks noChangeArrowheads="1"/>
            </p:cNvSpPr>
            <p:nvPr/>
          </p:nvSpPr>
          <p:spPr bwMode="auto">
            <a:xfrm>
              <a:off x="4946650" y="4051301"/>
              <a:ext cx="119063" cy="185737"/>
            </a:xfrm>
            <a:prstGeom prst="rect">
              <a:avLst/>
            </a:prstGeom>
            <a:solidFill>
              <a:srgbClr val="9E71E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 name="Rectangle 278"/>
            <p:cNvSpPr>
              <a:spLocks noChangeArrowheads="1"/>
            </p:cNvSpPr>
            <p:nvPr/>
          </p:nvSpPr>
          <p:spPr bwMode="auto">
            <a:xfrm>
              <a:off x="5084762" y="3963988"/>
              <a:ext cx="174625" cy="273050"/>
            </a:xfrm>
            <a:prstGeom prst="rect">
              <a:avLst/>
            </a:prstGeom>
            <a:solidFill>
              <a:srgbClr val="9E71E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 name="Rectangle 279"/>
            <p:cNvSpPr>
              <a:spLocks noChangeArrowheads="1"/>
            </p:cNvSpPr>
            <p:nvPr/>
          </p:nvSpPr>
          <p:spPr bwMode="auto">
            <a:xfrm>
              <a:off x="5270500" y="4125913"/>
              <a:ext cx="71438" cy="111125"/>
            </a:xfrm>
            <a:prstGeom prst="rect">
              <a:avLst/>
            </a:prstGeom>
            <a:solidFill>
              <a:srgbClr val="9E71E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 name="Rectangle 280"/>
            <p:cNvSpPr>
              <a:spLocks noChangeArrowheads="1"/>
            </p:cNvSpPr>
            <p:nvPr/>
          </p:nvSpPr>
          <p:spPr bwMode="auto">
            <a:xfrm>
              <a:off x="5360987" y="4125913"/>
              <a:ext cx="69850" cy="111125"/>
            </a:xfrm>
            <a:prstGeom prst="rect">
              <a:avLst/>
            </a:prstGeom>
            <a:solidFill>
              <a:srgbClr val="9E71E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 name="Rectangle 281"/>
            <p:cNvSpPr>
              <a:spLocks noChangeArrowheads="1"/>
            </p:cNvSpPr>
            <p:nvPr/>
          </p:nvSpPr>
          <p:spPr bwMode="auto">
            <a:xfrm>
              <a:off x="3521075" y="4098926"/>
              <a:ext cx="88900" cy="136525"/>
            </a:xfrm>
            <a:prstGeom prst="rect">
              <a:avLst/>
            </a:prstGeom>
            <a:solidFill>
              <a:srgbClr val="9E71E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 name="Rectangle 282"/>
            <p:cNvSpPr>
              <a:spLocks noChangeArrowheads="1"/>
            </p:cNvSpPr>
            <p:nvPr/>
          </p:nvSpPr>
          <p:spPr bwMode="auto">
            <a:xfrm>
              <a:off x="3617912" y="4038601"/>
              <a:ext cx="125413" cy="196850"/>
            </a:xfrm>
            <a:prstGeom prst="rect">
              <a:avLst/>
            </a:prstGeom>
            <a:solidFill>
              <a:srgbClr val="9E71E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 name="Rectangle 283"/>
            <p:cNvSpPr>
              <a:spLocks noChangeArrowheads="1"/>
            </p:cNvSpPr>
            <p:nvPr/>
          </p:nvSpPr>
          <p:spPr bwMode="auto">
            <a:xfrm>
              <a:off x="3756025" y="4162426"/>
              <a:ext cx="46038" cy="73025"/>
            </a:xfrm>
            <a:prstGeom prst="rect">
              <a:avLst/>
            </a:prstGeom>
            <a:solidFill>
              <a:srgbClr val="9E71E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 name="Rectangle 284"/>
            <p:cNvSpPr>
              <a:spLocks noChangeArrowheads="1"/>
            </p:cNvSpPr>
            <p:nvPr/>
          </p:nvSpPr>
          <p:spPr bwMode="auto">
            <a:xfrm>
              <a:off x="3810000" y="4162426"/>
              <a:ext cx="46038" cy="73025"/>
            </a:xfrm>
            <a:prstGeom prst="rect">
              <a:avLst/>
            </a:prstGeom>
            <a:solidFill>
              <a:srgbClr val="9E71E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 name="Rectangle 285"/>
            <p:cNvSpPr>
              <a:spLocks noChangeArrowheads="1"/>
            </p:cNvSpPr>
            <p:nvPr/>
          </p:nvSpPr>
          <p:spPr bwMode="auto">
            <a:xfrm>
              <a:off x="3756025" y="4078288"/>
              <a:ext cx="46038" cy="73025"/>
            </a:xfrm>
            <a:prstGeom prst="rect">
              <a:avLst/>
            </a:prstGeom>
            <a:solidFill>
              <a:srgbClr val="9E71E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 name="Rectangle 286"/>
            <p:cNvSpPr>
              <a:spLocks noChangeArrowheads="1"/>
            </p:cNvSpPr>
            <p:nvPr/>
          </p:nvSpPr>
          <p:spPr bwMode="auto">
            <a:xfrm>
              <a:off x="3810000" y="4078288"/>
              <a:ext cx="46038" cy="73025"/>
            </a:xfrm>
            <a:prstGeom prst="rect">
              <a:avLst/>
            </a:prstGeom>
            <a:solidFill>
              <a:srgbClr val="9E71E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 name="Rectangle 287"/>
            <p:cNvSpPr>
              <a:spLocks noChangeArrowheads="1"/>
            </p:cNvSpPr>
            <p:nvPr/>
          </p:nvSpPr>
          <p:spPr bwMode="auto">
            <a:xfrm>
              <a:off x="3768725" y="3862388"/>
              <a:ext cx="87313" cy="136525"/>
            </a:xfrm>
            <a:prstGeom prst="rect">
              <a:avLst/>
            </a:prstGeom>
            <a:solidFill>
              <a:srgbClr val="9E71E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 name="Rectangle 288"/>
            <p:cNvSpPr>
              <a:spLocks noChangeArrowheads="1"/>
            </p:cNvSpPr>
            <p:nvPr/>
          </p:nvSpPr>
          <p:spPr bwMode="auto">
            <a:xfrm>
              <a:off x="3633787" y="3805238"/>
              <a:ext cx="125413" cy="193675"/>
            </a:xfrm>
            <a:prstGeom prst="rect">
              <a:avLst/>
            </a:prstGeom>
            <a:solidFill>
              <a:srgbClr val="9E71E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 name="Rectangle 289"/>
            <p:cNvSpPr>
              <a:spLocks noChangeArrowheads="1"/>
            </p:cNvSpPr>
            <p:nvPr/>
          </p:nvSpPr>
          <p:spPr bwMode="auto">
            <a:xfrm>
              <a:off x="3575050" y="3927476"/>
              <a:ext cx="46038" cy="71437"/>
            </a:xfrm>
            <a:prstGeom prst="rect">
              <a:avLst/>
            </a:prstGeom>
            <a:solidFill>
              <a:srgbClr val="9E71E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 name="Rectangle 290"/>
            <p:cNvSpPr>
              <a:spLocks noChangeArrowheads="1"/>
            </p:cNvSpPr>
            <p:nvPr/>
          </p:nvSpPr>
          <p:spPr bwMode="auto">
            <a:xfrm>
              <a:off x="3521075" y="3927476"/>
              <a:ext cx="46038" cy="71437"/>
            </a:xfrm>
            <a:prstGeom prst="rect">
              <a:avLst/>
            </a:prstGeom>
            <a:solidFill>
              <a:srgbClr val="9E71E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 name="Rectangle 291"/>
            <p:cNvSpPr>
              <a:spLocks noChangeArrowheads="1"/>
            </p:cNvSpPr>
            <p:nvPr/>
          </p:nvSpPr>
          <p:spPr bwMode="auto">
            <a:xfrm>
              <a:off x="3575050" y="3844926"/>
              <a:ext cx="46038" cy="69850"/>
            </a:xfrm>
            <a:prstGeom prst="rect">
              <a:avLst/>
            </a:prstGeom>
            <a:solidFill>
              <a:srgbClr val="9E71E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 name="Freeform 292"/>
            <p:cNvSpPr>
              <a:spLocks/>
            </p:cNvSpPr>
            <p:nvPr/>
          </p:nvSpPr>
          <p:spPr bwMode="auto">
            <a:xfrm>
              <a:off x="2989262" y="4248151"/>
              <a:ext cx="2527300" cy="115887"/>
            </a:xfrm>
            <a:custGeom>
              <a:avLst/>
              <a:gdLst>
                <a:gd name="T0" fmla="*/ 1210 w 1210"/>
                <a:gd name="T1" fmla="*/ 50 h 56"/>
                <a:gd name="T2" fmla="*/ 1204 w 1210"/>
                <a:gd name="T3" fmla="*/ 56 h 56"/>
                <a:gd name="T4" fmla="*/ 6 w 1210"/>
                <a:gd name="T5" fmla="*/ 56 h 56"/>
                <a:gd name="T6" fmla="*/ 0 w 1210"/>
                <a:gd name="T7" fmla="*/ 50 h 56"/>
                <a:gd name="T8" fmla="*/ 0 w 1210"/>
                <a:gd name="T9" fmla="*/ 6 h 56"/>
                <a:gd name="T10" fmla="*/ 6 w 1210"/>
                <a:gd name="T11" fmla="*/ 0 h 56"/>
                <a:gd name="T12" fmla="*/ 1204 w 1210"/>
                <a:gd name="T13" fmla="*/ 0 h 56"/>
                <a:gd name="T14" fmla="*/ 1210 w 1210"/>
                <a:gd name="T15" fmla="*/ 6 h 56"/>
                <a:gd name="T16" fmla="*/ 1210 w 1210"/>
                <a:gd name="T17" fmla="*/ 5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0" h="56">
                  <a:moveTo>
                    <a:pt x="1210" y="50"/>
                  </a:moveTo>
                  <a:cubicBezTo>
                    <a:pt x="1210" y="54"/>
                    <a:pt x="1208" y="56"/>
                    <a:pt x="1204" y="56"/>
                  </a:cubicBezTo>
                  <a:cubicBezTo>
                    <a:pt x="6" y="56"/>
                    <a:pt x="6" y="56"/>
                    <a:pt x="6" y="56"/>
                  </a:cubicBezTo>
                  <a:cubicBezTo>
                    <a:pt x="3" y="56"/>
                    <a:pt x="0" y="54"/>
                    <a:pt x="0" y="50"/>
                  </a:cubicBezTo>
                  <a:cubicBezTo>
                    <a:pt x="0" y="6"/>
                    <a:pt x="0" y="6"/>
                    <a:pt x="0" y="6"/>
                  </a:cubicBezTo>
                  <a:cubicBezTo>
                    <a:pt x="0" y="3"/>
                    <a:pt x="3" y="0"/>
                    <a:pt x="6" y="0"/>
                  </a:cubicBezTo>
                  <a:cubicBezTo>
                    <a:pt x="1204" y="0"/>
                    <a:pt x="1204" y="0"/>
                    <a:pt x="1204" y="0"/>
                  </a:cubicBezTo>
                  <a:cubicBezTo>
                    <a:pt x="1208" y="0"/>
                    <a:pt x="1210" y="3"/>
                    <a:pt x="1210" y="6"/>
                  </a:cubicBezTo>
                  <a:lnTo>
                    <a:pt x="1210" y="50"/>
                  </a:lnTo>
                  <a:close/>
                </a:path>
              </a:pathLst>
            </a:custGeom>
            <a:solidFill>
              <a:srgbClr val="9E71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 name="Rectangle 293"/>
            <p:cNvSpPr>
              <a:spLocks noChangeArrowheads="1"/>
            </p:cNvSpPr>
            <p:nvPr/>
          </p:nvSpPr>
          <p:spPr bwMode="auto">
            <a:xfrm>
              <a:off x="3117850" y="4376738"/>
              <a:ext cx="2355850" cy="387350"/>
            </a:xfrm>
            <a:prstGeom prst="rect">
              <a:avLst/>
            </a:prstGeom>
            <a:solidFill>
              <a:srgbClr val="9E71E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 name="Rectangle 294"/>
            <p:cNvSpPr>
              <a:spLocks noChangeArrowheads="1"/>
            </p:cNvSpPr>
            <p:nvPr/>
          </p:nvSpPr>
          <p:spPr bwMode="auto">
            <a:xfrm>
              <a:off x="3870325" y="3422651"/>
              <a:ext cx="50800" cy="812800"/>
            </a:xfrm>
            <a:prstGeom prst="rect">
              <a:avLst/>
            </a:prstGeom>
            <a:solidFill>
              <a:srgbClr val="9E71E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 name="Rectangle 295"/>
            <p:cNvSpPr>
              <a:spLocks noChangeArrowheads="1"/>
            </p:cNvSpPr>
            <p:nvPr/>
          </p:nvSpPr>
          <p:spPr bwMode="auto">
            <a:xfrm>
              <a:off x="3943350" y="3457576"/>
              <a:ext cx="290513" cy="261937"/>
            </a:xfrm>
            <a:prstGeom prst="rect">
              <a:avLst/>
            </a:prstGeom>
            <a:solidFill>
              <a:srgbClr val="9E71E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 name="Freeform 296"/>
            <p:cNvSpPr>
              <a:spLocks/>
            </p:cNvSpPr>
            <p:nvPr/>
          </p:nvSpPr>
          <p:spPr bwMode="auto">
            <a:xfrm>
              <a:off x="4029075" y="3502026"/>
              <a:ext cx="119063" cy="173037"/>
            </a:xfrm>
            <a:custGeom>
              <a:avLst/>
              <a:gdLst>
                <a:gd name="T0" fmla="*/ 2 w 57"/>
                <a:gd name="T1" fmla="*/ 46 h 83"/>
                <a:gd name="T2" fmla="*/ 6 w 57"/>
                <a:gd name="T3" fmla="*/ 0 h 83"/>
                <a:gd name="T4" fmla="*/ 54 w 57"/>
                <a:gd name="T5" fmla="*/ 0 h 83"/>
                <a:gd name="T6" fmla="*/ 54 w 57"/>
                <a:gd name="T7" fmla="*/ 14 h 83"/>
                <a:gd name="T8" fmla="*/ 22 w 57"/>
                <a:gd name="T9" fmla="*/ 14 h 83"/>
                <a:gd name="T10" fmla="*/ 20 w 57"/>
                <a:gd name="T11" fmla="*/ 32 h 83"/>
                <a:gd name="T12" fmla="*/ 25 w 57"/>
                <a:gd name="T13" fmla="*/ 29 h 83"/>
                <a:gd name="T14" fmla="*/ 32 w 57"/>
                <a:gd name="T15" fmla="*/ 28 h 83"/>
                <a:gd name="T16" fmla="*/ 51 w 57"/>
                <a:gd name="T17" fmla="*/ 35 h 83"/>
                <a:gd name="T18" fmla="*/ 57 w 57"/>
                <a:gd name="T19" fmla="*/ 55 h 83"/>
                <a:gd name="T20" fmla="*/ 50 w 57"/>
                <a:gd name="T21" fmla="*/ 75 h 83"/>
                <a:gd name="T22" fmla="*/ 29 w 57"/>
                <a:gd name="T23" fmla="*/ 83 h 83"/>
                <a:gd name="T24" fmla="*/ 8 w 57"/>
                <a:gd name="T25" fmla="*/ 77 h 83"/>
                <a:gd name="T26" fmla="*/ 0 w 57"/>
                <a:gd name="T27" fmla="*/ 59 h 83"/>
                <a:gd name="T28" fmla="*/ 0 w 57"/>
                <a:gd name="T29" fmla="*/ 59 h 83"/>
                <a:gd name="T30" fmla="*/ 19 w 57"/>
                <a:gd name="T31" fmla="*/ 58 h 83"/>
                <a:gd name="T32" fmla="*/ 21 w 57"/>
                <a:gd name="T33" fmla="*/ 66 h 83"/>
                <a:gd name="T34" fmla="*/ 29 w 57"/>
                <a:gd name="T35" fmla="*/ 68 h 83"/>
                <a:gd name="T36" fmla="*/ 36 w 57"/>
                <a:gd name="T37" fmla="*/ 65 h 83"/>
                <a:gd name="T38" fmla="*/ 38 w 57"/>
                <a:gd name="T39" fmla="*/ 55 h 83"/>
                <a:gd name="T40" fmla="*/ 36 w 57"/>
                <a:gd name="T41" fmla="*/ 45 h 83"/>
                <a:gd name="T42" fmla="*/ 28 w 57"/>
                <a:gd name="T43" fmla="*/ 41 h 83"/>
                <a:gd name="T44" fmla="*/ 22 w 57"/>
                <a:gd name="T45" fmla="*/ 43 h 83"/>
                <a:gd name="T46" fmla="*/ 19 w 57"/>
                <a:gd name="T47" fmla="*/ 47 h 83"/>
                <a:gd name="T48" fmla="*/ 2 w 57"/>
                <a:gd name="T49"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7" h="83">
                  <a:moveTo>
                    <a:pt x="2" y="46"/>
                  </a:moveTo>
                  <a:cubicBezTo>
                    <a:pt x="6" y="0"/>
                    <a:pt x="6" y="0"/>
                    <a:pt x="6" y="0"/>
                  </a:cubicBezTo>
                  <a:cubicBezTo>
                    <a:pt x="54" y="0"/>
                    <a:pt x="54" y="0"/>
                    <a:pt x="54" y="0"/>
                  </a:cubicBezTo>
                  <a:cubicBezTo>
                    <a:pt x="54" y="14"/>
                    <a:pt x="54" y="14"/>
                    <a:pt x="54" y="14"/>
                  </a:cubicBezTo>
                  <a:cubicBezTo>
                    <a:pt x="22" y="14"/>
                    <a:pt x="22" y="14"/>
                    <a:pt x="22" y="14"/>
                  </a:cubicBezTo>
                  <a:cubicBezTo>
                    <a:pt x="20" y="32"/>
                    <a:pt x="20" y="32"/>
                    <a:pt x="20" y="32"/>
                  </a:cubicBezTo>
                  <a:cubicBezTo>
                    <a:pt x="21" y="30"/>
                    <a:pt x="23" y="30"/>
                    <a:pt x="25" y="29"/>
                  </a:cubicBezTo>
                  <a:cubicBezTo>
                    <a:pt x="27" y="28"/>
                    <a:pt x="30" y="28"/>
                    <a:pt x="32" y="28"/>
                  </a:cubicBezTo>
                  <a:cubicBezTo>
                    <a:pt x="40" y="28"/>
                    <a:pt x="46" y="30"/>
                    <a:pt x="51" y="35"/>
                  </a:cubicBezTo>
                  <a:cubicBezTo>
                    <a:pt x="55" y="40"/>
                    <a:pt x="57" y="46"/>
                    <a:pt x="57" y="55"/>
                  </a:cubicBezTo>
                  <a:cubicBezTo>
                    <a:pt x="57" y="63"/>
                    <a:pt x="55" y="70"/>
                    <a:pt x="50" y="75"/>
                  </a:cubicBezTo>
                  <a:cubicBezTo>
                    <a:pt x="45" y="80"/>
                    <a:pt x="38" y="83"/>
                    <a:pt x="29" y="83"/>
                  </a:cubicBezTo>
                  <a:cubicBezTo>
                    <a:pt x="21" y="83"/>
                    <a:pt x="14" y="81"/>
                    <a:pt x="8" y="77"/>
                  </a:cubicBezTo>
                  <a:cubicBezTo>
                    <a:pt x="2" y="72"/>
                    <a:pt x="0" y="66"/>
                    <a:pt x="0" y="59"/>
                  </a:cubicBezTo>
                  <a:cubicBezTo>
                    <a:pt x="0" y="59"/>
                    <a:pt x="0" y="59"/>
                    <a:pt x="0" y="59"/>
                  </a:cubicBezTo>
                  <a:cubicBezTo>
                    <a:pt x="19" y="58"/>
                    <a:pt x="19" y="58"/>
                    <a:pt x="19" y="58"/>
                  </a:cubicBezTo>
                  <a:cubicBezTo>
                    <a:pt x="19" y="61"/>
                    <a:pt x="20" y="64"/>
                    <a:pt x="21" y="66"/>
                  </a:cubicBezTo>
                  <a:cubicBezTo>
                    <a:pt x="23" y="67"/>
                    <a:pt x="26" y="68"/>
                    <a:pt x="29" y="68"/>
                  </a:cubicBezTo>
                  <a:cubicBezTo>
                    <a:pt x="32" y="68"/>
                    <a:pt x="35" y="67"/>
                    <a:pt x="36" y="65"/>
                  </a:cubicBezTo>
                  <a:cubicBezTo>
                    <a:pt x="37" y="62"/>
                    <a:pt x="38" y="59"/>
                    <a:pt x="38" y="55"/>
                  </a:cubicBezTo>
                  <a:cubicBezTo>
                    <a:pt x="38" y="51"/>
                    <a:pt x="37" y="47"/>
                    <a:pt x="36" y="45"/>
                  </a:cubicBezTo>
                  <a:cubicBezTo>
                    <a:pt x="34" y="42"/>
                    <a:pt x="32" y="41"/>
                    <a:pt x="28" y="41"/>
                  </a:cubicBezTo>
                  <a:cubicBezTo>
                    <a:pt x="25" y="41"/>
                    <a:pt x="23" y="41"/>
                    <a:pt x="22" y="43"/>
                  </a:cubicBezTo>
                  <a:cubicBezTo>
                    <a:pt x="20" y="44"/>
                    <a:pt x="19" y="45"/>
                    <a:pt x="19" y="47"/>
                  </a:cubicBezTo>
                  <a:lnTo>
                    <a:pt x="2" y="4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 name="Freeform 297"/>
            <p:cNvSpPr>
              <a:spLocks/>
            </p:cNvSpPr>
            <p:nvPr/>
          </p:nvSpPr>
          <p:spPr bwMode="auto">
            <a:xfrm>
              <a:off x="3487737" y="3779838"/>
              <a:ext cx="368300" cy="455612"/>
            </a:xfrm>
            <a:custGeom>
              <a:avLst/>
              <a:gdLst>
                <a:gd name="T0" fmla="*/ 232 w 232"/>
                <a:gd name="T1" fmla="*/ 9 h 287"/>
                <a:gd name="T2" fmla="*/ 232 w 232"/>
                <a:gd name="T3" fmla="*/ 0 h 287"/>
                <a:gd name="T4" fmla="*/ 0 w 232"/>
                <a:gd name="T5" fmla="*/ 0 h 287"/>
                <a:gd name="T6" fmla="*/ 0 w 232"/>
                <a:gd name="T7" fmla="*/ 9 h 287"/>
                <a:gd name="T8" fmla="*/ 0 w 232"/>
                <a:gd name="T9" fmla="*/ 143 h 287"/>
                <a:gd name="T10" fmla="*/ 0 w 232"/>
                <a:gd name="T11" fmla="*/ 152 h 287"/>
                <a:gd name="T12" fmla="*/ 0 w 232"/>
                <a:gd name="T13" fmla="*/ 287 h 287"/>
                <a:gd name="T14" fmla="*/ 9 w 232"/>
                <a:gd name="T15" fmla="*/ 287 h 287"/>
                <a:gd name="T16" fmla="*/ 9 w 232"/>
                <a:gd name="T17" fmla="*/ 152 h 287"/>
                <a:gd name="T18" fmla="*/ 232 w 232"/>
                <a:gd name="T19" fmla="*/ 152 h 287"/>
                <a:gd name="T20" fmla="*/ 232 w 232"/>
                <a:gd name="T21" fmla="*/ 143 h 287"/>
                <a:gd name="T22" fmla="*/ 9 w 232"/>
                <a:gd name="T23" fmla="*/ 143 h 287"/>
                <a:gd name="T24" fmla="*/ 9 w 232"/>
                <a:gd name="T25" fmla="*/ 9 h 287"/>
                <a:gd name="T26" fmla="*/ 232 w 232"/>
                <a:gd name="T27" fmla="*/ 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2" h="287">
                  <a:moveTo>
                    <a:pt x="232" y="9"/>
                  </a:moveTo>
                  <a:lnTo>
                    <a:pt x="232" y="0"/>
                  </a:lnTo>
                  <a:lnTo>
                    <a:pt x="0" y="0"/>
                  </a:lnTo>
                  <a:lnTo>
                    <a:pt x="0" y="9"/>
                  </a:lnTo>
                  <a:lnTo>
                    <a:pt x="0" y="143"/>
                  </a:lnTo>
                  <a:lnTo>
                    <a:pt x="0" y="152"/>
                  </a:lnTo>
                  <a:lnTo>
                    <a:pt x="0" y="287"/>
                  </a:lnTo>
                  <a:lnTo>
                    <a:pt x="9" y="287"/>
                  </a:lnTo>
                  <a:lnTo>
                    <a:pt x="9" y="152"/>
                  </a:lnTo>
                  <a:lnTo>
                    <a:pt x="232" y="152"/>
                  </a:lnTo>
                  <a:lnTo>
                    <a:pt x="232" y="143"/>
                  </a:lnTo>
                  <a:lnTo>
                    <a:pt x="9" y="143"/>
                  </a:lnTo>
                  <a:lnTo>
                    <a:pt x="9" y="9"/>
                  </a:lnTo>
                  <a:lnTo>
                    <a:pt x="232" y="9"/>
                  </a:lnTo>
                  <a:close/>
                </a:path>
              </a:pathLst>
            </a:custGeom>
            <a:solidFill>
              <a:srgbClr val="9E71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 name="Freeform 298"/>
            <p:cNvSpPr>
              <a:spLocks/>
            </p:cNvSpPr>
            <p:nvPr/>
          </p:nvSpPr>
          <p:spPr bwMode="auto">
            <a:xfrm>
              <a:off x="3954462" y="4151313"/>
              <a:ext cx="352425" cy="84137"/>
            </a:xfrm>
            <a:custGeom>
              <a:avLst/>
              <a:gdLst>
                <a:gd name="T0" fmla="*/ 169 w 169"/>
                <a:gd name="T1" fmla="*/ 6 h 40"/>
                <a:gd name="T2" fmla="*/ 163 w 169"/>
                <a:gd name="T3" fmla="*/ 0 h 40"/>
                <a:gd name="T4" fmla="*/ 6 w 169"/>
                <a:gd name="T5" fmla="*/ 0 h 40"/>
                <a:gd name="T6" fmla="*/ 0 w 169"/>
                <a:gd name="T7" fmla="*/ 6 h 40"/>
                <a:gd name="T8" fmla="*/ 0 w 169"/>
                <a:gd name="T9" fmla="*/ 34 h 40"/>
                <a:gd name="T10" fmla="*/ 6 w 169"/>
                <a:gd name="T11" fmla="*/ 40 h 40"/>
                <a:gd name="T12" fmla="*/ 163 w 169"/>
                <a:gd name="T13" fmla="*/ 40 h 40"/>
                <a:gd name="T14" fmla="*/ 169 w 169"/>
                <a:gd name="T15" fmla="*/ 34 h 40"/>
                <a:gd name="T16" fmla="*/ 169 w 169"/>
                <a:gd name="T17"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9" h="40">
                  <a:moveTo>
                    <a:pt x="169" y="6"/>
                  </a:moveTo>
                  <a:cubicBezTo>
                    <a:pt x="169" y="3"/>
                    <a:pt x="166" y="0"/>
                    <a:pt x="163" y="0"/>
                  </a:cubicBezTo>
                  <a:cubicBezTo>
                    <a:pt x="6" y="0"/>
                    <a:pt x="6" y="0"/>
                    <a:pt x="6" y="0"/>
                  </a:cubicBezTo>
                  <a:cubicBezTo>
                    <a:pt x="2" y="0"/>
                    <a:pt x="0" y="3"/>
                    <a:pt x="0" y="6"/>
                  </a:cubicBezTo>
                  <a:cubicBezTo>
                    <a:pt x="0" y="34"/>
                    <a:pt x="0" y="34"/>
                    <a:pt x="0" y="34"/>
                  </a:cubicBezTo>
                  <a:cubicBezTo>
                    <a:pt x="0" y="37"/>
                    <a:pt x="2" y="40"/>
                    <a:pt x="6" y="40"/>
                  </a:cubicBezTo>
                  <a:cubicBezTo>
                    <a:pt x="163" y="40"/>
                    <a:pt x="163" y="40"/>
                    <a:pt x="163" y="40"/>
                  </a:cubicBezTo>
                  <a:cubicBezTo>
                    <a:pt x="166" y="40"/>
                    <a:pt x="169" y="37"/>
                    <a:pt x="169" y="34"/>
                  </a:cubicBezTo>
                  <a:lnTo>
                    <a:pt x="169" y="6"/>
                  </a:lnTo>
                  <a:close/>
                </a:path>
              </a:pathLst>
            </a:custGeom>
            <a:solidFill>
              <a:srgbClr val="9E71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 name="Freeform 299"/>
            <p:cNvSpPr>
              <a:spLocks/>
            </p:cNvSpPr>
            <p:nvPr/>
          </p:nvSpPr>
          <p:spPr bwMode="auto">
            <a:xfrm>
              <a:off x="3983037" y="3819526"/>
              <a:ext cx="292100" cy="317500"/>
            </a:xfrm>
            <a:custGeom>
              <a:avLst/>
              <a:gdLst>
                <a:gd name="T0" fmla="*/ 8 w 184"/>
                <a:gd name="T1" fmla="*/ 97 h 200"/>
                <a:gd name="T2" fmla="*/ 8 w 184"/>
                <a:gd name="T3" fmla="*/ 81 h 200"/>
                <a:gd name="T4" fmla="*/ 16 w 184"/>
                <a:gd name="T5" fmla="*/ 81 h 200"/>
                <a:gd name="T6" fmla="*/ 16 w 184"/>
                <a:gd name="T7" fmla="*/ 70 h 200"/>
                <a:gd name="T8" fmla="*/ 24 w 184"/>
                <a:gd name="T9" fmla="*/ 70 h 200"/>
                <a:gd name="T10" fmla="*/ 24 w 184"/>
                <a:gd name="T11" fmla="*/ 10 h 200"/>
                <a:gd name="T12" fmla="*/ 16 w 184"/>
                <a:gd name="T13" fmla="*/ 10 h 200"/>
                <a:gd name="T14" fmla="*/ 16 w 184"/>
                <a:gd name="T15" fmla="*/ 0 h 200"/>
                <a:gd name="T16" fmla="*/ 0 w 184"/>
                <a:gd name="T17" fmla="*/ 0 h 200"/>
                <a:gd name="T18" fmla="*/ 0 w 184"/>
                <a:gd name="T19" fmla="*/ 70 h 200"/>
                <a:gd name="T20" fmla="*/ 0 w 184"/>
                <a:gd name="T21" fmla="*/ 81 h 200"/>
                <a:gd name="T22" fmla="*/ 0 w 184"/>
                <a:gd name="T23" fmla="*/ 93 h 200"/>
                <a:gd name="T24" fmla="*/ 0 w 184"/>
                <a:gd name="T25" fmla="*/ 159 h 200"/>
                <a:gd name="T26" fmla="*/ 0 w 184"/>
                <a:gd name="T27" fmla="*/ 200 h 200"/>
                <a:gd name="T28" fmla="*/ 184 w 184"/>
                <a:gd name="T29" fmla="*/ 200 h 200"/>
                <a:gd name="T30" fmla="*/ 184 w 184"/>
                <a:gd name="T31" fmla="*/ 181 h 200"/>
                <a:gd name="T32" fmla="*/ 8 w 184"/>
                <a:gd name="T33" fmla="*/ 97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4" h="200">
                  <a:moveTo>
                    <a:pt x="8" y="97"/>
                  </a:moveTo>
                  <a:lnTo>
                    <a:pt x="8" y="81"/>
                  </a:lnTo>
                  <a:lnTo>
                    <a:pt x="16" y="81"/>
                  </a:lnTo>
                  <a:lnTo>
                    <a:pt x="16" y="70"/>
                  </a:lnTo>
                  <a:lnTo>
                    <a:pt x="24" y="70"/>
                  </a:lnTo>
                  <a:lnTo>
                    <a:pt x="24" y="10"/>
                  </a:lnTo>
                  <a:lnTo>
                    <a:pt x="16" y="10"/>
                  </a:lnTo>
                  <a:lnTo>
                    <a:pt x="16" y="0"/>
                  </a:lnTo>
                  <a:lnTo>
                    <a:pt x="0" y="0"/>
                  </a:lnTo>
                  <a:lnTo>
                    <a:pt x="0" y="70"/>
                  </a:lnTo>
                  <a:lnTo>
                    <a:pt x="0" y="81"/>
                  </a:lnTo>
                  <a:lnTo>
                    <a:pt x="0" y="93"/>
                  </a:lnTo>
                  <a:lnTo>
                    <a:pt x="0" y="159"/>
                  </a:lnTo>
                  <a:lnTo>
                    <a:pt x="0" y="200"/>
                  </a:lnTo>
                  <a:lnTo>
                    <a:pt x="184" y="200"/>
                  </a:lnTo>
                  <a:lnTo>
                    <a:pt x="184" y="181"/>
                  </a:lnTo>
                  <a:lnTo>
                    <a:pt x="8" y="97"/>
                  </a:lnTo>
                  <a:close/>
                </a:path>
              </a:pathLst>
            </a:custGeom>
            <a:solidFill>
              <a:srgbClr val="9E71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11" name="组合 310"/>
          <p:cNvGrpSpPr/>
          <p:nvPr/>
        </p:nvGrpSpPr>
        <p:grpSpPr>
          <a:xfrm>
            <a:off x="4205287" y="1825626"/>
            <a:ext cx="1311275" cy="1500187"/>
            <a:chOff x="4205287" y="1825626"/>
            <a:chExt cx="1311275" cy="1500187"/>
          </a:xfrm>
        </p:grpSpPr>
        <p:sp>
          <p:nvSpPr>
            <p:cNvPr id="312" name="Freeform 300"/>
            <p:cNvSpPr>
              <a:spLocks noEditPoints="1"/>
            </p:cNvSpPr>
            <p:nvPr/>
          </p:nvSpPr>
          <p:spPr bwMode="auto">
            <a:xfrm>
              <a:off x="4741862" y="1825626"/>
              <a:ext cx="774700" cy="1422400"/>
            </a:xfrm>
            <a:custGeom>
              <a:avLst/>
              <a:gdLst>
                <a:gd name="T0" fmla="*/ 488 w 488"/>
                <a:gd name="T1" fmla="*/ 32 h 896"/>
                <a:gd name="T2" fmla="*/ 455 w 488"/>
                <a:gd name="T3" fmla="*/ 32 h 896"/>
                <a:gd name="T4" fmla="*/ 455 w 488"/>
                <a:gd name="T5" fmla="*/ 0 h 896"/>
                <a:gd name="T6" fmla="*/ 445 w 488"/>
                <a:gd name="T7" fmla="*/ 0 h 896"/>
                <a:gd name="T8" fmla="*/ 445 w 488"/>
                <a:gd name="T9" fmla="*/ 32 h 896"/>
                <a:gd name="T10" fmla="*/ 43 w 488"/>
                <a:gd name="T11" fmla="*/ 32 h 896"/>
                <a:gd name="T12" fmla="*/ 43 w 488"/>
                <a:gd name="T13" fmla="*/ 0 h 896"/>
                <a:gd name="T14" fmla="*/ 33 w 488"/>
                <a:gd name="T15" fmla="*/ 0 h 896"/>
                <a:gd name="T16" fmla="*/ 33 w 488"/>
                <a:gd name="T17" fmla="*/ 32 h 896"/>
                <a:gd name="T18" fmla="*/ 0 w 488"/>
                <a:gd name="T19" fmla="*/ 32 h 896"/>
                <a:gd name="T20" fmla="*/ 0 w 488"/>
                <a:gd name="T21" fmla="*/ 250 h 896"/>
                <a:gd name="T22" fmla="*/ 33 w 488"/>
                <a:gd name="T23" fmla="*/ 250 h 896"/>
                <a:gd name="T24" fmla="*/ 33 w 488"/>
                <a:gd name="T25" fmla="*/ 545 h 896"/>
                <a:gd name="T26" fmla="*/ 33 w 488"/>
                <a:gd name="T27" fmla="*/ 556 h 896"/>
                <a:gd name="T28" fmla="*/ 33 w 488"/>
                <a:gd name="T29" fmla="*/ 896 h 896"/>
                <a:gd name="T30" fmla="*/ 455 w 488"/>
                <a:gd name="T31" fmla="*/ 896 h 896"/>
                <a:gd name="T32" fmla="*/ 455 w 488"/>
                <a:gd name="T33" fmla="*/ 556 h 896"/>
                <a:gd name="T34" fmla="*/ 455 w 488"/>
                <a:gd name="T35" fmla="*/ 545 h 896"/>
                <a:gd name="T36" fmla="*/ 455 w 488"/>
                <a:gd name="T37" fmla="*/ 250 h 896"/>
                <a:gd name="T38" fmla="*/ 488 w 488"/>
                <a:gd name="T39" fmla="*/ 250 h 896"/>
                <a:gd name="T40" fmla="*/ 488 w 488"/>
                <a:gd name="T41" fmla="*/ 32 h 896"/>
                <a:gd name="T42" fmla="*/ 445 w 488"/>
                <a:gd name="T43" fmla="*/ 545 h 896"/>
                <a:gd name="T44" fmla="*/ 43 w 488"/>
                <a:gd name="T45" fmla="*/ 545 h 896"/>
                <a:gd name="T46" fmla="*/ 43 w 488"/>
                <a:gd name="T47" fmla="*/ 250 h 896"/>
                <a:gd name="T48" fmla="*/ 445 w 488"/>
                <a:gd name="T49" fmla="*/ 250 h 896"/>
                <a:gd name="T50" fmla="*/ 445 w 488"/>
                <a:gd name="T51" fmla="*/ 545 h 8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8" h="896">
                  <a:moveTo>
                    <a:pt x="488" y="32"/>
                  </a:moveTo>
                  <a:lnTo>
                    <a:pt x="455" y="32"/>
                  </a:lnTo>
                  <a:lnTo>
                    <a:pt x="455" y="0"/>
                  </a:lnTo>
                  <a:lnTo>
                    <a:pt x="445" y="0"/>
                  </a:lnTo>
                  <a:lnTo>
                    <a:pt x="445" y="32"/>
                  </a:lnTo>
                  <a:lnTo>
                    <a:pt x="43" y="32"/>
                  </a:lnTo>
                  <a:lnTo>
                    <a:pt x="43" y="0"/>
                  </a:lnTo>
                  <a:lnTo>
                    <a:pt x="33" y="0"/>
                  </a:lnTo>
                  <a:lnTo>
                    <a:pt x="33" y="32"/>
                  </a:lnTo>
                  <a:lnTo>
                    <a:pt x="0" y="32"/>
                  </a:lnTo>
                  <a:lnTo>
                    <a:pt x="0" y="250"/>
                  </a:lnTo>
                  <a:lnTo>
                    <a:pt x="33" y="250"/>
                  </a:lnTo>
                  <a:lnTo>
                    <a:pt x="33" y="545"/>
                  </a:lnTo>
                  <a:lnTo>
                    <a:pt x="33" y="556"/>
                  </a:lnTo>
                  <a:lnTo>
                    <a:pt x="33" y="896"/>
                  </a:lnTo>
                  <a:lnTo>
                    <a:pt x="455" y="896"/>
                  </a:lnTo>
                  <a:lnTo>
                    <a:pt x="455" y="556"/>
                  </a:lnTo>
                  <a:lnTo>
                    <a:pt x="455" y="545"/>
                  </a:lnTo>
                  <a:lnTo>
                    <a:pt x="455" y="250"/>
                  </a:lnTo>
                  <a:lnTo>
                    <a:pt x="488" y="250"/>
                  </a:lnTo>
                  <a:lnTo>
                    <a:pt x="488" y="32"/>
                  </a:lnTo>
                  <a:close/>
                  <a:moveTo>
                    <a:pt x="445" y="545"/>
                  </a:moveTo>
                  <a:lnTo>
                    <a:pt x="43" y="545"/>
                  </a:lnTo>
                  <a:lnTo>
                    <a:pt x="43" y="250"/>
                  </a:lnTo>
                  <a:lnTo>
                    <a:pt x="445" y="250"/>
                  </a:lnTo>
                  <a:lnTo>
                    <a:pt x="445" y="545"/>
                  </a:lnTo>
                  <a:close/>
                </a:path>
              </a:pathLst>
            </a:custGeom>
            <a:solidFill>
              <a:srgbClr val="39B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 name="Freeform 301"/>
            <p:cNvSpPr>
              <a:spLocks/>
            </p:cNvSpPr>
            <p:nvPr/>
          </p:nvSpPr>
          <p:spPr bwMode="auto">
            <a:xfrm>
              <a:off x="5232400" y="2471738"/>
              <a:ext cx="146050" cy="206375"/>
            </a:xfrm>
            <a:custGeom>
              <a:avLst/>
              <a:gdLst>
                <a:gd name="T0" fmla="*/ 45 w 70"/>
                <a:gd name="T1" fmla="*/ 39 h 99"/>
                <a:gd name="T2" fmla="*/ 45 w 70"/>
                <a:gd name="T3" fmla="*/ 13 h 99"/>
                <a:gd name="T4" fmla="*/ 48 w 70"/>
                <a:gd name="T5" fmla="*/ 8 h 99"/>
                <a:gd name="T6" fmla="*/ 48 w 70"/>
                <a:gd name="T7" fmla="*/ 6 h 99"/>
                <a:gd name="T8" fmla="*/ 42 w 70"/>
                <a:gd name="T9" fmla="*/ 0 h 99"/>
                <a:gd name="T10" fmla="*/ 29 w 70"/>
                <a:gd name="T11" fmla="*/ 0 h 99"/>
                <a:gd name="T12" fmla="*/ 23 w 70"/>
                <a:gd name="T13" fmla="*/ 6 h 99"/>
                <a:gd name="T14" fmla="*/ 23 w 70"/>
                <a:gd name="T15" fmla="*/ 8 h 99"/>
                <a:gd name="T16" fmla="*/ 26 w 70"/>
                <a:gd name="T17" fmla="*/ 13 h 99"/>
                <a:gd name="T18" fmla="*/ 26 w 70"/>
                <a:gd name="T19" fmla="*/ 39 h 99"/>
                <a:gd name="T20" fmla="*/ 0 w 70"/>
                <a:gd name="T21" fmla="*/ 72 h 99"/>
                <a:gd name="T22" fmla="*/ 13 w 70"/>
                <a:gd name="T23" fmla="*/ 99 h 99"/>
                <a:gd name="T24" fmla="*/ 58 w 70"/>
                <a:gd name="T25" fmla="*/ 99 h 99"/>
                <a:gd name="T26" fmla="*/ 70 w 70"/>
                <a:gd name="T27" fmla="*/ 72 h 99"/>
                <a:gd name="T28" fmla="*/ 45 w 70"/>
                <a:gd name="T29" fmla="*/ 3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99">
                  <a:moveTo>
                    <a:pt x="45" y="39"/>
                  </a:moveTo>
                  <a:cubicBezTo>
                    <a:pt x="45" y="13"/>
                    <a:pt x="45" y="13"/>
                    <a:pt x="45" y="13"/>
                  </a:cubicBezTo>
                  <a:cubicBezTo>
                    <a:pt x="47" y="12"/>
                    <a:pt x="48" y="10"/>
                    <a:pt x="48" y="8"/>
                  </a:cubicBezTo>
                  <a:cubicBezTo>
                    <a:pt x="48" y="6"/>
                    <a:pt x="48" y="6"/>
                    <a:pt x="48" y="6"/>
                  </a:cubicBezTo>
                  <a:cubicBezTo>
                    <a:pt x="48" y="3"/>
                    <a:pt x="45" y="0"/>
                    <a:pt x="42" y="0"/>
                  </a:cubicBezTo>
                  <a:cubicBezTo>
                    <a:pt x="29" y="0"/>
                    <a:pt x="29" y="0"/>
                    <a:pt x="29" y="0"/>
                  </a:cubicBezTo>
                  <a:cubicBezTo>
                    <a:pt x="25" y="0"/>
                    <a:pt x="23" y="3"/>
                    <a:pt x="23" y="6"/>
                  </a:cubicBezTo>
                  <a:cubicBezTo>
                    <a:pt x="23" y="8"/>
                    <a:pt x="23" y="8"/>
                    <a:pt x="23" y="8"/>
                  </a:cubicBezTo>
                  <a:cubicBezTo>
                    <a:pt x="23" y="10"/>
                    <a:pt x="24" y="12"/>
                    <a:pt x="26" y="13"/>
                  </a:cubicBezTo>
                  <a:cubicBezTo>
                    <a:pt x="26" y="39"/>
                    <a:pt x="26" y="39"/>
                    <a:pt x="26" y="39"/>
                  </a:cubicBezTo>
                  <a:cubicBezTo>
                    <a:pt x="11" y="43"/>
                    <a:pt x="0" y="56"/>
                    <a:pt x="0" y="72"/>
                  </a:cubicBezTo>
                  <a:cubicBezTo>
                    <a:pt x="0" y="83"/>
                    <a:pt x="5" y="93"/>
                    <a:pt x="13" y="99"/>
                  </a:cubicBezTo>
                  <a:cubicBezTo>
                    <a:pt x="58" y="99"/>
                    <a:pt x="58" y="99"/>
                    <a:pt x="58" y="99"/>
                  </a:cubicBezTo>
                  <a:cubicBezTo>
                    <a:pt x="65" y="93"/>
                    <a:pt x="70" y="83"/>
                    <a:pt x="70" y="72"/>
                  </a:cubicBezTo>
                  <a:cubicBezTo>
                    <a:pt x="70" y="56"/>
                    <a:pt x="59" y="43"/>
                    <a:pt x="45" y="39"/>
                  </a:cubicBezTo>
                  <a:close/>
                </a:path>
              </a:pathLst>
            </a:custGeom>
            <a:solidFill>
              <a:srgbClr val="39B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 name="Freeform 302"/>
            <p:cNvSpPr>
              <a:spLocks/>
            </p:cNvSpPr>
            <p:nvPr/>
          </p:nvSpPr>
          <p:spPr bwMode="auto">
            <a:xfrm>
              <a:off x="5094287" y="2609851"/>
              <a:ext cx="58738" cy="68262"/>
            </a:xfrm>
            <a:custGeom>
              <a:avLst/>
              <a:gdLst>
                <a:gd name="T0" fmla="*/ 28 w 28"/>
                <a:gd name="T1" fmla="*/ 0 h 33"/>
                <a:gd name="T2" fmla="*/ 0 w 28"/>
                <a:gd name="T3" fmla="*/ 0 h 33"/>
                <a:gd name="T4" fmla="*/ 12 w 28"/>
                <a:gd name="T5" fmla="*/ 14 h 33"/>
                <a:gd name="T6" fmla="*/ 8 w 28"/>
                <a:gd name="T7" fmla="*/ 33 h 33"/>
                <a:gd name="T8" fmla="*/ 20 w 28"/>
                <a:gd name="T9" fmla="*/ 33 h 33"/>
                <a:gd name="T10" fmla="*/ 16 w 28"/>
                <a:gd name="T11" fmla="*/ 14 h 33"/>
                <a:gd name="T12" fmla="*/ 28 w 28"/>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28" h="33">
                  <a:moveTo>
                    <a:pt x="28" y="0"/>
                  </a:moveTo>
                  <a:cubicBezTo>
                    <a:pt x="0" y="0"/>
                    <a:pt x="0" y="0"/>
                    <a:pt x="0" y="0"/>
                  </a:cubicBezTo>
                  <a:cubicBezTo>
                    <a:pt x="0" y="7"/>
                    <a:pt x="5" y="13"/>
                    <a:pt x="12" y="14"/>
                  </a:cubicBezTo>
                  <a:cubicBezTo>
                    <a:pt x="8" y="33"/>
                    <a:pt x="8" y="33"/>
                    <a:pt x="8" y="33"/>
                  </a:cubicBezTo>
                  <a:cubicBezTo>
                    <a:pt x="20" y="33"/>
                    <a:pt x="20" y="33"/>
                    <a:pt x="20" y="33"/>
                  </a:cubicBezTo>
                  <a:cubicBezTo>
                    <a:pt x="16" y="14"/>
                    <a:pt x="16" y="14"/>
                    <a:pt x="16" y="14"/>
                  </a:cubicBezTo>
                  <a:cubicBezTo>
                    <a:pt x="23" y="13"/>
                    <a:pt x="28" y="7"/>
                    <a:pt x="28" y="0"/>
                  </a:cubicBezTo>
                  <a:close/>
                </a:path>
              </a:pathLst>
            </a:custGeom>
            <a:solidFill>
              <a:srgbClr val="39B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 name="Freeform 303"/>
            <p:cNvSpPr>
              <a:spLocks/>
            </p:cNvSpPr>
            <p:nvPr/>
          </p:nvSpPr>
          <p:spPr bwMode="auto">
            <a:xfrm>
              <a:off x="5168900" y="2609851"/>
              <a:ext cx="57150" cy="68262"/>
            </a:xfrm>
            <a:custGeom>
              <a:avLst/>
              <a:gdLst>
                <a:gd name="T0" fmla="*/ 28 w 28"/>
                <a:gd name="T1" fmla="*/ 0 h 33"/>
                <a:gd name="T2" fmla="*/ 0 w 28"/>
                <a:gd name="T3" fmla="*/ 0 h 33"/>
                <a:gd name="T4" fmla="*/ 12 w 28"/>
                <a:gd name="T5" fmla="*/ 14 h 33"/>
                <a:gd name="T6" fmla="*/ 8 w 28"/>
                <a:gd name="T7" fmla="*/ 33 h 33"/>
                <a:gd name="T8" fmla="*/ 20 w 28"/>
                <a:gd name="T9" fmla="*/ 33 h 33"/>
                <a:gd name="T10" fmla="*/ 16 w 28"/>
                <a:gd name="T11" fmla="*/ 14 h 33"/>
                <a:gd name="T12" fmla="*/ 28 w 28"/>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28" h="33">
                  <a:moveTo>
                    <a:pt x="28" y="0"/>
                  </a:moveTo>
                  <a:cubicBezTo>
                    <a:pt x="0" y="0"/>
                    <a:pt x="0" y="0"/>
                    <a:pt x="0" y="0"/>
                  </a:cubicBezTo>
                  <a:cubicBezTo>
                    <a:pt x="0" y="7"/>
                    <a:pt x="5" y="13"/>
                    <a:pt x="12" y="14"/>
                  </a:cubicBezTo>
                  <a:cubicBezTo>
                    <a:pt x="8" y="33"/>
                    <a:pt x="8" y="33"/>
                    <a:pt x="8" y="33"/>
                  </a:cubicBezTo>
                  <a:cubicBezTo>
                    <a:pt x="20" y="33"/>
                    <a:pt x="20" y="33"/>
                    <a:pt x="20" y="33"/>
                  </a:cubicBezTo>
                  <a:cubicBezTo>
                    <a:pt x="16" y="14"/>
                    <a:pt x="16" y="14"/>
                    <a:pt x="16" y="14"/>
                  </a:cubicBezTo>
                  <a:cubicBezTo>
                    <a:pt x="23" y="13"/>
                    <a:pt x="28" y="7"/>
                    <a:pt x="28" y="0"/>
                  </a:cubicBezTo>
                  <a:close/>
                </a:path>
              </a:pathLst>
            </a:custGeom>
            <a:solidFill>
              <a:srgbClr val="39B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 name="Oval 304"/>
            <p:cNvSpPr>
              <a:spLocks noChangeArrowheads="1"/>
            </p:cNvSpPr>
            <p:nvPr/>
          </p:nvSpPr>
          <p:spPr bwMode="auto">
            <a:xfrm>
              <a:off x="4505325" y="2222501"/>
              <a:ext cx="225425" cy="22860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 name="Freeform 305"/>
            <p:cNvSpPr>
              <a:spLocks/>
            </p:cNvSpPr>
            <p:nvPr/>
          </p:nvSpPr>
          <p:spPr bwMode="auto">
            <a:xfrm>
              <a:off x="4621212" y="2451101"/>
              <a:ext cx="233363" cy="234950"/>
            </a:xfrm>
            <a:custGeom>
              <a:avLst/>
              <a:gdLst>
                <a:gd name="T0" fmla="*/ 78 w 112"/>
                <a:gd name="T1" fmla="*/ 105 h 113"/>
                <a:gd name="T2" fmla="*/ 104 w 112"/>
                <a:gd name="T3" fmla="*/ 106 h 113"/>
                <a:gd name="T4" fmla="*/ 104 w 112"/>
                <a:gd name="T5" fmla="*/ 106 h 113"/>
                <a:gd name="T6" fmla="*/ 104 w 112"/>
                <a:gd name="T7" fmla="*/ 79 h 113"/>
                <a:gd name="T8" fmla="*/ 34 w 112"/>
                <a:gd name="T9" fmla="*/ 8 h 113"/>
                <a:gd name="T10" fmla="*/ 7 w 112"/>
                <a:gd name="T11" fmla="*/ 7 h 113"/>
                <a:gd name="T12" fmla="*/ 7 w 112"/>
                <a:gd name="T13" fmla="*/ 7 h 113"/>
                <a:gd name="T14" fmla="*/ 7 w 112"/>
                <a:gd name="T15" fmla="*/ 34 h 113"/>
                <a:gd name="T16" fmla="*/ 78 w 112"/>
                <a:gd name="T17" fmla="*/ 105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2" h="113">
                  <a:moveTo>
                    <a:pt x="78" y="105"/>
                  </a:moveTo>
                  <a:cubicBezTo>
                    <a:pt x="85" y="113"/>
                    <a:pt x="97" y="113"/>
                    <a:pt x="104" y="106"/>
                  </a:cubicBezTo>
                  <a:cubicBezTo>
                    <a:pt x="104" y="106"/>
                    <a:pt x="104" y="106"/>
                    <a:pt x="104" y="106"/>
                  </a:cubicBezTo>
                  <a:cubicBezTo>
                    <a:pt x="112" y="98"/>
                    <a:pt x="112" y="86"/>
                    <a:pt x="104" y="79"/>
                  </a:cubicBezTo>
                  <a:cubicBezTo>
                    <a:pt x="34" y="8"/>
                    <a:pt x="34" y="8"/>
                    <a:pt x="34" y="8"/>
                  </a:cubicBezTo>
                  <a:cubicBezTo>
                    <a:pt x="27" y="0"/>
                    <a:pt x="15" y="0"/>
                    <a:pt x="7" y="7"/>
                  </a:cubicBezTo>
                  <a:cubicBezTo>
                    <a:pt x="7" y="7"/>
                    <a:pt x="7" y="7"/>
                    <a:pt x="7" y="7"/>
                  </a:cubicBezTo>
                  <a:cubicBezTo>
                    <a:pt x="0" y="15"/>
                    <a:pt x="0" y="27"/>
                    <a:pt x="7" y="34"/>
                  </a:cubicBezTo>
                  <a:lnTo>
                    <a:pt x="78" y="10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 name="Freeform 306"/>
            <p:cNvSpPr>
              <a:spLocks/>
            </p:cNvSpPr>
            <p:nvPr/>
          </p:nvSpPr>
          <p:spPr bwMode="auto">
            <a:xfrm>
              <a:off x="4764087" y="2511426"/>
              <a:ext cx="269875" cy="174625"/>
            </a:xfrm>
            <a:custGeom>
              <a:avLst/>
              <a:gdLst>
                <a:gd name="T0" fmla="*/ 4 w 129"/>
                <a:gd name="T1" fmla="*/ 68 h 84"/>
                <a:gd name="T2" fmla="*/ 33 w 129"/>
                <a:gd name="T3" fmla="*/ 79 h 84"/>
                <a:gd name="T4" fmla="*/ 113 w 129"/>
                <a:gd name="T5" fmla="*/ 44 h 84"/>
                <a:gd name="T6" fmla="*/ 125 w 129"/>
                <a:gd name="T7" fmla="*/ 16 h 84"/>
                <a:gd name="T8" fmla="*/ 125 w 129"/>
                <a:gd name="T9" fmla="*/ 16 h 84"/>
                <a:gd name="T10" fmla="*/ 96 w 129"/>
                <a:gd name="T11" fmla="*/ 5 h 84"/>
                <a:gd name="T12" fmla="*/ 16 w 129"/>
                <a:gd name="T13" fmla="*/ 39 h 84"/>
                <a:gd name="T14" fmla="*/ 4 w 129"/>
                <a:gd name="T15" fmla="*/ 68 h 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9" h="84">
                  <a:moveTo>
                    <a:pt x="4" y="68"/>
                  </a:moveTo>
                  <a:cubicBezTo>
                    <a:pt x="9" y="79"/>
                    <a:pt x="22" y="84"/>
                    <a:pt x="33" y="79"/>
                  </a:cubicBezTo>
                  <a:cubicBezTo>
                    <a:pt x="113" y="44"/>
                    <a:pt x="113" y="44"/>
                    <a:pt x="113" y="44"/>
                  </a:cubicBezTo>
                  <a:cubicBezTo>
                    <a:pt x="124" y="40"/>
                    <a:pt x="129" y="27"/>
                    <a:pt x="125" y="16"/>
                  </a:cubicBezTo>
                  <a:cubicBezTo>
                    <a:pt x="125" y="16"/>
                    <a:pt x="125" y="16"/>
                    <a:pt x="125" y="16"/>
                  </a:cubicBezTo>
                  <a:cubicBezTo>
                    <a:pt x="120" y="5"/>
                    <a:pt x="107" y="0"/>
                    <a:pt x="96" y="5"/>
                  </a:cubicBezTo>
                  <a:cubicBezTo>
                    <a:pt x="16" y="39"/>
                    <a:pt x="16" y="39"/>
                    <a:pt x="16" y="39"/>
                  </a:cubicBezTo>
                  <a:cubicBezTo>
                    <a:pt x="5" y="44"/>
                    <a:pt x="0" y="57"/>
                    <a:pt x="4" y="68"/>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 name="Freeform 307"/>
            <p:cNvSpPr>
              <a:spLocks/>
            </p:cNvSpPr>
            <p:nvPr/>
          </p:nvSpPr>
          <p:spPr bwMode="auto">
            <a:xfrm>
              <a:off x="4386262" y="2451101"/>
              <a:ext cx="234950" cy="234950"/>
            </a:xfrm>
            <a:custGeom>
              <a:avLst/>
              <a:gdLst>
                <a:gd name="T0" fmla="*/ 34 w 112"/>
                <a:gd name="T1" fmla="*/ 105 h 113"/>
                <a:gd name="T2" fmla="*/ 7 w 112"/>
                <a:gd name="T3" fmla="*/ 106 h 113"/>
                <a:gd name="T4" fmla="*/ 7 w 112"/>
                <a:gd name="T5" fmla="*/ 106 h 113"/>
                <a:gd name="T6" fmla="*/ 7 w 112"/>
                <a:gd name="T7" fmla="*/ 79 h 113"/>
                <a:gd name="T8" fmla="*/ 78 w 112"/>
                <a:gd name="T9" fmla="*/ 8 h 113"/>
                <a:gd name="T10" fmla="*/ 104 w 112"/>
                <a:gd name="T11" fmla="*/ 7 h 113"/>
                <a:gd name="T12" fmla="*/ 104 w 112"/>
                <a:gd name="T13" fmla="*/ 7 h 113"/>
                <a:gd name="T14" fmla="*/ 105 w 112"/>
                <a:gd name="T15" fmla="*/ 34 h 113"/>
                <a:gd name="T16" fmla="*/ 34 w 112"/>
                <a:gd name="T17" fmla="*/ 105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2" h="113">
                  <a:moveTo>
                    <a:pt x="34" y="105"/>
                  </a:moveTo>
                  <a:cubicBezTo>
                    <a:pt x="27" y="113"/>
                    <a:pt x="15" y="113"/>
                    <a:pt x="7" y="106"/>
                  </a:cubicBezTo>
                  <a:cubicBezTo>
                    <a:pt x="7" y="106"/>
                    <a:pt x="7" y="106"/>
                    <a:pt x="7" y="106"/>
                  </a:cubicBezTo>
                  <a:cubicBezTo>
                    <a:pt x="0" y="98"/>
                    <a:pt x="0" y="86"/>
                    <a:pt x="7" y="79"/>
                  </a:cubicBezTo>
                  <a:cubicBezTo>
                    <a:pt x="78" y="8"/>
                    <a:pt x="78" y="8"/>
                    <a:pt x="78" y="8"/>
                  </a:cubicBezTo>
                  <a:cubicBezTo>
                    <a:pt x="85" y="0"/>
                    <a:pt x="97" y="0"/>
                    <a:pt x="104" y="7"/>
                  </a:cubicBezTo>
                  <a:cubicBezTo>
                    <a:pt x="104" y="7"/>
                    <a:pt x="104" y="7"/>
                    <a:pt x="104" y="7"/>
                  </a:cubicBezTo>
                  <a:cubicBezTo>
                    <a:pt x="112" y="15"/>
                    <a:pt x="112" y="27"/>
                    <a:pt x="105" y="34"/>
                  </a:cubicBezTo>
                  <a:lnTo>
                    <a:pt x="34" y="10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 name="Freeform 308"/>
            <p:cNvSpPr>
              <a:spLocks/>
            </p:cNvSpPr>
            <p:nvPr/>
          </p:nvSpPr>
          <p:spPr bwMode="auto">
            <a:xfrm>
              <a:off x="4205287" y="2511426"/>
              <a:ext cx="271463" cy="174625"/>
            </a:xfrm>
            <a:custGeom>
              <a:avLst/>
              <a:gdLst>
                <a:gd name="T0" fmla="*/ 125 w 130"/>
                <a:gd name="T1" fmla="*/ 68 h 84"/>
                <a:gd name="T2" fmla="*/ 97 w 130"/>
                <a:gd name="T3" fmla="*/ 79 h 84"/>
                <a:gd name="T4" fmla="*/ 16 w 130"/>
                <a:gd name="T5" fmla="*/ 44 h 84"/>
                <a:gd name="T6" fmla="*/ 5 w 130"/>
                <a:gd name="T7" fmla="*/ 16 h 84"/>
                <a:gd name="T8" fmla="*/ 5 w 130"/>
                <a:gd name="T9" fmla="*/ 16 h 84"/>
                <a:gd name="T10" fmla="*/ 34 w 130"/>
                <a:gd name="T11" fmla="*/ 5 h 84"/>
                <a:gd name="T12" fmla="*/ 114 w 130"/>
                <a:gd name="T13" fmla="*/ 39 h 84"/>
                <a:gd name="T14" fmla="*/ 125 w 130"/>
                <a:gd name="T15" fmla="*/ 68 h 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0" h="84">
                  <a:moveTo>
                    <a:pt x="125" y="68"/>
                  </a:moveTo>
                  <a:cubicBezTo>
                    <a:pt x="121" y="79"/>
                    <a:pt x="108" y="84"/>
                    <a:pt x="97" y="79"/>
                  </a:cubicBezTo>
                  <a:cubicBezTo>
                    <a:pt x="16" y="44"/>
                    <a:pt x="16" y="44"/>
                    <a:pt x="16" y="44"/>
                  </a:cubicBezTo>
                  <a:cubicBezTo>
                    <a:pt x="5" y="40"/>
                    <a:pt x="0" y="27"/>
                    <a:pt x="5" y="16"/>
                  </a:cubicBezTo>
                  <a:cubicBezTo>
                    <a:pt x="5" y="16"/>
                    <a:pt x="5" y="16"/>
                    <a:pt x="5" y="16"/>
                  </a:cubicBezTo>
                  <a:cubicBezTo>
                    <a:pt x="10" y="5"/>
                    <a:pt x="23" y="0"/>
                    <a:pt x="34" y="5"/>
                  </a:cubicBezTo>
                  <a:cubicBezTo>
                    <a:pt x="114" y="39"/>
                    <a:pt x="114" y="39"/>
                    <a:pt x="114" y="39"/>
                  </a:cubicBezTo>
                  <a:cubicBezTo>
                    <a:pt x="125" y="44"/>
                    <a:pt x="130" y="57"/>
                    <a:pt x="125" y="68"/>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 name="Freeform 309"/>
            <p:cNvSpPr>
              <a:spLocks/>
            </p:cNvSpPr>
            <p:nvPr/>
          </p:nvSpPr>
          <p:spPr bwMode="auto">
            <a:xfrm>
              <a:off x="4584700" y="2784476"/>
              <a:ext cx="230188" cy="298450"/>
            </a:xfrm>
            <a:custGeom>
              <a:avLst/>
              <a:gdLst>
                <a:gd name="T0" fmla="*/ 16 w 110"/>
                <a:gd name="T1" fmla="*/ 7 h 143"/>
                <a:gd name="T2" fmla="*/ 8 w 110"/>
                <a:gd name="T3" fmla="*/ 41 h 143"/>
                <a:gd name="T4" fmla="*/ 60 w 110"/>
                <a:gd name="T5" fmla="*/ 127 h 143"/>
                <a:gd name="T6" fmla="*/ 95 w 110"/>
                <a:gd name="T7" fmla="*/ 136 h 143"/>
                <a:gd name="T8" fmla="*/ 95 w 110"/>
                <a:gd name="T9" fmla="*/ 136 h 143"/>
                <a:gd name="T10" fmla="*/ 103 w 110"/>
                <a:gd name="T11" fmla="*/ 101 h 143"/>
                <a:gd name="T12" fmla="*/ 50 w 110"/>
                <a:gd name="T13" fmla="*/ 15 h 143"/>
                <a:gd name="T14" fmla="*/ 16 w 110"/>
                <a:gd name="T15" fmla="*/ 7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143">
                  <a:moveTo>
                    <a:pt x="16" y="7"/>
                  </a:moveTo>
                  <a:cubicBezTo>
                    <a:pt x="4" y="14"/>
                    <a:pt x="0" y="30"/>
                    <a:pt x="8" y="41"/>
                  </a:cubicBezTo>
                  <a:cubicBezTo>
                    <a:pt x="60" y="127"/>
                    <a:pt x="60" y="127"/>
                    <a:pt x="60" y="127"/>
                  </a:cubicBezTo>
                  <a:cubicBezTo>
                    <a:pt x="68" y="139"/>
                    <a:pt x="83" y="143"/>
                    <a:pt x="95" y="136"/>
                  </a:cubicBezTo>
                  <a:cubicBezTo>
                    <a:pt x="95" y="136"/>
                    <a:pt x="95" y="136"/>
                    <a:pt x="95" y="136"/>
                  </a:cubicBezTo>
                  <a:cubicBezTo>
                    <a:pt x="107" y="128"/>
                    <a:pt x="110" y="113"/>
                    <a:pt x="103" y="101"/>
                  </a:cubicBezTo>
                  <a:cubicBezTo>
                    <a:pt x="50" y="15"/>
                    <a:pt x="50" y="15"/>
                    <a:pt x="50" y="15"/>
                  </a:cubicBezTo>
                  <a:cubicBezTo>
                    <a:pt x="43" y="3"/>
                    <a:pt x="27" y="0"/>
                    <a:pt x="16" y="7"/>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 name="Freeform 310"/>
            <p:cNvSpPr>
              <a:spLocks/>
            </p:cNvSpPr>
            <p:nvPr/>
          </p:nvSpPr>
          <p:spPr bwMode="auto">
            <a:xfrm>
              <a:off x="4703762" y="2981326"/>
              <a:ext cx="157163" cy="319087"/>
            </a:xfrm>
            <a:custGeom>
              <a:avLst/>
              <a:gdLst>
                <a:gd name="T0" fmla="*/ 23 w 75"/>
                <a:gd name="T1" fmla="*/ 2 h 153"/>
                <a:gd name="T2" fmla="*/ 3 w 75"/>
                <a:gd name="T3" fmla="*/ 32 h 153"/>
                <a:gd name="T4" fmla="*/ 23 w 75"/>
                <a:gd name="T5" fmla="*/ 131 h 153"/>
                <a:gd name="T6" fmla="*/ 52 w 75"/>
                <a:gd name="T7" fmla="*/ 150 h 153"/>
                <a:gd name="T8" fmla="*/ 52 w 75"/>
                <a:gd name="T9" fmla="*/ 150 h 153"/>
                <a:gd name="T10" fmla="*/ 72 w 75"/>
                <a:gd name="T11" fmla="*/ 121 h 153"/>
                <a:gd name="T12" fmla="*/ 52 w 75"/>
                <a:gd name="T13" fmla="*/ 22 h 153"/>
                <a:gd name="T14" fmla="*/ 23 w 75"/>
                <a:gd name="T15" fmla="*/ 2 h 1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153">
                  <a:moveTo>
                    <a:pt x="23" y="2"/>
                  </a:moveTo>
                  <a:cubicBezTo>
                    <a:pt x="9" y="5"/>
                    <a:pt x="0" y="18"/>
                    <a:pt x="3" y="32"/>
                  </a:cubicBezTo>
                  <a:cubicBezTo>
                    <a:pt x="23" y="131"/>
                    <a:pt x="23" y="131"/>
                    <a:pt x="23" y="131"/>
                  </a:cubicBezTo>
                  <a:cubicBezTo>
                    <a:pt x="26" y="144"/>
                    <a:pt x="39" y="153"/>
                    <a:pt x="52" y="150"/>
                  </a:cubicBezTo>
                  <a:cubicBezTo>
                    <a:pt x="52" y="150"/>
                    <a:pt x="52" y="150"/>
                    <a:pt x="52" y="150"/>
                  </a:cubicBezTo>
                  <a:cubicBezTo>
                    <a:pt x="66" y="147"/>
                    <a:pt x="75" y="134"/>
                    <a:pt x="72" y="121"/>
                  </a:cubicBezTo>
                  <a:cubicBezTo>
                    <a:pt x="52" y="22"/>
                    <a:pt x="52" y="22"/>
                    <a:pt x="52" y="22"/>
                  </a:cubicBezTo>
                  <a:cubicBezTo>
                    <a:pt x="49" y="8"/>
                    <a:pt x="36" y="0"/>
                    <a:pt x="23" y="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 name="Freeform 311"/>
            <p:cNvSpPr>
              <a:spLocks/>
            </p:cNvSpPr>
            <p:nvPr/>
          </p:nvSpPr>
          <p:spPr bwMode="auto">
            <a:xfrm>
              <a:off x="4510087" y="2789238"/>
              <a:ext cx="123825" cy="319087"/>
            </a:xfrm>
            <a:custGeom>
              <a:avLst/>
              <a:gdLst>
                <a:gd name="T0" fmla="*/ 35 w 59"/>
                <a:gd name="T1" fmla="*/ 1 h 153"/>
                <a:gd name="T2" fmla="*/ 8 w 59"/>
                <a:gd name="T3" fmla="*/ 24 h 153"/>
                <a:gd name="T4" fmla="*/ 1 w 59"/>
                <a:gd name="T5" fmla="*/ 125 h 153"/>
                <a:gd name="T6" fmla="*/ 24 w 59"/>
                <a:gd name="T7" fmla="*/ 152 h 153"/>
                <a:gd name="T8" fmla="*/ 24 w 59"/>
                <a:gd name="T9" fmla="*/ 152 h 153"/>
                <a:gd name="T10" fmla="*/ 51 w 59"/>
                <a:gd name="T11" fmla="*/ 129 h 153"/>
                <a:gd name="T12" fmla="*/ 58 w 59"/>
                <a:gd name="T13" fmla="*/ 28 h 153"/>
                <a:gd name="T14" fmla="*/ 35 w 59"/>
                <a:gd name="T15" fmla="*/ 1 h 1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153">
                  <a:moveTo>
                    <a:pt x="35" y="1"/>
                  </a:moveTo>
                  <a:cubicBezTo>
                    <a:pt x="21" y="0"/>
                    <a:pt x="9" y="11"/>
                    <a:pt x="8" y="24"/>
                  </a:cubicBezTo>
                  <a:cubicBezTo>
                    <a:pt x="1" y="125"/>
                    <a:pt x="1" y="125"/>
                    <a:pt x="1" y="125"/>
                  </a:cubicBezTo>
                  <a:cubicBezTo>
                    <a:pt x="0" y="139"/>
                    <a:pt x="10" y="151"/>
                    <a:pt x="24" y="152"/>
                  </a:cubicBezTo>
                  <a:cubicBezTo>
                    <a:pt x="24" y="152"/>
                    <a:pt x="24" y="152"/>
                    <a:pt x="24" y="152"/>
                  </a:cubicBezTo>
                  <a:cubicBezTo>
                    <a:pt x="38" y="153"/>
                    <a:pt x="50" y="143"/>
                    <a:pt x="51" y="129"/>
                  </a:cubicBezTo>
                  <a:cubicBezTo>
                    <a:pt x="58" y="28"/>
                    <a:pt x="58" y="28"/>
                    <a:pt x="58" y="28"/>
                  </a:cubicBezTo>
                  <a:cubicBezTo>
                    <a:pt x="59" y="14"/>
                    <a:pt x="49" y="2"/>
                    <a:pt x="35"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 name="Freeform 312"/>
            <p:cNvSpPr>
              <a:spLocks/>
            </p:cNvSpPr>
            <p:nvPr/>
          </p:nvSpPr>
          <p:spPr bwMode="auto">
            <a:xfrm>
              <a:off x="4476750" y="3003551"/>
              <a:ext cx="141288" cy="322262"/>
            </a:xfrm>
            <a:custGeom>
              <a:avLst/>
              <a:gdLst>
                <a:gd name="T0" fmla="*/ 23 w 68"/>
                <a:gd name="T1" fmla="*/ 152 h 154"/>
                <a:gd name="T2" fmla="*/ 52 w 68"/>
                <a:gd name="T3" fmla="*/ 130 h 154"/>
                <a:gd name="T4" fmla="*/ 66 w 68"/>
                <a:gd name="T5" fmla="*/ 31 h 154"/>
                <a:gd name="T6" fmla="*/ 45 w 68"/>
                <a:gd name="T7" fmla="*/ 2 h 154"/>
                <a:gd name="T8" fmla="*/ 45 w 68"/>
                <a:gd name="T9" fmla="*/ 2 h 154"/>
                <a:gd name="T10" fmla="*/ 17 w 68"/>
                <a:gd name="T11" fmla="*/ 23 h 154"/>
                <a:gd name="T12" fmla="*/ 2 w 68"/>
                <a:gd name="T13" fmla="*/ 123 h 154"/>
                <a:gd name="T14" fmla="*/ 23 w 68"/>
                <a:gd name="T15" fmla="*/ 152 h 1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154">
                  <a:moveTo>
                    <a:pt x="23" y="152"/>
                  </a:moveTo>
                  <a:cubicBezTo>
                    <a:pt x="37" y="154"/>
                    <a:pt x="50" y="144"/>
                    <a:pt x="52" y="130"/>
                  </a:cubicBezTo>
                  <a:cubicBezTo>
                    <a:pt x="66" y="31"/>
                    <a:pt x="66" y="31"/>
                    <a:pt x="66" y="31"/>
                  </a:cubicBezTo>
                  <a:cubicBezTo>
                    <a:pt x="68" y="17"/>
                    <a:pt x="59" y="4"/>
                    <a:pt x="45" y="2"/>
                  </a:cubicBezTo>
                  <a:cubicBezTo>
                    <a:pt x="45" y="2"/>
                    <a:pt x="45" y="2"/>
                    <a:pt x="45" y="2"/>
                  </a:cubicBezTo>
                  <a:cubicBezTo>
                    <a:pt x="32" y="0"/>
                    <a:pt x="19" y="10"/>
                    <a:pt x="17" y="23"/>
                  </a:cubicBezTo>
                  <a:cubicBezTo>
                    <a:pt x="2" y="123"/>
                    <a:pt x="2" y="123"/>
                    <a:pt x="2" y="123"/>
                  </a:cubicBezTo>
                  <a:cubicBezTo>
                    <a:pt x="0" y="137"/>
                    <a:pt x="10" y="150"/>
                    <a:pt x="23" y="15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 name="Freeform 313"/>
            <p:cNvSpPr>
              <a:spLocks/>
            </p:cNvSpPr>
            <p:nvPr/>
          </p:nvSpPr>
          <p:spPr bwMode="auto">
            <a:xfrm>
              <a:off x="4532312" y="2454276"/>
              <a:ext cx="174625" cy="454025"/>
            </a:xfrm>
            <a:custGeom>
              <a:avLst/>
              <a:gdLst>
                <a:gd name="T0" fmla="*/ 82 w 83"/>
                <a:gd name="T1" fmla="*/ 176 h 217"/>
                <a:gd name="T2" fmla="*/ 41 w 83"/>
                <a:gd name="T3" fmla="*/ 217 h 217"/>
                <a:gd name="T4" fmla="*/ 41 w 83"/>
                <a:gd name="T5" fmla="*/ 217 h 217"/>
                <a:gd name="T6" fmla="*/ 0 w 83"/>
                <a:gd name="T7" fmla="*/ 176 h 217"/>
                <a:gd name="T8" fmla="*/ 0 w 83"/>
                <a:gd name="T9" fmla="*/ 41 h 217"/>
                <a:gd name="T10" fmla="*/ 24 w 83"/>
                <a:gd name="T11" fmla="*/ 0 h 217"/>
                <a:gd name="T12" fmla="*/ 60 w 83"/>
                <a:gd name="T13" fmla="*/ 0 h 217"/>
                <a:gd name="T14" fmla="*/ 82 w 83"/>
                <a:gd name="T15" fmla="*/ 41 h 217"/>
                <a:gd name="T16" fmla="*/ 82 w 83"/>
                <a:gd name="T17" fmla="*/ 176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217">
                  <a:moveTo>
                    <a:pt x="82" y="176"/>
                  </a:moveTo>
                  <a:cubicBezTo>
                    <a:pt x="82" y="199"/>
                    <a:pt x="64" y="217"/>
                    <a:pt x="41" y="217"/>
                  </a:cubicBezTo>
                  <a:cubicBezTo>
                    <a:pt x="41" y="217"/>
                    <a:pt x="41" y="217"/>
                    <a:pt x="41" y="217"/>
                  </a:cubicBezTo>
                  <a:cubicBezTo>
                    <a:pt x="18" y="217"/>
                    <a:pt x="0" y="199"/>
                    <a:pt x="0" y="176"/>
                  </a:cubicBezTo>
                  <a:cubicBezTo>
                    <a:pt x="0" y="41"/>
                    <a:pt x="0" y="41"/>
                    <a:pt x="0" y="41"/>
                  </a:cubicBezTo>
                  <a:cubicBezTo>
                    <a:pt x="0" y="18"/>
                    <a:pt x="1" y="0"/>
                    <a:pt x="24" y="0"/>
                  </a:cubicBezTo>
                  <a:cubicBezTo>
                    <a:pt x="60" y="0"/>
                    <a:pt x="60" y="0"/>
                    <a:pt x="60" y="0"/>
                  </a:cubicBezTo>
                  <a:cubicBezTo>
                    <a:pt x="83" y="0"/>
                    <a:pt x="82" y="18"/>
                    <a:pt x="82" y="41"/>
                  </a:cubicBezTo>
                  <a:lnTo>
                    <a:pt x="82" y="17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 name="Freeform 314"/>
            <p:cNvSpPr>
              <a:spLocks/>
            </p:cNvSpPr>
            <p:nvPr/>
          </p:nvSpPr>
          <p:spPr bwMode="auto">
            <a:xfrm>
              <a:off x="4702175" y="2252663"/>
              <a:ext cx="158750" cy="192087"/>
            </a:xfrm>
            <a:custGeom>
              <a:avLst/>
              <a:gdLst>
                <a:gd name="T0" fmla="*/ 0 w 76"/>
                <a:gd name="T1" fmla="*/ 27 h 92"/>
                <a:gd name="T2" fmla="*/ 14 w 76"/>
                <a:gd name="T3" fmla="*/ 27 h 92"/>
                <a:gd name="T4" fmla="*/ 62 w 76"/>
                <a:gd name="T5" fmla="*/ 34 h 92"/>
                <a:gd name="T6" fmla="*/ 52 w 76"/>
                <a:gd name="T7" fmla="*/ 92 h 92"/>
                <a:gd name="T8" fmla="*/ 25 w 76"/>
                <a:gd name="T9" fmla="*/ 49 h 92"/>
                <a:gd name="T10" fmla="*/ 12 w 76"/>
                <a:gd name="T11" fmla="*/ 40 h 92"/>
                <a:gd name="T12" fmla="*/ 0 w 76"/>
                <a:gd name="T13" fmla="*/ 40 h 92"/>
                <a:gd name="T14" fmla="*/ 0 w 76"/>
                <a:gd name="T15" fmla="*/ 27 h 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92">
                  <a:moveTo>
                    <a:pt x="0" y="27"/>
                  </a:moveTo>
                  <a:cubicBezTo>
                    <a:pt x="14" y="27"/>
                    <a:pt x="14" y="27"/>
                    <a:pt x="14" y="27"/>
                  </a:cubicBezTo>
                  <a:cubicBezTo>
                    <a:pt x="16" y="21"/>
                    <a:pt x="49" y="0"/>
                    <a:pt x="62" y="34"/>
                  </a:cubicBezTo>
                  <a:cubicBezTo>
                    <a:pt x="76" y="68"/>
                    <a:pt x="52" y="92"/>
                    <a:pt x="52" y="92"/>
                  </a:cubicBezTo>
                  <a:cubicBezTo>
                    <a:pt x="60" y="68"/>
                    <a:pt x="38" y="51"/>
                    <a:pt x="25" y="49"/>
                  </a:cubicBezTo>
                  <a:cubicBezTo>
                    <a:pt x="16" y="48"/>
                    <a:pt x="13" y="45"/>
                    <a:pt x="12" y="40"/>
                  </a:cubicBezTo>
                  <a:cubicBezTo>
                    <a:pt x="0" y="40"/>
                    <a:pt x="0" y="40"/>
                    <a:pt x="0" y="40"/>
                  </a:cubicBezTo>
                  <a:lnTo>
                    <a:pt x="0" y="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 name="Freeform 315"/>
            <p:cNvSpPr>
              <a:spLocks/>
            </p:cNvSpPr>
            <p:nvPr/>
          </p:nvSpPr>
          <p:spPr bwMode="auto">
            <a:xfrm>
              <a:off x="4371975" y="2592388"/>
              <a:ext cx="501650" cy="436562"/>
            </a:xfrm>
            <a:custGeom>
              <a:avLst/>
              <a:gdLst>
                <a:gd name="T0" fmla="*/ 0 w 316"/>
                <a:gd name="T1" fmla="*/ 275 h 275"/>
                <a:gd name="T2" fmla="*/ 158 w 316"/>
                <a:gd name="T3" fmla="*/ 0 h 275"/>
                <a:gd name="T4" fmla="*/ 316 w 316"/>
                <a:gd name="T5" fmla="*/ 275 h 275"/>
                <a:gd name="T6" fmla="*/ 0 w 316"/>
                <a:gd name="T7" fmla="*/ 275 h 275"/>
              </a:gdLst>
              <a:ahLst/>
              <a:cxnLst>
                <a:cxn ang="0">
                  <a:pos x="T0" y="T1"/>
                </a:cxn>
                <a:cxn ang="0">
                  <a:pos x="T2" y="T3"/>
                </a:cxn>
                <a:cxn ang="0">
                  <a:pos x="T4" y="T5"/>
                </a:cxn>
                <a:cxn ang="0">
                  <a:pos x="T6" y="T7"/>
                </a:cxn>
              </a:cxnLst>
              <a:rect l="0" t="0" r="r" b="b"/>
              <a:pathLst>
                <a:path w="316" h="275">
                  <a:moveTo>
                    <a:pt x="0" y="275"/>
                  </a:moveTo>
                  <a:lnTo>
                    <a:pt x="158" y="0"/>
                  </a:lnTo>
                  <a:lnTo>
                    <a:pt x="316" y="275"/>
                  </a:lnTo>
                  <a:lnTo>
                    <a:pt x="0" y="27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28" name="组合 327"/>
          <p:cNvGrpSpPr/>
          <p:nvPr/>
        </p:nvGrpSpPr>
        <p:grpSpPr>
          <a:xfrm>
            <a:off x="1784350" y="2141538"/>
            <a:ext cx="2554288" cy="1136649"/>
            <a:chOff x="1784350" y="2141538"/>
            <a:chExt cx="2554288" cy="1136649"/>
          </a:xfrm>
        </p:grpSpPr>
        <p:sp>
          <p:nvSpPr>
            <p:cNvPr id="329" name="Rectangle 316"/>
            <p:cNvSpPr>
              <a:spLocks noChangeArrowheads="1"/>
            </p:cNvSpPr>
            <p:nvPr/>
          </p:nvSpPr>
          <p:spPr bwMode="auto">
            <a:xfrm>
              <a:off x="2468562" y="2141538"/>
              <a:ext cx="661988" cy="608012"/>
            </a:xfrm>
            <a:prstGeom prst="rect">
              <a:avLst/>
            </a:prstGeom>
            <a:solidFill>
              <a:srgbClr val="00A99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 name="Freeform 317"/>
            <p:cNvSpPr>
              <a:spLocks/>
            </p:cNvSpPr>
            <p:nvPr/>
          </p:nvSpPr>
          <p:spPr bwMode="auto">
            <a:xfrm>
              <a:off x="2500312" y="2701926"/>
              <a:ext cx="0" cy="1587"/>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 name="Freeform 318"/>
            <p:cNvSpPr>
              <a:spLocks/>
            </p:cNvSpPr>
            <p:nvPr/>
          </p:nvSpPr>
          <p:spPr bwMode="auto">
            <a:xfrm>
              <a:off x="2493962" y="2682876"/>
              <a:ext cx="0" cy="1587"/>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 name="Freeform 319"/>
            <p:cNvSpPr>
              <a:spLocks/>
            </p:cNvSpPr>
            <p:nvPr/>
          </p:nvSpPr>
          <p:spPr bwMode="auto">
            <a:xfrm>
              <a:off x="2516187" y="2722563"/>
              <a:ext cx="6350" cy="3175"/>
            </a:xfrm>
            <a:custGeom>
              <a:avLst/>
              <a:gdLst>
                <a:gd name="T0" fmla="*/ 0 w 3"/>
                <a:gd name="T1" fmla="*/ 0 h 2"/>
                <a:gd name="T2" fmla="*/ 2 w 3"/>
                <a:gd name="T3" fmla="*/ 2 h 2"/>
                <a:gd name="T4" fmla="*/ 2 w 3"/>
                <a:gd name="T5" fmla="*/ 2 h 2"/>
                <a:gd name="T6" fmla="*/ 2 w 3"/>
                <a:gd name="T7" fmla="*/ 2 h 2"/>
                <a:gd name="T8" fmla="*/ 2 w 3"/>
                <a:gd name="T9" fmla="*/ 2 h 2"/>
                <a:gd name="T10" fmla="*/ 3 w 3"/>
                <a:gd name="T11" fmla="*/ 2 h 2"/>
                <a:gd name="T12" fmla="*/ 0 w 3"/>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0"/>
                  </a:moveTo>
                  <a:cubicBezTo>
                    <a:pt x="1" y="1"/>
                    <a:pt x="1" y="1"/>
                    <a:pt x="2" y="2"/>
                  </a:cubicBezTo>
                  <a:cubicBezTo>
                    <a:pt x="2" y="2"/>
                    <a:pt x="2" y="2"/>
                    <a:pt x="2" y="2"/>
                  </a:cubicBezTo>
                  <a:cubicBezTo>
                    <a:pt x="2" y="2"/>
                    <a:pt x="2" y="2"/>
                    <a:pt x="2" y="2"/>
                  </a:cubicBezTo>
                  <a:cubicBezTo>
                    <a:pt x="2" y="2"/>
                    <a:pt x="2" y="2"/>
                    <a:pt x="2" y="2"/>
                  </a:cubicBezTo>
                  <a:cubicBezTo>
                    <a:pt x="3" y="2"/>
                    <a:pt x="3" y="2"/>
                    <a:pt x="3" y="2"/>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320"/>
            <p:cNvSpPr>
              <a:spLocks/>
            </p:cNvSpPr>
            <p:nvPr/>
          </p:nvSpPr>
          <p:spPr bwMode="auto">
            <a:xfrm>
              <a:off x="2500312" y="2613026"/>
              <a:ext cx="87313" cy="111125"/>
            </a:xfrm>
            <a:custGeom>
              <a:avLst/>
              <a:gdLst>
                <a:gd name="T0" fmla="*/ 13 w 42"/>
                <a:gd name="T1" fmla="*/ 47 h 53"/>
                <a:gd name="T2" fmla="*/ 20 w 42"/>
                <a:gd name="T3" fmla="*/ 38 h 53"/>
                <a:gd name="T4" fmla="*/ 23 w 42"/>
                <a:gd name="T5" fmla="*/ 28 h 53"/>
                <a:gd name="T6" fmla="*/ 33 w 42"/>
                <a:gd name="T7" fmla="*/ 20 h 53"/>
                <a:gd name="T8" fmla="*/ 36 w 42"/>
                <a:gd name="T9" fmla="*/ 8 h 53"/>
                <a:gd name="T10" fmla="*/ 42 w 42"/>
                <a:gd name="T11" fmla="*/ 2 h 53"/>
                <a:gd name="T12" fmla="*/ 39 w 42"/>
                <a:gd name="T13" fmla="*/ 0 h 53"/>
                <a:gd name="T14" fmla="*/ 39 w 42"/>
                <a:gd name="T15" fmla="*/ 0 h 53"/>
                <a:gd name="T16" fmla="*/ 39 w 42"/>
                <a:gd name="T17" fmla="*/ 0 h 53"/>
                <a:gd name="T18" fmla="*/ 39 w 42"/>
                <a:gd name="T19" fmla="*/ 0 h 53"/>
                <a:gd name="T20" fmla="*/ 39 w 42"/>
                <a:gd name="T21" fmla="*/ 0 h 53"/>
                <a:gd name="T22" fmla="*/ 37 w 42"/>
                <a:gd name="T23" fmla="*/ 0 h 53"/>
                <a:gd name="T24" fmla="*/ 33 w 42"/>
                <a:gd name="T25" fmla="*/ 4 h 53"/>
                <a:gd name="T26" fmla="*/ 29 w 42"/>
                <a:gd name="T27" fmla="*/ 11 h 53"/>
                <a:gd name="T28" fmla="*/ 22 w 42"/>
                <a:gd name="T29" fmla="*/ 13 h 53"/>
                <a:gd name="T30" fmla="*/ 19 w 42"/>
                <a:gd name="T31" fmla="*/ 21 h 53"/>
                <a:gd name="T32" fmla="*/ 14 w 42"/>
                <a:gd name="T33" fmla="*/ 22 h 53"/>
                <a:gd name="T34" fmla="*/ 12 w 42"/>
                <a:gd name="T35" fmla="*/ 28 h 53"/>
                <a:gd name="T36" fmla="*/ 8 w 42"/>
                <a:gd name="T37" fmla="*/ 30 h 53"/>
                <a:gd name="T38" fmla="*/ 0 w 42"/>
                <a:gd name="T39" fmla="*/ 43 h 53"/>
                <a:gd name="T40" fmla="*/ 2 w 42"/>
                <a:gd name="T41" fmla="*/ 45 h 53"/>
                <a:gd name="T42" fmla="*/ 7 w 42"/>
                <a:gd name="T43" fmla="*/ 51 h 53"/>
                <a:gd name="T44" fmla="*/ 8 w 42"/>
                <a:gd name="T45" fmla="*/ 52 h 53"/>
                <a:gd name="T46" fmla="*/ 8 w 42"/>
                <a:gd name="T47" fmla="*/ 52 h 53"/>
                <a:gd name="T48" fmla="*/ 8 w 42"/>
                <a:gd name="T49" fmla="*/ 52 h 53"/>
                <a:gd name="T50" fmla="*/ 13 w 42"/>
                <a:gd name="T51" fmla="*/ 4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 h="53">
                  <a:moveTo>
                    <a:pt x="13" y="47"/>
                  </a:moveTo>
                  <a:cubicBezTo>
                    <a:pt x="12" y="40"/>
                    <a:pt x="16" y="41"/>
                    <a:pt x="20" y="38"/>
                  </a:cubicBezTo>
                  <a:cubicBezTo>
                    <a:pt x="24" y="35"/>
                    <a:pt x="22" y="31"/>
                    <a:pt x="23" y="28"/>
                  </a:cubicBezTo>
                  <a:cubicBezTo>
                    <a:pt x="23" y="25"/>
                    <a:pt x="30" y="21"/>
                    <a:pt x="33" y="20"/>
                  </a:cubicBezTo>
                  <a:cubicBezTo>
                    <a:pt x="37" y="18"/>
                    <a:pt x="35" y="10"/>
                    <a:pt x="36" y="8"/>
                  </a:cubicBezTo>
                  <a:cubicBezTo>
                    <a:pt x="36" y="5"/>
                    <a:pt x="42" y="2"/>
                    <a:pt x="42" y="2"/>
                  </a:cubicBezTo>
                  <a:cubicBezTo>
                    <a:pt x="41" y="1"/>
                    <a:pt x="40" y="1"/>
                    <a:pt x="39" y="0"/>
                  </a:cubicBezTo>
                  <a:cubicBezTo>
                    <a:pt x="39" y="0"/>
                    <a:pt x="39" y="0"/>
                    <a:pt x="39" y="0"/>
                  </a:cubicBezTo>
                  <a:cubicBezTo>
                    <a:pt x="39" y="0"/>
                    <a:pt x="39" y="0"/>
                    <a:pt x="39" y="0"/>
                  </a:cubicBezTo>
                  <a:cubicBezTo>
                    <a:pt x="39" y="0"/>
                    <a:pt x="39" y="0"/>
                    <a:pt x="39" y="0"/>
                  </a:cubicBezTo>
                  <a:cubicBezTo>
                    <a:pt x="39" y="0"/>
                    <a:pt x="39" y="0"/>
                    <a:pt x="39" y="0"/>
                  </a:cubicBezTo>
                  <a:cubicBezTo>
                    <a:pt x="38" y="0"/>
                    <a:pt x="38" y="0"/>
                    <a:pt x="37" y="0"/>
                  </a:cubicBezTo>
                  <a:cubicBezTo>
                    <a:pt x="37" y="0"/>
                    <a:pt x="34" y="3"/>
                    <a:pt x="33" y="4"/>
                  </a:cubicBezTo>
                  <a:cubicBezTo>
                    <a:pt x="32" y="6"/>
                    <a:pt x="31" y="10"/>
                    <a:pt x="29" y="11"/>
                  </a:cubicBezTo>
                  <a:cubicBezTo>
                    <a:pt x="28" y="12"/>
                    <a:pt x="23" y="10"/>
                    <a:pt x="22" y="13"/>
                  </a:cubicBezTo>
                  <a:cubicBezTo>
                    <a:pt x="22" y="16"/>
                    <a:pt x="22" y="21"/>
                    <a:pt x="19" y="21"/>
                  </a:cubicBezTo>
                  <a:cubicBezTo>
                    <a:pt x="17" y="21"/>
                    <a:pt x="15" y="20"/>
                    <a:pt x="14" y="22"/>
                  </a:cubicBezTo>
                  <a:cubicBezTo>
                    <a:pt x="12" y="24"/>
                    <a:pt x="13" y="26"/>
                    <a:pt x="12" y="28"/>
                  </a:cubicBezTo>
                  <a:cubicBezTo>
                    <a:pt x="11" y="29"/>
                    <a:pt x="9" y="27"/>
                    <a:pt x="8" y="30"/>
                  </a:cubicBezTo>
                  <a:cubicBezTo>
                    <a:pt x="8" y="33"/>
                    <a:pt x="7" y="41"/>
                    <a:pt x="0" y="43"/>
                  </a:cubicBezTo>
                  <a:cubicBezTo>
                    <a:pt x="1" y="44"/>
                    <a:pt x="1" y="44"/>
                    <a:pt x="2" y="45"/>
                  </a:cubicBezTo>
                  <a:cubicBezTo>
                    <a:pt x="3" y="48"/>
                    <a:pt x="5" y="50"/>
                    <a:pt x="7" y="51"/>
                  </a:cubicBezTo>
                  <a:cubicBezTo>
                    <a:pt x="7" y="52"/>
                    <a:pt x="7" y="52"/>
                    <a:pt x="8" y="52"/>
                  </a:cubicBezTo>
                  <a:cubicBezTo>
                    <a:pt x="8" y="52"/>
                    <a:pt x="8" y="52"/>
                    <a:pt x="8" y="52"/>
                  </a:cubicBezTo>
                  <a:cubicBezTo>
                    <a:pt x="8" y="52"/>
                    <a:pt x="8" y="52"/>
                    <a:pt x="8" y="52"/>
                  </a:cubicBezTo>
                  <a:cubicBezTo>
                    <a:pt x="10" y="51"/>
                    <a:pt x="14" y="53"/>
                    <a:pt x="13" y="4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334" name="Group 522"/>
            <p:cNvGrpSpPr>
              <a:grpSpLocks/>
            </p:cNvGrpSpPr>
            <p:nvPr/>
          </p:nvGrpSpPr>
          <p:grpSpPr bwMode="auto">
            <a:xfrm>
              <a:off x="1784350" y="2162175"/>
              <a:ext cx="2024063" cy="1114425"/>
              <a:chOff x="1124" y="1362"/>
              <a:chExt cx="1275" cy="702"/>
            </a:xfrm>
          </p:grpSpPr>
          <p:sp>
            <p:nvSpPr>
              <p:cNvPr id="391" name="Freeform 322"/>
              <p:cNvSpPr>
                <a:spLocks/>
              </p:cNvSpPr>
              <p:nvPr/>
            </p:nvSpPr>
            <p:spPr bwMode="auto">
              <a:xfrm>
                <a:off x="1621" y="1645"/>
                <a:ext cx="1" cy="0"/>
              </a:xfrm>
              <a:custGeom>
                <a:avLst/>
                <a:gdLst>
                  <a:gd name="T0" fmla="*/ 1 w 1"/>
                  <a:gd name="T1" fmla="*/ 1 w 1"/>
                  <a:gd name="T2" fmla="*/ 1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1" y="0"/>
                      <a:pt x="1" y="0"/>
                    </a:cubicBezTo>
                    <a:cubicBezTo>
                      <a:pt x="1" y="0"/>
                      <a:pt x="1" y="0"/>
                      <a:pt x="0"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 name="Freeform 323"/>
              <p:cNvSpPr>
                <a:spLocks/>
              </p:cNvSpPr>
              <p:nvPr/>
            </p:nvSpPr>
            <p:spPr bwMode="auto">
              <a:xfrm>
                <a:off x="1568" y="1644"/>
                <a:ext cx="34" cy="44"/>
              </a:xfrm>
              <a:custGeom>
                <a:avLst/>
                <a:gdLst>
                  <a:gd name="T0" fmla="*/ 5 w 26"/>
                  <a:gd name="T1" fmla="*/ 26 h 34"/>
                  <a:gd name="T2" fmla="*/ 12 w 26"/>
                  <a:gd name="T3" fmla="*/ 18 h 34"/>
                  <a:gd name="T4" fmla="*/ 16 w 26"/>
                  <a:gd name="T5" fmla="*/ 11 h 34"/>
                  <a:gd name="T6" fmla="*/ 24 w 26"/>
                  <a:gd name="T7" fmla="*/ 5 h 34"/>
                  <a:gd name="T8" fmla="*/ 26 w 26"/>
                  <a:gd name="T9" fmla="*/ 0 h 34"/>
                  <a:gd name="T10" fmla="*/ 25 w 26"/>
                  <a:gd name="T11" fmla="*/ 1 h 34"/>
                  <a:gd name="T12" fmla="*/ 23 w 26"/>
                  <a:gd name="T13" fmla="*/ 1 h 34"/>
                  <a:gd name="T14" fmla="*/ 23 w 26"/>
                  <a:gd name="T15" fmla="*/ 1 h 34"/>
                  <a:gd name="T16" fmla="*/ 22 w 26"/>
                  <a:gd name="T17" fmla="*/ 2 h 34"/>
                  <a:gd name="T18" fmla="*/ 18 w 26"/>
                  <a:gd name="T19" fmla="*/ 3 h 34"/>
                  <a:gd name="T20" fmla="*/ 15 w 26"/>
                  <a:gd name="T21" fmla="*/ 5 h 34"/>
                  <a:gd name="T22" fmla="*/ 2 w 26"/>
                  <a:gd name="T23" fmla="*/ 34 h 34"/>
                  <a:gd name="T24" fmla="*/ 5 w 26"/>
                  <a:gd name="T25" fmla="*/ 2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34">
                    <a:moveTo>
                      <a:pt x="5" y="26"/>
                    </a:moveTo>
                    <a:cubicBezTo>
                      <a:pt x="5" y="24"/>
                      <a:pt x="10" y="20"/>
                      <a:pt x="12" y="18"/>
                    </a:cubicBezTo>
                    <a:cubicBezTo>
                      <a:pt x="15" y="17"/>
                      <a:pt x="15" y="15"/>
                      <a:pt x="16" y="11"/>
                    </a:cubicBezTo>
                    <a:cubicBezTo>
                      <a:pt x="18" y="6"/>
                      <a:pt x="22" y="6"/>
                      <a:pt x="24" y="5"/>
                    </a:cubicBezTo>
                    <a:cubicBezTo>
                      <a:pt x="26" y="4"/>
                      <a:pt x="26" y="1"/>
                      <a:pt x="26" y="0"/>
                    </a:cubicBezTo>
                    <a:cubicBezTo>
                      <a:pt x="26" y="1"/>
                      <a:pt x="25" y="1"/>
                      <a:pt x="25" y="1"/>
                    </a:cubicBezTo>
                    <a:cubicBezTo>
                      <a:pt x="24" y="1"/>
                      <a:pt x="24" y="1"/>
                      <a:pt x="23" y="1"/>
                    </a:cubicBezTo>
                    <a:cubicBezTo>
                      <a:pt x="23" y="1"/>
                      <a:pt x="23" y="1"/>
                      <a:pt x="23" y="1"/>
                    </a:cubicBezTo>
                    <a:cubicBezTo>
                      <a:pt x="23" y="1"/>
                      <a:pt x="22" y="2"/>
                      <a:pt x="22" y="2"/>
                    </a:cubicBezTo>
                    <a:cubicBezTo>
                      <a:pt x="20" y="2"/>
                      <a:pt x="19" y="3"/>
                      <a:pt x="18" y="3"/>
                    </a:cubicBezTo>
                    <a:cubicBezTo>
                      <a:pt x="17" y="4"/>
                      <a:pt x="16" y="4"/>
                      <a:pt x="15" y="5"/>
                    </a:cubicBezTo>
                    <a:cubicBezTo>
                      <a:pt x="5" y="12"/>
                      <a:pt x="0" y="23"/>
                      <a:pt x="2" y="34"/>
                    </a:cubicBezTo>
                    <a:cubicBezTo>
                      <a:pt x="5" y="33"/>
                      <a:pt x="6" y="29"/>
                      <a:pt x="5" y="2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 name="Freeform 324"/>
              <p:cNvSpPr>
                <a:spLocks/>
              </p:cNvSpPr>
              <p:nvPr/>
            </p:nvSpPr>
            <p:spPr bwMode="auto">
              <a:xfrm>
                <a:off x="1571" y="1644"/>
                <a:ext cx="50" cy="58"/>
              </a:xfrm>
              <a:custGeom>
                <a:avLst/>
                <a:gdLst>
                  <a:gd name="T0" fmla="*/ 28 w 38"/>
                  <a:gd name="T1" fmla="*/ 6 h 44"/>
                  <a:gd name="T2" fmla="*/ 18 w 38"/>
                  <a:gd name="T3" fmla="*/ 10 h 44"/>
                  <a:gd name="T4" fmla="*/ 13 w 38"/>
                  <a:gd name="T5" fmla="*/ 19 h 44"/>
                  <a:gd name="T6" fmla="*/ 6 w 38"/>
                  <a:gd name="T7" fmla="*/ 27 h 44"/>
                  <a:gd name="T8" fmla="*/ 0 w 38"/>
                  <a:gd name="T9" fmla="*/ 37 h 44"/>
                  <a:gd name="T10" fmla="*/ 3 w 38"/>
                  <a:gd name="T11" fmla="*/ 44 h 44"/>
                  <a:gd name="T12" fmla="*/ 8 w 38"/>
                  <a:gd name="T13" fmla="*/ 37 h 44"/>
                  <a:gd name="T14" fmla="*/ 10 w 38"/>
                  <a:gd name="T15" fmla="*/ 29 h 44"/>
                  <a:gd name="T16" fmla="*/ 14 w 38"/>
                  <a:gd name="T17" fmla="*/ 26 h 44"/>
                  <a:gd name="T18" fmla="*/ 20 w 38"/>
                  <a:gd name="T19" fmla="*/ 20 h 44"/>
                  <a:gd name="T20" fmla="*/ 23 w 38"/>
                  <a:gd name="T21" fmla="*/ 16 h 44"/>
                  <a:gd name="T22" fmla="*/ 30 w 38"/>
                  <a:gd name="T23" fmla="*/ 11 h 44"/>
                  <a:gd name="T24" fmla="*/ 35 w 38"/>
                  <a:gd name="T25" fmla="*/ 6 h 44"/>
                  <a:gd name="T26" fmla="*/ 38 w 38"/>
                  <a:gd name="T27" fmla="*/ 1 h 44"/>
                  <a:gd name="T28" fmla="*/ 37 w 38"/>
                  <a:gd name="T29" fmla="*/ 1 h 44"/>
                  <a:gd name="T30" fmla="*/ 37 w 38"/>
                  <a:gd name="T31" fmla="*/ 1 h 44"/>
                  <a:gd name="T32" fmla="*/ 33 w 38"/>
                  <a:gd name="T33" fmla="*/ 0 h 44"/>
                  <a:gd name="T34" fmla="*/ 33 w 38"/>
                  <a:gd name="T35" fmla="*/ 0 h 44"/>
                  <a:gd name="T36" fmla="*/ 31 w 38"/>
                  <a:gd name="T37" fmla="*/ 0 h 44"/>
                  <a:gd name="T38" fmla="*/ 31 w 38"/>
                  <a:gd name="T39" fmla="*/ 0 h 44"/>
                  <a:gd name="T40" fmla="*/ 30 w 38"/>
                  <a:gd name="T41" fmla="*/ 0 h 44"/>
                  <a:gd name="T42" fmla="*/ 30 w 38"/>
                  <a:gd name="T43" fmla="*/ 0 h 44"/>
                  <a:gd name="T44" fmla="*/ 28 w 38"/>
                  <a:gd name="T45" fmla="*/ 0 h 44"/>
                  <a:gd name="T46" fmla="*/ 28 w 38"/>
                  <a:gd name="T47" fmla="*/ 0 h 44"/>
                  <a:gd name="T48" fmla="*/ 27 w 38"/>
                  <a:gd name="T49" fmla="*/ 0 h 44"/>
                  <a:gd name="T50" fmla="*/ 27 w 38"/>
                  <a:gd name="T51" fmla="*/ 0 h 44"/>
                  <a:gd name="T52" fmla="*/ 26 w 38"/>
                  <a:gd name="T53" fmla="*/ 0 h 44"/>
                  <a:gd name="T54" fmla="*/ 28 w 38"/>
                  <a:gd name="T55" fmla="*/ 6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8" h="44">
                    <a:moveTo>
                      <a:pt x="28" y="6"/>
                    </a:moveTo>
                    <a:cubicBezTo>
                      <a:pt x="28" y="8"/>
                      <a:pt x="21" y="8"/>
                      <a:pt x="18" y="10"/>
                    </a:cubicBezTo>
                    <a:cubicBezTo>
                      <a:pt x="15" y="11"/>
                      <a:pt x="19" y="17"/>
                      <a:pt x="13" y="19"/>
                    </a:cubicBezTo>
                    <a:cubicBezTo>
                      <a:pt x="7" y="20"/>
                      <a:pt x="6" y="22"/>
                      <a:pt x="6" y="27"/>
                    </a:cubicBezTo>
                    <a:cubicBezTo>
                      <a:pt x="7" y="32"/>
                      <a:pt x="1" y="37"/>
                      <a:pt x="0" y="37"/>
                    </a:cubicBezTo>
                    <a:cubicBezTo>
                      <a:pt x="1" y="39"/>
                      <a:pt x="2" y="42"/>
                      <a:pt x="3" y="44"/>
                    </a:cubicBezTo>
                    <a:cubicBezTo>
                      <a:pt x="3" y="44"/>
                      <a:pt x="9" y="41"/>
                      <a:pt x="8" y="37"/>
                    </a:cubicBezTo>
                    <a:cubicBezTo>
                      <a:pt x="6" y="32"/>
                      <a:pt x="9" y="30"/>
                      <a:pt x="10" y="29"/>
                    </a:cubicBezTo>
                    <a:cubicBezTo>
                      <a:pt x="12" y="28"/>
                      <a:pt x="14" y="31"/>
                      <a:pt x="14" y="26"/>
                    </a:cubicBezTo>
                    <a:cubicBezTo>
                      <a:pt x="13" y="20"/>
                      <a:pt x="18" y="18"/>
                      <a:pt x="20" y="20"/>
                    </a:cubicBezTo>
                    <a:cubicBezTo>
                      <a:pt x="22" y="22"/>
                      <a:pt x="23" y="20"/>
                      <a:pt x="23" y="16"/>
                    </a:cubicBezTo>
                    <a:cubicBezTo>
                      <a:pt x="23" y="12"/>
                      <a:pt x="28" y="11"/>
                      <a:pt x="30" y="11"/>
                    </a:cubicBezTo>
                    <a:cubicBezTo>
                      <a:pt x="33" y="12"/>
                      <a:pt x="35" y="8"/>
                      <a:pt x="35" y="6"/>
                    </a:cubicBezTo>
                    <a:cubicBezTo>
                      <a:pt x="35" y="4"/>
                      <a:pt x="38" y="1"/>
                      <a:pt x="38" y="1"/>
                    </a:cubicBezTo>
                    <a:cubicBezTo>
                      <a:pt x="37" y="1"/>
                      <a:pt x="37" y="1"/>
                      <a:pt x="37" y="1"/>
                    </a:cubicBezTo>
                    <a:cubicBezTo>
                      <a:pt x="37" y="1"/>
                      <a:pt x="37" y="1"/>
                      <a:pt x="37" y="1"/>
                    </a:cubicBezTo>
                    <a:cubicBezTo>
                      <a:pt x="35" y="0"/>
                      <a:pt x="34" y="0"/>
                      <a:pt x="33" y="0"/>
                    </a:cubicBezTo>
                    <a:cubicBezTo>
                      <a:pt x="33" y="0"/>
                      <a:pt x="33" y="0"/>
                      <a:pt x="33" y="0"/>
                    </a:cubicBezTo>
                    <a:cubicBezTo>
                      <a:pt x="32" y="0"/>
                      <a:pt x="32" y="0"/>
                      <a:pt x="31" y="0"/>
                    </a:cubicBezTo>
                    <a:cubicBezTo>
                      <a:pt x="31" y="0"/>
                      <a:pt x="31" y="0"/>
                      <a:pt x="31" y="0"/>
                    </a:cubicBezTo>
                    <a:cubicBezTo>
                      <a:pt x="31" y="0"/>
                      <a:pt x="30" y="0"/>
                      <a:pt x="30" y="0"/>
                    </a:cubicBezTo>
                    <a:cubicBezTo>
                      <a:pt x="30" y="0"/>
                      <a:pt x="30" y="0"/>
                      <a:pt x="30" y="0"/>
                    </a:cubicBezTo>
                    <a:cubicBezTo>
                      <a:pt x="29" y="0"/>
                      <a:pt x="28" y="0"/>
                      <a:pt x="28" y="0"/>
                    </a:cubicBezTo>
                    <a:cubicBezTo>
                      <a:pt x="28" y="0"/>
                      <a:pt x="28" y="0"/>
                      <a:pt x="28" y="0"/>
                    </a:cubicBezTo>
                    <a:cubicBezTo>
                      <a:pt x="27" y="0"/>
                      <a:pt x="27" y="0"/>
                      <a:pt x="27" y="0"/>
                    </a:cubicBezTo>
                    <a:cubicBezTo>
                      <a:pt x="27" y="0"/>
                      <a:pt x="27" y="0"/>
                      <a:pt x="27" y="0"/>
                    </a:cubicBezTo>
                    <a:cubicBezTo>
                      <a:pt x="27" y="0"/>
                      <a:pt x="26" y="0"/>
                      <a:pt x="26" y="0"/>
                    </a:cubicBezTo>
                    <a:cubicBezTo>
                      <a:pt x="26" y="0"/>
                      <a:pt x="28" y="4"/>
                      <a:pt x="28" y="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 name="Freeform 325"/>
              <p:cNvSpPr>
                <a:spLocks/>
              </p:cNvSpPr>
              <p:nvPr/>
            </p:nvSpPr>
            <p:spPr bwMode="auto">
              <a:xfrm>
                <a:off x="1589" y="1649"/>
                <a:ext cx="65" cy="75"/>
              </a:xfrm>
              <a:custGeom>
                <a:avLst/>
                <a:gdLst>
                  <a:gd name="T0" fmla="*/ 49 w 49"/>
                  <a:gd name="T1" fmla="*/ 4 h 57"/>
                  <a:gd name="T2" fmla="*/ 39 w 49"/>
                  <a:gd name="T3" fmla="*/ 0 h 57"/>
                  <a:gd name="T4" fmla="*/ 32 w 49"/>
                  <a:gd name="T5" fmla="*/ 1 h 57"/>
                  <a:gd name="T6" fmla="*/ 18 w 49"/>
                  <a:gd name="T7" fmla="*/ 28 h 57"/>
                  <a:gd name="T8" fmla="*/ 0 w 49"/>
                  <a:gd name="T9" fmla="*/ 52 h 57"/>
                  <a:gd name="T10" fmla="*/ 3 w 49"/>
                  <a:gd name="T11" fmla="*/ 54 h 57"/>
                  <a:gd name="T12" fmla="*/ 10 w 49"/>
                  <a:gd name="T13" fmla="*/ 51 h 57"/>
                  <a:gd name="T14" fmla="*/ 10 w 49"/>
                  <a:gd name="T15" fmla="*/ 45 h 57"/>
                  <a:gd name="T16" fmla="*/ 10 w 49"/>
                  <a:gd name="T17" fmla="*/ 45 h 57"/>
                  <a:gd name="T18" fmla="*/ 16 w 49"/>
                  <a:gd name="T19" fmla="*/ 43 h 57"/>
                  <a:gd name="T20" fmla="*/ 20 w 49"/>
                  <a:gd name="T21" fmla="*/ 43 h 57"/>
                  <a:gd name="T22" fmla="*/ 20 w 49"/>
                  <a:gd name="T23" fmla="*/ 42 h 57"/>
                  <a:gd name="T24" fmla="*/ 21 w 49"/>
                  <a:gd name="T25" fmla="*/ 36 h 57"/>
                  <a:gd name="T26" fmla="*/ 21 w 49"/>
                  <a:gd name="T27" fmla="*/ 36 h 57"/>
                  <a:gd name="T28" fmla="*/ 28 w 49"/>
                  <a:gd name="T29" fmla="*/ 32 h 57"/>
                  <a:gd name="T30" fmla="*/ 31 w 49"/>
                  <a:gd name="T31" fmla="*/ 30 h 57"/>
                  <a:gd name="T32" fmla="*/ 28 w 49"/>
                  <a:gd name="T33" fmla="*/ 23 h 57"/>
                  <a:gd name="T34" fmla="*/ 28 w 49"/>
                  <a:gd name="T35" fmla="*/ 22 h 57"/>
                  <a:gd name="T36" fmla="*/ 31 w 49"/>
                  <a:gd name="T37" fmla="*/ 20 h 57"/>
                  <a:gd name="T38" fmla="*/ 33 w 49"/>
                  <a:gd name="T39" fmla="*/ 20 h 57"/>
                  <a:gd name="T40" fmla="*/ 33 w 49"/>
                  <a:gd name="T41" fmla="*/ 19 h 57"/>
                  <a:gd name="T42" fmla="*/ 33 w 49"/>
                  <a:gd name="T43" fmla="*/ 15 h 57"/>
                  <a:gd name="T44" fmla="*/ 36 w 49"/>
                  <a:gd name="T45" fmla="*/ 14 h 57"/>
                  <a:gd name="T46" fmla="*/ 38 w 49"/>
                  <a:gd name="T47" fmla="*/ 11 h 57"/>
                  <a:gd name="T48" fmla="*/ 39 w 49"/>
                  <a:gd name="T49" fmla="*/ 6 h 57"/>
                  <a:gd name="T50" fmla="*/ 40 w 49"/>
                  <a:gd name="T51" fmla="*/ 12 h 57"/>
                  <a:gd name="T52" fmla="*/ 36 w 49"/>
                  <a:gd name="T53" fmla="*/ 16 h 57"/>
                  <a:gd name="T54" fmla="*/ 34 w 49"/>
                  <a:gd name="T55" fmla="*/ 16 h 57"/>
                  <a:gd name="T56" fmla="*/ 35 w 49"/>
                  <a:gd name="T57" fmla="*/ 19 h 57"/>
                  <a:gd name="T58" fmla="*/ 34 w 49"/>
                  <a:gd name="T59" fmla="*/ 21 h 57"/>
                  <a:gd name="T60" fmla="*/ 32 w 49"/>
                  <a:gd name="T61" fmla="*/ 22 h 57"/>
                  <a:gd name="T62" fmla="*/ 29 w 49"/>
                  <a:gd name="T63" fmla="*/ 22 h 57"/>
                  <a:gd name="T64" fmla="*/ 29 w 49"/>
                  <a:gd name="T65" fmla="*/ 23 h 57"/>
                  <a:gd name="T66" fmla="*/ 31 w 49"/>
                  <a:gd name="T67" fmla="*/ 32 h 57"/>
                  <a:gd name="T68" fmla="*/ 24 w 49"/>
                  <a:gd name="T69" fmla="*/ 34 h 57"/>
                  <a:gd name="T70" fmla="*/ 22 w 49"/>
                  <a:gd name="T71" fmla="*/ 36 h 57"/>
                  <a:gd name="T72" fmla="*/ 22 w 49"/>
                  <a:gd name="T73" fmla="*/ 38 h 57"/>
                  <a:gd name="T74" fmla="*/ 22 w 49"/>
                  <a:gd name="T75" fmla="*/ 43 h 57"/>
                  <a:gd name="T76" fmla="*/ 19 w 49"/>
                  <a:gd name="T77" fmla="*/ 45 h 57"/>
                  <a:gd name="T78" fmla="*/ 12 w 49"/>
                  <a:gd name="T79" fmla="*/ 45 h 57"/>
                  <a:gd name="T80" fmla="*/ 8 w 49"/>
                  <a:gd name="T81" fmla="*/ 55 h 57"/>
                  <a:gd name="T82" fmla="*/ 12 w 49"/>
                  <a:gd name="T83" fmla="*/ 57 h 57"/>
                  <a:gd name="T84" fmla="*/ 15 w 49"/>
                  <a:gd name="T85" fmla="*/ 57 h 57"/>
                  <a:gd name="T86" fmla="*/ 21 w 49"/>
                  <a:gd name="T87" fmla="*/ 57 h 57"/>
                  <a:gd name="T88" fmla="*/ 27 w 49"/>
                  <a:gd name="T89" fmla="*/ 55 h 57"/>
                  <a:gd name="T90" fmla="*/ 32 w 49"/>
                  <a:gd name="T91" fmla="*/ 52 h 57"/>
                  <a:gd name="T92" fmla="*/ 46 w 49"/>
                  <a:gd name="T93" fmla="*/ 32 h 57"/>
                  <a:gd name="T94" fmla="*/ 44 w 49"/>
                  <a:gd name="T95" fmla="*/ 22 h 57"/>
                  <a:gd name="T96" fmla="*/ 38 w 49"/>
                  <a:gd name="T97" fmla="*/ 29 h 57"/>
                  <a:gd name="T98" fmla="*/ 40 w 49"/>
                  <a:gd name="T99" fmla="*/ 33 h 57"/>
                  <a:gd name="T100" fmla="*/ 38 w 49"/>
                  <a:gd name="T101" fmla="*/ 37 h 57"/>
                  <a:gd name="T102" fmla="*/ 30 w 49"/>
                  <a:gd name="T103" fmla="*/ 41 h 57"/>
                  <a:gd name="T104" fmla="*/ 28 w 49"/>
                  <a:gd name="T105" fmla="*/ 49 h 57"/>
                  <a:gd name="T106" fmla="*/ 22 w 49"/>
                  <a:gd name="T107" fmla="*/ 54 h 57"/>
                  <a:gd name="T108" fmla="*/ 14 w 49"/>
                  <a:gd name="T109" fmla="*/ 57 h 57"/>
                  <a:gd name="T110" fmla="*/ 24 w 49"/>
                  <a:gd name="T111" fmla="*/ 52 h 57"/>
                  <a:gd name="T112" fmla="*/ 28 w 49"/>
                  <a:gd name="T113" fmla="*/ 41 h 57"/>
                  <a:gd name="T114" fmla="*/ 32 w 49"/>
                  <a:gd name="T115" fmla="*/ 37 h 57"/>
                  <a:gd name="T116" fmla="*/ 38 w 49"/>
                  <a:gd name="T117" fmla="*/ 34 h 57"/>
                  <a:gd name="T118" fmla="*/ 36 w 49"/>
                  <a:gd name="T119" fmla="*/ 29 h 57"/>
                  <a:gd name="T120" fmla="*/ 43 w 49"/>
                  <a:gd name="T121" fmla="*/ 22 h 57"/>
                  <a:gd name="T122" fmla="*/ 45 w 49"/>
                  <a:gd name="T123" fmla="*/ 17 h 57"/>
                  <a:gd name="T124" fmla="*/ 38 w 49"/>
                  <a:gd name="T125"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9" h="57">
                    <a:moveTo>
                      <a:pt x="39" y="2"/>
                    </a:moveTo>
                    <a:cubicBezTo>
                      <a:pt x="40" y="2"/>
                      <a:pt x="41" y="3"/>
                      <a:pt x="41" y="3"/>
                    </a:cubicBezTo>
                    <a:cubicBezTo>
                      <a:pt x="42" y="5"/>
                      <a:pt x="43" y="7"/>
                      <a:pt x="45" y="7"/>
                    </a:cubicBezTo>
                    <a:cubicBezTo>
                      <a:pt x="47" y="7"/>
                      <a:pt x="49" y="4"/>
                      <a:pt x="49" y="4"/>
                    </a:cubicBezTo>
                    <a:cubicBezTo>
                      <a:pt x="47" y="3"/>
                      <a:pt x="47" y="3"/>
                      <a:pt x="47" y="3"/>
                    </a:cubicBezTo>
                    <a:cubicBezTo>
                      <a:pt x="47" y="4"/>
                      <a:pt x="46" y="5"/>
                      <a:pt x="45" y="5"/>
                    </a:cubicBezTo>
                    <a:cubicBezTo>
                      <a:pt x="44" y="5"/>
                      <a:pt x="43" y="3"/>
                      <a:pt x="43" y="2"/>
                    </a:cubicBezTo>
                    <a:cubicBezTo>
                      <a:pt x="42" y="1"/>
                      <a:pt x="41" y="0"/>
                      <a:pt x="39" y="0"/>
                    </a:cubicBezTo>
                    <a:cubicBezTo>
                      <a:pt x="38" y="0"/>
                      <a:pt x="36" y="1"/>
                      <a:pt x="35" y="2"/>
                    </a:cubicBezTo>
                    <a:cubicBezTo>
                      <a:pt x="35" y="2"/>
                      <a:pt x="35" y="2"/>
                      <a:pt x="35" y="2"/>
                    </a:cubicBezTo>
                    <a:cubicBezTo>
                      <a:pt x="34" y="2"/>
                      <a:pt x="34" y="2"/>
                      <a:pt x="34" y="1"/>
                    </a:cubicBezTo>
                    <a:cubicBezTo>
                      <a:pt x="33" y="1"/>
                      <a:pt x="33" y="1"/>
                      <a:pt x="32" y="1"/>
                    </a:cubicBezTo>
                    <a:cubicBezTo>
                      <a:pt x="32" y="1"/>
                      <a:pt x="28" y="3"/>
                      <a:pt x="29" y="7"/>
                    </a:cubicBezTo>
                    <a:cubicBezTo>
                      <a:pt x="31" y="10"/>
                      <a:pt x="26" y="13"/>
                      <a:pt x="26" y="13"/>
                    </a:cubicBezTo>
                    <a:cubicBezTo>
                      <a:pt x="26" y="13"/>
                      <a:pt x="25" y="18"/>
                      <a:pt x="20" y="21"/>
                    </a:cubicBezTo>
                    <a:cubicBezTo>
                      <a:pt x="16" y="23"/>
                      <a:pt x="19" y="25"/>
                      <a:pt x="18" y="28"/>
                    </a:cubicBezTo>
                    <a:cubicBezTo>
                      <a:pt x="18" y="31"/>
                      <a:pt x="13" y="34"/>
                      <a:pt x="13" y="34"/>
                    </a:cubicBezTo>
                    <a:cubicBezTo>
                      <a:pt x="13" y="34"/>
                      <a:pt x="12" y="39"/>
                      <a:pt x="7" y="40"/>
                    </a:cubicBezTo>
                    <a:cubicBezTo>
                      <a:pt x="3" y="41"/>
                      <a:pt x="3" y="45"/>
                      <a:pt x="3" y="45"/>
                    </a:cubicBezTo>
                    <a:cubicBezTo>
                      <a:pt x="5" y="52"/>
                      <a:pt x="1" y="52"/>
                      <a:pt x="0" y="52"/>
                    </a:cubicBezTo>
                    <a:cubicBezTo>
                      <a:pt x="0" y="52"/>
                      <a:pt x="0" y="52"/>
                      <a:pt x="0" y="52"/>
                    </a:cubicBezTo>
                    <a:cubicBezTo>
                      <a:pt x="1" y="53"/>
                      <a:pt x="1" y="53"/>
                      <a:pt x="2" y="53"/>
                    </a:cubicBezTo>
                    <a:cubicBezTo>
                      <a:pt x="2" y="53"/>
                      <a:pt x="2" y="53"/>
                      <a:pt x="2" y="53"/>
                    </a:cubicBezTo>
                    <a:cubicBezTo>
                      <a:pt x="2" y="54"/>
                      <a:pt x="3" y="54"/>
                      <a:pt x="3" y="54"/>
                    </a:cubicBezTo>
                    <a:cubicBezTo>
                      <a:pt x="5" y="55"/>
                      <a:pt x="6" y="55"/>
                      <a:pt x="7" y="55"/>
                    </a:cubicBezTo>
                    <a:cubicBezTo>
                      <a:pt x="7" y="55"/>
                      <a:pt x="7" y="55"/>
                      <a:pt x="7" y="55"/>
                    </a:cubicBezTo>
                    <a:cubicBezTo>
                      <a:pt x="8" y="55"/>
                      <a:pt x="9" y="54"/>
                      <a:pt x="9" y="54"/>
                    </a:cubicBezTo>
                    <a:cubicBezTo>
                      <a:pt x="10" y="53"/>
                      <a:pt x="10" y="52"/>
                      <a:pt x="10" y="51"/>
                    </a:cubicBezTo>
                    <a:cubicBezTo>
                      <a:pt x="11" y="49"/>
                      <a:pt x="10" y="48"/>
                      <a:pt x="10" y="46"/>
                    </a:cubicBezTo>
                    <a:cubicBezTo>
                      <a:pt x="10" y="46"/>
                      <a:pt x="10" y="45"/>
                      <a:pt x="10" y="45"/>
                    </a:cubicBezTo>
                    <a:cubicBezTo>
                      <a:pt x="10" y="45"/>
                      <a:pt x="10" y="45"/>
                      <a:pt x="10" y="45"/>
                    </a:cubicBezTo>
                    <a:cubicBezTo>
                      <a:pt x="10" y="45"/>
                      <a:pt x="10" y="45"/>
                      <a:pt x="10" y="45"/>
                    </a:cubicBezTo>
                    <a:cubicBezTo>
                      <a:pt x="10" y="45"/>
                      <a:pt x="10" y="45"/>
                      <a:pt x="10" y="45"/>
                    </a:cubicBezTo>
                    <a:cubicBezTo>
                      <a:pt x="10" y="45"/>
                      <a:pt x="10" y="45"/>
                      <a:pt x="10" y="45"/>
                    </a:cubicBezTo>
                    <a:cubicBezTo>
                      <a:pt x="10" y="45"/>
                      <a:pt x="10" y="45"/>
                      <a:pt x="10" y="45"/>
                    </a:cubicBezTo>
                    <a:cubicBezTo>
                      <a:pt x="10" y="45"/>
                      <a:pt x="10" y="45"/>
                      <a:pt x="10" y="45"/>
                    </a:cubicBezTo>
                    <a:cubicBezTo>
                      <a:pt x="10" y="44"/>
                      <a:pt x="10" y="44"/>
                      <a:pt x="10" y="44"/>
                    </a:cubicBezTo>
                    <a:cubicBezTo>
                      <a:pt x="10" y="44"/>
                      <a:pt x="10" y="44"/>
                      <a:pt x="11" y="44"/>
                    </a:cubicBezTo>
                    <a:cubicBezTo>
                      <a:pt x="11" y="43"/>
                      <a:pt x="12" y="43"/>
                      <a:pt x="13" y="43"/>
                    </a:cubicBezTo>
                    <a:cubicBezTo>
                      <a:pt x="14" y="43"/>
                      <a:pt x="15" y="43"/>
                      <a:pt x="16" y="43"/>
                    </a:cubicBezTo>
                    <a:cubicBezTo>
                      <a:pt x="16" y="43"/>
                      <a:pt x="17" y="43"/>
                      <a:pt x="17" y="43"/>
                    </a:cubicBezTo>
                    <a:cubicBezTo>
                      <a:pt x="18" y="43"/>
                      <a:pt x="18" y="43"/>
                      <a:pt x="19" y="43"/>
                    </a:cubicBezTo>
                    <a:cubicBezTo>
                      <a:pt x="19" y="43"/>
                      <a:pt x="19" y="43"/>
                      <a:pt x="19" y="43"/>
                    </a:cubicBezTo>
                    <a:cubicBezTo>
                      <a:pt x="19" y="43"/>
                      <a:pt x="20" y="43"/>
                      <a:pt x="20" y="43"/>
                    </a:cubicBezTo>
                    <a:cubicBezTo>
                      <a:pt x="20" y="43"/>
                      <a:pt x="20" y="43"/>
                      <a:pt x="20" y="43"/>
                    </a:cubicBezTo>
                    <a:cubicBezTo>
                      <a:pt x="20" y="43"/>
                      <a:pt x="20" y="43"/>
                      <a:pt x="20" y="43"/>
                    </a:cubicBezTo>
                    <a:cubicBezTo>
                      <a:pt x="20" y="43"/>
                      <a:pt x="20" y="43"/>
                      <a:pt x="20" y="43"/>
                    </a:cubicBezTo>
                    <a:cubicBezTo>
                      <a:pt x="20" y="43"/>
                      <a:pt x="20" y="42"/>
                      <a:pt x="20" y="42"/>
                    </a:cubicBezTo>
                    <a:cubicBezTo>
                      <a:pt x="20" y="42"/>
                      <a:pt x="20" y="40"/>
                      <a:pt x="20" y="39"/>
                    </a:cubicBezTo>
                    <a:cubicBezTo>
                      <a:pt x="20" y="39"/>
                      <a:pt x="20" y="38"/>
                      <a:pt x="20" y="37"/>
                    </a:cubicBezTo>
                    <a:cubicBezTo>
                      <a:pt x="20" y="37"/>
                      <a:pt x="20" y="36"/>
                      <a:pt x="20"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1" y="35"/>
                      <a:pt x="21" y="35"/>
                      <a:pt x="21" y="35"/>
                    </a:cubicBezTo>
                    <a:cubicBezTo>
                      <a:pt x="21" y="35"/>
                      <a:pt x="22" y="34"/>
                      <a:pt x="22" y="34"/>
                    </a:cubicBezTo>
                    <a:cubicBezTo>
                      <a:pt x="23" y="33"/>
                      <a:pt x="23" y="33"/>
                      <a:pt x="24" y="33"/>
                    </a:cubicBezTo>
                    <a:cubicBezTo>
                      <a:pt x="25" y="32"/>
                      <a:pt x="26" y="32"/>
                      <a:pt x="28" y="32"/>
                    </a:cubicBezTo>
                    <a:cubicBezTo>
                      <a:pt x="28" y="32"/>
                      <a:pt x="29" y="32"/>
                      <a:pt x="29" y="32"/>
                    </a:cubicBezTo>
                    <a:cubicBezTo>
                      <a:pt x="29" y="32"/>
                      <a:pt x="30" y="32"/>
                      <a:pt x="30" y="31"/>
                    </a:cubicBezTo>
                    <a:cubicBezTo>
                      <a:pt x="30" y="31"/>
                      <a:pt x="30" y="31"/>
                      <a:pt x="31" y="31"/>
                    </a:cubicBezTo>
                    <a:cubicBezTo>
                      <a:pt x="31" y="31"/>
                      <a:pt x="31" y="30"/>
                      <a:pt x="31" y="30"/>
                    </a:cubicBezTo>
                    <a:cubicBezTo>
                      <a:pt x="31" y="29"/>
                      <a:pt x="31" y="29"/>
                      <a:pt x="31" y="28"/>
                    </a:cubicBezTo>
                    <a:cubicBezTo>
                      <a:pt x="30" y="27"/>
                      <a:pt x="29" y="26"/>
                      <a:pt x="29" y="25"/>
                    </a:cubicBezTo>
                    <a:cubicBezTo>
                      <a:pt x="29" y="25"/>
                      <a:pt x="28" y="24"/>
                      <a:pt x="28" y="23"/>
                    </a:cubicBezTo>
                    <a:cubicBezTo>
                      <a:pt x="28" y="23"/>
                      <a:pt x="28" y="23"/>
                      <a:pt x="28" y="23"/>
                    </a:cubicBezTo>
                    <a:cubicBezTo>
                      <a:pt x="28" y="23"/>
                      <a:pt x="28" y="23"/>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1"/>
                      <a:pt x="29" y="21"/>
                      <a:pt x="29" y="21"/>
                    </a:cubicBezTo>
                    <a:cubicBezTo>
                      <a:pt x="29" y="21"/>
                      <a:pt x="30" y="20"/>
                      <a:pt x="31" y="20"/>
                    </a:cubicBezTo>
                    <a:cubicBezTo>
                      <a:pt x="31"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19"/>
                      <a:pt x="33" y="19"/>
                      <a:pt x="33" y="19"/>
                    </a:cubicBezTo>
                    <a:cubicBezTo>
                      <a:pt x="33" y="19"/>
                      <a:pt x="33" y="18"/>
                      <a:pt x="33" y="18"/>
                    </a:cubicBezTo>
                    <a:cubicBezTo>
                      <a:pt x="33" y="17"/>
                      <a:pt x="33" y="17"/>
                      <a:pt x="33" y="16"/>
                    </a:cubicBezTo>
                    <a:cubicBezTo>
                      <a:pt x="33" y="16"/>
                      <a:pt x="33" y="16"/>
                      <a:pt x="33" y="16"/>
                    </a:cubicBezTo>
                    <a:cubicBezTo>
                      <a:pt x="33" y="15"/>
                      <a:pt x="33" y="15"/>
                      <a:pt x="33" y="15"/>
                    </a:cubicBezTo>
                    <a:cubicBezTo>
                      <a:pt x="33" y="15"/>
                      <a:pt x="33" y="14"/>
                      <a:pt x="33" y="14"/>
                    </a:cubicBezTo>
                    <a:cubicBezTo>
                      <a:pt x="34" y="14"/>
                      <a:pt x="34" y="14"/>
                      <a:pt x="34" y="14"/>
                    </a:cubicBezTo>
                    <a:cubicBezTo>
                      <a:pt x="35" y="14"/>
                      <a:pt x="35" y="14"/>
                      <a:pt x="35" y="14"/>
                    </a:cubicBezTo>
                    <a:cubicBezTo>
                      <a:pt x="36" y="14"/>
                      <a:pt x="36" y="14"/>
                      <a:pt x="36" y="14"/>
                    </a:cubicBezTo>
                    <a:cubicBezTo>
                      <a:pt x="37" y="14"/>
                      <a:pt x="37" y="14"/>
                      <a:pt x="37" y="14"/>
                    </a:cubicBezTo>
                    <a:cubicBezTo>
                      <a:pt x="38" y="14"/>
                      <a:pt x="38" y="14"/>
                      <a:pt x="38" y="13"/>
                    </a:cubicBezTo>
                    <a:cubicBezTo>
                      <a:pt x="38" y="13"/>
                      <a:pt x="38" y="12"/>
                      <a:pt x="38" y="12"/>
                    </a:cubicBezTo>
                    <a:cubicBezTo>
                      <a:pt x="38" y="12"/>
                      <a:pt x="38" y="12"/>
                      <a:pt x="38" y="11"/>
                    </a:cubicBezTo>
                    <a:cubicBezTo>
                      <a:pt x="38" y="11"/>
                      <a:pt x="38" y="10"/>
                      <a:pt x="38" y="9"/>
                    </a:cubicBezTo>
                    <a:cubicBezTo>
                      <a:pt x="38" y="8"/>
                      <a:pt x="38" y="8"/>
                      <a:pt x="39" y="7"/>
                    </a:cubicBezTo>
                    <a:cubicBezTo>
                      <a:pt x="39" y="6"/>
                      <a:pt x="39" y="6"/>
                      <a:pt x="39" y="6"/>
                    </a:cubicBezTo>
                    <a:cubicBezTo>
                      <a:pt x="39" y="6"/>
                      <a:pt x="39" y="6"/>
                      <a:pt x="39" y="6"/>
                    </a:cubicBezTo>
                    <a:cubicBezTo>
                      <a:pt x="39" y="6"/>
                      <a:pt x="39" y="6"/>
                      <a:pt x="39" y="7"/>
                    </a:cubicBezTo>
                    <a:cubicBezTo>
                      <a:pt x="39" y="8"/>
                      <a:pt x="39" y="8"/>
                      <a:pt x="39" y="9"/>
                    </a:cubicBezTo>
                    <a:cubicBezTo>
                      <a:pt x="39" y="10"/>
                      <a:pt x="39" y="10"/>
                      <a:pt x="39" y="11"/>
                    </a:cubicBezTo>
                    <a:cubicBezTo>
                      <a:pt x="39" y="11"/>
                      <a:pt x="39" y="12"/>
                      <a:pt x="40" y="12"/>
                    </a:cubicBezTo>
                    <a:cubicBezTo>
                      <a:pt x="40" y="12"/>
                      <a:pt x="40" y="13"/>
                      <a:pt x="39" y="13"/>
                    </a:cubicBezTo>
                    <a:cubicBezTo>
                      <a:pt x="39" y="14"/>
                      <a:pt x="39" y="14"/>
                      <a:pt x="39" y="15"/>
                    </a:cubicBezTo>
                    <a:cubicBezTo>
                      <a:pt x="39" y="15"/>
                      <a:pt x="38" y="15"/>
                      <a:pt x="38" y="16"/>
                    </a:cubicBezTo>
                    <a:cubicBezTo>
                      <a:pt x="37" y="16"/>
                      <a:pt x="37" y="16"/>
                      <a:pt x="36" y="16"/>
                    </a:cubicBezTo>
                    <a:cubicBezTo>
                      <a:pt x="36" y="16"/>
                      <a:pt x="35" y="16"/>
                      <a:pt x="35" y="16"/>
                    </a:cubicBezTo>
                    <a:cubicBezTo>
                      <a:pt x="35" y="16"/>
                      <a:pt x="35" y="16"/>
                      <a:pt x="34" y="16"/>
                    </a:cubicBezTo>
                    <a:cubicBezTo>
                      <a:pt x="34" y="16"/>
                      <a:pt x="34" y="16"/>
                      <a:pt x="34" y="16"/>
                    </a:cubicBezTo>
                    <a:cubicBezTo>
                      <a:pt x="34" y="16"/>
                      <a:pt x="34" y="16"/>
                      <a:pt x="34" y="16"/>
                    </a:cubicBezTo>
                    <a:cubicBezTo>
                      <a:pt x="34" y="17"/>
                      <a:pt x="34" y="17"/>
                      <a:pt x="35" y="18"/>
                    </a:cubicBezTo>
                    <a:cubicBezTo>
                      <a:pt x="35" y="18"/>
                      <a:pt x="35" y="18"/>
                      <a:pt x="35" y="18"/>
                    </a:cubicBezTo>
                    <a:cubicBezTo>
                      <a:pt x="35" y="19"/>
                      <a:pt x="35" y="19"/>
                      <a:pt x="35" y="19"/>
                    </a:cubicBezTo>
                    <a:cubicBezTo>
                      <a:pt x="35" y="19"/>
                      <a:pt x="35" y="19"/>
                      <a:pt x="35" y="19"/>
                    </a:cubicBezTo>
                    <a:cubicBezTo>
                      <a:pt x="35" y="20"/>
                      <a:pt x="35" y="20"/>
                      <a:pt x="35" y="20"/>
                    </a:cubicBezTo>
                    <a:cubicBezTo>
                      <a:pt x="35" y="20"/>
                      <a:pt x="35" y="20"/>
                      <a:pt x="35" y="20"/>
                    </a:cubicBezTo>
                    <a:cubicBezTo>
                      <a:pt x="35" y="20"/>
                      <a:pt x="35" y="20"/>
                      <a:pt x="35" y="21"/>
                    </a:cubicBezTo>
                    <a:cubicBezTo>
                      <a:pt x="35" y="21"/>
                      <a:pt x="35" y="21"/>
                      <a:pt x="34" y="21"/>
                    </a:cubicBezTo>
                    <a:cubicBezTo>
                      <a:pt x="34" y="21"/>
                      <a:pt x="34" y="22"/>
                      <a:pt x="34" y="22"/>
                    </a:cubicBezTo>
                    <a:cubicBezTo>
                      <a:pt x="34" y="22"/>
                      <a:pt x="34" y="22"/>
                      <a:pt x="34" y="22"/>
                    </a:cubicBezTo>
                    <a:cubicBezTo>
                      <a:pt x="34" y="22"/>
                      <a:pt x="33" y="22"/>
                      <a:pt x="33" y="22"/>
                    </a:cubicBezTo>
                    <a:cubicBezTo>
                      <a:pt x="33" y="22"/>
                      <a:pt x="32" y="22"/>
                      <a:pt x="32" y="22"/>
                    </a:cubicBezTo>
                    <a:cubicBezTo>
                      <a:pt x="31" y="22"/>
                      <a:pt x="30" y="21"/>
                      <a:pt x="30" y="22"/>
                    </a:cubicBezTo>
                    <a:cubicBezTo>
                      <a:pt x="29" y="22"/>
                      <a:pt x="29" y="22"/>
                      <a:pt x="29" y="22"/>
                    </a:cubicBezTo>
                    <a:cubicBezTo>
                      <a:pt x="29" y="22"/>
                      <a:pt x="29" y="22"/>
                      <a:pt x="29" y="22"/>
                    </a:cubicBezTo>
                    <a:cubicBezTo>
                      <a:pt x="29" y="22"/>
                      <a:pt x="29" y="22"/>
                      <a:pt x="29" y="22"/>
                    </a:cubicBezTo>
                    <a:cubicBezTo>
                      <a:pt x="29" y="22"/>
                      <a:pt x="29" y="22"/>
                      <a:pt x="29" y="22"/>
                    </a:cubicBezTo>
                    <a:cubicBezTo>
                      <a:pt x="29" y="23"/>
                      <a:pt x="29" y="23"/>
                      <a:pt x="29" y="23"/>
                    </a:cubicBezTo>
                    <a:cubicBezTo>
                      <a:pt x="29" y="23"/>
                      <a:pt x="29" y="23"/>
                      <a:pt x="29" y="23"/>
                    </a:cubicBezTo>
                    <a:cubicBezTo>
                      <a:pt x="29" y="23"/>
                      <a:pt x="29" y="23"/>
                      <a:pt x="29" y="23"/>
                    </a:cubicBezTo>
                    <a:cubicBezTo>
                      <a:pt x="29" y="24"/>
                      <a:pt x="29" y="24"/>
                      <a:pt x="30" y="25"/>
                    </a:cubicBezTo>
                    <a:cubicBezTo>
                      <a:pt x="30" y="26"/>
                      <a:pt x="31" y="27"/>
                      <a:pt x="31" y="28"/>
                    </a:cubicBezTo>
                    <a:cubicBezTo>
                      <a:pt x="31" y="28"/>
                      <a:pt x="32" y="29"/>
                      <a:pt x="32" y="30"/>
                    </a:cubicBezTo>
                    <a:cubicBezTo>
                      <a:pt x="32" y="30"/>
                      <a:pt x="32" y="31"/>
                      <a:pt x="31" y="32"/>
                    </a:cubicBezTo>
                    <a:cubicBezTo>
                      <a:pt x="31" y="32"/>
                      <a:pt x="31" y="32"/>
                      <a:pt x="30" y="32"/>
                    </a:cubicBezTo>
                    <a:cubicBezTo>
                      <a:pt x="30" y="32"/>
                      <a:pt x="30" y="32"/>
                      <a:pt x="30" y="33"/>
                    </a:cubicBezTo>
                    <a:cubicBezTo>
                      <a:pt x="29" y="33"/>
                      <a:pt x="28" y="33"/>
                      <a:pt x="28" y="33"/>
                    </a:cubicBezTo>
                    <a:cubicBezTo>
                      <a:pt x="27" y="34"/>
                      <a:pt x="25" y="34"/>
                      <a:pt x="24" y="34"/>
                    </a:cubicBezTo>
                    <a:cubicBezTo>
                      <a:pt x="23" y="35"/>
                      <a:pt x="23" y="35"/>
                      <a:pt x="22" y="36"/>
                    </a:cubicBezTo>
                    <a:cubicBezTo>
                      <a:pt x="22" y="36"/>
                      <a:pt x="22" y="36"/>
                      <a:pt x="22" y="36"/>
                    </a:cubicBezTo>
                    <a:cubicBezTo>
                      <a:pt x="22" y="36"/>
                      <a:pt x="22" y="36"/>
                      <a:pt x="22" y="36"/>
                    </a:cubicBezTo>
                    <a:cubicBezTo>
                      <a:pt x="22" y="36"/>
                      <a:pt x="22" y="36"/>
                      <a:pt x="22" y="36"/>
                    </a:cubicBezTo>
                    <a:cubicBezTo>
                      <a:pt x="22" y="37"/>
                      <a:pt x="22" y="37"/>
                      <a:pt x="22" y="37"/>
                    </a:cubicBezTo>
                    <a:cubicBezTo>
                      <a:pt x="22" y="37"/>
                      <a:pt x="22" y="37"/>
                      <a:pt x="22" y="37"/>
                    </a:cubicBezTo>
                    <a:cubicBezTo>
                      <a:pt x="22" y="37"/>
                      <a:pt x="22" y="37"/>
                      <a:pt x="22" y="37"/>
                    </a:cubicBezTo>
                    <a:cubicBezTo>
                      <a:pt x="22" y="38"/>
                      <a:pt x="22" y="38"/>
                      <a:pt x="22" y="38"/>
                    </a:cubicBezTo>
                    <a:cubicBezTo>
                      <a:pt x="22" y="38"/>
                      <a:pt x="22" y="39"/>
                      <a:pt x="22" y="39"/>
                    </a:cubicBezTo>
                    <a:cubicBezTo>
                      <a:pt x="22" y="40"/>
                      <a:pt x="22" y="40"/>
                      <a:pt x="22" y="41"/>
                    </a:cubicBezTo>
                    <a:cubicBezTo>
                      <a:pt x="22" y="41"/>
                      <a:pt x="22" y="42"/>
                      <a:pt x="22" y="43"/>
                    </a:cubicBezTo>
                    <a:cubicBezTo>
                      <a:pt x="22" y="43"/>
                      <a:pt x="22" y="43"/>
                      <a:pt x="22" y="43"/>
                    </a:cubicBezTo>
                    <a:cubicBezTo>
                      <a:pt x="22" y="43"/>
                      <a:pt x="22" y="44"/>
                      <a:pt x="22" y="44"/>
                    </a:cubicBezTo>
                    <a:cubicBezTo>
                      <a:pt x="22" y="44"/>
                      <a:pt x="21" y="44"/>
                      <a:pt x="21" y="44"/>
                    </a:cubicBezTo>
                    <a:cubicBezTo>
                      <a:pt x="21" y="45"/>
                      <a:pt x="21" y="45"/>
                      <a:pt x="21" y="45"/>
                    </a:cubicBezTo>
                    <a:cubicBezTo>
                      <a:pt x="20" y="45"/>
                      <a:pt x="19" y="45"/>
                      <a:pt x="19" y="45"/>
                    </a:cubicBezTo>
                    <a:cubicBezTo>
                      <a:pt x="18" y="45"/>
                      <a:pt x="18" y="45"/>
                      <a:pt x="17" y="45"/>
                    </a:cubicBezTo>
                    <a:cubicBezTo>
                      <a:pt x="17" y="45"/>
                      <a:pt x="16" y="45"/>
                      <a:pt x="16" y="45"/>
                    </a:cubicBezTo>
                    <a:cubicBezTo>
                      <a:pt x="14" y="45"/>
                      <a:pt x="13" y="45"/>
                      <a:pt x="13" y="45"/>
                    </a:cubicBezTo>
                    <a:cubicBezTo>
                      <a:pt x="12" y="45"/>
                      <a:pt x="12" y="45"/>
                      <a:pt x="12" y="45"/>
                    </a:cubicBezTo>
                    <a:cubicBezTo>
                      <a:pt x="12" y="45"/>
                      <a:pt x="12" y="45"/>
                      <a:pt x="12" y="46"/>
                    </a:cubicBezTo>
                    <a:cubicBezTo>
                      <a:pt x="12" y="47"/>
                      <a:pt x="12" y="49"/>
                      <a:pt x="12" y="51"/>
                    </a:cubicBezTo>
                    <a:cubicBezTo>
                      <a:pt x="11" y="52"/>
                      <a:pt x="11" y="54"/>
                      <a:pt x="10" y="54"/>
                    </a:cubicBezTo>
                    <a:cubicBezTo>
                      <a:pt x="9" y="55"/>
                      <a:pt x="8" y="55"/>
                      <a:pt x="8" y="55"/>
                    </a:cubicBezTo>
                    <a:cubicBezTo>
                      <a:pt x="7" y="55"/>
                      <a:pt x="7" y="56"/>
                      <a:pt x="7" y="56"/>
                    </a:cubicBezTo>
                    <a:cubicBezTo>
                      <a:pt x="8" y="56"/>
                      <a:pt x="9" y="56"/>
                      <a:pt x="10" y="56"/>
                    </a:cubicBezTo>
                    <a:cubicBezTo>
                      <a:pt x="10" y="56"/>
                      <a:pt x="10" y="56"/>
                      <a:pt x="10" y="56"/>
                    </a:cubicBezTo>
                    <a:cubicBezTo>
                      <a:pt x="11" y="57"/>
                      <a:pt x="12" y="57"/>
                      <a:pt x="12" y="57"/>
                    </a:cubicBezTo>
                    <a:cubicBezTo>
                      <a:pt x="12" y="57"/>
                      <a:pt x="12" y="57"/>
                      <a:pt x="12" y="57"/>
                    </a:cubicBezTo>
                    <a:cubicBezTo>
                      <a:pt x="13" y="57"/>
                      <a:pt x="13" y="57"/>
                      <a:pt x="13" y="57"/>
                    </a:cubicBezTo>
                    <a:cubicBezTo>
                      <a:pt x="13" y="57"/>
                      <a:pt x="13" y="57"/>
                      <a:pt x="13" y="57"/>
                    </a:cubicBezTo>
                    <a:cubicBezTo>
                      <a:pt x="14" y="57"/>
                      <a:pt x="15" y="57"/>
                      <a:pt x="15" y="57"/>
                    </a:cubicBezTo>
                    <a:cubicBezTo>
                      <a:pt x="15" y="57"/>
                      <a:pt x="15" y="57"/>
                      <a:pt x="15" y="57"/>
                    </a:cubicBezTo>
                    <a:cubicBezTo>
                      <a:pt x="17" y="57"/>
                      <a:pt x="18" y="57"/>
                      <a:pt x="19" y="57"/>
                    </a:cubicBezTo>
                    <a:cubicBezTo>
                      <a:pt x="19" y="57"/>
                      <a:pt x="19" y="57"/>
                      <a:pt x="19" y="57"/>
                    </a:cubicBezTo>
                    <a:cubicBezTo>
                      <a:pt x="20" y="57"/>
                      <a:pt x="20" y="57"/>
                      <a:pt x="21" y="57"/>
                    </a:cubicBezTo>
                    <a:cubicBezTo>
                      <a:pt x="21" y="57"/>
                      <a:pt x="20" y="57"/>
                      <a:pt x="20" y="57"/>
                    </a:cubicBezTo>
                    <a:cubicBezTo>
                      <a:pt x="21" y="56"/>
                      <a:pt x="22" y="56"/>
                      <a:pt x="24" y="56"/>
                    </a:cubicBezTo>
                    <a:cubicBezTo>
                      <a:pt x="24" y="56"/>
                      <a:pt x="24" y="56"/>
                      <a:pt x="24" y="56"/>
                    </a:cubicBezTo>
                    <a:cubicBezTo>
                      <a:pt x="25" y="56"/>
                      <a:pt x="26" y="55"/>
                      <a:pt x="27" y="55"/>
                    </a:cubicBezTo>
                    <a:cubicBezTo>
                      <a:pt x="27" y="55"/>
                      <a:pt x="27" y="55"/>
                      <a:pt x="27" y="55"/>
                    </a:cubicBezTo>
                    <a:cubicBezTo>
                      <a:pt x="28" y="55"/>
                      <a:pt x="29" y="54"/>
                      <a:pt x="29" y="54"/>
                    </a:cubicBezTo>
                    <a:cubicBezTo>
                      <a:pt x="30" y="54"/>
                      <a:pt x="30" y="54"/>
                      <a:pt x="30" y="54"/>
                    </a:cubicBezTo>
                    <a:cubicBezTo>
                      <a:pt x="31" y="53"/>
                      <a:pt x="31" y="53"/>
                      <a:pt x="32" y="52"/>
                    </a:cubicBezTo>
                    <a:cubicBezTo>
                      <a:pt x="32" y="50"/>
                      <a:pt x="37" y="44"/>
                      <a:pt x="39" y="43"/>
                    </a:cubicBezTo>
                    <a:cubicBezTo>
                      <a:pt x="41" y="41"/>
                      <a:pt x="40" y="38"/>
                      <a:pt x="41" y="36"/>
                    </a:cubicBezTo>
                    <a:cubicBezTo>
                      <a:pt x="41" y="36"/>
                      <a:pt x="41" y="36"/>
                      <a:pt x="41" y="36"/>
                    </a:cubicBezTo>
                    <a:cubicBezTo>
                      <a:pt x="41" y="34"/>
                      <a:pt x="46" y="33"/>
                      <a:pt x="46" y="32"/>
                    </a:cubicBezTo>
                    <a:cubicBezTo>
                      <a:pt x="47" y="28"/>
                      <a:pt x="47" y="22"/>
                      <a:pt x="45" y="17"/>
                    </a:cubicBezTo>
                    <a:cubicBezTo>
                      <a:pt x="45" y="17"/>
                      <a:pt x="45" y="18"/>
                      <a:pt x="45" y="18"/>
                    </a:cubicBezTo>
                    <a:cubicBezTo>
                      <a:pt x="45" y="18"/>
                      <a:pt x="45" y="19"/>
                      <a:pt x="45" y="20"/>
                    </a:cubicBezTo>
                    <a:cubicBezTo>
                      <a:pt x="45" y="20"/>
                      <a:pt x="44" y="21"/>
                      <a:pt x="44" y="22"/>
                    </a:cubicBezTo>
                    <a:cubicBezTo>
                      <a:pt x="43" y="23"/>
                      <a:pt x="43" y="25"/>
                      <a:pt x="42" y="26"/>
                    </a:cubicBezTo>
                    <a:cubicBezTo>
                      <a:pt x="41" y="26"/>
                      <a:pt x="41" y="27"/>
                      <a:pt x="40" y="27"/>
                    </a:cubicBezTo>
                    <a:cubicBezTo>
                      <a:pt x="39" y="27"/>
                      <a:pt x="39" y="28"/>
                      <a:pt x="38" y="28"/>
                    </a:cubicBezTo>
                    <a:cubicBezTo>
                      <a:pt x="38" y="28"/>
                      <a:pt x="38" y="29"/>
                      <a:pt x="38" y="29"/>
                    </a:cubicBezTo>
                    <a:cubicBezTo>
                      <a:pt x="38" y="29"/>
                      <a:pt x="38" y="29"/>
                      <a:pt x="38" y="29"/>
                    </a:cubicBezTo>
                    <a:cubicBezTo>
                      <a:pt x="38" y="29"/>
                      <a:pt x="38" y="30"/>
                      <a:pt x="38" y="30"/>
                    </a:cubicBezTo>
                    <a:cubicBezTo>
                      <a:pt x="39" y="30"/>
                      <a:pt x="39" y="31"/>
                      <a:pt x="39" y="32"/>
                    </a:cubicBezTo>
                    <a:cubicBezTo>
                      <a:pt x="40" y="32"/>
                      <a:pt x="40" y="32"/>
                      <a:pt x="40" y="33"/>
                    </a:cubicBezTo>
                    <a:cubicBezTo>
                      <a:pt x="40" y="33"/>
                      <a:pt x="40" y="33"/>
                      <a:pt x="40" y="34"/>
                    </a:cubicBezTo>
                    <a:cubicBezTo>
                      <a:pt x="40" y="34"/>
                      <a:pt x="40" y="35"/>
                      <a:pt x="40" y="35"/>
                    </a:cubicBezTo>
                    <a:cubicBezTo>
                      <a:pt x="40" y="36"/>
                      <a:pt x="39" y="36"/>
                      <a:pt x="39" y="36"/>
                    </a:cubicBezTo>
                    <a:cubicBezTo>
                      <a:pt x="39" y="37"/>
                      <a:pt x="38" y="37"/>
                      <a:pt x="38" y="37"/>
                    </a:cubicBezTo>
                    <a:cubicBezTo>
                      <a:pt x="36" y="37"/>
                      <a:pt x="34" y="38"/>
                      <a:pt x="32" y="38"/>
                    </a:cubicBezTo>
                    <a:cubicBezTo>
                      <a:pt x="32" y="38"/>
                      <a:pt x="31" y="39"/>
                      <a:pt x="31" y="40"/>
                    </a:cubicBezTo>
                    <a:cubicBezTo>
                      <a:pt x="30" y="40"/>
                      <a:pt x="30" y="40"/>
                      <a:pt x="30" y="41"/>
                    </a:cubicBezTo>
                    <a:cubicBezTo>
                      <a:pt x="30" y="41"/>
                      <a:pt x="30" y="41"/>
                      <a:pt x="30" y="41"/>
                    </a:cubicBezTo>
                    <a:cubicBezTo>
                      <a:pt x="30" y="41"/>
                      <a:pt x="30" y="41"/>
                      <a:pt x="30" y="41"/>
                    </a:cubicBezTo>
                    <a:cubicBezTo>
                      <a:pt x="30" y="42"/>
                      <a:pt x="30" y="42"/>
                      <a:pt x="30" y="42"/>
                    </a:cubicBezTo>
                    <a:cubicBezTo>
                      <a:pt x="29" y="43"/>
                      <a:pt x="29" y="45"/>
                      <a:pt x="29" y="47"/>
                    </a:cubicBezTo>
                    <a:cubicBezTo>
                      <a:pt x="28" y="48"/>
                      <a:pt x="28" y="49"/>
                      <a:pt x="28" y="49"/>
                    </a:cubicBezTo>
                    <a:cubicBezTo>
                      <a:pt x="27" y="50"/>
                      <a:pt x="27" y="51"/>
                      <a:pt x="26" y="51"/>
                    </a:cubicBezTo>
                    <a:cubicBezTo>
                      <a:pt x="26" y="52"/>
                      <a:pt x="26" y="52"/>
                      <a:pt x="25" y="52"/>
                    </a:cubicBezTo>
                    <a:cubicBezTo>
                      <a:pt x="25" y="52"/>
                      <a:pt x="25" y="52"/>
                      <a:pt x="24" y="53"/>
                    </a:cubicBezTo>
                    <a:cubicBezTo>
                      <a:pt x="24" y="53"/>
                      <a:pt x="23" y="53"/>
                      <a:pt x="22" y="54"/>
                    </a:cubicBezTo>
                    <a:cubicBezTo>
                      <a:pt x="20" y="55"/>
                      <a:pt x="18" y="56"/>
                      <a:pt x="16" y="56"/>
                    </a:cubicBezTo>
                    <a:cubicBezTo>
                      <a:pt x="15" y="56"/>
                      <a:pt x="15" y="56"/>
                      <a:pt x="14" y="57"/>
                    </a:cubicBezTo>
                    <a:cubicBezTo>
                      <a:pt x="14" y="57"/>
                      <a:pt x="14" y="57"/>
                      <a:pt x="14" y="57"/>
                    </a:cubicBezTo>
                    <a:cubicBezTo>
                      <a:pt x="14" y="57"/>
                      <a:pt x="14" y="57"/>
                      <a:pt x="14" y="57"/>
                    </a:cubicBezTo>
                    <a:cubicBezTo>
                      <a:pt x="14" y="57"/>
                      <a:pt x="14" y="56"/>
                      <a:pt x="14" y="56"/>
                    </a:cubicBezTo>
                    <a:cubicBezTo>
                      <a:pt x="15" y="56"/>
                      <a:pt x="15" y="56"/>
                      <a:pt x="16" y="56"/>
                    </a:cubicBezTo>
                    <a:cubicBezTo>
                      <a:pt x="18" y="55"/>
                      <a:pt x="20" y="54"/>
                      <a:pt x="22" y="53"/>
                    </a:cubicBezTo>
                    <a:cubicBezTo>
                      <a:pt x="23" y="53"/>
                      <a:pt x="23" y="52"/>
                      <a:pt x="24" y="52"/>
                    </a:cubicBezTo>
                    <a:cubicBezTo>
                      <a:pt x="24" y="52"/>
                      <a:pt x="24" y="52"/>
                      <a:pt x="25" y="51"/>
                    </a:cubicBezTo>
                    <a:cubicBezTo>
                      <a:pt x="25" y="51"/>
                      <a:pt x="25" y="51"/>
                      <a:pt x="26" y="51"/>
                    </a:cubicBezTo>
                    <a:cubicBezTo>
                      <a:pt x="27" y="50"/>
                      <a:pt x="27" y="48"/>
                      <a:pt x="27" y="47"/>
                    </a:cubicBezTo>
                    <a:cubicBezTo>
                      <a:pt x="28" y="45"/>
                      <a:pt x="28" y="43"/>
                      <a:pt x="28" y="41"/>
                    </a:cubicBezTo>
                    <a:cubicBezTo>
                      <a:pt x="28" y="41"/>
                      <a:pt x="28" y="41"/>
                      <a:pt x="28" y="41"/>
                    </a:cubicBezTo>
                    <a:cubicBezTo>
                      <a:pt x="29" y="41"/>
                      <a:pt x="29" y="40"/>
                      <a:pt x="29" y="40"/>
                    </a:cubicBezTo>
                    <a:cubicBezTo>
                      <a:pt x="29" y="40"/>
                      <a:pt x="29" y="39"/>
                      <a:pt x="29" y="39"/>
                    </a:cubicBezTo>
                    <a:cubicBezTo>
                      <a:pt x="30" y="38"/>
                      <a:pt x="31" y="37"/>
                      <a:pt x="32" y="37"/>
                    </a:cubicBezTo>
                    <a:cubicBezTo>
                      <a:pt x="34" y="36"/>
                      <a:pt x="35" y="36"/>
                      <a:pt x="37" y="35"/>
                    </a:cubicBezTo>
                    <a:cubicBezTo>
                      <a:pt x="37" y="35"/>
                      <a:pt x="38" y="35"/>
                      <a:pt x="38" y="35"/>
                    </a:cubicBezTo>
                    <a:cubicBezTo>
                      <a:pt x="38" y="35"/>
                      <a:pt x="38" y="34"/>
                      <a:pt x="38" y="34"/>
                    </a:cubicBezTo>
                    <a:cubicBezTo>
                      <a:pt x="38" y="34"/>
                      <a:pt x="38" y="34"/>
                      <a:pt x="38" y="34"/>
                    </a:cubicBezTo>
                    <a:cubicBezTo>
                      <a:pt x="38" y="33"/>
                      <a:pt x="38" y="33"/>
                      <a:pt x="38" y="33"/>
                    </a:cubicBezTo>
                    <a:cubicBezTo>
                      <a:pt x="37" y="32"/>
                      <a:pt x="37" y="31"/>
                      <a:pt x="37" y="30"/>
                    </a:cubicBezTo>
                    <a:cubicBezTo>
                      <a:pt x="36" y="30"/>
                      <a:pt x="36" y="30"/>
                      <a:pt x="36" y="29"/>
                    </a:cubicBezTo>
                    <a:cubicBezTo>
                      <a:pt x="36" y="29"/>
                      <a:pt x="36" y="29"/>
                      <a:pt x="36" y="29"/>
                    </a:cubicBezTo>
                    <a:cubicBezTo>
                      <a:pt x="36" y="28"/>
                      <a:pt x="37" y="27"/>
                      <a:pt x="37" y="27"/>
                    </a:cubicBezTo>
                    <a:cubicBezTo>
                      <a:pt x="38" y="26"/>
                      <a:pt x="39" y="26"/>
                      <a:pt x="39" y="26"/>
                    </a:cubicBezTo>
                    <a:cubicBezTo>
                      <a:pt x="40" y="25"/>
                      <a:pt x="40" y="25"/>
                      <a:pt x="41" y="25"/>
                    </a:cubicBezTo>
                    <a:cubicBezTo>
                      <a:pt x="42" y="24"/>
                      <a:pt x="42" y="23"/>
                      <a:pt x="43" y="22"/>
                    </a:cubicBezTo>
                    <a:cubicBezTo>
                      <a:pt x="44" y="21"/>
                      <a:pt x="44" y="20"/>
                      <a:pt x="44" y="19"/>
                    </a:cubicBezTo>
                    <a:cubicBezTo>
                      <a:pt x="45" y="19"/>
                      <a:pt x="45" y="18"/>
                      <a:pt x="45" y="18"/>
                    </a:cubicBezTo>
                    <a:cubicBezTo>
                      <a:pt x="45" y="17"/>
                      <a:pt x="45" y="17"/>
                      <a:pt x="45" y="17"/>
                    </a:cubicBezTo>
                    <a:cubicBezTo>
                      <a:pt x="45" y="17"/>
                      <a:pt x="45" y="17"/>
                      <a:pt x="45" y="17"/>
                    </a:cubicBezTo>
                    <a:cubicBezTo>
                      <a:pt x="44" y="14"/>
                      <a:pt x="43" y="12"/>
                      <a:pt x="42" y="10"/>
                    </a:cubicBezTo>
                    <a:cubicBezTo>
                      <a:pt x="41" y="9"/>
                      <a:pt x="41" y="8"/>
                      <a:pt x="40" y="7"/>
                    </a:cubicBezTo>
                    <a:cubicBezTo>
                      <a:pt x="40" y="7"/>
                      <a:pt x="40" y="7"/>
                      <a:pt x="39" y="7"/>
                    </a:cubicBezTo>
                    <a:cubicBezTo>
                      <a:pt x="39" y="6"/>
                      <a:pt x="39" y="6"/>
                      <a:pt x="38" y="5"/>
                    </a:cubicBezTo>
                    <a:cubicBezTo>
                      <a:pt x="38" y="5"/>
                      <a:pt x="38" y="5"/>
                      <a:pt x="37" y="5"/>
                    </a:cubicBezTo>
                    <a:cubicBezTo>
                      <a:pt x="37" y="4"/>
                      <a:pt x="37" y="4"/>
                      <a:pt x="37" y="4"/>
                    </a:cubicBezTo>
                    <a:cubicBezTo>
                      <a:pt x="37" y="3"/>
                      <a:pt x="39" y="2"/>
                      <a:pt x="39"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 name="Freeform 326"/>
              <p:cNvSpPr>
                <a:spLocks/>
              </p:cNvSpPr>
              <p:nvPr/>
            </p:nvSpPr>
            <p:spPr bwMode="auto">
              <a:xfrm>
                <a:off x="1633" y="171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 name="Freeform 327"/>
              <p:cNvSpPr>
                <a:spLocks/>
              </p:cNvSpPr>
              <p:nvPr/>
            </p:nvSpPr>
            <p:spPr bwMode="auto">
              <a:xfrm>
                <a:off x="1627" y="16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 name="Freeform 328"/>
              <p:cNvSpPr>
                <a:spLocks/>
              </p:cNvSpPr>
              <p:nvPr/>
            </p:nvSpPr>
            <p:spPr bwMode="auto">
              <a:xfrm>
                <a:off x="1633" y="1692"/>
                <a:ext cx="17" cy="25"/>
              </a:xfrm>
              <a:custGeom>
                <a:avLst/>
                <a:gdLst>
                  <a:gd name="T0" fmla="*/ 10 w 13"/>
                  <a:gd name="T1" fmla="*/ 3 h 19"/>
                  <a:gd name="T2" fmla="*/ 10 w 13"/>
                  <a:gd name="T3" fmla="*/ 4 h 19"/>
                  <a:gd name="T4" fmla="*/ 6 w 13"/>
                  <a:gd name="T5" fmla="*/ 10 h 19"/>
                  <a:gd name="T6" fmla="*/ 0 w 13"/>
                  <a:gd name="T7" fmla="*/ 19 h 19"/>
                  <a:gd name="T8" fmla="*/ 13 w 13"/>
                  <a:gd name="T9" fmla="*/ 0 h 19"/>
                  <a:gd name="T10" fmla="*/ 10 w 13"/>
                  <a:gd name="T11" fmla="*/ 3 h 19"/>
                </a:gdLst>
                <a:ahLst/>
                <a:cxnLst>
                  <a:cxn ang="0">
                    <a:pos x="T0" y="T1"/>
                  </a:cxn>
                  <a:cxn ang="0">
                    <a:pos x="T2" y="T3"/>
                  </a:cxn>
                  <a:cxn ang="0">
                    <a:pos x="T4" y="T5"/>
                  </a:cxn>
                  <a:cxn ang="0">
                    <a:pos x="T6" y="T7"/>
                  </a:cxn>
                  <a:cxn ang="0">
                    <a:pos x="T8" y="T9"/>
                  </a:cxn>
                  <a:cxn ang="0">
                    <a:pos x="T10" y="T11"/>
                  </a:cxn>
                </a:cxnLst>
                <a:rect l="0" t="0" r="r" b="b"/>
                <a:pathLst>
                  <a:path w="13" h="19">
                    <a:moveTo>
                      <a:pt x="10" y="3"/>
                    </a:moveTo>
                    <a:cubicBezTo>
                      <a:pt x="10" y="4"/>
                      <a:pt x="10" y="4"/>
                      <a:pt x="10" y="4"/>
                    </a:cubicBezTo>
                    <a:cubicBezTo>
                      <a:pt x="9" y="6"/>
                      <a:pt x="9" y="9"/>
                      <a:pt x="6" y="10"/>
                    </a:cubicBezTo>
                    <a:cubicBezTo>
                      <a:pt x="4" y="12"/>
                      <a:pt x="0" y="17"/>
                      <a:pt x="0" y="19"/>
                    </a:cubicBezTo>
                    <a:cubicBezTo>
                      <a:pt x="7" y="14"/>
                      <a:pt x="11" y="8"/>
                      <a:pt x="13" y="0"/>
                    </a:cubicBezTo>
                    <a:cubicBezTo>
                      <a:pt x="12" y="1"/>
                      <a:pt x="10" y="2"/>
                      <a:pt x="10" y="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 name="Freeform 329"/>
              <p:cNvSpPr>
                <a:spLocks/>
              </p:cNvSpPr>
              <p:nvPr/>
            </p:nvSpPr>
            <p:spPr bwMode="auto">
              <a:xfrm>
                <a:off x="1650" y="169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 name="Freeform 330"/>
              <p:cNvSpPr>
                <a:spLocks/>
              </p:cNvSpPr>
              <p:nvPr/>
            </p:nvSpPr>
            <p:spPr bwMode="auto">
              <a:xfrm>
                <a:off x="1726" y="1702"/>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 name="Freeform 331"/>
              <p:cNvSpPr>
                <a:spLocks/>
              </p:cNvSpPr>
              <p:nvPr/>
            </p:nvSpPr>
            <p:spPr bwMode="auto">
              <a:xfrm>
                <a:off x="1722" y="169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 name="Freeform 332"/>
              <p:cNvSpPr>
                <a:spLocks/>
              </p:cNvSpPr>
              <p:nvPr/>
            </p:nvSpPr>
            <p:spPr bwMode="auto">
              <a:xfrm>
                <a:off x="1737" y="1715"/>
                <a:ext cx="2" cy="2"/>
              </a:xfrm>
              <a:custGeom>
                <a:avLst/>
                <a:gdLst>
                  <a:gd name="T0" fmla="*/ 0 w 2"/>
                  <a:gd name="T1" fmla="*/ 0 h 2"/>
                  <a:gd name="T2" fmla="*/ 2 w 2"/>
                  <a:gd name="T3" fmla="*/ 2 h 2"/>
                  <a:gd name="T4" fmla="*/ 2 w 2"/>
                  <a:gd name="T5" fmla="*/ 2 h 2"/>
                  <a:gd name="T6" fmla="*/ 2 w 2"/>
                  <a:gd name="T7" fmla="*/ 2 h 2"/>
                  <a:gd name="T8" fmla="*/ 2 w 2"/>
                  <a:gd name="T9" fmla="*/ 2 h 2"/>
                  <a:gd name="T10" fmla="*/ 2 w 2"/>
                  <a:gd name="T11" fmla="*/ 2 h 2"/>
                  <a:gd name="T12" fmla="*/ 0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0"/>
                    </a:moveTo>
                    <a:cubicBezTo>
                      <a:pt x="1" y="1"/>
                      <a:pt x="1" y="1"/>
                      <a:pt x="2" y="2"/>
                    </a:cubicBezTo>
                    <a:cubicBezTo>
                      <a:pt x="2" y="2"/>
                      <a:pt x="2" y="2"/>
                      <a:pt x="2" y="2"/>
                    </a:cubicBezTo>
                    <a:cubicBezTo>
                      <a:pt x="2" y="2"/>
                      <a:pt x="2" y="2"/>
                      <a:pt x="2" y="2"/>
                    </a:cubicBezTo>
                    <a:cubicBezTo>
                      <a:pt x="2" y="2"/>
                      <a:pt x="2" y="2"/>
                      <a:pt x="2" y="2"/>
                    </a:cubicBezTo>
                    <a:cubicBezTo>
                      <a:pt x="2" y="2"/>
                      <a:pt x="2" y="2"/>
                      <a:pt x="2" y="2"/>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 name="Freeform 333"/>
              <p:cNvSpPr>
                <a:spLocks/>
              </p:cNvSpPr>
              <p:nvPr/>
            </p:nvSpPr>
            <p:spPr bwMode="auto">
              <a:xfrm>
                <a:off x="1726" y="1646"/>
                <a:ext cx="55" cy="70"/>
              </a:xfrm>
              <a:custGeom>
                <a:avLst/>
                <a:gdLst>
                  <a:gd name="T0" fmla="*/ 13 w 42"/>
                  <a:gd name="T1" fmla="*/ 47 h 53"/>
                  <a:gd name="T2" fmla="*/ 20 w 42"/>
                  <a:gd name="T3" fmla="*/ 38 h 53"/>
                  <a:gd name="T4" fmla="*/ 22 w 42"/>
                  <a:gd name="T5" fmla="*/ 28 h 53"/>
                  <a:gd name="T6" fmla="*/ 33 w 42"/>
                  <a:gd name="T7" fmla="*/ 20 h 53"/>
                  <a:gd name="T8" fmla="*/ 36 w 42"/>
                  <a:gd name="T9" fmla="*/ 8 h 53"/>
                  <a:gd name="T10" fmla="*/ 42 w 42"/>
                  <a:gd name="T11" fmla="*/ 2 h 53"/>
                  <a:gd name="T12" fmla="*/ 39 w 42"/>
                  <a:gd name="T13" fmla="*/ 0 h 53"/>
                  <a:gd name="T14" fmla="*/ 39 w 42"/>
                  <a:gd name="T15" fmla="*/ 0 h 53"/>
                  <a:gd name="T16" fmla="*/ 39 w 42"/>
                  <a:gd name="T17" fmla="*/ 0 h 53"/>
                  <a:gd name="T18" fmla="*/ 39 w 42"/>
                  <a:gd name="T19" fmla="*/ 0 h 53"/>
                  <a:gd name="T20" fmla="*/ 39 w 42"/>
                  <a:gd name="T21" fmla="*/ 0 h 53"/>
                  <a:gd name="T22" fmla="*/ 37 w 42"/>
                  <a:gd name="T23" fmla="*/ 0 h 53"/>
                  <a:gd name="T24" fmla="*/ 33 w 42"/>
                  <a:gd name="T25" fmla="*/ 4 h 53"/>
                  <a:gd name="T26" fmla="*/ 29 w 42"/>
                  <a:gd name="T27" fmla="*/ 11 h 53"/>
                  <a:gd name="T28" fmla="*/ 22 w 42"/>
                  <a:gd name="T29" fmla="*/ 13 h 53"/>
                  <a:gd name="T30" fmla="*/ 19 w 42"/>
                  <a:gd name="T31" fmla="*/ 21 h 53"/>
                  <a:gd name="T32" fmla="*/ 13 w 42"/>
                  <a:gd name="T33" fmla="*/ 22 h 53"/>
                  <a:gd name="T34" fmla="*/ 12 w 42"/>
                  <a:gd name="T35" fmla="*/ 28 h 53"/>
                  <a:gd name="T36" fmla="*/ 8 w 42"/>
                  <a:gd name="T37" fmla="*/ 30 h 53"/>
                  <a:gd name="T38" fmla="*/ 0 w 42"/>
                  <a:gd name="T39" fmla="*/ 43 h 53"/>
                  <a:gd name="T40" fmla="*/ 1 w 42"/>
                  <a:gd name="T41" fmla="*/ 45 h 53"/>
                  <a:gd name="T42" fmla="*/ 7 w 42"/>
                  <a:gd name="T43" fmla="*/ 51 h 53"/>
                  <a:gd name="T44" fmla="*/ 7 w 42"/>
                  <a:gd name="T45" fmla="*/ 52 h 53"/>
                  <a:gd name="T46" fmla="*/ 7 w 42"/>
                  <a:gd name="T47" fmla="*/ 52 h 53"/>
                  <a:gd name="T48" fmla="*/ 8 w 42"/>
                  <a:gd name="T49" fmla="*/ 52 h 53"/>
                  <a:gd name="T50" fmla="*/ 13 w 42"/>
                  <a:gd name="T51" fmla="*/ 4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 h="53">
                    <a:moveTo>
                      <a:pt x="13" y="47"/>
                    </a:moveTo>
                    <a:cubicBezTo>
                      <a:pt x="11" y="40"/>
                      <a:pt x="16" y="41"/>
                      <a:pt x="20" y="38"/>
                    </a:cubicBezTo>
                    <a:cubicBezTo>
                      <a:pt x="24" y="35"/>
                      <a:pt x="22" y="31"/>
                      <a:pt x="22" y="28"/>
                    </a:cubicBezTo>
                    <a:cubicBezTo>
                      <a:pt x="23" y="25"/>
                      <a:pt x="30" y="21"/>
                      <a:pt x="33" y="20"/>
                    </a:cubicBezTo>
                    <a:cubicBezTo>
                      <a:pt x="36" y="18"/>
                      <a:pt x="35" y="10"/>
                      <a:pt x="36" y="8"/>
                    </a:cubicBezTo>
                    <a:cubicBezTo>
                      <a:pt x="36" y="5"/>
                      <a:pt x="42" y="2"/>
                      <a:pt x="42" y="2"/>
                    </a:cubicBezTo>
                    <a:cubicBezTo>
                      <a:pt x="41" y="1"/>
                      <a:pt x="40" y="1"/>
                      <a:pt x="39" y="0"/>
                    </a:cubicBezTo>
                    <a:cubicBezTo>
                      <a:pt x="39" y="0"/>
                      <a:pt x="39" y="0"/>
                      <a:pt x="39" y="0"/>
                    </a:cubicBezTo>
                    <a:cubicBezTo>
                      <a:pt x="39" y="0"/>
                      <a:pt x="39" y="0"/>
                      <a:pt x="39" y="0"/>
                    </a:cubicBezTo>
                    <a:cubicBezTo>
                      <a:pt x="39" y="0"/>
                      <a:pt x="39" y="0"/>
                      <a:pt x="39" y="0"/>
                    </a:cubicBezTo>
                    <a:cubicBezTo>
                      <a:pt x="39" y="0"/>
                      <a:pt x="39" y="0"/>
                      <a:pt x="39" y="0"/>
                    </a:cubicBezTo>
                    <a:cubicBezTo>
                      <a:pt x="38" y="0"/>
                      <a:pt x="38" y="0"/>
                      <a:pt x="37" y="0"/>
                    </a:cubicBezTo>
                    <a:cubicBezTo>
                      <a:pt x="37" y="0"/>
                      <a:pt x="33" y="3"/>
                      <a:pt x="33" y="4"/>
                    </a:cubicBezTo>
                    <a:cubicBezTo>
                      <a:pt x="32" y="6"/>
                      <a:pt x="31" y="10"/>
                      <a:pt x="29" y="11"/>
                    </a:cubicBezTo>
                    <a:cubicBezTo>
                      <a:pt x="28" y="12"/>
                      <a:pt x="22" y="10"/>
                      <a:pt x="22" y="13"/>
                    </a:cubicBezTo>
                    <a:cubicBezTo>
                      <a:pt x="22" y="16"/>
                      <a:pt x="21" y="21"/>
                      <a:pt x="19" y="21"/>
                    </a:cubicBezTo>
                    <a:cubicBezTo>
                      <a:pt x="17" y="21"/>
                      <a:pt x="15" y="20"/>
                      <a:pt x="13" y="22"/>
                    </a:cubicBezTo>
                    <a:cubicBezTo>
                      <a:pt x="12" y="24"/>
                      <a:pt x="13" y="26"/>
                      <a:pt x="12" y="28"/>
                    </a:cubicBezTo>
                    <a:cubicBezTo>
                      <a:pt x="11" y="29"/>
                      <a:pt x="9" y="27"/>
                      <a:pt x="8" y="30"/>
                    </a:cubicBezTo>
                    <a:cubicBezTo>
                      <a:pt x="7" y="33"/>
                      <a:pt x="7" y="41"/>
                      <a:pt x="0" y="43"/>
                    </a:cubicBezTo>
                    <a:cubicBezTo>
                      <a:pt x="1" y="44"/>
                      <a:pt x="1" y="44"/>
                      <a:pt x="1" y="45"/>
                    </a:cubicBezTo>
                    <a:cubicBezTo>
                      <a:pt x="3" y="48"/>
                      <a:pt x="5" y="50"/>
                      <a:pt x="7" y="51"/>
                    </a:cubicBezTo>
                    <a:cubicBezTo>
                      <a:pt x="7" y="52"/>
                      <a:pt x="7" y="52"/>
                      <a:pt x="7" y="52"/>
                    </a:cubicBezTo>
                    <a:cubicBezTo>
                      <a:pt x="7" y="52"/>
                      <a:pt x="7" y="52"/>
                      <a:pt x="7" y="52"/>
                    </a:cubicBezTo>
                    <a:cubicBezTo>
                      <a:pt x="8" y="52"/>
                      <a:pt x="8" y="52"/>
                      <a:pt x="8" y="52"/>
                    </a:cubicBezTo>
                    <a:cubicBezTo>
                      <a:pt x="10" y="51"/>
                      <a:pt x="14" y="53"/>
                      <a:pt x="13" y="4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 name="Freeform 334"/>
              <p:cNvSpPr>
                <a:spLocks/>
              </p:cNvSpPr>
              <p:nvPr/>
            </p:nvSpPr>
            <p:spPr bwMode="auto">
              <a:xfrm>
                <a:off x="1772" y="1645"/>
                <a:ext cx="1" cy="0"/>
              </a:xfrm>
              <a:custGeom>
                <a:avLst/>
                <a:gdLst>
                  <a:gd name="T0" fmla="*/ 1 w 1"/>
                  <a:gd name="T1" fmla="*/ 1 w 1"/>
                  <a:gd name="T2" fmla="*/ 1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1" y="0"/>
                      <a:pt x="1" y="0"/>
                    </a:cubicBezTo>
                    <a:cubicBezTo>
                      <a:pt x="1" y="0"/>
                      <a:pt x="0" y="0"/>
                      <a:pt x="0"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 name="Freeform 335"/>
              <p:cNvSpPr>
                <a:spLocks/>
              </p:cNvSpPr>
              <p:nvPr/>
            </p:nvSpPr>
            <p:spPr bwMode="auto">
              <a:xfrm>
                <a:off x="1719" y="1644"/>
                <a:ext cx="35" cy="44"/>
              </a:xfrm>
              <a:custGeom>
                <a:avLst/>
                <a:gdLst>
                  <a:gd name="T0" fmla="*/ 5 w 26"/>
                  <a:gd name="T1" fmla="*/ 26 h 34"/>
                  <a:gd name="T2" fmla="*/ 12 w 26"/>
                  <a:gd name="T3" fmla="*/ 18 h 34"/>
                  <a:gd name="T4" fmla="*/ 16 w 26"/>
                  <a:gd name="T5" fmla="*/ 11 h 34"/>
                  <a:gd name="T6" fmla="*/ 24 w 26"/>
                  <a:gd name="T7" fmla="*/ 5 h 34"/>
                  <a:gd name="T8" fmla="*/ 26 w 26"/>
                  <a:gd name="T9" fmla="*/ 0 h 34"/>
                  <a:gd name="T10" fmla="*/ 25 w 26"/>
                  <a:gd name="T11" fmla="*/ 1 h 34"/>
                  <a:gd name="T12" fmla="*/ 23 w 26"/>
                  <a:gd name="T13" fmla="*/ 1 h 34"/>
                  <a:gd name="T14" fmla="*/ 23 w 26"/>
                  <a:gd name="T15" fmla="*/ 1 h 34"/>
                  <a:gd name="T16" fmla="*/ 21 w 26"/>
                  <a:gd name="T17" fmla="*/ 2 h 34"/>
                  <a:gd name="T18" fmla="*/ 18 w 26"/>
                  <a:gd name="T19" fmla="*/ 3 h 34"/>
                  <a:gd name="T20" fmla="*/ 15 w 26"/>
                  <a:gd name="T21" fmla="*/ 5 h 34"/>
                  <a:gd name="T22" fmla="*/ 2 w 26"/>
                  <a:gd name="T23" fmla="*/ 34 h 34"/>
                  <a:gd name="T24" fmla="*/ 5 w 26"/>
                  <a:gd name="T25" fmla="*/ 2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34">
                    <a:moveTo>
                      <a:pt x="5" y="26"/>
                    </a:moveTo>
                    <a:cubicBezTo>
                      <a:pt x="5" y="24"/>
                      <a:pt x="9" y="20"/>
                      <a:pt x="12" y="18"/>
                    </a:cubicBezTo>
                    <a:cubicBezTo>
                      <a:pt x="15" y="17"/>
                      <a:pt x="15" y="15"/>
                      <a:pt x="16" y="11"/>
                    </a:cubicBezTo>
                    <a:cubicBezTo>
                      <a:pt x="17" y="6"/>
                      <a:pt x="22" y="6"/>
                      <a:pt x="24" y="5"/>
                    </a:cubicBezTo>
                    <a:cubicBezTo>
                      <a:pt x="26" y="4"/>
                      <a:pt x="26" y="1"/>
                      <a:pt x="26" y="0"/>
                    </a:cubicBezTo>
                    <a:cubicBezTo>
                      <a:pt x="26" y="1"/>
                      <a:pt x="25" y="1"/>
                      <a:pt x="25" y="1"/>
                    </a:cubicBezTo>
                    <a:cubicBezTo>
                      <a:pt x="24" y="1"/>
                      <a:pt x="24" y="1"/>
                      <a:pt x="23" y="1"/>
                    </a:cubicBezTo>
                    <a:cubicBezTo>
                      <a:pt x="23" y="1"/>
                      <a:pt x="23" y="1"/>
                      <a:pt x="23" y="1"/>
                    </a:cubicBezTo>
                    <a:cubicBezTo>
                      <a:pt x="23" y="1"/>
                      <a:pt x="22" y="2"/>
                      <a:pt x="21" y="2"/>
                    </a:cubicBezTo>
                    <a:cubicBezTo>
                      <a:pt x="20" y="2"/>
                      <a:pt x="19" y="3"/>
                      <a:pt x="18" y="3"/>
                    </a:cubicBezTo>
                    <a:cubicBezTo>
                      <a:pt x="17" y="4"/>
                      <a:pt x="16" y="4"/>
                      <a:pt x="15" y="5"/>
                    </a:cubicBezTo>
                    <a:cubicBezTo>
                      <a:pt x="5" y="12"/>
                      <a:pt x="0" y="23"/>
                      <a:pt x="2" y="34"/>
                    </a:cubicBezTo>
                    <a:cubicBezTo>
                      <a:pt x="4" y="33"/>
                      <a:pt x="6" y="29"/>
                      <a:pt x="5" y="2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 name="Freeform 336"/>
              <p:cNvSpPr>
                <a:spLocks/>
              </p:cNvSpPr>
              <p:nvPr/>
            </p:nvSpPr>
            <p:spPr bwMode="auto">
              <a:xfrm>
                <a:off x="1722" y="1644"/>
                <a:ext cx="50" cy="58"/>
              </a:xfrm>
              <a:custGeom>
                <a:avLst/>
                <a:gdLst>
                  <a:gd name="T0" fmla="*/ 28 w 38"/>
                  <a:gd name="T1" fmla="*/ 6 h 44"/>
                  <a:gd name="T2" fmla="*/ 18 w 38"/>
                  <a:gd name="T3" fmla="*/ 10 h 44"/>
                  <a:gd name="T4" fmla="*/ 13 w 38"/>
                  <a:gd name="T5" fmla="*/ 19 h 44"/>
                  <a:gd name="T6" fmla="*/ 6 w 38"/>
                  <a:gd name="T7" fmla="*/ 27 h 44"/>
                  <a:gd name="T8" fmla="*/ 0 w 38"/>
                  <a:gd name="T9" fmla="*/ 37 h 44"/>
                  <a:gd name="T10" fmla="*/ 3 w 38"/>
                  <a:gd name="T11" fmla="*/ 44 h 44"/>
                  <a:gd name="T12" fmla="*/ 7 w 38"/>
                  <a:gd name="T13" fmla="*/ 37 h 44"/>
                  <a:gd name="T14" fmla="*/ 10 w 38"/>
                  <a:gd name="T15" fmla="*/ 29 h 44"/>
                  <a:gd name="T16" fmla="*/ 14 w 38"/>
                  <a:gd name="T17" fmla="*/ 26 h 44"/>
                  <a:gd name="T18" fmla="*/ 20 w 38"/>
                  <a:gd name="T19" fmla="*/ 20 h 44"/>
                  <a:gd name="T20" fmla="*/ 23 w 38"/>
                  <a:gd name="T21" fmla="*/ 16 h 44"/>
                  <a:gd name="T22" fmla="*/ 30 w 38"/>
                  <a:gd name="T23" fmla="*/ 11 h 44"/>
                  <a:gd name="T24" fmla="*/ 35 w 38"/>
                  <a:gd name="T25" fmla="*/ 6 h 44"/>
                  <a:gd name="T26" fmla="*/ 38 w 38"/>
                  <a:gd name="T27" fmla="*/ 1 h 44"/>
                  <a:gd name="T28" fmla="*/ 36 w 38"/>
                  <a:gd name="T29" fmla="*/ 1 h 44"/>
                  <a:gd name="T30" fmla="*/ 36 w 38"/>
                  <a:gd name="T31" fmla="*/ 1 h 44"/>
                  <a:gd name="T32" fmla="*/ 33 w 38"/>
                  <a:gd name="T33" fmla="*/ 0 h 44"/>
                  <a:gd name="T34" fmla="*/ 33 w 38"/>
                  <a:gd name="T35" fmla="*/ 0 h 44"/>
                  <a:gd name="T36" fmla="*/ 31 w 38"/>
                  <a:gd name="T37" fmla="*/ 0 h 44"/>
                  <a:gd name="T38" fmla="*/ 31 w 38"/>
                  <a:gd name="T39" fmla="*/ 0 h 44"/>
                  <a:gd name="T40" fmla="*/ 30 w 38"/>
                  <a:gd name="T41" fmla="*/ 0 h 44"/>
                  <a:gd name="T42" fmla="*/ 30 w 38"/>
                  <a:gd name="T43" fmla="*/ 0 h 44"/>
                  <a:gd name="T44" fmla="*/ 27 w 38"/>
                  <a:gd name="T45" fmla="*/ 0 h 44"/>
                  <a:gd name="T46" fmla="*/ 27 w 38"/>
                  <a:gd name="T47" fmla="*/ 0 h 44"/>
                  <a:gd name="T48" fmla="*/ 27 w 38"/>
                  <a:gd name="T49" fmla="*/ 0 h 44"/>
                  <a:gd name="T50" fmla="*/ 27 w 38"/>
                  <a:gd name="T51" fmla="*/ 0 h 44"/>
                  <a:gd name="T52" fmla="*/ 26 w 38"/>
                  <a:gd name="T53" fmla="*/ 0 h 44"/>
                  <a:gd name="T54" fmla="*/ 28 w 38"/>
                  <a:gd name="T55" fmla="*/ 6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8" h="44">
                    <a:moveTo>
                      <a:pt x="28" y="6"/>
                    </a:moveTo>
                    <a:cubicBezTo>
                      <a:pt x="27" y="8"/>
                      <a:pt x="21" y="8"/>
                      <a:pt x="18" y="10"/>
                    </a:cubicBezTo>
                    <a:cubicBezTo>
                      <a:pt x="15" y="11"/>
                      <a:pt x="19" y="17"/>
                      <a:pt x="13" y="19"/>
                    </a:cubicBezTo>
                    <a:cubicBezTo>
                      <a:pt x="7" y="20"/>
                      <a:pt x="6" y="22"/>
                      <a:pt x="6" y="27"/>
                    </a:cubicBezTo>
                    <a:cubicBezTo>
                      <a:pt x="7" y="32"/>
                      <a:pt x="0" y="37"/>
                      <a:pt x="0" y="37"/>
                    </a:cubicBezTo>
                    <a:cubicBezTo>
                      <a:pt x="1" y="39"/>
                      <a:pt x="1" y="42"/>
                      <a:pt x="3" y="44"/>
                    </a:cubicBezTo>
                    <a:cubicBezTo>
                      <a:pt x="3" y="44"/>
                      <a:pt x="9" y="41"/>
                      <a:pt x="7" y="37"/>
                    </a:cubicBezTo>
                    <a:cubicBezTo>
                      <a:pt x="6" y="32"/>
                      <a:pt x="9" y="30"/>
                      <a:pt x="10" y="29"/>
                    </a:cubicBezTo>
                    <a:cubicBezTo>
                      <a:pt x="12" y="28"/>
                      <a:pt x="14" y="31"/>
                      <a:pt x="14" y="26"/>
                    </a:cubicBezTo>
                    <a:cubicBezTo>
                      <a:pt x="13" y="20"/>
                      <a:pt x="18" y="18"/>
                      <a:pt x="20" y="20"/>
                    </a:cubicBezTo>
                    <a:cubicBezTo>
                      <a:pt x="22" y="22"/>
                      <a:pt x="23" y="20"/>
                      <a:pt x="23" y="16"/>
                    </a:cubicBezTo>
                    <a:cubicBezTo>
                      <a:pt x="23" y="12"/>
                      <a:pt x="28" y="11"/>
                      <a:pt x="30" y="11"/>
                    </a:cubicBezTo>
                    <a:cubicBezTo>
                      <a:pt x="33" y="12"/>
                      <a:pt x="35" y="8"/>
                      <a:pt x="35" y="6"/>
                    </a:cubicBezTo>
                    <a:cubicBezTo>
                      <a:pt x="34" y="4"/>
                      <a:pt x="37" y="1"/>
                      <a:pt x="38" y="1"/>
                    </a:cubicBezTo>
                    <a:cubicBezTo>
                      <a:pt x="37" y="1"/>
                      <a:pt x="37" y="1"/>
                      <a:pt x="36" y="1"/>
                    </a:cubicBezTo>
                    <a:cubicBezTo>
                      <a:pt x="36" y="1"/>
                      <a:pt x="36" y="1"/>
                      <a:pt x="36" y="1"/>
                    </a:cubicBezTo>
                    <a:cubicBezTo>
                      <a:pt x="35" y="0"/>
                      <a:pt x="34" y="0"/>
                      <a:pt x="33" y="0"/>
                    </a:cubicBezTo>
                    <a:cubicBezTo>
                      <a:pt x="33" y="0"/>
                      <a:pt x="33" y="0"/>
                      <a:pt x="33" y="0"/>
                    </a:cubicBezTo>
                    <a:cubicBezTo>
                      <a:pt x="32" y="0"/>
                      <a:pt x="31" y="0"/>
                      <a:pt x="31" y="0"/>
                    </a:cubicBezTo>
                    <a:cubicBezTo>
                      <a:pt x="31" y="0"/>
                      <a:pt x="31" y="0"/>
                      <a:pt x="31" y="0"/>
                    </a:cubicBezTo>
                    <a:cubicBezTo>
                      <a:pt x="30" y="0"/>
                      <a:pt x="30" y="0"/>
                      <a:pt x="30" y="0"/>
                    </a:cubicBezTo>
                    <a:cubicBezTo>
                      <a:pt x="30" y="0"/>
                      <a:pt x="30" y="0"/>
                      <a:pt x="30" y="0"/>
                    </a:cubicBezTo>
                    <a:cubicBezTo>
                      <a:pt x="29" y="0"/>
                      <a:pt x="28" y="0"/>
                      <a:pt x="27" y="0"/>
                    </a:cubicBezTo>
                    <a:cubicBezTo>
                      <a:pt x="27" y="0"/>
                      <a:pt x="27" y="0"/>
                      <a:pt x="27" y="0"/>
                    </a:cubicBezTo>
                    <a:cubicBezTo>
                      <a:pt x="27" y="0"/>
                      <a:pt x="27" y="0"/>
                      <a:pt x="27" y="0"/>
                    </a:cubicBezTo>
                    <a:cubicBezTo>
                      <a:pt x="27" y="0"/>
                      <a:pt x="27" y="0"/>
                      <a:pt x="27" y="0"/>
                    </a:cubicBezTo>
                    <a:cubicBezTo>
                      <a:pt x="27" y="0"/>
                      <a:pt x="26" y="0"/>
                      <a:pt x="26" y="0"/>
                    </a:cubicBezTo>
                    <a:cubicBezTo>
                      <a:pt x="26" y="0"/>
                      <a:pt x="28" y="4"/>
                      <a:pt x="28" y="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 name="Freeform 337"/>
              <p:cNvSpPr>
                <a:spLocks/>
              </p:cNvSpPr>
              <p:nvPr/>
            </p:nvSpPr>
            <p:spPr bwMode="auto">
              <a:xfrm>
                <a:off x="1740" y="1649"/>
                <a:ext cx="65" cy="75"/>
              </a:xfrm>
              <a:custGeom>
                <a:avLst/>
                <a:gdLst>
                  <a:gd name="T0" fmla="*/ 49 w 49"/>
                  <a:gd name="T1" fmla="*/ 4 h 57"/>
                  <a:gd name="T2" fmla="*/ 39 w 49"/>
                  <a:gd name="T3" fmla="*/ 0 h 57"/>
                  <a:gd name="T4" fmla="*/ 32 w 49"/>
                  <a:gd name="T5" fmla="*/ 1 h 57"/>
                  <a:gd name="T6" fmla="*/ 18 w 49"/>
                  <a:gd name="T7" fmla="*/ 28 h 57"/>
                  <a:gd name="T8" fmla="*/ 0 w 49"/>
                  <a:gd name="T9" fmla="*/ 52 h 57"/>
                  <a:gd name="T10" fmla="*/ 3 w 49"/>
                  <a:gd name="T11" fmla="*/ 54 h 57"/>
                  <a:gd name="T12" fmla="*/ 10 w 49"/>
                  <a:gd name="T13" fmla="*/ 51 h 57"/>
                  <a:gd name="T14" fmla="*/ 10 w 49"/>
                  <a:gd name="T15" fmla="*/ 45 h 57"/>
                  <a:gd name="T16" fmla="*/ 10 w 49"/>
                  <a:gd name="T17" fmla="*/ 45 h 57"/>
                  <a:gd name="T18" fmla="*/ 15 w 49"/>
                  <a:gd name="T19" fmla="*/ 43 h 57"/>
                  <a:gd name="T20" fmla="*/ 20 w 49"/>
                  <a:gd name="T21" fmla="*/ 43 h 57"/>
                  <a:gd name="T22" fmla="*/ 20 w 49"/>
                  <a:gd name="T23" fmla="*/ 42 h 57"/>
                  <a:gd name="T24" fmla="*/ 20 w 49"/>
                  <a:gd name="T25" fmla="*/ 36 h 57"/>
                  <a:gd name="T26" fmla="*/ 20 w 49"/>
                  <a:gd name="T27" fmla="*/ 36 h 57"/>
                  <a:gd name="T28" fmla="*/ 27 w 49"/>
                  <a:gd name="T29" fmla="*/ 32 h 57"/>
                  <a:gd name="T30" fmla="*/ 31 w 49"/>
                  <a:gd name="T31" fmla="*/ 30 h 57"/>
                  <a:gd name="T32" fmla="*/ 28 w 49"/>
                  <a:gd name="T33" fmla="*/ 23 h 57"/>
                  <a:gd name="T34" fmla="*/ 28 w 49"/>
                  <a:gd name="T35" fmla="*/ 22 h 57"/>
                  <a:gd name="T36" fmla="*/ 30 w 49"/>
                  <a:gd name="T37" fmla="*/ 20 h 57"/>
                  <a:gd name="T38" fmla="*/ 33 w 49"/>
                  <a:gd name="T39" fmla="*/ 20 h 57"/>
                  <a:gd name="T40" fmla="*/ 33 w 49"/>
                  <a:gd name="T41" fmla="*/ 19 h 57"/>
                  <a:gd name="T42" fmla="*/ 33 w 49"/>
                  <a:gd name="T43" fmla="*/ 15 h 57"/>
                  <a:gd name="T44" fmla="*/ 36 w 49"/>
                  <a:gd name="T45" fmla="*/ 14 h 57"/>
                  <a:gd name="T46" fmla="*/ 38 w 49"/>
                  <a:gd name="T47" fmla="*/ 11 h 57"/>
                  <a:gd name="T48" fmla="*/ 39 w 49"/>
                  <a:gd name="T49" fmla="*/ 6 h 57"/>
                  <a:gd name="T50" fmla="*/ 39 w 49"/>
                  <a:gd name="T51" fmla="*/ 12 h 57"/>
                  <a:gd name="T52" fmla="*/ 36 w 49"/>
                  <a:gd name="T53" fmla="*/ 16 h 57"/>
                  <a:gd name="T54" fmla="*/ 34 w 49"/>
                  <a:gd name="T55" fmla="*/ 16 h 57"/>
                  <a:gd name="T56" fmla="*/ 35 w 49"/>
                  <a:gd name="T57" fmla="*/ 19 h 57"/>
                  <a:gd name="T58" fmla="*/ 34 w 49"/>
                  <a:gd name="T59" fmla="*/ 21 h 57"/>
                  <a:gd name="T60" fmla="*/ 32 w 49"/>
                  <a:gd name="T61" fmla="*/ 22 h 57"/>
                  <a:gd name="T62" fmla="*/ 29 w 49"/>
                  <a:gd name="T63" fmla="*/ 22 h 57"/>
                  <a:gd name="T64" fmla="*/ 29 w 49"/>
                  <a:gd name="T65" fmla="*/ 23 h 57"/>
                  <a:gd name="T66" fmla="*/ 31 w 49"/>
                  <a:gd name="T67" fmla="*/ 32 h 57"/>
                  <a:gd name="T68" fmla="*/ 24 w 49"/>
                  <a:gd name="T69" fmla="*/ 34 h 57"/>
                  <a:gd name="T70" fmla="*/ 22 w 49"/>
                  <a:gd name="T71" fmla="*/ 36 h 57"/>
                  <a:gd name="T72" fmla="*/ 22 w 49"/>
                  <a:gd name="T73" fmla="*/ 38 h 57"/>
                  <a:gd name="T74" fmla="*/ 22 w 49"/>
                  <a:gd name="T75" fmla="*/ 43 h 57"/>
                  <a:gd name="T76" fmla="*/ 19 w 49"/>
                  <a:gd name="T77" fmla="*/ 45 h 57"/>
                  <a:gd name="T78" fmla="*/ 12 w 49"/>
                  <a:gd name="T79" fmla="*/ 45 h 57"/>
                  <a:gd name="T80" fmla="*/ 7 w 49"/>
                  <a:gd name="T81" fmla="*/ 55 h 57"/>
                  <a:gd name="T82" fmla="*/ 12 w 49"/>
                  <a:gd name="T83" fmla="*/ 57 h 57"/>
                  <a:gd name="T84" fmla="*/ 15 w 49"/>
                  <a:gd name="T85" fmla="*/ 57 h 57"/>
                  <a:gd name="T86" fmla="*/ 20 w 49"/>
                  <a:gd name="T87" fmla="*/ 57 h 57"/>
                  <a:gd name="T88" fmla="*/ 26 w 49"/>
                  <a:gd name="T89" fmla="*/ 55 h 57"/>
                  <a:gd name="T90" fmla="*/ 32 w 49"/>
                  <a:gd name="T91" fmla="*/ 52 h 57"/>
                  <a:gd name="T92" fmla="*/ 46 w 49"/>
                  <a:gd name="T93" fmla="*/ 32 h 57"/>
                  <a:gd name="T94" fmla="*/ 44 w 49"/>
                  <a:gd name="T95" fmla="*/ 22 h 57"/>
                  <a:gd name="T96" fmla="*/ 38 w 49"/>
                  <a:gd name="T97" fmla="*/ 29 h 57"/>
                  <a:gd name="T98" fmla="*/ 40 w 49"/>
                  <a:gd name="T99" fmla="*/ 33 h 57"/>
                  <a:gd name="T100" fmla="*/ 37 w 49"/>
                  <a:gd name="T101" fmla="*/ 37 h 57"/>
                  <a:gd name="T102" fmla="*/ 30 w 49"/>
                  <a:gd name="T103" fmla="*/ 41 h 57"/>
                  <a:gd name="T104" fmla="*/ 28 w 49"/>
                  <a:gd name="T105" fmla="*/ 49 h 57"/>
                  <a:gd name="T106" fmla="*/ 22 w 49"/>
                  <a:gd name="T107" fmla="*/ 54 h 57"/>
                  <a:gd name="T108" fmla="*/ 14 w 49"/>
                  <a:gd name="T109" fmla="*/ 57 h 57"/>
                  <a:gd name="T110" fmla="*/ 24 w 49"/>
                  <a:gd name="T111" fmla="*/ 52 h 57"/>
                  <a:gd name="T112" fmla="*/ 28 w 49"/>
                  <a:gd name="T113" fmla="*/ 41 h 57"/>
                  <a:gd name="T114" fmla="*/ 32 w 49"/>
                  <a:gd name="T115" fmla="*/ 37 h 57"/>
                  <a:gd name="T116" fmla="*/ 38 w 49"/>
                  <a:gd name="T117" fmla="*/ 34 h 57"/>
                  <a:gd name="T118" fmla="*/ 36 w 49"/>
                  <a:gd name="T119" fmla="*/ 29 h 57"/>
                  <a:gd name="T120" fmla="*/ 43 w 49"/>
                  <a:gd name="T121" fmla="*/ 22 h 57"/>
                  <a:gd name="T122" fmla="*/ 45 w 49"/>
                  <a:gd name="T123" fmla="*/ 17 h 57"/>
                  <a:gd name="T124" fmla="*/ 38 w 49"/>
                  <a:gd name="T125"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9" h="57">
                    <a:moveTo>
                      <a:pt x="39" y="2"/>
                    </a:moveTo>
                    <a:cubicBezTo>
                      <a:pt x="40" y="2"/>
                      <a:pt x="40" y="3"/>
                      <a:pt x="41" y="3"/>
                    </a:cubicBezTo>
                    <a:cubicBezTo>
                      <a:pt x="42" y="5"/>
                      <a:pt x="43" y="7"/>
                      <a:pt x="44" y="7"/>
                    </a:cubicBezTo>
                    <a:cubicBezTo>
                      <a:pt x="47" y="7"/>
                      <a:pt x="48" y="4"/>
                      <a:pt x="49" y="4"/>
                    </a:cubicBezTo>
                    <a:cubicBezTo>
                      <a:pt x="47" y="3"/>
                      <a:pt x="47" y="3"/>
                      <a:pt x="47" y="3"/>
                    </a:cubicBezTo>
                    <a:cubicBezTo>
                      <a:pt x="47" y="4"/>
                      <a:pt x="46" y="5"/>
                      <a:pt x="45" y="5"/>
                    </a:cubicBezTo>
                    <a:cubicBezTo>
                      <a:pt x="44" y="5"/>
                      <a:pt x="43" y="3"/>
                      <a:pt x="42" y="2"/>
                    </a:cubicBezTo>
                    <a:cubicBezTo>
                      <a:pt x="42" y="1"/>
                      <a:pt x="41" y="0"/>
                      <a:pt x="39" y="0"/>
                    </a:cubicBezTo>
                    <a:cubicBezTo>
                      <a:pt x="38" y="0"/>
                      <a:pt x="36" y="1"/>
                      <a:pt x="35" y="2"/>
                    </a:cubicBezTo>
                    <a:cubicBezTo>
                      <a:pt x="35" y="2"/>
                      <a:pt x="35" y="2"/>
                      <a:pt x="35" y="2"/>
                    </a:cubicBezTo>
                    <a:cubicBezTo>
                      <a:pt x="34" y="2"/>
                      <a:pt x="34" y="2"/>
                      <a:pt x="33" y="1"/>
                    </a:cubicBezTo>
                    <a:cubicBezTo>
                      <a:pt x="33" y="1"/>
                      <a:pt x="33" y="1"/>
                      <a:pt x="32" y="1"/>
                    </a:cubicBezTo>
                    <a:cubicBezTo>
                      <a:pt x="32" y="1"/>
                      <a:pt x="27" y="3"/>
                      <a:pt x="29" y="7"/>
                    </a:cubicBezTo>
                    <a:cubicBezTo>
                      <a:pt x="30" y="10"/>
                      <a:pt x="26" y="13"/>
                      <a:pt x="26" y="13"/>
                    </a:cubicBezTo>
                    <a:cubicBezTo>
                      <a:pt x="26" y="13"/>
                      <a:pt x="25" y="18"/>
                      <a:pt x="20" y="21"/>
                    </a:cubicBezTo>
                    <a:cubicBezTo>
                      <a:pt x="16" y="23"/>
                      <a:pt x="18" y="25"/>
                      <a:pt x="18" y="28"/>
                    </a:cubicBezTo>
                    <a:cubicBezTo>
                      <a:pt x="17" y="31"/>
                      <a:pt x="12" y="34"/>
                      <a:pt x="12" y="34"/>
                    </a:cubicBezTo>
                    <a:cubicBezTo>
                      <a:pt x="12" y="34"/>
                      <a:pt x="12" y="39"/>
                      <a:pt x="7" y="40"/>
                    </a:cubicBezTo>
                    <a:cubicBezTo>
                      <a:pt x="2" y="41"/>
                      <a:pt x="3" y="45"/>
                      <a:pt x="3" y="45"/>
                    </a:cubicBezTo>
                    <a:cubicBezTo>
                      <a:pt x="5" y="52"/>
                      <a:pt x="0" y="52"/>
                      <a:pt x="0" y="52"/>
                    </a:cubicBezTo>
                    <a:cubicBezTo>
                      <a:pt x="0" y="52"/>
                      <a:pt x="0" y="52"/>
                      <a:pt x="0" y="52"/>
                    </a:cubicBezTo>
                    <a:cubicBezTo>
                      <a:pt x="1" y="53"/>
                      <a:pt x="1" y="53"/>
                      <a:pt x="2" y="53"/>
                    </a:cubicBezTo>
                    <a:cubicBezTo>
                      <a:pt x="2" y="53"/>
                      <a:pt x="2" y="53"/>
                      <a:pt x="2" y="53"/>
                    </a:cubicBezTo>
                    <a:cubicBezTo>
                      <a:pt x="2" y="54"/>
                      <a:pt x="3" y="54"/>
                      <a:pt x="3" y="54"/>
                    </a:cubicBezTo>
                    <a:cubicBezTo>
                      <a:pt x="4" y="55"/>
                      <a:pt x="5" y="55"/>
                      <a:pt x="7" y="55"/>
                    </a:cubicBezTo>
                    <a:cubicBezTo>
                      <a:pt x="7" y="55"/>
                      <a:pt x="7" y="55"/>
                      <a:pt x="7" y="55"/>
                    </a:cubicBezTo>
                    <a:cubicBezTo>
                      <a:pt x="8" y="55"/>
                      <a:pt x="8" y="54"/>
                      <a:pt x="9" y="54"/>
                    </a:cubicBezTo>
                    <a:cubicBezTo>
                      <a:pt x="10" y="53"/>
                      <a:pt x="10" y="52"/>
                      <a:pt x="10" y="51"/>
                    </a:cubicBezTo>
                    <a:cubicBezTo>
                      <a:pt x="10" y="49"/>
                      <a:pt x="10" y="48"/>
                      <a:pt x="10" y="46"/>
                    </a:cubicBezTo>
                    <a:cubicBezTo>
                      <a:pt x="10" y="46"/>
                      <a:pt x="10" y="45"/>
                      <a:pt x="10" y="45"/>
                    </a:cubicBezTo>
                    <a:cubicBezTo>
                      <a:pt x="10" y="45"/>
                      <a:pt x="10" y="45"/>
                      <a:pt x="10" y="45"/>
                    </a:cubicBezTo>
                    <a:cubicBezTo>
                      <a:pt x="10" y="45"/>
                      <a:pt x="10" y="45"/>
                      <a:pt x="10" y="45"/>
                    </a:cubicBezTo>
                    <a:cubicBezTo>
                      <a:pt x="10" y="45"/>
                      <a:pt x="10" y="45"/>
                      <a:pt x="10" y="45"/>
                    </a:cubicBezTo>
                    <a:cubicBezTo>
                      <a:pt x="10" y="45"/>
                      <a:pt x="10" y="45"/>
                      <a:pt x="10" y="45"/>
                    </a:cubicBezTo>
                    <a:cubicBezTo>
                      <a:pt x="10" y="45"/>
                      <a:pt x="10" y="45"/>
                      <a:pt x="10" y="45"/>
                    </a:cubicBezTo>
                    <a:cubicBezTo>
                      <a:pt x="10" y="45"/>
                      <a:pt x="10" y="45"/>
                      <a:pt x="10" y="45"/>
                    </a:cubicBezTo>
                    <a:cubicBezTo>
                      <a:pt x="10" y="44"/>
                      <a:pt x="10" y="44"/>
                      <a:pt x="10" y="44"/>
                    </a:cubicBezTo>
                    <a:cubicBezTo>
                      <a:pt x="10" y="44"/>
                      <a:pt x="10" y="44"/>
                      <a:pt x="10" y="44"/>
                    </a:cubicBezTo>
                    <a:cubicBezTo>
                      <a:pt x="11" y="43"/>
                      <a:pt x="12" y="43"/>
                      <a:pt x="12" y="43"/>
                    </a:cubicBezTo>
                    <a:cubicBezTo>
                      <a:pt x="13" y="43"/>
                      <a:pt x="14" y="43"/>
                      <a:pt x="15" y="43"/>
                    </a:cubicBezTo>
                    <a:cubicBezTo>
                      <a:pt x="16" y="43"/>
                      <a:pt x="16" y="43"/>
                      <a:pt x="17" y="43"/>
                    </a:cubicBezTo>
                    <a:cubicBezTo>
                      <a:pt x="17" y="43"/>
                      <a:pt x="18" y="43"/>
                      <a:pt x="18" y="43"/>
                    </a:cubicBezTo>
                    <a:cubicBezTo>
                      <a:pt x="19" y="43"/>
                      <a:pt x="19" y="43"/>
                      <a:pt x="19" y="43"/>
                    </a:cubicBezTo>
                    <a:cubicBezTo>
                      <a:pt x="19" y="43"/>
                      <a:pt x="19" y="43"/>
                      <a:pt x="20" y="43"/>
                    </a:cubicBezTo>
                    <a:cubicBezTo>
                      <a:pt x="20" y="43"/>
                      <a:pt x="20" y="43"/>
                      <a:pt x="20" y="43"/>
                    </a:cubicBezTo>
                    <a:cubicBezTo>
                      <a:pt x="20" y="43"/>
                      <a:pt x="20" y="43"/>
                      <a:pt x="20" y="43"/>
                    </a:cubicBezTo>
                    <a:cubicBezTo>
                      <a:pt x="20" y="43"/>
                      <a:pt x="20" y="43"/>
                      <a:pt x="20" y="43"/>
                    </a:cubicBezTo>
                    <a:cubicBezTo>
                      <a:pt x="20" y="43"/>
                      <a:pt x="20" y="42"/>
                      <a:pt x="20" y="42"/>
                    </a:cubicBezTo>
                    <a:cubicBezTo>
                      <a:pt x="20" y="42"/>
                      <a:pt x="20" y="40"/>
                      <a:pt x="20" y="39"/>
                    </a:cubicBezTo>
                    <a:cubicBezTo>
                      <a:pt x="20" y="39"/>
                      <a:pt x="20" y="38"/>
                      <a:pt x="20" y="37"/>
                    </a:cubicBezTo>
                    <a:cubicBezTo>
                      <a:pt x="20" y="37"/>
                      <a:pt x="20" y="36"/>
                      <a:pt x="20" y="36"/>
                    </a:cubicBezTo>
                    <a:cubicBezTo>
                      <a:pt x="20" y="36"/>
                      <a:pt x="20" y="36"/>
                      <a:pt x="20" y="36"/>
                    </a:cubicBezTo>
                    <a:cubicBezTo>
                      <a:pt x="20" y="36"/>
                      <a:pt x="20" y="36"/>
                      <a:pt x="20" y="36"/>
                    </a:cubicBezTo>
                    <a:cubicBezTo>
                      <a:pt x="20" y="36"/>
                      <a:pt x="20" y="36"/>
                      <a:pt x="20" y="36"/>
                    </a:cubicBezTo>
                    <a:cubicBezTo>
                      <a:pt x="20" y="36"/>
                      <a:pt x="20" y="36"/>
                      <a:pt x="20" y="36"/>
                    </a:cubicBezTo>
                    <a:cubicBezTo>
                      <a:pt x="20" y="36"/>
                      <a:pt x="20" y="36"/>
                      <a:pt x="20" y="36"/>
                    </a:cubicBezTo>
                    <a:cubicBezTo>
                      <a:pt x="21" y="35"/>
                      <a:pt x="21" y="35"/>
                      <a:pt x="21" y="35"/>
                    </a:cubicBezTo>
                    <a:cubicBezTo>
                      <a:pt x="21" y="35"/>
                      <a:pt x="21" y="34"/>
                      <a:pt x="22" y="34"/>
                    </a:cubicBezTo>
                    <a:cubicBezTo>
                      <a:pt x="22" y="33"/>
                      <a:pt x="23" y="33"/>
                      <a:pt x="24" y="33"/>
                    </a:cubicBezTo>
                    <a:cubicBezTo>
                      <a:pt x="25" y="32"/>
                      <a:pt x="26" y="32"/>
                      <a:pt x="27" y="32"/>
                    </a:cubicBezTo>
                    <a:cubicBezTo>
                      <a:pt x="28" y="32"/>
                      <a:pt x="28" y="32"/>
                      <a:pt x="29" y="32"/>
                    </a:cubicBezTo>
                    <a:cubicBezTo>
                      <a:pt x="29" y="32"/>
                      <a:pt x="29" y="32"/>
                      <a:pt x="30" y="31"/>
                    </a:cubicBezTo>
                    <a:cubicBezTo>
                      <a:pt x="30" y="31"/>
                      <a:pt x="30" y="31"/>
                      <a:pt x="30" y="31"/>
                    </a:cubicBezTo>
                    <a:cubicBezTo>
                      <a:pt x="31" y="31"/>
                      <a:pt x="31" y="30"/>
                      <a:pt x="31" y="30"/>
                    </a:cubicBezTo>
                    <a:cubicBezTo>
                      <a:pt x="31" y="29"/>
                      <a:pt x="31" y="29"/>
                      <a:pt x="30" y="28"/>
                    </a:cubicBezTo>
                    <a:cubicBezTo>
                      <a:pt x="30" y="27"/>
                      <a:pt x="29" y="26"/>
                      <a:pt x="29" y="25"/>
                    </a:cubicBezTo>
                    <a:cubicBezTo>
                      <a:pt x="28" y="25"/>
                      <a:pt x="28" y="24"/>
                      <a:pt x="28" y="23"/>
                    </a:cubicBezTo>
                    <a:cubicBezTo>
                      <a:pt x="28" y="23"/>
                      <a:pt x="28" y="23"/>
                      <a:pt x="28" y="23"/>
                    </a:cubicBezTo>
                    <a:cubicBezTo>
                      <a:pt x="28" y="23"/>
                      <a:pt x="28" y="23"/>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1"/>
                      <a:pt x="29" y="21"/>
                      <a:pt x="29" y="21"/>
                    </a:cubicBezTo>
                    <a:cubicBezTo>
                      <a:pt x="29" y="21"/>
                      <a:pt x="30" y="20"/>
                      <a:pt x="30" y="20"/>
                    </a:cubicBezTo>
                    <a:cubicBezTo>
                      <a:pt x="31" y="20"/>
                      <a:pt x="32" y="20"/>
                      <a:pt x="32" y="20"/>
                    </a:cubicBezTo>
                    <a:cubicBezTo>
                      <a:pt x="32"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19"/>
                      <a:pt x="33" y="19"/>
                      <a:pt x="33" y="19"/>
                    </a:cubicBezTo>
                    <a:cubicBezTo>
                      <a:pt x="33" y="19"/>
                      <a:pt x="33" y="18"/>
                      <a:pt x="33" y="18"/>
                    </a:cubicBezTo>
                    <a:cubicBezTo>
                      <a:pt x="32" y="17"/>
                      <a:pt x="32" y="17"/>
                      <a:pt x="32" y="16"/>
                    </a:cubicBezTo>
                    <a:cubicBezTo>
                      <a:pt x="32" y="16"/>
                      <a:pt x="32" y="16"/>
                      <a:pt x="32" y="16"/>
                    </a:cubicBezTo>
                    <a:cubicBezTo>
                      <a:pt x="32" y="15"/>
                      <a:pt x="32" y="15"/>
                      <a:pt x="33" y="15"/>
                    </a:cubicBezTo>
                    <a:cubicBezTo>
                      <a:pt x="33" y="15"/>
                      <a:pt x="33" y="14"/>
                      <a:pt x="33" y="14"/>
                    </a:cubicBezTo>
                    <a:cubicBezTo>
                      <a:pt x="34" y="14"/>
                      <a:pt x="34" y="14"/>
                      <a:pt x="34" y="14"/>
                    </a:cubicBezTo>
                    <a:cubicBezTo>
                      <a:pt x="35" y="14"/>
                      <a:pt x="35" y="14"/>
                      <a:pt x="35" y="14"/>
                    </a:cubicBezTo>
                    <a:cubicBezTo>
                      <a:pt x="36" y="14"/>
                      <a:pt x="36" y="14"/>
                      <a:pt x="36" y="14"/>
                    </a:cubicBezTo>
                    <a:cubicBezTo>
                      <a:pt x="37" y="14"/>
                      <a:pt x="37" y="14"/>
                      <a:pt x="37" y="14"/>
                    </a:cubicBezTo>
                    <a:cubicBezTo>
                      <a:pt x="38" y="14"/>
                      <a:pt x="38" y="14"/>
                      <a:pt x="38" y="13"/>
                    </a:cubicBezTo>
                    <a:cubicBezTo>
                      <a:pt x="38" y="13"/>
                      <a:pt x="38" y="12"/>
                      <a:pt x="38" y="12"/>
                    </a:cubicBezTo>
                    <a:cubicBezTo>
                      <a:pt x="38" y="12"/>
                      <a:pt x="38" y="12"/>
                      <a:pt x="38" y="11"/>
                    </a:cubicBezTo>
                    <a:cubicBezTo>
                      <a:pt x="38" y="11"/>
                      <a:pt x="38" y="10"/>
                      <a:pt x="38" y="9"/>
                    </a:cubicBezTo>
                    <a:cubicBezTo>
                      <a:pt x="38" y="8"/>
                      <a:pt x="38" y="8"/>
                      <a:pt x="38" y="7"/>
                    </a:cubicBezTo>
                    <a:cubicBezTo>
                      <a:pt x="38" y="6"/>
                      <a:pt x="39" y="6"/>
                      <a:pt x="39" y="6"/>
                    </a:cubicBezTo>
                    <a:cubicBezTo>
                      <a:pt x="39" y="6"/>
                      <a:pt x="39" y="6"/>
                      <a:pt x="39" y="6"/>
                    </a:cubicBezTo>
                    <a:cubicBezTo>
                      <a:pt x="39" y="6"/>
                      <a:pt x="39" y="6"/>
                      <a:pt x="39" y="7"/>
                    </a:cubicBezTo>
                    <a:cubicBezTo>
                      <a:pt x="39" y="8"/>
                      <a:pt x="39" y="8"/>
                      <a:pt x="39" y="9"/>
                    </a:cubicBezTo>
                    <a:cubicBezTo>
                      <a:pt x="39" y="10"/>
                      <a:pt x="39" y="10"/>
                      <a:pt x="39" y="11"/>
                    </a:cubicBezTo>
                    <a:cubicBezTo>
                      <a:pt x="39" y="11"/>
                      <a:pt x="39" y="12"/>
                      <a:pt x="39" y="12"/>
                    </a:cubicBezTo>
                    <a:cubicBezTo>
                      <a:pt x="39" y="12"/>
                      <a:pt x="39" y="13"/>
                      <a:pt x="39" y="13"/>
                    </a:cubicBezTo>
                    <a:cubicBezTo>
                      <a:pt x="39" y="14"/>
                      <a:pt x="39" y="14"/>
                      <a:pt x="39" y="15"/>
                    </a:cubicBezTo>
                    <a:cubicBezTo>
                      <a:pt x="39" y="15"/>
                      <a:pt x="38" y="15"/>
                      <a:pt x="38" y="16"/>
                    </a:cubicBezTo>
                    <a:cubicBezTo>
                      <a:pt x="37" y="16"/>
                      <a:pt x="37" y="16"/>
                      <a:pt x="36" y="16"/>
                    </a:cubicBezTo>
                    <a:cubicBezTo>
                      <a:pt x="36" y="16"/>
                      <a:pt x="35" y="16"/>
                      <a:pt x="35" y="16"/>
                    </a:cubicBezTo>
                    <a:cubicBezTo>
                      <a:pt x="35" y="16"/>
                      <a:pt x="34" y="16"/>
                      <a:pt x="34" y="16"/>
                    </a:cubicBezTo>
                    <a:cubicBezTo>
                      <a:pt x="34" y="16"/>
                      <a:pt x="34" y="16"/>
                      <a:pt x="34" y="16"/>
                    </a:cubicBezTo>
                    <a:cubicBezTo>
                      <a:pt x="34" y="16"/>
                      <a:pt x="34" y="16"/>
                      <a:pt x="34" y="16"/>
                    </a:cubicBezTo>
                    <a:cubicBezTo>
                      <a:pt x="34" y="17"/>
                      <a:pt x="34" y="17"/>
                      <a:pt x="34" y="18"/>
                    </a:cubicBezTo>
                    <a:cubicBezTo>
                      <a:pt x="34" y="18"/>
                      <a:pt x="34" y="18"/>
                      <a:pt x="34" y="18"/>
                    </a:cubicBezTo>
                    <a:cubicBezTo>
                      <a:pt x="35" y="19"/>
                      <a:pt x="35" y="19"/>
                      <a:pt x="35" y="19"/>
                    </a:cubicBezTo>
                    <a:cubicBezTo>
                      <a:pt x="35" y="19"/>
                      <a:pt x="35" y="19"/>
                      <a:pt x="35" y="19"/>
                    </a:cubicBezTo>
                    <a:cubicBezTo>
                      <a:pt x="35" y="20"/>
                      <a:pt x="35" y="20"/>
                      <a:pt x="35" y="20"/>
                    </a:cubicBezTo>
                    <a:cubicBezTo>
                      <a:pt x="35" y="20"/>
                      <a:pt x="35" y="20"/>
                      <a:pt x="35" y="20"/>
                    </a:cubicBezTo>
                    <a:cubicBezTo>
                      <a:pt x="35" y="20"/>
                      <a:pt x="35" y="20"/>
                      <a:pt x="34" y="21"/>
                    </a:cubicBezTo>
                    <a:cubicBezTo>
                      <a:pt x="34" y="21"/>
                      <a:pt x="34" y="21"/>
                      <a:pt x="34" y="21"/>
                    </a:cubicBezTo>
                    <a:cubicBezTo>
                      <a:pt x="34" y="21"/>
                      <a:pt x="34" y="22"/>
                      <a:pt x="34" y="22"/>
                    </a:cubicBezTo>
                    <a:cubicBezTo>
                      <a:pt x="34" y="22"/>
                      <a:pt x="34" y="22"/>
                      <a:pt x="34" y="22"/>
                    </a:cubicBezTo>
                    <a:cubicBezTo>
                      <a:pt x="33" y="22"/>
                      <a:pt x="33" y="22"/>
                      <a:pt x="33" y="22"/>
                    </a:cubicBezTo>
                    <a:cubicBezTo>
                      <a:pt x="33" y="22"/>
                      <a:pt x="32" y="22"/>
                      <a:pt x="32" y="22"/>
                    </a:cubicBezTo>
                    <a:cubicBezTo>
                      <a:pt x="31" y="22"/>
                      <a:pt x="30" y="21"/>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3"/>
                      <a:pt x="29" y="23"/>
                      <a:pt x="29" y="23"/>
                    </a:cubicBezTo>
                    <a:cubicBezTo>
                      <a:pt x="29" y="23"/>
                      <a:pt x="29" y="23"/>
                      <a:pt x="29" y="23"/>
                    </a:cubicBezTo>
                    <a:cubicBezTo>
                      <a:pt x="29" y="23"/>
                      <a:pt x="29" y="23"/>
                      <a:pt x="29" y="23"/>
                    </a:cubicBezTo>
                    <a:cubicBezTo>
                      <a:pt x="29" y="24"/>
                      <a:pt x="29" y="24"/>
                      <a:pt x="29" y="25"/>
                    </a:cubicBezTo>
                    <a:cubicBezTo>
                      <a:pt x="30" y="26"/>
                      <a:pt x="30" y="27"/>
                      <a:pt x="31" y="28"/>
                    </a:cubicBezTo>
                    <a:cubicBezTo>
                      <a:pt x="31" y="28"/>
                      <a:pt x="32" y="29"/>
                      <a:pt x="32" y="30"/>
                    </a:cubicBezTo>
                    <a:cubicBezTo>
                      <a:pt x="32" y="30"/>
                      <a:pt x="31" y="31"/>
                      <a:pt x="31" y="32"/>
                    </a:cubicBezTo>
                    <a:cubicBezTo>
                      <a:pt x="31" y="32"/>
                      <a:pt x="30" y="32"/>
                      <a:pt x="30" y="32"/>
                    </a:cubicBezTo>
                    <a:cubicBezTo>
                      <a:pt x="30" y="32"/>
                      <a:pt x="30" y="32"/>
                      <a:pt x="29" y="33"/>
                    </a:cubicBezTo>
                    <a:cubicBezTo>
                      <a:pt x="29" y="33"/>
                      <a:pt x="28" y="33"/>
                      <a:pt x="28" y="33"/>
                    </a:cubicBezTo>
                    <a:cubicBezTo>
                      <a:pt x="26" y="34"/>
                      <a:pt x="25" y="34"/>
                      <a:pt x="24" y="34"/>
                    </a:cubicBezTo>
                    <a:cubicBezTo>
                      <a:pt x="23" y="35"/>
                      <a:pt x="23" y="35"/>
                      <a:pt x="22" y="36"/>
                    </a:cubicBezTo>
                    <a:cubicBezTo>
                      <a:pt x="22" y="36"/>
                      <a:pt x="22" y="36"/>
                      <a:pt x="22" y="36"/>
                    </a:cubicBezTo>
                    <a:cubicBezTo>
                      <a:pt x="22" y="36"/>
                      <a:pt x="22" y="36"/>
                      <a:pt x="22" y="36"/>
                    </a:cubicBezTo>
                    <a:cubicBezTo>
                      <a:pt x="22" y="36"/>
                      <a:pt x="22" y="36"/>
                      <a:pt x="22" y="36"/>
                    </a:cubicBezTo>
                    <a:cubicBezTo>
                      <a:pt x="22" y="37"/>
                      <a:pt x="22" y="37"/>
                      <a:pt x="22" y="37"/>
                    </a:cubicBezTo>
                    <a:cubicBezTo>
                      <a:pt x="22" y="37"/>
                      <a:pt x="22" y="37"/>
                      <a:pt x="22" y="37"/>
                    </a:cubicBezTo>
                    <a:cubicBezTo>
                      <a:pt x="22" y="37"/>
                      <a:pt x="22" y="37"/>
                      <a:pt x="22" y="37"/>
                    </a:cubicBezTo>
                    <a:cubicBezTo>
                      <a:pt x="22" y="38"/>
                      <a:pt x="22" y="38"/>
                      <a:pt x="22" y="38"/>
                    </a:cubicBezTo>
                    <a:cubicBezTo>
                      <a:pt x="22" y="38"/>
                      <a:pt x="21" y="39"/>
                      <a:pt x="22" y="39"/>
                    </a:cubicBezTo>
                    <a:cubicBezTo>
                      <a:pt x="22" y="40"/>
                      <a:pt x="22" y="40"/>
                      <a:pt x="22" y="41"/>
                    </a:cubicBezTo>
                    <a:cubicBezTo>
                      <a:pt x="22" y="41"/>
                      <a:pt x="22" y="42"/>
                      <a:pt x="22" y="43"/>
                    </a:cubicBezTo>
                    <a:cubicBezTo>
                      <a:pt x="22" y="43"/>
                      <a:pt x="22" y="43"/>
                      <a:pt x="22" y="43"/>
                    </a:cubicBezTo>
                    <a:cubicBezTo>
                      <a:pt x="22" y="43"/>
                      <a:pt x="22" y="44"/>
                      <a:pt x="22" y="44"/>
                    </a:cubicBezTo>
                    <a:cubicBezTo>
                      <a:pt x="21" y="44"/>
                      <a:pt x="21" y="44"/>
                      <a:pt x="21" y="44"/>
                    </a:cubicBezTo>
                    <a:cubicBezTo>
                      <a:pt x="21" y="45"/>
                      <a:pt x="21" y="45"/>
                      <a:pt x="21" y="45"/>
                    </a:cubicBezTo>
                    <a:cubicBezTo>
                      <a:pt x="20" y="45"/>
                      <a:pt x="19" y="45"/>
                      <a:pt x="19" y="45"/>
                    </a:cubicBezTo>
                    <a:cubicBezTo>
                      <a:pt x="18" y="45"/>
                      <a:pt x="17" y="45"/>
                      <a:pt x="17" y="45"/>
                    </a:cubicBezTo>
                    <a:cubicBezTo>
                      <a:pt x="16" y="45"/>
                      <a:pt x="16" y="45"/>
                      <a:pt x="15" y="45"/>
                    </a:cubicBezTo>
                    <a:cubicBezTo>
                      <a:pt x="14" y="45"/>
                      <a:pt x="13" y="45"/>
                      <a:pt x="12" y="45"/>
                    </a:cubicBezTo>
                    <a:cubicBezTo>
                      <a:pt x="12" y="45"/>
                      <a:pt x="12" y="45"/>
                      <a:pt x="12" y="45"/>
                    </a:cubicBezTo>
                    <a:cubicBezTo>
                      <a:pt x="12" y="45"/>
                      <a:pt x="12" y="45"/>
                      <a:pt x="12" y="46"/>
                    </a:cubicBezTo>
                    <a:cubicBezTo>
                      <a:pt x="12" y="47"/>
                      <a:pt x="12" y="49"/>
                      <a:pt x="12" y="51"/>
                    </a:cubicBezTo>
                    <a:cubicBezTo>
                      <a:pt x="11" y="52"/>
                      <a:pt x="11" y="54"/>
                      <a:pt x="10" y="54"/>
                    </a:cubicBezTo>
                    <a:cubicBezTo>
                      <a:pt x="9" y="55"/>
                      <a:pt x="8" y="55"/>
                      <a:pt x="7" y="55"/>
                    </a:cubicBezTo>
                    <a:cubicBezTo>
                      <a:pt x="7" y="55"/>
                      <a:pt x="7" y="56"/>
                      <a:pt x="7" y="56"/>
                    </a:cubicBezTo>
                    <a:cubicBezTo>
                      <a:pt x="8" y="56"/>
                      <a:pt x="9" y="56"/>
                      <a:pt x="10" y="56"/>
                    </a:cubicBezTo>
                    <a:cubicBezTo>
                      <a:pt x="10" y="56"/>
                      <a:pt x="10" y="56"/>
                      <a:pt x="10" y="56"/>
                    </a:cubicBezTo>
                    <a:cubicBezTo>
                      <a:pt x="11" y="57"/>
                      <a:pt x="12" y="57"/>
                      <a:pt x="12" y="57"/>
                    </a:cubicBezTo>
                    <a:cubicBezTo>
                      <a:pt x="12" y="57"/>
                      <a:pt x="12" y="57"/>
                      <a:pt x="12" y="57"/>
                    </a:cubicBezTo>
                    <a:cubicBezTo>
                      <a:pt x="13" y="57"/>
                      <a:pt x="13" y="57"/>
                      <a:pt x="13" y="57"/>
                    </a:cubicBezTo>
                    <a:cubicBezTo>
                      <a:pt x="13" y="57"/>
                      <a:pt x="13" y="57"/>
                      <a:pt x="13" y="57"/>
                    </a:cubicBezTo>
                    <a:cubicBezTo>
                      <a:pt x="14" y="57"/>
                      <a:pt x="14" y="57"/>
                      <a:pt x="15" y="57"/>
                    </a:cubicBezTo>
                    <a:cubicBezTo>
                      <a:pt x="15" y="57"/>
                      <a:pt x="15" y="57"/>
                      <a:pt x="15" y="57"/>
                    </a:cubicBezTo>
                    <a:cubicBezTo>
                      <a:pt x="16" y="57"/>
                      <a:pt x="18" y="57"/>
                      <a:pt x="19" y="57"/>
                    </a:cubicBezTo>
                    <a:cubicBezTo>
                      <a:pt x="19" y="57"/>
                      <a:pt x="19" y="57"/>
                      <a:pt x="19" y="57"/>
                    </a:cubicBezTo>
                    <a:cubicBezTo>
                      <a:pt x="20" y="57"/>
                      <a:pt x="20" y="57"/>
                      <a:pt x="20" y="57"/>
                    </a:cubicBezTo>
                    <a:cubicBezTo>
                      <a:pt x="20" y="57"/>
                      <a:pt x="20" y="57"/>
                      <a:pt x="20" y="57"/>
                    </a:cubicBezTo>
                    <a:cubicBezTo>
                      <a:pt x="21" y="56"/>
                      <a:pt x="22" y="56"/>
                      <a:pt x="23" y="56"/>
                    </a:cubicBezTo>
                    <a:cubicBezTo>
                      <a:pt x="23" y="56"/>
                      <a:pt x="23" y="56"/>
                      <a:pt x="23" y="56"/>
                    </a:cubicBezTo>
                    <a:cubicBezTo>
                      <a:pt x="24" y="56"/>
                      <a:pt x="25" y="55"/>
                      <a:pt x="26" y="55"/>
                    </a:cubicBezTo>
                    <a:cubicBezTo>
                      <a:pt x="26" y="55"/>
                      <a:pt x="27" y="55"/>
                      <a:pt x="27" y="55"/>
                    </a:cubicBezTo>
                    <a:cubicBezTo>
                      <a:pt x="28" y="55"/>
                      <a:pt x="28" y="54"/>
                      <a:pt x="29" y="54"/>
                    </a:cubicBezTo>
                    <a:cubicBezTo>
                      <a:pt x="29" y="54"/>
                      <a:pt x="30" y="54"/>
                      <a:pt x="30" y="54"/>
                    </a:cubicBezTo>
                    <a:cubicBezTo>
                      <a:pt x="31" y="53"/>
                      <a:pt x="31" y="53"/>
                      <a:pt x="32" y="52"/>
                    </a:cubicBezTo>
                    <a:cubicBezTo>
                      <a:pt x="32" y="50"/>
                      <a:pt x="36" y="44"/>
                      <a:pt x="39" y="43"/>
                    </a:cubicBezTo>
                    <a:cubicBezTo>
                      <a:pt x="41" y="41"/>
                      <a:pt x="40" y="38"/>
                      <a:pt x="40" y="36"/>
                    </a:cubicBezTo>
                    <a:cubicBezTo>
                      <a:pt x="40" y="36"/>
                      <a:pt x="40" y="36"/>
                      <a:pt x="41" y="36"/>
                    </a:cubicBezTo>
                    <a:cubicBezTo>
                      <a:pt x="41" y="34"/>
                      <a:pt x="45" y="33"/>
                      <a:pt x="46" y="32"/>
                    </a:cubicBezTo>
                    <a:cubicBezTo>
                      <a:pt x="47" y="28"/>
                      <a:pt x="47" y="22"/>
                      <a:pt x="45" y="17"/>
                    </a:cubicBezTo>
                    <a:cubicBezTo>
                      <a:pt x="45" y="17"/>
                      <a:pt x="45" y="18"/>
                      <a:pt x="45" y="18"/>
                    </a:cubicBezTo>
                    <a:cubicBezTo>
                      <a:pt x="45" y="18"/>
                      <a:pt x="45" y="19"/>
                      <a:pt x="45" y="20"/>
                    </a:cubicBezTo>
                    <a:cubicBezTo>
                      <a:pt x="44" y="20"/>
                      <a:pt x="44" y="21"/>
                      <a:pt x="44" y="22"/>
                    </a:cubicBezTo>
                    <a:cubicBezTo>
                      <a:pt x="43" y="23"/>
                      <a:pt x="43" y="25"/>
                      <a:pt x="42" y="26"/>
                    </a:cubicBezTo>
                    <a:cubicBezTo>
                      <a:pt x="41" y="26"/>
                      <a:pt x="40" y="27"/>
                      <a:pt x="40" y="27"/>
                    </a:cubicBezTo>
                    <a:cubicBezTo>
                      <a:pt x="39" y="27"/>
                      <a:pt x="39" y="28"/>
                      <a:pt x="38" y="28"/>
                    </a:cubicBezTo>
                    <a:cubicBezTo>
                      <a:pt x="38" y="28"/>
                      <a:pt x="38" y="29"/>
                      <a:pt x="38" y="29"/>
                    </a:cubicBezTo>
                    <a:cubicBezTo>
                      <a:pt x="38" y="29"/>
                      <a:pt x="38" y="29"/>
                      <a:pt x="38" y="29"/>
                    </a:cubicBezTo>
                    <a:cubicBezTo>
                      <a:pt x="38" y="29"/>
                      <a:pt x="38" y="30"/>
                      <a:pt x="38" y="30"/>
                    </a:cubicBezTo>
                    <a:cubicBezTo>
                      <a:pt x="38" y="30"/>
                      <a:pt x="39" y="31"/>
                      <a:pt x="39" y="32"/>
                    </a:cubicBezTo>
                    <a:cubicBezTo>
                      <a:pt x="39" y="32"/>
                      <a:pt x="40" y="32"/>
                      <a:pt x="40" y="33"/>
                    </a:cubicBezTo>
                    <a:cubicBezTo>
                      <a:pt x="40" y="33"/>
                      <a:pt x="40" y="33"/>
                      <a:pt x="40" y="34"/>
                    </a:cubicBezTo>
                    <a:cubicBezTo>
                      <a:pt x="40" y="34"/>
                      <a:pt x="40" y="35"/>
                      <a:pt x="40" y="35"/>
                    </a:cubicBezTo>
                    <a:cubicBezTo>
                      <a:pt x="40" y="36"/>
                      <a:pt x="39" y="36"/>
                      <a:pt x="39" y="36"/>
                    </a:cubicBezTo>
                    <a:cubicBezTo>
                      <a:pt x="38" y="37"/>
                      <a:pt x="38" y="37"/>
                      <a:pt x="37" y="37"/>
                    </a:cubicBezTo>
                    <a:cubicBezTo>
                      <a:pt x="36" y="37"/>
                      <a:pt x="34" y="38"/>
                      <a:pt x="32" y="38"/>
                    </a:cubicBezTo>
                    <a:cubicBezTo>
                      <a:pt x="31" y="38"/>
                      <a:pt x="31" y="39"/>
                      <a:pt x="30" y="40"/>
                    </a:cubicBezTo>
                    <a:cubicBezTo>
                      <a:pt x="30" y="40"/>
                      <a:pt x="30" y="40"/>
                      <a:pt x="30" y="41"/>
                    </a:cubicBezTo>
                    <a:cubicBezTo>
                      <a:pt x="30" y="41"/>
                      <a:pt x="30" y="41"/>
                      <a:pt x="30" y="41"/>
                    </a:cubicBezTo>
                    <a:cubicBezTo>
                      <a:pt x="30" y="41"/>
                      <a:pt x="30" y="41"/>
                      <a:pt x="30" y="41"/>
                    </a:cubicBezTo>
                    <a:cubicBezTo>
                      <a:pt x="29" y="42"/>
                      <a:pt x="29" y="42"/>
                      <a:pt x="29" y="42"/>
                    </a:cubicBezTo>
                    <a:cubicBezTo>
                      <a:pt x="29" y="43"/>
                      <a:pt x="29" y="45"/>
                      <a:pt x="28" y="47"/>
                    </a:cubicBezTo>
                    <a:cubicBezTo>
                      <a:pt x="28" y="48"/>
                      <a:pt x="28" y="49"/>
                      <a:pt x="28" y="49"/>
                    </a:cubicBezTo>
                    <a:cubicBezTo>
                      <a:pt x="27" y="50"/>
                      <a:pt x="27" y="51"/>
                      <a:pt x="26" y="51"/>
                    </a:cubicBezTo>
                    <a:cubicBezTo>
                      <a:pt x="26" y="52"/>
                      <a:pt x="25" y="52"/>
                      <a:pt x="25" y="52"/>
                    </a:cubicBezTo>
                    <a:cubicBezTo>
                      <a:pt x="25" y="52"/>
                      <a:pt x="24" y="52"/>
                      <a:pt x="24" y="53"/>
                    </a:cubicBezTo>
                    <a:cubicBezTo>
                      <a:pt x="23" y="53"/>
                      <a:pt x="23" y="53"/>
                      <a:pt x="22" y="54"/>
                    </a:cubicBezTo>
                    <a:cubicBezTo>
                      <a:pt x="20" y="55"/>
                      <a:pt x="18" y="56"/>
                      <a:pt x="16" y="56"/>
                    </a:cubicBezTo>
                    <a:cubicBezTo>
                      <a:pt x="15" y="56"/>
                      <a:pt x="15" y="56"/>
                      <a:pt x="14" y="57"/>
                    </a:cubicBezTo>
                    <a:cubicBezTo>
                      <a:pt x="14" y="57"/>
                      <a:pt x="14" y="57"/>
                      <a:pt x="14" y="57"/>
                    </a:cubicBezTo>
                    <a:cubicBezTo>
                      <a:pt x="14" y="57"/>
                      <a:pt x="14" y="57"/>
                      <a:pt x="14" y="57"/>
                    </a:cubicBezTo>
                    <a:cubicBezTo>
                      <a:pt x="14" y="57"/>
                      <a:pt x="14" y="56"/>
                      <a:pt x="14" y="56"/>
                    </a:cubicBezTo>
                    <a:cubicBezTo>
                      <a:pt x="15" y="56"/>
                      <a:pt x="15" y="56"/>
                      <a:pt x="16" y="56"/>
                    </a:cubicBezTo>
                    <a:cubicBezTo>
                      <a:pt x="17" y="55"/>
                      <a:pt x="19" y="54"/>
                      <a:pt x="22" y="53"/>
                    </a:cubicBezTo>
                    <a:cubicBezTo>
                      <a:pt x="22" y="53"/>
                      <a:pt x="23" y="52"/>
                      <a:pt x="24" y="52"/>
                    </a:cubicBezTo>
                    <a:cubicBezTo>
                      <a:pt x="24" y="52"/>
                      <a:pt x="24" y="52"/>
                      <a:pt x="25" y="51"/>
                    </a:cubicBezTo>
                    <a:cubicBezTo>
                      <a:pt x="25" y="51"/>
                      <a:pt x="25" y="51"/>
                      <a:pt x="25" y="51"/>
                    </a:cubicBezTo>
                    <a:cubicBezTo>
                      <a:pt x="26" y="50"/>
                      <a:pt x="27" y="48"/>
                      <a:pt x="27" y="47"/>
                    </a:cubicBezTo>
                    <a:cubicBezTo>
                      <a:pt x="28" y="45"/>
                      <a:pt x="28" y="43"/>
                      <a:pt x="28" y="41"/>
                    </a:cubicBezTo>
                    <a:cubicBezTo>
                      <a:pt x="28" y="41"/>
                      <a:pt x="28" y="41"/>
                      <a:pt x="28" y="41"/>
                    </a:cubicBezTo>
                    <a:cubicBezTo>
                      <a:pt x="28" y="41"/>
                      <a:pt x="28" y="40"/>
                      <a:pt x="28" y="40"/>
                    </a:cubicBezTo>
                    <a:cubicBezTo>
                      <a:pt x="29" y="40"/>
                      <a:pt x="29" y="39"/>
                      <a:pt x="29" y="39"/>
                    </a:cubicBezTo>
                    <a:cubicBezTo>
                      <a:pt x="30" y="38"/>
                      <a:pt x="31" y="37"/>
                      <a:pt x="32" y="37"/>
                    </a:cubicBezTo>
                    <a:cubicBezTo>
                      <a:pt x="33" y="36"/>
                      <a:pt x="35" y="36"/>
                      <a:pt x="37" y="35"/>
                    </a:cubicBezTo>
                    <a:cubicBezTo>
                      <a:pt x="37" y="35"/>
                      <a:pt x="38" y="35"/>
                      <a:pt x="38" y="35"/>
                    </a:cubicBezTo>
                    <a:cubicBezTo>
                      <a:pt x="38" y="35"/>
                      <a:pt x="38" y="34"/>
                      <a:pt x="38" y="34"/>
                    </a:cubicBezTo>
                    <a:cubicBezTo>
                      <a:pt x="38" y="34"/>
                      <a:pt x="38" y="34"/>
                      <a:pt x="38" y="34"/>
                    </a:cubicBezTo>
                    <a:cubicBezTo>
                      <a:pt x="38" y="33"/>
                      <a:pt x="38" y="33"/>
                      <a:pt x="38" y="33"/>
                    </a:cubicBezTo>
                    <a:cubicBezTo>
                      <a:pt x="37" y="32"/>
                      <a:pt x="37" y="31"/>
                      <a:pt x="36" y="30"/>
                    </a:cubicBezTo>
                    <a:cubicBezTo>
                      <a:pt x="36" y="30"/>
                      <a:pt x="36" y="30"/>
                      <a:pt x="36" y="29"/>
                    </a:cubicBezTo>
                    <a:cubicBezTo>
                      <a:pt x="36" y="29"/>
                      <a:pt x="36" y="29"/>
                      <a:pt x="36" y="29"/>
                    </a:cubicBezTo>
                    <a:cubicBezTo>
                      <a:pt x="36" y="28"/>
                      <a:pt x="37" y="27"/>
                      <a:pt x="37" y="27"/>
                    </a:cubicBezTo>
                    <a:cubicBezTo>
                      <a:pt x="38" y="26"/>
                      <a:pt x="38" y="26"/>
                      <a:pt x="39" y="26"/>
                    </a:cubicBezTo>
                    <a:cubicBezTo>
                      <a:pt x="40" y="25"/>
                      <a:pt x="40" y="25"/>
                      <a:pt x="41" y="25"/>
                    </a:cubicBezTo>
                    <a:cubicBezTo>
                      <a:pt x="42" y="24"/>
                      <a:pt x="42" y="23"/>
                      <a:pt x="43" y="22"/>
                    </a:cubicBezTo>
                    <a:cubicBezTo>
                      <a:pt x="43" y="21"/>
                      <a:pt x="44" y="20"/>
                      <a:pt x="44" y="19"/>
                    </a:cubicBezTo>
                    <a:cubicBezTo>
                      <a:pt x="44" y="19"/>
                      <a:pt x="45" y="18"/>
                      <a:pt x="45" y="18"/>
                    </a:cubicBezTo>
                    <a:cubicBezTo>
                      <a:pt x="45" y="17"/>
                      <a:pt x="45" y="17"/>
                      <a:pt x="45" y="17"/>
                    </a:cubicBezTo>
                    <a:cubicBezTo>
                      <a:pt x="45" y="17"/>
                      <a:pt x="45" y="17"/>
                      <a:pt x="45" y="17"/>
                    </a:cubicBezTo>
                    <a:cubicBezTo>
                      <a:pt x="44" y="14"/>
                      <a:pt x="43" y="12"/>
                      <a:pt x="41" y="10"/>
                    </a:cubicBezTo>
                    <a:cubicBezTo>
                      <a:pt x="41" y="9"/>
                      <a:pt x="40" y="8"/>
                      <a:pt x="40" y="7"/>
                    </a:cubicBezTo>
                    <a:cubicBezTo>
                      <a:pt x="40" y="7"/>
                      <a:pt x="39" y="7"/>
                      <a:pt x="39" y="7"/>
                    </a:cubicBezTo>
                    <a:cubicBezTo>
                      <a:pt x="39" y="6"/>
                      <a:pt x="38" y="6"/>
                      <a:pt x="38" y="5"/>
                    </a:cubicBezTo>
                    <a:cubicBezTo>
                      <a:pt x="38" y="5"/>
                      <a:pt x="38" y="5"/>
                      <a:pt x="37" y="5"/>
                    </a:cubicBezTo>
                    <a:cubicBezTo>
                      <a:pt x="37" y="4"/>
                      <a:pt x="37" y="4"/>
                      <a:pt x="36" y="4"/>
                    </a:cubicBezTo>
                    <a:cubicBezTo>
                      <a:pt x="37" y="3"/>
                      <a:pt x="38" y="2"/>
                      <a:pt x="39"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 name="Freeform 338"/>
              <p:cNvSpPr>
                <a:spLocks/>
              </p:cNvSpPr>
              <p:nvPr/>
            </p:nvSpPr>
            <p:spPr bwMode="auto">
              <a:xfrm>
                <a:off x="1784" y="171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 name="Freeform 339"/>
              <p:cNvSpPr>
                <a:spLocks/>
              </p:cNvSpPr>
              <p:nvPr/>
            </p:nvSpPr>
            <p:spPr bwMode="auto">
              <a:xfrm>
                <a:off x="1779" y="16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 name="Freeform 340"/>
              <p:cNvSpPr>
                <a:spLocks/>
              </p:cNvSpPr>
              <p:nvPr/>
            </p:nvSpPr>
            <p:spPr bwMode="auto">
              <a:xfrm>
                <a:off x="1784" y="1692"/>
                <a:ext cx="17" cy="25"/>
              </a:xfrm>
              <a:custGeom>
                <a:avLst/>
                <a:gdLst>
                  <a:gd name="T0" fmla="*/ 9 w 13"/>
                  <a:gd name="T1" fmla="*/ 3 h 19"/>
                  <a:gd name="T2" fmla="*/ 9 w 13"/>
                  <a:gd name="T3" fmla="*/ 4 h 19"/>
                  <a:gd name="T4" fmla="*/ 6 w 13"/>
                  <a:gd name="T5" fmla="*/ 10 h 19"/>
                  <a:gd name="T6" fmla="*/ 0 w 13"/>
                  <a:gd name="T7" fmla="*/ 19 h 19"/>
                  <a:gd name="T8" fmla="*/ 13 w 13"/>
                  <a:gd name="T9" fmla="*/ 0 h 19"/>
                  <a:gd name="T10" fmla="*/ 9 w 13"/>
                  <a:gd name="T11" fmla="*/ 3 h 19"/>
                </a:gdLst>
                <a:ahLst/>
                <a:cxnLst>
                  <a:cxn ang="0">
                    <a:pos x="T0" y="T1"/>
                  </a:cxn>
                  <a:cxn ang="0">
                    <a:pos x="T2" y="T3"/>
                  </a:cxn>
                  <a:cxn ang="0">
                    <a:pos x="T4" y="T5"/>
                  </a:cxn>
                  <a:cxn ang="0">
                    <a:pos x="T6" y="T7"/>
                  </a:cxn>
                  <a:cxn ang="0">
                    <a:pos x="T8" y="T9"/>
                  </a:cxn>
                  <a:cxn ang="0">
                    <a:pos x="T10" y="T11"/>
                  </a:cxn>
                </a:cxnLst>
                <a:rect l="0" t="0" r="r" b="b"/>
                <a:pathLst>
                  <a:path w="13" h="19">
                    <a:moveTo>
                      <a:pt x="9" y="3"/>
                    </a:moveTo>
                    <a:cubicBezTo>
                      <a:pt x="9" y="4"/>
                      <a:pt x="9" y="4"/>
                      <a:pt x="9" y="4"/>
                    </a:cubicBezTo>
                    <a:cubicBezTo>
                      <a:pt x="9" y="6"/>
                      <a:pt x="8" y="9"/>
                      <a:pt x="6" y="10"/>
                    </a:cubicBezTo>
                    <a:cubicBezTo>
                      <a:pt x="4" y="12"/>
                      <a:pt x="0" y="17"/>
                      <a:pt x="0" y="19"/>
                    </a:cubicBezTo>
                    <a:cubicBezTo>
                      <a:pt x="7" y="14"/>
                      <a:pt x="11" y="8"/>
                      <a:pt x="13" y="0"/>
                    </a:cubicBezTo>
                    <a:cubicBezTo>
                      <a:pt x="12" y="1"/>
                      <a:pt x="10" y="2"/>
                      <a:pt x="9" y="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 name="Freeform 341"/>
              <p:cNvSpPr>
                <a:spLocks/>
              </p:cNvSpPr>
              <p:nvPr/>
            </p:nvSpPr>
            <p:spPr bwMode="auto">
              <a:xfrm>
                <a:off x="1801" y="169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 name="Freeform 342"/>
              <p:cNvSpPr>
                <a:spLocks/>
              </p:cNvSpPr>
              <p:nvPr/>
            </p:nvSpPr>
            <p:spPr bwMode="auto">
              <a:xfrm>
                <a:off x="1877" y="1702"/>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 name="Freeform 343"/>
              <p:cNvSpPr>
                <a:spLocks/>
              </p:cNvSpPr>
              <p:nvPr/>
            </p:nvSpPr>
            <p:spPr bwMode="auto">
              <a:xfrm>
                <a:off x="1873" y="169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 name="Freeform 344"/>
              <p:cNvSpPr>
                <a:spLocks/>
              </p:cNvSpPr>
              <p:nvPr/>
            </p:nvSpPr>
            <p:spPr bwMode="auto">
              <a:xfrm>
                <a:off x="1888" y="1715"/>
                <a:ext cx="3" cy="2"/>
              </a:xfrm>
              <a:custGeom>
                <a:avLst/>
                <a:gdLst>
                  <a:gd name="T0" fmla="*/ 0 w 2"/>
                  <a:gd name="T1" fmla="*/ 0 h 2"/>
                  <a:gd name="T2" fmla="*/ 1 w 2"/>
                  <a:gd name="T3" fmla="*/ 2 h 2"/>
                  <a:gd name="T4" fmla="*/ 1 w 2"/>
                  <a:gd name="T5" fmla="*/ 2 h 2"/>
                  <a:gd name="T6" fmla="*/ 2 w 2"/>
                  <a:gd name="T7" fmla="*/ 2 h 2"/>
                  <a:gd name="T8" fmla="*/ 2 w 2"/>
                  <a:gd name="T9" fmla="*/ 2 h 2"/>
                  <a:gd name="T10" fmla="*/ 2 w 2"/>
                  <a:gd name="T11" fmla="*/ 2 h 2"/>
                  <a:gd name="T12" fmla="*/ 0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0"/>
                    </a:moveTo>
                    <a:cubicBezTo>
                      <a:pt x="0" y="1"/>
                      <a:pt x="1" y="1"/>
                      <a:pt x="1" y="2"/>
                    </a:cubicBezTo>
                    <a:cubicBezTo>
                      <a:pt x="1" y="2"/>
                      <a:pt x="1" y="2"/>
                      <a:pt x="1" y="2"/>
                    </a:cubicBezTo>
                    <a:cubicBezTo>
                      <a:pt x="2" y="2"/>
                      <a:pt x="2" y="2"/>
                      <a:pt x="2" y="2"/>
                    </a:cubicBezTo>
                    <a:cubicBezTo>
                      <a:pt x="2" y="2"/>
                      <a:pt x="2" y="2"/>
                      <a:pt x="2" y="2"/>
                    </a:cubicBezTo>
                    <a:cubicBezTo>
                      <a:pt x="2" y="2"/>
                      <a:pt x="2" y="2"/>
                      <a:pt x="2" y="2"/>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 name="Freeform 345"/>
              <p:cNvSpPr>
                <a:spLocks/>
              </p:cNvSpPr>
              <p:nvPr/>
            </p:nvSpPr>
            <p:spPr bwMode="auto">
              <a:xfrm>
                <a:off x="1877" y="1646"/>
                <a:ext cx="56" cy="70"/>
              </a:xfrm>
              <a:custGeom>
                <a:avLst/>
                <a:gdLst>
                  <a:gd name="T0" fmla="*/ 13 w 42"/>
                  <a:gd name="T1" fmla="*/ 47 h 53"/>
                  <a:gd name="T2" fmla="*/ 20 w 42"/>
                  <a:gd name="T3" fmla="*/ 38 h 53"/>
                  <a:gd name="T4" fmla="*/ 22 w 42"/>
                  <a:gd name="T5" fmla="*/ 28 h 53"/>
                  <a:gd name="T6" fmla="*/ 33 w 42"/>
                  <a:gd name="T7" fmla="*/ 20 h 53"/>
                  <a:gd name="T8" fmla="*/ 36 w 42"/>
                  <a:gd name="T9" fmla="*/ 8 h 53"/>
                  <a:gd name="T10" fmla="*/ 42 w 42"/>
                  <a:gd name="T11" fmla="*/ 2 h 53"/>
                  <a:gd name="T12" fmla="*/ 39 w 42"/>
                  <a:gd name="T13" fmla="*/ 0 h 53"/>
                  <a:gd name="T14" fmla="*/ 39 w 42"/>
                  <a:gd name="T15" fmla="*/ 0 h 53"/>
                  <a:gd name="T16" fmla="*/ 39 w 42"/>
                  <a:gd name="T17" fmla="*/ 0 h 53"/>
                  <a:gd name="T18" fmla="*/ 39 w 42"/>
                  <a:gd name="T19" fmla="*/ 0 h 53"/>
                  <a:gd name="T20" fmla="*/ 39 w 42"/>
                  <a:gd name="T21" fmla="*/ 0 h 53"/>
                  <a:gd name="T22" fmla="*/ 37 w 42"/>
                  <a:gd name="T23" fmla="*/ 0 h 53"/>
                  <a:gd name="T24" fmla="*/ 33 w 42"/>
                  <a:gd name="T25" fmla="*/ 4 h 53"/>
                  <a:gd name="T26" fmla="*/ 29 w 42"/>
                  <a:gd name="T27" fmla="*/ 11 h 53"/>
                  <a:gd name="T28" fmla="*/ 22 w 42"/>
                  <a:gd name="T29" fmla="*/ 13 h 53"/>
                  <a:gd name="T30" fmla="*/ 19 w 42"/>
                  <a:gd name="T31" fmla="*/ 21 h 53"/>
                  <a:gd name="T32" fmla="*/ 13 w 42"/>
                  <a:gd name="T33" fmla="*/ 22 h 53"/>
                  <a:gd name="T34" fmla="*/ 12 w 42"/>
                  <a:gd name="T35" fmla="*/ 28 h 53"/>
                  <a:gd name="T36" fmla="*/ 8 w 42"/>
                  <a:gd name="T37" fmla="*/ 30 h 53"/>
                  <a:gd name="T38" fmla="*/ 0 w 42"/>
                  <a:gd name="T39" fmla="*/ 43 h 53"/>
                  <a:gd name="T40" fmla="*/ 1 w 42"/>
                  <a:gd name="T41" fmla="*/ 45 h 53"/>
                  <a:gd name="T42" fmla="*/ 7 w 42"/>
                  <a:gd name="T43" fmla="*/ 51 h 53"/>
                  <a:gd name="T44" fmla="*/ 7 w 42"/>
                  <a:gd name="T45" fmla="*/ 52 h 53"/>
                  <a:gd name="T46" fmla="*/ 7 w 42"/>
                  <a:gd name="T47" fmla="*/ 52 h 53"/>
                  <a:gd name="T48" fmla="*/ 8 w 42"/>
                  <a:gd name="T49" fmla="*/ 52 h 53"/>
                  <a:gd name="T50" fmla="*/ 13 w 42"/>
                  <a:gd name="T51" fmla="*/ 4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 h="53">
                    <a:moveTo>
                      <a:pt x="13" y="47"/>
                    </a:moveTo>
                    <a:cubicBezTo>
                      <a:pt x="11" y="40"/>
                      <a:pt x="15" y="41"/>
                      <a:pt x="20" y="38"/>
                    </a:cubicBezTo>
                    <a:cubicBezTo>
                      <a:pt x="24" y="35"/>
                      <a:pt x="22" y="31"/>
                      <a:pt x="22" y="28"/>
                    </a:cubicBezTo>
                    <a:cubicBezTo>
                      <a:pt x="23" y="25"/>
                      <a:pt x="30" y="21"/>
                      <a:pt x="33" y="20"/>
                    </a:cubicBezTo>
                    <a:cubicBezTo>
                      <a:pt x="36" y="18"/>
                      <a:pt x="35" y="10"/>
                      <a:pt x="36" y="8"/>
                    </a:cubicBezTo>
                    <a:cubicBezTo>
                      <a:pt x="36" y="5"/>
                      <a:pt x="42" y="2"/>
                      <a:pt x="42" y="2"/>
                    </a:cubicBezTo>
                    <a:cubicBezTo>
                      <a:pt x="41" y="1"/>
                      <a:pt x="40" y="1"/>
                      <a:pt x="39" y="0"/>
                    </a:cubicBezTo>
                    <a:cubicBezTo>
                      <a:pt x="39" y="0"/>
                      <a:pt x="39" y="0"/>
                      <a:pt x="39" y="0"/>
                    </a:cubicBezTo>
                    <a:cubicBezTo>
                      <a:pt x="39" y="0"/>
                      <a:pt x="39" y="0"/>
                      <a:pt x="39" y="0"/>
                    </a:cubicBezTo>
                    <a:cubicBezTo>
                      <a:pt x="39" y="0"/>
                      <a:pt x="39" y="0"/>
                      <a:pt x="39" y="0"/>
                    </a:cubicBezTo>
                    <a:cubicBezTo>
                      <a:pt x="39" y="0"/>
                      <a:pt x="39" y="0"/>
                      <a:pt x="39" y="0"/>
                    </a:cubicBezTo>
                    <a:cubicBezTo>
                      <a:pt x="38" y="0"/>
                      <a:pt x="37" y="0"/>
                      <a:pt x="37" y="0"/>
                    </a:cubicBezTo>
                    <a:cubicBezTo>
                      <a:pt x="37" y="0"/>
                      <a:pt x="33" y="3"/>
                      <a:pt x="33" y="4"/>
                    </a:cubicBezTo>
                    <a:cubicBezTo>
                      <a:pt x="32" y="6"/>
                      <a:pt x="31" y="10"/>
                      <a:pt x="29" y="11"/>
                    </a:cubicBezTo>
                    <a:cubicBezTo>
                      <a:pt x="27" y="12"/>
                      <a:pt x="22" y="10"/>
                      <a:pt x="22" y="13"/>
                    </a:cubicBezTo>
                    <a:cubicBezTo>
                      <a:pt x="22" y="16"/>
                      <a:pt x="21" y="21"/>
                      <a:pt x="19" y="21"/>
                    </a:cubicBezTo>
                    <a:cubicBezTo>
                      <a:pt x="17" y="21"/>
                      <a:pt x="15" y="20"/>
                      <a:pt x="13" y="22"/>
                    </a:cubicBezTo>
                    <a:cubicBezTo>
                      <a:pt x="12" y="24"/>
                      <a:pt x="12" y="26"/>
                      <a:pt x="12" y="28"/>
                    </a:cubicBezTo>
                    <a:cubicBezTo>
                      <a:pt x="11" y="29"/>
                      <a:pt x="8" y="27"/>
                      <a:pt x="8" y="30"/>
                    </a:cubicBezTo>
                    <a:cubicBezTo>
                      <a:pt x="7" y="33"/>
                      <a:pt x="7" y="41"/>
                      <a:pt x="0" y="43"/>
                    </a:cubicBezTo>
                    <a:cubicBezTo>
                      <a:pt x="0" y="44"/>
                      <a:pt x="1" y="44"/>
                      <a:pt x="1" y="45"/>
                    </a:cubicBezTo>
                    <a:cubicBezTo>
                      <a:pt x="3" y="48"/>
                      <a:pt x="5" y="50"/>
                      <a:pt x="7" y="51"/>
                    </a:cubicBezTo>
                    <a:cubicBezTo>
                      <a:pt x="7" y="52"/>
                      <a:pt x="7" y="52"/>
                      <a:pt x="7" y="52"/>
                    </a:cubicBezTo>
                    <a:cubicBezTo>
                      <a:pt x="7" y="52"/>
                      <a:pt x="7" y="52"/>
                      <a:pt x="7" y="52"/>
                    </a:cubicBezTo>
                    <a:cubicBezTo>
                      <a:pt x="7" y="52"/>
                      <a:pt x="7" y="52"/>
                      <a:pt x="8" y="52"/>
                    </a:cubicBezTo>
                    <a:cubicBezTo>
                      <a:pt x="10" y="51"/>
                      <a:pt x="14" y="53"/>
                      <a:pt x="13" y="4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 name="Freeform 346"/>
              <p:cNvSpPr>
                <a:spLocks/>
              </p:cNvSpPr>
              <p:nvPr/>
            </p:nvSpPr>
            <p:spPr bwMode="auto">
              <a:xfrm>
                <a:off x="1923" y="1645"/>
                <a:ext cx="2" cy="0"/>
              </a:xfrm>
              <a:custGeom>
                <a:avLst/>
                <a:gdLst>
                  <a:gd name="T0" fmla="*/ 1 w 1"/>
                  <a:gd name="T1" fmla="*/ 1 w 1"/>
                  <a:gd name="T2" fmla="*/ 1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1" y="0"/>
                      <a:pt x="1" y="0"/>
                    </a:cubicBezTo>
                    <a:cubicBezTo>
                      <a:pt x="0" y="0"/>
                      <a:pt x="0" y="0"/>
                      <a:pt x="0"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 name="Freeform 347"/>
              <p:cNvSpPr>
                <a:spLocks/>
              </p:cNvSpPr>
              <p:nvPr/>
            </p:nvSpPr>
            <p:spPr bwMode="auto">
              <a:xfrm>
                <a:off x="1871" y="1644"/>
                <a:ext cx="34" cy="44"/>
              </a:xfrm>
              <a:custGeom>
                <a:avLst/>
                <a:gdLst>
                  <a:gd name="T0" fmla="*/ 5 w 26"/>
                  <a:gd name="T1" fmla="*/ 26 h 34"/>
                  <a:gd name="T2" fmla="*/ 12 w 26"/>
                  <a:gd name="T3" fmla="*/ 18 h 34"/>
                  <a:gd name="T4" fmla="*/ 16 w 26"/>
                  <a:gd name="T5" fmla="*/ 11 h 34"/>
                  <a:gd name="T6" fmla="*/ 24 w 26"/>
                  <a:gd name="T7" fmla="*/ 5 h 34"/>
                  <a:gd name="T8" fmla="*/ 26 w 26"/>
                  <a:gd name="T9" fmla="*/ 0 h 34"/>
                  <a:gd name="T10" fmla="*/ 25 w 26"/>
                  <a:gd name="T11" fmla="*/ 1 h 34"/>
                  <a:gd name="T12" fmla="*/ 23 w 26"/>
                  <a:gd name="T13" fmla="*/ 1 h 34"/>
                  <a:gd name="T14" fmla="*/ 23 w 26"/>
                  <a:gd name="T15" fmla="*/ 1 h 34"/>
                  <a:gd name="T16" fmla="*/ 21 w 26"/>
                  <a:gd name="T17" fmla="*/ 2 h 34"/>
                  <a:gd name="T18" fmla="*/ 17 w 26"/>
                  <a:gd name="T19" fmla="*/ 3 h 34"/>
                  <a:gd name="T20" fmla="*/ 15 w 26"/>
                  <a:gd name="T21" fmla="*/ 5 h 34"/>
                  <a:gd name="T22" fmla="*/ 1 w 26"/>
                  <a:gd name="T23" fmla="*/ 34 h 34"/>
                  <a:gd name="T24" fmla="*/ 5 w 26"/>
                  <a:gd name="T25" fmla="*/ 2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34">
                    <a:moveTo>
                      <a:pt x="5" y="26"/>
                    </a:moveTo>
                    <a:cubicBezTo>
                      <a:pt x="5" y="24"/>
                      <a:pt x="9" y="20"/>
                      <a:pt x="12" y="18"/>
                    </a:cubicBezTo>
                    <a:cubicBezTo>
                      <a:pt x="15" y="17"/>
                      <a:pt x="15" y="15"/>
                      <a:pt x="16" y="11"/>
                    </a:cubicBezTo>
                    <a:cubicBezTo>
                      <a:pt x="17" y="6"/>
                      <a:pt x="22" y="6"/>
                      <a:pt x="24" y="5"/>
                    </a:cubicBezTo>
                    <a:cubicBezTo>
                      <a:pt x="26" y="4"/>
                      <a:pt x="26" y="1"/>
                      <a:pt x="26" y="0"/>
                    </a:cubicBezTo>
                    <a:cubicBezTo>
                      <a:pt x="25" y="1"/>
                      <a:pt x="25" y="1"/>
                      <a:pt x="25" y="1"/>
                    </a:cubicBezTo>
                    <a:cubicBezTo>
                      <a:pt x="24" y="1"/>
                      <a:pt x="24" y="1"/>
                      <a:pt x="23" y="1"/>
                    </a:cubicBezTo>
                    <a:cubicBezTo>
                      <a:pt x="23" y="1"/>
                      <a:pt x="23" y="1"/>
                      <a:pt x="23" y="1"/>
                    </a:cubicBezTo>
                    <a:cubicBezTo>
                      <a:pt x="22" y="1"/>
                      <a:pt x="22" y="2"/>
                      <a:pt x="21" y="2"/>
                    </a:cubicBezTo>
                    <a:cubicBezTo>
                      <a:pt x="20" y="2"/>
                      <a:pt x="19" y="3"/>
                      <a:pt x="17" y="3"/>
                    </a:cubicBezTo>
                    <a:cubicBezTo>
                      <a:pt x="17" y="4"/>
                      <a:pt x="16" y="4"/>
                      <a:pt x="15" y="5"/>
                    </a:cubicBezTo>
                    <a:cubicBezTo>
                      <a:pt x="5" y="12"/>
                      <a:pt x="0" y="23"/>
                      <a:pt x="1" y="34"/>
                    </a:cubicBezTo>
                    <a:cubicBezTo>
                      <a:pt x="4" y="33"/>
                      <a:pt x="6" y="29"/>
                      <a:pt x="5" y="2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 name="Freeform 348"/>
              <p:cNvSpPr>
                <a:spLocks/>
              </p:cNvSpPr>
              <p:nvPr/>
            </p:nvSpPr>
            <p:spPr bwMode="auto">
              <a:xfrm>
                <a:off x="1873" y="1644"/>
                <a:ext cx="49" cy="58"/>
              </a:xfrm>
              <a:custGeom>
                <a:avLst/>
                <a:gdLst>
                  <a:gd name="T0" fmla="*/ 28 w 37"/>
                  <a:gd name="T1" fmla="*/ 6 h 44"/>
                  <a:gd name="T2" fmla="*/ 18 w 37"/>
                  <a:gd name="T3" fmla="*/ 10 h 44"/>
                  <a:gd name="T4" fmla="*/ 12 w 37"/>
                  <a:gd name="T5" fmla="*/ 19 h 44"/>
                  <a:gd name="T6" fmla="*/ 6 w 37"/>
                  <a:gd name="T7" fmla="*/ 27 h 44"/>
                  <a:gd name="T8" fmla="*/ 0 w 37"/>
                  <a:gd name="T9" fmla="*/ 37 h 44"/>
                  <a:gd name="T10" fmla="*/ 2 w 37"/>
                  <a:gd name="T11" fmla="*/ 44 h 44"/>
                  <a:gd name="T12" fmla="*/ 7 w 37"/>
                  <a:gd name="T13" fmla="*/ 37 h 44"/>
                  <a:gd name="T14" fmla="*/ 10 w 37"/>
                  <a:gd name="T15" fmla="*/ 29 h 44"/>
                  <a:gd name="T16" fmla="*/ 13 w 37"/>
                  <a:gd name="T17" fmla="*/ 26 h 44"/>
                  <a:gd name="T18" fmla="*/ 20 w 37"/>
                  <a:gd name="T19" fmla="*/ 20 h 44"/>
                  <a:gd name="T20" fmla="*/ 23 w 37"/>
                  <a:gd name="T21" fmla="*/ 16 h 44"/>
                  <a:gd name="T22" fmla="*/ 30 w 37"/>
                  <a:gd name="T23" fmla="*/ 11 h 44"/>
                  <a:gd name="T24" fmla="*/ 34 w 37"/>
                  <a:gd name="T25" fmla="*/ 6 h 44"/>
                  <a:gd name="T26" fmla="*/ 37 w 37"/>
                  <a:gd name="T27" fmla="*/ 1 h 44"/>
                  <a:gd name="T28" fmla="*/ 36 w 37"/>
                  <a:gd name="T29" fmla="*/ 1 h 44"/>
                  <a:gd name="T30" fmla="*/ 36 w 37"/>
                  <a:gd name="T31" fmla="*/ 1 h 44"/>
                  <a:gd name="T32" fmla="*/ 33 w 37"/>
                  <a:gd name="T33" fmla="*/ 0 h 44"/>
                  <a:gd name="T34" fmla="*/ 33 w 37"/>
                  <a:gd name="T35" fmla="*/ 0 h 44"/>
                  <a:gd name="T36" fmla="*/ 31 w 37"/>
                  <a:gd name="T37" fmla="*/ 0 h 44"/>
                  <a:gd name="T38" fmla="*/ 31 w 37"/>
                  <a:gd name="T39" fmla="*/ 0 h 44"/>
                  <a:gd name="T40" fmla="*/ 30 w 37"/>
                  <a:gd name="T41" fmla="*/ 0 h 44"/>
                  <a:gd name="T42" fmla="*/ 30 w 37"/>
                  <a:gd name="T43" fmla="*/ 0 h 44"/>
                  <a:gd name="T44" fmla="*/ 27 w 37"/>
                  <a:gd name="T45" fmla="*/ 0 h 44"/>
                  <a:gd name="T46" fmla="*/ 27 w 37"/>
                  <a:gd name="T47" fmla="*/ 0 h 44"/>
                  <a:gd name="T48" fmla="*/ 27 w 37"/>
                  <a:gd name="T49" fmla="*/ 0 h 44"/>
                  <a:gd name="T50" fmla="*/ 27 w 37"/>
                  <a:gd name="T51" fmla="*/ 0 h 44"/>
                  <a:gd name="T52" fmla="*/ 26 w 37"/>
                  <a:gd name="T53" fmla="*/ 0 h 44"/>
                  <a:gd name="T54" fmla="*/ 28 w 37"/>
                  <a:gd name="T55" fmla="*/ 6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7" h="44">
                    <a:moveTo>
                      <a:pt x="28" y="6"/>
                    </a:moveTo>
                    <a:cubicBezTo>
                      <a:pt x="27" y="8"/>
                      <a:pt x="21" y="8"/>
                      <a:pt x="18" y="10"/>
                    </a:cubicBezTo>
                    <a:cubicBezTo>
                      <a:pt x="15" y="11"/>
                      <a:pt x="19" y="17"/>
                      <a:pt x="12" y="19"/>
                    </a:cubicBezTo>
                    <a:cubicBezTo>
                      <a:pt x="6" y="20"/>
                      <a:pt x="5" y="22"/>
                      <a:pt x="6" y="27"/>
                    </a:cubicBezTo>
                    <a:cubicBezTo>
                      <a:pt x="7" y="32"/>
                      <a:pt x="0" y="37"/>
                      <a:pt x="0" y="37"/>
                    </a:cubicBezTo>
                    <a:cubicBezTo>
                      <a:pt x="0" y="39"/>
                      <a:pt x="1" y="42"/>
                      <a:pt x="2" y="44"/>
                    </a:cubicBezTo>
                    <a:cubicBezTo>
                      <a:pt x="3" y="44"/>
                      <a:pt x="9" y="41"/>
                      <a:pt x="7" y="37"/>
                    </a:cubicBezTo>
                    <a:cubicBezTo>
                      <a:pt x="6" y="32"/>
                      <a:pt x="9" y="30"/>
                      <a:pt x="10" y="29"/>
                    </a:cubicBezTo>
                    <a:cubicBezTo>
                      <a:pt x="11" y="28"/>
                      <a:pt x="14" y="31"/>
                      <a:pt x="13" y="26"/>
                    </a:cubicBezTo>
                    <a:cubicBezTo>
                      <a:pt x="13" y="20"/>
                      <a:pt x="18" y="18"/>
                      <a:pt x="20" y="20"/>
                    </a:cubicBezTo>
                    <a:cubicBezTo>
                      <a:pt x="22" y="22"/>
                      <a:pt x="23" y="20"/>
                      <a:pt x="23" y="16"/>
                    </a:cubicBezTo>
                    <a:cubicBezTo>
                      <a:pt x="23" y="12"/>
                      <a:pt x="28" y="11"/>
                      <a:pt x="30" y="11"/>
                    </a:cubicBezTo>
                    <a:cubicBezTo>
                      <a:pt x="32" y="12"/>
                      <a:pt x="35" y="8"/>
                      <a:pt x="34" y="6"/>
                    </a:cubicBezTo>
                    <a:cubicBezTo>
                      <a:pt x="34" y="4"/>
                      <a:pt x="37" y="1"/>
                      <a:pt x="37" y="1"/>
                    </a:cubicBezTo>
                    <a:cubicBezTo>
                      <a:pt x="37" y="1"/>
                      <a:pt x="37" y="1"/>
                      <a:pt x="36" y="1"/>
                    </a:cubicBezTo>
                    <a:cubicBezTo>
                      <a:pt x="36" y="1"/>
                      <a:pt x="36" y="1"/>
                      <a:pt x="36" y="1"/>
                    </a:cubicBezTo>
                    <a:cubicBezTo>
                      <a:pt x="35" y="0"/>
                      <a:pt x="34" y="0"/>
                      <a:pt x="33" y="0"/>
                    </a:cubicBezTo>
                    <a:cubicBezTo>
                      <a:pt x="33" y="0"/>
                      <a:pt x="33" y="0"/>
                      <a:pt x="33" y="0"/>
                    </a:cubicBezTo>
                    <a:cubicBezTo>
                      <a:pt x="32" y="0"/>
                      <a:pt x="31" y="0"/>
                      <a:pt x="31" y="0"/>
                    </a:cubicBezTo>
                    <a:cubicBezTo>
                      <a:pt x="31" y="0"/>
                      <a:pt x="31" y="0"/>
                      <a:pt x="31" y="0"/>
                    </a:cubicBezTo>
                    <a:cubicBezTo>
                      <a:pt x="30" y="0"/>
                      <a:pt x="30" y="0"/>
                      <a:pt x="30" y="0"/>
                    </a:cubicBezTo>
                    <a:cubicBezTo>
                      <a:pt x="30" y="0"/>
                      <a:pt x="30" y="0"/>
                      <a:pt x="30" y="0"/>
                    </a:cubicBezTo>
                    <a:cubicBezTo>
                      <a:pt x="29" y="0"/>
                      <a:pt x="28"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8" y="4"/>
                      <a:pt x="28" y="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 name="Freeform 349"/>
              <p:cNvSpPr>
                <a:spLocks/>
              </p:cNvSpPr>
              <p:nvPr/>
            </p:nvSpPr>
            <p:spPr bwMode="auto">
              <a:xfrm>
                <a:off x="1892" y="1649"/>
                <a:ext cx="64" cy="75"/>
              </a:xfrm>
              <a:custGeom>
                <a:avLst/>
                <a:gdLst>
                  <a:gd name="T0" fmla="*/ 49 w 49"/>
                  <a:gd name="T1" fmla="*/ 4 h 57"/>
                  <a:gd name="T2" fmla="*/ 39 w 49"/>
                  <a:gd name="T3" fmla="*/ 0 h 57"/>
                  <a:gd name="T4" fmla="*/ 32 w 49"/>
                  <a:gd name="T5" fmla="*/ 1 h 57"/>
                  <a:gd name="T6" fmla="*/ 18 w 49"/>
                  <a:gd name="T7" fmla="*/ 28 h 57"/>
                  <a:gd name="T8" fmla="*/ 0 w 49"/>
                  <a:gd name="T9" fmla="*/ 52 h 57"/>
                  <a:gd name="T10" fmla="*/ 3 w 49"/>
                  <a:gd name="T11" fmla="*/ 54 h 57"/>
                  <a:gd name="T12" fmla="*/ 10 w 49"/>
                  <a:gd name="T13" fmla="*/ 51 h 57"/>
                  <a:gd name="T14" fmla="*/ 10 w 49"/>
                  <a:gd name="T15" fmla="*/ 45 h 57"/>
                  <a:gd name="T16" fmla="*/ 10 w 49"/>
                  <a:gd name="T17" fmla="*/ 45 h 57"/>
                  <a:gd name="T18" fmla="*/ 15 w 49"/>
                  <a:gd name="T19" fmla="*/ 43 h 57"/>
                  <a:gd name="T20" fmla="*/ 19 w 49"/>
                  <a:gd name="T21" fmla="*/ 43 h 57"/>
                  <a:gd name="T22" fmla="*/ 20 w 49"/>
                  <a:gd name="T23" fmla="*/ 42 h 57"/>
                  <a:gd name="T24" fmla="*/ 20 w 49"/>
                  <a:gd name="T25" fmla="*/ 36 h 57"/>
                  <a:gd name="T26" fmla="*/ 20 w 49"/>
                  <a:gd name="T27" fmla="*/ 36 h 57"/>
                  <a:gd name="T28" fmla="*/ 27 w 49"/>
                  <a:gd name="T29" fmla="*/ 32 h 57"/>
                  <a:gd name="T30" fmla="*/ 31 w 49"/>
                  <a:gd name="T31" fmla="*/ 30 h 57"/>
                  <a:gd name="T32" fmla="*/ 28 w 49"/>
                  <a:gd name="T33" fmla="*/ 23 h 57"/>
                  <a:gd name="T34" fmla="*/ 28 w 49"/>
                  <a:gd name="T35" fmla="*/ 22 h 57"/>
                  <a:gd name="T36" fmla="*/ 30 w 49"/>
                  <a:gd name="T37" fmla="*/ 20 h 57"/>
                  <a:gd name="T38" fmla="*/ 33 w 49"/>
                  <a:gd name="T39" fmla="*/ 20 h 57"/>
                  <a:gd name="T40" fmla="*/ 33 w 49"/>
                  <a:gd name="T41" fmla="*/ 19 h 57"/>
                  <a:gd name="T42" fmla="*/ 32 w 49"/>
                  <a:gd name="T43" fmla="*/ 15 h 57"/>
                  <a:gd name="T44" fmla="*/ 36 w 49"/>
                  <a:gd name="T45" fmla="*/ 14 h 57"/>
                  <a:gd name="T46" fmla="*/ 38 w 49"/>
                  <a:gd name="T47" fmla="*/ 11 h 57"/>
                  <a:gd name="T48" fmla="*/ 39 w 49"/>
                  <a:gd name="T49" fmla="*/ 6 h 57"/>
                  <a:gd name="T50" fmla="*/ 39 w 49"/>
                  <a:gd name="T51" fmla="*/ 12 h 57"/>
                  <a:gd name="T52" fmla="*/ 36 w 49"/>
                  <a:gd name="T53" fmla="*/ 16 h 57"/>
                  <a:gd name="T54" fmla="*/ 34 w 49"/>
                  <a:gd name="T55" fmla="*/ 16 h 57"/>
                  <a:gd name="T56" fmla="*/ 34 w 49"/>
                  <a:gd name="T57" fmla="*/ 19 h 57"/>
                  <a:gd name="T58" fmla="*/ 34 w 49"/>
                  <a:gd name="T59" fmla="*/ 21 h 57"/>
                  <a:gd name="T60" fmla="*/ 32 w 49"/>
                  <a:gd name="T61" fmla="*/ 22 h 57"/>
                  <a:gd name="T62" fmla="*/ 29 w 49"/>
                  <a:gd name="T63" fmla="*/ 22 h 57"/>
                  <a:gd name="T64" fmla="*/ 29 w 49"/>
                  <a:gd name="T65" fmla="*/ 23 h 57"/>
                  <a:gd name="T66" fmla="*/ 31 w 49"/>
                  <a:gd name="T67" fmla="*/ 32 h 57"/>
                  <a:gd name="T68" fmla="*/ 24 w 49"/>
                  <a:gd name="T69" fmla="*/ 34 h 57"/>
                  <a:gd name="T70" fmla="*/ 22 w 49"/>
                  <a:gd name="T71" fmla="*/ 36 h 57"/>
                  <a:gd name="T72" fmla="*/ 21 w 49"/>
                  <a:gd name="T73" fmla="*/ 38 h 57"/>
                  <a:gd name="T74" fmla="*/ 22 w 49"/>
                  <a:gd name="T75" fmla="*/ 43 h 57"/>
                  <a:gd name="T76" fmla="*/ 18 w 49"/>
                  <a:gd name="T77" fmla="*/ 45 h 57"/>
                  <a:gd name="T78" fmla="*/ 11 w 49"/>
                  <a:gd name="T79" fmla="*/ 45 h 57"/>
                  <a:gd name="T80" fmla="*/ 7 w 49"/>
                  <a:gd name="T81" fmla="*/ 55 h 57"/>
                  <a:gd name="T82" fmla="*/ 12 w 49"/>
                  <a:gd name="T83" fmla="*/ 57 h 57"/>
                  <a:gd name="T84" fmla="*/ 15 w 49"/>
                  <a:gd name="T85" fmla="*/ 57 h 57"/>
                  <a:gd name="T86" fmla="*/ 20 w 49"/>
                  <a:gd name="T87" fmla="*/ 57 h 57"/>
                  <a:gd name="T88" fmla="*/ 26 w 49"/>
                  <a:gd name="T89" fmla="*/ 55 h 57"/>
                  <a:gd name="T90" fmla="*/ 32 w 49"/>
                  <a:gd name="T91" fmla="*/ 52 h 57"/>
                  <a:gd name="T92" fmla="*/ 46 w 49"/>
                  <a:gd name="T93" fmla="*/ 32 h 57"/>
                  <a:gd name="T94" fmla="*/ 44 w 49"/>
                  <a:gd name="T95" fmla="*/ 22 h 57"/>
                  <a:gd name="T96" fmla="*/ 38 w 49"/>
                  <a:gd name="T97" fmla="*/ 29 h 57"/>
                  <a:gd name="T98" fmla="*/ 40 w 49"/>
                  <a:gd name="T99" fmla="*/ 33 h 57"/>
                  <a:gd name="T100" fmla="*/ 37 w 49"/>
                  <a:gd name="T101" fmla="*/ 37 h 57"/>
                  <a:gd name="T102" fmla="*/ 30 w 49"/>
                  <a:gd name="T103" fmla="*/ 41 h 57"/>
                  <a:gd name="T104" fmla="*/ 27 w 49"/>
                  <a:gd name="T105" fmla="*/ 49 h 57"/>
                  <a:gd name="T106" fmla="*/ 22 w 49"/>
                  <a:gd name="T107" fmla="*/ 54 h 57"/>
                  <a:gd name="T108" fmla="*/ 13 w 49"/>
                  <a:gd name="T109" fmla="*/ 57 h 57"/>
                  <a:gd name="T110" fmla="*/ 23 w 49"/>
                  <a:gd name="T111" fmla="*/ 52 h 57"/>
                  <a:gd name="T112" fmla="*/ 28 w 49"/>
                  <a:gd name="T113" fmla="*/ 41 h 57"/>
                  <a:gd name="T114" fmla="*/ 31 w 49"/>
                  <a:gd name="T115" fmla="*/ 37 h 57"/>
                  <a:gd name="T116" fmla="*/ 38 w 49"/>
                  <a:gd name="T117" fmla="*/ 34 h 57"/>
                  <a:gd name="T118" fmla="*/ 36 w 49"/>
                  <a:gd name="T119" fmla="*/ 29 h 57"/>
                  <a:gd name="T120" fmla="*/ 43 w 49"/>
                  <a:gd name="T121" fmla="*/ 22 h 57"/>
                  <a:gd name="T122" fmla="*/ 45 w 49"/>
                  <a:gd name="T123" fmla="*/ 17 h 57"/>
                  <a:gd name="T124" fmla="*/ 38 w 49"/>
                  <a:gd name="T125"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9" h="57">
                    <a:moveTo>
                      <a:pt x="39" y="2"/>
                    </a:moveTo>
                    <a:cubicBezTo>
                      <a:pt x="40" y="2"/>
                      <a:pt x="40" y="3"/>
                      <a:pt x="41" y="3"/>
                    </a:cubicBezTo>
                    <a:cubicBezTo>
                      <a:pt x="42" y="5"/>
                      <a:pt x="43" y="7"/>
                      <a:pt x="44" y="7"/>
                    </a:cubicBezTo>
                    <a:cubicBezTo>
                      <a:pt x="47" y="7"/>
                      <a:pt x="48" y="4"/>
                      <a:pt x="49" y="4"/>
                    </a:cubicBezTo>
                    <a:cubicBezTo>
                      <a:pt x="47" y="3"/>
                      <a:pt x="47" y="3"/>
                      <a:pt x="47" y="3"/>
                    </a:cubicBezTo>
                    <a:cubicBezTo>
                      <a:pt x="47" y="4"/>
                      <a:pt x="45" y="5"/>
                      <a:pt x="44" y="5"/>
                    </a:cubicBezTo>
                    <a:cubicBezTo>
                      <a:pt x="44" y="5"/>
                      <a:pt x="43" y="3"/>
                      <a:pt x="42" y="2"/>
                    </a:cubicBezTo>
                    <a:cubicBezTo>
                      <a:pt x="41" y="1"/>
                      <a:pt x="40" y="0"/>
                      <a:pt x="39" y="0"/>
                    </a:cubicBezTo>
                    <a:cubicBezTo>
                      <a:pt x="37" y="0"/>
                      <a:pt x="36" y="1"/>
                      <a:pt x="35" y="2"/>
                    </a:cubicBezTo>
                    <a:cubicBezTo>
                      <a:pt x="35" y="2"/>
                      <a:pt x="35" y="2"/>
                      <a:pt x="34" y="2"/>
                    </a:cubicBezTo>
                    <a:cubicBezTo>
                      <a:pt x="34" y="2"/>
                      <a:pt x="34" y="2"/>
                      <a:pt x="33" y="1"/>
                    </a:cubicBezTo>
                    <a:cubicBezTo>
                      <a:pt x="33" y="1"/>
                      <a:pt x="32" y="1"/>
                      <a:pt x="32" y="1"/>
                    </a:cubicBezTo>
                    <a:cubicBezTo>
                      <a:pt x="32" y="1"/>
                      <a:pt x="27" y="3"/>
                      <a:pt x="29" y="7"/>
                    </a:cubicBezTo>
                    <a:cubicBezTo>
                      <a:pt x="30" y="10"/>
                      <a:pt x="26" y="13"/>
                      <a:pt x="26" y="13"/>
                    </a:cubicBezTo>
                    <a:cubicBezTo>
                      <a:pt x="26" y="13"/>
                      <a:pt x="25" y="18"/>
                      <a:pt x="20" y="21"/>
                    </a:cubicBezTo>
                    <a:cubicBezTo>
                      <a:pt x="15" y="23"/>
                      <a:pt x="18" y="25"/>
                      <a:pt x="18" y="28"/>
                    </a:cubicBezTo>
                    <a:cubicBezTo>
                      <a:pt x="17" y="31"/>
                      <a:pt x="12" y="34"/>
                      <a:pt x="12" y="34"/>
                    </a:cubicBezTo>
                    <a:cubicBezTo>
                      <a:pt x="12" y="34"/>
                      <a:pt x="11" y="39"/>
                      <a:pt x="7" y="40"/>
                    </a:cubicBezTo>
                    <a:cubicBezTo>
                      <a:pt x="2" y="41"/>
                      <a:pt x="3" y="45"/>
                      <a:pt x="3" y="45"/>
                    </a:cubicBezTo>
                    <a:cubicBezTo>
                      <a:pt x="5" y="52"/>
                      <a:pt x="0" y="52"/>
                      <a:pt x="0" y="52"/>
                    </a:cubicBezTo>
                    <a:cubicBezTo>
                      <a:pt x="0" y="52"/>
                      <a:pt x="0" y="52"/>
                      <a:pt x="0" y="52"/>
                    </a:cubicBezTo>
                    <a:cubicBezTo>
                      <a:pt x="0" y="53"/>
                      <a:pt x="1" y="53"/>
                      <a:pt x="1" y="53"/>
                    </a:cubicBezTo>
                    <a:cubicBezTo>
                      <a:pt x="1" y="53"/>
                      <a:pt x="1" y="53"/>
                      <a:pt x="1" y="53"/>
                    </a:cubicBezTo>
                    <a:cubicBezTo>
                      <a:pt x="2" y="54"/>
                      <a:pt x="3" y="54"/>
                      <a:pt x="3" y="54"/>
                    </a:cubicBezTo>
                    <a:cubicBezTo>
                      <a:pt x="4" y="55"/>
                      <a:pt x="5" y="55"/>
                      <a:pt x="6" y="55"/>
                    </a:cubicBezTo>
                    <a:cubicBezTo>
                      <a:pt x="6" y="55"/>
                      <a:pt x="7" y="55"/>
                      <a:pt x="7" y="55"/>
                    </a:cubicBezTo>
                    <a:cubicBezTo>
                      <a:pt x="8" y="55"/>
                      <a:pt x="8" y="54"/>
                      <a:pt x="9" y="54"/>
                    </a:cubicBezTo>
                    <a:cubicBezTo>
                      <a:pt x="10" y="53"/>
                      <a:pt x="10" y="52"/>
                      <a:pt x="10" y="51"/>
                    </a:cubicBezTo>
                    <a:cubicBezTo>
                      <a:pt x="10" y="49"/>
                      <a:pt x="10" y="48"/>
                      <a:pt x="10" y="46"/>
                    </a:cubicBezTo>
                    <a:cubicBezTo>
                      <a:pt x="10" y="46"/>
                      <a:pt x="10" y="45"/>
                      <a:pt x="10" y="45"/>
                    </a:cubicBezTo>
                    <a:cubicBezTo>
                      <a:pt x="10" y="45"/>
                      <a:pt x="10" y="45"/>
                      <a:pt x="10" y="45"/>
                    </a:cubicBezTo>
                    <a:cubicBezTo>
                      <a:pt x="10" y="45"/>
                      <a:pt x="10" y="45"/>
                      <a:pt x="10" y="45"/>
                    </a:cubicBezTo>
                    <a:cubicBezTo>
                      <a:pt x="10" y="45"/>
                      <a:pt x="10" y="45"/>
                      <a:pt x="10" y="45"/>
                    </a:cubicBezTo>
                    <a:cubicBezTo>
                      <a:pt x="10" y="45"/>
                      <a:pt x="10" y="45"/>
                      <a:pt x="10" y="45"/>
                    </a:cubicBezTo>
                    <a:cubicBezTo>
                      <a:pt x="10" y="45"/>
                      <a:pt x="10" y="45"/>
                      <a:pt x="10" y="45"/>
                    </a:cubicBezTo>
                    <a:cubicBezTo>
                      <a:pt x="10" y="45"/>
                      <a:pt x="10" y="45"/>
                      <a:pt x="10" y="45"/>
                    </a:cubicBezTo>
                    <a:cubicBezTo>
                      <a:pt x="10" y="44"/>
                      <a:pt x="10" y="44"/>
                      <a:pt x="10" y="44"/>
                    </a:cubicBezTo>
                    <a:cubicBezTo>
                      <a:pt x="10" y="44"/>
                      <a:pt x="10" y="44"/>
                      <a:pt x="10" y="44"/>
                    </a:cubicBezTo>
                    <a:cubicBezTo>
                      <a:pt x="11" y="43"/>
                      <a:pt x="12" y="43"/>
                      <a:pt x="12" y="43"/>
                    </a:cubicBezTo>
                    <a:cubicBezTo>
                      <a:pt x="13" y="43"/>
                      <a:pt x="14" y="43"/>
                      <a:pt x="15" y="43"/>
                    </a:cubicBezTo>
                    <a:cubicBezTo>
                      <a:pt x="16" y="43"/>
                      <a:pt x="16" y="43"/>
                      <a:pt x="17" y="43"/>
                    </a:cubicBezTo>
                    <a:cubicBezTo>
                      <a:pt x="17" y="43"/>
                      <a:pt x="18" y="43"/>
                      <a:pt x="18" y="43"/>
                    </a:cubicBezTo>
                    <a:cubicBezTo>
                      <a:pt x="19" y="43"/>
                      <a:pt x="19" y="43"/>
                      <a:pt x="19" y="43"/>
                    </a:cubicBezTo>
                    <a:cubicBezTo>
                      <a:pt x="19" y="43"/>
                      <a:pt x="19" y="43"/>
                      <a:pt x="19" y="43"/>
                    </a:cubicBezTo>
                    <a:cubicBezTo>
                      <a:pt x="19" y="43"/>
                      <a:pt x="20" y="43"/>
                      <a:pt x="20" y="43"/>
                    </a:cubicBezTo>
                    <a:cubicBezTo>
                      <a:pt x="20" y="43"/>
                      <a:pt x="20" y="43"/>
                      <a:pt x="20" y="43"/>
                    </a:cubicBezTo>
                    <a:cubicBezTo>
                      <a:pt x="20" y="43"/>
                      <a:pt x="20" y="43"/>
                      <a:pt x="20" y="43"/>
                    </a:cubicBezTo>
                    <a:cubicBezTo>
                      <a:pt x="20" y="43"/>
                      <a:pt x="20" y="42"/>
                      <a:pt x="20" y="42"/>
                    </a:cubicBezTo>
                    <a:cubicBezTo>
                      <a:pt x="20" y="42"/>
                      <a:pt x="19" y="40"/>
                      <a:pt x="19" y="39"/>
                    </a:cubicBezTo>
                    <a:cubicBezTo>
                      <a:pt x="19" y="39"/>
                      <a:pt x="19" y="38"/>
                      <a:pt x="20" y="37"/>
                    </a:cubicBezTo>
                    <a:cubicBezTo>
                      <a:pt x="20" y="37"/>
                      <a:pt x="20" y="36"/>
                      <a:pt x="20" y="36"/>
                    </a:cubicBezTo>
                    <a:cubicBezTo>
                      <a:pt x="20" y="36"/>
                      <a:pt x="20" y="36"/>
                      <a:pt x="20" y="36"/>
                    </a:cubicBezTo>
                    <a:cubicBezTo>
                      <a:pt x="20" y="36"/>
                      <a:pt x="20" y="36"/>
                      <a:pt x="20" y="36"/>
                    </a:cubicBezTo>
                    <a:cubicBezTo>
                      <a:pt x="20" y="36"/>
                      <a:pt x="20" y="36"/>
                      <a:pt x="20" y="36"/>
                    </a:cubicBezTo>
                    <a:cubicBezTo>
                      <a:pt x="20" y="36"/>
                      <a:pt x="20" y="36"/>
                      <a:pt x="20" y="36"/>
                    </a:cubicBezTo>
                    <a:cubicBezTo>
                      <a:pt x="20" y="36"/>
                      <a:pt x="20" y="36"/>
                      <a:pt x="20" y="36"/>
                    </a:cubicBezTo>
                    <a:cubicBezTo>
                      <a:pt x="20" y="35"/>
                      <a:pt x="20" y="35"/>
                      <a:pt x="20" y="35"/>
                    </a:cubicBezTo>
                    <a:cubicBezTo>
                      <a:pt x="21" y="35"/>
                      <a:pt x="21" y="34"/>
                      <a:pt x="22" y="34"/>
                    </a:cubicBezTo>
                    <a:cubicBezTo>
                      <a:pt x="22" y="33"/>
                      <a:pt x="23" y="33"/>
                      <a:pt x="24" y="33"/>
                    </a:cubicBezTo>
                    <a:cubicBezTo>
                      <a:pt x="25" y="32"/>
                      <a:pt x="26" y="32"/>
                      <a:pt x="27" y="32"/>
                    </a:cubicBezTo>
                    <a:cubicBezTo>
                      <a:pt x="28" y="32"/>
                      <a:pt x="28" y="32"/>
                      <a:pt x="29" y="32"/>
                    </a:cubicBezTo>
                    <a:cubicBezTo>
                      <a:pt x="29" y="32"/>
                      <a:pt x="29" y="32"/>
                      <a:pt x="30" y="31"/>
                    </a:cubicBezTo>
                    <a:cubicBezTo>
                      <a:pt x="30" y="31"/>
                      <a:pt x="30" y="31"/>
                      <a:pt x="30" y="31"/>
                    </a:cubicBezTo>
                    <a:cubicBezTo>
                      <a:pt x="31" y="31"/>
                      <a:pt x="31" y="30"/>
                      <a:pt x="31" y="30"/>
                    </a:cubicBezTo>
                    <a:cubicBezTo>
                      <a:pt x="31" y="29"/>
                      <a:pt x="31" y="29"/>
                      <a:pt x="30" y="28"/>
                    </a:cubicBezTo>
                    <a:cubicBezTo>
                      <a:pt x="30" y="27"/>
                      <a:pt x="29" y="26"/>
                      <a:pt x="29" y="25"/>
                    </a:cubicBezTo>
                    <a:cubicBezTo>
                      <a:pt x="28" y="25"/>
                      <a:pt x="28" y="24"/>
                      <a:pt x="28" y="23"/>
                    </a:cubicBezTo>
                    <a:cubicBezTo>
                      <a:pt x="28" y="23"/>
                      <a:pt x="28" y="23"/>
                      <a:pt x="28" y="23"/>
                    </a:cubicBezTo>
                    <a:cubicBezTo>
                      <a:pt x="28" y="23"/>
                      <a:pt x="28" y="23"/>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1"/>
                      <a:pt x="28" y="21"/>
                      <a:pt x="28" y="21"/>
                    </a:cubicBezTo>
                    <a:cubicBezTo>
                      <a:pt x="29" y="21"/>
                      <a:pt x="30" y="20"/>
                      <a:pt x="30" y="20"/>
                    </a:cubicBezTo>
                    <a:cubicBezTo>
                      <a:pt x="31" y="20"/>
                      <a:pt x="31" y="20"/>
                      <a:pt x="32" y="20"/>
                    </a:cubicBezTo>
                    <a:cubicBezTo>
                      <a:pt x="32" y="20"/>
                      <a:pt x="32"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19"/>
                      <a:pt x="33" y="19"/>
                      <a:pt x="33" y="19"/>
                    </a:cubicBezTo>
                    <a:cubicBezTo>
                      <a:pt x="33" y="19"/>
                      <a:pt x="32" y="18"/>
                      <a:pt x="32" y="18"/>
                    </a:cubicBezTo>
                    <a:cubicBezTo>
                      <a:pt x="32" y="17"/>
                      <a:pt x="32" y="17"/>
                      <a:pt x="32" y="16"/>
                    </a:cubicBezTo>
                    <a:cubicBezTo>
                      <a:pt x="32" y="16"/>
                      <a:pt x="32" y="16"/>
                      <a:pt x="32" y="16"/>
                    </a:cubicBezTo>
                    <a:cubicBezTo>
                      <a:pt x="32" y="15"/>
                      <a:pt x="32" y="15"/>
                      <a:pt x="32" y="15"/>
                    </a:cubicBezTo>
                    <a:cubicBezTo>
                      <a:pt x="32" y="15"/>
                      <a:pt x="33" y="14"/>
                      <a:pt x="33" y="14"/>
                    </a:cubicBezTo>
                    <a:cubicBezTo>
                      <a:pt x="34" y="14"/>
                      <a:pt x="34" y="14"/>
                      <a:pt x="34" y="14"/>
                    </a:cubicBezTo>
                    <a:cubicBezTo>
                      <a:pt x="34" y="14"/>
                      <a:pt x="35" y="14"/>
                      <a:pt x="35" y="14"/>
                    </a:cubicBezTo>
                    <a:cubicBezTo>
                      <a:pt x="35" y="14"/>
                      <a:pt x="36" y="14"/>
                      <a:pt x="36" y="14"/>
                    </a:cubicBezTo>
                    <a:cubicBezTo>
                      <a:pt x="36" y="14"/>
                      <a:pt x="37" y="14"/>
                      <a:pt x="37" y="14"/>
                    </a:cubicBezTo>
                    <a:cubicBezTo>
                      <a:pt x="37" y="14"/>
                      <a:pt x="38" y="14"/>
                      <a:pt x="38" y="13"/>
                    </a:cubicBezTo>
                    <a:cubicBezTo>
                      <a:pt x="38" y="13"/>
                      <a:pt x="38" y="12"/>
                      <a:pt x="38" y="12"/>
                    </a:cubicBezTo>
                    <a:cubicBezTo>
                      <a:pt x="38" y="12"/>
                      <a:pt x="38" y="12"/>
                      <a:pt x="38" y="11"/>
                    </a:cubicBezTo>
                    <a:cubicBezTo>
                      <a:pt x="38" y="11"/>
                      <a:pt x="38" y="10"/>
                      <a:pt x="38" y="9"/>
                    </a:cubicBezTo>
                    <a:cubicBezTo>
                      <a:pt x="38" y="8"/>
                      <a:pt x="38" y="8"/>
                      <a:pt x="38" y="7"/>
                    </a:cubicBezTo>
                    <a:cubicBezTo>
                      <a:pt x="38" y="6"/>
                      <a:pt x="38" y="6"/>
                      <a:pt x="38" y="6"/>
                    </a:cubicBezTo>
                    <a:cubicBezTo>
                      <a:pt x="39" y="6"/>
                      <a:pt x="39" y="6"/>
                      <a:pt x="39" y="6"/>
                    </a:cubicBezTo>
                    <a:cubicBezTo>
                      <a:pt x="39" y="6"/>
                      <a:pt x="39" y="6"/>
                      <a:pt x="39" y="7"/>
                    </a:cubicBezTo>
                    <a:cubicBezTo>
                      <a:pt x="39" y="8"/>
                      <a:pt x="39" y="8"/>
                      <a:pt x="39" y="9"/>
                    </a:cubicBezTo>
                    <a:cubicBezTo>
                      <a:pt x="39" y="10"/>
                      <a:pt x="39" y="10"/>
                      <a:pt x="39" y="11"/>
                    </a:cubicBezTo>
                    <a:cubicBezTo>
                      <a:pt x="39" y="11"/>
                      <a:pt x="39" y="12"/>
                      <a:pt x="39" y="12"/>
                    </a:cubicBezTo>
                    <a:cubicBezTo>
                      <a:pt x="39" y="12"/>
                      <a:pt x="39" y="13"/>
                      <a:pt x="39" y="13"/>
                    </a:cubicBezTo>
                    <a:cubicBezTo>
                      <a:pt x="39" y="14"/>
                      <a:pt x="39" y="14"/>
                      <a:pt x="39" y="15"/>
                    </a:cubicBezTo>
                    <a:cubicBezTo>
                      <a:pt x="39" y="15"/>
                      <a:pt x="38" y="15"/>
                      <a:pt x="38" y="16"/>
                    </a:cubicBezTo>
                    <a:cubicBezTo>
                      <a:pt x="37" y="16"/>
                      <a:pt x="37" y="16"/>
                      <a:pt x="36" y="16"/>
                    </a:cubicBezTo>
                    <a:cubicBezTo>
                      <a:pt x="35" y="16"/>
                      <a:pt x="35" y="16"/>
                      <a:pt x="35" y="16"/>
                    </a:cubicBezTo>
                    <a:cubicBezTo>
                      <a:pt x="34" y="16"/>
                      <a:pt x="34" y="16"/>
                      <a:pt x="34" y="16"/>
                    </a:cubicBezTo>
                    <a:cubicBezTo>
                      <a:pt x="34" y="16"/>
                      <a:pt x="34" y="16"/>
                      <a:pt x="34" y="16"/>
                    </a:cubicBezTo>
                    <a:cubicBezTo>
                      <a:pt x="34" y="16"/>
                      <a:pt x="34" y="16"/>
                      <a:pt x="34" y="16"/>
                    </a:cubicBezTo>
                    <a:cubicBezTo>
                      <a:pt x="34" y="17"/>
                      <a:pt x="34" y="17"/>
                      <a:pt x="34" y="18"/>
                    </a:cubicBezTo>
                    <a:cubicBezTo>
                      <a:pt x="34" y="18"/>
                      <a:pt x="34" y="18"/>
                      <a:pt x="34" y="18"/>
                    </a:cubicBezTo>
                    <a:cubicBezTo>
                      <a:pt x="34" y="19"/>
                      <a:pt x="34" y="19"/>
                      <a:pt x="34" y="19"/>
                    </a:cubicBezTo>
                    <a:cubicBezTo>
                      <a:pt x="34" y="19"/>
                      <a:pt x="34" y="19"/>
                      <a:pt x="34" y="19"/>
                    </a:cubicBezTo>
                    <a:cubicBezTo>
                      <a:pt x="34" y="20"/>
                      <a:pt x="34" y="20"/>
                      <a:pt x="34" y="20"/>
                    </a:cubicBezTo>
                    <a:cubicBezTo>
                      <a:pt x="34" y="20"/>
                      <a:pt x="34" y="20"/>
                      <a:pt x="34" y="20"/>
                    </a:cubicBezTo>
                    <a:cubicBezTo>
                      <a:pt x="34" y="20"/>
                      <a:pt x="34" y="20"/>
                      <a:pt x="34" y="21"/>
                    </a:cubicBezTo>
                    <a:cubicBezTo>
                      <a:pt x="34" y="21"/>
                      <a:pt x="34" y="21"/>
                      <a:pt x="34" y="21"/>
                    </a:cubicBezTo>
                    <a:cubicBezTo>
                      <a:pt x="34" y="21"/>
                      <a:pt x="34" y="22"/>
                      <a:pt x="34" y="22"/>
                    </a:cubicBezTo>
                    <a:cubicBezTo>
                      <a:pt x="34" y="22"/>
                      <a:pt x="34" y="22"/>
                      <a:pt x="33" y="22"/>
                    </a:cubicBezTo>
                    <a:cubicBezTo>
                      <a:pt x="33" y="22"/>
                      <a:pt x="33" y="22"/>
                      <a:pt x="33" y="22"/>
                    </a:cubicBezTo>
                    <a:cubicBezTo>
                      <a:pt x="32" y="22"/>
                      <a:pt x="32" y="22"/>
                      <a:pt x="32" y="22"/>
                    </a:cubicBezTo>
                    <a:cubicBezTo>
                      <a:pt x="31" y="22"/>
                      <a:pt x="30" y="21"/>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3"/>
                      <a:pt x="29" y="23"/>
                      <a:pt x="29" y="23"/>
                    </a:cubicBezTo>
                    <a:cubicBezTo>
                      <a:pt x="29" y="23"/>
                      <a:pt x="29" y="23"/>
                      <a:pt x="29" y="23"/>
                    </a:cubicBezTo>
                    <a:cubicBezTo>
                      <a:pt x="29" y="23"/>
                      <a:pt x="29" y="23"/>
                      <a:pt x="29" y="23"/>
                    </a:cubicBezTo>
                    <a:cubicBezTo>
                      <a:pt x="29" y="24"/>
                      <a:pt x="29" y="24"/>
                      <a:pt x="29" y="25"/>
                    </a:cubicBezTo>
                    <a:cubicBezTo>
                      <a:pt x="30" y="26"/>
                      <a:pt x="30" y="27"/>
                      <a:pt x="31" y="28"/>
                    </a:cubicBezTo>
                    <a:cubicBezTo>
                      <a:pt x="31" y="28"/>
                      <a:pt x="31" y="29"/>
                      <a:pt x="31" y="30"/>
                    </a:cubicBezTo>
                    <a:cubicBezTo>
                      <a:pt x="32" y="30"/>
                      <a:pt x="31" y="31"/>
                      <a:pt x="31" y="32"/>
                    </a:cubicBezTo>
                    <a:cubicBezTo>
                      <a:pt x="31" y="32"/>
                      <a:pt x="30" y="32"/>
                      <a:pt x="30" y="32"/>
                    </a:cubicBezTo>
                    <a:cubicBezTo>
                      <a:pt x="30" y="32"/>
                      <a:pt x="29" y="32"/>
                      <a:pt x="29" y="33"/>
                    </a:cubicBezTo>
                    <a:cubicBezTo>
                      <a:pt x="29" y="33"/>
                      <a:pt x="28" y="33"/>
                      <a:pt x="27" y="33"/>
                    </a:cubicBezTo>
                    <a:cubicBezTo>
                      <a:pt x="26" y="34"/>
                      <a:pt x="25" y="34"/>
                      <a:pt x="24" y="34"/>
                    </a:cubicBezTo>
                    <a:cubicBezTo>
                      <a:pt x="23" y="35"/>
                      <a:pt x="22" y="35"/>
                      <a:pt x="22" y="36"/>
                    </a:cubicBezTo>
                    <a:cubicBezTo>
                      <a:pt x="22" y="36"/>
                      <a:pt x="22" y="36"/>
                      <a:pt x="22" y="36"/>
                    </a:cubicBezTo>
                    <a:cubicBezTo>
                      <a:pt x="22" y="36"/>
                      <a:pt x="22" y="36"/>
                      <a:pt x="22" y="36"/>
                    </a:cubicBezTo>
                    <a:cubicBezTo>
                      <a:pt x="22" y="36"/>
                      <a:pt x="22" y="36"/>
                      <a:pt x="22" y="36"/>
                    </a:cubicBezTo>
                    <a:cubicBezTo>
                      <a:pt x="22" y="37"/>
                      <a:pt x="22" y="37"/>
                      <a:pt x="22" y="37"/>
                    </a:cubicBezTo>
                    <a:cubicBezTo>
                      <a:pt x="22" y="37"/>
                      <a:pt x="22" y="37"/>
                      <a:pt x="22" y="37"/>
                    </a:cubicBezTo>
                    <a:cubicBezTo>
                      <a:pt x="22" y="37"/>
                      <a:pt x="22" y="37"/>
                      <a:pt x="22" y="37"/>
                    </a:cubicBezTo>
                    <a:cubicBezTo>
                      <a:pt x="21" y="38"/>
                      <a:pt x="21" y="38"/>
                      <a:pt x="21" y="38"/>
                    </a:cubicBezTo>
                    <a:cubicBezTo>
                      <a:pt x="21" y="38"/>
                      <a:pt x="21" y="39"/>
                      <a:pt x="21" y="39"/>
                    </a:cubicBezTo>
                    <a:cubicBezTo>
                      <a:pt x="21" y="40"/>
                      <a:pt x="21" y="40"/>
                      <a:pt x="22" y="41"/>
                    </a:cubicBezTo>
                    <a:cubicBezTo>
                      <a:pt x="22" y="41"/>
                      <a:pt x="22" y="42"/>
                      <a:pt x="22" y="43"/>
                    </a:cubicBezTo>
                    <a:cubicBezTo>
                      <a:pt x="22" y="43"/>
                      <a:pt x="22" y="43"/>
                      <a:pt x="22" y="43"/>
                    </a:cubicBezTo>
                    <a:cubicBezTo>
                      <a:pt x="22" y="43"/>
                      <a:pt x="22" y="44"/>
                      <a:pt x="21" y="44"/>
                    </a:cubicBezTo>
                    <a:cubicBezTo>
                      <a:pt x="21" y="44"/>
                      <a:pt x="21" y="44"/>
                      <a:pt x="21" y="44"/>
                    </a:cubicBezTo>
                    <a:cubicBezTo>
                      <a:pt x="21" y="45"/>
                      <a:pt x="21" y="45"/>
                      <a:pt x="20" y="45"/>
                    </a:cubicBezTo>
                    <a:cubicBezTo>
                      <a:pt x="20" y="45"/>
                      <a:pt x="19" y="45"/>
                      <a:pt x="18" y="45"/>
                    </a:cubicBezTo>
                    <a:cubicBezTo>
                      <a:pt x="18" y="45"/>
                      <a:pt x="17" y="45"/>
                      <a:pt x="17" y="45"/>
                    </a:cubicBezTo>
                    <a:cubicBezTo>
                      <a:pt x="16" y="45"/>
                      <a:pt x="16" y="45"/>
                      <a:pt x="15" y="45"/>
                    </a:cubicBezTo>
                    <a:cubicBezTo>
                      <a:pt x="14" y="45"/>
                      <a:pt x="13" y="45"/>
                      <a:pt x="12" y="45"/>
                    </a:cubicBezTo>
                    <a:cubicBezTo>
                      <a:pt x="12" y="45"/>
                      <a:pt x="12" y="45"/>
                      <a:pt x="11" y="45"/>
                    </a:cubicBezTo>
                    <a:cubicBezTo>
                      <a:pt x="11" y="45"/>
                      <a:pt x="11" y="45"/>
                      <a:pt x="11" y="46"/>
                    </a:cubicBezTo>
                    <a:cubicBezTo>
                      <a:pt x="12" y="47"/>
                      <a:pt x="12" y="49"/>
                      <a:pt x="11" y="51"/>
                    </a:cubicBezTo>
                    <a:cubicBezTo>
                      <a:pt x="11" y="52"/>
                      <a:pt x="10" y="54"/>
                      <a:pt x="10" y="54"/>
                    </a:cubicBezTo>
                    <a:cubicBezTo>
                      <a:pt x="9" y="55"/>
                      <a:pt x="8" y="55"/>
                      <a:pt x="7" y="55"/>
                    </a:cubicBezTo>
                    <a:cubicBezTo>
                      <a:pt x="7" y="55"/>
                      <a:pt x="7" y="56"/>
                      <a:pt x="7" y="56"/>
                    </a:cubicBezTo>
                    <a:cubicBezTo>
                      <a:pt x="8" y="56"/>
                      <a:pt x="9" y="56"/>
                      <a:pt x="10" y="56"/>
                    </a:cubicBezTo>
                    <a:cubicBezTo>
                      <a:pt x="10" y="56"/>
                      <a:pt x="10" y="56"/>
                      <a:pt x="10" y="56"/>
                    </a:cubicBezTo>
                    <a:cubicBezTo>
                      <a:pt x="11" y="57"/>
                      <a:pt x="11" y="57"/>
                      <a:pt x="12" y="57"/>
                    </a:cubicBezTo>
                    <a:cubicBezTo>
                      <a:pt x="12" y="57"/>
                      <a:pt x="12" y="57"/>
                      <a:pt x="12" y="57"/>
                    </a:cubicBezTo>
                    <a:cubicBezTo>
                      <a:pt x="12" y="57"/>
                      <a:pt x="13" y="57"/>
                      <a:pt x="13" y="57"/>
                    </a:cubicBezTo>
                    <a:cubicBezTo>
                      <a:pt x="13" y="57"/>
                      <a:pt x="13" y="57"/>
                      <a:pt x="13" y="57"/>
                    </a:cubicBezTo>
                    <a:cubicBezTo>
                      <a:pt x="14" y="57"/>
                      <a:pt x="14" y="57"/>
                      <a:pt x="15" y="57"/>
                    </a:cubicBezTo>
                    <a:cubicBezTo>
                      <a:pt x="15" y="57"/>
                      <a:pt x="15" y="57"/>
                      <a:pt x="15" y="57"/>
                    </a:cubicBezTo>
                    <a:cubicBezTo>
                      <a:pt x="16" y="57"/>
                      <a:pt x="18" y="57"/>
                      <a:pt x="19" y="57"/>
                    </a:cubicBezTo>
                    <a:cubicBezTo>
                      <a:pt x="19" y="57"/>
                      <a:pt x="19" y="57"/>
                      <a:pt x="19" y="57"/>
                    </a:cubicBezTo>
                    <a:cubicBezTo>
                      <a:pt x="19" y="57"/>
                      <a:pt x="20" y="57"/>
                      <a:pt x="20" y="57"/>
                    </a:cubicBezTo>
                    <a:cubicBezTo>
                      <a:pt x="20" y="57"/>
                      <a:pt x="20" y="57"/>
                      <a:pt x="20" y="57"/>
                    </a:cubicBezTo>
                    <a:cubicBezTo>
                      <a:pt x="21" y="56"/>
                      <a:pt x="22" y="56"/>
                      <a:pt x="23" y="56"/>
                    </a:cubicBezTo>
                    <a:cubicBezTo>
                      <a:pt x="23" y="56"/>
                      <a:pt x="23" y="56"/>
                      <a:pt x="23" y="56"/>
                    </a:cubicBezTo>
                    <a:cubicBezTo>
                      <a:pt x="24" y="56"/>
                      <a:pt x="25" y="55"/>
                      <a:pt x="26" y="55"/>
                    </a:cubicBezTo>
                    <a:cubicBezTo>
                      <a:pt x="26" y="55"/>
                      <a:pt x="26" y="55"/>
                      <a:pt x="27" y="55"/>
                    </a:cubicBezTo>
                    <a:cubicBezTo>
                      <a:pt x="27" y="55"/>
                      <a:pt x="28" y="54"/>
                      <a:pt x="29" y="54"/>
                    </a:cubicBezTo>
                    <a:cubicBezTo>
                      <a:pt x="29" y="54"/>
                      <a:pt x="29" y="54"/>
                      <a:pt x="30" y="54"/>
                    </a:cubicBezTo>
                    <a:cubicBezTo>
                      <a:pt x="30" y="53"/>
                      <a:pt x="31" y="53"/>
                      <a:pt x="32" y="52"/>
                    </a:cubicBezTo>
                    <a:cubicBezTo>
                      <a:pt x="32" y="50"/>
                      <a:pt x="36" y="44"/>
                      <a:pt x="39" y="43"/>
                    </a:cubicBezTo>
                    <a:cubicBezTo>
                      <a:pt x="40" y="41"/>
                      <a:pt x="40" y="38"/>
                      <a:pt x="40" y="36"/>
                    </a:cubicBezTo>
                    <a:cubicBezTo>
                      <a:pt x="40" y="36"/>
                      <a:pt x="40" y="36"/>
                      <a:pt x="40" y="36"/>
                    </a:cubicBezTo>
                    <a:cubicBezTo>
                      <a:pt x="41" y="34"/>
                      <a:pt x="45" y="33"/>
                      <a:pt x="46" y="32"/>
                    </a:cubicBezTo>
                    <a:cubicBezTo>
                      <a:pt x="47" y="28"/>
                      <a:pt x="46" y="22"/>
                      <a:pt x="45" y="17"/>
                    </a:cubicBezTo>
                    <a:cubicBezTo>
                      <a:pt x="45" y="17"/>
                      <a:pt x="45" y="18"/>
                      <a:pt x="45" y="18"/>
                    </a:cubicBezTo>
                    <a:cubicBezTo>
                      <a:pt x="45" y="18"/>
                      <a:pt x="45" y="19"/>
                      <a:pt x="44" y="20"/>
                    </a:cubicBezTo>
                    <a:cubicBezTo>
                      <a:pt x="44" y="20"/>
                      <a:pt x="44" y="21"/>
                      <a:pt x="44" y="22"/>
                    </a:cubicBezTo>
                    <a:cubicBezTo>
                      <a:pt x="43" y="23"/>
                      <a:pt x="42" y="25"/>
                      <a:pt x="41" y="26"/>
                    </a:cubicBezTo>
                    <a:cubicBezTo>
                      <a:pt x="41" y="26"/>
                      <a:pt x="40" y="27"/>
                      <a:pt x="40" y="27"/>
                    </a:cubicBezTo>
                    <a:cubicBezTo>
                      <a:pt x="39" y="27"/>
                      <a:pt x="38" y="28"/>
                      <a:pt x="38" y="28"/>
                    </a:cubicBezTo>
                    <a:cubicBezTo>
                      <a:pt x="38" y="28"/>
                      <a:pt x="38" y="29"/>
                      <a:pt x="38" y="29"/>
                    </a:cubicBezTo>
                    <a:cubicBezTo>
                      <a:pt x="38" y="29"/>
                      <a:pt x="38" y="29"/>
                      <a:pt x="38" y="29"/>
                    </a:cubicBezTo>
                    <a:cubicBezTo>
                      <a:pt x="38" y="29"/>
                      <a:pt x="38" y="30"/>
                      <a:pt x="38" y="30"/>
                    </a:cubicBezTo>
                    <a:cubicBezTo>
                      <a:pt x="38" y="30"/>
                      <a:pt x="39" y="31"/>
                      <a:pt x="39" y="32"/>
                    </a:cubicBezTo>
                    <a:cubicBezTo>
                      <a:pt x="39" y="32"/>
                      <a:pt x="40" y="32"/>
                      <a:pt x="40" y="33"/>
                    </a:cubicBezTo>
                    <a:cubicBezTo>
                      <a:pt x="40" y="33"/>
                      <a:pt x="40" y="33"/>
                      <a:pt x="40" y="34"/>
                    </a:cubicBezTo>
                    <a:cubicBezTo>
                      <a:pt x="40" y="34"/>
                      <a:pt x="40" y="35"/>
                      <a:pt x="40" y="35"/>
                    </a:cubicBezTo>
                    <a:cubicBezTo>
                      <a:pt x="40" y="36"/>
                      <a:pt x="39" y="36"/>
                      <a:pt x="39" y="36"/>
                    </a:cubicBezTo>
                    <a:cubicBezTo>
                      <a:pt x="38" y="37"/>
                      <a:pt x="38" y="37"/>
                      <a:pt x="37" y="37"/>
                    </a:cubicBezTo>
                    <a:cubicBezTo>
                      <a:pt x="35" y="37"/>
                      <a:pt x="34" y="38"/>
                      <a:pt x="32" y="38"/>
                    </a:cubicBezTo>
                    <a:cubicBezTo>
                      <a:pt x="31" y="38"/>
                      <a:pt x="31" y="39"/>
                      <a:pt x="30" y="40"/>
                    </a:cubicBezTo>
                    <a:cubicBezTo>
                      <a:pt x="30" y="40"/>
                      <a:pt x="30" y="40"/>
                      <a:pt x="30" y="41"/>
                    </a:cubicBezTo>
                    <a:cubicBezTo>
                      <a:pt x="30" y="41"/>
                      <a:pt x="30" y="41"/>
                      <a:pt x="30" y="41"/>
                    </a:cubicBezTo>
                    <a:cubicBezTo>
                      <a:pt x="29" y="41"/>
                      <a:pt x="29" y="41"/>
                      <a:pt x="29" y="41"/>
                    </a:cubicBezTo>
                    <a:cubicBezTo>
                      <a:pt x="29" y="42"/>
                      <a:pt x="29" y="42"/>
                      <a:pt x="29" y="42"/>
                    </a:cubicBezTo>
                    <a:cubicBezTo>
                      <a:pt x="29" y="43"/>
                      <a:pt x="29" y="45"/>
                      <a:pt x="28" y="47"/>
                    </a:cubicBezTo>
                    <a:cubicBezTo>
                      <a:pt x="28" y="48"/>
                      <a:pt x="28" y="49"/>
                      <a:pt x="27" y="49"/>
                    </a:cubicBezTo>
                    <a:cubicBezTo>
                      <a:pt x="27" y="50"/>
                      <a:pt x="27" y="51"/>
                      <a:pt x="26" y="51"/>
                    </a:cubicBezTo>
                    <a:cubicBezTo>
                      <a:pt x="26" y="52"/>
                      <a:pt x="25" y="52"/>
                      <a:pt x="25" y="52"/>
                    </a:cubicBezTo>
                    <a:cubicBezTo>
                      <a:pt x="25" y="52"/>
                      <a:pt x="24" y="52"/>
                      <a:pt x="24" y="53"/>
                    </a:cubicBezTo>
                    <a:cubicBezTo>
                      <a:pt x="23" y="53"/>
                      <a:pt x="23" y="53"/>
                      <a:pt x="22" y="54"/>
                    </a:cubicBezTo>
                    <a:cubicBezTo>
                      <a:pt x="19" y="55"/>
                      <a:pt x="17" y="56"/>
                      <a:pt x="16" y="56"/>
                    </a:cubicBezTo>
                    <a:cubicBezTo>
                      <a:pt x="15" y="56"/>
                      <a:pt x="14" y="56"/>
                      <a:pt x="14" y="57"/>
                    </a:cubicBezTo>
                    <a:cubicBezTo>
                      <a:pt x="14" y="57"/>
                      <a:pt x="13" y="57"/>
                      <a:pt x="13" y="57"/>
                    </a:cubicBezTo>
                    <a:cubicBezTo>
                      <a:pt x="13" y="57"/>
                      <a:pt x="13" y="57"/>
                      <a:pt x="13" y="57"/>
                    </a:cubicBezTo>
                    <a:cubicBezTo>
                      <a:pt x="13" y="57"/>
                      <a:pt x="14" y="56"/>
                      <a:pt x="14" y="56"/>
                    </a:cubicBezTo>
                    <a:cubicBezTo>
                      <a:pt x="14" y="56"/>
                      <a:pt x="15" y="56"/>
                      <a:pt x="16" y="56"/>
                    </a:cubicBezTo>
                    <a:cubicBezTo>
                      <a:pt x="17" y="55"/>
                      <a:pt x="19" y="54"/>
                      <a:pt x="22" y="53"/>
                    </a:cubicBezTo>
                    <a:cubicBezTo>
                      <a:pt x="22" y="53"/>
                      <a:pt x="23" y="52"/>
                      <a:pt x="23" y="52"/>
                    </a:cubicBezTo>
                    <a:cubicBezTo>
                      <a:pt x="24" y="52"/>
                      <a:pt x="24" y="52"/>
                      <a:pt x="24" y="51"/>
                    </a:cubicBezTo>
                    <a:cubicBezTo>
                      <a:pt x="25" y="51"/>
                      <a:pt x="25" y="51"/>
                      <a:pt x="25" y="51"/>
                    </a:cubicBezTo>
                    <a:cubicBezTo>
                      <a:pt x="26" y="50"/>
                      <a:pt x="27" y="48"/>
                      <a:pt x="27" y="47"/>
                    </a:cubicBezTo>
                    <a:cubicBezTo>
                      <a:pt x="27" y="45"/>
                      <a:pt x="28" y="43"/>
                      <a:pt x="28" y="41"/>
                    </a:cubicBezTo>
                    <a:cubicBezTo>
                      <a:pt x="28" y="41"/>
                      <a:pt x="28" y="41"/>
                      <a:pt x="28" y="41"/>
                    </a:cubicBezTo>
                    <a:cubicBezTo>
                      <a:pt x="28" y="41"/>
                      <a:pt x="28" y="40"/>
                      <a:pt x="28" y="40"/>
                    </a:cubicBezTo>
                    <a:cubicBezTo>
                      <a:pt x="28" y="40"/>
                      <a:pt x="29" y="39"/>
                      <a:pt x="29" y="39"/>
                    </a:cubicBezTo>
                    <a:cubicBezTo>
                      <a:pt x="30" y="38"/>
                      <a:pt x="30" y="37"/>
                      <a:pt x="31" y="37"/>
                    </a:cubicBezTo>
                    <a:cubicBezTo>
                      <a:pt x="33" y="36"/>
                      <a:pt x="35" y="36"/>
                      <a:pt x="37" y="35"/>
                    </a:cubicBezTo>
                    <a:cubicBezTo>
                      <a:pt x="37" y="35"/>
                      <a:pt x="37" y="35"/>
                      <a:pt x="38" y="35"/>
                    </a:cubicBezTo>
                    <a:cubicBezTo>
                      <a:pt x="38" y="35"/>
                      <a:pt x="38" y="34"/>
                      <a:pt x="38" y="34"/>
                    </a:cubicBezTo>
                    <a:cubicBezTo>
                      <a:pt x="38" y="34"/>
                      <a:pt x="38" y="34"/>
                      <a:pt x="38" y="34"/>
                    </a:cubicBezTo>
                    <a:cubicBezTo>
                      <a:pt x="38" y="33"/>
                      <a:pt x="38" y="33"/>
                      <a:pt x="37" y="33"/>
                    </a:cubicBezTo>
                    <a:cubicBezTo>
                      <a:pt x="37" y="32"/>
                      <a:pt x="36" y="31"/>
                      <a:pt x="36" y="30"/>
                    </a:cubicBezTo>
                    <a:cubicBezTo>
                      <a:pt x="36" y="30"/>
                      <a:pt x="36" y="30"/>
                      <a:pt x="36" y="29"/>
                    </a:cubicBezTo>
                    <a:cubicBezTo>
                      <a:pt x="36" y="29"/>
                      <a:pt x="36" y="29"/>
                      <a:pt x="36" y="29"/>
                    </a:cubicBezTo>
                    <a:cubicBezTo>
                      <a:pt x="36" y="28"/>
                      <a:pt x="36" y="27"/>
                      <a:pt x="37" y="27"/>
                    </a:cubicBezTo>
                    <a:cubicBezTo>
                      <a:pt x="38" y="26"/>
                      <a:pt x="38" y="26"/>
                      <a:pt x="39" y="26"/>
                    </a:cubicBezTo>
                    <a:cubicBezTo>
                      <a:pt x="39" y="25"/>
                      <a:pt x="40" y="25"/>
                      <a:pt x="40" y="25"/>
                    </a:cubicBezTo>
                    <a:cubicBezTo>
                      <a:pt x="41" y="24"/>
                      <a:pt x="42" y="23"/>
                      <a:pt x="43" y="22"/>
                    </a:cubicBezTo>
                    <a:cubicBezTo>
                      <a:pt x="43" y="21"/>
                      <a:pt x="44" y="20"/>
                      <a:pt x="44" y="19"/>
                    </a:cubicBezTo>
                    <a:cubicBezTo>
                      <a:pt x="44" y="19"/>
                      <a:pt x="44" y="18"/>
                      <a:pt x="45" y="18"/>
                    </a:cubicBezTo>
                    <a:cubicBezTo>
                      <a:pt x="45" y="17"/>
                      <a:pt x="45" y="17"/>
                      <a:pt x="45" y="17"/>
                    </a:cubicBezTo>
                    <a:cubicBezTo>
                      <a:pt x="45" y="17"/>
                      <a:pt x="45" y="17"/>
                      <a:pt x="45" y="17"/>
                    </a:cubicBezTo>
                    <a:cubicBezTo>
                      <a:pt x="44" y="14"/>
                      <a:pt x="43" y="12"/>
                      <a:pt x="41" y="10"/>
                    </a:cubicBezTo>
                    <a:cubicBezTo>
                      <a:pt x="41" y="9"/>
                      <a:pt x="40" y="8"/>
                      <a:pt x="40" y="7"/>
                    </a:cubicBezTo>
                    <a:cubicBezTo>
                      <a:pt x="39" y="7"/>
                      <a:pt x="39" y="7"/>
                      <a:pt x="39" y="7"/>
                    </a:cubicBezTo>
                    <a:cubicBezTo>
                      <a:pt x="39" y="6"/>
                      <a:pt x="38" y="6"/>
                      <a:pt x="38" y="5"/>
                    </a:cubicBezTo>
                    <a:cubicBezTo>
                      <a:pt x="38" y="5"/>
                      <a:pt x="37" y="5"/>
                      <a:pt x="37" y="5"/>
                    </a:cubicBezTo>
                    <a:cubicBezTo>
                      <a:pt x="37" y="4"/>
                      <a:pt x="37" y="4"/>
                      <a:pt x="36" y="4"/>
                    </a:cubicBezTo>
                    <a:cubicBezTo>
                      <a:pt x="37" y="3"/>
                      <a:pt x="38" y="2"/>
                      <a:pt x="39"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 name="Freeform 350"/>
              <p:cNvSpPr>
                <a:spLocks/>
              </p:cNvSpPr>
              <p:nvPr/>
            </p:nvSpPr>
            <p:spPr bwMode="auto">
              <a:xfrm>
                <a:off x="1934" y="1717"/>
                <a:ext cx="1"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1" y="0"/>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 name="Freeform 351"/>
              <p:cNvSpPr>
                <a:spLocks/>
              </p:cNvSpPr>
              <p:nvPr/>
            </p:nvSpPr>
            <p:spPr bwMode="auto">
              <a:xfrm>
                <a:off x="1930" y="16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 name="Freeform 352"/>
              <p:cNvSpPr>
                <a:spLocks/>
              </p:cNvSpPr>
              <p:nvPr/>
            </p:nvSpPr>
            <p:spPr bwMode="auto">
              <a:xfrm>
                <a:off x="1935" y="1692"/>
                <a:ext cx="16" cy="25"/>
              </a:xfrm>
              <a:custGeom>
                <a:avLst/>
                <a:gdLst>
                  <a:gd name="T0" fmla="*/ 9 w 12"/>
                  <a:gd name="T1" fmla="*/ 3 h 19"/>
                  <a:gd name="T2" fmla="*/ 9 w 12"/>
                  <a:gd name="T3" fmla="*/ 4 h 19"/>
                  <a:gd name="T4" fmla="*/ 6 w 12"/>
                  <a:gd name="T5" fmla="*/ 10 h 19"/>
                  <a:gd name="T6" fmla="*/ 0 w 12"/>
                  <a:gd name="T7" fmla="*/ 19 h 19"/>
                  <a:gd name="T8" fmla="*/ 12 w 12"/>
                  <a:gd name="T9" fmla="*/ 0 h 19"/>
                  <a:gd name="T10" fmla="*/ 9 w 12"/>
                  <a:gd name="T11" fmla="*/ 3 h 19"/>
                </a:gdLst>
                <a:ahLst/>
                <a:cxnLst>
                  <a:cxn ang="0">
                    <a:pos x="T0" y="T1"/>
                  </a:cxn>
                  <a:cxn ang="0">
                    <a:pos x="T2" y="T3"/>
                  </a:cxn>
                  <a:cxn ang="0">
                    <a:pos x="T4" y="T5"/>
                  </a:cxn>
                  <a:cxn ang="0">
                    <a:pos x="T6" y="T7"/>
                  </a:cxn>
                  <a:cxn ang="0">
                    <a:pos x="T8" y="T9"/>
                  </a:cxn>
                  <a:cxn ang="0">
                    <a:pos x="T10" y="T11"/>
                  </a:cxn>
                </a:cxnLst>
                <a:rect l="0" t="0" r="r" b="b"/>
                <a:pathLst>
                  <a:path w="12" h="19">
                    <a:moveTo>
                      <a:pt x="9" y="3"/>
                    </a:moveTo>
                    <a:cubicBezTo>
                      <a:pt x="9" y="4"/>
                      <a:pt x="9" y="4"/>
                      <a:pt x="9" y="4"/>
                    </a:cubicBezTo>
                    <a:cubicBezTo>
                      <a:pt x="9" y="6"/>
                      <a:pt x="8" y="9"/>
                      <a:pt x="6" y="10"/>
                    </a:cubicBezTo>
                    <a:cubicBezTo>
                      <a:pt x="4" y="12"/>
                      <a:pt x="0" y="17"/>
                      <a:pt x="0" y="19"/>
                    </a:cubicBezTo>
                    <a:cubicBezTo>
                      <a:pt x="6" y="14"/>
                      <a:pt x="11" y="8"/>
                      <a:pt x="12" y="0"/>
                    </a:cubicBezTo>
                    <a:cubicBezTo>
                      <a:pt x="12" y="1"/>
                      <a:pt x="10" y="2"/>
                      <a:pt x="9" y="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 name="Freeform 353"/>
              <p:cNvSpPr>
                <a:spLocks/>
              </p:cNvSpPr>
              <p:nvPr/>
            </p:nvSpPr>
            <p:spPr bwMode="auto">
              <a:xfrm>
                <a:off x="1952" y="169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 name="Rectangle 354"/>
              <p:cNvSpPr>
                <a:spLocks noChangeArrowheads="1"/>
              </p:cNvSpPr>
              <p:nvPr/>
            </p:nvSpPr>
            <p:spPr bwMode="auto">
              <a:xfrm>
                <a:off x="1571" y="1615"/>
                <a:ext cx="385" cy="2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 name="Rectangle 355"/>
              <p:cNvSpPr>
                <a:spLocks noChangeArrowheads="1"/>
              </p:cNvSpPr>
              <p:nvPr/>
            </p:nvSpPr>
            <p:spPr bwMode="auto">
              <a:xfrm>
                <a:off x="1571" y="1495"/>
                <a:ext cx="385" cy="2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 name="Rectangle 356"/>
              <p:cNvSpPr>
                <a:spLocks noChangeArrowheads="1"/>
              </p:cNvSpPr>
              <p:nvPr/>
            </p:nvSpPr>
            <p:spPr bwMode="auto">
              <a:xfrm>
                <a:off x="1571" y="1374"/>
                <a:ext cx="385" cy="2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 name="Freeform 357"/>
              <p:cNvSpPr>
                <a:spLocks/>
              </p:cNvSpPr>
              <p:nvPr/>
            </p:nvSpPr>
            <p:spPr bwMode="auto">
              <a:xfrm>
                <a:off x="1569" y="1451"/>
                <a:ext cx="27" cy="41"/>
              </a:xfrm>
              <a:custGeom>
                <a:avLst/>
                <a:gdLst>
                  <a:gd name="T0" fmla="*/ 16 w 20"/>
                  <a:gd name="T1" fmla="*/ 5 h 31"/>
                  <a:gd name="T2" fmla="*/ 15 w 20"/>
                  <a:gd name="T3" fmla="*/ 5 h 31"/>
                  <a:gd name="T4" fmla="*/ 15 w 20"/>
                  <a:gd name="T5" fmla="*/ 5 h 31"/>
                  <a:gd name="T6" fmla="*/ 15 w 20"/>
                  <a:gd name="T7" fmla="*/ 5 h 31"/>
                  <a:gd name="T8" fmla="*/ 15 w 20"/>
                  <a:gd name="T9" fmla="*/ 5 h 31"/>
                  <a:gd name="T10" fmla="*/ 15 w 20"/>
                  <a:gd name="T11" fmla="*/ 4 h 31"/>
                  <a:gd name="T12" fmla="*/ 16 w 20"/>
                  <a:gd name="T13" fmla="*/ 4 h 31"/>
                  <a:gd name="T14" fmla="*/ 15 w 20"/>
                  <a:gd name="T15" fmla="*/ 4 h 31"/>
                  <a:gd name="T16" fmla="*/ 14 w 20"/>
                  <a:gd name="T17" fmla="*/ 4 h 31"/>
                  <a:gd name="T18" fmla="*/ 13 w 20"/>
                  <a:gd name="T19" fmla="*/ 4 h 31"/>
                  <a:gd name="T20" fmla="*/ 13 w 20"/>
                  <a:gd name="T21" fmla="*/ 4 h 31"/>
                  <a:gd name="T22" fmla="*/ 12 w 20"/>
                  <a:gd name="T23" fmla="*/ 3 h 31"/>
                  <a:gd name="T24" fmla="*/ 12 w 20"/>
                  <a:gd name="T25" fmla="*/ 3 h 31"/>
                  <a:gd name="T26" fmla="*/ 13 w 20"/>
                  <a:gd name="T27" fmla="*/ 3 h 31"/>
                  <a:gd name="T28" fmla="*/ 15 w 20"/>
                  <a:gd name="T29" fmla="*/ 1 h 31"/>
                  <a:gd name="T30" fmla="*/ 15 w 20"/>
                  <a:gd name="T31" fmla="*/ 1 h 31"/>
                  <a:gd name="T32" fmla="*/ 15 w 20"/>
                  <a:gd name="T33" fmla="*/ 0 h 31"/>
                  <a:gd name="T34" fmla="*/ 15 w 20"/>
                  <a:gd name="T35" fmla="*/ 0 h 31"/>
                  <a:gd name="T36" fmla="*/ 12 w 20"/>
                  <a:gd name="T37" fmla="*/ 2 h 31"/>
                  <a:gd name="T38" fmla="*/ 11 w 20"/>
                  <a:gd name="T39" fmla="*/ 3 h 31"/>
                  <a:gd name="T40" fmla="*/ 11 w 20"/>
                  <a:gd name="T41" fmla="*/ 3 h 31"/>
                  <a:gd name="T42" fmla="*/ 11 w 20"/>
                  <a:gd name="T43" fmla="*/ 2 h 31"/>
                  <a:gd name="T44" fmla="*/ 10 w 20"/>
                  <a:gd name="T45" fmla="*/ 2 h 31"/>
                  <a:gd name="T46" fmla="*/ 10 w 20"/>
                  <a:gd name="T47" fmla="*/ 1 h 31"/>
                  <a:gd name="T48" fmla="*/ 11 w 20"/>
                  <a:gd name="T49" fmla="*/ 0 h 31"/>
                  <a:gd name="T50" fmla="*/ 10 w 20"/>
                  <a:gd name="T51" fmla="*/ 0 h 31"/>
                  <a:gd name="T52" fmla="*/ 10 w 20"/>
                  <a:gd name="T53" fmla="*/ 0 h 31"/>
                  <a:gd name="T54" fmla="*/ 10 w 20"/>
                  <a:gd name="T55" fmla="*/ 0 h 31"/>
                  <a:gd name="T56" fmla="*/ 10 w 20"/>
                  <a:gd name="T57" fmla="*/ 2 h 31"/>
                  <a:gd name="T58" fmla="*/ 9 w 20"/>
                  <a:gd name="T59" fmla="*/ 2 h 31"/>
                  <a:gd name="T60" fmla="*/ 8 w 20"/>
                  <a:gd name="T61" fmla="*/ 2 h 31"/>
                  <a:gd name="T62" fmla="*/ 8 w 20"/>
                  <a:gd name="T63" fmla="*/ 2 h 31"/>
                  <a:gd name="T64" fmla="*/ 8 w 20"/>
                  <a:gd name="T65" fmla="*/ 3 h 31"/>
                  <a:gd name="T66" fmla="*/ 7 w 20"/>
                  <a:gd name="T67" fmla="*/ 3 h 31"/>
                  <a:gd name="T68" fmla="*/ 7 w 20"/>
                  <a:gd name="T69" fmla="*/ 3 h 31"/>
                  <a:gd name="T70" fmla="*/ 7 w 20"/>
                  <a:gd name="T71" fmla="*/ 3 h 31"/>
                  <a:gd name="T72" fmla="*/ 7 w 20"/>
                  <a:gd name="T73" fmla="*/ 3 h 31"/>
                  <a:gd name="T74" fmla="*/ 6 w 20"/>
                  <a:gd name="T75" fmla="*/ 3 h 31"/>
                  <a:gd name="T76" fmla="*/ 6 w 20"/>
                  <a:gd name="T77" fmla="*/ 4 h 31"/>
                  <a:gd name="T78" fmla="*/ 1 w 20"/>
                  <a:gd name="T79" fmla="*/ 12 h 31"/>
                  <a:gd name="T80" fmla="*/ 8 w 20"/>
                  <a:gd name="T81" fmla="*/ 30 h 31"/>
                  <a:gd name="T82" fmla="*/ 20 w 20"/>
                  <a:gd name="T83" fmla="*/ 15 h 31"/>
                  <a:gd name="T84" fmla="*/ 16 w 20"/>
                  <a:gd name="T85" fmla="*/ 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 h="31">
                    <a:moveTo>
                      <a:pt x="16" y="5"/>
                    </a:moveTo>
                    <a:cubicBezTo>
                      <a:pt x="15" y="5"/>
                      <a:pt x="15" y="5"/>
                      <a:pt x="15" y="5"/>
                    </a:cubicBezTo>
                    <a:cubicBezTo>
                      <a:pt x="15" y="5"/>
                      <a:pt x="15" y="5"/>
                      <a:pt x="15" y="5"/>
                    </a:cubicBezTo>
                    <a:cubicBezTo>
                      <a:pt x="15" y="5"/>
                      <a:pt x="15" y="5"/>
                      <a:pt x="15" y="5"/>
                    </a:cubicBezTo>
                    <a:cubicBezTo>
                      <a:pt x="15" y="5"/>
                      <a:pt x="15" y="5"/>
                      <a:pt x="15" y="5"/>
                    </a:cubicBezTo>
                    <a:cubicBezTo>
                      <a:pt x="15" y="4"/>
                      <a:pt x="15" y="4"/>
                      <a:pt x="15" y="4"/>
                    </a:cubicBezTo>
                    <a:cubicBezTo>
                      <a:pt x="16" y="4"/>
                      <a:pt x="16" y="4"/>
                      <a:pt x="16" y="4"/>
                    </a:cubicBezTo>
                    <a:cubicBezTo>
                      <a:pt x="16" y="4"/>
                      <a:pt x="15" y="4"/>
                      <a:pt x="15" y="4"/>
                    </a:cubicBezTo>
                    <a:cubicBezTo>
                      <a:pt x="14" y="4"/>
                      <a:pt x="14" y="4"/>
                      <a:pt x="14" y="4"/>
                    </a:cubicBezTo>
                    <a:cubicBezTo>
                      <a:pt x="13" y="4"/>
                      <a:pt x="13" y="4"/>
                      <a:pt x="13" y="4"/>
                    </a:cubicBezTo>
                    <a:cubicBezTo>
                      <a:pt x="13" y="4"/>
                      <a:pt x="13" y="4"/>
                      <a:pt x="13" y="4"/>
                    </a:cubicBezTo>
                    <a:cubicBezTo>
                      <a:pt x="13" y="4"/>
                      <a:pt x="13" y="4"/>
                      <a:pt x="12" y="3"/>
                    </a:cubicBezTo>
                    <a:cubicBezTo>
                      <a:pt x="12" y="3"/>
                      <a:pt x="12" y="3"/>
                      <a:pt x="12" y="3"/>
                    </a:cubicBezTo>
                    <a:cubicBezTo>
                      <a:pt x="13" y="3"/>
                      <a:pt x="13" y="3"/>
                      <a:pt x="13" y="3"/>
                    </a:cubicBezTo>
                    <a:cubicBezTo>
                      <a:pt x="13" y="3"/>
                      <a:pt x="14" y="2"/>
                      <a:pt x="15" y="1"/>
                    </a:cubicBezTo>
                    <a:cubicBezTo>
                      <a:pt x="15" y="1"/>
                      <a:pt x="15" y="1"/>
                      <a:pt x="15" y="1"/>
                    </a:cubicBezTo>
                    <a:cubicBezTo>
                      <a:pt x="15" y="0"/>
                      <a:pt x="15" y="0"/>
                      <a:pt x="15" y="0"/>
                    </a:cubicBezTo>
                    <a:cubicBezTo>
                      <a:pt x="15" y="0"/>
                      <a:pt x="15" y="0"/>
                      <a:pt x="15" y="0"/>
                    </a:cubicBezTo>
                    <a:cubicBezTo>
                      <a:pt x="14" y="1"/>
                      <a:pt x="13" y="2"/>
                      <a:pt x="12" y="2"/>
                    </a:cubicBezTo>
                    <a:cubicBezTo>
                      <a:pt x="11" y="3"/>
                      <a:pt x="11" y="3"/>
                      <a:pt x="11" y="3"/>
                    </a:cubicBezTo>
                    <a:cubicBezTo>
                      <a:pt x="11" y="3"/>
                      <a:pt x="11" y="3"/>
                      <a:pt x="11" y="3"/>
                    </a:cubicBezTo>
                    <a:cubicBezTo>
                      <a:pt x="11" y="3"/>
                      <a:pt x="11" y="3"/>
                      <a:pt x="11" y="2"/>
                    </a:cubicBezTo>
                    <a:cubicBezTo>
                      <a:pt x="11" y="2"/>
                      <a:pt x="10" y="2"/>
                      <a:pt x="10" y="2"/>
                    </a:cubicBezTo>
                    <a:cubicBezTo>
                      <a:pt x="10" y="2"/>
                      <a:pt x="10" y="2"/>
                      <a:pt x="10" y="1"/>
                    </a:cubicBezTo>
                    <a:cubicBezTo>
                      <a:pt x="11" y="0"/>
                      <a:pt x="11" y="0"/>
                      <a:pt x="11" y="0"/>
                    </a:cubicBezTo>
                    <a:cubicBezTo>
                      <a:pt x="11" y="0"/>
                      <a:pt x="11" y="0"/>
                      <a:pt x="10" y="0"/>
                    </a:cubicBezTo>
                    <a:cubicBezTo>
                      <a:pt x="10" y="0"/>
                      <a:pt x="10" y="0"/>
                      <a:pt x="10" y="0"/>
                    </a:cubicBezTo>
                    <a:cubicBezTo>
                      <a:pt x="10" y="0"/>
                      <a:pt x="10" y="0"/>
                      <a:pt x="10" y="0"/>
                    </a:cubicBezTo>
                    <a:cubicBezTo>
                      <a:pt x="10" y="1"/>
                      <a:pt x="10" y="1"/>
                      <a:pt x="10" y="2"/>
                    </a:cubicBezTo>
                    <a:cubicBezTo>
                      <a:pt x="9" y="2"/>
                      <a:pt x="9" y="2"/>
                      <a:pt x="9" y="2"/>
                    </a:cubicBezTo>
                    <a:cubicBezTo>
                      <a:pt x="9" y="2"/>
                      <a:pt x="9" y="2"/>
                      <a:pt x="8" y="2"/>
                    </a:cubicBezTo>
                    <a:cubicBezTo>
                      <a:pt x="8" y="2"/>
                      <a:pt x="8" y="2"/>
                      <a:pt x="8" y="2"/>
                    </a:cubicBezTo>
                    <a:cubicBezTo>
                      <a:pt x="8" y="2"/>
                      <a:pt x="8" y="3"/>
                      <a:pt x="8" y="3"/>
                    </a:cubicBezTo>
                    <a:cubicBezTo>
                      <a:pt x="7" y="3"/>
                      <a:pt x="7" y="3"/>
                      <a:pt x="7" y="3"/>
                    </a:cubicBezTo>
                    <a:cubicBezTo>
                      <a:pt x="7" y="3"/>
                      <a:pt x="7" y="3"/>
                      <a:pt x="7" y="3"/>
                    </a:cubicBezTo>
                    <a:cubicBezTo>
                      <a:pt x="7" y="3"/>
                      <a:pt x="7" y="3"/>
                      <a:pt x="7" y="3"/>
                    </a:cubicBezTo>
                    <a:cubicBezTo>
                      <a:pt x="7" y="3"/>
                      <a:pt x="7" y="3"/>
                      <a:pt x="7" y="3"/>
                    </a:cubicBezTo>
                    <a:cubicBezTo>
                      <a:pt x="6" y="3"/>
                      <a:pt x="6" y="3"/>
                      <a:pt x="6" y="3"/>
                    </a:cubicBezTo>
                    <a:cubicBezTo>
                      <a:pt x="6" y="4"/>
                      <a:pt x="6" y="4"/>
                      <a:pt x="6" y="4"/>
                    </a:cubicBezTo>
                    <a:cubicBezTo>
                      <a:pt x="3" y="6"/>
                      <a:pt x="1" y="8"/>
                      <a:pt x="1" y="12"/>
                    </a:cubicBezTo>
                    <a:cubicBezTo>
                      <a:pt x="0" y="17"/>
                      <a:pt x="2" y="29"/>
                      <a:pt x="8" y="30"/>
                    </a:cubicBezTo>
                    <a:cubicBezTo>
                      <a:pt x="13" y="31"/>
                      <a:pt x="19" y="20"/>
                      <a:pt x="20" y="15"/>
                    </a:cubicBezTo>
                    <a:cubicBezTo>
                      <a:pt x="20" y="11"/>
                      <a:pt x="19" y="7"/>
                      <a:pt x="16"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 name="Freeform 358"/>
              <p:cNvSpPr>
                <a:spLocks/>
              </p:cNvSpPr>
              <p:nvPr/>
            </p:nvSpPr>
            <p:spPr bwMode="auto">
              <a:xfrm>
                <a:off x="1569" y="1404"/>
                <a:ext cx="27" cy="41"/>
              </a:xfrm>
              <a:custGeom>
                <a:avLst/>
                <a:gdLst>
                  <a:gd name="T0" fmla="*/ 16 w 20"/>
                  <a:gd name="T1" fmla="*/ 5 h 31"/>
                  <a:gd name="T2" fmla="*/ 15 w 20"/>
                  <a:gd name="T3" fmla="*/ 5 h 31"/>
                  <a:gd name="T4" fmla="*/ 15 w 20"/>
                  <a:gd name="T5" fmla="*/ 5 h 31"/>
                  <a:gd name="T6" fmla="*/ 15 w 20"/>
                  <a:gd name="T7" fmla="*/ 5 h 31"/>
                  <a:gd name="T8" fmla="*/ 15 w 20"/>
                  <a:gd name="T9" fmla="*/ 4 h 31"/>
                  <a:gd name="T10" fmla="*/ 15 w 20"/>
                  <a:gd name="T11" fmla="*/ 4 h 31"/>
                  <a:gd name="T12" fmla="*/ 16 w 20"/>
                  <a:gd name="T13" fmla="*/ 4 h 31"/>
                  <a:gd name="T14" fmla="*/ 15 w 20"/>
                  <a:gd name="T15" fmla="*/ 4 h 31"/>
                  <a:gd name="T16" fmla="*/ 14 w 20"/>
                  <a:gd name="T17" fmla="*/ 4 h 31"/>
                  <a:gd name="T18" fmla="*/ 13 w 20"/>
                  <a:gd name="T19" fmla="*/ 4 h 31"/>
                  <a:gd name="T20" fmla="*/ 13 w 20"/>
                  <a:gd name="T21" fmla="*/ 4 h 31"/>
                  <a:gd name="T22" fmla="*/ 12 w 20"/>
                  <a:gd name="T23" fmla="*/ 3 h 31"/>
                  <a:gd name="T24" fmla="*/ 12 w 20"/>
                  <a:gd name="T25" fmla="*/ 3 h 31"/>
                  <a:gd name="T26" fmla="*/ 13 w 20"/>
                  <a:gd name="T27" fmla="*/ 3 h 31"/>
                  <a:gd name="T28" fmla="*/ 15 w 20"/>
                  <a:gd name="T29" fmla="*/ 1 h 31"/>
                  <a:gd name="T30" fmla="*/ 15 w 20"/>
                  <a:gd name="T31" fmla="*/ 0 h 31"/>
                  <a:gd name="T32" fmla="*/ 15 w 20"/>
                  <a:gd name="T33" fmla="*/ 0 h 31"/>
                  <a:gd name="T34" fmla="*/ 15 w 20"/>
                  <a:gd name="T35" fmla="*/ 0 h 31"/>
                  <a:gd name="T36" fmla="*/ 12 w 20"/>
                  <a:gd name="T37" fmla="*/ 2 h 31"/>
                  <a:gd name="T38" fmla="*/ 11 w 20"/>
                  <a:gd name="T39" fmla="*/ 3 h 31"/>
                  <a:gd name="T40" fmla="*/ 11 w 20"/>
                  <a:gd name="T41" fmla="*/ 3 h 31"/>
                  <a:gd name="T42" fmla="*/ 11 w 20"/>
                  <a:gd name="T43" fmla="*/ 2 h 31"/>
                  <a:gd name="T44" fmla="*/ 10 w 20"/>
                  <a:gd name="T45" fmla="*/ 2 h 31"/>
                  <a:gd name="T46" fmla="*/ 10 w 20"/>
                  <a:gd name="T47" fmla="*/ 1 h 31"/>
                  <a:gd name="T48" fmla="*/ 11 w 20"/>
                  <a:gd name="T49" fmla="*/ 0 h 31"/>
                  <a:gd name="T50" fmla="*/ 10 w 20"/>
                  <a:gd name="T51" fmla="*/ 0 h 31"/>
                  <a:gd name="T52" fmla="*/ 10 w 20"/>
                  <a:gd name="T53" fmla="*/ 0 h 31"/>
                  <a:gd name="T54" fmla="*/ 10 w 20"/>
                  <a:gd name="T55" fmla="*/ 0 h 31"/>
                  <a:gd name="T56" fmla="*/ 10 w 20"/>
                  <a:gd name="T57" fmla="*/ 2 h 31"/>
                  <a:gd name="T58" fmla="*/ 9 w 20"/>
                  <a:gd name="T59" fmla="*/ 2 h 31"/>
                  <a:gd name="T60" fmla="*/ 8 w 20"/>
                  <a:gd name="T61" fmla="*/ 2 h 31"/>
                  <a:gd name="T62" fmla="*/ 8 w 20"/>
                  <a:gd name="T63" fmla="*/ 2 h 31"/>
                  <a:gd name="T64" fmla="*/ 8 w 20"/>
                  <a:gd name="T65" fmla="*/ 3 h 31"/>
                  <a:gd name="T66" fmla="*/ 7 w 20"/>
                  <a:gd name="T67" fmla="*/ 3 h 31"/>
                  <a:gd name="T68" fmla="*/ 7 w 20"/>
                  <a:gd name="T69" fmla="*/ 3 h 31"/>
                  <a:gd name="T70" fmla="*/ 7 w 20"/>
                  <a:gd name="T71" fmla="*/ 3 h 31"/>
                  <a:gd name="T72" fmla="*/ 7 w 20"/>
                  <a:gd name="T73" fmla="*/ 3 h 31"/>
                  <a:gd name="T74" fmla="*/ 6 w 20"/>
                  <a:gd name="T75" fmla="*/ 3 h 31"/>
                  <a:gd name="T76" fmla="*/ 6 w 20"/>
                  <a:gd name="T77" fmla="*/ 4 h 31"/>
                  <a:gd name="T78" fmla="*/ 1 w 20"/>
                  <a:gd name="T79" fmla="*/ 12 h 31"/>
                  <a:gd name="T80" fmla="*/ 8 w 20"/>
                  <a:gd name="T81" fmla="*/ 30 h 31"/>
                  <a:gd name="T82" fmla="*/ 20 w 20"/>
                  <a:gd name="T83" fmla="*/ 15 h 31"/>
                  <a:gd name="T84" fmla="*/ 16 w 20"/>
                  <a:gd name="T85" fmla="*/ 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 h="31">
                    <a:moveTo>
                      <a:pt x="16" y="5"/>
                    </a:moveTo>
                    <a:cubicBezTo>
                      <a:pt x="15" y="5"/>
                      <a:pt x="15" y="5"/>
                      <a:pt x="15" y="5"/>
                    </a:cubicBezTo>
                    <a:cubicBezTo>
                      <a:pt x="15" y="5"/>
                      <a:pt x="15" y="5"/>
                      <a:pt x="15" y="5"/>
                    </a:cubicBezTo>
                    <a:cubicBezTo>
                      <a:pt x="15" y="5"/>
                      <a:pt x="15" y="5"/>
                      <a:pt x="15" y="5"/>
                    </a:cubicBezTo>
                    <a:cubicBezTo>
                      <a:pt x="15" y="5"/>
                      <a:pt x="15" y="4"/>
                      <a:pt x="15" y="4"/>
                    </a:cubicBezTo>
                    <a:cubicBezTo>
                      <a:pt x="15" y="4"/>
                      <a:pt x="15" y="4"/>
                      <a:pt x="15" y="4"/>
                    </a:cubicBezTo>
                    <a:cubicBezTo>
                      <a:pt x="16" y="4"/>
                      <a:pt x="16" y="4"/>
                      <a:pt x="16" y="4"/>
                    </a:cubicBezTo>
                    <a:cubicBezTo>
                      <a:pt x="16" y="4"/>
                      <a:pt x="15" y="3"/>
                      <a:pt x="15" y="4"/>
                    </a:cubicBezTo>
                    <a:cubicBezTo>
                      <a:pt x="14" y="4"/>
                      <a:pt x="14" y="4"/>
                      <a:pt x="14" y="4"/>
                    </a:cubicBezTo>
                    <a:cubicBezTo>
                      <a:pt x="13" y="4"/>
                      <a:pt x="13" y="4"/>
                      <a:pt x="13" y="4"/>
                    </a:cubicBezTo>
                    <a:cubicBezTo>
                      <a:pt x="13" y="4"/>
                      <a:pt x="13" y="4"/>
                      <a:pt x="13" y="4"/>
                    </a:cubicBezTo>
                    <a:cubicBezTo>
                      <a:pt x="13" y="4"/>
                      <a:pt x="13" y="4"/>
                      <a:pt x="12" y="3"/>
                    </a:cubicBezTo>
                    <a:cubicBezTo>
                      <a:pt x="12" y="3"/>
                      <a:pt x="12" y="3"/>
                      <a:pt x="12" y="3"/>
                    </a:cubicBezTo>
                    <a:cubicBezTo>
                      <a:pt x="13" y="3"/>
                      <a:pt x="13" y="3"/>
                      <a:pt x="13" y="3"/>
                    </a:cubicBezTo>
                    <a:cubicBezTo>
                      <a:pt x="13" y="2"/>
                      <a:pt x="14" y="2"/>
                      <a:pt x="15" y="1"/>
                    </a:cubicBezTo>
                    <a:cubicBezTo>
                      <a:pt x="15" y="1"/>
                      <a:pt x="15" y="1"/>
                      <a:pt x="15" y="0"/>
                    </a:cubicBezTo>
                    <a:cubicBezTo>
                      <a:pt x="15" y="0"/>
                      <a:pt x="15" y="0"/>
                      <a:pt x="15" y="0"/>
                    </a:cubicBezTo>
                    <a:cubicBezTo>
                      <a:pt x="15" y="0"/>
                      <a:pt x="15" y="0"/>
                      <a:pt x="15" y="0"/>
                    </a:cubicBezTo>
                    <a:cubicBezTo>
                      <a:pt x="14" y="1"/>
                      <a:pt x="13" y="2"/>
                      <a:pt x="12" y="2"/>
                    </a:cubicBezTo>
                    <a:cubicBezTo>
                      <a:pt x="11" y="3"/>
                      <a:pt x="11" y="3"/>
                      <a:pt x="11" y="3"/>
                    </a:cubicBezTo>
                    <a:cubicBezTo>
                      <a:pt x="11" y="3"/>
                      <a:pt x="11" y="3"/>
                      <a:pt x="11" y="3"/>
                    </a:cubicBezTo>
                    <a:cubicBezTo>
                      <a:pt x="11" y="3"/>
                      <a:pt x="11" y="2"/>
                      <a:pt x="11" y="2"/>
                    </a:cubicBezTo>
                    <a:cubicBezTo>
                      <a:pt x="11" y="2"/>
                      <a:pt x="10" y="2"/>
                      <a:pt x="10" y="2"/>
                    </a:cubicBezTo>
                    <a:cubicBezTo>
                      <a:pt x="10" y="2"/>
                      <a:pt x="10" y="2"/>
                      <a:pt x="10" y="1"/>
                    </a:cubicBezTo>
                    <a:cubicBezTo>
                      <a:pt x="11" y="0"/>
                      <a:pt x="11" y="0"/>
                      <a:pt x="11" y="0"/>
                    </a:cubicBezTo>
                    <a:cubicBezTo>
                      <a:pt x="11" y="0"/>
                      <a:pt x="11" y="0"/>
                      <a:pt x="10" y="0"/>
                    </a:cubicBezTo>
                    <a:cubicBezTo>
                      <a:pt x="10" y="0"/>
                      <a:pt x="10" y="0"/>
                      <a:pt x="10" y="0"/>
                    </a:cubicBezTo>
                    <a:cubicBezTo>
                      <a:pt x="10" y="0"/>
                      <a:pt x="10" y="0"/>
                      <a:pt x="10" y="0"/>
                    </a:cubicBezTo>
                    <a:cubicBezTo>
                      <a:pt x="10" y="1"/>
                      <a:pt x="10" y="1"/>
                      <a:pt x="10" y="2"/>
                    </a:cubicBezTo>
                    <a:cubicBezTo>
                      <a:pt x="9" y="2"/>
                      <a:pt x="9" y="2"/>
                      <a:pt x="9" y="2"/>
                    </a:cubicBezTo>
                    <a:cubicBezTo>
                      <a:pt x="9" y="2"/>
                      <a:pt x="9" y="2"/>
                      <a:pt x="8" y="2"/>
                    </a:cubicBezTo>
                    <a:cubicBezTo>
                      <a:pt x="8" y="2"/>
                      <a:pt x="8" y="2"/>
                      <a:pt x="8" y="2"/>
                    </a:cubicBezTo>
                    <a:cubicBezTo>
                      <a:pt x="8" y="2"/>
                      <a:pt x="8" y="2"/>
                      <a:pt x="8" y="3"/>
                    </a:cubicBezTo>
                    <a:cubicBezTo>
                      <a:pt x="7" y="3"/>
                      <a:pt x="7" y="3"/>
                      <a:pt x="7" y="3"/>
                    </a:cubicBezTo>
                    <a:cubicBezTo>
                      <a:pt x="7" y="3"/>
                      <a:pt x="7" y="3"/>
                      <a:pt x="7" y="3"/>
                    </a:cubicBezTo>
                    <a:cubicBezTo>
                      <a:pt x="7" y="3"/>
                      <a:pt x="7" y="3"/>
                      <a:pt x="7" y="3"/>
                    </a:cubicBezTo>
                    <a:cubicBezTo>
                      <a:pt x="7" y="3"/>
                      <a:pt x="7" y="3"/>
                      <a:pt x="7" y="3"/>
                    </a:cubicBezTo>
                    <a:cubicBezTo>
                      <a:pt x="6" y="3"/>
                      <a:pt x="6" y="3"/>
                      <a:pt x="6" y="3"/>
                    </a:cubicBezTo>
                    <a:cubicBezTo>
                      <a:pt x="6" y="4"/>
                      <a:pt x="6" y="4"/>
                      <a:pt x="6" y="4"/>
                    </a:cubicBezTo>
                    <a:cubicBezTo>
                      <a:pt x="3" y="6"/>
                      <a:pt x="1" y="8"/>
                      <a:pt x="1" y="12"/>
                    </a:cubicBezTo>
                    <a:cubicBezTo>
                      <a:pt x="0" y="17"/>
                      <a:pt x="2" y="29"/>
                      <a:pt x="8" y="30"/>
                    </a:cubicBezTo>
                    <a:cubicBezTo>
                      <a:pt x="13" y="31"/>
                      <a:pt x="19" y="20"/>
                      <a:pt x="20" y="15"/>
                    </a:cubicBezTo>
                    <a:cubicBezTo>
                      <a:pt x="20" y="11"/>
                      <a:pt x="19" y="7"/>
                      <a:pt x="16"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 name="Freeform 359"/>
              <p:cNvSpPr>
                <a:spLocks/>
              </p:cNvSpPr>
              <p:nvPr/>
            </p:nvSpPr>
            <p:spPr bwMode="auto">
              <a:xfrm>
                <a:off x="1602" y="1451"/>
                <a:ext cx="27" cy="41"/>
              </a:xfrm>
              <a:custGeom>
                <a:avLst/>
                <a:gdLst>
                  <a:gd name="T0" fmla="*/ 15 w 20"/>
                  <a:gd name="T1" fmla="*/ 5 h 31"/>
                  <a:gd name="T2" fmla="*/ 15 w 20"/>
                  <a:gd name="T3" fmla="*/ 5 h 31"/>
                  <a:gd name="T4" fmla="*/ 15 w 20"/>
                  <a:gd name="T5" fmla="*/ 5 h 31"/>
                  <a:gd name="T6" fmla="*/ 15 w 20"/>
                  <a:gd name="T7" fmla="*/ 5 h 31"/>
                  <a:gd name="T8" fmla="*/ 14 w 20"/>
                  <a:gd name="T9" fmla="*/ 5 h 31"/>
                  <a:gd name="T10" fmla="*/ 15 w 20"/>
                  <a:gd name="T11" fmla="*/ 4 h 31"/>
                  <a:gd name="T12" fmla="*/ 15 w 20"/>
                  <a:gd name="T13" fmla="*/ 4 h 31"/>
                  <a:gd name="T14" fmla="*/ 15 w 20"/>
                  <a:gd name="T15" fmla="*/ 4 h 31"/>
                  <a:gd name="T16" fmla="*/ 14 w 20"/>
                  <a:gd name="T17" fmla="*/ 4 h 31"/>
                  <a:gd name="T18" fmla="*/ 13 w 20"/>
                  <a:gd name="T19" fmla="*/ 4 h 31"/>
                  <a:gd name="T20" fmla="*/ 13 w 20"/>
                  <a:gd name="T21" fmla="*/ 4 h 31"/>
                  <a:gd name="T22" fmla="*/ 12 w 20"/>
                  <a:gd name="T23" fmla="*/ 3 h 31"/>
                  <a:gd name="T24" fmla="*/ 12 w 20"/>
                  <a:gd name="T25" fmla="*/ 3 h 31"/>
                  <a:gd name="T26" fmla="*/ 12 w 20"/>
                  <a:gd name="T27" fmla="*/ 3 h 31"/>
                  <a:gd name="T28" fmla="*/ 15 w 20"/>
                  <a:gd name="T29" fmla="*/ 1 h 31"/>
                  <a:gd name="T30" fmla="*/ 15 w 20"/>
                  <a:gd name="T31" fmla="*/ 1 h 31"/>
                  <a:gd name="T32" fmla="*/ 14 w 20"/>
                  <a:gd name="T33" fmla="*/ 0 h 31"/>
                  <a:gd name="T34" fmla="*/ 14 w 20"/>
                  <a:gd name="T35" fmla="*/ 0 h 31"/>
                  <a:gd name="T36" fmla="*/ 12 w 20"/>
                  <a:gd name="T37" fmla="*/ 2 h 31"/>
                  <a:gd name="T38" fmla="*/ 11 w 20"/>
                  <a:gd name="T39" fmla="*/ 3 h 31"/>
                  <a:gd name="T40" fmla="*/ 11 w 20"/>
                  <a:gd name="T41" fmla="*/ 3 h 31"/>
                  <a:gd name="T42" fmla="*/ 10 w 20"/>
                  <a:gd name="T43" fmla="*/ 2 h 31"/>
                  <a:gd name="T44" fmla="*/ 10 w 20"/>
                  <a:gd name="T45" fmla="*/ 2 h 31"/>
                  <a:gd name="T46" fmla="*/ 10 w 20"/>
                  <a:gd name="T47" fmla="*/ 1 h 31"/>
                  <a:gd name="T48" fmla="*/ 10 w 20"/>
                  <a:gd name="T49" fmla="*/ 0 h 31"/>
                  <a:gd name="T50" fmla="*/ 10 w 20"/>
                  <a:gd name="T51" fmla="*/ 0 h 31"/>
                  <a:gd name="T52" fmla="*/ 10 w 20"/>
                  <a:gd name="T53" fmla="*/ 0 h 31"/>
                  <a:gd name="T54" fmla="*/ 10 w 20"/>
                  <a:gd name="T55" fmla="*/ 0 h 31"/>
                  <a:gd name="T56" fmla="*/ 9 w 20"/>
                  <a:gd name="T57" fmla="*/ 2 h 31"/>
                  <a:gd name="T58" fmla="*/ 9 w 20"/>
                  <a:gd name="T59" fmla="*/ 2 h 31"/>
                  <a:gd name="T60" fmla="*/ 8 w 20"/>
                  <a:gd name="T61" fmla="*/ 2 h 31"/>
                  <a:gd name="T62" fmla="*/ 8 w 20"/>
                  <a:gd name="T63" fmla="*/ 2 h 31"/>
                  <a:gd name="T64" fmla="*/ 8 w 20"/>
                  <a:gd name="T65" fmla="*/ 3 h 31"/>
                  <a:gd name="T66" fmla="*/ 7 w 20"/>
                  <a:gd name="T67" fmla="*/ 3 h 31"/>
                  <a:gd name="T68" fmla="*/ 7 w 20"/>
                  <a:gd name="T69" fmla="*/ 3 h 31"/>
                  <a:gd name="T70" fmla="*/ 7 w 20"/>
                  <a:gd name="T71" fmla="*/ 3 h 31"/>
                  <a:gd name="T72" fmla="*/ 7 w 20"/>
                  <a:gd name="T73" fmla="*/ 3 h 31"/>
                  <a:gd name="T74" fmla="*/ 6 w 20"/>
                  <a:gd name="T75" fmla="*/ 3 h 31"/>
                  <a:gd name="T76" fmla="*/ 6 w 20"/>
                  <a:gd name="T77" fmla="*/ 4 h 31"/>
                  <a:gd name="T78" fmla="*/ 1 w 20"/>
                  <a:gd name="T79" fmla="*/ 12 h 31"/>
                  <a:gd name="T80" fmla="*/ 7 w 20"/>
                  <a:gd name="T81" fmla="*/ 30 h 31"/>
                  <a:gd name="T82" fmla="*/ 20 w 20"/>
                  <a:gd name="T83" fmla="*/ 15 h 31"/>
                  <a:gd name="T84" fmla="*/ 15 w 20"/>
                  <a:gd name="T85" fmla="*/ 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 h="31">
                    <a:moveTo>
                      <a:pt x="15" y="5"/>
                    </a:moveTo>
                    <a:cubicBezTo>
                      <a:pt x="15" y="5"/>
                      <a:pt x="15" y="5"/>
                      <a:pt x="15" y="5"/>
                    </a:cubicBezTo>
                    <a:cubicBezTo>
                      <a:pt x="15" y="5"/>
                      <a:pt x="15" y="5"/>
                      <a:pt x="15" y="5"/>
                    </a:cubicBezTo>
                    <a:cubicBezTo>
                      <a:pt x="15" y="5"/>
                      <a:pt x="15" y="5"/>
                      <a:pt x="15" y="5"/>
                    </a:cubicBezTo>
                    <a:cubicBezTo>
                      <a:pt x="15" y="5"/>
                      <a:pt x="15" y="5"/>
                      <a:pt x="14" y="5"/>
                    </a:cubicBezTo>
                    <a:cubicBezTo>
                      <a:pt x="15" y="4"/>
                      <a:pt x="15" y="4"/>
                      <a:pt x="15" y="4"/>
                    </a:cubicBezTo>
                    <a:cubicBezTo>
                      <a:pt x="15" y="4"/>
                      <a:pt x="15" y="4"/>
                      <a:pt x="15" y="4"/>
                    </a:cubicBezTo>
                    <a:cubicBezTo>
                      <a:pt x="15" y="4"/>
                      <a:pt x="15" y="4"/>
                      <a:pt x="15" y="4"/>
                    </a:cubicBezTo>
                    <a:cubicBezTo>
                      <a:pt x="14" y="4"/>
                      <a:pt x="14" y="4"/>
                      <a:pt x="14" y="4"/>
                    </a:cubicBezTo>
                    <a:cubicBezTo>
                      <a:pt x="13" y="4"/>
                      <a:pt x="13" y="4"/>
                      <a:pt x="13" y="4"/>
                    </a:cubicBezTo>
                    <a:cubicBezTo>
                      <a:pt x="13" y="4"/>
                      <a:pt x="13" y="4"/>
                      <a:pt x="13" y="4"/>
                    </a:cubicBezTo>
                    <a:cubicBezTo>
                      <a:pt x="13" y="4"/>
                      <a:pt x="13" y="4"/>
                      <a:pt x="12" y="3"/>
                    </a:cubicBezTo>
                    <a:cubicBezTo>
                      <a:pt x="12" y="3"/>
                      <a:pt x="12" y="3"/>
                      <a:pt x="12" y="3"/>
                    </a:cubicBezTo>
                    <a:cubicBezTo>
                      <a:pt x="12" y="3"/>
                      <a:pt x="12" y="3"/>
                      <a:pt x="12" y="3"/>
                    </a:cubicBezTo>
                    <a:cubicBezTo>
                      <a:pt x="13" y="3"/>
                      <a:pt x="14" y="2"/>
                      <a:pt x="15" y="1"/>
                    </a:cubicBezTo>
                    <a:cubicBezTo>
                      <a:pt x="15" y="1"/>
                      <a:pt x="15" y="1"/>
                      <a:pt x="15" y="1"/>
                    </a:cubicBezTo>
                    <a:cubicBezTo>
                      <a:pt x="15" y="0"/>
                      <a:pt x="15" y="0"/>
                      <a:pt x="14" y="0"/>
                    </a:cubicBezTo>
                    <a:cubicBezTo>
                      <a:pt x="14" y="0"/>
                      <a:pt x="14" y="0"/>
                      <a:pt x="14" y="0"/>
                    </a:cubicBezTo>
                    <a:cubicBezTo>
                      <a:pt x="13" y="1"/>
                      <a:pt x="13" y="2"/>
                      <a:pt x="12" y="2"/>
                    </a:cubicBezTo>
                    <a:cubicBezTo>
                      <a:pt x="11" y="3"/>
                      <a:pt x="11" y="3"/>
                      <a:pt x="11" y="3"/>
                    </a:cubicBezTo>
                    <a:cubicBezTo>
                      <a:pt x="11" y="3"/>
                      <a:pt x="11" y="3"/>
                      <a:pt x="11" y="3"/>
                    </a:cubicBezTo>
                    <a:cubicBezTo>
                      <a:pt x="11" y="3"/>
                      <a:pt x="10" y="3"/>
                      <a:pt x="10" y="2"/>
                    </a:cubicBezTo>
                    <a:cubicBezTo>
                      <a:pt x="10" y="2"/>
                      <a:pt x="10" y="2"/>
                      <a:pt x="10" y="2"/>
                    </a:cubicBezTo>
                    <a:cubicBezTo>
                      <a:pt x="10" y="2"/>
                      <a:pt x="10" y="2"/>
                      <a:pt x="10" y="1"/>
                    </a:cubicBezTo>
                    <a:cubicBezTo>
                      <a:pt x="10" y="0"/>
                      <a:pt x="10" y="0"/>
                      <a:pt x="10" y="0"/>
                    </a:cubicBezTo>
                    <a:cubicBezTo>
                      <a:pt x="10" y="0"/>
                      <a:pt x="10" y="0"/>
                      <a:pt x="10" y="0"/>
                    </a:cubicBezTo>
                    <a:cubicBezTo>
                      <a:pt x="10" y="0"/>
                      <a:pt x="10" y="0"/>
                      <a:pt x="10" y="0"/>
                    </a:cubicBezTo>
                    <a:cubicBezTo>
                      <a:pt x="10" y="0"/>
                      <a:pt x="10" y="0"/>
                      <a:pt x="10" y="0"/>
                    </a:cubicBezTo>
                    <a:cubicBezTo>
                      <a:pt x="10" y="1"/>
                      <a:pt x="10" y="1"/>
                      <a:pt x="9" y="2"/>
                    </a:cubicBezTo>
                    <a:cubicBezTo>
                      <a:pt x="9" y="2"/>
                      <a:pt x="9" y="2"/>
                      <a:pt x="9" y="2"/>
                    </a:cubicBezTo>
                    <a:cubicBezTo>
                      <a:pt x="9" y="2"/>
                      <a:pt x="8" y="2"/>
                      <a:pt x="8" y="2"/>
                    </a:cubicBezTo>
                    <a:cubicBezTo>
                      <a:pt x="8" y="2"/>
                      <a:pt x="8" y="2"/>
                      <a:pt x="8" y="2"/>
                    </a:cubicBezTo>
                    <a:cubicBezTo>
                      <a:pt x="8" y="2"/>
                      <a:pt x="8" y="3"/>
                      <a:pt x="8" y="3"/>
                    </a:cubicBezTo>
                    <a:cubicBezTo>
                      <a:pt x="7" y="3"/>
                      <a:pt x="7" y="3"/>
                      <a:pt x="7" y="3"/>
                    </a:cubicBezTo>
                    <a:cubicBezTo>
                      <a:pt x="7" y="3"/>
                      <a:pt x="7" y="3"/>
                      <a:pt x="7" y="3"/>
                    </a:cubicBezTo>
                    <a:cubicBezTo>
                      <a:pt x="7" y="3"/>
                      <a:pt x="7" y="3"/>
                      <a:pt x="7" y="3"/>
                    </a:cubicBezTo>
                    <a:cubicBezTo>
                      <a:pt x="7" y="3"/>
                      <a:pt x="7" y="3"/>
                      <a:pt x="7" y="3"/>
                    </a:cubicBezTo>
                    <a:cubicBezTo>
                      <a:pt x="6" y="3"/>
                      <a:pt x="6" y="3"/>
                      <a:pt x="6" y="3"/>
                    </a:cubicBezTo>
                    <a:cubicBezTo>
                      <a:pt x="5" y="4"/>
                      <a:pt x="6" y="4"/>
                      <a:pt x="6" y="4"/>
                    </a:cubicBezTo>
                    <a:cubicBezTo>
                      <a:pt x="3" y="6"/>
                      <a:pt x="1" y="8"/>
                      <a:pt x="1" y="12"/>
                    </a:cubicBezTo>
                    <a:cubicBezTo>
                      <a:pt x="0" y="17"/>
                      <a:pt x="2" y="29"/>
                      <a:pt x="7" y="30"/>
                    </a:cubicBezTo>
                    <a:cubicBezTo>
                      <a:pt x="13" y="31"/>
                      <a:pt x="19" y="20"/>
                      <a:pt x="20" y="15"/>
                    </a:cubicBezTo>
                    <a:cubicBezTo>
                      <a:pt x="20" y="11"/>
                      <a:pt x="18" y="7"/>
                      <a:pt x="15"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 name="Freeform 360"/>
              <p:cNvSpPr>
                <a:spLocks/>
              </p:cNvSpPr>
              <p:nvPr/>
            </p:nvSpPr>
            <p:spPr bwMode="auto">
              <a:xfrm>
                <a:off x="1602" y="1404"/>
                <a:ext cx="27" cy="41"/>
              </a:xfrm>
              <a:custGeom>
                <a:avLst/>
                <a:gdLst>
                  <a:gd name="T0" fmla="*/ 15 w 20"/>
                  <a:gd name="T1" fmla="*/ 5 h 31"/>
                  <a:gd name="T2" fmla="*/ 15 w 20"/>
                  <a:gd name="T3" fmla="*/ 5 h 31"/>
                  <a:gd name="T4" fmla="*/ 15 w 20"/>
                  <a:gd name="T5" fmla="*/ 5 h 31"/>
                  <a:gd name="T6" fmla="*/ 15 w 20"/>
                  <a:gd name="T7" fmla="*/ 5 h 31"/>
                  <a:gd name="T8" fmla="*/ 14 w 20"/>
                  <a:gd name="T9" fmla="*/ 4 h 31"/>
                  <a:gd name="T10" fmla="*/ 15 w 20"/>
                  <a:gd name="T11" fmla="*/ 4 h 31"/>
                  <a:gd name="T12" fmla="*/ 15 w 20"/>
                  <a:gd name="T13" fmla="*/ 4 h 31"/>
                  <a:gd name="T14" fmla="*/ 15 w 20"/>
                  <a:gd name="T15" fmla="*/ 4 h 31"/>
                  <a:gd name="T16" fmla="*/ 14 w 20"/>
                  <a:gd name="T17" fmla="*/ 4 h 31"/>
                  <a:gd name="T18" fmla="*/ 13 w 20"/>
                  <a:gd name="T19" fmla="*/ 4 h 31"/>
                  <a:gd name="T20" fmla="*/ 13 w 20"/>
                  <a:gd name="T21" fmla="*/ 4 h 31"/>
                  <a:gd name="T22" fmla="*/ 12 w 20"/>
                  <a:gd name="T23" fmla="*/ 3 h 31"/>
                  <a:gd name="T24" fmla="*/ 12 w 20"/>
                  <a:gd name="T25" fmla="*/ 3 h 31"/>
                  <a:gd name="T26" fmla="*/ 12 w 20"/>
                  <a:gd name="T27" fmla="*/ 3 h 31"/>
                  <a:gd name="T28" fmla="*/ 15 w 20"/>
                  <a:gd name="T29" fmla="*/ 1 h 31"/>
                  <a:gd name="T30" fmla="*/ 15 w 20"/>
                  <a:gd name="T31" fmla="*/ 0 h 31"/>
                  <a:gd name="T32" fmla="*/ 14 w 20"/>
                  <a:gd name="T33" fmla="*/ 0 h 31"/>
                  <a:gd name="T34" fmla="*/ 14 w 20"/>
                  <a:gd name="T35" fmla="*/ 0 h 31"/>
                  <a:gd name="T36" fmla="*/ 12 w 20"/>
                  <a:gd name="T37" fmla="*/ 2 h 31"/>
                  <a:gd name="T38" fmla="*/ 11 w 20"/>
                  <a:gd name="T39" fmla="*/ 3 h 31"/>
                  <a:gd name="T40" fmla="*/ 11 w 20"/>
                  <a:gd name="T41" fmla="*/ 3 h 31"/>
                  <a:gd name="T42" fmla="*/ 10 w 20"/>
                  <a:gd name="T43" fmla="*/ 2 h 31"/>
                  <a:gd name="T44" fmla="*/ 10 w 20"/>
                  <a:gd name="T45" fmla="*/ 2 h 31"/>
                  <a:gd name="T46" fmla="*/ 10 w 20"/>
                  <a:gd name="T47" fmla="*/ 1 h 31"/>
                  <a:gd name="T48" fmla="*/ 10 w 20"/>
                  <a:gd name="T49" fmla="*/ 0 h 31"/>
                  <a:gd name="T50" fmla="*/ 10 w 20"/>
                  <a:gd name="T51" fmla="*/ 0 h 31"/>
                  <a:gd name="T52" fmla="*/ 10 w 20"/>
                  <a:gd name="T53" fmla="*/ 0 h 31"/>
                  <a:gd name="T54" fmla="*/ 10 w 20"/>
                  <a:gd name="T55" fmla="*/ 0 h 31"/>
                  <a:gd name="T56" fmla="*/ 9 w 20"/>
                  <a:gd name="T57" fmla="*/ 2 h 31"/>
                  <a:gd name="T58" fmla="*/ 9 w 20"/>
                  <a:gd name="T59" fmla="*/ 2 h 31"/>
                  <a:gd name="T60" fmla="*/ 8 w 20"/>
                  <a:gd name="T61" fmla="*/ 2 h 31"/>
                  <a:gd name="T62" fmla="*/ 8 w 20"/>
                  <a:gd name="T63" fmla="*/ 2 h 31"/>
                  <a:gd name="T64" fmla="*/ 8 w 20"/>
                  <a:gd name="T65" fmla="*/ 3 h 31"/>
                  <a:gd name="T66" fmla="*/ 7 w 20"/>
                  <a:gd name="T67" fmla="*/ 3 h 31"/>
                  <a:gd name="T68" fmla="*/ 7 w 20"/>
                  <a:gd name="T69" fmla="*/ 3 h 31"/>
                  <a:gd name="T70" fmla="*/ 7 w 20"/>
                  <a:gd name="T71" fmla="*/ 3 h 31"/>
                  <a:gd name="T72" fmla="*/ 7 w 20"/>
                  <a:gd name="T73" fmla="*/ 3 h 31"/>
                  <a:gd name="T74" fmla="*/ 6 w 20"/>
                  <a:gd name="T75" fmla="*/ 3 h 31"/>
                  <a:gd name="T76" fmla="*/ 6 w 20"/>
                  <a:gd name="T77" fmla="*/ 4 h 31"/>
                  <a:gd name="T78" fmla="*/ 1 w 20"/>
                  <a:gd name="T79" fmla="*/ 12 h 31"/>
                  <a:gd name="T80" fmla="*/ 7 w 20"/>
                  <a:gd name="T81" fmla="*/ 30 h 31"/>
                  <a:gd name="T82" fmla="*/ 20 w 20"/>
                  <a:gd name="T83" fmla="*/ 15 h 31"/>
                  <a:gd name="T84" fmla="*/ 15 w 20"/>
                  <a:gd name="T85" fmla="*/ 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 h="31">
                    <a:moveTo>
                      <a:pt x="15" y="5"/>
                    </a:moveTo>
                    <a:cubicBezTo>
                      <a:pt x="15" y="5"/>
                      <a:pt x="15" y="5"/>
                      <a:pt x="15" y="5"/>
                    </a:cubicBezTo>
                    <a:cubicBezTo>
                      <a:pt x="15" y="5"/>
                      <a:pt x="15" y="5"/>
                      <a:pt x="15" y="5"/>
                    </a:cubicBezTo>
                    <a:cubicBezTo>
                      <a:pt x="15" y="5"/>
                      <a:pt x="15" y="5"/>
                      <a:pt x="15" y="5"/>
                    </a:cubicBezTo>
                    <a:cubicBezTo>
                      <a:pt x="15" y="5"/>
                      <a:pt x="15" y="4"/>
                      <a:pt x="14" y="4"/>
                    </a:cubicBezTo>
                    <a:cubicBezTo>
                      <a:pt x="15" y="4"/>
                      <a:pt x="15" y="4"/>
                      <a:pt x="15" y="4"/>
                    </a:cubicBezTo>
                    <a:cubicBezTo>
                      <a:pt x="15" y="4"/>
                      <a:pt x="15" y="4"/>
                      <a:pt x="15" y="4"/>
                    </a:cubicBezTo>
                    <a:cubicBezTo>
                      <a:pt x="15" y="4"/>
                      <a:pt x="15" y="3"/>
                      <a:pt x="15" y="4"/>
                    </a:cubicBezTo>
                    <a:cubicBezTo>
                      <a:pt x="14" y="4"/>
                      <a:pt x="14" y="4"/>
                      <a:pt x="14" y="4"/>
                    </a:cubicBezTo>
                    <a:cubicBezTo>
                      <a:pt x="13" y="4"/>
                      <a:pt x="13" y="4"/>
                      <a:pt x="13" y="4"/>
                    </a:cubicBezTo>
                    <a:cubicBezTo>
                      <a:pt x="13" y="4"/>
                      <a:pt x="13" y="4"/>
                      <a:pt x="13" y="4"/>
                    </a:cubicBezTo>
                    <a:cubicBezTo>
                      <a:pt x="13" y="4"/>
                      <a:pt x="13" y="4"/>
                      <a:pt x="12" y="3"/>
                    </a:cubicBezTo>
                    <a:cubicBezTo>
                      <a:pt x="12" y="3"/>
                      <a:pt x="12" y="3"/>
                      <a:pt x="12" y="3"/>
                    </a:cubicBezTo>
                    <a:cubicBezTo>
                      <a:pt x="12" y="3"/>
                      <a:pt x="12" y="3"/>
                      <a:pt x="12" y="3"/>
                    </a:cubicBezTo>
                    <a:cubicBezTo>
                      <a:pt x="13" y="2"/>
                      <a:pt x="14" y="2"/>
                      <a:pt x="15" y="1"/>
                    </a:cubicBezTo>
                    <a:cubicBezTo>
                      <a:pt x="15" y="1"/>
                      <a:pt x="15" y="1"/>
                      <a:pt x="15" y="0"/>
                    </a:cubicBezTo>
                    <a:cubicBezTo>
                      <a:pt x="15" y="0"/>
                      <a:pt x="15" y="0"/>
                      <a:pt x="14" y="0"/>
                    </a:cubicBezTo>
                    <a:cubicBezTo>
                      <a:pt x="14" y="0"/>
                      <a:pt x="14" y="0"/>
                      <a:pt x="14" y="0"/>
                    </a:cubicBezTo>
                    <a:cubicBezTo>
                      <a:pt x="13" y="1"/>
                      <a:pt x="13" y="2"/>
                      <a:pt x="12" y="2"/>
                    </a:cubicBezTo>
                    <a:cubicBezTo>
                      <a:pt x="11" y="3"/>
                      <a:pt x="11" y="3"/>
                      <a:pt x="11" y="3"/>
                    </a:cubicBezTo>
                    <a:cubicBezTo>
                      <a:pt x="11" y="3"/>
                      <a:pt x="11" y="3"/>
                      <a:pt x="11" y="3"/>
                    </a:cubicBezTo>
                    <a:cubicBezTo>
                      <a:pt x="11" y="3"/>
                      <a:pt x="10" y="2"/>
                      <a:pt x="10" y="2"/>
                    </a:cubicBezTo>
                    <a:cubicBezTo>
                      <a:pt x="10" y="2"/>
                      <a:pt x="10" y="2"/>
                      <a:pt x="10" y="2"/>
                    </a:cubicBezTo>
                    <a:cubicBezTo>
                      <a:pt x="10" y="2"/>
                      <a:pt x="10" y="2"/>
                      <a:pt x="10" y="1"/>
                    </a:cubicBezTo>
                    <a:cubicBezTo>
                      <a:pt x="10" y="0"/>
                      <a:pt x="10" y="0"/>
                      <a:pt x="10" y="0"/>
                    </a:cubicBezTo>
                    <a:cubicBezTo>
                      <a:pt x="10" y="0"/>
                      <a:pt x="10" y="0"/>
                      <a:pt x="10" y="0"/>
                    </a:cubicBezTo>
                    <a:cubicBezTo>
                      <a:pt x="10" y="0"/>
                      <a:pt x="10" y="0"/>
                      <a:pt x="10" y="0"/>
                    </a:cubicBezTo>
                    <a:cubicBezTo>
                      <a:pt x="10" y="0"/>
                      <a:pt x="10" y="0"/>
                      <a:pt x="10" y="0"/>
                    </a:cubicBezTo>
                    <a:cubicBezTo>
                      <a:pt x="10" y="1"/>
                      <a:pt x="10" y="1"/>
                      <a:pt x="9" y="2"/>
                    </a:cubicBezTo>
                    <a:cubicBezTo>
                      <a:pt x="9" y="2"/>
                      <a:pt x="9" y="2"/>
                      <a:pt x="9" y="2"/>
                    </a:cubicBezTo>
                    <a:cubicBezTo>
                      <a:pt x="9" y="2"/>
                      <a:pt x="8" y="2"/>
                      <a:pt x="8" y="2"/>
                    </a:cubicBezTo>
                    <a:cubicBezTo>
                      <a:pt x="8" y="2"/>
                      <a:pt x="8" y="2"/>
                      <a:pt x="8" y="2"/>
                    </a:cubicBezTo>
                    <a:cubicBezTo>
                      <a:pt x="8" y="2"/>
                      <a:pt x="8" y="2"/>
                      <a:pt x="8" y="3"/>
                    </a:cubicBezTo>
                    <a:cubicBezTo>
                      <a:pt x="7" y="3"/>
                      <a:pt x="7" y="3"/>
                      <a:pt x="7" y="3"/>
                    </a:cubicBezTo>
                    <a:cubicBezTo>
                      <a:pt x="7" y="3"/>
                      <a:pt x="7" y="3"/>
                      <a:pt x="7" y="3"/>
                    </a:cubicBezTo>
                    <a:cubicBezTo>
                      <a:pt x="7" y="3"/>
                      <a:pt x="7" y="3"/>
                      <a:pt x="7" y="3"/>
                    </a:cubicBezTo>
                    <a:cubicBezTo>
                      <a:pt x="7" y="3"/>
                      <a:pt x="7" y="3"/>
                      <a:pt x="7" y="3"/>
                    </a:cubicBezTo>
                    <a:cubicBezTo>
                      <a:pt x="6" y="3"/>
                      <a:pt x="6" y="3"/>
                      <a:pt x="6" y="3"/>
                    </a:cubicBezTo>
                    <a:cubicBezTo>
                      <a:pt x="5" y="4"/>
                      <a:pt x="6" y="4"/>
                      <a:pt x="6" y="4"/>
                    </a:cubicBezTo>
                    <a:cubicBezTo>
                      <a:pt x="3" y="6"/>
                      <a:pt x="1" y="8"/>
                      <a:pt x="1" y="12"/>
                    </a:cubicBezTo>
                    <a:cubicBezTo>
                      <a:pt x="0" y="17"/>
                      <a:pt x="2" y="29"/>
                      <a:pt x="7" y="30"/>
                    </a:cubicBezTo>
                    <a:cubicBezTo>
                      <a:pt x="13" y="31"/>
                      <a:pt x="19" y="20"/>
                      <a:pt x="20" y="15"/>
                    </a:cubicBezTo>
                    <a:cubicBezTo>
                      <a:pt x="20" y="11"/>
                      <a:pt x="18" y="7"/>
                      <a:pt x="15"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 name="Freeform 361"/>
              <p:cNvSpPr>
                <a:spLocks/>
              </p:cNvSpPr>
              <p:nvPr/>
            </p:nvSpPr>
            <p:spPr bwMode="auto">
              <a:xfrm>
                <a:off x="1634" y="1451"/>
                <a:ext cx="27" cy="41"/>
              </a:xfrm>
              <a:custGeom>
                <a:avLst/>
                <a:gdLst>
                  <a:gd name="T0" fmla="*/ 16 w 21"/>
                  <a:gd name="T1" fmla="*/ 5 h 31"/>
                  <a:gd name="T2" fmla="*/ 16 w 21"/>
                  <a:gd name="T3" fmla="*/ 5 h 31"/>
                  <a:gd name="T4" fmla="*/ 16 w 21"/>
                  <a:gd name="T5" fmla="*/ 5 h 31"/>
                  <a:gd name="T6" fmla="*/ 16 w 21"/>
                  <a:gd name="T7" fmla="*/ 5 h 31"/>
                  <a:gd name="T8" fmla="*/ 15 w 21"/>
                  <a:gd name="T9" fmla="*/ 5 h 31"/>
                  <a:gd name="T10" fmla="*/ 16 w 21"/>
                  <a:gd name="T11" fmla="*/ 4 h 31"/>
                  <a:gd name="T12" fmla="*/ 16 w 21"/>
                  <a:gd name="T13" fmla="*/ 4 h 31"/>
                  <a:gd name="T14" fmla="*/ 16 w 21"/>
                  <a:gd name="T15" fmla="*/ 4 h 31"/>
                  <a:gd name="T16" fmla="*/ 15 w 21"/>
                  <a:gd name="T17" fmla="*/ 4 h 31"/>
                  <a:gd name="T18" fmla="*/ 14 w 21"/>
                  <a:gd name="T19" fmla="*/ 4 h 31"/>
                  <a:gd name="T20" fmla="*/ 14 w 21"/>
                  <a:gd name="T21" fmla="*/ 4 h 31"/>
                  <a:gd name="T22" fmla="*/ 13 w 21"/>
                  <a:gd name="T23" fmla="*/ 3 h 31"/>
                  <a:gd name="T24" fmla="*/ 13 w 21"/>
                  <a:gd name="T25" fmla="*/ 3 h 31"/>
                  <a:gd name="T26" fmla="*/ 13 w 21"/>
                  <a:gd name="T27" fmla="*/ 3 h 31"/>
                  <a:gd name="T28" fmla="*/ 16 w 21"/>
                  <a:gd name="T29" fmla="*/ 1 h 31"/>
                  <a:gd name="T30" fmla="*/ 16 w 21"/>
                  <a:gd name="T31" fmla="*/ 1 h 31"/>
                  <a:gd name="T32" fmla="*/ 15 w 21"/>
                  <a:gd name="T33" fmla="*/ 0 h 31"/>
                  <a:gd name="T34" fmla="*/ 15 w 21"/>
                  <a:gd name="T35" fmla="*/ 0 h 31"/>
                  <a:gd name="T36" fmla="*/ 12 w 21"/>
                  <a:gd name="T37" fmla="*/ 2 h 31"/>
                  <a:gd name="T38" fmla="*/ 12 w 21"/>
                  <a:gd name="T39" fmla="*/ 3 h 31"/>
                  <a:gd name="T40" fmla="*/ 11 w 21"/>
                  <a:gd name="T41" fmla="*/ 3 h 31"/>
                  <a:gd name="T42" fmla="*/ 11 w 21"/>
                  <a:gd name="T43" fmla="*/ 2 h 31"/>
                  <a:gd name="T44" fmla="*/ 11 w 21"/>
                  <a:gd name="T45" fmla="*/ 2 h 31"/>
                  <a:gd name="T46" fmla="*/ 11 w 21"/>
                  <a:gd name="T47" fmla="*/ 1 h 31"/>
                  <a:gd name="T48" fmla="*/ 11 w 21"/>
                  <a:gd name="T49" fmla="*/ 0 h 31"/>
                  <a:gd name="T50" fmla="*/ 11 w 21"/>
                  <a:gd name="T51" fmla="*/ 0 h 31"/>
                  <a:gd name="T52" fmla="*/ 11 w 21"/>
                  <a:gd name="T53" fmla="*/ 0 h 31"/>
                  <a:gd name="T54" fmla="*/ 11 w 21"/>
                  <a:gd name="T55" fmla="*/ 0 h 31"/>
                  <a:gd name="T56" fmla="*/ 10 w 21"/>
                  <a:gd name="T57" fmla="*/ 2 h 31"/>
                  <a:gd name="T58" fmla="*/ 10 w 21"/>
                  <a:gd name="T59" fmla="*/ 2 h 31"/>
                  <a:gd name="T60" fmla="*/ 9 w 21"/>
                  <a:gd name="T61" fmla="*/ 2 h 31"/>
                  <a:gd name="T62" fmla="*/ 9 w 21"/>
                  <a:gd name="T63" fmla="*/ 2 h 31"/>
                  <a:gd name="T64" fmla="*/ 9 w 21"/>
                  <a:gd name="T65" fmla="*/ 3 h 31"/>
                  <a:gd name="T66" fmla="*/ 8 w 21"/>
                  <a:gd name="T67" fmla="*/ 3 h 31"/>
                  <a:gd name="T68" fmla="*/ 8 w 21"/>
                  <a:gd name="T69" fmla="*/ 3 h 31"/>
                  <a:gd name="T70" fmla="*/ 8 w 21"/>
                  <a:gd name="T71" fmla="*/ 3 h 31"/>
                  <a:gd name="T72" fmla="*/ 7 w 21"/>
                  <a:gd name="T73" fmla="*/ 3 h 31"/>
                  <a:gd name="T74" fmla="*/ 6 w 21"/>
                  <a:gd name="T75" fmla="*/ 3 h 31"/>
                  <a:gd name="T76" fmla="*/ 7 w 21"/>
                  <a:gd name="T77" fmla="*/ 4 h 31"/>
                  <a:gd name="T78" fmla="*/ 1 w 21"/>
                  <a:gd name="T79" fmla="*/ 12 h 31"/>
                  <a:gd name="T80" fmla="*/ 8 w 21"/>
                  <a:gd name="T81" fmla="*/ 30 h 31"/>
                  <a:gd name="T82" fmla="*/ 20 w 21"/>
                  <a:gd name="T83" fmla="*/ 15 h 31"/>
                  <a:gd name="T84" fmla="*/ 16 w 21"/>
                  <a:gd name="T85" fmla="*/ 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31">
                    <a:moveTo>
                      <a:pt x="16" y="5"/>
                    </a:moveTo>
                    <a:cubicBezTo>
                      <a:pt x="16" y="5"/>
                      <a:pt x="16" y="5"/>
                      <a:pt x="16" y="5"/>
                    </a:cubicBezTo>
                    <a:cubicBezTo>
                      <a:pt x="16" y="5"/>
                      <a:pt x="16" y="5"/>
                      <a:pt x="16" y="5"/>
                    </a:cubicBezTo>
                    <a:cubicBezTo>
                      <a:pt x="16" y="5"/>
                      <a:pt x="16" y="5"/>
                      <a:pt x="16" y="5"/>
                    </a:cubicBezTo>
                    <a:cubicBezTo>
                      <a:pt x="16" y="5"/>
                      <a:pt x="15" y="5"/>
                      <a:pt x="15" y="5"/>
                    </a:cubicBezTo>
                    <a:cubicBezTo>
                      <a:pt x="16" y="4"/>
                      <a:pt x="16" y="4"/>
                      <a:pt x="16" y="4"/>
                    </a:cubicBezTo>
                    <a:cubicBezTo>
                      <a:pt x="16" y="4"/>
                      <a:pt x="16" y="4"/>
                      <a:pt x="16" y="4"/>
                    </a:cubicBezTo>
                    <a:cubicBezTo>
                      <a:pt x="16" y="4"/>
                      <a:pt x="16" y="4"/>
                      <a:pt x="16" y="4"/>
                    </a:cubicBezTo>
                    <a:cubicBezTo>
                      <a:pt x="15" y="4"/>
                      <a:pt x="15" y="4"/>
                      <a:pt x="15" y="4"/>
                    </a:cubicBezTo>
                    <a:cubicBezTo>
                      <a:pt x="14" y="4"/>
                      <a:pt x="14" y="4"/>
                      <a:pt x="14" y="4"/>
                    </a:cubicBezTo>
                    <a:cubicBezTo>
                      <a:pt x="14" y="4"/>
                      <a:pt x="14" y="4"/>
                      <a:pt x="14" y="4"/>
                    </a:cubicBezTo>
                    <a:cubicBezTo>
                      <a:pt x="14" y="4"/>
                      <a:pt x="13" y="4"/>
                      <a:pt x="13" y="3"/>
                    </a:cubicBezTo>
                    <a:cubicBezTo>
                      <a:pt x="13" y="3"/>
                      <a:pt x="13" y="3"/>
                      <a:pt x="13" y="3"/>
                    </a:cubicBezTo>
                    <a:cubicBezTo>
                      <a:pt x="13" y="3"/>
                      <a:pt x="13" y="3"/>
                      <a:pt x="13" y="3"/>
                    </a:cubicBezTo>
                    <a:cubicBezTo>
                      <a:pt x="14" y="3"/>
                      <a:pt x="15" y="2"/>
                      <a:pt x="16" y="1"/>
                    </a:cubicBezTo>
                    <a:cubicBezTo>
                      <a:pt x="16" y="1"/>
                      <a:pt x="16" y="1"/>
                      <a:pt x="16" y="1"/>
                    </a:cubicBezTo>
                    <a:cubicBezTo>
                      <a:pt x="16" y="0"/>
                      <a:pt x="15" y="0"/>
                      <a:pt x="15" y="0"/>
                    </a:cubicBezTo>
                    <a:cubicBezTo>
                      <a:pt x="15" y="0"/>
                      <a:pt x="15" y="0"/>
                      <a:pt x="15" y="0"/>
                    </a:cubicBezTo>
                    <a:cubicBezTo>
                      <a:pt x="14" y="1"/>
                      <a:pt x="13" y="2"/>
                      <a:pt x="12" y="2"/>
                    </a:cubicBezTo>
                    <a:cubicBezTo>
                      <a:pt x="12" y="3"/>
                      <a:pt x="12" y="3"/>
                      <a:pt x="12" y="3"/>
                    </a:cubicBezTo>
                    <a:cubicBezTo>
                      <a:pt x="12" y="3"/>
                      <a:pt x="12" y="3"/>
                      <a:pt x="11" y="3"/>
                    </a:cubicBezTo>
                    <a:cubicBezTo>
                      <a:pt x="11" y="3"/>
                      <a:pt x="11" y="3"/>
                      <a:pt x="11" y="2"/>
                    </a:cubicBezTo>
                    <a:cubicBezTo>
                      <a:pt x="11" y="2"/>
                      <a:pt x="11" y="2"/>
                      <a:pt x="11" y="2"/>
                    </a:cubicBezTo>
                    <a:cubicBezTo>
                      <a:pt x="11" y="2"/>
                      <a:pt x="11" y="2"/>
                      <a:pt x="11" y="1"/>
                    </a:cubicBezTo>
                    <a:cubicBezTo>
                      <a:pt x="11" y="0"/>
                      <a:pt x="11" y="0"/>
                      <a:pt x="11" y="0"/>
                    </a:cubicBezTo>
                    <a:cubicBezTo>
                      <a:pt x="11" y="0"/>
                      <a:pt x="11" y="0"/>
                      <a:pt x="11" y="0"/>
                    </a:cubicBezTo>
                    <a:cubicBezTo>
                      <a:pt x="11" y="0"/>
                      <a:pt x="11" y="0"/>
                      <a:pt x="11" y="0"/>
                    </a:cubicBezTo>
                    <a:cubicBezTo>
                      <a:pt x="11" y="0"/>
                      <a:pt x="11" y="0"/>
                      <a:pt x="11" y="0"/>
                    </a:cubicBezTo>
                    <a:cubicBezTo>
                      <a:pt x="11" y="1"/>
                      <a:pt x="10" y="1"/>
                      <a:pt x="10" y="2"/>
                    </a:cubicBezTo>
                    <a:cubicBezTo>
                      <a:pt x="10" y="2"/>
                      <a:pt x="10" y="2"/>
                      <a:pt x="10" y="2"/>
                    </a:cubicBezTo>
                    <a:cubicBezTo>
                      <a:pt x="9" y="2"/>
                      <a:pt x="9" y="2"/>
                      <a:pt x="9" y="2"/>
                    </a:cubicBezTo>
                    <a:cubicBezTo>
                      <a:pt x="9" y="2"/>
                      <a:pt x="9" y="2"/>
                      <a:pt x="9" y="2"/>
                    </a:cubicBezTo>
                    <a:cubicBezTo>
                      <a:pt x="9" y="2"/>
                      <a:pt x="8" y="3"/>
                      <a:pt x="9" y="3"/>
                    </a:cubicBezTo>
                    <a:cubicBezTo>
                      <a:pt x="8" y="3"/>
                      <a:pt x="8" y="3"/>
                      <a:pt x="8" y="3"/>
                    </a:cubicBezTo>
                    <a:cubicBezTo>
                      <a:pt x="8" y="3"/>
                      <a:pt x="8" y="3"/>
                      <a:pt x="8" y="3"/>
                    </a:cubicBezTo>
                    <a:cubicBezTo>
                      <a:pt x="8" y="3"/>
                      <a:pt x="8" y="3"/>
                      <a:pt x="8" y="3"/>
                    </a:cubicBezTo>
                    <a:cubicBezTo>
                      <a:pt x="7" y="3"/>
                      <a:pt x="7" y="3"/>
                      <a:pt x="7" y="3"/>
                    </a:cubicBezTo>
                    <a:cubicBezTo>
                      <a:pt x="7" y="3"/>
                      <a:pt x="7" y="3"/>
                      <a:pt x="6" y="3"/>
                    </a:cubicBezTo>
                    <a:cubicBezTo>
                      <a:pt x="6" y="4"/>
                      <a:pt x="6" y="4"/>
                      <a:pt x="7" y="4"/>
                    </a:cubicBezTo>
                    <a:cubicBezTo>
                      <a:pt x="4" y="6"/>
                      <a:pt x="2" y="8"/>
                      <a:pt x="1" y="12"/>
                    </a:cubicBezTo>
                    <a:cubicBezTo>
                      <a:pt x="0" y="17"/>
                      <a:pt x="3" y="29"/>
                      <a:pt x="8" y="30"/>
                    </a:cubicBezTo>
                    <a:cubicBezTo>
                      <a:pt x="13" y="31"/>
                      <a:pt x="19" y="20"/>
                      <a:pt x="20" y="15"/>
                    </a:cubicBezTo>
                    <a:cubicBezTo>
                      <a:pt x="21" y="11"/>
                      <a:pt x="19" y="7"/>
                      <a:pt x="16"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 name="Freeform 362"/>
              <p:cNvSpPr>
                <a:spLocks/>
              </p:cNvSpPr>
              <p:nvPr/>
            </p:nvSpPr>
            <p:spPr bwMode="auto">
              <a:xfrm>
                <a:off x="1634" y="1404"/>
                <a:ext cx="27" cy="41"/>
              </a:xfrm>
              <a:custGeom>
                <a:avLst/>
                <a:gdLst>
                  <a:gd name="T0" fmla="*/ 16 w 21"/>
                  <a:gd name="T1" fmla="*/ 5 h 31"/>
                  <a:gd name="T2" fmla="*/ 16 w 21"/>
                  <a:gd name="T3" fmla="*/ 5 h 31"/>
                  <a:gd name="T4" fmla="*/ 16 w 21"/>
                  <a:gd name="T5" fmla="*/ 5 h 31"/>
                  <a:gd name="T6" fmla="*/ 16 w 21"/>
                  <a:gd name="T7" fmla="*/ 5 h 31"/>
                  <a:gd name="T8" fmla="*/ 15 w 21"/>
                  <a:gd name="T9" fmla="*/ 4 h 31"/>
                  <a:gd name="T10" fmla="*/ 16 w 21"/>
                  <a:gd name="T11" fmla="*/ 4 h 31"/>
                  <a:gd name="T12" fmla="*/ 16 w 21"/>
                  <a:gd name="T13" fmla="*/ 4 h 31"/>
                  <a:gd name="T14" fmla="*/ 16 w 21"/>
                  <a:gd name="T15" fmla="*/ 4 h 31"/>
                  <a:gd name="T16" fmla="*/ 15 w 21"/>
                  <a:gd name="T17" fmla="*/ 4 h 31"/>
                  <a:gd name="T18" fmla="*/ 14 w 21"/>
                  <a:gd name="T19" fmla="*/ 4 h 31"/>
                  <a:gd name="T20" fmla="*/ 14 w 21"/>
                  <a:gd name="T21" fmla="*/ 4 h 31"/>
                  <a:gd name="T22" fmla="*/ 13 w 21"/>
                  <a:gd name="T23" fmla="*/ 3 h 31"/>
                  <a:gd name="T24" fmla="*/ 13 w 21"/>
                  <a:gd name="T25" fmla="*/ 3 h 31"/>
                  <a:gd name="T26" fmla="*/ 13 w 21"/>
                  <a:gd name="T27" fmla="*/ 3 h 31"/>
                  <a:gd name="T28" fmla="*/ 16 w 21"/>
                  <a:gd name="T29" fmla="*/ 1 h 31"/>
                  <a:gd name="T30" fmla="*/ 16 w 21"/>
                  <a:gd name="T31" fmla="*/ 0 h 31"/>
                  <a:gd name="T32" fmla="*/ 15 w 21"/>
                  <a:gd name="T33" fmla="*/ 0 h 31"/>
                  <a:gd name="T34" fmla="*/ 15 w 21"/>
                  <a:gd name="T35" fmla="*/ 0 h 31"/>
                  <a:gd name="T36" fmla="*/ 12 w 21"/>
                  <a:gd name="T37" fmla="*/ 2 h 31"/>
                  <a:gd name="T38" fmla="*/ 12 w 21"/>
                  <a:gd name="T39" fmla="*/ 3 h 31"/>
                  <a:gd name="T40" fmla="*/ 11 w 21"/>
                  <a:gd name="T41" fmla="*/ 3 h 31"/>
                  <a:gd name="T42" fmla="*/ 11 w 21"/>
                  <a:gd name="T43" fmla="*/ 2 h 31"/>
                  <a:gd name="T44" fmla="*/ 11 w 21"/>
                  <a:gd name="T45" fmla="*/ 2 h 31"/>
                  <a:gd name="T46" fmla="*/ 11 w 21"/>
                  <a:gd name="T47" fmla="*/ 1 h 31"/>
                  <a:gd name="T48" fmla="*/ 11 w 21"/>
                  <a:gd name="T49" fmla="*/ 0 h 31"/>
                  <a:gd name="T50" fmla="*/ 11 w 21"/>
                  <a:gd name="T51" fmla="*/ 0 h 31"/>
                  <a:gd name="T52" fmla="*/ 11 w 21"/>
                  <a:gd name="T53" fmla="*/ 0 h 31"/>
                  <a:gd name="T54" fmla="*/ 11 w 21"/>
                  <a:gd name="T55" fmla="*/ 0 h 31"/>
                  <a:gd name="T56" fmla="*/ 10 w 21"/>
                  <a:gd name="T57" fmla="*/ 2 h 31"/>
                  <a:gd name="T58" fmla="*/ 10 w 21"/>
                  <a:gd name="T59" fmla="*/ 2 h 31"/>
                  <a:gd name="T60" fmla="*/ 9 w 21"/>
                  <a:gd name="T61" fmla="*/ 2 h 31"/>
                  <a:gd name="T62" fmla="*/ 9 w 21"/>
                  <a:gd name="T63" fmla="*/ 2 h 31"/>
                  <a:gd name="T64" fmla="*/ 9 w 21"/>
                  <a:gd name="T65" fmla="*/ 3 h 31"/>
                  <a:gd name="T66" fmla="*/ 8 w 21"/>
                  <a:gd name="T67" fmla="*/ 3 h 31"/>
                  <a:gd name="T68" fmla="*/ 8 w 21"/>
                  <a:gd name="T69" fmla="*/ 3 h 31"/>
                  <a:gd name="T70" fmla="*/ 8 w 21"/>
                  <a:gd name="T71" fmla="*/ 3 h 31"/>
                  <a:gd name="T72" fmla="*/ 7 w 21"/>
                  <a:gd name="T73" fmla="*/ 3 h 31"/>
                  <a:gd name="T74" fmla="*/ 6 w 21"/>
                  <a:gd name="T75" fmla="*/ 3 h 31"/>
                  <a:gd name="T76" fmla="*/ 7 w 21"/>
                  <a:gd name="T77" fmla="*/ 4 h 31"/>
                  <a:gd name="T78" fmla="*/ 1 w 21"/>
                  <a:gd name="T79" fmla="*/ 12 h 31"/>
                  <a:gd name="T80" fmla="*/ 8 w 21"/>
                  <a:gd name="T81" fmla="*/ 30 h 31"/>
                  <a:gd name="T82" fmla="*/ 20 w 21"/>
                  <a:gd name="T83" fmla="*/ 15 h 31"/>
                  <a:gd name="T84" fmla="*/ 16 w 21"/>
                  <a:gd name="T85" fmla="*/ 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31">
                    <a:moveTo>
                      <a:pt x="16" y="5"/>
                    </a:moveTo>
                    <a:cubicBezTo>
                      <a:pt x="16" y="5"/>
                      <a:pt x="16" y="5"/>
                      <a:pt x="16" y="5"/>
                    </a:cubicBezTo>
                    <a:cubicBezTo>
                      <a:pt x="16" y="5"/>
                      <a:pt x="16" y="5"/>
                      <a:pt x="16" y="5"/>
                    </a:cubicBezTo>
                    <a:cubicBezTo>
                      <a:pt x="16" y="5"/>
                      <a:pt x="16" y="5"/>
                      <a:pt x="16" y="5"/>
                    </a:cubicBezTo>
                    <a:cubicBezTo>
                      <a:pt x="16" y="5"/>
                      <a:pt x="15" y="4"/>
                      <a:pt x="15" y="4"/>
                    </a:cubicBezTo>
                    <a:cubicBezTo>
                      <a:pt x="16" y="4"/>
                      <a:pt x="16" y="4"/>
                      <a:pt x="16" y="4"/>
                    </a:cubicBezTo>
                    <a:cubicBezTo>
                      <a:pt x="16" y="4"/>
                      <a:pt x="16" y="4"/>
                      <a:pt x="16" y="4"/>
                    </a:cubicBezTo>
                    <a:cubicBezTo>
                      <a:pt x="16" y="4"/>
                      <a:pt x="16" y="3"/>
                      <a:pt x="16" y="4"/>
                    </a:cubicBezTo>
                    <a:cubicBezTo>
                      <a:pt x="15" y="4"/>
                      <a:pt x="15" y="4"/>
                      <a:pt x="15" y="4"/>
                    </a:cubicBezTo>
                    <a:cubicBezTo>
                      <a:pt x="14" y="4"/>
                      <a:pt x="14" y="4"/>
                      <a:pt x="14" y="4"/>
                    </a:cubicBezTo>
                    <a:cubicBezTo>
                      <a:pt x="14" y="4"/>
                      <a:pt x="14" y="4"/>
                      <a:pt x="14" y="4"/>
                    </a:cubicBezTo>
                    <a:cubicBezTo>
                      <a:pt x="14" y="4"/>
                      <a:pt x="13" y="4"/>
                      <a:pt x="13" y="3"/>
                    </a:cubicBezTo>
                    <a:cubicBezTo>
                      <a:pt x="13" y="3"/>
                      <a:pt x="13" y="3"/>
                      <a:pt x="13" y="3"/>
                    </a:cubicBezTo>
                    <a:cubicBezTo>
                      <a:pt x="13" y="3"/>
                      <a:pt x="13" y="3"/>
                      <a:pt x="13" y="3"/>
                    </a:cubicBezTo>
                    <a:cubicBezTo>
                      <a:pt x="14" y="2"/>
                      <a:pt x="15" y="2"/>
                      <a:pt x="16" y="1"/>
                    </a:cubicBezTo>
                    <a:cubicBezTo>
                      <a:pt x="16" y="1"/>
                      <a:pt x="16" y="1"/>
                      <a:pt x="16" y="0"/>
                    </a:cubicBezTo>
                    <a:cubicBezTo>
                      <a:pt x="16" y="0"/>
                      <a:pt x="15" y="0"/>
                      <a:pt x="15" y="0"/>
                    </a:cubicBezTo>
                    <a:cubicBezTo>
                      <a:pt x="15" y="0"/>
                      <a:pt x="15" y="0"/>
                      <a:pt x="15" y="0"/>
                    </a:cubicBezTo>
                    <a:cubicBezTo>
                      <a:pt x="14" y="1"/>
                      <a:pt x="13" y="2"/>
                      <a:pt x="12" y="2"/>
                    </a:cubicBezTo>
                    <a:cubicBezTo>
                      <a:pt x="12" y="3"/>
                      <a:pt x="12" y="3"/>
                      <a:pt x="12" y="3"/>
                    </a:cubicBezTo>
                    <a:cubicBezTo>
                      <a:pt x="12" y="3"/>
                      <a:pt x="12" y="3"/>
                      <a:pt x="11" y="3"/>
                    </a:cubicBezTo>
                    <a:cubicBezTo>
                      <a:pt x="11" y="3"/>
                      <a:pt x="11" y="2"/>
                      <a:pt x="11" y="2"/>
                    </a:cubicBezTo>
                    <a:cubicBezTo>
                      <a:pt x="11" y="2"/>
                      <a:pt x="11" y="2"/>
                      <a:pt x="11" y="2"/>
                    </a:cubicBezTo>
                    <a:cubicBezTo>
                      <a:pt x="11" y="2"/>
                      <a:pt x="11" y="2"/>
                      <a:pt x="11" y="1"/>
                    </a:cubicBezTo>
                    <a:cubicBezTo>
                      <a:pt x="11" y="0"/>
                      <a:pt x="11" y="0"/>
                      <a:pt x="11" y="0"/>
                    </a:cubicBezTo>
                    <a:cubicBezTo>
                      <a:pt x="11" y="0"/>
                      <a:pt x="11" y="0"/>
                      <a:pt x="11" y="0"/>
                    </a:cubicBezTo>
                    <a:cubicBezTo>
                      <a:pt x="11" y="0"/>
                      <a:pt x="11" y="0"/>
                      <a:pt x="11" y="0"/>
                    </a:cubicBezTo>
                    <a:cubicBezTo>
                      <a:pt x="11" y="0"/>
                      <a:pt x="11" y="0"/>
                      <a:pt x="11" y="0"/>
                    </a:cubicBezTo>
                    <a:cubicBezTo>
                      <a:pt x="11" y="1"/>
                      <a:pt x="10" y="1"/>
                      <a:pt x="10" y="2"/>
                    </a:cubicBezTo>
                    <a:cubicBezTo>
                      <a:pt x="10" y="2"/>
                      <a:pt x="10" y="2"/>
                      <a:pt x="10" y="2"/>
                    </a:cubicBezTo>
                    <a:cubicBezTo>
                      <a:pt x="9" y="2"/>
                      <a:pt x="9" y="2"/>
                      <a:pt x="9" y="2"/>
                    </a:cubicBezTo>
                    <a:cubicBezTo>
                      <a:pt x="9" y="2"/>
                      <a:pt x="9" y="2"/>
                      <a:pt x="9" y="2"/>
                    </a:cubicBezTo>
                    <a:cubicBezTo>
                      <a:pt x="9" y="2"/>
                      <a:pt x="8" y="2"/>
                      <a:pt x="9" y="3"/>
                    </a:cubicBezTo>
                    <a:cubicBezTo>
                      <a:pt x="8" y="3"/>
                      <a:pt x="8" y="3"/>
                      <a:pt x="8" y="3"/>
                    </a:cubicBezTo>
                    <a:cubicBezTo>
                      <a:pt x="8" y="3"/>
                      <a:pt x="8" y="3"/>
                      <a:pt x="8" y="3"/>
                    </a:cubicBezTo>
                    <a:cubicBezTo>
                      <a:pt x="8" y="3"/>
                      <a:pt x="8" y="3"/>
                      <a:pt x="8" y="3"/>
                    </a:cubicBezTo>
                    <a:cubicBezTo>
                      <a:pt x="7" y="3"/>
                      <a:pt x="7" y="3"/>
                      <a:pt x="7" y="3"/>
                    </a:cubicBezTo>
                    <a:cubicBezTo>
                      <a:pt x="7" y="3"/>
                      <a:pt x="7" y="3"/>
                      <a:pt x="6" y="3"/>
                    </a:cubicBezTo>
                    <a:cubicBezTo>
                      <a:pt x="6" y="4"/>
                      <a:pt x="6" y="4"/>
                      <a:pt x="7" y="4"/>
                    </a:cubicBezTo>
                    <a:cubicBezTo>
                      <a:pt x="4" y="6"/>
                      <a:pt x="2" y="8"/>
                      <a:pt x="1" y="12"/>
                    </a:cubicBezTo>
                    <a:cubicBezTo>
                      <a:pt x="0" y="17"/>
                      <a:pt x="3" y="29"/>
                      <a:pt x="8" y="30"/>
                    </a:cubicBezTo>
                    <a:cubicBezTo>
                      <a:pt x="13" y="31"/>
                      <a:pt x="19" y="20"/>
                      <a:pt x="20" y="15"/>
                    </a:cubicBezTo>
                    <a:cubicBezTo>
                      <a:pt x="21" y="11"/>
                      <a:pt x="19" y="7"/>
                      <a:pt x="16"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 name="Freeform 363"/>
              <p:cNvSpPr>
                <a:spLocks/>
              </p:cNvSpPr>
              <p:nvPr/>
            </p:nvSpPr>
            <p:spPr bwMode="auto">
              <a:xfrm>
                <a:off x="1667" y="1451"/>
                <a:ext cx="27" cy="41"/>
              </a:xfrm>
              <a:custGeom>
                <a:avLst/>
                <a:gdLst>
                  <a:gd name="T0" fmla="*/ 16 w 21"/>
                  <a:gd name="T1" fmla="*/ 5 h 31"/>
                  <a:gd name="T2" fmla="*/ 16 w 21"/>
                  <a:gd name="T3" fmla="*/ 5 h 31"/>
                  <a:gd name="T4" fmla="*/ 16 w 21"/>
                  <a:gd name="T5" fmla="*/ 5 h 31"/>
                  <a:gd name="T6" fmla="*/ 16 w 21"/>
                  <a:gd name="T7" fmla="*/ 5 h 31"/>
                  <a:gd name="T8" fmla="*/ 15 w 21"/>
                  <a:gd name="T9" fmla="*/ 5 h 31"/>
                  <a:gd name="T10" fmla="*/ 16 w 21"/>
                  <a:gd name="T11" fmla="*/ 4 h 31"/>
                  <a:gd name="T12" fmla="*/ 16 w 21"/>
                  <a:gd name="T13" fmla="*/ 4 h 31"/>
                  <a:gd name="T14" fmla="*/ 16 w 21"/>
                  <a:gd name="T15" fmla="*/ 4 h 31"/>
                  <a:gd name="T16" fmla="*/ 15 w 21"/>
                  <a:gd name="T17" fmla="*/ 4 h 31"/>
                  <a:gd name="T18" fmla="*/ 14 w 21"/>
                  <a:gd name="T19" fmla="*/ 4 h 31"/>
                  <a:gd name="T20" fmla="*/ 13 w 21"/>
                  <a:gd name="T21" fmla="*/ 4 h 31"/>
                  <a:gd name="T22" fmla="*/ 13 w 21"/>
                  <a:gd name="T23" fmla="*/ 3 h 31"/>
                  <a:gd name="T24" fmla="*/ 13 w 21"/>
                  <a:gd name="T25" fmla="*/ 3 h 31"/>
                  <a:gd name="T26" fmla="*/ 13 w 21"/>
                  <a:gd name="T27" fmla="*/ 3 h 31"/>
                  <a:gd name="T28" fmla="*/ 15 w 21"/>
                  <a:gd name="T29" fmla="*/ 1 h 31"/>
                  <a:gd name="T30" fmla="*/ 16 w 21"/>
                  <a:gd name="T31" fmla="*/ 1 h 31"/>
                  <a:gd name="T32" fmla="*/ 15 w 21"/>
                  <a:gd name="T33" fmla="*/ 0 h 31"/>
                  <a:gd name="T34" fmla="*/ 15 w 21"/>
                  <a:gd name="T35" fmla="*/ 0 h 31"/>
                  <a:gd name="T36" fmla="*/ 12 w 21"/>
                  <a:gd name="T37" fmla="*/ 2 h 31"/>
                  <a:gd name="T38" fmla="*/ 11 w 21"/>
                  <a:gd name="T39" fmla="*/ 3 h 31"/>
                  <a:gd name="T40" fmla="*/ 11 w 21"/>
                  <a:gd name="T41" fmla="*/ 3 h 31"/>
                  <a:gd name="T42" fmla="*/ 11 w 21"/>
                  <a:gd name="T43" fmla="*/ 2 h 31"/>
                  <a:gd name="T44" fmla="*/ 11 w 21"/>
                  <a:gd name="T45" fmla="*/ 2 h 31"/>
                  <a:gd name="T46" fmla="*/ 11 w 21"/>
                  <a:gd name="T47" fmla="*/ 1 h 31"/>
                  <a:gd name="T48" fmla="*/ 11 w 21"/>
                  <a:gd name="T49" fmla="*/ 0 h 31"/>
                  <a:gd name="T50" fmla="*/ 11 w 21"/>
                  <a:gd name="T51" fmla="*/ 0 h 31"/>
                  <a:gd name="T52" fmla="*/ 11 w 21"/>
                  <a:gd name="T53" fmla="*/ 0 h 31"/>
                  <a:gd name="T54" fmla="*/ 11 w 21"/>
                  <a:gd name="T55" fmla="*/ 0 h 31"/>
                  <a:gd name="T56" fmla="*/ 10 w 21"/>
                  <a:gd name="T57" fmla="*/ 2 h 31"/>
                  <a:gd name="T58" fmla="*/ 9 w 21"/>
                  <a:gd name="T59" fmla="*/ 2 h 31"/>
                  <a:gd name="T60" fmla="*/ 9 w 21"/>
                  <a:gd name="T61" fmla="*/ 2 h 31"/>
                  <a:gd name="T62" fmla="*/ 9 w 21"/>
                  <a:gd name="T63" fmla="*/ 2 h 31"/>
                  <a:gd name="T64" fmla="*/ 8 w 21"/>
                  <a:gd name="T65" fmla="*/ 3 h 31"/>
                  <a:gd name="T66" fmla="*/ 8 w 21"/>
                  <a:gd name="T67" fmla="*/ 3 h 31"/>
                  <a:gd name="T68" fmla="*/ 7 w 21"/>
                  <a:gd name="T69" fmla="*/ 3 h 31"/>
                  <a:gd name="T70" fmla="*/ 7 w 21"/>
                  <a:gd name="T71" fmla="*/ 3 h 31"/>
                  <a:gd name="T72" fmla="*/ 7 w 21"/>
                  <a:gd name="T73" fmla="*/ 3 h 31"/>
                  <a:gd name="T74" fmla="*/ 6 w 21"/>
                  <a:gd name="T75" fmla="*/ 3 h 31"/>
                  <a:gd name="T76" fmla="*/ 7 w 21"/>
                  <a:gd name="T77" fmla="*/ 4 h 31"/>
                  <a:gd name="T78" fmla="*/ 1 w 21"/>
                  <a:gd name="T79" fmla="*/ 12 h 31"/>
                  <a:gd name="T80" fmla="*/ 8 w 21"/>
                  <a:gd name="T81" fmla="*/ 30 h 31"/>
                  <a:gd name="T82" fmla="*/ 20 w 21"/>
                  <a:gd name="T83" fmla="*/ 15 h 31"/>
                  <a:gd name="T84" fmla="*/ 16 w 21"/>
                  <a:gd name="T85" fmla="*/ 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31">
                    <a:moveTo>
                      <a:pt x="16" y="5"/>
                    </a:moveTo>
                    <a:cubicBezTo>
                      <a:pt x="16" y="5"/>
                      <a:pt x="16" y="5"/>
                      <a:pt x="16" y="5"/>
                    </a:cubicBezTo>
                    <a:cubicBezTo>
                      <a:pt x="16" y="5"/>
                      <a:pt x="16" y="5"/>
                      <a:pt x="16" y="5"/>
                    </a:cubicBezTo>
                    <a:cubicBezTo>
                      <a:pt x="16" y="5"/>
                      <a:pt x="16" y="5"/>
                      <a:pt x="16" y="5"/>
                    </a:cubicBezTo>
                    <a:cubicBezTo>
                      <a:pt x="15" y="5"/>
                      <a:pt x="15" y="5"/>
                      <a:pt x="15" y="5"/>
                    </a:cubicBezTo>
                    <a:cubicBezTo>
                      <a:pt x="15" y="4"/>
                      <a:pt x="16" y="4"/>
                      <a:pt x="16" y="4"/>
                    </a:cubicBezTo>
                    <a:cubicBezTo>
                      <a:pt x="16" y="4"/>
                      <a:pt x="16" y="4"/>
                      <a:pt x="16" y="4"/>
                    </a:cubicBezTo>
                    <a:cubicBezTo>
                      <a:pt x="16" y="4"/>
                      <a:pt x="16" y="4"/>
                      <a:pt x="16" y="4"/>
                    </a:cubicBezTo>
                    <a:cubicBezTo>
                      <a:pt x="15" y="4"/>
                      <a:pt x="15" y="4"/>
                      <a:pt x="15" y="4"/>
                    </a:cubicBezTo>
                    <a:cubicBezTo>
                      <a:pt x="14" y="4"/>
                      <a:pt x="14" y="4"/>
                      <a:pt x="14" y="4"/>
                    </a:cubicBezTo>
                    <a:cubicBezTo>
                      <a:pt x="14" y="4"/>
                      <a:pt x="14" y="4"/>
                      <a:pt x="13" y="4"/>
                    </a:cubicBezTo>
                    <a:cubicBezTo>
                      <a:pt x="13" y="4"/>
                      <a:pt x="13" y="4"/>
                      <a:pt x="13" y="3"/>
                    </a:cubicBezTo>
                    <a:cubicBezTo>
                      <a:pt x="13" y="3"/>
                      <a:pt x="13" y="3"/>
                      <a:pt x="13" y="3"/>
                    </a:cubicBezTo>
                    <a:cubicBezTo>
                      <a:pt x="13" y="3"/>
                      <a:pt x="13" y="3"/>
                      <a:pt x="13" y="3"/>
                    </a:cubicBezTo>
                    <a:cubicBezTo>
                      <a:pt x="14" y="3"/>
                      <a:pt x="15" y="2"/>
                      <a:pt x="15" y="1"/>
                    </a:cubicBezTo>
                    <a:cubicBezTo>
                      <a:pt x="16" y="1"/>
                      <a:pt x="16" y="1"/>
                      <a:pt x="16" y="1"/>
                    </a:cubicBezTo>
                    <a:cubicBezTo>
                      <a:pt x="15" y="0"/>
                      <a:pt x="15" y="0"/>
                      <a:pt x="15" y="0"/>
                    </a:cubicBezTo>
                    <a:cubicBezTo>
                      <a:pt x="15" y="0"/>
                      <a:pt x="15" y="0"/>
                      <a:pt x="15" y="0"/>
                    </a:cubicBezTo>
                    <a:cubicBezTo>
                      <a:pt x="14" y="1"/>
                      <a:pt x="13" y="2"/>
                      <a:pt x="12" y="2"/>
                    </a:cubicBezTo>
                    <a:cubicBezTo>
                      <a:pt x="11" y="3"/>
                      <a:pt x="11" y="3"/>
                      <a:pt x="11" y="3"/>
                    </a:cubicBezTo>
                    <a:cubicBezTo>
                      <a:pt x="11" y="3"/>
                      <a:pt x="11" y="3"/>
                      <a:pt x="11" y="3"/>
                    </a:cubicBezTo>
                    <a:cubicBezTo>
                      <a:pt x="11" y="3"/>
                      <a:pt x="11" y="3"/>
                      <a:pt x="11" y="2"/>
                    </a:cubicBezTo>
                    <a:cubicBezTo>
                      <a:pt x="11" y="2"/>
                      <a:pt x="11" y="2"/>
                      <a:pt x="11" y="2"/>
                    </a:cubicBezTo>
                    <a:cubicBezTo>
                      <a:pt x="11" y="2"/>
                      <a:pt x="11" y="2"/>
                      <a:pt x="11" y="1"/>
                    </a:cubicBezTo>
                    <a:cubicBezTo>
                      <a:pt x="11" y="0"/>
                      <a:pt x="11" y="0"/>
                      <a:pt x="11" y="0"/>
                    </a:cubicBezTo>
                    <a:cubicBezTo>
                      <a:pt x="11" y="0"/>
                      <a:pt x="11" y="0"/>
                      <a:pt x="11" y="0"/>
                    </a:cubicBezTo>
                    <a:cubicBezTo>
                      <a:pt x="11" y="0"/>
                      <a:pt x="11" y="0"/>
                      <a:pt x="11" y="0"/>
                    </a:cubicBezTo>
                    <a:cubicBezTo>
                      <a:pt x="11" y="0"/>
                      <a:pt x="11" y="0"/>
                      <a:pt x="11" y="0"/>
                    </a:cubicBezTo>
                    <a:cubicBezTo>
                      <a:pt x="10" y="1"/>
                      <a:pt x="10" y="1"/>
                      <a:pt x="10" y="2"/>
                    </a:cubicBezTo>
                    <a:cubicBezTo>
                      <a:pt x="10" y="2"/>
                      <a:pt x="10" y="2"/>
                      <a:pt x="9" y="2"/>
                    </a:cubicBezTo>
                    <a:cubicBezTo>
                      <a:pt x="9" y="2"/>
                      <a:pt x="9" y="2"/>
                      <a:pt x="9" y="2"/>
                    </a:cubicBezTo>
                    <a:cubicBezTo>
                      <a:pt x="9" y="2"/>
                      <a:pt x="9" y="2"/>
                      <a:pt x="9" y="2"/>
                    </a:cubicBezTo>
                    <a:cubicBezTo>
                      <a:pt x="8" y="2"/>
                      <a:pt x="8" y="3"/>
                      <a:pt x="8" y="3"/>
                    </a:cubicBezTo>
                    <a:cubicBezTo>
                      <a:pt x="8" y="3"/>
                      <a:pt x="8" y="3"/>
                      <a:pt x="8" y="3"/>
                    </a:cubicBezTo>
                    <a:cubicBezTo>
                      <a:pt x="7" y="3"/>
                      <a:pt x="7" y="3"/>
                      <a:pt x="7" y="3"/>
                    </a:cubicBezTo>
                    <a:cubicBezTo>
                      <a:pt x="7" y="3"/>
                      <a:pt x="7" y="3"/>
                      <a:pt x="7" y="3"/>
                    </a:cubicBezTo>
                    <a:cubicBezTo>
                      <a:pt x="7" y="3"/>
                      <a:pt x="7" y="3"/>
                      <a:pt x="7" y="3"/>
                    </a:cubicBezTo>
                    <a:cubicBezTo>
                      <a:pt x="7" y="3"/>
                      <a:pt x="6" y="3"/>
                      <a:pt x="6" y="3"/>
                    </a:cubicBezTo>
                    <a:cubicBezTo>
                      <a:pt x="6" y="4"/>
                      <a:pt x="6" y="4"/>
                      <a:pt x="7" y="4"/>
                    </a:cubicBezTo>
                    <a:cubicBezTo>
                      <a:pt x="4" y="6"/>
                      <a:pt x="2" y="8"/>
                      <a:pt x="1" y="12"/>
                    </a:cubicBezTo>
                    <a:cubicBezTo>
                      <a:pt x="0" y="17"/>
                      <a:pt x="3" y="29"/>
                      <a:pt x="8" y="30"/>
                    </a:cubicBezTo>
                    <a:cubicBezTo>
                      <a:pt x="13" y="31"/>
                      <a:pt x="19" y="20"/>
                      <a:pt x="20" y="15"/>
                    </a:cubicBezTo>
                    <a:cubicBezTo>
                      <a:pt x="21" y="11"/>
                      <a:pt x="19" y="7"/>
                      <a:pt x="16"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 name="Freeform 364"/>
              <p:cNvSpPr>
                <a:spLocks/>
              </p:cNvSpPr>
              <p:nvPr/>
            </p:nvSpPr>
            <p:spPr bwMode="auto">
              <a:xfrm>
                <a:off x="1667" y="1404"/>
                <a:ext cx="27" cy="41"/>
              </a:xfrm>
              <a:custGeom>
                <a:avLst/>
                <a:gdLst>
                  <a:gd name="T0" fmla="*/ 16 w 21"/>
                  <a:gd name="T1" fmla="*/ 5 h 31"/>
                  <a:gd name="T2" fmla="*/ 16 w 21"/>
                  <a:gd name="T3" fmla="*/ 5 h 31"/>
                  <a:gd name="T4" fmla="*/ 16 w 21"/>
                  <a:gd name="T5" fmla="*/ 5 h 31"/>
                  <a:gd name="T6" fmla="*/ 16 w 21"/>
                  <a:gd name="T7" fmla="*/ 5 h 31"/>
                  <a:gd name="T8" fmla="*/ 15 w 21"/>
                  <a:gd name="T9" fmla="*/ 4 h 31"/>
                  <a:gd name="T10" fmla="*/ 16 w 21"/>
                  <a:gd name="T11" fmla="*/ 4 h 31"/>
                  <a:gd name="T12" fmla="*/ 16 w 21"/>
                  <a:gd name="T13" fmla="*/ 4 h 31"/>
                  <a:gd name="T14" fmla="*/ 16 w 21"/>
                  <a:gd name="T15" fmla="*/ 4 h 31"/>
                  <a:gd name="T16" fmla="*/ 15 w 21"/>
                  <a:gd name="T17" fmla="*/ 4 h 31"/>
                  <a:gd name="T18" fmla="*/ 14 w 21"/>
                  <a:gd name="T19" fmla="*/ 4 h 31"/>
                  <a:gd name="T20" fmla="*/ 13 w 21"/>
                  <a:gd name="T21" fmla="*/ 4 h 31"/>
                  <a:gd name="T22" fmla="*/ 13 w 21"/>
                  <a:gd name="T23" fmla="*/ 3 h 31"/>
                  <a:gd name="T24" fmla="*/ 13 w 21"/>
                  <a:gd name="T25" fmla="*/ 3 h 31"/>
                  <a:gd name="T26" fmla="*/ 13 w 21"/>
                  <a:gd name="T27" fmla="*/ 3 h 31"/>
                  <a:gd name="T28" fmla="*/ 15 w 21"/>
                  <a:gd name="T29" fmla="*/ 1 h 31"/>
                  <a:gd name="T30" fmla="*/ 16 w 21"/>
                  <a:gd name="T31" fmla="*/ 0 h 31"/>
                  <a:gd name="T32" fmla="*/ 15 w 21"/>
                  <a:gd name="T33" fmla="*/ 0 h 31"/>
                  <a:gd name="T34" fmla="*/ 15 w 21"/>
                  <a:gd name="T35" fmla="*/ 0 h 31"/>
                  <a:gd name="T36" fmla="*/ 12 w 21"/>
                  <a:gd name="T37" fmla="*/ 2 h 31"/>
                  <a:gd name="T38" fmla="*/ 11 w 21"/>
                  <a:gd name="T39" fmla="*/ 3 h 31"/>
                  <a:gd name="T40" fmla="*/ 11 w 21"/>
                  <a:gd name="T41" fmla="*/ 3 h 31"/>
                  <a:gd name="T42" fmla="*/ 11 w 21"/>
                  <a:gd name="T43" fmla="*/ 2 h 31"/>
                  <a:gd name="T44" fmla="*/ 11 w 21"/>
                  <a:gd name="T45" fmla="*/ 2 h 31"/>
                  <a:gd name="T46" fmla="*/ 11 w 21"/>
                  <a:gd name="T47" fmla="*/ 1 h 31"/>
                  <a:gd name="T48" fmla="*/ 11 w 21"/>
                  <a:gd name="T49" fmla="*/ 0 h 31"/>
                  <a:gd name="T50" fmla="*/ 11 w 21"/>
                  <a:gd name="T51" fmla="*/ 0 h 31"/>
                  <a:gd name="T52" fmla="*/ 11 w 21"/>
                  <a:gd name="T53" fmla="*/ 0 h 31"/>
                  <a:gd name="T54" fmla="*/ 11 w 21"/>
                  <a:gd name="T55" fmla="*/ 0 h 31"/>
                  <a:gd name="T56" fmla="*/ 10 w 21"/>
                  <a:gd name="T57" fmla="*/ 2 h 31"/>
                  <a:gd name="T58" fmla="*/ 9 w 21"/>
                  <a:gd name="T59" fmla="*/ 2 h 31"/>
                  <a:gd name="T60" fmla="*/ 9 w 21"/>
                  <a:gd name="T61" fmla="*/ 2 h 31"/>
                  <a:gd name="T62" fmla="*/ 9 w 21"/>
                  <a:gd name="T63" fmla="*/ 2 h 31"/>
                  <a:gd name="T64" fmla="*/ 8 w 21"/>
                  <a:gd name="T65" fmla="*/ 3 h 31"/>
                  <a:gd name="T66" fmla="*/ 8 w 21"/>
                  <a:gd name="T67" fmla="*/ 3 h 31"/>
                  <a:gd name="T68" fmla="*/ 7 w 21"/>
                  <a:gd name="T69" fmla="*/ 3 h 31"/>
                  <a:gd name="T70" fmla="*/ 7 w 21"/>
                  <a:gd name="T71" fmla="*/ 3 h 31"/>
                  <a:gd name="T72" fmla="*/ 7 w 21"/>
                  <a:gd name="T73" fmla="*/ 3 h 31"/>
                  <a:gd name="T74" fmla="*/ 6 w 21"/>
                  <a:gd name="T75" fmla="*/ 3 h 31"/>
                  <a:gd name="T76" fmla="*/ 7 w 21"/>
                  <a:gd name="T77" fmla="*/ 4 h 31"/>
                  <a:gd name="T78" fmla="*/ 1 w 21"/>
                  <a:gd name="T79" fmla="*/ 12 h 31"/>
                  <a:gd name="T80" fmla="*/ 8 w 21"/>
                  <a:gd name="T81" fmla="*/ 30 h 31"/>
                  <a:gd name="T82" fmla="*/ 20 w 21"/>
                  <a:gd name="T83" fmla="*/ 15 h 31"/>
                  <a:gd name="T84" fmla="*/ 16 w 21"/>
                  <a:gd name="T85" fmla="*/ 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31">
                    <a:moveTo>
                      <a:pt x="16" y="5"/>
                    </a:moveTo>
                    <a:cubicBezTo>
                      <a:pt x="16" y="5"/>
                      <a:pt x="16" y="5"/>
                      <a:pt x="16" y="5"/>
                    </a:cubicBezTo>
                    <a:cubicBezTo>
                      <a:pt x="16" y="5"/>
                      <a:pt x="16" y="5"/>
                      <a:pt x="16" y="5"/>
                    </a:cubicBezTo>
                    <a:cubicBezTo>
                      <a:pt x="16" y="5"/>
                      <a:pt x="16" y="5"/>
                      <a:pt x="16" y="5"/>
                    </a:cubicBezTo>
                    <a:cubicBezTo>
                      <a:pt x="15" y="5"/>
                      <a:pt x="15" y="4"/>
                      <a:pt x="15" y="4"/>
                    </a:cubicBezTo>
                    <a:cubicBezTo>
                      <a:pt x="15" y="4"/>
                      <a:pt x="16" y="4"/>
                      <a:pt x="16" y="4"/>
                    </a:cubicBezTo>
                    <a:cubicBezTo>
                      <a:pt x="16" y="4"/>
                      <a:pt x="16" y="4"/>
                      <a:pt x="16" y="4"/>
                    </a:cubicBezTo>
                    <a:cubicBezTo>
                      <a:pt x="16" y="4"/>
                      <a:pt x="16" y="3"/>
                      <a:pt x="16" y="4"/>
                    </a:cubicBezTo>
                    <a:cubicBezTo>
                      <a:pt x="15" y="4"/>
                      <a:pt x="15" y="4"/>
                      <a:pt x="15" y="4"/>
                    </a:cubicBezTo>
                    <a:cubicBezTo>
                      <a:pt x="14" y="4"/>
                      <a:pt x="14" y="4"/>
                      <a:pt x="14" y="4"/>
                    </a:cubicBezTo>
                    <a:cubicBezTo>
                      <a:pt x="14" y="4"/>
                      <a:pt x="14" y="4"/>
                      <a:pt x="13" y="4"/>
                    </a:cubicBezTo>
                    <a:cubicBezTo>
                      <a:pt x="13" y="4"/>
                      <a:pt x="13" y="4"/>
                      <a:pt x="13" y="3"/>
                    </a:cubicBezTo>
                    <a:cubicBezTo>
                      <a:pt x="13" y="3"/>
                      <a:pt x="13" y="3"/>
                      <a:pt x="13" y="3"/>
                    </a:cubicBezTo>
                    <a:cubicBezTo>
                      <a:pt x="13" y="3"/>
                      <a:pt x="13" y="3"/>
                      <a:pt x="13" y="3"/>
                    </a:cubicBezTo>
                    <a:cubicBezTo>
                      <a:pt x="14" y="2"/>
                      <a:pt x="15" y="2"/>
                      <a:pt x="15" y="1"/>
                    </a:cubicBezTo>
                    <a:cubicBezTo>
                      <a:pt x="16" y="1"/>
                      <a:pt x="16" y="1"/>
                      <a:pt x="16" y="0"/>
                    </a:cubicBezTo>
                    <a:cubicBezTo>
                      <a:pt x="15" y="0"/>
                      <a:pt x="15" y="0"/>
                      <a:pt x="15" y="0"/>
                    </a:cubicBezTo>
                    <a:cubicBezTo>
                      <a:pt x="15" y="0"/>
                      <a:pt x="15" y="0"/>
                      <a:pt x="15" y="0"/>
                    </a:cubicBezTo>
                    <a:cubicBezTo>
                      <a:pt x="14" y="1"/>
                      <a:pt x="13" y="2"/>
                      <a:pt x="12" y="2"/>
                    </a:cubicBezTo>
                    <a:cubicBezTo>
                      <a:pt x="11" y="3"/>
                      <a:pt x="11" y="3"/>
                      <a:pt x="11" y="3"/>
                    </a:cubicBezTo>
                    <a:cubicBezTo>
                      <a:pt x="11" y="3"/>
                      <a:pt x="11" y="3"/>
                      <a:pt x="11" y="3"/>
                    </a:cubicBezTo>
                    <a:cubicBezTo>
                      <a:pt x="11" y="3"/>
                      <a:pt x="11" y="2"/>
                      <a:pt x="11" y="2"/>
                    </a:cubicBezTo>
                    <a:cubicBezTo>
                      <a:pt x="11" y="2"/>
                      <a:pt x="11" y="2"/>
                      <a:pt x="11" y="2"/>
                    </a:cubicBezTo>
                    <a:cubicBezTo>
                      <a:pt x="11" y="2"/>
                      <a:pt x="11" y="2"/>
                      <a:pt x="11" y="1"/>
                    </a:cubicBezTo>
                    <a:cubicBezTo>
                      <a:pt x="11" y="0"/>
                      <a:pt x="11" y="0"/>
                      <a:pt x="11" y="0"/>
                    </a:cubicBezTo>
                    <a:cubicBezTo>
                      <a:pt x="11" y="0"/>
                      <a:pt x="11" y="0"/>
                      <a:pt x="11" y="0"/>
                    </a:cubicBezTo>
                    <a:cubicBezTo>
                      <a:pt x="11" y="0"/>
                      <a:pt x="11" y="0"/>
                      <a:pt x="11" y="0"/>
                    </a:cubicBezTo>
                    <a:cubicBezTo>
                      <a:pt x="11" y="0"/>
                      <a:pt x="11" y="0"/>
                      <a:pt x="11" y="0"/>
                    </a:cubicBezTo>
                    <a:cubicBezTo>
                      <a:pt x="10" y="1"/>
                      <a:pt x="10" y="1"/>
                      <a:pt x="10" y="2"/>
                    </a:cubicBezTo>
                    <a:cubicBezTo>
                      <a:pt x="10" y="2"/>
                      <a:pt x="10" y="2"/>
                      <a:pt x="9" y="2"/>
                    </a:cubicBezTo>
                    <a:cubicBezTo>
                      <a:pt x="9" y="2"/>
                      <a:pt x="9" y="2"/>
                      <a:pt x="9" y="2"/>
                    </a:cubicBezTo>
                    <a:cubicBezTo>
                      <a:pt x="9" y="2"/>
                      <a:pt x="9" y="2"/>
                      <a:pt x="9" y="2"/>
                    </a:cubicBezTo>
                    <a:cubicBezTo>
                      <a:pt x="8" y="2"/>
                      <a:pt x="8" y="2"/>
                      <a:pt x="8" y="3"/>
                    </a:cubicBezTo>
                    <a:cubicBezTo>
                      <a:pt x="8" y="3"/>
                      <a:pt x="8" y="3"/>
                      <a:pt x="8" y="3"/>
                    </a:cubicBezTo>
                    <a:cubicBezTo>
                      <a:pt x="7" y="3"/>
                      <a:pt x="7" y="3"/>
                      <a:pt x="7" y="3"/>
                    </a:cubicBezTo>
                    <a:cubicBezTo>
                      <a:pt x="7" y="3"/>
                      <a:pt x="7" y="3"/>
                      <a:pt x="7" y="3"/>
                    </a:cubicBezTo>
                    <a:cubicBezTo>
                      <a:pt x="7" y="3"/>
                      <a:pt x="7" y="3"/>
                      <a:pt x="7" y="3"/>
                    </a:cubicBezTo>
                    <a:cubicBezTo>
                      <a:pt x="7" y="3"/>
                      <a:pt x="6" y="3"/>
                      <a:pt x="6" y="3"/>
                    </a:cubicBezTo>
                    <a:cubicBezTo>
                      <a:pt x="6" y="4"/>
                      <a:pt x="6" y="4"/>
                      <a:pt x="7" y="4"/>
                    </a:cubicBezTo>
                    <a:cubicBezTo>
                      <a:pt x="4" y="6"/>
                      <a:pt x="2" y="8"/>
                      <a:pt x="1" y="12"/>
                    </a:cubicBezTo>
                    <a:cubicBezTo>
                      <a:pt x="0" y="17"/>
                      <a:pt x="3" y="29"/>
                      <a:pt x="8" y="30"/>
                    </a:cubicBezTo>
                    <a:cubicBezTo>
                      <a:pt x="13" y="31"/>
                      <a:pt x="19" y="20"/>
                      <a:pt x="20" y="15"/>
                    </a:cubicBezTo>
                    <a:cubicBezTo>
                      <a:pt x="21" y="11"/>
                      <a:pt x="19" y="7"/>
                      <a:pt x="16"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 name="Freeform 365"/>
              <p:cNvSpPr>
                <a:spLocks/>
              </p:cNvSpPr>
              <p:nvPr/>
            </p:nvSpPr>
            <p:spPr bwMode="auto">
              <a:xfrm>
                <a:off x="1700" y="1451"/>
                <a:ext cx="26" cy="41"/>
              </a:xfrm>
              <a:custGeom>
                <a:avLst/>
                <a:gdLst>
                  <a:gd name="T0" fmla="*/ 16 w 20"/>
                  <a:gd name="T1" fmla="*/ 5 h 31"/>
                  <a:gd name="T2" fmla="*/ 16 w 20"/>
                  <a:gd name="T3" fmla="*/ 5 h 31"/>
                  <a:gd name="T4" fmla="*/ 15 w 20"/>
                  <a:gd name="T5" fmla="*/ 5 h 31"/>
                  <a:gd name="T6" fmla="*/ 15 w 20"/>
                  <a:gd name="T7" fmla="*/ 5 h 31"/>
                  <a:gd name="T8" fmla="*/ 15 w 20"/>
                  <a:gd name="T9" fmla="*/ 5 h 31"/>
                  <a:gd name="T10" fmla="*/ 16 w 20"/>
                  <a:gd name="T11" fmla="*/ 4 h 31"/>
                  <a:gd name="T12" fmla="*/ 16 w 20"/>
                  <a:gd name="T13" fmla="*/ 4 h 31"/>
                  <a:gd name="T14" fmla="*/ 15 w 20"/>
                  <a:gd name="T15" fmla="*/ 4 h 31"/>
                  <a:gd name="T16" fmla="*/ 14 w 20"/>
                  <a:gd name="T17" fmla="*/ 4 h 31"/>
                  <a:gd name="T18" fmla="*/ 14 w 20"/>
                  <a:gd name="T19" fmla="*/ 4 h 31"/>
                  <a:gd name="T20" fmla="*/ 13 w 20"/>
                  <a:gd name="T21" fmla="*/ 4 h 31"/>
                  <a:gd name="T22" fmla="*/ 13 w 20"/>
                  <a:gd name="T23" fmla="*/ 3 h 31"/>
                  <a:gd name="T24" fmla="*/ 12 w 20"/>
                  <a:gd name="T25" fmla="*/ 3 h 31"/>
                  <a:gd name="T26" fmla="*/ 13 w 20"/>
                  <a:gd name="T27" fmla="*/ 3 h 31"/>
                  <a:gd name="T28" fmla="*/ 15 w 20"/>
                  <a:gd name="T29" fmla="*/ 1 h 31"/>
                  <a:gd name="T30" fmla="*/ 15 w 20"/>
                  <a:gd name="T31" fmla="*/ 1 h 31"/>
                  <a:gd name="T32" fmla="*/ 15 w 20"/>
                  <a:gd name="T33" fmla="*/ 0 h 31"/>
                  <a:gd name="T34" fmla="*/ 15 w 20"/>
                  <a:gd name="T35" fmla="*/ 0 h 31"/>
                  <a:gd name="T36" fmla="*/ 12 w 20"/>
                  <a:gd name="T37" fmla="*/ 2 h 31"/>
                  <a:gd name="T38" fmla="*/ 11 w 20"/>
                  <a:gd name="T39" fmla="*/ 3 h 31"/>
                  <a:gd name="T40" fmla="*/ 11 w 20"/>
                  <a:gd name="T41" fmla="*/ 3 h 31"/>
                  <a:gd name="T42" fmla="*/ 11 w 20"/>
                  <a:gd name="T43" fmla="*/ 2 h 31"/>
                  <a:gd name="T44" fmla="*/ 10 w 20"/>
                  <a:gd name="T45" fmla="*/ 2 h 31"/>
                  <a:gd name="T46" fmla="*/ 11 w 20"/>
                  <a:gd name="T47" fmla="*/ 1 h 31"/>
                  <a:gd name="T48" fmla="*/ 11 w 20"/>
                  <a:gd name="T49" fmla="*/ 0 h 31"/>
                  <a:gd name="T50" fmla="*/ 11 w 20"/>
                  <a:gd name="T51" fmla="*/ 0 h 31"/>
                  <a:gd name="T52" fmla="*/ 10 w 20"/>
                  <a:gd name="T53" fmla="*/ 0 h 31"/>
                  <a:gd name="T54" fmla="*/ 10 w 20"/>
                  <a:gd name="T55" fmla="*/ 0 h 31"/>
                  <a:gd name="T56" fmla="*/ 10 w 20"/>
                  <a:gd name="T57" fmla="*/ 2 h 31"/>
                  <a:gd name="T58" fmla="*/ 9 w 20"/>
                  <a:gd name="T59" fmla="*/ 2 h 31"/>
                  <a:gd name="T60" fmla="*/ 9 w 20"/>
                  <a:gd name="T61" fmla="*/ 2 h 31"/>
                  <a:gd name="T62" fmla="*/ 9 w 20"/>
                  <a:gd name="T63" fmla="*/ 2 h 31"/>
                  <a:gd name="T64" fmla="*/ 8 w 20"/>
                  <a:gd name="T65" fmla="*/ 3 h 31"/>
                  <a:gd name="T66" fmla="*/ 7 w 20"/>
                  <a:gd name="T67" fmla="*/ 3 h 31"/>
                  <a:gd name="T68" fmla="*/ 7 w 20"/>
                  <a:gd name="T69" fmla="*/ 3 h 31"/>
                  <a:gd name="T70" fmla="*/ 7 w 20"/>
                  <a:gd name="T71" fmla="*/ 3 h 31"/>
                  <a:gd name="T72" fmla="*/ 7 w 20"/>
                  <a:gd name="T73" fmla="*/ 3 h 31"/>
                  <a:gd name="T74" fmla="*/ 6 w 20"/>
                  <a:gd name="T75" fmla="*/ 3 h 31"/>
                  <a:gd name="T76" fmla="*/ 6 w 20"/>
                  <a:gd name="T77" fmla="*/ 4 h 31"/>
                  <a:gd name="T78" fmla="*/ 1 w 20"/>
                  <a:gd name="T79" fmla="*/ 12 h 31"/>
                  <a:gd name="T80" fmla="*/ 8 w 20"/>
                  <a:gd name="T81" fmla="*/ 30 h 31"/>
                  <a:gd name="T82" fmla="*/ 20 w 20"/>
                  <a:gd name="T83" fmla="*/ 15 h 31"/>
                  <a:gd name="T84" fmla="*/ 16 w 20"/>
                  <a:gd name="T85" fmla="*/ 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 h="31">
                    <a:moveTo>
                      <a:pt x="16" y="5"/>
                    </a:moveTo>
                    <a:cubicBezTo>
                      <a:pt x="16" y="5"/>
                      <a:pt x="16" y="5"/>
                      <a:pt x="16" y="5"/>
                    </a:cubicBezTo>
                    <a:cubicBezTo>
                      <a:pt x="15" y="5"/>
                      <a:pt x="15" y="5"/>
                      <a:pt x="15" y="5"/>
                    </a:cubicBezTo>
                    <a:cubicBezTo>
                      <a:pt x="15" y="5"/>
                      <a:pt x="15" y="5"/>
                      <a:pt x="15" y="5"/>
                    </a:cubicBezTo>
                    <a:cubicBezTo>
                      <a:pt x="15" y="5"/>
                      <a:pt x="15" y="5"/>
                      <a:pt x="15" y="5"/>
                    </a:cubicBezTo>
                    <a:cubicBezTo>
                      <a:pt x="15" y="4"/>
                      <a:pt x="15" y="4"/>
                      <a:pt x="16" y="4"/>
                    </a:cubicBezTo>
                    <a:cubicBezTo>
                      <a:pt x="16" y="4"/>
                      <a:pt x="16" y="4"/>
                      <a:pt x="16" y="4"/>
                    </a:cubicBezTo>
                    <a:cubicBezTo>
                      <a:pt x="16" y="4"/>
                      <a:pt x="16" y="4"/>
                      <a:pt x="15" y="4"/>
                    </a:cubicBezTo>
                    <a:cubicBezTo>
                      <a:pt x="14" y="4"/>
                      <a:pt x="14" y="4"/>
                      <a:pt x="14" y="4"/>
                    </a:cubicBezTo>
                    <a:cubicBezTo>
                      <a:pt x="14" y="4"/>
                      <a:pt x="14" y="4"/>
                      <a:pt x="14" y="4"/>
                    </a:cubicBezTo>
                    <a:cubicBezTo>
                      <a:pt x="13" y="4"/>
                      <a:pt x="13" y="4"/>
                      <a:pt x="13" y="4"/>
                    </a:cubicBezTo>
                    <a:cubicBezTo>
                      <a:pt x="13" y="4"/>
                      <a:pt x="13" y="4"/>
                      <a:pt x="13" y="3"/>
                    </a:cubicBezTo>
                    <a:cubicBezTo>
                      <a:pt x="13" y="3"/>
                      <a:pt x="12" y="3"/>
                      <a:pt x="12" y="3"/>
                    </a:cubicBezTo>
                    <a:cubicBezTo>
                      <a:pt x="13" y="3"/>
                      <a:pt x="13" y="3"/>
                      <a:pt x="13" y="3"/>
                    </a:cubicBezTo>
                    <a:cubicBezTo>
                      <a:pt x="13" y="3"/>
                      <a:pt x="14" y="2"/>
                      <a:pt x="15" y="1"/>
                    </a:cubicBezTo>
                    <a:cubicBezTo>
                      <a:pt x="15" y="1"/>
                      <a:pt x="15" y="1"/>
                      <a:pt x="15" y="1"/>
                    </a:cubicBezTo>
                    <a:cubicBezTo>
                      <a:pt x="15" y="0"/>
                      <a:pt x="15" y="0"/>
                      <a:pt x="15" y="0"/>
                    </a:cubicBezTo>
                    <a:cubicBezTo>
                      <a:pt x="15" y="0"/>
                      <a:pt x="15" y="0"/>
                      <a:pt x="15" y="0"/>
                    </a:cubicBezTo>
                    <a:cubicBezTo>
                      <a:pt x="14" y="1"/>
                      <a:pt x="13" y="2"/>
                      <a:pt x="12" y="2"/>
                    </a:cubicBezTo>
                    <a:cubicBezTo>
                      <a:pt x="11" y="3"/>
                      <a:pt x="11" y="3"/>
                      <a:pt x="11" y="3"/>
                    </a:cubicBezTo>
                    <a:cubicBezTo>
                      <a:pt x="11" y="3"/>
                      <a:pt x="11" y="3"/>
                      <a:pt x="11" y="3"/>
                    </a:cubicBezTo>
                    <a:cubicBezTo>
                      <a:pt x="11" y="3"/>
                      <a:pt x="11" y="3"/>
                      <a:pt x="11" y="2"/>
                    </a:cubicBezTo>
                    <a:cubicBezTo>
                      <a:pt x="11" y="2"/>
                      <a:pt x="10" y="2"/>
                      <a:pt x="10" y="2"/>
                    </a:cubicBezTo>
                    <a:cubicBezTo>
                      <a:pt x="10" y="2"/>
                      <a:pt x="11" y="2"/>
                      <a:pt x="11" y="1"/>
                    </a:cubicBezTo>
                    <a:cubicBezTo>
                      <a:pt x="11" y="0"/>
                      <a:pt x="11" y="0"/>
                      <a:pt x="11" y="0"/>
                    </a:cubicBezTo>
                    <a:cubicBezTo>
                      <a:pt x="11" y="0"/>
                      <a:pt x="11" y="0"/>
                      <a:pt x="11" y="0"/>
                    </a:cubicBezTo>
                    <a:cubicBezTo>
                      <a:pt x="11" y="0"/>
                      <a:pt x="10" y="0"/>
                      <a:pt x="10" y="0"/>
                    </a:cubicBezTo>
                    <a:cubicBezTo>
                      <a:pt x="10" y="0"/>
                      <a:pt x="10" y="0"/>
                      <a:pt x="10" y="0"/>
                    </a:cubicBezTo>
                    <a:cubicBezTo>
                      <a:pt x="10" y="1"/>
                      <a:pt x="10" y="1"/>
                      <a:pt x="10" y="2"/>
                    </a:cubicBezTo>
                    <a:cubicBezTo>
                      <a:pt x="9" y="2"/>
                      <a:pt x="9" y="2"/>
                      <a:pt x="9" y="2"/>
                    </a:cubicBezTo>
                    <a:cubicBezTo>
                      <a:pt x="9" y="2"/>
                      <a:pt x="9" y="2"/>
                      <a:pt x="9" y="2"/>
                    </a:cubicBezTo>
                    <a:cubicBezTo>
                      <a:pt x="9" y="2"/>
                      <a:pt x="9" y="2"/>
                      <a:pt x="9" y="2"/>
                    </a:cubicBezTo>
                    <a:cubicBezTo>
                      <a:pt x="8" y="2"/>
                      <a:pt x="8" y="3"/>
                      <a:pt x="8" y="3"/>
                    </a:cubicBezTo>
                    <a:cubicBezTo>
                      <a:pt x="7" y="3"/>
                      <a:pt x="7" y="3"/>
                      <a:pt x="7" y="3"/>
                    </a:cubicBezTo>
                    <a:cubicBezTo>
                      <a:pt x="7" y="3"/>
                      <a:pt x="7" y="3"/>
                      <a:pt x="7" y="3"/>
                    </a:cubicBezTo>
                    <a:cubicBezTo>
                      <a:pt x="7" y="3"/>
                      <a:pt x="7" y="3"/>
                      <a:pt x="7" y="3"/>
                    </a:cubicBezTo>
                    <a:cubicBezTo>
                      <a:pt x="7" y="3"/>
                      <a:pt x="7" y="3"/>
                      <a:pt x="7" y="3"/>
                    </a:cubicBezTo>
                    <a:cubicBezTo>
                      <a:pt x="7" y="3"/>
                      <a:pt x="6" y="3"/>
                      <a:pt x="6" y="3"/>
                    </a:cubicBezTo>
                    <a:cubicBezTo>
                      <a:pt x="6" y="4"/>
                      <a:pt x="6" y="4"/>
                      <a:pt x="6" y="4"/>
                    </a:cubicBezTo>
                    <a:cubicBezTo>
                      <a:pt x="4" y="6"/>
                      <a:pt x="1" y="8"/>
                      <a:pt x="1" y="12"/>
                    </a:cubicBezTo>
                    <a:cubicBezTo>
                      <a:pt x="0" y="17"/>
                      <a:pt x="2" y="29"/>
                      <a:pt x="8" y="30"/>
                    </a:cubicBezTo>
                    <a:cubicBezTo>
                      <a:pt x="13" y="31"/>
                      <a:pt x="19" y="20"/>
                      <a:pt x="20" y="15"/>
                    </a:cubicBezTo>
                    <a:cubicBezTo>
                      <a:pt x="20" y="11"/>
                      <a:pt x="19" y="7"/>
                      <a:pt x="16"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 name="Freeform 366"/>
              <p:cNvSpPr>
                <a:spLocks/>
              </p:cNvSpPr>
              <p:nvPr/>
            </p:nvSpPr>
            <p:spPr bwMode="auto">
              <a:xfrm>
                <a:off x="1700" y="1404"/>
                <a:ext cx="26" cy="41"/>
              </a:xfrm>
              <a:custGeom>
                <a:avLst/>
                <a:gdLst>
                  <a:gd name="T0" fmla="*/ 16 w 20"/>
                  <a:gd name="T1" fmla="*/ 5 h 31"/>
                  <a:gd name="T2" fmla="*/ 16 w 20"/>
                  <a:gd name="T3" fmla="*/ 5 h 31"/>
                  <a:gd name="T4" fmla="*/ 15 w 20"/>
                  <a:gd name="T5" fmla="*/ 5 h 31"/>
                  <a:gd name="T6" fmla="*/ 15 w 20"/>
                  <a:gd name="T7" fmla="*/ 5 h 31"/>
                  <a:gd name="T8" fmla="*/ 15 w 20"/>
                  <a:gd name="T9" fmla="*/ 4 h 31"/>
                  <a:gd name="T10" fmla="*/ 16 w 20"/>
                  <a:gd name="T11" fmla="*/ 4 h 31"/>
                  <a:gd name="T12" fmla="*/ 16 w 20"/>
                  <a:gd name="T13" fmla="*/ 4 h 31"/>
                  <a:gd name="T14" fmla="*/ 15 w 20"/>
                  <a:gd name="T15" fmla="*/ 4 h 31"/>
                  <a:gd name="T16" fmla="*/ 14 w 20"/>
                  <a:gd name="T17" fmla="*/ 4 h 31"/>
                  <a:gd name="T18" fmla="*/ 14 w 20"/>
                  <a:gd name="T19" fmla="*/ 4 h 31"/>
                  <a:gd name="T20" fmla="*/ 13 w 20"/>
                  <a:gd name="T21" fmla="*/ 4 h 31"/>
                  <a:gd name="T22" fmla="*/ 13 w 20"/>
                  <a:gd name="T23" fmla="*/ 3 h 31"/>
                  <a:gd name="T24" fmla="*/ 12 w 20"/>
                  <a:gd name="T25" fmla="*/ 3 h 31"/>
                  <a:gd name="T26" fmla="*/ 13 w 20"/>
                  <a:gd name="T27" fmla="*/ 3 h 31"/>
                  <a:gd name="T28" fmla="*/ 15 w 20"/>
                  <a:gd name="T29" fmla="*/ 1 h 31"/>
                  <a:gd name="T30" fmla="*/ 15 w 20"/>
                  <a:gd name="T31" fmla="*/ 0 h 31"/>
                  <a:gd name="T32" fmla="*/ 15 w 20"/>
                  <a:gd name="T33" fmla="*/ 0 h 31"/>
                  <a:gd name="T34" fmla="*/ 15 w 20"/>
                  <a:gd name="T35" fmla="*/ 0 h 31"/>
                  <a:gd name="T36" fmla="*/ 12 w 20"/>
                  <a:gd name="T37" fmla="*/ 2 h 31"/>
                  <a:gd name="T38" fmla="*/ 11 w 20"/>
                  <a:gd name="T39" fmla="*/ 3 h 31"/>
                  <a:gd name="T40" fmla="*/ 11 w 20"/>
                  <a:gd name="T41" fmla="*/ 3 h 31"/>
                  <a:gd name="T42" fmla="*/ 11 w 20"/>
                  <a:gd name="T43" fmla="*/ 2 h 31"/>
                  <a:gd name="T44" fmla="*/ 10 w 20"/>
                  <a:gd name="T45" fmla="*/ 2 h 31"/>
                  <a:gd name="T46" fmla="*/ 11 w 20"/>
                  <a:gd name="T47" fmla="*/ 1 h 31"/>
                  <a:gd name="T48" fmla="*/ 11 w 20"/>
                  <a:gd name="T49" fmla="*/ 0 h 31"/>
                  <a:gd name="T50" fmla="*/ 11 w 20"/>
                  <a:gd name="T51" fmla="*/ 0 h 31"/>
                  <a:gd name="T52" fmla="*/ 10 w 20"/>
                  <a:gd name="T53" fmla="*/ 0 h 31"/>
                  <a:gd name="T54" fmla="*/ 10 w 20"/>
                  <a:gd name="T55" fmla="*/ 0 h 31"/>
                  <a:gd name="T56" fmla="*/ 10 w 20"/>
                  <a:gd name="T57" fmla="*/ 2 h 31"/>
                  <a:gd name="T58" fmla="*/ 9 w 20"/>
                  <a:gd name="T59" fmla="*/ 2 h 31"/>
                  <a:gd name="T60" fmla="*/ 9 w 20"/>
                  <a:gd name="T61" fmla="*/ 2 h 31"/>
                  <a:gd name="T62" fmla="*/ 9 w 20"/>
                  <a:gd name="T63" fmla="*/ 2 h 31"/>
                  <a:gd name="T64" fmla="*/ 8 w 20"/>
                  <a:gd name="T65" fmla="*/ 3 h 31"/>
                  <a:gd name="T66" fmla="*/ 7 w 20"/>
                  <a:gd name="T67" fmla="*/ 3 h 31"/>
                  <a:gd name="T68" fmla="*/ 7 w 20"/>
                  <a:gd name="T69" fmla="*/ 3 h 31"/>
                  <a:gd name="T70" fmla="*/ 7 w 20"/>
                  <a:gd name="T71" fmla="*/ 3 h 31"/>
                  <a:gd name="T72" fmla="*/ 7 w 20"/>
                  <a:gd name="T73" fmla="*/ 3 h 31"/>
                  <a:gd name="T74" fmla="*/ 6 w 20"/>
                  <a:gd name="T75" fmla="*/ 3 h 31"/>
                  <a:gd name="T76" fmla="*/ 6 w 20"/>
                  <a:gd name="T77" fmla="*/ 4 h 31"/>
                  <a:gd name="T78" fmla="*/ 1 w 20"/>
                  <a:gd name="T79" fmla="*/ 12 h 31"/>
                  <a:gd name="T80" fmla="*/ 8 w 20"/>
                  <a:gd name="T81" fmla="*/ 30 h 31"/>
                  <a:gd name="T82" fmla="*/ 20 w 20"/>
                  <a:gd name="T83" fmla="*/ 15 h 31"/>
                  <a:gd name="T84" fmla="*/ 16 w 20"/>
                  <a:gd name="T85" fmla="*/ 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 h="31">
                    <a:moveTo>
                      <a:pt x="16" y="5"/>
                    </a:moveTo>
                    <a:cubicBezTo>
                      <a:pt x="16" y="5"/>
                      <a:pt x="16" y="5"/>
                      <a:pt x="16" y="5"/>
                    </a:cubicBezTo>
                    <a:cubicBezTo>
                      <a:pt x="15" y="5"/>
                      <a:pt x="15" y="5"/>
                      <a:pt x="15" y="5"/>
                    </a:cubicBezTo>
                    <a:cubicBezTo>
                      <a:pt x="15" y="5"/>
                      <a:pt x="15" y="5"/>
                      <a:pt x="15" y="5"/>
                    </a:cubicBezTo>
                    <a:cubicBezTo>
                      <a:pt x="15" y="5"/>
                      <a:pt x="15" y="4"/>
                      <a:pt x="15" y="4"/>
                    </a:cubicBezTo>
                    <a:cubicBezTo>
                      <a:pt x="15" y="4"/>
                      <a:pt x="15" y="4"/>
                      <a:pt x="16" y="4"/>
                    </a:cubicBezTo>
                    <a:cubicBezTo>
                      <a:pt x="16" y="4"/>
                      <a:pt x="16" y="4"/>
                      <a:pt x="16" y="4"/>
                    </a:cubicBezTo>
                    <a:cubicBezTo>
                      <a:pt x="16" y="4"/>
                      <a:pt x="16" y="3"/>
                      <a:pt x="15" y="4"/>
                    </a:cubicBezTo>
                    <a:cubicBezTo>
                      <a:pt x="14" y="4"/>
                      <a:pt x="14" y="4"/>
                      <a:pt x="14" y="4"/>
                    </a:cubicBezTo>
                    <a:cubicBezTo>
                      <a:pt x="14" y="4"/>
                      <a:pt x="14" y="4"/>
                      <a:pt x="14" y="4"/>
                    </a:cubicBezTo>
                    <a:cubicBezTo>
                      <a:pt x="13" y="4"/>
                      <a:pt x="13" y="4"/>
                      <a:pt x="13" y="4"/>
                    </a:cubicBezTo>
                    <a:cubicBezTo>
                      <a:pt x="13" y="4"/>
                      <a:pt x="13" y="4"/>
                      <a:pt x="13" y="3"/>
                    </a:cubicBezTo>
                    <a:cubicBezTo>
                      <a:pt x="13" y="3"/>
                      <a:pt x="12" y="3"/>
                      <a:pt x="12" y="3"/>
                    </a:cubicBezTo>
                    <a:cubicBezTo>
                      <a:pt x="13" y="3"/>
                      <a:pt x="13" y="3"/>
                      <a:pt x="13" y="3"/>
                    </a:cubicBezTo>
                    <a:cubicBezTo>
                      <a:pt x="13" y="2"/>
                      <a:pt x="14" y="2"/>
                      <a:pt x="15" y="1"/>
                    </a:cubicBezTo>
                    <a:cubicBezTo>
                      <a:pt x="15" y="1"/>
                      <a:pt x="15" y="1"/>
                      <a:pt x="15" y="0"/>
                    </a:cubicBezTo>
                    <a:cubicBezTo>
                      <a:pt x="15" y="0"/>
                      <a:pt x="15" y="0"/>
                      <a:pt x="15" y="0"/>
                    </a:cubicBezTo>
                    <a:cubicBezTo>
                      <a:pt x="15" y="0"/>
                      <a:pt x="15" y="0"/>
                      <a:pt x="15" y="0"/>
                    </a:cubicBezTo>
                    <a:cubicBezTo>
                      <a:pt x="14" y="1"/>
                      <a:pt x="13" y="2"/>
                      <a:pt x="12" y="2"/>
                    </a:cubicBezTo>
                    <a:cubicBezTo>
                      <a:pt x="11" y="3"/>
                      <a:pt x="11" y="3"/>
                      <a:pt x="11" y="3"/>
                    </a:cubicBezTo>
                    <a:cubicBezTo>
                      <a:pt x="11" y="3"/>
                      <a:pt x="11" y="3"/>
                      <a:pt x="11" y="3"/>
                    </a:cubicBezTo>
                    <a:cubicBezTo>
                      <a:pt x="11" y="3"/>
                      <a:pt x="11" y="2"/>
                      <a:pt x="11" y="2"/>
                    </a:cubicBezTo>
                    <a:cubicBezTo>
                      <a:pt x="11" y="2"/>
                      <a:pt x="10" y="2"/>
                      <a:pt x="10" y="2"/>
                    </a:cubicBezTo>
                    <a:cubicBezTo>
                      <a:pt x="10" y="2"/>
                      <a:pt x="11" y="2"/>
                      <a:pt x="11" y="1"/>
                    </a:cubicBezTo>
                    <a:cubicBezTo>
                      <a:pt x="11" y="0"/>
                      <a:pt x="11" y="0"/>
                      <a:pt x="11" y="0"/>
                    </a:cubicBezTo>
                    <a:cubicBezTo>
                      <a:pt x="11" y="0"/>
                      <a:pt x="11" y="0"/>
                      <a:pt x="11" y="0"/>
                    </a:cubicBezTo>
                    <a:cubicBezTo>
                      <a:pt x="11" y="0"/>
                      <a:pt x="10" y="0"/>
                      <a:pt x="10" y="0"/>
                    </a:cubicBezTo>
                    <a:cubicBezTo>
                      <a:pt x="10" y="0"/>
                      <a:pt x="10" y="0"/>
                      <a:pt x="10" y="0"/>
                    </a:cubicBezTo>
                    <a:cubicBezTo>
                      <a:pt x="10" y="1"/>
                      <a:pt x="10" y="1"/>
                      <a:pt x="10" y="2"/>
                    </a:cubicBezTo>
                    <a:cubicBezTo>
                      <a:pt x="9" y="2"/>
                      <a:pt x="9" y="2"/>
                      <a:pt x="9" y="2"/>
                    </a:cubicBezTo>
                    <a:cubicBezTo>
                      <a:pt x="9" y="2"/>
                      <a:pt x="9" y="2"/>
                      <a:pt x="9" y="2"/>
                    </a:cubicBezTo>
                    <a:cubicBezTo>
                      <a:pt x="9" y="2"/>
                      <a:pt x="9" y="2"/>
                      <a:pt x="9" y="2"/>
                    </a:cubicBezTo>
                    <a:cubicBezTo>
                      <a:pt x="8" y="2"/>
                      <a:pt x="8" y="2"/>
                      <a:pt x="8" y="3"/>
                    </a:cubicBezTo>
                    <a:cubicBezTo>
                      <a:pt x="7" y="3"/>
                      <a:pt x="7" y="3"/>
                      <a:pt x="7" y="3"/>
                    </a:cubicBezTo>
                    <a:cubicBezTo>
                      <a:pt x="7" y="3"/>
                      <a:pt x="7" y="3"/>
                      <a:pt x="7" y="3"/>
                    </a:cubicBezTo>
                    <a:cubicBezTo>
                      <a:pt x="7" y="3"/>
                      <a:pt x="7" y="3"/>
                      <a:pt x="7" y="3"/>
                    </a:cubicBezTo>
                    <a:cubicBezTo>
                      <a:pt x="7" y="3"/>
                      <a:pt x="7" y="3"/>
                      <a:pt x="7" y="3"/>
                    </a:cubicBezTo>
                    <a:cubicBezTo>
                      <a:pt x="7" y="3"/>
                      <a:pt x="6" y="3"/>
                      <a:pt x="6" y="3"/>
                    </a:cubicBezTo>
                    <a:cubicBezTo>
                      <a:pt x="6" y="4"/>
                      <a:pt x="6" y="4"/>
                      <a:pt x="6" y="4"/>
                    </a:cubicBezTo>
                    <a:cubicBezTo>
                      <a:pt x="4" y="6"/>
                      <a:pt x="1" y="8"/>
                      <a:pt x="1" y="12"/>
                    </a:cubicBezTo>
                    <a:cubicBezTo>
                      <a:pt x="0" y="17"/>
                      <a:pt x="2" y="29"/>
                      <a:pt x="8" y="30"/>
                    </a:cubicBezTo>
                    <a:cubicBezTo>
                      <a:pt x="13" y="31"/>
                      <a:pt x="19" y="20"/>
                      <a:pt x="20" y="15"/>
                    </a:cubicBezTo>
                    <a:cubicBezTo>
                      <a:pt x="20" y="11"/>
                      <a:pt x="19" y="7"/>
                      <a:pt x="16"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 name="Freeform 367"/>
              <p:cNvSpPr>
                <a:spLocks/>
              </p:cNvSpPr>
              <p:nvPr/>
            </p:nvSpPr>
            <p:spPr bwMode="auto">
              <a:xfrm>
                <a:off x="1733" y="1451"/>
                <a:ext cx="26" cy="41"/>
              </a:xfrm>
              <a:custGeom>
                <a:avLst/>
                <a:gdLst>
                  <a:gd name="T0" fmla="*/ 16 w 20"/>
                  <a:gd name="T1" fmla="*/ 5 h 31"/>
                  <a:gd name="T2" fmla="*/ 15 w 20"/>
                  <a:gd name="T3" fmla="*/ 5 h 31"/>
                  <a:gd name="T4" fmla="*/ 15 w 20"/>
                  <a:gd name="T5" fmla="*/ 5 h 31"/>
                  <a:gd name="T6" fmla="*/ 15 w 20"/>
                  <a:gd name="T7" fmla="*/ 5 h 31"/>
                  <a:gd name="T8" fmla="*/ 15 w 20"/>
                  <a:gd name="T9" fmla="*/ 5 h 31"/>
                  <a:gd name="T10" fmla="*/ 15 w 20"/>
                  <a:gd name="T11" fmla="*/ 4 h 31"/>
                  <a:gd name="T12" fmla="*/ 15 w 20"/>
                  <a:gd name="T13" fmla="*/ 4 h 31"/>
                  <a:gd name="T14" fmla="*/ 15 w 20"/>
                  <a:gd name="T15" fmla="*/ 4 h 31"/>
                  <a:gd name="T16" fmla="*/ 14 w 20"/>
                  <a:gd name="T17" fmla="*/ 4 h 31"/>
                  <a:gd name="T18" fmla="*/ 13 w 20"/>
                  <a:gd name="T19" fmla="*/ 4 h 31"/>
                  <a:gd name="T20" fmla="*/ 13 w 20"/>
                  <a:gd name="T21" fmla="*/ 4 h 31"/>
                  <a:gd name="T22" fmla="*/ 12 w 20"/>
                  <a:gd name="T23" fmla="*/ 3 h 31"/>
                  <a:gd name="T24" fmla="*/ 12 w 20"/>
                  <a:gd name="T25" fmla="*/ 3 h 31"/>
                  <a:gd name="T26" fmla="*/ 12 w 20"/>
                  <a:gd name="T27" fmla="*/ 3 h 31"/>
                  <a:gd name="T28" fmla="*/ 15 w 20"/>
                  <a:gd name="T29" fmla="*/ 1 h 31"/>
                  <a:gd name="T30" fmla="*/ 15 w 20"/>
                  <a:gd name="T31" fmla="*/ 1 h 31"/>
                  <a:gd name="T32" fmla="*/ 15 w 20"/>
                  <a:gd name="T33" fmla="*/ 0 h 31"/>
                  <a:gd name="T34" fmla="*/ 15 w 20"/>
                  <a:gd name="T35" fmla="*/ 0 h 31"/>
                  <a:gd name="T36" fmla="*/ 12 w 20"/>
                  <a:gd name="T37" fmla="*/ 2 h 31"/>
                  <a:gd name="T38" fmla="*/ 11 w 20"/>
                  <a:gd name="T39" fmla="*/ 3 h 31"/>
                  <a:gd name="T40" fmla="*/ 11 w 20"/>
                  <a:gd name="T41" fmla="*/ 3 h 31"/>
                  <a:gd name="T42" fmla="*/ 10 w 20"/>
                  <a:gd name="T43" fmla="*/ 2 h 31"/>
                  <a:gd name="T44" fmla="*/ 10 w 20"/>
                  <a:gd name="T45" fmla="*/ 2 h 31"/>
                  <a:gd name="T46" fmla="*/ 10 w 20"/>
                  <a:gd name="T47" fmla="*/ 1 h 31"/>
                  <a:gd name="T48" fmla="*/ 10 w 20"/>
                  <a:gd name="T49" fmla="*/ 0 h 31"/>
                  <a:gd name="T50" fmla="*/ 10 w 20"/>
                  <a:gd name="T51" fmla="*/ 0 h 31"/>
                  <a:gd name="T52" fmla="*/ 10 w 20"/>
                  <a:gd name="T53" fmla="*/ 0 h 31"/>
                  <a:gd name="T54" fmla="*/ 10 w 20"/>
                  <a:gd name="T55" fmla="*/ 0 h 31"/>
                  <a:gd name="T56" fmla="*/ 9 w 20"/>
                  <a:gd name="T57" fmla="*/ 2 h 31"/>
                  <a:gd name="T58" fmla="*/ 9 w 20"/>
                  <a:gd name="T59" fmla="*/ 2 h 31"/>
                  <a:gd name="T60" fmla="*/ 8 w 20"/>
                  <a:gd name="T61" fmla="*/ 2 h 31"/>
                  <a:gd name="T62" fmla="*/ 8 w 20"/>
                  <a:gd name="T63" fmla="*/ 2 h 31"/>
                  <a:gd name="T64" fmla="*/ 8 w 20"/>
                  <a:gd name="T65" fmla="*/ 3 h 31"/>
                  <a:gd name="T66" fmla="*/ 7 w 20"/>
                  <a:gd name="T67" fmla="*/ 3 h 31"/>
                  <a:gd name="T68" fmla="*/ 7 w 20"/>
                  <a:gd name="T69" fmla="*/ 3 h 31"/>
                  <a:gd name="T70" fmla="*/ 7 w 20"/>
                  <a:gd name="T71" fmla="*/ 3 h 31"/>
                  <a:gd name="T72" fmla="*/ 7 w 20"/>
                  <a:gd name="T73" fmla="*/ 3 h 31"/>
                  <a:gd name="T74" fmla="*/ 6 w 20"/>
                  <a:gd name="T75" fmla="*/ 3 h 31"/>
                  <a:gd name="T76" fmla="*/ 6 w 20"/>
                  <a:gd name="T77" fmla="*/ 4 h 31"/>
                  <a:gd name="T78" fmla="*/ 1 w 20"/>
                  <a:gd name="T79" fmla="*/ 12 h 31"/>
                  <a:gd name="T80" fmla="*/ 7 w 20"/>
                  <a:gd name="T81" fmla="*/ 30 h 31"/>
                  <a:gd name="T82" fmla="*/ 20 w 20"/>
                  <a:gd name="T83" fmla="*/ 15 h 31"/>
                  <a:gd name="T84" fmla="*/ 16 w 20"/>
                  <a:gd name="T85" fmla="*/ 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 h="31">
                    <a:moveTo>
                      <a:pt x="16" y="5"/>
                    </a:moveTo>
                    <a:cubicBezTo>
                      <a:pt x="15" y="5"/>
                      <a:pt x="15" y="5"/>
                      <a:pt x="15" y="5"/>
                    </a:cubicBezTo>
                    <a:cubicBezTo>
                      <a:pt x="15" y="5"/>
                      <a:pt x="15" y="5"/>
                      <a:pt x="15" y="5"/>
                    </a:cubicBezTo>
                    <a:cubicBezTo>
                      <a:pt x="15" y="5"/>
                      <a:pt x="15" y="5"/>
                      <a:pt x="15" y="5"/>
                    </a:cubicBezTo>
                    <a:cubicBezTo>
                      <a:pt x="15" y="5"/>
                      <a:pt x="15" y="5"/>
                      <a:pt x="15" y="5"/>
                    </a:cubicBezTo>
                    <a:cubicBezTo>
                      <a:pt x="15" y="4"/>
                      <a:pt x="15" y="4"/>
                      <a:pt x="15" y="4"/>
                    </a:cubicBezTo>
                    <a:cubicBezTo>
                      <a:pt x="15" y="4"/>
                      <a:pt x="15" y="4"/>
                      <a:pt x="15" y="4"/>
                    </a:cubicBezTo>
                    <a:cubicBezTo>
                      <a:pt x="15" y="4"/>
                      <a:pt x="15" y="4"/>
                      <a:pt x="15" y="4"/>
                    </a:cubicBezTo>
                    <a:cubicBezTo>
                      <a:pt x="14" y="4"/>
                      <a:pt x="14" y="4"/>
                      <a:pt x="14" y="4"/>
                    </a:cubicBezTo>
                    <a:cubicBezTo>
                      <a:pt x="13" y="4"/>
                      <a:pt x="13" y="4"/>
                      <a:pt x="13" y="4"/>
                    </a:cubicBezTo>
                    <a:cubicBezTo>
                      <a:pt x="13" y="4"/>
                      <a:pt x="13" y="4"/>
                      <a:pt x="13" y="4"/>
                    </a:cubicBezTo>
                    <a:cubicBezTo>
                      <a:pt x="13" y="4"/>
                      <a:pt x="13" y="4"/>
                      <a:pt x="12" y="3"/>
                    </a:cubicBezTo>
                    <a:cubicBezTo>
                      <a:pt x="12" y="3"/>
                      <a:pt x="12" y="3"/>
                      <a:pt x="12" y="3"/>
                    </a:cubicBezTo>
                    <a:cubicBezTo>
                      <a:pt x="12" y="3"/>
                      <a:pt x="12" y="3"/>
                      <a:pt x="12" y="3"/>
                    </a:cubicBezTo>
                    <a:cubicBezTo>
                      <a:pt x="13" y="3"/>
                      <a:pt x="14" y="2"/>
                      <a:pt x="15" y="1"/>
                    </a:cubicBezTo>
                    <a:cubicBezTo>
                      <a:pt x="15" y="1"/>
                      <a:pt x="15" y="1"/>
                      <a:pt x="15" y="1"/>
                    </a:cubicBezTo>
                    <a:cubicBezTo>
                      <a:pt x="15" y="0"/>
                      <a:pt x="15" y="0"/>
                      <a:pt x="15" y="0"/>
                    </a:cubicBezTo>
                    <a:cubicBezTo>
                      <a:pt x="15" y="0"/>
                      <a:pt x="15" y="0"/>
                      <a:pt x="15" y="0"/>
                    </a:cubicBezTo>
                    <a:cubicBezTo>
                      <a:pt x="14" y="1"/>
                      <a:pt x="13" y="2"/>
                      <a:pt x="12" y="2"/>
                    </a:cubicBezTo>
                    <a:cubicBezTo>
                      <a:pt x="11" y="3"/>
                      <a:pt x="11" y="3"/>
                      <a:pt x="11" y="3"/>
                    </a:cubicBezTo>
                    <a:cubicBezTo>
                      <a:pt x="11" y="3"/>
                      <a:pt x="11" y="3"/>
                      <a:pt x="11" y="3"/>
                    </a:cubicBezTo>
                    <a:cubicBezTo>
                      <a:pt x="11" y="3"/>
                      <a:pt x="11" y="3"/>
                      <a:pt x="10" y="2"/>
                    </a:cubicBezTo>
                    <a:cubicBezTo>
                      <a:pt x="10" y="2"/>
                      <a:pt x="10" y="2"/>
                      <a:pt x="10" y="2"/>
                    </a:cubicBezTo>
                    <a:cubicBezTo>
                      <a:pt x="10" y="2"/>
                      <a:pt x="10" y="2"/>
                      <a:pt x="10" y="1"/>
                    </a:cubicBezTo>
                    <a:cubicBezTo>
                      <a:pt x="10" y="0"/>
                      <a:pt x="10" y="0"/>
                      <a:pt x="10" y="0"/>
                    </a:cubicBezTo>
                    <a:cubicBezTo>
                      <a:pt x="10" y="0"/>
                      <a:pt x="10" y="0"/>
                      <a:pt x="10" y="0"/>
                    </a:cubicBezTo>
                    <a:cubicBezTo>
                      <a:pt x="10" y="0"/>
                      <a:pt x="10" y="0"/>
                      <a:pt x="10" y="0"/>
                    </a:cubicBezTo>
                    <a:cubicBezTo>
                      <a:pt x="10" y="0"/>
                      <a:pt x="10" y="0"/>
                      <a:pt x="10" y="0"/>
                    </a:cubicBezTo>
                    <a:cubicBezTo>
                      <a:pt x="10" y="1"/>
                      <a:pt x="10" y="1"/>
                      <a:pt x="9" y="2"/>
                    </a:cubicBezTo>
                    <a:cubicBezTo>
                      <a:pt x="9" y="2"/>
                      <a:pt x="9" y="2"/>
                      <a:pt x="9" y="2"/>
                    </a:cubicBezTo>
                    <a:cubicBezTo>
                      <a:pt x="9" y="2"/>
                      <a:pt x="9" y="2"/>
                      <a:pt x="8" y="2"/>
                    </a:cubicBezTo>
                    <a:cubicBezTo>
                      <a:pt x="8" y="2"/>
                      <a:pt x="8" y="2"/>
                      <a:pt x="8" y="2"/>
                    </a:cubicBezTo>
                    <a:cubicBezTo>
                      <a:pt x="8" y="2"/>
                      <a:pt x="8" y="3"/>
                      <a:pt x="8" y="3"/>
                    </a:cubicBezTo>
                    <a:cubicBezTo>
                      <a:pt x="7" y="3"/>
                      <a:pt x="7" y="3"/>
                      <a:pt x="7" y="3"/>
                    </a:cubicBezTo>
                    <a:cubicBezTo>
                      <a:pt x="7" y="3"/>
                      <a:pt x="7" y="3"/>
                      <a:pt x="7" y="3"/>
                    </a:cubicBezTo>
                    <a:cubicBezTo>
                      <a:pt x="7" y="3"/>
                      <a:pt x="7" y="3"/>
                      <a:pt x="7" y="3"/>
                    </a:cubicBezTo>
                    <a:cubicBezTo>
                      <a:pt x="7" y="3"/>
                      <a:pt x="7" y="3"/>
                      <a:pt x="7" y="3"/>
                    </a:cubicBezTo>
                    <a:cubicBezTo>
                      <a:pt x="6" y="3"/>
                      <a:pt x="6" y="3"/>
                      <a:pt x="6" y="3"/>
                    </a:cubicBezTo>
                    <a:cubicBezTo>
                      <a:pt x="6" y="4"/>
                      <a:pt x="6" y="4"/>
                      <a:pt x="6" y="4"/>
                    </a:cubicBezTo>
                    <a:cubicBezTo>
                      <a:pt x="3" y="6"/>
                      <a:pt x="1" y="8"/>
                      <a:pt x="1" y="12"/>
                    </a:cubicBezTo>
                    <a:cubicBezTo>
                      <a:pt x="0" y="17"/>
                      <a:pt x="2" y="29"/>
                      <a:pt x="7" y="30"/>
                    </a:cubicBezTo>
                    <a:cubicBezTo>
                      <a:pt x="13" y="31"/>
                      <a:pt x="19" y="20"/>
                      <a:pt x="20" y="15"/>
                    </a:cubicBezTo>
                    <a:cubicBezTo>
                      <a:pt x="20" y="11"/>
                      <a:pt x="19" y="7"/>
                      <a:pt x="16"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 name="Freeform 368"/>
              <p:cNvSpPr>
                <a:spLocks/>
              </p:cNvSpPr>
              <p:nvPr/>
            </p:nvSpPr>
            <p:spPr bwMode="auto">
              <a:xfrm>
                <a:off x="1733" y="1404"/>
                <a:ext cx="26" cy="41"/>
              </a:xfrm>
              <a:custGeom>
                <a:avLst/>
                <a:gdLst>
                  <a:gd name="T0" fmla="*/ 16 w 20"/>
                  <a:gd name="T1" fmla="*/ 5 h 31"/>
                  <a:gd name="T2" fmla="*/ 15 w 20"/>
                  <a:gd name="T3" fmla="*/ 5 h 31"/>
                  <a:gd name="T4" fmla="*/ 15 w 20"/>
                  <a:gd name="T5" fmla="*/ 5 h 31"/>
                  <a:gd name="T6" fmla="*/ 15 w 20"/>
                  <a:gd name="T7" fmla="*/ 5 h 31"/>
                  <a:gd name="T8" fmla="*/ 15 w 20"/>
                  <a:gd name="T9" fmla="*/ 4 h 31"/>
                  <a:gd name="T10" fmla="*/ 15 w 20"/>
                  <a:gd name="T11" fmla="*/ 4 h 31"/>
                  <a:gd name="T12" fmla="*/ 15 w 20"/>
                  <a:gd name="T13" fmla="*/ 4 h 31"/>
                  <a:gd name="T14" fmla="*/ 15 w 20"/>
                  <a:gd name="T15" fmla="*/ 4 h 31"/>
                  <a:gd name="T16" fmla="*/ 14 w 20"/>
                  <a:gd name="T17" fmla="*/ 4 h 31"/>
                  <a:gd name="T18" fmla="*/ 13 w 20"/>
                  <a:gd name="T19" fmla="*/ 4 h 31"/>
                  <a:gd name="T20" fmla="*/ 13 w 20"/>
                  <a:gd name="T21" fmla="*/ 4 h 31"/>
                  <a:gd name="T22" fmla="*/ 12 w 20"/>
                  <a:gd name="T23" fmla="*/ 3 h 31"/>
                  <a:gd name="T24" fmla="*/ 12 w 20"/>
                  <a:gd name="T25" fmla="*/ 3 h 31"/>
                  <a:gd name="T26" fmla="*/ 12 w 20"/>
                  <a:gd name="T27" fmla="*/ 3 h 31"/>
                  <a:gd name="T28" fmla="*/ 15 w 20"/>
                  <a:gd name="T29" fmla="*/ 1 h 31"/>
                  <a:gd name="T30" fmla="*/ 15 w 20"/>
                  <a:gd name="T31" fmla="*/ 0 h 31"/>
                  <a:gd name="T32" fmla="*/ 15 w 20"/>
                  <a:gd name="T33" fmla="*/ 0 h 31"/>
                  <a:gd name="T34" fmla="*/ 15 w 20"/>
                  <a:gd name="T35" fmla="*/ 0 h 31"/>
                  <a:gd name="T36" fmla="*/ 12 w 20"/>
                  <a:gd name="T37" fmla="*/ 2 h 31"/>
                  <a:gd name="T38" fmla="*/ 11 w 20"/>
                  <a:gd name="T39" fmla="*/ 3 h 31"/>
                  <a:gd name="T40" fmla="*/ 11 w 20"/>
                  <a:gd name="T41" fmla="*/ 3 h 31"/>
                  <a:gd name="T42" fmla="*/ 10 w 20"/>
                  <a:gd name="T43" fmla="*/ 2 h 31"/>
                  <a:gd name="T44" fmla="*/ 10 w 20"/>
                  <a:gd name="T45" fmla="*/ 2 h 31"/>
                  <a:gd name="T46" fmla="*/ 10 w 20"/>
                  <a:gd name="T47" fmla="*/ 1 h 31"/>
                  <a:gd name="T48" fmla="*/ 10 w 20"/>
                  <a:gd name="T49" fmla="*/ 0 h 31"/>
                  <a:gd name="T50" fmla="*/ 10 w 20"/>
                  <a:gd name="T51" fmla="*/ 0 h 31"/>
                  <a:gd name="T52" fmla="*/ 10 w 20"/>
                  <a:gd name="T53" fmla="*/ 0 h 31"/>
                  <a:gd name="T54" fmla="*/ 10 w 20"/>
                  <a:gd name="T55" fmla="*/ 0 h 31"/>
                  <a:gd name="T56" fmla="*/ 9 w 20"/>
                  <a:gd name="T57" fmla="*/ 2 h 31"/>
                  <a:gd name="T58" fmla="*/ 9 w 20"/>
                  <a:gd name="T59" fmla="*/ 2 h 31"/>
                  <a:gd name="T60" fmla="*/ 8 w 20"/>
                  <a:gd name="T61" fmla="*/ 2 h 31"/>
                  <a:gd name="T62" fmla="*/ 8 w 20"/>
                  <a:gd name="T63" fmla="*/ 2 h 31"/>
                  <a:gd name="T64" fmla="*/ 8 w 20"/>
                  <a:gd name="T65" fmla="*/ 3 h 31"/>
                  <a:gd name="T66" fmla="*/ 7 w 20"/>
                  <a:gd name="T67" fmla="*/ 3 h 31"/>
                  <a:gd name="T68" fmla="*/ 7 w 20"/>
                  <a:gd name="T69" fmla="*/ 3 h 31"/>
                  <a:gd name="T70" fmla="*/ 7 w 20"/>
                  <a:gd name="T71" fmla="*/ 3 h 31"/>
                  <a:gd name="T72" fmla="*/ 7 w 20"/>
                  <a:gd name="T73" fmla="*/ 3 h 31"/>
                  <a:gd name="T74" fmla="*/ 6 w 20"/>
                  <a:gd name="T75" fmla="*/ 3 h 31"/>
                  <a:gd name="T76" fmla="*/ 6 w 20"/>
                  <a:gd name="T77" fmla="*/ 4 h 31"/>
                  <a:gd name="T78" fmla="*/ 1 w 20"/>
                  <a:gd name="T79" fmla="*/ 12 h 31"/>
                  <a:gd name="T80" fmla="*/ 7 w 20"/>
                  <a:gd name="T81" fmla="*/ 30 h 31"/>
                  <a:gd name="T82" fmla="*/ 20 w 20"/>
                  <a:gd name="T83" fmla="*/ 15 h 31"/>
                  <a:gd name="T84" fmla="*/ 16 w 20"/>
                  <a:gd name="T85" fmla="*/ 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 h="31">
                    <a:moveTo>
                      <a:pt x="16" y="5"/>
                    </a:moveTo>
                    <a:cubicBezTo>
                      <a:pt x="15" y="5"/>
                      <a:pt x="15" y="5"/>
                      <a:pt x="15" y="5"/>
                    </a:cubicBezTo>
                    <a:cubicBezTo>
                      <a:pt x="15" y="5"/>
                      <a:pt x="15" y="5"/>
                      <a:pt x="15" y="5"/>
                    </a:cubicBezTo>
                    <a:cubicBezTo>
                      <a:pt x="15" y="5"/>
                      <a:pt x="15" y="5"/>
                      <a:pt x="15" y="5"/>
                    </a:cubicBezTo>
                    <a:cubicBezTo>
                      <a:pt x="15" y="5"/>
                      <a:pt x="15" y="4"/>
                      <a:pt x="15" y="4"/>
                    </a:cubicBezTo>
                    <a:cubicBezTo>
                      <a:pt x="15" y="4"/>
                      <a:pt x="15" y="4"/>
                      <a:pt x="15" y="4"/>
                    </a:cubicBezTo>
                    <a:cubicBezTo>
                      <a:pt x="15" y="4"/>
                      <a:pt x="15" y="4"/>
                      <a:pt x="15" y="4"/>
                    </a:cubicBezTo>
                    <a:cubicBezTo>
                      <a:pt x="15" y="4"/>
                      <a:pt x="15" y="3"/>
                      <a:pt x="15" y="4"/>
                    </a:cubicBezTo>
                    <a:cubicBezTo>
                      <a:pt x="14" y="4"/>
                      <a:pt x="14" y="4"/>
                      <a:pt x="14" y="4"/>
                    </a:cubicBezTo>
                    <a:cubicBezTo>
                      <a:pt x="13" y="4"/>
                      <a:pt x="13" y="4"/>
                      <a:pt x="13" y="4"/>
                    </a:cubicBezTo>
                    <a:cubicBezTo>
                      <a:pt x="13" y="4"/>
                      <a:pt x="13" y="4"/>
                      <a:pt x="13" y="4"/>
                    </a:cubicBezTo>
                    <a:cubicBezTo>
                      <a:pt x="13" y="4"/>
                      <a:pt x="13" y="4"/>
                      <a:pt x="12" y="3"/>
                    </a:cubicBezTo>
                    <a:cubicBezTo>
                      <a:pt x="12" y="3"/>
                      <a:pt x="12" y="3"/>
                      <a:pt x="12" y="3"/>
                    </a:cubicBezTo>
                    <a:cubicBezTo>
                      <a:pt x="12" y="3"/>
                      <a:pt x="12" y="3"/>
                      <a:pt x="12" y="3"/>
                    </a:cubicBezTo>
                    <a:cubicBezTo>
                      <a:pt x="13" y="2"/>
                      <a:pt x="14" y="2"/>
                      <a:pt x="15" y="1"/>
                    </a:cubicBezTo>
                    <a:cubicBezTo>
                      <a:pt x="15" y="1"/>
                      <a:pt x="15" y="1"/>
                      <a:pt x="15" y="0"/>
                    </a:cubicBezTo>
                    <a:cubicBezTo>
                      <a:pt x="15" y="0"/>
                      <a:pt x="15" y="0"/>
                      <a:pt x="15" y="0"/>
                    </a:cubicBezTo>
                    <a:cubicBezTo>
                      <a:pt x="15" y="0"/>
                      <a:pt x="15" y="0"/>
                      <a:pt x="15" y="0"/>
                    </a:cubicBezTo>
                    <a:cubicBezTo>
                      <a:pt x="14" y="1"/>
                      <a:pt x="13" y="2"/>
                      <a:pt x="12" y="2"/>
                    </a:cubicBezTo>
                    <a:cubicBezTo>
                      <a:pt x="11" y="3"/>
                      <a:pt x="11" y="3"/>
                      <a:pt x="11" y="3"/>
                    </a:cubicBezTo>
                    <a:cubicBezTo>
                      <a:pt x="11" y="3"/>
                      <a:pt x="11" y="3"/>
                      <a:pt x="11" y="3"/>
                    </a:cubicBezTo>
                    <a:cubicBezTo>
                      <a:pt x="11" y="3"/>
                      <a:pt x="11" y="2"/>
                      <a:pt x="10" y="2"/>
                    </a:cubicBezTo>
                    <a:cubicBezTo>
                      <a:pt x="10" y="2"/>
                      <a:pt x="10" y="2"/>
                      <a:pt x="10" y="2"/>
                    </a:cubicBezTo>
                    <a:cubicBezTo>
                      <a:pt x="10" y="2"/>
                      <a:pt x="10" y="2"/>
                      <a:pt x="10" y="1"/>
                    </a:cubicBezTo>
                    <a:cubicBezTo>
                      <a:pt x="10" y="0"/>
                      <a:pt x="10" y="0"/>
                      <a:pt x="10" y="0"/>
                    </a:cubicBezTo>
                    <a:cubicBezTo>
                      <a:pt x="10" y="0"/>
                      <a:pt x="10" y="0"/>
                      <a:pt x="10" y="0"/>
                    </a:cubicBezTo>
                    <a:cubicBezTo>
                      <a:pt x="10" y="0"/>
                      <a:pt x="10" y="0"/>
                      <a:pt x="10" y="0"/>
                    </a:cubicBezTo>
                    <a:cubicBezTo>
                      <a:pt x="10" y="0"/>
                      <a:pt x="10" y="0"/>
                      <a:pt x="10" y="0"/>
                    </a:cubicBezTo>
                    <a:cubicBezTo>
                      <a:pt x="10" y="1"/>
                      <a:pt x="10" y="1"/>
                      <a:pt x="9" y="2"/>
                    </a:cubicBezTo>
                    <a:cubicBezTo>
                      <a:pt x="9" y="2"/>
                      <a:pt x="9" y="2"/>
                      <a:pt x="9" y="2"/>
                    </a:cubicBezTo>
                    <a:cubicBezTo>
                      <a:pt x="9" y="2"/>
                      <a:pt x="9" y="2"/>
                      <a:pt x="8" y="2"/>
                    </a:cubicBezTo>
                    <a:cubicBezTo>
                      <a:pt x="8" y="2"/>
                      <a:pt x="8" y="2"/>
                      <a:pt x="8" y="2"/>
                    </a:cubicBezTo>
                    <a:cubicBezTo>
                      <a:pt x="8" y="2"/>
                      <a:pt x="8" y="2"/>
                      <a:pt x="8" y="3"/>
                    </a:cubicBezTo>
                    <a:cubicBezTo>
                      <a:pt x="7" y="3"/>
                      <a:pt x="7" y="3"/>
                      <a:pt x="7" y="3"/>
                    </a:cubicBezTo>
                    <a:cubicBezTo>
                      <a:pt x="7" y="3"/>
                      <a:pt x="7" y="3"/>
                      <a:pt x="7" y="3"/>
                    </a:cubicBezTo>
                    <a:cubicBezTo>
                      <a:pt x="7" y="3"/>
                      <a:pt x="7" y="3"/>
                      <a:pt x="7" y="3"/>
                    </a:cubicBezTo>
                    <a:cubicBezTo>
                      <a:pt x="7" y="3"/>
                      <a:pt x="7" y="3"/>
                      <a:pt x="7" y="3"/>
                    </a:cubicBezTo>
                    <a:cubicBezTo>
                      <a:pt x="6" y="3"/>
                      <a:pt x="6" y="3"/>
                      <a:pt x="6" y="3"/>
                    </a:cubicBezTo>
                    <a:cubicBezTo>
                      <a:pt x="6" y="4"/>
                      <a:pt x="6" y="4"/>
                      <a:pt x="6" y="4"/>
                    </a:cubicBezTo>
                    <a:cubicBezTo>
                      <a:pt x="3" y="6"/>
                      <a:pt x="1" y="8"/>
                      <a:pt x="1" y="12"/>
                    </a:cubicBezTo>
                    <a:cubicBezTo>
                      <a:pt x="0" y="17"/>
                      <a:pt x="2" y="29"/>
                      <a:pt x="7" y="30"/>
                    </a:cubicBezTo>
                    <a:cubicBezTo>
                      <a:pt x="13" y="31"/>
                      <a:pt x="19" y="20"/>
                      <a:pt x="20" y="15"/>
                    </a:cubicBezTo>
                    <a:cubicBezTo>
                      <a:pt x="20" y="11"/>
                      <a:pt x="19" y="7"/>
                      <a:pt x="16"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 name="Freeform 369"/>
              <p:cNvSpPr>
                <a:spLocks/>
              </p:cNvSpPr>
              <p:nvPr/>
            </p:nvSpPr>
            <p:spPr bwMode="auto">
              <a:xfrm>
                <a:off x="1765" y="1451"/>
                <a:ext cx="27" cy="41"/>
              </a:xfrm>
              <a:custGeom>
                <a:avLst/>
                <a:gdLst>
                  <a:gd name="T0" fmla="*/ 15 w 20"/>
                  <a:gd name="T1" fmla="*/ 5 h 31"/>
                  <a:gd name="T2" fmla="*/ 15 w 20"/>
                  <a:gd name="T3" fmla="*/ 5 h 31"/>
                  <a:gd name="T4" fmla="*/ 15 w 20"/>
                  <a:gd name="T5" fmla="*/ 5 h 31"/>
                  <a:gd name="T6" fmla="*/ 15 w 20"/>
                  <a:gd name="T7" fmla="*/ 5 h 31"/>
                  <a:gd name="T8" fmla="*/ 14 w 20"/>
                  <a:gd name="T9" fmla="*/ 5 h 31"/>
                  <a:gd name="T10" fmla="*/ 15 w 20"/>
                  <a:gd name="T11" fmla="*/ 4 h 31"/>
                  <a:gd name="T12" fmla="*/ 15 w 20"/>
                  <a:gd name="T13" fmla="*/ 4 h 31"/>
                  <a:gd name="T14" fmla="*/ 15 w 20"/>
                  <a:gd name="T15" fmla="*/ 4 h 31"/>
                  <a:gd name="T16" fmla="*/ 14 w 20"/>
                  <a:gd name="T17" fmla="*/ 4 h 31"/>
                  <a:gd name="T18" fmla="*/ 13 w 20"/>
                  <a:gd name="T19" fmla="*/ 4 h 31"/>
                  <a:gd name="T20" fmla="*/ 13 w 20"/>
                  <a:gd name="T21" fmla="*/ 4 h 31"/>
                  <a:gd name="T22" fmla="*/ 12 w 20"/>
                  <a:gd name="T23" fmla="*/ 3 h 31"/>
                  <a:gd name="T24" fmla="*/ 12 w 20"/>
                  <a:gd name="T25" fmla="*/ 3 h 31"/>
                  <a:gd name="T26" fmla="*/ 12 w 20"/>
                  <a:gd name="T27" fmla="*/ 3 h 31"/>
                  <a:gd name="T28" fmla="*/ 15 w 20"/>
                  <a:gd name="T29" fmla="*/ 1 h 31"/>
                  <a:gd name="T30" fmla="*/ 15 w 20"/>
                  <a:gd name="T31" fmla="*/ 1 h 31"/>
                  <a:gd name="T32" fmla="*/ 14 w 20"/>
                  <a:gd name="T33" fmla="*/ 0 h 31"/>
                  <a:gd name="T34" fmla="*/ 14 w 20"/>
                  <a:gd name="T35" fmla="*/ 0 h 31"/>
                  <a:gd name="T36" fmla="*/ 11 w 20"/>
                  <a:gd name="T37" fmla="*/ 2 h 31"/>
                  <a:gd name="T38" fmla="*/ 11 w 20"/>
                  <a:gd name="T39" fmla="*/ 3 h 31"/>
                  <a:gd name="T40" fmla="*/ 11 w 20"/>
                  <a:gd name="T41" fmla="*/ 3 h 31"/>
                  <a:gd name="T42" fmla="*/ 10 w 20"/>
                  <a:gd name="T43" fmla="*/ 2 h 31"/>
                  <a:gd name="T44" fmla="*/ 10 w 20"/>
                  <a:gd name="T45" fmla="*/ 2 h 31"/>
                  <a:gd name="T46" fmla="*/ 10 w 20"/>
                  <a:gd name="T47" fmla="*/ 1 h 31"/>
                  <a:gd name="T48" fmla="*/ 10 w 20"/>
                  <a:gd name="T49" fmla="*/ 0 h 31"/>
                  <a:gd name="T50" fmla="*/ 10 w 20"/>
                  <a:gd name="T51" fmla="*/ 0 h 31"/>
                  <a:gd name="T52" fmla="*/ 10 w 20"/>
                  <a:gd name="T53" fmla="*/ 0 h 31"/>
                  <a:gd name="T54" fmla="*/ 10 w 20"/>
                  <a:gd name="T55" fmla="*/ 0 h 31"/>
                  <a:gd name="T56" fmla="*/ 9 w 20"/>
                  <a:gd name="T57" fmla="*/ 2 h 31"/>
                  <a:gd name="T58" fmla="*/ 9 w 20"/>
                  <a:gd name="T59" fmla="*/ 2 h 31"/>
                  <a:gd name="T60" fmla="*/ 8 w 20"/>
                  <a:gd name="T61" fmla="*/ 2 h 31"/>
                  <a:gd name="T62" fmla="*/ 8 w 20"/>
                  <a:gd name="T63" fmla="*/ 2 h 31"/>
                  <a:gd name="T64" fmla="*/ 8 w 20"/>
                  <a:gd name="T65" fmla="*/ 3 h 31"/>
                  <a:gd name="T66" fmla="*/ 7 w 20"/>
                  <a:gd name="T67" fmla="*/ 3 h 31"/>
                  <a:gd name="T68" fmla="*/ 7 w 20"/>
                  <a:gd name="T69" fmla="*/ 3 h 31"/>
                  <a:gd name="T70" fmla="*/ 7 w 20"/>
                  <a:gd name="T71" fmla="*/ 3 h 31"/>
                  <a:gd name="T72" fmla="*/ 7 w 20"/>
                  <a:gd name="T73" fmla="*/ 3 h 31"/>
                  <a:gd name="T74" fmla="*/ 6 w 20"/>
                  <a:gd name="T75" fmla="*/ 3 h 31"/>
                  <a:gd name="T76" fmla="*/ 6 w 20"/>
                  <a:gd name="T77" fmla="*/ 4 h 31"/>
                  <a:gd name="T78" fmla="*/ 0 w 20"/>
                  <a:gd name="T79" fmla="*/ 12 h 31"/>
                  <a:gd name="T80" fmla="*/ 7 w 20"/>
                  <a:gd name="T81" fmla="*/ 30 h 31"/>
                  <a:gd name="T82" fmla="*/ 19 w 20"/>
                  <a:gd name="T83" fmla="*/ 15 h 31"/>
                  <a:gd name="T84" fmla="*/ 15 w 20"/>
                  <a:gd name="T85" fmla="*/ 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 h="31">
                    <a:moveTo>
                      <a:pt x="15" y="5"/>
                    </a:moveTo>
                    <a:cubicBezTo>
                      <a:pt x="15" y="5"/>
                      <a:pt x="15" y="5"/>
                      <a:pt x="15" y="5"/>
                    </a:cubicBezTo>
                    <a:cubicBezTo>
                      <a:pt x="15" y="5"/>
                      <a:pt x="15" y="5"/>
                      <a:pt x="15" y="5"/>
                    </a:cubicBezTo>
                    <a:cubicBezTo>
                      <a:pt x="15" y="5"/>
                      <a:pt x="15" y="5"/>
                      <a:pt x="15" y="5"/>
                    </a:cubicBezTo>
                    <a:cubicBezTo>
                      <a:pt x="15" y="5"/>
                      <a:pt x="15" y="5"/>
                      <a:pt x="14" y="5"/>
                    </a:cubicBezTo>
                    <a:cubicBezTo>
                      <a:pt x="15" y="4"/>
                      <a:pt x="15" y="4"/>
                      <a:pt x="15" y="4"/>
                    </a:cubicBezTo>
                    <a:cubicBezTo>
                      <a:pt x="15" y="4"/>
                      <a:pt x="15" y="4"/>
                      <a:pt x="15" y="4"/>
                    </a:cubicBezTo>
                    <a:cubicBezTo>
                      <a:pt x="15" y="4"/>
                      <a:pt x="15" y="4"/>
                      <a:pt x="15" y="4"/>
                    </a:cubicBezTo>
                    <a:cubicBezTo>
                      <a:pt x="14" y="4"/>
                      <a:pt x="14" y="4"/>
                      <a:pt x="14" y="4"/>
                    </a:cubicBezTo>
                    <a:cubicBezTo>
                      <a:pt x="13" y="4"/>
                      <a:pt x="13" y="4"/>
                      <a:pt x="13" y="4"/>
                    </a:cubicBezTo>
                    <a:cubicBezTo>
                      <a:pt x="13" y="4"/>
                      <a:pt x="13" y="4"/>
                      <a:pt x="13" y="4"/>
                    </a:cubicBezTo>
                    <a:cubicBezTo>
                      <a:pt x="13" y="4"/>
                      <a:pt x="12" y="4"/>
                      <a:pt x="12" y="3"/>
                    </a:cubicBezTo>
                    <a:cubicBezTo>
                      <a:pt x="12" y="3"/>
                      <a:pt x="12" y="3"/>
                      <a:pt x="12" y="3"/>
                    </a:cubicBezTo>
                    <a:cubicBezTo>
                      <a:pt x="12" y="3"/>
                      <a:pt x="12" y="3"/>
                      <a:pt x="12" y="3"/>
                    </a:cubicBezTo>
                    <a:cubicBezTo>
                      <a:pt x="13" y="3"/>
                      <a:pt x="14" y="2"/>
                      <a:pt x="15" y="1"/>
                    </a:cubicBezTo>
                    <a:cubicBezTo>
                      <a:pt x="15" y="1"/>
                      <a:pt x="15" y="1"/>
                      <a:pt x="15" y="1"/>
                    </a:cubicBezTo>
                    <a:cubicBezTo>
                      <a:pt x="15" y="0"/>
                      <a:pt x="15" y="0"/>
                      <a:pt x="14" y="0"/>
                    </a:cubicBezTo>
                    <a:cubicBezTo>
                      <a:pt x="14" y="0"/>
                      <a:pt x="14" y="0"/>
                      <a:pt x="14" y="0"/>
                    </a:cubicBezTo>
                    <a:cubicBezTo>
                      <a:pt x="13" y="1"/>
                      <a:pt x="12" y="2"/>
                      <a:pt x="11" y="2"/>
                    </a:cubicBezTo>
                    <a:cubicBezTo>
                      <a:pt x="11" y="3"/>
                      <a:pt x="11" y="3"/>
                      <a:pt x="11" y="3"/>
                    </a:cubicBezTo>
                    <a:cubicBezTo>
                      <a:pt x="11" y="3"/>
                      <a:pt x="11" y="3"/>
                      <a:pt x="11" y="3"/>
                    </a:cubicBezTo>
                    <a:cubicBezTo>
                      <a:pt x="10" y="3"/>
                      <a:pt x="10" y="3"/>
                      <a:pt x="10" y="2"/>
                    </a:cubicBezTo>
                    <a:cubicBezTo>
                      <a:pt x="10" y="2"/>
                      <a:pt x="10" y="2"/>
                      <a:pt x="10" y="2"/>
                    </a:cubicBezTo>
                    <a:cubicBezTo>
                      <a:pt x="10" y="2"/>
                      <a:pt x="10" y="2"/>
                      <a:pt x="10" y="1"/>
                    </a:cubicBezTo>
                    <a:cubicBezTo>
                      <a:pt x="10" y="0"/>
                      <a:pt x="10" y="0"/>
                      <a:pt x="10" y="0"/>
                    </a:cubicBezTo>
                    <a:cubicBezTo>
                      <a:pt x="10" y="0"/>
                      <a:pt x="10" y="0"/>
                      <a:pt x="10" y="0"/>
                    </a:cubicBezTo>
                    <a:cubicBezTo>
                      <a:pt x="10" y="0"/>
                      <a:pt x="10" y="0"/>
                      <a:pt x="10" y="0"/>
                    </a:cubicBezTo>
                    <a:cubicBezTo>
                      <a:pt x="10" y="0"/>
                      <a:pt x="10" y="0"/>
                      <a:pt x="10" y="0"/>
                    </a:cubicBezTo>
                    <a:cubicBezTo>
                      <a:pt x="10" y="1"/>
                      <a:pt x="10" y="1"/>
                      <a:pt x="9" y="2"/>
                    </a:cubicBezTo>
                    <a:cubicBezTo>
                      <a:pt x="9" y="2"/>
                      <a:pt x="9" y="2"/>
                      <a:pt x="9" y="2"/>
                    </a:cubicBezTo>
                    <a:cubicBezTo>
                      <a:pt x="9" y="2"/>
                      <a:pt x="8" y="2"/>
                      <a:pt x="8" y="2"/>
                    </a:cubicBezTo>
                    <a:cubicBezTo>
                      <a:pt x="8" y="2"/>
                      <a:pt x="8" y="2"/>
                      <a:pt x="8" y="2"/>
                    </a:cubicBezTo>
                    <a:cubicBezTo>
                      <a:pt x="8" y="2"/>
                      <a:pt x="8" y="3"/>
                      <a:pt x="8" y="3"/>
                    </a:cubicBezTo>
                    <a:cubicBezTo>
                      <a:pt x="7" y="3"/>
                      <a:pt x="7" y="3"/>
                      <a:pt x="7" y="3"/>
                    </a:cubicBezTo>
                    <a:cubicBezTo>
                      <a:pt x="7" y="3"/>
                      <a:pt x="7" y="3"/>
                      <a:pt x="7" y="3"/>
                    </a:cubicBezTo>
                    <a:cubicBezTo>
                      <a:pt x="7" y="3"/>
                      <a:pt x="7" y="3"/>
                      <a:pt x="7" y="3"/>
                    </a:cubicBezTo>
                    <a:cubicBezTo>
                      <a:pt x="7" y="3"/>
                      <a:pt x="7" y="3"/>
                      <a:pt x="7" y="3"/>
                    </a:cubicBezTo>
                    <a:cubicBezTo>
                      <a:pt x="6" y="3"/>
                      <a:pt x="6" y="3"/>
                      <a:pt x="6" y="3"/>
                    </a:cubicBezTo>
                    <a:cubicBezTo>
                      <a:pt x="5" y="4"/>
                      <a:pt x="6" y="4"/>
                      <a:pt x="6" y="4"/>
                    </a:cubicBezTo>
                    <a:cubicBezTo>
                      <a:pt x="3" y="6"/>
                      <a:pt x="1" y="8"/>
                      <a:pt x="0" y="12"/>
                    </a:cubicBezTo>
                    <a:cubicBezTo>
                      <a:pt x="0" y="17"/>
                      <a:pt x="2" y="29"/>
                      <a:pt x="7" y="30"/>
                    </a:cubicBezTo>
                    <a:cubicBezTo>
                      <a:pt x="12" y="31"/>
                      <a:pt x="19" y="20"/>
                      <a:pt x="19" y="15"/>
                    </a:cubicBezTo>
                    <a:cubicBezTo>
                      <a:pt x="20" y="11"/>
                      <a:pt x="18" y="7"/>
                      <a:pt x="15"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 name="Freeform 370"/>
              <p:cNvSpPr>
                <a:spLocks/>
              </p:cNvSpPr>
              <p:nvPr/>
            </p:nvSpPr>
            <p:spPr bwMode="auto">
              <a:xfrm>
                <a:off x="1765" y="1404"/>
                <a:ext cx="27" cy="41"/>
              </a:xfrm>
              <a:custGeom>
                <a:avLst/>
                <a:gdLst>
                  <a:gd name="T0" fmla="*/ 15 w 20"/>
                  <a:gd name="T1" fmla="*/ 5 h 31"/>
                  <a:gd name="T2" fmla="*/ 15 w 20"/>
                  <a:gd name="T3" fmla="*/ 5 h 31"/>
                  <a:gd name="T4" fmla="*/ 15 w 20"/>
                  <a:gd name="T5" fmla="*/ 5 h 31"/>
                  <a:gd name="T6" fmla="*/ 15 w 20"/>
                  <a:gd name="T7" fmla="*/ 5 h 31"/>
                  <a:gd name="T8" fmla="*/ 14 w 20"/>
                  <a:gd name="T9" fmla="*/ 4 h 31"/>
                  <a:gd name="T10" fmla="*/ 15 w 20"/>
                  <a:gd name="T11" fmla="*/ 4 h 31"/>
                  <a:gd name="T12" fmla="*/ 15 w 20"/>
                  <a:gd name="T13" fmla="*/ 4 h 31"/>
                  <a:gd name="T14" fmla="*/ 15 w 20"/>
                  <a:gd name="T15" fmla="*/ 4 h 31"/>
                  <a:gd name="T16" fmla="*/ 14 w 20"/>
                  <a:gd name="T17" fmla="*/ 4 h 31"/>
                  <a:gd name="T18" fmla="*/ 13 w 20"/>
                  <a:gd name="T19" fmla="*/ 4 h 31"/>
                  <a:gd name="T20" fmla="*/ 13 w 20"/>
                  <a:gd name="T21" fmla="*/ 4 h 31"/>
                  <a:gd name="T22" fmla="*/ 12 w 20"/>
                  <a:gd name="T23" fmla="*/ 3 h 31"/>
                  <a:gd name="T24" fmla="*/ 12 w 20"/>
                  <a:gd name="T25" fmla="*/ 3 h 31"/>
                  <a:gd name="T26" fmla="*/ 12 w 20"/>
                  <a:gd name="T27" fmla="*/ 3 h 31"/>
                  <a:gd name="T28" fmla="*/ 15 w 20"/>
                  <a:gd name="T29" fmla="*/ 1 h 31"/>
                  <a:gd name="T30" fmla="*/ 15 w 20"/>
                  <a:gd name="T31" fmla="*/ 0 h 31"/>
                  <a:gd name="T32" fmla="*/ 14 w 20"/>
                  <a:gd name="T33" fmla="*/ 0 h 31"/>
                  <a:gd name="T34" fmla="*/ 14 w 20"/>
                  <a:gd name="T35" fmla="*/ 0 h 31"/>
                  <a:gd name="T36" fmla="*/ 11 w 20"/>
                  <a:gd name="T37" fmla="*/ 2 h 31"/>
                  <a:gd name="T38" fmla="*/ 11 w 20"/>
                  <a:gd name="T39" fmla="*/ 3 h 31"/>
                  <a:gd name="T40" fmla="*/ 11 w 20"/>
                  <a:gd name="T41" fmla="*/ 3 h 31"/>
                  <a:gd name="T42" fmla="*/ 10 w 20"/>
                  <a:gd name="T43" fmla="*/ 2 h 31"/>
                  <a:gd name="T44" fmla="*/ 10 w 20"/>
                  <a:gd name="T45" fmla="*/ 2 h 31"/>
                  <a:gd name="T46" fmla="*/ 10 w 20"/>
                  <a:gd name="T47" fmla="*/ 1 h 31"/>
                  <a:gd name="T48" fmla="*/ 10 w 20"/>
                  <a:gd name="T49" fmla="*/ 0 h 31"/>
                  <a:gd name="T50" fmla="*/ 10 w 20"/>
                  <a:gd name="T51" fmla="*/ 0 h 31"/>
                  <a:gd name="T52" fmla="*/ 10 w 20"/>
                  <a:gd name="T53" fmla="*/ 0 h 31"/>
                  <a:gd name="T54" fmla="*/ 10 w 20"/>
                  <a:gd name="T55" fmla="*/ 0 h 31"/>
                  <a:gd name="T56" fmla="*/ 9 w 20"/>
                  <a:gd name="T57" fmla="*/ 2 h 31"/>
                  <a:gd name="T58" fmla="*/ 9 w 20"/>
                  <a:gd name="T59" fmla="*/ 2 h 31"/>
                  <a:gd name="T60" fmla="*/ 8 w 20"/>
                  <a:gd name="T61" fmla="*/ 2 h 31"/>
                  <a:gd name="T62" fmla="*/ 8 w 20"/>
                  <a:gd name="T63" fmla="*/ 2 h 31"/>
                  <a:gd name="T64" fmla="*/ 8 w 20"/>
                  <a:gd name="T65" fmla="*/ 3 h 31"/>
                  <a:gd name="T66" fmla="*/ 7 w 20"/>
                  <a:gd name="T67" fmla="*/ 3 h 31"/>
                  <a:gd name="T68" fmla="*/ 7 w 20"/>
                  <a:gd name="T69" fmla="*/ 3 h 31"/>
                  <a:gd name="T70" fmla="*/ 7 w 20"/>
                  <a:gd name="T71" fmla="*/ 3 h 31"/>
                  <a:gd name="T72" fmla="*/ 7 w 20"/>
                  <a:gd name="T73" fmla="*/ 3 h 31"/>
                  <a:gd name="T74" fmla="*/ 6 w 20"/>
                  <a:gd name="T75" fmla="*/ 3 h 31"/>
                  <a:gd name="T76" fmla="*/ 6 w 20"/>
                  <a:gd name="T77" fmla="*/ 4 h 31"/>
                  <a:gd name="T78" fmla="*/ 0 w 20"/>
                  <a:gd name="T79" fmla="*/ 12 h 31"/>
                  <a:gd name="T80" fmla="*/ 7 w 20"/>
                  <a:gd name="T81" fmla="*/ 30 h 31"/>
                  <a:gd name="T82" fmla="*/ 19 w 20"/>
                  <a:gd name="T83" fmla="*/ 15 h 31"/>
                  <a:gd name="T84" fmla="*/ 15 w 20"/>
                  <a:gd name="T85" fmla="*/ 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 h="31">
                    <a:moveTo>
                      <a:pt x="15" y="5"/>
                    </a:moveTo>
                    <a:cubicBezTo>
                      <a:pt x="15" y="5"/>
                      <a:pt x="15" y="5"/>
                      <a:pt x="15" y="5"/>
                    </a:cubicBezTo>
                    <a:cubicBezTo>
                      <a:pt x="15" y="5"/>
                      <a:pt x="15" y="5"/>
                      <a:pt x="15" y="5"/>
                    </a:cubicBezTo>
                    <a:cubicBezTo>
                      <a:pt x="15" y="5"/>
                      <a:pt x="15" y="5"/>
                      <a:pt x="15" y="5"/>
                    </a:cubicBezTo>
                    <a:cubicBezTo>
                      <a:pt x="15" y="5"/>
                      <a:pt x="15" y="4"/>
                      <a:pt x="14" y="4"/>
                    </a:cubicBezTo>
                    <a:cubicBezTo>
                      <a:pt x="15" y="4"/>
                      <a:pt x="15" y="4"/>
                      <a:pt x="15" y="4"/>
                    </a:cubicBezTo>
                    <a:cubicBezTo>
                      <a:pt x="15" y="4"/>
                      <a:pt x="15" y="4"/>
                      <a:pt x="15" y="4"/>
                    </a:cubicBezTo>
                    <a:cubicBezTo>
                      <a:pt x="15" y="4"/>
                      <a:pt x="15" y="3"/>
                      <a:pt x="15" y="4"/>
                    </a:cubicBezTo>
                    <a:cubicBezTo>
                      <a:pt x="14" y="4"/>
                      <a:pt x="14" y="4"/>
                      <a:pt x="14" y="4"/>
                    </a:cubicBezTo>
                    <a:cubicBezTo>
                      <a:pt x="13" y="4"/>
                      <a:pt x="13" y="4"/>
                      <a:pt x="13" y="4"/>
                    </a:cubicBezTo>
                    <a:cubicBezTo>
                      <a:pt x="13" y="4"/>
                      <a:pt x="13" y="4"/>
                      <a:pt x="13" y="4"/>
                    </a:cubicBezTo>
                    <a:cubicBezTo>
                      <a:pt x="13" y="4"/>
                      <a:pt x="12" y="4"/>
                      <a:pt x="12" y="3"/>
                    </a:cubicBezTo>
                    <a:cubicBezTo>
                      <a:pt x="12" y="3"/>
                      <a:pt x="12" y="3"/>
                      <a:pt x="12" y="3"/>
                    </a:cubicBezTo>
                    <a:cubicBezTo>
                      <a:pt x="12" y="3"/>
                      <a:pt x="12" y="3"/>
                      <a:pt x="12" y="3"/>
                    </a:cubicBezTo>
                    <a:cubicBezTo>
                      <a:pt x="13" y="2"/>
                      <a:pt x="14" y="2"/>
                      <a:pt x="15" y="1"/>
                    </a:cubicBezTo>
                    <a:cubicBezTo>
                      <a:pt x="15" y="1"/>
                      <a:pt x="15" y="1"/>
                      <a:pt x="15" y="0"/>
                    </a:cubicBezTo>
                    <a:cubicBezTo>
                      <a:pt x="15" y="0"/>
                      <a:pt x="15" y="0"/>
                      <a:pt x="14" y="0"/>
                    </a:cubicBezTo>
                    <a:cubicBezTo>
                      <a:pt x="14" y="0"/>
                      <a:pt x="14" y="0"/>
                      <a:pt x="14" y="0"/>
                    </a:cubicBezTo>
                    <a:cubicBezTo>
                      <a:pt x="13" y="1"/>
                      <a:pt x="12" y="2"/>
                      <a:pt x="11" y="2"/>
                    </a:cubicBezTo>
                    <a:cubicBezTo>
                      <a:pt x="11" y="3"/>
                      <a:pt x="11" y="3"/>
                      <a:pt x="11" y="3"/>
                    </a:cubicBezTo>
                    <a:cubicBezTo>
                      <a:pt x="11" y="3"/>
                      <a:pt x="11" y="3"/>
                      <a:pt x="11" y="3"/>
                    </a:cubicBezTo>
                    <a:cubicBezTo>
                      <a:pt x="10" y="3"/>
                      <a:pt x="10" y="2"/>
                      <a:pt x="10" y="2"/>
                    </a:cubicBezTo>
                    <a:cubicBezTo>
                      <a:pt x="10" y="2"/>
                      <a:pt x="10" y="2"/>
                      <a:pt x="10" y="2"/>
                    </a:cubicBezTo>
                    <a:cubicBezTo>
                      <a:pt x="10" y="2"/>
                      <a:pt x="10" y="2"/>
                      <a:pt x="10" y="1"/>
                    </a:cubicBezTo>
                    <a:cubicBezTo>
                      <a:pt x="10" y="0"/>
                      <a:pt x="10" y="0"/>
                      <a:pt x="10" y="0"/>
                    </a:cubicBezTo>
                    <a:cubicBezTo>
                      <a:pt x="10" y="0"/>
                      <a:pt x="10" y="0"/>
                      <a:pt x="10" y="0"/>
                    </a:cubicBezTo>
                    <a:cubicBezTo>
                      <a:pt x="10" y="0"/>
                      <a:pt x="10" y="0"/>
                      <a:pt x="10" y="0"/>
                    </a:cubicBezTo>
                    <a:cubicBezTo>
                      <a:pt x="10" y="0"/>
                      <a:pt x="10" y="0"/>
                      <a:pt x="10" y="0"/>
                    </a:cubicBezTo>
                    <a:cubicBezTo>
                      <a:pt x="10" y="1"/>
                      <a:pt x="10" y="1"/>
                      <a:pt x="9" y="2"/>
                    </a:cubicBezTo>
                    <a:cubicBezTo>
                      <a:pt x="9" y="2"/>
                      <a:pt x="9" y="2"/>
                      <a:pt x="9" y="2"/>
                    </a:cubicBezTo>
                    <a:cubicBezTo>
                      <a:pt x="9" y="2"/>
                      <a:pt x="8" y="2"/>
                      <a:pt x="8" y="2"/>
                    </a:cubicBezTo>
                    <a:cubicBezTo>
                      <a:pt x="8" y="2"/>
                      <a:pt x="8" y="2"/>
                      <a:pt x="8" y="2"/>
                    </a:cubicBezTo>
                    <a:cubicBezTo>
                      <a:pt x="8" y="2"/>
                      <a:pt x="8" y="2"/>
                      <a:pt x="8" y="3"/>
                    </a:cubicBezTo>
                    <a:cubicBezTo>
                      <a:pt x="7" y="3"/>
                      <a:pt x="7" y="3"/>
                      <a:pt x="7" y="3"/>
                    </a:cubicBezTo>
                    <a:cubicBezTo>
                      <a:pt x="7" y="3"/>
                      <a:pt x="7" y="3"/>
                      <a:pt x="7" y="3"/>
                    </a:cubicBezTo>
                    <a:cubicBezTo>
                      <a:pt x="7" y="3"/>
                      <a:pt x="7" y="3"/>
                      <a:pt x="7" y="3"/>
                    </a:cubicBezTo>
                    <a:cubicBezTo>
                      <a:pt x="7" y="3"/>
                      <a:pt x="7" y="3"/>
                      <a:pt x="7" y="3"/>
                    </a:cubicBezTo>
                    <a:cubicBezTo>
                      <a:pt x="6" y="3"/>
                      <a:pt x="6" y="3"/>
                      <a:pt x="6" y="3"/>
                    </a:cubicBezTo>
                    <a:cubicBezTo>
                      <a:pt x="5" y="4"/>
                      <a:pt x="6" y="4"/>
                      <a:pt x="6" y="4"/>
                    </a:cubicBezTo>
                    <a:cubicBezTo>
                      <a:pt x="3" y="6"/>
                      <a:pt x="1" y="8"/>
                      <a:pt x="0" y="12"/>
                    </a:cubicBezTo>
                    <a:cubicBezTo>
                      <a:pt x="0" y="17"/>
                      <a:pt x="2" y="29"/>
                      <a:pt x="7" y="30"/>
                    </a:cubicBezTo>
                    <a:cubicBezTo>
                      <a:pt x="12" y="31"/>
                      <a:pt x="19" y="20"/>
                      <a:pt x="19" y="15"/>
                    </a:cubicBezTo>
                    <a:cubicBezTo>
                      <a:pt x="20" y="11"/>
                      <a:pt x="18" y="7"/>
                      <a:pt x="15"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 name="Freeform 371"/>
              <p:cNvSpPr>
                <a:spLocks/>
              </p:cNvSpPr>
              <p:nvPr/>
            </p:nvSpPr>
            <p:spPr bwMode="auto">
              <a:xfrm>
                <a:off x="1797" y="1451"/>
                <a:ext cx="28" cy="41"/>
              </a:xfrm>
              <a:custGeom>
                <a:avLst/>
                <a:gdLst>
                  <a:gd name="T0" fmla="*/ 16 w 21"/>
                  <a:gd name="T1" fmla="*/ 5 h 31"/>
                  <a:gd name="T2" fmla="*/ 16 w 21"/>
                  <a:gd name="T3" fmla="*/ 5 h 31"/>
                  <a:gd name="T4" fmla="*/ 16 w 21"/>
                  <a:gd name="T5" fmla="*/ 5 h 31"/>
                  <a:gd name="T6" fmla="*/ 16 w 21"/>
                  <a:gd name="T7" fmla="*/ 5 h 31"/>
                  <a:gd name="T8" fmla="*/ 15 w 21"/>
                  <a:gd name="T9" fmla="*/ 5 h 31"/>
                  <a:gd name="T10" fmla="*/ 16 w 21"/>
                  <a:gd name="T11" fmla="*/ 4 h 31"/>
                  <a:gd name="T12" fmla="*/ 16 w 21"/>
                  <a:gd name="T13" fmla="*/ 4 h 31"/>
                  <a:gd name="T14" fmla="*/ 16 w 21"/>
                  <a:gd name="T15" fmla="*/ 4 h 31"/>
                  <a:gd name="T16" fmla="*/ 15 w 21"/>
                  <a:gd name="T17" fmla="*/ 4 h 31"/>
                  <a:gd name="T18" fmla="*/ 14 w 21"/>
                  <a:gd name="T19" fmla="*/ 4 h 31"/>
                  <a:gd name="T20" fmla="*/ 14 w 21"/>
                  <a:gd name="T21" fmla="*/ 4 h 31"/>
                  <a:gd name="T22" fmla="*/ 13 w 21"/>
                  <a:gd name="T23" fmla="*/ 3 h 31"/>
                  <a:gd name="T24" fmla="*/ 13 w 21"/>
                  <a:gd name="T25" fmla="*/ 3 h 31"/>
                  <a:gd name="T26" fmla="*/ 13 w 21"/>
                  <a:gd name="T27" fmla="*/ 3 h 31"/>
                  <a:gd name="T28" fmla="*/ 16 w 21"/>
                  <a:gd name="T29" fmla="*/ 1 h 31"/>
                  <a:gd name="T30" fmla="*/ 16 w 21"/>
                  <a:gd name="T31" fmla="*/ 1 h 31"/>
                  <a:gd name="T32" fmla="*/ 15 w 21"/>
                  <a:gd name="T33" fmla="*/ 0 h 31"/>
                  <a:gd name="T34" fmla="*/ 15 w 21"/>
                  <a:gd name="T35" fmla="*/ 0 h 31"/>
                  <a:gd name="T36" fmla="*/ 12 w 21"/>
                  <a:gd name="T37" fmla="*/ 2 h 31"/>
                  <a:gd name="T38" fmla="*/ 12 w 21"/>
                  <a:gd name="T39" fmla="*/ 3 h 31"/>
                  <a:gd name="T40" fmla="*/ 11 w 21"/>
                  <a:gd name="T41" fmla="*/ 3 h 31"/>
                  <a:gd name="T42" fmla="*/ 11 w 21"/>
                  <a:gd name="T43" fmla="*/ 2 h 31"/>
                  <a:gd name="T44" fmla="*/ 11 w 21"/>
                  <a:gd name="T45" fmla="*/ 2 h 31"/>
                  <a:gd name="T46" fmla="*/ 11 w 21"/>
                  <a:gd name="T47" fmla="*/ 1 h 31"/>
                  <a:gd name="T48" fmla="*/ 11 w 21"/>
                  <a:gd name="T49" fmla="*/ 0 h 31"/>
                  <a:gd name="T50" fmla="*/ 11 w 21"/>
                  <a:gd name="T51" fmla="*/ 0 h 31"/>
                  <a:gd name="T52" fmla="*/ 11 w 21"/>
                  <a:gd name="T53" fmla="*/ 0 h 31"/>
                  <a:gd name="T54" fmla="*/ 11 w 21"/>
                  <a:gd name="T55" fmla="*/ 0 h 31"/>
                  <a:gd name="T56" fmla="*/ 10 w 21"/>
                  <a:gd name="T57" fmla="*/ 2 h 31"/>
                  <a:gd name="T58" fmla="*/ 9 w 21"/>
                  <a:gd name="T59" fmla="*/ 2 h 31"/>
                  <a:gd name="T60" fmla="*/ 9 w 21"/>
                  <a:gd name="T61" fmla="*/ 2 h 31"/>
                  <a:gd name="T62" fmla="*/ 9 w 21"/>
                  <a:gd name="T63" fmla="*/ 2 h 31"/>
                  <a:gd name="T64" fmla="*/ 8 w 21"/>
                  <a:gd name="T65" fmla="*/ 3 h 31"/>
                  <a:gd name="T66" fmla="*/ 8 w 21"/>
                  <a:gd name="T67" fmla="*/ 3 h 31"/>
                  <a:gd name="T68" fmla="*/ 7 w 21"/>
                  <a:gd name="T69" fmla="*/ 3 h 31"/>
                  <a:gd name="T70" fmla="*/ 7 w 21"/>
                  <a:gd name="T71" fmla="*/ 3 h 31"/>
                  <a:gd name="T72" fmla="*/ 7 w 21"/>
                  <a:gd name="T73" fmla="*/ 3 h 31"/>
                  <a:gd name="T74" fmla="*/ 6 w 21"/>
                  <a:gd name="T75" fmla="*/ 3 h 31"/>
                  <a:gd name="T76" fmla="*/ 7 w 21"/>
                  <a:gd name="T77" fmla="*/ 4 h 31"/>
                  <a:gd name="T78" fmla="*/ 1 w 21"/>
                  <a:gd name="T79" fmla="*/ 12 h 31"/>
                  <a:gd name="T80" fmla="*/ 8 w 21"/>
                  <a:gd name="T81" fmla="*/ 30 h 31"/>
                  <a:gd name="T82" fmla="*/ 20 w 21"/>
                  <a:gd name="T83" fmla="*/ 15 h 31"/>
                  <a:gd name="T84" fmla="*/ 16 w 21"/>
                  <a:gd name="T85" fmla="*/ 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31">
                    <a:moveTo>
                      <a:pt x="16" y="5"/>
                    </a:moveTo>
                    <a:cubicBezTo>
                      <a:pt x="16" y="5"/>
                      <a:pt x="16" y="5"/>
                      <a:pt x="16" y="5"/>
                    </a:cubicBezTo>
                    <a:cubicBezTo>
                      <a:pt x="16" y="5"/>
                      <a:pt x="16" y="5"/>
                      <a:pt x="16" y="5"/>
                    </a:cubicBezTo>
                    <a:cubicBezTo>
                      <a:pt x="16" y="5"/>
                      <a:pt x="16" y="5"/>
                      <a:pt x="16" y="5"/>
                    </a:cubicBezTo>
                    <a:cubicBezTo>
                      <a:pt x="15" y="5"/>
                      <a:pt x="15" y="5"/>
                      <a:pt x="15" y="5"/>
                    </a:cubicBezTo>
                    <a:cubicBezTo>
                      <a:pt x="15" y="4"/>
                      <a:pt x="16" y="4"/>
                      <a:pt x="16" y="4"/>
                    </a:cubicBezTo>
                    <a:cubicBezTo>
                      <a:pt x="16" y="4"/>
                      <a:pt x="16" y="4"/>
                      <a:pt x="16" y="4"/>
                    </a:cubicBezTo>
                    <a:cubicBezTo>
                      <a:pt x="16" y="4"/>
                      <a:pt x="16" y="4"/>
                      <a:pt x="16" y="4"/>
                    </a:cubicBezTo>
                    <a:cubicBezTo>
                      <a:pt x="15" y="4"/>
                      <a:pt x="15" y="4"/>
                      <a:pt x="15" y="4"/>
                    </a:cubicBezTo>
                    <a:cubicBezTo>
                      <a:pt x="14" y="4"/>
                      <a:pt x="14" y="4"/>
                      <a:pt x="14" y="4"/>
                    </a:cubicBezTo>
                    <a:cubicBezTo>
                      <a:pt x="14" y="4"/>
                      <a:pt x="14" y="4"/>
                      <a:pt x="14" y="4"/>
                    </a:cubicBezTo>
                    <a:cubicBezTo>
                      <a:pt x="13" y="4"/>
                      <a:pt x="13" y="4"/>
                      <a:pt x="13" y="3"/>
                    </a:cubicBezTo>
                    <a:cubicBezTo>
                      <a:pt x="13" y="3"/>
                      <a:pt x="13" y="3"/>
                      <a:pt x="13" y="3"/>
                    </a:cubicBezTo>
                    <a:cubicBezTo>
                      <a:pt x="13" y="3"/>
                      <a:pt x="13" y="3"/>
                      <a:pt x="13" y="3"/>
                    </a:cubicBezTo>
                    <a:cubicBezTo>
                      <a:pt x="14" y="3"/>
                      <a:pt x="15" y="2"/>
                      <a:pt x="16" y="1"/>
                    </a:cubicBezTo>
                    <a:cubicBezTo>
                      <a:pt x="16" y="1"/>
                      <a:pt x="16" y="1"/>
                      <a:pt x="16" y="1"/>
                    </a:cubicBezTo>
                    <a:cubicBezTo>
                      <a:pt x="16" y="0"/>
                      <a:pt x="15" y="0"/>
                      <a:pt x="15" y="0"/>
                    </a:cubicBezTo>
                    <a:cubicBezTo>
                      <a:pt x="15" y="0"/>
                      <a:pt x="15" y="0"/>
                      <a:pt x="15" y="0"/>
                    </a:cubicBezTo>
                    <a:cubicBezTo>
                      <a:pt x="14" y="1"/>
                      <a:pt x="13" y="2"/>
                      <a:pt x="12" y="2"/>
                    </a:cubicBezTo>
                    <a:cubicBezTo>
                      <a:pt x="12" y="3"/>
                      <a:pt x="12" y="3"/>
                      <a:pt x="12" y="3"/>
                    </a:cubicBezTo>
                    <a:cubicBezTo>
                      <a:pt x="12" y="3"/>
                      <a:pt x="11" y="3"/>
                      <a:pt x="11" y="3"/>
                    </a:cubicBezTo>
                    <a:cubicBezTo>
                      <a:pt x="11" y="3"/>
                      <a:pt x="11" y="3"/>
                      <a:pt x="11" y="2"/>
                    </a:cubicBezTo>
                    <a:cubicBezTo>
                      <a:pt x="11" y="2"/>
                      <a:pt x="11" y="2"/>
                      <a:pt x="11" y="2"/>
                    </a:cubicBezTo>
                    <a:cubicBezTo>
                      <a:pt x="11" y="2"/>
                      <a:pt x="11" y="2"/>
                      <a:pt x="11" y="1"/>
                    </a:cubicBezTo>
                    <a:cubicBezTo>
                      <a:pt x="11" y="0"/>
                      <a:pt x="11" y="0"/>
                      <a:pt x="11" y="0"/>
                    </a:cubicBezTo>
                    <a:cubicBezTo>
                      <a:pt x="11" y="0"/>
                      <a:pt x="11" y="0"/>
                      <a:pt x="11" y="0"/>
                    </a:cubicBezTo>
                    <a:cubicBezTo>
                      <a:pt x="11" y="0"/>
                      <a:pt x="11" y="0"/>
                      <a:pt x="11" y="0"/>
                    </a:cubicBezTo>
                    <a:cubicBezTo>
                      <a:pt x="11" y="0"/>
                      <a:pt x="11" y="0"/>
                      <a:pt x="11" y="0"/>
                    </a:cubicBezTo>
                    <a:cubicBezTo>
                      <a:pt x="11" y="1"/>
                      <a:pt x="10" y="1"/>
                      <a:pt x="10" y="2"/>
                    </a:cubicBezTo>
                    <a:cubicBezTo>
                      <a:pt x="10" y="2"/>
                      <a:pt x="10" y="2"/>
                      <a:pt x="9" y="2"/>
                    </a:cubicBezTo>
                    <a:cubicBezTo>
                      <a:pt x="9" y="2"/>
                      <a:pt x="9" y="2"/>
                      <a:pt x="9" y="2"/>
                    </a:cubicBezTo>
                    <a:cubicBezTo>
                      <a:pt x="9" y="2"/>
                      <a:pt x="9" y="2"/>
                      <a:pt x="9" y="2"/>
                    </a:cubicBezTo>
                    <a:cubicBezTo>
                      <a:pt x="9" y="2"/>
                      <a:pt x="8" y="3"/>
                      <a:pt x="8" y="3"/>
                    </a:cubicBezTo>
                    <a:cubicBezTo>
                      <a:pt x="8" y="3"/>
                      <a:pt x="8" y="3"/>
                      <a:pt x="8" y="3"/>
                    </a:cubicBezTo>
                    <a:cubicBezTo>
                      <a:pt x="8" y="3"/>
                      <a:pt x="7" y="3"/>
                      <a:pt x="7" y="3"/>
                    </a:cubicBezTo>
                    <a:cubicBezTo>
                      <a:pt x="7" y="3"/>
                      <a:pt x="7" y="3"/>
                      <a:pt x="7" y="3"/>
                    </a:cubicBezTo>
                    <a:cubicBezTo>
                      <a:pt x="7" y="3"/>
                      <a:pt x="7" y="3"/>
                      <a:pt x="7" y="3"/>
                    </a:cubicBezTo>
                    <a:cubicBezTo>
                      <a:pt x="7" y="3"/>
                      <a:pt x="6" y="3"/>
                      <a:pt x="6" y="3"/>
                    </a:cubicBezTo>
                    <a:cubicBezTo>
                      <a:pt x="6" y="4"/>
                      <a:pt x="6" y="4"/>
                      <a:pt x="7" y="4"/>
                    </a:cubicBezTo>
                    <a:cubicBezTo>
                      <a:pt x="4" y="6"/>
                      <a:pt x="2" y="8"/>
                      <a:pt x="1" y="12"/>
                    </a:cubicBezTo>
                    <a:cubicBezTo>
                      <a:pt x="0" y="17"/>
                      <a:pt x="3" y="29"/>
                      <a:pt x="8" y="30"/>
                    </a:cubicBezTo>
                    <a:cubicBezTo>
                      <a:pt x="13" y="31"/>
                      <a:pt x="19" y="20"/>
                      <a:pt x="20" y="15"/>
                    </a:cubicBezTo>
                    <a:cubicBezTo>
                      <a:pt x="21" y="11"/>
                      <a:pt x="19" y="7"/>
                      <a:pt x="16"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 name="Freeform 372"/>
              <p:cNvSpPr>
                <a:spLocks/>
              </p:cNvSpPr>
              <p:nvPr/>
            </p:nvSpPr>
            <p:spPr bwMode="auto">
              <a:xfrm>
                <a:off x="1797" y="1404"/>
                <a:ext cx="28" cy="41"/>
              </a:xfrm>
              <a:custGeom>
                <a:avLst/>
                <a:gdLst>
                  <a:gd name="T0" fmla="*/ 16 w 21"/>
                  <a:gd name="T1" fmla="*/ 5 h 31"/>
                  <a:gd name="T2" fmla="*/ 16 w 21"/>
                  <a:gd name="T3" fmla="*/ 5 h 31"/>
                  <a:gd name="T4" fmla="*/ 16 w 21"/>
                  <a:gd name="T5" fmla="*/ 5 h 31"/>
                  <a:gd name="T6" fmla="*/ 16 w 21"/>
                  <a:gd name="T7" fmla="*/ 5 h 31"/>
                  <a:gd name="T8" fmla="*/ 15 w 21"/>
                  <a:gd name="T9" fmla="*/ 4 h 31"/>
                  <a:gd name="T10" fmla="*/ 16 w 21"/>
                  <a:gd name="T11" fmla="*/ 4 h 31"/>
                  <a:gd name="T12" fmla="*/ 16 w 21"/>
                  <a:gd name="T13" fmla="*/ 4 h 31"/>
                  <a:gd name="T14" fmla="*/ 16 w 21"/>
                  <a:gd name="T15" fmla="*/ 4 h 31"/>
                  <a:gd name="T16" fmla="*/ 15 w 21"/>
                  <a:gd name="T17" fmla="*/ 4 h 31"/>
                  <a:gd name="T18" fmla="*/ 14 w 21"/>
                  <a:gd name="T19" fmla="*/ 4 h 31"/>
                  <a:gd name="T20" fmla="*/ 14 w 21"/>
                  <a:gd name="T21" fmla="*/ 4 h 31"/>
                  <a:gd name="T22" fmla="*/ 13 w 21"/>
                  <a:gd name="T23" fmla="*/ 3 h 31"/>
                  <a:gd name="T24" fmla="*/ 13 w 21"/>
                  <a:gd name="T25" fmla="*/ 3 h 31"/>
                  <a:gd name="T26" fmla="*/ 13 w 21"/>
                  <a:gd name="T27" fmla="*/ 3 h 31"/>
                  <a:gd name="T28" fmla="*/ 16 w 21"/>
                  <a:gd name="T29" fmla="*/ 1 h 31"/>
                  <a:gd name="T30" fmla="*/ 16 w 21"/>
                  <a:gd name="T31" fmla="*/ 0 h 31"/>
                  <a:gd name="T32" fmla="*/ 15 w 21"/>
                  <a:gd name="T33" fmla="*/ 0 h 31"/>
                  <a:gd name="T34" fmla="*/ 15 w 21"/>
                  <a:gd name="T35" fmla="*/ 0 h 31"/>
                  <a:gd name="T36" fmla="*/ 12 w 21"/>
                  <a:gd name="T37" fmla="*/ 2 h 31"/>
                  <a:gd name="T38" fmla="*/ 12 w 21"/>
                  <a:gd name="T39" fmla="*/ 3 h 31"/>
                  <a:gd name="T40" fmla="*/ 11 w 21"/>
                  <a:gd name="T41" fmla="*/ 3 h 31"/>
                  <a:gd name="T42" fmla="*/ 11 w 21"/>
                  <a:gd name="T43" fmla="*/ 2 h 31"/>
                  <a:gd name="T44" fmla="*/ 11 w 21"/>
                  <a:gd name="T45" fmla="*/ 2 h 31"/>
                  <a:gd name="T46" fmla="*/ 11 w 21"/>
                  <a:gd name="T47" fmla="*/ 1 h 31"/>
                  <a:gd name="T48" fmla="*/ 11 w 21"/>
                  <a:gd name="T49" fmla="*/ 0 h 31"/>
                  <a:gd name="T50" fmla="*/ 11 w 21"/>
                  <a:gd name="T51" fmla="*/ 0 h 31"/>
                  <a:gd name="T52" fmla="*/ 11 w 21"/>
                  <a:gd name="T53" fmla="*/ 0 h 31"/>
                  <a:gd name="T54" fmla="*/ 11 w 21"/>
                  <a:gd name="T55" fmla="*/ 0 h 31"/>
                  <a:gd name="T56" fmla="*/ 10 w 21"/>
                  <a:gd name="T57" fmla="*/ 2 h 31"/>
                  <a:gd name="T58" fmla="*/ 9 w 21"/>
                  <a:gd name="T59" fmla="*/ 2 h 31"/>
                  <a:gd name="T60" fmla="*/ 9 w 21"/>
                  <a:gd name="T61" fmla="*/ 2 h 31"/>
                  <a:gd name="T62" fmla="*/ 9 w 21"/>
                  <a:gd name="T63" fmla="*/ 2 h 31"/>
                  <a:gd name="T64" fmla="*/ 8 w 21"/>
                  <a:gd name="T65" fmla="*/ 3 h 31"/>
                  <a:gd name="T66" fmla="*/ 8 w 21"/>
                  <a:gd name="T67" fmla="*/ 3 h 31"/>
                  <a:gd name="T68" fmla="*/ 7 w 21"/>
                  <a:gd name="T69" fmla="*/ 3 h 31"/>
                  <a:gd name="T70" fmla="*/ 7 w 21"/>
                  <a:gd name="T71" fmla="*/ 3 h 31"/>
                  <a:gd name="T72" fmla="*/ 7 w 21"/>
                  <a:gd name="T73" fmla="*/ 3 h 31"/>
                  <a:gd name="T74" fmla="*/ 6 w 21"/>
                  <a:gd name="T75" fmla="*/ 3 h 31"/>
                  <a:gd name="T76" fmla="*/ 7 w 21"/>
                  <a:gd name="T77" fmla="*/ 4 h 31"/>
                  <a:gd name="T78" fmla="*/ 1 w 21"/>
                  <a:gd name="T79" fmla="*/ 12 h 31"/>
                  <a:gd name="T80" fmla="*/ 8 w 21"/>
                  <a:gd name="T81" fmla="*/ 30 h 31"/>
                  <a:gd name="T82" fmla="*/ 20 w 21"/>
                  <a:gd name="T83" fmla="*/ 15 h 31"/>
                  <a:gd name="T84" fmla="*/ 16 w 21"/>
                  <a:gd name="T85" fmla="*/ 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31">
                    <a:moveTo>
                      <a:pt x="16" y="5"/>
                    </a:moveTo>
                    <a:cubicBezTo>
                      <a:pt x="16" y="5"/>
                      <a:pt x="16" y="5"/>
                      <a:pt x="16" y="5"/>
                    </a:cubicBezTo>
                    <a:cubicBezTo>
                      <a:pt x="16" y="5"/>
                      <a:pt x="16" y="5"/>
                      <a:pt x="16" y="5"/>
                    </a:cubicBezTo>
                    <a:cubicBezTo>
                      <a:pt x="16" y="5"/>
                      <a:pt x="16" y="5"/>
                      <a:pt x="16" y="5"/>
                    </a:cubicBezTo>
                    <a:cubicBezTo>
                      <a:pt x="15" y="5"/>
                      <a:pt x="15" y="4"/>
                      <a:pt x="15" y="4"/>
                    </a:cubicBezTo>
                    <a:cubicBezTo>
                      <a:pt x="15" y="4"/>
                      <a:pt x="16" y="4"/>
                      <a:pt x="16" y="4"/>
                    </a:cubicBezTo>
                    <a:cubicBezTo>
                      <a:pt x="16" y="4"/>
                      <a:pt x="16" y="4"/>
                      <a:pt x="16" y="4"/>
                    </a:cubicBezTo>
                    <a:cubicBezTo>
                      <a:pt x="16" y="4"/>
                      <a:pt x="16" y="3"/>
                      <a:pt x="16" y="4"/>
                    </a:cubicBezTo>
                    <a:cubicBezTo>
                      <a:pt x="15" y="4"/>
                      <a:pt x="15" y="4"/>
                      <a:pt x="15" y="4"/>
                    </a:cubicBezTo>
                    <a:cubicBezTo>
                      <a:pt x="14" y="4"/>
                      <a:pt x="14" y="4"/>
                      <a:pt x="14" y="4"/>
                    </a:cubicBezTo>
                    <a:cubicBezTo>
                      <a:pt x="14" y="4"/>
                      <a:pt x="14" y="4"/>
                      <a:pt x="14" y="4"/>
                    </a:cubicBezTo>
                    <a:cubicBezTo>
                      <a:pt x="13" y="4"/>
                      <a:pt x="13" y="4"/>
                      <a:pt x="13" y="3"/>
                    </a:cubicBezTo>
                    <a:cubicBezTo>
                      <a:pt x="13" y="3"/>
                      <a:pt x="13" y="3"/>
                      <a:pt x="13" y="3"/>
                    </a:cubicBezTo>
                    <a:cubicBezTo>
                      <a:pt x="13" y="3"/>
                      <a:pt x="13" y="3"/>
                      <a:pt x="13" y="3"/>
                    </a:cubicBezTo>
                    <a:cubicBezTo>
                      <a:pt x="14" y="2"/>
                      <a:pt x="15" y="2"/>
                      <a:pt x="16" y="1"/>
                    </a:cubicBezTo>
                    <a:cubicBezTo>
                      <a:pt x="16" y="1"/>
                      <a:pt x="16" y="1"/>
                      <a:pt x="16" y="0"/>
                    </a:cubicBezTo>
                    <a:cubicBezTo>
                      <a:pt x="16" y="0"/>
                      <a:pt x="15" y="0"/>
                      <a:pt x="15" y="0"/>
                    </a:cubicBezTo>
                    <a:cubicBezTo>
                      <a:pt x="15" y="0"/>
                      <a:pt x="15" y="0"/>
                      <a:pt x="15" y="0"/>
                    </a:cubicBezTo>
                    <a:cubicBezTo>
                      <a:pt x="14" y="1"/>
                      <a:pt x="13" y="2"/>
                      <a:pt x="12" y="2"/>
                    </a:cubicBezTo>
                    <a:cubicBezTo>
                      <a:pt x="12" y="3"/>
                      <a:pt x="12" y="3"/>
                      <a:pt x="12" y="3"/>
                    </a:cubicBezTo>
                    <a:cubicBezTo>
                      <a:pt x="12" y="3"/>
                      <a:pt x="11" y="3"/>
                      <a:pt x="11" y="3"/>
                    </a:cubicBezTo>
                    <a:cubicBezTo>
                      <a:pt x="11" y="3"/>
                      <a:pt x="11" y="2"/>
                      <a:pt x="11" y="2"/>
                    </a:cubicBezTo>
                    <a:cubicBezTo>
                      <a:pt x="11" y="2"/>
                      <a:pt x="11" y="2"/>
                      <a:pt x="11" y="2"/>
                    </a:cubicBezTo>
                    <a:cubicBezTo>
                      <a:pt x="11" y="2"/>
                      <a:pt x="11" y="2"/>
                      <a:pt x="11" y="1"/>
                    </a:cubicBezTo>
                    <a:cubicBezTo>
                      <a:pt x="11" y="0"/>
                      <a:pt x="11" y="0"/>
                      <a:pt x="11" y="0"/>
                    </a:cubicBezTo>
                    <a:cubicBezTo>
                      <a:pt x="11" y="0"/>
                      <a:pt x="11" y="0"/>
                      <a:pt x="11" y="0"/>
                    </a:cubicBezTo>
                    <a:cubicBezTo>
                      <a:pt x="11" y="0"/>
                      <a:pt x="11" y="0"/>
                      <a:pt x="11" y="0"/>
                    </a:cubicBezTo>
                    <a:cubicBezTo>
                      <a:pt x="11" y="0"/>
                      <a:pt x="11" y="0"/>
                      <a:pt x="11" y="0"/>
                    </a:cubicBezTo>
                    <a:cubicBezTo>
                      <a:pt x="11" y="1"/>
                      <a:pt x="10" y="1"/>
                      <a:pt x="10" y="2"/>
                    </a:cubicBezTo>
                    <a:cubicBezTo>
                      <a:pt x="10" y="2"/>
                      <a:pt x="10" y="2"/>
                      <a:pt x="9" y="2"/>
                    </a:cubicBezTo>
                    <a:cubicBezTo>
                      <a:pt x="9" y="2"/>
                      <a:pt x="9" y="2"/>
                      <a:pt x="9" y="2"/>
                    </a:cubicBezTo>
                    <a:cubicBezTo>
                      <a:pt x="9" y="2"/>
                      <a:pt x="9" y="2"/>
                      <a:pt x="9" y="2"/>
                    </a:cubicBezTo>
                    <a:cubicBezTo>
                      <a:pt x="9" y="2"/>
                      <a:pt x="8" y="2"/>
                      <a:pt x="8" y="3"/>
                    </a:cubicBezTo>
                    <a:cubicBezTo>
                      <a:pt x="8" y="3"/>
                      <a:pt x="8" y="3"/>
                      <a:pt x="8" y="3"/>
                    </a:cubicBezTo>
                    <a:cubicBezTo>
                      <a:pt x="8" y="3"/>
                      <a:pt x="7" y="3"/>
                      <a:pt x="7" y="3"/>
                    </a:cubicBezTo>
                    <a:cubicBezTo>
                      <a:pt x="7" y="3"/>
                      <a:pt x="7" y="3"/>
                      <a:pt x="7" y="3"/>
                    </a:cubicBezTo>
                    <a:cubicBezTo>
                      <a:pt x="7" y="3"/>
                      <a:pt x="7" y="3"/>
                      <a:pt x="7" y="3"/>
                    </a:cubicBezTo>
                    <a:cubicBezTo>
                      <a:pt x="7" y="3"/>
                      <a:pt x="6" y="3"/>
                      <a:pt x="6" y="3"/>
                    </a:cubicBezTo>
                    <a:cubicBezTo>
                      <a:pt x="6" y="4"/>
                      <a:pt x="6" y="4"/>
                      <a:pt x="7" y="4"/>
                    </a:cubicBezTo>
                    <a:cubicBezTo>
                      <a:pt x="4" y="6"/>
                      <a:pt x="2" y="8"/>
                      <a:pt x="1" y="12"/>
                    </a:cubicBezTo>
                    <a:cubicBezTo>
                      <a:pt x="0" y="17"/>
                      <a:pt x="3" y="29"/>
                      <a:pt x="8" y="30"/>
                    </a:cubicBezTo>
                    <a:cubicBezTo>
                      <a:pt x="13" y="31"/>
                      <a:pt x="19" y="20"/>
                      <a:pt x="20" y="15"/>
                    </a:cubicBezTo>
                    <a:cubicBezTo>
                      <a:pt x="21" y="11"/>
                      <a:pt x="19" y="7"/>
                      <a:pt x="16"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 name="Freeform 373"/>
              <p:cNvSpPr>
                <a:spLocks/>
              </p:cNvSpPr>
              <p:nvPr/>
            </p:nvSpPr>
            <p:spPr bwMode="auto">
              <a:xfrm>
                <a:off x="1830" y="1451"/>
                <a:ext cx="28" cy="41"/>
              </a:xfrm>
              <a:custGeom>
                <a:avLst/>
                <a:gdLst>
                  <a:gd name="T0" fmla="*/ 16 w 21"/>
                  <a:gd name="T1" fmla="*/ 5 h 31"/>
                  <a:gd name="T2" fmla="*/ 16 w 21"/>
                  <a:gd name="T3" fmla="*/ 5 h 31"/>
                  <a:gd name="T4" fmla="*/ 15 w 21"/>
                  <a:gd name="T5" fmla="*/ 5 h 31"/>
                  <a:gd name="T6" fmla="*/ 15 w 21"/>
                  <a:gd name="T7" fmla="*/ 5 h 31"/>
                  <a:gd name="T8" fmla="*/ 15 w 21"/>
                  <a:gd name="T9" fmla="*/ 5 h 31"/>
                  <a:gd name="T10" fmla="*/ 16 w 21"/>
                  <a:gd name="T11" fmla="*/ 4 h 31"/>
                  <a:gd name="T12" fmla="*/ 16 w 21"/>
                  <a:gd name="T13" fmla="*/ 4 h 31"/>
                  <a:gd name="T14" fmla="*/ 16 w 21"/>
                  <a:gd name="T15" fmla="*/ 4 h 31"/>
                  <a:gd name="T16" fmla="*/ 15 w 21"/>
                  <a:gd name="T17" fmla="*/ 4 h 31"/>
                  <a:gd name="T18" fmla="*/ 14 w 21"/>
                  <a:gd name="T19" fmla="*/ 4 h 31"/>
                  <a:gd name="T20" fmla="*/ 13 w 21"/>
                  <a:gd name="T21" fmla="*/ 4 h 31"/>
                  <a:gd name="T22" fmla="*/ 13 w 21"/>
                  <a:gd name="T23" fmla="*/ 3 h 31"/>
                  <a:gd name="T24" fmla="*/ 13 w 21"/>
                  <a:gd name="T25" fmla="*/ 3 h 31"/>
                  <a:gd name="T26" fmla="*/ 13 w 21"/>
                  <a:gd name="T27" fmla="*/ 3 h 31"/>
                  <a:gd name="T28" fmla="*/ 15 w 21"/>
                  <a:gd name="T29" fmla="*/ 1 h 31"/>
                  <a:gd name="T30" fmla="*/ 15 w 21"/>
                  <a:gd name="T31" fmla="*/ 1 h 31"/>
                  <a:gd name="T32" fmla="*/ 15 w 21"/>
                  <a:gd name="T33" fmla="*/ 0 h 31"/>
                  <a:gd name="T34" fmla="*/ 15 w 21"/>
                  <a:gd name="T35" fmla="*/ 0 h 31"/>
                  <a:gd name="T36" fmla="*/ 12 w 21"/>
                  <a:gd name="T37" fmla="*/ 2 h 31"/>
                  <a:gd name="T38" fmla="*/ 11 w 21"/>
                  <a:gd name="T39" fmla="*/ 3 h 31"/>
                  <a:gd name="T40" fmla="*/ 11 w 21"/>
                  <a:gd name="T41" fmla="*/ 3 h 31"/>
                  <a:gd name="T42" fmla="*/ 11 w 21"/>
                  <a:gd name="T43" fmla="*/ 2 h 31"/>
                  <a:gd name="T44" fmla="*/ 10 w 21"/>
                  <a:gd name="T45" fmla="*/ 2 h 31"/>
                  <a:gd name="T46" fmla="*/ 11 w 21"/>
                  <a:gd name="T47" fmla="*/ 1 h 31"/>
                  <a:gd name="T48" fmla="*/ 11 w 21"/>
                  <a:gd name="T49" fmla="*/ 0 h 31"/>
                  <a:gd name="T50" fmla="*/ 11 w 21"/>
                  <a:gd name="T51" fmla="*/ 0 h 31"/>
                  <a:gd name="T52" fmla="*/ 11 w 21"/>
                  <a:gd name="T53" fmla="*/ 0 h 31"/>
                  <a:gd name="T54" fmla="*/ 11 w 21"/>
                  <a:gd name="T55" fmla="*/ 0 h 31"/>
                  <a:gd name="T56" fmla="*/ 10 w 21"/>
                  <a:gd name="T57" fmla="*/ 2 h 31"/>
                  <a:gd name="T58" fmla="*/ 9 w 21"/>
                  <a:gd name="T59" fmla="*/ 2 h 31"/>
                  <a:gd name="T60" fmla="*/ 9 w 21"/>
                  <a:gd name="T61" fmla="*/ 2 h 31"/>
                  <a:gd name="T62" fmla="*/ 9 w 21"/>
                  <a:gd name="T63" fmla="*/ 2 h 31"/>
                  <a:gd name="T64" fmla="*/ 8 w 21"/>
                  <a:gd name="T65" fmla="*/ 3 h 31"/>
                  <a:gd name="T66" fmla="*/ 7 w 21"/>
                  <a:gd name="T67" fmla="*/ 3 h 31"/>
                  <a:gd name="T68" fmla="*/ 7 w 21"/>
                  <a:gd name="T69" fmla="*/ 3 h 31"/>
                  <a:gd name="T70" fmla="*/ 7 w 21"/>
                  <a:gd name="T71" fmla="*/ 3 h 31"/>
                  <a:gd name="T72" fmla="*/ 7 w 21"/>
                  <a:gd name="T73" fmla="*/ 3 h 31"/>
                  <a:gd name="T74" fmla="*/ 6 w 21"/>
                  <a:gd name="T75" fmla="*/ 3 h 31"/>
                  <a:gd name="T76" fmla="*/ 7 w 21"/>
                  <a:gd name="T77" fmla="*/ 4 h 31"/>
                  <a:gd name="T78" fmla="*/ 1 w 21"/>
                  <a:gd name="T79" fmla="*/ 12 h 31"/>
                  <a:gd name="T80" fmla="*/ 8 w 21"/>
                  <a:gd name="T81" fmla="*/ 30 h 31"/>
                  <a:gd name="T82" fmla="*/ 20 w 21"/>
                  <a:gd name="T83" fmla="*/ 15 h 31"/>
                  <a:gd name="T84" fmla="*/ 16 w 21"/>
                  <a:gd name="T85" fmla="*/ 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31">
                    <a:moveTo>
                      <a:pt x="16" y="5"/>
                    </a:moveTo>
                    <a:cubicBezTo>
                      <a:pt x="16" y="5"/>
                      <a:pt x="16" y="5"/>
                      <a:pt x="16" y="5"/>
                    </a:cubicBezTo>
                    <a:cubicBezTo>
                      <a:pt x="15" y="5"/>
                      <a:pt x="15" y="5"/>
                      <a:pt x="15" y="5"/>
                    </a:cubicBezTo>
                    <a:cubicBezTo>
                      <a:pt x="15" y="5"/>
                      <a:pt x="15" y="5"/>
                      <a:pt x="15" y="5"/>
                    </a:cubicBezTo>
                    <a:cubicBezTo>
                      <a:pt x="15" y="5"/>
                      <a:pt x="15" y="5"/>
                      <a:pt x="15" y="5"/>
                    </a:cubicBezTo>
                    <a:cubicBezTo>
                      <a:pt x="15" y="4"/>
                      <a:pt x="15" y="4"/>
                      <a:pt x="16" y="4"/>
                    </a:cubicBezTo>
                    <a:cubicBezTo>
                      <a:pt x="16" y="4"/>
                      <a:pt x="16" y="4"/>
                      <a:pt x="16" y="4"/>
                    </a:cubicBezTo>
                    <a:cubicBezTo>
                      <a:pt x="16" y="4"/>
                      <a:pt x="16" y="4"/>
                      <a:pt x="16" y="4"/>
                    </a:cubicBezTo>
                    <a:cubicBezTo>
                      <a:pt x="15" y="4"/>
                      <a:pt x="15" y="4"/>
                      <a:pt x="15" y="4"/>
                    </a:cubicBezTo>
                    <a:cubicBezTo>
                      <a:pt x="14" y="4"/>
                      <a:pt x="14" y="4"/>
                      <a:pt x="14" y="4"/>
                    </a:cubicBezTo>
                    <a:cubicBezTo>
                      <a:pt x="14" y="4"/>
                      <a:pt x="13" y="4"/>
                      <a:pt x="13" y="4"/>
                    </a:cubicBezTo>
                    <a:cubicBezTo>
                      <a:pt x="13" y="4"/>
                      <a:pt x="13" y="4"/>
                      <a:pt x="13" y="3"/>
                    </a:cubicBezTo>
                    <a:cubicBezTo>
                      <a:pt x="13" y="3"/>
                      <a:pt x="13" y="3"/>
                      <a:pt x="13" y="3"/>
                    </a:cubicBezTo>
                    <a:cubicBezTo>
                      <a:pt x="13" y="3"/>
                      <a:pt x="13" y="3"/>
                      <a:pt x="13" y="3"/>
                    </a:cubicBezTo>
                    <a:cubicBezTo>
                      <a:pt x="14" y="3"/>
                      <a:pt x="14" y="2"/>
                      <a:pt x="15" y="1"/>
                    </a:cubicBezTo>
                    <a:cubicBezTo>
                      <a:pt x="16" y="1"/>
                      <a:pt x="16" y="1"/>
                      <a:pt x="15" y="1"/>
                    </a:cubicBezTo>
                    <a:cubicBezTo>
                      <a:pt x="15" y="0"/>
                      <a:pt x="15" y="0"/>
                      <a:pt x="15" y="0"/>
                    </a:cubicBezTo>
                    <a:cubicBezTo>
                      <a:pt x="15" y="0"/>
                      <a:pt x="15" y="0"/>
                      <a:pt x="15" y="0"/>
                    </a:cubicBezTo>
                    <a:cubicBezTo>
                      <a:pt x="14" y="1"/>
                      <a:pt x="13" y="2"/>
                      <a:pt x="12" y="2"/>
                    </a:cubicBezTo>
                    <a:cubicBezTo>
                      <a:pt x="11" y="3"/>
                      <a:pt x="11" y="3"/>
                      <a:pt x="11" y="3"/>
                    </a:cubicBezTo>
                    <a:cubicBezTo>
                      <a:pt x="11" y="3"/>
                      <a:pt x="11" y="3"/>
                      <a:pt x="11" y="3"/>
                    </a:cubicBezTo>
                    <a:cubicBezTo>
                      <a:pt x="11" y="3"/>
                      <a:pt x="11" y="3"/>
                      <a:pt x="11" y="2"/>
                    </a:cubicBezTo>
                    <a:cubicBezTo>
                      <a:pt x="11" y="2"/>
                      <a:pt x="11" y="2"/>
                      <a:pt x="10" y="2"/>
                    </a:cubicBezTo>
                    <a:cubicBezTo>
                      <a:pt x="11" y="2"/>
                      <a:pt x="11" y="2"/>
                      <a:pt x="11" y="1"/>
                    </a:cubicBezTo>
                    <a:cubicBezTo>
                      <a:pt x="11" y="0"/>
                      <a:pt x="11" y="0"/>
                      <a:pt x="11" y="0"/>
                    </a:cubicBezTo>
                    <a:cubicBezTo>
                      <a:pt x="11" y="0"/>
                      <a:pt x="11" y="0"/>
                      <a:pt x="11" y="0"/>
                    </a:cubicBezTo>
                    <a:cubicBezTo>
                      <a:pt x="11" y="0"/>
                      <a:pt x="11" y="0"/>
                      <a:pt x="11" y="0"/>
                    </a:cubicBezTo>
                    <a:cubicBezTo>
                      <a:pt x="11" y="0"/>
                      <a:pt x="11" y="0"/>
                      <a:pt x="11" y="0"/>
                    </a:cubicBezTo>
                    <a:cubicBezTo>
                      <a:pt x="10" y="1"/>
                      <a:pt x="10" y="1"/>
                      <a:pt x="10" y="2"/>
                    </a:cubicBezTo>
                    <a:cubicBezTo>
                      <a:pt x="10" y="2"/>
                      <a:pt x="9" y="2"/>
                      <a:pt x="9" y="2"/>
                    </a:cubicBezTo>
                    <a:cubicBezTo>
                      <a:pt x="9" y="2"/>
                      <a:pt x="9" y="2"/>
                      <a:pt x="9" y="2"/>
                    </a:cubicBezTo>
                    <a:cubicBezTo>
                      <a:pt x="9" y="2"/>
                      <a:pt x="9" y="2"/>
                      <a:pt x="9" y="2"/>
                    </a:cubicBezTo>
                    <a:cubicBezTo>
                      <a:pt x="8" y="2"/>
                      <a:pt x="8" y="3"/>
                      <a:pt x="8" y="3"/>
                    </a:cubicBezTo>
                    <a:cubicBezTo>
                      <a:pt x="7" y="3"/>
                      <a:pt x="7" y="3"/>
                      <a:pt x="7" y="3"/>
                    </a:cubicBezTo>
                    <a:cubicBezTo>
                      <a:pt x="7" y="3"/>
                      <a:pt x="7" y="3"/>
                      <a:pt x="7" y="3"/>
                    </a:cubicBezTo>
                    <a:cubicBezTo>
                      <a:pt x="7" y="3"/>
                      <a:pt x="7" y="3"/>
                      <a:pt x="7" y="3"/>
                    </a:cubicBezTo>
                    <a:cubicBezTo>
                      <a:pt x="7" y="3"/>
                      <a:pt x="7" y="3"/>
                      <a:pt x="7" y="3"/>
                    </a:cubicBezTo>
                    <a:cubicBezTo>
                      <a:pt x="7" y="3"/>
                      <a:pt x="6" y="3"/>
                      <a:pt x="6" y="3"/>
                    </a:cubicBezTo>
                    <a:cubicBezTo>
                      <a:pt x="6" y="4"/>
                      <a:pt x="6" y="4"/>
                      <a:pt x="7" y="4"/>
                    </a:cubicBezTo>
                    <a:cubicBezTo>
                      <a:pt x="4" y="6"/>
                      <a:pt x="2" y="8"/>
                      <a:pt x="1" y="12"/>
                    </a:cubicBezTo>
                    <a:cubicBezTo>
                      <a:pt x="0" y="17"/>
                      <a:pt x="3" y="29"/>
                      <a:pt x="8" y="30"/>
                    </a:cubicBezTo>
                    <a:cubicBezTo>
                      <a:pt x="13" y="31"/>
                      <a:pt x="19" y="20"/>
                      <a:pt x="20" y="15"/>
                    </a:cubicBezTo>
                    <a:cubicBezTo>
                      <a:pt x="21" y="11"/>
                      <a:pt x="19" y="7"/>
                      <a:pt x="16"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 name="Freeform 374"/>
              <p:cNvSpPr>
                <a:spLocks/>
              </p:cNvSpPr>
              <p:nvPr/>
            </p:nvSpPr>
            <p:spPr bwMode="auto">
              <a:xfrm>
                <a:off x="1830" y="1404"/>
                <a:ext cx="28" cy="41"/>
              </a:xfrm>
              <a:custGeom>
                <a:avLst/>
                <a:gdLst>
                  <a:gd name="T0" fmla="*/ 16 w 21"/>
                  <a:gd name="T1" fmla="*/ 5 h 31"/>
                  <a:gd name="T2" fmla="*/ 16 w 21"/>
                  <a:gd name="T3" fmla="*/ 5 h 31"/>
                  <a:gd name="T4" fmla="*/ 15 w 21"/>
                  <a:gd name="T5" fmla="*/ 5 h 31"/>
                  <a:gd name="T6" fmla="*/ 15 w 21"/>
                  <a:gd name="T7" fmla="*/ 5 h 31"/>
                  <a:gd name="T8" fmla="*/ 15 w 21"/>
                  <a:gd name="T9" fmla="*/ 4 h 31"/>
                  <a:gd name="T10" fmla="*/ 16 w 21"/>
                  <a:gd name="T11" fmla="*/ 4 h 31"/>
                  <a:gd name="T12" fmla="*/ 16 w 21"/>
                  <a:gd name="T13" fmla="*/ 4 h 31"/>
                  <a:gd name="T14" fmla="*/ 16 w 21"/>
                  <a:gd name="T15" fmla="*/ 4 h 31"/>
                  <a:gd name="T16" fmla="*/ 15 w 21"/>
                  <a:gd name="T17" fmla="*/ 4 h 31"/>
                  <a:gd name="T18" fmla="*/ 14 w 21"/>
                  <a:gd name="T19" fmla="*/ 4 h 31"/>
                  <a:gd name="T20" fmla="*/ 13 w 21"/>
                  <a:gd name="T21" fmla="*/ 4 h 31"/>
                  <a:gd name="T22" fmla="*/ 13 w 21"/>
                  <a:gd name="T23" fmla="*/ 3 h 31"/>
                  <a:gd name="T24" fmla="*/ 13 w 21"/>
                  <a:gd name="T25" fmla="*/ 3 h 31"/>
                  <a:gd name="T26" fmla="*/ 13 w 21"/>
                  <a:gd name="T27" fmla="*/ 3 h 31"/>
                  <a:gd name="T28" fmla="*/ 15 w 21"/>
                  <a:gd name="T29" fmla="*/ 1 h 31"/>
                  <a:gd name="T30" fmla="*/ 15 w 21"/>
                  <a:gd name="T31" fmla="*/ 0 h 31"/>
                  <a:gd name="T32" fmla="*/ 15 w 21"/>
                  <a:gd name="T33" fmla="*/ 0 h 31"/>
                  <a:gd name="T34" fmla="*/ 15 w 21"/>
                  <a:gd name="T35" fmla="*/ 0 h 31"/>
                  <a:gd name="T36" fmla="*/ 12 w 21"/>
                  <a:gd name="T37" fmla="*/ 2 h 31"/>
                  <a:gd name="T38" fmla="*/ 11 w 21"/>
                  <a:gd name="T39" fmla="*/ 3 h 31"/>
                  <a:gd name="T40" fmla="*/ 11 w 21"/>
                  <a:gd name="T41" fmla="*/ 3 h 31"/>
                  <a:gd name="T42" fmla="*/ 11 w 21"/>
                  <a:gd name="T43" fmla="*/ 2 h 31"/>
                  <a:gd name="T44" fmla="*/ 10 w 21"/>
                  <a:gd name="T45" fmla="*/ 2 h 31"/>
                  <a:gd name="T46" fmla="*/ 11 w 21"/>
                  <a:gd name="T47" fmla="*/ 1 h 31"/>
                  <a:gd name="T48" fmla="*/ 11 w 21"/>
                  <a:gd name="T49" fmla="*/ 0 h 31"/>
                  <a:gd name="T50" fmla="*/ 11 w 21"/>
                  <a:gd name="T51" fmla="*/ 0 h 31"/>
                  <a:gd name="T52" fmla="*/ 11 w 21"/>
                  <a:gd name="T53" fmla="*/ 0 h 31"/>
                  <a:gd name="T54" fmla="*/ 11 w 21"/>
                  <a:gd name="T55" fmla="*/ 0 h 31"/>
                  <a:gd name="T56" fmla="*/ 10 w 21"/>
                  <a:gd name="T57" fmla="*/ 2 h 31"/>
                  <a:gd name="T58" fmla="*/ 9 w 21"/>
                  <a:gd name="T59" fmla="*/ 2 h 31"/>
                  <a:gd name="T60" fmla="*/ 9 w 21"/>
                  <a:gd name="T61" fmla="*/ 2 h 31"/>
                  <a:gd name="T62" fmla="*/ 9 w 21"/>
                  <a:gd name="T63" fmla="*/ 2 h 31"/>
                  <a:gd name="T64" fmla="*/ 8 w 21"/>
                  <a:gd name="T65" fmla="*/ 3 h 31"/>
                  <a:gd name="T66" fmla="*/ 7 w 21"/>
                  <a:gd name="T67" fmla="*/ 3 h 31"/>
                  <a:gd name="T68" fmla="*/ 7 w 21"/>
                  <a:gd name="T69" fmla="*/ 3 h 31"/>
                  <a:gd name="T70" fmla="*/ 7 w 21"/>
                  <a:gd name="T71" fmla="*/ 3 h 31"/>
                  <a:gd name="T72" fmla="*/ 7 w 21"/>
                  <a:gd name="T73" fmla="*/ 3 h 31"/>
                  <a:gd name="T74" fmla="*/ 6 w 21"/>
                  <a:gd name="T75" fmla="*/ 3 h 31"/>
                  <a:gd name="T76" fmla="*/ 7 w 21"/>
                  <a:gd name="T77" fmla="*/ 4 h 31"/>
                  <a:gd name="T78" fmla="*/ 1 w 21"/>
                  <a:gd name="T79" fmla="*/ 12 h 31"/>
                  <a:gd name="T80" fmla="*/ 8 w 21"/>
                  <a:gd name="T81" fmla="*/ 30 h 31"/>
                  <a:gd name="T82" fmla="*/ 20 w 21"/>
                  <a:gd name="T83" fmla="*/ 15 h 31"/>
                  <a:gd name="T84" fmla="*/ 16 w 21"/>
                  <a:gd name="T85" fmla="*/ 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31">
                    <a:moveTo>
                      <a:pt x="16" y="5"/>
                    </a:moveTo>
                    <a:cubicBezTo>
                      <a:pt x="16" y="5"/>
                      <a:pt x="16" y="5"/>
                      <a:pt x="16" y="5"/>
                    </a:cubicBezTo>
                    <a:cubicBezTo>
                      <a:pt x="15" y="5"/>
                      <a:pt x="15" y="5"/>
                      <a:pt x="15" y="5"/>
                    </a:cubicBezTo>
                    <a:cubicBezTo>
                      <a:pt x="15" y="5"/>
                      <a:pt x="15" y="5"/>
                      <a:pt x="15" y="5"/>
                    </a:cubicBezTo>
                    <a:cubicBezTo>
                      <a:pt x="15" y="5"/>
                      <a:pt x="15" y="4"/>
                      <a:pt x="15" y="4"/>
                    </a:cubicBezTo>
                    <a:cubicBezTo>
                      <a:pt x="15" y="4"/>
                      <a:pt x="15" y="4"/>
                      <a:pt x="16" y="4"/>
                    </a:cubicBezTo>
                    <a:cubicBezTo>
                      <a:pt x="16" y="4"/>
                      <a:pt x="16" y="4"/>
                      <a:pt x="16" y="4"/>
                    </a:cubicBezTo>
                    <a:cubicBezTo>
                      <a:pt x="16" y="4"/>
                      <a:pt x="16" y="3"/>
                      <a:pt x="16" y="4"/>
                    </a:cubicBezTo>
                    <a:cubicBezTo>
                      <a:pt x="15" y="4"/>
                      <a:pt x="15" y="4"/>
                      <a:pt x="15" y="4"/>
                    </a:cubicBezTo>
                    <a:cubicBezTo>
                      <a:pt x="14" y="4"/>
                      <a:pt x="14" y="4"/>
                      <a:pt x="14" y="4"/>
                    </a:cubicBezTo>
                    <a:cubicBezTo>
                      <a:pt x="14" y="4"/>
                      <a:pt x="13" y="4"/>
                      <a:pt x="13" y="4"/>
                    </a:cubicBezTo>
                    <a:cubicBezTo>
                      <a:pt x="13" y="4"/>
                      <a:pt x="13" y="4"/>
                      <a:pt x="13" y="3"/>
                    </a:cubicBezTo>
                    <a:cubicBezTo>
                      <a:pt x="13" y="3"/>
                      <a:pt x="13" y="3"/>
                      <a:pt x="13" y="3"/>
                    </a:cubicBezTo>
                    <a:cubicBezTo>
                      <a:pt x="13" y="3"/>
                      <a:pt x="13" y="3"/>
                      <a:pt x="13" y="3"/>
                    </a:cubicBezTo>
                    <a:cubicBezTo>
                      <a:pt x="14" y="2"/>
                      <a:pt x="14" y="2"/>
                      <a:pt x="15" y="1"/>
                    </a:cubicBezTo>
                    <a:cubicBezTo>
                      <a:pt x="16" y="1"/>
                      <a:pt x="16" y="1"/>
                      <a:pt x="15" y="0"/>
                    </a:cubicBezTo>
                    <a:cubicBezTo>
                      <a:pt x="15" y="0"/>
                      <a:pt x="15" y="0"/>
                      <a:pt x="15" y="0"/>
                    </a:cubicBezTo>
                    <a:cubicBezTo>
                      <a:pt x="15" y="0"/>
                      <a:pt x="15" y="0"/>
                      <a:pt x="15" y="0"/>
                    </a:cubicBezTo>
                    <a:cubicBezTo>
                      <a:pt x="14" y="1"/>
                      <a:pt x="13" y="2"/>
                      <a:pt x="12" y="2"/>
                    </a:cubicBezTo>
                    <a:cubicBezTo>
                      <a:pt x="11" y="3"/>
                      <a:pt x="11" y="3"/>
                      <a:pt x="11" y="3"/>
                    </a:cubicBezTo>
                    <a:cubicBezTo>
                      <a:pt x="11" y="3"/>
                      <a:pt x="11" y="3"/>
                      <a:pt x="11" y="3"/>
                    </a:cubicBezTo>
                    <a:cubicBezTo>
                      <a:pt x="11" y="3"/>
                      <a:pt x="11" y="2"/>
                      <a:pt x="11" y="2"/>
                    </a:cubicBezTo>
                    <a:cubicBezTo>
                      <a:pt x="11" y="2"/>
                      <a:pt x="11" y="2"/>
                      <a:pt x="10" y="2"/>
                    </a:cubicBezTo>
                    <a:cubicBezTo>
                      <a:pt x="11" y="2"/>
                      <a:pt x="11" y="2"/>
                      <a:pt x="11" y="1"/>
                    </a:cubicBezTo>
                    <a:cubicBezTo>
                      <a:pt x="11" y="0"/>
                      <a:pt x="11" y="0"/>
                      <a:pt x="11" y="0"/>
                    </a:cubicBezTo>
                    <a:cubicBezTo>
                      <a:pt x="11" y="0"/>
                      <a:pt x="11" y="0"/>
                      <a:pt x="11" y="0"/>
                    </a:cubicBezTo>
                    <a:cubicBezTo>
                      <a:pt x="11" y="0"/>
                      <a:pt x="11" y="0"/>
                      <a:pt x="11" y="0"/>
                    </a:cubicBezTo>
                    <a:cubicBezTo>
                      <a:pt x="11" y="0"/>
                      <a:pt x="11" y="0"/>
                      <a:pt x="11" y="0"/>
                    </a:cubicBezTo>
                    <a:cubicBezTo>
                      <a:pt x="10" y="1"/>
                      <a:pt x="10" y="1"/>
                      <a:pt x="10" y="2"/>
                    </a:cubicBezTo>
                    <a:cubicBezTo>
                      <a:pt x="10" y="2"/>
                      <a:pt x="9" y="2"/>
                      <a:pt x="9" y="2"/>
                    </a:cubicBezTo>
                    <a:cubicBezTo>
                      <a:pt x="9" y="2"/>
                      <a:pt x="9" y="2"/>
                      <a:pt x="9" y="2"/>
                    </a:cubicBezTo>
                    <a:cubicBezTo>
                      <a:pt x="9" y="2"/>
                      <a:pt x="9" y="2"/>
                      <a:pt x="9" y="2"/>
                    </a:cubicBezTo>
                    <a:cubicBezTo>
                      <a:pt x="8" y="2"/>
                      <a:pt x="8" y="2"/>
                      <a:pt x="8" y="3"/>
                    </a:cubicBezTo>
                    <a:cubicBezTo>
                      <a:pt x="7" y="3"/>
                      <a:pt x="7" y="3"/>
                      <a:pt x="7" y="3"/>
                    </a:cubicBezTo>
                    <a:cubicBezTo>
                      <a:pt x="7" y="3"/>
                      <a:pt x="7" y="3"/>
                      <a:pt x="7" y="3"/>
                    </a:cubicBezTo>
                    <a:cubicBezTo>
                      <a:pt x="7" y="3"/>
                      <a:pt x="7" y="3"/>
                      <a:pt x="7" y="3"/>
                    </a:cubicBezTo>
                    <a:cubicBezTo>
                      <a:pt x="7" y="3"/>
                      <a:pt x="7" y="3"/>
                      <a:pt x="7" y="3"/>
                    </a:cubicBezTo>
                    <a:cubicBezTo>
                      <a:pt x="7" y="3"/>
                      <a:pt x="6" y="3"/>
                      <a:pt x="6" y="3"/>
                    </a:cubicBezTo>
                    <a:cubicBezTo>
                      <a:pt x="6" y="4"/>
                      <a:pt x="6" y="4"/>
                      <a:pt x="7" y="4"/>
                    </a:cubicBezTo>
                    <a:cubicBezTo>
                      <a:pt x="4" y="6"/>
                      <a:pt x="2" y="8"/>
                      <a:pt x="1" y="12"/>
                    </a:cubicBezTo>
                    <a:cubicBezTo>
                      <a:pt x="0" y="17"/>
                      <a:pt x="3" y="29"/>
                      <a:pt x="8" y="30"/>
                    </a:cubicBezTo>
                    <a:cubicBezTo>
                      <a:pt x="13" y="31"/>
                      <a:pt x="19" y="20"/>
                      <a:pt x="20" y="15"/>
                    </a:cubicBezTo>
                    <a:cubicBezTo>
                      <a:pt x="21" y="11"/>
                      <a:pt x="19" y="7"/>
                      <a:pt x="16"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 name="Freeform 375"/>
              <p:cNvSpPr>
                <a:spLocks/>
              </p:cNvSpPr>
              <p:nvPr/>
            </p:nvSpPr>
            <p:spPr bwMode="auto">
              <a:xfrm>
                <a:off x="1863" y="1451"/>
                <a:ext cx="26" cy="41"/>
              </a:xfrm>
              <a:custGeom>
                <a:avLst/>
                <a:gdLst>
                  <a:gd name="T0" fmla="*/ 16 w 20"/>
                  <a:gd name="T1" fmla="*/ 5 h 31"/>
                  <a:gd name="T2" fmla="*/ 15 w 20"/>
                  <a:gd name="T3" fmla="*/ 5 h 31"/>
                  <a:gd name="T4" fmla="*/ 15 w 20"/>
                  <a:gd name="T5" fmla="*/ 5 h 31"/>
                  <a:gd name="T6" fmla="*/ 15 w 20"/>
                  <a:gd name="T7" fmla="*/ 5 h 31"/>
                  <a:gd name="T8" fmla="*/ 15 w 20"/>
                  <a:gd name="T9" fmla="*/ 5 h 31"/>
                  <a:gd name="T10" fmla="*/ 16 w 20"/>
                  <a:gd name="T11" fmla="*/ 4 h 31"/>
                  <a:gd name="T12" fmla="*/ 16 w 20"/>
                  <a:gd name="T13" fmla="*/ 4 h 31"/>
                  <a:gd name="T14" fmla="*/ 15 w 20"/>
                  <a:gd name="T15" fmla="*/ 4 h 31"/>
                  <a:gd name="T16" fmla="*/ 14 w 20"/>
                  <a:gd name="T17" fmla="*/ 4 h 31"/>
                  <a:gd name="T18" fmla="*/ 13 w 20"/>
                  <a:gd name="T19" fmla="*/ 4 h 31"/>
                  <a:gd name="T20" fmla="*/ 13 w 20"/>
                  <a:gd name="T21" fmla="*/ 4 h 31"/>
                  <a:gd name="T22" fmla="*/ 12 w 20"/>
                  <a:gd name="T23" fmla="*/ 3 h 31"/>
                  <a:gd name="T24" fmla="*/ 12 w 20"/>
                  <a:gd name="T25" fmla="*/ 3 h 31"/>
                  <a:gd name="T26" fmla="*/ 13 w 20"/>
                  <a:gd name="T27" fmla="*/ 3 h 31"/>
                  <a:gd name="T28" fmla="*/ 15 w 20"/>
                  <a:gd name="T29" fmla="*/ 1 h 31"/>
                  <a:gd name="T30" fmla="*/ 15 w 20"/>
                  <a:gd name="T31" fmla="*/ 1 h 31"/>
                  <a:gd name="T32" fmla="*/ 15 w 20"/>
                  <a:gd name="T33" fmla="*/ 0 h 31"/>
                  <a:gd name="T34" fmla="*/ 15 w 20"/>
                  <a:gd name="T35" fmla="*/ 0 h 31"/>
                  <a:gd name="T36" fmla="*/ 12 w 20"/>
                  <a:gd name="T37" fmla="*/ 2 h 31"/>
                  <a:gd name="T38" fmla="*/ 11 w 20"/>
                  <a:gd name="T39" fmla="*/ 3 h 31"/>
                  <a:gd name="T40" fmla="*/ 11 w 20"/>
                  <a:gd name="T41" fmla="*/ 3 h 31"/>
                  <a:gd name="T42" fmla="*/ 11 w 20"/>
                  <a:gd name="T43" fmla="*/ 2 h 31"/>
                  <a:gd name="T44" fmla="*/ 10 w 20"/>
                  <a:gd name="T45" fmla="*/ 2 h 31"/>
                  <a:gd name="T46" fmla="*/ 10 w 20"/>
                  <a:gd name="T47" fmla="*/ 1 h 31"/>
                  <a:gd name="T48" fmla="*/ 11 w 20"/>
                  <a:gd name="T49" fmla="*/ 0 h 31"/>
                  <a:gd name="T50" fmla="*/ 10 w 20"/>
                  <a:gd name="T51" fmla="*/ 0 h 31"/>
                  <a:gd name="T52" fmla="*/ 10 w 20"/>
                  <a:gd name="T53" fmla="*/ 0 h 31"/>
                  <a:gd name="T54" fmla="*/ 10 w 20"/>
                  <a:gd name="T55" fmla="*/ 0 h 31"/>
                  <a:gd name="T56" fmla="*/ 10 w 20"/>
                  <a:gd name="T57" fmla="*/ 2 h 31"/>
                  <a:gd name="T58" fmla="*/ 9 w 20"/>
                  <a:gd name="T59" fmla="*/ 2 h 31"/>
                  <a:gd name="T60" fmla="*/ 8 w 20"/>
                  <a:gd name="T61" fmla="*/ 2 h 31"/>
                  <a:gd name="T62" fmla="*/ 8 w 20"/>
                  <a:gd name="T63" fmla="*/ 2 h 31"/>
                  <a:gd name="T64" fmla="*/ 8 w 20"/>
                  <a:gd name="T65" fmla="*/ 3 h 31"/>
                  <a:gd name="T66" fmla="*/ 7 w 20"/>
                  <a:gd name="T67" fmla="*/ 3 h 31"/>
                  <a:gd name="T68" fmla="*/ 7 w 20"/>
                  <a:gd name="T69" fmla="*/ 3 h 31"/>
                  <a:gd name="T70" fmla="*/ 7 w 20"/>
                  <a:gd name="T71" fmla="*/ 3 h 31"/>
                  <a:gd name="T72" fmla="*/ 7 w 20"/>
                  <a:gd name="T73" fmla="*/ 3 h 31"/>
                  <a:gd name="T74" fmla="*/ 6 w 20"/>
                  <a:gd name="T75" fmla="*/ 3 h 31"/>
                  <a:gd name="T76" fmla="*/ 6 w 20"/>
                  <a:gd name="T77" fmla="*/ 4 h 31"/>
                  <a:gd name="T78" fmla="*/ 1 w 20"/>
                  <a:gd name="T79" fmla="*/ 12 h 31"/>
                  <a:gd name="T80" fmla="*/ 8 w 20"/>
                  <a:gd name="T81" fmla="*/ 30 h 31"/>
                  <a:gd name="T82" fmla="*/ 20 w 20"/>
                  <a:gd name="T83" fmla="*/ 15 h 31"/>
                  <a:gd name="T84" fmla="*/ 16 w 20"/>
                  <a:gd name="T85" fmla="*/ 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 h="31">
                    <a:moveTo>
                      <a:pt x="16" y="5"/>
                    </a:moveTo>
                    <a:cubicBezTo>
                      <a:pt x="15" y="5"/>
                      <a:pt x="15" y="5"/>
                      <a:pt x="15" y="5"/>
                    </a:cubicBezTo>
                    <a:cubicBezTo>
                      <a:pt x="15" y="5"/>
                      <a:pt x="15" y="5"/>
                      <a:pt x="15" y="5"/>
                    </a:cubicBezTo>
                    <a:cubicBezTo>
                      <a:pt x="15" y="5"/>
                      <a:pt x="15" y="5"/>
                      <a:pt x="15" y="5"/>
                    </a:cubicBezTo>
                    <a:cubicBezTo>
                      <a:pt x="15" y="5"/>
                      <a:pt x="15" y="5"/>
                      <a:pt x="15" y="5"/>
                    </a:cubicBezTo>
                    <a:cubicBezTo>
                      <a:pt x="15" y="4"/>
                      <a:pt x="15" y="4"/>
                      <a:pt x="16" y="4"/>
                    </a:cubicBezTo>
                    <a:cubicBezTo>
                      <a:pt x="16" y="4"/>
                      <a:pt x="16" y="4"/>
                      <a:pt x="16" y="4"/>
                    </a:cubicBezTo>
                    <a:cubicBezTo>
                      <a:pt x="16" y="4"/>
                      <a:pt x="15" y="4"/>
                      <a:pt x="15" y="4"/>
                    </a:cubicBezTo>
                    <a:cubicBezTo>
                      <a:pt x="14" y="4"/>
                      <a:pt x="14" y="4"/>
                      <a:pt x="14" y="4"/>
                    </a:cubicBezTo>
                    <a:cubicBezTo>
                      <a:pt x="13" y="4"/>
                      <a:pt x="13" y="4"/>
                      <a:pt x="13" y="4"/>
                    </a:cubicBezTo>
                    <a:cubicBezTo>
                      <a:pt x="13" y="4"/>
                      <a:pt x="13" y="4"/>
                      <a:pt x="13" y="4"/>
                    </a:cubicBezTo>
                    <a:cubicBezTo>
                      <a:pt x="13" y="4"/>
                      <a:pt x="13" y="4"/>
                      <a:pt x="12" y="3"/>
                    </a:cubicBezTo>
                    <a:cubicBezTo>
                      <a:pt x="12" y="3"/>
                      <a:pt x="12" y="3"/>
                      <a:pt x="12" y="3"/>
                    </a:cubicBezTo>
                    <a:cubicBezTo>
                      <a:pt x="13" y="3"/>
                      <a:pt x="13" y="3"/>
                      <a:pt x="13" y="3"/>
                    </a:cubicBezTo>
                    <a:cubicBezTo>
                      <a:pt x="13" y="3"/>
                      <a:pt x="14" y="2"/>
                      <a:pt x="15" y="1"/>
                    </a:cubicBezTo>
                    <a:cubicBezTo>
                      <a:pt x="15" y="1"/>
                      <a:pt x="15" y="1"/>
                      <a:pt x="15" y="1"/>
                    </a:cubicBezTo>
                    <a:cubicBezTo>
                      <a:pt x="15" y="0"/>
                      <a:pt x="15" y="0"/>
                      <a:pt x="15" y="0"/>
                    </a:cubicBezTo>
                    <a:cubicBezTo>
                      <a:pt x="15" y="0"/>
                      <a:pt x="15" y="0"/>
                      <a:pt x="15" y="0"/>
                    </a:cubicBezTo>
                    <a:cubicBezTo>
                      <a:pt x="14" y="1"/>
                      <a:pt x="13" y="2"/>
                      <a:pt x="12" y="2"/>
                    </a:cubicBezTo>
                    <a:cubicBezTo>
                      <a:pt x="11" y="3"/>
                      <a:pt x="11" y="3"/>
                      <a:pt x="11" y="3"/>
                    </a:cubicBezTo>
                    <a:cubicBezTo>
                      <a:pt x="11" y="3"/>
                      <a:pt x="11" y="3"/>
                      <a:pt x="11" y="3"/>
                    </a:cubicBezTo>
                    <a:cubicBezTo>
                      <a:pt x="11" y="3"/>
                      <a:pt x="11" y="3"/>
                      <a:pt x="11" y="2"/>
                    </a:cubicBezTo>
                    <a:cubicBezTo>
                      <a:pt x="11" y="2"/>
                      <a:pt x="10" y="2"/>
                      <a:pt x="10" y="2"/>
                    </a:cubicBezTo>
                    <a:cubicBezTo>
                      <a:pt x="10" y="2"/>
                      <a:pt x="10" y="2"/>
                      <a:pt x="10" y="1"/>
                    </a:cubicBezTo>
                    <a:cubicBezTo>
                      <a:pt x="11" y="0"/>
                      <a:pt x="11" y="0"/>
                      <a:pt x="11" y="0"/>
                    </a:cubicBezTo>
                    <a:cubicBezTo>
                      <a:pt x="11" y="0"/>
                      <a:pt x="11" y="0"/>
                      <a:pt x="10" y="0"/>
                    </a:cubicBezTo>
                    <a:cubicBezTo>
                      <a:pt x="10" y="0"/>
                      <a:pt x="10" y="0"/>
                      <a:pt x="10" y="0"/>
                    </a:cubicBezTo>
                    <a:cubicBezTo>
                      <a:pt x="10" y="0"/>
                      <a:pt x="10" y="0"/>
                      <a:pt x="10" y="0"/>
                    </a:cubicBezTo>
                    <a:cubicBezTo>
                      <a:pt x="10" y="1"/>
                      <a:pt x="10" y="1"/>
                      <a:pt x="10" y="2"/>
                    </a:cubicBezTo>
                    <a:cubicBezTo>
                      <a:pt x="9" y="2"/>
                      <a:pt x="9" y="2"/>
                      <a:pt x="9" y="2"/>
                    </a:cubicBezTo>
                    <a:cubicBezTo>
                      <a:pt x="9" y="2"/>
                      <a:pt x="9" y="2"/>
                      <a:pt x="8" y="2"/>
                    </a:cubicBezTo>
                    <a:cubicBezTo>
                      <a:pt x="8" y="2"/>
                      <a:pt x="8" y="2"/>
                      <a:pt x="8" y="2"/>
                    </a:cubicBezTo>
                    <a:cubicBezTo>
                      <a:pt x="8" y="2"/>
                      <a:pt x="8" y="3"/>
                      <a:pt x="8" y="3"/>
                    </a:cubicBezTo>
                    <a:cubicBezTo>
                      <a:pt x="7" y="3"/>
                      <a:pt x="7" y="3"/>
                      <a:pt x="7" y="3"/>
                    </a:cubicBezTo>
                    <a:cubicBezTo>
                      <a:pt x="7" y="3"/>
                      <a:pt x="7" y="3"/>
                      <a:pt x="7" y="3"/>
                    </a:cubicBezTo>
                    <a:cubicBezTo>
                      <a:pt x="7" y="3"/>
                      <a:pt x="7" y="3"/>
                      <a:pt x="7" y="3"/>
                    </a:cubicBezTo>
                    <a:cubicBezTo>
                      <a:pt x="7" y="3"/>
                      <a:pt x="7" y="3"/>
                      <a:pt x="7" y="3"/>
                    </a:cubicBezTo>
                    <a:cubicBezTo>
                      <a:pt x="6" y="3"/>
                      <a:pt x="6" y="3"/>
                      <a:pt x="6" y="3"/>
                    </a:cubicBezTo>
                    <a:cubicBezTo>
                      <a:pt x="6" y="4"/>
                      <a:pt x="6" y="4"/>
                      <a:pt x="6" y="4"/>
                    </a:cubicBezTo>
                    <a:cubicBezTo>
                      <a:pt x="3" y="6"/>
                      <a:pt x="1" y="8"/>
                      <a:pt x="1" y="12"/>
                    </a:cubicBezTo>
                    <a:cubicBezTo>
                      <a:pt x="0" y="17"/>
                      <a:pt x="2" y="29"/>
                      <a:pt x="8" y="30"/>
                    </a:cubicBezTo>
                    <a:cubicBezTo>
                      <a:pt x="13" y="31"/>
                      <a:pt x="19" y="20"/>
                      <a:pt x="20" y="15"/>
                    </a:cubicBezTo>
                    <a:cubicBezTo>
                      <a:pt x="20" y="11"/>
                      <a:pt x="19" y="7"/>
                      <a:pt x="16"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 name="Freeform 376"/>
              <p:cNvSpPr>
                <a:spLocks/>
              </p:cNvSpPr>
              <p:nvPr/>
            </p:nvSpPr>
            <p:spPr bwMode="auto">
              <a:xfrm>
                <a:off x="1863" y="1404"/>
                <a:ext cx="26" cy="41"/>
              </a:xfrm>
              <a:custGeom>
                <a:avLst/>
                <a:gdLst>
                  <a:gd name="T0" fmla="*/ 16 w 20"/>
                  <a:gd name="T1" fmla="*/ 5 h 31"/>
                  <a:gd name="T2" fmla="*/ 15 w 20"/>
                  <a:gd name="T3" fmla="*/ 5 h 31"/>
                  <a:gd name="T4" fmla="*/ 15 w 20"/>
                  <a:gd name="T5" fmla="*/ 5 h 31"/>
                  <a:gd name="T6" fmla="*/ 15 w 20"/>
                  <a:gd name="T7" fmla="*/ 5 h 31"/>
                  <a:gd name="T8" fmla="*/ 15 w 20"/>
                  <a:gd name="T9" fmla="*/ 4 h 31"/>
                  <a:gd name="T10" fmla="*/ 16 w 20"/>
                  <a:gd name="T11" fmla="*/ 4 h 31"/>
                  <a:gd name="T12" fmla="*/ 16 w 20"/>
                  <a:gd name="T13" fmla="*/ 4 h 31"/>
                  <a:gd name="T14" fmla="*/ 15 w 20"/>
                  <a:gd name="T15" fmla="*/ 4 h 31"/>
                  <a:gd name="T16" fmla="*/ 14 w 20"/>
                  <a:gd name="T17" fmla="*/ 4 h 31"/>
                  <a:gd name="T18" fmla="*/ 13 w 20"/>
                  <a:gd name="T19" fmla="*/ 4 h 31"/>
                  <a:gd name="T20" fmla="*/ 13 w 20"/>
                  <a:gd name="T21" fmla="*/ 4 h 31"/>
                  <a:gd name="T22" fmla="*/ 12 w 20"/>
                  <a:gd name="T23" fmla="*/ 3 h 31"/>
                  <a:gd name="T24" fmla="*/ 12 w 20"/>
                  <a:gd name="T25" fmla="*/ 3 h 31"/>
                  <a:gd name="T26" fmla="*/ 13 w 20"/>
                  <a:gd name="T27" fmla="*/ 3 h 31"/>
                  <a:gd name="T28" fmla="*/ 15 w 20"/>
                  <a:gd name="T29" fmla="*/ 1 h 31"/>
                  <a:gd name="T30" fmla="*/ 15 w 20"/>
                  <a:gd name="T31" fmla="*/ 0 h 31"/>
                  <a:gd name="T32" fmla="*/ 15 w 20"/>
                  <a:gd name="T33" fmla="*/ 0 h 31"/>
                  <a:gd name="T34" fmla="*/ 15 w 20"/>
                  <a:gd name="T35" fmla="*/ 0 h 31"/>
                  <a:gd name="T36" fmla="*/ 12 w 20"/>
                  <a:gd name="T37" fmla="*/ 2 h 31"/>
                  <a:gd name="T38" fmla="*/ 11 w 20"/>
                  <a:gd name="T39" fmla="*/ 3 h 31"/>
                  <a:gd name="T40" fmla="*/ 11 w 20"/>
                  <a:gd name="T41" fmla="*/ 3 h 31"/>
                  <a:gd name="T42" fmla="*/ 11 w 20"/>
                  <a:gd name="T43" fmla="*/ 2 h 31"/>
                  <a:gd name="T44" fmla="*/ 10 w 20"/>
                  <a:gd name="T45" fmla="*/ 2 h 31"/>
                  <a:gd name="T46" fmla="*/ 10 w 20"/>
                  <a:gd name="T47" fmla="*/ 1 h 31"/>
                  <a:gd name="T48" fmla="*/ 11 w 20"/>
                  <a:gd name="T49" fmla="*/ 0 h 31"/>
                  <a:gd name="T50" fmla="*/ 10 w 20"/>
                  <a:gd name="T51" fmla="*/ 0 h 31"/>
                  <a:gd name="T52" fmla="*/ 10 w 20"/>
                  <a:gd name="T53" fmla="*/ 0 h 31"/>
                  <a:gd name="T54" fmla="*/ 10 w 20"/>
                  <a:gd name="T55" fmla="*/ 0 h 31"/>
                  <a:gd name="T56" fmla="*/ 10 w 20"/>
                  <a:gd name="T57" fmla="*/ 2 h 31"/>
                  <a:gd name="T58" fmla="*/ 9 w 20"/>
                  <a:gd name="T59" fmla="*/ 2 h 31"/>
                  <a:gd name="T60" fmla="*/ 8 w 20"/>
                  <a:gd name="T61" fmla="*/ 2 h 31"/>
                  <a:gd name="T62" fmla="*/ 8 w 20"/>
                  <a:gd name="T63" fmla="*/ 2 h 31"/>
                  <a:gd name="T64" fmla="*/ 8 w 20"/>
                  <a:gd name="T65" fmla="*/ 3 h 31"/>
                  <a:gd name="T66" fmla="*/ 7 w 20"/>
                  <a:gd name="T67" fmla="*/ 3 h 31"/>
                  <a:gd name="T68" fmla="*/ 7 w 20"/>
                  <a:gd name="T69" fmla="*/ 3 h 31"/>
                  <a:gd name="T70" fmla="*/ 7 w 20"/>
                  <a:gd name="T71" fmla="*/ 3 h 31"/>
                  <a:gd name="T72" fmla="*/ 7 w 20"/>
                  <a:gd name="T73" fmla="*/ 3 h 31"/>
                  <a:gd name="T74" fmla="*/ 6 w 20"/>
                  <a:gd name="T75" fmla="*/ 3 h 31"/>
                  <a:gd name="T76" fmla="*/ 6 w 20"/>
                  <a:gd name="T77" fmla="*/ 4 h 31"/>
                  <a:gd name="T78" fmla="*/ 1 w 20"/>
                  <a:gd name="T79" fmla="*/ 12 h 31"/>
                  <a:gd name="T80" fmla="*/ 8 w 20"/>
                  <a:gd name="T81" fmla="*/ 30 h 31"/>
                  <a:gd name="T82" fmla="*/ 20 w 20"/>
                  <a:gd name="T83" fmla="*/ 15 h 31"/>
                  <a:gd name="T84" fmla="*/ 16 w 20"/>
                  <a:gd name="T85" fmla="*/ 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 h="31">
                    <a:moveTo>
                      <a:pt x="16" y="5"/>
                    </a:moveTo>
                    <a:cubicBezTo>
                      <a:pt x="15" y="5"/>
                      <a:pt x="15" y="5"/>
                      <a:pt x="15" y="5"/>
                    </a:cubicBezTo>
                    <a:cubicBezTo>
                      <a:pt x="15" y="5"/>
                      <a:pt x="15" y="5"/>
                      <a:pt x="15" y="5"/>
                    </a:cubicBezTo>
                    <a:cubicBezTo>
                      <a:pt x="15" y="5"/>
                      <a:pt x="15" y="5"/>
                      <a:pt x="15" y="5"/>
                    </a:cubicBezTo>
                    <a:cubicBezTo>
                      <a:pt x="15" y="5"/>
                      <a:pt x="15" y="4"/>
                      <a:pt x="15" y="4"/>
                    </a:cubicBezTo>
                    <a:cubicBezTo>
                      <a:pt x="15" y="4"/>
                      <a:pt x="15" y="4"/>
                      <a:pt x="16" y="4"/>
                    </a:cubicBezTo>
                    <a:cubicBezTo>
                      <a:pt x="16" y="4"/>
                      <a:pt x="16" y="4"/>
                      <a:pt x="16" y="4"/>
                    </a:cubicBezTo>
                    <a:cubicBezTo>
                      <a:pt x="16" y="4"/>
                      <a:pt x="15" y="3"/>
                      <a:pt x="15" y="4"/>
                    </a:cubicBezTo>
                    <a:cubicBezTo>
                      <a:pt x="14" y="4"/>
                      <a:pt x="14" y="4"/>
                      <a:pt x="14" y="4"/>
                    </a:cubicBezTo>
                    <a:cubicBezTo>
                      <a:pt x="13" y="4"/>
                      <a:pt x="13" y="4"/>
                      <a:pt x="13" y="4"/>
                    </a:cubicBezTo>
                    <a:cubicBezTo>
                      <a:pt x="13" y="4"/>
                      <a:pt x="13" y="4"/>
                      <a:pt x="13" y="4"/>
                    </a:cubicBezTo>
                    <a:cubicBezTo>
                      <a:pt x="13" y="4"/>
                      <a:pt x="13" y="4"/>
                      <a:pt x="12" y="3"/>
                    </a:cubicBezTo>
                    <a:cubicBezTo>
                      <a:pt x="12" y="3"/>
                      <a:pt x="12" y="3"/>
                      <a:pt x="12" y="3"/>
                    </a:cubicBezTo>
                    <a:cubicBezTo>
                      <a:pt x="13" y="3"/>
                      <a:pt x="13" y="3"/>
                      <a:pt x="13" y="3"/>
                    </a:cubicBezTo>
                    <a:cubicBezTo>
                      <a:pt x="13" y="2"/>
                      <a:pt x="14" y="2"/>
                      <a:pt x="15" y="1"/>
                    </a:cubicBezTo>
                    <a:cubicBezTo>
                      <a:pt x="15" y="1"/>
                      <a:pt x="15" y="1"/>
                      <a:pt x="15" y="0"/>
                    </a:cubicBezTo>
                    <a:cubicBezTo>
                      <a:pt x="15" y="0"/>
                      <a:pt x="15" y="0"/>
                      <a:pt x="15" y="0"/>
                    </a:cubicBezTo>
                    <a:cubicBezTo>
                      <a:pt x="15" y="0"/>
                      <a:pt x="15" y="0"/>
                      <a:pt x="15" y="0"/>
                    </a:cubicBezTo>
                    <a:cubicBezTo>
                      <a:pt x="14" y="1"/>
                      <a:pt x="13" y="2"/>
                      <a:pt x="12" y="2"/>
                    </a:cubicBezTo>
                    <a:cubicBezTo>
                      <a:pt x="11" y="3"/>
                      <a:pt x="11" y="3"/>
                      <a:pt x="11" y="3"/>
                    </a:cubicBezTo>
                    <a:cubicBezTo>
                      <a:pt x="11" y="3"/>
                      <a:pt x="11" y="3"/>
                      <a:pt x="11" y="3"/>
                    </a:cubicBezTo>
                    <a:cubicBezTo>
                      <a:pt x="11" y="3"/>
                      <a:pt x="11" y="2"/>
                      <a:pt x="11" y="2"/>
                    </a:cubicBezTo>
                    <a:cubicBezTo>
                      <a:pt x="11" y="2"/>
                      <a:pt x="10" y="2"/>
                      <a:pt x="10" y="2"/>
                    </a:cubicBezTo>
                    <a:cubicBezTo>
                      <a:pt x="10" y="2"/>
                      <a:pt x="10" y="2"/>
                      <a:pt x="10" y="1"/>
                    </a:cubicBezTo>
                    <a:cubicBezTo>
                      <a:pt x="11" y="0"/>
                      <a:pt x="11" y="0"/>
                      <a:pt x="11" y="0"/>
                    </a:cubicBezTo>
                    <a:cubicBezTo>
                      <a:pt x="11" y="0"/>
                      <a:pt x="11" y="0"/>
                      <a:pt x="10" y="0"/>
                    </a:cubicBezTo>
                    <a:cubicBezTo>
                      <a:pt x="10" y="0"/>
                      <a:pt x="10" y="0"/>
                      <a:pt x="10" y="0"/>
                    </a:cubicBezTo>
                    <a:cubicBezTo>
                      <a:pt x="10" y="0"/>
                      <a:pt x="10" y="0"/>
                      <a:pt x="10" y="0"/>
                    </a:cubicBezTo>
                    <a:cubicBezTo>
                      <a:pt x="10" y="1"/>
                      <a:pt x="10" y="1"/>
                      <a:pt x="10" y="2"/>
                    </a:cubicBezTo>
                    <a:cubicBezTo>
                      <a:pt x="9" y="2"/>
                      <a:pt x="9" y="2"/>
                      <a:pt x="9" y="2"/>
                    </a:cubicBezTo>
                    <a:cubicBezTo>
                      <a:pt x="9" y="2"/>
                      <a:pt x="9" y="2"/>
                      <a:pt x="8" y="2"/>
                    </a:cubicBezTo>
                    <a:cubicBezTo>
                      <a:pt x="8" y="2"/>
                      <a:pt x="8" y="2"/>
                      <a:pt x="8" y="2"/>
                    </a:cubicBezTo>
                    <a:cubicBezTo>
                      <a:pt x="8" y="2"/>
                      <a:pt x="8" y="2"/>
                      <a:pt x="8" y="3"/>
                    </a:cubicBezTo>
                    <a:cubicBezTo>
                      <a:pt x="7" y="3"/>
                      <a:pt x="7" y="3"/>
                      <a:pt x="7" y="3"/>
                    </a:cubicBezTo>
                    <a:cubicBezTo>
                      <a:pt x="7" y="3"/>
                      <a:pt x="7" y="3"/>
                      <a:pt x="7" y="3"/>
                    </a:cubicBezTo>
                    <a:cubicBezTo>
                      <a:pt x="7" y="3"/>
                      <a:pt x="7" y="3"/>
                      <a:pt x="7" y="3"/>
                    </a:cubicBezTo>
                    <a:cubicBezTo>
                      <a:pt x="7" y="3"/>
                      <a:pt x="7" y="3"/>
                      <a:pt x="7" y="3"/>
                    </a:cubicBezTo>
                    <a:cubicBezTo>
                      <a:pt x="6" y="3"/>
                      <a:pt x="6" y="3"/>
                      <a:pt x="6" y="3"/>
                    </a:cubicBezTo>
                    <a:cubicBezTo>
                      <a:pt x="6" y="4"/>
                      <a:pt x="6" y="4"/>
                      <a:pt x="6" y="4"/>
                    </a:cubicBezTo>
                    <a:cubicBezTo>
                      <a:pt x="3" y="6"/>
                      <a:pt x="1" y="8"/>
                      <a:pt x="1" y="12"/>
                    </a:cubicBezTo>
                    <a:cubicBezTo>
                      <a:pt x="0" y="17"/>
                      <a:pt x="2" y="29"/>
                      <a:pt x="8" y="30"/>
                    </a:cubicBezTo>
                    <a:cubicBezTo>
                      <a:pt x="13" y="31"/>
                      <a:pt x="19" y="20"/>
                      <a:pt x="20" y="15"/>
                    </a:cubicBezTo>
                    <a:cubicBezTo>
                      <a:pt x="20" y="11"/>
                      <a:pt x="19" y="7"/>
                      <a:pt x="16"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 name="Freeform 377"/>
              <p:cNvSpPr>
                <a:spLocks/>
              </p:cNvSpPr>
              <p:nvPr/>
            </p:nvSpPr>
            <p:spPr bwMode="auto">
              <a:xfrm>
                <a:off x="1896" y="1451"/>
                <a:ext cx="26" cy="41"/>
              </a:xfrm>
              <a:custGeom>
                <a:avLst/>
                <a:gdLst>
                  <a:gd name="T0" fmla="*/ 15 w 20"/>
                  <a:gd name="T1" fmla="*/ 5 h 31"/>
                  <a:gd name="T2" fmla="*/ 15 w 20"/>
                  <a:gd name="T3" fmla="*/ 5 h 31"/>
                  <a:gd name="T4" fmla="*/ 15 w 20"/>
                  <a:gd name="T5" fmla="*/ 5 h 31"/>
                  <a:gd name="T6" fmla="*/ 15 w 20"/>
                  <a:gd name="T7" fmla="*/ 5 h 31"/>
                  <a:gd name="T8" fmla="*/ 14 w 20"/>
                  <a:gd name="T9" fmla="*/ 5 h 31"/>
                  <a:gd name="T10" fmla="*/ 15 w 20"/>
                  <a:gd name="T11" fmla="*/ 4 h 31"/>
                  <a:gd name="T12" fmla="*/ 15 w 20"/>
                  <a:gd name="T13" fmla="*/ 4 h 31"/>
                  <a:gd name="T14" fmla="*/ 15 w 20"/>
                  <a:gd name="T15" fmla="*/ 4 h 31"/>
                  <a:gd name="T16" fmla="*/ 14 w 20"/>
                  <a:gd name="T17" fmla="*/ 4 h 31"/>
                  <a:gd name="T18" fmla="*/ 13 w 20"/>
                  <a:gd name="T19" fmla="*/ 4 h 31"/>
                  <a:gd name="T20" fmla="*/ 13 w 20"/>
                  <a:gd name="T21" fmla="*/ 4 h 31"/>
                  <a:gd name="T22" fmla="*/ 12 w 20"/>
                  <a:gd name="T23" fmla="*/ 3 h 31"/>
                  <a:gd name="T24" fmla="*/ 12 w 20"/>
                  <a:gd name="T25" fmla="*/ 3 h 31"/>
                  <a:gd name="T26" fmla="*/ 12 w 20"/>
                  <a:gd name="T27" fmla="*/ 3 h 31"/>
                  <a:gd name="T28" fmla="*/ 15 w 20"/>
                  <a:gd name="T29" fmla="*/ 1 h 31"/>
                  <a:gd name="T30" fmla="*/ 15 w 20"/>
                  <a:gd name="T31" fmla="*/ 1 h 31"/>
                  <a:gd name="T32" fmla="*/ 14 w 20"/>
                  <a:gd name="T33" fmla="*/ 0 h 31"/>
                  <a:gd name="T34" fmla="*/ 14 w 20"/>
                  <a:gd name="T35" fmla="*/ 0 h 31"/>
                  <a:gd name="T36" fmla="*/ 12 w 20"/>
                  <a:gd name="T37" fmla="*/ 2 h 31"/>
                  <a:gd name="T38" fmla="*/ 11 w 20"/>
                  <a:gd name="T39" fmla="*/ 3 h 31"/>
                  <a:gd name="T40" fmla="*/ 11 w 20"/>
                  <a:gd name="T41" fmla="*/ 3 h 31"/>
                  <a:gd name="T42" fmla="*/ 10 w 20"/>
                  <a:gd name="T43" fmla="*/ 2 h 31"/>
                  <a:gd name="T44" fmla="*/ 10 w 20"/>
                  <a:gd name="T45" fmla="*/ 2 h 31"/>
                  <a:gd name="T46" fmla="*/ 10 w 20"/>
                  <a:gd name="T47" fmla="*/ 1 h 31"/>
                  <a:gd name="T48" fmla="*/ 10 w 20"/>
                  <a:gd name="T49" fmla="*/ 0 h 31"/>
                  <a:gd name="T50" fmla="*/ 10 w 20"/>
                  <a:gd name="T51" fmla="*/ 0 h 31"/>
                  <a:gd name="T52" fmla="*/ 10 w 20"/>
                  <a:gd name="T53" fmla="*/ 0 h 31"/>
                  <a:gd name="T54" fmla="*/ 10 w 20"/>
                  <a:gd name="T55" fmla="*/ 0 h 31"/>
                  <a:gd name="T56" fmla="*/ 9 w 20"/>
                  <a:gd name="T57" fmla="*/ 2 h 31"/>
                  <a:gd name="T58" fmla="*/ 9 w 20"/>
                  <a:gd name="T59" fmla="*/ 2 h 31"/>
                  <a:gd name="T60" fmla="*/ 8 w 20"/>
                  <a:gd name="T61" fmla="*/ 2 h 31"/>
                  <a:gd name="T62" fmla="*/ 8 w 20"/>
                  <a:gd name="T63" fmla="*/ 2 h 31"/>
                  <a:gd name="T64" fmla="*/ 8 w 20"/>
                  <a:gd name="T65" fmla="*/ 3 h 31"/>
                  <a:gd name="T66" fmla="*/ 7 w 20"/>
                  <a:gd name="T67" fmla="*/ 3 h 31"/>
                  <a:gd name="T68" fmla="*/ 7 w 20"/>
                  <a:gd name="T69" fmla="*/ 3 h 31"/>
                  <a:gd name="T70" fmla="*/ 7 w 20"/>
                  <a:gd name="T71" fmla="*/ 3 h 31"/>
                  <a:gd name="T72" fmla="*/ 7 w 20"/>
                  <a:gd name="T73" fmla="*/ 3 h 31"/>
                  <a:gd name="T74" fmla="*/ 6 w 20"/>
                  <a:gd name="T75" fmla="*/ 3 h 31"/>
                  <a:gd name="T76" fmla="*/ 6 w 20"/>
                  <a:gd name="T77" fmla="*/ 4 h 31"/>
                  <a:gd name="T78" fmla="*/ 1 w 20"/>
                  <a:gd name="T79" fmla="*/ 12 h 31"/>
                  <a:gd name="T80" fmla="*/ 7 w 20"/>
                  <a:gd name="T81" fmla="*/ 30 h 31"/>
                  <a:gd name="T82" fmla="*/ 20 w 20"/>
                  <a:gd name="T83" fmla="*/ 15 h 31"/>
                  <a:gd name="T84" fmla="*/ 15 w 20"/>
                  <a:gd name="T85" fmla="*/ 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 h="31">
                    <a:moveTo>
                      <a:pt x="15" y="5"/>
                    </a:moveTo>
                    <a:cubicBezTo>
                      <a:pt x="15" y="5"/>
                      <a:pt x="15" y="5"/>
                      <a:pt x="15" y="5"/>
                    </a:cubicBezTo>
                    <a:cubicBezTo>
                      <a:pt x="15" y="5"/>
                      <a:pt x="15" y="5"/>
                      <a:pt x="15" y="5"/>
                    </a:cubicBezTo>
                    <a:cubicBezTo>
                      <a:pt x="15" y="5"/>
                      <a:pt x="15" y="5"/>
                      <a:pt x="15" y="5"/>
                    </a:cubicBezTo>
                    <a:cubicBezTo>
                      <a:pt x="15" y="5"/>
                      <a:pt x="15" y="5"/>
                      <a:pt x="14" y="5"/>
                    </a:cubicBezTo>
                    <a:cubicBezTo>
                      <a:pt x="15" y="4"/>
                      <a:pt x="15" y="4"/>
                      <a:pt x="15" y="4"/>
                    </a:cubicBezTo>
                    <a:cubicBezTo>
                      <a:pt x="15" y="4"/>
                      <a:pt x="15" y="4"/>
                      <a:pt x="15" y="4"/>
                    </a:cubicBezTo>
                    <a:cubicBezTo>
                      <a:pt x="15" y="4"/>
                      <a:pt x="15" y="4"/>
                      <a:pt x="15" y="4"/>
                    </a:cubicBezTo>
                    <a:cubicBezTo>
                      <a:pt x="14" y="4"/>
                      <a:pt x="14" y="4"/>
                      <a:pt x="14" y="4"/>
                    </a:cubicBezTo>
                    <a:cubicBezTo>
                      <a:pt x="13" y="4"/>
                      <a:pt x="13" y="4"/>
                      <a:pt x="13" y="4"/>
                    </a:cubicBezTo>
                    <a:cubicBezTo>
                      <a:pt x="13" y="4"/>
                      <a:pt x="13" y="4"/>
                      <a:pt x="13" y="4"/>
                    </a:cubicBezTo>
                    <a:cubicBezTo>
                      <a:pt x="13" y="4"/>
                      <a:pt x="13" y="4"/>
                      <a:pt x="12" y="3"/>
                    </a:cubicBezTo>
                    <a:cubicBezTo>
                      <a:pt x="12" y="3"/>
                      <a:pt x="12" y="3"/>
                      <a:pt x="12" y="3"/>
                    </a:cubicBezTo>
                    <a:cubicBezTo>
                      <a:pt x="12" y="3"/>
                      <a:pt x="12" y="3"/>
                      <a:pt x="12" y="3"/>
                    </a:cubicBezTo>
                    <a:cubicBezTo>
                      <a:pt x="13" y="3"/>
                      <a:pt x="14" y="2"/>
                      <a:pt x="15" y="1"/>
                    </a:cubicBezTo>
                    <a:cubicBezTo>
                      <a:pt x="15" y="1"/>
                      <a:pt x="15" y="1"/>
                      <a:pt x="15" y="1"/>
                    </a:cubicBezTo>
                    <a:cubicBezTo>
                      <a:pt x="15" y="0"/>
                      <a:pt x="15" y="0"/>
                      <a:pt x="14" y="0"/>
                    </a:cubicBezTo>
                    <a:cubicBezTo>
                      <a:pt x="14" y="0"/>
                      <a:pt x="14" y="0"/>
                      <a:pt x="14" y="0"/>
                    </a:cubicBezTo>
                    <a:cubicBezTo>
                      <a:pt x="14" y="1"/>
                      <a:pt x="13" y="2"/>
                      <a:pt x="12" y="2"/>
                    </a:cubicBezTo>
                    <a:cubicBezTo>
                      <a:pt x="11" y="3"/>
                      <a:pt x="11" y="3"/>
                      <a:pt x="11" y="3"/>
                    </a:cubicBezTo>
                    <a:cubicBezTo>
                      <a:pt x="11" y="3"/>
                      <a:pt x="11" y="3"/>
                      <a:pt x="11" y="3"/>
                    </a:cubicBezTo>
                    <a:cubicBezTo>
                      <a:pt x="11" y="3"/>
                      <a:pt x="11" y="3"/>
                      <a:pt x="10" y="2"/>
                    </a:cubicBezTo>
                    <a:cubicBezTo>
                      <a:pt x="10" y="2"/>
                      <a:pt x="10" y="2"/>
                      <a:pt x="10" y="2"/>
                    </a:cubicBezTo>
                    <a:cubicBezTo>
                      <a:pt x="10" y="2"/>
                      <a:pt x="10" y="2"/>
                      <a:pt x="10" y="1"/>
                    </a:cubicBezTo>
                    <a:cubicBezTo>
                      <a:pt x="10" y="0"/>
                      <a:pt x="10" y="0"/>
                      <a:pt x="10" y="0"/>
                    </a:cubicBezTo>
                    <a:cubicBezTo>
                      <a:pt x="10" y="0"/>
                      <a:pt x="10" y="0"/>
                      <a:pt x="10" y="0"/>
                    </a:cubicBezTo>
                    <a:cubicBezTo>
                      <a:pt x="10" y="0"/>
                      <a:pt x="10" y="0"/>
                      <a:pt x="10" y="0"/>
                    </a:cubicBezTo>
                    <a:cubicBezTo>
                      <a:pt x="10" y="0"/>
                      <a:pt x="10" y="0"/>
                      <a:pt x="10" y="0"/>
                    </a:cubicBezTo>
                    <a:cubicBezTo>
                      <a:pt x="10" y="1"/>
                      <a:pt x="10" y="1"/>
                      <a:pt x="9" y="2"/>
                    </a:cubicBezTo>
                    <a:cubicBezTo>
                      <a:pt x="9" y="2"/>
                      <a:pt x="9" y="2"/>
                      <a:pt x="9" y="2"/>
                    </a:cubicBezTo>
                    <a:cubicBezTo>
                      <a:pt x="9" y="2"/>
                      <a:pt x="8" y="2"/>
                      <a:pt x="8" y="2"/>
                    </a:cubicBezTo>
                    <a:cubicBezTo>
                      <a:pt x="8" y="2"/>
                      <a:pt x="8" y="2"/>
                      <a:pt x="8" y="2"/>
                    </a:cubicBezTo>
                    <a:cubicBezTo>
                      <a:pt x="8" y="2"/>
                      <a:pt x="8" y="3"/>
                      <a:pt x="8" y="3"/>
                    </a:cubicBezTo>
                    <a:cubicBezTo>
                      <a:pt x="7" y="3"/>
                      <a:pt x="7" y="3"/>
                      <a:pt x="7" y="3"/>
                    </a:cubicBezTo>
                    <a:cubicBezTo>
                      <a:pt x="7" y="3"/>
                      <a:pt x="7" y="3"/>
                      <a:pt x="7" y="3"/>
                    </a:cubicBezTo>
                    <a:cubicBezTo>
                      <a:pt x="7" y="3"/>
                      <a:pt x="7" y="3"/>
                      <a:pt x="7" y="3"/>
                    </a:cubicBezTo>
                    <a:cubicBezTo>
                      <a:pt x="7" y="3"/>
                      <a:pt x="7" y="3"/>
                      <a:pt x="7" y="3"/>
                    </a:cubicBezTo>
                    <a:cubicBezTo>
                      <a:pt x="6" y="3"/>
                      <a:pt x="6" y="3"/>
                      <a:pt x="6" y="3"/>
                    </a:cubicBezTo>
                    <a:cubicBezTo>
                      <a:pt x="5" y="4"/>
                      <a:pt x="6" y="4"/>
                      <a:pt x="6" y="4"/>
                    </a:cubicBezTo>
                    <a:cubicBezTo>
                      <a:pt x="3" y="6"/>
                      <a:pt x="1" y="8"/>
                      <a:pt x="1" y="12"/>
                    </a:cubicBezTo>
                    <a:cubicBezTo>
                      <a:pt x="0" y="17"/>
                      <a:pt x="2" y="29"/>
                      <a:pt x="7" y="30"/>
                    </a:cubicBezTo>
                    <a:cubicBezTo>
                      <a:pt x="13" y="31"/>
                      <a:pt x="19" y="20"/>
                      <a:pt x="20" y="15"/>
                    </a:cubicBezTo>
                    <a:cubicBezTo>
                      <a:pt x="20" y="11"/>
                      <a:pt x="18" y="7"/>
                      <a:pt x="15"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 name="Freeform 378"/>
              <p:cNvSpPr>
                <a:spLocks/>
              </p:cNvSpPr>
              <p:nvPr/>
            </p:nvSpPr>
            <p:spPr bwMode="auto">
              <a:xfrm>
                <a:off x="1896" y="1404"/>
                <a:ext cx="26" cy="41"/>
              </a:xfrm>
              <a:custGeom>
                <a:avLst/>
                <a:gdLst>
                  <a:gd name="T0" fmla="*/ 15 w 20"/>
                  <a:gd name="T1" fmla="*/ 5 h 31"/>
                  <a:gd name="T2" fmla="*/ 15 w 20"/>
                  <a:gd name="T3" fmla="*/ 5 h 31"/>
                  <a:gd name="T4" fmla="*/ 15 w 20"/>
                  <a:gd name="T5" fmla="*/ 5 h 31"/>
                  <a:gd name="T6" fmla="*/ 15 w 20"/>
                  <a:gd name="T7" fmla="*/ 5 h 31"/>
                  <a:gd name="T8" fmla="*/ 14 w 20"/>
                  <a:gd name="T9" fmla="*/ 4 h 31"/>
                  <a:gd name="T10" fmla="*/ 15 w 20"/>
                  <a:gd name="T11" fmla="*/ 4 h 31"/>
                  <a:gd name="T12" fmla="*/ 15 w 20"/>
                  <a:gd name="T13" fmla="*/ 4 h 31"/>
                  <a:gd name="T14" fmla="*/ 15 w 20"/>
                  <a:gd name="T15" fmla="*/ 4 h 31"/>
                  <a:gd name="T16" fmla="*/ 14 w 20"/>
                  <a:gd name="T17" fmla="*/ 4 h 31"/>
                  <a:gd name="T18" fmla="*/ 13 w 20"/>
                  <a:gd name="T19" fmla="*/ 4 h 31"/>
                  <a:gd name="T20" fmla="*/ 13 w 20"/>
                  <a:gd name="T21" fmla="*/ 4 h 31"/>
                  <a:gd name="T22" fmla="*/ 12 w 20"/>
                  <a:gd name="T23" fmla="*/ 3 h 31"/>
                  <a:gd name="T24" fmla="*/ 12 w 20"/>
                  <a:gd name="T25" fmla="*/ 3 h 31"/>
                  <a:gd name="T26" fmla="*/ 12 w 20"/>
                  <a:gd name="T27" fmla="*/ 3 h 31"/>
                  <a:gd name="T28" fmla="*/ 15 w 20"/>
                  <a:gd name="T29" fmla="*/ 1 h 31"/>
                  <a:gd name="T30" fmla="*/ 15 w 20"/>
                  <a:gd name="T31" fmla="*/ 0 h 31"/>
                  <a:gd name="T32" fmla="*/ 14 w 20"/>
                  <a:gd name="T33" fmla="*/ 0 h 31"/>
                  <a:gd name="T34" fmla="*/ 14 w 20"/>
                  <a:gd name="T35" fmla="*/ 0 h 31"/>
                  <a:gd name="T36" fmla="*/ 12 w 20"/>
                  <a:gd name="T37" fmla="*/ 2 h 31"/>
                  <a:gd name="T38" fmla="*/ 11 w 20"/>
                  <a:gd name="T39" fmla="*/ 3 h 31"/>
                  <a:gd name="T40" fmla="*/ 11 w 20"/>
                  <a:gd name="T41" fmla="*/ 3 h 31"/>
                  <a:gd name="T42" fmla="*/ 10 w 20"/>
                  <a:gd name="T43" fmla="*/ 2 h 31"/>
                  <a:gd name="T44" fmla="*/ 10 w 20"/>
                  <a:gd name="T45" fmla="*/ 2 h 31"/>
                  <a:gd name="T46" fmla="*/ 10 w 20"/>
                  <a:gd name="T47" fmla="*/ 1 h 31"/>
                  <a:gd name="T48" fmla="*/ 10 w 20"/>
                  <a:gd name="T49" fmla="*/ 0 h 31"/>
                  <a:gd name="T50" fmla="*/ 10 w 20"/>
                  <a:gd name="T51" fmla="*/ 0 h 31"/>
                  <a:gd name="T52" fmla="*/ 10 w 20"/>
                  <a:gd name="T53" fmla="*/ 0 h 31"/>
                  <a:gd name="T54" fmla="*/ 10 w 20"/>
                  <a:gd name="T55" fmla="*/ 0 h 31"/>
                  <a:gd name="T56" fmla="*/ 9 w 20"/>
                  <a:gd name="T57" fmla="*/ 2 h 31"/>
                  <a:gd name="T58" fmla="*/ 9 w 20"/>
                  <a:gd name="T59" fmla="*/ 2 h 31"/>
                  <a:gd name="T60" fmla="*/ 8 w 20"/>
                  <a:gd name="T61" fmla="*/ 2 h 31"/>
                  <a:gd name="T62" fmla="*/ 8 w 20"/>
                  <a:gd name="T63" fmla="*/ 2 h 31"/>
                  <a:gd name="T64" fmla="*/ 8 w 20"/>
                  <a:gd name="T65" fmla="*/ 3 h 31"/>
                  <a:gd name="T66" fmla="*/ 7 w 20"/>
                  <a:gd name="T67" fmla="*/ 3 h 31"/>
                  <a:gd name="T68" fmla="*/ 7 w 20"/>
                  <a:gd name="T69" fmla="*/ 3 h 31"/>
                  <a:gd name="T70" fmla="*/ 7 w 20"/>
                  <a:gd name="T71" fmla="*/ 3 h 31"/>
                  <a:gd name="T72" fmla="*/ 7 w 20"/>
                  <a:gd name="T73" fmla="*/ 3 h 31"/>
                  <a:gd name="T74" fmla="*/ 6 w 20"/>
                  <a:gd name="T75" fmla="*/ 3 h 31"/>
                  <a:gd name="T76" fmla="*/ 6 w 20"/>
                  <a:gd name="T77" fmla="*/ 4 h 31"/>
                  <a:gd name="T78" fmla="*/ 1 w 20"/>
                  <a:gd name="T79" fmla="*/ 12 h 31"/>
                  <a:gd name="T80" fmla="*/ 7 w 20"/>
                  <a:gd name="T81" fmla="*/ 30 h 31"/>
                  <a:gd name="T82" fmla="*/ 20 w 20"/>
                  <a:gd name="T83" fmla="*/ 15 h 31"/>
                  <a:gd name="T84" fmla="*/ 15 w 20"/>
                  <a:gd name="T85" fmla="*/ 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 h="31">
                    <a:moveTo>
                      <a:pt x="15" y="5"/>
                    </a:moveTo>
                    <a:cubicBezTo>
                      <a:pt x="15" y="5"/>
                      <a:pt x="15" y="5"/>
                      <a:pt x="15" y="5"/>
                    </a:cubicBezTo>
                    <a:cubicBezTo>
                      <a:pt x="15" y="5"/>
                      <a:pt x="15" y="5"/>
                      <a:pt x="15" y="5"/>
                    </a:cubicBezTo>
                    <a:cubicBezTo>
                      <a:pt x="15" y="5"/>
                      <a:pt x="15" y="5"/>
                      <a:pt x="15" y="5"/>
                    </a:cubicBezTo>
                    <a:cubicBezTo>
                      <a:pt x="15" y="5"/>
                      <a:pt x="15" y="4"/>
                      <a:pt x="14" y="4"/>
                    </a:cubicBezTo>
                    <a:cubicBezTo>
                      <a:pt x="15" y="4"/>
                      <a:pt x="15" y="4"/>
                      <a:pt x="15" y="4"/>
                    </a:cubicBezTo>
                    <a:cubicBezTo>
                      <a:pt x="15" y="4"/>
                      <a:pt x="15" y="4"/>
                      <a:pt x="15" y="4"/>
                    </a:cubicBezTo>
                    <a:cubicBezTo>
                      <a:pt x="15" y="4"/>
                      <a:pt x="15" y="3"/>
                      <a:pt x="15" y="4"/>
                    </a:cubicBezTo>
                    <a:cubicBezTo>
                      <a:pt x="14" y="4"/>
                      <a:pt x="14" y="4"/>
                      <a:pt x="14" y="4"/>
                    </a:cubicBezTo>
                    <a:cubicBezTo>
                      <a:pt x="13" y="4"/>
                      <a:pt x="13" y="4"/>
                      <a:pt x="13" y="4"/>
                    </a:cubicBezTo>
                    <a:cubicBezTo>
                      <a:pt x="13" y="4"/>
                      <a:pt x="13" y="4"/>
                      <a:pt x="13" y="4"/>
                    </a:cubicBezTo>
                    <a:cubicBezTo>
                      <a:pt x="13" y="4"/>
                      <a:pt x="13" y="4"/>
                      <a:pt x="12" y="3"/>
                    </a:cubicBezTo>
                    <a:cubicBezTo>
                      <a:pt x="12" y="3"/>
                      <a:pt x="12" y="3"/>
                      <a:pt x="12" y="3"/>
                    </a:cubicBezTo>
                    <a:cubicBezTo>
                      <a:pt x="12" y="3"/>
                      <a:pt x="12" y="3"/>
                      <a:pt x="12" y="3"/>
                    </a:cubicBezTo>
                    <a:cubicBezTo>
                      <a:pt x="13" y="2"/>
                      <a:pt x="14" y="2"/>
                      <a:pt x="15" y="1"/>
                    </a:cubicBezTo>
                    <a:cubicBezTo>
                      <a:pt x="15" y="1"/>
                      <a:pt x="15" y="1"/>
                      <a:pt x="15" y="0"/>
                    </a:cubicBezTo>
                    <a:cubicBezTo>
                      <a:pt x="15" y="0"/>
                      <a:pt x="15" y="0"/>
                      <a:pt x="14" y="0"/>
                    </a:cubicBezTo>
                    <a:cubicBezTo>
                      <a:pt x="14" y="0"/>
                      <a:pt x="14" y="0"/>
                      <a:pt x="14" y="0"/>
                    </a:cubicBezTo>
                    <a:cubicBezTo>
                      <a:pt x="14" y="1"/>
                      <a:pt x="13" y="2"/>
                      <a:pt x="12" y="2"/>
                    </a:cubicBezTo>
                    <a:cubicBezTo>
                      <a:pt x="11" y="3"/>
                      <a:pt x="11" y="3"/>
                      <a:pt x="11" y="3"/>
                    </a:cubicBezTo>
                    <a:cubicBezTo>
                      <a:pt x="11" y="3"/>
                      <a:pt x="11" y="3"/>
                      <a:pt x="11" y="3"/>
                    </a:cubicBezTo>
                    <a:cubicBezTo>
                      <a:pt x="11" y="3"/>
                      <a:pt x="11" y="2"/>
                      <a:pt x="10" y="2"/>
                    </a:cubicBezTo>
                    <a:cubicBezTo>
                      <a:pt x="10" y="2"/>
                      <a:pt x="10" y="2"/>
                      <a:pt x="10" y="2"/>
                    </a:cubicBezTo>
                    <a:cubicBezTo>
                      <a:pt x="10" y="2"/>
                      <a:pt x="10" y="2"/>
                      <a:pt x="10" y="1"/>
                    </a:cubicBezTo>
                    <a:cubicBezTo>
                      <a:pt x="10" y="0"/>
                      <a:pt x="10" y="0"/>
                      <a:pt x="10" y="0"/>
                    </a:cubicBezTo>
                    <a:cubicBezTo>
                      <a:pt x="10" y="0"/>
                      <a:pt x="10" y="0"/>
                      <a:pt x="10" y="0"/>
                    </a:cubicBezTo>
                    <a:cubicBezTo>
                      <a:pt x="10" y="0"/>
                      <a:pt x="10" y="0"/>
                      <a:pt x="10" y="0"/>
                    </a:cubicBezTo>
                    <a:cubicBezTo>
                      <a:pt x="10" y="0"/>
                      <a:pt x="10" y="0"/>
                      <a:pt x="10" y="0"/>
                    </a:cubicBezTo>
                    <a:cubicBezTo>
                      <a:pt x="10" y="1"/>
                      <a:pt x="10" y="1"/>
                      <a:pt x="9" y="2"/>
                    </a:cubicBezTo>
                    <a:cubicBezTo>
                      <a:pt x="9" y="2"/>
                      <a:pt x="9" y="2"/>
                      <a:pt x="9" y="2"/>
                    </a:cubicBezTo>
                    <a:cubicBezTo>
                      <a:pt x="9" y="2"/>
                      <a:pt x="8" y="2"/>
                      <a:pt x="8" y="2"/>
                    </a:cubicBezTo>
                    <a:cubicBezTo>
                      <a:pt x="8" y="2"/>
                      <a:pt x="8" y="2"/>
                      <a:pt x="8" y="2"/>
                    </a:cubicBezTo>
                    <a:cubicBezTo>
                      <a:pt x="8" y="2"/>
                      <a:pt x="8" y="2"/>
                      <a:pt x="8" y="3"/>
                    </a:cubicBezTo>
                    <a:cubicBezTo>
                      <a:pt x="7" y="3"/>
                      <a:pt x="7" y="3"/>
                      <a:pt x="7" y="3"/>
                    </a:cubicBezTo>
                    <a:cubicBezTo>
                      <a:pt x="7" y="3"/>
                      <a:pt x="7" y="3"/>
                      <a:pt x="7" y="3"/>
                    </a:cubicBezTo>
                    <a:cubicBezTo>
                      <a:pt x="7" y="3"/>
                      <a:pt x="7" y="3"/>
                      <a:pt x="7" y="3"/>
                    </a:cubicBezTo>
                    <a:cubicBezTo>
                      <a:pt x="7" y="3"/>
                      <a:pt x="7" y="3"/>
                      <a:pt x="7" y="3"/>
                    </a:cubicBezTo>
                    <a:cubicBezTo>
                      <a:pt x="6" y="3"/>
                      <a:pt x="6" y="3"/>
                      <a:pt x="6" y="3"/>
                    </a:cubicBezTo>
                    <a:cubicBezTo>
                      <a:pt x="5" y="4"/>
                      <a:pt x="6" y="4"/>
                      <a:pt x="6" y="4"/>
                    </a:cubicBezTo>
                    <a:cubicBezTo>
                      <a:pt x="3" y="6"/>
                      <a:pt x="1" y="8"/>
                      <a:pt x="1" y="12"/>
                    </a:cubicBezTo>
                    <a:cubicBezTo>
                      <a:pt x="0" y="17"/>
                      <a:pt x="2" y="29"/>
                      <a:pt x="7" y="30"/>
                    </a:cubicBezTo>
                    <a:cubicBezTo>
                      <a:pt x="13" y="31"/>
                      <a:pt x="19" y="20"/>
                      <a:pt x="20" y="15"/>
                    </a:cubicBezTo>
                    <a:cubicBezTo>
                      <a:pt x="20" y="11"/>
                      <a:pt x="18" y="7"/>
                      <a:pt x="15"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 name="Freeform 379"/>
              <p:cNvSpPr>
                <a:spLocks/>
              </p:cNvSpPr>
              <p:nvPr/>
            </p:nvSpPr>
            <p:spPr bwMode="auto">
              <a:xfrm>
                <a:off x="1929" y="1451"/>
                <a:ext cx="26" cy="41"/>
              </a:xfrm>
              <a:custGeom>
                <a:avLst/>
                <a:gdLst>
                  <a:gd name="T0" fmla="*/ 15 w 20"/>
                  <a:gd name="T1" fmla="*/ 5 h 31"/>
                  <a:gd name="T2" fmla="*/ 15 w 20"/>
                  <a:gd name="T3" fmla="*/ 5 h 31"/>
                  <a:gd name="T4" fmla="*/ 15 w 20"/>
                  <a:gd name="T5" fmla="*/ 5 h 31"/>
                  <a:gd name="T6" fmla="*/ 15 w 20"/>
                  <a:gd name="T7" fmla="*/ 5 h 31"/>
                  <a:gd name="T8" fmla="*/ 14 w 20"/>
                  <a:gd name="T9" fmla="*/ 5 h 31"/>
                  <a:gd name="T10" fmla="*/ 15 w 20"/>
                  <a:gd name="T11" fmla="*/ 4 h 31"/>
                  <a:gd name="T12" fmla="*/ 15 w 20"/>
                  <a:gd name="T13" fmla="*/ 4 h 31"/>
                  <a:gd name="T14" fmla="*/ 15 w 20"/>
                  <a:gd name="T15" fmla="*/ 4 h 31"/>
                  <a:gd name="T16" fmla="*/ 14 w 20"/>
                  <a:gd name="T17" fmla="*/ 4 h 31"/>
                  <a:gd name="T18" fmla="*/ 13 w 20"/>
                  <a:gd name="T19" fmla="*/ 4 h 31"/>
                  <a:gd name="T20" fmla="*/ 13 w 20"/>
                  <a:gd name="T21" fmla="*/ 4 h 31"/>
                  <a:gd name="T22" fmla="*/ 12 w 20"/>
                  <a:gd name="T23" fmla="*/ 3 h 31"/>
                  <a:gd name="T24" fmla="*/ 12 w 20"/>
                  <a:gd name="T25" fmla="*/ 3 h 31"/>
                  <a:gd name="T26" fmla="*/ 12 w 20"/>
                  <a:gd name="T27" fmla="*/ 3 h 31"/>
                  <a:gd name="T28" fmla="*/ 15 w 20"/>
                  <a:gd name="T29" fmla="*/ 1 h 31"/>
                  <a:gd name="T30" fmla="*/ 15 w 20"/>
                  <a:gd name="T31" fmla="*/ 1 h 31"/>
                  <a:gd name="T32" fmla="*/ 14 w 20"/>
                  <a:gd name="T33" fmla="*/ 0 h 31"/>
                  <a:gd name="T34" fmla="*/ 14 w 20"/>
                  <a:gd name="T35" fmla="*/ 0 h 31"/>
                  <a:gd name="T36" fmla="*/ 11 w 20"/>
                  <a:gd name="T37" fmla="*/ 2 h 31"/>
                  <a:gd name="T38" fmla="*/ 11 w 20"/>
                  <a:gd name="T39" fmla="*/ 3 h 31"/>
                  <a:gd name="T40" fmla="*/ 10 w 20"/>
                  <a:gd name="T41" fmla="*/ 3 h 31"/>
                  <a:gd name="T42" fmla="*/ 10 w 20"/>
                  <a:gd name="T43" fmla="*/ 2 h 31"/>
                  <a:gd name="T44" fmla="*/ 10 w 20"/>
                  <a:gd name="T45" fmla="*/ 2 h 31"/>
                  <a:gd name="T46" fmla="*/ 10 w 20"/>
                  <a:gd name="T47" fmla="*/ 1 h 31"/>
                  <a:gd name="T48" fmla="*/ 10 w 20"/>
                  <a:gd name="T49" fmla="*/ 0 h 31"/>
                  <a:gd name="T50" fmla="*/ 10 w 20"/>
                  <a:gd name="T51" fmla="*/ 0 h 31"/>
                  <a:gd name="T52" fmla="*/ 10 w 20"/>
                  <a:gd name="T53" fmla="*/ 0 h 31"/>
                  <a:gd name="T54" fmla="*/ 10 w 20"/>
                  <a:gd name="T55" fmla="*/ 0 h 31"/>
                  <a:gd name="T56" fmla="*/ 9 w 20"/>
                  <a:gd name="T57" fmla="*/ 2 h 31"/>
                  <a:gd name="T58" fmla="*/ 9 w 20"/>
                  <a:gd name="T59" fmla="*/ 2 h 31"/>
                  <a:gd name="T60" fmla="*/ 8 w 20"/>
                  <a:gd name="T61" fmla="*/ 2 h 31"/>
                  <a:gd name="T62" fmla="*/ 8 w 20"/>
                  <a:gd name="T63" fmla="*/ 2 h 31"/>
                  <a:gd name="T64" fmla="*/ 8 w 20"/>
                  <a:gd name="T65" fmla="*/ 3 h 31"/>
                  <a:gd name="T66" fmla="*/ 7 w 20"/>
                  <a:gd name="T67" fmla="*/ 3 h 31"/>
                  <a:gd name="T68" fmla="*/ 7 w 20"/>
                  <a:gd name="T69" fmla="*/ 3 h 31"/>
                  <a:gd name="T70" fmla="*/ 7 w 20"/>
                  <a:gd name="T71" fmla="*/ 3 h 31"/>
                  <a:gd name="T72" fmla="*/ 6 w 20"/>
                  <a:gd name="T73" fmla="*/ 3 h 31"/>
                  <a:gd name="T74" fmla="*/ 5 w 20"/>
                  <a:gd name="T75" fmla="*/ 3 h 31"/>
                  <a:gd name="T76" fmla="*/ 6 w 20"/>
                  <a:gd name="T77" fmla="*/ 4 h 31"/>
                  <a:gd name="T78" fmla="*/ 0 w 20"/>
                  <a:gd name="T79" fmla="*/ 12 h 31"/>
                  <a:gd name="T80" fmla="*/ 7 w 20"/>
                  <a:gd name="T81" fmla="*/ 30 h 31"/>
                  <a:gd name="T82" fmla="*/ 19 w 20"/>
                  <a:gd name="T83" fmla="*/ 15 h 31"/>
                  <a:gd name="T84" fmla="*/ 15 w 20"/>
                  <a:gd name="T85" fmla="*/ 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 h="31">
                    <a:moveTo>
                      <a:pt x="15" y="5"/>
                    </a:moveTo>
                    <a:cubicBezTo>
                      <a:pt x="15" y="5"/>
                      <a:pt x="15" y="5"/>
                      <a:pt x="15" y="5"/>
                    </a:cubicBezTo>
                    <a:cubicBezTo>
                      <a:pt x="15" y="5"/>
                      <a:pt x="15" y="5"/>
                      <a:pt x="15" y="5"/>
                    </a:cubicBezTo>
                    <a:cubicBezTo>
                      <a:pt x="15" y="5"/>
                      <a:pt x="15" y="5"/>
                      <a:pt x="15" y="5"/>
                    </a:cubicBezTo>
                    <a:cubicBezTo>
                      <a:pt x="15" y="5"/>
                      <a:pt x="14" y="5"/>
                      <a:pt x="14" y="5"/>
                    </a:cubicBezTo>
                    <a:cubicBezTo>
                      <a:pt x="15" y="4"/>
                      <a:pt x="15" y="4"/>
                      <a:pt x="15" y="4"/>
                    </a:cubicBezTo>
                    <a:cubicBezTo>
                      <a:pt x="15" y="4"/>
                      <a:pt x="15" y="4"/>
                      <a:pt x="15" y="4"/>
                    </a:cubicBezTo>
                    <a:cubicBezTo>
                      <a:pt x="15" y="4"/>
                      <a:pt x="15" y="4"/>
                      <a:pt x="15" y="4"/>
                    </a:cubicBezTo>
                    <a:cubicBezTo>
                      <a:pt x="14" y="4"/>
                      <a:pt x="14" y="4"/>
                      <a:pt x="14" y="4"/>
                    </a:cubicBezTo>
                    <a:cubicBezTo>
                      <a:pt x="13" y="4"/>
                      <a:pt x="13" y="4"/>
                      <a:pt x="13" y="4"/>
                    </a:cubicBezTo>
                    <a:cubicBezTo>
                      <a:pt x="13" y="4"/>
                      <a:pt x="13" y="4"/>
                      <a:pt x="13" y="4"/>
                    </a:cubicBezTo>
                    <a:cubicBezTo>
                      <a:pt x="13" y="4"/>
                      <a:pt x="12" y="4"/>
                      <a:pt x="12" y="3"/>
                    </a:cubicBezTo>
                    <a:cubicBezTo>
                      <a:pt x="12" y="3"/>
                      <a:pt x="12" y="3"/>
                      <a:pt x="12" y="3"/>
                    </a:cubicBezTo>
                    <a:cubicBezTo>
                      <a:pt x="12" y="3"/>
                      <a:pt x="12" y="3"/>
                      <a:pt x="12" y="3"/>
                    </a:cubicBezTo>
                    <a:cubicBezTo>
                      <a:pt x="13" y="3"/>
                      <a:pt x="14" y="2"/>
                      <a:pt x="15" y="1"/>
                    </a:cubicBezTo>
                    <a:cubicBezTo>
                      <a:pt x="15" y="1"/>
                      <a:pt x="15" y="1"/>
                      <a:pt x="15" y="1"/>
                    </a:cubicBezTo>
                    <a:cubicBezTo>
                      <a:pt x="15" y="0"/>
                      <a:pt x="14" y="0"/>
                      <a:pt x="14" y="0"/>
                    </a:cubicBezTo>
                    <a:cubicBezTo>
                      <a:pt x="14" y="0"/>
                      <a:pt x="14" y="0"/>
                      <a:pt x="14" y="0"/>
                    </a:cubicBezTo>
                    <a:cubicBezTo>
                      <a:pt x="13" y="1"/>
                      <a:pt x="12" y="2"/>
                      <a:pt x="11" y="2"/>
                    </a:cubicBezTo>
                    <a:cubicBezTo>
                      <a:pt x="11" y="3"/>
                      <a:pt x="11" y="3"/>
                      <a:pt x="11" y="3"/>
                    </a:cubicBezTo>
                    <a:cubicBezTo>
                      <a:pt x="11" y="3"/>
                      <a:pt x="11" y="3"/>
                      <a:pt x="10" y="3"/>
                    </a:cubicBezTo>
                    <a:cubicBezTo>
                      <a:pt x="10" y="3"/>
                      <a:pt x="10" y="3"/>
                      <a:pt x="10" y="2"/>
                    </a:cubicBezTo>
                    <a:cubicBezTo>
                      <a:pt x="10" y="2"/>
                      <a:pt x="10" y="2"/>
                      <a:pt x="10" y="2"/>
                    </a:cubicBezTo>
                    <a:cubicBezTo>
                      <a:pt x="10" y="2"/>
                      <a:pt x="10" y="2"/>
                      <a:pt x="10" y="1"/>
                    </a:cubicBezTo>
                    <a:cubicBezTo>
                      <a:pt x="10" y="0"/>
                      <a:pt x="10" y="0"/>
                      <a:pt x="10" y="0"/>
                    </a:cubicBezTo>
                    <a:cubicBezTo>
                      <a:pt x="10" y="0"/>
                      <a:pt x="10" y="0"/>
                      <a:pt x="10" y="0"/>
                    </a:cubicBezTo>
                    <a:cubicBezTo>
                      <a:pt x="10" y="0"/>
                      <a:pt x="10" y="0"/>
                      <a:pt x="10" y="0"/>
                    </a:cubicBezTo>
                    <a:cubicBezTo>
                      <a:pt x="10" y="0"/>
                      <a:pt x="10" y="0"/>
                      <a:pt x="10" y="0"/>
                    </a:cubicBezTo>
                    <a:cubicBezTo>
                      <a:pt x="10" y="1"/>
                      <a:pt x="9" y="1"/>
                      <a:pt x="9" y="2"/>
                    </a:cubicBezTo>
                    <a:cubicBezTo>
                      <a:pt x="9" y="2"/>
                      <a:pt x="9" y="2"/>
                      <a:pt x="9" y="2"/>
                    </a:cubicBezTo>
                    <a:cubicBezTo>
                      <a:pt x="8" y="2"/>
                      <a:pt x="8" y="2"/>
                      <a:pt x="8" y="2"/>
                    </a:cubicBezTo>
                    <a:cubicBezTo>
                      <a:pt x="8" y="2"/>
                      <a:pt x="8" y="2"/>
                      <a:pt x="8" y="2"/>
                    </a:cubicBezTo>
                    <a:cubicBezTo>
                      <a:pt x="8" y="2"/>
                      <a:pt x="8" y="3"/>
                      <a:pt x="8" y="3"/>
                    </a:cubicBezTo>
                    <a:cubicBezTo>
                      <a:pt x="7" y="3"/>
                      <a:pt x="7" y="3"/>
                      <a:pt x="7" y="3"/>
                    </a:cubicBezTo>
                    <a:cubicBezTo>
                      <a:pt x="7" y="3"/>
                      <a:pt x="7" y="3"/>
                      <a:pt x="7" y="3"/>
                    </a:cubicBezTo>
                    <a:cubicBezTo>
                      <a:pt x="7" y="3"/>
                      <a:pt x="7" y="3"/>
                      <a:pt x="7" y="3"/>
                    </a:cubicBezTo>
                    <a:cubicBezTo>
                      <a:pt x="6" y="3"/>
                      <a:pt x="6" y="3"/>
                      <a:pt x="6" y="3"/>
                    </a:cubicBezTo>
                    <a:cubicBezTo>
                      <a:pt x="6" y="3"/>
                      <a:pt x="6" y="3"/>
                      <a:pt x="5" y="3"/>
                    </a:cubicBezTo>
                    <a:cubicBezTo>
                      <a:pt x="5" y="4"/>
                      <a:pt x="5" y="4"/>
                      <a:pt x="6" y="4"/>
                    </a:cubicBezTo>
                    <a:cubicBezTo>
                      <a:pt x="3" y="6"/>
                      <a:pt x="1" y="8"/>
                      <a:pt x="0" y="12"/>
                    </a:cubicBezTo>
                    <a:cubicBezTo>
                      <a:pt x="0" y="17"/>
                      <a:pt x="2" y="29"/>
                      <a:pt x="7" y="30"/>
                    </a:cubicBezTo>
                    <a:cubicBezTo>
                      <a:pt x="12" y="31"/>
                      <a:pt x="18" y="20"/>
                      <a:pt x="19" y="15"/>
                    </a:cubicBezTo>
                    <a:cubicBezTo>
                      <a:pt x="20" y="11"/>
                      <a:pt x="18" y="7"/>
                      <a:pt x="15"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 name="Freeform 380"/>
              <p:cNvSpPr>
                <a:spLocks/>
              </p:cNvSpPr>
              <p:nvPr/>
            </p:nvSpPr>
            <p:spPr bwMode="auto">
              <a:xfrm>
                <a:off x="1929" y="1404"/>
                <a:ext cx="26" cy="41"/>
              </a:xfrm>
              <a:custGeom>
                <a:avLst/>
                <a:gdLst>
                  <a:gd name="T0" fmla="*/ 15 w 20"/>
                  <a:gd name="T1" fmla="*/ 5 h 31"/>
                  <a:gd name="T2" fmla="*/ 15 w 20"/>
                  <a:gd name="T3" fmla="*/ 5 h 31"/>
                  <a:gd name="T4" fmla="*/ 15 w 20"/>
                  <a:gd name="T5" fmla="*/ 5 h 31"/>
                  <a:gd name="T6" fmla="*/ 15 w 20"/>
                  <a:gd name="T7" fmla="*/ 5 h 31"/>
                  <a:gd name="T8" fmla="*/ 14 w 20"/>
                  <a:gd name="T9" fmla="*/ 4 h 31"/>
                  <a:gd name="T10" fmla="*/ 15 w 20"/>
                  <a:gd name="T11" fmla="*/ 4 h 31"/>
                  <a:gd name="T12" fmla="*/ 15 w 20"/>
                  <a:gd name="T13" fmla="*/ 4 h 31"/>
                  <a:gd name="T14" fmla="*/ 15 w 20"/>
                  <a:gd name="T15" fmla="*/ 4 h 31"/>
                  <a:gd name="T16" fmla="*/ 14 w 20"/>
                  <a:gd name="T17" fmla="*/ 4 h 31"/>
                  <a:gd name="T18" fmla="*/ 13 w 20"/>
                  <a:gd name="T19" fmla="*/ 4 h 31"/>
                  <a:gd name="T20" fmla="*/ 13 w 20"/>
                  <a:gd name="T21" fmla="*/ 4 h 31"/>
                  <a:gd name="T22" fmla="*/ 12 w 20"/>
                  <a:gd name="T23" fmla="*/ 3 h 31"/>
                  <a:gd name="T24" fmla="*/ 12 w 20"/>
                  <a:gd name="T25" fmla="*/ 3 h 31"/>
                  <a:gd name="T26" fmla="*/ 12 w 20"/>
                  <a:gd name="T27" fmla="*/ 3 h 31"/>
                  <a:gd name="T28" fmla="*/ 15 w 20"/>
                  <a:gd name="T29" fmla="*/ 1 h 31"/>
                  <a:gd name="T30" fmla="*/ 15 w 20"/>
                  <a:gd name="T31" fmla="*/ 0 h 31"/>
                  <a:gd name="T32" fmla="*/ 14 w 20"/>
                  <a:gd name="T33" fmla="*/ 0 h 31"/>
                  <a:gd name="T34" fmla="*/ 14 w 20"/>
                  <a:gd name="T35" fmla="*/ 0 h 31"/>
                  <a:gd name="T36" fmla="*/ 11 w 20"/>
                  <a:gd name="T37" fmla="*/ 2 h 31"/>
                  <a:gd name="T38" fmla="*/ 11 w 20"/>
                  <a:gd name="T39" fmla="*/ 3 h 31"/>
                  <a:gd name="T40" fmla="*/ 10 w 20"/>
                  <a:gd name="T41" fmla="*/ 3 h 31"/>
                  <a:gd name="T42" fmla="*/ 10 w 20"/>
                  <a:gd name="T43" fmla="*/ 2 h 31"/>
                  <a:gd name="T44" fmla="*/ 10 w 20"/>
                  <a:gd name="T45" fmla="*/ 2 h 31"/>
                  <a:gd name="T46" fmla="*/ 10 w 20"/>
                  <a:gd name="T47" fmla="*/ 1 h 31"/>
                  <a:gd name="T48" fmla="*/ 10 w 20"/>
                  <a:gd name="T49" fmla="*/ 0 h 31"/>
                  <a:gd name="T50" fmla="*/ 10 w 20"/>
                  <a:gd name="T51" fmla="*/ 0 h 31"/>
                  <a:gd name="T52" fmla="*/ 10 w 20"/>
                  <a:gd name="T53" fmla="*/ 0 h 31"/>
                  <a:gd name="T54" fmla="*/ 10 w 20"/>
                  <a:gd name="T55" fmla="*/ 0 h 31"/>
                  <a:gd name="T56" fmla="*/ 9 w 20"/>
                  <a:gd name="T57" fmla="*/ 2 h 31"/>
                  <a:gd name="T58" fmla="*/ 9 w 20"/>
                  <a:gd name="T59" fmla="*/ 2 h 31"/>
                  <a:gd name="T60" fmla="*/ 8 w 20"/>
                  <a:gd name="T61" fmla="*/ 2 h 31"/>
                  <a:gd name="T62" fmla="*/ 8 w 20"/>
                  <a:gd name="T63" fmla="*/ 2 h 31"/>
                  <a:gd name="T64" fmla="*/ 8 w 20"/>
                  <a:gd name="T65" fmla="*/ 3 h 31"/>
                  <a:gd name="T66" fmla="*/ 7 w 20"/>
                  <a:gd name="T67" fmla="*/ 3 h 31"/>
                  <a:gd name="T68" fmla="*/ 7 w 20"/>
                  <a:gd name="T69" fmla="*/ 3 h 31"/>
                  <a:gd name="T70" fmla="*/ 7 w 20"/>
                  <a:gd name="T71" fmla="*/ 3 h 31"/>
                  <a:gd name="T72" fmla="*/ 6 w 20"/>
                  <a:gd name="T73" fmla="*/ 3 h 31"/>
                  <a:gd name="T74" fmla="*/ 5 w 20"/>
                  <a:gd name="T75" fmla="*/ 3 h 31"/>
                  <a:gd name="T76" fmla="*/ 6 w 20"/>
                  <a:gd name="T77" fmla="*/ 4 h 31"/>
                  <a:gd name="T78" fmla="*/ 0 w 20"/>
                  <a:gd name="T79" fmla="*/ 12 h 31"/>
                  <a:gd name="T80" fmla="*/ 7 w 20"/>
                  <a:gd name="T81" fmla="*/ 30 h 31"/>
                  <a:gd name="T82" fmla="*/ 19 w 20"/>
                  <a:gd name="T83" fmla="*/ 15 h 31"/>
                  <a:gd name="T84" fmla="*/ 15 w 20"/>
                  <a:gd name="T85" fmla="*/ 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 h="31">
                    <a:moveTo>
                      <a:pt x="15" y="5"/>
                    </a:moveTo>
                    <a:cubicBezTo>
                      <a:pt x="15" y="5"/>
                      <a:pt x="15" y="5"/>
                      <a:pt x="15" y="5"/>
                    </a:cubicBezTo>
                    <a:cubicBezTo>
                      <a:pt x="15" y="5"/>
                      <a:pt x="15" y="5"/>
                      <a:pt x="15" y="5"/>
                    </a:cubicBezTo>
                    <a:cubicBezTo>
                      <a:pt x="15" y="5"/>
                      <a:pt x="15" y="5"/>
                      <a:pt x="15" y="5"/>
                    </a:cubicBezTo>
                    <a:cubicBezTo>
                      <a:pt x="15" y="5"/>
                      <a:pt x="14" y="4"/>
                      <a:pt x="14" y="4"/>
                    </a:cubicBezTo>
                    <a:cubicBezTo>
                      <a:pt x="15" y="4"/>
                      <a:pt x="15" y="4"/>
                      <a:pt x="15" y="4"/>
                    </a:cubicBezTo>
                    <a:cubicBezTo>
                      <a:pt x="15" y="4"/>
                      <a:pt x="15" y="4"/>
                      <a:pt x="15" y="4"/>
                    </a:cubicBezTo>
                    <a:cubicBezTo>
                      <a:pt x="15" y="4"/>
                      <a:pt x="15" y="3"/>
                      <a:pt x="15" y="4"/>
                    </a:cubicBezTo>
                    <a:cubicBezTo>
                      <a:pt x="14" y="4"/>
                      <a:pt x="14" y="4"/>
                      <a:pt x="14" y="4"/>
                    </a:cubicBezTo>
                    <a:cubicBezTo>
                      <a:pt x="13" y="4"/>
                      <a:pt x="13" y="4"/>
                      <a:pt x="13" y="4"/>
                    </a:cubicBezTo>
                    <a:cubicBezTo>
                      <a:pt x="13" y="4"/>
                      <a:pt x="13" y="4"/>
                      <a:pt x="13" y="4"/>
                    </a:cubicBezTo>
                    <a:cubicBezTo>
                      <a:pt x="13" y="4"/>
                      <a:pt x="12" y="4"/>
                      <a:pt x="12" y="3"/>
                    </a:cubicBezTo>
                    <a:cubicBezTo>
                      <a:pt x="12" y="3"/>
                      <a:pt x="12" y="3"/>
                      <a:pt x="12" y="3"/>
                    </a:cubicBezTo>
                    <a:cubicBezTo>
                      <a:pt x="12" y="3"/>
                      <a:pt x="12" y="3"/>
                      <a:pt x="12" y="3"/>
                    </a:cubicBezTo>
                    <a:cubicBezTo>
                      <a:pt x="13" y="2"/>
                      <a:pt x="14" y="2"/>
                      <a:pt x="15" y="1"/>
                    </a:cubicBezTo>
                    <a:cubicBezTo>
                      <a:pt x="15" y="1"/>
                      <a:pt x="15" y="1"/>
                      <a:pt x="15" y="0"/>
                    </a:cubicBezTo>
                    <a:cubicBezTo>
                      <a:pt x="15" y="0"/>
                      <a:pt x="14" y="0"/>
                      <a:pt x="14" y="0"/>
                    </a:cubicBezTo>
                    <a:cubicBezTo>
                      <a:pt x="14" y="0"/>
                      <a:pt x="14" y="0"/>
                      <a:pt x="14" y="0"/>
                    </a:cubicBezTo>
                    <a:cubicBezTo>
                      <a:pt x="13" y="1"/>
                      <a:pt x="12" y="2"/>
                      <a:pt x="11" y="2"/>
                    </a:cubicBezTo>
                    <a:cubicBezTo>
                      <a:pt x="11" y="3"/>
                      <a:pt x="11" y="3"/>
                      <a:pt x="11" y="3"/>
                    </a:cubicBezTo>
                    <a:cubicBezTo>
                      <a:pt x="11" y="3"/>
                      <a:pt x="11" y="3"/>
                      <a:pt x="10" y="3"/>
                    </a:cubicBezTo>
                    <a:cubicBezTo>
                      <a:pt x="10" y="3"/>
                      <a:pt x="10" y="2"/>
                      <a:pt x="10" y="2"/>
                    </a:cubicBezTo>
                    <a:cubicBezTo>
                      <a:pt x="10" y="2"/>
                      <a:pt x="10" y="2"/>
                      <a:pt x="10" y="2"/>
                    </a:cubicBezTo>
                    <a:cubicBezTo>
                      <a:pt x="10" y="2"/>
                      <a:pt x="10" y="2"/>
                      <a:pt x="10" y="1"/>
                    </a:cubicBezTo>
                    <a:cubicBezTo>
                      <a:pt x="10" y="0"/>
                      <a:pt x="10" y="0"/>
                      <a:pt x="10" y="0"/>
                    </a:cubicBezTo>
                    <a:cubicBezTo>
                      <a:pt x="10" y="0"/>
                      <a:pt x="10" y="0"/>
                      <a:pt x="10" y="0"/>
                    </a:cubicBezTo>
                    <a:cubicBezTo>
                      <a:pt x="10" y="0"/>
                      <a:pt x="10" y="0"/>
                      <a:pt x="10" y="0"/>
                    </a:cubicBezTo>
                    <a:cubicBezTo>
                      <a:pt x="10" y="0"/>
                      <a:pt x="10" y="0"/>
                      <a:pt x="10" y="0"/>
                    </a:cubicBezTo>
                    <a:cubicBezTo>
                      <a:pt x="10" y="1"/>
                      <a:pt x="9" y="1"/>
                      <a:pt x="9" y="2"/>
                    </a:cubicBezTo>
                    <a:cubicBezTo>
                      <a:pt x="9" y="2"/>
                      <a:pt x="9" y="2"/>
                      <a:pt x="9" y="2"/>
                    </a:cubicBezTo>
                    <a:cubicBezTo>
                      <a:pt x="8" y="2"/>
                      <a:pt x="8" y="2"/>
                      <a:pt x="8" y="2"/>
                    </a:cubicBezTo>
                    <a:cubicBezTo>
                      <a:pt x="8" y="2"/>
                      <a:pt x="8" y="2"/>
                      <a:pt x="8" y="2"/>
                    </a:cubicBezTo>
                    <a:cubicBezTo>
                      <a:pt x="8" y="2"/>
                      <a:pt x="8" y="2"/>
                      <a:pt x="8" y="3"/>
                    </a:cubicBezTo>
                    <a:cubicBezTo>
                      <a:pt x="7" y="3"/>
                      <a:pt x="7" y="3"/>
                      <a:pt x="7" y="3"/>
                    </a:cubicBezTo>
                    <a:cubicBezTo>
                      <a:pt x="7" y="3"/>
                      <a:pt x="7" y="3"/>
                      <a:pt x="7" y="3"/>
                    </a:cubicBezTo>
                    <a:cubicBezTo>
                      <a:pt x="7" y="3"/>
                      <a:pt x="7" y="3"/>
                      <a:pt x="7" y="3"/>
                    </a:cubicBezTo>
                    <a:cubicBezTo>
                      <a:pt x="6" y="3"/>
                      <a:pt x="6" y="3"/>
                      <a:pt x="6" y="3"/>
                    </a:cubicBezTo>
                    <a:cubicBezTo>
                      <a:pt x="6" y="3"/>
                      <a:pt x="6" y="3"/>
                      <a:pt x="5" y="3"/>
                    </a:cubicBezTo>
                    <a:cubicBezTo>
                      <a:pt x="5" y="4"/>
                      <a:pt x="5" y="4"/>
                      <a:pt x="6" y="4"/>
                    </a:cubicBezTo>
                    <a:cubicBezTo>
                      <a:pt x="3" y="6"/>
                      <a:pt x="1" y="8"/>
                      <a:pt x="0" y="12"/>
                    </a:cubicBezTo>
                    <a:cubicBezTo>
                      <a:pt x="0" y="17"/>
                      <a:pt x="2" y="29"/>
                      <a:pt x="7" y="30"/>
                    </a:cubicBezTo>
                    <a:cubicBezTo>
                      <a:pt x="12" y="31"/>
                      <a:pt x="18" y="20"/>
                      <a:pt x="19" y="15"/>
                    </a:cubicBezTo>
                    <a:cubicBezTo>
                      <a:pt x="20" y="11"/>
                      <a:pt x="18" y="7"/>
                      <a:pt x="15"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 name="Freeform 381"/>
              <p:cNvSpPr>
                <a:spLocks/>
              </p:cNvSpPr>
              <p:nvPr/>
            </p:nvSpPr>
            <p:spPr bwMode="auto">
              <a:xfrm>
                <a:off x="1565" y="1534"/>
                <a:ext cx="66" cy="68"/>
              </a:xfrm>
              <a:custGeom>
                <a:avLst/>
                <a:gdLst>
                  <a:gd name="T0" fmla="*/ 44 w 50"/>
                  <a:gd name="T1" fmla="*/ 14 h 51"/>
                  <a:gd name="T2" fmla="*/ 31 w 50"/>
                  <a:gd name="T3" fmla="*/ 10 h 51"/>
                  <a:gd name="T4" fmla="*/ 34 w 50"/>
                  <a:gd name="T5" fmla="*/ 1 h 51"/>
                  <a:gd name="T6" fmla="*/ 25 w 50"/>
                  <a:gd name="T7" fmla="*/ 12 h 51"/>
                  <a:gd name="T8" fmla="*/ 28 w 50"/>
                  <a:gd name="T9" fmla="*/ 2 h 51"/>
                  <a:gd name="T10" fmla="*/ 27 w 50"/>
                  <a:gd name="T11" fmla="*/ 0 h 51"/>
                  <a:gd name="T12" fmla="*/ 24 w 50"/>
                  <a:gd name="T13" fmla="*/ 12 h 51"/>
                  <a:gd name="T14" fmla="*/ 6 w 50"/>
                  <a:gd name="T15" fmla="*/ 14 h 51"/>
                  <a:gd name="T16" fmla="*/ 17 w 50"/>
                  <a:gd name="T17" fmla="*/ 51 h 51"/>
                  <a:gd name="T18" fmla="*/ 25 w 50"/>
                  <a:gd name="T19" fmla="*/ 50 h 51"/>
                  <a:gd name="T20" fmla="*/ 33 w 50"/>
                  <a:gd name="T21" fmla="*/ 51 h 51"/>
                  <a:gd name="T22" fmla="*/ 44 w 50"/>
                  <a:gd name="T23" fmla="*/ 1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 h="51">
                    <a:moveTo>
                      <a:pt x="44" y="14"/>
                    </a:moveTo>
                    <a:cubicBezTo>
                      <a:pt x="40" y="10"/>
                      <a:pt x="35" y="10"/>
                      <a:pt x="31" y="10"/>
                    </a:cubicBezTo>
                    <a:cubicBezTo>
                      <a:pt x="32" y="9"/>
                      <a:pt x="34" y="6"/>
                      <a:pt x="34" y="1"/>
                    </a:cubicBezTo>
                    <a:cubicBezTo>
                      <a:pt x="34" y="1"/>
                      <a:pt x="26" y="3"/>
                      <a:pt x="25" y="12"/>
                    </a:cubicBezTo>
                    <a:cubicBezTo>
                      <a:pt x="25" y="9"/>
                      <a:pt x="24" y="3"/>
                      <a:pt x="28" y="2"/>
                    </a:cubicBezTo>
                    <a:cubicBezTo>
                      <a:pt x="27" y="0"/>
                      <a:pt x="27" y="0"/>
                      <a:pt x="27" y="0"/>
                    </a:cubicBezTo>
                    <a:cubicBezTo>
                      <a:pt x="23" y="2"/>
                      <a:pt x="23" y="8"/>
                      <a:pt x="24" y="12"/>
                    </a:cubicBezTo>
                    <a:cubicBezTo>
                      <a:pt x="20" y="10"/>
                      <a:pt x="11" y="8"/>
                      <a:pt x="6" y="14"/>
                    </a:cubicBezTo>
                    <a:cubicBezTo>
                      <a:pt x="0" y="22"/>
                      <a:pt x="6" y="51"/>
                      <a:pt x="17" y="51"/>
                    </a:cubicBezTo>
                    <a:cubicBezTo>
                      <a:pt x="22" y="51"/>
                      <a:pt x="24" y="50"/>
                      <a:pt x="25" y="50"/>
                    </a:cubicBezTo>
                    <a:cubicBezTo>
                      <a:pt x="26" y="50"/>
                      <a:pt x="28" y="51"/>
                      <a:pt x="33" y="51"/>
                    </a:cubicBezTo>
                    <a:cubicBezTo>
                      <a:pt x="44" y="51"/>
                      <a:pt x="50" y="22"/>
                      <a:pt x="44" y="1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 name="Freeform 382"/>
              <p:cNvSpPr>
                <a:spLocks/>
              </p:cNvSpPr>
              <p:nvPr/>
            </p:nvSpPr>
            <p:spPr bwMode="auto">
              <a:xfrm>
                <a:off x="1631" y="1534"/>
                <a:ext cx="66" cy="68"/>
              </a:xfrm>
              <a:custGeom>
                <a:avLst/>
                <a:gdLst>
                  <a:gd name="T0" fmla="*/ 44 w 50"/>
                  <a:gd name="T1" fmla="*/ 14 h 51"/>
                  <a:gd name="T2" fmla="*/ 31 w 50"/>
                  <a:gd name="T3" fmla="*/ 10 h 51"/>
                  <a:gd name="T4" fmla="*/ 34 w 50"/>
                  <a:gd name="T5" fmla="*/ 1 h 51"/>
                  <a:gd name="T6" fmla="*/ 25 w 50"/>
                  <a:gd name="T7" fmla="*/ 12 h 51"/>
                  <a:gd name="T8" fmla="*/ 28 w 50"/>
                  <a:gd name="T9" fmla="*/ 2 h 51"/>
                  <a:gd name="T10" fmla="*/ 27 w 50"/>
                  <a:gd name="T11" fmla="*/ 0 h 51"/>
                  <a:gd name="T12" fmla="*/ 24 w 50"/>
                  <a:gd name="T13" fmla="*/ 12 h 51"/>
                  <a:gd name="T14" fmla="*/ 6 w 50"/>
                  <a:gd name="T15" fmla="*/ 14 h 51"/>
                  <a:gd name="T16" fmla="*/ 17 w 50"/>
                  <a:gd name="T17" fmla="*/ 51 h 51"/>
                  <a:gd name="T18" fmla="*/ 25 w 50"/>
                  <a:gd name="T19" fmla="*/ 50 h 51"/>
                  <a:gd name="T20" fmla="*/ 33 w 50"/>
                  <a:gd name="T21" fmla="*/ 51 h 51"/>
                  <a:gd name="T22" fmla="*/ 44 w 50"/>
                  <a:gd name="T23" fmla="*/ 1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 h="51">
                    <a:moveTo>
                      <a:pt x="44" y="14"/>
                    </a:moveTo>
                    <a:cubicBezTo>
                      <a:pt x="40" y="10"/>
                      <a:pt x="35" y="10"/>
                      <a:pt x="31" y="10"/>
                    </a:cubicBezTo>
                    <a:cubicBezTo>
                      <a:pt x="33" y="9"/>
                      <a:pt x="34" y="6"/>
                      <a:pt x="34" y="1"/>
                    </a:cubicBezTo>
                    <a:cubicBezTo>
                      <a:pt x="34" y="1"/>
                      <a:pt x="26" y="3"/>
                      <a:pt x="25" y="12"/>
                    </a:cubicBezTo>
                    <a:cubicBezTo>
                      <a:pt x="25" y="9"/>
                      <a:pt x="24" y="3"/>
                      <a:pt x="28" y="2"/>
                    </a:cubicBezTo>
                    <a:cubicBezTo>
                      <a:pt x="27" y="0"/>
                      <a:pt x="27" y="0"/>
                      <a:pt x="27" y="0"/>
                    </a:cubicBezTo>
                    <a:cubicBezTo>
                      <a:pt x="23" y="2"/>
                      <a:pt x="23" y="8"/>
                      <a:pt x="24" y="12"/>
                    </a:cubicBezTo>
                    <a:cubicBezTo>
                      <a:pt x="20" y="10"/>
                      <a:pt x="11" y="8"/>
                      <a:pt x="6" y="14"/>
                    </a:cubicBezTo>
                    <a:cubicBezTo>
                      <a:pt x="0" y="22"/>
                      <a:pt x="6" y="51"/>
                      <a:pt x="17" y="51"/>
                    </a:cubicBezTo>
                    <a:cubicBezTo>
                      <a:pt x="22" y="51"/>
                      <a:pt x="24" y="50"/>
                      <a:pt x="25" y="50"/>
                    </a:cubicBezTo>
                    <a:cubicBezTo>
                      <a:pt x="26" y="50"/>
                      <a:pt x="28" y="51"/>
                      <a:pt x="33" y="51"/>
                    </a:cubicBezTo>
                    <a:cubicBezTo>
                      <a:pt x="44" y="51"/>
                      <a:pt x="50" y="22"/>
                      <a:pt x="44" y="1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 name="Freeform 383"/>
              <p:cNvSpPr>
                <a:spLocks/>
              </p:cNvSpPr>
              <p:nvPr/>
            </p:nvSpPr>
            <p:spPr bwMode="auto">
              <a:xfrm>
                <a:off x="1697" y="1534"/>
                <a:ext cx="66" cy="68"/>
              </a:xfrm>
              <a:custGeom>
                <a:avLst/>
                <a:gdLst>
                  <a:gd name="T0" fmla="*/ 44 w 50"/>
                  <a:gd name="T1" fmla="*/ 14 h 51"/>
                  <a:gd name="T2" fmla="*/ 31 w 50"/>
                  <a:gd name="T3" fmla="*/ 10 h 51"/>
                  <a:gd name="T4" fmla="*/ 34 w 50"/>
                  <a:gd name="T5" fmla="*/ 1 h 51"/>
                  <a:gd name="T6" fmla="*/ 25 w 50"/>
                  <a:gd name="T7" fmla="*/ 12 h 51"/>
                  <a:gd name="T8" fmla="*/ 28 w 50"/>
                  <a:gd name="T9" fmla="*/ 2 h 51"/>
                  <a:gd name="T10" fmla="*/ 27 w 50"/>
                  <a:gd name="T11" fmla="*/ 0 h 51"/>
                  <a:gd name="T12" fmla="*/ 24 w 50"/>
                  <a:gd name="T13" fmla="*/ 12 h 51"/>
                  <a:gd name="T14" fmla="*/ 6 w 50"/>
                  <a:gd name="T15" fmla="*/ 14 h 51"/>
                  <a:gd name="T16" fmla="*/ 17 w 50"/>
                  <a:gd name="T17" fmla="*/ 51 h 51"/>
                  <a:gd name="T18" fmla="*/ 25 w 50"/>
                  <a:gd name="T19" fmla="*/ 50 h 51"/>
                  <a:gd name="T20" fmla="*/ 33 w 50"/>
                  <a:gd name="T21" fmla="*/ 51 h 51"/>
                  <a:gd name="T22" fmla="*/ 44 w 50"/>
                  <a:gd name="T23" fmla="*/ 1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 h="51">
                    <a:moveTo>
                      <a:pt x="44" y="14"/>
                    </a:moveTo>
                    <a:cubicBezTo>
                      <a:pt x="40" y="10"/>
                      <a:pt x="35" y="10"/>
                      <a:pt x="31" y="10"/>
                    </a:cubicBezTo>
                    <a:cubicBezTo>
                      <a:pt x="33" y="9"/>
                      <a:pt x="34" y="6"/>
                      <a:pt x="34" y="1"/>
                    </a:cubicBezTo>
                    <a:cubicBezTo>
                      <a:pt x="34" y="1"/>
                      <a:pt x="26" y="3"/>
                      <a:pt x="25" y="12"/>
                    </a:cubicBezTo>
                    <a:cubicBezTo>
                      <a:pt x="25" y="9"/>
                      <a:pt x="24" y="3"/>
                      <a:pt x="28" y="2"/>
                    </a:cubicBezTo>
                    <a:cubicBezTo>
                      <a:pt x="27" y="0"/>
                      <a:pt x="27" y="0"/>
                      <a:pt x="27" y="0"/>
                    </a:cubicBezTo>
                    <a:cubicBezTo>
                      <a:pt x="23" y="2"/>
                      <a:pt x="23" y="8"/>
                      <a:pt x="24" y="12"/>
                    </a:cubicBezTo>
                    <a:cubicBezTo>
                      <a:pt x="20" y="10"/>
                      <a:pt x="11" y="8"/>
                      <a:pt x="6" y="14"/>
                    </a:cubicBezTo>
                    <a:cubicBezTo>
                      <a:pt x="0" y="22"/>
                      <a:pt x="6" y="51"/>
                      <a:pt x="17" y="51"/>
                    </a:cubicBezTo>
                    <a:cubicBezTo>
                      <a:pt x="22" y="51"/>
                      <a:pt x="24" y="50"/>
                      <a:pt x="25" y="50"/>
                    </a:cubicBezTo>
                    <a:cubicBezTo>
                      <a:pt x="26" y="50"/>
                      <a:pt x="28" y="51"/>
                      <a:pt x="33" y="51"/>
                    </a:cubicBezTo>
                    <a:cubicBezTo>
                      <a:pt x="44" y="51"/>
                      <a:pt x="50" y="22"/>
                      <a:pt x="44" y="1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 name="Freeform 384"/>
              <p:cNvSpPr>
                <a:spLocks/>
              </p:cNvSpPr>
              <p:nvPr/>
            </p:nvSpPr>
            <p:spPr bwMode="auto">
              <a:xfrm>
                <a:off x="1763" y="1534"/>
                <a:ext cx="66" cy="68"/>
              </a:xfrm>
              <a:custGeom>
                <a:avLst/>
                <a:gdLst>
                  <a:gd name="T0" fmla="*/ 44 w 50"/>
                  <a:gd name="T1" fmla="*/ 14 h 51"/>
                  <a:gd name="T2" fmla="*/ 31 w 50"/>
                  <a:gd name="T3" fmla="*/ 10 h 51"/>
                  <a:gd name="T4" fmla="*/ 34 w 50"/>
                  <a:gd name="T5" fmla="*/ 1 h 51"/>
                  <a:gd name="T6" fmla="*/ 25 w 50"/>
                  <a:gd name="T7" fmla="*/ 12 h 51"/>
                  <a:gd name="T8" fmla="*/ 28 w 50"/>
                  <a:gd name="T9" fmla="*/ 2 h 51"/>
                  <a:gd name="T10" fmla="*/ 27 w 50"/>
                  <a:gd name="T11" fmla="*/ 0 h 51"/>
                  <a:gd name="T12" fmla="*/ 24 w 50"/>
                  <a:gd name="T13" fmla="*/ 12 h 51"/>
                  <a:gd name="T14" fmla="*/ 6 w 50"/>
                  <a:gd name="T15" fmla="*/ 14 h 51"/>
                  <a:gd name="T16" fmla="*/ 17 w 50"/>
                  <a:gd name="T17" fmla="*/ 51 h 51"/>
                  <a:gd name="T18" fmla="*/ 25 w 50"/>
                  <a:gd name="T19" fmla="*/ 50 h 51"/>
                  <a:gd name="T20" fmla="*/ 33 w 50"/>
                  <a:gd name="T21" fmla="*/ 51 h 51"/>
                  <a:gd name="T22" fmla="*/ 44 w 50"/>
                  <a:gd name="T23" fmla="*/ 1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 h="51">
                    <a:moveTo>
                      <a:pt x="44" y="14"/>
                    </a:moveTo>
                    <a:cubicBezTo>
                      <a:pt x="40" y="10"/>
                      <a:pt x="35" y="10"/>
                      <a:pt x="31" y="10"/>
                    </a:cubicBezTo>
                    <a:cubicBezTo>
                      <a:pt x="33" y="9"/>
                      <a:pt x="34" y="6"/>
                      <a:pt x="34" y="1"/>
                    </a:cubicBezTo>
                    <a:cubicBezTo>
                      <a:pt x="34" y="1"/>
                      <a:pt x="26" y="3"/>
                      <a:pt x="25" y="12"/>
                    </a:cubicBezTo>
                    <a:cubicBezTo>
                      <a:pt x="25" y="9"/>
                      <a:pt x="24" y="3"/>
                      <a:pt x="28" y="2"/>
                    </a:cubicBezTo>
                    <a:cubicBezTo>
                      <a:pt x="27" y="0"/>
                      <a:pt x="27" y="0"/>
                      <a:pt x="27" y="0"/>
                    </a:cubicBezTo>
                    <a:cubicBezTo>
                      <a:pt x="23" y="2"/>
                      <a:pt x="23" y="8"/>
                      <a:pt x="24" y="12"/>
                    </a:cubicBezTo>
                    <a:cubicBezTo>
                      <a:pt x="20" y="10"/>
                      <a:pt x="11" y="8"/>
                      <a:pt x="6" y="14"/>
                    </a:cubicBezTo>
                    <a:cubicBezTo>
                      <a:pt x="0" y="22"/>
                      <a:pt x="6" y="51"/>
                      <a:pt x="17" y="51"/>
                    </a:cubicBezTo>
                    <a:cubicBezTo>
                      <a:pt x="22" y="51"/>
                      <a:pt x="24" y="50"/>
                      <a:pt x="25" y="50"/>
                    </a:cubicBezTo>
                    <a:cubicBezTo>
                      <a:pt x="26" y="50"/>
                      <a:pt x="28" y="51"/>
                      <a:pt x="33" y="51"/>
                    </a:cubicBezTo>
                    <a:cubicBezTo>
                      <a:pt x="44" y="51"/>
                      <a:pt x="50" y="22"/>
                      <a:pt x="44" y="1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 name="Freeform 385"/>
              <p:cNvSpPr>
                <a:spLocks/>
              </p:cNvSpPr>
              <p:nvPr/>
            </p:nvSpPr>
            <p:spPr bwMode="auto">
              <a:xfrm>
                <a:off x="1829" y="1534"/>
                <a:ext cx="65" cy="68"/>
              </a:xfrm>
              <a:custGeom>
                <a:avLst/>
                <a:gdLst>
                  <a:gd name="T0" fmla="*/ 44 w 50"/>
                  <a:gd name="T1" fmla="*/ 14 h 51"/>
                  <a:gd name="T2" fmla="*/ 31 w 50"/>
                  <a:gd name="T3" fmla="*/ 10 h 51"/>
                  <a:gd name="T4" fmla="*/ 34 w 50"/>
                  <a:gd name="T5" fmla="*/ 1 h 51"/>
                  <a:gd name="T6" fmla="*/ 25 w 50"/>
                  <a:gd name="T7" fmla="*/ 12 h 51"/>
                  <a:gd name="T8" fmla="*/ 28 w 50"/>
                  <a:gd name="T9" fmla="*/ 2 h 51"/>
                  <a:gd name="T10" fmla="*/ 27 w 50"/>
                  <a:gd name="T11" fmla="*/ 0 h 51"/>
                  <a:gd name="T12" fmla="*/ 24 w 50"/>
                  <a:gd name="T13" fmla="*/ 12 h 51"/>
                  <a:gd name="T14" fmla="*/ 6 w 50"/>
                  <a:gd name="T15" fmla="*/ 14 h 51"/>
                  <a:gd name="T16" fmla="*/ 17 w 50"/>
                  <a:gd name="T17" fmla="*/ 51 h 51"/>
                  <a:gd name="T18" fmla="*/ 25 w 50"/>
                  <a:gd name="T19" fmla="*/ 50 h 51"/>
                  <a:gd name="T20" fmla="*/ 33 w 50"/>
                  <a:gd name="T21" fmla="*/ 51 h 51"/>
                  <a:gd name="T22" fmla="*/ 44 w 50"/>
                  <a:gd name="T23" fmla="*/ 1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 h="51">
                    <a:moveTo>
                      <a:pt x="44" y="14"/>
                    </a:moveTo>
                    <a:cubicBezTo>
                      <a:pt x="40" y="10"/>
                      <a:pt x="35" y="10"/>
                      <a:pt x="31" y="10"/>
                    </a:cubicBezTo>
                    <a:cubicBezTo>
                      <a:pt x="33" y="9"/>
                      <a:pt x="34" y="6"/>
                      <a:pt x="34" y="1"/>
                    </a:cubicBezTo>
                    <a:cubicBezTo>
                      <a:pt x="34" y="1"/>
                      <a:pt x="26" y="3"/>
                      <a:pt x="25" y="12"/>
                    </a:cubicBezTo>
                    <a:cubicBezTo>
                      <a:pt x="25" y="9"/>
                      <a:pt x="24" y="3"/>
                      <a:pt x="28" y="2"/>
                    </a:cubicBezTo>
                    <a:cubicBezTo>
                      <a:pt x="27" y="0"/>
                      <a:pt x="27" y="0"/>
                      <a:pt x="27" y="0"/>
                    </a:cubicBezTo>
                    <a:cubicBezTo>
                      <a:pt x="23" y="2"/>
                      <a:pt x="23" y="8"/>
                      <a:pt x="24" y="12"/>
                    </a:cubicBezTo>
                    <a:cubicBezTo>
                      <a:pt x="20" y="10"/>
                      <a:pt x="11" y="8"/>
                      <a:pt x="6" y="14"/>
                    </a:cubicBezTo>
                    <a:cubicBezTo>
                      <a:pt x="0" y="22"/>
                      <a:pt x="6" y="51"/>
                      <a:pt x="17" y="51"/>
                    </a:cubicBezTo>
                    <a:cubicBezTo>
                      <a:pt x="22" y="51"/>
                      <a:pt x="24" y="50"/>
                      <a:pt x="25" y="50"/>
                    </a:cubicBezTo>
                    <a:cubicBezTo>
                      <a:pt x="26" y="50"/>
                      <a:pt x="28" y="51"/>
                      <a:pt x="33" y="51"/>
                    </a:cubicBezTo>
                    <a:cubicBezTo>
                      <a:pt x="44" y="51"/>
                      <a:pt x="50" y="22"/>
                      <a:pt x="44" y="1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 name="Freeform 386"/>
              <p:cNvSpPr>
                <a:spLocks/>
              </p:cNvSpPr>
              <p:nvPr/>
            </p:nvSpPr>
            <p:spPr bwMode="auto">
              <a:xfrm>
                <a:off x="1894" y="1534"/>
                <a:ext cx="66" cy="68"/>
              </a:xfrm>
              <a:custGeom>
                <a:avLst/>
                <a:gdLst>
                  <a:gd name="T0" fmla="*/ 44 w 50"/>
                  <a:gd name="T1" fmla="*/ 14 h 51"/>
                  <a:gd name="T2" fmla="*/ 31 w 50"/>
                  <a:gd name="T3" fmla="*/ 10 h 51"/>
                  <a:gd name="T4" fmla="*/ 34 w 50"/>
                  <a:gd name="T5" fmla="*/ 1 h 51"/>
                  <a:gd name="T6" fmla="*/ 25 w 50"/>
                  <a:gd name="T7" fmla="*/ 12 h 51"/>
                  <a:gd name="T8" fmla="*/ 28 w 50"/>
                  <a:gd name="T9" fmla="*/ 2 h 51"/>
                  <a:gd name="T10" fmla="*/ 27 w 50"/>
                  <a:gd name="T11" fmla="*/ 0 h 51"/>
                  <a:gd name="T12" fmla="*/ 24 w 50"/>
                  <a:gd name="T13" fmla="*/ 12 h 51"/>
                  <a:gd name="T14" fmla="*/ 6 w 50"/>
                  <a:gd name="T15" fmla="*/ 14 h 51"/>
                  <a:gd name="T16" fmla="*/ 17 w 50"/>
                  <a:gd name="T17" fmla="*/ 51 h 51"/>
                  <a:gd name="T18" fmla="*/ 25 w 50"/>
                  <a:gd name="T19" fmla="*/ 50 h 51"/>
                  <a:gd name="T20" fmla="*/ 33 w 50"/>
                  <a:gd name="T21" fmla="*/ 51 h 51"/>
                  <a:gd name="T22" fmla="*/ 44 w 50"/>
                  <a:gd name="T23" fmla="*/ 1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 h="51">
                    <a:moveTo>
                      <a:pt x="44" y="14"/>
                    </a:moveTo>
                    <a:cubicBezTo>
                      <a:pt x="40" y="10"/>
                      <a:pt x="35" y="10"/>
                      <a:pt x="31" y="10"/>
                    </a:cubicBezTo>
                    <a:cubicBezTo>
                      <a:pt x="33" y="9"/>
                      <a:pt x="34" y="6"/>
                      <a:pt x="34" y="1"/>
                    </a:cubicBezTo>
                    <a:cubicBezTo>
                      <a:pt x="34" y="1"/>
                      <a:pt x="26" y="3"/>
                      <a:pt x="25" y="12"/>
                    </a:cubicBezTo>
                    <a:cubicBezTo>
                      <a:pt x="25" y="9"/>
                      <a:pt x="24" y="3"/>
                      <a:pt x="28" y="2"/>
                    </a:cubicBezTo>
                    <a:cubicBezTo>
                      <a:pt x="27" y="0"/>
                      <a:pt x="27" y="0"/>
                      <a:pt x="27" y="0"/>
                    </a:cubicBezTo>
                    <a:cubicBezTo>
                      <a:pt x="23" y="2"/>
                      <a:pt x="23" y="8"/>
                      <a:pt x="24" y="12"/>
                    </a:cubicBezTo>
                    <a:cubicBezTo>
                      <a:pt x="20" y="10"/>
                      <a:pt x="11" y="8"/>
                      <a:pt x="6" y="14"/>
                    </a:cubicBezTo>
                    <a:cubicBezTo>
                      <a:pt x="0" y="22"/>
                      <a:pt x="6" y="51"/>
                      <a:pt x="17" y="51"/>
                    </a:cubicBezTo>
                    <a:cubicBezTo>
                      <a:pt x="22" y="51"/>
                      <a:pt x="24" y="50"/>
                      <a:pt x="25" y="50"/>
                    </a:cubicBezTo>
                    <a:cubicBezTo>
                      <a:pt x="26" y="50"/>
                      <a:pt x="28" y="51"/>
                      <a:pt x="33" y="51"/>
                    </a:cubicBezTo>
                    <a:cubicBezTo>
                      <a:pt x="44" y="51"/>
                      <a:pt x="50" y="22"/>
                      <a:pt x="44" y="1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 name="Freeform 387"/>
              <p:cNvSpPr>
                <a:spLocks/>
              </p:cNvSpPr>
              <p:nvPr/>
            </p:nvSpPr>
            <p:spPr bwMode="auto">
              <a:xfrm>
                <a:off x="2274" y="18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 name="Freeform 388"/>
              <p:cNvSpPr>
                <a:spLocks/>
              </p:cNvSpPr>
              <p:nvPr/>
            </p:nvSpPr>
            <p:spPr bwMode="auto">
              <a:xfrm>
                <a:off x="2268" y="1795"/>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1"/>
                      <a:pt x="0" y="2"/>
                    </a:cubicBezTo>
                    <a:lnTo>
                      <a:pt x="0" y="0"/>
                    </a:ln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 name="Freeform 389"/>
              <p:cNvSpPr>
                <a:spLocks/>
              </p:cNvSpPr>
              <p:nvPr/>
            </p:nvSpPr>
            <p:spPr bwMode="auto">
              <a:xfrm>
                <a:off x="2289" y="1832"/>
                <a:ext cx="6" cy="2"/>
              </a:xfrm>
              <a:custGeom>
                <a:avLst/>
                <a:gdLst>
                  <a:gd name="T0" fmla="*/ 0 w 4"/>
                  <a:gd name="T1" fmla="*/ 0 h 2"/>
                  <a:gd name="T2" fmla="*/ 2 w 4"/>
                  <a:gd name="T3" fmla="*/ 2 h 2"/>
                  <a:gd name="T4" fmla="*/ 2 w 4"/>
                  <a:gd name="T5" fmla="*/ 2 h 2"/>
                  <a:gd name="T6" fmla="*/ 3 w 4"/>
                  <a:gd name="T7" fmla="*/ 2 h 2"/>
                  <a:gd name="T8" fmla="*/ 3 w 4"/>
                  <a:gd name="T9" fmla="*/ 2 h 2"/>
                  <a:gd name="T10" fmla="*/ 4 w 4"/>
                  <a:gd name="T11" fmla="*/ 2 h 2"/>
                  <a:gd name="T12" fmla="*/ 0 w 4"/>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4" h="2">
                    <a:moveTo>
                      <a:pt x="0" y="0"/>
                    </a:moveTo>
                    <a:cubicBezTo>
                      <a:pt x="1" y="1"/>
                      <a:pt x="2" y="1"/>
                      <a:pt x="2" y="2"/>
                    </a:cubicBezTo>
                    <a:cubicBezTo>
                      <a:pt x="2" y="2"/>
                      <a:pt x="2" y="2"/>
                      <a:pt x="2" y="2"/>
                    </a:cubicBezTo>
                    <a:cubicBezTo>
                      <a:pt x="3" y="2"/>
                      <a:pt x="3" y="2"/>
                      <a:pt x="3" y="2"/>
                    </a:cubicBezTo>
                    <a:cubicBezTo>
                      <a:pt x="3" y="2"/>
                      <a:pt x="3" y="2"/>
                      <a:pt x="3" y="2"/>
                    </a:cubicBezTo>
                    <a:cubicBezTo>
                      <a:pt x="3" y="2"/>
                      <a:pt x="3" y="2"/>
                      <a:pt x="4" y="2"/>
                    </a:cubicBezTo>
                    <a:lnTo>
                      <a:pt x="0" y="0"/>
                    </a:ln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 name="Freeform 390"/>
              <p:cNvSpPr>
                <a:spLocks/>
              </p:cNvSpPr>
              <p:nvPr/>
            </p:nvSpPr>
            <p:spPr bwMode="auto">
              <a:xfrm>
                <a:off x="2275" y="1732"/>
                <a:ext cx="79" cy="100"/>
              </a:xfrm>
              <a:custGeom>
                <a:avLst/>
                <a:gdLst>
                  <a:gd name="T0" fmla="*/ 18 w 60"/>
                  <a:gd name="T1" fmla="*/ 68 h 76"/>
                  <a:gd name="T2" fmla="*/ 28 w 60"/>
                  <a:gd name="T3" fmla="*/ 55 h 76"/>
                  <a:gd name="T4" fmla="*/ 32 w 60"/>
                  <a:gd name="T5" fmla="*/ 41 h 76"/>
                  <a:gd name="T6" fmla="*/ 47 w 60"/>
                  <a:gd name="T7" fmla="*/ 29 h 76"/>
                  <a:gd name="T8" fmla="*/ 51 w 60"/>
                  <a:gd name="T9" fmla="*/ 11 h 76"/>
                  <a:gd name="T10" fmla="*/ 60 w 60"/>
                  <a:gd name="T11" fmla="*/ 3 h 76"/>
                  <a:gd name="T12" fmla="*/ 56 w 60"/>
                  <a:gd name="T13" fmla="*/ 1 h 76"/>
                  <a:gd name="T14" fmla="*/ 56 w 60"/>
                  <a:gd name="T15" fmla="*/ 1 h 76"/>
                  <a:gd name="T16" fmla="*/ 56 w 60"/>
                  <a:gd name="T17" fmla="*/ 1 h 76"/>
                  <a:gd name="T18" fmla="*/ 56 w 60"/>
                  <a:gd name="T19" fmla="*/ 1 h 76"/>
                  <a:gd name="T20" fmla="*/ 56 w 60"/>
                  <a:gd name="T21" fmla="*/ 1 h 76"/>
                  <a:gd name="T22" fmla="*/ 53 w 60"/>
                  <a:gd name="T23" fmla="*/ 0 h 76"/>
                  <a:gd name="T24" fmla="*/ 47 w 60"/>
                  <a:gd name="T25" fmla="*/ 7 h 76"/>
                  <a:gd name="T26" fmla="*/ 42 w 60"/>
                  <a:gd name="T27" fmla="*/ 16 h 76"/>
                  <a:gd name="T28" fmla="*/ 31 w 60"/>
                  <a:gd name="T29" fmla="*/ 19 h 76"/>
                  <a:gd name="T30" fmla="*/ 27 w 60"/>
                  <a:gd name="T31" fmla="*/ 31 h 76"/>
                  <a:gd name="T32" fmla="*/ 19 w 60"/>
                  <a:gd name="T33" fmla="*/ 32 h 76"/>
                  <a:gd name="T34" fmla="*/ 16 w 60"/>
                  <a:gd name="T35" fmla="*/ 40 h 76"/>
                  <a:gd name="T36" fmla="*/ 11 w 60"/>
                  <a:gd name="T37" fmla="*/ 44 h 76"/>
                  <a:gd name="T38" fmla="*/ 0 w 60"/>
                  <a:gd name="T39" fmla="*/ 62 h 76"/>
                  <a:gd name="T40" fmla="*/ 2 w 60"/>
                  <a:gd name="T41" fmla="*/ 66 h 76"/>
                  <a:gd name="T42" fmla="*/ 9 w 60"/>
                  <a:gd name="T43" fmla="*/ 75 h 76"/>
                  <a:gd name="T44" fmla="*/ 10 w 60"/>
                  <a:gd name="T45" fmla="*/ 75 h 76"/>
                  <a:gd name="T46" fmla="*/ 10 w 60"/>
                  <a:gd name="T47" fmla="*/ 75 h 76"/>
                  <a:gd name="T48" fmla="*/ 11 w 60"/>
                  <a:gd name="T49" fmla="*/ 76 h 76"/>
                  <a:gd name="T50" fmla="*/ 18 w 60"/>
                  <a:gd name="T51" fmla="*/ 6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0" h="76">
                    <a:moveTo>
                      <a:pt x="18" y="68"/>
                    </a:moveTo>
                    <a:cubicBezTo>
                      <a:pt x="16" y="59"/>
                      <a:pt x="22" y="59"/>
                      <a:pt x="28" y="55"/>
                    </a:cubicBezTo>
                    <a:cubicBezTo>
                      <a:pt x="34" y="51"/>
                      <a:pt x="31" y="46"/>
                      <a:pt x="32" y="41"/>
                    </a:cubicBezTo>
                    <a:cubicBezTo>
                      <a:pt x="33" y="36"/>
                      <a:pt x="42" y="31"/>
                      <a:pt x="47" y="29"/>
                    </a:cubicBezTo>
                    <a:cubicBezTo>
                      <a:pt x="52" y="27"/>
                      <a:pt x="50" y="16"/>
                      <a:pt x="51" y="11"/>
                    </a:cubicBezTo>
                    <a:cubicBezTo>
                      <a:pt x="52" y="7"/>
                      <a:pt x="60" y="4"/>
                      <a:pt x="60" y="3"/>
                    </a:cubicBezTo>
                    <a:cubicBezTo>
                      <a:pt x="59" y="3"/>
                      <a:pt x="57" y="2"/>
                      <a:pt x="56" y="1"/>
                    </a:cubicBezTo>
                    <a:cubicBezTo>
                      <a:pt x="56" y="1"/>
                      <a:pt x="56" y="1"/>
                      <a:pt x="56" y="1"/>
                    </a:cubicBezTo>
                    <a:cubicBezTo>
                      <a:pt x="56" y="1"/>
                      <a:pt x="56" y="1"/>
                      <a:pt x="56" y="1"/>
                    </a:cubicBezTo>
                    <a:cubicBezTo>
                      <a:pt x="56" y="1"/>
                      <a:pt x="56" y="1"/>
                      <a:pt x="56" y="1"/>
                    </a:cubicBezTo>
                    <a:cubicBezTo>
                      <a:pt x="56" y="1"/>
                      <a:pt x="56" y="1"/>
                      <a:pt x="56" y="1"/>
                    </a:cubicBezTo>
                    <a:cubicBezTo>
                      <a:pt x="55" y="1"/>
                      <a:pt x="54" y="0"/>
                      <a:pt x="53" y="0"/>
                    </a:cubicBezTo>
                    <a:cubicBezTo>
                      <a:pt x="52" y="0"/>
                      <a:pt x="48" y="4"/>
                      <a:pt x="47" y="7"/>
                    </a:cubicBezTo>
                    <a:cubicBezTo>
                      <a:pt x="46" y="9"/>
                      <a:pt x="44" y="14"/>
                      <a:pt x="42" y="16"/>
                    </a:cubicBezTo>
                    <a:cubicBezTo>
                      <a:pt x="39" y="17"/>
                      <a:pt x="32" y="16"/>
                      <a:pt x="31" y="19"/>
                    </a:cubicBezTo>
                    <a:cubicBezTo>
                      <a:pt x="31" y="23"/>
                      <a:pt x="30" y="30"/>
                      <a:pt x="27" y="31"/>
                    </a:cubicBezTo>
                    <a:cubicBezTo>
                      <a:pt x="24" y="31"/>
                      <a:pt x="21" y="29"/>
                      <a:pt x="19" y="32"/>
                    </a:cubicBezTo>
                    <a:cubicBezTo>
                      <a:pt x="16" y="35"/>
                      <a:pt x="18" y="38"/>
                      <a:pt x="16" y="40"/>
                    </a:cubicBezTo>
                    <a:cubicBezTo>
                      <a:pt x="15" y="42"/>
                      <a:pt x="12" y="40"/>
                      <a:pt x="11" y="44"/>
                    </a:cubicBezTo>
                    <a:cubicBezTo>
                      <a:pt x="10" y="48"/>
                      <a:pt x="10" y="59"/>
                      <a:pt x="0" y="62"/>
                    </a:cubicBezTo>
                    <a:cubicBezTo>
                      <a:pt x="0" y="63"/>
                      <a:pt x="1" y="65"/>
                      <a:pt x="2" y="66"/>
                    </a:cubicBezTo>
                    <a:cubicBezTo>
                      <a:pt x="4" y="69"/>
                      <a:pt x="6" y="72"/>
                      <a:pt x="9" y="75"/>
                    </a:cubicBezTo>
                    <a:cubicBezTo>
                      <a:pt x="10" y="75"/>
                      <a:pt x="10" y="75"/>
                      <a:pt x="10" y="75"/>
                    </a:cubicBezTo>
                    <a:cubicBezTo>
                      <a:pt x="10" y="75"/>
                      <a:pt x="10" y="75"/>
                      <a:pt x="10" y="75"/>
                    </a:cubicBezTo>
                    <a:cubicBezTo>
                      <a:pt x="10" y="75"/>
                      <a:pt x="10" y="75"/>
                      <a:pt x="11" y="76"/>
                    </a:cubicBezTo>
                    <a:cubicBezTo>
                      <a:pt x="14" y="75"/>
                      <a:pt x="20" y="76"/>
                      <a:pt x="18" y="68"/>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 name="Freeform 391"/>
              <p:cNvSpPr>
                <a:spLocks/>
              </p:cNvSpPr>
              <p:nvPr/>
            </p:nvSpPr>
            <p:spPr bwMode="auto">
              <a:xfrm>
                <a:off x="2341" y="1731"/>
                <a:ext cx="2" cy="1"/>
              </a:xfrm>
              <a:custGeom>
                <a:avLst/>
                <a:gdLst>
                  <a:gd name="T0" fmla="*/ 2 w 2"/>
                  <a:gd name="T1" fmla="*/ 1 h 1"/>
                  <a:gd name="T2" fmla="*/ 1 w 2"/>
                  <a:gd name="T3" fmla="*/ 0 h 1"/>
                  <a:gd name="T4" fmla="*/ 1 w 2"/>
                  <a:gd name="T5" fmla="*/ 0 h 1"/>
                  <a:gd name="T6" fmla="*/ 0 w 2"/>
                  <a:gd name="T7" fmla="*/ 0 h 1"/>
                  <a:gd name="T8" fmla="*/ 2 w 2"/>
                  <a:gd name="T9" fmla="*/ 1 h 1"/>
                </a:gdLst>
                <a:ahLst/>
                <a:cxnLst>
                  <a:cxn ang="0">
                    <a:pos x="T0" y="T1"/>
                  </a:cxn>
                  <a:cxn ang="0">
                    <a:pos x="T2" y="T3"/>
                  </a:cxn>
                  <a:cxn ang="0">
                    <a:pos x="T4" y="T5"/>
                  </a:cxn>
                  <a:cxn ang="0">
                    <a:pos x="T6" y="T7"/>
                  </a:cxn>
                  <a:cxn ang="0">
                    <a:pos x="T8" y="T9"/>
                  </a:cxn>
                </a:cxnLst>
                <a:rect l="0" t="0" r="r" b="b"/>
                <a:pathLst>
                  <a:path w="2" h="1">
                    <a:moveTo>
                      <a:pt x="2" y="1"/>
                    </a:moveTo>
                    <a:cubicBezTo>
                      <a:pt x="1" y="0"/>
                      <a:pt x="1" y="0"/>
                      <a:pt x="1" y="0"/>
                    </a:cubicBezTo>
                    <a:cubicBezTo>
                      <a:pt x="1" y="0"/>
                      <a:pt x="1" y="0"/>
                      <a:pt x="1" y="0"/>
                    </a:cubicBezTo>
                    <a:cubicBezTo>
                      <a:pt x="1" y="0"/>
                      <a:pt x="0" y="0"/>
                      <a:pt x="0" y="0"/>
                    </a:cubicBezTo>
                    <a:lnTo>
                      <a:pt x="2" y="1"/>
                    </a:ln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 name="Freeform 392"/>
              <p:cNvSpPr>
                <a:spLocks/>
              </p:cNvSpPr>
              <p:nvPr/>
            </p:nvSpPr>
            <p:spPr bwMode="auto">
              <a:xfrm>
                <a:off x="2266" y="1729"/>
                <a:ext cx="48" cy="65"/>
              </a:xfrm>
              <a:custGeom>
                <a:avLst/>
                <a:gdLst>
                  <a:gd name="T0" fmla="*/ 7 w 37"/>
                  <a:gd name="T1" fmla="*/ 38 h 49"/>
                  <a:gd name="T2" fmla="*/ 17 w 37"/>
                  <a:gd name="T3" fmla="*/ 26 h 49"/>
                  <a:gd name="T4" fmla="*/ 23 w 37"/>
                  <a:gd name="T5" fmla="*/ 15 h 49"/>
                  <a:gd name="T6" fmla="*/ 34 w 37"/>
                  <a:gd name="T7" fmla="*/ 7 h 49"/>
                  <a:gd name="T8" fmla="*/ 37 w 37"/>
                  <a:gd name="T9" fmla="*/ 0 h 49"/>
                  <a:gd name="T10" fmla="*/ 35 w 37"/>
                  <a:gd name="T11" fmla="*/ 1 h 49"/>
                  <a:gd name="T12" fmla="*/ 33 w 37"/>
                  <a:gd name="T13" fmla="*/ 1 h 49"/>
                  <a:gd name="T14" fmla="*/ 33 w 37"/>
                  <a:gd name="T15" fmla="*/ 1 h 49"/>
                  <a:gd name="T16" fmla="*/ 30 w 37"/>
                  <a:gd name="T17" fmla="*/ 2 h 49"/>
                  <a:gd name="T18" fmla="*/ 25 w 37"/>
                  <a:gd name="T19" fmla="*/ 5 h 49"/>
                  <a:gd name="T20" fmla="*/ 21 w 37"/>
                  <a:gd name="T21" fmla="*/ 7 h 49"/>
                  <a:gd name="T22" fmla="*/ 2 w 37"/>
                  <a:gd name="T23" fmla="*/ 49 h 49"/>
                  <a:gd name="T24" fmla="*/ 7 w 37"/>
                  <a:gd name="T25" fmla="*/ 38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 h="49">
                    <a:moveTo>
                      <a:pt x="7" y="38"/>
                    </a:moveTo>
                    <a:cubicBezTo>
                      <a:pt x="6" y="34"/>
                      <a:pt x="13" y="28"/>
                      <a:pt x="17" y="26"/>
                    </a:cubicBezTo>
                    <a:cubicBezTo>
                      <a:pt x="21" y="23"/>
                      <a:pt x="21" y="22"/>
                      <a:pt x="23" y="15"/>
                    </a:cubicBezTo>
                    <a:cubicBezTo>
                      <a:pt x="24" y="8"/>
                      <a:pt x="31" y="9"/>
                      <a:pt x="34" y="7"/>
                    </a:cubicBezTo>
                    <a:cubicBezTo>
                      <a:pt x="36" y="6"/>
                      <a:pt x="37" y="0"/>
                      <a:pt x="37" y="0"/>
                    </a:cubicBezTo>
                    <a:cubicBezTo>
                      <a:pt x="36" y="0"/>
                      <a:pt x="36" y="1"/>
                      <a:pt x="35" y="1"/>
                    </a:cubicBezTo>
                    <a:cubicBezTo>
                      <a:pt x="34" y="1"/>
                      <a:pt x="33" y="1"/>
                      <a:pt x="33" y="1"/>
                    </a:cubicBezTo>
                    <a:cubicBezTo>
                      <a:pt x="33" y="1"/>
                      <a:pt x="33" y="1"/>
                      <a:pt x="33" y="1"/>
                    </a:cubicBezTo>
                    <a:cubicBezTo>
                      <a:pt x="32" y="2"/>
                      <a:pt x="31" y="2"/>
                      <a:pt x="30" y="2"/>
                    </a:cubicBezTo>
                    <a:cubicBezTo>
                      <a:pt x="28" y="3"/>
                      <a:pt x="26" y="4"/>
                      <a:pt x="25" y="5"/>
                    </a:cubicBezTo>
                    <a:cubicBezTo>
                      <a:pt x="23" y="5"/>
                      <a:pt x="22" y="6"/>
                      <a:pt x="21" y="7"/>
                    </a:cubicBezTo>
                    <a:cubicBezTo>
                      <a:pt x="7" y="16"/>
                      <a:pt x="0" y="33"/>
                      <a:pt x="2" y="49"/>
                    </a:cubicBezTo>
                    <a:cubicBezTo>
                      <a:pt x="6" y="47"/>
                      <a:pt x="8" y="41"/>
                      <a:pt x="7" y="38"/>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2" name="Freeform 393"/>
              <p:cNvSpPr>
                <a:spLocks/>
              </p:cNvSpPr>
              <p:nvPr/>
            </p:nvSpPr>
            <p:spPr bwMode="auto">
              <a:xfrm>
                <a:off x="2268" y="1728"/>
                <a:ext cx="71" cy="84"/>
              </a:xfrm>
              <a:custGeom>
                <a:avLst/>
                <a:gdLst>
                  <a:gd name="T0" fmla="*/ 40 w 54"/>
                  <a:gd name="T1" fmla="*/ 9 h 64"/>
                  <a:gd name="T2" fmla="*/ 26 w 54"/>
                  <a:gd name="T3" fmla="*/ 15 h 64"/>
                  <a:gd name="T4" fmla="*/ 18 w 54"/>
                  <a:gd name="T5" fmla="*/ 27 h 64"/>
                  <a:gd name="T6" fmla="*/ 9 w 54"/>
                  <a:gd name="T7" fmla="*/ 39 h 64"/>
                  <a:gd name="T8" fmla="*/ 0 w 54"/>
                  <a:gd name="T9" fmla="*/ 54 h 64"/>
                  <a:gd name="T10" fmla="*/ 4 w 54"/>
                  <a:gd name="T11" fmla="*/ 64 h 64"/>
                  <a:gd name="T12" fmla="*/ 11 w 54"/>
                  <a:gd name="T13" fmla="*/ 53 h 64"/>
                  <a:gd name="T14" fmla="*/ 15 w 54"/>
                  <a:gd name="T15" fmla="*/ 42 h 64"/>
                  <a:gd name="T16" fmla="*/ 20 w 54"/>
                  <a:gd name="T17" fmla="*/ 37 h 64"/>
                  <a:gd name="T18" fmla="*/ 29 w 54"/>
                  <a:gd name="T19" fmla="*/ 29 h 64"/>
                  <a:gd name="T20" fmla="*/ 33 w 54"/>
                  <a:gd name="T21" fmla="*/ 23 h 64"/>
                  <a:gd name="T22" fmla="*/ 44 w 54"/>
                  <a:gd name="T23" fmla="*/ 17 h 64"/>
                  <a:gd name="T24" fmla="*/ 50 w 54"/>
                  <a:gd name="T25" fmla="*/ 9 h 64"/>
                  <a:gd name="T26" fmla="*/ 54 w 54"/>
                  <a:gd name="T27" fmla="*/ 2 h 64"/>
                  <a:gd name="T28" fmla="*/ 53 w 54"/>
                  <a:gd name="T29" fmla="*/ 2 h 64"/>
                  <a:gd name="T30" fmla="*/ 53 w 54"/>
                  <a:gd name="T31" fmla="*/ 2 h 64"/>
                  <a:gd name="T32" fmla="*/ 48 w 54"/>
                  <a:gd name="T33" fmla="*/ 1 h 64"/>
                  <a:gd name="T34" fmla="*/ 47 w 54"/>
                  <a:gd name="T35" fmla="*/ 1 h 64"/>
                  <a:gd name="T36" fmla="*/ 44 w 54"/>
                  <a:gd name="T37" fmla="*/ 1 h 64"/>
                  <a:gd name="T38" fmla="*/ 44 w 54"/>
                  <a:gd name="T39" fmla="*/ 1 h 64"/>
                  <a:gd name="T40" fmla="*/ 43 w 54"/>
                  <a:gd name="T41" fmla="*/ 0 h 64"/>
                  <a:gd name="T42" fmla="*/ 43 w 54"/>
                  <a:gd name="T43" fmla="*/ 0 h 64"/>
                  <a:gd name="T44" fmla="*/ 40 w 54"/>
                  <a:gd name="T45" fmla="*/ 1 h 64"/>
                  <a:gd name="T46" fmla="*/ 40 w 54"/>
                  <a:gd name="T47" fmla="*/ 1 h 64"/>
                  <a:gd name="T48" fmla="*/ 39 w 54"/>
                  <a:gd name="T49" fmla="*/ 1 h 64"/>
                  <a:gd name="T50" fmla="*/ 39 w 54"/>
                  <a:gd name="T51" fmla="*/ 1 h 64"/>
                  <a:gd name="T52" fmla="*/ 37 w 54"/>
                  <a:gd name="T53" fmla="*/ 1 h 64"/>
                  <a:gd name="T54" fmla="*/ 40 w 54"/>
                  <a:gd name="T55" fmla="*/ 9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4" h="64">
                    <a:moveTo>
                      <a:pt x="40" y="9"/>
                    </a:moveTo>
                    <a:cubicBezTo>
                      <a:pt x="40" y="12"/>
                      <a:pt x="31" y="12"/>
                      <a:pt x="26" y="15"/>
                    </a:cubicBezTo>
                    <a:cubicBezTo>
                      <a:pt x="22" y="17"/>
                      <a:pt x="27" y="25"/>
                      <a:pt x="18" y="27"/>
                    </a:cubicBezTo>
                    <a:cubicBezTo>
                      <a:pt x="10" y="30"/>
                      <a:pt x="8" y="32"/>
                      <a:pt x="9" y="39"/>
                    </a:cubicBezTo>
                    <a:cubicBezTo>
                      <a:pt x="10" y="46"/>
                      <a:pt x="1" y="53"/>
                      <a:pt x="0" y="54"/>
                    </a:cubicBezTo>
                    <a:cubicBezTo>
                      <a:pt x="1" y="57"/>
                      <a:pt x="2" y="61"/>
                      <a:pt x="4" y="64"/>
                    </a:cubicBezTo>
                    <a:cubicBezTo>
                      <a:pt x="4" y="64"/>
                      <a:pt x="13" y="60"/>
                      <a:pt x="11" y="53"/>
                    </a:cubicBezTo>
                    <a:cubicBezTo>
                      <a:pt x="9" y="46"/>
                      <a:pt x="13" y="43"/>
                      <a:pt x="15" y="42"/>
                    </a:cubicBezTo>
                    <a:cubicBezTo>
                      <a:pt x="17" y="41"/>
                      <a:pt x="20" y="45"/>
                      <a:pt x="20" y="37"/>
                    </a:cubicBezTo>
                    <a:cubicBezTo>
                      <a:pt x="19" y="30"/>
                      <a:pt x="26" y="26"/>
                      <a:pt x="29" y="29"/>
                    </a:cubicBezTo>
                    <a:cubicBezTo>
                      <a:pt x="32" y="32"/>
                      <a:pt x="34" y="29"/>
                      <a:pt x="33" y="23"/>
                    </a:cubicBezTo>
                    <a:cubicBezTo>
                      <a:pt x="33" y="17"/>
                      <a:pt x="40" y="16"/>
                      <a:pt x="44" y="17"/>
                    </a:cubicBezTo>
                    <a:cubicBezTo>
                      <a:pt x="47" y="18"/>
                      <a:pt x="50" y="13"/>
                      <a:pt x="50" y="9"/>
                    </a:cubicBezTo>
                    <a:cubicBezTo>
                      <a:pt x="50" y="6"/>
                      <a:pt x="54" y="2"/>
                      <a:pt x="54" y="2"/>
                    </a:cubicBezTo>
                    <a:cubicBezTo>
                      <a:pt x="54" y="2"/>
                      <a:pt x="53" y="2"/>
                      <a:pt x="53" y="2"/>
                    </a:cubicBezTo>
                    <a:cubicBezTo>
                      <a:pt x="53" y="2"/>
                      <a:pt x="53" y="2"/>
                      <a:pt x="53" y="2"/>
                    </a:cubicBezTo>
                    <a:cubicBezTo>
                      <a:pt x="51" y="1"/>
                      <a:pt x="49" y="1"/>
                      <a:pt x="48" y="1"/>
                    </a:cubicBezTo>
                    <a:cubicBezTo>
                      <a:pt x="47" y="1"/>
                      <a:pt x="47" y="1"/>
                      <a:pt x="47" y="1"/>
                    </a:cubicBezTo>
                    <a:cubicBezTo>
                      <a:pt x="46" y="1"/>
                      <a:pt x="45" y="1"/>
                      <a:pt x="44" y="1"/>
                    </a:cubicBezTo>
                    <a:cubicBezTo>
                      <a:pt x="44" y="1"/>
                      <a:pt x="44" y="1"/>
                      <a:pt x="44" y="1"/>
                    </a:cubicBezTo>
                    <a:cubicBezTo>
                      <a:pt x="44" y="1"/>
                      <a:pt x="44" y="0"/>
                      <a:pt x="43" y="0"/>
                    </a:cubicBezTo>
                    <a:cubicBezTo>
                      <a:pt x="43" y="0"/>
                      <a:pt x="43" y="0"/>
                      <a:pt x="43" y="0"/>
                    </a:cubicBezTo>
                    <a:cubicBezTo>
                      <a:pt x="42" y="0"/>
                      <a:pt x="41" y="1"/>
                      <a:pt x="40" y="1"/>
                    </a:cubicBezTo>
                    <a:cubicBezTo>
                      <a:pt x="40" y="1"/>
                      <a:pt x="40" y="1"/>
                      <a:pt x="40" y="1"/>
                    </a:cubicBezTo>
                    <a:cubicBezTo>
                      <a:pt x="39" y="1"/>
                      <a:pt x="39" y="1"/>
                      <a:pt x="39" y="1"/>
                    </a:cubicBezTo>
                    <a:cubicBezTo>
                      <a:pt x="39" y="1"/>
                      <a:pt x="39" y="1"/>
                      <a:pt x="39" y="1"/>
                    </a:cubicBezTo>
                    <a:cubicBezTo>
                      <a:pt x="38" y="1"/>
                      <a:pt x="38" y="1"/>
                      <a:pt x="37" y="1"/>
                    </a:cubicBezTo>
                    <a:cubicBezTo>
                      <a:pt x="37" y="1"/>
                      <a:pt x="40" y="7"/>
                      <a:pt x="40" y="9"/>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3" name="Freeform 394"/>
              <p:cNvSpPr>
                <a:spLocks/>
              </p:cNvSpPr>
              <p:nvPr/>
            </p:nvSpPr>
            <p:spPr bwMode="auto">
              <a:xfrm>
                <a:off x="2295" y="1736"/>
                <a:ext cx="92" cy="108"/>
              </a:xfrm>
              <a:custGeom>
                <a:avLst/>
                <a:gdLst>
                  <a:gd name="T0" fmla="*/ 70 w 70"/>
                  <a:gd name="T1" fmla="*/ 6 h 82"/>
                  <a:gd name="T2" fmla="*/ 57 w 70"/>
                  <a:gd name="T3" fmla="*/ 0 h 82"/>
                  <a:gd name="T4" fmla="*/ 47 w 70"/>
                  <a:gd name="T5" fmla="*/ 1 h 82"/>
                  <a:gd name="T6" fmla="*/ 26 w 70"/>
                  <a:gd name="T7" fmla="*/ 40 h 82"/>
                  <a:gd name="T8" fmla="*/ 0 w 70"/>
                  <a:gd name="T9" fmla="*/ 76 h 82"/>
                  <a:gd name="T10" fmla="*/ 5 w 70"/>
                  <a:gd name="T11" fmla="*/ 78 h 82"/>
                  <a:gd name="T12" fmla="*/ 15 w 70"/>
                  <a:gd name="T13" fmla="*/ 73 h 82"/>
                  <a:gd name="T14" fmla="*/ 15 w 70"/>
                  <a:gd name="T15" fmla="*/ 65 h 82"/>
                  <a:gd name="T16" fmla="*/ 15 w 70"/>
                  <a:gd name="T17" fmla="*/ 65 h 82"/>
                  <a:gd name="T18" fmla="*/ 22 w 70"/>
                  <a:gd name="T19" fmla="*/ 63 h 82"/>
                  <a:gd name="T20" fmla="*/ 29 w 70"/>
                  <a:gd name="T21" fmla="*/ 62 h 82"/>
                  <a:gd name="T22" fmla="*/ 29 w 70"/>
                  <a:gd name="T23" fmla="*/ 62 h 82"/>
                  <a:gd name="T24" fmla="*/ 30 w 70"/>
                  <a:gd name="T25" fmla="*/ 52 h 82"/>
                  <a:gd name="T26" fmla="*/ 30 w 70"/>
                  <a:gd name="T27" fmla="*/ 52 h 82"/>
                  <a:gd name="T28" fmla="*/ 40 w 70"/>
                  <a:gd name="T29" fmla="*/ 47 h 82"/>
                  <a:gd name="T30" fmla="*/ 45 w 70"/>
                  <a:gd name="T31" fmla="*/ 43 h 82"/>
                  <a:gd name="T32" fmla="*/ 41 w 70"/>
                  <a:gd name="T33" fmla="*/ 33 h 82"/>
                  <a:gd name="T34" fmla="*/ 41 w 70"/>
                  <a:gd name="T35" fmla="*/ 32 h 82"/>
                  <a:gd name="T36" fmla="*/ 44 w 70"/>
                  <a:gd name="T37" fmla="*/ 30 h 82"/>
                  <a:gd name="T38" fmla="*/ 48 w 70"/>
                  <a:gd name="T39" fmla="*/ 30 h 82"/>
                  <a:gd name="T40" fmla="*/ 48 w 70"/>
                  <a:gd name="T41" fmla="*/ 28 h 82"/>
                  <a:gd name="T42" fmla="*/ 47 w 70"/>
                  <a:gd name="T43" fmla="*/ 22 h 82"/>
                  <a:gd name="T44" fmla="*/ 53 w 70"/>
                  <a:gd name="T45" fmla="*/ 21 h 82"/>
                  <a:gd name="T46" fmla="*/ 55 w 70"/>
                  <a:gd name="T47" fmla="*/ 17 h 82"/>
                  <a:gd name="T48" fmla="*/ 56 w 70"/>
                  <a:gd name="T49" fmla="*/ 9 h 82"/>
                  <a:gd name="T50" fmla="*/ 57 w 70"/>
                  <a:gd name="T51" fmla="*/ 18 h 82"/>
                  <a:gd name="T52" fmla="*/ 52 w 70"/>
                  <a:gd name="T53" fmla="*/ 24 h 82"/>
                  <a:gd name="T54" fmla="*/ 50 w 70"/>
                  <a:gd name="T55" fmla="*/ 24 h 82"/>
                  <a:gd name="T56" fmla="*/ 50 w 70"/>
                  <a:gd name="T57" fmla="*/ 28 h 82"/>
                  <a:gd name="T58" fmla="*/ 50 w 70"/>
                  <a:gd name="T59" fmla="*/ 31 h 82"/>
                  <a:gd name="T60" fmla="*/ 46 w 70"/>
                  <a:gd name="T61" fmla="*/ 32 h 82"/>
                  <a:gd name="T62" fmla="*/ 42 w 70"/>
                  <a:gd name="T63" fmla="*/ 33 h 82"/>
                  <a:gd name="T64" fmla="*/ 42 w 70"/>
                  <a:gd name="T65" fmla="*/ 34 h 82"/>
                  <a:gd name="T66" fmla="*/ 45 w 70"/>
                  <a:gd name="T67" fmla="*/ 46 h 82"/>
                  <a:gd name="T68" fmla="*/ 35 w 70"/>
                  <a:gd name="T69" fmla="*/ 50 h 82"/>
                  <a:gd name="T70" fmla="*/ 32 w 70"/>
                  <a:gd name="T71" fmla="*/ 53 h 82"/>
                  <a:gd name="T72" fmla="*/ 31 w 70"/>
                  <a:gd name="T73" fmla="*/ 55 h 82"/>
                  <a:gd name="T74" fmla="*/ 32 w 70"/>
                  <a:gd name="T75" fmla="*/ 63 h 82"/>
                  <a:gd name="T76" fmla="*/ 27 w 70"/>
                  <a:gd name="T77" fmla="*/ 66 h 82"/>
                  <a:gd name="T78" fmla="*/ 17 w 70"/>
                  <a:gd name="T79" fmla="*/ 66 h 82"/>
                  <a:gd name="T80" fmla="*/ 11 w 70"/>
                  <a:gd name="T81" fmla="*/ 80 h 82"/>
                  <a:gd name="T82" fmla="*/ 18 w 70"/>
                  <a:gd name="T83" fmla="*/ 82 h 82"/>
                  <a:gd name="T84" fmla="*/ 22 w 70"/>
                  <a:gd name="T85" fmla="*/ 82 h 82"/>
                  <a:gd name="T86" fmla="*/ 30 w 70"/>
                  <a:gd name="T87" fmla="*/ 82 h 82"/>
                  <a:gd name="T88" fmla="*/ 38 w 70"/>
                  <a:gd name="T89" fmla="*/ 80 h 82"/>
                  <a:gd name="T90" fmla="*/ 46 w 70"/>
                  <a:gd name="T91" fmla="*/ 76 h 82"/>
                  <a:gd name="T92" fmla="*/ 66 w 70"/>
                  <a:gd name="T93" fmla="*/ 47 h 82"/>
                  <a:gd name="T94" fmla="*/ 63 w 70"/>
                  <a:gd name="T95" fmla="*/ 33 h 82"/>
                  <a:gd name="T96" fmla="*/ 55 w 70"/>
                  <a:gd name="T97" fmla="*/ 42 h 82"/>
                  <a:gd name="T98" fmla="*/ 58 w 70"/>
                  <a:gd name="T99" fmla="*/ 48 h 82"/>
                  <a:gd name="T100" fmla="*/ 54 w 70"/>
                  <a:gd name="T101" fmla="*/ 54 h 82"/>
                  <a:gd name="T102" fmla="*/ 43 w 70"/>
                  <a:gd name="T103" fmla="*/ 59 h 82"/>
                  <a:gd name="T104" fmla="*/ 40 w 70"/>
                  <a:gd name="T105" fmla="*/ 71 h 82"/>
                  <a:gd name="T106" fmla="*/ 32 w 70"/>
                  <a:gd name="T107" fmla="*/ 78 h 82"/>
                  <a:gd name="T108" fmla="*/ 20 w 70"/>
                  <a:gd name="T109" fmla="*/ 82 h 82"/>
                  <a:gd name="T110" fmla="*/ 34 w 70"/>
                  <a:gd name="T111" fmla="*/ 75 h 82"/>
                  <a:gd name="T112" fmla="*/ 41 w 70"/>
                  <a:gd name="T113" fmla="*/ 60 h 82"/>
                  <a:gd name="T114" fmla="*/ 46 w 70"/>
                  <a:gd name="T115" fmla="*/ 53 h 82"/>
                  <a:gd name="T116" fmla="*/ 55 w 70"/>
                  <a:gd name="T117" fmla="*/ 49 h 82"/>
                  <a:gd name="T118" fmla="*/ 52 w 70"/>
                  <a:gd name="T119" fmla="*/ 42 h 82"/>
                  <a:gd name="T120" fmla="*/ 62 w 70"/>
                  <a:gd name="T121" fmla="*/ 32 h 82"/>
                  <a:gd name="T122" fmla="*/ 65 w 70"/>
                  <a:gd name="T123" fmla="*/ 25 h 82"/>
                  <a:gd name="T124" fmla="*/ 55 w 70"/>
                  <a:gd name="T125" fmla="*/ 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0" h="82">
                    <a:moveTo>
                      <a:pt x="57" y="3"/>
                    </a:moveTo>
                    <a:cubicBezTo>
                      <a:pt x="58" y="3"/>
                      <a:pt x="58" y="4"/>
                      <a:pt x="59" y="5"/>
                    </a:cubicBezTo>
                    <a:cubicBezTo>
                      <a:pt x="60" y="8"/>
                      <a:pt x="62" y="10"/>
                      <a:pt x="64" y="10"/>
                    </a:cubicBezTo>
                    <a:cubicBezTo>
                      <a:pt x="68" y="10"/>
                      <a:pt x="70" y="7"/>
                      <a:pt x="70" y="6"/>
                    </a:cubicBezTo>
                    <a:cubicBezTo>
                      <a:pt x="68" y="5"/>
                      <a:pt x="68" y="5"/>
                      <a:pt x="68" y="5"/>
                    </a:cubicBezTo>
                    <a:cubicBezTo>
                      <a:pt x="68" y="6"/>
                      <a:pt x="66" y="7"/>
                      <a:pt x="65" y="7"/>
                    </a:cubicBezTo>
                    <a:cubicBezTo>
                      <a:pt x="63" y="7"/>
                      <a:pt x="62" y="5"/>
                      <a:pt x="61" y="4"/>
                    </a:cubicBezTo>
                    <a:cubicBezTo>
                      <a:pt x="60" y="1"/>
                      <a:pt x="59" y="0"/>
                      <a:pt x="57" y="0"/>
                    </a:cubicBezTo>
                    <a:cubicBezTo>
                      <a:pt x="54" y="0"/>
                      <a:pt x="52" y="2"/>
                      <a:pt x="51" y="4"/>
                    </a:cubicBezTo>
                    <a:cubicBezTo>
                      <a:pt x="50" y="4"/>
                      <a:pt x="50" y="4"/>
                      <a:pt x="50" y="4"/>
                    </a:cubicBezTo>
                    <a:cubicBezTo>
                      <a:pt x="50" y="3"/>
                      <a:pt x="49" y="3"/>
                      <a:pt x="48" y="2"/>
                    </a:cubicBezTo>
                    <a:cubicBezTo>
                      <a:pt x="48" y="2"/>
                      <a:pt x="47" y="2"/>
                      <a:pt x="47" y="1"/>
                    </a:cubicBezTo>
                    <a:cubicBezTo>
                      <a:pt x="46" y="2"/>
                      <a:pt x="40" y="5"/>
                      <a:pt x="42" y="10"/>
                    </a:cubicBezTo>
                    <a:cubicBezTo>
                      <a:pt x="44" y="14"/>
                      <a:pt x="37" y="20"/>
                      <a:pt x="37" y="20"/>
                    </a:cubicBezTo>
                    <a:cubicBezTo>
                      <a:pt x="37" y="20"/>
                      <a:pt x="36" y="27"/>
                      <a:pt x="29" y="30"/>
                    </a:cubicBezTo>
                    <a:cubicBezTo>
                      <a:pt x="23" y="33"/>
                      <a:pt x="27" y="36"/>
                      <a:pt x="26" y="40"/>
                    </a:cubicBezTo>
                    <a:cubicBezTo>
                      <a:pt x="25" y="45"/>
                      <a:pt x="18" y="49"/>
                      <a:pt x="18" y="49"/>
                    </a:cubicBezTo>
                    <a:cubicBezTo>
                      <a:pt x="18" y="49"/>
                      <a:pt x="17" y="56"/>
                      <a:pt x="10" y="58"/>
                    </a:cubicBezTo>
                    <a:cubicBezTo>
                      <a:pt x="4" y="59"/>
                      <a:pt x="4" y="65"/>
                      <a:pt x="4" y="65"/>
                    </a:cubicBezTo>
                    <a:cubicBezTo>
                      <a:pt x="8" y="76"/>
                      <a:pt x="1" y="76"/>
                      <a:pt x="0" y="76"/>
                    </a:cubicBezTo>
                    <a:cubicBezTo>
                      <a:pt x="0" y="76"/>
                      <a:pt x="0" y="76"/>
                      <a:pt x="0" y="76"/>
                    </a:cubicBezTo>
                    <a:cubicBezTo>
                      <a:pt x="1" y="76"/>
                      <a:pt x="2" y="77"/>
                      <a:pt x="3" y="77"/>
                    </a:cubicBezTo>
                    <a:cubicBezTo>
                      <a:pt x="3" y="77"/>
                      <a:pt x="3" y="77"/>
                      <a:pt x="3" y="77"/>
                    </a:cubicBezTo>
                    <a:cubicBezTo>
                      <a:pt x="3" y="78"/>
                      <a:pt x="4" y="78"/>
                      <a:pt x="5" y="78"/>
                    </a:cubicBezTo>
                    <a:cubicBezTo>
                      <a:pt x="7" y="79"/>
                      <a:pt x="8" y="80"/>
                      <a:pt x="10" y="80"/>
                    </a:cubicBezTo>
                    <a:cubicBezTo>
                      <a:pt x="10" y="80"/>
                      <a:pt x="10" y="80"/>
                      <a:pt x="11" y="80"/>
                    </a:cubicBezTo>
                    <a:cubicBezTo>
                      <a:pt x="12" y="79"/>
                      <a:pt x="13" y="79"/>
                      <a:pt x="13" y="78"/>
                    </a:cubicBezTo>
                    <a:cubicBezTo>
                      <a:pt x="14" y="77"/>
                      <a:pt x="15" y="75"/>
                      <a:pt x="15" y="73"/>
                    </a:cubicBezTo>
                    <a:cubicBezTo>
                      <a:pt x="15" y="71"/>
                      <a:pt x="15" y="69"/>
                      <a:pt x="15" y="66"/>
                    </a:cubicBezTo>
                    <a:cubicBezTo>
                      <a:pt x="15" y="66"/>
                      <a:pt x="14" y="65"/>
                      <a:pt x="15" y="65"/>
                    </a:cubicBezTo>
                    <a:cubicBezTo>
                      <a:pt x="15" y="65"/>
                      <a:pt x="15" y="65"/>
                      <a:pt x="15" y="65"/>
                    </a:cubicBezTo>
                    <a:cubicBezTo>
                      <a:pt x="15" y="65"/>
                      <a:pt x="15" y="65"/>
                      <a:pt x="15" y="65"/>
                    </a:cubicBezTo>
                    <a:cubicBezTo>
                      <a:pt x="15" y="65"/>
                      <a:pt x="15" y="65"/>
                      <a:pt x="15" y="65"/>
                    </a:cubicBezTo>
                    <a:cubicBezTo>
                      <a:pt x="15" y="65"/>
                      <a:pt x="15" y="65"/>
                      <a:pt x="15" y="65"/>
                    </a:cubicBezTo>
                    <a:cubicBezTo>
                      <a:pt x="15" y="65"/>
                      <a:pt x="15" y="65"/>
                      <a:pt x="15" y="65"/>
                    </a:cubicBezTo>
                    <a:cubicBezTo>
                      <a:pt x="15" y="65"/>
                      <a:pt x="15" y="65"/>
                      <a:pt x="15" y="65"/>
                    </a:cubicBezTo>
                    <a:cubicBezTo>
                      <a:pt x="15" y="64"/>
                      <a:pt x="15" y="64"/>
                      <a:pt x="15" y="64"/>
                    </a:cubicBezTo>
                    <a:cubicBezTo>
                      <a:pt x="15" y="64"/>
                      <a:pt x="15" y="64"/>
                      <a:pt x="15" y="63"/>
                    </a:cubicBezTo>
                    <a:cubicBezTo>
                      <a:pt x="17" y="63"/>
                      <a:pt x="17" y="63"/>
                      <a:pt x="18" y="63"/>
                    </a:cubicBezTo>
                    <a:cubicBezTo>
                      <a:pt x="20" y="63"/>
                      <a:pt x="21" y="63"/>
                      <a:pt x="22" y="63"/>
                    </a:cubicBezTo>
                    <a:cubicBezTo>
                      <a:pt x="23" y="63"/>
                      <a:pt x="24" y="63"/>
                      <a:pt x="25" y="63"/>
                    </a:cubicBezTo>
                    <a:cubicBezTo>
                      <a:pt x="25" y="63"/>
                      <a:pt x="26" y="63"/>
                      <a:pt x="27" y="62"/>
                    </a:cubicBezTo>
                    <a:cubicBezTo>
                      <a:pt x="27" y="62"/>
                      <a:pt x="28" y="62"/>
                      <a:pt x="28" y="62"/>
                    </a:cubicBezTo>
                    <a:cubicBezTo>
                      <a:pt x="28" y="62"/>
                      <a:pt x="28" y="62"/>
                      <a:pt x="29" y="62"/>
                    </a:cubicBezTo>
                    <a:cubicBezTo>
                      <a:pt x="29" y="62"/>
                      <a:pt x="29" y="62"/>
                      <a:pt x="29" y="62"/>
                    </a:cubicBezTo>
                    <a:cubicBezTo>
                      <a:pt x="29" y="62"/>
                      <a:pt x="29" y="62"/>
                      <a:pt x="29" y="62"/>
                    </a:cubicBezTo>
                    <a:cubicBezTo>
                      <a:pt x="29" y="62"/>
                      <a:pt x="29" y="62"/>
                      <a:pt x="29" y="62"/>
                    </a:cubicBezTo>
                    <a:cubicBezTo>
                      <a:pt x="29" y="62"/>
                      <a:pt x="29" y="62"/>
                      <a:pt x="29" y="62"/>
                    </a:cubicBezTo>
                    <a:cubicBezTo>
                      <a:pt x="29" y="60"/>
                      <a:pt x="29" y="59"/>
                      <a:pt x="29" y="57"/>
                    </a:cubicBezTo>
                    <a:cubicBezTo>
                      <a:pt x="29" y="56"/>
                      <a:pt x="29" y="55"/>
                      <a:pt x="29" y="54"/>
                    </a:cubicBezTo>
                    <a:cubicBezTo>
                      <a:pt x="29" y="53"/>
                      <a:pt x="29" y="53"/>
                      <a:pt x="29" y="53"/>
                    </a:cubicBezTo>
                    <a:cubicBezTo>
                      <a:pt x="30" y="52"/>
                      <a:pt x="30" y="52"/>
                      <a:pt x="30" y="52"/>
                    </a:cubicBezTo>
                    <a:cubicBezTo>
                      <a:pt x="30" y="52"/>
                      <a:pt x="30" y="52"/>
                      <a:pt x="30" y="52"/>
                    </a:cubicBezTo>
                    <a:cubicBezTo>
                      <a:pt x="30" y="52"/>
                      <a:pt x="30" y="52"/>
                      <a:pt x="30" y="52"/>
                    </a:cubicBezTo>
                    <a:cubicBezTo>
                      <a:pt x="30" y="52"/>
                      <a:pt x="30" y="52"/>
                      <a:pt x="30" y="52"/>
                    </a:cubicBezTo>
                    <a:cubicBezTo>
                      <a:pt x="30" y="52"/>
                      <a:pt x="30" y="52"/>
                      <a:pt x="30" y="52"/>
                    </a:cubicBezTo>
                    <a:cubicBezTo>
                      <a:pt x="30" y="51"/>
                      <a:pt x="30" y="51"/>
                      <a:pt x="30" y="51"/>
                    </a:cubicBezTo>
                    <a:cubicBezTo>
                      <a:pt x="31" y="51"/>
                      <a:pt x="31" y="50"/>
                      <a:pt x="32" y="49"/>
                    </a:cubicBezTo>
                    <a:cubicBezTo>
                      <a:pt x="33" y="49"/>
                      <a:pt x="34" y="48"/>
                      <a:pt x="35" y="48"/>
                    </a:cubicBezTo>
                    <a:cubicBezTo>
                      <a:pt x="36" y="47"/>
                      <a:pt x="38" y="47"/>
                      <a:pt x="40" y="47"/>
                    </a:cubicBezTo>
                    <a:cubicBezTo>
                      <a:pt x="41" y="47"/>
                      <a:pt x="41" y="46"/>
                      <a:pt x="42" y="46"/>
                    </a:cubicBezTo>
                    <a:cubicBezTo>
                      <a:pt x="42" y="46"/>
                      <a:pt x="43" y="46"/>
                      <a:pt x="43" y="46"/>
                    </a:cubicBezTo>
                    <a:cubicBezTo>
                      <a:pt x="44" y="45"/>
                      <a:pt x="44" y="45"/>
                      <a:pt x="44" y="45"/>
                    </a:cubicBezTo>
                    <a:cubicBezTo>
                      <a:pt x="45" y="45"/>
                      <a:pt x="45" y="44"/>
                      <a:pt x="45" y="43"/>
                    </a:cubicBezTo>
                    <a:cubicBezTo>
                      <a:pt x="45" y="42"/>
                      <a:pt x="45" y="42"/>
                      <a:pt x="44" y="41"/>
                    </a:cubicBezTo>
                    <a:cubicBezTo>
                      <a:pt x="43" y="40"/>
                      <a:pt x="42" y="38"/>
                      <a:pt x="42" y="37"/>
                    </a:cubicBezTo>
                    <a:cubicBezTo>
                      <a:pt x="41" y="36"/>
                      <a:pt x="41" y="35"/>
                      <a:pt x="41" y="34"/>
                    </a:cubicBezTo>
                    <a:cubicBezTo>
                      <a:pt x="41" y="34"/>
                      <a:pt x="41" y="34"/>
                      <a:pt x="41" y="33"/>
                    </a:cubicBezTo>
                    <a:cubicBezTo>
                      <a:pt x="41" y="33"/>
                      <a:pt x="41" y="33"/>
                      <a:pt x="41" y="33"/>
                    </a:cubicBezTo>
                    <a:cubicBezTo>
                      <a:pt x="41" y="32"/>
                      <a:pt x="41" y="32"/>
                      <a:pt x="41" y="32"/>
                    </a:cubicBezTo>
                    <a:cubicBezTo>
                      <a:pt x="41" y="32"/>
                      <a:pt x="41" y="32"/>
                      <a:pt x="41" y="32"/>
                    </a:cubicBezTo>
                    <a:cubicBezTo>
                      <a:pt x="41" y="32"/>
                      <a:pt x="41" y="32"/>
                      <a:pt x="41" y="32"/>
                    </a:cubicBezTo>
                    <a:cubicBezTo>
                      <a:pt x="41" y="32"/>
                      <a:pt x="41" y="32"/>
                      <a:pt x="41" y="32"/>
                    </a:cubicBezTo>
                    <a:cubicBezTo>
                      <a:pt x="41" y="32"/>
                      <a:pt x="41" y="32"/>
                      <a:pt x="41" y="32"/>
                    </a:cubicBezTo>
                    <a:cubicBezTo>
                      <a:pt x="42" y="31"/>
                      <a:pt x="42" y="31"/>
                      <a:pt x="42" y="31"/>
                    </a:cubicBezTo>
                    <a:cubicBezTo>
                      <a:pt x="42" y="30"/>
                      <a:pt x="43" y="30"/>
                      <a:pt x="44" y="30"/>
                    </a:cubicBezTo>
                    <a:cubicBezTo>
                      <a:pt x="45" y="30"/>
                      <a:pt x="46" y="30"/>
                      <a:pt x="47" y="30"/>
                    </a:cubicBezTo>
                    <a:cubicBezTo>
                      <a:pt x="47" y="30"/>
                      <a:pt x="47" y="30"/>
                      <a:pt x="48" y="30"/>
                    </a:cubicBezTo>
                    <a:cubicBezTo>
                      <a:pt x="48" y="30"/>
                      <a:pt x="48" y="30"/>
                      <a:pt x="48" y="30"/>
                    </a:cubicBezTo>
                    <a:cubicBezTo>
                      <a:pt x="48" y="30"/>
                      <a:pt x="48" y="30"/>
                      <a:pt x="48" y="30"/>
                    </a:cubicBezTo>
                    <a:cubicBezTo>
                      <a:pt x="48" y="30"/>
                      <a:pt x="48" y="30"/>
                      <a:pt x="48" y="30"/>
                    </a:cubicBezTo>
                    <a:cubicBezTo>
                      <a:pt x="48" y="30"/>
                      <a:pt x="48" y="29"/>
                      <a:pt x="48" y="29"/>
                    </a:cubicBezTo>
                    <a:cubicBezTo>
                      <a:pt x="48" y="29"/>
                      <a:pt x="48" y="29"/>
                      <a:pt x="48" y="29"/>
                    </a:cubicBezTo>
                    <a:cubicBezTo>
                      <a:pt x="48" y="28"/>
                      <a:pt x="48" y="28"/>
                      <a:pt x="48" y="28"/>
                    </a:cubicBezTo>
                    <a:cubicBezTo>
                      <a:pt x="47" y="28"/>
                      <a:pt x="47" y="27"/>
                      <a:pt x="47" y="26"/>
                    </a:cubicBezTo>
                    <a:cubicBezTo>
                      <a:pt x="47" y="26"/>
                      <a:pt x="47" y="25"/>
                      <a:pt x="47" y="24"/>
                    </a:cubicBezTo>
                    <a:cubicBezTo>
                      <a:pt x="47" y="24"/>
                      <a:pt x="47" y="23"/>
                      <a:pt x="47" y="23"/>
                    </a:cubicBezTo>
                    <a:cubicBezTo>
                      <a:pt x="47" y="23"/>
                      <a:pt x="47" y="22"/>
                      <a:pt x="47" y="22"/>
                    </a:cubicBezTo>
                    <a:cubicBezTo>
                      <a:pt x="47" y="22"/>
                      <a:pt x="48" y="21"/>
                      <a:pt x="48" y="21"/>
                    </a:cubicBezTo>
                    <a:cubicBezTo>
                      <a:pt x="49" y="21"/>
                      <a:pt x="49" y="21"/>
                      <a:pt x="50" y="21"/>
                    </a:cubicBezTo>
                    <a:cubicBezTo>
                      <a:pt x="50" y="21"/>
                      <a:pt x="51" y="21"/>
                      <a:pt x="51" y="21"/>
                    </a:cubicBezTo>
                    <a:cubicBezTo>
                      <a:pt x="51" y="21"/>
                      <a:pt x="52" y="21"/>
                      <a:pt x="53" y="21"/>
                    </a:cubicBezTo>
                    <a:cubicBezTo>
                      <a:pt x="53" y="21"/>
                      <a:pt x="53" y="21"/>
                      <a:pt x="54" y="21"/>
                    </a:cubicBezTo>
                    <a:cubicBezTo>
                      <a:pt x="54" y="21"/>
                      <a:pt x="55" y="20"/>
                      <a:pt x="55" y="19"/>
                    </a:cubicBezTo>
                    <a:cubicBezTo>
                      <a:pt x="55" y="19"/>
                      <a:pt x="55" y="18"/>
                      <a:pt x="55" y="18"/>
                    </a:cubicBezTo>
                    <a:cubicBezTo>
                      <a:pt x="55" y="18"/>
                      <a:pt x="55" y="17"/>
                      <a:pt x="55" y="17"/>
                    </a:cubicBezTo>
                    <a:cubicBezTo>
                      <a:pt x="55" y="16"/>
                      <a:pt x="55" y="15"/>
                      <a:pt x="55" y="14"/>
                    </a:cubicBezTo>
                    <a:cubicBezTo>
                      <a:pt x="55" y="13"/>
                      <a:pt x="55" y="11"/>
                      <a:pt x="56" y="11"/>
                    </a:cubicBezTo>
                    <a:cubicBezTo>
                      <a:pt x="56" y="10"/>
                      <a:pt x="56" y="9"/>
                      <a:pt x="56" y="9"/>
                    </a:cubicBezTo>
                    <a:cubicBezTo>
                      <a:pt x="56" y="9"/>
                      <a:pt x="56" y="9"/>
                      <a:pt x="56" y="9"/>
                    </a:cubicBezTo>
                    <a:cubicBezTo>
                      <a:pt x="56" y="9"/>
                      <a:pt x="56" y="10"/>
                      <a:pt x="56" y="11"/>
                    </a:cubicBezTo>
                    <a:cubicBezTo>
                      <a:pt x="56" y="11"/>
                      <a:pt x="56" y="13"/>
                      <a:pt x="56" y="14"/>
                    </a:cubicBezTo>
                    <a:cubicBezTo>
                      <a:pt x="56" y="15"/>
                      <a:pt x="57" y="16"/>
                      <a:pt x="57" y="16"/>
                    </a:cubicBezTo>
                    <a:cubicBezTo>
                      <a:pt x="57" y="17"/>
                      <a:pt x="57" y="17"/>
                      <a:pt x="57" y="18"/>
                    </a:cubicBezTo>
                    <a:cubicBezTo>
                      <a:pt x="57" y="18"/>
                      <a:pt x="57" y="19"/>
                      <a:pt x="57" y="20"/>
                    </a:cubicBezTo>
                    <a:cubicBezTo>
                      <a:pt x="57" y="20"/>
                      <a:pt x="57" y="21"/>
                      <a:pt x="56" y="21"/>
                    </a:cubicBezTo>
                    <a:cubicBezTo>
                      <a:pt x="56" y="22"/>
                      <a:pt x="55" y="23"/>
                      <a:pt x="55" y="23"/>
                    </a:cubicBezTo>
                    <a:cubicBezTo>
                      <a:pt x="54" y="23"/>
                      <a:pt x="53" y="24"/>
                      <a:pt x="52" y="24"/>
                    </a:cubicBezTo>
                    <a:cubicBezTo>
                      <a:pt x="52" y="24"/>
                      <a:pt x="51" y="23"/>
                      <a:pt x="50" y="23"/>
                    </a:cubicBezTo>
                    <a:cubicBezTo>
                      <a:pt x="50" y="23"/>
                      <a:pt x="50" y="23"/>
                      <a:pt x="50" y="23"/>
                    </a:cubicBezTo>
                    <a:cubicBezTo>
                      <a:pt x="50" y="23"/>
                      <a:pt x="50" y="23"/>
                      <a:pt x="50" y="23"/>
                    </a:cubicBezTo>
                    <a:cubicBezTo>
                      <a:pt x="50" y="23"/>
                      <a:pt x="50" y="24"/>
                      <a:pt x="50" y="24"/>
                    </a:cubicBezTo>
                    <a:cubicBezTo>
                      <a:pt x="50" y="25"/>
                      <a:pt x="50" y="25"/>
                      <a:pt x="50" y="26"/>
                    </a:cubicBezTo>
                    <a:cubicBezTo>
                      <a:pt x="50" y="26"/>
                      <a:pt x="50" y="27"/>
                      <a:pt x="50" y="27"/>
                    </a:cubicBezTo>
                    <a:cubicBezTo>
                      <a:pt x="50" y="28"/>
                      <a:pt x="50" y="28"/>
                      <a:pt x="50" y="28"/>
                    </a:cubicBezTo>
                    <a:cubicBezTo>
                      <a:pt x="50" y="28"/>
                      <a:pt x="50" y="28"/>
                      <a:pt x="50" y="28"/>
                    </a:cubicBezTo>
                    <a:cubicBezTo>
                      <a:pt x="50" y="29"/>
                      <a:pt x="50" y="29"/>
                      <a:pt x="50" y="29"/>
                    </a:cubicBezTo>
                    <a:cubicBezTo>
                      <a:pt x="50" y="29"/>
                      <a:pt x="50" y="29"/>
                      <a:pt x="50" y="29"/>
                    </a:cubicBezTo>
                    <a:cubicBezTo>
                      <a:pt x="50" y="30"/>
                      <a:pt x="50" y="30"/>
                      <a:pt x="50" y="30"/>
                    </a:cubicBezTo>
                    <a:cubicBezTo>
                      <a:pt x="50" y="31"/>
                      <a:pt x="50" y="31"/>
                      <a:pt x="50" y="31"/>
                    </a:cubicBezTo>
                    <a:cubicBezTo>
                      <a:pt x="49" y="31"/>
                      <a:pt x="49" y="31"/>
                      <a:pt x="49" y="32"/>
                    </a:cubicBezTo>
                    <a:cubicBezTo>
                      <a:pt x="49" y="32"/>
                      <a:pt x="49" y="32"/>
                      <a:pt x="49" y="32"/>
                    </a:cubicBezTo>
                    <a:cubicBezTo>
                      <a:pt x="48" y="32"/>
                      <a:pt x="48" y="32"/>
                      <a:pt x="48" y="32"/>
                    </a:cubicBezTo>
                    <a:cubicBezTo>
                      <a:pt x="47" y="32"/>
                      <a:pt x="47" y="32"/>
                      <a:pt x="46" y="32"/>
                    </a:cubicBezTo>
                    <a:cubicBezTo>
                      <a:pt x="45" y="32"/>
                      <a:pt x="44" y="31"/>
                      <a:pt x="43" y="32"/>
                    </a:cubicBezTo>
                    <a:cubicBezTo>
                      <a:pt x="43" y="33"/>
                      <a:pt x="43" y="33"/>
                      <a:pt x="43" y="33"/>
                    </a:cubicBezTo>
                    <a:cubicBezTo>
                      <a:pt x="42" y="33"/>
                      <a:pt x="42" y="33"/>
                      <a:pt x="42" y="33"/>
                    </a:cubicBezTo>
                    <a:cubicBezTo>
                      <a:pt x="42" y="33"/>
                      <a:pt x="42" y="33"/>
                      <a:pt x="42" y="33"/>
                    </a:cubicBezTo>
                    <a:cubicBezTo>
                      <a:pt x="42" y="33"/>
                      <a:pt x="42" y="33"/>
                      <a:pt x="42" y="33"/>
                    </a:cubicBezTo>
                    <a:cubicBezTo>
                      <a:pt x="42" y="33"/>
                      <a:pt x="42" y="33"/>
                      <a:pt x="42" y="33"/>
                    </a:cubicBezTo>
                    <a:cubicBezTo>
                      <a:pt x="42" y="33"/>
                      <a:pt x="42" y="33"/>
                      <a:pt x="42" y="34"/>
                    </a:cubicBezTo>
                    <a:cubicBezTo>
                      <a:pt x="42" y="34"/>
                      <a:pt x="42" y="34"/>
                      <a:pt x="42" y="34"/>
                    </a:cubicBezTo>
                    <a:cubicBezTo>
                      <a:pt x="42" y="35"/>
                      <a:pt x="42" y="36"/>
                      <a:pt x="43" y="36"/>
                    </a:cubicBezTo>
                    <a:cubicBezTo>
                      <a:pt x="43" y="38"/>
                      <a:pt x="44" y="39"/>
                      <a:pt x="45" y="41"/>
                    </a:cubicBezTo>
                    <a:cubicBezTo>
                      <a:pt x="45" y="41"/>
                      <a:pt x="46" y="42"/>
                      <a:pt x="46" y="43"/>
                    </a:cubicBezTo>
                    <a:cubicBezTo>
                      <a:pt x="46" y="44"/>
                      <a:pt x="46" y="45"/>
                      <a:pt x="45" y="46"/>
                    </a:cubicBezTo>
                    <a:cubicBezTo>
                      <a:pt x="45" y="46"/>
                      <a:pt x="44" y="46"/>
                      <a:pt x="44" y="47"/>
                    </a:cubicBezTo>
                    <a:cubicBezTo>
                      <a:pt x="43" y="47"/>
                      <a:pt x="43" y="47"/>
                      <a:pt x="43" y="47"/>
                    </a:cubicBezTo>
                    <a:cubicBezTo>
                      <a:pt x="42" y="48"/>
                      <a:pt x="41" y="48"/>
                      <a:pt x="40" y="48"/>
                    </a:cubicBezTo>
                    <a:cubicBezTo>
                      <a:pt x="38" y="49"/>
                      <a:pt x="37" y="49"/>
                      <a:pt x="35" y="50"/>
                    </a:cubicBezTo>
                    <a:cubicBezTo>
                      <a:pt x="34" y="50"/>
                      <a:pt x="33" y="51"/>
                      <a:pt x="32" y="53"/>
                    </a:cubicBezTo>
                    <a:cubicBezTo>
                      <a:pt x="32" y="53"/>
                      <a:pt x="32" y="53"/>
                      <a:pt x="32" y="53"/>
                    </a:cubicBezTo>
                    <a:cubicBezTo>
                      <a:pt x="32" y="53"/>
                      <a:pt x="32" y="53"/>
                      <a:pt x="32" y="53"/>
                    </a:cubicBezTo>
                    <a:cubicBezTo>
                      <a:pt x="32" y="53"/>
                      <a:pt x="32" y="53"/>
                      <a:pt x="32" y="53"/>
                    </a:cubicBezTo>
                    <a:cubicBezTo>
                      <a:pt x="32" y="53"/>
                      <a:pt x="32" y="53"/>
                      <a:pt x="32" y="53"/>
                    </a:cubicBezTo>
                    <a:cubicBezTo>
                      <a:pt x="32" y="54"/>
                      <a:pt x="32" y="54"/>
                      <a:pt x="32" y="54"/>
                    </a:cubicBezTo>
                    <a:cubicBezTo>
                      <a:pt x="32" y="54"/>
                      <a:pt x="32" y="54"/>
                      <a:pt x="32" y="54"/>
                    </a:cubicBezTo>
                    <a:cubicBezTo>
                      <a:pt x="31" y="55"/>
                      <a:pt x="31" y="55"/>
                      <a:pt x="31" y="55"/>
                    </a:cubicBezTo>
                    <a:cubicBezTo>
                      <a:pt x="31" y="55"/>
                      <a:pt x="31" y="56"/>
                      <a:pt x="31" y="57"/>
                    </a:cubicBezTo>
                    <a:cubicBezTo>
                      <a:pt x="31" y="57"/>
                      <a:pt x="32" y="58"/>
                      <a:pt x="32" y="59"/>
                    </a:cubicBezTo>
                    <a:cubicBezTo>
                      <a:pt x="32" y="60"/>
                      <a:pt x="32" y="61"/>
                      <a:pt x="32" y="62"/>
                    </a:cubicBezTo>
                    <a:cubicBezTo>
                      <a:pt x="32" y="62"/>
                      <a:pt x="32" y="62"/>
                      <a:pt x="32" y="63"/>
                    </a:cubicBezTo>
                    <a:cubicBezTo>
                      <a:pt x="32" y="63"/>
                      <a:pt x="32" y="63"/>
                      <a:pt x="31" y="64"/>
                    </a:cubicBezTo>
                    <a:cubicBezTo>
                      <a:pt x="31" y="64"/>
                      <a:pt x="31" y="64"/>
                      <a:pt x="31" y="64"/>
                    </a:cubicBezTo>
                    <a:cubicBezTo>
                      <a:pt x="30" y="65"/>
                      <a:pt x="30" y="65"/>
                      <a:pt x="30" y="65"/>
                    </a:cubicBezTo>
                    <a:cubicBezTo>
                      <a:pt x="29" y="65"/>
                      <a:pt x="28" y="65"/>
                      <a:pt x="27" y="66"/>
                    </a:cubicBezTo>
                    <a:cubicBezTo>
                      <a:pt x="26" y="66"/>
                      <a:pt x="26" y="66"/>
                      <a:pt x="25" y="66"/>
                    </a:cubicBezTo>
                    <a:cubicBezTo>
                      <a:pt x="24" y="66"/>
                      <a:pt x="23" y="66"/>
                      <a:pt x="22" y="66"/>
                    </a:cubicBezTo>
                    <a:cubicBezTo>
                      <a:pt x="21" y="66"/>
                      <a:pt x="19" y="65"/>
                      <a:pt x="18" y="65"/>
                    </a:cubicBezTo>
                    <a:cubicBezTo>
                      <a:pt x="18" y="65"/>
                      <a:pt x="17" y="66"/>
                      <a:pt x="17" y="66"/>
                    </a:cubicBezTo>
                    <a:cubicBezTo>
                      <a:pt x="17" y="66"/>
                      <a:pt x="17" y="66"/>
                      <a:pt x="17" y="66"/>
                    </a:cubicBezTo>
                    <a:cubicBezTo>
                      <a:pt x="17" y="69"/>
                      <a:pt x="17" y="71"/>
                      <a:pt x="17" y="73"/>
                    </a:cubicBezTo>
                    <a:cubicBezTo>
                      <a:pt x="17" y="76"/>
                      <a:pt x="16" y="77"/>
                      <a:pt x="14" y="79"/>
                    </a:cubicBezTo>
                    <a:cubicBezTo>
                      <a:pt x="13" y="80"/>
                      <a:pt x="12" y="80"/>
                      <a:pt x="11" y="80"/>
                    </a:cubicBezTo>
                    <a:cubicBezTo>
                      <a:pt x="11" y="80"/>
                      <a:pt x="11" y="80"/>
                      <a:pt x="10" y="80"/>
                    </a:cubicBezTo>
                    <a:cubicBezTo>
                      <a:pt x="12" y="81"/>
                      <a:pt x="13" y="81"/>
                      <a:pt x="15" y="82"/>
                    </a:cubicBezTo>
                    <a:cubicBezTo>
                      <a:pt x="15" y="82"/>
                      <a:pt x="15" y="82"/>
                      <a:pt x="15" y="82"/>
                    </a:cubicBezTo>
                    <a:cubicBezTo>
                      <a:pt x="16" y="82"/>
                      <a:pt x="17" y="82"/>
                      <a:pt x="18" y="82"/>
                    </a:cubicBezTo>
                    <a:cubicBezTo>
                      <a:pt x="18" y="82"/>
                      <a:pt x="18" y="82"/>
                      <a:pt x="18" y="82"/>
                    </a:cubicBezTo>
                    <a:cubicBezTo>
                      <a:pt x="18" y="82"/>
                      <a:pt x="19" y="82"/>
                      <a:pt x="19" y="82"/>
                    </a:cubicBezTo>
                    <a:cubicBezTo>
                      <a:pt x="19" y="82"/>
                      <a:pt x="19" y="82"/>
                      <a:pt x="19" y="82"/>
                    </a:cubicBezTo>
                    <a:cubicBezTo>
                      <a:pt x="20" y="82"/>
                      <a:pt x="21" y="82"/>
                      <a:pt x="22" y="82"/>
                    </a:cubicBezTo>
                    <a:cubicBezTo>
                      <a:pt x="22" y="82"/>
                      <a:pt x="22" y="82"/>
                      <a:pt x="22" y="82"/>
                    </a:cubicBezTo>
                    <a:cubicBezTo>
                      <a:pt x="24" y="82"/>
                      <a:pt x="26" y="82"/>
                      <a:pt x="28" y="82"/>
                    </a:cubicBezTo>
                    <a:cubicBezTo>
                      <a:pt x="28" y="82"/>
                      <a:pt x="28" y="82"/>
                      <a:pt x="28" y="82"/>
                    </a:cubicBezTo>
                    <a:cubicBezTo>
                      <a:pt x="29" y="82"/>
                      <a:pt x="29" y="82"/>
                      <a:pt x="30" y="82"/>
                    </a:cubicBezTo>
                    <a:cubicBezTo>
                      <a:pt x="30" y="82"/>
                      <a:pt x="30" y="82"/>
                      <a:pt x="29" y="82"/>
                    </a:cubicBezTo>
                    <a:cubicBezTo>
                      <a:pt x="31" y="82"/>
                      <a:pt x="32" y="81"/>
                      <a:pt x="34" y="81"/>
                    </a:cubicBezTo>
                    <a:cubicBezTo>
                      <a:pt x="34" y="81"/>
                      <a:pt x="34" y="81"/>
                      <a:pt x="34" y="81"/>
                    </a:cubicBezTo>
                    <a:cubicBezTo>
                      <a:pt x="36" y="81"/>
                      <a:pt x="37" y="80"/>
                      <a:pt x="38" y="80"/>
                    </a:cubicBezTo>
                    <a:cubicBezTo>
                      <a:pt x="38" y="80"/>
                      <a:pt x="39" y="80"/>
                      <a:pt x="39" y="80"/>
                    </a:cubicBezTo>
                    <a:cubicBezTo>
                      <a:pt x="40" y="79"/>
                      <a:pt x="41" y="79"/>
                      <a:pt x="42" y="78"/>
                    </a:cubicBezTo>
                    <a:cubicBezTo>
                      <a:pt x="43" y="78"/>
                      <a:pt x="43" y="78"/>
                      <a:pt x="43" y="78"/>
                    </a:cubicBezTo>
                    <a:cubicBezTo>
                      <a:pt x="44" y="77"/>
                      <a:pt x="45" y="76"/>
                      <a:pt x="46" y="76"/>
                    </a:cubicBezTo>
                    <a:cubicBezTo>
                      <a:pt x="46" y="72"/>
                      <a:pt x="53" y="64"/>
                      <a:pt x="56" y="62"/>
                    </a:cubicBezTo>
                    <a:cubicBezTo>
                      <a:pt x="59" y="60"/>
                      <a:pt x="58" y="55"/>
                      <a:pt x="59" y="53"/>
                    </a:cubicBezTo>
                    <a:cubicBezTo>
                      <a:pt x="59" y="52"/>
                      <a:pt x="59" y="52"/>
                      <a:pt x="59" y="52"/>
                    </a:cubicBezTo>
                    <a:cubicBezTo>
                      <a:pt x="59" y="49"/>
                      <a:pt x="66" y="47"/>
                      <a:pt x="66" y="47"/>
                    </a:cubicBezTo>
                    <a:cubicBezTo>
                      <a:pt x="68" y="40"/>
                      <a:pt x="67" y="33"/>
                      <a:pt x="65" y="25"/>
                    </a:cubicBezTo>
                    <a:cubicBezTo>
                      <a:pt x="65" y="25"/>
                      <a:pt x="65" y="26"/>
                      <a:pt x="65" y="26"/>
                    </a:cubicBezTo>
                    <a:cubicBezTo>
                      <a:pt x="65" y="27"/>
                      <a:pt x="65" y="27"/>
                      <a:pt x="65" y="29"/>
                    </a:cubicBezTo>
                    <a:cubicBezTo>
                      <a:pt x="64" y="30"/>
                      <a:pt x="64" y="31"/>
                      <a:pt x="63" y="33"/>
                    </a:cubicBezTo>
                    <a:cubicBezTo>
                      <a:pt x="63" y="34"/>
                      <a:pt x="62" y="36"/>
                      <a:pt x="60" y="37"/>
                    </a:cubicBezTo>
                    <a:cubicBezTo>
                      <a:pt x="59" y="38"/>
                      <a:pt x="59" y="39"/>
                      <a:pt x="58" y="39"/>
                    </a:cubicBezTo>
                    <a:cubicBezTo>
                      <a:pt x="57" y="40"/>
                      <a:pt x="56" y="41"/>
                      <a:pt x="55" y="41"/>
                    </a:cubicBezTo>
                    <a:cubicBezTo>
                      <a:pt x="55" y="41"/>
                      <a:pt x="55" y="42"/>
                      <a:pt x="55" y="42"/>
                    </a:cubicBezTo>
                    <a:cubicBezTo>
                      <a:pt x="55" y="42"/>
                      <a:pt x="55" y="42"/>
                      <a:pt x="55" y="43"/>
                    </a:cubicBezTo>
                    <a:cubicBezTo>
                      <a:pt x="55" y="43"/>
                      <a:pt x="55" y="43"/>
                      <a:pt x="55" y="43"/>
                    </a:cubicBezTo>
                    <a:cubicBezTo>
                      <a:pt x="56" y="44"/>
                      <a:pt x="56" y="45"/>
                      <a:pt x="57" y="46"/>
                    </a:cubicBezTo>
                    <a:cubicBezTo>
                      <a:pt x="57" y="47"/>
                      <a:pt x="57" y="47"/>
                      <a:pt x="58" y="48"/>
                    </a:cubicBezTo>
                    <a:cubicBezTo>
                      <a:pt x="58" y="48"/>
                      <a:pt x="58" y="49"/>
                      <a:pt x="58" y="49"/>
                    </a:cubicBezTo>
                    <a:cubicBezTo>
                      <a:pt x="58" y="50"/>
                      <a:pt x="58" y="50"/>
                      <a:pt x="58" y="51"/>
                    </a:cubicBezTo>
                    <a:cubicBezTo>
                      <a:pt x="58" y="52"/>
                      <a:pt x="57" y="52"/>
                      <a:pt x="56" y="53"/>
                    </a:cubicBezTo>
                    <a:cubicBezTo>
                      <a:pt x="56" y="53"/>
                      <a:pt x="55" y="53"/>
                      <a:pt x="54" y="54"/>
                    </a:cubicBezTo>
                    <a:cubicBezTo>
                      <a:pt x="51" y="54"/>
                      <a:pt x="49" y="54"/>
                      <a:pt x="47" y="55"/>
                    </a:cubicBezTo>
                    <a:cubicBezTo>
                      <a:pt x="46" y="56"/>
                      <a:pt x="45" y="56"/>
                      <a:pt x="44" y="57"/>
                    </a:cubicBezTo>
                    <a:cubicBezTo>
                      <a:pt x="44" y="58"/>
                      <a:pt x="44" y="58"/>
                      <a:pt x="43" y="59"/>
                    </a:cubicBezTo>
                    <a:cubicBezTo>
                      <a:pt x="43" y="59"/>
                      <a:pt x="43" y="59"/>
                      <a:pt x="43" y="59"/>
                    </a:cubicBezTo>
                    <a:cubicBezTo>
                      <a:pt x="43" y="60"/>
                      <a:pt x="43" y="60"/>
                      <a:pt x="43" y="60"/>
                    </a:cubicBezTo>
                    <a:cubicBezTo>
                      <a:pt x="43" y="61"/>
                      <a:pt x="43" y="61"/>
                      <a:pt x="43" y="61"/>
                    </a:cubicBezTo>
                    <a:cubicBezTo>
                      <a:pt x="42" y="63"/>
                      <a:pt x="42" y="65"/>
                      <a:pt x="41" y="68"/>
                    </a:cubicBezTo>
                    <a:cubicBezTo>
                      <a:pt x="41" y="69"/>
                      <a:pt x="41" y="70"/>
                      <a:pt x="40" y="71"/>
                    </a:cubicBezTo>
                    <a:cubicBezTo>
                      <a:pt x="40" y="73"/>
                      <a:pt x="39" y="74"/>
                      <a:pt x="38" y="75"/>
                    </a:cubicBezTo>
                    <a:cubicBezTo>
                      <a:pt x="38" y="75"/>
                      <a:pt x="37" y="75"/>
                      <a:pt x="36" y="76"/>
                    </a:cubicBezTo>
                    <a:cubicBezTo>
                      <a:pt x="36" y="76"/>
                      <a:pt x="35" y="76"/>
                      <a:pt x="35" y="76"/>
                    </a:cubicBezTo>
                    <a:cubicBezTo>
                      <a:pt x="34" y="77"/>
                      <a:pt x="33" y="77"/>
                      <a:pt x="32" y="78"/>
                    </a:cubicBezTo>
                    <a:cubicBezTo>
                      <a:pt x="29" y="79"/>
                      <a:pt x="26" y="80"/>
                      <a:pt x="23" y="81"/>
                    </a:cubicBezTo>
                    <a:cubicBezTo>
                      <a:pt x="22" y="81"/>
                      <a:pt x="21" y="82"/>
                      <a:pt x="21" y="82"/>
                    </a:cubicBezTo>
                    <a:cubicBezTo>
                      <a:pt x="20" y="82"/>
                      <a:pt x="20" y="82"/>
                      <a:pt x="20" y="82"/>
                    </a:cubicBezTo>
                    <a:cubicBezTo>
                      <a:pt x="20" y="82"/>
                      <a:pt x="20" y="82"/>
                      <a:pt x="20" y="82"/>
                    </a:cubicBezTo>
                    <a:cubicBezTo>
                      <a:pt x="20" y="82"/>
                      <a:pt x="20" y="82"/>
                      <a:pt x="21" y="82"/>
                    </a:cubicBezTo>
                    <a:cubicBezTo>
                      <a:pt x="21" y="81"/>
                      <a:pt x="22" y="81"/>
                      <a:pt x="23" y="81"/>
                    </a:cubicBezTo>
                    <a:cubicBezTo>
                      <a:pt x="25" y="80"/>
                      <a:pt x="28" y="79"/>
                      <a:pt x="32" y="77"/>
                    </a:cubicBezTo>
                    <a:cubicBezTo>
                      <a:pt x="33" y="76"/>
                      <a:pt x="33" y="76"/>
                      <a:pt x="34" y="75"/>
                    </a:cubicBezTo>
                    <a:cubicBezTo>
                      <a:pt x="35" y="75"/>
                      <a:pt x="35" y="75"/>
                      <a:pt x="36" y="74"/>
                    </a:cubicBezTo>
                    <a:cubicBezTo>
                      <a:pt x="36" y="74"/>
                      <a:pt x="37" y="74"/>
                      <a:pt x="37" y="74"/>
                    </a:cubicBezTo>
                    <a:cubicBezTo>
                      <a:pt x="38" y="72"/>
                      <a:pt x="39" y="70"/>
                      <a:pt x="40" y="68"/>
                    </a:cubicBezTo>
                    <a:cubicBezTo>
                      <a:pt x="40" y="65"/>
                      <a:pt x="40" y="63"/>
                      <a:pt x="41" y="60"/>
                    </a:cubicBezTo>
                    <a:cubicBezTo>
                      <a:pt x="41" y="59"/>
                      <a:pt x="41" y="59"/>
                      <a:pt x="41" y="59"/>
                    </a:cubicBezTo>
                    <a:cubicBezTo>
                      <a:pt x="41" y="59"/>
                      <a:pt x="41" y="58"/>
                      <a:pt x="41" y="58"/>
                    </a:cubicBezTo>
                    <a:cubicBezTo>
                      <a:pt x="42" y="57"/>
                      <a:pt x="42" y="57"/>
                      <a:pt x="42" y="56"/>
                    </a:cubicBezTo>
                    <a:cubicBezTo>
                      <a:pt x="43" y="55"/>
                      <a:pt x="44" y="54"/>
                      <a:pt x="46" y="53"/>
                    </a:cubicBezTo>
                    <a:cubicBezTo>
                      <a:pt x="48" y="52"/>
                      <a:pt x="51" y="52"/>
                      <a:pt x="53" y="51"/>
                    </a:cubicBezTo>
                    <a:cubicBezTo>
                      <a:pt x="54" y="51"/>
                      <a:pt x="54" y="51"/>
                      <a:pt x="55" y="50"/>
                    </a:cubicBezTo>
                    <a:cubicBezTo>
                      <a:pt x="55" y="50"/>
                      <a:pt x="55" y="50"/>
                      <a:pt x="55" y="50"/>
                    </a:cubicBezTo>
                    <a:cubicBezTo>
                      <a:pt x="55" y="50"/>
                      <a:pt x="55" y="49"/>
                      <a:pt x="55" y="49"/>
                    </a:cubicBezTo>
                    <a:cubicBezTo>
                      <a:pt x="55" y="49"/>
                      <a:pt x="55" y="48"/>
                      <a:pt x="54" y="48"/>
                    </a:cubicBezTo>
                    <a:cubicBezTo>
                      <a:pt x="54" y="46"/>
                      <a:pt x="53" y="45"/>
                      <a:pt x="53" y="44"/>
                    </a:cubicBezTo>
                    <a:cubicBezTo>
                      <a:pt x="53" y="44"/>
                      <a:pt x="53" y="43"/>
                      <a:pt x="53" y="43"/>
                    </a:cubicBezTo>
                    <a:cubicBezTo>
                      <a:pt x="53" y="43"/>
                      <a:pt x="52" y="42"/>
                      <a:pt x="52" y="42"/>
                    </a:cubicBezTo>
                    <a:cubicBezTo>
                      <a:pt x="53" y="41"/>
                      <a:pt x="53" y="40"/>
                      <a:pt x="54" y="39"/>
                    </a:cubicBezTo>
                    <a:cubicBezTo>
                      <a:pt x="55" y="38"/>
                      <a:pt x="56" y="38"/>
                      <a:pt x="56" y="37"/>
                    </a:cubicBezTo>
                    <a:cubicBezTo>
                      <a:pt x="57" y="37"/>
                      <a:pt x="58" y="36"/>
                      <a:pt x="59" y="36"/>
                    </a:cubicBezTo>
                    <a:cubicBezTo>
                      <a:pt x="60" y="35"/>
                      <a:pt x="61" y="33"/>
                      <a:pt x="62" y="32"/>
                    </a:cubicBezTo>
                    <a:cubicBezTo>
                      <a:pt x="63" y="31"/>
                      <a:pt x="63" y="29"/>
                      <a:pt x="64" y="28"/>
                    </a:cubicBezTo>
                    <a:cubicBezTo>
                      <a:pt x="64" y="27"/>
                      <a:pt x="64" y="26"/>
                      <a:pt x="65" y="26"/>
                    </a:cubicBezTo>
                    <a:cubicBezTo>
                      <a:pt x="65" y="25"/>
                      <a:pt x="65" y="25"/>
                      <a:pt x="65" y="25"/>
                    </a:cubicBezTo>
                    <a:cubicBezTo>
                      <a:pt x="65" y="25"/>
                      <a:pt x="65" y="25"/>
                      <a:pt x="65" y="25"/>
                    </a:cubicBezTo>
                    <a:cubicBezTo>
                      <a:pt x="64" y="21"/>
                      <a:pt x="62" y="18"/>
                      <a:pt x="60" y="14"/>
                    </a:cubicBezTo>
                    <a:cubicBezTo>
                      <a:pt x="59" y="13"/>
                      <a:pt x="58" y="12"/>
                      <a:pt x="58" y="11"/>
                    </a:cubicBezTo>
                    <a:cubicBezTo>
                      <a:pt x="57" y="11"/>
                      <a:pt x="57" y="10"/>
                      <a:pt x="57" y="10"/>
                    </a:cubicBezTo>
                    <a:cubicBezTo>
                      <a:pt x="56" y="9"/>
                      <a:pt x="56" y="9"/>
                      <a:pt x="55" y="8"/>
                    </a:cubicBezTo>
                    <a:cubicBezTo>
                      <a:pt x="55" y="8"/>
                      <a:pt x="54" y="7"/>
                      <a:pt x="54" y="7"/>
                    </a:cubicBezTo>
                    <a:cubicBezTo>
                      <a:pt x="54" y="7"/>
                      <a:pt x="53" y="6"/>
                      <a:pt x="53" y="6"/>
                    </a:cubicBezTo>
                    <a:cubicBezTo>
                      <a:pt x="54" y="4"/>
                      <a:pt x="56" y="3"/>
                      <a:pt x="57" y="3"/>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4" name="Freeform 395"/>
              <p:cNvSpPr>
                <a:spLocks/>
              </p:cNvSpPr>
              <p:nvPr/>
            </p:nvSpPr>
            <p:spPr bwMode="auto">
              <a:xfrm>
                <a:off x="2356" y="1834"/>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1" y="0"/>
                      <a:pt x="1" y="0"/>
                    </a:cubicBezTo>
                    <a:lnTo>
                      <a:pt x="0" y="0"/>
                    </a:ln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5" name="Freeform 396"/>
              <p:cNvSpPr>
                <a:spLocks/>
              </p:cNvSpPr>
              <p:nvPr/>
            </p:nvSpPr>
            <p:spPr bwMode="auto">
              <a:xfrm>
                <a:off x="2350" y="177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6" name="Freeform 397"/>
              <p:cNvSpPr>
                <a:spLocks/>
              </p:cNvSpPr>
              <p:nvPr/>
            </p:nvSpPr>
            <p:spPr bwMode="auto">
              <a:xfrm>
                <a:off x="2358" y="1800"/>
                <a:ext cx="23" cy="34"/>
              </a:xfrm>
              <a:custGeom>
                <a:avLst/>
                <a:gdLst>
                  <a:gd name="T0" fmla="*/ 14 w 18"/>
                  <a:gd name="T1" fmla="*/ 4 h 26"/>
                  <a:gd name="T2" fmla="*/ 13 w 18"/>
                  <a:gd name="T3" fmla="*/ 5 h 26"/>
                  <a:gd name="T4" fmla="*/ 9 w 18"/>
                  <a:gd name="T5" fmla="*/ 14 h 26"/>
                  <a:gd name="T6" fmla="*/ 0 w 18"/>
                  <a:gd name="T7" fmla="*/ 26 h 26"/>
                  <a:gd name="T8" fmla="*/ 18 w 18"/>
                  <a:gd name="T9" fmla="*/ 0 h 26"/>
                  <a:gd name="T10" fmla="*/ 14 w 18"/>
                  <a:gd name="T11" fmla="*/ 4 h 26"/>
                </a:gdLst>
                <a:ahLst/>
                <a:cxnLst>
                  <a:cxn ang="0">
                    <a:pos x="T0" y="T1"/>
                  </a:cxn>
                  <a:cxn ang="0">
                    <a:pos x="T2" y="T3"/>
                  </a:cxn>
                  <a:cxn ang="0">
                    <a:pos x="T4" y="T5"/>
                  </a:cxn>
                  <a:cxn ang="0">
                    <a:pos x="T6" y="T7"/>
                  </a:cxn>
                  <a:cxn ang="0">
                    <a:pos x="T8" y="T9"/>
                  </a:cxn>
                  <a:cxn ang="0">
                    <a:pos x="T10" y="T11"/>
                  </a:cxn>
                </a:cxnLst>
                <a:rect l="0" t="0" r="r" b="b"/>
                <a:pathLst>
                  <a:path w="18" h="26">
                    <a:moveTo>
                      <a:pt x="14" y="4"/>
                    </a:moveTo>
                    <a:cubicBezTo>
                      <a:pt x="13" y="4"/>
                      <a:pt x="13" y="4"/>
                      <a:pt x="13" y="5"/>
                    </a:cubicBezTo>
                    <a:cubicBezTo>
                      <a:pt x="13" y="8"/>
                      <a:pt x="12" y="12"/>
                      <a:pt x="9" y="14"/>
                    </a:cubicBezTo>
                    <a:cubicBezTo>
                      <a:pt x="6" y="16"/>
                      <a:pt x="0" y="23"/>
                      <a:pt x="0" y="26"/>
                    </a:cubicBezTo>
                    <a:cubicBezTo>
                      <a:pt x="9" y="19"/>
                      <a:pt x="16" y="10"/>
                      <a:pt x="18" y="0"/>
                    </a:cubicBezTo>
                    <a:cubicBezTo>
                      <a:pt x="17" y="0"/>
                      <a:pt x="14" y="2"/>
                      <a:pt x="14" y="4"/>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7" name="Freeform 398"/>
              <p:cNvSpPr>
                <a:spLocks/>
              </p:cNvSpPr>
              <p:nvPr/>
            </p:nvSpPr>
            <p:spPr bwMode="auto">
              <a:xfrm>
                <a:off x="2381" y="17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8" name="Freeform 399"/>
              <p:cNvSpPr>
                <a:spLocks/>
              </p:cNvSpPr>
              <p:nvPr/>
            </p:nvSpPr>
            <p:spPr bwMode="auto">
              <a:xfrm>
                <a:off x="1952" y="1732"/>
                <a:ext cx="447" cy="332"/>
              </a:xfrm>
              <a:custGeom>
                <a:avLst/>
                <a:gdLst>
                  <a:gd name="T0" fmla="*/ 304 w 447"/>
                  <a:gd name="T1" fmla="*/ 121 h 332"/>
                  <a:gd name="T2" fmla="*/ 304 w 447"/>
                  <a:gd name="T3" fmla="*/ 60 h 332"/>
                  <a:gd name="T4" fmla="*/ 162 w 447"/>
                  <a:gd name="T5" fmla="*/ 60 h 332"/>
                  <a:gd name="T6" fmla="*/ 162 w 447"/>
                  <a:gd name="T7" fmla="*/ 0 h 332"/>
                  <a:gd name="T8" fmla="*/ 0 w 447"/>
                  <a:gd name="T9" fmla="*/ 0 h 332"/>
                  <a:gd name="T10" fmla="*/ 20 w 447"/>
                  <a:gd name="T11" fmla="*/ 332 h 332"/>
                  <a:gd name="T12" fmla="*/ 148 w 447"/>
                  <a:gd name="T13" fmla="*/ 332 h 332"/>
                  <a:gd name="T14" fmla="*/ 162 w 447"/>
                  <a:gd name="T15" fmla="*/ 332 h 332"/>
                  <a:gd name="T16" fmla="*/ 162 w 447"/>
                  <a:gd name="T17" fmla="*/ 332 h 332"/>
                  <a:gd name="T18" fmla="*/ 304 w 447"/>
                  <a:gd name="T19" fmla="*/ 332 h 332"/>
                  <a:gd name="T20" fmla="*/ 447 w 447"/>
                  <a:gd name="T21" fmla="*/ 332 h 332"/>
                  <a:gd name="T22" fmla="*/ 447 w 447"/>
                  <a:gd name="T23" fmla="*/ 121 h 332"/>
                  <a:gd name="T24" fmla="*/ 304 w 447"/>
                  <a:gd name="T25" fmla="*/ 121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7" h="332">
                    <a:moveTo>
                      <a:pt x="304" y="121"/>
                    </a:moveTo>
                    <a:lnTo>
                      <a:pt x="304" y="60"/>
                    </a:lnTo>
                    <a:lnTo>
                      <a:pt x="162" y="60"/>
                    </a:lnTo>
                    <a:lnTo>
                      <a:pt x="162" y="0"/>
                    </a:lnTo>
                    <a:lnTo>
                      <a:pt x="0" y="0"/>
                    </a:lnTo>
                    <a:lnTo>
                      <a:pt x="20" y="332"/>
                    </a:lnTo>
                    <a:lnTo>
                      <a:pt x="148" y="332"/>
                    </a:lnTo>
                    <a:lnTo>
                      <a:pt x="162" y="332"/>
                    </a:lnTo>
                    <a:lnTo>
                      <a:pt x="162" y="332"/>
                    </a:lnTo>
                    <a:lnTo>
                      <a:pt x="304" y="332"/>
                    </a:lnTo>
                    <a:lnTo>
                      <a:pt x="447" y="332"/>
                    </a:lnTo>
                    <a:lnTo>
                      <a:pt x="447" y="121"/>
                    </a:lnTo>
                    <a:lnTo>
                      <a:pt x="304" y="121"/>
                    </a:ln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9" name="Oval 400"/>
              <p:cNvSpPr>
                <a:spLocks noChangeArrowheads="1"/>
              </p:cNvSpPr>
              <p:nvPr/>
            </p:nvSpPr>
            <p:spPr bwMode="auto">
              <a:xfrm>
                <a:off x="1350" y="1401"/>
                <a:ext cx="139" cy="14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0" name="Freeform 401"/>
              <p:cNvSpPr>
                <a:spLocks/>
              </p:cNvSpPr>
              <p:nvPr/>
            </p:nvSpPr>
            <p:spPr bwMode="auto">
              <a:xfrm>
                <a:off x="1251" y="1546"/>
                <a:ext cx="101" cy="179"/>
              </a:xfrm>
              <a:custGeom>
                <a:avLst/>
                <a:gdLst>
                  <a:gd name="T0" fmla="*/ 35 w 77"/>
                  <a:gd name="T1" fmla="*/ 123 h 136"/>
                  <a:gd name="T2" fmla="*/ 13 w 77"/>
                  <a:gd name="T3" fmla="*/ 133 h 136"/>
                  <a:gd name="T4" fmla="*/ 13 w 77"/>
                  <a:gd name="T5" fmla="*/ 133 h 136"/>
                  <a:gd name="T6" fmla="*/ 4 w 77"/>
                  <a:gd name="T7" fmla="*/ 111 h 136"/>
                  <a:gd name="T8" fmla="*/ 42 w 77"/>
                  <a:gd name="T9" fmla="*/ 13 h 136"/>
                  <a:gd name="T10" fmla="*/ 64 w 77"/>
                  <a:gd name="T11" fmla="*/ 3 h 136"/>
                  <a:gd name="T12" fmla="*/ 64 w 77"/>
                  <a:gd name="T13" fmla="*/ 3 h 136"/>
                  <a:gd name="T14" fmla="*/ 74 w 77"/>
                  <a:gd name="T15" fmla="*/ 25 h 136"/>
                  <a:gd name="T16" fmla="*/ 35 w 77"/>
                  <a:gd name="T17" fmla="*/ 123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136">
                    <a:moveTo>
                      <a:pt x="35" y="123"/>
                    </a:moveTo>
                    <a:cubicBezTo>
                      <a:pt x="32" y="132"/>
                      <a:pt x="22" y="136"/>
                      <a:pt x="13" y="133"/>
                    </a:cubicBezTo>
                    <a:cubicBezTo>
                      <a:pt x="13" y="133"/>
                      <a:pt x="13" y="133"/>
                      <a:pt x="13" y="133"/>
                    </a:cubicBezTo>
                    <a:cubicBezTo>
                      <a:pt x="4" y="129"/>
                      <a:pt x="0" y="119"/>
                      <a:pt x="4" y="111"/>
                    </a:cubicBezTo>
                    <a:cubicBezTo>
                      <a:pt x="42" y="13"/>
                      <a:pt x="42" y="13"/>
                      <a:pt x="42" y="13"/>
                    </a:cubicBezTo>
                    <a:cubicBezTo>
                      <a:pt x="45" y="4"/>
                      <a:pt x="55" y="0"/>
                      <a:pt x="64" y="3"/>
                    </a:cubicBezTo>
                    <a:cubicBezTo>
                      <a:pt x="64" y="3"/>
                      <a:pt x="64" y="3"/>
                      <a:pt x="64" y="3"/>
                    </a:cubicBezTo>
                    <a:cubicBezTo>
                      <a:pt x="73" y="6"/>
                      <a:pt x="77" y="16"/>
                      <a:pt x="74" y="25"/>
                    </a:cubicBezTo>
                    <a:lnTo>
                      <a:pt x="35" y="1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1" name="Freeform 402"/>
              <p:cNvSpPr>
                <a:spLocks/>
              </p:cNvSpPr>
              <p:nvPr/>
            </p:nvSpPr>
            <p:spPr bwMode="auto">
              <a:xfrm>
                <a:off x="1142" y="1670"/>
                <a:ext cx="156" cy="53"/>
              </a:xfrm>
              <a:custGeom>
                <a:avLst/>
                <a:gdLst>
                  <a:gd name="T0" fmla="*/ 119 w 119"/>
                  <a:gd name="T1" fmla="*/ 20 h 40"/>
                  <a:gd name="T2" fmla="*/ 99 w 119"/>
                  <a:gd name="T3" fmla="*/ 40 h 40"/>
                  <a:gd name="T4" fmla="*/ 20 w 119"/>
                  <a:gd name="T5" fmla="*/ 40 h 40"/>
                  <a:gd name="T6" fmla="*/ 0 w 119"/>
                  <a:gd name="T7" fmla="*/ 20 h 40"/>
                  <a:gd name="T8" fmla="*/ 0 w 119"/>
                  <a:gd name="T9" fmla="*/ 20 h 40"/>
                  <a:gd name="T10" fmla="*/ 20 w 119"/>
                  <a:gd name="T11" fmla="*/ 0 h 40"/>
                  <a:gd name="T12" fmla="*/ 99 w 119"/>
                  <a:gd name="T13" fmla="*/ 0 h 40"/>
                  <a:gd name="T14" fmla="*/ 119 w 119"/>
                  <a:gd name="T15" fmla="*/ 20 h 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9" h="40">
                    <a:moveTo>
                      <a:pt x="119" y="20"/>
                    </a:moveTo>
                    <a:cubicBezTo>
                      <a:pt x="119" y="31"/>
                      <a:pt x="110" y="40"/>
                      <a:pt x="99" y="40"/>
                    </a:cubicBezTo>
                    <a:cubicBezTo>
                      <a:pt x="20" y="40"/>
                      <a:pt x="20" y="40"/>
                      <a:pt x="20" y="40"/>
                    </a:cubicBezTo>
                    <a:cubicBezTo>
                      <a:pt x="9" y="40"/>
                      <a:pt x="0" y="31"/>
                      <a:pt x="0" y="20"/>
                    </a:cubicBezTo>
                    <a:cubicBezTo>
                      <a:pt x="0" y="20"/>
                      <a:pt x="0" y="20"/>
                      <a:pt x="0" y="20"/>
                    </a:cubicBezTo>
                    <a:cubicBezTo>
                      <a:pt x="0" y="9"/>
                      <a:pt x="9" y="0"/>
                      <a:pt x="20" y="0"/>
                    </a:cubicBezTo>
                    <a:cubicBezTo>
                      <a:pt x="99" y="0"/>
                      <a:pt x="99" y="0"/>
                      <a:pt x="99" y="0"/>
                    </a:cubicBezTo>
                    <a:cubicBezTo>
                      <a:pt x="110" y="0"/>
                      <a:pt x="119" y="9"/>
                      <a:pt x="119" y="2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2" name="Freeform 403"/>
              <p:cNvSpPr>
                <a:spLocks/>
              </p:cNvSpPr>
              <p:nvPr/>
            </p:nvSpPr>
            <p:spPr bwMode="auto">
              <a:xfrm>
                <a:off x="1479" y="1546"/>
                <a:ext cx="100" cy="179"/>
              </a:xfrm>
              <a:custGeom>
                <a:avLst/>
                <a:gdLst>
                  <a:gd name="T0" fmla="*/ 41 w 76"/>
                  <a:gd name="T1" fmla="*/ 123 h 136"/>
                  <a:gd name="T2" fmla="*/ 63 w 76"/>
                  <a:gd name="T3" fmla="*/ 133 h 136"/>
                  <a:gd name="T4" fmla="*/ 63 w 76"/>
                  <a:gd name="T5" fmla="*/ 133 h 136"/>
                  <a:gd name="T6" fmla="*/ 73 w 76"/>
                  <a:gd name="T7" fmla="*/ 111 h 136"/>
                  <a:gd name="T8" fmla="*/ 35 w 76"/>
                  <a:gd name="T9" fmla="*/ 13 h 136"/>
                  <a:gd name="T10" fmla="*/ 13 w 76"/>
                  <a:gd name="T11" fmla="*/ 3 h 136"/>
                  <a:gd name="T12" fmla="*/ 13 w 76"/>
                  <a:gd name="T13" fmla="*/ 3 h 136"/>
                  <a:gd name="T14" fmla="*/ 3 w 76"/>
                  <a:gd name="T15" fmla="*/ 25 h 136"/>
                  <a:gd name="T16" fmla="*/ 41 w 76"/>
                  <a:gd name="T17" fmla="*/ 123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136">
                    <a:moveTo>
                      <a:pt x="41" y="123"/>
                    </a:moveTo>
                    <a:cubicBezTo>
                      <a:pt x="45" y="132"/>
                      <a:pt x="55" y="136"/>
                      <a:pt x="63" y="133"/>
                    </a:cubicBezTo>
                    <a:cubicBezTo>
                      <a:pt x="63" y="133"/>
                      <a:pt x="63" y="133"/>
                      <a:pt x="63" y="133"/>
                    </a:cubicBezTo>
                    <a:cubicBezTo>
                      <a:pt x="72" y="129"/>
                      <a:pt x="76" y="119"/>
                      <a:pt x="73" y="111"/>
                    </a:cubicBezTo>
                    <a:cubicBezTo>
                      <a:pt x="35" y="13"/>
                      <a:pt x="35" y="13"/>
                      <a:pt x="35" y="13"/>
                    </a:cubicBezTo>
                    <a:cubicBezTo>
                      <a:pt x="31" y="4"/>
                      <a:pt x="21" y="0"/>
                      <a:pt x="13" y="3"/>
                    </a:cubicBezTo>
                    <a:cubicBezTo>
                      <a:pt x="13" y="3"/>
                      <a:pt x="13" y="3"/>
                      <a:pt x="13" y="3"/>
                    </a:cubicBezTo>
                    <a:cubicBezTo>
                      <a:pt x="4" y="6"/>
                      <a:pt x="0" y="16"/>
                      <a:pt x="3" y="25"/>
                    </a:cubicBezTo>
                    <a:lnTo>
                      <a:pt x="41" y="1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3" name="Freeform 404"/>
              <p:cNvSpPr>
                <a:spLocks/>
              </p:cNvSpPr>
              <p:nvPr/>
            </p:nvSpPr>
            <p:spPr bwMode="auto">
              <a:xfrm>
                <a:off x="1532" y="1670"/>
                <a:ext cx="156" cy="53"/>
              </a:xfrm>
              <a:custGeom>
                <a:avLst/>
                <a:gdLst>
                  <a:gd name="T0" fmla="*/ 0 w 118"/>
                  <a:gd name="T1" fmla="*/ 20 h 40"/>
                  <a:gd name="T2" fmla="*/ 19 w 118"/>
                  <a:gd name="T3" fmla="*/ 40 h 40"/>
                  <a:gd name="T4" fmla="*/ 99 w 118"/>
                  <a:gd name="T5" fmla="*/ 40 h 40"/>
                  <a:gd name="T6" fmla="*/ 118 w 118"/>
                  <a:gd name="T7" fmla="*/ 20 h 40"/>
                  <a:gd name="T8" fmla="*/ 118 w 118"/>
                  <a:gd name="T9" fmla="*/ 20 h 40"/>
                  <a:gd name="T10" fmla="*/ 99 w 118"/>
                  <a:gd name="T11" fmla="*/ 0 h 40"/>
                  <a:gd name="T12" fmla="*/ 19 w 118"/>
                  <a:gd name="T13" fmla="*/ 0 h 40"/>
                  <a:gd name="T14" fmla="*/ 0 w 118"/>
                  <a:gd name="T15" fmla="*/ 20 h 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40">
                    <a:moveTo>
                      <a:pt x="0" y="20"/>
                    </a:moveTo>
                    <a:cubicBezTo>
                      <a:pt x="0" y="31"/>
                      <a:pt x="9" y="40"/>
                      <a:pt x="19" y="40"/>
                    </a:cubicBezTo>
                    <a:cubicBezTo>
                      <a:pt x="99" y="40"/>
                      <a:pt x="99" y="40"/>
                      <a:pt x="99" y="40"/>
                    </a:cubicBezTo>
                    <a:cubicBezTo>
                      <a:pt x="109" y="40"/>
                      <a:pt x="118" y="31"/>
                      <a:pt x="118" y="20"/>
                    </a:cubicBezTo>
                    <a:cubicBezTo>
                      <a:pt x="118" y="20"/>
                      <a:pt x="118" y="20"/>
                      <a:pt x="118" y="20"/>
                    </a:cubicBezTo>
                    <a:cubicBezTo>
                      <a:pt x="118" y="9"/>
                      <a:pt x="109" y="0"/>
                      <a:pt x="99" y="0"/>
                    </a:cubicBezTo>
                    <a:cubicBezTo>
                      <a:pt x="19" y="0"/>
                      <a:pt x="19" y="0"/>
                      <a:pt x="19" y="0"/>
                    </a:cubicBezTo>
                    <a:cubicBezTo>
                      <a:pt x="9" y="0"/>
                      <a:pt x="0" y="9"/>
                      <a:pt x="0" y="2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4" name="Rectangle 405"/>
              <p:cNvSpPr>
                <a:spLocks noChangeArrowheads="1"/>
              </p:cNvSpPr>
              <p:nvPr/>
            </p:nvSpPr>
            <p:spPr bwMode="auto">
              <a:xfrm>
                <a:off x="1325" y="1549"/>
                <a:ext cx="181" cy="18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5" name="Rectangle 406"/>
              <p:cNvSpPr>
                <a:spLocks noChangeArrowheads="1"/>
              </p:cNvSpPr>
              <p:nvPr/>
            </p:nvSpPr>
            <p:spPr bwMode="auto">
              <a:xfrm>
                <a:off x="1124" y="1723"/>
                <a:ext cx="848" cy="341"/>
              </a:xfrm>
              <a:prstGeom prst="rect">
                <a:avLst/>
              </a:prstGeom>
              <a:solidFill>
                <a:srgbClr val="00A99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6" name="Line 407"/>
              <p:cNvSpPr>
                <a:spLocks noChangeShapeType="1"/>
              </p:cNvSpPr>
              <p:nvPr/>
            </p:nvSpPr>
            <p:spPr bwMode="auto">
              <a:xfrm>
                <a:off x="1124" y="1752"/>
                <a:ext cx="990" cy="0"/>
              </a:xfrm>
              <a:prstGeom prst="line">
                <a:avLst/>
              </a:prstGeom>
              <a:noFill/>
              <a:ln w="12700"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477" name="Freeform 408"/>
              <p:cNvSpPr>
                <a:spLocks/>
              </p:cNvSpPr>
              <p:nvPr/>
            </p:nvSpPr>
            <p:spPr bwMode="auto">
              <a:xfrm>
                <a:off x="1363" y="1362"/>
                <a:ext cx="113" cy="136"/>
              </a:xfrm>
              <a:custGeom>
                <a:avLst/>
                <a:gdLst>
                  <a:gd name="T0" fmla="*/ 86 w 86"/>
                  <a:gd name="T1" fmla="*/ 91 h 103"/>
                  <a:gd name="T2" fmla="*/ 74 w 86"/>
                  <a:gd name="T3" fmla="*/ 103 h 103"/>
                  <a:gd name="T4" fmla="*/ 12 w 86"/>
                  <a:gd name="T5" fmla="*/ 103 h 103"/>
                  <a:gd name="T6" fmla="*/ 0 w 86"/>
                  <a:gd name="T7" fmla="*/ 91 h 103"/>
                  <a:gd name="T8" fmla="*/ 0 w 86"/>
                  <a:gd name="T9" fmla="*/ 12 h 103"/>
                  <a:gd name="T10" fmla="*/ 12 w 86"/>
                  <a:gd name="T11" fmla="*/ 0 h 103"/>
                  <a:gd name="T12" fmla="*/ 74 w 86"/>
                  <a:gd name="T13" fmla="*/ 0 h 103"/>
                  <a:gd name="T14" fmla="*/ 86 w 86"/>
                  <a:gd name="T15" fmla="*/ 12 h 103"/>
                  <a:gd name="T16" fmla="*/ 86 w 86"/>
                  <a:gd name="T17" fmla="*/ 9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103">
                    <a:moveTo>
                      <a:pt x="86" y="91"/>
                    </a:moveTo>
                    <a:cubicBezTo>
                      <a:pt x="86" y="98"/>
                      <a:pt x="80" y="103"/>
                      <a:pt x="74" y="103"/>
                    </a:cubicBezTo>
                    <a:cubicBezTo>
                      <a:pt x="12" y="103"/>
                      <a:pt x="12" y="103"/>
                      <a:pt x="12" y="103"/>
                    </a:cubicBezTo>
                    <a:cubicBezTo>
                      <a:pt x="6" y="103"/>
                      <a:pt x="0" y="98"/>
                      <a:pt x="0" y="91"/>
                    </a:cubicBezTo>
                    <a:cubicBezTo>
                      <a:pt x="0" y="12"/>
                      <a:pt x="0" y="12"/>
                      <a:pt x="0" y="12"/>
                    </a:cubicBezTo>
                    <a:cubicBezTo>
                      <a:pt x="0" y="5"/>
                      <a:pt x="6" y="0"/>
                      <a:pt x="12" y="0"/>
                    </a:cubicBezTo>
                    <a:cubicBezTo>
                      <a:pt x="74" y="0"/>
                      <a:pt x="74" y="0"/>
                      <a:pt x="74" y="0"/>
                    </a:cubicBezTo>
                    <a:cubicBezTo>
                      <a:pt x="80" y="0"/>
                      <a:pt x="86" y="5"/>
                      <a:pt x="86" y="12"/>
                    </a:cubicBezTo>
                    <a:lnTo>
                      <a:pt x="86" y="9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8" name="Freeform 409"/>
              <p:cNvSpPr>
                <a:spLocks/>
              </p:cNvSpPr>
              <p:nvPr/>
            </p:nvSpPr>
            <p:spPr bwMode="auto">
              <a:xfrm>
                <a:off x="1444" y="1788"/>
                <a:ext cx="208" cy="210"/>
              </a:xfrm>
              <a:custGeom>
                <a:avLst/>
                <a:gdLst>
                  <a:gd name="T0" fmla="*/ 138 w 158"/>
                  <a:gd name="T1" fmla="*/ 44 h 159"/>
                  <a:gd name="T2" fmla="*/ 97 w 158"/>
                  <a:gd name="T3" fmla="*/ 33 h 159"/>
                  <a:gd name="T4" fmla="*/ 108 w 158"/>
                  <a:gd name="T5" fmla="*/ 3 h 159"/>
                  <a:gd name="T6" fmla="*/ 79 w 158"/>
                  <a:gd name="T7" fmla="*/ 37 h 159"/>
                  <a:gd name="T8" fmla="*/ 87 w 158"/>
                  <a:gd name="T9" fmla="*/ 5 h 159"/>
                  <a:gd name="T10" fmla="*/ 85 w 158"/>
                  <a:gd name="T11" fmla="*/ 0 h 159"/>
                  <a:gd name="T12" fmla="*/ 74 w 158"/>
                  <a:gd name="T13" fmla="*/ 37 h 159"/>
                  <a:gd name="T14" fmla="*/ 20 w 158"/>
                  <a:gd name="T15" fmla="*/ 44 h 159"/>
                  <a:gd name="T16" fmla="*/ 53 w 158"/>
                  <a:gd name="T17" fmla="*/ 159 h 159"/>
                  <a:gd name="T18" fmla="*/ 79 w 158"/>
                  <a:gd name="T19" fmla="*/ 157 h 159"/>
                  <a:gd name="T20" fmla="*/ 105 w 158"/>
                  <a:gd name="T21" fmla="*/ 159 h 159"/>
                  <a:gd name="T22" fmla="*/ 138 w 158"/>
                  <a:gd name="T23" fmla="*/ 44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8" h="159">
                    <a:moveTo>
                      <a:pt x="138" y="44"/>
                    </a:moveTo>
                    <a:cubicBezTo>
                      <a:pt x="127" y="30"/>
                      <a:pt x="110" y="30"/>
                      <a:pt x="97" y="33"/>
                    </a:cubicBezTo>
                    <a:cubicBezTo>
                      <a:pt x="102" y="28"/>
                      <a:pt x="107" y="19"/>
                      <a:pt x="108" y="3"/>
                    </a:cubicBezTo>
                    <a:cubicBezTo>
                      <a:pt x="108" y="3"/>
                      <a:pt x="81" y="8"/>
                      <a:pt x="79" y="37"/>
                    </a:cubicBezTo>
                    <a:cubicBezTo>
                      <a:pt x="78" y="29"/>
                      <a:pt x="75" y="11"/>
                      <a:pt x="87" y="5"/>
                    </a:cubicBezTo>
                    <a:cubicBezTo>
                      <a:pt x="85" y="0"/>
                      <a:pt x="85" y="0"/>
                      <a:pt x="85" y="0"/>
                    </a:cubicBezTo>
                    <a:cubicBezTo>
                      <a:pt x="72" y="6"/>
                      <a:pt x="72" y="24"/>
                      <a:pt x="74" y="37"/>
                    </a:cubicBezTo>
                    <a:cubicBezTo>
                      <a:pt x="63" y="33"/>
                      <a:pt x="36" y="24"/>
                      <a:pt x="20" y="44"/>
                    </a:cubicBezTo>
                    <a:cubicBezTo>
                      <a:pt x="0" y="69"/>
                      <a:pt x="18" y="159"/>
                      <a:pt x="53" y="159"/>
                    </a:cubicBezTo>
                    <a:cubicBezTo>
                      <a:pt x="70" y="159"/>
                      <a:pt x="77" y="158"/>
                      <a:pt x="79" y="157"/>
                    </a:cubicBezTo>
                    <a:cubicBezTo>
                      <a:pt x="81" y="158"/>
                      <a:pt x="87" y="159"/>
                      <a:pt x="105" y="159"/>
                    </a:cubicBezTo>
                    <a:cubicBezTo>
                      <a:pt x="140" y="159"/>
                      <a:pt x="158" y="69"/>
                      <a:pt x="138" y="4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9" name="Freeform 410"/>
              <p:cNvSpPr>
                <a:spLocks/>
              </p:cNvSpPr>
              <p:nvPr/>
            </p:nvSpPr>
            <p:spPr bwMode="auto">
              <a:xfrm>
                <a:off x="2114" y="1737"/>
                <a:ext cx="50" cy="50"/>
              </a:xfrm>
              <a:custGeom>
                <a:avLst/>
                <a:gdLst>
                  <a:gd name="T0" fmla="*/ 33 w 38"/>
                  <a:gd name="T1" fmla="*/ 10 h 38"/>
                  <a:gd name="T2" fmla="*/ 23 w 38"/>
                  <a:gd name="T3" fmla="*/ 8 h 38"/>
                  <a:gd name="T4" fmla="*/ 26 w 38"/>
                  <a:gd name="T5" fmla="*/ 1 h 38"/>
                  <a:gd name="T6" fmla="*/ 19 w 38"/>
                  <a:gd name="T7" fmla="*/ 9 h 38"/>
                  <a:gd name="T8" fmla="*/ 21 w 38"/>
                  <a:gd name="T9" fmla="*/ 1 h 38"/>
                  <a:gd name="T10" fmla="*/ 20 w 38"/>
                  <a:gd name="T11" fmla="*/ 0 h 38"/>
                  <a:gd name="T12" fmla="*/ 18 w 38"/>
                  <a:gd name="T13" fmla="*/ 9 h 38"/>
                  <a:gd name="T14" fmla="*/ 5 w 38"/>
                  <a:gd name="T15" fmla="*/ 10 h 38"/>
                  <a:gd name="T16" fmla="*/ 13 w 38"/>
                  <a:gd name="T17" fmla="*/ 38 h 38"/>
                  <a:gd name="T18" fmla="*/ 19 w 38"/>
                  <a:gd name="T19" fmla="*/ 38 h 38"/>
                  <a:gd name="T20" fmla="*/ 25 w 38"/>
                  <a:gd name="T21" fmla="*/ 38 h 38"/>
                  <a:gd name="T22" fmla="*/ 33 w 38"/>
                  <a:gd name="T23" fmla="*/ 1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38">
                    <a:moveTo>
                      <a:pt x="33" y="10"/>
                    </a:moveTo>
                    <a:cubicBezTo>
                      <a:pt x="31" y="7"/>
                      <a:pt x="26" y="7"/>
                      <a:pt x="23" y="8"/>
                    </a:cubicBezTo>
                    <a:cubicBezTo>
                      <a:pt x="25" y="6"/>
                      <a:pt x="26" y="4"/>
                      <a:pt x="26" y="1"/>
                    </a:cubicBezTo>
                    <a:cubicBezTo>
                      <a:pt x="26" y="1"/>
                      <a:pt x="20" y="2"/>
                      <a:pt x="19" y="9"/>
                    </a:cubicBezTo>
                    <a:cubicBezTo>
                      <a:pt x="19" y="7"/>
                      <a:pt x="18" y="2"/>
                      <a:pt x="21" y="1"/>
                    </a:cubicBezTo>
                    <a:cubicBezTo>
                      <a:pt x="20" y="0"/>
                      <a:pt x="20" y="0"/>
                      <a:pt x="20" y="0"/>
                    </a:cubicBezTo>
                    <a:cubicBezTo>
                      <a:pt x="17" y="1"/>
                      <a:pt x="17" y="6"/>
                      <a:pt x="18" y="9"/>
                    </a:cubicBezTo>
                    <a:cubicBezTo>
                      <a:pt x="15" y="8"/>
                      <a:pt x="8" y="6"/>
                      <a:pt x="5" y="10"/>
                    </a:cubicBezTo>
                    <a:cubicBezTo>
                      <a:pt x="0" y="16"/>
                      <a:pt x="4" y="38"/>
                      <a:pt x="13" y="38"/>
                    </a:cubicBezTo>
                    <a:cubicBezTo>
                      <a:pt x="17" y="38"/>
                      <a:pt x="18" y="38"/>
                      <a:pt x="19" y="38"/>
                    </a:cubicBezTo>
                    <a:cubicBezTo>
                      <a:pt x="19" y="38"/>
                      <a:pt x="21" y="38"/>
                      <a:pt x="25" y="38"/>
                    </a:cubicBezTo>
                    <a:cubicBezTo>
                      <a:pt x="34" y="38"/>
                      <a:pt x="38" y="16"/>
                      <a:pt x="33" y="10"/>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0" name="Freeform 411"/>
              <p:cNvSpPr>
                <a:spLocks/>
              </p:cNvSpPr>
              <p:nvPr/>
            </p:nvSpPr>
            <p:spPr bwMode="auto">
              <a:xfrm>
                <a:off x="2162" y="1737"/>
                <a:ext cx="50" cy="50"/>
              </a:xfrm>
              <a:custGeom>
                <a:avLst/>
                <a:gdLst>
                  <a:gd name="T0" fmla="*/ 34 w 38"/>
                  <a:gd name="T1" fmla="*/ 10 h 38"/>
                  <a:gd name="T2" fmla="*/ 24 w 38"/>
                  <a:gd name="T3" fmla="*/ 8 h 38"/>
                  <a:gd name="T4" fmla="*/ 26 w 38"/>
                  <a:gd name="T5" fmla="*/ 1 h 38"/>
                  <a:gd name="T6" fmla="*/ 19 w 38"/>
                  <a:gd name="T7" fmla="*/ 9 h 38"/>
                  <a:gd name="T8" fmla="*/ 21 w 38"/>
                  <a:gd name="T9" fmla="*/ 1 h 38"/>
                  <a:gd name="T10" fmla="*/ 21 w 38"/>
                  <a:gd name="T11" fmla="*/ 0 h 38"/>
                  <a:gd name="T12" fmla="*/ 18 w 38"/>
                  <a:gd name="T13" fmla="*/ 9 h 38"/>
                  <a:gd name="T14" fmla="*/ 5 w 38"/>
                  <a:gd name="T15" fmla="*/ 10 h 38"/>
                  <a:gd name="T16" fmla="*/ 13 w 38"/>
                  <a:gd name="T17" fmla="*/ 38 h 38"/>
                  <a:gd name="T18" fmla="*/ 19 w 38"/>
                  <a:gd name="T19" fmla="*/ 38 h 38"/>
                  <a:gd name="T20" fmla="*/ 26 w 38"/>
                  <a:gd name="T21" fmla="*/ 38 h 38"/>
                  <a:gd name="T22" fmla="*/ 34 w 38"/>
                  <a:gd name="T23" fmla="*/ 1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38">
                    <a:moveTo>
                      <a:pt x="34" y="10"/>
                    </a:moveTo>
                    <a:cubicBezTo>
                      <a:pt x="31" y="7"/>
                      <a:pt x="27" y="7"/>
                      <a:pt x="24" y="8"/>
                    </a:cubicBezTo>
                    <a:cubicBezTo>
                      <a:pt x="25" y="6"/>
                      <a:pt x="26" y="4"/>
                      <a:pt x="26" y="1"/>
                    </a:cubicBezTo>
                    <a:cubicBezTo>
                      <a:pt x="26" y="1"/>
                      <a:pt x="20" y="2"/>
                      <a:pt x="19" y="9"/>
                    </a:cubicBezTo>
                    <a:cubicBezTo>
                      <a:pt x="19" y="7"/>
                      <a:pt x="18" y="2"/>
                      <a:pt x="21" y="1"/>
                    </a:cubicBezTo>
                    <a:cubicBezTo>
                      <a:pt x="21" y="0"/>
                      <a:pt x="21" y="0"/>
                      <a:pt x="21" y="0"/>
                    </a:cubicBezTo>
                    <a:cubicBezTo>
                      <a:pt x="18" y="1"/>
                      <a:pt x="18" y="6"/>
                      <a:pt x="18" y="9"/>
                    </a:cubicBezTo>
                    <a:cubicBezTo>
                      <a:pt x="15" y="8"/>
                      <a:pt x="9" y="6"/>
                      <a:pt x="5" y="10"/>
                    </a:cubicBezTo>
                    <a:cubicBezTo>
                      <a:pt x="0" y="16"/>
                      <a:pt x="4" y="38"/>
                      <a:pt x="13" y="38"/>
                    </a:cubicBezTo>
                    <a:cubicBezTo>
                      <a:pt x="17" y="38"/>
                      <a:pt x="19" y="38"/>
                      <a:pt x="19" y="38"/>
                    </a:cubicBezTo>
                    <a:cubicBezTo>
                      <a:pt x="20" y="38"/>
                      <a:pt x="21" y="38"/>
                      <a:pt x="26" y="38"/>
                    </a:cubicBezTo>
                    <a:cubicBezTo>
                      <a:pt x="34" y="38"/>
                      <a:pt x="38" y="16"/>
                      <a:pt x="34" y="10"/>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1" name="Freeform 412"/>
              <p:cNvSpPr>
                <a:spLocks/>
              </p:cNvSpPr>
              <p:nvPr/>
            </p:nvSpPr>
            <p:spPr bwMode="auto">
              <a:xfrm>
                <a:off x="2209" y="1737"/>
                <a:ext cx="51" cy="50"/>
              </a:xfrm>
              <a:custGeom>
                <a:avLst/>
                <a:gdLst>
                  <a:gd name="T0" fmla="*/ 34 w 39"/>
                  <a:gd name="T1" fmla="*/ 10 h 38"/>
                  <a:gd name="T2" fmla="*/ 24 w 39"/>
                  <a:gd name="T3" fmla="*/ 8 h 38"/>
                  <a:gd name="T4" fmla="*/ 27 w 39"/>
                  <a:gd name="T5" fmla="*/ 1 h 38"/>
                  <a:gd name="T6" fmla="*/ 20 w 39"/>
                  <a:gd name="T7" fmla="*/ 9 h 38"/>
                  <a:gd name="T8" fmla="*/ 21 w 39"/>
                  <a:gd name="T9" fmla="*/ 1 h 38"/>
                  <a:gd name="T10" fmla="*/ 21 w 39"/>
                  <a:gd name="T11" fmla="*/ 0 h 38"/>
                  <a:gd name="T12" fmla="*/ 18 w 39"/>
                  <a:gd name="T13" fmla="*/ 9 h 38"/>
                  <a:gd name="T14" fmla="*/ 5 w 39"/>
                  <a:gd name="T15" fmla="*/ 10 h 38"/>
                  <a:gd name="T16" fmla="*/ 13 w 39"/>
                  <a:gd name="T17" fmla="*/ 38 h 38"/>
                  <a:gd name="T18" fmla="*/ 20 w 39"/>
                  <a:gd name="T19" fmla="*/ 38 h 38"/>
                  <a:gd name="T20" fmla="*/ 26 w 39"/>
                  <a:gd name="T21" fmla="*/ 38 h 38"/>
                  <a:gd name="T22" fmla="*/ 34 w 39"/>
                  <a:gd name="T23" fmla="*/ 1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 h="38">
                    <a:moveTo>
                      <a:pt x="34" y="10"/>
                    </a:moveTo>
                    <a:cubicBezTo>
                      <a:pt x="31" y="7"/>
                      <a:pt x="27" y="7"/>
                      <a:pt x="24" y="8"/>
                    </a:cubicBezTo>
                    <a:cubicBezTo>
                      <a:pt x="25" y="6"/>
                      <a:pt x="26" y="4"/>
                      <a:pt x="27" y="1"/>
                    </a:cubicBezTo>
                    <a:cubicBezTo>
                      <a:pt x="27" y="1"/>
                      <a:pt x="20" y="2"/>
                      <a:pt x="20" y="9"/>
                    </a:cubicBezTo>
                    <a:cubicBezTo>
                      <a:pt x="19" y="7"/>
                      <a:pt x="19" y="2"/>
                      <a:pt x="21" y="1"/>
                    </a:cubicBezTo>
                    <a:cubicBezTo>
                      <a:pt x="21" y="0"/>
                      <a:pt x="21" y="0"/>
                      <a:pt x="21" y="0"/>
                    </a:cubicBezTo>
                    <a:cubicBezTo>
                      <a:pt x="18" y="1"/>
                      <a:pt x="18" y="6"/>
                      <a:pt x="18" y="9"/>
                    </a:cubicBezTo>
                    <a:cubicBezTo>
                      <a:pt x="16" y="8"/>
                      <a:pt x="9" y="6"/>
                      <a:pt x="5" y="10"/>
                    </a:cubicBezTo>
                    <a:cubicBezTo>
                      <a:pt x="0" y="16"/>
                      <a:pt x="5" y="38"/>
                      <a:pt x="13" y="38"/>
                    </a:cubicBezTo>
                    <a:cubicBezTo>
                      <a:pt x="17" y="38"/>
                      <a:pt x="19" y="38"/>
                      <a:pt x="20" y="38"/>
                    </a:cubicBezTo>
                    <a:cubicBezTo>
                      <a:pt x="20" y="38"/>
                      <a:pt x="22" y="38"/>
                      <a:pt x="26" y="38"/>
                    </a:cubicBezTo>
                    <a:cubicBezTo>
                      <a:pt x="34" y="38"/>
                      <a:pt x="39" y="16"/>
                      <a:pt x="34" y="10"/>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2" name="Freeform 413"/>
              <p:cNvSpPr>
                <a:spLocks/>
              </p:cNvSpPr>
              <p:nvPr/>
            </p:nvSpPr>
            <p:spPr bwMode="auto">
              <a:xfrm>
                <a:off x="1996" y="1594"/>
                <a:ext cx="51" cy="71"/>
              </a:xfrm>
              <a:custGeom>
                <a:avLst/>
                <a:gdLst>
                  <a:gd name="T0" fmla="*/ 5 w 39"/>
                  <a:gd name="T1" fmla="*/ 46 h 54"/>
                  <a:gd name="T2" fmla="*/ 5 w 39"/>
                  <a:gd name="T3" fmla="*/ 47 h 54"/>
                  <a:gd name="T4" fmla="*/ 2 w 39"/>
                  <a:gd name="T5" fmla="*/ 50 h 54"/>
                  <a:gd name="T6" fmla="*/ 6 w 39"/>
                  <a:gd name="T7" fmla="*/ 50 h 54"/>
                  <a:gd name="T8" fmla="*/ 7 w 39"/>
                  <a:gd name="T9" fmla="*/ 48 h 54"/>
                  <a:gd name="T10" fmla="*/ 8 w 39"/>
                  <a:gd name="T11" fmla="*/ 48 h 54"/>
                  <a:gd name="T12" fmla="*/ 6 w 39"/>
                  <a:gd name="T13" fmla="*/ 50 h 54"/>
                  <a:gd name="T14" fmla="*/ 10 w 39"/>
                  <a:gd name="T15" fmla="*/ 50 h 54"/>
                  <a:gd name="T16" fmla="*/ 11 w 39"/>
                  <a:gd name="T17" fmla="*/ 48 h 54"/>
                  <a:gd name="T18" fmla="*/ 12 w 39"/>
                  <a:gd name="T19" fmla="*/ 48 h 54"/>
                  <a:gd name="T20" fmla="*/ 12 w 39"/>
                  <a:gd name="T21" fmla="*/ 48 h 54"/>
                  <a:gd name="T22" fmla="*/ 11 w 39"/>
                  <a:gd name="T23" fmla="*/ 51 h 54"/>
                  <a:gd name="T24" fmla="*/ 14 w 39"/>
                  <a:gd name="T25" fmla="*/ 51 h 54"/>
                  <a:gd name="T26" fmla="*/ 15 w 39"/>
                  <a:gd name="T27" fmla="*/ 49 h 54"/>
                  <a:gd name="T28" fmla="*/ 15 w 39"/>
                  <a:gd name="T29" fmla="*/ 49 h 54"/>
                  <a:gd name="T30" fmla="*/ 15 w 39"/>
                  <a:gd name="T31" fmla="*/ 52 h 54"/>
                  <a:gd name="T32" fmla="*/ 18 w 39"/>
                  <a:gd name="T33" fmla="*/ 53 h 54"/>
                  <a:gd name="T34" fmla="*/ 18 w 39"/>
                  <a:gd name="T35" fmla="*/ 50 h 54"/>
                  <a:gd name="T36" fmla="*/ 19 w 39"/>
                  <a:gd name="T37" fmla="*/ 50 h 54"/>
                  <a:gd name="T38" fmla="*/ 19 w 39"/>
                  <a:gd name="T39" fmla="*/ 53 h 54"/>
                  <a:gd name="T40" fmla="*/ 22 w 39"/>
                  <a:gd name="T41" fmla="*/ 54 h 54"/>
                  <a:gd name="T42" fmla="*/ 22 w 39"/>
                  <a:gd name="T43" fmla="*/ 50 h 54"/>
                  <a:gd name="T44" fmla="*/ 23 w 39"/>
                  <a:gd name="T45" fmla="*/ 49 h 54"/>
                  <a:gd name="T46" fmla="*/ 25 w 39"/>
                  <a:gd name="T47" fmla="*/ 50 h 54"/>
                  <a:gd name="T48" fmla="*/ 25 w 39"/>
                  <a:gd name="T49" fmla="*/ 50 h 54"/>
                  <a:gd name="T50" fmla="*/ 24 w 39"/>
                  <a:gd name="T51" fmla="*/ 49 h 54"/>
                  <a:gd name="T52" fmla="*/ 33 w 39"/>
                  <a:gd name="T53" fmla="*/ 44 h 54"/>
                  <a:gd name="T54" fmla="*/ 28 w 39"/>
                  <a:gd name="T55" fmla="*/ 43 h 54"/>
                  <a:gd name="T56" fmla="*/ 39 w 39"/>
                  <a:gd name="T57" fmla="*/ 19 h 54"/>
                  <a:gd name="T58" fmla="*/ 31 w 39"/>
                  <a:gd name="T59" fmla="*/ 21 h 54"/>
                  <a:gd name="T60" fmla="*/ 33 w 39"/>
                  <a:gd name="T61" fmla="*/ 3 h 54"/>
                  <a:gd name="T62" fmla="*/ 24 w 39"/>
                  <a:gd name="T63" fmla="*/ 15 h 54"/>
                  <a:gd name="T64" fmla="*/ 19 w 39"/>
                  <a:gd name="T65" fmla="*/ 0 h 54"/>
                  <a:gd name="T66" fmla="*/ 11 w 39"/>
                  <a:gd name="T67" fmla="*/ 23 h 54"/>
                  <a:gd name="T68" fmla="*/ 3 w 39"/>
                  <a:gd name="T69" fmla="*/ 12 h 54"/>
                  <a:gd name="T70" fmla="*/ 6 w 39"/>
                  <a:gd name="T71" fmla="*/ 42 h 54"/>
                  <a:gd name="T72" fmla="*/ 0 w 39"/>
                  <a:gd name="T73" fmla="*/ 40 h 54"/>
                  <a:gd name="T74" fmla="*/ 5 w 39"/>
                  <a:gd name="T75" fmla="*/ 4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9" h="54">
                    <a:moveTo>
                      <a:pt x="5" y="46"/>
                    </a:moveTo>
                    <a:cubicBezTo>
                      <a:pt x="5" y="46"/>
                      <a:pt x="5" y="46"/>
                      <a:pt x="5" y="47"/>
                    </a:cubicBezTo>
                    <a:cubicBezTo>
                      <a:pt x="4" y="48"/>
                      <a:pt x="3" y="49"/>
                      <a:pt x="2" y="50"/>
                    </a:cubicBezTo>
                    <a:cubicBezTo>
                      <a:pt x="3" y="50"/>
                      <a:pt x="4" y="50"/>
                      <a:pt x="6" y="50"/>
                    </a:cubicBezTo>
                    <a:cubicBezTo>
                      <a:pt x="6" y="49"/>
                      <a:pt x="7" y="48"/>
                      <a:pt x="7" y="48"/>
                    </a:cubicBezTo>
                    <a:cubicBezTo>
                      <a:pt x="7" y="48"/>
                      <a:pt x="8" y="48"/>
                      <a:pt x="8" y="48"/>
                    </a:cubicBezTo>
                    <a:cubicBezTo>
                      <a:pt x="7" y="49"/>
                      <a:pt x="7" y="49"/>
                      <a:pt x="6" y="50"/>
                    </a:cubicBezTo>
                    <a:cubicBezTo>
                      <a:pt x="8" y="50"/>
                      <a:pt x="9" y="50"/>
                      <a:pt x="10" y="50"/>
                    </a:cubicBezTo>
                    <a:cubicBezTo>
                      <a:pt x="10" y="50"/>
                      <a:pt x="11" y="49"/>
                      <a:pt x="11" y="48"/>
                    </a:cubicBezTo>
                    <a:cubicBezTo>
                      <a:pt x="12" y="48"/>
                      <a:pt x="12" y="48"/>
                      <a:pt x="12" y="48"/>
                    </a:cubicBezTo>
                    <a:cubicBezTo>
                      <a:pt x="12" y="48"/>
                      <a:pt x="12" y="48"/>
                      <a:pt x="12" y="48"/>
                    </a:cubicBezTo>
                    <a:cubicBezTo>
                      <a:pt x="11" y="49"/>
                      <a:pt x="11" y="50"/>
                      <a:pt x="11" y="51"/>
                    </a:cubicBezTo>
                    <a:cubicBezTo>
                      <a:pt x="12" y="51"/>
                      <a:pt x="13" y="51"/>
                      <a:pt x="14" y="51"/>
                    </a:cubicBezTo>
                    <a:cubicBezTo>
                      <a:pt x="14" y="50"/>
                      <a:pt x="15" y="50"/>
                      <a:pt x="15" y="49"/>
                    </a:cubicBezTo>
                    <a:cubicBezTo>
                      <a:pt x="15" y="49"/>
                      <a:pt x="15" y="49"/>
                      <a:pt x="15" y="49"/>
                    </a:cubicBezTo>
                    <a:cubicBezTo>
                      <a:pt x="15" y="50"/>
                      <a:pt x="15" y="51"/>
                      <a:pt x="15" y="52"/>
                    </a:cubicBezTo>
                    <a:cubicBezTo>
                      <a:pt x="16" y="52"/>
                      <a:pt x="17" y="52"/>
                      <a:pt x="18" y="53"/>
                    </a:cubicBezTo>
                    <a:cubicBezTo>
                      <a:pt x="18" y="52"/>
                      <a:pt x="18" y="51"/>
                      <a:pt x="18" y="50"/>
                    </a:cubicBezTo>
                    <a:cubicBezTo>
                      <a:pt x="19" y="50"/>
                      <a:pt x="19" y="50"/>
                      <a:pt x="19" y="50"/>
                    </a:cubicBezTo>
                    <a:cubicBezTo>
                      <a:pt x="19" y="51"/>
                      <a:pt x="19" y="52"/>
                      <a:pt x="19" y="53"/>
                    </a:cubicBezTo>
                    <a:cubicBezTo>
                      <a:pt x="20" y="53"/>
                      <a:pt x="21" y="54"/>
                      <a:pt x="22" y="54"/>
                    </a:cubicBezTo>
                    <a:cubicBezTo>
                      <a:pt x="22" y="53"/>
                      <a:pt x="22" y="51"/>
                      <a:pt x="22" y="50"/>
                    </a:cubicBezTo>
                    <a:cubicBezTo>
                      <a:pt x="23" y="50"/>
                      <a:pt x="23" y="49"/>
                      <a:pt x="23" y="49"/>
                    </a:cubicBezTo>
                    <a:cubicBezTo>
                      <a:pt x="24" y="49"/>
                      <a:pt x="25" y="50"/>
                      <a:pt x="25" y="50"/>
                    </a:cubicBezTo>
                    <a:cubicBezTo>
                      <a:pt x="25" y="50"/>
                      <a:pt x="25" y="50"/>
                      <a:pt x="25" y="50"/>
                    </a:cubicBezTo>
                    <a:cubicBezTo>
                      <a:pt x="25" y="49"/>
                      <a:pt x="24" y="49"/>
                      <a:pt x="24" y="49"/>
                    </a:cubicBezTo>
                    <a:cubicBezTo>
                      <a:pt x="26" y="47"/>
                      <a:pt x="30" y="45"/>
                      <a:pt x="33" y="44"/>
                    </a:cubicBezTo>
                    <a:cubicBezTo>
                      <a:pt x="33" y="44"/>
                      <a:pt x="31" y="43"/>
                      <a:pt x="28" y="43"/>
                    </a:cubicBezTo>
                    <a:cubicBezTo>
                      <a:pt x="37" y="33"/>
                      <a:pt x="39" y="19"/>
                      <a:pt x="39" y="19"/>
                    </a:cubicBezTo>
                    <a:cubicBezTo>
                      <a:pt x="36" y="19"/>
                      <a:pt x="34" y="20"/>
                      <a:pt x="31" y="21"/>
                    </a:cubicBezTo>
                    <a:cubicBezTo>
                      <a:pt x="32" y="16"/>
                      <a:pt x="33" y="10"/>
                      <a:pt x="33" y="3"/>
                    </a:cubicBezTo>
                    <a:cubicBezTo>
                      <a:pt x="33" y="3"/>
                      <a:pt x="28" y="8"/>
                      <a:pt x="24" y="15"/>
                    </a:cubicBezTo>
                    <a:cubicBezTo>
                      <a:pt x="24" y="3"/>
                      <a:pt x="19" y="0"/>
                      <a:pt x="19" y="0"/>
                    </a:cubicBezTo>
                    <a:cubicBezTo>
                      <a:pt x="15" y="8"/>
                      <a:pt x="13" y="16"/>
                      <a:pt x="11" y="23"/>
                    </a:cubicBezTo>
                    <a:cubicBezTo>
                      <a:pt x="8" y="13"/>
                      <a:pt x="3" y="12"/>
                      <a:pt x="3" y="12"/>
                    </a:cubicBezTo>
                    <a:cubicBezTo>
                      <a:pt x="2" y="23"/>
                      <a:pt x="4" y="35"/>
                      <a:pt x="6" y="42"/>
                    </a:cubicBezTo>
                    <a:cubicBezTo>
                      <a:pt x="2" y="39"/>
                      <a:pt x="0" y="40"/>
                      <a:pt x="0" y="40"/>
                    </a:cubicBezTo>
                    <a:cubicBezTo>
                      <a:pt x="2" y="43"/>
                      <a:pt x="4" y="45"/>
                      <a:pt x="5" y="46"/>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3" name="Freeform 414"/>
              <p:cNvSpPr>
                <a:spLocks/>
              </p:cNvSpPr>
              <p:nvPr/>
            </p:nvSpPr>
            <p:spPr bwMode="auto">
              <a:xfrm>
                <a:off x="2033" y="1690"/>
                <a:ext cx="6" cy="6"/>
              </a:xfrm>
              <a:custGeom>
                <a:avLst/>
                <a:gdLst>
                  <a:gd name="T0" fmla="*/ 0 w 5"/>
                  <a:gd name="T1" fmla="*/ 5 h 5"/>
                  <a:gd name="T2" fmla="*/ 5 w 5"/>
                  <a:gd name="T3" fmla="*/ 5 h 5"/>
                  <a:gd name="T4" fmla="*/ 5 w 5"/>
                  <a:gd name="T5" fmla="*/ 1 h 5"/>
                  <a:gd name="T6" fmla="*/ 0 w 5"/>
                  <a:gd name="T7" fmla="*/ 0 h 5"/>
                  <a:gd name="T8" fmla="*/ 0 w 5"/>
                  <a:gd name="T9" fmla="*/ 5 h 5"/>
                </a:gdLst>
                <a:ahLst/>
                <a:cxnLst>
                  <a:cxn ang="0">
                    <a:pos x="T0" y="T1"/>
                  </a:cxn>
                  <a:cxn ang="0">
                    <a:pos x="T2" y="T3"/>
                  </a:cxn>
                  <a:cxn ang="0">
                    <a:pos x="T4" y="T5"/>
                  </a:cxn>
                  <a:cxn ang="0">
                    <a:pos x="T6" y="T7"/>
                  </a:cxn>
                  <a:cxn ang="0">
                    <a:pos x="T8" y="T9"/>
                  </a:cxn>
                </a:cxnLst>
                <a:rect l="0" t="0" r="r" b="b"/>
                <a:pathLst>
                  <a:path w="5" h="5">
                    <a:moveTo>
                      <a:pt x="0" y="5"/>
                    </a:moveTo>
                    <a:cubicBezTo>
                      <a:pt x="1" y="5"/>
                      <a:pt x="3" y="5"/>
                      <a:pt x="5" y="5"/>
                    </a:cubicBezTo>
                    <a:cubicBezTo>
                      <a:pt x="5" y="4"/>
                      <a:pt x="5" y="3"/>
                      <a:pt x="5" y="1"/>
                    </a:cubicBezTo>
                    <a:cubicBezTo>
                      <a:pt x="3" y="1"/>
                      <a:pt x="1" y="1"/>
                      <a:pt x="0" y="0"/>
                    </a:cubicBezTo>
                    <a:cubicBezTo>
                      <a:pt x="0" y="2"/>
                      <a:pt x="0" y="3"/>
                      <a:pt x="0" y="5"/>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4" name="Freeform 415"/>
              <p:cNvSpPr>
                <a:spLocks/>
              </p:cNvSpPr>
              <p:nvPr/>
            </p:nvSpPr>
            <p:spPr bwMode="auto">
              <a:xfrm>
                <a:off x="2006" y="1694"/>
                <a:ext cx="8" cy="8"/>
              </a:xfrm>
              <a:custGeom>
                <a:avLst/>
                <a:gdLst>
                  <a:gd name="T0" fmla="*/ 6 w 6"/>
                  <a:gd name="T1" fmla="*/ 1 h 6"/>
                  <a:gd name="T2" fmla="*/ 1 w 6"/>
                  <a:gd name="T3" fmla="*/ 0 h 6"/>
                  <a:gd name="T4" fmla="*/ 0 w 6"/>
                  <a:gd name="T5" fmla="*/ 5 h 6"/>
                  <a:gd name="T6" fmla="*/ 5 w 6"/>
                  <a:gd name="T7" fmla="*/ 6 h 6"/>
                  <a:gd name="T8" fmla="*/ 6 w 6"/>
                  <a:gd name="T9" fmla="*/ 1 h 6"/>
                </a:gdLst>
                <a:ahLst/>
                <a:cxnLst>
                  <a:cxn ang="0">
                    <a:pos x="T0" y="T1"/>
                  </a:cxn>
                  <a:cxn ang="0">
                    <a:pos x="T2" y="T3"/>
                  </a:cxn>
                  <a:cxn ang="0">
                    <a:pos x="T4" y="T5"/>
                  </a:cxn>
                  <a:cxn ang="0">
                    <a:pos x="T6" y="T7"/>
                  </a:cxn>
                  <a:cxn ang="0">
                    <a:pos x="T8" y="T9"/>
                  </a:cxn>
                </a:cxnLst>
                <a:rect l="0" t="0" r="r" b="b"/>
                <a:pathLst>
                  <a:path w="6" h="6">
                    <a:moveTo>
                      <a:pt x="6" y="1"/>
                    </a:moveTo>
                    <a:cubicBezTo>
                      <a:pt x="4" y="1"/>
                      <a:pt x="3" y="0"/>
                      <a:pt x="1" y="0"/>
                    </a:cubicBezTo>
                    <a:cubicBezTo>
                      <a:pt x="1" y="2"/>
                      <a:pt x="0" y="3"/>
                      <a:pt x="0" y="5"/>
                    </a:cubicBezTo>
                    <a:cubicBezTo>
                      <a:pt x="2" y="5"/>
                      <a:pt x="3" y="6"/>
                      <a:pt x="5" y="6"/>
                    </a:cubicBezTo>
                    <a:cubicBezTo>
                      <a:pt x="6" y="4"/>
                      <a:pt x="6" y="2"/>
                      <a:pt x="6" y="1"/>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5" name="Freeform 416"/>
              <p:cNvSpPr>
                <a:spLocks/>
              </p:cNvSpPr>
              <p:nvPr/>
            </p:nvSpPr>
            <p:spPr bwMode="auto">
              <a:xfrm>
                <a:off x="2039" y="1704"/>
                <a:ext cx="2" cy="4"/>
              </a:xfrm>
              <a:custGeom>
                <a:avLst/>
                <a:gdLst>
                  <a:gd name="T0" fmla="*/ 0 w 1"/>
                  <a:gd name="T1" fmla="*/ 3 h 3"/>
                  <a:gd name="T2" fmla="*/ 1 w 1"/>
                  <a:gd name="T3" fmla="*/ 0 h 3"/>
                  <a:gd name="T4" fmla="*/ 0 w 1"/>
                  <a:gd name="T5" fmla="*/ 0 h 3"/>
                  <a:gd name="T6" fmla="*/ 0 w 1"/>
                  <a:gd name="T7" fmla="*/ 3 h 3"/>
                </a:gdLst>
                <a:ahLst/>
                <a:cxnLst>
                  <a:cxn ang="0">
                    <a:pos x="T0" y="T1"/>
                  </a:cxn>
                  <a:cxn ang="0">
                    <a:pos x="T2" y="T3"/>
                  </a:cxn>
                  <a:cxn ang="0">
                    <a:pos x="T4" y="T5"/>
                  </a:cxn>
                  <a:cxn ang="0">
                    <a:pos x="T6" y="T7"/>
                  </a:cxn>
                </a:cxnLst>
                <a:rect l="0" t="0" r="r" b="b"/>
                <a:pathLst>
                  <a:path w="1" h="3">
                    <a:moveTo>
                      <a:pt x="0" y="3"/>
                    </a:moveTo>
                    <a:cubicBezTo>
                      <a:pt x="0" y="2"/>
                      <a:pt x="1" y="1"/>
                      <a:pt x="1" y="0"/>
                    </a:cubicBezTo>
                    <a:cubicBezTo>
                      <a:pt x="1" y="0"/>
                      <a:pt x="1" y="0"/>
                      <a:pt x="0" y="0"/>
                    </a:cubicBezTo>
                    <a:cubicBezTo>
                      <a:pt x="0" y="1"/>
                      <a:pt x="0" y="2"/>
                      <a:pt x="0" y="3"/>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6" name="Freeform 417"/>
              <p:cNvSpPr>
                <a:spLocks/>
              </p:cNvSpPr>
              <p:nvPr/>
            </p:nvSpPr>
            <p:spPr bwMode="auto">
              <a:xfrm>
                <a:off x="2039" y="1698"/>
                <a:ext cx="4" cy="5"/>
              </a:xfrm>
              <a:custGeom>
                <a:avLst/>
                <a:gdLst>
                  <a:gd name="T0" fmla="*/ 0 w 3"/>
                  <a:gd name="T1" fmla="*/ 4 h 4"/>
                  <a:gd name="T2" fmla="*/ 2 w 3"/>
                  <a:gd name="T3" fmla="*/ 4 h 4"/>
                  <a:gd name="T4" fmla="*/ 3 w 3"/>
                  <a:gd name="T5" fmla="*/ 1 h 4"/>
                  <a:gd name="T6" fmla="*/ 1 w 3"/>
                  <a:gd name="T7" fmla="*/ 0 h 4"/>
                  <a:gd name="T8" fmla="*/ 0 w 3"/>
                  <a:gd name="T9" fmla="*/ 4 h 4"/>
                </a:gdLst>
                <a:ahLst/>
                <a:cxnLst>
                  <a:cxn ang="0">
                    <a:pos x="T0" y="T1"/>
                  </a:cxn>
                  <a:cxn ang="0">
                    <a:pos x="T2" y="T3"/>
                  </a:cxn>
                  <a:cxn ang="0">
                    <a:pos x="T4" y="T5"/>
                  </a:cxn>
                  <a:cxn ang="0">
                    <a:pos x="T6" y="T7"/>
                  </a:cxn>
                  <a:cxn ang="0">
                    <a:pos x="T8" y="T9"/>
                  </a:cxn>
                </a:cxnLst>
                <a:rect l="0" t="0" r="r" b="b"/>
                <a:pathLst>
                  <a:path w="3" h="4">
                    <a:moveTo>
                      <a:pt x="0" y="4"/>
                    </a:moveTo>
                    <a:cubicBezTo>
                      <a:pt x="1" y="4"/>
                      <a:pt x="1" y="4"/>
                      <a:pt x="2" y="4"/>
                    </a:cubicBezTo>
                    <a:cubicBezTo>
                      <a:pt x="2" y="3"/>
                      <a:pt x="2" y="2"/>
                      <a:pt x="3" y="1"/>
                    </a:cubicBezTo>
                    <a:cubicBezTo>
                      <a:pt x="2" y="1"/>
                      <a:pt x="1" y="0"/>
                      <a:pt x="1" y="0"/>
                    </a:cubicBezTo>
                    <a:cubicBezTo>
                      <a:pt x="1" y="2"/>
                      <a:pt x="1" y="3"/>
                      <a:pt x="0" y="4"/>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7" name="Freeform 418"/>
              <p:cNvSpPr>
                <a:spLocks/>
              </p:cNvSpPr>
              <p:nvPr/>
            </p:nvSpPr>
            <p:spPr bwMode="auto">
              <a:xfrm>
                <a:off x="2014" y="1695"/>
                <a:ext cx="8" cy="8"/>
              </a:xfrm>
              <a:custGeom>
                <a:avLst/>
                <a:gdLst>
                  <a:gd name="T0" fmla="*/ 6 w 6"/>
                  <a:gd name="T1" fmla="*/ 1 h 6"/>
                  <a:gd name="T2" fmla="*/ 1 w 6"/>
                  <a:gd name="T3" fmla="*/ 0 h 6"/>
                  <a:gd name="T4" fmla="*/ 0 w 6"/>
                  <a:gd name="T5" fmla="*/ 5 h 6"/>
                  <a:gd name="T6" fmla="*/ 5 w 6"/>
                  <a:gd name="T7" fmla="*/ 6 h 6"/>
                  <a:gd name="T8" fmla="*/ 6 w 6"/>
                  <a:gd name="T9" fmla="*/ 1 h 6"/>
                </a:gdLst>
                <a:ahLst/>
                <a:cxnLst>
                  <a:cxn ang="0">
                    <a:pos x="T0" y="T1"/>
                  </a:cxn>
                  <a:cxn ang="0">
                    <a:pos x="T2" y="T3"/>
                  </a:cxn>
                  <a:cxn ang="0">
                    <a:pos x="T4" y="T5"/>
                  </a:cxn>
                  <a:cxn ang="0">
                    <a:pos x="T6" y="T7"/>
                  </a:cxn>
                  <a:cxn ang="0">
                    <a:pos x="T8" y="T9"/>
                  </a:cxn>
                </a:cxnLst>
                <a:rect l="0" t="0" r="r" b="b"/>
                <a:pathLst>
                  <a:path w="6" h="6">
                    <a:moveTo>
                      <a:pt x="6" y="1"/>
                    </a:moveTo>
                    <a:cubicBezTo>
                      <a:pt x="5" y="1"/>
                      <a:pt x="3" y="0"/>
                      <a:pt x="1" y="0"/>
                    </a:cubicBezTo>
                    <a:cubicBezTo>
                      <a:pt x="1" y="2"/>
                      <a:pt x="1" y="3"/>
                      <a:pt x="0" y="5"/>
                    </a:cubicBezTo>
                    <a:cubicBezTo>
                      <a:pt x="2" y="5"/>
                      <a:pt x="4" y="5"/>
                      <a:pt x="5" y="6"/>
                    </a:cubicBezTo>
                    <a:cubicBezTo>
                      <a:pt x="6" y="4"/>
                      <a:pt x="6" y="2"/>
                      <a:pt x="6" y="1"/>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8" name="Freeform 419"/>
              <p:cNvSpPr>
                <a:spLocks/>
              </p:cNvSpPr>
              <p:nvPr/>
            </p:nvSpPr>
            <p:spPr bwMode="auto">
              <a:xfrm>
                <a:off x="2030" y="1704"/>
                <a:ext cx="8" cy="5"/>
              </a:xfrm>
              <a:custGeom>
                <a:avLst/>
                <a:gdLst>
                  <a:gd name="T0" fmla="*/ 0 w 6"/>
                  <a:gd name="T1" fmla="*/ 4 h 4"/>
                  <a:gd name="T2" fmla="*/ 5 w 6"/>
                  <a:gd name="T3" fmla="*/ 4 h 4"/>
                  <a:gd name="T4" fmla="*/ 6 w 6"/>
                  <a:gd name="T5" fmla="*/ 0 h 4"/>
                  <a:gd name="T6" fmla="*/ 1 w 6"/>
                  <a:gd name="T7" fmla="*/ 0 h 4"/>
                  <a:gd name="T8" fmla="*/ 0 w 6"/>
                  <a:gd name="T9" fmla="*/ 4 h 4"/>
                </a:gdLst>
                <a:ahLst/>
                <a:cxnLst>
                  <a:cxn ang="0">
                    <a:pos x="T0" y="T1"/>
                  </a:cxn>
                  <a:cxn ang="0">
                    <a:pos x="T2" y="T3"/>
                  </a:cxn>
                  <a:cxn ang="0">
                    <a:pos x="T4" y="T5"/>
                  </a:cxn>
                  <a:cxn ang="0">
                    <a:pos x="T6" y="T7"/>
                  </a:cxn>
                  <a:cxn ang="0">
                    <a:pos x="T8" y="T9"/>
                  </a:cxn>
                </a:cxnLst>
                <a:rect l="0" t="0" r="r" b="b"/>
                <a:pathLst>
                  <a:path w="6" h="4">
                    <a:moveTo>
                      <a:pt x="0" y="4"/>
                    </a:moveTo>
                    <a:cubicBezTo>
                      <a:pt x="2" y="4"/>
                      <a:pt x="4" y="4"/>
                      <a:pt x="5" y="4"/>
                    </a:cubicBezTo>
                    <a:cubicBezTo>
                      <a:pt x="6" y="3"/>
                      <a:pt x="6" y="1"/>
                      <a:pt x="6" y="0"/>
                    </a:cubicBezTo>
                    <a:cubicBezTo>
                      <a:pt x="4" y="0"/>
                      <a:pt x="3" y="0"/>
                      <a:pt x="1" y="0"/>
                    </a:cubicBezTo>
                    <a:cubicBezTo>
                      <a:pt x="1" y="1"/>
                      <a:pt x="0" y="3"/>
                      <a:pt x="0" y="4"/>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9" name="Freeform 420"/>
              <p:cNvSpPr>
                <a:spLocks/>
              </p:cNvSpPr>
              <p:nvPr/>
            </p:nvSpPr>
            <p:spPr bwMode="auto">
              <a:xfrm>
                <a:off x="2038" y="1679"/>
                <a:ext cx="5" cy="7"/>
              </a:xfrm>
              <a:custGeom>
                <a:avLst/>
                <a:gdLst>
                  <a:gd name="T0" fmla="*/ 4 w 4"/>
                  <a:gd name="T1" fmla="*/ 5 h 5"/>
                  <a:gd name="T2" fmla="*/ 4 w 4"/>
                  <a:gd name="T3" fmla="*/ 1 h 5"/>
                  <a:gd name="T4" fmla="*/ 0 w 4"/>
                  <a:gd name="T5" fmla="*/ 0 h 5"/>
                  <a:gd name="T6" fmla="*/ 1 w 4"/>
                  <a:gd name="T7" fmla="*/ 4 h 5"/>
                  <a:gd name="T8" fmla="*/ 4 w 4"/>
                  <a:gd name="T9" fmla="*/ 5 h 5"/>
                </a:gdLst>
                <a:ahLst/>
                <a:cxnLst>
                  <a:cxn ang="0">
                    <a:pos x="T0" y="T1"/>
                  </a:cxn>
                  <a:cxn ang="0">
                    <a:pos x="T2" y="T3"/>
                  </a:cxn>
                  <a:cxn ang="0">
                    <a:pos x="T4" y="T5"/>
                  </a:cxn>
                  <a:cxn ang="0">
                    <a:pos x="T6" y="T7"/>
                  </a:cxn>
                  <a:cxn ang="0">
                    <a:pos x="T8" y="T9"/>
                  </a:cxn>
                </a:cxnLst>
                <a:rect l="0" t="0" r="r" b="b"/>
                <a:pathLst>
                  <a:path w="4" h="5">
                    <a:moveTo>
                      <a:pt x="4" y="5"/>
                    </a:moveTo>
                    <a:cubicBezTo>
                      <a:pt x="4" y="4"/>
                      <a:pt x="4" y="2"/>
                      <a:pt x="4" y="1"/>
                    </a:cubicBezTo>
                    <a:cubicBezTo>
                      <a:pt x="3" y="1"/>
                      <a:pt x="2" y="0"/>
                      <a:pt x="0" y="0"/>
                    </a:cubicBezTo>
                    <a:cubicBezTo>
                      <a:pt x="1" y="1"/>
                      <a:pt x="1" y="2"/>
                      <a:pt x="1" y="4"/>
                    </a:cubicBezTo>
                    <a:cubicBezTo>
                      <a:pt x="2" y="4"/>
                      <a:pt x="3" y="4"/>
                      <a:pt x="4" y="5"/>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0" name="Freeform 421"/>
              <p:cNvSpPr>
                <a:spLocks/>
              </p:cNvSpPr>
              <p:nvPr/>
            </p:nvSpPr>
            <p:spPr bwMode="auto">
              <a:xfrm>
                <a:off x="2008" y="1686"/>
                <a:ext cx="8" cy="8"/>
              </a:xfrm>
              <a:custGeom>
                <a:avLst/>
                <a:gdLst>
                  <a:gd name="T0" fmla="*/ 6 w 6"/>
                  <a:gd name="T1" fmla="*/ 1 h 6"/>
                  <a:gd name="T2" fmla="*/ 1 w 6"/>
                  <a:gd name="T3" fmla="*/ 0 h 6"/>
                  <a:gd name="T4" fmla="*/ 0 w 6"/>
                  <a:gd name="T5" fmla="*/ 5 h 6"/>
                  <a:gd name="T6" fmla="*/ 5 w 6"/>
                  <a:gd name="T7" fmla="*/ 6 h 6"/>
                  <a:gd name="T8" fmla="*/ 6 w 6"/>
                  <a:gd name="T9" fmla="*/ 1 h 6"/>
                </a:gdLst>
                <a:ahLst/>
                <a:cxnLst>
                  <a:cxn ang="0">
                    <a:pos x="T0" y="T1"/>
                  </a:cxn>
                  <a:cxn ang="0">
                    <a:pos x="T2" y="T3"/>
                  </a:cxn>
                  <a:cxn ang="0">
                    <a:pos x="T4" y="T5"/>
                  </a:cxn>
                  <a:cxn ang="0">
                    <a:pos x="T6" y="T7"/>
                  </a:cxn>
                  <a:cxn ang="0">
                    <a:pos x="T8" y="T9"/>
                  </a:cxn>
                </a:cxnLst>
                <a:rect l="0" t="0" r="r" b="b"/>
                <a:pathLst>
                  <a:path w="6" h="6">
                    <a:moveTo>
                      <a:pt x="6" y="1"/>
                    </a:moveTo>
                    <a:cubicBezTo>
                      <a:pt x="5" y="1"/>
                      <a:pt x="3" y="0"/>
                      <a:pt x="1" y="0"/>
                    </a:cubicBezTo>
                    <a:cubicBezTo>
                      <a:pt x="1" y="2"/>
                      <a:pt x="1" y="3"/>
                      <a:pt x="0" y="5"/>
                    </a:cubicBezTo>
                    <a:cubicBezTo>
                      <a:pt x="2" y="5"/>
                      <a:pt x="4" y="5"/>
                      <a:pt x="5" y="6"/>
                    </a:cubicBezTo>
                    <a:cubicBezTo>
                      <a:pt x="6" y="4"/>
                      <a:pt x="6" y="3"/>
                      <a:pt x="6" y="1"/>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1" name="Freeform 422"/>
              <p:cNvSpPr>
                <a:spLocks/>
              </p:cNvSpPr>
              <p:nvPr/>
            </p:nvSpPr>
            <p:spPr bwMode="auto">
              <a:xfrm>
                <a:off x="2023" y="1696"/>
                <a:ext cx="7" cy="7"/>
              </a:xfrm>
              <a:custGeom>
                <a:avLst/>
                <a:gdLst>
                  <a:gd name="T0" fmla="*/ 5 w 5"/>
                  <a:gd name="T1" fmla="*/ 1 h 5"/>
                  <a:gd name="T2" fmla="*/ 0 w 5"/>
                  <a:gd name="T3" fmla="*/ 0 h 5"/>
                  <a:gd name="T4" fmla="*/ 0 w 5"/>
                  <a:gd name="T5" fmla="*/ 5 h 5"/>
                  <a:gd name="T6" fmla="*/ 5 w 5"/>
                  <a:gd name="T7" fmla="*/ 5 h 5"/>
                  <a:gd name="T8" fmla="*/ 5 w 5"/>
                  <a:gd name="T9" fmla="*/ 1 h 5"/>
                </a:gdLst>
                <a:ahLst/>
                <a:cxnLst>
                  <a:cxn ang="0">
                    <a:pos x="T0" y="T1"/>
                  </a:cxn>
                  <a:cxn ang="0">
                    <a:pos x="T2" y="T3"/>
                  </a:cxn>
                  <a:cxn ang="0">
                    <a:pos x="T4" y="T5"/>
                  </a:cxn>
                  <a:cxn ang="0">
                    <a:pos x="T6" y="T7"/>
                  </a:cxn>
                  <a:cxn ang="0">
                    <a:pos x="T8" y="T9"/>
                  </a:cxn>
                </a:cxnLst>
                <a:rect l="0" t="0" r="r" b="b"/>
                <a:pathLst>
                  <a:path w="5" h="5">
                    <a:moveTo>
                      <a:pt x="5" y="1"/>
                    </a:moveTo>
                    <a:cubicBezTo>
                      <a:pt x="4" y="0"/>
                      <a:pt x="2" y="0"/>
                      <a:pt x="0" y="0"/>
                    </a:cubicBezTo>
                    <a:cubicBezTo>
                      <a:pt x="0" y="2"/>
                      <a:pt x="0" y="3"/>
                      <a:pt x="0" y="5"/>
                    </a:cubicBezTo>
                    <a:cubicBezTo>
                      <a:pt x="1" y="5"/>
                      <a:pt x="3" y="5"/>
                      <a:pt x="5" y="5"/>
                    </a:cubicBezTo>
                    <a:cubicBezTo>
                      <a:pt x="5" y="4"/>
                      <a:pt x="5" y="2"/>
                      <a:pt x="5" y="1"/>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2" name="Freeform 423"/>
              <p:cNvSpPr>
                <a:spLocks/>
              </p:cNvSpPr>
              <p:nvPr/>
            </p:nvSpPr>
            <p:spPr bwMode="auto">
              <a:xfrm>
                <a:off x="2016" y="1687"/>
                <a:ext cx="7" cy="8"/>
              </a:xfrm>
              <a:custGeom>
                <a:avLst/>
                <a:gdLst>
                  <a:gd name="T0" fmla="*/ 6 w 6"/>
                  <a:gd name="T1" fmla="*/ 1 h 6"/>
                  <a:gd name="T2" fmla="*/ 1 w 6"/>
                  <a:gd name="T3" fmla="*/ 0 h 6"/>
                  <a:gd name="T4" fmla="*/ 0 w 6"/>
                  <a:gd name="T5" fmla="*/ 5 h 6"/>
                  <a:gd name="T6" fmla="*/ 5 w 6"/>
                  <a:gd name="T7" fmla="*/ 6 h 6"/>
                  <a:gd name="T8" fmla="*/ 6 w 6"/>
                  <a:gd name="T9" fmla="*/ 1 h 6"/>
                </a:gdLst>
                <a:ahLst/>
                <a:cxnLst>
                  <a:cxn ang="0">
                    <a:pos x="T0" y="T1"/>
                  </a:cxn>
                  <a:cxn ang="0">
                    <a:pos x="T2" y="T3"/>
                  </a:cxn>
                  <a:cxn ang="0">
                    <a:pos x="T4" y="T5"/>
                  </a:cxn>
                  <a:cxn ang="0">
                    <a:pos x="T6" y="T7"/>
                  </a:cxn>
                  <a:cxn ang="0">
                    <a:pos x="T8" y="T9"/>
                  </a:cxn>
                </a:cxnLst>
                <a:rect l="0" t="0" r="r" b="b"/>
                <a:pathLst>
                  <a:path w="6" h="6">
                    <a:moveTo>
                      <a:pt x="6" y="1"/>
                    </a:moveTo>
                    <a:cubicBezTo>
                      <a:pt x="4" y="1"/>
                      <a:pt x="3" y="0"/>
                      <a:pt x="1" y="0"/>
                    </a:cubicBezTo>
                    <a:cubicBezTo>
                      <a:pt x="1" y="2"/>
                      <a:pt x="1" y="3"/>
                      <a:pt x="0" y="5"/>
                    </a:cubicBezTo>
                    <a:cubicBezTo>
                      <a:pt x="2" y="5"/>
                      <a:pt x="4" y="6"/>
                      <a:pt x="5" y="6"/>
                    </a:cubicBezTo>
                    <a:cubicBezTo>
                      <a:pt x="6" y="4"/>
                      <a:pt x="6" y="3"/>
                      <a:pt x="6" y="1"/>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3" name="Freeform 424"/>
              <p:cNvSpPr>
                <a:spLocks/>
              </p:cNvSpPr>
              <p:nvPr/>
            </p:nvSpPr>
            <p:spPr bwMode="auto">
              <a:xfrm>
                <a:off x="2031" y="1698"/>
                <a:ext cx="8" cy="5"/>
              </a:xfrm>
              <a:custGeom>
                <a:avLst/>
                <a:gdLst>
                  <a:gd name="T0" fmla="*/ 0 w 6"/>
                  <a:gd name="T1" fmla="*/ 4 h 4"/>
                  <a:gd name="T2" fmla="*/ 5 w 6"/>
                  <a:gd name="T3" fmla="*/ 4 h 4"/>
                  <a:gd name="T4" fmla="*/ 6 w 6"/>
                  <a:gd name="T5" fmla="*/ 0 h 4"/>
                  <a:gd name="T6" fmla="*/ 1 w 6"/>
                  <a:gd name="T7" fmla="*/ 0 h 4"/>
                  <a:gd name="T8" fmla="*/ 0 w 6"/>
                  <a:gd name="T9" fmla="*/ 4 h 4"/>
                </a:gdLst>
                <a:ahLst/>
                <a:cxnLst>
                  <a:cxn ang="0">
                    <a:pos x="T0" y="T1"/>
                  </a:cxn>
                  <a:cxn ang="0">
                    <a:pos x="T2" y="T3"/>
                  </a:cxn>
                  <a:cxn ang="0">
                    <a:pos x="T4" y="T5"/>
                  </a:cxn>
                  <a:cxn ang="0">
                    <a:pos x="T6" y="T7"/>
                  </a:cxn>
                  <a:cxn ang="0">
                    <a:pos x="T8" y="T9"/>
                  </a:cxn>
                </a:cxnLst>
                <a:rect l="0" t="0" r="r" b="b"/>
                <a:pathLst>
                  <a:path w="6" h="4">
                    <a:moveTo>
                      <a:pt x="0" y="4"/>
                    </a:moveTo>
                    <a:cubicBezTo>
                      <a:pt x="2" y="4"/>
                      <a:pt x="3" y="4"/>
                      <a:pt x="5" y="4"/>
                    </a:cubicBezTo>
                    <a:cubicBezTo>
                      <a:pt x="5" y="3"/>
                      <a:pt x="6" y="2"/>
                      <a:pt x="6" y="0"/>
                    </a:cubicBezTo>
                    <a:cubicBezTo>
                      <a:pt x="4" y="0"/>
                      <a:pt x="2" y="0"/>
                      <a:pt x="1" y="0"/>
                    </a:cubicBezTo>
                    <a:cubicBezTo>
                      <a:pt x="0" y="1"/>
                      <a:pt x="0" y="3"/>
                      <a:pt x="0" y="4"/>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4" name="Freeform 425"/>
              <p:cNvSpPr>
                <a:spLocks/>
              </p:cNvSpPr>
              <p:nvPr/>
            </p:nvSpPr>
            <p:spPr bwMode="auto">
              <a:xfrm>
                <a:off x="2025" y="1682"/>
                <a:ext cx="6" cy="6"/>
              </a:xfrm>
              <a:custGeom>
                <a:avLst/>
                <a:gdLst>
                  <a:gd name="T0" fmla="*/ 5 w 5"/>
                  <a:gd name="T1" fmla="*/ 1 h 5"/>
                  <a:gd name="T2" fmla="*/ 1 w 5"/>
                  <a:gd name="T3" fmla="*/ 0 h 5"/>
                  <a:gd name="T4" fmla="*/ 0 w 5"/>
                  <a:gd name="T5" fmla="*/ 4 h 5"/>
                  <a:gd name="T6" fmla="*/ 5 w 5"/>
                  <a:gd name="T7" fmla="*/ 5 h 5"/>
                  <a:gd name="T8" fmla="*/ 5 w 5"/>
                  <a:gd name="T9" fmla="*/ 1 h 5"/>
                </a:gdLst>
                <a:ahLst/>
                <a:cxnLst>
                  <a:cxn ang="0">
                    <a:pos x="T0" y="T1"/>
                  </a:cxn>
                  <a:cxn ang="0">
                    <a:pos x="T2" y="T3"/>
                  </a:cxn>
                  <a:cxn ang="0">
                    <a:pos x="T4" y="T5"/>
                  </a:cxn>
                  <a:cxn ang="0">
                    <a:pos x="T6" y="T7"/>
                  </a:cxn>
                  <a:cxn ang="0">
                    <a:pos x="T8" y="T9"/>
                  </a:cxn>
                </a:cxnLst>
                <a:rect l="0" t="0" r="r" b="b"/>
                <a:pathLst>
                  <a:path w="5" h="5">
                    <a:moveTo>
                      <a:pt x="5" y="1"/>
                    </a:moveTo>
                    <a:cubicBezTo>
                      <a:pt x="3" y="0"/>
                      <a:pt x="2" y="0"/>
                      <a:pt x="1" y="0"/>
                    </a:cubicBezTo>
                    <a:cubicBezTo>
                      <a:pt x="0" y="1"/>
                      <a:pt x="0" y="3"/>
                      <a:pt x="0" y="4"/>
                    </a:cubicBezTo>
                    <a:cubicBezTo>
                      <a:pt x="2" y="5"/>
                      <a:pt x="3" y="5"/>
                      <a:pt x="5" y="5"/>
                    </a:cubicBezTo>
                    <a:cubicBezTo>
                      <a:pt x="5" y="4"/>
                      <a:pt x="5" y="2"/>
                      <a:pt x="5" y="1"/>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5" name="Freeform 426"/>
              <p:cNvSpPr>
                <a:spLocks/>
              </p:cNvSpPr>
              <p:nvPr/>
            </p:nvSpPr>
            <p:spPr bwMode="auto">
              <a:xfrm>
                <a:off x="2020" y="1665"/>
                <a:ext cx="5" cy="8"/>
              </a:xfrm>
              <a:custGeom>
                <a:avLst/>
                <a:gdLst>
                  <a:gd name="T0" fmla="*/ 4 w 4"/>
                  <a:gd name="T1" fmla="*/ 1 h 6"/>
                  <a:gd name="T2" fmla="*/ 1 w 4"/>
                  <a:gd name="T3" fmla="*/ 0 h 6"/>
                  <a:gd name="T4" fmla="*/ 0 w 4"/>
                  <a:gd name="T5" fmla="*/ 4 h 6"/>
                  <a:gd name="T6" fmla="*/ 4 w 4"/>
                  <a:gd name="T7" fmla="*/ 6 h 6"/>
                  <a:gd name="T8" fmla="*/ 4 w 4"/>
                  <a:gd name="T9" fmla="*/ 1 h 6"/>
                </a:gdLst>
                <a:ahLst/>
                <a:cxnLst>
                  <a:cxn ang="0">
                    <a:pos x="T0" y="T1"/>
                  </a:cxn>
                  <a:cxn ang="0">
                    <a:pos x="T2" y="T3"/>
                  </a:cxn>
                  <a:cxn ang="0">
                    <a:pos x="T4" y="T5"/>
                  </a:cxn>
                  <a:cxn ang="0">
                    <a:pos x="T6" y="T7"/>
                  </a:cxn>
                  <a:cxn ang="0">
                    <a:pos x="T8" y="T9"/>
                  </a:cxn>
                </a:cxnLst>
                <a:rect l="0" t="0" r="r" b="b"/>
                <a:pathLst>
                  <a:path w="4" h="6">
                    <a:moveTo>
                      <a:pt x="4" y="1"/>
                    </a:moveTo>
                    <a:cubicBezTo>
                      <a:pt x="3" y="1"/>
                      <a:pt x="2" y="0"/>
                      <a:pt x="1" y="0"/>
                    </a:cubicBezTo>
                    <a:cubicBezTo>
                      <a:pt x="1" y="1"/>
                      <a:pt x="0" y="3"/>
                      <a:pt x="0" y="4"/>
                    </a:cubicBezTo>
                    <a:cubicBezTo>
                      <a:pt x="1" y="5"/>
                      <a:pt x="3" y="5"/>
                      <a:pt x="4" y="6"/>
                    </a:cubicBezTo>
                    <a:cubicBezTo>
                      <a:pt x="4" y="4"/>
                      <a:pt x="4" y="3"/>
                      <a:pt x="4" y="1"/>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6" name="Freeform 427"/>
              <p:cNvSpPr>
                <a:spLocks/>
              </p:cNvSpPr>
              <p:nvPr/>
            </p:nvSpPr>
            <p:spPr bwMode="auto">
              <a:xfrm>
                <a:off x="2033" y="1683"/>
                <a:ext cx="6" cy="7"/>
              </a:xfrm>
              <a:custGeom>
                <a:avLst/>
                <a:gdLst>
                  <a:gd name="T0" fmla="*/ 5 w 5"/>
                  <a:gd name="T1" fmla="*/ 5 h 5"/>
                  <a:gd name="T2" fmla="*/ 4 w 5"/>
                  <a:gd name="T3" fmla="*/ 1 h 5"/>
                  <a:gd name="T4" fmla="*/ 0 w 5"/>
                  <a:gd name="T5" fmla="*/ 0 h 5"/>
                  <a:gd name="T6" fmla="*/ 0 w 5"/>
                  <a:gd name="T7" fmla="*/ 4 h 5"/>
                  <a:gd name="T8" fmla="*/ 5 w 5"/>
                  <a:gd name="T9" fmla="*/ 5 h 5"/>
                </a:gdLst>
                <a:ahLst/>
                <a:cxnLst>
                  <a:cxn ang="0">
                    <a:pos x="T0" y="T1"/>
                  </a:cxn>
                  <a:cxn ang="0">
                    <a:pos x="T2" y="T3"/>
                  </a:cxn>
                  <a:cxn ang="0">
                    <a:pos x="T4" y="T5"/>
                  </a:cxn>
                  <a:cxn ang="0">
                    <a:pos x="T6" y="T7"/>
                  </a:cxn>
                  <a:cxn ang="0">
                    <a:pos x="T8" y="T9"/>
                  </a:cxn>
                </a:cxnLst>
                <a:rect l="0" t="0" r="r" b="b"/>
                <a:pathLst>
                  <a:path w="5" h="5">
                    <a:moveTo>
                      <a:pt x="5" y="5"/>
                    </a:moveTo>
                    <a:cubicBezTo>
                      <a:pt x="5" y="4"/>
                      <a:pt x="4" y="3"/>
                      <a:pt x="4" y="1"/>
                    </a:cubicBezTo>
                    <a:cubicBezTo>
                      <a:pt x="3" y="1"/>
                      <a:pt x="1" y="1"/>
                      <a:pt x="0" y="0"/>
                    </a:cubicBezTo>
                    <a:cubicBezTo>
                      <a:pt x="0" y="2"/>
                      <a:pt x="0" y="3"/>
                      <a:pt x="0" y="4"/>
                    </a:cubicBezTo>
                    <a:cubicBezTo>
                      <a:pt x="2" y="5"/>
                      <a:pt x="3" y="5"/>
                      <a:pt x="5" y="5"/>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7" name="Freeform 428"/>
              <p:cNvSpPr>
                <a:spLocks/>
              </p:cNvSpPr>
              <p:nvPr/>
            </p:nvSpPr>
            <p:spPr bwMode="auto">
              <a:xfrm>
                <a:off x="2026" y="1674"/>
                <a:ext cx="5" cy="8"/>
              </a:xfrm>
              <a:custGeom>
                <a:avLst/>
                <a:gdLst>
                  <a:gd name="T0" fmla="*/ 4 w 4"/>
                  <a:gd name="T1" fmla="*/ 6 h 6"/>
                  <a:gd name="T2" fmla="*/ 4 w 4"/>
                  <a:gd name="T3" fmla="*/ 1 h 6"/>
                  <a:gd name="T4" fmla="*/ 0 w 4"/>
                  <a:gd name="T5" fmla="*/ 0 h 6"/>
                  <a:gd name="T6" fmla="*/ 0 w 4"/>
                  <a:gd name="T7" fmla="*/ 5 h 6"/>
                  <a:gd name="T8" fmla="*/ 4 w 4"/>
                  <a:gd name="T9" fmla="*/ 6 h 6"/>
                </a:gdLst>
                <a:ahLst/>
                <a:cxnLst>
                  <a:cxn ang="0">
                    <a:pos x="T0" y="T1"/>
                  </a:cxn>
                  <a:cxn ang="0">
                    <a:pos x="T2" y="T3"/>
                  </a:cxn>
                  <a:cxn ang="0">
                    <a:pos x="T4" y="T5"/>
                  </a:cxn>
                  <a:cxn ang="0">
                    <a:pos x="T6" y="T7"/>
                  </a:cxn>
                  <a:cxn ang="0">
                    <a:pos x="T8" y="T9"/>
                  </a:cxn>
                </a:cxnLst>
                <a:rect l="0" t="0" r="r" b="b"/>
                <a:pathLst>
                  <a:path w="4" h="6">
                    <a:moveTo>
                      <a:pt x="4" y="6"/>
                    </a:moveTo>
                    <a:cubicBezTo>
                      <a:pt x="4" y="4"/>
                      <a:pt x="4" y="3"/>
                      <a:pt x="4" y="1"/>
                    </a:cubicBezTo>
                    <a:cubicBezTo>
                      <a:pt x="2" y="1"/>
                      <a:pt x="1" y="0"/>
                      <a:pt x="0" y="0"/>
                    </a:cubicBezTo>
                    <a:cubicBezTo>
                      <a:pt x="0" y="2"/>
                      <a:pt x="0" y="3"/>
                      <a:pt x="0" y="5"/>
                    </a:cubicBezTo>
                    <a:cubicBezTo>
                      <a:pt x="1" y="5"/>
                      <a:pt x="3" y="5"/>
                      <a:pt x="4" y="6"/>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8" name="Freeform 429"/>
              <p:cNvSpPr>
                <a:spLocks/>
              </p:cNvSpPr>
              <p:nvPr/>
            </p:nvSpPr>
            <p:spPr bwMode="auto">
              <a:xfrm>
                <a:off x="2030" y="1662"/>
                <a:ext cx="5" cy="8"/>
              </a:xfrm>
              <a:custGeom>
                <a:avLst/>
                <a:gdLst>
                  <a:gd name="T0" fmla="*/ 3 w 4"/>
                  <a:gd name="T1" fmla="*/ 2 h 6"/>
                  <a:gd name="T2" fmla="*/ 0 w 4"/>
                  <a:gd name="T3" fmla="*/ 0 h 6"/>
                  <a:gd name="T4" fmla="*/ 1 w 4"/>
                  <a:gd name="T5" fmla="*/ 4 h 6"/>
                  <a:gd name="T6" fmla="*/ 4 w 4"/>
                  <a:gd name="T7" fmla="*/ 6 h 6"/>
                  <a:gd name="T8" fmla="*/ 3 w 4"/>
                  <a:gd name="T9" fmla="*/ 2 h 6"/>
                </a:gdLst>
                <a:ahLst/>
                <a:cxnLst>
                  <a:cxn ang="0">
                    <a:pos x="T0" y="T1"/>
                  </a:cxn>
                  <a:cxn ang="0">
                    <a:pos x="T2" y="T3"/>
                  </a:cxn>
                  <a:cxn ang="0">
                    <a:pos x="T4" y="T5"/>
                  </a:cxn>
                  <a:cxn ang="0">
                    <a:pos x="T6" y="T7"/>
                  </a:cxn>
                  <a:cxn ang="0">
                    <a:pos x="T8" y="T9"/>
                  </a:cxn>
                </a:cxnLst>
                <a:rect l="0" t="0" r="r" b="b"/>
                <a:pathLst>
                  <a:path w="4" h="6">
                    <a:moveTo>
                      <a:pt x="3" y="2"/>
                    </a:moveTo>
                    <a:cubicBezTo>
                      <a:pt x="2" y="1"/>
                      <a:pt x="1" y="0"/>
                      <a:pt x="0" y="0"/>
                    </a:cubicBezTo>
                    <a:cubicBezTo>
                      <a:pt x="0" y="1"/>
                      <a:pt x="1" y="3"/>
                      <a:pt x="1" y="4"/>
                    </a:cubicBezTo>
                    <a:cubicBezTo>
                      <a:pt x="2" y="5"/>
                      <a:pt x="3" y="5"/>
                      <a:pt x="4" y="6"/>
                    </a:cubicBezTo>
                    <a:cubicBezTo>
                      <a:pt x="4" y="5"/>
                      <a:pt x="3" y="3"/>
                      <a:pt x="3" y="2"/>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9" name="Freeform 430"/>
              <p:cNvSpPr>
                <a:spLocks/>
              </p:cNvSpPr>
              <p:nvPr/>
            </p:nvSpPr>
            <p:spPr bwMode="auto">
              <a:xfrm>
                <a:off x="2033" y="1677"/>
                <a:ext cx="5" cy="6"/>
              </a:xfrm>
              <a:custGeom>
                <a:avLst/>
                <a:gdLst>
                  <a:gd name="T0" fmla="*/ 4 w 4"/>
                  <a:gd name="T1" fmla="*/ 5 h 5"/>
                  <a:gd name="T2" fmla="*/ 4 w 4"/>
                  <a:gd name="T3" fmla="*/ 1 h 5"/>
                  <a:gd name="T4" fmla="*/ 0 w 4"/>
                  <a:gd name="T5" fmla="*/ 0 h 5"/>
                  <a:gd name="T6" fmla="*/ 0 w 4"/>
                  <a:gd name="T7" fmla="*/ 4 h 5"/>
                  <a:gd name="T8" fmla="*/ 4 w 4"/>
                  <a:gd name="T9" fmla="*/ 5 h 5"/>
                </a:gdLst>
                <a:ahLst/>
                <a:cxnLst>
                  <a:cxn ang="0">
                    <a:pos x="T0" y="T1"/>
                  </a:cxn>
                  <a:cxn ang="0">
                    <a:pos x="T2" y="T3"/>
                  </a:cxn>
                  <a:cxn ang="0">
                    <a:pos x="T4" y="T5"/>
                  </a:cxn>
                  <a:cxn ang="0">
                    <a:pos x="T6" y="T7"/>
                  </a:cxn>
                  <a:cxn ang="0">
                    <a:pos x="T8" y="T9"/>
                  </a:cxn>
                </a:cxnLst>
                <a:rect l="0" t="0" r="r" b="b"/>
                <a:pathLst>
                  <a:path w="4" h="5">
                    <a:moveTo>
                      <a:pt x="4" y="5"/>
                    </a:moveTo>
                    <a:cubicBezTo>
                      <a:pt x="4" y="4"/>
                      <a:pt x="4" y="3"/>
                      <a:pt x="4" y="1"/>
                    </a:cubicBezTo>
                    <a:cubicBezTo>
                      <a:pt x="2" y="1"/>
                      <a:pt x="1" y="0"/>
                      <a:pt x="0" y="0"/>
                    </a:cubicBezTo>
                    <a:cubicBezTo>
                      <a:pt x="0" y="1"/>
                      <a:pt x="0" y="3"/>
                      <a:pt x="0" y="4"/>
                    </a:cubicBezTo>
                    <a:cubicBezTo>
                      <a:pt x="1" y="5"/>
                      <a:pt x="3" y="5"/>
                      <a:pt x="4" y="5"/>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0" name="Freeform 431"/>
              <p:cNvSpPr>
                <a:spLocks/>
              </p:cNvSpPr>
              <p:nvPr/>
            </p:nvSpPr>
            <p:spPr bwMode="auto">
              <a:xfrm>
                <a:off x="2026" y="1659"/>
                <a:ext cx="4" cy="8"/>
              </a:xfrm>
              <a:custGeom>
                <a:avLst/>
                <a:gdLst>
                  <a:gd name="T0" fmla="*/ 0 w 3"/>
                  <a:gd name="T1" fmla="*/ 0 h 6"/>
                  <a:gd name="T2" fmla="*/ 0 w 3"/>
                  <a:gd name="T3" fmla="*/ 4 h 6"/>
                  <a:gd name="T4" fmla="*/ 3 w 3"/>
                  <a:gd name="T5" fmla="*/ 6 h 6"/>
                  <a:gd name="T6" fmla="*/ 2 w 3"/>
                  <a:gd name="T7" fmla="*/ 1 h 6"/>
                  <a:gd name="T8" fmla="*/ 0 w 3"/>
                  <a:gd name="T9" fmla="*/ 0 h 6"/>
                </a:gdLst>
                <a:ahLst/>
                <a:cxnLst>
                  <a:cxn ang="0">
                    <a:pos x="T0" y="T1"/>
                  </a:cxn>
                  <a:cxn ang="0">
                    <a:pos x="T2" y="T3"/>
                  </a:cxn>
                  <a:cxn ang="0">
                    <a:pos x="T4" y="T5"/>
                  </a:cxn>
                  <a:cxn ang="0">
                    <a:pos x="T6" y="T7"/>
                  </a:cxn>
                  <a:cxn ang="0">
                    <a:pos x="T8" y="T9"/>
                  </a:cxn>
                </a:cxnLst>
                <a:rect l="0" t="0" r="r" b="b"/>
                <a:pathLst>
                  <a:path w="3" h="6">
                    <a:moveTo>
                      <a:pt x="0" y="0"/>
                    </a:moveTo>
                    <a:cubicBezTo>
                      <a:pt x="0" y="1"/>
                      <a:pt x="0" y="3"/>
                      <a:pt x="0" y="4"/>
                    </a:cubicBezTo>
                    <a:cubicBezTo>
                      <a:pt x="1" y="5"/>
                      <a:pt x="2" y="5"/>
                      <a:pt x="3" y="6"/>
                    </a:cubicBezTo>
                    <a:cubicBezTo>
                      <a:pt x="3" y="4"/>
                      <a:pt x="3" y="3"/>
                      <a:pt x="2" y="1"/>
                    </a:cubicBezTo>
                    <a:cubicBezTo>
                      <a:pt x="2" y="1"/>
                      <a:pt x="1" y="0"/>
                      <a:pt x="0" y="0"/>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1" name="Freeform 432"/>
              <p:cNvSpPr>
                <a:spLocks/>
              </p:cNvSpPr>
              <p:nvPr/>
            </p:nvSpPr>
            <p:spPr bwMode="auto">
              <a:xfrm>
                <a:off x="2026" y="1666"/>
                <a:ext cx="5" cy="8"/>
              </a:xfrm>
              <a:custGeom>
                <a:avLst/>
                <a:gdLst>
                  <a:gd name="T0" fmla="*/ 4 w 4"/>
                  <a:gd name="T1" fmla="*/ 6 h 6"/>
                  <a:gd name="T2" fmla="*/ 3 w 4"/>
                  <a:gd name="T3" fmla="*/ 2 h 6"/>
                  <a:gd name="T4" fmla="*/ 0 w 4"/>
                  <a:gd name="T5" fmla="*/ 0 h 6"/>
                  <a:gd name="T6" fmla="*/ 0 w 4"/>
                  <a:gd name="T7" fmla="*/ 5 h 6"/>
                  <a:gd name="T8" fmla="*/ 4 w 4"/>
                  <a:gd name="T9" fmla="*/ 6 h 6"/>
                </a:gdLst>
                <a:ahLst/>
                <a:cxnLst>
                  <a:cxn ang="0">
                    <a:pos x="T0" y="T1"/>
                  </a:cxn>
                  <a:cxn ang="0">
                    <a:pos x="T2" y="T3"/>
                  </a:cxn>
                  <a:cxn ang="0">
                    <a:pos x="T4" y="T5"/>
                  </a:cxn>
                  <a:cxn ang="0">
                    <a:pos x="T6" y="T7"/>
                  </a:cxn>
                  <a:cxn ang="0">
                    <a:pos x="T8" y="T9"/>
                  </a:cxn>
                </a:cxnLst>
                <a:rect l="0" t="0" r="r" b="b"/>
                <a:pathLst>
                  <a:path w="4" h="6">
                    <a:moveTo>
                      <a:pt x="4" y="6"/>
                    </a:moveTo>
                    <a:cubicBezTo>
                      <a:pt x="4" y="5"/>
                      <a:pt x="3" y="3"/>
                      <a:pt x="3" y="2"/>
                    </a:cubicBezTo>
                    <a:cubicBezTo>
                      <a:pt x="2" y="1"/>
                      <a:pt x="1" y="1"/>
                      <a:pt x="0" y="0"/>
                    </a:cubicBezTo>
                    <a:cubicBezTo>
                      <a:pt x="0" y="2"/>
                      <a:pt x="0" y="3"/>
                      <a:pt x="0" y="5"/>
                    </a:cubicBezTo>
                    <a:cubicBezTo>
                      <a:pt x="1" y="5"/>
                      <a:pt x="2" y="6"/>
                      <a:pt x="4" y="6"/>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2" name="Freeform 433"/>
              <p:cNvSpPr>
                <a:spLocks/>
              </p:cNvSpPr>
              <p:nvPr/>
            </p:nvSpPr>
            <p:spPr bwMode="auto">
              <a:xfrm>
                <a:off x="2031" y="1669"/>
                <a:ext cx="6" cy="8"/>
              </a:xfrm>
              <a:custGeom>
                <a:avLst/>
                <a:gdLst>
                  <a:gd name="T0" fmla="*/ 4 w 4"/>
                  <a:gd name="T1" fmla="*/ 6 h 6"/>
                  <a:gd name="T2" fmla="*/ 3 w 4"/>
                  <a:gd name="T3" fmla="*/ 2 h 6"/>
                  <a:gd name="T4" fmla="*/ 0 w 4"/>
                  <a:gd name="T5" fmla="*/ 0 h 6"/>
                  <a:gd name="T6" fmla="*/ 1 w 4"/>
                  <a:gd name="T7" fmla="*/ 5 h 6"/>
                  <a:gd name="T8" fmla="*/ 4 w 4"/>
                  <a:gd name="T9" fmla="*/ 6 h 6"/>
                </a:gdLst>
                <a:ahLst/>
                <a:cxnLst>
                  <a:cxn ang="0">
                    <a:pos x="T0" y="T1"/>
                  </a:cxn>
                  <a:cxn ang="0">
                    <a:pos x="T2" y="T3"/>
                  </a:cxn>
                  <a:cxn ang="0">
                    <a:pos x="T4" y="T5"/>
                  </a:cxn>
                  <a:cxn ang="0">
                    <a:pos x="T6" y="T7"/>
                  </a:cxn>
                  <a:cxn ang="0">
                    <a:pos x="T8" y="T9"/>
                  </a:cxn>
                </a:cxnLst>
                <a:rect l="0" t="0" r="r" b="b"/>
                <a:pathLst>
                  <a:path w="4" h="6">
                    <a:moveTo>
                      <a:pt x="4" y="6"/>
                    </a:moveTo>
                    <a:cubicBezTo>
                      <a:pt x="4" y="5"/>
                      <a:pt x="4" y="3"/>
                      <a:pt x="3" y="2"/>
                    </a:cubicBezTo>
                    <a:cubicBezTo>
                      <a:pt x="2" y="1"/>
                      <a:pt x="1" y="1"/>
                      <a:pt x="0" y="0"/>
                    </a:cubicBezTo>
                    <a:cubicBezTo>
                      <a:pt x="0" y="2"/>
                      <a:pt x="0" y="3"/>
                      <a:pt x="1" y="5"/>
                    </a:cubicBezTo>
                    <a:cubicBezTo>
                      <a:pt x="2" y="5"/>
                      <a:pt x="3" y="6"/>
                      <a:pt x="4" y="6"/>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3" name="Freeform 434"/>
              <p:cNvSpPr>
                <a:spLocks/>
              </p:cNvSpPr>
              <p:nvPr/>
            </p:nvSpPr>
            <p:spPr bwMode="auto">
              <a:xfrm>
                <a:off x="2002" y="1677"/>
                <a:ext cx="8" cy="7"/>
              </a:xfrm>
              <a:custGeom>
                <a:avLst/>
                <a:gdLst>
                  <a:gd name="T0" fmla="*/ 0 w 6"/>
                  <a:gd name="T1" fmla="*/ 5 h 6"/>
                  <a:gd name="T2" fmla="*/ 5 w 6"/>
                  <a:gd name="T3" fmla="*/ 6 h 6"/>
                  <a:gd name="T4" fmla="*/ 6 w 6"/>
                  <a:gd name="T5" fmla="*/ 1 h 6"/>
                  <a:gd name="T6" fmla="*/ 1 w 6"/>
                  <a:gd name="T7" fmla="*/ 0 h 6"/>
                  <a:gd name="T8" fmla="*/ 0 w 6"/>
                  <a:gd name="T9" fmla="*/ 5 h 6"/>
                </a:gdLst>
                <a:ahLst/>
                <a:cxnLst>
                  <a:cxn ang="0">
                    <a:pos x="T0" y="T1"/>
                  </a:cxn>
                  <a:cxn ang="0">
                    <a:pos x="T2" y="T3"/>
                  </a:cxn>
                  <a:cxn ang="0">
                    <a:pos x="T4" y="T5"/>
                  </a:cxn>
                  <a:cxn ang="0">
                    <a:pos x="T6" y="T7"/>
                  </a:cxn>
                  <a:cxn ang="0">
                    <a:pos x="T8" y="T9"/>
                  </a:cxn>
                </a:cxnLst>
                <a:rect l="0" t="0" r="r" b="b"/>
                <a:pathLst>
                  <a:path w="6" h="6">
                    <a:moveTo>
                      <a:pt x="0" y="5"/>
                    </a:moveTo>
                    <a:cubicBezTo>
                      <a:pt x="1" y="5"/>
                      <a:pt x="3" y="5"/>
                      <a:pt x="5" y="6"/>
                    </a:cubicBezTo>
                    <a:cubicBezTo>
                      <a:pt x="5" y="4"/>
                      <a:pt x="5" y="2"/>
                      <a:pt x="6" y="1"/>
                    </a:cubicBezTo>
                    <a:cubicBezTo>
                      <a:pt x="4" y="0"/>
                      <a:pt x="3" y="0"/>
                      <a:pt x="1" y="0"/>
                    </a:cubicBezTo>
                    <a:cubicBezTo>
                      <a:pt x="1" y="1"/>
                      <a:pt x="0" y="3"/>
                      <a:pt x="0" y="5"/>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4" name="Freeform 435"/>
              <p:cNvSpPr>
                <a:spLocks/>
              </p:cNvSpPr>
              <p:nvPr/>
            </p:nvSpPr>
            <p:spPr bwMode="auto">
              <a:xfrm>
                <a:off x="2000" y="1684"/>
                <a:ext cx="8" cy="8"/>
              </a:xfrm>
              <a:custGeom>
                <a:avLst/>
                <a:gdLst>
                  <a:gd name="T0" fmla="*/ 6 w 6"/>
                  <a:gd name="T1" fmla="*/ 1 h 6"/>
                  <a:gd name="T2" fmla="*/ 2 w 6"/>
                  <a:gd name="T3" fmla="*/ 0 h 6"/>
                  <a:gd name="T4" fmla="*/ 0 w 6"/>
                  <a:gd name="T5" fmla="*/ 5 h 6"/>
                  <a:gd name="T6" fmla="*/ 5 w 6"/>
                  <a:gd name="T7" fmla="*/ 6 h 6"/>
                  <a:gd name="T8" fmla="*/ 6 w 6"/>
                  <a:gd name="T9" fmla="*/ 1 h 6"/>
                </a:gdLst>
                <a:ahLst/>
                <a:cxnLst>
                  <a:cxn ang="0">
                    <a:pos x="T0" y="T1"/>
                  </a:cxn>
                  <a:cxn ang="0">
                    <a:pos x="T2" y="T3"/>
                  </a:cxn>
                  <a:cxn ang="0">
                    <a:pos x="T4" y="T5"/>
                  </a:cxn>
                  <a:cxn ang="0">
                    <a:pos x="T6" y="T7"/>
                  </a:cxn>
                  <a:cxn ang="0">
                    <a:pos x="T8" y="T9"/>
                  </a:cxn>
                </a:cxnLst>
                <a:rect l="0" t="0" r="r" b="b"/>
                <a:pathLst>
                  <a:path w="6" h="6">
                    <a:moveTo>
                      <a:pt x="6" y="1"/>
                    </a:moveTo>
                    <a:cubicBezTo>
                      <a:pt x="5" y="0"/>
                      <a:pt x="3" y="0"/>
                      <a:pt x="2" y="0"/>
                    </a:cubicBezTo>
                    <a:cubicBezTo>
                      <a:pt x="1" y="1"/>
                      <a:pt x="1" y="3"/>
                      <a:pt x="0" y="5"/>
                    </a:cubicBezTo>
                    <a:cubicBezTo>
                      <a:pt x="2" y="5"/>
                      <a:pt x="4" y="5"/>
                      <a:pt x="5" y="6"/>
                    </a:cubicBezTo>
                    <a:cubicBezTo>
                      <a:pt x="6" y="4"/>
                      <a:pt x="6" y="2"/>
                      <a:pt x="6" y="1"/>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5" name="Freeform 436"/>
              <p:cNvSpPr>
                <a:spLocks/>
              </p:cNvSpPr>
              <p:nvPr/>
            </p:nvSpPr>
            <p:spPr bwMode="auto">
              <a:xfrm>
                <a:off x="2010" y="1678"/>
                <a:ext cx="7" cy="8"/>
              </a:xfrm>
              <a:custGeom>
                <a:avLst/>
                <a:gdLst>
                  <a:gd name="T0" fmla="*/ 5 w 5"/>
                  <a:gd name="T1" fmla="*/ 1 h 6"/>
                  <a:gd name="T2" fmla="*/ 1 w 5"/>
                  <a:gd name="T3" fmla="*/ 0 h 6"/>
                  <a:gd name="T4" fmla="*/ 0 w 5"/>
                  <a:gd name="T5" fmla="*/ 5 h 6"/>
                  <a:gd name="T6" fmla="*/ 4 w 5"/>
                  <a:gd name="T7" fmla="*/ 6 h 6"/>
                  <a:gd name="T8" fmla="*/ 5 w 5"/>
                  <a:gd name="T9" fmla="*/ 1 h 6"/>
                </a:gdLst>
                <a:ahLst/>
                <a:cxnLst>
                  <a:cxn ang="0">
                    <a:pos x="T0" y="T1"/>
                  </a:cxn>
                  <a:cxn ang="0">
                    <a:pos x="T2" y="T3"/>
                  </a:cxn>
                  <a:cxn ang="0">
                    <a:pos x="T4" y="T5"/>
                  </a:cxn>
                  <a:cxn ang="0">
                    <a:pos x="T6" y="T7"/>
                  </a:cxn>
                  <a:cxn ang="0">
                    <a:pos x="T8" y="T9"/>
                  </a:cxn>
                </a:cxnLst>
                <a:rect l="0" t="0" r="r" b="b"/>
                <a:pathLst>
                  <a:path w="5" h="6">
                    <a:moveTo>
                      <a:pt x="5" y="1"/>
                    </a:moveTo>
                    <a:cubicBezTo>
                      <a:pt x="4" y="1"/>
                      <a:pt x="2" y="0"/>
                      <a:pt x="1" y="0"/>
                    </a:cubicBezTo>
                    <a:cubicBezTo>
                      <a:pt x="0" y="2"/>
                      <a:pt x="0" y="3"/>
                      <a:pt x="0" y="5"/>
                    </a:cubicBezTo>
                    <a:cubicBezTo>
                      <a:pt x="1" y="5"/>
                      <a:pt x="3" y="6"/>
                      <a:pt x="4" y="6"/>
                    </a:cubicBezTo>
                    <a:cubicBezTo>
                      <a:pt x="5" y="4"/>
                      <a:pt x="5" y="3"/>
                      <a:pt x="5" y="1"/>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6" name="Freeform 437"/>
              <p:cNvSpPr>
                <a:spLocks/>
              </p:cNvSpPr>
              <p:nvPr/>
            </p:nvSpPr>
            <p:spPr bwMode="auto">
              <a:xfrm>
                <a:off x="2025" y="1688"/>
                <a:ext cx="6" cy="8"/>
              </a:xfrm>
              <a:custGeom>
                <a:avLst/>
                <a:gdLst>
                  <a:gd name="T0" fmla="*/ 5 w 5"/>
                  <a:gd name="T1" fmla="*/ 1 h 6"/>
                  <a:gd name="T2" fmla="*/ 0 w 5"/>
                  <a:gd name="T3" fmla="*/ 0 h 6"/>
                  <a:gd name="T4" fmla="*/ 0 w 5"/>
                  <a:gd name="T5" fmla="*/ 5 h 6"/>
                  <a:gd name="T6" fmla="*/ 5 w 5"/>
                  <a:gd name="T7" fmla="*/ 6 h 6"/>
                  <a:gd name="T8" fmla="*/ 5 w 5"/>
                  <a:gd name="T9" fmla="*/ 1 h 6"/>
                </a:gdLst>
                <a:ahLst/>
                <a:cxnLst>
                  <a:cxn ang="0">
                    <a:pos x="T0" y="T1"/>
                  </a:cxn>
                  <a:cxn ang="0">
                    <a:pos x="T2" y="T3"/>
                  </a:cxn>
                  <a:cxn ang="0">
                    <a:pos x="T4" y="T5"/>
                  </a:cxn>
                  <a:cxn ang="0">
                    <a:pos x="T6" y="T7"/>
                  </a:cxn>
                  <a:cxn ang="0">
                    <a:pos x="T8" y="T9"/>
                  </a:cxn>
                </a:cxnLst>
                <a:rect l="0" t="0" r="r" b="b"/>
                <a:pathLst>
                  <a:path w="5" h="6">
                    <a:moveTo>
                      <a:pt x="5" y="1"/>
                    </a:moveTo>
                    <a:cubicBezTo>
                      <a:pt x="3" y="1"/>
                      <a:pt x="2" y="1"/>
                      <a:pt x="0" y="0"/>
                    </a:cubicBezTo>
                    <a:cubicBezTo>
                      <a:pt x="0" y="2"/>
                      <a:pt x="0" y="3"/>
                      <a:pt x="0" y="5"/>
                    </a:cubicBezTo>
                    <a:cubicBezTo>
                      <a:pt x="1" y="5"/>
                      <a:pt x="3" y="5"/>
                      <a:pt x="5" y="6"/>
                    </a:cubicBezTo>
                    <a:cubicBezTo>
                      <a:pt x="5" y="4"/>
                      <a:pt x="5" y="3"/>
                      <a:pt x="5" y="1"/>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7" name="Freeform 438"/>
              <p:cNvSpPr>
                <a:spLocks/>
              </p:cNvSpPr>
              <p:nvPr/>
            </p:nvSpPr>
            <p:spPr bwMode="auto">
              <a:xfrm>
                <a:off x="2017" y="1679"/>
                <a:ext cx="8" cy="8"/>
              </a:xfrm>
              <a:custGeom>
                <a:avLst/>
                <a:gdLst>
                  <a:gd name="T0" fmla="*/ 6 w 6"/>
                  <a:gd name="T1" fmla="*/ 1 h 6"/>
                  <a:gd name="T2" fmla="*/ 1 w 6"/>
                  <a:gd name="T3" fmla="*/ 0 h 6"/>
                  <a:gd name="T4" fmla="*/ 0 w 6"/>
                  <a:gd name="T5" fmla="*/ 5 h 6"/>
                  <a:gd name="T6" fmla="*/ 5 w 6"/>
                  <a:gd name="T7" fmla="*/ 6 h 6"/>
                  <a:gd name="T8" fmla="*/ 6 w 6"/>
                  <a:gd name="T9" fmla="*/ 1 h 6"/>
                </a:gdLst>
                <a:ahLst/>
                <a:cxnLst>
                  <a:cxn ang="0">
                    <a:pos x="T0" y="T1"/>
                  </a:cxn>
                  <a:cxn ang="0">
                    <a:pos x="T2" y="T3"/>
                  </a:cxn>
                  <a:cxn ang="0">
                    <a:pos x="T4" y="T5"/>
                  </a:cxn>
                  <a:cxn ang="0">
                    <a:pos x="T6" y="T7"/>
                  </a:cxn>
                  <a:cxn ang="0">
                    <a:pos x="T8" y="T9"/>
                  </a:cxn>
                </a:cxnLst>
                <a:rect l="0" t="0" r="r" b="b"/>
                <a:pathLst>
                  <a:path w="6" h="6">
                    <a:moveTo>
                      <a:pt x="6" y="1"/>
                    </a:moveTo>
                    <a:cubicBezTo>
                      <a:pt x="4" y="1"/>
                      <a:pt x="3" y="1"/>
                      <a:pt x="1" y="0"/>
                    </a:cubicBezTo>
                    <a:cubicBezTo>
                      <a:pt x="1" y="2"/>
                      <a:pt x="1" y="3"/>
                      <a:pt x="0" y="5"/>
                    </a:cubicBezTo>
                    <a:cubicBezTo>
                      <a:pt x="2" y="5"/>
                      <a:pt x="4" y="6"/>
                      <a:pt x="5" y="6"/>
                    </a:cubicBezTo>
                    <a:cubicBezTo>
                      <a:pt x="5" y="5"/>
                      <a:pt x="5" y="3"/>
                      <a:pt x="6" y="1"/>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8" name="Freeform 439"/>
              <p:cNvSpPr>
                <a:spLocks/>
              </p:cNvSpPr>
              <p:nvPr/>
            </p:nvSpPr>
            <p:spPr bwMode="auto">
              <a:xfrm>
                <a:off x="2012" y="1670"/>
                <a:ext cx="6" cy="8"/>
              </a:xfrm>
              <a:custGeom>
                <a:avLst/>
                <a:gdLst>
                  <a:gd name="T0" fmla="*/ 5 w 5"/>
                  <a:gd name="T1" fmla="*/ 1 h 6"/>
                  <a:gd name="T2" fmla="*/ 1 w 5"/>
                  <a:gd name="T3" fmla="*/ 0 h 6"/>
                  <a:gd name="T4" fmla="*/ 0 w 5"/>
                  <a:gd name="T5" fmla="*/ 5 h 6"/>
                  <a:gd name="T6" fmla="*/ 4 w 5"/>
                  <a:gd name="T7" fmla="*/ 6 h 6"/>
                  <a:gd name="T8" fmla="*/ 5 w 5"/>
                  <a:gd name="T9" fmla="*/ 1 h 6"/>
                </a:gdLst>
                <a:ahLst/>
                <a:cxnLst>
                  <a:cxn ang="0">
                    <a:pos x="T0" y="T1"/>
                  </a:cxn>
                  <a:cxn ang="0">
                    <a:pos x="T2" y="T3"/>
                  </a:cxn>
                  <a:cxn ang="0">
                    <a:pos x="T4" y="T5"/>
                  </a:cxn>
                  <a:cxn ang="0">
                    <a:pos x="T6" y="T7"/>
                  </a:cxn>
                  <a:cxn ang="0">
                    <a:pos x="T8" y="T9"/>
                  </a:cxn>
                </a:cxnLst>
                <a:rect l="0" t="0" r="r" b="b"/>
                <a:pathLst>
                  <a:path w="5" h="6">
                    <a:moveTo>
                      <a:pt x="5" y="1"/>
                    </a:moveTo>
                    <a:cubicBezTo>
                      <a:pt x="4" y="1"/>
                      <a:pt x="2" y="1"/>
                      <a:pt x="1" y="0"/>
                    </a:cubicBezTo>
                    <a:cubicBezTo>
                      <a:pt x="1" y="2"/>
                      <a:pt x="0" y="3"/>
                      <a:pt x="0" y="5"/>
                    </a:cubicBezTo>
                    <a:cubicBezTo>
                      <a:pt x="1" y="5"/>
                      <a:pt x="3" y="6"/>
                      <a:pt x="4" y="6"/>
                    </a:cubicBezTo>
                    <a:cubicBezTo>
                      <a:pt x="5" y="4"/>
                      <a:pt x="5" y="3"/>
                      <a:pt x="5" y="1"/>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9" name="Freeform 440"/>
              <p:cNvSpPr>
                <a:spLocks/>
              </p:cNvSpPr>
              <p:nvPr/>
            </p:nvSpPr>
            <p:spPr bwMode="auto">
              <a:xfrm>
                <a:off x="2039" y="1686"/>
                <a:ext cx="6" cy="5"/>
              </a:xfrm>
              <a:custGeom>
                <a:avLst/>
                <a:gdLst>
                  <a:gd name="T0" fmla="*/ 1 w 4"/>
                  <a:gd name="T1" fmla="*/ 4 h 4"/>
                  <a:gd name="T2" fmla="*/ 4 w 4"/>
                  <a:gd name="T3" fmla="*/ 4 h 4"/>
                  <a:gd name="T4" fmla="*/ 4 w 4"/>
                  <a:gd name="T5" fmla="*/ 1 h 4"/>
                  <a:gd name="T6" fmla="*/ 0 w 4"/>
                  <a:gd name="T7" fmla="*/ 0 h 4"/>
                  <a:gd name="T8" fmla="*/ 1 w 4"/>
                  <a:gd name="T9" fmla="*/ 4 h 4"/>
                </a:gdLst>
                <a:ahLst/>
                <a:cxnLst>
                  <a:cxn ang="0">
                    <a:pos x="T0" y="T1"/>
                  </a:cxn>
                  <a:cxn ang="0">
                    <a:pos x="T2" y="T3"/>
                  </a:cxn>
                  <a:cxn ang="0">
                    <a:pos x="T4" y="T5"/>
                  </a:cxn>
                  <a:cxn ang="0">
                    <a:pos x="T6" y="T7"/>
                  </a:cxn>
                  <a:cxn ang="0">
                    <a:pos x="T8" y="T9"/>
                  </a:cxn>
                </a:cxnLst>
                <a:rect l="0" t="0" r="r" b="b"/>
                <a:pathLst>
                  <a:path w="4" h="4">
                    <a:moveTo>
                      <a:pt x="1" y="4"/>
                    </a:moveTo>
                    <a:cubicBezTo>
                      <a:pt x="2" y="4"/>
                      <a:pt x="3" y="4"/>
                      <a:pt x="4" y="4"/>
                    </a:cubicBezTo>
                    <a:cubicBezTo>
                      <a:pt x="4" y="3"/>
                      <a:pt x="4" y="2"/>
                      <a:pt x="4" y="1"/>
                    </a:cubicBezTo>
                    <a:cubicBezTo>
                      <a:pt x="2" y="0"/>
                      <a:pt x="1" y="0"/>
                      <a:pt x="0" y="0"/>
                    </a:cubicBezTo>
                    <a:cubicBezTo>
                      <a:pt x="0" y="1"/>
                      <a:pt x="1" y="2"/>
                      <a:pt x="1" y="4"/>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0" name="Freeform 441"/>
              <p:cNvSpPr>
                <a:spLocks/>
              </p:cNvSpPr>
              <p:nvPr/>
            </p:nvSpPr>
            <p:spPr bwMode="auto">
              <a:xfrm>
                <a:off x="2018" y="1719"/>
                <a:ext cx="8" cy="6"/>
              </a:xfrm>
              <a:custGeom>
                <a:avLst/>
                <a:gdLst>
                  <a:gd name="T0" fmla="*/ 0 w 6"/>
                  <a:gd name="T1" fmla="*/ 5 h 5"/>
                  <a:gd name="T2" fmla="*/ 1 w 6"/>
                  <a:gd name="T3" fmla="*/ 5 h 5"/>
                  <a:gd name="T4" fmla="*/ 5 w 6"/>
                  <a:gd name="T5" fmla="*/ 3 h 5"/>
                  <a:gd name="T6" fmla="*/ 6 w 6"/>
                  <a:gd name="T7" fmla="*/ 0 h 5"/>
                  <a:gd name="T8" fmla="*/ 1 w 6"/>
                  <a:gd name="T9" fmla="*/ 0 h 5"/>
                  <a:gd name="T10" fmla="*/ 0 w 6"/>
                  <a:gd name="T11" fmla="*/ 5 h 5"/>
                </a:gdLst>
                <a:ahLst/>
                <a:cxnLst>
                  <a:cxn ang="0">
                    <a:pos x="T0" y="T1"/>
                  </a:cxn>
                  <a:cxn ang="0">
                    <a:pos x="T2" y="T3"/>
                  </a:cxn>
                  <a:cxn ang="0">
                    <a:pos x="T4" y="T5"/>
                  </a:cxn>
                  <a:cxn ang="0">
                    <a:pos x="T6" y="T7"/>
                  </a:cxn>
                  <a:cxn ang="0">
                    <a:pos x="T8" y="T9"/>
                  </a:cxn>
                  <a:cxn ang="0">
                    <a:pos x="T10" y="T11"/>
                  </a:cxn>
                </a:cxnLst>
                <a:rect l="0" t="0" r="r" b="b"/>
                <a:pathLst>
                  <a:path w="6" h="5">
                    <a:moveTo>
                      <a:pt x="0" y="5"/>
                    </a:moveTo>
                    <a:cubicBezTo>
                      <a:pt x="0" y="5"/>
                      <a:pt x="1" y="5"/>
                      <a:pt x="1" y="5"/>
                    </a:cubicBezTo>
                    <a:cubicBezTo>
                      <a:pt x="3" y="4"/>
                      <a:pt x="4" y="4"/>
                      <a:pt x="5" y="3"/>
                    </a:cubicBezTo>
                    <a:cubicBezTo>
                      <a:pt x="6" y="2"/>
                      <a:pt x="6" y="1"/>
                      <a:pt x="6" y="0"/>
                    </a:cubicBezTo>
                    <a:cubicBezTo>
                      <a:pt x="4" y="0"/>
                      <a:pt x="3" y="0"/>
                      <a:pt x="1" y="0"/>
                    </a:cubicBezTo>
                    <a:cubicBezTo>
                      <a:pt x="1" y="2"/>
                      <a:pt x="0" y="3"/>
                      <a:pt x="0" y="5"/>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1" name="Freeform 442"/>
              <p:cNvSpPr>
                <a:spLocks/>
              </p:cNvSpPr>
              <p:nvPr/>
            </p:nvSpPr>
            <p:spPr bwMode="auto">
              <a:xfrm>
                <a:off x="1981" y="1666"/>
                <a:ext cx="4" cy="5"/>
              </a:xfrm>
              <a:custGeom>
                <a:avLst/>
                <a:gdLst>
                  <a:gd name="T0" fmla="*/ 3 w 3"/>
                  <a:gd name="T1" fmla="*/ 0 h 4"/>
                  <a:gd name="T2" fmla="*/ 3 w 3"/>
                  <a:gd name="T3" fmla="*/ 0 h 4"/>
                  <a:gd name="T4" fmla="*/ 0 w 3"/>
                  <a:gd name="T5" fmla="*/ 4 h 4"/>
                  <a:gd name="T6" fmla="*/ 0 w 3"/>
                  <a:gd name="T7" fmla="*/ 4 h 4"/>
                  <a:gd name="T8" fmla="*/ 3 w 3"/>
                  <a:gd name="T9" fmla="*/ 0 h 4"/>
                </a:gdLst>
                <a:ahLst/>
                <a:cxnLst>
                  <a:cxn ang="0">
                    <a:pos x="T0" y="T1"/>
                  </a:cxn>
                  <a:cxn ang="0">
                    <a:pos x="T2" y="T3"/>
                  </a:cxn>
                  <a:cxn ang="0">
                    <a:pos x="T4" y="T5"/>
                  </a:cxn>
                  <a:cxn ang="0">
                    <a:pos x="T6" y="T7"/>
                  </a:cxn>
                  <a:cxn ang="0">
                    <a:pos x="T8" y="T9"/>
                  </a:cxn>
                </a:cxnLst>
                <a:rect l="0" t="0" r="r" b="b"/>
                <a:pathLst>
                  <a:path w="3" h="4">
                    <a:moveTo>
                      <a:pt x="3" y="0"/>
                    </a:moveTo>
                    <a:cubicBezTo>
                      <a:pt x="3" y="0"/>
                      <a:pt x="3" y="0"/>
                      <a:pt x="3" y="0"/>
                    </a:cubicBezTo>
                    <a:cubicBezTo>
                      <a:pt x="2" y="1"/>
                      <a:pt x="1" y="3"/>
                      <a:pt x="0" y="4"/>
                    </a:cubicBezTo>
                    <a:cubicBezTo>
                      <a:pt x="0" y="4"/>
                      <a:pt x="0" y="4"/>
                      <a:pt x="0" y="4"/>
                    </a:cubicBezTo>
                    <a:cubicBezTo>
                      <a:pt x="1" y="3"/>
                      <a:pt x="2" y="1"/>
                      <a:pt x="3" y="0"/>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2" name="Freeform 443"/>
              <p:cNvSpPr>
                <a:spLocks/>
              </p:cNvSpPr>
              <p:nvPr/>
            </p:nvSpPr>
            <p:spPr bwMode="auto">
              <a:xfrm>
                <a:off x="1976" y="1686"/>
                <a:ext cx="7" cy="8"/>
              </a:xfrm>
              <a:custGeom>
                <a:avLst/>
                <a:gdLst>
                  <a:gd name="T0" fmla="*/ 5 w 5"/>
                  <a:gd name="T1" fmla="*/ 1 h 6"/>
                  <a:gd name="T2" fmla="*/ 0 w 5"/>
                  <a:gd name="T3" fmla="*/ 0 h 6"/>
                  <a:gd name="T4" fmla="*/ 0 w 5"/>
                  <a:gd name="T5" fmla="*/ 5 h 6"/>
                  <a:gd name="T6" fmla="*/ 3 w 5"/>
                  <a:gd name="T7" fmla="*/ 6 h 6"/>
                  <a:gd name="T8" fmla="*/ 5 w 5"/>
                  <a:gd name="T9" fmla="*/ 1 h 6"/>
                </a:gdLst>
                <a:ahLst/>
                <a:cxnLst>
                  <a:cxn ang="0">
                    <a:pos x="T0" y="T1"/>
                  </a:cxn>
                  <a:cxn ang="0">
                    <a:pos x="T2" y="T3"/>
                  </a:cxn>
                  <a:cxn ang="0">
                    <a:pos x="T4" y="T5"/>
                  </a:cxn>
                  <a:cxn ang="0">
                    <a:pos x="T6" y="T7"/>
                  </a:cxn>
                  <a:cxn ang="0">
                    <a:pos x="T8" y="T9"/>
                  </a:cxn>
                </a:cxnLst>
                <a:rect l="0" t="0" r="r" b="b"/>
                <a:pathLst>
                  <a:path w="5" h="6">
                    <a:moveTo>
                      <a:pt x="5" y="1"/>
                    </a:moveTo>
                    <a:cubicBezTo>
                      <a:pt x="3" y="1"/>
                      <a:pt x="2" y="0"/>
                      <a:pt x="0" y="0"/>
                    </a:cubicBezTo>
                    <a:cubicBezTo>
                      <a:pt x="0" y="1"/>
                      <a:pt x="0" y="3"/>
                      <a:pt x="0" y="5"/>
                    </a:cubicBezTo>
                    <a:cubicBezTo>
                      <a:pt x="1" y="5"/>
                      <a:pt x="2" y="5"/>
                      <a:pt x="3" y="6"/>
                    </a:cubicBezTo>
                    <a:cubicBezTo>
                      <a:pt x="4" y="4"/>
                      <a:pt x="4" y="3"/>
                      <a:pt x="5" y="1"/>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3" name="Freeform 444"/>
              <p:cNvSpPr>
                <a:spLocks/>
              </p:cNvSpPr>
              <p:nvPr/>
            </p:nvSpPr>
            <p:spPr bwMode="auto">
              <a:xfrm>
                <a:off x="1992" y="1682"/>
                <a:ext cx="8" cy="8"/>
              </a:xfrm>
              <a:custGeom>
                <a:avLst/>
                <a:gdLst>
                  <a:gd name="T0" fmla="*/ 0 w 6"/>
                  <a:gd name="T1" fmla="*/ 5 h 6"/>
                  <a:gd name="T2" fmla="*/ 5 w 6"/>
                  <a:gd name="T3" fmla="*/ 6 h 6"/>
                  <a:gd name="T4" fmla="*/ 6 w 6"/>
                  <a:gd name="T5" fmla="*/ 1 h 6"/>
                  <a:gd name="T6" fmla="*/ 2 w 6"/>
                  <a:gd name="T7" fmla="*/ 0 h 6"/>
                  <a:gd name="T8" fmla="*/ 0 w 6"/>
                  <a:gd name="T9" fmla="*/ 5 h 6"/>
                </a:gdLst>
                <a:ahLst/>
                <a:cxnLst>
                  <a:cxn ang="0">
                    <a:pos x="T0" y="T1"/>
                  </a:cxn>
                  <a:cxn ang="0">
                    <a:pos x="T2" y="T3"/>
                  </a:cxn>
                  <a:cxn ang="0">
                    <a:pos x="T4" y="T5"/>
                  </a:cxn>
                  <a:cxn ang="0">
                    <a:pos x="T6" y="T7"/>
                  </a:cxn>
                  <a:cxn ang="0">
                    <a:pos x="T8" y="T9"/>
                  </a:cxn>
                </a:cxnLst>
                <a:rect l="0" t="0" r="r" b="b"/>
                <a:pathLst>
                  <a:path w="6" h="6">
                    <a:moveTo>
                      <a:pt x="0" y="5"/>
                    </a:moveTo>
                    <a:cubicBezTo>
                      <a:pt x="2" y="6"/>
                      <a:pt x="4" y="6"/>
                      <a:pt x="5" y="6"/>
                    </a:cubicBezTo>
                    <a:cubicBezTo>
                      <a:pt x="6" y="5"/>
                      <a:pt x="6" y="3"/>
                      <a:pt x="6" y="1"/>
                    </a:cubicBezTo>
                    <a:cubicBezTo>
                      <a:pt x="5" y="1"/>
                      <a:pt x="3" y="1"/>
                      <a:pt x="2" y="0"/>
                    </a:cubicBezTo>
                    <a:cubicBezTo>
                      <a:pt x="1" y="2"/>
                      <a:pt x="1" y="4"/>
                      <a:pt x="0" y="5"/>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4" name="Freeform 445"/>
              <p:cNvSpPr>
                <a:spLocks/>
              </p:cNvSpPr>
              <p:nvPr/>
            </p:nvSpPr>
            <p:spPr bwMode="auto">
              <a:xfrm>
                <a:off x="1991" y="1690"/>
                <a:ext cx="7" cy="8"/>
              </a:xfrm>
              <a:custGeom>
                <a:avLst/>
                <a:gdLst>
                  <a:gd name="T0" fmla="*/ 6 w 6"/>
                  <a:gd name="T1" fmla="*/ 1 h 6"/>
                  <a:gd name="T2" fmla="*/ 1 w 6"/>
                  <a:gd name="T3" fmla="*/ 0 h 6"/>
                  <a:gd name="T4" fmla="*/ 0 w 6"/>
                  <a:gd name="T5" fmla="*/ 5 h 6"/>
                  <a:gd name="T6" fmla="*/ 5 w 6"/>
                  <a:gd name="T7" fmla="*/ 6 h 6"/>
                  <a:gd name="T8" fmla="*/ 6 w 6"/>
                  <a:gd name="T9" fmla="*/ 1 h 6"/>
                </a:gdLst>
                <a:ahLst/>
                <a:cxnLst>
                  <a:cxn ang="0">
                    <a:pos x="T0" y="T1"/>
                  </a:cxn>
                  <a:cxn ang="0">
                    <a:pos x="T2" y="T3"/>
                  </a:cxn>
                  <a:cxn ang="0">
                    <a:pos x="T4" y="T5"/>
                  </a:cxn>
                  <a:cxn ang="0">
                    <a:pos x="T6" y="T7"/>
                  </a:cxn>
                  <a:cxn ang="0">
                    <a:pos x="T8" y="T9"/>
                  </a:cxn>
                </a:cxnLst>
                <a:rect l="0" t="0" r="r" b="b"/>
                <a:pathLst>
                  <a:path w="6" h="6">
                    <a:moveTo>
                      <a:pt x="6" y="1"/>
                    </a:moveTo>
                    <a:cubicBezTo>
                      <a:pt x="4" y="1"/>
                      <a:pt x="3" y="1"/>
                      <a:pt x="1" y="0"/>
                    </a:cubicBezTo>
                    <a:cubicBezTo>
                      <a:pt x="0" y="2"/>
                      <a:pt x="0" y="3"/>
                      <a:pt x="0" y="5"/>
                    </a:cubicBezTo>
                    <a:cubicBezTo>
                      <a:pt x="1" y="6"/>
                      <a:pt x="3" y="6"/>
                      <a:pt x="5" y="6"/>
                    </a:cubicBezTo>
                    <a:cubicBezTo>
                      <a:pt x="5" y="5"/>
                      <a:pt x="5" y="3"/>
                      <a:pt x="6" y="1"/>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5" name="Freeform 446"/>
              <p:cNvSpPr>
                <a:spLocks/>
              </p:cNvSpPr>
              <p:nvPr/>
            </p:nvSpPr>
            <p:spPr bwMode="auto">
              <a:xfrm>
                <a:off x="1994" y="1675"/>
                <a:ext cx="8" cy="7"/>
              </a:xfrm>
              <a:custGeom>
                <a:avLst/>
                <a:gdLst>
                  <a:gd name="T0" fmla="*/ 0 w 6"/>
                  <a:gd name="T1" fmla="*/ 4 h 5"/>
                  <a:gd name="T2" fmla="*/ 5 w 6"/>
                  <a:gd name="T3" fmla="*/ 5 h 5"/>
                  <a:gd name="T4" fmla="*/ 6 w 6"/>
                  <a:gd name="T5" fmla="*/ 1 h 5"/>
                  <a:gd name="T6" fmla="*/ 2 w 6"/>
                  <a:gd name="T7" fmla="*/ 0 h 5"/>
                  <a:gd name="T8" fmla="*/ 0 w 6"/>
                  <a:gd name="T9" fmla="*/ 4 h 5"/>
                </a:gdLst>
                <a:ahLst/>
                <a:cxnLst>
                  <a:cxn ang="0">
                    <a:pos x="T0" y="T1"/>
                  </a:cxn>
                  <a:cxn ang="0">
                    <a:pos x="T2" y="T3"/>
                  </a:cxn>
                  <a:cxn ang="0">
                    <a:pos x="T4" y="T5"/>
                  </a:cxn>
                  <a:cxn ang="0">
                    <a:pos x="T6" y="T7"/>
                  </a:cxn>
                  <a:cxn ang="0">
                    <a:pos x="T8" y="T9"/>
                  </a:cxn>
                </a:cxnLst>
                <a:rect l="0" t="0" r="r" b="b"/>
                <a:pathLst>
                  <a:path w="6" h="5">
                    <a:moveTo>
                      <a:pt x="0" y="4"/>
                    </a:moveTo>
                    <a:cubicBezTo>
                      <a:pt x="2" y="5"/>
                      <a:pt x="3" y="5"/>
                      <a:pt x="5" y="5"/>
                    </a:cubicBezTo>
                    <a:cubicBezTo>
                      <a:pt x="5" y="4"/>
                      <a:pt x="6" y="2"/>
                      <a:pt x="6" y="1"/>
                    </a:cubicBezTo>
                    <a:cubicBezTo>
                      <a:pt x="5" y="0"/>
                      <a:pt x="3" y="0"/>
                      <a:pt x="2" y="0"/>
                    </a:cubicBezTo>
                    <a:cubicBezTo>
                      <a:pt x="1" y="1"/>
                      <a:pt x="1" y="3"/>
                      <a:pt x="0" y="4"/>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6" name="Freeform 447"/>
              <p:cNvSpPr>
                <a:spLocks/>
              </p:cNvSpPr>
              <p:nvPr/>
            </p:nvSpPr>
            <p:spPr bwMode="auto">
              <a:xfrm>
                <a:off x="2005" y="1702"/>
                <a:ext cx="8" cy="7"/>
              </a:xfrm>
              <a:custGeom>
                <a:avLst/>
                <a:gdLst>
                  <a:gd name="T0" fmla="*/ 6 w 6"/>
                  <a:gd name="T1" fmla="*/ 1 h 6"/>
                  <a:gd name="T2" fmla="*/ 1 w 6"/>
                  <a:gd name="T3" fmla="*/ 0 h 6"/>
                  <a:gd name="T4" fmla="*/ 0 w 6"/>
                  <a:gd name="T5" fmla="*/ 5 h 6"/>
                  <a:gd name="T6" fmla="*/ 5 w 6"/>
                  <a:gd name="T7" fmla="*/ 6 h 6"/>
                  <a:gd name="T8" fmla="*/ 6 w 6"/>
                  <a:gd name="T9" fmla="*/ 1 h 6"/>
                </a:gdLst>
                <a:ahLst/>
                <a:cxnLst>
                  <a:cxn ang="0">
                    <a:pos x="T0" y="T1"/>
                  </a:cxn>
                  <a:cxn ang="0">
                    <a:pos x="T2" y="T3"/>
                  </a:cxn>
                  <a:cxn ang="0">
                    <a:pos x="T4" y="T5"/>
                  </a:cxn>
                  <a:cxn ang="0">
                    <a:pos x="T6" y="T7"/>
                  </a:cxn>
                  <a:cxn ang="0">
                    <a:pos x="T8" y="T9"/>
                  </a:cxn>
                </a:cxnLst>
                <a:rect l="0" t="0" r="r" b="b"/>
                <a:pathLst>
                  <a:path w="6" h="6">
                    <a:moveTo>
                      <a:pt x="6" y="1"/>
                    </a:moveTo>
                    <a:cubicBezTo>
                      <a:pt x="4" y="1"/>
                      <a:pt x="3" y="0"/>
                      <a:pt x="1" y="0"/>
                    </a:cubicBezTo>
                    <a:cubicBezTo>
                      <a:pt x="1" y="2"/>
                      <a:pt x="0" y="3"/>
                      <a:pt x="0" y="5"/>
                    </a:cubicBezTo>
                    <a:cubicBezTo>
                      <a:pt x="2" y="5"/>
                      <a:pt x="3" y="6"/>
                      <a:pt x="5" y="6"/>
                    </a:cubicBezTo>
                    <a:cubicBezTo>
                      <a:pt x="5" y="4"/>
                      <a:pt x="6" y="3"/>
                      <a:pt x="6" y="1"/>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7" name="Freeform 448"/>
              <p:cNvSpPr>
                <a:spLocks/>
              </p:cNvSpPr>
              <p:nvPr/>
            </p:nvSpPr>
            <p:spPr bwMode="auto">
              <a:xfrm>
                <a:off x="1997" y="1700"/>
                <a:ext cx="8" cy="8"/>
              </a:xfrm>
              <a:custGeom>
                <a:avLst/>
                <a:gdLst>
                  <a:gd name="T0" fmla="*/ 6 w 6"/>
                  <a:gd name="T1" fmla="*/ 1 h 6"/>
                  <a:gd name="T2" fmla="*/ 1 w 6"/>
                  <a:gd name="T3" fmla="*/ 0 h 6"/>
                  <a:gd name="T4" fmla="*/ 0 w 6"/>
                  <a:gd name="T5" fmla="*/ 5 h 6"/>
                  <a:gd name="T6" fmla="*/ 5 w 6"/>
                  <a:gd name="T7" fmla="*/ 6 h 6"/>
                  <a:gd name="T8" fmla="*/ 6 w 6"/>
                  <a:gd name="T9" fmla="*/ 1 h 6"/>
                </a:gdLst>
                <a:ahLst/>
                <a:cxnLst>
                  <a:cxn ang="0">
                    <a:pos x="T0" y="T1"/>
                  </a:cxn>
                  <a:cxn ang="0">
                    <a:pos x="T2" y="T3"/>
                  </a:cxn>
                  <a:cxn ang="0">
                    <a:pos x="T4" y="T5"/>
                  </a:cxn>
                  <a:cxn ang="0">
                    <a:pos x="T6" y="T7"/>
                  </a:cxn>
                  <a:cxn ang="0">
                    <a:pos x="T8" y="T9"/>
                  </a:cxn>
                </a:cxnLst>
                <a:rect l="0" t="0" r="r" b="b"/>
                <a:pathLst>
                  <a:path w="6" h="6">
                    <a:moveTo>
                      <a:pt x="6" y="1"/>
                    </a:moveTo>
                    <a:cubicBezTo>
                      <a:pt x="4" y="1"/>
                      <a:pt x="2" y="0"/>
                      <a:pt x="1" y="0"/>
                    </a:cubicBezTo>
                    <a:cubicBezTo>
                      <a:pt x="0" y="2"/>
                      <a:pt x="0" y="3"/>
                      <a:pt x="0" y="5"/>
                    </a:cubicBezTo>
                    <a:cubicBezTo>
                      <a:pt x="1" y="5"/>
                      <a:pt x="3" y="6"/>
                      <a:pt x="5" y="6"/>
                    </a:cubicBezTo>
                    <a:cubicBezTo>
                      <a:pt x="5" y="4"/>
                      <a:pt x="5" y="3"/>
                      <a:pt x="6" y="1"/>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8" name="Freeform 449"/>
              <p:cNvSpPr>
                <a:spLocks/>
              </p:cNvSpPr>
              <p:nvPr/>
            </p:nvSpPr>
            <p:spPr bwMode="auto">
              <a:xfrm>
                <a:off x="1998" y="1692"/>
                <a:ext cx="8" cy="8"/>
              </a:xfrm>
              <a:custGeom>
                <a:avLst/>
                <a:gdLst>
                  <a:gd name="T0" fmla="*/ 5 w 6"/>
                  <a:gd name="T1" fmla="*/ 6 h 6"/>
                  <a:gd name="T2" fmla="*/ 6 w 6"/>
                  <a:gd name="T3" fmla="*/ 1 h 6"/>
                  <a:gd name="T4" fmla="*/ 1 w 6"/>
                  <a:gd name="T5" fmla="*/ 0 h 6"/>
                  <a:gd name="T6" fmla="*/ 0 w 6"/>
                  <a:gd name="T7" fmla="*/ 5 h 6"/>
                  <a:gd name="T8" fmla="*/ 5 w 6"/>
                  <a:gd name="T9" fmla="*/ 6 h 6"/>
                </a:gdLst>
                <a:ahLst/>
                <a:cxnLst>
                  <a:cxn ang="0">
                    <a:pos x="T0" y="T1"/>
                  </a:cxn>
                  <a:cxn ang="0">
                    <a:pos x="T2" y="T3"/>
                  </a:cxn>
                  <a:cxn ang="0">
                    <a:pos x="T4" y="T5"/>
                  </a:cxn>
                  <a:cxn ang="0">
                    <a:pos x="T6" y="T7"/>
                  </a:cxn>
                  <a:cxn ang="0">
                    <a:pos x="T8" y="T9"/>
                  </a:cxn>
                </a:cxnLst>
                <a:rect l="0" t="0" r="r" b="b"/>
                <a:pathLst>
                  <a:path w="6" h="6">
                    <a:moveTo>
                      <a:pt x="5" y="6"/>
                    </a:moveTo>
                    <a:cubicBezTo>
                      <a:pt x="5" y="4"/>
                      <a:pt x="6" y="2"/>
                      <a:pt x="6" y="1"/>
                    </a:cubicBezTo>
                    <a:cubicBezTo>
                      <a:pt x="4" y="0"/>
                      <a:pt x="3" y="0"/>
                      <a:pt x="1" y="0"/>
                    </a:cubicBezTo>
                    <a:cubicBezTo>
                      <a:pt x="1" y="1"/>
                      <a:pt x="0" y="3"/>
                      <a:pt x="0" y="5"/>
                    </a:cubicBezTo>
                    <a:cubicBezTo>
                      <a:pt x="2" y="5"/>
                      <a:pt x="3" y="5"/>
                      <a:pt x="5" y="6"/>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9" name="Freeform 450"/>
              <p:cNvSpPr>
                <a:spLocks/>
              </p:cNvSpPr>
              <p:nvPr/>
            </p:nvSpPr>
            <p:spPr bwMode="auto">
              <a:xfrm>
                <a:off x="1997" y="1667"/>
                <a:ext cx="8" cy="8"/>
              </a:xfrm>
              <a:custGeom>
                <a:avLst/>
                <a:gdLst>
                  <a:gd name="T0" fmla="*/ 0 w 6"/>
                  <a:gd name="T1" fmla="*/ 5 h 6"/>
                  <a:gd name="T2" fmla="*/ 5 w 6"/>
                  <a:gd name="T3" fmla="*/ 6 h 6"/>
                  <a:gd name="T4" fmla="*/ 6 w 6"/>
                  <a:gd name="T5" fmla="*/ 1 h 6"/>
                  <a:gd name="T6" fmla="*/ 2 w 6"/>
                  <a:gd name="T7" fmla="*/ 0 h 6"/>
                  <a:gd name="T8" fmla="*/ 0 w 6"/>
                  <a:gd name="T9" fmla="*/ 5 h 6"/>
                </a:gdLst>
                <a:ahLst/>
                <a:cxnLst>
                  <a:cxn ang="0">
                    <a:pos x="T0" y="T1"/>
                  </a:cxn>
                  <a:cxn ang="0">
                    <a:pos x="T2" y="T3"/>
                  </a:cxn>
                  <a:cxn ang="0">
                    <a:pos x="T4" y="T5"/>
                  </a:cxn>
                  <a:cxn ang="0">
                    <a:pos x="T6" y="T7"/>
                  </a:cxn>
                  <a:cxn ang="0">
                    <a:pos x="T8" y="T9"/>
                  </a:cxn>
                </a:cxnLst>
                <a:rect l="0" t="0" r="r" b="b"/>
                <a:pathLst>
                  <a:path w="6" h="6">
                    <a:moveTo>
                      <a:pt x="0" y="5"/>
                    </a:moveTo>
                    <a:cubicBezTo>
                      <a:pt x="2" y="5"/>
                      <a:pt x="3" y="5"/>
                      <a:pt x="5" y="6"/>
                    </a:cubicBezTo>
                    <a:cubicBezTo>
                      <a:pt x="5" y="4"/>
                      <a:pt x="6" y="2"/>
                      <a:pt x="6" y="1"/>
                    </a:cubicBezTo>
                    <a:cubicBezTo>
                      <a:pt x="5" y="1"/>
                      <a:pt x="4" y="0"/>
                      <a:pt x="2" y="0"/>
                    </a:cubicBezTo>
                    <a:cubicBezTo>
                      <a:pt x="2" y="2"/>
                      <a:pt x="1" y="3"/>
                      <a:pt x="0" y="5"/>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0" name="Freeform 451"/>
              <p:cNvSpPr>
                <a:spLocks/>
              </p:cNvSpPr>
              <p:nvPr/>
            </p:nvSpPr>
            <p:spPr bwMode="auto">
              <a:xfrm>
                <a:off x="2008" y="1662"/>
                <a:ext cx="6" cy="7"/>
              </a:xfrm>
              <a:custGeom>
                <a:avLst/>
                <a:gdLst>
                  <a:gd name="T0" fmla="*/ 0 w 5"/>
                  <a:gd name="T1" fmla="*/ 4 h 5"/>
                  <a:gd name="T2" fmla="*/ 3 w 5"/>
                  <a:gd name="T3" fmla="*/ 5 h 5"/>
                  <a:gd name="T4" fmla="*/ 5 w 5"/>
                  <a:gd name="T5" fmla="*/ 0 h 5"/>
                  <a:gd name="T6" fmla="*/ 1 w 5"/>
                  <a:gd name="T7" fmla="*/ 0 h 5"/>
                  <a:gd name="T8" fmla="*/ 0 w 5"/>
                  <a:gd name="T9" fmla="*/ 4 h 5"/>
                </a:gdLst>
                <a:ahLst/>
                <a:cxnLst>
                  <a:cxn ang="0">
                    <a:pos x="T0" y="T1"/>
                  </a:cxn>
                  <a:cxn ang="0">
                    <a:pos x="T2" y="T3"/>
                  </a:cxn>
                  <a:cxn ang="0">
                    <a:pos x="T4" y="T5"/>
                  </a:cxn>
                  <a:cxn ang="0">
                    <a:pos x="T6" y="T7"/>
                  </a:cxn>
                  <a:cxn ang="0">
                    <a:pos x="T8" y="T9"/>
                  </a:cxn>
                </a:cxnLst>
                <a:rect l="0" t="0" r="r" b="b"/>
                <a:pathLst>
                  <a:path w="5" h="5">
                    <a:moveTo>
                      <a:pt x="0" y="4"/>
                    </a:moveTo>
                    <a:cubicBezTo>
                      <a:pt x="1" y="4"/>
                      <a:pt x="2" y="5"/>
                      <a:pt x="3" y="5"/>
                    </a:cubicBezTo>
                    <a:cubicBezTo>
                      <a:pt x="4" y="3"/>
                      <a:pt x="4" y="2"/>
                      <a:pt x="5" y="0"/>
                    </a:cubicBezTo>
                    <a:cubicBezTo>
                      <a:pt x="4" y="0"/>
                      <a:pt x="2" y="0"/>
                      <a:pt x="1" y="0"/>
                    </a:cubicBezTo>
                    <a:cubicBezTo>
                      <a:pt x="1" y="1"/>
                      <a:pt x="0" y="3"/>
                      <a:pt x="0" y="4"/>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1" name="Freeform 452"/>
              <p:cNvSpPr>
                <a:spLocks/>
              </p:cNvSpPr>
              <p:nvPr/>
            </p:nvSpPr>
            <p:spPr bwMode="auto">
              <a:xfrm>
                <a:off x="2018" y="1673"/>
                <a:ext cx="7" cy="6"/>
              </a:xfrm>
              <a:custGeom>
                <a:avLst/>
                <a:gdLst>
                  <a:gd name="T0" fmla="*/ 0 w 5"/>
                  <a:gd name="T1" fmla="*/ 4 h 5"/>
                  <a:gd name="T2" fmla="*/ 5 w 5"/>
                  <a:gd name="T3" fmla="*/ 5 h 5"/>
                  <a:gd name="T4" fmla="*/ 5 w 5"/>
                  <a:gd name="T5" fmla="*/ 1 h 5"/>
                  <a:gd name="T6" fmla="*/ 1 w 5"/>
                  <a:gd name="T7" fmla="*/ 0 h 5"/>
                  <a:gd name="T8" fmla="*/ 0 w 5"/>
                  <a:gd name="T9" fmla="*/ 4 h 5"/>
                </a:gdLst>
                <a:ahLst/>
                <a:cxnLst>
                  <a:cxn ang="0">
                    <a:pos x="T0" y="T1"/>
                  </a:cxn>
                  <a:cxn ang="0">
                    <a:pos x="T2" y="T3"/>
                  </a:cxn>
                  <a:cxn ang="0">
                    <a:pos x="T4" y="T5"/>
                  </a:cxn>
                  <a:cxn ang="0">
                    <a:pos x="T6" y="T7"/>
                  </a:cxn>
                  <a:cxn ang="0">
                    <a:pos x="T8" y="T9"/>
                  </a:cxn>
                </a:cxnLst>
                <a:rect l="0" t="0" r="r" b="b"/>
                <a:pathLst>
                  <a:path w="5" h="5">
                    <a:moveTo>
                      <a:pt x="0" y="4"/>
                    </a:moveTo>
                    <a:cubicBezTo>
                      <a:pt x="2" y="5"/>
                      <a:pt x="3" y="5"/>
                      <a:pt x="5" y="5"/>
                    </a:cubicBezTo>
                    <a:cubicBezTo>
                      <a:pt x="5" y="4"/>
                      <a:pt x="5" y="2"/>
                      <a:pt x="5" y="1"/>
                    </a:cubicBezTo>
                    <a:cubicBezTo>
                      <a:pt x="4" y="0"/>
                      <a:pt x="2" y="0"/>
                      <a:pt x="1" y="0"/>
                    </a:cubicBezTo>
                    <a:cubicBezTo>
                      <a:pt x="1" y="1"/>
                      <a:pt x="1" y="3"/>
                      <a:pt x="0" y="4"/>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2" name="Freeform 453"/>
              <p:cNvSpPr>
                <a:spLocks/>
              </p:cNvSpPr>
              <p:nvPr/>
            </p:nvSpPr>
            <p:spPr bwMode="auto">
              <a:xfrm>
                <a:off x="2005" y="1669"/>
                <a:ext cx="7" cy="8"/>
              </a:xfrm>
              <a:custGeom>
                <a:avLst/>
                <a:gdLst>
                  <a:gd name="T0" fmla="*/ 0 w 5"/>
                  <a:gd name="T1" fmla="*/ 5 h 6"/>
                  <a:gd name="T2" fmla="*/ 4 w 5"/>
                  <a:gd name="T3" fmla="*/ 6 h 6"/>
                  <a:gd name="T4" fmla="*/ 5 w 5"/>
                  <a:gd name="T5" fmla="*/ 1 h 6"/>
                  <a:gd name="T6" fmla="*/ 1 w 5"/>
                  <a:gd name="T7" fmla="*/ 0 h 6"/>
                  <a:gd name="T8" fmla="*/ 0 w 5"/>
                  <a:gd name="T9" fmla="*/ 5 h 6"/>
                </a:gdLst>
                <a:ahLst/>
                <a:cxnLst>
                  <a:cxn ang="0">
                    <a:pos x="T0" y="T1"/>
                  </a:cxn>
                  <a:cxn ang="0">
                    <a:pos x="T2" y="T3"/>
                  </a:cxn>
                  <a:cxn ang="0">
                    <a:pos x="T4" y="T5"/>
                  </a:cxn>
                  <a:cxn ang="0">
                    <a:pos x="T6" y="T7"/>
                  </a:cxn>
                  <a:cxn ang="0">
                    <a:pos x="T8" y="T9"/>
                  </a:cxn>
                </a:cxnLst>
                <a:rect l="0" t="0" r="r" b="b"/>
                <a:pathLst>
                  <a:path w="5" h="6">
                    <a:moveTo>
                      <a:pt x="0" y="5"/>
                    </a:moveTo>
                    <a:cubicBezTo>
                      <a:pt x="1" y="5"/>
                      <a:pt x="3" y="5"/>
                      <a:pt x="4" y="6"/>
                    </a:cubicBezTo>
                    <a:cubicBezTo>
                      <a:pt x="4" y="4"/>
                      <a:pt x="5" y="3"/>
                      <a:pt x="5" y="1"/>
                    </a:cubicBezTo>
                    <a:cubicBezTo>
                      <a:pt x="4" y="1"/>
                      <a:pt x="3" y="0"/>
                      <a:pt x="1" y="0"/>
                    </a:cubicBezTo>
                    <a:cubicBezTo>
                      <a:pt x="1" y="2"/>
                      <a:pt x="0" y="3"/>
                      <a:pt x="0" y="5"/>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3" name="Freeform 454"/>
              <p:cNvSpPr>
                <a:spLocks/>
              </p:cNvSpPr>
              <p:nvPr/>
            </p:nvSpPr>
            <p:spPr bwMode="auto">
              <a:xfrm>
                <a:off x="2013" y="1663"/>
                <a:ext cx="7" cy="7"/>
              </a:xfrm>
              <a:custGeom>
                <a:avLst/>
                <a:gdLst>
                  <a:gd name="T0" fmla="*/ 0 w 5"/>
                  <a:gd name="T1" fmla="*/ 4 h 5"/>
                  <a:gd name="T2" fmla="*/ 4 w 5"/>
                  <a:gd name="T3" fmla="*/ 5 h 5"/>
                  <a:gd name="T4" fmla="*/ 5 w 5"/>
                  <a:gd name="T5" fmla="*/ 1 h 5"/>
                  <a:gd name="T6" fmla="*/ 2 w 5"/>
                  <a:gd name="T7" fmla="*/ 0 h 5"/>
                  <a:gd name="T8" fmla="*/ 0 w 5"/>
                  <a:gd name="T9" fmla="*/ 4 h 5"/>
                </a:gdLst>
                <a:ahLst/>
                <a:cxnLst>
                  <a:cxn ang="0">
                    <a:pos x="T0" y="T1"/>
                  </a:cxn>
                  <a:cxn ang="0">
                    <a:pos x="T2" y="T3"/>
                  </a:cxn>
                  <a:cxn ang="0">
                    <a:pos x="T4" y="T5"/>
                  </a:cxn>
                  <a:cxn ang="0">
                    <a:pos x="T6" y="T7"/>
                  </a:cxn>
                  <a:cxn ang="0">
                    <a:pos x="T8" y="T9"/>
                  </a:cxn>
                </a:cxnLst>
                <a:rect l="0" t="0" r="r" b="b"/>
                <a:pathLst>
                  <a:path w="5" h="5">
                    <a:moveTo>
                      <a:pt x="0" y="4"/>
                    </a:moveTo>
                    <a:cubicBezTo>
                      <a:pt x="2" y="5"/>
                      <a:pt x="3" y="5"/>
                      <a:pt x="4" y="5"/>
                    </a:cubicBezTo>
                    <a:cubicBezTo>
                      <a:pt x="5" y="4"/>
                      <a:pt x="5" y="2"/>
                      <a:pt x="5" y="1"/>
                    </a:cubicBezTo>
                    <a:cubicBezTo>
                      <a:pt x="4" y="0"/>
                      <a:pt x="3" y="0"/>
                      <a:pt x="2" y="0"/>
                    </a:cubicBezTo>
                    <a:cubicBezTo>
                      <a:pt x="1" y="1"/>
                      <a:pt x="1" y="3"/>
                      <a:pt x="0" y="4"/>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4" name="Freeform 455"/>
              <p:cNvSpPr>
                <a:spLocks/>
              </p:cNvSpPr>
              <p:nvPr/>
            </p:nvSpPr>
            <p:spPr bwMode="auto">
              <a:xfrm>
                <a:off x="2037" y="1671"/>
                <a:ext cx="6" cy="8"/>
              </a:xfrm>
              <a:custGeom>
                <a:avLst/>
                <a:gdLst>
                  <a:gd name="T0" fmla="*/ 5 w 5"/>
                  <a:gd name="T1" fmla="*/ 6 h 6"/>
                  <a:gd name="T2" fmla="*/ 4 w 5"/>
                  <a:gd name="T3" fmla="*/ 5 h 6"/>
                  <a:gd name="T4" fmla="*/ 3 w 5"/>
                  <a:gd name="T5" fmla="*/ 2 h 6"/>
                  <a:gd name="T6" fmla="*/ 0 w 5"/>
                  <a:gd name="T7" fmla="*/ 0 h 6"/>
                  <a:gd name="T8" fmla="*/ 1 w 5"/>
                  <a:gd name="T9" fmla="*/ 5 h 6"/>
                  <a:gd name="T10" fmla="*/ 5 w 5"/>
                  <a:gd name="T11" fmla="*/ 6 h 6"/>
                </a:gdLst>
                <a:ahLst/>
                <a:cxnLst>
                  <a:cxn ang="0">
                    <a:pos x="T0" y="T1"/>
                  </a:cxn>
                  <a:cxn ang="0">
                    <a:pos x="T2" y="T3"/>
                  </a:cxn>
                  <a:cxn ang="0">
                    <a:pos x="T4" y="T5"/>
                  </a:cxn>
                  <a:cxn ang="0">
                    <a:pos x="T6" y="T7"/>
                  </a:cxn>
                  <a:cxn ang="0">
                    <a:pos x="T8" y="T9"/>
                  </a:cxn>
                  <a:cxn ang="0">
                    <a:pos x="T10" y="T11"/>
                  </a:cxn>
                </a:cxnLst>
                <a:rect l="0" t="0" r="r" b="b"/>
                <a:pathLst>
                  <a:path w="5" h="6">
                    <a:moveTo>
                      <a:pt x="5" y="6"/>
                    </a:moveTo>
                    <a:cubicBezTo>
                      <a:pt x="5" y="6"/>
                      <a:pt x="4" y="5"/>
                      <a:pt x="4" y="5"/>
                    </a:cubicBezTo>
                    <a:cubicBezTo>
                      <a:pt x="4" y="4"/>
                      <a:pt x="4" y="3"/>
                      <a:pt x="3" y="2"/>
                    </a:cubicBezTo>
                    <a:cubicBezTo>
                      <a:pt x="2" y="2"/>
                      <a:pt x="1" y="1"/>
                      <a:pt x="0" y="0"/>
                    </a:cubicBezTo>
                    <a:cubicBezTo>
                      <a:pt x="0" y="2"/>
                      <a:pt x="1" y="3"/>
                      <a:pt x="1" y="5"/>
                    </a:cubicBezTo>
                    <a:cubicBezTo>
                      <a:pt x="2" y="5"/>
                      <a:pt x="4" y="6"/>
                      <a:pt x="5" y="6"/>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5" name="Freeform 456"/>
              <p:cNvSpPr>
                <a:spLocks/>
              </p:cNvSpPr>
              <p:nvPr/>
            </p:nvSpPr>
            <p:spPr bwMode="auto">
              <a:xfrm>
                <a:off x="2034" y="16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6" name="Freeform 457"/>
              <p:cNvSpPr>
                <a:spLocks/>
              </p:cNvSpPr>
              <p:nvPr/>
            </p:nvSpPr>
            <p:spPr bwMode="auto">
              <a:xfrm>
                <a:off x="2030" y="1659"/>
                <a:ext cx="3" cy="4"/>
              </a:xfrm>
              <a:custGeom>
                <a:avLst/>
                <a:gdLst>
                  <a:gd name="T0" fmla="*/ 2 w 2"/>
                  <a:gd name="T1" fmla="*/ 2 h 3"/>
                  <a:gd name="T2" fmla="*/ 0 w 2"/>
                  <a:gd name="T3" fmla="*/ 0 h 3"/>
                  <a:gd name="T4" fmla="*/ 0 w 2"/>
                  <a:gd name="T5" fmla="*/ 1 h 3"/>
                  <a:gd name="T6" fmla="*/ 2 w 2"/>
                  <a:gd name="T7" fmla="*/ 3 h 3"/>
                  <a:gd name="T8" fmla="*/ 2 w 2"/>
                  <a:gd name="T9" fmla="*/ 2 h 3"/>
                </a:gdLst>
                <a:ahLst/>
                <a:cxnLst>
                  <a:cxn ang="0">
                    <a:pos x="T0" y="T1"/>
                  </a:cxn>
                  <a:cxn ang="0">
                    <a:pos x="T2" y="T3"/>
                  </a:cxn>
                  <a:cxn ang="0">
                    <a:pos x="T4" y="T5"/>
                  </a:cxn>
                  <a:cxn ang="0">
                    <a:pos x="T6" y="T7"/>
                  </a:cxn>
                  <a:cxn ang="0">
                    <a:pos x="T8" y="T9"/>
                  </a:cxn>
                </a:cxnLst>
                <a:rect l="0" t="0" r="r" b="b"/>
                <a:pathLst>
                  <a:path w="2" h="3">
                    <a:moveTo>
                      <a:pt x="2" y="2"/>
                    </a:moveTo>
                    <a:cubicBezTo>
                      <a:pt x="2" y="2"/>
                      <a:pt x="1" y="1"/>
                      <a:pt x="0" y="0"/>
                    </a:cubicBezTo>
                    <a:cubicBezTo>
                      <a:pt x="0" y="0"/>
                      <a:pt x="0" y="1"/>
                      <a:pt x="0" y="1"/>
                    </a:cubicBezTo>
                    <a:cubicBezTo>
                      <a:pt x="1" y="1"/>
                      <a:pt x="2" y="2"/>
                      <a:pt x="2" y="3"/>
                    </a:cubicBezTo>
                    <a:cubicBezTo>
                      <a:pt x="2" y="2"/>
                      <a:pt x="2" y="2"/>
                      <a:pt x="2" y="2"/>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7" name="Freeform 458"/>
              <p:cNvSpPr>
                <a:spLocks/>
              </p:cNvSpPr>
              <p:nvPr/>
            </p:nvSpPr>
            <p:spPr bwMode="auto">
              <a:xfrm>
                <a:off x="2034" y="1665"/>
                <a:ext cx="7" cy="8"/>
              </a:xfrm>
              <a:custGeom>
                <a:avLst/>
                <a:gdLst>
                  <a:gd name="T0" fmla="*/ 2 w 5"/>
                  <a:gd name="T1" fmla="*/ 2 h 6"/>
                  <a:gd name="T2" fmla="*/ 0 w 5"/>
                  <a:gd name="T3" fmla="*/ 0 h 6"/>
                  <a:gd name="T4" fmla="*/ 2 w 5"/>
                  <a:gd name="T5" fmla="*/ 4 h 6"/>
                  <a:gd name="T6" fmla="*/ 5 w 5"/>
                  <a:gd name="T7" fmla="*/ 6 h 6"/>
                  <a:gd name="T8" fmla="*/ 4 w 5"/>
                  <a:gd name="T9" fmla="*/ 4 h 6"/>
                  <a:gd name="T10" fmla="*/ 2 w 5"/>
                  <a:gd name="T11" fmla="*/ 2 h 6"/>
                </a:gdLst>
                <a:ahLst/>
                <a:cxnLst>
                  <a:cxn ang="0">
                    <a:pos x="T0" y="T1"/>
                  </a:cxn>
                  <a:cxn ang="0">
                    <a:pos x="T2" y="T3"/>
                  </a:cxn>
                  <a:cxn ang="0">
                    <a:pos x="T4" y="T5"/>
                  </a:cxn>
                  <a:cxn ang="0">
                    <a:pos x="T6" y="T7"/>
                  </a:cxn>
                  <a:cxn ang="0">
                    <a:pos x="T8" y="T9"/>
                  </a:cxn>
                  <a:cxn ang="0">
                    <a:pos x="T10" y="T11"/>
                  </a:cxn>
                </a:cxnLst>
                <a:rect l="0" t="0" r="r" b="b"/>
                <a:pathLst>
                  <a:path w="5" h="6">
                    <a:moveTo>
                      <a:pt x="2" y="2"/>
                    </a:moveTo>
                    <a:cubicBezTo>
                      <a:pt x="2" y="1"/>
                      <a:pt x="1" y="1"/>
                      <a:pt x="0" y="0"/>
                    </a:cubicBezTo>
                    <a:cubicBezTo>
                      <a:pt x="1" y="2"/>
                      <a:pt x="1" y="3"/>
                      <a:pt x="2" y="4"/>
                    </a:cubicBezTo>
                    <a:cubicBezTo>
                      <a:pt x="3" y="5"/>
                      <a:pt x="4" y="6"/>
                      <a:pt x="5" y="6"/>
                    </a:cubicBezTo>
                    <a:cubicBezTo>
                      <a:pt x="5" y="6"/>
                      <a:pt x="4" y="5"/>
                      <a:pt x="4" y="4"/>
                    </a:cubicBezTo>
                    <a:cubicBezTo>
                      <a:pt x="3" y="3"/>
                      <a:pt x="3" y="2"/>
                      <a:pt x="2" y="2"/>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8" name="Freeform 459"/>
              <p:cNvSpPr>
                <a:spLocks/>
              </p:cNvSpPr>
              <p:nvPr/>
            </p:nvSpPr>
            <p:spPr bwMode="auto">
              <a:xfrm>
                <a:off x="2022" y="1704"/>
                <a:ext cx="8" cy="5"/>
              </a:xfrm>
              <a:custGeom>
                <a:avLst/>
                <a:gdLst>
                  <a:gd name="T0" fmla="*/ 6 w 6"/>
                  <a:gd name="T1" fmla="*/ 0 h 4"/>
                  <a:gd name="T2" fmla="*/ 0 w 6"/>
                  <a:gd name="T3" fmla="*/ 0 h 4"/>
                  <a:gd name="T4" fmla="*/ 0 w 6"/>
                  <a:gd name="T5" fmla="*/ 4 h 4"/>
                  <a:gd name="T6" fmla="*/ 5 w 6"/>
                  <a:gd name="T7" fmla="*/ 4 h 4"/>
                  <a:gd name="T8" fmla="*/ 6 w 6"/>
                  <a:gd name="T9" fmla="*/ 0 h 4"/>
                </a:gdLst>
                <a:ahLst/>
                <a:cxnLst>
                  <a:cxn ang="0">
                    <a:pos x="T0" y="T1"/>
                  </a:cxn>
                  <a:cxn ang="0">
                    <a:pos x="T2" y="T3"/>
                  </a:cxn>
                  <a:cxn ang="0">
                    <a:pos x="T4" y="T5"/>
                  </a:cxn>
                  <a:cxn ang="0">
                    <a:pos x="T6" y="T7"/>
                  </a:cxn>
                  <a:cxn ang="0">
                    <a:pos x="T8" y="T9"/>
                  </a:cxn>
                </a:cxnLst>
                <a:rect l="0" t="0" r="r" b="b"/>
                <a:pathLst>
                  <a:path w="6" h="4">
                    <a:moveTo>
                      <a:pt x="6" y="0"/>
                    </a:moveTo>
                    <a:cubicBezTo>
                      <a:pt x="4" y="0"/>
                      <a:pt x="2" y="0"/>
                      <a:pt x="0" y="0"/>
                    </a:cubicBezTo>
                    <a:cubicBezTo>
                      <a:pt x="0" y="1"/>
                      <a:pt x="0" y="3"/>
                      <a:pt x="0" y="4"/>
                    </a:cubicBezTo>
                    <a:cubicBezTo>
                      <a:pt x="1" y="4"/>
                      <a:pt x="3" y="4"/>
                      <a:pt x="5" y="4"/>
                    </a:cubicBezTo>
                    <a:cubicBezTo>
                      <a:pt x="5" y="3"/>
                      <a:pt x="5" y="1"/>
                      <a:pt x="6" y="0"/>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9" name="Freeform 460"/>
              <p:cNvSpPr>
                <a:spLocks/>
              </p:cNvSpPr>
              <p:nvPr/>
            </p:nvSpPr>
            <p:spPr bwMode="auto">
              <a:xfrm>
                <a:off x="2020" y="1711"/>
                <a:ext cx="9" cy="6"/>
              </a:xfrm>
              <a:custGeom>
                <a:avLst/>
                <a:gdLst>
                  <a:gd name="T0" fmla="*/ 1 w 7"/>
                  <a:gd name="T1" fmla="*/ 0 h 5"/>
                  <a:gd name="T2" fmla="*/ 0 w 7"/>
                  <a:gd name="T3" fmla="*/ 5 h 5"/>
                  <a:gd name="T4" fmla="*/ 6 w 7"/>
                  <a:gd name="T5" fmla="*/ 5 h 5"/>
                  <a:gd name="T6" fmla="*/ 7 w 7"/>
                  <a:gd name="T7" fmla="*/ 0 h 5"/>
                  <a:gd name="T8" fmla="*/ 1 w 7"/>
                  <a:gd name="T9" fmla="*/ 0 h 5"/>
                </a:gdLst>
                <a:ahLst/>
                <a:cxnLst>
                  <a:cxn ang="0">
                    <a:pos x="T0" y="T1"/>
                  </a:cxn>
                  <a:cxn ang="0">
                    <a:pos x="T2" y="T3"/>
                  </a:cxn>
                  <a:cxn ang="0">
                    <a:pos x="T4" y="T5"/>
                  </a:cxn>
                  <a:cxn ang="0">
                    <a:pos x="T6" y="T7"/>
                  </a:cxn>
                  <a:cxn ang="0">
                    <a:pos x="T8" y="T9"/>
                  </a:cxn>
                </a:cxnLst>
                <a:rect l="0" t="0" r="r" b="b"/>
                <a:pathLst>
                  <a:path w="7" h="5">
                    <a:moveTo>
                      <a:pt x="1" y="0"/>
                    </a:moveTo>
                    <a:cubicBezTo>
                      <a:pt x="1" y="2"/>
                      <a:pt x="1" y="3"/>
                      <a:pt x="0" y="5"/>
                    </a:cubicBezTo>
                    <a:cubicBezTo>
                      <a:pt x="2" y="5"/>
                      <a:pt x="4" y="5"/>
                      <a:pt x="6" y="5"/>
                    </a:cubicBezTo>
                    <a:cubicBezTo>
                      <a:pt x="6" y="3"/>
                      <a:pt x="6" y="2"/>
                      <a:pt x="7" y="0"/>
                    </a:cubicBezTo>
                    <a:cubicBezTo>
                      <a:pt x="5" y="0"/>
                      <a:pt x="3" y="0"/>
                      <a:pt x="1" y="0"/>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0" name="Freeform 461"/>
              <p:cNvSpPr>
                <a:spLocks/>
              </p:cNvSpPr>
              <p:nvPr/>
            </p:nvSpPr>
            <p:spPr bwMode="auto">
              <a:xfrm>
                <a:off x="2029" y="1711"/>
                <a:ext cx="8" cy="6"/>
              </a:xfrm>
              <a:custGeom>
                <a:avLst/>
                <a:gdLst>
                  <a:gd name="T0" fmla="*/ 0 w 6"/>
                  <a:gd name="T1" fmla="*/ 5 h 5"/>
                  <a:gd name="T2" fmla="*/ 3 w 6"/>
                  <a:gd name="T3" fmla="*/ 4 h 5"/>
                  <a:gd name="T4" fmla="*/ 6 w 6"/>
                  <a:gd name="T5" fmla="*/ 1 h 5"/>
                  <a:gd name="T6" fmla="*/ 6 w 6"/>
                  <a:gd name="T7" fmla="*/ 0 h 5"/>
                  <a:gd name="T8" fmla="*/ 1 w 6"/>
                  <a:gd name="T9" fmla="*/ 0 h 5"/>
                  <a:gd name="T10" fmla="*/ 0 w 6"/>
                  <a:gd name="T11" fmla="*/ 5 h 5"/>
                </a:gdLst>
                <a:ahLst/>
                <a:cxnLst>
                  <a:cxn ang="0">
                    <a:pos x="T0" y="T1"/>
                  </a:cxn>
                  <a:cxn ang="0">
                    <a:pos x="T2" y="T3"/>
                  </a:cxn>
                  <a:cxn ang="0">
                    <a:pos x="T4" y="T5"/>
                  </a:cxn>
                  <a:cxn ang="0">
                    <a:pos x="T6" y="T7"/>
                  </a:cxn>
                  <a:cxn ang="0">
                    <a:pos x="T8" y="T9"/>
                  </a:cxn>
                  <a:cxn ang="0">
                    <a:pos x="T10" y="T11"/>
                  </a:cxn>
                </a:cxnLst>
                <a:rect l="0" t="0" r="r" b="b"/>
                <a:pathLst>
                  <a:path w="6" h="5">
                    <a:moveTo>
                      <a:pt x="0" y="5"/>
                    </a:moveTo>
                    <a:cubicBezTo>
                      <a:pt x="1" y="4"/>
                      <a:pt x="2" y="4"/>
                      <a:pt x="3" y="4"/>
                    </a:cubicBezTo>
                    <a:cubicBezTo>
                      <a:pt x="4" y="3"/>
                      <a:pt x="5" y="2"/>
                      <a:pt x="6" y="1"/>
                    </a:cubicBezTo>
                    <a:cubicBezTo>
                      <a:pt x="6" y="1"/>
                      <a:pt x="6" y="0"/>
                      <a:pt x="6" y="0"/>
                    </a:cubicBezTo>
                    <a:cubicBezTo>
                      <a:pt x="4" y="0"/>
                      <a:pt x="3" y="0"/>
                      <a:pt x="1" y="0"/>
                    </a:cubicBezTo>
                    <a:cubicBezTo>
                      <a:pt x="0" y="2"/>
                      <a:pt x="0" y="3"/>
                      <a:pt x="0" y="5"/>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1" name="Freeform 462"/>
              <p:cNvSpPr>
                <a:spLocks/>
              </p:cNvSpPr>
              <p:nvPr/>
            </p:nvSpPr>
            <p:spPr bwMode="auto">
              <a:xfrm>
                <a:off x="2041" y="1692"/>
                <a:ext cx="2" cy="6"/>
              </a:xfrm>
              <a:custGeom>
                <a:avLst/>
                <a:gdLst>
                  <a:gd name="T0" fmla="*/ 0 w 2"/>
                  <a:gd name="T1" fmla="*/ 4 h 4"/>
                  <a:gd name="T2" fmla="*/ 2 w 2"/>
                  <a:gd name="T3" fmla="*/ 4 h 4"/>
                  <a:gd name="T4" fmla="*/ 2 w 2"/>
                  <a:gd name="T5" fmla="*/ 3 h 4"/>
                  <a:gd name="T6" fmla="*/ 2 w 2"/>
                  <a:gd name="T7" fmla="*/ 0 h 4"/>
                  <a:gd name="T8" fmla="*/ 0 w 2"/>
                  <a:gd name="T9" fmla="*/ 0 h 4"/>
                  <a:gd name="T10" fmla="*/ 0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0" y="4"/>
                    </a:moveTo>
                    <a:cubicBezTo>
                      <a:pt x="0" y="4"/>
                      <a:pt x="1" y="4"/>
                      <a:pt x="2" y="4"/>
                    </a:cubicBezTo>
                    <a:cubicBezTo>
                      <a:pt x="2" y="4"/>
                      <a:pt x="2" y="3"/>
                      <a:pt x="2" y="3"/>
                    </a:cubicBezTo>
                    <a:cubicBezTo>
                      <a:pt x="2" y="2"/>
                      <a:pt x="2" y="1"/>
                      <a:pt x="2" y="0"/>
                    </a:cubicBezTo>
                    <a:cubicBezTo>
                      <a:pt x="2" y="0"/>
                      <a:pt x="1" y="0"/>
                      <a:pt x="0" y="0"/>
                    </a:cubicBezTo>
                    <a:cubicBezTo>
                      <a:pt x="0" y="1"/>
                      <a:pt x="0" y="2"/>
                      <a:pt x="0" y="4"/>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2" name="Freeform 463"/>
              <p:cNvSpPr>
                <a:spLocks/>
              </p:cNvSpPr>
              <p:nvPr/>
            </p:nvSpPr>
            <p:spPr bwMode="auto">
              <a:xfrm>
                <a:off x="1987" y="1715"/>
                <a:ext cx="6" cy="8"/>
              </a:xfrm>
              <a:custGeom>
                <a:avLst/>
                <a:gdLst>
                  <a:gd name="T0" fmla="*/ 0 w 5"/>
                  <a:gd name="T1" fmla="*/ 2 h 6"/>
                  <a:gd name="T2" fmla="*/ 5 w 5"/>
                  <a:gd name="T3" fmla="*/ 6 h 6"/>
                  <a:gd name="T4" fmla="*/ 5 w 5"/>
                  <a:gd name="T5" fmla="*/ 1 h 6"/>
                  <a:gd name="T6" fmla="*/ 0 w 5"/>
                  <a:gd name="T7" fmla="*/ 0 h 6"/>
                  <a:gd name="T8" fmla="*/ 0 w 5"/>
                  <a:gd name="T9" fmla="*/ 2 h 6"/>
                </a:gdLst>
                <a:ahLst/>
                <a:cxnLst>
                  <a:cxn ang="0">
                    <a:pos x="T0" y="T1"/>
                  </a:cxn>
                  <a:cxn ang="0">
                    <a:pos x="T2" y="T3"/>
                  </a:cxn>
                  <a:cxn ang="0">
                    <a:pos x="T4" y="T5"/>
                  </a:cxn>
                  <a:cxn ang="0">
                    <a:pos x="T6" y="T7"/>
                  </a:cxn>
                  <a:cxn ang="0">
                    <a:pos x="T8" y="T9"/>
                  </a:cxn>
                </a:cxnLst>
                <a:rect l="0" t="0" r="r" b="b"/>
                <a:pathLst>
                  <a:path w="5" h="6">
                    <a:moveTo>
                      <a:pt x="0" y="2"/>
                    </a:moveTo>
                    <a:cubicBezTo>
                      <a:pt x="2" y="3"/>
                      <a:pt x="3" y="5"/>
                      <a:pt x="5" y="6"/>
                    </a:cubicBezTo>
                    <a:cubicBezTo>
                      <a:pt x="5" y="4"/>
                      <a:pt x="5" y="3"/>
                      <a:pt x="5" y="1"/>
                    </a:cubicBezTo>
                    <a:cubicBezTo>
                      <a:pt x="4" y="1"/>
                      <a:pt x="2" y="0"/>
                      <a:pt x="0" y="0"/>
                    </a:cubicBezTo>
                    <a:cubicBezTo>
                      <a:pt x="0" y="0"/>
                      <a:pt x="0" y="1"/>
                      <a:pt x="0" y="2"/>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3" name="Freeform 464"/>
              <p:cNvSpPr>
                <a:spLocks/>
              </p:cNvSpPr>
              <p:nvPr/>
            </p:nvSpPr>
            <p:spPr bwMode="auto">
              <a:xfrm>
                <a:off x="1994" y="1716"/>
                <a:ext cx="7" cy="9"/>
              </a:xfrm>
              <a:custGeom>
                <a:avLst/>
                <a:gdLst>
                  <a:gd name="T0" fmla="*/ 0 w 5"/>
                  <a:gd name="T1" fmla="*/ 5 h 7"/>
                  <a:gd name="T2" fmla="*/ 1 w 5"/>
                  <a:gd name="T3" fmla="*/ 6 h 7"/>
                  <a:gd name="T4" fmla="*/ 5 w 5"/>
                  <a:gd name="T5" fmla="*/ 7 h 7"/>
                  <a:gd name="T6" fmla="*/ 5 w 5"/>
                  <a:gd name="T7" fmla="*/ 1 h 7"/>
                  <a:gd name="T8" fmla="*/ 0 w 5"/>
                  <a:gd name="T9" fmla="*/ 0 h 7"/>
                  <a:gd name="T10" fmla="*/ 0 w 5"/>
                  <a:gd name="T11" fmla="*/ 5 h 7"/>
                </a:gdLst>
                <a:ahLst/>
                <a:cxnLst>
                  <a:cxn ang="0">
                    <a:pos x="T0" y="T1"/>
                  </a:cxn>
                  <a:cxn ang="0">
                    <a:pos x="T2" y="T3"/>
                  </a:cxn>
                  <a:cxn ang="0">
                    <a:pos x="T4" y="T5"/>
                  </a:cxn>
                  <a:cxn ang="0">
                    <a:pos x="T6" y="T7"/>
                  </a:cxn>
                  <a:cxn ang="0">
                    <a:pos x="T8" y="T9"/>
                  </a:cxn>
                  <a:cxn ang="0">
                    <a:pos x="T10" y="T11"/>
                  </a:cxn>
                </a:cxnLst>
                <a:rect l="0" t="0" r="r" b="b"/>
                <a:pathLst>
                  <a:path w="5" h="7">
                    <a:moveTo>
                      <a:pt x="0" y="5"/>
                    </a:moveTo>
                    <a:cubicBezTo>
                      <a:pt x="0" y="6"/>
                      <a:pt x="1" y="6"/>
                      <a:pt x="1" y="6"/>
                    </a:cubicBezTo>
                    <a:cubicBezTo>
                      <a:pt x="2" y="6"/>
                      <a:pt x="3" y="7"/>
                      <a:pt x="5" y="7"/>
                    </a:cubicBezTo>
                    <a:cubicBezTo>
                      <a:pt x="5" y="5"/>
                      <a:pt x="5" y="3"/>
                      <a:pt x="5" y="1"/>
                    </a:cubicBezTo>
                    <a:cubicBezTo>
                      <a:pt x="4" y="1"/>
                      <a:pt x="2" y="1"/>
                      <a:pt x="0" y="0"/>
                    </a:cubicBezTo>
                    <a:cubicBezTo>
                      <a:pt x="0" y="2"/>
                      <a:pt x="0" y="4"/>
                      <a:pt x="0" y="5"/>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4" name="Freeform 465"/>
              <p:cNvSpPr>
                <a:spLocks/>
              </p:cNvSpPr>
              <p:nvPr/>
            </p:nvSpPr>
            <p:spPr bwMode="auto">
              <a:xfrm>
                <a:off x="1977" y="1679"/>
                <a:ext cx="8" cy="7"/>
              </a:xfrm>
              <a:custGeom>
                <a:avLst/>
                <a:gdLst>
                  <a:gd name="T0" fmla="*/ 6 w 6"/>
                  <a:gd name="T1" fmla="*/ 1 h 5"/>
                  <a:gd name="T2" fmla="*/ 1 w 6"/>
                  <a:gd name="T3" fmla="*/ 0 h 5"/>
                  <a:gd name="T4" fmla="*/ 0 w 6"/>
                  <a:gd name="T5" fmla="*/ 2 h 5"/>
                  <a:gd name="T6" fmla="*/ 0 w 6"/>
                  <a:gd name="T7" fmla="*/ 3 h 5"/>
                  <a:gd name="T8" fmla="*/ 0 w 6"/>
                  <a:gd name="T9" fmla="*/ 4 h 5"/>
                  <a:gd name="T10" fmla="*/ 4 w 6"/>
                  <a:gd name="T11" fmla="*/ 5 h 5"/>
                  <a:gd name="T12" fmla="*/ 6 w 6"/>
                  <a:gd name="T13" fmla="*/ 1 h 5"/>
                </a:gdLst>
                <a:ahLst/>
                <a:cxnLst>
                  <a:cxn ang="0">
                    <a:pos x="T0" y="T1"/>
                  </a:cxn>
                  <a:cxn ang="0">
                    <a:pos x="T2" y="T3"/>
                  </a:cxn>
                  <a:cxn ang="0">
                    <a:pos x="T4" y="T5"/>
                  </a:cxn>
                  <a:cxn ang="0">
                    <a:pos x="T6" y="T7"/>
                  </a:cxn>
                  <a:cxn ang="0">
                    <a:pos x="T8" y="T9"/>
                  </a:cxn>
                  <a:cxn ang="0">
                    <a:pos x="T10" y="T11"/>
                  </a:cxn>
                  <a:cxn ang="0">
                    <a:pos x="T12" y="T13"/>
                  </a:cxn>
                </a:cxnLst>
                <a:rect l="0" t="0" r="r" b="b"/>
                <a:pathLst>
                  <a:path w="6" h="5">
                    <a:moveTo>
                      <a:pt x="6" y="1"/>
                    </a:moveTo>
                    <a:cubicBezTo>
                      <a:pt x="4" y="0"/>
                      <a:pt x="3" y="0"/>
                      <a:pt x="1" y="0"/>
                    </a:cubicBezTo>
                    <a:cubicBezTo>
                      <a:pt x="1" y="0"/>
                      <a:pt x="0" y="1"/>
                      <a:pt x="0" y="2"/>
                    </a:cubicBezTo>
                    <a:cubicBezTo>
                      <a:pt x="0" y="3"/>
                      <a:pt x="0" y="3"/>
                      <a:pt x="0" y="3"/>
                    </a:cubicBezTo>
                    <a:cubicBezTo>
                      <a:pt x="0" y="4"/>
                      <a:pt x="0" y="4"/>
                      <a:pt x="0" y="4"/>
                    </a:cubicBezTo>
                    <a:cubicBezTo>
                      <a:pt x="1" y="4"/>
                      <a:pt x="3" y="5"/>
                      <a:pt x="4" y="5"/>
                    </a:cubicBezTo>
                    <a:cubicBezTo>
                      <a:pt x="5" y="4"/>
                      <a:pt x="5" y="2"/>
                      <a:pt x="6" y="1"/>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5" name="Freeform 466"/>
              <p:cNvSpPr>
                <a:spLocks/>
              </p:cNvSpPr>
              <p:nvPr/>
            </p:nvSpPr>
            <p:spPr bwMode="auto">
              <a:xfrm>
                <a:off x="2027" y="1717"/>
                <a:ext cx="4" cy="4"/>
              </a:xfrm>
              <a:custGeom>
                <a:avLst/>
                <a:gdLst>
                  <a:gd name="T0" fmla="*/ 0 w 3"/>
                  <a:gd name="T1" fmla="*/ 3 h 3"/>
                  <a:gd name="T2" fmla="*/ 3 w 3"/>
                  <a:gd name="T3" fmla="*/ 0 h 3"/>
                  <a:gd name="T4" fmla="*/ 0 w 3"/>
                  <a:gd name="T5" fmla="*/ 1 h 3"/>
                  <a:gd name="T6" fmla="*/ 0 w 3"/>
                  <a:gd name="T7" fmla="*/ 3 h 3"/>
                </a:gdLst>
                <a:ahLst/>
                <a:cxnLst>
                  <a:cxn ang="0">
                    <a:pos x="T0" y="T1"/>
                  </a:cxn>
                  <a:cxn ang="0">
                    <a:pos x="T2" y="T3"/>
                  </a:cxn>
                  <a:cxn ang="0">
                    <a:pos x="T4" y="T5"/>
                  </a:cxn>
                  <a:cxn ang="0">
                    <a:pos x="T6" y="T7"/>
                  </a:cxn>
                </a:cxnLst>
                <a:rect l="0" t="0" r="r" b="b"/>
                <a:pathLst>
                  <a:path w="3" h="3">
                    <a:moveTo>
                      <a:pt x="0" y="3"/>
                    </a:moveTo>
                    <a:cubicBezTo>
                      <a:pt x="1" y="2"/>
                      <a:pt x="2" y="1"/>
                      <a:pt x="3" y="0"/>
                    </a:cubicBezTo>
                    <a:cubicBezTo>
                      <a:pt x="2" y="0"/>
                      <a:pt x="1" y="0"/>
                      <a:pt x="0" y="1"/>
                    </a:cubicBezTo>
                    <a:cubicBezTo>
                      <a:pt x="0" y="1"/>
                      <a:pt x="0" y="2"/>
                      <a:pt x="0" y="3"/>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6" name="Freeform 467"/>
              <p:cNvSpPr>
                <a:spLocks/>
              </p:cNvSpPr>
              <p:nvPr/>
            </p:nvSpPr>
            <p:spPr bwMode="auto">
              <a:xfrm>
                <a:off x="1987" y="1662"/>
                <a:ext cx="2" cy="3"/>
              </a:xfrm>
              <a:custGeom>
                <a:avLst/>
                <a:gdLst>
                  <a:gd name="T0" fmla="*/ 2 w 2"/>
                  <a:gd name="T1" fmla="*/ 0 h 2"/>
                  <a:gd name="T2" fmla="*/ 0 w 2"/>
                  <a:gd name="T3" fmla="*/ 2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0" y="1"/>
                      <a:pt x="0" y="2"/>
                    </a:cubicBezTo>
                    <a:cubicBezTo>
                      <a:pt x="0" y="2"/>
                      <a:pt x="0" y="2"/>
                      <a:pt x="0" y="2"/>
                    </a:cubicBezTo>
                    <a:cubicBezTo>
                      <a:pt x="1" y="1"/>
                      <a:pt x="1" y="1"/>
                      <a:pt x="2" y="0"/>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7" name="Freeform 468"/>
              <p:cNvSpPr>
                <a:spLocks/>
              </p:cNvSpPr>
              <p:nvPr/>
            </p:nvSpPr>
            <p:spPr bwMode="auto">
              <a:xfrm>
                <a:off x="2013" y="1703"/>
                <a:ext cx="8" cy="6"/>
              </a:xfrm>
              <a:custGeom>
                <a:avLst/>
                <a:gdLst>
                  <a:gd name="T0" fmla="*/ 6 w 6"/>
                  <a:gd name="T1" fmla="*/ 1 h 5"/>
                  <a:gd name="T2" fmla="*/ 1 w 6"/>
                  <a:gd name="T3" fmla="*/ 0 h 5"/>
                  <a:gd name="T4" fmla="*/ 0 w 6"/>
                  <a:gd name="T5" fmla="*/ 5 h 5"/>
                  <a:gd name="T6" fmla="*/ 5 w 6"/>
                  <a:gd name="T7" fmla="*/ 5 h 5"/>
                  <a:gd name="T8" fmla="*/ 6 w 6"/>
                  <a:gd name="T9" fmla="*/ 1 h 5"/>
                </a:gdLst>
                <a:ahLst/>
                <a:cxnLst>
                  <a:cxn ang="0">
                    <a:pos x="T0" y="T1"/>
                  </a:cxn>
                  <a:cxn ang="0">
                    <a:pos x="T2" y="T3"/>
                  </a:cxn>
                  <a:cxn ang="0">
                    <a:pos x="T4" y="T5"/>
                  </a:cxn>
                  <a:cxn ang="0">
                    <a:pos x="T6" y="T7"/>
                  </a:cxn>
                  <a:cxn ang="0">
                    <a:pos x="T8" y="T9"/>
                  </a:cxn>
                </a:cxnLst>
                <a:rect l="0" t="0" r="r" b="b"/>
                <a:pathLst>
                  <a:path w="6" h="5">
                    <a:moveTo>
                      <a:pt x="6" y="1"/>
                    </a:moveTo>
                    <a:cubicBezTo>
                      <a:pt x="5" y="0"/>
                      <a:pt x="3" y="0"/>
                      <a:pt x="1" y="0"/>
                    </a:cubicBezTo>
                    <a:cubicBezTo>
                      <a:pt x="1" y="2"/>
                      <a:pt x="1" y="3"/>
                      <a:pt x="0" y="5"/>
                    </a:cubicBezTo>
                    <a:cubicBezTo>
                      <a:pt x="2" y="5"/>
                      <a:pt x="4" y="5"/>
                      <a:pt x="5" y="5"/>
                    </a:cubicBezTo>
                    <a:cubicBezTo>
                      <a:pt x="6" y="4"/>
                      <a:pt x="6" y="2"/>
                      <a:pt x="6" y="1"/>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8" name="Freeform 469"/>
              <p:cNvSpPr>
                <a:spLocks/>
              </p:cNvSpPr>
              <p:nvPr/>
            </p:nvSpPr>
            <p:spPr bwMode="auto">
              <a:xfrm>
                <a:off x="1983" y="1666"/>
                <a:ext cx="9" cy="7"/>
              </a:xfrm>
              <a:custGeom>
                <a:avLst/>
                <a:gdLst>
                  <a:gd name="T0" fmla="*/ 0 w 7"/>
                  <a:gd name="T1" fmla="*/ 4 h 5"/>
                  <a:gd name="T2" fmla="*/ 5 w 7"/>
                  <a:gd name="T3" fmla="*/ 5 h 5"/>
                  <a:gd name="T4" fmla="*/ 7 w 7"/>
                  <a:gd name="T5" fmla="*/ 1 h 5"/>
                  <a:gd name="T6" fmla="*/ 3 w 7"/>
                  <a:gd name="T7" fmla="*/ 0 h 5"/>
                  <a:gd name="T8" fmla="*/ 0 w 7"/>
                  <a:gd name="T9" fmla="*/ 4 h 5"/>
                </a:gdLst>
                <a:ahLst/>
                <a:cxnLst>
                  <a:cxn ang="0">
                    <a:pos x="T0" y="T1"/>
                  </a:cxn>
                  <a:cxn ang="0">
                    <a:pos x="T2" y="T3"/>
                  </a:cxn>
                  <a:cxn ang="0">
                    <a:pos x="T4" y="T5"/>
                  </a:cxn>
                  <a:cxn ang="0">
                    <a:pos x="T6" y="T7"/>
                  </a:cxn>
                  <a:cxn ang="0">
                    <a:pos x="T8" y="T9"/>
                  </a:cxn>
                </a:cxnLst>
                <a:rect l="0" t="0" r="r" b="b"/>
                <a:pathLst>
                  <a:path w="7" h="5">
                    <a:moveTo>
                      <a:pt x="0" y="4"/>
                    </a:moveTo>
                    <a:cubicBezTo>
                      <a:pt x="2" y="4"/>
                      <a:pt x="3" y="4"/>
                      <a:pt x="5" y="5"/>
                    </a:cubicBezTo>
                    <a:cubicBezTo>
                      <a:pt x="6" y="3"/>
                      <a:pt x="6" y="2"/>
                      <a:pt x="7" y="1"/>
                    </a:cubicBezTo>
                    <a:cubicBezTo>
                      <a:pt x="6" y="0"/>
                      <a:pt x="4" y="0"/>
                      <a:pt x="3" y="0"/>
                    </a:cubicBezTo>
                    <a:cubicBezTo>
                      <a:pt x="2" y="1"/>
                      <a:pt x="1" y="3"/>
                      <a:pt x="0" y="4"/>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9" name="Freeform 470"/>
              <p:cNvSpPr>
                <a:spLocks/>
              </p:cNvSpPr>
              <p:nvPr/>
            </p:nvSpPr>
            <p:spPr bwMode="auto">
              <a:xfrm>
                <a:off x="1988" y="1661"/>
                <a:ext cx="9" cy="5"/>
              </a:xfrm>
              <a:custGeom>
                <a:avLst/>
                <a:gdLst>
                  <a:gd name="T0" fmla="*/ 4 w 7"/>
                  <a:gd name="T1" fmla="*/ 4 h 4"/>
                  <a:gd name="T2" fmla="*/ 7 w 7"/>
                  <a:gd name="T3" fmla="*/ 0 h 4"/>
                  <a:gd name="T4" fmla="*/ 3 w 7"/>
                  <a:gd name="T5" fmla="*/ 0 h 4"/>
                  <a:gd name="T6" fmla="*/ 0 w 7"/>
                  <a:gd name="T7" fmla="*/ 3 h 4"/>
                  <a:gd name="T8" fmla="*/ 4 w 7"/>
                  <a:gd name="T9" fmla="*/ 4 h 4"/>
                </a:gdLst>
                <a:ahLst/>
                <a:cxnLst>
                  <a:cxn ang="0">
                    <a:pos x="T0" y="T1"/>
                  </a:cxn>
                  <a:cxn ang="0">
                    <a:pos x="T2" y="T3"/>
                  </a:cxn>
                  <a:cxn ang="0">
                    <a:pos x="T4" y="T5"/>
                  </a:cxn>
                  <a:cxn ang="0">
                    <a:pos x="T6" y="T7"/>
                  </a:cxn>
                  <a:cxn ang="0">
                    <a:pos x="T8" y="T9"/>
                  </a:cxn>
                </a:cxnLst>
                <a:rect l="0" t="0" r="r" b="b"/>
                <a:pathLst>
                  <a:path w="7" h="4">
                    <a:moveTo>
                      <a:pt x="4" y="4"/>
                    </a:moveTo>
                    <a:cubicBezTo>
                      <a:pt x="5" y="2"/>
                      <a:pt x="6" y="1"/>
                      <a:pt x="7" y="0"/>
                    </a:cubicBezTo>
                    <a:cubicBezTo>
                      <a:pt x="5" y="0"/>
                      <a:pt x="4" y="0"/>
                      <a:pt x="3" y="0"/>
                    </a:cubicBezTo>
                    <a:cubicBezTo>
                      <a:pt x="2" y="1"/>
                      <a:pt x="1" y="2"/>
                      <a:pt x="0" y="3"/>
                    </a:cubicBezTo>
                    <a:cubicBezTo>
                      <a:pt x="1" y="3"/>
                      <a:pt x="2" y="4"/>
                      <a:pt x="4" y="4"/>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0" name="Freeform 471"/>
              <p:cNvSpPr>
                <a:spLocks/>
              </p:cNvSpPr>
              <p:nvPr/>
            </p:nvSpPr>
            <p:spPr bwMode="auto">
              <a:xfrm>
                <a:off x="1993" y="1655"/>
                <a:ext cx="8" cy="4"/>
              </a:xfrm>
              <a:custGeom>
                <a:avLst/>
                <a:gdLst>
                  <a:gd name="T0" fmla="*/ 6 w 6"/>
                  <a:gd name="T1" fmla="*/ 0 h 3"/>
                  <a:gd name="T2" fmla="*/ 0 w 6"/>
                  <a:gd name="T3" fmla="*/ 2 h 3"/>
                  <a:gd name="T4" fmla="*/ 0 w 6"/>
                  <a:gd name="T5" fmla="*/ 3 h 3"/>
                  <a:gd name="T6" fmla="*/ 3 w 6"/>
                  <a:gd name="T7" fmla="*/ 3 h 3"/>
                  <a:gd name="T8" fmla="*/ 6 w 6"/>
                  <a:gd name="T9" fmla="*/ 0 h 3"/>
                </a:gdLst>
                <a:ahLst/>
                <a:cxnLst>
                  <a:cxn ang="0">
                    <a:pos x="T0" y="T1"/>
                  </a:cxn>
                  <a:cxn ang="0">
                    <a:pos x="T2" y="T3"/>
                  </a:cxn>
                  <a:cxn ang="0">
                    <a:pos x="T4" y="T5"/>
                  </a:cxn>
                  <a:cxn ang="0">
                    <a:pos x="T6" y="T7"/>
                  </a:cxn>
                  <a:cxn ang="0">
                    <a:pos x="T8" y="T9"/>
                  </a:cxn>
                </a:cxnLst>
                <a:rect l="0" t="0" r="r" b="b"/>
                <a:pathLst>
                  <a:path w="6" h="3">
                    <a:moveTo>
                      <a:pt x="6" y="0"/>
                    </a:moveTo>
                    <a:cubicBezTo>
                      <a:pt x="4" y="0"/>
                      <a:pt x="2" y="1"/>
                      <a:pt x="0" y="2"/>
                    </a:cubicBezTo>
                    <a:cubicBezTo>
                      <a:pt x="0" y="3"/>
                      <a:pt x="0" y="3"/>
                      <a:pt x="0" y="3"/>
                    </a:cubicBezTo>
                    <a:cubicBezTo>
                      <a:pt x="1" y="3"/>
                      <a:pt x="2" y="3"/>
                      <a:pt x="3" y="3"/>
                    </a:cubicBezTo>
                    <a:cubicBezTo>
                      <a:pt x="4" y="2"/>
                      <a:pt x="5" y="1"/>
                      <a:pt x="6" y="0"/>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1" name="Freeform 472"/>
              <p:cNvSpPr>
                <a:spLocks/>
              </p:cNvSpPr>
              <p:nvPr/>
            </p:nvSpPr>
            <p:spPr bwMode="auto">
              <a:xfrm>
                <a:off x="1979" y="1673"/>
                <a:ext cx="9" cy="6"/>
              </a:xfrm>
              <a:custGeom>
                <a:avLst/>
                <a:gdLst>
                  <a:gd name="T0" fmla="*/ 7 w 7"/>
                  <a:gd name="T1" fmla="*/ 1 h 5"/>
                  <a:gd name="T2" fmla="*/ 3 w 7"/>
                  <a:gd name="T3" fmla="*/ 0 h 5"/>
                  <a:gd name="T4" fmla="*/ 0 w 7"/>
                  <a:gd name="T5" fmla="*/ 4 h 5"/>
                  <a:gd name="T6" fmla="*/ 5 w 7"/>
                  <a:gd name="T7" fmla="*/ 5 h 5"/>
                  <a:gd name="T8" fmla="*/ 7 w 7"/>
                  <a:gd name="T9" fmla="*/ 1 h 5"/>
                </a:gdLst>
                <a:ahLst/>
                <a:cxnLst>
                  <a:cxn ang="0">
                    <a:pos x="T0" y="T1"/>
                  </a:cxn>
                  <a:cxn ang="0">
                    <a:pos x="T2" y="T3"/>
                  </a:cxn>
                  <a:cxn ang="0">
                    <a:pos x="T4" y="T5"/>
                  </a:cxn>
                  <a:cxn ang="0">
                    <a:pos x="T6" y="T7"/>
                  </a:cxn>
                  <a:cxn ang="0">
                    <a:pos x="T8" y="T9"/>
                  </a:cxn>
                </a:cxnLst>
                <a:rect l="0" t="0" r="r" b="b"/>
                <a:pathLst>
                  <a:path w="7" h="5">
                    <a:moveTo>
                      <a:pt x="7" y="1"/>
                    </a:moveTo>
                    <a:cubicBezTo>
                      <a:pt x="6" y="0"/>
                      <a:pt x="4" y="0"/>
                      <a:pt x="3" y="0"/>
                    </a:cubicBezTo>
                    <a:cubicBezTo>
                      <a:pt x="2" y="1"/>
                      <a:pt x="1" y="2"/>
                      <a:pt x="0" y="4"/>
                    </a:cubicBezTo>
                    <a:cubicBezTo>
                      <a:pt x="2" y="4"/>
                      <a:pt x="4" y="4"/>
                      <a:pt x="5" y="5"/>
                    </a:cubicBezTo>
                    <a:cubicBezTo>
                      <a:pt x="6" y="3"/>
                      <a:pt x="7" y="2"/>
                      <a:pt x="7" y="1"/>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2" name="Freeform 473"/>
              <p:cNvSpPr>
                <a:spLocks/>
              </p:cNvSpPr>
              <p:nvPr/>
            </p:nvSpPr>
            <p:spPr bwMode="auto">
              <a:xfrm>
                <a:off x="1987" y="1674"/>
                <a:ext cx="9" cy="6"/>
              </a:xfrm>
              <a:custGeom>
                <a:avLst/>
                <a:gdLst>
                  <a:gd name="T0" fmla="*/ 5 w 7"/>
                  <a:gd name="T1" fmla="*/ 5 h 5"/>
                  <a:gd name="T2" fmla="*/ 7 w 7"/>
                  <a:gd name="T3" fmla="*/ 1 h 5"/>
                  <a:gd name="T4" fmla="*/ 2 w 7"/>
                  <a:gd name="T5" fmla="*/ 0 h 5"/>
                  <a:gd name="T6" fmla="*/ 0 w 7"/>
                  <a:gd name="T7" fmla="*/ 4 h 5"/>
                  <a:gd name="T8" fmla="*/ 5 w 7"/>
                  <a:gd name="T9" fmla="*/ 5 h 5"/>
                </a:gdLst>
                <a:ahLst/>
                <a:cxnLst>
                  <a:cxn ang="0">
                    <a:pos x="T0" y="T1"/>
                  </a:cxn>
                  <a:cxn ang="0">
                    <a:pos x="T2" y="T3"/>
                  </a:cxn>
                  <a:cxn ang="0">
                    <a:pos x="T4" y="T5"/>
                  </a:cxn>
                  <a:cxn ang="0">
                    <a:pos x="T6" y="T7"/>
                  </a:cxn>
                  <a:cxn ang="0">
                    <a:pos x="T8" y="T9"/>
                  </a:cxn>
                </a:cxnLst>
                <a:rect l="0" t="0" r="r" b="b"/>
                <a:pathLst>
                  <a:path w="7" h="5">
                    <a:moveTo>
                      <a:pt x="5" y="5"/>
                    </a:moveTo>
                    <a:cubicBezTo>
                      <a:pt x="6" y="4"/>
                      <a:pt x="6" y="2"/>
                      <a:pt x="7" y="1"/>
                    </a:cubicBezTo>
                    <a:cubicBezTo>
                      <a:pt x="5" y="0"/>
                      <a:pt x="4" y="0"/>
                      <a:pt x="2" y="0"/>
                    </a:cubicBezTo>
                    <a:cubicBezTo>
                      <a:pt x="2" y="1"/>
                      <a:pt x="1" y="3"/>
                      <a:pt x="0" y="4"/>
                    </a:cubicBezTo>
                    <a:cubicBezTo>
                      <a:pt x="2" y="4"/>
                      <a:pt x="3" y="5"/>
                      <a:pt x="5" y="5"/>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3" name="Freeform 474"/>
              <p:cNvSpPr>
                <a:spLocks/>
              </p:cNvSpPr>
              <p:nvPr/>
            </p:nvSpPr>
            <p:spPr bwMode="auto">
              <a:xfrm>
                <a:off x="1984" y="1680"/>
                <a:ext cx="9" cy="8"/>
              </a:xfrm>
              <a:custGeom>
                <a:avLst/>
                <a:gdLst>
                  <a:gd name="T0" fmla="*/ 0 w 7"/>
                  <a:gd name="T1" fmla="*/ 5 h 6"/>
                  <a:gd name="T2" fmla="*/ 5 w 7"/>
                  <a:gd name="T3" fmla="*/ 6 h 6"/>
                  <a:gd name="T4" fmla="*/ 7 w 7"/>
                  <a:gd name="T5" fmla="*/ 1 h 6"/>
                  <a:gd name="T6" fmla="*/ 2 w 7"/>
                  <a:gd name="T7" fmla="*/ 0 h 6"/>
                  <a:gd name="T8" fmla="*/ 0 w 7"/>
                  <a:gd name="T9" fmla="*/ 5 h 6"/>
                </a:gdLst>
                <a:ahLst/>
                <a:cxnLst>
                  <a:cxn ang="0">
                    <a:pos x="T0" y="T1"/>
                  </a:cxn>
                  <a:cxn ang="0">
                    <a:pos x="T2" y="T3"/>
                  </a:cxn>
                  <a:cxn ang="0">
                    <a:pos x="T4" y="T5"/>
                  </a:cxn>
                  <a:cxn ang="0">
                    <a:pos x="T6" y="T7"/>
                  </a:cxn>
                  <a:cxn ang="0">
                    <a:pos x="T8" y="T9"/>
                  </a:cxn>
                </a:cxnLst>
                <a:rect l="0" t="0" r="r" b="b"/>
                <a:pathLst>
                  <a:path w="7" h="6">
                    <a:moveTo>
                      <a:pt x="0" y="5"/>
                    </a:moveTo>
                    <a:cubicBezTo>
                      <a:pt x="2" y="5"/>
                      <a:pt x="3" y="5"/>
                      <a:pt x="5" y="6"/>
                    </a:cubicBezTo>
                    <a:cubicBezTo>
                      <a:pt x="6" y="4"/>
                      <a:pt x="6" y="3"/>
                      <a:pt x="7" y="1"/>
                    </a:cubicBezTo>
                    <a:cubicBezTo>
                      <a:pt x="5" y="1"/>
                      <a:pt x="3" y="0"/>
                      <a:pt x="2" y="0"/>
                    </a:cubicBezTo>
                    <a:cubicBezTo>
                      <a:pt x="1" y="2"/>
                      <a:pt x="1" y="3"/>
                      <a:pt x="0" y="5"/>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4" name="Freeform 475"/>
              <p:cNvSpPr>
                <a:spLocks/>
              </p:cNvSpPr>
              <p:nvPr/>
            </p:nvSpPr>
            <p:spPr bwMode="auto">
              <a:xfrm>
                <a:off x="1983" y="1688"/>
                <a:ext cx="8" cy="8"/>
              </a:xfrm>
              <a:custGeom>
                <a:avLst/>
                <a:gdLst>
                  <a:gd name="T0" fmla="*/ 6 w 6"/>
                  <a:gd name="T1" fmla="*/ 1 h 6"/>
                  <a:gd name="T2" fmla="*/ 1 w 6"/>
                  <a:gd name="T3" fmla="*/ 0 h 6"/>
                  <a:gd name="T4" fmla="*/ 0 w 6"/>
                  <a:gd name="T5" fmla="*/ 4 h 6"/>
                  <a:gd name="T6" fmla="*/ 5 w 6"/>
                  <a:gd name="T7" fmla="*/ 6 h 6"/>
                  <a:gd name="T8" fmla="*/ 6 w 6"/>
                  <a:gd name="T9" fmla="*/ 1 h 6"/>
                </a:gdLst>
                <a:ahLst/>
                <a:cxnLst>
                  <a:cxn ang="0">
                    <a:pos x="T0" y="T1"/>
                  </a:cxn>
                  <a:cxn ang="0">
                    <a:pos x="T2" y="T3"/>
                  </a:cxn>
                  <a:cxn ang="0">
                    <a:pos x="T4" y="T5"/>
                  </a:cxn>
                  <a:cxn ang="0">
                    <a:pos x="T6" y="T7"/>
                  </a:cxn>
                  <a:cxn ang="0">
                    <a:pos x="T8" y="T9"/>
                  </a:cxn>
                </a:cxnLst>
                <a:rect l="0" t="0" r="r" b="b"/>
                <a:pathLst>
                  <a:path w="6" h="6">
                    <a:moveTo>
                      <a:pt x="6" y="1"/>
                    </a:moveTo>
                    <a:cubicBezTo>
                      <a:pt x="4" y="0"/>
                      <a:pt x="3" y="0"/>
                      <a:pt x="1" y="0"/>
                    </a:cubicBezTo>
                    <a:cubicBezTo>
                      <a:pt x="0" y="1"/>
                      <a:pt x="0" y="3"/>
                      <a:pt x="0" y="4"/>
                    </a:cubicBezTo>
                    <a:cubicBezTo>
                      <a:pt x="1" y="5"/>
                      <a:pt x="3" y="5"/>
                      <a:pt x="5" y="6"/>
                    </a:cubicBezTo>
                    <a:cubicBezTo>
                      <a:pt x="5" y="4"/>
                      <a:pt x="5" y="3"/>
                      <a:pt x="6" y="1"/>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5" name="Freeform 476"/>
              <p:cNvSpPr>
                <a:spLocks/>
              </p:cNvSpPr>
              <p:nvPr/>
            </p:nvSpPr>
            <p:spPr bwMode="auto">
              <a:xfrm>
                <a:off x="1977" y="1702"/>
                <a:ext cx="2" cy="4"/>
              </a:xfrm>
              <a:custGeom>
                <a:avLst/>
                <a:gdLst>
                  <a:gd name="T0" fmla="*/ 1 w 1"/>
                  <a:gd name="T1" fmla="*/ 3 h 3"/>
                  <a:gd name="T2" fmla="*/ 1 w 1"/>
                  <a:gd name="T3" fmla="*/ 1 h 3"/>
                  <a:gd name="T4" fmla="*/ 0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2"/>
                      <a:pt x="1" y="1"/>
                      <a:pt x="1" y="1"/>
                    </a:cubicBezTo>
                    <a:cubicBezTo>
                      <a:pt x="1" y="0"/>
                      <a:pt x="0" y="0"/>
                      <a:pt x="0" y="0"/>
                    </a:cubicBezTo>
                    <a:cubicBezTo>
                      <a:pt x="0" y="1"/>
                      <a:pt x="1" y="2"/>
                      <a:pt x="1" y="3"/>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6" name="Freeform 477"/>
              <p:cNvSpPr>
                <a:spLocks/>
              </p:cNvSpPr>
              <p:nvPr/>
            </p:nvSpPr>
            <p:spPr bwMode="auto">
              <a:xfrm>
                <a:off x="1976" y="1694"/>
                <a:ext cx="4" cy="8"/>
              </a:xfrm>
              <a:custGeom>
                <a:avLst/>
                <a:gdLst>
                  <a:gd name="T0" fmla="*/ 0 w 3"/>
                  <a:gd name="T1" fmla="*/ 0 h 6"/>
                  <a:gd name="T2" fmla="*/ 1 w 3"/>
                  <a:gd name="T3" fmla="*/ 5 h 6"/>
                  <a:gd name="T4" fmla="*/ 2 w 3"/>
                  <a:gd name="T5" fmla="*/ 6 h 6"/>
                  <a:gd name="T6" fmla="*/ 3 w 3"/>
                  <a:gd name="T7" fmla="*/ 1 h 6"/>
                  <a:gd name="T8" fmla="*/ 0 w 3"/>
                  <a:gd name="T9" fmla="*/ 0 h 6"/>
                </a:gdLst>
                <a:ahLst/>
                <a:cxnLst>
                  <a:cxn ang="0">
                    <a:pos x="T0" y="T1"/>
                  </a:cxn>
                  <a:cxn ang="0">
                    <a:pos x="T2" y="T3"/>
                  </a:cxn>
                  <a:cxn ang="0">
                    <a:pos x="T4" y="T5"/>
                  </a:cxn>
                  <a:cxn ang="0">
                    <a:pos x="T6" y="T7"/>
                  </a:cxn>
                  <a:cxn ang="0">
                    <a:pos x="T8" y="T9"/>
                  </a:cxn>
                </a:cxnLst>
                <a:rect l="0" t="0" r="r" b="b"/>
                <a:pathLst>
                  <a:path w="3" h="6">
                    <a:moveTo>
                      <a:pt x="0" y="0"/>
                    </a:moveTo>
                    <a:cubicBezTo>
                      <a:pt x="0" y="1"/>
                      <a:pt x="0" y="3"/>
                      <a:pt x="1" y="5"/>
                    </a:cubicBezTo>
                    <a:cubicBezTo>
                      <a:pt x="1" y="5"/>
                      <a:pt x="2" y="5"/>
                      <a:pt x="2" y="6"/>
                    </a:cubicBezTo>
                    <a:cubicBezTo>
                      <a:pt x="3" y="4"/>
                      <a:pt x="3" y="2"/>
                      <a:pt x="3" y="1"/>
                    </a:cubicBezTo>
                    <a:cubicBezTo>
                      <a:pt x="2" y="0"/>
                      <a:pt x="1" y="0"/>
                      <a:pt x="0" y="0"/>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7" name="Freeform 478"/>
              <p:cNvSpPr>
                <a:spLocks/>
              </p:cNvSpPr>
              <p:nvPr/>
            </p:nvSpPr>
            <p:spPr bwMode="auto">
              <a:xfrm>
                <a:off x="1991" y="1667"/>
                <a:ext cx="7" cy="7"/>
              </a:xfrm>
              <a:custGeom>
                <a:avLst/>
                <a:gdLst>
                  <a:gd name="T0" fmla="*/ 0 w 6"/>
                  <a:gd name="T1" fmla="*/ 4 h 5"/>
                  <a:gd name="T2" fmla="*/ 4 w 6"/>
                  <a:gd name="T3" fmla="*/ 5 h 5"/>
                  <a:gd name="T4" fmla="*/ 6 w 6"/>
                  <a:gd name="T5" fmla="*/ 0 h 5"/>
                  <a:gd name="T6" fmla="*/ 2 w 6"/>
                  <a:gd name="T7" fmla="*/ 0 h 5"/>
                  <a:gd name="T8" fmla="*/ 0 w 6"/>
                  <a:gd name="T9" fmla="*/ 4 h 5"/>
                </a:gdLst>
                <a:ahLst/>
                <a:cxnLst>
                  <a:cxn ang="0">
                    <a:pos x="T0" y="T1"/>
                  </a:cxn>
                  <a:cxn ang="0">
                    <a:pos x="T2" y="T3"/>
                  </a:cxn>
                  <a:cxn ang="0">
                    <a:pos x="T4" y="T5"/>
                  </a:cxn>
                  <a:cxn ang="0">
                    <a:pos x="T6" y="T7"/>
                  </a:cxn>
                  <a:cxn ang="0">
                    <a:pos x="T8" y="T9"/>
                  </a:cxn>
                </a:cxnLst>
                <a:rect l="0" t="0" r="r" b="b"/>
                <a:pathLst>
                  <a:path w="6" h="5">
                    <a:moveTo>
                      <a:pt x="0" y="4"/>
                    </a:moveTo>
                    <a:cubicBezTo>
                      <a:pt x="1" y="4"/>
                      <a:pt x="3" y="4"/>
                      <a:pt x="4" y="5"/>
                    </a:cubicBezTo>
                    <a:cubicBezTo>
                      <a:pt x="5" y="3"/>
                      <a:pt x="6" y="2"/>
                      <a:pt x="6" y="0"/>
                    </a:cubicBezTo>
                    <a:cubicBezTo>
                      <a:pt x="5" y="0"/>
                      <a:pt x="4" y="0"/>
                      <a:pt x="2" y="0"/>
                    </a:cubicBezTo>
                    <a:cubicBezTo>
                      <a:pt x="1" y="1"/>
                      <a:pt x="1" y="2"/>
                      <a:pt x="0" y="4"/>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8" name="Freeform 479"/>
              <p:cNvSpPr>
                <a:spLocks/>
              </p:cNvSpPr>
              <p:nvPr/>
            </p:nvSpPr>
            <p:spPr bwMode="auto">
              <a:xfrm>
                <a:off x="2001" y="1661"/>
                <a:ext cx="7" cy="6"/>
              </a:xfrm>
              <a:custGeom>
                <a:avLst/>
                <a:gdLst>
                  <a:gd name="T0" fmla="*/ 0 w 5"/>
                  <a:gd name="T1" fmla="*/ 4 h 5"/>
                  <a:gd name="T2" fmla="*/ 4 w 5"/>
                  <a:gd name="T3" fmla="*/ 5 h 5"/>
                  <a:gd name="T4" fmla="*/ 5 w 5"/>
                  <a:gd name="T5" fmla="*/ 0 h 5"/>
                  <a:gd name="T6" fmla="*/ 2 w 5"/>
                  <a:gd name="T7" fmla="*/ 0 h 5"/>
                  <a:gd name="T8" fmla="*/ 0 w 5"/>
                  <a:gd name="T9" fmla="*/ 4 h 5"/>
                </a:gdLst>
                <a:ahLst/>
                <a:cxnLst>
                  <a:cxn ang="0">
                    <a:pos x="T0" y="T1"/>
                  </a:cxn>
                  <a:cxn ang="0">
                    <a:pos x="T2" y="T3"/>
                  </a:cxn>
                  <a:cxn ang="0">
                    <a:pos x="T4" y="T5"/>
                  </a:cxn>
                  <a:cxn ang="0">
                    <a:pos x="T6" y="T7"/>
                  </a:cxn>
                  <a:cxn ang="0">
                    <a:pos x="T8" y="T9"/>
                  </a:cxn>
                </a:cxnLst>
                <a:rect l="0" t="0" r="r" b="b"/>
                <a:pathLst>
                  <a:path w="5" h="5">
                    <a:moveTo>
                      <a:pt x="0" y="4"/>
                    </a:moveTo>
                    <a:cubicBezTo>
                      <a:pt x="1" y="4"/>
                      <a:pt x="2" y="5"/>
                      <a:pt x="4" y="5"/>
                    </a:cubicBezTo>
                    <a:cubicBezTo>
                      <a:pt x="4" y="3"/>
                      <a:pt x="5" y="2"/>
                      <a:pt x="5" y="0"/>
                    </a:cubicBezTo>
                    <a:cubicBezTo>
                      <a:pt x="4" y="0"/>
                      <a:pt x="3" y="0"/>
                      <a:pt x="2" y="0"/>
                    </a:cubicBezTo>
                    <a:cubicBezTo>
                      <a:pt x="1" y="1"/>
                      <a:pt x="0" y="3"/>
                      <a:pt x="0" y="4"/>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9" name="Freeform 480"/>
              <p:cNvSpPr>
                <a:spLocks/>
              </p:cNvSpPr>
              <p:nvPr/>
            </p:nvSpPr>
            <p:spPr bwMode="auto">
              <a:xfrm>
                <a:off x="1994" y="1661"/>
                <a:ext cx="8" cy="5"/>
              </a:xfrm>
              <a:custGeom>
                <a:avLst/>
                <a:gdLst>
                  <a:gd name="T0" fmla="*/ 0 w 6"/>
                  <a:gd name="T1" fmla="*/ 4 h 4"/>
                  <a:gd name="T2" fmla="*/ 4 w 6"/>
                  <a:gd name="T3" fmla="*/ 4 h 4"/>
                  <a:gd name="T4" fmla="*/ 6 w 6"/>
                  <a:gd name="T5" fmla="*/ 0 h 4"/>
                  <a:gd name="T6" fmla="*/ 2 w 6"/>
                  <a:gd name="T7" fmla="*/ 0 h 4"/>
                  <a:gd name="T8" fmla="*/ 0 w 6"/>
                  <a:gd name="T9" fmla="*/ 4 h 4"/>
                </a:gdLst>
                <a:ahLst/>
                <a:cxnLst>
                  <a:cxn ang="0">
                    <a:pos x="T0" y="T1"/>
                  </a:cxn>
                  <a:cxn ang="0">
                    <a:pos x="T2" y="T3"/>
                  </a:cxn>
                  <a:cxn ang="0">
                    <a:pos x="T4" y="T5"/>
                  </a:cxn>
                  <a:cxn ang="0">
                    <a:pos x="T6" y="T7"/>
                  </a:cxn>
                  <a:cxn ang="0">
                    <a:pos x="T8" y="T9"/>
                  </a:cxn>
                </a:cxnLst>
                <a:rect l="0" t="0" r="r" b="b"/>
                <a:pathLst>
                  <a:path w="6" h="4">
                    <a:moveTo>
                      <a:pt x="0" y="4"/>
                    </a:moveTo>
                    <a:cubicBezTo>
                      <a:pt x="1" y="4"/>
                      <a:pt x="2" y="4"/>
                      <a:pt x="4" y="4"/>
                    </a:cubicBezTo>
                    <a:cubicBezTo>
                      <a:pt x="5" y="3"/>
                      <a:pt x="5" y="1"/>
                      <a:pt x="6" y="0"/>
                    </a:cubicBezTo>
                    <a:cubicBezTo>
                      <a:pt x="5" y="0"/>
                      <a:pt x="4" y="0"/>
                      <a:pt x="2" y="0"/>
                    </a:cubicBezTo>
                    <a:cubicBezTo>
                      <a:pt x="1" y="1"/>
                      <a:pt x="1" y="2"/>
                      <a:pt x="0" y="4"/>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0" name="Freeform 481"/>
              <p:cNvSpPr>
                <a:spLocks/>
              </p:cNvSpPr>
              <p:nvPr/>
            </p:nvSpPr>
            <p:spPr bwMode="auto">
              <a:xfrm>
                <a:off x="1988" y="1706"/>
                <a:ext cx="6" cy="9"/>
              </a:xfrm>
              <a:custGeom>
                <a:avLst/>
                <a:gdLst>
                  <a:gd name="T0" fmla="*/ 0 w 5"/>
                  <a:gd name="T1" fmla="*/ 0 h 7"/>
                  <a:gd name="T2" fmla="*/ 0 w 5"/>
                  <a:gd name="T3" fmla="*/ 5 h 7"/>
                  <a:gd name="T4" fmla="*/ 4 w 5"/>
                  <a:gd name="T5" fmla="*/ 7 h 7"/>
                  <a:gd name="T6" fmla="*/ 5 w 5"/>
                  <a:gd name="T7" fmla="*/ 2 h 7"/>
                  <a:gd name="T8" fmla="*/ 0 w 5"/>
                  <a:gd name="T9" fmla="*/ 0 h 7"/>
                </a:gdLst>
                <a:ahLst/>
                <a:cxnLst>
                  <a:cxn ang="0">
                    <a:pos x="T0" y="T1"/>
                  </a:cxn>
                  <a:cxn ang="0">
                    <a:pos x="T2" y="T3"/>
                  </a:cxn>
                  <a:cxn ang="0">
                    <a:pos x="T4" y="T5"/>
                  </a:cxn>
                  <a:cxn ang="0">
                    <a:pos x="T6" y="T7"/>
                  </a:cxn>
                  <a:cxn ang="0">
                    <a:pos x="T8" y="T9"/>
                  </a:cxn>
                </a:cxnLst>
                <a:rect l="0" t="0" r="r" b="b"/>
                <a:pathLst>
                  <a:path w="5" h="7">
                    <a:moveTo>
                      <a:pt x="0" y="0"/>
                    </a:moveTo>
                    <a:cubicBezTo>
                      <a:pt x="0" y="2"/>
                      <a:pt x="0" y="4"/>
                      <a:pt x="0" y="5"/>
                    </a:cubicBezTo>
                    <a:cubicBezTo>
                      <a:pt x="1" y="6"/>
                      <a:pt x="3" y="7"/>
                      <a:pt x="4" y="7"/>
                    </a:cubicBezTo>
                    <a:cubicBezTo>
                      <a:pt x="5" y="5"/>
                      <a:pt x="5" y="4"/>
                      <a:pt x="5" y="2"/>
                    </a:cubicBezTo>
                    <a:cubicBezTo>
                      <a:pt x="4" y="1"/>
                      <a:pt x="2" y="1"/>
                      <a:pt x="0" y="0"/>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1" name="Freeform 482"/>
              <p:cNvSpPr>
                <a:spLocks/>
              </p:cNvSpPr>
              <p:nvPr/>
            </p:nvSpPr>
            <p:spPr bwMode="auto">
              <a:xfrm>
                <a:off x="1996" y="1708"/>
                <a:ext cx="6" cy="8"/>
              </a:xfrm>
              <a:custGeom>
                <a:avLst/>
                <a:gdLst>
                  <a:gd name="T0" fmla="*/ 0 w 5"/>
                  <a:gd name="T1" fmla="*/ 0 h 6"/>
                  <a:gd name="T2" fmla="*/ 0 w 5"/>
                  <a:gd name="T3" fmla="*/ 5 h 6"/>
                  <a:gd name="T4" fmla="*/ 5 w 5"/>
                  <a:gd name="T5" fmla="*/ 6 h 6"/>
                  <a:gd name="T6" fmla="*/ 5 w 5"/>
                  <a:gd name="T7" fmla="*/ 1 h 6"/>
                  <a:gd name="T8" fmla="*/ 0 w 5"/>
                  <a:gd name="T9" fmla="*/ 0 h 6"/>
                </a:gdLst>
                <a:ahLst/>
                <a:cxnLst>
                  <a:cxn ang="0">
                    <a:pos x="T0" y="T1"/>
                  </a:cxn>
                  <a:cxn ang="0">
                    <a:pos x="T2" y="T3"/>
                  </a:cxn>
                  <a:cxn ang="0">
                    <a:pos x="T4" y="T5"/>
                  </a:cxn>
                  <a:cxn ang="0">
                    <a:pos x="T6" y="T7"/>
                  </a:cxn>
                  <a:cxn ang="0">
                    <a:pos x="T8" y="T9"/>
                  </a:cxn>
                </a:cxnLst>
                <a:rect l="0" t="0" r="r" b="b"/>
                <a:pathLst>
                  <a:path w="5" h="6">
                    <a:moveTo>
                      <a:pt x="0" y="0"/>
                    </a:moveTo>
                    <a:cubicBezTo>
                      <a:pt x="0" y="2"/>
                      <a:pt x="0" y="4"/>
                      <a:pt x="0" y="5"/>
                    </a:cubicBezTo>
                    <a:cubicBezTo>
                      <a:pt x="1" y="6"/>
                      <a:pt x="3" y="6"/>
                      <a:pt x="5" y="6"/>
                    </a:cubicBezTo>
                    <a:cubicBezTo>
                      <a:pt x="5" y="5"/>
                      <a:pt x="5" y="3"/>
                      <a:pt x="5" y="1"/>
                    </a:cubicBezTo>
                    <a:cubicBezTo>
                      <a:pt x="4" y="1"/>
                      <a:pt x="2" y="0"/>
                      <a:pt x="0" y="0"/>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2" name="Freeform 483"/>
              <p:cNvSpPr>
                <a:spLocks/>
              </p:cNvSpPr>
              <p:nvPr/>
            </p:nvSpPr>
            <p:spPr bwMode="auto">
              <a:xfrm>
                <a:off x="2004" y="1709"/>
                <a:ext cx="8" cy="8"/>
              </a:xfrm>
              <a:custGeom>
                <a:avLst/>
                <a:gdLst>
                  <a:gd name="T0" fmla="*/ 6 w 6"/>
                  <a:gd name="T1" fmla="*/ 1 h 6"/>
                  <a:gd name="T2" fmla="*/ 1 w 6"/>
                  <a:gd name="T3" fmla="*/ 0 h 6"/>
                  <a:gd name="T4" fmla="*/ 0 w 6"/>
                  <a:gd name="T5" fmla="*/ 5 h 6"/>
                  <a:gd name="T6" fmla="*/ 5 w 6"/>
                  <a:gd name="T7" fmla="*/ 6 h 6"/>
                  <a:gd name="T8" fmla="*/ 6 w 6"/>
                  <a:gd name="T9" fmla="*/ 1 h 6"/>
                </a:gdLst>
                <a:ahLst/>
                <a:cxnLst>
                  <a:cxn ang="0">
                    <a:pos x="T0" y="T1"/>
                  </a:cxn>
                  <a:cxn ang="0">
                    <a:pos x="T2" y="T3"/>
                  </a:cxn>
                  <a:cxn ang="0">
                    <a:pos x="T4" y="T5"/>
                  </a:cxn>
                  <a:cxn ang="0">
                    <a:pos x="T6" y="T7"/>
                  </a:cxn>
                  <a:cxn ang="0">
                    <a:pos x="T8" y="T9"/>
                  </a:cxn>
                </a:cxnLst>
                <a:rect l="0" t="0" r="r" b="b"/>
                <a:pathLst>
                  <a:path w="6" h="6">
                    <a:moveTo>
                      <a:pt x="6" y="1"/>
                    </a:moveTo>
                    <a:cubicBezTo>
                      <a:pt x="4" y="1"/>
                      <a:pt x="2" y="1"/>
                      <a:pt x="1" y="0"/>
                    </a:cubicBezTo>
                    <a:cubicBezTo>
                      <a:pt x="0" y="2"/>
                      <a:pt x="0" y="4"/>
                      <a:pt x="0" y="5"/>
                    </a:cubicBezTo>
                    <a:cubicBezTo>
                      <a:pt x="1" y="6"/>
                      <a:pt x="3" y="6"/>
                      <a:pt x="5" y="6"/>
                    </a:cubicBezTo>
                    <a:cubicBezTo>
                      <a:pt x="5" y="4"/>
                      <a:pt x="5" y="3"/>
                      <a:pt x="6" y="1"/>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3" name="Freeform 484"/>
              <p:cNvSpPr>
                <a:spLocks/>
              </p:cNvSpPr>
              <p:nvPr/>
            </p:nvSpPr>
            <p:spPr bwMode="auto">
              <a:xfrm>
                <a:off x="2002" y="1719"/>
                <a:ext cx="8" cy="6"/>
              </a:xfrm>
              <a:custGeom>
                <a:avLst/>
                <a:gdLst>
                  <a:gd name="T0" fmla="*/ 0 w 6"/>
                  <a:gd name="T1" fmla="*/ 5 h 5"/>
                  <a:gd name="T2" fmla="*/ 4 w 6"/>
                  <a:gd name="T3" fmla="*/ 5 h 5"/>
                  <a:gd name="T4" fmla="*/ 6 w 6"/>
                  <a:gd name="T5" fmla="*/ 0 h 5"/>
                  <a:gd name="T6" fmla="*/ 0 w 6"/>
                  <a:gd name="T7" fmla="*/ 0 h 5"/>
                  <a:gd name="T8" fmla="*/ 0 w 6"/>
                  <a:gd name="T9" fmla="*/ 5 h 5"/>
                </a:gdLst>
                <a:ahLst/>
                <a:cxnLst>
                  <a:cxn ang="0">
                    <a:pos x="T0" y="T1"/>
                  </a:cxn>
                  <a:cxn ang="0">
                    <a:pos x="T2" y="T3"/>
                  </a:cxn>
                  <a:cxn ang="0">
                    <a:pos x="T4" y="T5"/>
                  </a:cxn>
                  <a:cxn ang="0">
                    <a:pos x="T6" y="T7"/>
                  </a:cxn>
                  <a:cxn ang="0">
                    <a:pos x="T8" y="T9"/>
                  </a:cxn>
                </a:cxnLst>
                <a:rect l="0" t="0" r="r" b="b"/>
                <a:pathLst>
                  <a:path w="6" h="5">
                    <a:moveTo>
                      <a:pt x="0" y="5"/>
                    </a:moveTo>
                    <a:cubicBezTo>
                      <a:pt x="1" y="5"/>
                      <a:pt x="3" y="5"/>
                      <a:pt x="4" y="5"/>
                    </a:cubicBezTo>
                    <a:cubicBezTo>
                      <a:pt x="5" y="3"/>
                      <a:pt x="5" y="2"/>
                      <a:pt x="6" y="0"/>
                    </a:cubicBezTo>
                    <a:cubicBezTo>
                      <a:pt x="4" y="0"/>
                      <a:pt x="2" y="0"/>
                      <a:pt x="0" y="0"/>
                    </a:cubicBezTo>
                    <a:cubicBezTo>
                      <a:pt x="0" y="1"/>
                      <a:pt x="0" y="3"/>
                      <a:pt x="0" y="5"/>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4" name="Freeform 485"/>
              <p:cNvSpPr>
                <a:spLocks/>
              </p:cNvSpPr>
              <p:nvPr/>
            </p:nvSpPr>
            <p:spPr bwMode="auto">
              <a:xfrm>
                <a:off x="2010" y="1719"/>
                <a:ext cx="8" cy="6"/>
              </a:xfrm>
              <a:custGeom>
                <a:avLst/>
                <a:gdLst>
                  <a:gd name="T0" fmla="*/ 1 w 6"/>
                  <a:gd name="T1" fmla="*/ 0 h 5"/>
                  <a:gd name="T2" fmla="*/ 0 w 6"/>
                  <a:gd name="T3" fmla="*/ 5 h 5"/>
                  <a:gd name="T4" fmla="*/ 5 w 6"/>
                  <a:gd name="T5" fmla="*/ 5 h 5"/>
                  <a:gd name="T6" fmla="*/ 6 w 6"/>
                  <a:gd name="T7" fmla="*/ 0 h 5"/>
                  <a:gd name="T8" fmla="*/ 1 w 6"/>
                  <a:gd name="T9" fmla="*/ 0 h 5"/>
                </a:gdLst>
                <a:ahLst/>
                <a:cxnLst>
                  <a:cxn ang="0">
                    <a:pos x="T0" y="T1"/>
                  </a:cxn>
                  <a:cxn ang="0">
                    <a:pos x="T2" y="T3"/>
                  </a:cxn>
                  <a:cxn ang="0">
                    <a:pos x="T4" y="T5"/>
                  </a:cxn>
                  <a:cxn ang="0">
                    <a:pos x="T6" y="T7"/>
                  </a:cxn>
                  <a:cxn ang="0">
                    <a:pos x="T8" y="T9"/>
                  </a:cxn>
                </a:cxnLst>
                <a:rect l="0" t="0" r="r" b="b"/>
                <a:pathLst>
                  <a:path w="6" h="5">
                    <a:moveTo>
                      <a:pt x="1" y="0"/>
                    </a:moveTo>
                    <a:cubicBezTo>
                      <a:pt x="0" y="2"/>
                      <a:pt x="0" y="4"/>
                      <a:pt x="0" y="5"/>
                    </a:cubicBezTo>
                    <a:cubicBezTo>
                      <a:pt x="1" y="5"/>
                      <a:pt x="3" y="5"/>
                      <a:pt x="5" y="5"/>
                    </a:cubicBezTo>
                    <a:cubicBezTo>
                      <a:pt x="5" y="3"/>
                      <a:pt x="5" y="2"/>
                      <a:pt x="6" y="0"/>
                    </a:cubicBezTo>
                    <a:cubicBezTo>
                      <a:pt x="4" y="0"/>
                      <a:pt x="2" y="0"/>
                      <a:pt x="1" y="0"/>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5" name="Freeform 486"/>
              <p:cNvSpPr>
                <a:spLocks/>
              </p:cNvSpPr>
              <p:nvPr/>
            </p:nvSpPr>
            <p:spPr bwMode="auto">
              <a:xfrm>
                <a:off x="1980" y="1695"/>
                <a:ext cx="8" cy="9"/>
              </a:xfrm>
              <a:custGeom>
                <a:avLst/>
                <a:gdLst>
                  <a:gd name="T0" fmla="*/ 0 w 6"/>
                  <a:gd name="T1" fmla="*/ 5 h 7"/>
                  <a:gd name="T2" fmla="*/ 5 w 6"/>
                  <a:gd name="T3" fmla="*/ 7 h 7"/>
                  <a:gd name="T4" fmla="*/ 6 w 6"/>
                  <a:gd name="T5" fmla="*/ 2 h 7"/>
                  <a:gd name="T6" fmla="*/ 1 w 6"/>
                  <a:gd name="T7" fmla="*/ 0 h 7"/>
                  <a:gd name="T8" fmla="*/ 0 w 6"/>
                  <a:gd name="T9" fmla="*/ 5 h 7"/>
                </a:gdLst>
                <a:ahLst/>
                <a:cxnLst>
                  <a:cxn ang="0">
                    <a:pos x="T0" y="T1"/>
                  </a:cxn>
                  <a:cxn ang="0">
                    <a:pos x="T2" y="T3"/>
                  </a:cxn>
                  <a:cxn ang="0">
                    <a:pos x="T4" y="T5"/>
                  </a:cxn>
                  <a:cxn ang="0">
                    <a:pos x="T6" y="T7"/>
                  </a:cxn>
                  <a:cxn ang="0">
                    <a:pos x="T8" y="T9"/>
                  </a:cxn>
                </a:cxnLst>
                <a:rect l="0" t="0" r="r" b="b"/>
                <a:pathLst>
                  <a:path w="6" h="7">
                    <a:moveTo>
                      <a:pt x="0" y="5"/>
                    </a:moveTo>
                    <a:cubicBezTo>
                      <a:pt x="2" y="6"/>
                      <a:pt x="4" y="6"/>
                      <a:pt x="5" y="7"/>
                    </a:cubicBezTo>
                    <a:cubicBezTo>
                      <a:pt x="6" y="5"/>
                      <a:pt x="6" y="4"/>
                      <a:pt x="6" y="2"/>
                    </a:cubicBezTo>
                    <a:cubicBezTo>
                      <a:pt x="5" y="1"/>
                      <a:pt x="3" y="1"/>
                      <a:pt x="1" y="0"/>
                    </a:cubicBezTo>
                    <a:cubicBezTo>
                      <a:pt x="1" y="2"/>
                      <a:pt x="1" y="3"/>
                      <a:pt x="0" y="5"/>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6" name="Freeform 487"/>
              <p:cNvSpPr>
                <a:spLocks/>
              </p:cNvSpPr>
              <p:nvPr/>
            </p:nvSpPr>
            <p:spPr bwMode="auto">
              <a:xfrm>
                <a:off x="1988" y="1698"/>
                <a:ext cx="8" cy="9"/>
              </a:xfrm>
              <a:custGeom>
                <a:avLst/>
                <a:gdLst>
                  <a:gd name="T0" fmla="*/ 6 w 6"/>
                  <a:gd name="T1" fmla="*/ 2 h 7"/>
                  <a:gd name="T2" fmla="*/ 1 w 6"/>
                  <a:gd name="T3" fmla="*/ 0 h 7"/>
                  <a:gd name="T4" fmla="*/ 0 w 6"/>
                  <a:gd name="T5" fmla="*/ 5 h 7"/>
                  <a:gd name="T6" fmla="*/ 5 w 6"/>
                  <a:gd name="T7" fmla="*/ 7 h 7"/>
                  <a:gd name="T8" fmla="*/ 6 w 6"/>
                  <a:gd name="T9" fmla="*/ 2 h 7"/>
                </a:gdLst>
                <a:ahLst/>
                <a:cxnLst>
                  <a:cxn ang="0">
                    <a:pos x="T0" y="T1"/>
                  </a:cxn>
                  <a:cxn ang="0">
                    <a:pos x="T2" y="T3"/>
                  </a:cxn>
                  <a:cxn ang="0">
                    <a:pos x="T4" y="T5"/>
                  </a:cxn>
                  <a:cxn ang="0">
                    <a:pos x="T6" y="T7"/>
                  </a:cxn>
                  <a:cxn ang="0">
                    <a:pos x="T8" y="T9"/>
                  </a:cxn>
                </a:cxnLst>
                <a:rect l="0" t="0" r="r" b="b"/>
                <a:pathLst>
                  <a:path w="6" h="7">
                    <a:moveTo>
                      <a:pt x="6" y="2"/>
                    </a:moveTo>
                    <a:cubicBezTo>
                      <a:pt x="5" y="1"/>
                      <a:pt x="3" y="1"/>
                      <a:pt x="1" y="0"/>
                    </a:cubicBezTo>
                    <a:cubicBezTo>
                      <a:pt x="1" y="2"/>
                      <a:pt x="1" y="4"/>
                      <a:pt x="0" y="5"/>
                    </a:cubicBezTo>
                    <a:cubicBezTo>
                      <a:pt x="2" y="6"/>
                      <a:pt x="4" y="6"/>
                      <a:pt x="5" y="7"/>
                    </a:cubicBezTo>
                    <a:cubicBezTo>
                      <a:pt x="6" y="5"/>
                      <a:pt x="6" y="3"/>
                      <a:pt x="6" y="2"/>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7" name="Freeform 488"/>
              <p:cNvSpPr>
                <a:spLocks/>
              </p:cNvSpPr>
              <p:nvPr/>
            </p:nvSpPr>
            <p:spPr bwMode="auto">
              <a:xfrm>
                <a:off x="1983" y="1712"/>
                <a:ext cx="2" cy="4"/>
              </a:xfrm>
              <a:custGeom>
                <a:avLst/>
                <a:gdLst>
                  <a:gd name="T0" fmla="*/ 2 w 2"/>
                  <a:gd name="T1" fmla="*/ 3 h 3"/>
                  <a:gd name="T2" fmla="*/ 2 w 2"/>
                  <a:gd name="T3" fmla="*/ 1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cubicBezTo>
                      <a:pt x="2" y="2"/>
                      <a:pt x="2" y="2"/>
                      <a:pt x="2" y="1"/>
                    </a:cubicBezTo>
                    <a:cubicBezTo>
                      <a:pt x="2" y="1"/>
                      <a:pt x="1" y="0"/>
                      <a:pt x="0" y="0"/>
                    </a:cubicBezTo>
                    <a:cubicBezTo>
                      <a:pt x="1" y="1"/>
                      <a:pt x="1" y="2"/>
                      <a:pt x="2" y="3"/>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8" name="Freeform 489"/>
              <p:cNvSpPr>
                <a:spLocks/>
              </p:cNvSpPr>
              <p:nvPr/>
            </p:nvSpPr>
            <p:spPr bwMode="auto">
              <a:xfrm>
                <a:off x="1980" y="1703"/>
                <a:ext cx="7" cy="9"/>
              </a:xfrm>
              <a:custGeom>
                <a:avLst/>
                <a:gdLst>
                  <a:gd name="T0" fmla="*/ 0 w 5"/>
                  <a:gd name="T1" fmla="*/ 4 h 7"/>
                  <a:gd name="T2" fmla="*/ 1 w 5"/>
                  <a:gd name="T3" fmla="*/ 5 h 7"/>
                  <a:gd name="T4" fmla="*/ 5 w 5"/>
                  <a:gd name="T5" fmla="*/ 7 h 7"/>
                  <a:gd name="T6" fmla="*/ 5 w 5"/>
                  <a:gd name="T7" fmla="*/ 2 h 7"/>
                  <a:gd name="T8" fmla="*/ 0 w 5"/>
                  <a:gd name="T9" fmla="*/ 0 h 7"/>
                  <a:gd name="T10" fmla="*/ 0 w 5"/>
                  <a:gd name="T11" fmla="*/ 4 h 7"/>
                </a:gdLst>
                <a:ahLst/>
                <a:cxnLst>
                  <a:cxn ang="0">
                    <a:pos x="T0" y="T1"/>
                  </a:cxn>
                  <a:cxn ang="0">
                    <a:pos x="T2" y="T3"/>
                  </a:cxn>
                  <a:cxn ang="0">
                    <a:pos x="T4" y="T5"/>
                  </a:cxn>
                  <a:cxn ang="0">
                    <a:pos x="T6" y="T7"/>
                  </a:cxn>
                  <a:cxn ang="0">
                    <a:pos x="T8" y="T9"/>
                  </a:cxn>
                  <a:cxn ang="0">
                    <a:pos x="T10" y="T11"/>
                  </a:cxn>
                </a:cxnLst>
                <a:rect l="0" t="0" r="r" b="b"/>
                <a:pathLst>
                  <a:path w="5" h="7">
                    <a:moveTo>
                      <a:pt x="0" y="4"/>
                    </a:moveTo>
                    <a:cubicBezTo>
                      <a:pt x="0" y="4"/>
                      <a:pt x="0" y="5"/>
                      <a:pt x="1" y="5"/>
                    </a:cubicBezTo>
                    <a:cubicBezTo>
                      <a:pt x="2" y="6"/>
                      <a:pt x="3" y="7"/>
                      <a:pt x="5" y="7"/>
                    </a:cubicBezTo>
                    <a:cubicBezTo>
                      <a:pt x="5" y="5"/>
                      <a:pt x="5" y="4"/>
                      <a:pt x="5" y="2"/>
                    </a:cubicBezTo>
                    <a:cubicBezTo>
                      <a:pt x="4" y="1"/>
                      <a:pt x="2" y="1"/>
                      <a:pt x="0" y="0"/>
                    </a:cubicBezTo>
                    <a:cubicBezTo>
                      <a:pt x="0" y="1"/>
                      <a:pt x="0" y="2"/>
                      <a:pt x="0" y="4"/>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9" name="Freeform 490"/>
              <p:cNvSpPr>
                <a:spLocks/>
              </p:cNvSpPr>
              <p:nvPr/>
            </p:nvSpPr>
            <p:spPr bwMode="auto">
              <a:xfrm>
                <a:off x="2012" y="1711"/>
                <a:ext cx="8" cy="6"/>
              </a:xfrm>
              <a:custGeom>
                <a:avLst/>
                <a:gdLst>
                  <a:gd name="T0" fmla="*/ 6 w 6"/>
                  <a:gd name="T1" fmla="*/ 0 h 5"/>
                  <a:gd name="T2" fmla="*/ 1 w 6"/>
                  <a:gd name="T3" fmla="*/ 0 h 5"/>
                  <a:gd name="T4" fmla="*/ 0 w 6"/>
                  <a:gd name="T5" fmla="*/ 5 h 5"/>
                  <a:gd name="T6" fmla="*/ 5 w 6"/>
                  <a:gd name="T7" fmla="*/ 5 h 5"/>
                  <a:gd name="T8" fmla="*/ 6 w 6"/>
                  <a:gd name="T9" fmla="*/ 0 h 5"/>
                </a:gdLst>
                <a:ahLst/>
                <a:cxnLst>
                  <a:cxn ang="0">
                    <a:pos x="T0" y="T1"/>
                  </a:cxn>
                  <a:cxn ang="0">
                    <a:pos x="T2" y="T3"/>
                  </a:cxn>
                  <a:cxn ang="0">
                    <a:pos x="T4" y="T5"/>
                  </a:cxn>
                  <a:cxn ang="0">
                    <a:pos x="T6" y="T7"/>
                  </a:cxn>
                  <a:cxn ang="0">
                    <a:pos x="T8" y="T9"/>
                  </a:cxn>
                </a:cxnLst>
                <a:rect l="0" t="0" r="r" b="b"/>
                <a:pathLst>
                  <a:path w="6" h="5">
                    <a:moveTo>
                      <a:pt x="6" y="0"/>
                    </a:moveTo>
                    <a:cubicBezTo>
                      <a:pt x="4" y="0"/>
                      <a:pt x="3" y="0"/>
                      <a:pt x="1" y="0"/>
                    </a:cubicBezTo>
                    <a:cubicBezTo>
                      <a:pt x="1" y="2"/>
                      <a:pt x="0" y="3"/>
                      <a:pt x="0" y="5"/>
                    </a:cubicBezTo>
                    <a:cubicBezTo>
                      <a:pt x="2" y="5"/>
                      <a:pt x="3" y="5"/>
                      <a:pt x="5" y="5"/>
                    </a:cubicBezTo>
                    <a:cubicBezTo>
                      <a:pt x="5" y="4"/>
                      <a:pt x="6" y="2"/>
                      <a:pt x="6" y="0"/>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0" name="Freeform 491"/>
              <p:cNvSpPr>
                <a:spLocks/>
              </p:cNvSpPr>
              <p:nvPr/>
            </p:nvSpPr>
            <p:spPr bwMode="auto">
              <a:xfrm>
                <a:off x="2076" y="1594"/>
                <a:ext cx="50" cy="71"/>
              </a:xfrm>
              <a:custGeom>
                <a:avLst/>
                <a:gdLst>
                  <a:gd name="T0" fmla="*/ 5 w 38"/>
                  <a:gd name="T1" fmla="*/ 46 h 54"/>
                  <a:gd name="T2" fmla="*/ 4 w 38"/>
                  <a:gd name="T3" fmla="*/ 47 h 54"/>
                  <a:gd name="T4" fmla="*/ 2 w 38"/>
                  <a:gd name="T5" fmla="*/ 50 h 54"/>
                  <a:gd name="T6" fmla="*/ 5 w 38"/>
                  <a:gd name="T7" fmla="*/ 50 h 54"/>
                  <a:gd name="T8" fmla="*/ 7 w 38"/>
                  <a:gd name="T9" fmla="*/ 48 h 54"/>
                  <a:gd name="T10" fmla="*/ 7 w 38"/>
                  <a:gd name="T11" fmla="*/ 48 h 54"/>
                  <a:gd name="T12" fmla="*/ 6 w 38"/>
                  <a:gd name="T13" fmla="*/ 50 h 54"/>
                  <a:gd name="T14" fmla="*/ 9 w 38"/>
                  <a:gd name="T15" fmla="*/ 50 h 54"/>
                  <a:gd name="T16" fmla="*/ 11 w 38"/>
                  <a:gd name="T17" fmla="*/ 48 h 54"/>
                  <a:gd name="T18" fmla="*/ 11 w 38"/>
                  <a:gd name="T19" fmla="*/ 48 h 54"/>
                  <a:gd name="T20" fmla="*/ 11 w 38"/>
                  <a:gd name="T21" fmla="*/ 48 h 54"/>
                  <a:gd name="T22" fmla="*/ 10 w 38"/>
                  <a:gd name="T23" fmla="*/ 51 h 54"/>
                  <a:gd name="T24" fmla="*/ 14 w 38"/>
                  <a:gd name="T25" fmla="*/ 51 h 54"/>
                  <a:gd name="T26" fmla="*/ 14 w 38"/>
                  <a:gd name="T27" fmla="*/ 49 h 54"/>
                  <a:gd name="T28" fmla="*/ 15 w 38"/>
                  <a:gd name="T29" fmla="*/ 49 h 54"/>
                  <a:gd name="T30" fmla="*/ 14 w 38"/>
                  <a:gd name="T31" fmla="*/ 52 h 54"/>
                  <a:gd name="T32" fmla="*/ 18 w 38"/>
                  <a:gd name="T33" fmla="*/ 53 h 54"/>
                  <a:gd name="T34" fmla="*/ 18 w 38"/>
                  <a:gd name="T35" fmla="*/ 50 h 54"/>
                  <a:gd name="T36" fmla="*/ 19 w 38"/>
                  <a:gd name="T37" fmla="*/ 50 h 54"/>
                  <a:gd name="T38" fmla="*/ 18 w 38"/>
                  <a:gd name="T39" fmla="*/ 53 h 54"/>
                  <a:gd name="T40" fmla="*/ 22 w 38"/>
                  <a:gd name="T41" fmla="*/ 54 h 54"/>
                  <a:gd name="T42" fmla="*/ 22 w 38"/>
                  <a:gd name="T43" fmla="*/ 50 h 54"/>
                  <a:gd name="T44" fmla="*/ 23 w 38"/>
                  <a:gd name="T45" fmla="*/ 49 h 54"/>
                  <a:gd name="T46" fmla="*/ 25 w 38"/>
                  <a:gd name="T47" fmla="*/ 50 h 54"/>
                  <a:gd name="T48" fmla="*/ 25 w 38"/>
                  <a:gd name="T49" fmla="*/ 50 h 54"/>
                  <a:gd name="T50" fmla="*/ 23 w 38"/>
                  <a:gd name="T51" fmla="*/ 49 h 54"/>
                  <a:gd name="T52" fmla="*/ 32 w 38"/>
                  <a:gd name="T53" fmla="*/ 44 h 54"/>
                  <a:gd name="T54" fmla="*/ 28 w 38"/>
                  <a:gd name="T55" fmla="*/ 43 h 54"/>
                  <a:gd name="T56" fmla="*/ 38 w 38"/>
                  <a:gd name="T57" fmla="*/ 19 h 54"/>
                  <a:gd name="T58" fmla="*/ 31 w 38"/>
                  <a:gd name="T59" fmla="*/ 21 h 54"/>
                  <a:gd name="T60" fmla="*/ 32 w 38"/>
                  <a:gd name="T61" fmla="*/ 3 h 54"/>
                  <a:gd name="T62" fmla="*/ 23 w 38"/>
                  <a:gd name="T63" fmla="*/ 15 h 54"/>
                  <a:gd name="T64" fmla="*/ 19 w 38"/>
                  <a:gd name="T65" fmla="*/ 0 h 54"/>
                  <a:gd name="T66" fmla="*/ 11 w 38"/>
                  <a:gd name="T67" fmla="*/ 23 h 54"/>
                  <a:gd name="T68" fmla="*/ 3 w 38"/>
                  <a:gd name="T69" fmla="*/ 12 h 54"/>
                  <a:gd name="T70" fmla="*/ 6 w 38"/>
                  <a:gd name="T71" fmla="*/ 42 h 54"/>
                  <a:gd name="T72" fmla="*/ 0 w 38"/>
                  <a:gd name="T73" fmla="*/ 40 h 54"/>
                  <a:gd name="T74" fmla="*/ 5 w 38"/>
                  <a:gd name="T75" fmla="*/ 4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 h="54">
                    <a:moveTo>
                      <a:pt x="5" y="46"/>
                    </a:moveTo>
                    <a:cubicBezTo>
                      <a:pt x="5" y="46"/>
                      <a:pt x="5" y="46"/>
                      <a:pt x="4" y="47"/>
                    </a:cubicBezTo>
                    <a:cubicBezTo>
                      <a:pt x="3" y="48"/>
                      <a:pt x="3" y="49"/>
                      <a:pt x="2" y="50"/>
                    </a:cubicBezTo>
                    <a:cubicBezTo>
                      <a:pt x="3" y="50"/>
                      <a:pt x="4" y="50"/>
                      <a:pt x="5" y="50"/>
                    </a:cubicBezTo>
                    <a:cubicBezTo>
                      <a:pt x="6" y="49"/>
                      <a:pt x="6" y="48"/>
                      <a:pt x="7" y="48"/>
                    </a:cubicBezTo>
                    <a:cubicBezTo>
                      <a:pt x="7" y="48"/>
                      <a:pt x="7" y="48"/>
                      <a:pt x="7" y="48"/>
                    </a:cubicBezTo>
                    <a:cubicBezTo>
                      <a:pt x="7" y="49"/>
                      <a:pt x="6" y="49"/>
                      <a:pt x="6" y="50"/>
                    </a:cubicBezTo>
                    <a:cubicBezTo>
                      <a:pt x="7" y="50"/>
                      <a:pt x="8" y="50"/>
                      <a:pt x="9" y="50"/>
                    </a:cubicBezTo>
                    <a:cubicBezTo>
                      <a:pt x="10" y="50"/>
                      <a:pt x="10" y="49"/>
                      <a:pt x="11" y="48"/>
                    </a:cubicBezTo>
                    <a:cubicBezTo>
                      <a:pt x="11" y="48"/>
                      <a:pt x="11" y="48"/>
                      <a:pt x="11" y="48"/>
                    </a:cubicBezTo>
                    <a:cubicBezTo>
                      <a:pt x="11" y="48"/>
                      <a:pt x="11" y="48"/>
                      <a:pt x="11" y="48"/>
                    </a:cubicBezTo>
                    <a:cubicBezTo>
                      <a:pt x="11" y="49"/>
                      <a:pt x="11" y="50"/>
                      <a:pt x="10" y="51"/>
                    </a:cubicBezTo>
                    <a:cubicBezTo>
                      <a:pt x="11" y="51"/>
                      <a:pt x="12" y="51"/>
                      <a:pt x="14" y="51"/>
                    </a:cubicBezTo>
                    <a:cubicBezTo>
                      <a:pt x="14" y="50"/>
                      <a:pt x="14" y="50"/>
                      <a:pt x="14" y="49"/>
                    </a:cubicBezTo>
                    <a:cubicBezTo>
                      <a:pt x="15" y="49"/>
                      <a:pt x="15" y="49"/>
                      <a:pt x="15" y="49"/>
                    </a:cubicBezTo>
                    <a:cubicBezTo>
                      <a:pt x="15" y="50"/>
                      <a:pt x="15" y="51"/>
                      <a:pt x="14" y="52"/>
                    </a:cubicBezTo>
                    <a:cubicBezTo>
                      <a:pt x="15" y="52"/>
                      <a:pt x="17" y="52"/>
                      <a:pt x="18" y="53"/>
                    </a:cubicBezTo>
                    <a:cubicBezTo>
                      <a:pt x="18" y="52"/>
                      <a:pt x="18" y="51"/>
                      <a:pt x="18" y="50"/>
                    </a:cubicBezTo>
                    <a:cubicBezTo>
                      <a:pt x="19" y="50"/>
                      <a:pt x="19" y="50"/>
                      <a:pt x="19" y="50"/>
                    </a:cubicBezTo>
                    <a:cubicBezTo>
                      <a:pt x="19" y="51"/>
                      <a:pt x="19" y="52"/>
                      <a:pt x="18" y="53"/>
                    </a:cubicBezTo>
                    <a:cubicBezTo>
                      <a:pt x="20" y="53"/>
                      <a:pt x="21" y="54"/>
                      <a:pt x="22" y="54"/>
                    </a:cubicBezTo>
                    <a:cubicBezTo>
                      <a:pt x="22" y="53"/>
                      <a:pt x="22" y="51"/>
                      <a:pt x="22" y="50"/>
                    </a:cubicBezTo>
                    <a:cubicBezTo>
                      <a:pt x="22" y="50"/>
                      <a:pt x="22" y="49"/>
                      <a:pt x="23" y="49"/>
                    </a:cubicBezTo>
                    <a:cubicBezTo>
                      <a:pt x="24" y="49"/>
                      <a:pt x="24" y="50"/>
                      <a:pt x="25" y="50"/>
                    </a:cubicBezTo>
                    <a:cubicBezTo>
                      <a:pt x="25" y="50"/>
                      <a:pt x="25" y="50"/>
                      <a:pt x="25" y="50"/>
                    </a:cubicBezTo>
                    <a:cubicBezTo>
                      <a:pt x="24" y="49"/>
                      <a:pt x="24" y="49"/>
                      <a:pt x="23" y="49"/>
                    </a:cubicBezTo>
                    <a:cubicBezTo>
                      <a:pt x="26" y="47"/>
                      <a:pt x="30" y="45"/>
                      <a:pt x="32" y="44"/>
                    </a:cubicBezTo>
                    <a:cubicBezTo>
                      <a:pt x="32" y="44"/>
                      <a:pt x="31" y="43"/>
                      <a:pt x="28" y="43"/>
                    </a:cubicBezTo>
                    <a:cubicBezTo>
                      <a:pt x="36" y="33"/>
                      <a:pt x="38" y="19"/>
                      <a:pt x="38" y="19"/>
                    </a:cubicBezTo>
                    <a:cubicBezTo>
                      <a:pt x="36" y="19"/>
                      <a:pt x="33" y="20"/>
                      <a:pt x="31" y="21"/>
                    </a:cubicBezTo>
                    <a:cubicBezTo>
                      <a:pt x="32" y="16"/>
                      <a:pt x="32" y="10"/>
                      <a:pt x="32" y="3"/>
                    </a:cubicBezTo>
                    <a:cubicBezTo>
                      <a:pt x="32" y="3"/>
                      <a:pt x="28" y="8"/>
                      <a:pt x="23" y="15"/>
                    </a:cubicBezTo>
                    <a:cubicBezTo>
                      <a:pt x="24" y="3"/>
                      <a:pt x="19" y="0"/>
                      <a:pt x="19" y="0"/>
                    </a:cubicBezTo>
                    <a:cubicBezTo>
                      <a:pt x="15" y="8"/>
                      <a:pt x="12" y="16"/>
                      <a:pt x="11" y="23"/>
                    </a:cubicBezTo>
                    <a:cubicBezTo>
                      <a:pt x="8" y="13"/>
                      <a:pt x="3" y="12"/>
                      <a:pt x="3" y="12"/>
                    </a:cubicBezTo>
                    <a:cubicBezTo>
                      <a:pt x="1" y="23"/>
                      <a:pt x="4" y="35"/>
                      <a:pt x="6" y="42"/>
                    </a:cubicBezTo>
                    <a:cubicBezTo>
                      <a:pt x="2" y="39"/>
                      <a:pt x="0" y="40"/>
                      <a:pt x="0" y="40"/>
                    </a:cubicBezTo>
                    <a:cubicBezTo>
                      <a:pt x="1" y="43"/>
                      <a:pt x="3" y="45"/>
                      <a:pt x="5" y="46"/>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1" name="Freeform 492"/>
              <p:cNvSpPr>
                <a:spLocks/>
              </p:cNvSpPr>
              <p:nvPr/>
            </p:nvSpPr>
            <p:spPr bwMode="auto">
              <a:xfrm>
                <a:off x="2112" y="1690"/>
                <a:ext cx="6" cy="6"/>
              </a:xfrm>
              <a:custGeom>
                <a:avLst/>
                <a:gdLst>
                  <a:gd name="T0" fmla="*/ 0 w 5"/>
                  <a:gd name="T1" fmla="*/ 5 h 5"/>
                  <a:gd name="T2" fmla="*/ 5 w 5"/>
                  <a:gd name="T3" fmla="*/ 5 h 5"/>
                  <a:gd name="T4" fmla="*/ 5 w 5"/>
                  <a:gd name="T5" fmla="*/ 1 h 5"/>
                  <a:gd name="T6" fmla="*/ 0 w 5"/>
                  <a:gd name="T7" fmla="*/ 0 h 5"/>
                  <a:gd name="T8" fmla="*/ 0 w 5"/>
                  <a:gd name="T9" fmla="*/ 5 h 5"/>
                </a:gdLst>
                <a:ahLst/>
                <a:cxnLst>
                  <a:cxn ang="0">
                    <a:pos x="T0" y="T1"/>
                  </a:cxn>
                  <a:cxn ang="0">
                    <a:pos x="T2" y="T3"/>
                  </a:cxn>
                  <a:cxn ang="0">
                    <a:pos x="T4" y="T5"/>
                  </a:cxn>
                  <a:cxn ang="0">
                    <a:pos x="T6" y="T7"/>
                  </a:cxn>
                  <a:cxn ang="0">
                    <a:pos x="T8" y="T9"/>
                  </a:cxn>
                </a:cxnLst>
                <a:rect l="0" t="0" r="r" b="b"/>
                <a:pathLst>
                  <a:path w="5" h="5">
                    <a:moveTo>
                      <a:pt x="0" y="5"/>
                    </a:moveTo>
                    <a:cubicBezTo>
                      <a:pt x="2" y="5"/>
                      <a:pt x="4" y="5"/>
                      <a:pt x="5" y="5"/>
                    </a:cubicBezTo>
                    <a:cubicBezTo>
                      <a:pt x="5" y="4"/>
                      <a:pt x="5" y="3"/>
                      <a:pt x="5" y="1"/>
                    </a:cubicBezTo>
                    <a:cubicBezTo>
                      <a:pt x="4" y="1"/>
                      <a:pt x="2" y="1"/>
                      <a:pt x="0" y="0"/>
                    </a:cubicBezTo>
                    <a:cubicBezTo>
                      <a:pt x="0" y="2"/>
                      <a:pt x="0" y="3"/>
                      <a:pt x="0" y="5"/>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2" name="Freeform 493"/>
              <p:cNvSpPr>
                <a:spLocks/>
              </p:cNvSpPr>
              <p:nvPr/>
            </p:nvSpPr>
            <p:spPr bwMode="auto">
              <a:xfrm>
                <a:off x="2087" y="1694"/>
                <a:ext cx="8" cy="8"/>
              </a:xfrm>
              <a:custGeom>
                <a:avLst/>
                <a:gdLst>
                  <a:gd name="T0" fmla="*/ 6 w 6"/>
                  <a:gd name="T1" fmla="*/ 1 h 6"/>
                  <a:gd name="T2" fmla="*/ 1 w 6"/>
                  <a:gd name="T3" fmla="*/ 0 h 6"/>
                  <a:gd name="T4" fmla="*/ 0 w 6"/>
                  <a:gd name="T5" fmla="*/ 5 h 6"/>
                  <a:gd name="T6" fmla="*/ 5 w 6"/>
                  <a:gd name="T7" fmla="*/ 6 h 6"/>
                  <a:gd name="T8" fmla="*/ 6 w 6"/>
                  <a:gd name="T9" fmla="*/ 1 h 6"/>
                </a:gdLst>
                <a:ahLst/>
                <a:cxnLst>
                  <a:cxn ang="0">
                    <a:pos x="T0" y="T1"/>
                  </a:cxn>
                  <a:cxn ang="0">
                    <a:pos x="T2" y="T3"/>
                  </a:cxn>
                  <a:cxn ang="0">
                    <a:pos x="T4" y="T5"/>
                  </a:cxn>
                  <a:cxn ang="0">
                    <a:pos x="T6" y="T7"/>
                  </a:cxn>
                  <a:cxn ang="0">
                    <a:pos x="T8" y="T9"/>
                  </a:cxn>
                </a:cxnLst>
                <a:rect l="0" t="0" r="r" b="b"/>
                <a:pathLst>
                  <a:path w="6" h="6">
                    <a:moveTo>
                      <a:pt x="6" y="1"/>
                    </a:moveTo>
                    <a:cubicBezTo>
                      <a:pt x="4" y="1"/>
                      <a:pt x="2" y="0"/>
                      <a:pt x="1" y="0"/>
                    </a:cubicBezTo>
                    <a:cubicBezTo>
                      <a:pt x="0" y="2"/>
                      <a:pt x="0" y="3"/>
                      <a:pt x="0" y="5"/>
                    </a:cubicBezTo>
                    <a:cubicBezTo>
                      <a:pt x="1" y="5"/>
                      <a:pt x="3" y="6"/>
                      <a:pt x="5" y="6"/>
                    </a:cubicBezTo>
                    <a:cubicBezTo>
                      <a:pt x="5" y="4"/>
                      <a:pt x="5" y="2"/>
                      <a:pt x="6" y="1"/>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3" name="Freeform 494"/>
              <p:cNvSpPr>
                <a:spLocks/>
              </p:cNvSpPr>
              <p:nvPr/>
            </p:nvSpPr>
            <p:spPr bwMode="auto">
              <a:xfrm>
                <a:off x="2118" y="1704"/>
                <a:ext cx="3" cy="4"/>
              </a:xfrm>
              <a:custGeom>
                <a:avLst/>
                <a:gdLst>
                  <a:gd name="T0" fmla="*/ 0 w 2"/>
                  <a:gd name="T1" fmla="*/ 3 h 3"/>
                  <a:gd name="T2" fmla="*/ 2 w 2"/>
                  <a:gd name="T3" fmla="*/ 0 h 3"/>
                  <a:gd name="T4" fmla="*/ 1 w 2"/>
                  <a:gd name="T5" fmla="*/ 0 h 3"/>
                  <a:gd name="T6" fmla="*/ 0 w 2"/>
                  <a:gd name="T7" fmla="*/ 3 h 3"/>
                </a:gdLst>
                <a:ahLst/>
                <a:cxnLst>
                  <a:cxn ang="0">
                    <a:pos x="T0" y="T1"/>
                  </a:cxn>
                  <a:cxn ang="0">
                    <a:pos x="T2" y="T3"/>
                  </a:cxn>
                  <a:cxn ang="0">
                    <a:pos x="T4" y="T5"/>
                  </a:cxn>
                  <a:cxn ang="0">
                    <a:pos x="T6" y="T7"/>
                  </a:cxn>
                </a:cxnLst>
                <a:rect l="0" t="0" r="r" b="b"/>
                <a:pathLst>
                  <a:path w="2" h="3">
                    <a:moveTo>
                      <a:pt x="0" y="3"/>
                    </a:moveTo>
                    <a:cubicBezTo>
                      <a:pt x="1" y="2"/>
                      <a:pt x="1" y="1"/>
                      <a:pt x="2" y="0"/>
                    </a:cubicBezTo>
                    <a:cubicBezTo>
                      <a:pt x="1" y="0"/>
                      <a:pt x="1" y="0"/>
                      <a:pt x="1" y="0"/>
                    </a:cubicBezTo>
                    <a:cubicBezTo>
                      <a:pt x="1" y="1"/>
                      <a:pt x="0" y="2"/>
                      <a:pt x="0" y="3"/>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4" name="Freeform 495"/>
              <p:cNvSpPr>
                <a:spLocks/>
              </p:cNvSpPr>
              <p:nvPr/>
            </p:nvSpPr>
            <p:spPr bwMode="auto">
              <a:xfrm>
                <a:off x="2120" y="1698"/>
                <a:ext cx="2" cy="5"/>
              </a:xfrm>
              <a:custGeom>
                <a:avLst/>
                <a:gdLst>
                  <a:gd name="T0" fmla="*/ 0 w 2"/>
                  <a:gd name="T1" fmla="*/ 4 h 4"/>
                  <a:gd name="T2" fmla="*/ 1 w 2"/>
                  <a:gd name="T3" fmla="*/ 4 h 4"/>
                  <a:gd name="T4" fmla="*/ 2 w 2"/>
                  <a:gd name="T5" fmla="*/ 1 h 4"/>
                  <a:gd name="T6" fmla="*/ 0 w 2"/>
                  <a:gd name="T7" fmla="*/ 0 h 4"/>
                  <a:gd name="T8" fmla="*/ 0 w 2"/>
                  <a:gd name="T9" fmla="*/ 4 h 4"/>
                </a:gdLst>
                <a:ahLst/>
                <a:cxnLst>
                  <a:cxn ang="0">
                    <a:pos x="T0" y="T1"/>
                  </a:cxn>
                  <a:cxn ang="0">
                    <a:pos x="T2" y="T3"/>
                  </a:cxn>
                  <a:cxn ang="0">
                    <a:pos x="T4" y="T5"/>
                  </a:cxn>
                  <a:cxn ang="0">
                    <a:pos x="T6" y="T7"/>
                  </a:cxn>
                  <a:cxn ang="0">
                    <a:pos x="T8" y="T9"/>
                  </a:cxn>
                </a:cxnLst>
                <a:rect l="0" t="0" r="r" b="b"/>
                <a:pathLst>
                  <a:path w="2" h="4">
                    <a:moveTo>
                      <a:pt x="0" y="4"/>
                    </a:moveTo>
                    <a:cubicBezTo>
                      <a:pt x="0" y="4"/>
                      <a:pt x="1" y="4"/>
                      <a:pt x="1" y="4"/>
                    </a:cubicBezTo>
                    <a:cubicBezTo>
                      <a:pt x="2" y="3"/>
                      <a:pt x="2" y="2"/>
                      <a:pt x="2" y="1"/>
                    </a:cubicBezTo>
                    <a:cubicBezTo>
                      <a:pt x="2" y="1"/>
                      <a:pt x="1" y="0"/>
                      <a:pt x="0" y="0"/>
                    </a:cubicBezTo>
                    <a:cubicBezTo>
                      <a:pt x="0" y="2"/>
                      <a:pt x="0" y="3"/>
                      <a:pt x="0" y="4"/>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5" name="Freeform 496"/>
              <p:cNvSpPr>
                <a:spLocks/>
              </p:cNvSpPr>
              <p:nvPr/>
            </p:nvSpPr>
            <p:spPr bwMode="auto">
              <a:xfrm>
                <a:off x="2095" y="1695"/>
                <a:ext cx="7" cy="8"/>
              </a:xfrm>
              <a:custGeom>
                <a:avLst/>
                <a:gdLst>
                  <a:gd name="T0" fmla="*/ 6 w 6"/>
                  <a:gd name="T1" fmla="*/ 1 h 6"/>
                  <a:gd name="T2" fmla="*/ 1 w 6"/>
                  <a:gd name="T3" fmla="*/ 0 h 6"/>
                  <a:gd name="T4" fmla="*/ 0 w 6"/>
                  <a:gd name="T5" fmla="*/ 5 h 6"/>
                  <a:gd name="T6" fmla="*/ 5 w 6"/>
                  <a:gd name="T7" fmla="*/ 6 h 6"/>
                  <a:gd name="T8" fmla="*/ 6 w 6"/>
                  <a:gd name="T9" fmla="*/ 1 h 6"/>
                </a:gdLst>
                <a:ahLst/>
                <a:cxnLst>
                  <a:cxn ang="0">
                    <a:pos x="T0" y="T1"/>
                  </a:cxn>
                  <a:cxn ang="0">
                    <a:pos x="T2" y="T3"/>
                  </a:cxn>
                  <a:cxn ang="0">
                    <a:pos x="T4" y="T5"/>
                  </a:cxn>
                  <a:cxn ang="0">
                    <a:pos x="T6" y="T7"/>
                  </a:cxn>
                  <a:cxn ang="0">
                    <a:pos x="T8" y="T9"/>
                  </a:cxn>
                </a:cxnLst>
                <a:rect l="0" t="0" r="r" b="b"/>
                <a:pathLst>
                  <a:path w="6" h="6">
                    <a:moveTo>
                      <a:pt x="6" y="1"/>
                    </a:moveTo>
                    <a:cubicBezTo>
                      <a:pt x="4" y="1"/>
                      <a:pt x="2" y="0"/>
                      <a:pt x="1" y="0"/>
                    </a:cubicBezTo>
                    <a:cubicBezTo>
                      <a:pt x="0" y="2"/>
                      <a:pt x="0" y="3"/>
                      <a:pt x="0" y="5"/>
                    </a:cubicBezTo>
                    <a:cubicBezTo>
                      <a:pt x="2" y="5"/>
                      <a:pt x="3" y="5"/>
                      <a:pt x="5" y="6"/>
                    </a:cubicBezTo>
                    <a:cubicBezTo>
                      <a:pt x="5" y="4"/>
                      <a:pt x="6" y="2"/>
                      <a:pt x="6" y="1"/>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6" name="Freeform 497"/>
              <p:cNvSpPr>
                <a:spLocks/>
              </p:cNvSpPr>
              <p:nvPr/>
            </p:nvSpPr>
            <p:spPr bwMode="auto">
              <a:xfrm>
                <a:off x="2110" y="1704"/>
                <a:ext cx="8" cy="5"/>
              </a:xfrm>
              <a:custGeom>
                <a:avLst/>
                <a:gdLst>
                  <a:gd name="T0" fmla="*/ 0 w 6"/>
                  <a:gd name="T1" fmla="*/ 4 h 4"/>
                  <a:gd name="T2" fmla="*/ 5 w 6"/>
                  <a:gd name="T3" fmla="*/ 4 h 4"/>
                  <a:gd name="T4" fmla="*/ 6 w 6"/>
                  <a:gd name="T5" fmla="*/ 0 h 4"/>
                  <a:gd name="T6" fmla="*/ 0 w 6"/>
                  <a:gd name="T7" fmla="*/ 0 h 4"/>
                  <a:gd name="T8" fmla="*/ 0 w 6"/>
                  <a:gd name="T9" fmla="*/ 4 h 4"/>
                </a:gdLst>
                <a:ahLst/>
                <a:cxnLst>
                  <a:cxn ang="0">
                    <a:pos x="T0" y="T1"/>
                  </a:cxn>
                  <a:cxn ang="0">
                    <a:pos x="T2" y="T3"/>
                  </a:cxn>
                  <a:cxn ang="0">
                    <a:pos x="T4" y="T5"/>
                  </a:cxn>
                  <a:cxn ang="0">
                    <a:pos x="T6" y="T7"/>
                  </a:cxn>
                  <a:cxn ang="0">
                    <a:pos x="T8" y="T9"/>
                  </a:cxn>
                </a:cxnLst>
                <a:rect l="0" t="0" r="r" b="b"/>
                <a:pathLst>
                  <a:path w="6" h="4">
                    <a:moveTo>
                      <a:pt x="0" y="4"/>
                    </a:moveTo>
                    <a:cubicBezTo>
                      <a:pt x="1" y="4"/>
                      <a:pt x="3" y="4"/>
                      <a:pt x="5" y="4"/>
                    </a:cubicBezTo>
                    <a:cubicBezTo>
                      <a:pt x="5" y="3"/>
                      <a:pt x="5" y="1"/>
                      <a:pt x="6" y="0"/>
                    </a:cubicBezTo>
                    <a:cubicBezTo>
                      <a:pt x="4" y="0"/>
                      <a:pt x="2" y="0"/>
                      <a:pt x="0" y="0"/>
                    </a:cubicBezTo>
                    <a:cubicBezTo>
                      <a:pt x="0" y="1"/>
                      <a:pt x="0" y="3"/>
                      <a:pt x="0" y="4"/>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7" name="Freeform 498"/>
              <p:cNvSpPr>
                <a:spLocks/>
              </p:cNvSpPr>
              <p:nvPr/>
            </p:nvSpPr>
            <p:spPr bwMode="auto">
              <a:xfrm>
                <a:off x="2118" y="1679"/>
                <a:ext cx="5" cy="7"/>
              </a:xfrm>
              <a:custGeom>
                <a:avLst/>
                <a:gdLst>
                  <a:gd name="T0" fmla="*/ 4 w 4"/>
                  <a:gd name="T1" fmla="*/ 5 h 5"/>
                  <a:gd name="T2" fmla="*/ 3 w 4"/>
                  <a:gd name="T3" fmla="*/ 1 h 5"/>
                  <a:gd name="T4" fmla="*/ 0 w 4"/>
                  <a:gd name="T5" fmla="*/ 0 h 5"/>
                  <a:gd name="T6" fmla="*/ 1 w 4"/>
                  <a:gd name="T7" fmla="*/ 4 h 5"/>
                  <a:gd name="T8" fmla="*/ 4 w 4"/>
                  <a:gd name="T9" fmla="*/ 5 h 5"/>
                </a:gdLst>
                <a:ahLst/>
                <a:cxnLst>
                  <a:cxn ang="0">
                    <a:pos x="T0" y="T1"/>
                  </a:cxn>
                  <a:cxn ang="0">
                    <a:pos x="T2" y="T3"/>
                  </a:cxn>
                  <a:cxn ang="0">
                    <a:pos x="T4" y="T5"/>
                  </a:cxn>
                  <a:cxn ang="0">
                    <a:pos x="T6" y="T7"/>
                  </a:cxn>
                  <a:cxn ang="0">
                    <a:pos x="T8" y="T9"/>
                  </a:cxn>
                </a:cxnLst>
                <a:rect l="0" t="0" r="r" b="b"/>
                <a:pathLst>
                  <a:path w="4" h="5">
                    <a:moveTo>
                      <a:pt x="4" y="5"/>
                    </a:moveTo>
                    <a:cubicBezTo>
                      <a:pt x="4" y="4"/>
                      <a:pt x="4" y="2"/>
                      <a:pt x="3" y="1"/>
                    </a:cubicBezTo>
                    <a:cubicBezTo>
                      <a:pt x="2" y="1"/>
                      <a:pt x="1" y="0"/>
                      <a:pt x="0" y="0"/>
                    </a:cubicBezTo>
                    <a:cubicBezTo>
                      <a:pt x="0" y="1"/>
                      <a:pt x="0" y="2"/>
                      <a:pt x="1" y="4"/>
                    </a:cubicBezTo>
                    <a:cubicBezTo>
                      <a:pt x="2" y="4"/>
                      <a:pt x="3" y="4"/>
                      <a:pt x="4" y="5"/>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8" name="Freeform 499"/>
              <p:cNvSpPr>
                <a:spLocks/>
              </p:cNvSpPr>
              <p:nvPr/>
            </p:nvSpPr>
            <p:spPr bwMode="auto">
              <a:xfrm>
                <a:off x="2088" y="1686"/>
                <a:ext cx="8" cy="8"/>
              </a:xfrm>
              <a:custGeom>
                <a:avLst/>
                <a:gdLst>
                  <a:gd name="T0" fmla="*/ 6 w 6"/>
                  <a:gd name="T1" fmla="*/ 1 h 6"/>
                  <a:gd name="T2" fmla="*/ 1 w 6"/>
                  <a:gd name="T3" fmla="*/ 0 h 6"/>
                  <a:gd name="T4" fmla="*/ 0 w 6"/>
                  <a:gd name="T5" fmla="*/ 5 h 6"/>
                  <a:gd name="T6" fmla="*/ 5 w 6"/>
                  <a:gd name="T7" fmla="*/ 6 h 6"/>
                  <a:gd name="T8" fmla="*/ 6 w 6"/>
                  <a:gd name="T9" fmla="*/ 1 h 6"/>
                </a:gdLst>
                <a:ahLst/>
                <a:cxnLst>
                  <a:cxn ang="0">
                    <a:pos x="T0" y="T1"/>
                  </a:cxn>
                  <a:cxn ang="0">
                    <a:pos x="T2" y="T3"/>
                  </a:cxn>
                  <a:cxn ang="0">
                    <a:pos x="T4" y="T5"/>
                  </a:cxn>
                  <a:cxn ang="0">
                    <a:pos x="T6" y="T7"/>
                  </a:cxn>
                  <a:cxn ang="0">
                    <a:pos x="T8" y="T9"/>
                  </a:cxn>
                </a:cxnLst>
                <a:rect l="0" t="0" r="r" b="b"/>
                <a:pathLst>
                  <a:path w="6" h="6">
                    <a:moveTo>
                      <a:pt x="6" y="1"/>
                    </a:moveTo>
                    <a:cubicBezTo>
                      <a:pt x="4" y="1"/>
                      <a:pt x="3" y="0"/>
                      <a:pt x="1" y="0"/>
                    </a:cubicBezTo>
                    <a:cubicBezTo>
                      <a:pt x="1" y="2"/>
                      <a:pt x="0" y="3"/>
                      <a:pt x="0" y="5"/>
                    </a:cubicBezTo>
                    <a:cubicBezTo>
                      <a:pt x="2" y="5"/>
                      <a:pt x="3" y="5"/>
                      <a:pt x="5" y="6"/>
                    </a:cubicBezTo>
                    <a:cubicBezTo>
                      <a:pt x="5" y="4"/>
                      <a:pt x="5" y="3"/>
                      <a:pt x="6" y="1"/>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9" name="Freeform 500"/>
              <p:cNvSpPr>
                <a:spLocks/>
              </p:cNvSpPr>
              <p:nvPr/>
            </p:nvSpPr>
            <p:spPr bwMode="auto">
              <a:xfrm>
                <a:off x="2102" y="1696"/>
                <a:ext cx="8" cy="7"/>
              </a:xfrm>
              <a:custGeom>
                <a:avLst/>
                <a:gdLst>
                  <a:gd name="T0" fmla="*/ 6 w 6"/>
                  <a:gd name="T1" fmla="*/ 1 h 5"/>
                  <a:gd name="T2" fmla="*/ 1 w 6"/>
                  <a:gd name="T3" fmla="*/ 0 h 5"/>
                  <a:gd name="T4" fmla="*/ 0 w 6"/>
                  <a:gd name="T5" fmla="*/ 5 h 5"/>
                  <a:gd name="T6" fmla="*/ 5 w 6"/>
                  <a:gd name="T7" fmla="*/ 5 h 5"/>
                  <a:gd name="T8" fmla="*/ 6 w 6"/>
                  <a:gd name="T9" fmla="*/ 1 h 5"/>
                </a:gdLst>
                <a:ahLst/>
                <a:cxnLst>
                  <a:cxn ang="0">
                    <a:pos x="T0" y="T1"/>
                  </a:cxn>
                  <a:cxn ang="0">
                    <a:pos x="T2" y="T3"/>
                  </a:cxn>
                  <a:cxn ang="0">
                    <a:pos x="T4" y="T5"/>
                  </a:cxn>
                  <a:cxn ang="0">
                    <a:pos x="T6" y="T7"/>
                  </a:cxn>
                  <a:cxn ang="0">
                    <a:pos x="T8" y="T9"/>
                  </a:cxn>
                </a:cxnLst>
                <a:rect l="0" t="0" r="r" b="b"/>
                <a:pathLst>
                  <a:path w="6" h="5">
                    <a:moveTo>
                      <a:pt x="6" y="1"/>
                    </a:moveTo>
                    <a:cubicBezTo>
                      <a:pt x="4" y="0"/>
                      <a:pt x="3" y="0"/>
                      <a:pt x="1" y="0"/>
                    </a:cubicBezTo>
                    <a:cubicBezTo>
                      <a:pt x="1" y="2"/>
                      <a:pt x="0" y="3"/>
                      <a:pt x="0" y="5"/>
                    </a:cubicBezTo>
                    <a:cubicBezTo>
                      <a:pt x="2" y="5"/>
                      <a:pt x="4" y="5"/>
                      <a:pt x="5" y="5"/>
                    </a:cubicBezTo>
                    <a:cubicBezTo>
                      <a:pt x="6" y="4"/>
                      <a:pt x="6" y="2"/>
                      <a:pt x="6" y="1"/>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0" name="Freeform 501"/>
              <p:cNvSpPr>
                <a:spLocks/>
              </p:cNvSpPr>
              <p:nvPr/>
            </p:nvSpPr>
            <p:spPr bwMode="auto">
              <a:xfrm>
                <a:off x="2096" y="1687"/>
                <a:ext cx="8" cy="8"/>
              </a:xfrm>
              <a:custGeom>
                <a:avLst/>
                <a:gdLst>
                  <a:gd name="T0" fmla="*/ 6 w 6"/>
                  <a:gd name="T1" fmla="*/ 1 h 6"/>
                  <a:gd name="T2" fmla="*/ 1 w 6"/>
                  <a:gd name="T3" fmla="*/ 0 h 6"/>
                  <a:gd name="T4" fmla="*/ 0 w 6"/>
                  <a:gd name="T5" fmla="*/ 5 h 6"/>
                  <a:gd name="T6" fmla="*/ 5 w 6"/>
                  <a:gd name="T7" fmla="*/ 6 h 6"/>
                  <a:gd name="T8" fmla="*/ 6 w 6"/>
                  <a:gd name="T9" fmla="*/ 1 h 6"/>
                </a:gdLst>
                <a:ahLst/>
                <a:cxnLst>
                  <a:cxn ang="0">
                    <a:pos x="T0" y="T1"/>
                  </a:cxn>
                  <a:cxn ang="0">
                    <a:pos x="T2" y="T3"/>
                  </a:cxn>
                  <a:cxn ang="0">
                    <a:pos x="T4" y="T5"/>
                  </a:cxn>
                  <a:cxn ang="0">
                    <a:pos x="T6" y="T7"/>
                  </a:cxn>
                  <a:cxn ang="0">
                    <a:pos x="T8" y="T9"/>
                  </a:cxn>
                </a:cxnLst>
                <a:rect l="0" t="0" r="r" b="b"/>
                <a:pathLst>
                  <a:path w="6" h="6">
                    <a:moveTo>
                      <a:pt x="6" y="1"/>
                    </a:moveTo>
                    <a:cubicBezTo>
                      <a:pt x="4" y="1"/>
                      <a:pt x="2" y="0"/>
                      <a:pt x="1" y="0"/>
                    </a:cubicBezTo>
                    <a:cubicBezTo>
                      <a:pt x="1" y="2"/>
                      <a:pt x="0" y="3"/>
                      <a:pt x="0" y="5"/>
                    </a:cubicBezTo>
                    <a:cubicBezTo>
                      <a:pt x="2" y="5"/>
                      <a:pt x="3" y="6"/>
                      <a:pt x="5" y="6"/>
                    </a:cubicBezTo>
                    <a:cubicBezTo>
                      <a:pt x="5" y="4"/>
                      <a:pt x="5" y="3"/>
                      <a:pt x="6" y="1"/>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1" name="Freeform 502"/>
              <p:cNvSpPr>
                <a:spLocks/>
              </p:cNvSpPr>
              <p:nvPr/>
            </p:nvSpPr>
            <p:spPr bwMode="auto">
              <a:xfrm>
                <a:off x="2112" y="1698"/>
                <a:ext cx="6" cy="5"/>
              </a:xfrm>
              <a:custGeom>
                <a:avLst/>
                <a:gdLst>
                  <a:gd name="T0" fmla="*/ 0 w 5"/>
                  <a:gd name="T1" fmla="*/ 4 h 4"/>
                  <a:gd name="T2" fmla="*/ 5 w 5"/>
                  <a:gd name="T3" fmla="*/ 4 h 4"/>
                  <a:gd name="T4" fmla="*/ 5 w 5"/>
                  <a:gd name="T5" fmla="*/ 0 h 4"/>
                  <a:gd name="T6" fmla="*/ 0 w 5"/>
                  <a:gd name="T7" fmla="*/ 0 h 4"/>
                  <a:gd name="T8" fmla="*/ 0 w 5"/>
                  <a:gd name="T9" fmla="*/ 4 h 4"/>
                </a:gdLst>
                <a:ahLst/>
                <a:cxnLst>
                  <a:cxn ang="0">
                    <a:pos x="T0" y="T1"/>
                  </a:cxn>
                  <a:cxn ang="0">
                    <a:pos x="T2" y="T3"/>
                  </a:cxn>
                  <a:cxn ang="0">
                    <a:pos x="T4" y="T5"/>
                  </a:cxn>
                  <a:cxn ang="0">
                    <a:pos x="T6" y="T7"/>
                  </a:cxn>
                  <a:cxn ang="0">
                    <a:pos x="T8" y="T9"/>
                  </a:cxn>
                </a:cxnLst>
                <a:rect l="0" t="0" r="r" b="b"/>
                <a:pathLst>
                  <a:path w="5" h="4">
                    <a:moveTo>
                      <a:pt x="0" y="4"/>
                    </a:moveTo>
                    <a:cubicBezTo>
                      <a:pt x="1" y="4"/>
                      <a:pt x="3" y="4"/>
                      <a:pt x="5" y="4"/>
                    </a:cubicBezTo>
                    <a:cubicBezTo>
                      <a:pt x="5" y="3"/>
                      <a:pt x="5" y="2"/>
                      <a:pt x="5" y="0"/>
                    </a:cubicBezTo>
                    <a:cubicBezTo>
                      <a:pt x="3" y="0"/>
                      <a:pt x="2" y="0"/>
                      <a:pt x="0" y="0"/>
                    </a:cubicBezTo>
                    <a:cubicBezTo>
                      <a:pt x="0" y="1"/>
                      <a:pt x="0" y="3"/>
                      <a:pt x="0" y="4"/>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2" name="Freeform 503"/>
              <p:cNvSpPr>
                <a:spLocks/>
              </p:cNvSpPr>
              <p:nvPr/>
            </p:nvSpPr>
            <p:spPr bwMode="auto">
              <a:xfrm>
                <a:off x="2105" y="1682"/>
                <a:ext cx="7" cy="6"/>
              </a:xfrm>
              <a:custGeom>
                <a:avLst/>
                <a:gdLst>
                  <a:gd name="T0" fmla="*/ 4 w 5"/>
                  <a:gd name="T1" fmla="*/ 1 h 5"/>
                  <a:gd name="T2" fmla="*/ 0 w 5"/>
                  <a:gd name="T3" fmla="*/ 0 h 5"/>
                  <a:gd name="T4" fmla="*/ 0 w 5"/>
                  <a:gd name="T5" fmla="*/ 4 h 5"/>
                  <a:gd name="T6" fmla="*/ 4 w 5"/>
                  <a:gd name="T7" fmla="*/ 5 h 5"/>
                  <a:gd name="T8" fmla="*/ 4 w 5"/>
                  <a:gd name="T9" fmla="*/ 1 h 5"/>
                </a:gdLst>
                <a:ahLst/>
                <a:cxnLst>
                  <a:cxn ang="0">
                    <a:pos x="T0" y="T1"/>
                  </a:cxn>
                  <a:cxn ang="0">
                    <a:pos x="T2" y="T3"/>
                  </a:cxn>
                  <a:cxn ang="0">
                    <a:pos x="T4" y="T5"/>
                  </a:cxn>
                  <a:cxn ang="0">
                    <a:pos x="T6" y="T7"/>
                  </a:cxn>
                  <a:cxn ang="0">
                    <a:pos x="T8" y="T9"/>
                  </a:cxn>
                </a:cxnLst>
                <a:rect l="0" t="0" r="r" b="b"/>
                <a:pathLst>
                  <a:path w="5" h="5">
                    <a:moveTo>
                      <a:pt x="4" y="1"/>
                    </a:moveTo>
                    <a:cubicBezTo>
                      <a:pt x="3" y="0"/>
                      <a:pt x="2" y="0"/>
                      <a:pt x="0" y="0"/>
                    </a:cubicBezTo>
                    <a:cubicBezTo>
                      <a:pt x="0" y="1"/>
                      <a:pt x="0" y="3"/>
                      <a:pt x="0" y="4"/>
                    </a:cubicBezTo>
                    <a:cubicBezTo>
                      <a:pt x="1" y="5"/>
                      <a:pt x="3" y="5"/>
                      <a:pt x="4" y="5"/>
                    </a:cubicBezTo>
                    <a:cubicBezTo>
                      <a:pt x="4" y="4"/>
                      <a:pt x="5" y="2"/>
                      <a:pt x="4" y="1"/>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3" name="Freeform 504"/>
              <p:cNvSpPr>
                <a:spLocks/>
              </p:cNvSpPr>
              <p:nvPr/>
            </p:nvSpPr>
            <p:spPr bwMode="auto">
              <a:xfrm>
                <a:off x="2100" y="1665"/>
                <a:ext cx="5" cy="8"/>
              </a:xfrm>
              <a:custGeom>
                <a:avLst/>
                <a:gdLst>
                  <a:gd name="T0" fmla="*/ 4 w 4"/>
                  <a:gd name="T1" fmla="*/ 1 h 6"/>
                  <a:gd name="T2" fmla="*/ 0 w 4"/>
                  <a:gd name="T3" fmla="*/ 0 h 6"/>
                  <a:gd name="T4" fmla="*/ 0 w 4"/>
                  <a:gd name="T5" fmla="*/ 4 h 6"/>
                  <a:gd name="T6" fmla="*/ 4 w 4"/>
                  <a:gd name="T7" fmla="*/ 6 h 6"/>
                  <a:gd name="T8" fmla="*/ 4 w 4"/>
                  <a:gd name="T9" fmla="*/ 1 h 6"/>
                </a:gdLst>
                <a:ahLst/>
                <a:cxnLst>
                  <a:cxn ang="0">
                    <a:pos x="T0" y="T1"/>
                  </a:cxn>
                  <a:cxn ang="0">
                    <a:pos x="T2" y="T3"/>
                  </a:cxn>
                  <a:cxn ang="0">
                    <a:pos x="T4" y="T5"/>
                  </a:cxn>
                  <a:cxn ang="0">
                    <a:pos x="T6" y="T7"/>
                  </a:cxn>
                  <a:cxn ang="0">
                    <a:pos x="T8" y="T9"/>
                  </a:cxn>
                </a:cxnLst>
                <a:rect l="0" t="0" r="r" b="b"/>
                <a:pathLst>
                  <a:path w="4" h="6">
                    <a:moveTo>
                      <a:pt x="4" y="1"/>
                    </a:moveTo>
                    <a:cubicBezTo>
                      <a:pt x="3" y="1"/>
                      <a:pt x="1" y="0"/>
                      <a:pt x="0" y="0"/>
                    </a:cubicBezTo>
                    <a:cubicBezTo>
                      <a:pt x="0" y="1"/>
                      <a:pt x="0" y="3"/>
                      <a:pt x="0" y="4"/>
                    </a:cubicBezTo>
                    <a:cubicBezTo>
                      <a:pt x="1" y="5"/>
                      <a:pt x="2" y="5"/>
                      <a:pt x="4" y="6"/>
                    </a:cubicBezTo>
                    <a:cubicBezTo>
                      <a:pt x="4" y="4"/>
                      <a:pt x="4" y="3"/>
                      <a:pt x="4" y="1"/>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4" name="Freeform 505"/>
              <p:cNvSpPr>
                <a:spLocks/>
              </p:cNvSpPr>
              <p:nvPr/>
            </p:nvSpPr>
            <p:spPr bwMode="auto">
              <a:xfrm>
                <a:off x="2112" y="1683"/>
                <a:ext cx="6" cy="7"/>
              </a:xfrm>
              <a:custGeom>
                <a:avLst/>
                <a:gdLst>
                  <a:gd name="T0" fmla="*/ 5 w 5"/>
                  <a:gd name="T1" fmla="*/ 5 h 5"/>
                  <a:gd name="T2" fmla="*/ 5 w 5"/>
                  <a:gd name="T3" fmla="*/ 1 h 5"/>
                  <a:gd name="T4" fmla="*/ 0 w 5"/>
                  <a:gd name="T5" fmla="*/ 0 h 5"/>
                  <a:gd name="T6" fmla="*/ 0 w 5"/>
                  <a:gd name="T7" fmla="*/ 4 h 5"/>
                  <a:gd name="T8" fmla="*/ 5 w 5"/>
                  <a:gd name="T9" fmla="*/ 5 h 5"/>
                </a:gdLst>
                <a:ahLst/>
                <a:cxnLst>
                  <a:cxn ang="0">
                    <a:pos x="T0" y="T1"/>
                  </a:cxn>
                  <a:cxn ang="0">
                    <a:pos x="T2" y="T3"/>
                  </a:cxn>
                  <a:cxn ang="0">
                    <a:pos x="T4" y="T5"/>
                  </a:cxn>
                  <a:cxn ang="0">
                    <a:pos x="T6" y="T7"/>
                  </a:cxn>
                  <a:cxn ang="0">
                    <a:pos x="T8" y="T9"/>
                  </a:cxn>
                </a:cxnLst>
                <a:rect l="0" t="0" r="r" b="b"/>
                <a:pathLst>
                  <a:path w="5" h="5">
                    <a:moveTo>
                      <a:pt x="5" y="5"/>
                    </a:moveTo>
                    <a:cubicBezTo>
                      <a:pt x="5" y="4"/>
                      <a:pt x="5" y="3"/>
                      <a:pt x="5" y="1"/>
                    </a:cubicBezTo>
                    <a:cubicBezTo>
                      <a:pt x="3" y="1"/>
                      <a:pt x="2" y="1"/>
                      <a:pt x="0" y="0"/>
                    </a:cubicBezTo>
                    <a:cubicBezTo>
                      <a:pt x="1" y="2"/>
                      <a:pt x="1" y="3"/>
                      <a:pt x="0" y="4"/>
                    </a:cubicBezTo>
                    <a:cubicBezTo>
                      <a:pt x="2" y="5"/>
                      <a:pt x="4" y="5"/>
                      <a:pt x="5" y="5"/>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5" name="Freeform 506"/>
              <p:cNvSpPr>
                <a:spLocks/>
              </p:cNvSpPr>
              <p:nvPr/>
            </p:nvSpPr>
            <p:spPr bwMode="auto">
              <a:xfrm>
                <a:off x="2105" y="1674"/>
                <a:ext cx="5" cy="8"/>
              </a:xfrm>
              <a:custGeom>
                <a:avLst/>
                <a:gdLst>
                  <a:gd name="T0" fmla="*/ 4 w 4"/>
                  <a:gd name="T1" fmla="*/ 6 h 6"/>
                  <a:gd name="T2" fmla="*/ 4 w 4"/>
                  <a:gd name="T3" fmla="*/ 1 h 6"/>
                  <a:gd name="T4" fmla="*/ 0 w 4"/>
                  <a:gd name="T5" fmla="*/ 0 h 6"/>
                  <a:gd name="T6" fmla="*/ 0 w 4"/>
                  <a:gd name="T7" fmla="*/ 5 h 6"/>
                  <a:gd name="T8" fmla="*/ 4 w 4"/>
                  <a:gd name="T9" fmla="*/ 6 h 6"/>
                </a:gdLst>
                <a:ahLst/>
                <a:cxnLst>
                  <a:cxn ang="0">
                    <a:pos x="T0" y="T1"/>
                  </a:cxn>
                  <a:cxn ang="0">
                    <a:pos x="T2" y="T3"/>
                  </a:cxn>
                  <a:cxn ang="0">
                    <a:pos x="T4" y="T5"/>
                  </a:cxn>
                  <a:cxn ang="0">
                    <a:pos x="T6" y="T7"/>
                  </a:cxn>
                  <a:cxn ang="0">
                    <a:pos x="T8" y="T9"/>
                  </a:cxn>
                </a:cxnLst>
                <a:rect l="0" t="0" r="r" b="b"/>
                <a:pathLst>
                  <a:path w="4" h="6">
                    <a:moveTo>
                      <a:pt x="4" y="6"/>
                    </a:moveTo>
                    <a:cubicBezTo>
                      <a:pt x="4" y="4"/>
                      <a:pt x="4" y="3"/>
                      <a:pt x="4" y="1"/>
                    </a:cubicBezTo>
                    <a:cubicBezTo>
                      <a:pt x="3" y="1"/>
                      <a:pt x="2" y="0"/>
                      <a:pt x="0" y="0"/>
                    </a:cubicBezTo>
                    <a:cubicBezTo>
                      <a:pt x="0" y="2"/>
                      <a:pt x="0" y="3"/>
                      <a:pt x="0" y="5"/>
                    </a:cubicBezTo>
                    <a:cubicBezTo>
                      <a:pt x="2" y="5"/>
                      <a:pt x="3" y="5"/>
                      <a:pt x="4" y="6"/>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6" name="Freeform 507"/>
              <p:cNvSpPr>
                <a:spLocks/>
              </p:cNvSpPr>
              <p:nvPr/>
            </p:nvSpPr>
            <p:spPr bwMode="auto">
              <a:xfrm>
                <a:off x="2110" y="1662"/>
                <a:ext cx="6" cy="8"/>
              </a:xfrm>
              <a:custGeom>
                <a:avLst/>
                <a:gdLst>
                  <a:gd name="T0" fmla="*/ 2 w 4"/>
                  <a:gd name="T1" fmla="*/ 2 h 6"/>
                  <a:gd name="T2" fmla="*/ 0 w 4"/>
                  <a:gd name="T3" fmla="*/ 0 h 6"/>
                  <a:gd name="T4" fmla="*/ 0 w 4"/>
                  <a:gd name="T5" fmla="*/ 4 h 6"/>
                  <a:gd name="T6" fmla="*/ 4 w 4"/>
                  <a:gd name="T7" fmla="*/ 6 h 6"/>
                  <a:gd name="T8" fmla="*/ 2 w 4"/>
                  <a:gd name="T9" fmla="*/ 2 h 6"/>
                </a:gdLst>
                <a:ahLst/>
                <a:cxnLst>
                  <a:cxn ang="0">
                    <a:pos x="T0" y="T1"/>
                  </a:cxn>
                  <a:cxn ang="0">
                    <a:pos x="T2" y="T3"/>
                  </a:cxn>
                  <a:cxn ang="0">
                    <a:pos x="T4" y="T5"/>
                  </a:cxn>
                  <a:cxn ang="0">
                    <a:pos x="T6" y="T7"/>
                  </a:cxn>
                  <a:cxn ang="0">
                    <a:pos x="T8" y="T9"/>
                  </a:cxn>
                </a:cxnLst>
                <a:rect l="0" t="0" r="r" b="b"/>
                <a:pathLst>
                  <a:path w="4" h="6">
                    <a:moveTo>
                      <a:pt x="2" y="2"/>
                    </a:moveTo>
                    <a:cubicBezTo>
                      <a:pt x="1" y="1"/>
                      <a:pt x="1" y="0"/>
                      <a:pt x="0" y="0"/>
                    </a:cubicBezTo>
                    <a:cubicBezTo>
                      <a:pt x="0" y="1"/>
                      <a:pt x="0" y="3"/>
                      <a:pt x="0" y="4"/>
                    </a:cubicBezTo>
                    <a:cubicBezTo>
                      <a:pt x="1" y="5"/>
                      <a:pt x="3" y="5"/>
                      <a:pt x="4" y="6"/>
                    </a:cubicBezTo>
                    <a:cubicBezTo>
                      <a:pt x="3" y="5"/>
                      <a:pt x="3" y="3"/>
                      <a:pt x="2" y="2"/>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7" name="Freeform 508"/>
              <p:cNvSpPr>
                <a:spLocks/>
              </p:cNvSpPr>
              <p:nvPr/>
            </p:nvSpPr>
            <p:spPr bwMode="auto">
              <a:xfrm>
                <a:off x="2112" y="1677"/>
                <a:ext cx="6" cy="6"/>
              </a:xfrm>
              <a:custGeom>
                <a:avLst/>
                <a:gdLst>
                  <a:gd name="T0" fmla="*/ 5 w 5"/>
                  <a:gd name="T1" fmla="*/ 5 h 5"/>
                  <a:gd name="T2" fmla="*/ 4 w 5"/>
                  <a:gd name="T3" fmla="*/ 1 h 5"/>
                  <a:gd name="T4" fmla="*/ 0 w 5"/>
                  <a:gd name="T5" fmla="*/ 0 h 5"/>
                  <a:gd name="T6" fmla="*/ 0 w 5"/>
                  <a:gd name="T7" fmla="*/ 4 h 5"/>
                  <a:gd name="T8" fmla="*/ 5 w 5"/>
                  <a:gd name="T9" fmla="*/ 5 h 5"/>
                </a:gdLst>
                <a:ahLst/>
                <a:cxnLst>
                  <a:cxn ang="0">
                    <a:pos x="T0" y="T1"/>
                  </a:cxn>
                  <a:cxn ang="0">
                    <a:pos x="T2" y="T3"/>
                  </a:cxn>
                  <a:cxn ang="0">
                    <a:pos x="T4" y="T5"/>
                  </a:cxn>
                  <a:cxn ang="0">
                    <a:pos x="T6" y="T7"/>
                  </a:cxn>
                  <a:cxn ang="0">
                    <a:pos x="T8" y="T9"/>
                  </a:cxn>
                </a:cxnLst>
                <a:rect l="0" t="0" r="r" b="b"/>
                <a:pathLst>
                  <a:path w="5" h="5">
                    <a:moveTo>
                      <a:pt x="5" y="5"/>
                    </a:moveTo>
                    <a:cubicBezTo>
                      <a:pt x="5" y="4"/>
                      <a:pt x="4" y="3"/>
                      <a:pt x="4" y="1"/>
                    </a:cubicBezTo>
                    <a:cubicBezTo>
                      <a:pt x="3" y="1"/>
                      <a:pt x="1" y="0"/>
                      <a:pt x="0" y="0"/>
                    </a:cubicBezTo>
                    <a:cubicBezTo>
                      <a:pt x="0" y="1"/>
                      <a:pt x="0" y="3"/>
                      <a:pt x="0" y="4"/>
                    </a:cubicBezTo>
                    <a:cubicBezTo>
                      <a:pt x="2" y="5"/>
                      <a:pt x="3" y="5"/>
                      <a:pt x="5" y="5"/>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8" name="Freeform 509"/>
              <p:cNvSpPr>
                <a:spLocks/>
              </p:cNvSpPr>
              <p:nvPr/>
            </p:nvSpPr>
            <p:spPr bwMode="auto">
              <a:xfrm>
                <a:off x="2105" y="1659"/>
                <a:ext cx="5" cy="8"/>
              </a:xfrm>
              <a:custGeom>
                <a:avLst/>
                <a:gdLst>
                  <a:gd name="T0" fmla="*/ 0 w 4"/>
                  <a:gd name="T1" fmla="*/ 0 h 6"/>
                  <a:gd name="T2" fmla="*/ 0 w 4"/>
                  <a:gd name="T3" fmla="*/ 4 h 6"/>
                  <a:gd name="T4" fmla="*/ 4 w 4"/>
                  <a:gd name="T5" fmla="*/ 6 h 6"/>
                  <a:gd name="T6" fmla="*/ 3 w 4"/>
                  <a:gd name="T7" fmla="*/ 1 h 6"/>
                  <a:gd name="T8" fmla="*/ 0 w 4"/>
                  <a:gd name="T9" fmla="*/ 0 h 6"/>
                </a:gdLst>
                <a:ahLst/>
                <a:cxnLst>
                  <a:cxn ang="0">
                    <a:pos x="T0" y="T1"/>
                  </a:cxn>
                  <a:cxn ang="0">
                    <a:pos x="T2" y="T3"/>
                  </a:cxn>
                  <a:cxn ang="0">
                    <a:pos x="T4" y="T5"/>
                  </a:cxn>
                  <a:cxn ang="0">
                    <a:pos x="T6" y="T7"/>
                  </a:cxn>
                  <a:cxn ang="0">
                    <a:pos x="T8" y="T9"/>
                  </a:cxn>
                </a:cxnLst>
                <a:rect l="0" t="0" r="r" b="b"/>
                <a:pathLst>
                  <a:path w="4" h="6">
                    <a:moveTo>
                      <a:pt x="0" y="0"/>
                    </a:moveTo>
                    <a:cubicBezTo>
                      <a:pt x="0" y="1"/>
                      <a:pt x="0" y="3"/>
                      <a:pt x="0" y="4"/>
                    </a:cubicBezTo>
                    <a:cubicBezTo>
                      <a:pt x="2" y="5"/>
                      <a:pt x="3" y="5"/>
                      <a:pt x="4" y="6"/>
                    </a:cubicBezTo>
                    <a:cubicBezTo>
                      <a:pt x="4" y="4"/>
                      <a:pt x="3" y="3"/>
                      <a:pt x="3" y="1"/>
                    </a:cubicBezTo>
                    <a:cubicBezTo>
                      <a:pt x="2" y="1"/>
                      <a:pt x="1" y="0"/>
                      <a:pt x="0" y="0"/>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9" name="Freeform 510"/>
              <p:cNvSpPr>
                <a:spLocks/>
              </p:cNvSpPr>
              <p:nvPr/>
            </p:nvSpPr>
            <p:spPr bwMode="auto">
              <a:xfrm>
                <a:off x="2105" y="1666"/>
                <a:ext cx="5" cy="8"/>
              </a:xfrm>
              <a:custGeom>
                <a:avLst/>
                <a:gdLst>
                  <a:gd name="T0" fmla="*/ 4 w 4"/>
                  <a:gd name="T1" fmla="*/ 6 h 6"/>
                  <a:gd name="T2" fmla="*/ 4 w 4"/>
                  <a:gd name="T3" fmla="*/ 2 h 6"/>
                  <a:gd name="T4" fmla="*/ 0 w 4"/>
                  <a:gd name="T5" fmla="*/ 0 h 6"/>
                  <a:gd name="T6" fmla="*/ 0 w 4"/>
                  <a:gd name="T7" fmla="*/ 5 h 6"/>
                  <a:gd name="T8" fmla="*/ 4 w 4"/>
                  <a:gd name="T9" fmla="*/ 6 h 6"/>
                </a:gdLst>
                <a:ahLst/>
                <a:cxnLst>
                  <a:cxn ang="0">
                    <a:pos x="T0" y="T1"/>
                  </a:cxn>
                  <a:cxn ang="0">
                    <a:pos x="T2" y="T3"/>
                  </a:cxn>
                  <a:cxn ang="0">
                    <a:pos x="T4" y="T5"/>
                  </a:cxn>
                  <a:cxn ang="0">
                    <a:pos x="T6" y="T7"/>
                  </a:cxn>
                  <a:cxn ang="0">
                    <a:pos x="T8" y="T9"/>
                  </a:cxn>
                </a:cxnLst>
                <a:rect l="0" t="0" r="r" b="b"/>
                <a:pathLst>
                  <a:path w="4" h="6">
                    <a:moveTo>
                      <a:pt x="4" y="6"/>
                    </a:moveTo>
                    <a:cubicBezTo>
                      <a:pt x="4" y="5"/>
                      <a:pt x="4" y="3"/>
                      <a:pt x="4" y="2"/>
                    </a:cubicBezTo>
                    <a:cubicBezTo>
                      <a:pt x="3" y="1"/>
                      <a:pt x="2" y="1"/>
                      <a:pt x="0" y="0"/>
                    </a:cubicBezTo>
                    <a:cubicBezTo>
                      <a:pt x="0" y="2"/>
                      <a:pt x="0" y="3"/>
                      <a:pt x="0" y="5"/>
                    </a:cubicBezTo>
                    <a:cubicBezTo>
                      <a:pt x="2" y="5"/>
                      <a:pt x="3" y="6"/>
                      <a:pt x="4" y="6"/>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0" name="Freeform 511"/>
              <p:cNvSpPr>
                <a:spLocks/>
              </p:cNvSpPr>
              <p:nvPr/>
            </p:nvSpPr>
            <p:spPr bwMode="auto">
              <a:xfrm>
                <a:off x="2112" y="1669"/>
                <a:ext cx="5" cy="8"/>
              </a:xfrm>
              <a:custGeom>
                <a:avLst/>
                <a:gdLst>
                  <a:gd name="T0" fmla="*/ 4 w 4"/>
                  <a:gd name="T1" fmla="*/ 6 h 6"/>
                  <a:gd name="T2" fmla="*/ 3 w 4"/>
                  <a:gd name="T3" fmla="*/ 2 h 6"/>
                  <a:gd name="T4" fmla="*/ 0 w 4"/>
                  <a:gd name="T5" fmla="*/ 0 h 6"/>
                  <a:gd name="T6" fmla="*/ 0 w 4"/>
                  <a:gd name="T7" fmla="*/ 5 h 6"/>
                  <a:gd name="T8" fmla="*/ 4 w 4"/>
                  <a:gd name="T9" fmla="*/ 6 h 6"/>
                </a:gdLst>
                <a:ahLst/>
                <a:cxnLst>
                  <a:cxn ang="0">
                    <a:pos x="T0" y="T1"/>
                  </a:cxn>
                  <a:cxn ang="0">
                    <a:pos x="T2" y="T3"/>
                  </a:cxn>
                  <a:cxn ang="0">
                    <a:pos x="T4" y="T5"/>
                  </a:cxn>
                  <a:cxn ang="0">
                    <a:pos x="T6" y="T7"/>
                  </a:cxn>
                  <a:cxn ang="0">
                    <a:pos x="T8" y="T9"/>
                  </a:cxn>
                </a:cxnLst>
                <a:rect l="0" t="0" r="r" b="b"/>
                <a:pathLst>
                  <a:path w="4" h="6">
                    <a:moveTo>
                      <a:pt x="4" y="6"/>
                    </a:moveTo>
                    <a:cubicBezTo>
                      <a:pt x="4" y="5"/>
                      <a:pt x="3" y="3"/>
                      <a:pt x="3" y="2"/>
                    </a:cubicBezTo>
                    <a:cubicBezTo>
                      <a:pt x="2" y="1"/>
                      <a:pt x="1" y="1"/>
                      <a:pt x="0" y="0"/>
                    </a:cubicBezTo>
                    <a:cubicBezTo>
                      <a:pt x="0" y="2"/>
                      <a:pt x="0" y="3"/>
                      <a:pt x="0" y="5"/>
                    </a:cubicBezTo>
                    <a:cubicBezTo>
                      <a:pt x="1" y="5"/>
                      <a:pt x="3" y="6"/>
                      <a:pt x="4" y="6"/>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1" name="Freeform 512"/>
              <p:cNvSpPr>
                <a:spLocks/>
              </p:cNvSpPr>
              <p:nvPr/>
            </p:nvSpPr>
            <p:spPr bwMode="auto">
              <a:xfrm>
                <a:off x="2081" y="1677"/>
                <a:ext cx="8" cy="7"/>
              </a:xfrm>
              <a:custGeom>
                <a:avLst/>
                <a:gdLst>
                  <a:gd name="T0" fmla="*/ 0 w 6"/>
                  <a:gd name="T1" fmla="*/ 5 h 6"/>
                  <a:gd name="T2" fmla="*/ 5 w 6"/>
                  <a:gd name="T3" fmla="*/ 6 h 6"/>
                  <a:gd name="T4" fmla="*/ 6 w 6"/>
                  <a:gd name="T5" fmla="*/ 1 h 6"/>
                  <a:gd name="T6" fmla="*/ 2 w 6"/>
                  <a:gd name="T7" fmla="*/ 0 h 6"/>
                  <a:gd name="T8" fmla="*/ 0 w 6"/>
                  <a:gd name="T9" fmla="*/ 5 h 6"/>
                </a:gdLst>
                <a:ahLst/>
                <a:cxnLst>
                  <a:cxn ang="0">
                    <a:pos x="T0" y="T1"/>
                  </a:cxn>
                  <a:cxn ang="0">
                    <a:pos x="T2" y="T3"/>
                  </a:cxn>
                  <a:cxn ang="0">
                    <a:pos x="T4" y="T5"/>
                  </a:cxn>
                  <a:cxn ang="0">
                    <a:pos x="T6" y="T7"/>
                  </a:cxn>
                  <a:cxn ang="0">
                    <a:pos x="T8" y="T9"/>
                  </a:cxn>
                </a:cxnLst>
                <a:rect l="0" t="0" r="r" b="b"/>
                <a:pathLst>
                  <a:path w="6" h="6">
                    <a:moveTo>
                      <a:pt x="0" y="5"/>
                    </a:moveTo>
                    <a:cubicBezTo>
                      <a:pt x="2" y="5"/>
                      <a:pt x="4" y="5"/>
                      <a:pt x="5" y="6"/>
                    </a:cubicBezTo>
                    <a:cubicBezTo>
                      <a:pt x="5" y="4"/>
                      <a:pt x="6" y="2"/>
                      <a:pt x="6" y="1"/>
                    </a:cubicBezTo>
                    <a:cubicBezTo>
                      <a:pt x="5" y="0"/>
                      <a:pt x="3" y="0"/>
                      <a:pt x="2" y="0"/>
                    </a:cubicBezTo>
                    <a:cubicBezTo>
                      <a:pt x="1" y="1"/>
                      <a:pt x="1" y="3"/>
                      <a:pt x="0" y="5"/>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2" name="Freeform 513"/>
              <p:cNvSpPr>
                <a:spLocks/>
              </p:cNvSpPr>
              <p:nvPr/>
            </p:nvSpPr>
            <p:spPr bwMode="auto">
              <a:xfrm>
                <a:off x="2080" y="1684"/>
                <a:ext cx="8" cy="8"/>
              </a:xfrm>
              <a:custGeom>
                <a:avLst/>
                <a:gdLst>
                  <a:gd name="T0" fmla="*/ 6 w 6"/>
                  <a:gd name="T1" fmla="*/ 1 h 6"/>
                  <a:gd name="T2" fmla="*/ 1 w 6"/>
                  <a:gd name="T3" fmla="*/ 0 h 6"/>
                  <a:gd name="T4" fmla="*/ 0 w 6"/>
                  <a:gd name="T5" fmla="*/ 5 h 6"/>
                  <a:gd name="T6" fmla="*/ 5 w 6"/>
                  <a:gd name="T7" fmla="*/ 6 h 6"/>
                  <a:gd name="T8" fmla="*/ 6 w 6"/>
                  <a:gd name="T9" fmla="*/ 1 h 6"/>
                </a:gdLst>
                <a:ahLst/>
                <a:cxnLst>
                  <a:cxn ang="0">
                    <a:pos x="T0" y="T1"/>
                  </a:cxn>
                  <a:cxn ang="0">
                    <a:pos x="T2" y="T3"/>
                  </a:cxn>
                  <a:cxn ang="0">
                    <a:pos x="T4" y="T5"/>
                  </a:cxn>
                  <a:cxn ang="0">
                    <a:pos x="T6" y="T7"/>
                  </a:cxn>
                  <a:cxn ang="0">
                    <a:pos x="T8" y="T9"/>
                  </a:cxn>
                </a:cxnLst>
                <a:rect l="0" t="0" r="r" b="b"/>
                <a:pathLst>
                  <a:path w="6" h="6">
                    <a:moveTo>
                      <a:pt x="6" y="1"/>
                    </a:moveTo>
                    <a:cubicBezTo>
                      <a:pt x="4" y="0"/>
                      <a:pt x="3" y="0"/>
                      <a:pt x="1" y="0"/>
                    </a:cubicBezTo>
                    <a:cubicBezTo>
                      <a:pt x="1" y="1"/>
                      <a:pt x="0" y="3"/>
                      <a:pt x="0" y="5"/>
                    </a:cubicBezTo>
                    <a:cubicBezTo>
                      <a:pt x="1" y="5"/>
                      <a:pt x="3" y="5"/>
                      <a:pt x="5" y="6"/>
                    </a:cubicBezTo>
                    <a:cubicBezTo>
                      <a:pt x="5" y="4"/>
                      <a:pt x="5" y="2"/>
                      <a:pt x="6" y="1"/>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3" name="Freeform 514"/>
              <p:cNvSpPr>
                <a:spLocks/>
              </p:cNvSpPr>
              <p:nvPr/>
            </p:nvSpPr>
            <p:spPr bwMode="auto">
              <a:xfrm>
                <a:off x="2089" y="1678"/>
                <a:ext cx="8" cy="8"/>
              </a:xfrm>
              <a:custGeom>
                <a:avLst/>
                <a:gdLst>
                  <a:gd name="T0" fmla="*/ 6 w 6"/>
                  <a:gd name="T1" fmla="*/ 1 h 6"/>
                  <a:gd name="T2" fmla="*/ 1 w 6"/>
                  <a:gd name="T3" fmla="*/ 0 h 6"/>
                  <a:gd name="T4" fmla="*/ 0 w 6"/>
                  <a:gd name="T5" fmla="*/ 5 h 6"/>
                  <a:gd name="T6" fmla="*/ 5 w 6"/>
                  <a:gd name="T7" fmla="*/ 6 h 6"/>
                  <a:gd name="T8" fmla="*/ 6 w 6"/>
                  <a:gd name="T9" fmla="*/ 1 h 6"/>
                </a:gdLst>
                <a:ahLst/>
                <a:cxnLst>
                  <a:cxn ang="0">
                    <a:pos x="T0" y="T1"/>
                  </a:cxn>
                  <a:cxn ang="0">
                    <a:pos x="T2" y="T3"/>
                  </a:cxn>
                  <a:cxn ang="0">
                    <a:pos x="T4" y="T5"/>
                  </a:cxn>
                  <a:cxn ang="0">
                    <a:pos x="T6" y="T7"/>
                  </a:cxn>
                  <a:cxn ang="0">
                    <a:pos x="T8" y="T9"/>
                  </a:cxn>
                </a:cxnLst>
                <a:rect l="0" t="0" r="r" b="b"/>
                <a:pathLst>
                  <a:path w="6" h="6">
                    <a:moveTo>
                      <a:pt x="6" y="1"/>
                    </a:moveTo>
                    <a:cubicBezTo>
                      <a:pt x="4" y="1"/>
                      <a:pt x="3" y="0"/>
                      <a:pt x="1" y="0"/>
                    </a:cubicBezTo>
                    <a:cubicBezTo>
                      <a:pt x="1" y="2"/>
                      <a:pt x="1" y="3"/>
                      <a:pt x="0" y="5"/>
                    </a:cubicBezTo>
                    <a:cubicBezTo>
                      <a:pt x="2" y="5"/>
                      <a:pt x="3" y="6"/>
                      <a:pt x="5" y="6"/>
                    </a:cubicBezTo>
                    <a:cubicBezTo>
                      <a:pt x="5" y="4"/>
                      <a:pt x="5" y="3"/>
                      <a:pt x="6" y="1"/>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4" name="Freeform 515"/>
              <p:cNvSpPr>
                <a:spLocks/>
              </p:cNvSpPr>
              <p:nvPr/>
            </p:nvSpPr>
            <p:spPr bwMode="auto">
              <a:xfrm>
                <a:off x="2104" y="1688"/>
                <a:ext cx="6" cy="8"/>
              </a:xfrm>
              <a:custGeom>
                <a:avLst/>
                <a:gdLst>
                  <a:gd name="T0" fmla="*/ 5 w 5"/>
                  <a:gd name="T1" fmla="*/ 1 h 6"/>
                  <a:gd name="T2" fmla="*/ 1 w 5"/>
                  <a:gd name="T3" fmla="*/ 0 h 6"/>
                  <a:gd name="T4" fmla="*/ 0 w 5"/>
                  <a:gd name="T5" fmla="*/ 5 h 6"/>
                  <a:gd name="T6" fmla="*/ 5 w 5"/>
                  <a:gd name="T7" fmla="*/ 6 h 6"/>
                  <a:gd name="T8" fmla="*/ 5 w 5"/>
                  <a:gd name="T9" fmla="*/ 1 h 6"/>
                </a:gdLst>
                <a:ahLst/>
                <a:cxnLst>
                  <a:cxn ang="0">
                    <a:pos x="T0" y="T1"/>
                  </a:cxn>
                  <a:cxn ang="0">
                    <a:pos x="T2" y="T3"/>
                  </a:cxn>
                  <a:cxn ang="0">
                    <a:pos x="T4" y="T5"/>
                  </a:cxn>
                  <a:cxn ang="0">
                    <a:pos x="T6" y="T7"/>
                  </a:cxn>
                  <a:cxn ang="0">
                    <a:pos x="T8" y="T9"/>
                  </a:cxn>
                </a:cxnLst>
                <a:rect l="0" t="0" r="r" b="b"/>
                <a:pathLst>
                  <a:path w="5" h="6">
                    <a:moveTo>
                      <a:pt x="5" y="1"/>
                    </a:moveTo>
                    <a:cubicBezTo>
                      <a:pt x="4" y="1"/>
                      <a:pt x="2" y="1"/>
                      <a:pt x="1" y="0"/>
                    </a:cubicBezTo>
                    <a:cubicBezTo>
                      <a:pt x="0" y="2"/>
                      <a:pt x="0" y="3"/>
                      <a:pt x="0" y="5"/>
                    </a:cubicBezTo>
                    <a:cubicBezTo>
                      <a:pt x="2" y="5"/>
                      <a:pt x="3" y="5"/>
                      <a:pt x="5" y="6"/>
                    </a:cubicBezTo>
                    <a:cubicBezTo>
                      <a:pt x="5" y="4"/>
                      <a:pt x="5" y="3"/>
                      <a:pt x="5" y="1"/>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5" name="Freeform 516"/>
              <p:cNvSpPr>
                <a:spLocks/>
              </p:cNvSpPr>
              <p:nvPr/>
            </p:nvSpPr>
            <p:spPr bwMode="auto">
              <a:xfrm>
                <a:off x="2097" y="1679"/>
                <a:ext cx="7" cy="8"/>
              </a:xfrm>
              <a:custGeom>
                <a:avLst/>
                <a:gdLst>
                  <a:gd name="T0" fmla="*/ 5 w 5"/>
                  <a:gd name="T1" fmla="*/ 1 h 6"/>
                  <a:gd name="T2" fmla="*/ 1 w 5"/>
                  <a:gd name="T3" fmla="*/ 0 h 6"/>
                  <a:gd name="T4" fmla="*/ 0 w 5"/>
                  <a:gd name="T5" fmla="*/ 5 h 6"/>
                  <a:gd name="T6" fmla="*/ 5 w 5"/>
                  <a:gd name="T7" fmla="*/ 6 h 6"/>
                  <a:gd name="T8" fmla="*/ 5 w 5"/>
                  <a:gd name="T9" fmla="*/ 1 h 6"/>
                </a:gdLst>
                <a:ahLst/>
                <a:cxnLst>
                  <a:cxn ang="0">
                    <a:pos x="T0" y="T1"/>
                  </a:cxn>
                  <a:cxn ang="0">
                    <a:pos x="T2" y="T3"/>
                  </a:cxn>
                  <a:cxn ang="0">
                    <a:pos x="T4" y="T5"/>
                  </a:cxn>
                  <a:cxn ang="0">
                    <a:pos x="T6" y="T7"/>
                  </a:cxn>
                  <a:cxn ang="0">
                    <a:pos x="T8" y="T9"/>
                  </a:cxn>
                </a:cxnLst>
                <a:rect l="0" t="0" r="r" b="b"/>
                <a:pathLst>
                  <a:path w="5" h="6">
                    <a:moveTo>
                      <a:pt x="5" y="1"/>
                    </a:moveTo>
                    <a:cubicBezTo>
                      <a:pt x="4" y="1"/>
                      <a:pt x="2" y="1"/>
                      <a:pt x="1" y="0"/>
                    </a:cubicBezTo>
                    <a:cubicBezTo>
                      <a:pt x="0" y="2"/>
                      <a:pt x="0" y="3"/>
                      <a:pt x="0" y="5"/>
                    </a:cubicBezTo>
                    <a:cubicBezTo>
                      <a:pt x="2" y="5"/>
                      <a:pt x="3" y="6"/>
                      <a:pt x="5" y="6"/>
                    </a:cubicBezTo>
                    <a:cubicBezTo>
                      <a:pt x="5" y="5"/>
                      <a:pt x="5" y="3"/>
                      <a:pt x="5" y="1"/>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6" name="Freeform 517"/>
              <p:cNvSpPr>
                <a:spLocks/>
              </p:cNvSpPr>
              <p:nvPr/>
            </p:nvSpPr>
            <p:spPr bwMode="auto">
              <a:xfrm>
                <a:off x="2092" y="1670"/>
                <a:ext cx="6" cy="8"/>
              </a:xfrm>
              <a:custGeom>
                <a:avLst/>
                <a:gdLst>
                  <a:gd name="T0" fmla="*/ 5 w 5"/>
                  <a:gd name="T1" fmla="*/ 1 h 6"/>
                  <a:gd name="T2" fmla="*/ 1 w 5"/>
                  <a:gd name="T3" fmla="*/ 0 h 6"/>
                  <a:gd name="T4" fmla="*/ 0 w 5"/>
                  <a:gd name="T5" fmla="*/ 5 h 6"/>
                  <a:gd name="T6" fmla="*/ 4 w 5"/>
                  <a:gd name="T7" fmla="*/ 6 h 6"/>
                  <a:gd name="T8" fmla="*/ 5 w 5"/>
                  <a:gd name="T9" fmla="*/ 1 h 6"/>
                </a:gdLst>
                <a:ahLst/>
                <a:cxnLst>
                  <a:cxn ang="0">
                    <a:pos x="T0" y="T1"/>
                  </a:cxn>
                  <a:cxn ang="0">
                    <a:pos x="T2" y="T3"/>
                  </a:cxn>
                  <a:cxn ang="0">
                    <a:pos x="T4" y="T5"/>
                  </a:cxn>
                  <a:cxn ang="0">
                    <a:pos x="T6" y="T7"/>
                  </a:cxn>
                  <a:cxn ang="0">
                    <a:pos x="T8" y="T9"/>
                  </a:cxn>
                </a:cxnLst>
                <a:rect l="0" t="0" r="r" b="b"/>
                <a:pathLst>
                  <a:path w="5" h="6">
                    <a:moveTo>
                      <a:pt x="5" y="1"/>
                    </a:moveTo>
                    <a:cubicBezTo>
                      <a:pt x="3" y="1"/>
                      <a:pt x="2" y="1"/>
                      <a:pt x="1" y="0"/>
                    </a:cubicBezTo>
                    <a:cubicBezTo>
                      <a:pt x="0" y="2"/>
                      <a:pt x="0" y="3"/>
                      <a:pt x="0" y="5"/>
                    </a:cubicBezTo>
                    <a:cubicBezTo>
                      <a:pt x="1" y="5"/>
                      <a:pt x="2" y="6"/>
                      <a:pt x="4" y="6"/>
                    </a:cubicBezTo>
                    <a:cubicBezTo>
                      <a:pt x="4" y="4"/>
                      <a:pt x="4" y="3"/>
                      <a:pt x="5" y="1"/>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7" name="Freeform 518"/>
              <p:cNvSpPr>
                <a:spLocks/>
              </p:cNvSpPr>
              <p:nvPr/>
            </p:nvSpPr>
            <p:spPr bwMode="auto">
              <a:xfrm>
                <a:off x="2120" y="1686"/>
                <a:ext cx="3" cy="5"/>
              </a:xfrm>
              <a:custGeom>
                <a:avLst/>
                <a:gdLst>
                  <a:gd name="T0" fmla="*/ 0 w 3"/>
                  <a:gd name="T1" fmla="*/ 4 h 4"/>
                  <a:gd name="T2" fmla="*/ 3 w 3"/>
                  <a:gd name="T3" fmla="*/ 4 h 4"/>
                  <a:gd name="T4" fmla="*/ 3 w 3"/>
                  <a:gd name="T5" fmla="*/ 1 h 4"/>
                  <a:gd name="T6" fmla="*/ 0 w 3"/>
                  <a:gd name="T7" fmla="*/ 0 h 4"/>
                  <a:gd name="T8" fmla="*/ 0 w 3"/>
                  <a:gd name="T9" fmla="*/ 4 h 4"/>
                </a:gdLst>
                <a:ahLst/>
                <a:cxnLst>
                  <a:cxn ang="0">
                    <a:pos x="T0" y="T1"/>
                  </a:cxn>
                  <a:cxn ang="0">
                    <a:pos x="T2" y="T3"/>
                  </a:cxn>
                  <a:cxn ang="0">
                    <a:pos x="T4" y="T5"/>
                  </a:cxn>
                  <a:cxn ang="0">
                    <a:pos x="T6" y="T7"/>
                  </a:cxn>
                  <a:cxn ang="0">
                    <a:pos x="T8" y="T9"/>
                  </a:cxn>
                </a:cxnLst>
                <a:rect l="0" t="0" r="r" b="b"/>
                <a:pathLst>
                  <a:path w="3" h="4">
                    <a:moveTo>
                      <a:pt x="0" y="4"/>
                    </a:moveTo>
                    <a:cubicBezTo>
                      <a:pt x="1" y="4"/>
                      <a:pt x="2" y="4"/>
                      <a:pt x="3" y="4"/>
                    </a:cubicBezTo>
                    <a:cubicBezTo>
                      <a:pt x="3" y="3"/>
                      <a:pt x="3" y="2"/>
                      <a:pt x="3" y="1"/>
                    </a:cubicBezTo>
                    <a:cubicBezTo>
                      <a:pt x="2" y="0"/>
                      <a:pt x="1" y="0"/>
                      <a:pt x="0" y="0"/>
                    </a:cubicBezTo>
                    <a:cubicBezTo>
                      <a:pt x="0" y="1"/>
                      <a:pt x="0" y="2"/>
                      <a:pt x="0" y="4"/>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8" name="Freeform 519"/>
              <p:cNvSpPr>
                <a:spLocks/>
              </p:cNvSpPr>
              <p:nvPr/>
            </p:nvSpPr>
            <p:spPr bwMode="auto">
              <a:xfrm>
                <a:off x="2097" y="1719"/>
                <a:ext cx="9" cy="6"/>
              </a:xfrm>
              <a:custGeom>
                <a:avLst/>
                <a:gdLst>
                  <a:gd name="T0" fmla="*/ 0 w 7"/>
                  <a:gd name="T1" fmla="*/ 5 h 5"/>
                  <a:gd name="T2" fmla="*/ 2 w 7"/>
                  <a:gd name="T3" fmla="*/ 5 h 5"/>
                  <a:gd name="T4" fmla="*/ 6 w 7"/>
                  <a:gd name="T5" fmla="*/ 3 h 5"/>
                  <a:gd name="T6" fmla="*/ 7 w 7"/>
                  <a:gd name="T7" fmla="*/ 0 h 5"/>
                  <a:gd name="T8" fmla="*/ 2 w 7"/>
                  <a:gd name="T9" fmla="*/ 0 h 5"/>
                  <a:gd name="T10" fmla="*/ 0 w 7"/>
                  <a:gd name="T11" fmla="*/ 5 h 5"/>
                </a:gdLst>
                <a:ahLst/>
                <a:cxnLst>
                  <a:cxn ang="0">
                    <a:pos x="T0" y="T1"/>
                  </a:cxn>
                  <a:cxn ang="0">
                    <a:pos x="T2" y="T3"/>
                  </a:cxn>
                  <a:cxn ang="0">
                    <a:pos x="T4" y="T5"/>
                  </a:cxn>
                  <a:cxn ang="0">
                    <a:pos x="T6" y="T7"/>
                  </a:cxn>
                  <a:cxn ang="0">
                    <a:pos x="T8" y="T9"/>
                  </a:cxn>
                  <a:cxn ang="0">
                    <a:pos x="T10" y="T11"/>
                  </a:cxn>
                </a:cxnLst>
                <a:rect l="0" t="0" r="r" b="b"/>
                <a:pathLst>
                  <a:path w="7" h="5">
                    <a:moveTo>
                      <a:pt x="0" y="5"/>
                    </a:moveTo>
                    <a:cubicBezTo>
                      <a:pt x="1" y="5"/>
                      <a:pt x="1" y="5"/>
                      <a:pt x="2" y="5"/>
                    </a:cubicBezTo>
                    <a:cubicBezTo>
                      <a:pt x="3" y="4"/>
                      <a:pt x="5" y="4"/>
                      <a:pt x="6" y="3"/>
                    </a:cubicBezTo>
                    <a:cubicBezTo>
                      <a:pt x="6" y="2"/>
                      <a:pt x="6" y="1"/>
                      <a:pt x="7" y="0"/>
                    </a:cubicBezTo>
                    <a:cubicBezTo>
                      <a:pt x="5" y="0"/>
                      <a:pt x="3" y="0"/>
                      <a:pt x="2" y="0"/>
                    </a:cubicBezTo>
                    <a:cubicBezTo>
                      <a:pt x="1" y="2"/>
                      <a:pt x="1" y="3"/>
                      <a:pt x="0" y="5"/>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9" name="Freeform 520"/>
              <p:cNvSpPr>
                <a:spLocks/>
              </p:cNvSpPr>
              <p:nvPr/>
            </p:nvSpPr>
            <p:spPr bwMode="auto">
              <a:xfrm>
                <a:off x="2062" y="1666"/>
                <a:ext cx="4" cy="5"/>
              </a:xfrm>
              <a:custGeom>
                <a:avLst/>
                <a:gdLst>
                  <a:gd name="T0" fmla="*/ 3 w 3"/>
                  <a:gd name="T1" fmla="*/ 0 h 4"/>
                  <a:gd name="T2" fmla="*/ 2 w 3"/>
                  <a:gd name="T3" fmla="*/ 0 h 4"/>
                  <a:gd name="T4" fmla="*/ 0 w 3"/>
                  <a:gd name="T5" fmla="*/ 4 h 4"/>
                  <a:gd name="T6" fmla="*/ 0 w 3"/>
                  <a:gd name="T7" fmla="*/ 4 h 4"/>
                  <a:gd name="T8" fmla="*/ 3 w 3"/>
                  <a:gd name="T9" fmla="*/ 0 h 4"/>
                </a:gdLst>
                <a:ahLst/>
                <a:cxnLst>
                  <a:cxn ang="0">
                    <a:pos x="T0" y="T1"/>
                  </a:cxn>
                  <a:cxn ang="0">
                    <a:pos x="T2" y="T3"/>
                  </a:cxn>
                  <a:cxn ang="0">
                    <a:pos x="T4" y="T5"/>
                  </a:cxn>
                  <a:cxn ang="0">
                    <a:pos x="T6" y="T7"/>
                  </a:cxn>
                  <a:cxn ang="0">
                    <a:pos x="T8" y="T9"/>
                  </a:cxn>
                </a:cxnLst>
                <a:rect l="0" t="0" r="r" b="b"/>
                <a:pathLst>
                  <a:path w="3" h="4">
                    <a:moveTo>
                      <a:pt x="3" y="0"/>
                    </a:moveTo>
                    <a:cubicBezTo>
                      <a:pt x="3" y="0"/>
                      <a:pt x="3" y="0"/>
                      <a:pt x="2" y="0"/>
                    </a:cubicBezTo>
                    <a:cubicBezTo>
                      <a:pt x="1" y="1"/>
                      <a:pt x="1" y="3"/>
                      <a:pt x="0" y="4"/>
                    </a:cubicBezTo>
                    <a:cubicBezTo>
                      <a:pt x="0" y="4"/>
                      <a:pt x="0" y="4"/>
                      <a:pt x="0" y="4"/>
                    </a:cubicBezTo>
                    <a:cubicBezTo>
                      <a:pt x="1" y="3"/>
                      <a:pt x="2" y="1"/>
                      <a:pt x="3" y="0"/>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0" name="Freeform 521"/>
              <p:cNvSpPr>
                <a:spLocks/>
              </p:cNvSpPr>
              <p:nvPr/>
            </p:nvSpPr>
            <p:spPr bwMode="auto">
              <a:xfrm>
                <a:off x="2056" y="1686"/>
                <a:ext cx="6" cy="8"/>
              </a:xfrm>
              <a:custGeom>
                <a:avLst/>
                <a:gdLst>
                  <a:gd name="T0" fmla="*/ 4 w 4"/>
                  <a:gd name="T1" fmla="*/ 1 h 6"/>
                  <a:gd name="T2" fmla="*/ 0 w 4"/>
                  <a:gd name="T3" fmla="*/ 0 h 6"/>
                  <a:gd name="T4" fmla="*/ 0 w 4"/>
                  <a:gd name="T5" fmla="*/ 5 h 6"/>
                  <a:gd name="T6" fmla="*/ 3 w 4"/>
                  <a:gd name="T7" fmla="*/ 6 h 6"/>
                  <a:gd name="T8" fmla="*/ 4 w 4"/>
                  <a:gd name="T9" fmla="*/ 1 h 6"/>
                </a:gdLst>
                <a:ahLst/>
                <a:cxnLst>
                  <a:cxn ang="0">
                    <a:pos x="T0" y="T1"/>
                  </a:cxn>
                  <a:cxn ang="0">
                    <a:pos x="T2" y="T3"/>
                  </a:cxn>
                  <a:cxn ang="0">
                    <a:pos x="T4" y="T5"/>
                  </a:cxn>
                  <a:cxn ang="0">
                    <a:pos x="T6" y="T7"/>
                  </a:cxn>
                  <a:cxn ang="0">
                    <a:pos x="T8" y="T9"/>
                  </a:cxn>
                </a:cxnLst>
                <a:rect l="0" t="0" r="r" b="b"/>
                <a:pathLst>
                  <a:path w="4" h="6">
                    <a:moveTo>
                      <a:pt x="4" y="1"/>
                    </a:moveTo>
                    <a:cubicBezTo>
                      <a:pt x="3" y="1"/>
                      <a:pt x="1" y="0"/>
                      <a:pt x="0" y="0"/>
                    </a:cubicBezTo>
                    <a:cubicBezTo>
                      <a:pt x="0" y="1"/>
                      <a:pt x="0" y="3"/>
                      <a:pt x="0" y="5"/>
                    </a:cubicBezTo>
                    <a:cubicBezTo>
                      <a:pt x="1" y="5"/>
                      <a:pt x="2" y="5"/>
                      <a:pt x="3" y="6"/>
                    </a:cubicBezTo>
                    <a:cubicBezTo>
                      <a:pt x="3" y="4"/>
                      <a:pt x="4" y="3"/>
                      <a:pt x="4" y="1"/>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335" name="Freeform 523"/>
            <p:cNvSpPr>
              <a:spLocks/>
            </p:cNvSpPr>
            <p:nvPr/>
          </p:nvSpPr>
          <p:spPr bwMode="auto">
            <a:xfrm>
              <a:off x="3289300" y="2670175"/>
              <a:ext cx="12700" cy="12700"/>
            </a:xfrm>
            <a:custGeom>
              <a:avLst/>
              <a:gdLst>
                <a:gd name="T0" fmla="*/ 0 w 6"/>
                <a:gd name="T1" fmla="*/ 5 h 6"/>
                <a:gd name="T2" fmla="*/ 5 w 6"/>
                <a:gd name="T3" fmla="*/ 6 h 6"/>
                <a:gd name="T4" fmla="*/ 6 w 6"/>
                <a:gd name="T5" fmla="*/ 1 h 6"/>
                <a:gd name="T6" fmla="*/ 1 w 6"/>
                <a:gd name="T7" fmla="*/ 0 h 6"/>
                <a:gd name="T8" fmla="*/ 0 w 6"/>
                <a:gd name="T9" fmla="*/ 5 h 6"/>
              </a:gdLst>
              <a:ahLst/>
              <a:cxnLst>
                <a:cxn ang="0">
                  <a:pos x="T0" y="T1"/>
                </a:cxn>
                <a:cxn ang="0">
                  <a:pos x="T2" y="T3"/>
                </a:cxn>
                <a:cxn ang="0">
                  <a:pos x="T4" y="T5"/>
                </a:cxn>
                <a:cxn ang="0">
                  <a:pos x="T6" y="T7"/>
                </a:cxn>
                <a:cxn ang="0">
                  <a:pos x="T8" y="T9"/>
                </a:cxn>
              </a:cxnLst>
              <a:rect l="0" t="0" r="r" b="b"/>
              <a:pathLst>
                <a:path w="6" h="6">
                  <a:moveTo>
                    <a:pt x="0" y="5"/>
                  </a:moveTo>
                  <a:cubicBezTo>
                    <a:pt x="1" y="6"/>
                    <a:pt x="3" y="6"/>
                    <a:pt x="5" y="6"/>
                  </a:cubicBezTo>
                  <a:cubicBezTo>
                    <a:pt x="5" y="5"/>
                    <a:pt x="6" y="3"/>
                    <a:pt x="6" y="1"/>
                  </a:cubicBezTo>
                  <a:cubicBezTo>
                    <a:pt x="4" y="1"/>
                    <a:pt x="3" y="1"/>
                    <a:pt x="1" y="0"/>
                  </a:cubicBezTo>
                  <a:cubicBezTo>
                    <a:pt x="1" y="2"/>
                    <a:pt x="0" y="4"/>
                    <a:pt x="0" y="5"/>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 name="Freeform 524"/>
            <p:cNvSpPr>
              <a:spLocks/>
            </p:cNvSpPr>
            <p:nvPr/>
          </p:nvSpPr>
          <p:spPr bwMode="auto">
            <a:xfrm>
              <a:off x="3286125" y="2682875"/>
              <a:ext cx="11113" cy="12700"/>
            </a:xfrm>
            <a:custGeom>
              <a:avLst/>
              <a:gdLst>
                <a:gd name="T0" fmla="*/ 6 w 6"/>
                <a:gd name="T1" fmla="*/ 1 h 6"/>
                <a:gd name="T2" fmla="*/ 1 w 6"/>
                <a:gd name="T3" fmla="*/ 0 h 6"/>
                <a:gd name="T4" fmla="*/ 0 w 6"/>
                <a:gd name="T5" fmla="*/ 5 h 6"/>
                <a:gd name="T6" fmla="*/ 5 w 6"/>
                <a:gd name="T7" fmla="*/ 6 h 6"/>
                <a:gd name="T8" fmla="*/ 6 w 6"/>
                <a:gd name="T9" fmla="*/ 1 h 6"/>
              </a:gdLst>
              <a:ahLst/>
              <a:cxnLst>
                <a:cxn ang="0">
                  <a:pos x="T0" y="T1"/>
                </a:cxn>
                <a:cxn ang="0">
                  <a:pos x="T2" y="T3"/>
                </a:cxn>
                <a:cxn ang="0">
                  <a:pos x="T4" y="T5"/>
                </a:cxn>
                <a:cxn ang="0">
                  <a:pos x="T6" y="T7"/>
                </a:cxn>
                <a:cxn ang="0">
                  <a:pos x="T8" y="T9"/>
                </a:cxn>
              </a:cxnLst>
              <a:rect l="0" t="0" r="r" b="b"/>
              <a:pathLst>
                <a:path w="6" h="6">
                  <a:moveTo>
                    <a:pt x="6" y="1"/>
                  </a:moveTo>
                  <a:cubicBezTo>
                    <a:pt x="5" y="1"/>
                    <a:pt x="3" y="1"/>
                    <a:pt x="1" y="0"/>
                  </a:cubicBezTo>
                  <a:cubicBezTo>
                    <a:pt x="1" y="2"/>
                    <a:pt x="1" y="3"/>
                    <a:pt x="0" y="5"/>
                  </a:cubicBezTo>
                  <a:cubicBezTo>
                    <a:pt x="2" y="6"/>
                    <a:pt x="4" y="6"/>
                    <a:pt x="5" y="6"/>
                  </a:cubicBezTo>
                  <a:cubicBezTo>
                    <a:pt x="6" y="5"/>
                    <a:pt x="6" y="3"/>
                    <a:pt x="6" y="1"/>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 name="Freeform 525"/>
            <p:cNvSpPr>
              <a:spLocks/>
            </p:cNvSpPr>
            <p:nvPr/>
          </p:nvSpPr>
          <p:spPr bwMode="auto">
            <a:xfrm>
              <a:off x="3294063" y="2659063"/>
              <a:ext cx="12700" cy="11112"/>
            </a:xfrm>
            <a:custGeom>
              <a:avLst/>
              <a:gdLst>
                <a:gd name="T0" fmla="*/ 0 w 6"/>
                <a:gd name="T1" fmla="*/ 4 h 5"/>
                <a:gd name="T2" fmla="*/ 4 w 6"/>
                <a:gd name="T3" fmla="*/ 5 h 5"/>
                <a:gd name="T4" fmla="*/ 6 w 6"/>
                <a:gd name="T5" fmla="*/ 1 h 5"/>
                <a:gd name="T6" fmla="*/ 1 w 6"/>
                <a:gd name="T7" fmla="*/ 0 h 5"/>
                <a:gd name="T8" fmla="*/ 0 w 6"/>
                <a:gd name="T9" fmla="*/ 4 h 5"/>
              </a:gdLst>
              <a:ahLst/>
              <a:cxnLst>
                <a:cxn ang="0">
                  <a:pos x="T0" y="T1"/>
                </a:cxn>
                <a:cxn ang="0">
                  <a:pos x="T2" y="T3"/>
                </a:cxn>
                <a:cxn ang="0">
                  <a:pos x="T4" y="T5"/>
                </a:cxn>
                <a:cxn ang="0">
                  <a:pos x="T6" y="T7"/>
                </a:cxn>
                <a:cxn ang="0">
                  <a:pos x="T8" y="T9"/>
                </a:cxn>
              </a:cxnLst>
              <a:rect l="0" t="0" r="r" b="b"/>
              <a:pathLst>
                <a:path w="6" h="5">
                  <a:moveTo>
                    <a:pt x="0" y="4"/>
                  </a:moveTo>
                  <a:cubicBezTo>
                    <a:pt x="1" y="5"/>
                    <a:pt x="3" y="5"/>
                    <a:pt x="4" y="5"/>
                  </a:cubicBezTo>
                  <a:cubicBezTo>
                    <a:pt x="5" y="4"/>
                    <a:pt x="5" y="2"/>
                    <a:pt x="6" y="1"/>
                  </a:cubicBezTo>
                  <a:cubicBezTo>
                    <a:pt x="4" y="0"/>
                    <a:pt x="3" y="0"/>
                    <a:pt x="1" y="0"/>
                  </a:cubicBezTo>
                  <a:cubicBezTo>
                    <a:pt x="1" y="1"/>
                    <a:pt x="0" y="3"/>
                    <a:pt x="0" y="4"/>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 name="Freeform 526"/>
            <p:cNvSpPr>
              <a:spLocks/>
            </p:cNvSpPr>
            <p:nvPr/>
          </p:nvSpPr>
          <p:spPr bwMode="auto">
            <a:xfrm>
              <a:off x="3308350" y="2701925"/>
              <a:ext cx="14288" cy="11112"/>
            </a:xfrm>
            <a:custGeom>
              <a:avLst/>
              <a:gdLst>
                <a:gd name="T0" fmla="*/ 7 w 7"/>
                <a:gd name="T1" fmla="*/ 1 h 6"/>
                <a:gd name="T2" fmla="*/ 1 w 7"/>
                <a:gd name="T3" fmla="*/ 0 h 6"/>
                <a:gd name="T4" fmla="*/ 0 w 7"/>
                <a:gd name="T5" fmla="*/ 5 h 6"/>
                <a:gd name="T6" fmla="*/ 6 w 7"/>
                <a:gd name="T7" fmla="*/ 6 h 6"/>
                <a:gd name="T8" fmla="*/ 7 w 7"/>
                <a:gd name="T9" fmla="*/ 1 h 6"/>
              </a:gdLst>
              <a:ahLst/>
              <a:cxnLst>
                <a:cxn ang="0">
                  <a:pos x="T0" y="T1"/>
                </a:cxn>
                <a:cxn ang="0">
                  <a:pos x="T2" y="T3"/>
                </a:cxn>
                <a:cxn ang="0">
                  <a:pos x="T4" y="T5"/>
                </a:cxn>
                <a:cxn ang="0">
                  <a:pos x="T6" y="T7"/>
                </a:cxn>
                <a:cxn ang="0">
                  <a:pos x="T8" y="T9"/>
                </a:cxn>
              </a:cxnLst>
              <a:rect l="0" t="0" r="r" b="b"/>
              <a:pathLst>
                <a:path w="7" h="6">
                  <a:moveTo>
                    <a:pt x="7" y="1"/>
                  </a:moveTo>
                  <a:cubicBezTo>
                    <a:pt x="5" y="1"/>
                    <a:pt x="3" y="0"/>
                    <a:pt x="1" y="0"/>
                  </a:cubicBezTo>
                  <a:cubicBezTo>
                    <a:pt x="1" y="2"/>
                    <a:pt x="1" y="3"/>
                    <a:pt x="0" y="5"/>
                  </a:cubicBezTo>
                  <a:cubicBezTo>
                    <a:pt x="2" y="5"/>
                    <a:pt x="4" y="6"/>
                    <a:pt x="6" y="6"/>
                  </a:cubicBezTo>
                  <a:cubicBezTo>
                    <a:pt x="6" y="4"/>
                    <a:pt x="6" y="3"/>
                    <a:pt x="7" y="1"/>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 name="Freeform 527"/>
            <p:cNvSpPr>
              <a:spLocks/>
            </p:cNvSpPr>
            <p:nvPr/>
          </p:nvSpPr>
          <p:spPr bwMode="auto">
            <a:xfrm>
              <a:off x="3295650" y="2698750"/>
              <a:ext cx="12700" cy="12700"/>
            </a:xfrm>
            <a:custGeom>
              <a:avLst/>
              <a:gdLst>
                <a:gd name="T0" fmla="*/ 6 w 6"/>
                <a:gd name="T1" fmla="*/ 1 h 6"/>
                <a:gd name="T2" fmla="*/ 1 w 6"/>
                <a:gd name="T3" fmla="*/ 0 h 6"/>
                <a:gd name="T4" fmla="*/ 0 w 6"/>
                <a:gd name="T5" fmla="*/ 5 h 6"/>
                <a:gd name="T6" fmla="*/ 5 w 6"/>
                <a:gd name="T7" fmla="*/ 6 h 6"/>
                <a:gd name="T8" fmla="*/ 6 w 6"/>
                <a:gd name="T9" fmla="*/ 1 h 6"/>
              </a:gdLst>
              <a:ahLst/>
              <a:cxnLst>
                <a:cxn ang="0">
                  <a:pos x="T0" y="T1"/>
                </a:cxn>
                <a:cxn ang="0">
                  <a:pos x="T2" y="T3"/>
                </a:cxn>
                <a:cxn ang="0">
                  <a:pos x="T4" y="T5"/>
                </a:cxn>
                <a:cxn ang="0">
                  <a:pos x="T6" y="T7"/>
                </a:cxn>
                <a:cxn ang="0">
                  <a:pos x="T8" y="T9"/>
                </a:cxn>
              </a:cxnLst>
              <a:rect l="0" t="0" r="r" b="b"/>
              <a:pathLst>
                <a:path w="6" h="6">
                  <a:moveTo>
                    <a:pt x="6" y="1"/>
                  </a:moveTo>
                  <a:cubicBezTo>
                    <a:pt x="5" y="1"/>
                    <a:pt x="3" y="0"/>
                    <a:pt x="1" y="0"/>
                  </a:cubicBezTo>
                  <a:cubicBezTo>
                    <a:pt x="1" y="2"/>
                    <a:pt x="0" y="3"/>
                    <a:pt x="0" y="5"/>
                  </a:cubicBezTo>
                  <a:cubicBezTo>
                    <a:pt x="2" y="5"/>
                    <a:pt x="4" y="6"/>
                    <a:pt x="5" y="6"/>
                  </a:cubicBezTo>
                  <a:cubicBezTo>
                    <a:pt x="6" y="4"/>
                    <a:pt x="6" y="3"/>
                    <a:pt x="6" y="1"/>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 name="Freeform 528"/>
            <p:cNvSpPr>
              <a:spLocks/>
            </p:cNvSpPr>
            <p:nvPr/>
          </p:nvSpPr>
          <p:spPr bwMode="auto">
            <a:xfrm>
              <a:off x="3297238" y="2686050"/>
              <a:ext cx="15875" cy="12700"/>
            </a:xfrm>
            <a:custGeom>
              <a:avLst/>
              <a:gdLst>
                <a:gd name="T0" fmla="*/ 5 w 7"/>
                <a:gd name="T1" fmla="*/ 6 h 6"/>
                <a:gd name="T2" fmla="*/ 7 w 7"/>
                <a:gd name="T3" fmla="*/ 1 h 6"/>
                <a:gd name="T4" fmla="*/ 2 w 7"/>
                <a:gd name="T5" fmla="*/ 0 h 6"/>
                <a:gd name="T6" fmla="*/ 0 w 7"/>
                <a:gd name="T7" fmla="*/ 5 h 6"/>
                <a:gd name="T8" fmla="*/ 5 w 7"/>
                <a:gd name="T9" fmla="*/ 6 h 6"/>
              </a:gdLst>
              <a:ahLst/>
              <a:cxnLst>
                <a:cxn ang="0">
                  <a:pos x="T0" y="T1"/>
                </a:cxn>
                <a:cxn ang="0">
                  <a:pos x="T2" y="T3"/>
                </a:cxn>
                <a:cxn ang="0">
                  <a:pos x="T4" y="T5"/>
                </a:cxn>
                <a:cxn ang="0">
                  <a:pos x="T6" y="T7"/>
                </a:cxn>
                <a:cxn ang="0">
                  <a:pos x="T8" y="T9"/>
                </a:cxn>
              </a:cxnLst>
              <a:rect l="0" t="0" r="r" b="b"/>
              <a:pathLst>
                <a:path w="7" h="6">
                  <a:moveTo>
                    <a:pt x="5" y="6"/>
                  </a:moveTo>
                  <a:cubicBezTo>
                    <a:pt x="6" y="4"/>
                    <a:pt x="6" y="2"/>
                    <a:pt x="7" y="1"/>
                  </a:cubicBezTo>
                  <a:cubicBezTo>
                    <a:pt x="5" y="0"/>
                    <a:pt x="3" y="0"/>
                    <a:pt x="2" y="0"/>
                  </a:cubicBezTo>
                  <a:cubicBezTo>
                    <a:pt x="1" y="1"/>
                    <a:pt x="1" y="3"/>
                    <a:pt x="0" y="5"/>
                  </a:cubicBezTo>
                  <a:cubicBezTo>
                    <a:pt x="2" y="5"/>
                    <a:pt x="4" y="5"/>
                    <a:pt x="5" y="6"/>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 name="Freeform 529"/>
            <p:cNvSpPr>
              <a:spLocks/>
            </p:cNvSpPr>
            <p:nvPr/>
          </p:nvSpPr>
          <p:spPr bwMode="auto">
            <a:xfrm>
              <a:off x="3297238" y="2646363"/>
              <a:ext cx="12700" cy="12700"/>
            </a:xfrm>
            <a:custGeom>
              <a:avLst/>
              <a:gdLst>
                <a:gd name="T0" fmla="*/ 0 w 6"/>
                <a:gd name="T1" fmla="*/ 5 h 6"/>
                <a:gd name="T2" fmla="*/ 4 w 6"/>
                <a:gd name="T3" fmla="*/ 6 h 6"/>
                <a:gd name="T4" fmla="*/ 6 w 6"/>
                <a:gd name="T5" fmla="*/ 1 h 6"/>
                <a:gd name="T6" fmla="*/ 2 w 6"/>
                <a:gd name="T7" fmla="*/ 0 h 6"/>
                <a:gd name="T8" fmla="*/ 0 w 6"/>
                <a:gd name="T9" fmla="*/ 5 h 6"/>
              </a:gdLst>
              <a:ahLst/>
              <a:cxnLst>
                <a:cxn ang="0">
                  <a:pos x="T0" y="T1"/>
                </a:cxn>
                <a:cxn ang="0">
                  <a:pos x="T2" y="T3"/>
                </a:cxn>
                <a:cxn ang="0">
                  <a:pos x="T4" y="T5"/>
                </a:cxn>
                <a:cxn ang="0">
                  <a:pos x="T6" y="T7"/>
                </a:cxn>
                <a:cxn ang="0">
                  <a:pos x="T8" y="T9"/>
                </a:cxn>
              </a:cxnLst>
              <a:rect l="0" t="0" r="r" b="b"/>
              <a:pathLst>
                <a:path w="6" h="6">
                  <a:moveTo>
                    <a:pt x="0" y="5"/>
                  </a:moveTo>
                  <a:cubicBezTo>
                    <a:pt x="1" y="5"/>
                    <a:pt x="3" y="5"/>
                    <a:pt x="4" y="6"/>
                  </a:cubicBezTo>
                  <a:cubicBezTo>
                    <a:pt x="5" y="4"/>
                    <a:pt x="5" y="2"/>
                    <a:pt x="6" y="1"/>
                  </a:cubicBezTo>
                  <a:cubicBezTo>
                    <a:pt x="4" y="1"/>
                    <a:pt x="3" y="0"/>
                    <a:pt x="2" y="0"/>
                  </a:cubicBezTo>
                  <a:cubicBezTo>
                    <a:pt x="1" y="2"/>
                    <a:pt x="0" y="3"/>
                    <a:pt x="0" y="5"/>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 name="Freeform 530"/>
            <p:cNvSpPr>
              <a:spLocks/>
            </p:cNvSpPr>
            <p:nvPr/>
          </p:nvSpPr>
          <p:spPr bwMode="auto">
            <a:xfrm>
              <a:off x="3313113" y="2638425"/>
              <a:ext cx="9525" cy="11112"/>
            </a:xfrm>
            <a:custGeom>
              <a:avLst/>
              <a:gdLst>
                <a:gd name="T0" fmla="*/ 0 w 5"/>
                <a:gd name="T1" fmla="*/ 4 h 5"/>
                <a:gd name="T2" fmla="*/ 4 w 5"/>
                <a:gd name="T3" fmla="*/ 5 h 5"/>
                <a:gd name="T4" fmla="*/ 5 w 5"/>
                <a:gd name="T5" fmla="*/ 0 h 5"/>
                <a:gd name="T6" fmla="*/ 2 w 5"/>
                <a:gd name="T7" fmla="*/ 0 h 5"/>
                <a:gd name="T8" fmla="*/ 0 w 5"/>
                <a:gd name="T9" fmla="*/ 4 h 5"/>
              </a:gdLst>
              <a:ahLst/>
              <a:cxnLst>
                <a:cxn ang="0">
                  <a:pos x="T0" y="T1"/>
                </a:cxn>
                <a:cxn ang="0">
                  <a:pos x="T2" y="T3"/>
                </a:cxn>
                <a:cxn ang="0">
                  <a:pos x="T4" y="T5"/>
                </a:cxn>
                <a:cxn ang="0">
                  <a:pos x="T6" y="T7"/>
                </a:cxn>
                <a:cxn ang="0">
                  <a:pos x="T8" y="T9"/>
                </a:cxn>
              </a:cxnLst>
              <a:rect l="0" t="0" r="r" b="b"/>
              <a:pathLst>
                <a:path w="5" h="5">
                  <a:moveTo>
                    <a:pt x="0" y="4"/>
                  </a:moveTo>
                  <a:cubicBezTo>
                    <a:pt x="1" y="4"/>
                    <a:pt x="3" y="5"/>
                    <a:pt x="4" y="5"/>
                  </a:cubicBezTo>
                  <a:cubicBezTo>
                    <a:pt x="4" y="3"/>
                    <a:pt x="5" y="2"/>
                    <a:pt x="5" y="0"/>
                  </a:cubicBezTo>
                  <a:cubicBezTo>
                    <a:pt x="4" y="0"/>
                    <a:pt x="3" y="0"/>
                    <a:pt x="2" y="0"/>
                  </a:cubicBezTo>
                  <a:cubicBezTo>
                    <a:pt x="1" y="1"/>
                    <a:pt x="1" y="3"/>
                    <a:pt x="0" y="4"/>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 name="Freeform 531"/>
            <p:cNvSpPr>
              <a:spLocks/>
            </p:cNvSpPr>
            <p:nvPr/>
          </p:nvSpPr>
          <p:spPr bwMode="auto">
            <a:xfrm>
              <a:off x="3330575" y="2655888"/>
              <a:ext cx="9525" cy="9525"/>
            </a:xfrm>
            <a:custGeom>
              <a:avLst/>
              <a:gdLst>
                <a:gd name="T0" fmla="*/ 0 w 4"/>
                <a:gd name="T1" fmla="*/ 4 h 5"/>
                <a:gd name="T2" fmla="*/ 4 w 4"/>
                <a:gd name="T3" fmla="*/ 5 h 5"/>
                <a:gd name="T4" fmla="*/ 4 w 4"/>
                <a:gd name="T5" fmla="*/ 1 h 5"/>
                <a:gd name="T6" fmla="*/ 1 w 4"/>
                <a:gd name="T7" fmla="*/ 0 h 5"/>
                <a:gd name="T8" fmla="*/ 0 w 4"/>
                <a:gd name="T9" fmla="*/ 4 h 5"/>
              </a:gdLst>
              <a:ahLst/>
              <a:cxnLst>
                <a:cxn ang="0">
                  <a:pos x="T0" y="T1"/>
                </a:cxn>
                <a:cxn ang="0">
                  <a:pos x="T2" y="T3"/>
                </a:cxn>
                <a:cxn ang="0">
                  <a:pos x="T4" y="T5"/>
                </a:cxn>
                <a:cxn ang="0">
                  <a:pos x="T6" y="T7"/>
                </a:cxn>
                <a:cxn ang="0">
                  <a:pos x="T8" y="T9"/>
                </a:cxn>
              </a:cxnLst>
              <a:rect l="0" t="0" r="r" b="b"/>
              <a:pathLst>
                <a:path w="4" h="5">
                  <a:moveTo>
                    <a:pt x="0" y="4"/>
                  </a:moveTo>
                  <a:cubicBezTo>
                    <a:pt x="1" y="5"/>
                    <a:pt x="3" y="5"/>
                    <a:pt x="4" y="5"/>
                  </a:cubicBezTo>
                  <a:cubicBezTo>
                    <a:pt x="4" y="4"/>
                    <a:pt x="4" y="2"/>
                    <a:pt x="4" y="1"/>
                  </a:cubicBezTo>
                  <a:cubicBezTo>
                    <a:pt x="3" y="0"/>
                    <a:pt x="2" y="0"/>
                    <a:pt x="1" y="0"/>
                  </a:cubicBezTo>
                  <a:cubicBezTo>
                    <a:pt x="0" y="1"/>
                    <a:pt x="0" y="3"/>
                    <a:pt x="0" y="4"/>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Freeform 532"/>
            <p:cNvSpPr>
              <a:spLocks/>
            </p:cNvSpPr>
            <p:nvPr/>
          </p:nvSpPr>
          <p:spPr bwMode="auto">
            <a:xfrm>
              <a:off x="3308350" y="2649538"/>
              <a:ext cx="12700" cy="12700"/>
            </a:xfrm>
            <a:custGeom>
              <a:avLst/>
              <a:gdLst>
                <a:gd name="T0" fmla="*/ 0 w 6"/>
                <a:gd name="T1" fmla="*/ 5 h 6"/>
                <a:gd name="T2" fmla="*/ 5 w 6"/>
                <a:gd name="T3" fmla="*/ 6 h 6"/>
                <a:gd name="T4" fmla="*/ 6 w 6"/>
                <a:gd name="T5" fmla="*/ 1 h 6"/>
                <a:gd name="T6" fmla="*/ 2 w 6"/>
                <a:gd name="T7" fmla="*/ 0 h 6"/>
                <a:gd name="T8" fmla="*/ 0 w 6"/>
                <a:gd name="T9" fmla="*/ 5 h 6"/>
              </a:gdLst>
              <a:ahLst/>
              <a:cxnLst>
                <a:cxn ang="0">
                  <a:pos x="T0" y="T1"/>
                </a:cxn>
                <a:cxn ang="0">
                  <a:pos x="T2" y="T3"/>
                </a:cxn>
                <a:cxn ang="0">
                  <a:pos x="T4" y="T5"/>
                </a:cxn>
                <a:cxn ang="0">
                  <a:pos x="T6" y="T7"/>
                </a:cxn>
                <a:cxn ang="0">
                  <a:pos x="T8" y="T9"/>
                </a:cxn>
              </a:cxnLst>
              <a:rect l="0" t="0" r="r" b="b"/>
              <a:pathLst>
                <a:path w="6" h="6">
                  <a:moveTo>
                    <a:pt x="0" y="5"/>
                  </a:moveTo>
                  <a:cubicBezTo>
                    <a:pt x="2" y="5"/>
                    <a:pt x="3" y="5"/>
                    <a:pt x="5" y="6"/>
                  </a:cubicBezTo>
                  <a:cubicBezTo>
                    <a:pt x="5" y="4"/>
                    <a:pt x="5" y="3"/>
                    <a:pt x="6" y="1"/>
                  </a:cubicBezTo>
                  <a:cubicBezTo>
                    <a:pt x="4" y="1"/>
                    <a:pt x="3" y="0"/>
                    <a:pt x="2" y="0"/>
                  </a:cubicBezTo>
                  <a:cubicBezTo>
                    <a:pt x="1" y="2"/>
                    <a:pt x="1" y="3"/>
                    <a:pt x="0" y="5"/>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Freeform 533"/>
            <p:cNvSpPr>
              <a:spLocks/>
            </p:cNvSpPr>
            <p:nvPr/>
          </p:nvSpPr>
          <p:spPr bwMode="auto">
            <a:xfrm>
              <a:off x="3322638" y="2640013"/>
              <a:ext cx="11113" cy="11112"/>
            </a:xfrm>
            <a:custGeom>
              <a:avLst/>
              <a:gdLst>
                <a:gd name="T0" fmla="*/ 0 w 5"/>
                <a:gd name="T1" fmla="*/ 4 h 5"/>
                <a:gd name="T2" fmla="*/ 4 w 5"/>
                <a:gd name="T3" fmla="*/ 5 h 5"/>
                <a:gd name="T4" fmla="*/ 5 w 5"/>
                <a:gd name="T5" fmla="*/ 1 h 5"/>
                <a:gd name="T6" fmla="*/ 1 w 5"/>
                <a:gd name="T7" fmla="*/ 0 h 5"/>
                <a:gd name="T8" fmla="*/ 0 w 5"/>
                <a:gd name="T9" fmla="*/ 4 h 5"/>
              </a:gdLst>
              <a:ahLst/>
              <a:cxnLst>
                <a:cxn ang="0">
                  <a:pos x="T0" y="T1"/>
                </a:cxn>
                <a:cxn ang="0">
                  <a:pos x="T2" y="T3"/>
                </a:cxn>
                <a:cxn ang="0">
                  <a:pos x="T4" y="T5"/>
                </a:cxn>
                <a:cxn ang="0">
                  <a:pos x="T6" y="T7"/>
                </a:cxn>
                <a:cxn ang="0">
                  <a:pos x="T8" y="T9"/>
                </a:cxn>
              </a:cxnLst>
              <a:rect l="0" t="0" r="r" b="b"/>
              <a:pathLst>
                <a:path w="5" h="5">
                  <a:moveTo>
                    <a:pt x="0" y="4"/>
                  </a:moveTo>
                  <a:cubicBezTo>
                    <a:pt x="1" y="5"/>
                    <a:pt x="3" y="5"/>
                    <a:pt x="4" y="5"/>
                  </a:cubicBezTo>
                  <a:cubicBezTo>
                    <a:pt x="4" y="4"/>
                    <a:pt x="4" y="2"/>
                    <a:pt x="5" y="1"/>
                  </a:cubicBezTo>
                  <a:cubicBezTo>
                    <a:pt x="3" y="0"/>
                    <a:pt x="2" y="0"/>
                    <a:pt x="1" y="0"/>
                  </a:cubicBezTo>
                  <a:cubicBezTo>
                    <a:pt x="1" y="1"/>
                    <a:pt x="0" y="3"/>
                    <a:pt x="0" y="4"/>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 name="Freeform 534"/>
            <p:cNvSpPr>
              <a:spLocks/>
            </p:cNvSpPr>
            <p:nvPr/>
          </p:nvSpPr>
          <p:spPr bwMode="auto">
            <a:xfrm>
              <a:off x="3360738" y="2652713"/>
              <a:ext cx="7938" cy="12700"/>
            </a:xfrm>
            <a:custGeom>
              <a:avLst/>
              <a:gdLst>
                <a:gd name="T0" fmla="*/ 4 w 4"/>
                <a:gd name="T1" fmla="*/ 6 h 6"/>
                <a:gd name="T2" fmla="*/ 4 w 4"/>
                <a:gd name="T3" fmla="*/ 5 h 6"/>
                <a:gd name="T4" fmla="*/ 3 w 4"/>
                <a:gd name="T5" fmla="*/ 2 h 6"/>
                <a:gd name="T6" fmla="*/ 0 w 4"/>
                <a:gd name="T7" fmla="*/ 0 h 6"/>
                <a:gd name="T8" fmla="*/ 1 w 4"/>
                <a:gd name="T9" fmla="*/ 5 h 6"/>
                <a:gd name="T10" fmla="*/ 4 w 4"/>
                <a:gd name="T11" fmla="*/ 6 h 6"/>
              </a:gdLst>
              <a:ahLst/>
              <a:cxnLst>
                <a:cxn ang="0">
                  <a:pos x="T0" y="T1"/>
                </a:cxn>
                <a:cxn ang="0">
                  <a:pos x="T2" y="T3"/>
                </a:cxn>
                <a:cxn ang="0">
                  <a:pos x="T4" y="T5"/>
                </a:cxn>
                <a:cxn ang="0">
                  <a:pos x="T6" y="T7"/>
                </a:cxn>
                <a:cxn ang="0">
                  <a:pos x="T8" y="T9"/>
                </a:cxn>
                <a:cxn ang="0">
                  <a:pos x="T10" y="T11"/>
                </a:cxn>
              </a:cxnLst>
              <a:rect l="0" t="0" r="r" b="b"/>
              <a:pathLst>
                <a:path w="4" h="6">
                  <a:moveTo>
                    <a:pt x="4" y="6"/>
                  </a:moveTo>
                  <a:cubicBezTo>
                    <a:pt x="4" y="6"/>
                    <a:pt x="4" y="5"/>
                    <a:pt x="4" y="5"/>
                  </a:cubicBezTo>
                  <a:cubicBezTo>
                    <a:pt x="3" y="4"/>
                    <a:pt x="3" y="3"/>
                    <a:pt x="3" y="2"/>
                  </a:cubicBezTo>
                  <a:cubicBezTo>
                    <a:pt x="2" y="2"/>
                    <a:pt x="1" y="1"/>
                    <a:pt x="0" y="0"/>
                  </a:cubicBezTo>
                  <a:cubicBezTo>
                    <a:pt x="0" y="2"/>
                    <a:pt x="0" y="3"/>
                    <a:pt x="1" y="5"/>
                  </a:cubicBezTo>
                  <a:cubicBezTo>
                    <a:pt x="2" y="5"/>
                    <a:pt x="3" y="6"/>
                    <a:pt x="4" y="6"/>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 name="Freeform 535"/>
            <p:cNvSpPr>
              <a:spLocks/>
            </p:cNvSpPr>
            <p:nvPr/>
          </p:nvSpPr>
          <p:spPr bwMode="auto">
            <a:xfrm>
              <a:off x="3354388" y="2640013"/>
              <a:ext cx="1588"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0" y="0"/>
                  </a:cubicBezTo>
                  <a:cubicBezTo>
                    <a:pt x="0" y="0"/>
                    <a:pt x="0" y="0"/>
                    <a:pt x="0" y="0"/>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Freeform 536"/>
            <p:cNvSpPr>
              <a:spLocks/>
            </p:cNvSpPr>
            <p:nvPr/>
          </p:nvSpPr>
          <p:spPr bwMode="auto">
            <a:xfrm>
              <a:off x="3348038" y="2633663"/>
              <a:ext cx="6350" cy="6350"/>
            </a:xfrm>
            <a:custGeom>
              <a:avLst/>
              <a:gdLst>
                <a:gd name="T0" fmla="*/ 3 w 3"/>
                <a:gd name="T1" fmla="*/ 2 h 3"/>
                <a:gd name="T2" fmla="*/ 0 w 3"/>
                <a:gd name="T3" fmla="*/ 0 h 3"/>
                <a:gd name="T4" fmla="*/ 0 w 3"/>
                <a:gd name="T5" fmla="*/ 1 h 3"/>
                <a:gd name="T6" fmla="*/ 3 w 3"/>
                <a:gd name="T7" fmla="*/ 3 h 3"/>
                <a:gd name="T8" fmla="*/ 3 w 3"/>
                <a:gd name="T9" fmla="*/ 2 h 3"/>
              </a:gdLst>
              <a:ahLst/>
              <a:cxnLst>
                <a:cxn ang="0">
                  <a:pos x="T0" y="T1"/>
                </a:cxn>
                <a:cxn ang="0">
                  <a:pos x="T2" y="T3"/>
                </a:cxn>
                <a:cxn ang="0">
                  <a:pos x="T4" y="T5"/>
                </a:cxn>
                <a:cxn ang="0">
                  <a:pos x="T6" y="T7"/>
                </a:cxn>
                <a:cxn ang="0">
                  <a:pos x="T8" y="T9"/>
                </a:cxn>
              </a:cxnLst>
              <a:rect l="0" t="0" r="r" b="b"/>
              <a:pathLst>
                <a:path w="3" h="3">
                  <a:moveTo>
                    <a:pt x="3" y="2"/>
                  </a:moveTo>
                  <a:cubicBezTo>
                    <a:pt x="2" y="2"/>
                    <a:pt x="1" y="1"/>
                    <a:pt x="0" y="0"/>
                  </a:cubicBezTo>
                  <a:cubicBezTo>
                    <a:pt x="0" y="0"/>
                    <a:pt x="0" y="1"/>
                    <a:pt x="0" y="1"/>
                  </a:cubicBezTo>
                  <a:cubicBezTo>
                    <a:pt x="1" y="1"/>
                    <a:pt x="2" y="2"/>
                    <a:pt x="3" y="3"/>
                  </a:cubicBezTo>
                  <a:cubicBezTo>
                    <a:pt x="3" y="2"/>
                    <a:pt x="3" y="2"/>
                    <a:pt x="3" y="2"/>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Freeform 537"/>
            <p:cNvSpPr>
              <a:spLocks/>
            </p:cNvSpPr>
            <p:nvPr/>
          </p:nvSpPr>
          <p:spPr bwMode="auto">
            <a:xfrm>
              <a:off x="3355975" y="2643188"/>
              <a:ext cx="9525" cy="12700"/>
            </a:xfrm>
            <a:custGeom>
              <a:avLst/>
              <a:gdLst>
                <a:gd name="T0" fmla="*/ 2 w 4"/>
                <a:gd name="T1" fmla="*/ 2 h 6"/>
                <a:gd name="T2" fmla="*/ 0 w 4"/>
                <a:gd name="T3" fmla="*/ 0 h 6"/>
                <a:gd name="T4" fmla="*/ 1 w 4"/>
                <a:gd name="T5" fmla="*/ 4 h 6"/>
                <a:gd name="T6" fmla="*/ 4 w 4"/>
                <a:gd name="T7" fmla="*/ 6 h 6"/>
                <a:gd name="T8" fmla="*/ 3 w 4"/>
                <a:gd name="T9" fmla="*/ 4 h 6"/>
                <a:gd name="T10" fmla="*/ 2 w 4"/>
                <a:gd name="T11" fmla="*/ 2 h 6"/>
              </a:gdLst>
              <a:ahLst/>
              <a:cxnLst>
                <a:cxn ang="0">
                  <a:pos x="T0" y="T1"/>
                </a:cxn>
                <a:cxn ang="0">
                  <a:pos x="T2" y="T3"/>
                </a:cxn>
                <a:cxn ang="0">
                  <a:pos x="T4" y="T5"/>
                </a:cxn>
                <a:cxn ang="0">
                  <a:pos x="T6" y="T7"/>
                </a:cxn>
                <a:cxn ang="0">
                  <a:pos x="T8" y="T9"/>
                </a:cxn>
                <a:cxn ang="0">
                  <a:pos x="T10" y="T11"/>
                </a:cxn>
              </a:cxnLst>
              <a:rect l="0" t="0" r="r" b="b"/>
              <a:pathLst>
                <a:path w="4" h="6">
                  <a:moveTo>
                    <a:pt x="2" y="2"/>
                  </a:moveTo>
                  <a:cubicBezTo>
                    <a:pt x="1" y="1"/>
                    <a:pt x="0" y="1"/>
                    <a:pt x="0" y="0"/>
                  </a:cubicBezTo>
                  <a:cubicBezTo>
                    <a:pt x="0" y="2"/>
                    <a:pt x="1" y="3"/>
                    <a:pt x="1" y="4"/>
                  </a:cubicBezTo>
                  <a:cubicBezTo>
                    <a:pt x="2" y="5"/>
                    <a:pt x="3" y="6"/>
                    <a:pt x="4" y="6"/>
                  </a:cubicBezTo>
                  <a:cubicBezTo>
                    <a:pt x="4" y="6"/>
                    <a:pt x="4" y="5"/>
                    <a:pt x="3" y="4"/>
                  </a:cubicBezTo>
                  <a:cubicBezTo>
                    <a:pt x="3" y="3"/>
                    <a:pt x="2" y="2"/>
                    <a:pt x="2" y="2"/>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 name="Freeform 538"/>
            <p:cNvSpPr>
              <a:spLocks/>
            </p:cNvSpPr>
            <p:nvPr/>
          </p:nvSpPr>
          <p:spPr bwMode="auto">
            <a:xfrm>
              <a:off x="3335338" y="2705100"/>
              <a:ext cx="12700" cy="7937"/>
            </a:xfrm>
            <a:custGeom>
              <a:avLst/>
              <a:gdLst>
                <a:gd name="T0" fmla="*/ 6 w 6"/>
                <a:gd name="T1" fmla="*/ 0 h 4"/>
                <a:gd name="T2" fmla="*/ 1 w 6"/>
                <a:gd name="T3" fmla="*/ 0 h 4"/>
                <a:gd name="T4" fmla="*/ 0 w 6"/>
                <a:gd name="T5" fmla="*/ 4 h 4"/>
                <a:gd name="T6" fmla="*/ 5 w 6"/>
                <a:gd name="T7" fmla="*/ 4 h 4"/>
                <a:gd name="T8" fmla="*/ 6 w 6"/>
                <a:gd name="T9" fmla="*/ 0 h 4"/>
              </a:gdLst>
              <a:ahLst/>
              <a:cxnLst>
                <a:cxn ang="0">
                  <a:pos x="T0" y="T1"/>
                </a:cxn>
                <a:cxn ang="0">
                  <a:pos x="T2" y="T3"/>
                </a:cxn>
                <a:cxn ang="0">
                  <a:pos x="T4" y="T5"/>
                </a:cxn>
                <a:cxn ang="0">
                  <a:pos x="T6" y="T7"/>
                </a:cxn>
                <a:cxn ang="0">
                  <a:pos x="T8" y="T9"/>
                </a:cxn>
              </a:cxnLst>
              <a:rect l="0" t="0" r="r" b="b"/>
              <a:pathLst>
                <a:path w="6" h="4">
                  <a:moveTo>
                    <a:pt x="6" y="0"/>
                  </a:moveTo>
                  <a:cubicBezTo>
                    <a:pt x="4" y="0"/>
                    <a:pt x="3" y="0"/>
                    <a:pt x="1" y="0"/>
                  </a:cubicBezTo>
                  <a:cubicBezTo>
                    <a:pt x="1" y="1"/>
                    <a:pt x="0" y="3"/>
                    <a:pt x="0" y="4"/>
                  </a:cubicBezTo>
                  <a:cubicBezTo>
                    <a:pt x="2" y="4"/>
                    <a:pt x="4" y="4"/>
                    <a:pt x="5" y="4"/>
                  </a:cubicBezTo>
                  <a:cubicBezTo>
                    <a:pt x="6" y="3"/>
                    <a:pt x="6" y="1"/>
                    <a:pt x="6" y="0"/>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Freeform 539"/>
            <p:cNvSpPr>
              <a:spLocks/>
            </p:cNvSpPr>
            <p:nvPr/>
          </p:nvSpPr>
          <p:spPr bwMode="auto">
            <a:xfrm>
              <a:off x="3333750" y="2716213"/>
              <a:ext cx="12700" cy="9525"/>
            </a:xfrm>
            <a:custGeom>
              <a:avLst/>
              <a:gdLst>
                <a:gd name="T0" fmla="*/ 1 w 6"/>
                <a:gd name="T1" fmla="*/ 0 h 5"/>
                <a:gd name="T2" fmla="*/ 0 w 6"/>
                <a:gd name="T3" fmla="*/ 5 h 5"/>
                <a:gd name="T4" fmla="*/ 5 w 6"/>
                <a:gd name="T5" fmla="*/ 5 h 5"/>
                <a:gd name="T6" fmla="*/ 6 w 6"/>
                <a:gd name="T7" fmla="*/ 0 h 5"/>
                <a:gd name="T8" fmla="*/ 1 w 6"/>
                <a:gd name="T9" fmla="*/ 0 h 5"/>
              </a:gdLst>
              <a:ahLst/>
              <a:cxnLst>
                <a:cxn ang="0">
                  <a:pos x="T0" y="T1"/>
                </a:cxn>
                <a:cxn ang="0">
                  <a:pos x="T2" y="T3"/>
                </a:cxn>
                <a:cxn ang="0">
                  <a:pos x="T4" y="T5"/>
                </a:cxn>
                <a:cxn ang="0">
                  <a:pos x="T6" y="T7"/>
                </a:cxn>
                <a:cxn ang="0">
                  <a:pos x="T8" y="T9"/>
                </a:cxn>
              </a:cxnLst>
              <a:rect l="0" t="0" r="r" b="b"/>
              <a:pathLst>
                <a:path w="6" h="5">
                  <a:moveTo>
                    <a:pt x="1" y="0"/>
                  </a:moveTo>
                  <a:cubicBezTo>
                    <a:pt x="1" y="2"/>
                    <a:pt x="0" y="3"/>
                    <a:pt x="0" y="5"/>
                  </a:cubicBezTo>
                  <a:cubicBezTo>
                    <a:pt x="2" y="5"/>
                    <a:pt x="3" y="5"/>
                    <a:pt x="5" y="5"/>
                  </a:cubicBezTo>
                  <a:cubicBezTo>
                    <a:pt x="5" y="3"/>
                    <a:pt x="6" y="2"/>
                    <a:pt x="6" y="0"/>
                  </a:cubicBezTo>
                  <a:cubicBezTo>
                    <a:pt x="4" y="0"/>
                    <a:pt x="3" y="0"/>
                    <a:pt x="1" y="0"/>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 name="Freeform 540"/>
            <p:cNvSpPr>
              <a:spLocks/>
            </p:cNvSpPr>
            <p:nvPr/>
          </p:nvSpPr>
          <p:spPr bwMode="auto">
            <a:xfrm>
              <a:off x="3346450" y="2716213"/>
              <a:ext cx="14288" cy="9525"/>
            </a:xfrm>
            <a:custGeom>
              <a:avLst/>
              <a:gdLst>
                <a:gd name="T0" fmla="*/ 0 w 7"/>
                <a:gd name="T1" fmla="*/ 5 h 5"/>
                <a:gd name="T2" fmla="*/ 4 w 7"/>
                <a:gd name="T3" fmla="*/ 4 h 5"/>
                <a:gd name="T4" fmla="*/ 6 w 7"/>
                <a:gd name="T5" fmla="*/ 1 h 5"/>
                <a:gd name="T6" fmla="*/ 7 w 7"/>
                <a:gd name="T7" fmla="*/ 0 h 5"/>
                <a:gd name="T8" fmla="*/ 1 w 7"/>
                <a:gd name="T9" fmla="*/ 0 h 5"/>
                <a:gd name="T10" fmla="*/ 0 w 7"/>
                <a:gd name="T11" fmla="*/ 5 h 5"/>
              </a:gdLst>
              <a:ahLst/>
              <a:cxnLst>
                <a:cxn ang="0">
                  <a:pos x="T0" y="T1"/>
                </a:cxn>
                <a:cxn ang="0">
                  <a:pos x="T2" y="T3"/>
                </a:cxn>
                <a:cxn ang="0">
                  <a:pos x="T4" y="T5"/>
                </a:cxn>
                <a:cxn ang="0">
                  <a:pos x="T6" y="T7"/>
                </a:cxn>
                <a:cxn ang="0">
                  <a:pos x="T8" y="T9"/>
                </a:cxn>
                <a:cxn ang="0">
                  <a:pos x="T10" y="T11"/>
                </a:cxn>
              </a:cxnLst>
              <a:rect l="0" t="0" r="r" b="b"/>
              <a:pathLst>
                <a:path w="7" h="5">
                  <a:moveTo>
                    <a:pt x="0" y="5"/>
                  </a:moveTo>
                  <a:cubicBezTo>
                    <a:pt x="1" y="4"/>
                    <a:pt x="3" y="4"/>
                    <a:pt x="4" y="4"/>
                  </a:cubicBezTo>
                  <a:cubicBezTo>
                    <a:pt x="5" y="3"/>
                    <a:pt x="6" y="2"/>
                    <a:pt x="6" y="1"/>
                  </a:cubicBezTo>
                  <a:cubicBezTo>
                    <a:pt x="6" y="1"/>
                    <a:pt x="7" y="0"/>
                    <a:pt x="7" y="0"/>
                  </a:cubicBezTo>
                  <a:cubicBezTo>
                    <a:pt x="5" y="0"/>
                    <a:pt x="3" y="0"/>
                    <a:pt x="1" y="0"/>
                  </a:cubicBezTo>
                  <a:cubicBezTo>
                    <a:pt x="1" y="2"/>
                    <a:pt x="1" y="3"/>
                    <a:pt x="0" y="5"/>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 name="Freeform 541"/>
            <p:cNvSpPr>
              <a:spLocks/>
            </p:cNvSpPr>
            <p:nvPr/>
          </p:nvSpPr>
          <p:spPr bwMode="auto">
            <a:xfrm>
              <a:off x="3365500" y="2686050"/>
              <a:ext cx="4763" cy="9525"/>
            </a:xfrm>
            <a:custGeom>
              <a:avLst/>
              <a:gdLst>
                <a:gd name="T0" fmla="*/ 0 w 3"/>
                <a:gd name="T1" fmla="*/ 4 h 4"/>
                <a:gd name="T2" fmla="*/ 2 w 3"/>
                <a:gd name="T3" fmla="*/ 4 h 4"/>
                <a:gd name="T4" fmla="*/ 3 w 3"/>
                <a:gd name="T5" fmla="*/ 3 h 4"/>
                <a:gd name="T6" fmla="*/ 3 w 3"/>
                <a:gd name="T7" fmla="*/ 0 h 4"/>
                <a:gd name="T8" fmla="*/ 0 w 3"/>
                <a:gd name="T9" fmla="*/ 0 h 4"/>
                <a:gd name="T10" fmla="*/ 0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0" y="4"/>
                  </a:moveTo>
                  <a:cubicBezTo>
                    <a:pt x="1" y="4"/>
                    <a:pt x="2" y="4"/>
                    <a:pt x="2" y="4"/>
                  </a:cubicBezTo>
                  <a:cubicBezTo>
                    <a:pt x="2" y="4"/>
                    <a:pt x="3" y="3"/>
                    <a:pt x="3" y="3"/>
                  </a:cubicBezTo>
                  <a:cubicBezTo>
                    <a:pt x="3" y="2"/>
                    <a:pt x="3" y="1"/>
                    <a:pt x="3" y="0"/>
                  </a:cubicBezTo>
                  <a:cubicBezTo>
                    <a:pt x="2" y="0"/>
                    <a:pt x="1" y="0"/>
                    <a:pt x="0" y="0"/>
                  </a:cubicBezTo>
                  <a:cubicBezTo>
                    <a:pt x="0" y="1"/>
                    <a:pt x="0" y="2"/>
                    <a:pt x="0" y="4"/>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 name="Freeform 542"/>
            <p:cNvSpPr>
              <a:spLocks/>
            </p:cNvSpPr>
            <p:nvPr/>
          </p:nvSpPr>
          <p:spPr bwMode="auto">
            <a:xfrm>
              <a:off x="3281363" y="2722563"/>
              <a:ext cx="9525" cy="12700"/>
            </a:xfrm>
            <a:custGeom>
              <a:avLst/>
              <a:gdLst>
                <a:gd name="T0" fmla="*/ 0 w 5"/>
                <a:gd name="T1" fmla="*/ 2 h 6"/>
                <a:gd name="T2" fmla="*/ 4 w 5"/>
                <a:gd name="T3" fmla="*/ 6 h 6"/>
                <a:gd name="T4" fmla="*/ 5 w 5"/>
                <a:gd name="T5" fmla="*/ 1 h 6"/>
                <a:gd name="T6" fmla="*/ 0 w 5"/>
                <a:gd name="T7" fmla="*/ 0 h 6"/>
                <a:gd name="T8" fmla="*/ 0 w 5"/>
                <a:gd name="T9" fmla="*/ 2 h 6"/>
              </a:gdLst>
              <a:ahLst/>
              <a:cxnLst>
                <a:cxn ang="0">
                  <a:pos x="T0" y="T1"/>
                </a:cxn>
                <a:cxn ang="0">
                  <a:pos x="T2" y="T3"/>
                </a:cxn>
                <a:cxn ang="0">
                  <a:pos x="T4" y="T5"/>
                </a:cxn>
                <a:cxn ang="0">
                  <a:pos x="T6" y="T7"/>
                </a:cxn>
                <a:cxn ang="0">
                  <a:pos x="T8" y="T9"/>
                </a:cxn>
              </a:cxnLst>
              <a:rect l="0" t="0" r="r" b="b"/>
              <a:pathLst>
                <a:path w="5" h="6">
                  <a:moveTo>
                    <a:pt x="0" y="2"/>
                  </a:moveTo>
                  <a:cubicBezTo>
                    <a:pt x="1" y="3"/>
                    <a:pt x="3" y="5"/>
                    <a:pt x="4" y="6"/>
                  </a:cubicBezTo>
                  <a:cubicBezTo>
                    <a:pt x="4" y="4"/>
                    <a:pt x="5" y="3"/>
                    <a:pt x="5" y="1"/>
                  </a:cubicBezTo>
                  <a:cubicBezTo>
                    <a:pt x="3" y="1"/>
                    <a:pt x="2" y="0"/>
                    <a:pt x="0" y="0"/>
                  </a:cubicBezTo>
                  <a:cubicBezTo>
                    <a:pt x="0" y="0"/>
                    <a:pt x="0" y="1"/>
                    <a:pt x="0" y="2"/>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 name="Freeform 543"/>
            <p:cNvSpPr>
              <a:spLocks/>
            </p:cNvSpPr>
            <p:nvPr/>
          </p:nvSpPr>
          <p:spPr bwMode="auto">
            <a:xfrm>
              <a:off x="3290888" y="2724150"/>
              <a:ext cx="12700" cy="14287"/>
            </a:xfrm>
            <a:custGeom>
              <a:avLst/>
              <a:gdLst>
                <a:gd name="T0" fmla="*/ 0 w 6"/>
                <a:gd name="T1" fmla="*/ 5 h 7"/>
                <a:gd name="T2" fmla="*/ 2 w 6"/>
                <a:gd name="T3" fmla="*/ 6 h 7"/>
                <a:gd name="T4" fmla="*/ 5 w 6"/>
                <a:gd name="T5" fmla="*/ 7 h 7"/>
                <a:gd name="T6" fmla="*/ 6 w 6"/>
                <a:gd name="T7" fmla="*/ 1 h 7"/>
                <a:gd name="T8" fmla="*/ 1 w 6"/>
                <a:gd name="T9" fmla="*/ 0 h 7"/>
                <a:gd name="T10" fmla="*/ 0 w 6"/>
                <a:gd name="T11" fmla="*/ 5 h 7"/>
              </a:gdLst>
              <a:ahLst/>
              <a:cxnLst>
                <a:cxn ang="0">
                  <a:pos x="T0" y="T1"/>
                </a:cxn>
                <a:cxn ang="0">
                  <a:pos x="T2" y="T3"/>
                </a:cxn>
                <a:cxn ang="0">
                  <a:pos x="T4" y="T5"/>
                </a:cxn>
                <a:cxn ang="0">
                  <a:pos x="T6" y="T7"/>
                </a:cxn>
                <a:cxn ang="0">
                  <a:pos x="T8" y="T9"/>
                </a:cxn>
                <a:cxn ang="0">
                  <a:pos x="T10" y="T11"/>
                </a:cxn>
              </a:cxnLst>
              <a:rect l="0" t="0" r="r" b="b"/>
              <a:pathLst>
                <a:path w="6" h="7">
                  <a:moveTo>
                    <a:pt x="0" y="5"/>
                  </a:moveTo>
                  <a:cubicBezTo>
                    <a:pt x="1" y="6"/>
                    <a:pt x="1" y="6"/>
                    <a:pt x="2" y="6"/>
                  </a:cubicBezTo>
                  <a:cubicBezTo>
                    <a:pt x="3" y="6"/>
                    <a:pt x="4" y="7"/>
                    <a:pt x="5" y="7"/>
                  </a:cubicBezTo>
                  <a:cubicBezTo>
                    <a:pt x="5" y="5"/>
                    <a:pt x="6" y="3"/>
                    <a:pt x="6" y="1"/>
                  </a:cubicBezTo>
                  <a:cubicBezTo>
                    <a:pt x="4" y="1"/>
                    <a:pt x="3" y="1"/>
                    <a:pt x="1" y="0"/>
                  </a:cubicBezTo>
                  <a:cubicBezTo>
                    <a:pt x="1" y="2"/>
                    <a:pt x="1" y="4"/>
                    <a:pt x="0" y="5"/>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 name="Freeform 544"/>
            <p:cNvSpPr>
              <a:spLocks/>
            </p:cNvSpPr>
            <p:nvPr/>
          </p:nvSpPr>
          <p:spPr bwMode="auto">
            <a:xfrm>
              <a:off x="3263900" y="2665413"/>
              <a:ext cx="12700" cy="11112"/>
            </a:xfrm>
            <a:custGeom>
              <a:avLst/>
              <a:gdLst>
                <a:gd name="T0" fmla="*/ 6 w 6"/>
                <a:gd name="T1" fmla="*/ 1 h 5"/>
                <a:gd name="T2" fmla="*/ 2 w 6"/>
                <a:gd name="T3" fmla="*/ 0 h 5"/>
                <a:gd name="T4" fmla="*/ 0 w 6"/>
                <a:gd name="T5" fmla="*/ 2 h 5"/>
                <a:gd name="T6" fmla="*/ 0 w 6"/>
                <a:gd name="T7" fmla="*/ 3 h 5"/>
                <a:gd name="T8" fmla="*/ 0 w 6"/>
                <a:gd name="T9" fmla="*/ 4 h 5"/>
                <a:gd name="T10" fmla="*/ 5 w 6"/>
                <a:gd name="T11" fmla="*/ 5 h 5"/>
                <a:gd name="T12" fmla="*/ 6 w 6"/>
                <a:gd name="T13" fmla="*/ 1 h 5"/>
              </a:gdLst>
              <a:ahLst/>
              <a:cxnLst>
                <a:cxn ang="0">
                  <a:pos x="T0" y="T1"/>
                </a:cxn>
                <a:cxn ang="0">
                  <a:pos x="T2" y="T3"/>
                </a:cxn>
                <a:cxn ang="0">
                  <a:pos x="T4" y="T5"/>
                </a:cxn>
                <a:cxn ang="0">
                  <a:pos x="T6" y="T7"/>
                </a:cxn>
                <a:cxn ang="0">
                  <a:pos x="T8" y="T9"/>
                </a:cxn>
                <a:cxn ang="0">
                  <a:pos x="T10" y="T11"/>
                </a:cxn>
                <a:cxn ang="0">
                  <a:pos x="T12" y="T13"/>
                </a:cxn>
              </a:cxnLst>
              <a:rect l="0" t="0" r="r" b="b"/>
              <a:pathLst>
                <a:path w="6" h="5">
                  <a:moveTo>
                    <a:pt x="6" y="1"/>
                  </a:moveTo>
                  <a:cubicBezTo>
                    <a:pt x="5" y="0"/>
                    <a:pt x="3" y="0"/>
                    <a:pt x="2" y="0"/>
                  </a:cubicBezTo>
                  <a:cubicBezTo>
                    <a:pt x="1" y="0"/>
                    <a:pt x="1" y="1"/>
                    <a:pt x="0" y="2"/>
                  </a:cubicBezTo>
                  <a:cubicBezTo>
                    <a:pt x="0" y="3"/>
                    <a:pt x="0" y="3"/>
                    <a:pt x="0" y="3"/>
                  </a:cubicBezTo>
                  <a:cubicBezTo>
                    <a:pt x="0" y="4"/>
                    <a:pt x="0" y="4"/>
                    <a:pt x="0" y="4"/>
                  </a:cubicBezTo>
                  <a:cubicBezTo>
                    <a:pt x="2" y="4"/>
                    <a:pt x="3" y="5"/>
                    <a:pt x="5" y="5"/>
                  </a:cubicBezTo>
                  <a:cubicBezTo>
                    <a:pt x="5" y="4"/>
                    <a:pt x="6" y="2"/>
                    <a:pt x="6" y="1"/>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 name="Freeform 545"/>
            <p:cNvSpPr>
              <a:spLocks/>
            </p:cNvSpPr>
            <p:nvPr/>
          </p:nvSpPr>
          <p:spPr bwMode="auto">
            <a:xfrm>
              <a:off x="3343275" y="2725738"/>
              <a:ext cx="9525" cy="6350"/>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1" y="2"/>
                    <a:pt x="3" y="1"/>
                    <a:pt x="4" y="0"/>
                  </a:cubicBezTo>
                  <a:cubicBezTo>
                    <a:pt x="3" y="0"/>
                    <a:pt x="2" y="0"/>
                    <a:pt x="1" y="1"/>
                  </a:cubicBezTo>
                  <a:cubicBezTo>
                    <a:pt x="1" y="1"/>
                    <a:pt x="0" y="2"/>
                    <a:pt x="0" y="3"/>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 name="Freeform 546"/>
            <p:cNvSpPr>
              <a:spLocks/>
            </p:cNvSpPr>
            <p:nvPr/>
          </p:nvSpPr>
          <p:spPr bwMode="auto">
            <a:xfrm>
              <a:off x="3279775" y="2638425"/>
              <a:ext cx="6350" cy="4762"/>
            </a:xfrm>
            <a:custGeom>
              <a:avLst/>
              <a:gdLst>
                <a:gd name="T0" fmla="*/ 3 w 3"/>
                <a:gd name="T1" fmla="*/ 0 h 2"/>
                <a:gd name="T2" fmla="*/ 0 w 3"/>
                <a:gd name="T3" fmla="*/ 2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2" y="0"/>
                    <a:pt x="1" y="1"/>
                    <a:pt x="0" y="2"/>
                  </a:cubicBezTo>
                  <a:cubicBezTo>
                    <a:pt x="0" y="2"/>
                    <a:pt x="0" y="2"/>
                    <a:pt x="0" y="2"/>
                  </a:cubicBezTo>
                  <a:cubicBezTo>
                    <a:pt x="1" y="1"/>
                    <a:pt x="2" y="1"/>
                    <a:pt x="3" y="0"/>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 name="Freeform 547"/>
            <p:cNvSpPr>
              <a:spLocks/>
            </p:cNvSpPr>
            <p:nvPr/>
          </p:nvSpPr>
          <p:spPr bwMode="auto">
            <a:xfrm>
              <a:off x="3322638" y="2703513"/>
              <a:ext cx="12700" cy="9525"/>
            </a:xfrm>
            <a:custGeom>
              <a:avLst/>
              <a:gdLst>
                <a:gd name="T0" fmla="*/ 6 w 6"/>
                <a:gd name="T1" fmla="*/ 1 h 5"/>
                <a:gd name="T2" fmla="*/ 1 w 6"/>
                <a:gd name="T3" fmla="*/ 0 h 5"/>
                <a:gd name="T4" fmla="*/ 0 w 6"/>
                <a:gd name="T5" fmla="*/ 5 h 5"/>
                <a:gd name="T6" fmla="*/ 5 w 6"/>
                <a:gd name="T7" fmla="*/ 5 h 5"/>
                <a:gd name="T8" fmla="*/ 6 w 6"/>
                <a:gd name="T9" fmla="*/ 1 h 5"/>
              </a:gdLst>
              <a:ahLst/>
              <a:cxnLst>
                <a:cxn ang="0">
                  <a:pos x="T0" y="T1"/>
                </a:cxn>
                <a:cxn ang="0">
                  <a:pos x="T2" y="T3"/>
                </a:cxn>
                <a:cxn ang="0">
                  <a:pos x="T4" y="T5"/>
                </a:cxn>
                <a:cxn ang="0">
                  <a:pos x="T6" y="T7"/>
                </a:cxn>
                <a:cxn ang="0">
                  <a:pos x="T8" y="T9"/>
                </a:cxn>
              </a:cxnLst>
              <a:rect l="0" t="0" r="r" b="b"/>
              <a:pathLst>
                <a:path w="6" h="5">
                  <a:moveTo>
                    <a:pt x="6" y="1"/>
                  </a:moveTo>
                  <a:cubicBezTo>
                    <a:pt x="4" y="0"/>
                    <a:pt x="2" y="0"/>
                    <a:pt x="1" y="0"/>
                  </a:cubicBezTo>
                  <a:cubicBezTo>
                    <a:pt x="0" y="2"/>
                    <a:pt x="0" y="3"/>
                    <a:pt x="0" y="5"/>
                  </a:cubicBezTo>
                  <a:cubicBezTo>
                    <a:pt x="1" y="5"/>
                    <a:pt x="3" y="5"/>
                    <a:pt x="5" y="5"/>
                  </a:cubicBezTo>
                  <a:cubicBezTo>
                    <a:pt x="5" y="4"/>
                    <a:pt x="6" y="2"/>
                    <a:pt x="6" y="1"/>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 name="Freeform 548"/>
            <p:cNvSpPr>
              <a:spLocks/>
            </p:cNvSpPr>
            <p:nvPr/>
          </p:nvSpPr>
          <p:spPr bwMode="auto">
            <a:xfrm>
              <a:off x="3275013" y="2644775"/>
              <a:ext cx="14288" cy="11112"/>
            </a:xfrm>
            <a:custGeom>
              <a:avLst/>
              <a:gdLst>
                <a:gd name="T0" fmla="*/ 0 w 7"/>
                <a:gd name="T1" fmla="*/ 4 h 5"/>
                <a:gd name="T2" fmla="*/ 4 w 7"/>
                <a:gd name="T3" fmla="*/ 5 h 5"/>
                <a:gd name="T4" fmla="*/ 7 w 7"/>
                <a:gd name="T5" fmla="*/ 1 h 5"/>
                <a:gd name="T6" fmla="*/ 3 w 7"/>
                <a:gd name="T7" fmla="*/ 0 h 5"/>
                <a:gd name="T8" fmla="*/ 0 w 7"/>
                <a:gd name="T9" fmla="*/ 4 h 5"/>
              </a:gdLst>
              <a:ahLst/>
              <a:cxnLst>
                <a:cxn ang="0">
                  <a:pos x="T0" y="T1"/>
                </a:cxn>
                <a:cxn ang="0">
                  <a:pos x="T2" y="T3"/>
                </a:cxn>
                <a:cxn ang="0">
                  <a:pos x="T4" y="T5"/>
                </a:cxn>
                <a:cxn ang="0">
                  <a:pos x="T6" y="T7"/>
                </a:cxn>
                <a:cxn ang="0">
                  <a:pos x="T8" y="T9"/>
                </a:cxn>
              </a:cxnLst>
              <a:rect l="0" t="0" r="r" b="b"/>
              <a:pathLst>
                <a:path w="7" h="5">
                  <a:moveTo>
                    <a:pt x="0" y="4"/>
                  </a:moveTo>
                  <a:cubicBezTo>
                    <a:pt x="1" y="4"/>
                    <a:pt x="3" y="4"/>
                    <a:pt x="4" y="5"/>
                  </a:cubicBezTo>
                  <a:cubicBezTo>
                    <a:pt x="5" y="3"/>
                    <a:pt x="6" y="2"/>
                    <a:pt x="7" y="1"/>
                  </a:cubicBezTo>
                  <a:cubicBezTo>
                    <a:pt x="5" y="0"/>
                    <a:pt x="4" y="0"/>
                    <a:pt x="3" y="0"/>
                  </a:cubicBezTo>
                  <a:cubicBezTo>
                    <a:pt x="2" y="1"/>
                    <a:pt x="1" y="3"/>
                    <a:pt x="0" y="4"/>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 name="Freeform 549"/>
            <p:cNvSpPr>
              <a:spLocks/>
            </p:cNvSpPr>
            <p:nvPr/>
          </p:nvSpPr>
          <p:spPr bwMode="auto">
            <a:xfrm>
              <a:off x="3281363" y="2636838"/>
              <a:ext cx="14288" cy="7937"/>
            </a:xfrm>
            <a:custGeom>
              <a:avLst/>
              <a:gdLst>
                <a:gd name="T0" fmla="*/ 4 w 7"/>
                <a:gd name="T1" fmla="*/ 4 h 4"/>
                <a:gd name="T2" fmla="*/ 7 w 7"/>
                <a:gd name="T3" fmla="*/ 0 h 4"/>
                <a:gd name="T4" fmla="*/ 3 w 7"/>
                <a:gd name="T5" fmla="*/ 0 h 4"/>
                <a:gd name="T6" fmla="*/ 0 w 7"/>
                <a:gd name="T7" fmla="*/ 3 h 4"/>
                <a:gd name="T8" fmla="*/ 4 w 7"/>
                <a:gd name="T9" fmla="*/ 4 h 4"/>
              </a:gdLst>
              <a:ahLst/>
              <a:cxnLst>
                <a:cxn ang="0">
                  <a:pos x="T0" y="T1"/>
                </a:cxn>
                <a:cxn ang="0">
                  <a:pos x="T2" y="T3"/>
                </a:cxn>
                <a:cxn ang="0">
                  <a:pos x="T4" y="T5"/>
                </a:cxn>
                <a:cxn ang="0">
                  <a:pos x="T6" y="T7"/>
                </a:cxn>
                <a:cxn ang="0">
                  <a:pos x="T8" y="T9"/>
                </a:cxn>
              </a:cxnLst>
              <a:rect l="0" t="0" r="r" b="b"/>
              <a:pathLst>
                <a:path w="7" h="4">
                  <a:moveTo>
                    <a:pt x="4" y="4"/>
                  </a:moveTo>
                  <a:cubicBezTo>
                    <a:pt x="5" y="2"/>
                    <a:pt x="6" y="1"/>
                    <a:pt x="7" y="0"/>
                  </a:cubicBezTo>
                  <a:cubicBezTo>
                    <a:pt x="6" y="0"/>
                    <a:pt x="5" y="0"/>
                    <a:pt x="3" y="0"/>
                  </a:cubicBezTo>
                  <a:cubicBezTo>
                    <a:pt x="2" y="1"/>
                    <a:pt x="1" y="2"/>
                    <a:pt x="0" y="3"/>
                  </a:cubicBezTo>
                  <a:cubicBezTo>
                    <a:pt x="2" y="3"/>
                    <a:pt x="3" y="4"/>
                    <a:pt x="4" y="4"/>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 name="Freeform 550"/>
            <p:cNvSpPr>
              <a:spLocks/>
            </p:cNvSpPr>
            <p:nvPr/>
          </p:nvSpPr>
          <p:spPr bwMode="auto">
            <a:xfrm>
              <a:off x="3289300" y="2627313"/>
              <a:ext cx="12700" cy="6350"/>
            </a:xfrm>
            <a:custGeom>
              <a:avLst/>
              <a:gdLst>
                <a:gd name="T0" fmla="*/ 6 w 6"/>
                <a:gd name="T1" fmla="*/ 0 h 3"/>
                <a:gd name="T2" fmla="*/ 1 w 6"/>
                <a:gd name="T3" fmla="*/ 2 h 3"/>
                <a:gd name="T4" fmla="*/ 0 w 6"/>
                <a:gd name="T5" fmla="*/ 3 h 3"/>
                <a:gd name="T6" fmla="*/ 4 w 6"/>
                <a:gd name="T7" fmla="*/ 3 h 3"/>
                <a:gd name="T8" fmla="*/ 6 w 6"/>
                <a:gd name="T9" fmla="*/ 0 h 3"/>
              </a:gdLst>
              <a:ahLst/>
              <a:cxnLst>
                <a:cxn ang="0">
                  <a:pos x="T0" y="T1"/>
                </a:cxn>
                <a:cxn ang="0">
                  <a:pos x="T2" y="T3"/>
                </a:cxn>
                <a:cxn ang="0">
                  <a:pos x="T4" y="T5"/>
                </a:cxn>
                <a:cxn ang="0">
                  <a:pos x="T6" y="T7"/>
                </a:cxn>
                <a:cxn ang="0">
                  <a:pos x="T8" y="T9"/>
                </a:cxn>
              </a:cxnLst>
              <a:rect l="0" t="0" r="r" b="b"/>
              <a:pathLst>
                <a:path w="6" h="3">
                  <a:moveTo>
                    <a:pt x="6" y="0"/>
                  </a:moveTo>
                  <a:cubicBezTo>
                    <a:pt x="5" y="0"/>
                    <a:pt x="3" y="1"/>
                    <a:pt x="1" y="2"/>
                  </a:cubicBezTo>
                  <a:cubicBezTo>
                    <a:pt x="1" y="3"/>
                    <a:pt x="0" y="3"/>
                    <a:pt x="0" y="3"/>
                  </a:cubicBezTo>
                  <a:cubicBezTo>
                    <a:pt x="1" y="3"/>
                    <a:pt x="3" y="3"/>
                    <a:pt x="4" y="3"/>
                  </a:cubicBezTo>
                  <a:cubicBezTo>
                    <a:pt x="5" y="2"/>
                    <a:pt x="6" y="1"/>
                    <a:pt x="6" y="0"/>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 name="Freeform 551"/>
            <p:cNvSpPr>
              <a:spLocks/>
            </p:cNvSpPr>
            <p:nvPr/>
          </p:nvSpPr>
          <p:spPr bwMode="auto">
            <a:xfrm>
              <a:off x="3268663" y="2655888"/>
              <a:ext cx="14288" cy="9525"/>
            </a:xfrm>
            <a:custGeom>
              <a:avLst/>
              <a:gdLst>
                <a:gd name="T0" fmla="*/ 7 w 7"/>
                <a:gd name="T1" fmla="*/ 1 h 5"/>
                <a:gd name="T2" fmla="*/ 2 w 7"/>
                <a:gd name="T3" fmla="*/ 0 h 5"/>
                <a:gd name="T4" fmla="*/ 0 w 7"/>
                <a:gd name="T5" fmla="*/ 4 h 5"/>
                <a:gd name="T6" fmla="*/ 5 w 7"/>
                <a:gd name="T7" fmla="*/ 5 h 5"/>
                <a:gd name="T8" fmla="*/ 7 w 7"/>
                <a:gd name="T9" fmla="*/ 1 h 5"/>
              </a:gdLst>
              <a:ahLst/>
              <a:cxnLst>
                <a:cxn ang="0">
                  <a:pos x="T0" y="T1"/>
                </a:cxn>
                <a:cxn ang="0">
                  <a:pos x="T2" y="T3"/>
                </a:cxn>
                <a:cxn ang="0">
                  <a:pos x="T4" y="T5"/>
                </a:cxn>
                <a:cxn ang="0">
                  <a:pos x="T6" y="T7"/>
                </a:cxn>
                <a:cxn ang="0">
                  <a:pos x="T8" y="T9"/>
                </a:cxn>
              </a:cxnLst>
              <a:rect l="0" t="0" r="r" b="b"/>
              <a:pathLst>
                <a:path w="7" h="5">
                  <a:moveTo>
                    <a:pt x="7" y="1"/>
                  </a:moveTo>
                  <a:cubicBezTo>
                    <a:pt x="5" y="0"/>
                    <a:pt x="4" y="0"/>
                    <a:pt x="2" y="0"/>
                  </a:cubicBezTo>
                  <a:cubicBezTo>
                    <a:pt x="1" y="1"/>
                    <a:pt x="1" y="2"/>
                    <a:pt x="0" y="4"/>
                  </a:cubicBezTo>
                  <a:cubicBezTo>
                    <a:pt x="2" y="4"/>
                    <a:pt x="3" y="4"/>
                    <a:pt x="5" y="5"/>
                  </a:cubicBezTo>
                  <a:cubicBezTo>
                    <a:pt x="5" y="3"/>
                    <a:pt x="6" y="2"/>
                    <a:pt x="7" y="1"/>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 name="Freeform 552"/>
            <p:cNvSpPr>
              <a:spLocks/>
            </p:cNvSpPr>
            <p:nvPr/>
          </p:nvSpPr>
          <p:spPr bwMode="auto">
            <a:xfrm>
              <a:off x="3281363" y="2657475"/>
              <a:ext cx="12700" cy="9525"/>
            </a:xfrm>
            <a:custGeom>
              <a:avLst/>
              <a:gdLst>
                <a:gd name="T0" fmla="*/ 5 w 6"/>
                <a:gd name="T1" fmla="*/ 5 h 5"/>
                <a:gd name="T2" fmla="*/ 6 w 6"/>
                <a:gd name="T3" fmla="*/ 1 h 5"/>
                <a:gd name="T4" fmla="*/ 2 w 6"/>
                <a:gd name="T5" fmla="*/ 0 h 5"/>
                <a:gd name="T6" fmla="*/ 0 w 6"/>
                <a:gd name="T7" fmla="*/ 4 h 5"/>
                <a:gd name="T8" fmla="*/ 5 w 6"/>
                <a:gd name="T9" fmla="*/ 5 h 5"/>
              </a:gdLst>
              <a:ahLst/>
              <a:cxnLst>
                <a:cxn ang="0">
                  <a:pos x="T0" y="T1"/>
                </a:cxn>
                <a:cxn ang="0">
                  <a:pos x="T2" y="T3"/>
                </a:cxn>
                <a:cxn ang="0">
                  <a:pos x="T4" y="T5"/>
                </a:cxn>
                <a:cxn ang="0">
                  <a:pos x="T6" y="T7"/>
                </a:cxn>
                <a:cxn ang="0">
                  <a:pos x="T8" y="T9"/>
                </a:cxn>
              </a:cxnLst>
              <a:rect l="0" t="0" r="r" b="b"/>
              <a:pathLst>
                <a:path w="6" h="5">
                  <a:moveTo>
                    <a:pt x="5" y="5"/>
                  </a:moveTo>
                  <a:cubicBezTo>
                    <a:pt x="5" y="4"/>
                    <a:pt x="6" y="2"/>
                    <a:pt x="6" y="1"/>
                  </a:cubicBezTo>
                  <a:cubicBezTo>
                    <a:pt x="5" y="0"/>
                    <a:pt x="3" y="0"/>
                    <a:pt x="2" y="0"/>
                  </a:cubicBezTo>
                  <a:cubicBezTo>
                    <a:pt x="1" y="1"/>
                    <a:pt x="0" y="3"/>
                    <a:pt x="0" y="4"/>
                  </a:cubicBezTo>
                  <a:cubicBezTo>
                    <a:pt x="1" y="4"/>
                    <a:pt x="3" y="5"/>
                    <a:pt x="5" y="5"/>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 name="Freeform 553"/>
            <p:cNvSpPr>
              <a:spLocks/>
            </p:cNvSpPr>
            <p:nvPr/>
          </p:nvSpPr>
          <p:spPr bwMode="auto">
            <a:xfrm>
              <a:off x="3276600" y="2667000"/>
              <a:ext cx="12700" cy="12700"/>
            </a:xfrm>
            <a:custGeom>
              <a:avLst/>
              <a:gdLst>
                <a:gd name="T0" fmla="*/ 0 w 6"/>
                <a:gd name="T1" fmla="*/ 5 h 6"/>
                <a:gd name="T2" fmla="*/ 5 w 6"/>
                <a:gd name="T3" fmla="*/ 6 h 6"/>
                <a:gd name="T4" fmla="*/ 6 w 6"/>
                <a:gd name="T5" fmla="*/ 1 h 6"/>
                <a:gd name="T6" fmla="*/ 1 w 6"/>
                <a:gd name="T7" fmla="*/ 0 h 6"/>
                <a:gd name="T8" fmla="*/ 0 w 6"/>
                <a:gd name="T9" fmla="*/ 5 h 6"/>
              </a:gdLst>
              <a:ahLst/>
              <a:cxnLst>
                <a:cxn ang="0">
                  <a:pos x="T0" y="T1"/>
                </a:cxn>
                <a:cxn ang="0">
                  <a:pos x="T2" y="T3"/>
                </a:cxn>
                <a:cxn ang="0">
                  <a:pos x="T4" y="T5"/>
                </a:cxn>
                <a:cxn ang="0">
                  <a:pos x="T6" y="T7"/>
                </a:cxn>
                <a:cxn ang="0">
                  <a:pos x="T8" y="T9"/>
                </a:cxn>
              </a:cxnLst>
              <a:rect l="0" t="0" r="r" b="b"/>
              <a:pathLst>
                <a:path w="6" h="6">
                  <a:moveTo>
                    <a:pt x="0" y="5"/>
                  </a:moveTo>
                  <a:cubicBezTo>
                    <a:pt x="1" y="5"/>
                    <a:pt x="3" y="5"/>
                    <a:pt x="5" y="6"/>
                  </a:cubicBezTo>
                  <a:cubicBezTo>
                    <a:pt x="5" y="4"/>
                    <a:pt x="6" y="3"/>
                    <a:pt x="6" y="1"/>
                  </a:cubicBezTo>
                  <a:cubicBezTo>
                    <a:pt x="5" y="1"/>
                    <a:pt x="3" y="0"/>
                    <a:pt x="1" y="0"/>
                  </a:cubicBezTo>
                  <a:cubicBezTo>
                    <a:pt x="1" y="2"/>
                    <a:pt x="0" y="3"/>
                    <a:pt x="0" y="5"/>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 name="Freeform 554"/>
            <p:cNvSpPr>
              <a:spLocks/>
            </p:cNvSpPr>
            <p:nvPr/>
          </p:nvSpPr>
          <p:spPr bwMode="auto">
            <a:xfrm>
              <a:off x="3273425" y="2679700"/>
              <a:ext cx="12700" cy="12700"/>
            </a:xfrm>
            <a:custGeom>
              <a:avLst/>
              <a:gdLst>
                <a:gd name="T0" fmla="*/ 6 w 6"/>
                <a:gd name="T1" fmla="*/ 1 h 6"/>
                <a:gd name="T2" fmla="*/ 1 w 6"/>
                <a:gd name="T3" fmla="*/ 0 h 6"/>
                <a:gd name="T4" fmla="*/ 0 w 6"/>
                <a:gd name="T5" fmla="*/ 4 h 6"/>
                <a:gd name="T6" fmla="*/ 5 w 6"/>
                <a:gd name="T7" fmla="*/ 6 h 6"/>
                <a:gd name="T8" fmla="*/ 6 w 6"/>
                <a:gd name="T9" fmla="*/ 1 h 6"/>
              </a:gdLst>
              <a:ahLst/>
              <a:cxnLst>
                <a:cxn ang="0">
                  <a:pos x="T0" y="T1"/>
                </a:cxn>
                <a:cxn ang="0">
                  <a:pos x="T2" y="T3"/>
                </a:cxn>
                <a:cxn ang="0">
                  <a:pos x="T4" y="T5"/>
                </a:cxn>
                <a:cxn ang="0">
                  <a:pos x="T6" y="T7"/>
                </a:cxn>
                <a:cxn ang="0">
                  <a:pos x="T8" y="T9"/>
                </a:cxn>
              </a:cxnLst>
              <a:rect l="0" t="0" r="r" b="b"/>
              <a:pathLst>
                <a:path w="6" h="6">
                  <a:moveTo>
                    <a:pt x="6" y="1"/>
                  </a:moveTo>
                  <a:cubicBezTo>
                    <a:pt x="5" y="0"/>
                    <a:pt x="3" y="0"/>
                    <a:pt x="1" y="0"/>
                  </a:cubicBezTo>
                  <a:cubicBezTo>
                    <a:pt x="1" y="1"/>
                    <a:pt x="0" y="3"/>
                    <a:pt x="0" y="4"/>
                  </a:cubicBezTo>
                  <a:cubicBezTo>
                    <a:pt x="2" y="5"/>
                    <a:pt x="3" y="5"/>
                    <a:pt x="5" y="6"/>
                  </a:cubicBezTo>
                  <a:cubicBezTo>
                    <a:pt x="5" y="4"/>
                    <a:pt x="6" y="3"/>
                    <a:pt x="6" y="1"/>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 name="Freeform 555"/>
            <p:cNvSpPr>
              <a:spLocks/>
            </p:cNvSpPr>
            <p:nvPr/>
          </p:nvSpPr>
          <p:spPr bwMode="auto">
            <a:xfrm>
              <a:off x="3267075" y="2701925"/>
              <a:ext cx="1588" cy="6350"/>
            </a:xfrm>
            <a:custGeom>
              <a:avLst/>
              <a:gdLst>
                <a:gd name="T0" fmla="*/ 0 w 1"/>
                <a:gd name="T1" fmla="*/ 3 h 3"/>
                <a:gd name="T2" fmla="*/ 1 w 1"/>
                <a:gd name="T3" fmla="*/ 1 h 3"/>
                <a:gd name="T4" fmla="*/ 0 w 1"/>
                <a:gd name="T5" fmla="*/ 0 h 3"/>
                <a:gd name="T6" fmla="*/ 0 w 1"/>
                <a:gd name="T7" fmla="*/ 3 h 3"/>
              </a:gdLst>
              <a:ahLst/>
              <a:cxnLst>
                <a:cxn ang="0">
                  <a:pos x="T0" y="T1"/>
                </a:cxn>
                <a:cxn ang="0">
                  <a:pos x="T2" y="T3"/>
                </a:cxn>
                <a:cxn ang="0">
                  <a:pos x="T4" y="T5"/>
                </a:cxn>
                <a:cxn ang="0">
                  <a:pos x="T6" y="T7"/>
                </a:cxn>
              </a:cxnLst>
              <a:rect l="0" t="0" r="r" b="b"/>
              <a:pathLst>
                <a:path w="1" h="3">
                  <a:moveTo>
                    <a:pt x="0" y="3"/>
                  </a:moveTo>
                  <a:cubicBezTo>
                    <a:pt x="1" y="2"/>
                    <a:pt x="1" y="1"/>
                    <a:pt x="1" y="1"/>
                  </a:cubicBezTo>
                  <a:cubicBezTo>
                    <a:pt x="0" y="0"/>
                    <a:pt x="0" y="0"/>
                    <a:pt x="0" y="0"/>
                  </a:cubicBezTo>
                  <a:cubicBezTo>
                    <a:pt x="0" y="1"/>
                    <a:pt x="0" y="2"/>
                    <a:pt x="0" y="3"/>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 name="Freeform 556"/>
            <p:cNvSpPr>
              <a:spLocks/>
            </p:cNvSpPr>
            <p:nvPr/>
          </p:nvSpPr>
          <p:spPr bwMode="auto">
            <a:xfrm>
              <a:off x="3263900" y="2689225"/>
              <a:ext cx="6350" cy="12700"/>
            </a:xfrm>
            <a:custGeom>
              <a:avLst/>
              <a:gdLst>
                <a:gd name="T0" fmla="*/ 0 w 3"/>
                <a:gd name="T1" fmla="*/ 0 h 6"/>
                <a:gd name="T2" fmla="*/ 0 w 3"/>
                <a:gd name="T3" fmla="*/ 5 h 6"/>
                <a:gd name="T4" fmla="*/ 2 w 3"/>
                <a:gd name="T5" fmla="*/ 6 h 6"/>
                <a:gd name="T6" fmla="*/ 3 w 3"/>
                <a:gd name="T7" fmla="*/ 1 h 6"/>
                <a:gd name="T8" fmla="*/ 0 w 3"/>
                <a:gd name="T9" fmla="*/ 0 h 6"/>
              </a:gdLst>
              <a:ahLst/>
              <a:cxnLst>
                <a:cxn ang="0">
                  <a:pos x="T0" y="T1"/>
                </a:cxn>
                <a:cxn ang="0">
                  <a:pos x="T2" y="T3"/>
                </a:cxn>
                <a:cxn ang="0">
                  <a:pos x="T4" y="T5"/>
                </a:cxn>
                <a:cxn ang="0">
                  <a:pos x="T6" y="T7"/>
                </a:cxn>
                <a:cxn ang="0">
                  <a:pos x="T8" y="T9"/>
                </a:cxn>
              </a:cxnLst>
              <a:rect l="0" t="0" r="r" b="b"/>
              <a:pathLst>
                <a:path w="3" h="6">
                  <a:moveTo>
                    <a:pt x="0" y="0"/>
                  </a:moveTo>
                  <a:cubicBezTo>
                    <a:pt x="0" y="1"/>
                    <a:pt x="0" y="3"/>
                    <a:pt x="0" y="5"/>
                  </a:cubicBezTo>
                  <a:cubicBezTo>
                    <a:pt x="1" y="5"/>
                    <a:pt x="1" y="5"/>
                    <a:pt x="2" y="6"/>
                  </a:cubicBezTo>
                  <a:cubicBezTo>
                    <a:pt x="2" y="4"/>
                    <a:pt x="2" y="2"/>
                    <a:pt x="3" y="1"/>
                  </a:cubicBezTo>
                  <a:cubicBezTo>
                    <a:pt x="2" y="0"/>
                    <a:pt x="1" y="0"/>
                    <a:pt x="0" y="0"/>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 name="Freeform 557"/>
            <p:cNvSpPr>
              <a:spLocks/>
            </p:cNvSpPr>
            <p:nvPr/>
          </p:nvSpPr>
          <p:spPr bwMode="auto">
            <a:xfrm>
              <a:off x="3286125" y="2646363"/>
              <a:ext cx="14288" cy="11112"/>
            </a:xfrm>
            <a:custGeom>
              <a:avLst/>
              <a:gdLst>
                <a:gd name="T0" fmla="*/ 0 w 7"/>
                <a:gd name="T1" fmla="*/ 4 h 5"/>
                <a:gd name="T2" fmla="*/ 5 w 7"/>
                <a:gd name="T3" fmla="*/ 5 h 5"/>
                <a:gd name="T4" fmla="*/ 7 w 7"/>
                <a:gd name="T5" fmla="*/ 0 h 5"/>
                <a:gd name="T6" fmla="*/ 3 w 7"/>
                <a:gd name="T7" fmla="*/ 0 h 5"/>
                <a:gd name="T8" fmla="*/ 0 w 7"/>
                <a:gd name="T9" fmla="*/ 4 h 5"/>
              </a:gdLst>
              <a:ahLst/>
              <a:cxnLst>
                <a:cxn ang="0">
                  <a:pos x="T0" y="T1"/>
                </a:cxn>
                <a:cxn ang="0">
                  <a:pos x="T2" y="T3"/>
                </a:cxn>
                <a:cxn ang="0">
                  <a:pos x="T4" y="T5"/>
                </a:cxn>
                <a:cxn ang="0">
                  <a:pos x="T6" y="T7"/>
                </a:cxn>
                <a:cxn ang="0">
                  <a:pos x="T8" y="T9"/>
                </a:cxn>
              </a:cxnLst>
              <a:rect l="0" t="0" r="r" b="b"/>
              <a:pathLst>
                <a:path w="7" h="5">
                  <a:moveTo>
                    <a:pt x="0" y="4"/>
                  </a:moveTo>
                  <a:cubicBezTo>
                    <a:pt x="2" y="4"/>
                    <a:pt x="3" y="4"/>
                    <a:pt x="5" y="5"/>
                  </a:cubicBezTo>
                  <a:cubicBezTo>
                    <a:pt x="5" y="3"/>
                    <a:pt x="6" y="2"/>
                    <a:pt x="7" y="0"/>
                  </a:cubicBezTo>
                  <a:cubicBezTo>
                    <a:pt x="5" y="0"/>
                    <a:pt x="4" y="0"/>
                    <a:pt x="3" y="0"/>
                  </a:cubicBezTo>
                  <a:cubicBezTo>
                    <a:pt x="2" y="1"/>
                    <a:pt x="1" y="2"/>
                    <a:pt x="0" y="4"/>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 name="Freeform 558"/>
            <p:cNvSpPr>
              <a:spLocks/>
            </p:cNvSpPr>
            <p:nvPr/>
          </p:nvSpPr>
          <p:spPr bwMode="auto">
            <a:xfrm>
              <a:off x="3302000" y="2636838"/>
              <a:ext cx="12700" cy="9525"/>
            </a:xfrm>
            <a:custGeom>
              <a:avLst/>
              <a:gdLst>
                <a:gd name="T0" fmla="*/ 0 w 6"/>
                <a:gd name="T1" fmla="*/ 4 h 5"/>
                <a:gd name="T2" fmla="*/ 4 w 6"/>
                <a:gd name="T3" fmla="*/ 5 h 5"/>
                <a:gd name="T4" fmla="*/ 6 w 6"/>
                <a:gd name="T5" fmla="*/ 0 h 5"/>
                <a:gd name="T6" fmla="*/ 2 w 6"/>
                <a:gd name="T7" fmla="*/ 0 h 5"/>
                <a:gd name="T8" fmla="*/ 0 w 6"/>
                <a:gd name="T9" fmla="*/ 4 h 5"/>
              </a:gdLst>
              <a:ahLst/>
              <a:cxnLst>
                <a:cxn ang="0">
                  <a:pos x="T0" y="T1"/>
                </a:cxn>
                <a:cxn ang="0">
                  <a:pos x="T2" y="T3"/>
                </a:cxn>
                <a:cxn ang="0">
                  <a:pos x="T4" y="T5"/>
                </a:cxn>
                <a:cxn ang="0">
                  <a:pos x="T6" y="T7"/>
                </a:cxn>
                <a:cxn ang="0">
                  <a:pos x="T8" y="T9"/>
                </a:cxn>
              </a:cxnLst>
              <a:rect l="0" t="0" r="r" b="b"/>
              <a:pathLst>
                <a:path w="6" h="5">
                  <a:moveTo>
                    <a:pt x="0" y="4"/>
                  </a:moveTo>
                  <a:cubicBezTo>
                    <a:pt x="2" y="4"/>
                    <a:pt x="3" y="5"/>
                    <a:pt x="4" y="5"/>
                  </a:cubicBezTo>
                  <a:cubicBezTo>
                    <a:pt x="5" y="3"/>
                    <a:pt x="5" y="2"/>
                    <a:pt x="6" y="0"/>
                  </a:cubicBezTo>
                  <a:cubicBezTo>
                    <a:pt x="5" y="0"/>
                    <a:pt x="4" y="0"/>
                    <a:pt x="2" y="0"/>
                  </a:cubicBezTo>
                  <a:cubicBezTo>
                    <a:pt x="2" y="1"/>
                    <a:pt x="1" y="3"/>
                    <a:pt x="0" y="4"/>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 name="Freeform 559"/>
            <p:cNvSpPr>
              <a:spLocks/>
            </p:cNvSpPr>
            <p:nvPr/>
          </p:nvSpPr>
          <p:spPr bwMode="auto">
            <a:xfrm>
              <a:off x="3290888" y="2636838"/>
              <a:ext cx="15875" cy="7937"/>
            </a:xfrm>
            <a:custGeom>
              <a:avLst/>
              <a:gdLst>
                <a:gd name="T0" fmla="*/ 0 w 7"/>
                <a:gd name="T1" fmla="*/ 4 h 4"/>
                <a:gd name="T2" fmla="*/ 4 w 7"/>
                <a:gd name="T3" fmla="*/ 4 h 4"/>
                <a:gd name="T4" fmla="*/ 7 w 7"/>
                <a:gd name="T5" fmla="*/ 0 h 4"/>
                <a:gd name="T6" fmla="*/ 3 w 7"/>
                <a:gd name="T7" fmla="*/ 0 h 4"/>
                <a:gd name="T8" fmla="*/ 0 w 7"/>
                <a:gd name="T9" fmla="*/ 4 h 4"/>
              </a:gdLst>
              <a:ahLst/>
              <a:cxnLst>
                <a:cxn ang="0">
                  <a:pos x="T0" y="T1"/>
                </a:cxn>
                <a:cxn ang="0">
                  <a:pos x="T2" y="T3"/>
                </a:cxn>
                <a:cxn ang="0">
                  <a:pos x="T4" y="T5"/>
                </a:cxn>
                <a:cxn ang="0">
                  <a:pos x="T6" y="T7"/>
                </a:cxn>
                <a:cxn ang="0">
                  <a:pos x="T8" y="T9"/>
                </a:cxn>
              </a:cxnLst>
              <a:rect l="0" t="0" r="r" b="b"/>
              <a:pathLst>
                <a:path w="7" h="4">
                  <a:moveTo>
                    <a:pt x="0" y="4"/>
                  </a:moveTo>
                  <a:cubicBezTo>
                    <a:pt x="2" y="4"/>
                    <a:pt x="3" y="4"/>
                    <a:pt x="4" y="4"/>
                  </a:cubicBezTo>
                  <a:cubicBezTo>
                    <a:pt x="5" y="3"/>
                    <a:pt x="6" y="1"/>
                    <a:pt x="7" y="0"/>
                  </a:cubicBezTo>
                  <a:cubicBezTo>
                    <a:pt x="5" y="0"/>
                    <a:pt x="4" y="0"/>
                    <a:pt x="3" y="0"/>
                  </a:cubicBezTo>
                  <a:cubicBezTo>
                    <a:pt x="2" y="1"/>
                    <a:pt x="1" y="2"/>
                    <a:pt x="0" y="4"/>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 name="Freeform 560"/>
            <p:cNvSpPr>
              <a:spLocks/>
            </p:cNvSpPr>
            <p:nvPr/>
          </p:nvSpPr>
          <p:spPr bwMode="auto">
            <a:xfrm>
              <a:off x="3281363" y="2708275"/>
              <a:ext cx="12700" cy="14287"/>
            </a:xfrm>
            <a:custGeom>
              <a:avLst/>
              <a:gdLst>
                <a:gd name="T0" fmla="*/ 1 w 6"/>
                <a:gd name="T1" fmla="*/ 0 h 7"/>
                <a:gd name="T2" fmla="*/ 0 w 6"/>
                <a:gd name="T3" fmla="*/ 5 h 7"/>
                <a:gd name="T4" fmla="*/ 5 w 6"/>
                <a:gd name="T5" fmla="*/ 7 h 7"/>
                <a:gd name="T6" fmla="*/ 6 w 6"/>
                <a:gd name="T7" fmla="*/ 2 h 7"/>
                <a:gd name="T8" fmla="*/ 1 w 6"/>
                <a:gd name="T9" fmla="*/ 0 h 7"/>
              </a:gdLst>
              <a:ahLst/>
              <a:cxnLst>
                <a:cxn ang="0">
                  <a:pos x="T0" y="T1"/>
                </a:cxn>
                <a:cxn ang="0">
                  <a:pos x="T2" y="T3"/>
                </a:cxn>
                <a:cxn ang="0">
                  <a:pos x="T4" y="T5"/>
                </a:cxn>
                <a:cxn ang="0">
                  <a:pos x="T6" y="T7"/>
                </a:cxn>
                <a:cxn ang="0">
                  <a:pos x="T8" y="T9"/>
                </a:cxn>
              </a:cxnLst>
              <a:rect l="0" t="0" r="r" b="b"/>
              <a:pathLst>
                <a:path w="6" h="7">
                  <a:moveTo>
                    <a:pt x="1" y="0"/>
                  </a:moveTo>
                  <a:cubicBezTo>
                    <a:pt x="1" y="2"/>
                    <a:pt x="0" y="4"/>
                    <a:pt x="0" y="5"/>
                  </a:cubicBezTo>
                  <a:cubicBezTo>
                    <a:pt x="2" y="6"/>
                    <a:pt x="3" y="7"/>
                    <a:pt x="5" y="7"/>
                  </a:cubicBezTo>
                  <a:cubicBezTo>
                    <a:pt x="5" y="5"/>
                    <a:pt x="6" y="4"/>
                    <a:pt x="6" y="2"/>
                  </a:cubicBezTo>
                  <a:cubicBezTo>
                    <a:pt x="4" y="1"/>
                    <a:pt x="2" y="1"/>
                    <a:pt x="1" y="0"/>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 name="Freeform 561"/>
            <p:cNvSpPr>
              <a:spLocks/>
            </p:cNvSpPr>
            <p:nvPr/>
          </p:nvSpPr>
          <p:spPr bwMode="auto">
            <a:xfrm>
              <a:off x="3294063" y="2711450"/>
              <a:ext cx="12700" cy="12700"/>
            </a:xfrm>
            <a:custGeom>
              <a:avLst/>
              <a:gdLst>
                <a:gd name="T0" fmla="*/ 1 w 6"/>
                <a:gd name="T1" fmla="*/ 0 h 6"/>
                <a:gd name="T2" fmla="*/ 0 w 6"/>
                <a:gd name="T3" fmla="*/ 5 h 6"/>
                <a:gd name="T4" fmla="*/ 5 w 6"/>
                <a:gd name="T5" fmla="*/ 6 h 6"/>
                <a:gd name="T6" fmla="*/ 6 w 6"/>
                <a:gd name="T7" fmla="*/ 1 h 6"/>
                <a:gd name="T8" fmla="*/ 1 w 6"/>
                <a:gd name="T9" fmla="*/ 0 h 6"/>
              </a:gdLst>
              <a:ahLst/>
              <a:cxnLst>
                <a:cxn ang="0">
                  <a:pos x="T0" y="T1"/>
                </a:cxn>
                <a:cxn ang="0">
                  <a:pos x="T2" y="T3"/>
                </a:cxn>
                <a:cxn ang="0">
                  <a:pos x="T4" y="T5"/>
                </a:cxn>
                <a:cxn ang="0">
                  <a:pos x="T6" y="T7"/>
                </a:cxn>
                <a:cxn ang="0">
                  <a:pos x="T8" y="T9"/>
                </a:cxn>
              </a:cxnLst>
              <a:rect l="0" t="0" r="r" b="b"/>
              <a:pathLst>
                <a:path w="6" h="6">
                  <a:moveTo>
                    <a:pt x="1" y="0"/>
                  </a:moveTo>
                  <a:cubicBezTo>
                    <a:pt x="1" y="2"/>
                    <a:pt x="0" y="4"/>
                    <a:pt x="0" y="5"/>
                  </a:cubicBezTo>
                  <a:cubicBezTo>
                    <a:pt x="2" y="6"/>
                    <a:pt x="3" y="6"/>
                    <a:pt x="5" y="6"/>
                  </a:cubicBezTo>
                  <a:cubicBezTo>
                    <a:pt x="5" y="5"/>
                    <a:pt x="6" y="3"/>
                    <a:pt x="6" y="1"/>
                  </a:cubicBezTo>
                  <a:cubicBezTo>
                    <a:pt x="4" y="1"/>
                    <a:pt x="3" y="0"/>
                    <a:pt x="1" y="0"/>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 name="Freeform 562"/>
            <p:cNvSpPr>
              <a:spLocks/>
            </p:cNvSpPr>
            <p:nvPr/>
          </p:nvSpPr>
          <p:spPr bwMode="auto">
            <a:xfrm>
              <a:off x="3306763" y="2713038"/>
              <a:ext cx="12700" cy="12700"/>
            </a:xfrm>
            <a:custGeom>
              <a:avLst/>
              <a:gdLst>
                <a:gd name="T0" fmla="*/ 6 w 6"/>
                <a:gd name="T1" fmla="*/ 1 h 6"/>
                <a:gd name="T2" fmla="*/ 1 w 6"/>
                <a:gd name="T3" fmla="*/ 0 h 6"/>
                <a:gd name="T4" fmla="*/ 0 w 6"/>
                <a:gd name="T5" fmla="*/ 5 h 6"/>
                <a:gd name="T6" fmla="*/ 5 w 6"/>
                <a:gd name="T7" fmla="*/ 6 h 6"/>
                <a:gd name="T8" fmla="*/ 6 w 6"/>
                <a:gd name="T9" fmla="*/ 1 h 6"/>
              </a:gdLst>
              <a:ahLst/>
              <a:cxnLst>
                <a:cxn ang="0">
                  <a:pos x="T0" y="T1"/>
                </a:cxn>
                <a:cxn ang="0">
                  <a:pos x="T2" y="T3"/>
                </a:cxn>
                <a:cxn ang="0">
                  <a:pos x="T4" y="T5"/>
                </a:cxn>
                <a:cxn ang="0">
                  <a:pos x="T6" y="T7"/>
                </a:cxn>
                <a:cxn ang="0">
                  <a:pos x="T8" y="T9"/>
                </a:cxn>
              </a:cxnLst>
              <a:rect l="0" t="0" r="r" b="b"/>
              <a:pathLst>
                <a:path w="6" h="6">
                  <a:moveTo>
                    <a:pt x="6" y="1"/>
                  </a:moveTo>
                  <a:cubicBezTo>
                    <a:pt x="5" y="1"/>
                    <a:pt x="3" y="1"/>
                    <a:pt x="1" y="0"/>
                  </a:cubicBezTo>
                  <a:cubicBezTo>
                    <a:pt x="1" y="2"/>
                    <a:pt x="1" y="4"/>
                    <a:pt x="0" y="5"/>
                  </a:cubicBezTo>
                  <a:cubicBezTo>
                    <a:pt x="2" y="6"/>
                    <a:pt x="4" y="6"/>
                    <a:pt x="5" y="6"/>
                  </a:cubicBezTo>
                  <a:cubicBezTo>
                    <a:pt x="6" y="4"/>
                    <a:pt x="6" y="3"/>
                    <a:pt x="6" y="1"/>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 name="Freeform 563"/>
            <p:cNvSpPr>
              <a:spLocks/>
            </p:cNvSpPr>
            <p:nvPr/>
          </p:nvSpPr>
          <p:spPr bwMode="auto">
            <a:xfrm>
              <a:off x="3303588" y="2728913"/>
              <a:ext cx="12700" cy="9525"/>
            </a:xfrm>
            <a:custGeom>
              <a:avLst/>
              <a:gdLst>
                <a:gd name="T0" fmla="*/ 0 w 6"/>
                <a:gd name="T1" fmla="*/ 5 h 5"/>
                <a:gd name="T2" fmla="*/ 5 w 6"/>
                <a:gd name="T3" fmla="*/ 5 h 5"/>
                <a:gd name="T4" fmla="*/ 6 w 6"/>
                <a:gd name="T5" fmla="*/ 0 h 5"/>
                <a:gd name="T6" fmla="*/ 1 w 6"/>
                <a:gd name="T7" fmla="*/ 0 h 5"/>
                <a:gd name="T8" fmla="*/ 0 w 6"/>
                <a:gd name="T9" fmla="*/ 5 h 5"/>
              </a:gdLst>
              <a:ahLst/>
              <a:cxnLst>
                <a:cxn ang="0">
                  <a:pos x="T0" y="T1"/>
                </a:cxn>
                <a:cxn ang="0">
                  <a:pos x="T2" y="T3"/>
                </a:cxn>
                <a:cxn ang="0">
                  <a:pos x="T4" y="T5"/>
                </a:cxn>
                <a:cxn ang="0">
                  <a:pos x="T6" y="T7"/>
                </a:cxn>
                <a:cxn ang="0">
                  <a:pos x="T8" y="T9"/>
                </a:cxn>
              </a:cxnLst>
              <a:rect l="0" t="0" r="r" b="b"/>
              <a:pathLst>
                <a:path w="6" h="5">
                  <a:moveTo>
                    <a:pt x="0" y="5"/>
                  </a:moveTo>
                  <a:cubicBezTo>
                    <a:pt x="2" y="5"/>
                    <a:pt x="3" y="5"/>
                    <a:pt x="5" y="5"/>
                  </a:cubicBezTo>
                  <a:cubicBezTo>
                    <a:pt x="5" y="3"/>
                    <a:pt x="6" y="2"/>
                    <a:pt x="6" y="0"/>
                  </a:cubicBezTo>
                  <a:cubicBezTo>
                    <a:pt x="4" y="0"/>
                    <a:pt x="3" y="0"/>
                    <a:pt x="1" y="0"/>
                  </a:cubicBezTo>
                  <a:cubicBezTo>
                    <a:pt x="1" y="1"/>
                    <a:pt x="0" y="3"/>
                    <a:pt x="0" y="5"/>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 name="Freeform 564"/>
            <p:cNvSpPr>
              <a:spLocks/>
            </p:cNvSpPr>
            <p:nvPr/>
          </p:nvSpPr>
          <p:spPr bwMode="auto">
            <a:xfrm>
              <a:off x="3316288" y="2728913"/>
              <a:ext cx="12700" cy="9525"/>
            </a:xfrm>
            <a:custGeom>
              <a:avLst/>
              <a:gdLst>
                <a:gd name="T0" fmla="*/ 1 w 6"/>
                <a:gd name="T1" fmla="*/ 0 h 5"/>
                <a:gd name="T2" fmla="*/ 0 w 6"/>
                <a:gd name="T3" fmla="*/ 5 h 5"/>
                <a:gd name="T4" fmla="*/ 5 w 6"/>
                <a:gd name="T5" fmla="*/ 5 h 5"/>
                <a:gd name="T6" fmla="*/ 6 w 6"/>
                <a:gd name="T7" fmla="*/ 0 h 5"/>
                <a:gd name="T8" fmla="*/ 1 w 6"/>
                <a:gd name="T9" fmla="*/ 0 h 5"/>
              </a:gdLst>
              <a:ahLst/>
              <a:cxnLst>
                <a:cxn ang="0">
                  <a:pos x="T0" y="T1"/>
                </a:cxn>
                <a:cxn ang="0">
                  <a:pos x="T2" y="T3"/>
                </a:cxn>
                <a:cxn ang="0">
                  <a:pos x="T4" y="T5"/>
                </a:cxn>
                <a:cxn ang="0">
                  <a:pos x="T6" y="T7"/>
                </a:cxn>
                <a:cxn ang="0">
                  <a:pos x="T8" y="T9"/>
                </a:cxn>
              </a:cxnLst>
              <a:rect l="0" t="0" r="r" b="b"/>
              <a:pathLst>
                <a:path w="6" h="5">
                  <a:moveTo>
                    <a:pt x="1" y="0"/>
                  </a:moveTo>
                  <a:cubicBezTo>
                    <a:pt x="1" y="2"/>
                    <a:pt x="1" y="4"/>
                    <a:pt x="0" y="5"/>
                  </a:cubicBezTo>
                  <a:cubicBezTo>
                    <a:pt x="2" y="5"/>
                    <a:pt x="3" y="5"/>
                    <a:pt x="5" y="5"/>
                  </a:cubicBezTo>
                  <a:cubicBezTo>
                    <a:pt x="6" y="3"/>
                    <a:pt x="6" y="2"/>
                    <a:pt x="6" y="0"/>
                  </a:cubicBezTo>
                  <a:cubicBezTo>
                    <a:pt x="5" y="0"/>
                    <a:pt x="3" y="0"/>
                    <a:pt x="1" y="0"/>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 name="Freeform 565"/>
            <p:cNvSpPr>
              <a:spLocks/>
            </p:cNvSpPr>
            <p:nvPr/>
          </p:nvSpPr>
          <p:spPr bwMode="auto">
            <a:xfrm>
              <a:off x="3270250" y="2690813"/>
              <a:ext cx="12700" cy="14287"/>
            </a:xfrm>
            <a:custGeom>
              <a:avLst/>
              <a:gdLst>
                <a:gd name="T0" fmla="*/ 0 w 6"/>
                <a:gd name="T1" fmla="*/ 5 h 7"/>
                <a:gd name="T2" fmla="*/ 5 w 6"/>
                <a:gd name="T3" fmla="*/ 7 h 7"/>
                <a:gd name="T4" fmla="*/ 6 w 6"/>
                <a:gd name="T5" fmla="*/ 2 h 7"/>
                <a:gd name="T6" fmla="*/ 1 w 6"/>
                <a:gd name="T7" fmla="*/ 0 h 7"/>
                <a:gd name="T8" fmla="*/ 0 w 6"/>
                <a:gd name="T9" fmla="*/ 5 h 7"/>
              </a:gdLst>
              <a:ahLst/>
              <a:cxnLst>
                <a:cxn ang="0">
                  <a:pos x="T0" y="T1"/>
                </a:cxn>
                <a:cxn ang="0">
                  <a:pos x="T2" y="T3"/>
                </a:cxn>
                <a:cxn ang="0">
                  <a:pos x="T4" y="T5"/>
                </a:cxn>
                <a:cxn ang="0">
                  <a:pos x="T6" y="T7"/>
                </a:cxn>
                <a:cxn ang="0">
                  <a:pos x="T8" y="T9"/>
                </a:cxn>
              </a:cxnLst>
              <a:rect l="0" t="0" r="r" b="b"/>
              <a:pathLst>
                <a:path w="6" h="7">
                  <a:moveTo>
                    <a:pt x="0" y="5"/>
                  </a:moveTo>
                  <a:cubicBezTo>
                    <a:pt x="2" y="6"/>
                    <a:pt x="3" y="6"/>
                    <a:pt x="5" y="7"/>
                  </a:cubicBezTo>
                  <a:cubicBezTo>
                    <a:pt x="5" y="5"/>
                    <a:pt x="5" y="4"/>
                    <a:pt x="6" y="2"/>
                  </a:cubicBezTo>
                  <a:cubicBezTo>
                    <a:pt x="4" y="1"/>
                    <a:pt x="3" y="1"/>
                    <a:pt x="1" y="0"/>
                  </a:cubicBezTo>
                  <a:cubicBezTo>
                    <a:pt x="1" y="2"/>
                    <a:pt x="0" y="3"/>
                    <a:pt x="0" y="5"/>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 name="Freeform 566"/>
            <p:cNvSpPr>
              <a:spLocks/>
            </p:cNvSpPr>
            <p:nvPr/>
          </p:nvSpPr>
          <p:spPr bwMode="auto">
            <a:xfrm>
              <a:off x="3282950" y="2695575"/>
              <a:ext cx="12700" cy="14287"/>
            </a:xfrm>
            <a:custGeom>
              <a:avLst/>
              <a:gdLst>
                <a:gd name="T0" fmla="*/ 6 w 6"/>
                <a:gd name="T1" fmla="*/ 2 h 7"/>
                <a:gd name="T2" fmla="*/ 1 w 6"/>
                <a:gd name="T3" fmla="*/ 0 h 7"/>
                <a:gd name="T4" fmla="*/ 0 w 6"/>
                <a:gd name="T5" fmla="*/ 5 h 7"/>
                <a:gd name="T6" fmla="*/ 5 w 6"/>
                <a:gd name="T7" fmla="*/ 7 h 7"/>
                <a:gd name="T8" fmla="*/ 6 w 6"/>
                <a:gd name="T9" fmla="*/ 2 h 7"/>
              </a:gdLst>
              <a:ahLst/>
              <a:cxnLst>
                <a:cxn ang="0">
                  <a:pos x="T0" y="T1"/>
                </a:cxn>
                <a:cxn ang="0">
                  <a:pos x="T2" y="T3"/>
                </a:cxn>
                <a:cxn ang="0">
                  <a:pos x="T4" y="T5"/>
                </a:cxn>
                <a:cxn ang="0">
                  <a:pos x="T6" y="T7"/>
                </a:cxn>
                <a:cxn ang="0">
                  <a:pos x="T8" y="T9"/>
                </a:cxn>
              </a:cxnLst>
              <a:rect l="0" t="0" r="r" b="b"/>
              <a:pathLst>
                <a:path w="6" h="7">
                  <a:moveTo>
                    <a:pt x="6" y="2"/>
                  </a:moveTo>
                  <a:cubicBezTo>
                    <a:pt x="4" y="1"/>
                    <a:pt x="3" y="1"/>
                    <a:pt x="1" y="0"/>
                  </a:cubicBezTo>
                  <a:cubicBezTo>
                    <a:pt x="1" y="2"/>
                    <a:pt x="0" y="4"/>
                    <a:pt x="0" y="5"/>
                  </a:cubicBezTo>
                  <a:cubicBezTo>
                    <a:pt x="2" y="6"/>
                    <a:pt x="3" y="6"/>
                    <a:pt x="5" y="7"/>
                  </a:cubicBezTo>
                  <a:cubicBezTo>
                    <a:pt x="5" y="5"/>
                    <a:pt x="6" y="3"/>
                    <a:pt x="6" y="2"/>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 name="Freeform 567"/>
            <p:cNvSpPr>
              <a:spLocks/>
            </p:cNvSpPr>
            <p:nvPr/>
          </p:nvSpPr>
          <p:spPr bwMode="auto">
            <a:xfrm>
              <a:off x="3273425" y="2717800"/>
              <a:ext cx="6350" cy="6350"/>
            </a:xfrm>
            <a:custGeom>
              <a:avLst/>
              <a:gdLst>
                <a:gd name="T0" fmla="*/ 3 w 3"/>
                <a:gd name="T1" fmla="*/ 3 h 3"/>
                <a:gd name="T2" fmla="*/ 3 w 3"/>
                <a:gd name="T3" fmla="*/ 1 h 3"/>
                <a:gd name="T4" fmla="*/ 0 w 3"/>
                <a:gd name="T5" fmla="*/ 0 h 3"/>
                <a:gd name="T6" fmla="*/ 3 w 3"/>
                <a:gd name="T7" fmla="*/ 3 h 3"/>
              </a:gdLst>
              <a:ahLst/>
              <a:cxnLst>
                <a:cxn ang="0">
                  <a:pos x="T0" y="T1"/>
                </a:cxn>
                <a:cxn ang="0">
                  <a:pos x="T2" y="T3"/>
                </a:cxn>
                <a:cxn ang="0">
                  <a:pos x="T4" y="T5"/>
                </a:cxn>
                <a:cxn ang="0">
                  <a:pos x="T6" y="T7"/>
                </a:cxn>
              </a:cxnLst>
              <a:rect l="0" t="0" r="r" b="b"/>
              <a:pathLst>
                <a:path w="3" h="3">
                  <a:moveTo>
                    <a:pt x="3" y="3"/>
                  </a:moveTo>
                  <a:cubicBezTo>
                    <a:pt x="3" y="2"/>
                    <a:pt x="3" y="2"/>
                    <a:pt x="3" y="1"/>
                  </a:cubicBezTo>
                  <a:cubicBezTo>
                    <a:pt x="2" y="1"/>
                    <a:pt x="1" y="0"/>
                    <a:pt x="0" y="0"/>
                  </a:cubicBezTo>
                  <a:cubicBezTo>
                    <a:pt x="1" y="1"/>
                    <a:pt x="2" y="2"/>
                    <a:pt x="3" y="3"/>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 name="Freeform 568"/>
            <p:cNvSpPr>
              <a:spLocks/>
            </p:cNvSpPr>
            <p:nvPr/>
          </p:nvSpPr>
          <p:spPr bwMode="auto">
            <a:xfrm>
              <a:off x="3268663" y="2703513"/>
              <a:ext cx="12700" cy="14287"/>
            </a:xfrm>
            <a:custGeom>
              <a:avLst/>
              <a:gdLst>
                <a:gd name="T0" fmla="*/ 0 w 6"/>
                <a:gd name="T1" fmla="*/ 4 h 7"/>
                <a:gd name="T2" fmla="*/ 1 w 6"/>
                <a:gd name="T3" fmla="*/ 5 h 7"/>
                <a:gd name="T4" fmla="*/ 5 w 6"/>
                <a:gd name="T5" fmla="*/ 7 h 7"/>
                <a:gd name="T6" fmla="*/ 6 w 6"/>
                <a:gd name="T7" fmla="*/ 2 h 7"/>
                <a:gd name="T8" fmla="*/ 1 w 6"/>
                <a:gd name="T9" fmla="*/ 0 h 7"/>
                <a:gd name="T10" fmla="*/ 0 w 6"/>
                <a:gd name="T11" fmla="*/ 4 h 7"/>
              </a:gdLst>
              <a:ahLst/>
              <a:cxnLst>
                <a:cxn ang="0">
                  <a:pos x="T0" y="T1"/>
                </a:cxn>
                <a:cxn ang="0">
                  <a:pos x="T2" y="T3"/>
                </a:cxn>
                <a:cxn ang="0">
                  <a:pos x="T4" y="T5"/>
                </a:cxn>
                <a:cxn ang="0">
                  <a:pos x="T6" y="T7"/>
                </a:cxn>
                <a:cxn ang="0">
                  <a:pos x="T8" y="T9"/>
                </a:cxn>
                <a:cxn ang="0">
                  <a:pos x="T10" y="T11"/>
                </a:cxn>
              </a:cxnLst>
              <a:rect l="0" t="0" r="r" b="b"/>
              <a:pathLst>
                <a:path w="6" h="7">
                  <a:moveTo>
                    <a:pt x="0" y="4"/>
                  </a:moveTo>
                  <a:cubicBezTo>
                    <a:pt x="1" y="4"/>
                    <a:pt x="1" y="5"/>
                    <a:pt x="1" y="5"/>
                  </a:cubicBezTo>
                  <a:cubicBezTo>
                    <a:pt x="3" y="6"/>
                    <a:pt x="4" y="7"/>
                    <a:pt x="5" y="7"/>
                  </a:cubicBezTo>
                  <a:cubicBezTo>
                    <a:pt x="5" y="5"/>
                    <a:pt x="5" y="4"/>
                    <a:pt x="6" y="2"/>
                  </a:cubicBezTo>
                  <a:cubicBezTo>
                    <a:pt x="4" y="1"/>
                    <a:pt x="2" y="1"/>
                    <a:pt x="1" y="0"/>
                  </a:cubicBezTo>
                  <a:cubicBezTo>
                    <a:pt x="1" y="1"/>
                    <a:pt x="1" y="2"/>
                    <a:pt x="0" y="4"/>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 name="Freeform 569"/>
            <p:cNvSpPr>
              <a:spLocks/>
            </p:cNvSpPr>
            <p:nvPr/>
          </p:nvSpPr>
          <p:spPr bwMode="auto">
            <a:xfrm>
              <a:off x="3319463" y="2716213"/>
              <a:ext cx="14288" cy="9525"/>
            </a:xfrm>
            <a:custGeom>
              <a:avLst/>
              <a:gdLst>
                <a:gd name="T0" fmla="*/ 7 w 7"/>
                <a:gd name="T1" fmla="*/ 0 h 5"/>
                <a:gd name="T2" fmla="*/ 2 w 7"/>
                <a:gd name="T3" fmla="*/ 0 h 5"/>
                <a:gd name="T4" fmla="*/ 0 w 7"/>
                <a:gd name="T5" fmla="*/ 5 h 5"/>
                <a:gd name="T6" fmla="*/ 6 w 7"/>
                <a:gd name="T7" fmla="*/ 5 h 5"/>
                <a:gd name="T8" fmla="*/ 7 w 7"/>
                <a:gd name="T9" fmla="*/ 0 h 5"/>
              </a:gdLst>
              <a:ahLst/>
              <a:cxnLst>
                <a:cxn ang="0">
                  <a:pos x="T0" y="T1"/>
                </a:cxn>
                <a:cxn ang="0">
                  <a:pos x="T2" y="T3"/>
                </a:cxn>
                <a:cxn ang="0">
                  <a:pos x="T4" y="T5"/>
                </a:cxn>
                <a:cxn ang="0">
                  <a:pos x="T6" y="T7"/>
                </a:cxn>
                <a:cxn ang="0">
                  <a:pos x="T8" y="T9"/>
                </a:cxn>
              </a:cxnLst>
              <a:rect l="0" t="0" r="r" b="b"/>
              <a:pathLst>
                <a:path w="7" h="5">
                  <a:moveTo>
                    <a:pt x="7" y="0"/>
                  </a:moveTo>
                  <a:cubicBezTo>
                    <a:pt x="5" y="0"/>
                    <a:pt x="3" y="0"/>
                    <a:pt x="2" y="0"/>
                  </a:cubicBezTo>
                  <a:cubicBezTo>
                    <a:pt x="1" y="2"/>
                    <a:pt x="1" y="3"/>
                    <a:pt x="0" y="5"/>
                  </a:cubicBezTo>
                  <a:cubicBezTo>
                    <a:pt x="2" y="5"/>
                    <a:pt x="4" y="5"/>
                    <a:pt x="6" y="5"/>
                  </a:cubicBezTo>
                  <a:cubicBezTo>
                    <a:pt x="6" y="4"/>
                    <a:pt x="6" y="2"/>
                    <a:pt x="7" y="0"/>
                  </a:cubicBezTo>
                  <a:close/>
                </a:path>
              </a:pathLst>
            </a:custGeom>
            <a:solidFill>
              <a:srgbClr val="0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 name="Freeform 570"/>
            <p:cNvSpPr>
              <a:spLocks/>
            </p:cNvSpPr>
            <p:nvPr/>
          </p:nvSpPr>
          <p:spPr bwMode="auto">
            <a:xfrm>
              <a:off x="3808413" y="2276475"/>
              <a:ext cx="250825" cy="250825"/>
            </a:xfrm>
            <a:custGeom>
              <a:avLst/>
              <a:gdLst>
                <a:gd name="T0" fmla="*/ 108 w 120"/>
                <a:gd name="T1" fmla="*/ 37 h 120"/>
                <a:gd name="T2" fmla="*/ 83 w 120"/>
                <a:gd name="T3" fmla="*/ 108 h 120"/>
                <a:gd name="T4" fmla="*/ 13 w 120"/>
                <a:gd name="T5" fmla="*/ 83 h 120"/>
                <a:gd name="T6" fmla="*/ 37 w 120"/>
                <a:gd name="T7" fmla="*/ 13 h 120"/>
                <a:gd name="T8" fmla="*/ 108 w 120"/>
                <a:gd name="T9" fmla="*/ 37 h 120"/>
              </a:gdLst>
              <a:ahLst/>
              <a:cxnLst>
                <a:cxn ang="0">
                  <a:pos x="T0" y="T1"/>
                </a:cxn>
                <a:cxn ang="0">
                  <a:pos x="T2" y="T3"/>
                </a:cxn>
                <a:cxn ang="0">
                  <a:pos x="T4" y="T5"/>
                </a:cxn>
                <a:cxn ang="0">
                  <a:pos x="T6" y="T7"/>
                </a:cxn>
                <a:cxn ang="0">
                  <a:pos x="T8" y="T9"/>
                </a:cxn>
              </a:cxnLst>
              <a:rect l="0" t="0" r="r" b="b"/>
              <a:pathLst>
                <a:path w="120" h="120">
                  <a:moveTo>
                    <a:pt x="108" y="37"/>
                  </a:moveTo>
                  <a:cubicBezTo>
                    <a:pt x="120" y="63"/>
                    <a:pt x="110" y="95"/>
                    <a:pt x="83" y="108"/>
                  </a:cubicBezTo>
                  <a:cubicBezTo>
                    <a:pt x="57" y="120"/>
                    <a:pt x="26" y="109"/>
                    <a:pt x="13" y="83"/>
                  </a:cubicBezTo>
                  <a:cubicBezTo>
                    <a:pt x="0" y="57"/>
                    <a:pt x="11" y="26"/>
                    <a:pt x="37" y="13"/>
                  </a:cubicBezTo>
                  <a:cubicBezTo>
                    <a:pt x="63" y="0"/>
                    <a:pt x="95" y="11"/>
                    <a:pt x="108" y="37"/>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 name="Freeform 571"/>
            <p:cNvSpPr>
              <a:spLocks/>
            </p:cNvSpPr>
            <p:nvPr/>
          </p:nvSpPr>
          <p:spPr bwMode="auto">
            <a:xfrm>
              <a:off x="3917950" y="2497138"/>
              <a:ext cx="161925" cy="307975"/>
            </a:xfrm>
            <a:custGeom>
              <a:avLst/>
              <a:gdLst>
                <a:gd name="T0" fmla="*/ 38 w 77"/>
                <a:gd name="T1" fmla="*/ 133 h 148"/>
                <a:gd name="T2" fmla="*/ 15 w 77"/>
                <a:gd name="T3" fmla="*/ 145 h 148"/>
                <a:gd name="T4" fmla="*/ 15 w 77"/>
                <a:gd name="T5" fmla="*/ 145 h 148"/>
                <a:gd name="T6" fmla="*/ 3 w 77"/>
                <a:gd name="T7" fmla="*/ 122 h 148"/>
                <a:gd name="T8" fmla="*/ 39 w 77"/>
                <a:gd name="T9" fmla="*/ 15 h 148"/>
                <a:gd name="T10" fmla="*/ 62 w 77"/>
                <a:gd name="T11" fmla="*/ 3 h 148"/>
                <a:gd name="T12" fmla="*/ 62 w 77"/>
                <a:gd name="T13" fmla="*/ 3 h 148"/>
                <a:gd name="T14" fmla="*/ 74 w 77"/>
                <a:gd name="T15" fmla="*/ 26 h 148"/>
                <a:gd name="T16" fmla="*/ 38 w 77"/>
                <a:gd name="T17" fmla="*/ 133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148">
                  <a:moveTo>
                    <a:pt x="38" y="133"/>
                  </a:moveTo>
                  <a:cubicBezTo>
                    <a:pt x="34" y="143"/>
                    <a:pt x="24" y="148"/>
                    <a:pt x="15" y="145"/>
                  </a:cubicBezTo>
                  <a:cubicBezTo>
                    <a:pt x="15" y="145"/>
                    <a:pt x="15" y="145"/>
                    <a:pt x="15" y="145"/>
                  </a:cubicBezTo>
                  <a:cubicBezTo>
                    <a:pt x="5" y="142"/>
                    <a:pt x="0" y="131"/>
                    <a:pt x="3" y="122"/>
                  </a:cubicBezTo>
                  <a:cubicBezTo>
                    <a:pt x="39" y="15"/>
                    <a:pt x="39" y="15"/>
                    <a:pt x="39" y="15"/>
                  </a:cubicBezTo>
                  <a:cubicBezTo>
                    <a:pt x="42" y="5"/>
                    <a:pt x="53" y="0"/>
                    <a:pt x="62" y="3"/>
                  </a:cubicBezTo>
                  <a:cubicBezTo>
                    <a:pt x="62" y="3"/>
                    <a:pt x="62" y="3"/>
                    <a:pt x="62" y="3"/>
                  </a:cubicBezTo>
                  <a:cubicBezTo>
                    <a:pt x="72" y="7"/>
                    <a:pt x="77" y="17"/>
                    <a:pt x="74" y="26"/>
                  </a:cubicBezTo>
                  <a:lnTo>
                    <a:pt x="38" y="1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 name="Freeform 572"/>
            <p:cNvSpPr>
              <a:spLocks/>
            </p:cNvSpPr>
            <p:nvPr/>
          </p:nvSpPr>
          <p:spPr bwMode="auto">
            <a:xfrm>
              <a:off x="3730625" y="2711450"/>
              <a:ext cx="266700" cy="98425"/>
            </a:xfrm>
            <a:custGeom>
              <a:avLst/>
              <a:gdLst>
                <a:gd name="T0" fmla="*/ 128 w 128"/>
                <a:gd name="T1" fmla="*/ 21 h 47"/>
                <a:gd name="T2" fmla="*/ 108 w 128"/>
                <a:gd name="T3" fmla="*/ 43 h 47"/>
                <a:gd name="T4" fmla="*/ 23 w 128"/>
                <a:gd name="T5" fmla="*/ 47 h 47"/>
                <a:gd name="T6" fmla="*/ 1 w 128"/>
                <a:gd name="T7" fmla="*/ 27 h 47"/>
                <a:gd name="T8" fmla="*/ 1 w 128"/>
                <a:gd name="T9" fmla="*/ 27 h 47"/>
                <a:gd name="T10" fmla="*/ 21 w 128"/>
                <a:gd name="T11" fmla="*/ 5 h 47"/>
                <a:gd name="T12" fmla="*/ 106 w 128"/>
                <a:gd name="T13" fmla="*/ 1 h 47"/>
                <a:gd name="T14" fmla="*/ 128 w 128"/>
                <a:gd name="T15" fmla="*/ 21 h 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47">
                  <a:moveTo>
                    <a:pt x="128" y="21"/>
                  </a:moveTo>
                  <a:cubicBezTo>
                    <a:pt x="128" y="32"/>
                    <a:pt x="119" y="42"/>
                    <a:pt x="108" y="43"/>
                  </a:cubicBezTo>
                  <a:cubicBezTo>
                    <a:pt x="23" y="47"/>
                    <a:pt x="23" y="47"/>
                    <a:pt x="23" y="47"/>
                  </a:cubicBezTo>
                  <a:cubicBezTo>
                    <a:pt x="11" y="47"/>
                    <a:pt x="1" y="39"/>
                    <a:pt x="1" y="27"/>
                  </a:cubicBezTo>
                  <a:cubicBezTo>
                    <a:pt x="1" y="27"/>
                    <a:pt x="1" y="27"/>
                    <a:pt x="1" y="27"/>
                  </a:cubicBezTo>
                  <a:cubicBezTo>
                    <a:pt x="0" y="15"/>
                    <a:pt x="9" y="5"/>
                    <a:pt x="21" y="5"/>
                  </a:cubicBezTo>
                  <a:cubicBezTo>
                    <a:pt x="106" y="1"/>
                    <a:pt x="106" y="1"/>
                    <a:pt x="106" y="1"/>
                  </a:cubicBezTo>
                  <a:cubicBezTo>
                    <a:pt x="117" y="0"/>
                    <a:pt x="127" y="9"/>
                    <a:pt x="128" y="2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 name="Freeform 573"/>
            <p:cNvSpPr>
              <a:spLocks/>
            </p:cNvSpPr>
            <p:nvPr/>
          </p:nvSpPr>
          <p:spPr bwMode="auto">
            <a:xfrm>
              <a:off x="3976688" y="2782888"/>
              <a:ext cx="212725" cy="277812"/>
            </a:xfrm>
            <a:custGeom>
              <a:avLst/>
              <a:gdLst>
                <a:gd name="T0" fmla="*/ 88 w 102"/>
                <a:gd name="T1" fmla="*/ 7 h 133"/>
                <a:gd name="T2" fmla="*/ 95 w 102"/>
                <a:gd name="T3" fmla="*/ 39 h 133"/>
                <a:gd name="T4" fmla="*/ 46 w 102"/>
                <a:gd name="T5" fmla="*/ 119 h 133"/>
                <a:gd name="T6" fmla="*/ 14 w 102"/>
                <a:gd name="T7" fmla="*/ 127 h 133"/>
                <a:gd name="T8" fmla="*/ 14 w 102"/>
                <a:gd name="T9" fmla="*/ 127 h 133"/>
                <a:gd name="T10" fmla="*/ 7 w 102"/>
                <a:gd name="T11" fmla="*/ 95 h 133"/>
                <a:gd name="T12" fmla="*/ 56 w 102"/>
                <a:gd name="T13" fmla="*/ 15 h 133"/>
                <a:gd name="T14" fmla="*/ 88 w 102"/>
                <a:gd name="T15" fmla="*/ 7 h 1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 h="133">
                  <a:moveTo>
                    <a:pt x="88" y="7"/>
                  </a:moveTo>
                  <a:cubicBezTo>
                    <a:pt x="99" y="14"/>
                    <a:pt x="102" y="28"/>
                    <a:pt x="95" y="39"/>
                  </a:cubicBezTo>
                  <a:cubicBezTo>
                    <a:pt x="46" y="119"/>
                    <a:pt x="46" y="119"/>
                    <a:pt x="46" y="119"/>
                  </a:cubicBezTo>
                  <a:cubicBezTo>
                    <a:pt x="40" y="130"/>
                    <a:pt x="25" y="133"/>
                    <a:pt x="14" y="127"/>
                  </a:cubicBezTo>
                  <a:cubicBezTo>
                    <a:pt x="14" y="127"/>
                    <a:pt x="14" y="127"/>
                    <a:pt x="14" y="127"/>
                  </a:cubicBezTo>
                  <a:cubicBezTo>
                    <a:pt x="3" y="120"/>
                    <a:pt x="0" y="106"/>
                    <a:pt x="7" y="95"/>
                  </a:cubicBezTo>
                  <a:cubicBezTo>
                    <a:pt x="56" y="15"/>
                    <a:pt x="56" y="15"/>
                    <a:pt x="56" y="15"/>
                  </a:cubicBezTo>
                  <a:cubicBezTo>
                    <a:pt x="63" y="4"/>
                    <a:pt x="77" y="0"/>
                    <a:pt x="88" y="7"/>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 name="Freeform 574"/>
            <p:cNvSpPr>
              <a:spLocks/>
            </p:cNvSpPr>
            <p:nvPr/>
          </p:nvSpPr>
          <p:spPr bwMode="auto">
            <a:xfrm>
              <a:off x="3935413" y="2963863"/>
              <a:ext cx="144463" cy="300037"/>
            </a:xfrm>
            <a:custGeom>
              <a:avLst/>
              <a:gdLst>
                <a:gd name="T0" fmla="*/ 48 w 69"/>
                <a:gd name="T1" fmla="*/ 3 h 143"/>
                <a:gd name="T2" fmla="*/ 67 w 69"/>
                <a:gd name="T3" fmla="*/ 30 h 143"/>
                <a:gd name="T4" fmla="*/ 48 w 69"/>
                <a:gd name="T5" fmla="*/ 122 h 143"/>
                <a:gd name="T6" fmla="*/ 21 w 69"/>
                <a:gd name="T7" fmla="*/ 141 h 143"/>
                <a:gd name="T8" fmla="*/ 21 w 69"/>
                <a:gd name="T9" fmla="*/ 141 h 143"/>
                <a:gd name="T10" fmla="*/ 2 w 69"/>
                <a:gd name="T11" fmla="*/ 113 h 143"/>
                <a:gd name="T12" fmla="*/ 21 w 69"/>
                <a:gd name="T13" fmla="*/ 21 h 143"/>
                <a:gd name="T14" fmla="*/ 48 w 69"/>
                <a:gd name="T15" fmla="*/ 3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9" h="143">
                  <a:moveTo>
                    <a:pt x="48" y="3"/>
                  </a:moveTo>
                  <a:cubicBezTo>
                    <a:pt x="61" y="5"/>
                    <a:pt x="69" y="18"/>
                    <a:pt x="67" y="30"/>
                  </a:cubicBezTo>
                  <a:cubicBezTo>
                    <a:pt x="48" y="122"/>
                    <a:pt x="48" y="122"/>
                    <a:pt x="48" y="122"/>
                  </a:cubicBezTo>
                  <a:cubicBezTo>
                    <a:pt x="45" y="135"/>
                    <a:pt x="33" y="143"/>
                    <a:pt x="21" y="141"/>
                  </a:cubicBezTo>
                  <a:cubicBezTo>
                    <a:pt x="21" y="141"/>
                    <a:pt x="21" y="141"/>
                    <a:pt x="21" y="141"/>
                  </a:cubicBezTo>
                  <a:cubicBezTo>
                    <a:pt x="8" y="138"/>
                    <a:pt x="0" y="126"/>
                    <a:pt x="2" y="113"/>
                  </a:cubicBezTo>
                  <a:cubicBezTo>
                    <a:pt x="21" y="21"/>
                    <a:pt x="21" y="21"/>
                    <a:pt x="21" y="21"/>
                  </a:cubicBezTo>
                  <a:cubicBezTo>
                    <a:pt x="24" y="9"/>
                    <a:pt x="36" y="0"/>
                    <a:pt x="48"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 name="Freeform 575"/>
            <p:cNvSpPr>
              <a:spLocks/>
            </p:cNvSpPr>
            <p:nvPr/>
          </p:nvSpPr>
          <p:spPr bwMode="auto">
            <a:xfrm>
              <a:off x="4135438" y="2782888"/>
              <a:ext cx="115888" cy="296862"/>
            </a:xfrm>
            <a:custGeom>
              <a:avLst/>
              <a:gdLst>
                <a:gd name="T0" fmla="*/ 22 w 55"/>
                <a:gd name="T1" fmla="*/ 1 h 142"/>
                <a:gd name="T2" fmla="*/ 47 w 55"/>
                <a:gd name="T3" fmla="*/ 23 h 142"/>
                <a:gd name="T4" fmla="*/ 54 w 55"/>
                <a:gd name="T5" fmla="*/ 116 h 142"/>
                <a:gd name="T6" fmla="*/ 32 w 55"/>
                <a:gd name="T7" fmla="*/ 141 h 142"/>
                <a:gd name="T8" fmla="*/ 32 w 55"/>
                <a:gd name="T9" fmla="*/ 141 h 142"/>
                <a:gd name="T10" fmla="*/ 7 w 55"/>
                <a:gd name="T11" fmla="*/ 120 h 142"/>
                <a:gd name="T12" fmla="*/ 0 w 55"/>
                <a:gd name="T13" fmla="*/ 26 h 142"/>
                <a:gd name="T14" fmla="*/ 22 w 55"/>
                <a:gd name="T15" fmla="*/ 1 h 1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 h="142">
                  <a:moveTo>
                    <a:pt x="22" y="1"/>
                  </a:moveTo>
                  <a:cubicBezTo>
                    <a:pt x="35" y="0"/>
                    <a:pt x="46" y="10"/>
                    <a:pt x="47" y="23"/>
                  </a:cubicBezTo>
                  <a:cubicBezTo>
                    <a:pt x="54" y="116"/>
                    <a:pt x="54" y="116"/>
                    <a:pt x="54" y="116"/>
                  </a:cubicBezTo>
                  <a:cubicBezTo>
                    <a:pt x="55" y="129"/>
                    <a:pt x="45" y="140"/>
                    <a:pt x="32" y="141"/>
                  </a:cubicBezTo>
                  <a:cubicBezTo>
                    <a:pt x="32" y="141"/>
                    <a:pt x="32" y="141"/>
                    <a:pt x="32" y="141"/>
                  </a:cubicBezTo>
                  <a:cubicBezTo>
                    <a:pt x="19" y="142"/>
                    <a:pt x="8" y="133"/>
                    <a:pt x="7" y="120"/>
                  </a:cubicBezTo>
                  <a:cubicBezTo>
                    <a:pt x="0" y="26"/>
                    <a:pt x="0" y="26"/>
                    <a:pt x="0" y="26"/>
                  </a:cubicBezTo>
                  <a:cubicBezTo>
                    <a:pt x="0" y="13"/>
                    <a:pt x="9" y="2"/>
                    <a:pt x="22"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 name="Freeform 576"/>
            <p:cNvSpPr>
              <a:spLocks/>
            </p:cNvSpPr>
            <p:nvPr/>
          </p:nvSpPr>
          <p:spPr bwMode="auto">
            <a:xfrm>
              <a:off x="4146550" y="2987675"/>
              <a:ext cx="192088" cy="290512"/>
            </a:xfrm>
            <a:custGeom>
              <a:avLst/>
              <a:gdLst>
                <a:gd name="T0" fmla="*/ 17 w 92"/>
                <a:gd name="T1" fmla="*/ 5 h 139"/>
                <a:gd name="T2" fmla="*/ 48 w 92"/>
                <a:gd name="T3" fmla="*/ 17 h 139"/>
                <a:gd name="T4" fmla="*/ 87 w 92"/>
                <a:gd name="T5" fmla="*/ 103 h 139"/>
                <a:gd name="T6" fmla="*/ 75 w 92"/>
                <a:gd name="T7" fmla="*/ 133 h 139"/>
                <a:gd name="T8" fmla="*/ 75 w 92"/>
                <a:gd name="T9" fmla="*/ 133 h 139"/>
                <a:gd name="T10" fmla="*/ 44 w 92"/>
                <a:gd name="T11" fmla="*/ 122 h 139"/>
                <a:gd name="T12" fmla="*/ 6 w 92"/>
                <a:gd name="T13" fmla="*/ 36 h 139"/>
                <a:gd name="T14" fmla="*/ 17 w 92"/>
                <a:gd name="T15" fmla="*/ 5 h 1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2" h="139">
                  <a:moveTo>
                    <a:pt x="17" y="5"/>
                  </a:moveTo>
                  <a:cubicBezTo>
                    <a:pt x="29" y="0"/>
                    <a:pt x="43" y="5"/>
                    <a:pt x="48" y="17"/>
                  </a:cubicBezTo>
                  <a:cubicBezTo>
                    <a:pt x="87" y="103"/>
                    <a:pt x="87" y="103"/>
                    <a:pt x="87" y="103"/>
                  </a:cubicBezTo>
                  <a:cubicBezTo>
                    <a:pt x="92" y="114"/>
                    <a:pt x="87" y="128"/>
                    <a:pt x="75" y="133"/>
                  </a:cubicBezTo>
                  <a:cubicBezTo>
                    <a:pt x="75" y="133"/>
                    <a:pt x="75" y="133"/>
                    <a:pt x="75" y="133"/>
                  </a:cubicBezTo>
                  <a:cubicBezTo>
                    <a:pt x="63" y="139"/>
                    <a:pt x="50" y="133"/>
                    <a:pt x="44" y="122"/>
                  </a:cubicBezTo>
                  <a:cubicBezTo>
                    <a:pt x="6" y="36"/>
                    <a:pt x="6" y="36"/>
                    <a:pt x="6" y="36"/>
                  </a:cubicBezTo>
                  <a:cubicBezTo>
                    <a:pt x="0" y="24"/>
                    <a:pt x="6" y="11"/>
                    <a:pt x="17"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 name="Freeform 577"/>
            <p:cNvSpPr>
              <a:spLocks/>
            </p:cNvSpPr>
            <p:nvPr/>
          </p:nvSpPr>
          <p:spPr bwMode="auto">
            <a:xfrm>
              <a:off x="3929063" y="2484438"/>
              <a:ext cx="311150" cy="433387"/>
            </a:xfrm>
            <a:custGeom>
              <a:avLst/>
              <a:gdLst>
                <a:gd name="T0" fmla="*/ 67 w 149"/>
                <a:gd name="T1" fmla="*/ 180 h 208"/>
                <a:gd name="T2" fmla="*/ 121 w 149"/>
                <a:gd name="T3" fmla="*/ 199 h 208"/>
                <a:gd name="T4" fmla="*/ 121 w 149"/>
                <a:gd name="T5" fmla="*/ 199 h 208"/>
                <a:gd name="T6" fmla="*/ 139 w 149"/>
                <a:gd name="T7" fmla="*/ 145 h 208"/>
                <a:gd name="T8" fmla="*/ 82 w 149"/>
                <a:gd name="T9" fmla="*/ 28 h 208"/>
                <a:gd name="T10" fmla="*/ 28 w 149"/>
                <a:gd name="T11" fmla="*/ 9 h 208"/>
                <a:gd name="T12" fmla="*/ 28 w 149"/>
                <a:gd name="T13" fmla="*/ 9 h 208"/>
                <a:gd name="T14" fmla="*/ 10 w 149"/>
                <a:gd name="T15" fmla="*/ 63 h 208"/>
                <a:gd name="T16" fmla="*/ 67 w 149"/>
                <a:gd name="T17" fmla="*/ 18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9" h="208">
                  <a:moveTo>
                    <a:pt x="67" y="180"/>
                  </a:moveTo>
                  <a:cubicBezTo>
                    <a:pt x="77" y="200"/>
                    <a:pt x="101" y="208"/>
                    <a:pt x="121" y="199"/>
                  </a:cubicBezTo>
                  <a:cubicBezTo>
                    <a:pt x="121" y="199"/>
                    <a:pt x="121" y="199"/>
                    <a:pt x="121" y="199"/>
                  </a:cubicBezTo>
                  <a:cubicBezTo>
                    <a:pt x="141" y="189"/>
                    <a:pt x="149" y="165"/>
                    <a:pt x="139" y="145"/>
                  </a:cubicBezTo>
                  <a:cubicBezTo>
                    <a:pt x="82" y="28"/>
                    <a:pt x="82" y="28"/>
                    <a:pt x="82" y="28"/>
                  </a:cubicBezTo>
                  <a:cubicBezTo>
                    <a:pt x="72" y="8"/>
                    <a:pt x="48" y="0"/>
                    <a:pt x="28" y="9"/>
                  </a:cubicBezTo>
                  <a:cubicBezTo>
                    <a:pt x="28" y="9"/>
                    <a:pt x="28" y="9"/>
                    <a:pt x="28" y="9"/>
                  </a:cubicBezTo>
                  <a:cubicBezTo>
                    <a:pt x="9" y="19"/>
                    <a:pt x="0" y="43"/>
                    <a:pt x="10" y="63"/>
                  </a:cubicBezTo>
                  <a:lnTo>
                    <a:pt x="67" y="18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 name="Freeform 578"/>
            <p:cNvSpPr>
              <a:spLocks/>
            </p:cNvSpPr>
            <p:nvPr/>
          </p:nvSpPr>
          <p:spPr bwMode="auto">
            <a:xfrm>
              <a:off x="4003675" y="2246313"/>
              <a:ext cx="176213" cy="161925"/>
            </a:xfrm>
            <a:custGeom>
              <a:avLst/>
              <a:gdLst>
                <a:gd name="T0" fmla="*/ 0 w 84"/>
                <a:gd name="T1" fmla="*/ 45 h 78"/>
                <a:gd name="T2" fmla="*/ 13 w 84"/>
                <a:gd name="T3" fmla="*/ 38 h 78"/>
                <a:gd name="T4" fmla="*/ 58 w 84"/>
                <a:gd name="T5" fmla="*/ 24 h 78"/>
                <a:gd name="T6" fmla="*/ 74 w 84"/>
                <a:gd name="T7" fmla="*/ 78 h 78"/>
                <a:gd name="T8" fmla="*/ 32 w 84"/>
                <a:gd name="T9" fmla="*/ 53 h 78"/>
                <a:gd name="T10" fmla="*/ 16 w 84"/>
                <a:gd name="T11" fmla="*/ 50 h 78"/>
                <a:gd name="T12" fmla="*/ 6 w 84"/>
                <a:gd name="T13" fmla="*/ 55 h 78"/>
                <a:gd name="T14" fmla="*/ 0 w 84"/>
                <a:gd name="T15" fmla="*/ 45 h 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4" h="78">
                  <a:moveTo>
                    <a:pt x="0" y="45"/>
                  </a:moveTo>
                  <a:cubicBezTo>
                    <a:pt x="13" y="38"/>
                    <a:pt x="13" y="38"/>
                    <a:pt x="13" y="38"/>
                  </a:cubicBezTo>
                  <a:cubicBezTo>
                    <a:pt x="12" y="32"/>
                    <a:pt x="32" y="0"/>
                    <a:pt x="58" y="24"/>
                  </a:cubicBezTo>
                  <a:cubicBezTo>
                    <a:pt x="84" y="48"/>
                    <a:pt x="74" y="78"/>
                    <a:pt x="74" y="78"/>
                  </a:cubicBezTo>
                  <a:cubicBezTo>
                    <a:pt x="70" y="55"/>
                    <a:pt x="44" y="49"/>
                    <a:pt x="32" y="53"/>
                  </a:cubicBezTo>
                  <a:cubicBezTo>
                    <a:pt x="24" y="55"/>
                    <a:pt x="19" y="55"/>
                    <a:pt x="16" y="50"/>
                  </a:cubicBezTo>
                  <a:cubicBezTo>
                    <a:pt x="6" y="55"/>
                    <a:pt x="6" y="55"/>
                    <a:pt x="6" y="55"/>
                  </a:cubicBezTo>
                  <a:lnTo>
                    <a:pt x="0" y="4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91" name="组合 590"/>
          <p:cNvGrpSpPr/>
          <p:nvPr/>
        </p:nvGrpSpPr>
        <p:grpSpPr>
          <a:xfrm>
            <a:off x="2133600" y="5114925"/>
            <a:ext cx="3382963" cy="1373187"/>
            <a:chOff x="2133600" y="5114925"/>
            <a:chExt cx="3382963" cy="1373187"/>
          </a:xfrm>
        </p:grpSpPr>
        <p:sp>
          <p:nvSpPr>
            <p:cNvPr id="592" name="Freeform 579"/>
            <p:cNvSpPr>
              <a:spLocks noEditPoints="1"/>
            </p:cNvSpPr>
            <p:nvPr/>
          </p:nvSpPr>
          <p:spPr bwMode="auto">
            <a:xfrm>
              <a:off x="3314700" y="5768975"/>
              <a:ext cx="503238" cy="593725"/>
            </a:xfrm>
            <a:custGeom>
              <a:avLst/>
              <a:gdLst>
                <a:gd name="T0" fmla="*/ 317 w 317"/>
                <a:gd name="T1" fmla="*/ 0 h 374"/>
                <a:gd name="T2" fmla="*/ 276 w 317"/>
                <a:gd name="T3" fmla="*/ 0 h 374"/>
                <a:gd name="T4" fmla="*/ 250 w 317"/>
                <a:gd name="T5" fmla="*/ 0 h 374"/>
                <a:gd name="T6" fmla="*/ 250 w 317"/>
                <a:gd name="T7" fmla="*/ 26 h 374"/>
                <a:gd name="T8" fmla="*/ 250 w 317"/>
                <a:gd name="T9" fmla="*/ 47 h 374"/>
                <a:gd name="T10" fmla="*/ 26 w 317"/>
                <a:gd name="T11" fmla="*/ 47 h 374"/>
                <a:gd name="T12" fmla="*/ 5 w 317"/>
                <a:gd name="T13" fmla="*/ 47 h 374"/>
                <a:gd name="T14" fmla="*/ 0 w 317"/>
                <a:gd name="T15" fmla="*/ 47 h 374"/>
                <a:gd name="T16" fmla="*/ 0 w 317"/>
                <a:gd name="T17" fmla="*/ 374 h 374"/>
                <a:gd name="T18" fmla="*/ 26 w 317"/>
                <a:gd name="T19" fmla="*/ 374 h 374"/>
                <a:gd name="T20" fmla="*/ 26 w 317"/>
                <a:gd name="T21" fmla="*/ 257 h 374"/>
                <a:gd name="T22" fmla="*/ 250 w 317"/>
                <a:gd name="T23" fmla="*/ 257 h 374"/>
                <a:gd name="T24" fmla="*/ 250 w 317"/>
                <a:gd name="T25" fmla="*/ 374 h 374"/>
                <a:gd name="T26" fmla="*/ 276 w 317"/>
                <a:gd name="T27" fmla="*/ 374 h 374"/>
                <a:gd name="T28" fmla="*/ 276 w 317"/>
                <a:gd name="T29" fmla="*/ 26 h 374"/>
                <a:gd name="T30" fmla="*/ 317 w 317"/>
                <a:gd name="T31" fmla="*/ 26 h 374"/>
                <a:gd name="T32" fmla="*/ 317 w 317"/>
                <a:gd name="T33" fmla="*/ 0 h 374"/>
                <a:gd name="T34" fmla="*/ 26 w 317"/>
                <a:gd name="T35" fmla="*/ 230 h 374"/>
                <a:gd name="T36" fmla="*/ 26 w 317"/>
                <a:gd name="T37" fmla="*/ 74 h 374"/>
                <a:gd name="T38" fmla="*/ 250 w 317"/>
                <a:gd name="T39" fmla="*/ 74 h 374"/>
                <a:gd name="T40" fmla="*/ 250 w 317"/>
                <a:gd name="T41" fmla="*/ 230 h 374"/>
                <a:gd name="T42" fmla="*/ 26 w 317"/>
                <a:gd name="T43" fmla="*/ 230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7" h="374">
                  <a:moveTo>
                    <a:pt x="317" y="0"/>
                  </a:moveTo>
                  <a:lnTo>
                    <a:pt x="276" y="0"/>
                  </a:lnTo>
                  <a:lnTo>
                    <a:pt x="250" y="0"/>
                  </a:lnTo>
                  <a:lnTo>
                    <a:pt x="250" y="26"/>
                  </a:lnTo>
                  <a:lnTo>
                    <a:pt x="250" y="47"/>
                  </a:lnTo>
                  <a:lnTo>
                    <a:pt x="26" y="47"/>
                  </a:lnTo>
                  <a:lnTo>
                    <a:pt x="5" y="47"/>
                  </a:lnTo>
                  <a:lnTo>
                    <a:pt x="0" y="47"/>
                  </a:lnTo>
                  <a:lnTo>
                    <a:pt x="0" y="374"/>
                  </a:lnTo>
                  <a:lnTo>
                    <a:pt x="26" y="374"/>
                  </a:lnTo>
                  <a:lnTo>
                    <a:pt x="26" y="257"/>
                  </a:lnTo>
                  <a:lnTo>
                    <a:pt x="250" y="257"/>
                  </a:lnTo>
                  <a:lnTo>
                    <a:pt x="250" y="374"/>
                  </a:lnTo>
                  <a:lnTo>
                    <a:pt x="276" y="374"/>
                  </a:lnTo>
                  <a:lnTo>
                    <a:pt x="276" y="26"/>
                  </a:lnTo>
                  <a:lnTo>
                    <a:pt x="317" y="26"/>
                  </a:lnTo>
                  <a:lnTo>
                    <a:pt x="317" y="0"/>
                  </a:lnTo>
                  <a:close/>
                  <a:moveTo>
                    <a:pt x="26" y="230"/>
                  </a:moveTo>
                  <a:lnTo>
                    <a:pt x="26" y="74"/>
                  </a:lnTo>
                  <a:lnTo>
                    <a:pt x="250" y="74"/>
                  </a:lnTo>
                  <a:lnTo>
                    <a:pt x="250" y="230"/>
                  </a:lnTo>
                  <a:lnTo>
                    <a:pt x="26" y="23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3" name="Freeform 580"/>
            <p:cNvSpPr>
              <a:spLocks noEditPoints="1"/>
            </p:cNvSpPr>
            <p:nvPr/>
          </p:nvSpPr>
          <p:spPr bwMode="auto">
            <a:xfrm>
              <a:off x="4438650" y="5149850"/>
              <a:ext cx="1077913" cy="1282700"/>
            </a:xfrm>
            <a:custGeom>
              <a:avLst/>
              <a:gdLst>
                <a:gd name="T0" fmla="*/ 644 w 679"/>
                <a:gd name="T1" fmla="*/ 0 h 808"/>
                <a:gd name="T2" fmla="*/ 644 w 679"/>
                <a:gd name="T3" fmla="*/ 140 h 808"/>
                <a:gd name="T4" fmla="*/ 36 w 679"/>
                <a:gd name="T5" fmla="*/ 140 h 808"/>
                <a:gd name="T6" fmla="*/ 36 w 679"/>
                <a:gd name="T7" fmla="*/ 0 h 808"/>
                <a:gd name="T8" fmla="*/ 0 w 679"/>
                <a:gd name="T9" fmla="*/ 0 h 808"/>
                <a:gd name="T10" fmla="*/ 0 w 679"/>
                <a:gd name="T11" fmla="*/ 808 h 808"/>
                <a:gd name="T12" fmla="*/ 36 w 679"/>
                <a:gd name="T13" fmla="*/ 808 h 808"/>
                <a:gd name="T14" fmla="*/ 36 w 679"/>
                <a:gd name="T15" fmla="*/ 793 h 808"/>
                <a:gd name="T16" fmla="*/ 644 w 679"/>
                <a:gd name="T17" fmla="*/ 793 h 808"/>
                <a:gd name="T18" fmla="*/ 644 w 679"/>
                <a:gd name="T19" fmla="*/ 808 h 808"/>
                <a:gd name="T20" fmla="*/ 679 w 679"/>
                <a:gd name="T21" fmla="*/ 808 h 808"/>
                <a:gd name="T22" fmla="*/ 679 w 679"/>
                <a:gd name="T23" fmla="*/ 0 h 808"/>
                <a:gd name="T24" fmla="*/ 644 w 679"/>
                <a:gd name="T25" fmla="*/ 0 h 808"/>
                <a:gd name="T26" fmla="*/ 644 w 679"/>
                <a:gd name="T27" fmla="*/ 173 h 808"/>
                <a:gd name="T28" fmla="*/ 644 w 679"/>
                <a:gd name="T29" fmla="*/ 346 h 808"/>
                <a:gd name="T30" fmla="*/ 36 w 679"/>
                <a:gd name="T31" fmla="*/ 346 h 808"/>
                <a:gd name="T32" fmla="*/ 36 w 679"/>
                <a:gd name="T33" fmla="*/ 173 h 808"/>
                <a:gd name="T34" fmla="*/ 644 w 679"/>
                <a:gd name="T35" fmla="*/ 173 h 808"/>
                <a:gd name="T36" fmla="*/ 644 w 679"/>
                <a:gd name="T37" fmla="*/ 379 h 808"/>
                <a:gd name="T38" fmla="*/ 644 w 679"/>
                <a:gd name="T39" fmla="*/ 553 h 808"/>
                <a:gd name="T40" fmla="*/ 36 w 679"/>
                <a:gd name="T41" fmla="*/ 553 h 808"/>
                <a:gd name="T42" fmla="*/ 36 w 679"/>
                <a:gd name="T43" fmla="*/ 379 h 808"/>
                <a:gd name="T44" fmla="*/ 644 w 679"/>
                <a:gd name="T45" fmla="*/ 379 h 808"/>
                <a:gd name="T46" fmla="*/ 36 w 679"/>
                <a:gd name="T47" fmla="*/ 760 h 808"/>
                <a:gd name="T48" fmla="*/ 36 w 679"/>
                <a:gd name="T49" fmla="*/ 586 h 808"/>
                <a:gd name="T50" fmla="*/ 644 w 679"/>
                <a:gd name="T51" fmla="*/ 586 h 808"/>
                <a:gd name="T52" fmla="*/ 644 w 679"/>
                <a:gd name="T53" fmla="*/ 760 h 808"/>
                <a:gd name="T54" fmla="*/ 36 w 679"/>
                <a:gd name="T55" fmla="*/ 760 h 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79" h="808">
                  <a:moveTo>
                    <a:pt x="644" y="0"/>
                  </a:moveTo>
                  <a:lnTo>
                    <a:pt x="644" y="140"/>
                  </a:lnTo>
                  <a:lnTo>
                    <a:pt x="36" y="140"/>
                  </a:lnTo>
                  <a:lnTo>
                    <a:pt x="36" y="0"/>
                  </a:lnTo>
                  <a:lnTo>
                    <a:pt x="0" y="0"/>
                  </a:lnTo>
                  <a:lnTo>
                    <a:pt x="0" y="808"/>
                  </a:lnTo>
                  <a:lnTo>
                    <a:pt x="36" y="808"/>
                  </a:lnTo>
                  <a:lnTo>
                    <a:pt x="36" y="793"/>
                  </a:lnTo>
                  <a:lnTo>
                    <a:pt x="644" y="793"/>
                  </a:lnTo>
                  <a:lnTo>
                    <a:pt x="644" y="808"/>
                  </a:lnTo>
                  <a:lnTo>
                    <a:pt x="679" y="808"/>
                  </a:lnTo>
                  <a:lnTo>
                    <a:pt x="679" y="0"/>
                  </a:lnTo>
                  <a:lnTo>
                    <a:pt x="644" y="0"/>
                  </a:lnTo>
                  <a:close/>
                  <a:moveTo>
                    <a:pt x="644" y="173"/>
                  </a:moveTo>
                  <a:lnTo>
                    <a:pt x="644" y="346"/>
                  </a:lnTo>
                  <a:lnTo>
                    <a:pt x="36" y="346"/>
                  </a:lnTo>
                  <a:lnTo>
                    <a:pt x="36" y="173"/>
                  </a:lnTo>
                  <a:lnTo>
                    <a:pt x="644" y="173"/>
                  </a:lnTo>
                  <a:close/>
                  <a:moveTo>
                    <a:pt x="644" y="379"/>
                  </a:moveTo>
                  <a:lnTo>
                    <a:pt x="644" y="553"/>
                  </a:lnTo>
                  <a:lnTo>
                    <a:pt x="36" y="553"/>
                  </a:lnTo>
                  <a:lnTo>
                    <a:pt x="36" y="379"/>
                  </a:lnTo>
                  <a:lnTo>
                    <a:pt x="644" y="379"/>
                  </a:lnTo>
                  <a:close/>
                  <a:moveTo>
                    <a:pt x="36" y="760"/>
                  </a:moveTo>
                  <a:lnTo>
                    <a:pt x="36" y="586"/>
                  </a:lnTo>
                  <a:lnTo>
                    <a:pt x="644" y="586"/>
                  </a:lnTo>
                  <a:lnTo>
                    <a:pt x="644" y="760"/>
                  </a:lnTo>
                  <a:lnTo>
                    <a:pt x="36" y="760"/>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4" name="Oval 581"/>
            <p:cNvSpPr>
              <a:spLocks noChangeArrowheads="1"/>
            </p:cNvSpPr>
            <p:nvPr/>
          </p:nvSpPr>
          <p:spPr bwMode="auto">
            <a:xfrm>
              <a:off x="3276600" y="6397625"/>
              <a:ext cx="90488" cy="90487"/>
            </a:xfrm>
            <a:prstGeom prst="ellipse">
              <a:avLst/>
            </a:pr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5" name="Oval 582"/>
            <p:cNvSpPr>
              <a:spLocks noChangeArrowheads="1"/>
            </p:cNvSpPr>
            <p:nvPr/>
          </p:nvSpPr>
          <p:spPr bwMode="auto">
            <a:xfrm>
              <a:off x="3306763" y="6424613"/>
              <a:ext cx="33338" cy="33337"/>
            </a:xfrm>
            <a:prstGeom prst="ellipse">
              <a:avLst/>
            </a:pr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6" name="Oval 583"/>
            <p:cNvSpPr>
              <a:spLocks noChangeArrowheads="1"/>
            </p:cNvSpPr>
            <p:nvPr/>
          </p:nvSpPr>
          <p:spPr bwMode="auto">
            <a:xfrm>
              <a:off x="3692525" y="6397625"/>
              <a:ext cx="90488" cy="90487"/>
            </a:xfrm>
            <a:prstGeom prst="ellipse">
              <a:avLst/>
            </a:pr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7" name="Oval 584"/>
            <p:cNvSpPr>
              <a:spLocks noChangeArrowheads="1"/>
            </p:cNvSpPr>
            <p:nvPr/>
          </p:nvSpPr>
          <p:spPr bwMode="auto">
            <a:xfrm>
              <a:off x="3719513" y="6424613"/>
              <a:ext cx="33338" cy="33337"/>
            </a:xfrm>
            <a:prstGeom prst="ellipse">
              <a:avLst/>
            </a:pr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8" name="Freeform 585"/>
            <p:cNvSpPr>
              <a:spLocks/>
            </p:cNvSpPr>
            <p:nvPr/>
          </p:nvSpPr>
          <p:spPr bwMode="auto">
            <a:xfrm>
              <a:off x="4538663" y="5472113"/>
              <a:ext cx="144463" cy="206375"/>
            </a:xfrm>
            <a:custGeom>
              <a:avLst/>
              <a:gdLst>
                <a:gd name="T0" fmla="*/ 44 w 69"/>
                <a:gd name="T1" fmla="*/ 39 h 99"/>
                <a:gd name="T2" fmla="*/ 44 w 69"/>
                <a:gd name="T3" fmla="*/ 13 h 99"/>
                <a:gd name="T4" fmla="*/ 47 w 69"/>
                <a:gd name="T5" fmla="*/ 7 h 99"/>
                <a:gd name="T6" fmla="*/ 47 w 69"/>
                <a:gd name="T7" fmla="*/ 6 h 99"/>
                <a:gd name="T8" fmla="*/ 41 w 69"/>
                <a:gd name="T9" fmla="*/ 0 h 99"/>
                <a:gd name="T10" fmla="*/ 28 w 69"/>
                <a:gd name="T11" fmla="*/ 0 h 99"/>
                <a:gd name="T12" fmla="*/ 22 w 69"/>
                <a:gd name="T13" fmla="*/ 6 h 99"/>
                <a:gd name="T14" fmla="*/ 22 w 69"/>
                <a:gd name="T15" fmla="*/ 7 h 99"/>
                <a:gd name="T16" fmla="*/ 25 w 69"/>
                <a:gd name="T17" fmla="*/ 13 h 99"/>
                <a:gd name="T18" fmla="*/ 25 w 69"/>
                <a:gd name="T19" fmla="*/ 39 h 99"/>
                <a:gd name="T20" fmla="*/ 0 w 69"/>
                <a:gd name="T21" fmla="*/ 72 h 99"/>
                <a:gd name="T22" fmla="*/ 12 w 69"/>
                <a:gd name="T23" fmla="*/ 99 h 99"/>
                <a:gd name="T24" fmla="*/ 57 w 69"/>
                <a:gd name="T25" fmla="*/ 99 h 99"/>
                <a:gd name="T26" fmla="*/ 69 w 69"/>
                <a:gd name="T27" fmla="*/ 72 h 99"/>
                <a:gd name="T28" fmla="*/ 44 w 69"/>
                <a:gd name="T29" fmla="*/ 3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9" h="99">
                  <a:moveTo>
                    <a:pt x="44" y="39"/>
                  </a:moveTo>
                  <a:cubicBezTo>
                    <a:pt x="44" y="13"/>
                    <a:pt x="44" y="13"/>
                    <a:pt x="44" y="13"/>
                  </a:cubicBezTo>
                  <a:cubicBezTo>
                    <a:pt x="46" y="12"/>
                    <a:pt x="47" y="10"/>
                    <a:pt x="47" y="7"/>
                  </a:cubicBezTo>
                  <a:cubicBezTo>
                    <a:pt x="47" y="6"/>
                    <a:pt x="47" y="6"/>
                    <a:pt x="47" y="6"/>
                  </a:cubicBezTo>
                  <a:cubicBezTo>
                    <a:pt x="47" y="3"/>
                    <a:pt x="45" y="0"/>
                    <a:pt x="41" y="0"/>
                  </a:cubicBezTo>
                  <a:cubicBezTo>
                    <a:pt x="28" y="0"/>
                    <a:pt x="28" y="0"/>
                    <a:pt x="28" y="0"/>
                  </a:cubicBezTo>
                  <a:cubicBezTo>
                    <a:pt x="25" y="0"/>
                    <a:pt x="22" y="3"/>
                    <a:pt x="22" y="6"/>
                  </a:cubicBezTo>
                  <a:cubicBezTo>
                    <a:pt x="22" y="7"/>
                    <a:pt x="22" y="7"/>
                    <a:pt x="22" y="7"/>
                  </a:cubicBezTo>
                  <a:cubicBezTo>
                    <a:pt x="22" y="10"/>
                    <a:pt x="23" y="12"/>
                    <a:pt x="25" y="13"/>
                  </a:cubicBezTo>
                  <a:cubicBezTo>
                    <a:pt x="25" y="39"/>
                    <a:pt x="25" y="39"/>
                    <a:pt x="25" y="39"/>
                  </a:cubicBezTo>
                  <a:cubicBezTo>
                    <a:pt x="11" y="43"/>
                    <a:pt x="0" y="56"/>
                    <a:pt x="0" y="72"/>
                  </a:cubicBezTo>
                  <a:cubicBezTo>
                    <a:pt x="0" y="83"/>
                    <a:pt x="5" y="92"/>
                    <a:pt x="12" y="99"/>
                  </a:cubicBezTo>
                  <a:cubicBezTo>
                    <a:pt x="57" y="99"/>
                    <a:pt x="57" y="99"/>
                    <a:pt x="57" y="99"/>
                  </a:cubicBezTo>
                  <a:cubicBezTo>
                    <a:pt x="65" y="92"/>
                    <a:pt x="69" y="83"/>
                    <a:pt x="69" y="72"/>
                  </a:cubicBezTo>
                  <a:cubicBezTo>
                    <a:pt x="69" y="56"/>
                    <a:pt x="59" y="43"/>
                    <a:pt x="44" y="39"/>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9" name="Freeform 586"/>
            <p:cNvSpPr>
              <a:spLocks/>
            </p:cNvSpPr>
            <p:nvPr/>
          </p:nvSpPr>
          <p:spPr bwMode="auto">
            <a:xfrm>
              <a:off x="4713288" y="5432425"/>
              <a:ext cx="95250" cy="246062"/>
            </a:xfrm>
            <a:custGeom>
              <a:avLst/>
              <a:gdLst>
                <a:gd name="T0" fmla="*/ 35 w 46"/>
                <a:gd name="T1" fmla="*/ 46 h 118"/>
                <a:gd name="T2" fmla="*/ 32 w 46"/>
                <a:gd name="T3" fmla="*/ 41 h 118"/>
                <a:gd name="T4" fmla="*/ 32 w 46"/>
                <a:gd name="T5" fmla="*/ 13 h 118"/>
                <a:gd name="T6" fmla="*/ 34 w 46"/>
                <a:gd name="T7" fmla="*/ 8 h 118"/>
                <a:gd name="T8" fmla="*/ 34 w 46"/>
                <a:gd name="T9" fmla="*/ 7 h 118"/>
                <a:gd name="T10" fmla="*/ 28 w 46"/>
                <a:gd name="T11" fmla="*/ 0 h 118"/>
                <a:gd name="T12" fmla="*/ 18 w 46"/>
                <a:gd name="T13" fmla="*/ 0 h 118"/>
                <a:gd name="T14" fmla="*/ 12 w 46"/>
                <a:gd name="T15" fmla="*/ 7 h 118"/>
                <a:gd name="T16" fmla="*/ 12 w 46"/>
                <a:gd name="T17" fmla="*/ 8 h 118"/>
                <a:gd name="T18" fmla="*/ 14 w 46"/>
                <a:gd name="T19" fmla="*/ 13 h 118"/>
                <a:gd name="T20" fmla="*/ 14 w 46"/>
                <a:gd name="T21" fmla="*/ 41 h 118"/>
                <a:gd name="T22" fmla="*/ 11 w 46"/>
                <a:gd name="T23" fmla="*/ 46 h 118"/>
                <a:gd name="T24" fmla="*/ 0 w 46"/>
                <a:gd name="T25" fmla="*/ 118 h 118"/>
                <a:gd name="T26" fmla="*/ 14 w 46"/>
                <a:gd name="T27" fmla="*/ 118 h 118"/>
                <a:gd name="T28" fmla="*/ 14 w 46"/>
                <a:gd name="T29" fmla="*/ 118 h 118"/>
                <a:gd name="T30" fmla="*/ 23 w 46"/>
                <a:gd name="T31" fmla="*/ 118 h 118"/>
                <a:gd name="T32" fmla="*/ 32 w 46"/>
                <a:gd name="T33" fmla="*/ 118 h 118"/>
                <a:gd name="T34" fmla="*/ 32 w 46"/>
                <a:gd name="T35" fmla="*/ 118 h 118"/>
                <a:gd name="T36" fmla="*/ 46 w 46"/>
                <a:gd name="T37" fmla="*/ 118 h 118"/>
                <a:gd name="T38" fmla="*/ 35 w 46"/>
                <a:gd name="T39" fmla="*/ 4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6" h="118">
                  <a:moveTo>
                    <a:pt x="35" y="46"/>
                  </a:moveTo>
                  <a:cubicBezTo>
                    <a:pt x="33" y="45"/>
                    <a:pt x="32" y="43"/>
                    <a:pt x="32" y="41"/>
                  </a:cubicBezTo>
                  <a:cubicBezTo>
                    <a:pt x="32" y="13"/>
                    <a:pt x="32" y="13"/>
                    <a:pt x="32" y="13"/>
                  </a:cubicBezTo>
                  <a:cubicBezTo>
                    <a:pt x="33" y="12"/>
                    <a:pt x="34" y="11"/>
                    <a:pt x="34" y="8"/>
                  </a:cubicBezTo>
                  <a:cubicBezTo>
                    <a:pt x="34" y="7"/>
                    <a:pt x="34" y="7"/>
                    <a:pt x="34" y="7"/>
                  </a:cubicBezTo>
                  <a:cubicBezTo>
                    <a:pt x="34" y="3"/>
                    <a:pt x="32" y="0"/>
                    <a:pt x="28" y="0"/>
                  </a:cubicBezTo>
                  <a:cubicBezTo>
                    <a:pt x="18" y="0"/>
                    <a:pt x="18" y="0"/>
                    <a:pt x="18" y="0"/>
                  </a:cubicBezTo>
                  <a:cubicBezTo>
                    <a:pt x="14" y="0"/>
                    <a:pt x="12" y="3"/>
                    <a:pt x="12" y="7"/>
                  </a:cubicBezTo>
                  <a:cubicBezTo>
                    <a:pt x="12" y="8"/>
                    <a:pt x="12" y="8"/>
                    <a:pt x="12" y="8"/>
                  </a:cubicBezTo>
                  <a:cubicBezTo>
                    <a:pt x="12" y="11"/>
                    <a:pt x="13" y="12"/>
                    <a:pt x="14" y="13"/>
                  </a:cubicBezTo>
                  <a:cubicBezTo>
                    <a:pt x="14" y="41"/>
                    <a:pt x="14" y="41"/>
                    <a:pt x="14" y="41"/>
                  </a:cubicBezTo>
                  <a:cubicBezTo>
                    <a:pt x="14" y="43"/>
                    <a:pt x="13" y="45"/>
                    <a:pt x="11" y="46"/>
                  </a:cubicBezTo>
                  <a:cubicBezTo>
                    <a:pt x="6" y="49"/>
                    <a:pt x="0" y="62"/>
                    <a:pt x="0" y="118"/>
                  </a:cubicBezTo>
                  <a:cubicBezTo>
                    <a:pt x="14" y="118"/>
                    <a:pt x="14" y="118"/>
                    <a:pt x="14" y="118"/>
                  </a:cubicBezTo>
                  <a:cubicBezTo>
                    <a:pt x="14" y="118"/>
                    <a:pt x="14" y="118"/>
                    <a:pt x="14" y="118"/>
                  </a:cubicBezTo>
                  <a:cubicBezTo>
                    <a:pt x="23" y="118"/>
                    <a:pt x="23" y="118"/>
                    <a:pt x="23" y="118"/>
                  </a:cubicBezTo>
                  <a:cubicBezTo>
                    <a:pt x="32" y="118"/>
                    <a:pt x="32" y="118"/>
                    <a:pt x="32" y="118"/>
                  </a:cubicBezTo>
                  <a:cubicBezTo>
                    <a:pt x="32" y="118"/>
                    <a:pt x="32" y="118"/>
                    <a:pt x="32" y="118"/>
                  </a:cubicBezTo>
                  <a:cubicBezTo>
                    <a:pt x="46" y="118"/>
                    <a:pt x="46" y="118"/>
                    <a:pt x="46" y="118"/>
                  </a:cubicBezTo>
                  <a:cubicBezTo>
                    <a:pt x="46" y="62"/>
                    <a:pt x="40" y="49"/>
                    <a:pt x="35" y="46"/>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0" name="Freeform 587"/>
            <p:cNvSpPr>
              <a:spLocks/>
            </p:cNvSpPr>
            <p:nvPr/>
          </p:nvSpPr>
          <p:spPr bwMode="auto">
            <a:xfrm>
              <a:off x="4841875" y="5472113"/>
              <a:ext cx="146050" cy="206375"/>
            </a:xfrm>
            <a:custGeom>
              <a:avLst/>
              <a:gdLst>
                <a:gd name="T0" fmla="*/ 44 w 70"/>
                <a:gd name="T1" fmla="*/ 39 h 99"/>
                <a:gd name="T2" fmla="*/ 44 w 70"/>
                <a:gd name="T3" fmla="*/ 13 h 99"/>
                <a:gd name="T4" fmla="*/ 48 w 70"/>
                <a:gd name="T5" fmla="*/ 7 h 99"/>
                <a:gd name="T6" fmla="*/ 48 w 70"/>
                <a:gd name="T7" fmla="*/ 6 h 99"/>
                <a:gd name="T8" fmla="*/ 42 w 70"/>
                <a:gd name="T9" fmla="*/ 0 h 99"/>
                <a:gd name="T10" fmla="*/ 29 w 70"/>
                <a:gd name="T11" fmla="*/ 0 h 99"/>
                <a:gd name="T12" fmla="*/ 22 w 70"/>
                <a:gd name="T13" fmla="*/ 6 h 99"/>
                <a:gd name="T14" fmla="*/ 22 w 70"/>
                <a:gd name="T15" fmla="*/ 7 h 99"/>
                <a:gd name="T16" fmla="*/ 26 w 70"/>
                <a:gd name="T17" fmla="*/ 13 h 99"/>
                <a:gd name="T18" fmla="*/ 26 w 70"/>
                <a:gd name="T19" fmla="*/ 39 h 99"/>
                <a:gd name="T20" fmla="*/ 0 w 70"/>
                <a:gd name="T21" fmla="*/ 72 h 99"/>
                <a:gd name="T22" fmla="*/ 13 w 70"/>
                <a:gd name="T23" fmla="*/ 99 h 99"/>
                <a:gd name="T24" fmla="*/ 57 w 70"/>
                <a:gd name="T25" fmla="*/ 99 h 99"/>
                <a:gd name="T26" fmla="*/ 70 w 70"/>
                <a:gd name="T27" fmla="*/ 72 h 99"/>
                <a:gd name="T28" fmla="*/ 44 w 70"/>
                <a:gd name="T29" fmla="*/ 3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99">
                  <a:moveTo>
                    <a:pt x="44" y="39"/>
                  </a:moveTo>
                  <a:cubicBezTo>
                    <a:pt x="44" y="13"/>
                    <a:pt x="44" y="13"/>
                    <a:pt x="44" y="13"/>
                  </a:cubicBezTo>
                  <a:cubicBezTo>
                    <a:pt x="46" y="12"/>
                    <a:pt x="48" y="10"/>
                    <a:pt x="48" y="7"/>
                  </a:cubicBezTo>
                  <a:cubicBezTo>
                    <a:pt x="48" y="6"/>
                    <a:pt x="48" y="6"/>
                    <a:pt x="48" y="6"/>
                  </a:cubicBezTo>
                  <a:cubicBezTo>
                    <a:pt x="48" y="3"/>
                    <a:pt x="45" y="0"/>
                    <a:pt x="42" y="0"/>
                  </a:cubicBezTo>
                  <a:cubicBezTo>
                    <a:pt x="29" y="0"/>
                    <a:pt x="29" y="0"/>
                    <a:pt x="29" y="0"/>
                  </a:cubicBezTo>
                  <a:cubicBezTo>
                    <a:pt x="25" y="0"/>
                    <a:pt x="22" y="3"/>
                    <a:pt x="22" y="6"/>
                  </a:cubicBezTo>
                  <a:cubicBezTo>
                    <a:pt x="22" y="7"/>
                    <a:pt x="22" y="7"/>
                    <a:pt x="22" y="7"/>
                  </a:cubicBezTo>
                  <a:cubicBezTo>
                    <a:pt x="22" y="10"/>
                    <a:pt x="24" y="12"/>
                    <a:pt x="26" y="13"/>
                  </a:cubicBezTo>
                  <a:cubicBezTo>
                    <a:pt x="26" y="39"/>
                    <a:pt x="26" y="39"/>
                    <a:pt x="26" y="39"/>
                  </a:cubicBezTo>
                  <a:cubicBezTo>
                    <a:pt x="11" y="43"/>
                    <a:pt x="0" y="56"/>
                    <a:pt x="0" y="72"/>
                  </a:cubicBezTo>
                  <a:cubicBezTo>
                    <a:pt x="0" y="83"/>
                    <a:pt x="5" y="92"/>
                    <a:pt x="13" y="99"/>
                  </a:cubicBezTo>
                  <a:cubicBezTo>
                    <a:pt x="57" y="99"/>
                    <a:pt x="57" y="99"/>
                    <a:pt x="57" y="99"/>
                  </a:cubicBezTo>
                  <a:cubicBezTo>
                    <a:pt x="65" y="92"/>
                    <a:pt x="70" y="83"/>
                    <a:pt x="70" y="72"/>
                  </a:cubicBezTo>
                  <a:cubicBezTo>
                    <a:pt x="70" y="56"/>
                    <a:pt x="59" y="43"/>
                    <a:pt x="44" y="39"/>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1" name="Freeform 588"/>
            <p:cNvSpPr>
              <a:spLocks/>
            </p:cNvSpPr>
            <p:nvPr/>
          </p:nvSpPr>
          <p:spPr bwMode="auto">
            <a:xfrm>
              <a:off x="5014913" y="5432425"/>
              <a:ext cx="98425" cy="246062"/>
            </a:xfrm>
            <a:custGeom>
              <a:avLst/>
              <a:gdLst>
                <a:gd name="T0" fmla="*/ 35 w 47"/>
                <a:gd name="T1" fmla="*/ 46 h 118"/>
                <a:gd name="T2" fmla="*/ 32 w 47"/>
                <a:gd name="T3" fmla="*/ 41 h 118"/>
                <a:gd name="T4" fmla="*/ 32 w 47"/>
                <a:gd name="T5" fmla="*/ 13 h 118"/>
                <a:gd name="T6" fmla="*/ 35 w 47"/>
                <a:gd name="T7" fmla="*/ 8 h 118"/>
                <a:gd name="T8" fmla="*/ 35 w 47"/>
                <a:gd name="T9" fmla="*/ 7 h 118"/>
                <a:gd name="T10" fmla="*/ 29 w 47"/>
                <a:gd name="T11" fmla="*/ 0 h 118"/>
                <a:gd name="T12" fmla="*/ 18 w 47"/>
                <a:gd name="T13" fmla="*/ 0 h 118"/>
                <a:gd name="T14" fmla="*/ 12 w 47"/>
                <a:gd name="T15" fmla="*/ 7 h 118"/>
                <a:gd name="T16" fmla="*/ 12 w 47"/>
                <a:gd name="T17" fmla="*/ 8 h 118"/>
                <a:gd name="T18" fmla="*/ 15 w 47"/>
                <a:gd name="T19" fmla="*/ 13 h 118"/>
                <a:gd name="T20" fmla="*/ 15 w 47"/>
                <a:gd name="T21" fmla="*/ 41 h 118"/>
                <a:gd name="T22" fmla="*/ 12 w 47"/>
                <a:gd name="T23" fmla="*/ 46 h 118"/>
                <a:gd name="T24" fmla="*/ 0 w 47"/>
                <a:gd name="T25" fmla="*/ 118 h 118"/>
                <a:gd name="T26" fmla="*/ 15 w 47"/>
                <a:gd name="T27" fmla="*/ 118 h 118"/>
                <a:gd name="T28" fmla="*/ 15 w 47"/>
                <a:gd name="T29" fmla="*/ 118 h 118"/>
                <a:gd name="T30" fmla="*/ 23 w 47"/>
                <a:gd name="T31" fmla="*/ 118 h 118"/>
                <a:gd name="T32" fmla="*/ 32 w 47"/>
                <a:gd name="T33" fmla="*/ 118 h 118"/>
                <a:gd name="T34" fmla="*/ 32 w 47"/>
                <a:gd name="T35" fmla="*/ 118 h 118"/>
                <a:gd name="T36" fmla="*/ 47 w 47"/>
                <a:gd name="T37" fmla="*/ 118 h 118"/>
                <a:gd name="T38" fmla="*/ 35 w 47"/>
                <a:gd name="T39" fmla="*/ 4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7" h="118">
                  <a:moveTo>
                    <a:pt x="35" y="46"/>
                  </a:moveTo>
                  <a:cubicBezTo>
                    <a:pt x="34" y="45"/>
                    <a:pt x="33" y="43"/>
                    <a:pt x="32" y="41"/>
                  </a:cubicBezTo>
                  <a:cubicBezTo>
                    <a:pt x="32" y="13"/>
                    <a:pt x="32" y="13"/>
                    <a:pt x="32" y="13"/>
                  </a:cubicBezTo>
                  <a:cubicBezTo>
                    <a:pt x="34" y="12"/>
                    <a:pt x="35" y="11"/>
                    <a:pt x="35" y="8"/>
                  </a:cubicBezTo>
                  <a:cubicBezTo>
                    <a:pt x="35" y="7"/>
                    <a:pt x="35" y="7"/>
                    <a:pt x="35" y="7"/>
                  </a:cubicBezTo>
                  <a:cubicBezTo>
                    <a:pt x="35" y="3"/>
                    <a:pt x="32" y="0"/>
                    <a:pt x="29" y="0"/>
                  </a:cubicBezTo>
                  <a:cubicBezTo>
                    <a:pt x="18" y="0"/>
                    <a:pt x="18" y="0"/>
                    <a:pt x="18" y="0"/>
                  </a:cubicBezTo>
                  <a:cubicBezTo>
                    <a:pt x="15" y="0"/>
                    <a:pt x="12" y="3"/>
                    <a:pt x="12" y="7"/>
                  </a:cubicBezTo>
                  <a:cubicBezTo>
                    <a:pt x="12" y="8"/>
                    <a:pt x="12" y="8"/>
                    <a:pt x="12" y="8"/>
                  </a:cubicBezTo>
                  <a:cubicBezTo>
                    <a:pt x="12" y="11"/>
                    <a:pt x="13" y="12"/>
                    <a:pt x="15" y="13"/>
                  </a:cubicBezTo>
                  <a:cubicBezTo>
                    <a:pt x="15" y="41"/>
                    <a:pt x="15" y="41"/>
                    <a:pt x="15" y="41"/>
                  </a:cubicBezTo>
                  <a:cubicBezTo>
                    <a:pt x="14" y="43"/>
                    <a:pt x="13" y="45"/>
                    <a:pt x="12" y="46"/>
                  </a:cubicBezTo>
                  <a:cubicBezTo>
                    <a:pt x="7" y="49"/>
                    <a:pt x="0" y="62"/>
                    <a:pt x="0" y="118"/>
                  </a:cubicBezTo>
                  <a:cubicBezTo>
                    <a:pt x="15" y="118"/>
                    <a:pt x="15" y="118"/>
                    <a:pt x="15" y="118"/>
                  </a:cubicBezTo>
                  <a:cubicBezTo>
                    <a:pt x="15" y="118"/>
                    <a:pt x="15" y="118"/>
                    <a:pt x="15" y="118"/>
                  </a:cubicBezTo>
                  <a:cubicBezTo>
                    <a:pt x="23" y="118"/>
                    <a:pt x="23" y="118"/>
                    <a:pt x="23" y="118"/>
                  </a:cubicBezTo>
                  <a:cubicBezTo>
                    <a:pt x="32" y="118"/>
                    <a:pt x="32" y="118"/>
                    <a:pt x="32" y="118"/>
                  </a:cubicBezTo>
                  <a:cubicBezTo>
                    <a:pt x="32" y="118"/>
                    <a:pt x="32" y="118"/>
                    <a:pt x="32" y="118"/>
                  </a:cubicBezTo>
                  <a:cubicBezTo>
                    <a:pt x="47" y="118"/>
                    <a:pt x="47" y="118"/>
                    <a:pt x="47" y="118"/>
                  </a:cubicBezTo>
                  <a:cubicBezTo>
                    <a:pt x="47" y="62"/>
                    <a:pt x="40" y="49"/>
                    <a:pt x="35" y="46"/>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2" name="Freeform 589"/>
            <p:cNvSpPr>
              <a:spLocks/>
            </p:cNvSpPr>
            <p:nvPr/>
          </p:nvSpPr>
          <p:spPr bwMode="auto">
            <a:xfrm>
              <a:off x="5146675" y="5472113"/>
              <a:ext cx="146050" cy="206375"/>
            </a:xfrm>
            <a:custGeom>
              <a:avLst/>
              <a:gdLst>
                <a:gd name="T0" fmla="*/ 44 w 70"/>
                <a:gd name="T1" fmla="*/ 39 h 99"/>
                <a:gd name="T2" fmla="*/ 44 w 70"/>
                <a:gd name="T3" fmla="*/ 13 h 99"/>
                <a:gd name="T4" fmla="*/ 47 w 70"/>
                <a:gd name="T5" fmla="*/ 7 h 99"/>
                <a:gd name="T6" fmla="*/ 47 w 70"/>
                <a:gd name="T7" fmla="*/ 6 h 99"/>
                <a:gd name="T8" fmla="*/ 41 w 70"/>
                <a:gd name="T9" fmla="*/ 0 h 99"/>
                <a:gd name="T10" fmla="*/ 28 w 70"/>
                <a:gd name="T11" fmla="*/ 0 h 99"/>
                <a:gd name="T12" fmla="*/ 22 w 70"/>
                <a:gd name="T13" fmla="*/ 6 h 99"/>
                <a:gd name="T14" fmla="*/ 22 w 70"/>
                <a:gd name="T15" fmla="*/ 7 h 99"/>
                <a:gd name="T16" fmla="*/ 25 w 70"/>
                <a:gd name="T17" fmla="*/ 13 h 99"/>
                <a:gd name="T18" fmla="*/ 25 w 70"/>
                <a:gd name="T19" fmla="*/ 39 h 99"/>
                <a:gd name="T20" fmla="*/ 0 w 70"/>
                <a:gd name="T21" fmla="*/ 72 h 99"/>
                <a:gd name="T22" fmla="*/ 12 w 70"/>
                <a:gd name="T23" fmla="*/ 99 h 99"/>
                <a:gd name="T24" fmla="*/ 57 w 70"/>
                <a:gd name="T25" fmla="*/ 99 h 99"/>
                <a:gd name="T26" fmla="*/ 70 w 70"/>
                <a:gd name="T27" fmla="*/ 72 h 99"/>
                <a:gd name="T28" fmla="*/ 44 w 70"/>
                <a:gd name="T29" fmla="*/ 3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99">
                  <a:moveTo>
                    <a:pt x="44" y="39"/>
                  </a:moveTo>
                  <a:cubicBezTo>
                    <a:pt x="44" y="13"/>
                    <a:pt x="44" y="13"/>
                    <a:pt x="44" y="13"/>
                  </a:cubicBezTo>
                  <a:cubicBezTo>
                    <a:pt x="46" y="12"/>
                    <a:pt x="47" y="10"/>
                    <a:pt x="47" y="7"/>
                  </a:cubicBezTo>
                  <a:cubicBezTo>
                    <a:pt x="47" y="6"/>
                    <a:pt x="47" y="6"/>
                    <a:pt x="47" y="6"/>
                  </a:cubicBezTo>
                  <a:cubicBezTo>
                    <a:pt x="47" y="3"/>
                    <a:pt x="45" y="0"/>
                    <a:pt x="41" y="0"/>
                  </a:cubicBezTo>
                  <a:cubicBezTo>
                    <a:pt x="28" y="0"/>
                    <a:pt x="28" y="0"/>
                    <a:pt x="28" y="0"/>
                  </a:cubicBezTo>
                  <a:cubicBezTo>
                    <a:pt x="25" y="0"/>
                    <a:pt x="22" y="3"/>
                    <a:pt x="22" y="6"/>
                  </a:cubicBezTo>
                  <a:cubicBezTo>
                    <a:pt x="22" y="7"/>
                    <a:pt x="22" y="7"/>
                    <a:pt x="22" y="7"/>
                  </a:cubicBezTo>
                  <a:cubicBezTo>
                    <a:pt x="22" y="10"/>
                    <a:pt x="23" y="12"/>
                    <a:pt x="25" y="13"/>
                  </a:cubicBezTo>
                  <a:cubicBezTo>
                    <a:pt x="25" y="39"/>
                    <a:pt x="25" y="39"/>
                    <a:pt x="25" y="39"/>
                  </a:cubicBezTo>
                  <a:cubicBezTo>
                    <a:pt x="11" y="43"/>
                    <a:pt x="0" y="56"/>
                    <a:pt x="0" y="72"/>
                  </a:cubicBezTo>
                  <a:cubicBezTo>
                    <a:pt x="0" y="83"/>
                    <a:pt x="5" y="92"/>
                    <a:pt x="12" y="99"/>
                  </a:cubicBezTo>
                  <a:cubicBezTo>
                    <a:pt x="57" y="99"/>
                    <a:pt x="57" y="99"/>
                    <a:pt x="57" y="99"/>
                  </a:cubicBezTo>
                  <a:cubicBezTo>
                    <a:pt x="65" y="92"/>
                    <a:pt x="70" y="83"/>
                    <a:pt x="70" y="72"/>
                  </a:cubicBezTo>
                  <a:cubicBezTo>
                    <a:pt x="70" y="56"/>
                    <a:pt x="59" y="43"/>
                    <a:pt x="44" y="39"/>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3" name="Freeform 590"/>
            <p:cNvSpPr>
              <a:spLocks/>
            </p:cNvSpPr>
            <p:nvPr/>
          </p:nvSpPr>
          <p:spPr bwMode="auto">
            <a:xfrm>
              <a:off x="5321300" y="5432425"/>
              <a:ext cx="95250" cy="246062"/>
            </a:xfrm>
            <a:custGeom>
              <a:avLst/>
              <a:gdLst>
                <a:gd name="T0" fmla="*/ 35 w 46"/>
                <a:gd name="T1" fmla="*/ 46 h 118"/>
                <a:gd name="T2" fmla="*/ 32 w 46"/>
                <a:gd name="T3" fmla="*/ 41 h 118"/>
                <a:gd name="T4" fmla="*/ 32 w 46"/>
                <a:gd name="T5" fmla="*/ 13 h 118"/>
                <a:gd name="T6" fmla="*/ 34 w 46"/>
                <a:gd name="T7" fmla="*/ 8 h 118"/>
                <a:gd name="T8" fmla="*/ 34 w 46"/>
                <a:gd name="T9" fmla="*/ 7 h 118"/>
                <a:gd name="T10" fmla="*/ 28 w 46"/>
                <a:gd name="T11" fmla="*/ 0 h 118"/>
                <a:gd name="T12" fmla="*/ 18 w 46"/>
                <a:gd name="T13" fmla="*/ 0 h 118"/>
                <a:gd name="T14" fmla="*/ 12 w 46"/>
                <a:gd name="T15" fmla="*/ 7 h 118"/>
                <a:gd name="T16" fmla="*/ 12 w 46"/>
                <a:gd name="T17" fmla="*/ 8 h 118"/>
                <a:gd name="T18" fmla="*/ 14 w 46"/>
                <a:gd name="T19" fmla="*/ 13 h 118"/>
                <a:gd name="T20" fmla="*/ 14 w 46"/>
                <a:gd name="T21" fmla="*/ 41 h 118"/>
                <a:gd name="T22" fmla="*/ 11 w 46"/>
                <a:gd name="T23" fmla="*/ 46 h 118"/>
                <a:gd name="T24" fmla="*/ 0 w 46"/>
                <a:gd name="T25" fmla="*/ 118 h 118"/>
                <a:gd name="T26" fmla="*/ 14 w 46"/>
                <a:gd name="T27" fmla="*/ 118 h 118"/>
                <a:gd name="T28" fmla="*/ 14 w 46"/>
                <a:gd name="T29" fmla="*/ 118 h 118"/>
                <a:gd name="T30" fmla="*/ 23 w 46"/>
                <a:gd name="T31" fmla="*/ 118 h 118"/>
                <a:gd name="T32" fmla="*/ 32 w 46"/>
                <a:gd name="T33" fmla="*/ 118 h 118"/>
                <a:gd name="T34" fmla="*/ 32 w 46"/>
                <a:gd name="T35" fmla="*/ 118 h 118"/>
                <a:gd name="T36" fmla="*/ 46 w 46"/>
                <a:gd name="T37" fmla="*/ 118 h 118"/>
                <a:gd name="T38" fmla="*/ 35 w 46"/>
                <a:gd name="T39" fmla="*/ 4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6" h="118">
                  <a:moveTo>
                    <a:pt x="35" y="46"/>
                  </a:moveTo>
                  <a:cubicBezTo>
                    <a:pt x="33" y="45"/>
                    <a:pt x="32" y="43"/>
                    <a:pt x="32" y="41"/>
                  </a:cubicBezTo>
                  <a:cubicBezTo>
                    <a:pt x="32" y="13"/>
                    <a:pt x="32" y="13"/>
                    <a:pt x="32" y="13"/>
                  </a:cubicBezTo>
                  <a:cubicBezTo>
                    <a:pt x="33" y="12"/>
                    <a:pt x="34" y="11"/>
                    <a:pt x="34" y="8"/>
                  </a:cubicBezTo>
                  <a:cubicBezTo>
                    <a:pt x="34" y="7"/>
                    <a:pt x="34" y="7"/>
                    <a:pt x="34" y="7"/>
                  </a:cubicBezTo>
                  <a:cubicBezTo>
                    <a:pt x="34" y="3"/>
                    <a:pt x="32" y="0"/>
                    <a:pt x="28" y="0"/>
                  </a:cubicBezTo>
                  <a:cubicBezTo>
                    <a:pt x="18" y="0"/>
                    <a:pt x="18" y="0"/>
                    <a:pt x="18" y="0"/>
                  </a:cubicBezTo>
                  <a:cubicBezTo>
                    <a:pt x="14" y="0"/>
                    <a:pt x="12" y="3"/>
                    <a:pt x="12" y="7"/>
                  </a:cubicBezTo>
                  <a:cubicBezTo>
                    <a:pt x="12" y="8"/>
                    <a:pt x="12" y="8"/>
                    <a:pt x="12" y="8"/>
                  </a:cubicBezTo>
                  <a:cubicBezTo>
                    <a:pt x="12" y="11"/>
                    <a:pt x="13" y="12"/>
                    <a:pt x="14" y="13"/>
                  </a:cubicBezTo>
                  <a:cubicBezTo>
                    <a:pt x="14" y="41"/>
                    <a:pt x="14" y="41"/>
                    <a:pt x="14" y="41"/>
                  </a:cubicBezTo>
                  <a:cubicBezTo>
                    <a:pt x="14" y="43"/>
                    <a:pt x="13" y="45"/>
                    <a:pt x="11" y="46"/>
                  </a:cubicBezTo>
                  <a:cubicBezTo>
                    <a:pt x="6" y="49"/>
                    <a:pt x="0" y="62"/>
                    <a:pt x="0" y="118"/>
                  </a:cubicBezTo>
                  <a:cubicBezTo>
                    <a:pt x="14" y="118"/>
                    <a:pt x="14" y="118"/>
                    <a:pt x="14" y="118"/>
                  </a:cubicBezTo>
                  <a:cubicBezTo>
                    <a:pt x="14" y="118"/>
                    <a:pt x="14" y="118"/>
                    <a:pt x="14" y="118"/>
                  </a:cubicBezTo>
                  <a:cubicBezTo>
                    <a:pt x="23" y="118"/>
                    <a:pt x="23" y="118"/>
                    <a:pt x="23" y="118"/>
                  </a:cubicBezTo>
                  <a:cubicBezTo>
                    <a:pt x="32" y="118"/>
                    <a:pt x="32" y="118"/>
                    <a:pt x="32" y="118"/>
                  </a:cubicBezTo>
                  <a:cubicBezTo>
                    <a:pt x="32" y="118"/>
                    <a:pt x="32" y="118"/>
                    <a:pt x="32" y="118"/>
                  </a:cubicBezTo>
                  <a:cubicBezTo>
                    <a:pt x="46" y="118"/>
                    <a:pt x="46" y="118"/>
                    <a:pt x="46" y="118"/>
                  </a:cubicBezTo>
                  <a:cubicBezTo>
                    <a:pt x="46" y="62"/>
                    <a:pt x="40" y="49"/>
                    <a:pt x="35" y="46"/>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4" name="Freeform 591"/>
            <p:cNvSpPr>
              <a:spLocks/>
            </p:cNvSpPr>
            <p:nvPr/>
          </p:nvSpPr>
          <p:spPr bwMode="auto">
            <a:xfrm>
              <a:off x="3394075" y="6191250"/>
              <a:ext cx="144463" cy="206375"/>
            </a:xfrm>
            <a:custGeom>
              <a:avLst/>
              <a:gdLst>
                <a:gd name="T0" fmla="*/ 44 w 69"/>
                <a:gd name="T1" fmla="*/ 39 h 99"/>
                <a:gd name="T2" fmla="*/ 44 w 69"/>
                <a:gd name="T3" fmla="*/ 13 h 99"/>
                <a:gd name="T4" fmla="*/ 47 w 69"/>
                <a:gd name="T5" fmla="*/ 7 h 99"/>
                <a:gd name="T6" fmla="*/ 47 w 69"/>
                <a:gd name="T7" fmla="*/ 6 h 99"/>
                <a:gd name="T8" fmla="*/ 41 w 69"/>
                <a:gd name="T9" fmla="*/ 0 h 99"/>
                <a:gd name="T10" fmla="*/ 28 w 69"/>
                <a:gd name="T11" fmla="*/ 0 h 99"/>
                <a:gd name="T12" fmla="*/ 22 w 69"/>
                <a:gd name="T13" fmla="*/ 6 h 99"/>
                <a:gd name="T14" fmla="*/ 22 w 69"/>
                <a:gd name="T15" fmla="*/ 7 h 99"/>
                <a:gd name="T16" fmla="*/ 25 w 69"/>
                <a:gd name="T17" fmla="*/ 13 h 99"/>
                <a:gd name="T18" fmla="*/ 25 w 69"/>
                <a:gd name="T19" fmla="*/ 39 h 99"/>
                <a:gd name="T20" fmla="*/ 0 w 69"/>
                <a:gd name="T21" fmla="*/ 72 h 99"/>
                <a:gd name="T22" fmla="*/ 12 w 69"/>
                <a:gd name="T23" fmla="*/ 99 h 99"/>
                <a:gd name="T24" fmla="*/ 57 w 69"/>
                <a:gd name="T25" fmla="*/ 99 h 99"/>
                <a:gd name="T26" fmla="*/ 69 w 69"/>
                <a:gd name="T27" fmla="*/ 72 h 99"/>
                <a:gd name="T28" fmla="*/ 44 w 69"/>
                <a:gd name="T29" fmla="*/ 3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9" h="99">
                  <a:moveTo>
                    <a:pt x="44" y="39"/>
                  </a:moveTo>
                  <a:cubicBezTo>
                    <a:pt x="44" y="13"/>
                    <a:pt x="44" y="13"/>
                    <a:pt x="44" y="13"/>
                  </a:cubicBezTo>
                  <a:cubicBezTo>
                    <a:pt x="46" y="12"/>
                    <a:pt x="47" y="10"/>
                    <a:pt x="47" y="7"/>
                  </a:cubicBezTo>
                  <a:cubicBezTo>
                    <a:pt x="47" y="6"/>
                    <a:pt x="47" y="6"/>
                    <a:pt x="47" y="6"/>
                  </a:cubicBezTo>
                  <a:cubicBezTo>
                    <a:pt x="47" y="2"/>
                    <a:pt x="45" y="0"/>
                    <a:pt x="41" y="0"/>
                  </a:cubicBezTo>
                  <a:cubicBezTo>
                    <a:pt x="28" y="0"/>
                    <a:pt x="28" y="0"/>
                    <a:pt x="28" y="0"/>
                  </a:cubicBezTo>
                  <a:cubicBezTo>
                    <a:pt x="25" y="0"/>
                    <a:pt x="22" y="2"/>
                    <a:pt x="22" y="6"/>
                  </a:cubicBezTo>
                  <a:cubicBezTo>
                    <a:pt x="22" y="7"/>
                    <a:pt x="22" y="7"/>
                    <a:pt x="22" y="7"/>
                  </a:cubicBezTo>
                  <a:cubicBezTo>
                    <a:pt x="22" y="10"/>
                    <a:pt x="23" y="12"/>
                    <a:pt x="25" y="13"/>
                  </a:cubicBezTo>
                  <a:cubicBezTo>
                    <a:pt x="25" y="39"/>
                    <a:pt x="25" y="39"/>
                    <a:pt x="25" y="39"/>
                  </a:cubicBezTo>
                  <a:cubicBezTo>
                    <a:pt x="11" y="43"/>
                    <a:pt x="0" y="56"/>
                    <a:pt x="0" y="72"/>
                  </a:cubicBezTo>
                  <a:cubicBezTo>
                    <a:pt x="0" y="83"/>
                    <a:pt x="5" y="92"/>
                    <a:pt x="12" y="99"/>
                  </a:cubicBezTo>
                  <a:cubicBezTo>
                    <a:pt x="57" y="99"/>
                    <a:pt x="57" y="99"/>
                    <a:pt x="57" y="99"/>
                  </a:cubicBezTo>
                  <a:cubicBezTo>
                    <a:pt x="65" y="92"/>
                    <a:pt x="69" y="83"/>
                    <a:pt x="69" y="72"/>
                  </a:cubicBezTo>
                  <a:cubicBezTo>
                    <a:pt x="69" y="56"/>
                    <a:pt x="59" y="43"/>
                    <a:pt x="44" y="39"/>
                  </a:cubicBezTo>
                  <a:close/>
                </a:path>
              </a:pathLst>
            </a:custGeom>
            <a:solidFill>
              <a:srgbClr val="9E71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5" name="Freeform 592"/>
            <p:cNvSpPr>
              <a:spLocks/>
            </p:cNvSpPr>
            <p:nvPr/>
          </p:nvSpPr>
          <p:spPr bwMode="auto">
            <a:xfrm>
              <a:off x="4549775" y="6135688"/>
              <a:ext cx="146050" cy="207962"/>
            </a:xfrm>
            <a:custGeom>
              <a:avLst/>
              <a:gdLst>
                <a:gd name="T0" fmla="*/ 44 w 70"/>
                <a:gd name="T1" fmla="*/ 39 h 99"/>
                <a:gd name="T2" fmla="*/ 44 w 70"/>
                <a:gd name="T3" fmla="*/ 13 h 99"/>
                <a:gd name="T4" fmla="*/ 48 w 70"/>
                <a:gd name="T5" fmla="*/ 8 h 99"/>
                <a:gd name="T6" fmla="*/ 48 w 70"/>
                <a:gd name="T7" fmla="*/ 6 h 99"/>
                <a:gd name="T8" fmla="*/ 41 w 70"/>
                <a:gd name="T9" fmla="*/ 0 h 99"/>
                <a:gd name="T10" fmla="*/ 28 w 70"/>
                <a:gd name="T11" fmla="*/ 0 h 99"/>
                <a:gd name="T12" fmla="*/ 22 w 70"/>
                <a:gd name="T13" fmla="*/ 6 h 99"/>
                <a:gd name="T14" fmla="*/ 22 w 70"/>
                <a:gd name="T15" fmla="*/ 8 h 99"/>
                <a:gd name="T16" fmla="*/ 26 w 70"/>
                <a:gd name="T17" fmla="*/ 13 h 99"/>
                <a:gd name="T18" fmla="*/ 26 w 70"/>
                <a:gd name="T19" fmla="*/ 39 h 99"/>
                <a:gd name="T20" fmla="*/ 0 w 70"/>
                <a:gd name="T21" fmla="*/ 73 h 99"/>
                <a:gd name="T22" fmla="*/ 13 w 70"/>
                <a:gd name="T23" fmla="*/ 99 h 99"/>
                <a:gd name="T24" fmla="*/ 57 w 70"/>
                <a:gd name="T25" fmla="*/ 99 h 99"/>
                <a:gd name="T26" fmla="*/ 70 w 70"/>
                <a:gd name="T27" fmla="*/ 73 h 99"/>
                <a:gd name="T28" fmla="*/ 44 w 70"/>
                <a:gd name="T29" fmla="*/ 3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99">
                  <a:moveTo>
                    <a:pt x="44" y="39"/>
                  </a:moveTo>
                  <a:cubicBezTo>
                    <a:pt x="44" y="13"/>
                    <a:pt x="44" y="13"/>
                    <a:pt x="44" y="13"/>
                  </a:cubicBezTo>
                  <a:cubicBezTo>
                    <a:pt x="46" y="12"/>
                    <a:pt x="48" y="10"/>
                    <a:pt x="48" y="8"/>
                  </a:cubicBezTo>
                  <a:cubicBezTo>
                    <a:pt x="48" y="6"/>
                    <a:pt x="48" y="6"/>
                    <a:pt x="48" y="6"/>
                  </a:cubicBezTo>
                  <a:cubicBezTo>
                    <a:pt x="48" y="3"/>
                    <a:pt x="45" y="0"/>
                    <a:pt x="41" y="0"/>
                  </a:cubicBezTo>
                  <a:cubicBezTo>
                    <a:pt x="28" y="0"/>
                    <a:pt x="28" y="0"/>
                    <a:pt x="28" y="0"/>
                  </a:cubicBezTo>
                  <a:cubicBezTo>
                    <a:pt x="25" y="0"/>
                    <a:pt x="22" y="3"/>
                    <a:pt x="22" y="6"/>
                  </a:cubicBezTo>
                  <a:cubicBezTo>
                    <a:pt x="22" y="8"/>
                    <a:pt x="22" y="8"/>
                    <a:pt x="22" y="8"/>
                  </a:cubicBezTo>
                  <a:cubicBezTo>
                    <a:pt x="22" y="10"/>
                    <a:pt x="24" y="12"/>
                    <a:pt x="26" y="13"/>
                  </a:cubicBezTo>
                  <a:cubicBezTo>
                    <a:pt x="26" y="39"/>
                    <a:pt x="26" y="39"/>
                    <a:pt x="26" y="39"/>
                  </a:cubicBezTo>
                  <a:cubicBezTo>
                    <a:pt x="11" y="43"/>
                    <a:pt x="0" y="57"/>
                    <a:pt x="0" y="73"/>
                  </a:cubicBezTo>
                  <a:cubicBezTo>
                    <a:pt x="0" y="83"/>
                    <a:pt x="5" y="93"/>
                    <a:pt x="13" y="99"/>
                  </a:cubicBezTo>
                  <a:cubicBezTo>
                    <a:pt x="57" y="99"/>
                    <a:pt x="57" y="99"/>
                    <a:pt x="57" y="99"/>
                  </a:cubicBezTo>
                  <a:cubicBezTo>
                    <a:pt x="65" y="93"/>
                    <a:pt x="70" y="83"/>
                    <a:pt x="70" y="73"/>
                  </a:cubicBezTo>
                  <a:cubicBezTo>
                    <a:pt x="70" y="57"/>
                    <a:pt x="59" y="43"/>
                    <a:pt x="44" y="39"/>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6" name="Freeform 593"/>
            <p:cNvSpPr>
              <a:spLocks/>
            </p:cNvSpPr>
            <p:nvPr/>
          </p:nvSpPr>
          <p:spPr bwMode="auto">
            <a:xfrm>
              <a:off x="4727575" y="6135688"/>
              <a:ext cx="146050" cy="207962"/>
            </a:xfrm>
            <a:custGeom>
              <a:avLst/>
              <a:gdLst>
                <a:gd name="T0" fmla="*/ 44 w 70"/>
                <a:gd name="T1" fmla="*/ 39 h 99"/>
                <a:gd name="T2" fmla="*/ 44 w 70"/>
                <a:gd name="T3" fmla="*/ 13 h 99"/>
                <a:gd name="T4" fmla="*/ 48 w 70"/>
                <a:gd name="T5" fmla="*/ 8 h 99"/>
                <a:gd name="T6" fmla="*/ 48 w 70"/>
                <a:gd name="T7" fmla="*/ 6 h 99"/>
                <a:gd name="T8" fmla="*/ 42 w 70"/>
                <a:gd name="T9" fmla="*/ 0 h 99"/>
                <a:gd name="T10" fmla="*/ 28 w 70"/>
                <a:gd name="T11" fmla="*/ 0 h 99"/>
                <a:gd name="T12" fmla="*/ 22 w 70"/>
                <a:gd name="T13" fmla="*/ 6 h 99"/>
                <a:gd name="T14" fmla="*/ 22 w 70"/>
                <a:gd name="T15" fmla="*/ 8 h 99"/>
                <a:gd name="T16" fmla="*/ 26 w 70"/>
                <a:gd name="T17" fmla="*/ 13 h 99"/>
                <a:gd name="T18" fmla="*/ 26 w 70"/>
                <a:gd name="T19" fmla="*/ 39 h 99"/>
                <a:gd name="T20" fmla="*/ 0 w 70"/>
                <a:gd name="T21" fmla="*/ 73 h 99"/>
                <a:gd name="T22" fmla="*/ 13 w 70"/>
                <a:gd name="T23" fmla="*/ 99 h 99"/>
                <a:gd name="T24" fmla="*/ 57 w 70"/>
                <a:gd name="T25" fmla="*/ 99 h 99"/>
                <a:gd name="T26" fmla="*/ 70 w 70"/>
                <a:gd name="T27" fmla="*/ 73 h 99"/>
                <a:gd name="T28" fmla="*/ 44 w 70"/>
                <a:gd name="T29" fmla="*/ 3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99">
                  <a:moveTo>
                    <a:pt x="44" y="39"/>
                  </a:moveTo>
                  <a:cubicBezTo>
                    <a:pt x="44" y="13"/>
                    <a:pt x="44" y="13"/>
                    <a:pt x="44" y="13"/>
                  </a:cubicBezTo>
                  <a:cubicBezTo>
                    <a:pt x="46" y="12"/>
                    <a:pt x="48" y="10"/>
                    <a:pt x="48" y="8"/>
                  </a:cubicBezTo>
                  <a:cubicBezTo>
                    <a:pt x="48" y="6"/>
                    <a:pt x="48" y="6"/>
                    <a:pt x="48" y="6"/>
                  </a:cubicBezTo>
                  <a:cubicBezTo>
                    <a:pt x="48" y="3"/>
                    <a:pt x="45" y="0"/>
                    <a:pt x="42" y="0"/>
                  </a:cubicBezTo>
                  <a:cubicBezTo>
                    <a:pt x="28" y="0"/>
                    <a:pt x="28" y="0"/>
                    <a:pt x="28" y="0"/>
                  </a:cubicBezTo>
                  <a:cubicBezTo>
                    <a:pt x="25" y="0"/>
                    <a:pt x="22" y="3"/>
                    <a:pt x="22" y="6"/>
                  </a:cubicBezTo>
                  <a:cubicBezTo>
                    <a:pt x="22" y="8"/>
                    <a:pt x="22" y="8"/>
                    <a:pt x="22" y="8"/>
                  </a:cubicBezTo>
                  <a:cubicBezTo>
                    <a:pt x="22" y="10"/>
                    <a:pt x="24" y="12"/>
                    <a:pt x="26" y="13"/>
                  </a:cubicBezTo>
                  <a:cubicBezTo>
                    <a:pt x="26" y="39"/>
                    <a:pt x="26" y="39"/>
                    <a:pt x="26" y="39"/>
                  </a:cubicBezTo>
                  <a:cubicBezTo>
                    <a:pt x="11" y="43"/>
                    <a:pt x="0" y="57"/>
                    <a:pt x="0" y="73"/>
                  </a:cubicBezTo>
                  <a:cubicBezTo>
                    <a:pt x="0" y="83"/>
                    <a:pt x="5" y="93"/>
                    <a:pt x="13" y="99"/>
                  </a:cubicBezTo>
                  <a:cubicBezTo>
                    <a:pt x="57" y="99"/>
                    <a:pt x="57" y="99"/>
                    <a:pt x="57" y="99"/>
                  </a:cubicBezTo>
                  <a:cubicBezTo>
                    <a:pt x="65" y="93"/>
                    <a:pt x="70" y="83"/>
                    <a:pt x="70" y="73"/>
                  </a:cubicBezTo>
                  <a:cubicBezTo>
                    <a:pt x="70" y="57"/>
                    <a:pt x="59" y="43"/>
                    <a:pt x="44" y="39"/>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7" name="Freeform 594"/>
            <p:cNvSpPr>
              <a:spLocks/>
            </p:cNvSpPr>
            <p:nvPr/>
          </p:nvSpPr>
          <p:spPr bwMode="auto">
            <a:xfrm>
              <a:off x="4905375" y="6135688"/>
              <a:ext cx="146050" cy="207962"/>
            </a:xfrm>
            <a:custGeom>
              <a:avLst/>
              <a:gdLst>
                <a:gd name="T0" fmla="*/ 44 w 70"/>
                <a:gd name="T1" fmla="*/ 39 h 99"/>
                <a:gd name="T2" fmla="*/ 44 w 70"/>
                <a:gd name="T3" fmla="*/ 13 h 99"/>
                <a:gd name="T4" fmla="*/ 48 w 70"/>
                <a:gd name="T5" fmla="*/ 8 h 99"/>
                <a:gd name="T6" fmla="*/ 48 w 70"/>
                <a:gd name="T7" fmla="*/ 6 h 99"/>
                <a:gd name="T8" fmla="*/ 42 w 70"/>
                <a:gd name="T9" fmla="*/ 0 h 99"/>
                <a:gd name="T10" fmla="*/ 28 w 70"/>
                <a:gd name="T11" fmla="*/ 0 h 99"/>
                <a:gd name="T12" fmla="*/ 22 w 70"/>
                <a:gd name="T13" fmla="*/ 6 h 99"/>
                <a:gd name="T14" fmla="*/ 22 w 70"/>
                <a:gd name="T15" fmla="*/ 8 h 99"/>
                <a:gd name="T16" fmla="*/ 26 w 70"/>
                <a:gd name="T17" fmla="*/ 13 h 99"/>
                <a:gd name="T18" fmla="*/ 26 w 70"/>
                <a:gd name="T19" fmla="*/ 39 h 99"/>
                <a:gd name="T20" fmla="*/ 0 w 70"/>
                <a:gd name="T21" fmla="*/ 73 h 99"/>
                <a:gd name="T22" fmla="*/ 13 w 70"/>
                <a:gd name="T23" fmla="*/ 99 h 99"/>
                <a:gd name="T24" fmla="*/ 57 w 70"/>
                <a:gd name="T25" fmla="*/ 99 h 99"/>
                <a:gd name="T26" fmla="*/ 70 w 70"/>
                <a:gd name="T27" fmla="*/ 73 h 99"/>
                <a:gd name="T28" fmla="*/ 44 w 70"/>
                <a:gd name="T29" fmla="*/ 3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99">
                  <a:moveTo>
                    <a:pt x="44" y="39"/>
                  </a:moveTo>
                  <a:cubicBezTo>
                    <a:pt x="44" y="13"/>
                    <a:pt x="44" y="13"/>
                    <a:pt x="44" y="13"/>
                  </a:cubicBezTo>
                  <a:cubicBezTo>
                    <a:pt x="46" y="12"/>
                    <a:pt x="48" y="10"/>
                    <a:pt x="48" y="8"/>
                  </a:cubicBezTo>
                  <a:cubicBezTo>
                    <a:pt x="48" y="6"/>
                    <a:pt x="48" y="6"/>
                    <a:pt x="48" y="6"/>
                  </a:cubicBezTo>
                  <a:cubicBezTo>
                    <a:pt x="48" y="3"/>
                    <a:pt x="45" y="0"/>
                    <a:pt x="42" y="0"/>
                  </a:cubicBezTo>
                  <a:cubicBezTo>
                    <a:pt x="28" y="0"/>
                    <a:pt x="28" y="0"/>
                    <a:pt x="28" y="0"/>
                  </a:cubicBezTo>
                  <a:cubicBezTo>
                    <a:pt x="25" y="0"/>
                    <a:pt x="22" y="3"/>
                    <a:pt x="22" y="6"/>
                  </a:cubicBezTo>
                  <a:cubicBezTo>
                    <a:pt x="22" y="8"/>
                    <a:pt x="22" y="8"/>
                    <a:pt x="22" y="8"/>
                  </a:cubicBezTo>
                  <a:cubicBezTo>
                    <a:pt x="22" y="10"/>
                    <a:pt x="24" y="12"/>
                    <a:pt x="26" y="13"/>
                  </a:cubicBezTo>
                  <a:cubicBezTo>
                    <a:pt x="26" y="39"/>
                    <a:pt x="26" y="39"/>
                    <a:pt x="26" y="39"/>
                  </a:cubicBezTo>
                  <a:cubicBezTo>
                    <a:pt x="11" y="43"/>
                    <a:pt x="0" y="57"/>
                    <a:pt x="0" y="73"/>
                  </a:cubicBezTo>
                  <a:cubicBezTo>
                    <a:pt x="0" y="83"/>
                    <a:pt x="5" y="93"/>
                    <a:pt x="13" y="99"/>
                  </a:cubicBezTo>
                  <a:cubicBezTo>
                    <a:pt x="57" y="99"/>
                    <a:pt x="57" y="99"/>
                    <a:pt x="57" y="99"/>
                  </a:cubicBezTo>
                  <a:cubicBezTo>
                    <a:pt x="65" y="93"/>
                    <a:pt x="70" y="83"/>
                    <a:pt x="70" y="73"/>
                  </a:cubicBezTo>
                  <a:cubicBezTo>
                    <a:pt x="70" y="57"/>
                    <a:pt x="59" y="43"/>
                    <a:pt x="44" y="39"/>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8" name="Freeform 595"/>
            <p:cNvSpPr>
              <a:spLocks/>
            </p:cNvSpPr>
            <p:nvPr/>
          </p:nvSpPr>
          <p:spPr bwMode="auto">
            <a:xfrm>
              <a:off x="5083175" y="6135688"/>
              <a:ext cx="146050" cy="207962"/>
            </a:xfrm>
            <a:custGeom>
              <a:avLst/>
              <a:gdLst>
                <a:gd name="T0" fmla="*/ 44 w 70"/>
                <a:gd name="T1" fmla="*/ 39 h 99"/>
                <a:gd name="T2" fmla="*/ 44 w 70"/>
                <a:gd name="T3" fmla="*/ 13 h 99"/>
                <a:gd name="T4" fmla="*/ 48 w 70"/>
                <a:gd name="T5" fmla="*/ 8 h 99"/>
                <a:gd name="T6" fmla="*/ 48 w 70"/>
                <a:gd name="T7" fmla="*/ 6 h 99"/>
                <a:gd name="T8" fmla="*/ 42 w 70"/>
                <a:gd name="T9" fmla="*/ 0 h 99"/>
                <a:gd name="T10" fmla="*/ 29 w 70"/>
                <a:gd name="T11" fmla="*/ 0 h 99"/>
                <a:gd name="T12" fmla="*/ 22 w 70"/>
                <a:gd name="T13" fmla="*/ 6 h 99"/>
                <a:gd name="T14" fmla="*/ 22 w 70"/>
                <a:gd name="T15" fmla="*/ 8 h 99"/>
                <a:gd name="T16" fmla="*/ 26 w 70"/>
                <a:gd name="T17" fmla="*/ 13 h 99"/>
                <a:gd name="T18" fmla="*/ 26 w 70"/>
                <a:gd name="T19" fmla="*/ 39 h 99"/>
                <a:gd name="T20" fmla="*/ 0 w 70"/>
                <a:gd name="T21" fmla="*/ 73 h 99"/>
                <a:gd name="T22" fmla="*/ 13 w 70"/>
                <a:gd name="T23" fmla="*/ 99 h 99"/>
                <a:gd name="T24" fmla="*/ 57 w 70"/>
                <a:gd name="T25" fmla="*/ 99 h 99"/>
                <a:gd name="T26" fmla="*/ 70 w 70"/>
                <a:gd name="T27" fmla="*/ 73 h 99"/>
                <a:gd name="T28" fmla="*/ 44 w 70"/>
                <a:gd name="T29" fmla="*/ 3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99">
                  <a:moveTo>
                    <a:pt x="44" y="39"/>
                  </a:moveTo>
                  <a:cubicBezTo>
                    <a:pt x="44" y="13"/>
                    <a:pt x="44" y="13"/>
                    <a:pt x="44" y="13"/>
                  </a:cubicBezTo>
                  <a:cubicBezTo>
                    <a:pt x="46" y="12"/>
                    <a:pt x="48" y="10"/>
                    <a:pt x="48" y="8"/>
                  </a:cubicBezTo>
                  <a:cubicBezTo>
                    <a:pt x="48" y="6"/>
                    <a:pt x="48" y="6"/>
                    <a:pt x="48" y="6"/>
                  </a:cubicBezTo>
                  <a:cubicBezTo>
                    <a:pt x="48" y="3"/>
                    <a:pt x="45" y="0"/>
                    <a:pt x="42" y="0"/>
                  </a:cubicBezTo>
                  <a:cubicBezTo>
                    <a:pt x="29" y="0"/>
                    <a:pt x="29" y="0"/>
                    <a:pt x="29" y="0"/>
                  </a:cubicBezTo>
                  <a:cubicBezTo>
                    <a:pt x="25" y="0"/>
                    <a:pt x="22" y="3"/>
                    <a:pt x="22" y="6"/>
                  </a:cubicBezTo>
                  <a:cubicBezTo>
                    <a:pt x="22" y="8"/>
                    <a:pt x="22" y="8"/>
                    <a:pt x="22" y="8"/>
                  </a:cubicBezTo>
                  <a:cubicBezTo>
                    <a:pt x="22" y="10"/>
                    <a:pt x="24" y="12"/>
                    <a:pt x="26" y="13"/>
                  </a:cubicBezTo>
                  <a:cubicBezTo>
                    <a:pt x="26" y="39"/>
                    <a:pt x="26" y="39"/>
                    <a:pt x="26" y="39"/>
                  </a:cubicBezTo>
                  <a:cubicBezTo>
                    <a:pt x="11" y="43"/>
                    <a:pt x="0" y="57"/>
                    <a:pt x="0" y="73"/>
                  </a:cubicBezTo>
                  <a:cubicBezTo>
                    <a:pt x="0" y="83"/>
                    <a:pt x="5" y="93"/>
                    <a:pt x="13" y="99"/>
                  </a:cubicBezTo>
                  <a:cubicBezTo>
                    <a:pt x="57" y="99"/>
                    <a:pt x="57" y="99"/>
                    <a:pt x="57" y="99"/>
                  </a:cubicBezTo>
                  <a:cubicBezTo>
                    <a:pt x="65" y="93"/>
                    <a:pt x="70" y="83"/>
                    <a:pt x="70" y="73"/>
                  </a:cubicBezTo>
                  <a:cubicBezTo>
                    <a:pt x="70" y="57"/>
                    <a:pt x="59" y="43"/>
                    <a:pt x="44" y="39"/>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9" name="Freeform 596"/>
            <p:cNvSpPr>
              <a:spLocks/>
            </p:cNvSpPr>
            <p:nvPr/>
          </p:nvSpPr>
          <p:spPr bwMode="auto">
            <a:xfrm>
              <a:off x="5259388" y="6135688"/>
              <a:ext cx="147638" cy="207962"/>
            </a:xfrm>
            <a:custGeom>
              <a:avLst/>
              <a:gdLst>
                <a:gd name="T0" fmla="*/ 44 w 70"/>
                <a:gd name="T1" fmla="*/ 39 h 99"/>
                <a:gd name="T2" fmla="*/ 44 w 70"/>
                <a:gd name="T3" fmla="*/ 13 h 99"/>
                <a:gd name="T4" fmla="*/ 48 w 70"/>
                <a:gd name="T5" fmla="*/ 8 h 99"/>
                <a:gd name="T6" fmla="*/ 48 w 70"/>
                <a:gd name="T7" fmla="*/ 6 h 99"/>
                <a:gd name="T8" fmla="*/ 42 w 70"/>
                <a:gd name="T9" fmla="*/ 0 h 99"/>
                <a:gd name="T10" fmla="*/ 29 w 70"/>
                <a:gd name="T11" fmla="*/ 0 h 99"/>
                <a:gd name="T12" fmla="*/ 22 w 70"/>
                <a:gd name="T13" fmla="*/ 6 h 99"/>
                <a:gd name="T14" fmla="*/ 22 w 70"/>
                <a:gd name="T15" fmla="*/ 8 h 99"/>
                <a:gd name="T16" fmla="*/ 26 w 70"/>
                <a:gd name="T17" fmla="*/ 13 h 99"/>
                <a:gd name="T18" fmla="*/ 26 w 70"/>
                <a:gd name="T19" fmla="*/ 39 h 99"/>
                <a:gd name="T20" fmla="*/ 0 w 70"/>
                <a:gd name="T21" fmla="*/ 73 h 99"/>
                <a:gd name="T22" fmla="*/ 13 w 70"/>
                <a:gd name="T23" fmla="*/ 99 h 99"/>
                <a:gd name="T24" fmla="*/ 58 w 70"/>
                <a:gd name="T25" fmla="*/ 99 h 99"/>
                <a:gd name="T26" fmla="*/ 70 w 70"/>
                <a:gd name="T27" fmla="*/ 73 h 99"/>
                <a:gd name="T28" fmla="*/ 44 w 70"/>
                <a:gd name="T29" fmla="*/ 3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99">
                  <a:moveTo>
                    <a:pt x="44" y="39"/>
                  </a:moveTo>
                  <a:cubicBezTo>
                    <a:pt x="44" y="13"/>
                    <a:pt x="44" y="13"/>
                    <a:pt x="44" y="13"/>
                  </a:cubicBezTo>
                  <a:cubicBezTo>
                    <a:pt x="46" y="12"/>
                    <a:pt x="48" y="10"/>
                    <a:pt x="48" y="8"/>
                  </a:cubicBezTo>
                  <a:cubicBezTo>
                    <a:pt x="48" y="6"/>
                    <a:pt x="48" y="6"/>
                    <a:pt x="48" y="6"/>
                  </a:cubicBezTo>
                  <a:cubicBezTo>
                    <a:pt x="48" y="3"/>
                    <a:pt x="45" y="0"/>
                    <a:pt x="42" y="0"/>
                  </a:cubicBezTo>
                  <a:cubicBezTo>
                    <a:pt x="29" y="0"/>
                    <a:pt x="29" y="0"/>
                    <a:pt x="29" y="0"/>
                  </a:cubicBezTo>
                  <a:cubicBezTo>
                    <a:pt x="25" y="0"/>
                    <a:pt x="22" y="3"/>
                    <a:pt x="22" y="6"/>
                  </a:cubicBezTo>
                  <a:cubicBezTo>
                    <a:pt x="22" y="8"/>
                    <a:pt x="22" y="8"/>
                    <a:pt x="22" y="8"/>
                  </a:cubicBezTo>
                  <a:cubicBezTo>
                    <a:pt x="22" y="10"/>
                    <a:pt x="24" y="12"/>
                    <a:pt x="26" y="13"/>
                  </a:cubicBezTo>
                  <a:cubicBezTo>
                    <a:pt x="26" y="39"/>
                    <a:pt x="26" y="39"/>
                    <a:pt x="26" y="39"/>
                  </a:cubicBezTo>
                  <a:cubicBezTo>
                    <a:pt x="11" y="43"/>
                    <a:pt x="0" y="57"/>
                    <a:pt x="0" y="73"/>
                  </a:cubicBezTo>
                  <a:cubicBezTo>
                    <a:pt x="0" y="83"/>
                    <a:pt x="5" y="93"/>
                    <a:pt x="13" y="99"/>
                  </a:cubicBezTo>
                  <a:cubicBezTo>
                    <a:pt x="58" y="99"/>
                    <a:pt x="58" y="99"/>
                    <a:pt x="58" y="99"/>
                  </a:cubicBezTo>
                  <a:cubicBezTo>
                    <a:pt x="65" y="93"/>
                    <a:pt x="70" y="83"/>
                    <a:pt x="70" y="73"/>
                  </a:cubicBezTo>
                  <a:cubicBezTo>
                    <a:pt x="70" y="57"/>
                    <a:pt x="59" y="43"/>
                    <a:pt x="44" y="39"/>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0" name="Freeform 597"/>
            <p:cNvSpPr>
              <a:spLocks/>
            </p:cNvSpPr>
            <p:nvPr/>
          </p:nvSpPr>
          <p:spPr bwMode="auto">
            <a:xfrm>
              <a:off x="5145088" y="5807075"/>
              <a:ext cx="146050" cy="206375"/>
            </a:xfrm>
            <a:custGeom>
              <a:avLst/>
              <a:gdLst>
                <a:gd name="T0" fmla="*/ 44 w 70"/>
                <a:gd name="T1" fmla="*/ 39 h 99"/>
                <a:gd name="T2" fmla="*/ 44 w 70"/>
                <a:gd name="T3" fmla="*/ 13 h 99"/>
                <a:gd name="T4" fmla="*/ 47 w 70"/>
                <a:gd name="T5" fmla="*/ 7 h 99"/>
                <a:gd name="T6" fmla="*/ 47 w 70"/>
                <a:gd name="T7" fmla="*/ 6 h 99"/>
                <a:gd name="T8" fmla="*/ 41 w 70"/>
                <a:gd name="T9" fmla="*/ 0 h 99"/>
                <a:gd name="T10" fmla="*/ 28 w 70"/>
                <a:gd name="T11" fmla="*/ 0 h 99"/>
                <a:gd name="T12" fmla="*/ 22 w 70"/>
                <a:gd name="T13" fmla="*/ 6 h 99"/>
                <a:gd name="T14" fmla="*/ 22 w 70"/>
                <a:gd name="T15" fmla="*/ 7 h 99"/>
                <a:gd name="T16" fmla="*/ 25 w 70"/>
                <a:gd name="T17" fmla="*/ 13 h 99"/>
                <a:gd name="T18" fmla="*/ 25 w 70"/>
                <a:gd name="T19" fmla="*/ 39 h 99"/>
                <a:gd name="T20" fmla="*/ 0 w 70"/>
                <a:gd name="T21" fmla="*/ 72 h 99"/>
                <a:gd name="T22" fmla="*/ 12 w 70"/>
                <a:gd name="T23" fmla="*/ 99 h 99"/>
                <a:gd name="T24" fmla="*/ 57 w 70"/>
                <a:gd name="T25" fmla="*/ 99 h 99"/>
                <a:gd name="T26" fmla="*/ 70 w 70"/>
                <a:gd name="T27" fmla="*/ 72 h 99"/>
                <a:gd name="T28" fmla="*/ 44 w 70"/>
                <a:gd name="T29" fmla="*/ 3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99">
                  <a:moveTo>
                    <a:pt x="44" y="39"/>
                  </a:moveTo>
                  <a:cubicBezTo>
                    <a:pt x="44" y="13"/>
                    <a:pt x="44" y="13"/>
                    <a:pt x="44" y="13"/>
                  </a:cubicBezTo>
                  <a:cubicBezTo>
                    <a:pt x="46" y="12"/>
                    <a:pt x="47" y="10"/>
                    <a:pt x="47" y="7"/>
                  </a:cubicBezTo>
                  <a:cubicBezTo>
                    <a:pt x="47" y="6"/>
                    <a:pt x="47" y="6"/>
                    <a:pt x="47" y="6"/>
                  </a:cubicBezTo>
                  <a:cubicBezTo>
                    <a:pt x="47" y="3"/>
                    <a:pt x="45" y="0"/>
                    <a:pt x="41" y="0"/>
                  </a:cubicBezTo>
                  <a:cubicBezTo>
                    <a:pt x="28" y="0"/>
                    <a:pt x="28" y="0"/>
                    <a:pt x="28" y="0"/>
                  </a:cubicBezTo>
                  <a:cubicBezTo>
                    <a:pt x="25" y="0"/>
                    <a:pt x="22" y="3"/>
                    <a:pt x="22" y="6"/>
                  </a:cubicBezTo>
                  <a:cubicBezTo>
                    <a:pt x="22" y="7"/>
                    <a:pt x="22" y="7"/>
                    <a:pt x="22" y="7"/>
                  </a:cubicBezTo>
                  <a:cubicBezTo>
                    <a:pt x="22" y="10"/>
                    <a:pt x="23" y="12"/>
                    <a:pt x="25" y="13"/>
                  </a:cubicBezTo>
                  <a:cubicBezTo>
                    <a:pt x="25" y="39"/>
                    <a:pt x="25" y="39"/>
                    <a:pt x="25" y="39"/>
                  </a:cubicBezTo>
                  <a:cubicBezTo>
                    <a:pt x="11" y="43"/>
                    <a:pt x="0" y="56"/>
                    <a:pt x="0" y="72"/>
                  </a:cubicBezTo>
                  <a:cubicBezTo>
                    <a:pt x="0" y="83"/>
                    <a:pt x="5" y="92"/>
                    <a:pt x="12" y="99"/>
                  </a:cubicBezTo>
                  <a:cubicBezTo>
                    <a:pt x="57" y="99"/>
                    <a:pt x="57" y="99"/>
                    <a:pt x="57" y="99"/>
                  </a:cubicBezTo>
                  <a:cubicBezTo>
                    <a:pt x="65" y="92"/>
                    <a:pt x="70" y="83"/>
                    <a:pt x="70" y="72"/>
                  </a:cubicBezTo>
                  <a:cubicBezTo>
                    <a:pt x="70" y="56"/>
                    <a:pt x="59" y="43"/>
                    <a:pt x="44" y="39"/>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1" name="Freeform 598"/>
            <p:cNvSpPr>
              <a:spLocks/>
            </p:cNvSpPr>
            <p:nvPr/>
          </p:nvSpPr>
          <p:spPr bwMode="auto">
            <a:xfrm>
              <a:off x="5318125" y="5768975"/>
              <a:ext cx="96838" cy="244475"/>
            </a:xfrm>
            <a:custGeom>
              <a:avLst/>
              <a:gdLst>
                <a:gd name="T0" fmla="*/ 35 w 46"/>
                <a:gd name="T1" fmla="*/ 45 h 117"/>
                <a:gd name="T2" fmla="*/ 32 w 46"/>
                <a:gd name="T3" fmla="*/ 40 h 117"/>
                <a:gd name="T4" fmla="*/ 32 w 46"/>
                <a:gd name="T5" fmla="*/ 12 h 117"/>
                <a:gd name="T6" fmla="*/ 34 w 46"/>
                <a:gd name="T7" fmla="*/ 8 h 117"/>
                <a:gd name="T8" fmla="*/ 34 w 46"/>
                <a:gd name="T9" fmla="*/ 6 h 117"/>
                <a:gd name="T10" fmla="*/ 28 w 46"/>
                <a:gd name="T11" fmla="*/ 0 h 117"/>
                <a:gd name="T12" fmla="*/ 18 w 46"/>
                <a:gd name="T13" fmla="*/ 0 h 117"/>
                <a:gd name="T14" fmla="*/ 12 w 46"/>
                <a:gd name="T15" fmla="*/ 6 h 117"/>
                <a:gd name="T16" fmla="*/ 12 w 46"/>
                <a:gd name="T17" fmla="*/ 8 h 117"/>
                <a:gd name="T18" fmla="*/ 14 w 46"/>
                <a:gd name="T19" fmla="*/ 12 h 117"/>
                <a:gd name="T20" fmla="*/ 14 w 46"/>
                <a:gd name="T21" fmla="*/ 40 h 117"/>
                <a:gd name="T22" fmla="*/ 11 w 46"/>
                <a:gd name="T23" fmla="*/ 45 h 117"/>
                <a:gd name="T24" fmla="*/ 0 w 46"/>
                <a:gd name="T25" fmla="*/ 117 h 117"/>
                <a:gd name="T26" fmla="*/ 14 w 46"/>
                <a:gd name="T27" fmla="*/ 117 h 117"/>
                <a:gd name="T28" fmla="*/ 14 w 46"/>
                <a:gd name="T29" fmla="*/ 117 h 117"/>
                <a:gd name="T30" fmla="*/ 23 w 46"/>
                <a:gd name="T31" fmla="*/ 117 h 117"/>
                <a:gd name="T32" fmla="*/ 32 w 46"/>
                <a:gd name="T33" fmla="*/ 117 h 117"/>
                <a:gd name="T34" fmla="*/ 32 w 46"/>
                <a:gd name="T35" fmla="*/ 117 h 117"/>
                <a:gd name="T36" fmla="*/ 46 w 46"/>
                <a:gd name="T37" fmla="*/ 117 h 117"/>
                <a:gd name="T38" fmla="*/ 35 w 46"/>
                <a:gd name="T39" fmla="*/ 4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6" h="117">
                  <a:moveTo>
                    <a:pt x="35" y="45"/>
                  </a:moveTo>
                  <a:cubicBezTo>
                    <a:pt x="33" y="44"/>
                    <a:pt x="32" y="42"/>
                    <a:pt x="32" y="40"/>
                  </a:cubicBezTo>
                  <a:cubicBezTo>
                    <a:pt x="32" y="12"/>
                    <a:pt x="32" y="12"/>
                    <a:pt x="32" y="12"/>
                  </a:cubicBezTo>
                  <a:cubicBezTo>
                    <a:pt x="33" y="11"/>
                    <a:pt x="34" y="10"/>
                    <a:pt x="34" y="8"/>
                  </a:cubicBezTo>
                  <a:cubicBezTo>
                    <a:pt x="34" y="6"/>
                    <a:pt x="34" y="6"/>
                    <a:pt x="34" y="6"/>
                  </a:cubicBezTo>
                  <a:cubicBezTo>
                    <a:pt x="34" y="2"/>
                    <a:pt x="32" y="0"/>
                    <a:pt x="28" y="0"/>
                  </a:cubicBezTo>
                  <a:cubicBezTo>
                    <a:pt x="18" y="0"/>
                    <a:pt x="18" y="0"/>
                    <a:pt x="18" y="0"/>
                  </a:cubicBezTo>
                  <a:cubicBezTo>
                    <a:pt x="14" y="0"/>
                    <a:pt x="12" y="2"/>
                    <a:pt x="12" y="6"/>
                  </a:cubicBezTo>
                  <a:cubicBezTo>
                    <a:pt x="12" y="8"/>
                    <a:pt x="12" y="8"/>
                    <a:pt x="12" y="8"/>
                  </a:cubicBezTo>
                  <a:cubicBezTo>
                    <a:pt x="12" y="10"/>
                    <a:pt x="13" y="11"/>
                    <a:pt x="14" y="12"/>
                  </a:cubicBezTo>
                  <a:cubicBezTo>
                    <a:pt x="14" y="40"/>
                    <a:pt x="14" y="40"/>
                    <a:pt x="14" y="40"/>
                  </a:cubicBezTo>
                  <a:cubicBezTo>
                    <a:pt x="14" y="42"/>
                    <a:pt x="13" y="44"/>
                    <a:pt x="11" y="45"/>
                  </a:cubicBezTo>
                  <a:cubicBezTo>
                    <a:pt x="6" y="49"/>
                    <a:pt x="0" y="61"/>
                    <a:pt x="0" y="117"/>
                  </a:cubicBezTo>
                  <a:cubicBezTo>
                    <a:pt x="14" y="117"/>
                    <a:pt x="14" y="117"/>
                    <a:pt x="14" y="117"/>
                  </a:cubicBezTo>
                  <a:cubicBezTo>
                    <a:pt x="14" y="117"/>
                    <a:pt x="14" y="117"/>
                    <a:pt x="14" y="117"/>
                  </a:cubicBezTo>
                  <a:cubicBezTo>
                    <a:pt x="23" y="117"/>
                    <a:pt x="23" y="117"/>
                    <a:pt x="23" y="117"/>
                  </a:cubicBezTo>
                  <a:cubicBezTo>
                    <a:pt x="32" y="117"/>
                    <a:pt x="32" y="117"/>
                    <a:pt x="32" y="117"/>
                  </a:cubicBezTo>
                  <a:cubicBezTo>
                    <a:pt x="32" y="117"/>
                    <a:pt x="32" y="117"/>
                    <a:pt x="32" y="117"/>
                  </a:cubicBezTo>
                  <a:cubicBezTo>
                    <a:pt x="46" y="117"/>
                    <a:pt x="46" y="117"/>
                    <a:pt x="46" y="117"/>
                  </a:cubicBezTo>
                  <a:cubicBezTo>
                    <a:pt x="46" y="61"/>
                    <a:pt x="40" y="49"/>
                    <a:pt x="35" y="45"/>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2" name="Freeform 599"/>
            <p:cNvSpPr>
              <a:spLocks/>
            </p:cNvSpPr>
            <p:nvPr/>
          </p:nvSpPr>
          <p:spPr bwMode="auto">
            <a:xfrm>
              <a:off x="5027613" y="5768975"/>
              <a:ext cx="96838" cy="244475"/>
            </a:xfrm>
            <a:custGeom>
              <a:avLst/>
              <a:gdLst>
                <a:gd name="T0" fmla="*/ 35 w 46"/>
                <a:gd name="T1" fmla="*/ 45 h 117"/>
                <a:gd name="T2" fmla="*/ 32 w 46"/>
                <a:gd name="T3" fmla="*/ 40 h 117"/>
                <a:gd name="T4" fmla="*/ 32 w 46"/>
                <a:gd name="T5" fmla="*/ 12 h 117"/>
                <a:gd name="T6" fmla="*/ 34 w 46"/>
                <a:gd name="T7" fmla="*/ 8 h 117"/>
                <a:gd name="T8" fmla="*/ 34 w 46"/>
                <a:gd name="T9" fmla="*/ 6 h 117"/>
                <a:gd name="T10" fmla="*/ 28 w 46"/>
                <a:gd name="T11" fmla="*/ 0 h 117"/>
                <a:gd name="T12" fmla="*/ 18 w 46"/>
                <a:gd name="T13" fmla="*/ 0 h 117"/>
                <a:gd name="T14" fmla="*/ 12 w 46"/>
                <a:gd name="T15" fmla="*/ 6 h 117"/>
                <a:gd name="T16" fmla="*/ 12 w 46"/>
                <a:gd name="T17" fmla="*/ 8 h 117"/>
                <a:gd name="T18" fmla="*/ 14 w 46"/>
                <a:gd name="T19" fmla="*/ 12 h 117"/>
                <a:gd name="T20" fmla="*/ 14 w 46"/>
                <a:gd name="T21" fmla="*/ 40 h 117"/>
                <a:gd name="T22" fmla="*/ 11 w 46"/>
                <a:gd name="T23" fmla="*/ 45 h 117"/>
                <a:gd name="T24" fmla="*/ 0 w 46"/>
                <a:gd name="T25" fmla="*/ 117 h 117"/>
                <a:gd name="T26" fmla="*/ 14 w 46"/>
                <a:gd name="T27" fmla="*/ 117 h 117"/>
                <a:gd name="T28" fmla="*/ 14 w 46"/>
                <a:gd name="T29" fmla="*/ 117 h 117"/>
                <a:gd name="T30" fmla="*/ 23 w 46"/>
                <a:gd name="T31" fmla="*/ 117 h 117"/>
                <a:gd name="T32" fmla="*/ 32 w 46"/>
                <a:gd name="T33" fmla="*/ 117 h 117"/>
                <a:gd name="T34" fmla="*/ 32 w 46"/>
                <a:gd name="T35" fmla="*/ 117 h 117"/>
                <a:gd name="T36" fmla="*/ 46 w 46"/>
                <a:gd name="T37" fmla="*/ 117 h 117"/>
                <a:gd name="T38" fmla="*/ 35 w 46"/>
                <a:gd name="T39" fmla="*/ 4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6" h="117">
                  <a:moveTo>
                    <a:pt x="35" y="45"/>
                  </a:moveTo>
                  <a:cubicBezTo>
                    <a:pt x="33" y="44"/>
                    <a:pt x="32" y="42"/>
                    <a:pt x="32" y="40"/>
                  </a:cubicBezTo>
                  <a:cubicBezTo>
                    <a:pt x="32" y="12"/>
                    <a:pt x="32" y="12"/>
                    <a:pt x="32" y="12"/>
                  </a:cubicBezTo>
                  <a:cubicBezTo>
                    <a:pt x="33" y="11"/>
                    <a:pt x="34" y="10"/>
                    <a:pt x="34" y="8"/>
                  </a:cubicBezTo>
                  <a:cubicBezTo>
                    <a:pt x="34" y="6"/>
                    <a:pt x="34" y="6"/>
                    <a:pt x="34" y="6"/>
                  </a:cubicBezTo>
                  <a:cubicBezTo>
                    <a:pt x="34" y="2"/>
                    <a:pt x="32" y="0"/>
                    <a:pt x="28" y="0"/>
                  </a:cubicBezTo>
                  <a:cubicBezTo>
                    <a:pt x="18" y="0"/>
                    <a:pt x="18" y="0"/>
                    <a:pt x="18" y="0"/>
                  </a:cubicBezTo>
                  <a:cubicBezTo>
                    <a:pt x="14" y="0"/>
                    <a:pt x="12" y="2"/>
                    <a:pt x="12" y="6"/>
                  </a:cubicBezTo>
                  <a:cubicBezTo>
                    <a:pt x="12" y="8"/>
                    <a:pt x="12" y="8"/>
                    <a:pt x="12" y="8"/>
                  </a:cubicBezTo>
                  <a:cubicBezTo>
                    <a:pt x="12" y="10"/>
                    <a:pt x="13" y="11"/>
                    <a:pt x="14" y="12"/>
                  </a:cubicBezTo>
                  <a:cubicBezTo>
                    <a:pt x="14" y="40"/>
                    <a:pt x="14" y="40"/>
                    <a:pt x="14" y="40"/>
                  </a:cubicBezTo>
                  <a:cubicBezTo>
                    <a:pt x="14" y="42"/>
                    <a:pt x="13" y="44"/>
                    <a:pt x="11" y="45"/>
                  </a:cubicBezTo>
                  <a:cubicBezTo>
                    <a:pt x="6" y="49"/>
                    <a:pt x="0" y="61"/>
                    <a:pt x="0" y="117"/>
                  </a:cubicBezTo>
                  <a:cubicBezTo>
                    <a:pt x="14" y="117"/>
                    <a:pt x="14" y="117"/>
                    <a:pt x="14" y="117"/>
                  </a:cubicBezTo>
                  <a:cubicBezTo>
                    <a:pt x="14" y="117"/>
                    <a:pt x="14" y="117"/>
                    <a:pt x="14" y="117"/>
                  </a:cubicBezTo>
                  <a:cubicBezTo>
                    <a:pt x="23" y="117"/>
                    <a:pt x="23" y="117"/>
                    <a:pt x="23" y="117"/>
                  </a:cubicBezTo>
                  <a:cubicBezTo>
                    <a:pt x="32" y="117"/>
                    <a:pt x="32" y="117"/>
                    <a:pt x="32" y="117"/>
                  </a:cubicBezTo>
                  <a:cubicBezTo>
                    <a:pt x="32" y="117"/>
                    <a:pt x="32" y="117"/>
                    <a:pt x="32" y="117"/>
                  </a:cubicBezTo>
                  <a:cubicBezTo>
                    <a:pt x="46" y="117"/>
                    <a:pt x="46" y="117"/>
                    <a:pt x="46" y="117"/>
                  </a:cubicBezTo>
                  <a:cubicBezTo>
                    <a:pt x="46" y="61"/>
                    <a:pt x="40" y="49"/>
                    <a:pt x="35" y="45"/>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3" name="Freeform 600"/>
            <p:cNvSpPr>
              <a:spLocks/>
            </p:cNvSpPr>
            <p:nvPr/>
          </p:nvSpPr>
          <p:spPr bwMode="auto">
            <a:xfrm>
              <a:off x="4905375" y="5768975"/>
              <a:ext cx="98425" cy="244475"/>
            </a:xfrm>
            <a:custGeom>
              <a:avLst/>
              <a:gdLst>
                <a:gd name="T0" fmla="*/ 35 w 47"/>
                <a:gd name="T1" fmla="*/ 45 h 117"/>
                <a:gd name="T2" fmla="*/ 32 w 47"/>
                <a:gd name="T3" fmla="*/ 40 h 117"/>
                <a:gd name="T4" fmla="*/ 32 w 47"/>
                <a:gd name="T5" fmla="*/ 12 h 117"/>
                <a:gd name="T6" fmla="*/ 35 w 47"/>
                <a:gd name="T7" fmla="*/ 8 h 117"/>
                <a:gd name="T8" fmla="*/ 35 w 47"/>
                <a:gd name="T9" fmla="*/ 6 h 117"/>
                <a:gd name="T10" fmla="*/ 29 w 47"/>
                <a:gd name="T11" fmla="*/ 0 h 117"/>
                <a:gd name="T12" fmla="*/ 18 w 47"/>
                <a:gd name="T13" fmla="*/ 0 h 117"/>
                <a:gd name="T14" fmla="*/ 12 w 47"/>
                <a:gd name="T15" fmla="*/ 6 h 117"/>
                <a:gd name="T16" fmla="*/ 12 w 47"/>
                <a:gd name="T17" fmla="*/ 8 h 117"/>
                <a:gd name="T18" fmla="*/ 15 w 47"/>
                <a:gd name="T19" fmla="*/ 12 h 117"/>
                <a:gd name="T20" fmla="*/ 15 w 47"/>
                <a:gd name="T21" fmla="*/ 40 h 117"/>
                <a:gd name="T22" fmla="*/ 12 w 47"/>
                <a:gd name="T23" fmla="*/ 45 h 117"/>
                <a:gd name="T24" fmla="*/ 0 w 47"/>
                <a:gd name="T25" fmla="*/ 117 h 117"/>
                <a:gd name="T26" fmla="*/ 15 w 47"/>
                <a:gd name="T27" fmla="*/ 117 h 117"/>
                <a:gd name="T28" fmla="*/ 15 w 47"/>
                <a:gd name="T29" fmla="*/ 117 h 117"/>
                <a:gd name="T30" fmla="*/ 24 w 47"/>
                <a:gd name="T31" fmla="*/ 117 h 117"/>
                <a:gd name="T32" fmla="*/ 32 w 47"/>
                <a:gd name="T33" fmla="*/ 117 h 117"/>
                <a:gd name="T34" fmla="*/ 32 w 47"/>
                <a:gd name="T35" fmla="*/ 117 h 117"/>
                <a:gd name="T36" fmla="*/ 47 w 47"/>
                <a:gd name="T37" fmla="*/ 117 h 117"/>
                <a:gd name="T38" fmla="*/ 35 w 47"/>
                <a:gd name="T39" fmla="*/ 4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7" h="117">
                  <a:moveTo>
                    <a:pt x="35" y="45"/>
                  </a:moveTo>
                  <a:cubicBezTo>
                    <a:pt x="34" y="44"/>
                    <a:pt x="33" y="42"/>
                    <a:pt x="32" y="40"/>
                  </a:cubicBezTo>
                  <a:cubicBezTo>
                    <a:pt x="32" y="12"/>
                    <a:pt x="32" y="12"/>
                    <a:pt x="32" y="12"/>
                  </a:cubicBezTo>
                  <a:cubicBezTo>
                    <a:pt x="34" y="11"/>
                    <a:pt x="35" y="10"/>
                    <a:pt x="35" y="8"/>
                  </a:cubicBezTo>
                  <a:cubicBezTo>
                    <a:pt x="35" y="6"/>
                    <a:pt x="35" y="6"/>
                    <a:pt x="35" y="6"/>
                  </a:cubicBezTo>
                  <a:cubicBezTo>
                    <a:pt x="35" y="2"/>
                    <a:pt x="32" y="0"/>
                    <a:pt x="29" y="0"/>
                  </a:cubicBezTo>
                  <a:cubicBezTo>
                    <a:pt x="18" y="0"/>
                    <a:pt x="18" y="0"/>
                    <a:pt x="18" y="0"/>
                  </a:cubicBezTo>
                  <a:cubicBezTo>
                    <a:pt x="15" y="0"/>
                    <a:pt x="12" y="2"/>
                    <a:pt x="12" y="6"/>
                  </a:cubicBezTo>
                  <a:cubicBezTo>
                    <a:pt x="12" y="8"/>
                    <a:pt x="12" y="8"/>
                    <a:pt x="12" y="8"/>
                  </a:cubicBezTo>
                  <a:cubicBezTo>
                    <a:pt x="12" y="10"/>
                    <a:pt x="13" y="11"/>
                    <a:pt x="15" y="12"/>
                  </a:cubicBezTo>
                  <a:cubicBezTo>
                    <a:pt x="15" y="40"/>
                    <a:pt x="15" y="40"/>
                    <a:pt x="15" y="40"/>
                  </a:cubicBezTo>
                  <a:cubicBezTo>
                    <a:pt x="15" y="42"/>
                    <a:pt x="14" y="44"/>
                    <a:pt x="12" y="45"/>
                  </a:cubicBezTo>
                  <a:cubicBezTo>
                    <a:pt x="7" y="49"/>
                    <a:pt x="0" y="61"/>
                    <a:pt x="0" y="117"/>
                  </a:cubicBezTo>
                  <a:cubicBezTo>
                    <a:pt x="15" y="117"/>
                    <a:pt x="15" y="117"/>
                    <a:pt x="15" y="117"/>
                  </a:cubicBezTo>
                  <a:cubicBezTo>
                    <a:pt x="15" y="117"/>
                    <a:pt x="15" y="117"/>
                    <a:pt x="15" y="117"/>
                  </a:cubicBezTo>
                  <a:cubicBezTo>
                    <a:pt x="24" y="117"/>
                    <a:pt x="24" y="117"/>
                    <a:pt x="24" y="117"/>
                  </a:cubicBezTo>
                  <a:cubicBezTo>
                    <a:pt x="32" y="117"/>
                    <a:pt x="32" y="117"/>
                    <a:pt x="32" y="117"/>
                  </a:cubicBezTo>
                  <a:cubicBezTo>
                    <a:pt x="32" y="117"/>
                    <a:pt x="32" y="117"/>
                    <a:pt x="32" y="117"/>
                  </a:cubicBezTo>
                  <a:cubicBezTo>
                    <a:pt x="47" y="117"/>
                    <a:pt x="47" y="117"/>
                    <a:pt x="47" y="117"/>
                  </a:cubicBezTo>
                  <a:cubicBezTo>
                    <a:pt x="47" y="61"/>
                    <a:pt x="41" y="49"/>
                    <a:pt x="35" y="45"/>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4" name="Freeform 601"/>
            <p:cNvSpPr>
              <a:spLocks/>
            </p:cNvSpPr>
            <p:nvPr/>
          </p:nvSpPr>
          <p:spPr bwMode="auto">
            <a:xfrm>
              <a:off x="4783138" y="5768975"/>
              <a:ext cx="98425" cy="244475"/>
            </a:xfrm>
            <a:custGeom>
              <a:avLst/>
              <a:gdLst>
                <a:gd name="T0" fmla="*/ 35 w 47"/>
                <a:gd name="T1" fmla="*/ 45 h 117"/>
                <a:gd name="T2" fmla="*/ 32 w 47"/>
                <a:gd name="T3" fmla="*/ 40 h 117"/>
                <a:gd name="T4" fmla="*/ 32 w 47"/>
                <a:gd name="T5" fmla="*/ 12 h 117"/>
                <a:gd name="T6" fmla="*/ 35 w 47"/>
                <a:gd name="T7" fmla="*/ 8 h 117"/>
                <a:gd name="T8" fmla="*/ 35 w 47"/>
                <a:gd name="T9" fmla="*/ 6 h 117"/>
                <a:gd name="T10" fmla="*/ 29 w 47"/>
                <a:gd name="T11" fmla="*/ 0 h 117"/>
                <a:gd name="T12" fmla="*/ 18 w 47"/>
                <a:gd name="T13" fmla="*/ 0 h 117"/>
                <a:gd name="T14" fmla="*/ 12 w 47"/>
                <a:gd name="T15" fmla="*/ 6 h 117"/>
                <a:gd name="T16" fmla="*/ 12 w 47"/>
                <a:gd name="T17" fmla="*/ 8 h 117"/>
                <a:gd name="T18" fmla="*/ 15 w 47"/>
                <a:gd name="T19" fmla="*/ 12 h 117"/>
                <a:gd name="T20" fmla="*/ 15 w 47"/>
                <a:gd name="T21" fmla="*/ 40 h 117"/>
                <a:gd name="T22" fmla="*/ 12 w 47"/>
                <a:gd name="T23" fmla="*/ 45 h 117"/>
                <a:gd name="T24" fmla="*/ 0 w 47"/>
                <a:gd name="T25" fmla="*/ 117 h 117"/>
                <a:gd name="T26" fmla="*/ 15 w 47"/>
                <a:gd name="T27" fmla="*/ 117 h 117"/>
                <a:gd name="T28" fmla="*/ 15 w 47"/>
                <a:gd name="T29" fmla="*/ 117 h 117"/>
                <a:gd name="T30" fmla="*/ 23 w 47"/>
                <a:gd name="T31" fmla="*/ 117 h 117"/>
                <a:gd name="T32" fmla="*/ 32 w 47"/>
                <a:gd name="T33" fmla="*/ 117 h 117"/>
                <a:gd name="T34" fmla="*/ 32 w 47"/>
                <a:gd name="T35" fmla="*/ 117 h 117"/>
                <a:gd name="T36" fmla="*/ 47 w 47"/>
                <a:gd name="T37" fmla="*/ 117 h 117"/>
                <a:gd name="T38" fmla="*/ 35 w 47"/>
                <a:gd name="T39" fmla="*/ 4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7" h="117">
                  <a:moveTo>
                    <a:pt x="35" y="45"/>
                  </a:moveTo>
                  <a:cubicBezTo>
                    <a:pt x="33" y="44"/>
                    <a:pt x="33" y="42"/>
                    <a:pt x="32" y="40"/>
                  </a:cubicBezTo>
                  <a:cubicBezTo>
                    <a:pt x="32" y="12"/>
                    <a:pt x="32" y="12"/>
                    <a:pt x="32" y="12"/>
                  </a:cubicBezTo>
                  <a:cubicBezTo>
                    <a:pt x="34" y="11"/>
                    <a:pt x="35" y="10"/>
                    <a:pt x="35" y="8"/>
                  </a:cubicBezTo>
                  <a:cubicBezTo>
                    <a:pt x="35" y="6"/>
                    <a:pt x="35" y="6"/>
                    <a:pt x="35" y="6"/>
                  </a:cubicBezTo>
                  <a:cubicBezTo>
                    <a:pt x="35" y="2"/>
                    <a:pt x="32" y="0"/>
                    <a:pt x="29" y="0"/>
                  </a:cubicBezTo>
                  <a:cubicBezTo>
                    <a:pt x="18" y="0"/>
                    <a:pt x="18" y="0"/>
                    <a:pt x="18" y="0"/>
                  </a:cubicBezTo>
                  <a:cubicBezTo>
                    <a:pt x="15" y="0"/>
                    <a:pt x="12" y="2"/>
                    <a:pt x="12" y="6"/>
                  </a:cubicBezTo>
                  <a:cubicBezTo>
                    <a:pt x="12" y="8"/>
                    <a:pt x="12" y="8"/>
                    <a:pt x="12" y="8"/>
                  </a:cubicBezTo>
                  <a:cubicBezTo>
                    <a:pt x="12" y="10"/>
                    <a:pt x="13" y="11"/>
                    <a:pt x="15" y="12"/>
                  </a:cubicBezTo>
                  <a:cubicBezTo>
                    <a:pt x="15" y="40"/>
                    <a:pt x="15" y="40"/>
                    <a:pt x="15" y="40"/>
                  </a:cubicBezTo>
                  <a:cubicBezTo>
                    <a:pt x="14" y="42"/>
                    <a:pt x="13" y="44"/>
                    <a:pt x="12" y="45"/>
                  </a:cubicBezTo>
                  <a:cubicBezTo>
                    <a:pt x="7" y="49"/>
                    <a:pt x="0" y="61"/>
                    <a:pt x="0" y="117"/>
                  </a:cubicBezTo>
                  <a:cubicBezTo>
                    <a:pt x="15" y="117"/>
                    <a:pt x="15" y="117"/>
                    <a:pt x="15" y="117"/>
                  </a:cubicBezTo>
                  <a:cubicBezTo>
                    <a:pt x="15" y="117"/>
                    <a:pt x="15" y="117"/>
                    <a:pt x="15" y="117"/>
                  </a:cubicBezTo>
                  <a:cubicBezTo>
                    <a:pt x="23" y="117"/>
                    <a:pt x="23" y="117"/>
                    <a:pt x="23" y="117"/>
                  </a:cubicBezTo>
                  <a:cubicBezTo>
                    <a:pt x="32" y="117"/>
                    <a:pt x="32" y="117"/>
                    <a:pt x="32" y="117"/>
                  </a:cubicBezTo>
                  <a:cubicBezTo>
                    <a:pt x="32" y="117"/>
                    <a:pt x="32" y="117"/>
                    <a:pt x="32" y="117"/>
                  </a:cubicBezTo>
                  <a:cubicBezTo>
                    <a:pt x="47" y="117"/>
                    <a:pt x="47" y="117"/>
                    <a:pt x="47" y="117"/>
                  </a:cubicBezTo>
                  <a:cubicBezTo>
                    <a:pt x="47" y="61"/>
                    <a:pt x="40" y="49"/>
                    <a:pt x="35" y="45"/>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5" name="Freeform 602"/>
            <p:cNvSpPr>
              <a:spLocks/>
            </p:cNvSpPr>
            <p:nvPr/>
          </p:nvSpPr>
          <p:spPr bwMode="auto">
            <a:xfrm>
              <a:off x="4662488" y="5768975"/>
              <a:ext cx="96838" cy="244475"/>
            </a:xfrm>
            <a:custGeom>
              <a:avLst/>
              <a:gdLst>
                <a:gd name="T0" fmla="*/ 35 w 46"/>
                <a:gd name="T1" fmla="*/ 45 h 117"/>
                <a:gd name="T2" fmla="*/ 32 w 46"/>
                <a:gd name="T3" fmla="*/ 40 h 117"/>
                <a:gd name="T4" fmla="*/ 32 w 46"/>
                <a:gd name="T5" fmla="*/ 12 h 117"/>
                <a:gd name="T6" fmla="*/ 35 w 46"/>
                <a:gd name="T7" fmla="*/ 8 h 117"/>
                <a:gd name="T8" fmla="*/ 35 w 46"/>
                <a:gd name="T9" fmla="*/ 6 h 117"/>
                <a:gd name="T10" fmla="*/ 28 w 46"/>
                <a:gd name="T11" fmla="*/ 0 h 117"/>
                <a:gd name="T12" fmla="*/ 18 w 46"/>
                <a:gd name="T13" fmla="*/ 0 h 117"/>
                <a:gd name="T14" fmla="*/ 12 w 46"/>
                <a:gd name="T15" fmla="*/ 6 h 117"/>
                <a:gd name="T16" fmla="*/ 12 w 46"/>
                <a:gd name="T17" fmla="*/ 8 h 117"/>
                <a:gd name="T18" fmla="*/ 15 w 46"/>
                <a:gd name="T19" fmla="*/ 12 h 117"/>
                <a:gd name="T20" fmla="*/ 15 w 46"/>
                <a:gd name="T21" fmla="*/ 40 h 117"/>
                <a:gd name="T22" fmla="*/ 12 w 46"/>
                <a:gd name="T23" fmla="*/ 45 h 117"/>
                <a:gd name="T24" fmla="*/ 0 w 46"/>
                <a:gd name="T25" fmla="*/ 117 h 117"/>
                <a:gd name="T26" fmla="*/ 15 w 46"/>
                <a:gd name="T27" fmla="*/ 117 h 117"/>
                <a:gd name="T28" fmla="*/ 15 w 46"/>
                <a:gd name="T29" fmla="*/ 117 h 117"/>
                <a:gd name="T30" fmla="*/ 23 w 46"/>
                <a:gd name="T31" fmla="*/ 117 h 117"/>
                <a:gd name="T32" fmla="*/ 32 w 46"/>
                <a:gd name="T33" fmla="*/ 117 h 117"/>
                <a:gd name="T34" fmla="*/ 32 w 46"/>
                <a:gd name="T35" fmla="*/ 117 h 117"/>
                <a:gd name="T36" fmla="*/ 46 w 46"/>
                <a:gd name="T37" fmla="*/ 117 h 117"/>
                <a:gd name="T38" fmla="*/ 35 w 46"/>
                <a:gd name="T39" fmla="*/ 4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6" h="117">
                  <a:moveTo>
                    <a:pt x="35" y="45"/>
                  </a:moveTo>
                  <a:cubicBezTo>
                    <a:pt x="33" y="44"/>
                    <a:pt x="32" y="42"/>
                    <a:pt x="32" y="40"/>
                  </a:cubicBezTo>
                  <a:cubicBezTo>
                    <a:pt x="32" y="12"/>
                    <a:pt x="32" y="12"/>
                    <a:pt x="32" y="12"/>
                  </a:cubicBezTo>
                  <a:cubicBezTo>
                    <a:pt x="34" y="11"/>
                    <a:pt x="35" y="10"/>
                    <a:pt x="35" y="8"/>
                  </a:cubicBezTo>
                  <a:cubicBezTo>
                    <a:pt x="35" y="6"/>
                    <a:pt x="35" y="6"/>
                    <a:pt x="35" y="6"/>
                  </a:cubicBezTo>
                  <a:cubicBezTo>
                    <a:pt x="35" y="2"/>
                    <a:pt x="32" y="0"/>
                    <a:pt x="28" y="0"/>
                  </a:cubicBezTo>
                  <a:cubicBezTo>
                    <a:pt x="18" y="0"/>
                    <a:pt x="18" y="0"/>
                    <a:pt x="18" y="0"/>
                  </a:cubicBezTo>
                  <a:cubicBezTo>
                    <a:pt x="15" y="0"/>
                    <a:pt x="12" y="2"/>
                    <a:pt x="12" y="6"/>
                  </a:cubicBezTo>
                  <a:cubicBezTo>
                    <a:pt x="12" y="8"/>
                    <a:pt x="12" y="8"/>
                    <a:pt x="12" y="8"/>
                  </a:cubicBezTo>
                  <a:cubicBezTo>
                    <a:pt x="12" y="10"/>
                    <a:pt x="13" y="11"/>
                    <a:pt x="15" y="12"/>
                  </a:cubicBezTo>
                  <a:cubicBezTo>
                    <a:pt x="15" y="40"/>
                    <a:pt x="15" y="40"/>
                    <a:pt x="15" y="40"/>
                  </a:cubicBezTo>
                  <a:cubicBezTo>
                    <a:pt x="14" y="42"/>
                    <a:pt x="13" y="44"/>
                    <a:pt x="12" y="45"/>
                  </a:cubicBezTo>
                  <a:cubicBezTo>
                    <a:pt x="6" y="49"/>
                    <a:pt x="0" y="61"/>
                    <a:pt x="0" y="117"/>
                  </a:cubicBezTo>
                  <a:cubicBezTo>
                    <a:pt x="15" y="117"/>
                    <a:pt x="15" y="117"/>
                    <a:pt x="15" y="117"/>
                  </a:cubicBezTo>
                  <a:cubicBezTo>
                    <a:pt x="15" y="117"/>
                    <a:pt x="15" y="117"/>
                    <a:pt x="15" y="117"/>
                  </a:cubicBezTo>
                  <a:cubicBezTo>
                    <a:pt x="23" y="117"/>
                    <a:pt x="23" y="117"/>
                    <a:pt x="23" y="117"/>
                  </a:cubicBezTo>
                  <a:cubicBezTo>
                    <a:pt x="32" y="117"/>
                    <a:pt x="32" y="117"/>
                    <a:pt x="32" y="117"/>
                  </a:cubicBezTo>
                  <a:cubicBezTo>
                    <a:pt x="32" y="117"/>
                    <a:pt x="32" y="117"/>
                    <a:pt x="32" y="117"/>
                  </a:cubicBezTo>
                  <a:cubicBezTo>
                    <a:pt x="46" y="117"/>
                    <a:pt x="46" y="117"/>
                    <a:pt x="46" y="117"/>
                  </a:cubicBezTo>
                  <a:cubicBezTo>
                    <a:pt x="46" y="61"/>
                    <a:pt x="40" y="49"/>
                    <a:pt x="35" y="45"/>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6" name="Freeform 603"/>
            <p:cNvSpPr>
              <a:spLocks/>
            </p:cNvSpPr>
            <p:nvPr/>
          </p:nvSpPr>
          <p:spPr bwMode="auto">
            <a:xfrm>
              <a:off x="4541838" y="5768975"/>
              <a:ext cx="95250" cy="244475"/>
            </a:xfrm>
            <a:custGeom>
              <a:avLst/>
              <a:gdLst>
                <a:gd name="T0" fmla="*/ 35 w 46"/>
                <a:gd name="T1" fmla="*/ 45 h 117"/>
                <a:gd name="T2" fmla="*/ 32 w 46"/>
                <a:gd name="T3" fmla="*/ 40 h 117"/>
                <a:gd name="T4" fmla="*/ 32 w 46"/>
                <a:gd name="T5" fmla="*/ 12 h 117"/>
                <a:gd name="T6" fmla="*/ 34 w 46"/>
                <a:gd name="T7" fmla="*/ 8 h 117"/>
                <a:gd name="T8" fmla="*/ 34 w 46"/>
                <a:gd name="T9" fmla="*/ 6 h 117"/>
                <a:gd name="T10" fmla="*/ 28 w 46"/>
                <a:gd name="T11" fmla="*/ 0 h 117"/>
                <a:gd name="T12" fmla="*/ 18 w 46"/>
                <a:gd name="T13" fmla="*/ 0 h 117"/>
                <a:gd name="T14" fmla="*/ 12 w 46"/>
                <a:gd name="T15" fmla="*/ 6 h 117"/>
                <a:gd name="T16" fmla="*/ 12 w 46"/>
                <a:gd name="T17" fmla="*/ 8 h 117"/>
                <a:gd name="T18" fmla="*/ 14 w 46"/>
                <a:gd name="T19" fmla="*/ 12 h 117"/>
                <a:gd name="T20" fmla="*/ 14 w 46"/>
                <a:gd name="T21" fmla="*/ 40 h 117"/>
                <a:gd name="T22" fmla="*/ 11 w 46"/>
                <a:gd name="T23" fmla="*/ 45 h 117"/>
                <a:gd name="T24" fmla="*/ 0 w 46"/>
                <a:gd name="T25" fmla="*/ 117 h 117"/>
                <a:gd name="T26" fmla="*/ 14 w 46"/>
                <a:gd name="T27" fmla="*/ 117 h 117"/>
                <a:gd name="T28" fmla="*/ 14 w 46"/>
                <a:gd name="T29" fmla="*/ 117 h 117"/>
                <a:gd name="T30" fmla="*/ 23 w 46"/>
                <a:gd name="T31" fmla="*/ 117 h 117"/>
                <a:gd name="T32" fmla="*/ 32 w 46"/>
                <a:gd name="T33" fmla="*/ 117 h 117"/>
                <a:gd name="T34" fmla="*/ 32 w 46"/>
                <a:gd name="T35" fmla="*/ 117 h 117"/>
                <a:gd name="T36" fmla="*/ 46 w 46"/>
                <a:gd name="T37" fmla="*/ 117 h 117"/>
                <a:gd name="T38" fmla="*/ 35 w 46"/>
                <a:gd name="T39" fmla="*/ 4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6" h="117">
                  <a:moveTo>
                    <a:pt x="35" y="45"/>
                  </a:moveTo>
                  <a:cubicBezTo>
                    <a:pt x="33" y="44"/>
                    <a:pt x="32" y="42"/>
                    <a:pt x="32" y="40"/>
                  </a:cubicBezTo>
                  <a:cubicBezTo>
                    <a:pt x="32" y="12"/>
                    <a:pt x="32" y="12"/>
                    <a:pt x="32" y="12"/>
                  </a:cubicBezTo>
                  <a:cubicBezTo>
                    <a:pt x="33" y="11"/>
                    <a:pt x="34" y="10"/>
                    <a:pt x="34" y="8"/>
                  </a:cubicBezTo>
                  <a:cubicBezTo>
                    <a:pt x="34" y="6"/>
                    <a:pt x="34" y="6"/>
                    <a:pt x="34" y="6"/>
                  </a:cubicBezTo>
                  <a:cubicBezTo>
                    <a:pt x="34" y="2"/>
                    <a:pt x="32" y="0"/>
                    <a:pt x="28" y="0"/>
                  </a:cubicBezTo>
                  <a:cubicBezTo>
                    <a:pt x="18" y="0"/>
                    <a:pt x="18" y="0"/>
                    <a:pt x="18" y="0"/>
                  </a:cubicBezTo>
                  <a:cubicBezTo>
                    <a:pt x="14" y="0"/>
                    <a:pt x="12" y="2"/>
                    <a:pt x="12" y="6"/>
                  </a:cubicBezTo>
                  <a:cubicBezTo>
                    <a:pt x="12" y="8"/>
                    <a:pt x="12" y="8"/>
                    <a:pt x="12" y="8"/>
                  </a:cubicBezTo>
                  <a:cubicBezTo>
                    <a:pt x="12" y="10"/>
                    <a:pt x="13" y="11"/>
                    <a:pt x="14" y="12"/>
                  </a:cubicBezTo>
                  <a:cubicBezTo>
                    <a:pt x="14" y="40"/>
                    <a:pt x="14" y="40"/>
                    <a:pt x="14" y="40"/>
                  </a:cubicBezTo>
                  <a:cubicBezTo>
                    <a:pt x="14" y="42"/>
                    <a:pt x="13" y="44"/>
                    <a:pt x="11" y="45"/>
                  </a:cubicBezTo>
                  <a:cubicBezTo>
                    <a:pt x="6" y="49"/>
                    <a:pt x="0" y="61"/>
                    <a:pt x="0" y="117"/>
                  </a:cubicBezTo>
                  <a:cubicBezTo>
                    <a:pt x="14" y="117"/>
                    <a:pt x="14" y="117"/>
                    <a:pt x="14" y="117"/>
                  </a:cubicBezTo>
                  <a:cubicBezTo>
                    <a:pt x="14" y="117"/>
                    <a:pt x="14" y="117"/>
                    <a:pt x="14" y="117"/>
                  </a:cubicBezTo>
                  <a:cubicBezTo>
                    <a:pt x="23" y="117"/>
                    <a:pt x="23" y="117"/>
                    <a:pt x="23" y="117"/>
                  </a:cubicBezTo>
                  <a:cubicBezTo>
                    <a:pt x="32" y="117"/>
                    <a:pt x="32" y="117"/>
                    <a:pt x="32" y="117"/>
                  </a:cubicBezTo>
                  <a:cubicBezTo>
                    <a:pt x="32" y="117"/>
                    <a:pt x="32" y="117"/>
                    <a:pt x="32" y="117"/>
                  </a:cubicBezTo>
                  <a:cubicBezTo>
                    <a:pt x="46" y="117"/>
                    <a:pt x="46" y="117"/>
                    <a:pt x="46" y="117"/>
                  </a:cubicBezTo>
                  <a:cubicBezTo>
                    <a:pt x="46" y="61"/>
                    <a:pt x="40" y="49"/>
                    <a:pt x="35" y="45"/>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7" name="Freeform 604"/>
            <p:cNvSpPr>
              <a:spLocks/>
            </p:cNvSpPr>
            <p:nvPr/>
          </p:nvSpPr>
          <p:spPr bwMode="auto">
            <a:xfrm>
              <a:off x="4683125" y="5114925"/>
              <a:ext cx="96838" cy="244475"/>
            </a:xfrm>
            <a:custGeom>
              <a:avLst/>
              <a:gdLst>
                <a:gd name="T0" fmla="*/ 35 w 46"/>
                <a:gd name="T1" fmla="*/ 45 h 117"/>
                <a:gd name="T2" fmla="*/ 32 w 46"/>
                <a:gd name="T3" fmla="*/ 40 h 117"/>
                <a:gd name="T4" fmla="*/ 32 w 46"/>
                <a:gd name="T5" fmla="*/ 13 h 117"/>
                <a:gd name="T6" fmla="*/ 34 w 46"/>
                <a:gd name="T7" fmla="*/ 8 h 117"/>
                <a:gd name="T8" fmla="*/ 34 w 46"/>
                <a:gd name="T9" fmla="*/ 6 h 117"/>
                <a:gd name="T10" fmla="*/ 28 w 46"/>
                <a:gd name="T11" fmla="*/ 0 h 117"/>
                <a:gd name="T12" fmla="*/ 18 w 46"/>
                <a:gd name="T13" fmla="*/ 0 h 117"/>
                <a:gd name="T14" fmla="*/ 12 w 46"/>
                <a:gd name="T15" fmla="*/ 6 h 117"/>
                <a:gd name="T16" fmla="*/ 12 w 46"/>
                <a:gd name="T17" fmla="*/ 8 h 117"/>
                <a:gd name="T18" fmla="*/ 14 w 46"/>
                <a:gd name="T19" fmla="*/ 13 h 117"/>
                <a:gd name="T20" fmla="*/ 14 w 46"/>
                <a:gd name="T21" fmla="*/ 40 h 117"/>
                <a:gd name="T22" fmla="*/ 11 w 46"/>
                <a:gd name="T23" fmla="*/ 45 h 117"/>
                <a:gd name="T24" fmla="*/ 0 w 46"/>
                <a:gd name="T25" fmla="*/ 117 h 117"/>
                <a:gd name="T26" fmla="*/ 14 w 46"/>
                <a:gd name="T27" fmla="*/ 117 h 117"/>
                <a:gd name="T28" fmla="*/ 14 w 46"/>
                <a:gd name="T29" fmla="*/ 117 h 117"/>
                <a:gd name="T30" fmla="*/ 23 w 46"/>
                <a:gd name="T31" fmla="*/ 117 h 117"/>
                <a:gd name="T32" fmla="*/ 32 w 46"/>
                <a:gd name="T33" fmla="*/ 117 h 117"/>
                <a:gd name="T34" fmla="*/ 32 w 46"/>
                <a:gd name="T35" fmla="*/ 117 h 117"/>
                <a:gd name="T36" fmla="*/ 46 w 46"/>
                <a:gd name="T37" fmla="*/ 117 h 117"/>
                <a:gd name="T38" fmla="*/ 35 w 46"/>
                <a:gd name="T39" fmla="*/ 4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6" h="117">
                  <a:moveTo>
                    <a:pt x="35" y="45"/>
                  </a:moveTo>
                  <a:cubicBezTo>
                    <a:pt x="33" y="44"/>
                    <a:pt x="32" y="42"/>
                    <a:pt x="32" y="40"/>
                  </a:cubicBezTo>
                  <a:cubicBezTo>
                    <a:pt x="32" y="13"/>
                    <a:pt x="32" y="13"/>
                    <a:pt x="32" y="13"/>
                  </a:cubicBezTo>
                  <a:cubicBezTo>
                    <a:pt x="33" y="12"/>
                    <a:pt x="34" y="10"/>
                    <a:pt x="34" y="8"/>
                  </a:cubicBezTo>
                  <a:cubicBezTo>
                    <a:pt x="34" y="6"/>
                    <a:pt x="34" y="6"/>
                    <a:pt x="34" y="6"/>
                  </a:cubicBezTo>
                  <a:cubicBezTo>
                    <a:pt x="34" y="3"/>
                    <a:pt x="32" y="0"/>
                    <a:pt x="28" y="0"/>
                  </a:cubicBezTo>
                  <a:cubicBezTo>
                    <a:pt x="18" y="0"/>
                    <a:pt x="18" y="0"/>
                    <a:pt x="18" y="0"/>
                  </a:cubicBezTo>
                  <a:cubicBezTo>
                    <a:pt x="14" y="0"/>
                    <a:pt x="12" y="3"/>
                    <a:pt x="12" y="6"/>
                  </a:cubicBezTo>
                  <a:cubicBezTo>
                    <a:pt x="12" y="8"/>
                    <a:pt x="12" y="8"/>
                    <a:pt x="12" y="8"/>
                  </a:cubicBezTo>
                  <a:cubicBezTo>
                    <a:pt x="12" y="10"/>
                    <a:pt x="13" y="12"/>
                    <a:pt x="14" y="13"/>
                  </a:cubicBezTo>
                  <a:cubicBezTo>
                    <a:pt x="14" y="40"/>
                    <a:pt x="14" y="40"/>
                    <a:pt x="14" y="40"/>
                  </a:cubicBezTo>
                  <a:cubicBezTo>
                    <a:pt x="14" y="42"/>
                    <a:pt x="13" y="44"/>
                    <a:pt x="11" y="45"/>
                  </a:cubicBezTo>
                  <a:cubicBezTo>
                    <a:pt x="6" y="49"/>
                    <a:pt x="0" y="62"/>
                    <a:pt x="0" y="117"/>
                  </a:cubicBezTo>
                  <a:cubicBezTo>
                    <a:pt x="14" y="117"/>
                    <a:pt x="14" y="117"/>
                    <a:pt x="14" y="117"/>
                  </a:cubicBezTo>
                  <a:cubicBezTo>
                    <a:pt x="14" y="117"/>
                    <a:pt x="14" y="117"/>
                    <a:pt x="14" y="117"/>
                  </a:cubicBezTo>
                  <a:cubicBezTo>
                    <a:pt x="23" y="117"/>
                    <a:pt x="23" y="117"/>
                    <a:pt x="23" y="117"/>
                  </a:cubicBezTo>
                  <a:cubicBezTo>
                    <a:pt x="32" y="117"/>
                    <a:pt x="32" y="117"/>
                    <a:pt x="32" y="117"/>
                  </a:cubicBezTo>
                  <a:cubicBezTo>
                    <a:pt x="32" y="117"/>
                    <a:pt x="32" y="117"/>
                    <a:pt x="32" y="117"/>
                  </a:cubicBezTo>
                  <a:cubicBezTo>
                    <a:pt x="46" y="117"/>
                    <a:pt x="46" y="117"/>
                    <a:pt x="46" y="117"/>
                  </a:cubicBezTo>
                  <a:cubicBezTo>
                    <a:pt x="46" y="62"/>
                    <a:pt x="40" y="49"/>
                    <a:pt x="35" y="45"/>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8" name="Freeform 605"/>
            <p:cNvSpPr>
              <a:spLocks/>
            </p:cNvSpPr>
            <p:nvPr/>
          </p:nvSpPr>
          <p:spPr bwMode="auto">
            <a:xfrm>
              <a:off x="3386138" y="5916613"/>
              <a:ext cx="80963" cy="207962"/>
            </a:xfrm>
            <a:custGeom>
              <a:avLst/>
              <a:gdLst>
                <a:gd name="T0" fmla="*/ 29 w 39"/>
                <a:gd name="T1" fmla="*/ 39 h 99"/>
                <a:gd name="T2" fmla="*/ 26 w 39"/>
                <a:gd name="T3" fmla="*/ 34 h 99"/>
                <a:gd name="T4" fmla="*/ 26 w 39"/>
                <a:gd name="T5" fmla="*/ 11 h 99"/>
                <a:gd name="T6" fmla="*/ 29 w 39"/>
                <a:gd name="T7" fmla="*/ 7 h 99"/>
                <a:gd name="T8" fmla="*/ 29 w 39"/>
                <a:gd name="T9" fmla="*/ 5 h 99"/>
                <a:gd name="T10" fmla="*/ 24 w 39"/>
                <a:gd name="T11" fmla="*/ 0 h 99"/>
                <a:gd name="T12" fmla="*/ 15 w 39"/>
                <a:gd name="T13" fmla="*/ 0 h 99"/>
                <a:gd name="T14" fmla="*/ 10 w 39"/>
                <a:gd name="T15" fmla="*/ 5 h 99"/>
                <a:gd name="T16" fmla="*/ 10 w 39"/>
                <a:gd name="T17" fmla="*/ 7 h 99"/>
                <a:gd name="T18" fmla="*/ 12 w 39"/>
                <a:gd name="T19" fmla="*/ 11 h 99"/>
                <a:gd name="T20" fmla="*/ 12 w 39"/>
                <a:gd name="T21" fmla="*/ 34 h 99"/>
                <a:gd name="T22" fmla="*/ 9 w 39"/>
                <a:gd name="T23" fmla="*/ 39 h 99"/>
                <a:gd name="T24" fmla="*/ 0 w 39"/>
                <a:gd name="T25" fmla="*/ 99 h 99"/>
                <a:gd name="T26" fmla="*/ 12 w 39"/>
                <a:gd name="T27" fmla="*/ 99 h 99"/>
                <a:gd name="T28" fmla="*/ 12 w 39"/>
                <a:gd name="T29" fmla="*/ 99 h 99"/>
                <a:gd name="T30" fmla="*/ 19 w 39"/>
                <a:gd name="T31" fmla="*/ 99 h 99"/>
                <a:gd name="T32" fmla="*/ 26 w 39"/>
                <a:gd name="T33" fmla="*/ 99 h 99"/>
                <a:gd name="T34" fmla="*/ 26 w 39"/>
                <a:gd name="T35" fmla="*/ 99 h 99"/>
                <a:gd name="T36" fmla="*/ 39 w 39"/>
                <a:gd name="T37" fmla="*/ 99 h 99"/>
                <a:gd name="T38" fmla="*/ 29 w 39"/>
                <a:gd name="T39" fmla="*/ 3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 h="99">
                  <a:moveTo>
                    <a:pt x="29" y="39"/>
                  </a:moveTo>
                  <a:cubicBezTo>
                    <a:pt x="28" y="38"/>
                    <a:pt x="27" y="36"/>
                    <a:pt x="26" y="34"/>
                  </a:cubicBezTo>
                  <a:cubicBezTo>
                    <a:pt x="26" y="11"/>
                    <a:pt x="26" y="11"/>
                    <a:pt x="26" y="11"/>
                  </a:cubicBezTo>
                  <a:cubicBezTo>
                    <a:pt x="28" y="10"/>
                    <a:pt x="29" y="9"/>
                    <a:pt x="29" y="7"/>
                  </a:cubicBezTo>
                  <a:cubicBezTo>
                    <a:pt x="29" y="5"/>
                    <a:pt x="29" y="5"/>
                    <a:pt x="29" y="5"/>
                  </a:cubicBezTo>
                  <a:cubicBezTo>
                    <a:pt x="29" y="3"/>
                    <a:pt x="26" y="0"/>
                    <a:pt x="24" y="0"/>
                  </a:cubicBezTo>
                  <a:cubicBezTo>
                    <a:pt x="15" y="0"/>
                    <a:pt x="15" y="0"/>
                    <a:pt x="15" y="0"/>
                  </a:cubicBezTo>
                  <a:cubicBezTo>
                    <a:pt x="12" y="0"/>
                    <a:pt x="10" y="3"/>
                    <a:pt x="10" y="5"/>
                  </a:cubicBezTo>
                  <a:cubicBezTo>
                    <a:pt x="10" y="7"/>
                    <a:pt x="10" y="7"/>
                    <a:pt x="10" y="7"/>
                  </a:cubicBezTo>
                  <a:cubicBezTo>
                    <a:pt x="10" y="9"/>
                    <a:pt x="11" y="10"/>
                    <a:pt x="12" y="11"/>
                  </a:cubicBezTo>
                  <a:cubicBezTo>
                    <a:pt x="12" y="34"/>
                    <a:pt x="12" y="34"/>
                    <a:pt x="12" y="34"/>
                  </a:cubicBezTo>
                  <a:cubicBezTo>
                    <a:pt x="11" y="36"/>
                    <a:pt x="11" y="38"/>
                    <a:pt x="9" y="39"/>
                  </a:cubicBezTo>
                  <a:cubicBezTo>
                    <a:pt x="5" y="41"/>
                    <a:pt x="0" y="52"/>
                    <a:pt x="0" y="99"/>
                  </a:cubicBezTo>
                  <a:cubicBezTo>
                    <a:pt x="12" y="99"/>
                    <a:pt x="12" y="99"/>
                    <a:pt x="12" y="99"/>
                  </a:cubicBezTo>
                  <a:cubicBezTo>
                    <a:pt x="12" y="99"/>
                    <a:pt x="12" y="99"/>
                    <a:pt x="12" y="99"/>
                  </a:cubicBezTo>
                  <a:cubicBezTo>
                    <a:pt x="19" y="99"/>
                    <a:pt x="19" y="99"/>
                    <a:pt x="19" y="99"/>
                  </a:cubicBezTo>
                  <a:cubicBezTo>
                    <a:pt x="26" y="99"/>
                    <a:pt x="26" y="99"/>
                    <a:pt x="26" y="99"/>
                  </a:cubicBezTo>
                  <a:cubicBezTo>
                    <a:pt x="26" y="99"/>
                    <a:pt x="26" y="99"/>
                    <a:pt x="26" y="99"/>
                  </a:cubicBezTo>
                  <a:cubicBezTo>
                    <a:pt x="39" y="99"/>
                    <a:pt x="39" y="99"/>
                    <a:pt x="39" y="99"/>
                  </a:cubicBezTo>
                  <a:cubicBezTo>
                    <a:pt x="39" y="52"/>
                    <a:pt x="33" y="41"/>
                    <a:pt x="29" y="39"/>
                  </a:cubicBezTo>
                  <a:close/>
                </a:path>
              </a:pathLst>
            </a:custGeom>
            <a:solidFill>
              <a:srgbClr val="9E71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9" name="Freeform 606"/>
            <p:cNvSpPr>
              <a:spLocks/>
            </p:cNvSpPr>
            <p:nvPr/>
          </p:nvSpPr>
          <p:spPr bwMode="auto">
            <a:xfrm>
              <a:off x="3487738" y="5916613"/>
              <a:ext cx="82550" cy="207962"/>
            </a:xfrm>
            <a:custGeom>
              <a:avLst/>
              <a:gdLst>
                <a:gd name="T0" fmla="*/ 30 w 39"/>
                <a:gd name="T1" fmla="*/ 39 h 99"/>
                <a:gd name="T2" fmla="*/ 27 w 39"/>
                <a:gd name="T3" fmla="*/ 34 h 99"/>
                <a:gd name="T4" fmla="*/ 27 w 39"/>
                <a:gd name="T5" fmla="*/ 11 h 99"/>
                <a:gd name="T6" fmla="*/ 30 w 39"/>
                <a:gd name="T7" fmla="*/ 7 h 99"/>
                <a:gd name="T8" fmla="*/ 30 w 39"/>
                <a:gd name="T9" fmla="*/ 5 h 99"/>
                <a:gd name="T10" fmla="*/ 24 w 39"/>
                <a:gd name="T11" fmla="*/ 0 h 99"/>
                <a:gd name="T12" fmla="*/ 16 w 39"/>
                <a:gd name="T13" fmla="*/ 0 h 99"/>
                <a:gd name="T14" fmla="*/ 10 w 39"/>
                <a:gd name="T15" fmla="*/ 5 h 99"/>
                <a:gd name="T16" fmla="*/ 10 w 39"/>
                <a:gd name="T17" fmla="*/ 7 h 99"/>
                <a:gd name="T18" fmla="*/ 13 w 39"/>
                <a:gd name="T19" fmla="*/ 11 h 99"/>
                <a:gd name="T20" fmla="*/ 13 w 39"/>
                <a:gd name="T21" fmla="*/ 34 h 99"/>
                <a:gd name="T22" fmla="*/ 10 w 39"/>
                <a:gd name="T23" fmla="*/ 39 h 99"/>
                <a:gd name="T24" fmla="*/ 0 w 39"/>
                <a:gd name="T25" fmla="*/ 99 h 99"/>
                <a:gd name="T26" fmla="*/ 13 w 39"/>
                <a:gd name="T27" fmla="*/ 99 h 99"/>
                <a:gd name="T28" fmla="*/ 13 w 39"/>
                <a:gd name="T29" fmla="*/ 99 h 99"/>
                <a:gd name="T30" fmla="*/ 20 w 39"/>
                <a:gd name="T31" fmla="*/ 99 h 99"/>
                <a:gd name="T32" fmla="*/ 27 w 39"/>
                <a:gd name="T33" fmla="*/ 99 h 99"/>
                <a:gd name="T34" fmla="*/ 27 w 39"/>
                <a:gd name="T35" fmla="*/ 99 h 99"/>
                <a:gd name="T36" fmla="*/ 39 w 39"/>
                <a:gd name="T37" fmla="*/ 99 h 99"/>
                <a:gd name="T38" fmla="*/ 30 w 39"/>
                <a:gd name="T39" fmla="*/ 3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 h="99">
                  <a:moveTo>
                    <a:pt x="30" y="39"/>
                  </a:moveTo>
                  <a:cubicBezTo>
                    <a:pt x="28" y="38"/>
                    <a:pt x="28" y="36"/>
                    <a:pt x="27" y="34"/>
                  </a:cubicBezTo>
                  <a:cubicBezTo>
                    <a:pt x="27" y="11"/>
                    <a:pt x="27" y="11"/>
                    <a:pt x="27" y="11"/>
                  </a:cubicBezTo>
                  <a:cubicBezTo>
                    <a:pt x="29" y="10"/>
                    <a:pt x="30" y="9"/>
                    <a:pt x="30" y="7"/>
                  </a:cubicBezTo>
                  <a:cubicBezTo>
                    <a:pt x="30" y="5"/>
                    <a:pt x="30" y="5"/>
                    <a:pt x="30" y="5"/>
                  </a:cubicBezTo>
                  <a:cubicBezTo>
                    <a:pt x="30" y="3"/>
                    <a:pt x="27" y="0"/>
                    <a:pt x="24" y="0"/>
                  </a:cubicBezTo>
                  <a:cubicBezTo>
                    <a:pt x="16" y="0"/>
                    <a:pt x="16" y="0"/>
                    <a:pt x="16" y="0"/>
                  </a:cubicBezTo>
                  <a:cubicBezTo>
                    <a:pt x="13" y="0"/>
                    <a:pt x="10" y="3"/>
                    <a:pt x="10" y="5"/>
                  </a:cubicBezTo>
                  <a:cubicBezTo>
                    <a:pt x="10" y="7"/>
                    <a:pt x="10" y="7"/>
                    <a:pt x="10" y="7"/>
                  </a:cubicBezTo>
                  <a:cubicBezTo>
                    <a:pt x="10" y="9"/>
                    <a:pt x="11" y="10"/>
                    <a:pt x="13" y="11"/>
                  </a:cubicBezTo>
                  <a:cubicBezTo>
                    <a:pt x="13" y="34"/>
                    <a:pt x="13" y="34"/>
                    <a:pt x="13" y="34"/>
                  </a:cubicBezTo>
                  <a:cubicBezTo>
                    <a:pt x="12" y="36"/>
                    <a:pt x="12" y="38"/>
                    <a:pt x="10" y="39"/>
                  </a:cubicBezTo>
                  <a:cubicBezTo>
                    <a:pt x="6" y="41"/>
                    <a:pt x="0" y="52"/>
                    <a:pt x="0" y="99"/>
                  </a:cubicBezTo>
                  <a:cubicBezTo>
                    <a:pt x="13" y="99"/>
                    <a:pt x="13" y="99"/>
                    <a:pt x="13" y="99"/>
                  </a:cubicBezTo>
                  <a:cubicBezTo>
                    <a:pt x="13" y="99"/>
                    <a:pt x="13" y="99"/>
                    <a:pt x="13" y="99"/>
                  </a:cubicBezTo>
                  <a:cubicBezTo>
                    <a:pt x="20" y="99"/>
                    <a:pt x="20" y="99"/>
                    <a:pt x="20" y="99"/>
                  </a:cubicBezTo>
                  <a:cubicBezTo>
                    <a:pt x="27" y="99"/>
                    <a:pt x="27" y="99"/>
                    <a:pt x="27" y="99"/>
                  </a:cubicBezTo>
                  <a:cubicBezTo>
                    <a:pt x="27" y="99"/>
                    <a:pt x="27" y="99"/>
                    <a:pt x="27" y="99"/>
                  </a:cubicBezTo>
                  <a:cubicBezTo>
                    <a:pt x="39" y="99"/>
                    <a:pt x="39" y="99"/>
                    <a:pt x="39" y="99"/>
                  </a:cubicBezTo>
                  <a:cubicBezTo>
                    <a:pt x="39" y="52"/>
                    <a:pt x="34" y="41"/>
                    <a:pt x="30" y="39"/>
                  </a:cubicBezTo>
                  <a:close/>
                </a:path>
              </a:pathLst>
            </a:custGeom>
            <a:solidFill>
              <a:srgbClr val="9E71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0" name="Freeform 607"/>
            <p:cNvSpPr>
              <a:spLocks/>
            </p:cNvSpPr>
            <p:nvPr/>
          </p:nvSpPr>
          <p:spPr bwMode="auto">
            <a:xfrm>
              <a:off x="3563938" y="6188075"/>
              <a:ext cx="80963" cy="204787"/>
            </a:xfrm>
            <a:custGeom>
              <a:avLst/>
              <a:gdLst>
                <a:gd name="T0" fmla="*/ 29 w 39"/>
                <a:gd name="T1" fmla="*/ 38 h 98"/>
                <a:gd name="T2" fmla="*/ 26 w 39"/>
                <a:gd name="T3" fmla="*/ 33 h 98"/>
                <a:gd name="T4" fmla="*/ 26 w 39"/>
                <a:gd name="T5" fmla="*/ 10 h 98"/>
                <a:gd name="T6" fmla="*/ 29 w 39"/>
                <a:gd name="T7" fmla="*/ 6 h 98"/>
                <a:gd name="T8" fmla="*/ 29 w 39"/>
                <a:gd name="T9" fmla="*/ 5 h 98"/>
                <a:gd name="T10" fmla="*/ 23 w 39"/>
                <a:gd name="T11" fmla="*/ 0 h 98"/>
                <a:gd name="T12" fmla="*/ 15 w 39"/>
                <a:gd name="T13" fmla="*/ 0 h 98"/>
                <a:gd name="T14" fmla="*/ 10 w 39"/>
                <a:gd name="T15" fmla="*/ 5 h 98"/>
                <a:gd name="T16" fmla="*/ 10 w 39"/>
                <a:gd name="T17" fmla="*/ 6 h 98"/>
                <a:gd name="T18" fmla="*/ 12 w 39"/>
                <a:gd name="T19" fmla="*/ 10 h 98"/>
                <a:gd name="T20" fmla="*/ 12 w 39"/>
                <a:gd name="T21" fmla="*/ 33 h 98"/>
                <a:gd name="T22" fmla="*/ 9 w 39"/>
                <a:gd name="T23" fmla="*/ 38 h 98"/>
                <a:gd name="T24" fmla="*/ 0 w 39"/>
                <a:gd name="T25" fmla="*/ 98 h 98"/>
                <a:gd name="T26" fmla="*/ 12 w 39"/>
                <a:gd name="T27" fmla="*/ 98 h 98"/>
                <a:gd name="T28" fmla="*/ 12 w 39"/>
                <a:gd name="T29" fmla="*/ 98 h 98"/>
                <a:gd name="T30" fmla="*/ 19 w 39"/>
                <a:gd name="T31" fmla="*/ 98 h 98"/>
                <a:gd name="T32" fmla="*/ 26 w 39"/>
                <a:gd name="T33" fmla="*/ 98 h 98"/>
                <a:gd name="T34" fmla="*/ 26 w 39"/>
                <a:gd name="T35" fmla="*/ 98 h 98"/>
                <a:gd name="T36" fmla="*/ 39 w 39"/>
                <a:gd name="T37" fmla="*/ 98 h 98"/>
                <a:gd name="T38" fmla="*/ 29 w 39"/>
                <a:gd name="T39" fmla="*/ 3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 h="98">
                  <a:moveTo>
                    <a:pt x="29" y="38"/>
                  </a:moveTo>
                  <a:cubicBezTo>
                    <a:pt x="27" y="37"/>
                    <a:pt x="27" y="35"/>
                    <a:pt x="26" y="33"/>
                  </a:cubicBezTo>
                  <a:cubicBezTo>
                    <a:pt x="26" y="10"/>
                    <a:pt x="26" y="10"/>
                    <a:pt x="26" y="10"/>
                  </a:cubicBezTo>
                  <a:cubicBezTo>
                    <a:pt x="28" y="10"/>
                    <a:pt x="29" y="8"/>
                    <a:pt x="29" y="6"/>
                  </a:cubicBezTo>
                  <a:cubicBezTo>
                    <a:pt x="29" y="5"/>
                    <a:pt x="29" y="5"/>
                    <a:pt x="29" y="5"/>
                  </a:cubicBezTo>
                  <a:cubicBezTo>
                    <a:pt x="29" y="2"/>
                    <a:pt x="26" y="0"/>
                    <a:pt x="23" y="0"/>
                  </a:cubicBezTo>
                  <a:cubicBezTo>
                    <a:pt x="15" y="0"/>
                    <a:pt x="15" y="0"/>
                    <a:pt x="15" y="0"/>
                  </a:cubicBezTo>
                  <a:cubicBezTo>
                    <a:pt x="12" y="0"/>
                    <a:pt x="10" y="2"/>
                    <a:pt x="10" y="5"/>
                  </a:cubicBezTo>
                  <a:cubicBezTo>
                    <a:pt x="10" y="6"/>
                    <a:pt x="10" y="6"/>
                    <a:pt x="10" y="6"/>
                  </a:cubicBezTo>
                  <a:cubicBezTo>
                    <a:pt x="10" y="8"/>
                    <a:pt x="10" y="10"/>
                    <a:pt x="12" y="10"/>
                  </a:cubicBezTo>
                  <a:cubicBezTo>
                    <a:pt x="12" y="33"/>
                    <a:pt x="12" y="33"/>
                    <a:pt x="12" y="33"/>
                  </a:cubicBezTo>
                  <a:cubicBezTo>
                    <a:pt x="11" y="35"/>
                    <a:pt x="11" y="37"/>
                    <a:pt x="9" y="38"/>
                  </a:cubicBezTo>
                  <a:cubicBezTo>
                    <a:pt x="5" y="41"/>
                    <a:pt x="0" y="51"/>
                    <a:pt x="0" y="98"/>
                  </a:cubicBezTo>
                  <a:cubicBezTo>
                    <a:pt x="12" y="98"/>
                    <a:pt x="12" y="98"/>
                    <a:pt x="12" y="98"/>
                  </a:cubicBezTo>
                  <a:cubicBezTo>
                    <a:pt x="12" y="98"/>
                    <a:pt x="12" y="98"/>
                    <a:pt x="12" y="98"/>
                  </a:cubicBezTo>
                  <a:cubicBezTo>
                    <a:pt x="19" y="98"/>
                    <a:pt x="19" y="98"/>
                    <a:pt x="19" y="98"/>
                  </a:cubicBezTo>
                  <a:cubicBezTo>
                    <a:pt x="26" y="98"/>
                    <a:pt x="26" y="98"/>
                    <a:pt x="26" y="98"/>
                  </a:cubicBezTo>
                  <a:cubicBezTo>
                    <a:pt x="26" y="98"/>
                    <a:pt x="26" y="98"/>
                    <a:pt x="26" y="98"/>
                  </a:cubicBezTo>
                  <a:cubicBezTo>
                    <a:pt x="39" y="98"/>
                    <a:pt x="39" y="98"/>
                    <a:pt x="39" y="98"/>
                  </a:cubicBezTo>
                  <a:cubicBezTo>
                    <a:pt x="39" y="51"/>
                    <a:pt x="33" y="41"/>
                    <a:pt x="29" y="38"/>
                  </a:cubicBezTo>
                  <a:close/>
                </a:path>
              </a:pathLst>
            </a:custGeom>
            <a:solidFill>
              <a:srgbClr val="9E71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1" name="Freeform 608"/>
            <p:cNvSpPr>
              <a:spLocks/>
            </p:cNvSpPr>
            <p:nvPr/>
          </p:nvSpPr>
          <p:spPr bwMode="auto">
            <a:xfrm>
              <a:off x="4498975" y="5275263"/>
              <a:ext cx="96838" cy="244475"/>
            </a:xfrm>
            <a:custGeom>
              <a:avLst/>
              <a:gdLst>
                <a:gd name="T0" fmla="*/ 35 w 46"/>
                <a:gd name="T1" fmla="*/ 46 h 117"/>
                <a:gd name="T2" fmla="*/ 32 w 46"/>
                <a:gd name="T3" fmla="*/ 40 h 117"/>
                <a:gd name="T4" fmla="*/ 32 w 46"/>
                <a:gd name="T5" fmla="*/ 13 h 117"/>
                <a:gd name="T6" fmla="*/ 34 w 46"/>
                <a:gd name="T7" fmla="*/ 8 h 117"/>
                <a:gd name="T8" fmla="*/ 34 w 46"/>
                <a:gd name="T9" fmla="*/ 6 h 117"/>
                <a:gd name="T10" fmla="*/ 28 w 46"/>
                <a:gd name="T11" fmla="*/ 0 h 117"/>
                <a:gd name="T12" fmla="*/ 18 w 46"/>
                <a:gd name="T13" fmla="*/ 0 h 117"/>
                <a:gd name="T14" fmla="*/ 12 w 46"/>
                <a:gd name="T15" fmla="*/ 6 h 117"/>
                <a:gd name="T16" fmla="*/ 12 w 46"/>
                <a:gd name="T17" fmla="*/ 8 h 117"/>
                <a:gd name="T18" fmla="*/ 14 w 46"/>
                <a:gd name="T19" fmla="*/ 13 h 117"/>
                <a:gd name="T20" fmla="*/ 14 w 46"/>
                <a:gd name="T21" fmla="*/ 40 h 117"/>
                <a:gd name="T22" fmla="*/ 11 w 46"/>
                <a:gd name="T23" fmla="*/ 46 h 117"/>
                <a:gd name="T24" fmla="*/ 0 w 46"/>
                <a:gd name="T25" fmla="*/ 117 h 117"/>
                <a:gd name="T26" fmla="*/ 14 w 46"/>
                <a:gd name="T27" fmla="*/ 117 h 117"/>
                <a:gd name="T28" fmla="*/ 14 w 46"/>
                <a:gd name="T29" fmla="*/ 117 h 117"/>
                <a:gd name="T30" fmla="*/ 23 w 46"/>
                <a:gd name="T31" fmla="*/ 117 h 117"/>
                <a:gd name="T32" fmla="*/ 32 w 46"/>
                <a:gd name="T33" fmla="*/ 117 h 117"/>
                <a:gd name="T34" fmla="*/ 32 w 46"/>
                <a:gd name="T35" fmla="*/ 117 h 117"/>
                <a:gd name="T36" fmla="*/ 46 w 46"/>
                <a:gd name="T37" fmla="*/ 117 h 117"/>
                <a:gd name="T38" fmla="*/ 35 w 46"/>
                <a:gd name="T39" fmla="*/ 4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6" h="117">
                  <a:moveTo>
                    <a:pt x="35" y="46"/>
                  </a:moveTo>
                  <a:cubicBezTo>
                    <a:pt x="33" y="44"/>
                    <a:pt x="32" y="42"/>
                    <a:pt x="32" y="40"/>
                  </a:cubicBezTo>
                  <a:cubicBezTo>
                    <a:pt x="32" y="13"/>
                    <a:pt x="32" y="13"/>
                    <a:pt x="32" y="13"/>
                  </a:cubicBezTo>
                  <a:cubicBezTo>
                    <a:pt x="33" y="12"/>
                    <a:pt x="34" y="10"/>
                    <a:pt x="34" y="8"/>
                  </a:cubicBezTo>
                  <a:cubicBezTo>
                    <a:pt x="34" y="6"/>
                    <a:pt x="34" y="6"/>
                    <a:pt x="34" y="6"/>
                  </a:cubicBezTo>
                  <a:cubicBezTo>
                    <a:pt x="34" y="3"/>
                    <a:pt x="32" y="0"/>
                    <a:pt x="28" y="0"/>
                  </a:cubicBezTo>
                  <a:cubicBezTo>
                    <a:pt x="18" y="0"/>
                    <a:pt x="18" y="0"/>
                    <a:pt x="18" y="0"/>
                  </a:cubicBezTo>
                  <a:cubicBezTo>
                    <a:pt x="14" y="0"/>
                    <a:pt x="12" y="3"/>
                    <a:pt x="12" y="6"/>
                  </a:cubicBezTo>
                  <a:cubicBezTo>
                    <a:pt x="12" y="8"/>
                    <a:pt x="12" y="8"/>
                    <a:pt x="12" y="8"/>
                  </a:cubicBezTo>
                  <a:cubicBezTo>
                    <a:pt x="12" y="10"/>
                    <a:pt x="13" y="12"/>
                    <a:pt x="14" y="13"/>
                  </a:cubicBezTo>
                  <a:cubicBezTo>
                    <a:pt x="14" y="40"/>
                    <a:pt x="14" y="40"/>
                    <a:pt x="14" y="40"/>
                  </a:cubicBezTo>
                  <a:cubicBezTo>
                    <a:pt x="14" y="42"/>
                    <a:pt x="13" y="44"/>
                    <a:pt x="11" y="46"/>
                  </a:cubicBezTo>
                  <a:cubicBezTo>
                    <a:pt x="6" y="49"/>
                    <a:pt x="0" y="62"/>
                    <a:pt x="0" y="117"/>
                  </a:cubicBezTo>
                  <a:cubicBezTo>
                    <a:pt x="14" y="117"/>
                    <a:pt x="14" y="117"/>
                    <a:pt x="14" y="117"/>
                  </a:cubicBezTo>
                  <a:cubicBezTo>
                    <a:pt x="14" y="117"/>
                    <a:pt x="14" y="117"/>
                    <a:pt x="14" y="117"/>
                  </a:cubicBezTo>
                  <a:cubicBezTo>
                    <a:pt x="23" y="117"/>
                    <a:pt x="23" y="117"/>
                    <a:pt x="23" y="117"/>
                  </a:cubicBezTo>
                  <a:cubicBezTo>
                    <a:pt x="32" y="117"/>
                    <a:pt x="32" y="117"/>
                    <a:pt x="32" y="117"/>
                  </a:cubicBezTo>
                  <a:cubicBezTo>
                    <a:pt x="32" y="117"/>
                    <a:pt x="32" y="117"/>
                    <a:pt x="32" y="117"/>
                  </a:cubicBezTo>
                  <a:cubicBezTo>
                    <a:pt x="46" y="117"/>
                    <a:pt x="46" y="117"/>
                    <a:pt x="46" y="117"/>
                  </a:cubicBezTo>
                  <a:cubicBezTo>
                    <a:pt x="46" y="62"/>
                    <a:pt x="40" y="49"/>
                    <a:pt x="35" y="46"/>
                  </a:cubicBezTo>
                  <a:close/>
                </a:path>
              </a:pathLst>
            </a:custGeom>
            <a:solidFill>
              <a:srgbClr val="9E71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2" name="Oval 609"/>
            <p:cNvSpPr>
              <a:spLocks noChangeArrowheads="1"/>
            </p:cNvSpPr>
            <p:nvPr/>
          </p:nvSpPr>
          <p:spPr bwMode="auto">
            <a:xfrm>
              <a:off x="4035425" y="5348288"/>
              <a:ext cx="228600" cy="22860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3" name="Freeform 610"/>
            <p:cNvSpPr>
              <a:spLocks/>
            </p:cNvSpPr>
            <p:nvPr/>
          </p:nvSpPr>
          <p:spPr bwMode="auto">
            <a:xfrm>
              <a:off x="4173538" y="5584825"/>
              <a:ext cx="292100" cy="98425"/>
            </a:xfrm>
            <a:custGeom>
              <a:avLst/>
              <a:gdLst>
                <a:gd name="T0" fmla="*/ 118 w 140"/>
                <a:gd name="T1" fmla="*/ 47 h 47"/>
                <a:gd name="T2" fmla="*/ 139 w 140"/>
                <a:gd name="T3" fmla="*/ 29 h 47"/>
                <a:gd name="T4" fmla="*/ 139 w 140"/>
                <a:gd name="T5" fmla="*/ 29 h 47"/>
                <a:gd name="T6" fmla="*/ 121 w 140"/>
                <a:gd name="T7" fmla="*/ 9 h 47"/>
                <a:gd name="T8" fmla="*/ 21 w 140"/>
                <a:gd name="T9" fmla="*/ 1 h 47"/>
                <a:gd name="T10" fmla="*/ 1 w 140"/>
                <a:gd name="T11" fmla="*/ 18 h 47"/>
                <a:gd name="T12" fmla="*/ 1 w 140"/>
                <a:gd name="T13" fmla="*/ 18 h 47"/>
                <a:gd name="T14" fmla="*/ 18 w 140"/>
                <a:gd name="T15" fmla="*/ 38 h 47"/>
                <a:gd name="T16" fmla="*/ 118 w 140"/>
                <a:gd name="T17"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0" h="47">
                  <a:moveTo>
                    <a:pt x="118" y="47"/>
                  </a:moveTo>
                  <a:cubicBezTo>
                    <a:pt x="129" y="47"/>
                    <a:pt x="138" y="40"/>
                    <a:pt x="139" y="29"/>
                  </a:cubicBezTo>
                  <a:cubicBezTo>
                    <a:pt x="139" y="29"/>
                    <a:pt x="139" y="29"/>
                    <a:pt x="139" y="29"/>
                  </a:cubicBezTo>
                  <a:cubicBezTo>
                    <a:pt x="140" y="19"/>
                    <a:pt x="132" y="10"/>
                    <a:pt x="121" y="9"/>
                  </a:cubicBezTo>
                  <a:cubicBezTo>
                    <a:pt x="21" y="1"/>
                    <a:pt x="21" y="1"/>
                    <a:pt x="21" y="1"/>
                  </a:cubicBezTo>
                  <a:cubicBezTo>
                    <a:pt x="11" y="0"/>
                    <a:pt x="2" y="8"/>
                    <a:pt x="1" y="18"/>
                  </a:cubicBezTo>
                  <a:cubicBezTo>
                    <a:pt x="1" y="18"/>
                    <a:pt x="1" y="18"/>
                    <a:pt x="1" y="18"/>
                  </a:cubicBezTo>
                  <a:cubicBezTo>
                    <a:pt x="0" y="29"/>
                    <a:pt x="8" y="38"/>
                    <a:pt x="18" y="38"/>
                  </a:cubicBezTo>
                  <a:lnTo>
                    <a:pt x="118"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4" name="Freeform 611"/>
            <p:cNvSpPr>
              <a:spLocks/>
            </p:cNvSpPr>
            <p:nvPr/>
          </p:nvSpPr>
          <p:spPr bwMode="auto">
            <a:xfrm>
              <a:off x="4370388" y="5418138"/>
              <a:ext cx="184150" cy="266700"/>
            </a:xfrm>
            <a:custGeom>
              <a:avLst/>
              <a:gdLst>
                <a:gd name="T0" fmla="*/ 15 w 88"/>
                <a:gd name="T1" fmla="*/ 123 h 128"/>
                <a:gd name="T2" fmla="*/ 44 w 88"/>
                <a:gd name="T3" fmla="*/ 113 h 128"/>
                <a:gd name="T4" fmla="*/ 83 w 88"/>
                <a:gd name="T5" fmla="*/ 34 h 128"/>
                <a:gd name="T6" fmla="*/ 73 w 88"/>
                <a:gd name="T7" fmla="*/ 5 h 128"/>
                <a:gd name="T8" fmla="*/ 73 w 88"/>
                <a:gd name="T9" fmla="*/ 5 h 128"/>
                <a:gd name="T10" fmla="*/ 44 w 88"/>
                <a:gd name="T11" fmla="*/ 15 h 128"/>
                <a:gd name="T12" fmla="*/ 5 w 88"/>
                <a:gd name="T13" fmla="*/ 94 h 128"/>
                <a:gd name="T14" fmla="*/ 15 w 88"/>
                <a:gd name="T15" fmla="*/ 123 h 1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 h="128">
                  <a:moveTo>
                    <a:pt x="15" y="123"/>
                  </a:moveTo>
                  <a:cubicBezTo>
                    <a:pt x="26" y="128"/>
                    <a:pt x="39" y="124"/>
                    <a:pt x="44" y="113"/>
                  </a:cubicBezTo>
                  <a:cubicBezTo>
                    <a:pt x="83" y="34"/>
                    <a:pt x="83" y="34"/>
                    <a:pt x="83" y="34"/>
                  </a:cubicBezTo>
                  <a:cubicBezTo>
                    <a:pt x="88" y="23"/>
                    <a:pt x="84" y="10"/>
                    <a:pt x="73" y="5"/>
                  </a:cubicBezTo>
                  <a:cubicBezTo>
                    <a:pt x="73" y="5"/>
                    <a:pt x="73" y="5"/>
                    <a:pt x="73" y="5"/>
                  </a:cubicBezTo>
                  <a:cubicBezTo>
                    <a:pt x="62" y="0"/>
                    <a:pt x="49" y="4"/>
                    <a:pt x="44" y="15"/>
                  </a:cubicBezTo>
                  <a:cubicBezTo>
                    <a:pt x="5" y="94"/>
                    <a:pt x="5" y="94"/>
                    <a:pt x="5" y="94"/>
                  </a:cubicBezTo>
                  <a:cubicBezTo>
                    <a:pt x="0" y="105"/>
                    <a:pt x="5" y="118"/>
                    <a:pt x="15" y="12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5" name="Freeform 612"/>
            <p:cNvSpPr>
              <a:spLocks/>
            </p:cNvSpPr>
            <p:nvPr/>
          </p:nvSpPr>
          <p:spPr bwMode="auto">
            <a:xfrm>
              <a:off x="3916363" y="5576888"/>
              <a:ext cx="233363" cy="234950"/>
            </a:xfrm>
            <a:custGeom>
              <a:avLst/>
              <a:gdLst>
                <a:gd name="T0" fmla="*/ 34 w 112"/>
                <a:gd name="T1" fmla="*/ 105 h 113"/>
                <a:gd name="T2" fmla="*/ 8 w 112"/>
                <a:gd name="T3" fmla="*/ 106 h 113"/>
                <a:gd name="T4" fmla="*/ 8 w 112"/>
                <a:gd name="T5" fmla="*/ 106 h 113"/>
                <a:gd name="T6" fmla="*/ 7 w 112"/>
                <a:gd name="T7" fmla="*/ 79 h 113"/>
                <a:gd name="T8" fmla="*/ 78 w 112"/>
                <a:gd name="T9" fmla="*/ 8 h 113"/>
                <a:gd name="T10" fmla="*/ 105 w 112"/>
                <a:gd name="T11" fmla="*/ 7 h 113"/>
                <a:gd name="T12" fmla="*/ 105 w 112"/>
                <a:gd name="T13" fmla="*/ 7 h 113"/>
                <a:gd name="T14" fmla="*/ 105 w 112"/>
                <a:gd name="T15" fmla="*/ 34 h 113"/>
                <a:gd name="T16" fmla="*/ 34 w 112"/>
                <a:gd name="T17" fmla="*/ 105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2" h="113">
                  <a:moveTo>
                    <a:pt x="34" y="105"/>
                  </a:moveTo>
                  <a:cubicBezTo>
                    <a:pt x="27" y="113"/>
                    <a:pt x="15" y="113"/>
                    <a:pt x="8" y="106"/>
                  </a:cubicBezTo>
                  <a:cubicBezTo>
                    <a:pt x="8" y="106"/>
                    <a:pt x="8" y="106"/>
                    <a:pt x="8" y="106"/>
                  </a:cubicBezTo>
                  <a:cubicBezTo>
                    <a:pt x="0" y="98"/>
                    <a:pt x="0" y="86"/>
                    <a:pt x="7" y="79"/>
                  </a:cubicBezTo>
                  <a:cubicBezTo>
                    <a:pt x="78" y="8"/>
                    <a:pt x="78" y="8"/>
                    <a:pt x="78" y="8"/>
                  </a:cubicBezTo>
                  <a:cubicBezTo>
                    <a:pt x="85" y="0"/>
                    <a:pt x="97" y="0"/>
                    <a:pt x="105" y="7"/>
                  </a:cubicBezTo>
                  <a:cubicBezTo>
                    <a:pt x="105" y="7"/>
                    <a:pt x="105" y="7"/>
                    <a:pt x="105" y="7"/>
                  </a:cubicBezTo>
                  <a:cubicBezTo>
                    <a:pt x="112" y="15"/>
                    <a:pt x="112" y="27"/>
                    <a:pt x="105" y="34"/>
                  </a:cubicBezTo>
                  <a:lnTo>
                    <a:pt x="34" y="10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6" name="Freeform 613"/>
            <p:cNvSpPr>
              <a:spLocks/>
            </p:cNvSpPr>
            <p:nvPr/>
          </p:nvSpPr>
          <p:spPr bwMode="auto">
            <a:xfrm>
              <a:off x="3735388" y="5637213"/>
              <a:ext cx="271463" cy="174625"/>
            </a:xfrm>
            <a:custGeom>
              <a:avLst/>
              <a:gdLst>
                <a:gd name="T0" fmla="*/ 126 w 130"/>
                <a:gd name="T1" fmla="*/ 68 h 84"/>
                <a:gd name="T2" fmla="*/ 97 w 130"/>
                <a:gd name="T3" fmla="*/ 79 h 84"/>
                <a:gd name="T4" fmla="*/ 17 w 130"/>
                <a:gd name="T5" fmla="*/ 44 h 84"/>
                <a:gd name="T6" fmla="*/ 5 w 130"/>
                <a:gd name="T7" fmla="*/ 16 h 84"/>
                <a:gd name="T8" fmla="*/ 5 w 130"/>
                <a:gd name="T9" fmla="*/ 16 h 84"/>
                <a:gd name="T10" fmla="*/ 34 w 130"/>
                <a:gd name="T11" fmla="*/ 5 h 84"/>
                <a:gd name="T12" fmla="*/ 114 w 130"/>
                <a:gd name="T13" fmla="*/ 39 h 84"/>
                <a:gd name="T14" fmla="*/ 126 w 130"/>
                <a:gd name="T15" fmla="*/ 68 h 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0" h="84">
                  <a:moveTo>
                    <a:pt x="126" y="68"/>
                  </a:moveTo>
                  <a:cubicBezTo>
                    <a:pt x="121" y="79"/>
                    <a:pt x="108" y="84"/>
                    <a:pt x="97" y="79"/>
                  </a:cubicBezTo>
                  <a:cubicBezTo>
                    <a:pt x="17" y="44"/>
                    <a:pt x="17" y="44"/>
                    <a:pt x="17" y="44"/>
                  </a:cubicBezTo>
                  <a:cubicBezTo>
                    <a:pt x="6" y="40"/>
                    <a:pt x="0" y="27"/>
                    <a:pt x="5" y="16"/>
                  </a:cubicBezTo>
                  <a:cubicBezTo>
                    <a:pt x="5" y="16"/>
                    <a:pt x="5" y="16"/>
                    <a:pt x="5" y="16"/>
                  </a:cubicBezTo>
                  <a:cubicBezTo>
                    <a:pt x="10" y="5"/>
                    <a:pt x="23" y="0"/>
                    <a:pt x="34" y="5"/>
                  </a:cubicBezTo>
                  <a:cubicBezTo>
                    <a:pt x="114" y="39"/>
                    <a:pt x="114" y="39"/>
                    <a:pt x="114" y="39"/>
                  </a:cubicBezTo>
                  <a:cubicBezTo>
                    <a:pt x="125" y="44"/>
                    <a:pt x="130" y="57"/>
                    <a:pt x="126" y="68"/>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7" name="Freeform 614"/>
            <p:cNvSpPr>
              <a:spLocks/>
            </p:cNvSpPr>
            <p:nvPr/>
          </p:nvSpPr>
          <p:spPr bwMode="auto">
            <a:xfrm>
              <a:off x="4114800" y="5910263"/>
              <a:ext cx="230188" cy="300037"/>
            </a:xfrm>
            <a:custGeom>
              <a:avLst/>
              <a:gdLst>
                <a:gd name="T0" fmla="*/ 16 w 110"/>
                <a:gd name="T1" fmla="*/ 7 h 143"/>
                <a:gd name="T2" fmla="*/ 8 w 110"/>
                <a:gd name="T3" fmla="*/ 41 h 143"/>
                <a:gd name="T4" fmla="*/ 61 w 110"/>
                <a:gd name="T5" fmla="*/ 127 h 143"/>
                <a:gd name="T6" fmla="*/ 95 w 110"/>
                <a:gd name="T7" fmla="*/ 136 h 143"/>
                <a:gd name="T8" fmla="*/ 95 w 110"/>
                <a:gd name="T9" fmla="*/ 136 h 143"/>
                <a:gd name="T10" fmla="*/ 103 w 110"/>
                <a:gd name="T11" fmla="*/ 101 h 143"/>
                <a:gd name="T12" fmla="*/ 50 w 110"/>
                <a:gd name="T13" fmla="*/ 15 h 143"/>
                <a:gd name="T14" fmla="*/ 16 w 110"/>
                <a:gd name="T15" fmla="*/ 7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143">
                  <a:moveTo>
                    <a:pt x="16" y="7"/>
                  </a:moveTo>
                  <a:cubicBezTo>
                    <a:pt x="4" y="14"/>
                    <a:pt x="0" y="30"/>
                    <a:pt x="8" y="41"/>
                  </a:cubicBezTo>
                  <a:cubicBezTo>
                    <a:pt x="61" y="127"/>
                    <a:pt x="61" y="127"/>
                    <a:pt x="61" y="127"/>
                  </a:cubicBezTo>
                  <a:cubicBezTo>
                    <a:pt x="68" y="139"/>
                    <a:pt x="83" y="143"/>
                    <a:pt x="95" y="136"/>
                  </a:cubicBezTo>
                  <a:cubicBezTo>
                    <a:pt x="95" y="136"/>
                    <a:pt x="95" y="136"/>
                    <a:pt x="95" y="136"/>
                  </a:cubicBezTo>
                  <a:cubicBezTo>
                    <a:pt x="107" y="128"/>
                    <a:pt x="110" y="113"/>
                    <a:pt x="103" y="101"/>
                  </a:cubicBezTo>
                  <a:cubicBezTo>
                    <a:pt x="50" y="15"/>
                    <a:pt x="50" y="15"/>
                    <a:pt x="50" y="15"/>
                  </a:cubicBezTo>
                  <a:cubicBezTo>
                    <a:pt x="43" y="3"/>
                    <a:pt x="28" y="0"/>
                    <a:pt x="16" y="7"/>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8" name="Freeform 615"/>
            <p:cNvSpPr>
              <a:spLocks/>
            </p:cNvSpPr>
            <p:nvPr/>
          </p:nvSpPr>
          <p:spPr bwMode="auto">
            <a:xfrm>
              <a:off x="4233863" y="6107113"/>
              <a:ext cx="157163" cy="319087"/>
            </a:xfrm>
            <a:custGeom>
              <a:avLst/>
              <a:gdLst>
                <a:gd name="T0" fmla="*/ 23 w 75"/>
                <a:gd name="T1" fmla="*/ 2 h 153"/>
                <a:gd name="T2" fmla="*/ 3 w 75"/>
                <a:gd name="T3" fmla="*/ 32 h 153"/>
                <a:gd name="T4" fmla="*/ 23 w 75"/>
                <a:gd name="T5" fmla="*/ 131 h 153"/>
                <a:gd name="T6" fmla="*/ 53 w 75"/>
                <a:gd name="T7" fmla="*/ 150 h 153"/>
                <a:gd name="T8" fmla="*/ 53 w 75"/>
                <a:gd name="T9" fmla="*/ 150 h 153"/>
                <a:gd name="T10" fmla="*/ 72 w 75"/>
                <a:gd name="T11" fmla="*/ 121 h 153"/>
                <a:gd name="T12" fmla="*/ 52 w 75"/>
                <a:gd name="T13" fmla="*/ 22 h 153"/>
                <a:gd name="T14" fmla="*/ 23 w 75"/>
                <a:gd name="T15" fmla="*/ 2 h 1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153">
                  <a:moveTo>
                    <a:pt x="23" y="2"/>
                  </a:moveTo>
                  <a:cubicBezTo>
                    <a:pt x="9" y="5"/>
                    <a:pt x="0" y="18"/>
                    <a:pt x="3" y="32"/>
                  </a:cubicBezTo>
                  <a:cubicBezTo>
                    <a:pt x="23" y="131"/>
                    <a:pt x="23" y="131"/>
                    <a:pt x="23" y="131"/>
                  </a:cubicBezTo>
                  <a:cubicBezTo>
                    <a:pt x="26" y="144"/>
                    <a:pt x="39" y="153"/>
                    <a:pt x="53" y="150"/>
                  </a:cubicBezTo>
                  <a:cubicBezTo>
                    <a:pt x="53" y="150"/>
                    <a:pt x="53" y="150"/>
                    <a:pt x="53" y="150"/>
                  </a:cubicBezTo>
                  <a:cubicBezTo>
                    <a:pt x="66" y="147"/>
                    <a:pt x="75" y="134"/>
                    <a:pt x="72" y="121"/>
                  </a:cubicBezTo>
                  <a:cubicBezTo>
                    <a:pt x="52" y="22"/>
                    <a:pt x="52" y="22"/>
                    <a:pt x="52" y="22"/>
                  </a:cubicBezTo>
                  <a:cubicBezTo>
                    <a:pt x="49" y="8"/>
                    <a:pt x="36" y="0"/>
                    <a:pt x="23" y="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9" name="Freeform 616"/>
            <p:cNvSpPr>
              <a:spLocks/>
            </p:cNvSpPr>
            <p:nvPr/>
          </p:nvSpPr>
          <p:spPr bwMode="auto">
            <a:xfrm>
              <a:off x="4040188" y="5915025"/>
              <a:ext cx="122238" cy="319087"/>
            </a:xfrm>
            <a:custGeom>
              <a:avLst/>
              <a:gdLst>
                <a:gd name="T0" fmla="*/ 35 w 59"/>
                <a:gd name="T1" fmla="*/ 1 h 153"/>
                <a:gd name="T2" fmla="*/ 9 w 59"/>
                <a:gd name="T3" fmla="*/ 24 h 153"/>
                <a:gd name="T4" fmla="*/ 1 w 59"/>
                <a:gd name="T5" fmla="*/ 125 h 153"/>
                <a:gd name="T6" fmla="*/ 24 w 59"/>
                <a:gd name="T7" fmla="*/ 152 h 153"/>
                <a:gd name="T8" fmla="*/ 24 w 59"/>
                <a:gd name="T9" fmla="*/ 152 h 153"/>
                <a:gd name="T10" fmla="*/ 51 w 59"/>
                <a:gd name="T11" fmla="*/ 129 h 153"/>
                <a:gd name="T12" fmla="*/ 58 w 59"/>
                <a:gd name="T13" fmla="*/ 28 h 153"/>
                <a:gd name="T14" fmla="*/ 35 w 59"/>
                <a:gd name="T15" fmla="*/ 1 h 1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153">
                  <a:moveTo>
                    <a:pt x="35" y="1"/>
                  </a:moveTo>
                  <a:cubicBezTo>
                    <a:pt x="22" y="0"/>
                    <a:pt x="10" y="11"/>
                    <a:pt x="9" y="24"/>
                  </a:cubicBezTo>
                  <a:cubicBezTo>
                    <a:pt x="1" y="125"/>
                    <a:pt x="1" y="125"/>
                    <a:pt x="1" y="125"/>
                  </a:cubicBezTo>
                  <a:cubicBezTo>
                    <a:pt x="0" y="139"/>
                    <a:pt x="11" y="151"/>
                    <a:pt x="24" y="152"/>
                  </a:cubicBezTo>
                  <a:cubicBezTo>
                    <a:pt x="24" y="152"/>
                    <a:pt x="24" y="152"/>
                    <a:pt x="24" y="152"/>
                  </a:cubicBezTo>
                  <a:cubicBezTo>
                    <a:pt x="38" y="153"/>
                    <a:pt x="50" y="143"/>
                    <a:pt x="51" y="129"/>
                  </a:cubicBezTo>
                  <a:cubicBezTo>
                    <a:pt x="58" y="28"/>
                    <a:pt x="58" y="28"/>
                    <a:pt x="58" y="28"/>
                  </a:cubicBezTo>
                  <a:cubicBezTo>
                    <a:pt x="59" y="14"/>
                    <a:pt x="49" y="2"/>
                    <a:pt x="35"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0" name="Freeform 617"/>
            <p:cNvSpPr>
              <a:spLocks/>
            </p:cNvSpPr>
            <p:nvPr/>
          </p:nvSpPr>
          <p:spPr bwMode="auto">
            <a:xfrm>
              <a:off x="4006850" y="6130925"/>
              <a:ext cx="141288" cy="320675"/>
            </a:xfrm>
            <a:custGeom>
              <a:avLst/>
              <a:gdLst>
                <a:gd name="T0" fmla="*/ 24 w 68"/>
                <a:gd name="T1" fmla="*/ 152 h 154"/>
                <a:gd name="T2" fmla="*/ 52 w 68"/>
                <a:gd name="T3" fmla="*/ 130 h 154"/>
                <a:gd name="T4" fmla="*/ 67 w 68"/>
                <a:gd name="T5" fmla="*/ 31 h 154"/>
                <a:gd name="T6" fmla="*/ 45 w 68"/>
                <a:gd name="T7" fmla="*/ 2 h 154"/>
                <a:gd name="T8" fmla="*/ 45 w 68"/>
                <a:gd name="T9" fmla="*/ 2 h 154"/>
                <a:gd name="T10" fmla="*/ 17 w 68"/>
                <a:gd name="T11" fmla="*/ 23 h 154"/>
                <a:gd name="T12" fmla="*/ 2 w 68"/>
                <a:gd name="T13" fmla="*/ 123 h 154"/>
                <a:gd name="T14" fmla="*/ 24 w 68"/>
                <a:gd name="T15" fmla="*/ 152 h 1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154">
                  <a:moveTo>
                    <a:pt x="24" y="152"/>
                  </a:moveTo>
                  <a:cubicBezTo>
                    <a:pt x="37" y="154"/>
                    <a:pt x="50" y="144"/>
                    <a:pt x="52" y="130"/>
                  </a:cubicBezTo>
                  <a:cubicBezTo>
                    <a:pt x="67" y="31"/>
                    <a:pt x="67" y="31"/>
                    <a:pt x="67" y="31"/>
                  </a:cubicBezTo>
                  <a:cubicBezTo>
                    <a:pt x="68" y="17"/>
                    <a:pt x="59" y="4"/>
                    <a:pt x="45" y="2"/>
                  </a:cubicBezTo>
                  <a:cubicBezTo>
                    <a:pt x="45" y="2"/>
                    <a:pt x="45" y="2"/>
                    <a:pt x="45" y="2"/>
                  </a:cubicBezTo>
                  <a:cubicBezTo>
                    <a:pt x="32" y="0"/>
                    <a:pt x="19" y="10"/>
                    <a:pt x="17" y="23"/>
                  </a:cubicBezTo>
                  <a:cubicBezTo>
                    <a:pt x="2" y="123"/>
                    <a:pt x="2" y="123"/>
                    <a:pt x="2" y="123"/>
                  </a:cubicBezTo>
                  <a:cubicBezTo>
                    <a:pt x="0" y="137"/>
                    <a:pt x="10" y="150"/>
                    <a:pt x="24" y="15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1" name="Freeform 618"/>
            <p:cNvSpPr>
              <a:spLocks/>
            </p:cNvSpPr>
            <p:nvPr/>
          </p:nvSpPr>
          <p:spPr bwMode="auto">
            <a:xfrm>
              <a:off x="4062413" y="5580063"/>
              <a:ext cx="173038" cy="454025"/>
            </a:xfrm>
            <a:custGeom>
              <a:avLst/>
              <a:gdLst>
                <a:gd name="T0" fmla="*/ 82 w 83"/>
                <a:gd name="T1" fmla="*/ 176 h 217"/>
                <a:gd name="T2" fmla="*/ 41 w 83"/>
                <a:gd name="T3" fmla="*/ 217 h 217"/>
                <a:gd name="T4" fmla="*/ 41 w 83"/>
                <a:gd name="T5" fmla="*/ 217 h 217"/>
                <a:gd name="T6" fmla="*/ 0 w 83"/>
                <a:gd name="T7" fmla="*/ 176 h 217"/>
                <a:gd name="T8" fmla="*/ 0 w 83"/>
                <a:gd name="T9" fmla="*/ 41 h 217"/>
                <a:gd name="T10" fmla="*/ 24 w 83"/>
                <a:gd name="T11" fmla="*/ 0 h 217"/>
                <a:gd name="T12" fmla="*/ 60 w 83"/>
                <a:gd name="T13" fmla="*/ 0 h 217"/>
                <a:gd name="T14" fmla="*/ 82 w 83"/>
                <a:gd name="T15" fmla="*/ 41 h 217"/>
                <a:gd name="T16" fmla="*/ 82 w 83"/>
                <a:gd name="T17" fmla="*/ 176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217">
                  <a:moveTo>
                    <a:pt x="82" y="176"/>
                  </a:moveTo>
                  <a:cubicBezTo>
                    <a:pt x="82" y="199"/>
                    <a:pt x="64" y="217"/>
                    <a:pt x="41" y="217"/>
                  </a:cubicBezTo>
                  <a:cubicBezTo>
                    <a:pt x="41" y="217"/>
                    <a:pt x="41" y="217"/>
                    <a:pt x="41" y="217"/>
                  </a:cubicBezTo>
                  <a:cubicBezTo>
                    <a:pt x="18" y="217"/>
                    <a:pt x="0" y="199"/>
                    <a:pt x="0" y="176"/>
                  </a:cubicBezTo>
                  <a:cubicBezTo>
                    <a:pt x="0" y="41"/>
                    <a:pt x="0" y="41"/>
                    <a:pt x="0" y="41"/>
                  </a:cubicBezTo>
                  <a:cubicBezTo>
                    <a:pt x="0" y="18"/>
                    <a:pt x="1" y="0"/>
                    <a:pt x="24" y="0"/>
                  </a:cubicBezTo>
                  <a:cubicBezTo>
                    <a:pt x="60" y="0"/>
                    <a:pt x="60" y="0"/>
                    <a:pt x="60" y="0"/>
                  </a:cubicBezTo>
                  <a:cubicBezTo>
                    <a:pt x="83" y="0"/>
                    <a:pt x="82" y="18"/>
                    <a:pt x="82" y="41"/>
                  </a:cubicBezTo>
                  <a:lnTo>
                    <a:pt x="82" y="17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2" name="Freeform 619"/>
            <p:cNvSpPr>
              <a:spLocks/>
            </p:cNvSpPr>
            <p:nvPr/>
          </p:nvSpPr>
          <p:spPr bwMode="auto">
            <a:xfrm>
              <a:off x="4232275" y="5378450"/>
              <a:ext cx="158750" cy="192087"/>
            </a:xfrm>
            <a:custGeom>
              <a:avLst/>
              <a:gdLst>
                <a:gd name="T0" fmla="*/ 0 w 76"/>
                <a:gd name="T1" fmla="*/ 27 h 92"/>
                <a:gd name="T2" fmla="*/ 14 w 76"/>
                <a:gd name="T3" fmla="*/ 27 h 92"/>
                <a:gd name="T4" fmla="*/ 62 w 76"/>
                <a:gd name="T5" fmla="*/ 34 h 92"/>
                <a:gd name="T6" fmla="*/ 53 w 76"/>
                <a:gd name="T7" fmla="*/ 92 h 92"/>
                <a:gd name="T8" fmla="*/ 25 w 76"/>
                <a:gd name="T9" fmla="*/ 49 h 92"/>
                <a:gd name="T10" fmla="*/ 12 w 76"/>
                <a:gd name="T11" fmla="*/ 40 h 92"/>
                <a:gd name="T12" fmla="*/ 0 w 76"/>
                <a:gd name="T13" fmla="*/ 40 h 92"/>
                <a:gd name="T14" fmla="*/ 0 w 76"/>
                <a:gd name="T15" fmla="*/ 27 h 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92">
                  <a:moveTo>
                    <a:pt x="0" y="27"/>
                  </a:moveTo>
                  <a:cubicBezTo>
                    <a:pt x="14" y="27"/>
                    <a:pt x="14" y="27"/>
                    <a:pt x="14" y="27"/>
                  </a:cubicBezTo>
                  <a:cubicBezTo>
                    <a:pt x="16" y="21"/>
                    <a:pt x="49" y="0"/>
                    <a:pt x="62" y="34"/>
                  </a:cubicBezTo>
                  <a:cubicBezTo>
                    <a:pt x="76" y="68"/>
                    <a:pt x="53" y="92"/>
                    <a:pt x="53" y="92"/>
                  </a:cubicBezTo>
                  <a:cubicBezTo>
                    <a:pt x="60" y="68"/>
                    <a:pt x="38" y="51"/>
                    <a:pt x="25" y="49"/>
                  </a:cubicBezTo>
                  <a:cubicBezTo>
                    <a:pt x="17" y="48"/>
                    <a:pt x="13" y="45"/>
                    <a:pt x="12" y="40"/>
                  </a:cubicBezTo>
                  <a:cubicBezTo>
                    <a:pt x="0" y="40"/>
                    <a:pt x="0" y="40"/>
                    <a:pt x="0" y="40"/>
                  </a:cubicBezTo>
                  <a:lnTo>
                    <a:pt x="0" y="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3" name="Freeform 620"/>
            <p:cNvSpPr>
              <a:spLocks/>
            </p:cNvSpPr>
            <p:nvPr/>
          </p:nvSpPr>
          <p:spPr bwMode="auto">
            <a:xfrm>
              <a:off x="3902075" y="5718175"/>
              <a:ext cx="501650" cy="436562"/>
            </a:xfrm>
            <a:custGeom>
              <a:avLst/>
              <a:gdLst>
                <a:gd name="T0" fmla="*/ 0 w 316"/>
                <a:gd name="T1" fmla="*/ 275 h 275"/>
                <a:gd name="T2" fmla="*/ 158 w 316"/>
                <a:gd name="T3" fmla="*/ 0 h 275"/>
                <a:gd name="T4" fmla="*/ 316 w 316"/>
                <a:gd name="T5" fmla="*/ 275 h 275"/>
                <a:gd name="T6" fmla="*/ 0 w 316"/>
                <a:gd name="T7" fmla="*/ 275 h 275"/>
              </a:gdLst>
              <a:ahLst/>
              <a:cxnLst>
                <a:cxn ang="0">
                  <a:pos x="T0" y="T1"/>
                </a:cxn>
                <a:cxn ang="0">
                  <a:pos x="T2" y="T3"/>
                </a:cxn>
                <a:cxn ang="0">
                  <a:pos x="T4" y="T5"/>
                </a:cxn>
                <a:cxn ang="0">
                  <a:pos x="T6" y="T7"/>
                </a:cxn>
              </a:cxnLst>
              <a:rect l="0" t="0" r="r" b="b"/>
              <a:pathLst>
                <a:path w="316" h="275">
                  <a:moveTo>
                    <a:pt x="0" y="275"/>
                  </a:moveTo>
                  <a:lnTo>
                    <a:pt x="158" y="0"/>
                  </a:lnTo>
                  <a:lnTo>
                    <a:pt x="316" y="275"/>
                  </a:lnTo>
                  <a:lnTo>
                    <a:pt x="0" y="27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4" name="Freeform 621"/>
            <p:cNvSpPr>
              <a:spLocks/>
            </p:cNvSpPr>
            <p:nvPr/>
          </p:nvSpPr>
          <p:spPr bwMode="auto">
            <a:xfrm>
              <a:off x="3260725" y="6345238"/>
              <a:ext cx="538163" cy="96837"/>
            </a:xfrm>
            <a:custGeom>
              <a:avLst/>
              <a:gdLst>
                <a:gd name="T0" fmla="*/ 202 w 258"/>
                <a:gd name="T1" fmla="*/ 14 h 46"/>
                <a:gd name="T2" fmla="*/ 190 w 258"/>
                <a:gd name="T3" fmla="*/ 31 h 46"/>
                <a:gd name="T4" fmla="*/ 68 w 258"/>
                <a:gd name="T5" fmla="*/ 31 h 46"/>
                <a:gd name="T6" fmla="*/ 56 w 258"/>
                <a:gd name="T7" fmla="*/ 14 h 46"/>
                <a:gd name="T8" fmla="*/ 0 w 258"/>
                <a:gd name="T9" fmla="*/ 19 h 46"/>
                <a:gd name="T10" fmla="*/ 10 w 258"/>
                <a:gd name="T11" fmla="*/ 28 h 46"/>
                <a:gd name="T12" fmla="*/ 48 w 258"/>
                <a:gd name="T13" fmla="*/ 25 h 46"/>
                <a:gd name="T14" fmla="*/ 57 w 258"/>
                <a:gd name="T15" fmla="*/ 46 h 46"/>
                <a:gd name="T16" fmla="*/ 71 w 258"/>
                <a:gd name="T17" fmla="*/ 46 h 46"/>
                <a:gd name="T18" fmla="*/ 187 w 258"/>
                <a:gd name="T19" fmla="*/ 46 h 46"/>
                <a:gd name="T20" fmla="*/ 198 w 258"/>
                <a:gd name="T21" fmla="*/ 46 h 46"/>
                <a:gd name="T22" fmla="*/ 201 w 258"/>
                <a:gd name="T23" fmla="*/ 46 h 46"/>
                <a:gd name="T24" fmla="*/ 210 w 258"/>
                <a:gd name="T25" fmla="*/ 25 h 46"/>
                <a:gd name="T26" fmla="*/ 248 w 258"/>
                <a:gd name="T27" fmla="*/ 28 h 46"/>
                <a:gd name="T28" fmla="*/ 258 w 258"/>
                <a:gd name="T29" fmla="*/ 19 h 46"/>
                <a:gd name="T30" fmla="*/ 202 w 258"/>
                <a:gd name="T31" fmla="*/ 1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58" h="46">
                  <a:moveTo>
                    <a:pt x="202" y="14"/>
                  </a:moveTo>
                  <a:cubicBezTo>
                    <a:pt x="196" y="19"/>
                    <a:pt x="192" y="25"/>
                    <a:pt x="190" y="31"/>
                  </a:cubicBezTo>
                  <a:cubicBezTo>
                    <a:pt x="68" y="31"/>
                    <a:pt x="68" y="31"/>
                    <a:pt x="68" y="31"/>
                  </a:cubicBezTo>
                  <a:cubicBezTo>
                    <a:pt x="66" y="25"/>
                    <a:pt x="62" y="19"/>
                    <a:pt x="56" y="14"/>
                  </a:cubicBezTo>
                  <a:cubicBezTo>
                    <a:pt x="39" y="0"/>
                    <a:pt x="14" y="2"/>
                    <a:pt x="0" y="19"/>
                  </a:cubicBezTo>
                  <a:cubicBezTo>
                    <a:pt x="10" y="28"/>
                    <a:pt x="10" y="28"/>
                    <a:pt x="10" y="28"/>
                  </a:cubicBezTo>
                  <a:cubicBezTo>
                    <a:pt x="20" y="17"/>
                    <a:pt x="36" y="15"/>
                    <a:pt x="48" y="25"/>
                  </a:cubicBezTo>
                  <a:cubicBezTo>
                    <a:pt x="54" y="30"/>
                    <a:pt x="57" y="38"/>
                    <a:pt x="57" y="46"/>
                  </a:cubicBezTo>
                  <a:cubicBezTo>
                    <a:pt x="71" y="46"/>
                    <a:pt x="71" y="46"/>
                    <a:pt x="71" y="46"/>
                  </a:cubicBezTo>
                  <a:cubicBezTo>
                    <a:pt x="187" y="46"/>
                    <a:pt x="187" y="46"/>
                    <a:pt x="187" y="46"/>
                  </a:cubicBezTo>
                  <a:cubicBezTo>
                    <a:pt x="198" y="46"/>
                    <a:pt x="198" y="46"/>
                    <a:pt x="198" y="46"/>
                  </a:cubicBezTo>
                  <a:cubicBezTo>
                    <a:pt x="201" y="46"/>
                    <a:pt x="201" y="46"/>
                    <a:pt x="201" y="46"/>
                  </a:cubicBezTo>
                  <a:cubicBezTo>
                    <a:pt x="201" y="38"/>
                    <a:pt x="204" y="30"/>
                    <a:pt x="210" y="25"/>
                  </a:cubicBezTo>
                  <a:cubicBezTo>
                    <a:pt x="222" y="15"/>
                    <a:pt x="238" y="17"/>
                    <a:pt x="248" y="28"/>
                  </a:cubicBezTo>
                  <a:cubicBezTo>
                    <a:pt x="258" y="19"/>
                    <a:pt x="258" y="19"/>
                    <a:pt x="258" y="19"/>
                  </a:cubicBezTo>
                  <a:cubicBezTo>
                    <a:pt x="244" y="2"/>
                    <a:pt x="219" y="0"/>
                    <a:pt x="202" y="14"/>
                  </a:cubicBez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5" name="Freeform 622"/>
            <p:cNvSpPr>
              <a:spLocks noEditPoints="1"/>
            </p:cNvSpPr>
            <p:nvPr/>
          </p:nvSpPr>
          <p:spPr bwMode="auto">
            <a:xfrm>
              <a:off x="2133600" y="5149850"/>
              <a:ext cx="1081088" cy="1282700"/>
            </a:xfrm>
            <a:custGeom>
              <a:avLst/>
              <a:gdLst>
                <a:gd name="T0" fmla="*/ 644 w 681"/>
                <a:gd name="T1" fmla="*/ 0 h 808"/>
                <a:gd name="T2" fmla="*/ 644 w 681"/>
                <a:gd name="T3" fmla="*/ 140 h 808"/>
                <a:gd name="T4" fmla="*/ 37 w 681"/>
                <a:gd name="T5" fmla="*/ 140 h 808"/>
                <a:gd name="T6" fmla="*/ 37 w 681"/>
                <a:gd name="T7" fmla="*/ 0 h 808"/>
                <a:gd name="T8" fmla="*/ 0 w 681"/>
                <a:gd name="T9" fmla="*/ 0 h 808"/>
                <a:gd name="T10" fmla="*/ 0 w 681"/>
                <a:gd name="T11" fmla="*/ 808 h 808"/>
                <a:gd name="T12" fmla="*/ 37 w 681"/>
                <a:gd name="T13" fmla="*/ 808 h 808"/>
                <a:gd name="T14" fmla="*/ 37 w 681"/>
                <a:gd name="T15" fmla="*/ 793 h 808"/>
                <a:gd name="T16" fmla="*/ 644 w 681"/>
                <a:gd name="T17" fmla="*/ 793 h 808"/>
                <a:gd name="T18" fmla="*/ 644 w 681"/>
                <a:gd name="T19" fmla="*/ 808 h 808"/>
                <a:gd name="T20" fmla="*/ 681 w 681"/>
                <a:gd name="T21" fmla="*/ 808 h 808"/>
                <a:gd name="T22" fmla="*/ 681 w 681"/>
                <a:gd name="T23" fmla="*/ 0 h 808"/>
                <a:gd name="T24" fmla="*/ 644 w 681"/>
                <a:gd name="T25" fmla="*/ 0 h 808"/>
                <a:gd name="T26" fmla="*/ 644 w 681"/>
                <a:gd name="T27" fmla="*/ 173 h 808"/>
                <a:gd name="T28" fmla="*/ 644 w 681"/>
                <a:gd name="T29" fmla="*/ 346 h 808"/>
                <a:gd name="T30" fmla="*/ 37 w 681"/>
                <a:gd name="T31" fmla="*/ 346 h 808"/>
                <a:gd name="T32" fmla="*/ 37 w 681"/>
                <a:gd name="T33" fmla="*/ 173 h 808"/>
                <a:gd name="T34" fmla="*/ 644 w 681"/>
                <a:gd name="T35" fmla="*/ 173 h 808"/>
                <a:gd name="T36" fmla="*/ 644 w 681"/>
                <a:gd name="T37" fmla="*/ 379 h 808"/>
                <a:gd name="T38" fmla="*/ 644 w 681"/>
                <a:gd name="T39" fmla="*/ 553 h 808"/>
                <a:gd name="T40" fmla="*/ 37 w 681"/>
                <a:gd name="T41" fmla="*/ 553 h 808"/>
                <a:gd name="T42" fmla="*/ 37 w 681"/>
                <a:gd name="T43" fmla="*/ 379 h 808"/>
                <a:gd name="T44" fmla="*/ 644 w 681"/>
                <a:gd name="T45" fmla="*/ 379 h 808"/>
                <a:gd name="T46" fmla="*/ 37 w 681"/>
                <a:gd name="T47" fmla="*/ 760 h 808"/>
                <a:gd name="T48" fmla="*/ 37 w 681"/>
                <a:gd name="T49" fmla="*/ 586 h 808"/>
                <a:gd name="T50" fmla="*/ 644 w 681"/>
                <a:gd name="T51" fmla="*/ 586 h 808"/>
                <a:gd name="T52" fmla="*/ 644 w 681"/>
                <a:gd name="T53" fmla="*/ 760 h 808"/>
                <a:gd name="T54" fmla="*/ 37 w 681"/>
                <a:gd name="T55" fmla="*/ 760 h 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81" h="808">
                  <a:moveTo>
                    <a:pt x="644" y="0"/>
                  </a:moveTo>
                  <a:lnTo>
                    <a:pt x="644" y="140"/>
                  </a:lnTo>
                  <a:lnTo>
                    <a:pt x="37" y="140"/>
                  </a:lnTo>
                  <a:lnTo>
                    <a:pt x="37" y="0"/>
                  </a:lnTo>
                  <a:lnTo>
                    <a:pt x="0" y="0"/>
                  </a:lnTo>
                  <a:lnTo>
                    <a:pt x="0" y="808"/>
                  </a:lnTo>
                  <a:lnTo>
                    <a:pt x="37" y="808"/>
                  </a:lnTo>
                  <a:lnTo>
                    <a:pt x="37" y="793"/>
                  </a:lnTo>
                  <a:lnTo>
                    <a:pt x="644" y="793"/>
                  </a:lnTo>
                  <a:lnTo>
                    <a:pt x="644" y="808"/>
                  </a:lnTo>
                  <a:lnTo>
                    <a:pt x="681" y="808"/>
                  </a:lnTo>
                  <a:lnTo>
                    <a:pt x="681" y="0"/>
                  </a:lnTo>
                  <a:lnTo>
                    <a:pt x="644" y="0"/>
                  </a:lnTo>
                  <a:close/>
                  <a:moveTo>
                    <a:pt x="644" y="173"/>
                  </a:moveTo>
                  <a:lnTo>
                    <a:pt x="644" y="346"/>
                  </a:lnTo>
                  <a:lnTo>
                    <a:pt x="37" y="346"/>
                  </a:lnTo>
                  <a:lnTo>
                    <a:pt x="37" y="173"/>
                  </a:lnTo>
                  <a:lnTo>
                    <a:pt x="644" y="173"/>
                  </a:lnTo>
                  <a:close/>
                  <a:moveTo>
                    <a:pt x="644" y="379"/>
                  </a:moveTo>
                  <a:lnTo>
                    <a:pt x="644" y="553"/>
                  </a:lnTo>
                  <a:lnTo>
                    <a:pt x="37" y="553"/>
                  </a:lnTo>
                  <a:lnTo>
                    <a:pt x="37" y="379"/>
                  </a:lnTo>
                  <a:lnTo>
                    <a:pt x="644" y="379"/>
                  </a:lnTo>
                  <a:close/>
                  <a:moveTo>
                    <a:pt x="37" y="760"/>
                  </a:moveTo>
                  <a:lnTo>
                    <a:pt x="37" y="586"/>
                  </a:lnTo>
                  <a:lnTo>
                    <a:pt x="644" y="586"/>
                  </a:lnTo>
                  <a:lnTo>
                    <a:pt x="644" y="760"/>
                  </a:lnTo>
                  <a:lnTo>
                    <a:pt x="37" y="760"/>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6" name="Freeform 623"/>
            <p:cNvSpPr>
              <a:spLocks/>
            </p:cNvSpPr>
            <p:nvPr/>
          </p:nvSpPr>
          <p:spPr bwMode="auto">
            <a:xfrm>
              <a:off x="2233613" y="5472113"/>
              <a:ext cx="147638" cy="206375"/>
            </a:xfrm>
            <a:custGeom>
              <a:avLst/>
              <a:gdLst>
                <a:gd name="T0" fmla="*/ 44 w 70"/>
                <a:gd name="T1" fmla="*/ 39 h 99"/>
                <a:gd name="T2" fmla="*/ 44 w 70"/>
                <a:gd name="T3" fmla="*/ 13 h 99"/>
                <a:gd name="T4" fmla="*/ 48 w 70"/>
                <a:gd name="T5" fmla="*/ 7 h 99"/>
                <a:gd name="T6" fmla="*/ 48 w 70"/>
                <a:gd name="T7" fmla="*/ 6 h 99"/>
                <a:gd name="T8" fmla="*/ 42 w 70"/>
                <a:gd name="T9" fmla="*/ 0 h 99"/>
                <a:gd name="T10" fmla="*/ 28 w 70"/>
                <a:gd name="T11" fmla="*/ 0 h 99"/>
                <a:gd name="T12" fmla="*/ 22 w 70"/>
                <a:gd name="T13" fmla="*/ 6 h 99"/>
                <a:gd name="T14" fmla="*/ 22 w 70"/>
                <a:gd name="T15" fmla="*/ 7 h 99"/>
                <a:gd name="T16" fmla="*/ 26 w 70"/>
                <a:gd name="T17" fmla="*/ 13 h 99"/>
                <a:gd name="T18" fmla="*/ 26 w 70"/>
                <a:gd name="T19" fmla="*/ 39 h 99"/>
                <a:gd name="T20" fmla="*/ 0 w 70"/>
                <a:gd name="T21" fmla="*/ 72 h 99"/>
                <a:gd name="T22" fmla="*/ 13 w 70"/>
                <a:gd name="T23" fmla="*/ 99 h 99"/>
                <a:gd name="T24" fmla="*/ 57 w 70"/>
                <a:gd name="T25" fmla="*/ 99 h 99"/>
                <a:gd name="T26" fmla="*/ 70 w 70"/>
                <a:gd name="T27" fmla="*/ 72 h 99"/>
                <a:gd name="T28" fmla="*/ 44 w 70"/>
                <a:gd name="T29" fmla="*/ 3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99">
                  <a:moveTo>
                    <a:pt x="44" y="39"/>
                  </a:moveTo>
                  <a:cubicBezTo>
                    <a:pt x="44" y="13"/>
                    <a:pt x="44" y="13"/>
                    <a:pt x="44" y="13"/>
                  </a:cubicBezTo>
                  <a:cubicBezTo>
                    <a:pt x="46" y="12"/>
                    <a:pt x="48" y="10"/>
                    <a:pt x="48" y="7"/>
                  </a:cubicBezTo>
                  <a:cubicBezTo>
                    <a:pt x="48" y="6"/>
                    <a:pt x="48" y="6"/>
                    <a:pt x="48" y="6"/>
                  </a:cubicBezTo>
                  <a:cubicBezTo>
                    <a:pt x="48" y="3"/>
                    <a:pt x="45" y="0"/>
                    <a:pt x="42" y="0"/>
                  </a:cubicBezTo>
                  <a:cubicBezTo>
                    <a:pt x="28" y="0"/>
                    <a:pt x="28" y="0"/>
                    <a:pt x="28" y="0"/>
                  </a:cubicBezTo>
                  <a:cubicBezTo>
                    <a:pt x="25" y="0"/>
                    <a:pt x="22" y="3"/>
                    <a:pt x="22" y="6"/>
                  </a:cubicBezTo>
                  <a:cubicBezTo>
                    <a:pt x="22" y="7"/>
                    <a:pt x="22" y="7"/>
                    <a:pt x="22" y="7"/>
                  </a:cubicBezTo>
                  <a:cubicBezTo>
                    <a:pt x="22" y="10"/>
                    <a:pt x="24" y="12"/>
                    <a:pt x="26" y="13"/>
                  </a:cubicBezTo>
                  <a:cubicBezTo>
                    <a:pt x="26" y="39"/>
                    <a:pt x="26" y="39"/>
                    <a:pt x="26" y="39"/>
                  </a:cubicBezTo>
                  <a:cubicBezTo>
                    <a:pt x="11" y="43"/>
                    <a:pt x="0" y="56"/>
                    <a:pt x="0" y="72"/>
                  </a:cubicBezTo>
                  <a:cubicBezTo>
                    <a:pt x="0" y="83"/>
                    <a:pt x="5" y="92"/>
                    <a:pt x="13" y="99"/>
                  </a:cubicBezTo>
                  <a:cubicBezTo>
                    <a:pt x="57" y="99"/>
                    <a:pt x="57" y="99"/>
                    <a:pt x="57" y="99"/>
                  </a:cubicBezTo>
                  <a:cubicBezTo>
                    <a:pt x="65" y="92"/>
                    <a:pt x="70" y="83"/>
                    <a:pt x="70" y="72"/>
                  </a:cubicBezTo>
                  <a:cubicBezTo>
                    <a:pt x="70" y="56"/>
                    <a:pt x="59" y="43"/>
                    <a:pt x="44" y="39"/>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7" name="Freeform 624"/>
            <p:cNvSpPr>
              <a:spLocks/>
            </p:cNvSpPr>
            <p:nvPr/>
          </p:nvSpPr>
          <p:spPr bwMode="auto">
            <a:xfrm>
              <a:off x="2408238" y="5432425"/>
              <a:ext cx="98425" cy="246062"/>
            </a:xfrm>
            <a:custGeom>
              <a:avLst/>
              <a:gdLst>
                <a:gd name="T0" fmla="*/ 35 w 47"/>
                <a:gd name="T1" fmla="*/ 46 h 118"/>
                <a:gd name="T2" fmla="*/ 32 w 47"/>
                <a:gd name="T3" fmla="*/ 41 h 118"/>
                <a:gd name="T4" fmla="*/ 32 w 47"/>
                <a:gd name="T5" fmla="*/ 13 h 118"/>
                <a:gd name="T6" fmla="*/ 35 w 47"/>
                <a:gd name="T7" fmla="*/ 8 h 118"/>
                <a:gd name="T8" fmla="*/ 35 w 47"/>
                <a:gd name="T9" fmla="*/ 7 h 118"/>
                <a:gd name="T10" fmla="*/ 29 w 47"/>
                <a:gd name="T11" fmla="*/ 0 h 118"/>
                <a:gd name="T12" fmla="*/ 18 w 47"/>
                <a:gd name="T13" fmla="*/ 0 h 118"/>
                <a:gd name="T14" fmla="*/ 12 w 47"/>
                <a:gd name="T15" fmla="*/ 7 h 118"/>
                <a:gd name="T16" fmla="*/ 12 w 47"/>
                <a:gd name="T17" fmla="*/ 8 h 118"/>
                <a:gd name="T18" fmla="*/ 15 w 47"/>
                <a:gd name="T19" fmla="*/ 13 h 118"/>
                <a:gd name="T20" fmla="*/ 15 w 47"/>
                <a:gd name="T21" fmla="*/ 41 h 118"/>
                <a:gd name="T22" fmla="*/ 12 w 47"/>
                <a:gd name="T23" fmla="*/ 46 h 118"/>
                <a:gd name="T24" fmla="*/ 0 w 47"/>
                <a:gd name="T25" fmla="*/ 118 h 118"/>
                <a:gd name="T26" fmla="*/ 15 w 47"/>
                <a:gd name="T27" fmla="*/ 118 h 118"/>
                <a:gd name="T28" fmla="*/ 15 w 47"/>
                <a:gd name="T29" fmla="*/ 118 h 118"/>
                <a:gd name="T30" fmla="*/ 23 w 47"/>
                <a:gd name="T31" fmla="*/ 118 h 118"/>
                <a:gd name="T32" fmla="*/ 32 w 47"/>
                <a:gd name="T33" fmla="*/ 118 h 118"/>
                <a:gd name="T34" fmla="*/ 32 w 47"/>
                <a:gd name="T35" fmla="*/ 118 h 118"/>
                <a:gd name="T36" fmla="*/ 47 w 47"/>
                <a:gd name="T37" fmla="*/ 118 h 118"/>
                <a:gd name="T38" fmla="*/ 35 w 47"/>
                <a:gd name="T39" fmla="*/ 4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7" h="118">
                  <a:moveTo>
                    <a:pt x="35" y="46"/>
                  </a:moveTo>
                  <a:cubicBezTo>
                    <a:pt x="33" y="45"/>
                    <a:pt x="32" y="43"/>
                    <a:pt x="32" y="41"/>
                  </a:cubicBezTo>
                  <a:cubicBezTo>
                    <a:pt x="32" y="13"/>
                    <a:pt x="32" y="13"/>
                    <a:pt x="32" y="13"/>
                  </a:cubicBezTo>
                  <a:cubicBezTo>
                    <a:pt x="34" y="12"/>
                    <a:pt x="35" y="11"/>
                    <a:pt x="35" y="8"/>
                  </a:cubicBezTo>
                  <a:cubicBezTo>
                    <a:pt x="35" y="7"/>
                    <a:pt x="35" y="7"/>
                    <a:pt x="35" y="7"/>
                  </a:cubicBezTo>
                  <a:cubicBezTo>
                    <a:pt x="35" y="3"/>
                    <a:pt x="32" y="0"/>
                    <a:pt x="29" y="0"/>
                  </a:cubicBezTo>
                  <a:cubicBezTo>
                    <a:pt x="18" y="0"/>
                    <a:pt x="18" y="0"/>
                    <a:pt x="18" y="0"/>
                  </a:cubicBezTo>
                  <a:cubicBezTo>
                    <a:pt x="15" y="0"/>
                    <a:pt x="12" y="3"/>
                    <a:pt x="12" y="7"/>
                  </a:cubicBezTo>
                  <a:cubicBezTo>
                    <a:pt x="12" y="8"/>
                    <a:pt x="12" y="8"/>
                    <a:pt x="12" y="8"/>
                  </a:cubicBezTo>
                  <a:cubicBezTo>
                    <a:pt x="12" y="11"/>
                    <a:pt x="13" y="12"/>
                    <a:pt x="15" y="13"/>
                  </a:cubicBezTo>
                  <a:cubicBezTo>
                    <a:pt x="15" y="41"/>
                    <a:pt x="15" y="41"/>
                    <a:pt x="15" y="41"/>
                  </a:cubicBezTo>
                  <a:cubicBezTo>
                    <a:pt x="14" y="43"/>
                    <a:pt x="13" y="45"/>
                    <a:pt x="12" y="46"/>
                  </a:cubicBezTo>
                  <a:cubicBezTo>
                    <a:pt x="6" y="49"/>
                    <a:pt x="0" y="62"/>
                    <a:pt x="0" y="118"/>
                  </a:cubicBezTo>
                  <a:cubicBezTo>
                    <a:pt x="15" y="118"/>
                    <a:pt x="15" y="118"/>
                    <a:pt x="15" y="118"/>
                  </a:cubicBezTo>
                  <a:cubicBezTo>
                    <a:pt x="15" y="118"/>
                    <a:pt x="15" y="118"/>
                    <a:pt x="15" y="118"/>
                  </a:cubicBezTo>
                  <a:cubicBezTo>
                    <a:pt x="23" y="118"/>
                    <a:pt x="23" y="118"/>
                    <a:pt x="23" y="118"/>
                  </a:cubicBezTo>
                  <a:cubicBezTo>
                    <a:pt x="32" y="118"/>
                    <a:pt x="32" y="118"/>
                    <a:pt x="32" y="118"/>
                  </a:cubicBezTo>
                  <a:cubicBezTo>
                    <a:pt x="32" y="118"/>
                    <a:pt x="32" y="118"/>
                    <a:pt x="32" y="118"/>
                  </a:cubicBezTo>
                  <a:cubicBezTo>
                    <a:pt x="47" y="118"/>
                    <a:pt x="47" y="118"/>
                    <a:pt x="47" y="118"/>
                  </a:cubicBezTo>
                  <a:cubicBezTo>
                    <a:pt x="47" y="62"/>
                    <a:pt x="40" y="49"/>
                    <a:pt x="35" y="46"/>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8" name="Freeform 625"/>
            <p:cNvSpPr>
              <a:spLocks/>
            </p:cNvSpPr>
            <p:nvPr/>
          </p:nvSpPr>
          <p:spPr bwMode="auto">
            <a:xfrm>
              <a:off x="2540000" y="5472113"/>
              <a:ext cx="142875" cy="206375"/>
            </a:xfrm>
            <a:custGeom>
              <a:avLst/>
              <a:gdLst>
                <a:gd name="T0" fmla="*/ 44 w 69"/>
                <a:gd name="T1" fmla="*/ 39 h 99"/>
                <a:gd name="T2" fmla="*/ 44 w 69"/>
                <a:gd name="T3" fmla="*/ 13 h 99"/>
                <a:gd name="T4" fmla="*/ 47 w 69"/>
                <a:gd name="T5" fmla="*/ 7 h 99"/>
                <a:gd name="T6" fmla="*/ 47 w 69"/>
                <a:gd name="T7" fmla="*/ 6 h 99"/>
                <a:gd name="T8" fmla="*/ 41 w 69"/>
                <a:gd name="T9" fmla="*/ 0 h 99"/>
                <a:gd name="T10" fmla="*/ 28 w 69"/>
                <a:gd name="T11" fmla="*/ 0 h 99"/>
                <a:gd name="T12" fmla="*/ 22 w 69"/>
                <a:gd name="T13" fmla="*/ 6 h 99"/>
                <a:gd name="T14" fmla="*/ 22 w 69"/>
                <a:gd name="T15" fmla="*/ 7 h 99"/>
                <a:gd name="T16" fmla="*/ 25 w 69"/>
                <a:gd name="T17" fmla="*/ 13 h 99"/>
                <a:gd name="T18" fmla="*/ 25 w 69"/>
                <a:gd name="T19" fmla="*/ 39 h 99"/>
                <a:gd name="T20" fmla="*/ 0 w 69"/>
                <a:gd name="T21" fmla="*/ 72 h 99"/>
                <a:gd name="T22" fmla="*/ 12 w 69"/>
                <a:gd name="T23" fmla="*/ 99 h 99"/>
                <a:gd name="T24" fmla="*/ 57 w 69"/>
                <a:gd name="T25" fmla="*/ 99 h 99"/>
                <a:gd name="T26" fmla="*/ 69 w 69"/>
                <a:gd name="T27" fmla="*/ 72 h 99"/>
                <a:gd name="T28" fmla="*/ 44 w 69"/>
                <a:gd name="T29" fmla="*/ 3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9" h="99">
                  <a:moveTo>
                    <a:pt x="44" y="39"/>
                  </a:moveTo>
                  <a:cubicBezTo>
                    <a:pt x="44" y="13"/>
                    <a:pt x="44" y="13"/>
                    <a:pt x="44" y="13"/>
                  </a:cubicBezTo>
                  <a:cubicBezTo>
                    <a:pt x="46" y="12"/>
                    <a:pt x="47" y="10"/>
                    <a:pt x="47" y="7"/>
                  </a:cubicBezTo>
                  <a:cubicBezTo>
                    <a:pt x="47" y="6"/>
                    <a:pt x="47" y="6"/>
                    <a:pt x="47" y="6"/>
                  </a:cubicBezTo>
                  <a:cubicBezTo>
                    <a:pt x="47" y="3"/>
                    <a:pt x="45" y="0"/>
                    <a:pt x="41" y="0"/>
                  </a:cubicBezTo>
                  <a:cubicBezTo>
                    <a:pt x="28" y="0"/>
                    <a:pt x="28" y="0"/>
                    <a:pt x="28" y="0"/>
                  </a:cubicBezTo>
                  <a:cubicBezTo>
                    <a:pt x="25" y="0"/>
                    <a:pt x="22" y="3"/>
                    <a:pt x="22" y="6"/>
                  </a:cubicBezTo>
                  <a:cubicBezTo>
                    <a:pt x="22" y="7"/>
                    <a:pt x="22" y="7"/>
                    <a:pt x="22" y="7"/>
                  </a:cubicBezTo>
                  <a:cubicBezTo>
                    <a:pt x="22" y="10"/>
                    <a:pt x="23" y="12"/>
                    <a:pt x="25" y="13"/>
                  </a:cubicBezTo>
                  <a:cubicBezTo>
                    <a:pt x="25" y="39"/>
                    <a:pt x="25" y="39"/>
                    <a:pt x="25" y="39"/>
                  </a:cubicBezTo>
                  <a:cubicBezTo>
                    <a:pt x="11" y="43"/>
                    <a:pt x="0" y="56"/>
                    <a:pt x="0" y="72"/>
                  </a:cubicBezTo>
                  <a:cubicBezTo>
                    <a:pt x="0" y="83"/>
                    <a:pt x="5" y="92"/>
                    <a:pt x="12" y="99"/>
                  </a:cubicBezTo>
                  <a:cubicBezTo>
                    <a:pt x="57" y="99"/>
                    <a:pt x="57" y="99"/>
                    <a:pt x="57" y="99"/>
                  </a:cubicBezTo>
                  <a:cubicBezTo>
                    <a:pt x="65" y="92"/>
                    <a:pt x="69" y="83"/>
                    <a:pt x="69" y="72"/>
                  </a:cubicBezTo>
                  <a:cubicBezTo>
                    <a:pt x="69" y="56"/>
                    <a:pt x="59" y="43"/>
                    <a:pt x="44" y="39"/>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9" name="Freeform 626"/>
            <p:cNvSpPr>
              <a:spLocks/>
            </p:cNvSpPr>
            <p:nvPr/>
          </p:nvSpPr>
          <p:spPr bwMode="auto">
            <a:xfrm>
              <a:off x="2713038" y="5432425"/>
              <a:ext cx="95250" cy="246062"/>
            </a:xfrm>
            <a:custGeom>
              <a:avLst/>
              <a:gdLst>
                <a:gd name="T0" fmla="*/ 35 w 46"/>
                <a:gd name="T1" fmla="*/ 46 h 118"/>
                <a:gd name="T2" fmla="*/ 32 w 46"/>
                <a:gd name="T3" fmla="*/ 41 h 118"/>
                <a:gd name="T4" fmla="*/ 32 w 46"/>
                <a:gd name="T5" fmla="*/ 13 h 118"/>
                <a:gd name="T6" fmla="*/ 34 w 46"/>
                <a:gd name="T7" fmla="*/ 8 h 118"/>
                <a:gd name="T8" fmla="*/ 34 w 46"/>
                <a:gd name="T9" fmla="*/ 7 h 118"/>
                <a:gd name="T10" fmla="*/ 28 w 46"/>
                <a:gd name="T11" fmla="*/ 0 h 118"/>
                <a:gd name="T12" fmla="*/ 18 w 46"/>
                <a:gd name="T13" fmla="*/ 0 h 118"/>
                <a:gd name="T14" fmla="*/ 12 w 46"/>
                <a:gd name="T15" fmla="*/ 7 h 118"/>
                <a:gd name="T16" fmla="*/ 12 w 46"/>
                <a:gd name="T17" fmla="*/ 8 h 118"/>
                <a:gd name="T18" fmla="*/ 14 w 46"/>
                <a:gd name="T19" fmla="*/ 13 h 118"/>
                <a:gd name="T20" fmla="*/ 14 w 46"/>
                <a:gd name="T21" fmla="*/ 41 h 118"/>
                <a:gd name="T22" fmla="*/ 11 w 46"/>
                <a:gd name="T23" fmla="*/ 46 h 118"/>
                <a:gd name="T24" fmla="*/ 0 w 46"/>
                <a:gd name="T25" fmla="*/ 118 h 118"/>
                <a:gd name="T26" fmla="*/ 14 w 46"/>
                <a:gd name="T27" fmla="*/ 118 h 118"/>
                <a:gd name="T28" fmla="*/ 14 w 46"/>
                <a:gd name="T29" fmla="*/ 118 h 118"/>
                <a:gd name="T30" fmla="*/ 23 w 46"/>
                <a:gd name="T31" fmla="*/ 118 h 118"/>
                <a:gd name="T32" fmla="*/ 32 w 46"/>
                <a:gd name="T33" fmla="*/ 118 h 118"/>
                <a:gd name="T34" fmla="*/ 32 w 46"/>
                <a:gd name="T35" fmla="*/ 118 h 118"/>
                <a:gd name="T36" fmla="*/ 46 w 46"/>
                <a:gd name="T37" fmla="*/ 118 h 118"/>
                <a:gd name="T38" fmla="*/ 35 w 46"/>
                <a:gd name="T39" fmla="*/ 4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6" h="118">
                  <a:moveTo>
                    <a:pt x="35" y="46"/>
                  </a:moveTo>
                  <a:cubicBezTo>
                    <a:pt x="33" y="45"/>
                    <a:pt x="32" y="43"/>
                    <a:pt x="32" y="41"/>
                  </a:cubicBezTo>
                  <a:cubicBezTo>
                    <a:pt x="32" y="13"/>
                    <a:pt x="32" y="13"/>
                    <a:pt x="32" y="13"/>
                  </a:cubicBezTo>
                  <a:cubicBezTo>
                    <a:pt x="33" y="12"/>
                    <a:pt x="34" y="11"/>
                    <a:pt x="34" y="8"/>
                  </a:cubicBezTo>
                  <a:cubicBezTo>
                    <a:pt x="34" y="7"/>
                    <a:pt x="34" y="7"/>
        